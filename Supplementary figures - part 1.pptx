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notesSlides/notesSlide1.xml" ContentType="application/vnd.openxmlformats-officedocument.presentationml.notesSlid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notesSlides/notesSlide2.xml" ContentType="application/vnd.openxmlformats-officedocument.presentationml.notesSlid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notesSlides/notesSlide3.xml" ContentType="application/vnd.openxmlformats-officedocument.presentationml.notesSlid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charts/chart12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charts/chart13.xml" ContentType="application/vnd.openxmlformats-officedocument.drawingml.chart+xml"/>
  <Override PartName="/ppt/charts/style13.xml" ContentType="application/vnd.ms-office.chartstyle+xml"/>
  <Override PartName="/ppt/charts/colors13.xml" ContentType="application/vnd.ms-office.chartcolorstyle+xml"/>
  <Override PartName="/ppt/charts/chart14.xml" ContentType="application/vnd.openxmlformats-officedocument.drawingml.chart+xml"/>
  <Override PartName="/ppt/charts/style14.xml" ContentType="application/vnd.ms-office.chartstyle+xml"/>
  <Override PartName="/ppt/charts/colors14.xml" ContentType="application/vnd.ms-office.chartcolorstyle+xml"/>
  <Override PartName="/ppt/charts/chart15.xml" ContentType="application/vnd.openxmlformats-officedocument.drawingml.chart+xml"/>
  <Override PartName="/ppt/charts/style15.xml" ContentType="application/vnd.ms-office.chartstyle+xml"/>
  <Override PartName="/ppt/charts/colors15.xml" ContentType="application/vnd.ms-office.chartcolorstyl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2" r:id="rId1"/>
  </p:sldMasterIdLst>
  <p:notesMasterIdLst>
    <p:notesMasterId r:id="rId10"/>
  </p:notesMasterIdLst>
  <p:sldIdLst>
    <p:sldId id="273" r:id="rId2"/>
    <p:sldId id="290" r:id="rId3"/>
    <p:sldId id="260" r:id="rId4"/>
    <p:sldId id="259" r:id="rId5"/>
    <p:sldId id="266" r:id="rId6"/>
    <p:sldId id="267" r:id="rId7"/>
    <p:sldId id="282" r:id="rId8"/>
    <p:sldId id="281" r:id="rId9"/>
  </p:sldIdLst>
  <p:sldSz cx="12192000" cy="24371300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DBDB"/>
    <a:srgbClr val="FF0000"/>
    <a:srgbClr val="FFFFFF"/>
    <a:srgbClr val="7B0000"/>
    <a:srgbClr val="83CBEB"/>
    <a:srgbClr val="B0DEF2"/>
    <a:srgbClr val="D9D9D9"/>
    <a:srgbClr val="E40D0D"/>
    <a:srgbClr val="66FF66"/>
    <a:srgbClr val="14D44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86354A2D-9406-4510-8635-025107BA7187}" v="97" dt="2026-09-08T02:04:12.561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4995" autoAdjust="0"/>
    <p:restoredTop sz="94310" autoAdjust="0"/>
  </p:normalViewPr>
  <p:slideViewPr>
    <p:cSldViewPr snapToGrid="0">
      <p:cViewPr varScale="1">
        <p:scale>
          <a:sx n="29" d="100"/>
          <a:sy n="29" d="100"/>
        </p:scale>
        <p:origin x="3196" y="12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theme" Target="theme/theme1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microsoft.com/office/2015/10/relationships/revisionInfo" Target="revisionInfo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microsoft.com/office/2016/11/relationships/changesInfo" Target="changesInfos/changesInfo1.xml"/><Relationship Id="rId10" Type="http://schemas.openxmlformats.org/officeDocument/2006/relationships/notesMaster" Target="notesMasters/notes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tableStyles" Target="tableStyle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Frank Li" userId="c98335e8-ff13-4752-8ac1-caa2d56c599c" providerId="ADAL" clId="{9F17A462-E45F-45A6-8465-5B30E7AC8260}"/>
    <pc:docChg chg="undo custSel modSld">
      <pc:chgData name="Frank Li" userId="c98335e8-ff13-4752-8ac1-caa2d56c599c" providerId="ADAL" clId="{9F17A462-E45F-45A6-8465-5B30E7AC8260}" dt="2026-09-08T18:23:49.491" v="553" actId="1076"/>
      <pc:docMkLst>
        <pc:docMk/>
      </pc:docMkLst>
      <pc:sldChg chg="addSp delSp modSp mod">
        <pc:chgData name="Frank Li" userId="c98335e8-ff13-4752-8ac1-caa2d56c599c" providerId="ADAL" clId="{9F17A462-E45F-45A6-8465-5B30E7AC8260}" dt="2026-09-08T18:23:49.491" v="553" actId="1076"/>
        <pc:sldMkLst>
          <pc:docMk/>
          <pc:sldMk cId="344627213" sldId="261"/>
        </pc:sldMkLst>
        <pc:spChg chg="mod">
          <ac:chgData name="Frank Li" userId="c98335e8-ff13-4752-8ac1-caa2d56c599c" providerId="ADAL" clId="{9F17A462-E45F-45A6-8465-5B30E7AC8260}" dt="2026-08-31T23:05:48.924" v="192" actId="1076"/>
          <ac:spMkLst>
            <pc:docMk/>
            <pc:sldMk cId="344627213" sldId="261"/>
            <ac:spMk id="6" creationId="{C5E077DF-F60C-D4E0-FE35-E85086CF7246}"/>
          </ac:spMkLst>
        </pc:spChg>
        <pc:spChg chg="add del mod">
          <ac:chgData name="Frank Li" userId="c98335e8-ff13-4752-8ac1-caa2d56c599c" providerId="ADAL" clId="{9F17A462-E45F-45A6-8465-5B30E7AC8260}" dt="2026-09-07T13:55:35.827" v="294"/>
          <ac:spMkLst>
            <pc:docMk/>
            <pc:sldMk cId="344627213" sldId="261"/>
            <ac:spMk id="7" creationId="{57547FCA-B2E3-7BCF-956A-01EC67C03DBC}"/>
          </ac:spMkLst>
        </pc:spChg>
        <pc:spChg chg="mod ord">
          <ac:chgData name="Frank Li" userId="c98335e8-ff13-4752-8ac1-caa2d56c599c" providerId="ADAL" clId="{9F17A462-E45F-45A6-8465-5B30E7AC8260}" dt="2026-09-07T16:40:41.371" v="406" actId="1076"/>
          <ac:spMkLst>
            <pc:docMk/>
            <pc:sldMk cId="344627213" sldId="261"/>
            <ac:spMk id="10" creationId="{35DA629D-7261-19C6-2F13-A538D0219785}"/>
          </ac:spMkLst>
        </pc:spChg>
        <pc:spChg chg="mod ord topLvl">
          <ac:chgData name="Frank Li" userId="c98335e8-ff13-4752-8ac1-caa2d56c599c" providerId="ADAL" clId="{9F17A462-E45F-45A6-8465-5B30E7AC8260}" dt="2026-09-07T16:42:08.510" v="419" actId="207"/>
          <ac:spMkLst>
            <pc:docMk/>
            <pc:sldMk cId="344627213" sldId="261"/>
            <ac:spMk id="14" creationId="{865B5B35-D077-DA47-E9BF-D154564FFBA1}"/>
          </ac:spMkLst>
        </pc:spChg>
        <pc:spChg chg="mod topLvl">
          <ac:chgData name="Frank Li" userId="c98335e8-ff13-4752-8ac1-caa2d56c599c" providerId="ADAL" clId="{9F17A462-E45F-45A6-8465-5B30E7AC8260}" dt="2026-09-07T16:41:00.121" v="407" actId="165"/>
          <ac:spMkLst>
            <pc:docMk/>
            <pc:sldMk cId="344627213" sldId="261"/>
            <ac:spMk id="16" creationId="{919C7477-CA66-D303-2432-7BD7D26E50BB}"/>
          </ac:spMkLst>
        </pc:spChg>
        <pc:spChg chg="mod ord topLvl">
          <ac:chgData name="Frank Li" userId="c98335e8-ff13-4752-8ac1-caa2d56c599c" providerId="ADAL" clId="{9F17A462-E45F-45A6-8465-5B30E7AC8260}" dt="2026-09-07T16:41:46.126" v="417" actId="1076"/>
          <ac:spMkLst>
            <pc:docMk/>
            <pc:sldMk cId="344627213" sldId="261"/>
            <ac:spMk id="17" creationId="{BB5EE4E4-45C1-C0F3-131D-47052A826DF3}"/>
          </ac:spMkLst>
        </pc:spChg>
        <pc:spChg chg="mod ord topLvl">
          <ac:chgData name="Frank Li" userId="c98335e8-ff13-4752-8ac1-caa2d56c599c" providerId="ADAL" clId="{9F17A462-E45F-45A6-8465-5B30E7AC8260}" dt="2026-09-07T16:41:41.306" v="416" actId="1076"/>
          <ac:spMkLst>
            <pc:docMk/>
            <pc:sldMk cId="344627213" sldId="261"/>
            <ac:spMk id="18" creationId="{A42F740B-4D91-5233-C57E-7FB767E96DB6}"/>
          </ac:spMkLst>
        </pc:spChg>
        <pc:spChg chg="mod ord topLvl">
          <ac:chgData name="Frank Li" userId="c98335e8-ff13-4752-8ac1-caa2d56c599c" providerId="ADAL" clId="{9F17A462-E45F-45A6-8465-5B30E7AC8260}" dt="2026-09-07T16:41:41.306" v="416" actId="1076"/>
          <ac:spMkLst>
            <pc:docMk/>
            <pc:sldMk cId="344627213" sldId="261"/>
            <ac:spMk id="19" creationId="{6C5C8426-A65F-9E62-F43A-6B332C5E1B74}"/>
          </ac:spMkLst>
        </pc:spChg>
        <pc:spChg chg="mod">
          <ac:chgData name="Frank Li" userId="c98335e8-ff13-4752-8ac1-caa2d56c599c" providerId="ADAL" clId="{9F17A462-E45F-45A6-8465-5B30E7AC8260}" dt="2026-08-31T23:05:55.079" v="194" actId="1076"/>
          <ac:spMkLst>
            <pc:docMk/>
            <pc:sldMk cId="344627213" sldId="261"/>
            <ac:spMk id="20" creationId="{D682F530-EAB4-BC84-6D52-1A88CE1366FE}"/>
          </ac:spMkLst>
        </pc:spChg>
        <pc:spChg chg="mod ord">
          <ac:chgData name="Frank Li" userId="c98335e8-ff13-4752-8ac1-caa2d56c599c" providerId="ADAL" clId="{9F17A462-E45F-45A6-8465-5B30E7AC8260}" dt="2026-09-07T16:40:41.371" v="406" actId="1076"/>
          <ac:spMkLst>
            <pc:docMk/>
            <pc:sldMk cId="344627213" sldId="261"/>
            <ac:spMk id="21" creationId="{4E729550-D607-476C-1C2C-2931BC43865D}"/>
          </ac:spMkLst>
        </pc:spChg>
        <pc:spChg chg="mod">
          <ac:chgData name="Frank Li" userId="c98335e8-ff13-4752-8ac1-caa2d56c599c" providerId="ADAL" clId="{9F17A462-E45F-45A6-8465-5B30E7AC8260}" dt="2026-09-07T16:42:40.691" v="421" actId="1076"/>
          <ac:spMkLst>
            <pc:docMk/>
            <pc:sldMk cId="344627213" sldId="261"/>
            <ac:spMk id="31" creationId="{5A6DFC3B-52DD-3703-BA36-84C794673AF3}"/>
          </ac:spMkLst>
        </pc:spChg>
        <pc:spChg chg="mod">
          <ac:chgData name="Frank Li" userId="c98335e8-ff13-4752-8ac1-caa2d56c599c" providerId="ADAL" clId="{9F17A462-E45F-45A6-8465-5B30E7AC8260}" dt="2026-09-02T01:03:38.523" v="282" actId="2711"/>
          <ac:spMkLst>
            <pc:docMk/>
            <pc:sldMk cId="344627213" sldId="261"/>
            <ac:spMk id="37" creationId="{4D56BCBC-23AD-0D46-267F-C43C36F1779A}"/>
          </ac:spMkLst>
        </pc:spChg>
        <pc:spChg chg="mod">
          <ac:chgData name="Frank Li" userId="c98335e8-ff13-4752-8ac1-caa2d56c599c" providerId="ADAL" clId="{9F17A462-E45F-45A6-8465-5B30E7AC8260}" dt="2026-09-02T01:03:38.523" v="282" actId="2711"/>
          <ac:spMkLst>
            <pc:docMk/>
            <pc:sldMk cId="344627213" sldId="261"/>
            <ac:spMk id="38" creationId="{EB0A7D3C-09D4-7CDC-3C58-FAF77FEAC8AD}"/>
          </ac:spMkLst>
        </pc:spChg>
        <pc:spChg chg="del mod">
          <ac:chgData name="Frank Li" userId="c98335e8-ff13-4752-8ac1-caa2d56c599c" providerId="ADAL" clId="{9F17A462-E45F-45A6-8465-5B30E7AC8260}" dt="2026-09-07T16:45:38.309" v="438" actId="478"/>
          <ac:spMkLst>
            <pc:docMk/>
            <pc:sldMk cId="344627213" sldId="261"/>
            <ac:spMk id="48" creationId="{04D207A2-B850-A2C4-6AC1-470B0DDF7758}"/>
          </ac:spMkLst>
        </pc:spChg>
        <pc:spChg chg="add mod topLvl">
          <ac:chgData name="Frank Li" userId="c98335e8-ff13-4752-8ac1-caa2d56c599c" providerId="ADAL" clId="{9F17A462-E45F-45A6-8465-5B30E7AC8260}" dt="2026-09-07T17:04:37.557" v="498" actId="165"/>
          <ac:spMkLst>
            <pc:docMk/>
            <pc:sldMk cId="344627213" sldId="261"/>
            <ac:spMk id="56" creationId="{D6E26BA8-1554-6029-D229-568097FC7B6B}"/>
          </ac:spMkLst>
        </pc:spChg>
        <pc:spChg chg="mod topLvl">
          <ac:chgData name="Frank Li" userId="c98335e8-ff13-4752-8ac1-caa2d56c599c" providerId="ADAL" clId="{9F17A462-E45F-45A6-8465-5B30E7AC8260}" dt="2026-09-08T02:03:54.084" v="540" actId="165"/>
          <ac:spMkLst>
            <pc:docMk/>
            <pc:sldMk cId="344627213" sldId="261"/>
            <ac:spMk id="59" creationId="{9FBC6B4D-8CC5-2E48-7610-0002F397E892}"/>
          </ac:spMkLst>
        </pc:spChg>
        <pc:spChg chg="mod topLvl">
          <ac:chgData name="Frank Li" userId="c98335e8-ff13-4752-8ac1-caa2d56c599c" providerId="ADAL" clId="{9F17A462-E45F-45A6-8465-5B30E7AC8260}" dt="2026-09-08T02:03:54.084" v="540" actId="165"/>
          <ac:spMkLst>
            <pc:docMk/>
            <pc:sldMk cId="344627213" sldId="261"/>
            <ac:spMk id="60" creationId="{276FCA9C-53D4-6EFE-6098-6D8C04BC35C8}"/>
          </ac:spMkLst>
        </pc:spChg>
        <pc:spChg chg="mod topLvl">
          <ac:chgData name="Frank Li" userId="c98335e8-ff13-4752-8ac1-caa2d56c599c" providerId="ADAL" clId="{9F17A462-E45F-45A6-8465-5B30E7AC8260}" dt="2026-09-08T02:03:54.084" v="540" actId="165"/>
          <ac:spMkLst>
            <pc:docMk/>
            <pc:sldMk cId="344627213" sldId="261"/>
            <ac:spMk id="61" creationId="{793BCE33-7205-66D6-706E-D3C459F413F1}"/>
          </ac:spMkLst>
        </pc:spChg>
        <pc:spChg chg="del mod">
          <ac:chgData name="Frank Li" userId="c98335e8-ff13-4752-8ac1-caa2d56c599c" providerId="ADAL" clId="{9F17A462-E45F-45A6-8465-5B30E7AC8260}" dt="2026-09-07T16:45:38.309" v="438" actId="478"/>
          <ac:spMkLst>
            <pc:docMk/>
            <pc:sldMk cId="344627213" sldId="261"/>
            <ac:spMk id="74" creationId="{91D2C878-D33F-8750-60A6-CB56D8E873C4}"/>
          </ac:spMkLst>
        </pc:spChg>
        <pc:spChg chg="mod topLvl">
          <ac:chgData name="Frank Li" userId="c98335e8-ff13-4752-8ac1-caa2d56c599c" providerId="ADAL" clId="{9F17A462-E45F-45A6-8465-5B30E7AC8260}" dt="2026-09-08T02:04:41.519" v="544" actId="1076"/>
          <ac:spMkLst>
            <pc:docMk/>
            <pc:sldMk cId="344627213" sldId="261"/>
            <ac:spMk id="85" creationId="{85FFBED7-1580-E46E-DAFD-86287BE447AB}"/>
          </ac:spMkLst>
        </pc:spChg>
        <pc:spChg chg="mod topLvl">
          <ac:chgData name="Frank Li" userId="c98335e8-ff13-4752-8ac1-caa2d56c599c" providerId="ADAL" clId="{9F17A462-E45F-45A6-8465-5B30E7AC8260}" dt="2026-09-08T02:04:02.695" v="541" actId="1076"/>
          <ac:spMkLst>
            <pc:docMk/>
            <pc:sldMk cId="344627213" sldId="261"/>
            <ac:spMk id="86" creationId="{6ED8D526-DA90-2FA2-4188-90111F940835}"/>
          </ac:spMkLst>
        </pc:spChg>
        <pc:spChg chg="mod">
          <ac:chgData name="Frank Li" userId="c98335e8-ff13-4752-8ac1-caa2d56c599c" providerId="ADAL" clId="{9F17A462-E45F-45A6-8465-5B30E7AC8260}" dt="2026-09-07T17:14:12.687" v="536" actId="1076"/>
          <ac:spMkLst>
            <pc:docMk/>
            <pc:sldMk cId="344627213" sldId="261"/>
            <ac:spMk id="87" creationId="{E98C6C98-7519-36AC-1990-279A22B35F3D}"/>
          </ac:spMkLst>
        </pc:spChg>
        <pc:spChg chg="mod ord">
          <ac:chgData name="Frank Li" userId="c98335e8-ff13-4752-8ac1-caa2d56c599c" providerId="ADAL" clId="{9F17A462-E45F-45A6-8465-5B30E7AC8260}" dt="2026-09-07T16:41:25.127" v="413" actId="1076"/>
          <ac:spMkLst>
            <pc:docMk/>
            <pc:sldMk cId="344627213" sldId="261"/>
            <ac:spMk id="96" creationId="{36D4661A-97E5-D2BF-DCE4-408C0B49DE17}"/>
          </ac:spMkLst>
        </pc:spChg>
        <pc:spChg chg="mod">
          <ac:chgData name="Frank Li" userId="c98335e8-ff13-4752-8ac1-caa2d56c599c" providerId="ADAL" clId="{9F17A462-E45F-45A6-8465-5B30E7AC8260}" dt="2026-09-08T18:23:21.812" v="551" actId="1076"/>
          <ac:spMkLst>
            <pc:docMk/>
            <pc:sldMk cId="344627213" sldId="261"/>
            <ac:spMk id="97" creationId="{198A2B2C-4A27-D43B-F2B9-62D73C7FA21D}"/>
          </ac:spMkLst>
        </pc:spChg>
        <pc:spChg chg="mod">
          <ac:chgData name="Frank Li" userId="c98335e8-ff13-4752-8ac1-caa2d56c599c" providerId="ADAL" clId="{9F17A462-E45F-45A6-8465-5B30E7AC8260}" dt="2026-09-08T18:23:49.491" v="553" actId="1076"/>
          <ac:spMkLst>
            <pc:docMk/>
            <pc:sldMk cId="344627213" sldId="261"/>
            <ac:spMk id="98" creationId="{DF96E3B9-15B9-1811-54BB-252A725FC9D1}"/>
          </ac:spMkLst>
        </pc:spChg>
        <pc:spChg chg="mod">
          <ac:chgData name="Frank Li" userId="c98335e8-ff13-4752-8ac1-caa2d56c599c" providerId="ADAL" clId="{9F17A462-E45F-45A6-8465-5B30E7AC8260}" dt="2026-09-07T16:44:22.617" v="425" actId="207"/>
          <ac:spMkLst>
            <pc:docMk/>
            <pc:sldMk cId="344627213" sldId="261"/>
            <ac:spMk id="104" creationId="{C0AA24E3-6EC2-FC2D-AD50-572A7FA7C178}"/>
          </ac:spMkLst>
        </pc:spChg>
        <pc:spChg chg="mod topLvl">
          <ac:chgData name="Frank Li" userId="c98335e8-ff13-4752-8ac1-caa2d56c599c" providerId="ADAL" clId="{9F17A462-E45F-45A6-8465-5B30E7AC8260}" dt="2026-09-08T02:03:54.084" v="540" actId="165"/>
          <ac:spMkLst>
            <pc:docMk/>
            <pc:sldMk cId="344627213" sldId="261"/>
            <ac:spMk id="105" creationId="{7EF7F396-51D2-7767-826C-1176777E9FF5}"/>
          </ac:spMkLst>
        </pc:spChg>
        <pc:spChg chg="mod">
          <ac:chgData name="Frank Li" userId="c98335e8-ff13-4752-8ac1-caa2d56c599c" providerId="ADAL" clId="{9F17A462-E45F-45A6-8465-5B30E7AC8260}" dt="2026-09-07T16:44:52.149" v="430" actId="207"/>
          <ac:spMkLst>
            <pc:docMk/>
            <pc:sldMk cId="344627213" sldId="261"/>
            <ac:spMk id="110" creationId="{08D6BA71-5258-94A0-5D43-0CB56C924A31}"/>
          </ac:spMkLst>
        </pc:spChg>
        <pc:spChg chg="mod ord">
          <ac:chgData name="Frank Li" userId="c98335e8-ff13-4752-8ac1-caa2d56c599c" providerId="ADAL" clId="{9F17A462-E45F-45A6-8465-5B30E7AC8260}" dt="2026-09-07T17:13:51.998" v="535" actId="1076"/>
          <ac:spMkLst>
            <pc:docMk/>
            <pc:sldMk cId="344627213" sldId="261"/>
            <ac:spMk id="114" creationId="{259F9847-5445-714F-9F6E-61705EDD580F}"/>
          </ac:spMkLst>
        </pc:spChg>
        <pc:spChg chg="mod ord">
          <ac:chgData name="Frank Li" userId="c98335e8-ff13-4752-8ac1-caa2d56c599c" providerId="ADAL" clId="{9F17A462-E45F-45A6-8465-5B30E7AC8260}" dt="2026-09-07T16:53:18.455" v="440" actId="1076"/>
          <ac:spMkLst>
            <pc:docMk/>
            <pc:sldMk cId="344627213" sldId="261"/>
            <ac:spMk id="157" creationId="{05462CCD-41B5-715E-CA51-CC037160DDB9}"/>
          </ac:spMkLst>
        </pc:spChg>
        <pc:spChg chg="mod">
          <ac:chgData name="Frank Li" userId="c98335e8-ff13-4752-8ac1-caa2d56c599c" providerId="ADAL" clId="{9F17A462-E45F-45A6-8465-5B30E7AC8260}" dt="2026-09-07T17:13:08.188" v="533" actId="1076"/>
          <ac:spMkLst>
            <pc:docMk/>
            <pc:sldMk cId="344627213" sldId="261"/>
            <ac:spMk id="188" creationId="{8603E94B-9BDE-605D-5B97-CD8EA3101223}"/>
          </ac:spMkLst>
        </pc:spChg>
        <pc:spChg chg="mod">
          <ac:chgData name="Frank Li" userId="c98335e8-ff13-4752-8ac1-caa2d56c599c" providerId="ADAL" clId="{9F17A462-E45F-45A6-8465-5B30E7AC8260}" dt="2026-09-02T01:03:38.523" v="282" actId="2711"/>
          <ac:spMkLst>
            <pc:docMk/>
            <pc:sldMk cId="344627213" sldId="261"/>
            <ac:spMk id="237" creationId="{26EE51AD-2A62-7EF1-7731-053716486AEA}"/>
          </ac:spMkLst>
        </pc:spChg>
        <pc:spChg chg="mod">
          <ac:chgData name="Frank Li" userId="c98335e8-ff13-4752-8ac1-caa2d56c599c" providerId="ADAL" clId="{9F17A462-E45F-45A6-8465-5B30E7AC8260}" dt="2026-09-07T16:45:17.792" v="435" actId="207"/>
          <ac:spMkLst>
            <pc:docMk/>
            <pc:sldMk cId="344627213" sldId="261"/>
            <ac:spMk id="242" creationId="{1E460FA2-4922-2BAE-109B-3F7C1C1C4959}"/>
          </ac:spMkLst>
        </pc:spChg>
        <pc:spChg chg="mod">
          <ac:chgData name="Frank Li" userId="c98335e8-ff13-4752-8ac1-caa2d56c599c" providerId="ADAL" clId="{9F17A462-E45F-45A6-8465-5B30E7AC8260}" dt="2026-09-07T16:45:19.833" v="436" actId="207"/>
          <ac:spMkLst>
            <pc:docMk/>
            <pc:sldMk cId="344627213" sldId="261"/>
            <ac:spMk id="243" creationId="{C088FCA9-AD69-E3E9-D3C3-3B170E15F15D}"/>
          </ac:spMkLst>
        </pc:spChg>
        <pc:spChg chg="mod">
          <ac:chgData name="Frank Li" userId="c98335e8-ff13-4752-8ac1-caa2d56c599c" providerId="ADAL" clId="{9F17A462-E45F-45A6-8465-5B30E7AC8260}" dt="2026-09-07T16:45:15.662" v="434" actId="207"/>
          <ac:spMkLst>
            <pc:docMk/>
            <pc:sldMk cId="344627213" sldId="261"/>
            <ac:spMk id="244" creationId="{06B5BD8E-F54B-43B3-1951-0B67DC40BDA7}"/>
          </ac:spMkLst>
        </pc:spChg>
        <pc:spChg chg="mod">
          <ac:chgData name="Frank Li" userId="c98335e8-ff13-4752-8ac1-caa2d56c599c" providerId="ADAL" clId="{9F17A462-E45F-45A6-8465-5B30E7AC8260}" dt="2026-09-07T16:45:12.863" v="433" actId="207"/>
          <ac:spMkLst>
            <pc:docMk/>
            <pc:sldMk cId="344627213" sldId="261"/>
            <ac:spMk id="245" creationId="{406577E9-DD87-8920-44BA-168DA9A09187}"/>
          </ac:spMkLst>
        </pc:spChg>
        <pc:spChg chg="mod">
          <ac:chgData name="Frank Li" userId="c98335e8-ff13-4752-8ac1-caa2d56c599c" providerId="ADAL" clId="{9F17A462-E45F-45A6-8465-5B30E7AC8260}" dt="2026-09-07T16:45:10.289" v="432" actId="207"/>
          <ac:spMkLst>
            <pc:docMk/>
            <pc:sldMk cId="344627213" sldId="261"/>
            <ac:spMk id="246" creationId="{CBD0D709-23C8-CAB7-E1C5-358232C49F7B}"/>
          </ac:spMkLst>
        </pc:spChg>
        <pc:spChg chg="mod">
          <ac:chgData name="Frank Li" userId="c98335e8-ff13-4752-8ac1-caa2d56c599c" providerId="ADAL" clId="{9F17A462-E45F-45A6-8465-5B30E7AC8260}" dt="2026-09-07T16:45:08.012" v="431" actId="207"/>
          <ac:spMkLst>
            <pc:docMk/>
            <pc:sldMk cId="344627213" sldId="261"/>
            <ac:spMk id="247" creationId="{AEF44015-8CEE-EE77-0BB5-A38963567915}"/>
          </ac:spMkLst>
        </pc:spChg>
        <pc:grpChg chg="add del mod">
          <ac:chgData name="Frank Li" userId="c98335e8-ff13-4752-8ac1-caa2d56c599c" providerId="ADAL" clId="{9F17A462-E45F-45A6-8465-5B30E7AC8260}" dt="2026-09-07T17:02:33.379" v="476" actId="478"/>
          <ac:grpSpMkLst>
            <pc:docMk/>
            <pc:sldMk cId="344627213" sldId="261"/>
            <ac:grpSpMk id="2" creationId="{376931E9-DC6D-E248-CC8F-140A29A90ABB}"/>
          </ac:grpSpMkLst>
        </pc:grpChg>
        <pc:grpChg chg="del mod">
          <ac:chgData name="Frank Li" userId="c98335e8-ff13-4752-8ac1-caa2d56c599c" providerId="ADAL" clId="{9F17A462-E45F-45A6-8465-5B30E7AC8260}" dt="2026-09-07T16:41:00.121" v="407" actId="165"/>
          <ac:grpSpMkLst>
            <pc:docMk/>
            <pc:sldMk cId="344627213" sldId="261"/>
            <ac:grpSpMk id="23" creationId="{A536A948-7683-6035-7A80-32A9D2E5D6D0}"/>
          </ac:grpSpMkLst>
        </pc:grpChg>
        <pc:grpChg chg="add del mod">
          <ac:chgData name="Frank Li" userId="c98335e8-ff13-4752-8ac1-caa2d56c599c" providerId="ADAL" clId="{9F17A462-E45F-45A6-8465-5B30E7AC8260}" dt="2026-09-07T17:04:37.557" v="498" actId="165"/>
          <ac:grpSpMkLst>
            <pc:docMk/>
            <pc:sldMk cId="344627213" sldId="261"/>
            <ac:grpSpMk id="57" creationId="{0451B6D4-E3F0-FD32-CE9F-311BF6C08FE6}"/>
          </ac:grpSpMkLst>
        </pc:grpChg>
        <pc:grpChg chg="add mod">
          <ac:chgData name="Frank Li" userId="c98335e8-ff13-4752-8ac1-caa2d56c599c" providerId="ADAL" clId="{9F17A462-E45F-45A6-8465-5B30E7AC8260}" dt="2026-09-07T17:11:53.748" v="524" actId="1076"/>
          <ac:grpSpMkLst>
            <pc:docMk/>
            <pc:sldMk cId="344627213" sldId="261"/>
            <ac:grpSpMk id="58" creationId="{FBF5BE94-8CF7-8E0C-9547-B32BE5427A5C}"/>
          </ac:grpSpMkLst>
        </pc:grpChg>
        <pc:grpChg chg="add del mod">
          <ac:chgData name="Frank Li" userId="c98335e8-ff13-4752-8ac1-caa2d56c599c" providerId="ADAL" clId="{9F17A462-E45F-45A6-8465-5B30E7AC8260}" dt="2026-09-08T02:04:12.560" v="542" actId="165"/>
          <ac:grpSpMkLst>
            <pc:docMk/>
            <pc:sldMk cId="344627213" sldId="261"/>
            <ac:grpSpMk id="65" creationId="{7ED05E2E-F80B-7FCF-B1EF-2D0E3FF10661}"/>
          </ac:grpSpMkLst>
        </pc:grpChg>
        <pc:grpChg chg="del topLvl">
          <ac:chgData name="Frank Li" userId="c98335e8-ff13-4752-8ac1-caa2d56c599c" providerId="ADAL" clId="{9F17A462-E45F-45A6-8465-5B30E7AC8260}" dt="2026-09-07T13:55:36.596" v="295" actId="478"/>
          <ac:grpSpMkLst>
            <pc:docMk/>
            <pc:sldMk cId="344627213" sldId="261"/>
            <ac:grpSpMk id="112" creationId="{96C9BB5B-8ABE-9607-4181-2F09A09E4A6E}"/>
          </ac:grpSpMkLst>
        </pc:grpChg>
        <pc:grpChg chg="del mod">
          <ac:chgData name="Frank Li" userId="c98335e8-ff13-4752-8ac1-caa2d56c599c" providerId="ADAL" clId="{9F17A462-E45F-45A6-8465-5B30E7AC8260}" dt="2026-09-07T13:55:35.823" v="292" actId="478"/>
          <ac:grpSpMkLst>
            <pc:docMk/>
            <pc:sldMk cId="344627213" sldId="261"/>
            <ac:grpSpMk id="113" creationId="{4D992742-51BF-DB1F-48D3-4795A2F7DF15}"/>
          </ac:grpSpMkLst>
        </pc:grpChg>
        <pc:grpChg chg="del mod topLvl">
          <ac:chgData name="Frank Li" userId="c98335e8-ff13-4752-8ac1-caa2d56c599c" providerId="ADAL" clId="{9F17A462-E45F-45A6-8465-5B30E7AC8260}" dt="2026-09-08T02:03:54.084" v="540" actId="165"/>
          <ac:grpSpMkLst>
            <pc:docMk/>
            <pc:sldMk cId="344627213" sldId="261"/>
            <ac:grpSpMk id="120" creationId="{48943A73-83A6-9B68-FDF0-96581D2F8D32}"/>
          </ac:grpSpMkLst>
        </pc:grpChg>
        <pc:grpChg chg="add del mod ord">
          <ac:chgData name="Frank Li" userId="c98335e8-ff13-4752-8ac1-caa2d56c599c" providerId="ADAL" clId="{9F17A462-E45F-45A6-8465-5B30E7AC8260}" dt="2026-09-07T17:11:45.156" v="522" actId="165"/>
          <ac:grpSpMkLst>
            <pc:docMk/>
            <pc:sldMk cId="344627213" sldId="261"/>
            <ac:grpSpMk id="166" creationId="{9BAB9D5E-6EC7-F85B-0B19-817561FAB89A}"/>
          </ac:grpSpMkLst>
        </pc:grpChg>
        <pc:graphicFrameChg chg="add del mod">
          <ac:chgData name="Frank Li" userId="c98335e8-ff13-4752-8ac1-caa2d56c599c" providerId="ADAL" clId="{9F17A462-E45F-45A6-8465-5B30E7AC8260}" dt="2026-09-07T16:10:29.043" v="324" actId="478"/>
          <ac:graphicFrameMkLst>
            <pc:docMk/>
            <pc:sldMk cId="344627213" sldId="261"/>
            <ac:graphicFrameMk id="9" creationId="{8998CD65-8F9A-A974-F6FB-006DA5983D7D}"/>
          </ac:graphicFrameMkLst>
        </pc:graphicFrameChg>
        <pc:graphicFrameChg chg="add del mod">
          <ac:chgData name="Frank Li" userId="c98335e8-ff13-4752-8ac1-caa2d56c599c" providerId="ADAL" clId="{9F17A462-E45F-45A6-8465-5B30E7AC8260}" dt="2026-09-07T16:11:40.127" v="329" actId="478"/>
          <ac:graphicFrameMkLst>
            <pc:docMk/>
            <pc:sldMk cId="344627213" sldId="261"/>
            <ac:graphicFrameMk id="11" creationId="{68A1DAC0-8E32-9566-BE56-6A2D68397BAB}"/>
          </ac:graphicFrameMkLst>
        </pc:graphicFrameChg>
        <pc:graphicFrameChg chg="add del mod">
          <ac:chgData name="Frank Li" userId="c98335e8-ff13-4752-8ac1-caa2d56c599c" providerId="ADAL" clId="{9F17A462-E45F-45A6-8465-5B30E7AC8260}" dt="2026-09-07T16:15:53.900" v="339" actId="478"/>
          <ac:graphicFrameMkLst>
            <pc:docMk/>
            <pc:sldMk cId="344627213" sldId="261"/>
            <ac:graphicFrameMk id="24" creationId="{937842D7-8B53-3CF4-D367-000519B8592A}"/>
          </ac:graphicFrameMkLst>
        </pc:graphicFrameChg>
        <pc:graphicFrameChg chg="add mod ord">
          <ac:chgData name="Frank Li" userId="c98335e8-ff13-4752-8ac1-caa2d56c599c" providerId="ADAL" clId="{9F17A462-E45F-45A6-8465-5B30E7AC8260}" dt="2026-09-07T16:37:59.643" v="381" actId="692"/>
          <ac:graphicFrameMkLst>
            <pc:docMk/>
            <pc:sldMk cId="344627213" sldId="261"/>
            <ac:graphicFrameMk id="26" creationId="{0BAFBA84-ED29-08DA-1DED-033A6E6C91E7}"/>
          </ac:graphicFrameMkLst>
        </pc:graphicFrameChg>
        <pc:graphicFrameChg chg="add del mod">
          <ac:chgData name="Frank Li" userId="c98335e8-ff13-4752-8ac1-caa2d56c599c" providerId="ADAL" clId="{9F17A462-E45F-45A6-8465-5B30E7AC8260}" dt="2026-09-07T16:16:50.803" v="346" actId="478"/>
          <ac:graphicFrameMkLst>
            <pc:docMk/>
            <pc:sldMk cId="344627213" sldId="261"/>
            <ac:graphicFrameMk id="28" creationId="{3ED75567-7527-42CB-99BB-D9CD50164653}"/>
          </ac:graphicFrameMkLst>
        </pc:graphicFrameChg>
        <pc:graphicFrameChg chg="add mod">
          <ac:chgData name="Frank Li" userId="c98335e8-ff13-4752-8ac1-caa2d56c599c" providerId="ADAL" clId="{9F17A462-E45F-45A6-8465-5B30E7AC8260}" dt="2026-09-07T16:40:41.371" v="406" actId="1076"/>
          <ac:graphicFrameMkLst>
            <pc:docMk/>
            <pc:sldMk cId="344627213" sldId="261"/>
            <ac:graphicFrameMk id="29" creationId="{E61D3F8D-1EBE-E7BF-0DA1-EB2A90914CB3}"/>
          </ac:graphicFrameMkLst>
        </pc:graphicFrameChg>
        <pc:graphicFrameChg chg="add mod">
          <ac:chgData name="Frank Li" userId="c98335e8-ff13-4752-8ac1-caa2d56c599c" providerId="ADAL" clId="{9F17A462-E45F-45A6-8465-5B30E7AC8260}" dt="2026-09-07T16:40:41.371" v="406" actId="1076"/>
          <ac:graphicFrameMkLst>
            <pc:docMk/>
            <pc:sldMk cId="344627213" sldId="261"/>
            <ac:graphicFrameMk id="30" creationId="{67CD1528-A242-BB07-9705-F0657C42698B}"/>
          </ac:graphicFrameMkLst>
        </pc:graphicFrameChg>
        <pc:graphicFrameChg chg="add del mod">
          <ac:chgData name="Frank Li" userId="c98335e8-ff13-4752-8ac1-caa2d56c599c" providerId="ADAL" clId="{9F17A462-E45F-45A6-8465-5B30E7AC8260}" dt="2026-09-07T16:36:29.599" v="368" actId="478"/>
          <ac:graphicFrameMkLst>
            <pc:docMk/>
            <pc:sldMk cId="344627213" sldId="261"/>
            <ac:graphicFrameMk id="33" creationId="{D3F11EE3-AC3B-AEDE-4A5D-29505CB7F631}"/>
          </ac:graphicFrameMkLst>
        </pc:graphicFrameChg>
        <pc:graphicFrameChg chg="add del mod">
          <ac:chgData name="Frank Li" userId="c98335e8-ff13-4752-8ac1-caa2d56c599c" providerId="ADAL" clId="{9F17A462-E45F-45A6-8465-5B30E7AC8260}" dt="2026-09-07T16:36:41.928" v="373" actId="478"/>
          <ac:graphicFrameMkLst>
            <pc:docMk/>
            <pc:sldMk cId="344627213" sldId="261"/>
            <ac:graphicFrameMk id="42" creationId="{D3F11EE3-AC3B-AEDE-4A5D-29505CB7F631}"/>
          </ac:graphicFrameMkLst>
        </pc:graphicFrameChg>
        <pc:graphicFrameChg chg="mod topLvl">
          <ac:chgData name="Frank Li" userId="c98335e8-ff13-4752-8ac1-caa2d56c599c" providerId="ADAL" clId="{9F17A462-E45F-45A6-8465-5B30E7AC8260}" dt="2026-09-08T02:04:12.560" v="542" actId="165"/>
          <ac:graphicFrameMkLst>
            <pc:docMk/>
            <pc:sldMk cId="344627213" sldId="261"/>
            <ac:graphicFrameMk id="49" creationId="{FF2426C0-DC17-6E07-B1DC-81B09C1E2E1E}"/>
          </ac:graphicFrameMkLst>
        </pc:graphicFrameChg>
        <pc:graphicFrameChg chg="add mod">
          <ac:chgData name="Frank Li" userId="c98335e8-ff13-4752-8ac1-caa2d56c599c" providerId="ADAL" clId="{9F17A462-E45F-45A6-8465-5B30E7AC8260}" dt="2026-09-07T16:40:18.220" v="403" actId="1076"/>
          <ac:graphicFrameMkLst>
            <pc:docMk/>
            <pc:sldMk cId="344627213" sldId="261"/>
            <ac:graphicFrameMk id="50" creationId="{D3F11EE3-AC3B-AEDE-4A5D-29505CB7F631}"/>
          </ac:graphicFrameMkLst>
        </pc:graphicFrameChg>
        <pc:graphicFrameChg chg="add mod">
          <ac:chgData name="Frank Li" userId="c98335e8-ff13-4752-8ac1-caa2d56c599c" providerId="ADAL" clId="{9F17A462-E45F-45A6-8465-5B30E7AC8260}" dt="2026-09-07T16:58:27.038" v="448"/>
          <ac:graphicFrameMkLst>
            <pc:docMk/>
            <pc:sldMk cId="344627213" sldId="261"/>
            <ac:graphicFrameMk id="51" creationId="{314DE29B-D41E-BE09-A089-059908423FC4}"/>
          </ac:graphicFrameMkLst>
        </pc:graphicFrameChg>
        <pc:graphicFrameChg chg="add mod topLvl">
          <ac:chgData name="Frank Li" userId="c98335e8-ff13-4752-8ac1-caa2d56c599c" providerId="ADAL" clId="{9F17A462-E45F-45A6-8465-5B30E7AC8260}" dt="2026-09-07T17:04:37.557" v="498" actId="165"/>
          <ac:graphicFrameMkLst>
            <pc:docMk/>
            <pc:sldMk cId="344627213" sldId="261"/>
            <ac:graphicFrameMk id="52" creationId="{314DE29B-D41E-BE09-A089-059908423FC4}"/>
          </ac:graphicFrameMkLst>
        </pc:graphicFrameChg>
        <pc:graphicFrameChg chg="add mod ord">
          <ac:chgData name="Frank Li" userId="c98335e8-ff13-4752-8ac1-caa2d56c599c" providerId="ADAL" clId="{9F17A462-E45F-45A6-8465-5B30E7AC8260}" dt="2026-09-07T17:10:35.221" v="517" actId="1076"/>
          <ac:graphicFrameMkLst>
            <pc:docMk/>
            <pc:sldMk cId="344627213" sldId="261"/>
            <ac:graphicFrameMk id="54" creationId="{F3D65571-B1F7-60DC-F5EA-9E6399B48C06}"/>
          </ac:graphicFrameMkLst>
        </pc:graphicFrameChg>
        <pc:graphicFrameChg chg="del mod">
          <ac:chgData name="Frank Li" userId="c98335e8-ff13-4752-8ac1-caa2d56c599c" providerId="ADAL" clId="{9F17A462-E45F-45A6-8465-5B30E7AC8260}" dt="2026-09-07T16:18:07.706" v="354" actId="478"/>
          <ac:graphicFrameMkLst>
            <pc:docMk/>
            <pc:sldMk cId="344627213" sldId="261"/>
            <ac:graphicFrameMk id="238" creationId="{ECD1FECB-2A7D-B6F7-D88E-570779C7D3AE}"/>
          </ac:graphicFrameMkLst>
        </pc:graphicFrameChg>
        <pc:graphicFrameChg chg="del mod">
          <ac:chgData name="Frank Li" userId="c98335e8-ff13-4752-8ac1-caa2d56c599c" providerId="ADAL" clId="{9F17A462-E45F-45A6-8465-5B30E7AC8260}" dt="2026-09-07T16:45:38.309" v="438" actId="478"/>
          <ac:graphicFrameMkLst>
            <pc:docMk/>
            <pc:sldMk cId="344627213" sldId="261"/>
            <ac:graphicFrameMk id="239" creationId="{D6D8012C-9327-328B-3C63-9C84B141E943}"/>
          </ac:graphicFrameMkLst>
        </pc:graphicFrameChg>
        <pc:graphicFrameChg chg="mod">
          <ac:chgData name="Frank Li" userId="c98335e8-ff13-4752-8ac1-caa2d56c599c" providerId="ADAL" clId="{9F17A462-E45F-45A6-8465-5B30E7AC8260}" dt="2026-09-07T16:12:29.701" v="338"/>
          <ac:graphicFrameMkLst>
            <pc:docMk/>
            <pc:sldMk cId="344627213" sldId="261"/>
            <ac:graphicFrameMk id="248" creationId="{136CC1D4-0EE9-A542-9099-F0D2D0713DEA}"/>
          </ac:graphicFrameMkLst>
        </pc:graphicFrameChg>
        <pc:picChg chg="mod">
          <ac:chgData name="Frank Li" userId="c98335e8-ff13-4752-8ac1-caa2d56c599c" providerId="ADAL" clId="{9F17A462-E45F-45A6-8465-5B30E7AC8260}" dt="2026-09-07T16:45:31.115" v="437" actId="1076"/>
          <ac:picMkLst>
            <pc:docMk/>
            <pc:sldMk cId="344627213" sldId="261"/>
            <ac:picMk id="5" creationId="{A7626C57-CDE5-8430-9718-F6752F928192}"/>
          </ac:picMkLst>
        </pc:picChg>
        <pc:picChg chg="del mod topLvl">
          <ac:chgData name="Frank Li" userId="c98335e8-ff13-4752-8ac1-caa2d56c599c" providerId="ADAL" clId="{9F17A462-E45F-45A6-8465-5B30E7AC8260}" dt="2026-09-07T13:55:35.823" v="292" actId="478"/>
          <ac:picMkLst>
            <pc:docMk/>
            <pc:sldMk cId="344627213" sldId="261"/>
            <ac:picMk id="32" creationId="{97CFBC0F-9D3C-F66E-134F-C1E8F821F0ED}"/>
          </ac:picMkLst>
        </pc:picChg>
        <pc:picChg chg="add del mod topLvl">
          <ac:chgData name="Frank Li" userId="c98335e8-ff13-4752-8ac1-caa2d56c599c" providerId="ADAL" clId="{9F17A462-E45F-45A6-8465-5B30E7AC8260}" dt="2026-09-07T16:58:27.887" v="450" actId="478"/>
          <ac:picMkLst>
            <pc:docMk/>
            <pc:sldMk cId="344627213" sldId="261"/>
            <ac:picMk id="34" creationId="{5E8E1BC3-01D6-615F-1709-E0F3271FDFAD}"/>
          </ac:picMkLst>
        </pc:picChg>
        <pc:picChg chg="add del mod topLvl">
          <ac:chgData name="Frank Li" userId="c98335e8-ff13-4752-8ac1-caa2d56c599c" providerId="ADAL" clId="{9F17A462-E45F-45A6-8465-5B30E7AC8260}" dt="2026-09-07T16:58:27.887" v="450" actId="478"/>
          <ac:picMkLst>
            <pc:docMk/>
            <pc:sldMk cId="344627213" sldId="261"/>
            <ac:picMk id="43" creationId="{4EC99376-532A-221C-6774-64C1C00FB069}"/>
          </ac:picMkLst>
        </pc:picChg>
        <pc:picChg chg="add del mod">
          <ac:chgData name="Frank Li" userId="c98335e8-ff13-4752-8ac1-caa2d56c599c" providerId="ADAL" clId="{9F17A462-E45F-45A6-8465-5B30E7AC8260}" dt="2026-09-07T13:55:20.914" v="289" actId="478"/>
          <ac:picMkLst>
            <pc:docMk/>
            <pc:sldMk cId="344627213" sldId="261"/>
            <ac:picMk id="46" creationId="{C130F4AD-CDD5-8973-1DAE-3578F2501247}"/>
          </ac:picMkLst>
        </pc:picChg>
        <pc:picChg chg="del mod">
          <ac:chgData name="Frank Li" userId="c98335e8-ff13-4752-8ac1-caa2d56c599c" providerId="ADAL" clId="{9F17A462-E45F-45A6-8465-5B30E7AC8260}" dt="2026-09-07T14:10:57.168" v="312" actId="478"/>
          <ac:picMkLst>
            <pc:docMk/>
            <pc:sldMk cId="344627213" sldId="261"/>
            <ac:picMk id="253" creationId="{CED5EE2C-B031-6CC1-381F-F73093DDB68D}"/>
          </ac:picMkLst>
        </pc:picChg>
        <pc:cxnChg chg="add mod">
          <ac:chgData name="Frank Li" userId="c98335e8-ff13-4752-8ac1-caa2d56c599c" providerId="ADAL" clId="{9F17A462-E45F-45A6-8465-5B30E7AC8260}" dt="2026-09-07T17:12:17.087" v="528" actId="13822"/>
          <ac:cxnSpMkLst>
            <pc:docMk/>
            <pc:sldMk cId="344627213" sldId="261"/>
            <ac:cxnSpMk id="63" creationId="{6FDD8487-58C3-69ED-FC1C-35FA3F2D62E9}"/>
          </ac:cxnSpMkLst>
        </pc:cxnChg>
        <pc:cxnChg chg="add mod">
          <ac:chgData name="Frank Li" userId="c98335e8-ff13-4752-8ac1-caa2d56c599c" providerId="ADAL" clId="{9F17A462-E45F-45A6-8465-5B30E7AC8260}" dt="2026-09-07T17:12:17.087" v="528" actId="13822"/>
          <ac:cxnSpMkLst>
            <pc:docMk/>
            <pc:sldMk cId="344627213" sldId="261"/>
            <ac:cxnSpMk id="64" creationId="{419A488D-5DFE-70EB-D775-DDD33F844E1C}"/>
          </ac:cxnSpMkLst>
        </pc:cxnChg>
        <pc:cxnChg chg="mod">
          <ac:chgData name="Frank Li" userId="c98335e8-ff13-4752-8ac1-caa2d56c599c" providerId="ADAL" clId="{9F17A462-E45F-45A6-8465-5B30E7AC8260}" dt="2026-09-08T18:22:54.698" v="548" actId="1076"/>
          <ac:cxnSpMkLst>
            <pc:docMk/>
            <pc:sldMk cId="344627213" sldId="261"/>
            <ac:cxnSpMk id="116" creationId="{CEC31248-2DE7-DA0D-AF24-DC1A0315FDF4}"/>
          </ac:cxnSpMkLst>
        </pc:cxnChg>
        <pc:cxnChg chg="mod ord">
          <ac:chgData name="Frank Li" userId="c98335e8-ff13-4752-8ac1-caa2d56c599c" providerId="ADAL" clId="{9F17A462-E45F-45A6-8465-5B30E7AC8260}" dt="2026-09-07T16:41:25.127" v="413" actId="1076"/>
          <ac:cxnSpMkLst>
            <pc:docMk/>
            <pc:sldMk cId="344627213" sldId="261"/>
            <ac:cxnSpMk id="118" creationId="{475DCA8B-3749-9C90-B129-95FBE45564E1}"/>
          </ac:cxnSpMkLst>
        </pc:cxnChg>
        <pc:cxnChg chg="mod">
          <ac:chgData name="Frank Li" userId="c98335e8-ff13-4752-8ac1-caa2d56c599c" providerId="ADAL" clId="{9F17A462-E45F-45A6-8465-5B30E7AC8260}" dt="2026-09-07T17:11:49.038" v="523" actId="164"/>
          <ac:cxnSpMkLst>
            <pc:docMk/>
            <pc:sldMk cId="344627213" sldId="261"/>
            <ac:cxnSpMk id="131" creationId="{D55C418D-EA16-DAFF-CD24-BC08E0E3159A}"/>
          </ac:cxnSpMkLst>
        </pc:cxnChg>
        <pc:cxnChg chg="mod topLvl">
          <ac:chgData name="Frank Li" userId="c98335e8-ff13-4752-8ac1-caa2d56c599c" providerId="ADAL" clId="{9F17A462-E45F-45A6-8465-5B30E7AC8260}" dt="2026-09-07T17:11:49.038" v="523" actId="164"/>
          <ac:cxnSpMkLst>
            <pc:docMk/>
            <pc:sldMk cId="344627213" sldId="261"/>
            <ac:cxnSpMk id="133" creationId="{74AA2AD6-B933-B326-FED0-0F9B834EC8CE}"/>
          </ac:cxnSpMkLst>
        </pc:cxnChg>
        <pc:cxnChg chg="mod">
          <ac:chgData name="Frank Li" userId="c98335e8-ff13-4752-8ac1-caa2d56c599c" providerId="ADAL" clId="{9F17A462-E45F-45A6-8465-5B30E7AC8260}" dt="2026-09-07T17:11:49.038" v="523" actId="164"/>
          <ac:cxnSpMkLst>
            <pc:docMk/>
            <pc:sldMk cId="344627213" sldId="261"/>
            <ac:cxnSpMk id="138" creationId="{EF363312-156A-2A39-16E5-42AB4119939F}"/>
          </ac:cxnSpMkLst>
        </pc:cxnChg>
        <pc:cxnChg chg="mod">
          <ac:chgData name="Frank Li" userId="c98335e8-ff13-4752-8ac1-caa2d56c599c" providerId="ADAL" clId="{9F17A462-E45F-45A6-8465-5B30E7AC8260}" dt="2026-09-07T17:11:49.038" v="523" actId="164"/>
          <ac:cxnSpMkLst>
            <pc:docMk/>
            <pc:sldMk cId="344627213" sldId="261"/>
            <ac:cxnSpMk id="139" creationId="{AE104F47-69C8-11D4-8059-0D837F2A60E7}"/>
          </ac:cxnSpMkLst>
        </pc:cxnChg>
        <pc:cxnChg chg="mod topLvl">
          <ac:chgData name="Frank Li" userId="c98335e8-ff13-4752-8ac1-caa2d56c599c" providerId="ADAL" clId="{9F17A462-E45F-45A6-8465-5B30E7AC8260}" dt="2026-09-07T17:11:49.038" v="523" actId="164"/>
          <ac:cxnSpMkLst>
            <pc:docMk/>
            <pc:sldMk cId="344627213" sldId="261"/>
            <ac:cxnSpMk id="140" creationId="{3F658E78-C0E0-50F9-A292-5A70C5D95A18}"/>
          </ac:cxnSpMkLst>
        </pc:cxnChg>
        <pc:cxnChg chg="mod">
          <ac:chgData name="Frank Li" userId="c98335e8-ff13-4752-8ac1-caa2d56c599c" providerId="ADAL" clId="{9F17A462-E45F-45A6-8465-5B30E7AC8260}" dt="2026-09-07T17:11:49.038" v="523" actId="164"/>
          <ac:cxnSpMkLst>
            <pc:docMk/>
            <pc:sldMk cId="344627213" sldId="261"/>
            <ac:cxnSpMk id="141" creationId="{1F8A7474-25C6-D233-7D11-BAA73E446EBA}"/>
          </ac:cxnSpMkLst>
        </pc:cxnChg>
        <pc:cxnChg chg="mod">
          <ac:chgData name="Frank Li" userId="c98335e8-ff13-4752-8ac1-caa2d56c599c" providerId="ADAL" clId="{9F17A462-E45F-45A6-8465-5B30E7AC8260}" dt="2026-09-08T18:23:28.772" v="552" actId="14100"/>
          <ac:cxnSpMkLst>
            <pc:docMk/>
            <pc:sldMk cId="344627213" sldId="261"/>
            <ac:cxnSpMk id="150" creationId="{D70D8DC7-0E7F-9D2C-245C-B4D865BBDA3B}"/>
          </ac:cxnSpMkLst>
        </pc:cxnChg>
        <pc:cxnChg chg="mod topLvl">
          <ac:chgData name="Frank Li" userId="c98335e8-ff13-4752-8ac1-caa2d56c599c" providerId="ADAL" clId="{9F17A462-E45F-45A6-8465-5B30E7AC8260}" dt="2026-09-07T17:12:34.610" v="529" actId="1076"/>
          <ac:cxnSpMkLst>
            <pc:docMk/>
            <pc:sldMk cId="344627213" sldId="261"/>
            <ac:cxnSpMk id="154" creationId="{155E92C2-3F1C-1598-A2B4-12183BD03E7F}"/>
          </ac:cxnSpMkLst>
        </pc:cxnChg>
      </pc:sldChg>
      <pc:sldChg chg="addSp delSp modSp mod">
        <pc:chgData name="Frank Li" userId="c98335e8-ff13-4752-8ac1-caa2d56c599c" providerId="ADAL" clId="{9F17A462-E45F-45A6-8465-5B30E7AC8260}" dt="2026-08-31T17:48:25.552" v="183" actId="14100"/>
        <pc:sldMkLst>
          <pc:docMk/>
          <pc:sldMk cId="2979254921" sldId="278"/>
        </pc:sldMkLst>
        <pc:spChg chg="mod">
          <ac:chgData name="Frank Li" userId="c98335e8-ff13-4752-8ac1-caa2d56c599c" providerId="ADAL" clId="{9F17A462-E45F-45A6-8465-5B30E7AC8260}" dt="2026-08-31T17:41:40.529" v="139" actId="1076"/>
          <ac:spMkLst>
            <pc:docMk/>
            <pc:sldMk cId="2979254921" sldId="278"/>
            <ac:spMk id="11" creationId="{7D80864F-DFED-1390-D862-DB3044A10721}"/>
          </ac:spMkLst>
        </pc:spChg>
        <pc:spChg chg="mod">
          <ac:chgData name="Frank Li" userId="c98335e8-ff13-4752-8ac1-caa2d56c599c" providerId="ADAL" clId="{9F17A462-E45F-45A6-8465-5B30E7AC8260}" dt="2026-08-31T17:25:46.031" v="63" actId="20577"/>
          <ac:spMkLst>
            <pc:docMk/>
            <pc:sldMk cId="2979254921" sldId="278"/>
            <ac:spMk id="12" creationId="{3FC57256-EDAC-48E5-9DDC-828473D520AD}"/>
          </ac:spMkLst>
        </pc:spChg>
        <pc:spChg chg="mod">
          <ac:chgData name="Frank Li" userId="c98335e8-ff13-4752-8ac1-caa2d56c599c" providerId="ADAL" clId="{9F17A462-E45F-45A6-8465-5B30E7AC8260}" dt="2026-08-31T17:45:31.451" v="179" actId="1076"/>
          <ac:spMkLst>
            <pc:docMk/>
            <pc:sldMk cId="2979254921" sldId="278"/>
            <ac:spMk id="15" creationId="{3783B2DE-F23A-4F85-FC5A-68F099645A5F}"/>
          </ac:spMkLst>
        </pc:spChg>
        <pc:spChg chg="mod">
          <ac:chgData name="Frank Li" userId="c98335e8-ff13-4752-8ac1-caa2d56c599c" providerId="ADAL" clId="{9F17A462-E45F-45A6-8465-5B30E7AC8260}" dt="2026-08-31T17:39:53.654" v="120" actId="1076"/>
          <ac:spMkLst>
            <pc:docMk/>
            <pc:sldMk cId="2979254921" sldId="278"/>
            <ac:spMk id="18" creationId="{3B8B6D31-BA0E-E2E8-1D32-156B3C77CE29}"/>
          </ac:spMkLst>
        </pc:spChg>
        <pc:spChg chg="mod">
          <ac:chgData name="Frank Li" userId="c98335e8-ff13-4752-8ac1-caa2d56c599c" providerId="ADAL" clId="{9F17A462-E45F-45A6-8465-5B30E7AC8260}" dt="2026-08-31T17:40:02.597" v="121" actId="1076"/>
          <ac:spMkLst>
            <pc:docMk/>
            <pc:sldMk cId="2979254921" sldId="278"/>
            <ac:spMk id="20" creationId="{D6551679-6477-CA18-E641-171892170CA7}"/>
          </ac:spMkLst>
        </pc:spChg>
        <pc:spChg chg="mod">
          <ac:chgData name="Frank Li" userId="c98335e8-ff13-4752-8ac1-caa2d56c599c" providerId="ADAL" clId="{9F17A462-E45F-45A6-8465-5B30E7AC8260}" dt="2026-08-31T17:25:33.905" v="61" actId="20577"/>
          <ac:spMkLst>
            <pc:docMk/>
            <pc:sldMk cId="2979254921" sldId="278"/>
            <ac:spMk id="21" creationId="{B0AF4498-24C7-DA61-EE35-3243EB711830}"/>
          </ac:spMkLst>
        </pc:spChg>
        <pc:spChg chg="add mod">
          <ac:chgData name="Frank Li" userId="c98335e8-ff13-4752-8ac1-caa2d56c599c" providerId="ADAL" clId="{9F17A462-E45F-45A6-8465-5B30E7AC8260}" dt="2026-08-31T17:45:09.411" v="174" actId="1076"/>
          <ac:spMkLst>
            <pc:docMk/>
            <pc:sldMk cId="2979254921" sldId="278"/>
            <ac:spMk id="36" creationId="{55FF33D3-4545-95DC-E899-1DCC7C06C84D}"/>
          </ac:spMkLst>
        </pc:spChg>
        <pc:spChg chg="mod">
          <ac:chgData name="Frank Li" userId="c98335e8-ff13-4752-8ac1-caa2d56c599c" providerId="ADAL" clId="{9F17A462-E45F-45A6-8465-5B30E7AC8260}" dt="2026-08-31T17:26:21.030" v="88" actId="1076"/>
          <ac:spMkLst>
            <pc:docMk/>
            <pc:sldMk cId="2979254921" sldId="278"/>
            <ac:spMk id="37" creationId="{D3295577-498C-FBDF-BF7A-E5C4C0A29EF2}"/>
          </ac:spMkLst>
        </pc:spChg>
        <pc:spChg chg="mod">
          <ac:chgData name="Frank Li" userId="c98335e8-ff13-4752-8ac1-caa2d56c599c" providerId="ADAL" clId="{9F17A462-E45F-45A6-8465-5B30E7AC8260}" dt="2026-08-31T17:26:17.494" v="87" actId="1076"/>
          <ac:spMkLst>
            <pc:docMk/>
            <pc:sldMk cId="2979254921" sldId="278"/>
            <ac:spMk id="38" creationId="{66304BD7-71B2-B3C7-B9D3-3A5E2B509D31}"/>
          </ac:spMkLst>
        </pc:spChg>
        <pc:spChg chg="mod">
          <ac:chgData name="Frank Li" userId="c98335e8-ff13-4752-8ac1-caa2d56c599c" providerId="ADAL" clId="{9F17A462-E45F-45A6-8465-5B30E7AC8260}" dt="2026-08-31T17:27:15.473" v="116" actId="1076"/>
          <ac:spMkLst>
            <pc:docMk/>
            <pc:sldMk cId="2979254921" sldId="278"/>
            <ac:spMk id="39" creationId="{90176F21-4349-6C56-BEA0-F0C56D1D9770}"/>
          </ac:spMkLst>
        </pc:spChg>
        <pc:spChg chg="mod">
          <ac:chgData name="Frank Li" userId="c98335e8-ff13-4752-8ac1-caa2d56c599c" providerId="ADAL" clId="{9F17A462-E45F-45A6-8465-5B30E7AC8260}" dt="2026-08-31T17:27:17.814" v="117" actId="1076"/>
          <ac:spMkLst>
            <pc:docMk/>
            <pc:sldMk cId="2979254921" sldId="278"/>
            <ac:spMk id="46" creationId="{946C7E31-C6B2-5C5E-B7A6-18986158BC47}"/>
          </ac:spMkLst>
        </pc:spChg>
        <pc:spChg chg="mod">
          <ac:chgData name="Frank Li" userId="c98335e8-ff13-4752-8ac1-caa2d56c599c" providerId="ADAL" clId="{9F17A462-E45F-45A6-8465-5B30E7AC8260}" dt="2026-08-31T17:27:28.121" v="119" actId="1076"/>
          <ac:spMkLst>
            <pc:docMk/>
            <pc:sldMk cId="2979254921" sldId="278"/>
            <ac:spMk id="51" creationId="{978C1496-575B-3CB6-BA1B-6E05FF3BC5E0}"/>
          </ac:spMkLst>
        </pc:spChg>
        <pc:spChg chg="mod">
          <ac:chgData name="Frank Li" userId="c98335e8-ff13-4752-8ac1-caa2d56c599c" providerId="ADAL" clId="{9F17A462-E45F-45A6-8465-5B30E7AC8260}" dt="2026-08-31T17:25:28.613" v="58" actId="20577"/>
          <ac:spMkLst>
            <pc:docMk/>
            <pc:sldMk cId="2979254921" sldId="278"/>
            <ac:spMk id="56" creationId="{CC2864BC-AC40-B231-98EA-2323CCA50A67}"/>
          </ac:spMkLst>
        </pc:spChg>
        <pc:spChg chg="mod">
          <ac:chgData name="Frank Li" userId="c98335e8-ff13-4752-8ac1-caa2d56c599c" providerId="ADAL" clId="{9F17A462-E45F-45A6-8465-5B30E7AC8260}" dt="2026-08-31T17:40:07.682" v="122" actId="1076"/>
          <ac:spMkLst>
            <pc:docMk/>
            <pc:sldMk cId="2979254921" sldId="278"/>
            <ac:spMk id="60" creationId="{D07C2D04-2746-F1F4-8E28-6AFA9EC8FDD9}"/>
          </ac:spMkLst>
        </pc:spChg>
        <pc:spChg chg="mod">
          <ac:chgData name="Frank Li" userId="c98335e8-ff13-4752-8ac1-caa2d56c599c" providerId="ADAL" clId="{9F17A462-E45F-45A6-8465-5B30E7AC8260}" dt="2026-08-31T17:48:21.966" v="182" actId="1076"/>
          <ac:spMkLst>
            <pc:docMk/>
            <pc:sldMk cId="2979254921" sldId="278"/>
            <ac:spMk id="70" creationId="{4A10B8D1-708C-7393-2330-9E0A761EBAFD}"/>
          </ac:spMkLst>
        </pc:spChg>
        <pc:spChg chg="mod">
          <ac:chgData name="Frank Li" userId="c98335e8-ff13-4752-8ac1-caa2d56c599c" providerId="ADAL" clId="{9F17A462-E45F-45A6-8465-5B30E7AC8260}" dt="2026-08-31T17:42:31.008" v="148" actId="1076"/>
          <ac:spMkLst>
            <pc:docMk/>
            <pc:sldMk cId="2979254921" sldId="278"/>
            <ac:spMk id="74" creationId="{A4550A71-44C8-0FF5-4DB4-8C191FA8D97C}"/>
          </ac:spMkLst>
        </pc:spChg>
        <pc:cxnChg chg="mod">
          <ac:chgData name="Frank Li" userId="c98335e8-ff13-4752-8ac1-caa2d56c599c" providerId="ADAL" clId="{9F17A462-E45F-45A6-8465-5B30E7AC8260}" dt="2026-08-31T17:41:38.569" v="138" actId="1076"/>
          <ac:cxnSpMkLst>
            <pc:docMk/>
            <pc:sldMk cId="2979254921" sldId="278"/>
            <ac:cxnSpMk id="6" creationId="{07CEA400-D2E5-9703-B79A-AAD4A9BAF411}"/>
          </ac:cxnSpMkLst>
        </pc:cxnChg>
        <pc:cxnChg chg="add mod">
          <ac:chgData name="Frank Li" userId="c98335e8-ff13-4752-8ac1-caa2d56c599c" providerId="ADAL" clId="{9F17A462-E45F-45A6-8465-5B30E7AC8260}" dt="2026-08-31T17:48:25.552" v="183" actId="14100"/>
          <ac:cxnSpMkLst>
            <pc:docMk/>
            <pc:sldMk cId="2979254921" sldId="278"/>
            <ac:cxnSpMk id="16" creationId="{1412032A-CEC5-031F-D847-612DC0AFEE8A}"/>
          </ac:cxnSpMkLst>
        </pc:cxnChg>
        <pc:cxnChg chg="add mod">
          <ac:chgData name="Frank Li" userId="c98335e8-ff13-4752-8ac1-caa2d56c599c" providerId="ADAL" clId="{9F17A462-E45F-45A6-8465-5B30E7AC8260}" dt="2026-08-31T17:48:21.966" v="182" actId="1076"/>
          <ac:cxnSpMkLst>
            <pc:docMk/>
            <pc:sldMk cId="2979254921" sldId="278"/>
            <ac:cxnSpMk id="28" creationId="{0797D7E9-3456-3F5A-1535-715A4CC46229}"/>
          </ac:cxnSpMkLst>
        </pc:cxnChg>
        <pc:cxnChg chg="add mod">
          <ac:chgData name="Frank Li" userId="c98335e8-ff13-4752-8ac1-caa2d56c599c" providerId="ADAL" clId="{9F17A462-E45F-45A6-8465-5B30E7AC8260}" dt="2026-08-31T17:45:09.411" v="174" actId="1076"/>
          <ac:cxnSpMkLst>
            <pc:docMk/>
            <pc:sldMk cId="2979254921" sldId="278"/>
            <ac:cxnSpMk id="40" creationId="{7C401997-D0DF-8081-2424-B8476AB13E68}"/>
          </ac:cxnSpMkLst>
        </pc:cxnChg>
        <pc:cxnChg chg="add mod">
          <ac:chgData name="Frank Li" userId="c98335e8-ff13-4752-8ac1-caa2d56c599c" providerId="ADAL" clId="{9F17A462-E45F-45A6-8465-5B30E7AC8260}" dt="2026-08-31T17:48:21.966" v="182" actId="1076"/>
          <ac:cxnSpMkLst>
            <pc:docMk/>
            <pc:sldMk cId="2979254921" sldId="278"/>
            <ac:cxnSpMk id="44" creationId="{AE0882B5-F0A7-45FD-5EB0-044BA898D4F7}"/>
          </ac:cxnSpMkLst>
        </pc:cxnChg>
        <pc:cxnChg chg="mod">
          <ac:chgData name="Frank Li" userId="c98335e8-ff13-4752-8ac1-caa2d56c599c" providerId="ADAL" clId="{9F17A462-E45F-45A6-8465-5B30E7AC8260}" dt="2026-08-31T17:42:54.364" v="152" actId="208"/>
          <ac:cxnSpMkLst>
            <pc:docMk/>
            <pc:sldMk cId="2979254921" sldId="278"/>
            <ac:cxnSpMk id="72" creationId="{C97BF4CC-ACA5-9CD7-FDE6-5010ECE67EB8}"/>
          </ac:cxnSpMkLst>
        </pc:cxnChg>
        <pc:cxnChg chg="mod">
          <ac:chgData name="Frank Li" userId="c98335e8-ff13-4752-8ac1-caa2d56c599c" providerId="ADAL" clId="{9F17A462-E45F-45A6-8465-5B30E7AC8260}" dt="2026-08-31T17:41:46.576" v="140" actId="1076"/>
          <ac:cxnSpMkLst>
            <pc:docMk/>
            <pc:sldMk cId="2979254921" sldId="278"/>
            <ac:cxnSpMk id="75" creationId="{0C812C05-BA50-3D51-BBF1-581CAFF19C70}"/>
          </ac:cxnSpMkLst>
        </pc:cxnChg>
        <pc:cxnChg chg="mod">
          <ac:chgData name="Frank Li" userId="c98335e8-ff13-4752-8ac1-caa2d56c599c" providerId="ADAL" clId="{9F17A462-E45F-45A6-8465-5B30E7AC8260}" dt="2026-08-31T17:41:51.683" v="141" actId="1076"/>
          <ac:cxnSpMkLst>
            <pc:docMk/>
            <pc:sldMk cId="2979254921" sldId="278"/>
            <ac:cxnSpMk id="81" creationId="{0F2926CE-1FBB-C8A5-CBCD-C1A3942BC469}"/>
          </ac:cxnSpMkLst>
        </pc:cxnChg>
        <pc:cxnChg chg="mod">
          <ac:chgData name="Frank Li" userId="c98335e8-ff13-4752-8ac1-caa2d56c599c" providerId="ADAL" clId="{9F17A462-E45F-45A6-8465-5B30E7AC8260}" dt="2026-08-31T17:41:33.448" v="137" actId="1076"/>
          <ac:cxnSpMkLst>
            <pc:docMk/>
            <pc:sldMk cId="2979254921" sldId="278"/>
            <ac:cxnSpMk id="83" creationId="{E7D1C32C-CFB9-EF37-A001-382446F98028}"/>
          </ac:cxnSpMkLst>
        </pc:cxnChg>
      </pc:sldChg>
    </pc:docChg>
  </pc:docChgLst>
</pc:chgInfo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oleObject" Target="file:///E:\NMR%20data\Se-M_eth1x.xlsx" TargetMode="External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oleObject" Target="file:///E:\NMR%20data\Se-M_eth1x.xlsx" TargetMode="External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oleObject" Target="file:///E:\NMR%20data\Se-M_eth1x.xlsx" TargetMode="External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oleObject" Target="file:///E:\NMR%20data\Se-M_eth1x.xlsx" TargetMode="External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oleObject" Target="file:///D:\NMR%20data\Se-PS%20H-NMR%20averaging.xlsx" TargetMode="External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oleObject" Target="file:///D:\NMR%20data\Se-PS%20H-NMR%20averaging.xlsx" TargetMode="External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oleObject" Target="file:///D:\OPTIR\0.5%20to%203%20average.xlsx" TargetMode="External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oleObject" Target="file:///D:\OPTIR\0.5%20to%203%20average.xlsx" TargetMode="External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oleObject" Target="file:///D:\OPTIR\0.5%20to%203%20average.xlsx" TargetMode="External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oleObject" Target="file:///D:\OPTIR\0.5%20to%203%20average.xlsx" TargetMode="External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oleObject" Target="file:///D:\OPTIR\0.5%20to%203%20average.xlsx" TargetMode="External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oleObject" Target="file:///D:\OPTIR\0.5%20to%203%20average.xlsx" TargetMode="External"/><Relationship Id="rId2" Type="http://schemas.microsoft.com/office/2011/relationships/chartColorStyle" Target="colors12.xml"/><Relationship Id="rId1" Type="http://schemas.microsoft.com/office/2011/relationships/chartStyle" Target="style12.xml"/></Relationships>
</file>

<file path=ppt/charts/_rels/chart13.xml.rels><?xml version="1.0" encoding="UTF-8" standalone="yes"?>
<Relationships xmlns="http://schemas.openxmlformats.org/package/2006/relationships"><Relationship Id="rId3" Type="http://schemas.openxmlformats.org/officeDocument/2006/relationships/oleObject" Target="file:///E:\DLS%20Data\c-Se-PS-MNPs.xlsx" TargetMode="External"/><Relationship Id="rId2" Type="http://schemas.microsoft.com/office/2011/relationships/chartColorStyle" Target="colors13.xml"/><Relationship Id="rId1" Type="http://schemas.microsoft.com/office/2011/relationships/chartStyle" Target="style13.xml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oleObject" Target="file:///E:\DLS%20Data\c-Se-PS-MNPs.xlsx" TargetMode="External"/><Relationship Id="rId2" Type="http://schemas.microsoft.com/office/2011/relationships/chartColorStyle" Target="colors14.xml"/><Relationship Id="rId1" Type="http://schemas.microsoft.com/office/2011/relationships/chartStyle" Target="style14.xml"/></Relationships>
</file>

<file path=ppt/charts/_rels/chart15.xml.rels><?xml version="1.0" encoding="UTF-8" standalone="yes"?>
<Relationships xmlns="http://schemas.openxmlformats.org/package/2006/relationships"><Relationship Id="rId3" Type="http://schemas.openxmlformats.org/officeDocument/2006/relationships/oleObject" Target="file:///E:\DLS%20Data\c-Se-PS-MNPs.xlsx" TargetMode="External"/><Relationship Id="rId2" Type="http://schemas.microsoft.com/office/2011/relationships/chartColorStyle" Target="colors15.xml"/><Relationship Id="rId1" Type="http://schemas.microsoft.com/office/2011/relationships/chartStyle" Target="style15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spPr>
            <a:ln w="1270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'Se-M_eth1x'!$A$1:$A$13929</c:f>
              <c:numCache>
                <c:formatCode>General</c:formatCode>
                <c:ptCount val="13929"/>
                <c:pt idx="0">
                  <c:v>3.5725099999999999</c:v>
                </c:pt>
                <c:pt idx="1">
                  <c:v>3.57281</c:v>
                </c:pt>
                <c:pt idx="2">
                  <c:v>3.5731199999999999</c:v>
                </c:pt>
                <c:pt idx="3">
                  <c:v>3.57342</c:v>
                </c:pt>
                <c:pt idx="4">
                  <c:v>3.5737299999999999</c:v>
                </c:pt>
                <c:pt idx="5">
                  <c:v>3.57403</c:v>
                </c:pt>
                <c:pt idx="6">
                  <c:v>3.5743399999999999</c:v>
                </c:pt>
                <c:pt idx="7">
                  <c:v>3.57464</c:v>
                </c:pt>
                <c:pt idx="8">
                  <c:v>3.5749499999999999</c:v>
                </c:pt>
                <c:pt idx="9">
                  <c:v>3.5752600000000001</c:v>
                </c:pt>
                <c:pt idx="10">
                  <c:v>3.5755599999999998</c:v>
                </c:pt>
                <c:pt idx="11">
                  <c:v>3.5758700000000001</c:v>
                </c:pt>
                <c:pt idx="12">
                  <c:v>3.5761699999999998</c:v>
                </c:pt>
                <c:pt idx="13">
                  <c:v>3.5764800000000001</c:v>
                </c:pt>
                <c:pt idx="14">
                  <c:v>3.5767799999999998</c:v>
                </c:pt>
                <c:pt idx="15">
                  <c:v>3.5770900000000001</c:v>
                </c:pt>
                <c:pt idx="16">
                  <c:v>3.5773899999999998</c:v>
                </c:pt>
                <c:pt idx="17">
                  <c:v>3.5777000000000001</c:v>
                </c:pt>
                <c:pt idx="18">
                  <c:v>3.5779999999999998</c:v>
                </c:pt>
                <c:pt idx="19">
                  <c:v>3.5783100000000001</c:v>
                </c:pt>
                <c:pt idx="20">
                  <c:v>3.5786099999999998</c:v>
                </c:pt>
                <c:pt idx="21">
                  <c:v>3.5789200000000001</c:v>
                </c:pt>
                <c:pt idx="22">
                  <c:v>3.5792299999999999</c:v>
                </c:pt>
                <c:pt idx="23">
                  <c:v>3.5795300000000001</c:v>
                </c:pt>
                <c:pt idx="24">
                  <c:v>3.5798399999999999</c:v>
                </c:pt>
                <c:pt idx="25">
                  <c:v>3.5801400000000001</c:v>
                </c:pt>
                <c:pt idx="26">
                  <c:v>3.5804499999999999</c:v>
                </c:pt>
                <c:pt idx="27">
                  <c:v>3.5807500000000001</c:v>
                </c:pt>
                <c:pt idx="28">
                  <c:v>3.5810599999999999</c:v>
                </c:pt>
                <c:pt idx="29">
                  <c:v>3.5813600000000001</c:v>
                </c:pt>
                <c:pt idx="30">
                  <c:v>3.5816699999999999</c:v>
                </c:pt>
                <c:pt idx="31">
                  <c:v>3.5819700000000001</c:v>
                </c:pt>
                <c:pt idx="32">
                  <c:v>3.5822799999999999</c:v>
                </c:pt>
                <c:pt idx="33">
                  <c:v>3.5825800000000001</c:v>
                </c:pt>
                <c:pt idx="34">
                  <c:v>3.5828899999999999</c:v>
                </c:pt>
                <c:pt idx="35">
                  <c:v>3.5832000000000002</c:v>
                </c:pt>
                <c:pt idx="36">
                  <c:v>3.5834999999999999</c:v>
                </c:pt>
                <c:pt idx="37">
                  <c:v>3.5838100000000002</c:v>
                </c:pt>
                <c:pt idx="38">
                  <c:v>3.5841099999999999</c:v>
                </c:pt>
                <c:pt idx="39">
                  <c:v>3.5844200000000002</c:v>
                </c:pt>
                <c:pt idx="40">
                  <c:v>3.5847199999999999</c:v>
                </c:pt>
                <c:pt idx="41">
                  <c:v>3.5850300000000002</c:v>
                </c:pt>
                <c:pt idx="42">
                  <c:v>3.5853299999999999</c:v>
                </c:pt>
                <c:pt idx="43">
                  <c:v>3.5856400000000002</c:v>
                </c:pt>
                <c:pt idx="44">
                  <c:v>3.5859399999999999</c:v>
                </c:pt>
                <c:pt idx="45">
                  <c:v>3.5862500000000002</c:v>
                </c:pt>
                <c:pt idx="46">
                  <c:v>3.58656</c:v>
                </c:pt>
                <c:pt idx="47">
                  <c:v>3.5868600000000002</c:v>
                </c:pt>
                <c:pt idx="48">
                  <c:v>3.58717</c:v>
                </c:pt>
                <c:pt idx="49">
                  <c:v>3.5874700000000002</c:v>
                </c:pt>
                <c:pt idx="50">
                  <c:v>3.58778</c:v>
                </c:pt>
                <c:pt idx="51">
                  <c:v>3.5880800000000002</c:v>
                </c:pt>
                <c:pt idx="52">
                  <c:v>3.58839</c:v>
                </c:pt>
                <c:pt idx="53">
                  <c:v>3.5886900000000002</c:v>
                </c:pt>
                <c:pt idx="54">
                  <c:v>3.589</c:v>
                </c:pt>
                <c:pt idx="55">
                  <c:v>3.5893000000000002</c:v>
                </c:pt>
                <c:pt idx="56">
                  <c:v>3.58961</c:v>
                </c:pt>
                <c:pt idx="57">
                  <c:v>3.5899100000000002</c:v>
                </c:pt>
                <c:pt idx="58">
                  <c:v>3.59022</c:v>
                </c:pt>
                <c:pt idx="59">
                  <c:v>3.5905300000000002</c:v>
                </c:pt>
                <c:pt idx="60">
                  <c:v>3.59083</c:v>
                </c:pt>
                <c:pt idx="61">
                  <c:v>3.5911400000000002</c:v>
                </c:pt>
                <c:pt idx="62">
                  <c:v>3.59144</c:v>
                </c:pt>
                <c:pt idx="63">
                  <c:v>3.5917500000000002</c:v>
                </c:pt>
                <c:pt idx="64">
                  <c:v>3.59205</c:v>
                </c:pt>
                <c:pt idx="65">
                  <c:v>3.5923600000000002</c:v>
                </c:pt>
                <c:pt idx="66">
                  <c:v>3.59266</c:v>
                </c:pt>
                <c:pt idx="67">
                  <c:v>3.5929700000000002</c:v>
                </c:pt>
                <c:pt idx="68">
                  <c:v>3.59327</c:v>
                </c:pt>
                <c:pt idx="69">
                  <c:v>3.5935800000000002</c:v>
                </c:pt>
                <c:pt idx="70">
                  <c:v>3.59388</c:v>
                </c:pt>
                <c:pt idx="71">
                  <c:v>3.5941900000000002</c:v>
                </c:pt>
                <c:pt idx="72">
                  <c:v>3.5945</c:v>
                </c:pt>
                <c:pt idx="73">
                  <c:v>3.5948000000000002</c:v>
                </c:pt>
                <c:pt idx="74">
                  <c:v>3.59511</c:v>
                </c:pt>
                <c:pt idx="75">
                  <c:v>3.5954100000000002</c:v>
                </c:pt>
                <c:pt idx="76">
                  <c:v>3.59572</c:v>
                </c:pt>
                <c:pt idx="77">
                  <c:v>3.5960200000000002</c:v>
                </c:pt>
                <c:pt idx="78">
                  <c:v>3.59633</c:v>
                </c:pt>
                <c:pt idx="79">
                  <c:v>3.5966300000000002</c:v>
                </c:pt>
                <c:pt idx="80">
                  <c:v>3.59694</c:v>
                </c:pt>
                <c:pt idx="81">
                  <c:v>3.5972400000000002</c:v>
                </c:pt>
                <c:pt idx="82">
                  <c:v>3.59755</c:v>
                </c:pt>
                <c:pt idx="83">
                  <c:v>3.5978500000000002</c:v>
                </c:pt>
                <c:pt idx="84">
                  <c:v>3.59816</c:v>
                </c:pt>
                <c:pt idx="85">
                  <c:v>3.5984699999999998</c:v>
                </c:pt>
                <c:pt idx="86">
                  <c:v>3.59877</c:v>
                </c:pt>
                <c:pt idx="87">
                  <c:v>3.5990799999999998</c:v>
                </c:pt>
                <c:pt idx="88">
                  <c:v>3.59938</c:v>
                </c:pt>
                <c:pt idx="89">
                  <c:v>3.5996899999999998</c:v>
                </c:pt>
                <c:pt idx="90">
                  <c:v>3.59999</c:v>
                </c:pt>
                <c:pt idx="91">
                  <c:v>3.6002999999999998</c:v>
                </c:pt>
                <c:pt idx="92">
                  <c:v>3.6006</c:v>
                </c:pt>
                <c:pt idx="93">
                  <c:v>3.6009099999999998</c:v>
                </c:pt>
                <c:pt idx="94">
                  <c:v>3.60121</c:v>
                </c:pt>
                <c:pt idx="95">
                  <c:v>3.6015199999999998</c:v>
                </c:pt>
                <c:pt idx="96">
                  <c:v>3.60182</c:v>
                </c:pt>
                <c:pt idx="97">
                  <c:v>3.6021299999999998</c:v>
                </c:pt>
                <c:pt idx="98">
                  <c:v>3.6024400000000001</c:v>
                </c:pt>
                <c:pt idx="99">
                  <c:v>3.6027399999999998</c:v>
                </c:pt>
                <c:pt idx="100">
                  <c:v>3.6030500000000001</c:v>
                </c:pt>
                <c:pt idx="101">
                  <c:v>3.6033499999999998</c:v>
                </c:pt>
                <c:pt idx="102">
                  <c:v>3.6036600000000001</c:v>
                </c:pt>
                <c:pt idx="103">
                  <c:v>3.6039599999999998</c:v>
                </c:pt>
                <c:pt idx="104">
                  <c:v>3.6042700000000001</c:v>
                </c:pt>
                <c:pt idx="105">
                  <c:v>3.6045699999999998</c:v>
                </c:pt>
                <c:pt idx="106">
                  <c:v>3.6048800000000001</c:v>
                </c:pt>
                <c:pt idx="107">
                  <c:v>3.6051799999999998</c:v>
                </c:pt>
                <c:pt idx="108">
                  <c:v>3.6054900000000001</c:v>
                </c:pt>
                <c:pt idx="109">
                  <c:v>3.6057999999999999</c:v>
                </c:pt>
                <c:pt idx="110">
                  <c:v>3.6061000000000001</c:v>
                </c:pt>
                <c:pt idx="111">
                  <c:v>3.6064099999999999</c:v>
                </c:pt>
                <c:pt idx="112">
                  <c:v>3.6067100000000001</c:v>
                </c:pt>
                <c:pt idx="113">
                  <c:v>3.6070199999999999</c:v>
                </c:pt>
                <c:pt idx="114">
                  <c:v>3.6073200000000001</c:v>
                </c:pt>
                <c:pt idx="115">
                  <c:v>3.6076299999999999</c:v>
                </c:pt>
                <c:pt idx="116">
                  <c:v>3.6079300000000001</c:v>
                </c:pt>
                <c:pt idx="117">
                  <c:v>3.6082399999999999</c:v>
                </c:pt>
                <c:pt idx="118">
                  <c:v>3.6085400000000001</c:v>
                </c:pt>
                <c:pt idx="119">
                  <c:v>3.6088499999999999</c:v>
                </c:pt>
                <c:pt idx="120">
                  <c:v>3.6091500000000001</c:v>
                </c:pt>
                <c:pt idx="121">
                  <c:v>3.6094599999999999</c:v>
                </c:pt>
                <c:pt idx="122">
                  <c:v>3.6097700000000001</c:v>
                </c:pt>
                <c:pt idx="123">
                  <c:v>3.6100699999999999</c:v>
                </c:pt>
                <c:pt idx="124">
                  <c:v>3.6103800000000001</c:v>
                </c:pt>
                <c:pt idx="125">
                  <c:v>3.6106799999999999</c:v>
                </c:pt>
                <c:pt idx="126">
                  <c:v>3.6109900000000001</c:v>
                </c:pt>
                <c:pt idx="127">
                  <c:v>3.6112899999999999</c:v>
                </c:pt>
                <c:pt idx="128">
                  <c:v>3.6116000000000001</c:v>
                </c:pt>
                <c:pt idx="129">
                  <c:v>3.6118999999999999</c:v>
                </c:pt>
                <c:pt idx="130">
                  <c:v>3.6122100000000001</c:v>
                </c:pt>
                <c:pt idx="131">
                  <c:v>3.6125099999999999</c:v>
                </c:pt>
                <c:pt idx="132">
                  <c:v>3.6128200000000001</c:v>
                </c:pt>
                <c:pt idx="133">
                  <c:v>3.6131199999999999</c:v>
                </c:pt>
                <c:pt idx="134">
                  <c:v>3.6134300000000001</c:v>
                </c:pt>
                <c:pt idx="135">
                  <c:v>3.61374</c:v>
                </c:pt>
                <c:pt idx="136">
                  <c:v>3.6140400000000001</c:v>
                </c:pt>
                <c:pt idx="137">
                  <c:v>3.61435</c:v>
                </c:pt>
                <c:pt idx="138">
                  <c:v>3.6146500000000001</c:v>
                </c:pt>
                <c:pt idx="139">
                  <c:v>3.61496</c:v>
                </c:pt>
                <c:pt idx="140">
                  <c:v>3.6152600000000001</c:v>
                </c:pt>
                <c:pt idx="141">
                  <c:v>3.61557</c:v>
                </c:pt>
                <c:pt idx="142">
                  <c:v>3.6158700000000001</c:v>
                </c:pt>
                <c:pt idx="143">
                  <c:v>3.6161799999999999</c:v>
                </c:pt>
                <c:pt idx="144">
                  <c:v>3.6164800000000001</c:v>
                </c:pt>
                <c:pt idx="145">
                  <c:v>3.6167899999999999</c:v>
                </c:pt>
                <c:pt idx="146">
                  <c:v>3.6170900000000001</c:v>
                </c:pt>
                <c:pt idx="147">
                  <c:v>3.6173999999999999</c:v>
                </c:pt>
                <c:pt idx="148">
                  <c:v>3.6177100000000002</c:v>
                </c:pt>
                <c:pt idx="149">
                  <c:v>3.6180099999999999</c:v>
                </c:pt>
                <c:pt idx="150">
                  <c:v>3.6183200000000002</c:v>
                </c:pt>
                <c:pt idx="151">
                  <c:v>3.6186199999999999</c:v>
                </c:pt>
                <c:pt idx="152">
                  <c:v>3.6189300000000002</c:v>
                </c:pt>
                <c:pt idx="153">
                  <c:v>3.6192299999999999</c:v>
                </c:pt>
                <c:pt idx="154">
                  <c:v>3.6195400000000002</c:v>
                </c:pt>
                <c:pt idx="155">
                  <c:v>3.6198399999999999</c:v>
                </c:pt>
                <c:pt idx="156">
                  <c:v>3.6201500000000002</c:v>
                </c:pt>
                <c:pt idx="157">
                  <c:v>3.6204499999999999</c:v>
                </c:pt>
                <c:pt idx="158">
                  <c:v>3.6207600000000002</c:v>
                </c:pt>
                <c:pt idx="159">
                  <c:v>3.62107</c:v>
                </c:pt>
                <c:pt idx="160">
                  <c:v>3.6213700000000002</c:v>
                </c:pt>
                <c:pt idx="161">
                  <c:v>3.62168</c:v>
                </c:pt>
                <c:pt idx="162">
                  <c:v>3.6219800000000002</c:v>
                </c:pt>
                <c:pt idx="163">
                  <c:v>3.62229</c:v>
                </c:pt>
                <c:pt idx="164">
                  <c:v>3.6225900000000002</c:v>
                </c:pt>
                <c:pt idx="165">
                  <c:v>3.6229</c:v>
                </c:pt>
                <c:pt idx="166">
                  <c:v>3.6232000000000002</c:v>
                </c:pt>
                <c:pt idx="167">
                  <c:v>3.62351</c:v>
                </c:pt>
                <c:pt idx="168">
                  <c:v>3.6238100000000002</c:v>
                </c:pt>
                <c:pt idx="169">
                  <c:v>3.62412</c:v>
                </c:pt>
                <c:pt idx="170">
                  <c:v>3.6244200000000002</c:v>
                </c:pt>
                <c:pt idx="171">
                  <c:v>3.62473</c:v>
                </c:pt>
                <c:pt idx="172">
                  <c:v>3.6250399999999998</c:v>
                </c:pt>
                <c:pt idx="173">
                  <c:v>3.62534</c:v>
                </c:pt>
                <c:pt idx="174">
                  <c:v>3.6256499999999998</c:v>
                </c:pt>
                <c:pt idx="175">
                  <c:v>3.62595</c:v>
                </c:pt>
                <c:pt idx="176">
                  <c:v>3.6262599999999998</c:v>
                </c:pt>
                <c:pt idx="177">
                  <c:v>3.62656</c:v>
                </c:pt>
                <c:pt idx="178">
                  <c:v>3.6268699999999998</c:v>
                </c:pt>
                <c:pt idx="179">
                  <c:v>3.62717</c:v>
                </c:pt>
                <c:pt idx="180">
                  <c:v>3.6274799999999998</c:v>
                </c:pt>
                <c:pt idx="181">
                  <c:v>3.62778</c:v>
                </c:pt>
                <c:pt idx="182">
                  <c:v>3.6280899999999998</c:v>
                </c:pt>
                <c:pt idx="183">
                  <c:v>3.62839</c:v>
                </c:pt>
                <c:pt idx="184">
                  <c:v>3.6286999999999998</c:v>
                </c:pt>
                <c:pt idx="185">
                  <c:v>3.6290100000000001</c:v>
                </c:pt>
                <c:pt idx="186">
                  <c:v>3.6293099999999998</c:v>
                </c:pt>
                <c:pt idx="187">
                  <c:v>3.6296200000000001</c:v>
                </c:pt>
                <c:pt idx="188">
                  <c:v>3.6299199999999998</c:v>
                </c:pt>
                <c:pt idx="189">
                  <c:v>3.6302300000000001</c:v>
                </c:pt>
                <c:pt idx="190">
                  <c:v>3.6305299999999998</c:v>
                </c:pt>
                <c:pt idx="191">
                  <c:v>3.6308400000000001</c:v>
                </c:pt>
                <c:pt idx="192">
                  <c:v>3.6311399999999998</c:v>
                </c:pt>
                <c:pt idx="193">
                  <c:v>3.6314500000000001</c:v>
                </c:pt>
                <c:pt idx="194">
                  <c:v>3.6317499999999998</c:v>
                </c:pt>
                <c:pt idx="195">
                  <c:v>3.6320600000000001</c:v>
                </c:pt>
                <c:pt idx="196">
                  <c:v>3.6323599999999998</c:v>
                </c:pt>
                <c:pt idx="197">
                  <c:v>3.6326700000000001</c:v>
                </c:pt>
                <c:pt idx="198">
                  <c:v>3.6329799999999999</c:v>
                </c:pt>
                <c:pt idx="199">
                  <c:v>3.6332800000000001</c:v>
                </c:pt>
                <c:pt idx="200">
                  <c:v>3.6335899999999999</c:v>
                </c:pt>
                <c:pt idx="201">
                  <c:v>3.6338900000000001</c:v>
                </c:pt>
                <c:pt idx="202">
                  <c:v>3.6341999999999999</c:v>
                </c:pt>
                <c:pt idx="203">
                  <c:v>3.6345000000000001</c:v>
                </c:pt>
                <c:pt idx="204">
                  <c:v>3.6348099999999999</c:v>
                </c:pt>
                <c:pt idx="205">
                  <c:v>3.6351100000000001</c:v>
                </c:pt>
                <c:pt idx="206">
                  <c:v>3.6354199999999999</c:v>
                </c:pt>
                <c:pt idx="207">
                  <c:v>3.6357200000000001</c:v>
                </c:pt>
                <c:pt idx="208">
                  <c:v>3.6360299999999999</c:v>
                </c:pt>
                <c:pt idx="209">
                  <c:v>3.6363300000000001</c:v>
                </c:pt>
                <c:pt idx="210">
                  <c:v>3.6366399999999999</c:v>
                </c:pt>
                <c:pt idx="211">
                  <c:v>3.6369500000000001</c:v>
                </c:pt>
                <c:pt idx="212">
                  <c:v>3.6372499999999999</c:v>
                </c:pt>
                <c:pt idx="213">
                  <c:v>3.6375600000000001</c:v>
                </c:pt>
                <c:pt idx="214">
                  <c:v>3.6378599999999999</c:v>
                </c:pt>
                <c:pt idx="215">
                  <c:v>3.6381700000000001</c:v>
                </c:pt>
                <c:pt idx="216">
                  <c:v>3.6384699999999999</c:v>
                </c:pt>
                <c:pt idx="217">
                  <c:v>3.6387800000000001</c:v>
                </c:pt>
                <c:pt idx="218">
                  <c:v>3.6390799999999999</c:v>
                </c:pt>
                <c:pt idx="219">
                  <c:v>3.6393900000000001</c:v>
                </c:pt>
                <c:pt idx="220">
                  <c:v>3.6396899999999999</c:v>
                </c:pt>
                <c:pt idx="221">
                  <c:v>3.64</c:v>
                </c:pt>
                <c:pt idx="222">
                  <c:v>3.6403099999999999</c:v>
                </c:pt>
                <c:pt idx="223">
                  <c:v>3.6406100000000001</c:v>
                </c:pt>
                <c:pt idx="224">
                  <c:v>3.6409199999999999</c:v>
                </c:pt>
                <c:pt idx="225">
                  <c:v>3.6412200000000001</c:v>
                </c:pt>
                <c:pt idx="226">
                  <c:v>3.6415299999999999</c:v>
                </c:pt>
                <c:pt idx="227">
                  <c:v>3.6418300000000001</c:v>
                </c:pt>
                <c:pt idx="228">
                  <c:v>3.6421399999999999</c:v>
                </c:pt>
                <c:pt idx="229">
                  <c:v>3.6424400000000001</c:v>
                </c:pt>
                <c:pt idx="230">
                  <c:v>3.6427499999999999</c:v>
                </c:pt>
                <c:pt idx="231">
                  <c:v>3.6430500000000001</c:v>
                </c:pt>
                <c:pt idx="232">
                  <c:v>3.6433599999999999</c:v>
                </c:pt>
                <c:pt idx="233">
                  <c:v>3.6436600000000001</c:v>
                </c:pt>
                <c:pt idx="234">
                  <c:v>3.6439699999999999</c:v>
                </c:pt>
                <c:pt idx="235">
                  <c:v>3.6442800000000002</c:v>
                </c:pt>
                <c:pt idx="236">
                  <c:v>3.6445799999999999</c:v>
                </c:pt>
                <c:pt idx="237">
                  <c:v>3.6448900000000002</c:v>
                </c:pt>
                <c:pt idx="238">
                  <c:v>3.6451899999999999</c:v>
                </c:pt>
                <c:pt idx="239">
                  <c:v>3.6455000000000002</c:v>
                </c:pt>
                <c:pt idx="240">
                  <c:v>3.6457999999999999</c:v>
                </c:pt>
                <c:pt idx="241">
                  <c:v>3.6461100000000002</c:v>
                </c:pt>
                <c:pt idx="242">
                  <c:v>3.6464099999999999</c:v>
                </c:pt>
                <c:pt idx="243">
                  <c:v>3.6467200000000002</c:v>
                </c:pt>
                <c:pt idx="244">
                  <c:v>3.6470199999999999</c:v>
                </c:pt>
                <c:pt idx="245">
                  <c:v>3.6473300000000002</c:v>
                </c:pt>
                <c:pt idx="246">
                  <c:v>3.6476299999999999</c:v>
                </c:pt>
                <c:pt idx="247">
                  <c:v>3.6479400000000002</c:v>
                </c:pt>
                <c:pt idx="248">
                  <c:v>3.64825</c:v>
                </c:pt>
                <c:pt idx="249">
                  <c:v>3.6485500000000002</c:v>
                </c:pt>
                <c:pt idx="250">
                  <c:v>3.64886</c:v>
                </c:pt>
                <c:pt idx="251">
                  <c:v>3.6491600000000002</c:v>
                </c:pt>
                <c:pt idx="252">
                  <c:v>3.64947</c:v>
                </c:pt>
                <c:pt idx="253">
                  <c:v>3.6497700000000002</c:v>
                </c:pt>
                <c:pt idx="254">
                  <c:v>3.65008</c:v>
                </c:pt>
                <c:pt idx="255">
                  <c:v>3.6503800000000002</c:v>
                </c:pt>
                <c:pt idx="256">
                  <c:v>3.65069</c:v>
                </c:pt>
                <c:pt idx="257">
                  <c:v>3.6509900000000002</c:v>
                </c:pt>
                <c:pt idx="258">
                  <c:v>3.6513</c:v>
                </c:pt>
                <c:pt idx="259">
                  <c:v>3.6516000000000002</c:v>
                </c:pt>
                <c:pt idx="260">
                  <c:v>3.65191</c:v>
                </c:pt>
                <c:pt idx="261">
                  <c:v>3.6522199999999998</c:v>
                </c:pt>
                <c:pt idx="262">
                  <c:v>3.65252</c:v>
                </c:pt>
                <c:pt idx="263">
                  <c:v>3.6528299999999998</c:v>
                </c:pt>
                <c:pt idx="264">
                  <c:v>3.65313</c:v>
                </c:pt>
                <c:pt idx="265">
                  <c:v>3.6534399999999998</c:v>
                </c:pt>
                <c:pt idx="266">
                  <c:v>3.65374</c:v>
                </c:pt>
                <c:pt idx="267">
                  <c:v>3.6540499999999998</c:v>
                </c:pt>
                <c:pt idx="268">
                  <c:v>3.65435</c:v>
                </c:pt>
                <c:pt idx="269">
                  <c:v>3.6546599999999998</c:v>
                </c:pt>
                <c:pt idx="270">
                  <c:v>3.65496</c:v>
                </c:pt>
                <c:pt idx="271">
                  <c:v>3.6552699999999998</c:v>
                </c:pt>
                <c:pt idx="272">
                  <c:v>3.65557</c:v>
                </c:pt>
                <c:pt idx="273">
                  <c:v>3.6558799999999998</c:v>
                </c:pt>
                <c:pt idx="274">
                  <c:v>3.6561900000000001</c:v>
                </c:pt>
                <c:pt idx="275">
                  <c:v>3.6564899999999998</c:v>
                </c:pt>
                <c:pt idx="276">
                  <c:v>3.6568000000000001</c:v>
                </c:pt>
                <c:pt idx="277">
                  <c:v>3.6570999999999998</c:v>
                </c:pt>
                <c:pt idx="278">
                  <c:v>3.65741</c:v>
                </c:pt>
                <c:pt idx="279">
                  <c:v>3.6577099999999998</c:v>
                </c:pt>
                <c:pt idx="280">
                  <c:v>3.65802</c:v>
                </c:pt>
                <c:pt idx="281">
                  <c:v>3.6583199999999998</c:v>
                </c:pt>
                <c:pt idx="282">
                  <c:v>3.65863</c:v>
                </c:pt>
                <c:pt idx="283">
                  <c:v>3.6589299999999998</c:v>
                </c:pt>
                <c:pt idx="284">
                  <c:v>3.65924</c:v>
                </c:pt>
                <c:pt idx="285">
                  <c:v>3.6595499999999999</c:v>
                </c:pt>
                <c:pt idx="286">
                  <c:v>3.65985</c:v>
                </c:pt>
                <c:pt idx="287">
                  <c:v>3.6601599999999999</c:v>
                </c:pt>
                <c:pt idx="288">
                  <c:v>3.66046</c:v>
                </c:pt>
                <c:pt idx="289">
                  <c:v>3.6607699999999999</c:v>
                </c:pt>
                <c:pt idx="290">
                  <c:v>3.66107</c:v>
                </c:pt>
                <c:pt idx="291">
                  <c:v>3.6613799999999999</c:v>
                </c:pt>
                <c:pt idx="292">
                  <c:v>3.66168</c:v>
                </c:pt>
                <c:pt idx="293">
                  <c:v>3.6619899999999999</c:v>
                </c:pt>
                <c:pt idx="294">
                  <c:v>3.66229</c:v>
                </c:pt>
                <c:pt idx="295">
                  <c:v>3.6625999999999999</c:v>
                </c:pt>
                <c:pt idx="296">
                  <c:v>3.6629</c:v>
                </c:pt>
                <c:pt idx="297">
                  <c:v>3.6632099999999999</c:v>
                </c:pt>
                <c:pt idx="298">
                  <c:v>3.6635200000000001</c:v>
                </c:pt>
                <c:pt idx="299">
                  <c:v>3.6638199999999999</c:v>
                </c:pt>
                <c:pt idx="300">
                  <c:v>3.6641300000000001</c:v>
                </c:pt>
                <c:pt idx="301">
                  <c:v>3.6644299999999999</c:v>
                </c:pt>
                <c:pt idx="302">
                  <c:v>3.6647400000000001</c:v>
                </c:pt>
                <c:pt idx="303">
                  <c:v>3.6650399999999999</c:v>
                </c:pt>
                <c:pt idx="304">
                  <c:v>3.6653500000000001</c:v>
                </c:pt>
                <c:pt idx="305">
                  <c:v>3.6656499999999999</c:v>
                </c:pt>
                <c:pt idx="306">
                  <c:v>3.6659600000000001</c:v>
                </c:pt>
                <c:pt idx="307">
                  <c:v>3.6662599999999999</c:v>
                </c:pt>
                <c:pt idx="308">
                  <c:v>3.6665700000000001</c:v>
                </c:pt>
                <c:pt idx="309">
                  <c:v>3.6668699999999999</c:v>
                </c:pt>
                <c:pt idx="310">
                  <c:v>3.6671800000000001</c:v>
                </c:pt>
                <c:pt idx="311">
                  <c:v>3.6674899999999999</c:v>
                </c:pt>
                <c:pt idx="312">
                  <c:v>3.6677900000000001</c:v>
                </c:pt>
                <c:pt idx="313">
                  <c:v>3.6680999999999999</c:v>
                </c:pt>
                <c:pt idx="314">
                  <c:v>3.6684000000000001</c:v>
                </c:pt>
                <c:pt idx="315">
                  <c:v>3.6687099999999999</c:v>
                </c:pt>
                <c:pt idx="316">
                  <c:v>3.6690100000000001</c:v>
                </c:pt>
                <c:pt idx="317">
                  <c:v>3.6693199999999999</c:v>
                </c:pt>
                <c:pt idx="318">
                  <c:v>3.6696200000000001</c:v>
                </c:pt>
                <c:pt idx="319">
                  <c:v>3.6699299999999999</c:v>
                </c:pt>
                <c:pt idx="320">
                  <c:v>3.6702300000000001</c:v>
                </c:pt>
                <c:pt idx="321">
                  <c:v>3.6705399999999999</c:v>
                </c:pt>
                <c:pt idx="322">
                  <c:v>3.6708400000000001</c:v>
                </c:pt>
                <c:pt idx="323">
                  <c:v>3.6711499999999999</c:v>
                </c:pt>
                <c:pt idx="324">
                  <c:v>3.6714600000000002</c:v>
                </c:pt>
                <c:pt idx="325">
                  <c:v>3.6717599999999999</c:v>
                </c:pt>
                <c:pt idx="326">
                  <c:v>3.6720700000000002</c:v>
                </c:pt>
                <c:pt idx="327">
                  <c:v>3.6723699999999999</c:v>
                </c:pt>
                <c:pt idx="328">
                  <c:v>3.6726800000000002</c:v>
                </c:pt>
                <c:pt idx="329">
                  <c:v>3.6729799999999999</c:v>
                </c:pt>
                <c:pt idx="330">
                  <c:v>3.6732900000000002</c:v>
                </c:pt>
                <c:pt idx="331">
                  <c:v>3.6735899999999999</c:v>
                </c:pt>
                <c:pt idx="332">
                  <c:v>3.6739000000000002</c:v>
                </c:pt>
                <c:pt idx="333">
                  <c:v>3.6741999999999999</c:v>
                </c:pt>
                <c:pt idx="334">
                  <c:v>3.6745100000000002</c:v>
                </c:pt>
                <c:pt idx="335">
                  <c:v>3.6748099999999999</c:v>
                </c:pt>
                <c:pt idx="336">
                  <c:v>3.6751200000000002</c:v>
                </c:pt>
                <c:pt idx="337">
                  <c:v>3.67543</c:v>
                </c:pt>
                <c:pt idx="338">
                  <c:v>3.6757300000000002</c:v>
                </c:pt>
                <c:pt idx="339">
                  <c:v>3.67604</c:v>
                </c:pt>
                <c:pt idx="340">
                  <c:v>3.6763400000000002</c:v>
                </c:pt>
                <c:pt idx="341">
                  <c:v>3.67665</c:v>
                </c:pt>
                <c:pt idx="342">
                  <c:v>3.6769500000000002</c:v>
                </c:pt>
                <c:pt idx="343">
                  <c:v>3.67726</c:v>
                </c:pt>
                <c:pt idx="344">
                  <c:v>3.6775600000000002</c:v>
                </c:pt>
                <c:pt idx="345">
                  <c:v>3.67787</c:v>
                </c:pt>
                <c:pt idx="346">
                  <c:v>3.6781700000000002</c:v>
                </c:pt>
                <c:pt idx="347">
                  <c:v>3.67848</c:v>
                </c:pt>
                <c:pt idx="348">
                  <c:v>3.6787899999999998</c:v>
                </c:pt>
                <c:pt idx="349">
                  <c:v>3.67909</c:v>
                </c:pt>
                <c:pt idx="350">
                  <c:v>3.6793999999999998</c:v>
                </c:pt>
                <c:pt idx="351">
                  <c:v>3.6797</c:v>
                </c:pt>
                <c:pt idx="352">
                  <c:v>3.6800099999999998</c:v>
                </c:pt>
                <c:pt idx="353">
                  <c:v>3.68031</c:v>
                </c:pt>
                <c:pt idx="354">
                  <c:v>3.6806199999999998</c:v>
                </c:pt>
                <c:pt idx="355">
                  <c:v>3.68092</c:v>
                </c:pt>
                <c:pt idx="356">
                  <c:v>3.6812299999999998</c:v>
                </c:pt>
                <c:pt idx="357">
                  <c:v>3.68153</c:v>
                </c:pt>
                <c:pt idx="358">
                  <c:v>3.6818399999999998</c:v>
                </c:pt>
                <c:pt idx="359">
                  <c:v>3.68214</c:v>
                </c:pt>
                <c:pt idx="360">
                  <c:v>3.6824499999999998</c:v>
                </c:pt>
                <c:pt idx="361">
                  <c:v>3.68276</c:v>
                </c:pt>
                <c:pt idx="362">
                  <c:v>3.6830599999999998</c:v>
                </c:pt>
                <c:pt idx="363">
                  <c:v>3.68337</c:v>
                </c:pt>
                <c:pt idx="364">
                  <c:v>3.6836700000000002</c:v>
                </c:pt>
                <c:pt idx="365">
                  <c:v>3.68398</c:v>
                </c:pt>
                <c:pt idx="366">
                  <c:v>3.6842800000000002</c:v>
                </c:pt>
                <c:pt idx="367">
                  <c:v>3.68459</c:v>
                </c:pt>
                <c:pt idx="368">
                  <c:v>3.6848900000000002</c:v>
                </c:pt>
                <c:pt idx="369">
                  <c:v>3.6852</c:v>
                </c:pt>
                <c:pt idx="370">
                  <c:v>3.6855000000000002</c:v>
                </c:pt>
                <c:pt idx="371">
                  <c:v>3.68581</c:v>
                </c:pt>
                <c:pt idx="372">
                  <c:v>3.6861100000000002</c:v>
                </c:pt>
                <c:pt idx="373">
                  <c:v>3.68642</c:v>
                </c:pt>
                <c:pt idx="374">
                  <c:v>3.6867299999999998</c:v>
                </c:pt>
                <c:pt idx="375">
                  <c:v>3.68703</c:v>
                </c:pt>
                <c:pt idx="376">
                  <c:v>3.6873399999999998</c:v>
                </c:pt>
                <c:pt idx="377">
                  <c:v>3.68764</c:v>
                </c:pt>
                <c:pt idx="378">
                  <c:v>3.6879499999999998</c:v>
                </c:pt>
                <c:pt idx="379">
                  <c:v>3.68825</c:v>
                </c:pt>
                <c:pt idx="380">
                  <c:v>3.6885599999999998</c:v>
                </c:pt>
                <c:pt idx="381">
                  <c:v>3.68886</c:v>
                </c:pt>
                <c:pt idx="382">
                  <c:v>3.6891699999999998</c:v>
                </c:pt>
                <c:pt idx="383">
                  <c:v>3.68947</c:v>
                </c:pt>
                <c:pt idx="384">
                  <c:v>3.6897799999999998</c:v>
                </c:pt>
                <c:pt idx="385">
                  <c:v>3.69008</c:v>
                </c:pt>
                <c:pt idx="386">
                  <c:v>3.6903899999999998</c:v>
                </c:pt>
                <c:pt idx="387">
                  <c:v>3.6907000000000001</c:v>
                </c:pt>
                <c:pt idx="388">
                  <c:v>3.6909999999999998</c:v>
                </c:pt>
                <c:pt idx="389">
                  <c:v>3.6913100000000001</c:v>
                </c:pt>
                <c:pt idx="390">
                  <c:v>3.6916099999999998</c:v>
                </c:pt>
                <c:pt idx="391">
                  <c:v>3.6919200000000001</c:v>
                </c:pt>
                <c:pt idx="392">
                  <c:v>3.6922199999999998</c:v>
                </c:pt>
                <c:pt idx="393">
                  <c:v>3.6925300000000001</c:v>
                </c:pt>
                <c:pt idx="394">
                  <c:v>3.6928299999999998</c:v>
                </c:pt>
                <c:pt idx="395">
                  <c:v>3.6931400000000001</c:v>
                </c:pt>
                <c:pt idx="396">
                  <c:v>3.6934399999999998</c:v>
                </c:pt>
                <c:pt idx="397">
                  <c:v>3.6937500000000001</c:v>
                </c:pt>
                <c:pt idx="398">
                  <c:v>3.6940599999999999</c:v>
                </c:pt>
                <c:pt idx="399">
                  <c:v>3.6943600000000001</c:v>
                </c:pt>
                <c:pt idx="400">
                  <c:v>3.6946699999999999</c:v>
                </c:pt>
                <c:pt idx="401">
                  <c:v>3.6949700000000001</c:v>
                </c:pt>
                <c:pt idx="402">
                  <c:v>3.6952799999999999</c:v>
                </c:pt>
                <c:pt idx="403">
                  <c:v>3.6955800000000001</c:v>
                </c:pt>
                <c:pt idx="404">
                  <c:v>3.6958899999999999</c:v>
                </c:pt>
                <c:pt idx="405">
                  <c:v>3.6961900000000001</c:v>
                </c:pt>
                <c:pt idx="406">
                  <c:v>3.6964999999999999</c:v>
                </c:pt>
                <c:pt idx="407">
                  <c:v>3.6968000000000001</c:v>
                </c:pt>
                <c:pt idx="408">
                  <c:v>3.6971099999999999</c:v>
                </c:pt>
                <c:pt idx="409">
                  <c:v>3.6974100000000001</c:v>
                </c:pt>
                <c:pt idx="410">
                  <c:v>3.6977199999999999</c:v>
                </c:pt>
                <c:pt idx="411">
                  <c:v>3.6980300000000002</c:v>
                </c:pt>
                <c:pt idx="412">
                  <c:v>3.6983299999999999</c:v>
                </c:pt>
                <c:pt idx="413">
                  <c:v>3.6986400000000001</c:v>
                </c:pt>
                <c:pt idx="414">
                  <c:v>3.6989399999999999</c:v>
                </c:pt>
                <c:pt idx="415">
                  <c:v>3.6992500000000001</c:v>
                </c:pt>
                <c:pt idx="416">
                  <c:v>3.6995499999999999</c:v>
                </c:pt>
                <c:pt idx="417">
                  <c:v>3.6998600000000001</c:v>
                </c:pt>
                <c:pt idx="418">
                  <c:v>3.7001599999999999</c:v>
                </c:pt>
                <c:pt idx="419">
                  <c:v>3.7004700000000001</c:v>
                </c:pt>
                <c:pt idx="420">
                  <c:v>3.7007699999999999</c:v>
                </c:pt>
                <c:pt idx="421">
                  <c:v>3.7010800000000001</c:v>
                </c:pt>
                <c:pt idx="422">
                  <c:v>3.7013799999999999</c:v>
                </c:pt>
                <c:pt idx="423">
                  <c:v>3.7016900000000001</c:v>
                </c:pt>
                <c:pt idx="424">
                  <c:v>3.702</c:v>
                </c:pt>
                <c:pt idx="425">
                  <c:v>3.7023000000000001</c:v>
                </c:pt>
                <c:pt idx="426">
                  <c:v>3.70261</c:v>
                </c:pt>
                <c:pt idx="427">
                  <c:v>3.7029100000000001</c:v>
                </c:pt>
                <c:pt idx="428">
                  <c:v>3.70322</c:v>
                </c:pt>
                <c:pt idx="429">
                  <c:v>3.7035200000000001</c:v>
                </c:pt>
                <c:pt idx="430">
                  <c:v>3.70383</c:v>
                </c:pt>
                <c:pt idx="431">
                  <c:v>3.7041300000000001</c:v>
                </c:pt>
                <c:pt idx="432">
                  <c:v>3.70444</c:v>
                </c:pt>
                <c:pt idx="433">
                  <c:v>3.7047400000000001</c:v>
                </c:pt>
                <c:pt idx="434">
                  <c:v>3.70505</c:v>
                </c:pt>
                <c:pt idx="435">
                  <c:v>3.7053500000000001</c:v>
                </c:pt>
                <c:pt idx="436">
                  <c:v>3.70566</c:v>
                </c:pt>
                <c:pt idx="437">
                  <c:v>3.7059700000000002</c:v>
                </c:pt>
                <c:pt idx="438">
                  <c:v>3.70627</c:v>
                </c:pt>
                <c:pt idx="439">
                  <c:v>3.7065800000000002</c:v>
                </c:pt>
                <c:pt idx="440">
                  <c:v>3.70688</c:v>
                </c:pt>
                <c:pt idx="441">
                  <c:v>3.7071900000000002</c:v>
                </c:pt>
                <c:pt idx="442">
                  <c:v>3.70749</c:v>
                </c:pt>
                <c:pt idx="443">
                  <c:v>3.7078000000000002</c:v>
                </c:pt>
                <c:pt idx="444">
                  <c:v>3.7081</c:v>
                </c:pt>
                <c:pt idx="445">
                  <c:v>3.7084100000000002</c:v>
                </c:pt>
                <c:pt idx="446">
                  <c:v>3.70871</c:v>
                </c:pt>
                <c:pt idx="447">
                  <c:v>3.7090200000000002</c:v>
                </c:pt>
                <c:pt idx="448">
                  <c:v>3.70932</c:v>
                </c:pt>
                <c:pt idx="449">
                  <c:v>3.7096300000000002</c:v>
                </c:pt>
                <c:pt idx="450">
                  <c:v>3.70994</c:v>
                </c:pt>
                <c:pt idx="451">
                  <c:v>3.7102400000000002</c:v>
                </c:pt>
                <c:pt idx="452">
                  <c:v>3.71055</c:v>
                </c:pt>
                <c:pt idx="453">
                  <c:v>3.7108500000000002</c:v>
                </c:pt>
                <c:pt idx="454">
                  <c:v>3.71116</c:v>
                </c:pt>
                <c:pt idx="455">
                  <c:v>3.7114600000000002</c:v>
                </c:pt>
                <c:pt idx="456">
                  <c:v>3.71177</c:v>
                </c:pt>
                <c:pt idx="457">
                  <c:v>3.7120700000000002</c:v>
                </c:pt>
                <c:pt idx="458">
                  <c:v>3.71238</c:v>
                </c:pt>
                <c:pt idx="459">
                  <c:v>3.7126800000000002</c:v>
                </c:pt>
                <c:pt idx="460">
                  <c:v>3.71299</c:v>
                </c:pt>
                <c:pt idx="461">
                  <c:v>3.7132999999999998</c:v>
                </c:pt>
                <c:pt idx="462">
                  <c:v>3.7136</c:v>
                </c:pt>
                <c:pt idx="463">
                  <c:v>3.7139099999999998</c:v>
                </c:pt>
                <c:pt idx="464">
                  <c:v>3.71421</c:v>
                </c:pt>
                <c:pt idx="465">
                  <c:v>3.7145199999999998</c:v>
                </c:pt>
                <c:pt idx="466">
                  <c:v>3.71482</c:v>
                </c:pt>
                <c:pt idx="467">
                  <c:v>3.7151299999999998</c:v>
                </c:pt>
                <c:pt idx="468">
                  <c:v>3.71543</c:v>
                </c:pt>
                <c:pt idx="469">
                  <c:v>3.7157399999999998</c:v>
                </c:pt>
                <c:pt idx="470">
                  <c:v>3.71604</c:v>
                </c:pt>
                <c:pt idx="471">
                  <c:v>3.7163499999999998</c:v>
                </c:pt>
                <c:pt idx="472">
                  <c:v>3.71665</c:v>
                </c:pt>
                <c:pt idx="473">
                  <c:v>3.7169599999999998</c:v>
                </c:pt>
                <c:pt idx="474">
                  <c:v>3.7172700000000001</c:v>
                </c:pt>
                <c:pt idx="475">
                  <c:v>3.7175699999999998</c:v>
                </c:pt>
                <c:pt idx="476">
                  <c:v>3.7178800000000001</c:v>
                </c:pt>
                <c:pt idx="477">
                  <c:v>3.7181799999999998</c:v>
                </c:pt>
                <c:pt idx="478">
                  <c:v>3.7184900000000001</c:v>
                </c:pt>
                <c:pt idx="479">
                  <c:v>3.7187899999999998</c:v>
                </c:pt>
                <c:pt idx="480">
                  <c:v>3.7191000000000001</c:v>
                </c:pt>
                <c:pt idx="481">
                  <c:v>3.7193999999999998</c:v>
                </c:pt>
                <c:pt idx="482">
                  <c:v>3.7197100000000001</c:v>
                </c:pt>
                <c:pt idx="483">
                  <c:v>3.7200099999999998</c:v>
                </c:pt>
                <c:pt idx="484">
                  <c:v>3.7203200000000001</c:v>
                </c:pt>
                <c:pt idx="485">
                  <c:v>3.7206199999999998</c:v>
                </c:pt>
                <c:pt idx="486">
                  <c:v>3.7209300000000001</c:v>
                </c:pt>
                <c:pt idx="487">
                  <c:v>3.7212399999999999</c:v>
                </c:pt>
                <c:pt idx="488">
                  <c:v>3.7215400000000001</c:v>
                </c:pt>
                <c:pt idx="489">
                  <c:v>3.7218499999999999</c:v>
                </c:pt>
                <c:pt idx="490">
                  <c:v>3.7221500000000001</c:v>
                </c:pt>
                <c:pt idx="491">
                  <c:v>3.7224599999999999</c:v>
                </c:pt>
                <c:pt idx="492">
                  <c:v>3.7227600000000001</c:v>
                </c:pt>
                <c:pt idx="493">
                  <c:v>3.7230699999999999</c:v>
                </c:pt>
                <c:pt idx="494">
                  <c:v>3.7233700000000001</c:v>
                </c:pt>
                <c:pt idx="495">
                  <c:v>3.7236799999999999</c:v>
                </c:pt>
                <c:pt idx="496">
                  <c:v>3.7239800000000001</c:v>
                </c:pt>
                <c:pt idx="497">
                  <c:v>3.7242899999999999</c:v>
                </c:pt>
                <c:pt idx="498">
                  <c:v>3.7245900000000001</c:v>
                </c:pt>
                <c:pt idx="499">
                  <c:v>3.7248999999999999</c:v>
                </c:pt>
                <c:pt idx="500">
                  <c:v>3.7252100000000001</c:v>
                </c:pt>
                <c:pt idx="501">
                  <c:v>3.7255099999999999</c:v>
                </c:pt>
                <c:pt idx="502">
                  <c:v>3.7258200000000001</c:v>
                </c:pt>
                <c:pt idx="503">
                  <c:v>3.7261199999999999</c:v>
                </c:pt>
                <c:pt idx="504">
                  <c:v>3.7264300000000001</c:v>
                </c:pt>
                <c:pt idx="505">
                  <c:v>3.7267299999999999</c:v>
                </c:pt>
                <c:pt idx="506">
                  <c:v>3.7270400000000001</c:v>
                </c:pt>
                <c:pt idx="507">
                  <c:v>3.7273399999999999</c:v>
                </c:pt>
                <c:pt idx="508">
                  <c:v>3.7276500000000001</c:v>
                </c:pt>
                <c:pt idx="509">
                  <c:v>3.7279499999999999</c:v>
                </c:pt>
                <c:pt idx="510">
                  <c:v>3.7282600000000001</c:v>
                </c:pt>
                <c:pt idx="511">
                  <c:v>3.7285599999999999</c:v>
                </c:pt>
                <c:pt idx="512">
                  <c:v>3.7288700000000001</c:v>
                </c:pt>
                <c:pt idx="513">
                  <c:v>3.7291799999999999</c:v>
                </c:pt>
                <c:pt idx="514">
                  <c:v>3.7294800000000001</c:v>
                </c:pt>
                <c:pt idx="515">
                  <c:v>3.7297899999999999</c:v>
                </c:pt>
                <c:pt idx="516">
                  <c:v>3.7300900000000001</c:v>
                </c:pt>
                <c:pt idx="517">
                  <c:v>3.7303999999999999</c:v>
                </c:pt>
                <c:pt idx="518">
                  <c:v>3.7307000000000001</c:v>
                </c:pt>
                <c:pt idx="519">
                  <c:v>3.7310099999999999</c:v>
                </c:pt>
                <c:pt idx="520">
                  <c:v>3.7313100000000001</c:v>
                </c:pt>
                <c:pt idx="521">
                  <c:v>3.7316199999999999</c:v>
                </c:pt>
                <c:pt idx="522">
                  <c:v>3.7319200000000001</c:v>
                </c:pt>
                <c:pt idx="523">
                  <c:v>3.7322299999999999</c:v>
                </c:pt>
                <c:pt idx="524">
                  <c:v>3.7325400000000002</c:v>
                </c:pt>
                <c:pt idx="525">
                  <c:v>3.7328399999999999</c:v>
                </c:pt>
                <c:pt idx="526">
                  <c:v>3.7331500000000002</c:v>
                </c:pt>
                <c:pt idx="527">
                  <c:v>3.7334499999999999</c:v>
                </c:pt>
                <c:pt idx="528">
                  <c:v>3.7337600000000002</c:v>
                </c:pt>
                <c:pt idx="529">
                  <c:v>3.7340599999999999</c:v>
                </c:pt>
                <c:pt idx="530">
                  <c:v>3.7343700000000002</c:v>
                </c:pt>
                <c:pt idx="531">
                  <c:v>3.7346699999999999</c:v>
                </c:pt>
                <c:pt idx="532">
                  <c:v>3.7349800000000002</c:v>
                </c:pt>
                <c:pt idx="533">
                  <c:v>3.7352799999999999</c:v>
                </c:pt>
                <c:pt idx="534">
                  <c:v>3.7355900000000002</c:v>
                </c:pt>
                <c:pt idx="535">
                  <c:v>3.7358899999999999</c:v>
                </c:pt>
                <c:pt idx="536">
                  <c:v>3.7362000000000002</c:v>
                </c:pt>
                <c:pt idx="537">
                  <c:v>3.73651</c:v>
                </c:pt>
                <c:pt idx="538">
                  <c:v>3.7368100000000002</c:v>
                </c:pt>
                <c:pt idx="539">
                  <c:v>3.73712</c:v>
                </c:pt>
                <c:pt idx="540">
                  <c:v>3.7374200000000002</c:v>
                </c:pt>
                <c:pt idx="541">
                  <c:v>3.73773</c:v>
                </c:pt>
                <c:pt idx="542">
                  <c:v>3.7380300000000002</c:v>
                </c:pt>
                <c:pt idx="543">
                  <c:v>3.73834</c:v>
                </c:pt>
                <c:pt idx="544">
                  <c:v>3.7386400000000002</c:v>
                </c:pt>
                <c:pt idx="545">
                  <c:v>3.73895</c:v>
                </c:pt>
                <c:pt idx="546">
                  <c:v>3.7392500000000002</c:v>
                </c:pt>
                <c:pt idx="547">
                  <c:v>3.73956</c:v>
                </c:pt>
                <c:pt idx="548">
                  <c:v>3.7398600000000002</c:v>
                </c:pt>
                <c:pt idx="549">
                  <c:v>3.74017</c:v>
                </c:pt>
                <c:pt idx="550">
                  <c:v>3.7404799999999998</c:v>
                </c:pt>
                <c:pt idx="551">
                  <c:v>3.74078</c:v>
                </c:pt>
                <c:pt idx="552">
                  <c:v>3.7410899999999998</c:v>
                </c:pt>
                <c:pt idx="553">
                  <c:v>3.74139</c:v>
                </c:pt>
                <c:pt idx="554">
                  <c:v>3.7416999999999998</c:v>
                </c:pt>
                <c:pt idx="555">
                  <c:v>3.742</c:v>
                </c:pt>
                <c:pt idx="556">
                  <c:v>3.7423099999999998</c:v>
                </c:pt>
                <c:pt idx="557">
                  <c:v>3.74261</c:v>
                </c:pt>
                <c:pt idx="558">
                  <c:v>3.7429199999999998</c:v>
                </c:pt>
                <c:pt idx="559">
                  <c:v>3.74322</c:v>
                </c:pt>
                <c:pt idx="560">
                  <c:v>3.7435299999999998</c:v>
                </c:pt>
                <c:pt idx="561">
                  <c:v>3.74383</c:v>
                </c:pt>
                <c:pt idx="562">
                  <c:v>3.7441399999999998</c:v>
                </c:pt>
                <c:pt idx="563">
                  <c:v>3.7444500000000001</c:v>
                </c:pt>
                <c:pt idx="564">
                  <c:v>3.7447499999999998</c:v>
                </c:pt>
                <c:pt idx="565">
                  <c:v>3.7450600000000001</c:v>
                </c:pt>
                <c:pt idx="566">
                  <c:v>3.7453599999999998</c:v>
                </c:pt>
                <c:pt idx="567">
                  <c:v>3.7456700000000001</c:v>
                </c:pt>
                <c:pt idx="568">
                  <c:v>3.7459699999999998</c:v>
                </c:pt>
                <c:pt idx="569">
                  <c:v>3.7462800000000001</c:v>
                </c:pt>
                <c:pt idx="570">
                  <c:v>3.7465799999999998</c:v>
                </c:pt>
                <c:pt idx="571">
                  <c:v>3.7468900000000001</c:v>
                </c:pt>
                <c:pt idx="572">
                  <c:v>3.7471899999999998</c:v>
                </c:pt>
                <c:pt idx="573">
                  <c:v>3.7475000000000001</c:v>
                </c:pt>
                <c:pt idx="574">
                  <c:v>3.7478099999999999</c:v>
                </c:pt>
                <c:pt idx="575">
                  <c:v>3.7481100000000001</c:v>
                </c:pt>
                <c:pt idx="576">
                  <c:v>3.7484199999999999</c:v>
                </c:pt>
                <c:pt idx="577">
                  <c:v>3.7487200000000001</c:v>
                </c:pt>
                <c:pt idx="578">
                  <c:v>3.7490299999999999</c:v>
                </c:pt>
                <c:pt idx="579">
                  <c:v>3.7493300000000001</c:v>
                </c:pt>
                <c:pt idx="580">
                  <c:v>3.7496399999999999</c:v>
                </c:pt>
                <c:pt idx="581">
                  <c:v>3.7499400000000001</c:v>
                </c:pt>
                <c:pt idx="582">
                  <c:v>3.7502499999999999</c:v>
                </c:pt>
                <c:pt idx="583">
                  <c:v>3.7505500000000001</c:v>
                </c:pt>
                <c:pt idx="584">
                  <c:v>3.7508599999999999</c:v>
                </c:pt>
                <c:pt idx="585">
                  <c:v>3.75116</c:v>
                </c:pt>
                <c:pt idx="586">
                  <c:v>3.7514699999999999</c:v>
                </c:pt>
                <c:pt idx="587">
                  <c:v>3.7517800000000001</c:v>
                </c:pt>
                <c:pt idx="588">
                  <c:v>3.7520799999999999</c:v>
                </c:pt>
                <c:pt idx="589">
                  <c:v>3.7523900000000001</c:v>
                </c:pt>
                <c:pt idx="590">
                  <c:v>3.7526899999999999</c:v>
                </c:pt>
                <c:pt idx="591">
                  <c:v>3.7530000000000001</c:v>
                </c:pt>
                <c:pt idx="592">
                  <c:v>3.7532999999999999</c:v>
                </c:pt>
                <c:pt idx="593">
                  <c:v>3.7536100000000001</c:v>
                </c:pt>
                <c:pt idx="594">
                  <c:v>3.7539099999999999</c:v>
                </c:pt>
                <c:pt idx="595">
                  <c:v>3.7542200000000001</c:v>
                </c:pt>
                <c:pt idx="596">
                  <c:v>3.7545199999999999</c:v>
                </c:pt>
                <c:pt idx="597">
                  <c:v>3.7548300000000001</c:v>
                </c:pt>
                <c:pt idx="598">
                  <c:v>3.7551299999999999</c:v>
                </c:pt>
                <c:pt idx="599">
                  <c:v>3.7554400000000001</c:v>
                </c:pt>
                <c:pt idx="600">
                  <c:v>3.7557499999999999</c:v>
                </c:pt>
                <c:pt idx="601">
                  <c:v>3.7560500000000001</c:v>
                </c:pt>
                <c:pt idx="602">
                  <c:v>3.7563599999999999</c:v>
                </c:pt>
                <c:pt idx="603">
                  <c:v>3.7566600000000001</c:v>
                </c:pt>
                <c:pt idx="604">
                  <c:v>3.7569699999999999</c:v>
                </c:pt>
                <c:pt idx="605">
                  <c:v>3.7572700000000001</c:v>
                </c:pt>
                <c:pt idx="606">
                  <c:v>3.7575799999999999</c:v>
                </c:pt>
                <c:pt idx="607">
                  <c:v>3.7578800000000001</c:v>
                </c:pt>
                <c:pt idx="608">
                  <c:v>3.7581899999999999</c:v>
                </c:pt>
                <c:pt idx="609">
                  <c:v>3.7584900000000001</c:v>
                </c:pt>
                <c:pt idx="610">
                  <c:v>3.7587999999999999</c:v>
                </c:pt>
                <c:pt idx="611">
                  <c:v>3.7591000000000001</c:v>
                </c:pt>
                <c:pt idx="612">
                  <c:v>3.7594099999999999</c:v>
                </c:pt>
                <c:pt idx="613">
                  <c:v>3.7597200000000002</c:v>
                </c:pt>
                <c:pt idx="614">
                  <c:v>3.7600199999999999</c:v>
                </c:pt>
                <c:pt idx="615">
                  <c:v>3.7603300000000002</c:v>
                </c:pt>
                <c:pt idx="616">
                  <c:v>3.7606299999999999</c:v>
                </c:pt>
                <c:pt idx="617">
                  <c:v>3.7609400000000002</c:v>
                </c:pt>
                <c:pt idx="618">
                  <c:v>3.7612399999999999</c:v>
                </c:pt>
                <c:pt idx="619">
                  <c:v>3.7615500000000002</c:v>
                </c:pt>
                <c:pt idx="620">
                  <c:v>3.7618499999999999</c:v>
                </c:pt>
                <c:pt idx="621">
                  <c:v>3.7621600000000002</c:v>
                </c:pt>
                <c:pt idx="622">
                  <c:v>3.7624599999999999</c:v>
                </c:pt>
                <c:pt idx="623">
                  <c:v>3.7627700000000002</c:v>
                </c:pt>
                <c:pt idx="624">
                  <c:v>3.7630699999999999</c:v>
                </c:pt>
                <c:pt idx="625">
                  <c:v>3.7633800000000002</c:v>
                </c:pt>
                <c:pt idx="626">
                  <c:v>3.76369</c:v>
                </c:pt>
                <c:pt idx="627">
                  <c:v>3.7639900000000002</c:v>
                </c:pt>
                <c:pt idx="628">
                  <c:v>3.7643</c:v>
                </c:pt>
                <c:pt idx="629">
                  <c:v>3.7646000000000002</c:v>
                </c:pt>
                <c:pt idx="630">
                  <c:v>3.76491</c:v>
                </c:pt>
                <c:pt idx="631">
                  <c:v>3.7652100000000002</c:v>
                </c:pt>
                <c:pt idx="632">
                  <c:v>3.76552</c:v>
                </c:pt>
                <c:pt idx="633">
                  <c:v>3.7658200000000002</c:v>
                </c:pt>
                <c:pt idx="634">
                  <c:v>3.76613</c:v>
                </c:pt>
                <c:pt idx="635">
                  <c:v>3.7664300000000002</c:v>
                </c:pt>
                <c:pt idx="636">
                  <c:v>3.76674</c:v>
                </c:pt>
                <c:pt idx="637">
                  <c:v>3.7670499999999998</c:v>
                </c:pt>
                <c:pt idx="638">
                  <c:v>3.76735</c:v>
                </c:pt>
                <c:pt idx="639">
                  <c:v>3.7676599999999998</c:v>
                </c:pt>
                <c:pt idx="640">
                  <c:v>3.76796</c:v>
                </c:pt>
                <c:pt idx="641">
                  <c:v>3.7682699999999998</c:v>
                </c:pt>
                <c:pt idx="642">
                  <c:v>3.76857</c:v>
                </c:pt>
                <c:pt idx="643">
                  <c:v>3.7688799999999998</c:v>
                </c:pt>
                <c:pt idx="644">
                  <c:v>3.76918</c:v>
                </c:pt>
                <c:pt idx="645">
                  <c:v>3.7694899999999998</c:v>
                </c:pt>
                <c:pt idx="646">
                  <c:v>3.76979</c:v>
                </c:pt>
                <c:pt idx="647">
                  <c:v>3.7700999999999998</c:v>
                </c:pt>
                <c:pt idx="648">
                  <c:v>3.7704</c:v>
                </c:pt>
                <c:pt idx="649">
                  <c:v>3.7707099999999998</c:v>
                </c:pt>
                <c:pt idx="650">
                  <c:v>3.77102</c:v>
                </c:pt>
                <c:pt idx="651">
                  <c:v>3.7713199999999998</c:v>
                </c:pt>
                <c:pt idx="652">
                  <c:v>3.77163</c:v>
                </c:pt>
                <c:pt idx="653">
                  <c:v>3.7719299999999998</c:v>
                </c:pt>
                <c:pt idx="654">
                  <c:v>3.77224</c:v>
                </c:pt>
                <c:pt idx="655">
                  <c:v>3.7725399999999998</c:v>
                </c:pt>
                <c:pt idx="656">
                  <c:v>3.77285</c:v>
                </c:pt>
                <c:pt idx="657">
                  <c:v>3.7731499999999998</c:v>
                </c:pt>
                <c:pt idx="658">
                  <c:v>3.77346</c:v>
                </c:pt>
                <c:pt idx="659">
                  <c:v>3.7737599999999998</c:v>
                </c:pt>
                <c:pt idx="660">
                  <c:v>3.77407</c:v>
                </c:pt>
                <c:pt idx="661">
                  <c:v>3.7743699999999998</c:v>
                </c:pt>
                <c:pt idx="662">
                  <c:v>3.77468</c:v>
                </c:pt>
                <c:pt idx="663">
                  <c:v>3.7749899999999998</c:v>
                </c:pt>
                <c:pt idx="664">
                  <c:v>3.77529</c:v>
                </c:pt>
                <c:pt idx="665">
                  <c:v>3.7755999999999998</c:v>
                </c:pt>
                <c:pt idx="666">
                  <c:v>3.7759</c:v>
                </c:pt>
                <c:pt idx="667">
                  <c:v>3.7762099999999998</c:v>
                </c:pt>
                <c:pt idx="668">
                  <c:v>3.77651</c:v>
                </c:pt>
                <c:pt idx="669">
                  <c:v>3.7768199999999998</c:v>
                </c:pt>
                <c:pt idx="670">
                  <c:v>3.77712</c:v>
                </c:pt>
                <c:pt idx="671">
                  <c:v>3.7774299999999998</c:v>
                </c:pt>
                <c:pt idx="672">
                  <c:v>3.77773</c:v>
                </c:pt>
                <c:pt idx="673">
                  <c:v>3.7780399999999998</c:v>
                </c:pt>
                <c:pt idx="674">
                  <c:v>3.77834</c:v>
                </c:pt>
                <c:pt idx="675">
                  <c:v>3.7786499999999998</c:v>
                </c:pt>
                <c:pt idx="676">
                  <c:v>3.7789600000000001</c:v>
                </c:pt>
                <c:pt idx="677">
                  <c:v>3.7792599999999998</c:v>
                </c:pt>
                <c:pt idx="678">
                  <c:v>3.7795700000000001</c:v>
                </c:pt>
                <c:pt idx="679">
                  <c:v>3.7798699999999998</c:v>
                </c:pt>
                <c:pt idx="680">
                  <c:v>3.7801800000000001</c:v>
                </c:pt>
                <c:pt idx="681">
                  <c:v>3.7804799999999998</c:v>
                </c:pt>
                <c:pt idx="682">
                  <c:v>3.7807900000000001</c:v>
                </c:pt>
                <c:pt idx="683">
                  <c:v>3.7810899999999998</c:v>
                </c:pt>
                <c:pt idx="684">
                  <c:v>3.7814000000000001</c:v>
                </c:pt>
                <c:pt idx="685">
                  <c:v>3.7816999999999998</c:v>
                </c:pt>
                <c:pt idx="686">
                  <c:v>3.7820100000000001</c:v>
                </c:pt>
                <c:pt idx="687">
                  <c:v>3.7823099999999998</c:v>
                </c:pt>
                <c:pt idx="688">
                  <c:v>3.7826200000000001</c:v>
                </c:pt>
                <c:pt idx="689">
                  <c:v>3.7829299999999999</c:v>
                </c:pt>
                <c:pt idx="690">
                  <c:v>3.7832300000000001</c:v>
                </c:pt>
                <c:pt idx="691">
                  <c:v>3.7835399999999999</c:v>
                </c:pt>
                <c:pt idx="692">
                  <c:v>3.7838400000000001</c:v>
                </c:pt>
                <c:pt idx="693">
                  <c:v>3.7841499999999999</c:v>
                </c:pt>
                <c:pt idx="694">
                  <c:v>3.7844500000000001</c:v>
                </c:pt>
                <c:pt idx="695">
                  <c:v>3.7847599999999999</c:v>
                </c:pt>
                <c:pt idx="696">
                  <c:v>3.7850600000000001</c:v>
                </c:pt>
                <c:pt idx="697">
                  <c:v>3.7853699999999999</c:v>
                </c:pt>
                <c:pt idx="698">
                  <c:v>3.7856700000000001</c:v>
                </c:pt>
                <c:pt idx="699">
                  <c:v>3.7859799999999999</c:v>
                </c:pt>
                <c:pt idx="700">
                  <c:v>3.7862900000000002</c:v>
                </c:pt>
                <c:pt idx="701">
                  <c:v>3.7865899999999999</c:v>
                </c:pt>
                <c:pt idx="702">
                  <c:v>3.7869000000000002</c:v>
                </c:pt>
                <c:pt idx="703">
                  <c:v>3.7871999999999999</c:v>
                </c:pt>
                <c:pt idx="704">
                  <c:v>3.7875100000000002</c:v>
                </c:pt>
                <c:pt idx="705">
                  <c:v>3.7878099999999999</c:v>
                </c:pt>
                <c:pt idx="706">
                  <c:v>3.7881200000000002</c:v>
                </c:pt>
                <c:pt idx="707">
                  <c:v>3.7884199999999999</c:v>
                </c:pt>
                <c:pt idx="708">
                  <c:v>3.7887300000000002</c:v>
                </c:pt>
                <c:pt idx="709">
                  <c:v>3.7890299999999999</c:v>
                </c:pt>
                <c:pt idx="710">
                  <c:v>3.7893400000000002</c:v>
                </c:pt>
                <c:pt idx="711">
                  <c:v>3.7896399999999999</c:v>
                </c:pt>
                <c:pt idx="712">
                  <c:v>3.7899500000000002</c:v>
                </c:pt>
                <c:pt idx="713">
                  <c:v>3.79026</c:v>
                </c:pt>
                <c:pt idx="714">
                  <c:v>3.7905600000000002</c:v>
                </c:pt>
                <c:pt idx="715">
                  <c:v>3.79087</c:v>
                </c:pt>
                <c:pt idx="716">
                  <c:v>3.7911700000000002</c:v>
                </c:pt>
                <c:pt idx="717">
                  <c:v>3.79148</c:v>
                </c:pt>
                <c:pt idx="718">
                  <c:v>3.7917800000000002</c:v>
                </c:pt>
                <c:pt idx="719">
                  <c:v>3.79209</c:v>
                </c:pt>
                <c:pt idx="720">
                  <c:v>3.7923900000000001</c:v>
                </c:pt>
                <c:pt idx="721">
                  <c:v>3.7927</c:v>
                </c:pt>
                <c:pt idx="722">
                  <c:v>3.7930000000000001</c:v>
                </c:pt>
                <c:pt idx="723">
                  <c:v>3.79331</c:v>
                </c:pt>
                <c:pt idx="724">
                  <c:v>3.7936100000000001</c:v>
                </c:pt>
                <c:pt idx="725">
                  <c:v>3.79392</c:v>
                </c:pt>
                <c:pt idx="726">
                  <c:v>3.7942300000000002</c:v>
                </c:pt>
                <c:pt idx="727">
                  <c:v>3.79453</c:v>
                </c:pt>
                <c:pt idx="728">
                  <c:v>3.7948400000000002</c:v>
                </c:pt>
                <c:pt idx="729">
                  <c:v>3.79514</c:v>
                </c:pt>
                <c:pt idx="730">
                  <c:v>3.7954500000000002</c:v>
                </c:pt>
                <c:pt idx="731">
                  <c:v>3.79575</c:v>
                </c:pt>
                <c:pt idx="732">
                  <c:v>3.7960600000000002</c:v>
                </c:pt>
                <c:pt idx="733">
                  <c:v>3.79636</c:v>
                </c:pt>
                <c:pt idx="734">
                  <c:v>3.7966700000000002</c:v>
                </c:pt>
                <c:pt idx="735">
                  <c:v>3.79697</c:v>
                </c:pt>
                <c:pt idx="736">
                  <c:v>3.7972800000000002</c:v>
                </c:pt>
                <c:pt idx="737">
                  <c:v>3.79758</c:v>
                </c:pt>
                <c:pt idx="738">
                  <c:v>3.7978900000000002</c:v>
                </c:pt>
                <c:pt idx="739">
                  <c:v>3.7982</c:v>
                </c:pt>
                <c:pt idx="740">
                  <c:v>3.7985000000000002</c:v>
                </c:pt>
                <c:pt idx="741">
                  <c:v>3.79881</c:v>
                </c:pt>
                <c:pt idx="742">
                  <c:v>3.7991100000000002</c:v>
                </c:pt>
                <c:pt idx="743">
                  <c:v>3.79942</c:v>
                </c:pt>
                <c:pt idx="744">
                  <c:v>3.7997200000000002</c:v>
                </c:pt>
                <c:pt idx="745">
                  <c:v>3.80003</c:v>
                </c:pt>
                <c:pt idx="746">
                  <c:v>3.8003300000000002</c:v>
                </c:pt>
                <c:pt idx="747">
                  <c:v>3.80064</c:v>
                </c:pt>
                <c:pt idx="748">
                  <c:v>3.8009400000000002</c:v>
                </c:pt>
                <c:pt idx="749">
                  <c:v>3.80125</c:v>
                </c:pt>
                <c:pt idx="750">
                  <c:v>3.8015599999999998</c:v>
                </c:pt>
                <c:pt idx="751">
                  <c:v>3.80186</c:v>
                </c:pt>
                <c:pt idx="752">
                  <c:v>3.8021699999999998</c:v>
                </c:pt>
                <c:pt idx="753">
                  <c:v>3.80247</c:v>
                </c:pt>
                <c:pt idx="754">
                  <c:v>3.8027799999999998</c:v>
                </c:pt>
                <c:pt idx="755">
                  <c:v>3.80308</c:v>
                </c:pt>
                <c:pt idx="756">
                  <c:v>3.8033899999999998</c:v>
                </c:pt>
                <c:pt idx="757">
                  <c:v>3.80369</c:v>
                </c:pt>
                <c:pt idx="758">
                  <c:v>3.8039999999999998</c:v>
                </c:pt>
                <c:pt idx="759">
                  <c:v>3.8043</c:v>
                </c:pt>
                <c:pt idx="760">
                  <c:v>3.8046099999999998</c:v>
                </c:pt>
                <c:pt idx="761">
                  <c:v>3.80491</c:v>
                </c:pt>
                <c:pt idx="762">
                  <c:v>3.8052199999999998</c:v>
                </c:pt>
                <c:pt idx="763">
                  <c:v>3.8055300000000001</c:v>
                </c:pt>
                <c:pt idx="764">
                  <c:v>3.8058299999999998</c:v>
                </c:pt>
                <c:pt idx="765">
                  <c:v>3.8061400000000001</c:v>
                </c:pt>
                <c:pt idx="766">
                  <c:v>3.8064399999999998</c:v>
                </c:pt>
                <c:pt idx="767">
                  <c:v>3.8067500000000001</c:v>
                </c:pt>
                <c:pt idx="768">
                  <c:v>3.8070499999999998</c:v>
                </c:pt>
                <c:pt idx="769">
                  <c:v>3.8073600000000001</c:v>
                </c:pt>
                <c:pt idx="770">
                  <c:v>3.8076599999999998</c:v>
                </c:pt>
                <c:pt idx="771">
                  <c:v>3.8079700000000001</c:v>
                </c:pt>
                <c:pt idx="772">
                  <c:v>3.8082699999999998</c:v>
                </c:pt>
                <c:pt idx="773">
                  <c:v>3.8085800000000001</c:v>
                </c:pt>
                <c:pt idx="774">
                  <c:v>3.8088799999999998</c:v>
                </c:pt>
                <c:pt idx="775">
                  <c:v>3.8091900000000001</c:v>
                </c:pt>
                <c:pt idx="776">
                  <c:v>3.8094999999999999</c:v>
                </c:pt>
                <c:pt idx="777">
                  <c:v>3.8098000000000001</c:v>
                </c:pt>
                <c:pt idx="778">
                  <c:v>3.8101099999999999</c:v>
                </c:pt>
                <c:pt idx="779">
                  <c:v>3.8104100000000001</c:v>
                </c:pt>
                <c:pt idx="780">
                  <c:v>3.8107199999999999</c:v>
                </c:pt>
                <c:pt idx="781">
                  <c:v>3.8110200000000001</c:v>
                </c:pt>
                <c:pt idx="782">
                  <c:v>3.8113299999999999</c:v>
                </c:pt>
                <c:pt idx="783">
                  <c:v>3.8116300000000001</c:v>
                </c:pt>
                <c:pt idx="784">
                  <c:v>3.8119399999999999</c:v>
                </c:pt>
                <c:pt idx="785">
                  <c:v>3.8122400000000001</c:v>
                </c:pt>
                <c:pt idx="786">
                  <c:v>3.8125499999999999</c:v>
                </c:pt>
                <c:pt idx="787">
                  <c:v>3.8128500000000001</c:v>
                </c:pt>
                <c:pt idx="788">
                  <c:v>3.8131599999999999</c:v>
                </c:pt>
                <c:pt idx="789">
                  <c:v>3.8134700000000001</c:v>
                </c:pt>
                <c:pt idx="790">
                  <c:v>3.8137699999999999</c:v>
                </c:pt>
                <c:pt idx="791">
                  <c:v>3.8140800000000001</c:v>
                </c:pt>
                <c:pt idx="792">
                  <c:v>3.8143799999999999</c:v>
                </c:pt>
                <c:pt idx="793">
                  <c:v>3.8146900000000001</c:v>
                </c:pt>
                <c:pt idx="794">
                  <c:v>3.8149899999999999</c:v>
                </c:pt>
                <c:pt idx="795">
                  <c:v>3.8153000000000001</c:v>
                </c:pt>
                <c:pt idx="796">
                  <c:v>3.8155999999999999</c:v>
                </c:pt>
                <c:pt idx="797">
                  <c:v>3.8159100000000001</c:v>
                </c:pt>
                <c:pt idx="798">
                  <c:v>3.8162099999999999</c:v>
                </c:pt>
                <c:pt idx="799">
                  <c:v>3.8165200000000001</c:v>
                </c:pt>
                <c:pt idx="800">
                  <c:v>3.8168199999999999</c:v>
                </c:pt>
                <c:pt idx="801">
                  <c:v>3.8171300000000001</c:v>
                </c:pt>
                <c:pt idx="802">
                  <c:v>3.8174399999999999</c:v>
                </c:pt>
                <c:pt idx="803">
                  <c:v>3.8177400000000001</c:v>
                </c:pt>
                <c:pt idx="804">
                  <c:v>3.8180499999999999</c:v>
                </c:pt>
                <c:pt idx="805">
                  <c:v>3.8183500000000001</c:v>
                </c:pt>
                <c:pt idx="806">
                  <c:v>3.8186599999999999</c:v>
                </c:pt>
                <c:pt idx="807">
                  <c:v>3.8189600000000001</c:v>
                </c:pt>
                <c:pt idx="808">
                  <c:v>3.8192699999999999</c:v>
                </c:pt>
                <c:pt idx="809">
                  <c:v>3.8195700000000001</c:v>
                </c:pt>
                <c:pt idx="810">
                  <c:v>3.8198799999999999</c:v>
                </c:pt>
                <c:pt idx="811">
                  <c:v>3.8201800000000001</c:v>
                </c:pt>
                <c:pt idx="812">
                  <c:v>3.8204899999999999</c:v>
                </c:pt>
                <c:pt idx="813">
                  <c:v>3.8208000000000002</c:v>
                </c:pt>
                <c:pt idx="814">
                  <c:v>3.8210999999999999</c:v>
                </c:pt>
                <c:pt idx="815">
                  <c:v>3.8214100000000002</c:v>
                </c:pt>
                <c:pt idx="816">
                  <c:v>3.8217099999999999</c:v>
                </c:pt>
                <c:pt idx="817">
                  <c:v>3.8220200000000002</c:v>
                </c:pt>
                <c:pt idx="818">
                  <c:v>3.8223199999999999</c:v>
                </c:pt>
                <c:pt idx="819">
                  <c:v>3.8226300000000002</c:v>
                </c:pt>
                <c:pt idx="820">
                  <c:v>3.8229299999999999</c:v>
                </c:pt>
                <c:pt idx="821">
                  <c:v>3.8232400000000002</c:v>
                </c:pt>
                <c:pt idx="822">
                  <c:v>3.8235399999999999</c:v>
                </c:pt>
                <c:pt idx="823">
                  <c:v>3.8238500000000002</c:v>
                </c:pt>
                <c:pt idx="824">
                  <c:v>3.8241499999999999</c:v>
                </c:pt>
                <c:pt idx="825">
                  <c:v>3.8244600000000002</c:v>
                </c:pt>
                <c:pt idx="826">
                  <c:v>3.82477</c:v>
                </c:pt>
                <c:pt idx="827">
                  <c:v>3.8250700000000002</c:v>
                </c:pt>
                <c:pt idx="828">
                  <c:v>3.82538</c:v>
                </c:pt>
                <c:pt idx="829">
                  <c:v>3.8256800000000002</c:v>
                </c:pt>
                <c:pt idx="830">
                  <c:v>3.82599</c:v>
                </c:pt>
                <c:pt idx="831">
                  <c:v>3.8262900000000002</c:v>
                </c:pt>
                <c:pt idx="832">
                  <c:v>3.8266</c:v>
                </c:pt>
                <c:pt idx="833">
                  <c:v>3.8269000000000002</c:v>
                </c:pt>
                <c:pt idx="834">
                  <c:v>3.82721</c:v>
                </c:pt>
                <c:pt idx="835">
                  <c:v>3.8275100000000002</c:v>
                </c:pt>
                <c:pt idx="836">
                  <c:v>3.82782</c:v>
                </c:pt>
                <c:pt idx="837">
                  <c:v>3.8281200000000002</c:v>
                </c:pt>
                <c:pt idx="838">
                  <c:v>3.82843</c:v>
                </c:pt>
                <c:pt idx="839">
                  <c:v>3.8287399999999998</c:v>
                </c:pt>
                <c:pt idx="840">
                  <c:v>3.82904</c:v>
                </c:pt>
                <c:pt idx="841">
                  <c:v>3.8293499999999998</c:v>
                </c:pt>
                <c:pt idx="842">
                  <c:v>3.82965</c:v>
                </c:pt>
                <c:pt idx="843">
                  <c:v>3.8299599999999998</c:v>
                </c:pt>
                <c:pt idx="844">
                  <c:v>3.83026</c:v>
                </c:pt>
                <c:pt idx="845">
                  <c:v>3.8305699999999998</c:v>
                </c:pt>
                <c:pt idx="846">
                  <c:v>3.83087</c:v>
                </c:pt>
                <c:pt idx="847">
                  <c:v>3.8311799999999998</c:v>
                </c:pt>
                <c:pt idx="848">
                  <c:v>3.83148</c:v>
                </c:pt>
                <c:pt idx="849">
                  <c:v>3.8317899999999998</c:v>
                </c:pt>
                <c:pt idx="850">
                  <c:v>3.83209</c:v>
                </c:pt>
                <c:pt idx="851">
                  <c:v>3.8323999999999998</c:v>
                </c:pt>
                <c:pt idx="852">
                  <c:v>3.8327100000000001</c:v>
                </c:pt>
                <c:pt idx="853">
                  <c:v>3.8330099999999998</c:v>
                </c:pt>
                <c:pt idx="854">
                  <c:v>3.8333200000000001</c:v>
                </c:pt>
                <c:pt idx="855">
                  <c:v>3.8336199999999998</c:v>
                </c:pt>
                <c:pt idx="856">
                  <c:v>3.8339300000000001</c:v>
                </c:pt>
                <c:pt idx="857">
                  <c:v>3.8342299999999998</c:v>
                </c:pt>
                <c:pt idx="858">
                  <c:v>3.8345400000000001</c:v>
                </c:pt>
                <c:pt idx="859">
                  <c:v>3.8348399999999998</c:v>
                </c:pt>
                <c:pt idx="860">
                  <c:v>3.8351500000000001</c:v>
                </c:pt>
                <c:pt idx="861">
                  <c:v>3.8354499999999998</c:v>
                </c:pt>
                <c:pt idx="862">
                  <c:v>3.8357600000000001</c:v>
                </c:pt>
                <c:pt idx="863">
                  <c:v>3.8360599999999998</c:v>
                </c:pt>
                <c:pt idx="864">
                  <c:v>3.8363700000000001</c:v>
                </c:pt>
                <c:pt idx="865">
                  <c:v>3.8366799999999999</c:v>
                </c:pt>
                <c:pt idx="866">
                  <c:v>3.8369800000000001</c:v>
                </c:pt>
                <c:pt idx="867">
                  <c:v>3.8372899999999999</c:v>
                </c:pt>
                <c:pt idx="868">
                  <c:v>3.8375900000000001</c:v>
                </c:pt>
                <c:pt idx="869">
                  <c:v>3.8378999999999999</c:v>
                </c:pt>
                <c:pt idx="870">
                  <c:v>3.8382000000000001</c:v>
                </c:pt>
                <c:pt idx="871">
                  <c:v>3.8385099999999999</c:v>
                </c:pt>
                <c:pt idx="872">
                  <c:v>3.8388100000000001</c:v>
                </c:pt>
                <c:pt idx="873">
                  <c:v>3.8391199999999999</c:v>
                </c:pt>
                <c:pt idx="874">
                  <c:v>3.8394200000000001</c:v>
                </c:pt>
                <c:pt idx="875">
                  <c:v>3.8397299999999999</c:v>
                </c:pt>
                <c:pt idx="876">
                  <c:v>3.8400400000000001</c:v>
                </c:pt>
                <c:pt idx="877">
                  <c:v>3.8403399999999999</c:v>
                </c:pt>
                <c:pt idx="878">
                  <c:v>3.8406500000000001</c:v>
                </c:pt>
                <c:pt idx="879">
                  <c:v>3.8409499999999999</c:v>
                </c:pt>
                <c:pt idx="880">
                  <c:v>3.8412600000000001</c:v>
                </c:pt>
                <c:pt idx="881">
                  <c:v>3.8415599999999999</c:v>
                </c:pt>
                <c:pt idx="882">
                  <c:v>3.8418700000000001</c:v>
                </c:pt>
                <c:pt idx="883">
                  <c:v>3.8421699999999999</c:v>
                </c:pt>
                <c:pt idx="884">
                  <c:v>3.8424800000000001</c:v>
                </c:pt>
                <c:pt idx="885">
                  <c:v>3.8427799999999999</c:v>
                </c:pt>
                <c:pt idx="886">
                  <c:v>3.8430900000000001</c:v>
                </c:pt>
                <c:pt idx="887">
                  <c:v>3.8433899999999999</c:v>
                </c:pt>
                <c:pt idx="888">
                  <c:v>3.8437000000000001</c:v>
                </c:pt>
                <c:pt idx="889">
                  <c:v>3.8440099999999999</c:v>
                </c:pt>
                <c:pt idx="890">
                  <c:v>3.8443100000000001</c:v>
                </c:pt>
                <c:pt idx="891">
                  <c:v>3.8446199999999999</c:v>
                </c:pt>
                <c:pt idx="892">
                  <c:v>3.8449200000000001</c:v>
                </c:pt>
                <c:pt idx="893">
                  <c:v>3.8452299999999999</c:v>
                </c:pt>
                <c:pt idx="894">
                  <c:v>3.8455300000000001</c:v>
                </c:pt>
                <c:pt idx="895">
                  <c:v>3.8458399999999999</c:v>
                </c:pt>
                <c:pt idx="896">
                  <c:v>3.8461400000000001</c:v>
                </c:pt>
                <c:pt idx="897">
                  <c:v>3.8464499999999999</c:v>
                </c:pt>
                <c:pt idx="898">
                  <c:v>3.8467500000000001</c:v>
                </c:pt>
                <c:pt idx="899">
                  <c:v>3.8470599999999999</c:v>
                </c:pt>
                <c:pt idx="900">
                  <c:v>3.8473600000000001</c:v>
                </c:pt>
                <c:pt idx="901">
                  <c:v>3.8476699999999999</c:v>
                </c:pt>
                <c:pt idx="902">
                  <c:v>3.8479800000000002</c:v>
                </c:pt>
                <c:pt idx="903">
                  <c:v>3.8482799999999999</c:v>
                </c:pt>
                <c:pt idx="904">
                  <c:v>3.8485900000000002</c:v>
                </c:pt>
                <c:pt idx="905">
                  <c:v>3.8488899999999999</c:v>
                </c:pt>
                <c:pt idx="906">
                  <c:v>3.8492000000000002</c:v>
                </c:pt>
                <c:pt idx="907">
                  <c:v>3.8494999999999999</c:v>
                </c:pt>
                <c:pt idx="908">
                  <c:v>3.8498100000000002</c:v>
                </c:pt>
                <c:pt idx="909">
                  <c:v>3.8501099999999999</c:v>
                </c:pt>
                <c:pt idx="910">
                  <c:v>3.8504200000000002</c:v>
                </c:pt>
                <c:pt idx="911">
                  <c:v>3.8507199999999999</c:v>
                </c:pt>
                <c:pt idx="912">
                  <c:v>3.8510300000000002</c:v>
                </c:pt>
                <c:pt idx="913">
                  <c:v>3.8513299999999999</c:v>
                </c:pt>
                <c:pt idx="914">
                  <c:v>3.8516400000000002</c:v>
                </c:pt>
                <c:pt idx="915">
                  <c:v>3.85195</c:v>
                </c:pt>
                <c:pt idx="916">
                  <c:v>3.8522500000000002</c:v>
                </c:pt>
                <c:pt idx="917">
                  <c:v>3.85256</c:v>
                </c:pt>
                <c:pt idx="918">
                  <c:v>3.8528600000000002</c:v>
                </c:pt>
                <c:pt idx="919">
                  <c:v>3.85317</c:v>
                </c:pt>
                <c:pt idx="920">
                  <c:v>3.8534700000000002</c:v>
                </c:pt>
                <c:pt idx="921">
                  <c:v>3.85378</c:v>
                </c:pt>
                <c:pt idx="922">
                  <c:v>3.8540800000000002</c:v>
                </c:pt>
                <c:pt idx="923">
                  <c:v>3.85439</c:v>
                </c:pt>
                <c:pt idx="924">
                  <c:v>3.8546900000000002</c:v>
                </c:pt>
                <c:pt idx="925">
                  <c:v>3.855</c:v>
                </c:pt>
                <c:pt idx="926">
                  <c:v>3.8553000000000002</c:v>
                </c:pt>
                <c:pt idx="927">
                  <c:v>3.85561</c:v>
                </c:pt>
                <c:pt idx="928">
                  <c:v>3.8559199999999998</c:v>
                </c:pt>
                <c:pt idx="929">
                  <c:v>3.85622</c:v>
                </c:pt>
                <c:pt idx="930">
                  <c:v>3.8565299999999998</c:v>
                </c:pt>
                <c:pt idx="931">
                  <c:v>3.85683</c:v>
                </c:pt>
                <c:pt idx="932">
                  <c:v>3.8571399999999998</c:v>
                </c:pt>
                <c:pt idx="933">
                  <c:v>3.85744</c:v>
                </c:pt>
                <c:pt idx="934">
                  <c:v>3.8577499999999998</c:v>
                </c:pt>
                <c:pt idx="935">
                  <c:v>3.85805</c:v>
                </c:pt>
                <c:pt idx="936">
                  <c:v>3.8583599999999998</c:v>
                </c:pt>
                <c:pt idx="937">
                  <c:v>3.85866</c:v>
                </c:pt>
                <c:pt idx="938">
                  <c:v>3.8589699999999998</c:v>
                </c:pt>
                <c:pt idx="939">
                  <c:v>3.85928</c:v>
                </c:pt>
                <c:pt idx="940">
                  <c:v>3.8595799999999998</c:v>
                </c:pt>
                <c:pt idx="941">
                  <c:v>3.85989</c:v>
                </c:pt>
                <c:pt idx="942">
                  <c:v>3.8601899999999998</c:v>
                </c:pt>
                <c:pt idx="943">
                  <c:v>3.8605</c:v>
                </c:pt>
                <c:pt idx="944">
                  <c:v>3.8607999999999998</c:v>
                </c:pt>
                <c:pt idx="945">
                  <c:v>3.86111</c:v>
                </c:pt>
                <c:pt idx="946">
                  <c:v>3.8614099999999998</c:v>
                </c:pt>
                <c:pt idx="947">
                  <c:v>3.86172</c:v>
                </c:pt>
                <c:pt idx="948">
                  <c:v>3.8620199999999998</c:v>
                </c:pt>
                <c:pt idx="949">
                  <c:v>3.86233</c:v>
                </c:pt>
                <c:pt idx="950">
                  <c:v>3.8626299999999998</c:v>
                </c:pt>
                <c:pt idx="951">
                  <c:v>3.86294</c:v>
                </c:pt>
                <c:pt idx="952">
                  <c:v>3.8632499999999999</c:v>
                </c:pt>
                <c:pt idx="953">
                  <c:v>3.86355</c:v>
                </c:pt>
                <c:pt idx="954">
                  <c:v>3.8638599999999999</c:v>
                </c:pt>
                <c:pt idx="955">
                  <c:v>3.86416</c:v>
                </c:pt>
                <c:pt idx="956">
                  <c:v>3.8644699999999998</c:v>
                </c:pt>
                <c:pt idx="957">
                  <c:v>3.86477</c:v>
                </c:pt>
                <c:pt idx="958">
                  <c:v>3.8650799999999998</c:v>
                </c:pt>
                <c:pt idx="959">
                  <c:v>3.86538</c:v>
                </c:pt>
                <c:pt idx="960">
                  <c:v>3.8656899999999998</c:v>
                </c:pt>
                <c:pt idx="961">
                  <c:v>3.86599</c:v>
                </c:pt>
                <c:pt idx="962">
                  <c:v>3.8662999999999998</c:v>
                </c:pt>
                <c:pt idx="963">
                  <c:v>3.8666</c:v>
                </c:pt>
                <c:pt idx="964">
                  <c:v>3.8669099999999998</c:v>
                </c:pt>
                <c:pt idx="965">
                  <c:v>3.8672200000000001</c:v>
                </c:pt>
                <c:pt idx="966">
                  <c:v>3.8675199999999998</c:v>
                </c:pt>
                <c:pt idx="967">
                  <c:v>3.8678300000000001</c:v>
                </c:pt>
                <c:pt idx="968">
                  <c:v>3.8681299999999998</c:v>
                </c:pt>
                <c:pt idx="969">
                  <c:v>3.8684400000000001</c:v>
                </c:pt>
                <c:pt idx="970">
                  <c:v>3.8687399999999998</c:v>
                </c:pt>
                <c:pt idx="971">
                  <c:v>3.8690500000000001</c:v>
                </c:pt>
                <c:pt idx="972">
                  <c:v>3.8693499999999998</c:v>
                </c:pt>
                <c:pt idx="973">
                  <c:v>3.8696600000000001</c:v>
                </c:pt>
                <c:pt idx="974">
                  <c:v>3.8699599999999998</c:v>
                </c:pt>
                <c:pt idx="975">
                  <c:v>3.8702700000000001</c:v>
                </c:pt>
                <c:pt idx="976">
                  <c:v>3.8705699999999998</c:v>
                </c:pt>
                <c:pt idx="977">
                  <c:v>3.8708800000000001</c:v>
                </c:pt>
                <c:pt idx="978">
                  <c:v>3.8711899999999999</c:v>
                </c:pt>
                <c:pt idx="979">
                  <c:v>3.8714900000000001</c:v>
                </c:pt>
                <c:pt idx="980">
                  <c:v>3.8717999999999999</c:v>
                </c:pt>
                <c:pt idx="981">
                  <c:v>3.8721000000000001</c:v>
                </c:pt>
                <c:pt idx="982">
                  <c:v>3.8724099999999999</c:v>
                </c:pt>
                <c:pt idx="983">
                  <c:v>3.8727100000000001</c:v>
                </c:pt>
                <c:pt idx="984">
                  <c:v>3.8730199999999999</c:v>
                </c:pt>
                <c:pt idx="985">
                  <c:v>3.8733200000000001</c:v>
                </c:pt>
                <c:pt idx="986">
                  <c:v>3.8736299999999999</c:v>
                </c:pt>
                <c:pt idx="987">
                  <c:v>3.8739300000000001</c:v>
                </c:pt>
                <c:pt idx="988">
                  <c:v>3.8742399999999999</c:v>
                </c:pt>
                <c:pt idx="989">
                  <c:v>3.8745500000000002</c:v>
                </c:pt>
                <c:pt idx="990">
                  <c:v>3.8748499999999999</c:v>
                </c:pt>
                <c:pt idx="991">
                  <c:v>3.8751600000000002</c:v>
                </c:pt>
                <c:pt idx="992">
                  <c:v>3.8754599999999999</c:v>
                </c:pt>
                <c:pt idx="993">
                  <c:v>3.8757700000000002</c:v>
                </c:pt>
                <c:pt idx="994">
                  <c:v>3.8760699999999999</c:v>
                </c:pt>
                <c:pt idx="995">
                  <c:v>3.8763800000000002</c:v>
                </c:pt>
                <c:pt idx="996">
                  <c:v>3.8766799999999999</c:v>
                </c:pt>
                <c:pt idx="997">
                  <c:v>3.8769900000000002</c:v>
                </c:pt>
                <c:pt idx="998">
                  <c:v>3.8772899999999999</c:v>
                </c:pt>
                <c:pt idx="999">
                  <c:v>3.8776000000000002</c:v>
                </c:pt>
                <c:pt idx="1000">
                  <c:v>3.8778999999999999</c:v>
                </c:pt>
                <c:pt idx="1001">
                  <c:v>3.8782100000000002</c:v>
                </c:pt>
                <c:pt idx="1002">
                  <c:v>3.87852</c:v>
                </c:pt>
                <c:pt idx="1003">
                  <c:v>3.8788200000000002</c:v>
                </c:pt>
                <c:pt idx="1004">
                  <c:v>3.87913</c:v>
                </c:pt>
                <c:pt idx="1005">
                  <c:v>3.8794300000000002</c:v>
                </c:pt>
                <c:pt idx="1006">
                  <c:v>3.87974</c:v>
                </c:pt>
                <c:pt idx="1007">
                  <c:v>3.8800400000000002</c:v>
                </c:pt>
                <c:pt idx="1008">
                  <c:v>3.88035</c:v>
                </c:pt>
                <c:pt idx="1009">
                  <c:v>3.8806500000000002</c:v>
                </c:pt>
                <c:pt idx="1010">
                  <c:v>3.88096</c:v>
                </c:pt>
                <c:pt idx="1011">
                  <c:v>3.8812600000000002</c:v>
                </c:pt>
                <c:pt idx="1012">
                  <c:v>3.88157</c:v>
                </c:pt>
                <c:pt idx="1013">
                  <c:v>3.8818700000000002</c:v>
                </c:pt>
                <c:pt idx="1014">
                  <c:v>3.88218</c:v>
                </c:pt>
                <c:pt idx="1015">
                  <c:v>3.8824900000000002</c:v>
                </c:pt>
                <c:pt idx="1016">
                  <c:v>3.88279</c:v>
                </c:pt>
                <c:pt idx="1017">
                  <c:v>3.8831000000000002</c:v>
                </c:pt>
                <c:pt idx="1018">
                  <c:v>3.8834</c:v>
                </c:pt>
                <c:pt idx="1019">
                  <c:v>3.8837100000000002</c:v>
                </c:pt>
                <c:pt idx="1020">
                  <c:v>3.88401</c:v>
                </c:pt>
                <c:pt idx="1021">
                  <c:v>3.8843200000000002</c:v>
                </c:pt>
                <c:pt idx="1022">
                  <c:v>3.88462</c:v>
                </c:pt>
                <c:pt idx="1023">
                  <c:v>3.8849300000000002</c:v>
                </c:pt>
                <c:pt idx="1024">
                  <c:v>3.88523</c:v>
                </c:pt>
                <c:pt idx="1025">
                  <c:v>3.8855400000000002</c:v>
                </c:pt>
                <c:pt idx="1026">
                  <c:v>3.88584</c:v>
                </c:pt>
                <c:pt idx="1027">
                  <c:v>3.8861500000000002</c:v>
                </c:pt>
                <c:pt idx="1028">
                  <c:v>3.88646</c:v>
                </c:pt>
                <c:pt idx="1029">
                  <c:v>3.8867600000000002</c:v>
                </c:pt>
                <c:pt idx="1030">
                  <c:v>3.88707</c:v>
                </c:pt>
                <c:pt idx="1031">
                  <c:v>3.8873700000000002</c:v>
                </c:pt>
                <c:pt idx="1032">
                  <c:v>3.88768</c:v>
                </c:pt>
                <c:pt idx="1033">
                  <c:v>3.8879800000000002</c:v>
                </c:pt>
                <c:pt idx="1034">
                  <c:v>3.88829</c:v>
                </c:pt>
                <c:pt idx="1035">
                  <c:v>3.8885900000000002</c:v>
                </c:pt>
                <c:pt idx="1036">
                  <c:v>3.8889</c:v>
                </c:pt>
                <c:pt idx="1037">
                  <c:v>3.8892000000000002</c:v>
                </c:pt>
                <c:pt idx="1038">
                  <c:v>3.88951</c:v>
                </c:pt>
                <c:pt idx="1039">
                  <c:v>3.8898100000000002</c:v>
                </c:pt>
                <c:pt idx="1040">
                  <c:v>3.89012</c:v>
                </c:pt>
                <c:pt idx="1041">
                  <c:v>3.8904299999999998</c:v>
                </c:pt>
                <c:pt idx="1042">
                  <c:v>3.89073</c:v>
                </c:pt>
                <c:pt idx="1043">
                  <c:v>3.8910399999999998</c:v>
                </c:pt>
                <c:pt idx="1044">
                  <c:v>3.89134</c:v>
                </c:pt>
                <c:pt idx="1045">
                  <c:v>3.8916499999999998</c:v>
                </c:pt>
                <c:pt idx="1046">
                  <c:v>3.89195</c:v>
                </c:pt>
                <c:pt idx="1047">
                  <c:v>3.8922599999999998</c:v>
                </c:pt>
                <c:pt idx="1048">
                  <c:v>3.89256</c:v>
                </c:pt>
                <c:pt idx="1049">
                  <c:v>3.8928699999999998</c:v>
                </c:pt>
                <c:pt idx="1050">
                  <c:v>3.89317</c:v>
                </c:pt>
                <c:pt idx="1051">
                  <c:v>3.8934799999999998</c:v>
                </c:pt>
                <c:pt idx="1052">
                  <c:v>3.8937900000000001</c:v>
                </c:pt>
                <c:pt idx="1053">
                  <c:v>3.8940899999999998</c:v>
                </c:pt>
                <c:pt idx="1054">
                  <c:v>3.8944000000000001</c:v>
                </c:pt>
                <c:pt idx="1055">
                  <c:v>3.8946999999999998</c:v>
                </c:pt>
                <c:pt idx="1056">
                  <c:v>3.8950100000000001</c:v>
                </c:pt>
                <c:pt idx="1057">
                  <c:v>3.8953099999999998</c:v>
                </c:pt>
                <c:pt idx="1058">
                  <c:v>3.8956200000000001</c:v>
                </c:pt>
                <c:pt idx="1059">
                  <c:v>3.8959199999999998</c:v>
                </c:pt>
                <c:pt idx="1060">
                  <c:v>3.8962300000000001</c:v>
                </c:pt>
                <c:pt idx="1061">
                  <c:v>3.8965299999999998</c:v>
                </c:pt>
                <c:pt idx="1062">
                  <c:v>3.8968400000000001</c:v>
                </c:pt>
                <c:pt idx="1063">
                  <c:v>3.8971399999999998</c:v>
                </c:pt>
                <c:pt idx="1064">
                  <c:v>3.8974500000000001</c:v>
                </c:pt>
                <c:pt idx="1065">
                  <c:v>3.8977599999999999</c:v>
                </c:pt>
                <c:pt idx="1066">
                  <c:v>3.8980600000000001</c:v>
                </c:pt>
                <c:pt idx="1067">
                  <c:v>3.8983699999999999</c:v>
                </c:pt>
                <c:pt idx="1068">
                  <c:v>3.8986700000000001</c:v>
                </c:pt>
                <c:pt idx="1069">
                  <c:v>3.8989799999999999</c:v>
                </c:pt>
                <c:pt idx="1070">
                  <c:v>3.8992800000000001</c:v>
                </c:pt>
                <c:pt idx="1071">
                  <c:v>3.8995899999999999</c:v>
                </c:pt>
                <c:pt idx="1072">
                  <c:v>3.8998900000000001</c:v>
                </c:pt>
                <c:pt idx="1073">
                  <c:v>3.9001999999999999</c:v>
                </c:pt>
                <c:pt idx="1074">
                  <c:v>3.9005000000000001</c:v>
                </c:pt>
                <c:pt idx="1075">
                  <c:v>3.9008099999999999</c:v>
                </c:pt>
                <c:pt idx="1076">
                  <c:v>3.9011100000000001</c:v>
                </c:pt>
                <c:pt idx="1077">
                  <c:v>3.9014199999999999</c:v>
                </c:pt>
                <c:pt idx="1078">
                  <c:v>3.9017300000000001</c:v>
                </c:pt>
                <c:pt idx="1079">
                  <c:v>3.9020299999999999</c:v>
                </c:pt>
                <c:pt idx="1080">
                  <c:v>3.9023400000000001</c:v>
                </c:pt>
                <c:pt idx="1081">
                  <c:v>3.9026399999999999</c:v>
                </c:pt>
                <c:pt idx="1082">
                  <c:v>3.9029500000000001</c:v>
                </c:pt>
                <c:pt idx="1083">
                  <c:v>3.9032499999999999</c:v>
                </c:pt>
                <c:pt idx="1084">
                  <c:v>3.9035600000000001</c:v>
                </c:pt>
                <c:pt idx="1085">
                  <c:v>3.9038599999999999</c:v>
                </c:pt>
                <c:pt idx="1086">
                  <c:v>3.9041700000000001</c:v>
                </c:pt>
                <c:pt idx="1087">
                  <c:v>3.9044699999999999</c:v>
                </c:pt>
                <c:pt idx="1088">
                  <c:v>3.9047800000000001</c:v>
                </c:pt>
                <c:pt idx="1089">
                  <c:v>3.9050799999999999</c:v>
                </c:pt>
                <c:pt idx="1090">
                  <c:v>3.9053900000000001</c:v>
                </c:pt>
                <c:pt idx="1091">
                  <c:v>3.9056999999999999</c:v>
                </c:pt>
                <c:pt idx="1092">
                  <c:v>3.9060000000000001</c:v>
                </c:pt>
                <c:pt idx="1093">
                  <c:v>3.9063099999999999</c:v>
                </c:pt>
                <c:pt idx="1094">
                  <c:v>3.9066100000000001</c:v>
                </c:pt>
                <c:pt idx="1095">
                  <c:v>3.9069199999999999</c:v>
                </c:pt>
                <c:pt idx="1096">
                  <c:v>3.9072200000000001</c:v>
                </c:pt>
                <c:pt idx="1097">
                  <c:v>3.9075299999999999</c:v>
                </c:pt>
                <c:pt idx="1098">
                  <c:v>3.9078300000000001</c:v>
                </c:pt>
                <c:pt idx="1099">
                  <c:v>3.9081399999999999</c:v>
                </c:pt>
                <c:pt idx="1100">
                  <c:v>3.9084400000000001</c:v>
                </c:pt>
                <c:pt idx="1101">
                  <c:v>3.9087499999999999</c:v>
                </c:pt>
                <c:pt idx="1102">
                  <c:v>3.9090500000000001</c:v>
                </c:pt>
                <c:pt idx="1103">
                  <c:v>3.9093599999999999</c:v>
                </c:pt>
                <c:pt idx="1104">
                  <c:v>3.9096700000000002</c:v>
                </c:pt>
                <c:pt idx="1105">
                  <c:v>3.9099699999999999</c:v>
                </c:pt>
                <c:pt idx="1106">
                  <c:v>3.9102800000000002</c:v>
                </c:pt>
                <c:pt idx="1107">
                  <c:v>3.9105799999999999</c:v>
                </c:pt>
                <c:pt idx="1108">
                  <c:v>3.9108900000000002</c:v>
                </c:pt>
                <c:pt idx="1109">
                  <c:v>3.9111899999999999</c:v>
                </c:pt>
                <c:pt idx="1110">
                  <c:v>3.9115000000000002</c:v>
                </c:pt>
                <c:pt idx="1111">
                  <c:v>3.9117999999999999</c:v>
                </c:pt>
                <c:pt idx="1112">
                  <c:v>3.9121100000000002</c:v>
                </c:pt>
                <c:pt idx="1113">
                  <c:v>3.9124099999999999</c:v>
                </c:pt>
                <c:pt idx="1114">
                  <c:v>3.9127200000000002</c:v>
                </c:pt>
                <c:pt idx="1115">
                  <c:v>3.91303</c:v>
                </c:pt>
                <c:pt idx="1116">
                  <c:v>3.9133300000000002</c:v>
                </c:pt>
                <c:pt idx="1117">
                  <c:v>3.91364</c:v>
                </c:pt>
                <c:pt idx="1118">
                  <c:v>3.9139400000000002</c:v>
                </c:pt>
                <c:pt idx="1119">
                  <c:v>3.91425</c:v>
                </c:pt>
                <c:pt idx="1120">
                  <c:v>3.9145500000000002</c:v>
                </c:pt>
                <c:pt idx="1121">
                  <c:v>3.91486</c:v>
                </c:pt>
                <c:pt idx="1122">
                  <c:v>3.9151600000000002</c:v>
                </c:pt>
                <c:pt idx="1123">
                  <c:v>3.91547</c:v>
                </c:pt>
                <c:pt idx="1124">
                  <c:v>3.9157700000000002</c:v>
                </c:pt>
                <c:pt idx="1125">
                  <c:v>3.91608</c:v>
                </c:pt>
                <c:pt idx="1126">
                  <c:v>3.9163800000000002</c:v>
                </c:pt>
                <c:pt idx="1127">
                  <c:v>3.91669</c:v>
                </c:pt>
                <c:pt idx="1128">
                  <c:v>3.9169999999999998</c:v>
                </c:pt>
                <c:pt idx="1129">
                  <c:v>3.9173</c:v>
                </c:pt>
                <c:pt idx="1130">
                  <c:v>3.9176099999999998</c:v>
                </c:pt>
                <c:pt idx="1131">
                  <c:v>3.91791</c:v>
                </c:pt>
                <c:pt idx="1132">
                  <c:v>3.9182199999999998</c:v>
                </c:pt>
                <c:pt idx="1133">
                  <c:v>3.91852</c:v>
                </c:pt>
                <c:pt idx="1134">
                  <c:v>3.9188299999999998</c:v>
                </c:pt>
                <c:pt idx="1135">
                  <c:v>3.91913</c:v>
                </c:pt>
                <c:pt idx="1136">
                  <c:v>3.9194399999999998</c:v>
                </c:pt>
                <c:pt idx="1137">
                  <c:v>3.91974</c:v>
                </c:pt>
                <c:pt idx="1138">
                  <c:v>3.9200499999999998</c:v>
                </c:pt>
                <c:pt idx="1139">
                  <c:v>3.92035</c:v>
                </c:pt>
                <c:pt idx="1140">
                  <c:v>3.9206599999999998</c:v>
                </c:pt>
                <c:pt idx="1141">
                  <c:v>3.9209700000000001</c:v>
                </c:pt>
                <c:pt idx="1142">
                  <c:v>3.9212699999999998</c:v>
                </c:pt>
                <c:pt idx="1143">
                  <c:v>3.9215800000000001</c:v>
                </c:pt>
                <c:pt idx="1144">
                  <c:v>3.9218799999999998</c:v>
                </c:pt>
                <c:pt idx="1145">
                  <c:v>3.9221900000000001</c:v>
                </c:pt>
                <c:pt idx="1146">
                  <c:v>3.9224899999999998</c:v>
                </c:pt>
                <c:pt idx="1147">
                  <c:v>3.9228000000000001</c:v>
                </c:pt>
                <c:pt idx="1148">
                  <c:v>3.9230999999999998</c:v>
                </c:pt>
                <c:pt idx="1149">
                  <c:v>3.9234100000000001</c:v>
                </c:pt>
                <c:pt idx="1150">
                  <c:v>3.9237099999999998</c:v>
                </c:pt>
                <c:pt idx="1151">
                  <c:v>3.9240200000000001</c:v>
                </c:pt>
                <c:pt idx="1152">
                  <c:v>3.9243199999999998</c:v>
                </c:pt>
                <c:pt idx="1153">
                  <c:v>3.9246300000000001</c:v>
                </c:pt>
                <c:pt idx="1154">
                  <c:v>3.9249399999999999</c:v>
                </c:pt>
                <c:pt idx="1155">
                  <c:v>3.9252400000000001</c:v>
                </c:pt>
                <c:pt idx="1156">
                  <c:v>3.9255499999999999</c:v>
                </c:pt>
                <c:pt idx="1157">
                  <c:v>3.9258500000000001</c:v>
                </c:pt>
                <c:pt idx="1158">
                  <c:v>3.9261599999999999</c:v>
                </c:pt>
                <c:pt idx="1159">
                  <c:v>3.9264600000000001</c:v>
                </c:pt>
                <c:pt idx="1160">
                  <c:v>3.9267699999999999</c:v>
                </c:pt>
                <c:pt idx="1161">
                  <c:v>3.9270700000000001</c:v>
                </c:pt>
                <c:pt idx="1162">
                  <c:v>3.9273799999999999</c:v>
                </c:pt>
                <c:pt idx="1163">
                  <c:v>3.9276800000000001</c:v>
                </c:pt>
                <c:pt idx="1164">
                  <c:v>3.9279899999999999</c:v>
                </c:pt>
                <c:pt idx="1165">
                  <c:v>3.9283000000000001</c:v>
                </c:pt>
                <c:pt idx="1166">
                  <c:v>3.9285999999999999</c:v>
                </c:pt>
                <c:pt idx="1167">
                  <c:v>3.9289100000000001</c:v>
                </c:pt>
                <c:pt idx="1168">
                  <c:v>3.9292099999999999</c:v>
                </c:pt>
                <c:pt idx="1169">
                  <c:v>3.9295200000000001</c:v>
                </c:pt>
                <c:pt idx="1170">
                  <c:v>3.9298199999999999</c:v>
                </c:pt>
                <c:pt idx="1171">
                  <c:v>3.9301300000000001</c:v>
                </c:pt>
                <c:pt idx="1172">
                  <c:v>3.9304299999999999</c:v>
                </c:pt>
                <c:pt idx="1173">
                  <c:v>3.9307400000000001</c:v>
                </c:pt>
                <c:pt idx="1174">
                  <c:v>3.9310399999999999</c:v>
                </c:pt>
                <c:pt idx="1175">
                  <c:v>3.9313500000000001</c:v>
                </c:pt>
                <c:pt idx="1176">
                  <c:v>3.9316499999999999</c:v>
                </c:pt>
                <c:pt idx="1177">
                  <c:v>3.9319600000000001</c:v>
                </c:pt>
                <c:pt idx="1178">
                  <c:v>3.9322699999999999</c:v>
                </c:pt>
                <c:pt idx="1179">
                  <c:v>3.9325700000000001</c:v>
                </c:pt>
                <c:pt idx="1180">
                  <c:v>3.9328799999999999</c:v>
                </c:pt>
                <c:pt idx="1181">
                  <c:v>3.9331800000000001</c:v>
                </c:pt>
                <c:pt idx="1182">
                  <c:v>3.9334899999999999</c:v>
                </c:pt>
                <c:pt idx="1183">
                  <c:v>3.9337900000000001</c:v>
                </c:pt>
                <c:pt idx="1184">
                  <c:v>3.9340999999999999</c:v>
                </c:pt>
                <c:pt idx="1185">
                  <c:v>3.9344000000000001</c:v>
                </c:pt>
                <c:pt idx="1186">
                  <c:v>3.9347099999999999</c:v>
                </c:pt>
                <c:pt idx="1187">
                  <c:v>3.9350100000000001</c:v>
                </c:pt>
                <c:pt idx="1188">
                  <c:v>3.9353199999999999</c:v>
                </c:pt>
                <c:pt idx="1189">
                  <c:v>3.9356200000000001</c:v>
                </c:pt>
                <c:pt idx="1190">
                  <c:v>3.9359299999999999</c:v>
                </c:pt>
                <c:pt idx="1191">
                  <c:v>3.9362400000000002</c:v>
                </c:pt>
                <c:pt idx="1192">
                  <c:v>3.9365399999999999</c:v>
                </c:pt>
                <c:pt idx="1193">
                  <c:v>3.9368500000000002</c:v>
                </c:pt>
                <c:pt idx="1194">
                  <c:v>3.9371499999999999</c:v>
                </c:pt>
                <c:pt idx="1195">
                  <c:v>3.9374600000000002</c:v>
                </c:pt>
                <c:pt idx="1196">
                  <c:v>3.9377599999999999</c:v>
                </c:pt>
                <c:pt idx="1197">
                  <c:v>3.9380700000000002</c:v>
                </c:pt>
                <c:pt idx="1198">
                  <c:v>3.9383699999999999</c:v>
                </c:pt>
                <c:pt idx="1199">
                  <c:v>3.9386800000000002</c:v>
                </c:pt>
                <c:pt idx="1200">
                  <c:v>3.9389799999999999</c:v>
                </c:pt>
                <c:pt idx="1201">
                  <c:v>3.9392900000000002</c:v>
                </c:pt>
                <c:pt idx="1202">
                  <c:v>3.9395899999999999</c:v>
                </c:pt>
                <c:pt idx="1203">
                  <c:v>3.9399000000000002</c:v>
                </c:pt>
                <c:pt idx="1204">
                  <c:v>3.94021</c:v>
                </c:pt>
                <c:pt idx="1205">
                  <c:v>3.9405100000000002</c:v>
                </c:pt>
                <c:pt idx="1206">
                  <c:v>3.94082</c:v>
                </c:pt>
                <c:pt idx="1207">
                  <c:v>3.9411200000000002</c:v>
                </c:pt>
                <c:pt idx="1208">
                  <c:v>3.94143</c:v>
                </c:pt>
                <c:pt idx="1209">
                  <c:v>3.9417300000000002</c:v>
                </c:pt>
                <c:pt idx="1210">
                  <c:v>3.94204</c:v>
                </c:pt>
                <c:pt idx="1211">
                  <c:v>3.9423400000000002</c:v>
                </c:pt>
                <c:pt idx="1212">
                  <c:v>3.94265</c:v>
                </c:pt>
                <c:pt idx="1213">
                  <c:v>3.9429500000000002</c:v>
                </c:pt>
                <c:pt idx="1214">
                  <c:v>3.94326</c:v>
                </c:pt>
                <c:pt idx="1215">
                  <c:v>3.9435600000000002</c:v>
                </c:pt>
                <c:pt idx="1216">
                  <c:v>3.94387</c:v>
                </c:pt>
                <c:pt idx="1217">
                  <c:v>3.9441799999999998</c:v>
                </c:pt>
                <c:pt idx="1218">
                  <c:v>3.94448</c:v>
                </c:pt>
                <c:pt idx="1219">
                  <c:v>3.9447899999999998</c:v>
                </c:pt>
                <c:pt idx="1220">
                  <c:v>3.94509</c:v>
                </c:pt>
                <c:pt idx="1221">
                  <c:v>3.9453999999999998</c:v>
                </c:pt>
                <c:pt idx="1222">
                  <c:v>3.9457</c:v>
                </c:pt>
                <c:pt idx="1223">
                  <c:v>3.9460099999999998</c:v>
                </c:pt>
                <c:pt idx="1224">
                  <c:v>3.94631</c:v>
                </c:pt>
                <c:pt idx="1225">
                  <c:v>3.9466199999999998</c:v>
                </c:pt>
                <c:pt idx="1226">
                  <c:v>3.94692</c:v>
                </c:pt>
                <c:pt idx="1227">
                  <c:v>3.9472299999999998</c:v>
                </c:pt>
                <c:pt idx="1228">
                  <c:v>3.94754</c:v>
                </c:pt>
                <c:pt idx="1229">
                  <c:v>3.9478399999999998</c:v>
                </c:pt>
                <c:pt idx="1230">
                  <c:v>3.94815</c:v>
                </c:pt>
                <c:pt idx="1231">
                  <c:v>3.9484499999999998</c:v>
                </c:pt>
                <c:pt idx="1232">
                  <c:v>3.94876</c:v>
                </c:pt>
                <c:pt idx="1233">
                  <c:v>3.9490599999999998</c:v>
                </c:pt>
                <c:pt idx="1234">
                  <c:v>3.94937</c:v>
                </c:pt>
                <c:pt idx="1235">
                  <c:v>3.9496699999999998</c:v>
                </c:pt>
                <c:pt idx="1236">
                  <c:v>3.94998</c:v>
                </c:pt>
                <c:pt idx="1237">
                  <c:v>3.9502799999999998</c:v>
                </c:pt>
                <c:pt idx="1238">
                  <c:v>3.95059</c:v>
                </c:pt>
                <c:pt idx="1239">
                  <c:v>3.9508899999999998</c:v>
                </c:pt>
                <c:pt idx="1240">
                  <c:v>3.9512</c:v>
                </c:pt>
                <c:pt idx="1241">
                  <c:v>3.9515099999999999</c:v>
                </c:pt>
                <c:pt idx="1242">
                  <c:v>3.95181</c:v>
                </c:pt>
                <c:pt idx="1243">
                  <c:v>3.9521199999999999</c:v>
                </c:pt>
                <c:pt idx="1244">
                  <c:v>3.95242</c:v>
                </c:pt>
                <c:pt idx="1245">
                  <c:v>3.9527299999999999</c:v>
                </c:pt>
                <c:pt idx="1246">
                  <c:v>3.95303</c:v>
                </c:pt>
                <c:pt idx="1247">
                  <c:v>3.9533399999999999</c:v>
                </c:pt>
                <c:pt idx="1248">
                  <c:v>3.95364</c:v>
                </c:pt>
                <c:pt idx="1249">
                  <c:v>3.9539499999999999</c:v>
                </c:pt>
                <c:pt idx="1250">
                  <c:v>3.95425</c:v>
                </c:pt>
                <c:pt idx="1251">
                  <c:v>3.9545599999999999</c:v>
                </c:pt>
                <c:pt idx="1252">
                  <c:v>3.95486</c:v>
                </c:pt>
                <c:pt idx="1253">
                  <c:v>3.9551699999999999</c:v>
                </c:pt>
                <c:pt idx="1254">
                  <c:v>3.9554800000000001</c:v>
                </c:pt>
                <c:pt idx="1255">
                  <c:v>3.9557799999999999</c:v>
                </c:pt>
                <c:pt idx="1256">
                  <c:v>3.9560900000000001</c:v>
                </c:pt>
                <c:pt idx="1257">
                  <c:v>3.9563899999999999</c:v>
                </c:pt>
                <c:pt idx="1258">
                  <c:v>3.9567000000000001</c:v>
                </c:pt>
                <c:pt idx="1259">
                  <c:v>3.9569999999999999</c:v>
                </c:pt>
                <c:pt idx="1260">
                  <c:v>3.9573100000000001</c:v>
                </c:pt>
                <c:pt idx="1261">
                  <c:v>3.9576099999999999</c:v>
                </c:pt>
                <c:pt idx="1262">
                  <c:v>3.9579200000000001</c:v>
                </c:pt>
                <c:pt idx="1263">
                  <c:v>3.9582199999999998</c:v>
                </c:pt>
                <c:pt idx="1264">
                  <c:v>3.9585300000000001</c:v>
                </c:pt>
                <c:pt idx="1265">
                  <c:v>3.9588299999999998</c:v>
                </c:pt>
                <c:pt idx="1266">
                  <c:v>3.9591400000000001</c:v>
                </c:pt>
                <c:pt idx="1267">
                  <c:v>3.9594499999999999</c:v>
                </c:pt>
                <c:pt idx="1268">
                  <c:v>3.9597500000000001</c:v>
                </c:pt>
                <c:pt idx="1269">
                  <c:v>3.9600599999999999</c:v>
                </c:pt>
                <c:pt idx="1270">
                  <c:v>3.9603600000000001</c:v>
                </c:pt>
                <c:pt idx="1271">
                  <c:v>3.9606699999999999</c:v>
                </c:pt>
                <c:pt idx="1272">
                  <c:v>3.9609700000000001</c:v>
                </c:pt>
                <c:pt idx="1273">
                  <c:v>3.9612799999999999</c:v>
                </c:pt>
                <c:pt idx="1274">
                  <c:v>3.9615800000000001</c:v>
                </c:pt>
                <c:pt idx="1275">
                  <c:v>3.9618899999999999</c:v>
                </c:pt>
                <c:pt idx="1276">
                  <c:v>3.9621900000000001</c:v>
                </c:pt>
                <c:pt idx="1277">
                  <c:v>3.9624999999999999</c:v>
                </c:pt>
                <c:pt idx="1278">
                  <c:v>3.9628000000000001</c:v>
                </c:pt>
                <c:pt idx="1279">
                  <c:v>3.9631099999999999</c:v>
                </c:pt>
                <c:pt idx="1280">
                  <c:v>3.9634200000000002</c:v>
                </c:pt>
                <c:pt idx="1281">
                  <c:v>3.9637199999999999</c:v>
                </c:pt>
                <c:pt idx="1282">
                  <c:v>3.9640300000000002</c:v>
                </c:pt>
                <c:pt idx="1283">
                  <c:v>3.9643299999999999</c:v>
                </c:pt>
                <c:pt idx="1284">
                  <c:v>3.9646400000000002</c:v>
                </c:pt>
                <c:pt idx="1285">
                  <c:v>3.9649399999999999</c:v>
                </c:pt>
                <c:pt idx="1286">
                  <c:v>3.9652500000000002</c:v>
                </c:pt>
                <c:pt idx="1287">
                  <c:v>3.9655499999999999</c:v>
                </c:pt>
                <c:pt idx="1288">
                  <c:v>3.9658600000000002</c:v>
                </c:pt>
                <c:pt idx="1289">
                  <c:v>3.9661599999999999</c:v>
                </c:pt>
                <c:pt idx="1290">
                  <c:v>3.9664700000000002</c:v>
                </c:pt>
                <c:pt idx="1291">
                  <c:v>3.96678</c:v>
                </c:pt>
                <c:pt idx="1292">
                  <c:v>3.9670800000000002</c:v>
                </c:pt>
                <c:pt idx="1293">
                  <c:v>3.96739</c:v>
                </c:pt>
                <c:pt idx="1294">
                  <c:v>3.9676900000000002</c:v>
                </c:pt>
                <c:pt idx="1295">
                  <c:v>3.968</c:v>
                </c:pt>
                <c:pt idx="1296">
                  <c:v>3.9683000000000002</c:v>
                </c:pt>
                <c:pt idx="1297">
                  <c:v>3.96861</c:v>
                </c:pt>
                <c:pt idx="1298">
                  <c:v>3.9689100000000002</c:v>
                </c:pt>
                <c:pt idx="1299">
                  <c:v>3.96922</c:v>
                </c:pt>
                <c:pt idx="1300">
                  <c:v>3.9695200000000002</c:v>
                </c:pt>
                <c:pt idx="1301">
                  <c:v>3.96983</c:v>
                </c:pt>
                <c:pt idx="1302">
                  <c:v>3.9701300000000002</c:v>
                </c:pt>
                <c:pt idx="1303">
                  <c:v>3.97044</c:v>
                </c:pt>
                <c:pt idx="1304">
                  <c:v>3.9707499999999998</c:v>
                </c:pt>
                <c:pt idx="1305">
                  <c:v>3.97105</c:v>
                </c:pt>
                <c:pt idx="1306">
                  <c:v>3.9713599999999998</c:v>
                </c:pt>
                <c:pt idx="1307">
                  <c:v>3.97166</c:v>
                </c:pt>
                <c:pt idx="1308">
                  <c:v>3.9719699999999998</c:v>
                </c:pt>
                <c:pt idx="1309">
                  <c:v>3.97227</c:v>
                </c:pt>
                <c:pt idx="1310">
                  <c:v>3.9725799999999998</c:v>
                </c:pt>
                <c:pt idx="1311">
                  <c:v>3.97288</c:v>
                </c:pt>
                <c:pt idx="1312">
                  <c:v>3.9731900000000002</c:v>
                </c:pt>
                <c:pt idx="1313">
                  <c:v>3.97349</c:v>
                </c:pt>
                <c:pt idx="1314">
                  <c:v>3.9738000000000002</c:v>
                </c:pt>
                <c:pt idx="1315">
                  <c:v>3.9741</c:v>
                </c:pt>
                <c:pt idx="1316">
                  <c:v>3.9744100000000002</c:v>
                </c:pt>
                <c:pt idx="1317">
                  <c:v>3.97472</c:v>
                </c:pt>
                <c:pt idx="1318">
                  <c:v>3.9750200000000002</c:v>
                </c:pt>
                <c:pt idx="1319">
                  <c:v>3.97533</c:v>
                </c:pt>
                <c:pt idx="1320">
                  <c:v>3.9756300000000002</c:v>
                </c:pt>
                <c:pt idx="1321">
                  <c:v>3.97594</c:v>
                </c:pt>
                <c:pt idx="1322">
                  <c:v>3.9762400000000002</c:v>
                </c:pt>
                <c:pt idx="1323">
                  <c:v>3.97655</c:v>
                </c:pt>
                <c:pt idx="1324">
                  <c:v>3.9768500000000002</c:v>
                </c:pt>
                <c:pt idx="1325">
                  <c:v>3.97716</c:v>
                </c:pt>
                <c:pt idx="1326">
                  <c:v>3.9774600000000002</c:v>
                </c:pt>
                <c:pt idx="1327">
                  <c:v>3.97777</c:v>
                </c:pt>
                <c:pt idx="1328">
                  <c:v>3.9780700000000002</c:v>
                </c:pt>
                <c:pt idx="1329">
                  <c:v>3.97838</c:v>
                </c:pt>
                <c:pt idx="1330">
                  <c:v>3.9786899999999998</c:v>
                </c:pt>
                <c:pt idx="1331">
                  <c:v>3.97899</c:v>
                </c:pt>
                <c:pt idx="1332">
                  <c:v>3.9792999999999998</c:v>
                </c:pt>
                <c:pt idx="1333">
                  <c:v>3.9796</c:v>
                </c:pt>
                <c:pt idx="1334">
                  <c:v>3.9799099999999998</c:v>
                </c:pt>
                <c:pt idx="1335">
                  <c:v>3.98021</c:v>
                </c:pt>
                <c:pt idx="1336">
                  <c:v>3.9805199999999998</c:v>
                </c:pt>
                <c:pt idx="1337">
                  <c:v>3.98082</c:v>
                </c:pt>
                <c:pt idx="1338">
                  <c:v>3.9811299999999998</c:v>
                </c:pt>
                <c:pt idx="1339">
                  <c:v>3.98143</c:v>
                </c:pt>
                <c:pt idx="1340">
                  <c:v>3.9817399999999998</c:v>
                </c:pt>
                <c:pt idx="1341">
                  <c:v>3.98204</c:v>
                </c:pt>
                <c:pt idx="1342">
                  <c:v>3.9823499999999998</c:v>
                </c:pt>
                <c:pt idx="1343">
                  <c:v>3.9826600000000001</c:v>
                </c:pt>
                <c:pt idx="1344">
                  <c:v>3.9829599999999998</c:v>
                </c:pt>
                <c:pt idx="1345">
                  <c:v>3.9832700000000001</c:v>
                </c:pt>
                <c:pt idx="1346">
                  <c:v>3.9835699999999998</c:v>
                </c:pt>
                <c:pt idx="1347">
                  <c:v>3.9838800000000001</c:v>
                </c:pt>
                <c:pt idx="1348">
                  <c:v>3.9841799999999998</c:v>
                </c:pt>
                <c:pt idx="1349">
                  <c:v>3.9844900000000001</c:v>
                </c:pt>
                <c:pt idx="1350">
                  <c:v>3.9847899999999998</c:v>
                </c:pt>
                <c:pt idx="1351">
                  <c:v>3.9851000000000001</c:v>
                </c:pt>
                <c:pt idx="1352">
                  <c:v>3.9853999999999998</c:v>
                </c:pt>
                <c:pt idx="1353">
                  <c:v>3.9857100000000001</c:v>
                </c:pt>
                <c:pt idx="1354">
                  <c:v>3.9860199999999999</c:v>
                </c:pt>
                <c:pt idx="1355">
                  <c:v>3.9863200000000001</c:v>
                </c:pt>
                <c:pt idx="1356">
                  <c:v>3.9866299999999999</c:v>
                </c:pt>
                <c:pt idx="1357">
                  <c:v>3.9869300000000001</c:v>
                </c:pt>
                <c:pt idx="1358">
                  <c:v>3.9872399999999999</c:v>
                </c:pt>
                <c:pt idx="1359">
                  <c:v>3.9875400000000001</c:v>
                </c:pt>
                <c:pt idx="1360">
                  <c:v>3.9878499999999999</c:v>
                </c:pt>
                <c:pt idx="1361">
                  <c:v>3.9881500000000001</c:v>
                </c:pt>
                <c:pt idx="1362">
                  <c:v>3.9884599999999999</c:v>
                </c:pt>
                <c:pt idx="1363">
                  <c:v>3.9887600000000001</c:v>
                </c:pt>
                <c:pt idx="1364">
                  <c:v>3.9890699999999999</c:v>
                </c:pt>
                <c:pt idx="1365">
                  <c:v>3.9893700000000001</c:v>
                </c:pt>
                <c:pt idx="1366">
                  <c:v>3.9896799999999999</c:v>
                </c:pt>
                <c:pt idx="1367">
                  <c:v>3.9899900000000001</c:v>
                </c:pt>
                <c:pt idx="1368">
                  <c:v>3.9902899999999999</c:v>
                </c:pt>
                <c:pt idx="1369">
                  <c:v>3.9906000000000001</c:v>
                </c:pt>
                <c:pt idx="1370">
                  <c:v>3.9908999999999999</c:v>
                </c:pt>
                <c:pt idx="1371">
                  <c:v>3.9912100000000001</c:v>
                </c:pt>
                <c:pt idx="1372">
                  <c:v>3.9915099999999999</c:v>
                </c:pt>
                <c:pt idx="1373">
                  <c:v>3.9918200000000001</c:v>
                </c:pt>
                <c:pt idx="1374">
                  <c:v>3.9921199999999999</c:v>
                </c:pt>
                <c:pt idx="1375">
                  <c:v>3.9924300000000001</c:v>
                </c:pt>
                <c:pt idx="1376">
                  <c:v>3.9927299999999999</c:v>
                </c:pt>
                <c:pt idx="1377">
                  <c:v>3.9930400000000001</c:v>
                </c:pt>
                <c:pt idx="1378">
                  <c:v>3.9933399999999999</c:v>
                </c:pt>
                <c:pt idx="1379">
                  <c:v>3.9936500000000001</c:v>
                </c:pt>
                <c:pt idx="1380">
                  <c:v>3.99396</c:v>
                </c:pt>
                <c:pt idx="1381">
                  <c:v>3.9942600000000001</c:v>
                </c:pt>
                <c:pt idx="1382">
                  <c:v>3.99457</c:v>
                </c:pt>
                <c:pt idx="1383">
                  <c:v>3.9948700000000001</c:v>
                </c:pt>
                <c:pt idx="1384">
                  <c:v>3.99518</c:v>
                </c:pt>
                <c:pt idx="1385">
                  <c:v>3.9954800000000001</c:v>
                </c:pt>
                <c:pt idx="1386">
                  <c:v>3.99579</c:v>
                </c:pt>
                <c:pt idx="1387">
                  <c:v>3.9960900000000001</c:v>
                </c:pt>
                <c:pt idx="1388">
                  <c:v>3.9964</c:v>
                </c:pt>
                <c:pt idx="1389">
                  <c:v>3.9967000000000001</c:v>
                </c:pt>
                <c:pt idx="1390">
                  <c:v>3.99701</c:v>
                </c:pt>
                <c:pt idx="1391">
                  <c:v>3.9973100000000001</c:v>
                </c:pt>
                <c:pt idx="1392">
                  <c:v>3.99762</c:v>
                </c:pt>
                <c:pt idx="1393">
                  <c:v>3.9979300000000002</c:v>
                </c:pt>
                <c:pt idx="1394">
                  <c:v>3.99823</c:v>
                </c:pt>
                <c:pt idx="1395">
                  <c:v>3.9985400000000002</c:v>
                </c:pt>
                <c:pt idx="1396">
                  <c:v>3.99884</c:v>
                </c:pt>
                <c:pt idx="1397">
                  <c:v>3.9991500000000002</c:v>
                </c:pt>
                <c:pt idx="1398">
                  <c:v>3.9994499999999999</c:v>
                </c:pt>
                <c:pt idx="1399">
                  <c:v>3.9997600000000002</c:v>
                </c:pt>
                <c:pt idx="1400">
                  <c:v>4.0000600000000004</c:v>
                </c:pt>
                <c:pt idx="1401">
                  <c:v>4.0003700000000002</c:v>
                </c:pt>
                <c:pt idx="1402">
                  <c:v>4.0006700000000004</c:v>
                </c:pt>
                <c:pt idx="1403">
                  <c:v>4.0009800000000002</c:v>
                </c:pt>
                <c:pt idx="1404">
                  <c:v>4.00129</c:v>
                </c:pt>
                <c:pt idx="1405">
                  <c:v>4.0015900000000002</c:v>
                </c:pt>
                <c:pt idx="1406">
                  <c:v>4.0019</c:v>
                </c:pt>
                <c:pt idx="1407">
                  <c:v>4.0022000000000002</c:v>
                </c:pt>
                <c:pt idx="1408">
                  <c:v>4.00251</c:v>
                </c:pt>
                <c:pt idx="1409">
                  <c:v>4.0028100000000002</c:v>
                </c:pt>
                <c:pt idx="1410">
                  <c:v>4.00312</c:v>
                </c:pt>
                <c:pt idx="1411">
                  <c:v>4.0034200000000002</c:v>
                </c:pt>
                <c:pt idx="1412">
                  <c:v>4.00373</c:v>
                </c:pt>
                <c:pt idx="1413">
                  <c:v>4.0040300000000002</c:v>
                </c:pt>
                <c:pt idx="1414">
                  <c:v>4.00434</c:v>
                </c:pt>
                <c:pt idx="1415">
                  <c:v>4.0046400000000002</c:v>
                </c:pt>
                <c:pt idx="1416">
                  <c:v>4.00495</c:v>
                </c:pt>
                <c:pt idx="1417">
                  <c:v>4.0052599999999998</c:v>
                </c:pt>
                <c:pt idx="1418">
                  <c:v>4.00556</c:v>
                </c:pt>
                <c:pt idx="1419">
                  <c:v>4.0058699999999998</c:v>
                </c:pt>
                <c:pt idx="1420">
                  <c:v>4.00617</c:v>
                </c:pt>
                <c:pt idx="1421">
                  <c:v>4.0064799999999998</c:v>
                </c:pt>
                <c:pt idx="1422">
                  <c:v>4.00678</c:v>
                </c:pt>
                <c:pt idx="1423">
                  <c:v>4.0070899999999998</c:v>
                </c:pt>
                <c:pt idx="1424">
                  <c:v>4.00739</c:v>
                </c:pt>
                <c:pt idx="1425">
                  <c:v>4.0076999999999998</c:v>
                </c:pt>
                <c:pt idx="1426">
                  <c:v>4.008</c:v>
                </c:pt>
                <c:pt idx="1427">
                  <c:v>4.0083099999999998</c:v>
                </c:pt>
                <c:pt idx="1428">
                  <c:v>4.00861</c:v>
                </c:pt>
                <c:pt idx="1429">
                  <c:v>4.0089199999999998</c:v>
                </c:pt>
                <c:pt idx="1430">
                  <c:v>4.0092299999999996</c:v>
                </c:pt>
                <c:pt idx="1431">
                  <c:v>4.0095299999999998</c:v>
                </c:pt>
                <c:pt idx="1432">
                  <c:v>4.0098399999999996</c:v>
                </c:pt>
                <c:pt idx="1433">
                  <c:v>4.0101399999999998</c:v>
                </c:pt>
                <c:pt idx="1434">
                  <c:v>4.0104499999999996</c:v>
                </c:pt>
                <c:pt idx="1435">
                  <c:v>4.0107499999999998</c:v>
                </c:pt>
                <c:pt idx="1436">
                  <c:v>4.0110599999999996</c:v>
                </c:pt>
                <c:pt idx="1437">
                  <c:v>4.0113599999999998</c:v>
                </c:pt>
                <c:pt idx="1438">
                  <c:v>4.0116699999999996</c:v>
                </c:pt>
                <c:pt idx="1439">
                  <c:v>4.0119699999999998</c:v>
                </c:pt>
                <c:pt idx="1440">
                  <c:v>4.0122799999999996</c:v>
                </c:pt>
                <c:pt idx="1441">
                  <c:v>4.0125799999999998</c:v>
                </c:pt>
                <c:pt idx="1442">
                  <c:v>4.0128899999999996</c:v>
                </c:pt>
                <c:pt idx="1443">
                  <c:v>4.0132000000000003</c:v>
                </c:pt>
                <c:pt idx="1444">
                  <c:v>4.0134999999999996</c:v>
                </c:pt>
                <c:pt idx="1445">
                  <c:v>4.0138100000000003</c:v>
                </c:pt>
                <c:pt idx="1446">
                  <c:v>4.0141099999999996</c:v>
                </c:pt>
                <c:pt idx="1447">
                  <c:v>4.0144200000000003</c:v>
                </c:pt>
                <c:pt idx="1448">
                  <c:v>4.0147199999999996</c:v>
                </c:pt>
                <c:pt idx="1449">
                  <c:v>4.0150300000000003</c:v>
                </c:pt>
                <c:pt idx="1450">
                  <c:v>4.0153299999999996</c:v>
                </c:pt>
                <c:pt idx="1451">
                  <c:v>4.0156400000000003</c:v>
                </c:pt>
                <c:pt idx="1452">
                  <c:v>4.0159399999999996</c:v>
                </c:pt>
                <c:pt idx="1453">
                  <c:v>4.0162500000000003</c:v>
                </c:pt>
                <c:pt idx="1454">
                  <c:v>4.0165499999999996</c:v>
                </c:pt>
                <c:pt idx="1455">
                  <c:v>4.0168600000000003</c:v>
                </c:pt>
                <c:pt idx="1456">
                  <c:v>4.0171700000000001</c:v>
                </c:pt>
                <c:pt idx="1457">
                  <c:v>4.0174700000000003</c:v>
                </c:pt>
                <c:pt idx="1458">
                  <c:v>4.0177800000000001</c:v>
                </c:pt>
                <c:pt idx="1459">
                  <c:v>4.0180800000000003</c:v>
                </c:pt>
                <c:pt idx="1460">
                  <c:v>4.0183900000000001</c:v>
                </c:pt>
                <c:pt idx="1461">
                  <c:v>4.0186900000000003</c:v>
                </c:pt>
                <c:pt idx="1462">
                  <c:v>4.0190000000000001</c:v>
                </c:pt>
                <c:pt idx="1463">
                  <c:v>4.0193000000000003</c:v>
                </c:pt>
                <c:pt idx="1464">
                  <c:v>4.0196100000000001</c:v>
                </c:pt>
                <c:pt idx="1465">
                  <c:v>4.0199100000000003</c:v>
                </c:pt>
                <c:pt idx="1466">
                  <c:v>4.0202200000000001</c:v>
                </c:pt>
                <c:pt idx="1467">
                  <c:v>4.0205299999999999</c:v>
                </c:pt>
                <c:pt idx="1468">
                  <c:v>4.0208300000000001</c:v>
                </c:pt>
                <c:pt idx="1469">
                  <c:v>4.0211399999999999</c:v>
                </c:pt>
                <c:pt idx="1470">
                  <c:v>4.0214400000000001</c:v>
                </c:pt>
                <c:pt idx="1471">
                  <c:v>4.0217499999999999</c:v>
                </c:pt>
                <c:pt idx="1472">
                  <c:v>4.0220500000000001</c:v>
                </c:pt>
                <c:pt idx="1473">
                  <c:v>4.0223599999999999</c:v>
                </c:pt>
                <c:pt idx="1474">
                  <c:v>4.0226600000000001</c:v>
                </c:pt>
                <c:pt idx="1475">
                  <c:v>4.0229699999999999</c:v>
                </c:pt>
                <c:pt idx="1476">
                  <c:v>4.0232700000000001</c:v>
                </c:pt>
                <c:pt idx="1477">
                  <c:v>4.0235799999999999</c:v>
                </c:pt>
                <c:pt idx="1478">
                  <c:v>4.0238800000000001</c:v>
                </c:pt>
                <c:pt idx="1479">
                  <c:v>4.0241899999999999</c:v>
                </c:pt>
                <c:pt idx="1480">
                  <c:v>4.0244999999999997</c:v>
                </c:pt>
                <c:pt idx="1481">
                  <c:v>4.0247999999999999</c:v>
                </c:pt>
                <c:pt idx="1482">
                  <c:v>4.0251099999999997</c:v>
                </c:pt>
                <c:pt idx="1483">
                  <c:v>4.0254099999999999</c:v>
                </c:pt>
                <c:pt idx="1484">
                  <c:v>4.0257199999999997</c:v>
                </c:pt>
                <c:pt idx="1485">
                  <c:v>4.0260199999999999</c:v>
                </c:pt>
                <c:pt idx="1486">
                  <c:v>4.0263299999999997</c:v>
                </c:pt>
                <c:pt idx="1487">
                  <c:v>4.0266299999999999</c:v>
                </c:pt>
                <c:pt idx="1488">
                  <c:v>4.0269399999999997</c:v>
                </c:pt>
                <c:pt idx="1489">
                  <c:v>4.0272399999999999</c:v>
                </c:pt>
                <c:pt idx="1490">
                  <c:v>4.0275499999999997</c:v>
                </c:pt>
                <c:pt idx="1491">
                  <c:v>4.0278499999999999</c:v>
                </c:pt>
                <c:pt idx="1492">
                  <c:v>4.0281599999999997</c:v>
                </c:pt>
                <c:pt idx="1493">
                  <c:v>4.0284700000000004</c:v>
                </c:pt>
                <c:pt idx="1494">
                  <c:v>4.0287699999999997</c:v>
                </c:pt>
                <c:pt idx="1495">
                  <c:v>4.0290800000000004</c:v>
                </c:pt>
                <c:pt idx="1496">
                  <c:v>4.0293799999999997</c:v>
                </c:pt>
                <c:pt idx="1497">
                  <c:v>4.0296900000000004</c:v>
                </c:pt>
                <c:pt idx="1498">
                  <c:v>4.0299899999999997</c:v>
                </c:pt>
                <c:pt idx="1499">
                  <c:v>4.0303000000000004</c:v>
                </c:pt>
                <c:pt idx="1500">
                  <c:v>4.0305999999999997</c:v>
                </c:pt>
                <c:pt idx="1501">
                  <c:v>4.0309100000000004</c:v>
                </c:pt>
                <c:pt idx="1502">
                  <c:v>4.0312099999999997</c:v>
                </c:pt>
                <c:pt idx="1503">
                  <c:v>4.0315200000000004</c:v>
                </c:pt>
                <c:pt idx="1504">
                  <c:v>4.0318199999999997</c:v>
                </c:pt>
                <c:pt idx="1505">
                  <c:v>4.0321300000000004</c:v>
                </c:pt>
                <c:pt idx="1506">
                  <c:v>4.0324400000000002</c:v>
                </c:pt>
                <c:pt idx="1507">
                  <c:v>4.0327400000000004</c:v>
                </c:pt>
                <c:pt idx="1508">
                  <c:v>4.0330500000000002</c:v>
                </c:pt>
                <c:pt idx="1509">
                  <c:v>4.0333500000000004</c:v>
                </c:pt>
                <c:pt idx="1510">
                  <c:v>4.0336600000000002</c:v>
                </c:pt>
                <c:pt idx="1511">
                  <c:v>4.0339600000000004</c:v>
                </c:pt>
                <c:pt idx="1512">
                  <c:v>4.0342700000000002</c:v>
                </c:pt>
                <c:pt idx="1513">
                  <c:v>4.0345700000000004</c:v>
                </c:pt>
                <c:pt idx="1514">
                  <c:v>4.0348800000000002</c:v>
                </c:pt>
                <c:pt idx="1515">
                  <c:v>4.0351800000000004</c:v>
                </c:pt>
                <c:pt idx="1516">
                  <c:v>4.0354900000000002</c:v>
                </c:pt>
                <c:pt idx="1517">
                  <c:v>4.0357900000000004</c:v>
                </c:pt>
                <c:pt idx="1518">
                  <c:v>4.0361000000000002</c:v>
                </c:pt>
                <c:pt idx="1519">
                  <c:v>4.0364100000000001</c:v>
                </c:pt>
                <c:pt idx="1520">
                  <c:v>4.0367100000000002</c:v>
                </c:pt>
                <c:pt idx="1521">
                  <c:v>4.0370200000000001</c:v>
                </c:pt>
                <c:pt idx="1522">
                  <c:v>4.0373200000000002</c:v>
                </c:pt>
                <c:pt idx="1523">
                  <c:v>4.0376300000000001</c:v>
                </c:pt>
                <c:pt idx="1524">
                  <c:v>4.0379300000000002</c:v>
                </c:pt>
                <c:pt idx="1525">
                  <c:v>4.0382400000000001</c:v>
                </c:pt>
                <c:pt idx="1526">
                  <c:v>4.0385400000000002</c:v>
                </c:pt>
                <c:pt idx="1527">
                  <c:v>4.0388500000000001</c:v>
                </c:pt>
                <c:pt idx="1528">
                  <c:v>4.0391500000000002</c:v>
                </c:pt>
                <c:pt idx="1529">
                  <c:v>4.0394600000000001</c:v>
                </c:pt>
                <c:pt idx="1530">
                  <c:v>4.0397699999999999</c:v>
                </c:pt>
                <c:pt idx="1531">
                  <c:v>4.0400700000000001</c:v>
                </c:pt>
                <c:pt idx="1532">
                  <c:v>4.0403799999999999</c:v>
                </c:pt>
                <c:pt idx="1533">
                  <c:v>4.04068</c:v>
                </c:pt>
                <c:pt idx="1534">
                  <c:v>4.0409899999999999</c:v>
                </c:pt>
                <c:pt idx="1535">
                  <c:v>4.04129</c:v>
                </c:pt>
                <c:pt idx="1536">
                  <c:v>4.0415999999999999</c:v>
                </c:pt>
                <c:pt idx="1537">
                  <c:v>4.0419</c:v>
                </c:pt>
                <c:pt idx="1538">
                  <c:v>4.0422099999999999</c:v>
                </c:pt>
                <c:pt idx="1539">
                  <c:v>4.04251</c:v>
                </c:pt>
                <c:pt idx="1540">
                  <c:v>4.0428199999999999</c:v>
                </c:pt>
                <c:pt idx="1541">
                  <c:v>4.04312</c:v>
                </c:pt>
                <c:pt idx="1542">
                  <c:v>4.0434299999999999</c:v>
                </c:pt>
                <c:pt idx="1543">
                  <c:v>4.0437399999999997</c:v>
                </c:pt>
                <c:pt idx="1544">
                  <c:v>4.0440399999999999</c:v>
                </c:pt>
                <c:pt idx="1545">
                  <c:v>4.0443499999999997</c:v>
                </c:pt>
                <c:pt idx="1546">
                  <c:v>4.0446499999999999</c:v>
                </c:pt>
                <c:pt idx="1547">
                  <c:v>4.0449599999999997</c:v>
                </c:pt>
                <c:pt idx="1548">
                  <c:v>4.0452599999999999</c:v>
                </c:pt>
                <c:pt idx="1549">
                  <c:v>4.0455699999999997</c:v>
                </c:pt>
                <c:pt idx="1550">
                  <c:v>4.0458699999999999</c:v>
                </c:pt>
                <c:pt idx="1551">
                  <c:v>4.0461799999999997</c:v>
                </c:pt>
                <c:pt idx="1552">
                  <c:v>4.0464799999999999</c:v>
                </c:pt>
                <c:pt idx="1553">
                  <c:v>4.0467899999999997</c:v>
                </c:pt>
                <c:pt idx="1554">
                  <c:v>4.0470899999999999</c:v>
                </c:pt>
                <c:pt idx="1555">
                  <c:v>4.0473999999999997</c:v>
                </c:pt>
                <c:pt idx="1556">
                  <c:v>4.0477100000000004</c:v>
                </c:pt>
                <c:pt idx="1557">
                  <c:v>4.0480099999999997</c:v>
                </c:pt>
                <c:pt idx="1558">
                  <c:v>4.0483200000000004</c:v>
                </c:pt>
                <c:pt idx="1559">
                  <c:v>4.0486199999999997</c:v>
                </c:pt>
                <c:pt idx="1560">
                  <c:v>4.0489300000000004</c:v>
                </c:pt>
                <c:pt idx="1561">
                  <c:v>4.0492299999999997</c:v>
                </c:pt>
                <c:pt idx="1562">
                  <c:v>4.0495400000000004</c:v>
                </c:pt>
                <c:pt idx="1563">
                  <c:v>4.0498399999999997</c:v>
                </c:pt>
                <c:pt idx="1564">
                  <c:v>4.0501500000000004</c:v>
                </c:pt>
                <c:pt idx="1565">
                  <c:v>4.0504499999999997</c:v>
                </c:pt>
                <c:pt idx="1566">
                  <c:v>4.0507600000000004</c:v>
                </c:pt>
                <c:pt idx="1567">
                  <c:v>4.0510599999999997</c:v>
                </c:pt>
                <c:pt idx="1568">
                  <c:v>4.0513700000000004</c:v>
                </c:pt>
                <c:pt idx="1569">
                  <c:v>4.0516800000000002</c:v>
                </c:pt>
                <c:pt idx="1570">
                  <c:v>4.0519800000000004</c:v>
                </c:pt>
                <c:pt idx="1571">
                  <c:v>4.0522900000000002</c:v>
                </c:pt>
                <c:pt idx="1572">
                  <c:v>4.0525900000000004</c:v>
                </c:pt>
                <c:pt idx="1573">
                  <c:v>4.0529000000000002</c:v>
                </c:pt>
                <c:pt idx="1574">
                  <c:v>4.0532000000000004</c:v>
                </c:pt>
                <c:pt idx="1575">
                  <c:v>4.0535100000000002</c:v>
                </c:pt>
                <c:pt idx="1576">
                  <c:v>4.0538100000000004</c:v>
                </c:pt>
                <c:pt idx="1577">
                  <c:v>4.0541200000000002</c:v>
                </c:pt>
                <c:pt idx="1578">
                  <c:v>4.0544200000000004</c:v>
                </c:pt>
                <c:pt idx="1579">
                  <c:v>4.0547300000000002</c:v>
                </c:pt>
                <c:pt idx="1580">
                  <c:v>4.05504</c:v>
                </c:pt>
                <c:pt idx="1581">
                  <c:v>4.0553400000000002</c:v>
                </c:pt>
                <c:pt idx="1582">
                  <c:v>4.05565</c:v>
                </c:pt>
                <c:pt idx="1583">
                  <c:v>4.0559500000000002</c:v>
                </c:pt>
                <c:pt idx="1584">
                  <c:v>4.05626</c:v>
                </c:pt>
                <c:pt idx="1585">
                  <c:v>4.0565600000000002</c:v>
                </c:pt>
                <c:pt idx="1586">
                  <c:v>4.05687</c:v>
                </c:pt>
                <c:pt idx="1587">
                  <c:v>4.0571700000000002</c:v>
                </c:pt>
                <c:pt idx="1588">
                  <c:v>4.05748</c:v>
                </c:pt>
                <c:pt idx="1589">
                  <c:v>4.0577800000000002</c:v>
                </c:pt>
                <c:pt idx="1590">
                  <c:v>4.05809</c:v>
                </c:pt>
                <c:pt idx="1591">
                  <c:v>4.0583900000000002</c:v>
                </c:pt>
                <c:pt idx="1592">
                  <c:v>4.0587</c:v>
                </c:pt>
                <c:pt idx="1593">
                  <c:v>4.0590099999999998</c:v>
                </c:pt>
                <c:pt idx="1594">
                  <c:v>4.05931</c:v>
                </c:pt>
                <c:pt idx="1595">
                  <c:v>4.0596199999999998</c:v>
                </c:pt>
                <c:pt idx="1596">
                  <c:v>4.05992</c:v>
                </c:pt>
                <c:pt idx="1597">
                  <c:v>4.0602299999999998</c:v>
                </c:pt>
                <c:pt idx="1598">
                  <c:v>4.06053</c:v>
                </c:pt>
                <c:pt idx="1599">
                  <c:v>4.0608399999999998</c:v>
                </c:pt>
                <c:pt idx="1600">
                  <c:v>4.06114</c:v>
                </c:pt>
                <c:pt idx="1601">
                  <c:v>4.0614499999999998</c:v>
                </c:pt>
                <c:pt idx="1602">
                  <c:v>4.06175</c:v>
                </c:pt>
                <c:pt idx="1603">
                  <c:v>4.0620599999999998</c:v>
                </c:pt>
                <c:pt idx="1604">
                  <c:v>4.06236</c:v>
                </c:pt>
                <c:pt idx="1605">
                  <c:v>4.0626699999999998</c:v>
                </c:pt>
                <c:pt idx="1606">
                  <c:v>4.0629799999999996</c:v>
                </c:pt>
                <c:pt idx="1607">
                  <c:v>4.0632799999999998</c:v>
                </c:pt>
                <c:pt idx="1608">
                  <c:v>4.0635899999999996</c:v>
                </c:pt>
                <c:pt idx="1609">
                  <c:v>4.0638899999999998</c:v>
                </c:pt>
                <c:pt idx="1610">
                  <c:v>4.0641999999999996</c:v>
                </c:pt>
                <c:pt idx="1611">
                  <c:v>4.0644999999999998</c:v>
                </c:pt>
                <c:pt idx="1612">
                  <c:v>4.0648099999999996</c:v>
                </c:pt>
                <c:pt idx="1613">
                  <c:v>4.0651099999999998</c:v>
                </c:pt>
                <c:pt idx="1614">
                  <c:v>4.0654199999999996</c:v>
                </c:pt>
                <c:pt idx="1615">
                  <c:v>4.0657199999999998</c:v>
                </c:pt>
                <c:pt idx="1616">
                  <c:v>4.0660299999999996</c:v>
                </c:pt>
                <c:pt idx="1617">
                  <c:v>4.0663299999999998</c:v>
                </c:pt>
                <c:pt idx="1618">
                  <c:v>4.0666399999999996</c:v>
                </c:pt>
                <c:pt idx="1619">
                  <c:v>4.0669500000000003</c:v>
                </c:pt>
                <c:pt idx="1620">
                  <c:v>4.0672499999999996</c:v>
                </c:pt>
                <c:pt idx="1621">
                  <c:v>4.0675600000000003</c:v>
                </c:pt>
                <c:pt idx="1622">
                  <c:v>4.0678599999999996</c:v>
                </c:pt>
                <c:pt idx="1623">
                  <c:v>4.0681700000000003</c:v>
                </c:pt>
                <c:pt idx="1624">
                  <c:v>4.0684699999999996</c:v>
                </c:pt>
                <c:pt idx="1625">
                  <c:v>4.0687800000000003</c:v>
                </c:pt>
                <c:pt idx="1626">
                  <c:v>4.0690799999999996</c:v>
                </c:pt>
                <c:pt idx="1627">
                  <c:v>4.0693900000000003</c:v>
                </c:pt>
                <c:pt idx="1628">
                  <c:v>4.0696899999999996</c:v>
                </c:pt>
                <c:pt idx="1629">
                  <c:v>4.07</c:v>
                </c:pt>
                <c:pt idx="1630">
                  <c:v>4.0702999999999996</c:v>
                </c:pt>
                <c:pt idx="1631">
                  <c:v>4.0706100000000003</c:v>
                </c:pt>
                <c:pt idx="1632">
                  <c:v>4.0709200000000001</c:v>
                </c:pt>
                <c:pt idx="1633">
                  <c:v>4.0712200000000003</c:v>
                </c:pt>
                <c:pt idx="1634">
                  <c:v>4.0715300000000001</c:v>
                </c:pt>
                <c:pt idx="1635">
                  <c:v>4.0718300000000003</c:v>
                </c:pt>
                <c:pt idx="1636">
                  <c:v>4.0721400000000001</c:v>
                </c:pt>
                <c:pt idx="1637">
                  <c:v>4.0724400000000003</c:v>
                </c:pt>
                <c:pt idx="1638">
                  <c:v>4.0727500000000001</c:v>
                </c:pt>
                <c:pt idx="1639">
                  <c:v>4.0730500000000003</c:v>
                </c:pt>
                <c:pt idx="1640">
                  <c:v>4.0733600000000001</c:v>
                </c:pt>
                <c:pt idx="1641">
                  <c:v>4.0736600000000003</c:v>
                </c:pt>
                <c:pt idx="1642">
                  <c:v>4.0739700000000001</c:v>
                </c:pt>
                <c:pt idx="1643">
                  <c:v>4.0742799999999999</c:v>
                </c:pt>
                <c:pt idx="1644">
                  <c:v>4.0745800000000001</c:v>
                </c:pt>
                <c:pt idx="1645">
                  <c:v>4.0748899999999999</c:v>
                </c:pt>
                <c:pt idx="1646">
                  <c:v>4.0751900000000001</c:v>
                </c:pt>
                <c:pt idx="1647">
                  <c:v>4.0754999999999999</c:v>
                </c:pt>
                <c:pt idx="1648">
                  <c:v>4.0758000000000001</c:v>
                </c:pt>
                <c:pt idx="1649">
                  <c:v>4.0761099999999999</c:v>
                </c:pt>
                <c:pt idx="1650">
                  <c:v>4.0764100000000001</c:v>
                </c:pt>
                <c:pt idx="1651">
                  <c:v>4.0767199999999999</c:v>
                </c:pt>
                <c:pt idx="1652">
                  <c:v>4.0770200000000001</c:v>
                </c:pt>
                <c:pt idx="1653">
                  <c:v>4.0773299999999999</c:v>
                </c:pt>
                <c:pt idx="1654">
                  <c:v>4.0776300000000001</c:v>
                </c:pt>
                <c:pt idx="1655">
                  <c:v>4.0779399999999999</c:v>
                </c:pt>
                <c:pt idx="1656">
                  <c:v>4.0782499999999997</c:v>
                </c:pt>
                <c:pt idx="1657">
                  <c:v>4.0785499999999999</c:v>
                </c:pt>
                <c:pt idx="1658">
                  <c:v>4.0788599999999997</c:v>
                </c:pt>
                <c:pt idx="1659">
                  <c:v>4.0791599999999999</c:v>
                </c:pt>
                <c:pt idx="1660">
                  <c:v>4.0794699999999997</c:v>
                </c:pt>
                <c:pt idx="1661">
                  <c:v>4.0797699999999999</c:v>
                </c:pt>
                <c:pt idx="1662">
                  <c:v>4.0800799999999997</c:v>
                </c:pt>
                <c:pt idx="1663">
                  <c:v>4.0803799999999999</c:v>
                </c:pt>
                <c:pt idx="1664">
                  <c:v>4.0806899999999997</c:v>
                </c:pt>
                <c:pt idx="1665">
                  <c:v>4.0809899999999999</c:v>
                </c:pt>
                <c:pt idx="1666">
                  <c:v>4.0812999999999997</c:v>
                </c:pt>
                <c:pt idx="1667">
                  <c:v>4.0815999999999999</c:v>
                </c:pt>
                <c:pt idx="1668">
                  <c:v>4.0819099999999997</c:v>
                </c:pt>
                <c:pt idx="1669">
                  <c:v>4.0822200000000004</c:v>
                </c:pt>
                <c:pt idx="1670">
                  <c:v>4.0825199999999997</c:v>
                </c:pt>
                <c:pt idx="1671">
                  <c:v>4.0828300000000004</c:v>
                </c:pt>
                <c:pt idx="1672">
                  <c:v>4.0831299999999997</c:v>
                </c:pt>
                <c:pt idx="1673">
                  <c:v>4.0834400000000004</c:v>
                </c:pt>
                <c:pt idx="1674">
                  <c:v>4.0837399999999997</c:v>
                </c:pt>
                <c:pt idx="1675">
                  <c:v>4.0840500000000004</c:v>
                </c:pt>
                <c:pt idx="1676">
                  <c:v>4.0843499999999997</c:v>
                </c:pt>
                <c:pt idx="1677">
                  <c:v>4.0846600000000004</c:v>
                </c:pt>
                <c:pt idx="1678">
                  <c:v>4.0849599999999997</c:v>
                </c:pt>
                <c:pt idx="1679">
                  <c:v>4.0852700000000004</c:v>
                </c:pt>
                <c:pt idx="1680">
                  <c:v>4.0855699999999997</c:v>
                </c:pt>
                <c:pt idx="1681">
                  <c:v>4.0858800000000004</c:v>
                </c:pt>
                <c:pt idx="1682">
                  <c:v>4.0861900000000002</c:v>
                </c:pt>
                <c:pt idx="1683">
                  <c:v>4.0864900000000004</c:v>
                </c:pt>
                <c:pt idx="1684">
                  <c:v>4.0868000000000002</c:v>
                </c:pt>
                <c:pt idx="1685">
                  <c:v>4.0871000000000004</c:v>
                </c:pt>
                <c:pt idx="1686">
                  <c:v>4.0874100000000002</c:v>
                </c:pt>
                <c:pt idx="1687">
                  <c:v>4.0877100000000004</c:v>
                </c:pt>
                <c:pt idx="1688">
                  <c:v>4.0880200000000002</c:v>
                </c:pt>
                <c:pt idx="1689">
                  <c:v>4.0883200000000004</c:v>
                </c:pt>
                <c:pt idx="1690">
                  <c:v>4.0886300000000002</c:v>
                </c:pt>
                <c:pt idx="1691">
                  <c:v>4.0889300000000004</c:v>
                </c:pt>
                <c:pt idx="1692">
                  <c:v>4.0892400000000002</c:v>
                </c:pt>
                <c:pt idx="1693">
                  <c:v>4.0895400000000004</c:v>
                </c:pt>
                <c:pt idx="1694">
                  <c:v>4.0898500000000002</c:v>
                </c:pt>
                <c:pt idx="1695">
                  <c:v>4.09016</c:v>
                </c:pt>
                <c:pt idx="1696">
                  <c:v>4.0904600000000002</c:v>
                </c:pt>
                <c:pt idx="1697">
                  <c:v>4.09077</c:v>
                </c:pt>
                <c:pt idx="1698">
                  <c:v>4.0910700000000002</c:v>
                </c:pt>
                <c:pt idx="1699">
                  <c:v>4.09138</c:v>
                </c:pt>
                <c:pt idx="1700">
                  <c:v>4.0916800000000002</c:v>
                </c:pt>
                <c:pt idx="1701">
                  <c:v>4.09199</c:v>
                </c:pt>
                <c:pt idx="1702">
                  <c:v>4.0922900000000002</c:v>
                </c:pt>
                <c:pt idx="1703">
                  <c:v>4.0926</c:v>
                </c:pt>
                <c:pt idx="1704">
                  <c:v>4.0929000000000002</c:v>
                </c:pt>
                <c:pt idx="1705">
                  <c:v>4.09321</c:v>
                </c:pt>
                <c:pt idx="1706">
                  <c:v>4.0935199999999998</c:v>
                </c:pt>
                <c:pt idx="1707">
                  <c:v>4.09382</c:v>
                </c:pt>
                <c:pt idx="1708">
                  <c:v>4.0941299999999998</c:v>
                </c:pt>
                <c:pt idx="1709">
                  <c:v>4.09443</c:v>
                </c:pt>
                <c:pt idx="1710">
                  <c:v>4.0947399999999998</c:v>
                </c:pt>
                <c:pt idx="1711">
                  <c:v>4.09504</c:v>
                </c:pt>
                <c:pt idx="1712">
                  <c:v>4.0953499999999998</c:v>
                </c:pt>
                <c:pt idx="1713">
                  <c:v>4.09565</c:v>
                </c:pt>
                <c:pt idx="1714">
                  <c:v>4.0959599999999998</c:v>
                </c:pt>
                <c:pt idx="1715">
                  <c:v>4.09626</c:v>
                </c:pt>
                <c:pt idx="1716">
                  <c:v>4.0965699999999998</c:v>
                </c:pt>
                <c:pt idx="1717">
                  <c:v>4.09687</c:v>
                </c:pt>
                <c:pt idx="1718">
                  <c:v>4.0971799999999998</c:v>
                </c:pt>
                <c:pt idx="1719">
                  <c:v>4.0974899999999996</c:v>
                </c:pt>
                <c:pt idx="1720">
                  <c:v>4.0977899999999998</c:v>
                </c:pt>
                <c:pt idx="1721">
                  <c:v>4.0980999999999996</c:v>
                </c:pt>
                <c:pt idx="1722">
                  <c:v>4.0983999999999998</c:v>
                </c:pt>
                <c:pt idx="1723">
                  <c:v>4.0987099999999996</c:v>
                </c:pt>
                <c:pt idx="1724">
                  <c:v>4.0990099999999998</c:v>
                </c:pt>
                <c:pt idx="1725">
                  <c:v>4.0993199999999996</c:v>
                </c:pt>
                <c:pt idx="1726">
                  <c:v>4.0996199999999998</c:v>
                </c:pt>
                <c:pt idx="1727">
                  <c:v>4.0999299999999996</c:v>
                </c:pt>
                <c:pt idx="1728">
                  <c:v>4.1002299999999998</c:v>
                </c:pt>
                <c:pt idx="1729">
                  <c:v>4.1005399999999996</c:v>
                </c:pt>
                <c:pt idx="1730">
                  <c:v>4.1008399999999998</c:v>
                </c:pt>
                <c:pt idx="1731">
                  <c:v>4.1011499999999996</c:v>
                </c:pt>
                <c:pt idx="1732">
                  <c:v>4.1014600000000003</c:v>
                </c:pt>
                <c:pt idx="1733">
                  <c:v>4.1017599999999996</c:v>
                </c:pt>
                <c:pt idx="1734">
                  <c:v>4.1020700000000003</c:v>
                </c:pt>
                <c:pt idx="1735">
                  <c:v>4.1023699999999996</c:v>
                </c:pt>
                <c:pt idx="1736">
                  <c:v>4.1026800000000003</c:v>
                </c:pt>
                <c:pt idx="1737">
                  <c:v>4.1029799999999996</c:v>
                </c:pt>
                <c:pt idx="1738">
                  <c:v>4.1032900000000003</c:v>
                </c:pt>
                <c:pt idx="1739">
                  <c:v>4.1035899999999996</c:v>
                </c:pt>
                <c:pt idx="1740">
                  <c:v>4.1039000000000003</c:v>
                </c:pt>
                <c:pt idx="1741">
                  <c:v>4.1041999999999996</c:v>
                </c:pt>
                <c:pt idx="1742">
                  <c:v>4.1045100000000003</c:v>
                </c:pt>
                <c:pt idx="1743">
                  <c:v>4.1048099999999996</c:v>
                </c:pt>
                <c:pt idx="1744">
                  <c:v>4.1051200000000003</c:v>
                </c:pt>
                <c:pt idx="1745">
                  <c:v>4.1054300000000001</c:v>
                </c:pt>
                <c:pt idx="1746">
                  <c:v>4.1057300000000003</c:v>
                </c:pt>
                <c:pt idx="1747">
                  <c:v>4.1060400000000001</c:v>
                </c:pt>
                <c:pt idx="1748">
                  <c:v>4.1063400000000003</c:v>
                </c:pt>
                <c:pt idx="1749">
                  <c:v>4.1066500000000001</c:v>
                </c:pt>
                <c:pt idx="1750">
                  <c:v>4.1069500000000003</c:v>
                </c:pt>
                <c:pt idx="1751">
                  <c:v>4.1072600000000001</c:v>
                </c:pt>
                <c:pt idx="1752">
                  <c:v>4.1075600000000003</c:v>
                </c:pt>
                <c:pt idx="1753">
                  <c:v>4.1078700000000001</c:v>
                </c:pt>
                <c:pt idx="1754">
                  <c:v>4.1081700000000003</c:v>
                </c:pt>
                <c:pt idx="1755">
                  <c:v>4.1084800000000001</c:v>
                </c:pt>
                <c:pt idx="1756">
                  <c:v>4.1087899999999999</c:v>
                </c:pt>
                <c:pt idx="1757">
                  <c:v>4.1090900000000001</c:v>
                </c:pt>
                <c:pt idx="1758">
                  <c:v>4.1093999999999999</c:v>
                </c:pt>
                <c:pt idx="1759">
                  <c:v>4.1097000000000001</c:v>
                </c:pt>
                <c:pt idx="1760">
                  <c:v>4.1100099999999999</c:v>
                </c:pt>
                <c:pt idx="1761">
                  <c:v>4.1103100000000001</c:v>
                </c:pt>
                <c:pt idx="1762">
                  <c:v>4.1106199999999999</c:v>
                </c:pt>
                <c:pt idx="1763">
                  <c:v>4.1109200000000001</c:v>
                </c:pt>
                <c:pt idx="1764">
                  <c:v>4.1112299999999999</c:v>
                </c:pt>
                <c:pt idx="1765">
                  <c:v>4.1115300000000001</c:v>
                </c:pt>
                <c:pt idx="1766">
                  <c:v>4.1118399999999999</c:v>
                </c:pt>
                <c:pt idx="1767">
                  <c:v>4.1121400000000001</c:v>
                </c:pt>
                <c:pt idx="1768">
                  <c:v>4.1124499999999999</c:v>
                </c:pt>
                <c:pt idx="1769">
                  <c:v>4.1127599999999997</c:v>
                </c:pt>
                <c:pt idx="1770">
                  <c:v>4.1130599999999999</c:v>
                </c:pt>
                <c:pt idx="1771">
                  <c:v>4.1133699999999997</c:v>
                </c:pt>
                <c:pt idx="1772">
                  <c:v>4.1136699999999999</c:v>
                </c:pt>
                <c:pt idx="1773">
                  <c:v>4.1139799999999997</c:v>
                </c:pt>
                <c:pt idx="1774">
                  <c:v>4.1142799999999999</c:v>
                </c:pt>
                <c:pt idx="1775">
                  <c:v>4.1145899999999997</c:v>
                </c:pt>
                <c:pt idx="1776">
                  <c:v>4.1148899999999999</c:v>
                </c:pt>
                <c:pt idx="1777">
                  <c:v>4.1151999999999997</c:v>
                </c:pt>
                <c:pt idx="1778">
                  <c:v>4.1154999999999999</c:v>
                </c:pt>
                <c:pt idx="1779">
                  <c:v>4.1158099999999997</c:v>
                </c:pt>
                <c:pt idx="1780">
                  <c:v>4.1161099999999999</c:v>
                </c:pt>
                <c:pt idx="1781">
                  <c:v>4.1164199999999997</c:v>
                </c:pt>
                <c:pt idx="1782">
                  <c:v>4.1167299999999996</c:v>
                </c:pt>
                <c:pt idx="1783">
                  <c:v>4.1170299999999997</c:v>
                </c:pt>
                <c:pt idx="1784">
                  <c:v>4.1173400000000004</c:v>
                </c:pt>
                <c:pt idx="1785">
                  <c:v>4.1176399999999997</c:v>
                </c:pt>
                <c:pt idx="1786">
                  <c:v>4.1179500000000004</c:v>
                </c:pt>
                <c:pt idx="1787">
                  <c:v>4.1182499999999997</c:v>
                </c:pt>
                <c:pt idx="1788">
                  <c:v>4.1185600000000004</c:v>
                </c:pt>
                <c:pt idx="1789">
                  <c:v>4.1188599999999997</c:v>
                </c:pt>
                <c:pt idx="1790">
                  <c:v>4.1191700000000004</c:v>
                </c:pt>
                <c:pt idx="1791">
                  <c:v>4.1194699999999997</c:v>
                </c:pt>
                <c:pt idx="1792">
                  <c:v>4.1197800000000004</c:v>
                </c:pt>
                <c:pt idx="1793">
                  <c:v>4.1200799999999997</c:v>
                </c:pt>
                <c:pt idx="1794">
                  <c:v>4.1203900000000004</c:v>
                </c:pt>
                <c:pt idx="1795">
                  <c:v>4.1207000000000003</c:v>
                </c:pt>
                <c:pt idx="1796">
                  <c:v>4.1210000000000004</c:v>
                </c:pt>
                <c:pt idx="1797">
                  <c:v>4.1213100000000003</c:v>
                </c:pt>
                <c:pt idx="1798">
                  <c:v>4.1216100000000004</c:v>
                </c:pt>
                <c:pt idx="1799">
                  <c:v>4.1219200000000003</c:v>
                </c:pt>
                <c:pt idx="1800">
                  <c:v>4.1222200000000004</c:v>
                </c:pt>
                <c:pt idx="1801">
                  <c:v>4.1225300000000002</c:v>
                </c:pt>
                <c:pt idx="1802">
                  <c:v>4.1228300000000004</c:v>
                </c:pt>
                <c:pt idx="1803">
                  <c:v>4.1231400000000002</c:v>
                </c:pt>
                <c:pt idx="1804">
                  <c:v>4.1234400000000004</c:v>
                </c:pt>
                <c:pt idx="1805">
                  <c:v>4.1237500000000002</c:v>
                </c:pt>
                <c:pt idx="1806">
                  <c:v>4.1240500000000004</c:v>
                </c:pt>
                <c:pt idx="1807">
                  <c:v>4.1243600000000002</c:v>
                </c:pt>
                <c:pt idx="1808">
                  <c:v>4.1246700000000001</c:v>
                </c:pt>
                <c:pt idx="1809">
                  <c:v>4.1249700000000002</c:v>
                </c:pt>
                <c:pt idx="1810">
                  <c:v>4.1252800000000001</c:v>
                </c:pt>
                <c:pt idx="1811">
                  <c:v>4.1255800000000002</c:v>
                </c:pt>
                <c:pt idx="1812">
                  <c:v>4.1258900000000001</c:v>
                </c:pt>
                <c:pt idx="1813">
                  <c:v>4.1261900000000002</c:v>
                </c:pt>
                <c:pt idx="1814">
                  <c:v>4.1265000000000001</c:v>
                </c:pt>
                <c:pt idx="1815">
                  <c:v>4.1268000000000002</c:v>
                </c:pt>
                <c:pt idx="1816">
                  <c:v>4.1271100000000001</c:v>
                </c:pt>
                <c:pt idx="1817">
                  <c:v>4.1274100000000002</c:v>
                </c:pt>
                <c:pt idx="1818">
                  <c:v>4.1277200000000001</c:v>
                </c:pt>
                <c:pt idx="1819">
                  <c:v>4.1280299999999999</c:v>
                </c:pt>
                <c:pt idx="1820">
                  <c:v>4.1283300000000001</c:v>
                </c:pt>
                <c:pt idx="1821">
                  <c:v>4.1286399999999999</c:v>
                </c:pt>
                <c:pt idx="1822">
                  <c:v>4.1289400000000001</c:v>
                </c:pt>
                <c:pt idx="1823">
                  <c:v>4.1292499999999999</c:v>
                </c:pt>
                <c:pt idx="1824">
                  <c:v>4.1295500000000001</c:v>
                </c:pt>
                <c:pt idx="1825">
                  <c:v>4.1298599999999999</c:v>
                </c:pt>
                <c:pt idx="1826">
                  <c:v>4.1301600000000001</c:v>
                </c:pt>
                <c:pt idx="1827">
                  <c:v>4.1304699999999999</c:v>
                </c:pt>
                <c:pt idx="1828">
                  <c:v>4.1307700000000001</c:v>
                </c:pt>
                <c:pt idx="1829">
                  <c:v>4.1310799999999999</c:v>
                </c:pt>
                <c:pt idx="1830">
                  <c:v>4.1313800000000001</c:v>
                </c:pt>
                <c:pt idx="1831">
                  <c:v>4.1316899999999999</c:v>
                </c:pt>
                <c:pt idx="1832">
                  <c:v>4.1319999999999997</c:v>
                </c:pt>
                <c:pt idx="1833">
                  <c:v>4.1322999999999999</c:v>
                </c:pt>
                <c:pt idx="1834">
                  <c:v>4.1326099999999997</c:v>
                </c:pt>
                <c:pt idx="1835">
                  <c:v>4.1329099999999999</c:v>
                </c:pt>
                <c:pt idx="1836">
                  <c:v>4.1332199999999997</c:v>
                </c:pt>
                <c:pt idx="1837">
                  <c:v>4.1335199999999999</c:v>
                </c:pt>
                <c:pt idx="1838">
                  <c:v>4.1338299999999997</c:v>
                </c:pt>
                <c:pt idx="1839">
                  <c:v>4.1341299999999999</c:v>
                </c:pt>
                <c:pt idx="1840">
                  <c:v>4.1344399999999997</c:v>
                </c:pt>
                <c:pt idx="1841">
                  <c:v>4.1347399999999999</c:v>
                </c:pt>
                <c:pt idx="1842">
                  <c:v>4.1350499999999997</c:v>
                </c:pt>
                <c:pt idx="1843">
                  <c:v>4.1353499999999999</c:v>
                </c:pt>
                <c:pt idx="1844">
                  <c:v>4.1356599999999997</c:v>
                </c:pt>
                <c:pt idx="1845">
                  <c:v>4.1359700000000004</c:v>
                </c:pt>
                <c:pt idx="1846">
                  <c:v>4.1362699999999997</c:v>
                </c:pt>
                <c:pt idx="1847">
                  <c:v>4.1365800000000004</c:v>
                </c:pt>
                <c:pt idx="1848">
                  <c:v>4.1368799999999997</c:v>
                </c:pt>
                <c:pt idx="1849">
                  <c:v>4.1371900000000004</c:v>
                </c:pt>
                <c:pt idx="1850">
                  <c:v>4.1374899999999997</c:v>
                </c:pt>
                <c:pt idx="1851">
                  <c:v>4.1378000000000004</c:v>
                </c:pt>
                <c:pt idx="1852">
                  <c:v>4.1380999999999997</c:v>
                </c:pt>
                <c:pt idx="1853">
                  <c:v>4.1384100000000004</c:v>
                </c:pt>
                <c:pt idx="1854">
                  <c:v>4.1387099999999997</c:v>
                </c:pt>
                <c:pt idx="1855">
                  <c:v>4.1390200000000004</c:v>
                </c:pt>
                <c:pt idx="1856">
                  <c:v>4.1393199999999997</c:v>
                </c:pt>
                <c:pt idx="1857">
                  <c:v>4.1396300000000004</c:v>
                </c:pt>
                <c:pt idx="1858">
                  <c:v>4.1399400000000002</c:v>
                </c:pt>
                <c:pt idx="1859">
                  <c:v>4.1402400000000004</c:v>
                </c:pt>
                <c:pt idx="1860">
                  <c:v>4.1405500000000002</c:v>
                </c:pt>
                <c:pt idx="1861">
                  <c:v>4.1408500000000004</c:v>
                </c:pt>
                <c:pt idx="1862">
                  <c:v>4.1411600000000002</c:v>
                </c:pt>
                <c:pt idx="1863">
                  <c:v>4.1414600000000004</c:v>
                </c:pt>
                <c:pt idx="1864">
                  <c:v>4.1417700000000002</c:v>
                </c:pt>
                <c:pt idx="1865">
                  <c:v>4.1420700000000004</c:v>
                </c:pt>
                <c:pt idx="1866">
                  <c:v>4.1423800000000002</c:v>
                </c:pt>
                <c:pt idx="1867">
                  <c:v>4.1426800000000004</c:v>
                </c:pt>
                <c:pt idx="1868">
                  <c:v>4.1429900000000002</c:v>
                </c:pt>
                <c:pt idx="1869">
                  <c:v>4.1432900000000004</c:v>
                </c:pt>
                <c:pt idx="1870">
                  <c:v>4.1436000000000002</c:v>
                </c:pt>
                <c:pt idx="1871">
                  <c:v>4.14391</c:v>
                </c:pt>
                <c:pt idx="1872">
                  <c:v>4.1442100000000002</c:v>
                </c:pt>
                <c:pt idx="1873">
                  <c:v>4.14452</c:v>
                </c:pt>
                <c:pt idx="1874">
                  <c:v>4.1448200000000002</c:v>
                </c:pt>
                <c:pt idx="1875">
                  <c:v>4.14513</c:v>
                </c:pt>
                <c:pt idx="1876">
                  <c:v>4.1454300000000002</c:v>
                </c:pt>
                <c:pt idx="1877">
                  <c:v>4.14574</c:v>
                </c:pt>
                <c:pt idx="1878">
                  <c:v>4.1460400000000002</c:v>
                </c:pt>
                <c:pt idx="1879">
                  <c:v>4.14635</c:v>
                </c:pt>
                <c:pt idx="1880">
                  <c:v>4.1466500000000002</c:v>
                </c:pt>
                <c:pt idx="1881">
                  <c:v>4.14696</c:v>
                </c:pt>
                <c:pt idx="1882">
                  <c:v>4.1472699999999998</c:v>
                </c:pt>
                <c:pt idx="1883">
                  <c:v>4.14757</c:v>
                </c:pt>
                <c:pt idx="1884">
                  <c:v>4.1478799999999998</c:v>
                </c:pt>
                <c:pt idx="1885">
                  <c:v>4.14818</c:v>
                </c:pt>
                <c:pt idx="1886">
                  <c:v>4.1484899999999998</c:v>
                </c:pt>
                <c:pt idx="1887">
                  <c:v>4.14879</c:v>
                </c:pt>
                <c:pt idx="1888">
                  <c:v>4.1490999999999998</c:v>
                </c:pt>
                <c:pt idx="1889">
                  <c:v>4.1494</c:v>
                </c:pt>
                <c:pt idx="1890">
                  <c:v>4.1497099999999998</c:v>
                </c:pt>
                <c:pt idx="1891">
                  <c:v>4.15001</c:v>
                </c:pt>
                <c:pt idx="1892">
                  <c:v>4.1503199999999998</c:v>
                </c:pt>
                <c:pt idx="1893">
                  <c:v>4.15062</c:v>
                </c:pt>
                <c:pt idx="1894">
                  <c:v>4.1509299999999998</c:v>
                </c:pt>
                <c:pt idx="1895">
                  <c:v>4.1512399999999996</c:v>
                </c:pt>
                <c:pt idx="1896">
                  <c:v>4.1515399999999998</c:v>
                </c:pt>
                <c:pt idx="1897">
                  <c:v>4.1518499999999996</c:v>
                </c:pt>
                <c:pt idx="1898">
                  <c:v>4.1521499999999998</c:v>
                </c:pt>
                <c:pt idx="1899">
                  <c:v>4.1524599999999996</c:v>
                </c:pt>
                <c:pt idx="1900">
                  <c:v>4.1527599999999998</c:v>
                </c:pt>
                <c:pt idx="1901">
                  <c:v>4.1530699999999996</c:v>
                </c:pt>
                <c:pt idx="1902">
                  <c:v>4.1533699999999998</c:v>
                </c:pt>
                <c:pt idx="1903">
                  <c:v>4.1536799999999996</c:v>
                </c:pt>
                <c:pt idx="1904">
                  <c:v>4.1539799999999998</c:v>
                </c:pt>
                <c:pt idx="1905">
                  <c:v>4.1542899999999996</c:v>
                </c:pt>
                <c:pt idx="1906">
                  <c:v>4.1545899999999998</c:v>
                </c:pt>
                <c:pt idx="1907">
                  <c:v>4.1548999999999996</c:v>
                </c:pt>
                <c:pt idx="1908">
                  <c:v>4.1552100000000003</c:v>
                </c:pt>
                <c:pt idx="1909">
                  <c:v>4.1555099999999996</c:v>
                </c:pt>
                <c:pt idx="1910">
                  <c:v>4.1558200000000003</c:v>
                </c:pt>
                <c:pt idx="1911">
                  <c:v>4.1561199999999996</c:v>
                </c:pt>
                <c:pt idx="1912">
                  <c:v>4.1564300000000003</c:v>
                </c:pt>
                <c:pt idx="1913">
                  <c:v>4.1567299999999996</c:v>
                </c:pt>
                <c:pt idx="1914">
                  <c:v>4.1570400000000003</c:v>
                </c:pt>
                <c:pt idx="1915">
                  <c:v>4.1573399999999996</c:v>
                </c:pt>
                <c:pt idx="1916">
                  <c:v>4.1576500000000003</c:v>
                </c:pt>
                <c:pt idx="1917">
                  <c:v>4.1579499999999996</c:v>
                </c:pt>
                <c:pt idx="1918">
                  <c:v>4.1582600000000003</c:v>
                </c:pt>
                <c:pt idx="1919">
                  <c:v>4.1585599999999996</c:v>
                </c:pt>
                <c:pt idx="1920">
                  <c:v>4.1588700000000003</c:v>
                </c:pt>
                <c:pt idx="1921">
                  <c:v>4.1591800000000001</c:v>
                </c:pt>
                <c:pt idx="1922">
                  <c:v>4.1594800000000003</c:v>
                </c:pt>
                <c:pt idx="1923">
                  <c:v>4.1597900000000001</c:v>
                </c:pt>
                <c:pt idx="1924">
                  <c:v>4.1600900000000003</c:v>
                </c:pt>
                <c:pt idx="1925">
                  <c:v>4.1604000000000001</c:v>
                </c:pt>
                <c:pt idx="1926">
                  <c:v>4.1607000000000003</c:v>
                </c:pt>
                <c:pt idx="1927">
                  <c:v>4.1610100000000001</c:v>
                </c:pt>
                <c:pt idx="1928">
                  <c:v>4.1613100000000003</c:v>
                </c:pt>
                <c:pt idx="1929">
                  <c:v>4.1616200000000001</c:v>
                </c:pt>
                <c:pt idx="1930">
                  <c:v>4.1619200000000003</c:v>
                </c:pt>
                <c:pt idx="1931">
                  <c:v>4.1622300000000001</c:v>
                </c:pt>
                <c:pt idx="1932">
                  <c:v>4.1625300000000003</c:v>
                </c:pt>
                <c:pt idx="1933">
                  <c:v>4.1628400000000001</c:v>
                </c:pt>
                <c:pt idx="1934">
                  <c:v>4.1631499999999999</c:v>
                </c:pt>
                <c:pt idx="1935">
                  <c:v>4.1634500000000001</c:v>
                </c:pt>
                <c:pt idx="1936">
                  <c:v>4.1637599999999999</c:v>
                </c:pt>
                <c:pt idx="1937">
                  <c:v>4.1640600000000001</c:v>
                </c:pt>
                <c:pt idx="1938">
                  <c:v>4.1643699999999999</c:v>
                </c:pt>
                <c:pt idx="1939">
                  <c:v>4.1646700000000001</c:v>
                </c:pt>
                <c:pt idx="1940">
                  <c:v>4.1649799999999999</c:v>
                </c:pt>
                <c:pt idx="1941">
                  <c:v>4.1652800000000001</c:v>
                </c:pt>
                <c:pt idx="1942">
                  <c:v>4.1655899999999999</c:v>
                </c:pt>
                <c:pt idx="1943">
                  <c:v>4.1658900000000001</c:v>
                </c:pt>
                <c:pt idx="1944">
                  <c:v>4.1661999999999999</c:v>
                </c:pt>
                <c:pt idx="1945">
                  <c:v>4.1665099999999997</c:v>
                </c:pt>
                <c:pt idx="1946">
                  <c:v>4.1668099999999999</c:v>
                </c:pt>
                <c:pt idx="1947">
                  <c:v>4.1671199999999997</c:v>
                </c:pt>
                <c:pt idx="1948">
                  <c:v>4.1674199999999999</c:v>
                </c:pt>
                <c:pt idx="1949">
                  <c:v>4.1677299999999997</c:v>
                </c:pt>
                <c:pt idx="1950">
                  <c:v>4.1680299999999999</c:v>
                </c:pt>
                <c:pt idx="1951">
                  <c:v>4.1683399999999997</c:v>
                </c:pt>
                <c:pt idx="1952">
                  <c:v>4.1686399999999999</c:v>
                </c:pt>
                <c:pt idx="1953">
                  <c:v>4.1689499999999997</c:v>
                </c:pt>
                <c:pt idx="1954">
                  <c:v>4.1692499999999999</c:v>
                </c:pt>
                <c:pt idx="1955">
                  <c:v>4.1695599999999997</c:v>
                </c:pt>
                <c:pt idx="1956">
                  <c:v>4.1698599999999999</c:v>
                </c:pt>
                <c:pt idx="1957">
                  <c:v>4.1701699999999997</c:v>
                </c:pt>
                <c:pt idx="1958">
                  <c:v>4.1704800000000004</c:v>
                </c:pt>
                <c:pt idx="1959">
                  <c:v>4.1707799999999997</c:v>
                </c:pt>
                <c:pt idx="1960">
                  <c:v>4.1710900000000004</c:v>
                </c:pt>
                <c:pt idx="1961">
                  <c:v>4.1713899999999997</c:v>
                </c:pt>
                <c:pt idx="1962">
                  <c:v>4.1717000000000004</c:v>
                </c:pt>
                <c:pt idx="1963">
                  <c:v>4.1719999999999997</c:v>
                </c:pt>
                <c:pt idx="1964">
                  <c:v>4.1723100000000004</c:v>
                </c:pt>
                <c:pt idx="1965">
                  <c:v>4.1726099999999997</c:v>
                </c:pt>
                <c:pt idx="1966">
                  <c:v>4.1729200000000004</c:v>
                </c:pt>
                <c:pt idx="1967">
                  <c:v>4.1732199999999997</c:v>
                </c:pt>
                <c:pt idx="1968">
                  <c:v>4.1735300000000004</c:v>
                </c:pt>
                <c:pt idx="1969">
                  <c:v>4.1738299999999997</c:v>
                </c:pt>
                <c:pt idx="1970">
                  <c:v>4.1741400000000004</c:v>
                </c:pt>
                <c:pt idx="1971">
                  <c:v>4.1744500000000002</c:v>
                </c:pt>
                <c:pt idx="1972">
                  <c:v>4.1747500000000004</c:v>
                </c:pt>
                <c:pt idx="1973">
                  <c:v>4.1750600000000002</c:v>
                </c:pt>
                <c:pt idx="1974">
                  <c:v>4.1753600000000004</c:v>
                </c:pt>
                <c:pt idx="1975">
                  <c:v>4.1756700000000002</c:v>
                </c:pt>
                <c:pt idx="1976">
                  <c:v>4.1759700000000004</c:v>
                </c:pt>
                <c:pt idx="1977">
                  <c:v>4.1762800000000002</c:v>
                </c:pt>
                <c:pt idx="1978">
                  <c:v>4.1765800000000004</c:v>
                </c:pt>
                <c:pt idx="1979">
                  <c:v>4.1768900000000002</c:v>
                </c:pt>
                <c:pt idx="1980">
                  <c:v>4.1771900000000004</c:v>
                </c:pt>
                <c:pt idx="1981">
                  <c:v>4.1775000000000002</c:v>
                </c:pt>
                <c:pt idx="1982">
                  <c:v>4.1778000000000004</c:v>
                </c:pt>
                <c:pt idx="1983">
                  <c:v>4.1781100000000002</c:v>
                </c:pt>
                <c:pt idx="1984">
                  <c:v>4.17842</c:v>
                </c:pt>
                <c:pt idx="1985">
                  <c:v>4.1787200000000002</c:v>
                </c:pt>
                <c:pt idx="1986">
                  <c:v>4.17903</c:v>
                </c:pt>
                <c:pt idx="1987">
                  <c:v>4.1793300000000002</c:v>
                </c:pt>
                <c:pt idx="1988">
                  <c:v>4.17964</c:v>
                </c:pt>
                <c:pt idx="1989">
                  <c:v>4.1799400000000002</c:v>
                </c:pt>
                <c:pt idx="1990">
                  <c:v>4.18025</c:v>
                </c:pt>
                <c:pt idx="1991">
                  <c:v>4.1805500000000002</c:v>
                </c:pt>
                <c:pt idx="1992">
                  <c:v>4.18086</c:v>
                </c:pt>
                <c:pt idx="1993">
                  <c:v>4.1811600000000002</c:v>
                </c:pt>
                <c:pt idx="1994">
                  <c:v>4.18147</c:v>
                </c:pt>
                <c:pt idx="1995">
                  <c:v>4.1817799999999998</c:v>
                </c:pt>
                <c:pt idx="1996">
                  <c:v>4.18208</c:v>
                </c:pt>
                <c:pt idx="1997">
                  <c:v>4.1823899999999998</c:v>
                </c:pt>
                <c:pt idx="1998">
                  <c:v>4.18269</c:v>
                </c:pt>
                <c:pt idx="1999">
                  <c:v>4.1829999999999998</c:v>
                </c:pt>
                <c:pt idx="2000">
                  <c:v>4.1833</c:v>
                </c:pt>
                <c:pt idx="2001">
                  <c:v>4.1836099999999998</c:v>
                </c:pt>
                <c:pt idx="2002">
                  <c:v>4.18391</c:v>
                </c:pt>
                <c:pt idx="2003">
                  <c:v>4.1842199999999998</c:v>
                </c:pt>
                <c:pt idx="2004">
                  <c:v>4.18452</c:v>
                </c:pt>
                <c:pt idx="2005">
                  <c:v>4.1848299999999998</c:v>
                </c:pt>
                <c:pt idx="2006">
                  <c:v>4.18513</c:v>
                </c:pt>
                <c:pt idx="2007">
                  <c:v>4.1854399999999998</c:v>
                </c:pt>
                <c:pt idx="2008">
                  <c:v>4.1857499999999996</c:v>
                </c:pt>
                <c:pt idx="2009">
                  <c:v>4.1860499999999998</c:v>
                </c:pt>
                <c:pt idx="2010">
                  <c:v>4.1863599999999996</c:v>
                </c:pt>
                <c:pt idx="2011">
                  <c:v>4.1866599999999998</c:v>
                </c:pt>
                <c:pt idx="2012">
                  <c:v>4.1869699999999996</c:v>
                </c:pt>
                <c:pt idx="2013">
                  <c:v>4.1872699999999998</c:v>
                </c:pt>
                <c:pt idx="2014">
                  <c:v>4.1875799999999996</c:v>
                </c:pt>
                <c:pt idx="2015">
                  <c:v>4.1878799999999998</c:v>
                </c:pt>
                <c:pt idx="2016">
                  <c:v>4.1881899999999996</c:v>
                </c:pt>
                <c:pt idx="2017">
                  <c:v>4.1884899999999998</c:v>
                </c:pt>
                <c:pt idx="2018">
                  <c:v>4.1887999999999996</c:v>
                </c:pt>
                <c:pt idx="2019">
                  <c:v>4.1890999999999998</c:v>
                </c:pt>
                <c:pt idx="2020">
                  <c:v>4.1894099999999996</c:v>
                </c:pt>
                <c:pt idx="2021">
                  <c:v>4.1897200000000003</c:v>
                </c:pt>
                <c:pt idx="2022">
                  <c:v>4.1900199999999996</c:v>
                </c:pt>
                <c:pt idx="2023">
                  <c:v>4.1903300000000003</c:v>
                </c:pt>
                <c:pt idx="2024">
                  <c:v>4.1906299999999996</c:v>
                </c:pt>
                <c:pt idx="2025">
                  <c:v>4.1909400000000003</c:v>
                </c:pt>
                <c:pt idx="2026">
                  <c:v>4.1912399999999996</c:v>
                </c:pt>
                <c:pt idx="2027">
                  <c:v>4.1915500000000003</c:v>
                </c:pt>
                <c:pt idx="2028">
                  <c:v>4.1918499999999996</c:v>
                </c:pt>
                <c:pt idx="2029">
                  <c:v>4.1921600000000003</c:v>
                </c:pt>
                <c:pt idx="2030">
                  <c:v>4.1924599999999996</c:v>
                </c:pt>
                <c:pt idx="2031">
                  <c:v>4.1927700000000003</c:v>
                </c:pt>
                <c:pt idx="2032">
                  <c:v>4.1930699999999996</c:v>
                </c:pt>
                <c:pt idx="2033">
                  <c:v>4.1933800000000003</c:v>
                </c:pt>
                <c:pt idx="2034">
                  <c:v>4.1936900000000001</c:v>
                </c:pt>
                <c:pt idx="2035">
                  <c:v>4.1939900000000003</c:v>
                </c:pt>
                <c:pt idx="2036">
                  <c:v>4.1943000000000001</c:v>
                </c:pt>
                <c:pt idx="2037">
                  <c:v>4.1946000000000003</c:v>
                </c:pt>
                <c:pt idx="2038">
                  <c:v>4.1949100000000001</c:v>
                </c:pt>
                <c:pt idx="2039">
                  <c:v>4.1952100000000003</c:v>
                </c:pt>
                <c:pt idx="2040">
                  <c:v>4.1955200000000001</c:v>
                </c:pt>
                <c:pt idx="2041">
                  <c:v>4.1958200000000003</c:v>
                </c:pt>
                <c:pt idx="2042">
                  <c:v>4.1961300000000001</c:v>
                </c:pt>
                <c:pt idx="2043">
                  <c:v>4.1964300000000003</c:v>
                </c:pt>
                <c:pt idx="2044">
                  <c:v>4.1967400000000001</c:v>
                </c:pt>
                <c:pt idx="2045">
                  <c:v>4.1970400000000003</c:v>
                </c:pt>
                <c:pt idx="2046">
                  <c:v>4.1973500000000001</c:v>
                </c:pt>
                <c:pt idx="2047">
                  <c:v>4.1976599999999999</c:v>
                </c:pt>
                <c:pt idx="2048">
                  <c:v>4.1979600000000001</c:v>
                </c:pt>
                <c:pt idx="2049">
                  <c:v>4.1982699999999999</c:v>
                </c:pt>
                <c:pt idx="2050">
                  <c:v>4.1985700000000001</c:v>
                </c:pt>
                <c:pt idx="2051">
                  <c:v>4.1988799999999999</c:v>
                </c:pt>
                <c:pt idx="2052">
                  <c:v>4.1991800000000001</c:v>
                </c:pt>
                <c:pt idx="2053">
                  <c:v>4.1994899999999999</c:v>
                </c:pt>
                <c:pt idx="2054">
                  <c:v>4.1997900000000001</c:v>
                </c:pt>
                <c:pt idx="2055">
                  <c:v>4.2000999999999999</c:v>
                </c:pt>
                <c:pt idx="2056">
                  <c:v>4.2004000000000001</c:v>
                </c:pt>
                <c:pt idx="2057">
                  <c:v>4.2007099999999999</c:v>
                </c:pt>
                <c:pt idx="2058">
                  <c:v>4.2010199999999998</c:v>
                </c:pt>
                <c:pt idx="2059">
                  <c:v>4.2013199999999999</c:v>
                </c:pt>
                <c:pt idx="2060">
                  <c:v>4.2016299999999998</c:v>
                </c:pt>
                <c:pt idx="2061">
                  <c:v>4.2019299999999999</c:v>
                </c:pt>
                <c:pt idx="2062">
                  <c:v>4.2022399999999998</c:v>
                </c:pt>
                <c:pt idx="2063">
                  <c:v>4.2025399999999999</c:v>
                </c:pt>
                <c:pt idx="2064">
                  <c:v>4.2028499999999998</c:v>
                </c:pt>
                <c:pt idx="2065">
                  <c:v>4.2031499999999999</c:v>
                </c:pt>
                <c:pt idx="2066">
                  <c:v>4.2034599999999998</c:v>
                </c:pt>
                <c:pt idx="2067">
                  <c:v>4.2037599999999999</c:v>
                </c:pt>
                <c:pt idx="2068">
                  <c:v>4.2040699999999998</c:v>
                </c:pt>
                <c:pt idx="2069">
                  <c:v>4.2043699999999999</c:v>
                </c:pt>
                <c:pt idx="2070">
                  <c:v>4.2046799999999998</c:v>
                </c:pt>
                <c:pt idx="2071">
                  <c:v>4.2049899999999996</c:v>
                </c:pt>
                <c:pt idx="2072">
                  <c:v>4.2052899999999998</c:v>
                </c:pt>
                <c:pt idx="2073">
                  <c:v>4.2055999999999996</c:v>
                </c:pt>
                <c:pt idx="2074">
                  <c:v>4.2058999999999997</c:v>
                </c:pt>
                <c:pt idx="2075">
                  <c:v>4.2062099999999996</c:v>
                </c:pt>
                <c:pt idx="2076">
                  <c:v>4.2065099999999997</c:v>
                </c:pt>
                <c:pt idx="2077">
                  <c:v>4.2068199999999996</c:v>
                </c:pt>
                <c:pt idx="2078">
                  <c:v>4.2071199999999997</c:v>
                </c:pt>
                <c:pt idx="2079">
                  <c:v>4.2074299999999996</c:v>
                </c:pt>
                <c:pt idx="2080">
                  <c:v>4.2077299999999997</c:v>
                </c:pt>
                <c:pt idx="2081">
                  <c:v>4.2080399999999996</c:v>
                </c:pt>
                <c:pt idx="2082">
                  <c:v>4.2083399999999997</c:v>
                </c:pt>
                <c:pt idx="2083">
                  <c:v>4.2086499999999996</c:v>
                </c:pt>
                <c:pt idx="2084">
                  <c:v>4.2089600000000003</c:v>
                </c:pt>
                <c:pt idx="2085">
                  <c:v>4.2092599999999996</c:v>
                </c:pt>
                <c:pt idx="2086">
                  <c:v>4.2095700000000003</c:v>
                </c:pt>
                <c:pt idx="2087">
                  <c:v>4.2098699999999996</c:v>
                </c:pt>
                <c:pt idx="2088">
                  <c:v>4.2101800000000003</c:v>
                </c:pt>
                <c:pt idx="2089">
                  <c:v>4.2104799999999996</c:v>
                </c:pt>
                <c:pt idx="2090">
                  <c:v>4.2107900000000003</c:v>
                </c:pt>
                <c:pt idx="2091">
                  <c:v>4.2110900000000004</c:v>
                </c:pt>
                <c:pt idx="2092">
                  <c:v>4.2114000000000003</c:v>
                </c:pt>
                <c:pt idx="2093">
                  <c:v>4.2117000000000004</c:v>
                </c:pt>
                <c:pt idx="2094">
                  <c:v>4.2120100000000003</c:v>
                </c:pt>
                <c:pt idx="2095">
                  <c:v>4.2123100000000004</c:v>
                </c:pt>
                <c:pt idx="2096">
                  <c:v>4.2126200000000003</c:v>
                </c:pt>
                <c:pt idx="2097">
                  <c:v>4.2129300000000001</c:v>
                </c:pt>
                <c:pt idx="2098">
                  <c:v>4.2132300000000003</c:v>
                </c:pt>
                <c:pt idx="2099">
                  <c:v>4.2135400000000001</c:v>
                </c:pt>
                <c:pt idx="2100">
                  <c:v>4.2138400000000003</c:v>
                </c:pt>
                <c:pt idx="2101">
                  <c:v>4.2141500000000001</c:v>
                </c:pt>
                <c:pt idx="2102">
                  <c:v>4.2144500000000003</c:v>
                </c:pt>
                <c:pt idx="2103">
                  <c:v>4.2147600000000001</c:v>
                </c:pt>
                <c:pt idx="2104">
                  <c:v>4.2150600000000003</c:v>
                </c:pt>
                <c:pt idx="2105">
                  <c:v>4.2153700000000001</c:v>
                </c:pt>
                <c:pt idx="2106">
                  <c:v>4.2156700000000003</c:v>
                </c:pt>
                <c:pt idx="2107">
                  <c:v>4.2159800000000001</c:v>
                </c:pt>
                <c:pt idx="2108">
                  <c:v>4.2162800000000002</c:v>
                </c:pt>
                <c:pt idx="2109">
                  <c:v>4.2165900000000001</c:v>
                </c:pt>
                <c:pt idx="2110">
                  <c:v>4.2168999999999999</c:v>
                </c:pt>
                <c:pt idx="2111">
                  <c:v>4.2172000000000001</c:v>
                </c:pt>
                <c:pt idx="2112">
                  <c:v>4.2175099999999999</c:v>
                </c:pt>
                <c:pt idx="2113">
                  <c:v>4.2178100000000001</c:v>
                </c:pt>
                <c:pt idx="2114">
                  <c:v>4.2181199999999999</c:v>
                </c:pt>
                <c:pt idx="2115">
                  <c:v>4.2184200000000001</c:v>
                </c:pt>
                <c:pt idx="2116">
                  <c:v>4.2187299999999999</c:v>
                </c:pt>
                <c:pt idx="2117">
                  <c:v>4.2190300000000001</c:v>
                </c:pt>
                <c:pt idx="2118">
                  <c:v>4.2193399999999999</c:v>
                </c:pt>
                <c:pt idx="2119">
                  <c:v>4.2196400000000001</c:v>
                </c:pt>
                <c:pt idx="2120">
                  <c:v>4.2199499999999999</c:v>
                </c:pt>
                <c:pt idx="2121">
                  <c:v>4.2202599999999997</c:v>
                </c:pt>
                <c:pt idx="2122">
                  <c:v>4.2205599999999999</c:v>
                </c:pt>
                <c:pt idx="2123">
                  <c:v>4.2208699999999997</c:v>
                </c:pt>
                <c:pt idx="2124">
                  <c:v>4.2211699999999999</c:v>
                </c:pt>
                <c:pt idx="2125">
                  <c:v>4.2214799999999997</c:v>
                </c:pt>
                <c:pt idx="2126">
                  <c:v>4.2217799999999999</c:v>
                </c:pt>
                <c:pt idx="2127">
                  <c:v>4.2220899999999997</c:v>
                </c:pt>
                <c:pt idx="2128">
                  <c:v>4.2223899999999999</c:v>
                </c:pt>
                <c:pt idx="2129">
                  <c:v>4.2226999999999997</c:v>
                </c:pt>
                <c:pt idx="2130">
                  <c:v>4.2229999999999999</c:v>
                </c:pt>
                <c:pt idx="2131">
                  <c:v>4.2233099999999997</c:v>
                </c:pt>
                <c:pt idx="2132">
                  <c:v>4.2236099999999999</c:v>
                </c:pt>
                <c:pt idx="2133">
                  <c:v>4.2239199999999997</c:v>
                </c:pt>
                <c:pt idx="2134">
                  <c:v>4.2242300000000004</c:v>
                </c:pt>
                <c:pt idx="2135">
                  <c:v>4.2245299999999997</c:v>
                </c:pt>
                <c:pt idx="2136">
                  <c:v>4.2248400000000004</c:v>
                </c:pt>
                <c:pt idx="2137">
                  <c:v>4.2251399999999997</c:v>
                </c:pt>
                <c:pt idx="2138">
                  <c:v>4.2254500000000004</c:v>
                </c:pt>
                <c:pt idx="2139">
                  <c:v>4.2257499999999997</c:v>
                </c:pt>
                <c:pt idx="2140">
                  <c:v>4.2260600000000004</c:v>
                </c:pt>
                <c:pt idx="2141">
                  <c:v>4.2263599999999997</c:v>
                </c:pt>
                <c:pt idx="2142">
                  <c:v>4.2266700000000004</c:v>
                </c:pt>
                <c:pt idx="2143">
                  <c:v>4.2269699999999997</c:v>
                </c:pt>
                <c:pt idx="2144">
                  <c:v>4.2272800000000004</c:v>
                </c:pt>
                <c:pt idx="2145">
                  <c:v>4.2275799999999997</c:v>
                </c:pt>
                <c:pt idx="2146">
                  <c:v>4.2278900000000004</c:v>
                </c:pt>
                <c:pt idx="2147">
                  <c:v>4.2282000000000002</c:v>
                </c:pt>
                <c:pt idx="2148">
                  <c:v>4.2285000000000004</c:v>
                </c:pt>
                <c:pt idx="2149">
                  <c:v>4.2288100000000002</c:v>
                </c:pt>
                <c:pt idx="2150">
                  <c:v>4.2291100000000004</c:v>
                </c:pt>
                <c:pt idx="2151">
                  <c:v>4.2294200000000002</c:v>
                </c:pt>
                <c:pt idx="2152">
                  <c:v>4.2297200000000004</c:v>
                </c:pt>
                <c:pt idx="2153">
                  <c:v>4.2300300000000002</c:v>
                </c:pt>
                <c:pt idx="2154">
                  <c:v>4.2303300000000004</c:v>
                </c:pt>
                <c:pt idx="2155">
                  <c:v>4.2306400000000002</c:v>
                </c:pt>
                <c:pt idx="2156">
                  <c:v>4.2309400000000004</c:v>
                </c:pt>
                <c:pt idx="2157">
                  <c:v>4.2312500000000002</c:v>
                </c:pt>
                <c:pt idx="2158">
                  <c:v>4.2315500000000004</c:v>
                </c:pt>
                <c:pt idx="2159">
                  <c:v>4.2318600000000002</c:v>
                </c:pt>
                <c:pt idx="2160">
                  <c:v>4.23217</c:v>
                </c:pt>
                <c:pt idx="2161">
                  <c:v>4.2324700000000002</c:v>
                </c:pt>
                <c:pt idx="2162">
                  <c:v>4.23278</c:v>
                </c:pt>
                <c:pt idx="2163">
                  <c:v>4.2330800000000002</c:v>
                </c:pt>
                <c:pt idx="2164">
                  <c:v>4.23339</c:v>
                </c:pt>
                <c:pt idx="2165">
                  <c:v>4.2336900000000002</c:v>
                </c:pt>
                <c:pt idx="2166">
                  <c:v>4.234</c:v>
                </c:pt>
                <c:pt idx="2167">
                  <c:v>4.2343000000000002</c:v>
                </c:pt>
                <c:pt idx="2168">
                  <c:v>4.23461</c:v>
                </c:pt>
                <c:pt idx="2169">
                  <c:v>4.2349100000000002</c:v>
                </c:pt>
                <c:pt idx="2170">
                  <c:v>4.23522</c:v>
                </c:pt>
                <c:pt idx="2171">
                  <c:v>4.2355299999999998</c:v>
                </c:pt>
                <c:pt idx="2172">
                  <c:v>4.23583</c:v>
                </c:pt>
                <c:pt idx="2173">
                  <c:v>4.2361399999999998</c:v>
                </c:pt>
                <c:pt idx="2174">
                  <c:v>4.23644</c:v>
                </c:pt>
                <c:pt idx="2175">
                  <c:v>4.2367499999999998</c:v>
                </c:pt>
                <c:pt idx="2176">
                  <c:v>4.23705</c:v>
                </c:pt>
                <c:pt idx="2177">
                  <c:v>4.2373599999999998</c:v>
                </c:pt>
                <c:pt idx="2178">
                  <c:v>4.23766</c:v>
                </c:pt>
                <c:pt idx="2179">
                  <c:v>4.2379699999999998</c:v>
                </c:pt>
                <c:pt idx="2180">
                  <c:v>4.23827</c:v>
                </c:pt>
                <c:pt idx="2181">
                  <c:v>4.2385799999999998</c:v>
                </c:pt>
                <c:pt idx="2182">
                  <c:v>4.23888</c:v>
                </c:pt>
                <c:pt idx="2183">
                  <c:v>4.2391899999999998</c:v>
                </c:pt>
                <c:pt idx="2184">
                  <c:v>4.2394999999999996</c:v>
                </c:pt>
                <c:pt idx="2185">
                  <c:v>4.2397999999999998</c:v>
                </c:pt>
                <c:pt idx="2186">
                  <c:v>4.2401099999999996</c:v>
                </c:pt>
                <c:pt idx="2187">
                  <c:v>4.2404099999999998</c:v>
                </c:pt>
                <c:pt idx="2188">
                  <c:v>4.2407199999999996</c:v>
                </c:pt>
                <c:pt idx="2189">
                  <c:v>4.2410199999999998</c:v>
                </c:pt>
                <c:pt idx="2190">
                  <c:v>4.2413299999999996</c:v>
                </c:pt>
                <c:pt idx="2191">
                  <c:v>4.2416299999999998</c:v>
                </c:pt>
                <c:pt idx="2192">
                  <c:v>4.2419399999999996</c:v>
                </c:pt>
                <c:pt idx="2193">
                  <c:v>4.2422399999999998</c:v>
                </c:pt>
                <c:pt idx="2194">
                  <c:v>4.2425499999999996</c:v>
                </c:pt>
                <c:pt idx="2195">
                  <c:v>4.2428499999999998</c:v>
                </c:pt>
                <c:pt idx="2196">
                  <c:v>4.2431599999999996</c:v>
                </c:pt>
                <c:pt idx="2197">
                  <c:v>4.2434700000000003</c:v>
                </c:pt>
                <c:pt idx="2198">
                  <c:v>4.2437699999999996</c:v>
                </c:pt>
                <c:pt idx="2199">
                  <c:v>4.2440800000000003</c:v>
                </c:pt>
                <c:pt idx="2200">
                  <c:v>4.2443799999999996</c:v>
                </c:pt>
                <c:pt idx="2201">
                  <c:v>4.2446900000000003</c:v>
                </c:pt>
                <c:pt idx="2202">
                  <c:v>4.2449899999999996</c:v>
                </c:pt>
                <c:pt idx="2203">
                  <c:v>4.2453000000000003</c:v>
                </c:pt>
                <c:pt idx="2204">
                  <c:v>4.2455999999999996</c:v>
                </c:pt>
                <c:pt idx="2205">
                  <c:v>4.2459100000000003</c:v>
                </c:pt>
                <c:pt idx="2206">
                  <c:v>4.2462099999999996</c:v>
                </c:pt>
                <c:pt idx="2207">
                  <c:v>4.2465200000000003</c:v>
                </c:pt>
                <c:pt idx="2208">
                  <c:v>4.2468199999999996</c:v>
                </c:pt>
                <c:pt idx="2209">
                  <c:v>4.2471300000000003</c:v>
                </c:pt>
                <c:pt idx="2210">
                  <c:v>4.2474400000000001</c:v>
                </c:pt>
                <c:pt idx="2211">
                  <c:v>4.2477400000000003</c:v>
                </c:pt>
                <c:pt idx="2212">
                  <c:v>4.2480500000000001</c:v>
                </c:pt>
                <c:pt idx="2213">
                  <c:v>4.2483500000000003</c:v>
                </c:pt>
                <c:pt idx="2214">
                  <c:v>4.2486600000000001</c:v>
                </c:pt>
                <c:pt idx="2215">
                  <c:v>4.2489600000000003</c:v>
                </c:pt>
                <c:pt idx="2216">
                  <c:v>4.2492700000000001</c:v>
                </c:pt>
                <c:pt idx="2217">
                  <c:v>4.2495700000000003</c:v>
                </c:pt>
                <c:pt idx="2218">
                  <c:v>4.2498800000000001</c:v>
                </c:pt>
                <c:pt idx="2219">
                  <c:v>4.2501800000000003</c:v>
                </c:pt>
                <c:pt idx="2220">
                  <c:v>4.2504900000000001</c:v>
                </c:pt>
                <c:pt idx="2221">
                  <c:v>4.2507900000000003</c:v>
                </c:pt>
                <c:pt idx="2222">
                  <c:v>4.2511000000000001</c:v>
                </c:pt>
                <c:pt idx="2223">
                  <c:v>4.2514099999999999</c:v>
                </c:pt>
                <c:pt idx="2224">
                  <c:v>4.2517100000000001</c:v>
                </c:pt>
                <c:pt idx="2225">
                  <c:v>4.2520199999999999</c:v>
                </c:pt>
                <c:pt idx="2226">
                  <c:v>4.2523200000000001</c:v>
                </c:pt>
                <c:pt idx="2227">
                  <c:v>4.2526299999999999</c:v>
                </c:pt>
                <c:pt idx="2228">
                  <c:v>4.2529300000000001</c:v>
                </c:pt>
                <c:pt idx="2229">
                  <c:v>4.2532399999999999</c:v>
                </c:pt>
                <c:pt idx="2230">
                  <c:v>4.2535400000000001</c:v>
                </c:pt>
                <c:pt idx="2231">
                  <c:v>4.2538499999999999</c:v>
                </c:pt>
                <c:pt idx="2232">
                  <c:v>4.2541500000000001</c:v>
                </c:pt>
                <c:pt idx="2233">
                  <c:v>4.2544599999999999</c:v>
                </c:pt>
                <c:pt idx="2234">
                  <c:v>4.2547699999999997</c:v>
                </c:pt>
                <c:pt idx="2235">
                  <c:v>4.2550699999999999</c:v>
                </c:pt>
                <c:pt idx="2236">
                  <c:v>4.2553799999999997</c:v>
                </c:pt>
                <c:pt idx="2237">
                  <c:v>4.2556799999999999</c:v>
                </c:pt>
                <c:pt idx="2238">
                  <c:v>4.2559899999999997</c:v>
                </c:pt>
                <c:pt idx="2239">
                  <c:v>4.2562899999999999</c:v>
                </c:pt>
                <c:pt idx="2240">
                  <c:v>4.2565999999999997</c:v>
                </c:pt>
                <c:pt idx="2241">
                  <c:v>4.2568999999999999</c:v>
                </c:pt>
                <c:pt idx="2242">
                  <c:v>4.2572099999999997</c:v>
                </c:pt>
                <c:pt idx="2243">
                  <c:v>4.2575099999999999</c:v>
                </c:pt>
                <c:pt idx="2244">
                  <c:v>4.2578199999999997</c:v>
                </c:pt>
                <c:pt idx="2245">
                  <c:v>4.2581199999999999</c:v>
                </c:pt>
                <c:pt idx="2246">
                  <c:v>4.2584299999999997</c:v>
                </c:pt>
                <c:pt idx="2247">
                  <c:v>4.2587400000000004</c:v>
                </c:pt>
                <c:pt idx="2248">
                  <c:v>4.2590399999999997</c:v>
                </c:pt>
                <c:pt idx="2249">
                  <c:v>4.2593500000000004</c:v>
                </c:pt>
                <c:pt idx="2250">
                  <c:v>4.2596499999999997</c:v>
                </c:pt>
                <c:pt idx="2251">
                  <c:v>4.2599600000000004</c:v>
                </c:pt>
                <c:pt idx="2252">
                  <c:v>4.2602599999999997</c:v>
                </c:pt>
                <c:pt idx="2253">
                  <c:v>4.2605700000000004</c:v>
                </c:pt>
                <c:pt idx="2254">
                  <c:v>4.2608699999999997</c:v>
                </c:pt>
                <c:pt idx="2255">
                  <c:v>4.2611800000000004</c:v>
                </c:pt>
                <c:pt idx="2256">
                  <c:v>4.2614799999999997</c:v>
                </c:pt>
                <c:pt idx="2257">
                  <c:v>4.2617900000000004</c:v>
                </c:pt>
                <c:pt idx="2258">
                  <c:v>4.2620899999999997</c:v>
                </c:pt>
                <c:pt idx="2259">
                  <c:v>4.2624000000000004</c:v>
                </c:pt>
                <c:pt idx="2260">
                  <c:v>4.2627100000000002</c:v>
                </c:pt>
                <c:pt idx="2261">
                  <c:v>4.2630100000000004</c:v>
                </c:pt>
                <c:pt idx="2262">
                  <c:v>4.2633200000000002</c:v>
                </c:pt>
                <c:pt idx="2263">
                  <c:v>4.2636200000000004</c:v>
                </c:pt>
                <c:pt idx="2264">
                  <c:v>4.2639300000000002</c:v>
                </c:pt>
                <c:pt idx="2265">
                  <c:v>4.2642300000000004</c:v>
                </c:pt>
                <c:pt idx="2266">
                  <c:v>4.2645400000000002</c:v>
                </c:pt>
                <c:pt idx="2267">
                  <c:v>4.2648400000000004</c:v>
                </c:pt>
                <c:pt idx="2268">
                  <c:v>4.2651500000000002</c:v>
                </c:pt>
                <c:pt idx="2269">
                  <c:v>4.2654500000000004</c:v>
                </c:pt>
                <c:pt idx="2270">
                  <c:v>4.2657600000000002</c:v>
                </c:pt>
                <c:pt idx="2271">
                  <c:v>4.2660600000000004</c:v>
                </c:pt>
                <c:pt idx="2272">
                  <c:v>4.2663700000000002</c:v>
                </c:pt>
                <c:pt idx="2273">
                  <c:v>4.26668</c:v>
                </c:pt>
                <c:pt idx="2274">
                  <c:v>4.2669800000000002</c:v>
                </c:pt>
                <c:pt idx="2275">
                  <c:v>4.26729</c:v>
                </c:pt>
                <c:pt idx="2276">
                  <c:v>4.2675900000000002</c:v>
                </c:pt>
                <c:pt idx="2277">
                  <c:v>4.2679</c:v>
                </c:pt>
                <c:pt idx="2278">
                  <c:v>4.2682000000000002</c:v>
                </c:pt>
                <c:pt idx="2279">
                  <c:v>4.26851</c:v>
                </c:pt>
                <c:pt idx="2280">
                  <c:v>4.2688100000000002</c:v>
                </c:pt>
                <c:pt idx="2281">
                  <c:v>4.26912</c:v>
                </c:pt>
                <c:pt idx="2282">
                  <c:v>4.2694200000000002</c:v>
                </c:pt>
                <c:pt idx="2283">
                  <c:v>4.26973</c:v>
                </c:pt>
                <c:pt idx="2284">
                  <c:v>4.2700300000000002</c:v>
                </c:pt>
                <c:pt idx="2285">
                  <c:v>4.27034</c:v>
                </c:pt>
                <c:pt idx="2286">
                  <c:v>4.2706499999999998</c:v>
                </c:pt>
                <c:pt idx="2287">
                  <c:v>4.27095</c:v>
                </c:pt>
                <c:pt idx="2288">
                  <c:v>4.2712599999999998</c:v>
                </c:pt>
                <c:pt idx="2289">
                  <c:v>4.27156</c:v>
                </c:pt>
                <c:pt idx="2290">
                  <c:v>4.2718699999999998</c:v>
                </c:pt>
                <c:pt idx="2291">
                  <c:v>4.27217</c:v>
                </c:pt>
                <c:pt idx="2292">
                  <c:v>4.2724799999999998</c:v>
                </c:pt>
                <c:pt idx="2293">
                  <c:v>4.27278</c:v>
                </c:pt>
                <c:pt idx="2294">
                  <c:v>4.2730899999999998</c:v>
                </c:pt>
                <c:pt idx="2295">
                  <c:v>4.27339</c:v>
                </c:pt>
                <c:pt idx="2296">
                  <c:v>4.2736999999999998</c:v>
                </c:pt>
                <c:pt idx="2297">
                  <c:v>4.2740099999999996</c:v>
                </c:pt>
                <c:pt idx="2298">
                  <c:v>4.2743099999999998</c:v>
                </c:pt>
                <c:pt idx="2299">
                  <c:v>4.2746199999999996</c:v>
                </c:pt>
                <c:pt idx="2300">
                  <c:v>4.2749199999999998</c:v>
                </c:pt>
                <c:pt idx="2301">
                  <c:v>4.2752299999999996</c:v>
                </c:pt>
                <c:pt idx="2302">
                  <c:v>4.2755299999999998</c:v>
                </c:pt>
                <c:pt idx="2303">
                  <c:v>4.2758399999999996</c:v>
                </c:pt>
                <c:pt idx="2304">
                  <c:v>4.2761399999999998</c:v>
                </c:pt>
                <c:pt idx="2305">
                  <c:v>4.2764499999999996</c:v>
                </c:pt>
                <c:pt idx="2306">
                  <c:v>4.2767499999999998</c:v>
                </c:pt>
                <c:pt idx="2307">
                  <c:v>4.2770599999999996</c:v>
                </c:pt>
                <c:pt idx="2308">
                  <c:v>4.2773599999999998</c:v>
                </c:pt>
                <c:pt idx="2309">
                  <c:v>4.2776699999999996</c:v>
                </c:pt>
                <c:pt idx="2310">
                  <c:v>4.2779800000000003</c:v>
                </c:pt>
                <c:pt idx="2311">
                  <c:v>4.2782799999999996</c:v>
                </c:pt>
                <c:pt idx="2312">
                  <c:v>4.2785900000000003</c:v>
                </c:pt>
                <c:pt idx="2313">
                  <c:v>4.2788899999999996</c:v>
                </c:pt>
                <c:pt idx="2314">
                  <c:v>4.2792000000000003</c:v>
                </c:pt>
                <c:pt idx="2315">
                  <c:v>4.2794999999999996</c:v>
                </c:pt>
                <c:pt idx="2316">
                  <c:v>4.2798100000000003</c:v>
                </c:pt>
                <c:pt idx="2317">
                  <c:v>4.2801099999999996</c:v>
                </c:pt>
                <c:pt idx="2318">
                  <c:v>4.2804200000000003</c:v>
                </c:pt>
                <c:pt idx="2319">
                  <c:v>4.2807199999999996</c:v>
                </c:pt>
                <c:pt idx="2320">
                  <c:v>4.2810300000000003</c:v>
                </c:pt>
                <c:pt idx="2321">
                  <c:v>4.2813299999999996</c:v>
                </c:pt>
                <c:pt idx="2322">
                  <c:v>4.2816400000000003</c:v>
                </c:pt>
                <c:pt idx="2323">
                  <c:v>4.2819500000000001</c:v>
                </c:pt>
                <c:pt idx="2324">
                  <c:v>4.2822500000000003</c:v>
                </c:pt>
                <c:pt idx="2325">
                  <c:v>4.2825600000000001</c:v>
                </c:pt>
                <c:pt idx="2326">
                  <c:v>4.2828600000000003</c:v>
                </c:pt>
                <c:pt idx="2327">
                  <c:v>4.2831700000000001</c:v>
                </c:pt>
                <c:pt idx="2328">
                  <c:v>4.2834700000000003</c:v>
                </c:pt>
                <c:pt idx="2329">
                  <c:v>4.2837800000000001</c:v>
                </c:pt>
                <c:pt idx="2330">
                  <c:v>4.2840800000000003</c:v>
                </c:pt>
                <c:pt idx="2331">
                  <c:v>4.2843900000000001</c:v>
                </c:pt>
                <c:pt idx="2332">
                  <c:v>4.2846900000000003</c:v>
                </c:pt>
                <c:pt idx="2333">
                  <c:v>4.2850000000000001</c:v>
                </c:pt>
                <c:pt idx="2334">
                  <c:v>4.2853000000000003</c:v>
                </c:pt>
                <c:pt idx="2335">
                  <c:v>4.2856100000000001</c:v>
                </c:pt>
                <c:pt idx="2336">
                  <c:v>4.28592</c:v>
                </c:pt>
                <c:pt idx="2337">
                  <c:v>4.2862200000000001</c:v>
                </c:pt>
                <c:pt idx="2338">
                  <c:v>4.28653</c:v>
                </c:pt>
                <c:pt idx="2339">
                  <c:v>4.2868300000000001</c:v>
                </c:pt>
                <c:pt idx="2340">
                  <c:v>4.28714</c:v>
                </c:pt>
                <c:pt idx="2341">
                  <c:v>4.2874400000000001</c:v>
                </c:pt>
                <c:pt idx="2342">
                  <c:v>4.28775</c:v>
                </c:pt>
                <c:pt idx="2343">
                  <c:v>4.2880500000000001</c:v>
                </c:pt>
                <c:pt idx="2344">
                  <c:v>4.2883599999999999</c:v>
                </c:pt>
                <c:pt idx="2345">
                  <c:v>4.2886600000000001</c:v>
                </c:pt>
                <c:pt idx="2346">
                  <c:v>4.2889699999999999</c:v>
                </c:pt>
                <c:pt idx="2347">
                  <c:v>4.2892799999999998</c:v>
                </c:pt>
                <c:pt idx="2348">
                  <c:v>4.2895799999999999</c:v>
                </c:pt>
                <c:pt idx="2349">
                  <c:v>4.2898899999999998</c:v>
                </c:pt>
                <c:pt idx="2350">
                  <c:v>4.2901899999999999</c:v>
                </c:pt>
                <c:pt idx="2351">
                  <c:v>4.2904999999999998</c:v>
                </c:pt>
                <c:pt idx="2352">
                  <c:v>4.2907999999999999</c:v>
                </c:pt>
                <c:pt idx="2353">
                  <c:v>4.2911099999999998</c:v>
                </c:pt>
                <c:pt idx="2354">
                  <c:v>4.2914099999999999</c:v>
                </c:pt>
                <c:pt idx="2355">
                  <c:v>4.2917199999999998</c:v>
                </c:pt>
                <c:pt idx="2356">
                  <c:v>4.2920199999999999</c:v>
                </c:pt>
                <c:pt idx="2357">
                  <c:v>4.2923299999999998</c:v>
                </c:pt>
                <c:pt idx="2358">
                  <c:v>4.2926299999999999</c:v>
                </c:pt>
                <c:pt idx="2359">
                  <c:v>4.2929399999999998</c:v>
                </c:pt>
                <c:pt idx="2360">
                  <c:v>4.2932499999999996</c:v>
                </c:pt>
                <c:pt idx="2361">
                  <c:v>4.2935499999999998</c:v>
                </c:pt>
                <c:pt idx="2362">
                  <c:v>4.2938599999999996</c:v>
                </c:pt>
                <c:pt idx="2363">
                  <c:v>4.2941599999999998</c:v>
                </c:pt>
                <c:pt idx="2364">
                  <c:v>4.2944699999999996</c:v>
                </c:pt>
                <c:pt idx="2365">
                  <c:v>4.2947699999999998</c:v>
                </c:pt>
                <c:pt idx="2366">
                  <c:v>4.2950799999999996</c:v>
                </c:pt>
                <c:pt idx="2367">
                  <c:v>4.2953799999999998</c:v>
                </c:pt>
                <c:pt idx="2368">
                  <c:v>4.2956899999999996</c:v>
                </c:pt>
                <c:pt idx="2369">
                  <c:v>4.2959899999999998</c:v>
                </c:pt>
                <c:pt idx="2370">
                  <c:v>4.2962999999999996</c:v>
                </c:pt>
                <c:pt idx="2371">
                  <c:v>4.2965999999999998</c:v>
                </c:pt>
                <c:pt idx="2372">
                  <c:v>4.2969099999999996</c:v>
                </c:pt>
                <c:pt idx="2373">
                  <c:v>4.2972200000000003</c:v>
                </c:pt>
                <c:pt idx="2374">
                  <c:v>4.2975199999999996</c:v>
                </c:pt>
                <c:pt idx="2375">
                  <c:v>4.2978300000000003</c:v>
                </c:pt>
                <c:pt idx="2376">
                  <c:v>4.2981299999999996</c:v>
                </c:pt>
                <c:pt idx="2377">
                  <c:v>4.2984400000000003</c:v>
                </c:pt>
                <c:pt idx="2378">
                  <c:v>4.2987399999999996</c:v>
                </c:pt>
                <c:pt idx="2379">
                  <c:v>4.2990500000000003</c:v>
                </c:pt>
                <c:pt idx="2380">
                  <c:v>4.2993499999999996</c:v>
                </c:pt>
                <c:pt idx="2381">
                  <c:v>4.2996600000000003</c:v>
                </c:pt>
                <c:pt idx="2382">
                  <c:v>4.2999599999999996</c:v>
                </c:pt>
                <c:pt idx="2383">
                  <c:v>4.3002700000000003</c:v>
                </c:pt>
                <c:pt idx="2384">
                  <c:v>4.3005699999999996</c:v>
                </c:pt>
                <c:pt idx="2385">
                  <c:v>4.3008800000000003</c:v>
                </c:pt>
                <c:pt idx="2386">
                  <c:v>4.3011900000000001</c:v>
                </c:pt>
                <c:pt idx="2387">
                  <c:v>4.3014900000000003</c:v>
                </c:pt>
                <c:pt idx="2388">
                  <c:v>4.3018000000000001</c:v>
                </c:pt>
                <c:pt idx="2389">
                  <c:v>4.3021000000000003</c:v>
                </c:pt>
                <c:pt idx="2390">
                  <c:v>4.3024100000000001</c:v>
                </c:pt>
                <c:pt idx="2391">
                  <c:v>4.3027100000000003</c:v>
                </c:pt>
                <c:pt idx="2392">
                  <c:v>4.3030200000000001</c:v>
                </c:pt>
                <c:pt idx="2393">
                  <c:v>4.3033200000000003</c:v>
                </c:pt>
                <c:pt idx="2394">
                  <c:v>4.3036300000000001</c:v>
                </c:pt>
                <c:pt idx="2395">
                  <c:v>4.3039300000000003</c:v>
                </c:pt>
                <c:pt idx="2396">
                  <c:v>4.3042400000000001</c:v>
                </c:pt>
                <c:pt idx="2397">
                  <c:v>4.3045400000000003</c:v>
                </c:pt>
                <c:pt idx="2398">
                  <c:v>4.3048500000000001</c:v>
                </c:pt>
                <c:pt idx="2399">
                  <c:v>4.3051599999999999</c:v>
                </c:pt>
                <c:pt idx="2400">
                  <c:v>4.3054600000000001</c:v>
                </c:pt>
                <c:pt idx="2401">
                  <c:v>4.3057699999999999</c:v>
                </c:pt>
                <c:pt idx="2402">
                  <c:v>4.3060700000000001</c:v>
                </c:pt>
                <c:pt idx="2403">
                  <c:v>4.3063799999999999</c:v>
                </c:pt>
                <c:pt idx="2404">
                  <c:v>4.3066800000000001</c:v>
                </c:pt>
                <c:pt idx="2405">
                  <c:v>4.3069899999999999</c:v>
                </c:pt>
                <c:pt idx="2406">
                  <c:v>4.3072900000000001</c:v>
                </c:pt>
                <c:pt idx="2407">
                  <c:v>4.3075999999999999</c:v>
                </c:pt>
                <c:pt idx="2408">
                  <c:v>4.3079000000000001</c:v>
                </c:pt>
                <c:pt idx="2409">
                  <c:v>4.3082099999999999</c:v>
                </c:pt>
                <c:pt idx="2410">
                  <c:v>4.3085199999999997</c:v>
                </c:pt>
                <c:pt idx="2411">
                  <c:v>4.3088199999999999</c:v>
                </c:pt>
                <c:pt idx="2412">
                  <c:v>4.3091299999999997</c:v>
                </c:pt>
                <c:pt idx="2413">
                  <c:v>4.3094299999999999</c:v>
                </c:pt>
                <c:pt idx="2414">
                  <c:v>4.3097399999999997</c:v>
                </c:pt>
                <c:pt idx="2415">
                  <c:v>4.3100399999999999</c:v>
                </c:pt>
                <c:pt idx="2416">
                  <c:v>4.3103499999999997</c:v>
                </c:pt>
                <c:pt idx="2417">
                  <c:v>4.3106499999999999</c:v>
                </c:pt>
                <c:pt idx="2418">
                  <c:v>4.3109599999999997</c:v>
                </c:pt>
                <c:pt idx="2419">
                  <c:v>4.3112599999999999</c:v>
                </c:pt>
                <c:pt idx="2420">
                  <c:v>4.3115699999999997</c:v>
                </c:pt>
                <c:pt idx="2421">
                  <c:v>4.3118699999999999</c:v>
                </c:pt>
                <c:pt idx="2422">
                  <c:v>4.3121799999999997</c:v>
                </c:pt>
                <c:pt idx="2423">
                  <c:v>4.3124900000000004</c:v>
                </c:pt>
                <c:pt idx="2424">
                  <c:v>4.3127899999999997</c:v>
                </c:pt>
                <c:pt idx="2425">
                  <c:v>4.3131000000000004</c:v>
                </c:pt>
                <c:pt idx="2426">
                  <c:v>4.3133999999999997</c:v>
                </c:pt>
                <c:pt idx="2427">
                  <c:v>4.3137100000000004</c:v>
                </c:pt>
                <c:pt idx="2428">
                  <c:v>4.3140099999999997</c:v>
                </c:pt>
                <c:pt idx="2429">
                  <c:v>4.3143200000000004</c:v>
                </c:pt>
                <c:pt idx="2430">
                  <c:v>4.3146199999999997</c:v>
                </c:pt>
                <c:pt idx="2431">
                  <c:v>4.3149300000000004</c:v>
                </c:pt>
                <c:pt idx="2432">
                  <c:v>4.3152299999999997</c:v>
                </c:pt>
                <c:pt idx="2433">
                  <c:v>4.3155400000000004</c:v>
                </c:pt>
                <c:pt idx="2434">
                  <c:v>4.3158399999999997</c:v>
                </c:pt>
                <c:pt idx="2435">
                  <c:v>4.3161500000000004</c:v>
                </c:pt>
                <c:pt idx="2436">
                  <c:v>4.3164600000000002</c:v>
                </c:pt>
                <c:pt idx="2437">
                  <c:v>4.3167600000000004</c:v>
                </c:pt>
                <c:pt idx="2438">
                  <c:v>4.3170700000000002</c:v>
                </c:pt>
                <c:pt idx="2439">
                  <c:v>4.3173700000000004</c:v>
                </c:pt>
                <c:pt idx="2440">
                  <c:v>4.3176800000000002</c:v>
                </c:pt>
                <c:pt idx="2441">
                  <c:v>4.3179800000000004</c:v>
                </c:pt>
                <c:pt idx="2442">
                  <c:v>4.3182900000000002</c:v>
                </c:pt>
                <c:pt idx="2443">
                  <c:v>4.3185900000000004</c:v>
                </c:pt>
                <c:pt idx="2444">
                  <c:v>4.3189000000000002</c:v>
                </c:pt>
                <c:pt idx="2445">
                  <c:v>4.3192000000000004</c:v>
                </c:pt>
                <c:pt idx="2446">
                  <c:v>4.3195100000000002</c:v>
                </c:pt>
                <c:pt idx="2447">
                  <c:v>4.3198100000000004</c:v>
                </c:pt>
                <c:pt idx="2448">
                  <c:v>4.3201200000000002</c:v>
                </c:pt>
                <c:pt idx="2449">
                  <c:v>4.32043</c:v>
                </c:pt>
                <c:pt idx="2450">
                  <c:v>4.3207300000000002</c:v>
                </c:pt>
                <c:pt idx="2451">
                  <c:v>4.32104</c:v>
                </c:pt>
                <c:pt idx="2452">
                  <c:v>4.3213400000000002</c:v>
                </c:pt>
                <c:pt idx="2453">
                  <c:v>4.32165</c:v>
                </c:pt>
                <c:pt idx="2454">
                  <c:v>4.3219500000000002</c:v>
                </c:pt>
                <c:pt idx="2455">
                  <c:v>4.32226</c:v>
                </c:pt>
                <c:pt idx="2456">
                  <c:v>4.3225600000000002</c:v>
                </c:pt>
                <c:pt idx="2457">
                  <c:v>4.32287</c:v>
                </c:pt>
                <c:pt idx="2458">
                  <c:v>4.3231700000000002</c:v>
                </c:pt>
                <c:pt idx="2459">
                  <c:v>4.32348</c:v>
                </c:pt>
                <c:pt idx="2460">
                  <c:v>4.3237800000000002</c:v>
                </c:pt>
                <c:pt idx="2461">
                  <c:v>4.32409</c:v>
                </c:pt>
                <c:pt idx="2462">
                  <c:v>4.3243999999999998</c:v>
                </c:pt>
                <c:pt idx="2463">
                  <c:v>4.3247</c:v>
                </c:pt>
                <c:pt idx="2464">
                  <c:v>4.3250099999999998</c:v>
                </c:pt>
                <c:pt idx="2465">
                  <c:v>4.32531</c:v>
                </c:pt>
                <c:pt idx="2466">
                  <c:v>4.3256199999999998</c:v>
                </c:pt>
                <c:pt idx="2467">
                  <c:v>4.32592</c:v>
                </c:pt>
                <c:pt idx="2468">
                  <c:v>4.3262299999999998</c:v>
                </c:pt>
                <c:pt idx="2469">
                  <c:v>4.32653</c:v>
                </c:pt>
                <c:pt idx="2470">
                  <c:v>4.3268399999999998</c:v>
                </c:pt>
                <c:pt idx="2471">
                  <c:v>4.32714</c:v>
                </c:pt>
                <c:pt idx="2472">
                  <c:v>4.3274499999999998</c:v>
                </c:pt>
                <c:pt idx="2473">
                  <c:v>4.3277599999999996</c:v>
                </c:pt>
                <c:pt idx="2474">
                  <c:v>4.3280599999999998</c:v>
                </c:pt>
                <c:pt idx="2475">
                  <c:v>4.3283699999999996</c:v>
                </c:pt>
                <c:pt idx="2476">
                  <c:v>4.3286699999999998</c:v>
                </c:pt>
                <c:pt idx="2477">
                  <c:v>4.3289799999999996</c:v>
                </c:pt>
                <c:pt idx="2478">
                  <c:v>4.3292799999999998</c:v>
                </c:pt>
                <c:pt idx="2479">
                  <c:v>4.3295899999999996</c:v>
                </c:pt>
                <c:pt idx="2480">
                  <c:v>4.3298899999999998</c:v>
                </c:pt>
                <c:pt idx="2481">
                  <c:v>4.3301999999999996</c:v>
                </c:pt>
                <c:pt idx="2482">
                  <c:v>4.3304999999999998</c:v>
                </c:pt>
                <c:pt idx="2483">
                  <c:v>4.3308099999999996</c:v>
                </c:pt>
                <c:pt idx="2484">
                  <c:v>4.3311099999999998</c:v>
                </c:pt>
                <c:pt idx="2485">
                  <c:v>4.3314199999999996</c:v>
                </c:pt>
                <c:pt idx="2486">
                  <c:v>4.3317300000000003</c:v>
                </c:pt>
                <c:pt idx="2487">
                  <c:v>4.3320299999999996</c:v>
                </c:pt>
                <c:pt idx="2488">
                  <c:v>4.3323400000000003</c:v>
                </c:pt>
                <c:pt idx="2489">
                  <c:v>4.3326399999999996</c:v>
                </c:pt>
                <c:pt idx="2490">
                  <c:v>4.3329500000000003</c:v>
                </c:pt>
                <c:pt idx="2491">
                  <c:v>4.3332499999999996</c:v>
                </c:pt>
                <c:pt idx="2492">
                  <c:v>4.3335600000000003</c:v>
                </c:pt>
                <c:pt idx="2493">
                  <c:v>4.3338599999999996</c:v>
                </c:pt>
                <c:pt idx="2494">
                  <c:v>4.3341700000000003</c:v>
                </c:pt>
                <c:pt idx="2495">
                  <c:v>4.3344699999999996</c:v>
                </c:pt>
                <c:pt idx="2496">
                  <c:v>4.3347800000000003</c:v>
                </c:pt>
                <c:pt idx="2497">
                  <c:v>4.3350799999999996</c:v>
                </c:pt>
                <c:pt idx="2498">
                  <c:v>4.3353900000000003</c:v>
                </c:pt>
                <c:pt idx="2499">
                  <c:v>4.3357000000000001</c:v>
                </c:pt>
                <c:pt idx="2500">
                  <c:v>4.3360000000000003</c:v>
                </c:pt>
                <c:pt idx="2501">
                  <c:v>4.3363100000000001</c:v>
                </c:pt>
                <c:pt idx="2502">
                  <c:v>4.3366100000000003</c:v>
                </c:pt>
                <c:pt idx="2503">
                  <c:v>4.3369200000000001</c:v>
                </c:pt>
                <c:pt idx="2504">
                  <c:v>4.3372200000000003</c:v>
                </c:pt>
                <c:pt idx="2505">
                  <c:v>4.3375300000000001</c:v>
                </c:pt>
                <c:pt idx="2506">
                  <c:v>4.3378300000000003</c:v>
                </c:pt>
                <c:pt idx="2507">
                  <c:v>4.3381400000000001</c:v>
                </c:pt>
                <c:pt idx="2508">
                  <c:v>4.3384400000000003</c:v>
                </c:pt>
                <c:pt idx="2509">
                  <c:v>4.3387500000000001</c:v>
                </c:pt>
                <c:pt idx="2510">
                  <c:v>4.3390500000000003</c:v>
                </c:pt>
                <c:pt idx="2511">
                  <c:v>4.3393600000000001</c:v>
                </c:pt>
                <c:pt idx="2512">
                  <c:v>4.3396699999999999</c:v>
                </c:pt>
                <c:pt idx="2513">
                  <c:v>4.3399700000000001</c:v>
                </c:pt>
                <c:pt idx="2514">
                  <c:v>4.3402799999999999</c:v>
                </c:pt>
                <c:pt idx="2515">
                  <c:v>4.3405800000000001</c:v>
                </c:pt>
                <c:pt idx="2516">
                  <c:v>4.3408899999999999</c:v>
                </c:pt>
                <c:pt idx="2517">
                  <c:v>4.3411900000000001</c:v>
                </c:pt>
                <c:pt idx="2518">
                  <c:v>4.3414999999999999</c:v>
                </c:pt>
                <c:pt idx="2519">
                  <c:v>4.3418000000000001</c:v>
                </c:pt>
                <c:pt idx="2520">
                  <c:v>4.3421099999999999</c:v>
                </c:pt>
                <c:pt idx="2521">
                  <c:v>4.3424100000000001</c:v>
                </c:pt>
                <c:pt idx="2522">
                  <c:v>4.3427199999999999</c:v>
                </c:pt>
                <c:pt idx="2523">
                  <c:v>4.3430200000000001</c:v>
                </c:pt>
                <c:pt idx="2524">
                  <c:v>4.3433299999999999</c:v>
                </c:pt>
                <c:pt idx="2525">
                  <c:v>4.3436399999999997</c:v>
                </c:pt>
                <c:pt idx="2526">
                  <c:v>4.3439399999999999</c:v>
                </c:pt>
                <c:pt idx="2527">
                  <c:v>4.3442499999999997</c:v>
                </c:pt>
                <c:pt idx="2528">
                  <c:v>4.3445499999999999</c:v>
                </c:pt>
                <c:pt idx="2529">
                  <c:v>4.3448599999999997</c:v>
                </c:pt>
                <c:pt idx="2530">
                  <c:v>4.3451599999999999</c:v>
                </c:pt>
                <c:pt idx="2531">
                  <c:v>4.3454699999999997</c:v>
                </c:pt>
                <c:pt idx="2532">
                  <c:v>4.3457699999999999</c:v>
                </c:pt>
                <c:pt idx="2533">
                  <c:v>4.3460799999999997</c:v>
                </c:pt>
                <c:pt idx="2534">
                  <c:v>4.3463799999999999</c:v>
                </c:pt>
                <c:pt idx="2535">
                  <c:v>4.3466899999999997</c:v>
                </c:pt>
                <c:pt idx="2536">
                  <c:v>4.3470000000000004</c:v>
                </c:pt>
                <c:pt idx="2537">
                  <c:v>4.3472999999999997</c:v>
                </c:pt>
                <c:pt idx="2538">
                  <c:v>4.3476100000000004</c:v>
                </c:pt>
                <c:pt idx="2539">
                  <c:v>4.3479099999999997</c:v>
                </c:pt>
                <c:pt idx="2540">
                  <c:v>4.3482200000000004</c:v>
                </c:pt>
                <c:pt idx="2541">
                  <c:v>4.3485199999999997</c:v>
                </c:pt>
                <c:pt idx="2542">
                  <c:v>4.3488300000000004</c:v>
                </c:pt>
                <c:pt idx="2543">
                  <c:v>4.3491299999999997</c:v>
                </c:pt>
                <c:pt idx="2544">
                  <c:v>4.3494400000000004</c:v>
                </c:pt>
                <c:pt idx="2545">
                  <c:v>4.3497399999999997</c:v>
                </c:pt>
                <c:pt idx="2546">
                  <c:v>4.3500500000000004</c:v>
                </c:pt>
                <c:pt idx="2547">
                  <c:v>4.3503499999999997</c:v>
                </c:pt>
                <c:pt idx="2548">
                  <c:v>4.3506600000000004</c:v>
                </c:pt>
                <c:pt idx="2549">
                  <c:v>4.3509700000000002</c:v>
                </c:pt>
                <c:pt idx="2550">
                  <c:v>4.3512700000000004</c:v>
                </c:pt>
                <c:pt idx="2551">
                  <c:v>4.3515800000000002</c:v>
                </c:pt>
                <c:pt idx="2552">
                  <c:v>4.3518800000000004</c:v>
                </c:pt>
                <c:pt idx="2553">
                  <c:v>4.3521900000000002</c:v>
                </c:pt>
                <c:pt idx="2554">
                  <c:v>4.3524900000000004</c:v>
                </c:pt>
                <c:pt idx="2555">
                  <c:v>4.3528000000000002</c:v>
                </c:pt>
                <c:pt idx="2556">
                  <c:v>4.3531000000000004</c:v>
                </c:pt>
                <c:pt idx="2557">
                  <c:v>4.3534100000000002</c:v>
                </c:pt>
                <c:pt idx="2558">
                  <c:v>4.3537100000000004</c:v>
                </c:pt>
                <c:pt idx="2559">
                  <c:v>4.3540200000000002</c:v>
                </c:pt>
                <c:pt idx="2560">
                  <c:v>4.3543200000000004</c:v>
                </c:pt>
                <c:pt idx="2561">
                  <c:v>4.3546300000000002</c:v>
                </c:pt>
                <c:pt idx="2562">
                  <c:v>4.35494</c:v>
                </c:pt>
                <c:pt idx="2563">
                  <c:v>4.3552400000000002</c:v>
                </c:pt>
                <c:pt idx="2564">
                  <c:v>4.35555</c:v>
                </c:pt>
                <c:pt idx="2565">
                  <c:v>4.3558500000000002</c:v>
                </c:pt>
                <c:pt idx="2566">
                  <c:v>4.35616</c:v>
                </c:pt>
                <c:pt idx="2567">
                  <c:v>4.3564600000000002</c:v>
                </c:pt>
                <c:pt idx="2568">
                  <c:v>4.35677</c:v>
                </c:pt>
                <c:pt idx="2569">
                  <c:v>4.3570700000000002</c:v>
                </c:pt>
                <c:pt idx="2570">
                  <c:v>4.35738</c:v>
                </c:pt>
                <c:pt idx="2571">
                  <c:v>4.3576800000000002</c:v>
                </c:pt>
                <c:pt idx="2572">
                  <c:v>4.35799</c:v>
                </c:pt>
                <c:pt idx="2573">
                  <c:v>4.3582900000000002</c:v>
                </c:pt>
                <c:pt idx="2574">
                  <c:v>4.3586</c:v>
                </c:pt>
                <c:pt idx="2575">
                  <c:v>4.3589099999999998</c:v>
                </c:pt>
                <c:pt idx="2576">
                  <c:v>4.35921</c:v>
                </c:pt>
                <c:pt idx="2577">
                  <c:v>4.3595199999999998</c:v>
                </c:pt>
                <c:pt idx="2578">
                  <c:v>4.35982</c:v>
                </c:pt>
                <c:pt idx="2579">
                  <c:v>4.3601299999999998</c:v>
                </c:pt>
                <c:pt idx="2580">
                  <c:v>4.36043</c:v>
                </c:pt>
                <c:pt idx="2581">
                  <c:v>4.3607399999999998</c:v>
                </c:pt>
                <c:pt idx="2582">
                  <c:v>4.36104</c:v>
                </c:pt>
                <c:pt idx="2583">
                  <c:v>4.3613499999999998</c:v>
                </c:pt>
                <c:pt idx="2584">
                  <c:v>4.36165</c:v>
                </c:pt>
                <c:pt idx="2585">
                  <c:v>4.3619599999999998</c:v>
                </c:pt>
                <c:pt idx="2586">
                  <c:v>4.3622699999999996</c:v>
                </c:pt>
                <c:pt idx="2587">
                  <c:v>4.3625699999999998</c:v>
                </c:pt>
                <c:pt idx="2588">
                  <c:v>4.3628799999999996</c:v>
                </c:pt>
                <c:pt idx="2589">
                  <c:v>4.3631799999999998</c:v>
                </c:pt>
                <c:pt idx="2590">
                  <c:v>4.3634899999999996</c:v>
                </c:pt>
                <c:pt idx="2591">
                  <c:v>4.3637899999999998</c:v>
                </c:pt>
                <c:pt idx="2592">
                  <c:v>4.3640999999999996</c:v>
                </c:pt>
                <c:pt idx="2593">
                  <c:v>4.3643999999999998</c:v>
                </c:pt>
                <c:pt idx="2594">
                  <c:v>4.3647099999999996</c:v>
                </c:pt>
                <c:pt idx="2595">
                  <c:v>4.3650099999999998</c:v>
                </c:pt>
                <c:pt idx="2596">
                  <c:v>4.3653199999999996</c:v>
                </c:pt>
                <c:pt idx="2597">
                  <c:v>4.3656199999999998</c:v>
                </c:pt>
                <c:pt idx="2598">
                  <c:v>4.3659299999999996</c:v>
                </c:pt>
                <c:pt idx="2599">
                  <c:v>4.3662400000000003</c:v>
                </c:pt>
                <c:pt idx="2600">
                  <c:v>4.3665399999999996</c:v>
                </c:pt>
                <c:pt idx="2601">
                  <c:v>4.3668500000000003</c:v>
                </c:pt>
                <c:pt idx="2602">
                  <c:v>4.3671499999999996</c:v>
                </c:pt>
                <c:pt idx="2603">
                  <c:v>4.3674600000000003</c:v>
                </c:pt>
                <c:pt idx="2604">
                  <c:v>4.3677599999999996</c:v>
                </c:pt>
                <c:pt idx="2605">
                  <c:v>4.3680700000000003</c:v>
                </c:pt>
                <c:pt idx="2606">
                  <c:v>4.3683699999999996</c:v>
                </c:pt>
                <c:pt idx="2607">
                  <c:v>4.3686800000000003</c:v>
                </c:pt>
                <c:pt idx="2608">
                  <c:v>4.3689799999999996</c:v>
                </c:pt>
                <c:pt idx="2609">
                  <c:v>4.3692900000000003</c:v>
                </c:pt>
                <c:pt idx="2610">
                  <c:v>4.3695899999999996</c:v>
                </c:pt>
                <c:pt idx="2611">
                  <c:v>4.3699000000000003</c:v>
                </c:pt>
                <c:pt idx="2612">
                  <c:v>4.3702100000000002</c:v>
                </c:pt>
                <c:pt idx="2613">
                  <c:v>4.3705100000000003</c:v>
                </c:pt>
                <c:pt idx="2614">
                  <c:v>4.3708200000000001</c:v>
                </c:pt>
                <c:pt idx="2615">
                  <c:v>4.3711200000000003</c:v>
                </c:pt>
                <c:pt idx="2616">
                  <c:v>4.3714300000000001</c:v>
                </c:pt>
                <c:pt idx="2617">
                  <c:v>4.3717300000000003</c:v>
                </c:pt>
                <c:pt idx="2618">
                  <c:v>4.3720400000000001</c:v>
                </c:pt>
                <c:pt idx="2619">
                  <c:v>4.3723400000000003</c:v>
                </c:pt>
                <c:pt idx="2620">
                  <c:v>4.3726500000000001</c:v>
                </c:pt>
                <c:pt idx="2621">
                  <c:v>4.3729500000000003</c:v>
                </c:pt>
                <c:pt idx="2622">
                  <c:v>4.3732600000000001</c:v>
                </c:pt>
                <c:pt idx="2623">
                  <c:v>4.3735600000000003</c:v>
                </c:pt>
                <c:pt idx="2624">
                  <c:v>4.3738700000000001</c:v>
                </c:pt>
                <c:pt idx="2625">
                  <c:v>4.37418</c:v>
                </c:pt>
                <c:pt idx="2626">
                  <c:v>4.3744800000000001</c:v>
                </c:pt>
                <c:pt idx="2627">
                  <c:v>4.37479</c:v>
                </c:pt>
                <c:pt idx="2628">
                  <c:v>4.3750900000000001</c:v>
                </c:pt>
                <c:pt idx="2629">
                  <c:v>4.3754</c:v>
                </c:pt>
                <c:pt idx="2630">
                  <c:v>4.3757000000000001</c:v>
                </c:pt>
                <c:pt idx="2631">
                  <c:v>4.37601</c:v>
                </c:pt>
                <c:pt idx="2632">
                  <c:v>4.3763100000000001</c:v>
                </c:pt>
                <c:pt idx="2633">
                  <c:v>4.37662</c:v>
                </c:pt>
                <c:pt idx="2634">
                  <c:v>4.3769200000000001</c:v>
                </c:pt>
                <c:pt idx="2635">
                  <c:v>4.37723</c:v>
                </c:pt>
                <c:pt idx="2636">
                  <c:v>4.3775300000000001</c:v>
                </c:pt>
                <c:pt idx="2637">
                  <c:v>4.37784</c:v>
                </c:pt>
                <c:pt idx="2638">
                  <c:v>4.3781499999999998</c:v>
                </c:pt>
                <c:pt idx="2639">
                  <c:v>4.37845</c:v>
                </c:pt>
                <c:pt idx="2640">
                  <c:v>4.3787599999999998</c:v>
                </c:pt>
                <c:pt idx="2641">
                  <c:v>4.37906</c:v>
                </c:pt>
                <c:pt idx="2642">
                  <c:v>4.3793699999999998</c:v>
                </c:pt>
                <c:pt idx="2643">
                  <c:v>4.37967</c:v>
                </c:pt>
                <c:pt idx="2644">
                  <c:v>4.3799799999999998</c:v>
                </c:pt>
                <c:pt idx="2645">
                  <c:v>4.38028</c:v>
                </c:pt>
                <c:pt idx="2646">
                  <c:v>4.3805899999999998</c:v>
                </c:pt>
                <c:pt idx="2647">
                  <c:v>4.38089</c:v>
                </c:pt>
                <c:pt idx="2648">
                  <c:v>4.3811999999999998</c:v>
                </c:pt>
                <c:pt idx="2649">
                  <c:v>4.3815099999999996</c:v>
                </c:pt>
                <c:pt idx="2650">
                  <c:v>4.3818099999999998</c:v>
                </c:pt>
                <c:pt idx="2651">
                  <c:v>4.3821199999999996</c:v>
                </c:pt>
                <c:pt idx="2652">
                  <c:v>4.3824199999999998</c:v>
                </c:pt>
                <c:pt idx="2653">
                  <c:v>4.3827299999999996</c:v>
                </c:pt>
                <c:pt idx="2654">
                  <c:v>4.3830299999999998</c:v>
                </c:pt>
                <c:pt idx="2655">
                  <c:v>4.3833399999999996</c:v>
                </c:pt>
                <c:pt idx="2656">
                  <c:v>4.3836399999999998</c:v>
                </c:pt>
                <c:pt idx="2657">
                  <c:v>4.3839499999999996</c:v>
                </c:pt>
                <c:pt idx="2658">
                  <c:v>4.3842499999999998</c:v>
                </c:pt>
                <c:pt idx="2659">
                  <c:v>4.3845599999999996</c:v>
                </c:pt>
                <c:pt idx="2660">
                  <c:v>4.3848599999999998</c:v>
                </c:pt>
                <c:pt idx="2661">
                  <c:v>4.3851699999999996</c:v>
                </c:pt>
                <c:pt idx="2662">
                  <c:v>4.3854800000000003</c:v>
                </c:pt>
                <c:pt idx="2663">
                  <c:v>4.3857799999999996</c:v>
                </c:pt>
                <c:pt idx="2664">
                  <c:v>4.3860900000000003</c:v>
                </c:pt>
                <c:pt idx="2665">
                  <c:v>4.3863899999999996</c:v>
                </c:pt>
                <c:pt idx="2666">
                  <c:v>4.3867000000000003</c:v>
                </c:pt>
                <c:pt idx="2667">
                  <c:v>4.3869999999999996</c:v>
                </c:pt>
                <c:pt idx="2668">
                  <c:v>4.3873100000000003</c:v>
                </c:pt>
                <c:pt idx="2669">
                  <c:v>4.3876099999999996</c:v>
                </c:pt>
                <c:pt idx="2670">
                  <c:v>4.3879200000000003</c:v>
                </c:pt>
                <c:pt idx="2671">
                  <c:v>4.3882199999999996</c:v>
                </c:pt>
                <c:pt idx="2672">
                  <c:v>4.3885300000000003</c:v>
                </c:pt>
                <c:pt idx="2673">
                  <c:v>4.3888299999999996</c:v>
                </c:pt>
                <c:pt idx="2674">
                  <c:v>4.3891400000000003</c:v>
                </c:pt>
                <c:pt idx="2675">
                  <c:v>4.3894500000000001</c:v>
                </c:pt>
                <c:pt idx="2676">
                  <c:v>4.3897500000000003</c:v>
                </c:pt>
                <c:pt idx="2677">
                  <c:v>4.3900600000000001</c:v>
                </c:pt>
                <c:pt idx="2678">
                  <c:v>4.3903600000000003</c:v>
                </c:pt>
                <c:pt idx="2679">
                  <c:v>4.3906700000000001</c:v>
                </c:pt>
                <c:pt idx="2680">
                  <c:v>4.3909700000000003</c:v>
                </c:pt>
                <c:pt idx="2681">
                  <c:v>4.3912800000000001</c:v>
                </c:pt>
                <c:pt idx="2682">
                  <c:v>4.3915800000000003</c:v>
                </c:pt>
                <c:pt idx="2683">
                  <c:v>4.3918900000000001</c:v>
                </c:pt>
                <c:pt idx="2684">
                  <c:v>4.3921900000000003</c:v>
                </c:pt>
                <c:pt idx="2685">
                  <c:v>4.3925000000000001</c:v>
                </c:pt>
                <c:pt idx="2686">
                  <c:v>4.3928000000000003</c:v>
                </c:pt>
                <c:pt idx="2687">
                  <c:v>4.3931100000000001</c:v>
                </c:pt>
                <c:pt idx="2688">
                  <c:v>4.3934199999999999</c:v>
                </c:pt>
                <c:pt idx="2689">
                  <c:v>4.3937200000000001</c:v>
                </c:pt>
                <c:pt idx="2690">
                  <c:v>4.3940299999999999</c:v>
                </c:pt>
                <c:pt idx="2691">
                  <c:v>4.3943300000000001</c:v>
                </c:pt>
                <c:pt idx="2692">
                  <c:v>4.3946399999999999</c:v>
                </c:pt>
                <c:pt idx="2693">
                  <c:v>4.3949400000000001</c:v>
                </c:pt>
                <c:pt idx="2694">
                  <c:v>4.3952499999999999</c:v>
                </c:pt>
                <c:pt idx="2695">
                  <c:v>4.3955500000000001</c:v>
                </c:pt>
                <c:pt idx="2696">
                  <c:v>4.3958599999999999</c:v>
                </c:pt>
                <c:pt idx="2697">
                  <c:v>4.3961600000000001</c:v>
                </c:pt>
                <c:pt idx="2698">
                  <c:v>4.3964699999999999</c:v>
                </c:pt>
                <c:pt idx="2699">
                  <c:v>4.3967700000000001</c:v>
                </c:pt>
                <c:pt idx="2700">
                  <c:v>4.3970799999999999</c:v>
                </c:pt>
                <c:pt idx="2701">
                  <c:v>4.3973899999999997</c:v>
                </c:pt>
                <c:pt idx="2702">
                  <c:v>4.3976899999999999</c:v>
                </c:pt>
                <c:pt idx="2703">
                  <c:v>4.3979999999999997</c:v>
                </c:pt>
                <c:pt idx="2704">
                  <c:v>4.3982999999999999</c:v>
                </c:pt>
                <c:pt idx="2705">
                  <c:v>4.3986099999999997</c:v>
                </c:pt>
                <c:pt idx="2706">
                  <c:v>4.3989099999999999</c:v>
                </c:pt>
                <c:pt idx="2707">
                  <c:v>4.3992199999999997</c:v>
                </c:pt>
                <c:pt idx="2708">
                  <c:v>4.3995199999999999</c:v>
                </c:pt>
                <c:pt idx="2709">
                  <c:v>4.3998299999999997</c:v>
                </c:pt>
                <c:pt idx="2710">
                  <c:v>4.4001299999999999</c:v>
                </c:pt>
                <c:pt idx="2711">
                  <c:v>4.4004399999999997</c:v>
                </c:pt>
                <c:pt idx="2712">
                  <c:v>4.4007500000000004</c:v>
                </c:pt>
                <c:pt idx="2713">
                  <c:v>4.4010499999999997</c:v>
                </c:pt>
                <c:pt idx="2714">
                  <c:v>4.4013600000000004</c:v>
                </c:pt>
                <c:pt idx="2715">
                  <c:v>4.4016599999999997</c:v>
                </c:pt>
                <c:pt idx="2716">
                  <c:v>4.4019700000000004</c:v>
                </c:pt>
                <c:pt idx="2717">
                  <c:v>4.4022699999999997</c:v>
                </c:pt>
                <c:pt idx="2718">
                  <c:v>4.4025800000000004</c:v>
                </c:pt>
                <c:pt idx="2719">
                  <c:v>4.4028799999999997</c:v>
                </c:pt>
                <c:pt idx="2720">
                  <c:v>4.4031900000000004</c:v>
                </c:pt>
                <c:pt idx="2721">
                  <c:v>4.4034899999999997</c:v>
                </c:pt>
                <c:pt idx="2722">
                  <c:v>4.4038000000000004</c:v>
                </c:pt>
                <c:pt idx="2723">
                  <c:v>4.4040999999999997</c:v>
                </c:pt>
                <c:pt idx="2724">
                  <c:v>4.4044100000000004</c:v>
                </c:pt>
                <c:pt idx="2725">
                  <c:v>4.4047200000000002</c:v>
                </c:pt>
                <c:pt idx="2726">
                  <c:v>4.4050200000000004</c:v>
                </c:pt>
                <c:pt idx="2727">
                  <c:v>4.4053300000000002</c:v>
                </c:pt>
                <c:pt idx="2728">
                  <c:v>4.4056300000000004</c:v>
                </c:pt>
                <c:pt idx="2729">
                  <c:v>4.4059400000000002</c:v>
                </c:pt>
                <c:pt idx="2730">
                  <c:v>4.4062400000000004</c:v>
                </c:pt>
                <c:pt idx="2731">
                  <c:v>4.4065500000000002</c:v>
                </c:pt>
                <c:pt idx="2732">
                  <c:v>4.4068500000000004</c:v>
                </c:pt>
                <c:pt idx="2733">
                  <c:v>4.4071600000000002</c:v>
                </c:pt>
                <c:pt idx="2734">
                  <c:v>4.4074600000000004</c:v>
                </c:pt>
                <c:pt idx="2735">
                  <c:v>4.4077700000000002</c:v>
                </c:pt>
                <c:pt idx="2736">
                  <c:v>4.4080700000000004</c:v>
                </c:pt>
                <c:pt idx="2737">
                  <c:v>4.4083800000000002</c:v>
                </c:pt>
                <c:pt idx="2738">
                  <c:v>4.40869</c:v>
                </c:pt>
                <c:pt idx="2739">
                  <c:v>4.4089900000000002</c:v>
                </c:pt>
                <c:pt idx="2740">
                  <c:v>4.4093</c:v>
                </c:pt>
                <c:pt idx="2741">
                  <c:v>4.4096000000000002</c:v>
                </c:pt>
                <c:pt idx="2742">
                  <c:v>4.40991</c:v>
                </c:pt>
                <c:pt idx="2743">
                  <c:v>4.4102100000000002</c:v>
                </c:pt>
                <c:pt idx="2744">
                  <c:v>4.41052</c:v>
                </c:pt>
                <c:pt idx="2745">
                  <c:v>4.4108200000000002</c:v>
                </c:pt>
                <c:pt idx="2746">
                  <c:v>4.41113</c:v>
                </c:pt>
                <c:pt idx="2747">
                  <c:v>4.4114300000000002</c:v>
                </c:pt>
                <c:pt idx="2748">
                  <c:v>4.41174</c:v>
                </c:pt>
                <c:pt idx="2749">
                  <c:v>4.4120400000000002</c:v>
                </c:pt>
                <c:pt idx="2750">
                  <c:v>4.41235</c:v>
                </c:pt>
                <c:pt idx="2751">
                  <c:v>4.4126599999999998</c:v>
                </c:pt>
                <c:pt idx="2752">
                  <c:v>4.41296</c:v>
                </c:pt>
                <c:pt idx="2753">
                  <c:v>4.4132699999999998</c:v>
                </c:pt>
                <c:pt idx="2754">
                  <c:v>4.41357</c:v>
                </c:pt>
                <c:pt idx="2755">
                  <c:v>4.4138799999999998</c:v>
                </c:pt>
                <c:pt idx="2756">
                  <c:v>4.41418</c:v>
                </c:pt>
                <c:pt idx="2757">
                  <c:v>4.4144899999999998</c:v>
                </c:pt>
                <c:pt idx="2758">
                  <c:v>4.41479</c:v>
                </c:pt>
                <c:pt idx="2759">
                  <c:v>4.4150999999999998</c:v>
                </c:pt>
                <c:pt idx="2760">
                  <c:v>4.4154</c:v>
                </c:pt>
                <c:pt idx="2761">
                  <c:v>4.4157099999999998</c:v>
                </c:pt>
                <c:pt idx="2762">
                  <c:v>4.4160199999999996</c:v>
                </c:pt>
                <c:pt idx="2763">
                  <c:v>4.4163199999999998</c:v>
                </c:pt>
                <c:pt idx="2764">
                  <c:v>4.4166299999999996</c:v>
                </c:pt>
                <c:pt idx="2765">
                  <c:v>4.4169299999999998</c:v>
                </c:pt>
                <c:pt idx="2766">
                  <c:v>4.4172399999999996</c:v>
                </c:pt>
                <c:pt idx="2767">
                  <c:v>4.4175399999999998</c:v>
                </c:pt>
                <c:pt idx="2768">
                  <c:v>4.4178499999999996</c:v>
                </c:pt>
                <c:pt idx="2769">
                  <c:v>4.4181499999999998</c:v>
                </c:pt>
                <c:pt idx="2770">
                  <c:v>4.4184599999999996</c:v>
                </c:pt>
                <c:pt idx="2771">
                  <c:v>4.4187599999999998</c:v>
                </c:pt>
                <c:pt idx="2772">
                  <c:v>4.4190699999999996</c:v>
                </c:pt>
                <c:pt idx="2773">
                  <c:v>4.4193699999999998</c:v>
                </c:pt>
                <c:pt idx="2774">
                  <c:v>4.4196799999999996</c:v>
                </c:pt>
                <c:pt idx="2775">
                  <c:v>4.4199900000000003</c:v>
                </c:pt>
                <c:pt idx="2776">
                  <c:v>4.4202899999999996</c:v>
                </c:pt>
                <c:pt idx="2777">
                  <c:v>4.4206000000000003</c:v>
                </c:pt>
                <c:pt idx="2778">
                  <c:v>4.4208999999999996</c:v>
                </c:pt>
                <c:pt idx="2779">
                  <c:v>4.4212100000000003</c:v>
                </c:pt>
                <c:pt idx="2780">
                  <c:v>4.4215099999999996</c:v>
                </c:pt>
                <c:pt idx="2781">
                  <c:v>4.4218200000000003</c:v>
                </c:pt>
                <c:pt idx="2782">
                  <c:v>4.4221199999999996</c:v>
                </c:pt>
                <c:pt idx="2783">
                  <c:v>4.4224300000000003</c:v>
                </c:pt>
                <c:pt idx="2784">
                  <c:v>4.4227299999999996</c:v>
                </c:pt>
                <c:pt idx="2785">
                  <c:v>4.4230400000000003</c:v>
                </c:pt>
                <c:pt idx="2786">
                  <c:v>4.4233399999999996</c:v>
                </c:pt>
                <c:pt idx="2787">
                  <c:v>4.4236500000000003</c:v>
                </c:pt>
                <c:pt idx="2788">
                  <c:v>4.4239600000000001</c:v>
                </c:pt>
                <c:pt idx="2789">
                  <c:v>4.4242600000000003</c:v>
                </c:pt>
                <c:pt idx="2790">
                  <c:v>4.4245700000000001</c:v>
                </c:pt>
                <c:pt idx="2791">
                  <c:v>4.4248700000000003</c:v>
                </c:pt>
                <c:pt idx="2792">
                  <c:v>4.4251800000000001</c:v>
                </c:pt>
                <c:pt idx="2793">
                  <c:v>4.4254800000000003</c:v>
                </c:pt>
                <c:pt idx="2794">
                  <c:v>4.4257900000000001</c:v>
                </c:pt>
                <c:pt idx="2795">
                  <c:v>4.4260900000000003</c:v>
                </c:pt>
                <c:pt idx="2796">
                  <c:v>4.4264000000000001</c:v>
                </c:pt>
                <c:pt idx="2797">
                  <c:v>4.4267000000000003</c:v>
                </c:pt>
                <c:pt idx="2798">
                  <c:v>4.4270100000000001</c:v>
                </c:pt>
                <c:pt idx="2799">
                  <c:v>4.4273100000000003</c:v>
                </c:pt>
                <c:pt idx="2800">
                  <c:v>4.4276200000000001</c:v>
                </c:pt>
                <c:pt idx="2801">
                  <c:v>4.4279299999999999</c:v>
                </c:pt>
                <c:pt idx="2802">
                  <c:v>4.4282300000000001</c:v>
                </c:pt>
                <c:pt idx="2803">
                  <c:v>4.4285399999999999</c:v>
                </c:pt>
                <c:pt idx="2804">
                  <c:v>4.4288400000000001</c:v>
                </c:pt>
                <c:pt idx="2805">
                  <c:v>4.4291499999999999</c:v>
                </c:pt>
                <c:pt idx="2806">
                  <c:v>4.4294500000000001</c:v>
                </c:pt>
                <c:pt idx="2807">
                  <c:v>4.4297599999999999</c:v>
                </c:pt>
                <c:pt idx="2808">
                  <c:v>4.4300600000000001</c:v>
                </c:pt>
                <c:pt idx="2809">
                  <c:v>4.4303699999999999</c:v>
                </c:pt>
                <c:pt idx="2810">
                  <c:v>4.4306700000000001</c:v>
                </c:pt>
                <c:pt idx="2811">
                  <c:v>4.4309799999999999</c:v>
                </c:pt>
                <c:pt idx="2812">
                  <c:v>4.4312800000000001</c:v>
                </c:pt>
                <c:pt idx="2813">
                  <c:v>4.4315899999999999</c:v>
                </c:pt>
                <c:pt idx="2814">
                  <c:v>4.4318999999999997</c:v>
                </c:pt>
                <c:pt idx="2815">
                  <c:v>4.4321999999999999</c:v>
                </c:pt>
                <c:pt idx="2816">
                  <c:v>4.4325099999999997</c:v>
                </c:pt>
                <c:pt idx="2817">
                  <c:v>4.4328099999999999</c:v>
                </c:pt>
                <c:pt idx="2818">
                  <c:v>4.4331199999999997</c:v>
                </c:pt>
                <c:pt idx="2819">
                  <c:v>4.4334199999999999</c:v>
                </c:pt>
                <c:pt idx="2820">
                  <c:v>4.4337299999999997</c:v>
                </c:pt>
                <c:pt idx="2821">
                  <c:v>4.4340299999999999</c:v>
                </c:pt>
                <c:pt idx="2822">
                  <c:v>4.4343399999999997</c:v>
                </c:pt>
                <c:pt idx="2823">
                  <c:v>4.4346399999999999</c:v>
                </c:pt>
                <c:pt idx="2824">
                  <c:v>4.4349499999999997</c:v>
                </c:pt>
                <c:pt idx="2825">
                  <c:v>4.4352600000000004</c:v>
                </c:pt>
                <c:pt idx="2826">
                  <c:v>4.4355599999999997</c:v>
                </c:pt>
                <c:pt idx="2827">
                  <c:v>4.4358700000000004</c:v>
                </c:pt>
                <c:pt idx="2828">
                  <c:v>4.4361699999999997</c:v>
                </c:pt>
                <c:pt idx="2829">
                  <c:v>4.4364800000000004</c:v>
                </c:pt>
                <c:pt idx="2830">
                  <c:v>4.4367799999999997</c:v>
                </c:pt>
                <c:pt idx="2831">
                  <c:v>4.4370900000000004</c:v>
                </c:pt>
                <c:pt idx="2832">
                  <c:v>4.4373899999999997</c:v>
                </c:pt>
                <c:pt idx="2833">
                  <c:v>4.4377000000000004</c:v>
                </c:pt>
                <c:pt idx="2834">
                  <c:v>4.4379999999999997</c:v>
                </c:pt>
                <c:pt idx="2835">
                  <c:v>4.4383100000000004</c:v>
                </c:pt>
                <c:pt idx="2836">
                  <c:v>4.4386099999999997</c:v>
                </c:pt>
                <c:pt idx="2837">
                  <c:v>4.4389200000000004</c:v>
                </c:pt>
                <c:pt idx="2838">
                  <c:v>4.4392300000000002</c:v>
                </c:pt>
                <c:pt idx="2839">
                  <c:v>4.4395300000000004</c:v>
                </c:pt>
                <c:pt idx="2840">
                  <c:v>4.4398400000000002</c:v>
                </c:pt>
                <c:pt idx="2841">
                  <c:v>4.4401400000000004</c:v>
                </c:pt>
                <c:pt idx="2842">
                  <c:v>4.4404500000000002</c:v>
                </c:pt>
                <c:pt idx="2843">
                  <c:v>4.4407500000000004</c:v>
                </c:pt>
                <c:pt idx="2844">
                  <c:v>4.4410600000000002</c:v>
                </c:pt>
                <c:pt idx="2845">
                  <c:v>4.4413600000000004</c:v>
                </c:pt>
                <c:pt idx="2846">
                  <c:v>4.4416700000000002</c:v>
                </c:pt>
                <c:pt idx="2847">
                  <c:v>4.4419700000000004</c:v>
                </c:pt>
                <c:pt idx="2848">
                  <c:v>4.4422800000000002</c:v>
                </c:pt>
                <c:pt idx="2849">
                  <c:v>4.4425800000000004</c:v>
                </c:pt>
                <c:pt idx="2850">
                  <c:v>4.4428900000000002</c:v>
                </c:pt>
                <c:pt idx="2851">
                  <c:v>4.4432</c:v>
                </c:pt>
                <c:pt idx="2852">
                  <c:v>4.4435000000000002</c:v>
                </c:pt>
                <c:pt idx="2853">
                  <c:v>4.44381</c:v>
                </c:pt>
                <c:pt idx="2854">
                  <c:v>4.4441100000000002</c:v>
                </c:pt>
                <c:pt idx="2855">
                  <c:v>4.44442</c:v>
                </c:pt>
                <c:pt idx="2856">
                  <c:v>4.4447200000000002</c:v>
                </c:pt>
                <c:pt idx="2857">
                  <c:v>4.44503</c:v>
                </c:pt>
                <c:pt idx="2858">
                  <c:v>4.4453300000000002</c:v>
                </c:pt>
                <c:pt idx="2859">
                  <c:v>4.44564</c:v>
                </c:pt>
                <c:pt idx="2860">
                  <c:v>4.4459400000000002</c:v>
                </c:pt>
                <c:pt idx="2861">
                  <c:v>4.44625</c:v>
                </c:pt>
                <c:pt idx="2862">
                  <c:v>4.4465500000000002</c:v>
                </c:pt>
                <c:pt idx="2863">
                  <c:v>4.44686</c:v>
                </c:pt>
                <c:pt idx="2864">
                  <c:v>4.4471699999999998</c:v>
                </c:pt>
                <c:pt idx="2865">
                  <c:v>4.44747</c:v>
                </c:pt>
                <c:pt idx="2866">
                  <c:v>4.4477799999999998</c:v>
                </c:pt>
                <c:pt idx="2867">
                  <c:v>4.44808</c:v>
                </c:pt>
                <c:pt idx="2868">
                  <c:v>4.4483899999999998</c:v>
                </c:pt>
                <c:pt idx="2869">
                  <c:v>4.44869</c:v>
                </c:pt>
                <c:pt idx="2870">
                  <c:v>4.4489999999999998</c:v>
                </c:pt>
                <c:pt idx="2871">
                  <c:v>4.4493</c:v>
                </c:pt>
                <c:pt idx="2872">
                  <c:v>4.4496099999999998</c:v>
                </c:pt>
                <c:pt idx="2873">
                  <c:v>4.44991</c:v>
                </c:pt>
                <c:pt idx="2874">
                  <c:v>4.4502199999999998</c:v>
                </c:pt>
                <c:pt idx="2875">
                  <c:v>4.45052</c:v>
                </c:pt>
                <c:pt idx="2876">
                  <c:v>4.4508299999999998</c:v>
                </c:pt>
                <c:pt idx="2877">
                  <c:v>4.4511399999999997</c:v>
                </c:pt>
                <c:pt idx="2878">
                  <c:v>4.4514399999999998</c:v>
                </c:pt>
                <c:pt idx="2879">
                  <c:v>4.4517499999999997</c:v>
                </c:pt>
                <c:pt idx="2880">
                  <c:v>4.4520499999999998</c:v>
                </c:pt>
                <c:pt idx="2881">
                  <c:v>4.4523599999999997</c:v>
                </c:pt>
                <c:pt idx="2882">
                  <c:v>4.4526599999999998</c:v>
                </c:pt>
                <c:pt idx="2883">
                  <c:v>4.4529699999999997</c:v>
                </c:pt>
                <c:pt idx="2884">
                  <c:v>4.4532699999999998</c:v>
                </c:pt>
                <c:pt idx="2885">
                  <c:v>4.4535799999999997</c:v>
                </c:pt>
                <c:pt idx="2886">
                  <c:v>4.4538799999999998</c:v>
                </c:pt>
                <c:pt idx="2887">
                  <c:v>4.4541899999999996</c:v>
                </c:pt>
                <c:pt idx="2888">
                  <c:v>4.4545000000000003</c:v>
                </c:pt>
                <c:pt idx="2889">
                  <c:v>4.4547999999999996</c:v>
                </c:pt>
                <c:pt idx="2890">
                  <c:v>4.4551100000000003</c:v>
                </c:pt>
                <c:pt idx="2891">
                  <c:v>4.4554099999999996</c:v>
                </c:pt>
                <c:pt idx="2892">
                  <c:v>4.4557200000000003</c:v>
                </c:pt>
                <c:pt idx="2893">
                  <c:v>4.4560199999999996</c:v>
                </c:pt>
                <c:pt idx="2894">
                  <c:v>4.4563300000000003</c:v>
                </c:pt>
                <c:pt idx="2895">
                  <c:v>4.4566299999999996</c:v>
                </c:pt>
                <c:pt idx="2896">
                  <c:v>4.4569400000000003</c:v>
                </c:pt>
                <c:pt idx="2897">
                  <c:v>4.4572399999999996</c:v>
                </c:pt>
                <c:pt idx="2898">
                  <c:v>4.4575500000000003</c:v>
                </c:pt>
                <c:pt idx="2899">
                  <c:v>4.4578499999999996</c:v>
                </c:pt>
                <c:pt idx="2900">
                  <c:v>4.4581600000000003</c:v>
                </c:pt>
                <c:pt idx="2901">
                  <c:v>4.4584700000000002</c:v>
                </c:pt>
                <c:pt idx="2902">
                  <c:v>4.4587700000000003</c:v>
                </c:pt>
                <c:pt idx="2903">
                  <c:v>4.4590800000000002</c:v>
                </c:pt>
                <c:pt idx="2904">
                  <c:v>4.4593800000000003</c:v>
                </c:pt>
                <c:pt idx="2905">
                  <c:v>4.4596900000000002</c:v>
                </c:pt>
                <c:pt idx="2906">
                  <c:v>4.4599900000000003</c:v>
                </c:pt>
                <c:pt idx="2907">
                  <c:v>4.4603000000000002</c:v>
                </c:pt>
                <c:pt idx="2908">
                  <c:v>4.4606000000000003</c:v>
                </c:pt>
                <c:pt idx="2909">
                  <c:v>4.4609100000000002</c:v>
                </c:pt>
                <c:pt idx="2910">
                  <c:v>4.4612100000000003</c:v>
                </c:pt>
                <c:pt idx="2911">
                  <c:v>4.4615200000000002</c:v>
                </c:pt>
                <c:pt idx="2912">
                  <c:v>4.4618200000000003</c:v>
                </c:pt>
                <c:pt idx="2913">
                  <c:v>4.4621300000000002</c:v>
                </c:pt>
                <c:pt idx="2914">
                  <c:v>4.46244</c:v>
                </c:pt>
                <c:pt idx="2915">
                  <c:v>4.4627400000000002</c:v>
                </c:pt>
                <c:pt idx="2916">
                  <c:v>4.46305</c:v>
                </c:pt>
                <c:pt idx="2917">
                  <c:v>4.4633500000000002</c:v>
                </c:pt>
                <c:pt idx="2918">
                  <c:v>4.46366</c:v>
                </c:pt>
                <c:pt idx="2919">
                  <c:v>4.4639600000000002</c:v>
                </c:pt>
                <c:pt idx="2920">
                  <c:v>4.46427</c:v>
                </c:pt>
                <c:pt idx="2921">
                  <c:v>4.4645700000000001</c:v>
                </c:pt>
                <c:pt idx="2922">
                  <c:v>4.46488</c:v>
                </c:pt>
                <c:pt idx="2923">
                  <c:v>4.4651800000000001</c:v>
                </c:pt>
                <c:pt idx="2924">
                  <c:v>4.46549</c:v>
                </c:pt>
                <c:pt idx="2925">
                  <c:v>4.4657900000000001</c:v>
                </c:pt>
                <c:pt idx="2926">
                  <c:v>4.4661</c:v>
                </c:pt>
                <c:pt idx="2927">
                  <c:v>4.4664099999999998</c:v>
                </c:pt>
                <c:pt idx="2928">
                  <c:v>4.46671</c:v>
                </c:pt>
                <c:pt idx="2929">
                  <c:v>4.4670199999999998</c:v>
                </c:pt>
                <c:pt idx="2930">
                  <c:v>4.46732</c:v>
                </c:pt>
                <c:pt idx="2931">
                  <c:v>4.4676299999999998</c:v>
                </c:pt>
                <c:pt idx="2932">
                  <c:v>4.46793</c:v>
                </c:pt>
                <c:pt idx="2933">
                  <c:v>4.4682399999999998</c:v>
                </c:pt>
                <c:pt idx="2934">
                  <c:v>4.46854</c:v>
                </c:pt>
                <c:pt idx="2935">
                  <c:v>4.4688499999999998</c:v>
                </c:pt>
                <c:pt idx="2936">
                  <c:v>4.46915</c:v>
                </c:pt>
                <c:pt idx="2937">
                  <c:v>4.4694599999999998</c:v>
                </c:pt>
                <c:pt idx="2938">
                  <c:v>4.4697699999999996</c:v>
                </c:pt>
                <c:pt idx="2939">
                  <c:v>4.4700699999999998</c:v>
                </c:pt>
                <c:pt idx="2940">
                  <c:v>4.4703799999999996</c:v>
                </c:pt>
                <c:pt idx="2941">
                  <c:v>4.4706799999999998</c:v>
                </c:pt>
                <c:pt idx="2942">
                  <c:v>4.4709899999999996</c:v>
                </c:pt>
                <c:pt idx="2943">
                  <c:v>4.4712899999999998</c:v>
                </c:pt>
                <c:pt idx="2944">
                  <c:v>4.4715999999999996</c:v>
                </c:pt>
                <c:pt idx="2945">
                  <c:v>4.4718999999999998</c:v>
                </c:pt>
                <c:pt idx="2946">
                  <c:v>4.4722099999999996</c:v>
                </c:pt>
                <c:pt idx="2947">
                  <c:v>4.4725099999999998</c:v>
                </c:pt>
                <c:pt idx="2948">
                  <c:v>4.4728199999999996</c:v>
                </c:pt>
                <c:pt idx="2949">
                  <c:v>4.4731199999999998</c:v>
                </c:pt>
                <c:pt idx="2950">
                  <c:v>4.4734299999999996</c:v>
                </c:pt>
                <c:pt idx="2951">
                  <c:v>4.4737400000000003</c:v>
                </c:pt>
                <c:pt idx="2952">
                  <c:v>4.4740399999999996</c:v>
                </c:pt>
                <c:pt idx="2953">
                  <c:v>4.4743500000000003</c:v>
                </c:pt>
                <c:pt idx="2954">
                  <c:v>4.4746499999999996</c:v>
                </c:pt>
                <c:pt idx="2955">
                  <c:v>4.4749600000000003</c:v>
                </c:pt>
                <c:pt idx="2956">
                  <c:v>4.4752599999999996</c:v>
                </c:pt>
                <c:pt idx="2957">
                  <c:v>4.4755700000000003</c:v>
                </c:pt>
                <c:pt idx="2958">
                  <c:v>4.4758699999999996</c:v>
                </c:pt>
                <c:pt idx="2959">
                  <c:v>4.4761800000000003</c:v>
                </c:pt>
                <c:pt idx="2960">
                  <c:v>4.4764799999999996</c:v>
                </c:pt>
                <c:pt idx="2961">
                  <c:v>4.4767900000000003</c:v>
                </c:pt>
                <c:pt idx="2962">
                  <c:v>4.4770899999999996</c:v>
                </c:pt>
                <c:pt idx="2963">
                  <c:v>4.4774000000000003</c:v>
                </c:pt>
                <c:pt idx="2964">
                  <c:v>4.4777100000000001</c:v>
                </c:pt>
                <c:pt idx="2965">
                  <c:v>4.4780100000000003</c:v>
                </c:pt>
                <c:pt idx="2966">
                  <c:v>4.4783200000000001</c:v>
                </c:pt>
                <c:pt idx="2967">
                  <c:v>4.4786200000000003</c:v>
                </c:pt>
                <c:pt idx="2968">
                  <c:v>4.4789300000000001</c:v>
                </c:pt>
                <c:pt idx="2969">
                  <c:v>4.4792300000000003</c:v>
                </c:pt>
                <c:pt idx="2970">
                  <c:v>4.4795400000000001</c:v>
                </c:pt>
                <c:pt idx="2971">
                  <c:v>4.4798400000000003</c:v>
                </c:pt>
                <c:pt idx="2972">
                  <c:v>4.4801500000000001</c:v>
                </c:pt>
                <c:pt idx="2973">
                  <c:v>4.4804500000000003</c:v>
                </c:pt>
                <c:pt idx="2974">
                  <c:v>4.4807600000000001</c:v>
                </c:pt>
                <c:pt idx="2975">
                  <c:v>4.4810600000000003</c:v>
                </c:pt>
                <c:pt idx="2976">
                  <c:v>4.4813700000000001</c:v>
                </c:pt>
                <c:pt idx="2977">
                  <c:v>4.4816799999999999</c:v>
                </c:pt>
                <c:pt idx="2978">
                  <c:v>4.4819800000000001</c:v>
                </c:pt>
                <c:pt idx="2979">
                  <c:v>4.4822899999999999</c:v>
                </c:pt>
                <c:pt idx="2980">
                  <c:v>4.4825900000000001</c:v>
                </c:pt>
                <c:pt idx="2981">
                  <c:v>4.4828999999999999</c:v>
                </c:pt>
                <c:pt idx="2982">
                  <c:v>4.4832000000000001</c:v>
                </c:pt>
                <c:pt idx="2983">
                  <c:v>4.4835099999999999</c:v>
                </c:pt>
                <c:pt idx="2984">
                  <c:v>4.4838100000000001</c:v>
                </c:pt>
                <c:pt idx="2985">
                  <c:v>4.4841199999999999</c:v>
                </c:pt>
                <c:pt idx="2986">
                  <c:v>4.4844200000000001</c:v>
                </c:pt>
                <c:pt idx="2987">
                  <c:v>4.4847299999999999</c:v>
                </c:pt>
                <c:pt idx="2988">
                  <c:v>4.4850300000000001</c:v>
                </c:pt>
                <c:pt idx="2989">
                  <c:v>4.4853399999999999</c:v>
                </c:pt>
                <c:pt idx="2990">
                  <c:v>4.4856499999999997</c:v>
                </c:pt>
                <c:pt idx="2991">
                  <c:v>4.4859499999999999</c:v>
                </c:pt>
                <c:pt idx="2992">
                  <c:v>4.4862599999999997</c:v>
                </c:pt>
                <c:pt idx="2993">
                  <c:v>4.4865599999999999</c:v>
                </c:pt>
                <c:pt idx="2994">
                  <c:v>4.4868699999999997</c:v>
                </c:pt>
                <c:pt idx="2995">
                  <c:v>4.4871699999999999</c:v>
                </c:pt>
                <c:pt idx="2996">
                  <c:v>4.4874799999999997</c:v>
                </c:pt>
                <c:pt idx="2997">
                  <c:v>4.4877799999999999</c:v>
                </c:pt>
                <c:pt idx="2998">
                  <c:v>4.4880899999999997</c:v>
                </c:pt>
                <c:pt idx="2999">
                  <c:v>4.4883899999999999</c:v>
                </c:pt>
                <c:pt idx="3000">
                  <c:v>4.4886999999999997</c:v>
                </c:pt>
                <c:pt idx="3001">
                  <c:v>4.4890100000000004</c:v>
                </c:pt>
                <c:pt idx="3002">
                  <c:v>4.4893099999999997</c:v>
                </c:pt>
                <c:pt idx="3003">
                  <c:v>4.4896200000000004</c:v>
                </c:pt>
                <c:pt idx="3004">
                  <c:v>4.4899199999999997</c:v>
                </c:pt>
                <c:pt idx="3005">
                  <c:v>4.4902300000000004</c:v>
                </c:pt>
                <c:pt idx="3006">
                  <c:v>4.4905299999999997</c:v>
                </c:pt>
                <c:pt idx="3007">
                  <c:v>4.4908400000000004</c:v>
                </c:pt>
                <c:pt idx="3008">
                  <c:v>4.4911399999999997</c:v>
                </c:pt>
                <c:pt idx="3009">
                  <c:v>4.4914500000000004</c:v>
                </c:pt>
                <c:pt idx="3010">
                  <c:v>4.4917499999999997</c:v>
                </c:pt>
                <c:pt idx="3011">
                  <c:v>4.4920600000000004</c:v>
                </c:pt>
                <c:pt idx="3012">
                  <c:v>4.4923599999999997</c:v>
                </c:pt>
                <c:pt idx="3013">
                  <c:v>4.4926700000000004</c:v>
                </c:pt>
                <c:pt idx="3014">
                  <c:v>4.4929800000000002</c:v>
                </c:pt>
                <c:pt idx="3015">
                  <c:v>4.4932800000000004</c:v>
                </c:pt>
                <c:pt idx="3016">
                  <c:v>4.4935900000000002</c:v>
                </c:pt>
                <c:pt idx="3017">
                  <c:v>4.4938900000000004</c:v>
                </c:pt>
                <c:pt idx="3018">
                  <c:v>4.4942000000000002</c:v>
                </c:pt>
                <c:pt idx="3019">
                  <c:v>4.4945000000000004</c:v>
                </c:pt>
                <c:pt idx="3020">
                  <c:v>4.4948100000000002</c:v>
                </c:pt>
                <c:pt idx="3021">
                  <c:v>4.4951100000000004</c:v>
                </c:pt>
                <c:pt idx="3022">
                  <c:v>4.4954200000000002</c:v>
                </c:pt>
                <c:pt idx="3023">
                  <c:v>4.4957200000000004</c:v>
                </c:pt>
                <c:pt idx="3024">
                  <c:v>4.4960300000000002</c:v>
                </c:pt>
                <c:pt idx="3025">
                  <c:v>4.4963300000000004</c:v>
                </c:pt>
                <c:pt idx="3026">
                  <c:v>4.4966400000000002</c:v>
                </c:pt>
                <c:pt idx="3027">
                  <c:v>4.49695</c:v>
                </c:pt>
                <c:pt idx="3028">
                  <c:v>4.4972500000000002</c:v>
                </c:pt>
                <c:pt idx="3029">
                  <c:v>4.49756</c:v>
                </c:pt>
                <c:pt idx="3030">
                  <c:v>4.4978600000000002</c:v>
                </c:pt>
                <c:pt idx="3031">
                  <c:v>4.49817</c:v>
                </c:pt>
                <c:pt idx="3032">
                  <c:v>4.4984700000000002</c:v>
                </c:pt>
                <c:pt idx="3033">
                  <c:v>4.49878</c:v>
                </c:pt>
                <c:pt idx="3034">
                  <c:v>4.4990800000000002</c:v>
                </c:pt>
                <c:pt idx="3035">
                  <c:v>4.49939</c:v>
                </c:pt>
                <c:pt idx="3036">
                  <c:v>4.4996900000000002</c:v>
                </c:pt>
                <c:pt idx="3037">
                  <c:v>4.5</c:v>
                </c:pt>
                <c:pt idx="3038">
                  <c:v>4.5003000000000002</c:v>
                </c:pt>
                <c:pt idx="3039">
                  <c:v>4.50061</c:v>
                </c:pt>
                <c:pt idx="3040">
                  <c:v>4.5009199999999998</c:v>
                </c:pt>
                <c:pt idx="3041">
                  <c:v>4.50122</c:v>
                </c:pt>
                <c:pt idx="3042">
                  <c:v>4.5015299999999998</c:v>
                </c:pt>
                <c:pt idx="3043">
                  <c:v>4.50183</c:v>
                </c:pt>
                <c:pt idx="3044">
                  <c:v>4.5021399999999998</c:v>
                </c:pt>
                <c:pt idx="3045">
                  <c:v>4.50244</c:v>
                </c:pt>
                <c:pt idx="3046">
                  <c:v>4.5027499999999998</c:v>
                </c:pt>
                <c:pt idx="3047">
                  <c:v>4.50305</c:v>
                </c:pt>
                <c:pt idx="3048">
                  <c:v>4.5033599999999998</c:v>
                </c:pt>
                <c:pt idx="3049">
                  <c:v>4.50366</c:v>
                </c:pt>
                <c:pt idx="3050">
                  <c:v>4.5039699999999998</c:v>
                </c:pt>
                <c:pt idx="3051">
                  <c:v>4.50427</c:v>
                </c:pt>
                <c:pt idx="3052">
                  <c:v>4.5045799999999998</c:v>
                </c:pt>
                <c:pt idx="3053">
                  <c:v>4.5048899999999996</c:v>
                </c:pt>
                <c:pt idx="3054">
                  <c:v>4.5051899999999998</c:v>
                </c:pt>
                <c:pt idx="3055">
                  <c:v>4.5054999999999996</c:v>
                </c:pt>
                <c:pt idx="3056">
                  <c:v>4.5057999999999998</c:v>
                </c:pt>
                <c:pt idx="3057">
                  <c:v>4.5061099999999996</c:v>
                </c:pt>
                <c:pt idx="3058">
                  <c:v>4.5064099999999998</c:v>
                </c:pt>
                <c:pt idx="3059">
                  <c:v>4.5067199999999996</c:v>
                </c:pt>
                <c:pt idx="3060">
                  <c:v>4.5070199999999998</c:v>
                </c:pt>
                <c:pt idx="3061">
                  <c:v>4.5073299999999996</c:v>
                </c:pt>
                <c:pt idx="3062">
                  <c:v>4.5076299999999998</c:v>
                </c:pt>
                <c:pt idx="3063">
                  <c:v>4.5079399999999996</c:v>
                </c:pt>
                <c:pt idx="3064">
                  <c:v>4.5082500000000003</c:v>
                </c:pt>
                <c:pt idx="3065">
                  <c:v>4.5085499999999996</c:v>
                </c:pt>
                <c:pt idx="3066">
                  <c:v>4.5088600000000003</c:v>
                </c:pt>
                <c:pt idx="3067">
                  <c:v>4.5091599999999996</c:v>
                </c:pt>
                <c:pt idx="3068">
                  <c:v>4.5094700000000003</c:v>
                </c:pt>
                <c:pt idx="3069">
                  <c:v>4.5097699999999996</c:v>
                </c:pt>
                <c:pt idx="3070">
                  <c:v>4.5100800000000003</c:v>
                </c:pt>
                <c:pt idx="3071">
                  <c:v>4.5103799999999996</c:v>
                </c:pt>
                <c:pt idx="3072">
                  <c:v>4.5106900000000003</c:v>
                </c:pt>
                <c:pt idx="3073">
                  <c:v>4.5109899999999996</c:v>
                </c:pt>
                <c:pt idx="3074">
                  <c:v>4.5113000000000003</c:v>
                </c:pt>
                <c:pt idx="3075">
                  <c:v>4.5115999999999996</c:v>
                </c:pt>
                <c:pt idx="3076">
                  <c:v>4.5119100000000003</c:v>
                </c:pt>
                <c:pt idx="3077">
                  <c:v>4.5122200000000001</c:v>
                </c:pt>
                <c:pt idx="3078">
                  <c:v>4.5125200000000003</c:v>
                </c:pt>
                <c:pt idx="3079">
                  <c:v>4.5128300000000001</c:v>
                </c:pt>
                <c:pt idx="3080">
                  <c:v>4.5131300000000003</c:v>
                </c:pt>
                <c:pt idx="3081">
                  <c:v>4.5134400000000001</c:v>
                </c:pt>
                <c:pt idx="3082">
                  <c:v>4.5137400000000003</c:v>
                </c:pt>
                <c:pt idx="3083">
                  <c:v>4.5140500000000001</c:v>
                </c:pt>
                <c:pt idx="3084">
                  <c:v>4.5143500000000003</c:v>
                </c:pt>
                <c:pt idx="3085">
                  <c:v>4.5146600000000001</c:v>
                </c:pt>
                <c:pt idx="3086">
                  <c:v>4.5149600000000003</c:v>
                </c:pt>
                <c:pt idx="3087">
                  <c:v>4.5152700000000001</c:v>
                </c:pt>
                <c:pt idx="3088">
                  <c:v>4.5155700000000003</c:v>
                </c:pt>
                <c:pt idx="3089">
                  <c:v>4.5158800000000001</c:v>
                </c:pt>
                <c:pt idx="3090">
                  <c:v>4.5161899999999999</c:v>
                </c:pt>
                <c:pt idx="3091">
                  <c:v>4.5164900000000001</c:v>
                </c:pt>
                <c:pt idx="3092">
                  <c:v>4.5167999999999999</c:v>
                </c:pt>
                <c:pt idx="3093">
                  <c:v>4.5171000000000001</c:v>
                </c:pt>
                <c:pt idx="3094">
                  <c:v>4.5174099999999999</c:v>
                </c:pt>
                <c:pt idx="3095">
                  <c:v>4.5177100000000001</c:v>
                </c:pt>
                <c:pt idx="3096">
                  <c:v>4.5180199999999999</c:v>
                </c:pt>
                <c:pt idx="3097">
                  <c:v>4.5183200000000001</c:v>
                </c:pt>
                <c:pt idx="3098">
                  <c:v>4.5186299999999999</c:v>
                </c:pt>
                <c:pt idx="3099">
                  <c:v>4.5189300000000001</c:v>
                </c:pt>
                <c:pt idx="3100">
                  <c:v>4.5192399999999999</c:v>
                </c:pt>
                <c:pt idx="3101">
                  <c:v>4.5195400000000001</c:v>
                </c:pt>
                <c:pt idx="3102">
                  <c:v>4.5198499999999999</c:v>
                </c:pt>
                <c:pt idx="3103">
                  <c:v>4.5201599999999997</c:v>
                </c:pt>
                <c:pt idx="3104">
                  <c:v>4.5204599999999999</c:v>
                </c:pt>
                <c:pt idx="3105">
                  <c:v>4.5207699999999997</c:v>
                </c:pt>
                <c:pt idx="3106">
                  <c:v>4.5210699999999999</c:v>
                </c:pt>
                <c:pt idx="3107">
                  <c:v>4.5213799999999997</c:v>
                </c:pt>
                <c:pt idx="3108">
                  <c:v>4.5216799999999999</c:v>
                </c:pt>
                <c:pt idx="3109">
                  <c:v>4.5219899999999997</c:v>
                </c:pt>
                <c:pt idx="3110">
                  <c:v>4.5222899999999999</c:v>
                </c:pt>
                <c:pt idx="3111">
                  <c:v>4.5225999999999997</c:v>
                </c:pt>
                <c:pt idx="3112">
                  <c:v>4.5228999999999999</c:v>
                </c:pt>
                <c:pt idx="3113">
                  <c:v>4.5232099999999997</c:v>
                </c:pt>
                <c:pt idx="3114">
                  <c:v>4.5235099999999999</c:v>
                </c:pt>
                <c:pt idx="3115">
                  <c:v>4.5238199999999997</c:v>
                </c:pt>
                <c:pt idx="3116">
                  <c:v>4.5241300000000004</c:v>
                </c:pt>
                <c:pt idx="3117">
                  <c:v>4.5244299999999997</c:v>
                </c:pt>
                <c:pt idx="3118">
                  <c:v>4.5247400000000004</c:v>
                </c:pt>
                <c:pt idx="3119">
                  <c:v>4.5250399999999997</c:v>
                </c:pt>
                <c:pt idx="3120">
                  <c:v>4.5253500000000004</c:v>
                </c:pt>
                <c:pt idx="3121">
                  <c:v>4.5256499999999997</c:v>
                </c:pt>
                <c:pt idx="3122">
                  <c:v>4.5259600000000004</c:v>
                </c:pt>
                <c:pt idx="3123">
                  <c:v>4.5262599999999997</c:v>
                </c:pt>
                <c:pt idx="3124">
                  <c:v>4.5265700000000004</c:v>
                </c:pt>
                <c:pt idx="3125">
                  <c:v>4.5268699999999997</c:v>
                </c:pt>
                <c:pt idx="3126">
                  <c:v>4.5271800000000004</c:v>
                </c:pt>
                <c:pt idx="3127">
                  <c:v>4.5274900000000002</c:v>
                </c:pt>
                <c:pt idx="3128">
                  <c:v>4.5277900000000004</c:v>
                </c:pt>
                <c:pt idx="3129">
                  <c:v>4.5281000000000002</c:v>
                </c:pt>
                <c:pt idx="3130">
                  <c:v>4.5284000000000004</c:v>
                </c:pt>
                <c:pt idx="3131">
                  <c:v>4.5287100000000002</c:v>
                </c:pt>
                <c:pt idx="3132">
                  <c:v>4.5290100000000004</c:v>
                </c:pt>
                <c:pt idx="3133">
                  <c:v>4.5293200000000002</c:v>
                </c:pt>
                <c:pt idx="3134">
                  <c:v>4.5296200000000004</c:v>
                </c:pt>
                <c:pt idx="3135">
                  <c:v>4.5299300000000002</c:v>
                </c:pt>
                <c:pt idx="3136">
                  <c:v>4.5302300000000004</c:v>
                </c:pt>
                <c:pt idx="3137">
                  <c:v>4.5305400000000002</c:v>
                </c:pt>
                <c:pt idx="3138">
                  <c:v>4.5308400000000004</c:v>
                </c:pt>
                <c:pt idx="3139">
                  <c:v>4.5311500000000002</c:v>
                </c:pt>
                <c:pt idx="3140">
                  <c:v>4.53146</c:v>
                </c:pt>
                <c:pt idx="3141">
                  <c:v>4.5317600000000002</c:v>
                </c:pt>
                <c:pt idx="3142">
                  <c:v>4.53207</c:v>
                </c:pt>
                <c:pt idx="3143">
                  <c:v>4.5323700000000002</c:v>
                </c:pt>
                <c:pt idx="3144">
                  <c:v>4.53268</c:v>
                </c:pt>
                <c:pt idx="3145">
                  <c:v>4.5329800000000002</c:v>
                </c:pt>
                <c:pt idx="3146">
                  <c:v>4.53329</c:v>
                </c:pt>
                <c:pt idx="3147">
                  <c:v>4.5335900000000002</c:v>
                </c:pt>
                <c:pt idx="3148">
                  <c:v>4.5339</c:v>
                </c:pt>
                <c:pt idx="3149">
                  <c:v>4.5342000000000002</c:v>
                </c:pt>
                <c:pt idx="3150">
                  <c:v>4.53451</c:v>
                </c:pt>
                <c:pt idx="3151">
                  <c:v>4.5348100000000002</c:v>
                </c:pt>
                <c:pt idx="3152">
                  <c:v>4.53512</c:v>
                </c:pt>
                <c:pt idx="3153">
                  <c:v>4.5354299999999999</c:v>
                </c:pt>
                <c:pt idx="3154">
                  <c:v>4.53573</c:v>
                </c:pt>
                <c:pt idx="3155">
                  <c:v>4.5360399999999998</c:v>
                </c:pt>
                <c:pt idx="3156">
                  <c:v>4.53634</c:v>
                </c:pt>
                <c:pt idx="3157">
                  <c:v>4.5366499999999998</c:v>
                </c:pt>
                <c:pt idx="3158">
                  <c:v>4.53695</c:v>
                </c:pt>
                <c:pt idx="3159">
                  <c:v>4.5372599999999998</c:v>
                </c:pt>
                <c:pt idx="3160">
                  <c:v>4.53756</c:v>
                </c:pt>
                <c:pt idx="3161">
                  <c:v>4.5378699999999998</c:v>
                </c:pt>
                <c:pt idx="3162">
                  <c:v>4.53817</c:v>
                </c:pt>
                <c:pt idx="3163">
                  <c:v>4.5384799999999998</c:v>
                </c:pt>
                <c:pt idx="3164">
                  <c:v>4.53878</c:v>
                </c:pt>
                <c:pt idx="3165">
                  <c:v>4.5390899999999998</c:v>
                </c:pt>
                <c:pt idx="3166">
                  <c:v>4.5393999999999997</c:v>
                </c:pt>
                <c:pt idx="3167">
                  <c:v>4.5396999999999998</c:v>
                </c:pt>
                <c:pt idx="3168">
                  <c:v>4.5400099999999997</c:v>
                </c:pt>
                <c:pt idx="3169">
                  <c:v>4.5403099999999998</c:v>
                </c:pt>
                <c:pt idx="3170">
                  <c:v>4.5406199999999997</c:v>
                </c:pt>
                <c:pt idx="3171">
                  <c:v>4.5409199999999998</c:v>
                </c:pt>
                <c:pt idx="3172">
                  <c:v>4.5412299999999997</c:v>
                </c:pt>
                <c:pt idx="3173">
                  <c:v>4.5415299999999998</c:v>
                </c:pt>
                <c:pt idx="3174">
                  <c:v>4.5418399999999997</c:v>
                </c:pt>
                <c:pt idx="3175">
                  <c:v>4.5421399999999998</c:v>
                </c:pt>
                <c:pt idx="3176">
                  <c:v>4.5424499999999997</c:v>
                </c:pt>
                <c:pt idx="3177">
                  <c:v>4.5427600000000004</c:v>
                </c:pt>
                <c:pt idx="3178">
                  <c:v>4.5430599999999997</c:v>
                </c:pt>
                <c:pt idx="3179">
                  <c:v>4.5433700000000004</c:v>
                </c:pt>
                <c:pt idx="3180">
                  <c:v>4.5436699999999997</c:v>
                </c:pt>
                <c:pt idx="3181">
                  <c:v>4.5439800000000004</c:v>
                </c:pt>
                <c:pt idx="3182">
                  <c:v>4.5442799999999997</c:v>
                </c:pt>
                <c:pt idx="3183">
                  <c:v>4.5445900000000004</c:v>
                </c:pt>
                <c:pt idx="3184">
                  <c:v>4.5448899999999997</c:v>
                </c:pt>
                <c:pt idx="3185">
                  <c:v>4.5452000000000004</c:v>
                </c:pt>
                <c:pt idx="3186">
                  <c:v>4.5454999999999997</c:v>
                </c:pt>
                <c:pt idx="3187">
                  <c:v>4.5458100000000004</c:v>
                </c:pt>
                <c:pt idx="3188">
                  <c:v>4.5461099999999997</c:v>
                </c:pt>
                <c:pt idx="3189">
                  <c:v>4.5464200000000003</c:v>
                </c:pt>
                <c:pt idx="3190">
                  <c:v>4.5467300000000002</c:v>
                </c:pt>
                <c:pt idx="3191">
                  <c:v>4.5470300000000003</c:v>
                </c:pt>
                <c:pt idx="3192">
                  <c:v>4.5473400000000002</c:v>
                </c:pt>
                <c:pt idx="3193">
                  <c:v>4.5476400000000003</c:v>
                </c:pt>
                <c:pt idx="3194">
                  <c:v>4.5479500000000002</c:v>
                </c:pt>
                <c:pt idx="3195">
                  <c:v>4.5482500000000003</c:v>
                </c:pt>
                <c:pt idx="3196">
                  <c:v>4.5485600000000002</c:v>
                </c:pt>
                <c:pt idx="3197">
                  <c:v>4.5488600000000003</c:v>
                </c:pt>
                <c:pt idx="3198">
                  <c:v>4.5491700000000002</c:v>
                </c:pt>
                <c:pt idx="3199">
                  <c:v>4.5494700000000003</c:v>
                </c:pt>
                <c:pt idx="3200">
                  <c:v>4.5497800000000002</c:v>
                </c:pt>
                <c:pt idx="3201">
                  <c:v>4.5500800000000003</c:v>
                </c:pt>
                <c:pt idx="3202">
                  <c:v>4.5503900000000002</c:v>
                </c:pt>
                <c:pt idx="3203">
                  <c:v>4.5507</c:v>
                </c:pt>
                <c:pt idx="3204">
                  <c:v>4.5510000000000002</c:v>
                </c:pt>
                <c:pt idx="3205">
                  <c:v>4.55131</c:v>
                </c:pt>
                <c:pt idx="3206">
                  <c:v>4.5516100000000002</c:v>
                </c:pt>
                <c:pt idx="3207">
                  <c:v>4.55192</c:v>
                </c:pt>
                <c:pt idx="3208">
                  <c:v>4.5522200000000002</c:v>
                </c:pt>
                <c:pt idx="3209">
                  <c:v>4.55253</c:v>
                </c:pt>
                <c:pt idx="3210">
                  <c:v>4.5528300000000002</c:v>
                </c:pt>
                <c:pt idx="3211">
                  <c:v>4.55314</c:v>
                </c:pt>
                <c:pt idx="3212">
                  <c:v>4.5534400000000002</c:v>
                </c:pt>
                <c:pt idx="3213">
                  <c:v>4.55375</c:v>
                </c:pt>
                <c:pt idx="3214">
                  <c:v>4.5540500000000002</c:v>
                </c:pt>
                <c:pt idx="3215">
                  <c:v>4.55436</c:v>
                </c:pt>
                <c:pt idx="3216">
                  <c:v>4.5546699999999998</c:v>
                </c:pt>
                <c:pt idx="3217">
                  <c:v>4.55497</c:v>
                </c:pt>
                <c:pt idx="3218">
                  <c:v>4.5552799999999998</c:v>
                </c:pt>
                <c:pt idx="3219">
                  <c:v>4.55558</c:v>
                </c:pt>
                <c:pt idx="3220">
                  <c:v>4.5558899999999998</c:v>
                </c:pt>
                <c:pt idx="3221">
                  <c:v>4.55619</c:v>
                </c:pt>
                <c:pt idx="3222">
                  <c:v>4.5564999999999998</c:v>
                </c:pt>
                <c:pt idx="3223">
                  <c:v>4.5568</c:v>
                </c:pt>
                <c:pt idx="3224">
                  <c:v>4.5571099999999998</c:v>
                </c:pt>
                <c:pt idx="3225">
                  <c:v>4.55741</c:v>
                </c:pt>
                <c:pt idx="3226">
                  <c:v>4.5577199999999998</c:v>
                </c:pt>
                <c:pt idx="3227">
                  <c:v>4.55802</c:v>
                </c:pt>
                <c:pt idx="3228">
                  <c:v>4.5583299999999998</c:v>
                </c:pt>
                <c:pt idx="3229">
                  <c:v>4.5586399999999996</c:v>
                </c:pt>
                <c:pt idx="3230">
                  <c:v>4.5589399999999998</c:v>
                </c:pt>
                <c:pt idx="3231">
                  <c:v>4.5592499999999996</c:v>
                </c:pt>
                <c:pt idx="3232">
                  <c:v>4.5595499999999998</c:v>
                </c:pt>
                <c:pt idx="3233">
                  <c:v>4.5598599999999996</c:v>
                </c:pt>
                <c:pt idx="3234">
                  <c:v>4.5601599999999998</c:v>
                </c:pt>
                <c:pt idx="3235">
                  <c:v>4.5604699999999996</c:v>
                </c:pt>
                <c:pt idx="3236">
                  <c:v>4.5607699999999998</c:v>
                </c:pt>
                <c:pt idx="3237">
                  <c:v>4.5610799999999996</c:v>
                </c:pt>
                <c:pt idx="3238">
                  <c:v>4.5613799999999998</c:v>
                </c:pt>
                <c:pt idx="3239">
                  <c:v>4.5616899999999996</c:v>
                </c:pt>
                <c:pt idx="3240">
                  <c:v>4.5620000000000003</c:v>
                </c:pt>
                <c:pt idx="3241">
                  <c:v>4.5622999999999996</c:v>
                </c:pt>
                <c:pt idx="3242">
                  <c:v>4.5626100000000003</c:v>
                </c:pt>
                <c:pt idx="3243">
                  <c:v>4.5629099999999996</c:v>
                </c:pt>
                <c:pt idx="3244">
                  <c:v>4.5632200000000003</c:v>
                </c:pt>
                <c:pt idx="3245">
                  <c:v>4.5635199999999996</c:v>
                </c:pt>
                <c:pt idx="3246">
                  <c:v>4.5638300000000003</c:v>
                </c:pt>
                <c:pt idx="3247">
                  <c:v>4.5641299999999996</c:v>
                </c:pt>
                <c:pt idx="3248">
                  <c:v>4.5644400000000003</c:v>
                </c:pt>
                <c:pt idx="3249">
                  <c:v>4.5647399999999996</c:v>
                </c:pt>
                <c:pt idx="3250">
                  <c:v>4.5650500000000003</c:v>
                </c:pt>
                <c:pt idx="3251">
                  <c:v>4.5653499999999996</c:v>
                </c:pt>
                <c:pt idx="3252">
                  <c:v>4.5656600000000003</c:v>
                </c:pt>
                <c:pt idx="3253">
                  <c:v>4.5659700000000001</c:v>
                </c:pt>
                <c:pt idx="3254">
                  <c:v>4.5662700000000003</c:v>
                </c:pt>
                <c:pt idx="3255">
                  <c:v>4.5665800000000001</c:v>
                </c:pt>
                <c:pt idx="3256">
                  <c:v>4.5668800000000003</c:v>
                </c:pt>
                <c:pt idx="3257">
                  <c:v>4.5671900000000001</c:v>
                </c:pt>
                <c:pt idx="3258">
                  <c:v>4.5674900000000003</c:v>
                </c:pt>
                <c:pt idx="3259">
                  <c:v>4.5678000000000001</c:v>
                </c:pt>
                <c:pt idx="3260">
                  <c:v>4.5681000000000003</c:v>
                </c:pt>
                <c:pt idx="3261">
                  <c:v>4.5684100000000001</c:v>
                </c:pt>
                <c:pt idx="3262">
                  <c:v>4.5687100000000003</c:v>
                </c:pt>
                <c:pt idx="3263">
                  <c:v>4.5690200000000001</c:v>
                </c:pt>
                <c:pt idx="3264">
                  <c:v>4.5693200000000003</c:v>
                </c:pt>
                <c:pt idx="3265">
                  <c:v>4.5696300000000001</c:v>
                </c:pt>
                <c:pt idx="3266">
                  <c:v>4.5699399999999999</c:v>
                </c:pt>
                <c:pt idx="3267">
                  <c:v>4.5702400000000001</c:v>
                </c:pt>
                <c:pt idx="3268">
                  <c:v>4.5705499999999999</c:v>
                </c:pt>
                <c:pt idx="3269">
                  <c:v>4.5708500000000001</c:v>
                </c:pt>
                <c:pt idx="3270">
                  <c:v>4.5711599999999999</c:v>
                </c:pt>
                <c:pt idx="3271">
                  <c:v>4.5714600000000001</c:v>
                </c:pt>
                <c:pt idx="3272">
                  <c:v>4.5717699999999999</c:v>
                </c:pt>
                <c:pt idx="3273">
                  <c:v>4.5720700000000001</c:v>
                </c:pt>
                <c:pt idx="3274">
                  <c:v>4.5723799999999999</c:v>
                </c:pt>
                <c:pt idx="3275">
                  <c:v>4.5726800000000001</c:v>
                </c:pt>
                <c:pt idx="3276">
                  <c:v>4.5729899999999999</c:v>
                </c:pt>
                <c:pt idx="3277">
                  <c:v>4.5732900000000001</c:v>
                </c:pt>
                <c:pt idx="3278">
                  <c:v>4.5735999999999999</c:v>
                </c:pt>
                <c:pt idx="3279">
                  <c:v>4.5739099999999997</c:v>
                </c:pt>
                <c:pt idx="3280">
                  <c:v>4.5742099999999999</c:v>
                </c:pt>
                <c:pt idx="3281">
                  <c:v>4.5745199999999997</c:v>
                </c:pt>
                <c:pt idx="3282">
                  <c:v>4.5748199999999999</c:v>
                </c:pt>
                <c:pt idx="3283">
                  <c:v>4.5751299999999997</c:v>
                </c:pt>
                <c:pt idx="3284">
                  <c:v>4.5754299999999999</c:v>
                </c:pt>
                <c:pt idx="3285">
                  <c:v>4.5757399999999997</c:v>
                </c:pt>
                <c:pt idx="3286">
                  <c:v>4.5760399999999999</c:v>
                </c:pt>
                <c:pt idx="3287">
                  <c:v>4.5763499999999997</c:v>
                </c:pt>
                <c:pt idx="3288">
                  <c:v>4.5766499999999999</c:v>
                </c:pt>
                <c:pt idx="3289">
                  <c:v>4.5769599999999997</c:v>
                </c:pt>
                <c:pt idx="3290">
                  <c:v>4.5772599999999999</c:v>
                </c:pt>
                <c:pt idx="3291">
                  <c:v>4.5775699999999997</c:v>
                </c:pt>
                <c:pt idx="3292">
                  <c:v>4.5778800000000004</c:v>
                </c:pt>
                <c:pt idx="3293">
                  <c:v>4.5781799999999997</c:v>
                </c:pt>
                <c:pt idx="3294">
                  <c:v>4.5784900000000004</c:v>
                </c:pt>
                <c:pt idx="3295">
                  <c:v>4.5787899999999997</c:v>
                </c:pt>
                <c:pt idx="3296">
                  <c:v>4.5791000000000004</c:v>
                </c:pt>
                <c:pt idx="3297">
                  <c:v>4.5793999999999997</c:v>
                </c:pt>
                <c:pt idx="3298">
                  <c:v>4.5797100000000004</c:v>
                </c:pt>
                <c:pt idx="3299">
                  <c:v>4.5800099999999997</c:v>
                </c:pt>
                <c:pt idx="3300">
                  <c:v>4.5803200000000004</c:v>
                </c:pt>
                <c:pt idx="3301">
                  <c:v>4.5806199999999997</c:v>
                </c:pt>
                <c:pt idx="3302">
                  <c:v>4.5809300000000004</c:v>
                </c:pt>
                <c:pt idx="3303">
                  <c:v>4.5812400000000002</c:v>
                </c:pt>
                <c:pt idx="3304">
                  <c:v>4.5815400000000004</c:v>
                </c:pt>
                <c:pt idx="3305">
                  <c:v>4.5818500000000002</c:v>
                </c:pt>
                <c:pt idx="3306">
                  <c:v>4.5821500000000004</c:v>
                </c:pt>
                <c:pt idx="3307">
                  <c:v>4.5824600000000002</c:v>
                </c:pt>
                <c:pt idx="3308">
                  <c:v>4.5827600000000004</c:v>
                </c:pt>
                <c:pt idx="3309">
                  <c:v>4.5830700000000002</c:v>
                </c:pt>
                <c:pt idx="3310">
                  <c:v>4.5833700000000004</c:v>
                </c:pt>
                <c:pt idx="3311">
                  <c:v>4.5836800000000002</c:v>
                </c:pt>
                <c:pt idx="3312">
                  <c:v>4.5839800000000004</c:v>
                </c:pt>
                <c:pt idx="3313">
                  <c:v>4.5842900000000002</c:v>
                </c:pt>
                <c:pt idx="3314">
                  <c:v>4.5845900000000004</c:v>
                </c:pt>
                <c:pt idx="3315">
                  <c:v>4.5849000000000002</c:v>
                </c:pt>
                <c:pt idx="3316">
                  <c:v>4.58521</c:v>
                </c:pt>
                <c:pt idx="3317">
                  <c:v>4.5855100000000002</c:v>
                </c:pt>
                <c:pt idx="3318">
                  <c:v>4.58582</c:v>
                </c:pt>
                <c:pt idx="3319">
                  <c:v>4.5861200000000002</c:v>
                </c:pt>
                <c:pt idx="3320">
                  <c:v>4.58643</c:v>
                </c:pt>
                <c:pt idx="3321">
                  <c:v>4.5867300000000002</c:v>
                </c:pt>
                <c:pt idx="3322">
                  <c:v>4.58704</c:v>
                </c:pt>
                <c:pt idx="3323">
                  <c:v>4.5873400000000002</c:v>
                </c:pt>
                <c:pt idx="3324">
                  <c:v>4.58765</c:v>
                </c:pt>
                <c:pt idx="3325">
                  <c:v>4.5879500000000002</c:v>
                </c:pt>
                <c:pt idx="3326">
                  <c:v>4.58826</c:v>
                </c:pt>
                <c:pt idx="3327">
                  <c:v>4.5885600000000002</c:v>
                </c:pt>
                <c:pt idx="3328">
                  <c:v>4.58887</c:v>
                </c:pt>
                <c:pt idx="3329">
                  <c:v>4.5891799999999998</c:v>
                </c:pt>
                <c:pt idx="3330">
                  <c:v>4.58948</c:v>
                </c:pt>
                <c:pt idx="3331">
                  <c:v>4.5897899999999998</c:v>
                </c:pt>
                <c:pt idx="3332">
                  <c:v>4.59009</c:v>
                </c:pt>
                <c:pt idx="3333">
                  <c:v>4.5903999999999998</c:v>
                </c:pt>
                <c:pt idx="3334">
                  <c:v>4.5907</c:v>
                </c:pt>
                <c:pt idx="3335">
                  <c:v>4.5910099999999998</c:v>
                </c:pt>
                <c:pt idx="3336">
                  <c:v>4.59131</c:v>
                </c:pt>
                <c:pt idx="3337">
                  <c:v>4.5916199999999998</c:v>
                </c:pt>
                <c:pt idx="3338">
                  <c:v>4.59192</c:v>
                </c:pt>
                <c:pt idx="3339">
                  <c:v>4.5922299999999998</c:v>
                </c:pt>
                <c:pt idx="3340">
                  <c:v>4.59253</c:v>
                </c:pt>
                <c:pt idx="3341">
                  <c:v>4.5928399999999998</c:v>
                </c:pt>
                <c:pt idx="3342">
                  <c:v>4.5931499999999996</c:v>
                </c:pt>
                <c:pt idx="3343">
                  <c:v>4.5934499999999998</c:v>
                </c:pt>
                <c:pt idx="3344">
                  <c:v>4.5937599999999996</c:v>
                </c:pt>
                <c:pt idx="3345">
                  <c:v>4.5940599999999998</c:v>
                </c:pt>
                <c:pt idx="3346">
                  <c:v>4.5943699999999996</c:v>
                </c:pt>
                <c:pt idx="3347">
                  <c:v>4.5946699999999998</c:v>
                </c:pt>
                <c:pt idx="3348">
                  <c:v>4.5949799999999996</c:v>
                </c:pt>
                <c:pt idx="3349">
                  <c:v>4.5952799999999998</c:v>
                </c:pt>
                <c:pt idx="3350">
                  <c:v>4.5955899999999996</c:v>
                </c:pt>
                <c:pt idx="3351">
                  <c:v>4.5958899999999998</c:v>
                </c:pt>
                <c:pt idx="3352">
                  <c:v>4.5961999999999996</c:v>
                </c:pt>
                <c:pt idx="3353">
                  <c:v>4.5965100000000003</c:v>
                </c:pt>
                <c:pt idx="3354">
                  <c:v>4.5968099999999996</c:v>
                </c:pt>
                <c:pt idx="3355">
                  <c:v>4.5971200000000003</c:v>
                </c:pt>
                <c:pt idx="3356">
                  <c:v>4.5974199999999996</c:v>
                </c:pt>
                <c:pt idx="3357">
                  <c:v>4.5977300000000003</c:v>
                </c:pt>
                <c:pt idx="3358">
                  <c:v>4.5980299999999996</c:v>
                </c:pt>
                <c:pt idx="3359">
                  <c:v>4.5983400000000003</c:v>
                </c:pt>
                <c:pt idx="3360">
                  <c:v>4.5986399999999996</c:v>
                </c:pt>
                <c:pt idx="3361">
                  <c:v>4.5989500000000003</c:v>
                </c:pt>
                <c:pt idx="3362">
                  <c:v>4.5992499999999996</c:v>
                </c:pt>
                <c:pt idx="3363">
                  <c:v>4.5995600000000003</c:v>
                </c:pt>
                <c:pt idx="3364">
                  <c:v>4.5998599999999996</c:v>
                </c:pt>
                <c:pt idx="3365">
                  <c:v>4.6001700000000003</c:v>
                </c:pt>
                <c:pt idx="3366">
                  <c:v>4.6004800000000001</c:v>
                </c:pt>
                <c:pt idx="3367">
                  <c:v>4.6007800000000003</c:v>
                </c:pt>
                <c:pt idx="3368">
                  <c:v>4.6010900000000001</c:v>
                </c:pt>
                <c:pt idx="3369">
                  <c:v>4.6013900000000003</c:v>
                </c:pt>
                <c:pt idx="3370">
                  <c:v>4.6017000000000001</c:v>
                </c:pt>
                <c:pt idx="3371">
                  <c:v>4.6020000000000003</c:v>
                </c:pt>
                <c:pt idx="3372">
                  <c:v>4.6023100000000001</c:v>
                </c:pt>
                <c:pt idx="3373">
                  <c:v>4.6026100000000003</c:v>
                </c:pt>
                <c:pt idx="3374">
                  <c:v>4.6029200000000001</c:v>
                </c:pt>
                <c:pt idx="3375">
                  <c:v>4.6032200000000003</c:v>
                </c:pt>
                <c:pt idx="3376">
                  <c:v>4.6035300000000001</c:v>
                </c:pt>
                <c:pt idx="3377">
                  <c:v>4.6038300000000003</c:v>
                </c:pt>
                <c:pt idx="3378">
                  <c:v>4.6041400000000001</c:v>
                </c:pt>
                <c:pt idx="3379">
                  <c:v>4.6044499999999999</c:v>
                </c:pt>
                <c:pt idx="3380">
                  <c:v>4.6047500000000001</c:v>
                </c:pt>
                <c:pt idx="3381">
                  <c:v>4.6050599999999999</c:v>
                </c:pt>
                <c:pt idx="3382">
                  <c:v>4.6053600000000001</c:v>
                </c:pt>
                <c:pt idx="3383">
                  <c:v>4.6056699999999999</c:v>
                </c:pt>
                <c:pt idx="3384">
                  <c:v>4.6059700000000001</c:v>
                </c:pt>
                <c:pt idx="3385">
                  <c:v>4.6062799999999999</c:v>
                </c:pt>
                <c:pt idx="3386">
                  <c:v>4.6065800000000001</c:v>
                </c:pt>
                <c:pt idx="3387">
                  <c:v>4.6068899999999999</c:v>
                </c:pt>
                <c:pt idx="3388">
                  <c:v>4.6071900000000001</c:v>
                </c:pt>
                <c:pt idx="3389">
                  <c:v>4.6074999999999999</c:v>
                </c:pt>
                <c:pt idx="3390">
                  <c:v>4.6078000000000001</c:v>
                </c:pt>
                <c:pt idx="3391">
                  <c:v>4.6081099999999999</c:v>
                </c:pt>
                <c:pt idx="3392">
                  <c:v>4.6084199999999997</c:v>
                </c:pt>
                <c:pt idx="3393">
                  <c:v>4.6087199999999999</c:v>
                </c:pt>
                <c:pt idx="3394">
                  <c:v>4.6090299999999997</c:v>
                </c:pt>
                <c:pt idx="3395">
                  <c:v>4.6093299999999999</c:v>
                </c:pt>
                <c:pt idx="3396">
                  <c:v>4.6096399999999997</c:v>
                </c:pt>
                <c:pt idx="3397">
                  <c:v>4.6099399999999999</c:v>
                </c:pt>
                <c:pt idx="3398">
                  <c:v>4.6102499999999997</c:v>
                </c:pt>
                <c:pt idx="3399">
                  <c:v>4.6105499999999999</c:v>
                </c:pt>
                <c:pt idx="3400">
                  <c:v>4.6108599999999997</c:v>
                </c:pt>
                <c:pt idx="3401">
                  <c:v>4.6111599999999999</c:v>
                </c:pt>
                <c:pt idx="3402">
                  <c:v>4.6114699999999997</c:v>
                </c:pt>
                <c:pt idx="3403">
                  <c:v>4.6117699999999999</c:v>
                </c:pt>
                <c:pt idx="3404">
                  <c:v>4.6120799999999997</c:v>
                </c:pt>
                <c:pt idx="3405">
                  <c:v>4.6123900000000004</c:v>
                </c:pt>
                <c:pt idx="3406">
                  <c:v>4.6126899999999997</c:v>
                </c:pt>
                <c:pt idx="3407">
                  <c:v>4.6130000000000004</c:v>
                </c:pt>
                <c:pt idx="3408">
                  <c:v>4.6132999999999997</c:v>
                </c:pt>
                <c:pt idx="3409">
                  <c:v>4.6136100000000004</c:v>
                </c:pt>
                <c:pt idx="3410">
                  <c:v>4.6139099999999997</c:v>
                </c:pt>
                <c:pt idx="3411">
                  <c:v>4.6142200000000004</c:v>
                </c:pt>
                <c:pt idx="3412">
                  <c:v>4.6145199999999997</c:v>
                </c:pt>
                <c:pt idx="3413">
                  <c:v>4.6148300000000004</c:v>
                </c:pt>
                <c:pt idx="3414">
                  <c:v>4.6151299999999997</c:v>
                </c:pt>
                <c:pt idx="3415">
                  <c:v>4.6154400000000004</c:v>
                </c:pt>
                <c:pt idx="3416">
                  <c:v>4.6157500000000002</c:v>
                </c:pt>
                <c:pt idx="3417">
                  <c:v>4.6160500000000004</c:v>
                </c:pt>
                <c:pt idx="3418">
                  <c:v>4.6163600000000002</c:v>
                </c:pt>
                <c:pt idx="3419">
                  <c:v>4.6166600000000004</c:v>
                </c:pt>
                <c:pt idx="3420">
                  <c:v>4.6169700000000002</c:v>
                </c:pt>
                <c:pt idx="3421">
                  <c:v>4.6172700000000004</c:v>
                </c:pt>
                <c:pt idx="3422">
                  <c:v>4.6175800000000002</c:v>
                </c:pt>
                <c:pt idx="3423">
                  <c:v>4.6178800000000004</c:v>
                </c:pt>
                <c:pt idx="3424">
                  <c:v>4.6181900000000002</c:v>
                </c:pt>
                <c:pt idx="3425">
                  <c:v>4.6184900000000004</c:v>
                </c:pt>
                <c:pt idx="3426">
                  <c:v>4.6188000000000002</c:v>
                </c:pt>
                <c:pt idx="3427">
                  <c:v>4.6191000000000004</c:v>
                </c:pt>
                <c:pt idx="3428">
                  <c:v>4.6194100000000002</c:v>
                </c:pt>
                <c:pt idx="3429">
                  <c:v>4.61972</c:v>
                </c:pt>
                <c:pt idx="3430">
                  <c:v>4.6200200000000002</c:v>
                </c:pt>
                <c:pt idx="3431">
                  <c:v>4.62033</c:v>
                </c:pt>
                <c:pt idx="3432">
                  <c:v>4.6206300000000002</c:v>
                </c:pt>
                <c:pt idx="3433">
                  <c:v>4.62094</c:v>
                </c:pt>
                <c:pt idx="3434">
                  <c:v>4.6212400000000002</c:v>
                </c:pt>
                <c:pt idx="3435">
                  <c:v>4.62155</c:v>
                </c:pt>
                <c:pt idx="3436">
                  <c:v>4.6218500000000002</c:v>
                </c:pt>
                <c:pt idx="3437">
                  <c:v>4.62216</c:v>
                </c:pt>
                <c:pt idx="3438">
                  <c:v>4.6224600000000002</c:v>
                </c:pt>
                <c:pt idx="3439">
                  <c:v>4.62277</c:v>
                </c:pt>
                <c:pt idx="3440">
                  <c:v>4.6230700000000002</c:v>
                </c:pt>
                <c:pt idx="3441">
                  <c:v>4.62338</c:v>
                </c:pt>
                <c:pt idx="3442">
                  <c:v>4.6236899999999999</c:v>
                </c:pt>
                <c:pt idx="3443">
                  <c:v>4.62399</c:v>
                </c:pt>
                <c:pt idx="3444">
                  <c:v>4.6242999999999999</c:v>
                </c:pt>
                <c:pt idx="3445">
                  <c:v>4.6246</c:v>
                </c:pt>
                <c:pt idx="3446">
                  <c:v>4.6249099999999999</c:v>
                </c:pt>
                <c:pt idx="3447">
                  <c:v>4.62521</c:v>
                </c:pt>
                <c:pt idx="3448">
                  <c:v>4.6255199999999999</c:v>
                </c:pt>
                <c:pt idx="3449">
                  <c:v>4.62582</c:v>
                </c:pt>
                <c:pt idx="3450">
                  <c:v>4.6261299999999999</c:v>
                </c:pt>
                <c:pt idx="3451">
                  <c:v>4.62643</c:v>
                </c:pt>
                <c:pt idx="3452">
                  <c:v>4.6267399999999999</c:v>
                </c:pt>
                <c:pt idx="3453">
                  <c:v>4.62704</c:v>
                </c:pt>
                <c:pt idx="3454">
                  <c:v>4.6273499999999999</c:v>
                </c:pt>
                <c:pt idx="3455">
                  <c:v>4.6276599999999997</c:v>
                </c:pt>
                <c:pt idx="3456">
                  <c:v>4.6279599999999999</c:v>
                </c:pt>
                <c:pt idx="3457">
                  <c:v>4.6282699999999997</c:v>
                </c:pt>
                <c:pt idx="3458">
                  <c:v>4.6285699999999999</c:v>
                </c:pt>
                <c:pt idx="3459">
                  <c:v>4.6288799999999997</c:v>
                </c:pt>
                <c:pt idx="3460">
                  <c:v>4.6291799999999999</c:v>
                </c:pt>
                <c:pt idx="3461">
                  <c:v>4.6294899999999997</c:v>
                </c:pt>
                <c:pt idx="3462">
                  <c:v>4.6297899999999998</c:v>
                </c:pt>
                <c:pt idx="3463">
                  <c:v>4.6300999999999997</c:v>
                </c:pt>
                <c:pt idx="3464">
                  <c:v>4.6303999999999998</c:v>
                </c:pt>
                <c:pt idx="3465">
                  <c:v>4.6307099999999997</c:v>
                </c:pt>
                <c:pt idx="3466">
                  <c:v>4.6310099999999998</c:v>
                </c:pt>
                <c:pt idx="3467">
                  <c:v>4.6313199999999997</c:v>
                </c:pt>
                <c:pt idx="3468">
                  <c:v>4.6316300000000004</c:v>
                </c:pt>
                <c:pt idx="3469">
                  <c:v>4.6319299999999997</c:v>
                </c:pt>
                <c:pt idx="3470">
                  <c:v>4.6322400000000004</c:v>
                </c:pt>
                <c:pt idx="3471">
                  <c:v>4.6325399999999997</c:v>
                </c:pt>
                <c:pt idx="3472">
                  <c:v>4.6328500000000004</c:v>
                </c:pt>
                <c:pt idx="3473">
                  <c:v>4.6331499999999997</c:v>
                </c:pt>
                <c:pt idx="3474">
                  <c:v>4.6334600000000004</c:v>
                </c:pt>
                <c:pt idx="3475">
                  <c:v>4.6337599999999997</c:v>
                </c:pt>
                <c:pt idx="3476">
                  <c:v>4.6340700000000004</c:v>
                </c:pt>
                <c:pt idx="3477">
                  <c:v>4.6343699999999997</c:v>
                </c:pt>
                <c:pt idx="3478">
                  <c:v>4.6346800000000004</c:v>
                </c:pt>
                <c:pt idx="3479">
                  <c:v>4.6349900000000002</c:v>
                </c:pt>
                <c:pt idx="3480">
                  <c:v>4.6352900000000004</c:v>
                </c:pt>
                <c:pt idx="3481">
                  <c:v>4.6356000000000002</c:v>
                </c:pt>
                <c:pt idx="3482">
                  <c:v>4.6359000000000004</c:v>
                </c:pt>
                <c:pt idx="3483">
                  <c:v>4.6362100000000002</c:v>
                </c:pt>
                <c:pt idx="3484">
                  <c:v>4.6365100000000004</c:v>
                </c:pt>
                <c:pt idx="3485">
                  <c:v>4.6368200000000002</c:v>
                </c:pt>
                <c:pt idx="3486">
                  <c:v>4.6371200000000004</c:v>
                </c:pt>
                <c:pt idx="3487">
                  <c:v>4.6374300000000002</c:v>
                </c:pt>
                <c:pt idx="3488">
                  <c:v>4.6377300000000004</c:v>
                </c:pt>
                <c:pt idx="3489">
                  <c:v>4.6380400000000002</c:v>
                </c:pt>
                <c:pt idx="3490">
                  <c:v>4.6383400000000004</c:v>
                </c:pt>
                <c:pt idx="3491">
                  <c:v>4.6386500000000002</c:v>
                </c:pt>
                <c:pt idx="3492">
                  <c:v>4.63896</c:v>
                </c:pt>
                <c:pt idx="3493">
                  <c:v>4.6392600000000002</c:v>
                </c:pt>
                <c:pt idx="3494">
                  <c:v>4.63957</c:v>
                </c:pt>
                <c:pt idx="3495">
                  <c:v>4.6398700000000002</c:v>
                </c:pt>
                <c:pt idx="3496">
                  <c:v>4.64018</c:v>
                </c:pt>
                <c:pt idx="3497">
                  <c:v>4.6404800000000002</c:v>
                </c:pt>
                <c:pt idx="3498">
                  <c:v>4.64079</c:v>
                </c:pt>
                <c:pt idx="3499">
                  <c:v>4.6410900000000002</c:v>
                </c:pt>
                <c:pt idx="3500">
                  <c:v>4.6414</c:v>
                </c:pt>
                <c:pt idx="3501">
                  <c:v>4.6417000000000002</c:v>
                </c:pt>
                <c:pt idx="3502">
                  <c:v>4.64201</c:v>
                </c:pt>
                <c:pt idx="3503">
                  <c:v>4.6423100000000002</c:v>
                </c:pt>
                <c:pt idx="3504">
                  <c:v>4.64262</c:v>
                </c:pt>
                <c:pt idx="3505">
                  <c:v>4.6429299999999998</c:v>
                </c:pt>
                <c:pt idx="3506">
                  <c:v>4.64323</c:v>
                </c:pt>
                <c:pt idx="3507">
                  <c:v>4.6435399999999998</c:v>
                </c:pt>
                <c:pt idx="3508">
                  <c:v>4.64384</c:v>
                </c:pt>
                <c:pt idx="3509">
                  <c:v>4.6441499999999998</c:v>
                </c:pt>
                <c:pt idx="3510">
                  <c:v>4.64445</c:v>
                </c:pt>
                <c:pt idx="3511">
                  <c:v>4.6447599999999998</c:v>
                </c:pt>
                <c:pt idx="3512">
                  <c:v>4.64506</c:v>
                </c:pt>
                <c:pt idx="3513">
                  <c:v>4.6453699999999998</c:v>
                </c:pt>
                <c:pt idx="3514">
                  <c:v>4.64567</c:v>
                </c:pt>
                <c:pt idx="3515">
                  <c:v>4.6459799999999998</c:v>
                </c:pt>
                <c:pt idx="3516">
                  <c:v>4.64628</c:v>
                </c:pt>
                <c:pt idx="3517">
                  <c:v>4.6465899999999998</c:v>
                </c:pt>
                <c:pt idx="3518">
                  <c:v>4.6468999999999996</c:v>
                </c:pt>
                <c:pt idx="3519">
                  <c:v>4.6471999999999998</c:v>
                </c:pt>
                <c:pt idx="3520">
                  <c:v>4.6475099999999996</c:v>
                </c:pt>
                <c:pt idx="3521">
                  <c:v>4.6478099999999998</c:v>
                </c:pt>
                <c:pt idx="3522">
                  <c:v>4.6481199999999996</c:v>
                </c:pt>
                <c:pt idx="3523">
                  <c:v>4.6484199999999998</c:v>
                </c:pt>
                <c:pt idx="3524">
                  <c:v>4.6487299999999996</c:v>
                </c:pt>
                <c:pt idx="3525">
                  <c:v>4.6490299999999998</c:v>
                </c:pt>
                <c:pt idx="3526">
                  <c:v>4.6493399999999996</c:v>
                </c:pt>
                <c:pt idx="3527">
                  <c:v>4.6496399999999998</c:v>
                </c:pt>
                <c:pt idx="3528">
                  <c:v>4.6499499999999996</c:v>
                </c:pt>
                <c:pt idx="3529">
                  <c:v>4.6502499999999998</c:v>
                </c:pt>
                <c:pt idx="3530">
                  <c:v>4.6505599999999996</c:v>
                </c:pt>
                <c:pt idx="3531">
                  <c:v>4.6508700000000003</c:v>
                </c:pt>
                <c:pt idx="3532">
                  <c:v>4.6511699999999996</c:v>
                </c:pt>
                <c:pt idx="3533">
                  <c:v>4.6514800000000003</c:v>
                </c:pt>
                <c:pt idx="3534">
                  <c:v>4.6517799999999996</c:v>
                </c:pt>
                <c:pt idx="3535">
                  <c:v>4.6520900000000003</c:v>
                </c:pt>
                <c:pt idx="3536">
                  <c:v>4.6523899999999996</c:v>
                </c:pt>
                <c:pt idx="3537">
                  <c:v>4.6527000000000003</c:v>
                </c:pt>
                <c:pt idx="3538">
                  <c:v>4.6529999999999996</c:v>
                </c:pt>
                <c:pt idx="3539">
                  <c:v>4.6533100000000003</c:v>
                </c:pt>
                <c:pt idx="3540">
                  <c:v>4.6536099999999996</c:v>
                </c:pt>
                <c:pt idx="3541">
                  <c:v>4.6539200000000003</c:v>
                </c:pt>
                <c:pt idx="3542">
                  <c:v>4.6542300000000001</c:v>
                </c:pt>
                <c:pt idx="3543">
                  <c:v>4.6545300000000003</c:v>
                </c:pt>
                <c:pt idx="3544">
                  <c:v>4.6548400000000001</c:v>
                </c:pt>
                <c:pt idx="3545">
                  <c:v>4.6551400000000003</c:v>
                </c:pt>
                <c:pt idx="3546">
                  <c:v>4.6554500000000001</c:v>
                </c:pt>
                <c:pt idx="3547">
                  <c:v>4.6557500000000003</c:v>
                </c:pt>
                <c:pt idx="3548">
                  <c:v>4.6560600000000001</c:v>
                </c:pt>
                <c:pt idx="3549">
                  <c:v>4.6563600000000003</c:v>
                </c:pt>
                <c:pt idx="3550">
                  <c:v>4.6566700000000001</c:v>
                </c:pt>
                <c:pt idx="3551">
                  <c:v>4.6569700000000003</c:v>
                </c:pt>
                <c:pt idx="3552">
                  <c:v>4.6572800000000001</c:v>
                </c:pt>
                <c:pt idx="3553">
                  <c:v>4.6575800000000003</c:v>
                </c:pt>
                <c:pt idx="3554">
                  <c:v>4.6578900000000001</c:v>
                </c:pt>
                <c:pt idx="3555">
                  <c:v>4.6581999999999999</c:v>
                </c:pt>
                <c:pt idx="3556">
                  <c:v>4.6585000000000001</c:v>
                </c:pt>
                <c:pt idx="3557">
                  <c:v>4.6588099999999999</c:v>
                </c:pt>
                <c:pt idx="3558">
                  <c:v>4.6591100000000001</c:v>
                </c:pt>
                <c:pt idx="3559">
                  <c:v>4.6594199999999999</c:v>
                </c:pt>
                <c:pt idx="3560">
                  <c:v>4.6597200000000001</c:v>
                </c:pt>
                <c:pt idx="3561">
                  <c:v>4.6600299999999999</c:v>
                </c:pt>
                <c:pt idx="3562">
                  <c:v>4.6603300000000001</c:v>
                </c:pt>
                <c:pt idx="3563">
                  <c:v>4.6606399999999999</c:v>
                </c:pt>
                <c:pt idx="3564">
                  <c:v>4.6609400000000001</c:v>
                </c:pt>
                <c:pt idx="3565">
                  <c:v>4.6612499999999999</c:v>
                </c:pt>
                <c:pt idx="3566">
                  <c:v>4.6615500000000001</c:v>
                </c:pt>
                <c:pt idx="3567">
                  <c:v>4.6618599999999999</c:v>
                </c:pt>
                <c:pt idx="3568">
                  <c:v>4.6621699999999997</c:v>
                </c:pt>
                <c:pt idx="3569">
                  <c:v>4.6624699999999999</c:v>
                </c:pt>
                <c:pt idx="3570">
                  <c:v>4.6627799999999997</c:v>
                </c:pt>
                <c:pt idx="3571">
                  <c:v>4.6630799999999999</c:v>
                </c:pt>
                <c:pt idx="3572">
                  <c:v>4.6633899999999997</c:v>
                </c:pt>
                <c:pt idx="3573">
                  <c:v>4.6636899999999999</c:v>
                </c:pt>
                <c:pt idx="3574">
                  <c:v>4.6639999999999997</c:v>
                </c:pt>
                <c:pt idx="3575">
                  <c:v>4.6642999999999999</c:v>
                </c:pt>
                <c:pt idx="3576">
                  <c:v>4.6646099999999997</c:v>
                </c:pt>
                <c:pt idx="3577">
                  <c:v>4.6649099999999999</c:v>
                </c:pt>
                <c:pt idx="3578">
                  <c:v>4.6652199999999997</c:v>
                </c:pt>
                <c:pt idx="3579">
                  <c:v>4.6655199999999999</c:v>
                </c:pt>
                <c:pt idx="3580">
                  <c:v>4.6658299999999997</c:v>
                </c:pt>
                <c:pt idx="3581">
                  <c:v>4.6661400000000004</c:v>
                </c:pt>
                <c:pt idx="3582">
                  <c:v>4.6664399999999997</c:v>
                </c:pt>
                <c:pt idx="3583">
                  <c:v>4.6667500000000004</c:v>
                </c:pt>
                <c:pt idx="3584">
                  <c:v>4.6670499999999997</c:v>
                </c:pt>
                <c:pt idx="3585">
                  <c:v>4.6673600000000004</c:v>
                </c:pt>
                <c:pt idx="3586">
                  <c:v>4.6676599999999997</c:v>
                </c:pt>
                <c:pt idx="3587">
                  <c:v>4.6679700000000004</c:v>
                </c:pt>
                <c:pt idx="3588">
                  <c:v>4.6682699999999997</c:v>
                </c:pt>
                <c:pt idx="3589">
                  <c:v>4.6685800000000004</c:v>
                </c:pt>
                <c:pt idx="3590">
                  <c:v>4.6688799999999997</c:v>
                </c:pt>
                <c:pt idx="3591">
                  <c:v>4.6691900000000004</c:v>
                </c:pt>
                <c:pt idx="3592">
                  <c:v>4.6695000000000002</c:v>
                </c:pt>
                <c:pt idx="3593">
                  <c:v>4.6698000000000004</c:v>
                </c:pt>
                <c:pt idx="3594">
                  <c:v>4.6701100000000002</c:v>
                </c:pt>
                <c:pt idx="3595">
                  <c:v>4.6704100000000004</c:v>
                </c:pt>
                <c:pt idx="3596">
                  <c:v>4.6707200000000002</c:v>
                </c:pt>
                <c:pt idx="3597">
                  <c:v>4.6710200000000004</c:v>
                </c:pt>
                <c:pt idx="3598">
                  <c:v>4.6713300000000002</c:v>
                </c:pt>
                <c:pt idx="3599">
                  <c:v>4.6716300000000004</c:v>
                </c:pt>
                <c:pt idx="3600">
                  <c:v>4.6719400000000002</c:v>
                </c:pt>
                <c:pt idx="3601">
                  <c:v>4.6722400000000004</c:v>
                </c:pt>
                <c:pt idx="3602">
                  <c:v>4.6725500000000002</c:v>
                </c:pt>
                <c:pt idx="3603">
                  <c:v>4.6728500000000004</c:v>
                </c:pt>
                <c:pt idx="3604">
                  <c:v>4.6731600000000002</c:v>
                </c:pt>
                <c:pt idx="3605">
                  <c:v>4.67347</c:v>
                </c:pt>
                <c:pt idx="3606">
                  <c:v>4.6737700000000002</c:v>
                </c:pt>
                <c:pt idx="3607">
                  <c:v>4.67408</c:v>
                </c:pt>
                <c:pt idx="3608">
                  <c:v>4.6743800000000002</c:v>
                </c:pt>
                <c:pt idx="3609">
                  <c:v>4.67469</c:v>
                </c:pt>
                <c:pt idx="3610">
                  <c:v>4.6749900000000002</c:v>
                </c:pt>
                <c:pt idx="3611">
                  <c:v>4.6753</c:v>
                </c:pt>
                <c:pt idx="3612">
                  <c:v>4.6756000000000002</c:v>
                </c:pt>
                <c:pt idx="3613">
                  <c:v>4.67591</c:v>
                </c:pt>
                <c:pt idx="3614">
                  <c:v>4.6762100000000002</c:v>
                </c:pt>
                <c:pt idx="3615">
                  <c:v>4.67652</c:v>
                </c:pt>
                <c:pt idx="3616">
                  <c:v>4.6768200000000002</c:v>
                </c:pt>
                <c:pt idx="3617">
                  <c:v>4.67713</c:v>
                </c:pt>
                <c:pt idx="3618">
                  <c:v>4.6774399999999998</c:v>
                </c:pt>
                <c:pt idx="3619">
                  <c:v>4.67774</c:v>
                </c:pt>
                <c:pt idx="3620">
                  <c:v>4.6780499999999998</c:v>
                </c:pt>
                <c:pt idx="3621">
                  <c:v>4.67835</c:v>
                </c:pt>
                <c:pt idx="3622">
                  <c:v>4.6786599999999998</c:v>
                </c:pt>
                <c:pt idx="3623">
                  <c:v>4.67896</c:v>
                </c:pt>
                <c:pt idx="3624">
                  <c:v>4.6792699999999998</c:v>
                </c:pt>
                <c:pt idx="3625">
                  <c:v>4.67957</c:v>
                </c:pt>
                <c:pt idx="3626">
                  <c:v>4.6798799999999998</c:v>
                </c:pt>
                <c:pt idx="3627">
                  <c:v>4.68018</c:v>
                </c:pt>
                <c:pt idx="3628">
                  <c:v>4.6804899999999998</c:v>
                </c:pt>
                <c:pt idx="3629">
                  <c:v>4.68079</c:v>
                </c:pt>
                <c:pt idx="3630">
                  <c:v>4.6810999999999998</c:v>
                </c:pt>
                <c:pt idx="3631">
                  <c:v>4.6814099999999996</c:v>
                </c:pt>
                <c:pt idx="3632">
                  <c:v>4.6817099999999998</c:v>
                </c:pt>
                <c:pt idx="3633">
                  <c:v>4.6820199999999996</c:v>
                </c:pt>
                <c:pt idx="3634">
                  <c:v>4.6823199999999998</c:v>
                </c:pt>
                <c:pt idx="3635">
                  <c:v>4.6826299999999996</c:v>
                </c:pt>
                <c:pt idx="3636">
                  <c:v>4.6829299999999998</c:v>
                </c:pt>
                <c:pt idx="3637">
                  <c:v>4.6832399999999996</c:v>
                </c:pt>
                <c:pt idx="3638">
                  <c:v>4.6835399999999998</c:v>
                </c:pt>
                <c:pt idx="3639">
                  <c:v>4.6838499999999996</c:v>
                </c:pt>
                <c:pt idx="3640">
                  <c:v>4.6841499999999998</c:v>
                </c:pt>
                <c:pt idx="3641">
                  <c:v>4.6844599999999996</c:v>
                </c:pt>
                <c:pt idx="3642">
                  <c:v>4.6847599999999998</c:v>
                </c:pt>
                <c:pt idx="3643">
                  <c:v>4.6850699999999996</c:v>
                </c:pt>
                <c:pt idx="3644">
                  <c:v>4.6853800000000003</c:v>
                </c:pt>
                <c:pt idx="3645">
                  <c:v>4.6856799999999996</c:v>
                </c:pt>
                <c:pt idx="3646">
                  <c:v>4.6859900000000003</c:v>
                </c:pt>
                <c:pt idx="3647">
                  <c:v>4.6862899999999996</c:v>
                </c:pt>
                <c:pt idx="3648">
                  <c:v>4.6866000000000003</c:v>
                </c:pt>
                <c:pt idx="3649">
                  <c:v>4.6868999999999996</c:v>
                </c:pt>
                <c:pt idx="3650">
                  <c:v>4.6872100000000003</c:v>
                </c:pt>
                <c:pt idx="3651">
                  <c:v>4.6875099999999996</c:v>
                </c:pt>
                <c:pt idx="3652">
                  <c:v>4.6878200000000003</c:v>
                </c:pt>
                <c:pt idx="3653">
                  <c:v>4.6881199999999996</c:v>
                </c:pt>
                <c:pt idx="3654">
                  <c:v>4.6884300000000003</c:v>
                </c:pt>
                <c:pt idx="3655">
                  <c:v>4.6887400000000001</c:v>
                </c:pt>
                <c:pt idx="3656">
                  <c:v>4.6890400000000003</c:v>
                </c:pt>
                <c:pt idx="3657">
                  <c:v>4.6893500000000001</c:v>
                </c:pt>
                <c:pt idx="3658">
                  <c:v>4.6896500000000003</c:v>
                </c:pt>
                <c:pt idx="3659">
                  <c:v>4.6899600000000001</c:v>
                </c:pt>
                <c:pt idx="3660">
                  <c:v>4.6902600000000003</c:v>
                </c:pt>
                <c:pt idx="3661">
                  <c:v>4.6905700000000001</c:v>
                </c:pt>
                <c:pt idx="3662">
                  <c:v>4.6908700000000003</c:v>
                </c:pt>
                <c:pt idx="3663">
                  <c:v>4.6911800000000001</c:v>
                </c:pt>
                <c:pt idx="3664">
                  <c:v>4.6914800000000003</c:v>
                </c:pt>
                <c:pt idx="3665">
                  <c:v>4.6917900000000001</c:v>
                </c:pt>
                <c:pt idx="3666">
                  <c:v>4.6920900000000003</c:v>
                </c:pt>
                <c:pt idx="3667">
                  <c:v>4.6924000000000001</c:v>
                </c:pt>
                <c:pt idx="3668">
                  <c:v>4.6927099999999999</c:v>
                </c:pt>
                <c:pt idx="3669">
                  <c:v>4.6930100000000001</c:v>
                </c:pt>
                <c:pt idx="3670">
                  <c:v>4.6933199999999999</c:v>
                </c:pt>
                <c:pt idx="3671">
                  <c:v>4.6936200000000001</c:v>
                </c:pt>
                <c:pt idx="3672">
                  <c:v>4.6939299999999999</c:v>
                </c:pt>
                <c:pt idx="3673">
                  <c:v>4.6942300000000001</c:v>
                </c:pt>
                <c:pt idx="3674">
                  <c:v>4.6945399999999999</c:v>
                </c:pt>
                <c:pt idx="3675">
                  <c:v>4.6948400000000001</c:v>
                </c:pt>
                <c:pt idx="3676">
                  <c:v>4.6951499999999999</c:v>
                </c:pt>
                <c:pt idx="3677">
                  <c:v>4.6954500000000001</c:v>
                </c:pt>
                <c:pt idx="3678">
                  <c:v>4.6957599999999999</c:v>
                </c:pt>
                <c:pt idx="3679">
                  <c:v>4.6960600000000001</c:v>
                </c:pt>
                <c:pt idx="3680">
                  <c:v>4.6963699999999999</c:v>
                </c:pt>
                <c:pt idx="3681">
                  <c:v>4.6966799999999997</c:v>
                </c:pt>
                <c:pt idx="3682">
                  <c:v>4.6969799999999999</c:v>
                </c:pt>
                <c:pt idx="3683">
                  <c:v>4.6972899999999997</c:v>
                </c:pt>
                <c:pt idx="3684">
                  <c:v>4.6975899999999999</c:v>
                </c:pt>
                <c:pt idx="3685">
                  <c:v>4.6978999999999997</c:v>
                </c:pt>
                <c:pt idx="3686">
                  <c:v>4.6981999999999999</c:v>
                </c:pt>
                <c:pt idx="3687">
                  <c:v>4.6985099999999997</c:v>
                </c:pt>
                <c:pt idx="3688">
                  <c:v>4.6988099999999999</c:v>
                </c:pt>
                <c:pt idx="3689">
                  <c:v>4.6991199999999997</c:v>
                </c:pt>
                <c:pt idx="3690">
                  <c:v>4.6994199999999999</c:v>
                </c:pt>
                <c:pt idx="3691">
                  <c:v>4.6997299999999997</c:v>
                </c:pt>
                <c:pt idx="3692">
                  <c:v>4.7000299999999999</c:v>
                </c:pt>
                <c:pt idx="3693">
                  <c:v>4.7003399999999997</c:v>
                </c:pt>
                <c:pt idx="3694">
                  <c:v>4.7006500000000004</c:v>
                </c:pt>
                <c:pt idx="3695">
                  <c:v>4.7009499999999997</c:v>
                </c:pt>
                <c:pt idx="3696">
                  <c:v>4.7012600000000004</c:v>
                </c:pt>
                <c:pt idx="3697">
                  <c:v>4.7015599999999997</c:v>
                </c:pt>
                <c:pt idx="3698">
                  <c:v>4.7018700000000004</c:v>
                </c:pt>
                <c:pt idx="3699">
                  <c:v>4.7021699999999997</c:v>
                </c:pt>
                <c:pt idx="3700">
                  <c:v>4.7024800000000004</c:v>
                </c:pt>
                <c:pt idx="3701">
                  <c:v>4.7027799999999997</c:v>
                </c:pt>
                <c:pt idx="3702">
                  <c:v>4.7030900000000004</c:v>
                </c:pt>
                <c:pt idx="3703">
                  <c:v>4.7033899999999997</c:v>
                </c:pt>
                <c:pt idx="3704">
                  <c:v>4.7037000000000004</c:v>
                </c:pt>
                <c:pt idx="3705">
                  <c:v>4.7039999999999997</c:v>
                </c:pt>
                <c:pt idx="3706">
                  <c:v>4.7043100000000004</c:v>
                </c:pt>
                <c:pt idx="3707">
                  <c:v>4.7046200000000002</c:v>
                </c:pt>
                <c:pt idx="3708">
                  <c:v>4.7049200000000004</c:v>
                </c:pt>
                <c:pt idx="3709">
                  <c:v>4.7052300000000002</c:v>
                </c:pt>
                <c:pt idx="3710">
                  <c:v>4.7055300000000004</c:v>
                </c:pt>
                <c:pt idx="3711">
                  <c:v>4.7058400000000002</c:v>
                </c:pt>
                <c:pt idx="3712">
                  <c:v>4.7061400000000004</c:v>
                </c:pt>
                <c:pt idx="3713">
                  <c:v>4.7064500000000002</c:v>
                </c:pt>
                <c:pt idx="3714">
                  <c:v>4.7067500000000004</c:v>
                </c:pt>
                <c:pt idx="3715">
                  <c:v>4.7070600000000002</c:v>
                </c:pt>
                <c:pt idx="3716">
                  <c:v>4.7073600000000004</c:v>
                </c:pt>
                <c:pt idx="3717">
                  <c:v>4.7076700000000002</c:v>
                </c:pt>
                <c:pt idx="3718">
                  <c:v>4.7079800000000001</c:v>
                </c:pt>
                <c:pt idx="3719">
                  <c:v>4.7082800000000002</c:v>
                </c:pt>
                <c:pt idx="3720">
                  <c:v>4.7085900000000001</c:v>
                </c:pt>
                <c:pt idx="3721">
                  <c:v>4.7088900000000002</c:v>
                </c:pt>
                <c:pt idx="3722">
                  <c:v>4.7092000000000001</c:v>
                </c:pt>
                <c:pt idx="3723">
                  <c:v>4.7095000000000002</c:v>
                </c:pt>
                <c:pt idx="3724">
                  <c:v>4.7098100000000001</c:v>
                </c:pt>
                <c:pt idx="3725">
                  <c:v>4.7101100000000002</c:v>
                </c:pt>
                <c:pt idx="3726">
                  <c:v>4.7104200000000001</c:v>
                </c:pt>
                <c:pt idx="3727">
                  <c:v>4.7107200000000002</c:v>
                </c:pt>
                <c:pt idx="3728">
                  <c:v>4.7110300000000001</c:v>
                </c:pt>
                <c:pt idx="3729">
                  <c:v>4.7113300000000002</c:v>
                </c:pt>
                <c:pt idx="3730">
                  <c:v>4.7116400000000001</c:v>
                </c:pt>
                <c:pt idx="3731">
                  <c:v>4.7119499999999999</c:v>
                </c:pt>
                <c:pt idx="3732">
                  <c:v>4.71225</c:v>
                </c:pt>
                <c:pt idx="3733">
                  <c:v>4.7125599999999999</c:v>
                </c:pt>
                <c:pt idx="3734">
                  <c:v>4.71286</c:v>
                </c:pt>
                <c:pt idx="3735">
                  <c:v>4.7131699999999999</c:v>
                </c:pt>
                <c:pt idx="3736">
                  <c:v>4.71347</c:v>
                </c:pt>
                <c:pt idx="3737">
                  <c:v>4.7137799999999999</c:v>
                </c:pt>
                <c:pt idx="3738">
                  <c:v>4.71408</c:v>
                </c:pt>
                <c:pt idx="3739">
                  <c:v>4.7143899999999999</c:v>
                </c:pt>
                <c:pt idx="3740">
                  <c:v>4.71469</c:v>
                </c:pt>
                <c:pt idx="3741">
                  <c:v>4.7149999999999999</c:v>
                </c:pt>
                <c:pt idx="3742">
                  <c:v>4.7153</c:v>
                </c:pt>
                <c:pt idx="3743">
                  <c:v>4.7156099999999999</c:v>
                </c:pt>
                <c:pt idx="3744">
                  <c:v>4.7159199999999997</c:v>
                </c:pt>
                <c:pt idx="3745">
                  <c:v>4.7162199999999999</c:v>
                </c:pt>
                <c:pt idx="3746">
                  <c:v>4.7165299999999997</c:v>
                </c:pt>
                <c:pt idx="3747">
                  <c:v>4.7168299999999999</c:v>
                </c:pt>
                <c:pt idx="3748">
                  <c:v>4.7171399999999997</c:v>
                </c:pt>
                <c:pt idx="3749">
                  <c:v>4.7174399999999999</c:v>
                </c:pt>
                <c:pt idx="3750">
                  <c:v>4.7177499999999997</c:v>
                </c:pt>
                <c:pt idx="3751">
                  <c:v>4.7180499999999999</c:v>
                </c:pt>
                <c:pt idx="3752">
                  <c:v>4.7183599999999997</c:v>
                </c:pt>
                <c:pt idx="3753">
                  <c:v>4.7186599999999999</c:v>
                </c:pt>
                <c:pt idx="3754">
                  <c:v>4.7189699999999997</c:v>
                </c:pt>
                <c:pt idx="3755">
                  <c:v>4.7192699999999999</c:v>
                </c:pt>
                <c:pt idx="3756">
                  <c:v>4.7195799999999997</c:v>
                </c:pt>
                <c:pt idx="3757">
                  <c:v>4.7198900000000004</c:v>
                </c:pt>
                <c:pt idx="3758">
                  <c:v>4.7201899999999997</c:v>
                </c:pt>
                <c:pt idx="3759">
                  <c:v>4.7205000000000004</c:v>
                </c:pt>
                <c:pt idx="3760">
                  <c:v>4.7207999999999997</c:v>
                </c:pt>
                <c:pt idx="3761">
                  <c:v>4.7211100000000004</c:v>
                </c:pt>
                <c:pt idx="3762">
                  <c:v>4.7214099999999997</c:v>
                </c:pt>
                <c:pt idx="3763">
                  <c:v>4.7217200000000004</c:v>
                </c:pt>
                <c:pt idx="3764">
                  <c:v>4.7220199999999997</c:v>
                </c:pt>
                <c:pt idx="3765">
                  <c:v>4.7223300000000004</c:v>
                </c:pt>
                <c:pt idx="3766">
                  <c:v>4.7226299999999997</c:v>
                </c:pt>
                <c:pt idx="3767">
                  <c:v>4.7229400000000004</c:v>
                </c:pt>
                <c:pt idx="3768">
                  <c:v>4.7232500000000002</c:v>
                </c:pt>
                <c:pt idx="3769">
                  <c:v>4.7235500000000004</c:v>
                </c:pt>
                <c:pt idx="3770">
                  <c:v>4.7238600000000002</c:v>
                </c:pt>
                <c:pt idx="3771">
                  <c:v>4.7241600000000004</c:v>
                </c:pt>
                <c:pt idx="3772">
                  <c:v>4.7244700000000002</c:v>
                </c:pt>
                <c:pt idx="3773">
                  <c:v>4.7247700000000004</c:v>
                </c:pt>
                <c:pt idx="3774">
                  <c:v>4.7250800000000002</c:v>
                </c:pt>
                <c:pt idx="3775">
                  <c:v>4.7253800000000004</c:v>
                </c:pt>
                <c:pt idx="3776">
                  <c:v>4.7256900000000002</c:v>
                </c:pt>
                <c:pt idx="3777">
                  <c:v>4.7259900000000004</c:v>
                </c:pt>
                <c:pt idx="3778">
                  <c:v>4.7263000000000002</c:v>
                </c:pt>
                <c:pt idx="3779">
                  <c:v>4.7266000000000004</c:v>
                </c:pt>
                <c:pt idx="3780">
                  <c:v>4.7269100000000002</c:v>
                </c:pt>
                <c:pt idx="3781">
                  <c:v>4.72722</c:v>
                </c:pt>
                <c:pt idx="3782">
                  <c:v>4.7275200000000002</c:v>
                </c:pt>
                <c:pt idx="3783">
                  <c:v>4.72783</c:v>
                </c:pt>
                <c:pt idx="3784">
                  <c:v>4.7281300000000002</c:v>
                </c:pt>
                <c:pt idx="3785">
                  <c:v>4.72844</c:v>
                </c:pt>
                <c:pt idx="3786">
                  <c:v>4.7287400000000002</c:v>
                </c:pt>
                <c:pt idx="3787">
                  <c:v>4.72905</c:v>
                </c:pt>
                <c:pt idx="3788">
                  <c:v>4.7293500000000002</c:v>
                </c:pt>
                <c:pt idx="3789">
                  <c:v>4.72966</c:v>
                </c:pt>
                <c:pt idx="3790">
                  <c:v>4.7299600000000002</c:v>
                </c:pt>
                <c:pt idx="3791">
                  <c:v>4.73027</c:v>
                </c:pt>
                <c:pt idx="3792">
                  <c:v>4.7305700000000002</c:v>
                </c:pt>
                <c:pt idx="3793">
                  <c:v>4.73088</c:v>
                </c:pt>
                <c:pt idx="3794">
                  <c:v>4.7311899999999998</c:v>
                </c:pt>
                <c:pt idx="3795">
                  <c:v>4.73149</c:v>
                </c:pt>
                <c:pt idx="3796">
                  <c:v>4.7317999999999998</c:v>
                </c:pt>
                <c:pt idx="3797">
                  <c:v>4.7321</c:v>
                </c:pt>
                <c:pt idx="3798">
                  <c:v>4.7324099999999998</c:v>
                </c:pt>
                <c:pt idx="3799">
                  <c:v>4.73271</c:v>
                </c:pt>
                <c:pt idx="3800">
                  <c:v>4.7330199999999998</c:v>
                </c:pt>
                <c:pt idx="3801">
                  <c:v>4.73332</c:v>
                </c:pt>
                <c:pt idx="3802">
                  <c:v>4.7336299999999998</c:v>
                </c:pt>
                <c:pt idx="3803">
                  <c:v>4.73393</c:v>
                </c:pt>
                <c:pt idx="3804">
                  <c:v>4.7342399999999998</c:v>
                </c:pt>
                <c:pt idx="3805">
                  <c:v>4.73454</c:v>
                </c:pt>
                <c:pt idx="3806">
                  <c:v>4.7348499999999998</c:v>
                </c:pt>
                <c:pt idx="3807">
                  <c:v>4.7351599999999996</c:v>
                </c:pt>
                <c:pt idx="3808">
                  <c:v>4.7354599999999998</c:v>
                </c:pt>
                <c:pt idx="3809">
                  <c:v>4.7357699999999996</c:v>
                </c:pt>
                <c:pt idx="3810">
                  <c:v>4.7360699999999998</c:v>
                </c:pt>
                <c:pt idx="3811">
                  <c:v>4.7363799999999996</c:v>
                </c:pt>
                <c:pt idx="3812">
                  <c:v>4.7366799999999998</c:v>
                </c:pt>
                <c:pt idx="3813">
                  <c:v>4.7369899999999996</c:v>
                </c:pt>
                <c:pt idx="3814">
                  <c:v>4.7372899999999998</c:v>
                </c:pt>
                <c:pt idx="3815">
                  <c:v>4.7375999999999996</c:v>
                </c:pt>
                <c:pt idx="3816">
                  <c:v>4.7378999999999998</c:v>
                </c:pt>
                <c:pt idx="3817">
                  <c:v>4.7382099999999996</c:v>
                </c:pt>
                <c:pt idx="3818">
                  <c:v>4.7385099999999998</c:v>
                </c:pt>
                <c:pt idx="3819">
                  <c:v>4.7388199999999996</c:v>
                </c:pt>
                <c:pt idx="3820">
                  <c:v>4.7391300000000003</c:v>
                </c:pt>
                <c:pt idx="3821">
                  <c:v>4.7394299999999996</c:v>
                </c:pt>
                <c:pt idx="3822">
                  <c:v>4.7397400000000003</c:v>
                </c:pt>
                <c:pt idx="3823">
                  <c:v>4.7400399999999996</c:v>
                </c:pt>
                <c:pt idx="3824">
                  <c:v>4.7403500000000003</c:v>
                </c:pt>
                <c:pt idx="3825">
                  <c:v>4.7406499999999996</c:v>
                </c:pt>
                <c:pt idx="3826">
                  <c:v>4.7409600000000003</c:v>
                </c:pt>
                <c:pt idx="3827">
                  <c:v>4.7412599999999996</c:v>
                </c:pt>
                <c:pt idx="3828">
                  <c:v>4.7415700000000003</c:v>
                </c:pt>
                <c:pt idx="3829">
                  <c:v>4.7418699999999996</c:v>
                </c:pt>
                <c:pt idx="3830">
                  <c:v>4.7421800000000003</c:v>
                </c:pt>
                <c:pt idx="3831">
                  <c:v>4.7424900000000001</c:v>
                </c:pt>
                <c:pt idx="3832">
                  <c:v>4.7427900000000003</c:v>
                </c:pt>
                <c:pt idx="3833">
                  <c:v>4.7431000000000001</c:v>
                </c:pt>
                <c:pt idx="3834">
                  <c:v>4.7434000000000003</c:v>
                </c:pt>
                <c:pt idx="3835">
                  <c:v>4.7437100000000001</c:v>
                </c:pt>
                <c:pt idx="3836">
                  <c:v>4.7440100000000003</c:v>
                </c:pt>
                <c:pt idx="3837">
                  <c:v>4.7443200000000001</c:v>
                </c:pt>
                <c:pt idx="3838">
                  <c:v>4.7446200000000003</c:v>
                </c:pt>
                <c:pt idx="3839">
                  <c:v>4.7449300000000001</c:v>
                </c:pt>
                <c:pt idx="3840">
                  <c:v>4.7452300000000003</c:v>
                </c:pt>
                <c:pt idx="3841">
                  <c:v>4.7455400000000001</c:v>
                </c:pt>
                <c:pt idx="3842">
                  <c:v>4.7458400000000003</c:v>
                </c:pt>
                <c:pt idx="3843">
                  <c:v>4.7461500000000001</c:v>
                </c:pt>
                <c:pt idx="3844">
                  <c:v>4.7464599999999999</c:v>
                </c:pt>
                <c:pt idx="3845">
                  <c:v>4.7467600000000001</c:v>
                </c:pt>
                <c:pt idx="3846">
                  <c:v>4.7470699999999999</c:v>
                </c:pt>
                <c:pt idx="3847">
                  <c:v>4.7473700000000001</c:v>
                </c:pt>
                <c:pt idx="3848">
                  <c:v>4.7476799999999999</c:v>
                </c:pt>
                <c:pt idx="3849">
                  <c:v>4.7479800000000001</c:v>
                </c:pt>
                <c:pt idx="3850">
                  <c:v>4.7482899999999999</c:v>
                </c:pt>
                <c:pt idx="3851">
                  <c:v>4.7485900000000001</c:v>
                </c:pt>
                <c:pt idx="3852">
                  <c:v>4.7488999999999999</c:v>
                </c:pt>
                <c:pt idx="3853">
                  <c:v>4.7492000000000001</c:v>
                </c:pt>
                <c:pt idx="3854">
                  <c:v>4.7495099999999999</c:v>
                </c:pt>
                <c:pt idx="3855">
                  <c:v>4.7498100000000001</c:v>
                </c:pt>
                <c:pt idx="3856">
                  <c:v>4.7501199999999999</c:v>
                </c:pt>
                <c:pt idx="3857">
                  <c:v>4.7504299999999997</c:v>
                </c:pt>
                <c:pt idx="3858">
                  <c:v>4.7507299999999999</c:v>
                </c:pt>
                <c:pt idx="3859">
                  <c:v>4.7510399999999997</c:v>
                </c:pt>
                <c:pt idx="3860">
                  <c:v>4.7513399999999999</c:v>
                </c:pt>
                <c:pt idx="3861">
                  <c:v>4.7516499999999997</c:v>
                </c:pt>
                <c:pt idx="3862">
                  <c:v>4.7519499999999999</c:v>
                </c:pt>
                <c:pt idx="3863">
                  <c:v>4.7522599999999997</c:v>
                </c:pt>
                <c:pt idx="3864">
                  <c:v>4.7525599999999999</c:v>
                </c:pt>
                <c:pt idx="3865">
                  <c:v>4.7528699999999997</c:v>
                </c:pt>
                <c:pt idx="3866">
                  <c:v>4.7531699999999999</c:v>
                </c:pt>
                <c:pt idx="3867">
                  <c:v>4.7534799999999997</c:v>
                </c:pt>
                <c:pt idx="3868">
                  <c:v>4.7537799999999999</c:v>
                </c:pt>
                <c:pt idx="3869">
                  <c:v>4.7540899999999997</c:v>
                </c:pt>
                <c:pt idx="3870">
                  <c:v>4.7544000000000004</c:v>
                </c:pt>
                <c:pt idx="3871">
                  <c:v>4.7546999999999997</c:v>
                </c:pt>
                <c:pt idx="3872">
                  <c:v>4.7550100000000004</c:v>
                </c:pt>
                <c:pt idx="3873">
                  <c:v>4.7553099999999997</c:v>
                </c:pt>
                <c:pt idx="3874">
                  <c:v>4.7556200000000004</c:v>
                </c:pt>
                <c:pt idx="3875">
                  <c:v>4.7559199999999997</c:v>
                </c:pt>
                <c:pt idx="3876">
                  <c:v>4.7562300000000004</c:v>
                </c:pt>
                <c:pt idx="3877">
                  <c:v>4.7565299999999997</c:v>
                </c:pt>
                <c:pt idx="3878">
                  <c:v>4.7568400000000004</c:v>
                </c:pt>
                <c:pt idx="3879">
                  <c:v>4.7571399999999997</c:v>
                </c:pt>
                <c:pt idx="3880">
                  <c:v>4.7574500000000004</c:v>
                </c:pt>
                <c:pt idx="3881">
                  <c:v>4.7577499999999997</c:v>
                </c:pt>
                <c:pt idx="3882">
                  <c:v>4.7580600000000004</c:v>
                </c:pt>
                <c:pt idx="3883">
                  <c:v>4.7583700000000002</c:v>
                </c:pt>
                <c:pt idx="3884">
                  <c:v>4.7586700000000004</c:v>
                </c:pt>
                <c:pt idx="3885">
                  <c:v>4.7589800000000002</c:v>
                </c:pt>
                <c:pt idx="3886">
                  <c:v>4.7592800000000004</c:v>
                </c:pt>
                <c:pt idx="3887">
                  <c:v>4.7595900000000002</c:v>
                </c:pt>
                <c:pt idx="3888">
                  <c:v>4.7598900000000004</c:v>
                </c:pt>
                <c:pt idx="3889">
                  <c:v>4.7602000000000002</c:v>
                </c:pt>
                <c:pt idx="3890">
                  <c:v>4.7605000000000004</c:v>
                </c:pt>
                <c:pt idx="3891">
                  <c:v>4.7608100000000002</c:v>
                </c:pt>
                <c:pt idx="3892">
                  <c:v>4.7611100000000004</c:v>
                </c:pt>
                <c:pt idx="3893">
                  <c:v>4.7614200000000002</c:v>
                </c:pt>
                <c:pt idx="3894">
                  <c:v>4.76173</c:v>
                </c:pt>
                <c:pt idx="3895">
                  <c:v>4.7620300000000002</c:v>
                </c:pt>
                <c:pt idx="3896">
                  <c:v>4.76234</c:v>
                </c:pt>
                <c:pt idx="3897">
                  <c:v>4.7626400000000002</c:v>
                </c:pt>
                <c:pt idx="3898">
                  <c:v>4.76295</c:v>
                </c:pt>
                <c:pt idx="3899">
                  <c:v>4.7632500000000002</c:v>
                </c:pt>
                <c:pt idx="3900">
                  <c:v>4.76356</c:v>
                </c:pt>
                <c:pt idx="3901">
                  <c:v>4.7638600000000002</c:v>
                </c:pt>
                <c:pt idx="3902">
                  <c:v>4.76417</c:v>
                </c:pt>
                <c:pt idx="3903">
                  <c:v>4.7644700000000002</c:v>
                </c:pt>
                <c:pt idx="3904">
                  <c:v>4.76478</c:v>
                </c:pt>
                <c:pt idx="3905">
                  <c:v>4.7650800000000002</c:v>
                </c:pt>
                <c:pt idx="3906">
                  <c:v>4.76539</c:v>
                </c:pt>
                <c:pt idx="3907">
                  <c:v>4.7656999999999998</c:v>
                </c:pt>
                <c:pt idx="3908">
                  <c:v>4.766</c:v>
                </c:pt>
                <c:pt idx="3909">
                  <c:v>4.7663099999999998</c:v>
                </c:pt>
                <c:pt idx="3910">
                  <c:v>4.76661</c:v>
                </c:pt>
                <c:pt idx="3911">
                  <c:v>4.7669199999999998</c:v>
                </c:pt>
                <c:pt idx="3912">
                  <c:v>4.76722</c:v>
                </c:pt>
                <c:pt idx="3913">
                  <c:v>4.7675299999999998</c:v>
                </c:pt>
                <c:pt idx="3914">
                  <c:v>4.76783</c:v>
                </c:pt>
                <c:pt idx="3915">
                  <c:v>4.7681399999999998</c:v>
                </c:pt>
                <c:pt idx="3916">
                  <c:v>4.76844</c:v>
                </c:pt>
                <c:pt idx="3917">
                  <c:v>4.7687499999999998</c:v>
                </c:pt>
                <c:pt idx="3918">
                  <c:v>4.76905</c:v>
                </c:pt>
                <c:pt idx="3919">
                  <c:v>4.7693599999999998</c:v>
                </c:pt>
                <c:pt idx="3920">
                  <c:v>4.7696699999999996</c:v>
                </c:pt>
                <c:pt idx="3921">
                  <c:v>4.7699699999999998</c:v>
                </c:pt>
                <c:pt idx="3922">
                  <c:v>4.7702799999999996</c:v>
                </c:pt>
                <c:pt idx="3923">
                  <c:v>4.7705799999999998</c:v>
                </c:pt>
                <c:pt idx="3924">
                  <c:v>4.7708899999999996</c:v>
                </c:pt>
                <c:pt idx="3925">
                  <c:v>4.7711899999999998</c:v>
                </c:pt>
                <c:pt idx="3926">
                  <c:v>4.7714999999999996</c:v>
                </c:pt>
                <c:pt idx="3927">
                  <c:v>4.7717999999999998</c:v>
                </c:pt>
                <c:pt idx="3928">
                  <c:v>4.7721099999999996</c:v>
                </c:pt>
                <c:pt idx="3929">
                  <c:v>4.7724099999999998</c:v>
                </c:pt>
                <c:pt idx="3930">
                  <c:v>4.7727199999999996</c:v>
                </c:pt>
                <c:pt idx="3931">
                  <c:v>4.7730199999999998</c:v>
                </c:pt>
                <c:pt idx="3932">
                  <c:v>4.7733299999999996</c:v>
                </c:pt>
                <c:pt idx="3933">
                  <c:v>4.7736400000000003</c:v>
                </c:pt>
                <c:pt idx="3934">
                  <c:v>4.7739399999999996</c:v>
                </c:pt>
                <c:pt idx="3935">
                  <c:v>4.7742500000000003</c:v>
                </c:pt>
                <c:pt idx="3936">
                  <c:v>4.7745499999999996</c:v>
                </c:pt>
                <c:pt idx="3937">
                  <c:v>4.7748600000000003</c:v>
                </c:pt>
                <c:pt idx="3938">
                  <c:v>4.7751599999999996</c:v>
                </c:pt>
                <c:pt idx="3939">
                  <c:v>4.7754700000000003</c:v>
                </c:pt>
                <c:pt idx="3940">
                  <c:v>4.7757699999999996</c:v>
                </c:pt>
                <c:pt idx="3941">
                  <c:v>4.7760800000000003</c:v>
                </c:pt>
                <c:pt idx="3942">
                  <c:v>4.7763799999999996</c:v>
                </c:pt>
                <c:pt idx="3943">
                  <c:v>4.7766900000000003</c:v>
                </c:pt>
                <c:pt idx="3944">
                  <c:v>4.7770000000000001</c:v>
                </c:pt>
                <c:pt idx="3945">
                  <c:v>4.7773000000000003</c:v>
                </c:pt>
                <c:pt idx="3946">
                  <c:v>4.7776100000000001</c:v>
                </c:pt>
                <c:pt idx="3947">
                  <c:v>4.7779100000000003</c:v>
                </c:pt>
                <c:pt idx="3948">
                  <c:v>4.7782200000000001</c:v>
                </c:pt>
                <c:pt idx="3949">
                  <c:v>4.7785200000000003</c:v>
                </c:pt>
                <c:pt idx="3950">
                  <c:v>4.7788300000000001</c:v>
                </c:pt>
                <c:pt idx="3951">
                  <c:v>4.7791300000000003</c:v>
                </c:pt>
                <c:pt idx="3952">
                  <c:v>4.7794400000000001</c:v>
                </c:pt>
                <c:pt idx="3953">
                  <c:v>4.7797400000000003</c:v>
                </c:pt>
                <c:pt idx="3954">
                  <c:v>4.7800500000000001</c:v>
                </c:pt>
                <c:pt idx="3955">
                  <c:v>4.7803500000000003</c:v>
                </c:pt>
                <c:pt idx="3956">
                  <c:v>4.7806600000000001</c:v>
                </c:pt>
                <c:pt idx="3957">
                  <c:v>4.7809699999999999</c:v>
                </c:pt>
                <c:pt idx="3958">
                  <c:v>4.7812700000000001</c:v>
                </c:pt>
                <c:pt idx="3959">
                  <c:v>4.7815799999999999</c:v>
                </c:pt>
                <c:pt idx="3960">
                  <c:v>4.7818800000000001</c:v>
                </c:pt>
                <c:pt idx="3961">
                  <c:v>4.7821899999999999</c:v>
                </c:pt>
                <c:pt idx="3962">
                  <c:v>4.7824900000000001</c:v>
                </c:pt>
                <c:pt idx="3963">
                  <c:v>4.7827999999999999</c:v>
                </c:pt>
                <c:pt idx="3964">
                  <c:v>4.7831000000000001</c:v>
                </c:pt>
                <c:pt idx="3965">
                  <c:v>4.7834099999999999</c:v>
                </c:pt>
                <c:pt idx="3966">
                  <c:v>4.7837100000000001</c:v>
                </c:pt>
                <c:pt idx="3967">
                  <c:v>4.7840199999999999</c:v>
                </c:pt>
                <c:pt idx="3968">
                  <c:v>4.7843200000000001</c:v>
                </c:pt>
                <c:pt idx="3969">
                  <c:v>4.7846299999999999</c:v>
                </c:pt>
                <c:pt idx="3970">
                  <c:v>4.7849399999999997</c:v>
                </c:pt>
                <c:pt idx="3971">
                  <c:v>4.7852399999999999</c:v>
                </c:pt>
                <c:pt idx="3972">
                  <c:v>4.7855499999999997</c:v>
                </c:pt>
                <c:pt idx="3973">
                  <c:v>4.7858499999999999</c:v>
                </c:pt>
                <c:pt idx="3974">
                  <c:v>4.7861599999999997</c:v>
                </c:pt>
                <c:pt idx="3975">
                  <c:v>4.7864599999999999</c:v>
                </c:pt>
                <c:pt idx="3976">
                  <c:v>4.7867699999999997</c:v>
                </c:pt>
                <c:pt idx="3977">
                  <c:v>4.7870699999999999</c:v>
                </c:pt>
                <c:pt idx="3978">
                  <c:v>4.7873799999999997</c:v>
                </c:pt>
                <c:pt idx="3979">
                  <c:v>4.7876799999999999</c:v>
                </c:pt>
                <c:pt idx="3980">
                  <c:v>4.7879899999999997</c:v>
                </c:pt>
                <c:pt idx="3981">
                  <c:v>4.7882899999999999</c:v>
                </c:pt>
                <c:pt idx="3982">
                  <c:v>4.7885999999999997</c:v>
                </c:pt>
                <c:pt idx="3983">
                  <c:v>4.7889099999999996</c:v>
                </c:pt>
                <c:pt idx="3984">
                  <c:v>4.7892099999999997</c:v>
                </c:pt>
                <c:pt idx="3985">
                  <c:v>4.7895200000000004</c:v>
                </c:pt>
                <c:pt idx="3986">
                  <c:v>4.7898199999999997</c:v>
                </c:pt>
                <c:pt idx="3987">
                  <c:v>4.7901300000000004</c:v>
                </c:pt>
                <c:pt idx="3988">
                  <c:v>4.7904299999999997</c:v>
                </c:pt>
                <c:pt idx="3989">
                  <c:v>4.7907400000000004</c:v>
                </c:pt>
                <c:pt idx="3990">
                  <c:v>4.7910399999999997</c:v>
                </c:pt>
                <c:pt idx="3991">
                  <c:v>4.7913500000000004</c:v>
                </c:pt>
                <c:pt idx="3992">
                  <c:v>4.7916499999999997</c:v>
                </c:pt>
                <c:pt idx="3993">
                  <c:v>4.7919600000000004</c:v>
                </c:pt>
                <c:pt idx="3994">
                  <c:v>4.7922599999999997</c:v>
                </c:pt>
                <c:pt idx="3995">
                  <c:v>4.7925700000000004</c:v>
                </c:pt>
                <c:pt idx="3996">
                  <c:v>4.7928800000000003</c:v>
                </c:pt>
                <c:pt idx="3997">
                  <c:v>4.7931800000000004</c:v>
                </c:pt>
                <c:pt idx="3998">
                  <c:v>4.7934900000000003</c:v>
                </c:pt>
                <c:pt idx="3999">
                  <c:v>4.7937900000000004</c:v>
                </c:pt>
                <c:pt idx="4000">
                  <c:v>4.7941000000000003</c:v>
                </c:pt>
                <c:pt idx="4001">
                  <c:v>4.7944000000000004</c:v>
                </c:pt>
                <c:pt idx="4002">
                  <c:v>4.7947100000000002</c:v>
                </c:pt>
                <c:pt idx="4003">
                  <c:v>4.7950100000000004</c:v>
                </c:pt>
                <c:pt idx="4004">
                  <c:v>4.7953200000000002</c:v>
                </c:pt>
                <c:pt idx="4005">
                  <c:v>4.7956200000000004</c:v>
                </c:pt>
                <c:pt idx="4006">
                  <c:v>4.7959300000000002</c:v>
                </c:pt>
                <c:pt idx="4007">
                  <c:v>4.7962400000000001</c:v>
                </c:pt>
                <c:pt idx="4008">
                  <c:v>4.7965400000000002</c:v>
                </c:pt>
                <c:pt idx="4009">
                  <c:v>4.7968500000000001</c:v>
                </c:pt>
                <c:pt idx="4010">
                  <c:v>4.7971500000000002</c:v>
                </c:pt>
                <c:pt idx="4011">
                  <c:v>4.7974600000000001</c:v>
                </c:pt>
                <c:pt idx="4012">
                  <c:v>4.7977600000000002</c:v>
                </c:pt>
                <c:pt idx="4013">
                  <c:v>4.7980700000000001</c:v>
                </c:pt>
                <c:pt idx="4014">
                  <c:v>4.7983700000000002</c:v>
                </c:pt>
                <c:pt idx="4015">
                  <c:v>4.7986800000000001</c:v>
                </c:pt>
                <c:pt idx="4016">
                  <c:v>4.7989800000000002</c:v>
                </c:pt>
                <c:pt idx="4017">
                  <c:v>4.7992900000000001</c:v>
                </c:pt>
                <c:pt idx="4018">
                  <c:v>4.7995900000000002</c:v>
                </c:pt>
                <c:pt idx="4019">
                  <c:v>4.7999000000000001</c:v>
                </c:pt>
                <c:pt idx="4020">
                  <c:v>4.8002099999999999</c:v>
                </c:pt>
                <c:pt idx="4021">
                  <c:v>4.8005100000000001</c:v>
                </c:pt>
                <c:pt idx="4022">
                  <c:v>4.8008199999999999</c:v>
                </c:pt>
                <c:pt idx="4023">
                  <c:v>4.8011200000000001</c:v>
                </c:pt>
                <c:pt idx="4024">
                  <c:v>4.8014299999999999</c:v>
                </c:pt>
                <c:pt idx="4025">
                  <c:v>4.8017300000000001</c:v>
                </c:pt>
                <c:pt idx="4026">
                  <c:v>4.8020399999999999</c:v>
                </c:pt>
                <c:pt idx="4027">
                  <c:v>4.8023400000000001</c:v>
                </c:pt>
                <c:pt idx="4028">
                  <c:v>4.8026499999999999</c:v>
                </c:pt>
                <c:pt idx="4029">
                  <c:v>4.8029500000000001</c:v>
                </c:pt>
                <c:pt idx="4030">
                  <c:v>4.8032599999999999</c:v>
                </c:pt>
                <c:pt idx="4031">
                  <c:v>4.8035600000000001</c:v>
                </c:pt>
                <c:pt idx="4032">
                  <c:v>4.8038699999999999</c:v>
                </c:pt>
                <c:pt idx="4033">
                  <c:v>4.8041799999999997</c:v>
                </c:pt>
                <c:pt idx="4034">
                  <c:v>4.8044799999999999</c:v>
                </c:pt>
                <c:pt idx="4035">
                  <c:v>4.8047899999999997</c:v>
                </c:pt>
                <c:pt idx="4036">
                  <c:v>4.8050899999999999</c:v>
                </c:pt>
                <c:pt idx="4037">
                  <c:v>4.8053999999999997</c:v>
                </c:pt>
                <c:pt idx="4038">
                  <c:v>4.8056999999999999</c:v>
                </c:pt>
                <c:pt idx="4039">
                  <c:v>4.8060099999999997</c:v>
                </c:pt>
                <c:pt idx="4040">
                  <c:v>4.8063099999999999</c:v>
                </c:pt>
                <c:pt idx="4041">
                  <c:v>4.8066199999999997</c:v>
                </c:pt>
                <c:pt idx="4042">
                  <c:v>4.8069199999999999</c:v>
                </c:pt>
                <c:pt idx="4043">
                  <c:v>4.8072299999999997</c:v>
                </c:pt>
                <c:pt idx="4044">
                  <c:v>4.8075299999999999</c:v>
                </c:pt>
                <c:pt idx="4045">
                  <c:v>4.8078399999999997</c:v>
                </c:pt>
                <c:pt idx="4046">
                  <c:v>4.8081500000000004</c:v>
                </c:pt>
                <c:pt idx="4047">
                  <c:v>4.8084499999999997</c:v>
                </c:pt>
                <c:pt idx="4048">
                  <c:v>4.8087600000000004</c:v>
                </c:pt>
                <c:pt idx="4049">
                  <c:v>4.8090599999999997</c:v>
                </c:pt>
                <c:pt idx="4050">
                  <c:v>4.8093700000000004</c:v>
                </c:pt>
                <c:pt idx="4051">
                  <c:v>4.8096699999999997</c:v>
                </c:pt>
                <c:pt idx="4052">
                  <c:v>4.8099800000000004</c:v>
                </c:pt>
                <c:pt idx="4053">
                  <c:v>4.8102799999999997</c:v>
                </c:pt>
                <c:pt idx="4054">
                  <c:v>4.8105900000000004</c:v>
                </c:pt>
                <c:pt idx="4055">
                  <c:v>4.8108899999999997</c:v>
                </c:pt>
                <c:pt idx="4056">
                  <c:v>4.8112000000000004</c:v>
                </c:pt>
                <c:pt idx="4057">
                  <c:v>4.8114999999999997</c:v>
                </c:pt>
                <c:pt idx="4058">
                  <c:v>4.8118100000000004</c:v>
                </c:pt>
                <c:pt idx="4059">
                  <c:v>4.8121200000000002</c:v>
                </c:pt>
                <c:pt idx="4060">
                  <c:v>4.8124200000000004</c:v>
                </c:pt>
                <c:pt idx="4061">
                  <c:v>4.8127300000000002</c:v>
                </c:pt>
                <c:pt idx="4062">
                  <c:v>4.8130300000000004</c:v>
                </c:pt>
                <c:pt idx="4063">
                  <c:v>4.8133400000000002</c:v>
                </c:pt>
                <c:pt idx="4064">
                  <c:v>4.8136400000000004</c:v>
                </c:pt>
                <c:pt idx="4065">
                  <c:v>4.8139500000000002</c:v>
                </c:pt>
                <c:pt idx="4066">
                  <c:v>4.8142500000000004</c:v>
                </c:pt>
                <c:pt idx="4067">
                  <c:v>4.8145600000000002</c:v>
                </c:pt>
                <c:pt idx="4068">
                  <c:v>4.8148600000000004</c:v>
                </c:pt>
                <c:pt idx="4069">
                  <c:v>4.8151700000000002</c:v>
                </c:pt>
                <c:pt idx="4070">
                  <c:v>4.81548</c:v>
                </c:pt>
                <c:pt idx="4071">
                  <c:v>4.8157800000000002</c:v>
                </c:pt>
                <c:pt idx="4072">
                  <c:v>4.81609</c:v>
                </c:pt>
                <c:pt idx="4073">
                  <c:v>4.8163900000000002</c:v>
                </c:pt>
                <c:pt idx="4074">
                  <c:v>4.8167</c:v>
                </c:pt>
                <c:pt idx="4075">
                  <c:v>4.8170000000000002</c:v>
                </c:pt>
                <c:pt idx="4076">
                  <c:v>4.81731</c:v>
                </c:pt>
                <c:pt idx="4077">
                  <c:v>4.8176100000000002</c:v>
                </c:pt>
                <c:pt idx="4078">
                  <c:v>4.81792</c:v>
                </c:pt>
                <c:pt idx="4079">
                  <c:v>4.8182200000000002</c:v>
                </c:pt>
                <c:pt idx="4080">
                  <c:v>4.81853</c:v>
                </c:pt>
                <c:pt idx="4081">
                  <c:v>4.8188300000000002</c:v>
                </c:pt>
                <c:pt idx="4082">
                  <c:v>4.81914</c:v>
                </c:pt>
                <c:pt idx="4083">
                  <c:v>4.8194499999999998</c:v>
                </c:pt>
                <c:pt idx="4084">
                  <c:v>4.81975</c:v>
                </c:pt>
                <c:pt idx="4085">
                  <c:v>4.8200599999999998</c:v>
                </c:pt>
                <c:pt idx="4086">
                  <c:v>4.82036</c:v>
                </c:pt>
                <c:pt idx="4087">
                  <c:v>4.8206699999999998</c:v>
                </c:pt>
                <c:pt idx="4088">
                  <c:v>4.82097</c:v>
                </c:pt>
                <c:pt idx="4089">
                  <c:v>4.8212799999999998</c:v>
                </c:pt>
                <c:pt idx="4090">
                  <c:v>4.82158</c:v>
                </c:pt>
                <c:pt idx="4091">
                  <c:v>4.8218899999999998</c:v>
                </c:pt>
                <c:pt idx="4092">
                  <c:v>4.82219</c:v>
                </c:pt>
                <c:pt idx="4093">
                  <c:v>4.8224999999999998</c:v>
                </c:pt>
                <c:pt idx="4094">
                  <c:v>4.8228</c:v>
                </c:pt>
                <c:pt idx="4095">
                  <c:v>4.8231099999999998</c:v>
                </c:pt>
                <c:pt idx="4096">
                  <c:v>4.8234199999999996</c:v>
                </c:pt>
                <c:pt idx="4097">
                  <c:v>4.8237199999999998</c:v>
                </c:pt>
                <c:pt idx="4098">
                  <c:v>4.8240299999999996</c:v>
                </c:pt>
                <c:pt idx="4099">
                  <c:v>4.8243299999999998</c:v>
                </c:pt>
                <c:pt idx="4100">
                  <c:v>4.8246399999999996</c:v>
                </c:pt>
                <c:pt idx="4101">
                  <c:v>4.8249399999999998</c:v>
                </c:pt>
                <c:pt idx="4102">
                  <c:v>4.8252499999999996</c:v>
                </c:pt>
                <c:pt idx="4103">
                  <c:v>4.8255499999999998</c:v>
                </c:pt>
                <c:pt idx="4104">
                  <c:v>4.8258599999999996</c:v>
                </c:pt>
                <c:pt idx="4105">
                  <c:v>4.8261599999999998</c:v>
                </c:pt>
                <c:pt idx="4106">
                  <c:v>4.8264699999999996</c:v>
                </c:pt>
                <c:pt idx="4107">
                  <c:v>4.8267699999999998</c:v>
                </c:pt>
                <c:pt idx="4108">
                  <c:v>4.8270799999999996</c:v>
                </c:pt>
                <c:pt idx="4109">
                  <c:v>4.8273900000000003</c:v>
                </c:pt>
                <c:pt idx="4110">
                  <c:v>4.8276899999999996</c:v>
                </c:pt>
                <c:pt idx="4111">
                  <c:v>4.8280000000000003</c:v>
                </c:pt>
                <c:pt idx="4112">
                  <c:v>4.8282999999999996</c:v>
                </c:pt>
                <c:pt idx="4113">
                  <c:v>4.8286100000000003</c:v>
                </c:pt>
                <c:pt idx="4114">
                  <c:v>4.8289099999999996</c:v>
                </c:pt>
                <c:pt idx="4115">
                  <c:v>4.8292200000000003</c:v>
                </c:pt>
                <c:pt idx="4116">
                  <c:v>4.8295199999999996</c:v>
                </c:pt>
                <c:pt idx="4117">
                  <c:v>4.8298300000000003</c:v>
                </c:pt>
                <c:pt idx="4118">
                  <c:v>4.8301299999999996</c:v>
                </c:pt>
                <c:pt idx="4119">
                  <c:v>4.8304400000000003</c:v>
                </c:pt>
                <c:pt idx="4120">
                  <c:v>4.8307399999999996</c:v>
                </c:pt>
                <c:pt idx="4121">
                  <c:v>4.8310500000000003</c:v>
                </c:pt>
                <c:pt idx="4122">
                  <c:v>4.8313600000000001</c:v>
                </c:pt>
                <c:pt idx="4123">
                  <c:v>4.8316600000000003</c:v>
                </c:pt>
                <c:pt idx="4124">
                  <c:v>4.8319700000000001</c:v>
                </c:pt>
                <c:pt idx="4125">
                  <c:v>4.8322700000000003</c:v>
                </c:pt>
                <c:pt idx="4126">
                  <c:v>4.8325800000000001</c:v>
                </c:pt>
                <c:pt idx="4127">
                  <c:v>4.8328800000000003</c:v>
                </c:pt>
                <c:pt idx="4128">
                  <c:v>4.8331900000000001</c:v>
                </c:pt>
                <c:pt idx="4129">
                  <c:v>4.8334900000000003</c:v>
                </c:pt>
                <c:pt idx="4130">
                  <c:v>4.8338000000000001</c:v>
                </c:pt>
                <c:pt idx="4131">
                  <c:v>4.8341000000000003</c:v>
                </c:pt>
                <c:pt idx="4132">
                  <c:v>4.8344100000000001</c:v>
                </c:pt>
                <c:pt idx="4133">
                  <c:v>4.8347199999999999</c:v>
                </c:pt>
                <c:pt idx="4134">
                  <c:v>4.8350200000000001</c:v>
                </c:pt>
                <c:pt idx="4135">
                  <c:v>4.8353299999999999</c:v>
                </c:pt>
                <c:pt idx="4136">
                  <c:v>4.8356300000000001</c:v>
                </c:pt>
                <c:pt idx="4137">
                  <c:v>4.8359399999999999</c:v>
                </c:pt>
                <c:pt idx="4138">
                  <c:v>4.8362400000000001</c:v>
                </c:pt>
                <c:pt idx="4139">
                  <c:v>4.8365499999999999</c:v>
                </c:pt>
                <c:pt idx="4140">
                  <c:v>4.8368500000000001</c:v>
                </c:pt>
                <c:pt idx="4141">
                  <c:v>4.8371599999999999</c:v>
                </c:pt>
                <c:pt idx="4142">
                  <c:v>4.8374600000000001</c:v>
                </c:pt>
                <c:pt idx="4143">
                  <c:v>4.8377699999999999</c:v>
                </c:pt>
                <c:pt idx="4144">
                  <c:v>4.8380700000000001</c:v>
                </c:pt>
                <c:pt idx="4145">
                  <c:v>4.8383799999999999</c:v>
                </c:pt>
                <c:pt idx="4146">
                  <c:v>4.8386899999999997</c:v>
                </c:pt>
                <c:pt idx="4147">
                  <c:v>4.8389899999999999</c:v>
                </c:pt>
                <c:pt idx="4148">
                  <c:v>4.8392999999999997</c:v>
                </c:pt>
                <c:pt idx="4149">
                  <c:v>4.8395999999999999</c:v>
                </c:pt>
                <c:pt idx="4150">
                  <c:v>4.8399099999999997</c:v>
                </c:pt>
                <c:pt idx="4151">
                  <c:v>4.8402099999999999</c:v>
                </c:pt>
                <c:pt idx="4152">
                  <c:v>4.8405199999999997</c:v>
                </c:pt>
                <c:pt idx="4153">
                  <c:v>4.8408199999999999</c:v>
                </c:pt>
                <c:pt idx="4154">
                  <c:v>4.8411299999999997</c:v>
                </c:pt>
                <c:pt idx="4155">
                  <c:v>4.8414299999999999</c:v>
                </c:pt>
                <c:pt idx="4156">
                  <c:v>4.8417399999999997</c:v>
                </c:pt>
                <c:pt idx="4157">
                  <c:v>4.8420399999999999</c:v>
                </c:pt>
                <c:pt idx="4158">
                  <c:v>4.8423499999999997</c:v>
                </c:pt>
                <c:pt idx="4159">
                  <c:v>4.8426600000000004</c:v>
                </c:pt>
                <c:pt idx="4160">
                  <c:v>4.8429599999999997</c:v>
                </c:pt>
                <c:pt idx="4161">
                  <c:v>4.8432700000000004</c:v>
                </c:pt>
                <c:pt idx="4162">
                  <c:v>4.8435699999999997</c:v>
                </c:pt>
                <c:pt idx="4163">
                  <c:v>4.8438800000000004</c:v>
                </c:pt>
                <c:pt idx="4164">
                  <c:v>4.8441799999999997</c:v>
                </c:pt>
                <c:pt idx="4165">
                  <c:v>4.8444900000000004</c:v>
                </c:pt>
                <c:pt idx="4166">
                  <c:v>4.8447899999999997</c:v>
                </c:pt>
                <c:pt idx="4167">
                  <c:v>4.8451000000000004</c:v>
                </c:pt>
                <c:pt idx="4168">
                  <c:v>4.8453999999999997</c:v>
                </c:pt>
                <c:pt idx="4169">
                  <c:v>4.8457100000000004</c:v>
                </c:pt>
                <c:pt idx="4170">
                  <c:v>4.8460099999999997</c:v>
                </c:pt>
                <c:pt idx="4171">
                  <c:v>4.8463200000000004</c:v>
                </c:pt>
                <c:pt idx="4172">
                  <c:v>4.8466300000000002</c:v>
                </c:pt>
                <c:pt idx="4173">
                  <c:v>4.8469300000000004</c:v>
                </c:pt>
                <c:pt idx="4174">
                  <c:v>4.8472400000000002</c:v>
                </c:pt>
                <c:pt idx="4175">
                  <c:v>4.8475400000000004</c:v>
                </c:pt>
                <c:pt idx="4176">
                  <c:v>4.8478500000000002</c:v>
                </c:pt>
                <c:pt idx="4177">
                  <c:v>4.8481500000000004</c:v>
                </c:pt>
                <c:pt idx="4178">
                  <c:v>4.8484600000000002</c:v>
                </c:pt>
                <c:pt idx="4179">
                  <c:v>4.8487600000000004</c:v>
                </c:pt>
                <c:pt idx="4180">
                  <c:v>4.8490700000000002</c:v>
                </c:pt>
                <c:pt idx="4181">
                  <c:v>4.8493700000000004</c:v>
                </c:pt>
                <c:pt idx="4182">
                  <c:v>4.8496800000000002</c:v>
                </c:pt>
                <c:pt idx="4183">
                  <c:v>4.84999</c:v>
                </c:pt>
                <c:pt idx="4184">
                  <c:v>4.8502900000000002</c:v>
                </c:pt>
                <c:pt idx="4185">
                  <c:v>4.8506</c:v>
                </c:pt>
                <c:pt idx="4186">
                  <c:v>4.8509000000000002</c:v>
                </c:pt>
                <c:pt idx="4187">
                  <c:v>4.85121</c:v>
                </c:pt>
                <c:pt idx="4188">
                  <c:v>4.8515100000000002</c:v>
                </c:pt>
                <c:pt idx="4189">
                  <c:v>4.85182</c:v>
                </c:pt>
                <c:pt idx="4190">
                  <c:v>4.8521200000000002</c:v>
                </c:pt>
                <c:pt idx="4191">
                  <c:v>4.85243</c:v>
                </c:pt>
                <c:pt idx="4192">
                  <c:v>4.8527300000000002</c:v>
                </c:pt>
                <c:pt idx="4193">
                  <c:v>4.85304</c:v>
                </c:pt>
                <c:pt idx="4194">
                  <c:v>4.8533400000000002</c:v>
                </c:pt>
                <c:pt idx="4195">
                  <c:v>4.85365</c:v>
                </c:pt>
                <c:pt idx="4196">
                  <c:v>4.8539599999999998</c:v>
                </c:pt>
                <c:pt idx="4197">
                  <c:v>4.85426</c:v>
                </c:pt>
                <c:pt idx="4198">
                  <c:v>4.8545699999999998</c:v>
                </c:pt>
                <c:pt idx="4199">
                  <c:v>4.85487</c:v>
                </c:pt>
                <c:pt idx="4200">
                  <c:v>4.8551799999999998</c:v>
                </c:pt>
                <c:pt idx="4201">
                  <c:v>4.85548</c:v>
                </c:pt>
                <c:pt idx="4202">
                  <c:v>4.8557899999999998</c:v>
                </c:pt>
                <c:pt idx="4203">
                  <c:v>4.85609</c:v>
                </c:pt>
                <c:pt idx="4204">
                  <c:v>4.8563999999999998</c:v>
                </c:pt>
                <c:pt idx="4205">
                  <c:v>4.8567</c:v>
                </c:pt>
                <c:pt idx="4206">
                  <c:v>4.8570099999999998</c:v>
                </c:pt>
                <c:pt idx="4207">
                  <c:v>4.85731</c:v>
                </c:pt>
                <c:pt idx="4208">
                  <c:v>4.8576199999999998</c:v>
                </c:pt>
                <c:pt idx="4209">
                  <c:v>4.8579299999999996</c:v>
                </c:pt>
                <c:pt idx="4210">
                  <c:v>4.8582299999999998</c:v>
                </c:pt>
                <c:pt idx="4211">
                  <c:v>4.8585399999999996</c:v>
                </c:pt>
                <c:pt idx="4212">
                  <c:v>4.8588399999999998</c:v>
                </c:pt>
                <c:pt idx="4213">
                  <c:v>4.8591499999999996</c:v>
                </c:pt>
                <c:pt idx="4214">
                  <c:v>4.8594499999999998</c:v>
                </c:pt>
                <c:pt idx="4215">
                  <c:v>4.8597599999999996</c:v>
                </c:pt>
                <c:pt idx="4216">
                  <c:v>4.8600599999999998</c:v>
                </c:pt>
                <c:pt idx="4217">
                  <c:v>4.8603699999999996</c:v>
                </c:pt>
                <c:pt idx="4218">
                  <c:v>4.8606699999999998</c:v>
                </c:pt>
                <c:pt idx="4219">
                  <c:v>4.8609799999999996</c:v>
                </c:pt>
                <c:pt idx="4220">
                  <c:v>4.8612799999999998</c:v>
                </c:pt>
                <c:pt idx="4221">
                  <c:v>4.8615899999999996</c:v>
                </c:pt>
                <c:pt idx="4222">
                  <c:v>4.8619000000000003</c:v>
                </c:pt>
                <c:pt idx="4223">
                  <c:v>4.8621999999999996</c:v>
                </c:pt>
                <c:pt idx="4224">
                  <c:v>4.8625100000000003</c:v>
                </c:pt>
                <c:pt idx="4225">
                  <c:v>4.8628099999999996</c:v>
                </c:pt>
                <c:pt idx="4226">
                  <c:v>4.8631200000000003</c:v>
                </c:pt>
                <c:pt idx="4227">
                  <c:v>4.8634199999999996</c:v>
                </c:pt>
                <c:pt idx="4228">
                  <c:v>4.8637300000000003</c:v>
                </c:pt>
                <c:pt idx="4229">
                  <c:v>4.8640299999999996</c:v>
                </c:pt>
                <c:pt idx="4230">
                  <c:v>4.8643400000000003</c:v>
                </c:pt>
                <c:pt idx="4231">
                  <c:v>4.8646399999999996</c:v>
                </c:pt>
                <c:pt idx="4232">
                  <c:v>4.8649500000000003</c:v>
                </c:pt>
                <c:pt idx="4233">
                  <c:v>4.8652499999999996</c:v>
                </c:pt>
                <c:pt idx="4234">
                  <c:v>4.8655600000000003</c:v>
                </c:pt>
                <c:pt idx="4235">
                  <c:v>4.8658700000000001</c:v>
                </c:pt>
                <c:pt idx="4236">
                  <c:v>4.8661700000000003</c:v>
                </c:pt>
                <c:pt idx="4237">
                  <c:v>4.8664800000000001</c:v>
                </c:pt>
                <c:pt idx="4238">
                  <c:v>4.8667800000000003</c:v>
                </c:pt>
                <c:pt idx="4239">
                  <c:v>4.8670900000000001</c:v>
                </c:pt>
                <c:pt idx="4240">
                  <c:v>4.8673900000000003</c:v>
                </c:pt>
                <c:pt idx="4241">
                  <c:v>4.8677000000000001</c:v>
                </c:pt>
                <c:pt idx="4242">
                  <c:v>4.8680000000000003</c:v>
                </c:pt>
                <c:pt idx="4243">
                  <c:v>4.8683100000000001</c:v>
                </c:pt>
                <c:pt idx="4244">
                  <c:v>4.8686100000000003</c:v>
                </c:pt>
                <c:pt idx="4245">
                  <c:v>4.8689200000000001</c:v>
                </c:pt>
                <c:pt idx="4246">
                  <c:v>4.8692299999999999</c:v>
                </c:pt>
                <c:pt idx="4247">
                  <c:v>4.8695300000000001</c:v>
                </c:pt>
                <c:pt idx="4248">
                  <c:v>4.8698399999999999</c:v>
                </c:pt>
                <c:pt idx="4249">
                  <c:v>4.8701400000000001</c:v>
                </c:pt>
                <c:pt idx="4250">
                  <c:v>4.8704499999999999</c:v>
                </c:pt>
                <c:pt idx="4251">
                  <c:v>4.8707500000000001</c:v>
                </c:pt>
                <c:pt idx="4252">
                  <c:v>4.8710599999999999</c:v>
                </c:pt>
                <c:pt idx="4253">
                  <c:v>4.8713600000000001</c:v>
                </c:pt>
                <c:pt idx="4254">
                  <c:v>4.8716699999999999</c:v>
                </c:pt>
                <c:pt idx="4255">
                  <c:v>4.8719700000000001</c:v>
                </c:pt>
                <c:pt idx="4256">
                  <c:v>4.8722799999999999</c:v>
                </c:pt>
                <c:pt idx="4257">
                  <c:v>4.8725800000000001</c:v>
                </c:pt>
                <c:pt idx="4258">
                  <c:v>4.8728899999999999</c:v>
                </c:pt>
                <c:pt idx="4259">
                  <c:v>4.8731999999999998</c:v>
                </c:pt>
                <c:pt idx="4260">
                  <c:v>4.8734999999999999</c:v>
                </c:pt>
                <c:pt idx="4261">
                  <c:v>4.8738099999999998</c:v>
                </c:pt>
                <c:pt idx="4262">
                  <c:v>4.8741099999999999</c:v>
                </c:pt>
                <c:pt idx="4263">
                  <c:v>4.8744199999999998</c:v>
                </c:pt>
                <c:pt idx="4264">
                  <c:v>4.8747199999999999</c:v>
                </c:pt>
                <c:pt idx="4265">
                  <c:v>4.8750299999999998</c:v>
                </c:pt>
                <c:pt idx="4266">
                  <c:v>4.8753299999999999</c:v>
                </c:pt>
                <c:pt idx="4267">
                  <c:v>4.8756399999999998</c:v>
                </c:pt>
                <c:pt idx="4268">
                  <c:v>4.8759399999999999</c:v>
                </c:pt>
                <c:pt idx="4269">
                  <c:v>4.8762499999999998</c:v>
                </c:pt>
                <c:pt idx="4270">
                  <c:v>4.8765499999999999</c:v>
                </c:pt>
                <c:pt idx="4271">
                  <c:v>4.8768599999999998</c:v>
                </c:pt>
                <c:pt idx="4272">
                  <c:v>4.8771699999999996</c:v>
                </c:pt>
                <c:pt idx="4273">
                  <c:v>4.8774699999999998</c:v>
                </c:pt>
                <c:pt idx="4274">
                  <c:v>4.8777799999999996</c:v>
                </c:pt>
                <c:pt idx="4275">
                  <c:v>4.8780799999999997</c:v>
                </c:pt>
                <c:pt idx="4276">
                  <c:v>4.8783899999999996</c:v>
                </c:pt>
                <c:pt idx="4277">
                  <c:v>4.8786899999999997</c:v>
                </c:pt>
                <c:pt idx="4278">
                  <c:v>4.8789999999999996</c:v>
                </c:pt>
                <c:pt idx="4279">
                  <c:v>4.8792999999999997</c:v>
                </c:pt>
                <c:pt idx="4280">
                  <c:v>4.8796099999999996</c:v>
                </c:pt>
                <c:pt idx="4281">
                  <c:v>4.8799099999999997</c:v>
                </c:pt>
                <c:pt idx="4282">
                  <c:v>4.8802199999999996</c:v>
                </c:pt>
                <c:pt idx="4283">
                  <c:v>4.8805199999999997</c:v>
                </c:pt>
                <c:pt idx="4284">
                  <c:v>4.8808299999999996</c:v>
                </c:pt>
                <c:pt idx="4285">
                  <c:v>4.8811400000000003</c:v>
                </c:pt>
                <c:pt idx="4286">
                  <c:v>4.8814399999999996</c:v>
                </c:pt>
                <c:pt idx="4287">
                  <c:v>4.8817500000000003</c:v>
                </c:pt>
                <c:pt idx="4288">
                  <c:v>4.8820499999999996</c:v>
                </c:pt>
                <c:pt idx="4289">
                  <c:v>4.8823600000000003</c:v>
                </c:pt>
                <c:pt idx="4290">
                  <c:v>4.8826599999999996</c:v>
                </c:pt>
                <c:pt idx="4291">
                  <c:v>4.8829700000000003</c:v>
                </c:pt>
                <c:pt idx="4292">
                  <c:v>4.8832700000000004</c:v>
                </c:pt>
                <c:pt idx="4293">
                  <c:v>4.8835800000000003</c:v>
                </c:pt>
                <c:pt idx="4294">
                  <c:v>4.8838800000000004</c:v>
                </c:pt>
                <c:pt idx="4295">
                  <c:v>4.8841900000000003</c:v>
                </c:pt>
                <c:pt idx="4296">
                  <c:v>4.8844900000000004</c:v>
                </c:pt>
                <c:pt idx="4297">
                  <c:v>4.8848000000000003</c:v>
                </c:pt>
                <c:pt idx="4298">
                  <c:v>4.8851100000000001</c:v>
                </c:pt>
                <c:pt idx="4299">
                  <c:v>4.8854100000000003</c:v>
                </c:pt>
                <c:pt idx="4300">
                  <c:v>4.8857200000000001</c:v>
                </c:pt>
                <c:pt idx="4301">
                  <c:v>4.8860200000000003</c:v>
                </c:pt>
                <c:pt idx="4302">
                  <c:v>4.8863300000000001</c:v>
                </c:pt>
                <c:pt idx="4303">
                  <c:v>4.8866300000000003</c:v>
                </c:pt>
                <c:pt idx="4304">
                  <c:v>4.8869400000000001</c:v>
                </c:pt>
                <c:pt idx="4305">
                  <c:v>4.8872400000000003</c:v>
                </c:pt>
                <c:pt idx="4306">
                  <c:v>4.8875500000000001</c:v>
                </c:pt>
                <c:pt idx="4307">
                  <c:v>4.8878500000000003</c:v>
                </c:pt>
                <c:pt idx="4308">
                  <c:v>4.8881600000000001</c:v>
                </c:pt>
                <c:pt idx="4309">
                  <c:v>4.8884699999999999</c:v>
                </c:pt>
                <c:pt idx="4310">
                  <c:v>4.8887700000000001</c:v>
                </c:pt>
                <c:pt idx="4311">
                  <c:v>4.8890799999999999</c:v>
                </c:pt>
                <c:pt idx="4312">
                  <c:v>4.8893800000000001</c:v>
                </c:pt>
                <c:pt idx="4313">
                  <c:v>4.8896899999999999</c:v>
                </c:pt>
                <c:pt idx="4314">
                  <c:v>4.8899900000000001</c:v>
                </c:pt>
                <c:pt idx="4315">
                  <c:v>4.8902999999999999</c:v>
                </c:pt>
                <c:pt idx="4316">
                  <c:v>4.8906000000000001</c:v>
                </c:pt>
                <c:pt idx="4317">
                  <c:v>4.8909099999999999</c:v>
                </c:pt>
                <c:pt idx="4318">
                  <c:v>4.8912100000000001</c:v>
                </c:pt>
                <c:pt idx="4319">
                  <c:v>4.8915199999999999</c:v>
                </c:pt>
                <c:pt idx="4320">
                  <c:v>4.8918200000000001</c:v>
                </c:pt>
                <c:pt idx="4321">
                  <c:v>4.8921299999999999</c:v>
                </c:pt>
                <c:pt idx="4322">
                  <c:v>4.8924399999999997</c:v>
                </c:pt>
                <c:pt idx="4323">
                  <c:v>4.8927399999999999</c:v>
                </c:pt>
                <c:pt idx="4324">
                  <c:v>4.8930499999999997</c:v>
                </c:pt>
                <c:pt idx="4325">
                  <c:v>4.8933499999999999</c:v>
                </c:pt>
                <c:pt idx="4326">
                  <c:v>4.8936599999999997</c:v>
                </c:pt>
                <c:pt idx="4327">
                  <c:v>4.8939599999999999</c:v>
                </c:pt>
                <c:pt idx="4328">
                  <c:v>4.8942699999999997</c:v>
                </c:pt>
                <c:pt idx="4329">
                  <c:v>4.8945699999999999</c:v>
                </c:pt>
                <c:pt idx="4330">
                  <c:v>4.8948799999999997</c:v>
                </c:pt>
                <c:pt idx="4331">
                  <c:v>4.8951799999999999</c:v>
                </c:pt>
                <c:pt idx="4332">
                  <c:v>4.8954899999999997</c:v>
                </c:pt>
                <c:pt idx="4333">
                  <c:v>4.8957899999999999</c:v>
                </c:pt>
                <c:pt idx="4334">
                  <c:v>4.8960999999999997</c:v>
                </c:pt>
                <c:pt idx="4335">
                  <c:v>4.8964100000000004</c:v>
                </c:pt>
                <c:pt idx="4336">
                  <c:v>4.8967099999999997</c:v>
                </c:pt>
                <c:pt idx="4337">
                  <c:v>4.8970200000000004</c:v>
                </c:pt>
                <c:pt idx="4338">
                  <c:v>4.8973199999999997</c:v>
                </c:pt>
                <c:pt idx="4339">
                  <c:v>4.8976300000000004</c:v>
                </c:pt>
                <c:pt idx="4340">
                  <c:v>4.8979299999999997</c:v>
                </c:pt>
                <c:pt idx="4341">
                  <c:v>4.8982400000000004</c:v>
                </c:pt>
                <c:pt idx="4342">
                  <c:v>4.8985399999999997</c:v>
                </c:pt>
                <c:pt idx="4343">
                  <c:v>4.8988500000000004</c:v>
                </c:pt>
                <c:pt idx="4344">
                  <c:v>4.8991499999999997</c:v>
                </c:pt>
                <c:pt idx="4345">
                  <c:v>4.8994600000000004</c:v>
                </c:pt>
                <c:pt idx="4346">
                  <c:v>4.8997599999999997</c:v>
                </c:pt>
                <c:pt idx="4347">
                  <c:v>4.9000700000000004</c:v>
                </c:pt>
                <c:pt idx="4348">
                  <c:v>4.9003800000000002</c:v>
                </c:pt>
                <c:pt idx="4349">
                  <c:v>4.9006800000000004</c:v>
                </c:pt>
                <c:pt idx="4350">
                  <c:v>4.9009900000000002</c:v>
                </c:pt>
                <c:pt idx="4351">
                  <c:v>4.9012900000000004</c:v>
                </c:pt>
                <c:pt idx="4352">
                  <c:v>4.9016000000000002</c:v>
                </c:pt>
                <c:pt idx="4353">
                  <c:v>4.9019000000000004</c:v>
                </c:pt>
                <c:pt idx="4354">
                  <c:v>4.9022100000000002</c:v>
                </c:pt>
                <c:pt idx="4355">
                  <c:v>4.9025100000000004</c:v>
                </c:pt>
                <c:pt idx="4356">
                  <c:v>4.9028200000000002</c:v>
                </c:pt>
                <c:pt idx="4357">
                  <c:v>4.9031200000000004</c:v>
                </c:pt>
                <c:pt idx="4358">
                  <c:v>4.9034300000000002</c:v>
                </c:pt>
                <c:pt idx="4359">
                  <c:v>4.90374</c:v>
                </c:pt>
                <c:pt idx="4360">
                  <c:v>4.9040400000000002</c:v>
                </c:pt>
                <c:pt idx="4361">
                  <c:v>4.90435</c:v>
                </c:pt>
                <c:pt idx="4362">
                  <c:v>4.9046500000000002</c:v>
                </c:pt>
                <c:pt idx="4363">
                  <c:v>4.90496</c:v>
                </c:pt>
                <c:pt idx="4364">
                  <c:v>4.9052600000000002</c:v>
                </c:pt>
                <c:pt idx="4365">
                  <c:v>4.90557</c:v>
                </c:pt>
                <c:pt idx="4366">
                  <c:v>4.9058700000000002</c:v>
                </c:pt>
                <c:pt idx="4367">
                  <c:v>4.90618</c:v>
                </c:pt>
                <c:pt idx="4368">
                  <c:v>4.9064800000000002</c:v>
                </c:pt>
                <c:pt idx="4369">
                  <c:v>4.90679</c:v>
                </c:pt>
                <c:pt idx="4370">
                  <c:v>4.9070900000000002</c:v>
                </c:pt>
                <c:pt idx="4371">
                  <c:v>4.9074</c:v>
                </c:pt>
                <c:pt idx="4372">
                  <c:v>4.9077099999999998</c:v>
                </c:pt>
                <c:pt idx="4373">
                  <c:v>4.90801</c:v>
                </c:pt>
                <c:pt idx="4374">
                  <c:v>4.9083199999999998</c:v>
                </c:pt>
                <c:pt idx="4375">
                  <c:v>4.90862</c:v>
                </c:pt>
                <c:pt idx="4376">
                  <c:v>4.9089299999999998</c:v>
                </c:pt>
                <c:pt idx="4377">
                  <c:v>4.90923</c:v>
                </c:pt>
                <c:pt idx="4378">
                  <c:v>4.9095399999999998</c:v>
                </c:pt>
                <c:pt idx="4379">
                  <c:v>4.90984</c:v>
                </c:pt>
                <c:pt idx="4380">
                  <c:v>4.9101499999999998</c:v>
                </c:pt>
                <c:pt idx="4381">
                  <c:v>4.91045</c:v>
                </c:pt>
                <c:pt idx="4382">
                  <c:v>4.9107599999999998</c:v>
                </c:pt>
                <c:pt idx="4383">
                  <c:v>4.91106</c:v>
                </c:pt>
                <c:pt idx="4384">
                  <c:v>4.9113699999999998</c:v>
                </c:pt>
                <c:pt idx="4385">
                  <c:v>4.9116799999999996</c:v>
                </c:pt>
                <c:pt idx="4386">
                  <c:v>4.9119799999999998</c:v>
                </c:pt>
                <c:pt idx="4387">
                  <c:v>4.9122899999999996</c:v>
                </c:pt>
                <c:pt idx="4388">
                  <c:v>4.9125899999999998</c:v>
                </c:pt>
                <c:pt idx="4389">
                  <c:v>4.9128999999999996</c:v>
                </c:pt>
                <c:pt idx="4390">
                  <c:v>4.9131999999999998</c:v>
                </c:pt>
                <c:pt idx="4391">
                  <c:v>4.9135099999999996</c:v>
                </c:pt>
                <c:pt idx="4392">
                  <c:v>4.9138099999999998</c:v>
                </c:pt>
                <c:pt idx="4393">
                  <c:v>4.9141199999999996</c:v>
                </c:pt>
                <c:pt idx="4394">
                  <c:v>4.9144199999999998</c:v>
                </c:pt>
                <c:pt idx="4395">
                  <c:v>4.9147299999999996</c:v>
                </c:pt>
                <c:pt idx="4396">
                  <c:v>4.9150299999999998</c:v>
                </c:pt>
                <c:pt idx="4397">
                  <c:v>4.9153399999999996</c:v>
                </c:pt>
                <c:pt idx="4398">
                  <c:v>4.9156500000000003</c:v>
                </c:pt>
                <c:pt idx="4399">
                  <c:v>4.9159499999999996</c:v>
                </c:pt>
                <c:pt idx="4400">
                  <c:v>4.9162600000000003</c:v>
                </c:pt>
                <c:pt idx="4401">
                  <c:v>4.9165599999999996</c:v>
                </c:pt>
                <c:pt idx="4402">
                  <c:v>4.9168700000000003</c:v>
                </c:pt>
                <c:pt idx="4403">
                  <c:v>4.9171699999999996</c:v>
                </c:pt>
                <c:pt idx="4404">
                  <c:v>4.9174800000000003</c:v>
                </c:pt>
                <c:pt idx="4405">
                  <c:v>4.9177799999999996</c:v>
                </c:pt>
                <c:pt idx="4406">
                  <c:v>4.9180900000000003</c:v>
                </c:pt>
                <c:pt idx="4407">
                  <c:v>4.9183899999999996</c:v>
                </c:pt>
                <c:pt idx="4408">
                  <c:v>4.9187000000000003</c:v>
                </c:pt>
                <c:pt idx="4409">
                  <c:v>4.9189999999999996</c:v>
                </c:pt>
                <c:pt idx="4410">
                  <c:v>4.9193100000000003</c:v>
                </c:pt>
                <c:pt idx="4411">
                  <c:v>4.9196200000000001</c:v>
                </c:pt>
                <c:pt idx="4412">
                  <c:v>4.9199200000000003</c:v>
                </c:pt>
                <c:pt idx="4413">
                  <c:v>4.9202300000000001</c:v>
                </c:pt>
                <c:pt idx="4414">
                  <c:v>4.9205300000000003</c:v>
                </c:pt>
                <c:pt idx="4415">
                  <c:v>4.9208400000000001</c:v>
                </c:pt>
                <c:pt idx="4416">
                  <c:v>4.9211400000000003</c:v>
                </c:pt>
                <c:pt idx="4417">
                  <c:v>4.9214500000000001</c:v>
                </c:pt>
                <c:pt idx="4418">
                  <c:v>4.9217500000000003</c:v>
                </c:pt>
                <c:pt idx="4419">
                  <c:v>4.9220600000000001</c:v>
                </c:pt>
                <c:pt idx="4420">
                  <c:v>4.9223600000000003</c:v>
                </c:pt>
                <c:pt idx="4421">
                  <c:v>4.9226700000000001</c:v>
                </c:pt>
                <c:pt idx="4422">
                  <c:v>4.9229799999999999</c:v>
                </c:pt>
                <c:pt idx="4423">
                  <c:v>4.9232800000000001</c:v>
                </c:pt>
                <c:pt idx="4424">
                  <c:v>4.9235899999999999</c:v>
                </c:pt>
                <c:pt idx="4425">
                  <c:v>4.9238900000000001</c:v>
                </c:pt>
                <c:pt idx="4426">
                  <c:v>4.9241999999999999</c:v>
                </c:pt>
                <c:pt idx="4427">
                  <c:v>4.9245000000000001</c:v>
                </c:pt>
                <c:pt idx="4428">
                  <c:v>4.9248099999999999</c:v>
                </c:pt>
                <c:pt idx="4429">
                  <c:v>4.9251100000000001</c:v>
                </c:pt>
                <c:pt idx="4430">
                  <c:v>4.9254199999999999</c:v>
                </c:pt>
                <c:pt idx="4431">
                  <c:v>4.9257200000000001</c:v>
                </c:pt>
                <c:pt idx="4432">
                  <c:v>4.9260299999999999</c:v>
                </c:pt>
                <c:pt idx="4433">
                  <c:v>4.9263300000000001</c:v>
                </c:pt>
                <c:pt idx="4434">
                  <c:v>4.9266399999999999</c:v>
                </c:pt>
                <c:pt idx="4435">
                  <c:v>4.9269499999999997</c:v>
                </c:pt>
                <c:pt idx="4436">
                  <c:v>4.9272499999999999</c:v>
                </c:pt>
                <c:pt idx="4437">
                  <c:v>4.9275599999999997</c:v>
                </c:pt>
                <c:pt idx="4438">
                  <c:v>4.9278599999999999</c:v>
                </c:pt>
                <c:pt idx="4439">
                  <c:v>4.9281699999999997</c:v>
                </c:pt>
                <c:pt idx="4440">
                  <c:v>4.9284699999999999</c:v>
                </c:pt>
                <c:pt idx="4441">
                  <c:v>4.9287799999999997</c:v>
                </c:pt>
                <c:pt idx="4442">
                  <c:v>4.9290799999999999</c:v>
                </c:pt>
                <c:pt idx="4443">
                  <c:v>4.9293899999999997</c:v>
                </c:pt>
                <c:pt idx="4444">
                  <c:v>4.9296899999999999</c:v>
                </c:pt>
                <c:pt idx="4445">
                  <c:v>4.93</c:v>
                </c:pt>
                <c:pt idx="4446">
                  <c:v>4.9302999999999999</c:v>
                </c:pt>
                <c:pt idx="4447">
                  <c:v>4.9306099999999997</c:v>
                </c:pt>
                <c:pt idx="4448">
                  <c:v>4.9309200000000004</c:v>
                </c:pt>
                <c:pt idx="4449">
                  <c:v>4.9312199999999997</c:v>
                </c:pt>
                <c:pt idx="4450">
                  <c:v>4.9315300000000004</c:v>
                </c:pt>
                <c:pt idx="4451">
                  <c:v>4.9318299999999997</c:v>
                </c:pt>
                <c:pt idx="4452">
                  <c:v>4.9321400000000004</c:v>
                </c:pt>
                <c:pt idx="4453">
                  <c:v>4.9324399999999997</c:v>
                </c:pt>
                <c:pt idx="4454">
                  <c:v>4.9327500000000004</c:v>
                </c:pt>
                <c:pt idx="4455">
                  <c:v>4.9330499999999997</c:v>
                </c:pt>
                <c:pt idx="4456">
                  <c:v>4.9333600000000004</c:v>
                </c:pt>
                <c:pt idx="4457">
                  <c:v>4.9336599999999997</c:v>
                </c:pt>
                <c:pt idx="4458">
                  <c:v>4.9339700000000004</c:v>
                </c:pt>
                <c:pt idx="4459">
                  <c:v>4.9342699999999997</c:v>
                </c:pt>
                <c:pt idx="4460">
                  <c:v>4.9345800000000004</c:v>
                </c:pt>
                <c:pt idx="4461">
                  <c:v>4.9348900000000002</c:v>
                </c:pt>
                <c:pt idx="4462">
                  <c:v>4.9351900000000004</c:v>
                </c:pt>
                <c:pt idx="4463">
                  <c:v>4.9355000000000002</c:v>
                </c:pt>
                <c:pt idx="4464">
                  <c:v>4.9358000000000004</c:v>
                </c:pt>
                <c:pt idx="4465">
                  <c:v>4.9361100000000002</c:v>
                </c:pt>
                <c:pt idx="4466">
                  <c:v>4.9364100000000004</c:v>
                </c:pt>
                <c:pt idx="4467">
                  <c:v>4.9367200000000002</c:v>
                </c:pt>
                <c:pt idx="4468">
                  <c:v>4.9370200000000004</c:v>
                </c:pt>
                <c:pt idx="4469">
                  <c:v>4.9373300000000002</c:v>
                </c:pt>
                <c:pt idx="4470">
                  <c:v>4.9376300000000004</c:v>
                </c:pt>
                <c:pt idx="4471">
                  <c:v>4.9379400000000002</c:v>
                </c:pt>
                <c:pt idx="4472">
                  <c:v>4.9382400000000004</c:v>
                </c:pt>
                <c:pt idx="4473">
                  <c:v>4.9385500000000002</c:v>
                </c:pt>
                <c:pt idx="4474">
                  <c:v>4.93886</c:v>
                </c:pt>
                <c:pt idx="4475">
                  <c:v>4.9391600000000002</c:v>
                </c:pt>
                <c:pt idx="4476">
                  <c:v>4.93947</c:v>
                </c:pt>
                <c:pt idx="4477">
                  <c:v>4.9397700000000002</c:v>
                </c:pt>
                <c:pt idx="4478">
                  <c:v>4.94008</c:v>
                </c:pt>
                <c:pt idx="4479">
                  <c:v>4.9403800000000002</c:v>
                </c:pt>
                <c:pt idx="4480">
                  <c:v>4.94069</c:v>
                </c:pt>
                <c:pt idx="4481">
                  <c:v>4.9409900000000002</c:v>
                </c:pt>
                <c:pt idx="4482">
                  <c:v>4.9413</c:v>
                </c:pt>
                <c:pt idx="4483">
                  <c:v>4.9416000000000002</c:v>
                </c:pt>
                <c:pt idx="4484">
                  <c:v>4.94191</c:v>
                </c:pt>
                <c:pt idx="4485">
                  <c:v>4.9422199999999998</c:v>
                </c:pt>
                <c:pt idx="4486">
                  <c:v>4.94252</c:v>
                </c:pt>
                <c:pt idx="4487">
                  <c:v>4.9428299999999998</c:v>
                </c:pt>
                <c:pt idx="4488">
                  <c:v>4.94313</c:v>
                </c:pt>
                <c:pt idx="4489">
                  <c:v>4.9434399999999998</c:v>
                </c:pt>
                <c:pt idx="4490">
                  <c:v>4.94374</c:v>
                </c:pt>
                <c:pt idx="4491">
                  <c:v>4.9440499999999998</c:v>
                </c:pt>
                <c:pt idx="4492">
                  <c:v>4.94435</c:v>
                </c:pt>
                <c:pt idx="4493">
                  <c:v>4.9446599999999998</c:v>
                </c:pt>
                <c:pt idx="4494">
                  <c:v>4.94496</c:v>
                </c:pt>
                <c:pt idx="4495">
                  <c:v>4.9452699999999998</c:v>
                </c:pt>
                <c:pt idx="4496">
                  <c:v>4.94557</c:v>
                </c:pt>
                <c:pt idx="4497">
                  <c:v>4.9458799999999998</c:v>
                </c:pt>
                <c:pt idx="4498">
                  <c:v>4.9461899999999996</c:v>
                </c:pt>
                <c:pt idx="4499">
                  <c:v>4.9464899999999998</c:v>
                </c:pt>
                <c:pt idx="4500">
                  <c:v>4.9467999999999996</c:v>
                </c:pt>
                <c:pt idx="4501">
                  <c:v>4.9470999999999998</c:v>
                </c:pt>
                <c:pt idx="4502">
                  <c:v>4.9474099999999996</c:v>
                </c:pt>
                <c:pt idx="4503">
                  <c:v>4.9477099999999998</c:v>
                </c:pt>
                <c:pt idx="4504">
                  <c:v>4.9480199999999996</c:v>
                </c:pt>
                <c:pt idx="4505">
                  <c:v>4.9483199999999998</c:v>
                </c:pt>
                <c:pt idx="4506">
                  <c:v>4.9486299999999996</c:v>
                </c:pt>
                <c:pt idx="4507">
                  <c:v>4.9489299999999998</c:v>
                </c:pt>
                <c:pt idx="4508">
                  <c:v>4.9492399999999996</c:v>
                </c:pt>
                <c:pt idx="4509">
                  <c:v>4.9495399999999998</c:v>
                </c:pt>
                <c:pt idx="4510">
                  <c:v>4.9498499999999996</c:v>
                </c:pt>
                <c:pt idx="4511">
                  <c:v>4.9501600000000003</c:v>
                </c:pt>
                <c:pt idx="4512">
                  <c:v>4.9504599999999996</c:v>
                </c:pt>
                <c:pt idx="4513">
                  <c:v>4.9507700000000003</c:v>
                </c:pt>
                <c:pt idx="4514">
                  <c:v>4.9510699999999996</c:v>
                </c:pt>
                <c:pt idx="4515">
                  <c:v>4.9513800000000003</c:v>
                </c:pt>
                <c:pt idx="4516">
                  <c:v>4.9516799999999996</c:v>
                </c:pt>
                <c:pt idx="4517">
                  <c:v>4.9519900000000003</c:v>
                </c:pt>
                <c:pt idx="4518">
                  <c:v>4.9522899999999996</c:v>
                </c:pt>
                <c:pt idx="4519">
                  <c:v>4.9526000000000003</c:v>
                </c:pt>
                <c:pt idx="4520">
                  <c:v>4.9528999999999996</c:v>
                </c:pt>
                <c:pt idx="4521">
                  <c:v>4.9532100000000003</c:v>
                </c:pt>
                <c:pt idx="4522">
                  <c:v>4.9535099999999996</c:v>
                </c:pt>
                <c:pt idx="4523">
                  <c:v>4.9538200000000003</c:v>
                </c:pt>
                <c:pt idx="4524">
                  <c:v>4.9541300000000001</c:v>
                </c:pt>
                <c:pt idx="4525">
                  <c:v>4.9544300000000003</c:v>
                </c:pt>
                <c:pt idx="4526">
                  <c:v>4.9547400000000001</c:v>
                </c:pt>
                <c:pt idx="4527">
                  <c:v>4.9550400000000003</c:v>
                </c:pt>
                <c:pt idx="4528">
                  <c:v>4.9553500000000001</c:v>
                </c:pt>
                <c:pt idx="4529">
                  <c:v>4.9556500000000003</c:v>
                </c:pt>
                <c:pt idx="4530">
                  <c:v>4.9559600000000001</c:v>
                </c:pt>
                <c:pt idx="4531">
                  <c:v>4.9562600000000003</c:v>
                </c:pt>
                <c:pt idx="4532">
                  <c:v>4.9565700000000001</c:v>
                </c:pt>
                <c:pt idx="4533">
                  <c:v>4.9568700000000003</c:v>
                </c:pt>
                <c:pt idx="4534">
                  <c:v>4.9571800000000001</c:v>
                </c:pt>
                <c:pt idx="4535">
                  <c:v>4.95749</c:v>
                </c:pt>
                <c:pt idx="4536">
                  <c:v>4.9577900000000001</c:v>
                </c:pt>
                <c:pt idx="4537">
                  <c:v>4.9581</c:v>
                </c:pt>
                <c:pt idx="4538">
                  <c:v>4.9584000000000001</c:v>
                </c:pt>
                <c:pt idx="4539">
                  <c:v>4.95871</c:v>
                </c:pt>
                <c:pt idx="4540">
                  <c:v>4.9590100000000001</c:v>
                </c:pt>
                <c:pt idx="4541">
                  <c:v>4.95932</c:v>
                </c:pt>
                <c:pt idx="4542">
                  <c:v>4.9596200000000001</c:v>
                </c:pt>
                <c:pt idx="4543">
                  <c:v>4.9599299999999999</c:v>
                </c:pt>
                <c:pt idx="4544">
                  <c:v>4.9602300000000001</c:v>
                </c:pt>
                <c:pt idx="4545">
                  <c:v>4.9605399999999999</c:v>
                </c:pt>
                <c:pt idx="4546">
                  <c:v>4.9608400000000001</c:v>
                </c:pt>
                <c:pt idx="4547">
                  <c:v>4.9611499999999999</c:v>
                </c:pt>
                <c:pt idx="4548">
                  <c:v>4.9614599999999998</c:v>
                </c:pt>
                <c:pt idx="4549">
                  <c:v>4.9617599999999999</c:v>
                </c:pt>
                <c:pt idx="4550">
                  <c:v>4.9620699999999998</c:v>
                </c:pt>
                <c:pt idx="4551">
                  <c:v>4.9623699999999999</c:v>
                </c:pt>
                <c:pt idx="4552">
                  <c:v>4.9626799999999998</c:v>
                </c:pt>
                <c:pt idx="4553">
                  <c:v>4.9629799999999999</c:v>
                </c:pt>
                <c:pt idx="4554">
                  <c:v>4.9632899999999998</c:v>
                </c:pt>
                <c:pt idx="4555">
                  <c:v>4.9635899999999999</c:v>
                </c:pt>
                <c:pt idx="4556">
                  <c:v>4.9638999999999998</c:v>
                </c:pt>
                <c:pt idx="4557">
                  <c:v>4.9641999999999999</c:v>
                </c:pt>
                <c:pt idx="4558">
                  <c:v>4.9645099999999998</c:v>
                </c:pt>
                <c:pt idx="4559">
                  <c:v>4.9648099999999999</c:v>
                </c:pt>
                <c:pt idx="4560">
                  <c:v>4.9651199999999998</c:v>
                </c:pt>
                <c:pt idx="4561">
                  <c:v>4.9654299999999996</c:v>
                </c:pt>
                <c:pt idx="4562">
                  <c:v>4.9657299999999998</c:v>
                </c:pt>
                <c:pt idx="4563">
                  <c:v>4.9660399999999996</c:v>
                </c:pt>
                <c:pt idx="4564">
                  <c:v>4.9663399999999998</c:v>
                </c:pt>
                <c:pt idx="4565">
                  <c:v>4.9666499999999996</c:v>
                </c:pt>
                <c:pt idx="4566">
                  <c:v>4.9669499999999998</c:v>
                </c:pt>
                <c:pt idx="4567">
                  <c:v>4.9672599999999996</c:v>
                </c:pt>
                <c:pt idx="4568">
                  <c:v>4.9675599999999998</c:v>
                </c:pt>
                <c:pt idx="4569">
                  <c:v>4.9678699999999996</c:v>
                </c:pt>
                <c:pt idx="4570">
                  <c:v>4.9681699999999998</c:v>
                </c:pt>
                <c:pt idx="4571">
                  <c:v>4.9684799999999996</c:v>
                </c:pt>
                <c:pt idx="4572">
                  <c:v>4.9687799999999998</c:v>
                </c:pt>
                <c:pt idx="4573">
                  <c:v>4.9690899999999996</c:v>
                </c:pt>
                <c:pt idx="4574">
                  <c:v>4.9694000000000003</c:v>
                </c:pt>
                <c:pt idx="4575">
                  <c:v>4.9696999999999996</c:v>
                </c:pt>
                <c:pt idx="4576">
                  <c:v>4.9700100000000003</c:v>
                </c:pt>
                <c:pt idx="4577">
                  <c:v>4.9703099999999996</c:v>
                </c:pt>
                <c:pt idx="4578">
                  <c:v>4.9706200000000003</c:v>
                </c:pt>
                <c:pt idx="4579">
                  <c:v>4.9709199999999996</c:v>
                </c:pt>
                <c:pt idx="4580">
                  <c:v>4.9712300000000003</c:v>
                </c:pt>
                <c:pt idx="4581">
                  <c:v>4.9715299999999996</c:v>
                </c:pt>
                <c:pt idx="4582">
                  <c:v>4.9718400000000003</c:v>
                </c:pt>
                <c:pt idx="4583">
                  <c:v>4.9721399999999996</c:v>
                </c:pt>
                <c:pt idx="4584">
                  <c:v>4.9724500000000003</c:v>
                </c:pt>
                <c:pt idx="4585">
                  <c:v>4.9727499999999996</c:v>
                </c:pt>
                <c:pt idx="4586">
                  <c:v>4.9730600000000003</c:v>
                </c:pt>
                <c:pt idx="4587">
                  <c:v>4.9733700000000001</c:v>
                </c:pt>
                <c:pt idx="4588">
                  <c:v>4.9736700000000003</c:v>
                </c:pt>
                <c:pt idx="4589">
                  <c:v>4.9739800000000001</c:v>
                </c:pt>
                <c:pt idx="4590">
                  <c:v>4.9742800000000003</c:v>
                </c:pt>
                <c:pt idx="4591">
                  <c:v>4.9745900000000001</c:v>
                </c:pt>
                <c:pt idx="4592">
                  <c:v>4.9748900000000003</c:v>
                </c:pt>
                <c:pt idx="4593">
                  <c:v>4.9752000000000001</c:v>
                </c:pt>
                <c:pt idx="4594">
                  <c:v>4.9755000000000003</c:v>
                </c:pt>
                <c:pt idx="4595">
                  <c:v>4.9758100000000001</c:v>
                </c:pt>
                <c:pt idx="4596">
                  <c:v>4.9761100000000003</c:v>
                </c:pt>
                <c:pt idx="4597">
                  <c:v>4.9764200000000001</c:v>
                </c:pt>
                <c:pt idx="4598">
                  <c:v>4.9767299999999999</c:v>
                </c:pt>
                <c:pt idx="4599">
                  <c:v>4.9770300000000001</c:v>
                </c:pt>
                <c:pt idx="4600">
                  <c:v>4.9773399999999999</c:v>
                </c:pt>
                <c:pt idx="4601">
                  <c:v>4.9776400000000001</c:v>
                </c:pt>
                <c:pt idx="4602">
                  <c:v>4.9779499999999999</c:v>
                </c:pt>
                <c:pt idx="4603">
                  <c:v>4.9782500000000001</c:v>
                </c:pt>
                <c:pt idx="4604">
                  <c:v>4.9785599999999999</c:v>
                </c:pt>
                <c:pt idx="4605">
                  <c:v>4.9788600000000001</c:v>
                </c:pt>
                <c:pt idx="4606">
                  <c:v>4.9791699999999999</c:v>
                </c:pt>
                <c:pt idx="4607">
                  <c:v>4.9794700000000001</c:v>
                </c:pt>
                <c:pt idx="4608">
                  <c:v>4.9797799999999999</c:v>
                </c:pt>
                <c:pt idx="4609">
                  <c:v>4.9800800000000001</c:v>
                </c:pt>
                <c:pt idx="4610">
                  <c:v>4.9803899999999999</c:v>
                </c:pt>
                <c:pt idx="4611">
                  <c:v>4.9806999999999997</c:v>
                </c:pt>
                <c:pt idx="4612">
                  <c:v>4.9809999999999999</c:v>
                </c:pt>
                <c:pt idx="4613">
                  <c:v>4.9813099999999997</c:v>
                </c:pt>
                <c:pt idx="4614">
                  <c:v>4.9816099999999999</c:v>
                </c:pt>
                <c:pt idx="4615">
                  <c:v>4.9819199999999997</c:v>
                </c:pt>
                <c:pt idx="4616">
                  <c:v>4.9822199999999999</c:v>
                </c:pt>
                <c:pt idx="4617">
                  <c:v>4.9825299999999997</c:v>
                </c:pt>
                <c:pt idx="4618">
                  <c:v>4.9828299999999999</c:v>
                </c:pt>
                <c:pt idx="4619">
                  <c:v>4.9831399999999997</c:v>
                </c:pt>
                <c:pt idx="4620">
                  <c:v>4.9834399999999999</c:v>
                </c:pt>
                <c:pt idx="4621">
                  <c:v>4.9837499999999997</c:v>
                </c:pt>
                <c:pt idx="4622">
                  <c:v>4.9840499999999999</c:v>
                </c:pt>
                <c:pt idx="4623">
                  <c:v>4.9843599999999997</c:v>
                </c:pt>
                <c:pt idx="4624">
                  <c:v>4.9846700000000004</c:v>
                </c:pt>
                <c:pt idx="4625">
                  <c:v>4.9849699999999997</c:v>
                </c:pt>
                <c:pt idx="4626">
                  <c:v>4.9852800000000004</c:v>
                </c:pt>
                <c:pt idx="4627">
                  <c:v>4.9855799999999997</c:v>
                </c:pt>
                <c:pt idx="4628">
                  <c:v>4.9858900000000004</c:v>
                </c:pt>
                <c:pt idx="4629">
                  <c:v>4.9861899999999997</c:v>
                </c:pt>
                <c:pt idx="4630">
                  <c:v>4.9865000000000004</c:v>
                </c:pt>
                <c:pt idx="4631">
                  <c:v>4.9867999999999997</c:v>
                </c:pt>
                <c:pt idx="4632">
                  <c:v>4.9871100000000004</c:v>
                </c:pt>
                <c:pt idx="4633">
                  <c:v>4.9874099999999997</c:v>
                </c:pt>
                <c:pt idx="4634">
                  <c:v>4.9877200000000004</c:v>
                </c:pt>
                <c:pt idx="4635">
                  <c:v>4.9880199999999997</c:v>
                </c:pt>
                <c:pt idx="4636">
                  <c:v>4.9883300000000004</c:v>
                </c:pt>
                <c:pt idx="4637">
                  <c:v>4.9886400000000002</c:v>
                </c:pt>
                <c:pt idx="4638">
                  <c:v>4.9889400000000004</c:v>
                </c:pt>
                <c:pt idx="4639">
                  <c:v>4.9892500000000002</c:v>
                </c:pt>
                <c:pt idx="4640">
                  <c:v>4.9895500000000004</c:v>
                </c:pt>
                <c:pt idx="4641">
                  <c:v>4.9898600000000002</c:v>
                </c:pt>
                <c:pt idx="4642">
                  <c:v>4.9901600000000004</c:v>
                </c:pt>
                <c:pt idx="4643">
                  <c:v>4.9904700000000002</c:v>
                </c:pt>
                <c:pt idx="4644">
                  <c:v>4.9907700000000004</c:v>
                </c:pt>
                <c:pt idx="4645">
                  <c:v>4.9910800000000002</c:v>
                </c:pt>
                <c:pt idx="4646">
                  <c:v>4.9913800000000004</c:v>
                </c:pt>
                <c:pt idx="4647">
                  <c:v>4.9916900000000002</c:v>
                </c:pt>
                <c:pt idx="4648">
                  <c:v>4.9919900000000004</c:v>
                </c:pt>
                <c:pt idx="4649">
                  <c:v>4.9923000000000002</c:v>
                </c:pt>
                <c:pt idx="4650">
                  <c:v>4.99261</c:v>
                </c:pt>
                <c:pt idx="4651">
                  <c:v>4.9929100000000002</c:v>
                </c:pt>
                <c:pt idx="4652">
                  <c:v>4.99322</c:v>
                </c:pt>
                <c:pt idx="4653">
                  <c:v>4.9935200000000002</c:v>
                </c:pt>
                <c:pt idx="4654">
                  <c:v>4.99383</c:v>
                </c:pt>
                <c:pt idx="4655">
                  <c:v>4.9941300000000002</c:v>
                </c:pt>
                <c:pt idx="4656">
                  <c:v>4.99444</c:v>
                </c:pt>
                <c:pt idx="4657">
                  <c:v>4.9947400000000002</c:v>
                </c:pt>
                <c:pt idx="4658">
                  <c:v>4.99505</c:v>
                </c:pt>
                <c:pt idx="4659">
                  <c:v>4.9953500000000002</c:v>
                </c:pt>
                <c:pt idx="4660">
                  <c:v>4.99566</c:v>
                </c:pt>
                <c:pt idx="4661">
                  <c:v>4.9959699999999998</c:v>
                </c:pt>
                <c:pt idx="4662">
                  <c:v>4.99627</c:v>
                </c:pt>
                <c:pt idx="4663">
                  <c:v>4.9965799999999998</c:v>
                </c:pt>
                <c:pt idx="4664">
                  <c:v>4.99688</c:v>
                </c:pt>
                <c:pt idx="4665">
                  <c:v>4.9971899999999998</c:v>
                </c:pt>
                <c:pt idx="4666">
                  <c:v>4.99749</c:v>
                </c:pt>
                <c:pt idx="4667">
                  <c:v>4.9977999999999998</c:v>
                </c:pt>
                <c:pt idx="4668">
                  <c:v>4.9981</c:v>
                </c:pt>
                <c:pt idx="4669">
                  <c:v>4.9984099999999998</c:v>
                </c:pt>
                <c:pt idx="4670">
                  <c:v>4.99871</c:v>
                </c:pt>
                <c:pt idx="4671">
                  <c:v>4.9990199999999998</c:v>
                </c:pt>
                <c:pt idx="4672">
                  <c:v>4.99932</c:v>
                </c:pt>
                <c:pt idx="4673">
                  <c:v>4.9996299999999998</c:v>
                </c:pt>
                <c:pt idx="4674">
                  <c:v>4.9999399999999996</c:v>
                </c:pt>
                <c:pt idx="4675">
                  <c:v>5.0002399999999998</c:v>
                </c:pt>
                <c:pt idx="4676">
                  <c:v>5.0005499999999996</c:v>
                </c:pt>
                <c:pt idx="4677">
                  <c:v>5.0008499999999998</c:v>
                </c:pt>
                <c:pt idx="4678">
                  <c:v>5.0011599999999996</c:v>
                </c:pt>
                <c:pt idx="4679">
                  <c:v>5.0014599999999998</c:v>
                </c:pt>
                <c:pt idx="4680">
                  <c:v>5.0017699999999996</c:v>
                </c:pt>
                <c:pt idx="4681">
                  <c:v>5.0020699999999998</c:v>
                </c:pt>
                <c:pt idx="4682">
                  <c:v>5.0023799999999996</c:v>
                </c:pt>
                <c:pt idx="4683">
                  <c:v>5.0026799999999998</c:v>
                </c:pt>
                <c:pt idx="4684">
                  <c:v>5.0029899999999996</c:v>
                </c:pt>
                <c:pt idx="4685">
                  <c:v>5.0032899999999998</c:v>
                </c:pt>
                <c:pt idx="4686">
                  <c:v>5.0035999999999996</c:v>
                </c:pt>
                <c:pt idx="4687">
                  <c:v>5.0039100000000003</c:v>
                </c:pt>
                <c:pt idx="4688">
                  <c:v>5.0042099999999996</c:v>
                </c:pt>
                <c:pt idx="4689">
                  <c:v>5.0045200000000003</c:v>
                </c:pt>
                <c:pt idx="4690">
                  <c:v>5.0048199999999996</c:v>
                </c:pt>
                <c:pt idx="4691">
                  <c:v>5.0051300000000003</c:v>
                </c:pt>
                <c:pt idx="4692">
                  <c:v>5.0054299999999996</c:v>
                </c:pt>
                <c:pt idx="4693">
                  <c:v>5.0057400000000003</c:v>
                </c:pt>
                <c:pt idx="4694">
                  <c:v>5.0060399999999996</c:v>
                </c:pt>
                <c:pt idx="4695">
                  <c:v>5.0063500000000003</c:v>
                </c:pt>
                <c:pt idx="4696">
                  <c:v>5.0066499999999996</c:v>
                </c:pt>
                <c:pt idx="4697">
                  <c:v>5.0069600000000003</c:v>
                </c:pt>
                <c:pt idx="4698">
                  <c:v>5.0072599999999996</c:v>
                </c:pt>
                <c:pt idx="4699">
                  <c:v>5.0075700000000003</c:v>
                </c:pt>
                <c:pt idx="4700">
                  <c:v>5.0078800000000001</c:v>
                </c:pt>
                <c:pt idx="4701">
                  <c:v>5.0081800000000003</c:v>
                </c:pt>
                <c:pt idx="4702">
                  <c:v>5.0084900000000001</c:v>
                </c:pt>
                <c:pt idx="4703">
                  <c:v>5.0087900000000003</c:v>
                </c:pt>
                <c:pt idx="4704">
                  <c:v>5.0091000000000001</c:v>
                </c:pt>
                <c:pt idx="4705">
                  <c:v>5.0094000000000003</c:v>
                </c:pt>
                <c:pt idx="4706">
                  <c:v>5.0097100000000001</c:v>
                </c:pt>
                <c:pt idx="4707">
                  <c:v>5.0100100000000003</c:v>
                </c:pt>
                <c:pt idx="4708">
                  <c:v>5.0103200000000001</c:v>
                </c:pt>
                <c:pt idx="4709">
                  <c:v>5.0106200000000003</c:v>
                </c:pt>
                <c:pt idx="4710">
                  <c:v>5.0109300000000001</c:v>
                </c:pt>
                <c:pt idx="4711">
                  <c:v>5.0112300000000003</c:v>
                </c:pt>
                <c:pt idx="4712">
                  <c:v>5.0115400000000001</c:v>
                </c:pt>
                <c:pt idx="4713">
                  <c:v>5.0118499999999999</c:v>
                </c:pt>
                <c:pt idx="4714">
                  <c:v>5.0121500000000001</c:v>
                </c:pt>
                <c:pt idx="4715">
                  <c:v>5.0124599999999999</c:v>
                </c:pt>
                <c:pt idx="4716">
                  <c:v>5.0127600000000001</c:v>
                </c:pt>
                <c:pt idx="4717">
                  <c:v>5.0130699999999999</c:v>
                </c:pt>
                <c:pt idx="4718">
                  <c:v>5.0133700000000001</c:v>
                </c:pt>
                <c:pt idx="4719">
                  <c:v>5.0136799999999999</c:v>
                </c:pt>
                <c:pt idx="4720">
                  <c:v>5.0139800000000001</c:v>
                </c:pt>
                <c:pt idx="4721">
                  <c:v>5.0142899999999999</c:v>
                </c:pt>
                <c:pt idx="4722">
                  <c:v>5.0145900000000001</c:v>
                </c:pt>
                <c:pt idx="4723">
                  <c:v>5.0148999999999999</c:v>
                </c:pt>
                <c:pt idx="4724">
                  <c:v>5.0152099999999997</c:v>
                </c:pt>
                <c:pt idx="4725">
                  <c:v>5.0155099999999999</c:v>
                </c:pt>
                <c:pt idx="4726">
                  <c:v>5.0158199999999997</c:v>
                </c:pt>
                <c:pt idx="4727">
                  <c:v>5.0161199999999999</c:v>
                </c:pt>
                <c:pt idx="4728">
                  <c:v>5.0164299999999997</c:v>
                </c:pt>
                <c:pt idx="4729">
                  <c:v>5.0167299999999999</c:v>
                </c:pt>
                <c:pt idx="4730">
                  <c:v>5.0170399999999997</c:v>
                </c:pt>
                <c:pt idx="4731">
                  <c:v>5.0173399999999999</c:v>
                </c:pt>
                <c:pt idx="4732">
                  <c:v>5.0176499999999997</c:v>
                </c:pt>
                <c:pt idx="4733">
                  <c:v>5.0179499999999999</c:v>
                </c:pt>
                <c:pt idx="4734">
                  <c:v>5.0182599999999997</c:v>
                </c:pt>
                <c:pt idx="4735">
                  <c:v>5.0185599999999999</c:v>
                </c:pt>
                <c:pt idx="4736">
                  <c:v>5.0188699999999997</c:v>
                </c:pt>
                <c:pt idx="4737">
                  <c:v>5.0191800000000004</c:v>
                </c:pt>
                <c:pt idx="4738">
                  <c:v>5.0194799999999997</c:v>
                </c:pt>
                <c:pt idx="4739">
                  <c:v>5.0197900000000004</c:v>
                </c:pt>
                <c:pt idx="4740">
                  <c:v>5.0200899999999997</c:v>
                </c:pt>
                <c:pt idx="4741">
                  <c:v>5.0204000000000004</c:v>
                </c:pt>
                <c:pt idx="4742">
                  <c:v>5.0206999999999997</c:v>
                </c:pt>
                <c:pt idx="4743">
                  <c:v>5.0210100000000004</c:v>
                </c:pt>
                <c:pt idx="4744">
                  <c:v>5.0213099999999997</c:v>
                </c:pt>
                <c:pt idx="4745">
                  <c:v>5.0216200000000004</c:v>
                </c:pt>
                <c:pt idx="4746">
                  <c:v>5.0219199999999997</c:v>
                </c:pt>
                <c:pt idx="4747">
                  <c:v>5.0222300000000004</c:v>
                </c:pt>
                <c:pt idx="4748">
                  <c:v>5.0225299999999997</c:v>
                </c:pt>
                <c:pt idx="4749">
                  <c:v>5.0228400000000004</c:v>
                </c:pt>
                <c:pt idx="4750">
                  <c:v>5.0231500000000002</c:v>
                </c:pt>
                <c:pt idx="4751">
                  <c:v>5.0234500000000004</c:v>
                </c:pt>
                <c:pt idx="4752">
                  <c:v>5.0237600000000002</c:v>
                </c:pt>
                <c:pt idx="4753">
                  <c:v>5.0240600000000004</c:v>
                </c:pt>
                <c:pt idx="4754">
                  <c:v>5.0243700000000002</c:v>
                </c:pt>
                <c:pt idx="4755">
                  <c:v>5.0246700000000004</c:v>
                </c:pt>
                <c:pt idx="4756">
                  <c:v>5.0249800000000002</c:v>
                </c:pt>
                <c:pt idx="4757">
                  <c:v>5.0252800000000004</c:v>
                </c:pt>
                <c:pt idx="4758">
                  <c:v>5.0255900000000002</c:v>
                </c:pt>
                <c:pt idx="4759">
                  <c:v>5.0258900000000004</c:v>
                </c:pt>
                <c:pt idx="4760">
                  <c:v>5.0262000000000002</c:v>
                </c:pt>
                <c:pt idx="4761">
                  <c:v>5.0265000000000004</c:v>
                </c:pt>
                <c:pt idx="4762">
                  <c:v>5.0268100000000002</c:v>
                </c:pt>
                <c:pt idx="4763">
                  <c:v>5.02712</c:v>
                </c:pt>
                <c:pt idx="4764">
                  <c:v>5.0274200000000002</c:v>
                </c:pt>
                <c:pt idx="4765">
                  <c:v>5.02773</c:v>
                </c:pt>
                <c:pt idx="4766">
                  <c:v>5.0280300000000002</c:v>
                </c:pt>
                <c:pt idx="4767">
                  <c:v>5.02834</c:v>
                </c:pt>
                <c:pt idx="4768">
                  <c:v>5.0286400000000002</c:v>
                </c:pt>
                <c:pt idx="4769">
                  <c:v>5.02895</c:v>
                </c:pt>
                <c:pt idx="4770">
                  <c:v>5.0292500000000002</c:v>
                </c:pt>
                <c:pt idx="4771">
                  <c:v>5.02956</c:v>
                </c:pt>
                <c:pt idx="4772">
                  <c:v>5.0298600000000002</c:v>
                </c:pt>
                <c:pt idx="4773">
                  <c:v>5.03017</c:v>
                </c:pt>
                <c:pt idx="4774">
                  <c:v>5.0304799999999998</c:v>
                </c:pt>
                <c:pt idx="4775">
                  <c:v>5.03078</c:v>
                </c:pt>
                <c:pt idx="4776">
                  <c:v>5.0310899999999998</c:v>
                </c:pt>
                <c:pt idx="4777">
                  <c:v>5.03139</c:v>
                </c:pt>
                <c:pt idx="4778">
                  <c:v>5.0316999999999998</c:v>
                </c:pt>
                <c:pt idx="4779">
                  <c:v>5.032</c:v>
                </c:pt>
                <c:pt idx="4780">
                  <c:v>5.0323099999999998</c:v>
                </c:pt>
                <c:pt idx="4781">
                  <c:v>5.03261</c:v>
                </c:pt>
                <c:pt idx="4782">
                  <c:v>5.0329199999999998</c:v>
                </c:pt>
                <c:pt idx="4783">
                  <c:v>5.03322</c:v>
                </c:pt>
                <c:pt idx="4784">
                  <c:v>5.0335299999999998</c:v>
                </c:pt>
                <c:pt idx="4785">
                  <c:v>5.03383</c:v>
                </c:pt>
                <c:pt idx="4786">
                  <c:v>5.0341399999999998</c:v>
                </c:pt>
                <c:pt idx="4787">
                  <c:v>5.0344499999999996</c:v>
                </c:pt>
                <c:pt idx="4788">
                  <c:v>5.0347499999999998</c:v>
                </c:pt>
                <c:pt idx="4789">
                  <c:v>5.0350599999999996</c:v>
                </c:pt>
                <c:pt idx="4790">
                  <c:v>5.0353599999999998</c:v>
                </c:pt>
                <c:pt idx="4791">
                  <c:v>5.0356699999999996</c:v>
                </c:pt>
                <c:pt idx="4792">
                  <c:v>5.0359699999999998</c:v>
                </c:pt>
                <c:pt idx="4793">
                  <c:v>5.0362799999999996</c:v>
                </c:pt>
                <c:pt idx="4794">
                  <c:v>5.0365799999999998</c:v>
                </c:pt>
                <c:pt idx="4795">
                  <c:v>5.0368899999999996</c:v>
                </c:pt>
                <c:pt idx="4796">
                  <c:v>5.0371899999999998</c:v>
                </c:pt>
                <c:pt idx="4797">
                  <c:v>5.0374999999999996</c:v>
                </c:pt>
                <c:pt idx="4798">
                  <c:v>5.0377999999999998</c:v>
                </c:pt>
                <c:pt idx="4799">
                  <c:v>5.0381099999999996</c:v>
                </c:pt>
                <c:pt idx="4800">
                  <c:v>5.0384200000000003</c:v>
                </c:pt>
                <c:pt idx="4801">
                  <c:v>5.0387199999999996</c:v>
                </c:pt>
                <c:pt idx="4802">
                  <c:v>5.0390300000000003</c:v>
                </c:pt>
                <c:pt idx="4803">
                  <c:v>5.0393299999999996</c:v>
                </c:pt>
                <c:pt idx="4804">
                  <c:v>5.0396400000000003</c:v>
                </c:pt>
                <c:pt idx="4805">
                  <c:v>5.0399399999999996</c:v>
                </c:pt>
                <c:pt idx="4806">
                  <c:v>5.0402500000000003</c:v>
                </c:pt>
                <c:pt idx="4807">
                  <c:v>5.0405499999999996</c:v>
                </c:pt>
                <c:pt idx="4808">
                  <c:v>5.0408600000000003</c:v>
                </c:pt>
                <c:pt idx="4809">
                  <c:v>5.0411599999999996</c:v>
                </c:pt>
                <c:pt idx="4810">
                  <c:v>5.0414700000000003</c:v>
                </c:pt>
                <c:pt idx="4811">
                  <c:v>5.0417699999999996</c:v>
                </c:pt>
                <c:pt idx="4812">
                  <c:v>5.0420800000000003</c:v>
                </c:pt>
                <c:pt idx="4813">
                  <c:v>5.0423900000000001</c:v>
                </c:pt>
                <c:pt idx="4814">
                  <c:v>5.0426900000000003</c:v>
                </c:pt>
                <c:pt idx="4815">
                  <c:v>5.0430000000000001</c:v>
                </c:pt>
                <c:pt idx="4816">
                  <c:v>5.0433000000000003</c:v>
                </c:pt>
                <c:pt idx="4817">
                  <c:v>5.0436100000000001</c:v>
                </c:pt>
                <c:pt idx="4818">
                  <c:v>5.0439100000000003</c:v>
                </c:pt>
                <c:pt idx="4819">
                  <c:v>5.0442200000000001</c:v>
                </c:pt>
                <c:pt idx="4820">
                  <c:v>5.0445200000000003</c:v>
                </c:pt>
                <c:pt idx="4821">
                  <c:v>5.0448300000000001</c:v>
                </c:pt>
                <c:pt idx="4822">
                  <c:v>5.0451300000000003</c:v>
                </c:pt>
                <c:pt idx="4823">
                  <c:v>5.0454400000000001</c:v>
                </c:pt>
                <c:pt idx="4824">
                  <c:v>5.0457400000000003</c:v>
                </c:pt>
                <c:pt idx="4825">
                  <c:v>5.0460500000000001</c:v>
                </c:pt>
                <c:pt idx="4826">
                  <c:v>5.04636</c:v>
                </c:pt>
                <c:pt idx="4827">
                  <c:v>5.0466600000000001</c:v>
                </c:pt>
                <c:pt idx="4828">
                  <c:v>5.04697</c:v>
                </c:pt>
                <c:pt idx="4829">
                  <c:v>5.0472700000000001</c:v>
                </c:pt>
                <c:pt idx="4830">
                  <c:v>5.04758</c:v>
                </c:pt>
                <c:pt idx="4831">
                  <c:v>5.0478800000000001</c:v>
                </c:pt>
                <c:pt idx="4832">
                  <c:v>5.04819</c:v>
                </c:pt>
                <c:pt idx="4833">
                  <c:v>5.0484900000000001</c:v>
                </c:pt>
                <c:pt idx="4834">
                  <c:v>5.0488</c:v>
                </c:pt>
                <c:pt idx="4835">
                  <c:v>5.0491000000000001</c:v>
                </c:pt>
                <c:pt idx="4836">
                  <c:v>5.04941</c:v>
                </c:pt>
                <c:pt idx="4837">
                  <c:v>5.0497199999999998</c:v>
                </c:pt>
                <c:pt idx="4838">
                  <c:v>5.05002</c:v>
                </c:pt>
                <c:pt idx="4839">
                  <c:v>5.0503299999999998</c:v>
                </c:pt>
                <c:pt idx="4840">
                  <c:v>5.05063</c:v>
                </c:pt>
                <c:pt idx="4841">
                  <c:v>5.0509399999999998</c:v>
                </c:pt>
                <c:pt idx="4842">
                  <c:v>5.05124</c:v>
                </c:pt>
                <c:pt idx="4843">
                  <c:v>5.0515499999999998</c:v>
                </c:pt>
                <c:pt idx="4844">
                  <c:v>5.05185</c:v>
                </c:pt>
                <c:pt idx="4845">
                  <c:v>5.0521599999999998</c:v>
                </c:pt>
                <c:pt idx="4846">
                  <c:v>5.05246</c:v>
                </c:pt>
                <c:pt idx="4847">
                  <c:v>5.0527699999999998</c:v>
                </c:pt>
                <c:pt idx="4848">
                  <c:v>5.05307</c:v>
                </c:pt>
                <c:pt idx="4849">
                  <c:v>5.0533799999999998</c:v>
                </c:pt>
                <c:pt idx="4850">
                  <c:v>5.0536899999999996</c:v>
                </c:pt>
                <c:pt idx="4851">
                  <c:v>5.0539899999999998</c:v>
                </c:pt>
                <c:pt idx="4852">
                  <c:v>5.0542999999999996</c:v>
                </c:pt>
                <c:pt idx="4853">
                  <c:v>5.0545999999999998</c:v>
                </c:pt>
                <c:pt idx="4854">
                  <c:v>5.0549099999999996</c:v>
                </c:pt>
                <c:pt idx="4855">
                  <c:v>5.0552099999999998</c:v>
                </c:pt>
                <c:pt idx="4856">
                  <c:v>5.0555199999999996</c:v>
                </c:pt>
                <c:pt idx="4857">
                  <c:v>5.0558199999999998</c:v>
                </c:pt>
                <c:pt idx="4858">
                  <c:v>5.0561299999999996</c:v>
                </c:pt>
                <c:pt idx="4859">
                  <c:v>5.0564299999999998</c:v>
                </c:pt>
                <c:pt idx="4860">
                  <c:v>5.0567399999999996</c:v>
                </c:pt>
                <c:pt idx="4861">
                  <c:v>5.0570399999999998</c:v>
                </c:pt>
                <c:pt idx="4862">
                  <c:v>5.0573499999999996</c:v>
                </c:pt>
                <c:pt idx="4863">
                  <c:v>5.0576600000000003</c:v>
                </c:pt>
                <c:pt idx="4864">
                  <c:v>5.0579599999999996</c:v>
                </c:pt>
                <c:pt idx="4865">
                  <c:v>5.0582700000000003</c:v>
                </c:pt>
                <c:pt idx="4866">
                  <c:v>5.0585699999999996</c:v>
                </c:pt>
                <c:pt idx="4867">
                  <c:v>5.0588800000000003</c:v>
                </c:pt>
                <c:pt idx="4868">
                  <c:v>5.0591799999999996</c:v>
                </c:pt>
                <c:pt idx="4869">
                  <c:v>5.0594900000000003</c:v>
                </c:pt>
                <c:pt idx="4870">
                  <c:v>5.0597899999999996</c:v>
                </c:pt>
                <c:pt idx="4871">
                  <c:v>5.0601000000000003</c:v>
                </c:pt>
                <c:pt idx="4872">
                  <c:v>5.0603999999999996</c:v>
                </c:pt>
                <c:pt idx="4873">
                  <c:v>5.0607100000000003</c:v>
                </c:pt>
                <c:pt idx="4874">
                  <c:v>5.0610099999999996</c:v>
                </c:pt>
                <c:pt idx="4875">
                  <c:v>5.0613200000000003</c:v>
                </c:pt>
                <c:pt idx="4876">
                  <c:v>5.0616300000000001</c:v>
                </c:pt>
                <c:pt idx="4877">
                  <c:v>5.0619300000000003</c:v>
                </c:pt>
                <c:pt idx="4878">
                  <c:v>5.0622400000000001</c:v>
                </c:pt>
                <c:pt idx="4879">
                  <c:v>5.0625400000000003</c:v>
                </c:pt>
                <c:pt idx="4880">
                  <c:v>5.0628500000000001</c:v>
                </c:pt>
                <c:pt idx="4881">
                  <c:v>5.0631500000000003</c:v>
                </c:pt>
                <c:pt idx="4882">
                  <c:v>5.0634600000000001</c:v>
                </c:pt>
                <c:pt idx="4883">
                  <c:v>5.0637600000000003</c:v>
                </c:pt>
                <c:pt idx="4884">
                  <c:v>5.0640700000000001</c:v>
                </c:pt>
                <c:pt idx="4885">
                  <c:v>5.0643700000000003</c:v>
                </c:pt>
                <c:pt idx="4886">
                  <c:v>5.0646800000000001</c:v>
                </c:pt>
                <c:pt idx="4887">
                  <c:v>5.0649800000000003</c:v>
                </c:pt>
                <c:pt idx="4888">
                  <c:v>5.0652900000000001</c:v>
                </c:pt>
                <c:pt idx="4889">
                  <c:v>5.0655999999999999</c:v>
                </c:pt>
                <c:pt idx="4890">
                  <c:v>5.0659000000000001</c:v>
                </c:pt>
                <c:pt idx="4891">
                  <c:v>5.0662099999999999</c:v>
                </c:pt>
                <c:pt idx="4892">
                  <c:v>5.0665100000000001</c:v>
                </c:pt>
                <c:pt idx="4893">
                  <c:v>5.0668199999999999</c:v>
                </c:pt>
                <c:pt idx="4894">
                  <c:v>5.0671200000000001</c:v>
                </c:pt>
                <c:pt idx="4895">
                  <c:v>5.0674299999999999</c:v>
                </c:pt>
                <c:pt idx="4896">
                  <c:v>5.0677300000000001</c:v>
                </c:pt>
                <c:pt idx="4897">
                  <c:v>5.0680399999999999</c:v>
                </c:pt>
                <c:pt idx="4898">
                  <c:v>5.0683400000000001</c:v>
                </c:pt>
                <c:pt idx="4899">
                  <c:v>5.0686499999999999</c:v>
                </c:pt>
                <c:pt idx="4900">
                  <c:v>5.0689599999999997</c:v>
                </c:pt>
                <c:pt idx="4901">
                  <c:v>5.0692599999999999</c:v>
                </c:pt>
                <c:pt idx="4902">
                  <c:v>5.0695699999999997</c:v>
                </c:pt>
                <c:pt idx="4903">
                  <c:v>5.0698699999999999</c:v>
                </c:pt>
                <c:pt idx="4904">
                  <c:v>5.0701799999999997</c:v>
                </c:pt>
                <c:pt idx="4905">
                  <c:v>5.0704799999999999</c:v>
                </c:pt>
                <c:pt idx="4906">
                  <c:v>5.0707899999999997</c:v>
                </c:pt>
                <c:pt idx="4907">
                  <c:v>5.0710899999999999</c:v>
                </c:pt>
                <c:pt idx="4908">
                  <c:v>5.0713999999999997</c:v>
                </c:pt>
                <c:pt idx="4909">
                  <c:v>5.0716999999999999</c:v>
                </c:pt>
                <c:pt idx="4910">
                  <c:v>5.0720099999999997</c:v>
                </c:pt>
                <c:pt idx="4911">
                  <c:v>5.0723099999999999</c:v>
                </c:pt>
                <c:pt idx="4912">
                  <c:v>5.0726199999999997</c:v>
                </c:pt>
                <c:pt idx="4913">
                  <c:v>5.0729300000000004</c:v>
                </c:pt>
                <c:pt idx="4914">
                  <c:v>5.0732299999999997</c:v>
                </c:pt>
                <c:pt idx="4915">
                  <c:v>5.0735400000000004</c:v>
                </c:pt>
                <c:pt idx="4916">
                  <c:v>5.0738399999999997</c:v>
                </c:pt>
                <c:pt idx="4917">
                  <c:v>5.0741500000000004</c:v>
                </c:pt>
                <c:pt idx="4918">
                  <c:v>5.0744499999999997</c:v>
                </c:pt>
                <c:pt idx="4919">
                  <c:v>5.0747600000000004</c:v>
                </c:pt>
                <c:pt idx="4920">
                  <c:v>5.0750599999999997</c:v>
                </c:pt>
                <c:pt idx="4921">
                  <c:v>5.0753700000000004</c:v>
                </c:pt>
                <c:pt idx="4922">
                  <c:v>5.0756699999999997</c:v>
                </c:pt>
                <c:pt idx="4923">
                  <c:v>5.0759800000000004</c:v>
                </c:pt>
                <c:pt idx="4924">
                  <c:v>5.0762799999999997</c:v>
                </c:pt>
                <c:pt idx="4925">
                  <c:v>5.0765900000000004</c:v>
                </c:pt>
                <c:pt idx="4926">
                  <c:v>5.0769000000000002</c:v>
                </c:pt>
                <c:pt idx="4927">
                  <c:v>5.0772000000000004</c:v>
                </c:pt>
                <c:pt idx="4928">
                  <c:v>5.0775100000000002</c:v>
                </c:pt>
                <c:pt idx="4929">
                  <c:v>5.0778100000000004</c:v>
                </c:pt>
                <c:pt idx="4930">
                  <c:v>5.0781200000000002</c:v>
                </c:pt>
                <c:pt idx="4931">
                  <c:v>5.0784200000000004</c:v>
                </c:pt>
                <c:pt idx="4932">
                  <c:v>5.0787300000000002</c:v>
                </c:pt>
                <c:pt idx="4933">
                  <c:v>5.0790300000000004</c:v>
                </c:pt>
                <c:pt idx="4934">
                  <c:v>5.0793400000000002</c:v>
                </c:pt>
                <c:pt idx="4935">
                  <c:v>5.0796400000000004</c:v>
                </c:pt>
                <c:pt idx="4936">
                  <c:v>5.0799500000000002</c:v>
                </c:pt>
                <c:pt idx="4937">
                  <c:v>5.0802500000000004</c:v>
                </c:pt>
                <c:pt idx="4938">
                  <c:v>5.0805600000000002</c:v>
                </c:pt>
                <c:pt idx="4939">
                  <c:v>5.08087</c:v>
                </c:pt>
                <c:pt idx="4940">
                  <c:v>5.0811700000000002</c:v>
                </c:pt>
                <c:pt idx="4941">
                  <c:v>5.08148</c:v>
                </c:pt>
                <c:pt idx="4942">
                  <c:v>5.0817800000000002</c:v>
                </c:pt>
                <c:pt idx="4943">
                  <c:v>5.08209</c:v>
                </c:pt>
                <c:pt idx="4944">
                  <c:v>5.0823900000000002</c:v>
                </c:pt>
                <c:pt idx="4945">
                  <c:v>5.0827</c:v>
                </c:pt>
                <c:pt idx="4946">
                  <c:v>5.0830000000000002</c:v>
                </c:pt>
                <c:pt idx="4947">
                  <c:v>5.08331</c:v>
                </c:pt>
                <c:pt idx="4948">
                  <c:v>5.0836100000000002</c:v>
                </c:pt>
                <c:pt idx="4949">
                  <c:v>5.08392</c:v>
                </c:pt>
                <c:pt idx="4950">
                  <c:v>5.0842299999999998</c:v>
                </c:pt>
                <c:pt idx="4951">
                  <c:v>5.08453</c:v>
                </c:pt>
                <c:pt idx="4952">
                  <c:v>5.0848399999999998</c:v>
                </c:pt>
                <c:pt idx="4953">
                  <c:v>5.08514</c:v>
                </c:pt>
                <c:pt idx="4954">
                  <c:v>5.0854499999999998</c:v>
                </c:pt>
                <c:pt idx="4955">
                  <c:v>5.08575</c:v>
                </c:pt>
                <c:pt idx="4956">
                  <c:v>5.0860599999999998</c:v>
                </c:pt>
                <c:pt idx="4957">
                  <c:v>5.08636</c:v>
                </c:pt>
                <c:pt idx="4958">
                  <c:v>5.0866699999999998</c:v>
                </c:pt>
                <c:pt idx="4959">
                  <c:v>5.08697</c:v>
                </c:pt>
                <c:pt idx="4960">
                  <c:v>5.0872799999999998</c:v>
                </c:pt>
                <c:pt idx="4961">
                  <c:v>5.08758</c:v>
                </c:pt>
                <c:pt idx="4962">
                  <c:v>5.0878899999999998</c:v>
                </c:pt>
                <c:pt idx="4963">
                  <c:v>5.0881999999999996</c:v>
                </c:pt>
                <c:pt idx="4964">
                  <c:v>5.0884999999999998</c:v>
                </c:pt>
                <c:pt idx="4965">
                  <c:v>5.0888099999999996</c:v>
                </c:pt>
                <c:pt idx="4966">
                  <c:v>5.0891099999999998</c:v>
                </c:pt>
                <c:pt idx="4967">
                  <c:v>5.0894199999999996</c:v>
                </c:pt>
                <c:pt idx="4968">
                  <c:v>5.0897199999999998</c:v>
                </c:pt>
                <c:pt idx="4969">
                  <c:v>5.0900299999999996</c:v>
                </c:pt>
                <c:pt idx="4970">
                  <c:v>5.0903299999999998</c:v>
                </c:pt>
                <c:pt idx="4971">
                  <c:v>5.0906399999999996</c:v>
                </c:pt>
                <c:pt idx="4972">
                  <c:v>5.0909399999999998</c:v>
                </c:pt>
                <c:pt idx="4973">
                  <c:v>5.0912499999999996</c:v>
                </c:pt>
                <c:pt idx="4974">
                  <c:v>5.0915499999999998</c:v>
                </c:pt>
                <c:pt idx="4975">
                  <c:v>5.0918599999999996</c:v>
                </c:pt>
                <c:pt idx="4976">
                  <c:v>5.0921700000000003</c:v>
                </c:pt>
                <c:pt idx="4977">
                  <c:v>5.0924699999999996</c:v>
                </c:pt>
                <c:pt idx="4978">
                  <c:v>5.0927800000000003</c:v>
                </c:pt>
                <c:pt idx="4979">
                  <c:v>5.0930799999999996</c:v>
                </c:pt>
                <c:pt idx="4980">
                  <c:v>5.0933900000000003</c:v>
                </c:pt>
                <c:pt idx="4981">
                  <c:v>5.0936899999999996</c:v>
                </c:pt>
                <c:pt idx="4982">
                  <c:v>5.0940000000000003</c:v>
                </c:pt>
                <c:pt idx="4983">
                  <c:v>5.0942999999999996</c:v>
                </c:pt>
                <c:pt idx="4984">
                  <c:v>5.0946100000000003</c:v>
                </c:pt>
                <c:pt idx="4985">
                  <c:v>5.0949099999999996</c:v>
                </c:pt>
                <c:pt idx="4986">
                  <c:v>5.0952200000000003</c:v>
                </c:pt>
                <c:pt idx="4987">
                  <c:v>5.0955199999999996</c:v>
                </c:pt>
                <c:pt idx="4988">
                  <c:v>5.0958300000000003</c:v>
                </c:pt>
                <c:pt idx="4989">
                  <c:v>5.0961400000000001</c:v>
                </c:pt>
                <c:pt idx="4990">
                  <c:v>5.0964400000000003</c:v>
                </c:pt>
                <c:pt idx="4991">
                  <c:v>5.0967500000000001</c:v>
                </c:pt>
                <c:pt idx="4992">
                  <c:v>5.0970500000000003</c:v>
                </c:pt>
                <c:pt idx="4993">
                  <c:v>5.0973600000000001</c:v>
                </c:pt>
                <c:pt idx="4994">
                  <c:v>5.0976600000000003</c:v>
                </c:pt>
                <c:pt idx="4995">
                  <c:v>5.0979700000000001</c:v>
                </c:pt>
                <c:pt idx="4996">
                  <c:v>5.0982700000000003</c:v>
                </c:pt>
                <c:pt idx="4997">
                  <c:v>5.0985800000000001</c:v>
                </c:pt>
                <c:pt idx="4998">
                  <c:v>5.0988800000000003</c:v>
                </c:pt>
                <c:pt idx="4999">
                  <c:v>5.0991900000000001</c:v>
                </c:pt>
                <c:pt idx="5000">
                  <c:v>5.0994900000000003</c:v>
                </c:pt>
                <c:pt idx="5001">
                  <c:v>5.0998000000000001</c:v>
                </c:pt>
                <c:pt idx="5002">
                  <c:v>5.1001099999999999</c:v>
                </c:pt>
                <c:pt idx="5003">
                  <c:v>5.1004100000000001</c:v>
                </c:pt>
                <c:pt idx="5004">
                  <c:v>5.1007199999999999</c:v>
                </c:pt>
                <c:pt idx="5005">
                  <c:v>5.1010200000000001</c:v>
                </c:pt>
                <c:pt idx="5006">
                  <c:v>5.1013299999999999</c:v>
                </c:pt>
                <c:pt idx="5007">
                  <c:v>5.1016300000000001</c:v>
                </c:pt>
                <c:pt idx="5008">
                  <c:v>5.1019399999999999</c:v>
                </c:pt>
                <c:pt idx="5009">
                  <c:v>5.1022400000000001</c:v>
                </c:pt>
                <c:pt idx="5010">
                  <c:v>5.1025499999999999</c:v>
                </c:pt>
                <c:pt idx="5011">
                  <c:v>5.1028500000000001</c:v>
                </c:pt>
                <c:pt idx="5012">
                  <c:v>5.1031599999999999</c:v>
                </c:pt>
                <c:pt idx="5013">
                  <c:v>5.1034699999999997</c:v>
                </c:pt>
                <c:pt idx="5014">
                  <c:v>5.1037699999999999</c:v>
                </c:pt>
                <c:pt idx="5015">
                  <c:v>5.1040799999999997</c:v>
                </c:pt>
                <c:pt idx="5016">
                  <c:v>5.1043799999999999</c:v>
                </c:pt>
                <c:pt idx="5017">
                  <c:v>5.1046899999999997</c:v>
                </c:pt>
                <c:pt idx="5018">
                  <c:v>5.1049899999999999</c:v>
                </c:pt>
                <c:pt idx="5019">
                  <c:v>5.1052999999999997</c:v>
                </c:pt>
                <c:pt idx="5020">
                  <c:v>5.1055999999999999</c:v>
                </c:pt>
                <c:pt idx="5021">
                  <c:v>5.1059099999999997</c:v>
                </c:pt>
                <c:pt idx="5022">
                  <c:v>5.1062099999999999</c:v>
                </c:pt>
                <c:pt idx="5023">
                  <c:v>5.1065199999999997</c:v>
                </c:pt>
                <c:pt idx="5024">
                  <c:v>5.1068199999999999</c:v>
                </c:pt>
                <c:pt idx="5025">
                  <c:v>5.1071299999999997</c:v>
                </c:pt>
                <c:pt idx="5026">
                  <c:v>5.1074400000000004</c:v>
                </c:pt>
                <c:pt idx="5027">
                  <c:v>5.1077399999999997</c:v>
                </c:pt>
                <c:pt idx="5028">
                  <c:v>5.1080500000000004</c:v>
                </c:pt>
                <c:pt idx="5029">
                  <c:v>5.1083499999999997</c:v>
                </c:pt>
                <c:pt idx="5030">
                  <c:v>5.1086600000000004</c:v>
                </c:pt>
                <c:pt idx="5031">
                  <c:v>5.1089599999999997</c:v>
                </c:pt>
                <c:pt idx="5032">
                  <c:v>5.1092700000000004</c:v>
                </c:pt>
                <c:pt idx="5033">
                  <c:v>5.1095699999999997</c:v>
                </c:pt>
                <c:pt idx="5034">
                  <c:v>5.1098800000000004</c:v>
                </c:pt>
                <c:pt idx="5035">
                  <c:v>5.1101799999999997</c:v>
                </c:pt>
                <c:pt idx="5036">
                  <c:v>5.1104900000000004</c:v>
                </c:pt>
                <c:pt idx="5037">
                  <c:v>5.1107899999999997</c:v>
                </c:pt>
                <c:pt idx="5038">
                  <c:v>5.1111000000000004</c:v>
                </c:pt>
                <c:pt idx="5039">
                  <c:v>5.1114100000000002</c:v>
                </c:pt>
                <c:pt idx="5040">
                  <c:v>5.1117100000000004</c:v>
                </c:pt>
                <c:pt idx="5041">
                  <c:v>5.1120200000000002</c:v>
                </c:pt>
                <c:pt idx="5042">
                  <c:v>5.1123200000000004</c:v>
                </c:pt>
                <c:pt idx="5043">
                  <c:v>5.1126300000000002</c:v>
                </c:pt>
                <c:pt idx="5044">
                  <c:v>5.1129300000000004</c:v>
                </c:pt>
                <c:pt idx="5045">
                  <c:v>5.1132400000000002</c:v>
                </c:pt>
                <c:pt idx="5046">
                  <c:v>5.1135400000000004</c:v>
                </c:pt>
                <c:pt idx="5047">
                  <c:v>5.1138500000000002</c:v>
                </c:pt>
                <c:pt idx="5048">
                  <c:v>5.1141500000000004</c:v>
                </c:pt>
                <c:pt idx="5049">
                  <c:v>5.1144600000000002</c:v>
                </c:pt>
                <c:pt idx="5050">
                  <c:v>5.1147600000000004</c:v>
                </c:pt>
                <c:pt idx="5051">
                  <c:v>5.1150700000000002</c:v>
                </c:pt>
                <c:pt idx="5052">
                  <c:v>5.11538</c:v>
                </c:pt>
                <c:pt idx="5053">
                  <c:v>5.1156800000000002</c:v>
                </c:pt>
                <c:pt idx="5054">
                  <c:v>5.11599</c:v>
                </c:pt>
                <c:pt idx="5055">
                  <c:v>5.1162900000000002</c:v>
                </c:pt>
                <c:pt idx="5056">
                  <c:v>5.1166</c:v>
                </c:pt>
                <c:pt idx="5057">
                  <c:v>5.1169000000000002</c:v>
                </c:pt>
                <c:pt idx="5058">
                  <c:v>5.11721</c:v>
                </c:pt>
                <c:pt idx="5059">
                  <c:v>5.1175100000000002</c:v>
                </c:pt>
                <c:pt idx="5060">
                  <c:v>5.11782</c:v>
                </c:pt>
                <c:pt idx="5061">
                  <c:v>5.1181200000000002</c:v>
                </c:pt>
                <c:pt idx="5062">
                  <c:v>5.11843</c:v>
                </c:pt>
                <c:pt idx="5063">
                  <c:v>5.1187300000000002</c:v>
                </c:pt>
                <c:pt idx="5064">
                  <c:v>5.11904</c:v>
                </c:pt>
                <c:pt idx="5065">
                  <c:v>5.1193499999999998</c:v>
                </c:pt>
                <c:pt idx="5066">
                  <c:v>5.11965</c:v>
                </c:pt>
                <c:pt idx="5067">
                  <c:v>5.1199599999999998</c:v>
                </c:pt>
                <c:pt idx="5068">
                  <c:v>5.12026</c:v>
                </c:pt>
                <c:pt idx="5069">
                  <c:v>5.1205699999999998</c:v>
                </c:pt>
                <c:pt idx="5070">
                  <c:v>5.12087</c:v>
                </c:pt>
                <c:pt idx="5071">
                  <c:v>5.1211799999999998</c:v>
                </c:pt>
                <c:pt idx="5072">
                  <c:v>5.12148</c:v>
                </c:pt>
                <c:pt idx="5073">
                  <c:v>5.1217899999999998</c:v>
                </c:pt>
                <c:pt idx="5074">
                  <c:v>5.12209</c:v>
                </c:pt>
                <c:pt idx="5075">
                  <c:v>5.1223999999999998</c:v>
                </c:pt>
                <c:pt idx="5076">
                  <c:v>5.1227099999999997</c:v>
                </c:pt>
                <c:pt idx="5077">
                  <c:v>5.1230099999999998</c:v>
                </c:pt>
                <c:pt idx="5078">
                  <c:v>5.1233199999999997</c:v>
                </c:pt>
                <c:pt idx="5079">
                  <c:v>5.1236199999999998</c:v>
                </c:pt>
                <c:pt idx="5080">
                  <c:v>5.1239299999999997</c:v>
                </c:pt>
                <c:pt idx="5081">
                  <c:v>5.1242299999999998</c:v>
                </c:pt>
                <c:pt idx="5082">
                  <c:v>5.1245399999999997</c:v>
                </c:pt>
                <c:pt idx="5083">
                  <c:v>5.1248399999999998</c:v>
                </c:pt>
                <c:pt idx="5084">
                  <c:v>5.1251499999999997</c:v>
                </c:pt>
                <c:pt idx="5085">
                  <c:v>5.1254499999999998</c:v>
                </c:pt>
                <c:pt idx="5086">
                  <c:v>5.1257599999999996</c:v>
                </c:pt>
                <c:pt idx="5087">
                  <c:v>5.1260599999999998</c:v>
                </c:pt>
                <c:pt idx="5088">
                  <c:v>5.1263699999999996</c:v>
                </c:pt>
                <c:pt idx="5089">
                  <c:v>5.1266800000000003</c:v>
                </c:pt>
                <c:pt idx="5090">
                  <c:v>5.1269799999999996</c:v>
                </c:pt>
                <c:pt idx="5091">
                  <c:v>5.1272900000000003</c:v>
                </c:pt>
                <c:pt idx="5092">
                  <c:v>5.1275899999999996</c:v>
                </c:pt>
                <c:pt idx="5093">
                  <c:v>5.1279000000000003</c:v>
                </c:pt>
                <c:pt idx="5094">
                  <c:v>5.1281999999999996</c:v>
                </c:pt>
                <c:pt idx="5095">
                  <c:v>5.1285100000000003</c:v>
                </c:pt>
                <c:pt idx="5096">
                  <c:v>5.1288099999999996</c:v>
                </c:pt>
                <c:pt idx="5097">
                  <c:v>5.1291200000000003</c:v>
                </c:pt>
                <c:pt idx="5098">
                  <c:v>5.1294199999999996</c:v>
                </c:pt>
                <c:pt idx="5099">
                  <c:v>5.1297300000000003</c:v>
                </c:pt>
                <c:pt idx="5100">
                  <c:v>5.1300299999999996</c:v>
                </c:pt>
                <c:pt idx="5101">
                  <c:v>5.1303400000000003</c:v>
                </c:pt>
                <c:pt idx="5102">
                  <c:v>5.1306500000000002</c:v>
                </c:pt>
                <c:pt idx="5103">
                  <c:v>5.1309500000000003</c:v>
                </c:pt>
                <c:pt idx="5104">
                  <c:v>5.1312600000000002</c:v>
                </c:pt>
                <c:pt idx="5105">
                  <c:v>5.1315600000000003</c:v>
                </c:pt>
                <c:pt idx="5106">
                  <c:v>5.1318700000000002</c:v>
                </c:pt>
                <c:pt idx="5107">
                  <c:v>5.1321700000000003</c:v>
                </c:pt>
                <c:pt idx="5108">
                  <c:v>5.1324800000000002</c:v>
                </c:pt>
                <c:pt idx="5109">
                  <c:v>5.1327800000000003</c:v>
                </c:pt>
                <c:pt idx="5110">
                  <c:v>5.1330900000000002</c:v>
                </c:pt>
                <c:pt idx="5111">
                  <c:v>5.1333900000000003</c:v>
                </c:pt>
                <c:pt idx="5112">
                  <c:v>5.1337000000000002</c:v>
                </c:pt>
                <c:pt idx="5113">
                  <c:v>5.1340000000000003</c:v>
                </c:pt>
                <c:pt idx="5114">
                  <c:v>5.1343100000000002</c:v>
                </c:pt>
                <c:pt idx="5115">
                  <c:v>5.13462</c:v>
                </c:pt>
                <c:pt idx="5116">
                  <c:v>5.1349200000000002</c:v>
                </c:pt>
                <c:pt idx="5117">
                  <c:v>5.13523</c:v>
                </c:pt>
                <c:pt idx="5118">
                  <c:v>5.1355300000000002</c:v>
                </c:pt>
                <c:pt idx="5119">
                  <c:v>5.13584</c:v>
                </c:pt>
                <c:pt idx="5120">
                  <c:v>5.1361400000000001</c:v>
                </c:pt>
                <c:pt idx="5121">
                  <c:v>5.13645</c:v>
                </c:pt>
                <c:pt idx="5122">
                  <c:v>5.1367500000000001</c:v>
                </c:pt>
                <c:pt idx="5123">
                  <c:v>5.13706</c:v>
                </c:pt>
                <c:pt idx="5124">
                  <c:v>5.1373600000000001</c:v>
                </c:pt>
                <c:pt idx="5125">
                  <c:v>5.13767</c:v>
                </c:pt>
                <c:pt idx="5126">
                  <c:v>5.1379700000000001</c:v>
                </c:pt>
                <c:pt idx="5127">
                  <c:v>5.13828</c:v>
                </c:pt>
                <c:pt idx="5128">
                  <c:v>5.1385899999999998</c:v>
                </c:pt>
                <c:pt idx="5129">
                  <c:v>5.13889</c:v>
                </c:pt>
                <c:pt idx="5130">
                  <c:v>5.1391999999999998</c:v>
                </c:pt>
                <c:pt idx="5131">
                  <c:v>5.1395</c:v>
                </c:pt>
                <c:pt idx="5132">
                  <c:v>5.1398099999999998</c:v>
                </c:pt>
                <c:pt idx="5133">
                  <c:v>5.14011</c:v>
                </c:pt>
                <c:pt idx="5134">
                  <c:v>5.1404199999999998</c:v>
                </c:pt>
                <c:pt idx="5135">
                  <c:v>5.14072</c:v>
                </c:pt>
                <c:pt idx="5136">
                  <c:v>5.1410299999999998</c:v>
                </c:pt>
                <c:pt idx="5137">
                  <c:v>5.14133</c:v>
                </c:pt>
                <c:pt idx="5138">
                  <c:v>5.1416399999999998</c:v>
                </c:pt>
                <c:pt idx="5139">
                  <c:v>5.1419499999999996</c:v>
                </c:pt>
                <c:pt idx="5140">
                  <c:v>5.1422499999999998</c:v>
                </c:pt>
                <c:pt idx="5141">
                  <c:v>5.1425599999999996</c:v>
                </c:pt>
                <c:pt idx="5142">
                  <c:v>5.1428599999999998</c:v>
                </c:pt>
                <c:pt idx="5143">
                  <c:v>5.1431699999999996</c:v>
                </c:pt>
                <c:pt idx="5144">
                  <c:v>5.1434699999999998</c:v>
                </c:pt>
                <c:pt idx="5145">
                  <c:v>5.1437799999999996</c:v>
                </c:pt>
                <c:pt idx="5146">
                  <c:v>5.1440799999999998</c:v>
                </c:pt>
                <c:pt idx="5147">
                  <c:v>5.1443899999999996</c:v>
                </c:pt>
                <c:pt idx="5148">
                  <c:v>5.1446899999999998</c:v>
                </c:pt>
                <c:pt idx="5149">
                  <c:v>5.1449999999999996</c:v>
                </c:pt>
                <c:pt idx="5150">
                  <c:v>5.1452999999999998</c:v>
                </c:pt>
                <c:pt idx="5151">
                  <c:v>5.1456099999999996</c:v>
                </c:pt>
                <c:pt idx="5152">
                  <c:v>5.1459200000000003</c:v>
                </c:pt>
                <c:pt idx="5153">
                  <c:v>5.1462199999999996</c:v>
                </c:pt>
                <c:pt idx="5154">
                  <c:v>5.1465300000000003</c:v>
                </c:pt>
                <c:pt idx="5155">
                  <c:v>5.1468299999999996</c:v>
                </c:pt>
                <c:pt idx="5156">
                  <c:v>5.1471400000000003</c:v>
                </c:pt>
                <c:pt idx="5157">
                  <c:v>5.1474399999999996</c:v>
                </c:pt>
                <c:pt idx="5158">
                  <c:v>5.1477500000000003</c:v>
                </c:pt>
                <c:pt idx="5159">
                  <c:v>5.1480499999999996</c:v>
                </c:pt>
                <c:pt idx="5160">
                  <c:v>5.1483600000000003</c:v>
                </c:pt>
                <c:pt idx="5161">
                  <c:v>5.1486599999999996</c:v>
                </c:pt>
                <c:pt idx="5162">
                  <c:v>5.1489700000000003</c:v>
                </c:pt>
                <c:pt idx="5163">
                  <c:v>5.1492699999999996</c:v>
                </c:pt>
                <c:pt idx="5164">
                  <c:v>5.1495800000000003</c:v>
                </c:pt>
                <c:pt idx="5165">
                  <c:v>5.1498900000000001</c:v>
                </c:pt>
                <c:pt idx="5166">
                  <c:v>5.1501900000000003</c:v>
                </c:pt>
                <c:pt idx="5167">
                  <c:v>5.1505000000000001</c:v>
                </c:pt>
                <c:pt idx="5168">
                  <c:v>5.1508000000000003</c:v>
                </c:pt>
                <c:pt idx="5169">
                  <c:v>5.1511100000000001</c:v>
                </c:pt>
                <c:pt idx="5170">
                  <c:v>5.1514100000000003</c:v>
                </c:pt>
                <c:pt idx="5171">
                  <c:v>5.1517200000000001</c:v>
                </c:pt>
                <c:pt idx="5172">
                  <c:v>5.1520200000000003</c:v>
                </c:pt>
                <c:pt idx="5173">
                  <c:v>5.1523300000000001</c:v>
                </c:pt>
                <c:pt idx="5174">
                  <c:v>5.1526300000000003</c:v>
                </c:pt>
                <c:pt idx="5175">
                  <c:v>5.1529400000000001</c:v>
                </c:pt>
                <c:pt idx="5176">
                  <c:v>5.1532400000000003</c:v>
                </c:pt>
                <c:pt idx="5177">
                  <c:v>5.1535500000000001</c:v>
                </c:pt>
                <c:pt idx="5178">
                  <c:v>5.1538599999999999</c:v>
                </c:pt>
                <c:pt idx="5179">
                  <c:v>5.1541600000000001</c:v>
                </c:pt>
                <c:pt idx="5180">
                  <c:v>5.1544699999999999</c:v>
                </c:pt>
                <c:pt idx="5181">
                  <c:v>5.1547700000000001</c:v>
                </c:pt>
                <c:pt idx="5182">
                  <c:v>5.1550799999999999</c:v>
                </c:pt>
                <c:pt idx="5183">
                  <c:v>5.1553800000000001</c:v>
                </c:pt>
                <c:pt idx="5184">
                  <c:v>5.1556899999999999</c:v>
                </c:pt>
                <c:pt idx="5185">
                  <c:v>5.1559900000000001</c:v>
                </c:pt>
                <c:pt idx="5186">
                  <c:v>5.1562999999999999</c:v>
                </c:pt>
                <c:pt idx="5187">
                  <c:v>5.1566000000000001</c:v>
                </c:pt>
                <c:pt idx="5188">
                  <c:v>5.1569099999999999</c:v>
                </c:pt>
                <c:pt idx="5189">
                  <c:v>5.1572199999999997</c:v>
                </c:pt>
                <c:pt idx="5190">
                  <c:v>5.1575199999999999</c:v>
                </c:pt>
                <c:pt idx="5191">
                  <c:v>5.1578299999999997</c:v>
                </c:pt>
                <c:pt idx="5192">
                  <c:v>5.1581299999999999</c:v>
                </c:pt>
                <c:pt idx="5193">
                  <c:v>5.1584399999999997</c:v>
                </c:pt>
                <c:pt idx="5194">
                  <c:v>5.1587399999999999</c:v>
                </c:pt>
                <c:pt idx="5195">
                  <c:v>5.1590499999999997</c:v>
                </c:pt>
                <c:pt idx="5196">
                  <c:v>5.1593499999999999</c:v>
                </c:pt>
                <c:pt idx="5197">
                  <c:v>5.1596599999999997</c:v>
                </c:pt>
                <c:pt idx="5198">
                  <c:v>5.1599599999999999</c:v>
                </c:pt>
                <c:pt idx="5199">
                  <c:v>5.1602699999999997</c:v>
                </c:pt>
                <c:pt idx="5200">
                  <c:v>5.1605699999999999</c:v>
                </c:pt>
                <c:pt idx="5201">
                  <c:v>5.1608799999999997</c:v>
                </c:pt>
                <c:pt idx="5202">
                  <c:v>5.1611900000000004</c:v>
                </c:pt>
                <c:pt idx="5203">
                  <c:v>5.1614899999999997</c:v>
                </c:pt>
                <c:pt idx="5204">
                  <c:v>5.1618000000000004</c:v>
                </c:pt>
                <c:pt idx="5205">
                  <c:v>5.1620999999999997</c:v>
                </c:pt>
                <c:pt idx="5206">
                  <c:v>5.1624100000000004</c:v>
                </c:pt>
                <c:pt idx="5207">
                  <c:v>5.1627099999999997</c:v>
                </c:pt>
                <c:pt idx="5208">
                  <c:v>5.1630200000000004</c:v>
                </c:pt>
                <c:pt idx="5209">
                  <c:v>5.1633199999999997</c:v>
                </c:pt>
                <c:pt idx="5210">
                  <c:v>5.1636300000000004</c:v>
                </c:pt>
                <c:pt idx="5211">
                  <c:v>5.1639299999999997</c:v>
                </c:pt>
                <c:pt idx="5212">
                  <c:v>5.1642400000000004</c:v>
                </c:pt>
                <c:pt idx="5213">
                  <c:v>5.1645399999999997</c:v>
                </c:pt>
                <c:pt idx="5214">
                  <c:v>5.1648500000000004</c:v>
                </c:pt>
                <c:pt idx="5215">
                  <c:v>5.1651600000000002</c:v>
                </c:pt>
                <c:pt idx="5216">
                  <c:v>5.1654600000000004</c:v>
                </c:pt>
                <c:pt idx="5217">
                  <c:v>5.1657700000000002</c:v>
                </c:pt>
                <c:pt idx="5218">
                  <c:v>5.1660700000000004</c:v>
                </c:pt>
                <c:pt idx="5219">
                  <c:v>5.1663800000000002</c:v>
                </c:pt>
                <c:pt idx="5220">
                  <c:v>5.1666800000000004</c:v>
                </c:pt>
                <c:pt idx="5221">
                  <c:v>5.1669900000000002</c:v>
                </c:pt>
                <c:pt idx="5222">
                  <c:v>5.1672900000000004</c:v>
                </c:pt>
                <c:pt idx="5223">
                  <c:v>5.1676000000000002</c:v>
                </c:pt>
                <c:pt idx="5224">
                  <c:v>5.1679000000000004</c:v>
                </c:pt>
                <c:pt idx="5225">
                  <c:v>5.1682100000000002</c:v>
                </c:pt>
                <c:pt idx="5226">
                  <c:v>5.1685100000000004</c:v>
                </c:pt>
                <c:pt idx="5227">
                  <c:v>5.1688200000000002</c:v>
                </c:pt>
                <c:pt idx="5228">
                  <c:v>5.16913</c:v>
                </c:pt>
                <c:pt idx="5229">
                  <c:v>5.1694300000000002</c:v>
                </c:pt>
                <c:pt idx="5230">
                  <c:v>5.16974</c:v>
                </c:pt>
                <c:pt idx="5231">
                  <c:v>5.1700400000000002</c:v>
                </c:pt>
                <c:pt idx="5232">
                  <c:v>5.17035</c:v>
                </c:pt>
                <c:pt idx="5233">
                  <c:v>5.1706500000000002</c:v>
                </c:pt>
                <c:pt idx="5234">
                  <c:v>5.17096</c:v>
                </c:pt>
                <c:pt idx="5235">
                  <c:v>5.1712600000000002</c:v>
                </c:pt>
                <c:pt idx="5236">
                  <c:v>5.17157</c:v>
                </c:pt>
                <c:pt idx="5237">
                  <c:v>5.1718700000000002</c:v>
                </c:pt>
                <c:pt idx="5238">
                  <c:v>5.17218</c:v>
                </c:pt>
                <c:pt idx="5239">
                  <c:v>5.1724800000000002</c:v>
                </c:pt>
                <c:pt idx="5240">
                  <c:v>5.17279</c:v>
                </c:pt>
                <c:pt idx="5241">
                  <c:v>5.1730999999999998</c:v>
                </c:pt>
                <c:pt idx="5242">
                  <c:v>5.1734</c:v>
                </c:pt>
                <c:pt idx="5243">
                  <c:v>5.1737099999999998</c:v>
                </c:pt>
                <c:pt idx="5244">
                  <c:v>5.17401</c:v>
                </c:pt>
                <c:pt idx="5245">
                  <c:v>5.1743199999999998</c:v>
                </c:pt>
                <c:pt idx="5246">
                  <c:v>5.17462</c:v>
                </c:pt>
                <c:pt idx="5247">
                  <c:v>5.1749299999999998</c:v>
                </c:pt>
                <c:pt idx="5248">
                  <c:v>5.17523</c:v>
                </c:pt>
                <c:pt idx="5249">
                  <c:v>5.1755399999999998</c:v>
                </c:pt>
                <c:pt idx="5250">
                  <c:v>5.17584</c:v>
                </c:pt>
                <c:pt idx="5251">
                  <c:v>5.1761499999999998</c:v>
                </c:pt>
                <c:pt idx="5252">
                  <c:v>5.1764599999999996</c:v>
                </c:pt>
                <c:pt idx="5253">
                  <c:v>5.1767599999999998</c:v>
                </c:pt>
                <c:pt idx="5254">
                  <c:v>5.1770699999999996</c:v>
                </c:pt>
                <c:pt idx="5255">
                  <c:v>5.1773699999999998</c:v>
                </c:pt>
                <c:pt idx="5256">
                  <c:v>5.1776799999999996</c:v>
                </c:pt>
                <c:pt idx="5257">
                  <c:v>5.1779799999999998</c:v>
                </c:pt>
                <c:pt idx="5258">
                  <c:v>5.1782899999999996</c:v>
                </c:pt>
                <c:pt idx="5259">
                  <c:v>5.1785899999999998</c:v>
                </c:pt>
                <c:pt idx="5260">
                  <c:v>5.1788999999999996</c:v>
                </c:pt>
                <c:pt idx="5261">
                  <c:v>5.1791999999999998</c:v>
                </c:pt>
                <c:pt idx="5262">
                  <c:v>5.1795099999999996</c:v>
                </c:pt>
                <c:pt idx="5263">
                  <c:v>5.1798099999999998</c:v>
                </c:pt>
                <c:pt idx="5264">
                  <c:v>5.1801199999999996</c:v>
                </c:pt>
                <c:pt idx="5265">
                  <c:v>5.1804300000000003</c:v>
                </c:pt>
                <c:pt idx="5266">
                  <c:v>5.1807299999999996</c:v>
                </c:pt>
                <c:pt idx="5267">
                  <c:v>5.1810400000000003</c:v>
                </c:pt>
                <c:pt idx="5268">
                  <c:v>5.1813399999999996</c:v>
                </c:pt>
                <c:pt idx="5269">
                  <c:v>5.1816500000000003</c:v>
                </c:pt>
                <c:pt idx="5270">
                  <c:v>5.1819499999999996</c:v>
                </c:pt>
                <c:pt idx="5271">
                  <c:v>5.1822600000000003</c:v>
                </c:pt>
                <c:pt idx="5272">
                  <c:v>5.1825599999999996</c:v>
                </c:pt>
                <c:pt idx="5273">
                  <c:v>5.1828700000000003</c:v>
                </c:pt>
                <c:pt idx="5274">
                  <c:v>5.1831699999999996</c:v>
                </c:pt>
                <c:pt idx="5275">
                  <c:v>5.1834800000000003</c:v>
                </c:pt>
                <c:pt idx="5276">
                  <c:v>5.1837799999999996</c:v>
                </c:pt>
                <c:pt idx="5277">
                  <c:v>5.1840900000000003</c:v>
                </c:pt>
                <c:pt idx="5278">
                  <c:v>5.1844000000000001</c:v>
                </c:pt>
                <c:pt idx="5279">
                  <c:v>5.1847000000000003</c:v>
                </c:pt>
                <c:pt idx="5280">
                  <c:v>5.1850100000000001</c:v>
                </c:pt>
                <c:pt idx="5281">
                  <c:v>5.1853100000000003</c:v>
                </c:pt>
                <c:pt idx="5282">
                  <c:v>5.1856200000000001</c:v>
                </c:pt>
                <c:pt idx="5283">
                  <c:v>5.1859200000000003</c:v>
                </c:pt>
                <c:pt idx="5284">
                  <c:v>5.1862300000000001</c:v>
                </c:pt>
                <c:pt idx="5285">
                  <c:v>5.1865300000000003</c:v>
                </c:pt>
                <c:pt idx="5286">
                  <c:v>5.1868400000000001</c:v>
                </c:pt>
                <c:pt idx="5287">
                  <c:v>5.1871400000000003</c:v>
                </c:pt>
                <c:pt idx="5288">
                  <c:v>5.1874500000000001</c:v>
                </c:pt>
                <c:pt idx="5289">
                  <c:v>5.1877500000000003</c:v>
                </c:pt>
                <c:pt idx="5290">
                  <c:v>5.1880600000000001</c:v>
                </c:pt>
                <c:pt idx="5291">
                  <c:v>5.1883699999999999</c:v>
                </c:pt>
                <c:pt idx="5292">
                  <c:v>5.1886700000000001</c:v>
                </c:pt>
                <c:pt idx="5293">
                  <c:v>5.1889799999999999</c:v>
                </c:pt>
                <c:pt idx="5294">
                  <c:v>5.1892800000000001</c:v>
                </c:pt>
                <c:pt idx="5295">
                  <c:v>5.1895899999999999</c:v>
                </c:pt>
                <c:pt idx="5296">
                  <c:v>5.1898900000000001</c:v>
                </c:pt>
                <c:pt idx="5297">
                  <c:v>5.1901999999999999</c:v>
                </c:pt>
                <c:pt idx="5298">
                  <c:v>5.1905000000000001</c:v>
                </c:pt>
                <c:pt idx="5299">
                  <c:v>5.1908099999999999</c:v>
                </c:pt>
                <c:pt idx="5300">
                  <c:v>5.1911100000000001</c:v>
                </c:pt>
                <c:pt idx="5301">
                  <c:v>5.1914199999999999</c:v>
                </c:pt>
                <c:pt idx="5302">
                  <c:v>5.1917200000000001</c:v>
                </c:pt>
                <c:pt idx="5303">
                  <c:v>5.1920299999999999</c:v>
                </c:pt>
                <c:pt idx="5304">
                  <c:v>5.1923399999999997</c:v>
                </c:pt>
                <c:pt idx="5305">
                  <c:v>5.1926399999999999</c:v>
                </c:pt>
                <c:pt idx="5306">
                  <c:v>5.1929499999999997</c:v>
                </c:pt>
                <c:pt idx="5307">
                  <c:v>5.1932499999999999</c:v>
                </c:pt>
                <c:pt idx="5308">
                  <c:v>5.1935599999999997</c:v>
                </c:pt>
                <c:pt idx="5309">
                  <c:v>5.1938599999999999</c:v>
                </c:pt>
                <c:pt idx="5310">
                  <c:v>5.1941699999999997</c:v>
                </c:pt>
                <c:pt idx="5311">
                  <c:v>5.1944699999999999</c:v>
                </c:pt>
                <c:pt idx="5312">
                  <c:v>5.1947799999999997</c:v>
                </c:pt>
                <c:pt idx="5313">
                  <c:v>5.1950799999999999</c:v>
                </c:pt>
                <c:pt idx="5314">
                  <c:v>5.1953899999999997</c:v>
                </c:pt>
                <c:pt idx="5315">
                  <c:v>5.1957000000000004</c:v>
                </c:pt>
                <c:pt idx="5316">
                  <c:v>5.1959999999999997</c:v>
                </c:pt>
                <c:pt idx="5317">
                  <c:v>5.1963100000000004</c:v>
                </c:pt>
                <c:pt idx="5318">
                  <c:v>5.1966099999999997</c:v>
                </c:pt>
                <c:pt idx="5319">
                  <c:v>5.1969200000000004</c:v>
                </c:pt>
                <c:pt idx="5320">
                  <c:v>5.1972199999999997</c:v>
                </c:pt>
                <c:pt idx="5321">
                  <c:v>5.1975300000000004</c:v>
                </c:pt>
                <c:pt idx="5322">
                  <c:v>5.1978299999999997</c:v>
                </c:pt>
                <c:pt idx="5323">
                  <c:v>5.1981400000000004</c:v>
                </c:pt>
                <c:pt idx="5324">
                  <c:v>5.1984399999999997</c:v>
                </c:pt>
                <c:pt idx="5325">
                  <c:v>5.1987500000000004</c:v>
                </c:pt>
                <c:pt idx="5326">
                  <c:v>5.1990499999999997</c:v>
                </c:pt>
                <c:pt idx="5327">
                  <c:v>5.1993600000000004</c:v>
                </c:pt>
                <c:pt idx="5328">
                  <c:v>5.1996700000000002</c:v>
                </c:pt>
                <c:pt idx="5329">
                  <c:v>5.1999700000000004</c:v>
                </c:pt>
                <c:pt idx="5330">
                  <c:v>5.2002800000000002</c:v>
                </c:pt>
                <c:pt idx="5331">
                  <c:v>5.2005800000000004</c:v>
                </c:pt>
                <c:pt idx="5332">
                  <c:v>5.2008900000000002</c:v>
                </c:pt>
                <c:pt idx="5333">
                  <c:v>5.2011900000000004</c:v>
                </c:pt>
                <c:pt idx="5334">
                  <c:v>5.2015000000000002</c:v>
                </c:pt>
                <c:pt idx="5335">
                  <c:v>5.2018000000000004</c:v>
                </c:pt>
                <c:pt idx="5336">
                  <c:v>5.2021100000000002</c:v>
                </c:pt>
                <c:pt idx="5337">
                  <c:v>5.2024100000000004</c:v>
                </c:pt>
                <c:pt idx="5338">
                  <c:v>5.2027200000000002</c:v>
                </c:pt>
                <c:pt idx="5339">
                  <c:v>5.2030200000000004</c:v>
                </c:pt>
                <c:pt idx="5340">
                  <c:v>5.2033300000000002</c:v>
                </c:pt>
                <c:pt idx="5341">
                  <c:v>5.20364</c:v>
                </c:pt>
                <c:pt idx="5342">
                  <c:v>5.2039400000000002</c:v>
                </c:pt>
                <c:pt idx="5343">
                  <c:v>5.20425</c:v>
                </c:pt>
                <c:pt idx="5344">
                  <c:v>5.2045500000000002</c:v>
                </c:pt>
                <c:pt idx="5345">
                  <c:v>5.20486</c:v>
                </c:pt>
                <c:pt idx="5346">
                  <c:v>5.2051600000000002</c:v>
                </c:pt>
                <c:pt idx="5347">
                  <c:v>5.20547</c:v>
                </c:pt>
                <c:pt idx="5348">
                  <c:v>5.2057700000000002</c:v>
                </c:pt>
                <c:pt idx="5349">
                  <c:v>5.20608</c:v>
                </c:pt>
                <c:pt idx="5350">
                  <c:v>5.2063800000000002</c:v>
                </c:pt>
                <c:pt idx="5351">
                  <c:v>5.20669</c:v>
                </c:pt>
                <c:pt idx="5352">
                  <c:v>5.2069900000000002</c:v>
                </c:pt>
                <c:pt idx="5353">
                  <c:v>5.2073</c:v>
                </c:pt>
                <c:pt idx="5354">
                  <c:v>5.2076099999999999</c:v>
                </c:pt>
                <c:pt idx="5355">
                  <c:v>5.20791</c:v>
                </c:pt>
                <c:pt idx="5356">
                  <c:v>5.2082199999999998</c:v>
                </c:pt>
                <c:pt idx="5357">
                  <c:v>5.20852</c:v>
                </c:pt>
                <c:pt idx="5358">
                  <c:v>5.2088299999999998</c:v>
                </c:pt>
                <c:pt idx="5359">
                  <c:v>5.20913</c:v>
                </c:pt>
                <c:pt idx="5360">
                  <c:v>5.2094399999999998</c:v>
                </c:pt>
                <c:pt idx="5361">
                  <c:v>5.20974</c:v>
                </c:pt>
                <c:pt idx="5362">
                  <c:v>5.2100499999999998</c:v>
                </c:pt>
                <c:pt idx="5363">
                  <c:v>5.21035</c:v>
                </c:pt>
                <c:pt idx="5364">
                  <c:v>5.2106599999999998</c:v>
                </c:pt>
                <c:pt idx="5365">
                  <c:v>5.2109699999999997</c:v>
                </c:pt>
                <c:pt idx="5366">
                  <c:v>5.2112699999999998</c:v>
                </c:pt>
                <c:pt idx="5367">
                  <c:v>5.2115799999999997</c:v>
                </c:pt>
                <c:pt idx="5368">
                  <c:v>5.2118799999999998</c:v>
                </c:pt>
                <c:pt idx="5369">
                  <c:v>5.2121899999999997</c:v>
                </c:pt>
                <c:pt idx="5370">
                  <c:v>5.2124899999999998</c:v>
                </c:pt>
                <c:pt idx="5371">
                  <c:v>5.2127999999999997</c:v>
                </c:pt>
                <c:pt idx="5372">
                  <c:v>5.2130999999999998</c:v>
                </c:pt>
                <c:pt idx="5373">
                  <c:v>5.2134099999999997</c:v>
                </c:pt>
                <c:pt idx="5374">
                  <c:v>5.2137099999999998</c:v>
                </c:pt>
                <c:pt idx="5375">
                  <c:v>5.2140199999999997</c:v>
                </c:pt>
                <c:pt idx="5376">
                  <c:v>5.2143199999999998</c:v>
                </c:pt>
                <c:pt idx="5377">
                  <c:v>5.2146299999999997</c:v>
                </c:pt>
                <c:pt idx="5378">
                  <c:v>5.2149400000000004</c:v>
                </c:pt>
                <c:pt idx="5379">
                  <c:v>5.2152399999999997</c:v>
                </c:pt>
                <c:pt idx="5380">
                  <c:v>5.2155500000000004</c:v>
                </c:pt>
                <c:pt idx="5381">
                  <c:v>5.2158499999999997</c:v>
                </c:pt>
                <c:pt idx="5382">
                  <c:v>5.2161600000000004</c:v>
                </c:pt>
                <c:pt idx="5383">
                  <c:v>5.2164599999999997</c:v>
                </c:pt>
                <c:pt idx="5384">
                  <c:v>5.2167700000000004</c:v>
                </c:pt>
                <c:pt idx="5385">
                  <c:v>5.2170699999999997</c:v>
                </c:pt>
                <c:pt idx="5386">
                  <c:v>5.2173800000000004</c:v>
                </c:pt>
                <c:pt idx="5387">
                  <c:v>5.2176799999999997</c:v>
                </c:pt>
                <c:pt idx="5388">
                  <c:v>5.2179900000000004</c:v>
                </c:pt>
                <c:pt idx="5389">
                  <c:v>5.2182899999999997</c:v>
                </c:pt>
                <c:pt idx="5390">
                  <c:v>5.2186000000000003</c:v>
                </c:pt>
                <c:pt idx="5391">
                  <c:v>5.2189100000000002</c:v>
                </c:pt>
                <c:pt idx="5392">
                  <c:v>5.2192100000000003</c:v>
                </c:pt>
                <c:pt idx="5393">
                  <c:v>5.2195200000000002</c:v>
                </c:pt>
                <c:pt idx="5394">
                  <c:v>5.2198200000000003</c:v>
                </c:pt>
                <c:pt idx="5395">
                  <c:v>5.2201300000000002</c:v>
                </c:pt>
                <c:pt idx="5396">
                  <c:v>5.2204300000000003</c:v>
                </c:pt>
                <c:pt idx="5397">
                  <c:v>5.2207400000000002</c:v>
                </c:pt>
                <c:pt idx="5398">
                  <c:v>5.2210400000000003</c:v>
                </c:pt>
                <c:pt idx="5399">
                  <c:v>5.2213500000000002</c:v>
                </c:pt>
                <c:pt idx="5400">
                  <c:v>5.2216500000000003</c:v>
                </c:pt>
                <c:pt idx="5401">
                  <c:v>5.2219600000000002</c:v>
                </c:pt>
                <c:pt idx="5402">
                  <c:v>5.2222600000000003</c:v>
                </c:pt>
                <c:pt idx="5403">
                  <c:v>5.2225700000000002</c:v>
                </c:pt>
                <c:pt idx="5404">
                  <c:v>5.22288</c:v>
                </c:pt>
                <c:pt idx="5405">
                  <c:v>5.2231800000000002</c:v>
                </c:pt>
                <c:pt idx="5406">
                  <c:v>5.22349</c:v>
                </c:pt>
                <c:pt idx="5407">
                  <c:v>5.2237900000000002</c:v>
                </c:pt>
                <c:pt idx="5408">
                  <c:v>5.2241</c:v>
                </c:pt>
                <c:pt idx="5409">
                  <c:v>5.2244000000000002</c:v>
                </c:pt>
                <c:pt idx="5410">
                  <c:v>5.22471</c:v>
                </c:pt>
                <c:pt idx="5411">
                  <c:v>5.2250100000000002</c:v>
                </c:pt>
                <c:pt idx="5412">
                  <c:v>5.22532</c:v>
                </c:pt>
                <c:pt idx="5413">
                  <c:v>5.2256200000000002</c:v>
                </c:pt>
                <c:pt idx="5414">
                  <c:v>5.22593</c:v>
                </c:pt>
                <c:pt idx="5415">
                  <c:v>5.2262300000000002</c:v>
                </c:pt>
                <c:pt idx="5416">
                  <c:v>5.22654</c:v>
                </c:pt>
                <c:pt idx="5417">
                  <c:v>5.2268499999999998</c:v>
                </c:pt>
                <c:pt idx="5418">
                  <c:v>5.22715</c:v>
                </c:pt>
                <c:pt idx="5419">
                  <c:v>5.2274599999999998</c:v>
                </c:pt>
                <c:pt idx="5420">
                  <c:v>5.22776</c:v>
                </c:pt>
                <c:pt idx="5421">
                  <c:v>5.2280699999999998</c:v>
                </c:pt>
                <c:pt idx="5422">
                  <c:v>5.22837</c:v>
                </c:pt>
                <c:pt idx="5423">
                  <c:v>5.2286799999999998</c:v>
                </c:pt>
                <c:pt idx="5424">
                  <c:v>5.22898</c:v>
                </c:pt>
                <c:pt idx="5425">
                  <c:v>5.2292899999999998</c:v>
                </c:pt>
                <c:pt idx="5426">
                  <c:v>5.22959</c:v>
                </c:pt>
                <c:pt idx="5427">
                  <c:v>5.2298999999999998</c:v>
                </c:pt>
                <c:pt idx="5428">
                  <c:v>5.2302099999999996</c:v>
                </c:pt>
                <c:pt idx="5429">
                  <c:v>5.2305099999999998</c:v>
                </c:pt>
                <c:pt idx="5430">
                  <c:v>5.2308199999999996</c:v>
                </c:pt>
                <c:pt idx="5431">
                  <c:v>5.2311199999999998</c:v>
                </c:pt>
                <c:pt idx="5432">
                  <c:v>5.2314299999999996</c:v>
                </c:pt>
                <c:pt idx="5433">
                  <c:v>5.2317299999999998</c:v>
                </c:pt>
                <c:pt idx="5434">
                  <c:v>5.2320399999999996</c:v>
                </c:pt>
                <c:pt idx="5435">
                  <c:v>5.2323399999999998</c:v>
                </c:pt>
                <c:pt idx="5436">
                  <c:v>5.2326499999999996</c:v>
                </c:pt>
                <c:pt idx="5437">
                  <c:v>5.2329499999999998</c:v>
                </c:pt>
                <c:pt idx="5438">
                  <c:v>5.2332599999999996</c:v>
                </c:pt>
                <c:pt idx="5439">
                  <c:v>5.2335599999999998</c:v>
                </c:pt>
                <c:pt idx="5440">
                  <c:v>5.2338699999999996</c:v>
                </c:pt>
                <c:pt idx="5441">
                  <c:v>5.2341800000000003</c:v>
                </c:pt>
                <c:pt idx="5442">
                  <c:v>5.2344799999999996</c:v>
                </c:pt>
                <c:pt idx="5443">
                  <c:v>5.2347900000000003</c:v>
                </c:pt>
                <c:pt idx="5444">
                  <c:v>5.2350899999999996</c:v>
                </c:pt>
                <c:pt idx="5445">
                  <c:v>5.2354000000000003</c:v>
                </c:pt>
                <c:pt idx="5446">
                  <c:v>5.2356999999999996</c:v>
                </c:pt>
                <c:pt idx="5447">
                  <c:v>5.2360100000000003</c:v>
                </c:pt>
                <c:pt idx="5448">
                  <c:v>5.2363099999999996</c:v>
                </c:pt>
                <c:pt idx="5449">
                  <c:v>5.2366200000000003</c:v>
                </c:pt>
                <c:pt idx="5450">
                  <c:v>5.2369199999999996</c:v>
                </c:pt>
                <c:pt idx="5451">
                  <c:v>5.2372300000000003</c:v>
                </c:pt>
                <c:pt idx="5452">
                  <c:v>5.2375299999999996</c:v>
                </c:pt>
                <c:pt idx="5453">
                  <c:v>5.2378400000000003</c:v>
                </c:pt>
                <c:pt idx="5454">
                  <c:v>5.2381500000000001</c:v>
                </c:pt>
                <c:pt idx="5455">
                  <c:v>5.2384500000000003</c:v>
                </c:pt>
                <c:pt idx="5456">
                  <c:v>5.2387600000000001</c:v>
                </c:pt>
                <c:pt idx="5457">
                  <c:v>5.2390600000000003</c:v>
                </c:pt>
                <c:pt idx="5458">
                  <c:v>5.2393700000000001</c:v>
                </c:pt>
                <c:pt idx="5459">
                  <c:v>5.2396700000000003</c:v>
                </c:pt>
                <c:pt idx="5460">
                  <c:v>5.2399800000000001</c:v>
                </c:pt>
                <c:pt idx="5461">
                  <c:v>5.2402800000000003</c:v>
                </c:pt>
                <c:pt idx="5462">
                  <c:v>5.2405900000000001</c:v>
                </c:pt>
                <c:pt idx="5463">
                  <c:v>5.2408900000000003</c:v>
                </c:pt>
                <c:pt idx="5464">
                  <c:v>5.2412000000000001</c:v>
                </c:pt>
                <c:pt idx="5465">
                  <c:v>5.2415000000000003</c:v>
                </c:pt>
                <c:pt idx="5466">
                  <c:v>5.2418100000000001</c:v>
                </c:pt>
                <c:pt idx="5467">
                  <c:v>5.2421199999999999</c:v>
                </c:pt>
                <c:pt idx="5468">
                  <c:v>5.2424200000000001</c:v>
                </c:pt>
                <c:pt idx="5469">
                  <c:v>5.2427299999999999</c:v>
                </c:pt>
                <c:pt idx="5470">
                  <c:v>5.2430300000000001</c:v>
                </c:pt>
                <c:pt idx="5471">
                  <c:v>5.2433399999999999</c:v>
                </c:pt>
                <c:pt idx="5472">
                  <c:v>5.2436400000000001</c:v>
                </c:pt>
                <c:pt idx="5473">
                  <c:v>5.2439499999999999</c:v>
                </c:pt>
                <c:pt idx="5474">
                  <c:v>5.2442500000000001</c:v>
                </c:pt>
                <c:pt idx="5475">
                  <c:v>5.2445599999999999</c:v>
                </c:pt>
                <c:pt idx="5476">
                  <c:v>5.2448600000000001</c:v>
                </c:pt>
                <c:pt idx="5477">
                  <c:v>5.2451699999999999</c:v>
                </c:pt>
                <c:pt idx="5478">
                  <c:v>5.2454700000000001</c:v>
                </c:pt>
                <c:pt idx="5479">
                  <c:v>5.2457799999999999</c:v>
                </c:pt>
                <c:pt idx="5480">
                  <c:v>5.2460899999999997</c:v>
                </c:pt>
                <c:pt idx="5481">
                  <c:v>5.2463899999999999</c:v>
                </c:pt>
                <c:pt idx="5482">
                  <c:v>5.2466999999999997</c:v>
                </c:pt>
                <c:pt idx="5483">
                  <c:v>5.2469999999999999</c:v>
                </c:pt>
                <c:pt idx="5484">
                  <c:v>5.2473099999999997</c:v>
                </c:pt>
                <c:pt idx="5485">
                  <c:v>5.2476099999999999</c:v>
                </c:pt>
                <c:pt idx="5486">
                  <c:v>5.2479199999999997</c:v>
                </c:pt>
                <c:pt idx="5487">
                  <c:v>5.2482199999999999</c:v>
                </c:pt>
                <c:pt idx="5488">
                  <c:v>5.2485299999999997</c:v>
                </c:pt>
                <c:pt idx="5489">
                  <c:v>5.2488299999999999</c:v>
                </c:pt>
                <c:pt idx="5490">
                  <c:v>5.2491399999999997</c:v>
                </c:pt>
                <c:pt idx="5491">
                  <c:v>5.2494500000000004</c:v>
                </c:pt>
                <c:pt idx="5492">
                  <c:v>5.2497499999999997</c:v>
                </c:pt>
                <c:pt idx="5493">
                  <c:v>5.2500600000000004</c:v>
                </c:pt>
                <c:pt idx="5494">
                  <c:v>5.2503599999999997</c:v>
                </c:pt>
                <c:pt idx="5495">
                  <c:v>5.2506700000000004</c:v>
                </c:pt>
                <c:pt idx="5496">
                  <c:v>5.2509699999999997</c:v>
                </c:pt>
                <c:pt idx="5497">
                  <c:v>5.2512800000000004</c:v>
                </c:pt>
                <c:pt idx="5498">
                  <c:v>5.2515799999999997</c:v>
                </c:pt>
                <c:pt idx="5499">
                  <c:v>5.2518900000000004</c:v>
                </c:pt>
                <c:pt idx="5500">
                  <c:v>5.2521899999999997</c:v>
                </c:pt>
                <c:pt idx="5501">
                  <c:v>5.2525000000000004</c:v>
                </c:pt>
                <c:pt idx="5502">
                  <c:v>5.2527999999999997</c:v>
                </c:pt>
                <c:pt idx="5503">
                  <c:v>5.2531100000000004</c:v>
                </c:pt>
                <c:pt idx="5504">
                  <c:v>5.2534200000000002</c:v>
                </c:pt>
                <c:pt idx="5505">
                  <c:v>5.2537200000000004</c:v>
                </c:pt>
                <c:pt idx="5506">
                  <c:v>5.2540300000000002</c:v>
                </c:pt>
                <c:pt idx="5507">
                  <c:v>5.2543300000000004</c:v>
                </c:pt>
                <c:pt idx="5508">
                  <c:v>5.2546400000000002</c:v>
                </c:pt>
                <c:pt idx="5509">
                  <c:v>5.2549400000000004</c:v>
                </c:pt>
                <c:pt idx="5510">
                  <c:v>5.2552500000000002</c:v>
                </c:pt>
                <c:pt idx="5511">
                  <c:v>5.2555500000000004</c:v>
                </c:pt>
                <c:pt idx="5512">
                  <c:v>5.2558600000000002</c:v>
                </c:pt>
                <c:pt idx="5513">
                  <c:v>5.2561600000000004</c:v>
                </c:pt>
                <c:pt idx="5514">
                  <c:v>5.2564700000000002</c:v>
                </c:pt>
                <c:pt idx="5515">
                  <c:v>5.2567700000000004</c:v>
                </c:pt>
                <c:pt idx="5516">
                  <c:v>5.2570800000000002</c:v>
                </c:pt>
                <c:pt idx="5517">
                  <c:v>5.25739</c:v>
                </c:pt>
                <c:pt idx="5518">
                  <c:v>5.2576900000000002</c:v>
                </c:pt>
                <c:pt idx="5519">
                  <c:v>5.258</c:v>
                </c:pt>
                <c:pt idx="5520">
                  <c:v>5.2583000000000002</c:v>
                </c:pt>
                <c:pt idx="5521">
                  <c:v>5.25861</c:v>
                </c:pt>
                <c:pt idx="5522">
                  <c:v>5.2589100000000002</c:v>
                </c:pt>
                <c:pt idx="5523">
                  <c:v>5.25922</c:v>
                </c:pt>
                <c:pt idx="5524">
                  <c:v>5.2595200000000002</c:v>
                </c:pt>
                <c:pt idx="5525">
                  <c:v>5.25983</c:v>
                </c:pt>
                <c:pt idx="5526">
                  <c:v>5.2601300000000002</c:v>
                </c:pt>
                <c:pt idx="5527">
                  <c:v>5.26044</c:v>
                </c:pt>
                <c:pt idx="5528">
                  <c:v>5.2607400000000002</c:v>
                </c:pt>
                <c:pt idx="5529">
                  <c:v>5.26105</c:v>
                </c:pt>
                <c:pt idx="5530">
                  <c:v>5.2613599999999998</c:v>
                </c:pt>
                <c:pt idx="5531">
                  <c:v>5.26166</c:v>
                </c:pt>
                <c:pt idx="5532">
                  <c:v>5.2619699999999998</c:v>
                </c:pt>
                <c:pt idx="5533">
                  <c:v>5.26227</c:v>
                </c:pt>
                <c:pt idx="5534">
                  <c:v>5.2625799999999998</c:v>
                </c:pt>
                <c:pt idx="5535">
                  <c:v>5.26288</c:v>
                </c:pt>
                <c:pt idx="5536">
                  <c:v>5.2631899999999998</c:v>
                </c:pt>
                <c:pt idx="5537">
                  <c:v>5.26349</c:v>
                </c:pt>
                <c:pt idx="5538">
                  <c:v>5.2637999999999998</c:v>
                </c:pt>
                <c:pt idx="5539">
                  <c:v>5.2641</c:v>
                </c:pt>
                <c:pt idx="5540">
                  <c:v>5.2644099999999998</c:v>
                </c:pt>
                <c:pt idx="5541">
                  <c:v>5.2647199999999996</c:v>
                </c:pt>
                <c:pt idx="5542">
                  <c:v>5.2650199999999998</c:v>
                </c:pt>
                <c:pt idx="5543">
                  <c:v>5.2653299999999996</c:v>
                </c:pt>
                <c:pt idx="5544">
                  <c:v>5.2656299999999998</c:v>
                </c:pt>
                <c:pt idx="5545">
                  <c:v>5.2659399999999996</c:v>
                </c:pt>
                <c:pt idx="5546">
                  <c:v>5.2662399999999998</c:v>
                </c:pt>
                <c:pt idx="5547">
                  <c:v>5.2665499999999996</c:v>
                </c:pt>
                <c:pt idx="5548">
                  <c:v>5.2668499999999998</c:v>
                </c:pt>
                <c:pt idx="5549">
                  <c:v>5.2671599999999996</c:v>
                </c:pt>
                <c:pt idx="5550">
                  <c:v>5.2674599999999998</c:v>
                </c:pt>
                <c:pt idx="5551">
                  <c:v>5.2677699999999996</c:v>
                </c:pt>
                <c:pt idx="5552">
                  <c:v>5.2680699999999998</c:v>
                </c:pt>
                <c:pt idx="5553">
                  <c:v>5.2683799999999996</c:v>
                </c:pt>
                <c:pt idx="5554">
                  <c:v>5.2686900000000003</c:v>
                </c:pt>
                <c:pt idx="5555">
                  <c:v>5.2689899999999996</c:v>
                </c:pt>
                <c:pt idx="5556">
                  <c:v>5.2693000000000003</c:v>
                </c:pt>
                <c:pt idx="5557">
                  <c:v>5.2695999999999996</c:v>
                </c:pt>
                <c:pt idx="5558">
                  <c:v>5.2699100000000003</c:v>
                </c:pt>
                <c:pt idx="5559">
                  <c:v>5.2702099999999996</c:v>
                </c:pt>
                <c:pt idx="5560">
                  <c:v>5.2705200000000003</c:v>
                </c:pt>
                <c:pt idx="5561">
                  <c:v>5.2708199999999996</c:v>
                </c:pt>
                <c:pt idx="5562">
                  <c:v>5.2711300000000003</c:v>
                </c:pt>
                <c:pt idx="5563">
                  <c:v>5.2714299999999996</c:v>
                </c:pt>
                <c:pt idx="5564">
                  <c:v>5.2717400000000003</c:v>
                </c:pt>
                <c:pt idx="5565">
                  <c:v>5.2720399999999996</c:v>
                </c:pt>
                <c:pt idx="5566">
                  <c:v>5.2723500000000003</c:v>
                </c:pt>
                <c:pt idx="5567">
                  <c:v>5.2726600000000001</c:v>
                </c:pt>
                <c:pt idx="5568">
                  <c:v>5.2729600000000003</c:v>
                </c:pt>
                <c:pt idx="5569">
                  <c:v>5.2732700000000001</c:v>
                </c:pt>
                <c:pt idx="5570">
                  <c:v>5.2735700000000003</c:v>
                </c:pt>
                <c:pt idx="5571">
                  <c:v>5.2738800000000001</c:v>
                </c:pt>
                <c:pt idx="5572">
                  <c:v>5.2741800000000003</c:v>
                </c:pt>
                <c:pt idx="5573">
                  <c:v>5.2744900000000001</c:v>
                </c:pt>
                <c:pt idx="5574">
                  <c:v>5.2747900000000003</c:v>
                </c:pt>
                <c:pt idx="5575">
                  <c:v>5.2751000000000001</c:v>
                </c:pt>
                <c:pt idx="5576">
                  <c:v>5.2754000000000003</c:v>
                </c:pt>
                <c:pt idx="5577">
                  <c:v>5.2757100000000001</c:v>
                </c:pt>
                <c:pt idx="5578">
                  <c:v>5.2760100000000003</c:v>
                </c:pt>
                <c:pt idx="5579">
                  <c:v>5.2763200000000001</c:v>
                </c:pt>
                <c:pt idx="5580">
                  <c:v>5.2766299999999999</c:v>
                </c:pt>
                <c:pt idx="5581">
                  <c:v>5.2769300000000001</c:v>
                </c:pt>
                <c:pt idx="5582">
                  <c:v>5.2772399999999999</c:v>
                </c:pt>
                <c:pt idx="5583">
                  <c:v>5.2775400000000001</c:v>
                </c:pt>
                <c:pt idx="5584">
                  <c:v>5.2778499999999999</c:v>
                </c:pt>
                <c:pt idx="5585">
                  <c:v>5.2781500000000001</c:v>
                </c:pt>
                <c:pt idx="5586">
                  <c:v>5.2784599999999999</c:v>
                </c:pt>
                <c:pt idx="5587">
                  <c:v>5.2787600000000001</c:v>
                </c:pt>
                <c:pt idx="5588">
                  <c:v>5.2790699999999999</c:v>
                </c:pt>
                <c:pt idx="5589">
                  <c:v>5.2793700000000001</c:v>
                </c:pt>
                <c:pt idx="5590">
                  <c:v>5.2796799999999999</c:v>
                </c:pt>
                <c:pt idx="5591">
                  <c:v>5.2799800000000001</c:v>
                </c:pt>
                <c:pt idx="5592">
                  <c:v>5.2802899999999999</c:v>
                </c:pt>
                <c:pt idx="5593">
                  <c:v>5.2805999999999997</c:v>
                </c:pt>
                <c:pt idx="5594">
                  <c:v>5.2808999999999999</c:v>
                </c:pt>
                <c:pt idx="5595">
                  <c:v>5.2812099999999997</c:v>
                </c:pt>
                <c:pt idx="5596">
                  <c:v>5.2815099999999999</c:v>
                </c:pt>
                <c:pt idx="5597">
                  <c:v>5.2818199999999997</c:v>
                </c:pt>
                <c:pt idx="5598">
                  <c:v>5.2821199999999999</c:v>
                </c:pt>
                <c:pt idx="5599">
                  <c:v>5.2824299999999997</c:v>
                </c:pt>
                <c:pt idx="5600">
                  <c:v>5.2827299999999999</c:v>
                </c:pt>
                <c:pt idx="5601">
                  <c:v>5.2830399999999997</c:v>
                </c:pt>
                <c:pt idx="5602">
                  <c:v>5.2833399999999999</c:v>
                </c:pt>
                <c:pt idx="5603">
                  <c:v>5.2836499999999997</c:v>
                </c:pt>
                <c:pt idx="5604">
                  <c:v>5.2839600000000004</c:v>
                </c:pt>
                <c:pt idx="5605">
                  <c:v>5.2842599999999997</c:v>
                </c:pt>
                <c:pt idx="5606">
                  <c:v>5.2845700000000004</c:v>
                </c:pt>
                <c:pt idx="5607">
                  <c:v>5.2848699999999997</c:v>
                </c:pt>
                <c:pt idx="5608">
                  <c:v>5.2851800000000004</c:v>
                </c:pt>
                <c:pt idx="5609">
                  <c:v>5.2854799999999997</c:v>
                </c:pt>
                <c:pt idx="5610">
                  <c:v>5.2857900000000004</c:v>
                </c:pt>
                <c:pt idx="5611">
                  <c:v>5.2860899999999997</c:v>
                </c:pt>
                <c:pt idx="5612">
                  <c:v>5.2864000000000004</c:v>
                </c:pt>
                <c:pt idx="5613">
                  <c:v>5.2866999999999997</c:v>
                </c:pt>
                <c:pt idx="5614">
                  <c:v>5.2870100000000004</c:v>
                </c:pt>
                <c:pt idx="5615">
                  <c:v>5.2873099999999997</c:v>
                </c:pt>
                <c:pt idx="5616">
                  <c:v>5.2876200000000004</c:v>
                </c:pt>
                <c:pt idx="5617">
                  <c:v>5.2879300000000002</c:v>
                </c:pt>
                <c:pt idx="5618">
                  <c:v>5.2882300000000004</c:v>
                </c:pt>
                <c:pt idx="5619">
                  <c:v>5.2885400000000002</c:v>
                </c:pt>
                <c:pt idx="5620">
                  <c:v>5.2888400000000004</c:v>
                </c:pt>
                <c:pt idx="5621">
                  <c:v>5.2891500000000002</c:v>
                </c:pt>
                <c:pt idx="5622">
                  <c:v>5.2894500000000004</c:v>
                </c:pt>
                <c:pt idx="5623">
                  <c:v>5.2897600000000002</c:v>
                </c:pt>
                <c:pt idx="5624">
                  <c:v>5.2900600000000004</c:v>
                </c:pt>
                <c:pt idx="5625">
                  <c:v>5.2903700000000002</c:v>
                </c:pt>
                <c:pt idx="5626">
                  <c:v>5.2906700000000004</c:v>
                </c:pt>
                <c:pt idx="5627">
                  <c:v>5.2909800000000002</c:v>
                </c:pt>
                <c:pt idx="5628">
                  <c:v>5.2912800000000004</c:v>
                </c:pt>
                <c:pt idx="5629">
                  <c:v>5.2915900000000002</c:v>
                </c:pt>
                <c:pt idx="5630">
                  <c:v>5.2919</c:v>
                </c:pt>
                <c:pt idx="5631">
                  <c:v>5.2922000000000002</c:v>
                </c:pt>
                <c:pt idx="5632">
                  <c:v>5.29251</c:v>
                </c:pt>
                <c:pt idx="5633">
                  <c:v>5.2928100000000002</c:v>
                </c:pt>
                <c:pt idx="5634">
                  <c:v>5.29312</c:v>
                </c:pt>
                <c:pt idx="5635">
                  <c:v>5.2934200000000002</c:v>
                </c:pt>
                <c:pt idx="5636">
                  <c:v>5.29373</c:v>
                </c:pt>
                <c:pt idx="5637">
                  <c:v>5.2940300000000002</c:v>
                </c:pt>
                <c:pt idx="5638">
                  <c:v>5.29434</c:v>
                </c:pt>
                <c:pt idx="5639">
                  <c:v>5.2946400000000002</c:v>
                </c:pt>
                <c:pt idx="5640">
                  <c:v>5.29495</c:v>
                </c:pt>
                <c:pt idx="5641">
                  <c:v>5.2952500000000002</c:v>
                </c:pt>
                <c:pt idx="5642">
                  <c:v>5.29556</c:v>
                </c:pt>
                <c:pt idx="5643">
                  <c:v>5.2958699999999999</c:v>
                </c:pt>
                <c:pt idx="5644">
                  <c:v>5.29617</c:v>
                </c:pt>
                <c:pt idx="5645">
                  <c:v>5.2964799999999999</c:v>
                </c:pt>
                <c:pt idx="5646">
                  <c:v>5.29678</c:v>
                </c:pt>
                <c:pt idx="5647">
                  <c:v>5.2970899999999999</c:v>
                </c:pt>
                <c:pt idx="5648">
                  <c:v>5.29739</c:v>
                </c:pt>
                <c:pt idx="5649">
                  <c:v>5.2976999999999999</c:v>
                </c:pt>
                <c:pt idx="5650">
                  <c:v>5.298</c:v>
                </c:pt>
                <c:pt idx="5651">
                  <c:v>5.2983099999999999</c:v>
                </c:pt>
                <c:pt idx="5652">
                  <c:v>5.29861</c:v>
                </c:pt>
                <c:pt idx="5653">
                  <c:v>5.2989199999999999</c:v>
                </c:pt>
                <c:pt idx="5654">
                  <c:v>5.29922</c:v>
                </c:pt>
                <c:pt idx="5655">
                  <c:v>5.2995299999999999</c:v>
                </c:pt>
                <c:pt idx="5656">
                  <c:v>5.2998399999999997</c:v>
                </c:pt>
                <c:pt idx="5657">
                  <c:v>5.3001399999999999</c:v>
                </c:pt>
                <c:pt idx="5658">
                  <c:v>5.3004499999999997</c:v>
                </c:pt>
                <c:pt idx="5659">
                  <c:v>5.3007499999999999</c:v>
                </c:pt>
                <c:pt idx="5660">
                  <c:v>5.3010599999999997</c:v>
                </c:pt>
                <c:pt idx="5661">
                  <c:v>5.3013599999999999</c:v>
                </c:pt>
                <c:pt idx="5662">
                  <c:v>5.3016699999999997</c:v>
                </c:pt>
                <c:pt idx="5663">
                  <c:v>5.3019699999999998</c:v>
                </c:pt>
                <c:pt idx="5664">
                  <c:v>5.3022799999999997</c:v>
                </c:pt>
                <c:pt idx="5665">
                  <c:v>5.3025799999999998</c:v>
                </c:pt>
                <c:pt idx="5666">
                  <c:v>5.3028899999999997</c:v>
                </c:pt>
                <c:pt idx="5667">
                  <c:v>5.3032000000000004</c:v>
                </c:pt>
                <c:pt idx="5668">
                  <c:v>5.3034999999999997</c:v>
                </c:pt>
                <c:pt idx="5669">
                  <c:v>5.3038100000000004</c:v>
                </c:pt>
                <c:pt idx="5670">
                  <c:v>5.3041099999999997</c:v>
                </c:pt>
                <c:pt idx="5671">
                  <c:v>5.3044200000000004</c:v>
                </c:pt>
                <c:pt idx="5672">
                  <c:v>5.3047199999999997</c:v>
                </c:pt>
                <c:pt idx="5673">
                  <c:v>5.3050300000000004</c:v>
                </c:pt>
                <c:pt idx="5674">
                  <c:v>5.3053299999999997</c:v>
                </c:pt>
                <c:pt idx="5675">
                  <c:v>5.3056400000000004</c:v>
                </c:pt>
                <c:pt idx="5676">
                  <c:v>5.3059399999999997</c:v>
                </c:pt>
                <c:pt idx="5677">
                  <c:v>5.3062500000000004</c:v>
                </c:pt>
                <c:pt idx="5678">
                  <c:v>5.3065499999999997</c:v>
                </c:pt>
                <c:pt idx="5679">
                  <c:v>5.3068600000000004</c:v>
                </c:pt>
                <c:pt idx="5680">
                  <c:v>5.3071700000000002</c:v>
                </c:pt>
                <c:pt idx="5681">
                  <c:v>5.3074700000000004</c:v>
                </c:pt>
                <c:pt idx="5682">
                  <c:v>5.3077800000000002</c:v>
                </c:pt>
                <c:pt idx="5683">
                  <c:v>5.3080800000000004</c:v>
                </c:pt>
                <c:pt idx="5684">
                  <c:v>5.3083900000000002</c:v>
                </c:pt>
                <c:pt idx="5685">
                  <c:v>5.3086900000000004</c:v>
                </c:pt>
                <c:pt idx="5686">
                  <c:v>5.3090000000000002</c:v>
                </c:pt>
                <c:pt idx="5687">
                  <c:v>5.3093000000000004</c:v>
                </c:pt>
                <c:pt idx="5688">
                  <c:v>5.3096100000000002</c:v>
                </c:pt>
                <c:pt idx="5689">
                  <c:v>5.3099100000000004</c:v>
                </c:pt>
                <c:pt idx="5690">
                  <c:v>5.3102200000000002</c:v>
                </c:pt>
                <c:pt idx="5691">
                  <c:v>5.3105200000000004</c:v>
                </c:pt>
                <c:pt idx="5692">
                  <c:v>5.3108300000000002</c:v>
                </c:pt>
                <c:pt idx="5693">
                  <c:v>5.31114</c:v>
                </c:pt>
                <c:pt idx="5694">
                  <c:v>5.3114400000000002</c:v>
                </c:pt>
                <c:pt idx="5695">
                  <c:v>5.31175</c:v>
                </c:pt>
                <c:pt idx="5696">
                  <c:v>5.3120500000000002</c:v>
                </c:pt>
                <c:pt idx="5697">
                  <c:v>5.31236</c:v>
                </c:pt>
                <c:pt idx="5698">
                  <c:v>5.3126600000000002</c:v>
                </c:pt>
                <c:pt idx="5699">
                  <c:v>5.31297</c:v>
                </c:pt>
                <c:pt idx="5700">
                  <c:v>5.3132700000000002</c:v>
                </c:pt>
                <c:pt idx="5701">
                  <c:v>5.31358</c:v>
                </c:pt>
                <c:pt idx="5702">
                  <c:v>5.3138800000000002</c:v>
                </c:pt>
                <c:pt idx="5703">
                  <c:v>5.31419</c:v>
                </c:pt>
                <c:pt idx="5704">
                  <c:v>5.3144900000000002</c:v>
                </c:pt>
                <c:pt idx="5705">
                  <c:v>5.3148</c:v>
                </c:pt>
                <c:pt idx="5706">
                  <c:v>5.3151099999999998</c:v>
                </c:pt>
                <c:pt idx="5707">
                  <c:v>5.31541</c:v>
                </c:pt>
                <c:pt idx="5708">
                  <c:v>5.3157199999999998</c:v>
                </c:pt>
                <c:pt idx="5709">
                  <c:v>5.31602</c:v>
                </c:pt>
                <c:pt idx="5710">
                  <c:v>5.3163299999999998</c:v>
                </c:pt>
                <c:pt idx="5711">
                  <c:v>5.31663</c:v>
                </c:pt>
                <c:pt idx="5712">
                  <c:v>5.3169399999999998</c:v>
                </c:pt>
                <c:pt idx="5713">
                  <c:v>5.31724</c:v>
                </c:pt>
                <c:pt idx="5714">
                  <c:v>5.3175499999999998</c:v>
                </c:pt>
                <c:pt idx="5715">
                  <c:v>5.31785</c:v>
                </c:pt>
                <c:pt idx="5716">
                  <c:v>5.3181599999999998</c:v>
                </c:pt>
                <c:pt idx="5717">
                  <c:v>5.31846</c:v>
                </c:pt>
                <c:pt idx="5718">
                  <c:v>5.3187699999999998</c:v>
                </c:pt>
                <c:pt idx="5719">
                  <c:v>5.3190799999999996</c:v>
                </c:pt>
                <c:pt idx="5720">
                  <c:v>5.3193799999999998</c:v>
                </c:pt>
                <c:pt idx="5721">
                  <c:v>5.3196899999999996</c:v>
                </c:pt>
                <c:pt idx="5722">
                  <c:v>5.3199899999999998</c:v>
                </c:pt>
                <c:pt idx="5723">
                  <c:v>5.3202999999999996</c:v>
                </c:pt>
                <c:pt idx="5724">
                  <c:v>5.3205999999999998</c:v>
                </c:pt>
                <c:pt idx="5725">
                  <c:v>5.3209099999999996</c:v>
                </c:pt>
                <c:pt idx="5726">
                  <c:v>5.3212099999999998</c:v>
                </c:pt>
                <c:pt idx="5727">
                  <c:v>5.3215199999999996</c:v>
                </c:pt>
                <c:pt idx="5728">
                  <c:v>5.3218199999999998</c:v>
                </c:pt>
                <c:pt idx="5729">
                  <c:v>5.3221299999999996</c:v>
                </c:pt>
                <c:pt idx="5730">
                  <c:v>5.3224400000000003</c:v>
                </c:pt>
                <c:pt idx="5731">
                  <c:v>5.3227399999999996</c:v>
                </c:pt>
                <c:pt idx="5732">
                  <c:v>5.3230500000000003</c:v>
                </c:pt>
                <c:pt idx="5733">
                  <c:v>5.3233499999999996</c:v>
                </c:pt>
                <c:pt idx="5734">
                  <c:v>5.3236600000000003</c:v>
                </c:pt>
                <c:pt idx="5735">
                  <c:v>5.3239599999999996</c:v>
                </c:pt>
                <c:pt idx="5736">
                  <c:v>5.3242700000000003</c:v>
                </c:pt>
                <c:pt idx="5737">
                  <c:v>5.3245699999999996</c:v>
                </c:pt>
                <c:pt idx="5738">
                  <c:v>5.3248800000000003</c:v>
                </c:pt>
                <c:pt idx="5739">
                  <c:v>5.3251799999999996</c:v>
                </c:pt>
                <c:pt idx="5740">
                  <c:v>5.3254900000000003</c:v>
                </c:pt>
                <c:pt idx="5741">
                  <c:v>5.3257899999999996</c:v>
                </c:pt>
                <c:pt idx="5742">
                  <c:v>5.3261000000000003</c:v>
                </c:pt>
                <c:pt idx="5743">
                  <c:v>5.3264100000000001</c:v>
                </c:pt>
                <c:pt idx="5744">
                  <c:v>5.3267100000000003</c:v>
                </c:pt>
                <c:pt idx="5745">
                  <c:v>5.3270200000000001</c:v>
                </c:pt>
                <c:pt idx="5746">
                  <c:v>5.3273200000000003</c:v>
                </c:pt>
                <c:pt idx="5747">
                  <c:v>5.3276300000000001</c:v>
                </c:pt>
                <c:pt idx="5748">
                  <c:v>5.3279300000000003</c:v>
                </c:pt>
                <c:pt idx="5749">
                  <c:v>5.3282400000000001</c:v>
                </c:pt>
                <c:pt idx="5750">
                  <c:v>5.3285400000000003</c:v>
                </c:pt>
                <c:pt idx="5751">
                  <c:v>5.3288500000000001</c:v>
                </c:pt>
                <c:pt idx="5752">
                  <c:v>5.3291500000000003</c:v>
                </c:pt>
                <c:pt idx="5753">
                  <c:v>5.3294600000000001</c:v>
                </c:pt>
                <c:pt idx="5754">
                  <c:v>5.3297600000000003</c:v>
                </c:pt>
                <c:pt idx="5755">
                  <c:v>5.3300700000000001</c:v>
                </c:pt>
                <c:pt idx="5756">
                  <c:v>5.3303799999999999</c:v>
                </c:pt>
                <c:pt idx="5757">
                  <c:v>5.3306800000000001</c:v>
                </c:pt>
                <c:pt idx="5758">
                  <c:v>5.3309899999999999</c:v>
                </c:pt>
                <c:pt idx="5759">
                  <c:v>5.3312900000000001</c:v>
                </c:pt>
                <c:pt idx="5760">
                  <c:v>5.3315999999999999</c:v>
                </c:pt>
                <c:pt idx="5761">
                  <c:v>5.3319000000000001</c:v>
                </c:pt>
                <c:pt idx="5762">
                  <c:v>5.3322099999999999</c:v>
                </c:pt>
                <c:pt idx="5763">
                  <c:v>5.3325100000000001</c:v>
                </c:pt>
                <c:pt idx="5764">
                  <c:v>5.3328199999999999</c:v>
                </c:pt>
                <c:pt idx="5765">
                  <c:v>5.3331200000000001</c:v>
                </c:pt>
                <c:pt idx="5766">
                  <c:v>5.3334299999999999</c:v>
                </c:pt>
                <c:pt idx="5767">
                  <c:v>5.3337300000000001</c:v>
                </c:pt>
                <c:pt idx="5768">
                  <c:v>5.3340399999999999</c:v>
                </c:pt>
                <c:pt idx="5769">
                  <c:v>5.3343499999999997</c:v>
                </c:pt>
                <c:pt idx="5770">
                  <c:v>5.3346499999999999</c:v>
                </c:pt>
                <c:pt idx="5771">
                  <c:v>5.3349599999999997</c:v>
                </c:pt>
                <c:pt idx="5772">
                  <c:v>5.3352599999999999</c:v>
                </c:pt>
                <c:pt idx="5773">
                  <c:v>5.3355699999999997</c:v>
                </c:pt>
                <c:pt idx="5774">
                  <c:v>5.3358699999999999</c:v>
                </c:pt>
                <c:pt idx="5775">
                  <c:v>5.3361799999999997</c:v>
                </c:pt>
                <c:pt idx="5776">
                  <c:v>5.3364799999999999</c:v>
                </c:pt>
                <c:pt idx="5777">
                  <c:v>5.3367899999999997</c:v>
                </c:pt>
                <c:pt idx="5778">
                  <c:v>5.3370899999999999</c:v>
                </c:pt>
                <c:pt idx="5779">
                  <c:v>5.3373999999999997</c:v>
                </c:pt>
                <c:pt idx="5780">
                  <c:v>5.3377100000000004</c:v>
                </c:pt>
                <c:pt idx="5781">
                  <c:v>5.3380099999999997</c:v>
                </c:pt>
                <c:pt idx="5782">
                  <c:v>5.3383200000000004</c:v>
                </c:pt>
                <c:pt idx="5783">
                  <c:v>5.3386199999999997</c:v>
                </c:pt>
                <c:pt idx="5784">
                  <c:v>5.3389300000000004</c:v>
                </c:pt>
                <c:pt idx="5785">
                  <c:v>5.3392299999999997</c:v>
                </c:pt>
                <c:pt idx="5786">
                  <c:v>5.3395400000000004</c:v>
                </c:pt>
                <c:pt idx="5787">
                  <c:v>5.3398399999999997</c:v>
                </c:pt>
                <c:pt idx="5788">
                  <c:v>5.3401500000000004</c:v>
                </c:pt>
                <c:pt idx="5789">
                  <c:v>5.3404499999999997</c:v>
                </c:pt>
                <c:pt idx="5790">
                  <c:v>5.3407600000000004</c:v>
                </c:pt>
                <c:pt idx="5791">
                  <c:v>5.3410599999999997</c:v>
                </c:pt>
                <c:pt idx="5792">
                  <c:v>5.3413700000000004</c:v>
                </c:pt>
                <c:pt idx="5793">
                  <c:v>5.3416800000000002</c:v>
                </c:pt>
                <c:pt idx="5794">
                  <c:v>5.3419800000000004</c:v>
                </c:pt>
                <c:pt idx="5795">
                  <c:v>5.3422900000000002</c:v>
                </c:pt>
                <c:pt idx="5796">
                  <c:v>5.3425900000000004</c:v>
                </c:pt>
                <c:pt idx="5797">
                  <c:v>5.3429000000000002</c:v>
                </c:pt>
                <c:pt idx="5798">
                  <c:v>5.3432000000000004</c:v>
                </c:pt>
                <c:pt idx="5799">
                  <c:v>5.3435100000000002</c:v>
                </c:pt>
                <c:pt idx="5800">
                  <c:v>5.3438100000000004</c:v>
                </c:pt>
                <c:pt idx="5801">
                  <c:v>5.3441200000000002</c:v>
                </c:pt>
                <c:pt idx="5802">
                  <c:v>5.3444200000000004</c:v>
                </c:pt>
                <c:pt idx="5803">
                  <c:v>5.3447300000000002</c:v>
                </c:pt>
                <c:pt idx="5804">
                  <c:v>5.3450300000000004</c:v>
                </c:pt>
                <c:pt idx="5805">
                  <c:v>5.3453400000000002</c:v>
                </c:pt>
                <c:pt idx="5806">
                  <c:v>5.34565</c:v>
                </c:pt>
                <c:pt idx="5807">
                  <c:v>5.3459500000000002</c:v>
                </c:pt>
                <c:pt idx="5808">
                  <c:v>5.34626</c:v>
                </c:pt>
                <c:pt idx="5809">
                  <c:v>5.3465600000000002</c:v>
                </c:pt>
                <c:pt idx="5810">
                  <c:v>5.34687</c:v>
                </c:pt>
                <c:pt idx="5811">
                  <c:v>5.3471700000000002</c:v>
                </c:pt>
                <c:pt idx="5812">
                  <c:v>5.34748</c:v>
                </c:pt>
                <c:pt idx="5813">
                  <c:v>5.3477800000000002</c:v>
                </c:pt>
                <c:pt idx="5814">
                  <c:v>5.34809</c:v>
                </c:pt>
                <c:pt idx="5815">
                  <c:v>5.3483900000000002</c:v>
                </c:pt>
                <c:pt idx="5816">
                  <c:v>5.3487</c:v>
                </c:pt>
                <c:pt idx="5817">
                  <c:v>5.3490000000000002</c:v>
                </c:pt>
                <c:pt idx="5818">
                  <c:v>5.34931</c:v>
                </c:pt>
                <c:pt idx="5819">
                  <c:v>5.3496199999999998</c:v>
                </c:pt>
                <c:pt idx="5820">
                  <c:v>5.34992</c:v>
                </c:pt>
                <c:pt idx="5821">
                  <c:v>5.3502299999999998</c:v>
                </c:pt>
                <c:pt idx="5822">
                  <c:v>5.35053</c:v>
                </c:pt>
                <c:pt idx="5823">
                  <c:v>5.3508399999999998</c:v>
                </c:pt>
                <c:pt idx="5824">
                  <c:v>5.35114</c:v>
                </c:pt>
                <c:pt idx="5825">
                  <c:v>5.3514499999999998</c:v>
                </c:pt>
                <c:pt idx="5826">
                  <c:v>5.35175</c:v>
                </c:pt>
                <c:pt idx="5827">
                  <c:v>5.3520599999999998</c:v>
                </c:pt>
                <c:pt idx="5828">
                  <c:v>5.35236</c:v>
                </c:pt>
                <c:pt idx="5829">
                  <c:v>5.3526699999999998</c:v>
                </c:pt>
                <c:pt idx="5830">
                  <c:v>5.35297</c:v>
                </c:pt>
                <c:pt idx="5831">
                  <c:v>5.3532799999999998</c:v>
                </c:pt>
                <c:pt idx="5832">
                  <c:v>5.3535899999999996</c:v>
                </c:pt>
                <c:pt idx="5833">
                  <c:v>5.3538899999999998</c:v>
                </c:pt>
                <c:pt idx="5834">
                  <c:v>5.3541999999999996</c:v>
                </c:pt>
                <c:pt idx="5835">
                  <c:v>5.3544999999999998</c:v>
                </c:pt>
                <c:pt idx="5836">
                  <c:v>5.3548099999999996</c:v>
                </c:pt>
                <c:pt idx="5837">
                  <c:v>5.3551099999999998</c:v>
                </c:pt>
                <c:pt idx="5838">
                  <c:v>5.3554199999999996</c:v>
                </c:pt>
                <c:pt idx="5839">
                  <c:v>5.3557199999999998</c:v>
                </c:pt>
                <c:pt idx="5840">
                  <c:v>5.3560299999999996</c:v>
                </c:pt>
                <c:pt idx="5841">
                  <c:v>5.3563299999999998</c:v>
                </c:pt>
                <c:pt idx="5842">
                  <c:v>5.3566399999999996</c:v>
                </c:pt>
                <c:pt idx="5843">
                  <c:v>5.3569500000000003</c:v>
                </c:pt>
                <c:pt idx="5844">
                  <c:v>5.3572499999999996</c:v>
                </c:pt>
                <c:pt idx="5845">
                  <c:v>5.3575600000000003</c:v>
                </c:pt>
                <c:pt idx="5846">
                  <c:v>5.3578599999999996</c:v>
                </c:pt>
                <c:pt idx="5847">
                  <c:v>5.3581700000000003</c:v>
                </c:pt>
                <c:pt idx="5848">
                  <c:v>5.3584699999999996</c:v>
                </c:pt>
                <c:pt idx="5849">
                  <c:v>5.3587800000000003</c:v>
                </c:pt>
                <c:pt idx="5850">
                  <c:v>5.3590799999999996</c:v>
                </c:pt>
                <c:pt idx="5851">
                  <c:v>5.3593900000000003</c:v>
                </c:pt>
                <c:pt idx="5852">
                  <c:v>5.3596899999999996</c:v>
                </c:pt>
                <c:pt idx="5853">
                  <c:v>5.36</c:v>
                </c:pt>
                <c:pt idx="5854">
                  <c:v>5.3602999999999996</c:v>
                </c:pt>
                <c:pt idx="5855">
                  <c:v>5.3606100000000003</c:v>
                </c:pt>
                <c:pt idx="5856">
                  <c:v>5.3609200000000001</c:v>
                </c:pt>
                <c:pt idx="5857">
                  <c:v>5.3612200000000003</c:v>
                </c:pt>
                <c:pt idx="5858">
                  <c:v>5.3615300000000001</c:v>
                </c:pt>
                <c:pt idx="5859">
                  <c:v>5.3618300000000003</c:v>
                </c:pt>
                <c:pt idx="5860">
                  <c:v>5.3621400000000001</c:v>
                </c:pt>
                <c:pt idx="5861">
                  <c:v>5.3624400000000003</c:v>
                </c:pt>
                <c:pt idx="5862">
                  <c:v>5.3627500000000001</c:v>
                </c:pt>
                <c:pt idx="5863">
                  <c:v>5.3630500000000003</c:v>
                </c:pt>
                <c:pt idx="5864">
                  <c:v>5.3633600000000001</c:v>
                </c:pt>
                <c:pt idx="5865">
                  <c:v>5.3636600000000003</c:v>
                </c:pt>
                <c:pt idx="5866">
                  <c:v>5.3639700000000001</c:v>
                </c:pt>
                <c:pt idx="5867">
                  <c:v>5.3642700000000003</c:v>
                </c:pt>
                <c:pt idx="5868">
                  <c:v>5.3645800000000001</c:v>
                </c:pt>
                <c:pt idx="5869">
                  <c:v>5.3648899999999999</c:v>
                </c:pt>
                <c:pt idx="5870">
                  <c:v>5.3651900000000001</c:v>
                </c:pt>
                <c:pt idx="5871">
                  <c:v>5.3654999999999999</c:v>
                </c:pt>
                <c:pt idx="5872">
                  <c:v>5.3658000000000001</c:v>
                </c:pt>
                <c:pt idx="5873">
                  <c:v>5.3661099999999999</c:v>
                </c:pt>
                <c:pt idx="5874">
                  <c:v>5.3664100000000001</c:v>
                </c:pt>
                <c:pt idx="5875">
                  <c:v>5.3667199999999999</c:v>
                </c:pt>
                <c:pt idx="5876">
                  <c:v>5.3670200000000001</c:v>
                </c:pt>
                <c:pt idx="5877">
                  <c:v>5.3673299999999999</c:v>
                </c:pt>
                <c:pt idx="5878">
                  <c:v>5.3676300000000001</c:v>
                </c:pt>
                <c:pt idx="5879">
                  <c:v>5.3679399999999999</c:v>
                </c:pt>
                <c:pt idx="5880">
                  <c:v>5.3682400000000001</c:v>
                </c:pt>
                <c:pt idx="5881">
                  <c:v>5.3685499999999999</c:v>
                </c:pt>
                <c:pt idx="5882">
                  <c:v>5.3688599999999997</c:v>
                </c:pt>
                <c:pt idx="5883">
                  <c:v>5.3691599999999999</c:v>
                </c:pt>
                <c:pt idx="5884">
                  <c:v>5.3694699999999997</c:v>
                </c:pt>
                <c:pt idx="5885">
                  <c:v>5.3697699999999999</c:v>
                </c:pt>
                <c:pt idx="5886">
                  <c:v>5.3700799999999997</c:v>
                </c:pt>
                <c:pt idx="5887">
                  <c:v>5.3703799999999999</c:v>
                </c:pt>
                <c:pt idx="5888">
                  <c:v>5.3706899999999997</c:v>
                </c:pt>
                <c:pt idx="5889">
                  <c:v>5.3709899999999999</c:v>
                </c:pt>
                <c:pt idx="5890">
                  <c:v>5.3712999999999997</c:v>
                </c:pt>
                <c:pt idx="5891">
                  <c:v>5.3715999999999999</c:v>
                </c:pt>
                <c:pt idx="5892">
                  <c:v>5.3719099999999997</c:v>
                </c:pt>
                <c:pt idx="5893">
                  <c:v>5.3722099999999999</c:v>
                </c:pt>
                <c:pt idx="5894">
                  <c:v>5.3725199999999997</c:v>
                </c:pt>
                <c:pt idx="5895">
                  <c:v>5.3728300000000004</c:v>
                </c:pt>
                <c:pt idx="5896">
                  <c:v>5.3731299999999997</c:v>
                </c:pt>
                <c:pt idx="5897">
                  <c:v>5.3734400000000004</c:v>
                </c:pt>
                <c:pt idx="5898">
                  <c:v>5.3737399999999997</c:v>
                </c:pt>
                <c:pt idx="5899">
                  <c:v>5.3740500000000004</c:v>
                </c:pt>
                <c:pt idx="5900">
                  <c:v>5.3743499999999997</c:v>
                </c:pt>
                <c:pt idx="5901">
                  <c:v>5.3746600000000004</c:v>
                </c:pt>
                <c:pt idx="5902">
                  <c:v>5.3749599999999997</c:v>
                </c:pt>
                <c:pt idx="5903">
                  <c:v>5.3752700000000004</c:v>
                </c:pt>
                <c:pt idx="5904">
                  <c:v>5.3755699999999997</c:v>
                </c:pt>
                <c:pt idx="5905">
                  <c:v>5.3758800000000004</c:v>
                </c:pt>
                <c:pt idx="5906">
                  <c:v>5.3761900000000002</c:v>
                </c:pt>
                <c:pt idx="5907">
                  <c:v>5.3764900000000004</c:v>
                </c:pt>
                <c:pt idx="5908">
                  <c:v>5.3768000000000002</c:v>
                </c:pt>
                <c:pt idx="5909">
                  <c:v>5.3771000000000004</c:v>
                </c:pt>
                <c:pt idx="5910">
                  <c:v>5.3774100000000002</c:v>
                </c:pt>
                <c:pt idx="5911">
                  <c:v>5.3777100000000004</c:v>
                </c:pt>
                <c:pt idx="5912">
                  <c:v>5.3780200000000002</c:v>
                </c:pt>
                <c:pt idx="5913">
                  <c:v>5.3783200000000004</c:v>
                </c:pt>
                <c:pt idx="5914">
                  <c:v>5.3786300000000002</c:v>
                </c:pt>
                <c:pt idx="5915">
                  <c:v>5.3789300000000004</c:v>
                </c:pt>
                <c:pt idx="5916">
                  <c:v>5.3792400000000002</c:v>
                </c:pt>
                <c:pt idx="5917">
                  <c:v>5.3795400000000004</c:v>
                </c:pt>
                <c:pt idx="5918">
                  <c:v>5.3798500000000002</c:v>
                </c:pt>
                <c:pt idx="5919">
                  <c:v>5.3801600000000001</c:v>
                </c:pt>
                <c:pt idx="5920">
                  <c:v>5.3804600000000002</c:v>
                </c:pt>
                <c:pt idx="5921">
                  <c:v>5.3807700000000001</c:v>
                </c:pt>
                <c:pt idx="5922">
                  <c:v>5.3810700000000002</c:v>
                </c:pt>
                <c:pt idx="5923">
                  <c:v>5.3813800000000001</c:v>
                </c:pt>
                <c:pt idx="5924">
                  <c:v>5.3816800000000002</c:v>
                </c:pt>
                <c:pt idx="5925">
                  <c:v>5.3819900000000001</c:v>
                </c:pt>
                <c:pt idx="5926">
                  <c:v>5.3822900000000002</c:v>
                </c:pt>
                <c:pt idx="5927">
                  <c:v>5.3826000000000001</c:v>
                </c:pt>
                <c:pt idx="5928">
                  <c:v>5.3829000000000002</c:v>
                </c:pt>
                <c:pt idx="5929">
                  <c:v>5.3832100000000001</c:v>
                </c:pt>
                <c:pt idx="5930">
                  <c:v>5.3835100000000002</c:v>
                </c:pt>
                <c:pt idx="5931">
                  <c:v>5.3838200000000001</c:v>
                </c:pt>
                <c:pt idx="5932">
                  <c:v>5.3841299999999999</c:v>
                </c:pt>
                <c:pt idx="5933">
                  <c:v>5.38443</c:v>
                </c:pt>
                <c:pt idx="5934">
                  <c:v>5.3847399999999999</c:v>
                </c:pt>
                <c:pt idx="5935">
                  <c:v>5.38504</c:v>
                </c:pt>
                <c:pt idx="5936">
                  <c:v>5.3853499999999999</c:v>
                </c:pt>
                <c:pt idx="5937">
                  <c:v>5.38565</c:v>
                </c:pt>
                <c:pt idx="5938">
                  <c:v>5.3859599999999999</c:v>
                </c:pt>
                <c:pt idx="5939">
                  <c:v>5.38626</c:v>
                </c:pt>
                <c:pt idx="5940">
                  <c:v>5.3865699999999999</c:v>
                </c:pt>
                <c:pt idx="5941">
                  <c:v>5.38687</c:v>
                </c:pt>
                <c:pt idx="5942">
                  <c:v>5.3871799999999999</c:v>
                </c:pt>
                <c:pt idx="5943">
                  <c:v>5.38748</c:v>
                </c:pt>
                <c:pt idx="5944">
                  <c:v>5.3877899999999999</c:v>
                </c:pt>
                <c:pt idx="5945">
                  <c:v>5.3880999999999997</c:v>
                </c:pt>
                <c:pt idx="5946">
                  <c:v>5.3883999999999999</c:v>
                </c:pt>
                <c:pt idx="5947">
                  <c:v>5.3887099999999997</c:v>
                </c:pt>
                <c:pt idx="5948">
                  <c:v>5.3890099999999999</c:v>
                </c:pt>
                <c:pt idx="5949">
                  <c:v>5.3893199999999997</c:v>
                </c:pt>
                <c:pt idx="5950">
                  <c:v>5.3896199999999999</c:v>
                </c:pt>
                <c:pt idx="5951">
                  <c:v>5.3899299999999997</c:v>
                </c:pt>
                <c:pt idx="5952">
                  <c:v>5.3902299999999999</c:v>
                </c:pt>
                <c:pt idx="5953">
                  <c:v>5.3905399999999997</c:v>
                </c:pt>
                <c:pt idx="5954">
                  <c:v>5.3908399999999999</c:v>
                </c:pt>
                <c:pt idx="5955">
                  <c:v>5.3911499999999997</c:v>
                </c:pt>
                <c:pt idx="5956">
                  <c:v>5.3914600000000004</c:v>
                </c:pt>
                <c:pt idx="5957">
                  <c:v>5.3917599999999997</c:v>
                </c:pt>
                <c:pt idx="5958">
                  <c:v>5.3920700000000004</c:v>
                </c:pt>
                <c:pt idx="5959">
                  <c:v>5.3923699999999997</c:v>
                </c:pt>
                <c:pt idx="5960">
                  <c:v>5.3926800000000004</c:v>
                </c:pt>
                <c:pt idx="5961">
                  <c:v>5.3929799999999997</c:v>
                </c:pt>
                <c:pt idx="5962">
                  <c:v>5.3932900000000004</c:v>
                </c:pt>
                <c:pt idx="5963">
                  <c:v>5.3935899999999997</c:v>
                </c:pt>
                <c:pt idx="5964">
                  <c:v>5.3939000000000004</c:v>
                </c:pt>
                <c:pt idx="5965">
                  <c:v>5.3941999999999997</c:v>
                </c:pt>
                <c:pt idx="5966">
                  <c:v>5.3945100000000004</c:v>
                </c:pt>
                <c:pt idx="5967">
                  <c:v>5.3948099999999997</c:v>
                </c:pt>
                <c:pt idx="5968">
                  <c:v>5.3951200000000004</c:v>
                </c:pt>
                <c:pt idx="5969">
                  <c:v>5.3954300000000002</c:v>
                </c:pt>
                <c:pt idx="5970">
                  <c:v>5.3957300000000004</c:v>
                </c:pt>
                <c:pt idx="5971">
                  <c:v>5.3960400000000002</c:v>
                </c:pt>
                <c:pt idx="5972">
                  <c:v>5.3963400000000004</c:v>
                </c:pt>
                <c:pt idx="5973">
                  <c:v>5.3966500000000002</c:v>
                </c:pt>
                <c:pt idx="5974">
                  <c:v>5.3969500000000004</c:v>
                </c:pt>
                <c:pt idx="5975">
                  <c:v>5.3972600000000002</c:v>
                </c:pt>
                <c:pt idx="5976">
                  <c:v>5.3975600000000004</c:v>
                </c:pt>
                <c:pt idx="5977">
                  <c:v>5.3978700000000002</c:v>
                </c:pt>
                <c:pt idx="5978">
                  <c:v>5.3981700000000004</c:v>
                </c:pt>
                <c:pt idx="5979">
                  <c:v>5.3984800000000002</c:v>
                </c:pt>
                <c:pt idx="5980">
                  <c:v>5.3987800000000004</c:v>
                </c:pt>
                <c:pt idx="5981">
                  <c:v>5.3990900000000002</c:v>
                </c:pt>
                <c:pt idx="5982">
                  <c:v>5.3994</c:v>
                </c:pt>
                <c:pt idx="5983">
                  <c:v>5.3997000000000002</c:v>
                </c:pt>
                <c:pt idx="5984">
                  <c:v>5.40001</c:v>
                </c:pt>
                <c:pt idx="5985">
                  <c:v>5.4003100000000002</c:v>
                </c:pt>
                <c:pt idx="5986">
                  <c:v>5.40062</c:v>
                </c:pt>
                <c:pt idx="5987">
                  <c:v>5.4009200000000002</c:v>
                </c:pt>
                <c:pt idx="5988">
                  <c:v>5.40123</c:v>
                </c:pt>
                <c:pt idx="5989">
                  <c:v>5.4015300000000002</c:v>
                </c:pt>
                <c:pt idx="5990">
                  <c:v>5.40184</c:v>
                </c:pt>
                <c:pt idx="5991">
                  <c:v>5.4021400000000002</c:v>
                </c:pt>
                <c:pt idx="5992">
                  <c:v>5.40245</c:v>
                </c:pt>
                <c:pt idx="5993">
                  <c:v>5.4027500000000002</c:v>
                </c:pt>
                <c:pt idx="5994">
                  <c:v>5.40306</c:v>
                </c:pt>
                <c:pt idx="5995">
                  <c:v>5.4033699999999998</c:v>
                </c:pt>
                <c:pt idx="5996">
                  <c:v>5.40367</c:v>
                </c:pt>
                <c:pt idx="5997">
                  <c:v>5.4039799999999998</c:v>
                </c:pt>
                <c:pt idx="5998">
                  <c:v>5.40428</c:v>
                </c:pt>
                <c:pt idx="5999">
                  <c:v>5.4045899999999998</c:v>
                </c:pt>
                <c:pt idx="6000">
                  <c:v>5.40489</c:v>
                </c:pt>
                <c:pt idx="6001">
                  <c:v>5.4051999999999998</c:v>
                </c:pt>
                <c:pt idx="6002">
                  <c:v>5.4055</c:v>
                </c:pt>
                <c:pt idx="6003">
                  <c:v>5.4058099999999998</c:v>
                </c:pt>
                <c:pt idx="6004">
                  <c:v>5.40611</c:v>
                </c:pt>
                <c:pt idx="6005">
                  <c:v>5.4064199999999998</c:v>
                </c:pt>
                <c:pt idx="6006">
                  <c:v>5.40672</c:v>
                </c:pt>
                <c:pt idx="6007">
                  <c:v>5.4070299999999998</c:v>
                </c:pt>
                <c:pt idx="6008">
                  <c:v>5.4073399999999996</c:v>
                </c:pt>
                <c:pt idx="6009">
                  <c:v>5.4076399999999998</c:v>
                </c:pt>
                <c:pt idx="6010">
                  <c:v>5.4079499999999996</c:v>
                </c:pt>
                <c:pt idx="6011">
                  <c:v>5.4082499999999998</c:v>
                </c:pt>
                <c:pt idx="6012">
                  <c:v>5.4085599999999996</c:v>
                </c:pt>
                <c:pt idx="6013">
                  <c:v>5.4088599999999998</c:v>
                </c:pt>
                <c:pt idx="6014">
                  <c:v>5.4091699999999996</c:v>
                </c:pt>
                <c:pt idx="6015">
                  <c:v>5.4094699999999998</c:v>
                </c:pt>
                <c:pt idx="6016">
                  <c:v>5.4097799999999996</c:v>
                </c:pt>
                <c:pt idx="6017">
                  <c:v>5.4100799999999998</c:v>
                </c:pt>
                <c:pt idx="6018">
                  <c:v>5.4103899999999996</c:v>
                </c:pt>
                <c:pt idx="6019">
                  <c:v>5.4107000000000003</c:v>
                </c:pt>
                <c:pt idx="6020">
                  <c:v>5.4109999999999996</c:v>
                </c:pt>
                <c:pt idx="6021">
                  <c:v>5.4113100000000003</c:v>
                </c:pt>
                <c:pt idx="6022">
                  <c:v>5.4116099999999996</c:v>
                </c:pt>
                <c:pt idx="6023">
                  <c:v>5.4119200000000003</c:v>
                </c:pt>
                <c:pt idx="6024">
                  <c:v>5.4122199999999996</c:v>
                </c:pt>
                <c:pt idx="6025">
                  <c:v>5.4125300000000003</c:v>
                </c:pt>
                <c:pt idx="6026">
                  <c:v>5.4128299999999996</c:v>
                </c:pt>
                <c:pt idx="6027">
                  <c:v>5.4131400000000003</c:v>
                </c:pt>
                <c:pt idx="6028">
                  <c:v>5.4134399999999996</c:v>
                </c:pt>
                <c:pt idx="6029">
                  <c:v>5.4137500000000003</c:v>
                </c:pt>
                <c:pt idx="6030">
                  <c:v>5.4140499999999996</c:v>
                </c:pt>
                <c:pt idx="6031">
                  <c:v>5.4143600000000003</c:v>
                </c:pt>
                <c:pt idx="6032">
                  <c:v>5.4146700000000001</c:v>
                </c:pt>
                <c:pt idx="6033">
                  <c:v>5.4149700000000003</c:v>
                </c:pt>
                <c:pt idx="6034">
                  <c:v>5.4152800000000001</c:v>
                </c:pt>
                <c:pt idx="6035">
                  <c:v>5.4155800000000003</c:v>
                </c:pt>
                <c:pt idx="6036">
                  <c:v>5.4158900000000001</c:v>
                </c:pt>
                <c:pt idx="6037">
                  <c:v>5.4161900000000003</c:v>
                </c:pt>
                <c:pt idx="6038">
                  <c:v>5.4165000000000001</c:v>
                </c:pt>
                <c:pt idx="6039">
                  <c:v>5.4168000000000003</c:v>
                </c:pt>
                <c:pt idx="6040">
                  <c:v>5.4171100000000001</c:v>
                </c:pt>
                <c:pt idx="6041">
                  <c:v>5.4174100000000003</c:v>
                </c:pt>
                <c:pt idx="6042">
                  <c:v>5.4177200000000001</c:v>
                </c:pt>
                <c:pt idx="6043">
                  <c:v>5.4180200000000003</c:v>
                </c:pt>
                <c:pt idx="6044">
                  <c:v>5.4183300000000001</c:v>
                </c:pt>
                <c:pt idx="6045">
                  <c:v>5.4186399999999999</c:v>
                </c:pt>
                <c:pt idx="6046">
                  <c:v>5.4189400000000001</c:v>
                </c:pt>
                <c:pt idx="6047">
                  <c:v>5.4192499999999999</c:v>
                </c:pt>
                <c:pt idx="6048">
                  <c:v>5.4195500000000001</c:v>
                </c:pt>
                <c:pt idx="6049">
                  <c:v>5.4198599999999999</c:v>
                </c:pt>
                <c:pt idx="6050">
                  <c:v>5.4201600000000001</c:v>
                </c:pt>
                <c:pt idx="6051">
                  <c:v>5.4204699999999999</c:v>
                </c:pt>
                <c:pt idx="6052">
                  <c:v>5.4207700000000001</c:v>
                </c:pt>
                <c:pt idx="6053">
                  <c:v>5.4210799999999999</c:v>
                </c:pt>
                <c:pt idx="6054">
                  <c:v>5.4213800000000001</c:v>
                </c:pt>
                <c:pt idx="6055">
                  <c:v>5.4216899999999999</c:v>
                </c:pt>
                <c:pt idx="6056">
                  <c:v>5.4219900000000001</c:v>
                </c:pt>
                <c:pt idx="6057">
                  <c:v>5.4222999999999999</c:v>
                </c:pt>
                <c:pt idx="6058">
                  <c:v>5.4226099999999997</c:v>
                </c:pt>
                <c:pt idx="6059">
                  <c:v>5.4229099999999999</c:v>
                </c:pt>
                <c:pt idx="6060">
                  <c:v>5.4232199999999997</c:v>
                </c:pt>
                <c:pt idx="6061">
                  <c:v>5.4235199999999999</c:v>
                </c:pt>
                <c:pt idx="6062">
                  <c:v>5.4238299999999997</c:v>
                </c:pt>
                <c:pt idx="6063">
                  <c:v>5.4241299999999999</c:v>
                </c:pt>
                <c:pt idx="6064">
                  <c:v>5.4244399999999997</c:v>
                </c:pt>
                <c:pt idx="6065">
                  <c:v>5.4247399999999999</c:v>
                </c:pt>
                <c:pt idx="6066">
                  <c:v>5.4250499999999997</c:v>
                </c:pt>
                <c:pt idx="6067">
                  <c:v>5.4253499999999999</c:v>
                </c:pt>
                <c:pt idx="6068">
                  <c:v>5.4256599999999997</c:v>
                </c:pt>
                <c:pt idx="6069">
                  <c:v>5.4259599999999999</c:v>
                </c:pt>
                <c:pt idx="6070">
                  <c:v>5.4262699999999997</c:v>
                </c:pt>
                <c:pt idx="6071">
                  <c:v>5.4265800000000004</c:v>
                </c:pt>
                <c:pt idx="6072">
                  <c:v>5.4268799999999997</c:v>
                </c:pt>
                <c:pt idx="6073">
                  <c:v>5.4271900000000004</c:v>
                </c:pt>
                <c:pt idx="6074">
                  <c:v>5.4274899999999997</c:v>
                </c:pt>
                <c:pt idx="6075">
                  <c:v>5.4278000000000004</c:v>
                </c:pt>
                <c:pt idx="6076">
                  <c:v>5.4280999999999997</c:v>
                </c:pt>
                <c:pt idx="6077">
                  <c:v>5.4284100000000004</c:v>
                </c:pt>
                <c:pt idx="6078">
                  <c:v>5.4287099999999997</c:v>
                </c:pt>
                <c:pt idx="6079">
                  <c:v>5.4290200000000004</c:v>
                </c:pt>
                <c:pt idx="6080">
                  <c:v>5.4293199999999997</c:v>
                </c:pt>
                <c:pt idx="6081">
                  <c:v>5.4296300000000004</c:v>
                </c:pt>
                <c:pt idx="6082">
                  <c:v>5.4299400000000002</c:v>
                </c:pt>
                <c:pt idx="6083">
                  <c:v>5.4302400000000004</c:v>
                </c:pt>
                <c:pt idx="6084">
                  <c:v>5.4305500000000002</c:v>
                </c:pt>
                <c:pt idx="6085">
                  <c:v>5.4308500000000004</c:v>
                </c:pt>
                <c:pt idx="6086">
                  <c:v>5.4311600000000002</c:v>
                </c:pt>
                <c:pt idx="6087">
                  <c:v>5.4314600000000004</c:v>
                </c:pt>
                <c:pt idx="6088">
                  <c:v>5.4317700000000002</c:v>
                </c:pt>
                <c:pt idx="6089">
                  <c:v>5.4320700000000004</c:v>
                </c:pt>
                <c:pt idx="6090">
                  <c:v>5.4323800000000002</c:v>
                </c:pt>
                <c:pt idx="6091">
                  <c:v>5.4326800000000004</c:v>
                </c:pt>
                <c:pt idx="6092">
                  <c:v>5.4329900000000002</c:v>
                </c:pt>
                <c:pt idx="6093">
                  <c:v>5.4332900000000004</c:v>
                </c:pt>
                <c:pt idx="6094">
                  <c:v>5.4336000000000002</c:v>
                </c:pt>
                <c:pt idx="6095">
                  <c:v>5.43391</c:v>
                </c:pt>
                <c:pt idx="6096">
                  <c:v>5.4342100000000002</c:v>
                </c:pt>
                <c:pt idx="6097">
                  <c:v>5.43452</c:v>
                </c:pt>
                <c:pt idx="6098">
                  <c:v>5.4348200000000002</c:v>
                </c:pt>
                <c:pt idx="6099">
                  <c:v>5.43513</c:v>
                </c:pt>
                <c:pt idx="6100">
                  <c:v>5.4354300000000002</c:v>
                </c:pt>
                <c:pt idx="6101">
                  <c:v>5.43574</c:v>
                </c:pt>
                <c:pt idx="6102">
                  <c:v>5.4360400000000002</c:v>
                </c:pt>
                <c:pt idx="6103">
                  <c:v>5.43635</c:v>
                </c:pt>
                <c:pt idx="6104">
                  <c:v>5.4366500000000002</c:v>
                </c:pt>
                <c:pt idx="6105">
                  <c:v>5.43696</c:v>
                </c:pt>
                <c:pt idx="6106">
                  <c:v>5.4372600000000002</c:v>
                </c:pt>
                <c:pt idx="6107">
                  <c:v>5.43757</c:v>
                </c:pt>
                <c:pt idx="6108">
                  <c:v>5.4378799999999998</c:v>
                </c:pt>
                <c:pt idx="6109">
                  <c:v>5.43818</c:v>
                </c:pt>
                <c:pt idx="6110">
                  <c:v>5.4384899999999998</c:v>
                </c:pt>
                <c:pt idx="6111">
                  <c:v>5.43879</c:v>
                </c:pt>
                <c:pt idx="6112">
                  <c:v>5.4390999999999998</c:v>
                </c:pt>
                <c:pt idx="6113">
                  <c:v>5.4394</c:v>
                </c:pt>
                <c:pt idx="6114">
                  <c:v>5.4397099999999998</c:v>
                </c:pt>
                <c:pt idx="6115">
                  <c:v>5.44001</c:v>
                </c:pt>
                <c:pt idx="6116">
                  <c:v>5.4403199999999998</c:v>
                </c:pt>
                <c:pt idx="6117">
                  <c:v>5.44062</c:v>
                </c:pt>
                <c:pt idx="6118">
                  <c:v>5.4409299999999998</c:v>
                </c:pt>
                <c:pt idx="6119">
                  <c:v>5.44123</c:v>
                </c:pt>
                <c:pt idx="6120">
                  <c:v>5.4415399999999998</c:v>
                </c:pt>
                <c:pt idx="6121">
                  <c:v>5.4418499999999996</c:v>
                </c:pt>
                <c:pt idx="6122">
                  <c:v>5.4421499999999998</c:v>
                </c:pt>
                <c:pt idx="6123">
                  <c:v>5.4424599999999996</c:v>
                </c:pt>
                <c:pt idx="6124">
                  <c:v>5.4427599999999998</c:v>
                </c:pt>
                <c:pt idx="6125">
                  <c:v>5.4430699999999996</c:v>
                </c:pt>
                <c:pt idx="6126">
                  <c:v>5.4433699999999998</c:v>
                </c:pt>
                <c:pt idx="6127">
                  <c:v>5.4436799999999996</c:v>
                </c:pt>
                <c:pt idx="6128">
                  <c:v>5.4439799999999998</c:v>
                </c:pt>
                <c:pt idx="6129">
                  <c:v>5.4442899999999996</c:v>
                </c:pt>
                <c:pt idx="6130">
                  <c:v>5.4445899999999998</c:v>
                </c:pt>
                <c:pt idx="6131">
                  <c:v>5.4448999999999996</c:v>
                </c:pt>
                <c:pt idx="6132">
                  <c:v>5.4452100000000003</c:v>
                </c:pt>
                <c:pt idx="6133">
                  <c:v>5.4455099999999996</c:v>
                </c:pt>
                <c:pt idx="6134">
                  <c:v>5.4458200000000003</c:v>
                </c:pt>
                <c:pt idx="6135">
                  <c:v>5.4461199999999996</c:v>
                </c:pt>
                <c:pt idx="6136">
                  <c:v>5.4464300000000003</c:v>
                </c:pt>
                <c:pt idx="6137">
                  <c:v>5.4467299999999996</c:v>
                </c:pt>
                <c:pt idx="6138">
                  <c:v>5.4470400000000003</c:v>
                </c:pt>
                <c:pt idx="6139">
                  <c:v>5.4473399999999996</c:v>
                </c:pt>
                <c:pt idx="6140">
                  <c:v>5.4476500000000003</c:v>
                </c:pt>
                <c:pt idx="6141">
                  <c:v>5.4479499999999996</c:v>
                </c:pt>
                <c:pt idx="6142">
                  <c:v>5.4482600000000003</c:v>
                </c:pt>
                <c:pt idx="6143">
                  <c:v>5.4485599999999996</c:v>
                </c:pt>
                <c:pt idx="6144">
                  <c:v>5.4488700000000003</c:v>
                </c:pt>
                <c:pt idx="6145">
                  <c:v>5.4491800000000001</c:v>
                </c:pt>
                <c:pt idx="6146">
                  <c:v>5.4494800000000003</c:v>
                </c:pt>
                <c:pt idx="6147">
                  <c:v>5.4497900000000001</c:v>
                </c:pt>
                <c:pt idx="6148">
                  <c:v>5.4500900000000003</c:v>
                </c:pt>
                <c:pt idx="6149">
                  <c:v>5.4504000000000001</c:v>
                </c:pt>
                <c:pt idx="6150">
                  <c:v>5.4507000000000003</c:v>
                </c:pt>
                <c:pt idx="6151">
                  <c:v>5.4510100000000001</c:v>
                </c:pt>
                <c:pt idx="6152">
                  <c:v>5.4513100000000003</c:v>
                </c:pt>
                <c:pt idx="6153">
                  <c:v>5.4516200000000001</c:v>
                </c:pt>
                <c:pt idx="6154">
                  <c:v>5.4519200000000003</c:v>
                </c:pt>
                <c:pt idx="6155">
                  <c:v>5.4522300000000001</c:v>
                </c:pt>
                <c:pt idx="6156">
                  <c:v>5.4525300000000003</c:v>
                </c:pt>
                <c:pt idx="6157">
                  <c:v>5.4528400000000001</c:v>
                </c:pt>
                <c:pt idx="6158">
                  <c:v>5.4531499999999999</c:v>
                </c:pt>
                <c:pt idx="6159">
                  <c:v>5.4534500000000001</c:v>
                </c:pt>
                <c:pt idx="6160">
                  <c:v>5.4537599999999999</c:v>
                </c:pt>
                <c:pt idx="6161">
                  <c:v>5.4540600000000001</c:v>
                </c:pt>
                <c:pt idx="6162">
                  <c:v>5.4543699999999999</c:v>
                </c:pt>
                <c:pt idx="6163">
                  <c:v>5.4546700000000001</c:v>
                </c:pt>
                <c:pt idx="6164">
                  <c:v>5.4549799999999999</c:v>
                </c:pt>
                <c:pt idx="6165">
                  <c:v>5.4552800000000001</c:v>
                </c:pt>
                <c:pt idx="6166">
                  <c:v>5.4555899999999999</c:v>
                </c:pt>
                <c:pt idx="6167">
                  <c:v>5.4558900000000001</c:v>
                </c:pt>
                <c:pt idx="6168">
                  <c:v>5.4561999999999999</c:v>
                </c:pt>
                <c:pt idx="6169">
                  <c:v>5.4565000000000001</c:v>
                </c:pt>
                <c:pt idx="6170">
                  <c:v>5.4568099999999999</c:v>
                </c:pt>
                <c:pt idx="6171">
                  <c:v>5.4571199999999997</c:v>
                </c:pt>
                <c:pt idx="6172">
                  <c:v>5.4574199999999999</c:v>
                </c:pt>
                <c:pt idx="6173">
                  <c:v>5.4577299999999997</c:v>
                </c:pt>
                <c:pt idx="6174">
                  <c:v>5.4580299999999999</c:v>
                </c:pt>
                <c:pt idx="6175">
                  <c:v>5.4583399999999997</c:v>
                </c:pt>
                <c:pt idx="6176">
                  <c:v>5.4586399999999999</c:v>
                </c:pt>
                <c:pt idx="6177">
                  <c:v>5.4589499999999997</c:v>
                </c:pt>
                <c:pt idx="6178">
                  <c:v>5.4592499999999999</c:v>
                </c:pt>
                <c:pt idx="6179">
                  <c:v>5.4595599999999997</c:v>
                </c:pt>
                <c:pt idx="6180">
                  <c:v>5.4598599999999999</c:v>
                </c:pt>
                <c:pt idx="6181">
                  <c:v>5.4601699999999997</c:v>
                </c:pt>
                <c:pt idx="6182">
                  <c:v>5.4604699999999999</c:v>
                </c:pt>
                <c:pt idx="6183">
                  <c:v>5.4607799999999997</c:v>
                </c:pt>
                <c:pt idx="6184">
                  <c:v>5.4610900000000004</c:v>
                </c:pt>
                <c:pt idx="6185">
                  <c:v>5.4613899999999997</c:v>
                </c:pt>
                <c:pt idx="6186">
                  <c:v>5.4617000000000004</c:v>
                </c:pt>
                <c:pt idx="6187">
                  <c:v>5.4619999999999997</c:v>
                </c:pt>
                <c:pt idx="6188">
                  <c:v>5.4623100000000004</c:v>
                </c:pt>
                <c:pt idx="6189">
                  <c:v>5.4626099999999997</c:v>
                </c:pt>
                <c:pt idx="6190">
                  <c:v>5.4629200000000004</c:v>
                </c:pt>
                <c:pt idx="6191">
                  <c:v>5.4632199999999997</c:v>
                </c:pt>
                <c:pt idx="6192">
                  <c:v>5.4635300000000004</c:v>
                </c:pt>
                <c:pt idx="6193">
                  <c:v>5.4638299999999997</c:v>
                </c:pt>
                <c:pt idx="6194">
                  <c:v>5.4641400000000004</c:v>
                </c:pt>
                <c:pt idx="6195">
                  <c:v>5.4644500000000003</c:v>
                </c:pt>
                <c:pt idx="6196">
                  <c:v>5.4647500000000004</c:v>
                </c:pt>
                <c:pt idx="6197">
                  <c:v>5.4650600000000003</c:v>
                </c:pt>
                <c:pt idx="6198">
                  <c:v>5.4653600000000004</c:v>
                </c:pt>
                <c:pt idx="6199">
                  <c:v>5.4656700000000003</c:v>
                </c:pt>
                <c:pt idx="6200">
                  <c:v>5.4659700000000004</c:v>
                </c:pt>
                <c:pt idx="6201">
                  <c:v>5.4662800000000002</c:v>
                </c:pt>
                <c:pt idx="6202">
                  <c:v>5.4665800000000004</c:v>
                </c:pt>
                <c:pt idx="6203">
                  <c:v>5.4668900000000002</c:v>
                </c:pt>
                <c:pt idx="6204">
                  <c:v>5.4671900000000004</c:v>
                </c:pt>
                <c:pt idx="6205">
                  <c:v>5.4675000000000002</c:v>
                </c:pt>
                <c:pt idx="6206">
                  <c:v>5.4678000000000004</c:v>
                </c:pt>
                <c:pt idx="6207">
                  <c:v>5.4681100000000002</c:v>
                </c:pt>
                <c:pt idx="6208">
                  <c:v>5.4684200000000001</c:v>
                </c:pt>
                <c:pt idx="6209">
                  <c:v>5.4687200000000002</c:v>
                </c:pt>
                <c:pt idx="6210">
                  <c:v>5.4690300000000001</c:v>
                </c:pt>
                <c:pt idx="6211">
                  <c:v>5.4693300000000002</c:v>
                </c:pt>
                <c:pt idx="6212">
                  <c:v>5.4696400000000001</c:v>
                </c:pt>
                <c:pt idx="6213">
                  <c:v>5.4699400000000002</c:v>
                </c:pt>
                <c:pt idx="6214">
                  <c:v>5.4702500000000001</c:v>
                </c:pt>
                <c:pt idx="6215">
                  <c:v>5.4705500000000002</c:v>
                </c:pt>
                <c:pt idx="6216">
                  <c:v>5.4708600000000001</c:v>
                </c:pt>
                <c:pt idx="6217">
                  <c:v>5.4711600000000002</c:v>
                </c:pt>
                <c:pt idx="6218">
                  <c:v>5.4714700000000001</c:v>
                </c:pt>
                <c:pt idx="6219">
                  <c:v>5.4717700000000002</c:v>
                </c:pt>
                <c:pt idx="6220">
                  <c:v>5.4720800000000001</c:v>
                </c:pt>
                <c:pt idx="6221">
                  <c:v>5.4723899999999999</c:v>
                </c:pt>
                <c:pt idx="6222">
                  <c:v>5.4726900000000001</c:v>
                </c:pt>
                <c:pt idx="6223">
                  <c:v>5.4729999999999999</c:v>
                </c:pt>
                <c:pt idx="6224">
                  <c:v>5.4733000000000001</c:v>
                </c:pt>
                <c:pt idx="6225">
                  <c:v>5.4736099999999999</c:v>
                </c:pt>
                <c:pt idx="6226">
                  <c:v>5.4739100000000001</c:v>
                </c:pt>
                <c:pt idx="6227">
                  <c:v>5.4742199999999999</c:v>
                </c:pt>
                <c:pt idx="6228">
                  <c:v>5.4745200000000001</c:v>
                </c:pt>
                <c:pt idx="6229">
                  <c:v>5.4748299999999999</c:v>
                </c:pt>
                <c:pt idx="6230">
                  <c:v>5.4751300000000001</c:v>
                </c:pt>
                <c:pt idx="6231">
                  <c:v>5.4754399999999999</c:v>
                </c:pt>
                <c:pt idx="6232">
                  <c:v>5.4757400000000001</c:v>
                </c:pt>
                <c:pt idx="6233">
                  <c:v>5.4760499999999999</c:v>
                </c:pt>
                <c:pt idx="6234">
                  <c:v>5.4763599999999997</c:v>
                </c:pt>
                <c:pt idx="6235">
                  <c:v>5.4766599999999999</c:v>
                </c:pt>
                <c:pt idx="6236">
                  <c:v>5.4769699999999997</c:v>
                </c:pt>
                <c:pt idx="6237">
                  <c:v>5.4772699999999999</c:v>
                </c:pt>
                <c:pt idx="6238">
                  <c:v>5.4775799999999997</c:v>
                </c:pt>
                <c:pt idx="6239">
                  <c:v>5.4778799999999999</c:v>
                </c:pt>
                <c:pt idx="6240">
                  <c:v>5.4781899999999997</c:v>
                </c:pt>
                <c:pt idx="6241">
                  <c:v>5.4784899999999999</c:v>
                </c:pt>
                <c:pt idx="6242">
                  <c:v>5.4787999999999997</c:v>
                </c:pt>
                <c:pt idx="6243">
                  <c:v>5.4790999999999999</c:v>
                </c:pt>
                <c:pt idx="6244">
                  <c:v>5.4794099999999997</c:v>
                </c:pt>
                <c:pt idx="6245">
                  <c:v>5.4797099999999999</c:v>
                </c:pt>
                <c:pt idx="6246">
                  <c:v>5.4800199999999997</c:v>
                </c:pt>
                <c:pt idx="6247">
                  <c:v>5.4803300000000004</c:v>
                </c:pt>
                <c:pt idx="6248">
                  <c:v>5.4806299999999997</c:v>
                </c:pt>
                <c:pt idx="6249">
                  <c:v>5.4809400000000004</c:v>
                </c:pt>
                <c:pt idx="6250">
                  <c:v>5.4812399999999997</c:v>
                </c:pt>
                <c:pt idx="6251">
                  <c:v>5.4815500000000004</c:v>
                </c:pt>
                <c:pt idx="6252">
                  <c:v>5.4818499999999997</c:v>
                </c:pt>
                <c:pt idx="6253">
                  <c:v>5.4821600000000004</c:v>
                </c:pt>
                <c:pt idx="6254">
                  <c:v>5.4824599999999997</c:v>
                </c:pt>
                <c:pt idx="6255">
                  <c:v>5.4827700000000004</c:v>
                </c:pt>
                <c:pt idx="6256">
                  <c:v>5.4830699999999997</c:v>
                </c:pt>
                <c:pt idx="6257">
                  <c:v>5.4833800000000004</c:v>
                </c:pt>
                <c:pt idx="6258">
                  <c:v>5.4836900000000002</c:v>
                </c:pt>
                <c:pt idx="6259">
                  <c:v>5.4839900000000004</c:v>
                </c:pt>
                <c:pt idx="6260">
                  <c:v>5.4843000000000002</c:v>
                </c:pt>
                <c:pt idx="6261">
                  <c:v>5.4846000000000004</c:v>
                </c:pt>
                <c:pt idx="6262">
                  <c:v>5.4849100000000002</c:v>
                </c:pt>
                <c:pt idx="6263">
                  <c:v>5.4852100000000004</c:v>
                </c:pt>
                <c:pt idx="6264">
                  <c:v>5.4855200000000002</c:v>
                </c:pt>
                <c:pt idx="6265">
                  <c:v>5.4858200000000004</c:v>
                </c:pt>
                <c:pt idx="6266">
                  <c:v>5.4861300000000002</c:v>
                </c:pt>
                <c:pt idx="6267">
                  <c:v>5.4864300000000004</c:v>
                </c:pt>
                <c:pt idx="6268">
                  <c:v>5.4867400000000002</c:v>
                </c:pt>
                <c:pt idx="6269">
                  <c:v>5.4870400000000004</c:v>
                </c:pt>
                <c:pt idx="6270">
                  <c:v>5.4873500000000002</c:v>
                </c:pt>
                <c:pt idx="6271">
                  <c:v>5.48766</c:v>
                </c:pt>
                <c:pt idx="6272">
                  <c:v>5.4879600000000002</c:v>
                </c:pt>
                <c:pt idx="6273">
                  <c:v>5.48827</c:v>
                </c:pt>
                <c:pt idx="6274">
                  <c:v>5.4885700000000002</c:v>
                </c:pt>
                <c:pt idx="6275">
                  <c:v>5.48888</c:v>
                </c:pt>
                <c:pt idx="6276">
                  <c:v>5.4891800000000002</c:v>
                </c:pt>
                <c:pt idx="6277">
                  <c:v>5.48949</c:v>
                </c:pt>
                <c:pt idx="6278">
                  <c:v>5.4897900000000002</c:v>
                </c:pt>
                <c:pt idx="6279">
                  <c:v>5.4901</c:v>
                </c:pt>
                <c:pt idx="6280">
                  <c:v>5.4904000000000002</c:v>
                </c:pt>
                <c:pt idx="6281">
                  <c:v>5.49071</c:v>
                </c:pt>
                <c:pt idx="6282">
                  <c:v>5.4910100000000002</c:v>
                </c:pt>
                <c:pt idx="6283">
                  <c:v>5.49132</c:v>
                </c:pt>
                <c:pt idx="6284">
                  <c:v>5.4916299999999998</c:v>
                </c:pt>
                <c:pt idx="6285">
                  <c:v>5.49193</c:v>
                </c:pt>
                <c:pt idx="6286">
                  <c:v>5.4922399999999998</c:v>
                </c:pt>
                <c:pt idx="6287">
                  <c:v>5.49254</c:v>
                </c:pt>
                <c:pt idx="6288">
                  <c:v>5.4928499999999998</c:v>
                </c:pt>
                <c:pt idx="6289">
                  <c:v>5.49315</c:v>
                </c:pt>
                <c:pt idx="6290">
                  <c:v>5.4934599999999998</c:v>
                </c:pt>
                <c:pt idx="6291">
                  <c:v>5.49376</c:v>
                </c:pt>
                <c:pt idx="6292">
                  <c:v>5.4940699999999998</c:v>
                </c:pt>
                <c:pt idx="6293">
                  <c:v>5.49437</c:v>
                </c:pt>
                <c:pt idx="6294">
                  <c:v>5.4946799999999998</c:v>
                </c:pt>
                <c:pt idx="6295">
                  <c:v>5.49498</c:v>
                </c:pt>
                <c:pt idx="6296">
                  <c:v>5.4952899999999998</c:v>
                </c:pt>
                <c:pt idx="6297">
                  <c:v>5.4955999999999996</c:v>
                </c:pt>
                <c:pt idx="6298">
                  <c:v>5.4958999999999998</c:v>
                </c:pt>
                <c:pt idx="6299">
                  <c:v>5.4962099999999996</c:v>
                </c:pt>
                <c:pt idx="6300">
                  <c:v>5.4965099999999998</c:v>
                </c:pt>
                <c:pt idx="6301">
                  <c:v>5.4968199999999996</c:v>
                </c:pt>
                <c:pt idx="6302">
                  <c:v>5.4971199999999998</c:v>
                </c:pt>
                <c:pt idx="6303">
                  <c:v>5.4974299999999996</c:v>
                </c:pt>
                <c:pt idx="6304">
                  <c:v>5.4977299999999998</c:v>
                </c:pt>
                <c:pt idx="6305">
                  <c:v>5.4980399999999996</c:v>
                </c:pt>
                <c:pt idx="6306">
                  <c:v>5.4983399999999998</c:v>
                </c:pt>
                <c:pt idx="6307">
                  <c:v>5.4986499999999996</c:v>
                </c:pt>
                <c:pt idx="6308">
                  <c:v>5.4989499999999998</c:v>
                </c:pt>
                <c:pt idx="6309">
                  <c:v>5.4992599999999996</c:v>
                </c:pt>
                <c:pt idx="6310">
                  <c:v>5.4995700000000003</c:v>
                </c:pt>
                <c:pt idx="6311">
                  <c:v>5.4998699999999996</c:v>
                </c:pt>
                <c:pt idx="6312">
                  <c:v>5.5001800000000003</c:v>
                </c:pt>
                <c:pt idx="6313">
                  <c:v>5.5004799999999996</c:v>
                </c:pt>
                <c:pt idx="6314">
                  <c:v>5.5007900000000003</c:v>
                </c:pt>
                <c:pt idx="6315">
                  <c:v>5.5010899999999996</c:v>
                </c:pt>
                <c:pt idx="6316">
                  <c:v>5.5014000000000003</c:v>
                </c:pt>
                <c:pt idx="6317">
                  <c:v>5.5016999999999996</c:v>
                </c:pt>
                <c:pt idx="6318">
                  <c:v>5.5020100000000003</c:v>
                </c:pt>
                <c:pt idx="6319">
                  <c:v>5.5023099999999996</c:v>
                </c:pt>
                <c:pt idx="6320">
                  <c:v>5.5026200000000003</c:v>
                </c:pt>
                <c:pt idx="6321">
                  <c:v>5.5029300000000001</c:v>
                </c:pt>
                <c:pt idx="6322">
                  <c:v>5.5032300000000003</c:v>
                </c:pt>
                <c:pt idx="6323">
                  <c:v>5.5035400000000001</c:v>
                </c:pt>
                <c:pt idx="6324">
                  <c:v>5.5038400000000003</c:v>
                </c:pt>
                <c:pt idx="6325">
                  <c:v>5.5041500000000001</c:v>
                </c:pt>
                <c:pt idx="6326">
                  <c:v>5.5044500000000003</c:v>
                </c:pt>
                <c:pt idx="6327">
                  <c:v>5.5047600000000001</c:v>
                </c:pt>
                <c:pt idx="6328">
                  <c:v>5.5050600000000003</c:v>
                </c:pt>
                <c:pt idx="6329">
                  <c:v>5.5053700000000001</c:v>
                </c:pt>
                <c:pt idx="6330">
                  <c:v>5.5056700000000003</c:v>
                </c:pt>
                <c:pt idx="6331">
                  <c:v>5.5059800000000001</c:v>
                </c:pt>
                <c:pt idx="6332">
                  <c:v>5.5062800000000003</c:v>
                </c:pt>
                <c:pt idx="6333">
                  <c:v>5.5065900000000001</c:v>
                </c:pt>
                <c:pt idx="6334">
                  <c:v>5.5068999999999999</c:v>
                </c:pt>
                <c:pt idx="6335">
                  <c:v>5.5072000000000001</c:v>
                </c:pt>
                <c:pt idx="6336">
                  <c:v>5.5075099999999999</c:v>
                </c:pt>
                <c:pt idx="6337">
                  <c:v>5.5078100000000001</c:v>
                </c:pt>
                <c:pt idx="6338">
                  <c:v>5.5081199999999999</c:v>
                </c:pt>
                <c:pt idx="6339">
                  <c:v>5.5084200000000001</c:v>
                </c:pt>
                <c:pt idx="6340">
                  <c:v>5.5087299999999999</c:v>
                </c:pt>
                <c:pt idx="6341">
                  <c:v>5.5090300000000001</c:v>
                </c:pt>
                <c:pt idx="6342">
                  <c:v>5.5093399999999999</c:v>
                </c:pt>
                <c:pt idx="6343">
                  <c:v>5.5096400000000001</c:v>
                </c:pt>
                <c:pt idx="6344">
                  <c:v>5.5099499999999999</c:v>
                </c:pt>
                <c:pt idx="6345">
                  <c:v>5.5102500000000001</c:v>
                </c:pt>
                <c:pt idx="6346">
                  <c:v>5.5105599999999999</c:v>
                </c:pt>
                <c:pt idx="6347">
                  <c:v>5.5108699999999997</c:v>
                </c:pt>
                <c:pt idx="6348">
                  <c:v>5.5111699999999999</c:v>
                </c:pt>
                <c:pt idx="6349">
                  <c:v>5.5114799999999997</c:v>
                </c:pt>
                <c:pt idx="6350">
                  <c:v>5.5117799999999999</c:v>
                </c:pt>
                <c:pt idx="6351">
                  <c:v>5.5120899999999997</c:v>
                </c:pt>
                <c:pt idx="6352">
                  <c:v>5.5123899999999999</c:v>
                </c:pt>
                <c:pt idx="6353">
                  <c:v>5.5126999999999997</c:v>
                </c:pt>
                <c:pt idx="6354">
                  <c:v>5.5129999999999999</c:v>
                </c:pt>
                <c:pt idx="6355">
                  <c:v>5.5133099999999997</c:v>
                </c:pt>
                <c:pt idx="6356">
                  <c:v>5.5136099999999999</c:v>
                </c:pt>
                <c:pt idx="6357">
                  <c:v>5.5139199999999997</c:v>
                </c:pt>
                <c:pt idx="6358">
                  <c:v>5.5142199999999999</c:v>
                </c:pt>
                <c:pt idx="6359">
                  <c:v>5.5145299999999997</c:v>
                </c:pt>
                <c:pt idx="6360">
                  <c:v>5.5148400000000004</c:v>
                </c:pt>
                <c:pt idx="6361">
                  <c:v>5.5151399999999997</c:v>
                </c:pt>
                <c:pt idx="6362">
                  <c:v>5.5154500000000004</c:v>
                </c:pt>
                <c:pt idx="6363">
                  <c:v>5.5157499999999997</c:v>
                </c:pt>
                <c:pt idx="6364">
                  <c:v>5.5160600000000004</c:v>
                </c:pt>
                <c:pt idx="6365">
                  <c:v>5.5163599999999997</c:v>
                </c:pt>
                <c:pt idx="6366">
                  <c:v>5.5166700000000004</c:v>
                </c:pt>
                <c:pt idx="6367">
                  <c:v>5.5169699999999997</c:v>
                </c:pt>
                <c:pt idx="6368">
                  <c:v>5.5172800000000004</c:v>
                </c:pt>
                <c:pt idx="6369">
                  <c:v>5.5175799999999997</c:v>
                </c:pt>
                <c:pt idx="6370">
                  <c:v>5.5178900000000004</c:v>
                </c:pt>
                <c:pt idx="6371">
                  <c:v>5.5182000000000002</c:v>
                </c:pt>
                <c:pt idx="6372">
                  <c:v>5.5185000000000004</c:v>
                </c:pt>
                <c:pt idx="6373">
                  <c:v>5.5188100000000002</c:v>
                </c:pt>
                <c:pt idx="6374">
                  <c:v>5.5191100000000004</c:v>
                </c:pt>
                <c:pt idx="6375">
                  <c:v>5.5194200000000002</c:v>
                </c:pt>
                <c:pt idx="6376">
                  <c:v>5.5197200000000004</c:v>
                </c:pt>
                <c:pt idx="6377">
                  <c:v>5.5200300000000002</c:v>
                </c:pt>
                <c:pt idx="6378">
                  <c:v>5.5203300000000004</c:v>
                </c:pt>
                <c:pt idx="6379">
                  <c:v>5.5206400000000002</c:v>
                </c:pt>
                <c:pt idx="6380">
                  <c:v>5.5209400000000004</c:v>
                </c:pt>
                <c:pt idx="6381">
                  <c:v>5.5212500000000002</c:v>
                </c:pt>
                <c:pt idx="6382">
                  <c:v>5.5215500000000004</c:v>
                </c:pt>
                <c:pt idx="6383">
                  <c:v>5.5218600000000002</c:v>
                </c:pt>
                <c:pt idx="6384">
                  <c:v>5.52217</c:v>
                </c:pt>
                <c:pt idx="6385">
                  <c:v>5.5224700000000002</c:v>
                </c:pt>
                <c:pt idx="6386">
                  <c:v>5.52278</c:v>
                </c:pt>
                <c:pt idx="6387">
                  <c:v>5.5230800000000002</c:v>
                </c:pt>
                <c:pt idx="6388">
                  <c:v>5.52339</c:v>
                </c:pt>
                <c:pt idx="6389">
                  <c:v>5.5236900000000002</c:v>
                </c:pt>
                <c:pt idx="6390">
                  <c:v>5.524</c:v>
                </c:pt>
                <c:pt idx="6391">
                  <c:v>5.5243000000000002</c:v>
                </c:pt>
                <c:pt idx="6392">
                  <c:v>5.52461</c:v>
                </c:pt>
                <c:pt idx="6393">
                  <c:v>5.5249100000000002</c:v>
                </c:pt>
                <c:pt idx="6394">
                  <c:v>5.52522</c:v>
                </c:pt>
                <c:pt idx="6395">
                  <c:v>5.5255200000000002</c:v>
                </c:pt>
                <c:pt idx="6396">
                  <c:v>5.52583</c:v>
                </c:pt>
                <c:pt idx="6397">
                  <c:v>5.5261399999999998</c:v>
                </c:pt>
                <c:pt idx="6398">
                  <c:v>5.52644</c:v>
                </c:pt>
                <c:pt idx="6399">
                  <c:v>5.5267499999999998</c:v>
                </c:pt>
                <c:pt idx="6400">
                  <c:v>5.52705</c:v>
                </c:pt>
                <c:pt idx="6401">
                  <c:v>5.5273599999999998</c:v>
                </c:pt>
                <c:pt idx="6402">
                  <c:v>5.52766</c:v>
                </c:pt>
                <c:pt idx="6403">
                  <c:v>5.5279699999999998</c:v>
                </c:pt>
                <c:pt idx="6404">
                  <c:v>5.52827</c:v>
                </c:pt>
                <c:pt idx="6405">
                  <c:v>5.5285799999999998</c:v>
                </c:pt>
                <c:pt idx="6406">
                  <c:v>5.52888</c:v>
                </c:pt>
                <c:pt idx="6407">
                  <c:v>5.5291899999999998</c:v>
                </c:pt>
                <c:pt idx="6408">
                  <c:v>5.52949</c:v>
                </c:pt>
                <c:pt idx="6409">
                  <c:v>5.5297999999999998</c:v>
                </c:pt>
                <c:pt idx="6410">
                  <c:v>5.5301099999999996</c:v>
                </c:pt>
                <c:pt idx="6411">
                  <c:v>5.5304099999999998</c:v>
                </c:pt>
                <c:pt idx="6412">
                  <c:v>5.5307199999999996</c:v>
                </c:pt>
                <c:pt idx="6413">
                  <c:v>5.5310199999999998</c:v>
                </c:pt>
                <c:pt idx="6414">
                  <c:v>5.5313299999999996</c:v>
                </c:pt>
                <c:pt idx="6415">
                  <c:v>5.5316299999999998</c:v>
                </c:pt>
                <c:pt idx="6416">
                  <c:v>5.5319399999999996</c:v>
                </c:pt>
                <c:pt idx="6417">
                  <c:v>5.5322399999999998</c:v>
                </c:pt>
                <c:pt idx="6418">
                  <c:v>5.5325499999999996</c:v>
                </c:pt>
                <c:pt idx="6419">
                  <c:v>5.5328499999999998</c:v>
                </c:pt>
                <c:pt idx="6420">
                  <c:v>5.5331599999999996</c:v>
                </c:pt>
                <c:pt idx="6421">
                  <c:v>5.5334599999999998</c:v>
                </c:pt>
                <c:pt idx="6422">
                  <c:v>5.5337699999999996</c:v>
                </c:pt>
                <c:pt idx="6423">
                  <c:v>5.5340800000000003</c:v>
                </c:pt>
                <c:pt idx="6424">
                  <c:v>5.5343799999999996</c:v>
                </c:pt>
                <c:pt idx="6425">
                  <c:v>5.5346900000000003</c:v>
                </c:pt>
                <c:pt idx="6426">
                  <c:v>5.5349899999999996</c:v>
                </c:pt>
                <c:pt idx="6427">
                  <c:v>5.5353000000000003</c:v>
                </c:pt>
                <c:pt idx="6428">
                  <c:v>5.5355999999999996</c:v>
                </c:pt>
                <c:pt idx="6429">
                  <c:v>5.5359100000000003</c:v>
                </c:pt>
                <c:pt idx="6430">
                  <c:v>5.5362099999999996</c:v>
                </c:pt>
                <c:pt idx="6431">
                  <c:v>5.5365200000000003</c:v>
                </c:pt>
                <c:pt idx="6432">
                  <c:v>5.5368199999999996</c:v>
                </c:pt>
                <c:pt idx="6433">
                  <c:v>5.5371300000000003</c:v>
                </c:pt>
                <c:pt idx="6434">
                  <c:v>5.5374400000000001</c:v>
                </c:pt>
                <c:pt idx="6435">
                  <c:v>5.5377400000000003</c:v>
                </c:pt>
                <c:pt idx="6436">
                  <c:v>5.5380500000000001</c:v>
                </c:pt>
                <c:pt idx="6437">
                  <c:v>5.5383500000000003</c:v>
                </c:pt>
                <c:pt idx="6438">
                  <c:v>5.5386600000000001</c:v>
                </c:pt>
                <c:pt idx="6439">
                  <c:v>5.5389600000000003</c:v>
                </c:pt>
                <c:pt idx="6440">
                  <c:v>5.5392700000000001</c:v>
                </c:pt>
                <c:pt idx="6441">
                  <c:v>5.5395700000000003</c:v>
                </c:pt>
                <c:pt idx="6442">
                  <c:v>5.5398800000000001</c:v>
                </c:pt>
                <c:pt idx="6443">
                  <c:v>5.5401800000000003</c:v>
                </c:pt>
                <c:pt idx="6444">
                  <c:v>5.5404900000000001</c:v>
                </c:pt>
                <c:pt idx="6445">
                  <c:v>5.5407900000000003</c:v>
                </c:pt>
                <c:pt idx="6446">
                  <c:v>5.5411000000000001</c:v>
                </c:pt>
                <c:pt idx="6447">
                  <c:v>5.5414099999999999</c:v>
                </c:pt>
                <c:pt idx="6448">
                  <c:v>5.5417100000000001</c:v>
                </c:pt>
                <c:pt idx="6449">
                  <c:v>5.5420199999999999</c:v>
                </c:pt>
                <c:pt idx="6450">
                  <c:v>5.5423200000000001</c:v>
                </c:pt>
                <c:pt idx="6451">
                  <c:v>5.5426299999999999</c:v>
                </c:pt>
                <c:pt idx="6452">
                  <c:v>5.5429300000000001</c:v>
                </c:pt>
                <c:pt idx="6453">
                  <c:v>5.5432399999999999</c:v>
                </c:pt>
                <c:pt idx="6454">
                  <c:v>5.5435400000000001</c:v>
                </c:pt>
                <c:pt idx="6455">
                  <c:v>5.5438499999999999</c:v>
                </c:pt>
                <c:pt idx="6456">
                  <c:v>5.5441500000000001</c:v>
                </c:pt>
                <c:pt idx="6457">
                  <c:v>5.5444599999999999</c:v>
                </c:pt>
                <c:pt idx="6458">
                  <c:v>5.5447600000000001</c:v>
                </c:pt>
                <c:pt idx="6459">
                  <c:v>5.5450699999999999</c:v>
                </c:pt>
                <c:pt idx="6460">
                  <c:v>5.5453799999999998</c:v>
                </c:pt>
                <c:pt idx="6461">
                  <c:v>5.5456799999999999</c:v>
                </c:pt>
                <c:pt idx="6462">
                  <c:v>5.5459899999999998</c:v>
                </c:pt>
                <c:pt idx="6463">
                  <c:v>5.5462899999999999</c:v>
                </c:pt>
                <c:pt idx="6464">
                  <c:v>5.5465999999999998</c:v>
                </c:pt>
                <c:pt idx="6465">
                  <c:v>5.5468999999999999</c:v>
                </c:pt>
                <c:pt idx="6466">
                  <c:v>5.5472099999999998</c:v>
                </c:pt>
                <c:pt idx="6467">
                  <c:v>5.5475099999999999</c:v>
                </c:pt>
                <c:pt idx="6468">
                  <c:v>5.5478199999999998</c:v>
                </c:pt>
                <c:pt idx="6469">
                  <c:v>5.5481199999999999</c:v>
                </c:pt>
                <c:pt idx="6470">
                  <c:v>5.5484299999999998</c:v>
                </c:pt>
                <c:pt idx="6471">
                  <c:v>5.5487299999999999</c:v>
                </c:pt>
                <c:pt idx="6472">
                  <c:v>5.5490399999999998</c:v>
                </c:pt>
                <c:pt idx="6473">
                  <c:v>5.5493499999999996</c:v>
                </c:pt>
                <c:pt idx="6474">
                  <c:v>5.5496499999999997</c:v>
                </c:pt>
                <c:pt idx="6475">
                  <c:v>5.5499599999999996</c:v>
                </c:pt>
                <c:pt idx="6476">
                  <c:v>5.5502599999999997</c:v>
                </c:pt>
                <c:pt idx="6477">
                  <c:v>5.5505699999999996</c:v>
                </c:pt>
                <c:pt idx="6478">
                  <c:v>5.5508699999999997</c:v>
                </c:pt>
                <c:pt idx="6479">
                  <c:v>5.5511799999999996</c:v>
                </c:pt>
                <c:pt idx="6480">
                  <c:v>5.5514799999999997</c:v>
                </c:pt>
                <c:pt idx="6481">
                  <c:v>5.5517899999999996</c:v>
                </c:pt>
                <c:pt idx="6482">
                  <c:v>5.5520899999999997</c:v>
                </c:pt>
                <c:pt idx="6483">
                  <c:v>5.5523999999999996</c:v>
                </c:pt>
                <c:pt idx="6484">
                  <c:v>5.5526999999999997</c:v>
                </c:pt>
                <c:pt idx="6485">
                  <c:v>5.5530099999999996</c:v>
                </c:pt>
                <c:pt idx="6486">
                  <c:v>5.5533200000000003</c:v>
                </c:pt>
                <c:pt idx="6487">
                  <c:v>5.5536199999999996</c:v>
                </c:pt>
                <c:pt idx="6488">
                  <c:v>5.5539300000000003</c:v>
                </c:pt>
                <c:pt idx="6489">
                  <c:v>5.5542299999999996</c:v>
                </c:pt>
                <c:pt idx="6490">
                  <c:v>5.5545400000000003</c:v>
                </c:pt>
                <c:pt idx="6491">
                  <c:v>5.5548400000000004</c:v>
                </c:pt>
                <c:pt idx="6492">
                  <c:v>5.5551500000000003</c:v>
                </c:pt>
                <c:pt idx="6493">
                  <c:v>5.5554500000000004</c:v>
                </c:pt>
                <c:pt idx="6494">
                  <c:v>5.5557600000000003</c:v>
                </c:pt>
                <c:pt idx="6495">
                  <c:v>5.5560600000000004</c:v>
                </c:pt>
                <c:pt idx="6496">
                  <c:v>5.5563700000000003</c:v>
                </c:pt>
                <c:pt idx="6497">
                  <c:v>5.5566800000000001</c:v>
                </c:pt>
                <c:pt idx="6498">
                  <c:v>5.5569800000000003</c:v>
                </c:pt>
                <c:pt idx="6499">
                  <c:v>5.5572900000000001</c:v>
                </c:pt>
                <c:pt idx="6500">
                  <c:v>5.5575900000000003</c:v>
                </c:pt>
                <c:pt idx="6501">
                  <c:v>5.5579000000000001</c:v>
                </c:pt>
                <c:pt idx="6502">
                  <c:v>5.5582000000000003</c:v>
                </c:pt>
                <c:pt idx="6503">
                  <c:v>5.5585100000000001</c:v>
                </c:pt>
                <c:pt idx="6504">
                  <c:v>5.5588100000000003</c:v>
                </c:pt>
                <c:pt idx="6505">
                  <c:v>5.5591200000000001</c:v>
                </c:pt>
                <c:pt idx="6506">
                  <c:v>5.5594200000000003</c:v>
                </c:pt>
                <c:pt idx="6507">
                  <c:v>5.5597300000000001</c:v>
                </c:pt>
                <c:pt idx="6508">
                  <c:v>5.5600300000000002</c:v>
                </c:pt>
                <c:pt idx="6509">
                  <c:v>5.5603400000000001</c:v>
                </c:pt>
                <c:pt idx="6510">
                  <c:v>5.5606499999999999</c:v>
                </c:pt>
                <c:pt idx="6511">
                  <c:v>5.5609500000000001</c:v>
                </c:pt>
                <c:pt idx="6512">
                  <c:v>5.5612599999999999</c:v>
                </c:pt>
                <c:pt idx="6513">
                  <c:v>5.5615600000000001</c:v>
                </c:pt>
                <c:pt idx="6514">
                  <c:v>5.5618699999999999</c:v>
                </c:pt>
                <c:pt idx="6515">
                  <c:v>5.5621700000000001</c:v>
                </c:pt>
                <c:pt idx="6516">
                  <c:v>5.5624799999999999</c:v>
                </c:pt>
                <c:pt idx="6517">
                  <c:v>5.5627800000000001</c:v>
                </c:pt>
                <c:pt idx="6518">
                  <c:v>5.5630899999999999</c:v>
                </c:pt>
                <c:pt idx="6519">
                  <c:v>5.5633900000000001</c:v>
                </c:pt>
                <c:pt idx="6520">
                  <c:v>5.5636999999999999</c:v>
                </c:pt>
                <c:pt idx="6521">
                  <c:v>5.5640000000000001</c:v>
                </c:pt>
                <c:pt idx="6522">
                  <c:v>5.5643099999999999</c:v>
                </c:pt>
                <c:pt idx="6523">
                  <c:v>5.5646199999999997</c:v>
                </c:pt>
                <c:pt idx="6524">
                  <c:v>5.5649199999999999</c:v>
                </c:pt>
                <c:pt idx="6525">
                  <c:v>5.5652299999999997</c:v>
                </c:pt>
                <c:pt idx="6526">
                  <c:v>5.5655299999999999</c:v>
                </c:pt>
                <c:pt idx="6527">
                  <c:v>5.5658399999999997</c:v>
                </c:pt>
                <c:pt idx="6528">
                  <c:v>5.5661399999999999</c:v>
                </c:pt>
                <c:pt idx="6529">
                  <c:v>5.5664499999999997</c:v>
                </c:pt>
                <c:pt idx="6530">
                  <c:v>5.5667499999999999</c:v>
                </c:pt>
                <c:pt idx="6531">
                  <c:v>5.5670599999999997</c:v>
                </c:pt>
                <c:pt idx="6532">
                  <c:v>5.5673599999999999</c:v>
                </c:pt>
                <c:pt idx="6533">
                  <c:v>5.5676699999999997</c:v>
                </c:pt>
                <c:pt idx="6534">
                  <c:v>5.5679699999999999</c:v>
                </c:pt>
                <c:pt idx="6535">
                  <c:v>5.5682799999999997</c:v>
                </c:pt>
                <c:pt idx="6536">
                  <c:v>5.5685900000000004</c:v>
                </c:pt>
                <c:pt idx="6537">
                  <c:v>5.5688899999999997</c:v>
                </c:pt>
                <c:pt idx="6538">
                  <c:v>5.5692000000000004</c:v>
                </c:pt>
                <c:pt idx="6539">
                  <c:v>5.5694999999999997</c:v>
                </c:pt>
                <c:pt idx="6540">
                  <c:v>5.5698100000000004</c:v>
                </c:pt>
                <c:pt idx="6541">
                  <c:v>5.5701099999999997</c:v>
                </c:pt>
                <c:pt idx="6542">
                  <c:v>5.5704200000000004</c:v>
                </c:pt>
                <c:pt idx="6543">
                  <c:v>5.5707199999999997</c:v>
                </c:pt>
                <c:pt idx="6544">
                  <c:v>5.5710300000000004</c:v>
                </c:pt>
                <c:pt idx="6545">
                  <c:v>5.5713299999999997</c:v>
                </c:pt>
                <c:pt idx="6546">
                  <c:v>5.5716400000000004</c:v>
                </c:pt>
                <c:pt idx="6547">
                  <c:v>5.5719500000000002</c:v>
                </c:pt>
                <c:pt idx="6548">
                  <c:v>5.5722500000000004</c:v>
                </c:pt>
                <c:pt idx="6549">
                  <c:v>5.5725600000000002</c:v>
                </c:pt>
                <c:pt idx="6550">
                  <c:v>5.5728600000000004</c:v>
                </c:pt>
                <c:pt idx="6551">
                  <c:v>5.5731700000000002</c:v>
                </c:pt>
                <c:pt idx="6552">
                  <c:v>5.5734700000000004</c:v>
                </c:pt>
                <c:pt idx="6553">
                  <c:v>5.5737800000000002</c:v>
                </c:pt>
                <c:pt idx="6554">
                  <c:v>5.5740800000000004</c:v>
                </c:pt>
                <c:pt idx="6555">
                  <c:v>5.5743900000000002</c:v>
                </c:pt>
                <c:pt idx="6556">
                  <c:v>5.5746900000000004</c:v>
                </c:pt>
                <c:pt idx="6557">
                  <c:v>5.5750000000000002</c:v>
                </c:pt>
                <c:pt idx="6558">
                  <c:v>5.5753000000000004</c:v>
                </c:pt>
                <c:pt idx="6559">
                  <c:v>5.5756100000000002</c:v>
                </c:pt>
                <c:pt idx="6560">
                  <c:v>5.57592</c:v>
                </c:pt>
                <c:pt idx="6561">
                  <c:v>5.5762200000000002</c:v>
                </c:pt>
                <c:pt idx="6562">
                  <c:v>5.57653</c:v>
                </c:pt>
                <c:pt idx="6563">
                  <c:v>5.5768300000000002</c:v>
                </c:pt>
                <c:pt idx="6564">
                  <c:v>5.57714</c:v>
                </c:pt>
                <c:pt idx="6565">
                  <c:v>5.5774400000000002</c:v>
                </c:pt>
                <c:pt idx="6566">
                  <c:v>5.57775</c:v>
                </c:pt>
                <c:pt idx="6567">
                  <c:v>5.5780500000000002</c:v>
                </c:pt>
                <c:pt idx="6568">
                  <c:v>5.57836</c:v>
                </c:pt>
                <c:pt idx="6569">
                  <c:v>5.5786600000000002</c:v>
                </c:pt>
                <c:pt idx="6570">
                  <c:v>5.57897</c:v>
                </c:pt>
                <c:pt idx="6571">
                  <c:v>5.5792700000000002</c:v>
                </c:pt>
                <c:pt idx="6572">
                  <c:v>5.57958</c:v>
                </c:pt>
                <c:pt idx="6573">
                  <c:v>5.5798899999999998</c:v>
                </c:pt>
                <c:pt idx="6574">
                  <c:v>5.58019</c:v>
                </c:pt>
                <c:pt idx="6575">
                  <c:v>5.5804999999999998</c:v>
                </c:pt>
                <c:pt idx="6576">
                  <c:v>5.5808</c:v>
                </c:pt>
                <c:pt idx="6577">
                  <c:v>5.5811099999999998</c:v>
                </c:pt>
                <c:pt idx="6578">
                  <c:v>5.58141</c:v>
                </c:pt>
                <c:pt idx="6579">
                  <c:v>5.5817199999999998</c:v>
                </c:pt>
                <c:pt idx="6580">
                  <c:v>5.58202</c:v>
                </c:pt>
                <c:pt idx="6581">
                  <c:v>5.5823299999999998</c:v>
                </c:pt>
                <c:pt idx="6582">
                  <c:v>5.58263</c:v>
                </c:pt>
                <c:pt idx="6583">
                  <c:v>5.5829399999999998</c:v>
                </c:pt>
                <c:pt idx="6584">
                  <c:v>5.58324</c:v>
                </c:pt>
                <c:pt idx="6585">
                  <c:v>5.5835499999999998</c:v>
                </c:pt>
                <c:pt idx="6586">
                  <c:v>5.5838599999999996</c:v>
                </c:pt>
                <c:pt idx="6587">
                  <c:v>5.5841599999999998</c:v>
                </c:pt>
                <c:pt idx="6588">
                  <c:v>5.5844699999999996</c:v>
                </c:pt>
                <c:pt idx="6589">
                  <c:v>5.5847699999999998</c:v>
                </c:pt>
                <c:pt idx="6590">
                  <c:v>5.5850799999999996</c:v>
                </c:pt>
                <c:pt idx="6591">
                  <c:v>5.5853799999999998</c:v>
                </c:pt>
                <c:pt idx="6592">
                  <c:v>5.5856899999999996</c:v>
                </c:pt>
                <c:pt idx="6593">
                  <c:v>5.5859899999999998</c:v>
                </c:pt>
                <c:pt idx="6594">
                  <c:v>5.5862999999999996</c:v>
                </c:pt>
                <c:pt idx="6595">
                  <c:v>5.5865999999999998</c:v>
                </c:pt>
                <c:pt idx="6596">
                  <c:v>5.5869099999999996</c:v>
                </c:pt>
                <c:pt idx="6597">
                  <c:v>5.5872099999999998</c:v>
                </c:pt>
                <c:pt idx="6598">
                  <c:v>5.5875199999999996</c:v>
                </c:pt>
                <c:pt idx="6599">
                  <c:v>5.5878300000000003</c:v>
                </c:pt>
                <c:pt idx="6600">
                  <c:v>5.5881299999999996</c:v>
                </c:pt>
                <c:pt idx="6601">
                  <c:v>5.5884400000000003</c:v>
                </c:pt>
                <c:pt idx="6602">
                  <c:v>5.5887399999999996</c:v>
                </c:pt>
                <c:pt idx="6603">
                  <c:v>5.5890500000000003</c:v>
                </c:pt>
                <c:pt idx="6604">
                  <c:v>5.5893499999999996</c:v>
                </c:pt>
                <c:pt idx="6605">
                  <c:v>5.5896600000000003</c:v>
                </c:pt>
                <c:pt idx="6606">
                  <c:v>5.5899599999999996</c:v>
                </c:pt>
                <c:pt idx="6607">
                  <c:v>5.5902700000000003</c:v>
                </c:pt>
                <c:pt idx="6608">
                  <c:v>5.5905699999999996</c:v>
                </c:pt>
                <c:pt idx="6609">
                  <c:v>5.5908800000000003</c:v>
                </c:pt>
                <c:pt idx="6610">
                  <c:v>5.5911900000000001</c:v>
                </c:pt>
                <c:pt idx="6611">
                  <c:v>5.5914900000000003</c:v>
                </c:pt>
                <c:pt idx="6612">
                  <c:v>5.5918000000000001</c:v>
                </c:pt>
                <c:pt idx="6613">
                  <c:v>5.5921000000000003</c:v>
                </c:pt>
                <c:pt idx="6614">
                  <c:v>5.5924100000000001</c:v>
                </c:pt>
                <c:pt idx="6615">
                  <c:v>5.5927100000000003</c:v>
                </c:pt>
                <c:pt idx="6616">
                  <c:v>5.5930200000000001</c:v>
                </c:pt>
                <c:pt idx="6617">
                  <c:v>5.5933200000000003</c:v>
                </c:pt>
                <c:pt idx="6618">
                  <c:v>5.5936300000000001</c:v>
                </c:pt>
                <c:pt idx="6619">
                  <c:v>5.5939300000000003</c:v>
                </c:pt>
                <c:pt idx="6620">
                  <c:v>5.5942400000000001</c:v>
                </c:pt>
                <c:pt idx="6621">
                  <c:v>5.5945400000000003</c:v>
                </c:pt>
                <c:pt idx="6622">
                  <c:v>5.5948500000000001</c:v>
                </c:pt>
                <c:pt idx="6623">
                  <c:v>5.5951599999999999</c:v>
                </c:pt>
                <c:pt idx="6624">
                  <c:v>5.5954600000000001</c:v>
                </c:pt>
                <c:pt idx="6625">
                  <c:v>5.5957699999999999</c:v>
                </c:pt>
                <c:pt idx="6626">
                  <c:v>5.5960700000000001</c:v>
                </c:pt>
                <c:pt idx="6627">
                  <c:v>5.5963799999999999</c:v>
                </c:pt>
                <c:pt idx="6628">
                  <c:v>5.5966800000000001</c:v>
                </c:pt>
                <c:pt idx="6629">
                  <c:v>5.5969899999999999</c:v>
                </c:pt>
                <c:pt idx="6630">
                  <c:v>5.5972900000000001</c:v>
                </c:pt>
                <c:pt idx="6631">
                  <c:v>5.5975999999999999</c:v>
                </c:pt>
                <c:pt idx="6632">
                  <c:v>5.5979000000000001</c:v>
                </c:pt>
                <c:pt idx="6633">
                  <c:v>5.5982099999999999</c:v>
                </c:pt>
                <c:pt idx="6634">
                  <c:v>5.5985100000000001</c:v>
                </c:pt>
                <c:pt idx="6635">
                  <c:v>5.5988199999999999</c:v>
                </c:pt>
                <c:pt idx="6636">
                  <c:v>5.5991299999999997</c:v>
                </c:pt>
                <c:pt idx="6637">
                  <c:v>5.5994299999999999</c:v>
                </c:pt>
                <c:pt idx="6638">
                  <c:v>5.5997399999999997</c:v>
                </c:pt>
                <c:pt idx="6639">
                  <c:v>5.6000399999999999</c:v>
                </c:pt>
                <c:pt idx="6640">
                  <c:v>5.6003499999999997</c:v>
                </c:pt>
                <c:pt idx="6641">
                  <c:v>5.6006499999999999</c:v>
                </c:pt>
                <c:pt idx="6642">
                  <c:v>5.6009599999999997</c:v>
                </c:pt>
                <c:pt idx="6643">
                  <c:v>5.6012599999999999</c:v>
                </c:pt>
                <c:pt idx="6644">
                  <c:v>5.6015699999999997</c:v>
                </c:pt>
                <c:pt idx="6645">
                  <c:v>5.6018699999999999</c:v>
                </c:pt>
                <c:pt idx="6646">
                  <c:v>5.6021799999999997</c:v>
                </c:pt>
                <c:pt idx="6647">
                  <c:v>5.6024799999999999</c:v>
                </c:pt>
                <c:pt idx="6648">
                  <c:v>5.6027899999999997</c:v>
                </c:pt>
                <c:pt idx="6649">
                  <c:v>5.6031000000000004</c:v>
                </c:pt>
                <c:pt idx="6650">
                  <c:v>5.6033999999999997</c:v>
                </c:pt>
                <c:pt idx="6651">
                  <c:v>5.6037100000000004</c:v>
                </c:pt>
                <c:pt idx="6652">
                  <c:v>5.6040099999999997</c:v>
                </c:pt>
                <c:pt idx="6653">
                  <c:v>5.6043200000000004</c:v>
                </c:pt>
                <c:pt idx="6654">
                  <c:v>5.6046199999999997</c:v>
                </c:pt>
                <c:pt idx="6655">
                  <c:v>5.6049300000000004</c:v>
                </c:pt>
                <c:pt idx="6656">
                  <c:v>5.6052299999999997</c:v>
                </c:pt>
                <c:pt idx="6657">
                  <c:v>5.6055400000000004</c:v>
                </c:pt>
                <c:pt idx="6658">
                  <c:v>5.6058399999999997</c:v>
                </c:pt>
                <c:pt idx="6659">
                  <c:v>5.6061500000000004</c:v>
                </c:pt>
                <c:pt idx="6660">
                  <c:v>5.6064499999999997</c:v>
                </c:pt>
                <c:pt idx="6661">
                  <c:v>5.6067600000000004</c:v>
                </c:pt>
                <c:pt idx="6662">
                  <c:v>5.6070700000000002</c:v>
                </c:pt>
                <c:pt idx="6663">
                  <c:v>5.6073700000000004</c:v>
                </c:pt>
                <c:pt idx="6664">
                  <c:v>5.6076800000000002</c:v>
                </c:pt>
                <c:pt idx="6665">
                  <c:v>5.6079800000000004</c:v>
                </c:pt>
                <c:pt idx="6666">
                  <c:v>5.6082900000000002</c:v>
                </c:pt>
                <c:pt idx="6667">
                  <c:v>5.6085900000000004</c:v>
                </c:pt>
                <c:pt idx="6668">
                  <c:v>5.6089000000000002</c:v>
                </c:pt>
                <c:pt idx="6669">
                  <c:v>5.6092000000000004</c:v>
                </c:pt>
                <c:pt idx="6670">
                  <c:v>5.6095100000000002</c:v>
                </c:pt>
                <c:pt idx="6671">
                  <c:v>5.6098100000000004</c:v>
                </c:pt>
                <c:pt idx="6672">
                  <c:v>5.6101200000000002</c:v>
                </c:pt>
                <c:pt idx="6673">
                  <c:v>5.61043</c:v>
                </c:pt>
                <c:pt idx="6674">
                  <c:v>5.6107300000000002</c:v>
                </c:pt>
                <c:pt idx="6675">
                  <c:v>5.61104</c:v>
                </c:pt>
                <c:pt idx="6676">
                  <c:v>5.6113400000000002</c:v>
                </c:pt>
                <c:pt idx="6677">
                  <c:v>5.61165</c:v>
                </c:pt>
                <c:pt idx="6678">
                  <c:v>5.6119500000000002</c:v>
                </c:pt>
                <c:pt idx="6679">
                  <c:v>5.61226</c:v>
                </c:pt>
                <c:pt idx="6680">
                  <c:v>5.6125600000000002</c:v>
                </c:pt>
                <c:pt idx="6681">
                  <c:v>5.61287</c:v>
                </c:pt>
                <c:pt idx="6682">
                  <c:v>5.6131700000000002</c:v>
                </c:pt>
                <c:pt idx="6683">
                  <c:v>5.61348</c:v>
                </c:pt>
                <c:pt idx="6684">
                  <c:v>5.6137800000000002</c:v>
                </c:pt>
                <c:pt idx="6685">
                  <c:v>5.61409</c:v>
                </c:pt>
                <c:pt idx="6686">
                  <c:v>5.6143999999999998</c:v>
                </c:pt>
                <c:pt idx="6687">
                  <c:v>5.6147</c:v>
                </c:pt>
                <c:pt idx="6688">
                  <c:v>5.6150099999999998</c:v>
                </c:pt>
                <c:pt idx="6689">
                  <c:v>5.61531</c:v>
                </c:pt>
                <c:pt idx="6690">
                  <c:v>5.6156199999999998</c:v>
                </c:pt>
                <c:pt idx="6691">
                  <c:v>5.61592</c:v>
                </c:pt>
                <c:pt idx="6692">
                  <c:v>5.6162299999999998</c:v>
                </c:pt>
                <c:pt idx="6693">
                  <c:v>5.61653</c:v>
                </c:pt>
                <c:pt idx="6694">
                  <c:v>5.6168399999999998</c:v>
                </c:pt>
                <c:pt idx="6695">
                  <c:v>5.61714</c:v>
                </c:pt>
                <c:pt idx="6696">
                  <c:v>5.6174499999999998</c:v>
                </c:pt>
                <c:pt idx="6697">
                  <c:v>5.61775</c:v>
                </c:pt>
                <c:pt idx="6698">
                  <c:v>5.6180599999999998</c:v>
                </c:pt>
                <c:pt idx="6699">
                  <c:v>5.6183699999999996</c:v>
                </c:pt>
                <c:pt idx="6700">
                  <c:v>5.6186699999999998</c:v>
                </c:pt>
                <c:pt idx="6701">
                  <c:v>5.6189799999999996</c:v>
                </c:pt>
                <c:pt idx="6702">
                  <c:v>5.6192799999999998</c:v>
                </c:pt>
                <c:pt idx="6703">
                  <c:v>5.6195899999999996</c:v>
                </c:pt>
                <c:pt idx="6704">
                  <c:v>5.6198899999999998</c:v>
                </c:pt>
                <c:pt idx="6705">
                  <c:v>5.6201999999999996</c:v>
                </c:pt>
                <c:pt idx="6706">
                  <c:v>5.6204999999999998</c:v>
                </c:pt>
                <c:pt idx="6707">
                  <c:v>5.6208099999999996</c:v>
                </c:pt>
                <c:pt idx="6708">
                  <c:v>5.6211099999999998</c:v>
                </c:pt>
                <c:pt idx="6709">
                  <c:v>5.6214199999999996</c:v>
                </c:pt>
                <c:pt idx="6710">
                  <c:v>5.6217199999999998</c:v>
                </c:pt>
                <c:pt idx="6711">
                  <c:v>5.6220299999999996</c:v>
                </c:pt>
                <c:pt idx="6712">
                  <c:v>5.6223400000000003</c:v>
                </c:pt>
                <c:pt idx="6713">
                  <c:v>5.6226399999999996</c:v>
                </c:pt>
                <c:pt idx="6714">
                  <c:v>5.6229500000000003</c:v>
                </c:pt>
                <c:pt idx="6715">
                  <c:v>5.6232499999999996</c:v>
                </c:pt>
                <c:pt idx="6716">
                  <c:v>5.6235600000000003</c:v>
                </c:pt>
                <c:pt idx="6717">
                  <c:v>5.6238599999999996</c:v>
                </c:pt>
                <c:pt idx="6718">
                  <c:v>5.6241700000000003</c:v>
                </c:pt>
                <c:pt idx="6719">
                  <c:v>5.6244699999999996</c:v>
                </c:pt>
                <c:pt idx="6720">
                  <c:v>5.6247800000000003</c:v>
                </c:pt>
                <c:pt idx="6721">
                  <c:v>5.6250799999999996</c:v>
                </c:pt>
                <c:pt idx="6722">
                  <c:v>5.6253900000000003</c:v>
                </c:pt>
                <c:pt idx="6723">
                  <c:v>5.6256899999999996</c:v>
                </c:pt>
                <c:pt idx="6724">
                  <c:v>5.6260000000000003</c:v>
                </c:pt>
                <c:pt idx="6725">
                  <c:v>5.6263100000000001</c:v>
                </c:pt>
                <c:pt idx="6726">
                  <c:v>5.6266100000000003</c:v>
                </c:pt>
                <c:pt idx="6727">
                  <c:v>5.6269200000000001</c:v>
                </c:pt>
                <c:pt idx="6728">
                  <c:v>5.6272200000000003</c:v>
                </c:pt>
                <c:pt idx="6729">
                  <c:v>5.6275300000000001</c:v>
                </c:pt>
                <c:pt idx="6730">
                  <c:v>5.6278300000000003</c:v>
                </c:pt>
                <c:pt idx="6731">
                  <c:v>5.6281400000000001</c:v>
                </c:pt>
                <c:pt idx="6732">
                  <c:v>5.6284400000000003</c:v>
                </c:pt>
                <c:pt idx="6733">
                  <c:v>5.6287500000000001</c:v>
                </c:pt>
                <c:pt idx="6734">
                  <c:v>5.6290500000000003</c:v>
                </c:pt>
                <c:pt idx="6735">
                  <c:v>5.6293600000000001</c:v>
                </c:pt>
                <c:pt idx="6736">
                  <c:v>5.62967</c:v>
                </c:pt>
                <c:pt idx="6737">
                  <c:v>5.6299700000000001</c:v>
                </c:pt>
                <c:pt idx="6738">
                  <c:v>5.63028</c:v>
                </c:pt>
                <c:pt idx="6739">
                  <c:v>5.6305800000000001</c:v>
                </c:pt>
                <c:pt idx="6740">
                  <c:v>5.63089</c:v>
                </c:pt>
                <c:pt idx="6741">
                  <c:v>5.6311900000000001</c:v>
                </c:pt>
                <c:pt idx="6742">
                  <c:v>5.6315</c:v>
                </c:pt>
                <c:pt idx="6743">
                  <c:v>5.6318000000000001</c:v>
                </c:pt>
                <c:pt idx="6744">
                  <c:v>5.6321099999999999</c:v>
                </c:pt>
                <c:pt idx="6745">
                  <c:v>5.6324100000000001</c:v>
                </c:pt>
                <c:pt idx="6746">
                  <c:v>5.6327199999999999</c:v>
                </c:pt>
                <c:pt idx="6747">
                  <c:v>5.6330200000000001</c:v>
                </c:pt>
                <c:pt idx="6748">
                  <c:v>5.6333299999999999</c:v>
                </c:pt>
                <c:pt idx="6749">
                  <c:v>5.6336399999999998</c:v>
                </c:pt>
                <c:pt idx="6750">
                  <c:v>5.6339399999999999</c:v>
                </c:pt>
                <c:pt idx="6751">
                  <c:v>5.6342499999999998</c:v>
                </c:pt>
                <c:pt idx="6752">
                  <c:v>5.6345499999999999</c:v>
                </c:pt>
                <c:pt idx="6753">
                  <c:v>5.6348599999999998</c:v>
                </c:pt>
                <c:pt idx="6754">
                  <c:v>5.6351599999999999</c:v>
                </c:pt>
                <c:pt idx="6755">
                  <c:v>5.6354699999999998</c:v>
                </c:pt>
                <c:pt idx="6756">
                  <c:v>5.6357699999999999</c:v>
                </c:pt>
                <c:pt idx="6757">
                  <c:v>5.6360799999999998</c:v>
                </c:pt>
                <c:pt idx="6758">
                  <c:v>5.6363799999999999</c:v>
                </c:pt>
                <c:pt idx="6759">
                  <c:v>5.6366899999999998</c:v>
                </c:pt>
                <c:pt idx="6760">
                  <c:v>5.6369899999999999</c:v>
                </c:pt>
                <c:pt idx="6761">
                  <c:v>5.6372999999999998</c:v>
                </c:pt>
                <c:pt idx="6762">
                  <c:v>5.6376099999999996</c:v>
                </c:pt>
                <c:pt idx="6763">
                  <c:v>5.6379099999999998</c:v>
                </c:pt>
                <c:pt idx="6764">
                  <c:v>5.6382199999999996</c:v>
                </c:pt>
                <c:pt idx="6765">
                  <c:v>5.6385199999999998</c:v>
                </c:pt>
                <c:pt idx="6766">
                  <c:v>5.6388299999999996</c:v>
                </c:pt>
                <c:pt idx="6767">
                  <c:v>5.6391299999999998</c:v>
                </c:pt>
                <c:pt idx="6768">
                  <c:v>5.6394399999999996</c:v>
                </c:pt>
                <c:pt idx="6769">
                  <c:v>5.6397399999999998</c:v>
                </c:pt>
                <c:pt idx="6770">
                  <c:v>5.6400499999999996</c:v>
                </c:pt>
                <c:pt idx="6771">
                  <c:v>5.6403499999999998</c:v>
                </c:pt>
                <c:pt idx="6772">
                  <c:v>5.6406599999999996</c:v>
                </c:pt>
                <c:pt idx="6773">
                  <c:v>5.6409599999999998</c:v>
                </c:pt>
                <c:pt idx="6774">
                  <c:v>5.6412699999999996</c:v>
                </c:pt>
                <c:pt idx="6775">
                  <c:v>5.6415800000000003</c:v>
                </c:pt>
                <c:pt idx="6776">
                  <c:v>5.6418799999999996</c:v>
                </c:pt>
                <c:pt idx="6777">
                  <c:v>5.6421900000000003</c:v>
                </c:pt>
                <c:pt idx="6778">
                  <c:v>5.6424899999999996</c:v>
                </c:pt>
                <c:pt idx="6779">
                  <c:v>5.6428000000000003</c:v>
                </c:pt>
                <c:pt idx="6780">
                  <c:v>5.6430999999999996</c:v>
                </c:pt>
                <c:pt idx="6781">
                  <c:v>5.6434100000000003</c:v>
                </c:pt>
                <c:pt idx="6782">
                  <c:v>5.6437099999999996</c:v>
                </c:pt>
                <c:pt idx="6783">
                  <c:v>5.6440200000000003</c:v>
                </c:pt>
                <c:pt idx="6784">
                  <c:v>5.6443199999999996</c:v>
                </c:pt>
                <c:pt idx="6785">
                  <c:v>5.6446300000000003</c:v>
                </c:pt>
                <c:pt idx="6786">
                  <c:v>5.6449400000000001</c:v>
                </c:pt>
                <c:pt idx="6787">
                  <c:v>5.6452400000000003</c:v>
                </c:pt>
                <c:pt idx="6788">
                  <c:v>5.6455500000000001</c:v>
                </c:pt>
                <c:pt idx="6789">
                  <c:v>5.6458500000000003</c:v>
                </c:pt>
                <c:pt idx="6790">
                  <c:v>5.6461600000000001</c:v>
                </c:pt>
                <c:pt idx="6791">
                  <c:v>5.6464600000000003</c:v>
                </c:pt>
                <c:pt idx="6792">
                  <c:v>5.6467700000000001</c:v>
                </c:pt>
                <c:pt idx="6793">
                  <c:v>5.6470700000000003</c:v>
                </c:pt>
                <c:pt idx="6794">
                  <c:v>5.6473800000000001</c:v>
                </c:pt>
                <c:pt idx="6795">
                  <c:v>5.6476800000000003</c:v>
                </c:pt>
                <c:pt idx="6796">
                  <c:v>5.6479900000000001</c:v>
                </c:pt>
                <c:pt idx="6797">
                  <c:v>5.6482900000000003</c:v>
                </c:pt>
                <c:pt idx="6798">
                  <c:v>5.6486000000000001</c:v>
                </c:pt>
                <c:pt idx="6799">
                  <c:v>5.6489099999999999</c:v>
                </c:pt>
                <c:pt idx="6800">
                  <c:v>5.6492100000000001</c:v>
                </c:pt>
                <c:pt idx="6801">
                  <c:v>5.6495199999999999</c:v>
                </c:pt>
                <c:pt idx="6802">
                  <c:v>5.6498200000000001</c:v>
                </c:pt>
                <c:pt idx="6803">
                  <c:v>5.6501299999999999</c:v>
                </c:pt>
                <c:pt idx="6804">
                  <c:v>5.6504300000000001</c:v>
                </c:pt>
                <c:pt idx="6805">
                  <c:v>5.6507399999999999</c:v>
                </c:pt>
                <c:pt idx="6806">
                  <c:v>5.6510400000000001</c:v>
                </c:pt>
                <c:pt idx="6807">
                  <c:v>5.6513499999999999</c:v>
                </c:pt>
                <c:pt idx="6808">
                  <c:v>5.6516500000000001</c:v>
                </c:pt>
                <c:pt idx="6809">
                  <c:v>5.6519599999999999</c:v>
                </c:pt>
                <c:pt idx="6810">
                  <c:v>5.6522600000000001</c:v>
                </c:pt>
                <c:pt idx="6811">
                  <c:v>5.6525699999999999</c:v>
                </c:pt>
                <c:pt idx="6812">
                  <c:v>5.6528799999999997</c:v>
                </c:pt>
                <c:pt idx="6813">
                  <c:v>5.6531799999999999</c:v>
                </c:pt>
                <c:pt idx="6814">
                  <c:v>5.6534899999999997</c:v>
                </c:pt>
                <c:pt idx="6815">
                  <c:v>5.6537899999999999</c:v>
                </c:pt>
                <c:pt idx="6816">
                  <c:v>5.6540999999999997</c:v>
                </c:pt>
                <c:pt idx="6817">
                  <c:v>5.6543999999999999</c:v>
                </c:pt>
                <c:pt idx="6818">
                  <c:v>5.6547099999999997</c:v>
                </c:pt>
                <c:pt idx="6819">
                  <c:v>5.6550099999999999</c:v>
                </c:pt>
                <c:pt idx="6820">
                  <c:v>5.6553199999999997</c:v>
                </c:pt>
                <c:pt idx="6821">
                  <c:v>5.6556199999999999</c:v>
                </c:pt>
                <c:pt idx="6822">
                  <c:v>5.6559299999999997</c:v>
                </c:pt>
                <c:pt idx="6823">
                  <c:v>5.6562299999999999</c:v>
                </c:pt>
                <c:pt idx="6824">
                  <c:v>5.6565399999999997</c:v>
                </c:pt>
                <c:pt idx="6825">
                  <c:v>5.6568500000000004</c:v>
                </c:pt>
                <c:pt idx="6826">
                  <c:v>5.6571499999999997</c:v>
                </c:pt>
                <c:pt idx="6827">
                  <c:v>5.6574600000000004</c:v>
                </c:pt>
                <c:pt idx="6828">
                  <c:v>5.6577599999999997</c:v>
                </c:pt>
                <c:pt idx="6829">
                  <c:v>5.6580700000000004</c:v>
                </c:pt>
                <c:pt idx="6830">
                  <c:v>5.6583699999999997</c:v>
                </c:pt>
                <c:pt idx="6831">
                  <c:v>5.6586800000000004</c:v>
                </c:pt>
                <c:pt idx="6832">
                  <c:v>5.6589799999999997</c:v>
                </c:pt>
                <c:pt idx="6833">
                  <c:v>5.6592900000000004</c:v>
                </c:pt>
                <c:pt idx="6834">
                  <c:v>5.6595899999999997</c:v>
                </c:pt>
                <c:pt idx="6835">
                  <c:v>5.6599000000000004</c:v>
                </c:pt>
                <c:pt idx="6836">
                  <c:v>5.6601999999999997</c:v>
                </c:pt>
                <c:pt idx="6837">
                  <c:v>5.6605100000000004</c:v>
                </c:pt>
                <c:pt idx="6838">
                  <c:v>5.6608200000000002</c:v>
                </c:pt>
                <c:pt idx="6839">
                  <c:v>5.6611200000000004</c:v>
                </c:pt>
                <c:pt idx="6840">
                  <c:v>5.6614300000000002</c:v>
                </c:pt>
                <c:pt idx="6841">
                  <c:v>5.6617300000000004</c:v>
                </c:pt>
                <c:pt idx="6842">
                  <c:v>5.6620400000000002</c:v>
                </c:pt>
                <c:pt idx="6843">
                  <c:v>5.6623400000000004</c:v>
                </c:pt>
                <c:pt idx="6844">
                  <c:v>5.6626500000000002</c:v>
                </c:pt>
                <c:pt idx="6845">
                  <c:v>5.6629500000000004</c:v>
                </c:pt>
                <c:pt idx="6846">
                  <c:v>5.6632600000000002</c:v>
                </c:pt>
                <c:pt idx="6847">
                  <c:v>5.6635600000000004</c:v>
                </c:pt>
                <c:pt idx="6848">
                  <c:v>5.6638700000000002</c:v>
                </c:pt>
                <c:pt idx="6849">
                  <c:v>5.66418</c:v>
                </c:pt>
                <c:pt idx="6850">
                  <c:v>5.6644800000000002</c:v>
                </c:pt>
                <c:pt idx="6851">
                  <c:v>5.66479</c:v>
                </c:pt>
                <c:pt idx="6852">
                  <c:v>5.6650900000000002</c:v>
                </c:pt>
                <c:pt idx="6853">
                  <c:v>5.6654</c:v>
                </c:pt>
                <c:pt idx="6854">
                  <c:v>5.6657000000000002</c:v>
                </c:pt>
                <c:pt idx="6855">
                  <c:v>5.66601</c:v>
                </c:pt>
                <c:pt idx="6856">
                  <c:v>5.6663100000000002</c:v>
                </c:pt>
                <c:pt idx="6857">
                  <c:v>5.66662</c:v>
                </c:pt>
                <c:pt idx="6858">
                  <c:v>5.6669200000000002</c:v>
                </c:pt>
                <c:pt idx="6859">
                  <c:v>5.66723</c:v>
                </c:pt>
                <c:pt idx="6860">
                  <c:v>5.6675300000000002</c:v>
                </c:pt>
                <c:pt idx="6861">
                  <c:v>5.66784</c:v>
                </c:pt>
                <c:pt idx="6862">
                  <c:v>5.6681499999999998</c:v>
                </c:pt>
                <c:pt idx="6863">
                  <c:v>5.66845</c:v>
                </c:pt>
                <c:pt idx="6864">
                  <c:v>5.6687599999999998</c:v>
                </c:pt>
                <c:pt idx="6865">
                  <c:v>5.66906</c:v>
                </c:pt>
                <c:pt idx="6866">
                  <c:v>5.6693699999999998</c:v>
                </c:pt>
                <c:pt idx="6867">
                  <c:v>5.66967</c:v>
                </c:pt>
                <c:pt idx="6868">
                  <c:v>5.6699799999999998</c:v>
                </c:pt>
                <c:pt idx="6869">
                  <c:v>5.67028</c:v>
                </c:pt>
                <c:pt idx="6870">
                  <c:v>5.6705899999999998</c:v>
                </c:pt>
                <c:pt idx="6871">
                  <c:v>5.67089</c:v>
                </c:pt>
                <c:pt idx="6872">
                  <c:v>5.6711999999999998</c:v>
                </c:pt>
                <c:pt idx="6873">
                  <c:v>5.6715</c:v>
                </c:pt>
                <c:pt idx="6874">
                  <c:v>5.6718099999999998</c:v>
                </c:pt>
                <c:pt idx="6875">
                  <c:v>5.6721199999999996</c:v>
                </c:pt>
                <c:pt idx="6876">
                  <c:v>5.6724199999999998</c:v>
                </c:pt>
                <c:pt idx="6877">
                  <c:v>5.6727299999999996</c:v>
                </c:pt>
                <c:pt idx="6878">
                  <c:v>5.6730299999999998</c:v>
                </c:pt>
                <c:pt idx="6879">
                  <c:v>5.6733399999999996</c:v>
                </c:pt>
                <c:pt idx="6880">
                  <c:v>5.6736399999999998</c:v>
                </c:pt>
                <c:pt idx="6881">
                  <c:v>5.6739499999999996</c:v>
                </c:pt>
                <c:pt idx="6882">
                  <c:v>5.6742499999999998</c:v>
                </c:pt>
                <c:pt idx="6883">
                  <c:v>5.6745599999999996</c:v>
                </c:pt>
                <c:pt idx="6884">
                  <c:v>5.6748599999999998</c:v>
                </c:pt>
                <c:pt idx="6885">
                  <c:v>5.6751699999999996</c:v>
                </c:pt>
                <c:pt idx="6886">
                  <c:v>5.6754699999999998</c:v>
                </c:pt>
                <c:pt idx="6887">
                  <c:v>5.6757799999999996</c:v>
                </c:pt>
                <c:pt idx="6888">
                  <c:v>5.6760900000000003</c:v>
                </c:pt>
                <c:pt idx="6889">
                  <c:v>5.6763899999999996</c:v>
                </c:pt>
                <c:pt idx="6890">
                  <c:v>5.6767000000000003</c:v>
                </c:pt>
                <c:pt idx="6891">
                  <c:v>5.6769999999999996</c:v>
                </c:pt>
                <c:pt idx="6892">
                  <c:v>5.6773100000000003</c:v>
                </c:pt>
                <c:pt idx="6893">
                  <c:v>5.6776099999999996</c:v>
                </c:pt>
                <c:pt idx="6894">
                  <c:v>5.6779200000000003</c:v>
                </c:pt>
                <c:pt idx="6895">
                  <c:v>5.6782199999999996</c:v>
                </c:pt>
                <c:pt idx="6896">
                  <c:v>5.6785300000000003</c:v>
                </c:pt>
                <c:pt idx="6897">
                  <c:v>5.6788299999999996</c:v>
                </c:pt>
                <c:pt idx="6898">
                  <c:v>5.6791400000000003</c:v>
                </c:pt>
                <c:pt idx="6899">
                  <c:v>5.6794399999999996</c:v>
                </c:pt>
                <c:pt idx="6900">
                  <c:v>5.6797500000000003</c:v>
                </c:pt>
                <c:pt idx="6901">
                  <c:v>5.6800600000000001</c:v>
                </c:pt>
                <c:pt idx="6902">
                  <c:v>5.6803600000000003</c:v>
                </c:pt>
                <c:pt idx="6903">
                  <c:v>5.6806700000000001</c:v>
                </c:pt>
                <c:pt idx="6904">
                  <c:v>5.6809700000000003</c:v>
                </c:pt>
                <c:pt idx="6905">
                  <c:v>5.6812800000000001</c:v>
                </c:pt>
                <c:pt idx="6906">
                  <c:v>5.6815800000000003</c:v>
                </c:pt>
                <c:pt idx="6907">
                  <c:v>5.6818900000000001</c:v>
                </c:pt>
                <c:pt idx="6908">
                  <c:v>5.6821900000000003</c:v>
                </c:pt>
                <c:pt idx="6909">
                  <c:v>5.6825000000000001</c:v>
                </c:pt>
                <c:pt idx="6910">
                  <c:v>5.6828000000000003</c:v>
                </c:pt>
                <c:pt idx="6911">
                  <c:v>5.6831100000000001</c:v>
                </c:pt>
                <c:pt idx="6912">
                  <c:v>5.6834199999999999</c:v>
                </c:pt>
                <c:pt idx="6913">
                  <c:v>5.6837200000000001</c:v>
                </c:pt>
                <c:pt idx="6914">
                  <c:v>5.6840299999999999</c:v>
                </c:pt>
                <c:pt idx="6915">
                  <c:v>5.6843300000000001</c:v>
                </c:pt>
                <c:pt idx="6916">
                  <c:v>5.6846399999999999</c:v>
                </c:pt>
                <c:pt idx="6917">
                  <c:v>5.6849400000000001</c:v>
                </c:pt>
                <c:pt idx="6918">
                  <c:v>5.6852499999999999</c:v>
                </c:pt>
                <c:pt idx="6919">
                  <c:v>5.6855500000000001</c:v>
                </c:pt>
                <c:pt idx="6920">
                  <c:v>5.6858599999999999</c:v>
                </c:pt>
                <c:pt idx="6921">
                  <c:v>5.6861600000000001</c:v>
                </c:pt>
                <c:pt idx="6922">
                  <c:v>5.6864699999999999</c:v>
                </c:pt>
                <c:pt idx="6923">
                  <c:v>5.6867700000000001</c:v>
                </c:pt>
                <c:pt idx="6924">
                  <c:v>5.6870799999999999</c:v>
                </c:pt>
                <c:pt idx="6925">
                  <c:v>5.6873899999999997</c:v>
                </c:pt>
                <c:pt idx="6926">
                  <c:v>5.6876899999999999</c:v>
                </c:pt>
                <c:pt idx="6927">
                  <c:v>5.6879999999999997</c:v>
                </c:pt>
                <c:pt idx="6928">
                  <c:v>5.6882999999999999</c:v>
                </c:pt>
                <c:pt idx="6929">
                  <c:v>5.6886099999999997</c:v>
                </c:pt>
                <c:pt idx="6930">
                  <c:v>5.6889099999999999</c:v>
                </c:pt>
                <c:pt idx="6931">
                  <c:v>5.6892199999999997</c:v>
                </c:pt>
                <c:pt idx="6932">
                  <c:v>5.6895199999999999</c:v>
                </c:pt>
                <c:pt idx="6933">
                  <c:v>5.6898299999999997</c:v>
                </c:pt>
                <c:pt idx="6934">
                  <c:v>5.6901299999999999</c:v>
                </c:pt>
                <c:pt idx="6935">
                  <c:v>5.6904399999999997</c:v>
                </c:pt>
                <c:pt idx="6936">
                  <c:v>5.6907399999999999</c:v>
                </c:pt>
                <c:pt idx="6937">
                  <c:v>5.6910499999999997</c:v>
                </c:pt>
                <c:pt idx="6938">
                  <c:v>5.6913600000000004</c:v>
                </c:pt>
                <c:pt idx="6939">
                  <c:v>5.6916599999999997</c:v>
                </c:pt>
                <c:pt idx="6940">
                  <c:v>5.6919700000000004</c:v>
                </c:pt>
                <c:pt idx="6941">
                  <c:v>5.6922699999999997</c:v>
                </c:pt>
                <c:pt idx="6942">
                  <c:v>5.6925800000000004</c:v>
                </c:pt>
                <c:pt idx="6943">
                  <c:v>5.6928799999999997</c:v>
                </c:pt>
                <c:pt idx="6944">
                  <c:v>5.6931900000000004</c:v>
                </c:pt>
                <c:pt idx="6945">
                  <c:v>5.6934899999999997</c:v>
                </c:pt>
                <c:pt idx="6946">
                  <c:v>5.6938000000000004</c:v>
                </c:pt>
                <c:pt idx="6947">
                  <c:v>5.6940999999999997</c:v>
                </c:pt>
                <c:pt idx="6948">
                  <c:v>5.6944100000000004</c:v>
                </c:pt>
                <c:pt idx="6949">
                  <c:v>5.6947099999999997</c:v>
                </c:pt>
                <c:pt idx="6950">
                  <c:v>5.6950200000000004</c:v>
                </c:pt>
                <c:pt idx="6951">
                  <c:v>5.6953300000000002</c:v>
                </c:pt>
                <c:pt idx="6952">
                  <c:v>5.6956300000000004</c:v>
                </c:pt>
                <c:pt idx="6953">
                  <c:v>5.6959400000000002</c:v>
                </c:pt>
                <c:pt idx="6954">
                  <c:v>5.6962400000000004</c:v>
                </c:pt>
                <c:pt idx="6955">
                  <c:v>5.6965500000000002</c:v>
                </c:pt>
                <c:pt idx="6956">
                  <c:v>5.6968500000000004</c:v>
                </c:pt>
                <c:pt idx="6957">
                  <c:v>5.6971600000000002</c:v>
                </c:pt>
                <c:pt idx="6958">
                  <c:v>5.6974600000000004</c:v>
                </c:pt>
                <c:pt idx="6959">
                  <c:v>5.6977700000000002</c:v>
                </c:pt>
                <c:pt idx="6960">
                  <c:v>5.6980700000000004</c:v>
                </c:pt>
                <c:pt idx="6961">
                  <c:v>5.6983800000000002</c:v>
                </c:pt>
                <c:pt idx="6962">
                  <c:v>5.69869</c:v>
                </c:pt>
                <c:pt idx="6963">
                  <c:v>5.6989900000000002</c:v>
                </c:pt>
                <c:pt idx="6964">
                  <c:v>5.6993</c:v>
                </c:pt>
                <c:pt idx="6965">
                  <c:v>5.6996000000000002</c:v>
                </c:pt>
                <c:pt idx="6966">
                  <c:v>5.69991</c:v>
                </c:pt>
                <c:pt idx="6967">
                  <c:v>5.7002100000000002</c:v>
                </c:pt>
                <c:pt idx="6968">
                  <c:v>5.70052</c:v>
                </c:pt>
                <c:pt idx="6969">
                  <c:v>5.7008200000000002</c:v>
                </c:pt>
                <c:pt idx="6970">
                  <c:v>5.70113</c:v>
                </c:pt>
                <c:pt idx="6971">
                  <c:v>5.7014300000000002</c:v>
                </c:pt>
                <c:pt idx="6972">
                  <c:v>5.70174</c:v>
                </c:pt>
                <c:pt idx="6973">
                  <c:v>5.7020400000000002</c:v>
                </c:pt>
                <c:pt idx="6974">
                  <c:v>5.70235</c:v>
                </c:pt>
                <c:pt idx="6975">
                  <c:v>5.7026599999999998</c:v>
                </c:pt>
                <c:pt idx="6976">
                  <c:v>5.70296</c:v>
                </c:pt>
                <c:pt idx="6977">
                  <c:v>5.7032699999999998</c:v>
                </c:pt>
                <c:pt idx="6978">
                  <c:v>5.70357</c:v>
                </c:pt>
                <c:pt idx="6979">
                  <c:v>5.7038799999999998</c:v>
                </c:pt>
                <c:pt idx="6980">
                  <c:v>5.70418</c:v>
                </c:pt>
                <c:pt idx="6981">
                  <c:v>5.7044899999999998</c:v>
                </c:pt>
                <c:pt idx="6982">
                  <c:v>5.70479</c:v>
                </c:pt>
                <c:pt idx="6983">
                  <c:v>5.7050999999999998</c:v>
                </c:pt>
                <c:pt idx="6984">
                  <c:v>5.7054</c:v>
                </c:pt>
                <c:pt idx="6985">
                  <c:v>5.7057099999999998</c:v>
                </c:pt>
                <c:pt idx="6986">
                  <c:v>5.70601</c:v>
                </c:pt>
                <c:pt idx="6987">
                  <c:v>5.7063199999999998</c:v>
                </c:pt>
                <c:pt idx="6988">
                  <c:v>5.7066299999999996</c:v>
                </c:pt>
                <c:pt idx="6989">
                  <c:v>5.7069299999999998</c:v>
                </c:pt>
                <c:pt idx="6990">
                  <c:v>5.7072399999999996</c:v>
                </c:pt>
                <c:pt idx="6991">
                  <c:v>5.7075399999999998</c:v>
                </c:pt>
                <c:pt idx="6992">
                  <c:v>5.7078499999999996</c:v>
                </c:pt>
                <c:pt idx="6993">
                  <c:v>5.7081499999999998</c:v>
                </c:pt>
                <c:pt idx="6994">
                  <c:v>5.7084599999999996</c:v>
                </c:pt>
                <c:pt idx="6995">
                  <c:v>5.7087599999999998</c:v>
                </c:pt>
                <c:pt idx="6996">
                  <c:v>5.7090699999999996</c:v>
                </c:pt>
                <c:pt idx="6997">
                  <c:v>5.7093699999999998</c:v>
                </c:pt>
                <c:pt idx="6998">
                  <c:v>5.7096799999999996</c:v>
                </c:pt>
                <c:pt idx="6999">
                  <c:v>5.7099799999999998</c:v>
                </c:pt>
                <c:pt idx="7000">
                  <c:v>5.7102899999999996</c:v>
                </c:pt>
                <c:pt idx="7001">
                  <c:v>5.7106000000000003</c:v>
                </c:pt>
                <c:pt idx="7002">
                  <c:v>5.7108999999999996</c:v>
                </c:pt>
                <c:pt idx="7003">
                  <c:v>5.7112100000000003</c:v>
                </c:pt>
                <c:pt idx="7004">
                  <c:v>5.7115099999999996</c:v>
                </c:pt>
                <c:pt idx="7005">
                  <c:v>5.7118200000000003</c:v>
                </c:pt>
                <c:pt idx="7006">
                  <c:v>5.7121199999999996</c:v>
                </c:pt>
                <c:pt idx="7007">
                  <c:v>5.7124300000000003</c:v>
                </c:pt>
                <c:pt idx="7008">
                  <c:v>5.7127299999999996</c:v>
                </c:pt>
                <c:pt idx="7009">
                  <c:v>5.7130400000000003</c:v>
                </c:pt>
                <c:pt idx="7010">
                  <c:v>5.7133399999999996</c:v>
                </c:pt>
                <c:pt idx="7011">
                  <c:v>5.7136500000000003</c:v>
                </c:pt>
                <c:pt idx="7012">
                  <c:v>5.7139499999999996</c:v>
                </c:pt>
                <c:pt idx="7013">
                  <c:v>5.7142600000000003</c:v>
                </c:pt>
                <c:pt idx="7014">
                  <c:v>5.7145700000000001</c:v>
                </c:pt>
                <c:pt idx="7015">
                  <c:v>5.7148700000000003</c:v>
                </c:pt>
                <c:pt idx="7016">
                  <c:v>5.7151800000000001</c:v>
                </c:pt>
                <c:pt idx="7017">
                  <c:v>5.7154800000000003</c:v>
                </c:pt>
                <c:pt idx="7018">
                  <c:v>5.7157900000000001</c:v>
                </c:pt>
                <c:pt idx="7019">
                  <c:v>5.7160900000000003</c:v>
                </c:pt>
                <c:pt idx="7020">
                  <c:v>5.7164000000000001</c:v>
                </c:pt>
                <c:pt idx="7021">
                  <c:v>5.7167000000000003</c:v>
                </c:pt>
                <c:pt idx="7022">
                  <c:v>5.7170100000000001</c:v>
                </c:pt>
                <c:pt idx="7023">
                  <c:v>5.7173100000000003</c:v>
                </c:pt>
                <c:pt idx="7024">
                  <c:v>5.7176200000000001</c:v>
                </c:pt>
                <c:pt idx="7025">
                  <c:v>5.71793</c:v>
                </c:pt>
                <c:pt idx="7026">
                  <c:v>5.7182300000000001</c:v>
                </c:pt>
                <c:pt idx="7027">
                  <c:v>5.71854</c:v>
                </c:pt>
                <c:pt idx="7028">
                  <c:v>5.7188400000000001</c:v>
                </c:pt>
                <c:pt idx="7029">
                  <c:v>5.71915</c:v>
                </c:pt>
                <c:pt idx="7030">
                  <c:v>5.7194500000000001</c:v>
                </c:pt>
                <c:pt idx="7031">
                  <c:v>5.71976</c:v>
                </c:pt>
                <c:pt idx="7032">
                  <c:v>5.7200600000000001</c:v>
                </c:pt>
                <c:pt idx="7033">
                  <c:v>5.72037</c:v>
                </c:pt>
                <c:pt idx="7034">
                  <c:v>5.7206700000000001</c:v>
                </c:pt>
                <c:pt idx="7035">
                  <c:v>5.72098</c:v>
                </c:pt>
                <c:pt idx="7036">
                  <c:v>5.7212800000000001</c:v>
                </c:pt>
                <c:pt idx="7037">
                  <c:v>5.72159</c:v>
                </c:pt>
                <c:pt idx="7038">
                  <c:v>5.7218999999999998</c:v>
                </c:pt>
                <c:pt idx="7039">
                  <c:v>5.7222</c:v>
                </c:pt>
                <c:pt idx="7040">
                  <c:v>5.7225099999999998</c:v>
                </c:pt>
                <c:pt idx="7041">
                  <c:v>5.72281</c:v>
                </c:pt>
                <c:pt idx="7042">
                  <c:v>5.7231199999999998</c:v>
                </c:pt>
                <c:pt idx="7043">
                  <c:v>5.72342</c:v>
                </c:pt>
                <c:pt idx="7044">
                  <c:v>5.7237299999999998</c:v>
                </c:pt>
                <c:pt idx="7045">
                  <c:v>5.72403</c:v>
                </c:pt>
                <c:pt idx="7046">
                  <c:v>5.7243399999999998</c:v>
                </c:pt>
                <c:pt idx="7047">
                  <c:v>5.72464</c:v>
                </c:pt>
                <c:pt idx="7048">
                  <c:v>5.7249499999999998</c:v>
                </c:pt>
                <c:pt idx="7049">
                  <c:v>5.72525</c:v>
                </c:pt>
                <c:pt idx="7050">
                  <c:v>5.7255599999999998</c:v>
                </c:pt>
                <c:pt idx="7051">
                  <c:v>5.7258699999999996</c:v>
                </c:pt>
                <c:pt idx="7052">
                  <c:v>5.7261699999999998</c:v>
                </c:pt>
                <c:pt idx="7053">
                  <c:v>5.7264799999999996</c:v>
                </c:pt>
                <c:pt idx="7054">
                  <c:v>5.7267799999999998</c:v>
                </c:pt>
                <c:pt idx="7055">
                  <c:v>5.7270899999999996</c:v>
                </c:pt>
                <c:pt idx="7056">
                  <c:v>5.7273899999999998</c:v>
                </c:pt>
                <c:pt idx="7057">
                  <c:v>5.7276999999999996</c:v>
                </c:pt>
                <c:pt idx="7058">
                  <c:v>5.7279999999999998</c:v>
                </c:pt>
                <c:pt idx="7059">
                  <c:v>5.7283099999999996</c:v>
                </c:pt>
                <c:pt idx="7060">
                  <c:v>5.7286099999999998</c:v>
                </c:pt>
                <c:pt idx="7061">
                  <c:v>5.7289199999999996</c:v>
                </c:pt>
                <c:pt idx="7062">
                  <c:v>5.7292199999999998</c:v>
                </c:pt>
                <c:pt idx="7063">
                  <c:v>5.7295299999999996</c:v>
                </c:pt>
                <c:pt idx="7064">
                  <c:v>5.7298400000000003</c:v>
                </c:pt>
                <c:pt idx="7065">
                  <c:v>5.7301399999999996</c:v>
                </c:pt>
                <c:pt idx="7066">
                  <c:v>5.7304500000000003</c:v>
                </c:pt>
                <c:pt idx="7067">
                  <c:v>5.7307499999999996</c:v>
                </c:pt>
                <c:pt idx="7068">
                  <c:v>5.7310600000000003</c:v>
                </c:pt>
                <c:pt idx="7069">
                  <c:v>5.7313599999999996</c:v>
                </c:pt>
                <c:pt idx="7070">
                  <c:v>5.7316700000000003</c:v>
                </c:pt>
                <c:pt idx="7071">
                  <c:v>5.7319699999999996</c:v>
                </c:pt>
                <c:pt idx="7072">
                  <c:v>5.7322800000000003</c:v>
                </c:pt>
                <c:pt idx="7073">
                  <c:v>5.7325799999999996</c:v>
                </c:pt>
                <c:pt idx="7074">
                  <c:v>5.7328900000000003</c:v>
                </c:pt>
                <c:pt idx="7075">
                  <c:v>5.7331899999999996</c:v>
                </c:pt>
                <c:pt idx="7076">
                  <c:v>5.7335000000000003</c:v>
                </c:pt>
                <c:pt idx="7077">
                  <c:v>5.7338100000000001</c:v>
                </c:pt>
                <c:pt idx="7078">
                  <c:v>5.7341100000000003</c:v>
                </c:pt>
                <c:pt idx="7079">
                  <c:v>5.7344200000000001</c:v>
                </c:pt>
                <c:pt idx="7080">
                  <c:v>5.7347200000000003</c:v>
                </c:pt>
                <c:pt idx="7081">
                  <c:v>5.7350300000000001</c:v>
                </c:pt>
                <c:pt idx="7082">
                  <c:v>5.7353300000000003</c:v>
                </c:pt>
                <c:pt idx="7083">
                  <c:v>5.7356400000000001</c:v>
                </c:pt>
                <c:pt idx="7084">
                  <c:v>5.7359400000000003</c:v>
                </c:pt>
                <c:pt idx="7085">
                  <c:v>5.7362500000000001</c:v>
                </c:pt>
                <c:pt idx="7086">
                  <c:v>5.7365500000000003</c:v>
                </c:pt>
                <c:pt idx="7087">
                  <c:v>5.7368600000000001</c:v>
                </c:pt>
                <c:pt idx="7088">
                  <c:v>5.7371699999999999</c:v>
                </c:pt>
                <c:pt idx="7089">
                  <c:v>5.7374700000000001</c:v>
                </c:pt>
                <c:pt idx="7090">
                  <c:v>5.7377799999999999</c:v>
                </c:pt>
                <c:pt idx="7091">
                  <c:v>5.7380800000000001</c:v>
                </c:pt>
                <c:pt idx="7092">
                  <c:v>5.7383899999999999</c:v>
                </c:pt>
                <c:pt idx="7093">
                  <c:v>5.7386900000000001</c:v>
                </c:pt>
                <c:pt idx="7094">
                  <c:v>5.7389999999999999</c:v>
                </c:pt>
                <c:pt idx="7095">
                  <c:v>5.7393000000000001</c:v>
                </c:pt>
                <c:pt idx="7096">
                  <c:v>5.7396099999999999</c:v>
                </c:pt>
                <c:pt idx="7097">
                  <c:v>5.7399100000000001</c:v>
                </c:pt>
                <c:pt idx="7098">
                  <c:v>5.7402199999999999</c:v>
                </c:pt>
                <c:pt idx="7099">
                  <c:v>5.7405200000000001</c:v>
                </c:pt>
                <c:pt idx="7100">
                  <c:v>5.7408299999999999</c:v>
                </c:pt>
                <c:pt idx="7101">
                  <c:v>5.7411399999999997</c:v>
                </c:pt>
                <c:pt idx="7102">
                  <c:v>5.7414399999999999</c:v>
                </c:pt>
                <c:pt idx="7103">
                  <c:v>5.7417499999999997</c:v>
                </c:pt>
                <c:pt idx="7104">
                  <c:v>5.7420499999999999</c:v>
                </c:pt>
                <c:pt idx="7105">
                  <c:v>5.7423599999999997</c:v>
                </c:pt>
                <c:pt idx="7106">
                  <c:v>5.7426599999999999</c:v>
                </c:pt>
                <c:pt idx="7107">
                  <c:v>5.7429699999999997</c:v>
                </c:pt>
                <c:pt idx="7108">
                  <c:v>5.7432699999999999</c:v>
                </c:pt>
                <c:pt idx="7109">
                  <c:v>5.7435799999999997</c:v>
                </c:pt>
                <c:pt idx="7110">
                  <c:v>5.7438799999999999</c:v>
                </c:pt>
                <c:pt idx="7111">
                  <c:v>5.7441899999999997</c:v>
                </c:pt>
                <c:pt idx="7112">
                  <c:v>5.7444899999999999</c:v>
                </c:pt>
                <c:pt idx="7113">
                  <c:v>5.7447999999999997</c:v>
                </c:pt>
                <c:pt idx="7114">
                  <c:v>5.7451100000000004</c:v>
                </c:pt>
                <c:pt idx="7115">
                  <c:v>5.7454099999999997</c:v>
                </c:pt>
                <c:pt idx="7116">
                  <c:v>5.7457200000000004</c:v>
                </c:pt>
                <c:pt idx="7117">
                  <c:v>5.7460199999999997</c:v>
                </c:pt>
                <c:pt idx="7118">
                  <c:v>5.7463300000000004</c:v>
                </c:pt>
                <c:pt idx="7119">
                  <c:v>5.7466299999999997</c:v>
                </c:pt>
                <c:pt idx="7120">
                  <c:v>5.7469400000000004</c:v>
                </c:pt>
                <c:pt idx="7121">
                  <c:v>5.7472399999999997</c:v>
                </c:pt>
                <c:pt idx="7122">
                  <c:v>5.7475500000000004</c:v>
                </c:pt>
                <c:pt idx="7123">
                  <c:v>5.7478499999999997</c:v>
                </c:pt>
                <c:pt idx="7124">
                  <c:v>5.7481600000000004</c:v>
                </c:pt>
                <c:pt idx="7125">
                  <c:v>5.7484599999999997</c:v>
                </c:pt>
                <c:pt idx="7126">
                  <c:v>5.7487700000000004</c:v>
                </c:pt>
                <c:pt idx="7127">
                  <c:v>5.7490800000000002</c:v>
                </c:pt>
                <c:pt idx="7128">
                  <c:v>5.7493800000000004</c:v>
                </c:pt>
                <c:pt idx="7129">
                  <c:v>5.7496900000000002</c:v>
                </c:pt>
                <c:pt idx="7130">
                  <c:v>5.7499900000000004</c:v>
                </c:pt>
                <c:pt idx="7131">
                  <c:v>5.7503000000000002</c:v>
                </c:pt>
                <c:pt idx="7132">
                  <c:v>5.7506000000000004</c:v>
                </c:pt>
                <c:pt idx="7133">
                  <c:v>5.7509100000000002</c:v>
                </c:pt>
                <c:pt idx="7134">
                  <c:v>5.7512100000000004</c:v>
                </c:pt>
                <c:pt idx="7135">
                  <c:v>5.7515200000000002</c:v>
                </c:pt>
                <c:pt idx="7136">
                  <c:v>5.7518200000000004</c:v>
                </c:pt>
                <c:pt idx="7137">
                  <c:v>5.7521300000000002</c:v>
                </c:pt>
                <c:pt idx="7138">
                  <c:v>5.75244</c:v>
                </c:pt>
                <c:pt idx="7139">
                  <c:v>5.7527400000000002</c:v>
                </c:pt>
                <c:pt idx="7140">
                  <c:v>5.75305</c:v>
                </c:pt>
                <c:pt idx="7141">
                  <c:v>5.7533500000000002</c:v>
                </c:pt>
                <c:pt idx="7142">
                  <c:v>5.75366</c:v>
                </c:pt>
                <c:pt idx="7143">
                  <c:v>5.7539600000000002</c:v>
                </c:pt>
                <c:pt idx="7144">
                  <c:v>5.75427</c:v>
                </c:pt>
                <c:pt idx="7145">
                  <c:v>5.7545700000000002</c:v>
                </c:pt>
                <c:pt idx="7146">
                  <c:v>5.75488</c:v>
                </c:pt>
                <c:pt idx="7147">
                  <c:v>5.7551800000000002</c:v>
                </c:pt>
                <c:pt idx="7148">
                  <c:v>5.75549</c:v>
                </c:pt>
                <c:pt idx="7149">
                  <c:v>5.7557900000000002</c:v>
                </c:pt>
                <c:pt idx="7150">
                  <c:v>5.7561</c:v>
                </c:pt>
                <c:pt idx="7151">
                  <c:v>5.7564099999999998</c:v>
                </c:pt>
                <c:pt idx="7152">
                  <c:v>5.75671</c:v>
                </c:pt>
                <c:pt idx="7153">
                  <c:v>5.7570199999999998</c:v>
                </c:pt>
                <c:pt idx="7154">
                  <c:v>5.75732</c:v>
                </c:pt>
                <c:pt idx="7155">
                  <c:v>5.7576299999999998</c:v>
                </c:pt>
                <c:pt idx="7156">
                  <c:v>5.75793</c:v>
                </c:pt>
                <c:pt idx="7157">
                  <c:v>5.7582399999999998</c:v>
                </c:pt>
                <c:pt idx="7158">
                  <c:v>5.75854</c:v>
                </c:pt>
                <c:pt idx="7159">
                  <c:v>5.7588499999999998</c:v>
                </c:pt>
                <c:pt idx="7160">
                  <c:v>5.75915</c:v>
                </c:pt>
                <c:pt idx="7161">
                  <c:v>5.7594599999999998</c:v>
                </c:pt>
                <c:pt idx="7162">
                  <c:v>5.75976</c:v>
                </c:pt>
                <c:pt idx="7163">
                  <c:v>5.7600699999999998</c:v>
                </c:pt>
                <c:pt idx="7164">
                  <c:v>5.7603799999999996</c:v>
                </c:pt>
                <c:pt idx="7165">
                  <c:v>5.7606799999999998</c:v>
                </c:pt>
                <c:pt idx="7166">
                  <c:v>5.7609899999999996</c:v>
                </c:pt>
                <c:pt idx="7167">
                  <c:v>5.7612899999999998</c:v>
                </c:pt>
                <c:pt idx="7168">
                  <c:v>5.7615999999999996</c:v>
                </c:pt>
                <c:pt idx="7169">
                  <c:v>5.7618999999999998</c:v>
                </c:pt>
                <c:pt idx="7170">
                  <c:v>5.7622099999999996</c:v>
                </c:pt>
                <c:pt idx="7171">
                  <c:v>5.7625099999999998</c:v>
                </c:pt>
                <c:pt idx="7172">
                  <c:v>5.7628199999999996</c:v>
                </c:pt>
                <c:pt idx="7173">
                  <c:v>5.7631199999999998</c:v>
                </c:pt>
                <c:pt idx="7174">
                  <c:v>5.7634299999999996</c:v>
                </c:pt>
                <c:pt idx="7175">
                  <c:v>5.7637299999999998</c:v>
                </c:pt>
                <c:pt idx="7176">
                  <c:v>5.7640399999999996</c:v>
                </c:pt>
                <c:pt idx="7177">
                  <c:v>5.7643500000000003</c:v>
                </c:pt>
                <c:pt idx="7178">
                  <c:v>5.7646499999999996</c:v>
                </c:pt>
                <c:pt idx="7179">
                  <c:v>5.7649600000000003</c:v>
                </c:pt>
                <c:pt idx="7180">
                  <c:v>5.7652599999999996</c:v>
                </c:pt>
                <c:pt idx="7181">
                  <c:v>5.7655700000000003</c:v>
                </c:pt>
                <c:pt idx="7182">
                  <c:v>5.7658699999999996</c:v>
                </c:pt>
                <c:pt idx="7183">
                  <c:v>5.7661800000000003</c:v>
                </c:pt>
                <c:pt idx="7184">
                  <c:v>5.7664799999999996</c:v>
                </c:pt>
                <c:pt idx="7185">
                  <c:v>5.7667900000000003</c:v>
                </c:pt>
                <c:pt idx="7186">
                  <c:v>5.7670899999999996</c:v>
                </c:pt>
                <c:pt idx="7187">
                  <c:v>5.7674000000000003</c:v>
                </c:pt>
                <c:pt idx="7188">
                  <c:v>5.7676999999999996</c:v>
                </c:pt>
                <c:pt idx="7189">
                  <c:v>5.7680100000000003</c:v>
                </c:pt>
                <c:pt idx="7190">
                  <c:v>5.7683200000000001</c:v>
                </c:pt>
                <c:pt idx="7191">
                  <c:v>5.7686200000000003</c:v>
                </c:pt>
                <c:pt idx="7192">
                  <c:v>5.7689300000000001</c:v>
                </c:pt>
                <c:pt idx="7193">
                  <c:v>5.7692300000000003</c:v>
                </c:pt>
                <c:pt idx="7194">
                  <c:v>5.7695400000000001</c:v>
                </c:pt>
                <c:pt idx="7195">
                  <c:v>5.7698400000000003</c:v>
                </c:pt>
                <c:pt idx="7196">
                  <c:v>5.7701500000000001</c:v>
                </c:pt>
                <c:pt idx="7197">
                  <c:v>5.7704500000000003</c:v>
                </c:pt>
                <c:pt idx="7198">
                  <c:v>5.7707600000000001</c:v>
                </c:pt>
                <c:pt idx="7199">
                  <c:v>5.7710600000000003</c:v>
                </c:pt>
                <c:pt idx="7200">
                  <c:v>5.7713700000000001</c:v>
                </c:pt>
                <c:pt idx="7201">
                  <c:v>5.7716799999999999</c:v>
                </c:pt>
                <c:pt idx="7202">
                  <c:v>5.7719800000000001</c:v>
                </c:pt>
                <c:pt idx="7203">
                  <c:v>5.7722899999999999</c:v>
                </c:pt>
                <c:pt idx="7204">
                  <c:v>5.7725900000000001</c:v>
                </c:pt>
                <c:pt idx="7205">
                  <c:v>5.7728999999999999</c:v>
                </c:pt>
                <c:pt idx="7206">
                  <c:v>5.7732000000000001</c:v>
                </c:pt>
                <c:pt idx="7207">
                  <c:v>5.7735099999999999</c:v>
                </c:pt>
                <c:pt idx="7208">
                  <c:v>5.7738100000000001</c:v>
                </c:pt>
                <c:pt idx="7209">
                  <c:v>5.7741199999999999</c:v>
                </c:pt>
                <c:pt idx="7210">
                  <c:v>5.7744200000000001</c:v>
                </c:pt>
                <c:pt idx="7211">
                  <c:v>5.7747299999999999</c:v>
                </c:pt>
                <c:pt idx="7212">
                  <c:v>5.7750300000000001</c:v>
                </c:pt>
                <c:pt idx="7213">
                  <c:v>5.7753399999999999</c:v>
                </c:pt>
                <c:pt idx="7214">
                  <c:v>5.7756499999999997</c:v>
                </c:pt>
                <c:pt idx="7215">
                  <c:v>5.7759499999999999</c:v>
                </c:pt>
                <c:pt idx="7216">
                  <c:v>5.7762599999999997</c:v>
                </c:pt>
                <c:pt idx="7217">
                  <c:v>5.7765599999999999</c:v>
                </c:pt>
                <c:pt idx="7218">
                  <c:v>5.7768699999999997</c:v>
                </c:pt>
                <c:pt idx="7219">
                  <c:v>5.7771699999999999</c:v>
                </c:pt>
                <c:pt idx="7220">
                  <c:v>5.7774799999999997</c:v>
                </c:pt>
                <c:pt idx="7221">
                  <c:v>5.7777799999999999</c:v>
                </c:pt>
                <c:pt idx="7222">
                  <c:v>5.7780899999999997</c:v>
                </c:pt>
                <c:pt idx="7223">
                  <c:v>5.7783899999999999</c:v>
                </c:pt>
                <c:pt idx="7224">
                  <c:v>5.7786999999999997</c:v>
                </c:pt>
                <c:pt idx="7225">
                  <c:v>5.7789999999999999</c:v>
                </c:pt>
                <c:pt idx="7226">
                  <c:v>5.7793099999999997</c:v>
                </c:pt>
                <c:pt idx="7227">
                  <c:v>5.7796200000000004</c:v>
                </c:pt>
                <c:pt idx="7228">
                  <c:v>5.7799199999999997</c:v>
                </c:pt>
                <c:pt idx="7229">
                  <c:v>5.7802300000000004</c:v>
                </c:pt>
                <c:pt idx="7230">
                  <c:v>5.7805299999999997</c:v>
                </c:pt>
                <c:pt idx="7231">
                  <c:v>5.7808400000000004</c:v>
                </c:pt>
                <c:pt idx="7232">
                  <c:v>5.7811399999999997</c:v>
                </c:pt>
                <c:pt idx="7233">
                  <c:v>5.7814500000000004</c:v>
                </c:pt>
                <c:pt idx="7234">
                  <c:v>5.7817499999999997</c:v>
                </c:pt>
                <c:pt idx="7235">
                  <c:v>5.7820600000000004</c:v>
                </c:pt>
                <c:pt idx="7236">
                  <c:v>5.7823599999999997</c:v>
                </c:pt>
                <c:pt idx="7237">
                  <c:v>5.7826700000000004</c:v>
                </c:pt>
                <c:pt idx="7238">
                  <c:v>5.7829699999999997</c:v>
                </c:pt>
                <c:pt idx="7239">
                  <c:v>5.7832800000000004</c:v>
                </c:pt>
                <c:pt idx="7240">
                  <c:v>5.7835900000000002</c:v>
                </c:pt>
                <c:pt idx="7241">
                  <c:v>5.7838900000000004</c:v>
                </c:pt>
                <c:pt idx="7242">
                  <c:v>5.7842000000000002</c:v>
                </c:pt>
                <c:pt idx="7243">
                  <c:v>5.7845000000000004</c:v>
                </c:pt>
                <c:pt idx="7244">
                  <c:v>5.7848100000000002</c:v>
                </c:pt>
                <c:pt idx="7245">
                  <c:v>5.7851100000000004</c:v>
                </c:pt>
                <c:pt idx="7246">
                  <c:v>5.7854200000000002</c:v>
                </c:pt>
                <c:pt idx="7247">
                  <c:v>5.7857200000000004</c:v>
                </c:pt>
                <c:pt idx="7248">
                  <c:v>5.7860300000000002</c:v>
                </c:pt>
                <c:pt idx="7249">
                  <c:v>5.7863300000000004</c:v>
                </c:pt>
                <c:pt idx="7250">
                  <c:v>5.7866400000000002</c:v>
                </c:pt>
                <c:pt idx="7251">
                  <c:v>5.7869400000000004</c:v>
                </c:pt>
                <c:pt idx="7252">
                  <c:v>5.7872500000000002</c:v>
                </c:pt>
                <c:pt idx="7253">
                  <c:v>5.78756</c:v>
                </c:pt>
                <c:pt idx="7254">
                  <c:v>5.7878600000000002</c:v>
                </c:pt>
                <c:pt idx="7255">
                  <c:v>5.78817</c:v>
                </c:pt>
                <c:pt idx="7256">
                  <c:v>5.7884700000000002</c:v>
                </c:pt>
                <c:pt idx="7257">
                  <c:v>5.78878</c:v>
                </c:pt>
                <c:pt idx="7258">
                  <c:v>5.7890800000000002</c:v>
                </c:pt>
                <c:pt idx="7259">
                  <c:v>5.78939</c:v>
                </c:pt>
                <c:pt idx="7260">
                  <c:v>5.7896900000000002</c:v>
                </c:pt>
                <c:pt idx="7261">
                  <c:v>5.79</c:v>
                </c:pt>
                <c:pt idx="7262">
                  <c:v>5.7903000000000002</c:v>
                </c:pt>
                <c:pt idx="7263">
                  <c:v>5.79061</c:v>
                </c:pt>
                <c:pt idx="7264">
                  <c:v>5.7909199999999998</c:v>
                </c:pt>
                <c:pt idx="7265">
                  <c:v>5.79122</c:v>
                </c:pt>
                <c:pt idx="7266">
                  <c:v>5.7915299999999998</c:v>
                </c:pt>
                <c:pt idx="7267">
                  <c:v>5.79183</c:v>
                </c:pt>
                <c:pt idx="7268">
                  <c:v>5.7921399999999998</c:v>
                </c:pt>
                <c:pt idx="7269">
                  <c:v>5.79244</c:v>
                </c:pt>
                <c:pt idx="7270">
                  <c:v>5.7927499999999998</c:v>
                </c:pt>
                <c:pt idx="7271">
                  <c:v>5.79305</c:v>
                </c:pt>
                <c:pt idx="7272">
                  <c:v>5.7933599999999998</c:v>
                </c:pt>
                <c:pt idx="7273">
                  <c:v>5.79366</c:v>
                </c:pt>
                <c:pt idx="7274">
                  <c:v>5.7939699999999998</c:v>
                </c:pt>
                <c:pt idx="7275">
                  <c:v>5.79427</c:v>
                </c:pt>
                <c:pt idx="7276">
                  <c:v>5.7945799999999998</c:v>
                </c:pt>
                <c:pt idx="7277">
                  <c:v>5.7948899999999997</c:v>
                </c:pt>
                <c:pt idx="7278">
                  <c:v>5.7951899999999998</c:v>
                </c:pt>
                <c:pt idx="7279">
                  <c:v>5.7954999999999997</c:v>
                </c:pt>
                <c:pt idx="7280">
                  <c:v>5.7957999999999998</c:v>
                </c:pt>
                <c:pt idx="7281">
                  <c:v>5.7961099999999997</c:v>
                </c:pt>
                <c:pt idx="7282">
                  <c:v>5.7964099999999998</c:v>
                </c:pt>
                <c:pt idx="7283">
                  <c:v>5.7967199999999997</c:v>
                </c:pt>
                <c:pt idx="7284">
                  <c:v>5.7970199999999998</c:v>
                </c:pt>
                <c:pt idx="7285">
                  <c:v>5.7973299999999997</c:v>
                </c:pt>
                <c:pt idx="7286">
                  <c:v>5.7976299999999998</c:v>
                </c:pt>
                <c:pt idx="7287">
                  <c:v>5.7979399999999996</c:v>
                </c:pt>
                <c:pt idx="7288">
                  <c:v>5.7982399999999998</c:v>
                </c:pt>
                <c:pt idx="7289">
                  <c:v>5.7985499999999996</c:v>
                </c:pt>
                <c:pt idx="7290">
                  <c:v>5.7988600000000003</c:v>
                </c:pt>
                <c:pt idx="7291">
                  <c:v>5.7991599999999996</c:v>
                </c:pt>
                <c:pt idx="7292">
                  <c:v>5.7994700000000003</c:v>
                </c:pt>
                <c:pt idx="7293">
                  <c:v>5.7997699999999996</c:v>
                </c:pt>
                <c:pt idx="7294">
                  <c:v>5.8000800000000003</c:v>
                </c:pt>
                <c:pt idx="7295">
                  <c:v>5.8003799999999996</c:v>
                </c:pt>
                <c:pt idx="7296">
                  <c:v>5.8006900000000003</c:v>
                </c:pt>
                <c:pt idx="7297">
                  <c:v>5.8009899999999996</c:v>
                </c:pt>
                <c:pt idx="7298">
                  <c:v>5.8013000000000003</c:v>
                </c:pt>
                <c:pt idx="7299">
                  <c:v>5.8015999999999996</c:v>
                </c:pt>
                <c:pt idx="7300">
                  <c:v>5.8019100000000003</c:v>
                </c:pt>
                <c:pt idx="7301">
                  <c:v>5.8022099999999996</c:v>
                </c:pt>
                <c:pt idx="7302">
                  <c:v>5.8025200000000003</c:v>
                </c:pt>
                <c:pt idx="7303">
                  <c:v>5.8028300000000002</c:v>
                </c:pt>
                <c:pt idx="7304">
                  <c:v>5.8031300000000003</c:v>
                </c:pt>
                <c:pt idx="7305">
                  <c:v>5.8034400000000002</c:v>
                </c:pt>
                <c:pt idx="7306">
                  <c:v>5.8037400000000003</c:v>
                </c:pt>
                <c:pt idx="7307">
                  <c:v>5.8040500000000002</c:v>
                </c:pt>
                <c:pt idx="7308">
                  <c:v>5.8043500000000003</c:v>
                </c:pt>
                <c:pt idx="7309">
                  <c:v>5.8046600000000002</c:v>
                </c:pt>
                <c:pt idx="7310">
                  <c:v>5.8049600000000003</c:v>
                </c:pt>
                <c:pt idx="7311">
                  <c:v>5.8052700000000002</c:v>
                </c:pt>
                <c:pt idx="7312">
                  <c:v>5.8055700000000003</c:v>
                </c:pt>
                <c:pt idx="7313">
                  <c:v>5.8058800000000002</c:v>
                </c:pt>
                <c:pt idx="7314">
                  <c:v>5.8061800000000003</c:v>
                </c:pt>
                <c:pt idx="7315">
                  <c:v>5.8064900000000002</c:v>
                </c:pt>
                <c:pt idx="7316">
                  <c:v>5.8068</c:v>
                </c:pt>
                <c:pt idx="7317">
                  <c:v>5.8071000000000002</c:v>
                </c:pt>
                <c:pt idx="7318">
                  <c:v>5.80741</c:v>
                </c:pt>
                <c:pt idx="7319">
                  <c:v>5.8077100000000002</c:v>
                </c:pt>
                <c:pt idx="7320">
                  <c:v>5.80802</c:v>
                </c:pt>
                <c:pt idx="7321">
                  <c:v>5.8083200000000001</c:v>
                </c:pt>
                <c:pt idx="7322">
                  <c:v>5.80863</c:v>
                </c:pt>
                <c:pt idx="7323">
                  <c:v>5.8089300000000001</c:v>
                </c:pt>
                <c:pt idx="7324">
                  <c:v>5.80924</c:v>
                </c:pt>
                <c:pt idx="7325">
                  <c:v>5.8095400000000001</c:v>
                </c:pt>
                <c:pt idx="7326">
                  <c:v>5.80985</c:v>
                </c:pt>
                <c:pt idx="7327">
                  <c:v>5.8101599999999998</c:v>
                </c:pt>
                <c:pt idx="7328">
                  <c:v>5.81046</c:v>
                </c:pt>
                <c:pt idx="7329">
                  <c:v>5.8107699999999998</c:v>
                </c:pt>
                <c:pt idx="7330">
                  <c:v>5.81107</c:v>
                </c:pt>
                <c:pt idx="7331">
                  <c:v>5.8113799999999998</c:v>
                </c:pt>
                <c:pt idx="7332">
                  <c:v>5.81168</c:v>
                </c:pt>
                <c:pt idx="7333">
                  <c:v>5.8119899999999998</c:v>
                </c:pt>
                <c:pt idx="7334">
                  <c:v>5.81229</c:v>
                </c:pt>
                <c:pt idx="7335">
                  <c:v>5.8125999999999998</c:v>
                </c:pt>
                <c:pt idx="7336">
                  <c:v>5.8129</c:v>
                </c:pt>
                <c:pt idx="7337">
                  <c:v>5.8132099999999998</c:v>
                </c:pt>
                <c:pt idx="7338">
                  <c:v>5.81351</c:v>
                </c:pt>
                <c:pt idx="7339">
                  <c:v>5.8138199999999998</c:v>
                </c:pt>
                <c:pt idx="7340">
                  <c:v>5.8141299999999996</c:v>
                </c:pt>
                <c:pt idx="7341">
                  <c:v>5.8144299999999998</c:v>
                </c:pt>
                <c:pt idx="7342">
                  <c:v>5.8147399999999996</c:v>
                </c:pt>
                <c:pt idx="7343">
                  <c:v>5.8150399999999998</c:v>
                </c:pt>
                <c:pt idx="7344">
                  <c:v>5.8153499999999996</c:v>
                </c:pt>
                <c:pt idx="7345">
                  <c:v>5.8156499999999998</c:v>
                </c:pt>
                <c:pt idx="7346">
                  <c:v>5.8159599999999996</c:v>
                </c:pt>
                <c:pt idx="7347">
                  <c:v>5.8162599999999998</c:v>
                </c:pt>
                <c:pt idx="7348">
                  <c:v>5.8165699999999996</c:v>
                </c:pt>
                <c:pt idx="7349">
                  <c:v>5.8168699999999998</c:v>
                </c:pt>
                <c:pt idx="7350">
                  <c:v>5.8171799999999996</c:v>
                </c:pt>
                <c:pt idx="7351">
                  <c:v>5.8174799999999998</c:v>
                </c:pt>
                <c:pt idx="7352">
                  <c:v>5.8177899999999996</c:v>
                </c:pt>
                <c:pt idx="7353">
                  <c:v>5.8181000000000003</c:v>
                </c:pt>
                <c:pt idx="7354">
                  <c:v>5.8183999999999996</c:v>
                </c:pt>
                <c:pt idx="7355">
                  <c:v>5.8187100000000003</c:v>
                </c:pt>
                <c:pt idx="7356">
                  <c:v>5.8190099999999996</c:v>
                </c:pt>
                <c:pt idx="7357">
                  <c:v>5.8193200000000003</c:v>
                </c:pt>
                <c:pt idx="7358">
                  <c:v>5.8196199999999996</c:v>
                </c:pt>
                <c:pt idx="7359">
                  <c:v>5.8199300000000003</c:v>
                </c:pt>
                <c:pt idx="7360">
                  <c:v>5.8202299999999996</c:v>
                </c:pt>
                <c:pt idx="7361">
                  <c:v>5.8205400000000003</c:v>
                </c:pt>
                <c:pt idx="7362">
                  <c:v>5.8208399999999996</c:v>
                </c:pt>
                <c:pt idx="7363">
                  <c:v>5.8211500000000003</c:v>
                </c:pt>
                <c:pt idx="7364">
                  <c:v>5.8214499999999996</c:v>
                </c:pt>
                <c:pt idx="7365">
                  <c:v>5.8217600000000003</c:v>
                </c:pt>
                <c:pt idx="7366">
                  <c:v>5.8220700000000001</c:v>
                </c:pt>
                <c:pt idx="7367">
                  <c:v>5.8223700000000003</c:v>
                </c:pt>
                <c:pt idx="7368">
                  <c:v>5.8226800000000001</c:v>
                </c:pt>
                <c:pt idx="7369">
                  <c:v>5.8229800000000003</c:v>
                </c:pt>
                <c:pt idx="7370">
                  <c:v>5.8232900000000001</c:v>
                </c:pt>
                <c:pt idx="7371">
                  <c:v>5.8235900000000003</c:v>
                </c:pt>
                <c:pt idx="7372">
                  <c:v>5.8239000000000001</c:v>
                </c:pt>
                <c:pt idx="7373">
                  <c:v>5.8242000000000003</c:v>
                </c:pt>
                <c:pt idx="7374">
                  <c:v>5.8245100000000001</c:v>
                </c:pt>
                <c:pt idx="7375">
                  <c:v>5.8248100000000003</c:v>
                </c:pt>
                <c:pt idx="7376">
                  <c:v>5.8251200000000001</c:v>
                </c:pt>
                <c:pt idx="7377">
                  <c:v>5.8254299999999999</c:v>
                </c:pt>
                <c:pt idx="7378">
                  <c:v>5.8257300000000001</c:v>
                </c:pt>
                <c:pt idx="7379">
                  <c:v>5.8260399999999999</c:v>
                </c:pt>
                <c:pt idx="7380">
                  <c:v>5.8263400000000001</c:v>
                </c:pt>
                <c:pt idx="7381">
                  <c:v>5.8266499999999999</c:v>
                </c:pt>
                <c:pt idx="7382">
                  <c:v>5.8269500000000001</c:v>
                </c:pt>
                <c:pt idx="7383">
                  <c:v>5.8272599999999999</c:v>
                </c:pt>
                <c:pt idx="7384">
                  <c:v>5.8275600000000001</c:v>
                </c:pt>
                <c:pt idx="7385">
                  <c:v>5.8278699999999999</c:v>
                </c:pt>
                <c:pt idx="7386">
                  <c:v>5.8281700000000001</c:v>
                </c:pt>
                <c:pt idx="7387">
                  <c:v>5.8284799999999999</c:v>
                </c:pt>
                <c:pt idx="7388">
                  <c:v>5.8287800000000001</c:v>
                </c:pt>
                <c:pt idx="7389">
                  <c:v>5.8290899999999999</c:v>
                </c:pt>
                <c:pt idx="7390">
                  <c:v>5.8293999999999997</c:v>
                </c:pt>
                <c:pt idx="7391">
                  <c:v>5.8296999999999999</c:v>
                </c:pt>
                <c:pt idx="7392">
                  <c:v>5.8300099999999997</c:v>
                </c:pt>
                <c:pt idx="7393">
                  <c:v>5.8303099999999999</c:v>
                </c:pt>
                <c:pt idx="7394">
                  <c:v>5.8306199999999997</c:v>
                </c:pt>
                <c:pt idx="7395">
                  <c:v>5.8309199999999999</c:v>
                </c:pt>
                <c:pt idx="7396">
                  <c:v>5.8312299999999997</c:v>
                </c:pt>
                <c:pt idx="7397">
                  <c:v>5.8315299999999999</c:v>
                </c:pt>
                <c:pt idx="7398">
                  <c:v>5.8318399999999997</c:v>
                </c:pt>
                <c:pt idx="7399">
                  <c:v>5.8321399999999999</c:v>
                </c:pt>
                <c:pt idx="7400">
                  <c:v>5.8324499999999997</c:v>
                </c:pt>
                <c:pt idx="7401">
                  <c:v>5.8327499999999999</c:v>
                </c:pt>
                <c:pt idx="7402">
                  <c:v>5.8330599999999997</c:v>
                </c:pt>
                <c:pt idx="7403">
                  <c:v>5.8333700000000004</c:v>
                </c:pt>
                <c:pt idx="7404">
                  <c:v>5.8336699999999997</c:v>
                </c:pt>
                <c:pt idx="7405">
                  <c:v>5.8339800000000004</c:v>
                </c:pt>
                <c:pt idx="7406">
                  <c:v>5.8342799999999997</c:v>
                </c:pt>
                <c:pt idx="7407">
                  <c:v>5.8345900000000004</c:v>
                </c:pt>
                <c:pt idx="7408">
                  <c:v>5.8348899999999997</c:v>
                </c:pt>
                <c:pt idx="7409">
                  <c:v>5.8352000000000004</c:v>
                </c:pt>
                <c:pt idx="7410">
                  <c:v>5.8354999999999997</c:v>
                </c:pt>
                <c:pt idx="7411">
                  <c:v>5.8358100000000004</c:v>
                </c:pt>
                <c:pt idx="7412">
                  <c:v>5.8361099999999997</c:v>
                </c:pt>
                <c:pt idx="7413">
                  <c:v>5.8364200000000004</c:v>
                </c:pt>
                <c:pt idx="7414">
                  <c:v>5.8367199999999997</c:v>
                </c:pt>
                <c:pt idx="7415">
                  <c:v>5.8370300000000004</c:v>
                </c:pt>
                <c:pt idx="7416">
                  <c:v>5.8373400000000002</c:v>
                </c:pt>
                <c:pt idx="7417">
                  <c:v>5.8376400000000004</c:v>
                </c:pt>
                <c:pt idx="7418">
                  <c:v>5.8379500000000002</c:v>
                </c:pt>
                <c:pt idx="7419">
                  <c:v>5.8382500000000004</c:v>
                </c:pt>
                <c:pt idx="7420">
                  <c:v>5.8385600000000002</c:v>
                </c:pt>
                <c:pt idx="7421">
                  <c:v>5.8388600000000004</c:v>
                </c:pt>
                <c:pt idx="7422">
                  <c:v>5.8391700000000002</c:v>
                </c:pt>
                <c:pt idx="7423">
                  <c:v>5.8394700000000004</c:v>
                </c:pt>
                <c:pt idx="7424">
                  <c:v>5.8397800000000002</c:v>
                </c:pt>
                <c:pt idx="7425">
                  <c:v>5.8400800000000004</c:v>
                </c:pt>
                <c:pt idx="7426">
                  <c:v>5.8403900000000002</c:v>
                </c:pt>
                <c:pt idx="7427">
                  <c:v>5.8406900000000004</c:v>
                </c:pt>
                <c:pt idx="7428">
                  <c:v>5.8410000000000002</c:v>
                </c:pt>
                <c:pt idx="7429">
                  <c:v>5.84131</c:v>
                </c:pt>
                <c:pt idx="7430">
                  <c:v>5.8416100000000002</c:v>
                </c:pt>
                <c:pt idx="7431">
                  <c:v>5.84192</c:v>
                </c:pt>
                <c:pt idx="7432">
                  <c:v>5.8422200000000002</c:v>
                </c:pt>
                <c:pt idx="7433">
                  <c:v>5.84253</c:v>
                </c:pt>
                <c:pt idx="7434">
                  <c:v>5.8428300000000002</c:v>
                </c:pt>
                <c:pt idx="7435">
                  <c:v>5.84314</c:v>
                </c:pt>
                <c:pt idx="7436">
                  <c:v>5.8434400000000002</c:v>
                </c:pt>
                <c:pt idx="7437">
                  <c:v>5.84375</c:v>
                </c:pt>
                <c:pt idx="7438">
                  <c:v>5.8440500000000002</c:v>
                </c:pt>
                <c:pt idx="7439">
                  <c:v>5.84436</c:v>
                </c:pt>
                <c:pt idx="7440">
                  <c:v>5.8446699999999998</c:v>
                </c:pt>
                <c:pt idx="7441">
                  <c:v>5.84497</c:v>
                </c:pt>
                <c:pt idx="7442">
                  <c:v>5.8452799999999998</c:v>
                </c:pt>
                <c:pt idx="7443">
                  <c:v>5.84558</c:v>
                </c:pt>
                <c:pt idx="7444">
                  <c:v>5.8458899999999998</c:v>
                </c:pt>
                <c:pt idx="7445">
                  <c:v>5.84619</c:v>
                </c:pt>
                <c:pt idx="7446">
                  <c:v>5.8464999999999998</c:v>
                </c:pt>
                <c:pt idx="7447">
                  <c:v>5.8468</c:v>
                </c:pt>
                <c:pt idx="7448">
                  <c:v>5.8471099999999998</c:v>
                </c:pt>
                <c:pt idx="7449">
                  <c:v>5.84741</c:v>
                </c:pt>
                <c:pt idx="7450">
                  <c:v>5.8477199999999998</c:v>
                </c:pt>
                <c:pt idx="7451">
                  <c:v>5.84802</c:v>
                </c:pt>
                <c:pt idx="7452">
                  <c:v>5.8483299999999998</c:v>
                </c:pt>
                <c:pt idx="7453">
                  <c:v>5.8486399999999996</c:v>
                </c:pt>
                <c:pt idx="7454">
                  <c:v>5.8489399999999998</c:v>
                </c:pt>
                <c:pt idx="7455">
                  <c:v>5.8492499999999996</c:v>
                </c:pt>
                <c:pt idx="7456">
                  <c:v>5.8495499999999998</c:v>
                </c:pt>
                <c:pt idx="7457">
                  <c:v>5.8498599999999996</c:v>
                </c:pt>
                <c:pt idx="7458">
                  <c:v>5.8501599999999998</c:v>
                </c:pt>
                <c:pt idx="7459">
                  <c:v>5.8504699999999996</c:v>
                </c:pt>
                <c:pt idx="7460">
                  <c:v>5.8507699999999998</c:v>
                </c:pt>
                <c:pt idx="7461">
                  <c:v>5.8510799999999996</c:v>
                </c:pt>
                <c:pt idx="7462">
                  <c:v>5.8513799999999998</c:v>
                </c:pt>
                <c:pt idx="7463">
                  <c:v>5.8516899999999996</c:v>
                </c:pt>
                <c:pt idx="7464">
                  <c:v>5.8519899999999998</c:v>
                </c:pt>
                <c:pt idx="7465">
                  <c:v>5.8522999999999996</c:v>
                </c:pt>
                <c:pt idx="7466">
                  <c:v>5.8526100000000003</c:v>
                </c:pt>
                <c:pt idx="7467">
                  <c:v>5.8529099999999996</c:v>
                </c:pt>
                <c:pt idx="7468">
                  <c:v>5.8532200000000003</c:v>
                </c:pt>
                <c:pt idx="7469">
                  <c:v>5.8535199999999996</c:v>
                </c:pt>
                <c:pt idx="7470">
                  <c:v>5.8538300000000003</c:v>
                </c:pt>
                <c:pt idx="7471">
                  <c:v>5.8541299999999996</c:v>
                </c:pt>
                <c:pt idx="7472">
                  <c:v>5.8544400000000003</c:v>
                </c:pt>
                <c:pt idx="7473">
                  <c:v>5.8547399999999996</c:v>
                </c:pt>
                <c:pt idx="7474">
                  <c:v>5.8550500000000003</c:v>
                </c:pt>
                <c:pt idx="7475">
                  <c:v>5.8553499999999996</c:v>
                </c:pt>
                <c:pt idx="7476">
                  <c:v>5.8556600000000003</c:v>
                </c:pt>
                <c:pt idx="7477">
                  <c:v>5.8559599999999996</c:v>
                </c:pt>
                <c:pt idx="7478">
                  <c:v>5.8562700000000003</c:v>
                </c:pt>
                <c:pt idx="7479">
                  <c:v>5.8565800000000001</c:v>
                </c:pt>
                <c:pt idx="7480">
                  <c:v>5.8568800000000003</c:v>
                </c:pt>
                <c:pt idx="7481">
                  <c:v>5.8571900000000001</c:v>
                </c:pt>
                <c:pt idx="7482">
                  <c:v>5.8574900000000003</c:v>
                </c:pt>
                <c:pt idx="7483">
                  <c:v>5.8578000000000001</c:v>
                </c:pt>
                <c:pt idx="7484">
                  <c:v>5.8581000000000003</c:v>
                </c:pt>
                <c:pt idx="7485">
                  <c:v>5.8584100000000001</c:v>
                </c:pt>
                <c:pt idx="7486">
                  <c:v>5.8587100000000003</c:v>
                </c:pt>
                <c:pt idx="7487">
                  <c:v>5.8590200000000001</c:v>
                </c:pt>
                <c:pt idx="7488">
                  <c:v>5.8593200000000003</c:v>
                </c:pt>
                <c:pt idx="7489">
                  <c:v>5.8596300000000001</c:v>
                </c:pt>
                <c:pt idx="7490">
                  <c:v>5.8599300000000003</c:v>
                </c:pt>
                <c:pt idx="7491">
                  <c:v>5.8602400000000001</c:v>
                </c:pt>
                <c:pt idx="7492">
                  <c:v>5.8605499999999999</c:v>
                </c:pt>
                <c:pt idx="7493">
                  <c:v>5.8608500000000001</c:v>
                </c:pt>
                <c:pt idx="7494">
                  <c:v>5.8611599999999999</c:v>
                </c:pt>
                <c:pt idx="7495">
                  <c:v>5.8614600000000001</c:v>
                </c:pt>
                <c:pt idx="7496">
                  <c:v>5.8617699999999999</c:v>
                </c:pt>
                <c:pt idx="7497">
                  <c:v>5.8620700000000001</c:v>
                </c:pt>
                <c:pt idx="7498">
                  <c:v>5.8623799999999999</c:v>
                </c:pt>
                <c:pt idx="7499">
                  <c:v>5.8626800000000001</c:v>
                </c:pt>
                <c:pt idx="7500">
                  <c:v>5.8629899999999999</c:v>
                </c:pt>
                <c:pt idx="7501">
                  <c:v>5.8632900000000001</c:v>
                </c:pt>
                <c:pt idx="7502">
                  <c:v>5.8635999999999999</c:v>
                </c:pt>
                <c:pt idx="7503">
                  <c:v>5.8639099999999997</c:v>
                </c:pt>
                <c:pt idx="7504">
                  <c:v>5.8642099999999999</c:v>
                </c:pt>
                <c:pt idx="7505">
                  <c:v>5.8645199999999997</c:v>
                </c:pt>
                <c:pt idx="7506">
                  <c:v>5.8648199999999999</c:v>
                </c:pt>
                <c:pt idx="7507">
                  <c:v>5.8651299999999997</c:v>
                </c:pt>
                <c:pt idx="7508">
                  <c:v>5.8654299999999999</c:v>
                </c:pt>
                <c:pt idx="7509">
                  <c:v>5.8657399999999997</c:v>
                </c:pt>
                <c:pt idx="7510">
                  <c:v>5.8660399999999999</c:v>
                </c:pt>
                <c:pt idx="7511">
                  <c:v>5.8663499999999997</c:v>
                </c:pt>
                <c:pt idx="7512">
                  <c:v>5.8666499999999999</c:v>
                </c:pt>
                <c:pt idx="7513">
                  <c:v>5.8669599999999997</c:v>
                </c:pt>
                <c:pt idx="7514">
                  <c:v>5.8672599999999999</c:v>
                </c:pt>
                <c:pt idx="7515">
                  <c:v>5.8675699999999997</c:v>
                </c:pt>
                <c:pt idx="7516">
                  <c:v>5.8678800000000004</c:v>
                </c:pt>
                <c:pt idx="7517">
                  <c:v>5.8681799999999997</c:v>
                </c:pt>
                <c:pt idx="7518">
                  <c:v>5.8684900000000004</c:v>
                </c:pt>
                <c:pt idx="7519">
                  <c:v>5.8687899999999997</c:v>
                </c:pt>
                <c:pt idx="7520">
                  <c:v>5.8691000000000004</c:v>
                </c:pt>
                <c:pt idx="7521">
                  <c:v>5.8693999999999997</c:v>
                </c:pt>
                <c:pt idx="7522">
                  <c:v>5.8697100000000004</c:v>
                </c:pt>
                <c:pt idx="7523">
                  <c:v>5.8700099999999997</c:v>
                </c:pt>
                <c:pt idx="7524">
                  <c:v>5.8703200000000004</c:v>
                </c:pt>
                <c:pt idx="7525">
                  <c:v>5.8706199999999997</c:v>
                </c:pt>
                <c:pt idx="7526">
                  <c:v>5.8709300000000004</c:v>
                </c:pt>
                <c:pt idx="7527">
                  <c:v>5.8712299999999997</c:v>
                </c:pt>
                <c:pt idx="7528">
                  <c:v>5.8715400000000004</c:v>
                </c:pt>
                <c:pt idx="7529">
                  <c:v>5.8718500000000002</c:v>
                </c:pt>
                <c:pt idx="7530">
                  <c:v>5.8721500000000004</c:v>
                </c:pt>
                <c:pt idx="7531">
                  <c:v>5.8724600000000002</c:v>
                </c:pt>
                <c:pt idx="7532">
                  <c:v>5.8727600000000004</c:v>
                </c:pt>
                <c:pt idx="7533">
                  <c:v>5.8730700000000002</c:v>
                </c:pt>
                <c:pt idx="7534">
                  <c:v>5.8733700000000004</c:v>
                </c:pt>
                <c:pt idx="7535">
                  <c:v>5.8736800000000002</c:v>
                </c:pt>
                <c:pt idx="7536">
                  <c:v>5.8739800000000004</c:v>
                </c:pt>
                <c:pt idx="7537">
                  <c:v>5.8742900000000002</c:v>
                </c:pt>
                <c:pt idx="7538">
                  <c:v>5.8745900000000004</c:v>
                </c:pt>
                <c:pt idx="7539">
                  <c:v>5.8749000000000002</c:v>
                </c:pt>
                <c:pt idx="7540">
                  <c:v>5.8752000000000004</c:v>
                </c:pt>
                <c:pt idx="7541">
                  <c:v>5.8755100000000002</c:v>
                </c:pt>
                <c:pt idx="7542">
                  <c:v>5.87582</c:v>
                </c:pt>
                <c:pt idx="7543">
                  <c:v>5.8761200000000002</c:v>
                </c:pt>
                <c:pt idx="7544">
                  <c:v>5.87643</c:v>
                </c:pt>
                <c:pt idx="7545">
                  <c:v>5.8767300000000002</c:v>
                </c:pt>
                <c:pt idx="7546">
                  <c:v>5.87704</c:v>
                </c:pt>
                <c:pt idx="7547">
                  <c:v>5.8773400000000002</c:v>
                </c:pt>
                <c:pt idx="7548">
                  <c:v>5.87765</c:v>
                </c:pt>
                <c:pt idx="7549">
                  <c:v>5.8779500000000002</c:v>
                </c:pt>
                <c:pt idx="7550">
                  <c:v>5.87826</c:v>
                </c:pt>
                <c:pt idx="7551">
                  <c:v>5.8785600000000002</c:v>
                </c:pt>
                <c:pt idx="7552">
                  <c:v>5.87887</c:v>
                </c:pt>
                <c:pt idx="7553">
                  <c:v>5.8791799999999999</c:v>
                </c:pt>
                <c:pt idx="7554">
                  <c:v>5.87948</c:v>
                </c:pt>
                <c:pt idx="7555">
                  <c:v>5.8797899999999998</c:v>
                </c:pt>
                <c:pt idx="7556">
                  <c:v>5.88009</c:v>
                </c:pt>
                <c:pt idx="7557">
                  <c:v>5.8803999999999998</c:v>
                </c:pt>
                <c:pt idx="7558">
                  <c:v>5.8807</c:v>
                </c:pt>
                <c:pt idx="7559">
                  <c:v>5.8810099999999998</c:v>
                </c:pt>
                <c:pt idx="7560">
                  <c:v>5.88131</c:v>
                </c:pt>
                <c:pt idx="7561">
                  <c:v>5.8816199999999998</c:v>
                </c:pt>
                <c:pt idx="7562">
                  <c:v>5.88192</c:v>
                </c:pt>
                <c:pt idx="7563">
                  <c:v>5.8822299999999998</c:v>
                </c:pt>
                <c:pt idx="7564">
                  <c:v>5.88253</c:v>
                </c:pt>
                <c:pt idx="7565">
                  <c:v>5.8828399999999998</c:v>
                </c:pt>
                <c:pt idx="7566">
                  <c:v>5.8831499999999997</c:v>
                </c:pt>
                <c:pt idx="7567">
                  <c:v>5.8834499999999998</c:v>
                </c:pt>
                <c:pt idx="7568">
                  <c:v>5.8837599999999997</c:v>
                </c:pt>
                <c:pt idx="7569">
                  <c:v>5.8840599999999998</c:v>
                </c:pt>
                <c:pt idx="7570">
                  <c:v>5.8843699999999997</c:v>
                </c:pt>
                <c:pt idx="7571">
                  <c:v>5.8846699999999998</c:v>
                </c:pt>
                <c:pt idx="7572">
                  <c:v>5.8849799999999997</c:v>
                </c:pt>
                <c:pt idx="7573">
                  <c:v>5.8852799999999998</c:v>
                </c:pt>
                <c:pt idx="7574">
                  <c:v>5.8855899999999997</c:v>
                </c:pt>
                <c:pt idx="7575">
                  <c:v>5.8858899999999998</c:v>
                </c:pt>
                <c:pt idx="7576">
                  <c:v>5.8861999999999997</c:v>
                </c:pt>
                <c:pt idx="7577">
                  <c:v>5.8864999999999998</c:v>
                </c:pt>
                <c:pt idx="7578">
                  <c:v>5.8868099999999997</c:v>
                </c:pt>
                <c:pt idx="7579">
                  <c:v>5.8871200000000004</c:v>
                </c:pt>
                <c:pt idx="7580">
                  <c:v>5.8874199999999997</c:v>
                </c:pt>
                <c:pt idx="7581">
                  <c:v>5.8877300000000004</c:v>
                </c:pt>
                <c:pt idx="7582">
                  <c:v>5.8880299999999997</c:v>
                </c:pt>
                <c:pt idx="7583">
                  <c:v>5.8883400000000004</c:v>
                </c:pt>
                <c:pt idx="7584">
                  <c:v>5.8886399999999997</c:v>
                </c:pt>
                <c:pt idx="7585">
                  <c:v>5.8889500000000004</c:v>
                </c:pt>
                <c:pt idx="7586">
                  <c:v>5.8892499999999997</c:v>
                </c:pt>
                <c:pt idx="7587">
                  <c:v>5.8895600000000004</c:v>
                </c:pt>
                <c:pt idx="7588">
                  <c:v>5.8898599999999997</c:v>
                </c:pt>
                <c:pt idx="7589">
                  <c:v>5.8901700000000003</c:v>
                </c:pt>
                <c:pt idx="7590">
                  <c:v>5.8904699999999997</c:v>
                </c:pt>
                <c:pt idx="7591">
                  <c:v>5.8907800000000003</c:v>
                </c:pt>
                <c:pt idx="7592">
                  <c:v>5.8910900000000002</c:v>
                </c:pt>
                <c:pt idx="7593">
                  <c:v>5.8913900000000003</c:v>
                </c:pt>
                <c:pt idx="7594">
                  <c:v>5.8917000000000002</c:v>
                </c:pt>
                <c:pt idx="7595">
                  <c:v>5.8920000000000003</c:v>
                </c:pt>
                <c:pt idx="7596">
                  <c:v>5.8923100000000002</c:v>
                </c:pt>
                <c:pt idx="7597">
                  <c:v>5.8926100000000003</c:v>
                </c:pt>
                <c:pt idx="7598">
                  <c:v>5.8929200000000002</c:v>
                </c:pt>
                <c:pt idx="7599">
                  <c:v>5.8932200000000003</c:v>
                </c:pt>
                <c:pt idx="7600">
                  <c:v>5.8935300000000002</c:v>
                </c:pt>
                <c:pt idx="7601">
                  <c:v>5.8938300000000003</c:v>
                </c:pt>
                <c:pt idx="7602">
                  <c:v>5.8941400000000002</c:v>
                </c:pt>
                <c:pt idx="7603">
                  <c:v>5.8944400000000003</c:v>
                </c:pt>
                <c:pt idx="7604">
                  <c:v>5.8947500000000002</c:v>
                </c:pt>
                <c:pt idx="7605">
                  <c:v>5.89506</c:v>
                </c:pt>
                <c:pt idx="7606">
                  <c:v>5.8953600000000002</c:v>
                </c:pt>
                <c:pt idx="7607">
                  <c:v>5.89567</c:v>
                </c:pt>
                <c:pt idx="7608">
                  <c:v>5.8959700000000002</c:v>
                </c:pt>
                <c:pt idx="7609">
                  <c:v>5.89628</c:v>
                </c:pt>
                <c:pt idx="7610">
                  <c:v>5.8965800000000002</c:v>
                </c:pt>
                <c:pt idx="7611">
                  <c:v>5.89689</c:v>
                </c:pt>
                <c:pt idx="7612">
                  <c:v>5.8971900000000002</c:v>
                </c:pt>
                <c:pt idx="7613">
                  <c:v>5.8975</c:v>
                </c:pt>
                <c:pt idx="7614">
                  <c:v>5.8978000000000002</c:v>
                </c:pt>
                <c:pt idx="7615">
                  <c:v>5.89811</c:v>
                </c:pt>
                <c:pt idx="7616">
                  <c:v>5.8984199999999998</c:v>
                </c:pt>
                <c:pt idx="7617">
                  <c:v>5.89872</c:v>
                </c:pt>
                <c:pt idx="7618">
                  <c:v>5.8990299999999998</c:v>
                </c:pt>
                <c:pt idx="7619">
                  <c:v>5.89933</c:v>
                </c:pt>
                <c:pt idx="7620">
                  <c:v>5.8996399999999998</c:v>
                </c:pt>
                <c:pt idx="7621">
                  <c:v>5.89994</c:v>
                </c:pt>
                <c:pt idx="7622">
                  <c:v>5.9002499999999998</c:v>
                </c:pt>
                <c:pt idx="7623">
                  <c:v>5.90055</c:v>
                </c:pt>
                <c:pt idx="7624">
                  <c:v>5.9008599999999998</c:v>
                </c:pt>
                <c:pt idx="7625">
                  <c:v>5.90116</c:v>
                </c:pt>
                <c:pt idx="7626">
                  <c:v>5.9014699999999998</c:v>
                </c:pt>
                <c:pt idx="7627">
                  <c:v>5.90177</c:v>
                </c:pt>
                <c:pt idx="7628">
                  <c:v>5.9020799999999998</c:v>
                </c:pt>
                <c:pt idx="7629">
                  <c:v>5.9023899999999996</c:v>
                </c:pt>
                <c:pt idx="7630">
                  <c:v>5.9026899999999998</c:v>
                </c:pt>
                <c:pt idx="7631">
                  <c:v>5.9029999999999996</c:v>
                </c:pt>
                <c:pt idx="7632">
                  <c:v>5.9032999999999998</c:v>
                </c:pt>
                <c:pt idx="7633">
                  <c:v>5.9036099999999996</c:v>
                </c:pt>
                <c:pt idx="7634">
                  <c:v>5.9039099999999998</c:v>
                </c:pt>
                <c:pt idx="7635">
                  <c:v>5.9042199999999996</c:v>
                </c:pt>
                <c:pt idx="7636">
                  <c:v>5.9045199999999998</c:v>
                </c:pt>
                <c:pt idx="7637">
                  <c:v>5.9048299999999996</c:v>
                </c:pt>
                <c:pt idx="7638">
                  <c:v>5.9051299999999998</c:v>
                </c:pt>
                <c:pt idx="7639">
                  <c:v>5.9054399999999996</c:v>
                </c:pt>
                <c:pt idx="7640">
                  <c:v>5.9057399999999998</c:v>
                </c:pt>
                <c:pt idx="7641">
                  <c:v>5.9060499999999996</c:v>
                </c:pt>
                <c:pt idx="7642">
                  <c:v>5.9063600000000003</c:v>
                </c:pt>
                <c:pt idx="7643">
                  <c:v>5.9066599999999996</c:v>
                </c:pt>
                <c:pt idx="7644">
                  <c:v>5.9069700000000003</c:v>
                </c:pt>
                <c:pt idx="7645">
                  <c:v>5.9072699999999996</c:v>
                </c:pt>
                <c:pt idx="7646">
                  <c:v>5.9075800000000003</c:v>
                </c:pt>
                <c:pt idx="7647">
                  <c:v>5.9078799999999996</c:v>
                </c:pt>
                <c:pt idx="7648">
                  <c:v>5.9081900000000003</c:v>
                </c:pt>
                <c:pt idx="7649">
                  <c:v>5.9084899999999996</c:v>
                </c:pt>
                <c:pt idx="7650">
                  <c:v>5.9088000000000003</c:v>
                </c:pt>
                <c:pt idx="7651">
                  <c:v>5.9090999999999996</c:v>
                </c:pt>
                <c:pt idx="7652">
                  <c:v>5.9094100000000003</c:v>
                </c:pt>
                <c:pt idx="7653">
                  <c:v>5.9097099999999996</c:v>
                </c:pt>
                <c:pt idx="7654">
                  <c:v>5.9100200000000003</c:v>
                </c:pt>
                <c:pt idx="7655">
                  <c:v>5.9103300000000001</c:v>
                </c:pt>
                <c:pt idx="7656">
                  <c:v>5.9106300000000003</c:v>
                </c:pt>
                <c:pt idx="7657">
                  <c:v>5.9109400000000001</c:v>
                </c:pt>
                <c:pt idx="7658">
                  <c:v>5.9112400000000003</c:v>
                </c:pt>
                <c:pt idx="7659">
                  <c:v>5.9115500000000001</c:v>
                </c:pt>
                <c:pt idx="7660">
                  <c:v>5.9118500000000003</c:v>
                </c:pt>
                <c:pt idx="7661">
                  <c:v>5.9121600000000001</c:v>
                </c:pt>
                <c:pt idx="7662">
                  <c:v>5.9124600000000003</c:v>
                </c:pt>
                <c:pt idx="7663">
                  <c:v>5.9127700000000001</c:v>
                </c:pt>
                <c:pt idx="7664">
                  <c:v>5.9130700000000003</c:v>
                </c:pt>
                <c:pt idx="7665">
                  <c:v>5.9133800000000001</c:v>
                </c:pt>
                <c:pt idx="7666">
                  <c:v>5.9136800000000003</c:v>
                </c:pt>
                <c:pt idx="7667">
                  <c:v>5.9139900000000001</c:v>
                </c:pt>
                <c:pt idx="7668">
                  <c:v>5.9142999999999999</c:v>
                </c:pt>
                <c:pt idx="7669">
                  <c:v>5.9146000000000001</c:v>
                </c:pt>
                <c:pt idx="7670">
                  <c:v>5.9149099999999999</c:v>
                </c:pt>
                <c:pt idx="7671">
                  <c:v>5.9152100000000001</c:v>
                </c:pt>
                <c:pt idx="7672">
                  <c:v>5.9155199999999999</c:v>
                </c:pt>
                <c:pt idx="7673">
                  <c:v>5.9158200000000001</c:v>
                </c:pt>
                <c:pt idx="7674">
                  <c:v>5.9161299999999999</c:v>
                </c:pt>
                <c:pt idx="7675">
                  <c:v>5.9164300000000001</c:v>
                </c:pt>
                <c:pt idx="7676">
                  <c:v>5.9167399999999999</c:v>
                </c:pt>
                <c:pt idx="7677">
                  <c:v>5.9170400000000001</c:v>
                </c:pt>
                <c:pt idx="7678">
                  <c:v>5.9173499999999999</c:v>
                </c:pt>
                <c:pt idx="7679">
                  <c:v>5.9176599999999997</c:v>
                </c:pt>
                <c:pt idx="7680">
                  <c:v>5.9179599999999999</c:v>
                </c:pt>
                <c:pt idx="7681">
                  <c:v>5.9182699999999997</c:v>
                </c:pt>
                <c:pt idx="7682">
                  <c:v>5.9185699999999999</c:v>
                </c:pt>
                <c:pt idx="7683">
                  <c:v>5.9188799999999997</c:v>
                </c:pt>
                <c:pt idx="7684">
                  <c:v>5.9191799999999999</c:v>
                </c:pt>
                <c:pt idx="7685">
                  <c:v>5.9194899999999997</c:v>
                </c:pt>
                <c:pt idx="7686">
                  <c:v>5.9197899999999999</c:v>
                </c:pt>
                <c:pt idx="7687">
                  <c:v>5.9200999999999997</c:v>
                </c:pt>
                <c:pt idx="7688">
                  <c:v>5.9203999999999999</c:v>
                </c:pt>
                <c:pt idx="7689">
                  <c:v>5.9207099999999997</c:v>
                </c:pt>
                <c:pt idx="7690">
                  <c:v>5.9210099999999999</c:v>
                </c:pt>
                <c:pt idx="7691">
                  <c:v>5.9213199999999997</c:v>
                </c:pt>
                <c:pt idx="7692">
                  <c:v>5.9216300000000004</c:v>
                </c:pt>
                <c:pt idx="7693">
                  <c:v>5.9219299999999997</c:v>
                </c:pt>
                <c:pt idx="7694">
                  <c:v>5.9222400000000004</c:v>
                </c:pt>
                <c:pt idx="7695">
                  <c:v>5.9225399999999997</c:v>
                </c:pt>
                <c:pt idx="7696">
                  <c:v>5.9228500000000004</c:v>
                </c:pt>
                <c:pt idx="7697">
                  <c:v>5.9231499999999997</c:v>
                </c:pt>
                <c:pt idx="7698">
                  <c:v>5.9234600000000004</c:v>
                </c:pt>
                <c:pt idx="7699">
                  <c:v>5.9237599999999997</c:v>
                </c:pt>
                <c:pt idx="7700">
                  <c:v>5.9240700000000004</c:v>
                </c:pt>
                <c:pt idx="7701">
                  <c:v>5.9243699999999997</c:v>
                </c:pt>
                <c:pt idx="7702">
                  <c:v>5.9246800000000004</c:v>
                </c:pt>
                <c:pt idx="7703">
                  <c:v>5.9249799999999997</c:v>
                </c:pt>
                <c:pt idx="7704">
                  <c:v>5.9252900000000004</c:v>
                </c:pt>
                <c:pt idx="7705">
                  <c:v>5.9256000000000002</c:v>
                </c:pt>
                <c:pt idx="7706">
                  <c:v>5.9259000000000004</c:v>
                </c:pt>
                <c:pt idx="7707">
                  <c:v>5.9262100000000002</c:v>
                </c:pt>
                <c:pt idx="7708">
                  <c:v>5.9265100000000004</c:v>
                </c:pt>
                <c:pt idx="7709">
                  <c:v>5.9268200000000002</c:v>
                </c:pt>
                <c:pt idx="7710">
                  <c:v>5.9271200000000004</c:v>
                </c:pt>
                <c:pt idx="7711">
                  <c:v>5.9274300000000002</c:v>
                </c:pt>
                <c:pt idx="7712">
                  <c:v>5.9277300000000004</c:v>
                </c:pt>
                <c:pt idx="7713">
                  <c:v>5.9280400000000002</c:v>
                </c:pt>
                <c:pt idx="7714">
                  <c:v>5.9283400000000004</c:v>
                </c:pt>
                <c:pt idx="7715">
                  <c:v>5.9286500000000002</c:v>
                </c:pt>
                <c:pt idx="7716">
                  <c:v>5.9289500000000004</c:v>
                </c:pt>
                <c:pt idx="7717">
                  <c:v>5.9292600000000002</c:v>
                </c:pt>
                <c:pt idx="7718">
                  <c:v>5.92957</c:v>
                </c:pt>
                <c:pt idx="7719">
                  <c:v>5.9298700000000002</c:v>
                </c:pt>
                <c:pt idx="7720">
                  <c:v>5.93018</c:v>
                </c:pt>
                <c:pt idx="7721">
                  <c:v>5.9304800000000002</c:v>
                </c:pt>
                <c:pt idx="7722">
                  <c:v>5.93079</c:v>
                </c:pt>
                <c:pt idx="7723">
                  <c:v>5.9310900000000002</c:v>
                </c:pt>
                <c:pt idx="7724">
                  <c:v>5.9314</c:v>
                </c:pt>
                <c:pt idx="7725">
                  <c:v>5.9317000000000002</c:v>
                </c:pt>
                <c:pt idx="7726">
                  <c:v>5.93201</c:v>
                </c:pt>
                <c:pt idx="7727">
                  <c:v>5.9323100000000002</c:v>
                </c:pt>
                <c:pt idx="7728">
                  <c:v>5.93262</c:v>
                </c:pt>
                <c:pt idx="7729">
                  <c:v>5.9329299999999998</c:v>
                </c:pt>
                <c:pt idx="7730">
                  <c:v>5.93323</c:v>
                </c:pt>
                <c:pt idx="7731">
                  <c:v>5.9335399999999998</c:v>
                </c:pt>
                <c:pt idx="7732">
                  <c:v>5.93384</c:v>
                </c:pt>
                <c:pt idx="7733">
                  <c:v>5.9341499999999998</c:v>
                </c:pt>
                <c:pt idx="7734">
                  <c:v>5.93445</c:v>
                </c:pt>
                <c:pt idx="7735">
                  <c:v>5.9347599999999998</c:v>
                </c:pt>
                <c:pt idx="7736">
                  <c:v>5.93506</c:v>
                </c:pt>
                <c:pt idx="7737">
                  <c:v>5.9353699999999998</c:v>
                </c:pt>
                <c:pt idx="7738">
                  <c:v>5.93567</c:v>
                </c:pt>
                <c:pt idx="7739">
                  <c:v>5.9359799999999998</c:v>
                </c:pt>
                <c:pt idx="7740">
                  <c:v>5.93628</c:v>
                </c:pt>
                <c:pt idx="7741">
                  <c:v>5.9365899999999998</c:v>
                </c:pt>
                <c:pt idx="7742">
                  <c:v>5.9368999999999996</c:v>
                </c:pt>
                <c:pt idx="7743">
                  <c:v>5.9371999999999998</c:v>
                </c:pt>
                <c:pt idx="7744">
                  <c:v>5.9375099999999996</c:v>
                </c:pt>
                <c:pt idx="7745">
                  <c:v>5.9378099999999998</c:v>
                </c:pt>
                <c:pt idx="7746">
                  <c:v>5.9381199999999996</c:v>
                </c:pt>
                <c:pt idx="7747">
                  <c:v>5.9384199999999998</c:v>
                </c:pt>
                <c:pt idx="7748">
                  <c:v>5.9387299999999996</c:v>
                </c:pt>
                <c:pt idx="7749">
                  <c:v>5.9390299999999998</c:v>
                </c:pt>
                <c:pt idx="7750">
                  <c:v>5.9393399999999996</c:v>
                </c:pt>
                <c:pt idx="7751">
                  <c:v>5.9396399999999998</c:v>
                </c:pt>
                <c:pt idx="7752">
                  <c:v>5.9399499999999996</c:v>
                </c:pt>
                <c:pt idx="7753">
                  <c:v>5.9402499999999998</c:v>
                </c:pt>
                <c:pt idx="7754">
                  <c:v>5.9405599999999996</c:v>
                </c:pt>
                <c:pt idx="7755">
                  <c:v>5.9408700000000003</c:v>
                </c:pt>
                <c:pt idx="7756">
                  <c:v>5.9411699999999996</c:v>
                </c:pt>
                <c:pt idx="7757">
                  <c:v>5.9414800000000003</c:v>
                </c:pt>
                <c:pt idx="7758">
                  <c:v>5.9417799999999996</c:v>
                </c:pt>
                <c:pt idx="7759">
                  <c:v>5.9420900000000003</c:v>
                </c:pt>
                <c:pt idx="7760">
                  <c:v>5.9423899999999996</c:v>
                </c:pt>
                <c:pt idx="7761">
                  <c:v>5.9427000000000003</c:v>
                </c:pt>
                <c:pt idx="7762">
                  <c:v>5.9429999999999996</c:v>
                </c:pt>
                <c:pt idx="7763">
                  <c:v>5.9433100000000003</c:v>
                </c:pt>
                <c:pt idx="7764">
                  <c:v>5.9436099999999996</c:v>
                </c:pt>
                <c:pt idx="7765">
                  <c:v>5.9439200000000003</c:v>
                </c:pt>
                <c:pt idx="7766">
                  <c:v>5.9442199999999996</c:v>
                </c:pt>
                <c:pt idx="7767">
                  <c:v>5.9445300000000003</c:v>
                </c:pt>
                <c:pt idx="7768">
                  <c:v>5.9448400000000001</c:v>
                </c:pt>
                <c:pt idx="7769">
                  <c:v>5.9451400000000003</c:v>
                </c:pt>
                <c:pt idx="7770">
                  <c:v>5.9454500000000001</c:v>
                </c:pt>
                <c:pt idx="7771">
                  <c:v>5.9457500000000003</c:v>
                </c:pt>
                <c:pt idx="7772">
                  <c:v>5.9460600000000001</c:v>
                </c:pt>
                <c:pt idx="7773">
                  <c:v>5.9463600000000003</c:v>
                </c:pt>
                <c:pt idx="7774">
                  <c:v>5.9466700000000001</c:v>
                </c:pt>
                <c:pt idx="7775">
                  <c:v>5.9469700000000003</c:v>
                </c:pt>
                <c:pt idx="7776">
                  <c:v>5.9472800000000001</c:v>
                </c:pt>
                <c:pt idx="7777">
                  <c:v>5.9475800000000003</c:v>
                </c:pt>
                <c:pt idx="7778">
                  <c:v>5.9478900000000001</c:v>
                </c:pt>
                <c:pt idx="7779">
                  <c:v>5.9481900000000003</c:v>
                </c:pt>
                <c:pt idx="7780">
                  <c:v>5.9485000000000001</c:v>
                </c:pt>
                <c:pt idx="7781">
                  <c:v>5.9488099999999999</c:v>
                </c:pt>
                <c:pt idx="7782">
                  <c:v>5.9491100000000001</c:v>
                </c:pt>
                <c:pt idx="7783">
                  <c:v>5.9494199999999999</c:v>
                </c:pt>
                <c:pt idx="7784">
                  <c:v>5.9497200000000001</c:v>
                </c:pt>
                <c:pt idx="7785">
                  <c:v>5.9500299999999999</c:v>
                </c:pt>
                <c:pt idx="7786">
                  <c:v>5.9503300000000001</c:v>
                </c:pt>
                <c:pt idx="7787">
                  <c:v>5.9506399999999999</c:v>
                </c:pt>
                <c:pt idx="7788">
                  <c:v>5.9509400000000001</c:v>
                </c:pt>
                <c:pt idx="7789">
                  <c:v>5.9512499999999999</c:v>
                </c:pt>
                <c:pt idx="7790">
                  <c:v>5.9515500000000001</c:v>
                </c:pt>
                <c:pt idx="7791">
                  <c:v>5.9518599999999999</c:v>
                </c:pt>
                <c:pt idx="7792">
                  <c:v>5.9521699999999997</c:v>
                </c:pt>
                <c:pt idx="7793">
                  <c:v>5.9524699999999999</c:v>
                </c:pt>
                <c:pt idx="7794">
                  <c:v>5.9527799999999997</c:v>
                </c:pt>
                <c:pt idx="7795">
                  <c:v>5.9530799999999999</c:v>
                </c:pt>
                <c:pt idx="7796">
                  <c:v>5.9533899999999997</c:v>
                </c:pt>
                <c:pt idx="7797">
                  <c:v>5.9536899999999999</c:v>
                </c:pt>
                <c:pt idx="7798">
                  <c:v>5.9539999999999997</c:v>
                </c:pt>
                <c:pt idx="7799">
                  <c:v>5.9542999999999999</c:v>
                </c:pt>
                <c:pt idx="7800">
                  <c:v>5.9546099999999997</c:v>
                </c:pt>
                <c:pt idx="7801">
                  <c:v>5.9549099999999999</c:v>
                </c:pt>
                <c:pt idx="7802">
                  <c:v>5.9552199999999997</c:v>
                </c:pt>
                <c:pt idx="7803">
                  <c:v>5.9555199999999999</c:v>
                </c:pt>
                <c:pt idx="7804">
                  <c:v>5.9558299999999997</c:v>
                </c:pt>
                <c:pt idx="7805">
                  <c:v>5.9561400000000004</c:v>
                </c:pt>
                <c:pt idx="7806">
                  <c:v>5.9564399999999997</c:v>
                </c:pt>
                <c:pt idx="7807">
                  <c:v>5.9567500000000004</c:v>
                </c:pt>
                <c:pt idx="7808">
                  <c:v>5.9570499999999997</c:v>
                </c:pt>
                <c:pt idx="7809">
                  <c:v>5.9573600000000004</c:v>
                </c:pt>
                <c:pt idx="7810">
                  <c:v>5.9576599999999997</c:v>
                </c:pt>
                <c:pt idx="7811">
                  <c:v>5.9579700000000004</c:v>
                </c:pt>
                <c:pt idx="7812">
                  <c:v>5.9582699999999997</c:v>
                </c:pt>
                <c:pt idx="7813">
                  <c:v>5.9585800000000004</c:v>
                </c:pt>
                <c:pt idx="7814">
                  <c:v>5.9588799999999997</c:v>
                </c:pt>
                <c:pt idx="7815">
                  <c:v>5.9591900000000004</c:v>
                </c:pt>
                <c:pt idx="7816">
                  <c:v>5.9594899999999997</c:v>
                </c:pt>
                <c:pt idx="7817">
                  <c:v>5.9598000000000004</c:v>
                </c:pt>
                <c:pt idx="7818">
                  <c:v>5.9601100000000002</c:v>
                </c:pt>
                <c:pt idx="7819">
                  <c:v>5.9604100000000004</c:v>
                </c:pt>
                <c:pt idx="7820">
                  <c:v>5.9607200000000002</c:v>
                </c:pt>
                <c:pt idx="7821">
                  <c:v>5.9610200000000004</c:v>
                </c:pt>
                <c:pt idx="7822">
                  <c:v>5.9613300000000002</c:v>
                </c:pt>
                <c:pt idx="7823">
                  <c:v>5.9616300000000004</c:v>
                </c:pt>
                <c:pt idx="7824">
                  <c:v>5.9619400000000002</c:v>
                </c:pt>
                <c:pt idx="7825">
                  <c:v>5.9622400000000004</c:v>
                </c:pt>
                <c:pt idx="7826">
                  <c:v>5.9625500000000002</c:v>
                </c:pt>
                <c:pt idx="7827">
                  <c:v>5.9628500000000004</c:v>
                </c:pt>
                <c:pt idx="7828">
                  <c:v>5.9631600000000002</c:v>
                </c:pt>
                <c:pt idx="7829">
                  <c:v>5.9634600000000004</c:v>
                </c:pt>
                <c:pt idx="7830">
                  <c:v>5.9637700000000002</c:v>
                </c:pt>
                <c:pt idx="7831">
                  <c:v>5.96408</c:v>
                </c:pt>
                <c:pt idx="7832">
                  <c:v>5.9643800000000002</c:v>
                </c:pt>
                <c:pt idx="7833">
                  <c:v>5.96469</c:v>
                </c:pt>
                <c:pt idx="7834">
                  <c:v>5.9649900000000002</c:v>
                </c:pt>
                <c:pt idx="7835">
                  <c:v>5.9653</c:v>
                </c:pt>
                <c:pt idx="7836">
                  <c:v>5.9656000000000002</c:v>
                </c:pt>
                <c:pt idx="7837">
                  <c:v>5.96591</c:v>
                </c:pt>
                <c:pt idx="7838">
                  <c:v>5.9662100000000002</c:v>
                </c:pt>
                <c:pt idx="7839">
                  <c:v>5.96652</c:v>
                </c:pt>
                <c:pt idx="7840">
                  <c:v>5.9668200000000002</c:v>
                </c:pt>
                <c:pt idx="7841">
                  <c:v>5.96713</c:v>
                </c:pt>
                <c:pt idx="7842">
                  <c:v>5.9674300000000002</c:v>
                </c:pt>
                <c:pt idx="7843">
                  <c:v>5.96774</c:v>
                </c:pt>
                <c:pt idx="7844">
                  <c:v>5.9680499999999999</c:v>
                </c:pt>
                <c:pt idx="7845">
                  <c:v>5.96835</c:v>
                </c:pt>
                <c:pt idx="7846">
                  <c:v>5.9686599999999999</c:v>
                </c:pt>
                <c:pt idx="7847">
                  <c:v>5.96896</c:v>
                </c:pt>
                <c:pt idx="7848">
                  <c:v>5.9692699999999999</c:v>
                </c:pt>
                <c:pt idx="7849">
                  <c:v>5.96957</c:v>
                </c:pt>
                <c:pt idx="7850">
                  <c:v>5.9698799999999999</c:v>
                </c:pt>
                <c:pt idx="7851">
                  <c:v>5.97018</c:v>
                </c:pt>
                <c:pt idx="7852">
                  <c:v>5.9704899999999999</c:v>
                </c:pt>
                <c:pt idx="7853">
                  <c:v>5.97079</c:v>
                </c:pt>
                <c:pt idx="7854">
                  <c:v>5.9710999999999999</c:v>
                </c:pt>
                <c:pt idx="7855">
                  <c:v>5.9714099999999997</c:v>
                </c:pt>
                <c:pt idx="7856">
                  <c:v>5.9717099999999999</c:v>
                </c:pt>
                <c:pt idx="7857">
                  <c:v>5.9720199999999997</c:v>
                </c:pt>
                <c:pt idx="7858">
                  <c:v>5.9723199999999999</c:v>
                </c:pt>
                <c:pt idx="7859">
                  <c:v>5.9726299999999997</c:v>
                </c:pt>
                <c:pt idx="7860">
                  <c:v>5.9729299999999999</c:v>
                </c:pt>
                <c:pt idx="7861">
                  <c:v>5.9732399999999997</c:v>
                </c:pt>
                <c:pt idx="7862">
                  <c:v>5.9735399999999998</c:v>
                </c:pt>
                <c:pt idx="7863">
                  <c:v>5.9738499999999997</c:v>
                </c:pt>
                <c:pt idx="7864">
                  <c:v>5.9741499999999998</c:v>
                </c:pt>
                <c:pt idx="7865">
                  <c:v>5.9744599999999997</c:v>
                </c:pt>
                <c:pt idx="7866">
                  <c:v>5.9747599999999998</c:v>
                </c:pt>
                <c:pt idx="7867">
                  <c:v>5.9750699999999997</c:v>
                </c:pt>
                <c:pt idx="7868">
                  <c:v>5.9753800000000004</c:v>
                </c:pt>
                <c:pt idx="7869">
                  <c:v>5.9756799999999997</c:v>
                </c:pt>
                <c:pt idx="7870">
                  <c:v>5.9759900000000004</c:v>
                </c:pt>
                <c:pt idx="7871">
                  <c:v>5.9762899999999997</c:v>
                </c:pt>
                <c:pt idx="7872">
                  <c:v>5.9766000000000004</c:v>
                </c:pt>
                <c:pt idx="7873">
                  <c:v>5.9768999999999997</c:v>
                </c:pt>
                <c:pt idx="7874">
                  <c:v>5.9772100000000004</c:v>
                </c:pt>
                <c:pt idx="7875">
                  <c:v>5.9775099999999997</c:v>
                </c:pt>
                <c:pt idx="7876">
                  <c:v>5.9778200000000004</c:v>
                </c:pt>
                <c:pt idx="7877">
                  <c:v>5.9781199999999997</c:v>
                </c:pt>
                <c:pt idx="7878">
                  <c:v>5.9784300000000004</c:v>
                </c:pt>
                <c:pt idx="7879">
                  <c:v>5.9787299999999997</c:v>
                </c:pt>
                <c:pt idx="7880">
                  <c:v>5.9790400000000004</c:v>
                </c:pt>
                <c:pt idx="7881">
                  <c:v>5.9793500000000002</c:v>
                </c:pt>
                <c:pt idx="7882">
                  <c:v>5.9796500000000004</c:v>
                </c:pt>
                <c:pt idx="7883">
                  <c:v>5.9799600000000002</c:v>
                </c:pt>
                <c:pt idx="7884">
                  <c:v>5.9802600000000004</c:v>
                </c:pt>
                <c:pt idx="7885">
                  <c:v>5.9805700000000002</c:v>
                </c:pt>
                <c:pt idx="7886">
                  <c:v>5.9808700000000004</c:v>
                </c:pt>
                <c:pt idx="7887">
                  <c:v>5.9811800000000002</c:v>
                </c:pt>
                <c:pt idx="7888">
                  <c:v>5.9814800000000004</c:v>
                </c:pt>
                <c:pt idx="7889">
                  <c:v>5.9817900000000002</c:v>
                </c:pt>
                <c:pt idx="7890">
                  <c:v>5.9820900000000004</c:v>
                </c:pt>
                <c:pt idx="7891">
                  <c:v>5.9824000000000002</c:v>
                </c:pt>
                <c:pt idx="7892">
                  <c:v>5.9827000000000004</c:v>
                </c:pt>
                <c:pt idx="7893">
                  <c:v>5.9830100000000002</c:v>
                </c:pt>
                <c:pt idx="7894">
                  <c:v>5.98332</c:v>
                </c:pt>
                <c:pt idx="7895">
                  <c:v>5.9836200000000002</c:v>
                </c:pt>
                <c:pt idx="7896">
                  <c:v>5.98393</c:v>
                </c:pt>
                <c:pt idx="7897">
                  <c:v>5.9842300000000002</c:v>
                </c:pt>
                <c:pt idx="7898">
                  <c:v>5.98454</c:v>
                </c:pt>
                <c:pt idx="7899">
                  <c:v>5.9848400000000002</c:v>
                </c:pt>
                <c:pt idx="7900">
                  <c:v>5.98515</c:v>
                </c:pt>
                <c:pt idx="7901">
                  <c:v>5.9854500000000002</c:v>
                </c:pt>
                <c:pt idx="7902">
                  <c:v>5.98576</c:v>
                </c:pt>
                <c:pt idx="7903">
                  <c:v>5.9860600000000002</c:v>
                </c:pt>
                <c:pt idx="7904">
                  <c:v>5.98637</c:v>
                </c:pt>
                <c:pt idx="7905">
                  <c:v>5.9866700000000002</c:v>
                </c:pt>
                <c:pt idx="7906">
                  <c:v>5.98698</c:v>
                </c:pt>
                <c:pt idx="7907">
                  <c:v>5.9872899999999998</c:v>
                </c:pt>
                <c:pt idx="7908">
                  <c:v>5.98759</c:v>
                </c:pt>
                <c:pt idx="7909">
                  <c:v>5.9878999999999998</c:v>
                </c:pt>
                <c:pt idx="7910">
                  <c:v>5.9882</c:v>
                </c:pt>
                <c:pt idx="7911">
                  <c:v>5.9885099999999998</c:v>
                </c:pt>
                <c:pt idx="7912">
                  <c:v>5.98881</c:v>
                </c:pt>
                <c:pt idx="7913">
                  <c:v>5.9891199999999998</c:v>
                </c:pt>
                <c:pt idx="7914">
                  <c:v>5.98942</c:v>
                </c:pt>
                <c:pt idx="7915">
                  <c:v>5.9897299999999998</c:v>
                </c:pt>
                <c:pt idx="7916">
                  <c:v>5.99003</c:v>
                </c:pt>
                <c:pt idx="7917">
                  <c:v>5.9903399999999998</c:v>
                </c:pt>
                <c:pt idx="7918">
                  <c:v>5.9906499999999996</c:v>
                </c:pt>
                <c:pt idx="7919">
                  <c:v>5.9909499999999998</c:v>
                </c:pt>
                <c:pt idx="7920">
                  <c:v>5.9912599999999996</c:v>
                </c:pt>
                <c:pt idx="7921">
                  <c:v>5.9915599999999998</c:v>
                </c:pt>
                <c:pt idx="7922">
                  <c:v>5.9918699999999996</c:v>
                </c:pt>
                <c:pt idx="7923">
                  <c:v>5.9921699999999998</c:v>
                </c:pt>
                <c:pt idx="7924">
                  <c:v>5.9924799999999996</c:v>
                </c:pt>
                <c:pt idx="7925">
                  <c:v>5.9927799999999998</c:v>
                </c:pt>
                <c:pt idx="7926">
                  <c:v>5.9930899999999996</c:v>
                </c:pt>
                <c:pt idx="7927">
                  <c:v>5.9933899999999998</c:v>
                </c:pt>
                <c:pt idx="7928">
                  <c:v>5.9936999999999996</c:v>
                </c:pt>
                <c:pt idx="7929">
                  <c:v>5.9939999999999998</c:v>
                </c:pt>
                <c:pt idx="7930">
                  <c:v>5.9943099999999996</c:v>
                </c:pt>
                <c:pt idx="7931">
                  <c:v>5.9946200000000003</c:v>
                </c:pt>
                <c:pt idx="7932">
                  <c:v>5.9949199999999996</c:v>
                </c:pt>
                <c:pt idx="7933">
                  <c:v>5.9952300000000003</c:v>
                </c:pt>
                <c:pt idx="7934">
                  <c:v>5.9955299999999996</c:v>
                </c:pt>
                <c:pt idx="7935">
                  <c:v>5.9958400000000003</c:v>
                </c:pt>
                <c:pt idx="7936">
                  <c:v>5.9961399999999996</c:v>
                </c:pt>
                <c:pt idx="7937">
                  <c:v>5.9964500000000003</c:v>
                </c:pt>
                <c:pt idx="7938">
                  <c:v>5.9967499999999996</c:v>
                </c:pt>
                <c:pt idx="7939">
                  <c:v>5.9970600000000003</c:v>
                </c:pt>
                <c:pt idx="7940">
                  <c:v>5.9973599999999996</c:v>
                </c:pt>
                <c:pt idx="7941">
                  <c:v>5.9976700000000003</c:v>
                </c:pt>
                <c:pt idx="7942">
                  <c:v>5.9979699999999996</c:v>
                </c:pt>
                <c:pt idx="7943">
                  <c:v>5.9982800000000003</c:v>
                </c:pt>
                <c:pt idx="7944">
                  <c:v>5.9985900000000001</c:v>
                </c:pt>
                <c:pt idx="7945">
                  <c:v>5.9988900000000003</c:v>
                </c:pt>
                <c:pt idx="7946">
                  <c:v>5.9992000000000001</c:v>
                </c:pt>
                <c:pt idx="7947">
                  <c:v>5.9995000000000003</c:v>
                </c:pt>
                <c:pt idx="7948">
                  <c:v>5.9998100000000001</c:v>
                </c:pt>
                <c:pt idx="7949">
                  <c:v>6.0001100000000003</c:v>
                </c:pt>
                <c:pt idx="7950">
                  <c:v>6.0004200000000001</c:v>
                </c:pt>
                <c:pt idx="7951">
                  <c:v>6.0007200000000003</c:v>
                </c:pt>
                <c:pt idx="7952">
                  <c:v>6.0010300000000001</c:v>
                </c:pt>
                <c:pt idx="7953">
                  <c:v>6.0013300000000003</c:v>
                </c:pt>
                <c:pt idx="7954">
                  <c:v>6.0016400000000001</c:v>
                </c:pt>
                <c:pt idx="7955">
                  <c:v>6.0019400000000003</c:v>
                </c:pt>
                <c:pt idx="7956">
                  <c:v>6.0022500000000001</c:v>
                </c:pt>
                <c:pt idx="7957">
                  <c:v>6.0025599999999999</c:v>
                </c:pt>
                <c:pt idx="7958">
                  <c:v>6.0028600000000001</c:v>
                </c:pt>
                <c:pt idx="7959">
                  <c:v>6.0031699999999999</c:v>
                </c:pt>
                <c:pt idx="7960">
                  <c:v>6.0034700000000001</c:v>
                </c:pt>
                <c:pt idx="7961">
                  <c:v>6.0037799999999999</c:v>
                </c:pt>
                <c:pt idx="7962">
                  <c:v>6.0040800000000001</c:v>
                </c:pt>
                <c:pt idx="7963">
                  <c:v>6.0043899999999999</c:v>
                </c:pt>
                <c:pt idx="7964">
                  <c:v>6.0046900000000001</c:v>
                </c:pt>
                <c:pt idx="7965">
                  <c:v>6.0049999999999999</c:v>
                </c:pt>
                <c:pt idx="7966">
                  <c:v>6.0053000000000001</c:v>
                </c:pt>
                <c:pt idx="7967">
                  <c:v>6.0056099999999999</c:v>
                </c:pt>
                <c:pt idx="7968">
                  <c:v>6.0059199999999997</c:v>
                </c:pt>
                <c:pt idx="7969">
                  <c:v>6.0062199999999999</c:v>
                </c:pt>
                <c:pt idx="7970">
                  <c:v>6.0065299999999997</c:v>
                </c:pt>
                <c:pt idx="7971">
                  <c:v>6.0068299999999999</c:v>
                </c:pt>
                <c:pt idx="7972">
                  <c:v>6.0071399999999997</c:v>
                </c:pt>
                <c:pt idx="7973">
                  <c:v>6.0074399999999999</c:v>
                </c:pt>
                <c:pt idx="7974">
                  <c:v>6.0077499999999997</c:v>
                </c:pt>
                <c:pt idx="7975">
                  <c:v>6.0080499999999999</c:v>
                </c:pt>
                <c:pt idx="7976">
                  <c:v>6.0083599999999997</c:v>
                </c:pt>
                <c:pt idx="7977">
                  <c:v>6.0086599999999999</c:v>
                </c:pt>
                <c:pt idx="7978">
                  <c:v>6.0089699999999997</c:v>
                </c:pt>
                <c:pt idx="7979">
                  <c:v>6.0092699999999999</c:v>
                </c:pt>
                <c:pt idx="7980">
                  <c:v>6.0095799999999997</c:v>
                </c:pt>
                <c:pt idx="7981">
                  <c:v>6.0098900000000004</c:v>
                </c:pt>
                <c:pt idx="7982">
                  <c:v>6.0101899999999997</c:v>
                </c:pt>
                <c:pt idx="7983">
                  <c:v>6.0105000000000004</c:v>
                </c:pt>
                <c:pt idx="7984">
                  <c:v>6.0107999999999997</c:v>
                </c:pt>
                <c:pt idx="7985">
                  <c:v>6.0111100000000004</c:v>
                </c:pt>
                <c:pt idx="7986">
                  <c:v>6.0114099999999997</c:v>
                </c:pt>
                <c:pt idx="7987">
                  <c:v>6.0117200000000004</c:v>
                </c:pt>
                <c:pt idx="7988">
                  <c:v>6.0120199999999997</c:v>
                </c:pt>
                <c:pt idx="7989">
                  <c:v>6.0123300000000004</c:v>
                </c:pt>
                <c:pt idx="7990">
                  <c:v>6.0126299999999997</c:v>
                </c:pt>
                <c:pt idx="7991">
                  <c:v>6.0129400000000004</c:v>
                </c:pt>
                <c:pt idx="7992">
                  <c:v>6.0132399999999997</c:v>
                </c:pt>
                <c:pt idx="7993">
                  <c:v>6.0135500000000004</c:v>
                </c:pt>
                <c:pt idx="7994">
                  <c:v>6.0138600000000002</c:v>
                </c:pt>
                <c:pt idx="7995">
                  <c:v>6.0141600000000004</c:v>
                </c:pt>
                <c:pt idx="7996">
                  <c:v>6.0144700000000002</c:v>
                </c:pt>
                <c:pt idx="7997">
                  <c:v>6.0147700000000004</c:v>
                </c:pt>
                <c:pt idx="7998">
                  <c:v>6.0150800000000002</c:v>
                </c:pt>
                <c:pt idx="7999">
                  <c:v>6.0153800000000004</c:v>
                </c:pt>
                <c:pt idx="8000">
                  <c:v>6.0156900000000002</c:v>
                </c:pt>
                <c:pt idx="8001">
                  <c:v>6.0159900000000004</c:v>
                </c:pt>
                <c:pt idx="8002">
                  <c:v>6.0163000000000002</c:v>
                </c:pt>
                <c:pt idx="8003">
                  <c:v>6.0166000000000004</c:v>
                </c:pt>
                <c:pt idx="8004">
                  <c:v>6.0169100000000002</c:v>
                </c:pt>
                <c:pt idx="8005">
                  <c:v>6.0172100000000004</c:v>
                </c:pt>
                <c:pt idx="8006">
                  <c:v>6.0175200000000002</c:v>
                </c:pt>
                <c:pt idx="8007">
                  <c:v>6.01783</c:v>
                </c:pt>
                <c:pt idx="8008">
                  <c:v>6.0181300000000002</c:v>
                </c:pt>
                <c:pt idx="8009">
                  <c:v>6.01844</c:v>
                </c:pt>
                <c:pt idx="8010">
                  <c:v>6.0187400000000002</c:v>
                </c:pt>
                <c:pt idx="8011">
                  <c:v>6.01905</c:v>
                </c:pt>
                <c:pt idx="8012">
                  <c:v>6.0193500000000002</c:v>
                </c:pt>
                <c:pt idx="8013">
                  <c:v>6.01966</c:v>
                </c:pt>
                <c:pt idx="8014">
                  <c:v>6.0199600000000002</c:v>
                </c:pt>
                <c:pt idx="8015">
                  <c:v>6.02027</c:v>
                </c:pt>
                <c:pt idx="8016">
                  <c:v>6.0205700000000002</c:v>
                </c:pt>
                <c:pt idx="8017">
                  <c:v>6.02088</c:v>
                </c:pt>
                <c:pt idx="8018">
                  <c:v>6.0211800000000002</c:v>
                </c:pt>
                <c:pt idx="8019">
                  <c:v>6.02149</c:v>
                </c:pt>
                <c:pt idx="8020">
                  <c:v>6.0217999999999998</c:v>
                </c:pt>
                <c:pt idx="8021">
                  <c:v>6.0221</c:v>
                </c:pt>
                <c:pt idx="8022">
                  <c:v>6.0224099999999998</c:v>
                </c:pt>
                <c:pt idx="8023">
                  <c:v>6.02271</c:v>
                </c:pt>
                <c:pt idx="8024">
                  <c:v>6.0230199999999998</c:v>
                </c:pt>
                <c:pt idx="8025">
                  <c:v>6.02332</c:v>
                </c:pt>
                <c:pt idx="8026">
                  <c:v>6.0236299999999998</c:v>
                </c:pt>
                <c:pt idx="8027">
                  <c:v>6.02393</c:v>
                </c:pt>
                <c:pt idx="8028">
                  <c:v>6.0242399999999998</c:v>
                </c:pt>
                <c:pt idx="8029">
                  <c:v>6.02454</c:v>
                </c:pt>
                <c:pt idx="8030">
                  <c:v>6.0248499999999998</c:v>
                </c:pt>
                <c:pt idx="8031">
                  <c:v>6.0251599999999996</c:v>
                </c:pt>
                <c:pt idx="8032">
                  <c:v>6.0254599999999998</c:v>
                </c:pt>
                <c:pt idx="8033">
                  <c:v>6.0257699999999996</c:v>
                </c:pt>
                <c:pt idx="8034">
                  <c:v>6.0260699999999998</c:v>
                </c:pt>
                <c:pt idx="8035">
                  <c:v>6.0263799999999996</c:v>
                </c:pt>
                <c:pt idx="8036">
                  <c:v>6.0266799999999998</c:v>
                </c:pt>
                <c:pt idx="8037">
                  <c:v>6.0269899999999996</c:v>
                </c:pt>
                <c:pt idx="8038">
                  <c:v>6.0272899999999998</c:v>
                </c:pt>
                <c:pt idx="8039">
                  <c:v>6.0275999999999996</c:v>
                </c:pt>
                <c:pt idx="8040">
                  <c:v>6.0278999999999998</c:v>
                </c:pt>
                <c:pt idx="8041">
                  <c:v>6.0282099999999996</c:v>
                </c:pt>
                <c:pt idx="8042">
                  <c:v>6.0285099999999998</c:v>
                </c:pt>
                <c:pt idx="8043">
                  <c:v>6.0288199999999996</c:v>
                </c:pt>
                <c:pt idx="8044">
                  <c:v>6.0291300000000003</c:v>
                </c:pt>
                <c:pt idx="8045">
                  <c:v>6.0294299999999996</c:v>
                </c:pt>
                <c:pt idx="8046">
                  <c:v>6.0297400000000003</c:v>
                </c:pt>
                <c:pt idx="8047">
                  <c:v>6.0300399999999996</c:v>
                </c:pt>
                <c:pt idx="8048">
                  <c:v>6.0303500000000003</c:v>
                </c:pt>
                <c:pt idx="8049">
                  <c:v>6.0306499999999996</c:v>
                </c:pt>
                <c:pt idx="8050">
                  <c:v>6.0309600000000003</c:v>
                </c:pt>
                <c:pt idx="8051">
                  <c:v>6.0312599999999996</c:v>
                </c:pt>
                <c:pt idx="8052">
                  <c:v>6.0315700000000003</c:v>
                </c:pt>
                <c:pt idx="8053">
                  <c:v>6.0318699999999996</c:v>
                </c:pt>
                <c:pt idx="8054">
                  <c:v>6.0321800000000003</c:v>
                </c:pt>
                <c:pt idx="8055">
                  <c:v>6.0324799999999996</c:v>
                </c:pt>
                <c:pt idx="8056">
                  <c:v>6.0327900000000003</c:v>
                </c:pt>
                <c:pt idx="8057">
                  <c:v>6.0331000000000001</c:v>
                </c:pt>
                <c:pt idx="8058">
                  <c:v>6.0334000000000003</c:v>
                </c:pt>
                <c:pt idx="8059">
                  <c:v>6.0337100000000001</c:v>
                </c:pt>
                <c:pt idx="8060">
                  <c:v>6.0340100000000003</c:v>
                </c:pt>
                <c:pt idx="8061">
                  <c:v>6.0343200000000001</c:v>
                </c:pt>
                <c:pt idx="8062">
                  <c:v>6.0346200000000003</c:v>
                </c:pt>
                <c:pt idx="8063">
                  <c:v>6.0349300000000001</c:v>
                </c:pt>
                <c:pt idx="8064">
                  <c:v>6.0352300000000003</c:v>
                </c:pt>
                <c:pt idx="8065">
                  <c:v>6.0355400000000001</c:v>
                </c:pt>
                <c:pt idx="8066">
                  <c:v>6.0358400000000003</c:v>
                </c:pt>
                <c:pt idx="8067">
                  <c:v>6.0361500000000001</c:v>
                </c:pt>
                <c:pt idx="8068">
                  <c:v>6.0364500000000003</c:v>
                </c:pt>
                <c:pt idx="8069">
                  <c:v>6.0367600000000001</c:v>
                </c:pt>
                <c:pt idx="8070">
                  <c:v>6.0370699999999999</c:v>
                </c:pt>
                <c:pt idx="8071">
                  <c:v>6.0373700000000001</c:v>
                </c:pt>
                <c:pt idx="8072">
                  <c:v>6.0376799999999999</c:v>
                </c:pt>
                <c:pt idx="8073">
                  <c:v>6.0379800000000001</c:v>
                </c:pt>
                <c:pt idx="8074">
                  <c:v>6.0382899999999999</c:v>
                </c:pt>
                <c:pt idx="8075">
                  <c:v>6.0385900000000001</c:v>
                </c:pt>
                <c:pt idx="8076">
                  <c:v>6.0388999999999999</c:v>
                </c:pt>
                <c:pt idx="8077">
                  <c:v>6.0392000000000001</c:v>
                </c:pt>
                <c:pt idx="8078">
                  <c:v>6.0395099999999999</c:v>
                </c:pt>
                <c:pt idx="8079">
                  <c:v>6.0398100000000001</c:v>
                </c:pt>
                <c:pt idx="8080">
                  <c:v>6.0401199999999999</c:v>
                </c:pt>
                <c:pt idx="8081">
                  <c:v>6.0404200000000001</c:v>
                </c:pt>
                <c:pt idx="8082">
                  <c:v>6.0407299999999999</c:v>
                </c:pt>
                <c:pt idx="8083">
                  <c:v>6.0410399999999997</c:v>
                </c:pt>
                <c:pt idx="8084">
                  <c:v>6.0413399999999999</c:v>
                </c:pt>
                <c:pt idx="8085">
                  <c:v>6.0416499999999997</c:v>
                </c:pt>
                <c:pt idx="8086">
                  <c:v>6.0419499999999999</c:v>
                </c:pt>
                <c:pt idx="8087">
                  <c:v>6.0422599999999997</c:v>
                </c:pt>
                <c:pt idx="8088">
                  <c:v>6.0425599999999999</c:v>
                </c:pt>
                <c:pt idx="8089">
                  <c:v>6.0428699999999997</c:v>
                </c:pt>
                <c:pt idx="8090">
                  <c:v>6.0431699999999999</c:v>
                </c:pt>
                <c:pt idx="8091">
                  <c:v>6.0434799999999997</c:v>
                </c:pt>
                <c:pt idx="8092">
                  <c:v>6.0437799999999999</c:v>
                </c:pt>
                <c:pt idx="8093">
                  <c:v>6.0440899999999997</c:v>
                </c:pt>
                <c:pt idx="8094">
                  <c:v>6.0444000000000004</c:v>
                </c:pt>
                <c:pt idx="8095">
                  <c:v>6.0446999999999997</c:v>
                </c:pt>
                <c:pt idx="8096">
                  <c:v>6.0450100000000004</c:v>
                </c:pt>
                <c:pt idx="8097">
                  <c:v>6.0453099999999997</c:v>
                </c:pt>
                <c:pt idx="8098">
                  <c:v>6.0456200000000004</c:v>
                </c:pt>
                <c:pt idx="8099">
                  <c:v>6.0459199999999997</c:v>
                </c:pt>
                <c:pt idx="8100">
                  <c:v>6.0462300000000004</c:v>
                </c:pt>
                <c:pt idx="8101">
                  <c:v>6.0465299999999997</c:v>
                </c:pt>
                <c:pt idx="8102">
                  <c:v>6.0468400000000004</c:v>
                </c:pt>
                <c:pt idx="8103">
                  <c:v>6.0471399999999997</c:v>
                </c:pt>
                <c:pt idx="8104">
                  <c:v>6.0474500000000004</c:v>
                </c:pt>
                <c:pt idx="8105">
                  <c:v>6.0477499999999997</c:v>
                </c:pt>
                <c:pt idx="8106">
                  <c:v>6.0480600000000004</c:v>
                </c:pt>
                <c:pt idx="8107">
                  <c:v>6.0483700000000002</c:v>
                </c:pt>
                <c:pt idx="8108">
                  <c:v>6.0486700000000004</c:v>
                </c:pt>
                <c:pt idx="8109">
                  <c:v>6.0489800000000002</c:v>
                </c:pt>
                <c:pt idx="8110">
                  <c:v>6.0492800000000004</c:v>
                </c:pt>
                <c:pt idx="8111">
                  <c:v>6.0495900000000002</c:v>
                </c:pt>
                <c:pt idx="8112">
                  <c:v>6.0498900000000004</c:v>
                </c:pt>
                <c:pt idx="8113">
                  <c:v>6.0502000000000002</c:v>
                </c:pt>
                <c:pt idx="8114">
                  <c:v>6.0505000000000004</c:v>
                </c:pt>
                <c:pt idx="8115">
                  <c:v>6.0508100000000002</c:v>
                </c:pt>
                <c:pt idx="8116">
                  <c:v>6.0511100000000004</c:v>
                </c:pt>
                <c:pt idx="8117">
                  <c:v>6.0514200000000002</c:v>
                </c:pt>
                <c:pt idx="8118">
                  <c:v>6.0517200000000004</c:v>
                </c:pt>
                <c:pt idx="8119">
                  <c:v>6.0520300000000002</c:v>
                </c:pt>
                <c:pt idx="8120">
                  <c:v>6.0523400000000001</c:v>
                </c:pt>
                <c:pt idx="8121">
                  <c:v>6.0526400000000002</c:v>
                </c:pt>
                <c:pt idx="8122">
                  <c:v>6.0529500000000001</c:v>
                </c:pt>
                <c:pt idx="8123">
                  <c:v>6.0532500000000002</c:v>
                </c:pt>
                <c:pt idx="8124">
                  <c:v>6.0535600000000001</c:v>
                </c:pt>
                <c:pt idx="8125">
                  <c:v>6.0538600000000002</c:v>
                </c:pt>
                <c:pt idx="8126">
                  <c:v>6.0541700000000001</c:v>
                </c:pt>
                <c:pt idx="8127">
                  <c:v>6.0544700000000002</c:v>
                </c:pt>
                <c:pt idx="8128">
                  <c:v>6.0547800000000001</c:v>
                </c:pt>
                <c:pt idx="8129">
                  <c:v>6.0550800000000002</c:v>
                </c:pt>
                <c:pt idx="8130">
                  <c:v>6.0553900000000001</c:v>
                </c:pt>
                <c:pt idx="8131">
                  <c:v>6.0556900000000002</c:v>
                </c:pt>
                <c:pt idx="8132">
                  <c:v>6.056</c:v>
                </c:pt>
                <c:pt idx="8133">
                  <c:v>6.0563099999999999</c:v>
                </c:pt>
                <c:pt idx="8134">
                  <c:v>6.05661</c:v>
                </c:pt>
                <c:pt idx="8135">
                  <c:v>6.0569199999999999</c:v>
                </c:pt>
                <c:pt idx="8136">
                  <c:v>6.05722</c:v>
                </c:pt>
                <c:pt idx="8137">
                  <c:v>6.0575299999999999</c:v>
                </c:pt>
                <c:pt idx="8138">
                  <c:v>6.05783</c:v>
                </c:pt>
                <c:pt idx="8139">
                  <c:v>6.0581399999999999</c:v>
                </c:pt>
                <c:pt idx="8140">
                  <c:v>6.05844</c:v>
                </c:pt>
                <c:pt idx="8141">
                  <c:v>6.0587499999999999</c:v>
                </c:pt>
                <c:pt idx="8142">
                  <c:v>6.05905</c:v>
                </c:pt>
                <c:pt idx="8143">
                  <c:v>6.0593599999999999</c:v>
                </c:pt>
                <c:pt idx="8144">
                  <c:v>6.0596699999999997</c:v>
                </c:pt>
                <c:pt idx="8145">
                  <c:v>6.0599699999999999</c:v>
                </c:pt>
                <c:pt idx="8146">
                  <c:v>6.0602799999999997</c:v>
                </c:pt>
                <c:pt idx="8147">
                  <c:v>6.0605799999999999</c:v>
                </c:pt>
                <c:pt idx="8148">
                  <c:v>6.0608899999999997</c:v>
                </c:pt>
                <c:pt idx="8149">
                  <c:v>6.0611899999999999</c:v>
                </c:pt>
                <c:pt idx="8150">
                  <c:v>6.0614999999999997</c:v>
                </c:pt>
                <c:pt idx="8151">
                  <c:v>6.0617999999999999</c:v>
                </c:pt>
                <c:pt idx="8152">
                  <c:v>6.0621099999999997</c:v>
                </c:pt>
                <c:pt idx="8153">
                  <c:v>6.0624099999999999</c:v>
                </c:pt>
                <c:pt idx="8154">
                  <c:v>6.0627199999999997</c:v>
                </c:pt>
                <c:pt idx="8155">
                  <c:v>6.0630199999999999</c:v>
                </c:pt>
                <c:pt idx="8156">
                  <c:v>6.0633299999999997</c:v>
                </c:pt>
                <c:pt idx="8157">
                  <c:v>6.0636400000000004</c:v>
                </c:pt>
                <c:pt idx="8158">
                  <c:v>6.0639399999999997</c:v>
                </c:pt>
                <c:pt idx="8159">
                  <c:v>6.0642500000000004</c:v>
                </c:pt>
                <c:pt idx="8160">
                  <c:v>6.0645499999999997</c:v>
                </c:pt>
                <c:pt idx="8161">
                  <c:v>6.0648600000000004</c:v>
                </c:pt>
                <c:pt idx="8162">
                  <c:v>6.0651599999999997</c:v>
                </c:pt>
                <c:pt idx="8163">
                  <c:v>6.0654700000000004</c:v>
                </c:pt>
                <c:pt idx="8164">
                  <c:v>6.0657699999999997</c:v>
                </c:pt>
                <c:pt idx="8165">
                  <c:v>6.0660800000000004</c:v>
                </c:pt>
                <c:pt idx="8166">
                  <c:v>6.0663799999999997</c:v>
                </c:pt>
                <c:pt idx="8167">
                  <c:v>6.0666900000000004</c:v>
                </c:pt>
                <c:pt idx="8168">
                  <c:v>6.0669899999999997</c:v>
                </c:pt>
                <c:pt idx="8169">
                  <c:v>6.0673000000000004</c:v>
                </c:pt>
                <c:pt idx="8170">
                  <c:v>6.0676100000000002</c:v>
                </c:pt>
                <c:pt idx="8171">
                  <c:v>6.0679100000000004</c:v>
                </c:pt>
                <c:pt idx="8172">
                  <c:v>6.0682200000000002</c:v>
                </c:pt>
                <c:pt idx="8173">
                  <c:v>6.0685200000000004</c:v>
                </c:pt>
                <c:pt idx="8174">
                  <c:v>6.0688300000000002</c:v>
                </c:pt>
                <c:pt idx="8175">
                  <c:v>6.0691300000000004</c:v>
                </c:pt>
                <c:pt idx="8176">
                  <c:v>6.0694400000000002</c:v>
                </c:pt>
                <c:pt idx="8177">
                  <c:v>6.0697400000000004</c:v>
                </c:pt>
                <c:pt idx="8178">
                  <c:v>6.0700500000000002</c:v>
                </c:pt>
                <c:pt idx="8179">
                  <c:v>6.0703500000000004</c:v>
                </c:pt>
                <c:pt idx="8180">
                  <c:v>6.0706600000000002</c:v>
                </c:pt>
                <c:pt idx="8181">
                  <c:v>6.0709600000000004</c:v>
                </c:pt>
                <c:pt idx="8182">
                  <c:v>6.0712700000000002</c:v>
                </c:pt>
                <c:pt idx="8183">
                  <c:v>6.07158</c:v>
                </c:pt>
                <c:pt idx="8184">
                  <c:v>6.0718800000000002</c:v>
                </c:pt>
                <c:pt idx="8185">
                  <c:v>6.07219</c:v>
                </c:pt>
                <c:pt idx="8186">
                  <c:v>6.0724900000000002</c:v>
                </c:pt>
                <c:pt idx="8187">
                  <c:v>6.0728</c:v>
                </c:pt>
                <c:pt idx="8188">
                  <c:v>6.0731000000000002</c:v>
                </c:pt>
                <c:pt idx="8189">
                  <c:v>6.07341</c:v>
                </c:pt>
                <c:pt idx="8190">
                  <c:v>6.0737100000000002</c:v>
                </c:pt>
                <c:pt idx="8191">
                  <c:v>6.07402</c:v>
                </c:pt>
                <c:pt idx="8192">
                  <c:v>6.0743200000000002</c:v>
                </c:pt>
                <c:pt idx="8193">
                  <c:v>6.07463</c:v>
                </c:pt>
                <c:pt idx="8194">
                  <c:v>6.0749300000000002</c:v>
                </c:pt>
                <c:pt idx="8195">
                  <c:v>6.07524</c:v>
                </c:pt>
                <c:pt idx="8196">
                  <c:v>6.0755499999999998</c:v>
                </c:pt>
                <c:pt idx="8197">
                  <c:v>6.07585</c:v>
                </c:pt>
                <c:pt idx="8198">
                  <c:v>6.0761599999999998</c:v>
                </c:pt>
                <c:pt idx="8199">
                  <c:v>6.07646</c:v>
                </c:pt>
                <c:pt idx="8200">
                  <c:v>6.0767699999999998</c:v>
                </c:pt>
                <c:pt idx="8201">
                  <c:v>6.07707</c:v>
                </c:pt>
                <c:pt idx="8202">
                  <c:v>6.0773799999999998</c:v>
                </c:pt>
                <c:pt idx="8203">
                  <c:v>6.07768</c:v>
                </c:pt>
                <c:pt idx="8204">
                  <c:v>6.0779899999999998</c:v>
                </c:pt>
                <c:pt idx="8205">
                  <c:v>6.07829</c:v>
                </c:pt>
                <c:pt idx="8206">
                  <c:v>6.0785999999999998</c:v>
                </c:pt>
                <c:pt idx="8207">
                  <c:v>6.0789099999999996</c:v>
                </c:pt>
                <c:pt idx="8208">
                  <c:v>6.0792099999999998</c:v>
                </c:pt>
                <c:pt idx="8209">
                  <c:v>6.0795199999999996</c:v>
                </c:pt>
                <c:pt idx="8210">
                  <c:v>6.0798199999999998</c:v>
                </c:pt>
                <c:pt idx="8211">
                  <c:v>6.0801299999999996</c:v>
                </c:pt>
                <c:pt idx="8212">
                  <c:v>6.0804299999999998</c:v>
                </c:pt>
                <c:pt idx="8213">
                  <c:v>6.0807399999999996</c:v>
                </c:pt>
                <c:pt idx="8214">
                  <c:v>6.0810399999999998</c:v>
                </c:pt>
                <c:pt idx="8215">
                  <c:v>6.0813499999999996</c:v>
                </c:pt>
                <c:pt idx="8216">
                  <c:v>6.0816499999999998</c:v>
                </c:pt>
                <c:pt idx="8217">
                  <c:v>6.0819599999999996</c:v>
                </c:pt>
                <c:pt idx="8218">
                  <c:v>6.0822599999999998</c:v>
                </c:pt>
                <c:pt idx="8219">
                  <c:v>6.0825699999999996</c:v>
                </c:pt>
                <c:pt idx="8220">
                  <c:v>6.0828800000000003</c:v>
                </c:pt>
                <c:pt idx="8221">
                  <c:v>6.0831799999999996</c:v>
                </c:pt>
                <c:pt idx="8222">
                  <c:v>6.0834900000000003</c:v>
                </c:pt>
                <c:pt idx="8223">
                  <c:v>6.0837899999999996</c:v>
                </c:pt>
                <c:pt idx="8224">
                  <c:v>6.0841000000000003</c:v>
                </c:pt>
                <c:pt idx="8225">
                  <c:v>6.0843999999999996</c:v>
                </c:pt>
                <c:pt idx="8226">
                  <c:v>6.0847100000000003</c:v>
                </c:pt>
                <c:pt idx="8227">
                  <c:v>6.0850099999999996</c:v>
                </c:pt>
                <c:pt idx="8228">
                  <c:v>6.0853200000000003</c:v>
                </c:pt>
                <c:pt idx="8229">
                  <c:v>6.0856199999999996</c:v>
                </c:pt>
                <c:pt idx="8230">
                  <c:v>6.0859300000000003</c:v>
                </c:pt>
                <c:pt idx="8231">
                  <c:v>6.0862299999999996</c:v>
                </c:pt>
                <c:pt idx="8232">
                  <c:v>6.0865400000000003</c:v>
                </c:pt>
                <c:pt idx="8233">
                  <c:v>6.0868500000000001</c:v>
                </c:pt>
                <c:pt idx="8234">
                  <c:v>6.0871500000000003</c:v>
                </c:pt>
                <c:pt idx="8235">
                  <c:v>6.0874600000000001</c:v>
                </c:pt>
                <c:pt idx="8236">
                  <c:v>6.0877600000000003</c:v>
                </c:pt>
                <c:pt idx="8237">
                  <c:v>6.0880700000000001</c:v>
                </c:pt>
                <c:pt idx="8238">
                  <c:v>6.0883700000000003</c:v>
                </c:pt>
                <c:pt idx="8239">
                  <c:v>6.0886800000000001</c:v>
                </c:pt>
                <c:pt idx="8240">
                  <c:v>6.0889800000000003</c:v>
                </c:pt>
                <c:pt idx="8241">
                  <c:v>6.0892900000000001</c:v>
                </c:pt>
                <c:pt idx="8242">
                  <c:v>6.0895900000000003</c:v>
                </c:pt>
                <c:pt idx="8243">
                  <c:v>6.0899000000000001</c:v>
                </c:pt>
                <c:pt idx="8244">
                  <c:v>6.0902000000000003</c:v>
                </c:pt>
                <c:pt idx="8245">
                  <c:v>6.0905100000000001</c:v>
                </c:pt>
                <c:pt idx="8246">
                  <c:v>6.0908199999999999</c:v>
                </c:pt>
                <c:pt idx="8247">
                  <c:v>6.0911200000000001</c:v>
                </c:pt>
                <c:pt idx="8248">
                  <c:v>6.0914299999999999</c:v>
                </c:pt>
                <c:pt idx="8249">
                  <c:v>6.0917300000000001</c:v>
                </c:pt>
                <c:pt idx="8250">
                  <c:v>6.0920399999999999</c:v>
                </c:pt>
                <c:pt idx="8251">
                  <c:v>6.0923400000000001</c:v>
                </c:pt>
                <c:pt idx="8252">
                  <c:v>6.0926499999999999</c:v>
                </c:pt>
                <c:pt idx="8253">
                  <c:v>6.0929500000000001</c:v>
                </c:pt>
                <c:pt idx="8254">
                  <c:v>6.0932599999999999</c:v>
                </c:pt>
                <c:pt idx="8255">
                  <c:v>6.0935600000000001</c:v>
                </c:pt>
                <c:pt idx="8256">
                  <c:v>6.0938699999999999</c:v>
                </c:pt>
                <c:pt idx="8257">
                  <c:v>6.0941700000000001</c:v>
                </c:pt>
                <c:pt idx="8258">
                  <c:v>6.0944799999999999</c:v>
                </c:pt>
                <c:pt idx="8259">
                  <c:v>6.0947899999999997</c:v>
                </c:pt>
                <c:pt idx="8260">
                  <c:v>6.0950899999999999</c:v>
                </c:pt>
                <c:pt idx="8261">
                  <c:v>6.0953999999999997</c:v>
                </c:pt>
                <c:pt idx="8262">
                  <c:v>6.0956999999999999</c:v>
                </c:pt>
                <c:pt idx="8263">
                  <c:v>6.0960099999999997</c:v>
                </c:pt>
                <c:pt idx="8264">
                  <c:v>6.0963099999999999</c:v>
                </c:pt>
                <c:pt idx="8265">
                  <c:v>6.0966199999999997</c:v>
                </c:pt>
                <c:pt idx="8266">
                  <c:v>6.0969199999999999</c:v>
                </c:pt>
                <c:pt idx="8267">
                  <c:v>6.0972299999999997</c:v>
                </c:pt>
                <c:pt idx="8268">
                  <c:v>6.0975299999999999</c:v>
                </c:pt>
                <c:pt idx="8269">
                  <c:v>6.0978399999999997</c:v>
                </c:pt>
                <c:pt idx="8270">
                  <c:v>6.0981500000000004</c:v>
                </c:pt>
                <c:pt idx="8271">
                  <c:v>6.0984499999999997</c:v>
                </c:pt>
                <c:pt idx="8272">
                  <c:v>6.0987600000000004</c:v>
                </c:pt>
                <c:pt idx="8273">
                  <c:v>6.0990599999999997</c:v>
                </c:pt>
                <c:pt idx="8274">
                  <c:v>6.0993700000000004</c:v>
                </c:pt>
                <c:pt idx="8275">
                  <c:v>6.0996699999999997</c:v>
                </c:pt>
                <c:pt idx="8276">
                  <c:v>6.0999800000000004</c:v>
                </c:pt>
                <c:pt idx="8277">
                  <c:v>6.1002799999999997</c:v>
                </c:pt>
                <c:pt idx="8278">
                  <c:v>6.1005900000000004</c:v>
                </c:pt>
                <c:pt idx="8279">
                  <c:v>6.1008899999999997</c:v>
                </c:pt>
                <c:pt idx="8280">
                  <c:v>6.1012000000000004</c:v>
                </c:pt>
                <c:pt idx="8281">
                  <c:v>6.1014999999999997</c:v>
                </c:pt>
                <c:pt idx="8282">
                  <c:v>6.1018100000000004</c:v>
                </c:pt>
                <c:pt idx="8283">
                  <c:v>6.1021200000000002</c:v>
                </c:pt>
                <c:pt idx="8284">
                  <c:v>6.1024200000000004</c:v>
                </c:pt>
                <c:pt idx="8285">
                  <c:v>6.1027300000000002</c:v>
                </c:pt>
                <c:pt idx="8286">
                  <c:v>6.1030300000000004</c:v>
                </c:pt>
                <c:pt idx="8287">
                  <c:v>6.1033400000000002</c:v>
                </c:pt>
                <c:pt idx="8288">
                  <c:v>6.1036400000000004</c:v>
                </c:pt>
                <c:pt idx="8289">
                  <c:v>6.1039500000000002</c:v>
                </c:pt>
                <c:pt idx="8290">
                  <c:v>6.1042500000000004</c:v>
                </c:pt>
                <c:pt idx="8291">
                  <c:v>6.1045600000000002</c:v>
                </c:pt>
                <c:pt idx="8292">
                  <c:v>6.1048600000000004</c:v>
                </c:pt>
                <c:pt idx="8293">
                  <c:v>6.1051700000000002</c:v>
                </c:pt>
                <c:pt idx="8294">
                  <c:v>6.1054700000000004</c:v>
                </c:pt>
                <c:pt idx="8295">
                  <c:v>6.1057800000000002</c:v>
                </c:pt>
                <c:pt idx="8296">
                  <c:v>6.10609</c:v>
                </c:pt>
                <c:pt idx="8297">
                  <c:v>6.1063900000000002</c:v>
                </c:pt>
                <c:pt idx="8298">
                  <c:v>6.1067</c:v>
                </c:pt>
                <c:pt idx="8299">
                  <c:v>6.1070000000000002</c:v>
                </c:pt>
                <c:pt idx="8300">
                  <c:v>6.10731</c:v>
                </c:pt>
                <c:pt idx="8301">
                  <c:v>6.1076100000000002</c:v>
                </c:pt>
                <c:pt idx="8302">
                  <c:v>6.10792</c:v>
                </c:pt>
                <c:pt idx="8303">
                  <c:v>6.1082200000000002</c:v>
                </c:pt>
                <c:pt idx="8304">
                  <c:v>6.10853</c:v>
                </c:pt>
                <c:pt idx="8305">
                  <c:v>6.1088300000000002</c:v>
                </c:pt>
                <c:pt idx="8306">
                  <c:v>6.10914</c:v>
                </c:pt>
                <c:pt idx="8307">
                  <c:v>6.1094400000000002</c:v>
                </c:pt>
                <c:pt idx="8308">
                  <c:v>6.10975</c:v>
                </c:pt>
                <c:pt idx="8309">
                  <c:v>6.1100599999999998</c:v>
                </c:pt>
                <c:pt idx="8310">
                  <c:v>6.11036</c:v>
                </c:pt>
                <c:pt idx="8311">
                  <c:v>6.1106699999999998</c:v>
                </c:pt>
                <c:pt idx="8312">
                  <c:v>6.11097</c:v>
                </c:pt>
                <c:pt idx="8313">
                  <c:v>6.1112799999999998</c:v>
                </c:pt>
                <c:pt idx="8314">
                  <c:v>6.11158</c:v>
                </c:pt>
                <c:pt idx="8315">
                  <c:v>6.1118899999999998</c:v>
                </c:pt>
                <c:pt idx="8316">
                  <c:v>6.11219</c:v>
                </c:pt>
                <c:pt idx="8317">
                  <c:v>6.1124999999999998</c:v>
                </c:pt>
                <c:pt idx="8318">
                  <c:v>6.1128</c:v>
                </c:pt>
                <c:pt idx="8319">
                  <c:v>6.1131099999999998</c:v>
                </c:pt>
                <c:pt idx="8320">
                  <c:v>6.1134199999999996</c:v>
                </c:pt>
                <c:pt idx="8321">
                  <c:v>6.1137199999999998</c:v>
                </c:pt>
                <c:pt idx="8322">
                  <c:v>6.1140299999999996</c:v>
                </c:pt>
                <c:pt idx="8323">
                  <c:v>6.1143299999999998</c:v>
                </c:pt>
                <c:pt idx="8324">
                  <c:v>6.1146399999999996</c:v>
                </c:pt>
                <c:pt idx="8325">
                  <c:v>6.1149399999999998</c:v>
                </c:pt>
                <c:pt idx="8326">
                  <c:v>6.1152499999999996</c:v>
                </c:pt>
                <c:pt idx="8327">
                  <c:v>6.1155499999999998</c:v>
                </c:pt>
                <c:pt idx="8328">
                  <c:v>6.1158599999999996</c:v>
                </c:pt>
                <c:pt idx="8329">
                  <c:v>6.1161599999999998</c:v>
                </c:pt>
                <c:pt idx="8330">
                  <c:v>6.1164699999999996</c:v>
                </c:pt>
                <c:pt idx="8331">
                  <c:v>6.1167699999999998</c:v>
                </c:pt>
                <c:pt idx="8332">
                  <c:v>6.1170799999999996</c:v>
                </c:pt>
                <c:pt idx="8333">
                  <c:v>6.1173900000000003</c:v>
                </c:pt>
                <c:pt idx="8334">
                  <c:v>6.1176899999999996</c:v>
                </c:pt>
                <c:pt idx="8335">
                  <c:v>6.1180000000000003</c:v>
                </c:pt>
                <c:pt idx="8336">
                  <c:v>6.1182999999999996</c:v>
                </c:pt>
                <c:pt idx="8337">
                  <c:v>6.1186100000000003</c:v>
                </c:pt>
                <c:pt idx="8338">
                  <c:v>6.1189099999999996</c:v>
                </c:pt>
                <c:pt idx="8339">
                  <c:v>6.1192200000000003</c:v>
                </c:pt>
                <c:pt idx="8340">
                  <c:v>6.1195199999999996</c:v>
                </c:pt>
                <c:pt idx="8341">
                  <c:v>6.1198300000000003</c:v>
                </c:pt>
                <c:pt idx="8342">
                  <c:v>6.1201299999999996</c:v>
                </c:pt>
                <c:pt idx="8343">
                  <c:v>6.1204400000000003</c:v>
                </c:pt>
                <c:pt idx="8344">
                  <c:v>6.1207399999999996</c:v>
                </c:pt>
                <c:pt idx="8345">
                  <c:v>6.1210500000000003</c:v>
                </c:pt>
                <c:pt idx="8346">
                  <c:v>6.1213600000000001</c:v>
                </c:pt>
                <c:pt idx="8347">
                  <c:v>6.1216600000000003</c:v>
                </c:pt>
                <c:pt idx="8348">
                  <c:v>6.1219700000000001</c:v>
                </c:pt>
                <c:pt idx="8349">
                  <c:v>6.1222700000000003</c:v>
                </c:pt>
                <c:pt idx="8350">
                  <c:v>6.1225800000000001</c:v>
                </c:pt>
                <c:pt idx="8351">
                  <c:v>6.1228800000000003</c:v>
                </c:pt>
                <c:pt idx="8352">
                  <c:v>6.1231900000000001</c:v>
                </c:pt>
                <c:pt idx="8353">
                  <c:v>6.1234900000000003</c:v>
                </c:pt>
                <c:pt idx="8354">
                  <c:v>6.1238000000000001</c:v>
                </c:pt>
                <c:pt idx="8355">
                  <c:v>6.1241000000000003</c:v>
                </c:pt>
                <c:pt idx="8356">
                  <c:v>6.1244100000000001</c:v>
                </c:pt>
                <c:pt idx="8357">
                  <c:v>6.1247100000000003</c:v>
                </c:pt>
                <c:pt idx="8358">
                  <c:v>6.1250200000000001</c:v>
                </c:pt>
                <c:pt idx="8359">
                  <c:v>6.1253299999999999</c:v>
                </c:pt>
                <c:pt idx="8360">
                  <c:v>6.1256300000000001</c:v>
                </c:pt>
                <c:pt idx="8361">
                  <c:v>6.1259399999999999</c:v>
                </c:pt>
                <c:pt idx="8362">
                  <c:v>6.1262400000000001</c:v>
                </c:pt>
                <c:pt idx="8363">
                  <c:v>6.1265499999999999</c:v>
                </c:pt>
                <c:pt idx="8364">
                  <c:v>6.1268500000000001</c:v>
                </c:pt>
                <c:pt idx="8365">
                  <c:v>6.1271599999999999</c:v>
                </c:pt>
                <c:pt idx="8366">
                  <c:v>6.1274600000000001</c:v>
                </c:pt>
                <c:pt idx="8367">
                  <c:v>6.1277699999999999</c:v>
                </c:pt>
                <c:pt idx="8368">
                  <c:v>6.1280700000000001</c:v>
                </c:pt>
                <c:pt idx="8369">
                  <c:v>6.1283799999999999</c:v>
                </c:pt>
                <c:pt idx="8370">
                  <c:v>6.1286800000000001</c:v>
                </c:pt>
                <c:pt idx="8371">
                  <c:v>6.1289899999999999</c:v>
                </c:pt>
                <c:pt idx="8372">
                  <c:v>6.1292999999999997</c:v>
                </c:pt>
                <c:pt idx="8373">
                  <c:v>6.1295999999999999</c:v>
                </c:pt>
                <c:pt idx="8374">
                  <c:v>6.1299099999999997</c:v>
                </c:pt>
                <c:pt idx="8375">
                  <c:v>6.1302099999999999</c:v>
                </c:pt>
                <c:pt idx="8376">
                  <c:v>6.1305199999999997</c:v>
                </c:pt>
                <c:pt idx="8377">
                  <c:v>6.1308199999999999</c:v>
                </c:pt>
                <c:pt idx="8378">
                  <c:v>6.1311299999999997</c:v>
                </c:pt>
                <c:pt idx="8379">
                  <c:v>6.1314299999999999</c:v>
                </c:pt>
                <c:pt idx="8380">
                  <c:v>6.1317399999999997</c:v>
                </c:pt>
                <c:pt idx="8381">
                  <c:v>6.1320399999999999</c:v>
                </c:pt>
                <c:pt idx="8382">
                  <c:v>6.1323499999999997</c:v>
                </c:pt>
                <c:pt idx="8383">
                  <c:v>6.1326599999999996</c:v>
                </c:pt>
                <c:pt idx="8384">
                  <c:v>6.1329599999999997</c:v>
                </c:pt>
                <c:pt idx="8385">
                  <c:v>6.1332700000000004</c:v>
                </c:pt>
                <c:pt idx="8386">
                  <c:v>6.1335699999999997</c:v>
                </c:pt>
                <c:pt idx="8387">
                  <c:v>6.1338800000000004</c:v>
                </c:pt>
                <c:pt idx="8388">
                  <c:v>6.1341799999999997</c:v>
                </c:pt>
                <c:pt idx="8389">
                  <c:v>6.1344900000000004</c:v>
                </c:pt>
                <c:pt idx="8390">
                  <c:v>6.1347899999999997</c:v>
                </c:pt>
                <c:pt idx="8391">
                  <c:v>6.1351000000000004</c:v>
                </c:pt>
                <c:pt idx="8392">
                  <c:v>6.1353999999999997</c:v>
                </c:pt>
                <c:pt idx="8393">
                  <c:v>6.1357100000000004</c:v>
                </c:pt>
                <c:pt idx="8394">
                  <c:v>6.1360099999999997</c:v>
                </c:pt>
                <c:pt idx="8395">
                  <c:v>6.1363200000000004</c:v>
                </c:pt>
                <c:pt idx="8396">
                  <c:v>6.1366300000000003</c:v>
                </c:pt>
                <c:pt idx="8397">
                  <c:v>6.1369300000000004</c:v>
                </c:pt>
                <c:pt idx="8398">
                  <c:v>6.1372400000000003</c:v>
                </c:pt>
                <c:pt idx="8399">
                  <c:v>6.1375400000000004</c:v>
                </c:pt>
                <c:pt idx="8400">
                  <c:v>6.1378500000000003</c:v>
                </c:pt>
                <c:pt idx="8401">
                  <c:v>6.1381500000000004</c:v>
                </c:pt>
                <c:pt idx="8402">
                  <c:v>6.1384600000000002</c:v>
                </c:pt>
                <c:pt idx="8403">
                  <c:v>6.1387600000000004</c:v>
                </c:pt>
                <c:pt idx="8404">
                  <c:v>6.1390700000000002</c:v>
                </c:pt>
                <c:pt idx="8405">
                  <c:v>6.1393700000000004</c:v>
                </c:pt>
                <c:pt idx="8406">
                  <c:v>6.1396800000000002</c:v>
                </c:pt>
                <c:pt idx="8407">
                  <c:v>6.1399800000000004</c:v>
                </c:pt>
                <c:pt idx="8408">
                  <c:v>6.1402900000000002</c:v>
                </c:pt>
                <c:pt idx="8409">
                  <c:v>6.1406000000000001</c:v>
                </c:pt>
                <c:pt idx="8410">
                  <c:v>6.1409000000000002</c:v>
                </c:pt>
                <c:pt idx="8411">
                  <c:v>6.1412100000000001</c:v>
                </c:pt>
                <c:pt idx="8412">
                  <c:v>6.1415100000000002</c:v>
                </c:pt>
                <c:pt idx="8413">
                  <c:v>6.1418200000000001</c:v>
                </c:pt>
                <c:pt idx="8414">
                  <c:v>6.1421200000000002</c:v>
                </c:pt>
                <c:pt idx="8415">
                  <c:v>6.1424300000000001</c:v>
                </c:pt>
                <c:pt idx="8416">
                  <c:v>6.1427300000000002</c:v>
                </c:pt>
                <c:pt idx="8417">
                  <c:v>6.1430400000000001</c:v>
                </c:pt>
                <c:pt idx="8418">
                  <c:v>6.1433400000000002</c:v>
                </c:pt>
                <c:pt idx="8419">
                  <c:v>6.1436500000000001</c:v>
                </c:pt>
                <c:pt idx="8420">
                  <c:v>6.1439500000000002</c:v>
                </c:pt>
                <c:pt idx="8421">
                  <c:v>6.1442600000000001</c:v>
                </c:pt>
                <c:pt idx="8422">
                  <c:v>6.1445699999999999</c:v>
                </c:pt>
                <c:pt idx="8423">
                  <c:v>6.1448700000000001</c:v>
                </c:pt>
                <c:pt idx="8424">
                  <c:v>6.1451799999999999</c:v>
                </c:pt>
                <c:pt idx="8425">
                  <c:v>6.1454800000000001</c:v>
                </c:pt>
                <c:pt idx="8426">
                  <c:v>6.1457899999999999</c:v>
                </c:pt>
                <c:pt idx="8427">
                  <c:v>6.1460900000000001</c:v>
                </c:pt>
                <c:pt idx="8428">
                  <c:v>6.1463999999999999</c:v>
                </c:pt>
                <c:pt idx="8429">
                  <c:v>6.1467000000000001</c:v>
                </c:pt>
                <c:pt idx="8430">
                  <c:v>6.1470099999999999</c:v>
                </c:pt>
                <c:pt idx="8431">
                  <c:v>6.1473100000000001</c:v>
                </c:pt>
                <c:pt idx="8432">
                  <c:v>6.1476199999999999</c:v>
                </c:pt>
                <c:pt idx="8433">
                  <c:v>6.1479200000000001</c:v>
                </c:pt>
                <c:pt idx="8434">
                  <c:v>6.1482299999999999</c:v>
                </c:pt>
                <c:pt idx="8435">
                  <c:v>6.1485399999999997</c:v>
                </c:pt>
                <c:pt idx="8436">
                  <c:v>6.1488399999999999</c:v>
                </c:pt>
                <c:pt idx="8437">
                  <c:v>6.1491499999999997</c:v>
                </c:pt>
                <c:pt idx="8438">
                  <c:v>6.1494499999999999</c:v>
                </c:pt>
                <c:pt idx="8439">
                  <c:v>6.1497599999999997</c:v>
                </c:pt>
                <c:pt idx="8440">
                  <c:v>6.1500599999999999</c:v>
                </c:pt>
                <c:pt idx="8441">
                  <c:v>6.1503699999999997</c:v>
                </c:pt>
                <c:pt idx="8442">
                  <c:v>6.1506699999999999</c:v>
                </c:pt>
                <c:pt idx="8443">
                  <c:v>6.1509799999999997</c:v>
                </c:pt>
                <c:pt idx="8444">
                  <c:v>6.1512799999999999</c:v>
                </c:pt>
                <c:pt idx="8445">
                  <c:v>6.1515899999999997</c:v>
                </c:pt>
                <c:pt idx="8446">
                  <c:v>6.1519000000000004</c:v>
                </c:pt>
                <c:pt idx="8447">
                  <c:v>6.1521999999999997</c:v>
                </c:pt>
                <c:pt idx="8448">
                  <c:v>6.1525100000000004</c:v>
                </c:pt>
                <c:pt idx="8449">
                  <c:v>6.1528099999999997</c:v>
                </c:pt>
                <c:pt idx="8450">
                  <c:v>6.1531200000000004</c:v>
                </c:pt>
                <c:pt idx="8451">
                  <c:v>6.1534199999999997</c:v>
                </c:pt>
                <c:pt idx="8452">
                  <c:v>6.1537300000000004</c:v>
                </c:pt>
                <c:pt idx="8453">
                  <c:v>6.1540299999999997</c:v>
                </c:pt>
                <c:pt idx="8454">
                  <c:v>6.1543400000000004</c:v>
                </c:pt>
                <c:pt idx="8455">
                  <c:v>6.1546399999999997</c:v>
                </c:pt>
                <c:pt idx="8456">
                  <c:v>6.1549500000000004</c:v>
                </c:pt>
                <c:pt idx="8457">
                  <c:v>6.1552499999999997</c:v>
                </c:pt>
                <c:pt idx="8458">
                  <c:v>6.1555600000000004</c:v>
                </c:pt>
                <c:pt idx="8459">
                  <c:v>6.1558700000000002</c:v>
                </c:pt>
                <c:pt idx="8460">
                  <c:v>6.1561700000000004</c:v>
                </c:pt>
                <c:pt idx="8461">
                  <c:v>6.1564800000000002</c:v>
                </c:pt>
                <c:pt idx="8462">
                  <c:v>6.1567800000000004</c:v>
                </c:pt>
                <c:pt idx="8463">
                  <c:v>6.1570900000000002</c:v>
                </c:pt>
                <c:pt idx="8464">
                  <c:v>6.1573900000000004</c:v>
                </c:pt>
                <c:pt idx="8465">
                  <c:v>6.1577000000000002</c:v>
                </c:pt>
                <c:pt idx="8466">
                  <c:v>6.1580000000000004</c:v>
                </c:pt>
                <c:pt idx="8467">
                  <c:v>6.1583100000000002</c:v>
                </c:pt>
                <c:pt idx="8468">
                  <c:v>6.1586100000000004</c:v>
                </c:pt>
                <c:pt idx="8469">
                  <c:v>6.1589200000000002</c:v>
                </c:pt>
                <c:pt idx="8470">
                  <c:v>6.1592200000000004</c:v>
                </c:pt>
                <c:pt idx="8471">
                  <c:v>6.1595300000000002</c:v>
                </c:pt>
                <c:pt idx="8472">
                  <c:v>6.15984</c:v>
                </c:pt>
                <c:pt idx="8473">
                  <c:v>6.1601400000000002</c:v>
                </c:pt>
                <c:pt idx="8474">
                  <c:v>6.16045</c:v>
                </c:pt>
                <c:pt idx="8475">
                  <c:v>6.1607500000000002</c:v>
                </c:pt>
                <c:pt idx="8476">
                  <c:v>6.16106</c:v>
                </c:pt>
                <c:pt idx="8477">
                  <c:v>6.1613600000000002</c:v>
                </c:pt>
                <c:pt idx="8478">
                  <c:v>6.16167</c:v>
                </c:pt>
                <c:pt idx="8479">
                  <c:v>6.1619700000000002</c:v>
                </c:pt>
                <c:pt idx="8480">
                  <c:v>6.16228</c:v>
                </c:pt>
                <c:pt idx="8481">
                  <c:v>6.1625800000000002</c:v>
                </c:pt>
                <c:pt idx="8482">
                  <c:v>6.16289</c:v>
                </c:pt>
                <c:pt idx="8483">
                  <c:v>6.1631900000000002</c:v>
                </c:pt>
                <c:pt idx="8484">
                  <c:v>6.1635</c:v>
                </c:pt>
                <c:pt idx="8485">
                  <c:v>6.1638099999999998</c:v>
                </c:pt>
                <c:pt idx="8486">
                  <c:v>6.16411</c:v>
                </c:pt>
                <c:pt idx="8487">
                  <c:v>6.1644199999999998</c:v>
                </c:pt>
                <c:pt idx="8488">
                  <c:v>6.16472</c:v>
                </c:pt>
                <c:pt idx="8489">
                  <c:v>6.1650299999999998</c:v>
                </c:pt>
                <c:pt idx="8490">
                  <c:v>6.16533</c:v>
                </c:pt>
                <c:pt idx="8491">
                  <c:v>6.1656399999999998</c:v>
                </c:pt>
                <c:pt idx="8492">
                  <c:v>6.16594</c:v>
                </c:pt>
                <c:pt idx="8493">
                  <c:v>6.1662499999999998</c:v>
                </c:pt>
                <c:pt idx="8494">
                  <c:v>6.16655</c:v>
                </c:pt>
                <c:pt idx="8495">
                  <c:v>6.1668599999999998</c:v>
                </c:pt>
                <c:pt idx="8496">
                  <c:v>6.16716</c:v>
                </c:pt>
                <c:pt idx="8497">
                  <c:v>6.1674699999999998</c:v>
                </c:pt>
                <c:pt idx="8498">
                  <c:v>6.1677799999999996</c:v>
                </c:pt>
                <c:pt idx="8499">
                  <c:v>6.1680799999999998</c:v>
                </c:pt>
                <c:pt idx="8500">
                  <c:v>6.1683899999999996</c:v>
                </c:pt>
                <c:pt idx="8501">
                  <c:v>6.1686899999999998</c:v>
                </c:pt>
                <c:pt idx="8502">
                  <c:v>6.1689999999999996</c:v>
                </c:pt>
                <c:pt idx="8503">
                  <c:v>6.1692999999999998</c:v>
                </c:pt>
                <c:pt idx="8504">
                  <c:v>6.1696099999999996</c:v>
                </c:pt>
                <c:pt idx="8505">
                  <c:v>6.1699099999999998</c:v>
                </c:pt>
                <c:pt idx="8506">
                  <c:v>6.1702199999999996</c:v>
                </c:pt>
                <c:pt idx="8507">
                  <c:v>6.1705199999999998</c:v>
                </c:pt>
                <c:pt idx="8508">
                  <c:v>6.1708299999999996</c:v>
                </c:pt>
                <c:pt idx="8509">
                  <c:v>6.1711400000000003</c:v>
                </c:pt>
                <c:pt idx="8510">
                  <c:v>6.1714399999999996</c:v>
                </c:pt>
                <c:pt idx="8511">
                  <c:v>6.1717500000000003</c:v>
                </c:pt>
                <c:pt idx="8512">
                  <c:v>6.1720499999999996</c:v>
                </c:pt>
                <c:pt idx="8513">
                  <c:v>6.1723600000000003</c:v>
                </c:pt>
                <c:pt idx="8514">
                  <c:v>6.1726599999999996</c:v>
                </c:pt>
                <c:pt idx="8515">
                  <c:v>6.1729700000000003</c:v>
                </c:pt>
                <c:pt idx="8516">
                  <c:v>6.1732699999999996</c:v>
                </c:pt>
                <c:pt idx="8517">
                  <c:v>6.1735800000000003</c:v>
                </c:pt>
                <c:pt idx="8518">
                  <c:v>6.1738799999999996</c:v>
                </c:pt>
                <c:pt idx="8519">
                  <c:v>6.1741900000000003</c:v>
                </c:pt>
                <c:pt idx="8520">
                  <c:v>6.1744899999999996</c:v>
                </c:pt>
                <c:pt idx="8521">
                  <c:v>6.1748000000000003</c:v>
                </c:pt>
                <c:pt idx="8522">
                  <c:v>6.1751100000000001</c:v>
                </c:pt>
                <c:pt idx="8523">
                  <c:v>6.1754100000000003</c:v>
                </c:pt>
                <c:pt idx="8524">
                  <c:v>6.1757200000000001</c:v>
                </c:pt>
                <c:pt idx="8525">
                  <c:v>6.1760200000000003</c:v>
                </c:pt>
                <c:pt idx="8526">
                  <c:v>6.1763300000000001</c:v>
                </c:pt>
                <c:pt idx="8527">
                  <c:v>6.1766300000000003</c:v>
                </c:pt>
                <c:pt idx="8528">
                  <c:v>6.1769400000000001</c:v>
                </c:pt>
                <c:pt idx="8529">
                  <c:v>6.1772400000000003</c:v>
                </c:pt>
                <c:pt idx="8530">
                  <c:v>6.1775500000000001</c:v>
                </c:pt>
                <c:pt idx="8531">
                  <c:v>6.1778500000000003</c:v>
                </c:pt>
                <c:pt idx="8532">
                  <c:v>6.1781600000000001</c:v>
                </c:pt>
                <c:pt idx="8533">
                  <c:v>6.1784600000000003</c:v>
                </c:pt>
                <c:pt idx="8534">
                  <c:v>6.1787700000000001</c:v>
                </c:pt>
                <c:pt idx="8535">
                  <c:v>6.1790799999999999</c:v>
                </c:pt>
                <c:pt idx="8536">
                  <c:v>6.1793800000000001</c:v>
                </c:pt>
                <c:pt idx="8537">
                  <c:v>6.1796899999999999</c:v>
                </c:pt>
                <c:pt idx="8538">
                  <c:v>6.1799900000000001</c:v>
                </c:pt>
                <c:pt idx="8539">
                  <c:v>6.1802999999999999</c:v>
                </c:pt>
                <c:pt idx="8540">
                  <c:v>6.1806000000000001</c:v>
                </c:pt>
                <c:pt idx="8541">
                  <c:v>6.1809099999999999</c:v>
                </c:pt>
                <c:pt idx="8542">
                  <c:v>6.1812100000000001</c:v>
                </c:pt>
                <c:pt idx="8543">
                  <c:v>6.1815199999999999</c:v>
                </c:pt>
                <c:pt idx="8544">
                  <c:v>6.1818200000000001</c:v>
                </c:pt>
                <c:pt idx="8545">
                  <c:v>6.1821299999999999</c:v>
                </c:pt>
                <c:pt idx="8546">
                  <c:v>6.1824300000000001</c:v>
                </c:pt>
                <c:pt idx="8547">
                  <c:v>6.1827399999999999</c:v>
                </c:pt>
                <c:pt idx="8548">
                  <c:v>6.1830499999999997</c:v>
                </c:pt>
                <c:pt idx="8549">
                  <c:v>6.1833499999999999</c:v>
                </c:pt>
                <c:pt idx="8550">
                  <c:v>6.1836599999999997</c:v>
                </c:pt>
                <c:pt idx="8551">
                  <c:v>6.1839599999999999</c:v>
                </c:pt>
                <c:pt idx="8552">
                  <c:v>6.1842699999999997</c:v>
                </c:pt>
                <c:pt idx="8553">
                  <c:v>6.1845699999999999</c:v>
                </c:pt>
                <c:pt idx="8554">
                  <c:v>6.1848799999999997</c:v>
                </c:pt>
                <c:pt idx="8555">
                  <c:v>6.1851799999999999</c:v>
                </c:pt>
                <c:pt idx="8556">
                  <c:v>6.1854899999999997</c:v>
                </c:pt>
                <c:pt idx="8557">
                  <c:v>6.1857899999999999</c:v>
                </c:pt>
                <c:pt idx="8558">
                  <c:v>6.1860999999999997</c:v>
                </c:pt>
                <c:pt idx="8559">
                  <c:v>6.1864100000000004</c:v>
                </c:pt>
                <c:pt idx="8560">
                  <c:v>6.1867099999999997</c:v>
                </c:pt>
                <c:pt idx="8561">
                  <c:v>6.1870200000000004</c:v>
                </c:pt>
                <c:pt idx="8562">
                  <c:v>6.1873199999999997</c:v>
                </c:pt>
                <c:pt idx="8563">
                  <c:v>6.1876300000000004</c:v>
                </c:pt>
                <c:pt idx="8564">
                  <c:v>6.1879299999999997</c:v>
                </c:pt>
                <c:pt idx="8565">
                  <c:v>6.1882400000000004</c:v>
                </c:pt>
                <c:pt idx="8566">
                  <c:v>6.1885399999999997</c:v>
                </c:pt>
                <c:pt idx="8567">
                  <c:v>6.1888500000000004</c:v>
                </c:pt>
                <c:pt idx="8568">
                  <c:v>6.1891499999999997</c:v>
                </c:pt>
                <c:pt idx="8569">
                  <c:v>6.1894600000000004</c:v>
                </c:pt>
                <c:pt idx="8570">
                  <c:v>6.1897599999999997</c:v>
                </c:pt>
                <c:pt idx="8571">
                  <c:v>6.1900700000000004</c:v>
                </c:pt>
                <c:pt idx="8572">
                  <c:v>6.1903800000000002</c:v>
                </c:pt>
                <c:pt idx="8573">
                  <c:v>6.1906800000000004</c:v>
                </c:pt>
                <c:pt idx="8574">
                  <c:v>6.1909900000000002</c:v>
                </c:pt>
                <c:pt idx="8575">
                  <c:v>6.1912900000000004</c:v>
                </c:pt>
                <c:pt idx="8576">
                  <c:v>6.1916000000000002</c:v>
                </c:pt>
                <c:pt idx="8577">
                  <c:v>6.1919000000000004</c:v>
                </c:pt>
                <c:pt idx="8578">
                  <c:v>6.1922100000000002</c:v>
                </c:pt>
                <c:pt idx="8579">
                  <c:v>6.1925100000000004</c:v>
                </c:pt>
                <c:pt idx="8580">
                  <c:v>6.1928200000000002</c:v>
                </c:pt>
                <c:pt idx="8581">
                  <c:v>6.1931200000000004</c:v>
                </c:pt>
                <c:pt idx="8582">
                  <c:v>6.1934300000000002</c:v>
                </c:pt>
                <c:pt idx="8583">
                  <c:v>6.1937300000000004</c:v>
                </c:pt>
                <c:pt idx="8584">
                  <c:v>6.1940400000000002</c:v>
                </c:pt>
                <c:pt idx="8585">
                  <c:v>6.19435</c:v>
                </c:pt>
                <c:pt idx="8586">
                  <c:v>6.1946500000000002</c:v>
                </c:pt>
                <c:pt idx="8587">
                  <c:v>6.19496</c:v>
                </c:pt>
                <c:pt idx="8588">
                  <c:v>6.1952600000000002</c:v>
                </c:pt>
                <c:pt idx="8589">
                  <c:v>6.19557</c:v>
                </c:pt>
                <c:pt idx="8590">
                  <c:v>6.1958700000000002</c:v>
                </c:pt>
                <c:pt idx="8591">
                  <c:v>6.19618</c:v>
                </c:pt>
                <c:pt idx="8592">
                  <c:v>6.1964800000000002</c:v>
                </c:pt>
                <c:pt idx="8593">
                  <c:v>6.19679</c:v>
                </c:pt>
                <c:pt idx="8594">
                  <c:v>6.1970900000000002</c:v>
                </c:pt>
                <c:pt idx="8595">
                  <c:v>6.1974</c:v>
                </c:pt>
                <c:pt idx="8596">
                  <c:v>6.1977000000000002</c:v>
                </c:pt>
                <c:pt idx="8597">
                  <c:v>6.19801</c:v>
                </c:pt>
                <c:pt idx="8598">
                  <c:v>6.1983199999999998</c:v>
                </c:pt>
                <c:pt idx="8599">
                  <c:v>6.19862</c:v>
                </c:pt>
                <c:pt idx="8600">
                  <c:v>6.1989299999999998</c:v>
                </c:pt>
                <c:pt idx="8601">
                  <c:v>6.19923</c:v>
                </c:pt>
                <c:pt idx="8602">
                  <c:v>6.1995399999999998</c:v>
                </c:pt>
                <c:pt idx="8603">
                  <c:v>6.19984</c:v>
                </c:pt>
                <c:pt idx="8604">
                  <c:v>6.2001499999999998</c:v>
                </c:pt>
                <c:pt idx="8605">
                  <c:v>6.20045</c:v>
                </c:pt>
                <c:pt idx="8606">
                  <c:v>6.2007599999999998</c:v>
                </c:pt>
                <c:pt idx="8607">
                  <c:v>6.20106</c:v>
                </c:pt>
                <c:pt idx="8608">
                  <c:v>6.2013699999999998</c:v>
                </c:pt>
                <c:pt idx="8609">
                  <c:v>6.20167</c:v>
                </c:pt>
                <c:pt idx="8610">
                  <c:v>6.2019799999999998</c:v>
                </c:pt>
                <c:pt idx="8611">
                  <c:v>6.2022899999999996</c:v>
                </c:pt>
                <c:pt idx="8612">
                  <c:v>6.2025899999999998</c:v>
                </c:pt>
                <c:pt idx="8613">
                  <c:v>6.2028999999999996</c:v>
                </c:pt>
                <c:pt idx="8614">
                  <c:v>6.2031999999999998</c:v>
                </c:pt>
                <c:pt idx="8615">
                  <c:v>6.2035099999999996</c:v>
                </c:pt>
                <c:pt idx="8616">
                  <c:v>6.2038099999999998</c:v>
                </c:pt>
                <c:pt idx="8617">
                  <c:v>6.2041199999999996</c:v>
                </c:pt>
                <c:pt idx="8618">
                  <c:v>6.2044199999999998</c:v>
                </c:pt>
                <c:pt idx="8619">
                  <c:v>6.2047299999999996</c:v>
                </c:pt>
                <c:pt idx="8620">
                  <c:v>6.2050299999999998</c:v>
                </c:pt>
                <c:pt idx="8621">
                  <c:v>6.2053399999999996</c:v>
                </c:pt>
                <c:pt idx="8622">
                  <c:v>6.2056500000000003</c:v>
                </c:pt>
                <c:pt idx="8623">
                  <c:v>6.2059499999999996</c:v>
                </c:pt>
                <c:pt idx="8624">
                  <c:v>6.2062600000000003</c:v>
                </c:pt>
                <c:pt idx="8625">
                  <c:v>6.2065599999999996</c:v>
                </c:pt>
                <c:pt idx="8626">
                  <c:v>6.2068700000000003</c:v>
                </c:pt>
                <c:pt idx="8627">
                  <c:v>6.2071699999999996</c:v>
                </c:pt>
                <c:pt idx="8628">
                  <c:v>6.2074800000000003</c:v>
                </c:pt>
                <c:pt idx="8629">
                  <c:v>6.2077799999999996</c:v>
                </c:pt>
                <c:pt idx="8630">
                  <c:v>6.2080900000000003</c:v>
                </c:pt>
                <c:pt idx="8631">
                  <c:v>6.2083899999999996</c:v>
                </c:pt>
                <c:pt idx="8632">
                  <c:v>6.2087000000000003</c:v>
                </c:pt>
                <c:pt idx="8633">
                  <c:v>6.2089999999999996</c:v>
                </c:pt>
                <c:pt idx="8634">
                  <c:v>6.2093100000000003</c:v>
                </c:pt>
                <c:pt idx="8635">
                  <c:v>6.2096200000000001</c:v>
                </c:pt>
                <c:pt idx="8636">
                  <c:v>6.2099200000000003</c:v>
                </c:pt>
                <c:pt idx="8637">
                  <c:v>6.2102300000000001</c:v>
                </c:pt>
                <c:pt idx="8638">
                  <c:v>6.2105300000000003</c:v>
                </c:pt>
                <c:pt idx="8639">
                  <c:v>6.2108400000000001</c:v>
                </c:pt>
                <c:pt idx="8640">
                  <c:v>6.2111400000000003</c:v>
                </c:pt>
                <c:pt idx="8641">
                  <c:v>6.2114500000000001</c:v>
                </c:pt>
                <c:pt idx="8642">
                  <c:v>6.2117500000000003</c:v>
                </c:pt>
                <c:pt idx="8643">
                  <c:v>6.2120600000000001</c:v>
                </c:pt>
                <c:pt idx="8644">
                  <c:v>6.2123600000000003</c:v>
                </c:pt>
                <c:pt idx="8645">
                  <c:v>6.2126700000000001</c:v>
                </c:pt>
                <c:pt idx="8646">
                  <c:v>6.2129700000000003</c:v>
                </c:pt>
                <c:pt idx="8647">
                  <c:v>6.2132800000000001</c:v>
                </c:pt>
                <c:pt idx="8648">
                  <c:v>6.2135899999999999</c:v>
                </c:pt>
                <c:pt idx="8649">
                  <c:v>6.2138900000000001</c:v>
                </c:pt>
                <c:pt idx="8650">
                  <c:v>6.2141999999999999</c:v>
                </c:pt>
                <c:pt idx="8651">
                  <c:v>6.2145000000000001</c:v>
                </c:pt>
                <c:pt idx="8652">
                  <c:v>6.2148099999999999</c:v>
                </c:pt>
                <c:pt idx="8653">
                  <c:v>6.2151100000000001</c:v>
                </c:pt>
                <c:pt idx="8654">
                  <c:v>6.2154199999999999</c:v>
                </c:pt>
                <c:pt idx="8655">
                  <c:v>6.2157200000000001</c:v>
                </c:pt>
                <c:pt idx="8656">
                  <c:v>6.2160299999999999</c:v>
                </c:pt>
                <c:pt idx="8657">
                  <c:v>6.2163300000000001</c:v>
                </c:pt>
                <c:pt idx="8658">
                  <c:v>6.2166399999999999</c:v>
                </c:pt>
                <c:pt idx="8659">
                  <c:v>6.2169400000000001</c:v>
                </c:pt>
                <c:pt idx="8660">
                  <c:v>6.2172499999999999</c:v>
                </c:pt>
                <c:pt idx="8661">
                  <c:v>6.2175599999999998</c:v>
                </c:pt>
                <c:pt idx="8662">
                  <c:v>6.2178599999999999</c:v>
                </c:pt>
                <c:pt idx="8663">
                  <c:v>6.2181699999999998</c:v>
                </c:pt>
                <c:pt idx="8664">
                  <c:v>6.2184699999999999</c:v>
                </c:pt>
                <c:pt idx="8665">
                  <c:v>6.2187799999999998</c:v>
                </c:pt>
                <c:pt idx="8666">
                  <c:v>6.2190799999999999</c:v>
                </c:pt>
                <c:pt idx="8667">
                  <c:v>6.2193899999999998</c:v>
                </c:pt>
                <c:pt idx="8668">
                  <c:v>6.2196899999999999</c:v>
                </c:pt>
                <c:pt idx="8669">
                  <c:v>6.22</c:v>
                </c:pt>
                <c:pt idx="8670">
                  <c:v>6.2202999999999999</c:v>
                </c:pt>
                <c:pt idx="8671">
                  <c:v>6.2206099999999998</c:v>
                </c:pt>
                <c:pt idx="8672">
                  <c:v>6.2209099999999999</c:v>
                </c:pt>
                <c:pt idx="8673">
                  <c:v>6.2212199999999998</c:v>
                </c:pt>
                <c:pt idx="8674">
                  <c:v>6.2215299999999996</c:v>
                </c:pt>
                <c:pt idx="8675">
                  <c:v>6.2218299999999997</c:v>
                </c:pt>
                <c:pt idx="8676">
                  <c:v>6.2221399999999996</c:v>
                </c:pt>
                <c:pt idx="8677">
                  <c:v>6.2224399999999997</c:v>
                </c:pt>
                <c:pt idx="8678">
                  <c:v>6.2227499999999996</c:v>
                </c:pt>
                <c:pt idx="8679">
                  <c:v>6.2230499999999997</c:v>
                </c:pt>
                <c:pt idx="8680">
                  <c:v>6.2233599999999996</c:v>
                </c:pt>
                <c:pt idx="8681">
                  <c:v>6.2236599999999997</c:v>
                </c:pt>
                <c:pt idx="8682">
                  <c:v>6.2239699999999996</c:v>
                </c:pt>
                <c:pt idx="8683">
                  <c:v>6.2242699999999997</c:v>
                </c:pt>
                <c:pt idx="8684">
                  <c:v>6.2245799999999996</c:v>
                </c:pt>
                <c:pt idx="8685">
                  <c:v>6.2248900000000003</c:v>
                </c:pt>
                <c:pt idx="8686">
                  <c:v>6.2251899999999996</c:v>
                </c:pt>
                <c:pt idx="8687">
                  <c:v>6.2255000000000003</c:v>
                </c:pt>
                <c:pt idx="8688">
                  <c:v>6.2257999999999996</c:v>
                </c:pt>
                <c:pt idx="8689">
                  <c:v>6.2261100000000003</c:v>
                </c:pt>
                <c:pt idx="8690">
                  <c:v>6.2264099999999996</c:v>
                </c:pt>
                <c:pt idx="8691">
                  <c:v>6.2267200000000003</c:v>
                </c:pt>
                <c:pt idx="8692">
                  <c:v>6.2270200000000004</c:v>
                </c:pt>
                <c:pt idx="8693">
                  <c:v>6.2273300000000003</c:v>
                </c:pt>
                <c:pt idx="8694">
                  <c:v>6.2276300000000004</c:v>
                </c:pt>
                <c:pt idx="8695">
                  <c:v>6.2279400000000003</c:v>
                </c:pt>
                <c:pt idx="8696">
                  <c:v>6.2282400000000004</c:v>
                </c:pt>
                <c:pt idx="8697">
                  <c:v>6.2285500000000003</c:v>
                </c:pt>
                <c:pt idx="8698">
                  <c:v>6.2288600000000001</c:v>
                </c:pt>
                <c:pt idx="8699">
                  <c:v>6.2291600000000003</c:v>
                </c:pt>
                <c:pt idx="8700">
                  <c:v>6.2294700000000001</c:v>
                </c:pt>
                <c:pt idx="8701">
                  <c:v>6.2297700000000003</c:v>
                </c:pt>
                <c:pt idx="8702">
                  <c:v>6.2300800000000001</c:v>
                </c:pt>
                <c:pt idx="8703">
                  <c:v>6.2303800000000003</c:v>
                </c:pt>
                <c:pt idx="8704">
                  <c:v>6.2306900000000001</c:v>
                </c:pt>
                <c:pt idx="8705">
                  <c:v>6.2309900000000003</c:v>
                </c:pt>
                <c:pt idx="8706">
                  <c:v>6.2313000000000001</c:v>
                </c:pt>
                <c:pt idx="8707">
                  <c:v>6.2316000000000003</c:v>
                </c:pt>
                <c:pt idx="8708">
                  <c:v>6.2319100000000001</c:v>
                </c:pt>
                <c:pt idx="8709">
                  <c:v>6.2322100000000002</c:v>
                </c:pt>
                <c:pt idx="8710">
                  <c:v>6.2325200000000001</c:v>
                </c:pt>
                <c:pt idx="8711">
                  <c:v>6.2328299999999999</c:v>
                </c:pt>
                <c:pt idx="8712">
                  <c:v>6.2331300000000001</c:v>
                </c:pt>
                <c:pt idx="8713">
                  <c:v>6.2334399999999999</c:v>
                </c:pt>
                <c:pt idx="8714">
                  <c:v>6.2337400000000001</c:v>
                </c:pt>
                <c:pt idx="8715">
                  <c:v>6.2340499999999999</c:v>
                </c:pt>
                <c:pt idx="8716">
                  <c:v>6.2343500000000001</c:v>
                </c:pt>
                <c:pt idx="8717">
                  <c:v>6.2346599999999999</c:v>
                </c:pt>
                <c:pt idx="8718">
                  <c:v>6.2349600000000001</c:v>
                </c:pt>
                <c:pt idx="8719">
                  <c:v>6.2352699999999999</c:v>
                </c:pt>
                <c:pt idx="8720">
                  <c:v>6.2355700000000001</c:v>
                </c:pt>
                <c:pt idx="8721">
                  <c:v>6.2358799999999999</c:v>
                </c:pt>
                <c:pt idx="8722">
                  <c:v>6.2361800000000001</c:v>
                </c:pt>
                <c:pt idx="8723">
                  <c:v>6.2364899999999999</c:v>
                </c:pt>
                <c:pt idx="8724">
                  <c:v>6.2367999999999997</c:v>
                </c:pt>
                <c:pt idx="8725">
                  <c:v>6.2370999999999999</c:v>
                </c:pt>
                <c:pt idx="8726">
                  <c:v>6.2374099999999997</c:v>
                </c:pt>
                <c:pt idx="8727">
                  <c:v>6.2377099999999999</c:v>
                </c:pt>
                <c:pt idx="8728">
                  <c:v>6.2380199999999997</c:v>
                </c:pt>
                <c:pt idx="8729">
                  <c:v>6.2383199999999999</c:v>
                </c:pt>
                <c:pt idx="8730">
                  <c:v>6.2386299999999997</c:v>
                </c:pt>
                <c:pt idx="8731">
                  <c:v>6.2389299999999999</c:v>
                </c:pt>
                <c:pt idx="8732">
                  <c:v>6.2392399999999997</c:v>
                </c:pt>
                <c:pt idx="8733">
                  <c:v>6.2395399999999999</c:v>
                </c:pt>
                <c:pt idx="8734">
                  <c:v>6.2398499999999997</c:v>
                </c:pt>
                <c:pt idx="8735">
                  <c:v>6.2401600000000004</c:v>
                </c:pt>
                <c:pt idx="8736">
                  <c:v>6.2404599999999997</c:v>
                </c:pt>
                <c:pt idx="8737">
                  <c:v>6.2407700000000004</c:v>
                </c:pt>
                <c:pt idx="8738">
                  <c:v>6.2410699999999997</c:v>
                </c:pt>
                <c:pt idx="8739">
                  <c:v>6.2413800000000004</c:v>
                </c:pt>
                <c:pt idx="8740">
                  <c:v>6.2416799999999997</c:v>
                </c:pt>
                <c:pt idx="8741">
                  <c:v>6.2419900000000004</c:v>
                </c:pt>
                <c:pt idx="8742">
                  <c:v>6.2422899999999997</c:v>
                </c:pt>
                <c:pt idx="8743">
                  <c:v>6.2426000000000004</c:v>
                </c:pt>
                <c:pt idx="8744">
                  <c:v>6.2428999999999997</c:v>
                </c:pt>
                <c:pt idx="8745">
                  <c:v>6.2432100000000004</c:v>
                </c:pt>
                <c:pt idx="8746">
                  <c:v>6.2435099999999997</c:v>
                </c:pt>
                <c:pt idx="8747">
                  <c:v>6.2438200000000004</c:v>
                </c:pt>
                <c:pt idx="8748">
                  <c:v>6.2441300000000002</c:v>
                </c:pt>
                <c:pt idx="8749">
                  <c:v>6.2444300000000004</c:v>
                </c:pt>
                <c:pt idx="8750">
                  <c:v>6.2447400000000002</c:v>
                </c:pt>
                <c:pt idx="8751">
                  <c:v>6.2450400000000004</c:v>
                </c:pt>
                <c:pt idx="8752">
                  <c:v>6.2453500000000002</c:v>
                </c:pt>
                <c:pt idx="8753">
                  <c:v>6.2456500000000004</c:v>
                </c:pt>
                <c:pt idx="8754">
                  <c:v>6.2459600000000002</c:v>
                </c:pt>
                <c:pt idx="8755">
                  <c:v>6.2462600000000004</c:v>
                </c:pt>
                <c:pt idx="8756">
                  <c:v>6.2465700000000002</c:v>
                </c:pt>
                <c:pt idx="8757">
                  <c:v>6.2468700000000004</c:v>
                </c:pt>
                <c:pt idx="8758">
                  <c:v>6.2471800000000002</c:v>
                </c:pt>
                <c:pt idx="8759">
                  <c:v>6.2474800000000004</c:v>
                </c:pt>
                <c:pt idx="8760">
                  <c:v>6.2477900000000002</c:v>
                </c:pt>
                <c:pt idx="8761">
                  <c:v>6.2481</c:v>
                </c:pt>
                <c:pt idx="8762">
                  <c:v>6.2484000000000002</c:v>
                </c:pt>
                <c:pt idx="8763">
                  <c:v>6.24871</c:v>
                </c:pt>
                <c:pt idx="8764">
                  <c:v>6.2490100000000002</c:v>
                </c:pt>
                <c:pt idx="8765">
                  <c:v>6.24932</c:v>
                </c:pt>
                <c:pt idx="8766">
                  <c:v>6.2496200000000002</c:v>
                </c:pt>
                <c:pt idx="8767">
                  <c:v>6.24993</c:v>
                </c:pt>
                <c:pt idx="8768">
                  <c:v>6.2502300000000002</c:v>
                </c:pt>
                <c:pt idx="8769">
                  <c:v>6.25054</c:v>
                </c:pt>
                <c:pt idx="8770">
                  <c:v>6.2508400000000002</c:v>
                </c:pt>
                <c:pt idx="8771">
                  <c:v>6.25115</c:v>
                </c:pt>
                <c:pt idx="8772">
                  <c:v>6.2514500000000002</c:v>
                </c:pt>
                <c:pt idx="8773">
                  <c:v>6.25176</c:v>
                </c:pt>
                <c:pt idx="8774">
                  <c:v>6.2520699999999998</c:v>
                </c:pt>
                <c:pt idx="8775">
                  <c:v>6.25237</c:v>
                </c:pt>
                <c:pt idx="8776">
                  <c:v>6.2526799999999998</c:v>
                </c:pt>
                <c:pt idx="8777">
                  <c:v>6.25298</c:v>
                </c:pt>
                <c:pt idx="8778">
                  <c:v>6.2532899999999998</c:v>
                </c:pt>
                <c:pt idx="8779">
                  <c:v>6.25359</c:v>
                </c:pt>
                <c:pt idx="8780">
                  <c:v>6.2538999999999998</c:v>
                </c:pt>
                <c:pt idx="8781">
                  <c:v>6.2542</c:v>
                </c:pt>
                <c:pt idx="8782">
                  <c:v>6.2545099999999998</c:v>
                </c:pt>
                <c:pt idx="8783">
                  <c:v>6.25481</c:v>
                </c:pt>
                <c:pt idx="8784">
                  <c:v>6.2551199999999998</c:v>
                </c:pt>
                <c:pt idx="8785">
                  <c:v>6.25542</c:v>
                </c:pt>
                <c:pt idx="8786">
                  <c:v>6.2557299999999998</c:v>
                </c:pt>
                <c:pt idx="8787">
                  <c:v>6.2560399999999996</c:v>
                </c:pt>
                <c:pt idx="8788">
                  <c:v>6.2563399999999998</c:v>
                </c:pt>
                <c:pt idx="8789">
                  <c:v>6.2566499999999996</c:v>
                </c:pt>
                <c:pt idx="8790">
                  <c:v>6.2569499999999998</c:v>
                </c:pt>
                <c:pt idx="8791">
                  <c:v>6.2572599999999996</c:v>
                </c:pt>
                <c:pt idx="8792">
                  <c:v>6.2575599999999998</c:v>
                </c:pt>
                <c:pt idx="8793">
                  <c:v>6.2578699999999996</c:v>
                </c:pt>
                <c:pt idx="8794">
                  <c:v>6.2581699999999998</c:v>
                </c:pt>
                <c:pt idx="8795">
                  <c:v>6.2584799999999996</c:v>
                </c:pt>
                <c:pt idx="8796">
                  <c:v>6.2587799999999998</c:v>
                </c:pt>
                <c:pt idx="8797">
                  <c:v>6.2590899999999996</c:v>
                </c:pt>
                <c:pt idx="8798">
                  <c:v>6.2594000000000003</c:v>
                </c:pt>
                <c:pt idx="8799">
                  <c:v>6.2596999999999996</c:v>
                </c:pt>
                <c:pt idx="8800">
                  <c:v>6.2600100000000003</c:v>
                </c:pt>
                <c:pt idx="8801">
                  <c:v>6.2603099999999996</c:v>
                </c:pt>
                <c:pt idx="8802">
                  <c:v>6.2606200000000003</c:v>
                </c:pt>
                <c:pt idx="8803">
                  <c:v>6.2609199999999996</c:v>
                </c:pt>
                <c:pt idx="8804">
                  <c:v>6.2612300000000003</c:v>
                </c:pt>
                <c:pt idx="8805">
                  <c:v>6.2615299999999996</c:v>
                </c:pt>
                <c:pt idx="8806">
                  <c:v>6.2618400000000003</c:v>
                </c:pt>
                <c:pt idx="8807">
                  <c:v>6.2621399999999996</c:v>
                </c:pt>
                <c:pt idx="8808">
                  <c:v>6.2624500000000003</c:v>
                </c:pt>
                <c:pt idx="8809">
                  <c:v>6.2627499999999996</c:v>
                </c:pt>
                <c:pt idx="8810">
                  <c:v>6.2630600000000003</c:v>
                </c:pt>
                <c:pt idx="8811">
                  <c:v>6.2633700000000001</c:v>
                </c:pt>
                <c:pt idx="8812">
                  <c:v>6.2636700000000003</c:v>
                </c:pt>
                <c:pt idx="8813">
                  <c:v>6.2639800000000001</c:v>
                </c:pt>
                <c:pt idx="8814">
                  <c:v>6.2642800000000003</c:v>
                </c:pt>
                <c:pt idx="8815">
                  <c:v>6.2645900000000001</c:v>
                </c:pt>
                <c:pt idx="8816">
                  <c:v>6.2648900000000003</c:v>
                </c:pt>
                <c:pt idx="8817">
                  <c:v>6.2652000000000001</c:v>
                </c:pt>
                <c:pt idx="8818">
                  <c:v>6.2655000000000003</c:v>
                </c:pt>
                <c:pt idx="8819">
                  <c:v>6.2658100000000001</c:v>
                </c:pt>
                <c:pt idx="8820">
                  <c:v>6.2661100000000003</c:v>
                </c:pt>
                <c:pt idx="8821">
                  <c:v>6.2664200000000001</c:v>
                </c:pt>
                <c:pt idx="8822">
                  <c:v>6.2667200000000003</c:v>
                </c:pt>
                <c:pt idx="8823">
                  <c:v>6.2670300000000001</c:v>
                </c:pt>
                <c:pt idx="8824">
                  <c:v>6.2673399999999999</c:v>
                </c:pt>
                <c:pt idx="8825">
                  <c:v>6.2676400000000001</c:v>
                </c:pt>
                <c:pt idx="8826">
                  <c:v>6.2679499999999999</c:v>
                </c:pt>
                <c:pt idx="8827">
                  <c:v>6.2682500000000001</c:v>
                </c:pt>
                <c:pt idx="8828">
                  <c:v>6.2685599999999999</c:v>
                </c:pt>
                <c:pt idx="8829">
                  <c:v>6.2688600000000001</c:v>
                </c:pt>
                <c:pt idx="8830">
                  <c:v>6.2691699999999999</c:v>
                </c:pt>
                <c:pt idx="8831">
                  <c:v>6.2694700000000001</c:v>
                </c:pt>
                <c:pt idx="8832">
                  <c:v>6.2697799999999999</c:v>
                </c:pt>
                <c:pt idx="8833">
                  <c:v>6.2700800000000001</c:v>
                </c:pt>
                <c:pt idx="8834">
                  <c:v>6.2703899999999999</c:v>
                </c:pt>
                <c:pt idx="8835">
                  <c:v>6.2706900000000001</c:v>
                </c:pt>
                <c:pt idx="8836">
                  <c:v>6.2709999999999999</c:v>
                </c:pt>
                <c:pt idx="8837">
                  <c:v>6.2713099999999997</c:v>
                </c:pt>
                <c:pt idx="8838">
                  <c:v>6.2716099999999999</c:v>
                </c:pt>
                <c:pt idx="8839">
                  <c:v>6.2719199999999997</c:v>
                </c:pt>
                <c:pt idx="8840">
                  <c:v>6.2722199999999999</c:v>
                </c:pt>
                <c:pt idx="8841">
                  <c:v>6.2725299999999997</c:v>
                </c:pt>
                <c:pt idx="8842">
                  <c:v>6.2728299999999999</c:v>
                </c:pt>
                <c:pt idx="8843">
                  <c:v>6.2731399999999997</c:v>
                </c:pt>
                <c:pt idx="8844">
                  <c:v>6.2734399999999999</c:v>
                </c:pt>
                <c:pt idx="8845">
                  <c:v>6.2737499999999997</c:v>
                </c:pt>
                <c:pt idx="8846">
                  <c:v>6.2740499999999999</c:v>
                </c:pt>
                <c:pt idx="8847">
                  <c:v>6.2743599999999997</c:v>
                </c:pt>
                <c:pt idx="8848">
                  <c:v>6.2746599999999999</c:v>
                </c:pt>
                <c:pt idx="8849">
                  <c:v>6.2749699999999997</c:v>
                </c:pt>
                <c:pt idx="8850">
                  <c:v>6.2752800000000004</c:v>
                </c:pt>
                <c:pt idx="8851">
                  <c:v>6.2755799999999997</c:v>
                </c:pt>
                <c:pt idx="8852">
                  <c:v>6.2758900000000004</c:v>
                </c:pt>
                <c:pt idx="8853">
                  <c:v>6.2761899999999997</c:v>
                </c:pt>
                <c:pt idx="8854">
                  <c:v>6.2765000000000004</c:v>
                </c:pt>
                <c:pt idx="8855">
                  <c:v>6.2767999999999997</c:v>
                </c:pt>
                <c:pt idx="8856">
                  <c:v>6.2771100000000004</c:v>
                </c:pt>
                <c:pt idx="8857">
                  <c:v>6.2774099999999997</c:v>
                </c:pt>
                <c:pt idx="8858">
                  <c:v>6.2777200000000004</c:v>
                </c:pt>
                <c:pt idx="8859">
                  <c:v>6.2780199999999997</c:v>
                </c:pt>
                <c:pt idx="8860">
                  <c:v>6.2783300000000004</c:v>
                </c:pt>
                <c:pt idx="8861">
                  <c:v>6.2786400000000002</c:v>
                </c:pt>
                <c:pt idx="8862">
                  <c:v>6.2789400000000004</c:v>
                </c:pt>
                <c:pt idx="8863">
                  <c:v>6.2792500000000002</c:v>
                </c:pt>
                <c:pt idx="8864">
                  <c:v>6.2795500000000004</c:v>
                </c:pt>
                <c:pt idx="8865">
                  <c:v>6.2798600000000002</c:v>
                </c:pt>
                <c:pt idx="8866">
                  <c:v>6.2801600000000004</c:v>
                </c:pt>
                <c:pt idx="8867">
                  <c:v>6.2804700000000002</c:v>
                </c:pt>
                <c:pt idx="8868">
                  <c:v>6.2807700000000004</c:v>
                </c:pt>
                <c:pt idx="8869">
                  <c:v>6.2810800000000002</c:v>
                </c:pt>
                <c:pt idx="8870">
                  <c:v>6.2813800000000004</c:v>
                </c:pt>
                <c:pt idx="8871">
                  <c:v>6.2816900000000002</c:v>
                </c:pt>
                <c:pt idx="8872">
                  <c:v>6.2819900000000004</c:v>
                </c:pt>
                <c:pt idx="8873">
                  <c:v>6.2823000000000002</c:v>
                </c:pt>
                <c:pt idx="8874">
                  <c:v>6.28261</c:v>
                </c:pt>
                <c:pt idx="8875">
                  <c:v>6.2829100000000002</c:v>
                </c:pt>
                <c:pt idx="8876">
                  <c:v>6.28322</c:v>
                </c:pt>
                <c:pt idx="8877">
                  <c:v>6.2835200000000002</c:v>
                </c:pt>
                <c:pt idx="8878">
                  <c:v>6.28383</c:v>
                </c:pt>
                <c:pt idx="8879">
                  <c:v>6.2841300000000002</c:v>
                </c:pt>
                <c:pt idx="8880">
                  <c:v>6.28444</c:v>
                </c:pt>
                <c:pt idx="8881">
                  <c:v>6.2847400000000002</c:v>
                </c:pt>
                <c:pt idx="8882">
                  <c:v>6.28505</c:v>
                </c:pt>
                <c:pt idx="8883">
                  <c:v>6.2853500000000002</c:v>
                </c:pt>
                <c:pt idx="8884">
                  <c:v>6.28566</c:v>
                </c:pt>
                <c:pt idx="8885">
                  <c:v>6.2859600000000002</c:v>
                </c:pt>
                <c:pt idx="8886">
                  <c:v>6.28627</c:v>
                </c:pt>
                <c:pt idx="8887">
                  <c:v>6.2865799999999998</c:v>
                </c:pt>
                <c:pt idx="8888">
                  <c:v>6.28688</c:v>
                </c:pt>
                <c:pt idx="8889">
                  <c:v>6.2871899999999998</c:v>
                </c:pt>
                <c:pt idx="8890">
                  <c:v>6.28749</c:v>
                </c:pt>
                <c:pt idx="8891">
                  <c:v>6.2877999999999998</c:v>
                </c:pt>
                <c:pt idx="8892">
                  <c:v>6.2881</c:v>
                </c:pt>
                <c:pt idx="8893">
                  <c:v>6.2884099999999998</c:v>
                </c:pt>
                <c:pt idx="8894">
                  <c:v>6.28871</c:v>
                </c:pt>
                <c:pt idx="8895">
                  <c:v>6.2890199999999998</c:v>
                </c:pt>
                <c:pt idx="8896">
                  <c:v>6.28932</c:v>
                </c:pt>
                <c:pt idx="8897">
                  <c:v>6.2896299999999998</c:v>
                </c:pt>
                <c:pt idx="8898">
                  <c:v>6.28993</c:v>
                </c:pt>
                <c:pt idx="8899">
                  <c:v>6.2902399999999998</c:v>
                </c:pt>
                <c:pt idx="8900">
                  <c:v>6.2905499999999996</c:v>
                </c:pt>
                <c:pt idx="8901">
                  <c:v>6.2908499999999998</c:v>
                </c:pt>
                <c:pt idx="8902">
                  <c:v>6.2911599999999996</c:v>
                </c:pt>
                <c:pt idx="8903">
                  <c:v>6.2914599999999998</c:v>
                </c:pt>
                <c:pt idx="8904">
                  <c:v>6.2917699999999996</c:v>
                </c:pt>
                <c:pt idx="8905">
                  <c:v>6.2920699999999998</c:v>
                </c:pt>
                <c:pt idx="8906">
                  <c:v>6.2923799999999996</c:v>
                </c:pt>
                <c:pt idx="8907">
                  <c:v>6.2926799999999998</c:v>
                </c:pt>
                <c:pt idx="8908">
                  <c:v>6.2929899999999996</c:v>
                </c:pt>
                <c:pt idx="8909">
                  <c:v>6.2932899999999998</c:v>
                </c:pt>
                <c:pt idx="8910">
                  <c:v>6.2935999999999996</c:v>
                </c:pt>
                <c:pt idx="8911">
                  <c:v>6.2938999999999998</c:v>
                </c:pt>
                <c:pt idx="8912">
                  <c:v>6.2942099999999996</c:v>
                </c:pt>
                <c:pt idx="8913">
                  <c:v>6.2945200000000003</c:v>
                </c:pt>
                <c:pt idx="8914">
                  <c:v>6.2948199999999996</c:v>
                </c:pt>
                <c:pt idx="8915">
                  <c:v>6.2951300000000003</c:v>
                </c:pt>
                <c:pt idx="8916">
                  <c:v>6.2954299999999996</c:v>
                </c:pt>
                <c:pt idx="8917">
                  <c:v>6.2957400000000003</c:v>
                </c:pt>
                <c:pt idx="8918">
                  <c:v>6.2960399999999996</c:v>
                </c:pt>
                <c:pt idx="8919">
                  <c:v>6.2963500000000003</c:v>
                </c:pt>
                <c:pt idx="8920">
                  <c:v>6.2966499999999996</c:v>
                </c:pt>
                <c:pt idx="8921">
                  <c:v>6.2969600000000003</c:v>
                </c:pt>
                <c:pt idx="8922">
                  <c:v>6.2972599999999996</c:v>
                </c:pt>
                <c:pt idx="8923">
                  <c:v>6.2975700000000003</c:v>
                </c:pt>
                <c:pt idx="8924">
                  <c:v>6.2978800000000001</c:v>
                </c:pt>
                <c:pt idx="8925">
                  <c:v>6.2981800000000003</c:v>
                </c:pt>
                <c:pt idx="8926">
                  <c:v>6.2984900000000001</c:v>
                </c:pt>
                <c:pt idx="8927">
                  <c:v>6.2987900000000003</c:v>
                </c:pt>
                <c:pt idx="8928">
                  <c:v>6.2991000000000001</c:v>
                </c:pt>
                <c:pt idx="8929">
                  <c:v>6.2994000000000003</c:v>
                </c:pt>
                <c:pt idx="8930">
                  <c:v>6.2997100000000001</c:v>
                </c:pt>
                <c:pt idx="8931">
                  <c:v>6.3000100000000003</c:v>
                </c:pt>
                <c:pt idx="8932">
                  <c:v>6.3003200000000001</c:v>
                </c:pt>
                <c:pt idx="8933">
                  <c:v>6.3006200000000003</c:v>
                </c:pt>
                <c:pt idx="8934">
                  <c:v>6.3009300000000001</c:v>
                </c:pt>
                <c:pt idx="8935">
                  <c:v>6.3012300000000003</c:v>
                </c:pt>
                <c:pt idx="8936">
                  <c:v>6.3015400000000001</c:v>
                </c:pt>
                <c:pt idx="8937">
                  <c:v>6.30185</c:v>
                </c:pt>
                <c:pt idx="8938">
                  <c:v>6.3021500000000001</c:v>
                </c:pt>
                <c:pt idx="8939">
                  <c:v>6.30246</c:v>
                </c:pt>
                <c:pt idx="8940">
                  <c:v>6.3027600000000001</c:v>
                </c:pt>
                <c:pt idx="8941">
                  <c:v>6.30307</c:v>
                </c:pt>
                <c:pt idx="8942">
                  <c:v>6.3033700000000001</c:v>
                </c:pt>
                <c:pt idx="8943">
                  <c:v>6.3036799999999999</c:v>
                </c:pt>
                <c:pt idx="8944">
                  <c:v>6.3039800000000001</c:v>
                </c:pt>
                <c:pt idx="8945">
                  <c:v>6.3042899999999999</c:v>
                </c:pt>
                <c:pt idx="8946">
                  <c:v>6.3045900000000001</c:v>
                </c:pt>
                <c:pt idx="8947">
                  <c:v>6.3048999999999999</c:v>
                </c:pt>
                <c:pt idx="8948">
                  <c:v>6.3052000000000001</c:v>
                </c:pt>
                <c:pt idx="8949">
                  <c:v>6.3055099999999999</c:v>
                </c:pt>
                <c:pt idx="8950">
                  <c:v>6.3058199999999998</c:v>
                </c:pt>
                <c:pt idx="8951">
                  <c:v>6.3061199999999999</c:v>
                </c:pt>
                <c:pt idx="8952">
                  <c:v>6.3064299999999998</c:v>
                </c:pt>
                <c:pt idx="8953">
                  <c:v>6.3067299999999999</c:v>
                </c:pt>
                <c:pt idx="8954">
                  <c:v>6.3070399999999998</c:v>
                </c:pt>
                <c:pt idx="8955">
                  <c:v>6.3073399999999999</c:v>
                </c:pt>
                <c:pt idx="8956">
                  <c:v>6.3076499999999998</c:v>
                </c:pt>
                <c:pt idx="8957">
                  <c:v>6.3079499999999999</c:v>
                </c:pt>
                <c:pt idx="8958">
                  <c:v>6.3082599999999998</c:v>
                </c:pt>
                <c:pt idx="8959">
                  <c:v>6.3085599999999999</c:v>
                </c:pt>
                <c:pt idx="8960">
                  <c:v>6.3088699999999998</c:v>
                </c:pt>
                <c:pt idx="8961">
                  <c:v>6.3091699999999999</c:v>
                </c:pt>
                <c:pt idx="8962">
                  <c:v>6.3094799999999998</c:v>
                </c:pt>
                <c:pt idx="8963">
                  <c:v>6.3097899999999996</c:v>
                </c:pt>
                <c:pt idx="8964">
                  <c:v>6.3100899999999998</c:v>
                </c:pt>
                <c:pt idx="8965">
                  <c:v>6.3103999999999996</c:v>
                </c:pt>
                <c:pt idx="8966">
                  <c:v>6.3106999999999998</c:v>
                </c:pt>
                <c:pt idx="8967">
                  <c:v>6.3110099999999996</c:v>
                </c:pt>
                <c:pt idx="8968">
                  <c:v>6.3113099999999998</c:v>
                </c:pt>
                <c:pt idx="8969">
                  <c:v>6.3116199999999996</c:v>
                </c:pt>
                <c:pt idx="8970">
                  <c:v>6.3119199999999998</c:v>
                </c:pt>
                <c:pt idx="8971">
                  <c:v>6.3122299999999996</c:v>
                </c:pt>
                <c:pt idx="8972">
                  <c:v>6.3125299999999998</c:v>
                </c:pt>
                <c:pt idx="8973">
                  <c:v>6.3128399999999996</c:v>
                </c:pt>
                <c:pt idx="8974">
                  <c:v>6.3131500000000003</c:v>
                </c:pt>
                <c:pt idx="8975">
                  <c:v>6.3134499999999996</c:v>
                </c:pt>
                <c:pt idx="8976">
                  <c:v>6.3137600000000003</c:v>
                </c:pt>
                <c:pt idx="8977">
                  <c:v>6.3140599999999996</c:v>
                </c:pt>
                <c:pt idx="8978">
                  <c:v>6.3143700000000003</c:v>
                </c:pt>
                <c:pt idx="8979">
                  <c:v>6.3146699999999996</c:v>
                </c:pt>
                <c:pt idx="8980">
                  <c:v>6.3149800000000003</c:v>
                </c:pt>
                <c:pt idx="8981">
                  <c:v>6.3152799999999996</c:v>
                </c:pt>
                <c:pt idx="8982">
                  <c:v>6.3155900000000003</c:v>
                </c:pt>
                <c:pt idx="8983">
                  <c:v>6.3158899999999996</c:v>
                </c:pt>
                <c:pt idx="8984">
                  <c:v>6.3162000000000003</c:v>
                </c:pt>
                <c:pt idx="8985">
                  <c:v>6.3164999999999996</c:v>
                </c:pt>
                <c:pt idx="8986">
                  <c:v>6.3168100000000003</c:v>
                </c:pt>
                <c:pt idx="8987">
                  <c:v>6.3171200000000001</c:v>
                </c:pt>
                <c:pt idx="8988">
                  <c:v>6.3174200000000003</c:v>
                </c:pt>
                <c:pt idx="8989">
                  <c:v>6.3177300000000001</c:v>
                </c:pt>
                <c:pt idx="8990">
                  <c:v>6.3180300000000003</c:v>
                </c:pt>
                <c:pt idx="8991">
                  <c:v>6.3183400000000001</c:v>
                </c:pt>
                <c:pt idx="8992">
                  <c:v>6.3186400000000003</c:v>
                </c:pt>
                <c:pt idx="8993">
                  <c:v>6.3189500000000001</c:v>
                </c:pt>
                <c:pt idx="8994">
                  <c:v>6.3192500000000003</c:v>
                </c:pt>
                <c:pt idx="8995">
                  <c:v>6.3195600000000001</c:v>
                </c:pt>
                <c:pt idx="8996">
                  <c:v>6.3198600000000003</c:v>
                </c:pt>
                <c:pt idx="8997">
                  <c:v>6.3201700000000001</c:v>
                </c:pt>
                <c:pt idx="8998">
                  <c:v>6.3204700000000003</c:v>
                </c:pt>
                <c:pt idx="8999">
                  <c:v>6.3207800000000001</c:v>
                </c:pt>
                <c:pt idx="9000">
                  <c:v>6.3210899999999999</c:v>
                </c:pt>
                <c:pt idx="9001">
                  <c:v>6.3213900000000001</c:v>
                </c:pt>
                <c:pt idx="9002">
                  <c:v>6.3216999999999999</c:v>
                </c:pt>
                <c:pt idx="9003">
                  <c:v>6.3220000000000001</c:v>
                </c:pt>
                <c:pt idx="9004">
                  <c:v>6.3223099999999999</c:v>
                </c:pt>
                <c:pt idx="9005">
                  <c:v>6.3226100000000001</c:v>
                </c:pt>
                <c:pt idx="9006">
                  <c:v>6.3229199999999999</c:v>
                </c:pt>
                <c:pt idx="9007">
                  <c:v>6.3232200000000001</c:v>
                </c:pt>
                <c:pt idx="9008">
                  <c:v>6.3235299999999999</c:v>
                </c:pt>
                <c:pt idx="9009">
                  <c:v>6.3238300000000001</c:v>
                </c:pt>
                <c:pt idx="9010">
                  <c:v>6.3241399999999999</c:v>
                </c:pt>
                <c:pt idx="9011">
                  <c:v>6.3244400000000001</c:v>
                </c:pt>
                <c:pt idx="9012">
                  <c:v>6.3247499999999999</c:v>
                </c:pt>
                <c:pt idx="9013">
                  <c:v>6.3250599999999997</c:v>
                </c:pt>
                <c:pt idx="9014">
                  <c:v>6.3253599999999999</c:v>
                </c:pt>
                <c:pt idx="9015">
                  <c:v>6.3256699999999997</c:v>
                </c:pt>
                <c:pt idx="9016">
                  <c:v>6.3259699999999999</c:v>
                </c:pt>
                <c:pt idx="9017">
                  <c:v>6.3262799999999997</c:v>
                </c:pt>
                <c:pt idx="9018">
                  <c:v>6.3265799999999999</c:v>
                </c:pt>
                <c:pt idx="9019">
                  <c:v>6.3268899999999997</c:v>
                </c:pt>
                <c:pt idx="9020">
                  <c:v>6.3271899999999999</c:v>
                </c:pt>
                <c:pt idx="9021">
                  <c:v>6.3274999999999997</c:v>
                </c:pt>
                <c:pt idx="9022">
                  <c:v>6.3277999999999999</c:v>
                </c:pt>
                <c:pt idx="9023">
                  <c:v>6.3281099999999997</c:v>
                </c:pt>
                <c:pt idx="9024">
                  <c:v>6.3284099999999999</c:v>
                </c:pt>
                <c:pt idx="9025">
                  <c:v>6.3287199999999997</c:v>
                </c:pt>
                <c:pt idx="9026">
                  <c:v>6.3290300000000004</c:v>
                </c:pt>
                <c:pt idx="9027">
                  <c:v>6.3293299999999997</c:v>
                </c:pt>
                <c:pt idx="9028">
                  <c:v>6.3296400000000004</c:v>
                </c:pt>
                <c:pt idx="9029">
                  <c:v>6.3299399999999997</c:v>
                </c:pt>
                <c:pt idx="9030">
                  <c:v>6.3302500000000004</c:v>
                </c:pt>
                <c:pt idx="9031">
                  <c:v>6.3305499999999997</c:v>
                </c:pt>
                <c:pt idx="9032">
                  <c:v>6.3308600000000004</c:v>
                </c:pt>
                <c:pt idx="9033">
                  <c:v>6.3311599999999997</c:v>
                </c:pt>
                <c:pt idx="9034">
                  <c:v>6.3314700000000004</c:v>
                </c:pt>
                <c:pt idx="9035">
                  <c:v>6.3317699999999997</c:v>
                </c:pt>
                <c:pt idx="9036">
                  <c:v>6.3320800000000004</c:v>
                </c:pt>
                <c:pt idx="9037">
                  <c:v>6.3323900000000002</c:v>
                </c:pt>
                <c:pt idx="9038">
                  <c:v>6.3326900000000004</c:v>
                </c:pt>
                <c:pt idx="9039">
                  <c:v>6.3330000000000002</c:v>
                </c:pt>
                <c:pt idx="9040">
                  <c:v>6.3333000000000004</c:v>
                </c:pt>
                <c:pt idx="9041">
                  <c:v>6.3336100000000002</c:v>
                </c:pt>
                <c:pt idx="9042">
                  <c:v>6.3339100000000004</c:v>
                </c:pt>
                <c:pt idx="9043">
                  <c:v>6.3342200000000002</c:v>
                </c:pt>
                <c:pt idx="9044">
                  <c:v>6.3345200000000004</c:v>
                </c:pt>
                <c:pt idx="9045">
                  <c:v>6.3348300000000002</c:v>
                </c:pt>
                <c:pt idx="9046">
                  <c:v>6.3351300000000004</c:v>
                </c:pt>
                <c:pt idx="9047">
                  <c:v>6.3354400000000002</c:v>
                </c:pt>
                <c:pt idx="9048">
                  <c:v>6.3357400000000004</c:v>
                </c:pt>
                <c:pt idx="9049">
                  <c:v>6.3360500000000002</c:v>
                </c:pt>
                <c:pt idx="9050">
                  <c:v>6.33636</c:v>
                </c:pt>
                <c:pt idx="9051">
                  <c:v>6.3366600000000002</c:v>
                </c:pt>
                <c:pt idx="9052">
                  <c:v>6.33697</c:v>
                </c:pt>
                <c:pt idx="9053">
                  <c:v>6.3372700000000002</c:v>
                </c:pt>
                <c:pt idx="9054">
                  <c:v>6.33758</c:v>
                </c:pt>
                <c:pt idx="9055">
                  <c:v>6.3378800000000002</c:v>
                </c:pt>
                <c:pt idx="9056">
                  <c:v>6.33819</c:v>
                </c:pt>
                <c:pt idx="9057">
                  <c:v>6.3384900000000002</c:v>
                </c:pt>
                <c:pt idx="9058">
                  <c:v>6.3388</c:v>
                </c:pt>
                <c:pt idx="9059">
                  <c:v>6.3391000000000002</c:v>
                </c:pt>
                <c:pt idx="9060">
                  <c:v>6.33941</c:v>
                </c:pt>
                <c:pt idx="9061">
                  <c:v>6.3397100000000002</c:v>
                </c:pt>
                <c:pt idx="9062">
                  <c:v>6.34002</c:v>
                </c:pt>
                <c:pt idx="9063">
                  <c:v>6.3403299999999998</c:v>
                </c:pt>
                <c:pt idx="9064">
                  <c:v>6.34063</c:v>
                </c:pt>
                <c:pt idx="9065">
                  <c:v>6.3409399999999998</c:v>
                </c:pt>
                <c:pt idx="9066">
                  <c:v>6.34124</c:v>
                </c:pt>
                <c:pt idx="9067">
                  <c:v>6.3415499999999998</c:v>
                </c:pt>
                <c:pt idx="9068">
                  <c:v>6.34185</c:v>
                </c:pt>
                <c:pt idx="9069">
                  <c:v>6.3421599999999998</c:v>
                </c:pt>
                <c:pt idx="9070">
                  <c:v>6.34246</c:v>
                </c:pt>
                <c:pt idx="9071">
                  <c:v>6.3427699999999998</c:v>
                </c:pt>
                <c:pt idx="9072">
                  <c:v>6.34307</c:v>
                </c:pt>
                <c:pt idx="9073">
                  <c:v>6.3433799999999998</c:v>
                </c:pt>
                <c:pt idx="9074">
                  <c:v>6.34368</c:v>
                </c:pt>
                <c:pt idx="9075">
                  <c:v>6.3439899999999998</c:v>
                </c:pt>
                <c:pt idx="9076">
                  <c:v>6.3442999999999996</c:v>
                </c:pt>
                <c:pt idx="9077">
                  <c:v>6.3445999999999998</c:v>
                </c:pt>
                <c:pt idx="9078">
                  <c:v>6.3449099999999996</c:v>
                </c:pt>
                <c:pt idx="9079">
                  <c:v>6.3452099999999998</c:v>
                </c:pt>
                <c:pt idx="9080">
                  <c:v>6.3455199999999996</c:v>
                </c:pt>
                <c:pt idx="9081">
                  <c:v>6.3458199999999998</c:v>
                </c:pt>
                <c:pt idx="9082">
                  <c:v>6.3461299999999996</c:v>
                </c:pt>
                <c:pt idx="9083">
                  <c:v>6.3464299999999998</c:v>
                </c:pt>
                <c:pt idx="9084">
                  <c:v>6.3467399999999996</c:v>
                </c:pt>
                <c:pt idx="9085">
                  <c:v>6.3470399999999998</c:v>
                </c:pt>
                <c:pt idx="9086">
                  <c:v>6.3473499999999996</c:v>
                </c:pt>
                <c:pt idx="9087">
                  <c:v>6.3476499999999998</c:v>
                </c:pt>
                <c:pt idx="9088">
                  <c:v>6.3479599999999996</c:v>
                </c:pt>
                <c:pt idx="9089">
                  <c:v>6.3482700000000003</c:v>
                </c:pt>
                <c:pt idx="9090">
                  <c:v>6.3485699999999996</c:v>
                </c:pt>
                <c:pt idx="9091">
                  <c:v>6.3488800000000003</c:v>
                </c:pt>
                <c:pt idx="9092">
                  <c:v>6.3491799999999996</c:v>
                </c:pt>
                <c:pt idx="9093">
                  <c:v>6.3494900000000003</c:v>
                </c:pt>
                <c:pt idx="9094">
                  <c:v>6.3497899999999996</c:v>
                </c:pt>
                <c:pt idx="9095">
                  <c:v>6.3501000000000003</c:v>
                </c:pt>
                <c:pt idx="9096">
                  <c:v>6.3503999999999996</c:v>
                </c:pt>
                <c:pt idx="9097">
                  <c:v>6.3507100000000003</c:v>
                </c:pt>
                <c:pt idx="9098">
                  <c:v>6.3510099999999996</c:v>
                </c:pt>
                <c:pt idx="9099">
                  <c:v>6.3513200000000003</c:v>
                </c:pt>
                <c:pt idx="9100">
                  <c:v>6.3516300000000001</c:v>
                </c:pt>
                <c:pt idx="9101">
                  <c:v>6.3519300000000003</c:v>
                </c:pt>
                <c:pt idx="9102">
                  <c:v>6.3522400000000001</c:v>
                </c:pt>
                <c:pt idx="9103">
                  <c:v>6.3525400000000003</c:v>
                </c:pt>
                <c:pt idx="9104">
                  <c:v>6.3528500000000001</c:v>
                </c:pt>
                <c:pt idx="9105">
                  <c:v>6.3531500000000003</c:v>
                </c:pt>
                <c:pt idx="9106">
                  <c:v>6.3534600000000001</c:v>
                </c:pt>
                <c:pt idx="9107">
                  <c:v>6.3537600000000003</c:v>
                </c:pt>
                <c:pt idx="9108">
                  <c:v>6.3540700000000001</c:v>
                </c:pt>
                <c:pt idx="9109">
                  <c:v>6.3543700000000003</c:v>
                </c:pt>
                <c:pt idx="9110">
                  <c:v>6.3546800000000001</c:v>
                </c:pt>
                <c:pt idx="9111">
                  <c:v>6.3549800000000003</c:v>
                </c:pt>
                <c:pt idx="9112">
                  <c:v>6.3552900000000001</c:v>
                </c:pt>
                <c:pt idx="9113">
                  <c:v>6.3555999999999999</c:v>
                </c:pt>
                <c:pt idx="9114">
                  <c:v>6.3559000000000001</c:v>
                </c:pt>
                <c:pt idx="9115">
                  <c:v>6.3562099999999999</c:v>
                </c:pt>
                <c:pt idx="9116">
                  <c:v>6.3565100000000001</c:v>
                </c:pt>
                <c:pt idx="9117">
                  <c:v>6.3568199999999999</c:v>
                </c:pt>
                <c:pt idx="9118">
                  <c:v>6.3571200000000001</c:v>
                </c:pt>
                <c:pt idx="9119">
                  <c:v>6.3574299999999999</c:v>
                </c:pt>
                <c:pt idx="9120">
                  <c:v>6.3577300000000001</c:v>
                </c:pt>
                <c:pt idx="9121">
                  <c:v>6.3580399999999999</c:v>
                </c:pt>
                <c:pt idx="9122">
                  <c:v>6.3583400000000001</c:v>
                </c:pt>
                <c:pt idx="9123">
                  <c:v>6.3586499999999999</c:v>
                </c:pt>
                <c:pt idx="9124">
                  <c:v>6.3589500000000001</c:v>
                </c:pt>
                <c:pt idx="9125">
                  <c:v>6.3592599999999999</c:v>
                </c:pt>
                <c:pt idx="9126">
                  <c:v>6.3595699999999997</c:v>
                </c:pt>
                <c:pt idx="9127">
                  <c:v>6.3598699999999999</c:v>
                </c:pt>
                <c:pt idx="9128">
                  <c:v>6.3601799999999997</c:v>
                </c:pt>
                <c:pt idx="9129">
                  <c:v>6.3604799999999999</c:v>
                </c:pt>
                <c:pt idx="9130">
                  <c:v>6.3607899999999997</c:v>
                </c:pt>
                <c:pt idx="9131">
                  <c:v>6.3610899999999999</c:v>
                </c:pt>
                <c:pt idx="9132">
                  <c:v>6.3613999999999997</c:v>
                </c:pt>
                <c:pt idx="9133">
                  <c:v>6.3616999999999999</c:v>
                </c:pt>
                <c:pt idx="9134">
                  <c:v>6.3620099999999997</c:v>
                </c:pt>
                <c:pt idx="9135">
                  <c:v>6.3623099999999999</c:v>
                </c:pt>
                <c:pt idx="9136">
                  <c:v>6.3626199999999997</c:v>
                </c:pt>
                <c:pt idx="9137">
                  <c:v>6.3629199999999999</c:v>
                </c:pt>
                <c:pt idx="9138">
                  <c:v>6.3632299999999997</c:v>
                </c:pt>
                <c:pt idx="9139">
                  <c:v>6.3635400000000004</c:v>
                </c:pt>
                <c:pt idx="9140">
                  <c:v>6.3638399999999997</c:v>
                </c:pt>
                <c:pt idx="9141">
                  <c:v>6.3641500000000004</c:v>
                </c:pt>
                <c:pt idx="9142">
                  <c:v>6.3644499999999997</c:v>
                </c:pt>
                <c:pt idx="9143">
                  <c:v>6.3647600000000004</c:v>
                </c:pt>
                <c:pt idx="9144">
                  <c:v>6.3650599999999997</c:v>
                </c:pt>
                <c:pt idx="9145">
                  <c:v>6.3653700000000004</c:v>
                </c:pt>
                <c:pt idx="9146">
                  <c:v>6.3656699999999997</c:v>
                </c:pt>
                <c:pt idx="9147">
                  <c:v>6.3659800000000004</c:v>
                </c:pt>
                <c:pt idx="9148">
                  <c:v>6.3662799999999997</c:v>
                </c:pt>
                <c:pt idx="9149">
                  <c:v>6.3665900000000004</c:v>
                </c:pt>
                <c:pt idx="9150">
                  <c:v>6.3669000000000002</c:v>
                </c:pt>
                <c:pt idx="9151">
                  <c:v>6.3672000000000004</c:v>
                </c:pt>
                <c:pt idx="9152">
                  <c:v>6.3675100000000002</c:v>
                </c:pt>
                <c:pt idx="9153">
                  <c:v>6.3678100000000004</c:v>
                </c:pt>
                <c:pt idx="9154">
                  <c:v>6.3681200000000002</c:v>
                </c:pt>
                <c:pt idx="9155">
                  <c:v>6.3684200000000004</c:v>
                </c:pt>
                <c:pt idx="9156">
                  <c:v>6.3687300000000002</c:v>
                </c:pt>
                <c:pt idx="9157">
                  <c:v>6.3690300000000004</c:v>
                </c:pt>
                <c:pt idx="9158">
                  <c:v>6.3693400000000002</c:v>
                </c:pt>
                <c:pt idx="9159">
                  <c:v>6.3696400000000004</c:v>
                </c:pt>
                <c:pt idx="9160">
                  <c:v>6.3699500000000002</c:v>
                </c:pt>
                <c:pt idx="9161">
                  <c:v>6.3702500000000004</c:v>
                </c:pt>
                <c:pt idx="9162">
                  <c:v>6.3705600000000002</c:v>
                </c:pt>
                <c:pt idx="9163">
                  <c:v>6.37087</c:v>
                </c:pt>
                <c:pt idx="9164">
                  <c:v>6.3711700000000002</c:v>
                </c:pt>
                <c:pt idx="9165">
                  <c:v>6.37148</c:v>
                </c:pt>
                <c:pt idx="9166">
                  <c:v>6.3717800000000002</c:v>
                </c:pt>
                <c:pt idx="9167">
                  <c:v>6.37209</c:v>
                </c:pt>
                <c:pt idx="9168">
                  <c:v>6.3723900000000002</c:v>
                </c:pt>
                <c:pt idx="9169">
                  <c:v>6.3727</c:v>
                </c:pt>
                <c:pt idx="9170">
                  <c:v>6.3730000000000002</c:v>
                </c:pt>
                <c:pt idx="9171">
                  <c:v>6.37331</c:v>
                </c:pt>
                <c:pt idx="9172">
                  <c:v>6.3736100000000002</c:v>
                </c:pt>
                <c:pt idx="9173">
                  <c:v>6.37392</c:v>
                </c:pt>
                <c:pt idx="9174">
                  <c:v>6.3742200000000002</c:v>
                </c:pt>
                <c:pt idx="9175">
                  <c:v>6.37453</c:v>
                </c:pt>
                <c:pt idx="9176">
                  <c:v>6.3748399999999998</c:v>
                </c:pt>
                <c:pt idx="9177">
                  <c:v>6.37514</c:v>
                </c:pt>
                <c:pt idx="9178">
                  <c:v>6.3754499999999998</c:v>
                </c:pt>
                <c:pt idx="9179">
                  <c:v>6.37575</c:v>
                </c:pt>
                <c:pt idx="9180">
                  <c:v>6.3760599999999998</c:v>
                </c:pt>
                <c:pt idx="9181">
                  <c:v>6.37636</c:v>
                </c:pt>
                <c:pt idx="9182">
                  <c:v>6.3766699999999998</c:v>
                </c:pt>
                <c:pt idx="9183">
                  <c:v>6.37697</c:v>
                </c:pt>
                <c:pt idx="9184">
                  <c:v>6.3772799999999998</c:v>
                </c:pt>
                <c:pt idx="9185">
                  <c:v>6.37758</c:v>
                </c:pt>
                <c:pt idx="9186">
                  <c:v>6.3778899999999998</c:v>
                </c:pt>
                <c:pt idx="9187">
                  <c:v>6.37819</c:v>
                </c:pt>
                <c:pt idx="9188">
                  <c:v>6.3784999999999998</c:v>
                </c:pt>
                <c:pt idx="9189">
                  <c:v>6.3788099999999996</c:v>
                </c:pt>
                <c:pt idx="9190">
                  <c:v>6.3791099999999998</c:v>
                </c:pt>
                <c:pt idx="9191">
                  <c:v>6.3794199999999996</c:v>
                </c:pt>
                <c:pt idx="9192">
                  <c:v>6.3797199999999998</c:v>
                </c:pt>
                <c:pt idx="9193">
                  <c:v>6.3800299999999996</c:v>
                </c:pt>
                <c:pt idx="9194">
                  <c:v>6.3803299999999998</c:v>
                </c:pt>
                <c:pt idx="9195">
                  <c:v>6.3806399999999996</c:v>
                </c:pt>
                <c:pt idx="9196">
                  <c:v>6.3809399999999998</c:v>
                </c:pt>
                <c:pt idx="9197">
                  <c:v>6.3812499999999996</c:v>
                </c:pt>
                <c:pt idx="9198">
                  <c:v>6.3815499999999998</c:v>
                </c:pt>
                <c:pt idx="9199">
                  <c:v>6.3818599999999996</c:v>
                </c:pt>
                <c:pt idx="9200">
                  <c:v>6.3821599999999998</c:v>
                </c:pt>
                <c:pt idx="9201">
                  <c:v>6.3824699999999996</c:v>
                </c:pt>
                <c:pt idx="9202">
                  <c:v>6.3827800000000003</c:v>
                </c:pt>
                <c:pt idx="9203">
                  <c:v>6.3830799999999996</c:v>
                </c:pt>
                <c:pt idx="9204">
                  <c:v>6.3833900000000003</c:v>
                </c:pt>
                <c:pt idx="9205">
                  <c:v>6.3836899999999996</c:v>
                </c:pt>
                <c:pt idx="9206">
                  <c:v>6.3840000000000003</c:v>
                </c:pt>
                <c:pt idx="9207">
                  <c:v>6.3842999999999996</c:v>
                </c:pt>
                <c:pt idx="9208">
                  <c:v>6.3846100000000003</c:v>
                </c:pt>
                <c:pt idx="9209">
                  <c:v>6.3849099999999996</c:v>
                </c:pt>
                <c:pt idx="9210">
                  <c:v>6.3852200000000003</c:v>
                </c:pt>
                <c:pt idx="9211">
                  <c:v>6.3855199999999996</c:v>
                </c:pt>
                <c:pt idx="9212">
                  <c:v>6.3858300000000003</c:v>
                </c:pt>
                <c:pt idx="9213">
                  <c:v>6.3861400000000001</c:v>
                </c:pt>
                <c:pt idx="9214">
                  <c:v>6.3864400000000003</c:v>
                </c:pt>
                <c:pt idx="9215">
                  <c:v>6.3867500000000001</c:v>
                </c:pt>
                <c:pt idx="9216">
                  <c:v>6.3870500000000003</c:v>
                </c:pt>
                <c:pt idx="9217">
                  <c:v>6.3873600000000001</c:v>
                </c:pt>
                <c:pt idx="9218">
                  <c:v>6.3876600000000003</c:v>
                </c:pt>
                <c:pt idx="9219">
                  <c:v>6.3879700000000001</c:v>
                </c:pt>
                <c:pt idx="9220">
                  <c:v>6.3882700000000003</c:v>
                </c:pt>
                <c:pt idx="9221">
                  <c:v>6.3885800000000001</c:v>
                </c:pt>
                <c:pt idx="9222">
                  <c:v>6.3888800000000003</c:v>
                </c:pt>
                <c:pt idx="9223">
                  <c:v>6.3891900000000001</c:v>
                </c:pt>
                <c:pt idx="9224">
                  <c:v>6.3894900000000003</c:v>
                </c:pt>
                <c:pt idx="9225">
                  <c:v>6.3898000000000001</c:v>
                </c:pt>
                <c:pt idx="9226">
                  <c:v>6.39011</c:v>
                </c:pt>
                <c:pt idx="9227">
                  <c:v>6.3904100000000001</c:v>
                </c:pt>
                <c:pt idx="9228">
                  <c:v>6.39072</c:v>
                </c:pt>
                <c:pt idx="9229">
                  <c:v>6.3910200000000001</c:v>
                </c:pt>
                <c:pt idx="9230">
                  <c:v>6.39133</c:v>
                </c:pt>
                <c:pt idx="9231">
                  <c:v>6.3916300000000001</c:v>
                </c:pt>
                <c:pt idx="9232">
                  <c:v>6.39194</c:v>
                </c:pt>
                <c:pt idx="9233">
                  <c:v>6.3922400000000001</c:v>
                </c:pt>
                <c:pt idx="9234">
                  <c:v>6.39255</c:v>
                </c:pt>
                <c:pt idx="9235">
                  <c:v>6.3928500000000001</c:v>
                </c:pt>
                <c:pt idx="9236">
                  <c:v>6.39316</c:v>
                </c:pt>
                <c:pt idx="9237">
                  <c:v>6.3934600000000001</c:v>
                </c:pt>
                <c:pt idx="9238">
                  <c:v>6.39377</c:v>
                </c:pt>
                <c:pt idx="9239">
                  <c:v>6.3940799999999998</c:v>
                </c:pt>
                <c:pt idx="9240">
                  <c:v>6.39438</c:v>
                </c:pt>
                <c:pt idx="9241">
                  <c:v>6.3946899999999998</c:v>
                </c:pt>
                <c:pt idx="9242">
                  <c:v>6.39499</c:v>
                </c:pt>
                <c:pt idx="9243">
                  <c:v>6.3952999999999998</c:v>
                </c:pt>
                <c:pt idx="9244">
                  <c:v>6.3956</c:v>
                </c:pt>
                <c:pt idx="9245">
                  <c:v>6.3959099999999998</c:v>
                </c:pt>
                <c:pt idx="9246">
                  <c:v>6.39621</c:v>
                </c:pt>
                <c:pt idx="9247">
                  <c:v>6.3965199999999998</c:v>
                </c:pt>
                <c:pt idx="9248">
                  <c:v>6.39682</c:v>
                </c:pt>
                <c:pt idx="9249">
                  <c:v>6.3971299999999998</c:v>
                </c:pt>
                <c:pt idx="9250">
                  <c:v>6.3974299999999999</c:v>
                </c:pt>
                <c:pt idx="9251">
                  <c:v>6.3977399999999998</c:v>
                </c:pt>
                <c:pt idx="9252">
                  <c:v>6.3980499999999996</c:v>
                </c:pt>
                <c:pt idx="9253">
                  <c:v>6.3983499999999998</c:v>
                </c:pt>
                <c:pt idx="9254">
                  <c:v>6.3986599999999996</c:v>
                </c:pt>
                <c:pt idx="9255">
                  <c:v>6.3989599999999998</c:v>
                </c:pt>
                <c:pt idx="9256">
                  <c:v>6.3992699999999996</c:v>
                </c:pt>
                <c:pt idx="9257">
                  <c:v>6.3995699999999998</c:v>
                </c:pt>
                <c:pt idx="9258">
                  <c:v>6.3998799999999996</c:v>
                </c:pt>
                <c:pt idx="9259">
                  <c:v>6.4001799999999998</c:v>
                </c:pt>
                <c:pt idx="9260">
                  <c:v>6.4004899999999996</c:v>
                </c:pt>
                <c:pt idx="9261">
                  <c:v>6.4007899999999998</c:v>
                </c:pt>
                <c:pt idx="9262">
                  <c:v>6.4010999999999996</c:v>
                </c:pt>
                <c:pt idx="9263">
                  <c:v>6.4013999999999998</c:v>
                </c:pt>
                <c:pt idx="9264">
                  <c:v>6.4017099999999996</c:v>
                </c:pt>
                <c:pt idx="9265">
                  <c:v>6.4020200000000003</c:v>
                </c:pt>
                <c:pt idx="9266">
                  <c:v>6.4023199999999996</c:v>
                </c:pt>
                <c:pt idx="9267">
                  <c:v>6.4026300000000003</c:v>
                </c:pt>
                <c:pt idx="9268">
                  <c:v>6.4029299999999996</c:v>
                </c:pt>
                <c:pt idx="9269">
                  <c:v>6.4032400000000003</c:v>
                </c:pt>
                <c:pt idx="9270">
                  <c:v>6.4035399999999996</c:v>
                </c:pt>
                <c:pt idx="9271">
                  <c:v>6.4038500000000003</c:v>
                </c:pt>
                <c:pt idx="9272">
                  <c:v>6.4041499999999996</c:v>
                </c:pt>
                <c:pt idx="9273">
                  <c:v>6.4044600000000003</c:v>
                </c:pt>
                <c:pt idx="9274">
                  <c:v>6.4047599999999996</c:v>
                </c:pt>
                <c:pt idx="9275">
                  <c:v>6.4050700000000003</c:v>
                </c:pt>
                <c:pt idx="9276">
                  <c:v>6.4053800000000001</c:v>
                </c:pt>
                <c:pt idx="9277">
                  <c:v>6.4056800000000003</c:v>
                </c:pt>
                <c:pt idx="9278">
                  <c:v>6.4059900000000001</c:v>
                </c:pt>
                <c:pt idx="9279">
                  <c:v>6.4062900000000003</c:v>
                </c:pt>
                <c:pt idx="9280">
                  <c:v>6.4066000000000001</c:v>
                </c:pt>
                <c:pt idx="9281">
                  <c:v>6.4069000000000003</c:v>
                </c:pt>
                <c:pt idx="9282">
                  <c:v>6.4072100000000001</c:v>
                </c:pt>
                <c:pt idx="9283">
                  <c:v>6.4075100000000003</c:v>
                </c:pt>
                <c:pt idx="9284">
                  <c:v>6.4078200000000001</c:v>
                </c:pt>
                <c:pt idx="9285">
                  <c:v>6.4081200000000003</c:v>
                </c:pt>
                <c:pt idx="9286">
                  <c:v>6.4084300000000001</c:v>
                </c:pt>
                <c:pt idx="9287">
                  <c:v>6.4087300000000003</c:v>
                </c:pt>
                <c:pt idx="9288">
                  <c:v>6.4090400000000001</c:v>
                </c:pt>
                <c:pt idx="9289">
                  <c:v>6.4093499999999999</c:v>
                </c:pt>
                <c:pt idx="9290">
                  <c:v>6.4096500000000001</c:v>
                </c:pt>
                <c:pt idx="9291">
                  <c:v>6.4099599999999999</c:v>
                </c:pt>
                <c:pt idx="9292">
                  <c:v>6.4102600000000001</c:v>
                </c:pt>
                <c:pt idx="9293">
                  <c:v>6.4105699999999999</c:v>
                </c:pt>
                <c:pt idx="9294">
                  <c:v>6.4108700000000001</c:v>
                </c:pt>
                <c:pt idx="9295">
                  <c:v>6.4111799999999999</c:v>
                </c:pt>
                <c:pt idx="9296">
                  <c:v>6.4114800000000001</c:v>
                </c:pt>
                <c:pt idx="9297">
                  <c:v>6.4117899999999999</c:v>
                </c:pt>
                <c:pt idx="9298">
                  <c:v>6.4120900000000001</c:v>
                </c:pt>
                <c:pt idx="9299">
                  <c:v>6.4123999999999999</c:v>
                </c:pt>
                <c:pt idx="9300">
                  <c:v>6.4127000000000001</c:v>
                </c:pt>
                <c:pt idx="9301">
                  <c:v>6.4130099999999999</c:v>
                </c:pt>
                <c:pt idx="9302">
                  <c:v>6.4133199999999997</c:v>
                </c:pt>
                <c:pt idx="9303">
                  <c:v>6.4136199999999999</c:v>
                </c:pt>
                <c:pt idx="9304">
                  <c:v>6.4139299999999997</c:v>
                </c:pt>
                <c:pt idx="9305">
                  <c:v>6.4142299999999999</c:v>
                </c:pt>
                <c:pt idx="9306">
                  <c:v>6.4145399999999997</c:v>
                </c:pt>
                <c:pt idx="9307">
                  <c:v>6.4148399999999999</c:v>
                </c:pt>
                <c:pt idx="9308">
                  <c:v>6.4151499999999997</c:v>
                </c:pt>
                <c:pt idx="9309">
                  <c:v>6.4154499999999999</c:v>
                </c:pt>
                <c:pt idx="9310">
                  <c:v>6.4157599999999997</c:v>
                </c:pt>
                <c:pt idx="9311">
                  <c:v>6.4160599999999999</c:v>
                </c:pt>
                <c:pt idx="9312">
                  <c:v>6.4163699999999997</c:v>
                </c:pt>
                <c:pt idx="9313">
                  <c:v>6.4166699999999999</c:v>
                </c:pt>
                <c:pt idx="9314">
                  <c:v>6.4169799999999997</c:v>
                </c:pt>
                <c:pt idx="9315">
                  <c:v>6.4172900000000004</c:v>
                </c:pt>
                <c:pt idx="9316">
                  <c:v>6.4175899999999997</c:v>
                </c:pt>
                <c:pt idx="9317">
                  <c:v>6.4179000000000004</c:v>
                </c:pt>
                <c:pt idx="9318">
                  <c:v>6.4181999999999997</c:v>
                </c:pt>
                <c:pt idx="9319">
                  <c:v>6.4185100000000004</c:v>
                </c:pt>
                <c:pt idx="9320">
                  <c:v>6.4188099999999997</c:v>
                </c:pt>
                <c:pt idx="9321">
                  <c:v>6.4191200000000004</c:v>
                </c:pt>
                <c:pt idx="9322">
                  <c:v>6.4194199999999997</c:v>
                </c:pt>
                <c:pt idx="9323">
                  <c:v>6.4197300000000004</c:v>
                </c:pt>
                <c:pt idx="9324">
                  <c:v>6.4200299999999997</c:v>
                </c:pt>
                <c:pt idx="9325">
                  <c:v>6.4203400000000004</c:v>
                </c:pt>
                <c:pt idx="9326">
                  <c:v>6.4206500000000002</c:v>
                </c:pt>
                <c:pt idx="9327">
                  <c:v>6.4209500000000004</c:v>
                </c:pt>
                <c:pt idx="9328">
                  <c:v>6.4212600000000002</c:v>
                </c:pt>
                <c:pt idx="9329">
                  <c:v>6.4215600000000004</c:v>
                </c:pt>
                <c:pt idx="9330">
                  <c:v>6.4218700000000002</c:v>
                </c:pt>
                <c:pt idx="9331">
                  <c:v>6.4221700000000004</c:v>
                </c:pt>
                <c:pt idx="9332">
                  <c:v>6.4224800000000002</c:v>
                </c:pt>
                <c:pt idx="9333">
                  <c:v>6.4227800000000004</c:v>
                </c:pt>
                <c:pt idx="9334">
                  <c:v>6.4230900000000002</c:v>
                </c:pt>
                <c:pt idx="9335">
                  <c:v>6.4233900000000004</c:v>
                </c:pt>
                <c:pt idx="9336">
                  <c:v>6.4237000000000002</c:v>
                </c:pt>
                <c:pt idx="9337">
                  <c:v>6.4240000000000004</c:v>
                </c:pt>
                <c:pt idx="9338">
                  <c:v>6.4243100000000002</c:v>
                </c:pt>
                <c:pt idx="9339">
                  <c:v>6.42462</c:v>
                </c:pt>
                <c:pt idx="9340">
                  <c:v>6.4249200000000002</c:v>
                </c:pt>
                <c:pt idx="9341">
                  <c:v>6.42523</c:v>
                </c:pt>
                <c:pt idx="9342">
                  <c:v>6.4255300000000002</c:v>
                </c:pt>
                <c:pt idx="9343">
                  <c:v>6.42584</c:v>
                </c:pt>
                <c:pt idx="9344">
                  <c:v>6.4261400000000002</c:v>
                </c:pt>
                <c:pt idx="9345">
                  <c:v>6.42645</c:v>
                </c:pt>
                <c:pt idx="9346">
                  <c:v>6.4267500000000002</c:v>
                </c:pt>
                <c:pt idx="9347">
                  <c:v>6.42706</c:v>
                </c:pt>
                <c:pt idx="9348">
                  <c:v>6.4273600000000002</c:v>
                </c:pt>
                <c:pt idx="9349">
                  <c:v>6.42767</c:v>
                </c:pt>
                <c:pt idx="9350">
                  <c:v>6.4279700000000002</c:v>
                </c:pt>
                <c:pt idx="9351">
                  <c:v>6.42828</c:v>
                </c:pt>
                <c:pt idx="9352">
                  <c:v>6.4285899999999998</c:v>
                </c:pt>
                <c:pt idx="9353">
                  <c:v>6.42889</c:v>
                </c:pt>
                <c:pt idx="9354">
                  <c:v>6.4291999999999998</c:v>
                </c:pt>
                <c:pt idx="9355">
                  <c:v>6.4295</c:v>
                </c:pt>
                <c:pt idx="9356">
                  <c:v>6.4298099999999998</c:v>
                </c:pt>
                <c:pt idx="9357">
                  <c:v>6.43011</c:v>
                </c:pt>
                <c:pt idx="9358">
                  <c:v>6.4304199999999998</c:v>
                </c:pt>
                <c:pt idx="9359">
                  <c:v>6.43072</c:v>
                </c:pt>
                <c:pt idx="9360">
                  <c:v>6.4310299999999998</c:v>
                </c:pt>
                <c:pt idx="9361">
                  <c:v>6.43133</c:v>
                </c:pt>
                <c:pt idx="9362">
                  <c:v>6.4316399999999998</c:v>
                </c:pt>
                <c:pt idx="9363">
                  <c:v>6.43194</c:v>
                </c:pt>
                <c:pt idx="9364">
                  <c:v>6.4322499999999998</c:v>
                </c:pt>
                <c:pt idx="9365">
                  <c:v>6.4325599999999996</c:v>
                </c:pt>
                <c:pt idx="9366">
                  <c:v>6.4328599999999998</c:v>
                </c:pt>
                <c:pt idx="9367">
                  <c:v>6.4331699999999996</c:v>
                </c:pt>
                <c:pt idx="9368">
                  <c:v>6.4334699999999998</c:v>
                </c:pt>
                <c:pt idx="9369">
                  <c:v>6.4337799999999996</c:v>
                </c:pt>
                <c:pt idx="9370">
                  <c:v>6.4340799999999998</c:v>
                </c:pt>
                <c:pt idx="9371">
                  <c:v>6.4343899999999996</c:v>
                </c:pt>
                <c:pt idx="9372">
                  <c:v>6.4346899999999998</c:v>
                </c:pt>
                <c:pt idx="9373">
                  <c:v>6.4349999999999996</c:v>
                </c:pt>
                <c:pt idx="9374">
                  <c:v>6.4352999999999998</c:v>
                </c:pt>
                <c:pt idx="9375">
                  <c:v>6.4356099999999996</c:v>
                </c:pt>
                <c:pt idx="9376">
                  <c:v>6.4359099999999998</c:v>
                </c:pt>
                <c:pt idx="9377">
                  <c:v>6.4362199999999996</c:v>
                </c:pt>
                <c:pt idx="9378">
                  <c:v>6.4365300000000003</c:v>
                </c:pt>
                <c:pt idx="9379">
                  <c:v>6.4368299999999996</c:v>
                </c:pt>
                <c:pt idx="9380">
                  <c:v>6.4371400000000003</c:v>
                </c:pt>
                <c:pt idx="9381">
                  <c:v>6.4374399999999996</c:v>
                </c:pt>
                <c:pt idx="9382">
                  <c:v>6.4377500000000003</c:v>
                </c:pt>
                <c:pt idx="9383">
                  <c:v>6.4380499999999996</c:v>
                </c:pt>
                <c:pt idx="9384">
                  <c:v>6.4383600000000003</c:v>
                </c:pt>
                <c:pt idx="9385">
                  <c:v>6.4386599999999996</c:v>
                </c:pt>
                <c:pt idx="9386">
                  <c:v>6.4389700000000003</c:v>
                </c:pt>
                <c:pt idx="9387">
                  <c:v>6.4392699999999996</c:v>
                </c:pt>
                <c:pt idx="9388">
                  <c:v>6.4395800000000003</c:v>
                </c:pt>
                <c:pt idx="9389">
                  <c:v>6.4398900000000001</c:v>
                </c:pt>
                <c:pt idx="9390">
                  <c:v>6.4401900000000003</c:v>
                </c:pt>
                <c:pt idx="9391">
                  <c:v>6.4405000000000001</c:v>
                </c:pt>
                <c:pt idx="9392">
                  <c:v>6.4408000000000003</c:v>
                </c:pt>
                <c:pt idx="9393">
                  <c:v>6.4411100000000001</c:v>
                </c:pt>
                <c:pt idx="9394">
                  <c:v>6.4414100000000003</c:v>
                </c:pt>
                <c:pt idx="9395">
                  <c:v>6.4417200000000001</c:v>
                </c:pt>
                <c:pt idx="9396">
                  <c:v>6.4420200000000003</c:v>
                </c:pt>
                <c:pt idx="9397">
                  <c:v>6.4423300000000001</c:v>
                </c:pt>
                <c:pt idx="9398">
                  <c:v>6.4426300000000003</c:v>
                </c:pt>
                <c:pt idx="9399">
                  <c:v>6.4429400000000001</c:v>
                </c:pt>
                <c:pt idx="9400">
                  <c:v>6.4432400000000003</c:v>
                </c:pt>
                <c:pt idx="9401">
                  <c:v>6.4435500000000001</c:v>
                </c:pt>
                <c:pt idx="9402">
                  <c:v>6.4438599999999999</c:v>
                </c:pt>
                <c:pt idx="9403">
                  <c:v>6.4441600000000001</c:v>
                </c:pt>
                <c:pt idx="9404">
                  <c:v>6.4444699999999999</c:v>
                </c:pt>
                <c:pt idx="9405">
                  <c:v>6.4447700000000001</c:v>
                </c:pt>
                <c:pt idx="9406">
                  <c:v>6.4450799999999999</c:v>
                </c:pt>
                <c:pt idx="9407">
                  <c:v>6.4453800000000001</c:v>
                </c:pt>
                <c:pt idx="9408">
                  <c:v>6.4456899999999999</c:v>
                </c:pt>
                <c:pt idx="9409">
                  <c:v>6.4459900000000001</c:v>
                </c:pt>
                <c:pt idx="9410">
                  <c:v>6.4462999999999999</c:v>
                </c:pt>
                <c:pt idx="9411">
                  <c:v>6.4466000000000001</c:v>
                </c:pt>
                <c:pt idx="9412">
                  <c:v>6.4469099999999999</c:v>
                </c:pt>
                <c:pt idx="9413">
                  <c:v>6.4472100000000001</c:v>
                </c:pt>
                <c:pt idx="9414">
                  <c:v>6.4475199999999999</c:v>
                </c:pt>
                <c:pt idx="9415">
                  <c:v>6.4478299999999997</c:v>
                </c:pt>
                <c:pt idx="9416">
                  <c:v>6.4481299999999999</c:v>
                </c:pt>
                <c:pt idx="9417">
                  <c:v>6.4484399999999997</c:v>
                </c:pt>
                <c:pt idx="9418">
                  <c:v>6.4487399999999999</c:v>
                </c:pt>
                <c:pt idx="9419">
                  <c:v>6.4490499999999997</c:v>
                </c:pt>
                <c:pt idx="9420">
                  <c:v>6.4493499999999999</c:v>
                </c:pt>
                <c:pt idx="9421">
                  <c:v>6.4496599999999997</c:v>
                </c:pt>
                <c:pt idx="9422">
                  <c:v>6.4499599999999999</c:v>
                </c:pt>
                <c:pt idx="9423">
                  <c:v>6.4502699999999997</c:v>
                </c:pt>
                <c:pt idx="9424">
                  <c:v>6.4505699999999999</c:v>
                </c:pt>
                <c:pt idx="9425">
                  <c:v>6.4508799999999997</c:v>
                </c:pt>
                <c:pt idx="9426">
                  <c:v>6.4511799999999999</c:v>
                </c:pt>
                <c:pt idx="9427">
                  <c:v>6.4514899999999997</c:v>
                </c:pt>
                <c:pt idx="9428">
                  <c:v>6.4518000000000004</c:v>
                </c:pt>
                <c:pt idx="9429">
                  <c:v>6.4520999999999997</c:v>
                </c:pt>
                <c:pt idx="9430">
                  <c:v>6.4524100000000004</c:v>
                </c:pt>
                <c:pt idx="9431">
                  <c:v>6.4527099999999997</c:v>
                </c:pt>
                <c:pt idx="9432">
                  <c:v>6.4530200000000004</c:v>
                </c:pt>
                <c:pt idx="9433">
                  <c:v>6.4533199999999997</c:v>
                </c:pt>
                <c:pt idx="9434">
                  <c:v>6.4536300000000004</c:v>
                </c:pt>
                <c:pt idx="9435">
                  <c:v>6.4539299999999997</c:v>
                </c:pt>
                <c:pt idx="9436">
                  <c:v>6.4542400000000004</c:v>
                </c:pt>
                <c:pt idx="9437">
                  <c:v>6.4545399999999997</c:v>
                </c:pt>
                <c:pt idx="9438">
                  <c:v>6.4548500000000004</c:v>
                </c:pt>
                <c:pt idx="9439">
                  <c:v>6.4551499999999997</c:v>
                </c:pt>
                <c:pt idx="9440">
                  <c:v>6.4554600000000004</c:v>
                </c:pt>
                <c:pt idx="9441">
                  <c:v>6.4557700000000002</c:v>
                </c:pt>
                <c:pt idx="9442">
                  <c:v>6.4560700000000004</c:v>
                </c:pt>
                <c:pt idx="9443">
                  <c:v>6.4563800000000002</c:v>
                </c:pt>
                <c:pt idx="9444">
                  <c:v>6.4566800000000004</c:v>
                </c:pt>
                <c:pt idx="9445">
                  <c:v>6.4569900000000002</c:v>
                </c:pt>
                <c:pt idx="9446">
                  <c:v>6.4572900000000004</c:v>
                </c:pt>
                <c:pt idx="9447">
                  <c:v>6.4576000000000002</c:v>
                </c:pt>
                <c:pt idx="9448">
                  <c:v>6.4579000000000004</c:v>
                </c:pt>
                <c:pt idx="9449">
                  <c:v>6.4582100000000002</c:v>
                </c:pt>
                <c:pt idx="9450">
                  <c:v>6.4585100000000004</c:v>
                </c:pt>
                <c:pt idx="9451">
                  <c:v>6.4588200000000002</c:v>
                </c:pt>
                <c:pt idx="9452">
                  <c:v>6.45913</c:v>
                </c:pt>
                <c:pt idx="9453">
                  <c:v>6.4594300000000002</c:v>
                </c:pt>
                <c:pt idx="9454">
                  <c:v>6.45974</c:v>
                </c:pt>
                <c:pt idx="9455">
                  <c:v>6.4600400000000002</c:v>
                </c:pt>
                <c:pt idx="9456">
                  <c:v>6.46035</c:v>
                </c:pt>
                <c:pt idx="9457">
                  <c:v>6.4606500000000002</c:v>
                </c:pt>
                <c:pt idx="9458">
                  <c:v>6.46096</c:v>
                </c:pt>
                <c:pt idx="9459">
                  <c:v>6.4612600000000002</c:v>
                </c:pt>
                <c:pt idx="9460">
                  <c:v>6.46157</c:v>
                </c:pt>
                <c:pt idx="9461">
                  <c:v>6.4618700000000002</c:v>
                </c:pt>
                <c:pt idx="9462">
                  <c:v>6.46218</c:v>
                </c:pt>
                <c:pt idx="9463">
                  <c:v>6.4624800000000002</c:v>
                </c:pt>
                <c:pt idx="9464">
                  <c:v>6.46279</c:v>
                </c:pt>
                <c:pt idx="9465">
                  <c:v>6.4630999999999998</c:v>
                </c:pt>
                <c:pt idx="9466">
                  <c:v>6.4634</c:v>
                </c:pt>
                <c:pt idx="9467">
                  <c:v>6.4637099999999998</c:v>
                </c:pt>
                <c:pt idx="9468">
                  <c:v>6.46401</c:v>
                </c:pt>
                <c:pt idx="9469">
                  <c:v>6.4643199999999998</c:v>
                </c:pt>
                <c:pt idx="9470">
                  <c:v>6.46462</c:v>
                </c:pt>
                <c:pt idx="9471">
                  <c:v>6.4649299999999998</c:v>
                </c:pt>
                <c:pt idx="9472">
                  <c:v>6.46523</c:v>
                </c:pt>
                <c:pt idx="9473">
                  <c:v>6.4655399999999998</c:v>
                </c:pt>
                <c:pt idx="9474">
                  <c:v>6.46584</c:v>
                </c:pt>
                <c:pt idx="9475">
                  <c:v>6.4661499999999998</c:v>
                </c:pt>
                <c:pt idx="9476">
                  <c:v>6.46645</c:v>
                </c:pt>
                <c:pt idx="9477">
                  <c:v>6.4667599999999998</c:v>
                </c:pt>
                <c:pt idx="9478">
                  <c:v>6.4670699999999997</c:v>
                </c:pt>
                <c:pt idx="9479">
                  <c:v>6.4673699999999998</c:v>
                </c:pt>
                <c:pt idx="9480">
                  <c:v>6.4676799999999997</c:v>
                </c:pt>
                <c:pt idx="9481">
                  <c:v>6.4679799999999998</c:v>
                </c:pt>
                <c:pt idx="9482">
                  <c:v>6.4682899999999997</c:v>
                </c:pt>
                <c:pt idx="9483">
                  <c:v>6.4685899999999998</c:v>
                </c:pt>
                <c:pt idx="9484">
                  <c:v>6.4688999999999997</c:v>
                </c:pt>
                <c:pt idx="9485">
                  <c:v>6.4691999999999998</c:v>
                </c:pt>
                <c:pt idx="9486">
                  <c:v>6.4695099999999996</c:v>
                </c:pt>
                <c:pt idx="9487">
                  <c:v>6.4698099999999998</c:v>
                </c:pt>
                <c:pt idx="9488">
                  <c:v>6.4701199999999996</c:v>
                </c:pt>
                <c:pt idx="9489">
                  <c:v>6.4704199999999998</c:v>
                </c:pt>
                <c:pt idx="9490">
                  <c:v>6.4707299999999996</c:v>
                </c:pt>
                <c:pt idx="9491">
                  <c:v>6.4710400000000003</c:v>
                </c:pt>
                <c:pt idx="9492">
                  <c:v>6.4713399999999996</c:v>
                </c:pt>
                <c:pt idx="9493">
                  <c:v>6.4716500000000003</c:v>
                </c:pt>
                <c:pt idx="9494">
                  <c:v>6.4719499999999996</c:v>
                </c:pt>
                <c:pt idx="9495">
                  <c:v>6.4722600000000003</c:v>
                </c:pt>
                <c:pt idx="9496">
                  <c:v>6.4725599999999996</c:v>
                </c:pt>
                <c:pt idx="9497">
                  <c:v>6.4728700000000003</c:v>
                </c:pt>
                <c:pt idx="9498">
                  <c:v>6.4731699999999996</c:v>
                </c:pt>
                <c:pt idx="9499">
                  <c:v>6.4734800000000003</c:v>
                </c:pt>
                <c:pt idx="9500">
                  <c:v>6.4737799999999996</c:v>
                </c:pt>
                <c:pt idx="9501">
                  <c:v>6.4740900000000003</c:v>
                </c:pt>
                <c:pt idx="9502">
                  <c:v>6.4743899999999996</c:v>
                </c:pt>
                <c:pt idx="9503">
                  <c:v>6.4747000000000003</c:v>
                </c:pt>
                <c:pt idx="9504">
                  <c:v>6.4750100000000002</c:v>
                </c:pt>
                <c:pt idx="9505">
                  <c:v>6.4753100000000003</c:v>
                </c:pt>
                <c:pt idx="9506">
                  <c:v>6.4756200000000002</c:v>
                </c:pt>
                <c:pt idx="9507">
                  <c:v>6.4759200000000003</c:v>
                </c:pt>
                <c:pt idx="9508">
                  <c:v>6.4762300000000002</c:v>
                </c:pt>
                <c:pt idx="9509">
                  <c:v>6.4765300000000003</c:v>
                </c:pt>
                <c:pt idx="9510">
                  <c:v>6.4768400000000002</c:v>
                </c:pt>
                <c:pt idx="9511">
                  <c:v>6.4771400000000003</c:v>
                </c:pt>
                <c:pt idx="9512">
                  <c:v>6.4774500000000002</c:v>
                </c:pt>
                <c:pt idx="9513">
                  <c:v>6.4777500000000003</c:v>
                </c:pt>
                <c:pt idx="9514">
                  <c:v>6.4780600000000002</c:v>
                </c:pt>
                <c:pt idx="9515">
                  <c:v>6.47837</c:v>
                </c:pt>
                <c:pt idx="9516">
                  <c:v>6.4786700000000002</c:v>
                </c:pt>
                <c:pt idx="9517">
                  <c:v>6.47898</c:v>
                </c:pt>
                <c:pt idx="9518">
                  <c:v>6.4792800000000002</c:v>
                </c:pt>
                <c:pt idx="9519">
                  <c:v>6.47959</c:v>
                </c:pt>
                <c:pt idx="9520">
                  <c:v>6.4798900000000001</c:v>
                </c:pt>
                <c:pt idx="9521">
                  <c:v>6.4802</c:v>
                </c:pt>
                <c:pt idx="9522">
                  <c:v>6.4805000000000001</c:v>
                </c:pt>
                <c:pt idx="9523">
                  <c:v>6.48081</c:v>
                </c:pt>
                <c:pt idx="9524">
                  <c:v>6.4811100000000001</c:v>
                </c:pt>
                <c:pt idx="9525">
                  <c:v>6.48142</c:v>
                </c:pt>
                <c:pt idx="9526">
                  <c:v>6.4817200000000001</c:v>
                </c:pt>
                <c:pt idx="9527">
                  <c:v>6.48203</c:v>
                </c:pt>
                <c:pt idx="9528">
                  <c:v>6.4823399999999998</c:v>
                </c:pt>
                <c:pt idx="9529">
                  <c:v>6.48264</c:v>
                </c:pt>
                <c:pt idx="9530">
                  <c:v>6.4829499999999998</c:v>
                </c:pt>
                <c:pt idx="9531">
                  <c:v>6.48325</c:v>
                </c:pt>
                <c:pt idx="9532">
                  <c:v>6.4835599999999998</c:v>
                </c:pt>
                <c:pt idx="9533">
                  <c:v>6.48386</c:v>
                </c:pt>
                <c:pt idx="9534">
                  <c:v>6.4841699999999998</c:v>
                </c:pt>
                <c:pt idx="9535">
                  <c:v>6.48447</c:v>
                </c:pt>
                <c:pt idx="9536">
                  <c:v>6.4847799999999998</c:v>
                </c:pt>
                <c:pt idx="9537">
                  <c:v>6.48508</c:v>
                </c:pt>
                <c:pt idx="9538">
                  <c:v>6.4853899999999998</c:v>
                </c:pt>
                <c:pt idx="9539">
                  <c:v>6.48569</c:v>
                </c:pt>
                <c:pt idx="9540">
                  <c:v>6.4859999999999998</c:v>
                </c:pt>
                <c:pt idx="9541">
                  <c:v>6.4863099999999996</c:v>
                </c:pt>
                <c:pt idx="9542">
                  <c:v>6.4866099999999998</c:v>
                </c:pt>
                <c:pt idx="9543">
                  <c:v>6.4869199999999996</c:v>
                </c:pt>
                <c:pt idx="9544">
                  <c:v>6.4872199999999998</c:v>
                </c:pt>
                <c:pt idx="9545">
                  <c:v>6.4875299999999996</c:v>
                </c:pt>
                <c:pt idx="9546">
                  <c:v>6.4878299999999998</c:v>
                </c:pt>
                <c:pt idx="9547">
                  <c:v>6.4881399999999996</c:v>
                </c:pt>
                <c:pt idx="9548">
                  <c:v>6.4884399999999998</c:v>
                </c:pt>
                <c:pt idx="9549">
                  <c:v>6.4887499999999996</c:v>
                </c:pt>
                <c:pt idx="9550">
                  <c:v>6.4890499999999998</c:v>
                </c:pt>
                <c:pt idx="9551">
                  <c:v>6.4893599999999996</c:v>
                </c:pt>
                <c:pt idx="9552">
                  <c:v>6.4896599999999998</c:v>
                </c:pt>
                <c:pt idx="9553">
                  <c:v>6.4899699999999996</c:v>
                </c:pt>
                <c:pt idx="9554">
                  <c:v>6.4902800000000003</c:v>
                </c:pt>
                <c:pt idx="9555">
                  <c:v>6.4905799999999996</c:v>
                </c:pt>
                <c:pt idx="9556">
                  <c:v>6.4908900000000003</c:v>
                </c:pt>
                <c:pt idx="9557">
                  <c:v>6.4911899999999996</c:v>
                </c:pt>
                <c:pt idx="9558">
                  <c:v>6.4915000000000003</c:v>
                </c:pt>
                <c:pt idx="9559">
                  <c:v>6.4917999999999996</c:v>
                </c:pt>
                <c:pt idx="9560">
                  <c:v>6.4921100000000003</c:v>
                </c:pt>
                <c:pt idx="9561">
                  <c:v>6.4924099999999996</c:v>
                </c:pt>
                <c:pt idx="9562">
                  <c:v>6.4927200000000003</c:v>
                </c:pt>
                <c:pt idx="9563">
                  <c:v>6.4930199999999996</c:v>
                </c:pt>
                <c:pt idx="9564">
                  <c:v>6.4933300000000003</c:v>
                </c:pt>
                <c:pt idx="9565">
                  <c:v>6.4936400000000001</c:v>
                </c:pt>
                <c:pt idx="9566">
                  <c:v>6.4939400000000003</c:v>
                </c:pt>
                <c:pt idx="9567">
                  <c:v>6.4942500000000001</c:v>
                </c:pt>
                <c:pt idx="9568">
                  <c:v>6.4945500000000003</c:v>
                </c:pt>
                <c:pt idx="9569">
                  <c:v>6.4948600000000001</c:v>
                </c:pt>
                <c:pt idx="9570">
                  <c:v>6.4951600000000003</c:v>
                </c:pt>
                <c:pt idx="9571">
                  <c:v>6.4954700000000001</c:v>
                </c:pt>
                <c:pt idx="9572">
                  <c:v>6.4957700000000003</c:v>
                </c:pt>
                <c:pt idx="9573">
                  <c:v>6.4960800000000001</c:v>
                </c:pt>
                <c:pt idx="9574">
                  <c:v>6.4963800000000003</c:v>
                </c:pt>
                <c:pt idx="9575">
                  <c:v>6.4966900000000001</c:v>
                </c:pt>
                <c:pt idx="9576">
                  <c:v>6.4969900000000003</c:v>
                </c:pt>
                <c:pt idx="9577">
                  <c:v>6.4973000000000001</c:v>
                </c:pt>
                <c:pt idx="9578">
                  <c:v>6.4976099999999999</c:v>
                </c:pt>
                <c:pt idx="9579">
                  <c:v>6.4979100000000001</c:v>
                </c:pt>
                <c:pt idx="9580">
                  <c:v>6.4982199999999999</c:v>
                </c:pt>
                <c:pt idx="9581">
                  <c:v>6.4985200000000001</c:v>
                </c:pt>
                <c:pt idx="9582">
                  <c:v>6.4988299999999999</c:v>
                </c:pt>
                <c:pt idx="9583">
                  <c:v>6.4991300000000001</c:v>
                </c:pt>
                <c:pt idx="9584">
                  <c:v>6.4994399999999999</c:v>
                </c:pt>
                <c:pt idx="9585">
                  <c:v>6.4997400000000001</c:v>
                </c:pt>
                <c:pt idx="9586">
                  <c:v>6.5000499999999999</c:v>
                </c:pt>
                <c:pt idx="9587">
                  <c:v>6.5003500000000001</c:v>
                </c:pt>
                <c:pt idx="9588">
                  <c:v>6.5006599999999999</c:v>
                </c:pt>
                <c:pt idx="9589">
                  <c:v>6.5009600000000001</c:v>
                </c:pt>
                <c:pt idx="9590">
                  <c:v>6.5012699999999999</c:v>
                </c:pt>
                <c:pt idx="9591">
                  <c:v>6.5015799999999997</c:v>
                </c:pt>
                <c:pt idx="9592">
                  <c:v>6.5018799999999999</c:v>
                </c:pt>
                <c:pt idx="9593">
                  <c:v>6.5021899999999997</c:v>
                </c:pt>
                <c:pt idx="9594">
                  <c:v>6.5024899999999999</c:v>
                </c:pt>
                <c:pt idx="9595">
                  <c:v>6.5027999999999997</c:v>
                </c:pt>
                <c:pt idx="9596">
                  <c:v>6.5030999999999999</c:v>
                </c:pt>
                <c:pt idx="9597">
                  <c:v>6.5034099999999997</c:v>
                </c:pt>
                <c:pt idx="9598">
                  <c:v>6.5037099999999999</c:v>
                </c:pt>
                <c:pt idx="9599">
                  <c:v>6.5040199999999997</c:v>
                </c:pt>
                <c:pt idx="9600">
                  <c:v>6.5043199999999999</c:v>
                </c:pt>
                <c:pt idx="9601">
                  <c:v>6.5046299999999997</c:v>
                </c:pt>
                <c:pt idx="9602">
                  <c:v>6.5049299999999999</c:v>
                </c:pt>
                <c:pt idx="9603">
                  <c:v>6.5052399999999997</c:v>
                </c:pt>
                <c:pt idx="9604">
                  <c:v>6.5055500000000004</c:v>
                </c:pt>
                <c:pt idx="9605">
                  <c:v>6.5058499999999997</c:v>
                </c:pt>
                <c:pt idx="9606">
                  <c:v>6.5061600000000004</c:v>
                </c:pt>
                <c:pt idx="9607">
                  <c:v>6.5064599999999997</c:v>
                </c:pt>
                <c:pt idx="9608">
                  <c:v>6.5067700000000004</c:v>
                </c:pt>
                <c:pt idx="9609">
                  <c:v>6.5070699999999997</c:v>
                </c:pt>
                <c:pt idx="9610">
                  <c:v>6.5073800000000004</c:v>
                </c:pt>
                <c:pt idx="9611">
                  <c:v>6.5076799999999997</c:v>
                </c:pt>
                <c:pt idx="9612">
                  <c:v>6.5079900000000004</c:v>
                </c:pt>
                <c:pt idx="9613">
                  <c:v>6.5082899999999997</c:v>
                </c:pt>
                <c:pt idx="9614">
                  <c:v>6.5086000000000004</c:v>
                </c:pt>
                <c:pt idx="9615">
                  <c:v>6.5088999999999997</c:v>
                </c:pt>
                <c:pt idx="9616">
                  <c:v>6.5092100000000004</c:v>
                </c:pt>
                <c:pt idx="9617">
                  <c:v>6.5095200000000002</c:v>
                </c:pt>
                <c:pt idx="9618">
                  <c:v>6.5098200000000004</c:v>
                </c:pt>
                <c:pt idx="9619">
                  <c:v>6.5101300000000002</c:v>
                </c:pt>
                <c:pt idx="9620">
                  <c:v>6.5104300000000004</c:v>
                </c:pt>
                <c:pt idx="9621">
                  <c:v>6.5107400000000002</c:v>
                </c:pt>
                <c:pt idx="9622">
                  <c:v>6.5110400000000004</c:v>
                </c:pt>
                <c:pt idx="9623">
                  <c:v>6.5113500000000002</c:v>
                </c:pt>
                <c:pt idx="9624">
                  <c:v>6.5116500000000004</c:v>
                </c:pt>
                <c:pt idx="9625">
                  <c:v>6.5119600000000002</c:v>
                </c:pt>
                <c:pt idx="9626">
                  <c:v>6.5122600000000004</c:v>
                </c:pt>
                <c:pt idx="9627">
                  <c:v>6.5125700000000002</c:v>
                </c:pt>
                <c:pt idx="9628">
                  <c:v>6.51288</c:v>
                </c:pt>
                <c:pt idx="9629">
                  <c:v>6.5131800000000002</c:v>
                </c:pt>
                <c:pt idx="9630">
                  <c:v>6.51349</c:v>
                </c:pt>
                <c:pt idx="9631">
                  <c:v>6.5137900000000002</c:v>
                </c:pt>
                <c:pt idx="9632">
                  <c:v>6.5141</c:v>
                </c:pt>
                <c:pt idx="9633">
                  <c:v>6.5144000000000002</c:v>
                </c:pt>
                <c:pt idx="9634">
                  <c:v>6.51471</c:v>
                </c:pt>
                <c:pt idx="9635">
                  <c:v>6.5150100000000002</c:v>
                </c:pt>
                <c:pt idx="9636">
                  <c:v>6.51532</c:v>
                </c:pt>
                <c:pt idx="9637">
                  <c:v>6.5156200000000002</c:v>
                </c:pt>
                <c:pt idx="9638">
                  <c:v>6.51593</c:v>
                </c:pt>
                <c:pt idx="9639">
                  <c:v>6.5162300000000002</c:v>
                </c:pt>
                <c:pt idx="9640">
                  <c:v>6.51654</c:v>
                </c:pt>
                <c:pt idx="9641">
                  <c:v>6.5168499999999998</c:v>
                </c:pt>
                <c:pt idx="9642">
                  <c:v>6.51715</c:v>
                </c:pt>
                <c:pt idx="9643">
                  <c:v>6.5174599999999998</c:v>
                </c:pt>
                <c:pt idx="9644">
                  <c:v>6.51776</c:v>
                </c:pt>
                <c:pt idx="9645">
                  <c:v>6.5180699999999998</c:v>
                </c:pt>
                <c:pt idx="9646">
                  <c:v>6.51837</c:v>
                </c:pt>
                <c:pt idx="9647">
                  <c:v>6.5186799999999998</c:v>
                </c:pt>
                <c:pt idx="9648">
                  <c:v>6.51898</c:v>
                </c:pt>
                <c:pt idx="9649">
                  <c:v>6.5192899999999998</c:v>
                </c:pt>
                <c:pt idx="9650">
                  <c:v>6.51959</c:v>
                </c:pt>
                <c:pt idx="9651">
                  <c:v>6.5198999999999998</c:v>
                </c:pt>
                <c:pt idx="9652">
                  <c:v>6.5202</c:v>
                </c:pt>
                <c:pt idx="9653">
                  <c:v>6.5205099999999998</c:v>
                </c:pt>
                <c:pt idx="9654">
                  <c:v>6.5208199999999996</c:v>
                </c:pt>
                <c:pt idx="9655">
                  <c:v>6.5211199999999998</c:v>
                </c:pt>
                <c:pt idx="9656">
                  <c:v>6.5214299999999996</c:v>
                </c:pt>
                <c:pt idx="9657">
                  <c:v>6.5217299999999998</c:v>
                </c:pt>
                <c:pt idx="9658">
                  <c:v>6.5220399999999996</c:v>
                </c:pt>
                <c:pt idx="9659">
                  <c:v>6.5223399999999998</c:v>
                </c:pt>
                <c:pt idx="9660">
                  <c:v>6.5226499999999996</c:v>
                </c:pt>
                <c:pt idx="9661">
                  <c:v>6.5229499999999998</c:v>
                </c:pt>
                <c:pt idx="9662">
                  <c:v>6.5232599999999996</c:v>
                </c:pt>
                <c:pt idx="9663">
                  <c:v>6.5235599999999998</c:v>
                </c:pt>
                <c:pt idx="9664">
                  <c:v>6.5238699999999996</c:v>
                </c:pt>
                <c:pt idx="9665">
                  <c:v>6.5241699999999998</c:v>
                </c:pt>
                <c:pt idx="9666">
                  <c:v>6.5244799999999996</c:v>
                </c:pt>
                <c:pt idx="9667">
                  <c:v>6.5247900000000003</c:v>
                </c:pt>
                <c:pt idx="9668">
                  <c:v>6.5250899999999996</c:v>
                </c:pt>
                <c:pt idx="9669">
                  <c:v>6.5254000000000003</c:v>
                </c:pt>
                <c:pt idx="9670">
                  <c:v>6.5256999999999996</c:v>
                </c:pt>
                <c:pt idx="9671">
                  <c:v>6.5260100000000003</c:v>
                </c:pt>
                <c:pt idx="9672">
                  <c:v>6.5263099999999996</c:v>
                </c:pt>
                <c:pt idx="9673">
                  <c:v>6.5266200000000003</c:v>
                </c:pt>
                <c:pt idx="9674">
                  <c:v>6.5269199999999996</c:v>
                </c:pt>
                <c:pt idx="9675">
                  <c:v>6.5272300000000003</c:v>
                </c:pt>
                <c:pt idx="9676">
                  <c:v>6.5275299999999996</c:v>
                </c:pt>
                <c:pt idx="9677">
                  <c:v>6.5278400000000003</c:v>
                </c:pt>
                <c:pt idx="9678">
                  <c:v>6.5281399999999996</c:v>
                </c:pt>
                <c:pt idx="9679">
                  <c:v>6.5284500000000003</c:v>
                </c:pt>
                <c:pt idx="9680">
                  <c:v>6.5287600000000001</c:v>
                </c:pt>
                <c:pt idx="9681">
                  <c:v>6.5290600000000003</c:v>
                </c:pt>
                <c:pt idx="9682">
                  <c:v>6.5293700000000001</c:v>
                </c:pt>
                <c:pt idx="9683">
                  <c:v>6.5296700000000003</c:v>
                </c:pt>
                <c:pt idx="9684">
                  <c:v>6.5299800000000001</c:v>
                </c:pt>
                <c:pt idx="9685">
                  <c:v>6.5302800000000003</c:v>
                </c:pt>
                <c:pt idx="9686">
                  <c:v>6.5305900000000001</c:v>
                </c:pt>
                <c:pt idx="9687">
                  <c:v>6.5308900000000003</c:v>
                </c:pt>
                <c:pt idx="9688">
                  <c:v>6.5312000000000001</c:v>
                </c:pt>
                <c:pt idx="9689">
                  <c:v>6.5315000000000003</c:v>
                </c:pt>
                <c:pt idx="9690">
                  <c:v>6.5318100000000001</c:v>
                </c:pt>
                <c:pt idx="9691">
                  <c:v>6.5321199999999999</c:v>
                </c:pt>
                <c:pt idx="9692">
                  <c:v>6.5324200000000001</c:v>
                </c:pt>
                <c:pt idx="9693">
                  <c:v>6.5327299999999999</c:v>
                </c:pt>
                <c:pt idx="9694">
                  <c:v>6.5330300000000001</c:v>
                </c:pt>
                <c:pt idx="9695">
                  <c:v>6.5333399999999999</c:v>
                </c:pt>
                <c:pt idx="9696">
                  <c:v>6.5336400000000001</c:v>
                </c:pt>
                <c:pt idx="9697">
                  <c:v>6.5339499999999999</c:v>
                </c:pt>
                <c:pt idx="9698">
                  <c:v>6.5342500000000001</c:v>
                </c:pt>
                <c:pt idx="9699">
                  <c:v>6.5345599999999999</c:v>
                </c:pt>
                <c:pt idx="9700">
                  <c:v>6.5348600000000001</c:v>
                </c:pt>
                <c:pt idx="9701">
                  <c:v>6.5351699999999999</c:v>
                </c:pt>
                <c:pt idx="9702">
                  <c:v>6.5354700000000001</c:v>
                </c:pt>
                <c:pt idx="9703">
                  <c:v>6.5357799999999999</c:v>
                </c:pt>
                <c:pt idx="9704">
                  <c:v>6.5360899999999997</c:v>
                </c:pt>
                <c:pt idx="9705">
                  <c:v>6.5363899999999999</c:v>
                </c:pt>
                <c:pt idx="9706">
                  <c:v>6.5366999999999997</c:v>
                </c:pt>
                <c:pt idx="9707">
                  <c:v>6.5369999999999999</c:v>
                </c:pt>
                <c:pt idx="9708">
                  <c:v>6.5373099999999997</c:v>
                </c:pt>
                <c:pt idx="9709">
                  <c:v>6.5376099999999999</c:v>
                </c:pt>
                <c:pt idx="9710">
                  <c:v>6.5379199999999997</c:v>
                </c:pt>
                <c:pt idx="9711">
                  <c:v>6.5382199999999999</c:v>
                </c:pt>
                <c:pt idx="9712">
                  <c:v>6.5385299999999997</c:v>
                </c:pt>
                <c:pt idx="9713">
                  <c:v>6.5388299999999999</c:v>
                </c:pt>
                <c:pt idx="9714">
                  <c:v>6.5391399999999997</c:v>
                </c:pt>
                <c:pt idx="9715">
                  <c:v>6.5394399999999999</c:v>
                </c:pt>
                <c:pt idx="9716">
                  <c:v>6.5397499999999997</c:v>
                </c:pt>
                <c:pt idx="9717">
                  <c:v>6.5400600000000004</c:v>
                </c:pt>
                <c:pt idx="9718">
                  <c:v>6.5403599999999997</c:v>
                </c:pt>
                <c:pt idx="9719">
                  <c:v>6.5406700000000004</c:v>
                </c:pt>
                <c:pt idx="9720">
                  <c:v>6.5409699999999997</c:v>
                </c:pt>
                <c:pt idx="9721">
                  <c:v>6.5412800000000004</c:v>
                </c:pt>
                <c:pt idx="9722">
                  <c:v>6.5415799999999997</c:v>
                </c:pt>
                <c:pt idx="9723">
                  <c:v>6.5418900000000004</c:v>
                </c:pt>
                <c:pt idx="9724">
                  <c:v>6.5421899999999997</c:v>
                </c:pt>
                <c:pt idx="9725">
                  <c:v>6.5425000000000004</c:v>
                </c:pt>
                <c:pt idx="9726">
                  <c:v>6.5427999999999997</c:v>
                </c:pt>
                <c:pt idx="9727">
                  <c:v>6.5431100000000004</c:v>
                </c:pt>
                <c:pt idx="9728">
                  <c:v>6.5434099999999997</c:v>
                </c:pt>
                <c:pt idx="9729">
                  <c:v>6.5437200000000004</c:v>
                </c:pt>
                <c:pt idx="9730">
                  <c:v>6.5440300000000002</c:v>
                </c:pt>
                <c:pt idx="9731">
                  <c:v>6.5443300000000004</c:v>
                </c:pt>
                <c:pt idx="9732">
                  <c:v>6.5446400000000002</c:v>
                </c:pt>
                <c:pt idx="9733">
                  <c:v>6.5449400000000004</c:v>
                </c:pt>
                <c:pt idx="9734">
                  <c:v>6.5452500000000002</c:v>
                </c:pt>
                <c:pt idx="9735">
                  <c:v>6.5455500000000004</c:v>
                </c:pt>
                <c:pt idx="9736">
                  <c:v>6.5458600000000002</c:v>
                </c:pt>
                <c:pt idx="9737">
                  <c:v>6.5461600000000004</c:v>
                </c:pt>
                <c:pt idx="9738">
                  <c:v>6.5464700000000002</c:v>
                </c:pt>
                <c:pt idx="9739">
                  <c:v>6.5467700000000004</c:v>
                </c:pt>
                <c:pt idx="9740">
                  <c:v>6.5470800000000002</c:v>
                </c:pt>
                <c:pt idx="9741">
                  <c:v>6.54739</c:v>
                </c:pt>
                <c:pt idx="9742">
                  <c:v>6.5476900000000002</c:v>
                </c:pt>
                <c:pt idx="9743">
                  <c:v>6.548</c:v>
                </c:pt>
                <c:pt idx="9744">
                  <c:v>6.5483000000000002</c:v>
                </c:pt>
                <c:pt idx="9745">
                  <c:v>6.54861</c:v>
                </c:pt>
                <c:pt idx="9746">
                  <c:v>6.5489100000000002</c:v>
                </c:pt>
                <c:pt idx="9747">
                  <c:v>6.54922</c:v>
                </c:pt>
                <c:pt idx="9748">
                  <c:v>6.5495200000000002</c:v>
                </c:pt>
                <c:pt idx="9749">
                  <c:v>6.54983</c:v>
                </c:pt>
                <c:pt idx="9750">
                  <c:v>6.5501300000000002</c:v>
                </c:pt>
                <c:pt idx="9751">
                  <c:v>6.55044</c:v>
                </c:pt>
                <c:pt idx="9752">
                  <c:v>6.5507400000000002</c:v>
                </c:pt>
                <c:pt idx="9753">
                  <c:v>6.55105</c:v>
                </c:pt>
                <c:pt idx="9754">
                  <c:v>6.5513599999999999</c:v>
                </c:pt>
                <c:pt idx="9755">
                  <c:v>6.55166</c:v>
                </c:pt>
                <c:pt idx="9756">
                  <c:v>6.5519699999999998</c:v>
                </c:pt>
                <c:pt idx="9757">
                  <c:v>6.55227</c:v>
                </c:pt>
                <c:pt idx="9758">
                  <c:v>6.5525799999999998</c:v>
                </c:pt>
                <c:pt idx="9759">
                  <c:v>6.55288</c:v>
                </c:pt>
                <c:pt idx="9760">
                  <c:v>6.5531899999999998</c:v>
                </c:pt>
                <c:pt idx="9761">
                  <c:v>6.55349</c:v>
                </c:pt>
                <c:pt idx="9762">
                  <c:v>6.5537999999999998</c:v>
                </c:pt>
                <c:pt idx="9763">
                  <c:v>6.5541</c:v>
                </c:pt>
                <c:pt idx="9764">
                  <c:v>6.5544099999999998</c:v>
                </c:pt>
                <c:pt idx="9765">
                  <c:v>6.55471</c:v>
                </c:pt>
                <c:pt idx="9766">
                  <c:v>6.5550199999999998</c:v>
                </c:pt>
                <c:pt idx="9767">
                  <c:v>6.5553299999999997</c:v>
                </c:pt>
                <c:pt idx="9768">
                  <c:v>6.5556299999999998</c:v>
                </c:pt>
                <c:pt idx="9769">
                  <c:v>6.5559399999999997</c:v>
                </c:pt>
                <c:pt idx="9770">
                  <c:v>6.5562399999999998</c:v>
                </c:pt>
                <c:pt idx="9771">
                  <c:v>6.5565499999999997</c:v>
                </c:pt>
                <c:pt idx="9772">
                  <c:v>6.5568499999999998</c:v>
                </c:pt>
                <c:pt idx="9773">
                  <c:v>6.5571599999999997</c:v>
                </c:pt>
                <c:pt idx="9774">
                  <c:v>6.5574599999999998</c:v>
                </c:pt>
                <c:pt idx="9775">
                  <c:v>6.5577699999999997</c:v>
                </c:pt>
                <c:pt idx="9776">
                  <c:v>6.5580699999999998</c:v>
                </c:pt>
                <c:pt idx="9777">
                  <c:v>6.5583799999999997</c:v>
                </c:pt>
                <c:pt idx="9778">
                  <c:v>6.5586799999999998</c:v>
                </c:pt>
                <c:pt idx="9779">
                  <c:v>6.5589899999999997</c:v>
                </c:pt>
                <c:pt idx="9780">
                  <c:v>6.5593000000000004</c:v>
                </c:pt>
                <c:pt idx="9781">
                  <c:v>6.5595999999999997</c:v>
                </c:pt>
                <c:pt idx="9782">
                  <c:v>6.5599100000000004</c:v>
                </c:pt>
                <c:pt idx="9783">
                  <c:v>6.5602099999999997</c:v>
                </c:pt>
                <c:pt idx="9784">
                  <c:v>6.5605200000000004</c:v>
                </c:pt>
                <c:pt idx="9785">
                  <c:v>6.5608199999999997</c:v>
                </c:pt>
                <c:pt idx="9786">
                  <c:v>6.5611300000000004</c:v>
                </c:pt>
                <c:pt idx="9787">
                  <c:v>6.5614299999999997</c:v>
                </c:pt>
                <c:pt idx="9788">
                  <c:v>6.5617400000000004</c:v>
                </c:pt>
                <c:pt idx="9789">
                  <c:v>6.5620399999999997</c:v>
                </c:pt>
                <c:pt idx="9790">
                  <c:v>6.5623500000000003</c:v>
                </c:pt>
                <c:pt idx="9791">
                  <c:v>6.5626499999999997</c:v>
                </c:pt>
                <c:pt idx="9792">
                  <c:v>6.5629600000000003</c:v>
                </c:pt>
                <c:pt idx="9793">
                  <c:v>6.5632700000000002</c:v>
                </c:pt>
                <c:pt idx="9794">
                  <c:v>6.5635700000000003</c:v>
                </c:pt>
                <c:pt idx="9795">
                  <c:v>6.5638800000000002</c:v>
                </c:pt>
                <c:pt idx="9796">
                  <c:v>6.5641800000000003</c:v>
                </c:pt>
                <c:pt idx="9797">
                  <c:v>6.5644900000000002</c:v>
                </c:pt>
                <c:pt idx="9798">
                  <c:v>6.5647900000000003</c:v>
                </c:pt>
                <c:pt idx="9799">
                  <c:v>6.5651000000000002</c:v>
                </c:pt>
                <c:pt idx="9800">
                  <c:v>6.5654000000000003</c:v>
                </c:pt>
                <c:pt idx="9801">
                  <c:v>6.5657100000000002</c:v>
                </c:pt>
                <c:pt idx="9802">
                  <c:v>6.5660100000000003</c:v>
                </c:pt>
                <c:pt idx="9803">
                  <c:v>6.5663200000000002</c:v>
                </c:pt>
                <c:pt idx="9804">
                  <c:v>6.56663</c:v>
                </c:pt>
                <c:pt idx="9805">
                  <c:v>6.5669300000000002</c:v>
                </c:pt>
                <c:pt idx="9806">
                  <c:v>6.56724</c:v>
                </c:pt>
                <c:pt idx="9807">
                  <c:v>6.5675400000000002</c:v>
                </c:pt>
                <c:pt idx="9808">
                  <c:v>6.56785</c:v>
                </c:pt>
                <c:pt idx="9809">
                  <c:v>6.5681500000000002</c:v>
                </c:pt>
                <c:pt idx="9810">
                  <c:v>6.56846</c:v>
                </c:pt>
                <c:pt idx="9811">
                  <c:v>6.5687600000000002</c:v>
                </c:pt>
                <c:pt idx="9812">
                  <c:v>6.56907</c:v>
                </c:pt>
                <c:pt idx="9813">
                  <c:v>6.5693700000000002</c:v>
                </c:pt>
                <c:pt idx="9814">
                  <c:v>6.56968</c:v>
                </c:pt>
                <c:pt idx="9815">
                  <c:v>6.5699800000000002</c:v>
                </c:pt>
                <c:pt idx="9816">
                  <c:v>6.57029</c:v>
                </c:pt>
                <c:pt idx="9817">
                  <c:v>6.5705999999999998</c:v>
                </c:pt>
                <c:pt idx="9818">
                  <c:v>6.5709</c:v>
                </c:pt>
                <c:pt idx="9819">
                  <c:v>6.5712099999999998</c:v>
                </c:pt>
                <c:pt idx="9820">
                  <c:v>6.57151</c:v>
                </c:pt>
                <c:pt idx="9821">
                  <c:v>6.5718199999999998</c:v>
                </c:pt>
                <c:pt idx="9822">
                  <c:v>6.57212</c:v>
                </c:pt>
                <c:pt idx="9823">
                  <c:v>6.5724299999999998</c:v>
                </c:pt>
                <c:pt idx="9824">
                  <c:v>6.57273</c:v>
                </c:pt>
                <c:pt idx="9825">
                  <c:v>6.5730399999999998</c:v>
                </c:pt>
                <c:pt idx="9826">
                  <c:v>6.57334</c:v>
                </c:pt>
                <c:pt idx="9827">
                  <c:v>6.5736499999999998</c:v>
                </c:pt>
                <c:pt idx="9828">
                  <c:v>6.57395</c:v>
                </c:pt>
                <c:pt idx="9829">
                  <c:v>6.5742599999999998</c:v>
                </c:pt>
                <c:pt idx="9830">
                  <c:v>6.5745699999999996</c:v>
                </c:pt>
                <c:pt idx="9831">
                  <c:v>6.5748699999999998</c:v>
                </c:pt>
                <c:pt idx="9832">
                  <c:v>6.5751799999999996</c:v>
                </c:pt>
                <c:pt idx="9833">
                  <c:v>6.5754799999999998</c:v>
                </c:pt>
                <c:pt idx="9834">
                  <c:v>6.5757899999999996</c:v>
                </c:pt>
                <c:pt idx="9835">
                  <c:v>6.5760899999999998</c:v>
                </c:pt>
                <c:pt idx="9836">
                  <c:v>6.5763999999999996</c:v>
                </c:pt>
                <c:pt idx="9837">
                  <c:v>6.5766999999999998</c:v>
                </c:pt>
                <c:pt idx="9838">
                  <c:v>6.5770099999999996</c:v>
                </c:pt>
                <c:pt idx="9839">
                  <c:v>6.5773099999999998</c:v>
                </c:pt>
                <c:pt idx="9840">
                  <c:v>6.5776199999999996</c:v>
                </c:pt>
                <c:pt idx="9841">
                  <c:v>6.5779199999999998</c:v>
                </c:pt>
                <c:pt idx="9842">
                  <c:v>6.5782299999999996</c:v>
                </c:pt>
                <c:pt idx="9843">
                  <c:v>6.5785400000000003</c:v>
                </c:pt>
                <c:pt idx="9844">
                  <c:v>6.5788399999999996</c:v>
                </c:pt>
                <c:pt idx="9845">
                  <c:v>6.5791500000000003</c:v>
                </c:pt>
                <c:pt idx="9846">
                  <c:v>6.5794499999999996</c:v>
                </c:pt>
                <c:pt idx="9847">
                  <c:v>6.5797600000000003</c:v>
                </c:pt>
                <c:pt idx="9848">
                  <c:v>6.5800599999999996</c:v>
                </c:pt>
                <c:pt idx="9849">
                  <c:v>6.5803700000000003</c:v>
                </c:pt>
                <c:pt idx="9850">
                  <c:v>6.5806699999999996</c:v>
                </c:pt>
                <c:pt idx="9851">
                  <c:v>6.5809800000000003</c:v>
                </c:pt>
                <c:pt idx="9852">
                  <c:v>6.5812799999999996</c:v>
                </c:pt>
                <c:pt idx="9853">
                  <c:v>6.5815900000000003</c:v>
                </c:pt>
                <c:pt idx="9854">
                  <c:v>6.5818899999999996</c:v>
                </c:pt>
                <c:pt idx="9855">
                  <c:v>6.5822000000000003</c:v>
                </c:pt>
                <c:pt idx="9856">
                  <c:v>6.5825100000000001</c:v>
                </c:pt>
                <c:pt idx="9857">
                  <c:v>6.5828100000000003</c:v>
                </c:pt>
                <c:pt idx="9858">
                  <c:v>6.5831200000000001</c:v>
                </c:pt>
                <c:pt idx="9859">
                  <c:v>6.5834200000000003</c:v>
                </c:pt>
                <c:pt idx="9860">
                  <c:v>6.5837300000000001</c:v>
                </c:pt>
                <c:pt idx="9861">
                  <c:v>6.5840300000000003</c:v>
                </c:pt>
                <c:pt idx="9862">
                  <c:v>6.5843400000000001</c:v>
                </c:pt>
                <c:pt idx="9863">
                  <c:v>6.5846400000000003</c:v>
                </c:pt>
                <c:pt idx="9864">
                  <c:v>6.5849500000000001</c:v>
                </c:pt>
                <c:pt idx="9865">
                  <c:v>6.5852500000000003</c:v>
                </c:pt>
                <c:pt idx="9866">
                  <c:v>6.5855600000000001</c:v>
                </c:pt>
                <c:pt idx="9867">
                  <c:v>6.5858699999999999</c:v>
                </c:pt>
                <c:pt idx="9868">
                  <c:v>6.5861700000000001</c:v>
                </c:pt>
                <c:pt idx="9869">
                  <c:v>6.5864799999999999</c:v>
                </c:pt>
                <c:pt idx="9870">
                  <c:v>6.5867800000000001</c:v>
                </c:pt>
                <c:pt idx="9871">
                  <c:v>6.5870899999999999</c:v>
                </c:pt>
                <c:pt idx="9872">
                  <c:v>6.5873900000000001</c:v>
                </c:pt>
                <c:pt idx="9873">
                  <c:v>6.5876999999999999</c:v>
                </c:pt>
                <c:pt idx="9874">
                  <c:v>6.5880000000000001</c:v>
                </c:pt>
                <c:pt idx="9875">
                  <c:v>6.5883099999999999</c:v>
                </c:pt>
                <c:pt idx="9876">
                  <c:v>6.5886100000000001</c:v>
                </c:pt>
                <c:pt idx="9877">
                  <c:v>6.5889199999999999</c:v>
                </c:pt>
                <c:pt idx="9878">
                  <c:v>6.5892200000000001</c:v>
                </c:pt>
                <c:pt idx="9879">
                  <c:v>6.5895299999999999</c:v>
                </c:pt>
                <c:pt idx="9880">
                  <c:v>6.5898399999999997</c:v>
                </c:pt>
                <c:pt idx="9881">
                  <c:v>6.5901399999999999</c:v>
                </c:pt>
                <c:pt idx="9882">
                  <c:v>6.5904499999999997</c:v>
                </c:pt>
                <c:pt idx="9883">
                  <c:v>6.5907499999999999</c:v>
                </c:pt>
                <c:pt idx="9884">
                  <c:v>6.5910599999999997</c:v>
                </c:pt>
                <c:pt idx="9885">
                  <c:v>6.5913599999999999</c:v>
                </c:pt>
                <c:pt idx="9886">
                  <c:v>6.5916699999999997</c:v>
                </c:pt>
                <c:pt idx="9887">
                  <c:v>6.5919699999999999</c:v>
                </c:pt>
                <c:pt idx="9888">
                  <c:v>6.5922799999999997</c:v>
                </c:pt>
                <c:pt idx="9889">
                  <c:v>6.5925799999999999</c:v>
                </c:pt>
                <c:pt idx="9890">
                  <c:v>6.5928899999999997</c:v>
                </c:pt>
                <c:pt idx="9891">
                  <c:v>6.5931899999999999</c:v>
                </c:pt>
                <c:pt idx="9892">
                  <c:v>6.5934999999999997</c:v>
                </c:pt>
                <c:pt idx="9893">
                  <c:v>6.5938100000000004</c:v>
                </c:pt>
                <c:pt idx="9894">
                  <c:v>6.5941099999999997</c:v>
                </c:pt>
                <c:pt idx="9895">
                  <c:v>6.5944200000000004</c:v>
                </c:pt>
                <c:pt idx="9896">
                  <c:v>6.5947199999999997</c:v>
                </c:pt>
                <c:pt idx="9897">
                  <c:v>6.5950300000000004</c:v>
                </c:pt>
                <c:pt idx="9898">
                  <c:v>6.5953299999999997</c:v>
                </c:pt>
                <c:pt idx="9899">
                  <c:v>6.5956400000000004</c:v>
                </c:pt>
                <c:pt idx="9900">
                  <c:v>6.5959399999999997</c:v>
                </c:pt>
                <c:pt idx="9901">
                  <c:v>6.5962500000000004</c:v>
                </c:pt>
                <c:pt idx="9902">
                  <c:v>6.5965499999999997</c:v>
                </c:pt>
                <c:pt idx="9903">
                  <c:v>6.5968600000000004</c:v>
                </c:pt>
                <c:pt idx="9904">
                  <c:v>6.5971599999999997</c:v>
                </c:pt>
                <c:pt idx="9905">
                  <c:v>6.5974700000000004</c:v>
                </c:pt>
                <c:pt idx="9906">
                  <c:v>6.5977800000000002</c:v>
                </c:pt>
                <c:pt idx="9907">
                  <c:v>6.5980800000000004</c:v>
                </c:pt>
                <c:pt idx="9908">
                  <c:v>6.5983900000000002</c:v>
                </c:pt>
                <c:pt idx="9909">
                  <c:v>6.5986900000000004</c:v>
                </c:pt>
                <c:pt idx="9910">
                  <c:v>6.5990000000000002</c:v>
                </c:pt>
                <c:pt idx="9911">
                  <c:v>6.5993000000000004</c:v>
                </c:pt>
                <c:pt idx="9912">
                  <c:v>6.5996100000000002</c:v>
                </c:pt>
                <c:pt idx="9913">
                  <c:v>6.5999100000000004</c:v>
                </c:pt>
                <c:pt idx="9914">
                  <c:v>6.6002200000000002</c:v>
                </c:pt>
                <c:pt idx="9915">
                  <c:v>6.6005200000000004</c:v>
                </c:pt>
                <c:pt idx="9916">
                  <c:v>6.6008300000000002</c:v>
                </c:pt>
                <c:pt idx="9917">
                  <c:v>6.60114</c:v>
                </c:pt>
                <c:pt idx="9918">
                  <c:v>6.6014400000000002</c:v>
                </c:pt>
                <c:pt idx="9919">
                  <c:v>6.60175</c:v>
                </c:pt>
                <c:pt idx="9920">
                  <c:v>6.6020500000000002</c:v>
                </c:pt>
                <c:pt idx="9921">
                  <c:v>6.60236</c:v>
                </c:pt>
                <c:pt idx="9922">
                  <c:v>6.6026600000000002</c:v>
                </c:pt>
                <c:pt idx="9923">
                  <c:v>6.60297</c:v>
                </c:pt>
                <c:pt idx="9924">
                  <c:v>6.6032700000000002</c:v>
                </c:pt>
                <c:pt idx="9925">
                  <c:v>6.60358</c:v>
                </c:pt>
                <c:pt idx="9926">
                  <c:v>6.6038800000000002</c:v>
                </c:pt>
                <c:pt idx="9927">
                  <c:v>6.60419</c:v>
                </c:pt>
                <c:pt idx="9928">
                  <c:v>6.6044900000000002</c:v>
                </c:pt>
                <c:pt idx="9929">
                  <c:v>6.6048</c:v>
                </c:pt>
                <c:pt idx="9930">
                  <c:v>6.6051099999999998</c:v>
                </c:pt>
                <c:pt idx="9931">
                  <c:v>6.60541</c:v>
                </c:pt>
                <c:pt idx="9932">
                  <c:v>6.6057199999999998</c:v>
                </c:pt>
                <c:pt idx="9933">
                  <c:v>6.60602</c:v>
                </c:pt>
                <c:pt idx="9934">
                  <c:v>6.6063299999999998</c:v>
                </c:pt>
                <c:pt idx="9935">
                  <c:v>6.60663</c:v>
                </c:pt>
                <c:pt idx="9936">
                  <c:v>6.6069399999999998</c:v>
                </c:pt>
                <c:pt idx="9937">
                  <c:v>6.60724</c:v>
                </c:pt>
                <c:pt idx="9938">
                  <c:v>6.6075499999999998</c:v>
                </c:pt>
                <c:pt idx="9939">
                  <c:v>6.60785</c:v>
                </c:pt>
                <c:pt idx="9940">
                  <c:v>6.6081599999999998</c:v>
                </c:pt>
                <c:pt idx="9941">
                  <c:v>6.60846</c:v>
                </c:pt>
                <c:pt idx="9942">
                  <c:v>6.6087699999999998</c:v>
                </c:pt>
                <c:pt idx="9943">
                  <c:v>6.6090799999999996</c:v>
                </c:pt>
                <c:pt idx="9944">
                  <c:v>6.6093799999999998</c:v>
                </c:pt>
                <c:pt idx="9945">
                  <c:v>6.6096899999999996</c:v>
                </c:pt>
                <c:pt idx="9946">
                  <c:v>6.6099899999999998</c:v>
                </c:pt>
                <c:pt idx="9947">
                  <c:v>6.6102999999999996</c:v>
                </c:pt>
                <c:pt idx="9948">
                  <c:v>6.6105999999999998</c:v>
                </c:pt>
                <c:pt idx="9949">
                  <c:v>6.6109099999999996</c:v>
                </c:pt>
                <c:pt idx="9950">
                  <c:v>6.6112099999999998</c:v>
                </c:pt>
                <c:pt idx="9951">
                  <c:v>6.6115199999999996</c:v>
                </c:pt>
                <c:pt idx="9952">
                  <c:v>6.6118199999999998</c:v>
                </c:pt>
                <c:pt idx="9953">
                  <c:v>6.6121299999999996</c:v>
                </c:pt>
                <c:pt idx="9954">
                  <c:v>6.6124299999999998</c:v>
                </c:pt>
                <c:pt idx="9955">
                  <c:v>6.6127399999999996</c:v>
                </c:pt>
                <c:pt idx="9956">
                  <c:v>6.6130500000000003</c:v>
                </c:pt>
                <c:pt idx="9957">
                  <c:v>6.6133499999999996</c:v>
                </c:pt>
                <c:pt idx="9958">
                  <c:v>6.6136600000000003</c:v>
                </c:pt>
                <c:pt idx="9959">
                  <c:v>6.6139599999999996</c:v>
                </c:pt>
                <c:pt idx="9960">
                  <c:v>6.6142700000000003</c:v>
                </c:pt>
                <c:pt idx="9961">
                  <c:v>6.6145699999999996</c:v>
                </c:pt>
                <c:pt idx="9962">
                  <c:v>6.6148800000000003</c:v>
                </c:pt>
                <c:pt idx="9963">
                  <c:v>6.6151799999999996</c:v>
                </c:pt>
                <c:pt idx="9964">
                  <c:v>6.6154900000000003</c:v>
                </c:pt>
                <c:pt idx="9965">
                  <c:v>6.6157899999999996</c:v>
                </c:pt>
                <c:pt idx="9966">
                  <c:v>6.6161000000000003</c:v>
                </c:pt>
                <c:pt idx="9967">
                  <c:v>6.6163999999999996</c:v>
                </c:pt>
                <c:pt idx="9968">
                  <c:v>6.6167100000000003</c:v>
                </c:pt>
                <c:pt idx="9969">
                  <c:v>6.6170200000000001</c:v>
                </c:pt>
                <c:pt idx="9970">
                  <c:v>6.6173200000000003</c:v>
                </c:pt>
                <c:pt idx="9971">
                  <c:v>6.6176300000000001</c:v>
                </c:pt>
                <c:pt idx="9972">
                  <c:v>6.6179300000000003</c:v>
                </c:pt>
                <c:pt idx="9973">
                  <c:v>6.6182400000000001</c:v>
                </c:pt>
                <c:pt idx="9974">
                  <c:v>6.6185400000000003</c:v>
                </c:pt>
                <c:pt idx="9975">
                  <c:v>6.6188500000000001</c:v>
                </c:pt>
                <c:pt idx="9976">
                  <c:v>6.6191500000000003</c:v>
                </c:pt>
                <c:pt idx="9977">
                  <c:v>6.6194600000000001</c:v>
                </c:pt>
                <c:pt idx="9978">
                  <c:v>6.6197600000000003</c:v>
                </c:pt>
                <c:pt idx="9979">
                  <c:v>6.6200700000000001</c:v>
                </c:pt>
                <c:pt idx="9980">
                  <c:v>6.6203799999999999</c:v>
                </c:pt>
                <c:pt idx="9981">
                  <c:v>6.6206800000000001</c:v>
                </c:pt>
                <c:pt idx="9982">
                  <c:v>6.6209899999999999</c:v>
                </c:pt>
                <c:pt idx="9983">
                  <c:v>6.6212900000000001</c:v>
                </c:pt>
                <c:pt idx="9984">
                  <c:v>6.6215999999999999</c:v>
                </c:pt>
                <c:pt idx="9985">
                  <c:v>6.6219000000000001</c:v>
                </c:pt>
                <c:pt idx="9986">
                  <c:v>6.6222099999999999</c:v>
                </c:pt>
                <c:pt idx="9987">
                  <c:v>6.6225100000000001</c:v>
                </c:pt>
                <c:pt idx="9988">
                  <c:v>6.6228199999999999</c:v>
                </c:pt>
                <c:pt idx="9989">
                  <c:v>6.6231200000000001</c:v>
                </c:pt>
                <c:pt idx="9990">
                  <c:v>6.6234299999999999</c:v>
                </c:pt>
                <c:pt idx="9991">
                  <c:v>6.6237300000000001</c:v>
                </c:pt>
                <c:pt idx="9992">
                  <c:v>6.6240399999999999</c:v>
                </c:pt>
                <c:pt idx="9993">
                  <c:v>6.6243499999999997</c:v>
                </c:pt>
                <c:pt idx="9994">
                  <c:v>6.6246499999999999</c:v>
                </c:pt>
                <c:pt idx="9995">
                  <c:v>6.6249599999999997</c:v>
                </c:pt>
                <c:pt idx="9996">
                  <c:v>6.6252599999999999</c:v>
                </c:pt>
                <c:pt idx="9997">
                  <c:v>6.6255699999999997</c:v>
                </c:pt>
                <c:pt idx="9998">
                  <c:v>6.6258699999999999</c:v>
                </c:pt>
                <c:pt idx="9999">
                  <c:v>6.6261799999999997</c:v>
                </c:pt>
                <c:pt idx="10000">
                  <c:v>6.6264799999999999</c:v>
                </c:pt>
                <c:pt idx="10001">
                  <c:v>6.6267899999999997</c:v>
                </c:pt>
                <c:pt idx="10002">
                  <c:v>6.6270899999999999</c:v>
                </c:pt>
                <c:pt idx="10003">
                  <c:v>6.6273999999999997</c:v>
                </c:pt>
                <c:pt idx="10004">
                  <c:v>6.6276999999999999</c:v>
                </c:pt>
                <c:pt idx="10005">
                  <c:v>6.6280099999999997</c:v>
                </c:pt>
                <c:pt idx="10006">
                  <c:v>6.6283200000000004</c:v>
                </c:pt>
                <c:pt idx="10007">
                  <c:v>6.6286199999999997</c:v>
                </c:pt>
                <c:pt idx="10008">
                  <c:v>6.6289300000000004</c:v>
                </c:pt>
                <c:pt idx="10009">
                  <c:v>6.6292299999999997</c:v>
                </c:pt>
                <c:pt idx="10010">
                  <c:v>6.6295400000000004</c:v>
                </c:pt>
                <c:pt idx="10011">
                  <c:v>6.6298399999999997</c:v>
                </c:pt>
                <c:pt idx="10012">
                  <c:v>6.6301500000000004</c:v>
                </c:pt>
                <c:pt idx="10013">
                  <c:v>6.6304499999999997</c:v>
                </c:pt>
                <c:pt idx="10014">
                  <c:v>6.6307600000000004</c:v>
                </c:pt>
                <c:pt idx="10015">
                  <c:v>6.6310599999999997</c:v>
                </c:pt>
                <c:pt idx="10016">
                  <c:v>6.6313700000000004</c:v>
                </c:pt>
                <c:pt idx="10017">
                  <c:v>6.6316699999999997</c:v>
                </c:pt>
                <c:pt idx="10018">
                  <c:v>6.6319800000000004</c:v>
                </c:pt>
                <c:pt idx="10019">
                  <c:v>6.6322900000000002</c:v>
                </c:pt>
                <c:pt idx="10020">
                  <c:v>6.6325900000000004</c:v>
                </c:pt>
                <c:pt idx="10021">
                  <c:v>6.6329000000000002</c:v>
                </c:pt>
                <c:pt idx="10022">
                  <c:v>6.6332000000000004</c:v>
                </c:pt>
                <c:pt idx="10023">
                  <c:v>6.6335100000000002</c:v>
                </c:pt>
                <c:pt idx="10024">
                  <c:v>6.6338100000000004</c:v>
                </c:pt>
                <c:pt idx="10025">
                  <c:v>6.6341200000000002</c:v>
                </c:pt>
                <c:pt idx="10026">
                  <c:v>6.6344200000000004</c:v>
                </c:pt>
                <c:pt idx="10027">
                  <c:v>6.6347300000000002</c:v>
                </c:pt>
                <c:pt idx="10028">
                  <c:v>6.6350300000000004</c:v>
                </c:pt>
                <c:pt idx="10029">
                  <c:v>6.6353400000000002</c:v>
                </c:pt>
                <c:pt idx="10030">
                  <c:v>6.6356400000000004</c:v>
                </c:pt>
                <c:pt idx="10031">
                  <c:v>6.6359500000000002</c:v>
                </c:pt>
                <c:pt idx="10032">
                  <c:v>6.63626</c:v>
                </c:pt>
                <c:pt idx="10033">
                  <c:v>6.6365600000000002</c:v>
                </c:pt>
                <c:pt idx="10034">
                  <c:v>6.63687</c:v>
                </c:pt>
                <c:pt idx="10035">
                  <c:v>6.6371700000000002</c:v>
                </c:pt>
                <c:pt idx="10036">
                  <c:v>6.63748</c:v>
                </c:pt>
                <c:pt idx="10037">
                  <c:v>6.6377800000000002</c:v>
                </c:pt>
                <c:pt idx="10038">
                  <c:v>6.63809</c:v>
                </c:pt>
                <c:pt idx="10039">
                  <c:v>6.6383900000000002</c:v>
                </c:pt>
                <c:pt idx="10040">
                  <c:v>6.6387</c:v>
                </c:pt>
                <c:pt idx="10041">
                  <c:v>6.6390000000000002</c:v>
                </c:pt>
                <c:pt idx="10042">
                  <c:v>6.63931</c:v>
                </c:pt>
                <c:pt idx="10043">
                  <c:v>6.6396199999999999</c:v>
                </c:pt>
                <c:pt idx="10044">
                  <c:v>6.63992</c:v>
                </c:pt>
                <c:pt idx="10045">
                  <c:v>6.6402299999999999</c:v>
                </c:pt>
                <c:pt idx="10046">
                  <c:v>6.64053</c:v>
                </c:pt>
                <c:pt idx="10047">
                  <c:v>6.6408399999999999</c:v>
                </c:pt>
                <c:pt idx="10048">
                  <c:v>6.64114</c:v>
                </c:pt>
                <c:pt idx="10049">
                  <c:v>6.6414499999999999</c:v>
                </c:pt>
                <c:pt idx="10050">
                  <c:v>6.64175</c:v>
                </c:pt>
                <c:pt idx="10051">
                  <c:v>6.6420599999999999</c:v>
                </c:pt>
                <c:pt idx="10052">
                  <c:v>6.64236</c:v>
                </c:pt>
                <c:pt idx="10053">
                  <c:v>6.6426699999999999</c:v>
                </c:pt>
                <c:pt idx="10054">
                  <c:v>6.64297</c:v>
                </c:pt>
                <c:pt idx="10055">
                  <c:v>6.6432799999999999</c:v>
                </c:pt>
                <c:pt idx="10056">
                  <c:v>6.6435899999999997</c:v>
                </c:pt>
                <c:pt idx="10057">
                  <c:v>6.6438899999999999</c:v>
                </c:pt>
                <c:pt idx="10058">
                  <c:v>6.6441999999999997</c:v>
                </c:pt>
                <c:pt idx="10059">
                  <c:v>6.6444999999999999</c:v>
                </c:pt>
                <c:pt idx="10060">
                  <c:v>6.6448099999999997</c:v>
                </c:pt>
                <c:pt idx="10061">
                  <c:v>6.6451099999999999</c:v>
                </c:pt>
                <c:pt idx="10062">
                  <c:v>6.6454199999999997</c:v>
                </c:pt>
                <c:pt idx="10063">
                  <c:v>6.6457199999999998</c:v>
                </c:pt>
                <c:pt idx="10064">
                  <c:v>6.6460299999999997</c:v>
                </c:pt>
                <c:pt idx="10065">
                  <c:v>6.6463299999999998</c:v>
                </c:pt>
                <c:pt idx="10066">
                  <c:v>6.6466399999999997</c:v>
                </c:pt>
                <c:pt idx="10067">
                  <c:v>6.6469399999999998</c:v>
                </c:pt>
                <c:pt idx="10068">
                  <c:v>6.6472499999999997</c:v>
                </c:pt>
                <c:pt idx="10069">
                  <c:v>6.6475600000000004</c:v>
                </c:pt>
                <c:pt idx="10070">
                  <c:v>6.6478599999999997</c:v>
                </c:pt>
                <c:pt idx="10071">
                  <c:v>6.6481700000000004</c:v>
                </c:pt>
                <c:pt idx="10072">
                  <c:v>6.6484699999999997</c:v>
                </c:pt>
                <c:pt idx="10073">
                  <c:v>6.6487800000000004</c:v>
                </c:pt>
                <c:pt idx="10074">
                  <c:v>6.6490799999999997</c:v>
                </c:pt>
                <c:pt idx="10075">
                  <c:v>6.6493900000000004</c:v>
                </c:pt>
                <c:pt idx="10076">
                  <c:v>6.6496899999999997</c:v>
                </c:pt>
                <c:pt idx="10077">
                  <c:v>6.65</c:v>
                </c:pt>
                <c:pt idx="10078">
                  <c:v>6.6502999999999997</c:v>
                </c:pt>
                <c:pt idx="10079">
                  <c:v>6.6506100000000004</c:v>
                </c:pt>
                <c:pt idx="10080">
                  <c:v>6.6509099999999997</c:v>
                </c:pt>
                <c:pt idx="10081">
                  <c:v>6.6512200000000004</c:v>
                </c:pt>
                <c:pt idx="10082">
                  <c:v>6.6515300000000002</c:v>
                </c:pt>
                <c:pt idx="10083">
                  <c:v>6.6518300000000004</c:v>
                </c:pt>
                <c:pt idx="10084">
                  <c:v>6.6521400000000002</c:v>
                </c:pt>
                <c:pt idx="10085">
                  <c:v>6.6524400000000004</c:v>
                </c:pt>
                <c:pt idx="10086">
                  <c:v>6.6527500000000002</c:v>
                </c:pt>
                <c:pt idx="10087">
                  <c:v>6.6530500000000004</c:v>
                </c:pt>
                <c:pt idx="10088">
                  <c:v>6.6533600000000002</c:v>
                </c:pt>
                <c:pt idx="10089">
                  <c:v>6.6536600000000004</c:v>
                </c:pt>
                <c:pt idx="10090">
                  <c:v>6.6539700000000002</c:v>
                </c:pt>
                <c:pt idx="10091">
                  <c:v>6.6542700000000004</c:v>
                </c:pt>
                <c:pt idx="10092">
                  <c:v>6.6545800000000002</c:v>
                </c:pt>
                <c:pt idx="10093">
                  <c:v>6.6548800000000004</c:v>
                </c:pt>
                <c:pt idx="10094">
                  <c:v>6.6551900000000002</c:v>
                </c:pt>
                <c:pt idx="10095">
                  <c:v>6.6555</c:v>
                </c:pt>
                <c:pt idx="10096">
                  <c:v>6.6558000000000002</c:v>
                </c:pt>
                <c:pt idx="10097">
                  <c:v>6.65611</c:v>
                </c:pt>
                <c:pt idx="10098">
                  <c:v>6.6564100000000002</c:v>
                </c:pt>
                <c:pt idx="10099">
                  <c:v>6.65672</c:v>
                </c:pt>
                <c:pt idx="10100">
                  <c:v>6.6570200000000002</c:v>
                </c:pt>
                <c:pt idx="10101">
                  <c:v>6.65733</c:v>
                </c:pt>
                <c:pt idx="10102">
                  <c:v>6.6576300000000002</c:v>
                </c:pt>
                <c:pt idx="10103">
                  <c:v>6.65794</c:v>
                </c:pt>
                <c:pt idx="10104">
                  <c:v>6.6582400000000002</c:v>
                </c:pt>
                <c:pt idx="10105">
                  <c:v>6.65855</c:v>
                </c:pt>
                <c:pt idx="10106">
                  <c:v>6.6588599999999998</c:v>
                </c:pt>
                <c:pt idx="10107">
                  <c:v>6.65916</c:v>
                </c:pt>
                <c:pt idx="10108">
                  <c:v>6.6594699999999998</c:v>
                </c:pt>
                <c:pt idx="10109">
                  <c:v>6.65977</c:v>
                </c:pt>
                <c:pt idx="10110">
                  <c:v>6.6600799999999998</c:v>
                </c:pt>
                <c:pt idx="10111">
                  <c:v>6.66038</c:v>
                </c:pt>
                <c:pt idx="10112">
                  <c:v>6.6606899999999998</c:v>
                </c:pt>
                <c:pt idx="10113">
                  <c:v>6.66099</c:v>
                </c:pt>
                <c:pt idx="10114">
                  <c:v>6.6612999999999998</c:v>
                </c:pt>
                <c:pt idx="10115">
                  <c:v>6.6616</c:v>
                </c:pt>
                <c:pt idx="10116">
                  <c:v>6.6619099999999998</c:v>
                </c:pt>
                <c:pt idx="10117">
                  <c:v>6.66221</c:v>
                </c:pt>
                <c:pt idx="10118">
                  <c:v>6.6625199999999998</c:v>
                </c:pt>
                <c:pt idx="10119">
                  <c:v>6.6628299999999996</c:v>
                </c:pt>
                <c:pt idx="10120">
                  <c:v>6.6631299999999998</c:v>
                </c:pt>
                <c:pt idx="10121">
                  <c:v>6.6634399999999996</c:v>
                </c:pt>
                <c:pt idx="10122">
                  <c:v>6.6637399999999998</c:v>
                </c:pt>
                <c:pt idx="10123">
                  <c:v>6.6640499999999996</c:v>
                </c:pt>
                <c:pt idx="10124">
                  <c:v>6.6643499999999998</c:v>
                </c:pt>
                <c:pt idx="10125">
                  <c:v>6.6646599999999996</c:v>
                </c:pt>
                <c:pt idx="10126">
                  <c:v>6.6649599999999998</c:v>
                </c:pt>
                <c:pt idx="10127">
                  <c:v>6.6652699999999996</c:v>
                </c:pt>
                <c:pt idx="10128">
                  <c:v>6.6655699999999998</c:v>
                </c:pt>
                <c:pt idx="10129">
                  <c:v>6.6658799999999996</c:v>
                </c:pt>
                <c:pt idx="10130">
                  <c:v>6.6661799999999998</c:v>
                </c:pt>
                <c:pt idx="10131">
                  <c:v>6.6664899999999996</c:v>
                </c:pt>
                <c:pt idx="10132">
                  <c:v>6.6668000000000003</c:v>
                </c:pt>
                <c:pt idx="10133">
                  <c:v>6.6670999999999996</c:v>
                </c:pt>
                <c:pt idx="10134">
                  <c:v>6.6674100000000003</c:v>
                </c:pt>
                <c:pt idx="10135">
                  <c:v>6.6677099999999996</c:v>
                </c:pt>
                <c:pt idx="10136">
                  <c:v>6.6680200000000003</c:v>
                </c:pt>
                <c:pt idx="10137">
                  <c:v>6.6683199999999996</c:v>
                </c:pt>
                <c:pt idx="10138">
                  <c:v>6.6686300000000003</c:v>
                </c:pt>
                <c:pt idx="10139">
                  <c:v>6.6689299999999996</c:v>
                </c:pt>
                <c:pt idx="10140">
                  <c:v>6.6692400000000003</c:v>
                </c:pt>
                <c:pt idx="10141">
                  <c:v>6.6695399999999996</c:v>
                </c:pt>
                <c:pt idx="10142">
                  <c:v>6.6698500000000003</c:v>
                </c:pt>
                <c:pt idx="10143">
                  <c:v>6.6701499999999996</c:v>
                </c:pt>
                <c:pt idx="10144">
                  <c:v>6.6704600000000003</c:v>
                </c:pt>
                <c:pt idx="10145">
                  <c:v>6.6707700000000001</c:v>
                </c:pt>
                <c:pt idx="10146">
                  <c:v>6.6710700000000003</c:v>
                </c:pt>
                <c:pt idx="10147">
                  <c:v>6.6713800000000001</c:v>
                </c:pt>
                <c:pt idx="10148">
                  <c:v>6.6716800000000003</c:v>
                </c:pt>
                <c:pt idx="10149">
                  <c:v>6.6719900000000001</c:v>
                </c:pt>
                <c:pt idx="10150">
                  <c:v>6.6722900000000003</c:v>
                </c:pt>
                <c:pt idx="10151">
                  <c:v>6.6726000000000001</c:v>
                </c:pt>
                <c:pt idx="10152">
                  <c:v>6.6729000000000003</c:v>
                </c:pt>
                <c:pt idx="10153">
                  <c:v>6.6732100000000001</c:v>
                </c:pt>
                <c:pt idx="10154">
                  <c:v>6.6735100000000003</c:v>
                </c:pt>
                <c:pt idx="10155">
                  <c:v>6.6738200000000001</c:v>
                </c:pt>
                <c:pt idx="10156">
                  <c:v>6.6741299999999999</c:v>
                </c:pt>
                <c:pt idx="10157">
                  <c:v>6.6744300000000001</c:v>
                </c:pt>
                <c:pt idx="10158">
                  <c:v>6.6747399999999999</c:v>
                </c:pt>
                <c:pt idx="10159">
                  <c:v>6.6750400000000001</c:v>
                </c:pt>
                <c:pt idx="10160">
                  <c:v>6.6753499999999999</c:v>
                </c:pt>
                <c:pt idx="10161">
                  <c:v>6.6756500000000001</c:v>
                </c:pt>
                <c:pt idx="10162">
                  <c:v>6.6759599999999999</c:v>
                </c:pt>
                <c:pt idx="10163">
                  <c:v>6.6762600000000001</c:v>
                </c:pt>
                <c:pt idx="10164">
                  <c:v>6.6765699999999999</c:v>
                </c:pt>
                <c:pt idx="10165">
                  <c:v>6.6768700000000001</c:v>
                </c:pt>
                <c:pt idx="10166">
                  <c:v>6.6771799999999999</c:v>
                </c:pt>
                <c:pt idx="10167">
                  <c:v>6.6774800000000001</c:v>
                </c:pt>
                <c:pt idx="10168">
                  <c:v>6.6777899999999999</c:v>
                </c:pt>
                <c:pt idx="10169">
                  <c:v>6.6780999999999997</c:v>
                </c:pt>
                <c:pt idx="10170">
                  <c:v>6.6783999999999999</c:v>
                </c:pt>
                <c:pt idx="10171">
                  <c:v>6.6787099999999997</c:v>
                </c:pt>
                <c:pt idx="10172">
                  <c:v>6.6790099999999999</c:v>
                </c:pt>
                <c:pt idx="10173">
                  <c:v>6.6793199999999997</c:v>
                </c:pt>
                <c:pt idx="10174">
                  <c:v>6.6796199999999999</c:v>
                </c:pt>
                <c:pt idx="10175">
                  <c:v>6.6799299999999997</c:v>
                </c:pt>
                <c:pt idx="10176">
                  <c:v>6.6802299999999999</c:v>
                </c:pt>
                <c:pt idx="10177">
                  <c:v>6.6805399999999997</c:v>
                </c:pt>
                <c:pt idx="10178">
                  <c:v>6.6808399999999999</c:v>
                </c:pt>
                <c:pt idx="10179">
                  <c:v>6.6811499999999997</c:v>
                </c:pt>
                <c:pt idx="10180">
                  <c:v>6.6814499999999999</c:v>
                </c:pt>
                <c:pt idx="10181">
                  <c:v>6.6817599999999997</c:v>
                </c:pt>
                <c:pt idx="10182">
                  <c:v>6.6820700000000004</c:v>
                </c:pt>
                <c:pt idx="10183">
                  <c:v>6.6823699999999997</c:v>
                </c:pt>
                <c:pt idx="10184">
                  <c:v>6.6826800000000004</c:v>
                </c:pt>
                <c:pt idx="10185">
                  <c:v>6.6829799999999997</c:v>
                </c:pt>
                <c:pt idx="10186">
                  <c:v>6.6832900000000004</c:v>
                </c:pt>
                <c:pt idx="10187">
                  <c:v>6.6835899999999997</c:v>
                </c:pt>
                <c:pt idx="10188">
                  <c:v>6.6839000000000004</c:v>
                </c:pt>
                <c:pt idx="10189">
                  <c:v>6.6841999999999997</c:v>
                </c:pt>
                <c:pt idx="10190">
                  <c:v>6.6845100000000004</c:v>
                </c:pt>
                <c:pt idx="10191">
                  <c:v>6.6848099999999997</c:v>
                </c:pt>
                <c:pt idx="10192">
                  <c:v>6.6851200000000004</c:v>
                </c:pt>
                <c:pt idx="10193">
                  <c:v>6.6854199999999997</c:v>
                </c:pt>
                <c:pt idx="10194">
                  <c:v>6.6857300000000004</c:v>
                </c:pt>
                <c:pt idx="10195">
                  <c:v>6.6860400000000002</c:v>
                </c:pt>
                <c:pt idx="10196">
                  <c:v>6.6863400000000004</c:v>
                </c:pt>
                <c:pt idx="10197">
                  <c:v>6.6866500000000002</c:v>
                </c:pt>
                <c:pt idx="10198">
                  <c:v>6.6869500000000004</c:v>
                </c:pt>
                <c:pt idx="10199">
                  <c:v>6.6872600000000002</c:v>
                </c:pt>
                <c:pt idx="10200">
                  <c:v>6.6875600000000004</c:v>
                </c:pt>
                <c:pt idx="10201">
                  <c:v>6.6878700000000002</c:v>
                </c:pt>
                <c:pt idx="10202">
                  <c:v>6.6881700000000004</c:v>
                </c:pt>
                <c:pt idx="10203">
                  <c:v>6.6884800000000002</c:v>
                </c:pt>
                <c:pt idx="10204">
                  <c:v>6.6887800000000004</c:v>
                </c:pt>
                <c:pt idx="10205">
                  <c:v>6.6890900000000002</c:v>
                </c:pt>
                <c:pt idx="10206">
                  <c:v>6.6893900000000004</c:v>
                </c:pt>
                <c:pt idx="10207">
                  <c:v>6.6897000000000002</c:v>
                </c:pt>
                <c:pt idx="10208">
                  <c:v>6.69001</c:v>
                </c:pt>
                <c:pt idx="10209">
                  <c:v>6.6903100000000002</c:v>
                </c:pt>
                <c:pt idx="10210">
                  <c:v>6.69062</c:v>
                </c:pt>
                <c:pt idx="10211">
                  <c:v>6.6909200000000002</c:v>
                </c:pt>
                <c:pt idx="10212">
                  <c:v>6.69123</c:v>
                </c:pt>
                <c:pt idx="10213">
                  <c:v>6.6915300000000002</c:v>
                </c:pt>
                <c:pt idx="10214">
                  <c:v>6.69184</c:v>
                </c:pt>
                <c:pt idx="10215">
                  <c:v>6.6921400000000002</c:v>
                </c:pt>
                <c:pt idx="10216">
                  <c:v>6.69245</c:v>
                </c:pt>
                <c:pt idx="10217">
                  <c:v>6.6927500000000002</c:v>
                </c:pt>
                <c:pt idx="10218">
                  <c:v>6.69306</c:v>
                </c:pt>
                <c:pt idx="10219">
                  <c:v>6.6933699999999998</c:v>
                </c:pt>
                <c:pt idx="10220">
                  <c:v>6.69367</c:v>
                </c:pt>
                <c:pt idx="10221">
                  <c:v>6.6939799999999998</c:v>
                </c:pt>
                <c:pt idx="10222">
                  <c:v>6.69428</c:v>
                </c:pt>
                <c:pt idx="10223">
                  <c:v>6.6945899999999998</c:v>
                </c:pt>
                <c:pt idx="10224">
                  <c:v>6.69489</c:v>
                </c:pt>
                <c:pt idx="10225">
                  <c:v>6.6951999999999998</c:v>
                </c:pt>
                <c:pt idx="10226">
                  <c:v>6.6955</c:v>
                </c:pt>
                <c:pt idx="10227">
                  <c:v>6.6958099999999998</c:v>
                </c:pt>
                <c:pt idx="10228">
                  <c:v>6.69611</c:v>
                </c:pt>
                <c:pt idx="10229">
                  <c:v>6.6964199999999998</c:v>
                </c:pt>
                <c:pt idx="10230">
                  <c:v>6.69672</c:v>
                </c:pt>
                <c:pt idx="10231">
                  <c:v>6.6970299999999998</c:v>
                </c:pt>
                <c:pt idx="10232">
                  <c:v>6.6973399999999996</c:v>
                </c:pt>
                <c:pt idx="10233">
                  <c:v>6.6976399999999998</c:v>
                </c:pt>
                <c:pt idx="10234">
                  <c:v>6.6979499999999996</c:v>
                </c:pt>
                <c:pt idx="10235">
                  <c:v>6.6982499999999998</c:v>
                </c:pt>
                <c:pt idx="10236">
                  <c:v>6.6985599999999996</c:v>
                </c:pt>
                <c:pt idx="10237">
                  <c:v>6.6988599999999998</c:v>
                </c:pt>
                <c:pt idx="10238">
                  <c:v>6.6991699999999996</c:v>
                </c:pt>
                <c:pt idx="10239">
                  <c:v>6.6994699999999998</c:v>
                </c:pt>
                <c:pt idx="10240">
                  <c:v>6.6997799999999996</c:v>
                </c:pt>
                <c:pt idx="10241">
                  <c:v>6.7000799999999998</c:v>
                </c:pt>
                <c:pt idx="10242">
                  <c:v>6.7003899999999996</c:v>
                </c:pt>
                <c:pt idx="10243">
                  <c:v>6.7006899999999998</c:v>
                </c:pt>
                <c:pt idx="10244">
                  <c:v>6.7009999999999996</c:v>
                </c:pt>
                <c:pt idx="10245">
                  <c:v>6.7013100000000003</c:v>
                </c:pt>
                <c:pt idx="10246">
                  <c:v>6.7016099999999996</c:v>
                </c:pt>
                <c:pt idx="10247">
                  <c:v>6.7019200000000003</c:v>
                </c:pt>
                <c:pt idx="10248">
                  <c:v>6.7022199999999996</c:v>
                </c:pt>
                <c:pt idx="10249">
                  <c:v>6.7025300000000003</c:v>
                </c:pt>
                <c:pt idx="10250">
                  <c:v>6.7028299999999996</c:v>
                </c:pt>
                <c:pt idx="10251">
                  <c:v>6.7031400000000003</c:v>
                </c:pt>
                <c:pt idx="10252">
                  <c:v>6.7034399999999996</c:v>
                </c:pt>
                <c:pt idx="10253">
                  <c:v>6.7037500000000003</c:v>
                </c:pt>
                <c:pt idx="10254">
                  <c:v>6.7040499999999996</c:v>
                </c:pt>
                <c:pt idx="10255">
                  <c:v>6.7043600000000003</c:v>
                </c:pt>
                <c:pt idx="10256">
                  <c:v>6.7046599999999996</c:v>
                </c:pt>
                <c:pt idx="10257">
                  <c:v>6.7049700000000003</c:v>
                </c:pt>
                <c:pt idx="10258">
                  <c:v>6.7052800000000001</c:v>
                </c:pt>
                <c:pt idx="10259">
                  <c:v>6.7055800000000003</c:v>
                </c:pt>
                <c:pt idx="10260">
                  <c:v>6.7058900000000001</c:v>
                </c:pt>
                <c:pt idx="10261">
                  <c:v>6.7061900000000003</c:v>
                </c:pt>
                <c:pt idx="10262">
                  <c:v>6.7065000000000001</c:v>
                </c:pt>
                <c:pt idx="10263">
                  <c:v>6.7068000000000003</c:v>
                </c:pt>
                <c:pt idx="10264">
                  <c:v>6.7071100000000001</c:v>
                </c:pt>
                <c:pt idx="10265">
                  <c:v>6.7074100000000003</c:v>
                </c:pt>
                <c:pt idx="10266">
                  <c:v>6.7077200000000001</c:v>
                </c:pt>
                <c:pt idx="10267">
                  <c:v>6.7080200000000003</c:v>
                </c:pt>
                <c:pt idx="10268">
                  <c:v>6.7083300000000001</c:v>
                </c:pt>
                <c:pt idx="10269">
                  <c:v>6.7086300000000003</c:v>
                </c:pt>
                <c:pt idx="10270">
                  <c:v>6.7089400000000001</c:v>
                </c:pt>
                <c:pt idx="10271">
                  <c:v>6.7092499999999999</c:v>
                </c:pt>
                <c:pt idx="10272">
                  <c:v>6.7095500000000001</c:v>
                </c:pt>
                <c:pt idx="10273">
                  <c:v>6.7098599999999999</c:v>
                </c:pt>
                <c:pt idx="10274">
                  <c:v>6.7101600000000001</c:v>
                </c:pt>
                <c:pt idx="10275">
                  <c:v>6.7104699999999999</c:v>
                </c:pt>
                <c:pt idx="10276">
                  <c:v>6.7107700000000001</c:v>
                </c:pt>
                <c:pt idx="10277">
                  <c:v>6.7110799999999999</c:v>
                </c:pt>
                <c:pt idx="10278">
                  <c:v>6.7113800000000001</c:v>
                </c:pt>
                <c:pt idx="10279">
                  <c:v>6.7116899999999999</c:v>
                </c:pt>
                <c:pt idx="10280">
                  <c:v>6.7119900000000001</c:v>
                </c:pt>
                <c:pt idx="10281">
                  <c:v>6.7122999999999999</c:v>
                </c:pt>
                <c:pt idx="10282">
                  <c:v>6.7126099999999997</c:v>
                </c:pt>
                <c:pt idx="10283">
                  <c:v>6.7129099999999999</c:v>
                </c:pt>
                <c:pt idx="10284">
                  <c:v>6.7132199999999997</c:v>
                </c:pt>
                <c:pt idx="10285">
                  <c:v>6.7135199999999999</c:v>
                </c:pt>
                <c:pt idx="10286">
                  <c:v>6.7138299999999997</c:v>
                </c:pt>
                <c:pt idx="10287">
                  <c:v>6.7141299999999999</c:v>
                </c:pt>
                <c:pt idx="10288">
                  <c:v>6.7144399999999997</c:v>
                </c:pt>
                <c:pt idx="10289">
                  <c:v>6.7147399999999999</c:v>
                </c:pt>
                <c:pt idx="10290">
                  <c:v>6.7150499999999997</c:v>
                </c:pt>
                <c:pt idx="10291">
                  <c:v>6.7153499999999999</c:v>
                </c:pt>
                <c:pt idx="10292">
                  <c:v>6.7156599999999997</c:v>
                </c:pt>
                <c:pt idx="10293">
                  <c:v>6.7159599999999999</c:v>
                </c:pt>
                <c:pt idx="10294">
                  <c:v>6.7162699999999997</c:v>
                </c:pt>
                <c:pt idx="10295">
                  <c:v>6.7165800000000004</c:v>
                </c:pt>
                <c:pt idx="10296">
                  <c:v>6.7168799999999997</c:v>
                </c:pt>
                <c:pt idx="10297">
                  <c:v>6.7171900000000004</c:v>
                </c:pt>
                <c:pt idx="10298">
                  <c:v>6.7174899999999997</c:v>
                </c:pt>
                <c:pt idx="10299">
                  <c:v>6.7178000000000004</c:v>
                </c:pt>
                <c:pt idx="10300">
                  <c:v>6.7180999999999997</c:v>
                </c:pt>
                <c:pt idx="10301">
                  <c:v>6.7184100000000004</c:v>
                </c:pt>
                <c:pt idx="10302">
                  <c:v>6.7187099999999997</c:v>
                </c:pt>
                <c:pt idx="10303">
                  <c:v>6.7190200000000004</c:v>
                </c:pt>
                <c:pt idx="10304">
                  <c:v>6.7193199999999997</c:v>
                </c:pt>
                <c:pt idx="10305">
                  <c:v>6.7196300000000004</c:v>
                </c:pt>
                <c:pt idx="10306">
                  <c:v>6.7199299999999997</c:v>
                </c:pt>
                <c:pt idx="10307">
                  <c:v>6.7202400000000004</c:v>
                </c:pt>
                <c:pt idx="10308">
                  <c:v>6.7205500000000002</c:v>
                </c:pt>
                <c:pt idx="10309">
                  <c:v>6.7208500000000004</c:v>
                </c:pt>
                <c:pt idx="10310">
                  <c:v>6.7211600000000002</c:v>
                </c:pt>
                <c:pt idx="10311">
                  <c:v>6.7214600000000004</c:v>
                </c:pt>
                <c:pt idx="10312">
                  <c:v>6.7217700000000002</c:v>
                </c:pt>
                <c:pt idx="10313">
                  <c:v>6.7220700000000004</c:v>
                </c:pt>
                <c:pt idx="10314">
                  <c:v>6.7223800000000002</c:v>
                </c:pt>
                <c:pt idx="10315">
                  <c:v>6.7226800000000004</c:v>
                </c:pt>
                <c:pt idx="10316">
                  <c:v>6.7229900000000002</c:v>
                </c:pt>
                <c:pt idx="10317">
                  <c:v>6.7232900000000004</c:v>
                </c:pt>
                <c:pt idx="10318">
                  <c:v>6.7236000000000002</c:v>
                </c:pt>
                <c:pt idx="10319">
                  <c:v>6.7239000000000004</c:v>
                </c:pt>
                <c:pt idx="10320">
                  <c:v>6.7242100000000002</c:v>
                </c:pt>
                <c:pt idx="10321">
                  <c:v>6.7245200000000001</c:v>
                </c:pt>
                <c:pt idx="10322">
                  <c:v>6.7248200000000002</c:v>
                </c:pt>
                <c:pt idx="10323">
                  <c:v>6.7251300000000001</c:v>
                </c:pt>
                <c:pt idx="10324">
                  <c:v>6.7254300000000002</c:v>
                </c:pt>
                <c:pt idx="10325">
                  <c:v>6.7257400000000001</c:v>
                </c:pt>
                <c:pt idx="10326">
                  <c:v>6.7260400000000002</c:v>
                </c:pt>
                <c:pt idx="10327">
                  <c:v>6.7263500000000001</c:v>
                </c:pt>
                <c:pt idx="10328">
                  <c:v>6.7266500000000002</c:v>
                </c:pt>
                <c:pt idx="10329">
                  <c:v>6.7269600000000001</c:v>
                </c:pt>
                <c:pt idx="10330">
                  <c:v>6.7272600000000002</c:v>
                </c:pt>
                <c:pt idx="10331">
                  <c:v>6.7275700000000001</c:v>
                </c:pt>
                <c:pt idx="10332">
                  <c:v>6.7278799999999999</c:v>
                </c:pt>
                <c:pt idx="10333">
                  <c:v>6.72818</c:v>
                </c:pt>
                <c:pt idx="10334">
                  <c:v>6.7284899999999999</c:v>
                </c:pt>
                <c:pt idx="10335">
                  <c:v>6.72879</c:v>
                </c:pt>
                <c:pt idx="10336">
                  <c:v>6.7290999999999999</c:v>
                </c:pt>
                <c:pt idx="10337">
                  <c:v>6.7294</c:v>
                </c:pt>
                <c:pt idx="10338">
                  <c:v>6.7297099999999999</c:v>
                </c:pt>
                <c:pt idx="10339">
                  <c:v>6.73001</c:v>
                </c:pt>
                <c:pt idx="10340">
                  <c:v>6.7303199999999999</c:v>
                </c:pt>
                <c:pt idx="10341">
                  <c:v>6.73062</c:v>
                </c:pt>
                <c:pt idx="10342">
                  <c:v>6.7309299999999999</c:v>
                </c:pt>
                <c:pt idx="10343">
                  <c:v>6.73123</c:v>
                </c:pt>
                <c:pt idx="10344">
                  <c:v>6.7315399999999999</c:v>
                </c:pt>
                <c:pt idx="10345">
                  <c:v>6.7318499999999997</c:v>
                </c:pt>
                <c:pt idx="10346">
                  <c:v>6.7321499999999999</c:v>
                </c:pt>
                <c:pt idx="10347">
                  <c:v>6.7324599999999997</c:v>
                </c:pt>
                <c:pt idx="10348">
                  <c:v>6.7327599999999999</c:v>
                </c:pt>
                <c:pt idx="10349">
                  <c:v>6.7330699999999997</c:v>
                </c:pt>
                <c:pt idx="10350">
                  <c:v>6.7333699999999999</c:v>
                </c:pt>
                <c:pt idx="10351">
                  <c:v>6.7336799999999997</c:v>
                </c:pt>
                <c:pt idx="10352">
                  <c:v>6.7339799999999999</c:v>
                </c:pt>
                <c:pt idx="10353">
                  <c:v>6.7342899999999997</c:v>
                </c:pt>
                <c:pt idx="10354">
                  <c:v>6.7345899999999999</c:v>
                </c:pt>
                <c:pt idx="10355">
                  <c:v>6.7348999999999997</c:v>
                </c:pt>
                <c:pt idx="10356">
                  <c:v>6.7351999999999999</c:v>
                </c:pt>
                <c:pt idx="10357">
                  <c:v>6.7355099999999997</c:v>
                </c:pt>
                <c:pt idx="10358">
                  <c:v>6.7358200000000004</c:v>
                </c:pt>
                <c:pt idx="10359">
                  <c:v>6.7361199999999997</c:v>
                </c:pt>
                <c:pt idx="10360">
                  <c:v>6.7364300000000004</c:v>
                </c:pt>
                <c:pt idx="10361">
                  <c:v>6.7367299999999997</c:v>
                </c:pt>
                <c:pt idx="10362">
                  <c:v>6.7370400000000004</c:v>
                </c:pt>
                <c:pt idx="10363">
                  <c:v>6.7373399999999997</c:v>
                </c:pt>
                <c:pt idx="10364">
                  <c:v>6.7376500000000004</c:v>
                </c:pt>
                <c:pt idx="10365">
                  <c:v>6.7379499999999997</c:v>
                </c:pt>
                <c:pt idx="10366">
                  <c:v>6.7382600000000004</c:v>
                </c:pt>
                <c:pt idx="10367">
                  <c:v>6.7385599999999997</c:v>
                </c:pt>
                <c:pt idx="10368">
                  <c:v>6.7388700000000004</c:v>
                </c:pt>
                <c:pt idx="10369">
                  <c:v>6.7391699999999997</c:v>
                </c:pt>
                <c:pt idx="10370">
                  <c:v>6.7394800000000004</c:v>
                </c:pt>
                <c:pt idx="10371">
                  <c:v>6.7397900000000002</c:v>
                </c:pt>
                <c:pt idx="10372">
                  <c:v>6.7400900000000004</c:v>
                </c:pt>
                <c:pt idx="10373">
                  <c:v>6.7404000000000002</c:v>
                </c:pt>
                <c:pt idx="10374">
                  <c:v>6.7407000000000004</c:v>
                </c:pt>
                <c:pt idx="10375">
                  <c:v>6.7410100000000002</c:v>
                </c:pt>
                <c:pt idx="10376">
                  <c:v>6.7413100000000004</c:v>
                </c:pt>
                <c:pt idx="10377">
                  <c:v>6.7416200000000002</c:v>
                </c:pt>
                <c:pt idx="10378">
                  <c:v>6.7419200000000004</c:v>
                </c:pt>
                <c:pt idx="10379">
                  <c:v>6.7422300000000002</c:v>
                </c:pt>
                <c:pt idx="10380">
                  <c:v>6.7425300000000004</c:v>
                </c:pt>
                <c:pt idx="10381">
                  <c:v>6.7428400000000002</c:v>
                </c:pt>
                <c:pt idx="10382">
                  <c:v>6.7431400000000004</c:v>
                </c:pt>
                <c:pt idx="10383">
                  <c:v>6.7434500000000002</c:v>
                </c:pt>
                <c:pt idx="10384">
                  <c:v>6.74376</c:v>
                </c:pt>
                <c:pt idx="10385">
                  <c:v>6.7440600000000002</c:v>
                </c:pt>
                <c:pt idx="10386">
                  <c:v>6.74437</c:v>
                </c:pt>
                <c:pt idx="10387">
                  <c:v>6.7446700000000002</c:v>
                </c:pt>
                <c:pt idx="10388">
                  <c:v>6.74498</c:v>
                </c:pt>
                <c:pt idx="10389">
                  <c:v>6.7452800000000002</c:v>
                </c:pt>
                <c:pt idx="10390">
                  <c:v>6.74559</c:v>
                </c:pt>
                <c:pt idx="10391">
                  <c:v>6.7458900000000002</c:v>
                </c:pt>
                <c:pt idx="10392">
                  <c:v>6.7462</c:v>
                </c:pt>
                <c:pt idx="10393">
                  <c:v>6.7465000000000002</c:v>
                </c:pt>
                <c:pt idx="10394">
                  <c:v>6.74681</c:v>
                </c:pt>
                <c:pt idx="10395">
                  <c:v>6.7471199999999998</c:v>
                </c:pt>
                <c:pt idx="10396">
                  <c:v>6.74742</c:v>
                </c:pt>
                <c:pt idx="10397">
                  <c:v>6.7477299999999998</c:v>
                </c:pt>
                <c:pt idx="10398">
                  <c:v>6.74803</c:v>
                </c:pt>
                <c:pt idx="10399">
                  <c:v>6.7483399999999998</c:v>
                </c:pt>
                <c:pt idx="10400">
                  <c:v>6.74864</c:v>
                </c:pt>
                <c:pt idx="10401">
                  <c:v>6.7489499999999998</c:v>
                </c:pt>
                <c:pt idx="10402">
                  <c:v>6.74925</c:v>
                </c:pt>
                <c:pt idx="10403">
                  <c:v>6.7495599999999998</c:v>
                </c:pt>
                <c:pt idx="10404">
                  <c:v>6.74986</c:v>
                </c:pt>
                <c:pt idx="10405">
                  <c:v>6.7501699999999998</c:v>
                </c:pt>
                <c:pt idx="10406">
                  <c:v>6.75047</c:v>
                </c:pt>
                <c:pt idx="10407">
                  <c:v>6.7507799999999998</c:v>
                </c:pt>
                <c:pt idx="10408">
                  <c:v>6.7510899999999996</c:v>
                </c:pt>
                <c:pt idx="10409">
                  <c:v>6.7513899999999998</c:v>
                </c:pt>
                <c:pt idx="10410">
                  <c:v>6.7516999999999996</c:v>
                </c:pt>
                <c:pt idx="10411">
                  <c:v>6.7519999999999998</c:v>
                </c:pt>
                <c:pt idx="10412">
                  <c:v>6.7523099999999996</c:v>
                </c:pt>
                <c:pt idx="10413">
                  <c:v>6.7526099999999998</c:v>
                </c:pt>
                <c:pt idx="10414">
                  <c:v>6.7529199999999996</c:v>
                </c:pt>
                <c:pt idx="10415">
                  <c:v>6.7532199999999998</c:v>
                </c:pt>
                <c:pt idx="10416">
                  <c:v>6.7535299999999996</c:v>
                </c:pt>
                <c:pt idx="10417">
                  <c:v>6.7538299999999998</c:v>
                </c:pt>
                <c:pt idx="10418">
                  <c:v>6.7541399999999996</c:v>
                </c:pt>
                <c:pt idx="10419">
                  <c:v>6.7544399999999998</c:v>
                </c:pt>
                <c:pt idx="10420">
                  <c:v>6.7547499999999996</c:v>
                </c:pt>
                <c:pt idx="10421">
                  <c:v>6.7550600000000003</c:v>
                </c:pt>
                <c:pt idx="10422">
                  <c:v>6.7553599999999996</c:v>
                </c:pt>
                <c:pt idx="10423">
                  <c:v>6.7556700000000003</c:v>
                </c:pt>
                <c:pt idx="10424">
                  <c:v>6.7559699999999996</c:v>
                </c:pt>
                <c:pt idx="10425">
                  <c:v>6.7562800000000003</c:v>
                </c:pt>
                <c:pt idx="10426">
                  <c:v>6.7565799999999996</c:v>
                </c:pt>
                <c:pt idx="10427">
                  <c:v>6.7568900000000003</c:v>
                </c:pt>
                <c:pt idx="10428">
                  <c:v>6.7571899999999996</c:v>
                </c:pt>
                <c:pt idx="10429">
                  <c:v>6.7575000000000003</c:v>
                </c:pt>
                <c:pt idx="10430">
                  <c:v>6.7577999999999996</c:v>
                </c:pt>
                <c:pt idx="10431">
                  <c:v>6.7581100000000003</c:v>
                </c:pt>
                <c:pt idx="10432">
                  <c:v>6.7584099999999996</c:v>
                </c:pt>
                <c:pt idx="10433">
                  <c:v>6.7587200000000003</c:v>
                </c:pt>
                <c:pt idx="10434">
                  <c:v>6.7590300000000001</c:v>
                </c:pt>
                <c:pt idx="10435">
                  <c:v>6.7593300000000003</c:v>
                </c:pt>
                <c:pt idx="10436">
                  <c:v>6.7596400000000001</c:v>
                </c:pt>
                <c:pt idx="10437">
                  <c:v>6.7599400000000003</c:v>
                </c:pt>
                <c:pt idx="10438">
                  <c:v>6.7602500000000001</c:v>
                </c:pt>
                <c:pt idx="10439">
                  <c:v>6.7605500000000003</c:v>
                </c:pt>
                <c:pt idx="10440">
                  <c:v>6.7608600000000001</c:v>
                </c:pt>
                <c:pt idx="10441">
                  <c:v>6.7611600000000003</c:v>
                </c:pt>
                <c:pt idx="10442">
                  <c:v>6.7614700000000001</c:v>
                </c:pt>
                <c:pt idx="10443">
                  <c:v>6.7617700000000003</c:v>
                </c:pt>
                <c:pt idx="10444">
                  <c:v>6.7620800000000001</c:v>
                </c:pt>
                <c:pt idx="10445">
                  <c:v>6.7623800000000003</c:v>
                </c:pt>
                <c:pt idx="10446">
                  <c:v>6.7626900000000001</c:v>
                </c:pt>
                <c:pt idx="10447">
                  <c:v>6.7629999999999999</c:v>
                </c:pt>
                <c:pt idx="10448">
                  <c:v>6.7633000000000001</c:v>
                </c:pt>
                <c:pt idx="10449">
                  <c:v>6.7636099999999999</c:v>
                </c:pt>
                <c:pt idx="10450">
                  <c:v>6.7639100000000001</c:v>
                </c:pt>
                <c:pt idx="10451">
                  <c:v>6.7642199999999999</c:v>
                </c:pt>
                <c:pt idx="10452">
                  <c:v>6.7645200000000001</c:v>
                </c:pt>
                <c:pt idx="10453">
                  <c:v>6.7648299999999999</c:v>
                </c:pt>
                <c:pt idx="10454">
                  <c:v>6.7651300000000001</c:v>
                </c:pt>
                <c:pt idx="10455">
                  <c:v>6.7654399999999999</c:v>
                </c:pt>
                <c:pt idx="10456">
                  <c:v>6.7657400000000001</c:v>
                </c:pt>
                <c:pt idx="10457">
                  <c:v>6.7660499999999999</c:v>
                </c:pt>
                <c:pt idx="10458">
                  <c:v>6.7663599999999997</c:v>
                </c:pt>
                <c:pt idx="10459">
                  <c:v>6.7666599999999999</c:v>
                </c:pt>
                <c:pt idx="10460">
                  <c:v>6.7669699999999997</c:v>
                </c:pt>
                <c:pt idx="10461">
                  <c:v>6.7672699999999999</c:v>
                </c:pt>
                <c:pt idx="10462">
                  <c:v>6.7675799999999997</c:v>
                </c:pt>
                <c:pt idx="10463">
                  <c:v>6.7678799999999999</c:v>
                </c:pt>
                <c:pt idx="10464">
                  <c:v>6.7681899999999997</c:v>
                </c:pt>
                <c:pt idx="10465">
                  <c:v>6.7684899999999999</c:v>
                </c:pt>
                <c:pt idx="10466">
                  <c:v>6.7687999999999997</c:v>
                </c:pt>
                <c:pt idx="10467">
                  <c:v>6.7690999999999999</c:v>
                </c:pt>
                <c:pt idx="10468">
                  <c:v>6.7694099999999997</c:v>
                </c:pt>
                <c:pt idx="10469">
                  <c:v>6.7697099999999999</c:v>
                </c:pt>
                <c:pt idx="10470">
                  <c:v>6.7700199999999997</c:v>
                </c:pt>
                <c:pt idx="10471">
                  <c:v>6.7703300000000004</c:v>
                </c:pt>
                <c:pt idx="10472">
                  <c:v>6.7706299999999997</c:v>
                </c:pt>
                <c:pt idx="10473">
                  <c:v>6.7709400000000004</c:v>
                </c:pt>
                <c:pt idx="10474">
                  <c:v>6.7712399999999997</c:v>
                </c:pt>
                <c:pt idx="10475">
                  <c:v>6.7715500000000004</c:v>
                </c:pt>
                <c:pt idx="10476">
                  <c:v>6.7718499999999997</c:v>
                </c:pt>
                <c:pt idx="10477">
                  <c:v>6.7721600000000004</c:v>
                </c:pt>
                <c:pt idx="10478">
                  <c:v>6.7724599999999997</c:v>
                </c:pt>
                <c:pt idx="10479">
                  <c:v>6.7727700000000004</c:v>
                </c:pt>
                <c:pt idx="10480">
                  <c:v>6.7730699999999997</c:v>
                </c:pt>
                <c:pt idx="10481">
                  <c:v>6.7733800000000004</c:v>
                </c:pt>
                <c:pt idx="10482">
                  <c:v>6.7736799999999997</c:v>
                </c:pt>
                <c:pt idx="10483">
                  <c:v>6.7739900000000004</c:v>
                </c:pt>
                <c:pt idx="10484">
                  <c:v>6.7743000000000002</c:v>
                </c:pt>
                <c:pt idx="10485">
                  <c:v>6.7746000000000004</c:v>
                </c:pt>
                <c:pt idx="10486">
                  <c:v>6.7749100000000002</c:v>
                </c:pt>
                <c:pt idx="10487">
                  <c:v>6.7752100000000004</c:v>
                </c:pt>
                <c:pt idx="10488">
                  <c:v>6.7755200000000002</c:v>
                </c:pt>
                <c:pt idx="10489">
                  <c:v>6.7758200000000004</c:v>
                </c:pt>
                <c:pt idx="10490">
                  <c:v>6.7761300000000002</c:v>
                </c:pt>
                <c:pt idx="10491">
                  <c:v>6.7764300000000004</c:v>
                </c:pt>
                <c:pt idx="10492">
                  <c:v>6.7767400000000002</c:v>
                </c:pt>
                <c:pt idx="10493">
                  <c:v>6.7770400000000004</c:v>
                </c:pt>
                <c:pt idx="10494">
                  <c:v>6.7773500000000002</c:v>
                </c:pt>
                <c:pt idx="10495">
                  <c:v>6.7776500000000004</c:v>
                </c:pt>
                <c:pt idx="10496">
                  <c:v>6.7779600000000002</c:v>
                </c:pt>
                <c:pt idx="10497">
                  <c:v>6.77827</c:v>
                </c:pt>
                <c:pt idx="10498">
                  <c:v>6.7785700000000002</c:v>
                </c:pt>
                <c:pt idx="10499">
                  <c:v>6.77888</c:v>
                </c:pt>
                <c:pt idx="10500">
                  <c:v>6.7791800000000002</c:v>
                </c:pt>
                <c:pt idx="10501">
                  <c:v>6.77949</c:v>
                </c:pt>
                <c:pt idx="10502">
                  <c:v>6.7797900000000002</c:v>
                </c:pt>
                <c:pt idx="10503">
                  <c:v>6.7801</c:v>
                </c:pt>
                <c:pt idx="10504">
                  <c:v>6.7804000000000002</c:v>
                </c:pt>
                <c:pt idx="10505">
                  <c:v>6.78071</c:v>
                </c:pt>
                <c:pt idx="10506">
                  <c:v>6.7810100000000002</c:v>
                </c:pt>
                <c:pt idx="10507">
                  <c:v>6.78132</c:v>
                </c:pt>
                <c:pt idx="10508">
                  <c:v>6.7816200000000002</c:v>
                </c:pt>
                <c:pt idx="10509">
                  <c:v>6.78193</c:v>
                </c:pt>
                <c:pt idx="10510">
                  <c:v>6.7822399999999998</c:v>
                </c:pt>
                <c:pt idx="10511">
                  <c:v>6.78254</c:v>
                </c:pt>
                <c:pt idx="10512">
                  <c:v>6.7828499999999998</c:v>
                </c:pt>
                <c:pt idx="10513">
                  <c:v>6.78315</c:v>
                </c:pt>
                <c:pt idx="10514">
                  <c:v>6.7834599999999998</c:v>
                </c:pt>
                <c:pt idx="10515">
                  <c:v>6.78376</c:v>
                </c:pt>
                <c:pt idx="10516">
                  <c:v>6.7840699999999998</c:v>
                </c:pt>
                <c:pt idx="10517">
                  <c:v>6.78437</c:v>
                </c:pt>
                <c:pt idx="10518">
                  <c:v>6.7846799999999998</c:v>
                </c:pt>
                <c:pt idx="10519">
                  <c:v>6.78498</c:v>
                </c:pt>
                <c:pt idx="10520">
                  <c:v>6.7852899999999998</c:v>
                </c:pt>
                <c:pt idx="10521">
                  <c:v>6.7855999999999996</c:v>
                </c:pt>
                <c:pt idx="10522">
                  <c:v>6.7858999999999998</c:v>
                </c:pt>
                <c:pt idx="10523">
                  <c:v>6.7862099999999996</c:v>
                </c:pt>
                <c:pt idx="10524">
                  <c:v>6.7865099999999998</c:v>
                </c:pt>
                <c:pt idx="10525">
                  <c:v>6.7868199999999996</c:v>
                </c:pt>
                <c:pt idx="10526">
                  <c:v>6.7871199999999998</c:v>
                </c:pt>
                <c:pt idx="10527">
                  <c:v>6.7874299999999996</c:v>
                </c:pt>
                <c:pt idx="10528">
                  <c:v>6.7877299999999998</c:v>
                </c:pt>
                <c:pt idx="10529">
                  <c:v>6.7880399999999996</c:v>
                </c:pt>
                <c:pt idx="10530">
                  <c:v>6.7883399999999998</c:v>
                </c:pt>
                <c:pt idx="10531">
                  <c:v>6.7886499999999996</c:v>
                </c:pt>
                <c:pt idx="10532">
                  <c:v>6.7889499999999998</c:v>
                </c:pt>
                <c:pt idx="10533">
                  <c:v>6.7892599999999996</c:v>
                </c:pt>
                <c:pt idx="10534">
                  <c:v>6.7895700000000003</c:v>
                </c:pt>
                <c:pt idx="10535">
                  <c:v>6.7898699999999996</c:v>
                </c:pt>
                <c:pt idx="10536">
                  <c:v>6.7901800000000003</c:v>
                </c:pt>
                <c:pt idx="10537">
                  <c:v>6.7904799999999996</c:v>
                </c:pt>
                <c:pt idx="10538">
                  <c:v>6.7907900000000003</c:v>
                </c:pt>
                <c:pt idx="10539">
                  <c:v>6.7910899999999996</c:v>
                </c:pt>
                <c:pt idx="10540">
                  <c:v>6.7914000000000003</c:v>
                </c:pt>
                <c:pt idx="10541">
                  <c:v>6.7916999999999996</c:v>
                </c:pt>
                <c:pt idx="10542">
                  <c:v>6.7920100000000003</c:v>
                </c:pt>
                <c:pt idx="10543">
                  <c:v>6.7923099999999996</c:v>
                </c:pt>
                <c:pt idx="10544">
                  <c:v>6.7926200000000003</c:v>
                </c:pt>
                <c:pt idx="10545">
                  <c:v>6.7929199999999996</c:v>
                </c:pt>
                <c:pt idx="10546">
                  <c:v>6.7932300000000003</c:v>
                </c:pt>
                <c:pt idx="10547">
                  <c:v>6.7935400000000001</c:v>
                </c:pt>
                <c:pt idx="10548">
                  <c:v>6.7938400000000003</c:v>
                </c:pt>
                <c:pt idx="10549">
                  <c:v>6.7941500000000001</c:v>
                </c:pt>
                <c:pt idx="10550">
                  <c:v>6.7944500000000003</c:v>
                </c:pt>
                <c:pt idx="10551">
                  <c:v>6.7947600000000001</c:v>
                </c:pt>
                <c:pt idx="10552">
                  <c:v>6.7950600000000003</c:v>
                </c:pt>
                <c:pt idx="10553">
                  <c:v>6.7953700000000001</c:v>
                </c:pt>
                <c:pt idx="10554">
                  <c:v>6.7956700000000003</c:v>
                </c:pt>
                <c:pt idx="10555">
                  <c:v>6.7959800000000001</c:v>
                </c:pt>
                <c:pt idx="10556">
                  <c:v>6.7962800000000003</c:v>
                </c:pt>
                <c:pt idx="10557">
                  <c:v>6.7965900000000001</c:v>
                </c:pt>
                <c:pt idx="10558">
                  <c:v>6.7968900000000003</c:v>
                </c:pt>
                <c:pt idx="10559">
                  <c:v>6.7972000000000001</c:v>
                </c:pt>
                <c:pt idx="10560">
                  <c:v>6.7975099999999999</c:v>
                </c:pt>
                <c:pt idx="10561">
                  <c:v>6.7978100000000001</c:v>
                </c:pt>
                <c:pt idx="10562">
                  <c:v>6.7981199999999999</c:v>
                </c:pt>
                <c:pt idx="10563">
                  <c:v>6.7984200000000001</c:v>
                </c:pt>
                <c:pt idx="10564">
                  <c:v>6.7987299999999999</c:v>
                </c:pt>
                <c:pt idx="10565">
                  <c:v>6.7990300000000001</c:v>
                </c:pt>
                <c:pt idx="10566">
                  <c:v>6.7993399999999999</c:v>
                </c:pt>
                <c:pt idx="10567">
                  <c:v>6.7996400000000001</c:v>
                </c:pt>
                <c:pt idx="10568">
                  <c:v>6.7999499999999999</c:v>
                </c:pt>
                <c:pt idx="10569">
                  <c:v>6.8002500000000001</c:v>
                </c:pt>
                <c:pt idx="10570">
                  <c:v>6.8005599999999999</c:v>
                </c:pt>
                <c:pt idx="10571">
                  <c:v>6.8008699999999997</c:v>
                </c:pt>
                <c:pt idx="10572">
                  <c:v>6.8011699999999999</c:v>
                </c:pt>
                <c:pt idx="10573">
                  <c:v>6.8014799999999997</c:v>
                </c:pt>
                <c:pt idx="10574">
                  <c:v>6.8017799999999999</c:v>
                </c:pt>
                <c:pt idx="10575">
                  <c:v>6.8020899999999997</c:v>
                </c:pt>
                <c:pt idx="10576">
                  <c:v>6.8023899999999999</c:v>
                </c:pt>
                <c:pt idx="10577">
                  <c:v>6.8026999999999997</c:v>
                </c:pt>
                <c:pt idx="10578">
                  <c:v>6.8029999999999999</c:v>
                </c:pt>
                <c:pt idx="10579">
                  <c:v>6.8033099999999997</c:v>
                </c:pt>
                <c:pt idx="10580">
                  <c:v>6.8036099999999999</c:v>
                </c:pt>
                <c:pt idx="10581">
                  <c:v>6.8039199999999997</c:v>
                </c:pt>
                <c:pt idx="10582">
                  <c:v>6.8042199999999999</c:v>
                </c:pt>
                <c:pt idx="10583">
                  <c:v>6.8045299999999997</c:v>
                </c:pt>
                <c:pt idx="10584">
                  <c:v>6.8048400000000004</c:v>
                </c:pt>
                <c:pt idx="10585">
                  <c:v>6.8051399999999997</c:v>
                </c:pt>
                <c:pt idx="10586">
                  <c:v>6.8054500000000004</c:v>
                </c:pt>
                <c:pt idx="10587">
                  <c:v>6.8057499999999997</c:v>
                </c:pt>
                <c:pt idx="10588">
                  <c:v>6.8060600000000004</c:v>
                </c:pt>
                <c:pt idx="10589">
                  <c:v>6.8063599999999997</c:v>
                </c:pt>
                <c:pt idx="10590">
                  <c:v>6.8066700000000004</c:v>
                </c:pt>
                <c:pt idx="10591">
                  <c:v>6.8069699999999997</c:v>
                </c:pt>
                <c:pt idx="10592">
                  <c:v>6.8072800000000004</c:v>
                </c:pt>
                <c:pt idx="10593">
                  <c:v>6.8075799999999997</c:v>
                </c:pt>
                <c:pt idx="10594">
                  <c:v>6.8078900000000004</c:v>
                </c:pt>
                <c:pt idx="10595">
                  <c:v>6.8081899999999997</c:v>
                </c:pt>
                <c:pt idx="10596">
                  <c:v>6.8085000000000004</c:v>
                </c:pt>
                <c:pt idx="10597">
                  <c:v>6.8088100000000003</c:v>
                </c:pt>
                <c:pt idx="10598">
                  <c:v>6.8091100000000004</c:v>
                </c:pt>
                <c:pt idx="10599">
                  <c:v>6.8094200000000003</c:v>
                </c:pt>
                <c:pt idx="10600">
                  <c:v>6.8097200000000004</c:v>
                </c:pt>
                <c:pt idx="10601">
                  <c:v>6.8100300000000002</c:v>
                </c:pt>
                <c:pt idx="10602">
                  <c:v>6.8103300000000004</c:v>
                </c:pt>
                <c:pt idx="10603">
                  <c:v>6.8106400000000002</c:v>
                </c:pt>
                <c:pt idx="10604">
                  <c:v>6.8109400000000004</c:v>
                </c:pt>
                <c:pt idx="10605">
                  <c:v>6.8112500000000002</c:v>
                </c:pt>
                <c:pt idx="10606">
                  <c:v>6.8115500000000004</c:v>
                </c:pt>
                <c:pt idx="10607">
                  <c:v>6.8118600000000002</c:v>
                </c:pt>
                <c:pt idx="10608">
                  <c:v>6.8121600000000004</c:v>
                </c:pt>
                <c:pt idx="10609">
                  <c:v>6.8124700000000002</c:v>
                </c:pt>
                <c:pt idx="10610">
                  <c:v>6.8127800000000001</c:v>
                </c:pt>
                <c:pt idx="10611">
                  <c:v>6.8130800000000002</c:v>
                </c:pt>
                <c:pt idx="10612">
                  <c:v>6.8133900000000001</c:v>
                </c:pt>
                <c:pt idx="10613">
                  <c:v>6.8136900000000002</c:v>
                </c:pt>
                <c:pt idx="10614">
                  <c:v>6.8140000000000001</c:v>
                </c:pt>
                <c:pt idx="10615">
                  <c:v>6.8143000000000002</c:v>
                </c:pt>
                <c:pt idx="10616">
                  <c:v>6.8146100000000001</c:v>
                </c:pt>
                <c:pt idx="10617">
                  <c:v>6.8149100000000002</c:v>
                </c:pt>
                <c:pt idx="10618">
                  <c:v>6.8152200000000001</c:v>
                </c:pt>
                <c:pt idx="10619">
                  <c:v>6.8155200000000002</c:v>
                </c:pt>
                <c:pt idx="10620">
                  <c:v>6.8158300000000001</c:v>
                </c:pt>
                <c:pt idx="10621">
                  <c:v>6.8161300000000002</c:v>
                </c:pt>
                <c:pt idx="10622">
                  <c:v>6.8164400000000001</c:v>
                </c:pt>
                <c:pt idx="10623">
                  <c:v>6.8167499999999999</c:v>
                </c:pt>
                <c:pt idx="10624">
                  <c:v>6.8170500000000001</c:v>
                </c:pt>
                <c:pt idx="10625">
                  <c:v>6.8173599999999999</c:v>
                </c:pt>
                <c:pt idx="10626">
                  <c:v>6.8176600000000001</c:v>
                </c:pt>
                <c:pt idx="10627">
                  <c:v>6.8179699999999999</c:v>
                </c:pt>
                <c:pt idx="10628">
                  <c:v>6.8182700000000001</c:v>
                </c:pt>
                <c:pt idx="10629">
                  <c:v>6.8185799999999999</c:v>
                </c:pt>
                <c:pt idx="10630">
                  <c:v>6.8188800000000001</c:v>
                </c:pt>
                <c:pt idx="10631">
                  <c:v>6.8191899999999999</c:v>
                </c:pt>
                <c:pt idx="10632">
                  <c:v>6.8194900000000001</c:v>
                </c:pt>
                <c:pt idx="10633">
                  <c:v>6.8197999999999999</c:v>
                </c:pt>
                <c:pt idx="10634">
                  <c:v>6.8201099999999997</c:v>
                </c:pt>
                <c:pt idx="10635">
                  <c:v>6.8204099999999999</c:v>
                </c:pt>
                <c:pt idx="10636">
                  <c:v>6.8207199999999997</c:v>
                </c:pt>
                <c:pt idx="10637">
                  <c:v>6.8210199999999999</c:v>
                </c:pt>
                <c:pt idx="10638">
                  <c:v>6.8213299999999997</c:v>
                </c:pt>
                <c:pt idx="10639">
                  <c:v>6.8216299999999999</c:v>
                </c:pt>
                <c:pt idx="10640">
                  <c:v>6.8219399999999997</c:v>
                </c:pt>
                <c:pt idx="10641">
                  <c:v>6.8222399999999999</c:v>
                </c:pt>
                <c:pt idx="10642">
                  <c:v>6.8225499999999997</c:v>
                </c:pt>
                <c:pt idx="10643">
                  <c:v>6.8228499999999999</c:v>
                </c:pt>
                <c:pt idx="10644">
                  <c:v>6.8231599999999997</c:v>
                </c:pt>
                <c:pt idx="10645">
                  <c:v>6.8234599999999999</c:v>
                </c:pt>
                <c:pt idx="10646">
                  <c:v>6.8237699999999997</c:v>
                </c:pt>
                <c:pt idx="10647">
                  <c:v>6.8240800000000004</c:v>
                </c:pt>
                <c:pt idx="10648">
                  <c:v>6.8243799999999997</c:v>
                </c:pt>
                <c:pt idx="10649">
                  <c:v>6.8246900000000004</c:v>
                </c:pt>
                <c:pt idx="10650">
                  <c:v>6.8249899999999997</c:v>
                </c:pt>
                <c:pt idx="10651">
                  <c:v>6.8253000000000004</c:v>
                </c:pt>
                <c:pt idx="10652">
                  <c:v>6.8255999999999997</c:v>
                </c:pt>
                <c:pt idx="10653">
                  <c:v>6.8259100000000004</c:v>
                </c:pt>
                <c:pt idx="10654">
                  <c:v>6.8262099999999997</c:v>
                </c:pt>
                <c:pt idx="10655">
                  <c:v>6.8265200000000004</c:v>
                </c:pt>
                <c:pt idx="10656">
                  <c:v>6.8268199999999997</c:v>
                </c:pt>
                <c:pt idx="10657">
                  <c:v>6.8271300000000004</c:v>
                </c:pt>
                <c:pt idx="10658">
                  <c:v>6.8274299999999997</c:v>
                </c:pt>
                <c:pt idx="10659">
                  <c:v>6.8277400000000004</c:v>
                </c:pt>
                <c:pt idx="10660">
                  <c:v>6.8280500000000002</c:v>
                </c:pt>
                <c:pt idx="10661">
                  <c:v>6.8283500000000004</c:v>
                </c:pt>
                <c:pt idx="10662">
                  <c:v>6.8286600000000002</c:v>
                </c:pt>
                <c:pt idx="10663">
                  <c:v>6.8289600000000004</c:v>
                </c:pt>
                <c:pt idx="10664">
                  <c:v>6.8292700000000002</c:v>
                </c:pt>
                <c:pt idx="10665">
                  <c:v>6.8295700000000004</c:v>
                </c:pt>
                <c:pt idx="10666">
                  <c:v>6.8298800000000002</c:v>
                </c:pt>
                <c:pt idx="10667">
                  <c:v>6.8301800000000004</c:v>
                </c:pt>
                <c:pt idx="10668">
                  <c:v>6.8304900000000002</c:v>
                </c:pt>
                <c:pt idx="10669">
                  <c:v>6.8307900000000004</c:v>
                </c:pt>
                <c:pt idx="10670">
                  <c:v>6.8311000000000002</c:v>
                </c:pt>
                <c:pt idx="10671">
                  <c:v>6.8314000000000004</c:v>
                </c:pt>
                <c:pt idx="10672">
                  <c:v>6.8317100000000002</c:v>
                </c:pt>
                <c:pt idx="10673">
                  <c:v>6.83202</c:v>
                </c:pt>
                <c:pt idx="10674">
                  <c:v>6.8323200000000002</c:v>
                </c:pt>
                <c:pt idx="10675">
                  <c:v>6.83263</c:v>
                </c:pt>
                <c:pt idx="10676">
                  <c:v>6.8329300000000002</c:v>
                </c:pt>
                <c:pt idx="10677">
                  <c:v>6.83324</c:v>
                </c:pt>
                <c:pt idx="10678">
                  <c:v>6.8335400000000002</c:v>
                </c:pt>
                <c:pt idx="10679">
                  <c:v>6.83385</c:v>
                </c:pt>
                <c:pt idx="10680">
                  <c:v>6.8341500000000002</c:v>
                </c:pt>
                <c:pt idx="10681">
                  <c:v>6.83446</c:v>
                </c:pt>
                <c:pt idx="10682">
                  <c:v>6.8347600000000002</c:v>
                </c:pt>
                <c:pt idx="10683">
                  <c:v>6.83507</c:v>
                </c:pt>
                <c:pt idx="10684">
                  <c:v>6.8353700000000002</c:v>
                </c:pt>
                <c:pt idx="10685">
                  <c:v>6.83568</c:v>
                </c:pt>
                <c:pt idx="10686">
                  <c:v>6.8359899999999998</c:v>
                </c:pt>
                <c:pt idx="10687">
                  <c:v>6.83629</c:v>
                </c:pt>
                <c:pt idx="10688">
                  <c:v>6.8365999999999998</c:v>
                </c:pt>
                <c:pt idx="10689">
                  <c:v>6.8369</c:v>
                </c:pt>
                <c:pt idx="10690">
                  <c:v>6.8372099999999998</c:v>
                </c:pt>
                <c:pt idx="10691">
                  <c:v>6.83751</c:v>
                </c:pt>
                <c:pt idx="10692">
                  <c:v>6.8378199999999998</c:v>
                </c:pt>
                <c:pt idx="10693">
                  <c:v>6.83812</c:v>
                </c:pt>
                <c:pt idx="10694">
                  <c:v>6.8384299999999998</c:v>
                </c:pt>
                <c:pt idx="10695">
                  <c:v>6.83873</c:v>
                </c:pt>
                <c:pt idx="10696">
                  <c:v>6.8390399999999998</c:v>
                </c:pt>
                <c:pt idx="10697">
                  <c:v>6.8393499999999996</c:v>
                </c:pt>
                <c:pt idx="10698">
                  <c:v>6.8396499999999998</c:v>
                </c:pt>
                <c:pt idx="10699">
                  <c:v>6.8399599999999996</c:v>
                </c:pt>
                <c:pt idx="10700">
                  <c:v>6.8402599999999998</c:v>
                </c:pt>
                <c:pt idx="10701">
                  <c:v>6.8405699999999996</c:v>
                </c:pt>
                <c:pt idx="10702">
                  <c:v>6.8408699999999998</c:v>
                </c:pt>
                <c:pt idx="10703">
                  <c:v>6.8411799999999996</c:v>
                </c:pt>
                <c:pt idx="10704">
                  <c:v>6.8414799999999998</c:v>
                </c:pt>
                <c:pt idx="10705">
                  <c:v>6.8417899999999996</c:v>
                </c:pt>
                <c:pt idx="10706">
                  <c:v>6.8420899999999998</c:v>
                </c:pt>
                <c:pt idx="10707">
                  <c:v>6.8423999999999996</c:v>
                </c:pt>
                <c:pt idx="10708">
                  <c:v>6.8426999999999998</c:v>
                </c:pt>
                <c:pt idx="10709">
                  <c:v>6.8430099999999996</c:v>
                </c:pt>
                <c:pt idx="10710">
                  <c:v>6.8433200000000003</c:v>
                </c:pt>
                <c:pt idx="10711">
                  <c:v>6.8436199999999996</c:v>
                </c:pt>
                <c:pt idx="10712">
                  <c:v>6.8439300000000003</c:v>
                </c:pt>
                <c:pt idx="10713">
                  <c:v>6.8442299999999996</c:v>
                </c:pt>
                <c:pt idx="10714">
                  <c:v>6.8445400000000003</c:v>
                </c:pt>
                <c:pt idx="10715">
                  <c:v>6.8448399999999996</c:v>
                </c:pt>
                <c:pt idx="10716">
                  <c:v>6.8451500000000003</c:v>
                </c:pt>
                <c:pt idx="10717">
                  <c:v>6.8454499999999996</c:v>
                </c:pt>
                <c:pt idx="10718">
                  <c:v>6.8457600000000003</c:v>
                </c:pt>
                <c:pt idx="10719">
                  <c:v>6.8460599999999996</c:v>
                </c:pt>
                <c:pt idx="10720">
                  <c:v>6.8463700000000003</c:v>
                </c:pt>
                <c:pt idx="10721">
                  <c:v>6.8466699999999996</c:v>
                </c:pt>
                <c:pt idx="10722">
                  <c:v>6.8469800000000003</c:v>
                </c:pt>
                <c:pt idx="10723">
                  <c:v>6.8472900000000001</c:v>
                </c:pt>
                <c:pt idx="10724">
                  <c:v>6.8475900000000003</c:v>
                </c:pt>
                <c:pt idx="10725">
                  <c:v>6.8479000000000001</c:v>
                </c:pt>
                <c:pt idx="10726">
                  <c:v>6.8482000000000003</c:v>
                </c:pt>
                <c:pt idx="10727">
                  <c:v>6.8485100000000001</c:v>
                </c:pt>
                <c:pt idx="10728">
                  <c:v>6.8488100000000003</c:v>
                </c:pt>
                <c:pt idx="10729">
                  <c:v>6.8491200000000001</c:v>
                </c:pt>
                <c:pt idx="10730">
                  <c:v>6.8494200000000003</c:v>
                </c:pt>
                <c:pt idx="10731">
                  <c:v>6.8497300000000001</c:v>
                </c:pt>
                <c:pt idx="10732">
                  <c:v>6.8500300000000003</c:v>
                </c:pt>
                <c:pt idx="10733">
                  <c:v>6.8503400000000001</c:v>
                </c:pt>
                <c:pt idx="10734">
                  <c:v>6.8506400000000003</c:v>
                </c:pt>
                <c:pt idx="10735">
                  <c:v>6.8509500000000001</c:v>
                </c:pt>
                <c:pt idx="10736">
                  <c:v>6.8512599999999999</c:v>
                </c:pt>
                <c:pt idx="10737">
                  <c:v>6.8515600000000001</c:v>
                </c:pt>
                <c:pt idx="10738">
                  <c:v>6.8518699999999999</c:v>
                </c:pt>
                <c:pt idx="10739">
                  <c:v>6.8521700000000001</c:v>
                </c:pt>
                <c:pt idx="10740">
                  <c:v>6.8524799999999999</c:v>
                </c:pt>
                <c:pt idx="10741">
                  <c:v>6.8527800000000001</c:v>
                </c:pt>
                <c:pt idx="10742">
                  <c:v>6.8530899999999999</c:v>
                </c:pt>
                <c:pt idx="10743">
                  <c:v>6.8533900000000001</c:v>
                </c:pt>
                <c:pt idx="10744">
                  <c:v>6.8536999999999999</c:v>
                </c:pt>
                <c:pt idx="10745">
                  <c:v>6.8540000000000001</c:v>
                </c:pt>
                <c:pt idx="10746">
                  <c:v>6.8543099999999999</c:v>
                </c:pt>
                <c:pt idx="10747">
                  <c:v>6.8546199999999997</c:v>
                </c:pt>
                <c:pt idx="10748">
                  <c:v>6.8549199999999999</c:v>
                </c:pt>
                <c:pt idx="10749">
                  <c:v>6.8552299999999997</c:v>
                </c:pt>
                <c:pt idx="10750">
                  <c:v>6.8555299999999999</c:v>
                </c:pt>
                <c:pt idx="10751">
                  <c:v>6.8558399999999997</c:v>
                </c:pt>
                <c:pt idx="10752">
                  <c:v>6.8561399999999999</c:v>
                </c:pt>
                <c:pt idx="10753">
                  <c:v>6.8564499999999997</c:v>
                </c:pt>
                <c:pt idx="10754">
                  <c:v>6.8567499999999999</c:v>
                </c:pt>
                <c:pt idx="10755">
                  <c:v>6.8570599999999997</c:v>
                </c:pt>
                <c:pt idx="10756">
                  <c:v>6.8573599999999999</c:v>
                </c:pt>
                <c:pt idx="10757">
                  <c:v>6.8576699999999997</c:v>
                </c:pt>
                <c:pt idx="10758">
                  <c:v>6.8579699999999999</c:v>
                </c:pt>
                <c:pt idx="10759">
                  <c:v>6.8582799999999997</c:v>
                </c:pt>
                <c:pt idx="10760">
                  <c:v>6.8585900000000004</c:v>
                </c:pt>
                <c:pt idx="10761">
                  <c:v>6.8588899999999997</c:v>
                </c:pt>
                <c:pt idx="10762">
                  <c:v>6.8592000000000004</c:v>
                </c:pt>
                <c:pt idx="10763">
                  <c:v>6.8594999999999997</c:v>
                </c:pt>
                <c:pt idx="10764">
                  <c:v>6.8598100000000004</c:v>
                </c:pt>
                <c:pt idx="10765">
                  <c:v>6.8601099999999997</c:v>
                </c:pt>
                <c:pt idx="10766">
                  <c:v>6.8604200000000004</c:v>
                </c:pt>
                <c:pt idx="10767">
                  <c:v>6.8607199999999997</c:v>
                </c:pt>
                <c:pt idx="10768">
                  <c:v>6.8610300000000004</c:v>
                </c:pt>
                <c:pt idx="10769">
                  <c:v>6.8613299999999997</c:v>
                </c:pt>
                <c:pt idx="10770">
                  <c:v>6.8616400000000004</c:v>
                </c:pt>
                <c:pt idx="10771">
                  <c:v>6.8619399999999997</c:v>
                </c:pt>
                <c:pt idx="10772">
                  <c:v>6.8622500000000004</c:v>
                </c:pt>
                <c:pt idx="10773">
                  <c:v>6.8625600000000002</c:v>
                </c:pt>
                <c:pt idx="10774">
                  <c:v>6.8628600000000004</c:v>
                </c:pt>
                <c:pt idx="10775">
                  <c:v>6.8631700000000002</c:v>
                </c:pt>
                <c:pt idx="10776">
                  <c:v>6.8634700000000004</c:v>
                </c:pt>
                <c:pt idx="10777">
                  <c:v>6.8637800000000002</c:v>
                </c:pt>
                <c:pt idx="10778">
                  <c:v>6.8640800000000004</c:v>
                </c:pt>
                <c:pt idx="10779">
                  <c:v>6.8643900000000002</c:v>
                </c:pt>
                <c:pt idx="10780">
                  <c:v>6.8646900000000004</c:v>
                </c:pt>
                <c:pt idx="10781">
                  <c:v>6.8650000000000002</c:v>
                </c:pt>
                <c:pt idx="10782">
                  <c:v>6.8653000000000004</c:v>
                </c:pt>
                <c:pt idx="10783">
                  <c:v>6.8656100000000002</c:v>
                </c:pt>
                <c:pt idx="10784">
                  <c:v>6.8659100000000004</c:v>
                </c:pt>
                <c:pt idx="10785">
                  <c:v>6.8662200000000002</c:v>
                </c:pt>
                <c:pt idx="10786">
                  <c:v>6.86653</c:v>
                </c:pt>
                <c:pt idx="10787">
                  <c:v>6.8668300000000002</c:v>
                </c:pt>
                <c:pt idx="10788">
                  <c:v>6.86714</c:v>
                </c:pt>
                <c:pt idx="10789">
                  <c:v>6.8674400000000002</c:v>
                </c:pt>
                <c:pt idx="10790">
                  <c:v>6.86775</c:v>
                </c:pt>
                <c:pt idx="10791">
                  <c:v>6.8680500000000002</c:v>
                </c:pt>
                <c:pt idx="10792">
                  <c:v>6.86836</c:v>
                </c:pt>
                <c:pt idx="10793">
                  <c:v>6.8686600000000002</c:v>
                </c:pt>
                <c:pt idx="10794">
                  <c:v>6.86897</c:v>
                </c:pt>
                <c:pt idx="10795">
                  <c:v>6.8692700000000002</c:v>
                </c:pt>
                <c:pt idx="10796">
                  <c:v>6.86958</c:v>
                </c:pt>
                <c:pt idx="10797">
                  <c:v>6.8698800000000002</c:v>
                </c:pt>
                <c:pt idx="10798">
                  <c:v>6.87019</c:v>
                </c:pt>
                <c:pt idx="10799">
                  <c:v>6.8704999999999998</c:v>
                </c:pt>
                <c:pt idx="10800">
                  <c:v>6.8708</c:v>
                </c:pt>
                <c:pt idx="10801">
                  <c:v>6.8711099999999998</c:v>
                </c:pt>
                <c:pt idx="10802">
                  <c:v>6.87141</c:v>
                </c:pt>
                <c:pt idx="10803">
                  <c:v>6.8717199999999998</c:v>
                </c:pt>
                <c:pt idx="10804">
                  <c:v>6.87202</c:v>
                </c:pt>
                <c:pt idx="10805">
                  <c:v>6.8723299999999998</c:v>
                </c:pt>
                <c:pt idx="10806">
                  <c:v>6.87263</c:v>
                </c:pt>
                <c:pt idx="10807">
                  <c:v>6.8729399999999998</c:v>
                </c:pt>
                <c:pt idx="10808">
                  <c:v>6.87324</c:v>
                </c:pt>
                <c:pt idx="10809">
                  <c:v>6.8735499999999998</c:v>
                </c:pt>
                <c:pt idx="10810">
                  <c:v>6.8738599999999996</c:v>
                </c:pt>
                <c:pt idx="10811">
                  <c:v>6.8741599999999998</c:v>
                </c:pt>
                <c:pt idx="10812">
                  <c:v>6.8744699999999996</c:v>
                </c:pt>
                <c:pt idx="10813">
                  <c:v>6.8747699999999998</c:v>
                </c:pt>
                <c:pt idx="10814">
                  <c:v>6.8750799999999996</c:v>
                </c:pt>
                <c:pt idx="10815">
                  <c:v>6.8753799999999998</c:v>
                </c:pt>
                <c:pt idx="10816">
                  <c:v>6.8756899999999996</c:v>
                </c:pt>
                <c:pt idx="10817">
                  <c:v>6.8759899999999998</c:v>
                </c:pt>
                <c:pt idx="10818">
                  <c:v>6.8762999999999996</c:v>
                </c:pt>
                <c:pt idx="10819">
                  <c:v>6.8765999999999998</c:v>
                </c:pt>
                <c:pt idx="10820">
                  <c:v>6.8769099999999996</c:v>
                </c:pt>
                <c:pt idx="10821">
                  <c:v>6.8772099999999998</c:v>
                </c:pt>
                <c:pt idx="10822">
                  <c:v>6.8775199999999996</c:v>
                </c:pt>
                <c:pt idx="10823">
                  <c:v>6.8778300000000003</c:v>
                </c:pt>
                <c:pt idx="10824">
                  <c:v>6.8781299999999996</c:v>
                </c:pt>
                <c:pt idx="10825">
                  <c:v>6.8784400000000003</c:v>
                </c:pt>
                <c:pt idx="10826">
                  <c:v>6.8787399999999996</c:v>
                </c:pt>
                <c:pt idx="10827">
                  <c:v>6.8790500000000003</c:v>
                </c:pt>
                <c:pt idx="10828">
                  <c:v>6.8793499999999996</c:v>
                </c:pt>
                <c:pt idx="10829">
                  <c:v>6.8796600000000003</c:v>
                </c:pt>
                <c:pt idx="10830">
                  <c:v>6.8799599999999996</c:v>
                </c:pt>
                <c:pt idx="10831">
                  <c:v>6.8802700000000003</c:v>
                </c:pt>
                <c:pt idx="10832">
                  <c:v>6.8805699999999996</c:v>
                </c:pt>
                <c:pt idx="10833">
                  <c:v>6.8808800000000003</c:v>
                </c:pt>
                <c:pt idx="10834">
                  <c:v>6.8811799999999996</c:v>
                </c:pt>
                <c:pt idx="10835">
                  <c:v>6.8814900000000003</c:v>
                </c:pt>
                <c:pt idx="10836">
                  <c:v>6.8818000000000001</c:v>
                </c:pt>
                <c:pt idx="10837">
                  <c:v>6.8821000000000003</c:v>
                </c:pt>
                <c:pt idx="10838">
                  <c:v>6.8824100000000001</c:v>
                </c:pt>
                <c:pt idx="10839">
                  <c:v>6.8827100000000003</c:v>
                </c:pt>
                <c:pt idx="10840">
                  <c:v>6.8830200000000001</c:v>
                </c:pt>
                <c:pt idx="10841">
                  <c:v>6.8833200000000003</c:v>
                </c:pt>
                <c:pt idx="10842">
                  <c:v>6.8836300000000001</c:v>
                </c:pt>
                <c:pt idx="10843">
                  <c:v>6.8839300000000003</c:v>
                </c:pt>
                <c:pt idx="10844">
                  <c:v>6.8842400000000001</c:v>
                </c:pt>
                <c:pt idx="10845">
                  <c:v>6.8845400000000003</c:v>
                </c:pt>
                <c:pt idx="10846">
                  <c:v>6.8848500000000001</c:v>
                </c:pt>
                <c:pt idx="10847">
                  <c:v>6.8851500000000003</c:v>
                </c:pt>
                <c:pt idx="10848">
                  <c:v>6.8854600000000001</c:v>
                </c:pt>
                <c:pt idx="10849">
                  <c:v>6.8857699999999999</c:v>
                </c:pt>
                <c:pt idx="10850">
                  <c:v>6.8860700000000001</c:v>
                </c:pt>
                <c:pt idx="10851">
                  <c:v>6.8863799999999999</c:v>
                </c:pt>
                <c:pt idx="10852">
                  <c:v>6.8866800000000001</c:v>
                </c:pt>
                <c:pt idx="10853">
                  <c:v>6.8869899999999999</c:v>
                </c:pt>
                <c:pt idx="10854">
                  <c:v>6.8872900000000001</c:v>
                </c:pt>
                <c:pt idx="10855">
                  <c:v>6.8875999999999999</c:v>
                </c:pt>
                <c:pt idx="10856">
                  <c:v>6.8879000000000001</c:v>
                </c:pt>
                <c:pt idx="10857">
                  <c:v>6.8882099999999999</c:v>
                </c:pt>
                <c:pt idx="10858">
                  <c:v>6.8885100000000001</c:v>
                </c:pt>
                <c:pt idx="10859">
                  <c:v>6.8888199999999999</c:v>
                </c:pt>
                <c:pt idx="10860">
                  <c:v>6.8891200000000001</c:v>
                </c:pt>
                <c:pt idx="10861">
                  <c:v>6.8894299999999999</c:v>
                </c:pt>
                <c:pt idx="10862">
                  <c:v>6.8897399999999998</c:v>
                </c:pt>
                <c:pt idx="10863">
                  <c:v>6.8900399999999999</c:v>
                </c:pt>
                <c:pt idx="10864">
                  <c:v>6.8903499999999998</c:v>
                </c:pt>
                <c:pt idx="10865">
                  <c:v>6.8906499999999999</c:v>
                </c:pt>
                <c:pt idx="10866">
                  <c:v>6.8909599999999998</c:v>
                </c:pt>
                <c:pt idx="10867">
                  <c:v>6.8912599999999999</c:v>
                </c:pt>
                <c:pt idx="10868">
                  <c:v>6.8915699999999998</c:v>
                </c:pt>
                <c:pt idx="10869">
                  <c:v>6.8918699999999999</c:v>
                </c:pt>
                <c:pt idx="10870">
                  <c:v>6.8921799999999998</c:v>
                </c:pt>
                <c:pt idx="10871">
                  <c:v>6.8924799999999999</c:v>
                </c:pt>
                <c:pt idx="10872">
                  <c:v>6.8927899999999998</c:v>
                </c:pt>
                <c:pt idx="10873">
                  <c:v>6.8930999999999996</c:v>
                </c:pt>
                <c:pt idx="10874">
                  <c:v>6.8933999999999997</c:v>
                </c:pt>
                <c:pt idx="10875">
                  <c:v>6.8937099999999996</c:v>
                </c:pt>
                <c:pt idx="10876">
                  <c:v>6.8940099999999997</c:v>
                </c:pt>
                <c:pt idx="10877">
                  <c:v>6.8943199999999996</c:v>
                </c:pt>
                <c:pt idx="10878">
                  <c:v>6.8946199999999997</c:v>
                </c:pt>
                <c:pt idx="10879">
                  <c:v>6.8949299999999996</c:v>
                </c:pt>
                <c:pt idx="10880">
                  <c:v>6.8952299999999997</c:v>
                </c:pt>
                <c:pt idx="10881">
                  <c:v>6.8955399999999996</c:v>
                </c:pt>
                <c:pt idx="10882">
                  <c:v>6.8958399999999997</c:v>
                </c:pt>
                <c:pt idx="10883">
                  <c:v>6.8961499999999996</c:v>
                </c:pt>
                <c:pt idx="10884">
                  <c:v>6.8964499999999997</c:v>
                </c:pt>
                <c:pt idx="10885">
                  <c:v>6.8967599999999996</c:v>
                </c:pt>
                <c:pt idx="10886">
                  <c:v>6.8970700000000003</c:v>
                </c:pt>
                <c:pt idx="10887">
                  <c:v>6.8973699999999996</c:v>
                </c:pt>
                <c:pt idx="10888">
                  <c:v>6.8976800000000003</c:v>
                </c:pt>
                <c:pt idx="10889">
                  <c:v>6.8979799999999996</c:v>
                </c:pt>
                <c:pt idx="10890">
                  <c:v>6.8982900000000003</c:v>
                </c:pt>
                <c:pt idx="10891">
                  <c:v>6.8985900000000004</c:v>
                </c:pt>
                <c:pt idx="10892">
                  <c:v>6.8989000000000003</c:v>
                </c:pt>
                <c:pt idx="10893">
                  <c:v>6.8992000000000004</c:v>
                </c:pt>
                <c:pt idx="10894">
                  <c:v>6.8995100000000003</c:v>
                </c:pt>
                <c:pt idx="10895">
                  <c:v>6.8998100000000004</c:v>
                </c:pt>
                <c:pt idx="10896">
                  <c:v>6.9001200000000003</c:v>
                </c:pt>
                <c:pt idx="10897">
                  <c:v>6.9004200000000004</c:v>
                </c:pt>
                <c:pt idx="10898">
                  <c:v>6.9007300000000003</c:v>
                </c:pt>
                <c:pt idx="10899">
                  <c:v>6.9010400000000001</c:v>
                </c:pt>
                <c:pt idx="10900">
                  <c:v>6.9013400000000003</c:v>
                </c:pt>
                <c:pt idx="10901">
                  <c:v>6.9016500000000001</c:v>
                </c:pt>
                <c:pt idx="10902">
                  <c:v>6.9019500000000003</c:v>
                </c:pt>
                <c:pt idx="10903">
                  <c:v>6.9022600000000001</c:v>
                </c:pt>
                <c:pt idx="10904">
                  <c:v>6.9025600000000003</c:v>
                </c:pt>
                <c:pt idx="10905">
                  <c:v>6.9028700000000001</c:v>
                </c:pt>
                <c:pt idx="10906">
                  <c:v>6.9031700000000003</c:v>
                </c:pt>
                <c:pt idx="10907">
                  <c:v>6.9034800000000001</c:v>
                </c:pt>
                <c:pt idx="10908">
                  <c:v>6.9037800000000002</c:v>
                </c:pt>
                <c:pt idx="10909">
                  <c:v>6.9040900000000001</c:v>
                </c:pt>
                <c:pt idx="10910">
                  <c:v>6.9043900000000002</c:v>
                </c:pt>
                <c:pt idx="10911">
                  <c:v>6.9047000000000001</c:v>
                </c:pt>
                <c:pt idx="10912">
                  <c:v>6.9050099999999999</c:v>
                </c:pt>
                <c:pt idx="10913">
                  <c:v>6.9053100000000001</c:v>
                </c:pt>
                <c:pt idx="10914">
                  <c:v>6.9056199999999999</c:v>
                </c:pt>
                <c:pt idx="10915">
                  <c:v>6.9059200000000001</c:v>
                </c:pt>
                <c:pt idx="10916">
                  <c:v>6.9062299999999999</c:v>
                </c:pt>
                <c:pt idx="10917">
                  <c:v>6.9065300000000001</c:v>
                </c:pt>
                <c:pt idx="10918">
                  <c:v>6.9068399999999999</c:v>
                </c:pt>
                <c:pt idx="10919">
                  <c:v>6.9071400000000001</c:v>
                </c:pt>
                <c:pt idx="10920">
                  <c:v>6.9074499999999999</c:v>
                </c:pt>
                <c:pt idx="10921">
                  <c:v>6.9077500000000001</c:v>
                </c:pt>
                <c:pt idx="10922">
                  <c:v>6.9080599999999999</c:v>
                </c:pt>
                <c:pt idx="10923">
                  <c:v>6.9083699999999997</c:v>
                </c:pt>
                <c:pt idx="10924">
                  <c:v>6.9086699999999999</c:v>
                </c:pt>
                <c:pt idx="10925">
                  <c:v>6.9089799999999997</c:v>
                </c:pt>
                <c:pt idx="10926">
                  <c:v>6.9092799999999999</c:v>
                </c:pt>
                <c:pt idx="10927">
                  <c:v>6.9095899999999997</c:v>
                </c:pt>
                <c:pt idx="10928">
                  <c:v>6.9098899999999999</c:v>
                </c:pt>
                <c:pt idx="10929">
                  <c:v>6.9101999999999997</c:v>
                </c:pt>
                <c:pt idx="10930">
                  <c:v>6.9104999999999999</c:v>
                </c:pt>
                <c:pt idx="10931">
                  <c:v>6.9108099999999997</c:v>
                </c:pt>
                <c:pt idx="10932">
                  <c:v>6.9111099999999999</c:v>
                </c:pt>
                <c:pt idx="10933">
                  <c:v>6.9114199999999997</c:v>
                </c:pt>
                <c:pt idx="10934">
                  <c:v>6.9117199999999999</c:v>
                </c:pt>
                <c:pt idx="10935">
                  <c:v>6.9120299999999997</c:v>
                </c:pt>
                <c:pt idx="10936">
                  <c:v>6.9123400000000004</c:v>
                </c:pt>
                <c:pt idx="10937">
                  <c:v>6.9126399999999997</c:v>
                </c:pt>
                <c:pt idx="10938">
                  <c:v>6.9129500000000004</c:v>
                </c:pt>
                <c:pt idx="10939">
                  <c:v>6.9132499999999997</c:v>
                </c:pt>
                <c:pt idx="10940">
                  <c:v>6.9135600000000004</c:v>
                </c:pt>
                <c:pt idx="10941">
                  <c:v>6.9138599999999997</c:v>
                </c:pt>
                <c:pt idx="10942">
                  <c:v>6.9141700000000004</c:v>
                </c:pt>
                <c:pt idx="10943">
                  <c:v>6.9144699999999997</c:v>
                </c:pt>
                <c:pt idx="10944">
                  <c:v>6.9147800000000004</c:v>
                </c:pt>
                <c:pt idx="10945">
                  <c:v>6.9150799999999997</c:v>
                </c:pt>
                <c:pt idx="10946">
                  <c:v>6.9153900000000004</c:v>
                </c:pt>
                <c:pt idx="10947">
                  <c:v>6.9156899999999997</c:v>
                </c:pt>
                <c:pt idx="10948">
                  <c:v>6.9160000000000004</c:v>
                </c:pt>
                <c:pt idx="10949">
                  <c:v>6.9163100000000002</c:v>
                </c:pt>
                <c:pt idx="10950">
                  <c:v>6.9166100000000004</c:v>
                </c:pt>
                <c:pt idx="10951">
                  <c:v>6.9169200000000002</c:v>
                </c:pt>
                <c:pt idx="10952">
                  <c:v>6.9172200000000004</c:v>
                </c:pt>
                <c:pt idx="10953">
                  <c:v>6.9175300000000002</c:v>
                </c:pt>
                <c:pt idx="10954">
                  <c:v>6.9178300000000004</c:v>
                </c:pt>
                <c:pt idx="10955">
                  <c:v>6.9181400000000002</c:v>
                </c:pt>
                <c:pt idx="10956">
                  <c:v>6.9184400000000004</c:v>
                </c:pt>
                <c:pt idx="10957">
                  <c:v>6.9187500000000002</c:v>
                </c:pt>
                <c:pt idx="10958">
                  <c:v>6.9190500000000004</c:v>
                </c:pt>
                <c:pt idx="10959">
                  <c:v>6.9193600000000002</c:v>
                </c:pt>
                <c:pt idx="10960">
                  <c:v>6.9196600000000004</c:v>
                </c:pt>
                <c:pt idx="10961">
                  <c:v>6.9199700000000002</c:v>
                </c:pt>
                <c:pt idx="10962">
                  <c:v>6.92028</c:v>
                </c:pt>
                <c:pt idx="10963">
                  <c:v>6.9205800000000002</c:v>
                </c:pt>
                <c:pt idx="10964">
                  <c:v>6.92089</c:v>
                </c:pt>
                <c:pt idx="10965">
                  <c:v>6.9211900000000002</c:v>
                </c:pt>
                <c:pt idx="10966">
                  <c:v>6.9215</c:v>
                </c:pt>
                <c:pt idx="10967">
                  <c:v>6.9218000000000002</c:v>
                </c:pt>
                <c:pt idx="10968">
                  <c:v>6.92211</c:v>
                </c:pt>
                <c:pt idx="10969">
                  <c:v>6.9224100000000002</c:v>
                </c:pt>
                <c:pt idx="10970">
                  <c:v>6.92272</c:v>
                </c:pt>
                <c:pt idx="10971">
                  <c:v>6.9230200000000002</c:v>
                </c:pt>
                <c:pt idx="10972">
                  <c:v>6.92333</c:v>
                </c:pt>
                <c:pt idx="10973">
                  <c:v>6.9236300000000002</c:v>
                </c:pt>
                <c:pt idx="10974">
                  <c:v>6.92394</c:v>
                </c:pt>
                <c:pt idx="10975">
                  <c:v>6.9242499999999998</c:v>
                </c:pt>
                <c:pt idx="10976">
                  <c:v>6.92455</c:v>
                </c:pt>
                <c:pt idx="10977">
                  <c:v>6.9248599999999998</c:v>
                </c:pt>
                <c:pt idx="10978">
                  <c:v>6.92516</c:v>
                </c:pt>
                <c:pt idx="10979">
                  <c:v>6.9254699999999998</c:v>
                </c:pt>
                <c:pt idx="10980">
                  <c:v>6.92577</c:v>
                </c:pt>
                <c:pt idx="10981">
                  <c:v>6.9260799999999998</c:v>
                </c:pt>
                <c:pt idx="10982">
                  <c:v>6.92638</c:v>
                </c:pt>
                <c:pt idx="10983">
                  <c:v>6.9266899999999998</c:v>
                </c:pt>
                <c:pt idx="10984">
                  <c:v>6.92699</c:v>
                </c:pt>
                <c:pt idx="10985">
                  <c:v>6.9272999999999998</c:v>
                </c:pt>
                <c:pt idx="10986">
                  <c:v>6.9276099999999996</c:v>
                </c:pt>
                <c:pt idx="10987">
                  <c:v>6.9279099999999998</c:v>
                </c:pt>
                <c:pt idx="10988">
                  <c:v>6.9282199999999996</c:v>
                </c:pt>
                <c:pt idx="10989">
                  <c:v>6.9285199999999998</c:v>
                </c:pt>
                <c:pt idx="10990">
                  <c:v>6.9288299999999996</c:v>
                </c:pt>
                <c:pt idx="10991">
                  <c:v>6.9291299999999998</c:v>
                </c:pt>
                <c:pt idx="10992">
                  <c:v>6.9294399999999996</c:v>
                </c:pt>
                <c:pt idx="10993">
                  <c:v>6.9297399999999998</c:v>
                </c:pt>
                <c:pt idx="10994">
                  <c:v>6.9300499999999996</c:v>
                </c:pt>
                <c:pt idx="10995">
                  <c:v>6.9303499999999998</c:v>
                </c:pt>
                <c:pt idx="10996">
                  <c:v>6.9306599999999996</c:v>
                </c:pt>
                <c:pt idx="10997">
                  <c:v>6.9309599999999998</c:v>
                </c:pt>
                <c:pt idx="10998">
                  <c:v>6.9312699999999996</c:v>
                </c:pt>
                <c:pt idx="10999">
                  <c:v>6.9315800000000003</c:v>
                </c:pt>
                <c:pt idx="11000">
                  <c:v>6.9318799999999996</c:v>
                </c:pt>
                <c:pt idx="11001">
                  <c:v>6.9321900000000003</c:v>
                </c:pt>
                <c:pt idx="11002">
                  <c:v>6.9324899999999996</c:v>
                </c:pt>
                <c:pt idx="11003">
                  <c:v>6.9328000000000003</c:v>
                </c:pt>
                <c:pt idx="11004">
                  <c:v>6.9330999999999996</c:v>
                </c:pt>
                <c:pt idx="11005">
                  <c:v>6.9334100000000003</c:v>
                </c:pt>
                <c:pt idx="11006">
                  <c:v>6.9337099999999996</c:v>
                </c:pt>
                <c:pt idx="11007">
                  <c:v>6.9340200000000003</c:v>
                </c:pt>
                <c:pt idx="11008">
                  <c:v>6.9343199999999996</c:v>
                </c:pt>
                <c:pt idx="11009">
                  <c:v>6.9346300000000003</c:v>
                </c:pt>
                <c:pt idx="11010">
                  <c:v>6.9349299999999996</c:v>
                </c:pt>
                <c:pt idx="11011">
                  <c:v>6.9352400000000003</c:v>
                </c:pt>
                <c:pt idx="11012">
                  <c:v>6.9355500000000001</c:v>
                </c:pt>
                <c:pt idx="11013">
                  <c:v>6.9358500000000003</c:v>
                </c:pt>
                <c:pt idx="11014">
                  <c:v>6.9361600000000001</c:v>
                </c:pt>
                <c:pt idx="11015">
                  <c:v>6.9364600000000003</c:v>
                </c:pt>
                <c:pt idx="11016">
                  <c:v>6.9367700000000001</c:v>
                </c:pt>
                <c:pt idx="11017">
                  <c:v>6.9370700000000003</c:v>
                </c:pt>
                <c:pt idx="11018">
                  <c:v>6.9373800000000001</c:v>
                </c:pt>
                <c:pt idx="11019">
                  <c:v>6.9376800000000003</c:v>
                </c:pt>
                <c:pt idx="11020">
                  <c:v>6.9379900000000001</c:v>
                </c:pt>
                <c:pt idx="11021">
                  <c:v>6.9382900000000003</c:v>
                </c:pt>
                <c:pt idx="11022">
                  <c:v>6.9386000000000001</c:v>
                </c:pt>
                <c:pt idx="11023">
                  <c:v>6.9389000000000003</c:v>
                </c:pt>
                <c:pt idx="11024">
                  <c:v>6.9392100000000001</c:v>
                </c:pt>
                <c:pt idx="11025">
                  <c:v>6.9395199999999999</c:v>
                </c:pt>
                <c:pt idx="11026">
                  <c:v>6.9398200000000001</c:v>
                </c:pt>
                <c:pt idx="11027">
                  <c:v>6.9401299999999999</c:v>
                </c:pt>
                <c:pt idx="11028">
                  <c:v>6.9404300000000001</c:v>
                </c:pt>
                <c:pt idx="11029">
                  <c:v>6.9407399999999999</c:v>
                </c:pt>
                <c:pt idx="11030">
                  <c:v>6.9410400000000001</c:v>
                </c:pt>
                <c:pt idx="11031">
                  <c:v>6.9413499999999999</c:v>
                </c:pt>
                <c:pt idx="11032">
                  <c:v>6.9416500000000001</c:v>
                </c:pt>
                <c:pt idx="11033">
                  <c:v>6.9419599999999999</c:v>
                </c:pt>
                <c:pt idx="11034">
                  <c:v>6.9422600000000001</c:v>
                </c:pt>
                <c:pt idx="11035">
                  <c:v>6.9425699999999999</c:v>
                </c:pt>
                <c:pt idx="11036">
                  <c:v>6.9428700000000001</c:v>
                </c:pt>
                <c:pt idx="11037">
                  <c:v>6.9431799999999999</c:v>
                </c:pt>
                <c:pt idx="11038">
                  <c:v>6.9434899999999997</c:v>
                </c:pt>
                <c:pt idx="11039">
                  <c:v>6.9437899999999999</c:v>
                </c:pt>
                <c:pt idx="11040">
                  <c:v>6.9440999999999997</c:v>
                </c:pt>
                <c:pt idx="11041">
                  <c:v>6.9443999999999999</c:v>
                </c:pt>
                <c:pt idx="11042">
                  <c:v>6.9447099999999997</c:v>
                </c:pt>
                <c:pt idx="11043">
                  <c:v>6.9450099999999999</c:v>
                </c:pt>
                <c:pt idx="11044">
                  <c:v>6.9453199999999997</c:v>
                </c:pt>
                <c:pt idx="11045">
                  <c:v>6.9456199999999999</c:v>
                </c:pt>
                <c:pt idx="11046">
                  <c:v>6.9459299999999997</c:v>
                </c:pt>
                <c:pt idx="11047">
                  <c:v>6.9462299999999999</c:v>
                </c:pt>
                <c:pt idx="11048">
                  <c:v>6.9465399999999997</c:v>
                </c:pt>
                <c:pt idx="11049">
                  <c:v>6.9468500000000004</c:v>
                </c:pt>
                <c:pt idx="11050">
                  <c:v>6.9471499999999997</c:v>
                </c:pt>
                <c:pt idx="11051">
                  <c:v>6.9474600000000004</c:v>
                </c:pt>
                <c:pt idx="11052">
                  <c:v>6.9477599999999997</c:v>
                </c:pt>
                <c:pt idx="11053">
                  <c:v>6.9480700000000004</c:v>
                </c:pt>
                <c:pt idx="11054">
                  <c:v>6.9483699999999997</c:v>
                </c:pt>
                <c:pt idx="11055">
                  <c:v>6.9486800000000004</c:v>
                </c:pt>
                <c:pt idx="11056">
                  <c:v>6.9489799999999997</c:v>
                </c:pt>
                <c:pt idx="11057">
                  <c:v>6.9492900000000004</c:v>
                </c:pt>
                <c:pt idx="11058">
                  <c:v>6.9495899999999997</c:v>
                </c:pt>
                <c:pt idx="11059">
                  <c:v>6.9499000000000004</c:v>
                </c:pt>
                <c:pt idx="11060">
                  <c:v>6.9501999999999997</c:v>
                </c:pt>
                <c:pt idx="11061">
                  <c:v>6.9505100000000004</c:v>
                </c:pt>
                <c:pt idx="11062">
                  <c:v>6.9508200000000002</c:v>
                </c:pt>
                <c:pt idx="11063">
                  <c:v>6.9511200000000004</c:v>
                </c:pt>
                <c:pt idx="11064">
                  <c:v>6.9514300000000002</c:v>
                </c:pt>
                <c:pt idx="11065">
                  <c:v>6.9517300000000004</c:v>
                </c:pt>
                <c:pt idx="11066">
                  <c:v>6.9520400000000002</c:v>
                </c:pt>
                <c:pt idx="11067">
                  <c:v>6.9523400000000004</c:v>
                </c:pt>
                <c:pt idx="11068">
                  <c:v>6.9526500000000002</c:v>
                </c:pt>
                <c:pt idx="11069">
                  <c:v>6.9529500000000004</c:v>
                </c:pt>
                <c:pt idx="11070">
                  <c:v>6.9532600000000002</c:v>
                </c:pt>
                <c:pt idx="11071">
                  <c:v>6.9535600000000004</c:v>
                </c:pt>
                <c:pt idx="11072">
                  <c:v>6.9538700000000002</c:v>
                </c:pt>
                <c:pt idx="11073">
                  <c:v>6.9541700000000004</c:v>
                </c:pt>
                <c:pt idx="11074">
                  <c:v>6.9544800000000002</c:v>
                </c:pt>
                <c:pt idx="11075">
                  <c:v>6.95479</c:v>
                </c:pt>
                <c:pt idx="11076">
                  <c:v>6.9550900000000002</c:v>
                </c:pt>
                <c:pt idx="11077">
                  <c:v>6.9554</c:v>
                </c:pt>
                <c:pt idx="11078">
                  <c:v>6.9557000000000002</c:v>
                </c:pt>
                <c:pt idx="11079">
                  <c:v>6.95601</c:v>
                </c:pt>
                <c:pt idx="11080">
                  <c:v>6.9563100000000002</c:v>
                </c:pt>
                <c:pt idx="11081">
                  <c:v>6.95662</c:v>
                </c:pt>
                <c:pt idx="11082">
                  <c:v>6.9569200000000002</c:v>
                </c:pt>
                <c:pt idx="11083">
                  <c:v>6.95723</c:v>
                </c:pt>
                <c:pt idx="11084">
                  <c:v>6.9575300000000002</c:v>
                </c:pt>
                <c:pt idx="11085">
                  <c:v>6.95784</c:v>
                </c:pt>
                <c:pt idx="11086">
                  <c:v>6.9581400000000002</c:v>
                </c:pt>
                <c:pt idx="11087">
                  <c:v>6.95845</c:v>
                </c:pt>
                <c:pt idx="11088">
                  <c:v>6.9587599999999998</c:v>
                </c:pt>
                <c:pt idx="11089">
                  <c:v>6.95906</c:v>
                </c:pt>
                <c:pt idx="11090">
                  <c:v>6.9593699999999998</c:v>
                </c:pt>
                <c:pt idx="11091">
                  <c:v>6.95967</c:v>
                </c:pt>
                <c:pt idx="11092">
                  <c:v>6.9599799999999998</c:v>
                </c:pt>
                <c:pt idx="11093">
                  <c:v>6.96028</c:v>
                </c:pt>
                <c:pt idx="11094">
                  <c:v>6.9605899999999998</c:v>
                </c:pt>
                <c:pt idx="11095">
                  <c:v>6.96089</c:v>
                </c:pt>
                <c:pt idx="11096">
                  <c:v>6.9611999999999998</c:v>
                </c:pt>
                <c:pt idx="11097">
                  <c:v>6.9615</c:v>
                </c:pt>
                <c:pt idx="11098">
                  <c:v>6.9618099999999998</c:v>
                </c:pt>
                <c:pt idx="11099">
                  <c:v>6.96211</c:v>
                </c:pt>
                <c:pt idx="11100">
                  <c:v>6.9624199999999998</c:v>
                </c:pt>
                <c:pt idx="11101">
                  <c:v>6.9627299999999996</c:v>
                </c:pt>
                <c:pt idx="11102">
                  <c:v>6.9630299999999998</c:v>
                </c:pt>
                <c:pt idx="11103">
                  <c:v>6.9633399999999996</c:v>
                </c:pt>
                <c:pt idx="11104">
                  <c:v>6.9636399999999998</c:v>
                </c:pt>
                <c:pt idx="11105">
                  <c:v>6.9639499999999996</c:v>
                </c:pt>
                <c:pt idx="11106">
                  <c:v>6.9642499999999998</c:v>
                </c:pt>
                <c:pt idx="11107">
                  <c:v>6.9645599999999996</c:v>
                </c:pt>
                <c:pt idx="11108">
                  <c:v>6.9648599999999998</c:v>
                </c:pt>
                <c:pt idx="11109">
                  <c:v>6.9651699999999996</c:v>
                </c:pt>
                <c:pt idx="11110">
                  <c:v>6.9654699999999998</c:v>
                </c:pt>
                <c:pt idx="11111">
                  <c:v>6.9657799999999996</c:v>
                </c:pt>
                <c:pt idx="11112">
                  <c:v>6.9660900000000003</c:v>
                </c:pt>
                <c:pt idx="11113">
                  <c:v>6.9663899999999996</c:v>
                </c:pt>
                <c:pt idx="11114">
                  <c:v>6.9667000000000003</c:v>
                </c:pt>
                <c:pt idx="11115">
                  <c:v>6.9669999999999996</c:v>
                </c:pt>
                <c:pt idx="11116">
                  <c:v>6.9673100000000003</c:v>
                </c:pt>
                <c:pt idx="11117">
                  <c:v>6.9676099999999996</c:v>
                </c:pt>
                <c:pt idx="11118">
                  <c:v>6.9679200000000003</c:v>
                </c:pt>
                <c:pt idx="11119">
                  <c:v>6.9682199999999996</c:v>
                </c:pt>
                <c:pt idx="11120">
                  <c:v>6.9685300000000003</c:v>
                </c:pt>
                <c:pt idx="11121">
                  <c:v>6.9688299999999996</c:v>
                </c:pt>
                <c:pt idx="11122">
                  <c:v>6.9691400000000003</c:v>
                </c:pt>
                <c:pt idx="11123">
                  <c:v>6.9694399999999996</c:v>
                </c:pt>
                <c:pt idx="11124">
                  <c:v>6.9697500000000003</c:v>
                </c:pt>
                <c:pt idx="11125">
                  <c:v>6.9700600000000001</c:v>
                </c:pt>
                <c:pt idx="11126">
                  <c:v>6.9703600000000003</c:v>
                </c:pt>
                <c:pt idx="11127">
                  <c:v>6.9706700000000001</c:v>
                </c:pt>
                <c:pt idx="11128">
                  <c:v>6.9709700000000003</c:v>
                </c:pt>
                <c:pt idx="11129">
                  <c:v>6.9712800000000001</c:v>
                </c:pt>
                <c:pt idx="11130">
                  <c:v>6.9715800000000003</c:v>
                </c:pt>
                <c:pt idx="11131">
                  <c:v>6.9718900000000001</c:v>
                </c:pt>
                <c:pt idx="11132">
                  <c:v>6.9721900000000003</c:v>
                </c:pt>
                <c:pt idx="11133">
                  <c:v>6.9725000000000001</c:v>
                </c:pt>
                <c:pt idx="11134">
                  <c:v>6.9728000000000003</c:v>
                </c:pt>
                <c:pt idx="11135">
                  <c:v>6.9731100000000001</c:v>
                </c:pt>
                <c:pt idx="11136">
                  <c:v>6.9734100000000003</c:v>
                </c:pt>
                <c:pt idx="11137">
                  <c:v>6.9737200000000001</c:v>
                </c:pt>
                <c:pt idx="11138">
                  <c:v>6.97403</c:v>
                </c:pt>
                <c:pt idx="11139">
                  <c:v>6.9743300000000001</c:v>
                </c:pt>
                <c:pt idx="11140">
                  <c:v>6.97464</c:v>
                </c:pt>
                <c:pt idx="11141">
                  <c:v>6.9749400000000001</c:v>
                </c:pt>
                <c:pt idx="11142">
                  <c:v>6.97525</c:v>
                </c:pt>
                <c:pt idx="11143">
                  <c:v>6.9755500000000001</c:v>
                </c:pt>
                <c:pt idx="11144">
                  <c:v>6.9758599999999999</c:v>
                </c:pt>
                <c:pt idx="11145">
                  <c:v>6.9761600000000001</c:v>
                </c:pt>
                <c:pt idx="11146">
                  <c:v>6.9764699999999999</c:v>
                </c:pt>
                <c:pt idx="11147">
                  <c:v>6.9767700000000001</c:v>
                </c:pt>
                <c:pt idx="11148">
                  <c:v>6.9770799999999999</c:v>
                </c:pt>
                <c:pt idx="11149">
                  <c:v>6.9773800000000001</c:v>
                </c:pt>
                <c:pt idx="11150">
                  <c:v>6.9776899999999999</c:v>
                </c:pt>
                <c:pt idx="11151">
                  <c:v>6.9779999999999998</c:v>
                </c:pt>
                <c:pt idx="11152">
                  <c:v>6.9782999999999999</c:v>
                </c:pt>
                <c:pt idx="11153">
                  <c:v>6.9786099999999998</c:v>
                </c:pt>
                <c:pt idx="11154">
                  <c:v>6.9789099999999999</c:v>
                </c:pt>
                <c:pt idx="11155">
                  <c:v>6.9792199999999998</c:v>
                </c:pt>
                <c:pt idx="11156">
                  <c:v>6.9795199999999999</c:v>
                </c:pt>
                <c:pt idx="11157">
                  <c:v>6.9798299999999998</c:v>
                </c:pt>
                <c:pt idx="11158">
                  <c:v>6.9801299999999999</c:v>
                </c:pt>
                <c:pt idx="11159">
                  <c:v>6.9804399999999998</c:v>
                </c:pt>
                <c:pt idx="11160">
                  <c:v>6.9807399999999999</c:v>
                </c:pt>
                <c:pt idx="11161">
                  <c:v>6.9810499999999998</c:v>
                </c:pt>
                <c:pt idx="11162">
                  <c:v>6.9813599999999996</c:v>
                </c:pt>
                <c:pt idx="11163">
                  <c:v>6.9816599999999998</c:v>
                </c:pt>
                <c:pt idx="11164">
                  <c:v>6.9819699999999996</c:v>
                </c:pt>
                <c:pt idx="11165">
                  <c:v>6.9822699999999998</c:v>
                </c:pt>
                <c:pt idx="11166">
                  <c:v>6.9825799999999996</c:v>
                </c:pt>
                <c:pt idx="11167">
                  <c:v>6.9828799999999998</c:v>
                </c:pt>
                <c:pt idx="11168">
                  <c:v>6.9831899999999996</c:v>
                </c:pt>
                <c:pt idx="11169">
                  <c:v>6.9834899999999998</c:v>
                </c:pt>
                <c:pt idx="11170">
                  <c:v>6.9837999999999996</c:v>
                </c:pt>
                <c:pt idx="11171">
                  <c:v>6.9840999999999998</c:v>
                </c:pt>
                <c:pt idx="11172">
                  <c:v>6.9844099999999996</c:v>
                </c:pt>
                <c:pt idx="11173">
                  <c:v>6.9847099999999998</c:v>
                </c:pt>
                <c:pt idx="11174">
                  <c:v>6.9850199999999996</c:v>
                </c:pt>
                <c:pt idx="11175">
                  <c:v>6.9853300000000003</c:v>
                </c:pt>
                <c:pt idx="11176">
                  <c:v>6.9856299999999996</c:v>
                </c:pt>
                <c:pt idx="11177">
                  <c:v>6.9859400000000003</c:v>
                </c:pt>
                <c:pt idx="11178">
                  <c:v>6.9862399999999996</c:v>
                </c:pt>
                <c:pt idx="11179">
                  <c:v>6.9865500000000003</c:v>
                </c:pt>
                <c:pt idx="11180">
                  <c:v>6.9868499999999996</c:v>
                </c:pt>
                <c:pt idx="11181">
                  <c:v>6.9871600000000003</c:v>
                </c:pt>
                <c:pt idx="11182">
                  <c:v>6.9874599999999996</c:v>
                </c:pt>
                <c:pt idx="11183">
                  <c:v>6.9877700000000003</c:v>
                </c:pt>
                <c:pt idx="11184">
                  <c:v>6.9880699999999996</c:v>
                </c:pt>
                <c:pt idx="11185">
                  <c:v>6.9883800000000003</c:v>
                </c:pt>
                <c:pt idx="11186">
                  <c:v>6.9886799999999996</c:v>
                </c:pt>
                <c:pt idx="11187">
                  <c:v>6.9889900000000003</c:v>
                </c:pt>
                <c:pt idx="11188">
                  <c:v>6.9893000000000001</c:v>
                </c:pt>
                <c:pt idx="11189">
                  <c:v>6.9896000000000003</c:v>
                </c:pt>
                <c:pt idx="11190">
                  <c:v>6.9899100000000001</c:v>
                </c:pt>
                <c:pt idx="11191">
                  <c:v>6.9902100000000003</c:v>
                </c:pt>
                <c:pt idx="11192">
                  <c:v>6.9905200000000001</c:v>
                </c:pt>
                <c:pt idx="11193">
                  <c:v>6.9908200000000003</c:v>
                </c:pt>
                <c:pt idx="11194">
                  <c:v>6.9911300000000001</c:v>
                </c:pt>
                <c:pt idx="11195">
                  <c:v>6.9914300000000003</c:v>
                </c:pt>
                <c:pt idx="11196">
                  <c:v>6.9917400000000001</c:v>
                </c:pt>
                <c:pt idx="11197">
                  <c:v>6.9920400000000003</c:v>
                </c:pt>
                <c:pt idx="11198">
                  <c:v>6.9923500000000001</c:v>
                </c:pt>
                <c:pt idx="11199">
                  <c:v>6.9926500000000003</c:v>
                </c:pt>
                <c:pt idx="11200">
                  <c:v>6.9929600000000001</c:v>
                </c:pt>
                <c:pt idx="11201">
                  <c:v>6.9932699999999999</c:v>
                </c:pt>
                <c:pt idx="11202">
                  <c:v>6.9935700000000001</c:v>
                </c:pt>
                <c:pt idx="11203">
                  <c:v>6.9938799999999999</c:v>
                </c:pt>
                <c:pt idx="11204">
                  <c:v>6.9941800000000001</c:v>
                </c:pt>
                <c:pt idx="11205">
                  <c:v>6.9944899999999999</c:v>
                </c:pt>
                <c:pt idx="11206">
                  <c:v>6.9947900000000001</c:v>
                </c:pt>
                <c:pt idx="11207">
                  <c:v>6.9950999999999999</c:v>
                </c:pt>
                <c:pt idx="11208">
                  <c:v>6.9954000000000001</c:v>
                </c:pt>
                <c:pt idx="11209">
                  <c:v>6.9957099999999999</c:v>
                </c:pt>
                <c:pt idx="11210">
                  <c:v>6.9960100000000001</c:v>
                </c:pt>
                <c:pt idx="11211">
                  <c:v>6.9963199999999999</c:v>
                </c:pt>
                <c:pt idx="11212">
                  <c:v>6.9966200000000001</c:v>
                </c:pt>
                <c:pt idx="11213">
                  <c:v>6.9969299999999999</c:v>
                </c:pt>
                <c:pt idx="11214">
                  <c:v>6.9972399999999997</c:v>
                </c:pt>
                <c:pt idx="11215">
                  <c:v>6.9975399999999999</c:v>
                </c:pt>
                <c:pt idx="11216">
                  <c:v>6.9978499999999997</c:v>
                </c:pt>
                <c:pt idx="11217">
                  <c:v>6.9981499999999999</c:v>
                </c:pt>
                <c:pt idx="11218">
                  <c:v>6.9984599999999997</c:v>
                </c:pt>
                <c:pt idx="11219">
                  <c:v>6.9987599999999999</c:v>
                </c:pt>
                <c:pt idx="11220">
                  <c:v>6.9990699999999997</c:v>
                </c:pt>
                <c:pt idx="11221">
                  <c:v>6.9993699999999999</c:v>
                </c:pt>
                <c:pt idx="11222">
                  <c:v>6.9996799999999997</c:v>
                </c:pt>
                <c:pt idx="11223">
                  <c:v>6.9999799999999999</c:v>
                </c:pt>
                <c:pt idx="11224">
                  <c:v>7.0002899999999997</c:v>
                </c:pt>
                <c:pt idx="11225">
                  <c:v>7.0006000000000004</c:v>
                </c:pt>
                <c:pt idx="11226">
                  <c:v>7.0008999999999997</c:v>
                </c:pt>
                <c:pt idx="11227">
                  <c:v>7.0012100000000004</c:v>
                </c:pt>
                <c:pt idx="11228">
                  <c:v>7.0015099999999997</c:v>
                </c:pt>
                <c:pt idx="11229">
                  <c:v>7.0018200000000004</c:v>
                </c:pt>
                <c:pt idx="11230">
                  <c:v>7.0021199999999997</c:v>
                </c:pt>
                <c:pt idx="11231">
                  <c:v>7.0024300000000004</c:v>
                </c:pt>
                <c:pt idx="11232">
                  <c:v>7.0027299999999997</c:v>
                </c:pt>
                <c:pt idx="11233">
                  <c:v>7.0030400000000004</c:v>
                </c:pt>
                <c:pt idx="11234">
                  <c:v>7.0033399999999997</c:v>
                </c:pt>
                <c:pt idx="11235">
                  <c:v>7.0036500000000004</c:v>
                </c:pt>
                <c:pt idx="11236">
                  <c:v>7.0039499999999997</c:v>
                </c:pt>
                <c:pt idx="11237">
                  <c:v>7.0042600000000004</c:v>
                </c:pt>
                <c:pt idx="11238">
                  <c:v>7.0045700000000002</c:v>
                </c:pt>
                <c:pt idx="11239">
                  <c:v>7.0048700000000004</c:v>
                </c:pt>
                <c:pt idx="11240">
                  <c:v>7.0051800000000002</c:v>
                </c:pt>
                <c:pt idx="11241">
                  <c:v>7.0054800000000004</c:v>
                </c:pt>
                <c:pt idx="11242">
                  <c:v>7.0057900000000002</c:v>
                </c:pt>
                <c:pt idx="11243">
                  <c:v>7.0060900000000004</c:v>
                </c:pt>
                <c:pt idx="11244">
                  <c:v>7.0064000000000002</c:v>
                </c:pt>
                <c:pt idx="11245">
                  <c:v>7.0067000000000004</c:v>
                </c:pt>
                <c:pt idx="11246">
                  <c:v>7.0070100000000002</c:v>
                </c:pt>
                <c:pt idx="11247">
                  <c:v>7.0073100000000004</c:v>
                </c:pt>
                <c:pt idx="11248">
                  <c:v>7.0076200000000002</c:v>
                </c:pt>
                <c:pt idx="11249">
                  <c:v>7.0079200000000004</c:v>
                </c:pt>
                <c:pt idx="11250">
                  <c:v>7.0082300000000002</c:v>
                </c:pt>
                <c:pt idx="11251">
                  <c:v>7.00854</c:v>
                </c:pt>
                <c:pt idx="11252">
                  <c:v>7.0088400000000002</c:v>
                </c:pt>
                <c:pt idx="11253">
                  <c:v>7.00915</c:v>
                </c:pt>
                <c:pt idx="11254">
                  <c:v>7.0094500000000002</c:v>
                </c:pt>
                <c:pt idx="11255">
                  <c:v>7.00976</c:v>
                </c:pt>
                <c:pt idx="11256">
                  <c:v>7.0100600000000002</c:v>
                </c:pt>
                <c:pt idx="11257">
                  <c:v>7.01037</c:v>
                </c:pt>
                <c:pt idx="11258">
                  <c:v>7.0106700000000002</c:v>
                </c:pt>
                <c:pt idx="11259">
                  <c:v>7.01098</c:v>
                </c:pt>
                <c:pt idx="11260">
                  <c:v>7.0112800000000002</c:v>
                </c:pt>
                <c:pt idx="11261">
                  <c:v>7.01159</c:v>
                </c:pt>
                <c:pt idx="11262">
                  <c:v>7.0118900000000002</c:v>
                </c:pt>
                <c:pt idx="11263">
                  <c:v>7.0122</c:v>
                </c:pt>
                <c:pt idx="11264">
                  <c:v>7.0125099999999998</c:v>
                </c:pt>
                <c:pt idx="11265">
                  <c:v>7.01281</c:v>
                </c:pt>
                <c:pt idx="11266">
                  <c:v>7.0131199999999998</c:v>
                </c:pt>
                <c:pt idx="11267">
                  <c:v>7.01342</c:v>
                </c:pt>
                <c:pt idx="11268">
                  <c:v>7.0137299999999998</c:v>
                </c:pt>
                <c:pt idx="11269">
                  <c:v>7.01403</c:v>
                </c:pt>
                <c:pt idx="11270">
                  <c:v>7.0143399999999998</c:v>
                </c:pt>
                <c:pt idx="11271">
                  <c:v>7.01464</c:v>
                </c:pt>
                <c:pt idx="11272">
                  <c:v>7.0149499999999998</c:v>
                </c:pt>
                <c:pt idx="11273">
                  <c:v>7.01525</c:v>
                </c:pt>
                <c:pt idx="11274">
                  <c:v>7.0155599999999998</c:v>
                </c:pt>
                <c:pt idx="11275">
                  <c:v>7.01586</c:v>
                </c:pt>
                <c:pt idx="11276">
                  <c:v>7.0161699999999998</c:v>
                </c:pt>
                <c:pt idx="11277">
                  <c:v>7.0164799999999996</c:v>
                </c:pt>
                <c:pt idx="11278">
                  <c:v>7.0167799999999998</c:v>
                </c:pt>
                <c:pt idx="11279">
                  <c:v>7.0170899999999996</c:v>
                </c:pt>
                <c:pt idx="11280">
                  <c:v>7.0173899999999998</c:v>
                </c:pt>
                <c:pt idx="11281">
                  <c:v>7.0176999999999996</c:v>
                </c:pt>
                <c:pt idx="11282">
                  <c:v>7.0179999999999998</c:v>
                </c:pt>
                <c:pt idx="11283">
                  <c:v>7.0183099999999996</c:v>
                </c:pt>
                <c:pt idx="11284">
                  <c:v>7.0186099999999998</c:v>
                </c:pt>
                <c:pt idx="11285">
                  <c:v>7.0189199999999996</c:v>
                </c:pt>
                <c:pt idx="11286">
                  <c:v>7.0192199999999998</c:v>
                </c:pt>
                <c:pt idx="11287">
                  <c:v>7.0195299999999996</c:v>
                </c:pt>
                <c:pt idx="11288">
                  <c:v>7.0198400000000003</c:v>
                </c:pt>
                <c:pt idx="11289">
                  <c:v>7.0201399999999996</c:v>
                </c:pt>
                <c:pt idx="11290">
                  <c:v>7.0204500000000003</c:v>
                </c:pt>
                <c:pt idx="11291">
                  <c:v>7.0207499999999996</c:v>
                </c:pt>
                <c:pt idx="11292">
                  <c:v>7.0210600000000003</c:v>
                </c:pt>
                <c:pt idx="11293">
                  <c:v>7.0213599999999996</c:v>
                </c:pt>
                <c:pt idx="11294">
                  <c:v>7.0216700000000003</c:v>
                </c:pt>
                <c:pt idx="11295">
                  <c:v>7.0219699999999996</c:v>
                </c:pt>
                <c:pt idx="11296">
                  <c:v>7.0222800000000003</c:v>
                </c:pt>
                <c:pt idx="11297">
                  <c:v>7.0225799999999996</c:v>
                </c:pt>
                <c:pt idx="11298">
                  <c:v>7.0228900000000003</c:v>
                </c:pt>
                <c:pt idx="11299">
                  <c:v>7.0231899999999996</c:v>
                </c:pt>
                <c:pt idx="11300">
                  <c:v>7.0235000000000003</c:v>
                </c:pt>
                <c:pt idx="11301">
                  <c:v>7.0238100000000001</c:v>
                </c:pt>
                <c:pt idx="11302">
                  <c:v>7.0241100000000003</c:v>
                </c:pt>
                <c:pt idx="11303">
                  <c:v>7.0244200000000001</c:v>
                </c:pt>
                <c:pt idx="11304">
                  <c:v>7.0247200000000003</c:v>
                </c:pt>
                <c:pt idx="11305">
                  <c:v>7.0250300000000001</c:v>
                </c:pt>
                <c:pt idx="11306">
                  <c:v>7.0253300000000003</c:v>
                </c:pt>
                <c:pt idx="11307">
                  <c:v>7.0256400000000001</c:v>
                </c:pt>
                <c:pt idx="11308">
                  <c:v>7.0259400000000003</c:v>
                </c:pt>
                <c:pt idx="11309">
                  <c:v>7.0262500000000001</c:v>
                </c:pt>
                <c:pt idx="11310">
                  <c:v>7.0265500000000003</c:v>
                </c:pt>
                <c:pt idx="11311">
                  <c:v>7.0268600000000001</c:v>
                </c:pt>
                <c:pt idx="11312">
                  <c:v>7.0271600000000003</c:v>
                </c:pt>
                <c:pt idx="11313">
                  <c:v>7.0274700000000001</c:v>
                </c:pt>
                <c:pt idx="11314">
                  <c:v>7.0277799999999999</c:v>
                </c:pt>
                <c:pt idx="11315">
                  <c:v>7.0280800000000001</c:v>
                </c:pt>
                <c:pt idx="11316">
                  <c:v>7.0283899999999999</c:v>
                </c:pt>
                <c:pt idx="11317">
                  <c:v>7.0286900000000001</c:v>
                </c:pt>
                <c:pt idx="11318">
                  <c:v>7.0289999999999999</c:v>
                </c:pt>
                <c:pt idx="11319">
                  <c:v>7.0293000000000001</c:v>
                </c:pt>
                <c:pt idx="11320">
                  <c:v>7.0296099999999999</c:v>
                </c:pt>
                <c:pt idx="11321">
                  <c:v>7.0299100000000001</c:v>
                </c:pt>
                <c:pt idx="11322">
                  <c:v>7.0302199999999999</c:v>
                </c:pt>
                <c:pt idx="11323">
                  <c:v>7.0305200000000001</c:v>
                </c:pt>
                <c:pt idx="11324">
                  <c:v>7.0308299999999999</c:v>
                </c:pt>
                <c:pt idx="11325">
                  <c:v>7.0311300000000001</c:v>
                </c:pt>
                <c:pt idx="11326">
                  <c:v>7.0314399999999999</c:v>
                </c:pt>
                <c:pt idx="11327">
                  <c:v>7.0317499999999997</c:v>
                </c:pt>
                <c:pt idx="11328">
                  <c:v>7.0320499999999999</c:v>
                </c:pt>
                <c:pt idx="11329">
                  <c:v>7.0323599999999997</c:v>
                </c:pt>
                <c:pt idx="11330">
                  <c:v>7.0326599999999999</c:v>
                </c:pt>
                <c:pt idx="11331">
                  <c:v>7.0329699999999997</c:v>
                </c:pt>
                <c:pt idx="11332">
                  <c:v>7.0332699999999999</c:v>
                </c:pt>
                <c:pt idx="11333">
                  <c:v>7.0335799999999997</c:v>
                </c:pt>
                <c:pt idx="11334">
                  <c:v>7.0338799999999999</c:v>
                </c:pt>
                <c:pt idx="11335">
                  <c:v>7.0341899999999997</c:v>
                </c:pt>
                <c:pt idx="11336">
                  <c:v>7.0344899999999999</c:v>
                </c:pt>
                <c:pt idx="11337">
                  <c:v>7.0347999999999997</c:v>
                </c:pt>
                <c:pt idx="11338">
                  <c:v>7.0351100000000004</c:v>
                </c:pt>
                <c:pt idx="11339">
                  <c:v>7.0354099999999997</c:v>
                </c:pt>
                <c:pt idx="11340">
                  <c:v>7.0357200000000004</c:v>
                </c:pt>
                <c:pt idx="11341">
                  <c:v>7.0360199999999997</c:v>
                </c:pt>
                <c:pt idx="11342">
                  <c:v>7.0363300000000004</c:v>
                </c:pt>
                <c:pt idx="11343">
                  <c:v>7.0366299999999997</c:v>
                </c:pt>
                <c:pt idx="11344">
                  <c:v>7.0369400000000004</c:v>
                </c:pt>
                <c:pt idx="11345">
                  <c:v>7.0372399999999997</c:v>
                </c:pt>
                <c:pt idx="11346">
                  <c:v>7.0375500000000004</c:v>
                </c:pt>
                <c:pt idx="11347">
                  <c:v>7.0378499999999997</c:v>
                </c:pt>
                <c:pt idx="11348">
                  <c:v>7.0381600000000004</c:v>
                </c:pt>
                <c:pt idx="11349">
                  <c:v>7.0384599999999997</c:v>
                </c:pt>
                <c:pt idx="11350">
                  <c:v>7.0387700000000004</c:v>
                </c:pt>
                <c:pt idx="11351">
                  <c:v>7.0390800000000002</c:v>
                </c:pt>
                <c:pt idx="11352">
                  <c:v>7.0393800000000004</c:v>
                </c:pt>
                <c:pt idx="11353">
                  <c:v>7.0396900000000002</c:v>
                </c:pt>
                <c:pt idx="11354">
                  <c:v>7.0399900000000004</c:v>
                </c:pt>
                <c:pt idx="11355">
                  <c:v>7.0403000000000002</c:v>
                </c:pt>
                <c:pt idx="11356">
                  <c:v>7.0406000000000004</c:v>
                </c:pt>
                <c:pt idx="11357">
                  <c:v>7.0409100000000002</c:v>
                </c:pt>
                <c:pt idx="11358">
                  <c:v>7.0412100000000004</c:v>
                </c:pt>
                <c:pt idx="11359">
                  <c:v>7.0415200000000002</c:v>
                </c:pt>
                <c:pt idx="11360">
                  <c:v>7.0418200000000004</c:v>
                </c:pt>
                <c:pt idx="11361">
                  <c:v>7.0421300000000002</c:v>
                </c:pt>
                <c:pt idx="11362">
                  <c:v>7.0424300000000004</c:v>
                </c:pt>
                <c:pt idx="11363">
                  <c:v>7.0427400000000002</c:v>
                </c:pt>
                <c:pt idx="11364">
                  <c:v>7.04305</c:v>
                </c:pt>
                <c:pt idx="11365">
                  <c:v>7.0433500000000002</c:v>
                </c:pt>
                <c:pt idx="11366">
                  <c:v>7.04366</c:v>
                </c:pt>
                <c:pt idx="11367">
                  <c:v>7.0439600000000002</c:v>
                </c:pt>
                <c:pt idx="11368">
                  <c:v>7.04427</c:v>
                </c:pt>
                <c:pt idx="11369">
                  <c:v>7.0445700000000002</c:v>
                </c:pt>
                <c:pt idx="11370">
                  <c:v>7.04488</c:v>
                </c:pt>
                <c:pt idx="11371">
                  <c:v>7.0451800000000002</c:v>
                </c:pt>
                <c:pt idx="11372">
                  <c:v>7.04549</c:v>
                </c:pt>
                <c:pt idx="11373">
                  <c:v>7.0457900000000002</c:v>
                </c:pt>
                <c:pt idx="11374">
                  <c:v>7.0461</c:v>
                </c:pt>
                <c:pt idx="11375">
                  <c:v>7.0464000000000002</c:v>
                </c:pt>
                <c:pt idx="11376">
                  <c:v>7.04671</c:v>
                </c:pt>
                <c:pt idx="11377">
                  <c:v>7.0470199999999998</c:v>
                </c:pt>
                <c:pt idx="11378">
                  <c:v>7.04732</c:v>
                </c:pt>
                <c:pt idx="11379">
                  <c:v>7.0476299999999998</c:v>
                </c:pt>
                <c:pt idx="11380">
                  <c:v>7.04793</c:v>
                </c:pt>
                <c:pt idx="11381">
                  <c:v>7.0482399999999998</c:v>
                </c:pt>
                <c:pt idx="11382">
                  <c:v>7.04854</c:v>
                </c:pt>
                <c:pt idx="11383">
                  <c:v>7.0488499999999998</c:v>
                </c:pt>
                <c:pt idx="11384">
                  <c:v>7.04915</c:v>
                </c:pt>
                <c:pt idx="11385">
                  <c:v>7.0494599999999998</c:v>
                </c:pt>
                <c:pt idx="11386">
                  <c:v>7.04976</c:v>
                </c:pt>
                <c:pt idx="11387">
                  <c:v>7.0500699999999998</c:v>
                </c:pt>
                <c:pt idx="11388">
                  <c:v>7.05037</c:v>
                </c:pt>
                <c:pt idx="11389">
                  <c:v>7.0506799999999998</c:v>
                </c:pt>
                <c:pt idx="11390">
                  <c:v>7.0509899999999996</c:v>
                </c:pt>
                <c:pt idx="11391">
                  <c:v>7.0512899999999998</c:v>
                </c:pt>
                <c:pt idx="11392">
                  <c:v>7.0515999999999996</c:v>
                </c:pt>
                <c:pt idx="11393">
                  <c:v>7.0518999999999998</c:v>
                </c:pt>
                <c:pt idx="11394">
                  <c:v>7.0522099999999996</c:v>
                </c:pt>
                <c:pt idx="11395">
                  <c:v>7.0525099999999998</c:v>
                </c:pt>
                <c:pt idx="11396">
                  <c:v>7.0528199999999996</c:v>
                </c:pt>
                <c:pt idx="11397">
                  <c:v>7.0531199999999998</c:v>
                </c:pt>
                <c:pt idx="11398">
                  <c:v>7.0534299999999996</c:v>
                </c:pt>
                <c:pt idx="11399">
                  <c:v>7.0537299999999998</c:v>
                </c:pt>
                <c:pt idx="11400">
                  <c:v>7.0540399999999996</c:v>
                </c:pt>
                <c:pt idx="11401">
                  <c:v>7.0543500000000003</c:v>
                </c:pt>
                <c:pt idx="11402">
                  <c:v>7.0546499999999996</c:v>
                </c:pt>
                <c:pt idx="11403">
                  <c:v>7.0549600000000003</c:v>
                </c:pt>
                <c:pt idx="11404">
                  <c:v>7.0552599999999996</c:v>
                </c:pt>
                <c:pt idx="11405">
                  <c:v>7.0555700000000003</c:v>
                </c:pt>
                <c:pt idx="11406">
                  <c:v>7.0558699999999996</c:v>
                </c:pt>
                <c:pt idx="11407">
                  <c:v>7.0561800000000003</c:v>
                </c:pt>
                <c:pt idx="11408">
                  <c:v>7.0564799999999996</c:v>
                </c:pt>
                <c:pt idx="11409">
                  <c:v>7.0567900000000003</c:v>
                </c:pt>
                <c:pt idx="11410">
                  <c:v>7.0570899999999996</c:v>
                </c:pt>
                <c:pt idx="11411">
                  <c:v>7.0574000000000003</c:v>
                </c:pt>
                <c:pt idx="11412">
                  <c:v>7.0576999999999996</c:v>
                </c:pt>
                <c:pt idx="11413">
                  <c:v>7.0580100000000003</c:v>
                </c:pt>
                <c:pt idx="11414">
                  <c:v>7.0583200000000001</c:v>
                </c:pt>
                <c:pt idx="11415">
                  <c:v>7.0586200000000003</c:v>
                </c:pt>
                <c:pt idx="11416">
                  <c:v>7.0589300000000001</c:v>
                </c:pt>
                <c:pt idx="11417">
                  <c:v>7.0592300000000003</c:v>
                </c:pt>
                <c:pt idx="11418">
                  <c:v>7.0595400000000001</c:v>
                </c:pt>
                <c:pt idx="11419">
                  <c:v>7.0598400000000003</c:v>
                </c:pt>
                <c:pt idx="11420">
                  <c:v>7.0601500000000001</c:v>
                </c:pt>
                <c:pt idx="11421">
                  <c:v>7.0604500000000003</c:v>
                </c:pt>
                <c:pt idx="11422">
                  <c:v>7.0607600000000001</c:v>
                </c:pt>
                <c:pt idx="11423">
                  <c:v>7.0610600000000003</c:v>
                </c:pt>
                <c:pt idx="11424">
                  <c:v>7.0613700000000001</c:v>
                </c:pt>
                <c:pt idx="11425">
                  <c:v>7.0616700000000003</c:v>
                </c:pt>
                <c:pt idx="11426">
                  <c:v>7.0619800000000001</c:v>
                </c:pt>
                <c:pt idx="11427">
                  <c:v>7.06229</c:v>
                </c:pt>
                <c:pt idx="11428">
                  <c:v>7.0625900000000001</c:v>
                </c:pt>
                <c:pt idx="11429">
                  <c:v>7.0629</c:v>
                </c:pt>
                <c:pt idx="11430">
                  <c:v>7.0632000000000001</c:v>
                </c:pt>
                <c:pt idx="11431">
                  <c:v>7.06351</c:v>
                </c:pt>
                <c:pt idx="11432">
                  <c:v>7.0638100000000001</c:v>
                </c:pt>
                <c:pt idx="11433">
                  <c:v>7.06412</c:v>
                </c:pt>
                <c:pt idx="11434">
                  <c:v>7.0644200000000001</c:v>
                </c:pt>
                <c:pt idx="11435">
                  <c:v>7.06473</c:v>
                </c:pt>
                <c:pt idx="11436">
                  <c:v>7.0650300000000001</c:v>
                </c:pt>
                <c:pt idx="11437">
                  <c:v>7.06534</c:v>
                </c:pt>
                <c:pt idx="11438">
                  <c:v>7.0656400000000001</c:v>
                </c:pt>
                <c:pt idx="11439">
                  <c:v>7.06595</c:v>
                </c:pt>
                <c:pt idx="11440">
                  <c:v>7.0662599999999998</c:v>
                </c:pt>
                <c:pt idx="11441">
                  <c:v>7.06656</c:v>
                </c:pt>
                <c:pt idx="11442">
                  <c:v>7.0668699999999998</c:v>
                </c:pt>
                <c:pt idx="11443">
                  <c:v>7.06717</c:v>
                </c:pt>
                <c:pt idx="11444">
                  <c:v>7.0674799999999998</c:v>
                </c:pt>
                <c:pt idx="11445">
                  <c:v>7.06778</c:v>
                </c:pt>
                <c:pt idx="11446">
                  <c:v>7.0680899999999998</c:v>
                </c:pt>
                <c:pt idx="11447">
                  <c:v>7.06839</c:v>
                </c:pt>
                <c:pt idx="11448">
                  <c:v>7.0686999999999998</c:v>
                </c:pt>
                <c:pt idx="11449">
                  <c:v>7.069</c:v>
                </c:pt>
                <c:pt idx="11450">
                  <c:v>7.0693099999999998</c:v>
                </c:pt>
                <c:pt idx="11451">
                  <c:v>7.0696099999999999</c:v>
                </c:pt>
                <c:pt idx="11452">
                  <c:v>7.0699199999999998</c:v>
                </c:pt>
                <c:pt idx="11453">
                  <c:v>7.0702299999999996</c:v>
                </c:pt>
                <c:pt idx="11454">
                  <c:v>7.0705299999999998</c:v>
                </c:pt>
                <c:pt idx="11455">
                  <c:v>7.0708399999999996</c:v>
                </c:pt>
                <c:pt idx="11456">
                  <c:v>7.0711399999999998</c:v>
                </c:pt>
                <c:pt idx="11457">
                  <c:v>7.0714499999999996</c:v>
                </c:pt>
                <c:pt idx="11458">
                  <c:v>7.0717499999999998</c:v>
                </c:pt>
                <c:pt idx="11459">
                  <c:v>7.0720599999999996</c:v>
                </c:pt>
                <c:pt idx="11460">
                  <c:v>7.0723599999999998</c:v>
                </c:pt>
                <c:pt idx="11461">
                  <c:v>7.0726699999999996</c:v>
                </c:pt>
                <c:pt idx="11462">
                  <c:v>7.0729699999999998</c:v>
                </c:pt>
                <c:pt idx="11463">
                  <c:v>7.0732799999999996</c:v>
                </c:pt>
                <c:pt idx="11464">
                  <c:v>7.0735900000000003</c:v>
                </c:pt>
                <c:pt idx="11465">
                  <c:v>7.0738899999999996</c:v>
                </c:pt>
                <c:pt idx="11466">
                  <c:v>7.0742000000000003</c:v>
                </c:pt>
                <c:pt idx="11467">
                  <c:v>7.0744999999999996</c:v>
                </c:pt>
                <c:pt idx="11468">
                  <c:v>7.0748100000000003</c:v>
                </c:pt>
                <c:pt idx="11469">
                  <c:v>7.0751099999999996</c:v>
                </c:pt>
                <c:pt idx="11470">
                  <c:v>7.0754200000000003</c:v>
                </c:pt>
                <c:pt idx="11471">
                  <c:v>7.0757199999999996</c:v>
                </c:pt>
                <c:pt idx="11472">
                  <c:v>7.0760300000000003</c:v>
                </c:pt>
                <c:pt idx="11473">
                  <c:v>7.0763299999999996</c:v>
                </c:pt>
                <c:pt idx="11474">
                  <c:v>7.0766400000000003</c:v>
                </c:pt>
                <c:pt idx="11475">
                  <c:v>7.0769399999999996</c:v>
                </c:pt>
                <c:pt idx="11476">
                  <c:v>7.0772500000000003</c:v>
                </c:pt>
                <c:pt idx="11477">
                  <c:v>7.0775600000000001</c:v>
                </c:pt>
                <c:pt idx="11478">
                  <c:v>7.0778600000000003</c:v>
                </c:pt>
                <c:pt idx="11479">
                  <c:v>7.0781700000000001</c:v>
                </c:pt>
                <c:pt idx="11480">
                  <c:v>7.0784700000000003</c:v>
                </c:pt>
                <c:pt idx="11481">
                  <c:v>7.0787800000000001</c:v>
                </c:pt>
                <c:pt idx="11482">
                  <c:v>7.0790800000000003</c:v>
                </c:pt>
                <c:pt idx="11483">
                  <c:v>7.0793900000000001</c:v>
                </c:pt>
                <c:pt idx="11484">
                  <c:v>7.0796900000000003</c:v>
                </c:pt>
                <c:pt idx="11485">
                  <c:v>7.08</c:v>
                </c:pt>
                <c:pt idx="11486">
                  <c:v>7.0803000000000003</c:v>
                </c:pt>
                <c:pt idx="11487">
                  <c:v>7.0806100000000001</c:v>
                </c:pt>
                <c:pt idx="11488">
                  <c:v>7.0809100000000003</c:v>
                </c:pt>
                <c:pt idx="11489">
                  <c:v>7.0812200000000001</c:v>
                </c:pt>
                <c:pt idx="11490">
                  <c:v>7.0815299999999999</c:v>
                </c:pt>
                <c:pt idx="11491">
                  <c:v>7.0818300000000001</c:v>
                </c:pt>
                <c:pt idx="11492">
                  <c:v>7.0821399999999999</c:v>
                </c:pt>
                <c:pt idx="11493">
                  <c:v>7.0824400000000001</c:v>
                </c:pt>
                <c:pt idx="11494">
                  <c:v>7.0827499999999999</c:v>
                </c:pt>
                <c:pt idx="11495">
                  <c:v>7.0830500000000001</c:v>
                </c:pt>
                <c:pt idx="11496">
                  <c:v>7.0833599999999999</c:v>
                </c:pt>
                <c:pt idx="11497">
                  <c:v>7.0836600000000001</c:v>
                </c:pt>
                <c:pt idx="11498">
                  <c:v>7.0839699999999999</c:v>
                </c:pt>
                <c:pt idx="11499">
                  <c:v>7.0842700000000001</c:v>
                </c:pt>
                <c:pt idx="11500">
                  <c:v>7.0845799999999999</c:v>
                </c:pt>
                <c:pt idx="11501">
                  <c:v>7.0848800000000001</c:v>
                </c:pt>
                <c:pt idx="11502">
                  <c:v>7.0851899999999999</c:v>
                </c:pt>
                <c:pt idx="11503">
                  <c:v>7.0854999999999997</c:v>
                </c:pt>
                <c:pt idx="11504">
                  <c:v>7.0857999999999999</c:v>
                </c:pt>
                <c:pt idx="11505">
                  <c:v>7.0861099999999997</c:v>
                </c:pt>
                <c:pt idx="11506">
                  <c:v>7.0864099999999999</c:v>
                </c:pt>
                <c:pt idx="11507">
                  <c:v>7.0867199999999997</c:v>
                </c:pt>
                <c:pt idx="11508">
                  <c:v>7.0870199999999999</c:v>
                </c:pt>
                <c:pt idx="11509">
                  <c:v>7.0873299999999997</c:v>
                </c:pt>
                <c:pt idx="11510">
                  <c:v>7.0876299999999999</c:v>
                </c:pt>
                <c:pt idx="11511">
                  <c:v>7.0879399999999997</c:v>
                </c:pt>
                <c:pt idx="11512">
                  <c:v>7.0882399999999999</c:v>
                </c:pt>
                <c:pt idx="11513">
                  <c:v>7.0885499999999997</c:v>
                </c:pt>
                <c:pt idx="11514">
                  <c:v>7.0888600000000004</c:v>
                </c:pt>
                <c:pt idx="11515">
                  <c:v>7.0891599999999997</c:v>
                </c:pt>
                <c:pt idx="11516">
                  <c:v>7.0894700000000004</c:v>
                </c:pt>
                <c:pt idx="11517">
                  <c:v>7.0897699999999997</c:v>
                </c:pt>
                <c:pt idx="11518">
                  <c:v>7.0900800000000004</c:v>
                </c:pt>
                <c:pt idx="11519">
                  <c:v>7.0903799999999997</c:v>
                </c:pt>
                <c:pt idx="11520">
                  <c:v>7.0906900000000004</c:v>
                </c:pt>
                <c:pt idx="11521">
                  <c:v>7.0909899999999997</c:v>
                </c:pt>
                <c:pt idx="11522">
                  <c:v>7.0913000000000004</c:v>
                </c:pt>
                <c:pt idx="11523">
                  <c:v>7.0915999999999997</c:v>
                </c:pt>
                <c:pt idx="11524">
                  <c:v>7.0919100000000004</c:v>
                </c:pt>
                <c:pt idx="11525">
                  <c:v>7.0922099999999997</c:v>
                </c:pt>
                <c:pt idx="11526">
                  <c:v>7.0925200000000004</c:v>
                </c:pt>
                <c:pt idx="11527">
                  <c:v>7.0928300000000002</c:v>
                </c:pt>
                <c:pt idx="11528">
                  <c:v>7.0931300000000004</c:v>
                </c:pt>
                <c:pt idx="11529">
                  <c:v>7.0934400000000002</c:v>
                </c:pt>
                <c:pt idx="11530">
                  <c:v>7.0937400000000004</c:v>
                </c:pt>
                <c:pt idx="11531">
                  <c:v>7.0940500000000002</c:v>
                </c:pt>
                <c:pt idx="11532">
                  <c:v>7.0943500000000004</c:v>
                </c:pt>
                <c:pt idx="11533">
                  <c:v>7.0946600000000002</c:v>
                </c:pt>
                <c:pt idx="11534">
                  <c:v>7.0949600000000004</c:v>
                </c:pt>
                <c:pt idx="11535">
                  <c:v>7.0952700000000002</c:v>
                </c:pt>
                <c:pt idx="11536">
                  <c:v>7.0955700000000004</c:v>
                </c:pt>
                <c:pt idx="11537">
                  <c:v>7.0958800000000002</c:v>
                </c:pt>
                <c:pt idx="11538">
                  <c:v>7.0961800000000004</c:v>
                </c:pt>
                <c:pt idx="11539">
                  <c:v>7.0964900000000002</c:v>
                </c:pt>
                <c:pt idx="11540">
                  <c:v>7.0968</c:v>
                </c:pt>
                <c:pt idx="11541">
                  <c:v>7.0971000000000002</c:v>
                </c:pt>
                <c:pt idx="11542">
                  <c:v>7.09741</c:v>
                </c:pt>
                <c:pt idx="11543">
                  <c:v>7.0977100000000002</c:v>
                </c:pt>
                <c:pt idx="11544">
                  <c:v>7.09802</c:v>
                </c:pt>
                <c:pt idx="11545">
                  <c:v>7.0983200000000002</c:v>
                </c:pt>
                <c:pt idx="11546">
                  <c:v>7.09863</c:v>
                </c:pt>
                <c:pt idx="11547">
                  <c:v>7.0989300000000002</c:v>
                </c:pt>
                <c:pt idx="11548">
                  <c:v>7.09924</c:v>
                </c:pt>
                <c:pt idx="11549">
                  <c:v>7.0995400000000002</c:v>
                </c:pt>
                <c:pt idx="11550">
                  <c:v>7.09985</c:v>
                </c:pt>
                <c:pt idx="11551">
                  <c:v>7.1001500000000002</c:v>
                </c:pt>
                <c:pt idx="11552">
                  <c:v>7.10046</c:v>
                </c:pt>
                <c:pt idx="11553">
                  <c:v>7.1007699999999998</c:v>
                </c:pt>
                <c:pt idx="11554">
                  <c:v>7.10107</c:v>
                </c:pt>
                <c:pt idx="11555">
                  <c:v>7.1013799999999998</c:v>
                </c:pt>
                <c:pt idx="11556">
                  <c:v>7.10168</c:v>
                </c:pt>
                <c:pt idx="11557">
                  <c:v>7.1019899999999998</c:v>
                </c:pt>
                <c:pt idx="11558">
                  <c:v>7.10229</c:v>
                </c:pt>
                <c:pt idx="11559">
                  <c:v>7.1025999999999998</c:v>
                </c:pt>
                <c:pt idx="11560">
                  <c:v>7.1029</c:v>
                </c:pt>
                <c:pt idx="11561">
                  <c:v>7.1032099999999998</c:v>
                </c:pt>
                <c:pt idx="11562">
                  <c:v>7.10351</c:v>
                </c:pt>
                <c:pt idx="11563">
                  <c:v>7.1038199999999998</c:v>
                </c:pt>
                <c:pt idx="11564">
                  <c:v>7.10412</c:v>
                </c:pt>
                <c:pt idx="11565">
                  <c:v>7.1044299999999998</c:v>
                </c:pt>
                <c:pt idx="11566">
                  <c:v>7.1047399999999996</c:v>
                </c:pt>
                <c:pt idx="11567">
                  <c:v>7.1050399999999998</c:v>
                </c:pt>
                <c:pt idx="11568">
                  <c:v>7.1053499999999996</c:v>
                </c:pt>
                <c:pt idx="11569">
                  <c:v>7.1056499999999998</c:v>
                </c:pt>
                <c:pt idx="11570">
                  <c:v>7.1059599999999996</c:v>
                </c:pt>
                <c:pt idx="11571">
                  <c:v>7.1062599999999998</c:v>
                </c:pt>
                <c:pt idx="11572">
                  <c:v>7.1065699999999996</c:v>
                </c:pt>
                <c:pt idx="11573">
                  <c:v>7.1068699999999998</c:v>
                </c:pt>
                <c:pt idx="11574">
                  <c:v>7.1071799999999996</c:v>
                </c:pt>
                <c:pt idx="11575">
                  <c:v>7.1074799999999998</c:v>
                </c:pt>
                <c:pt idx="11576">
                  <c:v>7.1077899999999996</c:v>
                </c:pt>
                <c:pt idx="11577">
                  <c:v>7.1081000000000003</c:v>
                </c:pt>
                <c:pt idx="11578">
                  <c:v>7.1083999999999996</c:v>
                </c:pt>
                <c:pt idx="11579">
                  <c:v>7.1087100000000003</c:v>
                </c:pt>
                <c:pt idx="11580">
                  <c:v>7.1090099999999996</c:v>
                </c:pt>
                <c:pt idx="11581">
                  <c:v>7.1093200000000003</c:v>
                </c:pt>
                <c:pt idx="11582">
                  <c:v>7.1096199999999996</c:v>
                </c:pt>
                <c:pt idx="11583">
                  <c:v>7.1099300000000003</c:v>
                </c:pt>
                <c:pt idx="11584">
                  <c:v>7.1102299999999996</c:v>
                </c:pt>
                <c:pt idx="11585">
                  <c:v>7.1105400000000003</c:v>
                </c:pt>
                <c:pt idx="11586">
                  <c:v>7.1108399999999996</c:v>
                </c:pt>
                <c:pt idx="11587">
                  <c:v>7.1111500000000003</c:v>
                </c:pt>
                <c:pt idx="11588">
                  <c:v>7.1114499999999996</c:v>
                </c:pt>
                <c:pt idx="11589">
                  <c:v>7.1117600000000003</c:v>
                </c:pt>
                <c:pt idx="11590">
                  <c:v>7.1120700000000001</c:v>
                </c:pt>
                <c:pt idx="11591">
                  <c:v>7.1123700000000003</c:v>
                </c:pt>
                <c:pt idx="11592">
                  <c:v>7.1126800000000001</c:v>
                </c:pt>
                <c:pt idx="11593">
                  <c:v>7.1129800000000003</c:v>
                </c:pt>
                <c:pt idx="11594">
                  <c:v>7.1132900000000001</c:v>
                </c:pt>
                <c:pt idx="11595">
                  <c:v>7.1135900000000003</c:v>
                </c:pt>
                <c:pt idx="11596">
                  <c:v>7.1139000000000001</c:v>
                </c:pt>
                <c:pt idx="11597">
                  <c:v>7.1142000000000003</c:v>
                </c:pt>
                <c:pt idx="11598">
                  <c:v>7.1145100000000001</c:v>
                </c:pt>
                <c:pt idx="11599">
                  <c:v>7.1148100000000003</c:v>
                </c:pt>
                <c:pt idx="11600">
                  <c:v>7.1151200000000001</c:v>
                </c:pt>
                <c:pt idx="11601">
                  <c:v>7.1154200000000003</c:v>
                </c:pt>
                <c:pt idx="11602">
                  <c:v>7.1157300000000001</c:v>
                </c:pt>
                <c:pt idx="11603">
                  <c:v>7.1160399999999999</c:v>
                </c:pt>
                <c:pt idx="11604">
                  <c:v>7.1163400000000001</c:v>
                </c:pt>
                <c:pt idx="11605">
                  <c:v>7.1166499999999999</c:v>
                </c:pt>
                <c:pt idx="11606">
                  <c:v>7.1169500000000001</c:v>
                </c:pt>
                <c:pt idx="11607">
                  <c:v>7.1172599999999999</c:v>
                </c:pt>
                <c:pt idx="11608">
                  <c:v>7.1175600000000001</c:v>
                </c:pt>
                <c:pt idx="11609">
                  <c:v>7.1178699999999999</c:v>
                </c:pt>
                <c:pt idx="11610">
                  <c:v>7.1181700000000001</c:v>
                </c:pt>
                <c:pt idx="11611">
                  <c:v>7.1184799999999999</c:v>
                </c:pt>
                <c:pt idx="11612">
                  <c:v>7.1187800000000001</c:v>
                </c:pt>
                <c:pt idx="11613">
                  <c:v>7.1190899999999999</c:v>
                </c:pt>
                <c:pt idx="11614">
                  <c:v>7.1193900000000001</c:v>
                </c:pt>
                <c:pt idx="11615">
                  <c:v>7.1196999999999999</c:v>
                </c:pt>
                <c:pt idx="11616">
                  <c:v>7.1200099999999997</c:v>
                </c:pt>
                <c:pt idx="11617">
                  <c:v>7.1203099999999999</c:v>
                </c:pt>
                <c:pt idx="11618">
                  <c:v>7.1206199999999997</c:v>
                </c:pt>
                <c:pt idx="11619">
                  <c:v>7.1209199999999999</c:v>
                </c:pt>
                <c:pt idx="11620">
                  <c:v>7.1212299999999997</c:v>
                </c:pt>
                <c:pt idx="11621">
                  <c:v>7.1215299999999999</c:v>
                </c:pt>
                <c:pt idx="11622">
                  <c:v>7.1218399999999997</c:v>
                </c:pt>
                <c:pt idx="11623">
                  <c:v>7.1221399999999999</c:v>
                </c:pt>
                <c:pt idx="11624">
                  <c:v>7.1224499999999997</c:v>
                </c:pt>
                <c:pt idx="11625">
                  <c:v>7.1227499999999999</c:v>
                </c:pt>
                <c:pt idx="11626">
                  <c:v>7.1230599999999997</c:v>
                </c:pt>
                <c:pt idx="11627">
                  <c:v>7.1233599999999999</c:v>
                </c:pt>
                <c:pt idx="11628">
                  <c:v>7.1236699999999997</c:v>
                </c:pt>
                <c:pt idx="11629">
                  <c:v>7.1239800000000004</c:v>
                </c:pt>
                <c:pt idx="11630">
                  <c:v>7.1242799999999997</c:v>
                </c:pt>
                <c:pt idx="11631">
                  <c:v>7.1245900000000004</c:v>
                </c:pt>
                <c:pt idx="11632">
                  <c:v>7.1248899999999997</c:v>
                </c:pt>
                <c:pt idx="11633">
                  <c:v>7.1252000000000004</c:v>
                </c:pt>
                <c:pt idx="11634">
                  <c:v>7.1254999999999997</c:v>
                </c:pt>
                <c:pt idx="11635">
                  <c:v>7.1258100000000004</c:v>
                </c:pt>
                <c:pt idx="11636">
                  <c:v>7.1261099999999997</c:v>
                </c:pt>
                <c:pt idx="11637">
                  <c:v>7.1264200000000004</c:v>
                </c:pt>
                <c:pt idx="11638">
                  <c:v>7.1267199999999997</c:v>
                </c:pt>
                <c:pt idx="11639">
                  <c:v>7.1270300000000004</c:v>
                </c:pt>
                <c:pt idx="11640">
                  <c:v>7.1273400000000002</c:v>
                </c:pt>
                <c:pt idx="11641">
                  <c:v>7.1276400000000004</c:v>
                </c:pt>
                <c:pt idx="11642">
                  <c:v>7.1279500000000002</c:v>
                </c:pt>
                <c:pt idx="11643">
                  <c:v>7.1282500000000004</c:v>
                </c:pt>
                <c:pt idx="11644">
                  <c:v>7.1285600000000002</c:v>
                </c:pt>
                <c:pt idx="11645">
                  <c:v>7.1288600000000004</c:v>
                </c:pt>
                <c:pt idx="11646">
                  <c:v>7.1291700000000002</c:v>
                </c:pt>
                <c:pt idx="11647">
                  <c:v>7.1294700000000004</c:v>
                </c:pt>
                <c:pt idx="11648">
                  <c:v>7.1297800000000002</c:v>
                </c:pt>
                <c:pt idx="11649">
                  <c:v>7.1300800000000004</c:v>
                </c:pt>
                <c:pt idx="11650">
                  <c:v>7.1303900000000002</c:v>
                </c:pt>
                <c:pt idx="11651">
                  <c:v>7.1306900000000004</c:v>
                </c:pt>
                <c:pt idx="11652">
                  <c:v>7.1310000000000002</c:v>
                </c:pt>
                <c:pt idx="11653">
                  <c:v>7.13131</c:v>
                </c:pt>
                <c:pt idx="11654">
                  <c:v>7.1316100000000002</c:v>
                </c:pt>
                <c:pt idx="11655">
                  <c:v>7.13192</c:v>
                </c:pt>
                <c:pt idx="11656">
                  <c:v>7.1322200000000002</c:v>
                </c:pt>
                <c:pt idx="11657">
                  <c:v>7.13253</c:v>
                </c:pt>
                <c:pt idx="11658">
                  <c:v>7.1328300000000002</c:v>
                </c:pt>
                <c:pt idx="11659">
                  <c:v>7.13314</c:v>
                </c:pt>
                <c:pt idx="11660">
                  <c:v>7.1334400000000002</c:v>
                </c:pt>
                <c:pt idx="11661">
                  <c:v>7.13375</c:v>
                </c:pt>
                <c:pt idx="11662">
                  <c:v>7.1340500000000002</c:v>
                </c:pt>
                <c:pt idx="11663">
                  <c:v>7.13436</c:v>
                </c:pt>
                <c:pt idx="11664">
                  <c:v>7.1346600000000002</c:v>
                </c:pt>
                <c:pt idx="11665">
                  <c:v>7.13497</c:v>
                </c:pt>
                <c:pt idx="11666">
                  <c:v>7.1352799999999998</c:v>
                </c:pt>
                <c:pt idx="11667">
                  <c:v>7.13558</c:v>
                </c:pt>
                <c:pt idx="11668">
                  <c:v>7.1358899999999998</c:v>
                </c:pt>
                <c:pt idx="11669">
                  <c:v>7.13619</c:v>
                </c:pt>
                <c:pt idx="11670">
                  <c:v>7.1364999999999998</c:v>
                </c:pt>
                <c:pt idx="11671">
                  <c:v>7.1368</c:v>
                </c:pt>
                <c:pt idx="11672">
                  <c:v>7.1371099999999998</c:v>
                </c:pt>
                <c:pt idx="11673">
                  <c:v>7.13741</c:v>
                </c:pt>
                <c:pt idx="11674">
                  <c:v>7.1377199999999998</c:v>
                </c:pt>
                <c:pt idx="11675">
                  <c:v>7.13802</c:v>
                </c:pt>
                <c:pt idx="11676">
                  <c:v>7.1383299999999998</c:v>
                </c:pt>
                <c:pt idx="11677">
                  <c:v>7.13863</c:v>
                </c:pt>
                <c:pt idx="11678">
                  <c:v>7.1389399999999998</c:v>
                </c:pt>
                <c:pt idx="11679">
                  <c:v>7.1392499999999997</c:v>
                </c:pt>
                <c:pt idx="11680">
                  <c:v>7.1395499999999998</c:v>
                </c:pt>
                <c:pt idx="11681">
                  <c:v>7.1398599999999997</c:v>
                </c:pt>
                <c:pt idx="11682">
                  <c:v>7.1401599999999998</c:v>
                </c:pt>
                <c:pt idx="11683">
                  <c:v>7.1404699999999997</c:v>
                </c:pt>
                <c:pt idx="11684">
                  <c:v>7.1407699999999998</c:v>
                </c:pt>
                <c:pt idx="11685">
                  <c:v>7.1410799999999997</c:v>
                </c:pt>
                <c:pt idx="11686">
                  <c:v>7.1413799999999998</c:v>
                </c:pt>
                <c:pt idx="11687">
                  <c:v>7.1416899999999996</c:v>
                </c:pt>
                <c:pt idx="11688">
                  <c:v>7.1419899999999998</c:v>
                </c:pt>
                <c:pt idx="11689">
                  <c:v>7.1422999999999996</c:v>
                </c:pt>
                <c:pt idx="11690">
                  <c:v>7.1425999999999998</c:v>
                </c:pt>
                <c:pt idx="11691">
                  <c:v>7.1429099999999996</c:v>
                </c:pt>
                <c:pt idx="11692">
                  <c:v>7.1432200000000003</c:v>
                </c:pt>
                <c:pt idx="11693">
                  <c:v>7.1435199999999996</c:v>
                </c:pt>
                <c:pt idx="11694">
                  <c:v>7.1438300000000003</c:v>
                </c:pt>
                <c:pt idx="11695">
                  <c:v>7.1441299999999996</c:v>
                </c:pt>
                <c:pt idx="11696">
                  <c:v>7.1444400000000003</c:v>
                </c:pt>
                <c:pt idx="11697">
                  <c:v>7.1447399999999996</c:v>
                </c:pt>
                <c:pt idx="11698">
                  <c:v>7.1450500000000003</c:v>
                </c:pt>
                <c:pt idx="11699">
                  <c:v>7.1453499999999996</c:v>
                </c:pt>
                <c:pt idx="11700">
                  <c:v>7.1456600000000003</c:v>
                </c:pt>
                <c:pt idx="11701">
                  <c:v>7.1459599999999996</c:v>
                </c:pt>
                <c:pt idx="11702">
                  <c:v>7.1462700000000003</c:v>
                </c:pt>
                <c:pt idx="11703">
                  <c:v>7.1465800000000002</c:v>
                </c:pt>
                <c:pt idx="11704">
                  <c:v>7.1468800000000003</c:v>
                </c:pt>
                <c:pt idx="11705">
                  <c:v>7.1471900000000002</c:v>
                </c:pt>
                <c:pt idx="11706">
                  <c:v>7.1474900000000003</c:v>
                </c:pt>
                <c:pt idx="11707">
                  <c:v>7.1478000000000002</c:v>
                </c:pt>
                <c:pt idx="11708">
                  <c:v>7.1481000000000003</c:v>
                </c:pt>
                <c:pt idx="11709">
                  <c:v>7.1484100000000002</c:v>
                </c:pt>
                <c:pt idx="11710">
                  <c:v>7.1487100000000003</c:v>
                </c:pt>
                <c:pt idx="11711">
                  <c:v>7.1490200000000002</c:v>
                </c:pt>
                <c:pt idx="11712">
                  <c:v>7.1493200000000003</c:v>
                </c:pt>
                <c:pt idx="11713">
                  <c:v>7.1496300000000002</c:v>
                </c:pt>
                <c:pt idx="11714">
                  <c:v>7.1499300000000003</c:v>
                </c:pt>
                <c:pt idx="11715">
                  <c:v>7.1502400000000002</c:v>
                </c:pt>
                <c:pt idx="11716">
                  <c:v>7.15055</c:v>
                </c:pt>
                <c:pt idx="11717">
                  <c:v>7.1508500000000002</c:v>
                </c:pt>
                <c:pt idx="11718">
                  <c:v>7.15116</c:v>
                </c:pt>
                <c:pt idx="11719">
                  <c:v>7.1514600000000002</c:v>
                </c:pt>
                <c:pt idx="11720">
                  <c:v>7.15177</c:v>
                </c:pt>
                <c:pt idx="11721">
                  <c:v>7.1520700000000001</c:v>
                </c:pt>
                <c:pt idx="11722">
                  <c:v>7.15238</c:v>
                </c:pt>
                <c:pt idx="11723">
                  <c:v>7.1526800000000001</c:v>
                </c:pt>
                <c:pt idx="11724">
                  <c:v>7.15299</c:v>
                </c:pt>
                <c:pt idx="11725">
                  <c:v>7.1532900000000001</c:v>
                </c:pt>
                <c:pt idx="11726">
                  <c:v>7.1536</c:v>
                </c:pt>
                <c:pt idx="11727">
                  <c:v>7.1539000000000001</c:v>
                </c:pt>
                <c:pt idx="11728">
                  <c:v>7.15421</c:v>
                </c:pt>
                <c:pt idx="11729">
                  <c:v>7.1545199999999998</c:v>
                </c:pt>
                <c:pt idx="11730">
                  <c:v>7.15482</c:v>
                </c:pt>
                <c:pt idx="11731">
                  <c:v>7.1551299999999998</c:v>
                </c:pt>
                <c:pt idx="11732">
                  <c:v>7.15543</c:v>
                </c:pt>
                <c:pt idx="11733">
                  <c:v>7.1557399999999998</c:v>
                </c:pt>
                <c:pt idx="11734">
                  <c:v>7.15604</c:v>
                </c:pt>
                <c:pt idx="11735">
                  <c:v>7.1563499999999998</c:v>
                </c:pt>
                <c:pt idx="11736">
                  <c:v>7.15665</c:v>
                </c:pt>
                <c:pt idx="11737">
                  <c:v>7.1569599999999998</c:v>
                </c:pt>
                <c:pt idx="11738">
                  <c:v>7.15726</c:v>
                </c:pt>
                <c:pt idx="11739">
                  <c:v>7.1575699999999998</c:v>
                </c:pt>
                <c:pt idx="11740">
                  <c:v>7.15787</c:v>
                </c:pt>
                <c:pt idx="11741">
                  <c:v>7.1581799999999998</c:v>
                </c:pt>
                <c:pt idx="11742">
                  <c:v>7.1584899999999996</c:v>
                </c:pt>
                <c:pt idx="11743">
                  <c:v>7.1587899999999998</c:v>
                </c:pt>
                <c:pt idx="11744">
                  <c:v>7.1590999999999996</c:v>
                </c:pt>
                <c:pt idx="11745">
                  <c:v>7.1593999999999998</c:v>
                </c:pt>
                <c:pt idx="11746">
                  <c:v>7.1597099999999996</c:v>
                </c:pt>
                <c:pt idx="11747">
                  <c:v>7.1600099999999998</c:v>
                </c:pt>
                <c:pt idx="11748">
                  <c:v>7.1603199999999996</c:v>
                </c:pt>
                <c:pt idx="11749">
                  <c:v>7.1606199999999998</c:v>
                </c:pt>
                <c:pt idx="11750">
                  <c:v>7.1609299999999996</c:v>
                </c:pt>
                <c:pt idx="11751">
                  <c:v>7.1612299999999998</c:v>
                </c:pt>
                <c:pt idx="11752">
                  <c:v>7.1615399999999996</c:v>
                </c:pt>
                <c:pt idx="11753">
                  <c:v>7.1618500000000003</c:v>
                </c:pt>
                <c:pt idx="11754">
                  <c:v>7.1621499999999996</c:v>
                </c:pt>
                <c:pt idx="11755">
                  <c:v>7.1624600000000003</c:v>
                </c:pt>
                <c:pt idx="11756">
                  <c:v>7.1627599999999996</c:v>
                </c:pt>
                <c:pt idx="11757">
                  <c:v>7.1630700000000003</c:v>
                </c:pt>
                <c:pt idx="11758">
                  <c:v>7.1633699999999996</c:v>
                </c:pt>
                <c:pt idx="11759">
                  <c:v>7.1636800000000003</c:v>
                </c:pt>
                <c:pt idx="11760">
                  <c:v>7.1639799999999996</c:v>
                </c:pt>
                <c:pt idx="11761">
                  <c:v>7.1642900000000003</c:v>
                </c:pt>
                <c:pt idx="11762">
                  <c:v>7.1645899999999996</c:v>
                </c:pt>
                <c:pt idx="11763">
                  <c:v>7.1649000000000003</c:v>
                </c:pt>
                <c:pt idx="11764">
                  <c:v>7.1651999999999996</c:v>
                </c:pt>
                <c:pt idx="11765">
                  <c:v>7.1655100000000003</c:v>
                </c:pt>
                <c:pt idx="11766">
                  <c:v>7.1658200000000001</c:v>
                </c:pt>
                <c:pt idx="11767">
                  <c:v>7.1661200000000003</c:v>
                </c:pt>
                <c:pt idx="11768">
                  <c:v>7.1664300000000001</c:v>
                </c:pt>
                <c:pt idx="11769">
                  <c:v>7.1667300000000003</c:v>
                </c:pt>
                <c:pt idx="11770">
                  <c:v>7.1670400000000001</c:v>
                </c:pt>
                <c:pt idx="11771">
                  <c:v>7.1673400000000003</c:v>
                </c:pt>
                <c:pt idx="11772">
                  <c:v>7.1676500000000001</c:v>
                </c:pt>
                <c:pt idx="11773">
                  <c:v>7.1679500000000003</c:v>
                </c:pt>
                <c:pt idx="11774">
                  <c:v>7.1682600000000001</c:v>
                </c:pt>
                <c:pt idx="11775">
                  <c:v>7.1685600000000003</c:v>
                </c:pt>
                <c:pt idx="11776">
                  <c:v>7.1688700000000001</c:v>
                </c:pt>
                <c:pt idx="11777">
                  <c:v>7.1691700000000003</c:v>
                </c:pt>
                <c:pt idx="11778">
                  <c:v>7.1694800000000001</c:v>
                </c:pt>
                <c:pt idx="11779">
                  <c:v>7.1697899999999999</c:v>
                </c:pt>
                <c:pt idx="11780">
                  <c:v>7.1700900000000001</c:v>
                </c:pt>
                <c:pt idx="11781">
                  <c:v>7.1703999999999999</c:v>
                </c:pt>
                <c:pt idx="11782">
                  <c:v>7.1707000000000001</c:v>
                </c:pt>
                <c:pt idx="11783">
                  <c:v>7.1710099999999999</c:v>
                </c:pt>
                <c:pt idx="11784">
                  <c:v>7.1713100000000001</c:v>
                </c:pt>
                <c:pt idx="11785">
                  <c:v>7.1716199999999999</c:v>
                </c:pt>
                <c:pt idx="11786">
                  <c:v>7.1719200000000001</c:v>
                </c:pt>
                <c:pt idx="11787">
                  <c:v>7.1722299999999999</c:v>
                </c:pt>
                <c:pt idx="11788">
                  <c:v>7.1725300000000001</c:v>
                </c:pt>
                <c:pt idx="11789">
                  <c:v>7.1728399999999999</c:v>
                </c:pt>
                <c:pt idx="11790">
                  <c:v>7.1731400000000001</c:v>
                </c:pt>
                <c:pt idx="11791">
                  <c:v>7.1734499999999999</c:v>
                </c:pt>
                <c:pt idx="11792">
                  <c:v>7.1737599999999997</c:v>
                </c:pt>
                <c:pt idx="11793">
                  <c:v>7.1740599999999999</c:v>
                </c:pt>
                <c:pt idx="11794">
                  <c:v>7.1743699999999997</c:v>
                </c:pt>
                <c:pt idx="11795">
                  <c:v>7.1746699999999999</c:v>
                </c:pt>
                <c:pt idx="11796">
                  <c:v>7.1749799999999997</c:v>
                </c:pt>
                <c:pt idx="11797">
                  <c:v>7.1752799999999999</c:v>
                </c:pt>
                <c:pt idx="11798">
                  <c:v>7.1755899999999997</c:v>
                </c:pt>
                <c:pt idx="11799">
                  <c:v>7.1758899999999999</c:v>
                </c:pt>
                <c:pt idx="11800">
                  <c:v>7.1761999999999997</c:v>
                </c:pt>
                <c:pt idx="11801">
                  <c:v>7.1764999999999999</c:v>
                </c:pt>
                <c:pt idx="11802">
                  <c:v>7.1768099999999997</c:v>
                </c:pt>
                <c:pt idx="11803">
                  <c:v>7.1771099999999999</c:v>
                </c:pt>
                <c:pt idx="11804">
                  <c:v>7.1774199999999997</c:v>
                </c:pt>
                <c:pt idx="11805">
                  <c:v>7.1777300000000004</c:v>
                </c:pt>
                <c:pt idx="11806">
                  <c:v>7.1780299999999997</c:v>
                </c:pt>
                <c:pt idx="11807">
                  <c:v>7.1783400000000004</c:v>
                </c:pt>
                <c:pt idx="11808">
                  <c:v>7.1786399999999997</c:v>
                </c:pt>
                <c:pt idx="11809">
                  <c:v>7.1789500000000004</c:v>
                </c:pt>
                <c:pt idx="11810">
                  <c:v>7.1792499999999997</c:v>
                </c:pt>
                <c:pt idx="11811">
                  <c:v>7.1795600000000004</c:v>
                </c:pt>
                <c:pt idx="11812">
                  <c:v>7.1798599999999997</c:v>
                </c:pt>
                <c:pt idx="11813">
                  <c:v>7.1801700000000004</c:v>
                </c:pt>
                <c:pt idx="11814">
                  <c:v>7.1804699999999997</c:v>
                </c:pt>
                <c:pt idx="11815">
                  <c:v>7.1807800000000004</c:v>
                </c:pt>
                <c:pt idx="11816">
                  <c:v>7.1810900000000002</c:v>
                </c:pt>
                <c:pt idx="11817">
                  <c:v>7.1813900000000004</c:v>
                </c:pt>
                <c:pt idx="11818">
                  <c:v>7.1817000000000002</c:v>
                </c:pt>
                <c:pt idx="11819">
                  <c:v>7.1820000000000004</c:v>
                </c:pt>
                <c:pt idx="11820">
                  <c:v>7.1823100000000002</c:v>
                </c:pt>
                <c:pt idx="11821">
                  <c:v>7.1826100000000004</c:v>
                </c:pt>
                <c:pt idx="11822">
                  <c:v>7.1829200000000002</c:v>
                </c:pt>
                <c:pt idx="11823">
                  <c:v>7.1832200000000004</c:v>
                </c:pt>
                <c:pt idx="11824">
                  <c:v>7.1835300000000002</c:v>
                </c:pt>
                <c:pt idx="11825">
                  <c:v>7.1838300000000004</c:v>
                </c:pt>
                <c:pt idx="11826">
                  <c:v>7.1841400000000002</c:v>
                </c:pt>
                <c:pt idx="11827">
                  <c:v>7.1844400000000004</c:v>
                </c:pt>
                <c:pt idx="11828">
                  <c:v>7.1847500000000002</c:v>
                </c:pt>
                <c:pt idx="11829">
                  <c:v>7.18506</c:v>
                </c:pt>
                <c:pt idx="11830">
                  <c:v>7.1853600000000002</c:v>
                </c:pt>
                <c:pt idx="11831">
                  <c:v>7.18567</c:v>
                </c:pt>
                <c:pt idx="11832">
                  <c:v>7.1859700000000002</c:v>
                </c:pt>
                <c:pt idx="11833">
                  <c:v>7.18628</c:v>
                </c:pt>
                <c:pt idx="11834">
                  <c:v>7.1865800000000002</c:v>
                </c:pt>
                <c:pt idx="11835">
                  <c:v>7.18689</c:v>
                </c:pt>
                <c:pt idx="11836">
                  <c:v>7.1871900000000002</c:v>
                </c:pt>
                <c:pt idx="11837">
                  <c:v>7.1875</c:v>
                </c:pt>
                <c:pt idx="11838">
                  <c:v>7.1878000000000002</c:v>
                </c:pt>
                <c:pt idx="11839">
                  <c:v>7.18811</c:v>
                </c:pt>
                <c:pt idx="11840">
                  <c:v>7.1884100000000002</c:v>
                </c:pt>
                <c:pt idx="11841">
                  <c:v>7.18872</c:v>
                </c:pt>
                <c:pt idx="11842">
                  <c:v>7.1890299999999998</c:v>
                </c:pt>
                <c:pt idx="11843">
                  <c:v>7.18933</c:v>
                </c:pt>
                <c:pt idx="11844">
                  <c:v>7.1896399999999998</c:v>
                </c:pt>
                <c:pt idx="11845">
                  <c:v>7.18994</c:v>
                </c:pt>
                <c:pt idx="11846">
                  <c:v>7.1902499999999998</c:v>
                </c:pt>
                <c:pt idx="11847">
                  <c:v>7.19055</c:v>
                </c:pt>
                <c:pt idx="11848">
                  <c:v>7.1908599999999998</c:v>
                </c:pt>
                <c:pt idx="11849">
                  <c:v>7.19116</c:v>
                </c:pt>
                <c:pt idx="11850">
                  <c:v>7.1914699999999998</c:v>
                </c:pt>
                <c:pt idx="11851">
                  <c:v>7.19177</c:v>
                </c:pt>
                <c:pt idx="11852">
                  <c:v>7.1920799999999998</c:v>
                </c:pt>
                <c:pt idx="11853">
                  <c:v>7.19238</c:v>
                </c:pt>
                <c:pt idx="11854">
                  <c:v>7.1926899999999998</c:v>
                </c:pt>
                <c:pt idx="11855">
                  <c:v>7.1929999999999996</c:v>
                </c:pt>
                <c:pt idx="11856">
                  <c:v>7.1932999999999998</c:v>
                </c:pt>
                <c:pt idx="11857">
                  <c:v>7.1936099999999996</c:v>
                </c:pt>
                <c:pt idx="11858">
                  <c:v>7.1939099999999998</c:v>
                </c:pt>
                <c:pt idx="11859">
                  <c:v>7.1942199999999996</c:v>
                </c:pt>
                <c:pt idx="11860">
                  <c:v>7.1945199999999998</c:v>
                </c:pt>
                <c:pt idx="11861">
                  <c:v>7.1948299999999996</c:v>
                </c:pt>
                <c:pt idx="11862">
                  <c:v>7.1951299999999998</c:v>
                </c:pt>
                <c:pt idx="11863">
                  <c:v>7.1954399999999996</c:v>
                </c:pt>
                <c:pt idx="11864">
                  <c:v>7.1957399999999998</c:v>
                </c:pt>
                <c:pt idx="11865">
                  <c:v>7.1960499999999996</c:v>
                </c:pt>
                <c:pt idx="11866">
                  <c:v>7.1963499999999998</c:v>
                </c:pt>
                <c:pt idx="11867">
                  <c:v>7.1966599999999996</c:v>
                </c:pt>
                <c:pt idx="11868">
                  <c:v>7.1969700000000003</c:v>
                </c:pt>
                <c:pt idx="11869">
                  <c:v>7.1972699999999996</c:v>
                </c:pt>
                <c:pt idx="11870">
                  <c:v>7.1975800000000003</c:v>
                </c:pt>
                <c:pt idx="11871">
                  <c:v>7.1978799999999996</c:v>
                </c:pt>
                <c:pt idx="11872">
                  <c:v>7.1981900000000003</c:v>
                </c:pt>
                <c:pt idx="11873">
                  <c:v>7.1984899999999996</c:v>
                </c:pt>
                <c:pt idx="11874">
                  <c:v>7.1988000000000003</c:v>
                </c:pt>
                <c:pt idx="11875">
                  <c:v>7.1990999999999996</c:v>
                </c:pt>
                <c:pt idx="11876">
                  <c:v>7.1994100000000003</c:v>
                </c:pt>
                <c:pt idx="11877">
                  <c:v>7.1997099999999996</c:v>
                </c:pt>
                <c:pt idx="11878">
                  <c:v>7.2000200000000003</c:v>
                </c:pt>
                <c:pt idx="11879">
                  <c:v>7.2003300000000001</c:v>
                </c:pt>
                <c:pt idx="11880">
                  <c:v>7.2006300000000003</c:v>
                </c:pt>
                <c:pt idx="11881">
                  <c:v>7.2009400000000001</c:v>
                </c:pt>
                <c:pt idx="11882">
                  <c:v>7.2012400000000003</c:v>
                </c:pt>
                <c:pt idx="11883">
                  <c:v>7.2015500000000001</c:v>
                </c:pt>
                <c:pt idx="11884">
                  <c:v>7.2018500000000003</c:v>
                </c:pt>
                <c:pt idx="11885">
                  <c:v>7.2021600000000001</c:v>
                </c:pt>
                <c:pt idx="11886">
                  <c:v>7.2024600000000003</c:v>
                </c:pt>
                <c:pt idx="11887">
                  <c:v>7.2027700000000001</c:v>
                </c:pt>
                <c:pt idx="11888">
                  <c:v>7.2030700000000003</c:v>
                </c:pt>
                <c:pt idx="11889">
                  <c:v>7.2033800000000001</c:v>
                </c:pt>
                <c:pt idx="11890">
                  <c:v>7.2036800000000003</c:v>
                </c:pt>
                <c:pt idx="11891">
                  <c:v>7.2039900000000001</c:v>
                </c:pt>
                <c:pt idx="11892">
                  <c:v>7.2042999999999999</c:v>
                </c:pt>
                <c:pt idx="11893">
                  <c:v>7.2046000000000001</c:v>
                </c:pt>
                <c:pt idx="11894">
                  <c:v>7.2049099999999999</c:v>
                </c:pt>
                <c:pt idx="11895">
                  <c:v>7.2052100000000001</c:v>
                </c:pt>
                <c:pt idx="11896">
                  <c:v>7.2055199999999999</c:v>
                </c:pt>
                <c:pt idx="11897">
                  <c:v>7.2058200000000001</c:v>
                </c:pt>
                <c:pt idx="11898">
                  <c:v>7.2061299999999999</c:v>
                </c:pt>
                <c:pt idx="11899">
                  <c:v>7.2064300000000001</c:v>
                </c:pt>
                <c:pt idx="11900">
                  <c:v>7.2067399999999999</c:v>
                </c:pt>
                <c:pt idx="11901">
                  <c:v>7.2070400000000001</c:v>
                </c:pt>
                <c:pt idx="11902">
                  <c:v>7.2073499999999999</c:v>
                </c:pt>
                <c:pt idx="11903">
                  <c:v>7.2076500000000001</c:v>
                </c:pt>
                <c:pt idx="11904">
                  <c:v>7.2079599999999999</c:v>
                </c:pt>
                <c:pt idx="11905">
                  <c:v>7.2082699999999997</c:v>
                </c:pt>
                <c:pt idx="11906">
                  <c:v>7.2085699999999999</c:v>
                </c:pt>
                <c:pt idx="11907">
                  <c:v>7.2088799999999997</c:v>
                </c:pt>
                <c:pt idx="11908">
                  <c:v>7.2091799999999999</c:v>
                </c:pt>
                <c:pt idx="11909">
                  <c:v>7.2094899999999997</c:v>
                </c:pt>
                <c:pt idx="11910">
                  <c:v>7.2097899999999999</c:v>
                </c:pt>
                <c:pt idx="11911">
                  <c:v>7.2100999999999997</c:v>
                </c:pt>
                <c:pt idx="11912">
                  <c:v>7.2103999999999999</c:v>
                </c:pt>
                <c:pt idx="11913">
                  <c:v>7.2107099999999997</c:v>
                </c:pt>
                <c:pt idx="11914">
                  <c:v>7.2110099999999999</c:v>
                </c:pt>
                <c:pt idx="11915">
                  <c:v>7.2113199999999997</c:v>
                </c:pt>
                <c:pt idx="11916">
                  <c:v>7.2116199999999999</c:v>
                </c:pt>
                <c:pt idx="11917">
                  <c:v>7.2119299999999997</c:v>
                </c:pt>
                <c:pt idx="11918">
                  <c:v>7.2122400000000004</c:v>
                </c:pt>
                <c:pt idx="11919">
                  <c:v>7.2125399999999997</c:v>
                </c:pt>
                <c:pt idx="11920">
                  <c:v>7.2128500000000004</c:v>
                </c:pt>
                <c:pt idx="11921">
                  <c:v>7.2131499999999997</c:v>
                </c:pt>
                <c:pt idx="11922">
                  <c:v>7.2134600000000004</c:v>
                </c:pt>
                <c:pt idx="11923">
                  <c:v>7.2137599999999997</c:v>
                </c:pt>
                <c:pt idx="11924">
                  <c:v>7.2140700000000004</c:v>
                </c:pt>
                <c:pt idx="11925">
                  <c:v>7.2143699999999997</c:v>
                </c:pt>
                <c:pt idx="11926">
                  <c:v>7.2146800000000004</c:v>
                </c:pt>
                <c:pt idx="11927">
                  <c:v>7.2149799999999997</c:v>
                </c:pt>
                <c:pt idx="11928">
                  <c:v>7.2152900000000004</c:v>
                </c:pt>
                <c:pt idx="11929">
                  <c:v>7.2156000000000002</c:v>
                </c:pt>
                <c:pt idx="11930">
                  <c:v>7.2159000000000004</c:v>
                </c:pt>
                <c:pt idx="11931">
                  <c:v>7.2162100000000002</c:v>
                </c:pt>
                <c:pt idx="11932">
                  <c:v>7.2165100000000004</c:v>
                </c:pt>
                <c:pt idx="11933">
                  <c:v>7.2168200000000002</c:v>
                </c:pt>
                <c:pt idx="11934">
                  <c:v>7.2171200000000004</c:v>
                </c:pt>
                <c:pt idx="11935">
                  <c:v>7.2174300000000002</c:v>
                </c:pt>
                <c:pt idx="11936">
                  <c:v>7.2177300000000004</c:v>
                </c:pt>
                <c:pt idx="11937">
                  <c:v>7.2180400000000002</c:v>
                </c:pt>
                <c:pt idx="11938">
                  <c:v>7.2183400000000004</c:v>
                </c:pt>
                <c:pt idx="11939">
                  <c:v>7.2186500000000002</c:v>
                </c:pt>
                <c:pt idx="11940">
                  <c:v>7.2189500000000004</c:v>
                </c:pt>
                <c:pt idx="11941">
                  <c:v>7.2192600000000002</c:v>
                </c:pt>
                <c:pt idx="11942">
                  <c:v>7.21957</c:v>
                </c:pt>
                <c:pt idx="11943">
                  <c:v>7.2198700000000002</c:v>
                </c:pt>
                <c:pt idx="11944">
                  <c:v>7.22018</c:v>
                </c:pt>
                <c:pt idx="11945">
                  <c:v>7.2204800000000002</c:v>
                </c:pt>
                <c:pt idx="11946">
                  <c:v>7.22079</c:v>
                </c:pt>
                <c:pt idx="11947">
                  <c:v>7.2210900000000002</c:v>
                </c:pt>
                <c:pt idx="11948">
                  <c:v>7.2214</c:v>
                </c:pt>
                <c:pt idx="11949">
                  <c:v>7.2217000000000002</c:v>
                </c:pt>
                <c:pt idx="11950">
                  <c:v>7.22201</c:v>
                </c:pt>
                <c:pt idx="11951">
                  <c:v>7.2223100000000002</c:v>
                </c:pt>
                <c:pt idx="11952">
                  <c:v>7.22262</c:v>
                </c:pt>
                <c:pt idx="11953">
                  <c:v>7.2229200000000002</c:v>
                </c:pt>
                <c:pt idx="11954">
                  <c:v>7.22323</c:v>
                </c:pt>
                <c:pt idx="11955">
                  <c:v>7.2235399999999998</c:v>
                </c:pt>
                <c:pt idx="11956">
                  <c:v>7.22384</c:v>
                </c:pt>
                <c:pt idx="11957">
                  <c:v>7.2241499999999998</c:v>
                </c:pt>
                <c:pt idx="11958">
                  <c:v>7.22445</c:v>
                </c:pt>
                <c:pt idx="11959">
                  <c:v>7.2247599999999998</c:v>
                </c:pt>
                <c:pt idx="11960">
                  <c:v>7.22506</c:v>
                </c:pt>
                <c:pt idx="11961">
                  <c:v>7.2253699999999998</c:v>
                </c:pt>
                <c:pt idx="11962">
                  <c:v>7.22567</c:v>
                </c:pt>
                <c:pt idx="11963">
                  <c:v>7.2259799999999998</c:v>
                </c:pt>
                <c:pt idx="11964">
                  <c:v>7.22628</c:v>
                </c:pt>
                <c:pt idx="11965">
                  <c:v>7.2265899999999998</c:v>
                </c:pt>
                <c:pt idx="11966">
                  <c:v>7.22689</c:v>
                </c:pt>
                <c:pt idx="11967">
                  <c:v>7.2271999999999998</c:v>
                </c:pt>
                <c:pt idx="11968">
                  <c:v>7.2275099999999997</c:v>
                </c:pt>
                <c:pt idx="11969">
                  <c:v>7.2278099999999998</c:v>
                </c:pt>
                <c:pt idx="11970">
                  <c:v>7.2281199999999997</c:v>
                </c:pt>
                <c:pt idx="11971">
                  <c:v>7.2284199999999998</c:v>
                </c:pt>
                <c:pt idx="11972">
                  <c:v>7.2287299999999997</c:v>
                </c:pt>
                <c:pt idx="11973">
                  <c:v>7.2290299999999998</c:v>
                </c:pt>
                <c:pt idx="11974">
                  <c:v>7.2293399999999997</c:v>
                </c:pt>
                <c:pt idx="11975">
                  <c:v>7.2296399999999998</c:v>
                </c:pt>
                <c:pt idx="11976">
                  <c:v>7.2299499999999997</c:v>
                </c:pt>
                <c:pt idx="11977">
                  <c:v>7.2302499999999998</c:v>
                </c:pt>
                <c:pt idx="11978">
                  <c:v>7.2305599999999997</c:v>
                </c:pt>
                <c:pt idx="11979">
                  <c:v>7.2308599999999998</c:v>
                </c:pt>
                <c:pt idx="11980">
                  <c:v>7.2311699999999997</c:v>
                </c:pt>
                <c:pt idx="11981">
                  <c:v>7.2314800000000004</c:v>
                </c:pt>
                <c:pt idx="11982">
                  <c:v>7.2317799999999997</c:v>
                </c:pt>
                <c:pt idx="11983">
                  <c:v>7.2320900000000004</c:v>
                </c:pt>
                <c:pt idx="11984">
                  <c:v>7.2323899999999997</c:v>
                </c:pt>
                <c:pt idx="11985">
                  <c:v>7.2327000000000004</c:v>
                </c:pt>
                <c:pt idx="11986">
                  <c:v>7.2329999999999997</c:v>
                </c:pt>
                <c:pt idx="11987">
                  <c:v>7.2333100000000004</c:v>
                </c:pt>
                <c:pt idx="11988">
                  <c:v>7.2336099999999997</c:v>
                </c:pt>
                <c:pt idx="11989">
                  <c:v>7.2339200000000003</c:v>
                </c:pt>
                <c:pt idx="11990">
                  <c:v>7.2342199999999997</c:v>
                </c:pt>
                <c:pt idx="11991">
                  <c:v>7.2345300000000003</c:v>
                </c:pt>
                <c:pt idx="11992">
                  <c:v>7.2348400000000002</c:v>
                </c:pt>
                <c:pt idx="11993">
                  <c:v>7.2351400000000003</c:v>
                </c:pt>
                <c:pt idx="11994">
                  <c:v>7.2354500000000002</c:v>
                </c:pt>
                <c:pt idx="11995">
                  <c:v>7.2357500000000003</c:v>
                </c:pt>
                <c:pt idx="11996">
                  <c:v>7.2360600000000002</c:v>
                </c:pt>
                <c:pt idx="11997">
                  <c:v>7.2363600000000003</c:v>
                </c:pt>
                <c:pt idx="11998">
                  <c:v>7.2366700000000002</c:v>
                </c:pt>
                <c:pt idx="11999">
                  <c:v>7.2369700000000003</c:v>
                </c:pt>
                <c:pt idx="12000">
                  <c:v>7.2372800000000002</c:v>
                </c:pt>
                <c:pt idx="12001">
                  <c:v>7.2375800000000003</c:v>
                </c:pt>
                <c:pt idx="12002">
                  <c:v>7.2378900000000002</c:v>
                </c:pt>
                <c:pt idx="12003">
                  <c:v>7.2381900000000003</c:v>
                </c:pt>
                <c:pt idx="12004">
                  <c:v>7.2385000000000002</c:v>
                </c:pt>
                <c:pt idx="12005">
                  <c:v>7.23881</c:v>
                </c:pt>
                <c:pt idx="12006">
                  <c:v>7.2391100000000002</c:v>
                </c:pt>
                <c:pt idx="12007">
                  <c:v>7.23942</c:v>
                </c:pt>
                <c:pt idx="12008">
                  <c:v>7.2397200000000002</c:v>
                </c:pt>
                <c:pt idx="12009">
                  <c:v>7.24003</c:v>
                </c:pt>
                <c:pt idx="12010">
                  <c:v>7.2403300000000002</c:v>
                </c:pt>
                <c:pt idx="12011">
                  <c:v>7.24064</c:v>
                </c:pt>
                <c:pt idx="12012">
                  <c:v>7.2409400000000002</c:v>
                </c:pt>
                <c:pt idx="12013">
                  <c:v>7.24125</c:v>
                </c:pt>
                <c:pt idx="12014">
                  <c:v>7.2415500000000002</c:v>
                </c:pt>
                <c:pt idx="12015">
                  <c:v>7.24186</c:v>
                </c:pt>
                <c:pt idx="12016">
                  <c:v>7.2421600000000002</c:v>
                </c:pt>
                <c:pt idx="12017">
                  <c:v>7.24247</c:v>
                </c:pt>
                <c:pt idx="12018">
                  <c:v>7.2427799999999998</c:v>
                </c:pt>
                <c:pt idx="12019">
                  <c:v>7.24308</c:v>
                </c:pt>
                <c:pt idx="12020">
                  <c:v>7.2433899999999998</c:v>
                </c:pt>
                <c:pt idx="12021">
                  <c:v>7.24369</c:v>
                </c:pt>
                <c:pt idx="12022">
                  <c:v>7.2439999999999998</c:v>
                </c:pt>
                <c:pt idx="12023">
                  <c:v>7.2443</c:v>
                </c:pt>
                <c:pt idx="12024">
                  <c:v>7.2446099999999998</c:v>
                </c:pt>
                <c:pt idx="12025">
                  <c:v>7.24491</c:v>
                </c:pt>
                <c:pt idx="12026">
                  <c:v>7.2452199999999998</c:v>
                </c:pt>
                <c:pt idx="12027">
                  <c:v>7.24552</c:v>
                </c:pt>
                <c:pt idx="12028">
                  <c:v>7.2458299999999998</c:v>
                </c:pt>
                <c:pt idx="12029">
                  <c:v>7.24613</c:v>
                </c:pt>
                <c:pt idx="12030">
                  <c:v>7.2464399999999998</c:v>
                </c:pt>
                <c:pt idx="12031">
                  <c:v>7.2467499999999996</c:v>
                </c:pt>
                <c:pt idx="12032">
                  <c:v>7.2470499999999998</c:v>
                </c:pt>
                <c:pt idx="12033">
                  <c:v>7.2473599999999996</c:v>
                </c:pt>
                <c:pt idx="12034">
                  <c:v>7.2476599999999998</c:v>
                </c:pt>
                <c:pt idx="12035">
                  <c:v>7.2479699999999996</c:v>
                </c:pt>
                <c:pt idx="12036">
                  <c:v>7.2482699999999998</c:v>
                </c:pt>
                <c:pt idx="12037">
                  <c:v>7.2485799999999996</c:v>
                </c:pt>
                <c:pt idx="12038">
                  <c:v>7.2488799999999998</c:v>
                </c:pt>
                <c:pt idx="12039">
                  <c:v>7.2491899999999996</c:v>
                </c:pt>
                <c:pt idx="12040">
                  <c:v>7.2494899999999998</c:v>
                </c:pt>
                <c:pt idx="12041">
                  <c:v>7.2497999999999996</c:v>
                </c:pt>
                <c:pt idx="12042">
                  <c:v>7.2500999999999998</c:v>
                </c:pt>
                <c:pt idx="12043">
                  <c:v>7.2504099999999996</c:v>
                </c:pt>
                <c:pt idx="12044">
                  <c:v>7.2507200000000003</c:v>
                </c:pt>
                <c:pt idx="12045">
                  <c:v>7.2510199999999996</c:v>
                </c:pt>
                <c:pt idx="12046">
                  <c:v>7.2513300000000003</c:v>
                </c:pt>
                <c:pt idx="12047">
                  <c:v>7.2516299999999996</c:v>
                </c:pt>
                <c:pt idx="12048">
                  <c:v>7.2519400000000003</c:v>
                </c:pt>
                <c:pt idx="12049">
                  <c:v>7.2522399999999996</c:v>
                </c:pt>
                <c:pt idx="12050">
                  <c:v>7.2525500000000003</c:v>
                </c:pt>
                <c:pt idx="12051">
                  <c:v>7.2528499999999996</c:v>
                </c:pt>
                <c:pt idx="12052">
                  <c:v>7.2531600000000003</c:v>
                </c:pt>
                <c:pt idx="12053">
                  <c:v>7.2534599999999996</c:v>
                </c:pt>
                <c:pt idx="12054">
                  <c:v>7.2537700000000003</c:v>
                </c:pt>
                <c:pt idx="12055">
                  <c:v>7.2540800000000001</c:v>
                </c:pt>
                <c:pt idx="12056">
                  <c:v>7.2543800000000003</c:v>
                </c:pt>
                <c:pt idx="12057">
                  <c:v>7.2546900000000001</c:v>
                </c:pt>
                <c:pt idx="12058">
                  <c:v>7.2549900000000003</c:v>
                </c:pt>
                <c:pt idx="12059">
                  <c:v>7.2553000000000001</c:v>
                </c:pt>
                <c:pt idx="12060">
                  <c:v>7.2556000000000003</c:v>
                </c:pt>
                <c:pt idx="12061">
                  <c:v>7.2559100000000001</c:v>
                </c:pt>
                <c:pt idx="12062">
                  <c:v>7.2562100000000003</c:v>
                </c:pt>
                <c:pt idx="12063">
                  <c:v>7.2565200000000001</c:v>
                </c:pt>
                <c:pt idx="12064">
                  <c:v>7.2568200000000003</c:v>
                </c:pt>
                <c:pt idx="12065">
                  <c:v>7.2571300000000001</c:v>
                </c:pt>
                <c:pt idx="12066">
                  <c:v>7.2574300000000003</c:v>
                </c:pt>
                <c:pt idx="12067">
                  <c:v>7.2577400000000001</c:v>
                </c:pt>
                <c:pt idx="12068">
                  <c:v>7.2580499999999999</c:v>
                </c:pt>
                <c:pt idx="12069">
                  <c:v>7.2583500000000001</c:v>
                </c:pt>
                <c:pt idx="12070">
                  <c:v>7.2586599999999999</c:v>
                </c:pt>
                <c:pt idx="12071">
                  <c:v>7.2589600000000001</c:v>
                </c:pt>
                <c:pt idx="12072">
                  <c:v>7.2592699999999999</c:v>
                </c:pt>
                <c:pt idx="12073">
                  <c:v>7.2595700000000001</c:v>
                </c:pt>
                <c:pt idx="12074">
                  <c:v>7.2598799999999999</c:v>
                </c:pt>
                <c:pt idx="12075">
                  <c:v>7.2601800000000001</c:v>
                </c:pt>
                <c:pt idx="12076">
                  <c:v>7.2604899999999999</c:v>
                </c:pt>
                <c:pt idx="12077">
                  <c:v>7.2607900000000001</c:v>
                </c:pt>
                <c:pt idx="12078">
                  <c:v>7.2610999999999999</c:v>
                </c:pt>
                <c:pt idx="12079">
                  <c:v>7.2614000000000001</c:v>
                </c:pt>
                <c:pt idx="12080">
                  <c:v>7.2617099999999999</c:v>
                </c:pt>
                <c:pt idx="12081">
                  <c:v>7.2620199999999997</c:v>
                </c:pt>
                <c:pt idx="12082">
                  <c:v>7.2623199999999999</c:v>
                </c:pt>
                <c:pt idx="12083">
                  <c:v>7.2626299999999997</c:v>
                </c:pt>
                <c:pt idx="12084">
                  <c:v>7.2629299999999999</c:v>
                </c:pt>
                <c:pt idx="12085">
                  <c:v>7.2632399999999997</c:v>
                </c:pt>
                <c:pt idx="12086">
                  <c:v>7.2635399999999999</c:v>
                </c:pt>
                <c:pt idx="12087">
                  <c:v>7.2638499999999997</c:v>
                </c:pt>
                <c:pt idx="12088">
                  <c:v>7.2641499999999999</c:v>
                </c:pt>
                <c:pt idx="12089">
                  <c:v>7.2644599999999997</c:v>
                </c:pt>
                <c:pt idx="12090">
                  <c:v>7.2647599999999999</c:v>
                </c:pt>
                <c:pt idx="12091">
                  <c:v>7.2650699999999997</c:v>
                </c:pt>
                <c:pt idx="12092">
                  <c:v>7.2653699999999999</c:v>
                </c:pt>
                <c:pt idx="12093">
                  <c:v>7.2656799999999997</c:v>
                </c:pt>
                <c:pt idx="12094">
                  <c:v>7.2659900000000004</c:v>
                </c:pt>
                <c:pt idx="12095">
                  <c:v>7.2662899999999997</c:v>
                </c:pt>
                <c:pt idx="12096">
                  <c:v>7.2666000000000004</c:v>
                </c:pt>
                <c:pt idx="12097">
                  <c:v>7.2668999999999997</c:v>
                </c:pt>
                <c:pt idx="12098">
                  <c:v>7.2672100000000004</c:v>
                </c:pt>
                <c:pt idx="12099">
                  <c:v>7.2675099999999997</c:v>
                </c:pt>
                <c:pt idx="12100">
                  <c:v>7.2678200000000004</c:v>
                </c:pt>
                <c:pt idx="12101">
                  <c:v>7.2681199999999997</c:v>
                </c:pt>
                <c:pt idx="12102">
                  <c:v>7.2684300000000004</c:v>
                </c:pt>
                <c:pt idx="12103">
                  <c:v>7.2687299999999997</c:v>
                </c:pt>
                <c:pt idx="12104">
                  <c:v>7.2690400000000004</c:v>
                </c:pt>
                <c:pt idx="12105">
                  <c:v>7.2693500000000002</c:v>
                </c:pt>
                <c:pt idx="12106">
                  <c:v>7.2696500000000004</c:v>
                </c:pt>
                <c:pt idx="12107">
                  <c:v>7.2699600000000002</c:v>
                </c:pt>
                <c:pt idx="12108">
                  <c:v>7.2702600000000004</c:v>
                </c:pt>
                <c:pt idx="12109">
                  <c:v>7.2705700000000002</c:v>
                </c:pt>
                <c:pt idx="12110">
                  <c:v>7.2708700000000004</c:v>
                </c:pt>
                <c:pt idx="12111">
                  <c:v>7.2711800000000002</c:v>
                </c:pt>
                <c:pt idx="12112">
                  <c:v>7.2714800000000004</c:v>
                </c:pt>
                <c:pt idx="12113">
                  <c:v>7.2717900000000002</c:v>
                </c:pt>
                <c:pt idx="12114">
                  <c:v>7.2720900000000004</c:v>
                </c:pt>
                <c:pt idx="12115">
                  <c:v>7.2724000000000002</c:v>
                </c:pt>
                <c:pt idx="12116">
                  <c:v>7.2727000000000004</c:v>
                </c:pt>
                <c:pt idx="12117">
                  <c:v>7.2730100000000002</c:v>
                </c:pt>
                <c:pt idx="12118">
                  <c:v>7.27332</c:v>
                </c:pt>
                <c:pt idx="12119">
                  <c:v>7.2736200000000002</c:v>
                </c:pt>
                <c:pt idx="12120">
                  <c:v>7.27393</c:v>
                </c:pt>
                <c:pt idx="12121">
                  <c:v>7.2742300000000002</c:v>
                </c:pt>
                <c:pt idx="12122">
                  <c:v>7.27454</c:v>
                </c:pt>
                <c:pt idx="12123">
                  <c:v>7.2748400000000002</c:v>
                </c:pt>
                <c:pt idx="12124">
                  <c:v>7.27515</c:v>
                </c:pt>
                <c:pt idx="12125">
                  <c:v>7.2754500000000002</c:v>
                </c:pt>
                <c:pt idx="12126">
                  <c:v>7.27576</c:v>
                </c:pt>
                <c:pt idx="12127">
                  <c:v>7.2760600000000002</c:v>
                </c:pt>
                <c:pt idx="12128">
                  <c:v>7.27637</c:v>
                </c:pt>
                <c:pt idx="12129">
                  <c:v>7.2766700000000002</c:v>
                </c:pt>
                <c:pt idx="12130">
                  <c:v>7.27698</c:v>
                </c:pt>
                <c:pt idx="12131">
                  <c:v>7.2772899999999998</c:v>
                </c:pt>
                <c:pt idx="12132">
                  <c:v>7.27759</c:v>
                </c:pt>
                <c:pt idx="12133">
                  <c:v>7.2778999999999998</c:v>
                </c:pt>
                <c:pt idx="12134">
                  <c:v>7.2782</c:v>
                </c:pt>
                <c:pt idx="12135">
                  <c:v>7.2785099999999998</c:v>
                </c:pt>
                <c:pt idx="12136">
                  <c:v>7.27881</c:v>
                </c:pt>
                <c:pt idx="12137">
                  <c:v>7.2791199999999998</c:v>
                </c:pt>
                <c:pt idx="12138">
                  <c:v>7.27942</c:v>
                </c:pt>
                <c:pt idx="12139">
                  <c:v>7.2797299999999998</c:v>
                </c:pt>
                <c:pt idx="12140">
                  <c:v>7.28003</c:v>
                </c:pt>
                <c:pt idx="12141">
                  <c:v>7.2803399999999998</c:v>
                </c:pt>
                <c:pt idx="12142">
                  <c:v>7.28064</c:v>
                </c:pt>
                <c:pt idx="12143">
                  <c:v>7.2809499999999998</c:v>
                </c:pt>
                <c:pt idx="12144">
                  <c:v>7.2812599999999996</c:v>
                </c:pt>
                <c:pt idx="12145">
                  <c:v>7.2815599999999998</c:v>
                </c:pt>
                <c:pt idx="12146">
                  <c:v>7.2818699999999996</c:v>
                </c:pt>
                <c:pt idx="12147">
                  <c:v>7.2821699999999998</c:v>
                </c:pt>
                <c:pt idx="12148">
                  <c:v>7.2824799999999996</c:v>
                </c:pt>
                <c:pt idx="12149">
                  <c:v>7.2827799999999998</c:v>
                </c:pt>
                <c:pt idx="12150">
                  <c:v>7.2830899999999996</c:v>
                </c:pt>
                <c:pt idx="12151">
                  <c:v>7.2833899999999998</c:v>
                </c:pt>
                <c:pt idx="12152">
                  <c:v>7.2836999999999996</c:v>
                </c:pt>
                <c:pt idx="12153">
                  <c:v>7.2839999999999998</c:v>
                </c:pt>
                <c:pt idx="12154">
                  <c:v>7.2843099999999996</c:v>
                </c:pt>
                <c:pt idx="12155">
                  <c:v>7.2846099999999998</c:v>
                </c:pt>
                <c:pt idx="12156">
                  <c:v>7.2849199999999996</c:v>
                </c:pt>
                <c:pt idx="12157">
                  <c:v>7.2852300000000003</c:v>
                </c:pt>
                <c:pt idx="12158">
                  <c:v>7.2855299999999996</c:v>
                </c:pt>
                <c:pt idx="12159">
                  <c:v>7.2858400000000003</c:v>
                </c:pt>
                <c:pt idx="12160">
                  <c:v>7.2861399999999996</c:v>
                </c:pt>
                <c:pt idx="12161">
                  <c:v>7.2864500000000003</c:v>
                </c:pt>
                <c:pt idx="12162">
                  <c:v>7.2867499999999996</c:v>
                </c:pt>
                <c:pt idx="12163">
                  <c:v>7.2870600000000003</c:v>
                </c:pt>
                <c:pt idx="12164">
                  <c:v>7.2873599999999996</c:v>
                </c:pt>
                <c:pt idx="12165">
                  <c:v>7.2876700000000003</c:v>
                </c:pt>
                <c:pt idx="12166">
                  <c:v>7.2879699999999996</c:v>
                </c:pt>
                <c:pt idx="12167">
                  <c:v>7.2882800000000003</c:v>
                </c:pt>
                <c:pt idx="12168">
                  <c:v>7.2885900000000001</c:v>
                </c:pt>
                <c:pt idx="12169">
                  <c:v>7.2888900000000003</c:v>
                </c:pt>
                <c:pt idx="12170">
                  <c:v>7.2892000000000001</c:v>
                </c:pt>
                <c:pt idx="12171">
                  <c:v>7.2895000000000003</c:v>
                </c:pt>
                <c:pt idx="12172">
                  <c:v>7.2898100000000001</c:v>
                </c:pt>
                <c:pt idx="12173">
                  <c:v>7.2901100000000003</c:v>
                </c:pt>
                <c:pt idx="12174">
                  <c:v>7.2904200000000001</c:v>
                </c:pt>
                <c:pt idx="12175">
                  <c:v>7.2907200000000003</c:v>
                </c:pt>
                <c:pt idx="12176">
                  <c:v>7.2910300000000001</c:v>
                </c:pt>
                <c:pt idx="12177">
                  <c:v>7.2913300000000003</c:v>
                </c:pt>
                <c:pt idx="12178">
                  <c:v>7.2916400000000001</c:v>
                </c:pt>
                <c:pt idx="12179">
                  <c:v>7.2919400000000003</c:v>
                </c:pt>
                <c:pt idx="12180">
                  <c:v>7.2922500000000001</c:v>
                </c:pt>
                <c:pt idx="12181">
                  <c:v>7.2925599999999999</c:v>
                </c:pt>
                <c:pt idx="12182">
                  <c:v>7.2928600000000001</c:v>
                </c:pt>
                <c:pt idx="12183">
                  <c:v>7.2931699999999999</c:v>
                </c:pt>
                <c:pt idx="12184">
                  <c:v>7.2934700000000001</c:v>
                </c:pt>
                <c:pt idx="12185">
                  <c:v>7.2937799999999999</c:v>
                </c:pt>
                <c:pt idx="12186">
                  <c:v>7.2940800000000001</c:v>
                </c:pt>
                <c:pt idx="12187">
                  <c:v>7.2943899999999999</c:v>
                </c:pt>
                <c:pt idx="12188">
                  <c:v>7.2946900000000001</c:v>
                </c:pt>
                <c:pt idx="12189">
                  <c:v>7.2949999999999999</c:v>
                </c:pt>
                <c:pt idx="12190">
                  <c:v>7.2953000000000001</c:v>
                </c:pt>
                <c:pt idx="12191">
                  <c:v>7.2956099999999999</c:v>
                </c:pt>
                <c:pt idx="12192">
                  <c:v>7.2959100000000001</c:v>
                </c:pt>
                <c:pt idx="12193">
                  <c:v>7.2962199999999999</c:v>
                </c:pt>
                <c:pt idx="12194">
                  <c:v>7.2965299999999997</c:v>
                </c:pt>
                <c:pt idx="12195">
                  <c:v>7.2968299999999999</c:v>
                </c:pt>
                <c:pt idx="12196">
                  <c:v>7.2971399999999997</c:v>
                </c:pt>
                <c:pt idx="12197">
                  <c:v>7.2974399999999999</c:v>
                </c:pt>
                <c:pt idx="12198">
                  <c:v>7.2977499999999997</c:v>
                </c:pt>
                <c:pt idx="12199">
                  <c:v>7.2980499999999999</c:v>
                </c:pt>
                <c:pt idx="12200">
                  <c:v>7.2983599999999997</c:v>
                </c:pt>
                <c:pt idx="12201">
                  <c:v>7.2986599999999999</c:v>
                </c:pt>
                <c:pt idx="12202">
                  <c:v>7.2989699999999997</c:v>
                </c:pt>
                <c:pt idx="12203">
                  <c:v>7.2992699999999999</c:v>
                </c:pt>
                <c:pt idx="12204">
                  <c:v>7.2995799999999997</c:v>
                </c:pt>
                <c:pt idx="12205">
                  <c:v>7.2998799999999999</c:v>
                </c:pt>
                <c:pt idx="12206">
                  <c:v>7.3001899999999997</c:v>
                </c:pt>
                <c:pt idx="12207">
                  <c:v>7.3005000000000004</c:v>
                </c:pt>
                <c:pt idx="12208">
                  <c:v>7.3007999999999997</c:v>
                </c:pt>
                <c:pt idx="12209">
                  <c:v>7.3011100000000004</c:v>
                </c:pt>
                <c:pt idx="12210">
                  <c:v>7.3014099999999997</c:v>
                </c:pt>
                <c:pt idx="12211">
                  <c:v>7.3017200000000004</c:v>
                </c:pt>
                <c:pt idx="12212">
                  <c:v>7.3020199999999997</c:v>
                </c:pt>
                <c:pt idx="12213">
                  <c:v>7.3023300000000004</c:v>
                </c:pt>
                <c:pt idx="12214">
                  <c:v>7.3026299999999997</c:v>
                </c:pt>
                <c:pt idx="12215">
                  <c:v>7.3029400000000004</c:v>
                </c:pt>
                <c:pt idx="12216">
                  <c:v>7.3032399999999997</c:v>
                </c:pt>
                <c:pt idx="12217">
                  <c:v>7.3035500000000004</c:v>
                </c:pt>
                <c:pt idx="12218">
                  <c:v>7.3038499999999997</c:v>
                </c:pt>
                <c:pt idx="12219">
                  <c:v>7.3041600000000004</c:v>
                </c:pt>
                <c:pt idx="12220">
                  <c:v>7.3044700000000002</c:v>
                </c:pt>
                <c:pt idx="12221">
                  <c:v>7.3047700000000004</c:v>
                </c:pt>
                <c:pt idx="12222">
                  <c:v>7.3050800000000002</c:v>
                </c:pt>
                <c:pt idx="12223">
                  <c:v>7.3053800000000004</c:v>
                </c:pt>
                <c:pt idx="12224">
                  <c:v>7.3056900000000002</c:v>
                </c:pt>
                <c:pt idx="12225">
                  <c:v>7.3059900000000004</c:v>
                </c:pt>
                <c:pt idx="12226">
                  <c:v>7.3063000000000002</c:v>
                </c:pt>
                <c:pt idx="12227">
                  <c:v>7.3066000000000004</c:v>
                </c:pt>
                <c:pt idx="12228">
                  <c:v>7.3069100000000002</c:v>
                </c:pt>
                <c:pt idx="12229">
                  <c:v>7.3072100000000004</c:v>
                </c:pt>
                <c:pt idx="12230">
                  <c:v>7.3075200000000002</c:v>
                </c:pt>
                <c:pt idx="12231">
                  <c:v>7.30783</c:v>
                </c:pt>
                <c:pt idx="12232">
                  <c:v>7.3081300000000002</c:v>
                </c:pt>
                <c:pt idx="12233">
                  <c:v>7.30844</c:v>
                </c:pt>
                <c:pt idx="12234">
                  <c:v>7.3087400000000002</c:v>
                </c:pt>
                <c:pt idx="12235">
                  <c:v>7.30905</c:v>
                </c:pt>
                <c:pt idx="12236">
                  <c:v>7.3093500000000002</c:v>
                </c:pt>
                <c:pt idx="12237">
                  <c:v>7.30966</c:v>
                </c:pt>
                <c:pt idx="12238">
                  <c:v>7.3099600000000002</c:v>
                </c:pt>
                <c:pt idx="12239">
                  <c:v>7.31027</c:v>
                </c:pt>
                <c:pt idx="12240">
                  <c:v>7.3105700000000002</c:v>
                </c:pt>
                <c:pt idx="12241">
                  <c:v>7.31088</c:v>
                </c:pt>
                <c:pt idx="12242">
                  <c:v>7.3111800000000002</c:v>
                </c:pt>
                <c:pt idx="12243">
                  <c:v>7.31149</c:v>
                </c:pt>
                <c:pt idx="12244">
                  <c:v>7.3117999999999999</c:v>
                </c:pt>
                <c:pt idx="12245">
                  <c:v>7.3121</c:v>
                </c:pt>
                <c:pt idx="12246">
                  <c:v>7.3124099999999999</c:v>
                </c:pt>
                <c:pt idx="12247">
                  <c:v>7.31271</c:v>
                </c:pt>
                <c:pt idx="12248">
                  <c:v>7.3130199999999999</c:v>
                </c:pt>
                <c:pt idx="12249">
                  <c:v>7.31332</c:v>
                </c:pt>
                <c:pt idx="12250">
                  <c:v>7.3136299999999999</c:v>
                </c:pt>
                <c:pt idx="12251">
                  <c:v>7.31393</c:v>
                </c:pt>
                <c:pt idx="12252">
                  <c:v>7.3142399999999999</c:v>
                </c:pt>
                <c:pt idx="12253">
                  <c:v>7.31454</c:v>
                </c:pt>
                <c:pt idx="12254">
                  <c:v>7.3148499999999999</c:v>
                </c:pt>
                <c:pt idx="12255">
                  <c:v>7.31515</c:v>
                </c:pt>
                <c:pt idx="12256">
                  <c:v>7.3154599999999999</c:v>
                </c:pt>
                <c:pt idx="12257">
                  <c:v>7.3157699999999997</c:v>
                </c:pt>
                <c:pt idx="12258">
                  <c:v>7.3160699999999999</c:v>
                </c:pt>
                <c:pt idx="12259">
                  <c:v>7.3163799999999997</c:v>
                </c:pt>
                <c:pt idx="12260">
                  <c:v>7.3166799999999999</c:v>
                </c:pt>
                <c:pt idx="12261">
                  <c:v>7.3169899999999997</c:v>
                </c:pt>
                <c:pt idx="12262">
                  <c:v>7.3172899999999998</c:v>
                </c:pt>
                <c:pt idx="12263">
                  <c:v>7.3175999999999997</c:v>
                </c:pt>
                <c:pt idx="12264">
                  <c:v>7.3178999999999998</c:v>
                </c:pt>
                <c:pt idx="12265">
                  <c:v>7.3182099999999997</c:v>
                </c:pt>
                <c:pt idx="12266">
                  <c:v>7.3185099999999998</c:v>
                </c:pt>
                <c:pt idx="12267">
                  <c:v>7.3188199999999997</c:v>
                </c:pt>
                <c:pt idx="12268">
                  <c:v>7.3191199999999998</c:v>
                </c:pt>
                <c:pt idx="12269">
                  <c:v>7.3194299999999997</c:v>
                </c:pt>
                <c:pt idx="12270">
                  <c:v>7.3197400000000004</c:v>
                </c:pt>
                <c:pt idx="12271">
                  <c:v>7.3200399999999997</c:v>
                </c:pt>
                <c:pt idx="12272">
                  <c:v>7.3203500000000004</c:v>
                </c:pt>
                <c:pt idx="12273">
                  <c:v>7.3206499999999997</c:v>
                </c:pt>
                <c:pt idx="12274">
                  <c:v>7.3209600000000004</c:v>
                </c:pt>
                <c:pt idx="12275">
                  <c:v>7.3212599999999997</c:v>
                </c:pt>
                <c:pt idx="12276">
                  <c:v>7.3215700000000004</c:v>
                </c:pt>
                <c:pt idx="12277">
                  <c:v>7.3218699999999997</c:v>
                </c:pt>
                <c:pt idx="12278">
                  <c:v>7.3221800000000004</c:v>
                </c:pt>
                <c:pt idx="12279">
                  <c:v>7.3224799999999997</c:v>
                </c:pt>
                <c:pt idx="12280">
                  <c:v>7.3227900000000004</c:v>
                </c:pt>
                <c:pt idx="12281">
                  <c:v>7.3230899999999997</c:v>
                </c:pt>
                <c:pt idx="12282">
                  <c:v>7.3234000000000004</c:v>
                </c:pt>
                <c:pt idx="12283">
                  <c:v>7.3237100000000002</c:v>
                </c:pt>
                <c:pt idx="12284">
                  <c:v>7.3240100000000004</c:v>
                </c:pt>
                <c:pt idx="12285">
                  <c:v>7.3243200000000002</c:v>
                </c:pt>
                <c:pt idx="12286">
                  <c:v>7.3246200000000004</c:v>
                </c:pt>
                <c:pt idx="12287">
                  <c:v>7.3249300000000002</c:v>
                </c:pt>
                <c:pt idx="12288">
                  <c:v>7.3252300000000004</c:v>
                </c:pt>
                <c:pt idx="12289">
                  <c:v>7.3255400000000002</c:v>
                </c:pt>
                <c:pt idx="12290">
                  <c:v>7.3258400000000004</c:v>
                </c:pt>
                <c:pt idx="12291">
                  <c:v>7.3261500000000002</c:v>
                </c:pt>
                <c:pt idx="12292">
                  <c:v>7.3264500000000004</c:v>
                </c:pt>
                <c:pt idx="12293">
                  <c:v>7.3267600000000002</c:v>
                </c:pt>
                <c:pt idx="12294">
                  <c:v>7.32707</c:v>
                </c:pt>
                <c:pt idx="12295">
                  <c:v>7.3273700000000002</c:v>
                </c:pt>
                <c:pt idx="12296">
                  <c:v>7.32768</c:v>
                </c:pt>
                <c:pt idx="12297">
                  <c:v>7.3279800000000002</c:v>
                </c:pt>
                <c:pt idx="12298">
                  <c:v>7.32829</c:v>
                </c:pt>
                <c:pt idx="12299">
                  <c:v>7.3285900000000002</c:v>
                </c:pt>
                <c:pt idx="12300">
                  <c:v>7.3289</c:v>
                </c:pt>
                <c:pt idx="12301">
                  <c:v>7.3292000000000002</c:v>
                </c:pt>
                <c:pt idx="12302">
                  <c:v>7.32951</c:v>
                </c:pt>
                <c:pt idx="12303">
                  <c:v>7.3298100000000002</c:v>
                </c:pt>
                <c:pt idx="12304">
                  <c:v>7.33012</c:v>
                </c:pt>
                <c:pt idx="12305">
                  <c:v>7.3304200000000002</c:v>
                </c:pt>
                <c:pt idx="12306">
                  <c:v>7.33073</c:v>
                </c:pt>
                <c:pt idx="12307">
                  <c:v>7.3310399999999998</c:v>
                </c:pt>
                <c:pt idx="12308">
                  <c:v>7.33134</c:v>
                </c:pt>
                <c:pt idx="12309">
                  <c:v>7.3316499999999998</c:v>
                </c:pt>
                <c:pt idx="12310">
                  <c:v>7.33195</c:v>
                </c:pt>
                <c:pt idx="12311">
                  <c:v>7.3322599999999998</c:v>
                </c:pt>
                <c:pt idx="12312">
                  <c:v>7.33256</c:v>
                </c:pt>
                <c:pt idx="12313">
                  <c:v>7.3328699999999998</c:v>
                </c:pt>
                <c:pt idx="12314">
                  <c:v>7.33317</c:v>
                </c:pt>
                <c:pt idx="12315">
                  <c:v>7.3334799999999998</c:v>
                </c:pt>
                <c:pt idx="12316">
                  <c:v>7.33378</c:v>
                </c:pt>
                <c:pt idx="12317">
                  <c:v>7.3340899999999998</c:v>
                </c:pt>
                <c:pt idx="12318">
                  <c:v>7.33439</c:v>
                </c:pt>
                <c:pt idx="12319">
                  <c:v>7.3346999999999998</c:v>
                </c:pt>
                <c:pt idx="12320">
                  <c:v>7.3350099999999996</c:v>
                </c:pt>
                <c:pt idx="12321">
                  <c:v>7.3353099999999998</c:v>
                </c:pt>
                <c:pt idx="12322">
                  <c:v>7.3356199999999996</c:v>
                </c:pt>
                <c:pt idx="12323">
                  <c:v>7.3359199999999998</c:v>
                </c:pt>
                <c:pt idx="12324">
                  <c:v>7.3362299999999996</c:v>
                </c:pt>
                <c:pt idx="12325">
                  <c:v>7.3365299999999998</c:v>
                </c:pt>
                <c:pt idx="12326">
                  <c:v>7.3368399999999996</c:v>
                </c:pt>
                <c:pt idx="12327">
                  <c:v>7.3371399999999998</c:v>
                </c:pt>
                <c:pt idx="12328">
                  <c:v>7.3374499999999996</c:v>
                </c:pt>
                <c:pt idx="12329">
                  <c:v>7.3377499999999998</c:v>
                </c:pt>
                <c:pt idx="12330">
                  <c:v>7.3380599999999996</c:v>
                </c:pt>
                <c:pt idx="12331">
                  <c:v>7.3383599999999998</c:v>
                </c:pt>
                <c:pt idx="12332">
                  <c:v>7.3386699999999996</c:v>
                </c:pt>
                <c:pt idx="12333">
                  <c:v>7.3389800000000003</c:v>
                </c:pt>
                <c:pt idx="12334">
                  <c:v>7.3392799999999996</c:v>
                </c:pt>
                <c:pt idx="12335">
                  <c:v>7.3395900000000003</c:v>
                </c:pt>
                <c:pt idx="12336">
                  <c:v>7.3398899999999996</c:v>
                </c:pt>
                <c:pt idx="12337">
                  <c:v>7.3402000000000003</c:v>
                </c:pt>
                <c:pt idx="12338">
                  <c:v>7.3404999999999996</c:v>
                </c:pt>
                <c:pt idx="12339">
                  <c:v>7.3408100000000003</c:v>
                </c:pt>
                <c:pt idx="12340">
                  <c:v>7.3411099999999996</c:v>
                </c:pt>
                <c:pt idx="12341">
                  <c:v>7.3414200000000003</c:v>
                </c:pt>
                <c:pt idx="12342">
                  <c:v>7.3417199999999996</c:v>
                </c:pt>
                <c:pt idx="12343">
                  <c:v>7.3420300000000003</c:v>
                </c:pt>
                <c:pt idx="12344">
                  <c:v>7.3423400000000001</c:v>
                </c:pt>
                <c:pt idx="12345">
                  <c:v>7.3426400000000003</c:v>
                </c:pt>
                <c:pt idx="12346">
                  <c:v>7.3429500000000001</c:v>
                </c:pt>
                <c:pt idx="12347">
                  <c:v>7.3432500000000003</c:v>
                </c:pt>
                <c:pt idx="12348">
                  <c:v>7.3435600000000001</c:v>
                </c:pt>
                <c:pt idx="12349">
                  <c:v>7.3438600000000003</c:v>
                </c:pt>
                <c:pt idx="12350">
                  <c:v>7.3441700000000001</c:v>
                </c:pt>
                <c:pt idx="12351">
                  <c:v>7.3444700000000003</c:v>
                </c:pt>
                <c:pt idx="12352">
                  <c:v>7.3447800000000001</c:v>
                </c:pt>
                <c:pt idx="12353">
                  <c:v>7.3450800000000003</c:v>
                </c:pt>
                <c:pt idx="12354">
                  <c:v>7.3453900000000001</c:v>
                </c:pt>
                <c:pt idx="12355">
                  <c:v>7.3456900000000003</c:v>
                </c:pt>
                <c:pt idx="12356">
                  <c:v>7.3460000000000001</c:v>
                </c:pt>
                <c:pt idx="12357">
                  <c:v>7.3463099999999999</c:v>
                </c:pt>
                <c:pt idx="12358">
                  <c:v>7.3466100000000001</c:v>
                </c:pt>
                <c:pt idx="12359">
                  <c:v>7.3469199999999999</c:v>
                </c:pt>
                <c:pt idx="12360">
                  <c:v>7.3472200000000001</c:v>
                </c:pt>
                <c:pt idx="12361">
                  <c:v>7.3475299999999999</c:v>
                </c:pt>
                <c:pt idx="12362">
                  <c:v>7.3478300000000001</c:v>
                </c:pt>
                <c:pt idx="12363">
                  <c:v>7.3481399999999999</c:v>
                </c:pt>
                <c:pt idx="12364">
                  <c:v>7.3484400000000001</c:v>
                </c:pt>
                <c:pt idx="12365">
                  <c:v>7.3487499999999999</c:v>
                </c:pt>
                <c:pt idx="12366">
                  <c:v>7.3490500000000001</c:v>
                </c:pt>
                <c:pt idx="12367">
                  <c:v>7.3493599999999999</c:v>
                </c:pt>
                <c:pt idx="12368">
                  <c:v>7.3496600000000001</c:v>
                </c:pt>
                <c:pt idx="12369">
                  <c:v>7.3499699999999999</c:v>
                </c:pt>
                <c:pt idx="12370">
                  <c:v>7.3502799999999997</c:v>
                </c:pt>
                <c:pt idx="12371">
                  <c:v>7.3505799999999999</c:v>
                </c:pt>
                <c:pt idx="12372">
                  <c:v>7.3508899999999997</c:v>
                </c:pt>
                <c:pt idx="12373">
                  <c:v>7.3511899999999999</c:v>
                </c:pt>
                <c:pt idx="12374">
                  <c:v>7.3514999999999997</c:v>
                </c:pt>
                <c:pt idx="12375">
                  <c:v>7.3517999999999999</c:v>
                </c:pt>
                <c:pt idx="12376">
                  <c:v>7.3521099999999997</c:v>
                </c:pt>
                <c:pt idx="12377">
                  <c:v>7.3524099999999999</c:v>
                </c:pt>
                <c:pt idx="12378">
                  <c:v>7.3527199999999997</c:v>
                </c:pt>
                <c:pt idx="12379">
                  <c:v>7.3530199999999999</c:v>
                </c:pt>
                <c:pt idx="12380">
                  <c:v>7.3533299999999997</c:v>
                </c:pt>
                <c:pt idx="12381">
                  <c:v>7.3536299999999999</c:v>
                </c:pt>
                <c:pt idx="12382">
                  <c:v>7.3539399999999997</c:v>
                </c:pt>
                <c:pt idx="12383">
                  <c:v>7.3542500000000004</c:v>
                </c:pt>
                <c:pt idx="12384">
                  <c:v>7.3545499999999997</c:v>
                </c:pt>
                <c:pt idx="12385">
                  <c:v>7.3548600000000004</c:v>
                </c:pt>
                <c:pt idx="12386">
                  <c:v>7.3551599999999997</c:v>
                </c:pt>
                <c:pt idx="12387">
                  <c:v>7.3554700000000004</c:v>
                </c:pt>
                <c:pt idx="12388">
                  <c:v>7.3557699999999997</c:v>
                </c:pt>
                <c:pt idx="12389">
                  <c:v>7.3560800000000004</c:v>
                </c:pt>
                <c:pt idx="12390">
                  <c:v>7.3563799999999997</c:v>
                </c:pt>
                <c:pt idx="12391">
                  <c:v>7.3566900000000004</c:v>
                </c:pt>
                <c:pt idx="12392">
                  <c:v>7.3569899999999997</c:v>
                </c:pt>
                <c:pt idx="12393">
                  <c:v>7.3573000000000004</c:v>
                </c:pt>
                <c:pt idx="12394">
                  <c:v>7.3575999999999997</c:v>
                </c:pt>
                <c:pt idx="12395">
                  <c:v>7.3579100000000004</c:v>
                </c:pt>
                <c:pt idx="12396">
                  <c:v>7.3582200000000002</c:v>
                </c:pt>
                <c:pt idx="12397">
                  <c:v>7.3585200000000004</c:v>
                </c:pt>
                <c:pt idx="12398">
                  <c:v>7.3588300000000002</c:v>
                </c:pt>
                <c:pt idx="12399">
                  <c:v>7.3591300000000004</c:v>
                </c:pt>
                <c:pt idx="12400">
                  <c:v>7.3594400000000002</c:v>
                </c:pt>
                <c:pt idx="12401">
                  <c:v>7.3597400000000004</c:v>
                </c:pt>
                <c:pt idx="12402">
                  <c:v>7.3600500000000002</c:v>
                </c:pt>
                <c:pt idx="12403">
                  <c:v>7.3603500000000004</c:v>
                </c:pt>
                <c:pt idx="12404">
                  <c:v>7.3606600000000002</c:v>
                </c:pt>
                <c:pt idx="12405">
                  <c:v>7.3609600000000004</c:v>
                </c:pt>
                <c:pt idx="12406">
                  <c:v>7.3612700000000002</c:v>
                </c:pt>
                <c:pt idx="12407">
                  <c:v>7.36158</c:v>
                </c:pt>
                <c:pt idx="12408">
                  <c:v>7.3618800000000002</c:v>
                </c:pt>
                <c:pt idx="12409">
                  <c:v>7.36219</c:v>
                </c:pt>
                <c:pt idx="12410">
                  <c:v>7.3624900000000002</c:v>
                </c:pt>
                <c:pt idx="12411">
                  <c:v>7.3628</c:v>
                </c:pt>
                <c:pt idx="12412">
                  <c:v>7.3631000000000002</c:v>
                </c:pt>
                <c:pt idx="12413">
                  <c:v>7.36341</c:v>
                </c:pt>
                <c:pt idx="12414">
                  <c:v>7.3637100000000002</c:v>
                </c:pt>
                <c:pt idx="12415">
                  <c:v>7.36402</c:v>
                </c:pt>
                <c:pt idx="12416">
                  <c:v>7.3643200000000002</c:v>
                </c:pt>
                <c:pt idx="12417">
                  <c:v>7.36463</c:v>
                </c:pt>
                <c:pt idx="12418">
                  <c:v>7.3649300000000002</c:v>
                </c:pt>
                <c:pt idx="12419">
                  <c:v>7.36524</c:v>
                </c:pt>
                <c:pt idx="12420">
                  <c:v>7.3655499999999998</c:v>
                </c:pt>
                <c:pt idx="12421">
                  <c:v>7.36585</c:v>
                </c:pt>
                <c:pt idx="12422">
                  <c:v>7.3661599999999998</c:v>
                </c:pt>
                <c:pt idx="12423">
                  <c:v>7.36646</c:v>
                </c:pt>
                <c:pt idx="12424">
                  <c:v>7.3667699999999998</c:v>
                </c:pt>
                <c:pt idx="12425">
                  <c:v>7.36707</c:v>
                </c:pt>
                <c:pt idx="12426">
                  <c:v>7.3673799999999998</c:v>
                </c:pt>
                <c:pt idx="12427">
                  <c:v>7.36768</c:v>
                </c:pt>
                <c:pt idx="12428">
                  <c:v>7.3679899999999998</c:v>
                </c:pt>
                <c:pt idx="12429">
                  <c:v>7.36829</c:v>
                </c:pt>
                <c:pt idx="12430">
                  <c:v>7.3685999999999998</c:v>
                </c:pt>
                <c:pt idx="12431">
                  <c:v>7.3689</c:v>
                </c:pt>
                <c:pt idx="12432">
                  <c:v>7.3692099999999998</c:v>
                </c:pt>
                <c:pt idx="12433">
                  <c:v>7.3695199999999996</c:v>
                </c:pt>
                <c:pt idx="12434">
                  <c:v>7.3698199999999998</c:v>
                </c:pt>
                <c:pt idx="12435">
                  <c:v>7.3701299999999996</c:v>
                </c:pt>
                <c:pt idx="12436">
                  <c:v>7.3704299999999998</c:v>
                </c:pt>
                <c:pt idx="12437">
                  <c:v>7.3707399999999996</c:v>
                </c:pt>
                <c:pt idx="12438">
                  <c:v>7.3710399999999998</c:v>
                </c:pt>
                <c:pt idx="12439">
                  <c:v>7.3713499999999996</c:v>
                </c:pt>
                <c:pt idx="12440">
                  <c:v>7.3716499999999998</c:v>
                </c:pt>
                <c:pt idx="12441">
                  <c:v>7.3719599999999996</c:v>
                </c:pt>
                <c:pt idx="12442">
                  <c:v>7.3722599999999998</c:v>
                </c:pt>
                <c:pt idx="12443">
                  <c:v>7.3725699999999996</c:v>
                </c:pt>
                <c:pt idx="12444">
                  <c:v>7.3728699999999998</c:v>
                </c:pt>
                <c:pt idx="12445">
                  <c:v>7.3731799999999996</c:v>
                </c:pt>
                <c:pt idx="12446">
                  <c:v>7.3734900000000003</c:v>
                </c:pt>
                <c:pt idx="12447">
                  <c:v>7.3737899999999996</c:v>
                </c:pt>
                <c:pt idx="12448">
                  <c:v>7.3741000000000003</c:v>
                </c:pt>
                <c:pt idx="12449">
                  <c:v>7.3743999999999996</c:v>
                </c:pt>
                <c:pt idx="12450">
                  <c:v>7.3747100000000003</c:v>
                </c:pt>
                <c:pt idx="12451">
                  <c:v>7.3750099999999996</c:v>
                </c:pt>
                <c:pt idx="12452">
                  <c:v>7.3753200000000003</c:v>
                </c:pt>
                <c:pt idx="12453">
                  <c:v>7.3756199999999996</c:v>
                </c:pt>
                <c:pt idx="12454">
                  <c:v>7.3759300000000003</c:v>
                </c:pt>
                <c:pt idx="12455">
                  <c:v>7.3762299999999996</c:v>
                </c:pt>
                <c:pt idx="12456">
                  <c:v>7.3765400000000003</c:v>
                </c:pt>
                <c:pt idx="12457">
                  <c:v>7.3768399999999996</c:v>
                </c:pt>
                <c:pt idx="12458">
                  <c:v>7.3771500000000003</c:v>
                </c:pt>
                <c:pt idx="12459">
                  <c:v>7.3774600000000001</c:v>
                </c:pt>
                <c:pt idx="12460">
                  <c:v>7.3777600000000003</c:v>
                </c:pt>
                <c:pt idx="12461">
                  <c:v>7.3780700000000001</c:v>
                </c:pt>
                <c:pt idx="12462">
                  <c:v>7.3783700000000003</c:v>
                </c:pt>
                <c:pt idx="12463">
                  <c:v>7.3786800000000001</c:v>
                </c:pt>
                <c:pt idx="12464">
                  <c:v>7.3789800000000003</c:v>
                </c:pt>
                <c:pt idx="12465">
                  <c:v>7.3792900000000001</c:v>
                </c:pt>
                <c:pt idx="12466">
                  <c:v>7.3795900000000003</c:v>
                </c:pt>
                <c:pt idx="12467">
                  <c:v>7.3799000000000001</c:v>
                </c:pt>
                <c:pt idx="12468">
                  <c:v>7.3802000000000003</c:v>
                </c:pt>
                <c:pt idx="12469">
                  <c:v>7.3805100000000001</c:v>
                </c:pt>
                <c:pt idx="12470">
                  <c:v>7.3808199999999999</c:v>
                </c:pt>
                <c:pt idx="12471">
                  <c:v>7.3811200000000001</c:v>
                </c:pt>
                <c:pt idx="12472">
                  <c:v>7.3814299999999999</c:v>
                </c:pt>
                <c:pt idx="12473">
                  <c:v>7.3817300000000001</c:v>
                </c:pt>
                <c:pt idx="12474">
                  <c:v>7.3820399999999999</c:v>
                </c:pt>
                <c:pt idx="12475">
                  <c:v>7.3823400000000001</c:v>
                </c:pt>
                <c:pt idx="12476">
                  <c:v>7.3826499999999999</c:v>
                </c:pt>
                <c:pt idx="12477">
                  <c:v>7.3829500000000001</c:v>
                </c:pt>
                <c:pt idx="12478">
                  <c:v>7.3832599999999999</c:v>
                </c:pt>
                <c:pt idx="12479">
                  <c:v>7.3835600000000001</c:v>
                </c:pt>
                <c:pt idx="12480">
                  <c:v>7.3838699999999999</c:v>
                </c:pt>
                <c:pt idx="12481">
                  <c:v>7.3841700000000001</c:v>
                </c:pt>
                <c:pt idx="12482">
                  <c:v>7.3844799999999999</c:v>
                </c:pt>
                <c:pt idx="12483">
                  <c:v>7.3847899999999997</c:v>
                </c:pt>
                <c:pt idx="12484">
                  <c:v>7.3850899999999999</c:v>
                </c:pt>
                <c:pt idx="12485">
                  <c:v>7.3853999999999997</c:v>
                </c:pt>
                <c:pt idx="12486">
                  <c:v>7.3856999999999999</c:v>
                </c:pt>
                <c:pt idx="12487">
                  <c:v>7.3860099999999997</c:v>
                </c:pt>
                <c:pt idx="12488">
                  <c:v>7.3863099999999999</c:v>
                </c:pt>
                <c:pt idx="12489">
                  <c:v>7.3866199999999997</c:v>
                </c:pt>
                <c:pt idx="12490">
                  <c:v>7.3869199999999999</c:v>
                </c:pt>
                <c:pt idx="12491">
                  <c:v>7.3872299999999997</c:v>
                </c:pt>
                <c:pt idx="12492">
                  <c:v>7.3875299999999999</c:v>
                </c:pt>
                <c:pt idx="12493">
                  <c:v>7.3878399999999997</c:v>
                </c:pt>
                <c:pt idx="12494">
                  <c:v>7.3881399999999999</c:v>
                </c:pt>
                <c:pt idx="12495">
                  <c:v>7.3884499999999997</c:v>
                </c:pt>
                <c:pt idx="12496">
                  <c:v>7.3887600000000004</c:v>
                </c:pt>
                <c:pt idx="12497">
                  <c:v>7.3890599999999997</c:v>
                </c:pt>
                <c:pt idx="12498">
                  <c:v>7.3893700000000004</c:v>
                </c:pt>
                <c:pt idx="12499">
                  <c:v>7.3896699999999997</c:v>
                </c:pt>
                <c:pt idx="12500">
                  <c:v>7.3899800000000004</c:v>
                </c:pt>
                <c:pt idx="12501">
                  <c:v>7.3902799999999997</c:v>
                </c:pt>
                <c:pt idx="12502">
                  <c:v>7.3905900000000004</c:v>
                </c:pt>
                <c:pt idx="12503">
                  <c:v>7.3908899999999997</c:v>
                </c:pt>
                <c:pt idx="12504">
                  <c:v>7.3912000000000004</c:v>
                </c:pt>
                <c:pt idx="12505">
                  <c:v>7.3914999999999997</c:v>
                </c:pt>
                <c:pt idx="12506">
                  <c:v>7.3918100000000004</c:v>
                </c:pt>
                <c:pt idx="12507">
                  <c:v>7.3921099999999997</c:v>
                </c:pt>
                <c:pt idx="12508">
                  <c:v>7.3924200000000004</c:v>
                </c:pt>
                <c:pt idx="12509">
                  <c:v>7.3927300000000002</c:v>
                </c:pt>
                <c:pt idx="12510">
                  <c:v>7.3930300000000004</c:v>
                </c:pt>
                <c:pt idx="12511">
                  <c:v>7.3933400000000002</c:v>
                </c:pt>
                <c:pt idx="12512">
                  <c:v>7.3936400000000004</c:v>
                </c:pt>
                <c:pt idx="12513">
                  <c:v>7.3939500000000002</c:v>
                </c:pt>
                <c:pt idx="12514">
                  <c:v>7.3942500000000004</c:v>
                </c:pt>
                <c:pt idx="12515">
                  <c:v>7.3945600000000002</c:v>
                </c:pt>
                <c:pt idx="12516">
                  <c:v>7.3948600000000004</c:v>
                </c:pt>
                <c:pt idx="12517">
                  <c:v>7.3951700000000002</c:v>
                </c:pt>
                <c:pt idx="12518">
                  <c:v>7.3954700000000004</c:v>
                </c:pt>
                <c:pt idx="12519">
                  <c:v>7.3957800000000002</c:v>
                </c:pt>
                <c:pt idx="12520">
                  <c:v>7.3960900000000001</c:v>
                </c:pt>
                <c:pt idx="12521">
                  <c:v>7.3963900000000002</c:v>
                </c:pt>
                <c:pt idx="12522">
                  <c:v>7.3967000000000001</c:v>
                </c:pt>
                <c:pt idx="12523">
                  <c:v>7.3970000000000002</c:v>
                </c:pt>
                <c:pt idx="12524">
                  <c:v>7.3973100000000001</c:v>
                </c:pt>
                <c:pt idx="12525">
                  <c:v>7.3976100000000002</c:v>
                </c:pt>
                <c:pt idx="12526">
                  <c:v>7.3979200000000001</c:v>
                </c:pt>
                <c:pt idx="12527">
                  <c:v>7.3982200000000002</c:v>
                </c:pt>
                <c:pt idx="12528">
                  <c:v>7.3985300000000001</c:v>
                </c:pt>
                <c:pt idx="12529">
                  <c:v>7.3988300000000002</c:v>
                </c:pt>
                <c:pt idx="12530">
                  <c:v>7.3991400000000001</c:v>
                </c:pt>
                <c:pt idx="12531">
                  <c:v>7.3994400000000002</c:v>
                </c:pt>
                <c:pt idx="12532">
                  <c:v>7.39975</c:v>
                </c:pt>
                <c:pt idx="12533">
                  <c:v>7.4000599999999999</c:v>
                </c:pt>
                <c:pt idx="12534">
                  <c:v>7.40036</c:v>
                </c:pt>
                <c:pt idx="12535">
                  <c:v>7.4006699999999999</c:v>
                </c:pt>
                <c:pt idx="12536">
                  <c:v>7.40097</c:v>
                </c:pt>
                <c:pt idx="12537">
                  <c:v>7.4012799999999999</c:v>
                </c:pt>
                <c:pt idx="12538">
                  <c:v>7.40158</c:v>
                </c:pt>
                <c:pt idx="12539">
                  <c:v>7.4018899999999999</c:v>
                </c:pt>
                <c:pt idx="12540">
                  <c:v>7.40219</c:v>
                </c:pt>
                <c:pt idx="12541">
                  <c:v>7.4024999999999999</c:v>
                </c:pt>
                <c:pt idx="12542">
                  <c:v>7.4028</c:v>
                </c:pt>
                <c:pt idx="12543">
                  <c:v>7.4031099999999999</c:v>
                </c:pt>
                <c:pt idx="12544">
                  <c:v>7.40341</c:v>
                </c:pt>
                <c:pt idx="12545">
                  <c:v>7.4037199999999999</c:v>
                </c:pt>
                <c:pt idx="12546">
                  <c:v>7.4040299999999997</c:v>
                </c:pt>
                <c:pt idx="12547">
                  <c:v>7.4043299999999999</c:v>
                </c:pt>
                <c:pt idx="12548">
                  <c:v>7.4046399999999997</c:v>
                </c:pt>
                <c:pt idx="12549">
                  <c:v>7.4049399999999999</c:v>
                </c:pt>
                <c:pt idx="12550">
                  <c:v>7.4052499999999997</c:v>
                </c:pt>
                <c:pt idx="12551">
                  <c:v>7.4055499999999999</c:v>
                </c:pt>
                <c:pt idx="12552">
                  <c:v>7.4058599999999997</c:v>
                </c:pt>
                <c:pt idx="12553">
                  <c:v>7.4061599999999999</c:v>
                </c:pt>
                <c:pt idx="12554">
                  <c:v>7.4064699999999997</c:v>
                </c:pt>
                <c:pt idx="12555">
                  <c:v>7.4067699999999999</c:v>
                </c:pt>
                <c:pt idx="12556">
                  <c:v>7.4070799999999997</c:v>
                </c:pt>
                <c:pt idx="12557">
                  <c:v>7.4073799999999999</c:v>
                </c:pt>
                <c:pt idx="12558">
                  <c:v>7.4076899999999997</c:v>
                </c:pt>
                <c:pt idx="12559">
                  <c:v>7.4080000000000004</c:v>
                </c:pt>
                <c:pt idx="12560">
                  <c:v>7.4082999999999997</c:v>
                </c:pt>
                <c:pt idx="12561">
                  <c:v>7.4086100000000004</c:v>
                </c:pt>
                <c:pt idx="12562">
                  <c:v>7.4089099999999997</c:v>
                </c:pt>
                <c:pt idx="12563">
                  <c:v>7.4092200000000004</c:v>
                </c:pt>
                <c:pt idx="12564">
                  <c:v>7.4095199999999997</c:v>
                </c:pt>
                <c:pt idx="12565">
                  <c:v>7.4098300000000004</c:v>
                </c:pt>
                <c:pt idx="12566">
                  <c:v>7.4101299999999997</c:v>
                </c:pt>
                <c:pt idx="12567">
                  <c:v>7.4104400000000004</c:v>
                </c:pt>
                <c:pt idx="12568">
                  <c:v>7.4107399999999997</c:v>
                </c:pt>
                <c:pt idx="12569">
                  <c:v>7.4110500000000004</c:v>
                </c:pt>
                <c:pt idx="12570">
                  <c:v>7.4113499999999997</c:v>
                </c:pt>
                <c:pt idx="12571">
                  <c:v>7.4116600000000004</c:v>
                </c:pt>
                <c:pt idx="12572">
                  <c:v>7.4119700000000002</c:v>
                </c:pt>
                <c:pt idx="12573">
                  <c:v>7.4122700000000004</c:v>
                </c:pt>
                <c:pt idx="12574">
                  <c:v>7.4125800000000002</c:v>
                </c:pt>
                <c:pt idx="12575">
                  <c:v>7.4128800000000004</c:v>
                </c:pt>
                <c:pt idx="12576">
                  <c:v>7.4131900000000002</c:v>
                </c:pt>
                <c:pt idx="12577">
                  <c:v>7.4134900000000004</c:v>
                </c:pt>
                <c:pt idx="12578">
                  <c:v>7.4138000000000002</c:v>
                </c:pt>
                <c:pt idx="12579">
                  <c:v>7.4141000000000004</c:v>
                </c:pt>
                <c:pt idx="12580">
                  <c:v>7.4144100000000002</c:v>
                </c:pt>
                <c:pt idx="12581">
                  <c:v>7.4147100000000004</c:v>
                </c:pt>
                <c:pt idx="12582">
                  <c:v>7.4150200000000002</c:v>
                </c:pt>
                <c:pt idx="12583">
                  <c:v>7.41533</c:v>
                </c:pt>
                <c:pt idx="12584">
                  <c:v>7.4156300000000002</c:v>
                </c:pt>
                <c:pt idx="12585">
                  <c:v>7.41594</c:v>
                </c:pt>
                <c:pt idx="12586">
                  <c:v>7.4162400000000002</c:v>
                </c:pt>
                <c:pt idx="12587">
                  <c:v>7.41655</c:v>
                </c:pt>
                <c:pt idx="12588">
                  <c:v>7.4168500000000002</c:v>
                </c:pt>
                <c:pt idx="12589">
                  <c:v>7.41716</c:v>
                </c:pt>
                <c:pt idx="12590">
                  <c:v>7.4174600000000002</c:v>
                </c:pt>
                <c:pt idx="12591">
                  <c:v>7.41777</c:v>
                </c:pt>
                <c:pt idx="12592">
                  <c:v>7.4180700000000002</c:v>
                </c:pt>
                <c:pt idx="12593">
                  <c:v>7.41838</c:v>
                </c:pt>
                <c:pt idx="12594">
                  <c:v>7.4186800000000002</c:v>
                </c:pt>
                <c:pt idx="12595">
                  <c:v>7.41899</c:v>
                </c:pt>
                <c:pt idx="12596">
                  <c:v>7.4192999999999998</c:v>
                </c:pt>
                <c:pt idx="12597">
                  <c:v>7.4196</c:v>
                </c:pt>
                <c:pt idx="12598">
                  <c:v>7.4199099999999998</c:v>
                </c:pt>
                <c:pt idx="12599">
                  <c:v>7.42021</c:v>
                </c:pt>
                <c:pt idx="12600">
                  <c:v>7.4205199999999998</c:v>
                </c:pt>
                <c:pt idx="12601">
                  <c:v>7.42082</c:v>
                </c:pt>
                <c:pt idx="12602">
                  <c:v>7.4211299999999998</c:v>
                </c:pt>
                <c:pt idx="12603">
                  <c:v>7.42143</c:v>
                </c:pt>
                <c:pt idx="12604">
                  <c:v>7.4217399999999998</c:v>
                </c:pt>
                <c:pt idx="12605">
                  <c:v>7.42204</c:v>
                </c:pt>
                <c:pt idx="12606">
                  <c:v>7.4223499999999998</c:v>
                </c:pt>
                <c:pt idx="12607">
                  <c:v>7.42265</c:v>
                </c:pt>
                <c:pt idx="12608">
                  <c:v>7.4229599999999998</c:v>
                </c:pt>
                <c:pt idx="12609">
                  <c:v>7.4232699999999996</c:v>
                </c:pt>
                <c:pt idx="12610">
                  <c:v>7.4235699999999998</c:v>
                </c:pt>
                <c:pt idx="12611">
                  <c:v>7.4238799999999996</c:v>
                </c:pt>
                <c:pt idx="12612">
                  <c:v>7.4241799999999998</c:v>
                </c:pt>
                <c:pt idx="12613">
                  <c:v>7.4244899999999996</c:v>
                </c:pt>
                <c:pt idx="12614">
                  <c:v>7.4247899999999998</c:v>
                </c:pt>
                <c:pt idx="12615">
                  <c:v>7.4250999999999996</c:v>
                </c:pt>
                <c:pt idx="12616">
                  <c:v>7.4253999999999998</c:v>
                </c:pt>
                <c:pt idx="12617">
                  <c:v>7.4257099999999996</c:v>
                </c:pt>
                <c:pt idx="12618">
                  <c:v>7.4260099999999998</c:v>
                </c:pt>
                <c:pt idx="12619">
                  <c:v>7.4263199999999996</c:v>
                </c:pt>
                <c:pt idx="12620">
                  <c:v>7.4266199999999998</c:v>
                </c:pt>
                <c:pt idx="12621">
                  <c:v>7.4269299999999996</c:v>
                </c:pt>
                <c:pt idx="12622">
                  <c:v>7.4272400000000003</c:v>
                </c:pt>
                <c:pt idx="12623">
                  <c:v>7.4275399999999996</c:v>
                </c:pt>
                <c:pt idx="12624">
                  <c:v>7.4278500000000003</c:v>
                </c:pt>
                <c:pt idx="12625">
                  <c:v>7.4281499999999996</c:v>
                </c:pt>
                <c:pt idx="12626">
                  <c:v>7.4284600000000003</c:v>
                </c:pt>
                <c:pt idx="12627">
                  <c:v>7.4287599999999996</c:v>
                </c:pt>
                <c:pt idx="12628">
                  <c:v>7.4290700000000003</c:v>
                </c:pt>
                <c:pt idx="12629">
                  <c:v>7.4293699999999996</c:v>
                </c:pt>
                <c:pt idx="12630">
                  <c:v>7.4296800000000003</c:v>
                </c:pt>
                <c:pt idx="12631">
                  <c:v>7.4299799999999996</c:v>
                </c:pt>
                <c:pt idx="12632">
                  <c:v>7.4302900000000003</c:v>
                </c:pt>
                <c:pt idx="12633">
                  <c:v>7.4305899999999996</c:v>
                </c:pt>
                <c:pt idx="12634">
                  <c:v>7.4309000000000003</c:v>
                </c:pt>
                <c:pt idx="12635">
                  <c:v>7.4312100000000001</c:v>
                </c:pt>
                <c:pt idx="12636">
                  <c:v>7.4315100000000003</c:v>
                </c:pt>
                <c:pt idx="12637">
                  <c:v>7.4318200000000001</c:v>
                </c:pt>
                <c:pt idx="12638">
                  <c:v>7.4321200000000003</c:v>
                </c:pt>
                <c:pt idx="12639">
                  <c:v>7.4324300000000001</c:v>
                </c:pt>
                <c:pt idx="12640">
                  <c:v>7.4327300000000003</c:v>
                </c:pt>
                <c:pt idx="12641">
                  <c:v>7.4330400000000001</c:v>
                </c:pt>
                <c:pt idx="12642">
                  <c:v>7.4333400000000003</c:v>
                </c:pt>
                <c:pt idx="12643">
                  <c:v>7.4336500000000001</c:v>
                </c:pt>
                <c:pt idx="12644">
                  <c:v>7.4339500000000003</c:v>
                </c:pt>
                <c:pt idx="12645">
                  <c:v>7.4342600000000001</c:v>
                </c:pt>
                <c:pt idx="12646">
                  <c:v>7.4345699999999999</c:v>
                </c:pt>
                <c:pt idx="12647">
                  <c:v>7.4348700000000001</c:v>
                </c:pt>
                <c:pt idx="12648">
                  <c:v>7.4351799999999999</c:v>
                </c:pt>
                <c:pt idx="12649">
                  <c:v>7.4354800000000001</c:v>
                </c:pt>
                <c:pt idx="12650">
                  <c:v>7.4357899999999999</c:v>
                </c:pt>
                <c:pt idx="12651">
                  <c:v>7.4360900000000001</c:v>
                </c:pt>
                <c:pt idx="12652">
                  <c:v>7.4363999999999999</c:v>
                </c:pt>
                <c:pt idx="12653">
                  <c:v>7.4367000000000001</c:v>
                </c:pt>
                <c:pt idx="12654">
                  <c:v>7.4370099999999999</c:v>
                </c:pt>
                <c:pt idx="12655">
                  <c:v>7.4373100000000001</c:v>
                </c:pt>
                <c:pt idx="12656">
                  <c:v>7.4376199999999999</c:v>
                </c:pt>
                <c:pt idx="12657">
                  <c:v>7.4379200000000001</c:v>
                </c:pt>
                <c:pt idx="12658">
                  <c:v>7.4382299999999999</c:v>
                </c:pt>
                <c:pt idx="12659">
                  <c:v>7.4385399999999997</c:v>
                </c:pt>
                <c:pt idx="12660">
                  <c:v>7.4388399999999999</c:v>
                </c:pt>
                <c:pt idx="12661">
                  <c:v>7.4391499999999997</c:v>
                </c:pt>
                <c:pt idx="12662">
                  <c:v>7.4394499999999999</c:v>
                </c:pt>
                <c:pt idx="12663">
                  <c:v>7.4397599999999997</c:v>
                </c:pt>
                <c:pt idx="12664">
                  <c:v>7.4400599999999999</c:v>
                </c:pt>
                <c:pt idx="12665">
                  <c:v>7.4403699999999997</c:v>
                </c:pt>
                <c:pt idx="12666">
                  <c:v>7.4406699999999999</c:v>
                </c:pt>
                <c:pt idx="12667">
                  <c:v>7.4409799999999997</c:v>
                </c:pt>
                <c:pt idx="12668">
                  <c:v>7.4412799999999999</c:v>
                </c:pt>
                <c:pt idx="12669">
                  <c:v>7.4415899999999997</c:v>
                </c:pt>
                <c:pt idx="12670">
                  <c:v>7.4418899999999999</c:v>
                </c:pt>
                <c:pt idx="12671">
                  <c:v>7.4421999999999997</c:v>
                </c:pt>
                <c:pt idx="12672">
                  <c:v>7.4425100000000004</c:v>
                </c:pt>
                <c:pt idx="12673">
                  <c:v>7.4428099999999997</c:v>
                </c:pt>
                <c:pt idx="12674">
                  <c:v>7.4431200000000004</c:v>
                </c:pt>
                <c:pt idx="12675">
                  <c:v>7.4434199999999997</c:v>
                </c:pt>
                <c:pt idx="12676">
                  <c:v>7.4437300000000004</c:v>
                </c:pt>
                <c:pt idx="12677">
                  <c:v>7.4440299999999997</c:v>
                </c:pt>
                <c:pt idx="12678">
                  <c:v>7.4443400000000004</c:v>
                </c:pt>
                <c:pt idx="12679">
                  <c:v>7.4446399999999997</c:v>
                </c:pt>
                <c:pt idx="12680">
                  <c:v>7.4449500000000004</c:v>
                </c:pt>
                <c:pt idx="12681">
                  <c:v>7.4452499999999997</c:v>
                </c:pt>
                <c:pt idx="12682">
                  <c:v>7.4455600000000004</c:v>
                </c:pt>
                <c:pt idx="12683">
                  <c:v>7.4458599999999997</c:v>
                </c:pt>
                <c:pt idx="12684">
                  <c:v>7.4461700000000004</c:v>
                </c:pt>
                <c:pt idx="12685">
                  <c:v>7.4464800000000002</c:v>
                </c:pt>
                <c:pt idx="12686">
                  <c:v>7.4467800000000004</c:v>
                </c:pt>
                <c:pt idx="12687">
                  <c:v>7.4470900000000002</c:v>
                </c:pt>
                <c:pt idx="12688">
                  <c:v>7.4473900000000004</c:v>
                </c:pt>
                <c:pt idx="12689">
                  <c:v>7.4477000000000002</c:v>
                </c:pt>
                <c:pt idx="12690">
                  <c:v>7.4480000000000004</c:v>
                </c:pt>
                <c:pt idx="12691">
                  <c:v>7.4483100000000002</c:v>
                </c:pt>
                <c:pt idx="12692">
                  <c:v>7.4486100000000004</c:v>
                </c:pt>
                <c:pt idx="12693">
                  <c:v>7.4489200000000002</c:v>
                </c:pt>
                <c:pt idx="12694">
                  <c:v>7.4492200000000004</c:v>
                </c:pt>
                <c:pt idx="12695">
                  <c:v>7.4495300000000002</c:v>
                </c:pt>
                <c:pt idx="12696">
                  <c:v>7.4498300000000004</c:v>
                </c:pt>
                <c:pt idx="12697">
                  <c:v>7.4501400000000002</c:v>
                </c:pt>
                <c:pt idx="12698">
                  <c:v>7.45045</c:v>
                </c:pt>
                <c:pt idx="12699">
                  <c:v>7.4507500000000002</c:v>
                </c:pt>
                <c:pt idx="12700">
                  <c:v>7.45106</c:v>
                </c:pt>
                <c:pt idx="12701">
                  <c:v>7.4513600000000002</c:v>
                </c:pt>
                <c:pt idx="12702">
                  <c:v>7.45167</c:v>
                </c:pt>
                <c:pt idx="12703">
                  <c:v>7.4519700000000002</c:v>
                </c:pt>
                <c:pt idx="12704">
                  <c:v>7.45228</c:v>
                </c:pt>
                <c:pt idx="12705">
                  <c:v>7.4525800000000002</c:v>
                </c:pt>
                <c:pt idx="12706">
                  <c:v>7.45289</c:v>
                </c:pt>
                <c:pt idx="12707">
                  <c:v>7.4531900000000002</c:v>
                </c:pt>
                <c:pt idx="12708">
                  <c:v>7.4535</c:v>
                </c:pt>
                <c:pt idx="12709">
                  <c:v>7.4538099999999998</c:v>
                </c:pt>
                <c:pt idx="12710">
                  <c:v>7.45411</c:v>
                </c:pt>
                <c:pt idx="12711">
                  <c:v>7.4544199999999998</c:v>
                </c:pt>
                <c:pt idx="12712">
                  <c:v>7.45472</c:v>
                </c:pt>
                <c:pt idx="12713">
                  <c:v>7.4550299999999998</c:v>
                </c:pt>
                <c:pt idx="12714">
                  <c:v>7.45533</c:v>
                </c:pt>
                <c:pt idx="12715">
                  <c:v>7.4556399999999998</c:v>
                </c:pt>
                <c:pt idx="12716">
                  <c:v>7.45594</c:v>
                </c:pt>
                <c:pt idx="12717">
                  <c:v>7.4562499999999998</c:v>
                </c:pt>
                <c:pt idx="12718">
                  <c:v>7.45655</c:v>
                </c:pt>
                <c:pt idx="12719">
                  <c:v>7.4568599999999998</c:v>
                </c:pt>
                <c:pt idx="12720">
                  <c:v>7.45716</c:v>
                </c:pt>
                <c:pt idx="12721">
                  <c:v>7.4574699999999998</c:v>
                </c:pt>
                <c:pt idx="12722">
                  <c:v>7.4577799999999996</c:v>
                </c:pt>
                <c:pt idx="12723">
                  <c:v>7.4580799999999998</c:v>
                </c:pt>
                <c:pt idx="12724">
                  <c:v>7.4583899999999996</c:v>
                </c:pt>
                <c:pt idx="12725">
                  <c:v>7.4586899999999998</c:v>
                </c:pt>
                <c:pt idx="12726">
                  <c:v>7.4589999999999996</c:v>
                </c:pt>
                <c:pt idx="12727">
                  <c:v>7.4592999999999998</c:v>
                </c:pt>
                <c:pt idx="12728">
                  <c:v>7.4596099999999996</c:v>
                </c:pt>
                <c:pt idx="12729">
                  <c:v>7.4599099999999998</c:v>
                </c:pt>
                <c:pt idx="12730">
                  <c:v>7.4602199999999996</c:v>
                </c:pt>
                <c:pt idx="12731">
                  <c:v>7.4605199999999998</c:v>
                </c:pt>
                <c:pt idx="12732">
                  <c:v>7.4608299999999996</c:v>
                </c:pt>
                <c:pt idx="12733">
                  <c:v>7.4611299999999998</c:v>
                </c:pt>
                <c:pt idx="12734">
                  <c:v>7.4614399999999996</c:v>
                </c:pt>
                <c:pt idx="12735">
                  <c:v>7.4617500000000003</c:v>
                </c:pt>
                <c:pt idx="12736">
                  <c:v>7.4620499999999996</c:v>
                </c:pt>
                <c:pt idx="12737">
                  <c:v>7.4623600000000003</c:v>
                </c:pt>
                <c:pt idx="12738">
                  <c:v>7.4626599999999996</c:v>
                </c:pt>
                <c:pt idx="12739">
                  <c:v>7.4629700000000003</c:v>
                </c:pt>
                <c:pt idx="12740">
                  <c:v>7.4632699999999996</c:v>
                </c:pt>
                <c:pt idx="12741">
                  <c:v>7.4635800000000003</c:v>
                </c:pt>
                <c:pt idx="12742">
                  <c:v>7.4638799999999996</c:v>
                </c:pt>
                <c:pt idx="12743">
                  <c:v>7.4641900000000003</c:v>
                </c:pt>
                <c:pt idx="12744">
                  <c:v>7.4644899999999996</c:v>
                </c:pt>
                <c:pt idx="12745">
                  <c:v>7.4648000000000003</c:v>
                </c:pt>
                <c:pt idx="12746">
                  <c:v>7.4650999999999996</c:v>
                </c:pt>
                <c:pt idx="12747">
                  <c:v>7.4654100000000003</c:v>
                </c:pt>
                <c:pt idx="12748">
                  <c:v>7.4657200000000001</c:v>
                </c:pt>
                <c:pt idx="12749">
                  <c:v>7.4660200000000003</c:v>
                </c:pt>
                <c:pt idx="12750">
                  <c:v>7.4663300000000001</c:v>
                </c:pt>
                <c:pt idx="12751">
                  <c:v>7.4666300000000003</c:v>
                </c:pt>
                <c:pt idx="12752">
                  <c:v>7.4669400000000001</c:v>
                </c:pt>
                <c:pt idx="12753">
                  <c:v>7.4672400000000003</c:v>
                </c:pt>
                <c:pt idx="12754">
                  <c:v>7.4675500000000001</c:v>
                </c:pt>
                <c:pt idx="12755">
                  <c:v>7.4678500000000003</c:v>
                </c:pt>
                <c:pt idx="12756">
                  <c:v>7.4681600000000001</c:v>
                </c:pt>
                <c:pt idx="12757">
                  <c:v>7.4684600000000003</c:v>
                </c:pt>
                <c:pt idx="12758">
                  <c:v>7.4687700000000001</c:v>
                </c:pt>
                <c:pt idx="12759">
                  <c:v>7.4690799999999999</c:v>
                </c:pt>
                <c:pt idx="12760">
                  <c:v>7.4693800000000001</c:v>
                </c:pt>
                <c:pt idx="12761">
                  <c:v>7.4696899999999999</c:v>
                </c:pt>
                <c:pt idx="12762">
                  <c:v>7.4699900000000001</c:v>
                </c:pt>
                <c:pt idx="12763">
                  <c:v>7.4702999999999999</c:v>
                </c:pt>
                <c:pt idx="12764">
                  <c:v>7.4706000000000001</c:v>
                </c:pt>
                <c:pt idx="12765">
                  <c:v>7.4709099999999999</c:v>
                </c:pt>
                <c:pt idx="12766">
                  <c:v>7.4712100000000001</c:v>
                </c:pt>
                <c:pt idx="12767">
                  <c:v>7.4715199999999999</c:v>
                </c:pt>
                <c:pt idx="12768">
                  <c:v>7.4718200000000001</c:v>
                </c:pt>
                <c:pt idx="12769">
                  <c:v>7.4721299999999999</c:v>
                </c:pt>
                <c:pt idx="12770">
                  <c:v>7.4724300000000001</c:v>
                </c:pt>
                <c:pt idx="12771">
                  <c:v>7.4727399999999999</c:v>
                </c:pt>
                <c:pt idx="12772">
                  <c:v>7.4730499999999997</c:v>
                </c:pt>
                <c:pt idx="12773">
                  <c:v>7.4733499999999999</c:v>
                </c:pt>
                <c:pt idx="12774">
                  <c:v>7.4736599999999997</c:v>
                </c:pt>
                <c:pt idx="12775">
                  <c:v>7.4739599999999999</c:v>
                </c:pt>
                <c:pt idx="12776">
                  <c:v>7.4742699999999997</c:v>
                </c:pt>
                <c:pt idx="12777">
                  <c:v>7.4745699999999999</c:v>
                </c:pt>
                <c:pt idx="12778">
                  <c:v>7.4748799999999997</c:v>
                </c:pt>
                <c:pt idx="12779">
                  <c:v>7.4751799999999999</c:v>
                </c:pt>
                <c:pt idx="12780">
                  <c:v>7.4754899999999997</c:v>
                </c:pt>
                <c:pt idx="12781">
                  <c:v>7.4757899999999999</c:v>
                </c:pt>
                <c:pt idx="12782">
                  <c:v>7.4760999999999997</c:v>
                </c:pt>
                <c:pt idx="12783">
                  <c:v>7.4763999999999999</c:v>
                </c:pt>
                <c:pt idx="12784">
                  <c:v>7.4767099999999997</c:v>
                </c:pt>
                <c:pt idx="12785">
                  <c:v>7.4770200000000004</c:v>
                </c:pt>
                <c:pt idx="12786">
                  <c:v>7.4773199999999997</c:v>
                </c:pt>
                <c:pt idx="12787">
                  <c:v>7.4776300000000004</c:v>
                </c:pt>
                <c:pt idx="12788">
                  <c:v>7.4779299999999997</c:v>
                </c:pt>
                <c:pt idx="12789">
                  <c:v>7.4782400000000004</c:v>
                </c:pt>
                <c:pt idx="12790">
                  <c:v>7.4785399999999997</c:v>
                </c:pt>
                <c:pt idx="12791">
                  <c:v>7.4788500000000004</c:v>
                </c:pt>
                <c:pt idx="12792">
                  <c:v>7.4791499999999997</c:v>
                </c:pt>
                <c:pt idx="12793">
                  <c:v>7.4794600000000004</c:v>
                </c:pt>
                <c:pt idx="12794">
                  <c:v>7.4797599999999997</c:v>
                </c:pt>
                <c:pt idx="12795">
                  <c:v>7.4800700000000004</c:v>
                </c:pt>
                <c:pt idx="12796">
                  <c:v>7.4803699999999997</c:v>
                </c:pt>
                <c:pt idx="12797">
                  <c:v>7.4806800000000004</c:v>
                </c:pt>
                <c:pt idx="12798">
                  <c:v>7.4809900000000003</c:v>
                </c:pt>
                <c:pt idx="12799">
                  <c:v>7.4812900000000004</c:v>
                </c:pt>
                <c:pt idx="12800">
                  <c:v>7.4816000000000003</c:v>
                </c:pt>
                <c:pt idx="12801">
                  <c:v>7.4819000000000004</c:v>
                </c:pt>
                <c:pt idx="12802">
                  <c:v>7.4822100000000002</c:v>
                </c:pt>
                <c:pt idx="12803">
                  <c:v>7.4825100000000004</c:v>
                </c:pt>
                <c:pt idx="12804">
                  <c:v>7.4828200000000002</c:v>
                </c:pt>
                <c:pt idx="12805">
                  <c:v>7.4831200000000004</c:v>
                </c:pt>
                <c:pt idx="12806">
                  <c:v>7.4834300000000002</c:v>
                </c:pt>
                <c:pt idx="12807">
                  <c:v>7.4837300000000004</c:v>
                </c:pt>
                <c:pt idx="12808">
                  <c:v>7.4840400000000002</c:v>
                </c:pt>
                <c:pt idx="12809">
                  <c:v>7.4843400000000004</c:v>
                </c:pt>
                <c:pt idx="12810">
                  <c:v>7.4846500000000002</c:v>
                </c:pt>
                <c:pt idx="12811">
                  <c:v>7.4849600000000001</c:v>
                </c:pt>
                <c:pt idx="12812">
                  <c:v>7.4852600000000002</c:v>
                </c:pt>
                <c:pt idx="12813">
                  <c:v>7.4855700000000001</c:v>
                </c:pt>
                <c:pt idx="12814">
                  <c:v>7.4858700000000002</c:v>
                </c:pt>
                <c:pt idx="12815">
                  <c:v>7.4861800000000001</c:v>
                </c:pt>
                <c:pt idx="12816">
                  <c:v>7.4864800000000002</c:v>
                </c:pt>
                <c:pt idx="12817">
                  <c:v>7.4867900000000001</c:v>
                </c:pt>
                <c:pt idx="12818">
                  <c:v>7.4870900000000002</c:v>
                </c:pt>
                <c:pt idx="12819">
                  <c:v>7.4874000000000001</c:v>
                </c:pt>
                <c:pt idx="12820">
                  <c:v>7.4877000000000002</c:v>
                </c:pt>
                <c:pt idx="12821">
                  <c:v>7.4880100000000001</c:v>
                </c:pt>
                <c:pt idx="12822">
                  <c:v>7.4883199999999999</c:v>
                </c:pt>
                <c:pt idx="12823">
                  <c:v>7.4886200000000001</c:v>
                </c:pt>
                <c:pt idx="12824">
                  <c:v>7.4889299999999999</c:v>
                </c:pt>
                <c:pt idx="12825">
                  <c:v>7.4892300000000001</c:v>
                </c:pt>
                <c:pt idx="12826">
                  <c:v>7.4895399999999999</c:v>
                </c:pt>
                <c:pt idx="12827">
                  <c:v>7.4898400000000001</c:v>
                </c:pt>
                <c:pt idx="12828">
                  <c:v>7.4901499999999999</c:v>
                </c:pt>
                <c:pt idx="12829">
                  <c:v>7.4904500000000001</c:v>
                </c:pt>
                <c:pt idx="12830">
                  <c:v>7.4907599999999999</c:v>
                </c:pt>
                <c:pt idx="12831">
                  <c:v>7.4910600000000001</c:v>
                </c:pt>
                <c:pt idx="12832">
                  <c:v>7.4913699999999999</c:v>
                </c:pt>
                <c:pt idx="12833">
                  <c:v>7.4916700000000001</c:v>
                </c:pt>
                <c:pt idx="12834">
                  <c:v>7.4919799999999999</c:v>
                </c:pt>
                <c:pt idx="12835">
                  <c:v>7.4922899999999997</c:v>
                </c:pt>
                <c:pt idx="12836">
                  <c:v>7.4925899999999999</c:v>
                </c:pt>
                <c:pt idx="12837">
                  <c:v>7.4928999999999997</c:v>
                </c:pt>
                <c:pt idx="12838">
                  <c:v>7.4931999999999999</c:v>
                </c:pt>
                <c:pt idx="12839">
                  <c:v>7.4935099999999997</c:v>
                </c:pt>
                <c:pt idx="12840">
                  <c:v>7.4938099999999999</c:v>
                </c:pt>
                <c:pt idx="12841">
                  <c:v>7.4941199999999997</c:v>
                </c:pt>
                <c:pt idx="12842">
                  <c:v>7.4944199999999999</c:v>
                </c:pt>
                <c:pt idx="12843">
                  <c:v>7.4947299999999997</c:v>
                </c:pt>
                <c:pt idx="12844">
                  <c:v>7.4950299999999999</c:v>
                </c:pt>
                <c:pt idx="12845">
                  <c:v>7.4953399999999997</c:v>
                </c:pt>
                <c:pt idx="12846">
                  <c:v>7.4956399999999999</c:v>
                </c:pt>
                <c:pt idx="12847">
                  <c:v>7.4959499999999997</c:v>
                </c:pt>
                <c:pt idx="12848">
                  <c:v>7.4962600000000004</c:v>
                </c:pt>
                <c:pt idx="12849">
                  <c:v>7.4965599999999997</c:v>
                </c:pt>
                <c:pt idx="12850">
                  <c:v>7.4968700000000004</c:v>
                </c:pt>
                <c:pt idx="12851">
                  <c:v>7.4971699999999997</c:v>
                </c:pt>
                <c:pt idx="12852">
                  <c:v>7.4974800000000004</c:v>
                </c:pt>
                <c:pt idx="12853">
                  <c:v>7.4977799999999997</c:v>
                </c:pt>
                <c:pt idx="12854">
                  <c:v>7.4980900000000004</c:v>
                </c:pt>
                <c:pt idx="12855">
                  <c:v>7.4983899999999997</c:v>
                </c:pt>
                <c:pt idx="12856">
                  <c:v>7.4987000000000004</c:v>
                </c:pt>
                <c:pt idx="12857">
                  <c:v>7.4989999999999997</c:v>
                </c:pt>
                <c:pt idx="12858">
                  <c:v>7.4993100000000004</c:v>
                </c:pt>
                <c:pt idx="12859">
                  <c:v>7.4996099999999997</c:v>
                </c:pt>
                <c:pt idx="12860">
                  <c:v>7.4999200000000004</c:v>
                </c:pt>
                <c:pt idx="12861">
                  <c:v>7.5002300000000002</c:v>
                </c:pt>
                <c:pt idx="12862">
                  <c:v>7.5005300000000004</c:v>
                </c:pt>
                <c:pt idx="12863">
                  <c:v>7.5008400000000002</c:v>
                </c:pt>
                <c:pt idx="12864">
                  <c:v>7.5011400000000004</c:v>
                </c:pt>
                <c:pt idx="12865">
                  <c:v>7.5014500000000002</c:v>
                </c:pt>
                <c:pt idx="12866">
                  <c:v>7.5017500000000004</c:v>
                </c:pt>
                <c:pt idx="12867">
                  <c:v>7.5020600000000002</c:v>
                </c:pt>
                <c:pt idx="12868">
                  <c:v>7.5023600000000004</c:v>
                </c:pt>
                <c:pt idx="12869">
                  <c:v>7.5026700000000002</c:v>
                </c:pt>
                <c:pt idx="12870">
                  <c:v>7.5029700000000004</c:v>
                </c:pt>
                <c:pt idx="12871">
                  <c:v>7.5032800000000002</c:v>
                </c:pt>
                <c:pt idx="12872">
                  <c:v>7.5035800000000004</c:v>
                </c:pt>
                <c:pt idx="12873">
                  <c:v>7.5038900000000002</c:v>
                </c:pt>
                <c:pt idx="12874">
                  <c:v>7.5042</c:v>
                </c:pt>
                <c:pt idx="12875">
                  <c:v>7.5045000000000002</c:v>
                </c:pt>
                <c:pt idx="12876">
                  <c:v>7.50481</c:v>
                </c:pt>
                <c:pt idx="12877">
                  <c:v>7.5051100000000002</c:v>
                </c:pt>
                <c:pt idx="12878">
                  <c:v>7.50542</c:v>
                </c:pt>
                <c:pt idx="12879">
                  <c:v>7.5057200000000002</c:v>
                </c:pt>
                <c:pt idx="12880">
                  <c:v>7.50603</c:v>
                </c:pt>
                <c:pt idx="12881">
                  <c:v>7.5063300000000002</c:v>
                </c:pt>
                <c:pt idx="12882">
                  <c:v>7.50664</c:v>
                </c:pt>
                <c:pt idx="12883">
                  <c:v>7.5069400000000002</c:v>
                </c:pt>
                <c:pt idx="12884">
                  <c:v>7.50725</c:v>
                </c:pt>
                <c:pt idx="12885">
                  <c:v>7.5075599999999998</c:v>
                </c:pt>
                <c:pt idx="12886">
                  <c:v>7.50786</c:v>
                </c:pt>
                <c:pt idx="12887">
                  <c:v>7.5081699999999998</c:v>
                </c:pt>
                <c:pt idx="12888">
                  <c:v>7.50847</c:v>
                </c:pt>
                <c:pt idx="12889">
                  <c:v>7.5087799999999998</c:v>
                </c:pt>
                <c:pt idx="12890">
                  <c:v>7.50908</c:v>
                </c:pt>
                <c:pt idx="12891">
                  <c:v>7.5093899999999998</c:v>
                </c:pt>
                <c:pt idx="12892">
                  <c:v>7.50969</c:v>
                </c:pt>
                <c:pt idx="12893">
                  <c:v>7.51</c:v>
                </c:pt>
                <c:pt idx="12894">
                  <c:v>7.5103</c:v>
                </c:pt>
                <c:pt idx="12895">
                  <c:v>7.5106099999999998</c:v>
                </c:pt>
                <c:pt idx="12896">
                  <c:v>7.51091</c:v>
                </c:pt>
                <c:pt idx="12897">
                  <c:v>7.5112199999999998</c:v>
                </c:pt>
                <c:pt idx="12898">
                  <c:v>7.5115299999999996</c:v>
                </c:pt>
                <c:pt idx="12899">
                  <c:v>7.5118299999999998</c:v>
                </c:pt>
                <c:pt idx="12900">
                  <c:v>7.5121399999999996</c:v>
                </c:pt>
                <c:pt idx="12901">
                  <c:v>7.5124399999999998</c:v>
                </c:pt>
                <c:pt idx="12902">
                  <c:v>7.5127499999999996</c:v>
                </c:pt>
                <c:pt idx="12903">
                  <c:v>7.5130499999999998</c:v>
                </c:pt>
                <c:pt idx="12904">
                  <c:v>7.5133599999999996</c:v>
                </c:pt>
                <c:pt idx="12905">
                  <c:v>7.5136599999999998</c:v>
                </c:pt>
                <c:pt idx="12906">
                  <c:v>7.5139699999999996</c:v>
                </c:pt>
                <c:pt idx="12907">
                  <c:v>7.5142699999999998</c:v>
                </c:pt>
                <c:pt idx="12908">
                  <c:v>7.5145799999999996</c:v>
                </c:pt>
                <c:pt idx="12909">
                  <c:v>7.5148799999999998</c:v>
                </c:pt>
                <c:pt idx="12910">
                  <c:v>7.5151899999999996</c:v>
                </c:pt>
                <c:pt idx="12911">
                  <c:v>7.5155000000000003</c:v>
                </c:pt>
                <c:pt idx="12912">
                  <c:v>7.5157999999999996</c:v>
                </c:pt>
                <c:pt idx="12913">
                  <c:v>7.5161100000000003</c:v>
                </c:pt>
                <c:pt idx="12914">
                  <c:v>7.5164099999999996</c:v>
                </c:pt>
                <c:pt idx="12915">
                  <c:v>7.5167200000000003</c:v>
                </c:pt>
                <c:pt idx="12916">
                  <c:v>7.5170199999999996</c:v>
                </c:pt>
                <c:pt idx="12917">
                  <c:v>7.5173300000000003</c:v>
                </c:pt>
                <c:pt idx="12918">
                  <c:v>7.5176299999999996</c:v>
                </c:pt>
                <c:pt idx="12919">
                  <c:v>7.5179400000000003</c:v>
                </c:pt>
                <c:pt idx="12920">
                  <c:v>7.5182399999999996</c:v>
                </c:pt>
                <c:pt idx="12921">
                  <c:v>7.5185500000000003</c:v>
                </c:pt>
                <c:pt idx="12922">
                  <c:v>7.5188499999999996</c:v>
                </c:pt>
                <c:pt idx="12923">
                  <c:v>7.5191600000000003</c:v>
                </c:pt>
                <c:pt idx="12924">
                  <c:v>7.5194700000000001</c:v>
                </c:pt>
                <c:pt idx="12925">
                  <c:v>7.5197700000000003</c:v>
                </c:pt>
                <c:pt idx="12926">
                  <c:v>7.5200800000000001</c:v>
                </c:pt>
                <c:pt idx="12927">
                  <c:v>7.5203800000000003</c:v>
                </c:pt>
                <c:pt idx="12928">
                  <c:v>7.5206900000000001</c:v>
                </c:pt>
                <c:pt idx="12929">
                  <c:v>7.5209900000000003</c:v>
                </c:pt>
                <c:pt idx="12930">
                  <c:v>7.5213000000000001</c:v>
                </c:pt>
                <c:pt idx="12931">
                  <c:v>7.5216000000000003</c:v>
                </c:pt>
                <c:pt idx="12932">
                  <c:v>7.5219100000000001</c:v>
                </c:pt>
                <c:pt idx="12933">
                  <c:v>7.5222100000000003</c:v>
                </c:pt>
                <c:pt idx="12934">
                  <c:v>7.5225200000000001</c:v>
                </c:pt>
                <c:pt idx="12935">
                  <c:v>7.5228299999999999</c:v>
                </c:pt>
                <c:pt idx="12936">
                  <c:v>7.5231300000000001</c:v>
                </c:pt>
                <c:pt idx="12937">
                  <c:v>7.5234399999999999</c:v>
                </c:pt>
                <c:pt idx="12938">
                  <c:v>7.5237400000000001</c:v>
                </c:pt>
                <c:pt idx="12939">
                  <c:v>7.5240499999999999</c:v>
                </c:pt>
                <c:pt idx="12940">
                  <c:v>7.5243500000000001</c:v>
                </c:pt>
                <c:pt idx="12941">
                  <c:v>7.5246599999999999</c:v>
                </c:pt>
                <c:pt idx="12942">
                  <c:v>7.5249600000000001</c:v>
                </c:pt>
                <c:pt idx="12943">
                  <c:v>7.5252699999999999</c:v>
                </c:pt>
                <c:pt idx="12944">
                  <c:v>7.5255700000000001</c:v>
                </c:pt>
                <c:pt idx="12945">
                  <c:v>7.5258799999999999</c:v>
                </c:pt>
                <c:pt idx="12946">
                  <c:v>7.5261800000000001</c:v>
                </c:pt>
                <c:pt idx="12947">
                  <c:v>7.5264899999999999</c:v>
                </c:pt>
                <c:pt idx="12948">
                  <c:v>7.5267999999999997</c:v>
                </c:pt>
                <c:pt idx="12949">
                  <c:v>7.5270999999999999</c:v>
                </c:pt>
                <c:pt idx="12950">
                  <c:v>7.5274099999999997</c:v>
                </c:pt>
                <c:pt idx="12951">
                  <c:v>7.5277099999999999</c:v>
                </c:pt>
                <c:pt idx="12952">
                  <c:v>7.5280199999999997</c:v>
                </c:pt>
                <c:pt idx="12953">
                  <c:v>7.5283199999999999</c:v>
                </c:pt>
                <c:pt idx="12954">
                  <c:v>7.5286299999999997</c:v>
                </c:pt>
                <c:pt idx="12955">
                  <c:v>7.5289299999999999</c:v>
                </c:pt>
                <c:pt idx="12956">
                  <c:v>7.5292399999999997</c:v>
                </c:pt>
                <c:pt idx="12957">
                  <c:v>7.5295399999999999</c:v>
                </c:pt>
                <c:pt idx="12958">
                  <c:v>7.5298499999999997</c:v>
                </c:pt>
                <c:pt idx="12959">
                  <c:v>7.5301499999999999</c:v>
                </c:pt>
                <c:pt idx="12960">
                  <c:v>7.5304599999999997</c:v>
                </c:pt>
                <c:pt idx="12961">
                  <c:v>7.5307700000000004</c:v>
                </c:pt>
                <c:pt idx="12962">
                  <c:v>7.5310699999999997</c:v>
                </c:pt>
                <c:pt idx="12963">
                  <c:v>7.5313800000000004</c:v>
                </c:pt>
                <c:pt idx="12964">
                  <c:v>7.5316799999999997</c:v>
                </c:pt>
                <c:pt idx="12965">
                  <c:v>7.5319900000000004</c:v>
                </c:pt>
                <c:pt idx="12966">
                  <c:v>7.5322899999999997</c:v>
                </c:pt>
                <c:pt idx="12967">
                  <c:v>7.5326000000000004</c:v>
                </c:pt>
                <c:pt idx="12968">
                  <c:v>7.5328999999999997</c:v>
                </c:pt>
                <c:pt idx="12969">
                  <c:v>7.5332100000000004</c:v>
                </c:pt>
                <c:pt idx="12970">
                  <c:v>7.5335099999999997</c:v>
                </c:pt>
                <c:pt idx="12971">
                  <c:v>7.5338200000000004</c:v>
                </c:pt>
                <c:pt idx="12972">
                  <c:v>7.5341199999999997</c:v>
                </c:pt>
                <c:pt idx="12973">
                  <c:v>7.5344300000000004</c:v>
                </c:pt>
                <c:pt idx="12974">
                  <c:v>7.5347400000000002</c:v>
                </c:pt>
                <c:pt idx="12975">
                  <c:v>7.5350400000000004</c:v>
                </c:pt>
                <c:pt idx="12976">
                  <c:v>7.5353500000000002</c:v>
                </c:pt>
                <c:pt idx="12977">
                  <c:v>7.5356500000000004</c:v>
                </c:pt>
                <c:pt idx="12978">
                  <c:v>7.5359600000000002</c:v>
                </c:pt>
                <c:pt idx="12979">
                  <c:v>7.5362600000000004</c:v>
                </c:pt>
                <c:pt idx="12980">
                  <c:v>7.5365700000000002</c:v>
                </c:pt>
                <c:pt idx="12981">
                  <c:v>7.5368700000000004</c:v>
                </c:pt>
                <c:pt idx="12982">
                  <c:v>7.5371800000000002</c:v>
                </c:pt>
                <c:pt idx="12983">
                  <c:v>7.5374800000000004</c:v>
                </c:pt>
                <c:pt idx="12984">
                  <c:v>7.5377900000000002</c:v>
                </c:pt>
                <c:pt idx="12985">
                  <c:v>7.5380900000000004</c:v>
                </c:pt>
                <c:pt idx="12986">
                  <c:v>7.5384000000000002</c:v>
                </c:pt>
                <c:pt idx="12987">
                  <c:v>7.53871</c:v>
                </c:pt>
                <c:pt idx="12988">
                  <c:v>7.5390100000000002</c:v>
                </c:pt>
                <c:pt idx="12989">
                  <c:v>7.53932</c:v>
                </c:pt>
                <c:pt idx="12990">
                  <c:v>7.5396200000000002</c:v>
                </c:pt>
                <c:pt idx="12991">
                  <c:v>7.53993</c:v>
                </c:pt>
                <c:pt idx="12992">
                  <c:v>7.5402300000000002</c:v>
                </c:pt>
                <c:pt idx="12993">
                  <c:v>7.54054</c:v>
                </c:pt>
                <c:pt idx="12994">
                  <c:v>7.5408400000000002</c:v>
                </c:pt>
                <c:pt idx="12995">
                  <c:v>7.54115</c:v>
                </c:pt>
                <c:pt idx="12996">
                  <c:v>7.5414500000000002</c:v>
                </c:pt>
                <c:pt idx="12997">
                  <c:v>7.54176</c:v>
                </c:pt>
                <c:pt idx="12998">
                  <c:v>7.5420699999999998</c:v>
                </c:pt>
                <c:pt idx="12999">
                  <c:v>7.54237</c:v>
                </c:pt>
                <c:pt idx="13000">
                  <c:v>7.5426799999999998</c:v>
                </c:pt>
                <c:pt idx="13001">
                  <c:v>7.54298</c:v>
                </c:pt>
                <c:pt idx="13002">
                  <c:v>7.5432899999999998</c:v>
                </c:pt>
                <c:pt idx="13003">
                  <c:v>7.54359</c:v>
                </c:pt>
                <c:pt idx="13004">
                  <c:v>7.5438999999999998</c:v>
                </c:pt>
                <c:pt idx="13005">
                  <c:v>7.5442</c:v>
                </c:pt>
                <c:pt idx="13006">
                  <c:v>7.5445099999999998</c:v>
                </c:pt>
                <c:pt idx="13007">
                  <c:v>7.54481</c:v>
                </c:pt>
                <c:pt idx="13008">
                  <c:v>7.5451199999999998</c:v>
                </c:pt>
                <c:pt idx="13009">
                  <c:v>7.54542</c:v>
                </c:pt>
                <c:pt idx="13010">
                  <c:v>7.5457299999999998</c:v>
                </c:pt>
                <c:pt idx="13011">
                  <c:v>7.5460399999999996</c:v>
                </c:pt>
                <c:pt idx="13012">
                  <c:v>7.5463399999999998</c:v>
                </c:pt>
                <c:pt idx="13013">
                  <c:v>7.5466499999999996</c:v>
                </c:pt>
                <c:pt idx="13014">
                  <c:v>7.5469499999999998</c:v>
                </c:pt>
                <c:pt idx="13015">
                  <c:v>7.5472599999999996</c:v>
                </c:pt>
                <c:pt idx="13016">
                  <c:v>7.5475599999999998</c:v>
                </c:pt>
                <c:pt idx="13017">
                  <c:v>7.5478699999999996</c:v>
                </c:pt>
                <c:pt idx="13018">
                  <c:v>7.5481699999999998</c:v>
                </c:pt>
                <c:pt idx="13019">
                  <c:v>7.5484799999999996</c:v>
                </c:pt>
                <c:pt idx="13020">
                  <c:v>7.5487799999999998</c:v>
                </c:pt>
                <c:pt idx="13021">
                  <c:v>7.5490899999999996</c:v>
                </c:pt>
                <c:pt idx="13022">
                  <c:v>7.5493899999999998</c:v>
                </c:pt>
                <c:pt idx="13023">
                  <c:v>7.5496999999999996</c:v>
                </c:pt>
                <c:pt idx="13024">
                  <c:v>7.5500100000000003</c:v>
                </c:pt>
                <c:pt idx="13025">
                  <c:v>7.5503099999999996</c:v>
                </c:pt>
                <c:pt idx="13026">
                  <c:v>7.5506200000000003</c:v>
                </c:pt>
                <c:pt idx="13027">
                  <c:v>7.5509199999999996</c:v>
                </c:pt>
                <c:pt idx="13028">
                  <c:v>7.5512300000000003</c:v>
                </c:pt>
                <c:pt idx="13029">
                  <c:v>7.5515299999999996</c:v>
                </c:pt>
                <c:pt idx="13030">
                  <c:v>7.5518400000000003</c:v>
                </c:pt>
                <c:pt idx="13031">
                  <c:v>7.5521399999999996</c:v>
                </c:pt>
                <c:pt idx="13032">
                  <c:v>7.5524500000000003</c:v>
                </c:pt>
                <c:pt idx="13033">
                  <c:v>7.5527499999999996</c:v>
                </c:pt>
                <c:pt idx="13034">
                  <c:v>7.5530600000000003</c:v>
                </c:pt>
                <c:pt idx="13035">
                  <c:v>7.5533599999999996</c:v>
                </c:pt>
                <c:pt idx="13036">
                  <c:v>7.5536700000000003</c:v>
                </c:pt>
                <c:pt idx="13037">
                  <c:v>7.5539800000000001</c:v>
                </c:pt>
                <c:pt idx="13038">
                  <c:v>7.5542800000000003</c:v>
                </c:pt>
                <c:pt idx="13039">
                  <c:v>7.5545900000000001</c:v>
                </c:pt>
                <c:pt idx="13040">
                  <c:v>7.5548900000000003</c:v>
                </c:pt>
                <c:pt idx="13041">
                  <c:v>7.5552000000000001</c:v>
                </c:pt>
                <c:pt idx="13042">
                  <c:v>7.5555000000000003</c:v>
                </c:pt>
                <c:pt idx="13043">
                  <c:v>7.5558100000000001</c:v>
                </c:pt>
                <c:pt idx="13044">
                  <c:v>7.5561100000000003</c:v>
                </c:pt>
                <c:pt idx="13045">
                  <c:v>7.5564200000000001</c:v>
                </c:pt>
                <c:pt idx="13046">
                  <c:v>7.5567200000000003</c:v>
                </c:pt>
                <c:pt idx="13047">
                  <c:v>7.5570300000000001</c:v>
                </c:pt>
                <c:pt idx="13048">
                  <c:v>7.5573300000000003</c:v>
                </c:pt>
                <c:pt idx="13049">
                  <c:v>7.5576400000000001</c:v>
                </c:pt>
                <c:pt idx="13050">
                  <c:v>7.5579499999999999</c:v>
                </c:pt>
                <c:pt idx="13051">
                  <c:v>7.5582500000000001</c:v>
                </c:pt>
                <c:pt idx="13052">
                  <c:v>7.5585599999999999</c:v>
                </c:pt>
                <c:pt idx="13053">
                  <c:v>7.5588600000000001</c:v>
                </c:pt>
                <c:pt idx="13054">
                  <c:v>7.5591699999999999</c:v>
                </c:pt>
                <c:pt idx="13055">
                  <c:v>7.5594700000000001</c:v>
                </c:pt>
                <c:pt idx="13056">
                  <c:v>7.5597799999999999</c:v>
                </c:pt>
                <c:pt idx="13057">
                  <c:v>7.5600800000000001</c:v>
                </c:pt>
                <c:pt idx="13058">
                  <c:v>7.5603899999999999</c:v>
                </c:pt>
                <c:pt idx="13059">
                  <c:v>7.5606900000000001</c:v>
                </c:pt>
                <c:pt idx="13060">
                  <c:v>7.5609999999999999</c:v>
                </c:pt>
                <c:pt idx="13061">
                  <c:v>7.5613099999999998</c:v>
                </c:pt>
                <c:pt idx="13062">
                  <c:v>7.5616099999999999</c:v>
                </c:pt>
                <c:pt idx="13063">
                  <c:v>7.5619199999999998</c:v>
                </c:pt>
                <c:pt idx="13064">
                  <c:v>7.5622199999999999</c:v>
                </c:pt>
                <c:pt idx="13065">
                  <c:v>7.5625299999999998</c:v>
                </c:pt>
                <c:pt idx="13066">
                  <c:v>7.5628299999999999</c:v>
                </c:pt>
                <c:pt idx="13067">
                  <c:v>7.5631399999999998</c:v>
                </c:pt>
                <c:pt idx="13068">
                  <c:v>7.5634399999999999</c:v>
                </c:pt>
                <c:pt idx="13069">
                  <c:v>7.5637499999999998</c:v>
                </c:pt>
                <c:pt idx="13070">
                  <c:v>7.5640499999999999</c:v>
                </c:pt>
                <c:pt idx="13071">
                  <c:v>7.5643599999999998</c:v>
                </c:pt>
                <c:pt idx="13072">
                  <c:v>7.5646599999999999</c:v>
                </c:pt>
                <c:pt idx="13073">
                  <c:v>7.5649699999999998</c:v>
                </c:pt>
                <c:pt idx="13074">
                  <c:v>7.5652799999999996</c:v>
                </c:pt>
                <c:pt idx="13075">
                  <c:v>7.5655799999999997</c:v>
                </c:pt>
                <c:pt idx="13076">
                  <c:v>7.5658899999999996</c:v>
                </c:pt>
                <c:pt idx="13077">
                  <c:v>7.5661899999999997</c:v>
                </c:pt>
                <c:pt idx="13078">
                  <c:v>7.5664999999999996</c:v>
                </c:pt>
                <c:pt idx="13079">
                  <c:v>7.5667999999999997</c:v>
                </c:pt>
                <c:pt idx="13080">
                  <c:v>7.5671099999999996</c:v>
                </c:pt>
                <c:pt idx="13081">
                  <c:v>7.5674099999999997</c:v>
                </c:pt>
                <c:pt idx="13082">
                  <c:v>7.5677199999999996</c:v>
                </c:pt>
                <c:pt idx="13083">
                  <c:v>7.5680199999999997</c:v>
                </c:pt>
                <c:pt idx="13084">
                  <c:v>7.5683299999999996</c:v>
                </c:pt>
                <c:pt idx="13085">
                  <c:v>7.5686299999999997</c:v>
                </c:pt>
                <c:pt idx="13086">
                  <c:v>7.5689399999999996</c:v>
                </c:pt>
                <c:pt idx="13087">
                  <c:v>7.5692500000000003</c:v>
                </c:pt>
                <c:pt idx="13088">
                  <c:v>7.5695499999999996</c:v>
                </c:pt>
                <c:pt idx="13089">
                  <c:v>7.5698600000000003</c:v>
                </c:pt>
                <c:pt idx="13090">
                  <c:v>7.5701599999999996</c:v>
                </c:pt>
                <c:pt idx="13091">
                  <c:v>7.5704700000000003</c:v>
                </c:pt>
                <c:pt idx="13092">
                  <c:v>7.5707700000000004</c:v>
                </c:pt>
                <c:pt idx="13093">
                  <c:v>7.5710800000000003</c:v>
                </c:pt>
                <c:pt idx="13094">
                  <c:v>7.5713800000000004</c:v>
                </c:pt>
                <c:pt idx="13095">
                  <c:v>7.5716900000000003</c:v>
                </c:pt>
                <c:pt idx="13096">
                  <c:v>7.5719900000000004</c:v>
                </c:pt>
                <c:pt idx="13097">
                  <c:v>7.5723000000000003</c:v>
                </c:pt>
                <c:pt idx="13098">
                  <c:v>7.5726000000000004</c:v>
                </c:pt>
                <c:pt idx="13099">
                  <c:v>7.5729100000000003</c:v>
                </c:pt>
                <c:pt idx="13100">
                  <c:v>7.5732200000000001</c:v>
                </c:pt>
                <c:pt idx="13101">
                  <c:v>7.5735200000000003</c:v>
                </c:pt>
                <c:pt idx="13102">
                  <c:v>7.5738300000000001</c:v>
                </c:pt>
                <c:pt idx="13103">
                  <c:v>7.5741300000000003</c:v>
                </c:pt>
                <c:pt idx="13104">
                  <c:v>7.5744400000000001</c:v>
                </c:pt>
                <c:pt idx="13105">
                  <c:v>7.5747400000000003</c:v>
                </c:pt>
                <c:pt idx="13106">
                  <c:v>7.5750500000000001</c:v>
                </c:pt>
                <c:pt idx="13107">
                  <c:v>7.5753500000000003</c:v>
                </c:pt>
                <c:pt idx="13108">
                  <c:v>7.5756600000000001</c:v>
                </c:pt>
                <c:pt idx="13109">
                  <c:v>7.5759600000000002</c:v>
                </c:pt>
                <c:pt idx="13110">
                  <c:v>7.5762700000000001</c:v>
                </c:pt>
                <c:pt idx="13111">
                  <c:v>7.5765799999999999</c:v>
                </c:pt>
                <c:pt idx="13112">
                  <c:v>7.5768800000000001</c:v>
                </c:pt>
                <c:pt idx="13113">
                  <c:v>7.5771899999999999</c:v>
                </c:pt>
                <c:pt idx="13114">
                  <c:v>7.5774900000000001</c:v>
                </c:pt>
                <c:pt idx="13115">
                  <c:v>7.5777999999999999</c:v>
                </c:pt>
                <c:pt idx="13116">
                  <c:v>7.5781000000000001</c:v>
                </c:pt>
                <c:pt idx="13117">
                  <c:v>7.5784099999999999</c:v>
                </c:pt>
                <c:pt idx="13118">
                  <c:v>7.5787100000000001</c:v>
                </c:pt>
                <c:pt idx="13119">
                  <c:v>7.5790199999999999</c:v>
                </c:pt>
                <c:pt idx="13120">
                  <c:v>7.5793200000000001</c:v>
                </c:pt>
                <c:pt idx="13121">
                  <c:v>7.5796299999999999</c:v>
                </c:pt>
                <c:pt idx="13122">
                  <c:v>7.5799300000000001</c:v>
                </c:pt>
                <c:pt idx="13123">
                  <c:v>7.5802399999999999</c:v>
                </c:pt>
                <c:pt idx="13124">
                  <c:v>7.5805499999999997</c:v>
                </c:pt>
                <c:pt idx="13125">
                  <c:v>7.5808499999999999</c:v>
                </c:pt>
                <c:pt idx="13126">
                  <c:v>7.5811599999999997</c:v>
                </c:pt>
                <c:pt idx="13127">
                  <c:v>7.5814599999999999</c:v>
                </c:pt>
                <c:pt idx="13128">
                  <c:v>7.5817699999999997</c:v>
                </c:pt>
                <c:pt idx="13129">
                  <c:v>7.5820699999999999</c:v>
                </c:pt>
                <c:pt idx="13130">
                  <c:v>7.5823799999999997</c:v>
                </c:pt>
                <c:pt idx="13131">
                  <c:v>7.5826799999999999</c:v>
                </c:pt>
                <c:pt idx="13132">
                  <c:v>7.5829899999999997</c:v>
                </c:pt>
                <c:pt idx="13133">
                  <c:v>7.5832899999999999</c:v>
                </c:pt>
                <c:pt idx="13134">
                  <c:v>7.5835999999999997</c:v>
                </c:pt>
                <c:pt idx="13135">
                  <c:v>7.5838999999999999</c:v>
                </c:pt>
                <c:pt idx="13136">
                  <c:v>7.5842099999999997</c:v>
                </c:pt>
                <c:pt idx="13137">
                  <c:v>7.5845200000000004</c:v>
                </c:pt>
                <c:pt idx="13138">
                  <c:v>7.5848199999999997</c:v>
                </c:pt>
                <c:pt idx="13139">
                  <c:v>7.5851300000000004</c:v>
                </c:pt>
                <c:pt idx="13140">
                  <c:v>7.5854299999999997</c:v>
                </c:pt>
                <c:pt idx="13141">
                  <c:v>7.5857400000000004</c:v>
                </c:pt>
                <c:pt idx="13142">
                  <c:v>7.5860399999999997</c:v>
                </c:pt>
                <c:pt idx="13143">
                  <c:v>7.5863500000000004</c:v>
                </c:pt>
                <c:pt idx="13144">
                  <c:v>7.5866499999999997</c:v>
                </c:pt>
                <c:pt idx="13145">
                  <c:v>7.5869600000000004</c:v>
                </c:pt>
                <c:pt idx="13146">
                  <c:v>7.5872599999999997</c:v>
                </c:pt>
                <c:pt idx="13147">
                  <c:v>7.5875700000000004</c:v>
                </c:pt>
                <c:pt idx="13148">
                  <c:v>7.5878699999999997</c:v>
                </c:pt>
                <c:pt idx="13149">
                  <c:v>7.5881800000000004</c:v>
                </c:pt>
                <c:pt idx="13150">
                  <c:v>7.5884900000000002</c:v>
                </c:pt>
                <c:pt idx="13151">
                  <c:v>7.5887900000000004</c:v>
                </c:pt>
                <c:pt idx="13152">
                  <c:v>7.5891000000000002</c:v>
                </c:pt>
                <c:pt idx="13153">
                  <c:v>7.5894000000000004</c:v>
                </c:pt>
                <c:pt idx="13154">
                  <c:v>7.5897100000000002</c:v>
                </c:pt>
                <c:pt idx="13155">
                  <c:v>7.5900100000000004</c:v>
                </c:pt>
                <c:pt idx="13156">
                  <c:v>7.5903200000000002</c:v>
                </c:pt>
                <c:pt idx="13157">
                  <c:v>7.5906200000000004</c:v>
                </c:pt>
                <c:pt idx="13158">
                  <c:v>7.5909300000000002</c:v>
                </c:pt>
                <c:pt idx="13159">
                  <c:v>7.5912300000000004</c:v>
                </c:pt>
                <c:pt idx="13160">
                  <c:v>7.5915400000000002</c:v>
                </c:pt>
                <c:pt idx="13161">
                  <c:v>7.5918400000000004</c:v>
                </c:pt>
                <c:pt idx="13162">
                  <c:v>7.5921500000000002</c:v>
                </c:pt>
                <c:pt idx="13163">
                  <c:v>7.59246</c:v>
                </c:pt>
                <c:pt idx="13164">
                  <c:v>7.5927600000000002</c:v>
                </c:pt>
                <c:pt idx="13165">
                  <c:v>7.59307</c:v>
                </c:pt>
                <c:pt idx="13166">
                  <c:v>7.5933700000000002</c:v>
                </c:pt>
                <c:pt idx="13167">
                  <c:v>7.59368</c:v>
                </c:pt>
                <c:pt idx="13168">
                  <c:v>7.5939800000000002</c:v>
                </c:pt>
                <c:pt idx="13169">
                  <c:v>7.59429</c:v>
                </c:pt>
                <c:pt idx="13170">
                  <c:v>7.5945900000000002</c:v>
                </c:pt>
                <c:pt idx="13171">
                  <c:v>7.5949</c:v>
                </c:pt>
                <c:pt idx="13172">
                  <c:v>7.5952000000000002</c:v>
                </c:pt>
                <c:pt idx="13173">
                  <c:v>7.59551</c:v>
                </c:pt>
                <c:pt idx="13174">
                  <c:v>7.5958199999999998</c:v>
                </c:pt>
                <c:pt idx="13175">
                  <c:v>7.59612</c:v>
                </c:pt>
                <c:pt idx="13176">
                  <c:v>7.5964299999999998</c:v>
                </c:pt>
                <c:pt idx="13177">
                  <c:v>7.59673</c:v>
                </c:pt>
                <c:pt idx="13178">
                  <c:v>7.5970399999999998</c:v>
                </c:pt>
                <c:pt idx="13179">
                  <c:v>7.59734</c:v>
                </c:pt>
                <c:pt idx="13180">
                  <c:v>7.5976499999999998</c:v>
                </c:pt>
                <c:pt idx="13181">
                  <c:v>7.59795</c:v>
                </c:pt>
                <c:pt idx="13182">
                  <c:v>7.5982599999999998</c:v>
                </c:pt>
                <c:pt idx="13183">
                  <c:v>7.59856</c:v>
                </c:pt>
                <c:pt idx="13184">
                  <c:v>7.5988699999999998</c:v>
                </c:pt>
                <c:pt idx="13185">
                  <c:v>7.59917</c:v>
                </c:pt>
                <c:pt idx="13186">
                  <c:v>7.5994799999999998</c:v>
                </c:pt>
                <c:pt idx="13187">
                  <c:v>7.5997899999999996</c:v>
                </c:pt>
                <c:pt idx="13188">
                  <c:v>7.6000899999999998</c:v>
                </c:pt>
                <c:pt idx="13189">
                  <c:v>7.6003999999999996</c:v>
                </c:pt>
                <c:pt idx="13190">
                  <c:v>7.6006999999999998</c:v>
                </c:pt>
                <c:pt idx="13191">
                  <c:v>7.6010099999999996</c:v>
                </c:pt>
                <c:pt idx="13192">
                  <c:v>7.6013099999999998</c:v>
                </c:pt>
                <c:pt idx="13193">
                  <c:v>7.6016199999999996</c:v>
                </c:pt>
                <c:pt idx="13194">
                  <c:v>7.6019199999999998</c:v>
                </c:pt>
                <c:pt idx="13195">
                  <c:v>7.6022299999999996</c:v>
                </c:pt>
                <c:pt idx="13196">
                  <c:v>7.6025299999999998</c:v>
                </c:pt>
                <c:pt idx="13197">
                  <c:v>7.6028399999999996</c:v>
                </c:pt>
                <c:pt idx="13198">
                  <c:v>7.6031399999999998</c:v>
                </c:pt>
                <c:pt idx="13199">
                  <c:v>7.6034499999999996</c:v>
                </c:pt>
                <c:pt idx="13200">
                  <c:v>7.6037600000000003</c:v>
                </c:pt>
                <c:pt idx="13201">
                  <c:v>7.6040599999999996</c:v>
                </c:pt>
                <c:pt idx="13202">
                  <c:v>7.6043700000000003</c:v>
                </c:pt>
                <c:pt idx="13203">
                  <c:v>7.6046699999999996</c:v>
                </c:pt>
                <c:pt idx="13204">
                  <c:v>7.6049800000000003</c:v>
                </c:pt>
                <c:pt idx="13205">
                  <c:v>7.6052799999999996</c:v>
                </c:pt>
                <c:pt idx="13206">
                  <c:v>7.6055900000000003</c:v>
                </c:pt>
                <c:pt idx="13207">
                  <c:v>7.6058899999999996</c:v>
                </c:pt>
                <c:pt idx="13208">
                  <c:v>7.6062000000000003</c:v>
                </c:pt>
                <c:pt idx="13209">
                  <c:v>7.6064999999999996</c:v>
                </c:pt>
                <c:pt idx="13210">
                  <c:v>7.6068100000000003</c:v>
                </c:pt>
                <c:pt idx="13211">
                  <c:v>7.6071099999999996</c:v>
                </c:pt>
                <c:pt idx="13212">
                  <c:v>7.6074200000000003</c:v>
                </c:pt>
                <c:pt idx="13213">
                  <c:v>7.6077300000000001</c:v>
                </c:pt>
                <c:pt idx="13214">
                  <c:v>7.6080300000000003</c:v>
                </c:pt>
                <c:pt idx="13215">
                  <c:v>7.6083400000000001</c:v>
                </c:pt>
                <c:pt idx="13216">
                  <c:v>7.6086400000000003</c:v>
                </c:pt>
                <c:pt idx="13217">
                  <c:v>7.6089500000000001</c:v>
                </c:pt>
                <c:pt idx="13218">
                  <c:v>7.6092500000000003</c:v>
                </c:pt>
                <c:pt idx="13219">
                  <c:v>7.6095600000000001</c:v>
                </c:pt>
                <c:pt idx="13220">
                  <c:v>7.6098600000000003</c:v>
                </c:pt>
                <c:pt idx="13221">
                  <c:v>7.6101700000000001</c:v>
                </c:pt>
                <c:pt idx="13222">
                  <c:v>7.6104700000000003</c:v>
                </c:pt>
                <c:pt idx="13223">
                  <c:v>7.6107800000000001</c:v>
                </c:pt>
                <c:pt idx="13224">
                  <c:v>7.6110800000000003</c:v>
                </c:pt>
                <c:pt idx="13225">
                  <c:v>7.6113900000000001</c:v>
                </c:pt>
                <c:pt idx="13226">
                  <c:v>7.6116999999999999</c:v>
                </c:pt>
                <c:pt idx="13227">
                  <c:v>7.6120000000000001</c:v>
                </c:pt>
                <c:pt idx="13228">
                  <c:v>7.6123099999999999</c:v>
                </c:pt>
                <c:pt idx="13229">
                  <c:v>7.6126100000000001</c:v>
                </c:pt>
                <c:pt idx="13230">
                  <c:v>7.6129199999999999</c:v>
                </c:pt>
                <c:pt idx="13231">
                  <c:v>7.6132200000000001</c:v>
                </c:pt>
                <c:pt idx="13232">
                  <c:v>7.6135299999999999</c:v>
                </c:pt>
                <c:pt idx="13233">
                  <c:v>7.6138300000000001</c:v>
                </c:pt>
                <c:pt idx="13234">
                  <c:v>7.6141399999999999</c:v>
                </c:pt>
                <c:pt idx="13235">
                  <c:v>7.6144400000000001</c:v>
                </c:pt>
                <c:pt idx="13236">
                  <c:v>7.6147499999999999</c:v>
                </c:pt>
                <c:pt idx="13237">
                  <c:v>7.6150599999999997</c:v>
                </c:pt>
                <c:pt idx="13238">
                  <c:v>7.6153599999999999</c:v>
                </c:pt>
                <c:pt idx="13239">
                  <c:v>7.6156699999999997</c:v>
                </c:pt>
                <c:pt idx="13240">
                  <c:v>7.6159699999999999</c:v>
                </c:pt>
                <c:pt idx="13241">
                  <c:v>7.6162799999999997</c:v>
                </c:pt>
                <c:pt idx="13242">
                  <c:v>7.6165799999999999</c:v>
                </c:pt>
                <c:pt idx="13243">
                  <c:v>7.6168899999999997</c:v>
                </c:pt>
                <c:pt idx="13244">
                  <c:v>7.6171899999999999</c:v>
                </c:pt>
                <c:pt idx="13245">
                  <c:v>7.6174999999999997</c:v>
                </c:pt>
                <c:pt idx="13246">
                  <c:v>7.6177999999999999</c:v>
                </c:pt>
                <c:pt idx="13247">
                  <c:v>7.6181099999999997</c:v>
                </c:pt>
                <c:pt idx="13248">
                  <c:v>7.6184099999999999</c:v>
                </c:pt>
                <c:pt idx="13249">
                  <c:v>7.6187199999999997</c:v>
                </c:pt>
                <c:pt idx="13250">
                  <c:v>7.6190300000000004</c:v>
                </c:pt>
                <c:pt idx="13251">
                  <c:v>7.6193299999999997</c:v>
                </c:pt>
                <c:pt idx="13252">
                  <c:v>7.6196400000000004</c:v>
                </c:pt>
                <c:pt idx="13253">
                  <c:v>7.6199399999999997</c:v>
                </c:pt>
                <c:pt idx="13254">
                  <c:v>7.6202500000000004</c:v>
                </c:pt>
                <c:pt idx="13255">
                  <c:v>7.6205499999999997</c:v>
                </c:pt>
                <c:pt idx="13256">
                  <c:v>7.6208600000000004</c:v>
                </c:pt>
                <c:pt idx="13257">
                  <c:v>7.6211599999999997</c:v>
                </c:pt>
                <c:pt idx="13258">
                  <c:v>7.6214700000000004</c:v>
                </c:pt>
                <c:pt idx="13259">
                  <c:v>7.6217699999999997</c:v>
                </c:pt>
                <c:pt idx="13260">
                  <c:v>7.6220800000000004</c:v>
                </c:pt>
                <c:pt idx="13261">
                  <c:v>7.6223799999999997</c:v>
                </c:pt>
                <c:pt idx="13262">
                  <c:v>7.6226900000000004</c:v>
                </c:pt>
                <c:pt idx="13263">
                  <c:v>7.6230000000000002</c:v>
                </c:pt>
                <c:pt idx="13264">
                  <c:v>7.6233000000000004</c:v>
                </c:pt>
                <c:pt idx="13265">
                  <c:v>7.6236100000000002</c:v>
                </c:pt>
                <c:pt idx="13266">
                  <c:v>7.6239100000000004</c:v>
                </c:pt>
                <c:pt idx="13267">
                  <c:v>7.6242200000000002</c:v>
                </c:pt>
                <c:pt idx="13268">
                  <c:v>7.6245200000000004</c:v>
                </c:pt>
                <c:pt idx="13269">
                  <c:v>7.6248300000000002</c:v>
                </c:pt>
                <c:pt idx="13270">
                  <c:v>7.6251300000000004</c:v>
                </c:pt>
                <c:pt idx="13271">
                  <c:v>7.6254400000000002</c:v>
                </c:pt>
                <c:pt idx="13272">
                  <c:v>7.6257400000000004</c:v>
                </c:pt>
                <c:pt idx="13273">
                  <c:v>7.6260500000000002</c:v>
                </c:pt>
                <c:pt idx="13274">
                  <c:v>7.6263500000000004</c:v>
                </c:pt>
                <c:pt idx="13275">
                  <c:v>7.6266600000000002</c:v>
                </c:pt>
                <c:pt idx="13276">
                  <c:v>7.62697</c:v>
                </c:pt>
                <c:pt idx="13277">
                  <c:v>7.6272700000000002</c:v>
                </c:pt>
                <c:pt idx="13278">
                  <c:v>7.62758</c:v>
                </c:pt>
                <c:pt idx="13279">
                  <c:v>7.6278800000000002</c:v>
                </c:pt>
                <c:pt idx="13280">
                  <c:v>7.62819</c:v>
                </c:pt>
                <c:pt idx="13281">
                  <c:v>7.6284900000000002</c:v>
                </c:pt>
                <c:pt idx="13282">
                  <c:v>7.6288</c:v>
                </c:pt>
                <c:pt idx="13283">
                  <c:v>7.6291000000000002</c:v>
                </c:pt>
                <c:pt idx="13284">
                  <c:v>7.62941</c:v>
                </c:pt>
                <c:pt idx="13285">
                  <c:v>7.6297100000000002</c:v>
                </c:pt>
                <c:pt idx="13286">
                  <c:v>7.63002</c:v>
                </c:pt>
                <c:pt idx="13287">
                  <c:v>7.6303200000000002</c:v>
                </c:pt>
                <c:pt idx="13288">
                  <c:v>7.63063</c:v>
                </c:pt>
                <c:pt idx="13289">
                  <c:v>7.6309399999999998</c:v>
                </c:pt>
                <c:pt idx="13290">
                  <c:v>7.63124</c:v>
                </c:pt>
                <c:pt idx="13291">
                  <c:v>7.6315499999999998</c:v>
                </c:pt>
                <c:pt idx="13292">
                  <c:v>7.63185</c:v>
                </c:pt>
                <c:pt idx="13293">
                  <c:v>7.6321599999999998</c:v>
                </c:pt>
                <c:pt idx="13294">
                  <c:v>7.63246</c:v>
                </c:pt>
                <c:pt idx="13295">
                  <c:v>7.6327699999999998</c:v>
                </c:pt>
                <c:pt idx="13296">
                  <c:v>7.63307</c:v>
                </c:pt>
                <c:pt idx="13297">
                  <c:v>7.6333799999999998</c:v>
                </c:pt>
                <c:pt idx="13298">
                  <c:v>7.63368</c:v>
                </c:pt>
                <c:pt idx="13299">
                  <c:v>7.6339899999999998</c:v>
                </c:pt>
                <c:pt idx="13300">
                  <c:v>7.6342999999999996</c:v>
                </c:pt>
                <c:pt idx="13301">
                  <c:v>7.6345999999999998</c:v>
                </c:pt>
                <c:pt idx="13302">
                  <c:v>7.6349099999999996</c:v>
                </c:pt>
                <c:pt idx="13303">
                  <c:v>7.6352099999999998</c:v>
                </c:pt>
                <c:pt idx="13304">
                  <c:v>7.6355199999999996</c:v>
                </c:pt>
                <c:pt idx="13305">
                  <c:v>7.6358199999999998</c:v>
                </c:pt>
                <c:pt idx="13306">
                  <c:v>7.6361299999999996</c:v>
                </c:pt>
                <c:pt idx="13307">
                  <c:v>7.6364299999999998</c:v>
                </c:pt>
                <c:pt idx="13308">
                  <c:v>7.6367399999999996</c:v>
                </c:pt>
                <c:pt idx="13309">
                  <c:v>7.6370399999999998</c:v>
                </c:pt>
                <c:pt idx="13310">
                  <c:v>7.6373499999999996</c:v>
                </c:pt>
                <c:pt idx="13311">
                  <c:v>7.6376499999999998</c:v>
                </c:pt>
                <c:pt idx="13312">
                  <c:v>7.6379599999999996</c:v>
                </c:pt>
                <c:pt idx="13313">
                  <c:v>7.6382700000000003</c:v>
                </c:pt>
                <c:pt idx="13314">
                  <c:v>7.6385699999999996</c:v>
                </c:pt>
                <c:pt idx="13315">
                  <c:v>7.6388800000000003</c:v>
                </c:pt>
                <c:pt idx="13316">
                  <c:v>7.6391799999999996</c:v>
                </c:pt>
                <c:pt idx="13317">
                  <c:v>7.6394900000000003</c:v>
                </c:pt>
                <c:pt idx="13318">
                  <c:v>7.6397899999999996</c:v>
                </c:pt>
                <c:pt idx="13319">
                  <c:v>7.6401000000000003</c:v>
                </c:pt>
                <c:pt idx="13320">
                  <c:v>7.6403999999999996</c:v>
                </c:pt>
                <c:pt idx="13321">
                  <c:v>7.6407100000000003</c:v>
                </c:pt>
                <c:pt idx="13322">
                  <c:v>7.6410099999999996</c:v>
                </c:pt>
                <c:pt idx="13323">
                  <c:v>7.6413200000000003</c:v>
                </c:pt>
                <c:pt idx="13324">
                  <c:v>7.6416199999999996</c:v>
                </c:pt>
                <c:pt idx="13325">
                  <c:v>7.6419300000000003</c:v>
                </c:pt>
                <c:pt idx="13326">
                  <c:v>7.6422400000000001</c:v>
                </c:pt>
                <c:pt idx="13327">
                  <c:v>7.6425400000000003</c:v>
                </c:pt>
                <c:pt idx="13328">
                  <c:v>7.6428500000000001</c:v>
                </c:pt>
                <c:pt idx="13329">
                  <c:v>7.6431500000000003</c:v>
                </c:pt>
                <c:pt idx="13330">
                  <c:v>7.6434600000000001</c:v>
                </c:pt>
                <c:pt idx="13331">
                  <c:v>7.6437600000000003</c:v>
                </c:pt>
                <c:pt idx="13332">
                  <c:v>7.6440700000000001</c:v>
                </c:pt>
                <c:pt idx="13333">
                  <c:v>7.6443700000000003</c:v>
                </c:pt>
                <c:pt idx="13334">
                  <c:v>7.6446800000000001</c:v>
                </c:pt>
                <c:pt idx="13335">
                  <c:v>7.6449800000000003</c:v>
                </c:pt>
                <c:pt idx="13336">
                  <c:v>7.6452900000000001</c:v>
                </c:pt>
                <c:pt idx="13337">
                  <c:v>7.6455900000000003</c:v>
                </c:pt>
                <c:pt idx="13338">
                  <c:v>7.6459000000000001</c:v>
                </c:pt>
                <c:pt idx="13339">
                  <c:v>7.64621</c:v>
                </c:pt>
                <c:pt idx="13340">
                  <c:v>7.6465100000000001</c:v>
                </c:pt>
                <c:pt idx="13341">
                  <c:v>7.64682</c:v>
                </c:pt>
                <c:pt idx="13342">
                  <c:v>7.6471200000000001</c:v>
                </c:pt>
                <c:pt idx="13343">
                  <c:v>7.6474299999999999</c:v>
                </c:pt>
                <c:pt idx="13344">
                  <c:v>7.6477300000000001</c:v>
                </c:pt>
                <c:pt idx="13345">
                  <c:v>7.6480399999999999</c:v>
                </c:pt>
                <c:pt idx="13346">
                  <c:v>7.6483400000000001</c:v>
                </c:pt>
                <c:pt idx="13347">
                  <c:v>7.6486499999999999</c:v>
                </c:pt>
                <c:pt idx="13348">
                  <c:v>7.6489500000000001</c:v>
                </c:pt>
                <c:pt idx="13349">
                  <c:v>7.6492599999999999</c:v>
                </c:pt>
                <c:pt idx="13350">
                  <c:v>7.6495699999999998</c:v>
                </c:pt>
                <c:pt idx="13351">
                  <c:v>7.6498699999999999</c:v>
                </c:pt>
                <c:pt idx="13352">
                  <c:v>7.6501799999999998</c:v>
                </c:pt>
                <c:pt idx="13353">
                  <c:v>7.6504799999999999</c:v>
                </c:pt>
                <c:pt idx="13354">
                  <c:v>7.6507899999999998</c:v>
                </c:pt>
                <c:pt idx="13355">
                  <c:v>7.6510899999999999</c:v>
                </c:pt>
                <c:pt idx="13356">
                  <c:v>7.6513999999999998</c:v>
                </c:pt>
                <c:pt idx="13357">
                  <c:v>7.6516999999999999</c:v>
                </c:pt>
                <c:pt idx="13358">
                  <c:v>7.6520099999999998</c:v>
                </c:pt>
                <c:pt idx="13359">
                  <c:v>7.6523099999999999</c:v>
                </c:pt>
                <c:pt idx="13360">
                  <c:v>7.6526199999999998</c:v>
                </c:pt>
                <c:pt idx="13361">
                  <c:v>7.6529199999999999</c:v>
                </c:pt>
                <c:pt idx="13362">
                  <c:v>7.6532299999999998</c:v>
                </c:pt>
                <c:pt idx="13363">
                  <c:v>7.6535399999999996</c:v>
                </c:pt>
                <c:pt idx="13364">
                  <c:v>7.6538399999999998</c:v>
                </c:pt>
                <c:pt idx="13365">
                  <c:v>7.6541499999999996</c:v>
                </c:pt>
                <c:pt idx="13366">
                  <c:v>7.6544499999999998</c:v>
                </c:pt>
                <c:pt idx="13367">
                  <c:v>7.6547599999999996</c:v>
                </c:pt>
                <c:pt idx="13368">
                  <c:v>7.6550599999999998</c:v>
                </c:pt>
                <c:pt idx="13369">
                  <c:v>7.6553699999999996</c:v>
                </c:pt>
                <c:pt idx="13370">
                  <c:v>7.6556699999999998</c:v>
                </c:pt>
                <c:pt idx="13371">
                  <c:v>7.6559799999999996</c:v>
                </c:pt>
                <c:pt idx="13372">
                  <c:v>7.6562799999999998</c:v>
                </c:pt>
                <c:pt idx="13373">
                  <c:v>7.6565899999999996</c:v>
                </c:pt>
                <c:pt idx="13374">
                  <c:v>7.6568899999999998</c:v>
                </c:pt>
                <c:pt idx="13375">
                  <c:v>7.6571999999999996</c:v>
                </c:pt>
                <c:pt idx="13376">
                  <c:v>7.6575100000000003</c:v>
                </c:pt>
                <c:pt idx="13377">
                  <c:v>7.6578099999999996</c:v>
                </c:pt>
                <c:pt idx="13378">
                  <c:v>7.6581200000000003</c:v>
                </c:pt>
                <c:pt idx="13379">
                  <c:v>7.6584199999999996</c:v>
                </c:pt>
                <c:pt idx="13380">
                  <c:v>7.6587300000000003</c:v>
                </c:pt>
                <c:pt idx="13381">
                  <c:v>7.6590299999999996</c:v>
                </c:pt>
                <c:pt idx="13382">
                  <c:v>7.6593400000000003</c:v>
                </c:pt>
                <c:pt idx="13383">
                  <c:v>7.6596399999999996</c:v>
                </c:pt>
                <c:pt idx="13384">
                  <c:v>7.6599500000000003</c:v>
                </c:pt>
                <c:pt idx="13385">
                  <c:v>7.6602499999999996</c:v>
                </c:pt>
                <c:pt idx="13386">
                  <c:v>7.6605600000000003</c:v>
                </c:pt>
                <c:pt idx="13387">
                  <c:v>7.6608599999999996</c:v>
                </c:pt>
                <c:pt idx="13388">
                  <c:v>7.6611700000000003</c:v>
                </c:pt>
                <c:pt idx="13389">
                  <c:v>7.6614800000000001</c:v>
                </c:pt>
                <c:pt idx="13390">
                  <c:v>7.6617800000000003</c:v>
                </c:pt>
                <c:pt idx="13391">
                  <c:v>7.6620900000000001</c:v>
                </c:pt>
                <c:pt idx="13392">
                  <c:v>7.6623900000000003</c:v>
                </c:pt>
                <c:pt idx="13393">
                  <c:v>7.6627000000000001</c:v>
                </c:pt>
                <c:pt idx="13394">
                  <c:v>7.6630000000000003</c:v>
                </c:pt>
                <c:pt idx="13395">
                  <c:v>7.6633100000000001</c:v>
                </c:pt>
                <c:pt idx="13396">
                  <c:v>7.6636100000000003</c:v>
                </c:pt>
                <c:pt idx="13397">
                  <c:v>7.6639200000000001</c:v>
                </c:pt>
                <c:pt idx="13398">
                  <c:v>7.6642200000000003</c:v>
                </c:pt>
                <c:pt idx="13399">
                  <c:v>7.6645300000000001</c:v>
                </c:pt>
                <c:pt idx="13400">
                  <c:v>7.6648300000000003</c:v>
                </c:pt>
                <c:pt idx="13401">
                  <c:v>7.6651400000000001</c:v>
                </c:pt>
                <c:pt idx="13402">
                  <c:v>7.6654499999999999</c:v>
                </c:pt>
                <c:pt idx="13403">
                  <c:v>7.6657500000000001</c:v>
                </c:pt>
                <c:pt idx="13404">
                  <c:v>7.6660599999999999</c:v>
                </c:pt>
                <c:pt idx="13405">
                  <c:v>7.6663600000000001</c:v>
                </c:pt>
                <c:pt idx="13406">
                  <c:v>7.6666699999999999</c:v>
                </c:pt>
                <c:pt idx="13407">
                  <c:v>7.6669700000000001</c:v>
                </c:pt>
                <c:pt idx="13408">
                  <c:v>7.6672799999999999</c:v>
                </c:pt>
                <c:pt idx="13409">
                  <c:v>7.6675800000000001</c:v>
                </c:pt>
                <c:pt idx="13410">
                  <c:v>7.6678899999999999</c:v>
                </c:pt>
                <c:pt idx="13411">
                  <c:v>7.6681900000000001</c:v>
                </c:pt>
                <c:pt idx="13412">
                  <c:v>7.6684999999999999</c:v>
                </c:pt>
                <c:pt idx="13413">
                  <c:v>7.6688099999999997</c:v>
                </c:pt>
                <c:pt idx="13414">
                  <c:v>7.6691099999999999</c:v>
                </c:pt>
                <c:pt idx="13415">
                  <c:v>7.6694199999999997</c:v>
                </c:pt>
                <c:pt idx="13416">
                  <c:v>7.6697199999999999</c:v>
                </c:pt>
                <c:pt idx="13417">
                  <c:v>7.6700299999999997</c:v>
                </c:pt>
                <c:pt idx="13418">
                  <c:v>7.6703299999999999</c:v>
                </c:pt>
                <c:pt idx="13419">
                  <c:v>7.6706399999999997</c:v>
                </c:pt>
                <c:pt idx="13420">
                  <c:v>7.6709399999999999</c:v>
                </c:pt>
                <c:pt idx="13421">
                  <c:v>7.6712499999999997</c:v>
                </c:pt>
                <c:pt idx="13422">
                  <c:v>7.6715499999999999</c:v>
                </c:pt>
                <c:pt idx="13423">
                  <c:v>7.6718599999999997</c:v>
                </c:pt>
                <c:pt idx="13424">
                  <c:v>7.6721599999999999</c:v>
                </c:pt>
                <c:pt idx="13425">
                  <c:v>7.6724699999999997</c:v>
                </c:pt>
                <c:pt idx="13426">
                  <c:v>7.6727800000000004</c:v>
                </c:pt>
                <c:pt idx="13427">
                  <c:v>7.6730799999999997</c:v>
                </c:pt>
                <c:pt idx="13428">
                  <c:v>7.6733900000000004</c:v>
                </c:pt>
                <c:pt idx="13429">
                  <c:v>7.6736899999999997</c:v>
                </c:pt>
                <c:pt idx="13430">
                  <c:v>7.6740000000000004</c:v>
                </c:pt>
                <c:pt idx="13431">
                  <c:v>7.6742999999999997</c:v>
                </c:pt>
                <c:pt idx="13432">
                  <c:v>7.6746100000000004</c:v>
                </c:pt>
                <c:pt idx="13433">
                  <c:v>7.6749099999999997</c:v>
                </c:pt>
                <c:pt idx="13434">
                  <c:v>7.6752200000000004</c:v>
                </c:pt>
                <c:pt idx="13435">
                  <c:v>7.6755199999999997</c:v>
                </c:pt>
                <c:pt idx="13436">
                  <c:v>7.6758300000000004</c:v>
                </c:pt>
                <c:pt idx="13437">
                  <c:v>7.6761299999999997</c:v>
                </c:pt>
                <c:pt idx="13438">
                  <c:v>7.6764400000000004</c:v>
                </c:pt>
                <c:pt idx="13439">
                  <c:v>7.6767500000000002</c:v>
                </c:pt>
                <c:pt idx="13440">
                  <c:v>7.6770500000000004</c:v>
                </c:pt>
                <c:pt idx="13441">
                  <c:v>7.6773600000000002</c:v>
                </c:pt>
                <c:pt idx="13442">
                  <c:v>7.6776600000000004</c:v>
                </c:pt>
                <c:pt idx="13443">
                  <c:v>7.6779700000000002</c:v>
                </c:pt>
                <c:pt idx="13444">
                  <c:v>7.6782700000000004</c:v>
                </c:pt>
                <c:pt idx="13445">
                  <c:v>7.6785800000000002</c:v>
                </c:pt>
                <c:pt idx="13446">
                  <c:v>7.6788800000000004</c:v>
                </c:pt>
                <c:pt idx="13447">
                  <c:v>7.6791900000000002</c:v>
                </c:pt>
                <c:pt idx="13448">
                  <c:v>7.6794900000000004</c:v>
                </c:pt>
                <c:pt idx="13449">
                  <c:v>7.6798000000000002</c:v>
                </c:pt>
                <c:pt idx="13450">
                  <c:v>7.6801000000000004</c:v>
                </c:pt>
                <c:pt idx="13451">
                  <c:v>7.6804100000000002</c:v>
                </c:pt>
                <c:pt idx="13452">
                  <c:v>7.68072</c:v>
                </c:pt>
                <c:pt idx="13453">
                  <c:v>7.6810200000000002</c:v>
                </c:pt>
                <c:pt idx="13454">
                  <c:v>7.68133</c:v>
                </c:pt>
                <c:pt idx="13455">
                  <c:v>7.6816300000000002</c:v>
                </c:pt>
                <c:pt idx="13456">
                  <c:v>7.68194</c:v>
                </c:pt>
                <c:pt idx="13457">
                  <c:v>7.6822400000000002</c:v>
                </c:pt>
                <c:pt idx="13458">
                  <c:v>7.68255</c:v>
                </c:pt>
                <c:pt idx="13459">
                  <c:v>7.6828500000000002</c:v>
                </c:pt>
                <c:pt idx="13460">
                  <c:v>7.68316</c:v>
                </c:pt>
                <c:pt idx="13461">
                  <c:v>7.6834600000000002</c:v>
                </c:pt>
                <c:pt idx="13462">
                  <c:v>7.68377</c:v>
                </c:pt>
                <c:pt idx="13463">
                  <c:v>7.6840700000000002</c:v>
                </c:pt>
                <c:pt idx="13464">
                  <c:v>7.68438</c:v>
                </c:pt>
                <c:pt idx="13465">
                  <c:v>7.6846899999999998</c:v>
                </c:pt>
                <c:pt idx="13466">
                  <c:v>7.68499</c:v>
                </c:pt>
                <c:pt idx="13467">
                  <c:v>7.6852999999999998</c:v>
                </c:pt>
                <c:pt idx="13468">
                  <c:v>7.6856</c:v>
                </c:pt>
                <c:pt idx="13469">
                  <c:v>7.6859099999999998</c:v>
                </c:pt>
                <c:pt idx="13470">
                  <c:v>7.68621</c:v>
                </c:pt>
                <c:pt idx="13471">
                  <c:v>7.6865199999999998</c:v>
                </c:pt>
                <c:pt idx="13472">
                  <c:v>7.68682</c:v>
                </c:pt>
                <c:pt idx="13473">
                  <c:v>7.6871299999999998</c:v>
                </c:pt>
                <c:pt idx="13474">
                  <c:v>7.68743</c:v>
                </c:pt>
                <c:pt idx="13475">
                  <c:v>7.6877399999999998</c:v>
                </c:pt>
                <c:pt idx="13476">
                  <c:v>7.6880499999999996</c:v>
                </c:pt>
                <c:pt idx="13477">
                  <c:v>7.6883499999999998</c:v>
                </c:pt>
                <c:pt idx="13478">
                  <c:v>7.6886599999999996</c:v>
                </c:pt>
                <c:pt idx="13479">
                  <c:v>7.6889599999999998</c:v>
                </c:pt>
                <c:pt idx="13480">
                  <c:v>7.6892699999999996</c:v>
                </c:pt>
                <c:pt idx="13481">
                  <c:v>7.6895699999999998</c:v>
                </c:pt>
                <c:pt idx="13482">
                  <c:v>7.6898799999999996</c:v>
                </c:pt>
                <c:pt idx="13483">
                  <c:v>7.6901799999999998</c:v>
                </c:pt>
                <c:pt idx="13484">
                  <c:v>7.6904899999999996</c:v>
                </c:pt>
                <c:pt idx="13485">
                  <c:v>7.6907899999999998</c:v>
                </c:pt>
                <c:pt idx="13486">
                  <c:v>7.6910999999999996</c:v>
                </c:pt>
                <c:pt idx="13487">
                  <c:v>7.6913999999999998</c:v>
                </c:pt>
                <c:pt idx="13488">
                  <c:v>7.6917099999999996</c:v>
                </c:pt>
                <c:pt idx="13489">
                  <c:v>7.6920200000000003</c:v>
                </c:pt>
                <c:pt idx="13490">
                  <c:v>7.6923199999999996</c:v>
                </c:pt>
                <c:pt idx="13491">
                  <c:v>7.6926300000000003</c:v>
                </c:pt>
                <c:pt idx="13492">
                  <c:v>7.6929299999999996</c:v>
                </c:pt>
                <c:pt idx="13493">
                  <c:v>7.6932400000000003</c:v>
                </c:pt>
                <c:pt idx="13494">
                  <c:v>7.6935399999999996</c:v>
                </c:pt>
                <c:pt idx="13495">
                  <c:v>7.6938500000000003</c:v>
                </c:pt>
                <c:pt idx="13496">
                  <c:v>7.6941499999999996</c:v>
                </c:pt>
                <c:pt idx="13497">
                  <c:v>7.6944600000000003</c:v>
                </c:pt>
                <c:pt idx="13498">
                  <c:v>7.6947599999999996</c:v>
                </c:pt>
                <c:pt idx="13499">
                  <c:v>7.6950700000000003</c:v>
                </c:pt>
                <c:pt idx="13500">
                  <c:v>7.6953699999999996</c:v>
                </c:pt>
                <c:pt idx="13501">
                  <c:v>7.6956800000000003</c:v>
                </c:pt>
                <c:pt idx="13502">
                  <c:v>7.6959900000000001</c:v>
                </c:pt>
                <c:pt idx="13503">
                  <c:v>7.6962900000000003</c:v>
                </c:pt>
                <c:pt idx="13504">
                  <c:v>7.6966000000000001</c:v>
                </c:pt>
                <c:pt idx="13505">
                  <c:v>7.6969000000000003</c:v>
                </c:pt>
                <c:pt idx="13506">
                  <c:v>7.6972100000000001</c:v>
                </c:pt>
                <c:pt idx="13507">
                  <c:v>7.6975100000000003</c:v>
                </c:pt>
                <c:pt idx="13508">
                  <c:v>7.6978200000000001</c:v>
                </c:pt>
                <c:pt idx="13509">
                  <c:v>7.6981200000000003</c:v>
                </c:pt>
                <c:pt idx="13510">
                  <c:v>7.6984300000000001</c:v>
                </c:pt>
                <c:pt idx="13511">
                  <c:v>7.6987300000000003</c:v>
                </c:pt>
                <c:pt idx="13512">
                  <c:v>7.6990400000000001</c:v>
                </c:pt>
                <c:pt idx="13513">
                  <c:v>7.6993400000000003</c:v>
                </c:pt>
                <c:pt idx="13514">
                  <c:v>7.6996500000000001</c:v>
                </c:pt>
                <c:pt idx="13515">
                  <c:v>7.6999599999999999</c:v>
                </c:pt>
                <c:pt idx="13516">
                  <c:v>7.7002600000000001</c:v>
                </c:pt>
                <c:pt idx="13517">
                  <c:v>7.7005699999999999</c:v>
                </c:pt>
                <c:pt idx="13518">
                  <c:v>7.7008700000000001</c:v>
                </c:pt>
                <c:pt idx="13519">
                  <c:v>7.7011799999999999</c:v>
                </c:pt>
                <c:pt idx="13520">
                  <c:v>7.7014800000000001</c:v>
                </c:pt>
                <c:pt idx="13521">
                  <c:v>7.7017899999999999</c:v>
                </c:pt>
                <c:pt idx="13522">
                  <c:v>7.7020900000000001</c:v>
                </c:pt>
                <c:pt idx="13523">
                  <c:v>7.7023999999999999</c:v>
                </c:pt>
                <c:pt idx="13524">
                  <c:v>7.7027000000000001</c:v>
                </c:pt>
                <c:pt idx="13525">
                  <c:v>7.7030099999999999</c:v>
                </c:pt>
                <c:pt idx="13526">
                  <c:v>7.7033199999999997</c:v>
                </c:pt>
                <c:pt idx="13527">
                  <c:v>7.7036199999999999</c:v>
                </c:pt>
                <c:pt idx="13528">
                  <c:v>7.7039299999999997</c:v>
                </c:pt>
                <c:pt idx="13529">
                  <c:v>7.7042299999999999</c:v>
                </c:pt>
                <c:pt idx="13530">
                  <c:v>7.7045399999999997</c:v>
                </c:pt>
                <c:pt idx="13531">
                  <c:v>7.7048399999999999</c:v>
                </c:pt>
                <c:pt idx="13532">
                  <c:v>7.7051499999999997</c:v>
                </c:pt>
                <c:pt idx="13533">
                  <c:v>7.7054499999999999</c:v>
                </c:pt>
                <c:pt idx="13534">
                  <c:v>7.7057599999999997</c:v>
                </c:pt>
                <c:pt idx="13535">
                  <c:v>7.7060599999999999</c:v>
                </c:pt>
                <c:pt idx="13536">
                  <c:v>7.7063699999999997</c:v>
                </c:pt>
                <c:pt idx="13537">
                  <c:v>7.7066699999999999</c:v>
                </c:pt>
                <c:pt idx="13538">
                  <c:v>7.7069799999999997</c:v>
                </c:pt>
                <c:pt idx="13539">
                  <c:v>7.7072900000000004</c:v>
                </c:pt>
                <c:pt idx="13540">
                  <c:v>7.7075899999999997</c:v>
                </c:pt>
                <c:pt idx="13541">
                  <c:v>7.7079000000000004</c:v>
                </c:pt>
                <c:pt idx="13542">
                  <c:v>7.7081999999999997</c:v>
                </c:pt>
                <c:pt idx="13543">
                  <c:v>7.7085100000000004</c:v>
                </c:pt>
                <c:pt idx="13544">
                  <c:v>7.7088099999999997</c:v>
                </c:pt>
                <c:pt idx="13545">
                  <c:v>7.7091200000000004</c:v>
                </c:pt>
                <c:pt idx="13546">
                  <c:v>7.7094199999999997</c:v>
                </c:pt>
                <c:pt idx="13547">
                  <c:v>7.7097300000000004</c:v>
                </c:pt>
                <c:pt idx="13548">
                  <c:v>7.7100299999999997</c:v>
                </c:pt>
                <c:pt idx="13549">
                  <c:v>7.7103400000000004</c:v>
                </c:pt>
                <c:pt idx="13550">
                  <c:v>7.7106399999999997</c:v>
                </c:pt>
                <c:pt idx="13551">
                  <c:v>7.7109500000000004</c:v>
                </c:pt>
                <c:pt idx="13552">
                  <c:v>7.7112600000000002</c:v>
                </c:pt>
                <c:pt idx="13553">
                  <c:v>7.7115600000000004</c:v>
                </c:pt>
                <c:pt idx="13554">
                  <c:v>7.7118700000000002</c:v>
                </c:pt>
                <c:pt idx="13555">
                  <c:v>7.7121700000000004</c:v>
                </c:pt>
                <c:pt idx="13556">
                  <c:v>7.7124800000000002</c:v>
                </c:pt>
                <c:pt idx="13557">
                  <c:v>7.7127800000000004</c:v>
                </c:pt>
                <c:pt idx="13558">
                  <c:v>7.7130900000000002</c:v>
                </c:pt>
                <c:pt idx="13559">
                  <c:v>7.7133900000000004</c:v>
                </c:pt>
                <c:pt idx="13560">
                  <c:v>7.7137000000000002</c:v>
                </c:pt>
                <c:pt idx="13561">
                  <c:v>7.7140000000000004</c:v>
                </c:pt>
                <c:pt idx="13562">
                  <c:v>7.7143100000000002</c:v>
                </c:pt>
                <c:pt idx="13563">
                  <c:v>7.7146100000000004</c:v>
                </c:pt>
                <c:pt idx="13564">
                  <c:v>7.7149200000000002</c:v>
                </c:pt>
                <c:pt idx="13565">
                  <c:v>7.71523</c:v>
                </c:pt>
                <c:pt idx="13566">
                  <c:v>7.7155300000000002</c:v>
                </c:pt>
                <c:pt idx="13567">
                  <c:v>7.71584</c:v>
                </c:pt>
                <c:pt idx="13568">
                  <c:v>7.7161400000000002</c:v>
                </c:pt>
                <c:pt idx="13569">
                  <c:v>7.71645</c:v>
                </c:pt>
                <c:pt idx="13570">
                  <c:v>7.7167500000000002</c:v>
                </c:pt>
                <c:pt idx="13571">
                  <c:v>7.71706</c:v>
                </c:pt>
                <c:pt idx="13572">
                  <c:v>7.7173600000000002</c:v>
                </c:pt>
                <c:pt idx="13573">
                  <c:v>7.71767</c:v>
                </c:pt>
                <c:pt idx="13574">
                  <c:v>7.7179700000000002</c:v>
                </c:pt>
                <c:pt idx="13575">
                  <c:v>7.71828</c:v>
                </c:pt>
                <c:pt idx="13576">
                  <c:v>7.7185800000000002</c:v>
                </c:pt>
                <c:pt idx="13577">
                  <c:v>7.71889</c:v>
                </c:pt>
                <c:pt idx="13578">
                  <c:v>7.7191999999999998</c:v>
                </c:pt>
                <c:pt idx="13579">
                  <c:v>7.7195</c:v>
                </c:pt>
                <c:pt idx="13580">
                  <c:v>7.7198099999999998</c:v>
                </c:pt>
                <c:pt idx="13581">
                  <c:v>7.72011</c:v>
                </c:pt>
                <c:pt idx="13582">
                  <c:v>7.7204199999999998</c:v>
                </c:pt>
                <c:pt idx="13583">
                  <c:v>7.72072</c:v>
                </c:pt>
                <c:pt idx="13584">
                  <c:v>7.7210299999999998</c:v>
                </c:pt>
                <c:pt idx="13585">
                  <c:v>7.72133</c:v>
                </c:pt>
                <c:pt idx="13586">
                  <c:v>7.7216399999999998</c:v>
                </c:pt>
                <c:pt idx="13587">
                  <c:v>7.72194</c:v>
                </c:pt>
                <c:pt idx="13588">
                  <c:v>7.7222499999999998</c:v>
                </c:pt>
                <c:pt idx="13589">
                  <c:v>7.7225599999999996</c:v>
                </c:pt>
                <c:pt idx="13590">
                  <c:v>7.7228599999999998</c:v>
                </c:pt>
                <c:pt idx="13591">
                  <c:v>7.7231699999999996</c:v>
                </c:pt>
                <c:pt idx="13592">
                  <c:v>7.7234699999999998</c:v>
                </c:pt>
                <c:pt idx="13593">
                  <c:v>7.7237799999999996</c:v>
                </c:pt>
                <c:pt idx="13594">
                  <c:v>7.7240799999999998</c:v>
                </c:pt>
                <c:pt idx="13595">
                  <c:v>7.7243899999999996</c:v>
                </c:pt>
                <c:pt idx="13596">
                  <c:v>7.7246899999999998</c:v>
                </c:pt>
                <c:pt idx="13597">
                  <c:v>7.7249999999999996</c:v>
                </c:pt>
                <c:pt idx="13598">
                  <c:v>7.7252999999999998</c:v>
                </c:pt>
                <c:pt idx="13599">
                  <c:v>7.7256099999999996</c:v>
                </c:pt>
                <c:pt idx="13600">
                  <c:v>7.7259099999999998</c:v>
                </c:pt>
                <c:pt idx="13601">
                  <c:v>7.7262199999999996</c:v>
                </c:pt>
                <c:pt idx="13602">
                  <c:v>7.7265300000000003</c:v>
                </c:pt>
                <c:pt idx="13603">
                  <c:v>7.7268299999999996</c:v>
                </c:pt>
                <c:pt idx="13604">
                  <c:v>7.7271400000000003</c:v>
                </c:pt>
                <c:pt idx="13605">
                  <c:v>7.7274399999999996</c:v>
                </c:pt>
                <c:pt idx="13606">
                  <c:v>7.7277500000000003</c:v>
                </c:pt>
                <c:pt idx="13607">
                  <c:v>7.7280499999999996</c:v>
                </c:pt>
                <c:pt idx="13608">
                  <c:v>7.7283600000000003</c:v>
                </c:pt>
                <c:pt idx="13609">
                  <c:v>7.7286599999999996</c:v>
                </c:pt>
                <c:pt idx="13610">
                  <c:v>7.7289700000000003</c:v>
                </c:pt>
                <c:pt idx="13611">
                  <c:v>7.7292699999999996</c:v>
                </c:pt>
                <c:pt idx="13612">
                  <c:v>7.7295800000000003</c:v>
                </c:pt>
                <c:pt idx="13613">
                  <c:v>7.7298799999999996</c:v>
                </c:pt>
                <c:pt idx="13614">
                  <c:v>7.7301900000000003</c:v>
                </c:pt>
                <c:pt idx="13615">
                  <c:v>7.7305000000000001</c:v>
                </c:pt>
                <c:pt idx="13616">
                  <c:v>7.7308000000000003</c:v>
                </c:pt>
                <c:pt idx="13617">
                  <c:v>7.7311100000000001</c:v>
                </c:pt>
                <c:pt idx="13618">
                  <c:v>7.7314100000000003</c:v>
                </c:pt>
                <c:pt idx="13619">
                  <c:v>7.7317200000000001</c:v>
                </c:pt>
                <c:pt idx="13620">
                  <c:v>7.7320200000000003</c:v>
                </c:pt>
                <c:pt idx="13621">
                  <c:v>7.7323300000000001</c:v>
                </c:pt>
                <c:pt idx="13622">
                  <c:v>7.7326300000000003</c:v>
                </c:pt>
                <c:pt idx="13623">
                  <c:v>7.7329400000000001</c:v>
                </c:pt>
                <c:pt idx="13624">
                  <c:v>7.7332400000000003</c:v>
                </c:pt>
                <c:pt idx="13625">
                  <c:v>7.7335500000000001</c:v>
                </c:pt>
                <c:pt idx="13626">
                  <c:v>7.7338500000000003</c:v>
                </c:pt>
                <c:pt idx="13627">
                  <c:v>7.7341600000000001</c:v>
                </c:pt>
                <c:pt idx="13628">
                  <c:v>7.73447</c:v>
                </c:pt>
                <c:pt idx="13629">
                  <c:v>7.7347700000000001</c:v>
                </c:pt>
                <c:pt idx="13630">
                  <c:v>7.73508</c:v>
                </c:pt>
                <c:pt idx="13631">
                  <c:v>7.7353800000000001</c:v>
                </c:pt>
                <c:pt idx="13632">
                  <c:v>7.73569</c:v>
                </c:pt>
                <c:pt idx="13633">
                  <c:v>7.7359900000000001</c:v>
                </c:pt>
                <c:pt idx="13634">
                  <c:v>7.7363</c:v>
                </c:pt>
                <c:pt idx="13635">
                  <c:v>7.7366000000000001</c:v>
                </c:pt>
                <c:pt idx="13636">
                  <c:v>7.73691</c:v>
                </c:pt>
                <c:pt idx="13637">
                  <c:v>7.7372100000000001</c:v>
                </c:pt>
                <c:pt idx="13638">
                  <c:v>7.73752</c:v>
                </c:pt>
                <c:pt idx="13639">
                  <c:v>7.7378200000000001</c:v>
                </c:pt>
                <c:pt idx="13640">
                  <c:v>7.73813</c:v>
                </c:pt>
                <c:pt idx="13641">
                  <c:v>7.7384399999999998</c:v>
                </c:pt>
                <c:pt idx="13642">
                  <c:v>7.73874</c:v>
                </c:pt>
                <c:pt idx="13643">
                  <c:v>7.7390499999999998</c:v>
                </c:pt>
                <c:pt idx="13644">
                  <c:v>7.73935</c:v>
                </c:pt>
                <c:pt idx="13645">
                  <c:v>7.7396599999999998</c:v>
                </c:pt>
                <c:pt idx="13646">
                  <c:v>7.73996</c:v>
                </c:pt>
                <c:pt idx="13647">
                  <c:v>7.7402699999999998</c:v>
                </c:pt>
                <c:pt idx="13648">
                  <c:v>7.74057</c:v>
                </c:pt>
                <c:pt idx="13649">
                  <c:v>7.7408799999999998</c:v>
                </c:pt>
                <c:pt idx="13650">
                  <c:v>7.7411799999999999</c:v>
                </c:pt>
                <c:pt idx="13651">
                  <c:v>7.7414899999999998</c:v>
                </c:pt>
                <c:pt idx="13652">
                  <c:v>7.7417999999999996</c:v>
                </c:pt>
                <c:pt idx="13653">
                  <c:v>7.7420999999999998</c:v>
                </c:pt>
                <c:pt idx="13654">
                  <c:v>7.7424099999999996</c:v>
                </c:pt>
                <c:pt idx="13655">
                  <c:v>7.7427099999999998</c:v>
                </c:pt>
                <c:pt idx="13656">
                  <c:v>7.7430199999999996</c:v>
                </c:pt>
                <c:pt idx="13657">
                  <c:v>7.7433199999999998</c:v>
                </c:pt>
                <c:pt idx="13658">
                  <c:v>7.7436299999999996</c:v>
                </c:pt>
                <c:pt idx="13659">
                  <c:v>7.7439299999999998</c:v>
                </c:pt>
                <c:pt idx="13660">
                  <c:v>7.7442399999999996</c:v>
                </c:pt>
                <c:pt idx="13661">
                  <c:v>7.7445399999999998</c:v>
                </c:pt>
                <c:pt idx="13662">
                  <c:v>7.7448499999999996</c:v>
                </c:pt>
                <c:pt idx="13663">
                  <c:v>7.7451499999999998</c:v>
                </c:pt>
                <c:pt idx="13664">
                  <c:v>7.7454599999999996</c:v>
                </c:pt>
                <c:pt idx="13665">
                  <c:v>7.7457700000000003</c:v>
                </c:pt>
                <c:pt idx="13666">
                  <c:v>7.7460699999999996</c:v>
                </c:pt>
                <c:pt idx="13667">
                  <c:v>7.7463800000000003</c:v>
                </c:pt>
                <c:pt idx="13668">
                  <c:v>7.7466799999999996</c:v>
                </c:pt>
                <c:pt idx="13669">
                  <c:v>7.7469900000000003</c:v>
                </c:pt>
                <c:pt idx="13670">
                  <c:v>7.7472899999999996</c:v>
                </c:pt>
                <c:pt idx="13671">
                  <c:v>7.7476000000000003</c:v>
                </c:pt>
                <c:pt idx="13672">
                  <c:v>7.7478999999999996</c:v>
                </c:pt>
                <c:pt idx="13673">
                  <c:v>7.7482100000000003</c:v>
                </c:pt>
                <c:pt idx="13674">
                  <c:v>7.7485099999999996</c:v>
                </c:pt>
                <c:pt idx="13675">
                  <c:v>7.7488200000000003</c:v>
                </c:pt>
                <c:pt idx="13676">
                  <c:v>7.7491199999999996</c:v>
                </c:pt>
                <c:pt idx="13677">
                  <c:v>7.7494300000000003</c:v>
                </c:pt>
                <c:pt idx="13678">
                  <c:v>7.7497400000000001</c:v>
                </c:pt>
                <c:pt idx="13679">
                  <c:v>7.7500400000000003</c:v>
                </c:pt>
                <c:pt idx="13680">
                  <c:v>7.7503500000000001</c:v>
                </c:pt>
                <c:pt idx="13681">
                  <c:v>7.7506500000000003</c:v>
                </c:pt>
                <c:pt idx="13682">
                  <c:v>7.7509600000000001</c:v>
                </c:pt>
                <c:pt idx="13683">
                  <c:v>7.7512600000000003</c:v>
                </c:pt>
                <c:pt idx="13684">
                  <c:v>7.7515700000000001</c:v>
                </c:pt>
                <c:pt idx="13685">
                  <c:v>7.7518700000000003</c:v>
                </c:pt>
                <c:pt idx="13686">
                  <c:v>7.7521800000000001</c:v>
                </c:pt>
                <c:pt idx="13687">
                  <c:v>7.7524800000000003</c:v>
                </c:pt>
                <c:pt idx="13688">
                  <c:v>7.7527900000000001</c:v>
                </c:pt>
                <c:pt idx="13689">
                  <c:v>7.7530900000000003</c:v>
                </c:pt>
                <c:pt idx="13690">
                  <c:v>7.7534000000000001</c:v>
                </c:pt>
                <c:pt idx="13691">
                  <c:v>7.7537099999999999</c:v>
                </c:pt>
                <c:pt idx="13692">
                  <c:v>7.7540100000000001</c:v>
                </c:pt>
                <c:pt idx="13693">
                  <c:v>7.7543199999999999</c:v>
                </c:pt>
                <c:pt idx="13694">
                  <c:v>7.7546200000000001</c:v>
                </c:pt>
                <c:pt idx="13695">
                  <c:v>7.7549299999999999</c:v>
                </c:pt>
                <c:pt idx="13696">
                  <c:v>7.7552300000000001</c:v>
                </c:pt>
                <c:pt idx="13697">
                  <c:v>7.7555399999999999</c:v>
                </c:pt>
                <c:pt idx="13698">
                  <c:v>7.7558400000000001</c:v>
                </c:pt>
                <c:pt idx="13699">
                  <c:v>7.7561499999999999</c:v>
                </c:pt>
                <c:pt idx="13700">
                  <c:v>7.7564500000000001</c:v>
                </c:pt>
                <c:pt idx="13701">
                  <c:v>7.7567599999999999</c:v>
                </c:pt>
                <c:pt idx="13702">
                  <c:v>7.7570699999999997</c:v>
                </c:pt>
                <c:pt idx="13703">
                  <c:v>7.7573699999999999</c:v>
                </c:pt>
                <c:pt idx="13704">
                  <c:v>7.7576799999999997</c:v>
                </c:pt>
                <c:pt idx="13705">
                  <c:v>7.7579799999999999</c:v>
                </c:pt>
                <c:pt idx="13706">
                  <c:v>7.7582899999999997</c:v>
                </c:pt>
                <c:pt idx="13707">
                  <c:v>7.7585899999999999</c:v>
                </c:pt>
                <c:pt idx="13708">
                  <c:v>7.7588999999999997</c:v>
                </c:pt>
                <c:pt idx="13709">
                  <c:v>7.7591999999999999</c:v>
                </c:pt>
                <c:pt idx="13710">
                  <c:v>7.7595099999999997</c:v>
                </c:pt>
                <c:pt idx="13711">
                  <c:v>7.7598099999999999</c:v>
                </c:pt>
                <c:pt idx="13712">
                  <c:v>7.7601199999999997</c:v>
                </c:pt>
                <c:pt idx="13713">
                  <c:v>7.7604199999999999</c:v>
                </c:pt>
                <c:pt idx="13714">
                  <c:v>7.7607299999999997</c:v>
                </c:pt>
                <c:pt idx="13715">
                  <c:v>7.7610400000000004</c:v>
                </c:pt>
                <c:pt idx="13716">
                  <c:v>7.7613399999999997</c:v>
                </c:pt>
                <c:pt idx="13717">
                  <c:v>7.7616500000000004</c:v>
                </c:pt>
                <c:pt idx="13718">
                  <c:v>7.7619499999999997</c:v>
                </c:pt>
                <c:pt idx="13719">
                  <c:v>7.7622600000000004</c:v>
                </c:pt>
                <c:pt idx="13720">
                  <c:v>7.7625599999999997</c:v>
                </c:pt>
                <c:pt idx="13721">
                  <c:v>7.7628700000000004</c:v>
                </c:pt>
                <c:pt idx="13722">
                  <c:v>7.7631699999999997</c:v>
                </c:pt>
                <c:pt idx="13723">
                  <c:v>7.7634800000000004</c:v>
                </c:pt>
                <c:pt idx="13724">
                  <c:v>7.7637799999999997</c:v>
                </c:pt>
                <c:pt idx="13725">
                  <c:v>7.7640900000000004</c:v>
                </c:pt>
                <c:pt idx="13726">
                  <c:v>7.7643899999999997</c:v>
                </c:pt>
                <c:pt idx="13727">
                  <c:v>7.7647000000000004</c:v>
                </c:pt>
                <c:pt idx="13728">
                  <c:v>7.7650100000000002</c:v>
                </c:pt>
                <c:pt idx="13729">
                  <c:v>7.7653100000000004</c:v>
                </c:pt>
                <c:pt idx="13730">
                  <c:v>7.7656200000000002</c:v>
                </c:pt>
                <c:pt idx="13731">
                  <c:v>7.7659200000000004</c:v>
                </c:pt>
                <c:pt idx="13732">
                  <c:v>7.7662300000000002</c:v>
                </c:pt>
                <c:pt idx="13733">
                  <c:v>7.7665300000000004</c:v>
                </c:pt>
                <c:pt idx="13734">
                  <c:v>7.7668400000000002</c:v>
                </c:pt>
                <c:pt idx="13735">
                  <c:v>7.7671400000000004</c:v>
                </c:pt>
                <c:pt idx="13736">
                  <c:v>7.7674500000000002</c:v>
                </c:pt>
                <c:pt idx="13737">
                  <c:v>7.7677500000000004</c:v>
                </c:pt>
                <c:pt idx="13738">
                  <c:v>7.7680600000000002</c:v>
                </c:pt>
                <c:pt idx="13739">
                  <c:v>7.7683600000000004</c:v>
                </c:pt>
                <c:pt idx="13740">
                  <c:v>7.7686700000000002</c:v>
                </c:pt>
                <c:pt idx="13741">
                  <c:v>7.76898</c:v>
                </c:pt>
                <c:pt idx="13742">
                  <c:v>7.7692800000000002</c:v>
                </c:pt>
                <c:pt idx="13743">
                  <c:v>7.76959</c:v>
                </c:pt>
                <c:pt idx="13744">
                  <c:v>7.7698900000000002</c:v>
                </c:pt>
                <c:pt idx="13745">
                  <c:v>7.7702</c:v>
                </c:pt>
                <c:pt idx="13746">
                  <c:v>7.7705000000000002</c:v>
                </c:pt>
                <c:pt idx="13747">
                  <c:v>7.77081</c:v>
                </c:pt>
                <c:pt idx="13748">
                  <c:v>7.7711100000000002</c:v>
                </c:pt>
                <c:pt idx="13749">
                  <c:v>7.77142</c:v>
                </c:pt>
                <c:pt idx="13750">
                  <c:v>7.7717200000000002</c:v>
                </c:pt>
                <c:pt idx="13751">
                  <c:v>7.77203</c:v>
                </c:pt>
                <c:pt idx="13752">
                  <c:v>7.7723300000000002</c:v>
                </c:pt>
                <c:pt idx="13753">
                  <c:v>7.77264</c:v>
                </c:pt>
                <c:pt idx="13754">
                  <c:v>7.7729499999999998</c:v>
                </c:pt>
                <c:pt idx="13755">
                  <c:v>7.77325</c:v>
                </c:pt>
                <c:pt idx="13756">
                  <c:v>7.7735599999999998</c:v>
                </c:pt>
                <c:pt idx="13757">
                  <c:v>7.77386</c:v>
                </c:pt>
                <c:pt idx="13758">
                  <c:v>7.7741699999999998</c:v>
                </c:pt>
                <c:pt idx="13759">
                  <c:v>7.77447</c:v>
                </c:pt>
                <c:pt idx="13760">
                  <c:v>7.7747799999999998</c:v>
                </c:pt>
                <c:pt idx="13761">
                  <c:v>7.77508</c:v>
                </c:pt>
                <c:pt idx="13762">
                  <c:v>7.7753899999999998</c:v>
                </c:pt>
                <c:pt idx="13763">
                  <c:v>7.77569</c:v>
                </c:pt>
                <c:pt idx="13764">
                  <c:v>7.7759999999999998</c:v>
                </c:pt>
                <c:pt idx="13765">
                  <c:v>7.7763099999999996</c:v>
                </c:pt>
                <c:pt idx="13766">
                  <c:v>7.7766099999999998</c:v>
                </c:pt>
                <c:pt idx="13767">
                  <c:v>7.7769199999999996</c:v>
                </c:pt>
                <c:pt idx="13768">
                  <c:v>7.7772199999999998</c:v>
                </c:pt>
                <c:pt idx="13769">
                  <c:v>7.7775299999999996</c:v>
                </c:pt>
                <c:pt idx="13770">
                  <c:v>7.7778299999999998</c:v>
                </c:pt>
                <c:pt idx="13771">
                  <c:v>7.7781399999999996</c:v>
                </c:pt>
                <c:pt idx="13772">
                  <c:v>7.7784399999999998</c:v>
                </c:pt>
                <c:pt idx="13773">
                  <c:v>7.7787499999999996</c:v>
                </c:pt>
                <c:pt idx="13774">
                  <c:v>7.7790499999999998</c:v>
                </c:pt>
                <c:pt idx="13775">
                  <c:v>7.7793599999999996</c:v>
                </c:pt>
                <c:pt idx="13776">
                  <c:v>7.7796599999999998</c:v>
                </c:pt>
                <c:pt idx="13777">
                  <c:v>7.7799699999999996</c:v>
                </c:pt>
                <c:pt idx="13778">
                  <c:v>7.7802800000000003</c:v>
                </c:pt>
                <c:pt idx="13779">
                  <c:v>7.7805799999999996</c:v>
                </c:pt>
                <c:pt idx="13780">
                  <c:v>7.7808900000000003</c:v>
                </c:pt>
                <c:pt idx="13781">
                  <c:v>7.7811899999999996</c:v>
                </c:pt>
                <c:pt idx="13782">
                  <c:v>7.7815000000000003</c:v>
                </c:pt>
                <c:pt idx="13783">
                  <c:v>7.7817999999999996</c:v>
                </c:pt>
                <c:pt idx="13784">
                  <c:v>7.7821100000000003</c:v>
                </c:pt>
                <c:pt idx="13785">
                  <c:v>7.7824099999999996</c:v>
                </c:pt>
                <c:pt idx="13786">
                  <c:v>7.7827200000000003</c:v>
                </c:pt>
                <c:pt idx="13787">
                  <c:v>7.7830199999999996</c:v>
                </c:pt>
                <c:pt idx="13788">
                  <c:v>7.7833300000000003</c:v>
                </c:pt>
                <c:pt idx="13789">
                  <c:v>7.7836299999999996</c:v>
                </c:pt>
                <c:pt idx="13790">
                  <c:v>7.7839400000000003</c:v>
                </c:pt>
                <c:pt idx="13791">
                  <c:v>7.7842500000000001</c:v>
                </c:pt>
                <c:pt idx="13792">
                  <c:v>7.7845500000000003</c:v>
                </c:pt>
                <c:pt idx="13793">
                  <c:v>7.7848600000000001</c:v>
                </c:pt>
                <c:pt idx="13794">
                  <c:v>7.7851600000000003</c:v>
                </c:pt>
                <c:pt idx="13795">
                  <c:v>7.7854700000000001</c:v>
                </c:pt>
                <c:pt idx="13796">
                  <c:v>7.7857700000000003</c:v>
                </c:pt>
                <c:pt idx="13797">
                  <c:v>7.7860800000000001</c:v>
                </c:pt>
                <c:pt idx="13798">
                  <c:v>7.7863800000000003</c:v>
                </c:pt>
                <c:pt idx="13799">
                  <c:v>7.7866900000000001</c:v>
                </c:pt>
                <c:pt idx="13800">
                  <c:v>7.7869900000000003</c:v>
                </c:pt>
                <c:pt idx="13801">
                  <c:v>7.7873000000000001</c:v>
                </c:pt>
                <c:pt idx="13802">
                  <c:v>7.7876000000000003</c:v>
                </c:pt>
                <c:pt idx="13803">
                  <c:v>7.7879100000000001</c:v>
                </c:pt>
                <c:pt idx="13804">
                  <c:v>7.7882199999999999</c:v>
                </c:pt>
                <c:pt idx="13805">
                  <c:v>7.7885200000000001</c:v>
                </c:pt>
                <c:pt idx="13806">
                  <c:v>7.7888299999999999</c:v>
                </c:pt>
                <c:pt idx="13807">
                  <c:v>7.7891300000000001</c:v>
                </c:pt>
                <c:pt idx="13808">
                  <c:v>7.7894399999999999</c:v>
                </c:pt>
                <c:pt idx="13809">
                  <c:v>7.7897400000000001</c:v>
                </c:pt>
                <c:pt idx="13810">
                  <c:v>7.7900499999999999</c:v>
                </c:pt>
                <c:pt idx="13811">
                  <c:v>7.7903500000000001</c:v>
                </c:pt>
                <c:pt idx="13812">
                  <c:v>7.7906599999999999</c:v>
                </c:pt>
                <c:pt idx="13813">
                  <c:v>7.7909600000000001</c:v>
                </c:pt>
                <c:pt idx="13814">
                  <c:v>7.7912699999999999</c:v>
                </c:pt>
                <c:pt idx="13815">
                  <c:v>7.7915700000000001</c:v>
                </c:pt>
                <c:pt idx="13816">
                  <c:v>7.7918799999999999</c:v>
                </c:pt>
                <c:pt idx="13817">
                  <c:v>7.7921899999999997</c:v>
                </c:pt>
                <c:pt idx="13818">
                  <c:v>7.7924899999999999</c:v>
                </c:pt>
                <c:pt idx="13819">
                  <c:v>7.7927999999999997</c:v>
                </c:pt>
                <c:pt idx="13820">
                  <c:v>7.7930999999999999</c:v>
                </c:pt>
                <c:pt idx="13821">
                  <c:v>7.7934099999999997</c:v>
                </c:pt>
                <c:pt idx="13822">
                  <c:v>7.7937099999999999</c:v>
                </c:pt>
                <c:pt idx="13823">
                  <c:v>7.7940199999999997</c:v>
                </c:pt>
                <c:pt idx="13824">
                  <c:v>7.7943199999999999</c:v>
                </c:pt>
                <c:pt idx="13825">
                  <c:v>7.7946299999999997</c:v>
                </c:pt>
                <c:pt idx="13826">
                  <c:v>7.7949299999999999</c:v>
                </c:pt>
                <c:pt idx="13827">
                  <c:v>7.7952399999999997</c:v>
                </c:pt>
                <c:pt idx="13828">
                  <c:v>7.7955500000000004</c:v>
                </c:pt>
                <c:pt idx="13829">
                  <c:v>7.7958499999999997</c:v>
                </c:pt>
                <c:pt idx="13830">
                  <c:v>7.7961600000000004</c:v>
                </c:pt>
                <c:pt idx="13831">
                  <c:v>7.7964599999999997</c:v>
                </c:pt>
                <c:pt idx="13832">
                  <c:v>7.7967700000000004</c:v>
                </c:pt>
                <c:pt idx="13833">
                  <c:v>7.7970699999999997</c:v>
                </c:pt>
                <c:pt idx="13834">
                  <c:v>7.7973800000000004</c:v>
                </c:pt>
                <c:pt idx="13835">
                  <c:v>7.7976799999999997</c:v>
                </c:pt>
                <c:pt idx="13836">
                  <c:v>7.7979900000000004</c:v>
                </c:pt>
                <c:pt idx="13837">
                  <c:v>7.7982899999999997</c:v>
                </c:pt>
                <c:pt idx="13838">
                  <c:v>7.7986000000000004</c:v>
                </c:pt>
                <c:pt idx="13839">
                  <c:v>7.7988999999999997</c:v>
                </c:pt>
                <c:pt idx="13840">
                  <c:v>7.7992100000000004</c:v>
                </c:pt>
                <c:pt idx="13841">
                  <c:v>7.7995200000000002</c:v>
                </c:pt>
                <c:pt idx="13842">
                  <c:v>7.7998200000000004</c:v>
                </c:pt>
                <c:pt idx="13843">
                  <c:v>7.8001300000000002</c:v>
                </c:pt>
                <c:pt idx="13844">
                  <c:v>7.8004300000000004</c:v>
                </c:pt>
                <c:pt idx="13845">
                  <c:v>7.8007400000000002</c:v>
                </c:pt>
                <c:pt idx="13846">
                  <c:v>7.8010400000000004</c:v>
                </c:pt>
                <c:pt idx="13847">
                  <c:v>7.8013500000000002</c:v>
                </c:pt>
                <c:pt idx="13848">
                  <c:v>7.8016500000000004</c:v>
                </c:pt>
                <c:pt idx="13849">
                  <c:v>7.8019600000000002</c:v>
                </c:pt>
                <c:pt idx="13850">
                  <c:v>7.8022600000000004</c:v>
                </c:pt>
                <c:pt idx="13851">
                  <c:v>7.8025700000000002</c:v>
                </c:pt>
                <c:pt idx="13852">
                  <c:v>7.8028700000000004</c:v>
                </c:pt>
                <c:pt idx="13853">
                  <c:v>7.8031800000000002</c:v>
                </c:pt>
                <c:pt idx="13854">
                  <c:v>7.80349</c:v>
                </c:pt>
                <c:pt idx="13855">
                  <c:v>7.8037900000000002</c:v>
                </c:pt>
                <c:pt idx="13856">
                  <c:v>7.8041</c:v>
                </c:pt>
                <c:pt idx="13857">
                  <c:v>7.8044000000000002</c:v>
                </c:pt>
                <c:pt idx="13858">
                  <c:v>7.80471</c:v>
                </c:pt>
                <c:pt idx="13859">
                  <c:v>7.8050100000000002</c:v>
                </c:pt>
                <c:pt idx="13860">
                  <c:v>7.80532</c:v>
                </c:pt>
                <c:pt idx="13861">
                  <c:v>7.8056200000000002</c:v>
                </c:pt>
                <c:pt idx="13862">
                  <c:v>7.80593</c:v>
                </c:pt>
                <c:pt idx="13863">
                  <c:v>7.8062300000000002</c:v>
                </c:pt>
                <c:pt idx="13864">
                  <c:v>7.80654</c:v>
                </c:pt>
                <c:pt idx="13865">
                  <c:v>7.8068400000000002</c:v>
                </c:pt>
                <c:pt idx="13866">
                  <c:v>7.80715</c:v>
                </c:pt>
                <c:pt idx="13867">
                  <c:v>7.8074599999999998</c:v>
                </c:pt>
                <c:pt idx="13868">
                  <c:v>7.80776</c:v>
                </c:pt>
                <c:pt idx="13869">
                  <c:v>7.8080699999999998</c:v>
                </c:pt>
                <c:pt idx="13870">
                  <c:v>7.80837</c:v>
                </c:pt>
                <c:pt idx="13871">
                  <c:v>7.8086799999999998</c:v>
                </c:pt>
                <c:pt idx="13872">
                  <c:v>7.80898</c:v>
                </c:pt>
                <c:pt idx="13873">
                  <c:v>7.8092899999999998</c:v>
                </c:pt>
                <c:pt idx="13874">
                  <c:v>7.80959</c:v>
                </c:pt>
                <c:pt idx="13875">
                  <c:v>7.8098999999999998</c:v>
                </c:pt>
                <c:pt idx="13876">
                  <c:v>7.8102</c:v>
                </c:pt>
                <c:pt idx="13877">
                  <c:v>7.8105099999999998</c:v>
                </c:pt>
                <c:pt idx="13878">
                  <c:v>7.81081</c:v>
                </c:pt>
                <c:pt idx="13879">
                  <c:v>7.8111199999999998</c:v>
                </c:pt>
                <c:pt idx="13880">
                  <c:v>7.8114299999999997</c:v>
                </c:pt>
                <c:pt idx="13881">
                  <c:v>7.8117299999999998</c:v>
                </c:pt>
                <c:pt idx="13882">
                  <c:v>7.8120399999999997</c:v>
                </c:pt>
                <c:pt idx="13883">
                  <c:v>7.8123399999999998</c:v>
                </c:pt>
                <c:pt idx="13884">
                  <c:v>7.8126499999999997</c:v>
                </c:pt>
                <c:pt idx="13885">
                  <c:v>7.8129499999999998</c:v>
                </c:pt>
                <c:pt idx="13886">
                  <c:v>7.8132599999999996</c:v>
                </c:pt>
                <c:pt idx="13887">
                  <c:v>7.8135599999999998</c:v>
                </c:pt>
                <c:pt idx="13888">
                  <c:v>7.8138699999999996</c:v>
                </c:pt>
                <c:pt idx="13889">
                  <c:v>7.8141699999999998</c:v>
                </c:pt>
                <c:pt idx="13890">
                  <c:v>7.8144799999999996</c:v>
                </c:pt>
                <c:pt idx="13891">
                  <c:v>7.8147900000000003</c:v>
                </c:pt>
                <c:pt idx="13892">
                  <c:v>7.8150899999999996</c:v>
                </c:pt>
                <c:pt idx="13893">
                  <c:v>7.8154000000000003</c:v>
                </c:pt>
                <c:pt idx="13894">
                  <c:v>7.8156999999999996</c:v>
                </c:pt>
                <c:pt idx="13895">
                  <c:v>7.8160100000000003</c:v>
                </c:pt>
                <c:pt idx="13896">
                  <c:v>7.8163099999999996</c:v>
                </c:pt>
                <c:pt idx="13897">
                  <c:v>7.8166200000000003</c:v>
                </c:pt>
                <c:pt idx="13898">
                  <c:v>7.8169199999999996</c:v>
                </c:pt>
                <c:pt idx="13899">
                  <c:v>7.8172300000000003</c:v>
                </c:pt>
                <c:pt idx="13900">
                  <c:v>7.8175299999999996</c:v>
                </c:pt>
                <c:pt idx="13901">
                  <c:v>7.8178400000000003</c:v>
                </c:pt>
                <c:pt idx="13902">
                  <c:v>7.8181399999999996</c:v>
                </c:pt>
                <c:pt idx="13903">
                  <c:v>7.8184500000000003</c:v>
                </c:pt>
                <c:pt idx="13904">
                  <c:v>7.8187600000000002</c:v>
                </c:pt>
                <c:pt idx="13905">
                  <c:v>7.8190600000000003</c:v>
                </c:pt>
                <c:pt idx="13906">
                  <c:v>7.8193700000000002</c:v>
                </c:pt>
                <c:pt idx="13907">
                  <c:v>7.8196700000000003</c:v>
                </c:pt>
                <c:pt idx="13908">
                  <c:v>7.8199800000000002</c:v>
                </c:pt>
                <c:pt idx="13909">
                  <c:v>7.8202800000000003</c:v>
                </c:pt>
                <c:pt idx="13910">
                  <c:v>7.8205900000000002</c:v>
                </c:pt>
                <c:pt idx="13911">
                  <c:v>7.8208900000000003</c:v>
                </c:pt>
                <c:pt idx="13912">
                  <c:v>7.8212000000000002</c:v>
                </c:pt>
                <c:pt idx="13913">
                  <c:v>7.8215000000000003</c:v>
                </c:pt>
                <c:pt idx="13914">
                  <c:v>7.8218100000000002</c:v>
                </c:pt>
                <c:pt idx="13915">
                  <c:v>7.8221100000000003</c:v>
                </c:pt>
                <c:pt idx="13916">
                  <c:v>7.8224200000000002</c:v>
                </c:pt>
                <c:pt idx="13917">
                  <c:v>7.82273</c:v>
                </c:pt>
                <c:pt idx="13918">
                  <c:v>7.8230300000000002</c:v>
                </c:pt>
                <c:pt idx="13919">
                  <c:v>7.82334</c:v>
                </c:pt>
                <c:pt idx="13920">
                  <c:v>7.8236400000000001</c:v>
                </c:pt>
                <c:pt idx="13921">
                  <c:v>7.82395</c:v>
                </c:pt>
                <c:pt idx="13922">
                  <c:v>7.8242500000000001</c:v>
                </c:pt>
                <c:pt idx="13923">
                  <c:v>7.82456</c:v>
                </c:pt>
                <c:pt idx="13924">
                  <c:v>7.8248600000000001</c:v>
                </c:pt>
                <c:pt idx="13925">
                  <c:v>7.82517</c:v>
                </c:pt>
                <c:pt idx="13926">
                  <c:v>7.8254700000000001</c:v>
                </c:pt>
                <c:pt idx="13927">
                  <c:v>7.82578</c:v>
                </c:pt>
                <c:pt idx="13928">
                  <c:v>7.8260800000000001</c:v>
                </c:pt>
              </c:numCache>
            </c:numRef>
          </c:xVal>
          <c:yVal>
            <c:numRef>
              <c:f>'Se-M_eth1x'!$B$1:$B$13929</c:f>
              <c:numCache>
                <c:formatCode>General</c:formatCode>
                <c:ptCount val="13929"/>
                <c:pt idx="0">
                  <c:v>5.7670000000000003</c:v>
                </c:pt>
                <c:pt idx="1">
                  <c:v>5.7177800000000003</c:v>
                </c:pt>
                <c:pt idx="2">
                  <c:v>5.3608399999999996</c:v>
                </c:pt>
                <c:pt idx="3">
                  <c:v>5.1980500000000003</c:v>
                </c:pt>
                <c:pt idx="4">
                  <c:v>4.9471299999999996</c:v>
                </c:pt>
                <c:pt idx="5">
                  <c:v>4.8702199999999998</c:v>
                </c:pt>
                <c:pt idx="6">
                  <c:v>4.78735</c:v>
                </c:pt>
                <c:pt idx="7">
                  <c:v>4.82369</c:v>
                </c:pt>
                <c:pt idx="8">
                  <c:v>4.8255299999999997</c:v>
                </c:pt>
                <c:pt idx="9">
                  <c:v>4.8553100000000002</c:v>
                </c:pt>
                <c:pt idx="10">
                  <c:v>4.3843199999999998</c:v>
                </c:pt>
                <c:pt idx="11">
                  <c:v>4.13856</c:v>
                </c:pt>
                <c:pt idx="12">
                  <c:v>4.3558399999999997</c:v>
                </c:pt>
                <c:pt idx="13">
                  <c:v>4.3278499999999998</c:v>
                </c:pt>
                <c:pt idx="14">
                  <c:v>4.0789400000000002</c:v>
                </c:pt>
                <c:pt idx="15">
                  <c:v>3.8757100000000002</c:v>
                </c:pt>
                <c:pt idx="16">
                  <c:v>4.1271500000000003</c:v>
                </c:pt>
                <c:pt idx="17">
                  <c:v>4.3313300000000003</c:v>
                </c:pt>
                <c:pt idx="18">
                  <c:v>4.1407400000000001</c:v>
                </c:pt>
                <c:pt idx="19">
                  <c:v>3.9210799999999999</c:v>
                </c:pt>
                <c:pt idx="20">
                  <c:v>3.7939500000000002</c:v>
                </c:pt>
                <c:pt idx="21">
                  <c:v>3.9043999999999999</c:v>
                </c:pt>
                <c:pt idx="22">
                  <c:v>4.1648199999999997</c:v>
                </c:pt>
                <c:pt idx="23">
                  <c:v>4.2156000000000002</c:v>
                </c:pt>
                <c:pt idx="24">
                  <c:v>3.9024899999999998</c:v>
                </c:pt>
                <c:pt idx="25">
                  <c:v>3.73136</c:v>
                </c:pt>
                <c:pt idx="26">
                  <c:v>3.7978200000000002</c:v>
                </c:pt>
                <c:pt idx="27">
                  <c:v>3.78687</c:v>
                </c:pt>
                <c:pt idx="28">
                  <c:v>3.6147800000000001</c:v>
                </c:pt>
                <c:pt idx="29">
                  <c:v>3.5339900000000002</c:v>
                </c:pt>
                <c:pt idx="30">
                  <c:v>3.6943999999999999</c:v>
                </c:pt>
                <c:pt idx="31">
                  <c:v>3.5855299999999999</c:v>
                </c:pt>
                <c:pt idx="32">
                  <c:v>3.2665899999999999</c:v>
                </c:pt>
                <c:pt idx="33">
                  <c:v>3.1484399999999999</c:v>
                </c:pt>
                <c:pt idx="34">
                  <c:v>3.54698</c:v>
                </c:pt>
                <c:pt idx="35">
                  <c:v>4.3346200000000001</c:v>
                </c:pt>
                <c:pt idx="36">
                  <c:v>5.0479799999999999</c:v>
                </c:pt>
                <c:pt idx="37">
                  <c:v>4.9770599999999998</c:v>
                </c:pt>
                <c:pt idx="38">
                  <c:v>4.6317000000000004</c:v>
                </c:pt>
                <c:pt idx="39">
                  <c:v>4.2031900000000002</c:v>
                </c:pt>
                <c:pt idx="40">
                  <c:v>3.6169600000000002</c:v>
                </c:pt>
                <c:pt idx="41">
                  <c:v>3.6891099999999999</c:v>
                </c:pt>
                <c:pt idx="42">
                  <c:v>4.0146499999999996</c:v>
                </c:pt>
                <c:pt idx="43">
                  <c:v>4.0067500000000003</c:v>
                </c:pt>
                <c:pt idx="44">
                  <c:v>3.7885300000000002</c:v>
                </c:pt>
                <c:pt idx="45">
                  <c:v>3.3050000000000002</c:v>
                </c:pt>
                <c:pt idx="46">
                  <c:v>3.2099700000000002</c:v>
                </c:pt>
                <c:pt idx="47">
                  <c:v>3.3952399999999998</c:v>
                </c:pt>
                <c:pt idx="48">
                  <c:v>3.55863</c:v>
                </c:pt>
                <c:pt idx="49">
                  <c:v>3.4335300000000002</c:v>
                </c:pt>
                <c:pt idx="50">
                  <c:v>3.2955899999999998</c:v>
                </c:pt>
                <c:pt idx="51">
                  <c:v>3.5173999999999999</c:v>
                </c:pt>
                <c:pt idx="52">
                  <c:v>3.7160600000000001</c:v>
                </c:pt>
                <c:pt idx="53">
                  <c:v>3.7423899999999999</c:v>
                </c:pt>
                <c:pt idx="54">
                  <c:v>3.8546200000000002</c:v>
                </c:pt>
                <c:pt idx="55">
                  <c:v>4.1274800000000003</c:v>
                </c:pt>
                <c:pt idx="56">
                  <c:v>4.4364600000000003</c:v>
                </c:pt>
                <c:pt idx="57">
                  <c:v>4.2793999999999999</c:v>
                </c:pt>
                <c:pt idx="58">
                  <c:v>4.3475900000000003</c:v>
                </c:pt>
                <c:pt idx="59">
                  <c:v>4.47262</c:v>
                </c:pt>
                <c:pt idx="60">
                  <c:v>4.8566700000000003</c:v>
                </c:pt>
                <c:pt idx="61">
                  <c:v>4.9863900000000001</c:v>
                </c:pt>
                <c:pt idx="62">
                  <c:v>5.0046600000000003</c:v>
                </c:pt>
                <c:pt idx="63">
                  <c:v>4.8287399999999998</c:v>
                </c:pt>
                <c:pt idx="64">
                  <c:v>4.6325200000000004</c:v>
                </c:pt>
                <c:pt idx="65">
                  <c:v>4.7265100000000002</c:v>
                </c:pt>
                <c:pt idx="66">
                  <c:v>4.6871900000000002</c:v>
                </c:pt>
                <c:pt idx="67">
                  <c:v>4.8182700000000001</c:v>
                </c:pt>
                <c:pt idx="68">
                  <c:v>5.0250399999999997</c:v>
                </c:pt>
                <c:pt idx="69">
                  <c:v>5.1087800000000003</c:v>
                </c:pt>
                <c:pt idx="70">
                  <c:v>4.6644699999999997</c:v>
                </c:pt>
                <c:pt idx="71">
                  <c:v>4.5109000000000004</c:v>
                </c:pt>
                <c:pt idx="72">
                  <c:v>4.4897200000000002</c:v>
                </c:pt>
                <c:pt idx="73">
                  <c:v>4.5349700000000004</c:v>
                </c:pt>
                <c:pt idx="74">
                  <c:v>4.8906999999999998</c:v>
                </c:pt>
                <c:pt idx="75">
                  <c:v>4.7652200000000002</c:v>
                </c:pt>
                <c:pt idx="76">
                  <c:v>4.4018499999999996</c:v>
                </c:pt>
                <c:pt idx="77">
                  <c:v>4.0956999999999999</c:v>
                </c:pt>
                <c:pt idx="78">
                  <c:v>3.7904599999999999</c:v>
                </c:pt>
                <c:pt idx="79">
                  <c:v>4.0341800000000001</c:v>
                </c:pt>
                <c:pt idx="80">
                  <c:v>4.4038599999999999</c:v>
                </c:pt>
                <c:pt idx="81">
                  <c:v>4.5654599999999999</c:v>
                </c:pt>
                <c:pt idx="82">
                  <c:v>4.6025900000000002</c:v>
                </c:pt>
                <c:pt idx="83">
                  <c:v>4.3606600000000002</c:v>
                </c:pt>
                <c:pt idx="84">
                  <c:v>4.0524100000000001</c:v>
                </c:pt>
                <c:pt idx="85">
                  <c:v>3.5831499999999998</c:v>
                </c:pt>
                <c:pt idx="86">
                  <c:v>3.2719999999999998</c:v>
                </c:pt>
                <c:pt idx="87">
                  <c:v>3.2324199999999998</c:v>
                </c:pt>
                <c:pt idx="88">
                  <c:v>3.40787</c:v>
                </c:pt>
                <c:pt idx="89">
                  <c:v>3.70364</c:v>
                </c:pt>
                <c:pt idx="90">
                  <c:v>3.9937499999999999</c:v>
                </c:pt>
                <c:pt idx="91">
                  <c:v>3.5787599999999999</c:v>
                </c:pt>
                <c:pt idx="92">
                  <c:v>3.1337700000000002</c:v>
                </c:pt>
                <c:pt idx="93">
                  <c:v>3.3376100000000002</c:v>
                </c:pt>
                <c:pt idx="94">
                  <c:v>3.7395800000000001</c:v>
                </c:pt>
                <c:pt idx="95">
                  <c:v>3.9074900000000001</c:v>
                </c:pt>
                <c:pt idx="96">
                  <c:v>3.9270399999999999</c:v>
                </c:pt>
                <c:pt idx="97">
                  <c:v>3.8566400000000001</c:v>
                </c:pt>
                <c:pt idx="98">
                  <c:v>3.8472200000000001</c:v>
                </c:pt>
                <c:pt idx="99">
                  <c:v>4.1113099999999996</c:v>
                </c:pt>
                <c:pt idx="100">
                  <c:v>4.0306199999999999</c:v>
                </c:pt>
                <c:pt idx="101">
                  <c:v>3.8575599999999999</c:v>
                </c:pt>
                <c:pt idx="102">
                  <c:v>3.8571399999999998</c:v>
                </c:pt>
                <c:pt idx="103">
                  <c:v>3.7361800000000001</c:v>
                </c:pt>
                <c:pt idx="104">
                  <c:v>3.72282</c:v>
                </c:pt>
                <c:pt idx="105">
                  <c:v>3.83</c:v>
                </c:pt>
                <c:pt idx="106">
                  <c:v>3.7695599999999998</c:v>
                </c:pt>
                <c:pt idx="107">
                  <c:v>3.6385299999999998</c:v>
                </c:pt>
                <c:pt idx="108">
                  <c:v>3.4489299999999998</c:v>
                </c:pt>
                <c:pt idx="109">
                  <c:v>3.5233300000000001</c:v>
                </c:pt>
                <c:pt idx="110">
                  <c:v>3.7145600000000001</c:v>
                </c:pt>
                <c:pt idx="111">
                  <c:v>3.8627199999999999</c:v>
                </c:pt>
                <c:pt idx="112">
                  <c:v>4.22865</c:v>
                </c:pt>
                <c:pt idx="113">
                  <c:v>3.9657300000000002</c:v>
                </c:pt>
                <c:pt idx="114">
                  <c:v>3.5027699999999999</c:v>
                </c:pt>
                <c:pt idx="115">
                  <c:v>3.1529699999999998</c:v>
                </c:pt>
                <c:pt idx="116">
                  <c:v>2.8806400000000001</c:v>
                </c:pt>
                <c:pt idx="117">
                  <c:v>2.9622700000000002</c:v>
                </c:pt>
                <c:pt idx="118">
                  <c:v>2.82911</c:v>
                </c:pt>
                <c:pt idx="119">
                  <c:v>2.4985499999999998</c:v>
                </c:pt>
                <c:pt idx="120">
                  <c:v>2.4308100000000001</c:v>
                </c:pt>
                <c:pt idx="121">
                  <c:v>2.6907199999999998</c:v>
                </c:pt>
                <c:pt idx="122">
                  <c:v>3.10894</c:v>
                </c:pt>
                <c:pt idx="123">
                  <c:v>3.4032499999999999</c:v>
                </c:pt>
                <c:pt idx="124">
                  <c:v>3.62839</c:v>
                </c:pt>
                <c:pt idx="125">
                  <c:v>3.84395</c:v>
                </c:pt>
                <c:pt idx="126">
                  <c:v>4.0294400000000001</c:v>
                </c:pt>
                <c:pt idx="127">
                  <c:v>4.2027799999999997</c:v>
                </c:pt>
                <c:pt idx="128">
                  <c:v>4.2075500000000003</c:v>
                </c:pt>
                <c:pt idx="129">
                  <c:v>4.1872100000000003</c:v>
                </c:pt>
                <c:pt idx="130">
                  <c:v>4.13246</c:v>
                </c:pt>
                <c:pt idx="131">
                  <c:v>3.9054099999999998</c:v>
                </c:pt>
                <c:pt idx="132">
                  <c:v>3.8160400000000001</c:v>
                </c:pt>
                <c:pt idx="133">
                  <c:v>3.78966</c:v>
                </c:pt>
                <c:pt idx="134">
                  <c:v>3.4730300000000001</c:v>
                </c:pt>
                <c:pt idx="135">
                  <c:v>3.4621300000000002</c:v>
                </c:pt>
                <c:pt idx="136">
                  <c:v>3.4748299999999999</c:v>
                </c:pt>
                <c:pt idx="137">
                  <c:v>4.0430200000000003</c:v>
                </c:pt>
                <c:pt idx="138">
                  <c:v>4.7299199999999999</c:v>
                </c:pt>
                <c:pt idx="139">
                  <c:v>5.1434600000000001</c:v>
                </c:pt>
                <c:pt idx="140">
                  <c:v>5.15876</c:v>
                </c:pt>
                <c:pt idx="141">
                  <c:v>4.8475099999999998</c:v>
                </c:pt>
                <c:pt idx="142">
                  <c:v>4.7154800000000003</c:v>
                </c:pt>
                <c:pt idx="143">
                  <c:v>4.7818699999999996</c:v>
                </c:pt>
                <c:pt idx="144">
                  <c:v>4.8568800000000003</c:v>
                </c:pt>
                <c:pt idx="145">
                  <c:v>4.6791499999999999</c:v>
                </c:pt>
                <c:pt idx="146">
                  <c:v>4.5149299999999997</c:v>
                </c:pt>
                <c:pt idx="147">
                  <c:v>4.1934699999999996</c:v>
                </c:pt>
                <c:pt idx="148">
                  <c:v>4.0974000000000004</c:v>
                </c:pt>
                <c:pt idx="149">
                  <c:v>4.1884699999999997</c:v>
                </c:pt>
                <c:pt idx="150">
                  <c:v>4.1391600000000004</c:v>
                </c:pt>
                <c:pt idx="151">
                  <c:v>3.8959100000000002</c:v>
                </c:pt>
                <c:pt idx="152">
                  <c:v>3.87649</c:v>
                </c:pt>
                <c:pt idx="153">
                  <c:v>3.9538500000000001</c:v>
                </c:pt>
                <c:pt idx="154">
                  <c:v>3.7735400000000001</c:v>
                </c:pt>
                <c:pt idx="155">
                  <c:v>3.6614499999999999</c:v>
                </c:pt>
                <c:pt idx="156">
                  <c:v>3.6463299999999998</c:v>
                </c:pt>
                <c:pt idx="157">
                  <c:v>3.6182099999999999</c:v>
                </c:pt>
                <c:pt idx="158">
                  <c:v>3.49912</c:v>
                </c:pt>
                <c:pt idx="159">
                  <c:v>3.42272</c:v>
                </c:pt>
                <c:pt idx="160">
                  <c:v>3.8369200000000001</c:v>
                </c:pt>
                <c:pt idx="161">
                  <c:v>4.14968</c:v>
                </c:pt>
                <c:pt idx="162">
                  <c:v>4.3675899999999999</c:v>
                </c:pt>
                <c:pt idx="163">
                  <c:v>4.4900099999999998</c:v>
                </c:pt>
                <c:pt idx="164">
                  <c:v>4.6310599999999997</c:v>
                </c:pt>
                <c:pt idx="165">
                  <c:v>4.3696900000000003</c:v>
                </c:pt>
                <c:pt idx="166">
                  <c:v>4.1695099999999998</c:v>
                </c:pt>
                <c:pt idx="167">
                  <c:v>3.9832100000000001</c:v>
                </c:pt>
                <c:pt idx="168">
                  <c:v>3.6381100000000002</c:v>
                </c:pt>
                <c:pt idx="169">
                  <c:v>3.5066600000000001</c:v>
                </c:pt>
                <c:pt idx="170">
                  <c:v>3.3633799999999998</c:v>
                </c:pt>
                <c:pt idx="171">
                  <c:v>3.8224399999999998</c:v>
                </c:pt>
                <c:pt idx="172">
                  <c:v>4.2057900000000004</c:v>
                </c:pt>
                <c:pt idx="173">
                  <c:v>4.1451099999999999</c:v>
                </c:pt>
                <c:pt idx="174">
                  <c:v>4.02041</c:v>
                </c:pt>
                <c:pt idx="175">
                  <c:v>3.9428700000000001</c:v>
                </c:pt>
                <c:pt idx="176">
                  <c:v>3.8159100000000001</c:v>
                </c:pt>
                <c:pt idx="177">
                  <c:v>3.8078799999999999</c:v>
                </c:pt>
                <c:pt idx="178">
                  <c:v>4.0370100000000004</c:v>
                </c:pt>
                <c:pt idx="179">
                  <c:v>4.1173099999999998</c:v>
                </c:pt>
                <c:pt idx="180">
                  <c:v>3.7003200000000001</c:v>
                </c:pt>
                <c:pt idx="181">
                  <c:v>3.10839</c:v>
                </c:pt>
                <c:pt idx="182">
                  <c:v>3.1431300000000002</c:v>
                </c:pt>
                <c:pt idx="183">
                  <c:v>3.5529799999999998</c:v>
                </c:pt>
                <c:pt idx="184">
                  <c:v>4.1776600000000004</c:v>
                </c:pt>
                <c:pt idx="185">
                  <c:v>4.2882800000000003</c:v>
                </c:pt>
                <c:pt idx="186">
                  <c:v>4.1240399999999999</c:v>
                </c:pt>
                <c:pt idx="187">
                  <c:v>4.0473400000000002</c:v>
                </c:pt>
                <c:pt idx="188">
                  <c:v>3.9087000000000001</c:v>
                </c:pt>
                <c:pt idx="189">
                  <c:v>4.0706899999999999</c:v>
                </c:pt>
                <c:pt idx="190">
                  <c:v>4.2661300000000004</c:v>
                </c:pt>
                <c:pt idx="191">
                  <c:v>4.1431300000000002</c:v>
                </c:pt>
                <c:pt idx="192">
                  <c:v>4.4895399999999999</c:v>
                </c:pt>
                <c:pt idx="193">
                  <c:v>4.6779900000000003</c:v>
                </c:pt>
                <c:pt idx="194">
                  <c:v>4.2962600000000002</c:v>
                </c:pt>
                <c:pt idx="195">
                  <c:v>3.9321999999999999</c:v>
                </c:pt>
                <c:pt idx="196">
                  <c:v>3.7030799999999999</c:v>
                </c:pt>
                <c:pt idx="197">
                  <c:v>3.2043599999999999</c:v>
                </c:pt>
                <c:pt idx="198">
                  <c:v>3.2384400000000002</c:v>
                </c:pt>
                <c:pt idx="199">
                  <c:v>4.1152600000000001</c:v>
                </c:pt>
                <c:pt idx="200">
                  <c:v>4.7296399999999998</c:v>
                </c:pt>
                <c:pt idx="201">
                  <c:v>4.9411800000000001</c:v>
                </c:pt>
                <c:pt idx="202">
                  <c:v>4.9190699999999996</c:v>
                </c:pt>
                <c:pt idx="203">
                  <c:v>4.5781799999999997</c:v>
                </c:pt>
                <c:pt idx="204">
                  <c:v>4.3589000000000002</c:v>
                </c:pt>
                <c:pt idx="205">
                  <c:v>4.2652299999999999</c:v>
                </c:pt>
                <c:pt idx="206">
                  <c:v>4.6184700000000003</c:v>
                </c:pt>
                <c:pt idx="207">
                  <c:v>4.93825</c:v>
                </c:pt>
                <c:pt idx="208">
                  <c:v>4.8310300000000002</c:v>
                </c:pt>
                <c:pt idx="209">
                  <c:v>4.8538399999999999</c:v>
                </c:pt>
                <c:pt idx="210">
                  <c:v>4.8353700000000002</c:v>
                </c:pt>
                <c:pt idx="211">
                  <c:v>4.9521800000000002</c:v>
                </c:pt>
                <c:pt idx="212">
                  <c:v>5.0873699999999999</c:v>
                </c:pt>
                <c:pt idx="213">
                  <c:v>4.8279500000000004</c:v>
                </c:pt>
                <c:pt idx="214">
                  <c:v>4.5925900000000004</c:v>
                </c:pt>
                <c:pt idx="215">
                  <c:v>4.7713400000000004</c:v>
                </c:pt>
                <c:pt idx="216">
                  <c:v>4.7813499999999998</c:v>
                </c:pt>
                <c:pt idx="217">
                  <c:v>4.1032000000000002</c:v>
                </c:pt>
                <c:pt idx="218">
                  <c:v>3.4576899999999999</c:v>
                </c:pt>
                <c:pt idx="219">
                  <c:v>3.5260699999999998</c:v>
                </c:pt>
                <c:pt idx="220">
                  <c:v>3.57613</c:v>
                </c:pt>
                <c:pt idx="221">
                  <c:v>3.4759099999999998</c:v>
                </c:pt>
                <c:pt idx="222">
                  <c:v>3.4660000000000002</c:v>
                </c:pt>
                <c:pt idx="223">
                  <c:v>3.5112700000000001</c:v>
                </c:pt>
                <c:pt idx="224">
                  <c:v>3.5703900000000002</c:v>
                </c:pt>
                <c:pt idx="225">
                  <c:v>3.53057</c:v>
                </c:pt>
                <c:pt idx="226">
                  <c:v>3.6222799999999999</c:v>
                </c:pt>
                <c:pt idx="227">
                  <c:v>3.8346399999999998</c:v>
                </c:pt>
                <c:pt idx="228">
                  <c:v>4.0645300000000004</c:v>
                </c:pt>
                <c:pt idx="229">
                  <c:v>4.2248299999999999</c:v>
                </c:pt>
                <c:pt idx="230">
                  <c:v>4.3596500000000002</c:v>
                </c:pt>
                <c:pt idx="231">
                  <c:v>4.78247</c:v>
                </c:pt>
                <c:pt idx="232">
                  <c:v>5.0182000000000002</c:v>
                </c:pt>
                <c:pt idx="233">
                  <c:v>4.7159399999999998</c:v>
                </c:pt>
                <c:pt idx="234">
                  <c:v>4.6749799999999997</c:v>
                </c:pt>
                <c:pt idx="235">
                  <c:v>4.5880799999999997</c:v>
                </c:pt>
                <c:pt idx="236">
                  <c:v>4.5076499999999999</c:v>
                </c:pt>
                <c:pt idx="237">
                  <c:v>4.5968</c:v>
                </c:pt>
                <c:pt idx="238">
                  <c:v>4.3382500000000004</c:v>
                </c:pt>
                <c:pt idx="239">
                  <c:v>3.8363299999999998</c:v>
                </c:pt>
                <c:pt idx="240">
                  <c:v>3.6095899999999999</c:v>
                </c:pt>
                <c:pt idx="241">
                  <c:v>3.7538100000000001</c:v>
                </c:pt>
                <c:pt idx="242">
                  <c:v>3.6910699999999999</c:v>
                </c:pt>
                <c:pt idx="243">
                  <c:v>3.62582</c:v>
                </c:pt>
                <c:pt idx="244">
                  <c:v>3.63361</c:v>
                </c:pt>
                <c:pt idx="245">
                  <c:v>3.8103699999999998</c:v>
                </c:pt>
                <c:pt idx="246">
                  <c:v>4.1401000000000003</c:v>
                </c:pt>
                <c:pt idx="247">
                  <c:v>4.5434400000000004</c:v>
                </c:pt>
                <c:pt idx="248">
                  <c:v>4.4213699999999996</c:v>
                </c:pt>
                <c:pt idx="249">
                  <c:v>4.09023</c:v>
                </c:pt>
                <c:pt idx="250">
                  <c:v>3.9640599999999999</c:v>
                </c:pt>
                <c:pt idx="251">
                  <c:v>3.7514099999999999</c:v>
                </c:pt>
                <c:pt idx="252">
                  <c:v>3.49424</c:v>
                </c:pt>
                <c:pt idx="253">
                  <c:v>3.3317999999999999</c:v>
                </c:pt>
                <c:pt idx="254">
                  <c:v>3.0929199999999999</c:v>
                </c:pt>
                <c:pt idx="255">
                  <c:v>3.0951</c:v>
                </c:pt>
                <c:pt idx="256">
                  <c:v>3.4087299999999998</c:v>
                </c:pt>
                <c:pt idx="257">
                  <c:v>3.7939799999999999</c:v>
                </c:pt>
                <c:pt idx="258">
                  <c:v>3.5950199999999999</c:v>
                </c:pt>
                <c:pt idx="259">
                  <c:v>3.2223299999999999</c:v>
                </c:pt>
                <c:pt idx="260">
                  <c:v>3.3477100000000002</c:v>
                </c:pt>
                <c:pt idx="261">
                  <c:v>3.6765599999999998</c:v>
                </c:pt>
                <c:pt idx="262">
                  <c:v>3.5214500000000002</c:v>
                </c:pt>
                <c:pt idx="263">
                  <c:v>3.6816300000000002</c:v>
                </c:pt>
                <c:pt idx="264">
                  <c:v>4.0044899999999997</c:v>
                </c:pt>
                <c:pt idx="265">
                  <c:v>4.0453000000000001</c:v>
                </c:pt>
                <c:pt idx="266">
                  <c:v>3.9207700000000001</c:v>
                </c:pt>
                <c:pt idx="267">
                  <c:v>3.8615300000000001</c:v>
                </c:pt>
                <c:pt idx="268">
                  <c:v>3.7827500000000001</c:v>
                </c:pt>
                <c:pt idx="269">
                  <c:v>3.9540600000000001</c:v>
                </c:pt>
                <c:pt idx="270">
                  <c:v>4.4543100000000004</c:v>
                </c:pt>
                <c:pt idx="271">
                  <c:v>4.5109700000000004</c:v>
                </c:pt>
                <c:pt idx="272">
                  <c:v>4.2923</c:v>
                </c:pt>
                <c:pt idx="273">
                  <c:v>4.3176199999999998</c:v>
                </c:pt>
                <c:pt idx="274">
                  <c:v>4.1386599999999998</c:v>
                </c:pt>
                <c:pt idx="275">
                  <c:v>3.8275700000000001</c:v>
                </c:pt>
                <c:pt idx="276">
                  <c:v>3.87547</c:v>
                </c:pt>
                <c:pt idx="277">
                  <c:v>4.1715499999999999</c:v>
                </c:pt>
                <c:pt idx="278">
                  <c:v>4.1961300000000001</c:v>
                </c:pt>
                <c:pt idx="279">
                  <c:v>3.8835099999999998</c:v>
                </c:pt>
                <c:pt idx="280">
                  <c:v>3.9268900000000002</c:v>
                </c:pt>
                <c:pt idx="281">
                  <c:v>4.2028400000000001</c:v>
                </c:pt>
                <c:pt idx="282">
                  <c:v>4.0090899999999996</c:v>
                </c:pt>
                <c:pt idx="283">
                  <c:v>3.4799000000000002</c:v>
                </c:pt>
                <c:pt idx="284">
                  <c:v>3.0907</c:v>
                </c:pt>
                <c:pt idx="285">
                  <c:v>3.0756100000000002</c:v>
                </c:pt>
                <c:pt idx="286">
                  <c:v>3.17387</c:v>
                </c:pt>
                <c:pt idx="287">
                  <c:v>3.3097699999999999</c:v>
                </c:pt>
                <c:pt idx="288">
                  <c:v>3.62201</c:v>
                </c:pt>
                <c:pt idx="289">
                  <c:v>3.8452199999999999</c:v>
                </c:pt>
                <c:pt idx="290">
                  <c:v>3.8632</c:v>
                </c:pt>
                <c:pt idx="291">
                  <c:v>3.7350300000000001</c:v>
                </c:pt>
                <c:pt idx="292">
                  <c:v>3.7629899999999998</c:v>
                </c:pt>
                <c:pt idx="293">
                  <c:v>3.9890500000000002</c:v>
                </c:pt>
                <c:pt idx="294">
                  <c:v>4.1568399999999999</c:v>
                </c:pt>
                <c:pt idx="295">
                  <c:v>4.1776799999999996</c:v>
                </c:pt>
                <c:pt idx="296">
                  <c:v>4.0309499999999998</c:v>
                </c:pt>
                <c:pt idx="297">
                  <c:v>3.6209600000000002</c:v>
                </c:pt>
                <c:pt idx="298">
                  <c:v>3.6038800000000002</c:v>
                </c:pt>
                <c:pt idx="299">
                  <c:v>3.77563</c:v>
                </c:pt>
                <c:pt idx="300">
                  <c:v>3.6977500000000001</c:v>
                </c:pt>
                <c:pt idx="301">
                  <c:v>3.8206500000000001</c:v>
                </c:pt>
                <c:pt idx="302">
                  <c:v>3.9238400000000002</c:v>
                </c:pt>
                <c:pt idx="303">
                  <c:v>4.0502000000000002</c:v>
                </c:pt>
                <c:pt idx="304">
                  <c:v>4.5922799999999997</c:v>
                </c:pt>
                <c:pt idx="305">
                  <c:v>4.7941599999999998</c:v>
                </c:pt>
                <c:pt idx="306">
                  <c:v>4.8004800000000003</c:v>
                </c:pt>
                <c:pt idx="307">
                  <c:v>5.00481</c:v>
                </c:pt>
                <c:pt idx="308">
                  <c:v>4.9407199999999998</c:v>
                </c:pt>
                <c:pt idx="309">
                  <c:v>4.5790100000000002</c:v>
                </c:pt>
                <c:pt idx="310">
                  <c:v>4.3649399999999998</c:v>
                </c:pt>
                <c:pt idx="311">
                  <c:v>4.5467199999999997</c:v>
                </c:pt>
                <c:pt idx="312">
                  <c:v>4.8614300000000004</c:v>
                </c:pt>
                <c:pt idx="313">
                  <c:v>4.5965699999999998</c:v>
                </c:pt>
                <c:pt idx="314">
                  <c:v>4.3324299999999996</c:v>
                </c:pt>
                <c:pt idx="315">
                  <c:v>4.3407400000000003</c:v>
                </c:pt>
                <c:pt idx="316">
                  <c:v>4.5665199999999997</c:v>
                </c:pt>
                <c:pt idx="317">
                  <c:v>4.7130799999999997</c:v>
                </c:pt>
                <c:pt idx="318">
                  <c:v>4.7259799999999998</c:v>
                </c:pt>
                <c:pt idx="319">
                  <c:v>4.6324300000000003</c:v>
                </c:pt>
                <c:pt idx="320">
                  <c:v>4.3526400000000001</c:v>
                </c:pt>
                <c:pt idx="321">
                  <c:v>4.0563900000000004</c:v>
                </c:pt>
                <c:pt idx="322">
                  <c:v>4.0688300000000002</c:v>
                </c:pt>
                <c:pt idx="323">
                  <c:v>4.6136699999999999</c:v>
                </c:pt>
                <c:pt idx="324">
                  <c:v>5.1459599999999996</c:v>
                </c:pt>
                <c:pt idx="325">
                  <c:v>5.1181200000000002</c:v>
                </c:pt>
                <c:pt idx="326">
                  <c:v>4.9414999999999996</c:v>
                </c:pt>
                <c:pt idx="327">
                  <c:v>4.7752400000000002</c:v>
                </c:pt>
                <c:pt idx="328">
                  <c:v>4.5081499999999997</c:v>
                </c:pt>
                <c:pt idx="329">
                  <c:v>4.5357399999999997</c:v>
                </c:pt>
                <c:pt idx="330">
                  <c:v>4.5624799999999999</c:v>
                </c:pt>
                <c:pt idx="331">
                  <c:v>4.4982199999999999</c:v>
                </c:pt>
                <c:pt idx="332">
                  <c:v>4.31541</c:v>
                </c:pt>
                <c:pt idx="333">
                  <c:v>4.37622</c:v>
                </c:pt>
                <c:pt idx="334">
                  <c:v>4.8286600000000002</c:v>
                </c:pt>
                <c:pt idx="335">
                  <c:v>4.8533299999999997</c:v>
                </c:pt>
                <c:pt idx="336">
                  <c:v>4.6960499999999996</c:v>
                </c:pt>
                <c:pt idx="337">
                  <c:v>4.9267599999999998</c:v>
                </c:pt>
                <c:pt idx="338">
                  <c:v>4.94034</c:v>
                </c:pt>
                <c:pt idx="339">
                  <c:v>4.7510899999999996</c:v>
                </c:pt>
                <c:pt idx="340">
                  <c:v>4.6925100000000004</c:v>
                </c:pt>
                <c:pt idx="341">
                  <c:v>4.5452500000000002</c:v>
                </c:pt>
                <c:pt idx="342">
                  <c:v>4.1959900000000001</c:v>
                </c:pt>
                <c:pt idx="343">
                  <c:v>4.2482199999999999</c:v>
                </c:pt>
                <c:pt idx="344">
                  <c:v>4.6704400000000001</c:v>
                </c:pt>
                <c:pt idx="345">
                  <c:v>4.6667699999999996</c:v>
                </c:pt>
                <c:pt idx="346">
                  <c:v>4.5206600000000003</c:v>
                </c:pt>
                <c:pt idx="347">
                  <c:v>4.7991599999999996</c:v>
                </c:pt>
                <c:pt idx="348">
                  <c:v>4.7585699999999997</c:v>
                </c:pt>
                <c:pt idx="349">
                  <c:v>4.5633400000000002</c:v>
                </c:pt>
                <c:pt idx="350">
                  <c:v>4.6350600000000002</c:v>
                </c:pt>
                <c:pt idx="351">
                  <c:v>4.7866999999999997</c:v>
                </c:pt>
                <c:pt idx="352">
                  <c:v>4.6117699999999999</c:v>
                </c:pt>
                <c:pt idx="353">
                  <c:v>4.4438000000000004</c:v>
                </c:pt>
                <c:pt idx="354">
                  <c:v>4.1558900000000003</c:v>
                </c:pt>
                <c:pt idx="355">
                  <c:v>3.9837699999999998</c:v>
                </c:pt>
                <c:pt idx="356">
                  <c:v>3.86327</c:v>
                </c:pt>
                <c:pt idx="357">
                  <c:v>3.8433299999999999</c:v>
                </c:pt>
                <c:pt idx="358">
                  <c:v>3.8677600000000001</c:v>
                </c:pt>
                <c:pt idx="359">
                  <c:v>4.25915</c:v>
                </c:pt>
                <c:pt idx="360">
                  <c:v>4.4967499999999996</c:v>
                </c:pt>
                <c:pt idx="361">
                  <c:v>4.5303899999999997</c:v>
                </c:pt>
                <c:pt idx="362">
                  <c:v>4.6537300000000004</c:v>
                </c:pt>
                <c:pt idx="363">
                  <c:v>4.6416700000000004</c:v>
                </c:pt>
                <c:pt idx="364">
                  <c:v>4.6681600000000003</c:v>
                </c:pt>
                <c:pt idx="365">
                  <c:v>4.8189599999999997</c:v>
                </c:pt>
                <c:pt idx="366">
                  <c:v>4.8601299999999998</c:v>
                </c:pt>
                <c:pt idx="367">
                  <c:v>4.66777</c:v>
                </c:pt>
                <c:pt idx="368">
                  <c:v>4.5047499999999996</c:v>
                </c:pt>
                <c:pt idx="369">
                  <c:v>4.4443099999999998</c:v>
                </c:pt>
                <c:pt idx="370">
                  <c:v>4.6724899999999998</c:v>
                </c:pt>
                <c:pt idx="371">
                  <c:v>4.9546999999999999</c:v>
                </c:pt>
                <c:pt idx="372">
                  <c:v>4.8272399999999998</c:v>
                </c:pt>
                <c:pt idx="373">
                  <c:v>4.5926499999999999</c:v>
                </c:pt>
                <c:pt idx="374">
                  <c:v>4.31168</c:v>
                </c:pt>
                <c:pt idx="375">
                  <c:v>3.9209800000000001</c:v>
                </c:pt>
                <c:pt idx="376">
                  <c:v>3.9704100000000002</c:v>
                </c:pt>
                <c:pt idx="377">
                  <c:v>4.0930299999999997</c:v>
                </c:pt>
                <c:pt idx="378">
                  <c:v>4.3035300000000003</c:v>
                </c:pt>
                <c:pt idx="379">
                  <c:v>4.6488800000000001</c:v>
                </c:pt>
                <c:pt idx="380">
                  <c:v>4.76694</c:v>
                </c:pt>
                <c:pt idx="381">
                  <c:v>4.8166599999999997</c:v>
                </c:pt>
                <c:pt idx="382">
                  <c:v>4.87582</c:v>
                </c:pt>
                <c:pt idx="383">
                  <c:v>4.9039099999999998</c:v>
                </c:pt>
                <c:pt idx="384">
                  <c:v>4.7153999999999998</c:v>
                </c:pt>
                <c:pt idx="385">
                  <c:v>4.8260800000000001</c:v>
                </c:pt>
                <c:pt idx="386">
                  <c:v>5.0034599999999996</c:v>
                </c:pt>
                <c:pt idx="387">
                  <c:v>4.8080600000000002</c:v>
                </c:pt>
                <c:pt idx="388">
                  <c:v>4.6023800000000001</c:v>
                </c:pt>
                <c:pt idx="389">
                  <c:v>4.5856399999999997</c:v>
                </c:pt>
                <c:pt idx="390">
                  <c:v>4.2813800000000004</c:v>
                </c:pt>
                <c:pt idx="391">
                  <c:v>4.23447</c:v>
                </c:pt>
                <c:pt idx="392">
                  <c:v>4.3735900000000001</c:v>
                </c:pt>
                <c:pt idx="393">
                  <c:v>4.5621900000000002</c:v>
                </c:pt>
                <c:pt idx="394">
                  <c:v>4.8605999999999998</c:v>
                </c:pt>
                <c:pt idx="395">
                  <c:v>4.8861699999999999</c:v>
                </c:pt>
                <c:pt idx="396">
                  <c:v>4.53749</c:v>
                </c:pt>
                <c:pt idx="397">
                  <c:v>4.5348199999999999</c:v>
                </c:pt>
                <c:pt idx="398">
                  <c:v>4.9622400000000004</c:v>
                </c:pt>
                <c:pt idx="399">
                  <c:v>5.3064200000000001</c:v>
                </c:pt>
                <c:pt idx="400">
                  <c:v>5.5354200000000002</c:v>
                </c:pt>
                <c:pt idx="401">
                  <c:v>5.69123</c:v>
                </c:pt>
                <c:pt idx="402">
                  <c:v>5.6408800000000001</c:v>
                </c:pt>
                <c:pt idx="403">
                  <c:v>5.7099399999999996</c:v>
                </c:pt>
                <c:pt idx="404">
                  <c:v>5.8065899999999999</c:v>
                </c:pt>
                <c:pt idx="405">
                  <c:v>5.7312900000000004</c:v>
                </c:pt>
                <c:pt idx="406">
                  <c:v>5.2220199999999997</c:v>
                </c:pt>
                <c:pt idx="407">
                  <c:v>4.9146000000000001</c:v>
                </c:pt>
                <c:pt idx="408">
                  <c:v>4.8633699999999997</c:v>
                </c:pt>
                <c:pt idx="409">
                  <c:v>4.5776599999999998</c:v>
                </c:pt>
                <c:pt idx="410">
                  <c:v>4.5171599999999996</c:v>
                </c:pt>
                <c:pt idx="411">
                  <c:v>4.6358800000000002</c:v>
                </c:pt>
                <c:pt idx="412">
                  <c:v>5.0182099999999998</c:v>
                </c:pt>
                <c:pt idx="413">
                  <c:v>5.2878600000000002</c:v>
                </c:pt>
                <c:pt idx="414">
                  <c:v>5.0872799999999998</c:v>
                </c:pt>
                <c:pt idx="415">
                  <c:v>5.0156599999999996</c:v>
                </c:pt>
                <c:pt idx="416">
                  <c:v>4.8327400000000003</c:v>
                </c:pt>
                <c:pt idx="417">
                  <c:v>4.4390200000000002</c:v>
                </c:pt>
                <c:pt idx="418">
                  <c:v>4.09049</c:v>
                </c:pt>
                <c:pt idx="419">
                  <c:v>4.3108500000000003</c:v>
                </c:pt>
                <c:pt idx="420">
                  <c:v>4.4680499999999999</c:v>
                </c:pt>
                <c:pt idx="421">
                  <c:v>4.6992900000000004</c:v>
                </c:pt>
                <c:pt idx="422">
                  <c:v>5.1576599999999999</c:v>
                </c:pt>
                <c:pt idx="423">
                  <c:v>5.3525900000000002</c:v>
                </c:pt>
                <c:pt idx="424">
                  <c:v>5.2950600000000003</c:v>
                </c:pt>
                <c:pt idx="425">
                  <c:v>5.2353199999999998</c:v>
                </c:pt>
                <c:pt idx="426">
                  <c:v>5.2137399999999996</c:v>
                </c:pt>
                <c:pt idx="427">
                  <c:v>5.3820899999999998</c:v>
                </c:pt>
                <c:pt idx="428">
                  <c:v>5.6168699999999996</c:v>
                </c:pt>
                <c:pt idx="429">
                  <c:v>5.7351099999999997</c:v>
                </c:pt>
                <c:pt idx="430">
                  <c:v>5.9360999999999997</c:v>
                </c:pt>
                <c:pt idx="431">
                  <c:v>6.4392500000000004</c:v>
                </c:pt>
                <c:pt idx="432">
                  <c:v>6.6663399999999999</c:v>
                </c:pt>
                <c:pt idx="433">
                  <c:v>6.4421200000000001</c:v>
                </c:pt>
                <c:pt idx="434">
                  <c:v>6.8128799999999998</c:v>
                </c:pt>
                <c:pt idx="435">
                  <c:v>6.9375999999999998</c:v>
                </c:pt>
                <c:pt idx="436">
                  <c:v>6.7835999999999999</c:v>
                </c:pt>
                <c:pt idx="437">
                  <c:v>6.7396599999999998</c:v>
                </c:pt>
                <c:pt idx="438">
                  <c:v>6.6371900000000004</c:v>
                </c:pt>
                <c:pt idx="439">
                  <c:v>6.5169100000000002</c:v>
                </c:pt>
                <c:pt idx="440">
                  <c:v>6.5511999999999997</c:v>
                </c:pt>
                <c:pt idx="441">
                  <c:v>6.8378399999999999</c:v>
                </c:pt>
                <c:pt idx="442">
                  <c:v>7.1690300000000002</c:v>
                </c:pt>
                <c:pt idx="443">
                  <c:v>7.3222199999999997</c:v>
                </c:pt>
                <c:pt idx="444">
                  <c:v>7.3785600000000002</c:v>
                </c:pt>
                <c:pt idx="445">
                  <c:v>7.8173000000000004</c:v>
                </c:pt>
                <c:pt idx="446">
                  <c:v>8.4498300000000004</c:v>
                </c:pt>
                <c:pt idx="447">
                  <c:v>8.49634</c:v>
                </c:pt>
                <c:pt idx="448">
                  <c:v>8.3963099999999997</c:v>
                </c:pt>
                <c:pt idx="449">
                  <c:v>8.6934199999999997</c:v>
                </c:pt>
                <c:pt idx="450">
                  <c:v>8.8245299999999993</c:v>
                </c:pt>
                <c:pt idx="451">
                  <c:v>8.4738900000000008</c:v>
                </c:pt>
                <c:pt idx="452">
                  <c:v>8.3073599999999992</c:v>
                </c:pt>
                <c:pt idx="453">
                  <c:v>8.1093100000000007</c:v>
                </c:pt>
                <c:pt idx="454">
                  <c:v>7.8901899999999996</c:v>
                </c:pt>
                <c:pt idx="455">
                  <c:v>8.1638500000000001</c:v>
                </c:pt>
                <c:pt idx="456">
                  <c:v>8.3824799999999993</c:v>
                </c:pt>
                <c:pt idx="457">
                  <c:v>8.5083900000000003</c:v>
                </c:pt>
                <c:pt idx="458">
                  <c:v>8.7094699999999996</c:v>
                </c:pt>
                <c:pt idx="459">
                  <c:v>8.9314999999999998</c:v>
                </c:pt>
                <c:pt idx="460">
                  <c:v>9.3841900000000003</c:v>
                </c:pt>
                <c:pt idx="461">
                  <c:v>9.6921999999999997</c:v>
                </c:pt>
                <c:pt idx="462">
                  <c:v>10.200900000000001</c:v>
                </c:pt>
                <c:pt idx="463">
                  <c:v>10.632400000000001</c:v>
                </c:pt>
                <c:pt idx="464">
                  <c:v>10.8279</c:v>
                </c:pt>
                <c:pt idx="465">
                  <c:v>10.8726</c:v>
                </c:pt>
                <c:pt idx="466">
                  <c:v>10.7187</c:v>
                </c:pt>
                <c:pt idx="467">
                  <c:v>10.7155</c:v>
                </c:pt>
                <c:pt idx="468">
                  <c:v>11.603</c:v>
                </c:pt>
                <c:pt idx="469">
                  <c:v>12.8567</c:v>
                </c:pt>
                <c:pt idx="470">
                  <c:v>13.586</c:v>
                </c:pt>
                <c:pt idx="471">
                  <c:v>14.1496</c:v>
                </c:pt>
                <c:pt idx="472">
                  <c:v>14.9026</c:v>
                </c:pt>
                <c:pt idx="473">
                  <c:v>15.679399999999999</c:v>
                </c:pt>
                <c:pt idx="474">
                  <c:v>16.6083</c:v>
                </c:pt>
                <c:pt idx="475">
                  <c:v>18.102900000000002</c:v>
                </c:pt>
                <c:pt idx="476">
                  <c:v>19.900200000000002</c:v>
                </c:pt>
                <c:pt idx="477">
                  <c:v>22.0611</c:v>
                </c:pt>
                <c:pt idx="478">
                  <c:v>25.1206</c:v>
                </c:pt>
                <c:pt idx="479">
                  <c:v>28.751799999999999</c:v>
                </c:pt>
                <c:pt idx="480">
                  <c:v>32.447099999999999</c:v>
                </c:pt>
                <c:pt idx="481">
                  <c:v>36.535800000000002</c:v>
                </c:pt>
                <c:pt idx="482">
                  <c:v>40.374099999999999</c:v>
                </c:pt>
                <c:pt idx="483">
                  <c:v>43.728299999999997</c:v>
                </c:pt>
                <c:pt idx="484">
                  <c:v>46.361199999999997</c:v>
                </c:pt>
                <c:pt idx="485">
                  <c:v>47.8857</c:v>
                </c:pt>
                <c:pt idx="486">
                  <c:v>48.5792</c:v>
                </c:pt>
                <c:pt idx="487">
                  <c:v>47.984699999999997</c:v>
                </c:pt>
                <c:pt idx="488">
                  <c:v>46.2044</c:v>
                </c:pt>
                <c:pt idx="489">
                  <c:v>43.421300000000002</c:v>
                </c:pt>
                <c:pt idx="490">
                  <c:v>40.048699999999997</c:v>
                </c:pt>
                <c:pt idx="491">
                  <c:v>36.563200000000002</c:v>
                </c:pt>
                <c:pt idx="492">
                  <c:v>33.768900000000002</c:v>
                </c:pt>
                <c:pt idx="493">
                  <c:v>31.380199999999999</c:v>
                </c:pt>
                <c:pt idx="494">
                  <c:v>29.1875</c:v>
                </c:pt>
                <c:pt idx="495">
                  <c:v>27.242799999999999</c:v>
                </c:pt>
                <c:pt idx="496">
                  <c:v>25.473800000000001</c:v>
                </c:pt>
                <c:pt idx="497">
                  <c:v>24.3736</c:v>
                </c:pt>
                <c:pt idx="498">
                  <c:v>24.244900000000001</c:v>
                </c:pt>
                <c:pt idx="499">
                  <c:v>24.4892</c:v>
                </c:pt>
                <c:pt idx="500">
                  <c:v>24.934200000000001</c:v>
                </c:pt>
                <c:pt idx="501">
                  <c:v>25.396799999999999</c:v>
                </c:pt>
                <c:pt idx="502">
                  <c:v>25.9726</c:v>
                </c:pt>
                <c:pt idx="503">
                  <c:v>26.494900000000001</c:v>
                </c:pt>
                <c:pt idx="504">
                  <c:v>27.018599999999999</c:v>
                </c:pt>
                <c:pt idx="505">
                  <c:v>28.1004</c:v>
                </c:pt>
                <c:pt idx="506">
                  <c:v>29.761199999999999</c:v>
                </c:pt>
                <c:pt idx="507">
                  <c:v>31.602499999999999</c:v>
                </c:pt>
                <c:pt idx="508">
                  <c:v>33.405799999999999</c:v>
                </c:pt>
                <c:pt idx="509">
                  <c:v>36.004100000000001</c:v>
                </c:pt>
                <c:pt idx="510">
                  <c:v>39.540599999999998</c:v>
                </c:pt>
                <c:pt idx="511">
                  <c:v>42.890599999999999</c:v>
                </c:pt>
                <c:pt idx="512">
                  <c:v>46.515500000000003</c:v>
                </c:pt>
                <c:pt idx="513">
                  <c:v>50.602699999999999</c:v>
                </c:pt>
                <c:pt idx="514">
                  <c:v>55.0289</c:v>
                </c:pt>
                <c:pt idx="515">
                  <c:v>59.792200000000001</c:v>
                </c:pt>
                <c:pt idx="516">
                  <c:v>65.156400000000005</c:v>
                </c:pt>
                <c:pt idx="517">
                  <c:v>71.381299999999996</c:v>
                </c:pt>
                <c:pt idx="518">
                  <c:v>78.857399999999998</c:v>
                </c:pt>
                <c:pt idx="519">
                  <c:v>87.746099999999998</c:v>
                </c:pt>
                <c:pt idx="520">
                  <c:v>98.638099999999994</c:v>
                </c:pt>
                <c:pt idx="521">
                  <c:v>111.55500000000001</c:v>
                </c:pt>
                <c:pt idx="522">
                  <c:v>126.99</c:v>
                </c:pt>
                <c:pt idx="523">
                  <c:v>146.17400000000001</c:v>
                </c:pt>
                <c:pt idx="524">
                  <c:v>170.035</c:v>
                </c:pt>
                <c:pt idx="525">
                  <c:v>200.322</c:v>
                </c:pt>
                <c:pt idx="526">
                  <c:v>238.661</c:v>
                </c:pt>
                <c:pt idx="527">
                  <c:v>286.68599999999998</c:v>
                </c:pt>
                <c:pt idx="528">
                  <c:v>346.16800000000001</c:v>
                </c:pt>
                <c:pt idx="529">
                  <c:v>417.661</c:v>
                </c:pt>
                <c:pt idx="530">
                  <c:v>499.88499999999999</c:v>
                </c:pt>
                <c:pt idx="531">
                  <c:v>590.64499999999998</c:v>
                </c:pt>
                <c:pt idx="532">
                  <c:v>685.41099999999994</c:v>
                </c:pt>
                <c:pt idx="533">
                  <c:v>776.93299999999999</c:v>
                </c:pt>
                <c:pt idx="534">
                  <c:v>857.14200000000005</c:v>
                </c:pt>
                <c:pt idx="535">
                  <c:v>917.43299999999999</c:v>
                </c:pt>
                <c:pt idx="536">
                  <c:v>950.08399999999995</c:v>
                </c:pt>
                <c:pt idx="537">
                  <c:v>950.89200000000005</c:v>
                </c:pt>
                <c:pt idx="538">
                  <c:v>919.23199999999997</c:v>
                </c:pt>
                <c:pt idx="539">
                  <c:v>858.88400000000001</c:v>
                </c:pt>
                <c:pt idx="540">
                  <c:v>777.43499999999995</c:v>
                </c:pt>
                <c:pt idx="541">
                  <c:v>683.88199999999995</c:v>
                </c:pt>
                <c:pt idx="542">
                  <c:v>586.37599999999998</c:v>
                </c:pt>
                <c:pt idx="543">
                  <c:v>492.47199999999998</c:v>
                </c:pt>
                <c:pt idx="544">
                  <c:v>407.85199999999998</c:v>
                </c:pt>
                <c:pt idx="545">
                  <c:v>335.30399999999997</c:v>
                </c:pt>
                <c:pt idx="546">
                  <c:v>275.58100000000002</c:v>
                </c:pt>
                <c:pt idx="547">
                  <c:v>228.17</c:v>
                </c:pt>
                <c:pt idx="548">
                  <c:v>191.46</c:v>
                </c:pt>
                <c:pt idx="549">
                  <c:v>163.09</c:v>
                </c:pt>
                <c:pt idx="550">
                  <c:v>141.518</c:v>
                </c:pt>
                <c:pt idx="551">
                  <c:v>125.119</c:v>
                </c:pt>
                <c:pt idx="552">
                  <c:v>112.381</c:v>
                </c:pt>
                <c:pt idx="553">
                  <c:v>102.06100000000001</c:v>
                </c:pt>
                <c:pt idx="554">
                  <c:v>92.880799999999994</c:v>
                </c:pt>
                <c:pt idx="555">
                  <c:v>85.397300000000001</c:v>
                </c:pt>
                <c:pt idx="556">
                  <c:v>79.415999999999997</c:v>
                </c:pt>
                <c:pt idx="557">
                  <c:v>73.842799999999997</c:v>
                </c:pt>
                <c:pt idx="558">
                  <c:v>68.284899999999993</c:v>
                </c:pt>
                <c:pt idx="559">
                  <c:v>63.196300000000001</c:v>
                </c:pt>
                <c:pt idx="560">
                  <c:v>59.061599999999999</c:v>
                </c:pt>
                <c:pt idx="561">
                  <c:v>55.419699999999999</c:v>
                </c:pt>
                <c:pt idx="562">
                  <c:v>52.490699999999997</c:v>
                </c:pt>
                <c:pt idx="563">
                  <c:v>49.825299999999999</c:v>
                </c:pt>
                <c:pt idx="564">
                  <c:v>47.252600000000001</c:v>
                </c:pt>
                <c:pt idx="565">
                  <c:v>45.163400000000003</c:v>
                </c:pt>
                <c:pt idx="566">
                  <c:v>43.556600000000003</c:v>
                </c:pt>
                <c:pt idx="567">
                  <c:v>42.199399999999997</c:v>
                </c:pt>
                <c:pt idx="568">
                  <c:v>40.9985</c:v>
                </c:pt>
                <c:pt idx="569">
                  <c:v>39.824399999999997</c:v>
                </c:pt>
                <c:pt idx="570">
                  <c:v>38.657699999999998</c:v>
                </c:pt>
                <c:pt idx="571">
                  <c:v>37.619</c:v>
                </c:pt>
                <c:pt idx="572">
                  <c:v>36.727899999999998</c:v>
                </c:pt>
                <c:pt idx="573">
                  <c:v>35.9099</c:v>
                </c:pt>
                <c:pt idx="574">
                  <c:v>35.136299999999999</c:v>
                </c:pt>
                <c:pt idx="575">
                  <c:v>35.087299999999999</c:v>
                </c:pt>
                <c:pt idx="576">
                  <c:v>34.836500000000001</c:v>
                </c:pt>
                <c:pt idx="577">
                  <c:v>34.411200000000001</c:v>
                </c:pt>
                <c:pt idx="578">
                  <c:v>35.127800000000001</c:v>
                </c:pt>
                <c:pt idx="579">
                  <c:v>36.601799999999997</c:v>
                </c:pt>
                <c:pt idx="580">
                  <c:v>38.583300000000001</c:v>
                </c:pt>
                <c:pt idx="581">
                  <c:v>41.231900000000003</c:v>
                </c:pt>
                <c:pt idx="582">
                  <c:v>44.5944</c:v>
                </c:pt>
                <c:pt idx="583">
                  <c:v>47.837499999999999</c:v>
                </c:pt>
                <c:pt idx="584">
                  <c:v>50.714300000000001</c:v>
                </c:pt>
                <c:pt idx="585">
                  <c:v>53.231000000000002</c:v>
                </c:pt>
                <c:pt idx="586">
                  <c:v>54.878</c:v>
                </c:pt>
                <c:pt idx="587">
                  <c:v>55.679499999999997</c:v>
                </c:pt>
                <c:pt idx="588">
                  <c:v>55.504600000000003</c:v>
                </c:pt>
                <c:pt idx="589">
                  <c:v>53.747100000000003</c:v>
                </c:pt>
                <c:pt idx="590">
                  <c:v>51.006300000000003</c:v>
                </c:pt>
                <c:pt idx="591">
                  <c:v>47.86</c:v>
                </c:pt>
                <c:pt idx="592">
                  <c:v>43.866700000000002</c:v>
                </c:pt>
                <c:pt idx="593">
                  <c:v>39.710099999999997</c:v>
                </c:pt>
                <c:pt idx="594">
                  <c:v>35.794899999999998</c:v>
                </c:pt>
                <c:pt idx="595">
                  <c:v>32.317</c:v>
                </c:pt>
                <c:pt idx="596">
                  <c:v>29.223700000000001</c:v>
                </c:pt>
                <c:pt idx="597">
                  <c:v>26.238700000000001</c:v>
                </c:pt>
                <c:pt idx="598">
                  <c:v>23.585899999999999</c:v>
                </c:pt>
                <c:pt idx="599">
                  <c:v>21.597899999999999</c:v>
                </c:pt>
                <c:pt idx="600">
                  <c:v>20.228200000000001</c:v>
                </c:pt>
                <c:pt idx="601">
                  <c:v>19.209199999999999</c:v>
                </c:pt>
                <c:pt idx="602">
                  <c:v>18.543900000000001</c:v>
                </c:pt>
                <c:pt idx="603">
                  <c:v>18.3369</c:v>
                </c:pt>
                <c:pt idx="604">
                  <c:v>18.071100000000001</c:v>
                </c:pt>
                <c:pt idx="605">
                  <c:v>17.4663</c:v>
                </c:pt>
                <c:pt idx="606">
                  <c:v>16.7394</c:v>
                </c:pt>
                <c:pt idx="607">
                  <c:v>16.176400000000001</c:v>
                </c:pt>
                <c:pt idx="608">
                  <c:v>15.8729</c:v>
                </c:pt>
                <c:pt idx="609">
                  <c:v>15.5258</c:v>
                </c:pt>
                <c:pt idx="610">
                  <c:v>15.262</c:v>
                </c:pt>
                <c:pt idx="611">
                  <c:v>14.7247</c:v>
                </c:pt>
                <c:pt idx="612">
                  <c:v>14.1549</c:v>
                </c:pt>
                <c:pt idx="613">
                  <c:v>13.933400000000001</c:v>
                </c:pt>
                <c:pt idx="614">
                  <c:v>14.087999999999999</c:v>
                </c:pt>
                <c:pt idx="615">
                  <c:v>14.008800000000001</c:v>
                </c:pt>
                <c:pt idx="616">
                  <c:v>13.5914</c:v>
                </c:pt>
                <c:pt idx="617">
                  <c:v>13.126200000000001</c:v>
                </c:pt>
                <c:pt idx="618">
                  <c:v>12.704000000000001</c:v>
                </c:pt>
                <c:pt idx="619">
                  <c:v>12.738300000000001</c:v>
                </c:pt>
                <c:pt idx="620">
                  <c:v>12.8908</c:v>
                </c:pt>
                <c:pt idx="621">
                  <c:v>12.8691</c:v>
                </c:pt>
                <c:pt idx="622">
                  <c:v>12.8171</c:v>
                </c:pt>
                <c:pt idx="623">
                  <c:v>12.5228</c:v>
                </c:pt>
                <c:pt idx="624">
                  <c:v>12.184900000000001</c:v>
                </c:pt>
                <c:pt idx="625">
                  <c:v>11.9941</c:v>
                </c:pt>
                <c:pt idx="626">
                  <c:v>11.6486</c:v>
                </c:pt>
                <c:pt idx="627">
                  <c:v>11.5114</c:v>
                </c:pt>
                <c:pt idx="628">
                  <c:v>11.402799999999999</c:v>
                </c:pt>
                <c:pt idx="629">
                  <c:v>10.972200000000001</c:v>
                </c:pt>
                <c:pt idx="630">
                  <c:v>10.7394</c:v>
                </c:pt>
                <c:pt idx="631">
                  <c:v>10.4903</c:v>
                </c:pt>
                <c:pt idx="632">
                  <c:v>10.2804</c:v>
                </c:pt>
                <c:pt idx="633">
                  <c:v>10.559900000000001</c:v>
                </c:pt>
                <c:pt idx="634">
                  <c:v>10.625400000000001</c:v>
                </c:pt>
                <c:pt idx="635">
                  <c:v>10.821300000000001</c:v>
                </c:pt>
                <c:pt idx="636">
                  <c:v>10.7181</c:v>
                </c:pt>
                <c:pt idx="637">
                  <c:v>10.27</c:v>
                </c:pt>
                <c:pt idx="638">
                  <c:v>10.0091</c:v>
                </c:pt>
                <c:pt idx="639">
                  <c:v>9.2705400000000004</c:v>
                </c:pt>
                <c:pt idx="640">
                  <c:v>8.8160699999999999</c:v>
                </c:pt>
                <c:pt idx="641">
                  <c:v>8.7177799999999994</c:v>
                </c:pt>
                <c:pt idx="642">
                  <c:v>8.2057900000000004</c:v>
                </c:pt>
                <c:pt idx="643">
                  <c:v>7.8370699999999998</c:v>
                </c:pt>
                <c:pt idx="644">
                  <c:v>7.8899499999999998</c:v>
                </c:pt>
                <c:pt idx="645">
                  <c:v>7.8890799999999999</c:v>
                </c:pt>
                <c:pt idx="646">
                  <c:v>7.8748699999999996</c:v>
                </c:pt>
                <c:pt idx="647">
                  <c:v>7.7083899999999996</c:v>
                </c:pt>
                <c:pt idx="648">
                  <c:v>7.6977000000000002</c:v>
                </c:pt>
                <c:pt idx="649">
                  <c:v>7.8398599999999998</c:v>
                </c:pt>
                <c:pt idx="650">
                  <c:v>7.7894699999999997</c:v>
                </c:pt>
                <c:pt idx="651">
                  <c:v>7.5848699999999996</c:v>
                </c:pt>
                <c:pt idx="652">
                  <c:v>7.6132099999999996</c:v>
                </c:pt>
                <c:pt idx="653">
                  <c:v>7.7370200000000002</c:v>
                </c:pt>
                <c:pt idx="654">
                  <c:v>7.6636800000000003</c:v>
                </c:pt>
                <c:pt idx="655">
                  <c:v>7.3053499999999998</c:v>
                </c:pt>
                <c:pt idx="656">
                  <c:v>6.9638999999999998</c:v>
                </c:pt>
                <c:pt idx="657">
                  <c:v>6.7742699999999996</c:v>
                </c:pt>
                <c:pt idx="658">
                  <c:v>6.7486100000000002</c:v>
                </c:pt>
                <c:pt idx="659">
                  <c:v>7.0008800000000004</c:v>
                </c:pt>
                <c:pt idx="660">
                  <c:v>6.9356600000000004</c:v>
                </c:pt>
                <c:pt idx="661">
                  <c:v>6.6231400000000002</c:v>
                </c:pt>
                <c:pt idx="662">
                  <c:v>6.48116</c:v>
                </c:pt>
                <c:pt idx="663">
                  <c:v>6.3843899999999998</c:v>
                </c:pt>
                <c:pt idx="664">
                  <c:v>6.56311</c:v>
                </c:pt>
                <c:pt idx="665">
                  <c:v>6.6834800000000003</c:v>
                </c:pt>
                <c:pt idx="666">
                  <c:v>6.6580599999999999</c:v>
                </c:pt>
                <c:pt idx="667">
                  <c:v>6.5832699999999997</c:v>
                </c:pt>
                <c:pt idx="668">
                  <c:v>6.4977799999999997</c:v>
                </c:pt>
                <c:pt idx="669">
                  <c:v>6.7097499999999997</c:v>
                </c:pt>
                <c:pt idx="670">
                  <c:v>6.6300999999999997</c:v>
                </c:pt>
                <c:pt idx="671">
                  <c:v>6.3229199999999999</c:v>
                </c:pt>
                <c:pt idx="672">
                  <c:v>6.2105399999999999</c:v>
                </c:pt>
                <c:pt idx="673">
                  <c:v>6.2631500000000004</c:v>
                </c:pt>
                <c:pt idx="674">
                  <c:v>6.1051500000000001</c:v>
                </c:pt>
                <c:pt idx="675">
                  <c:v>6.10799</c:v>
                </c:pt>
                <c:pt idx="676">
                  <c:v>6.1939500000000001</c:v>
                </c:pt>
                <c:pt idx="677">
                  <c:v>6.2223199999999999</c:v>
                </c:pt>
                <c:pt idx="678">
                  <c:v>6.4419899999999997</c:v>
                </c:pt>
                <c:pt idx="679">
                  <c:v>6.3073399999999999</c:v>
                </c:pt>
                <c:pt idx="680">
                  <c:v>5.93933</c:v>
                </c:pt>
                <c:pt idx="681">
                  <c:v>5.6714900000000004</c:v>
                </c:pt>
                <c:pt idx="682">
                  <c:v>5.2245999999999997</c:v>
                </c:pt>
                <c:pt idx="683">
                  <c:v>5.0728600000000004</c:v>
                </c:pt>
                <c:pt idx="684">
                  <c:v>5.4190699999999996</c:v>
                </c:pt>
                <c:pt idx="685">
                  <c:v>5.6690300000000002</c:v>
                </c:pt>
                <c:pt idx="686">
                  <c:v>5.7642699999999998</c:v>
                </c:pt>
                <c:pt idx="687">
                  <c:v>5.4994699999999996</c:v>
                </c:pt>
                <c:pt idx="688">
                  <c:v>5.4446899999999996</c:v>
                </c:pt>
                <c:pt idx="689">
                  <c:v>5.5884799999999997</c:v>
                </c:pt>
                <c:pt idx="690">
                  <c:v>5.8911600000000002</c:v>
                </c:pt>
                <c:pt idx="691">
                  <c:v>6.2856699999999996</c:v>
                </c:pt>
                <c:pt idx="692">
                  <c:v>6.5639799999999999</c:v>
                </c:pt>
                <c:pt idx="693">
                  <c:v>6.5280899999999997</c:v>
                </c:pt>
                <c:pt idx="694">
                  <c:v>6.0427099999999996</c:v>
                </c:pt>
                <c:pt idx="695">
                  <c:v>5.6149100000000001</c:v>
                </c:pt>
                <c:pt idx="696">
                  <c:v>5.8802700000000003</c:v>
                </c:pt>
                <c:pt idx="697">
                  <c:v>6.03085</c:v>
                </c:pt>
                <c:pt idx="698">
                  <c:v>5.6548499999999997</c:v>
                </c:pt>
                <c:pt idx="699">
                  <c:v>5.0857900000000003</c:v>
                </c:pt>
                <c:pt idx="700">
                  <c:v>5.1198100000000002</c:v>
                </c:pt>
                <c:pt idx="701">
                  <c:v>5.7207999999999997</c:v>
                </c:pt>
                <c:pt idx="702">
                  <c:v>6.2067899999999998</c:v>
                </c:pt>
                <c:pt idx="703">
                  <c:v>6.3131599999999999</c:v>
                </c:pt>
                <c:pt idx="704">
                  <c:v>6.1259899999999998</c:v>
                </c:pt>
                <c:pt idx="705">
                  <c:v>6.0547700000000004</c:v>
                </c:pt>
                <c:pt idx="706">
                  <c:v>5.9196</c:v>
                </c:pt>
                <c:pt idx="707">
                  <c:v>5.8960100000000004</c:v>
                </c:pt>
                <c:pt idx="708">
                  <c:v>5.66615</c:v>
                </c:pt>
                <c:pt idx="709">
                  <c:v>5.5347900000000001</c:v>
                </c:pt>
                <c:pt idx="710">
                  <c:v>5.4683799999999998</c:v>
                </c:pt>
                <c:pt idx="711">
                  <c:v>5.2703199999999999</c:v>
                </c:pt>
                <c:pt idx="712">
                  <c:v>5.0578700000000003</c:v>
                </c:pt>
                <c:pt idx="713">
                  <c:v>4.6933400000000001</c:v>
                </c:pt>
                <c:pt idx="714">
                  <c:v>4.8703399999999997</c:v>
                </c:pt>
                <c:pt idx="715">
                  <c:v>5.2766299999999999</c:v>
                </c:pt>
                <c:pt idx="716">
                  <c:v>5.3654900000000003</c:v>
                </c:pt>
                <c:pt idx="717">
                  <c:v>5.7083500000000003</c:v>
                </c:pt>
                <c:pt idx="718">
                  <c:v>6.0273099999999999</c:v>
                </c:pt>
                <c:pt idx="719">
                  <c:v>6.1353</c:v>
                </c:pt>
                <c:pt idx="720">
                  <c:v>6.3148900000000001</c:v>
                </c:pt>
                <c:pt idx="721">
                  <c:v>6.4235899999999999</c:v>
                </c:pt>
                <c:pt idx="722">
                  <c:v>6.48651</c:v>
                </c:pt>
                <c:pt idx="723">
                  <c:v>6.1096500000000002</c:v>
                </c:pt>
                <c:pt idx="724">
                  <c:v>5.9527200000000002</c:v>
                </c:pt>
                <c:pt idx="725">
                  <c:v>6.1773100000000003</c:v>
                </c:pt>
                <c:pt idx="726">
                  <c:v>6.3614699999999997</c:v>
                </c:pt>
                <c:pt idx="727">
                  <c:v>6.5831499999999998</c:v>
                </c:pt>
                <c:pt idx="728">
                  <c:v>6.5271999999999997</c:v>
                </c:pt>
                <c:pt idx="729">
                  <c:v>6.1105400000000003</c:v>
                </c:pt>
                <c:pt idx="730">
                  <c:v>6.1304499999999997</c:v>
                </c:pt>
                <c:pt idx="731">
                  <c:v>6.4442599999999999</c:v>
                </c:pt>
                <c:pt idx="732">
                  <c:v>6.7531499999999998</c:v>
                </c:pt>
                <c:pt idx="733">
                  <c:v>6.5958300000000003</c:v>
                </c:pt>
                <c:pt idx="734">
                  <c:v>6.3615399999999998</c:v>
                </c:pt>
                <c:pt idx="735">
                  <c:v>6.4296800000000003</c:v>
                </c:pt>
                <c:pt idx="736">
                  <c:v>6.5513300000000001</c:v>
                </c:pt>
                <c:pt idx="737">
                  <c:v>6.57294</c:v>
                </c:pt>
                <c:pt idx="738">
                  <c:v>6.2005800000000004</c:v>
                </c:pt>
                <c:pt idx="739">
                  <c:v>5.72417</c:v>
                </c:pt>
                <c:pt idx="740">
                  <c:v>5.5986500000000001</c:v>
                </c:pt>
                <c:pt idx="741">
                  <c:v>5.5359999999999996</c:v>
                </c:pt>
                <c:pt idx="742">
                  <c:v>5.2944000000000004</c:v>
                </c:pt>
                <c:pt idx="743">
                  <c:v>5.0240799999999997</c:v>
                </c:pt>
                <c:pt idx="744">
                  <c:v>5.2045599999999999</c:v>
                </c:pt>
                <c:pt idx="745">
                  <c:v>5.3915499999999996</c:v>
                </c:pt>
                <c:pt idx="746">
                  <c:v>5.23794</c:v>
                </c:pt>
                <c:pt idx="747">
                  <c:v>5.1929299999999996</c:v>
                </c:pt>
                <c:pt idx="748">
                  <c:v>5.2504499999999998</c:v>
                </c:pt>
                <c:pt idx="749">
                  <c:v>5.0619199999999998</c:v>
                </c:pt>
                <c:pt idx="750">
                  <c:v>4.8473600000000001</c:v>
                </c:pt>
                <c:pt idx="751">
                  <c:v>4.7286999999999999</c:v>
                </c:pt>
                <c:pt idx="752">
                  <c:v>4.4150999999999998</c:v>
                </c:pt>
                <c:pt idx="753">
                  <c:v>4.0965299999999996</c:v>
                </c:pt>
                <c:pt idx="754">
                  <c:v>3.9668199999999998</c:v>
                </c:pt>
                <c:pt idx="755">
                  <c:v>3.9972300000000001</c:v>
                </c:pt>
                <c:pt idx="756">
                  <c:v>3.9463499999999998</c:v>
                </c:pt>
                <c:pt idx="757">
                  <c:v>4.31297</c:v>
                </c:pt>
                <c:pt idx="758">
                  <c:v>4.5547399999999998</c:v>
                </c:pt>
                <c:pt idx="759">
                  <c:v>4.4264299999999999</c:v>
                </c:pt>
                <c:pt idx="760">
                  <c:v>4.4555499999999997</c:v>
                </c:pt>
                <c:pt idx="761">
                  <c:v>4.4378000000000002</c:v>
                </c:pt>
                <c:pt idx="762">
                  <c:v>4.27067</c:v>
                </c:pt>
                <c:pt idx="763">
                  <c:v>3.9890400000000001</c:v>
                </c:pt>
                <c:pt idx="764">
                  <c:v>3.7923200000000001</c:v>
                </c:pt>
                <c:pt idx="765">
                  <c:v>3.83439</c:v>
                </c:pt>
                <c:pt idx="766">
                  <c:v>3.7169699999999999</c:v>
                </c:pt>
                <c:pt idx="767">
                  <c:v>3.7239100000000001</c:v>
                </c:pt>
                <c:pt idx="768">
                  <c:v>3.95147</c:v>
                </c:pt>
                <c:pt idx="769">
                  <c:v>4.0196800000000001</c:v>
                </c:pt>
                <c:pt idx="770">
                  <c:v>4.2663000000000002</c:v>
                </c:pt>
                <c:pt idx="771">
                  <c:v>4.7080500000000001</c:v>
                </c:pt>
                <c:pt idx="772">
                  <c:v>4.65815</c:v>
                </c:pt>
                <c:pt idx="773">
                  <c:v>4.4727899999999998</c:v>
                </c:pt>
                <c:pt idx="774">
                  <c:v>4.5174300000000001</c:v>
                </c:pt>
                <c:pt idx="775">
                  <c:v>4.7732000000000001</c:v>
                </c:pt>
                <c:pt idx="776">
                  <c:v>4.7764699999999998</c:v>
                </c:pt>
                <c:pt idx="777">
                  <c:v>5.0750299999999999</c:v>
                </c:pt>
                <c:pt idx="778">
                  <c:v>5.4901099999999996</c:v>
                </c:pt>
                <c:pt idx="779">
                  <c:v>5.3076499999999998</c:v>
                </c:pt>
                <c:pt idx="780">
                  <c:v>4.8512300000000002</c:v>
                </c:pt>
                <c:pt idx="781">
                  <c:v>4.5818300000000001</c:v>
                </c:pt>
                <c:pt idx="782">
                  <c:v>4.61937</c:v>
                </c:pt>
                <c:pt idx="783">
                  <c:v>4.7464500000000003</c:v>
                </c:pt>
                <c:pt idx="784">
                  <c:v>4.7513699999999996</c:v>
                </c:pt>
                <c:pt idx="785">
                  <c:v>4.65245</c:v>
                </c:pt>
                <c:pt idx="786">
                  <c:v>4.3598100000000004</c:v>
                </c:pt>
                <c:pt idx="787">
                  <c:v>4.4718799999999996</c:v>
                </c:pt>
                <c:pt idx="788">
                  <c:v>4.5504100000000003</c:v>
                </c:pt>
                <c:pt idx="789">
                  <c:v>4.6906100000000004</c:v>
                </c:pt>
                <c:pt idx="790">
                  <c:v>4.5401899999999999</c:v>
                </c:pt>
                <c:pt idx="791">
                  <c:v>4.36334</c:v>
                </c:pt>
                <c:pt idx="792">
                  <c:v>4.3543099999999999</c:v>
                </c:pt>
                <c:pt idx="793">
                  <c:v>3.9428700000000001</c:v>
                </c:pt>
                <c:pt idx="794">
                  <c:v>3.7410100000000002</c:v>
                </c:pt>
                <c:pt idx="795">
                  <c:v>3.7458200000000001</c:v>
                </c:pt>
                <c:pt idx="796">
                  <c:v>3.53627</c:v>
                </c:pt>
                <c:pt idx="797">
                  <c:v>3.5520999999999998</c:v>
                </c:pt>
                <c:pt idx="798">
                  <c:v>3.82531</c:v>
                </c:pt>
                <c:pt idx="799">
                  <c:v>3.8734299999999999</c:v>
                </c:pt>
                <c:pt idx="800">
                  <c:v>3.5651899999999999</c:v>
                </c:pt>
                <c:pt idx="801">
                  <c:v>3.3346</c:v>
                </c:pt>
                <c:pt idx="802">
                  <c:v>3.2945500000000001</c:v>
                </c:pt>
                <c:pt idx="803">
                  <c:v>3.43337</c:v>
                </c:pt>
                <c:pt idx="804">
                  <c:v>3.7230599999999998</c:v>
                </c:pt>
                <c:pt idx="805">
                  <c:v>3.9155000000000002</c:v>
                </c:pt>
                <c:pt idx="806">
                  <c:v>3.6576</c:v>
                </c:pt>
                <c:pt idx="807">
                  <c:v>3.52284</c:v>
                </c:pt>
                <c:pt idx="808">
                  <c:v>3.6774499999999999</c:v>
                </c:pt>
                <c:pt idx="809">
                  <c:v>3.67624</c:v>
                </c:pt>
                <c:pt idx="810">
                  <c:v>3.84415</c:v>
                </c:pt>
                <c:pt idx="811">
                  <c:v>4.1035599999999999</c:v>
                </c:pt>
                <c:pt idx="812">
                  <c:v>4.2395899999999997</c:v>
                </c:pt>
                <c:pt idx="813">
                  <c:v>4.4552199999999997</c:v>
                </c:pt>
                <c:pt idx="814">
                  <c:v>4.37568</c:v>
                </c:pt>
                <c:pt idx="815">
                  <c:v>4.2483500000000003</c:v>
                </c:pt>
                <c:pt idx="816">
                  <c:v>4.3853499999999999</c:v>
                </c:pt>
                <c:pt idx="817">
                  <c:v>4.3278499999999998</c:v>
                </c:pt>
                <c:pt idx="818">
                  <c:v>3.99552</c:v>
                </c:pt>
                <c:pt idx="819">
                  <c:v>3.7499400000000001</c:v>
                </c:pt>
                <c:pt idx="820">
                  <c:v>4.0005100000000002</c:v>
                </c:pt>
                <c:pt idx="821">
                  <c:v>4.5266999999999999</c:v>
                </c:pt>
                <c:pt idx="822">
                  <c:v>5.1010799999999996</c:v>
                </c:pt>
                <c:pt idx="823">
                  <c:v>5.1032799999999998</c:v>
                </c:pt>
                <c:pt idx="824">
                  <c:v>5.0119999999999996</c:v>
                </c:pt>
                <c:pt idx="825">
                  <c:v>4.7505800000000002</c:v>
                </c:pt>
                <c:pt idx="826">
                  <c:v>4.2869999999999999</c:v>
                </c:pt>
                <c:pt idx="827">
                  <c:v>4.4027000000000003</c:v>
                </c:pt>
                <c:pt idx="828">
                  <c:v>4.5897899999999998</c:v>
                </c:pt>
                <c:pt idx="829">
                  <c:v>4.9176799999999998</c:v>
                </c:pt>
                <c:pt idx="830">
                  <c:v>5.0642699999999996</c:v>
                </c:pt>
                <c:pt idx="831">
                  <c:v>4.7700300000000002</c:v>
                </c:pt>
                <c:pt idx="832">
                  <c:v>4.7734100000000002</c:v>
                </c:pt>
                <c:pt idx="833">
                  <c:v>4.68161</c:v>
                </c:pt>
                <c:pt idx="834">
                  <c:v>4.3901700000000003</c:v>
                </c:pt>
                <c:pt idx="835">
                  <c:v>4.4195399999999996</c:v>
                </c:pt>
                <c:pt idx="836">
                  <c:v>4.69055</c:v>
                </c:pt>
                <c:pt idx="837">
                  <c:v>4.9732500000000002</c:v>
                </c:pt>
                <c:pt idx="838">
                  <c:v>5.0085100000000002</c:v>
                </c:pt>
                <c:pt idx="839">
                  <c:v>4.8029299999999999</c:v>
                </c:pt>
                <c:pt idx="840">
                  <c:v>4.7446700000000002</c:v>
                </c:pt>
                <c:pt idx="841">
                  <c:v>4.99139</c:v>
                </c:pt>
                <c:pt idx="842">
                  <c:v>5.13103</c:v>
                </c:pt>
                <c:pt idx="843">
                  <c:v>5.2290900000000002</c:v>
                </c:pt>
                <c:pt idx="844">
                  <c:v>5.3921999999999999</c:v>
                </c:pt>
                <c:pt idx="845">
                  <c:v>5.6444400000000003</c:v>
                </c:pt>
                <c:pt idx="846">
                  <c:v>5.8151999999999999</c:v>
                </c:pt>
                <c:pt idx="847">
                  <c:v>5.6882900000000003</c:v>
                </c:pt>
                <c:pt idx="848">
                  <c:v>5.6291599999999997</c:v>
                </c:pt>
                <c:pt idx="849">
                  <c:v>5.7457200000000004</c:v>
                </c:pt>
                <c:pt idx="850">
                  <c:v>6.20059</c:v>
                </c:pt>
                <c:pt idx="851">
                  <c:v>6.6447200000000004</c:v>
                </c:pt>
                <c:pt idx="852">
                  <c:v>6.6990400000000001</c:v>
                </c:pt>
                <c:pt idx="853">
                  <c:v>6.5035699999999999</c:v>
                </c:pt>
                <c:pt idx="854">
                  <c:v>6.1969399999999997</c:v>
                </c:pt>
                <c:pt idx="855">
                  <c:v>5.6655199999999999</c:v>
                </c:pt>
                <c:pt idx="856">
                  <c:v>5.3641899999999998</c:v>
                </c:pt>
                <c:pt idx="857">
                  <c:v>5.4597300000000004</c:v>
                </c:pt>
                <c:pt idx="858">
                  <c:v>5.4838699999999996</c:v>
                </c:pt>
                <c:pt idx="859">
                  <c:v>4.9802</c:v>
                </c:pt>
                <c:pt idx="860">
                  <c:v>4.4908299999999999</c:v>
                </c:pt>
                <c:pt idx="861">
                  <c:v>4.2858799999999997</c:v>
                </c:pt>
                <c:pt idx="862">
                  <c:v>4.1473899999999997</c:v>
                </c:pt>
                <c:pt idx="863">
                  <c:v>4.20749</c:v>
                </c:pt>
                <c:pt idx="864">
                  <c:v>4.2004299999999999</c:v>
                </c:pt>
                <c:pt idx="865">
                  <c:v>4.0551599999999999</c:v>
                </c:pt>
                <c:pt idx="866">
                  <c:v>4.4078299999999997</c:v>
                </c:pt>
                <c:pt idx="867">
                  <c:v>4.62934</c:v>
                </c:pt>
                <c:pt idx="868">
                  <c:v>4.3603500000000004</c:v>
                </c:pt>
                <c:pt idx="869">
                  <c:v>4.2222600000000003</c:v>
                </c:pt>
                <c:pt idx="870">
                  <c:v>3.8711799999999998</c:v>
                </c:pt>
                <c:pt idx="871">
                  <c:v>3.8384100000000001</c:v>
                </c:pt>
                <c:pt idx="872">
                  <c:v>4.1663699999999997</c:v>
                </c:pt>
                <c:pt idx="873">
                  <c:v>4.1690100000000001</c:v>
                </c:pt>
                <c:pt idx="874">
                  <c:v>4.0758099999999997</c:v>
                </c:pt>
                <c:pt idx="875">
                  <c:v>4.1534500000000003</c:v>
                </c:pt>
                <c:pt idx="876">
                  <c:v>4.1706300000000001</c:v>
                </c:pt>
                <c:pt idx="877">
                  <c:v>3.6117300000000001</c:v>
                </c:pt>
                <c:pt idx="878">
                  <c:v>3.30694</c:v>
                </c:pt>
                <c:pt idx="879">
                  <c:v>3.49831</c:v>
                </c:pt>
                <c:pt idx="880">
                  <c:v>3.5827</c:v>
                </c:pt>
                <c:pt idx="881">
                  <c:v>3.5341900000000002</c:v>
                </c:pt>
                <c:pt idx="882">
                  <c:v>3.64608</c:v>
                </c:pt>
                <c:pt idx="883">
                  <c:v>3.9144399999999999</c:v>
                </c:pt>
                <c:pt idx="884">
                  <c:v>3.9860000000000002</c:v>
                </c:pt>
                <c:pt idx="885">
                  <c:v>4.2294</c:v>
                </c:pt>
                <c:pt idx="886">
                  <c:v>4.5696899999999996</c:v>
                </c:pt>
                <c:pt idx="887">
                  <c:v>4.5754400000000004</c:v>
                </c:pt>
                <c:pt idx="888">
                  <c:v>4.5148099999999998</c:v>
                </c:pt>
                <c:pt idx="889">
                  <c:v>4.4028</c:v>
                </c:pt>
                <c:pt idx="890">
                  <c:v>4.4340400000000004</c:v>
                </c:pt>
                <c:pt idx="891">
                  <c:v>4.5994599999999997</c:v>
                </c:pt>
                <c:pt idx="892">
                  <c:v>4.3225499999999997</c:v>
                </c:pt>
                <c:pt idx="893">
                  <c:v>4.1870700000000003</c:v>
                </c:pt>
                <c:pt idx="894">
                  <c:v>4.3644299999999996</c:v>
                </c:pt>
                <c:pt idx="895">
                  <c:v>4.3740399999999999</c:v>
                </c:pt>
                <c:pt idx="896">
                  <c:v>4.5063500000000003</c:v>
                </c:pt>
                <c:pt idx="897">
                  <c:v>4.9950599999999996</c:v>
                </c:pt>
                <c:pt idx="898">
                  <c:v>4.8934800000000003</c:v>
                </c:pt>
                <c:pt idx="899">
                  <c:v>4.9602500000000003</c:v>
                </c:pt>
                <c:pt idx="900">
                  <c:v>5.1422299999999996</c:v>
                </c:pt>
                <c:pt idx="901">
                  <c:v>4.7821100000000003</c:v>
                </c:pt>
                <c:pt idx="902">
                  <c:v>4.5765200000000004</c:v>
                </c:pt>
                <c:pt idx="903">
                  <c:v>4.9325700000000001</c:v>
                </c:pt>
                <c:pt idx="904">
                  <c:v>5.5118200000000002</c:v>
                </c:pt>
                <c:pt idx="905">
                  <c:v>5.7337899999999999</c:v>
                </c:pt>
                <c:pt idx="906">
                  <c:v>5.3769499999999999</c:v>
                </c:pt>
                <c:pt idx="907">
                  <c:v>5.1581799999999998</c:v>
                </c:pt>
                <c:pt idx="908">
                  <c:v>5.16744</c:v>
                </c:pt>
                <c:pt idx="909">
                  <c:v>5.2122200000000003</c:v>
                </c:pt>
                <c:pt idx="910">
                  <c:v>5.2106899999999996</c:v>
                </c:pt>
                <c:pt idx="911">
                  <c:v>5.3077199999999998</c:v>
                </c:pt>
                <c:pt idx="912">
                  <c:v>5.7429300000000003</c:v>
                </c:pt>
                <c:pt idx="913">
                  <c:v>5.7902300000000002</c:v>
                </c:pt>
                <c:pt idx="914">
                  <c:v>5.2751599999999996</c:v>
                </c:pt>
                <c:pt idx="915">
                  <c:v>5.0315899999999996</c:v>
                </c:pt>
                <c:pt idx="916">
                  <c:v>4.8550000000000004</c:v>
                </c:pt>
                <c:pt idx="917">
                  <c:v>4.6173500000000001</c:v>
                </c:pt>
                <c:pt idx="918">
                  <c:v>4.4332700000000003</c:v>
                </c:pt>
                <c:pt idx="919">
                  <c:v>4.2689399999999997</c:v>
                </c:pt>
                <c:pt idx="920">
                  <c:v>4.43675</c:v>
                </c:pt>
                <c:pt idx="921">
                  <c:v>4.5309900000000001</c:v>
                </c:pt>
                <c:pt idx="922">
                  <c:v>4.6256700000000004</c:v>
                </c:pt>
                <c:pt idx="923">
                  <c:v>4.6464299999999996</c:v>
                </c:pt>
                <c:pt idx="924">
                  <c:v>4.5661399999999999</c:v>
                </c:pt>
                <c:pt idx="925">
                  <c:v>4.6339300000000003</c:v>
                </c:pt>
                <c:pt idx="926">
                  <c:v>4.6926500000000004</c:v>
                </c:pt>
                <c:pt idx="927">
                  <c:v>4.90639</c:v>
                </c:pt>
                <c:pt idx="928">
                  <c:v>5.2141599999999997</c:v>
                </c:pt>
                <c:pt idx="929">
                  <c:v>5.3037400000000003</c:v>
                </c:pt>
                <c:pt idx="930">
                  <c:v>5.7457900000000004</c:v>
                </c:pt>
                <c:pt idx="931">
                  <c:v>6.2992800000000004</c:v>
                </c:pt>
                <c:pt idx="932">
                  <c:v>6.6680099999999998</c:v>
                </c:pt>
                <c:pt idx="933">
                  <c:v>6.61287</c:v>
                </c:pt>
                <c:pt idx="934">
                  <c:v>6.6190199999999999</c:v>
                </c:pt>
                <c:pt idx="935">
                  <c:v>7.2600699999999998</c:v>
                </c:pt>
                <c:pt idx="936">
                  <c:v>7.7715500000000004</c:v>
                </c:pt>
                <c:pt idx="937">
                  <c:v>7.95505</c:v>
                </c:pt>
                <c:pt idx="938">
                  <c:v>8.3039299999999994</c:v>
                </c:pt>
                <c:pt idx="939">
                  <c:v>8.6672100000000007</c:v>
                </c:pt>
                <c:pt idx="940">
                  <c:v>9.1516900000000003</c:v>
                </c:pt>
                <c:pt idx="941">
                  <c:v>9.7425099999999993</c:v>
                </c:pt>
                <c:pt idx="942">
                  <c:v>10.2768</c:v>
                </c:pt>
                <c:pt idx="943">
                  <c:v>10.778499999999999</c:v>
                </c:pt>
                <c:pt idx="944">
                  <c:v>11.1129</c:v>
                </c:pt>
                <c:pt idx="945">
                  <c:v>11.0434</c:v>
                </c:pt>
                <c:pt idx="946">
                  <c:v>11.2087</c:v>
                </c:pt>
                <c:pt idx="947">
                  <c:v>11.417299999999999</c:v>
                </c:pt>
                <c:pt idx="948">
                  <c:v>11.2972</c:v>
                </c:pt>
                <c:pt idx="949">
                  <c:v>11.173</c:v>
                </c:pt>
                <c:pt idx="950">
                  <c:v>10.384399999999999</c:v>
                </c:pt>
                <c:pt idx="951">
                  <c:v>9.4796700000000005</c:v>
                </c:pt>
                <c:pt idx="952">
                  <c:v>8.7528400000000008</c:v>
                </c:pt>
                <c:pt idx="953">
                  <c:v>8.4023900000000005</c:v>
                </c:pt>
                <c:pt idx="954">
                  <c:v>7.9300600000000001</c:v>
                </c:pt>
                <c:pt idx="955">
                  <c:v>7.2769300000000001</c:v>
                </c:pt>
                <c:pt idx="956">
                  <c:v>6.8135300000000001</c:v>
                </c:pt>
                <c:pt idx="957">
                  <c:v>6.4132699999999998</c:v>
                </c:pt>
                <c:pt idx="958">
                  <c:v>6.1497000000000002</c:v>
                </c:pt>
                <c:pt idx="959">
                  <c:v>6.3277599999999996</c:v>
                </c:pt>
                <c:pt idx="960">
                  <c:v>6.2880200000000004</c:v>
                </c:pt>
                <c:pt idx="961">
                  <c:v>6.0834200000000003</c:v>
                </c:pt>
                <c:pt idx="962">
                  <c:v>6.0737699999999997</c:v>
                </c:pt>
                <c:pt idx="963">
                  <c:v>6.14954</c:v>
                </c:pt>
                <c:pt idx="964">
                  <c:v>6.6781100000000002</c:v>
                </c:pt>
                <c:pt idx="965">
                  <c:v>7.0731299999999999</c:v>
                </c:pt>
                <c:pt idx="966">
                  <c:v>7.0843100000000003</c:v>
                </c:pt>
                <c:pt idx="967">
                  <c:v>6.6937300000000004</c:v>
                </c:pt>
                <c:pt idx="968">
                  <c:v>6.5240400000000003</c:v>
                </c:pt>
                <c:pt idx="969">
                  <c:v>6.92096</c:v>
                </c:pt>
                <c:pt idx="970">
                  <c:v>6.9557599999999997</c:v>
                </c:pt>
                <c:pt idx="971">
                  <c:v>7.0803500000000001</c:v>
                </c:pt>
                <c:pt idx="972">
                  <c:v>7.4943499999999998</c:v>
                </c:pt>
                <c:pt idx="973">
                  <c:v>7.63673</c:v>
                </c:pt>
                <c:pt idx="974">
                  <c:v>7.6459599999999996</c:v>
                </c:pt>
                <c:pt idx="975">
                  <c:v>8.0857200000000002</c:v>
                </c:pt>
                <c:pt idx="976">
                  <c:v>8.4510299999999994</c:v>
                </c:pt>
                <c:pt idx="977">
                  <c:v>8.9778400000000005</c:v>
                </c:pt>
                <c:pt idx="978">
                  <c:v>9.9134399999999996</c:v>
                </c:pt>
                <c:pt idx="979">
                  <c:v>10.7339</c:v>
                </c:pt>
                <c:pt idx="980">
                  <c:v>11.2453</c:v>
                </c:pt>
                <c:pt idx="981">
                  <c:v>11.742699999999999</c:v>
                </c:pt>
                <c:pt idx="982">
                  <c:v>12.4199</c:v>
                </c:pt>
                <c:pt idx="983">
                  <c:v>12.851100000000001</c:v>
                </c:pt>
                <c:pt idx="984">
                  <c:v>13.0924</c:v>
                </c:pt>
                <c:pt idx="985">
                  <c:v>13.837199999999999</c:v>
                </c:pt>
                <c:pt idx="986">
                  <c:v>14.6267</c:v>
                </c:pt>
                <c:pt idx="987">
                  <c:v>15.4521</c:v>
                </c:pt>
                <c:pt idx="988">
                  <c:v>17.0229</c:v>
                </c:pt>
                <c:pt idx="989">
                  <c:v>18.845800000000001</c:v>
                </c:pt>
                <c:pt idx="990">
                  <c:v>20.9787</c:v>
                </c:pt>
                <c:pt idx="991">
                  <c:v>23.3477</c:v>
                </c:pt>
                <c:pt idx="992">
                  <c:v>26.209700000000002</c:v>
                </c:pt>
                <c:pt idx="993">
                  <c:v>29.742000000000001</c:v>
                </c:pt>
                <c:pt idx="994">
                  <c:v>34.327800000000003</c:v>
                </c:pt>
                <c:pt idx="995">
                  <c:v>40.197899999999997</c:v>
                </c:pt>
                <c:pt idx="996">
                  <c:v>47.3264</c:v>
                </c:pt>
                <c:pt idx="997">
                  <c:v>56.438400000000001</c:v>
                </c:pt>
                <c:pt idx="998">
                  <c:v>68.075199999999995</c:v>
                </c:pt>
                <c:pt idx="999">
                  <c:v>81.771500000000003</c:v>
                </c:pt>
                <c:pt idx="1000">
                  <c:v>97.115200000000002</c:v>
                </c:pt>
                <c:pt idx="1001">
                  <c:v>113.982</c:v>
                </c:pt>
                <c:pt idx="1002">
                  <c:v>130.65700000000001</c:v>
                </c:pt>
                <c:pt idx="1003">
                  <c:v>145.84700000000001</c:v>
                </c:pt>
                <c:pt idx="1004">
                  <c:v>157.94200000000001</c:v>
                </c:pt>
                <c:pt idx="1005">
                  <c:v>164.928</c:v>
                </c:pt>
                <c:pt idx="1006">
                  <c:v>166.44800000000001</c:v>
                </c:pt>
                <c:pt idx="1007">
                  <c:v>161.983</c:v>
                </c:pt>
                <c:pt idx="1008">
                  <c:v>151.928</c:v>
                </c:pt>
                <c:pt idx="1009">
                  <c:v>137.91900000000001</c:v>
                </c:pt>
                <c:pt idx="1010">
                  <c:v>121.264</c:v>
                </c:pt>
                <c:pt idx="1011">
                  <c:v>103.57599999999999</c:v>
                </c:pt>
                <c:pt idx="1012">
                  <c:v>86.513800000000003</c:v>
                </c:pt>
                <c:pt idx="1013">
                  <c:v>70.8673</c:v>
                </c:pt>
                <c:pt idx="1014">
                  <c:v>57.572499999999998</c:v>
                </c:pt>
                <c:pt idx="1015">
                  <c:v>46.9499</c:v>
                </c:pt>
                <c:pt idx="1016">
                  <c:v>39.075600000000001</c:v>
                </c:pt>
                <c:pt idx="1017">
                  <c:v>33.219299999999997</c:v>
                </c:pt>
                <c:pt idx="1018">
                  <c:v>28.584700000000002</c:v>
                </c:pt>
                <c:pt idx="1019">
                  <c:v>25.099399999999999</c:v>
                </c:pt>
                <c:pt idx="1020">
                  <c:v>22.491299999999999</c:v>
                </c:pt>
                <c:pt idx="1021">
                  <c:v>20.799299999999999</c:v>
                </c:pt>
                <c:pt idx="1022">
                  <c:v>19.4513</c:v>
                </c:pt>
                <c:pt idx="1023">
                  <c:v>18.266300000000001</c:v>
                </c:pt>
                <c:pt idx="1024">
                  <c:v>17.435500000000001</c:v>
                </c:pt>
                <c:pt idx="1025">
                  <c:v>16.6296</c:v>
                </c:pt>
                <c:pt idx="1026">
                  <c:v>16.0776</c:v>
                </c:pt>
                <c:pt idx="1027">
                  <c:v>15.347099999999999</c:v>
                </c:pt>
                <c:pt idx="1028">
                  <c:v>14.4956</c:v>
                </c:pt>
                <c:pt idx="1029">
                  <c:v>13.863899999999999</c:v>
                </c:pt>
                <c:pt idx="1030">
                  <c:v>13.4832</c:v>
                </c:pt>
                <c:pt idx="1031">
                  <c:v>13.035500000000001</c:v>
                </c:pt>
                <c:pt idx="1032">
                  <c:v>12.431900000000001</c:v>
                </c:pt>
                <c:pt idx="1033">
                  <c:v>11.789400000000001</c:v>
                </c:pt>
                <c:pt idx="1034">
                  <c:v>11.0962</c:v>
                </c:pt>
                <c:pt idx="1035">
                  <c:v>10.5228</c:v>
                </c:pt>
                <c:pt idx="1036">
                  <c:v>9.8719400000000004</c:v>
                </c:pt>
                <c:pt idx="1037">
                  <c:v>9.3819400000000002</c:v>
                </c:pt>
                <c:pt idx="1038">
                  <c:v>9.1746599999999994</c:v>
                </c:pt>
                <c:pt idx="1039">
                  <c:v>8.8525899999999993</c:v>
                </c:pt>
                <c:pt idx="1040">
                  <c:v>8.4529200000000007</c:v>
                </c:pt>
                <c:pt idx="1041">
                  <c:v>8.2301599999999997</c:v>
                </c:pt>
                <c:pt idx="1042">
                  <c:v>8.4612599999999993</c:v>
                </c:pt>
                <c:pt idx="1043">
                  <c:v>8.8354400000000002</c:v>
                </c:pt>
                <c:pt idx="1044">
                  <c:v>8.9433299999999996</c:v>
                </c:pt>
                <c:pt idx="1045">
                  <c:v>8.8595100000000002</c:v>
                </c:pt>
                <c:pt idx="1046">
                  <c:v>8.64649</c:v>
                </c:pt>
                <c:pt idx="1047">
                  <c:v>7.9908599999999996</c:v>
                </c:pt>
                <c:pt idx="1048">
                  <c:v>7.4313599999999997</c:v>
                </c:pt>
                <c:pt idx="1049">
                  <c:v>7.3168899999999999</c:v>
                </c:pt>
                <c:pt idx="1050">
                  <c:v>7.2278399999999996</c:v>
                </c:pt>
                <c:pt idx="1051">
                  <c:v>7.0090500000000002</c:v>
                </c:pt>
                <c:pt idx="1052">
                  <c:v>6.9289100000000001</c:v>
                </c:pt>
                <c:pt idx="1053">
                  <c:v>6.8496199999999998</c:v>
                </c:pt>
                <c:pt idx="1054">
                  <c:v>6.6566200000000002</c:v>
                </c:pt>
                <c:pt idx="1055">
                  <c:v>6.9194300000000002</c:v>
                </c:pt>
                <c:pt idx="1056">
                  <c:v>7.2031599999999996</c:v>
                </c:pt>
                <c:pt idx="1057">
                  <c:v>7.5839800000000004</c:v>
                </c:pt>
                <c:pt idx="1058">
                  <c:v>8.1801399999999997</c:v>
                </c:pt>
                <c:pt idx="1059">
                  <c:v>8.7833000000000006</c:v>
                </c:pt>
                <c:pt idx="1060">
                  <c:v>9.2795400000000008</c:v>
                </c:pt>
                <c:pt idx="1061">
                  <c:v>9.6587099999999992</c:v>
                </c:pt>
                <c:pt idx="1062">
                  <c:v>10.174300000000001</c:v>
                </c:pt>
                <c:pt idx="1063">
                  <c:v>10.626300000000001</c:v>
                </c:pt>
                <c:pt idx="1064">
                  <c:v>10.9091</c:v>
                </c:pt>
                <c:pt idx="1065">
                  <c:v>11.330500000000001</c:v>
                </c:pt>
                <c:pt idx="1066">
                  <c:v>11.3134</c:v>
                </c:pt>
                <c:pt idx="1067">
                  <c:v>10.758100000000001</c:v>
                </c:pt>
                <c:pt idx="1068">
                  <c:v>10.3405</c:v>
                </c:pt>
                <c:pt idx="1069">
                  <c:v>9.8900799999999993</c:v>
                </c:pt>
                <c:pt idx="1070">
                  <c:v>9.5341400000000007</c:v>
                </c:pt>
                <c:pt idx="1071">
                  <c:v>9.1541499999999996</c:v>
                </c:pt>
                <c:pt idx="1072">
                  <c:v>8.5002499999999994</c:v>
                </c:pt>
                <c:pt idx="1073">
                  <c:v>7.9014600000000002</c:v>
                </c:pt>
                <c:pt idx="1074">
                  <c:v>7.3068400000000002</c:v>
                </c:pt>
                <c:pt idx="1075">
                  <c:v>6.8178799999999997</c:v>
                </c:pt>
                <c:pt idx="1076">
                  <c:v>6.5313499999999998</c:v>
                </c:pt>
                <c:pt idx="1077">
                  <c:v>6.3764700000000003</c:v>
                </c:pt>
                <c:pt idx="1078">
                  <c:v>6.2955300000000003</c:v>
                </c:pt>
                <c:pt idx="1079">
                  <c:v>6.0033300000000001</c:v>
                </c:pt>
                <c:pt idx="1080">
                  <c:v>5.8312900000000001</c:v>
                </c:pt>
                <c:pt idx="1081">
                  <c:v>6.3165199999999997</c:v>
                </c:pt>
                <c:pt idx="1082">
                  <c:v>6.5226199999999999</c:v>
                </c:pt>
                <c:pt idx="1083">
                  <c:v>6.4477900000000004</c:v>
                </c:pt>
                <c:pt idx="1084">
                  <c:v>6.3359500000000004</c:v>
                </c:pt>
                <c:pt idx="1085">
                  <c:v>6.1269299999999998</c:v>
                </c:pt>
                <c:pt idx="1086">
                  <c:v>5.6482200000000002</c:v>
                </c:pt>
                <c:pt idx="1087">
                  <c:v>5.3018299999999998</c:v>
                </c:pt>
                <c:pt idx="1088">
                  <c:v>5.5445700000000002</c:v>
                </c:pt>
                <c:pt idx="1089">
                  <c:v>5.7389799999999997</c:v>
                </c:pt>
                <c:pt idx="1090">
                  <c:v>5.5456599999999998</c:v>
                </c:pt>
                <c:pt idx="1091">
                  <c:v>5.3883799999999997</c:v>
                </c:pt>
                <c:pt idx="1092">
                  <c:v>5.4381500000000003</c:v>
                </c:pt>
                <c:pt idx="1093">
                  <c:v>5.4644899999999996</c:v>
                </c:pt>
                <c:pt idx="1094">
                  <c:v>5.2354399999999996</c:v>
                </c:pt>
                <c:pt idx="1095">
                  <c:v>5.0141799999999996</c:v>
                </c:pt>
                <c:pt idx="1096">
                  <c:v>5.0831</c:v>
                </c:pt>
                <c:pt idx="1097">
                  <c:v>5.1761699999999999</c:v>
                </c:pt>
                <c:pt idx="1098">
                  <c:v>5.2399300000000002</c:v>
                </c:pt>
                <c:pt idx="1099">
                  <c:v>5.6883499999999998</c:v>
                </c:pt>
                <c:pt idx="1100">
                  <c:v>5.9906600000000001</c:v>
                </c:pt>
                <c:pt idx="1101">
                  <c:v>5.8192000000000004</c:v>
                </c:pt>
                <c:pt idx="1102">
                  <c:v>6.04312</c:v>
                </c:pt>
                <c:pt idx="1103">
                  <c:v>6.6337599999999997</c:v>
                </c:pt>
                <c:pt idx="1104">
                  <c:v>7.3753299999999999</c:v>
                </c:pt>
                <c:pt idx="1105">
                  <c:v>8.0333000000000006</c:v>
                </c:pt>
                <c:pt idx="1106">
                  <c:v>8.5204699999999995</c:v>
                </c:pt>
                <c:pt idx="1107">
                  <c:v>9.0707299999999993</c:v>
                </c:pt>
                <c:pt idx="1108">
                  <c:v>9.2352100000000004</c:v>
                </c:pt>
                <c:pt idx="1109">
                  <c:v>9.5361799999999999</c:v>
                </c:pt>
                <c:pt idx="1110">
                  <c:v>9.9115900000000003</c:v>
                </c:pt>
                <c:pt idx="1111">
                  <c:v>10.107100000000001</c:v>
                </c:pt>
                <c:pt idx="1112">
                  <c:v>10.3971</c:v>
                </c:pt>
                <c:pt idx="1113">
                  <c:v>10.201499999999999</c:v>
                </c:pt>
                <c:pt idx="1114">
                  <c:v>9.9535699999999991</c:v>
                </c:pt>
                <c:pt idx="1115">
                  <c:v>9.4980899999999995</c:v>
                </c:pt>
                <c:pt idx="1116">
                  <c:v>8.8392300000000006</c:v>
                </c:pt>
                <c:pt idx="1117">
                  <c:v>8.5092700000000008</c:v>
                </c:pt>
                <c:pt idx="1118">
                  <c:v>8.1953899999999997</c:v>
                </c:pt>
                <c:pt idx="1119">
                  <c:v>8.1191600000000008</c:v>
                </c:pt>
                <c:pt idx="1120">
                  <c:v>8.1552699999999998</c:v>
                </c:pt>
                <c:pt idx="1121">
                  <c:v>8.08629</c:v>
                </c:pt>
                <c:pt idx="1122">
                  <c:v>8.0445499999999992</c:v>
                </c:pt>
                <c:pt idx="1123">
                  <c:v>7.5762299999999998</c:v>
                </c:pt>
                <c:pt idx="1124">
                  <c:v>7.3208700000000002</c:v>
                </c:pt>
                <c:pt idx="1125">
                  <c:v>7.3090299999999999</c:v>
                </c:pt>
                <c:pt idx="1126">
                  <c:v>7.1212099999999996</c:v>
                </c:pt>
                <c:pt idx="1127">
                  <c:v>6.7784599999999999</c:v>
                </c:pt>
                <c:pt idx="1128">
                  <c:v>6.5931199999999999</c:v>
                </c:pt>
                <c:pt idx="1129">
                  <c:v>6.2829199999999998</c:v>
                </c:pt>
                <c:pt idx="1130">
                  <c:v>5.9525600000000001</c:v>
                </c:pt>
                <c:pt idx="1131">
                  <c:v>5.83955</c:v>
                </c:pt>
                <c:pt idx="1132">
                  <c:v>5.7616100000000001</c:v>
                </c:pt>
                <c:pt idx="1133">
                  <c:v>6.0133400000000004</c:v>
                </c:pt>
                <c:pt idx="1134">
                  <c:v>6.23217</c:v>
                </c:pt>
                <c:pt idx="1135">
                  <c:v>6.3391799999999998</c:v>
                </c:pt>
                <c:pt idx="1136">
                  <c:v>6.5810500000000003</c:v>
                </c:pt>
                <c:pt idx="1137">
                  <c:v>6.7677399999999999</c:v>
                </c:pt>
                <c:pt idx="1138">
                  <c:v>6.5057999999999998</c:v>
                </c:pt>
                <c:pt idx="1139">
                  <c:v>5.9066299999999998</c:v>
                </c:pt>
                <c:pt idx="1140">
                  <c:v>5.29725</c:v>
                </c:pt>
                <c:pt idx="1141">
                  <c:v>5.0043300000000004</c:v>
                </c:pt>
                <c:pt idx="1142">
                  <c:v>4.4320899999999996</c:v>
                </c:pt>
                <c:pt idx="1143">
                  <c:v>4.2542900000000001</c:v>
                </c:pt>
                <c:pt idx="1144">
                  <c:v>4.4640199999999997</c:v>
                </c:pt>
                <c:pt idx="1145">
                  <c:v>4.6260700000000003</c:v>
                </c:pt>
                <c:pt idx="1146">
                  <c:v>4.9909600000000003</c:v>
                </c:pt>
                <c:pt idx="1147">
                  <c:v>4.9635699999999998</c:v>
                </c:pt>
                <c:pt idx="1148">
                  <c:v>4.8443899999999998</c:v>
                </c:pt>
                <c:pt idx="1149">
                  <c:v>4.6293199999999999</c:v>
                </c:pt>
                <c:pt idx="1150">
                  <c:v>4.6434800000000003</c:v>
                </c:pt>
                <c:pt idx="1151">
                  <c:v>4.5361799999999999</c:v>
                </c:pt>
                <c:pt idx="1152">
                  <c:v>4.49498</c:v>
                </c:pt>
                <c:pt idx="1153">
                  <c:v>4.6427399999999999</c:v>
                </c:pt>
                <c:pt idx="1154">
                  <c:v>5.1191399999999998</c:v>
                </c:pt>
                <c:pt idx="1155">
                  <c:v>5.1776</c:v>
                </c:pt>
                <c:pt idx="1156">
                  <c:v>4.9392800000000001</c:v>
                </c:pt>
                <c:pt idx="1157">
                  <c:v>4.9745400000000002</c:v>
                </c:pt>
                <c:pt idx="1158">
                  <c:v>5.3074599999999998</c:v>
                </c:pt>
                <c:pt idx="1159">
                  <c:v>5.3728999999999996</c:v>
                </c:pt>
                <c:pt idx="1160">
                  <c:v>5.4513800000000003</c:v>
                </c:pt>
                <c:pt idx="1161">
                  <c:v>5.3608599999999997</c:v>
                </c:pt>
                <c:pt idx="1162">
                  <c:v>5.0334099999999999</c:v>
                </c:pt>
                <c:pt idx="1163">
                  <c:v>4.8398899999999996</c:v>
                </c:pt>
                <c:pt idx="1164">
                  <c:v>4.7371400000000001</c:v>
                </c:pt>
                <c:pt idx="1165">
                  <c:v>4.4980099999999998</c:v>
                </c:pt>
                <c:pt idx="1166">
                  <c:v>4.4776100000000003</c:v>
                </c:pt>
                <c:pt idx="1167">
                  <c:v>4.6002999999999998</c:v>
                </c:pt>
                <c:pt idx="1168">
                  <c:v>4.2344200000000001</c:v>
                </c:pt>
                <c:pt idx="1169">
                  <c:v>3.7395299999999998</c:v>
                </c:pt>
                <c:pt idx="1170">
                  <c:v>3.6177800000000002</c:v>
                </c:pt>
                <c:pt idx="1171">
                  <c:v>3.7591600000000001</c:v>
                </c:pt>
                <c:pt idx="1172">
                  <c:v>4.1885599999999998</c:v>
                </c:pt>
                <c:pt idx="1173">
                  <c:v>4.4264299999999999</c:v>
                </c:pt>
                <c:pt idx="1174">
                  <c:v>4.3491099999999996</c:v>
                </c:pt>
                <c:pt idx="1175">
                  <c:v>4.2632899999999996</c:v>
                </c:pt>
                <c:pt idx="1176">
                  <c:v>3.8969</c:v>
                </c:pt>
                <c:pt idx="1177">
                  <c:v>3.7566199999999998</c:v>
                </c:pt>
                <c:pt idx="1178">
                  <c:v>4.0530499999999998</c:v>
                </c:pt>
                <c:pt idx="1179">
                  <c:v>4.4802099999999996</c:v>
                </c:pt>
                <c:pt idx="1180">
                  <c:v>4.6882299999999999</c:v>
                </c:pt>
                <c:pt idx="1181">
                  <c:v>4.3470000000000004</c:v>
                </c:pt>
                <c:pt idx="1182">
                  <c:v>4.2501699999999998</c:v>
                </c:pt>
                <c:pt idx="1183">
                  <c:v>4.4081400000000004</c:v>
                </c:pt>
                <c:pt idx="1184">
                  <c:v>4.3795799999999998</c:v>
                </c:pt>
                <c:pt idx="1185">
                  <c:v>4.6545100000000001</c:v>
                </c:pt>
                <c:pt idx="1186">
                  <c:v>4.8887299999999998</c:v>
                </c:pt>
                <c:pt idx="1187">
                  <c:v>5.2478300000000004</c:v>
                </c:pt>
                <c:pt idx="1188">
                  <c:v>5.5920100000000001</c:v>
                </c:pt>
                <c:pt idx="1189">
                  <c:v>5.77318</c:v>
                </c:pt>
                <c:pt idx="1190">
                  <c:v>6.1229300000000002</c:v>
                </c:pt>
                <c:pt idx="1191">
                  <c:v>6.5451199999999998</c:v>
                </c:pt>
                <c:pt idx="1192">
                  <c:v>7.0493499999999996</c:v>
                </c:pt>
                <c:pt idx="1193">
                  <c:v>7.2706099999999996</c:v>
                </c:pt>
                <c:pt idx="1194">
                  <c:v>7.5163000000000002</c:v>
                </c:pt>
                <c:pt idx="1195">
                  <c:v>8.4406199999999991</c:v>
                </c:pt>
                <c:pt idx="1196">
                  <c:v>9.4785699999999995</c:v>
                </c:pt>
                <c:pt idx="1197">
                  <c:v>10.794499999999999</c:v>
                </c:pt>
                <c:pt idx="1198">
                  <c:v>12.2986</c:v>
                </c:pt>
                <c:pt idx="1199">
                  <c:v>14.1685</c:v>
                </c:pt>
                <c:pt idx="1200">
                  <c:v>16.662500000000001</c:v>
                </c:pt>
                <c:pt idx="1201">
                  <c:v>19.428999999999998</c:v>
                </c:pt>
                <c:pt idx="1202">
                  <c:v>21.776900000000001</c:v>
                </c:pt>
                <c:pt idx="1203">
                  <c:v>23.307600000000001</c:v>
                </c:pt>
                <c:pt idx="1204">
                  <c:v>24.278700000000001</c:v>
                </c:pt>
                <c:pt idx="1205">
                  <c:v>24.903500000000001</c:v>
                </c:pt>
                <c:pt idx="1206">
                  <c:v>24.8233</c:v>
                </c:pt>
                <c:pt idx="1207">
                  <c:v>24.168099999999999</c:v>
                </c:pt>
                <c:pt idx="1208">
                  <c:v>23.201499999999999</c:v>
                </c:pt>
                <c:pt idx="1209">
                  <c:v>21.301200000000001</c:v>
                </c:pt>
                <c:pt idx="1210">
                  <c:v>18.728000000000002</c:v>
                </c:pt>
                <c:pt idx="1211">
                  <c:v>16.540400000000002</c:v>
                </c:pt>
                <c:pt idx="1212">
                  <c:v>14.7125</c:v>
                </c:pt>
                <c:pt idx="1213">
                  <c:v>12.6448</c:v>
                </c:pt>
                <c:pt idx="1214">
                  <c:v>11.0991</c:v>
                </c:pt>
                <c:pt idx="1215">
                  <c:v>10.159000000000001</c:v>
                </c:pt>
                <c:pt idx="1216">
                  <c:v>9.3920999999999992</c:v>
                </c:pt>
                <c:pt idx="1217">
                  <c:v>8.5604899999999997</c:v>
                </c:pt>
                <c:pt idx="1218">
                  <c:v>7.7762200000000004</c:v>
                </c:pt>
                <c:pt idx="1219">
                  <c:v>7.1169099999999998</c:v>
                </c:pt>
                <c:pt idx="1220">
                  <c:v>6.7559500000000003</c:v>
                </c:pt>
                <c:pt idx="1221">
                  <c:v>6.4795400000000001</c:v>
                </c:pt>
                <c:pt idx="1222">
                  <c:v>6.1632699999999998</c:v>
                </c:pt>
                <c:pt idx="1223">
                  <c:v>6.2357699999999996</c:v>
                </c:pt>
                <c:pt idx="1224">
                  <c:v>6.4883899999999999</c:v>
                </c:pt>
                <c:pt idx="1225">
                  <c:v>6.6712600000000002</c:v>
                </c:pt>
                <c:pt idx="1226">
                  <c:v>7.0803000000000003</c:v>
                </c:pt>
                <c:pt idx="1227">
                  <c:v>7.7949700000000002</c:v>
                </c:pt>
                <c:pt idx="1228">
                  <c:v>8.0034899999999993</c:v>
                </c:pt>
                <c:pt idx="1229">
                  <c:v>7.5425899999999997</c:v>
                </c:pt>
                <c:pt idx="1230">
                  <c:v>7.1213800000000003</c:v>
                </c:pt>
                <c:pt idx="1231">
                  <c:v>7.0395099999999999</c:v>
                </c:pt>
                <c:pt idx="1232">
                  <c:v>6.7600100000000003</c:v>
                </c:pt>
                <c:pt idx="1233">
                  <c:v>6.2905800000000003</c:v>
                </c:pt>
                <c:pt idx="1234">
                  <c:v>5.6152499999999996</c:v>
                </c:pt>
                <c:pt idx="1235">
                  <c:v>5.2329999999999997</c:v>
                </c:pt>
                <c:pt idx="1236">
                  <c:v>5.4595000000000002</c:v>
                </c:pt>
                <c:pt idx="1237">
                  <c:v>5.6450899999999997</c:v>
                </c:pt>
                <c:pt idx="1238">
                  <c:v>5.45817</c:v>
                </c:pt>
                <c:pt idx="1239">
                  <c:v>5.1543299999999999</c:v>
                </c:pt>
                <c:pt idx="1240">
                  <c:v>4.9758300000000002</c:v>
                </c:pt>
                <c:pt idx="1241">
                  <c:v>4.9211900000000002</c:v>
                </c:pt>
                <c:pt idx="1242">
                  <c:v>4.8398599999999998</c:v>
                </c:pt>
                <c:pt idx="1243">
                  <c:v>4.7315899999999997</c:v>
                </c:pt>
                <c:pt idx="1244">
                  <c:v>4.4824999999999999</c:v>
                </c:pt>
                <c:pt idx="1245">
                  <c:v>4.3384900000000002</c:v>
                </c:pt>
                <c:pt idx="1246">
                  <c:v>4.5671299999999997</c:v>
                </c:pt>
                <c:pt idx="1247">
                  <c:v>4.8818799999999998</c:v>
                </c:pt>
                <c:pt idx="1248">
                  <c:v>5.2332400000000003</c:v>
                </c:pt>
                <c:pt idx="1249">
                  <c:v>5.3081199999999997</c:v>
                </c:pt>
                <c:pt idx="1250">
                  <c:v>5.1412899999999997</c:v>
                </c:pt>
                <c:pt idx="1251">
                  <c:v>5.0906099999999999</c:v>
                </c:pt>
                <c:pt idx="1252">
                  <c:v>5.25603</c:v>
                </c:pt>
                <c:pt idx="1253">
                  <c:v>5.3516300000000001</c:v>
                </c:pt>
                <c:pt idx="1254">
                  <c:v>5.3403600000000004</c:v>
                </c:pt>
                <c:pt idx="1255">
                  <c:v>5.4212800000000003</c:v>
                </c:pt>
                <c:pt idx="1256">
                  <c:v>5.3739699999999999</c:v>
                </c:pt>
                <c:pt idx="1257">
                  <c:v>5.1530699999999996</c:v>
                </c:pt>
                <c:pt idx="1258">
                  <c:v>4.9732000000000003</c:v>
                </c:pt>
                <c:pt idx="1259">
                  <c:v>4.8108199999999997</c:v>
                </c:pt>
                <c:pt idx="1260">
                  <c:v>4.7446999999999999</c:v>
                </c:pt>
                <c:pt idx="1261">
                  <c:v>5.0314500000000004</c:v>
                </c:pt>
                <c:pt idx="1262">
                  <c:v>5.3106200000000001</c:v>
                </c:pt>
                <c:pt idx="1263">
                  <c:v>5.62087</c:v>
                </c:pt>
                <c:pt idx="1264">
                  <c:v>5.8881600000000001</c:v>
                </c:pt>
                <c:pt idx="1265">
                  <c:v>5.7923900000000001</c:v>
                </c:pt>
                <c:pt idx="1266">
                  <c:v>6.0494500000000002</c:v>
                </c:pt>
                <c:pt idx="1267">
                  <c:v>5.9834100000000001</c:v>
                </c:pt>
                <c:pt idx="1268">
                  <c:v>5.79915</c:v>
                </c:pt>
                <c:pt idx="1269">
                  <c:v>5.8582900000000002</c:v>
                </c:pt>
                <c:pt idx="1270">
                  <c:v>5.8888199999999999</c:v>
                </c:pt>
                <c:pt idx="1271">
                  <c:v>6.0803599999999998</c:v>
                </c:pt>
                <c:pt idx="1272">
                  <c:v>6.2443799999999996</c:v>
                </c:pt>
                <c:pt idx="1273">
                  <c:v>6.34138</c:v>
                </c:pt>
                <c:pt idx="1274">
                  <c:v>6.4058900000000003</c:v>
                </c:pt>
                <c:pt idx="1275">
                  <c:v>6.3307700000000002</c:v>
                </c:pt>
                <c:pt idx="1276">
                  <c:v>6.4045500000000004</c:v>
                </c:pt>
                <c:pt idx="1277">
                  <c:v>6.3498000000000001</c:v>
                </c:pt>
                <c:pt idx="1278">
                  <c:v>6.5002300000000002</c:v>
                </c:pt>
                <c:pt idx="1279">
                  <c:v>6.5038299999999998</c:v>
                </c:pt>
                <c:pt idx="1280">
                  <c:v>5.93689</c:v>
                </c:pt>
                <c:pt idx="1281">
                  <c:v>5.4874700000000001</c:v>
                </c:pt>
                <c:pt idx="1282">
                  <c:v>5.3968600000000002</c:v>
                </c:pt>
                <c:pt idx="1283">
                  <c:v>5.4051900000000002</c:v>
                </c:pt>
                <c:pt idx="1284">
                  <c:v>5.2560599999999997</c:v>
                </c:pt>
                <c:pt idx="1285">
                  <c:v>5.1020200000000004</c:v>
                </c:pt>
                <c:pt idx="1286">
                  <c:v>4.9637900000000004</c:v>
                </c:pt>
                <c:pt idx="1287">
                  <c:v>5.1624600000000003</c:v>
                </c:pt>
                <c:pt idx="1288">
                  <c:v>5.2808299999999999</c:v>
                </c:pt>
                <c:pt idx="1289">
                  <c:v>5.3287599999999999</c:v>
                </c:pt>
                <c:pt idx="1290">
                  <c:v>5.5085899999999999</c:v>
                </c:pt>
                <c:pt idx="1291">
                  <c:v>5.8185500000000001</c:v>
                </c:pt>
                <c:pt idx="1292">
                  <c:v>6.13619</c:v>
                </c:pt>
                <c:pt idx="1293">
                  <c:v>6.5214100000000004</c:v>
                </c:pt>
                <c:pt idx="1294">
                  <c:v>6.5577899999999998</c:v>
                </c:pt>
                <c:pt idx="1295">
                  <c:v>6.5235399999999997</c:v>
                </c:pt>
                <c:pt idx="1296">
                  <c:v>6.3919600000000001</c:v>
                </c:pt>
                <c:pt idx="1297">
                  <c:v>6.1297300000000003</c:v>
                </c:pt>
                <c:pt idx="1298">
                  <c:v>5.7218600000000004</c:v>
                </c:pt>
                <c:pt idx="1299">
                  <c:v>5.4097099999999996</c:v>
                </c:pt>
                <c:pt idx="1300">
                  <c:v>5.2792899999999996</c:v>
                </c:pt>
                <c:pt idx="1301">
                  <c:v>5.10954</c:v>
                </c:pt>
                <c:pt idx="1302">
                  <c:v>5.3223399999999996</c:v>
                </c:pt>
                <c:pt idx="1303">
                  <c:v>5.89846</c:v>
                </c:pt>
                <c:pt idx="1304">
                  <c:v>6.2126700000000001</c:v>
                </c:pt>
                <c:pt idx="1305">
                  <c:v>6.2656299999999998</c:v>
                </c:pt>
                <c:pt idx="1306">
                  <c:v>6.3470300000000002</c:v>
                </c:pt>
                <c:pt idx="1307">
                  <c:v>6.7561299999999997</c:v>
                </c:pt>
                <c:pt idx="1308">
                  <c:v>7.7400700000000002</c:v>
                </c:pt>
                <c:pt idx="1309">
                  <c:v>8.6171600000000002</c:v>
                </c:pt>
                <c:pt idx="1310">
                  <c:v>9.0050899999999992</c:v>
                </c:pt>
                <c:pt idx="1311">
                  <c:v>9.6305200000000006</c:v>
                </c:pt>
                <c:pt idx="1312">
                  <c:v>10.3977</c:v>
                </c:pt>
                <c:pt idx="1313">
                  <c:v>10.8162</c:v>
                </c:pt>
                <c:pt idx="1314">
                  <c:v>10.9839</c:v>
                </c:pt>
                <c:pt idx="1315">
                  <c:v>11.270200000000001</c:v>
                </c:pt>
                <c:pt idx="1316">
                  <c:v>11.266999999999999</c:v>
                </c:pt>
                <c:pt idx="1317">
                  <c:v>10.6907</c:v>
                </c:pt>
                <c:pt idx="1318">
                  <c:v>10.047000000000001</c:v>
                </c:pt>
                <c:pt idx="1319">
                  <c:v>9.5741700000000005</c:v>
                </c:pt>
                <c:pt idx="1320">
                  <c:v>9.2127099999999995</c:v>
                </c:pt>
                <c:pt idx="1321">
                  <c:v>8.7846899999999994</c:v>
                </c:pt>
                <c:pt idx="1322">
                  <c:v>8.3924900000000004</c:v>
                </c:pt>
                <c:pt idx="1323">
                  <c:v>8.1981199999999994</c:v>
                </c:pt>
                <c:pt idx="1324">
                  <c:v>7.7198000000000002</c:v>
                </c:pt>
                <c:pt idx="1325">
                  <c:v>7.2244299999999999</c:v>
                </c:pt>
                <c:pt idx="1326">
                  <c:v>6.4895199999999997</c:v>
                </c:pt>
                <c:pt idx="1327">
                  <c:v>5.8639400000000004</c:v>
                </c:pt>
                <c:pt idx="1328">
                  <c:v>5.3423699999999998</c:v>
                </c:pt>
                <c:pt idx="1329">
                  <c:v>4.9428400000000003</c:v>
                </c:pt>
                <c:pt idx="1330">
                  <c:v>4.80023</c:v>
                </c:pt>
                <c:pt idx="1331">
                  <c:v>4.6245099999999999</c:v>
                </c:pt>
                <c:pt idx="1332">
                  <c:v>4.29169</c:v>
                </c:pt>
                <c:pt idx="1333">
                  <c:v>4.2189800000000002</c:v>
                </c:pt>
                <c:pt idx="1334">
                  <c:v>4.3528599999999997</c:v>
                </c:pt>
                <c:pt idx="1335">
                  <c:v>4.5153400000000001</c:v>
                </c:pt>
                <c:pt idx="1336">
                  <c:v>4.4923099999999998</c:v>
                </c:pt>
                <c:pt idx="1337">
                  <c:v>4.4374399999999996</c:v>
                </c:pt>
                <c:pt idx="1338">
                  <c:v>4.2509100000000002</c:v>
                </c:pt>
                <c:pt idx="1339">
                  <c:v>4.0321300000000004</c:v>
                </c:pt>
                <c:pt idx="1340">
                  <c:v>4.1330799999999996</c:v>
                </c:pt>
                <c:pt idx="1341">
                  <c:v>4.0970599999999999</c:v>
                </c:pt>
                <c:pt idx="1342">
                  <c:v>4.1512000000000002</c:v>
                </c:pt>
                <c:pt idx="1343">
                  <c:v>4.5038600000000004</c:v>
                </c:pt>
                <c:pt idx="1344">
                  <c:v>4.8525499999999999</c:v>
                </c:pt>
                <c:pt idx="1345">
                  <c:v>5.0180300000000004</c:v>
                </c:pt>
                <c:pt idx="1346">
                  <c:v>4.8934899999999999</c:v>
                </c:pt>
                <c:pt idx="1347">
                  <c:v>4.5814300000000001</c:v>
                </c:pt>
                <c:pt idx="1348">
                  <c:v>4.2485400000000002</c:v>
                </c:pt>
                <c:pt idx="1349">
                  <c:v>3.8968799999999999</c:v>
                </c:pt>
                <c:pt idx="1350">
                  <c:v>3.6034700000000002</c:v>
                </c:pt>
                <c:pt idx="1351">
                  <c:v>3.3068499999999998</c:v>
                </c:pt>
                <c:pt idx="1352">
                  <c:v>3.2122999999999999</c:v>
                </c:pt>
                <c:pt idx="1353">
                  <c:v>3.3653</c:v>
                </c:pt>
                <c:pt idx="1354">
                  <c:v>3.84293</c:v>
                </c:pt>
                <c:pt idx="1355">
                  <c:v>4.2641900000000001</c:v>
                </c:pt>
                <c:pt idx="1356">
                  <c:v>4.1906299999999996</c:v>
                </c:pt>
                <c:pt idx="1357">
                  <c:v>3.9179300000000001</c:v>
                </c:pt>
                <c:pt idx="1358">
                  <c:v>3.9069199999999999</c:v>
                </c:pt>
                <c:pt idx="1359">
                  <c:v>4.0960299999999998</c:v>
                </c:pt>
                <c:pt idx="1360">
                  <c:v>4.3056799999999997</c:v>
                </c:pt>
                <c:pt idx="1361">
                  <c:v>4.2276600000000002</c:v>
                </c:pt>
                <c:pt idx="1362">
                  <c:v>4.3429900000000004</c:v>
                </c:pt>
                <c:pt idx="1363">
                  <c:v>4.4464399999999999</c:v>
                </c:pt>
                <c:pt idx="1364">
                  <c:v>4.4384499999999996</c:v>
                </c:pt>
                <c:pt idx="1365">
                  <c:v>4.7127800000000004</c:v>
                </c:pt>
                <c:pt idx="1366">
                  <c:v>4.4763599999999997</c:v>
                </c:pt>
                <c:pt idx="1367">
                  <c:v>4.4361199999999998</c:v>
                </c:pt>
                <c:pt idx="1368">
                  <c:v>4.8261099999999999</c:v>
                </c:pt>
                <c:pt idx="1369">
                  <c:v>4.9131799999999997</c:v>
                </c:pt>
                <c:pt idx="1370">
                  <c:v>5.2528899999999998</c:v>
                </c:pt>
                <c:pt idx="1371">
                  <c:v>5.36972</c:v>
                </c:pt>
                <c:pt idx="1372">
                  <c:v>5.2286999999999999</c:v>
                </c:pt>
                <c:pt idx="1373">
                  <c:v>4.9450900000000004</c:v>
                </c:pt>
                <c:pt idx="1374">
                  <c:v>4.9666899999999998</c:v>
                </c:pt>
                <c:pt idx="1375">
                  <c:v>5.3655499999999998</c:v>
                </c:pt>
                <c:pt idx="1376">
                  <c:v>5.5030400000000004</c:v>
                </c:pt>
                <c:pt idx="1377">
                  <c:v>5.5520399999999999</c:v>
                </c:pt>
                <c:pt idx="1378">
                  <c:v>5.6883499999999998</c:v>
                </c:pt>
                <c:pt idx="1379">
                  <c:v>5.7800500000000001</c:v>
                </c:pt>
                <c:pt idx="1380">
                  <c:v>6.08249</c:v>
                </c:pt>
                <c:pt idx="1381">
                  <c:v>6.5298100000000003</c:v>
                </c:pt>
                <c:pt idx="1382">
                  <c:v>6.7559300000000002</c:v>
                </c:pt>
                <c:pt idx="1383">
                  <c:v>6.8067200000000003</c:v>
                </c:pt>
                <c:pt idx="1384">
                  <c:v>6.7880799999999999</c:v>
                </c:pt>
                <c:pt idx="1385">
                  <c:v>6.9898800000000003</c:v>
                </c:pt>
                <c:pt idx="1386">
                  <c:v>6.6930399999999999</c:v>
                </c:pt>
                <c:pt idx="1387">
                  <c:v>6.2920100000000003</c:v>
                </c:pt>
                <c:pt idx="1388">
                  <c:v>5.9916099999999997</c:v>
                </c:pt>
                <c:pt idx="1389">
                  <c:v>5.7650499999999996</c:v>
                </c:pt>
                <c:pt idx="1390">
                  <c:v>5.6367900000000004</c:v>
                </c:pt>
                <c:pt idx="1391">
                  <c:v>5.3626500000000004</c:v>
                </c:pt>
                <c:pt idx="1392">
                  <c:v>4.86463</c:v>
                </c:pt>
                <c:pt idx="1393">
                  <c:v>4.7951100000000002</c:v>
                </c:pt>
                <c:pt idx="1394">
                  <c:v>5.0039800000000003</c:v>
                </c:pt>
                <c:pt idx="1395">
                  <c:v>4.7762700000000002</c:v>
                </c:pt>
                <c:pt idx="1396">
                  <c:v>4.62303</c:v>
                </c:pt>
                <c:pt idx="1397">
                  <c:v>4.3302800000000001</c:v>
                </c:pt>
                <c:pt idx="1398">
                  <c:v>4.2138999999999998</c:v>
                </c:pt>
                <c:pt idx="1399">
                  <c:v>4.0613400000000004</c:v>
                </c:pt>
                <c:pt idx="1400">
                  <c:v>3.9156900000000001</c:v>
                </c:pt>
                <c:pt idx="1401">
                  <c:v>4.0037200000000004</c:v>
                </c:pt>
                <c:pt idx="1402">
                  <c:v>3.9297399999999998</c:v>
                </c:pt>
                <c:pt idx="1403">
                  <c:v>3.7244799999999998</c:v>
                </c:pt>
                <c:pt idx="1404">
                  <c:v>4.0104699999999998</c:v>
                </c:pt>
                <c:pt idx="1405">
                  <c:v>4.2659399999999996</c:v>
                </c:pt>
                <c:pt idx="1406">
                  <c:v>4.2309999999999999</c:v>
                </c:pt>
                <c:pt idx="1407">
                  <c:v>4.4627299999999996</c:v>
                </c:pt>
                <c:pt idx="1408">
                  <c:v>4.9045199999999998</c:v>
                </c:pt>
                <c:pt idx="1409">
                  <c:v>5.3211899999999996</c:v>
                </c:pt>
                <c:pt idx="1410">
                  <c:v>5.3210600000000001</c:v>
                </c:pt>
                <c:pt idx="1411">
                  <c:v>5.2354599999999998</c:v>
                </c:pt>
                <c:pt idx="1412">
                  <c:v>5.5513599999999999</c:v>
                </c:pt>
                <c:pt idx="1413">
                  <c:v>5.7104200000000001</c:v>
                </c:pt>
                <c:pt idx="1414">
                  <c:v>5.7942799999999997</c:v>
                </c:pt>
                <c:pt idx="1415">
                  <c:v>6.1020300000000001</c:v>
                </c:pt>
                <c:pt idx="1416">
                  <c:v>6.4287099999999997</c:v>
                </c:pt>
                <c:pt idx="1417">
                  <c:v>6.1646700000000001</c:v>
                </c:pt>
                <c:pt idx="1418">
                  <c:v>5.6634000000000002</c:v>
                </c:pt>
                <c:pt idx="1419">
                  <c:v>5.6466799999999999</c:v>
                </c:pt>
                <c:pt idx="1420">
                  <c:v>5.7660200000000001</c:v>
                </c:pt>
                <c:pt idx="1421">
                  <c:v>5.5418599999999998</c:v>
                </c:pt>
                <c:pt idx="1422">
                  <c:v>5.3777600000000003</c:v>
                </c:pt>
                <c:pt idx="1423">
                  <c:v>5.2726699999999997</c:v>
                </c:pt>
                <c:pt idx="1424">
                  <c:v>5.2345699999999997</c:v>
                </c:pt>
                <c:pt idx="1425">
                  <c:v>5.1594899999999999</c:v>
                </c:pt>
                <c:pt idx="1426">
                  <c:v>5.1123900000000004</c:v>
                </c:pt>
                <c:pt idx="1427">
                  <c:v>5.0863399999999999</c:v>
                </c:pt>
                <c:pt idx="1428">
                  <c:v>5.4176700000000002</c:v>
                </c:pt>
                <c:pt idx="1429">
                  <c:v>5.5294999999999996</c:v>
                </c:pt>
                <c:pt idx="1430">
                  <c:v>5.4143499999999998</c:v>
                </c:pt>
                <c:pt idx="1431">
                  <c:v>5.4620600000000001</c:v>
                </c:pt>
                <c:pt idx="1432">
                  <c:v>5.5554600000000001</c:v>
                </c:pt>
                <c:pt idx="1433">
                  <c:v>5.8556299999999997</c:v>
                </c:pt>
                <c:pt idx="1434">
                  <c:v>6.3179299999999996</c:v>
                </c:pt>
                <c:pt idx="1435">
                  <c:v>6.6477700000000004</c:v>
                </c:pt>
                <c:pt idx="1436">
                  <c:v>6.4187799999999999</c:v>
                </c:pt>
                <c:pt idx="1437">
                  <c:v>5.9526300000000001</c:v>
                </c:pt>
                <c:pt idx="1438">
                  <c:v>5.5887099999999998</c:v>
                </c:pt>
                <c:pt idx="1439">
                  <c:v>5.0583600000000004</c:v>
                </c:pt>
                <c:pt idx="1440">
                  <c:v>4.8994299999999997</c:v>
                </c:pt>
                <c:pt idx="1441">
                  <c:v>4.7085800000000004</c:v>
                </c:pt>
                <c:pt idx="1442">
                  <c:v>4.1373100000000003</c:v>
                </c:pt>
                <c:pt idx="1443">
                  <c:v>3.8917799999999998</c:v>
                </c:pt>
                <c:pt idx="1444">
                  <c:v>3.9678300000000002</c:v>
                </c:pt>
                <c:pt idx="1445">
                  <c:v>3.8018700000000001</c:v>
                </c:pt>
                <c:pt idx="1446">
                  <c:v>3.5987300000000002</c:v>
                </c:pt>
                <c:pt idx="1447">
                  <c:v>3.6375799999999998</c:v>
                </c:pt>
                <c:pt idx="1448">
                  <c:v>3.7092499999999999</c:v>
                </c:pt>
                <c:pt idx="1449">
                  <c:v>3.91927</c:v>
                </c:pt>
                <c:pt idx="1450">
                  <c:v>3.9763999999999999</c:v>
                </c:pt>
                <c:pt idx="1451">
                  <c:v>4.0926200000000001</c:v>
                </c:pt>
                <c:pt idx="1452">
                  <c:v>4.2260999999999997</c:v>
                </c:pt>
                <c:pt idx="1453">
                  <c:v>4.3394300000000001</c:v>
                </c:pt>
                <c:pt idx="1454">
                  <c:v>4.2349899999999998</c:v>
                </c:pt>
                <c:pt idx="1455">
                  <c:v>3.92103</c:v>
                </c:pt>
                <c:pt idx="1456">
                  <c:v>3.6533199999999999</c:v>
                </c:pt>
                <c:pt idx="1457">
                  <c:v>3.9470999999999998</c:v>
                </c:pt>
                <c:pt idx="1458">
                  <c:v>4.63957</c:v>
                </c:pt>
                <c:pt idx="1459">
                  <c:v>4.9114000000000004</c:v>
                </c:pt>
                <c:pt idx="1460">
                  <c:v>4.7953799999999998</c:v>
                </c:pt>
                <c:pt idx="1461">
                  <c:v>4.5159500000000001</c:v>
                </c:pt>
                <c:pt idx="1462">
                  <c:v>4.0196199999999997</c:v>
                </c:pt>
                <c:pt idx="1463">
                  <c:v>3.6606999999999998</c:v>
                </c:pt>
                <c:pt idx="1464">
                  <c:v>3.40151</c:v>
                </c:pt>
                <c:pt idx="1465">
                  <c:v>3.48637</c:v>
                </c:pt>
                <c:pt idx="1466">
                  <c:v>3.8142999999999998</c:v>
                </c:pt>
                <c:pt idx="1467">
                  <c:v>4.1318200000000003</c:v>
                </c:pt>
                <c:pt idx="1468">
                  <c:v>4.1153700000000004</c:v>
                </c:pt>
                <c:pt idx="1469">
                  <c:v>4.2478899999999999</c:v>
                </c:pt>
                <c:pt idx="1470">
                  <c:v>4.69055</c:v>
                </c:pt>
                <c:pt idx="1471">
                  <c:v>5.0663200000000002</c:v>
                </c:pt>
                <c:pt idx="1472">
                  <c:v>5.2522599999999997</c:v>
                </c:pt>
                <c:pt idx="1473">
                  <c:v>5.2110099999999999</c:v>
                </c:pt>
                <c:pt idx="1474">
                  <c:v>5.1039500000000002</c:v>
                </c:pt>
                <c:pt idx="1475">
                  <c:v>4.9591200000000004</c:v>
                </c:pt>
                <c:pt idx="1476">
                  <c:v>4.5679999999999996</c:v>
                </c:pt>
                <c:pt idx="1477">
                  <c:v>4.3422400000000003</c:v>
                </c:pt>
                <c:pt idx="1478">
                  <c:v>4.3719200000000003</c:v>
                </c:pt>
                <c:pt idx="1479">
                  <c:v>4.1851000000000003</c:v>
                </c:pt>
                <c:pt idx="1480">
                  <c:v>3.8589699999999998</c:v>
                </c:pt>
                <c:pt idx="1481">
                  <c:v>3.7852000000000001</c:v>
                </c:pt>
                <c:pt idx="1482">
                  <c:v>3.8268800000000001</c:v>
                </c:pt>
                <c:pt idx="1483">
                  <c:v>4.0030700000000001</c:v>
                </c:pt>
                <c:pt idx="1484">
                  <c:v>3.9577300000000002</c:v>
                </c:pt>
                <c:pt idx="1485">
                  <c:v>4.0000799999999996</c:v>
                </c:pt>
                <c:pt idx="1486">
                  <c:v>4.0655299999999999</c:v>
                </c:pt>
                <c:pt idx="1487">
                  <c:v>3.9616799999999999</c:v>
                </c:pt>
                <c:pt idx="1488">
                  <c:v>3.7630699999999999</c:v>
                </c:pt>
                <c:pt idx="1489">
                  <c:v>3.52664</c:v>
                </c:pt>
                <c:pt idx="1490">
                  <c:v>3.4156200000000001</c:v>
                </c:pt>
                <c:pt idx="1491">
                  <c:v>3.6507100000000001</c:v>
                </c:pt>
                <c:pt idx="1492">
                  <c:v>3.8732500000000001</c:v>
                </c:pt>
                <c:pt idx="1493">
                  <c:v>4.0325499999999996</c:v>
                </c:pt>
                <c:pt idx="1494">
                  <c:v>4.1388299999999996</c:v>
                </c:pt>
                <c:pt idx="1495">
                  <c:v>4.0369799999999998</c:v>
                </c:pt>
                <c:pt idx="1496">
                  <c:v>3.5405700000000002</c:v>
                </c:pt>
                <c:pt idx="1497">
                  <c:v>2.7936899999999998</c:v>
                </c:pt>
                <c:pt idx="1498">
                  <c:v>2.7827600000000001</c:v>
                </c:pt>
                <c:pt idx="1499">
                  <c:v>3.0972</c:v>
                </c:pt>
                <c:pt idx="1500">
                  <c:v>3.8008700000000002</c:v>
                </c:pt>
                <c:pt idx="1501">
                  <c:v>4.0472200000000003</c:v>
                </c:pt>
                <c:pt idx="1502">
                  <c:v>4.1715999999999998</c:v>
                </c:pt>
                <c:pt idx="1503">
                  <c:v>4.3295500000000002</c:v>
                </c:pt>
                <c:pt idx="1504">
                  <c:v>4.24139</c:v>
                </c:pt>
                <c:pt idx="1505">
                  <c:v>3.6442000000000001</c:v>
                </c:pt>
                <c:pt idx="1506">
                  <c:v>3.33439</c:v>
                </c:pt>
                <c:pt idx="1507">
                  <c:v>3.4198300000000001</c:v>
                </c:pt>
                <c:pt idx="1508">
                  <c:v>3.4159099999999998</c:v>
                </c:pt>
                <c:pt idx="1509">
                  <c:v>3.37968</c:v>
                </c:pt>
                <c:pt idx="1510">
                  <c:v>3.3846099999999999</c:v>
                </c:pt>
                <c:pt idx="1511">
                  <c:v>3.2389600000000001</c:v>
                </c:pt>
                <c:pt idx="1512">
                  <c:v>3.06332</c:v>
                </c:pt>
                <c:pt idx="1513">
                  <c:v>2.8750399999999998</c:v>
                </c:pt>
                <c:pt idx="1514">
                  <c:v>2.61151</c:v>
                </c:pt>
                <c:pt idx="1515">
                  <c:v>2.9134500000000001</c:v>
                </c:pt>
                <c:pt idx="1516">
                  <c:v>3.4000599999999999</c:v>
                </c:pt>
                <c:pt idx="1517">
                  <c:v>3.8075600000000001</c:v>
                </c:pt>
                <c:pt idx="1518">
                  <c:v>3.7144900000000001</c:v>
                </c:pt>
                <c:pt idx="1519">
                  <c:v>3.4725100000000002</c:v>
                </c:pt>
                <c:pt idx="1520">
                  <c:v>3.4959799999999999</c:v>
                </c:pt>
                <c:pt idx="1521">
                  <c:v>3.62262</c:v>
                </c:pt>
                <c:pt idx="1522">
                  <c:v>3.8850099999999999</c:v>
                </c:pt>
                <c:pt idx="1523">
                  <c:v>3.8843999999999999</c:v>
                </c:pt>
                <c:pt idx="1524">
                  <c:v>3.8021799999999999</c:v>
                </c:pt>
                <c:pt idx="1525">
                  <c:v>4.1937800000000003</c:v>
                </c:pt>
                <c:pt idx="1526">
                  <c:v>4.7762900000000004</c:v>
                </c:pt>
                <c:pt idx="1527">
                  <c:v>4.9482299999999997</c:v>
                </c:pt>
                <c:pt idx="1528">
                  <c:v>5.0023799999999996</c:v>
                </c:pt>
                <c:pt idx="1529">
                  <c:v>4.9291099999999997</c:v>
                </c:pt>
                <c:pt idx="1530">
                  <c:v>4.3934499999999996</c:v>
                </c:pt>
                <c:pt idx="1531">
                  <c:v>4.0298800000000004</c:v>
                </c:pt>
                <c:pt idx="1532">
                  <c:v>4.1664899999999996</c:v>
                </c:pt>
                <c:pt idx="1533">
                  <c:v>4.5521500000000001</c:v>
                </c:pt>
                <c:pt idx="1534">
                  <c:v>5.17544</c:v>
                </c:pt>
                <c:pt idx="1535">
                  <c:v>5.2842000000000002</c:v>
                </c:pt>
                <c:pt idx="1536">
                  <c:v>4.6669299999999998</c:v>
                </c:pt>
                <c:pt idx="1537">
                  <c:v>4.53653</c:v>
                </c:pt>
                <c:pt idx="1538">
                  <c:v>4.6114300000000004</c:v>
                </c:pt>
                <c:pt idx="1539">
                  <c:v>4.50108</c:v>
                </c:pt>
                <c:pt idx="1540">
                  <c:v>4.37561</c:v>
                </c:pt>
                <c:pt idx="1541">
                  <c:v>4.5767100000000003</c:v>
                </c:pt>
                <c:pt idx="1542">
                  <c:v>4.4936100000000003</c:v>
                </c:pt>
                <c:pt idx="1543">
                  <c:v>4.3148400000000002</c:v>
                </c:pt>
                <c:pt idx="1544">
                  <c:v>4.27257</c:v>
                </c:pt>
                <c:pt idx="1545">
                  <c:v>4.2244099999999998</c:v>
                </c:pt>
                <c:pt idx="1546">
                  <c:v>4.0970399999999998</c:v>
                </c:pt>
                <c:pt idx="1547">
                  <c:v>4.0403000000000002</c:v>
                </c:pt>
                <c:pt idx="1548">
                  <c:v>4.0891400000000004</c:v>
                </c:pt>
                <c:pt idx="1549">
                  <c:v>4.0288500000000003</c:v>
                </c:pt>
                <c:pt idx="1550">
                  <c:v>3.80301</c:v>
                </c:pt>
                <c:pt idx="1551">
                  <c:v>4.02121</c:v>
                </c:pt>
                <c:pt idx="1552">
                  <c:v>4.1340700000000004</c:v>
                </c:pt>
                <c:pt idx="1553">
                  <c:v>3.94198</c:v>
                </c:pt>
                <c:pt idx="1554">
                  <c:v>3.96576</c:v>
                </c:pt>
                <c:pt idx="1555">
                  <c:v>3.4615</c:v>
                </c:pt>
                <c:pt idx="1556">
                  <c:v>3.0080100000000001</c:v>
                </c:pt>
                <c:pt idx="1557">
                  <c:v>2.8587199999999999</c:v>
                </c:pt>
                <c:pt idx="1558">
                  <c:v>3.1645699999999999</c:v>
                </c:pt>
                <c:pt idx="1559">
                  <c:v>3.6440800000000002</c:v>
                </c:pt>
                <c:pt idx="1560">
                  <c:v>3.6289699999999998</c:v>
                </c:pt>
                <c:pt idx="1561">
                  <c:v>3.5181800000000001</c:v>
                </c:pt>
                <c:pt idx="1562">
                  <c:v>3.2222</c:v>
                </c:pt>
                <c:pt idx="1563">
                  <c:v>2.95939</c:v>
                </c:pt>
                <c:pt idx="1564">
                  <c:v>3.0612300000000001</c:v>
                </c:pt>
                <c:pt idx="1565">
                  <c:v>3.3816299999999999</c:v>
                </c:pt>
                <c:pt idx="1566">
                  <c:v>3.7420599999999999</c:v>
                </c:pt>
                <c:pt idx="1567">
                  <c:v>4.01335</c:v>
                </c:pt>
                <c:pt idx="1568">
                  <c:v>4.1375799999999998</c:v>
                </c:pt>
                <c:pt idx="1569">
                  <c:v>4.0266900000000003</c:v>
                </c:pt>
                <c:pt idx="1570">
                  <c:v>3.88069</c:v>
                </c:pt>
                <c:pt idx="1571">
                  <c:v>3.9419400000000002</c:v>
                </c:pt>
                <c:pt idx="1572">
                  <c:v>3.9073799999999999</c:v>
                </c:pt>
                <c:pt idx="1573">
                  <c:v>3.7583700000000002</c:v>
                </c:pt>
                <c:pt idx="1574">
                  <c:v>3.8676499999999998</c:v>
                </c:pt>
                <c:pt idx="1575">
                  <c:v>4.3495600000000003</c:v>
                </c:pt>
                <c:pt idx="1576">
                  <c:v>4.9121100000000002</c:v>
                </c:pt>
                <c:pt idx="1577">
                  <c:v>5.1146099999999999</c:v>
                </c:pt>
                <c:pt idx="1578">
                  <c:v>5.2712500000000002</c:v>
                </c:pt>
                <c:pt idx="1579">
                  <c:v>5.3825000000000003</c:v>
                </c:pt>
                <c:pt idx="1580">
                  <c:v>5.1925699999999999</c:v>
                </c:pt>
                <c:pt idx="1581">
                  <c:v>4.9966900000000001</c:v>
                </c:pt>
                <c:pt idx="1582">
                  <c:v>4.9995099999999999</c:v>
                </c:pt>
                <c:pt idx="1583">
                  <c:v>5.1661599999999996</c:v>
                </c:pt>
                <c:pt idx="1584">
                  <c:v>5.5498599999999998</c:v>
                </c:pt>
                <c:pt idx="1585">
                  <c:v>5.7023200000000003</c:v>
                </c:pt>
                <c:pt idx="1586">
                  <c:v>5.6001300000000001</c:v>
                </c:pt>
                <c:pt idx="1587">
                  <c:v>5.6335300000000004</c:v>
                </c:pt>
                <c:pt idx="1588">
                  <c:v>5.8126800000000003</c:v>
                </c:pt>
                <c:pt idx="1589">
                  <c:v>6.0926200000000001</c:v>
                </c:pt>
                <c:pt idx="1590">
                  <c:v>6.2755599999999996</c:v>
                </c:pt>
                <c:pt idx="1591">
                  <c:v>6.2189899999999998</c:v>
                </c:pt>
                <c:pt idx="1592">
                  <c:v>6.38645</c:v>
                </c:pt>
                <c:pt idx="1593">
                  <c:v>6.5607800000000003</c:v>
                </c:pt>
                <c:pt idx="1594">
                  <c:v>6.7059199999999999</c:v>
                </c:pt>
                <c:pt idx="1595">
                  <c:v>6.7835299999999998</c:v>
                </c:pt>
                <c:pt idx="1596">
                  <c:v>6.6081599999999998</c:v>
                </c:pt>
                <c:pt idx="1597">
                  <c:v>6.2552000000000003</c:v>
                </c:pt>
                <c:pt idx="1598">
                  <c:v>5.8288900000000003</c:v>
                </c:pt>
                <c:pt idx="1599">
                  <c:v>5.6587300000000003</c:v>
                </c:pt>
                <c:pt idx="1600">
                  <c:v>5.5484</c:v>
                </c:pt>
                <c:pt idx="1601">
                  <c:v>5.5703199999999997</c:v>
                </c:pt>
                <c:pt idx="1602">
                  <c:v>5.6386900000000004</c:v>
                </c:pt>
                <c:pt idx="1603">
                  <c:v>5.6165200000000004</c:v>
                </c:pt>
                <c:pt idx="1604">
                  <c:v>5.5349300000000001</c:v>
                </c:pt>
                <c:pt idx="1605">
                  <c:v>5.5224900000000003</c:v>
                </c:pt>
                <c:pt idx="1606">
                  <c:v>5.3544900000000002</c:v>
                </c:pt>
                <c:pt idx="1607">
                  <c:v>5.0844300000000002</c:v>
                </c:pt>
                <c:pt idx="1608">
                  <c:v>4.9914699999999996</c:v>
                </c:pt>
                <c:pt idx="1609">
                  <c:v>5.2149900000000002</c:v>
                </c:pt>
                <c:pt idx="1610">
                  <c:v>5.5417300000000003</c:v>
                </c:pt>
                <c:pt idx="1611">
                  <c:v>5.5350700000000002</c:v>
                </c:pt>
                <c:pt idx="1612">
                  <c:v>5.3933</c:v>
                </c:pt>
                <c:pt idx="1613">
                  <c:v>5.3759399999999999</c:v>
                </c:pt>
                <c:pt idx="1614">
                  <c:v>5.1921999999999997</c:v>
                </c:pt>
                <c:pt idx="1615">
                  <c:v>5.02224</c:v>
                </c:pt>
                <c:pt idx="1616">
                  <c:v>4.8834900000000001</c:v>
                </c:pt>
                <c:pt idx="1617">
                  <c:v>4.8452500000000001</c:v>
                </c:pt>
                <c:pt idx="1618">
                  <c:v>5.4060600000000001</c:v>
                </c:pt>
                <c:pt idx="1619">
                  <c:v>5.9408599999999998</c:v>
                </c:pt>
                <c:pt idx="1620">
                  <c:v>6.1642099999999997</c:v>
                </c:pt>
                <c:pt idx="1621">
                  <c:v>6.09978</c:v>
                </c:pt>
                <c:pt idx="1622">
                  <c:v>5.9595399999999996</c:v>
                </c:pt>
                <c:pt idx="1623">
                  <c:v>6.0210900000000001</c:v>
                </c:pt>
                <c:pt idx="1624">
                  <c:v>6.0830599999999997</c:v>
                </c:pt>
                <c:pt idx="1625">
                  <c:v>6.3253000000000004</c:v>
                </c:pt>
                <c:pt idx="1626">
                  <c:v>6.6039399999999997</c:v>
                </c:pt>
                <c:pt idx="1627">
                  <c:v>7.0673300000000001</c:v>
                </c:pt>
                <c:pt idx="1628">
                  <c:v>6.9838800000000001</c:v>
                </c:pt>
                <c:pt idx="1629">
                  <c:v>6.8532700000000002</c:v>
                </c:pt>
                <c:pt idx="1630">
                  <c:v>7.0559799999999999</c:v>
                </c:pt>
                <c:pt idx="1631">
                  <c:v>7.1372600000000004</c:v>
                </c:pt>
                <c:pt idx="1632">
                  <c:v>7.2651300000000001</c:v>
                </c:pt>
                <c:pt idx="1633">
                  <c:v>7.05084</c:v>
                </c:pt>
                <c:pt idx="1634">
                  <c:v>6.6199000000000003</c:v>
                </c:pt>
                <c:pt idx="1635">
                  <c:v>6.2283600000000003</c:v>
                </c:pt>
                <c:pt idx="1636">
                  <c:v>6.2722899999999999</c:v>
                </c:pt>
                <c:pt idx="1637">
                  <c:v>6.4635699999999998</c:v>
                </c:pt>
                <c:pt idx="1638">
                  <c:v>6.5987</c:v>
                </c:pt>
                <c:pt idx="1639">
                  <c:v>6.6076499999999996</c:v>
                </c:pt>
                <c:pt idx="1640">
                  <c:v>6.37094</c:v>
                </c:pt>
                <c:pt idx="1641">
                  <c:v>6.3814000000000002</c:v>
                </c:pt>
                <c:pt idx="1642">
                  <c:v>6.8345900000000004</c:v>
                </c:pt>
                <c:pt idx="1643">
                  <c:v>7.4100799999999998</c:v>
                </c:pt>
                <c:pt idx="1644">
                  <c:v>7.3729800000000001</c:v>
                </c:pt>
                <c:pt idx="1645">
                  <c:v>7.1118600000000001</c:v>
                </c:pt>
                <c:pt idx="1646">
                  <c:v>7.73339</c:v>
                </c:pt>
                <c:pt idx="1647">
                  <c:v>8.2197499999999994</c:v>
                </c:pt>
                <c:pt idx="1648">
                  <c:v>8.1775900000000004</c:v>
                </c:pt>
                <c:pt idx="1649">
                  <c:v>8.15869</c:v>
                </c:pt>
                <c:pt idx="1650">
                  <c:v>8.0388099999999998</c:v>
                </c:pt>
                <c:pt idx="1651">
                  <c:v>7.9572900000000004</c:v>
                </c:pt>
                <c:pt idx="1652">
                  <c:v>7.78545</c:v>
                </c:pt>
                <c:pt idx="1653">
                  <c:v>7.3189200000000003</c:v>
                </c:pt>
                <c:pt idx="1654">
                  <c:v>7.0978300000000001</c:v>
                </c:pt>
                <c:pt idx="1655">
                  <c:v>7.1985799999999998</c:v>
                </c:pt>
                <c:pt idx="1656">
                  <c:v>7.3595699999999997</c:v>
                </c:pt>
                <c:pt idx="1657">
                  <c:v>7.2537399999999996</c:v>
                </c:pt>
                <c:pt idx="1658">
                  <c:v>7.19862</c:v>
                </c:pt>
                <c:pt idx="1659">
                  <c:v>7.1810299999999998</c:v>
                </c:pt>
                <c:pt idx="1660">
                  <c:v>7.3357999999999999</c:v>
                </c:pt>
                <c:pt idx="1661">
                  <c:v>7.8817199999999996</c:v>
                </c:pt>
                <c:pt idx="1662">
                  <c:v>8.0866399999999992</c:v>
                </c:pt>
                <c:pt idx="1663">
                  <c:v>7.9529699999999997</c:v>
                </c:pt>
                <c:pt idx="1664">
                  <c:v>7.5515800000000004</c:v>
                </c:pt>
                <c:pt idx="1665">
                  <c:v>7.8988899999999997</c:v>
                </c:pt>
                <c:pt idx="1666">
                  <c:v>8.6303300000000007</c:v>
                </c:pt>
                <c:pt idx="1667">
                  <c:v>8.8857999999999997</c:v>
                </c:pt>
                <c:pt idx="1668">
                  <c:v>8.5156500000000008</c:v>
                </c:pt>
                <c:pt idx="1669">
                  <c:v>8.2944800000000001</c:v>
                </c:pt>
                <c:pt idx="1670">
                  <c:v>8.7009500000000006</c:v>
                </c:pt>
                <c:pt idx="1671">
                  <c:v>9.1179100000000002</c:v>
                </c:pt>
                <c:pt idx="1672">
                  <c:v>9.1735799999999994</c:v>
                </c:pt>
                <c:pt idx="1673">
                  <c:v>9.3586299999999998</c:v>
                </c:pt>
                <c:pt idx="1674">
                  <c:v>9.3944899999999993</c:v>
                </c:pt>
                <c:pt idx="1675">
                  <c:v>9.3067700000000002</c:v>
                </c:pt>
                <c:pt idx="1676">
                  <c:v>9.1712299999999995</c:v>
                </c:pt>
                <c:pt idx="1677">
                  <c:v>8.93825</c:v>
                </c:pt>
                <c:pt idx="1678">
                  <c:v>8.6168999999999993</c:v>
                </c:pt>
                <c:pt idx="1679">
                  <c:v>8.3233099999999993</c:v>
                </c:pt>
                <c:pt idx="1680">
                  <c:v>8.1829999999999998</c:v>
                </c:pt>
                <c:pt idx="1681">
                  <c:v>8.5021000000000004</c:v>
                </c:pt>
                <c:pt idx="1682">
                  <c:v>8.5903299999999998</c:v>
                </c:pt>
                <c:pt idx="1683">
                  <c:v>8.5019899999999993</c:v>
                </c:pt>
                <c:pt idx="1684">
                  <c:v>8.9893599999999996</c:v>
                </c:pt>
                <c:pt idx="1685">
                  <c:v>9.1254000000000008</c:v>
                </c:pt>
                <c:pt idx="1686">
                  <c:v>9.2088999999999999</c:v>
                </c:pt>
                <c:pt idx="1687">
                  <c:v>9.3880499999999998</c:v>
                </c:pt>
                <c:pt idx="1688">
                  <c:v>9.7444299999999995</c:v>
                </c:pt>
                <c:pt idx="1689">
                  <c:v>9.9525699999999997</c:v>
                </c:pt>
                <c:pt idx="1690">
                  <c:v>10.0182</c:v>
                </c:pt>
                <c:pt idx="1691">
                  <c:v>10.0009</c:v>
                </c:pt>
                <c:pt idx="1692">
                  <c:v>9.9952199999999998</c:v>
                </c:pt>
                <c:pt idx="1693">
                  <c:v>10.311400000000001</c:v>
                </c:pt>
                <c:pt idx="1694">
                  <c:v>10.6135</c:v>
                </c:pt>
                <c:pt idx="1695">
                  <c:v>10.5608</c:v>
                </c:pt>
                <c:pt idx="1696">
                  <c:v>10.4682</c:v>
                </c:pt>
                <c:pt idx="1697">
                  <c:v>10.4895</c:v>
                </c:pt>
                <c:pt idx="1698">
                  <c:v>10.624000000000001</c:v>
                </c:pt>
                <c:pt idx="1699">
                  <c:v>10.9039</c:v>
                </c:pt>
                <c:pt idx="1700">
                  <c:v>11.453099999999999</c:v>
                </c:pt>
                <c:pt idx="1701">
                  <c:v>11.7003</c:v>
                </c:pt>
                <c:pt idx="1702">
                  <c:v>11.4613</c:v>
                </c:pt>
                <c:pt idx="1703">
                  <c:v>11.352</c:v>
                </c:pt>
                <c:pt idx="1704">
                  <c:v>11.3292</c:v>
                </c:pt>
                <c:pt idx="1705">
                  <c:v>11.2179</c:v>
                </c:pt>
                <c:pt idx="1706">
                  <c:v>11.0305</c:v>
                </c:pt>
                <c:pt idx="1707">
                  <c:v>10.7555</c:v>
                </c:pt>
                <c:pt idx="1708">
                  <c:v>10.5944</c:v>
                </c:pt>
                <c:pt idx="1709">
                  <c:v>10.298400000000001</c:v>
                </c:pt>
                <c:pt idx="1710">
                  <c:v>10.1478</c:v>
                </c:pt>
                <c:pt idx="1711">
                  <c:v>10.217499999999999</c:v>
                </c:pt>
                <c:pt idx="1712">
                  <c:v>10.3314</c:v>
                </c:pt>
                <c:pt idx="1713">
                  <c:v>10.353400000000001</c:v>
                </c:pt>
                <c:pt idx="1714">
                  <c:v>10.5541</c:v>
                </c:pt>
                <c:pt idx="1715">
                  <c:v>10.9572</c:v>
                </c:pt>
                <c:pt idx="1716">
                  <c:v>11.7287</c:v>
                </c:pt>
                <c:pt idx="1717">
                  <c:v>12.8407</c:v>
                </c:pt>
                <c:pt idx="1718">
                  <c:v>14.3405</c:v>
                </c:pt>
                <c:pt idx="1719">
                  <c:v>15.6265</c:v>
                </c:pt>
                <c:pt idx="1720">
                  <c:v>16.3812</c:v>
                </c:pt>
                <c:pt idx="1721">
                  <c:v>17.188199999999998</c:v>
                </c:pt>
                <c:pt idx="1722">
                  <c:v>18.549299999999999</c:v>
                </c:pt>
                <c:pt idx="1723">
                  <c:v>20.138300000000001</c:v>
                </c:pt>
                <c:pt idx="1724">
                  <c:v>21.475899999999999</c:v>
                </c:pt>
                <c:pt idx="1725">
                  <c:v>22.598600000000001</c:v>
                </c:pt>
                <c:pt idx="1726">
                  <c:v>23.691099999999999</c:v>
                </c:pt>
                <c:pt idx="1727">
                  <c:v>24.787199999999999</c:v>
                </c:pt>
                <c:pt idx="1728">
                  <c:v>25.996099999999998</c:v>
                </c:pt>
                <c:pt idx="1729">
                  <c:v>26.741499999999998</c:v>
                </c:pt>
                <c:pt idx="1730">
                  <c:v>27.363199999999999</c:v>
                </c:pt>
                <c:pt idx="1731">
                  <c:v>28.240100000000002</c:v>
                </c:pt>
                <c:pt idx="1732">
                  <c:v>29.436299999999999</c:v>
                </c:pt>
                <c:pt idx="1733">
                  <c:v>30.347100000000001</c:v>
                </c:pt>
                <c:pt idx="1734">
                  <c:v>31.113900000000001</c:v>
                </c:pt>
                <c:pt idx="1735">
                  <c:v>32.3078</c:v>
                </c:pt>
                <c:pt idx="1736">
                  <c:v>34.031799999999997</c:v>
                </c:pt>
                <c:pt idx="1737">
                  <c:v>36.3123</c:v>
                </c:pt>
                <c:pt idx="1738">
                  <c:v>38.5486</c:v>
                </c:pt>
                <c:pt idx="1739">
                  <c:v>41.408900000000003</c:v>
                </c:pt>
                <c:pt idx="1740">
                  <c:v>44.994300000000003</c:v>
                </c:pt>
                <c:pt idx="1741">
                  <c:v>48.948500000000003</c:v>
                </c:pt>
                <c:pt idx="1742">
                  <c:v>54.422699999999999</c:v>
                </c:pt>
                <c:pt idx="1743">
                  <c:v>61.777500000000003</c:v>
                </c:pt>
                <c:pt idx="1744">
                  <c:v>71.108599999999996</c:v>
                </c:pt>
                <c:pt idx="1745">
                  <c:v>83.164100000000005</c:v>
                </c:pt>
                <c:pt idx="1746">
                  <c:v>97.271199999999993</c:v>
                </c:pt>
                <c:pt idx="1747">
                  <c:v>112.985</c:v>
                </c:pt>
                <c:pt idx="1748">
                  <c:v>130.38200000000001</c:v>
                </c:pt>
                <c:pt idx="1749">
                  <c:v>148.15199999999999</c:v>
                </c:pt>
                <c:pt idx="1750">
                  <c:v>164.84299999999999</c:v>
                </c:pt>
                <c:pt idx="1751">
                  <c:v>178.65100000000001</c:v>
                </c:pt>
                <c:pt idx="1752">
                  <c:v>188.41300000000001</c:v>
                </c:pt>
                <c:pt idx="1753">
                  <c:v>192.941</c:v>
                </c:pt>
                <c:pt idx="1754">
                  <c:v>191.71100000000001</c:v>
                </c:pt>
                <c:pt idx="1755">
                  <c:v>185.60300000000001</c:v>
                </c:pt>
                <c:pt idx="1756">
                  <c:v>174.845</c:v>
                </c:pt>
                <c:pt idx="1757">
                  <c:v>160.97800000000001</c:v>
                </c:pt>
                <c:pt idx="1758">
                  <c:v>145.48599999999999</c:v>
                </c:pt>
                <c:pt idx="1759">
                  <c:v>130.167</c:v>
                </c:pt>
                <c:pt idx="1760">
                  <c:v>116.383</c:v>
                </c:pt>
                <c:pt idx="1761">
                  <c:v>104.99299999999999</c:v>
                </c:pt>
                <c:pt idx="1762">
                  <c:v>96.194199999999995</c:v>
                </c:pt>
                <c:pt idx="1763">
                  <c:v>90.041700000000006</c:v>
                </c:pt>
                <c:pt idx="1764">
                  <c:v>86.179100000000005</c:v>
                </c:pt>
                <c:pt idx="1765">
                  <c:v>85.110399999999998</c:v>
                </c:pt>
                <c:pt idx="1766">
                  <c:v>86.259</c:v>
                </c:pt>
                <c:pt idx="1767">
                  <c:v>88.673000000000002</c:v>
                </c:pt>
                <c:pt idx="1768">
                  <c:v>92.474100000000007</c:v>
                </c:pt>
                <c:pt idx="1769">
                  <c:v>97.990300000000005</c:v>
                </c:pt>
                <c:pt idx="1770">
                  <c:v>105.462</c:v>
                </c:pt>
                <c:pt idx="1771">
                  <c:v>114.61</c:v>
                </c:pt>
                <c:pt idx="1772">
                  <c:v>125.015</c:v>
                </c:pt>
                <c:pt idx="1773">
                  <c:v>136.91300000000001</c:v>
                </c:pt>
                <c:pt idx="1774">
                  <c:v>150.38999999999999</c:v>
                </c:pt>
                <c:pt idx="1775">
                  <c:v>165.66399999999999</c:v>
                </c:pt>
                <c:pt idx="1776">
                  <c:v>182.19399999999999</c:v>
                </c:pt>
                <c:pt idx="1777">
                  <c:v>199.89500000000001</c:v>
                </c:pt>
                <c:pt idx="1778">
                  <c:v>219.39099999999999</c:v>
                </c:pt>
                <c:pt idx="1779">
                  <c:v>241.11799999999999</c:v>
                </c:pt>
                <c:pt idx="1780">
                  <c:v>265.47699999999998</c:v>
                </c:pt>
                <c:pt idx="1781">
                  <c:v>293.27600000000001</c:v>
                </c:pt>
                <c:pt idx="1782">
                  <c:v>326.03800000000001</c:v>
                </c:pt>
                <c:pt idx="1783">
                  <c:v>365.738</c:v>
                </c:pt>
                <c:pt idx="1784">
                  <c:v>414.36200000000002</c:v>
                </c:pt>
                <c:pt idx="1785">
                  <c:v>473.81900000000002</c:v>
                </c:pt>
                <c:pt idx="1786">
                  <c:v>547.649</c:v>
                </c:pt>
                <c:pt idx="1787">
                  <c:v>640.26300000000003</c:v>
                </c:pt>
                <c:pt idx="1788">
                  <c:v>757.37800000000004</c:v>
                </c:pt>
                <c:pt idx="1789">
                  <c:v>907.99199999999996</c:v>
                </c:pt>
                <c:pt idx="1790">
                  <c:v>1102.54</c:v>
                </c:pt>
                <c:pt idx="1791">
                  <c:v>1350.62</c:v>
                </c:pt>
                <c:pt idx="1792">
                  <c:v>1656.56</c:v>
                </c:pt>
                <c:pt idx="1793">
                  <c:v>2016.72</c:v>
                </c:pt>
                <c:pt idx="1794">
                  <c:v>2418.9699999999998</c:v>
                </c:pt>
                <c:pt idx="1795">
                  <c:v>2841.21</c:v>
                </c:pt>
                <c:pt idx="1796">
                  <c:v>3251.62</c:v>
                </c:pt>
                <c:pt idx="1797">
                  <c:v>3612.91</c:v>
                </c:pt>
                <c:pt idx="1798">
                  <c:v>3887.92</c:v>
                </c:pt>
                <c:pt idx="1799">
                  <c:v>4044.73</c:v>
                </c:pt>
                <c:pt idx="1800">
                  <c:v>4063.36</c:v>
                </c:pt>
                <c:pt idx="1801">
                  <c:v>3940.6</c:v>
                </c:pt>
                <c:pt idx="1802">
                  <c:v>3690.01</c:v>
                </c:pt>
                <c:pt idx="1803">
                  <c:v>3339.11</c:v>
                </c:pt>
                <c:pt idx="1804">
                  <c:v>2924.38</c:v>
                </c:pt>
                <c:pt idx="1805">
                  <c:v>2485.4499999999998</c:v>
                </c:pt>
                <c:pt idx="1806">
                  <c:v>2057.85</c:v>
                </c:pt>
                <c:pt idx="1807">
                  <c:v>1668.66</c:v>
                </c:pt>
                <c:pt idx="1808">
                  <c:v>1335.85</c:v>
                </c:pt>
                <c:pt idx="1809">
                  <c:v>1066.6600000000001</c:v>
                </c:pt>
                <c:pt idx="1810">
                  <c:v>858.09100000000001</c:v>
                </c:pt>
                <c:pt idx="1811">
                  <c:v>701.06299999999999</c:v>
                </c:pt>
                <c:pt idx="1812">
                  <c:v>584.88</c:v>
                </c:pt>
                <c:pt idx="1813">
                  <c:v>499.04</c:v>
                </c:pt>
                <c:pt idx="1814">
                  <c:v>434.745</c:v>
                </c:pt>
                <c:pt idx="1815">
                  <c:v>386.084</c:v>
                </c:pt>
                <c:pt idx="1816">
                  <c:v>348.65699999999998</c:v>
                </c:pt>
                <c:pt idx="1817">
                  <c:v>318.63099999999997</c:v>
                </c:pt>
                <c:pt idx="1818">
                  <c:v>293.73899999999998</c:v>
                </c:pt>
                <c:pt idx="1819">
                  <c:v>272.315</c:v>
                </c:pt>
                <c:pt idx="1820">
                  <c:v>252.964</c:v>
                </c:pt>
                <c:pt idx="1821">
                  <c:v>235.08600000000001</c:v>
                </c:pt>
                <c:pt idx="1822">
                  <c:v>217.77099999999999</c:v>
                </c:pt>
                <c:pt idx="1823">
                  <c:v>200.977</c:v>
                </c:pt>
                <c:pt idx="1824">
                  <c:v>185.15799999999999</c:v>
                </c:pt>
                <c:pt idx="1825">
                  <c:v>170.63300000000001</c:v>
                </c:pt>
                <c:pt idx="1826">
                  <c:v>157.21700000000001</c:v>
                </c:pt>
                <c:pt idx="1827">
                  <c:v>145.05000000000001</c:v>
                </c:pt>
                <c:pt idx="1828">
                  <c:v>134.65899999999999</c:v>
                </c:pt>
                <c:pt idx="1829">
                  <c:v>126.294</c:v>
                </c:pt>
                <c:pt idx="1830">
                  <c:v>119.643</c:v>
                </c:pt>
                <c:pt idx="1831">
                  <c:v>114.173</c:v>
                </c:pt>
                <c:pt idx="1832">
                  <c:v>110.23099999999999</c:v>
                </c:pt>
                <c:pt idx="1833">
                  <c:v>107.675</c:v>
                </c:pt>
                <c:pt idx="1834">
                  <c:v>106.539</c:v>
                </c:pt>
                <c:pt idx="1835">
                  <c:v>107.178</c:v>
                </c:pt>
                <c:pt idx="1836">
                  <c:v>109.86</c:v>
                </c:pt>
                <c:pt idx="1837">
                  <c:v>114.572</c:v>
                </c:pt>
                <c:pt idx="1838">
                  <c:v>122.2</c:v>
                </c:pt>
                <c:pt idx="1839">
                  <c:v>132.709</c:v>
                </c:pt>
                <c:pt idx="1840">
                  <c:v>145.226</c:v>
                </c:pt>
                <c:pt idx="1841">
                  <c:v>159.304</c:v>
                </c:pt>
                <c:pt idx="1842">
                  <c:v>173.928</c:v>
                </c:pt>
                <c:pt idx="1843">
                  <c:v>187.43199999999999</c:v>
                </c:pt>
                <c:pt idx="1844">
                  <c:v>198.876</c:v>
                </c:pt>
                <c:pt idx="1845">
                  <c:v>206.364</c:v>
                </c:pt>
                <c:pt idx="1846">
                  <c:v>208.976</c:v>
                </c:pt>
                <c:pt idx="1847">
                  <c:v>206.154</c:v>
                </c:pt>
                <c:pt idx="1848">
                  <c:v>198.214</c:v>
                </c:pt>
                <c:pt idx="1849">
                  <c:v>185.636</c:v>
                </c:pt>
                <c:pt idx="1850">
                  <c:v>169.80500000000001</c:v>
                </c:pt>
                <c:pt idx="1851">
                  <c:v>152.01900000000001</c:v>
                </c:pt>
                <c:pt idx="1852">
                  <c:v>133.37899999999999</c:v>
                </c:pt>
                <c:pt idx="1853">
                  <c:v>115.652</c:v>
                </c:pt>
                <c:pt idx="1854">
                  <c:v>100.565</c:v>
                </c:pt>
                <c:pt idx="1855">
                  <c:v>87.695800000000006</c:v>
                </c:pt>
                <c:pt idx="1856">
                  <c:v>76.683999999999997</c:v>
                </c:pt>
                <c:pt idx="1857">
                  <c:v>68.097700000000003</c:v>
                </c:pt>
                <c:pt idx="1858">
                  <c:v>61.554200000000002</c:v>
                </c:pt>
                <c:pt idx="1859">
                  <c:v>56.491</c:v>
                </c:pt>
                <c:pt idx="1860">
                  <c:v>52.515000000000001</c:v>
                </c:pt>
                <c:pt idx="1861">
                  <c:v>49.552900000000001</c:v>
                </c:pt>
                <c:pt idx="1862">
                  <c:v>47.196599999999997</c:v>
                </c:pt>
                <c:pt idx="1863">
                  <c:v>45.2577</c:v>
                </c:pt>
                <c:pt idx="1864">
                  <c:v>43.203400000000002</c:v>
                </c:pt>
                <c:pt idx="1865">
                  <c:v>41.362699999999997</c:v>
                </c:pt>
                <c:pt idx="1866">
                  <c:v>39.804499999999997</c:v>
                </c:pt>
                <c:pt idx="1867">
                  <c:v>38.686100000000003</c:v>
                </c:pt>
                <c:pt idx="1868">
                  <c:v>37.406700000000001</c:v>
                </c:pt>
                <c:pt idx="1869">
                  <c:v>35.698700000000002</c:v>
                </c:pt>
                <c:pt idx="1870">
                  <c:v>33.869500000000002</c:v>
                </c:pt>
                <c:pt idx="1871">
                  <c:v>32.781999999999996</c:v>
                </c:pt>
                <c:pt idx="1872">
                  <c:v>32.362299999999998</c:v>
                </c:pt>
                <c:pt idx="1873">
                  <c:v>31.804400000000001</c:v>
                </c:pt>
                <c:pt idx="1874">
                  <c:v>31.011600000000001</c:v>
                </c:pt>
                <c:pt idx="1875">
                  <c:v>30.163799999999998</c:v>
                </c:pt>
                <c:pt idx="1876">
                  <c:v>29.337700000000002</c:v>
                </c:pt>
                <c:pt idx="1877">
                  <c:v>28.5578</c:v>
                </c:pt>
                <c:pt idx="1878">
                  <c:v>27.901</c:v>
                </c:pt>
                <c:pt idx="1879">
                  <c:v>27.344799999999999</c:v>
                </c:pt>
                <c:pt idx="1880">
                  <c:v>26.8719</c:v>
                </c:pt>
                <c:pt idx="1881">
                  <c:v>26.445</c:v>
                </c:pt>
                <c:pt idx="1882">
                  <c:v>26.294</c:v>
                </c:pt>
                <c:pt idx="1883">
                  <c:v>26.044599999999999</c:v>
                </c:pt>
                <c:pt idx="1884">
                  <c:v>25.565799999999999</c:v>
                </c:pt>
                <c:pt idx="1885">
                  <c:v>25.117100000000001</c:v>
                </c:pt>
                <c:pt idx="1886">
                  <c:v>24.468</c:v>
                </c:pt>
                <c:pt idx="1887">
                  <c:v>23.5307</c:v>
                </c:pt>
                <c:pt idx="1888">
                  <c:v>22.811399999999999</c:v>
                </c:pt>
                <c:pt idx="1889">
                  <c:v>22.112500000000001</c:v>
                </c:pt>
                <c:pt idx="1890">
                  <c:v>21.598800000000001</c:v>
                </c:pt>
                <c:pt idx="1891">
                  <c:v>21.102499999999999</c:v>
                </c:pt>
                <c:pt idx="1892">
                  <c:v>20.3186</c:v>
                </c:pt>
                <c:pt idx="1893">
                  <c:v>19.743400000000001</c:v>
                </c:pt>
                <c:pt idx="1894">
                  <c:v>19.320799999999998</c:v>
                </c:pt>
                <c:pt idx="1895">
                  <c:v>18.8447</c:v>
                </c:pt>
                <c:pt idx="1896">
                  <c:v>18.188400000000001</c:v>
                </c:pt>
                <c:pt idx="1897">
                  <c:v>17.930900000000001</c:v>
                </c:pt>
                <c:pt idx="1898">
                  <c:v>18.074200000000001</c:v>
                </c:pt>
                <c:pt idx="1899">
                  <c:v>18.165500000000002</c:v>
                </c:pt>
                <c:pt idx="1900">
                  <c:v>18.0839</c:v>
                </c:pt>
                <c:pt idx="1901">
                  <c:v>17.9438</c:v>
                </c:pt>
                <c:pt idx="1902">
                  <c:v>17.948</c:v>
                </c:pt>
                <c:pt idx="1903">
                  <c:v>17.4864</c:v>
                </c:pt>
                <c:pt idx="1904">
                  <c:v>17.152200000000001</c:v>
                </c:pt>
                <c:pt idx="1905">
                  <c:v>17.2334</c:v>
                </c:pt>
                <c:pt idx="1906">
                  <c:v>17.441199999999998</c:v>
                </c:pt>
                <c:pt idx="1907">
                  <c:v>17.8461</c:v>
                </c:pt>
                <c:pt idx="1908">
                  <c:v>18.6675</c:v>
                </c:pt>
                <c:pt idx="1909">
                  <c:v>19.307200000000002</c:v>
                </c:pt>
                <c:pt idx="1910">
                  <c:v>19.904399999999999</c:v>
                </c:pt>
                <c:pt idx="1911">
                  <c:v>21.105</c:v>
                </c:pt>
                <c:pt idx="1912">
                  <c:v>22.840399999999999</c:v>
                </c:pt>
                <c:pt idx="1913">
                  <c:v>24.8443</c:v>
                </c:pt>
                <c:pt idx="1914">
                  <c:v>27.091200000000001</c:v>
                </c:pt>
                <c:pt idx="1915">
                  <c:v>29.616399999999999</c:v>
                </c:pt>
                <c:pt idx="1916">
                  <c:v>32.107999999999997</c:v>
                </c:pt>
                <c:pt idx="1917">
                  <c:v>34.1477</c:v>
                </c:pt>
                <c:pt idx="1918">
                  <c:v>36.0625</c:v>
                </c:pt>
                <c:pt idx="1919">
                  <c:v>37.263300000000001</c:v>
                </c:pt>
                <c:pt idx="1920">
                  <c:v>37.392600000000002</c:v>
                </c:pt>
                <c:pt idx="1921">
                  <c:v>36.750799999999998</c:v>
                </c:pt>
                <c:pt idx="1922">
                  <c:v>35.328299999999999</c:v>
                </c:pt>
                <c:pt idx="1923">
                  <c:v>33.424599999999998</c:v>
                </c:pt>
                <c:pt idx="1924">
                  <c:v>31.195799999999998</c:v>
                </c:pt>
                <c:pt idx="1925">
                  <c:v>28.6371</c:v>
                </c:pt>
                <c:pt idx="1926">
                  <c:v>25.6387</c:v>
                </c:pt>
                <c:pt idx="1927">
                  <c:v>23.051500000000001</c:v>
                </c:pt>
                <c:pt idx="1928">
                  <c:v>20.871099999999998</c:v>
                </c:pt>
                <c:pt idx="1929">
                  <c:v>18.8902</c:v>
                </c:pt>
                <c:pt idx="1930">
                  <c:v>17.474</c:v>
                </c:pt>
                <c:pt idx="1931">
                  <c:v>16.561</c:v>
                </c:pt>
                <c:pt idx="1932">
                  <c:v>16.1341</c:v>
                </c:pt>
                <c:pt idx="1933">
                  <c:v>15.497299999999999</c:v>
                </c:pt>
                <c:pt idx="1934">
                  <c:v>14.9518</c:v>
                </c:pt>
                <c:pt idx="1935">
                  <c:v>14.671099999999999</c:v>
                </c:pt>
                <c:pt idx="1936">
                  <c:v>14.3047</c:v>
                </c:pt>
                <c:pt idx="1937">
                  <c:v>13.937799999999999</c:v>
                </c:pt>
                <c:pt idx="1938">
                  <c:v>13.4071</c:v>
                </c:pt>
                <c:pt idx="1939">
                  <c:v>13.0236</c:v>
                </c:pt>
                <c:pt idx="1940">
                  <c:v>12.8185</c:v>
                </c:pt>
                <c:pt idx="1941">
                  <c:v>12.5075</c:v>
                </c:pt>
                <c:pt idx="1942">
                  <c:v>12.0846</c:v>
                </c:pt>
                <c:pt idx="1943">
                  <c:v>11.6126</c:v>
                </c:pt>
                <c:pt idx="1944">
                  <c:v>11.516299999999999</c:v>
                </c:pt>
                <c:pt idx="1945">
                  <c:v>11.4948</c:v>
                </c:pt>
                <c:pt idx="1946">
                  <c:v>11.481</c:v>
                </c:pt>
                <c:pt idx="1947">
                  <c:v>11.3344</c:v>
                </c:pt>
                <c:pt idx="1948">
                  <c:v>11.230600000000001</c:v>
                </c:pt>
                <c:pt idx="1949">
                  <c:v>11.5098</c:v>
                </c:pt>
                <c:pt idx="1950">
                  <c:v>11.1838</c:v>
                </c:pt>
                <c:pt idx="1951">
                  <c:v>10.7113</c:v>
                </c:pt>
                <c:pt idx="1952">
                  <c:v>10.4291</c:v>
                </c:pt>
                <c:pt idx="1953">
                  <c:v>10.4213</c:v>
                </c:pt>
                <c:pt idx="1954">
                  <c:v>10.472099999999999</c:v>
                </c:pt>
                <c:pt idx="1955">
                  <c:v>10.632400000000001</c:v>
                </c:pt>
                <c:pt idx="1956">
                  <c:v>10.9627</c:v>
                </c:pt>
                <c:pt idx="1957">
                  <c:v>11.1</c:v>
                </c:pt>
                <c:pt idx="1958">
                  <c:v>11.0793</c:v>
                </c:pt>
                <c:pt idx="1959">
                  <c:v>10.896100000000001</c:v>
                </c:pt>
                <c:pt idx="1960">
                  <c:v>10.944000000000001</c:v>
                </c:pt>
                <c:pt idx="1961">
                  <c:v>10.950200000000001</c:v>
                </c:pt>
                <c:pt idx="1962">
                  <c:v>11.0709</c:v>
                </c:pt>
                <c:pt idx="1963">
                  <c:v>11.0738</c:v>
                </c:pt>
                <c:pt idx="1964">
                  <c:v>10.840999999999999</c:v>
                </c:pt>
                <c:pt idx="1965">
                  <c:v>10.6897</c:v>
                </c:pt>
                <c:pt idx="1966">
                  <c:v>10.1645</c:v>
                </c:pt>
                <c:pt idx="1967">
                  <c:v>9.8903199999999991</c:v>
                </c:pt>
                <c:pt idx="1968">
                  <c:v>9.8328500000000005</c:v>
                </c:pt>
                <c:pt idx="1969">
                  <c:v>9.8391099999999998</c:v>
                </c:pt>
                <c:pt idx="1970">
                  <c:v>9.6168099999999992</c:v>
                </c:pt>
                <c:pt idx="1971">
                  <c:v>9.5205800000000007</c:v>
                </c:pt>
                <c:pt idx="1972">
                  <c:v>9.6808499999999995</c:v>
                </c:pt>
                <c:pt idx="1973">
                  <c:v>9.57578</c:v>
                </c:pt>
                <c:pt idx="1974">
                  <c:v>9.5963100000000008</c:v>
                </c:pt>
                <c:pt idx="1975">
                  <c:v>9.7051400000000001</c:v>
                </c:pt>
                <c:pt idx="1976">
                  <c:v>9.8544400000000003</c:v>
                </c:pt>
                <c:pt idx="1977">
                  <c:v>10.398400000000001</c:v>
                </c:pt>
                <c:pt idx="1978">
                  <c:v>10.902100000000001</c:v>
                </c:pt>
                <c:pt idx="1979">
                  <c:v>10.7943</c:v>
                </c:pt>
                <c:pt idx="1980">
                  <c:v>10.614000000000001</c:v>
                </c:pt>
                <c:pt idx="1981">
                  <c:v>10.469900000000001</c:v>
                </c:pt>
                <c:pt idx="1982">
                  <c:v>10.454700000000001</c:v>
                </c:pt>
                <c:pt idx="1983">
                  <c:v>10.305</c:v>
                </c:pt>
                <c:pt idx="1984">
                  <c:v>10.022500000000001</c:v>
                </c:pt>
                <c:pt idx="1985">
                  <c:v>9.7352000000000007</c:v>
                </c:pt>
                <c:pt idx="1986">
                  <c:v>9.2792300000000001</c:v>
                </c:pt>
                <c:pt idx="1987">
                  <c:v>9.2982999999999993</c:v>
                </c:pt>
                <c:pt idx="1988">
                  <c:v>9.2620699999999996</c:v>
                </c:pt>
                <c:pt idx="1989">
                  <c:v>9.16873</c:v>
                </c:pt>
                <c:pt idx="1990">
                  <c:v>9.0335199999999993</c:v>
                </c:pt>
                <c:pt idx="1991">
                  <c:v>8.7757400000000008</c:v>
                </c:pt>
                <c:pt idx="1992">
                  <c:v>9.0082100000000001</c:v>
                </c:pt>
                <c:pt idx="1993">
                  <c:v>9.3098799999999997</c:v>
                </c:pt>
                <c:pt idx="1994">
                  <c:v>9.6438100000000002</c:v>
                </c:pt>
                <c:pt idx="1995">
                  <c:v>9.5794999999999995</c:v>
                </c:pt>
                <c:pt idx="1996">
                  <c:v>9.2945899999999995</c:v>
                </c:pt>
                <c:pt idx="1997">
                  <c:v>9.0193100000000008</c:v>
                </c:pt>
                <c:pt idx="1998">
                  <c:v>8.2927800000000005</c:v>
                </c:pt>
                <c:pt idx="1999">
                  <c:v>7.6780999999999997</c:v>
                </c:pt>
                <c:pt idx="2000">
                  <c:v>7.5032899999999998</c:v>
                </c:pt>
                <c:pt idx="2001">
                  <c:v>7.5183799999999996</c:v>
                </c:pt>
                <c:pt idx="2002">
                  <c:v>7.3986000000000001</c:v>
                </c:pt>
                <c:pt idx="2003">
                  <c:v>7.0301499999999999</c:v>
                </c:pt>
                <c:pt idx="2004">
                  <c:v>6.8723000000000001</c:v>
                </c:pt>
                <c:pt idx="2005">
                  <c:v>6.9733999999999998</c:v>
                </c:pt>
                <c:pt idx="2006">
                  <c:v>6.8250999999999999</c:v>
                </c:pt>
                <c:pt idx="2007">
                  <c:v>6.9279900000000003</c:v>
                </c:pt>
                <c:pt idx="2008">
                  <c:v>7.02006</c:v>
                </c:pt>
                <c:pt idx="2009">
                  <c:v>6.8677999999999999</c:v>
                </c:pt>
                <c:pt idx="2010">
                  <c:v>6.2334199999999997</c:v>
                </c:pt>
                <c:pt idx="2011">
                  <c:v>6.0815599999999996</c:v>
                </c:pt>
                <c:pt idx="2012">
                  <c:v>6.3376299999999999</c:v>
                </c:pt>
                <c:pt idx="2013">
                  <c:v>6.5408600000000003</c:v>
                </c:pt>
                <c:pt idx="2014">
                  <c:v>6.6881599999999999</c:v>
                </c:pt>
                <c:pt idx="2015">
                  <c:v>6.8233899999999998</c:v>
                </c:pt>
                <c:pt idx="2016">
                  <c:v>6.9513199999999999</c:v>
                </c:pt>
                <c:pt idx="2017">
                  <c:v>7.1042199999999998</c:v>
                </c:pt>
                <c:pt idx="2018">
                  <c:v>6.9684400000000002</c:v>
                </c:pt>
                <c:pt idx="2019">
                  <c:v>6.6836099999999998</c:v>
                </c:pt>
                <c:pt idx="2020">
                  <c:v>6.38605</c:v>
                </c:pt>
                <c:pt idx="2021">
                  <c:v>6.5169699999999997</c:v>
                </c:pt>
                <c:pt idx="2022">
                  <c:v>6.9979399999999998</c:v>
                </c:pt>
                <c:pt idx="2023">
                  <c:v>7.0403700000000002</c:v>
                </c:pt>
                <c:pt idx="2024">
                  <c:v>6.9791299999999996</c:v>
                </c:pt>
                <c:pt idx="2025">
                  <c:v>7.2439400000000003</c:v>
                </c:pt>
                <c:pt idx="2026">
                  <c:v>7.62432</c:v>
                </c:pt>
                <c:pt idx="2027">
                  <c:v>7.99071</c:v>
                </c:pt>
                <c:pt idx="2028">
                  <c:v>8.3558400000000006</c:v>
                </c:pt>
                <c:pt idx="2029">
                  <c:v>8.4291099999999997</c:v>
                </c:pt>
                <c:pt idx="2030">
                  <c:v>8.3306000000000004</c:v>
                </c:pt>
                <c:pt idx="2031">
                  <c:v>8.2918099999999999</c:v>
                </c:pt>
                <c:pt idx="2032">
                  <c:v>8.2862799999999996</c:v>
                </c:pt>
                <c:pt idx="2033">
                  <c:v>7.9860699999999998</c:v>
                </c:pt>
                <c:pt idx="2034">
                  <c:v>7.9588400000000004</c:v>
                </c:pt>
                <c:pt idx="2035">
                  <c:v>8.4265100000000004</c:v>
                </c:pt>
                <c:pt idx="2036">
                  <c:v>8.5106300000000008</c:v>
                </c:pt>
                <c:pt idx="2037">
                  <c:v>8.4267400000000006</c:v>
                </c:pt>
                <c:pt idx="2038">
                  <c:v>8.9777299999999993</c:v>
                </c:pt>
                <c:pt idx="2039">
                  <c:v>9.4948300000000003</c:v>
                </c:pt>
                <c:pt idx="2040">
                  <c:v>9.2723499999999994</c:v>
                </c:pt>
                <c:pt idx="2041">
                  <c:v>9.0351499999999998</c:v>
                </c:pt>
                <c:pt idx="2042">
                  <c:v>8.9286499999999993</c:v>
                </c:pt>
                <c:pt idx="2043">
                  <c:v>8.6645900000000005</c:v>
                </c:pt>
                <c:pt idx="2044">
                  <c:v>8.3962000000000003</c:v>
                </c:pt>
                <c:pt idx="2045">
                  <c:v>8.2352299999999996</c:v>
                </c:pt>
                <c:pt idx="2046">
                  <c:v>8.16587</c:v>
                </c:pt>
                <c:pt idx="2047">
                  <c:v>8.5876199999999994</c:v>
                </c:pt>
                <c:pt idx="2048">
                  <c:v>8.6407500000000006</c:v>
                </c:pt>
                <c:pt idx="2049">
                  <c:v>8.3766599999999993</c:v>
                </c:pt>
                <c:pt idx="2050">
                  <c:v>8.4072099999999992</c:v>
                </c:pt>
                <c:pt idx="2051">
                  <c:v>8.2932900000000007</c:v>
                </c:pt>
                <c:pt idx="2052">
                  <c:v>8.0450300000000006</c:v>
                </c:pt>
                <c:pt idx="2053">
                  <c:v>7.91913</c:v>
                </c:pt>
                <c:pt idx="2054">
                  <c:v>7.9609800000000002</c:v>
                </c:pt>
                <c:pt idx="2055">
                  <c:v>7.8731600000000004</c:v>
                </c:pt>
                <c:pt idx="2056">
                  <c:v>7.7975599999999998</c:v>
                </c:pt>
                <c:pt idx="2057">
                  <c:v>7.65402</c:v>
                </c:pt>
                <c:pt idx="2058">
                  <c:v>7.6382099999999999</c:v>
                </c:pt>
                <c:pt idx="2059">
                  <c:v>7.36287</c:v>
                </c:pt>
                <c:pt idx="2060">
                  <c:v>6.75075</c:v>
                </c:pt>
                <c:pt idx="2061">
                  <c:v>6.5110799999999998</c:v>
                </c:pt>
                <c:pt idx="2062">
                  <c:v>6.62113</c:v>
                </c:pt>
                <c:pt idx="2063">
                  <c:v>6.6526300000000003</c:v>
                </c:pt>
                <c:pt idx="2064">
                  <c:v>6.6540699999999999</c:v>
                </c:pt>
                <c:pt idx="2065">
                  <c:v>6.6045199999999999</c:v>
                </c:pt>
                <c:pt idx="2066">
                  <c:v>6.2061200000000003</c:v>
                </c:pt>
                <c:pt idx="2067">
                  <c:v>6.0028899999999998</c:v>
                </c:pt>
                <c:pt idx="2068">
                  <c:v>6.1497200000000003</c:v>
                </c:pt>
                <c:pt idx="2069">
                  <c:v>6.5395399999999997</c:v>
                </c:pt>
                <c:pt idx="2070">
                  <c:v>6.8665599999999998</c:v>
                </c:pt>
                <c:pt idx="2071">
                  <c:v>6.6604700000000001</c:v>
                </c:pt>
                <c:pt idx="2072">
                  <c:v>6.44374</c:v>
                </c:pt>
                <c:pt idx="2073">
                  <c:v>6.3263100000000003</c:v>
                </c:pt>
                <c:pt idx="2074">
                  <c:v>6.4638499999999999</c:v>
                </c:pt>
                <c:pt idx="2075">
                  <c:v>6.9436799999999996</c:v>
                </c:pt>
                <c:pt idx="2076">
                  <c:v>7.0896400000000002</c:v>
                </c:pt>
                <c:pt idx="2077">
                  <c:v>6.89093</c:v>
                </c:pt>
                <c:pt idx="2078">
                  <c:v>7.1296900000000001</c:v>
                </c:pt>
                <c:pt idx="2079">
                  <c:v>7.4389099999999999</c:v>
                </c:pt>
                <c:pt idx="2080">
                  <c:v>7.4886400000000002</c:v>
                </c:pt>
                <c:pt idx="2081">
                  <c:v>7.16282</c:v>
                </c:pt>
                <c:pt idx="2082">
                  <c:v>6.8512599999999999</c:v>
                </c:pt>
                <c:pt idx="2083">
                  <c:v>6.8950899999999997</c:v>
                </c:pt>
                <c:pt idx="2084">
                  <c:v>6.8273099999999998</c:v>
                </c:pt>
                <c:pt idx="2085">
                  <c:v>6.7606900000000003</c:v>
                </c:pt>
                <c:pt idx="2086">
                  <c:v>6.8094000000000001</c:v>
                </c:pt>
                <c:pt idx="2087">
                  <c:v>6.4781500000000003</c:v>
                </c:pt>
                <c:pt idx="2088">
                  <c:v>6.06027</c:v>
                </c:pt>
                <c:pt idx="2089">
                  <c:v>5.8740399999999999</c:v>
                </c:pt>
                <c:pt idx="2090">
                  <c:v>6.1714200000000003</c:v>
                </c:pt>
                <c:pt idx="2091">
                  <c:v>6.2279200000000001</c:v>
                </c:pt>
                <c:pt idx="2092">
                  <c:v>6.0345599999999999</c:v>
                </c:pt>
                <c:pt idx="2093">
                  <c:v>5.8020300000000002</c:v>
                </c:pt>
                <c:pt idx="2094">
                  <c:v>5.7625599999999997</c:v>
                </c:pt>
                <c:pt idx="2095">
                  <c:v>5.8489199999999997</c:v>
                </c:pt>
                <c:pt idx="2096">
                  <c:v>5.8121299999999998</c:v>
                </c:pt>
                <c:pt idx="2097">
                  <c:v>5.9046900000000004</c:v>
                </c:pt>
                <c:pt idx="2098">
                  <c:v>6.1370100000000001</c:v>
                </c:pt>
                <c:pt idx="2099">
                  <c:v>6.2716200000000004</c:v>
                </c:pt>
                <c:pt idx="2100">
                  <c:v>6.1295099999999998</c:v>
                </c:pt>
                <c:pt idx="2101">
                  <c:v>5.8721899999999998</c:v>
                </c:pt>
                <c:pt idx="2102">
                  <c:v>5.8225600000000002</c:v>
                </c:pt>
                <c:pt idx="2103">
                  <c:v>6.0022599999999997</c:v>
                </c:pt>
                <c:pt idx="2104">
                  <c:v>6.1612299999999998</c:v>
                </c:pt>
                <c:pt idx="2105">
                  <c:v>6.0244799999999996</c:v>
                </c:pt>
                <c:pt idx="2106">
                  <c:v>6.0160999999999998</c:v>
                </c:pt>
                <c:pt idx="2107">
                  <c:v>6.1510699999999998</c:v>
                </c:pt>
                <c:pt idx="2108">
                  <c:v>6.2092400000000003</c:v>
                </c:pt>
                <c:pt idx="2109">
                  <c:v>6.0339799999999997</c:v>
                </c:pt>
                <c:pt idx="2110">
                  <c:v>5.9730800000000004</c:v>
                </c:pt>
                <c:pt idx="2111">
                  <c:v>5.9328099999999999</c:v>
                </c:pt>
                <c:pt idx="2112">
                  <c:v>6.15604</c:v>
                </c:pt>
                <c:pt idx="2113">
                  <c:v>6.28721</c:v>
                </c:pt>
                <c:pt idx="2114">
                  <c:v>6.5261199999999997</c:v>
                </c:pt>
                <c:pt idx="2115">
                  <c:v>6.6887299999999996</c:v>
                </c:pt>
                <c:pt idx="2116">
                  <c:v>6.76363</c:v>
                </c:pt>
                <c:pt idx="2117">
                  <c:v>6.5501699999999996</c:v>
                </c:pt>
                <c:pt idx="2118">
                  <c:v>5.9328599999999998</c:v>
                </c:pt>
                <c:pt idx="2119">
                  <c:v>5.7267700000000001</c:v>
                </c:pt>
                <c:pt idx="2120">
                  <c:v>5.9519000000000002</c:v>
                </c:pt>
                <c:pt idx="2121">
                  <c:v>6.0864799999999999</c:v>
                </c:pt>
                <c:pt idx="2122">
                  <c:v>5.9098600000000001</c:v>
                </c:pt>
                <c:pt idx="2123">
                  <c:v>5.8579999999999997</c:v>
                </c:pt>
                <c:pt idx="2124">
                  <c:v>5.6355399999999998</c:v>
                </c:pt>
                <c:pt idx="2125">
                  <c:v>5.5531800000000002</c:v>
                </c:pt>
                <c:pt idx="2126">
                  <c:v>5.3966200000000004</c:v>
                </c:pt>
                <c:pt idx="2127">
                  <c:v>5.25176</c:v>
                </c:pt>
                <c:pt idx="2128">
                  <c:v>5.5250700000000004</c:v>
                </c:pt>
                <c:pt idx="2129">
                  <c:v>5.8793300000000004</c:v>
                </c:pt>
                <c:pt idx="2130">
                  <c:v>6.1494999999999997</c:v>
                </c:pt>
                <c:pt idx="2131">
                  <c:v>6.2326699999999997</c:v>
                </c:pt>
                <c:pt idx="2132">
                  <c:v>6.20092</c:v>
                </c:pt>
                <c:pt idx="2133">
                  <c:v>6.3429700000000002</c:v>
                </c:pt>
                <c:pt idx="2134">
                  <c:v>6.7289099999999999</c:v>
                </c:pt>
                <c:pt idx="2135">
                  <c:v>6.7212800000000001</c:v>
                </c:pt>
                <c:pt idx="2136">
                  <c:v>6.4233700000000002</c:v>
                </c:pt>
                <c:pt idx="2137">
                  <c:v>6.4434800000000001</c:v>
                </c:pt>
                <c:pt idx="2138">
                  <c:v>6.4960100000000001</c:v>
                </c:pt>
                <c:pt idx="2139">
                  <c:v>6.4500700000000002</c:v>
                </c:pt>
                <c:pt idx="2140">
                  <c:v>6.4034300000000002</c:v>
                </c:pt>
                <c:pt idx="2141">
                  <c:v>6.2216399999999998</c:v>
                </c:pt>
                <c:pt idx="2142">
                  <c:v>6.1318200000000003</c:v>
                </c:pt>
                <c:pt idx="2143">
                  <c:v>6.37697</c:v>
                </c:pt>
                <c:pt idx="2144">
                  <c:v>6.7952300000000001</c:v>
                </c:pt>
                <c:pt idx="2145">
                  <c:v>6.98299</c:v>
                </c:pt>
                <c:pt idx="2146">
                  <c:v>7.1595599999999999</c:v>
                </c:pt>
                <c:pt idx="2147">
                  <c:v>7.3486200000000004</c:v>
                </c:pt>
                <c:pt idx="2148">
                  <c:v>7.3719799999999998</c:v>
                </c:pt>
                <c:pt idx="2149">
                  <c:v>7.2773199999999996</c:v>
                </c:pt>
                <c:pt idx="2150">
                  <c:v>7.1860600000000003</c:v>
                </c:pt>
                <c:pt idx="2151">
                  <c:v>7.23116</c:v>
                </c:pt>
                <c:pt idx="2152">
                  <c:v>7.3445900000000002</c:v>
                </c:pt>
                <c:pt idx="2153">
                  <c:v>7.4906699999999997</c:v>
                </c:pt>
                <c:pt idx="2154">
                  <c:v>7.7688300000000003</c:v>
                </c:pt>
                <c:pt idx="2155">
                  <c:v>8.1735900000000008</c:v>
                </c:pt>
                <c:pt idx="2156">
                  <c:v>9.0421700000000005</c:v>
                </c:pt>
                <c:pt idx="2157">
                  <c:v>9.5516100000000002</c:v>
                </c:pt>
                <c:pt idx="2158">
                  <c:v>9.62988</c:v>
                </c:pt>
                <c:pt idx="2159">
                  <c:v>9.9919399999999996</c:v>
                </c:pt>
                <c:pt idx="2160">
                  <c:v>9.9547600000000003</c:v>
                </c:pt>
                <c:pt idx="2161">
                  <c:v>9.6945899999999998</c:v>
                </c:pt>
                <c:pt idx="2162">
                  <c:v>9.3684999999999992</c:v>
                </c:pt>
                <c:pt idx="2163">
                  <c:v>8.9321900000000003</c:v>
                </c:pt>
                <c:pt idx="2164">
                  <c:v>8.2435100000000006</c:v>
                </c:pt>
                <c:pt idx="2165">
                  <c:v>7.64825</c:v>
                </c:pt>
                <c:pt idx="2166">
                  <c:v>7.0244400000000002</c:v>
                </c:pt>
                <c:pt idx="2167">
                  <c:v>7.0167900000000003</c:v>
                </c:pt>
                <c:pt idx="2168">
                  <c:v>7.3494000000000002</c:v>
                </c:pt>
                <c:pt idx="2169">
                  <c:v>7.0969199999999999</c:v>
                </c:pt>
                <c:pt idx="2170">
                  <c:v>7.0429500000000003</c:v>
                </c:pt>
                <c:pt idx="2171">
                  <c:v>7.0569100000000002</c:v>
                </c:pt>
                <c:pt idx="2172">
                  <c:v>6.8666600000000004</c:v>
                </c:pt>
                <c:pt idx="2173">
                  <c:v>6.5447800000000003</c:v>
                </c:pt>
                <c:pt idx="2174">
                  <c:v>6.6527000000000003</c:v>
                </c:pt>
                <c:pt idx="2175">
                  <c:v>7.0825699999999996</c:v>
                </c:pt>
                <c:pt idx="2176">
                  <c:v>7.4492000000000003</c:v>
                </c:pt>
                <c:pt idx="2177">
                  <c:v>7.9064800000000002</c:v>
                </c:pt>
                <c:pt idx="2178">
                  <c:v>8.3885500000000004</c:v>
                </c:pt>
                <c:pt idx="2179">
                  <c:v>8.7795299999999994</c:v>
                </c:pt>
                <c:pt idx="2180">
                  <c:v>8.9222900000000003</c:v>
                </c:pt>
                <c:pt idx="2181">
                  <c:v>8.9408200000000004</c:v>
                </c:pt>
                <c:pt idx="2182">
                  <c:v>8.5048499999999994</c:v>
                </c:pt>
                <c:pt idx="2183">
                  <c:v>8.4246300000000005</c:v>
                </c:pt>
                <c:pt idx="2184">
                  <c:v>8.8179499999999997</c:v>
                </c:pt>
                <c:pt idx="2185">
                  <c:v>9.5377500000000008</c:v>
                </c:pt>
                <c:pt idx="2186">
                  <c:v>10.4015</c:v>
                </c:pt>
                <c:pt idx="2187">
                  <c:v>10.9453</c:v>
                </c:pt>
                <c:pt idx="2188">
                  <c:v>11.666700000000001</c:v>
                </c:pt>
                <c:pt idx="2189">
                  <c:v>12.9468</c:v>
                </c:pt>
                <c:pt idx="2190">
                  <c:v>14.636100000000001</c:v>
                </c:pt>
                <c:pt idx="2191">
                  <c:v>16.8033</c:v>
                </c:pt>
                <c:pt idx="2192">
                  <c:v>19.086200000000002</c:v>
                </c:pt>
                <c:pt idx="2193">
                  <c:v>21.802399999999999</c:v>
                </c:pt>
                <c:pt idx="2194">
                  <c:v>24.441800000000001</c:v>
                </c:pt>
                <c:pt idx="2195">
                  <c:v>27.1174</c:v>
                </c:pt>
                <c:pt idx="2196">
                  <c:v>30.099900000000002</c:v>
                </c:pt>
                <c:pt idx="2197">
                  <c:v>33.040500000000002</c:v>
                </c:pt>
                <c:pt idx="2198">
                  <c:v>35.308500000000002</c:v>
                </c:pt>
                <c:pt idx="2199">
                  <c:v>37.181199999999997</c:v>
                </c:pt>
                <c:pt idx="2200">
                  <c:v>38.516300000000001</c:v>
                </c:pt>
                <c:pt idx="2201">
                  <c:v>38.8581</c:v>
                </c:pt>
                <c:pt idx="2202">
                  <c:v>38.531700000000001</c:v>
                </c:pt>
                <c:pt idx="2203">
                  <c:v>38.212899999999998</c:v>
                </c:pt>
                <c:pt idx="2204">
                  <c:v>38.312600000000003</c:v>
                </c:pt>
                <c:pt idx="2205">
                  <c:v>38.935899999999997</c:v>
                </c:pt>
                <c:pt idx="2206">
                  <c:v>40.011200000000002</c:v>
                </c:pt>
                <c:pt idx="2207">
                  <c:v>41.8369</c:v>
                </c:pt>
                <c:pt idx="2208">
                  <c:v>45.212400000000002</c:v>
                </c:pt>
                <c:pt idx="2209">
                  <c:v>50.573599999999999</c:v>
                </c:pt>
                <c:pt idx="2210">
                  <c:v>57.5261</c:v>
                </c:pt>
                <c:pt idx="2211">
                  <c:v>65.899500000000003</c:v>
                </c:pt>
                <c:pt idx="2212">
                  <c:v>75.066900000000004</c:v>
                </c:pt>
                <c:pt idx="2213">
                  <c:v>84.043700000000001</c:v>
                </c:pt>
                <c:pt idx="2214">
                  <c:v>91.906800000000004</c:v>
                </c:pt>
                <c:pt idx="2215">
                  <c:v>98.198099999999997</c:v>
                </c:pt>
                <c:pt idx="2216">
                  <c:v>101.491</c:v>
                </c:pt>
                <c:pt idx="2217">
                  <c:v>101.336</c:v>
                </c:pt>
                <c:pt idx="2218">
                  <c:v>98.307299999999998</c:v>
                </c:pt>
                <c:pt idx="2219">
                  <c:v>92.092799999999997</c:v>
                </c:pt>
                <c:pt idx="2220">
                  <c:v>83.136300000000006</c:v>
                </c:pt>
                <c:pt idx="2221">
                  <c:v>72.787400000000005</c:v>
                </c:pt>
                <c:pt idx="2222">
                  <c:v>62.4285</c:v>
                </c:pt>
                <c:pt idx="2223">
                  <c:v>53.055300000000003</c:v>
                </c:pt>
                <c:pt idx="2224">
                  <c:v>44.2395</c:v>
                </c:pt>
                <c:pt idx="2225">
                  <c:v>36.149700000000003</c:v>
                </c:pt>
                <c:pt idx="2226">
                  <c:v>29.972300000000001</c:v>
                </c:pt>
                <c:pt idx="2227">
                  <c:v>25.5716</c:v>
                </c:pt>
                <c:pt idx="2228">
                  <c:v>22.436399999999999</c:v>
                </c:pt>
                <c:pt idx="2229">
                  <c:v>19.935199999999998</c:v>
                </c:pt>
                <c:pt idx="2230">
                  <c:v>18.061</c:v>
                </c:pt>
                <c:pt idx="2231">
                  <c:v>16.241700000000002</c:v>
                </c:pt>
                <c:pt idx="2232">
                  <c:v>14.327</c:v>
                </c:pt>
                <c:pt idx="2233">
                  <c:v>13.3978</c:v>
                </c:pt>
                <c:pt idx="2234">
                  <c:v>13.0746</c:v>
                </c:pt>
                <c:pt idx="2235">
                  <c:v>12.6485</c:v>
                </c:pt>
                <c:pt idx="2236">
                  <c:v>12.2195</c:v>
                </c:pt>
                <c:pt idx="2237">
                  <c:v>11.837199999999999</c:v>
                </c:pt>
                <c:pt idx="2238">
                  <c:v>11.6373</c:v>
                </c:pt>
                <c:pt idx="2239">
                  <c:v>11.232900000000001</c:v>
                </c:pt>
                <c:pt idx="2240">
                  <c:v>10.447699999999999</c:v>
                </c:pt>
                <c:pt idx="2241">
                  <c:v>10.0044</c:v>
                </c:pt>
                <c:pt idx="2242">
                  <c:v>9.7722200000000008</c:v>
                </c:pt>
                <c:pt idx="2243">
                  <c:v>9.7748899999999992</c:v>
                </c:pt>
                <c:pt idx="2244">
                  <c:v>10.059100000000001</c:v>
                </c:pt>
                <c:pt idx="2245">
                  <c:v>10.111700000000001</c:v>
                </c:pt>
                <c:pt idx="2246">
                  <c:v>9.9034200000000006</c:v>
                </c:pt>
                <c:pt idx="2247">
                  <c:v>9.59666</c:v>
                </c:pt>
                <c:pt idx="2248">
                  <c:v>9.5899000000000001</c:v>
                </c:pt>
                <c:pt idx="2249">
                  <c:v>9.6070799999999998</c:v>
                </c:pt>
                <c:pt idx="2250">
                  <c:v>9.2562999999999995</c:v>
                </c:pt>
                <c:pt idx="2251">
                  <c:v>8.5053699999999992</c:v>
                </c:pt>
                <c:pt idx="2252">
                  <c:v>8.2512399999999992</c:v>
                </c:pt>
                <c:pt idx="2253">
                  <c:v>8.3883500000000009</c:v>
                </c:pt>
                <c:pt idx="2254">
                  <c:v>8.3098899999999993</c:v>
                </c:pt>
                <c:pt idx="2255">
                  <c:v>8.0161700000000007</c:v>
                </c:pt>
                <c:pt idx="2256">
                  <c:v>7.4966799999999996</c:v>
                </c:pt>
                <c:pt idx="2257">
                  <c:v>7.1303900000000002</c:v>
                </c:pt>
                <c:pt idx="2258">
                  <c:v>7.0711599999999999</c:v>
                </c:pt>
                <c:pt idx="2259">
                  <c:v>7.1374599999999999</c:v>
                </c:pt>
                <c:pt idx="2260">
                  <c:v>7.1640300000000003</c:v>
                </c:pt>
                <c:pt idx="2261">
                  <c:v>7.3763399999999999</c:v>
                </c:pt>
                <c:pt idx="2262">
                  <c:v>7.5536899999999996</c:v>
                </c:pt>
                <c:pt idx="2263">
                  <c:v>7.7946900000000001</c:v>
                </c:pt>
                <c:pt idx="2264">
                  <c:v>7.9209500000000004</c:v>
                </c:pt>
                <c:pt idx="2265">
                  <c:v>7.9028</c:v>
                </c:pt>
                <c:pt idx="2266">
                  <c:v>8.30443</c:v>
                </c:pt>
                <c:pt idx="2267">
                  <c:v>8.6081199999999995</c:v>
                </c:pt>
                <c:pt idx="2268">
                  <c:v>8.5848999999999993</c:v>
                </c:pt>
                <c:pt idx="2269">
                  <c:v>8.7253100000000003</c:v>
                </c:pt>
                <c:pt idx="2270">
                  <c:v>9.2103000000000002</c:v>
                </c:pt>
                <c:pt idx="2271">
                  <c:v>9.4093699999999991</c:v>
                </c:pt>
                <c:pt idx="2272">
                  <c:v>9.5019899999999993</c:v>
                </c:pt>
                <c:pt idx="2273">
                  <c:v>9.8664299999999994</c:v>
                </c:pt>
                <c:pt idx="2274">
                  <c:v>10.279199999999999</c:v>
                </c:pt>
                <c:pt idx="2275">
                  <c:v>10.216100000000001</c:v>
                </c:pt>
                <c:pt idx="2276">
                  <c:v>9.7290899999999993</c:v>
                </c:pt>
                <c:pt idx="2277">
                  <c:v>9.1286000000000005</c:v>
                </c:pt>
                <c:pt idx="2278">
                  <c:v>8.5884499999999999</c:v>
                </c:pt>
                <c:pt idx="2279">
                  <c:v>8.21645</c:v>
                </c:pt>
                <c:pt idx="2280">
                  <c:v>8.2195800000000006</c:v>
                </c:pt>
                <c:pt idx="2281">
                  <c:v>8.2421000000000006</c:v>
                </c:pt>
                <c:pt idx="2282">
                  <c:v>8.1144999999999996</c:v>
                </c:pt>
                <c:pt idx="2283">
                  <c:v>8.2920800000000003</c:v>
                </c:pt>
                <c:pt idx="2284">
                  <c:v>8.3165399999999998</c:v>
                </c:pt>
                <c:pt idx="2285">
                  <c:v>8.0220300000000009</c:v>
                </c:pt>
                <c:pt idx="2286">
                  <c:v>7.8063000000000002</c:v>
                </c:pt>
                <c:pt idx="2287">
                  <c:v>7.5556299999999998</c:v>
                </c:pt>
                <c:pt idx="2288">
                  <c:v>7.4745299999999997</c:v>
                </c:pt>
                <c:pt idx="2289">
                  <c:v>7.3396800000000004</c:v>
                </c:pt>
                <c:pt idx="2290">
                  <c:v>7.3602600000000002</c:v>
                </c:pt>
                <c:pt idx="2291">
                  <c:v>7.3067500000000001</c:v>
                </c:pt>
                <c:pt idx="2292">
                  <c:v>7.3325500000000003</c:v>
                </c:pt>
                <c:pt idx="2293">
                  <c:v>7.5831999999999997</c:v>
                </c:pt>
                <c:pt idx="2294">
                  <c:v>7.3892899999999999</c:v>
                </c:pt>
                <c:pt idx="2295">
                  <c:v>7.1322900000000002</c:v>
                </c:pt>
                <c:pt idx="2296">
                  <c:v>7.0951399999999998</c:v>
                </c:pt>
                <c:pt idx="2297">
                  <c:v>7.1288</c:v>
                </c:pt>
                <c:pt idx="2298">
                  <c:v>6.9986600000000001</c:v>
                </c:pt>
                <c:pt idx="2299">
                  <c:v>7.1517600000000003</c:v>
                </c:pt>
                <c:pt idx="2300">
                  <c:v>7.13652</c:v>
                </c:pt>
                <c:pt idx="2301">
                  <c:v>6.96976</c:v>
                </c:pt>
                <c:pt idx="2302">
                  <c:v>6.9055600000000004</c:v>
                </c:pt>
                <c:pt idx="2303">
                  <c:v>7.1250799999999996</c:v>
                </c:pt>
                <c:pt idx="2304">
                  <c:v>7.3166099999999998</c:v>
                </c:pt>
                <c:pt idx="2305">
                  <c:v>7.4812700000000003</c:v>
                </c:pt>
                <c:pt idx="2306">
                  <c:v>7.8888699999999998</c:v>
                </c:pt>
                <c:pt idx="2307">
                  <c:v>8.2780299999999993</c:v>
                </c:pt>
                <c:pt idx="2308">
                  <c:v>8.4671699999999994</c:v>
                </c:pt>
                <c:pt idx="2309">
                  <c:v>8.5602900000000002</c:v>
                </c:pt>
                <c:pt idx="2310">
                  <c:v>9.1089099999999998</c:v>
                </c:pt>
                <c:pt idx="2311">
                  <c:v>9.6546000000000003</c:v>
                </c:pt>
                <c:pt idx="2312">
                  <c:v>9.96767</c:v>
                </c:pt>
                <c:pt idx="2313">
                  <c:v>10.3331</c:v>
                </c:pt>
                <c:pt idx="2314">
                  <c:v>11.280799999999999</c:v>
                </c:pt>
                <c:pt idx="2315">
                  <c:v>12.4015</c:v>
                </c:pt>
                <c:pt idx="2316">
                  <c:v>13.196899999999999</c:v>
                </c:pt>
                <c:pt idx="2317">
                  <c:v>13.585800000000001</c:v>
                </c:pt>
                <c:pt idx="2318">
                  <c:v>13.8767</c:v>
                </c:pt>
                <c:pt idx="2319">
                  <c:v>13.972300000000001</c:v>
                </c:pt>
                <c:pt idx="2320">
                  <c:v>14.241400000000001</c:v>
                </c:pt>
                <c:pt idx="2321">
                  <c:v>14.1464</c:v>
                </c:pt>
                <c:pt idx="2322">
                  <c:v>13.7659</c:v>
                </c:pt>
                <c:pt idx="2323">
                  <c:v>13.292299999999999</c:v>
                </c:pt>
                <c:pt idx="2324">
                  <c:v>12.6</c:v>
                </c:pt>
                <c:pt idx="2325">
                  <c:v>12.235099999999999</c:v>
                </c:pt>
                <c:pt idx="2326">
                  <c:v>12.2193</c:v>
                </c:pt>
                <c:pt idx="2327">
                  <c:v>12.459199999999999</c:v>
                </c:pt>
                <c:pt idx="2328">
                  <c:v>13.082599999999999</c:v>
                </c:pt>
                <c:pt idx="2329">
                  <c:v>14.3025</c:v>
                </c:pt>
                <c:pt idx="2330">
                  <c:v>15.804399999999999</c:v>
                </c:pt>
                <c:pt idx="2331">
                  <c:v>17.1464</c:v>
                </c:pt>
                <c:pt idx="2332">
                  <c:v>19.044899999999998</c:v>
                </c:pt>
                <c:pt idx="2333">
                  <c:v>21.844100000000001</c:v>
                </c:pt>
                <c:pt idx="2334">
                  <c:v>24.717400000000001</c:v>
                </c:pt>
                <c:pt idx="2335">
                  <c:v>27.402999999999999</c:v>
                </c:pt>
                <c:pt idx="2336">
                  <c:v>30.5854</c:v>
                </c:pt>
                <c:pt idx="2337">
                  <c:v>33.956000000000003</c:v>
                </c:pt>
                <c:pt idx="2338">
                  <c:v>36.697099999999999</c:v>
                </c:pt>
                <c:pt idx="2339">
                  <c:v>38.323700000000002</c:v>
                </c:pt>
                <c:pt idx="2340">
                  <c:v>38.832700000000003</c:v>
                </c:pt>
                <c:pt idx="2341">
                  <c:v>38.311199999999999</c:v>
                </c:pt>
                <c:pt idx="2342">
                  <c:v>36.6462</c:v>
                </c:pt>
                <c:pt idx="2343">
                  <c:v>34.094999999999999</c:v>
                </c:pt>
                <c:pt idx="2344">
                  <c:v>31.038799999999998</c:v>
                </c:pt>
                <c:pt idx="2345">
                  <c:v>27.5457</c:v>
                </c:pt>
                <c:pt idx="2346">
                  <c:v>23.860499999999998</c:v>
                </c:pt>
                <c:pt idx="2347">
                  <c:v>20.545200000000001</c:v>
                </c:pt>
                <c:pt idx="2348">
                  <c:v>17.912299999999998</c:v>
                </c:pt>
                <c:pt idx="2349">
                  <c:v>15.672000000000001</c:v>
                </c:pt>
                <c:pt idx="2350">
                  <c:v>13.7378</c:v>
                </c:pt>
                <c:pt idx="2351">
                  <c:v>12.272500000000001</c:v>
                </c:pt>
                <c:pt idx="2352">
                  <c:v>11.574299999999999</c:v>
                </c:pt>
                <c:pt idx="2353">
                  <c:v>10.7478</c:v>
                </c:pt>
                <c:pt idx="2354">
                  <c:v>9.9427000000000003</c:v>
                </c:pt>
                <c:pt idx="2355">
                  <c:v>9.4702699999999993</c:v>
                </c:pt>
                <c:pt idx="2356">
                  <c:v>9.0474200000000007</c:v>
                </c:pt>
                <c:pt idx="2357">
                  <c:v>8.8570600000000006</c:v>
                </c:pt>
                <c:pt idx="2358">
                  <c:v>8.6004699999999996</c:v>
                </c:pt>
                <c:pt idx="2359">
                  <c:v>8.1955200000000001</c:v>
                </c:pt>
                <c:pt idx="2360">
                  <c:v>8.0797899999999991</c:v>
                </c:pt>
                <c:pt idx="2361">
                  <c:v>8.3458600000000001</c:v>
                </c:pt>
                <c:pt idx="2362">
                  <c:v>8.5519400000000001</c:v>
                </c:pt>
                <c:pt idx="2363">
                  <c:v>8.8180599999999991</c:v>
                </c:pt>
                <c:pt idx="2364">
                  <c:v>8.9248799999999999</c:v>
                </c:pt>
                <c:pt idx="2365">
                  <c:v>8.7955699999999997</c:v>
                </c:pt>
                <c:pt idx="2366">
                  <c:v>9.0539400000000008</c:v>
                </c:pt>
                <c:pt idx="2367">
                  <c:v>9.2915299999999998</c:v>
                </c:pt>
                <c:pt idx="2368">
                  <c:v>9.4182600000000001</c:v>
                </c:pt>
                <c:pt idx="2369">
                  <c:v>10.008100000000001</c:v>
                </c:pt>
                <c:pt idx="2370">
                  <c:v>10.668799999999999</c:v>
                </c:pt>
                <c:pt idx="2371">
                  <c:v>11.788399999999999</c:v>
                </c:pt>
                <c:pt idx="2372">
                  <c:v>13.0488</c:v>
                </c:pt>
                <c:pt idx="2373">
                  <c:v>14.2728</c:v>
                </c:pt>
                <c:pt idx="2374">
                  <c:v>15.8826</c:v>
                </c:pt>
                <c:pt idx="2375">
                  <c:v>18.004000000000001</c:v>
                </c:pt>
                <c:pt idx="2376">
                  <c:v>20.013100000000001</c:v>
                </c:pt>
                <c:pt idx="2377">
                  <c:v>21.846499999999999</c:v>
                </c:pt>
                <c:pt idx="2378">
                  <c:v>23.513400000000001</c:v>
                </c:pt>
                <c:pt idx="2379">
                  <c:v>24.978100000000001</c:v>
                </c:pt>
                <c:pt idx="2380">
                  <c:v>25.676400000000001</c:v>
                </c:pt>
                <c:pt idx="2381">
                  <c:v>25.760400000000001</c:v>
                </c:pt>
                <c:pt idx="2382">
                  <c:v>24.9436</c:v>
                </c:pt>
                <c:pt idx="2383">
                  <c:v>23.815799999999999</c:v>
                </c:pt>
                <c:pt idx="2384">
                  <c:v>22.555299999999999</c:v>
                </c:pt>
                <c:pt idx="2385">
                  <c:v>20.950900000000001</c:v>
                </c:pt>
                <c:pt idx="2386">
                  <c:v>19.212299999999999</c:v>
                </c:pt>
                <c:pt idx="2387">
                  <c:v>17.357099999999999</c:v>
                </c:pt>
                <c:pt idx="2388">
                  <c:v>15.1828</c:v>
                </c:pt>
                <c:pt idx="2389">
                  <c:v>13.615</c:v>
                </c:pt>
                <c:pt idx="2390">
                  <c:v>12.228400000000001</c:v>
                </c:pt>
                <c:pt idx="2391">
                  <c:v>11.1221</c:v>
                </c:pt>
                <c:pt idx="2392">
                  <c:v>10.478899999999999</c:v>
                </c:pt>
                <c:pt idx="2393">
                  <c:v>9.7788900000000005</c:v>
                </c:pt>
                <c:pt idx="2394">
                  <c:v>8.86327</c:v>
                </c:pt>
                <c:pt idx="2395">
                  <c:v>7.9529699999999997</c:v>
                </c:pt>
                <c:pt idx="2396">
                  <c:v>7.2930299999999999</c:v>
                </c:pt>
                <c:pt idx="2397">
                  <c:v>6.9209199999999997</c:v>
                </c:pt>
                <c:pt idx="2398">
                  <c:v>6.6240100000000002</c:v>
                </c:pt>
                <c:pt idx="2399">
                  <c:v>6.5382899999999999</c:v>
                </c:pt>
                <c:pt idx="2400">
                  <c:v>6.6281800000000004</c:v>
                </c:pt>
                <c:pt idx="2401">
                  <c:v>6.4672200000000002</c:v>
                </c:pt>
                <c:pt idx="2402">
                  <c:v>6.1145500000000004</c:v>
                </c:pt>
                <c:pt idx="2403">
                  <c:v>6.08033</c:v>
                </c:pt>
                <c:pt idx="2404">
                  <c:v>5.9929600000000001</c:v>
                </c:pt>
                <c:pt idx="2405">
                  <c:v>5.8400100000000004</c:v>
                </c:pt>
                <c:pt idx="2406">
                  <c:v>5.7308199999999996</c:v>
                </c:pt>
                <c:pt idx="2407">
                  <c:v>5.5804</c:v>
                </c:pt>
                <c:pt idx="2408">
                  <c:v>5.0645699999999998</c:v>
                </c:pt>
                <c:pt idx="2409">
                  <c:v>4.6765800000000004</c:v>
                </c:pt>
                <c:pt idx="2410">
                  <c:v>4.8463200000000004</c:v>
                </c:pt>
                <c:pt idx="2411">
                  <c:v>5.0029899999999996</c:v>
                </c:pt>
                <c:pt idx="2412">
                  <c:v>5.19991</c:v>
                </c:pt>
                <c:pt idx="2413">
                  <c:v>5.3542100000000001</c:v>
                </c:pt>
                <c:pt idx="2414">
                  <c:v>5.6158299999999999</c:v>
                </c:pt>
                <c:pt idx="2415">
                  <c:v>5.7690400000000004</c:v>
                </c:pt>
                <c:pt idx="2416">
                  <c:v>5.4626400000000004</c:v>
                </c:pt>
                <c:pt idx="2417">
                  <c:v>5.0845099999999999</c:v>
                </c:pt>
                <c:pt idx="2418">
                  <c:v>4.8159299999999998</c:v>
                </c:pt>
                <c:pt idx="2419">
                  <c:v>4.7649400000000002</c:v>
                </c:pt>
                <c:pt idx="2420">
                  <c:v>4.9952800000000002</c:v>
                </c:pt>
                <c:pt idx="2421">
                  <c:v>5.1503199999999998</c:v>
                </c:pt>
                <c:pt idx="2422">
                  <c:v>5.0324400000000002</c:v>
                </c:pt>
                <c:pt idx="2423">
                  <c:v>4.88809</c:v>
                </c:pt>
                <c:pt idx="2424">
                  <c:v>4.6741900000000003</c:v>
                </c:pt>
                <c:pt idx="2425">
                  <c:v>4.5801800000000004</c:v>
                </c:pt>
                <c:pt idx="2426">
                  <c:v>4.8822999999999999</c:v>
                </c:pt>
                <c:pt idx="2427">
                  <c:v>5.42286</c:v>
                </c:pt>
                <c:pt idx="2428">
                  <c:v>5.9832700000000001</c:v>
                </c:pt>
                <c:pt idx="2429">
                  <c:v>6.3316100000000004</c:v>
                </c:pt>
                <c:pt idx="2430">
                  <c:v>6.4932999999999996</c:v>
                </c:pt>
                <c:pt idx="2431">
                  <c:v>6.1803600000000003</c:v>
                </c:pt>
                <c:pt idx="2432">
                  <c:v>5.9151800000000003</c:v>
                </c:pt>
                <c:pt idx="2433">
                  <c:v>5.7119200000000001</c:v>
                </c:pt>
                <c:pt idx="2434">
                  <c:v>5.5739000000000001</c:v>
                </c:pt>
                <c:pt idx="2435">
                  <c:v>5.29312</c:v>
                </c:pt>
                <c:pt idx="2436">
                  <c:v>5.3460299999999998</c:v>
                </c:pt>
                <c:pt idx="2437">
                  <c:v>5.5921900000000004</c:v>
                </c:pt>
                <c:pt idx="2438">
                  <c:v>5.45024</c:v>
                </c:pt>
                <c:pt idx="2439">
                  <c:v>5.0604800000000001</c:v>
                </c:pt>
                <c:pt idx="2440">
                  <c:v>5.05844</c:v>
                </c:pt>
                <c:pt idx="2441">
                  <c:v>5.1289800000000003</c:v>
                </c:pt>
                <c:pt idx="2442">
                  <c:v>5.3893500000000003</c:v>
                </c:pt>
                <c:pt idx="2443">
                  <c:v>5.47288</c:v>
                </c:pt>
                <c:pt idx="2444">
                  <c:v>5.1226399999999996</c:v>
                </c:pt>
                <c:pt idx="2445">
                  <c:v>4.6917999999999997</c:v>
                </c:pt>
                <c:pt idx="2446">
                  <c:v>4.7749699999999997</c:v>
                </c:pt>
                <c:pt idx="2447">
                  <c:v>4.6591899999999997</c:v>
                </c:pt>
                <c:pt idx="2448">
                  <c:v>4.6275000000000004</c:v>
                </c:pt>
                <c:pt idx="2449">
                  <c:v>4.8842999999999996</c:v>
                </c:pt>
                <c:pt idx="2450">
                  <c:v>5.0022000000000002</c:v>
                </c:pt>
                <c:pt idx="2451">
                  <c:v>4.9886999999999997</c:v>
                </c:pt>
                <c:pt idx="2452">
                  <c:v>4.9575500000000003</c:v>
                </c:pt>
                <c:pt idx="2453">
                  <c:v>4.8371399999999998</c:v>
                </c:pt>
                <c:pt idx="2454">
                  <c:v>4.4405400000000004</c:v>
                </c:pt>
                <c:pt idx="2455">
                  <c:v>4.3366400000000001</c:v>
                </c:pt>
                <c:pt idx="2456">
                  <c:v>4.8364799999999999</c:v>
                </c:pt>
                <c:pt idx="2457">
                  <c:v>5.0713699999999999</c:v>
                </c:pt>
                <c:pt idx="2458">
                  <c:v>5.0537599999999996</c:v>
                </c:pt>
                <c:pt idx="2459">
                  <c:v>5.02982</c:v>
                </c:pt>
                <c:pt idx="2460">
                  <c:v>5.1669999999999998</c:v>
                </c:pt>
                <c:pt idx="2461">
                  <c:v>5.1732399999999998</c:v>
                </c:pt>
                <c:pt idx="2462">
                  <c:v>5.2474699999999999</c:v>
                </c:pt>
                <c:pt idx="2463">
                  <c:v>5.1371599999999997</c:v>
                </c:pt>
                <c:pt idx="2464">
                  <c:v>4.6021099999999997</c:v>
                </c:pt>
                <c:pt idx="2465">
                  <c:v>4.5068000000000001</c:v>
                </c:pt>
                <c:pt idx="2466">
                  <c:v>4.7367600000000003</c:v>
                </c:pt>
                <c:pt idx="2467">
                  <c:v>4.7316500000000001</c:v>
                </c:pt>
                <c:pt idx="2468">
                  <c:v>4.3545600000000002</c:v>
                </c:pt>
                <c:pt idx="2469">
                  <c:v>3.97194</c:v>
                </c:pt>
                <c:pt idx="2470">
                  <c:v>4.2164099999999998</c:v>
                </c:pt>
                <c:pt idx="2471">
                  <c:v>4.7888200000000003</c:v>
                </c:pt>
                <c:pt idx="2472">
                  <c:v>5.30661</c:v>
                </c:pt>
                <c:pt idx="2473">
                  <c:v>5.3941100000000004</c:v>
                </c:pt>
                <c:pt idx="2474">
                  <c:v>5.3119800000000001</c:v>
                </c:pt>
                <c:pt idx="2475">
                  <c:v>5.6381100000000002</c:v>
                </c:pt>
                <c:pt idx="2476">
                  <c:v>6.1575800000000003</c:v>
                </c:pt>
                <c:pt idx="2477">
                  <c:v>6.1281400000000001</c:v>
                </c:pt>
                <c:pt idx="2478">
                  <c:v>5.5140799999999999</c:v>
                </c:pt>
                <c:pt idx="2479">
                  <c:v>5.0941700000000001</c:v>
                </c:pt>
                <c:pt idx="2480">
                  <c:v>4.7615100000000004</c:v>
                </c:pt>
                <c:pt idx="2481">
                  <c:v>4.5038400000000003</c:v>
                </c:pt>
                <c:pt idx="2482">
                  <c:v>4.3807999999999998</c:v>
                </c:pt>
                <c:pt idx="2483">
                  <c:v>4.3716100000000004</c:v>
                </c:pt>
                <c:pt idx="2484">
                  <c:v>4.4339199999999996</c:v>
                </c:pt>
                <c:pt idx="2485">
                  <c:v>4.4207099999999997</c:v>
                </c:pt>
                <c:pt idx="2486">
                  <c:v>4.4914399999999999</c:v>
                </c:pt>
                <c:pt idx="2487">
                  <c:v>4.4698200000000003</c:v>
                </c:pt>
                <c:pt idx="2488">
                  <c:v>4.4379999999999997</c:v>
                </c:pt>
                <c:pt idx="2489">
                  <c:v>4.3948999999999998</c:v>
                </c:pt>
                <c:pt idx="2490">
                  <c:v>4.1793199999999997</c:v>
                </c:pt>
                <c:pt idx="2491">
                  <c:v>4.0910399999999996</c:v>
                </c:pt>
                <c:pt idx="2492">
                  <c:v>4.0618499999999997</c:v>
                </c:pt>
                <c:pt idx="2493">
                  <c:v>4.1190499999999997</c:v>
                </c:pt>
                <c:pt idx="2494">
                  <c:v>4.3139399999999997</c:v>
                </c:pt>
                <c:pt idx="2495">
                  <c:v>4.5871500000000003</c:v>
                </c:pt>
                <c:pt idx="2496">
                  <c:v>4.5903600000000004</c:v>
                </c:pt>
                <c:pt idx="2497">
                  <c:v>4.3310500000000003</c:v>
                </c:pt>
                <c:pt idx="2498">
                  <c:v>4.2034000000000002</c:v>
                </c:pt>
                <c:pt idx="2499">
                  <c:v>4.319</c:v>
                </c:pt>
                <c:pt idx="2500">
                  <c:v>4.3205600000000004</c:v>
                </c:pt>
                <c:pt idx="2501">
                  <c:v>3.93825</c:v>
                </c:pt>
                <c:pt idx="2502">
                  <c:v>3.65029</c:v>
                </c:pt>
                <c:pt idx="2503">
                  <c:v>3.8710100000000001</c:v>
                </c:pt>
                <c:pt idx="2504">
                  <c:v>3.9377399999999998</c:v>
                </c:pt>
                <c:pt idx="2505">
                  <c:v>3.9358200000000001</c:v>
                </c:pt>
                <c:pt idx="2506">
                  <c:v>3.9670999999999998</c:v>
                </c:pt>
                <c:pt idx="2507">
                  <c:v>4.0408999999999997</c:v>
                </c:pt>
                <c:pt idx="2508">
                  <c:v>4.1111800000000001</c:v>
                </c:pt>
                <c:pt idx="2509">
                  <c:v>4.3300400000000003</c:v>
                </c:pt>
                <c:pt idx="2510">
                  <c:v>4.5681599999999998</c:v>
                </c:pt>
                <c:pt idx="2511">
                  <c:v>4.9133599999999999</c:v>
                </c:pt>
                <c:pt idx="2512">
                  <c:v>4.96915</c:v>
                </c:pt>
                <c:pt idx="2513">
                  <c:v>4.5568</c:v>
                </c:pt>
                <c:pt idx="2514">
                  <c:v>4.0207699999999997</c:v>
                </c:pt>
                <c:pt idx="2515">
                  <c:v>3.6838199999999999</c:v>
                </c:pt>
                <c:pt idx="2516">
                  <c:v>3.46441</c:v>
                </c:pt>
                <c:pt idx="2517">
                  <c:v>3.2871199999999998</c:v>
                </c:pt>
                <c:pt idx="2518">
                  <c:v>3.4430399999999999</c:v>
                </c:pt>
                <c:pt idx="2519">
                  <c:v>3.7633299999999998</c:v>
                </c:pt>
                <c:pt idx="2520">
                  <c:v>3.90943</c:v>
                </c:pt>
                <c:pt idx="2521">
                  <c:v>3.7160199999999999</c:v>
                </c:pt>
                <c:pt idx="2522">
                  <c:v>3.60507</c:v>
                </c:pt>
                <c:pt idx="2523">
                  <c:v>3.60623</c:v>
                </c:pt>
                <c:pt idx="2524">
                  <c:v>3.6989399999999999</c:v>
                </c:pt>
                <c:pt idx="2525">
                  <c:v>3.9492799999999999</c:v>
                </c:pt>
                <c:pt idx="2526">
                  <c:v>4.0696300000000001</c:v>
                </c:pt>
                <c:pt idx="2527">
                  <c:v>4.1943799999999998</c:v>
                </c:pt>
                <c:pt idx="2528">
                  <c:v>4.0943399999999999</c:v>
                </c:pt>
                <c:pt idx="2529">
                  <c:v>3.85731</c:v>
                </c:pt>
                <c:pt idx="2530">
                  <c:v>3.6502699999999999</c:v>
                </c:pt>
                <c:pt idx="2531">
                  <c:v>3.56351</c:v>
                </c:pt>
                <c:pt idx="2532">
                  <c:v>3.96618</c:v>
                </c:pt>
                <c:pt idx="2533">
                  <c:v>4.4782799999999998</c:v>
                </c:pt>
                <c:pt idx="2534">
                  <c:v>4.6281499999999998</c:v>
                </c:pt>
                <c:pt idx="2535">
                  <c:v>4.5636000000000001</c:v>
                </c:pt>
                <c:pt idx="2536">
                  <c:v>4.6880199999999999</c:v>
                </c:pt>
                <c:pt idx="2537">
                  <c:v>4.3666700000000001</c:v>
                </c:pt>
                <c:pt idx="2538">
                  <c:v>3.9405199999999998</c:v>
                </c:pt>
                <c:pt idx="2539">
                  <c:v>3.8620299999999999</c:v>
                </c:pt>
                <c:pt idx="2540">
                  <c:v>3.5626099999999998</c:v>
                </c:pt>
                <c:pt idx="2541">
                  <c:v>3.2258599999999999</c:v>
                </c:pt>
                <c:pt idx="2542">
                  <c:v>3.3235100000000002</c:v>
                </c:pt>
                <c:pt idx="2543">
                  <c:v>3.6076299999999999</c:v>
                </c:pt>
                <c:pt idx="2544">
                  <c:v>3.7818900000000002</c:v>
                </c:pt>
                <c:pt idx="2545">
                  <c:v>3.8778700000000002</c:v>
                </c:pt>
                <c:pt idx="2546">
                  <c:v>4.2178100000000001</c:v>
                </c:pt>
                <c:pt idx="2547">
                  <c:v>4.1528400000000003</c:v>
                </c:pt>
                <c:pt idx="2548">
                  <c:v>4.0936199999999996</c:v>
                </c:pt>
                <c:pt idx="2549">
                  <c:v>4.2050999999999998</c:v>
                </c:pt>
                <c:pt idx="2550">
                  <c:v>3.9904600000000001</c:v>
                </c:pt>
                <c:pt idx="2551">
                  <c:v>4.0198600000000004</c:v>
                </c:pt>
                <c:pt idx="2552">
                  <c:v>4.1310000000000002</c:v>
                </c:pt>
                <c:pt idx="2553">
                  <c:v>4.2816700000000001</c:v>
                </c:pt>
                <c:pt idx="2554">
                  <c:v>4.5274999999999999</c:v>
                </c:pt>
                <c:pt idx="2555">
                  <c:v>4.5516500000000004</c:v>
                </c:pt>
                <c:pt idx="2556">
                  <c:v>4.4688999999999997</c:v>
                </c:pt>
                <c:pt idx="2557">
                  <c:v>4.3035800000000002</c:v>
                </c:pt>
                <c:pt idx="2558">
                  <c:v>4.3758600000000003</c:v>
                </c:pt>
                <c:pt idx="2559">
                  <c:v>4.5296399999999997</c:v>
                </c:pt>
                <c:pt idx="2560">
                  <c:v>4.6943900000000003</c:v>
                </c:pt>
                <c:pt idx="2561">
                  <c:v>5.0750799999999998</c:v>
                </c:pt>
                <c:pt idx="2562">
                  <c:v>4.9254300000000004</c:v>
                </c:pt>
                <c:pt idx="2563">
                  <c:v>4.6994499999999997</c:v>
                </c:pt>
                <c:pt idx="2564">
                  <c:v>4.34497</c:v>
                </c:pt>
                <c:pt idx="2565">
                  <c:v>3.97464</c:v>
                </c:pt>
                <c:pt idx="2566">
                  <c:v>3.6438700000000002</c:v>
                </c:pt>
                <c:pt idx="2567">
                  <c:v>3.7803800000000001</c:v>
                </c:pt>
                <c:pt idx="2568">
                  <c:v>4.0419600000000004</c:v>
                </c:pt>
                <c:pt idx="2569">
                  <c:v>3.9660099999999998</c:v>
                </c:pt>
                <c:pt idx="2570">
                  <c:v>3.9744299999999999</c:v>
                </c:pt>
                <c:pt idx="2571">
                  <c:v>3.9600900000000001</c:v>
                </c:pt>
                <c:pt idx="2572">
                  <c:v>3.7300900000000001</c:v>
                </c:pt>
                <c:pt idx="2573">
                  <c:v>3.5866500000000001</c:v>
                </c:pt>
                <c:pt idx="2574">
                  <c:v>3.4313199999999999</c:v>
                </c:pt>
                <c:pt idx="2575">
                  <c:v>3.3148</c:v>
                </c:pt>
                <c:pt idx="2576">
                  <c:v>3.6339399999999999</c:v>
                </c:pt>
                <c:pt idx="2577">
                  <c:v>4.2160599999999997</c:v>
                </c:pt>
                <c:pt idx="2578">
                  <c:v>4.3560600000000003</c:v>
                </c:pt>
                <c:pt idx="2579">
                  <c:v>4.1750400000000001</c:v>
                </c:pt>
                <c:pt idx="2580">
                  <c:v>3.9234300000000002</c:v>
                </c:pt>
                <c:pt idx="2581">
                  <c:v>3.64859</c:v>
                </c:pt>
                <c:pt idx="2582">
                  <c:v>3.72167</c:v>
                </c:pt>
                <c:pt idx="2583">
                  <c:v>3.8445999999999998</c:v>
                </c:pt>
                <c:pt idx="2584">
                  <c:v>3.9763600000000001</c:v>
                </c:pt>
                <c:pt idx="2585">
                  <c:v>3.9102000000000001</c:v>
                </c:pt>
                <c:pt idx="2586">
                  <c:v>3.9094199999999999</c:v>
                </c:pt>
                <c:pt idx="2587">
                  <c:v>3.9601199999999999</c:v>
                </c:pt>
                <c:pt idx="2588">
                  <c:v>4.0011799999999997</c:v>
                </c:pt>
                <c:pt idx="2589">
                  <c:v>3.89384</c:v>
                </c:pt>
                <c:pt idx="2590">
                  <c:v>3.4309599999999998</c:v>
                </c:pt>
                <c:pt idx="2591">
                  <c:v>3.35894</c:v>
                </c:pt>
                <c:pt idx="2592">
                  <c:v>3.9484900000000001</c:v>
                </c:pt>
                <c:pt idx="2593">
                  <c:v>4.3959000000000001</c:v>
                </c:pt>
                <c:pt idx="2594">
                  <c:v>4.7954100000000004</c:v>
                </c:pt>
                <c:pt idx="2595">
                  <c:v>4.9770899999999996</c:v>
                </c:pt>
                <c:pt idx="2596">
                  <c:v>4.8346400000000003</c:v>
                </c:pt>
                <c:pt idx="2597">
                  <c:v>4.5643700000000003</c:v>
                </c:pt>
                <c:pt idx="2598">
                  <c:v>4.1965599999999998</c:v>
                </c:pt>
                <c:pt idx="2599">
                  <c:v>3.7891499999999998</c:v>
                </c:pt>
                <c:pt idx="2600">
                  <c:v>3.7385199999999998</c:v>
                </c:pt>
                <c:pt idx="2601">
                  <c:v>3.9805199999999998</c:v>
                </c:pt>
                <c:pt idx="2602">
                  <c:v>4.0935800000000002</c:v>
                </c:pt>
                <c:pt idx="2603">
                  <c:v>4.0674700000000001</c:v>
                </c:pt>
                <c:pt idx="2604">
                  <c:v>3.9764400000000002</c:v>
                </c:pt>
                <c:pt idx="2605">
                  <c:v>3.7797900000000002</c:v>
                </c:pt>
                <c:pt idx="2606">
                  <c:v>3.39513</c:v>
                </c:pt>
                <c:pt idx="2607">
                  <c:v>3.4233699999999998</c:v>
                </c:pt>
                <c:pt idx="2608">
                  <c:v>3.7037900000000001</c:v>
                </c:pt>
                <c:pt idx="2609">
                  <c:v>3.78234</c:v>
                </c:pt>
                <c:pt idx="2610">
                  <c:v>4.0057</c:v>
                </c:pt>
                <c:pt idx="2611">
                  <c:v>4.3097399999999997</c:v>
                </c:pt>
                <c:pt idx="2612">
                  <c:v>4.1260399999999997</c:v>
                </c:pt>
                <c:pt idx="2613">
                  <c:v>3.8565800000000001</c:v>
                </c:pt>
                <c:pt idx="2614">
                  <c:v>4.0676600000000001</c:v>
                </c:pt>
                <c:pt idx="2615">
                  <c:v>4.3856200000000003</c:v>
                </c:pt>
                <c:pt idx="2616">
                  <c:v>4.3910099999999996</c:v>
                </c:pt>
                <c:pt idx="2617">
                  <c:v>4.0056500000000002</c:v>
                </c:pt>
                <c:pt idx="2618">
                  <c:v>3.5762700000000001</c:v>
                </c:pt>
                <c:pt idx="2619">
                  <c:v>3.4749699999999999</c:v>
                </c:pt>
                <c:pt idx="2620">
                  <c:v>3.6672500000000001</c:v>
                </c:pt>
                <c:pt idx="2621">
                  <c:v>3.9913699999999999</c:v>
                </c:pt>
                <c:pt idx="2622">
                  <c:v>4.4402100000000004</c:v>
                </c:pt>
                <c:pt idx="2623">
                  <c:v>4.4314200000000001</c:v>
                </c:pt>
                <c:pt idx="2624">
                  <c:v>4.1306000000000003</c:v>
                </c:pt>
                <c:pt idx="2625">
                  <c:v>4.0109500000000002</c:v>
                </c:pt>
                <c:pt idx="2626">
                  <c:v>4.1425799999999997</c:v>
                </c:pt>
                <c:pt idx="2627">
                  <c:v>4.4183300000000001</c:v>
                </c:pt>
                <c:pt idx="2628">
                  <c:v>4.1146200000000004</c:v>
                </c:pt>
                <c:pt idx="2629">
                  <c:v>3.8455900000000001</c:v>
                </c:pt>
                <c:pt idx="2630">
                  <c:v>3.8862899999999998</c:v>
                </c:pt>
                <c:pt idx="2631">
                  <c:v>4.0652999999999997</c:v>
                </c:pt>
                <c:pt idx="2632">
                  <c:v>4.0010500000000002</c:v>
                </c:pt>
                <c:pt idx="2633">
                  <c:v>3.81263</c:v>
                </c:pt>
                <c:pt idx="2634">
                  <c:v>3.47397</c:v>
                </c:pt>
                <c:pt idx="2635">
                  <c:v>3.4657800000000001</c:v>
                </c:pt>
                <c:pt idx="2636">
                  <c:v>3.7437900000000002</c:v>
                </c:pt>
                <c:pt idx="2637">
                  <c:v>3.7264699999999999</c:v>
                </c:pt>
                <c:pt idx="2638">
                  <c:v>3.3480300000000001</c:v>
                </c:pt>
                <c:pt idx="2639">
                  <c:v>3.3872499999999999</c:v>
                </c:pt>
                <c:pt idx="2640">
                  <c:v>3.6646899999999998</c:v>
                </c:pt>
                <c:pt idx="2641">
                  <c:v>3.8550499999999999</c:v>
                </c:pt>
                <c:pt idx="2642">
                  <c:v>4.1334200000000001</c:v>
                </c:pt>
                <c:pt idx="2643">
                  <c:v>4.2866</c:v>
                </c:pt>
                <c:pt idx="2644">
                  <c:v>4.1882900000000003</c:v>
                </c:pt>
                <c:pt idx="2645">
                  <c:v>4.3173199999999996</c:v>
                </c:pt>
                <c:pt idx="2646">
                  <c:v>4.3614199999999999</c:v>
                </c:pt>
                <c:pt idx="2647">
                  <c:v>4.13178</c:v>
                </c:pt>
                <c:pt idx="2648">
                  <c:v>4.1025200000000002</c:v>
                </c:pt>
                <c:pt idx="2649">
                  <c:v>3.9273600000000002</c:v>
                </c:pt>
                <c:pt idx="2650">
                  <c:v>3.8687200000000002</c:v>
                </c:pt>
                <c:pt idx="2651">
                  <c:v>4.0247599999999997</c:v>
                </c:pt>
                <c:pt idx="2652">
                  <c:v>4.0923800000000004</c:v>
                </c:pt>
                <c:pt idx="2653">
                  <c:v>3.9433600000000002</c:v>
                </c:pt>
                <c:pt idx="2654">
                  <c:v>4.2033300000000002</c:v>
                </c:pt>
                <c:pt idx="2655">
                  <c:v>4.6711099999999997</c:v>
                </c:pt>
                <c:pt idx="2656">
                  <c:v>5.0812799999999996</c:v>
                </c:pt>
                <c:pt idx="2657">
                  <c:v>5.1848200000000002</c:v>
                </c:pt>
                <c:pt idx="2658">
                  <c:v>5.06081</c:v>
                </c:pt>
                <c:pt idx="2659">
                  <c:v>4.9399300000000004</c:v>
                </c:pt>
                <c:pt idx="2660">
                  <c:v>4.83446</c:v>
                </c:pt>
                <c:pt idx="2661">
                  <c:v>5.0834200000000003</c:v>
                </c:pt>
                <c:pt idx="2662">
                  <c:v>5.2860100000000001</c:v>
                </c:pt>
                <c:pt idx="2663">
                  <c:v>5.2355299999999998</c:v>
                </c:pt>
                <c:pt idx="2664">
                  <c:v>4.8397300000000003</c:v>
                </c:pt>
                <c:pt idx="2665">
                  <c:v>4.5396599999999996</c:v>
                </c:pt>
                <c:pt idx="2666">
                  <c:v>4.5091200000000002</c:v>
                </c:pt>
                <c:pt idx="2667">
                  <c:v>4.50129</c:v>
                </c:pt>
                <c:pt idx="2668">
                  <c:v>4.4601300000000004</c:v>
                </c:pt>
                <c:pt idx="2669">
                  <c:v>4.2622099999999996</c:v>
                </c:pt>
                <c:pt idx="2670">
                  <c:v>4.0152999999999999</c:v>
                </c:pt>
                <c:pt idx="2671">
                  <c:v>3.7029800000000002</c:v>
                </c:pt>
                <c:pt idx="2672">
                  <c:v>3.6190199999999999</c:v>
                </c:pt>
                <c:pt idx="2673">
                  <c:v>4.1939500000000001</c:v>
                </c:pt>
                <c:pt idx="2674">
                  <c:v>4.5994900000000003</c:v>
                </c:pt>
                <c:pt idx="2675">
                  <c:v>4.67706</c:v>
                </c:pt>
                <c:pt idx="2676">
                  <c:v>4.8461600000000002</c:v>
                </c:pt>
                <c:pt idx="2677">
                  <c:v>4.8825000000000003</c:v>
                </c:pt>
                <c:pt idx="2678">
                  <c:v>4.6295599999999997</c:v>
                </c:pt>
                <c:pt idx="2679">
                  <c:v>4.3274499999999998</c:v>
                </c:pt>
                <c:pt idx="2680">
                  <c:v>4.1217300000000003</c:v>
                </c:pt>
                <c:pt idx="2681">
                  <c:v>4.36599</c:v>
                </c:pt>
                <c:pt idx="2682">
                  <c:v>4.8738400000000004</c:v>
                </c:pt>
                <c:pt idx="2683">
                  <c:v>5.1926199999999998</c:v>
                </c:pt>
                <c:pt idx="2684">
                  <c:v>5.2416</c:v>
                </c:pt>
                <c:pt idx="2685">
                  <c:v>5.0522600000000004</c:v>
                </c:pt>
                <c:pt idx="2686">
                  <c:v>4.7150499999999997</c:v>
                </c:pt>
                <c:pt idx="2687">
                  <c:v>4.7690999999999999</c:v>
                </c:pt>
                <c:pt idx="2688">
                  <c:v>4.8007999999999997</c:v>
                </c:pt>
                <c:pt idx="2689">
                  <c:v>4.7662800000000001</c:v>
                </c:pt>
                <c:pt idx="2690">
                  <c:v>4.5669399999999998</c:v>
                </c:pt>
                <c:pt idx="2691">
                  <c:v>4.3479400000000004</c:v>
                </c:pt>
                <c:pt idx="2692">
                  <c:v>4.0405100000000003</c:v>
                </c:pt>
                <c:pt idx="2693">
                  <c:v>3.7232699999999999</c:v>
                </c:pt>
                <c:pt idx="2694">
                  <c:v>3.6389200000000002</c:v>
                </c:pt>
                <c:pt idx="2695">
                  <c:v>3.71251</c:v>
                </c:pt>
                <c:pt idx="2696">
                  <c:v>3.9200599999999999</c:v>
                </c:pt>
                <c:pt idx="2697">
                  <c:v>3.8385500000000001</c:v>
                </c:pt>
                <c:pt idx="2698">
                  <c:v>4.0236599999999996</c:v>
                </c:pt>
                <c:pt idx="2699">
                  <c:v>4.2256499999999999</c:v>
                </c:pt>
                <c:pt idx="2700">
                  <c:v>4.5157800000000003</c:v>
                </c:pt>
                <c:pt idx="2701">
                  <c:v>4.7350199999999996</c:v>
                </c:pt>
                <c:pt idx="2702">
                  <c:v>4.5904699999999998</c:v>
                </c:pt>
                <c:pt idx="2703">
                  <c:v>4.4860499999999996</c:v>
                </c:pt>
                <c:pt idx="2704">
                  <c:v>4.6341000000000001</c:v>
                </c:pt>
                <c:pt idx="2705">
                  <c:v>4.4632199999999997</c:v>
                </c:pt>
                <c:pt idx="2706">
                  <c:v>4.3243299999999998</c:v>
                </c:pt>
                <c:pt idx="2707">
                  <c:v>4.3170299999999999</c:v>
                </c:pt>
                <c:pt idx="2708">
                  <c:v>4.5879799999999999</c:v>
                </c:pt>
                <c:pt idx="2709">
                  <c:v>4.8995499999999996</c:v>
                </c:pt>
                <c:pt idx="2710">
                  <c:v>5.0215199999999998</c:v>
                </c:pt>
                <c:pt idx="2711">
                  <c:v>5.4485000000000001</c:v>
                </c:pt>
                <c:pt idx="2712">
                  <c:v>5.5651400000000004</c:v>
                </c:pt>
                <c:pt idx="2713">
                  <c:v>5.2539699999999998</c:v>
                </c:pt>
                <c:pt idx="2714">
                  <c:v>5.3433000000000002</c:v>
                </c:pt>
                <c:pt idx="2715">
                  <c:v>5.5045799999999998</c:v>
                </c:pt>
                <c:pt idx="2716">
                  <c:v>5.4462200000000003</c:v>
                </c:pt>
                <c:pt idx="2717">
                  <c:v>5.1790599999999998</c:v>
                </c:pt>
                <c:pt idx="2718">
                  <c:v>5.0499200000000002</c:v>
                </c:pt>
                <c:pt idx="2719">
                  <c:v>5.4591000000000003</c:v>
                </c:pt>
                <c:pt idx="2720">
                  <c:v>5.8406500000000001</c:v>
                </c:pt>
                <c:pt idx="2721">
                  <c:v>5.7145299999999999</c:v>
                </c:pt>
                <c:pt idx="2722">
                  <c:v>5.9518300000000002</c:v>
                </c:pt>
                <c:pt idx="2723">
                  <c:v>6.3201400000000003</c:v>
                </c:pt>
                <c:pt idx="2724">
                  <c:v>6.5742599999999998</c:v>
                </c:pt>
                <c:pt idx="2725">
                  <c:v>6.9996900000000002</c:v>
                </c:pt>
                <c:pt idx="2726">
                  <c:v>7.6783400000000004</c:v>
                </c:pt>
                <c:pt idx="2727">
                  <c:v>8.6202699999999997</c:v>
                </c:pt>
                <c:pt idx="2728">
                  <c:v>9.5314899999999998</c:v>
                </c:pt>
                <c:pt idx="2729">
                  <c:v>10.4666</c:v>
                </c:pt>
                <c:pt idx="2730">
                  <c:v>12.051299999999999</c:v>
                </c:pt>
                <c:pt idx="2731">
                  <c:v>13.591799999999999</c:v>
                </c:pt>
                <c:pt idx="2732">
                  <c:v>15.123200000000001</c:v>
                </c:pt>
                <c:pt idx="2733">
                  <c:v>16.376899999999999</c:v>
                </c:pt>
                <c:pt idx="2734">
                  <c:v>16.873899999999999</c:v>
                </c:pt>
                <c:pt idx="2735">
                  <c:v>17.124400000000001</c:v>
                </c:pt>
                <c:pt idx="2736">
                  <c:v>16.9514</c:v>
                </c:pt>
                <c:pt idx="2737">
                  <c:v>16.38</c:v>
                </c:pt>
                <c:pt idx="2738">
                  <c:v>15.9024</c:v>
                </c:pt>
                <c:pt idx="2739">
                  <c:v>14.976100000000001</c:v>
                </c:pt>
                <c:pt idx="2740">
                  <c:v>13.664899999999999</c:v>
                </c:pt>
                <c:pt idx="2741">
                  <c:v>12.043799999999999</c:v>
                </c:pt>
                <c:pt idx="2742">
                  <c:v>10.916600000000001</c:v>
                </c:pt>
                <c:pt idx="2743">
                  <c:v>9.9360700000000008</c:v>
                </c:pt>
                <c:pt idx="2744">
                  <c:v>8.7086699999999997</c:v>
                </c:pt>
                <c:pt idx="2745">
                  <c:v>7.52766</c:v>
                </c:pt>
                <c:pt idx="2746">
                  <c:v>6.8109900000000003</c:v>
                </c:pt>
                <c:pt idx="2747">
                  <c:v>6.4237200000000003</c:v>
                </c:pt>
                <c:pt idx="2748">
                  <c:v>5.8533099999999996</c:v>
                </c:pt>
                <c:pt idx="2749">
                  <c:v>5.3994999999999997</c:v>
                </c:pt>
                <c:pt idx="2750">
                  <c:v>5.0246500000000003</c:v>
                </c:pt>
                <c:pt idx="2751">
                  <c:v>4.8458199999999998</c:v>
                </c:pt>
                <c:pt idx="2752">
                  <c:v>4.8623900000000004</c:v>
                </c:pt>
                <c:pt idx="2753">
                  <c:v>4.9691000000000001</c:v>
                </c:pt>
                <c:pt idx="2754">
                  <c:v>5.1730900000000002</c:v>
                </c:pt>
                <c:pt idx="2755">
                  <c:v>5.0060399999999996</c:v>
                </c:pt>
                <c:pt idx="2756">
                  <c:v>4.5861400000000003</c:v>
                </c:pt>
                <c:pt idx="2757">
                  <c:v>4.3849299999999998</c:v>
                </c:pt>
                <c:pt idx="2758">
                  <c:v>4.2697500000000002</c:v>
                </c:pt>
                <c:pt idx="2759">
                  <c:v>4.1750299999999996</c:v>
                </c:pt>
                <c:pt idx="2760">
                  <c:v>4.1804399999999999</c:v>
                </c:pt>
                <c:pt idx="2761">
                  <c:v>4.42584</c:v>
                </c:pt>
                <c:pt idx="2762">
                  <c:v>4.7565799999999996</c:v>
                </c:pt>
                <c:pt idx="2763">
                  <c:v>4.9408500000000002</c:v>
                </c:pt>
                <c:pt idx="2764">
                  <c:v>4.9958900000000002</c:v>
                </c:pt>
                <c:pt idx="2765">
                  <c:v>4.7221299999999999</c:v>
                </c:pt>
                <c:pt idx="2766">
                  <c:v>4.1767500000000002</c:v>
                </c:pt>
                <c:pt idx="2767">
                  <c:v>3.5668500000000001</c:v>
                </c:pt>
                <c:pt idx="2768">
                  <c:v>3.55592</c:v>
                </c:pt>
                <c:pt idx="2769">
                  <c:v>3.9064000000000001</c:v>
                </c:pt>
                <c:pt idx="2770">
                  <c:v>4.0202299999999997</c:v>
                </c:pt>
                <c:pt idx="2771">
                  <c:v>4.04983</c:v>
                </c:pt>
                <c:pt idx="2772">
                  <c:v>4.0276800000000001</c:v>
                </c:pt>
                <c:pt idx="2773">
                  <c:v>4.0797400000000001</c:v>
                </c:pt>
                <c:pt idx="2774">
                  <c:v>4.4449199999999998</c:v>
                </c:pt>
                <c:pt idx="2775">
                  <c:v>4.6850100000000001</c:v>
                </c:pt>
                <c:pt idx="2776">
                  <c:v>4.4767799999999998</c:v>
                </c:pt>
                <c:pt idx="2777">
                  <c:v>4.1476800000000003</c:v>
                </c:pt>
                <c:pt idx="2778">
                  <c:v>3.9362200000000001</c:v>
                </c:pt>
                <c:pt idx="2779">
                  <c:v>3.8828499999999999</c:v>
                </c:pt>
                <c:pt idx="2780">
                  <c:v>3.9448500000000002</c:v>
                </c:pt>
                <c:pt idx="2781">
                  <c:v>4.1348900000000004</c:v>
                </c:pt>
                <c:pt idx="2782">
                  <c:v>4.5481699999999998</c:v>
                </c:pt>
                <c:pt idx="2783">
                  <c:v>4.5680399999999999</c:v>
                </c:pt>
                <c:pt idx="2784">
                  <c:v>4.3914600000000004</c:v>
                </c:pt>
                <c:pt idx="2785">
                  <c:v>4.35954</c:v>
                </c:pt>
                <c:pt idx="2786">
                  <c:v>4.6593400000000003</c:v>
                </c:pt>
                <c:pt idx="2787">
                  <c:v>4.78017</c:v>
                </c:pt>
                <c:pt idx="2788">
                  <c:v>4.5613799999999998</c:v>
                </c:pt>
                <c:pt idx="2789">
                  <c:v>4.3996300000000002</c:v>
                </c:pt>
                <c:pt idx="2790">
                  <c:v>4.42218</c:v>
                </c:pt>
                <c:pt idx="2791">
                  <c:v>4.5254899999999996</c:v>
                </c:pt>
                <c:pt idx="2792">
                  <c:v>4.7503799999999998</c:v>
                </c:pt>
                <c:pt idx="2793">
                  <c:v>4.64473</c:v>
                </c:pt>
                <c:pt idx="2794">
                  <c:v>4.4057599999999999</c:v>
                </c:pt>
                <c:pt idx="2795">
                  <c:v>4.4781399999999998</c:v>
                </c:pt>
                <c:pt idx="2796">
                  <c:v>4.3663800000000004</c:v>
                </c:pt>
                <c:pt idx="2797">
                  <c:v>4.1811199999999999</c:v>
                </c:pt>
                <c:pt idx="2798">
                  <c:v>4.0166300000000001</c:v>
                </c:pt>
                <c:pt idx="2799">
                  <c:v>4.1331800000000003</c:v>
                </c:pt>
                <c:pt idx="2800">
                  <c:v>4.3041</c:v>
                </c:pt>
                <c:pt idx="2801">
                  <c:v>4.3531899999999997</c:v>
                </c:pt>
                <c:pt idx="2802">
                  <c:v>4.6719200000000001</c:v>
                </c:pt>
                <c:pt idx="2803">
                  <c:v>4.3223700000000003</c:v>
                </c:pt>
                <c:pt idx="2804">
                  <c:v>4.0871399999999998</c:v>
                </c:pt>
                <c:pt idx="2805">
                  <c:v>4.4822100000000002</c:v>
                </c:pt>
                <c:pt idx="2806">
                  <c:v>4.5507600000000004</c:v>
                </c:pt>
                <c:pt idx="2807">
                  <c:v>4.5117599999999998</c:v>
                </c:pt>
                <c:pt idx="2808">
                  <c:v>4.4101699999999999</c:v>
                </c:pt>
                <c:pt idx="2809">
                  <c:v>4.4373699999999996</c:v>
                </c:pt>
                <c:pt idx="2810">
                  <c:v>4.7150100000000004</c:v>
                </c:pt>
                <c:pt idx="2811">
                  <c:v>4.73841</c:v>
                </c:pt>
                <c:pt idx="2812">
                  <c:v>4.4778000000000002</c:v>
                </c:pt>
                <c:pt idx="2813">
                  <c:v>4.4954299999999998</c:v>
                </c:pt>
                <c:pt idx="2814">
                  <c:v>4.52468</c:v>
                </c:pt>
                <c:pt idx="2815">
                  <c:v>4.4793700000000003</c:v>
                </c:pt>
                <c:pt idx="2816">
                  <c:v>4.4802200000000001</c:v>
                </c:pt>
                <c:pt idx="2817">
                  <c:v>4.6120099999999997</c:v>
                </c:pt>
                <c:pt idx="2818">
                  <c:v>4.5230800000000002</c:v>
                </c:pt>
                <c:pt idx="2819">
                  <c:v>4.1798500000000001</c:v>
                </c:pt>
                <c:pt idx="2820">
                  <c:v>3.6526000000000001</c:v>
                </c:pt>
                <c:pt idx="2821">
                  <c:v>3.5436700000000001</c:v>
                </c:pt>
                <c:pt idx="2822">
                  <c:v>3.8479299999999999</c:v>
                </c:pt>
                <c:pt idx="2823">
                  <c:v>3.8808500000000001</c:v>
                </c:pt>
                <c:pt idx="2824">
                  <c:v>3.95038</c:v>
                </c:pt>
                <c:pt idx="2825">
                  <c:v>3.9479000000000002</c:v>
                </c:pt>
                <c:pt idx="2826">
                  <c:v>3.8706800000000001</c:v>
                </c:pt>
                <c:pt idx="2827">
                  <c:v>4.0770499999999998</c:v>
                </c:pt>
                <c:pt idx="2828">
                  <c:v>4.30647</c:v>
                </c:pt>
                <c:pt idx="2829">
                  <c:v>4.21678</c:v>
                </c:pt>
                <c:pt idx="2830">
                  <c:v>4.0075900000000004</c:v>
                </c:pt>
                <c:pt idx="2831">
                  <c:v>4.0181800000000001</c:v>
                </c:pt>
                <c:pt idx="2832">
                  <c:v>4.0679600000000002</c:v>
                </c:pt>
                <c:pt idx="2833">
                  <c:v>4.0826200000000004</c:v>
                </c:pt>
                <c:pt idx="2834">
                  <c:v>3.8987400000000001</c:v>
                </c:pt>
                <c:pt idx="2835">
                  <c:v>3.95581</c:v>
                </c:pt>
                <c:pt idx="2836">
                  <c:v>4.43302</c:v>
                </c:pt>
                <c:pt idx="2837">
                  <c:v>4.5650300000000001</c:v>
                </c:pt>
                <c:pt idx="2838">
                  <c:v>4.2714100000000004</c:v>
                </c:pt>
                <c:pt idx="2839">
                  <c:v>3.88436</c:v>
                </c:pt>
                <c:pt idx="2840">
                  <c:v>4.0169699999999997</c:v>
                </c:pt>
                <c:pt idx="2841">
                  <c:v>4.5531699999999997</c:v>
                </c:pt>
                <c:pt idx="2842">
                  <c:v>4.3583600000000002</c:v>
                </c:pt>
                <c:pt idx="2843">
                  <c:v>4.1950099999999999</c:v>
                </c:pt>
                <c:pt idx="2844">
                  <c:v>4.2239399999999998</c:v>
                </c:pt>
                <c:pt idx="2845">
                  <c:v>4.0315000000000003</c:v>
                </c:pt>
                <c:pt idx="2846">
                  <c:v>3.6032000000000002</c:v>
                </c:pt>
                <c:pt idx="2847">
                  <c:v>3.5748799999999998</c:v>
                </c:pt>
                <c:pt idx="2848">
                  <c:v>3.8372799999999998</c:v>
                </c:pt>
                <c:pt idx="2849">
                  <c:v>3.9552499999999999</c:v>
                </c:pt>
                <c:pt idx="2850">
                  <c:v>3.97288</c:v>
                </c:pt>
                <c:pt idx="2851">
                  <c:v>4.2933599999999998</c:v>
                </c:pt>
                <c:pt idx="2852">
                  <c:v>4.0772899999999996</c:v>
                </c:pt>
                <c:pt idx="2853">
                  <c:v>3.85</c:v>
                </c:pt>
                <c:pt idx="2854">
                  <c:v>4.0171599999999996</c:v>
                </c:pt>
                <c:pt idx="2855">
                  <c:v>4.2459300000000004</c:v>
                </c:pt>
                <c:pt idx="2856">
                  <c:v>4.4050000000000002</c:v>
                </c:pt>
                <c:pt idx="2857">
                  <c:v>4.6597299999999997</c:v>
                </c:pt>
                <c:pt idx="2858">
                  <c:v>5.1389199999999997</c:v>
                </c:pt>
                <c:pt idx="2859">
                  <c:v>5.1444700000000001</c:v>
                </c:pt>
                <c:pt idx="2860">
                  <c:v>4.6400100000000002</c:v>
                </c:pt>
                <c:pt idx="2861">
                  <c:v>4.1904599999999999</c:v>
                </c:pt>
                <c:pt idx="2862">
                  <c:v>4.3871200000000004</c:v>
                </c:pt>
                <c:pt idx="2863">
                  <c:v>4.69841</c:v>
                </c:pt>
                <c:pt idx="2864">
                  <c:v>4.5423499999999999</c:v>
                </c:pt>
                <c:pt idx="2865">
                  <c:v>4.2598700000000003</c:v>
                </c:pt>
                <c:pt idx="2866">
                  <c:v>4.2961900000000002</c:v>
                </c:pt>
                <c:pt idx="2867">
                  <c:v>4.0310100000000002</c:v>
                </c:pt>
                <c:pt idx="2868">
                  <c:v>3.64601</c:v>
                </c:pt>
                <c:pt idx="2869">
                  <c:v>3.5522100000000001</c:v>
                </c:pt>
                <c:pt idx="2870">
                  <c:v>4.0129099999999998</c:v>
                </c:pt>
                <c:pt idx="2871">
                  <c:v>4.2643199999999997</c:v>
                </c:pt>
                <c:pt idx="2872">
                  <c:v>4.16052</c:v>
                </c:pt>
                <c:pt idx="2873">
                  <c:v>4.1023500000000004</c:v>
                </c:pt>
                <c:pt idx="2874">
                  <c:v>3.6795800000000001</c:v>
                </c:pt>
                <c:pt idx="2875">
                  <c:v>3.8927700000000001</c:v>
                </c:pt>
                <c:pt idx="2876">
                  <c:v>4.12906</c:v>
                </c:pt>
                <c:pt idx="2877">
                  <c:v>4.1240500000000004</c:v>
                </c:pt>
                <c:pt idx="2878">
                  <c:v>4.4326100000000004</c:v>
                </c:pt>
                <c:pt idx="2879">
                  <c:v>4.5974399999999997</c:v>
                </c:pt>
                <c:pt idx="2880">
                  <c:v>4.2065900000000003</c:v>
                </c:pt>
                <c:pt idx="2881">
                  <c:v>4.0663400000000003</c:v>
                </c:pt>
                <c:pt idx="2882">
                  <c:v>4.2541500000000001</c:v>
                </c:pt>
                <c:pt idx="2883">
                  <c:v>3.9679600000000002</c:v>
                </c:pt>
                <c:pt idx="2884">
                  <c:v>4.1344500000000002</c:v>
                </c:pt>
                <c:pt idx="2885">
                  <c:v>4.6469699999999996</c:v>
                </c:pt>
                <c:pt idx="2886">
                  <c:v>4.6646099999999997</c:v>
                </c:pt>
                <c:pt idx="2887">
                  <c:v>4.4337499999999999</c:v>
                </c:pt>
                <c:pt idx="2888">
                  <c:v>4.3722799999999999</c:v>
                </c:pt>
                <c:pt idx="2889">
                  <c:v>4.2485299999999997</c:v>
                </c:pt>
                <c:pt idx="2890">
                  <c:v>4.1767399999999997</c:v>
                </c:pt>
                <c:pt idx="2891">
                  <c:v>4.1175100000000002</c:v>
                </c:pt>
                <c:pt idx="2892">
                  <c:v>4.2917899999999998</c:v>
                </c:pt>
                <c:pt idx="2893">
                  <c:v>4.4233200000000004</c:v>
                </c:pt>
                <c:pt idx="2894">
                  <c:v>4.4321200000000003</c:v>
                </c:pt>
                <c:pt idx="2895">
                  <c:v>4.2225900000000003</c:v>
                </c:pt>
                <c:pt idx="2896">
                  <c:v>3.9471500000000002</c:v>
                </c:pt>
                <c:pt idx="2897">
                  <c:v>4.1712499999999997</c:v>
                </c:pt>
                <c:pt idx="2898">
                  <c:v>4.4218000000000002</c:v>
                </c:pt>
                <c:pt idx="2899">
                  <c:v>4.5977499999999996</c:v>
                </c:pt>
                <c:pt idx="2900">
                  <c:v>4.5672199999999998</c:v>
                </c:pt>
                <c:pt idx="2901">
                  <c:v>4.5450600000000003</c:v>
                </c:pt>
                <c:pt idx="2902">
                  <c:v>4.5477299999999996</c:v>
                </c:pt>
                <c:pt idx="2903">
                  <c:v>4.4577799999999996</c:v>
                </c:pt>
                <c:pt idx="2904">
                  <c:v>4.6406999999999998</c:v>
                </c:pt>
                <c:pt idx="2905">
                  <c:v>4.5211800000000002</c:v>
                </c:pt>
                <c:pt idx="2906">
                  <c:v>4.2457500000000001</c:v>
                </c:pt>
                <c:pt idx="2907">
                  <c:v>4.2905100000000003</c:v>
                </c:pt>
                <c:pt idx="2908">
                  <c:v>4.4550599999999996</c:v>
                </c:pt>
                <c:pt idx="2909">
                  <c:v>4.24132</c:v>
                </c:pt>
                <c:pt idx="2910">
                  <c:v>4.03972</c:v>
                </c:pt>
                <c:pt idx="2911">
                  <c:v>4.1663800000000002</c:v>
                </c:pt>
                <c:pt idx="2912">
                  <c:v>4.7481900000000001</c:v>
                </c:pt>
                <c:pt idx="2913">
                  <c:v>4.9771700000000001</c:v>
                </c:pt>
                <c:pt idx="2914">
                  <c:v>5.1970999999999998</c:v>
                </c:pt>
                <c:pt idx="2915">
                  <c:v>5.8468299999999997</c:v>
                </c:pt>
                <c:pt idx="2916">
                  <c:v>6.1365699999999999</c:v>
                </c:pt>
                <c:pt idx="2917">
                  <c:v>6.2954600000000003</c:v>
                </c:pt>
                <c:pt idx="2918">
                  <c:v>6.6570400000000003</c:v>
                </c:pt>
                <c:pt idx="2919">
                  <c:v>6.9747899999999996</c:v>
                </c:pt>
                <c:pt idx="2920">
                  <c:v>7.31874</c:v>
                </c:pt>
                <c:pt idx="2921">
                  <c:v>7.7702</c:v>
                </c:pt>
                <c:pt idx="2922">
                  <c:v>7.7226900000000001</c:v>
                </c:pt>
                <c:pt idx="2923">
                  <c:v>7.3341500000000002</c:v>
                </c:pt>
                <c:pt idx="2924">
                  <c:v>7.2342700000000004</c:v>
                </c:pt>
                <c:pt idx="2925">
                  <c:v>6.9638</c:v>
                </c:pt>
                <c:pt idx="2926">
                  <c:v>6.4255399999999998</c:v>
                </c:pt>
                <c:pt idx="2927">
                  <c:v>5.9977600000000004</c:v>
                </c:pt>
                <c:pt idx="2928">
                  <c:v>5.5406000000000004</c:v>
                </c:pt>
                <c:pt idx="2929">
                  <c:v>5.01058</c:v>
                </c:pt>
                <c:pt idx="2930">
                  <c:v>4.8042499999999997</c:v>
                </c:pt>
                <c:pt idx="2931">
                  <c:v>4.9010400000000001</c:v>
                </c:pt>
                <c:pt idx="2932">
                  <c:v>4.9598599999999999</c:v>
                </c:pt>
                <c:pt idx="2933">
                  <c:v>4.9914399999999999</c:v>
                </c:pt>
                <c:pt idx="2934">
                  <c:v>4.8719099999999997</c:v>
                </c:pt>
                <c:pt idx="2935">
                  <c:v>4.6923700000000004</c:v>
                </c:pt>
                <c:pt idx="2936">
                  <c:v>4.3164999999999996</c:v>
                </c:pt>
                <c:pt idx="2937">
                  <c:v>4.1576500000000003</c:v>
                </c:pt>
                <c:pt idx="2938">
                  <c:v>4.2292300000000003</c:v>
                </c:pt>
                <c:pt idx="2939">
                  <c:v>4.5241499999999997</c:v>
                </c:pt>
                <c:pt idx="2940">
                  <c:v>4.7609399999999997</c:v>
                </c:pt>
                <c:pt idx="2941">
                  <c:v>4.2786</c:v>
                </c:pt>
                <c:pt idx="2942">
                  <c:v>4.0378100000000003</c:v>
                </c:pt>
                <c:pt idx="2943">
                  <c:v>3.99072</c:v>
                </c:pt>
                <c:pt idx="2944">
                  <c:v>3.7327400000000002</c:v>
                </c:pt>
                <c:pt idx="2945">
                  <c:v>3.7595499999999999</c:v>
                </c:pt>
                <c:pt idx="2946">
                  <c:v>3.8228599999999999</c:v>
                </c:pt>
                <c:pt idx="2947">
                  <c:v>3.70933</c:v>
                </c:pt>
                <c:pt idx="2948">
                  <c:v>3.8579500000000002</c:v>
                </c:pt>
                <c:pt idx="2949">
                  <c:v>4.2661199999999999</c:v>
                </c:pt>
                <c:pt idx="2950">
                  <c:v>4.2215699999999998</c:v>
                </c:pt>
                <c:pt idx="2951">
                  <c:v>4.2305700000000002</c:v>
                </c:pt>
                <c:pt idx="2952">
                  <c:v>4.2427599999999996</c:v>
                </c:pt>
                <c:pt idx="2953">
                  <c:v>4.2290799999999997</c:v>
                </c:pt>
                <c:pt idx="2954">
                  <c:v>4.3335100000000004</c:v>
                </c:pt>
                <c:pt idx="2955">
                  <c:v>4.3088300000000004</c:v>
                </c:pt>
                <c:pt idx="2956">
                  <c:v>4.2595599999999996</c:v>
                </c:pt>
                <c:pt idx="2957">
                  <c:v>4.3725699999999996</c:v>
                </c:pt>
                <c:pt idx="2958">
                  <c:v>4.5078699999999996</c:v>
                </c:pt>
                <c:pt idx="2959">
                  <c:v>4.4223999999999997</c:v>
                </c:pt>
                <c:pt idx="2960">
                  <c:v>4.1701199999999998</c:v>
                </c:pt>
                <c:pt idx="2961">
                  <c:v>4.0292300000000001</c:v>
                </c:pt>
                <c:pt idx="2962">
                  <c:v>4.2991700000000002</c:v>
                </c:pt>
                <c:pt idx="2963">
                  <c:v>4.4721299999999999</c:v>
                </c:pt>
                <c:pt idx="2964">
                  <c:v>4.29847</c:v>
                </c:pt>
                <c:pt idx="2965">
                  <c:v>4.43316</c:v>
                </c:pt>
                <c:pt idx="2966">
                  <c:v>4.6141300000000003</c:v>
                </c:pt>
                <c:pt idx="2967">
                  <c:v>4.6518600000000001</c:v>
                </c:pt>
                <c:pt idx="2968">
                  <c:v>4.4992999999999999</c:v>
                </c:pt>
                <c:pt idx="2969">
                  <c:v>4.2548000000000004</c:v>
                </c:pt>
                <c:pt idx="2970">
                  <c:v>4.1775700000000002</c:v>
                </c:pt>
                <c:pt idx="2971">
                  <c:v>4.0756899999999998</c:v>
                </c:pt>
                <c:pt idx="2972">
                  <c:v>3.9365199999999998</c:v>
                </c:pt>
                <c:pt idx="2973">
                  <c:v>4.1893000000000002</c:v>
                </c:pt>
                <c:pt idx="2974">
                  <c:v>4.2808599999999997</c:v>
                </c:pt>
                <c:pt idx="2975">
                  <c:v>4.0585800000000001</c:v>
                </c:pt>
                <c:pt idx="2976">
                  <c:v>4.1198399999999999</c:v>
                </c:pt>
                <c:pt idx="2977">
                  <c:v>4.3033200000000003</c:v>
                </c:pt>
                <c:pt idx="2978">
                  <c:v>4.2848899999999999</c:v>
                </c:pt>
                <c:pt idx="2979">
                  <c:v>4.2254399999999999</c:v>
                </c:pt>
                <c:pt idx="2980">
                  <c:v>4.4934500000000002</c:v>
                </c:pt>
                <c:pt idx="2981">
                  <c:v>4.7722800000000003</c:v>
                </c:pt>
                <c:pt idx="2982">
                  <c:v>4.65442</c:v>
                </c:pt>
                <c:pt idx="2983">
                  <c:v>4.3837900000000003</c:v>
                </c:pt>
                <c:pt idx="2984">
                  <c:v>4.2878999999999996</c:v>
                </c:pt>
                <c:pt idx="2985">
                  <c:v>4.4894699999999998</c:v>
                </c:pt>
                <c:pt idx="2986">
                  <c:v>4.5710199999999999</c:v>
                </c:pt>
                <c:pt idx="2987">
                  <c:v>4.3029599999999997</c:v>
                </c:pt>
                <c:pt idx="2988">
                  <c:v>3.9612400000000001</c:v>
                </c:pt>
                <c:pt idx="2989">
                  <c:v>3.7469199999999998</c:v>
                </c:pt>
                <c:pt idx="2990">
                  <c:v>3.9003100000000002</c:v>
                </c:pt>
                <c:pt idx="2991">
                  <c:v>4.1458899999999996</c:v>
                </c:pt>
                <c:pt idx="2992">
                  <c:v>4.2862299999999998</c:v>
                </c:pt>
                <c:pt idx="2993">
                  <c:v>4.4697500000000003</c:v>
                </c:pt>
                <c:pt idx="2994">
                  <c:v>4.3721800000000002</c:v>
                </c:pt>
                <c:pt idx="2995">
                  <c:v>4.5122999999999998</c:v>
                </c:pt>
                <c:pt idx="2996">
                  <c:v>4.6725199999999996</c:v>
                </c:pt>
                <c:pt idx="2997">
                  <c:v>4.9402200000000001</c:v>
                </c:pt>
                <c:pt idx="2998">
                  <c:v>4.6094499999999998</c:v>
                </c:pt>
                <c:pt idx="2999">
                  <c:v>4.3629199999999999</c:v>
                </c:pt>
                <c:pt idx="3000">
                  <c:v>4.5886100000000001</c:v>
                </c:pt>
                <c:pt idx="3001">
                  <c:v>5.0398300000000003</c:v>
                </c:pt>
                <c:pt idx="3002">
                  <c:v>5.3796499999999998</c:v>
                </c:pt>
                <c:pt idx="3003">
                  <c:v>5.2873099999999997</c:v>
                </c:pt>
                <c:pt idx="3004">
                  <c:v>4.7338800000000001</c:v>
                </c:pt>
                <c:pt idx="3005">
                  <c:v>4.2898399999999999</c:v>
                </c:pt>
                <c:pt idx="3006">
                  <c:v>3.9133599999999999</c:v>
                </c:pt>
                <c:pt idx="3007">
                  <c:v>3.6470600000000002</c:v>
                </c:pt>
                <c:pt idx="3008">
                  <c:v>3.9499</c:v>
                </c:pt>
                <c:pt idx="3009">
                  <c:v>4.40158</c:v>
                </c:pt>
                <c:pt idx="3010">
                  <c:v>4.5210999999999997</c:v>
                </c:pt>
                <c:pt idx="3011">
                  <c:v>4.5957800000000004</c:v>
                </c:pt>
                <c:pt idx="3012">
                  <c:v>4.7591400000000004</c:v>
                </c:pt>
                <c:pt idx="3013">
                  <c:v>4.9124400000000001</c:v>
                </c:pt>
                <c:pt idx="3014">
                  <c:v>5.5124300000000002</c:v>
                </c:pt>
                <c:pt idx="3015">
                  <c:v>5.9830399999999999</c:v>
                </c:pt>
                <c:pt idx="3016">
                  <c:v>6.0710300000000004</c:v>
                </c:pt>
                <c:pt idx="3017">
                  <c:v>5.9215099999999996</c:v>
                </c:pt>
                <c:pt idx="3018">
                  <c:v>5.4244899999999996</c:v>
                </c:pt>
                <c:pt idx="3019">
                  <c:v>5.0432800000000002</c:v>
                </c:pt>
                <c:pt idx="3020">
                  <c:v>5.0656600000000003</c:v>
                </c:pt>
                <c:pt idx="3021">
                  <c:v>4.7740799999999997</c:v>
                </c:pt>
                <c:pt idx="3022">
                  <c:v>4.2739799999999999</c:v>
                </c:pt>
                <c:pt idx="3023">
                  <c:v>4.2595900000000002</c:v>
                </c:pt>
                <c:pt idx="3024">
                  <c:v>4.2531299999999996</c:v>
                </c:pt>
                <c:pt idx="3025">
                  <c:v>4.4160899999999996</c:v>
                </c:pt>
                <c:pt idx="3026">
                  <c:v>4.5048300000000001</c:v>
                </c:pt>
                <c:pt idx="3027">
                  <c:v>4.6388499999999997</c:v>
                </c:pt>
                <c:pt idx="3028">
                  <c:v>4.83413</c:v>
                </c:pt>
                <c:pt idx="3029">
                  <c:v>4.91899</c:v>
                </c:pt>
                <c:pt idx="3030">
                  <c:v>5.1195899999999996</c:v>
                </c:pt>
                <c:pt idx="3031">
                  <c:v>5.1846399999999999</c:v>
                </c:pt>
                <c:pt idx="3032">
                  <c:v>5.3239299999999998</c:v>
                </c:pt>
                <c:pt idx="3033">
                  <c:v>5.4704800000000002</c:v>
                </c:pt>
                <c:pt idx="3034">
                  <c:v>5.2704000000000004</c:v>
                </c:pt>
                <c:pt idx="3035">
                  <c:v>4.9190199999999997</c:v>
                </c:pt>
                <c:pt idx="3036">
                  <c:v>4.96448</c:v>
                </c:pt>
                <c:pt idx="3037">
                  <c:v>5.3010400000000004</c:v>
                </c:pt>
                <c:pt idx="3038">
                  <c:v>5.5255999999999998</c:v>
                </c:pt>
                <c:pt idx="3039">
                  <c:v>5.5903200000000002</c:v>
                </c:pt>
                <c:pt idx="3040">
                  <c:v>5.5107900000000001</c:v>
                </c:pt>
                <c:pt idx="3041">
                  <c:v>5.2344099999999996</c:v>
                </c:pt>
                <c:pt idx="3042">
                  <c:v>4.82775</c:v>
                </c:pt>
                <c:pt idx="3043">
                  <c:v>4.9032900000000001</c:v>
                </c:pt>
                <c:pt idx="3044">
                  <c:v>5.4126399999999997</c:v>
                </c:pt>
                <c:pt idx="3045">
                  <c:v>5.6351000000000004</c:v>
                </c:pt>
                <c:pt idx="3046">
                  <c:v>5.5569699999999997</c:v>
                </c:pt>
                <c:pt idx="3047">
                  <c:v>5.6650600000000004</c:v>
                </c:pt>
                <c:pt idx="3048">
                  <c:v>5.4840099999999996</c:v>
                </c:pt>
                <c:pt idx="3049">
                  <c:v>5.21312</c:v>
                </c:pt>
                <c:pt idx="3050">
                  <c:v>5.1101400000000003</c:v>
                </c:pt>
                <c:pt idx="3051">
                  <c:v>5.3915199999999999</c:v>
                </c:pt>
                <c:pt idx="3052">
                  <c:v>5.6746800000000004</c:v>
                </c:pt>
                <c:pt idx="3053">
                  <c:v>5.4363900000000003</c:v>
                </c:pt>
                <c:pt idx="3054">
                  <c:v>4.8964699999999999</c:v>
                </c:pt>
                <c:pt idx="3055">
                  <c:v>4.7687099999999996</c:v>
                </c:pt>
                <c:pt idx="3056">
                  <c:v>4.7941500000000001</c:v>
                </c:pt>
                <c:pt idx="3057">
                  <c:v>4.9472500000000004</c:v>
                </c:pt>
                <c:pt idx="3058">
                  <c:v>5.0686499999999999</c:v>
                </c:pt>
                <c:pt idx="3059">
                  <c:v>5.24261</c:v>
                </c:pt>
                <c:pt idx="3060">
                  <c:v>5.1300699999999999</c:v>
                </c:pt>
                <c:pt idx="3061">
                  <c:v>5.0572499999999998</c:v>
                </c:pt>
                <c:pt idx="3062">
                  <c:v>4.9545199999999996</c:v>
                </c:pt>
                <c:pt idx="3063">
                  <c:v>5.0782299999999996</c:v>
                </c:pt>
                <c:pt idx="3064">
                  <c:v>5.54061</c:v>
                </c:pt>
                <c:pt idx="3065">
                  <c:v>5.7044600000000001</c:v>
                </c:pt>
                <c:pt idx="3066">
                  <c:v>6.2381700000000002</c:v>
                </c:pt>
                <c:pt idx="3067">
                  <c:v>6.5020600000000002</c:v>
                </c:pt>
                <c:pt idx="3068">
                  <c:v>6.3852000000000002</c:v>
                </c:pt>
                <c:pt idx="3069">
                  <c:v>6.01668</c:v>
                </c:pt>
                <c:pt idx="3070">
                  <c:v>5.9835799999999999</c:v>
                </c:pt>
                <c:pt idx="3071">
                  <c:v>6.2405799999999996</c:v>
                </c:pt>
                <c:pt idx="3072">
                  <c:v>6.5078800000000001</c:v>
                </c:pt>
                <c:pt idx="3073">
                  <c:v>6.6304699999999999</c:v>
                </c:pt>
                <c:pt idx="3074">
                  <c:v>6.8357599999999996</c:v>
                </c:pt>
                <c:pt idx="3075">
                  <c:v>7.1843199999999996</c:v>
                </c:pt>
                <c:pt idx="3076">
                  <c:v>7.3995199999999999</c:v>
                </c:pt>
                <c:pt idx="3077">
                  <c:v>7.3027100000000003</c:v>
                </c:pt>
                <c:pt idx="3078">
                  <c:v>7.4694799999999999</c:v>
                </c:pt>
                <c:pt idx="3079">
                  <c:v>7.6828000000000003</c:v>
                </c:pt>
                <c:pt idx="3080">
                  <c:v>8.0565599999999993</c:v>
                </c:pt>
                <c:pt idx="3081">
                  <c:v>8.5672999999999995</c:v>
                </c:pt>
                <c:pt idx="3082">
                  <c:v>8.6666799999999995</c:v>
                </c:pt>
                <c:pt idx="3083">
                  <c:v>8.6228499999999997</c:v>
                </c:pt>
                <c:pt idx="3084">
                  <c:v>9.0016999999999996</c:v>
                </c:pt>
                <c:pt idx="3085">
                  <c:v>9.5319400000000005</c:v>
                </c:pt>
                <c:pt idx="3086">
                  <c:v>10.1691</c:v>
                </c:pt>
                <c:pt idx="3087">
                  <c:v>11.058400000000001</c:v>
                </c:pt>
                <c:pt idx="3088">
                  <c:v>12.140499999999999</c:v>
                </c:pt>
                <c:pt idx="3089">
                  <c:v>13.1326</c:v>
                </c:pt>
                <c:pt idx="3090">
                  <c:v>14.0403</c:v>
                </c:pt>
                <c:pt idx="3091">
                  <c:v>15.066700000000001</c:v>
                </c:pt>
                <c:pt idx="3092">
                  <c:v>16.1496</c:v>
                </c:pt>
                <c:pt idx="3093">
                  <c:v>17.407399999999999</c:v>
                </c:pt>
                <c:pt idx="3094">
                  <c:v>18.764099999999999</c:v>
                </c:pt>
                <c:pt idx="3095">
                  <c:v>20.252099999999999</c:v>
                </c:pt>
                <c:pt idx="3096">
                  <c:v>22.7864</c:v>
                </c:pt>
                <c:pt idx="3097">
                  <c:v>26.350899999999999</c:v>
                </c:pt>
                <c:pt idx="3098">
                  <c:v>30.380800000000001</c:v>
                </c:pt>
                <c:pt idx="3099">
                  <c:v>35.465000000000003</c:v>
                </c:pt>
                <c:pt idx="3100">
                  <c:v>41.590800000000002</c:v>
                </c:pt>
                <c:pt idx="3101">
                  <c:v>49.398600000000002</c:v>
                </c:pt>
                <c:pt idx="3102">
                  <c:v>59.666400000000003</c:v>
                </c:pt>
                <c:pt idx="3103">
                  <c:v>73.145600000000002</c:v>
                </c:pt>
                <c:pt idx="3104">
                  <c:v>90.686000000000007</c:v>
                </c:pt>
                <c:pt idx="3105">
                  <c:v>113.254</c:v>
                </c:pt>
                <c:pt idx="3106">
                  <c:v>140.47200000000001</c:v>
                </c:pt>
                <c:pt idx="3107">
                  <c:v>170.05500000000001</c:v>
                </c:pt>
                <c:pt idx="3108">
                  <c:v>199.04499999999999</c:v>
                </c:pt>
                <c:pt idx="3109">
                  <c:v>223.11600000000001</c:v>
                </c:pt>
                <c:pt idx="3110">
                  <c:v>238.416</c:v>
                </c:pt>
                <c:pt idx="3111">
                  <c:v>242.68</c:v>
                </c:pt>
                <c:pt idx="3112">
                  <c:v>235.28200000000001</c:v>
                </c:pt>
                <c:pt idx="3113">
                  <c:v>216.863</c:v>
                </c:pt>
                <c:pt idx="3114">
                  <c:v>190.61500000000001</c:v>
                </c:pt>
                <c:pt idx="3115">
                  <c:v>160.65600000000001</c:v>
                </c:pt>
                <c:pt idx="3116">
                  <c:v>130.56200000000001</c:v>
                </c:pt>
                <c:pt idx="3117">
                  <c:v>103.295</c:v>
                </c:pt>
                <c:pt idx="3118">
                  <c:v>80.933199999999999</c:v>
                </c:pt>
                <c:pt idx="3119">
                  <c:v>63.940399999999997</c:v>
                </c:pt>
                <c:pt idx="3120">
                  <c:v>51.040300000000002</c:v>
                </c:pt>
                <c:pt idx="3121">
                  <c:v>41.627899999999997</c:v>
                </c:pt>
                <c:pt idx="3122">
                  <c:v>34.988900000000001</c:v>
                </c:pt>
                <c:pt idx="3123">
                  <c:v>30.130099999999999</c:v>
                </c:pt>
                <c:pt idx="3124">
                  <c:v>26.3429</c:v>
                </c:pt>
                <c:pt idx="3125">
                  <c:v>23.264900000000001</c:v>
                </c:pt>
                <c:pt idx="3126">
                  <c:v>20.818999999999999</c:v>
                </c:pt>
                <c:pt idx="3127">
                  <c:v>19.2317</c:v>
                </c:pt>
                <c:pt idx="3128">
                  <c:v>18.134799999999998</c:v>
                </c:pt>
                <c:pt idx="3129">
                  <c:v>17.636299999999999</c:v>
                </c:pt>
                <c:pt idx="3130">
                  <c:v>16.988600000000002</c:v>
                </c:pt>
                <c:pt idx="3131">
                  <c:v>15.6592</c:v>
                </c:pt>
                <c:pt idx="3132">
                  <c:v>14.6752</c:v>
                </c:pt>
                <c:pt idx="3133">
                  <c:v>13.962</c:v>
                </c:pt>
                <c:pt idx="3134">
                  <c:v>13.019600000000001</c:v>
                </c:pt>
                <c:pt idx="3135">
                  <c:v>12.1403</c:v>
                </c:pt>
                <c:pt idx="3136">
                  <c:v>11.376300000000001</c:v>
                </c:pt>
                <c:pt idx="3137">
                  <c:v>10.901199999999999</c:v>
                </c:pt>
                <c:pt idx="3138">
                  <c:v>10.284800000000001</c:v>
                </c:pt>
                <c:pt idx="3139">
                  <c:v>9.7304399999999998</c:v>
                </c:pt>
                <c:pt idx="3140">
                  <c:v>9.2755100000000006</c:v>
                </c:pt>
                <c:pt idx="3141">
                  <c:v>8.8117199999999993</c:v>
                </c:pt>
                <c:pt idx="3142">
                  <c:v>8.1422600000000003</c:v>
                </c:pt>
                <c:pt idx="3143">
                  <c:v>7.7763499999999999</c:v>
                </c:pt>
                <c:pt idx="3144">
                  <c:v>7.8456299999999999</c:v>
                </c:pt>
                <c:pt idx="3145">
                  <c:v>7.7453700000000003</c:v>
                </c:pt>
                <c:pt idx="3146">
                  <c:v>7.4529199999999998</c:v>
                </c:pt>
                <c:pt idx="3147">
                  <c:v>7.0463100000000001</c:v>
                </c:pt>
                <c:pt idx="3148">
                  <c:v>6.84694</c:v>
                </c:pt>
                <c:pt idx="3149">
                  <c:v>6.6910499999999997</c:v>
                </c:pt>
                <c:pt idx="3150">
                  <c:v>6.2224199999999996</c:v>
                </c:pt>
                <c:pt idx="3151">
                  <c:v>5.9594100000000001</c:v>
                </c:pt>
                <c:pt idx="3152">
                  <c:v>5.5852899999999996</c:v>
                </c:pt>
                <c:pt idx="3153">
                  <c:v>5.2716500000000002</c:v>
                </c:pt>
                <c:pt idx="3154">
                  <c:v>5.4713700000000003</c:v>
                </c:pt>
                <c:pt idx="3155">
                  <c:v>5.6670199999999999</c:v>
                </c:pt>
                <c:pt idx="3156">
                  <c:v>5.9078099999999996</c:v>
                </c:pt>
                <c:pt idx="3157">
                  <c:v>5.8763100000000001</c:v>
                </c:pt>
                <c:pt idx="3158">
                  <c:v>5.5888099999999996</c:v>
                </c:pt>
                <c:pt idx="3159">
                  <c:v>5.4708100000000002</c:v>
                </c:pt>
                <c:pt idx="3160">
                  <c:v>5.2022899999999996</c:v>
                </c:pt>
                <c:pt idx="3161">
                  <c:v>4.63767</c:v>
                </c:pt>
                <c:pt idx="3162">
                  <c:v>4.5514999999999999</c:v>
                </c:pt>
                <c:pt idx="3163">
                  <c:v>4.4794799999999997</c:v>
                </c:pt>
                <c:pt idx="3164">
                  <c:v>4.4112999999999998</c:v>
                </c:pt>
                <c:pt idx="3165">
                  <c:v>4.54542</c:v>
                </c:pt>
                <c:pt idx="3166">
                  <c:v>4.77006</c:v>
                </c:pt>
                <c:pt idx="3167">
                  <c:v>4.8967299999999998</c:v>
                </c:pt>
                <c:pt idx="3168">
                  <c:v>5.0616399999999997</c:v>
                </c:pt>
                <c:pt idx="3169">
                  <c:v>5.1672000000000002</c:v>
                </c:pt>
                <c:pt idx="3170">
                  <c:v>4.9461399999999998</c:v>
                </c:pt>
                <c:pt idx="3171">
                  <c:v>4.5862600000000002</c:v>
                </c:pt>
                <c:pt idx="3172">
                  <c:v>4.2714299999999996</c:v>
                </c:pt>
                <c:pt idx="3173">
                  <c:v>4.4349499999999997</c:v>
                </c:pt>
                <c:pt idx="3174">
                  <c:v>5.1574499999999999</c:v>
                </c:pt>
                <c:pt idx="3175">
                  <c:v>5.6001399999999997</c:v>
                </c:pt>
                <c:pt idx="3176">
                  <c:v>5.56393</c:v>
                </c:pt>
                <c:pt idx="3177">
                  <c:v>5.26342</c:v>
                </c:pt>
                <c:pt idx="3178">
                  <c:v>4.9263700000000004</c:v>
                </c:pt>
                <c:pt idx="3179">
                  <c:v>4.9014199999999999</c:v>
                </c:pt>
                <c:pt idx="3180">
                  <c:v>4.5196500000000004</c:v>
                </c:pt>
                <c:pt idx="3181">
                  <c:v>4.0779199999999998</c:v>
                </c:pt>
                <c:pt idx="3182">
                  <c:v>4.2505899999999999</c:v>
                </c:pt>
                <c:pt idx="3183">
                  <c:v>4.3753799999999998</c:v>
                </c:pt>
                <c:pt idx="3184">
                  <c:v>4.1529499999999997</c:v>
                </c:pt>
                <c:pt idx="3185">
                  <c:v>4.15029</c:v>
                </c:pt>
                <c:pt idx="3186">
                  <c:v>4.7665899999999999</c:v>
                </c:pt>
                <c:pt idx="3187">
                  <c:v>5.1578200000000001</c:v>
                </c:pt>
                <c:pt idx="3188">
                  <c:v>4.8773</c:v>
                </c:pt>
                <c:pt idx="3189">
                  <c:v>4.5003900000000003</c:v>
                </c:pt>
                <c:pt idx="3190">
                  <c:v>4.5911600000000004</c:v>
                </c:pt>
                <c:pt idx="3191">
                  <c:v>4.9080199999999996</c:v>
                </c:pt>
                <c:pt idx="3192">
                  <c:v>5.1395499999999998</c:v>
                </c:pt>
                <c:pt idx="3193">
                  <c:v>5.2322899999999999</c:v>
                </c:pt>
                <c:pt idx="3194">
                  <c:v>5.1559600000000003</c:v>
                </c:pt>
                <c:pt idx="3195">
                  <c:v>4.6665099999999997</c:v>
                </c:pt>
                <c:pt idx="3196">
                  <c:v>4.1475799999999996</c:v>
                </c:pt>
                <c:pt idx="3197">
                  <c:v>4.1770699999999996</c:v>
                </c:pt>
                <c:pt idx="3198">
                  <c:v>4.5484299999999998</c:v>
                </c:pt>
                <c:pt idx="3199">
                  <c:v>4.9433800000000003</c:v>
                </c:pt>
                <c:pt idx="3200">
                  <c:v>5.0431499999999998</c:v>
                </c:pt>
                <c:pt idx="3201">
                  <c:v>5.0437399999999997</c:v>
                </c:pt>
                <c:pt idx="3202">
                  <c:v>4.8820100000000002</c:v>
                </c:pt>
                <c:pt idx="3203">
                  <c:v>4.8576899999999998</c:v>
                </c:pt>
                <c:pt idx="3204">
                  <c:v>4.8492800000000003</c:v>
                </c:pt>
                <c:pt idx="3205">
                  <c:v>4.8793499999999996</c:v>
                </c:pt>
                <c:pt idx="3206">
                  <c:v>4.6928000000000001</c:v>
                </c:pt>
                <c:pt idx="3207">
                  <c:v>4.7740099999999996</c:v>
                </c:pt>
                <c:pt idx="3208">
                  <c:v>4.7957000000000001</c:v>
                </c:pt>
                <c:pt idx="3209">
                  <c:v>4.2667700000000002</c:v>
                </c:pt>
                <c:pt idx="3210">
                  <c:v>4.3444200000000004</c:v>
                </c:pt>
                <c:pt idx="3211">
                  <c:v>4.5559900000000004</c:v>
                </c:pt>
                <c:pt idx="3212">
                  <c:v>4.5162699999999996</c:v>
                </c:pt>
                <c:pt idx="3213">
                  <c:v>4.2274599999999998</c:v>
                </c:pt>
                <c:pt idx="3214">
                  <c:v>4.1521699999999999</c:v>
                </c:pt>
                <c:pt idx="3215">
                  <c:v>4.39133</c:v>
                </c:pt>
                <c:pt idx="3216">
                  <c:v>4.3539300000000001</c:v>
                </c:pt>
                <c:pt idx="3217">
                  <c:v>4.0695300000000003</c:v>
                </c:pt>
                <c:pt idx="3218">
                  <c:v>3.7997200000000002</c:v>
                </c:pt>
                <c:pt idx="3219">
                  <c:v>3.8641200000000002</c:v>
                </c:pt>
                <c:pt idx="3220">
                  <c:v>3.8699400000000002</c:v>
                </c:pt>
                <c:pt idx="3221">
                  <c:v>3.9973900000000002</c:v>
                </c:pt>
                <c:pt idx="3222">
                  <c:v>3.75054</c:v>
                </c:pt>
                <c:pt idx="3223">
                  <c:v>3.5846900000000002</c:v>
                </c:pt>
                <c:pt idx="3224">
                  <c:v>3.6963900000000001</c:v>
                </c:pt>
                <c:pt idx="3225">
                  <c:v>3.8492600000000001</c:v>
                </c:pt>
                <c:pt idx="3226">
                  <c:v>4.0402199999999997</c:v>
                </c:pt>
                <c:pt idx="3227">
                  <c:v>4.1022999999999996</c:v>
                </c:pt>
                <c:pt idx="3228">
                  <c:v>4.2621399999999996</c:v>
                </c:pt>
                <c:pt idx="3229">
                  <c:v>4.3955599999999997</c:v>
                </c:pt>
                <c:pt idx="3230">
                  <c:v>4.2024800000000004</c:v>
                </c:pt>
                <c:pt idx="3231">
                  <c:v>3.87324</c:v>
                </c:pt>
                <c:pt idx="3232">
                  <c:v>3.9557099999999998</c:v>
                </c:pt>
                <c:pt idx="3233">
                  <c:v>3.97702</c:v>
                </c:pt>
                <c:pt idx="3234">
                  <c:v>3.98265</c:v>
                </c:pt>
                <c:pt idx="3235">
                  <c:v>4.15517</c:v>
                </c:pt>
                <c:pt idx="3236">
                  <c:v>4.2124300000000003</c:v>
                </c:pt>
                <c:pt idx="3237">
                  <c:v>4.1167899999999999</c:v>
                </c:pt>
                <c:pt idx="3238">
                  <c:v>4.1539000000000001</c:v>
                </c:pt>
                <c:pt idx="3239">
                  <c:v>4.3670900000000001</c:v>
                </c:pt>
                <c:pt idx="3240">
                  <c:v>4.1232600000000001</c:v>
                </c:pt>
                <c:pt idx="3241">
                  <c:v>3.44556</c:v>
                </c:pt>
                <c:pt idx="3242">
                  <c:v>3.3792900000000001</c:v>
                </c:pt>
                <c:pt idx="3243">
                  <c:v>3.5488400000000002</c:v>
                </c:pt>
                <c:pt idx="3244">
                  <c:v>3.5690400000000002</c:v>
                </c:pt>
                <c:pt idx="3245">
                  <c:v>3.5256699999999999</c:v>
                </c:pt>
                <c:pt idx="3246">
                  <c:v>3.5503800000000001</c:v>
                </c:pt>
                <c:pt idx="3247">
                  <c:v>3.55077</c:v>
                </c:pt>
                <c:pt idx="3248">
                  <c:v>3.70777</c:v>
                </c:pt>
                <c:pt idx="3249">
                  <c:v>3.6958600000000001</c:v>
                </c:pt>
                <c:pt idx="3250">
                  <c:v>4.0739700000000001</c:v>
                </c:pt>
                <c:pt idx="3251">
                  <c:v>4.4363000000000001</c:v>
                </c:pt>
                <c:pt idx="3252">
                  <c:v>4.3622800000000002</c:v>
                </c:pt>
                <c:pt idx="3253">
                  <c:v>3.6717499999999998</c:v>
                </c:pt>
                <c:pt idx="3254">
                  <c:v>3.5096699999999998</c:v>
                </c:pt>
                <c:pt idx="3255">
                  <c:v>3.5709</c:v>
                </c:pt>
                <c:pt idx="3256">
                  <c:v>3.35717</c:v>
                </c:pt>
                <c:pt idx="3257">
                  <c:v>3.36713</c:v>
                </c:pt>
                <c:pt idx="3258">
                  <c:v>3.7412999999999998</c:v>
                </c:pt>
                <c:pt idx="3259">
                  <c:v>4.1034300000000004</c:v>
                </c:pt>
                <c:pt idx="3260">
                  <c:v>4.2185899999999998</c:v>
                </c:pt>
                <c:pt idx="3261">
                  <c:v>4.1680299999999999</c:v>
                </c:pt>
                <c:pt idx="3262">
                  <c:v>4.2194000000000003</c:v>
                </c:pt>
                <c:pt idx="3263">
                  <c:v>4.0423</c:v>
                </c:pt>
                <c:pt idx="3264">
                  <c:v>3.8980999999999999</c:v>
                </c:pt>
                <c:pt idx="3265">
                  <c:v>3.9056600000000001</c:v>
                </c:pt>
                <c:pt idx="3266">
                  <c:v>3.9524599999999999</c:v>
                </c:pt>
                <c:pt idx="3267">
                  <c:v>3.84524</c:v>
                </c:pt>
                <c:pt idx="3268">
                  <c:v>3.70886</c:v>
                </c:pt>
                <c:pt idx="3269">
                  <c:v>3.3410099999999998</c:v>
                </c:pt>
                <c:pt idx="3270">
                  <c:v>3.3786399999999999</c:v>
                </c:pt>
                <c:pt idx="3271">
                  <c:v>3.7313999999999998</c:v>
                </c:pt>
                <c:pt idx="3272">
                  <c:v>3.8995600000000001</c:v>
                </c:pt>
                <c:pt idx="3273">
                  <c:v>3.7884500000000001</c:v>
                </c:pt>
                <c:pt idx="3274">
                  <c:v>3.66065</c:v>
                </c:pt>
                <c:pt idx="3275">
                  <c:v>4.1912000000000003</c:v>
                </c:pt>
                <c:pt idx="3276">
                  <c:v>4.4632300000000003</c:v>
                </c:pt>
                <c:pt idx="3277">
                  <c:v>4.2528100000000002</c:v>
                </c:pt>
                <c:pt idx="3278">
                  <c:v>4.3084699999999998</c:v>
                </c:pt>
                <c:pt idx="3279">
                  <c:v>3.9497599999999999</c:v>
                </c:pt>
                <c:pt idx="3280">
                  <c:v>3.4879500000000001</c:v>
                </c:pt>
                <c:pt idx="3281">
                  <c:v>3.3389899999999999</c:v>
                </c:pt>
                <c:pt idx="3282">
                  <c:v>3.3619599999999998</c:v>
                </c:pt>
                <c:pt idx="3283">
                  <c:v>3.3935200000000001</c:v>
                </c:pt>
                <c:pt idx="3284">
                  <c:v>3.7317800000000001</c:v>
                </c:pt>
                <c:pt idx="3285">
                  <c:v>3.99091</c:v>
                </c:pt>
                <c:pt idx="3286">
                  <c:v>3.9948000000000001</c:v>
                </c:pt>
                <c:pt idx="3287">
                  <c:v>4.0027799999999996</c:v>
                </c:pt>
                <c:pt idx="3288">
                  <c:v>4.0519699999999998</c:v>
                </c:pt>
                <c:pt idx="3289">
                  <c:v>4.1657299999999999</c:v>
                </c:pt>
                <c:pt idx="3290">
                  <c:v>4.1290899999999997</c:v>
                </c:pt>
                <c:pt idx="3291">
                  <c:v>3.7378399999999998</c:v>
                </c:pt>
                <c:pt idx="3292">
                  <c:v>3.4974500000000002</c:v>
                </c:pt>
                <c:pt idx="3293">
                  <c:v>3.5010500000000002</c:v>
                </c:pt>
                <c:pt idx="3294">
                  <c:v>4.0110099999999997</c:v>
                </c:pt>
                <c:pt idx="3295">
                  <c:v>4.3181799999999999</c:v>
                </c:pt>
                <c:pt idx="3296">
                  <c:v>4.2137000000000002</c:v>
                </c:pt>
                <c:pt idx="3297">
                  <c:v>4.0193399999999997</c:v>
                </c:pt>
                <c:pt idx="3298">
                  <c:v>4.0744999999999996</c:v>
                </c:pt>
                <c:pt idx="3299">
                  <c:v>4.0870100000000003</c:v>
                </c:pt>
                <c:pt idx="3300">
                  <c:v>3.91038</c:v>
                </c:pt>
                <c:pt idx="3301">
                  <c:v>4.0661199999999997</c:v>
                </c:pt>
                <c:pt idx="3302">
                  <c:v>4.0754299999999999</c:v>
                </c:pt>
                <c:pt idx="3303">
                  <c:v>3.9420099999999998</c:v>
                </c:pt>
                <c:pt idx="3304">
                  <c:v>4.1026999999999996</c:v>
                </c:pt>
                <c:pt idx="3305">
                  <c:v>4.1495499999999996</c:v>
                </c:pt>
                <c:pt idx="3306">
                  <c:v>3.8080699999999998</c:v>
                </c:pt>
                <c:pt idx="3307">
                  <c:v>3.69401</c:v>
                </c:pt>
                <c:pt idx="3308">
                  <c:v>3.5474000000000001</c:v>
                </c:pt>
                <c:pt idx="3309">
                  <c:v>3.21211</c:v>
                </c:pt>
                <c:pt idx="3310">
                  <c:v>3.1401699999999999</c:v>
                </c:pt>
                <c:pt idx="3311">
                  <c:v>3.36625</c:v>
                </c:pt>
                <c:pt idx="3312">
                  <c:v>3.2452700000000001</c:v>
                </c:pt>
                <c:pt idx="3313">
                  <c:v>3.0610900000000001</c:v>
                </c:pt>
                <c:pt idx="3314">
                  <c:v>3.0903900000000002</c:v>
                </c:pt>
                <c:pt idx="3315">
                  <c:v>3.4218999999999999</c:v>
                </c:pt>
                <c:pt idx="3316">
                  <c:v>3.6805599999999998</c:v>
                </c:pt>
                <c:pt idx="3317">
                  <c:v>3.7030099999999999</c:v>
                </c:pt>
                <c:pt idx="3318">
                  <c:v>3.44652</c:v>
                </c:pt>
                <c:pt idx="3319">
                  <c:v>3.2809499999999998</c:v>
                </c:pt>
                <c:pt idx="3320">
                  <c:v>3.6734599999999999</c:v>
                </c:pt>
                <c:pt idx="3321">
                  <c:v>4.01614</c:v>
                </c:pt>
                <c:pt idx="3322">
                  <c:v>3.8841100000000002</c:v>
                </c:pt>
                <c:pt idx="3323">
                  <c:v>3.60263</c:v>
                </c:pt>
                <c:pt idx="3324">
                  <c:v>3.36707</c:v>
                </c:pt>
                <c:pt idx="3325">
                  <c:v>3.1817500000000001</c:v>
                </c:pt>
                <c:pt idx="3326">
                  <c:v>3.0478399999999999</c:v>
                </c:pt>
                <c:pt idx="3327">
                  <c:v>3.53938</c:v>
                </c:pt>
                <c:pt idx="3328">
                  <c:v>3.8237700000000001</c:v>
                </c:pt>
                <c:pt idx="3329">
                  <c:v>3.65117</c:v>
                </c:pt>
                <c:pt idx="3330">
                  <c:v>3.70058</c:v>
                </c:pt>
                <c:pt idx="3331">
                  <c:v>4.11402</c:v>
                </c:pt>
                <c:pt idx="3332">
                  <c:v>4.5890199999999997</c:v>
                </c:pt>
                <c:pt idx="3333">
                  <c:v>4.6166</c:v>
                </c:pt>
                <c:pt idx="3334">
                  <c:v>4.59734</c:v>
                </c:pt>
                <c:pt idx="3335">
                  <c:v>4.30802</c:v>
                </c:pt>
                <c:pt idx="3336">
                  <c:v>4.2270099999999999</c:v>
                </c:pt>
                <c:pt idx="3337">
                  <c:v>4.0781599999999996</c:v>
                </c:pt>
                <c:pt idx="3338">
                  <c:v>3.8624200000000002</c:v>
                </c:pt>
                <c:pt idx="3339">
                  <c:v>4.0527899999999999</c:v>
                </c:pt>
                <c:pt idx="3340">
                  <c:v>4.0682700000000001</c:v>
                </c:pt>
                <c:pt idx="3341">
                  <c:v>3.8167200000000001</c:v>
                </c:pt>
                <c:pt idx="3342">
                  <c:v>3.74363</c:v>
                </c:pt>
                <c:pt idx="3343">
                  <c:v>3.9357000000000002</c:v>
                </c:pt>
                <c:pt idx="3344">
                  <c:v>3.8970600000000002</c:v>
                </c:pt>
                <c:pt idx="3345">
                  <c:v>3.7185800000000002</c:v>
                </c:pt>
                <c:pt idx="3346">
                  <c:v>3.58494</c:v>
                </c:pt>
                <c:pt idx="3347">
                  <c:v>3.6918799999999998</c:v>
                </c:pt>
                <c:pt idx="3348">
                  <c:v>3.8169499999999998</c:v>
                </c:pt>
                <c:pt idx="3349">
                  <c:v>3.8685700000000001</c:v>
                </c:pt>
                <c:pt idx="3350">
                  <c:v>3.9975499999999999</c:v>
                </c:pt>
                <c:pt idx="3351">
                  <c:v>3.7873700000000001</c:v>
                </c:pt>
                <c:pt idx="3352">
                  <c:v>3.6752199999999999</c:v>
                </c:pt>
                <c:pt idx="3353">
                  <c:v>3.9287299999999998</c:v>
                </c:pt>
                <c:pt idx="3354">
                  <c:v>4.1827300000000003</c:v>
                </c:pt>
                <c:pt idx="3355">
                  <c:v>4.43872</c:v>
                </c:pt>
                <c:pt idx="3356">
                  <c:v>4.6194600000000001</c:v>
                </c:pt>
                <c:pt idx="3357">
                  <c:v>4.6988300000000001</c:v>
                </c:pt>
                <c:pt idx="3358">
                  <c:v>4.7412799999999997</c:v>
                </c:pt>
                <c:pt idx="3359">
                  <c:v>4.6187899999999997</c:v>
                </c:pt>
                <c:pt idx="3360">
                  <c:v>4.3005500000000003</c:v>
                </c:pt>
                <c:pt idx="3361">
                  <c:v>4.2742500000000003</c:v>
                </c:pt>
                <c:pt idx="3362">
                  <c:v>4.2688100000000002</c:v>
                </c:pt>
                <c:pt idx="3363">
                  <c:v>3.9918800000000001</c:v>
                </c:pt>
                <c:pt idx="3364">
                  <c:v>3.8571300000000002</c:v>
                </c:pt>
                <c:pt idx="3365">
                  <c:v>3.8574199999999998</c:v>
                </c:pt>
                <c:pt idx="3366">
                  <c:v>3.9322300000000001</c:v>
                </c:pt>
                <c:pt idx="3367">
                  <c:v>4.2797299999999998</c:v>
                </c:pt>
                <c:pt idx="3368">
                  <c:v>4.5621099999999997</c:v>
                </c:pt>
                <c:pt idx="3369">
                  <c:v>5.0484999999999998</c:v>
                </c:pt>
                <c:pt idx="3370">
                  <c:v>5.6519000000000004</c:v>
                </c:pt>
                <c:pt idx="3371">
                  <c:v>6.3758499999999998</c:v>
                </c:pt>
                <c:pt idx="3372">
                  <c:v>6.9341400000000002</c:v>
                </c:pt>
                <c:pt idx="3373">
                  <c:v>7.1682100000000002</c:v>
                </c:pt>
                <c:pt idx="3374">
                  <c:v>7.4277699999999998</c:v>
                </c:pt>
                <c:pt idx="3375">
                  <c:v>7.5749000000000004</c:v>
                </c:pt>
                <c:pt idx="3376">
                  <c:v>7.6679500000000003</c:v>
                </c:pt>
                <c:pt idx="3377">
                  <c:v>7.7807000000000004</c:v>
                </c:pt>
                <c:pt idx="3378">
                  <c:v>7.6298500000000002</c:v>
                </c:pt>
                <c:pt idx="3379">
                  <c:v>7.5590799999999998</c:v>
                </c:pt>
                <c:pt idx="3380">
                  <c:v>7.79833</c:v>
                </c:pt>
                <c:pt idx="3381">
                  <c:v>7.9922000000000004</c:v>
                </c:pt>
                <c:pt idx="3382">
                  <c:v>8.01877</c:v>
                </c:pt>
                <c:pt idx="3383">
                  <c:v>8.5186299999999999</c:v>
                </c:pt>
                <c:pt idx="3384">
                  <c:v>9.5651299999999999</c:v>
                </c:pt>
                <c:pt idx="3385">
                  <c:v>10.874499999999999</c:v>
                </c:pt>
                <c:pt idx="3386">
                  <c:v>12.347200000000001</c:v>
                </c:pt>
                <c:pt idx="3387">
                  <c:v>14.4656</c:v>
                </c:pt>
                <c:pt idx="3388">
                  <c:v>17.145900000000001</c:v>
                </c:pt>
                <c:pt idx="3389">
                  <c:v>20.0688</c:v>
                </c:pt>
                <c:pt idx="3390">
                  <c:v>23.728200000000001</c:v>
                </c:pt>
                <c:pt idx="3391">
                  <c:v>28.066400000000002</c:v>
                </c:pt>
                <c:pt idx="3392">
                  <c:v>32.258800000000001</c:v>
                </c:pt>
                <c:pt idx="3393">
                  <c:v>36.016599999999997</c:v>
                </c:pt>
                <c:pt idx="3394">
                  <c:v>39.181100000000001</c:v>
                </c:pt>
                <c:pt idx="3395">
                  <c:v>41.552100000000003</c:v>
                </c:pt>
                <c:pt idx="3396">
                  <c:v>42.872799999999998</c:v>
                </c:pt>
                <c:pt idx="3397">
                  <c:v>42.665100000000002</c:v>
                </c:pt>
                <c:pt idx="3398">
                  <c:v>40.790199999999999</c:v>
                </c:pt>
                <c:pt idx="3399">
                  <c:v>37.814900000000002</c:v>
                </c:pt>
                <c:pt idx="3400">
                  <c:v>33.870800000000003</c:v>
                </c:pt>
                <c:pt idx="3401">
                  <c:v>29.742699999999999</c:v>
                </c:pt>
                <c:pt idx="3402">
                  <c:v>25.5732</c:v>
                </c:pt>
                <c:pt idx="3403">
                  <c:v>21.3565</c:v>
                </c:pt>
                <c:pt idx="3404">
                  <c:v>17.785</c:v>
                </c:pt>
                <c:pt idx="3405">
                  <c:v>14.846299999999999</c:v>
                </c:pt>
                <c:pt idx="3406">
                  <c:v>12.938000000000001</c:v>
                </c:pt>
                <c:pt idx="3407">
                  <c:v>11.425800000000001</c:v>
                </c:pt>
                <c:pt idx="3408">
                  <c:v>10.2075</c:v>
                </c:pt>
                <c:pt idx="3409">
                  <c:v>9.7238199999999999</c:v>
                </c:pt>
                <c:pt idx="3410">
                  <c:v>9.6816300000000002</c:v>
                </c:pt>
                <c:pt idx="3411">
                  <c:v>10.039400000000001</c:v>
                </c:pt>
                <c:pt idx="3412">
                  <c:v>10.7469</c:v>
                </c:pt>
                <c:pt idx="3413">
                  <c:v>11.4198</c:v>
                </c:pt>
                <c:pt idx="3414">
                  <c:v>11.9268</c:v>
                </c:pt>
                <c:pt idx="3415">
                  <c:v>12.4514</c:v>
                </c:pt>
                <c:pt idx="3416">
                  <c:v>13.4846</c:v>
                </c:pt>
                <c:pt idx="3417">
                  <c:v>14.3332</c:v>
                </c:pt>
                <c:pt idx="3418">
                  <c:v>14.6364</c:v>
                </c:pt>
                <c:pt idx="3419">
                  <c:v>14.343400000000001</c:v>
                </c:pt>
                <c:pt idx="3420">
                  <c:v>13.4961</c:v>
                </c:pt>
                <c:pt idx="3421">
                  <c:v>12.369300000000001</c:v>
                </c:pt>
                <c:pt idx="3422">
                  <c:v>11.5281</c:v>
                </c:pt>
                <c:pt idx="3423">
                  <c:v>10.7719</c:v>
                </c:pt>
                <c:pt idx="3424">
                  <c:v>9.9012799999999999</c:v>
                </c:pt>
                <c:pt idx="3425">
                  <c:v>8.8714300000000001</c:v>
                </c:pt>
                <c:pt idx="3426">
                  <c:v>7.8300900000000002</c:v>
                </c:pt>
                <c:pt idx="3427">
                  <c:v>7.1327699999999998</c:v>
                </c:pt>
                <c:pt idx="3428">
                  <c:v>6.8115899999999998</c:v>
                </c:pt>
                <c:pt idx="3429">
                  <c:v>6.3848200000000004</c:v>
                </c:pt>
                <c:pt idx="3430">
                  <c:v>6.01966</c:v>
                </c:pt>
                <c:pt idx="3431">
                  <c:v>5.7855800000000004</c:v>
                </c:pt>
                <c:pt idx="3432">
                  <c:v>5.7692699999999997</c:v>
                </c:pt>
                <c:pt idx="3433">
                  <c:v>5.8437299999999999</c:v>
                </c:pt>
                <c:pt idx="3434">
                  <c:v>6.0560499999999999</c:v>
                </c:pt>
                <c:pt idx="3435">
                  <c:v>6.05999</c:v>
                </c:pt>
                <c:pt idx="3436">
                  <c:v>5.9493600000000004</c:v>
                </c:pt>
                <c:pt idx="3437">
                  <c:v>5.5130999999999997</c:v>
                </c:pt>
                <c:pt idx="3438">
                  <c:v>4.9001599999999996</c:v>
                </c:pt>
                <c:pt idx="3439">
                  <c:v>4.6377600000000001</c:v>
                </c:pt>
                <c:pt idx="3440">
                  <c:v>4.3244499999999997</c:v>
                </c:pt>
                <c:pt idx="3441">
                  <c:v>4.21305</c:v>
                </c:pt>
                <c:pt idx="3442">
                  <c:v>4.2097800000000003</c:v>
                </c:pt>
                <c:pt idx="3443">
                  <c:v>4.5122900000000001</c:v>
                </c:pt>
                <c:pt idx="3444">
                  <c:v>4.9096000000000002</c:v>
                </c:pt>
                <c:pt idx="3445">
                  <c:v>4.7239100000000001</c:v>
                </c:pt>
                <c:pt idx="3446">
                  <c:v>4.3944299999999998</c:v>
                </c:pt>
                <c:pt idx="3447">
                  <c:v>4.07639</c:v>
                </c:pt>
                <c:pt idx="3448">
                  <c:v>3.8054399999999999</c:v>
                </c:pt>
                <c:pt idx="3449">
                  <c:v>3.706</c:v>
                </c:pt>
                <c:pt idx="3450">
                  <c:v>3.8226300000000002</c:v>
                </c:pt>
                <c:pt idx="3451">
                  <c:v>4.3877899999999999</c:v>
                </c:pt>
                <c:pt idx="3452">
                  <c:v>4.8532900000000003</c:v>
                </c:pt>
                <c:pt idx="3453">
                  <c:v>5.1275500000000003</c:v>
                </c:pt>
                <c:pt idx="3454">
                  <c:v>5.0624200000000004</c:v>
                </c:pt>
                <c:pt idx="3455">
                  <c:v>4.71563</c:v>
                </c:pt>
                <c:pt idx="3456">
                  <c:v>4.3091600000000003</c:v>
                </c:pt>
                <c:pt idx="3457">
                  <c:v>4.1371399999999996</c:v>
                </c:pt>
                <c:pt idx="3458">
                  <c:v>4.08066</c:v>
                </c:pt>
                <c:pt idx="3459">
                  <c:v>4.1326999999999998</c:v>
                </c:pt>
                <c:pt idx="3460">
                  <c:v>4.41479</c:v>
                </c:pt>
                <c:pt idx="3461">
                  <c:v>4.7283299999999997</c:v>
                </c:pt>
                <c:pt idx="3462">
                  <c:v>4.7486800000000002</c:v>
                </c:pt>
                <c:pt idx="3463">
                  <c:v>4.6613300000000004</c:v>
                </c:pt>
                <c:pt idx="3464">
                  <c:v>4.40137</c:v>
                </c:pt>
                <c:pt idx="3465">
                  <c:v>4.1613699999999998</c:v>
                </c:pt>
                <c:pt idx="3466">
                  <c:v>4.0162000000000004</c:v>
                </c:pt>
                <c:pt idx="3467">
                  <c:v>4.2545099999999998</c:v>
                </c:pt>
                <c:pt idx="3468">
                  <c:v>4.1705100000000002</c:v>
                </c:pt>
                <c:pt idx="3469">
                  <c:v>3.68337</c:v>
                </c:pt>
                <c:pt idx="3470">
                  <c:v>3.8882099999999999</c:v>
                </c:pt>
                <c:pt idx="3471">
                  <c:v>4.0147700000000004</c:v>
                </c:pt>
                <c:pt idx="3472">
                  <c:v>3.8357399999999999</c:v>
                </c:pt>
                <c:pt idx="3473">
                  <c:v>3.7192599999999998</c:v>
                </c:pt>
                <c:pt idx="3474">
                  <c:v>3.6108600000000002</c:v>
                </c:pt>
                <c:pt idx="3475">
                  <c:v>3.6684999999999999</c:v>
                </c:pt>
                <c:pt idx="3476">
                  <c:v>3.5009299999999999</c:v>
                </c:pt>
                <c:pt idx="3477">
                  <c:v>3.2029999999999998</c:v>
                </c:pt>
                <c:pt idx="3478">
                  <c:v>2.92727</c:v>
                </c:pt>
                <c:pt idx="3479">
                  <c:v>3.5818300000000001</c:v>
                </c:pt>
                <c:pt idx="3480">
                  <c:v>3.9795199999999999</c:v>
                </c:pt>
                <c:pt idx="3481">
                  <c:v>4.0148200000000003</c:v>
                </c:pt>
                <c:pt idx="3482">
                  <c:v>3.8578800000000002</c:v>
                </c:pt>
                <c:pt idx="3483">
                  <c:v>3.9140299999999999</c:v>
                </c:pt>
                <c:pt idx="3484">
                  <c:v>4.1023899999999998</c:v>
                </c:pt>
                <c:pt idx="3485">
                  <c:v>4.2090300000000003</c:v>
                </c:pt>
                <c:pt idx="3486">
                  <c:v>4.4828900000000003</c:v>
                </c:pt>
                <c:pt idx="3487">
                  <c:v>4.2008599999999996</c:v>
                </c:pt>
                <c:pt idx="3488">
                  <c:v>3.6753200000000001</c:v>
                </c:pt>
                <c:pt idx="3489">
                  <c:v>3.5725099999999999</c:v>
                </c:pt>
                <c:pt idx="3490">
                  <c:v>3.6767300000000001</c:v>
                </c:pt>
                <c:pt idx="3491">
                  <c:v>3.7905600000000002</c:v>
                </c:pt>
                <c:pt idx="3492">
                  <c:v>3.4748100000000002</c:v>
                </c:pt>
                <c:pt idx="3493">
                  <c:v>2.8645700000000001</c:v>
                </c:pt>
                <c:pt idx="3494">
                  <c:v>2.98021</c:v>
                </c:pt>
                <c:pt idx="3495">
                  <c:v>3.2601900000000001</c:v>
                </c:pt>
                <c:pt idx="3496">
                  <c:v>3.2476600000000002</c:v>
                </c:pt>
                <c:pt idx="3497">
                  <c:v>3.2155900000000002</c:v>
                </c:pt>
                <c:pt idx="3498">
                  <c:v>3.2679800000000001</c:v>
                </c:pt>
                <c:pt idx="3499">
                  <c:v>3.2391000000000001</c:v>
                </c:pt>
                <c:pt idx="3500">
                  <c:v>3.22661</c:v>
                </c:pt>
                <c:pt idx="3501">
                  <c:v>3.30932</c:v>
                </c:pt>
                <c:pt idx="3502">
                  <c:v>3.28471</c:v>
                </c:pt>
                <c:pt idx="3503">
                  <c:v>3.2356699999999998</c:v>
                </c:pt>
                <c:pt idx="3504">
                  <c:v>3.2685</c:v>
                </c:pt>
                <c:pt idx="3505">
                  <c:v>3.5325099999999998</c:v>
                </c:pt>
                <c:pt idx="3506">
                  <c:v>3.6648800000000001</c:v>
                </c:pt>
                <c:pt idx="3507">
                  <c:v>3.7678500000000001</c:v>
                </c:pt>
                <c:pt idx="3508">
                  <c:v>3.84728</c:v>
                </c:pt>
                <c:pt idx="3509">
                  <c:v>3.79</c:v>
                </c:pt>
                <c:pt idx="3510">
                  <c:v>3.5969600000000002</c:v>
                </c:pt>
                <c:pt idx="3511">
                  <c:v>3.18106</c:v>
                </c:pt>
                <c:pt idx="3512">
                  <c:v>2.8557199999999998</c:v>
                </c:pt>
                <c:pt idx="3513">
                  <c:v>2.8502800000000001</c:v>
                </c:pt>
                <c:pt idx="3514">
                  <c:v>2.8932199999999999</c:v>
                </c:pt>
                <c:pt idx="3515">
                  <c:v>3.0781100000000001</c:v>
                </c:pt>
                <c:pt idx="3516">
                  <c:v>3.2031299999999998</c:v>
                </c:pt>
                <c:pt idx="3517">
                  <c:v>3.0415899999999998</c:v>
                </c:pt>
                <c:pt idx="3518">
                  <c:v>2.8601899999999998</c:v>
                </c:pt>
                <c:pt idx="3519">
                  <c:v>2.8200699999999999</c:v>
                </c:pt>
                <c:pt idx="3520">
                  <c:v>2.8413900000000001</c:v>
                </c:pt>
                <c:pt idx="3521">
                  <c:v>3.0085000000000002</c:v>
                </c:pt>
                <c:pt idx="3522">
                  <c:v>2.9956800000000001</c:v>
                </c:pt>
                <c:pt idx="3523">
                  <c:v>2.7956099999999999</c:v>
                </c:pt>
                <c:pt idx="3524">
                  <c:v>3.0121699999999998</c:v>
                </c:pt>
                <c:pt idx="3525">
                  <c:v>3.4699300000000002</c:v>
                </c:pt>
                <c:pt idx="3526">
                  <c:v>3.69489</c:v>
                </c:pt>
                <c:pt idx="3527">
                  <c:v>3.6190099999999998</c:v>
                </c:pt>
                <c:pt idx="3528">
                  <c:v>3.5264099999999998</c:v>
                </c:pt>
                <c:pt idx="3529">
                  <c:v>3.7063600000000001</c:v>
                </c:pt>
                <c:pt idx="3530">
                  <c:v>3.8065699999999998</c:v>
                </c:pt>
                <c:pt idx="3531">
                  <c:v>3.7218</c:v>
                </c:pt>
                <c:pt idx="3532">
                  <c:v>3.6814100000000001</c:v>
                </c:pt>
                <c:pt idx="3533">
                  <c:v>3.9659200000000001</c:v>
                </c:pt>
                <c:pt idx="3534">
                  <c:v>4.15001</c:v>
                </c:pt>
                <c:pt idx="3535">
                  <c:v>4.1663399999999999</c:v>
                </c:pt>
                <c:pt idx="3536">
                  <c:v>4.1885599999999998</c:v>
                </c:pt>
                <c:pt idx="3537">
                  <c:v>4.0462499999999997</c:v>
                </c:pt>
                <c:pt idx="3538">
                  <c:v>3.9726499999999998</c:v>
                </c:pt>
                <c:pt idx="3539">
                  <c:v>3.8065699999999998</c:v>
                </c:pt>
                <c:pt idx="3540">
                  <c:v>3.7033999999999998</c:v>
                </c:pt>
                <c:pt idx="3541">
                  <c:v>3.7503700000000002</c:v>
                </c:pt>
                <c:pt idx="3542">
                  <c:v>3.7413599999999998</c:v>
                </c:pt>
                <c:pt idx="3543">
                  <c:v>3.5767099999999998</c:v>
                </c:pt>
                <c:pt idx="3544">
                  <c:v>3.2949899999999999</c:v>
                </c:pt>
                <c:pt idx="3545">
                  <c:v>3.1286999999999998</c:v>
                </c:pt>
                <c:pt idx="3546">
                  <c:v>3.43594</c:v>
                </c:pt>
                <c:pt idx="3547">
                  <c:v>3.4489700000000001</c:v>
                </c:pt>
                <c:pt idx="3548">
                  <c:v>3.2904100000000001</c:v>
                </c:pt>
                <c:pt idx="3549">
                  <c:v>3.0562900000000002</c:v>
                </c:pt>
                <c:pt idx="3550">
                  <c:v>3.1600899999999998</c:v>
                </c:pt>
                <c:pt idx="3551">
                  <c:v>3.4712800000000001</c:v>
                </c:pt>
                <c:pt idx="3552">
                  <c:v>3.5972499999999998</c:v>
                </c:pt>
                <c:pt idx="3553">
                  <c:v>3.1971099999999999</c:v>
                </c:pt>
                <c:pt idx="3554">
                  <c:v>2.7695699999999999</c:v>
                </c:pt>
                <c:pt idx="3555">
                  <c:v>2.5720900000000002</c:v>
                </c:pt>
                <c:pt idx="3556">
                  <c:v>2.8783599999999998</c:v>
                </c:pt>
                <c:pt idx="3557">
                  <c:v>3.3148499999999999</c:v>
                </c:pt>
                <c:pt idx="3558">
                  <c:v>3.1470699999999998</c:v>
                </c:pt>
                <c:pt idx="3559">
                  <c:v>3.1329600000000002</c:v>
                </c:pt>
                <c:pt idx="3560">
                  <c:v>3.1967300000000001</c:v>
                </c:pt>
                <c:pt idx="3561">
                  <c:v>2.8547799999999999</c:v>
                </c:pt>
                <c:pt idx="3562">
                  <c:v>2.6556799999999998</c:v>
                </c:pt>
                <c:pt idx="3563">
                  <c:v>2.6052</c:v>
                </c:pt>
                <c:pt idx="3564">
                  <c:v>2.5981200000000002</c:v>
                </c:pt>
                <c:pt idx="3565">
                  <c:v>2.5934900000000001</c:v>
                </c:pt>
                <c:pt idx="3566">
                  <c:v>2.8843000000000001</c:v>
                </c:pt>
                <c:pt idx="3567">
                  <c:v>3.1918899999999999</c:v>
                </c:pt>
                <c:pt idx="3568">
                  <c:v>3.2112500000000002</c:v>
                </c:pt>
                <c:pt idx="3569">
                  <c:v>3.04419</c:v>
                </c:pt>
                <c:pt idx="3570">
                  <c:v>2.9314100000000001</c:v>
                </c:pt>
                <c:pt idx="3571">
                  <c:v>2.984</c:v>
                </c:pt>
                <c:pt idx="3572">
                  <c:v>3.2488800000000002</c:v>
                </c:pt>
                <c:pt idx="3573">
                  <c:v>3.6259999999999999</c:v>
                </c:pt>
                <c:pt idx="3574">
                  <c:v>3.72288</c:v>
                </c:pt>
                <c:pt idx="3575">
                  <c:v>3.7047699999999999</c:v>
                </c:pt>
                <c:pt idx="3576">
                  <c:v>3.5382099999999999</c:v>
                </c:pt>
                <c:pt idx="3577">
                  <c:v>3.59605</c:v>
                </c:pt>
                <c:pt idx="3578">
                  <c:v>3.7486700000000002</c:v>
                </c:pt>
                <c:pt idx="3579">
                  <c:v>3.6607799999999999</c:v>
                </c:pt>
                <c:pt idx="3580">
                  <c:v>3.6344599999999998</c:v>
                </c:pt>
                <c:pt idx="3581">
                  <c:v>3.8813800000000001</c:v>
                </c:pt>
                <c:pt idx="3582">
                  <c:v>3.94103</c:v>
                </c:pt>
                <c:pt idx="3583">
                  <c:v>3.85819</c:v>
                </c:pt>
                <c:pt idx="3584">
                  <c:v>3.5533100000000002</c:v>
                </c:pt>
                <c:pt idx="3585">
                  <c:v>3.4028</c:v>
                </c:pt>
                <c:pt idx="3586">
                  <c:v>3.3440400000000001</c:v>
                </c:pt>
                <c:pt idx="3587">
                  <c:v>3.2936899999999998</c:v>
                </c:pt>
                <c:pt idx="3588">
                  <c:v>3.0102699999999998</c:v>
                </c:pt>
                <c:pt idx="3589">
                  <c:v>3.1629100000000001</c:v>
                </c:pt>
                <c:pt idx="3590">
                  <c:v>3.2606299999999999</c:v>
                </c:pt>
                <c:pt idx="3591">
                  <c:v>3.1291099999999998</c:v>
                </c:pt>
                <c:pt idx="3592">
                  <c:v>3.52169</c:v>
                </c:pt>
                <c:pt idx="3593">
                  <c:v>3.8461500000000002</c:v>
                </c:pt>
                <c:pt idx="3594">
                  <c:v>3.8654000000000002</c:v>
                </c:pt>
                <c:pt idx="3595">
                  <c:v>3.8279899999999998</c:v>
                </c:pt>
                <c:pt idx="3596">
                  <c:v>3.8263400000000001</c:v>
                </c:pt>
                <c:pt idx="3597">
                  <c:v>4.2065400000000004</c:v>
                </c:pt>
                <c:pt idx="3598">
                  <c:v>4.5750999999999999</c:v>
                </c:pt>
                <c:pt idx="3599">
                  <c:v>4.2802699999999998</c:v>
                </c:pt>
                <c:pt idx="3600">
                  <c:v>4.1333599999999997</c:v>
                </c:pt>
                <c:pt idx="3601">
                  <c:v>4.1116000000000001</c:v>
                </c:pt>
                <c:pt idx="3602">
                  <c:v>3.79216</c:v>
                </c:pt>
                <c:pt idx="3603">
                  <c:v>3.1432899999999999</c:v>
                </c:pt>
                <c:pt idx="3604">
                  <c:v>2.6334900000000001</c:v>
                </c:pt>
                <c:pt idx="3605">
                  <c:v>2.7657099999999999</c:v>
                </c:pt>
                <c:pt idx="3606">
                  <c:v>3.08731</c:v>
                </c:pt>
                <c:pt idx="3607">
                  <c:v>3.3126799999999998</c:v>
                </c:pt>
                <c:pt idx="3608">
                  <c:v>3.5262099999999998</c:v>
                </c:pt>
                <c:pt idx="3609">
                  <c:v>3.4179300000000001</c:v>
                </c:pt>
                <c:pt idx="3610">
                  <c:v>3.50698</c:v>
                </c:pt>
                <c:pt idx="3611">
                  <c:v>3.9064299999999998</c:v>
                </c:pt>
                <c:pt idx="3612">
                  <c:v>3.8894500000000001</c:v>
                </c:pt>
                <c:pt idx="3613">
                  <c:v>3.7478500000000001</c:v>
                </c:pt>
                <c:pt idx="3614">
                  <c:v>3.9546399999999999</c:v>
                </c:pt>
                <c:pt idx="3615">
                  <c:v>4.2411099999999999</c:v>
                </c:pt>
                <c:pt idx="3616">
                  <c:v>4.1306399999999996</c:v>
                </c:pt>
                <c:pt idx="3617">
                  <c:v>3.9598399999999998</c:v>
                </c:pt>
                <c:pt idx="3618">
                  <c:v>3.8538299999999999</c:v>
                </c:pt>
                <c:pt idx="3619">
                  <c:v>4.0232200000000002</c:v>
                </c:pt>
                <c:pt idx="3620">
                  <c:v>3.9905499999999998</c:v>
                </c:pt>
                <c:pt idx="3621">
                  <c:v>3.4051999999999998</c:v>
                </c:pt>
                <c:pt idx="3622">
                  <c:v>3.1133099999999998</c:v>
                </c:pt>
                <c:pt idx="3623">
                  <c:v>3.0454500000000002</c:v>
                </c:pt>
                <c:pt idx="3624">
                  <c:v>2.9517799999999998</c:v>
                </c:pt>
                <c:pt idx="3625">
                  <c:v>2.8490099999999998</c:v>
                </c:pt>
                <c:pt idx="3626">
                  <c:v>2.9005700000000001</c:v>
                </c:pt>
                <c:pt idx="3627">
                  <c:v>2.9945300000000001</c:v>
                </c:pt>
                <c:pt idx="3628">
                  <c:v>3.0450400000000002</c:v>
                </c:pt>
                <c:pt idx="3629">
                  <c:v>3.3079000000000001</c:v>
                </c:pt>
                <c:pt idx="3630">
                  <c:v>3.5743299999999998</c:v>
                </c:pt>
                <c:pt idx="3631">
                  <c:v>3.2856700000000001</c:v>
                </c:pt>
                <c:pt idx="3632">
                  <c:v>3.1735000000000002</c:v>
                </c:pt>
                <c:pt idx="3633">
                  <c:v>3.53363</c:v>
                </c:pt>
                <c:pt idx="3634">
                  <c:v>3.3598699999999999</c:v>
                </c:pt>
                <c:pt idx="3635">
                  <c:v>3.1640799999999998</c:v>
                </c:pt>
                <c:pt idx="3636">
                  <c:v>2.9369499999999999</c:v>
                </c:pt>
                <c:pt idx="3637">
                  <c:v>2.89757</c:v>
                </c:pt>
                <c:pt idx="3638">
                  <c:v>3.02122</c:v>
                </c:pt>
                <c:pt idx="3639">
                  <c:v>3.1850100000000001</c:v>
                </c:pt>
                <c:pt idx="3640">
                  <c:v>3.5122200000000001</c:v>
                </c:pt>
                <c:pt idx="3641">
                  <c:v>3.8431299999999999</c:v>
                </c:pt>
                <c:pt idx="3642">
                  <c:v>3.7244600000000001</c:v>
                </c:pt>
                <c:pt idx="3643">
                  <c:v>3.2184900000000001</c:v>
                </c:pt>
                <c:pt idx="3644">
                  <c:v>2.9733399999999999</c:v>
                </c:pt>
                <c:pt idx="3645">
                  <c:v>3.1557599999999999</c:v>
                </c:pt>
                <c:pt idx="3646">
                  <c:v>3.5005199999999999</c:v>
                </c:pt>
                <c:pt idx="3647">
                  <c:v>3.5648300000000002</c:v>
                </c:pt>
                <c:pt idx="3648">
                  <c:v>3.4604699999999999</c:v>
                </c:pt>
                <c:pt idx="3649">
                  <c:v>3.2750699999999999</c:v>
                </c:pt>
                <c:pt idx="3650">
                  <c:v>3.52745</c:v>
                </c:pt>
                <c:pt idx="3651">
                  <c:v>3.8088799999999998</c:v>
                </c:pt>
                <c:pt idx="3652">
                  <c:v>3.6025100000000001</c:v>
                </c:pt>
                <c:pt idx="3653">
                  <c:v>3.3399000000000001</c:v>
                </c:pt>
                <c:pt idx="3654">
                  <c:v>3.0578400000000001</c:v>
                </c:pt>
                <c:pt idx="3655">
                  <c:v>2.8111600000000001</c:v>
                </c:pt>
                <c:pt idx="3656">
                  <c:v>2.60595</c:v>
                </c:pt>
                <c:pt idx="3657">
                  <c:v>2.5665900000000001</c:v>
                </c:pt>
                <c:pt idx="3658">
                  <c:v>2.5713599999999999</c:v>
                </c:pt>
                <c:pt idx="3659">
                  <c:v>2.9488500000000002</c:v>
                </c:pt>
                <c:pt idx="3660">
                  <c:v>3.61259</c:v>
                </c:pt>
                <c:pt idx="3661">
                  <c:v>3.9570799999999999</c:v>
                </c:pt>
                <c:pt idx="3662">
                  <c:v>4.0210900000000001</c:v>
                </c:pt>
                <c:pt idx="3663">
                  <c:v>3.6442899999999998</c:v>
                </c:pt>
                <c:pt idx="3664">
                  <c:v>2.9640900000000001</c:v>
                </c:pt>
                <c:pt idx="3665">
                  <c:v>2.61693</c:v>
                </c:pt>
                <c:pt idx="3666">
                  <c:v>2.7263899999999999</c:v>
                </c:pt>
                <c:pt idx="3667">
                  <c:v>2.9662000000000002</c:v>
                </c:pt>
                <c:pt idx="3668">
                  <c:v>3.5951900000000001</c:v>
                </c:pt>
                <c:pt idx="3669">
                  <c:v>4.2900900000000002</c:v>
                </c:pt>
                <c:pt idx="3670">
                  <c:v>4.0640099999999997</c:v>
                </c:pt>
                <c:pt idx="3671">
                  <c:v>3.2563499999999999</c:v>
                </c:pt>
                <c:pt idx="3672">
                  <c:v>3.1096300000000001</c:v>
                </c:pt>
                <c:pt idx="3673">
                  <c:v>3.2896399999999999</c:v>
                </c:pt>
                <c:pt idx="3674">
                  <c:v>3.3812700000000002</c:v>
                </c:pt>
                <c:pt idx="3675">
                  <c:v>3.6831999999999998</c:v>
                </c:pt>
                <c:pt idx="3676">
                  <c:v>4.0252499999999998</c:v>
                </c:pt>
                <c:pt idx="3677">
                  <c:v>3.81636</c:v>
                </c:pt>
                <c:pt idx="3678">
                  <c:v>3.7986</c:v>
                </c:pt>
                <c:pt idx="3679">
                  <c:v>4.48203</c:v>
                </c:pt>
                <c:pt idx="3680">
                  <c:v>5.0485199999999999</c:v>
                </c:pt>
                <c:pt idx="3681">
                  <c:v>5.1862599999999999</c:v>
                </c:pt>
                <c:pt idx="3682">
                  <c:v>4.8030900000000001</c:v>
                </c:pt>
                <c:pt idx="3683">
                  <c:v>4.3512899999999997</c:v>
                </c:pt>
                <c:pt idx="3684">
                  <c:v>4.1105799999999997</c:v>
                </c:pt>
                <c:pt idx="3685">
                  <c:v>4.02867</c:v>
                </c:pt>
                <c:pt idx="3686">
                  <c:v>4.0460700000000003</c:v>
                </c:pt>
                <c:pt idx="3687">
                  <c:v>4.0769000000000002</c:v>
                </c:pt>
                <c:pt idx="3688">
                  <c:v>4.0467399999999998</c:v>
                </c:pt>
                <c:pt idx="3689">
                  <c:v>4.0835699999999999</c:v>
                </c:pt>
                <c:pt idx="3690">
                  <c:v>4.0883900000000004</c:v>
                </c:pt>
                <c:pt idx="3691">
                  <c:v>4.1219999999999999</c:v>
                </c:pt>
                <c:pt idx="3692">
                  <c:v>4.3117099999999997</c:v>
                </c:pt>
                <c:pt idx="3693">
                  <c:v>4.10954</c:v>
                </c:pt>
                <c:pt idx="3694">
                  <c:v>3.71597</c:v>
                </c:pt>
                <c:pt idx="3695">
                  <c:v>3.6618499999999998</c:v>
                </c:pt>
                <c:pt idx="3696">
                  <c:v>3.8887499999999999</c:v>
                </c:pt>
                <c:pt idx="3697">
                  <c:v>4.0433599999999998</c:v>
                </c:pt>
                <c:pt idx="3698">
                  <c:v>4.1858199999999997</c:v>
                </c:pt>
                <c:pt idx="3699">
                  <c:v>3.81203</c:v>
                </c:pt>
                <c:pt idx="3700">
                  <c:v>3.6620400000000002</c:v>
                </c:pt>
                <c:pt idx="3701">
                  <c:v>3.8796499999999998</c:v>
                </c:pt>
                <c:pt idx="3702">
                  <c:v>3.9788800000000002</c:v>
                </c:pt>
                <c:pt idx="3703">
                  <c:v>3.8454299999999999</c:v>
                </c:pt>
                <c:pt idx="3704">
                  <c:v>3.6644000000000001</c:v>
                </c:pt>
                <c:pt idx="3705">
                  <c:v>3.44232</c:v>
                </c:pt>
                <c:pt idx="3706">
                  <c:v>3.4632000000000001</c:v>
                </c:pt>
                <c:pt idx="3707">
                  <c:v>3.5985900000000002</c:v>
                </c:pt>
                <c:pt idx="3708">
                  <c:v>3.6328999999999998</c:v>
                </c:pt>
                <c:pt idx="3709">
                  <c:v>3.7869700000000002</c:v>
                </c:pt>
                <c:pt idx="3710">
                  <c:v>4.0698400000000001</c:v>
                </c:pt>
                <c:pt idx="3711">
                  <c:v>4.3300299999999998</c:v>
                </c:pt>
                <c:pt idx="3712">
                  <c:v>4.4402400000000002</c:v>
                </c:pt>
                <c:pt idx="3713">
                  <c:v>4.7189399999999999</c:v>
                </c:pt>
                <c:pt idx="3714">
                  <c:v>4.8419999999999996</c:v>
                </c:pt>
                <c:pt idx="3715">
                  <c:v>4.8538300000000003</c:v>
                </c:pt>
                <c:pt idx="3716">
                  <c:v>5.1019199999999998</c:v>
                </c:pt>
                <c:pt idx="3717">
                  <c:v>5.3405300000000002</c:v>
                </c:pt>
                <c:pt idx="3718">
                  <c:v>5.5998599999999996</c:v>
                </c:pt>
                <c:pt idx="3719">
                  <c:v>6.0310699999999997</c:v>
                </c:pt>
                <c:pt idx="3720">
                  <c:v>6.0966699999999996</c:v>
                </c:pt>
                <c:pt idx="3721">
                  <c:v>6.3357400000000004</c:v>
                </c:pt>
                <c:pt idx="3722">
                  <c:v>6.57219</c:v>
                </c:pt>
                <c:pt idx="3723">
                  <c:v>6.8255499999999998</c:v>
                </c:pt>
                <c:pt idx="3724">
                  <c:v>7.1468800000000003</c:v>
                </c:pt>
                <c:pt idx="3725">
                  <c:v>7.5125599999999997</c:v>
                </c:pt>
                <c:pt idx="3726">
                  <c:v>7.6243299999999996</c:v>
                </c:pt>
                <c:pt idx="3727">
                  <c:v>7.6326499999999999</c:v>
                </c:pt>
                <c:pt idx="3728">
                  <c:v>7.7145099999999998</c:v>
                </c:pt>
                <c:pt idx="3729">
                  <c:v>7.7610400000000004</c:v>
                </c:pt>
                <c:pt idx="3730">
                  <c:v>8.1365700000000007</c:v>
                </c:pt>
                <c:pt idx="3731">
                  <c:v>8.2685499999999994</c:v>
                </c:pt>
                <c:pt idx="3732">
                  <c:v>8.0000999999999998</c:v>
                </c:pt>
                <c:pt idx="3733">
                  <c:v>7.75535</c:v>
                </c:pt>
                <c:pt idx="3734">
                  <c:v>7.2823799999999999</c:v>
                </c:pt>
                <c:pt idx="3735">
                  <c:v>7.11822</c:v>
                </c:pt>
                <c:pt idx="3736">
                  <c:v>6.9132600000000002</c:v>
                </c:pt>
                <c:pt idx="3737">
                  <c:v>6.6446699999999996</c:v>
                </c:pt>
                <c:pt idx="3738">
                  <c:v>6.4293100000000001</c:v>
                </c:pt>
                <c:pt idx="3739">
                  <c:v>6.2975500000000002</c:v>
                </c:pt>
                <c:pt idx="3740">
                  <c:v>6.6491199999999999</c:v>
                </c:pt>
                <c:pt idx="3741">
                  <c:v>6.8316100000000004</c:v>
                </c:pt>
                <c:pt idx="3742">
                  <c:v>6.6130699999999996</c:v>
                </c:pt>
                <c:pt idx="3743">
                  <c:v>6.4356900000000001</c:v>
                </c:pt>
                <c:pt idx="3744">
                  <c:v>6.64459</c:v>
                </c:pt>
                <c:pt idx="3745">
                  <c:v>6.61348</c:v>
                </c:pt>
                <c:pt idx="3746">
                  <c:v>6.7250899999999998</c:v>
                </c:pt>
                <c:pt idx="3747">
                  <c:v>6.9049199999999997</c:v>
                </c:pt>
                <c:pt idx="3748">
                  <c:v>6.9057199999999996</c:v>
                </c:pt>
                <c:pt idx="3749">
                  <c:v>6.6037299999999997</c:v>
                </c:pt>
                <c:pt idx="3750">
                  <c:v>6.6139700000000001</c:v>
                </c:pt>
                <c:pt idx="3751">
                  <c:v>7.0454999999999997</c:v>
                </c:pt>
                <c:pt idx="3752">
                  <c:v>7.4706999999999999</c:v>
                </c:pt>
                <c:pt idx="3753">
                  <c:v>7.6743399999999999</c:v>
                </c:pt>
                <c:pt idx="3754">
                  <c:v>7.9409900000000002</c:v>
                </c:pt>
                <c:pt idx="3755">
                  <c:v>8.2241499999999998</c:v>
                </c:pt>
                <c:pt idx="3756">
                  <c:v>8.0863800000000001</c:v>
                </c:pt>
                <c:pt idx="3757">
                  <c:v>7.8971200000000001</c:v>
                </c:pt>
                <c:pt idx="3758">
                  <c:v>7.5307000000000004</c:v>
                </c:pt>
                <c:pt idx="3759">
                  <c:v>7.0427099999999996</c:v>
                </c:pt>
                <c:pt idx="3760">
                  <c:v>6.9522599999999999</c:v>
                </c:pt>
                <c:pt idx="3761">
                  <c:v>7.2391500000000004</c:v>
                </c:pt>
                <c:pt idx="3762">
                  <c:v>7.4196099999999996</c:v>
                </c:pt>
                <c:pt idx="3763">
                  <c:v>7.2212699999999996</c:v>
                </c:pt>
                <c:pt idx="3764">
                  <c:v>7.0639000000000003</c:v>
                </c:pt>
                <c:pt idx="3765">
                  <c:v>7.7131100000000004</c:v>
                </c:pt>
                <c:pt idx="3766">
                  <c:v>8.1023700000000005</c:v>
                </c:pt>
                <c:pt idx="3767">
                  <c:v>7.6933999999999996</c:v>
                </c:pt>
                <c:pt idx="3768">
                  <c:v>7.2035999999999998</c:v>
                </c:pt>
                <c:pt idx="3769">
                  <c:v>7.0953400000000002</c:v>
                </c:pt>
                <c:pt idx="3770">
                  <c:v>7.4732200000000004</c:v>
                </c:pt>
                <c:pt idx="3771">
                  <c:v>7.7288899999999998</c:v>
                </c:pt>
                <c:pt idx="3772">
                  <c:v>7.6653599999999997</c:v>
                </c:pt>
                <c:pt idx="3773">
                  <c:v>7.43154</c:v>
                </c:pt>
                <c:pt idx="3774">
                  <c:v>7.1181999999999999</c:v>
                </c:pt>
                <c:pt idx="3775">
                  <c:v>6.77393</c:v>
                </c:pt>
                <c:pt idx="3776">
                  <c:v>6.2260099999999996</c:v>
                </c:pt>
                <c:pt idx="3777">
                  <c:v>5.9192999999999998</c:v>
                </c:pt>
                <c:pt idx="3778">
                  <c:v>5.7468399999999997</c:v>
                </c:pt>
                <c:pt idx="3779">
                  <c:v>5.3164199999999999</c:v>
                </c:pt>
                <c:pt idx="3780">
                  <c:v>5.1797300000000002</c:v>
                </c:pt>
                <c:pt idx="3781">
                  <c:v>5.3350499999999998</c:v>
                </c:pt>
                <c:pt idx="3782">
                  <c:v>4.83134</c:v>
                </c:pt>
                <c:pt idx="3783">
                  <c:v>4.3062300000000002</c:v>
                </c:pt>
                <c:pt idx="3784">
                  <c:v>4.1011499999999996</c:v>
                </c:pt>
                <c:pt idx="3785">
                  <c:v>3.9611999999999998</c:v>
                </c:pt>
                <c:pt idx="3786">
                  <c:v>3.8462499999999999</c:v>
                </c:pt>
                <c:pt idx="3787">
                  <c:v>3.9960599999999999</c:v>
                </c:pt>
                <c:pt idx="3788">
                  <c:v>4.1051599999999997</c:v>
                </c:pt>
                <c:pt idx="3789">
                  <c:v>4.0315399999999997</c:v>
                </c:pt>
                <c:pt idx="3790">
                  <c:v>3.9375399999999998</c:v>
                </c:pt>
                <c:pt idx="3791">
                  <c:v>4.1243600000000002</c:v>
                </c:pt>
                <c:pt idx="3792">
                  <c:v>4.3168600000000001</c:v>
                </c:pt>
                <c:pt idx="3793">
                  <c:v>4.3215199999999996</c:v>
                </c:pt>
                <c:pt idx="3794">
                  <c:v>4.2639800000000001</c:v>
                </c:pt>
                <c:pt idx="3795">
                  <c:v>4.3444599999999998</c:v>
                </c:pt>
                <c:pt idx="3796">
                  <c:v>4.3316400000000002</c:v>
                </c:pt>
                <c:pt idx="3797">
                  <c:v>3.8152300000000001</c:v>
                </c:pt>
                <c:pt idx="3798">
                  <c:v>3.4083899999999998</c:v>
                </c:pt>
                <c:pt idx="3799">
                  <c:v>3.319</c:v>
                </c:pt>
                <c:pt idx="3800">
                  <c:v>3.4136500000000001</c:v>
                </c:pt>
                <c:pt idx="3801">
                  <c:v>3.8249300000000002</c:v>
                </c:pt>
                <c:pt idx="3802">
                  <c:v>4.0158100000000001</c:v>
                </c:pt>
                <c:pt idx="3803">
                  <c:v>3.7417099999999999</c:v>
                </c:pt>
                <c:pt idx="3804">
                  <c:v>3.8607399999999998</c:v>
                </c:pt>
                <c:pt idx="3805">
                  <c:v>4.0715700000000004</c:v>
                </c:pt>
                <c:pt idx="3806">
                  <c:v>4.2268299999999996</c:v>
                </c:pt>
                <c:pt idx="3807">
                  <c:v>4.51905</c:v>
                </c:pt>
                <c:pt idx="3808">
                  <c:v>4.6970400000000003</c:v>
                </c:pt>
                <c:pt idx="3809">
                  <c:v>4.7123600000000003</c:v>
                </c:pt>
                <c:pt idx="3810">
                  <c:v>4.9142700000000001</c:v>
                </c:pt>
                <c:pt idx="3811">
                  <c:v>4.9044999999999996</c:v>
                </c:pt>
                <c:pt idx="3812">
                  <c:v>4.8410799999999998</c:v>
                </c:pt>
                <c:pt idx="3813">
                  <c:v>4.6984500000000002</c:v>
                </c:pt>
                <c:pt idx="3814">
                  <c:v>4.3675499999999996</c:v>
                </c:pt>
                <c:pt idx="3815">
                  <c:v>3.9251900000000002</c:v>
                </c:pt>
                <c:pt idx="3816">
                  <c:v>3.56406</c:v>
                </c:pt>
                <c:pt idx="3817">
                  <c:v>3.3854700000000002</c:v>
                </c:pt>
                <c:pt idx="3818">
                  <c:v>3.46896</c:v>
                </c:pt>
                <c:pt idx="3819">
                  <c:v>3.6278899999999998</c:v>
                </c:pt>
                <c:pt idx="3820">
                  <c:v>3.7976899999999998</c:v>
                </c:pt>
                <c:pt idx="3821">
                  <c:v>3.6831399999999999</c:v>
                </c:pt>
                <c:pt idx="3822">
                  <c:v>3.5691700000000002</c:v>
                </c:pt>
                <c:pt idx="3823">
                  <c:v>3.25237</c:v>
                </c:pt>
                <c:pt idx="3824">
                  <c:v>2.91059</c:v>
                </c:pt>
                <c:pt idx="3825">
                  <c:v>2.98665</c:v>
                </c:pt>
                <c:pt idx="3826">
                  <c:v>3.3306</c:v>
                </c:pt>
                <c:pt idx="3827">
                  <c:v>3.53545</c:v>
                </c:pt>
                <c:pt idx="3828">
                  <c:v>3.3881299999999999</c:v>
                </c:pt>
                <c:pt idx="3829">
                  <c:v>2.8999000000000001</c:v>
                </c:pt>
                <c:pt idx="3830">
                  <c:v>2.5478800000000001</c:v>
                </c:pt>
                <c:pt idx="3831">
                  <c:v>2.5961500000000002</c:v>
                </c:pt>
                <c:pt idx="3832">
                  <c:v>2.7590300000000001</c:v>
                </c:pt>
                <c:pt idx="3833">
                  <c:v>2.9186999999999999</c:v>
                </c:pt>
                <c:pt idx="3834">
                  <c:v>3.08039</c:v>
                </c:pt>
                <c:pt idx="3835">
                  <c:v>3.2126399999999999</c:v>
                </c:pt>
                <c:pt idx="3836">
                  <c:v>3.1494200000000001</c:v>
                </c:pt>
                <c:pt idx="3837">
                  <c:v>3.0179399999999998</c:v>
                </c:pt>
                <c:pt idx="3838">
                  <c:v>2.8345199999999999</c:v>
                </c:pt>
                <c:pt idx="3839">
                  <c:v>2.61843</c:v>
                </c:pt>
                <c:pt idx="3840">
                  <c:v>2.7643599999999999</c:v>
                </c:pt>
                <c:pt idx="3841">
                  <c:v>2.61897</c:v>
                </c:pt>
                <c:pt idx="3842">
                  <c:v>2.3472</c:v>
                </c:pt>
                <c:pt idx="3843">
                  <c:v>2.5466099999999998</c:v>
                </c:pt>
                <c:pt idx="3844">
                  <c:v>3.0799699999999999</c:v>
                </c:pt>
                <c:pt idx="3845">
                  <c:v>3.3313299999999999</c:v>
                </c:pt>
                <c:pt idx="3846">
                  <c:v>3.3910399999999998</c:v>
                </c:pt>
                <c:pt idx="3847">
                  <c:v>3.5167199999999998</c:v>
                </c:pt>
                <c:pt idx="3848">
                  <c:v>3.68825</c:v>
                </c:pt>
                <c:pt idx="3849">
                  <c:v>3.9868600000000001</c:v>
                </c:pt>
                <c:pt idx="3850">
                  <c:v>4.3422299999999998</c:v>
                </c:pt>
                <c:pt idx="3851">
                  <c:v>4.6269200000000001</c:v>
                </c:pt>
                <c:pt idx="3852">
                  <c:v>4.5443899999999999</c:v>
                </c:pt>
                <c:pt idx="3853">
                  <c:v>4.3646700000000003</c:v>
                </c:pt>
                <c:pt idx="3854">
                  <c:v>4.2615499999999997</c:v>
                </c:pt>
                <c:pt idx="3855">
                  <c:v>4.0884900000000002</c:v>
                </c:pt>
                <c:pt idx="3856">
                  <c:v>3.7592500000000002</c:v>
                </c:pt>
                <c:pt idx="3857">
                  <c:v>3.5526300000000002</c:v>
                </c:pt>
                <c:pt idx="3858">
                  <c:v>3.5340500000000001</c:v>
                </c:pt>
                <c:pt idx="3859">
                  <c:v>3.5906600000000002</c:v>
                </c:pt>
                <c:pt idx="3860">
                  <c:v>3.6562100000000002</c:v>
                </c:pt>
                <c:pt idx="3861">
                  <c:v>3.7136</c:v>
                </c:pt>
                <c:pt idx="3862">
                  <c:v>3.6680000000000001</c:v>
                </c:pt>
                <c:pt idx="3863">
                  <c:v>3.8775200000000001</c:v>
                </c:pt>
                <c:pt idx="3864">
                  <c:v>4.1523199999999996</c:v>
                </c:pt>
                <c:pt idx="3865">
                  <c:v>4.12608</c:v>
                </c:pt>
                <c:pt idx="3866">
                  <c:v>3.7957299999999998</c:v>
                </c:pt>
                <c:pt idx="3867">
                  <c:v>3.38117</c:v>
                </c:pt>
                <c:pt idx="3868">
                  <c:v>3.3201299999999998</c:v>
                </c:pt>
                <c:pt idx="3869">
                  <c:v>3.53701</c:v>
                </c:pt>
                <c:pt idx="3870">
                  <c:v>3.6556500000000001</c:v>
                </c:pt>
                <c:pt idx="3871">
                  <c:v>3.3709099999999999</c:v>
                </c:pt>
                <c:pt idx="3872">
                  <c:v>3.2442700000000002</c:v>
                </c:pt>
                <c:pt idx="3873">
                  <c:v>3.56799</c:v>
                </c:pt>
                <c:pt idx="3874">
                  <c:v>3.7679200000000002</c:v>
                </c:pt>
                <c:pt idx="3875">
                  <c:v>3.8453599999999999</c:v>
                </c:pt>
                <c:pt idx="3876">
                  <c:v>3.8355600000000001</c:v>
                </c:pt>
                <c:pt idx="3877">
                  <c:v>4.0962100000000001</c:v>
                </c:pt>
                <c:pt idx="3878">
                  <c:v>3.9986799999999998</c:v>
                </c:pt>
                <c:pt idx="3879">
                  <c:v>3.4953099999999999</c:v>
                </c:pt>
                <c:pt idx="3880">
                  <c:v>3.21618</c:v>
                </c:pt>
                <c:pt idx="3881">
                  <c:v>3.31636</c:v>
                </c:pt>
                <c:pt idx="3882">
                  <c:v>3.23935</c:v>
                </c:pt>
                <c:pt idx="3883">
                  <c:v>3.1490100000000001</c:v>
                </c:pt>
                <c:pt idx="3884">
                  <c:v>3.30017</c:v>
                </c:pt>
                <c:pt idx="3885">
                  <c:v>3.40002</c:v>
                </c:pt>
                <c:pt idx="3886">
                  <c:v>3.2105100000000002</c:v>
                </c:pt>
                <c:pt idx="3887">
                  <c:v>3.3281499999999999</c:v>
                </c:pt>
                <c:pt idx="3888">
                  <c:v>3.6977699999999998</c:v>
                </c:pt>
                <c:pt idx="3889">
                  <c:v>3.9538500000000001</c:v>
                </c:pt>
                <c:pt idx="3890">
                  <c:v>3.99627</c:v>
                </c:pt>
                <c:pt idx="3891">
                  <c:v>4.1496300000000002</c:v>
                </c:pt>
                <c:pt idx="3892">
                  <c:v>4.0983400000000003</c:v>
                </c:pt>
                <c:pt idx="3893">
                  <c:v>4.0867599999999999</c:v>
                </c:pt>
                <c:pt idx="3894">
                  <c:v>4.0156099999999997</c:v>
                </c:pt>
                <c:pt idx="3895">
                  <c:v>3.59239</c:v>
                </c:pt>
                <c:pt idx="3896">
                  <c:v>3.6713300000000002</c:v>
                </c:pt>
                <c:pt idx="3897">
                  <c:v>4.2448499999999996</c:v>
                </c:pt>
                <c:pt idx="3898">
                  <c:v>4.3317800000000002</c:v>
                </c:pt>
                <c:pt idx="3899">
                  <c:v>3.9565600000000001</c:v>
                </c:pt>
                <c:pt idx="3900">
                  <c:v>3.81941</c:v>
                </c:pt>
                <c:pt idx="3901">
                  <c:v>3.59219</c:v>
                </c:pt>
                <c:pt idx="3902">
                  <c:v>3.1649600000000002</c:v>
                </c:pt>
                <c:pt idx="3903">
                  <c:v>2.7538</c:v>
                </c:pt>
                <c:pt idx="3904">
                  <c:v>2.7252800000000001</c:v>
                </c:pt>
                <c:pt idx="3905">
                  <c:v>3.23502</c:v>
                </c:pt>
                <c:pt idx="3906">
                  <c:v>3.5386000000000002</c:v>
                </c:pt>
                <c:pt idx="3907">
                  <c:v>3.8223600000000002</c:v>
                </c:pt>
                <c:pt idx="3908">
                  <c:v>3.8266900000000001</c:v>
                </c:pt>
                <c:pt idx="3909">
                  <c:v>3.6859799999999998</c:v>
                </c:pt>
                <c:pt idx="3910">
                  <c:v>3.4170400000000001</c:v>
                </c:pt>
                <c:pt idx="3911">
                  <c:v>2.8363</c:v>
                </c:pt>
                <c:pt idx="3912">
                  <c:v>2.77312</c:v>
                </c:pt>
                <c:pt idx="3913">
                  <c:v>3.0840800000000002</c:v>
                </c:pt>
                <c:pt idx="3914">
                  <c:v>3.49058</c:v>
                </c:pt>
                <c:pt idx="3915">
                  <c:v>3.8853499999999999</c:v>
                </c:pt>
                <c:pt idx="3916">
                  <c:v>3.6835</c:v>
                </c:pt>
                <c:pt idx="3917">
                  <c:v>3.13863</c:v>
                </c:pt>
                <c:pt idx="3918">
                  <c:v>3.1756500000000001</c:v>
                </c:pt>
                <c:pt idx="3919">
                  <c:v>3.1053999999999999</c:v>
                </c:pt>
                <c:pt idx="3920">
                  <c:v>3.0235799999999999</c:v>
                </c:pt>
                <c:pt idx="3921">
                  <c:v>2.8926699999999999</c:v>
                </c:pt>
                <c:pt idx="3922">
                  <c:v>2.7757200000000002</c:v>
                </c:pt>
                <c:pt idx="3923">
                  <c:v>2.7357499999999999</c:v>
                </c:pt>
                <c:pt idx="3924">
                  <c:v>3.1389200000000002</c:v>
                </c:pt>
                <c:pt idx="3925">
                  <c:v>3.1454200000000001</c:v>
                </c:pt>
                <c:pt idx="3926">
                  <c:v>2.5141</c:v>
                </c:pt>
                <c:pt idx="3927">
                  <c:v>2.0408599999999999</c:v>
                </c:pt>
                <c:pt idx="3928">
                  <c:v>2.0972200000000001</c:v>
                </c:pt>
                <c:pt idx="3929">
                  <c:v>2.7078500000000001</c:v>
                </c:pt>
                <c:pt idx="3930">
                  <c:v>3.2698</c:v>
                </c:pt>
                <c:pt idx="3931">
                  <c:v>3.7199300000000002</c:v>
                </c:pt>
                <c:pt idx="3932">
                  <c:v>3.8881600000000001</c:v>
                </c:pt>
                <c:pt idx="3933">
                  <c:v>3.92157</c:v>
                </c:pt>
                <c:pt idx="3934">
                  <c:v>3.9173800000000001</c:v>
                </c:pt>
                <c:pt idx="3935">
                  <c:v>3.8228599999999999</c:v>
                </c:pt>
                <c:pt idx="3936">
                  <c:v>3.36172</c:v>
                </c:pt>
                <c:pt idx="3937">
                  <c:v>2.9327000000000001</c:v>
                </c:pt>
                <c:pt idx="3938">
                  <c:v>2.7879</c:v>
                </c:pt>
                <c:pt idx="3939">
                  <c:v>2.7636799999999999</c:v>
                </c:pt>
                <c:pt idx="3940">
                  <c:v>2.74186</c:v>
                </c:pt>
                <c:pt idx="3941">
                  <c:v>2.6352500000000001</c:v>
                </c:pt>
                <c:pt idx="3942">
                  <c:v>2.7330199999999998</c:v>
                </c:pt>
                <c:pt idx="3943">
                  <c:v>2.7232599999999998</c:v>
                </c:pt>
                <c:pt idx="3944">
                  <c:v>2.8812600000000002</c:v>
                </c:pt>
                <c:pt idx="3945">
                  <c:v>3.2572299999999998</c:v>
                </c:pt>
                <c:pt idx="3946">
                  <c:v>3.7225700000000002</c:v>
                </c:pt>
                <c:pt idx="3947">
                  <c:v>3.73881</c:v>
                </c:pt>
                <c:pt idx="3948">
                  <c:v>3.5910099999999998</c:v>
                </c:pt>
                <c:pt idx="3949">
                  <c:v>3.2914099999999999</c:v>
                </c:pt>
                <c:pt idx="3950">
                  <c:v>2.78782</c:v>
                </c:pt>
                <c:pt idx="3951">
                  <c:v>2.6029599999999999</c:v>
                </c:pt>
                <c:pt idx="3952">
                  <c:v>2.6700599999999999</c:v>
                </c:pt>
                <c:pt idx="3953">
                  <c:v>2.61219</c:v>
                </c:pt>
                <c:pt idx="3954">
                  <c:v>2.4255900000000001</c:v>
                </c:pt>
                <c:pt idx="3955">
                  <c:v>2.4958399999999998</c:v>
                </c:pt>
                <c:pt idx="3956">
                  <c:v>2.5870600000000001</c:v>
                </c:pt>
                <c:pt idx="3957">
                  <c:v>2.91107</c:v>
                </c:pt>
                <c:pt idx="3958">
                  <c:v>3.1464599999999998</c:v>
                </c:pt>
                <c:pt idx="3959">
                  <c:v>3.1561300000000001</c:v>
                </c:pt>
                <c:pt idx="3960">
                  <c:v>3.2170299999999998</c:v>
                </c:pt>
                <c:pt idx="3961">
                  <c:v>2.9549699999999999</c:v>
                </c:pt>
                <c:pt idx="3962">
                  <c:v>2.5671499999999998</c:v>
                </c:pt>
                <c:pt idx="3963">
                  <c:v>2.6511300000000002</c:v>
                </c:pt>
                <c:pt idx="3964">
                  <c:v>2.9192999999999998</c:v>
                </c:pt>
                <c:pt idx="3965">
                  <c:v>3.23386</c:v>
                </c:pt>
                <c:pt idx="3966">
                  <c:v>3.4292400000000001</c:v>
                </c:pt>
                <c:pt idx="3967">
                  <c:v>3.2981199999999999</c:v>
                </c:pt>
                <c:pt idx="3968">
                  <c:v>3.1185499999999999</c:v>
                </c:pt>
                <c:pt idx="3969">
                  <c:v>3.00671</c:v>
                </c:pt>
                <c:pt idx="3970">
                  <c:v>2.7759999999999998</c:v>
                </c:pt>
                <c:pt idx="3971">
                  <c:v>2.7101700000000002</c:v>
                </c:pt>
                <c:pt idx="3972">
                  <c:v>2.9148900000000002</c:v>
                </c:pt>
                <c:pt idx="3973">
                  <c:v>3.0836199999999998</c:v>
                </c:pt>
                <c:pt idx="3974">
                  <c:v>2.8752399999999998</c:v>
                </c:pt>
                <c:pt idx="3975">
                  <c:v>2.6834199999999999</c:v>
                </c:pt>
                <c:pt idx="3976">
                  <c:v>2.4828199999999998</c:v>
                </c:pt>
                <c:pt idx="3977">
                  <c:v>2.4929000000000001</c:v>
                </c:pt>
                <c:pt idx="3978">
                  <c:v>2.4521899999999999</c:v>
                </c:pt>
                <c:pt idx="3979">
                  <c:v>2.3791699999999998</c:v>
                </c:pt>
                <c:pt idx="3980">
                  <c:v>2.5723099999999999</c:v>
                </c:pt>
                <c:pt idx="3981">
                  <c:v>2.9745300000000001</c:v>
                </c:pt>
                <c:pt idx="3982">
                  <c:v>3.3071100000000002</c:v>
                </c:pt>
                <c:pt idx="3983">
                  <c:v>3.4119199999999998</c:v>
                </c:pt>
                <c:pt idx="3984">
                  <c:v>3.5491999999999999</c:v>
                </c:pt>
                <c:pt idx="3985">
                  <c:v>3.8931499999999999</c:v>
                </c:pt>
                <c:pt idx="3986">
                  <c:v>4.0861099999999997</c:v>
                </c:pt>
                <c:pt idx="3987">
                  <c:v>3.8694899999999999</c:v>
                </c:pt>
                <c:pt idx="3988">
                  <c:v>3.7017000000000002</c:v>
                </c:pt>
                <c:pt idx="3989">
                  <c:v>3.6722000000000001</c:v>
                </c:pt>
                <c:pt idx="3990">
                  <c:v>3.3426499999999999</c:v>
                </c:pt>
                <c:pt idx="3991">
                  <c:v>3.15354</c:v>
                </c:pt>
                <c:pt idx="3992">
                  <c:v>3.1772499999999999</c:v>
                </c:pt>
                <c:pt idx="3993">
                  <c:v>3.4851000000000001</c:v>
                </c:pt>
                <c:pt idx="3994">
                  <c:v>3.7202799999999998</c:v>
                </c:pt>
                <c:pt idx="3995">
                  <c:v>3.8442699999999999</c:v>
                </c:pt>
                <c:pt idx="3996">
                  <c:v>3.8296999999999999</c:v>
                </c:pt>
                <c:pt idx="3997">
                  <c:v>3.5984799999999999</c:v>
                </c:pt>
                <c:pt idx="3998">
                  <c:v>3.4618099999999998</c:v>
                </c:pt>
                <c:pt idx="3999">
                  <c:v>3.6364800000000002</c:v>
                </c:pt>
                <c:pt idx="4000">
                  <c:v>3.8218999999999999</c:v>
                </c:pt>
                <c:pt idx="4001">
                  <c:v>4.0071000000000003</c:v>
                </c:pt>
                <c:pt idx="4002">
                  <c:v>3.8265600000000002</c:v>
                </c:pt>
                <c:pt idx="4003">
                  <c:v>3.3768600000000002</c:v>
                </c:pt>
                <c:pt idx="4004">
                  <c:v>3.5760100000000001</c:v>
                </c:pt>
                <c:pt idx="4005">
                  <c:v>3.96347</c:v>
                </c:pt>
                <c:pt idx="4006">
                  <c:v>4.0326500000000003</c:v>
                </c:pt>
                <c:pt idx="4007">
                  <c:v>4.2028299999999996</c:v>
                </c:pt>
                <c:pt idx="4008">
                  <c:v>3.88523</c:v>
                </c:pt>
                <c:pt idx="4009">
                  <c:v>3.5895199999999998</c:v>
                </c:pt>
                <c:pt idx="4010">
                  <c:v>3.6932299999999998</c:v>
                </c:pt>
                <c:pt idx="4011">
                  <c:v>3.4195799999999998</c:v>
                </c:pt>
                <c:pt idx="4012">
                  <c:v>3.1102699999999999</c:v>
                </c:pt>
                <c:pt idx="4013">
                  <c:v>2.8291499999999998</c:v>
                </c:pt>
                <c:pt idx="4014">
                  <c:v>2.9065699999999999</c:v>
                </c:pt>
                <c:pt idx="4015">
                  <c:v>3.20424</c:v>
                </c:pt>
                <c:pt idx="4016">
                  <c:v>3.5373999999999999</c:v>
                </c:pt>
                <c:pt idx="4017">
                  <c:v>3.5169999999999999</c:v>
                </c:pt>
                <c:pt idx="4018">
                  <c:v>3.4373900000000002</c:v>
                </c:pt>
                <c:pt idx="4019">
                  <c:v>3.47112</c:v>
                </c:pt>
                <c:pt idx="4020">
                  <c:v>3.3207800000000001</c:v>
                </c:pt>
                <c:pt idx="4021">
                  <c:v>3.18668</c:v>
                </c:pt>
                <c:pt idx="4022">
                  <c:v>2.9572699999999998</c:v>
                </c:pt>
                <c:pt idx="4023">
                  <c:v>2.8769300000000002</c:v>
                </c:pt>
                <c:pt idx="4024">
                  <c:v>3.2152099999999999</c:v>
                </c:pt>
                <c:pt idx="4025">
                  <c:v>3.45</c:v>
                </c:pt>
                <c:pt idx="4026">
                  <c:v>3.4797099999999999</c:v>
                </c:pt>
                <c:pt idx="4027">
                  <c:v>3.3182100000000001</c:v>
                </c:pt>
                <c:pt idx="4028">
                  <c:v>3.3803299999999998</c:v>
                </c:pt>
                <c:pt idx="4029">
                  <c:v>3.4775800000000001</c:v>
                </c:pt>
                <c:pt idx="4030">
                  <c:v>3.41039</c:v>
                </c:pt>
                <c:pt idx="4031">
                  <c:v>3.04251</c:v>
                </c:pt>
                <c:pt idx="4032">
                  <c:v>2.9914999999999998</c:v>
                </c:pt>
                <c:pt idx="4033">
                  <c:v>3.0190100000000002</c:v>
                </c:pt>
                <c:pt idx="4034">
                  <c:v>3.0649299999999999</c:v>
                </c:pt>
                <c:pt idx="4035">
                  <c:v>3.2809599999999999</c:v>
                </c:pt>
                <c:pt idx="4036">
                  <c:v>3.7894000000000001</c:v>
                </c:pt>
                <c:pt idx="4037">
                  <c:v>3.73794</c:v>
                </c:pt>
                <c:pt idx="4038">
                  <c:v>3.5708099999999998</c:v>
                </c:pt>
                <c:pt idx="4039">
                  <c:v>3.3558699999999999</c:v>
                </c:pt>
                <c:pt idx="4040">
                  <c:v>3.4833500000000002</c:v>
                </c:pt>
                <c:pt idx="4041">
                  <c:v>3.8165200000000001</c:v>
                </c:pt>
                <c:pt idx="4042">
                  <c:v>3.89649</c:v>
                </c:pt>
                <c:pt idx="4043">
                  <c:v>4.0879899999999996</c:v>
                </c:pt>
                <c:pt idx="4044">
                  <c:v>3.9686499999999998</c:v>
                </c:pt>
                <c:pt idx="4045">
                  <c:v>3.3086799999999998</c:v>
                </c:pt>
                <c:pt idx="4046">
                  <c:v>3.1896399999999998</c:v>
                </c:pt>
                <c:pt idx="4047">
                  <c:v>3.4695</c:v>
                </c:pt>
                <c:pt idx="4048">
                  <c:v>3.2307700000000001</c:v>
                </c:pt>
                <c:pt idx="4049">
                  <c:v>2.9432100000000001</c:v>
                </c:pt>
                <c:pt idx="4050">
                  <c:v>2.8178399999999999</c:v>
                </c:pt>
                <c:pt idx="4051">
                  <c:v>3.3197800000000002</c:v>
                </c:pt>
                <c:pt idx="4052">
                  <c:v>3.7355800000000001</c:v>
                </c:pt>
                <c:pt idx="4053">
                  <c:v>3.9773399999999999</c:v>
                </c:pt>
                <c:pt idx="4054">
                  <c:v>3.9335</c:v>
                </c:pt>
                <c:pt idx="4055">
                  <c:v>3.4986700000000002</c:v>
                </c:pt>
                <c:pt idx="4056">
                  <c:v>3.3083300000000002</c:v>
                </c:pt>
                <c:pt idx="4057">
                  <c:v>3.0427300000000002</c:v>
                </c:pt>
                <c:pt idx="4058">
                  <c:v>2.8908900000000002</c:v>
                </c:pt>
                <c:pt idx="4059">
                  <c:v>3.0487199999999999</c:v>
                </c:pt>
                <c:pt idx="4060">
                  <c:v>3.0611100000000002</c:v>
                </c:pt>
                <c:pt idx="4061">
                  <c:v>2.75264</c:v>
                </c:pt>
                <c:pt idx="4062">
                  <c:v>2.5599699999999999</c:v>
                </c:pt>
                <c:pt idx="4063">
                  <c:v>2.7070099999999999</c:v>
                </c:pt>
                <c:pt idx="4064">
                  <c:v>2.8738299999999999</c:v>
                </c:pt>
                <c:pt idx="4065">
                  <c:v>2.5725600000000002</c:v>
                </c:pt>
                <c:pt idx="4066">
                  <c:v>2.2187299999999999</c:v>
                </c:pt>
                <c:pt idx="4067">
                  <c:v>2.7242500000000001</c:v>
                </c:pt>
                <c:pt idx="4068">
                  <c:v>3.0362900000000002</c:v>
                </c:pt>
                <c:pt idx="4069">
                  <c:v>3.01722</c:v>
                </c:pt>
                <c:pt idx="4070">
                  <c:v>2.7895099999999999</c:v>
                </c:pt>
                <c:pt idx="4071">
                  <c:v>2.7978999999999998</c:v>
                </c:pt>
                <c:pt idx="4072">
                  <c:v>3.2409599999999998</c:v>
                </c:pt>
                <c:pt idx="4073">
                  <c:v>3.7482799999999998</c:v>
                </c:pt>
                <c:pt idx="4074">
                  <c:v>3.7111100000000001</c:v>
                </c:pt>
                <c:pt idx="4075">
                  <c:v>3.2479300000000002</c:v>
                </c:pt>
                <c:pt idx="4076">
                  <c:v>3.1173600000000001</c:v>
                </c:pt>
                <c:pt idx="4077">
                  <c:v>3.0836700000000001</c:v>
                </c:pt>
                <c:pt idx="4078">
                  <c:v>2.9208699999999999</c:v>
                </c:pt>
                <c:pt idx="4079">
                  <c:v>3.06454</c:v>
                </c:pt>
                <c:pt idx="4080">
                  <c:v>3.25312</c:v>
                </c:pt>
                <c:pt idx="4081">
                  <c:v>3.23495</c:v>
                </c:pt>
                <c:pt idx="4082">
                  <c:v>3.2017500000000001</c:v>
                </c:pt>
                <c:pt idx="4083">
                  <c:v>3.3852799999999998</c:v>
                </c:pt>
                <c:pt idx="4084">
                  <c:v>3.6246800000000001</c:v>
                </c:pt>
                <c:pt idx="4085">
                  <c:v>3.52163</c:v>
                </c:pt>
                <c:pt idx="4086">
                  <c:v>3.2313000000000001</c:v>
                </c:pt>
                <c:pt idx="4087">
                  <c:v>3.2623099999999998</c:v>
                </c:pt>
                <c:pt idx="4088">
                  <c:v>3.5288400000000002</c:v>
                </c:pt>
                <c:pt idx="4089">
                  <c:v>3.5431499999999998</c:v>
                </c:pt>
                <c:pt idx="4090">
                  <c:v>3.3409300000000002</c:v>
                </c:pt>
                <c:pt idx="4091">
                  <c:v>3.0706899999999999</c:v>
                </c:pt>
                <c:pt idx="4092">
                  <c:v>2.9108000000000001</c:v>
                </c:pt>
                <c:pt idx="4093">
                  <c:v>3.1113300000000002</c:v>
                </c:pt>
                <c:pt idx="4094">
                  <c:v>2.9293399999999998</c:v>
                </c:pt>
                <c:pt idx="4095">
                  <c:v>2.6324399999999999</c:v>
                </c:pt>
                <c:pt idx="4096">
                  <c:v>2.6691500000000001</c:v>
                </c:pt>
                <c:pt idx="4097">
                  <c:v>2.4607299999999999</c:v>
                </c:pt>
                <c:pt idx="4098">
                  <c:v>2.8098100000000001</c:v>
                </c:pt>
                <c:pt idx="4099">
                  <c:v>3.34056</c:v>
                </c:pt>
                <c:pt idx="4100">
                  <c:v>3.53539</c:v>
                </c:pt>
                <c:pt idx="4101">
                  <c:v>3.2068599999999998</c:v>
                </c:pt>
                <c:pt idx="4102">
                  <c:v>3.1774499999999999</c:v>
                </c:pt>
                <c:pt idx="4103">
                  <c:v>3.1423199999999998</c:v>
                </c:pt>
                <c:pt idx="4104">
                  <c:v>2.90585</c:v>
                </c:pt>
                <c:pt idx="4105">
                  <c:v>2.6688000000000001</c:v>
                </c:pt>
                <c:pt idx="4106">
                  <c:v>2.7109999999999999</c:v>
                </c:pt>
                <c:pt idx="4107">
                  <c:v>3.11598</c:v>
                </c:pt>
                <c:pt idx="4108">
                  <c:v>3.4314499999999999</c:v>
                </c:pt>
                <c:pt idx="4109">
                  <c:v>3.47655</c:v>
                </c:pt>
                <c:pt idx="4110">
                  <c:v>3.4976600000000002</c:v>
                </c:pt>
                <c:pt idx="4111">
                  <c:v>3.6529099999999999</c:v>
                </c:pt>
                <c:pt idx="4112">
                  <c:v>3.7189999999999999</c:v>
                </c:pt>
                <c:pt idx="4113">
                  <c:v>3.6730499999999999</c:v>
                </c:pt>
                <c:pt idx="4114">
                  <c:v>3.67225</c:v>
                </c:pt>
                <c:pt idx="4115">
                  <c:v>3.7785600000000001</c:v>
                </c:pt>
                <c:pt idx="4116">
                  <c:v>3.8611200000000001</c:v>
                </c:pt>
                <c:pt idx="4117">
                  <c:v>3.78843</c:v>
                </c:pt>
                <c:pt idx="4118">
                  <c:v>3.5795499999999998</c:v>
                </c:pt>
                <c:pt idx="4119">
                  <c:v>3.34388</c:v>
                </c:pt>
                <c:pt idx="4120">
                  <c:v>3.2174200000000002</c:v>
                </c:pt>
                <c:pt idx="4121">
                  <c:v>3.2479</c:v>
                </c:pt>
                <c:pt idx="4122">
                  <c:v>3.25095</c:v>
                </c:pt>
                <c:pt idx="4123">
                  <c:v>3.0386799999999998</c:v>
                </c:pt>
                <c:pt idx="4124">
                  <c:v>2.95465</c:v>
                </c:pt>
                <c:pt idx="4125">
                  <c:v>3.1448900000000002</c:v>
                </c:pt>
                <c:pt idx="4126">
                  <c:v>3.1515599999999999</c:v>
                </c:pt>
                <c:pt idx="4127">
                  <c:v>2.8444699999999998</c:v>
                </c:pt>
                <c:pt idx="4128">
                  <c:v>2.6145999999999998</c:v>
                </c:pt>
                <c:pt idx="4129">
                  <c:v>2.7438099999999999</c:v>
                </c:pt>
                <c:pt idx="4130">
                  <c:v>2.7260800000000001</c:v>
                </c:pt>
                <c:pt idx="4131">
                  <c:v>2.87914</c:v>
                </c:pt>
                <c:pt idx="4132">
                  <c:v>3.37601</c:v>
                </c:pt>
                <c:pt idx="4133">
                  <c:v>3.3774500000000001</c:v>
                </c:pt>
                <c:pt idx="4134">
                  <c:v>3.0054500000000002</c:v>
                </c:pt>
                <c:pt idx="4135">
                  <c:v>2.6141800000000002</c:v>
                </c:pt>
                <c:pt idx="4136">
                  <c:v>2.7268599999999998</c:v>
                </c:pt>
                <c:pt idx="4137">
                  <c:v>3.0601400000000001</c:v>
                </c:pt>
                <c:pt idx="4138">
                  <c:v>3.2570199999999998</c:v>
                </c:pt>
                <c:pt idx="4139">
                  <c:v>3.4845299999999999</c:v>
                </c:pt>
                <c:pt idx="4140">
                  <c:v>3.1426500000000002</c:v>
                </c:pt>
                <c:pt idx="4141">
                  <c:v>2.72153</c:v>
                </c:pt>
                <c:pt idx="4142">
                  <c:v>2.8612099999999998</c:v>
                </c:pt>
                <c:pt idx="4143">
                  <c:v>2.9284500000000002</c:v>
                </c:pt>
                <c:pt idx="4144">
                  <c:v>2.54941</c:v>
                </c:pt>
                <c:pt idx="4145">
                  <c:v>2.2647900000000001</c:v>
                </c:pt>
                <c:pt idx="4146">
                  <c:v>2.5337000000000001</c:v>
                </c:pt>
                <c:pt idx="4147">
                  <c:v>2.7424599999999999</c:v>
                </c:pt>
                <c:pt idx="4148">
                  <c:v>2.7822800000000001</c:v>
                </c:pt>
                <c:pt idx="4149">
                  <c:v>2.8602500000000002</c:v>
                </c:pt>
                <c:pt idx="4150">
                  <c:v>2.9016600000000001</c:v>
                </c:pt>
                <c:pt idx="4151">
                  <c:v>2.9243299999999999</c:v>
                </c:pt>
                <c:pt idx="4152">
                  <c:v>3.1356999999999999</c:v>
                </c:pt>
                <c:pt idx="4153">
                  <c:v>3.3179099999999999</c:v>
                </c:pt>
                <c:pt idx="4154">
                  <c:v>3.3545099999999999</c:v>
                </c:pt>
                <c:pt idx="4155">
                  <c:v>3.4427099999999999</c:v>
                </c:pt>
                <c:pt idx="4156">
                  <c:v>3.5108100000000002</c:v>
                </c:pt>
                <c:pt idx="4157">
                  <c:v>3.1804100000000002</c:v>
                </c:pt>
                <c:pt idx="4158">
                  <c:v>3.2025299999999999</c:v>
                </c:pt>
                <c:pt idx="4159">
                  <c:v>3.4969000000000001</c:v>
                </c:pt>
                <c:pt idx="4160">
                  <c:v>3.5152199999999998</c:v>
                </c:pt>
                <c:pt idx="4161">
                  <c:v>3.5032800000000002</c:v>
                </c:pt>
                <c:pt idx="4162">
                  <c:v>3.2102599999999999</c:v>
                </c:pt>
                <c:pt idx="4163">
                  <c:v>2.7588400000000002</c:v>
                </c:pt>
                <c:pt idx="4164">
                  <c:v>2.58162</c:v>
                </c:pt>
                <c:pt idx="4165">
                  <c:v>2.71271</c:v>
                </c:pt>
                <c:pt idx="4166">
                  <c:v>2.68282</c:v>
                </c:pt>
                <c:pt idx="4167">
                  <c:v>2.7784399999999998</c:v>
                </c:pt>
                <c:pt idx="4168">
                  <c:v>2.7842099999999999</c:v>
                </c:pt>
                <c:pt idx="4169">
                  <c:v>2.99709</c:v>
                </c:pt>
                <c:pt idx="4170">
                  <c:v>2.9177900000000001</c:v>
                </c:pt>
                <c:pt idx="4171">
                  <c:v>2.9272100000000001</c:v>
                </c:pt>
                <c:pt idx="4172">
                  <c:v>3.2685499999999998</c:v>
                </c:pt>
                <c:pt idx="4173">
                  <c:v>3.3273000000000001</c:v>
                </c:pt>
                <c:pt idx="4174">
                  <c:v>3.1217600000000001</c:v>
                </c:pt>
                <c:pt idx="4175">
                  <c:v>3.2287400000000002</c:v>
                </c:pt>
                <c:pt idx="4176">
                  <c:v>3.3065099999999998</c:v>
                </c:pt>
                <c:pt idx="4177">
                  <c:v>2.9824000000000002</c:v>
                </c:pt>
                <c:pt idx="4178">
                  <c:v>3.0518999999999998</c:v>
                </c:pt>
                <c:pt idx="4179">
                  <c:v>3.1325099999999999</c:v>
                </c:pt>
                <c:pt idx="4180">
                  <c:v>2.8071299999999999</c:v>
                </c:pt>
                <c:pt idx="4181">
                  <c:v>2.7416999999999998</c:v>
                </c:pt>
                <c:pt idx="4182">
                  <c:v>2.9840599999999999</c:v>
                </c:pt>
                <c:pt idx="4183">
                  <c:v>3.0060799999999999</c:v>
                </c:pt>
                <c:pt idx="4184">
                  <c:v>2.9282900000000001</c:v>
                </c:pt>
                <c:pt idx="4185">
                  <c:v>2.9788700000000001</c:v>
                </c:pt>
                <c:pt idx="4186">
                  <c:v>2.9239299999999999</c:v>
                </c:pt>
                <c:pt idx="4187">
                  <c:v>2.8856899999999999</c:v>
                </c:pt>
                <c:pt idx="4188">
                  <c:v>3.1495799999999998</c:v>
                </c:pt>
                <c:pt idx="4189">
                  <c:v>3.3639399999999999</c:v>
                </c:pt>
                <c:pt idx="4190">
                  <c:v>3.6841499999999998</c:v>
                </c:pt>
                <c:pt idx="4191">
                  <c:v>4.1737299999999999</c:v>
                </c:pt>
                <c:pt idx="4192">
                  <c:v>4.0763400000000001</c:v>
                </c:pt>
                <c:pt idx="4193">
                  <c:v>3.5628199999999999</c:v>
                </c:pt>
                <c:pt idx="4194">
                  <c:v>3.3645399999999999</c:v>
                </c:pt>
                <c:pt idx="4195">
                  <c:v>3.6888000000000001</c:v>
                </c:pt>
                <c:pt idx="4196">
                  <c:v>3.9567899999999998</c:v>
                </c:pt>
                <c:pt idx="4197">
                  <c:v>3.8038799999999999</c:v>
                </c:pt>
                <c:pt idx="4198">
                  <c:v>3.6224400000000001</c:v>
                </c:pt>
                <c:pt idx="4199">
                  <c:v>3.7546200000000001</c:v>
                </c:pt>
                <c:pt idx="4200">
                  <c:v>3.8061799999999999</c:v>
                </c:pt>
                <c:pt idx="4201">
                  <c:v>3.87513</c:v>
                </c:pt>
                <c:pt idx="4202">
                  <c:v>4.24519</c:v>
                </c:pt>
                <c:pt idx="4203">
                  <c:v>4.4566999999999997</c:v>
                </c:pt>
                <c:pt idx="4204">
                  <c:v>4.1909999999999998</c:v>
                </c:pt>
                <c:pt idx="4205">
                  <c:v>3.6703999999999999</c:v>
                </c:pt>
                <c:pt idx="4206">
                  <c:v>3.14019</c:v>
                </c:pt>
                <c:pt idx="4207">
                  <c:v>3.0771299999999999</c:v>
                </c:pt>
                <c:pt idx="4208">
                  <c:v>3.3551299999999999</c:v>
                </c:pt>
                <c:pt idx="4209">
                  <c:v>3.62249</c:v>
                </c:pt>
                <c:pt idx="4210">
                  <c:v>3.55565</c:v>
                </c:pt>
                <c:pt idx="4211">
                  <c:v>3.4484400000000002</c:v>
                </c:pt>
                <c:pt idx="4212">
                  <c:v>3.6590400000000001</c:v>
                </c:pt>
                <c:pt idx="4213">
                  <c:v>4.0216599999999998</c:v>
                </c:pt>
                <c:pt idx="4214">
                  <c:v>4.3677700000000002</c:v>
                </c:pt>
                <c:pt idx="4215">
                  <c:v>4.3541600000000003</c:v>
                </c:pt>
                <c:pt idx="4216">
                  <c:v>4.0624399999999996</c:v>
                </c:pt>
                <c:pt idx="4217">
                  <c:v>4.1125299999999996</c:v>
                </c:pt>
                <c:pt idx="4218">
                  <c:v>4.51004</c:v>
                </c:pt>
                <c:pt idx="4219">
                  <c:v>4.7079599999999999</c:v>
                </c:pt>
                <c:pt idx="4220">
                  <c:v>4.7021100000000002</c:v>
                </c:pt>
                <c:pt idx="4221">
                  <c:v>4.9388800000000002</c:v>
                </c:pt>
                <c:pt idx="4222">
                  <c:v>5.27264</c:v>
                </c:pt>
                <c:pt idx="4223">
                  <c:v>5.2113399999999999</c:v>
                </c:pt>
                <c:pt idx="4224">
                  <c:v>5.0583400000000003</c:v>
                </c:pt>
                <c:pt idx="4225">
                  <c:v>4.9653900000000002</c:v>
                </c:pt>
                <c:pt idx="4226">
                  <c:v>4.63673</c:v>
                </c:pt>
                <c:pt idx="4227">
                  <c:v>4.5886500000000003</c:v>
                </c:pt>
                <c:pt idx="4228">
                  <c:v>4.4636800000000001</c:v>
                </c:pt>
                <c:pt idx="4229">
                  <c:v>4.2074800000000003</c:v>
                </c:pt>
                <c:pt idx="4230">
                  <c:v>4.3816699999999997</c:v>
                </c:pt>
                <c:pt idx="4231">
                  <c:v>4.6031899999999997</c:v>
                </c:pt>
                <c:pt idx="4232">
                  <c:v>4.58812</c:v>
                </c:pt>
                <c:pt idx="4233">
                  <c:v>4.54054</c:v>
                </c:pt>
                <c:pt idx="4234">
                  <c:v>4.3233699999999997</c:v>
                </c:pt>
                <c:pt idx="4235">
                  <c:v>3.7466499999999998</c:v>
                </c:pt>
                <c:pt idx="4236">
                  <c:v>3.3435800000000002</c:v>
                </c:pt>
                <c:pt idx="4237">
                  <c:v>3.0012099999999999</c:v>
                </c:pt>
                <c:pt idx="4238">
                  <c:v>3.1421999999999999</c:v>
                </c:pt>
                <c:pt idx="4239">
                  <c:v>3.3851100000000001</c:v>
                </c:pt>
                <c:pt idx="4240">
                  <c:v>3.3426499999999999</c:v>
                </c:pt>
                <c:pt idx="4241">
                  <c:v>2.9373800000000001</c:v>
                </c:pt>
                <c:pt idx="4242">
                  <c:v>2.9022000000000001</c:v>
                </c:pt>
                <c:pt idx="4243">
                  <c:v>3.0178500000000001</c:v>
                </c:pt>
                <c:pt idx="4244">
                  <c:v>3.4319600000000001</c:v>
                </c:pt>
                <c:pt idx="4245">
                  <c:v>3.4802200000000001</c:v>
                </c:pt>
                <c:pt idx="4246">
                  <c:v>3.5327099999999998</c:v>
                </c:pt>
                <c:pt idx="4247">
                  <c:v>3.8548499999999999</c:v>
                </c:pt>
                <c:pt idx="4248">
                  <c:v>3.9150200000000002</c:v>
                </c:pt>
                <c:pt idx="4249">
                  <c:v>3.7165400000000002</c:v>
                </c:pt>
                <c:pt idx="4250">
                  <c:v>3.8378800000000002</c:v>
                </c:pt>
                <c:pt idx="4251">
                  <c:v>4.00692</c:v>
                </c:pt>
                <c:pt idx="4252">
                  <c:v>3.90991</c:v>
                </c:pt>
                <c:pt idx="4253">
                  <c:v>3.8749799999999999</c:v>
                </c:pt>
                <c:pt idx="4254">
                  <c:v>4.1064699999999998</c:v>
                </c:pt>
                <c:pt idx="4255">
                  <c:v>4.2809100000000004</c:v>
                </c:pt>
                <c:pt idx="4256">
                  <c:v>4.1810200000000002</c:v>
                </c:pt>
                <c:pt idx="4257">
                  <c:v>4.0941799999999997</c:v>
                </c:pt>
                <c:pt idx="4258">
                  <c:v>4.0065999999999997</c:v>
                </c:pt>
                <c:pt idx="4259">
                  <c:v>3.8859599999999999</c:v>
                </c:pt>
                <c:pt idx="4260">
                  <c:v>3.6487799999999999</c:v>
                </c:pt>
                <c:pt idx="4261">
                  <c:v>3.2083400000000002</c:v>
                </c:pt>
                <c:pt idx="4262">
                  <c:v>3.0585800000000001</c:v>
                </c:pt>
                <c:pt idx="4263">
                  <c:v>3.4224000000000001</c:v>
                </c:pt>
                <c:pt idx="4264">
                  <c:v>3.6276600000000001</c:v>
                </c:pt>
                <c:pt idx="4265">
                  <c:v>3.7541199999999999</c:v>
                </c:pt>
                <c:pt idx="4266">
                  <c:v>3.7438199999999999</c:v>
                </c:pt>
                <c:pt idx="4267">
                  <c:v>3.4892300000000001</c:v>
                </c:pt>
                <c:pt idx="4268">
                  <c:v>3.6046100000000001</c:v>
                </c:pt>
                <c:pt idx="4269">
                  <c:v>3.7559999999999998</c:v>
                </c:pt>
                <c:pt idx="4270">
                  <c:v>3.8430399999999998</c:v>
                </c:pt>
                <c:pt idx="4271">
                  <c:v>4.3348500000000003</c:v>
                </c:pt>
                <c:pt idx="4272">
                  <c:v>4.2674000000000003</c:v>
                </c:pt>
                <c:pt idx="4273">
                  <c:v>3.9794399999999999</c:v>
                </c:pt>
                <c:pt idx="4274">
                  <c:v>3.8583500000000002</c:v>
                </c:pt>
                <c:pt idx="4275">
                  <c:v>4.0512699999999997</c:v>
                </c:pt>
                <c:pt idx="4276">
                  <c:v>4.4752700000000001</c:v>
                </c:pt>
                <c:pt idx="4277">
                  <c:v>4.5322399999999998</c:v>
                </c:pt>
                <c:pt idx="4278">
                  <c:v>4.3049600000000003</c:v>
                </c:pt>
                <c:pt idx="4279">
                  <c:v>4.35365</c:v>
                </c:pt>
                <c:pt idx="4280">
                  <c:v>4.5907</c:v>
                </c:pt>
                <c:pt idx="4281">
                  <c:v>4.6544600000000003</c:v>
                </c:pt>
                <c:pt idx="4282">
                  <c:v>4.4961799999999998</c:v>
                </c:pt>
                <c:pt idx="4283">
                  <c:v>4.4721399999999996</c:v>
                </c:pt>
                <c:pt idx="4284">
                  <c:v>4.6465399999999999</c:v>
                </c:pt>
                <c:pt idx="4285">
                  <c:v>4.9188799999999997</c:v>
                </c:pt>
                <c:pt idx="4286">
                  <c:v>5.0338399999999996</c:v>
                </c:pt>
                <c:pt idx="4287">
                  <c:v>5.1549300000000002</c:v>
                </c:pt>
                <c:pt idx="4288">
                  <c:v>4.88713</c:v>
                </c:pt>
                <c:pt idx="4289">
                  <c:v>4.5871000000000004</c:v>
                </c:pt>
                <c:pt idx="4290">
                  <c:v>4.82484</c:v>
                </c:pt>
                <c:pt idx="4291">
                  <c:v>5.0113099999999999</c:v>
                </c:pt>
                <c:pt idx="4292">
                  <c:v>4.9940300000000004</c:v>
                </c:pt>
                <c:pt idx="4293">
                  <c:v>4.96983</c:v>
                </c:pt>
                <c:pt idx="4294">
                  <c:v>5.0199800000000003</c:v>
                </c:pt>
                <c:pt idx="4295">
                  <c:v>4.82911</c:v>
                </c:pt>
                <c:pt idx="4296">
                  <c:v>4.81684</c:v>
                </c:pt>
                <c:pt idx="4297">
                  <c:v>4.9580099999999998</c:v>
                </c:pt>
                <c:pt idx="4298">
                  <c:v>5.0491900000000003</c:v>
                </c:pt>
                <c:pt idx="4299">
                  <c:v>4.8988699999999996</c:v>
                </c:pt>
                <c:pt idx="4300">
                  <c:v>4.6028500000000001</c:v>
                </c:pt>
                <c:pt idx="4301">
                  <c:v>4.5498099999999999</c:v>
                </c:pt>
                <c:pt idx="4302">
                  <c:v>4.2217099999999999</c:v>
                </c:pt>
                <c:pt idx="4303">
                  <c:v>3.8687999999999998</c:v>
                </c:pt>
                <c:pt idx="4304">
                  <c:v>3.7989899999999999</c:v>
                </c:pt>
                <c:pt idx="4305">
                  <c:v>3.9216099999999998</c:v>
                </c:pt>
                <c:pt idx="4306">
                  <c:v>3.7892899999999998</c:v>
                </c:pt>
                <c:pt idx="4307">
                  <c:v>3.7246299999999999</c:v>
                </c:pt>
                <c:pt idx="4308">
                  <c:v>3.8143400000000001</c:v>
                </c:pt>
                <c:pt idx="4309">
                  <c:v>3.9131999999999998</c:v>
                </c:pt>
                <c:pt idx="4310">
                  <c:v>3.97967</c:v>
                </c:pt>
                <c:pt idx="4311">
                  <c:v>4.22044</c:v>
                </c:pt>
                <c:pt idx="4312">
                  <c:v>4.1174200000000001</c:v>
                </c:pt>
                <c:pt idx="4313">
                  <c:v>3.7396099999999999</c:v>
                </c:pt>
                <c:pt idx="4314">
                  <c:v>3.4842</c:v>
                </c:pt>
                <c:pt idx="4315">
                  <c:v>3.2193700000000001</c:v>
                </c:pt>
                <c:pt idx="4316">
                  <c:v>3.10406</c:v>
                </c:pt>
                <c:pt idx="4317">
                  <c:v>3.0242</c:v>
                </c:pt>
                <c:pt idx="4318">
                  <c:v>2.8536700000000002</c:v>
                </c:pt>
                <c:pt idx="4319">
                  <c:v>2.7569900000000001</c:v>
                </c:pt>
                <c:pt idx="4320">
                  <c:v>2.84226</c:v>
                </c:pt>
                <c:pt idx="4321">
                  <c:v>3.28084</c:v>
                </c:pt>
                <c:pt idx="4322">
                  <c:v>3.7375699999999998</c:v>
                </c:pt>
                <c:pt idx="4323">
                  <c:v>3.7286999999999999</c:v>
                </c:pt>
                <c:pt idx="4324">
                  <c:v>3.8835799999999998</c:v>
                </c:pt>
                <c:pt idx="4325">
                  <c:v>4.10928</c:v>
                </c:pt>
                <c:pt idx="4326">
                  <c:v>3.9086799999999999</c:v>
                </c:pt>
                <c:pt idx="4327">
                  <c:v>3.68371</c:v>
                </c:pt>
                <c:pt idx="4328">
                  <c:v>3.5172300000000001</c:v>
                </c:pt>
                <c:pt idx="4329">
                  <c:v>3.5087100000000002</c:v>
                </c:pt>
                <c:pt idx="4330">
                  <c:v>3.1946599999999998</c:v>
                </c:pt>
                <c:pt idx="4331">
                  <c:v>2.8589699999999998</c:v>
                </c:pt>
                <c:pt idx="4332">
                  <c:v>2.89174</c:v>
                </c:pt>
                <c:pt idx="4333">
                  <c:v>3.2079200000000001</c:v>
                </c:pt>
                <c:pt idx="4334">
                  <c:v>3.6692399999999998</c:v>
                </c:pt>
                <c:pt idx="4335">
                  <c:v>3.8939300000000001</c:v>
                </c:pt>
                <c:pt idx="4336">
                  <c:v>3.9568099999999999</c:v>
                </c:pt>
                <c:pt idx="4337">
                  <c:v>3.9167399999999999</c:v>
                </c:pt>
                <c:pt idx="4338">
                  <c:v>3.9344000000000001</c:v>
                </c:pt>
                <c:pt idx="4339">
                  <c:v>3.9440900000000001</c:v>
                </c:pt>
                <c:pt idx="4340">
                  <c:v>4.0540799999999999</c:v>
                </c:pt>
                <c:pt idx="4341">
                  <c:v>4.3757599999999996</c:v>
                </c:pt>
                <c:pt idx="4342">
                  <c:v>4.35534</c:v>
                </c:pt>
                <c:pt idx="4343">
                  <c:v>4.2632000000000003</c:v>
                </c:pt>
                <c:pt idx="4344">
                  <c:v>4.2361899999999997</c:v>
                </c:pt>
                <c:pt idx="4345">
                  <c:v>4.3083499999999999</c:v>
                </c:pt>
                <c:pt idx="4346">
                  <c:v>4.22525</c:v>
                </c:pt>
                <c:pt idx="4347">
                  <c:v>3.9619900000000001</c:v>
                </c:pt>
                <c:pt idx="4348">
                  <c:v>3.69462</c:v>
                </c:pt>
                <c:pt idx="4349">
                  <c:v>3.5241699999999998</c:v>
                </c:pt>
                <c:pt idx="4350">
                  <c:v>3.73678</c:v>
                </c:pt>
                <c:pt idx="4351">
                  <c:v>3.6000200000000002</c:v>
                </c:pt>
                <c:pt idx="4352">
                  <c:v>3.5763400000000001</c:v>
                </c:pt>
                <c:pt idx="4353">
                  <c:v>3.7680400000000001</c:v>
                </c:pt>
                <c:pt idx="4354">
                  <c:v>3.79847</c:v>
                </c:pt>
                <c:pt idx="4355">
                  <c:v>3.7630400000000002</c:v>
                </c:pt>
                <c:pt idx="4356">
                  <c:v>3.52156</c:v>
                </c:pt>
                <c:pt idx="4357">
                  <c:v>3.43567</c:v>
                </c:pt>
                <c:pt idx="4358">
                  <c:v>3.42916</c:v>
                </c:pt>
                <c:pt idx="4359">
                  <c:v>3.2480699999999998</c:v>
                </c:pt>
                <c:pt idx="4360">
                  <c:v>3.415</c:v>
                </c:pt>
                <c:pt idx="4361">
                  <c:v>3.54555</c:v>
                </c:pt>
                <c:pt idx="4362">
                  <c:v>3.70167</c:v>
                </c:pt>
                <c:pt idx="4363">
                  <c:v>3.9642599999999999</c:v>
                </c:pt>
                <c:pt idx="4364">
                  <c:v>3.9494600000000002</c:v>
                </c:pt>
                <c:pt idx="4365">
                  <c:v>3.8991400000000001</c:v>
                </c:pt>
                <c:pt idx="4366">
                  <c:v>3.8081399999999999</c:v>
                </c:pt>
                <c:pt idx="4367">
                  <c:v>3.7352300000000001</c:v>
                </c:pt>
                <c:pt idx="4368">
                  <c:v>3.8224999999999998</c:v>
                </c:pt>
                <c:pt idx="4369">
                  <c:v>3.9094000000000002</c:v>
                </c:pt>
                <c:pt idx="4370">
                  <c:v>3.8004799999999999</c:v>
                </c:pt>
                <c:pt idx="4371">
                  <c:v>3.6392099999999998</c:v>
                </c:pt>
                <c:pt idx="4372">
                  <c:v>3.6061000000000001</c:v>
                </c:pt>
                <c:pt idx="4373">
                  <c:v>3.8308499999999999</c:v>
                </c:pt>
                <c:pt idx="4374">
                  <c:v>3.9479700000000002</c:v>
                </c:pt>
                <c:pt idx="4375">
                  <c:v>3.92672</c:v>
                </c:pt>
                <c:pt idx="4376">
                  <c:v>3.9993799999999999</c:v>
                </c:pt>
                <c:pt idx="4377">
                  <c:v>4.3057400000000001</c:v>
                </c:pt>
                <c:pt idx="4378">
                  <c:v>4.3392099999999996</c:v>
                </c:pt>
                <c:pt idx="4379">
                  <c:v>4.2138799999999996</c:v>
                </c:pt>
                <c:pt idx="4380">
                  <c:v>4.3231799999999998</c:v>
                </c:pt>
                <c:pt idx="4381">
                  <c:v>4.4999000000000002</c:v>
                </c:pt>
                <c:pt idx="4382">
                  <c:v>4.3396800000000004</c:v>
                </c:pt>
                <c:pt idx="4383">
                  <c:v>4.1166900000000002</c:v>
                </c:pt>
                <c:pt idx="4384">
                  <c:v>4.0622199999999999</c:v>
                </c:pt>
                <c:pt idx="4385">
                  <c:v>3.72654</c:v>
                </c:pt>
                <c:pt idx="4386">
                  <c:v>3.52454</c:v>
                </c:pt>
                <c:pt idx="4387">
                  <c:v>3.67944</c:v>
                </c:pt>
                <c:pt idx="4388">
                  <c:v>4.0564400000000003</c:v>
                </c:pt>
                <c:pt idx="4389">
                  <c:v>4.2568599999999996</c:v>
                </c:pt>
                <c:pt idx="4390">
                  <c:v>4.2993800000000002</c:v>
                </c:pt>
                <c:pt idx="4391">
                  <c:v>3.91839</c:v>
                </c:pt>
                <c:pt idx="4392">
                  <c:v>3.6211099999999998</c:v>
                </c:pt>
                <c:pt idx="4393">
                  <c:v>3.2403499999999998</c:v>
                </c:pt>
                <c:pt idx="4394">
                  <c:v>2.94258</c:v>
                </c:pt>
                <c:pt idx="4395">
                  <c:v>2.6848299999999998</c:v>
                </c:pt>
                <c:pt idx="4396">
                  <c:v>2.6787000000000001</c:v>
                </c:pt>
                <c:pt idx="4397">
                  <c:v>2.7317100000000001</c:v>
                </c:pt>
                <c:pt idx="4398">
                  <c:v>3.11138</c:v>
                </c:pt>
                <c:pt idx="4399">
                  <c:v>3.9079199999999998</c:v>
                </c:pt>
                <c:pt idx="4400">
                  <c:v>4.1835399999999998</c:v>
                </c:pt>
                <c:pt idx="4401">
                  <c:v>4.2971899999999996</c:v>
                </c:pt>
                <c:pt idx="4402">
                  <c:v>4.4916</c:v>
                </c:pt>
                <c:pt idx="4403">
                  <c:v>4.3017200000000004</c:v>
                </c:pt>
                <c:pt idx="4404">
                  <c:v>3.7870400000000002</c:v>
                </c:pt>
                <c:pt idx="4405">
                  <c:v>3.46496</c:v>
                </c:pt>
                <c:pt idx="4406">
                  <c:v>3.1686200000000002</c:v>
                </c:pt>
                <c:pt idx="4407">
                  <c:v>3.3731800000000001</c:v>
                </c:pt>
                <c:pt idx="4408">
                  <c:v>3.6655700000000002</c:v>
                </c:pt>
                <c:pt idx="4409">
                  <c:v>3.7091500000000002</c:v>
                </c:pt>
                <c:pt idx="4410">
                  <c:v>3.7106699999999999</c:v>
                </c:pt>
                <c:pt idx="4411">
                  <c:v>3.7557</c:v>
                </c:pt>
                <c:pt idx="4412">
                  <c:v>3.80599</c:v>
                </c:pt>
                <c:pt idx="4413">
                  <c:v>3.7090900000000002</c:v>
                </c:pt>
                <c:pt idx="4414">
                  <c:v>3.5369199999999998</c:v>
                </c:pt>
                <c:pt idx="4415">
                  <c:v>3.14405</c:v>
                </c:pt>
                <c:pt idx="4416">
                  <c:v>3.13415</c:v>
                </c:pt>
                <c:pt idx="4417">
                  <c:v>3.0194100000000001</c:v>
                </c:pt>
                <c:pt idx="4418">
                  <c:v>3.0179800000000001</c:v>
                </c:pt>
                <c:pt idx="4419">
                  <c:v>3.44035</c:v>
                </c:pt>
                <c:pt idx="4420">
                  <c:v>3.6229900000000002</c:v>
                </c:pt>
                <c:pt idx="4421">
                  <c:v>3.3533599999999999</c:v>
                </c:pt>
                <c:pt idx="4422">
                  <c:v>3.2921800000000001</c:v>
                </c:pt>
                <c:pt idx="4423">
                  <c:v>3.5413199999999998</c:v>
                </c:pt>
                <c:pt idx="4424">
                  <c:v>3.6354899999999999</c:v>
                </c:pt>
                <c:pt idx="4425">
                  <c:v>3.5866400000000001</c:v>
                </c:pt>
                <c:pt idx="4426">
                  <c:v>3.5213100000000002</c:v>
                </c:pt>
                <c:pt idx="4427">
                  <c:v>3.3753299999999999</c:v>
                </c:pt>
                <c:pt idx="4428">
                  <c:v>3.2946</c:v>
                </c:pt>
                <c:pt idx="4429">
                  <c:v>3.5340199999999999</c:v>
                </c:pt>
                <c:pt idx="4430">
                  <c:v>3.81366</c:v>
                </c:pt>
                <c:pt idx="4431">
                  <c:v>3.6354600000000001</c:v>
                </c:pt>
                <c:pt idx="4432">
                  <c:v>3.4240499999999998</c:v>
                </c:pt>
                <c:pt idx="4433">
                  <c:v>3.4307099999999999</c:v>
                </c:pt>
                <c:pt idx="4434">
                  <c:v>3.1682000000000001</c:v>
                </c:pt>
                <c:pt idx="4435">
                  <c:v>3.0386099999999998</c:v>
                </c:pt>
                <c:pt idx="4436">
                  <c:v>3.1353499999999999</c:v>
                </c:pt>
                <c:pt idx="4437">
                  <c:v>3.3841399999999999</c:v>
                </c:pt>
                <c:pt idx="4438">
                  <c:v>3.4196300000000002</c:v>
                </c:pt>
                <c:pt idx="4439">
                  <c:v>3.6079599999999998</c:v>
                </c:pt>
                <c:pt idx="4440">
                  <c:v>3.6503899999999998</c:v>
                </c:pt>
                <c:pt idx="4441">
                  <c:v>3.5573600000000001</c:v>
                </c:pt>
                <c:pt idx="4442">
                  <c:v>3.5914000000000001</c:v>
                </c:pt>
                <c:pt idx="4443">
                  <c:v>3.7404999999999999</c:v>
                </c:pt>
                <c:pt idx="4444">
                  <c:v>3.97106</c:v>
                </c:pt>
                <c:pt idx="4445">
                  <c:v>3.7395200000000002</c:v>
                </c:pt>
                <c:pt idx="4446">
                  <c:v>3.3609</c:v>
                </c:pt>
                <c:pt idx="4447">
                  <c:v>3.1298599999999999</c:v>
                </c:pt>
                <c:pt idx="4448">
                  <c:v>2.9499599999999999</c:v>
                </c:pt>
                <c:pt idx="4449">
                  <c:v>3.22241</c:v>
                </c:pt>
                <c:pt idx="4450">
                  <c:v>3.4085100000000002</c:v>
                </c:pt>
                <c:pt idx="4451">
                  <c:v>3.4533800000000001</c:v>
                </c:pt>
                <c:pt idx="4452">
                  <c:v>3.32742</c:v>
                </c:pt>
                <c:pt idx="4453">
                  <c:v>3.55918</c:v>
                </c:pt>
                <c:pt idx="4454">
                  <c:v>3.7430599999999998</c:v>
                </c:pt>
                <c:pt idx="4455">
                  <c:v>3.6408299999999998</c:v>
                </c:pt>
                <c:pt idx="4456">
                  <c:v>3.3195299999999999</c:v>
                </c:pt>
                <c:pt idx="4457">
                  <c:v>3.2949600000000001</c:v>
                </c:pt>
                <c:pt idx="4458">
                  <c:v>3.6718899999999999</c:v>
                </c:pt>
                <c:pt idx="4459">
                  <c:v>3.70201</c:v>
                </c:pt>
                <c:pt idx="4460">
                  <c:v>3.6757499999999999</c:v>
                </c:pt>
                <c:pt idx="4461">
                  <c:v>3.7799100000000001</c:v>
                </c:pt>
                <c:pt idx="4462">
                  <c:v>3.76511</c:v>
                </c:pt>
                <c:pt idx="4463">
                  <c:v>3.8517000000000001</c:v>
                </c:pt>
                <c:pt idx="4464">
                  <c:v>3.9725700000000002</c:v>
                </c:pt>
                <c:pt idx="4465">
                  <c:v>3.8012100000000002</c:v>
                </c:pt>
                <c:pt idx="4466">
                  <c:v>3.3508300000000002</c:v>
                </c:pt>
                <c:pt idx="4467">
                  <c:v>2.9766499999999998</c:v>
                </c:pt>
                <c:pt idx="4468">
                  <c:v>2.8132600000000001</c:v>
                </c:pt>
                <c:pt idx="4469">
                  <c:v>2.75129</c:v>
                </c:pt>
                <c:pt idx="4470">
                  <c:v>3.0396700000000001</c:v>
                </c:pt>
                <c:pt idx="4471">
                  <c:v>3.5890399999999998</c:v>
                </c:pt>
                <c:pt idx="4472">
                  <c:v>3.6573600000000002</c:v>
                </c:pt>
                <c:pt idx="4473">
                  <c:v>3.3762300000000001</c:v>
                </c:pt>
                <c:pt idx="4474">
                  <c:v>2.93418</c:v>
                </c:pt>
                <c:pt idx="4475">
                  <c:v>2.7253799999999999</c:v>
                </c:pt>
                <c:pt idx="4476">
                  <c:v>2.65734</c:v>
                </c:pt>
                <c:pt idx="4477">
                  <c:v>2.8045200000000001</c:v>
                </c:pt>
                <c:pt idx="4478">
                  <c:v>3.0175399999999999</c:v>
                </c:pt>
                <c:pt idx="4479">
                  <c:v>2.7209599999999998</c:v>
                </c:pt>
                <c:pt idx="4480">
                  <c:v>2.5244499999999999</c:v>
                </c:pt>
                <c:pt idx="4481">
                  <c:v>2.6690499999999999</c:v>
                </c:pt>
                <c:pt idx="4482">
                  <c:v>2.94225</c:v>
                </c:pt>
                <c:pt idx="4483">
                  <c:v>3.2162600000000001</c:v>
                </c:pt>
                <c:pt idx="4484">
                  <c:v>3.22533</c:v>
                </c:pt>
                <c:pt idx="4485">
                  <c:v>2.8616000000000001</c:v>
                </c:pt>
                <c:pt idx="4486">
                  <c:v>2.9506600000000001</c:v>
                </c:pt>
                <c:pt idx="4487">
                  <c:v>3.0727199999999999</c:v>
                </c:pt>
                <c:pt idx="4488">
                  <c:v>2.7915399999999999</c:v>
                </c:pt>
                <c:pt idx="4489">
                  <c:v>2.7156099999999999</c:v>
                </c:pt>
                <c:pt idx="4490">
                  <c:v>2.6196100000000002</c:v>
                </c:pt>
                <c:pt idx="4491">
                  <c:v>2.5999599999999998</c:v>
                </c:pt>
                <c:pt idx="4492">
                  <c:v>2.95905</c:v>
                </c:pt>
                <c:pt idx="4493">
                  <c:v>3.1741799999999998</c:v>
                </c:pt>
                <c:pt idx="4494">
                  <c:v>2.8696999999999999</c:v>
                </c:pt>
                <c:pt idx="4495">
                  <c:v>2.34721</c:v>
                </c:pt>
                <c:pt idx="4496">
                  <c:v>2.1243400000000001</c:v>
                </c:pt>
                <c:pt idx="4497">
                  <c:v>2.3340900000000002</c:v>
                </c:pt>
                <c:pt idx="4498">
                  <c:v>2.5196399999999999</c:v>
                </c:pt>
                <c:pt idx="4499">
                  <c:v>2.3345099999999999</c:v>
                </c:pt>
                <c:pt idx="4500">
                  <c:v>2.1732999999999998</c:v>
                </c:pt>
                <c:pt idx="4501">
                  <c:v>2.3828100000000001</c:v>
                </c:pt>
                <c:pt idx="4502">
                  <c:v>2.6102400000000001</c:v>
                </c:pt>
                <c:pt idx="4503">
                  <c:v>2.7377899999999999</c:v>
                </c:pt>
                <c:pt idx="4504">
                  <c:v>2.6779000000000002</c:v>
                </c:pt>
                <c:pt idx="4505">
                  <c:v>2.63151</c:v>
                </c:pt>
                <c:pt idx="4506">
                  <c:v>2.9948700000000001</c:v>
                </c:pt>
                <c:pt idx="4507">
                  <c:v>3.4295</c:v>
                </c:pt>
                <c:pt idx="4508">
                  <c:v>3.4118599999999999</c:v>
                </c:pt>
                <c:pt idx="4509">
                  <c:v>3.0068000000000001</c:v>
                </c:pt>
                <c:pt idx="4510">
                  <c:v>2.4309500000000002</c:v>
                </c:pt>
                <c:pt idx="4511">
                  <c:v>1.89954</c:v>
                </c:pt>
                <c:pt idx="4512">
                  <c:v>1.7244299999999999</c:v>
                </c:pt>
                <c:pt idx="4513">
                  <c:v>1.9500200000000001</c:v>
                </c:pt>
                <c:pt idx="4514">
                  <c:v>2.4186299999999998</c:v>
                </c:pt>
                <c:pt idx="4515">
                  <c:v>2.9006699999999999</c:v>
                </c:pt>
                <c:pt idx="4516">
                  <c:v>2.9193500000000001</c:v>
                </c:pt>
                <c:pt idx="4517">
                  <c:v>2.8762599999999998</c:v>
                </c:pt>
                <c:pt idx="4518">
                  <c:v>2.8778999999999999</c:v>
                </c:pt>
                <c:pt idx="4519">
                  <c:v>2.6179600000000001</c:v>
                </c:pt>
                <c:pt idx="4520">
                  <c:v>2.57803</c:v>
                </c:pt>
                <c:pt idx="4521">
                  <c:v>2.6995200000000001</c:v>
                </c:pt>
                <c:pt idx="4522">
                  <c:v>2.6819299999999999</c:v>
                </c:pt>
                <c:pt idx="4523">
                  <c:v>2.6707100000000001</c:v>
                </c:pt>
                <c:pt idx="4524">
                  <c:v>2.6749499999999999</c:v>
                </c:pt>
                <c:pt idx="4525">
                  <c:v>2.5404</c:v>
                </c:pt>
                <c:pt idx="4526">
                  <c:v>2.5630600000000001</c:v>
                </c:pt>
                <c:pt idx="4527">
                  <c:v>2.62405</c:v>
                </c:pt>
                <c:pt idx="4528">
                  <c:v>2.4292699999999998</c:v>
                </c:pt>
                <c:pt idx="4529">
                  <c:v>2.3208299999999999</c:v>
                </c:pt>
                <c:pt idx="4530">
                  <c:v>2.3636599999999999</c:v>
                </c:pt>
                <c:pt idx="4531">
                  <c:v>2.3064399999999998</c:v>
                </c:pt>
                <c:pt idx="4532">
                  <c:v>2.2283300000000001</c:v>
                </c:pt>
                <c:pt idx="4533">
                  <c:v>2.3789799999999999</c:v>
                </c:pt>
                <c:pt idx="4534">
                  <c:v>2.4954100000000001</c:v>
                </c:pt>
                <c:pt idx="4535">
                  <c:v>2.7267199999999998</c:v>
                </c:pt>
                <c:pt idx="4536">
                  <c:v>3.1180400000000001</c:v>
                </c:pt>
                <c:pt idx="4537">
                  <c:v>3.4357600000000001</c:v>
                </c:pt>
                <c:pt idx="4538">
                  <c:v>3.2082199999999998</c:v>
                </c:pt>
                <c:pt idx="4539">
                  <c:v>2.9935299999999998</c:v>
                </c:pt>
                <c:pt idx="4540">
                  <c:v>2.98129</c:v>
                </c:pt>
                <c:pt idx="4541">
                  <c:v>2.9388800000000002</c:v>
                </c:pt>
                <c:pt idx="4542">
                  <c:v>3.03532</c:v>
                </c:pt>
                <c:pt idx="4543">
                  <c:v>3.2580300000000002</c:v>
                </c:pt>
                <c:pt idx="4544">
                  <c:v>3.3907500000000002</c:v>
                </c:pt>
                <c:pt idx="4545">
                  <c:v>3.16825</c:v>
                </c:pt>
                <c:pt idx="4546">
                  <c:v>2.9952800000000002</c:v>
                </c:pt>
                <c:pt idx="4547">
                  <c:v>3.1897000000000002</c:v>
                </c:pt>
                <c:pt idx="4548">
                  <c:v>3.4011100000000001</c:v>
                </c:pt>
                <c:pt idx="4549">
                  <c:v>3.3252700000000002</c:v>
                </c:pt>
                <c:pt idx="4550">
                  <c:v>3.4508299999999998</c:v>
                </c:pt>
                <c:pt idx="4551">
                  <c:v>3.75684</c:v>
                </c:pt>
                <c:pt idx="4552">
                  <c:v>3.8588</c:v>
                </c:pt>
                <c:pt idx="4553">
                  <c:v>3.5161799999999999</c:v>
                </c:pt>
                <c:pt idx="4554">
                  <c:v>3.24979</c:v>
                </c:pt>
                <c:pt idx="4555">
                  <c:v>3.16371</c:v>
                </c:pt>
                <c:pt idx="4556">
                  <c:v>3.0853799999999998</c:v>
                </c:pt>
                <c:pt idx="4557">
                  <c:v>3.2719800000000001</c:v>
                </c:pt>
                <c:pt idx="4558">
                  <c:v>3.7283200000000001</c:v>
                </c:pt>
                <c:pt idx="4559">
                  <c:v>3.6576599999999999</c:v>
                </c:pt>
                <c:pt idx="4560">
                  <c:v>3.198</c:v>
                </c:pt>
                <c:pt idx="4561">
                  <c:v>3.1175099999999998</c:v>
                </c:pt>
                <c:pt idx="4562">
                  <c:v>3.4560200000000001</c:v>
                </c:pt>
                <c:pt idx="4563">
                  <c:v>3.7463099999999998</c:v>
                </c:pt>
                <c:pt idx="4564">
                  <c:v>3.8828900000000002</c:v>
                </c:pt>
                <c:pt idx="4565">
                  <c:v>3.6611699999999998</c:v>
                </c:pt>
                <c:pt idx="4566">
                  <c:v>3.2937500000000002</c:v>
                </c:pt>
                <c:pt idx="4567">
                  <c:v>3.4459200000000001</c:v>
                </c:pt>
                <c:pt idx="4568">
                  <c:v>3.42638</c:v>
                </c:pt>
                <c:pt idx="4569">
                  <c:v>3.3150200000000001</c:v>
                </c:pt>
                <c:pt idx="4570">
                  <c:v>3.3453200000000001</c:v>
                </c:pt>
                <c:pt idx="4571">
                  <c:v>3.1071200000000001</c:v>
                </c:pt>
                <c:pt idx="4572">
                  <c:v>2.9643000000000002</c:v>
                </c:pt>
                <c:pt idx="4573">
                  <c:v>2.6986599999999998</c:v>
                </c:pt>
                <c:pt idx="4574">
                  <c:v>2.4918</c:v>
                </c:pt>
                <c:pt idx="4575">
                  <c:v>2.60521</c:v>
                </c:pt>
                <c:pt idx="4576">
                  <c:v>2.3212600000000001</c:v>
                </c:pt>
                <c:pt idx="4577">
                  <c:v>2.2305600000000001</c:v>
                </c:pt>
                <c:pt idx="4578">
                  <c:v>2.51335</c:v>
                </c:pt>
                <c:pt idx="4579">
                  <c:v>2.33317</c:v>
                </c:pt>
                <c:pt idx="4580">
                  <c:v>1.9556899999999999</c:v>
                </c:pt>
                <c:pt idx="4581">
                  <c:v>2.1350600000000002</c:v>
                </c:pt>
                <c:pt idx="4582">
                  <c:v>2.61239</c:v>
                </c:pt>
                <c:pt idx="4583">
                  <c:v>2.8656299999999999</c:v>
                </c:pt>
                <c:pt idx="4584">
                  <c:v>3.1825800000000002</c:v>
                </c:pt>
                <c:pt idx="4585">
                  <c:v>3.0572599999999999</c:v>
                </c:pt>
                <c:pt idx="4586">
                  <c:v>2.92361</c:v>
                </c:pt>
                <c:pt idx="4587">
                  <c:v>3.2138599999999999</c:v>
                </c:pt>
                <c:pt idx="4588">
                  <c:v>3.4403899999999998</c:v>
                </c:pt>
                <c:pt idx="4589">
                  <c:v>3.20425</c:v>
                </c:pt>
                <c:pt idx="4590">
                  <c:v>3.32877</c:v>
                </c:pt>
                <c:pt idx="4591">
                  <c:v>3.44333</c:v>
                </c:pt>
                <c:pt idx="4592">
                  <c:v>3.1777000000000002</c:v>
                </c:pt>
                <c:pt idx="4593">
                  <c:v>2.5530499999999998</c:v>
                </c:pt>
                <c:pt idx="4594">
                  <c:v>2.4442499999999998</c:v>
                </c:pt>
                <c:pt idx="4595">
                  <c:v>2.8429199999999999</c:v>
                </c:pt>
                <c:pt idx="4596">
                  <c:v>2.7698200000000002</c:v>
                </c:pt>
                <c:pt idx="4597">
                  <c:v>2.1093899999999999</c:v>
                </c:pt>
                <c:pt idx="4598">
                  <c:v>1.8707800000000001</c:v>
                </c:pt>
                <c:pt idx="4599">
                  <c:v>2.1711</c:v>
                </c:pt>
                <c:pt idx="4600">
                  <c:v>2.4333200000000001</c:v>
                </c:pt>
                <c:pt idx="4601">
                  <c:v>2.3553099999999998</c:v>
                </c:pt>
                <c:pt idx="4602">
                  <c:v>2.2347800000000002</c:v>
                </c:pt>
                <c:pt idx="4603">
                  <c:v>2.2969300000000001</c:v>
                </c:pt>
                <c:pt idx="4604">
                  <c:v>2.9908899999999998</c:v>
                </c:pt>
                <c:pt idx="4605">
                  <c:v>3.60338</c:v>
                </c:pt>
                <c:pt idx="4606">
                  <c:v>3.7589000000000001</c:v>
                </c:pt>
                <c:pt idx="4607">
                  <c:v>3.5685500000000001</c:v>
                </c:pt>
                <c:pt idx="4608">
                  <c:v>3.3270400000000002</c:v>
                </c:pt>
                <c:pt idx="4609">
                  <c:v>3.2759499999999999</c:v>
                </c:pt>
                <c:pt idx="4610">
                  <c:v>3.3227600000000002</c:v>
                </c:pt>
                <c:pt idx="4611">
                  <c:v>3.2658900000000002</c:v>
                </c:pt>
                <c:pt idx="4612">
                  <c:v>3.18526</c:v>
                </c:pt>
                <c:pt idx="4613">
                  <c:v>3.12249</c:v>
                </c:pt>
                <c:pt idx="4614">
                  <c:v>2.9275899999999999</c:v>
                </c:pt>
                <c:pt idx="4615">
                  <c:v>3.0087000000000002</c:v>
                </c:pt>
                <c:pt idx="4616">
                  <c:v>3.18615</c:v>
                </c:pt>
                <c:pt idx="4617">
                  <c:v>3.1558899999999999</c:v>
                </c:pt>
                <c:pt idx="4618">
                  <c:v>3.2417400000000001</c:v>
                </c:pt>
                <c:pt idx="4619">
                  <c:v>3.5519099999999999</c:v>
                </c:pt>
                <c:pt idx="4620">
                  <c:v>3.7303500000000001</c:v>
                </c:pt>
                <c:pt idx="4621">
                  <c:v>3.9071600000000002</c:v>
                </c:pt>
                <c:pt idx="4622">
                  <c:v>4.07742</c:v>
                </c:pt>
                <c:pt idx="4623">
                  <c:v>4.0958399999999999</c:v>
                </c:pt>
                <c:pt idx="4624">
                  <c:v>4.0365000000000002</c:v>
                </c:pt>
                <c:pt idx="4625">
                  <c:v>4.1478599999999997</c:v>
                </c:pt>
                <c:pt idx="4626">
                  <c:v>4.0239399999999996</c:v>
                </c:pt>
                <c:pt idx="4627">
                  <c:v>4.1177900000000003</c:v>
                </c:pt>
                <c:pt idx="4628">
                  <c:v>4.2905600000000002</c:v>
                </c:pt>
                <c:pt idx="4629">
                  <c:v>3.8955500000000001</c:v>
                </c:pt>
                <c:pt idx="4630">
                  <c:v>3.74926</c:v>
                </c:pt>
                <c:pt idx="4631">
                  <c:v>3.7345999999999999</c:v>
                </c:pt>
                <c:pt idx="4632">
                  <c:v>3.5858599999999998</c:v>
                </c:pt>
                <c:pt idx="4633">
                  <c:v>3.40821</c:v>
                </c:pt>
                <c:pt idx="4634">
                  <c:v>3.1060500000000002</c:v>
                </c:pt>
                <c:pt idx="4635">
                  <c:v>2.9159999999999999</c:v>
                </c:pt>
                <c:pt idx="4636">
                  <c:v>2.7111399999999999</c:v>
                </c:pt>
                <c:pt idx="4637">
                  <c:v>2.8028400000000002</c:v>
                </c:pt>
                <c:pt idx="4638">
                  <c:v>2.9511699999999998</c:v>
                </c:pt>
                <c:pt idx="4639">
                  <c:v>2.8268399999999998</c:v>
                </c:pt>
                <c:pt idx="4640">
                  <c:v>2.7194400000000001</c:v>
                </c:pt>
                <c:pt idx="4641">
                  <c:v>2.9092199999999999</c:v>
                </c:pt>
                <c:pt idx="4642">
                  <c:v>2.9528500000000002</c:v>
                </c:pt>
                <c:pt idx="4643">
                  <c:v>2.8029700000000002</c:v>
                </c:pt>
                <c:pt idx="4644">
                  <c:v>2.5441699999999998</c:v>
                </c:pt>
                <c:pt idx="4645">
                  <c:v>2.1831800000000001</c:v>
                </c:pt>
                <c:pt idx="4646">
                  <c:v>2.2164999999999999</c:v>
                </c:pt>
                <c:pt idx="4647">
                  <c:v>2.4171399999999998</c:v>
                </c:pt>
                <c:pt idx="4648">
                  <c:v>2.29671</c:v>
                </c:pt>
                <c:pt idx="4649">
                  <c:v>2.1974999999999998</c:v>
                </c:pt>
                <c:pt idx="4650">
                  <c:v>2.2579899999999999</c:v>
                </c:pt>
                <c:pt idx="4651">
                  <c:v>2.4392800000000001</c:v>
                </c:pt>
                <c:pt idx="4652">
                  <c:v>2.71652</c:v>
                </c:pt>
                <c:pt idx="4653">
                  <c:v>3.0998899999999998</c:v>
                </c:pt>
                <c:pt idx="4654">
                  <c:v>3.4566499999999998</c:v>
                </c:pt>
                <c:pt idx="4655">
                  <c:v>3.46509</c:v>
                </c:pt>
                <c:pt idx="4656">
                  <c:v>3.2931900000000001</c:v>
                </c:pt>
                <c:pt idx="4657">
                  <c:v>3.4471699999999998</c:v>
                </c:pt>
                <c:pt idx="4658">
                  <c:v>3.5301200000000001</c:v>
                </c:pt>
                <c:pt idx="4659">
                  <c:v>3.5050300000000001</c:v>
                </c:pt>
                <c:pt idx="4660">
                  <c:v>3.61191</c:v>
                </c:pt>
                <c:pt idx="4661">
                  <c:v>3.68879</c:v>
                </c:pt>
                <c:pt idx="4662">
                  <c:v>3.5186799999999998</c:v>
                </c:pt>
                <c:pt idx="4663">
                  <c:v>2.9983900000000001</c:v>
                </c:pt>
                <c:pt idx="4664">
                  <c:v>3.2957900000000002</c:v>
                </c:pt>
                <c:pt idx="4665">
                  <c:v>3.5424600000000002</c:v>
                </c:pt>
                <c:pt idx="4666">
                  <c:v>3.5702400000000001</c:v>
                </c:pt>
                <c:pt idx="4667">
                  <c:v>3.7355999999999998</c:v>
                </c:pt>
                <c:pt idx="4668">
                  <c:v>3.7657699999999998</c:v>
                </c:pt>
                <c:pt idx="4669">
                  <c:v>3.6810700000000001</c:v>
                </c:pt>
                <c:pt idx="4670">
                  <c:v>3.2606899999999999</c:v>
                </c:pt>
                <c:pt idx="4671">
                  <c:v>2.87656</c:v>
                </c:pt>
                <c:pt idx="4672">
                  <c:v>2.83534</c:v>
                </c:pt>
                <c:pt idx="4673">
                  <c:v>2.8559399999999999</c:v>
                </c:pt>
                <c:pt idx="4674">
                  <c:v>2.8812700000000002</c:v>
                </c:pt>
                <c:pt idx="4675">
                  <c:v>3.2830300000000001</c:v>
                </c:pt>
                <c:pt idx="4676">
                  <c:v>3.4381400000000002</c:v>
                </c:pt>
                <c:pt idx="4677">
                  <c:v>3.6786400000000001</c:v>
                </c:pt>
                <c:pt idx="4678">
                  <c:v>4.1798400000000004</c:v>
                </c:pt>
                <c:pt idx="4679">
                  <c:v>4.41343</c:v>
                </c:pt>
                <c:pt idx="4680">
                  <c:v>4.6482999999999999</c:v>
                </c:pt>
                <c:pt idx="4681">
                  <c:v>4.9531299999999998</c:v>
                </c:pt>
                <c:pt idx="4682">
                  <c:v>5.0684500000000003</c:v>
                </c:pt>
                <c:pt idx="4683">
                  <c:v>4.9823599999999999</c:v>
                </c:pt>
                <c:pt idx="4684">
                  <c:v>4.8087499999999999</c:v>
                </c:pt>
                <c:pt idx="4685">
                  <c:v>4.5597000000000003</c:v>
                </c:pt>
                <c:pt idx="4686">
                  <c:v>4.1903800000000002</c:v>
                </c:pt>
                <c:pt idx="4687">
                  <c:v>3.7763200000000001</c:v>
                </c:pt>
                <c:pt idx="4688">
                  <c:v>3.5057399999999999</c:v>
                </c:pt>
                <c:pt idx="4689">
                  <c:v>3.73509</c:v>
                </c:pt>
                <c:pt idx="4690">
                  <c:v>3.87859</c:v>
                </c:pt>
                <c:pt idx="4691">
                  <c:v>3.8359200000000002</c:v>
                </c:pt>
                <c:pt idx="4692">
                  <c:v>4.0149999999999997</c:v>
                </c:pt>
                <c:pt idx="4693">
                  <c:v>3.9136299999999999</c:v>
                </c:pt>
                <c:pt idx="4694">
                  <c:v>4.0461600000000004</c:v>
                </c:pt>
                <c:pt idx="4695">
                  <c:v>4.2869400000000004</c:v>
                </c:pt>
                <c:pt idx="4696">
                  <c:v>4.3677799999999998</c:v>
                </c:pt>
                <c:pt idx="4697">
                  <c:v>4.4020999999999999</c:v>
                </c:pt>
                <c:pt idx="4698">
                  <c:v>4.5261199999999997</c:v>
                </c:pt>
                <c:pt idx="4699">
                  <c:v>4.5982900000000004</c:v>
                </c:pt>
                <c:pt idx="4700">
                  <c:v>4.3462199999999998</c:v>
                </c:pt>
                <c:pt idx="4701">
                  <c:v>4.1069699999999996</c:v>
                </c:pt>
                <c:pt idx="4702">
                  <c:v>3.7082999999999999</c:v>
                </c:pt>
                <c:pt idx="4703">
                  <c:v>3.30552</c:v>
                </c:pt>
                <c:pt idx="4704">
                  <c:v>3.1126499999999999</c:v>
                </c:pt>
                <c:pt idx="4705">
                  <c:v>2.7655500000000002</c:v>
                </c:pt>
                <c:pt idx="4706">
                  <c:v>2.5310100000000002</c:v>
                </c:pt>
                <c:pt idx="4707">
                  <c:v>2.7572199999999998</c:v>
                </c:pt>
                <c:pt idx="4708">
                  <c:v>2.8921299999999999</c:v>
                </c:pt>
                <c:pt idx="4709">
                  <c:v>2.7501699999999998</c:v>
                </c:pt>
                <c:pt idx="4710">
                  <c:v>2.3496100000000002</c:v>
                </c:pt>
                <c:pt idx="4711">
                  <c:v>2.6274199999999999</c:v>
                </c:pt>
                <c:pt idx="4712">
                  <c:v>3.1345299999999998</c:v>
                </c:pt>
                <c:pt idx="4713">
                  <c:v>3.3713099999999998</c:v>
                </c:pt>
                <c:pt idx="4714">
                  <c:v>3.2977699999999999</c:v>
                </c:pt>
                <c:pt idx="4715">
                  <c:v>3.1968999999999999</c:v>
                </c:pt>
                <c:pt idx="4716">
                  <c:v>3.2767599999999999</c:v>
                </c:pt>
                <c:pt idx="4717">
                  <c:v>3.2848999999999999</c:v>
                </c:pt>
                <c:pt idx="4718">
                  <c:v>3.1996699999999998</c:v>
                </c:pt>
                <c:pt idx="4719">
                  <c:v>2.9790299999999998</c:v>
                </c:pt>
                <c:pt idx="4720">
                  <c:v>2.83684</c:v>
                </c:pt>
                <c:pt idx="4721">
                  <c:v>2.9264800000000002</c:v>
                </c:pt>
                <c:pt idx="4722">
                  <c:v>2.8346900000000002</c:v>
                </c:pt>
                <c:pt idx="4723">
                  <c:v>2.6759900000000001</c:v>
                </c:pt>
                <c:pt idx="4724">
                  <c:v>2.63449</c:v>
                </c:pt>
                <c:pt idx="4725">
                  <c:v>2.89724</c:v>
                </c:pt>
                <c:pt idx="4726">
                  <c:v>3.1404700000000001</c:v>
                </c:pt>
                <c:pt idx="4727">
                  <c:v>3.1356799999999998</c:v>
                </c:pt>
                <c:pt idx="4728">
                  <c:v>3.2140399999999998</c:v>
                </c:pt>
                <c:pt idx="4729">
                  <c:v>3.2013600000000002</c:v>
                </c:pt>
                <c:pt idx="4730">
                  <c:v>3.0644100000000001</c:v>
                </c:pt>
                <c:pt idx="4731">
                  <c:v>3.0472299999999999</c:v>
                </c:pt>
                <c:pt idx="4732">
                  <c:v>3.0912799999999998</c:v>
                </c:pt>
                <c:pt idx="4733">
                  <c:v>3.1875200000000001</c:v>
                </c:pt>
                <c:pt idx="4734">
                  <c:v>3.2048999999999999</c:v>
                </c:pt>
                <c:pt idx="4735">
                  <c:v>3.3792399999999998</c:v>
                </c:pt>
                <c:pt idx="4736">
                  <c:v>3.4283800000000002</c:v>
                </c:pt>
                <c:pt idx="4737">
                  <c:v>3.2969400000000002</c:v>
                </c:pt>
                <c:pt idx="4738">
                  <c:v>3.3196400000000001</c:v>
                </c:pt>
                <c:pt idx="4739">
                  <c:v>3.6429999999999998</c:v>
                </c:pt>
                <c:pt idx="4740">
                  <c:v>3.8259099999999999</c:v>
                </c:pt>
                <c:pt idx="4741">
                  <c:v>3.9968699999999999</c:v>
                </c:pt>
                <c:pt idx="4742">
                  <c:v>4.1801500000000003</c:v>
                </c:pt>
                <c:pt idx="4743">
                  <c:v>4.3482099999999999</c:v>
                </c:pt>
                <c:pt idx="4744">
                  <c:v>4.7512100000000004</c:v>
                </c:pt>
                <c:pt idx="4745">
                  <c:v>4.8967200000000002</c:v>
                </c:pt>
                <c:pt idx="4746">
                  <c:v>4.6792199999999999</c:v>
                </c:pt>
                <c:pt idx="4747">
                  <c:v>4.6703000000000001</c:v>
                </c:pt>
                <c:pt idx="4748">
                  <c:v>5.0134600000000002</c:v>
                </c:pt>
                <c:pt idx="4749">
                  <c:v>5.4423500000000002</c:v>
                </c:pt>
                <c:pt idx="4750">
                  <c:v>5.85907</c:v>
                </c:pt>
                <c:pt idx="4751">
                  <c:v>6.1396300000000004</c:v>
                </c:pt>
                <c:pt idx="4752">
                  <c:v>6.2489699999999999</c:v>
                </c:pt>
                <c:pt idx="4753">
                  <c:v>6.3914999999999997</c:v>
                </c:pt>
                <c:pt idx="4754">
                  <c:v>6.7709900000000003</c:v>
                </c:pt>
                <c:pt idx="4755">
                  <c:v>6.8766100000000003</c:v>
                </c:pt>
                <c:pt idx="4756">
                  <c:v>7.0692300000000001</c:v>
                </c:pt>
                <c:pt idx="4757">
                  <c:v>7.5936899999999996</c:v>
                </c:pt>
                <c:pt idx="4758">
                  <c:v>8.3099799999999995</c:v>
                </c:pt>
                <c:pt idx="4759">
                  <c:v>8.4919200000000004</c:v>
                </c:pt>
                <c:pt idx="4760">
                  <c:v>8.3288399999999996</c:v>
                </c:pt>
                <c:pt idx="4761">
                  <c:v>8.6351300000000002</c:v>
                </c:pt>
                <c:pt idx="4762">
                  <c:v>8.8085400000000007</c:v>
                </c:pt>
                <c:pt idx="4763">
                  <c:v>8.5031499999999998</c:v>
                </c:pt>
                <c:pt idx="4764">
                  <c:v>8.2197600000000008</c:v>
                </c:pt>
                <c:pt idx="4765">
                  <c:v>8.0234500000000004</c:v>
                </c:pt>
                <c:pt idx="4766">
                  <c:v>7.8937900000000001</c:v>
                </c:pt>
                <c:pt idx="4767">
                  <c:v>7.87331</c:v>
                </c:pt>
                <c:pt idx="4768">
                  <c:v>7.8379300000000001</c:v>
                </c:pt>
                <c:pt idx="4769">
                  <c:v>7.8720299999999996</c:v>
                </c:pt>
                <c:pt idx="4770">
                  <c:v>7.6196799999999998</c:v>
                </c:pt>
                <c:pt idx="4771">
                  <c:v>7.1549699999999996</c:v>
                </c:pt>
                <c:pt idx="4772">
                  <c:v>6.4955600000000002</c:v>
                </c:pt>
                <c:pt idx="4773">
                  <c:v>5.7675599999999996</c:v>
                </c:pt>
                <c:pt idx="4774">
                  <c:v>5.1605600000000003</c:v>
                </c:pt>
                <c:pt idx="4775">
                  <c:v>4.47485</c:v>
                </c:pt>
                <c:pt idx="4776">
                  <c:v>4.1493200000000003</c:v>
                </c:pt>
                <c:pt idx="4777">
                  <c:v>4.1756399999999996</c:v>
                </c:pt>
                <c:pt idx="4778">
                  <c:v>4.1678499999999996</c:v>
                </c:pt>
                <c:pt idx="4779">
                  <c:v>4.0526</c:v>
                </c:pt>
                <c:pt idx="4780">
                  <c:v>3.8025799999999998</c:v>
                </c:pt>
                <c:pt idx="4781">
                  <c:v>3.48386</c:v>
                </c:pt>
                <c:pt idx="4782">
                  <c:v>3.1761499999999998</c:v>
                </c:pt>
                <c:pt idx="4783">
                  <c:v>2.9632499999999999</c:v>
                </c:pt>
                <c:pt idx="4784">
                  <c:v>3.0501299999999998</c:v>
                </c:pt>
                <c:pt idx="4785">
                  <c:v>3.3677000000000001</c:v>
                </c:pt>
                <c:pt idx="4786">
                  <c:v>3.8211900000000001</c:v>
                </c:pt>
                <c:pt idx="4787">
                  <c:v>4.0560400000000003</c:v>
                </c:pt>
                <c:pt idx="4788">
                  <c:v>4.0141299999999998</c:v>
                </c:pt>
                <c:pt idx="4789">
                  <c:v>3.9572400000000001</c:v>
                </c:pt>
                <c:pt idx="4790">
                  <c:v>3.8779499999999998</c:v>
                </c:pt>
                <c:pt idx="4791">
                  <c:v>3.5723799999999999</c:v>
                </c:pt>
                <c:pt idx="4792">
                  <c:v>3.44937</c:v>
                </c:pt>
                <c:pt idx="4793">
                  <c:v>3.5085099999999998</c:v>
                </c:pt>
                <c:pt idx="4794">
                  <c:v>3.81392</c:v>
                </c:pt>
                <c:pt idx="4795">
                  <c:v>3.82633</c:v>
                </c:pt>
                <c:pt idx="4796">
                  <c:v>3.5541200000000002</c:v>
                </c:pt>
                <c:pt idx="4797">
                  <c:v>3.5715599999999998</c:v>
                </c:pt>
                <c:pt idx="4798">
                  <c:v>3.4761299999999999</c:v>
                </c:pt>
                <c:pt idx="4799">
                  <c:v>3.3500200000000002</c:v>
                </c:pt>
                <c:pt idx="4800">
                  <c:v>3.33344</c:v>
                </c:pt>
                <c:pt idx="4801">
                  <c:v>3.4882300000000002</c:v>
                </c:pt>
                <c:pt idx="4802">
                  <c:v>3.4489800000000002</c:v>
                </c:pt>
                <c:pt idx="4803">
                  <c:v>3.64479</c:v>
                </c:pt>
                <c:pt idx="4804">
                  <c:v>4.1377199999999998</c:v>
                </c:pt>
                <c:pt idx="4805">
                  <c:v>4.5466100000000003</c:v>
                </c:pt>
                <c:pt idx="4806">
                  <c:v>4.7706</c:v>
                </c:pt>
                <c:pt idx="4807">
                  <c:v>4.6483400000000001</c:v>
                </c:pt>
                <c:pt idx="4808">
                  <c:v>4.4487199999999998</c:v>
                </c:pt>
                <c:pt idx="4809">
                  <c:v>4.2431099999999997</c:v>
                </c:pt>
                <c:pt idx="4810">
                  <c:v>3.8846599999999998</c:v>
                </c:pt>
                <c:pt idx="4811">
                  <c:v>3.8758499999999998</c:v>
                </c:pt>
                <c:pt idx="4812">
                  <c:v>4.1436099999999998</c:v>
                </c:pt>
                <c:pt idx="4813">
                  <c:v>4.3968800000000003</c:v>
                </c:pt>
                <c:pt idx="4814">
                  <c:v>4.4398299999999997</c:v>
                </c:pt>
                <c:pt idx="4815">
                  <c:v>4.4384399999999999</c:v>
                </c:pt>
                <c:pt idx="4816">
                  <c:v>4.15787</c:v>
                </c:pt>
                <c:pt idx="4817">
                  <c:v>3.78694</c:v>
                </c:pt>
                <c:pt idx="4818">
                  <c:v>3.2662800000000001</c:v>
                </c:pt>
                <c:pt idx="4819">
                  <c:v>3.2033999999999998</c:v>
                </c:pt>
                <c:pt idx="4820">
                  <c:v>3.7480000000000002</c:v>
                </c:pt>
                <c:pt idx="4821">
                  <c:v>4.1449800000000003</c:v>
                </c:pt>
                <c:pt idx="4822">
                  <c:v>4.2320399999999996</c:v>
                </c:pt>
                <c:pt idx="4823">
                  <c:v>3.9743400000000002</c:v>
                </c:pt>
                <c:pt idx="4824">
                  <c:v>3.45289</c:v>
                </c:pt>
                <c:pt idx="4825">
                  <c:v>3.3698000000000001</c:v>
                </c:pt>
                <c:pt idx="4826">
                  <c:v>3.9592399999999999</c:v>
                </c:pt>
                <c:pt idx="4827">
                  <c:v>4.43025</c:v>
                </c:pt>
                <c:pt idx="4828">
                  <c:v>4.3420300000000003</c:v>
                </c:pt>
                <c:pt idx="4829">
                  <c:v>4.3199500000000004</c:v>
                </c:pt>
                <c:pt idx="4830">
                  <c:v>4.3963200000000002</c:v>
                </c:pt>
                <c:pt idx="4831">
                  <c:v>4.3732199999999999</c:v>
                </c:pt>
                <c:pt idx="4832">
                  <c:v>4.1543099999999997</c:v>
                </c:pt>
                <c:pt idx="4833">
                  <c:v>3.73366</c:v>
                </c:pt>
                <c:pt idx="4834">
                  <c:v>3.85649</c:v>
                </c:pt>
                <c:pt idx="4835">
                  <c:v>3.9807700000000001</c:v>
                </c:pt>
                <c:pt idx="4836">
                  <c:v>3.8632300000000002</c:v>
                </c:pt>
                <c:pt idx="4837">
                  <c:v>3.7319</c:v>
                </c:pt>
                <c:pt idx="4838">
                  <c:v>3.8053499999999998</c:v>
                </c:pt>
                <c:pt idx="4839">
                  <c:v>3.7104900000000001</c:v>
                </c:pt>
                <c:pt idx="4840">
                  <c:v>3.35406</c:v>
                </c:pt>
                <c:pt idx="4841">
                  <c:v>3.2263099999999998</c:v>
                </c:pt>
                <c:pt idx="4842">
                  <c:v>3.7097600000000002</c:v>
                </c:pt>
                <c:pt idx="4843">
                  <c:v>4.2481400000000002</c:v>
                </c:pt>
                <c:pt idx="4844">
                  <c:v>4.8121799999999997</c:v>
                </c:pt>
                <c:pt idx="4845">
                  <c:v>5.3945999999999996</c:v>
                </c:pt>
                <c:pt idx="4846">
                  <c:v>5.9222099999999998</c:v>
                </c:pt>
                <c:pt idx="4847">
                  <c:v>6.37561</c:v>
                </c:pt>
                <c:pt idx="4848">
                  <c:v>6.7665100000000002</c:v>
                </c:pt>
                <c:pt idx="4849">
                  <c:v>7.0251599999999996</c:v>
                </c:pt>
                <c:pt idx="4850">
                  <c:v>7.2954499999999998</c:v>
                </c:pt>
                <c:pt idx="4851">
                  <c:v>7.4381199999999996</c:v>
                </c:pt>
                <c:pt idx="4852">
                  <c:v>7.4729000000000001</c:v>
                </c:pt>
                <c:pt idx="4853">
                  <c:v>7.5791399999999998</c:v>
                </c:pt>
                <c:pt idx="4854">
                  <c:v>7.7786400000000002</c:v>
                </c:pt>
                <c:pt idx="4855">
                  <c:v>8.1068300000000004</c:v>
                </c:pt>
                <c:pt idx="4856">
                  <c:v>8.3216300000000007</c:v>
                </c:pt>
                <c:pt idx="4857">
                  <c:v>7.97004</c:v>
                </c:pt>
                <c:pt idx="4858">
                  <c:v>7.3647900000000002</c:v>
                </c:pt>
                <c:pt idx="4859">
                  <c:v>6.8884100000000004</c:v>
                </c:pt>
                <c:pt idx="4860">
                  <c:v>6.5962699999999996</c:v>
                </c:pt>
                <c:pt idx="4861">
                  <c:v>6.3141400000000001</c:v>
                </c:pt>
                <c:pt idx="4862">
                  <c:v>5.9638400000000003</c:v>
                </c:pt>
                <c:pt idx="4863">
                  <c:v>5.5025000000000004</c:v>
                </c:pt>
                <c:pt idx="4864">
                  <c:v>4.8293200000000001</c:v>
                </c:pt>
                <c:pt idx="4865">
                  <c:v>4.5996499999999996</c:v>
                </c:pt>
                <c:pt idx="4866">
                  <c:v>4.5420199999999999</c:v>
                </c:pt>
                <c:pt idx="4867">
                  <c:v>4.5548599999999997</c:v>
                </c:pt>
                <c:pt idx="4868">
                  <c:v>4.6113</c:v>
                </c:pt>
                <c:pt idx="4869">
                  <c:v>4.4249099999999997</c:v>
                </c:pt>
                <c:pt idx="4870">
                  <c:v>4.1492599999999999</c:v>
                </c:pt>
                <c:pt idx="4871">
                  <c:v>4.0378400000000001</c:v>
                </c:pt>
                <c:pt idx="4872">
                  <c:v>3.8938999999999999</c:v>
                </c:pt>
                <c:pt idx="4873">
                  <c:v>3.8018299999999998</c:v>
                </c:pt>
                <c:pt idx="4874">
                  <c:v>3.7414999999999998</c:v>
                </c:pt>
                <c:pt idx="4875">
                  <c:v>3.6873999999999998</c:v>
                </c:pt>
                <c:pt idx="4876">
                  <c:v>3.2578999999999998</c:v>
                </c:pt>
                <c:pt idx="4877">
                  <c:v>3.0739299999999998</c:v>
                </c:pt>
                <c:pt idx="4878">
                  <c:v>3.2648999999999999</c:v>
                </c:pt>
                <c:pt idx="4879">
                  <c:v>3.13144</c:v>
                </c:pt>
                <c:pt idx="4880">
                  <c:v>2.7477200000000002</c:v>
                </c:pt>
                <c:pt idx="4881">
                  <c:v>2.46347</c:v>
                </c:pt>
                <c:pt idx="4882">
                  <c:v>2.5309900000000001</c:v>
                </c:pt>
                <c:pt idx="4883">
                  <c:v>2.5633499999999998</c:v>
                </c:pt>
                <c:pt idx="4884">
                  <c:v>2.6050499999999999</c:v>
                </c:pt>
                <c:pt idx="4885">
                  <c:v>2.9629599999999998</c:v>
                </c:pt>
                <c:pt idx="4886">
                  <c:v>3.13585</c:v>
                </c:pt>
                <c:pt idx="4887">
                  <c:v>3.0742099999999999</c:v>
                </c:pt>
                <c:pt idx="4888">
                  <c:v>3.3679600000000001</c:v>
                </c:pt>
                <c:pt idx="4889">
                  <c:v>3.6410900000000002</c:v>
                </c:pt>
                <c:pt idx="4890">
                  <c:v>3.9388399999999999</c:v>
                </c:pt>
                <c:pt idx="4891">
                  <c:v>4.3447699999999996</c:v>
                </c:pt>
                <c:pt idx="4892">
                  <c:v>4.6501000000000001</c:v>
                </c:pt>
                <c:pt idx="4893">
                  <c:v>5.0847899999999999</c:v>
                </c:pt>
                <c:pt idx="4894">
                  <c:v>5.3031100000000002</c:v>
                </c:pt>
                <c:pt idx="4895">
                  <c:v>5.1420500000000002</c:v>
                </c:pt>
                <c:pt idx="4896">
                  <c:v>5.2334899999999998</c:v>
                </c:pt>
                <c:pt idx="4897">
                  <c:v>5.4414199999999999</c:v>
                </c:pt>
                <c:pt idx="4898">
                  <c:v>4.9858200000000004</c:v>
                </c:pt>
                <c:pt idx="4899">
                  <c:v>4.2597399999999999</c:v>
                </c:pt>
                <c:pt idx="4900">
                  <c:v>3.9331399999999999</c:v>
                </c:pt>
                <c:pt idx="4901">
                  <c:v>3.8193999999999999</c:v>
                </c:pt>
                <c:pt idx="4902">
                  <c:v>4.19693</c:v>
                </c:pt>
                <c:pt idx="4903">
                  <c:v>4.3827999999999996</c:v>
                </c:pt>
                <c:pt idx="4904">
                  <c:v>4.0160299999999998</c:v>
                </c:pt>
                <c:pt idx="4905">
                  <c:v>3.7423199999999999</c:v>
                </c:pt>
                <c:pt idx="4906">
                  <c:v>3.74966</c:v>
                </c:pt>
                <c:pt idx="4907">
                  <c:v>3.8980600000000001</c:v>
                </c:pt>
                <c:pt idx="4908">
                  <c:v>3.8149199999999999</c:v>
                </c:pt>
                <c:pt idx="4909">
                  <c:v>3.74282</c:v>
                </c:pt>
                <c:pt idx="4910">
                  <c:v>3.87507</c:v>
                </c:pt>
                <c:pt idx="4911">
                  <c:v>4.0180400000000001</c:v>
                </c:pt>
                <c:pt idx="4912">
                  <c:v>3.9535499999999999</c:v>
                </c:pt>
                <c:pt idx="4913">
                  <c:v>3.9904199999999999</c:v>
                </c:pt>
                <c:pt idx="4914">
                  <c:v>3.9845999999999999</c:v>
                </c:pt>
                <c:pt idx="4915">
                  <c:v>4.0070199999999998</c:v>
                </c:pt>
                <c:pt idx="4916">
                  <c:v>3.8689100000000001</c:v>
                </c:pt>
                <c:pt idx="4917">
                  <c:v>3.84965</c:v>
                </c:pt>
                <c:pt idx="4918">
                  <c:v>3.9933700000000001</c:v>
                </c:pt>
                <c:pt idx="4919">
                  <c:v>4.2932699999999997</c:v>
                </c:pt>
                <c:pt idx="4920">
                  <c:v>4.2572900000000002</c:v>
                </c:pt>
                <c:pt idx="4921">
                  <c:v>4.1143799999999997</c:v>
                </c:pt>
                <c:pt idx="4922">
                  <c:v>4.0057099999999997</c:v>
                </c:pt>
                <c:pt idx="4923">
                  <c:v>3.9010400000000001</c:v>
                </c:pt>
                <c:pt idx="4924">
                  <c:v>4.05999</c:v>
                </c:pt>
                <c:pt idx="4925">
                  <c:v>3.9511500000000002</c:v>
                </c:pt>
                <c:pt idx="4926">
                  <c:v>3.4900199999999999</c:v>
                </c:pt>
                <c:pt idx="4927">
                  <c:v>3.1633599999999999</c:v>
                </c:pt>
                <c:pt idx="4928">
                  <c:v>3.06575</c:v>
                </c:pt>
                <c:pt idx="4929">
                  <c:v>3.1179000000000001</c:v>
                </c:pt>
                <c:pt idx="4930">
                  <c:v>3.1717200000000001</c:v>
                </c:pt>
                <c:pt idx="4931">
                  <c:v>3.1165500000000002</c:v>
                </c:pt>
                <c:pt idx="4932">
                  <c:v>3.1866599999999998</c:v>
                </c:pt>
                <c:pt idx="4933">
                  <c:v>3.2899400000000001</c:v>
                </c:pt>
                <c:pt idx="4934">
                  <c:v>3.1959599999999999</c:v>
                </c:pt>
                <c:pt idx="4935">
                  <c:v>2.9408599999999998</c:v>
                </c:pt>
                <c:pt idx="4936">
                  <c:v>3.1127400000000001</c:v>
                </c:pt>
                <c:pt idx="4937">
                  <c:v>3.1576599999999999</c:v>
                </c:pt>
                <c:pt idx="4938">
                  <c:v>3.3054600000000001</c:v>
                </c:pt>
                <c:pt idx="4939">
                  <c:v>3.33717</c:v>
                </c:pt>
                <c:pt idx="4940">
                  <c:v>3.1258900000000001</c:v>
                </c:pt>
                <c:pt idx="4941">
                  <c:v>3.1166399999999999</c:v>
                </c:pt>
                <c:pt idx="4942">
                  <c:v>2.7661799999999999</c:v>
                </c:pt>
                <c:pt idx="4943">
                  <c:v>2.6890000000000001</c:v>
                </c:pt>
                <c:pt idx="4944">
                  <c:v>3.1213600000000001</c:v>
                </c:pt>
                <c:pt idx="4945">
                  <c:v>3.35676</c:v>
                </c:pt>
                <c:pt idx="4946">
                  <c:v>3.4117299999999999</c:v>
                </c:pt>
                <c:pt idx="4947">
                  <c:v>3.7496999999999998</c:v>
                </c:pt>
                <c:pt idx="4948">
                  <c:v>3.86747</c:v>
                </c:pt>
                <c:pt idx="4949">
                  <c:v>3.6424599999999998</c:v>
                </c:pt>
                <c:pt idx="4950">
                  <c:v>3.34076</c:v>
                </c:pt>
                <c:pt idx="4951">
                  <c:v>3.1473100000000001</c:v>
                </c:pt>
                <c:pt idx="4952">
                  <c:v>3.34904</c:v>
                </c:pt>
                <c:pt idx="4953">
                  <c:v>3.81162</c:v>
                </c:pt>
                <c:pt idx="4954">
                  <c:v>4.2014399999999998</c:v>
                </c:pt>
                <c:pt idx="4955">
                  <c:v>4.3679199999999998</c:v>
                </c:pt>
                <c:pt idx="4956">
                  <c:v>4.2359400000000003</c:v>
                </c:pt>
                <c:pt idx="4957">
                  <c:v>3.8571599999999999</c:v>
                </c:pt>
                <c:pt idx="4958">
                  <c:v>3.5403600000000002</c:v>
                </c:pt>
                <c:pt idx="4959">
                  <c:v>3.3817200000000001</c:v>
                </c:pt>
                <c:pt idx="4960">
                  <c:v>3.3368699999999998</c:v>
                </c:pt>
                <c:pt idx="4961">
                  <c:v>3.2001900000000001</c:v>
                </c:pt>
                <c:pt idx="4962">
                  <c:v>3.00631</c:v>
                </c:pt>
                <c:pt idx="4963">
                  <c:v>2.9879899999999999</c:v>
                </c:pt>
                <c:pt idx="4964">
                  <c:v>2.9386700000000001</c:v>
                </c:pt>
                <c:pt idx="4965">
                  <c:v>3.0093399999999999</c:v>
                </c:pt>
                <c:pt idx="4966">
                  <c:v>3.0555400000000001</c:v>
                </c:pt>
                <c:pt idx="4967">
                  <c:v>2.6351900000000001</c:v>
                </c:pt>
                <c:pt idx="4968">
                  <c:v>2.5732400000000002</c:v>
                </c:pt>
                <c:pt idx="4969">
                  <c:v>2.6522299999999999</c:v>
                </c:pt>
                <c:pt idx="4970">
                  <c:v>2.7635700000000001</c:v>
                </c:pt>
                <c:pt idx="4971">
                  <c:v>2.9432999999999998</c:v>
                </c:pt>
                <c:pt idx="4972">
                  <c:v>3.30192</c:v>
                </c:pt>
                <c:pt idx="4973">
                  <c:v>3.4936099999999999</c:v>
                </c:pt>
                <c:pt idx="4974">
                  <c:v>3.5957499999999998</c:v>
                </c:pt>
                <c:pt idx="4975">
                  <c:v>3.6828599999999998</c:v>
                </c:pt>
                <c:pt idx="4976">
                  <c:v>3.8119999999999998</c:v>
                </c:pt>
                <c:pt idx="4977">
                  <c:v>3.8715199999999999</c:v>
                </c:pt>
                <c:pt idx="4978">
                  <c:v>3.63618</c:v>
                </c:pt>
                <c:pt idx="4979">
                  <c:v>3.5505900000000001</c:v>
                </c:pt>
                <c:pt idx="4980">
                  <c:v>3.82544</c:v>
                </c:pt>
                <c:pt idx="4981">
                  <c:v>4.3252899999999999</c:v>
                </c:pt>
                <c:pt idx="4982">
                  <c:v>4.7458400000000003</c:v>
                </c:pt>
                <c:pt idx="4983">
                  <c:v>4.6785500000000004</c:v>
                </c:pt>
                <c:pt idx="4984">
                  <c:v>4.2779299999999996</c:v>
                </c:pt>
                <c:pt idx="4985">
                  <c:v>3.85799</c:v>
                </c:pt>
                <c:pt idx="4986">
                  <c:v>3.6007400000000001</c:v>
                </c:pt>
                <c:pt idx="4987">
                  <c:v>3.3838699999999999</c:v>
                </c:pt>
                <c:pt idx="4988">
                  <c:v>3.27623</c:v>
                </c:pt>
                <c:pt idx="4989">
                  <c:v>3.1211700000000002</c:v>
                </c:pt>
                <c:pt idx="4990">
                  <c:v>2.8024100000000001</c:v>
                </c:pt>
                <c:pt idx="4991">
                  <c:v>2.67639</c:v>
                </c:pt>
                <c:pt idx="4992">
                  <c:v>2.70059</c:v>
                </c:pt>
                <c:pt idx="4993">
                  <c:v>2.92422</c:v>
                </c:pt>
                <c:pt idx="4994">
                  <c:v>2.9020199999999998</c:v>
                </c:pt>
                <c:pt idx="4995">
                  <c:v>2.9881199999999999</c:v>
                </c:pt>
                <c:pt idx="4996">
                  <c:v>3.1643699999999999</c:v>
                </c:pt>
                <c:pt idx="4997">
                  <c:v>3.4429599999999998</c:v>
                </c:pt>
                <c:pt idx="4998">
                  <c:v>3.7364199999999999</c:v>
                </c:pt>
                <c:pt idx="4999">
                  <c:v>3.5697000000000001</c:v>
                </c:pt>
                <c:pt idx="5000">
                  <c:v>3.3043800000000001</c:v>
                </c:pt>
                <c:pt idx="5001">
                  <c:v>3.4518900000000001</c:v>
                </c:pt>
                <c:pt idx="5002">
                  <c:v>3.6483599999999998</c:v>
                </c:pt>
                <c:pt idx="5003">
                  <c:v>3.6857099999999998</c:v>
                </c:pt>
                <c:pt idx="5004">
                  <c:v>3.9717500000000001</c:v>
                </c:pt>
                <c:pt idx="5005">
                  <c:v>4.0783199999999997</c:v>
                </c:pt>
                <c:pt idx="5006">
                  <c:v>3.7426599999999999</c:v>
                </c:pt>
                <c:pt idx="5007">
                  <c:v>3.6051600000000001</c:v>
                </c:pt>
                <c:pt idx="5008">
                  <c:v>3.3126699999999998</c:v>
                </c:pt>
                <c:pt idx="5009">
                  <c:v>2.8473999999999999</c:v>
                </c:pt>
                <c:pt idx="5010">
                  <c:v>2.7218200000000001</c:v>
                </c:pt>
                <c:pt idx="5011">
                  <c:v>3.1166499999999999</c:v>
                </c:pt>
                <c:pt idx="5012">
                  <c:v>3.39859</c:v>
                </c:pt>
                <c:pt idx="5013">
                  <c:v>3.33954</c:v>
                </c:pt>
                <c:pt idx="5014">
                  <c:v>3.6850999999999998</c:v>
                </c:pt>
                <c:pt idx="5015">
                  <c:v>4.0782999999999996</c:v>
                </c:pt>
                <c:pt idx="5016">
                  <c:v>3.9176099999999998</c:v>
                </c:pt>
                <c:pt idx="5017">
                  <c:v>3.78213</c:v>
                </c:pt>
                <c:pt idx="5018">
                  <c:v>3.8534199999999998</c:v>
                </c:pt>
                <c:pt idx="5019">
                  <c:v>4.2572099999999997</c:v>
                </c:pt>
                <c:pt idx="5020">
                  <c:v>4.7158100000000003</c:v>
                </c:pt>
                <c:pt idx="5021">
                  <c:v>4.7146699999999999</c:v>
                </c:pt>
                <c:pt idx="5022">
                  <c:v>4.8783000000000003</c:v>
                </c:pt>
                <c:pt idx="5023">
                  <c:v>5.2860800000000001</c:v>
                </c:pt>
                <c:pt idx="5024">
                  <c:v>5.5981800000000002</c:v>
                </c:pt>
                <c:pt idx="5025">
                  <c:v>5.4061399999999997</c:v>
                </c:pt>
                <c:pt idx="5026">
                  <c:v>4.9781500000000003</c:v>
                </c:pt>
                <c:pt idx="5027">
                  <c:v>4.5364699999999996</c:v>
                </c:pt>
                <c:pt idx="5028">
                  <c:v>4.2184400000000002</c:v>
                </c:pt>
                <c:pt idx="5029">
                  <c:v>4.1963200000000001</c:v>
                </c:pt>
                <c:pt idx="5030">
                  <c:v>3.9633699999999998</c:v>
                </c:pt>
                <c:pt idx="5031">
                  <c:v>3.66052</c:v>
                </c:pt>
                <c:pt idx="5032">
                  <c:v>3.6507499999999999</c:v>
                </c:pt>
                <c:pt idx="5033">
                  <c:v>3.8167800000000001</c:v>
                </c:pt>
                <c:pt idx="5034">
                  <c:v>3.9380299999999999</c:v>
                </c:pt>
                <c:pt idx="5035">
                  <c:v>3.6220699999999999</c:v>
                </c:pt>
                <c:pt idx="5036">
                  <c:v>3.4469400000000001</c:v>
                </c:pt>
                <c:pt idx="5037">
                  <c:v>3.6795599999999999</c:v>
                </c:pt>
                <c:pt idx="5038">
                  <c:v>3.5903900000000002</c:v>
                </c:pt>
                <c:pt idx="5039">
                  <c:v>3.2102200000000001</c:v>
                </c:pt>
                <c:pt idx="5040">
                  <c:v>3.2430500000000002</c:v>
                </c:pt>
                <c:pt idx="5041">
                  <c:v>3.43492</c:v>
                </c:pt>
                <c:pt idx="5042">
                  <c:v>3.5135900000000002</c:v>
                </c:pt>
                <c:pt idx="5043">
                  <c:v>3.4956700000000001</c:v>
                </c:pt>
                <c:pt idx="5044">
                  <c:v>3.9497</c:v>
                </c:pt>
                <c:pt idx="5045">
                  <c:v>3.8538999999999999</c:v>
                </c:pt>
                <c:pt idx="5046">
                  <c:v>3.61571</c:v>
                </c:pt>
                <c:pt idx="5047">
                  <c:v>3.50502</c:v>
                </c:pt>
                <c:pt idx="5048">
                  <c:v>3.60989</c:v>
                </c:pt>
                <c:pt idx="5049">
                  <c:v>3.4216799999999998</c:v>
                </c:pt>
                <c:pt idx="5050">
                  <c:v>3.4150399999999999</c:v>
                </c:pt>
                <c:pt idx="5051">
                  <c:v>3.3075800000000002</c:v>
                </c:pt>
                <c:pt idx="5052">
                  <c:v>2.72356</c:v>
                </c:pt>
                <c:pt idx="5053">
                  <c:v>2.7983500000000001</c:v>
                </c:pt>
                <c:pt idx="5054">
                  <c:v>3.2351700000000001</c:v>
                </c:pt>
                <c:pt idx="5055">
                  <c:v>3.47167</c:v>
                </c:pt>
                <c:pt idx="5056">
                  <c:v>3.3131400000000002</c:v>
                </c:pt>
                <c:pt idx="5057">
                  <c:v>2.9054099999999998</c:v>
                </c:pt>
                <c:pt idx="5058">
                  <c:v>2.74552</c:v>
                </c:pt>
                <c:pt idx="5059">
                  <c:v>2.8567499999999999</c:v>
                </c:pt>
                <c:pt idx="5060">
                  <c:v>2.9472200000000002</c:v>
                </c:pt>
                <c:pt idx="5061">
                  <c:v>2.8724699999999999</c:v>
                </c:pt>
                <c:pt idx="5062">
                  <c:v>2.8275899999999998</c:v>
                </c:pt>
                <c:pt idx="5063">
                  <c:v>2.8099099999999999</c:v>
                </c:pt>
                <c:pt idx="5064">
                  <c:v>3.1033200000000001</c:v>
                </c:pt>
                <c:pt idx="5065">
                  <c:v>3.2006199999999998</c:v>
                </c:pt>
                <c:pt idx="5066">
                  <c:v>3.3149700000000002</c:v>
                </c:pt>
                <c:pt idx="5067">
                  <c:v>3.6562600000000001</c:v>
                </c:pt>
                <c:pt idx="5068">
                  <c:v>3.5760200000000002</c:v>
                </c:pt>
                <c:pt idx="5069">
                  <c:v>3.2785299999999999</c:v>
                </c:pt>
                <c:pt idx="5070">
                  <c:v>3.4223300000000001</c:v>
                </c:pt>
                <c:pt idx="5071">
                  <c:v>3.4692099999999999</c:v>
                </c:pt>
                <c:pt idx="5072">
                  <c:v>3.1126800000000001</c:v>
                </c:pt>
                <c:pt idx="5073">
                  <c:v>3.0064199999999999</c:v>
                </c:pt>
                <c:pt idx="5074">
                  <c:v>3.05884</c:v>
                </c:pt>
                <c:pt idx="5075">
                  <c:v>3.1212900000000001</c:v>
                </c:pt>
                <c:pt idx="5076">
                  <c:v>3.2114199999999999</c:v>
                </c:pt>
                <c:pt idx="5077">
                  <c:v>3.0539499999999999</c:v>
                </c:pt>
                <c:pt idx="5078">
                  <c:v>2.78457</c:v>
                </c:pt>
                <c:pt idx="5079">
                  <c:v>2.7559100000000001</c:v>
                </c:pt>
                <c:pt idx="5080">
                  <c:v>3.0181100000000001</c:v>
                </c:pt>
                <c:pt idx="5081">
                  <c:v>2.9992299999999998</c:v>
                </c:pt>
                <c:pt idx="5082">
                  <c:v>2.6532200000000001</c:v>
                </c:pt>
                <c:pt idx="5083">
                  <c:v>2.5757300000000001</c:v>
                </c:pt>
                <c:pt idx="5084">
                  <c:v>2.5824600000000002</c:v>
                </c:pt>
                <c:pt idx="5085">
                  <c:v>2.5484200000000001</c:v>
                </c:pt>
                <c:pt idx="5086">
                  <c:v>2.6794099999999998</c:v>
                </c:pt>
                <c:pt idx="5087">
                  <c:v>2.87296</c:v>
                </c:pt>
                <c:pt idx="5088">
                  <c:v>2.7724099999999998</c:v>
                </c:pt>
                <c:pt idx="5089">
                  <c:v>3.0811099999999998</c:v>
                </c:pt>
                <c:pt idx="5090">
                  <c:v>3.1017299999999999</c:v>
                </c:pt>
                <c:pt idx="5091">
                  <c:v>2.66133</c:v>
                </c:pt>
                <c:pt idx="5092">
                  <c:v>2.4851899999999998</c:v>
                </c:pt>
                <c:pt idx="5093">
                  <c:v>2.6510500000000001</c:v>
                </c:pt>
                <c:pt idx="5094">
                  <c:v>2.9775200000000002</c:v>
                </c:pt>
                <c:pt idx="5095">
                  <c:v>3.1271499999999999</c:v>
                </c:pt>
                <c:pt idx="5096">
                  <c:v>3.6198800000000002</c:v>
                </c:pt>
                <c:pt idx="5097">
                  <c:v>3.95804</c:v>
                </c:pt>
                <c:pt idx="5098">
                  <c:v>3.7472400000000001</c:v>
                </c:pt>
                <c:pt idx="5099">
                  <c:v>3.2747899999999999</c:v>
                </c:pt>
                <c:pt idx="5100">
                  <c:v>2.7704800000000001</c:v>
                </c:pt>
                <c:pt idx="5101">
                  <c:v>2.4218999999999999</c:v>
                </c:pt>
                <c:pt idx="5102">
                  <c:v>2.5814300000000001</c:v>
                </c:pt>
                <c:pt idx="5103">
                  <c:v>2.6843300000000001</c:v>
                </c:pt>
                <c:pt idx="5104">
                  <c:v>3.14255</c:v>
                </c:pt>
                <c:pt idx="5105">
                  <c:v>3.8200500000000002</c:v>
                </c:pt>
                <c:pt idx="5106">
                  <c:v>4.1395999999999997</c:v>
                </c:pt>
                <c:pt idx="5107">
                  <c:v>4.0983299999999998</c:v>
                </c:pt>
                <c:pt idx="5108">
                  <c:v>3.9936400000000001</c:v>
                </c:pt>
                <c:pt idx="5109">
                  <c:v>3.58534</c:v>
                </c:pt>
                <c:pt idx="5110">
                  <c:v>3.0781299999999998</c:v>
                </c:pt>
                <c:pt idx="5111">
                  <c:v>2.9909300000000001</c:v>
                </c:pt>
                <c:pt idx="5112">
                  <c:v>3.0045600000000001</c:v>
                </c:pt>
                <c:pt idx="5113">
                  <c:v>3.25529</c:v>
                </c:pt>
                <c:pt idx="5114">
                  <c:v>3.6539600000000001</c:v>
                </c:pt>
                <c:pt idx="5115">
                  <c:v>3.5827900000000001</c:v>
                </c:pt>
                <c:pt idx="5116">
                  <c:v>3.2501500000000001</c:v>
                </c:pt>
                <c:pt idx="5117">
                  <c:v>3.25406</c:v>
                </c:pt>
                <c:pt idx="5118">
                  <c:v>3.0710199999999999</c:v>
                </c:pt>
                <c:pt idx="5119">
                  <c:v>2.7767300000000001</c:v>
                </c:pt>
                <c:pt idx="5120">
                  <c:v>2.6302400000000001</c:v>
                </c:pt>
                <c:pt idx="5121">
                  <c:v>2.7754099999999999</c:v>
                </c:pt>
                <c:pt idx="5122">
                  <c:v>3.0646900000000001</c:v>
                </c:pt>
                <c:pt idx="5123">
                  <c:v>3.2371500000000002</c:v>
                </c:pt>
                <c:pt idx="5124">
                  <c:v>3.1039599999999998</c:v>
                </c:pt>
                <c:pt idx="5125">
                  <c:v>3.1665800000000002</c:v>
                </c:pt>
                <c:pt idx="5126">
                  <c:v>3.17028</c:v>
                </c:pt>
                <c:pt idx="5127">
                  <c:v>2.9838800000000001</c:v>
                </c:pt>
                <c:pt idx="5128">
                  <c:v>2.7295099999999999</c:v>
                </c:pt>
                <c:pt idx="5129">
                  <c:v>2.8685800000000001</c:v>
                </c:pt>
                <c:pt idx="5130">
                  <c:v>2.90598</c:v>
                </c:pt>
                <c:pt idx="5131">
                  <c:v>2.9696699999999998</c:v>
                </c:pt>
                <c:pt idx="5132">
                  <c:v>2.9470299999999998</c:v>
                </c:pt>
                <c:pt idx="5133">
                  <c:v>2.7292100000000001</c:v>
                </c:pt>
                <c:pt idx="5134">
                  <c:v>2.6743199999999998</c:v>
                </c:pt>
                <c:pt idx="5135">
                  <c:v>2.9222000000000001</c:v>
                </c:pt>
                <c:pt idx="5136">
                  <c:v>3.4135</c:v>
                </c:pt>
                <c:pt idx="5137">
                  <c:v>3.44224</c:v>
                </c:pt>
                <c:pt idx="5138">
                  <c:v>2.99946</c:v>
                </c:pt>
                <c:pt idx="5139">
                  <c:v>2.88903</c:v>
                </c:pt>
                <c:pt idx="5140">
                  <c:v>2.9603299999999999</c:v>
                </c:pt>
                <c:pt idx="5141">
                  <c:v>3.1640199999999998</c:v>
                </c:pt>
                <c:pt idx="5142">
                  <c:v>3.3095300000000001</c:v>
                </c:pt>
                <c:pt idx="5143">
                  <c:v>3.42544</c:v>
                </c:pt>
                <c:pt idx="5144">
                  <c:v>3.2744200000000001</c:v>
                </c:pt>
                <c:pt idx="5145">
                  <c:v>2.72282</c:v>
                </c:pt>
                <c:pt idx="5146">
                  <c:v>2.3574999999999999</c:v>
                </c:pt>
                <c:pt idx="5147">
                  <c:v>1.9113100000000001</c:v>
                </c:pt>
                <c:pt idx="5148">
                  <c:v>1.6449400000000001</c:v>
                </c:pt>
                <c:pt idx="5149">
                  <c:v>1.8568100000000001</c:v>
                </c:pt>
                <c:pt idx="5150">
                  <c:v>2.0952999999999999</c:v>
                </c:pt>
                <c:pt idx="5151">
                  <c:v>2.28009</c:v>
                </c:pt>
                <c:pt idx="5152">
                  <c:v>2.5712100000000002</c:v>
                </c:pt>
                <c:pt idx="5153">
                  <c:v>2.6919499999999998</c:v>
                </c:pt>
                <c:pt idx="5154">
                  <c:v>2.8052299999999999</c:v>
                </c:pt>
                <c:pt idx="5155">
                  <c:v>3.1430400000000001</c:v>
                </c:pt>
                <c:pt idx="5156">
                  <c:v>3.4408300000000001</c:v>
                </c:pt>
                <c:pt idx="5157">
                  <c:v>3.2276600000000002</c:v>
                </c:pt>
                <c:pt idx="5158">
                  <c:v>2.8262499999999999</c:v>
                </c:pt>
                <c:pt idx="5159">
                  <c:v>2.9085100000000002</c:v>
                </c:pt>
                <c:pt idx="5160">
                  <c:v>3.1893500000000001</c:v>
                </c:pt>
                <c:pt idx="5161">
                  <c:v>3.3099799999999999</c:v>
                </c:pt>
                <c:pt idx="5162">
                  <c:v>3.3849499999999999</c:v>
                </c:pt>
                <c:pt idx="5163">
                  <c:v>3.3074499999999998</c:v>
                </c:pt>
                <c:pt idx="5164">
                  <c:v>3.1100099999999999</c:v>
                </c:pt>
                <c:pt idx="5165">
                  <c:v>2.8241999999999998</c:v>
                </c:pt>
                <c:pt idx="5166">
                  <c:v>2.6231</c:v>
                </c:pt>
                <c:pt idx="5167">
                  <c:v>2.7545899999999999</c:v>
                </c:pt>
                <c:pt idx="5168">
                  <c:v>2.73068</c:v>
                </c:pt>
                <c:pt idx="5169">
                  <c:v>2.6208499999999999</c:v>
                </c:pt>
                <c:pt idx="5170">
                  <c:v>2.5409199999999998</c:v>
                </c:pt>
                <c:pt idx="5171">
                  <c:v>2.8955099999999998</c:v>
                </c:pt>
                <c:pt idx="5172">
                  <c:v>3.2613300000000001</c:v>
                </c:pt>
                <c:pt idx="5173">
                  <c:v>2.9905200000000001</c:v>
                </c:pt>
                <c:pt idx="5174">
                  <c:v>2.69354</c:v>
                </c:pt>
                <c:pt idx="5175">
                  <c:v>2.6714799999999999</c:v>
                </c:pt>
                <c:pt idx="5176">
                  <c:v>3.04149</c:v>
                </c:pt>
                <c:pt idx="5177">
                  <c:v>3.0943900000000002</c:v>
                </c:pt>
                <c:pt idx="5178">
                  <c:v>2.5619999999999998</c:v>
                </c:pt>
                <c:pt idx="5179">
                  <c:v>2.5461900000000002</c:v>
                </c:pt>
                <c:pt idx="5180">
                  <c:v>2.65957</c:v>
                </c:pt>
                <c:pt idx="5181">
                  <c:v>2.77006</c:v>
                </c:pt>
                <c:pt idx="5182">
                  <c:v>2.91919</c:v>
                </c:pt>
                <c:pt idx="5183">
                  <c:v>3.3658199999999998</c:v>
                </c:pt>
                <c:pt idx="5184">
                  <c:v>3.3944299999999998</c:v>
                </c:pt>
                <c:pt idx="5185">
                  <c:v>2.8514200000000001</c:v>
                </c:pt>
                <c:pt idx="5186">
                  <c:v>2.95974</c:v>
                </c:pt>
                <c:pt idx="5187">
                  <c:v>3.5340099999999999</c:v>
                </c:pt>
                <c:pt idx="5188">
                  <c:v>3.6356700000000002</c:v>
                </c:pt>
                <c:pt idx="5189">
                  <c:v>3.4328799999999999</c:v>
                </c:pt>
                <c:pt idx="5190">
                  <c:v>3.5497700000000001</c:v>
                </c:pt>
                <c:pt idx="5191">
                  <c:v>3.4634</c:v>
                </c:pt>
                <c:pt idx="5192">
                  <c:v>3.5791900000000001</c:v>
                </c:pt>
                <c:pt idx="5193">
                  <c:v>3.6291500000000001</c:v>
                </c:pt>
                <c:pt idx="5194">
                  <c:v>3.5632700000000002</c:v>
                </c:pt>
                <c:pt idx="5195">
                  <c:v>3.33188</c:v>
                </c:pt>
                <c:pt idx="5196">
                  <c:v>2.94313</c:v>
                </c:pt>
                <c:pt idx="5197">
                  <c:v>2.53485</c:v>
                </c:pt>
                <c:pt idx="5198">
                  <c:v>2.5577399999999999</c:v>
                </c:pt>
                <c:pt idx="5199">
                  <c:v>2.65483</c:v>
                </c:pt>
                <c:pt idx="5200">
                  <c:v>2.69659</c:v>
                </c:pt>
                <c:pt idx="5201">
                  <c:v>2.7264599999999999</c:v>
                </c:pt>
                <c:pt idx="5202">
                  <c:v>2.58249</c:v>
                </c:pt>
                <c:pt idx="5203">
                  <c:v>2.6762800000000002</c:v>
                </c:pt>
                <c:pt idx="5204">
                  <c:v>3.0888</c:v>
                </c:pt>
                <c:pt idx="5205">
                  <c:v>3.1044900000000002</c:v>
                </c:pt>
                <c:pt idx="5206">
                  <c:v>3.1303399999999999</c:v>
                </c:pt>
                <c:pt idx="5207">
                  <c:v>3.3957199999999998</c:v>
                </c:pt>
                <c:pt idx="5208">
                  <c:v>3.4814500000000002</c:v>
                </c:pt>
                <c:pt idx="5209">
                  <c:v>3.3130000000000002</c:v>
                </c:pt>
                <c:pt idx="5210">
                  <c:v>3.18119</c:v>
                </c:pt>
                <c:pt idx="5211">
                  <c:v>3.1970200000000002</c:v>
                </c:pt>
                <c:pt idx="5212">
                  <c:v>3.3450000000000002</c:v>
                </c:pt>
                <c:pt idx="5213">
                  <c:v>3.49776</c:v>
                </c:pt>
                <c:pt idx="5214">
                  <c:v>3.70289</c:v>
                </c:pt>
                <c:pt idx="5215">
                  <c:v>3.8340399999999999</c:v>
                </c:pt>
                <c:pt idx="5216">
                  <c:v>3.77033</c:v>
                </c:pt>
                <c:pt idx="5217">
                  <c:v>3.7412100000000001</c:v>
                </c:pt>
                <c:pt idx="5218">
                  <c:v>3.7110599999999998</c:v>
                </c:pt>
                <c:pt idx="5219">
                  <c:v>3.5493600000000001</c:v>
                </c:pt>
                <c:pt idx="5220">
                  <c:v>3.5657000000000001</c:v>
                </c:pt>
                <c:pt idx="5221">
                  <c:v>3.5493999999999999</c:v>
                </c:pt>
                <c:pt idx="5222">
                  <c:v>3.46014</c:v>
                </c:pt>
                <c:pt idx="5223">
                  <c:v>3.4521999999999999</c:v>
                </c:pt>
                <c:pt idx="5224">
                  <c:v>3.3455699999999999</c:v>
                </c:pt>
                <c:pt idx="5225">
                  <c:v>3.1334399999999998</c:v>
                </c:pt>
                <c:pt idx="5226">
                  <c:v>2.7520500000000001</c:v>
                </c:pt>
                <c:pt idx="5227">
                  <c:v>2.7491500000000002</c:v>
                </c:pt>
                <c:pt idx="5228">
                  <c:v>2.67882</c:v>
                </c:pt>
                <c:pt idx="5229">
                  <c:v>2.7793000000000001</c:v>
                </c:pt>
                <c:pt idx="5230">
                  <c:v>3.1044999999999998</c:v>
                </c:pt>
                <c:pt idx="5231">
                  <c:v>3.43892</c:v>
                </c:pt>
                <c:pt idx="5232">
                  <c:v>3.4390399999999999</c:v>
                </c:pt>
                <c:pt idx="5233">
                  <c:v>3.3133400000000002</c:v>
                </c:pt>
                <c:pt idx="5234">
                  <c:v>3.2909099999999998</c:v>
                </c:pt>
                <c:pt idx="5235">
                  <c:v>3.6021800000000002</c:v>
                </c:pt>
                <c:pt idx="5236">
                  <c:v>3.59511</c:v>
                </c:pt>
                <c:pt idx="5237">
                  <c:v>3.0579700000000001</c:v>
                </c:pt>
                <c:pt idx="5238">
                  <c:v>2.56894</c:v>
                </c:pt>
                <c:pt idx="5239">
                  <c:v>2.77379</c:v>
                </c:pt>
                <c:pt idx="5240">
                  <c:v>2.95533</c:v>
                </c:pt>
                <c:pt idx="5241">
                  <c:v>2.87941</c:v>
                </c:pt>
                <c:pt idx="5242">
                  <c:v>3.02081</c:v>
                </c:pt>
                <c:pt idx="5243">
                  <c:v>2.99302</c:v>
                </c:pt>
                <c:pt idx="5244">
                  <c:v>2.9958399999999998</c:v>
                </c:pt>
                <c:pt idx="5245">
                  <c:v>3.55227</c:v>
                </c:pt>
                <c:pt idx="5246">
                  <c:v>3.8184999999999998</c:v>
                </c:pt>
                <c:pt idx="5247">
                  <c:v>3.6655099999999998</c:v>
                </c:pt>
                <c:pt idx="5248">
                  <c:v>3.4758499999999999</c:v>
                </c:pt>
                <c:pt idx="5249">
                  <c:v>3.4524400000000002</c:v>
                </c:pt>
                <c:pt idx="5250">
                  <c:v>3.6889400000000001</c:v>
                </c:pt>
                <c:pt idx="5251">
                  <c:v>4.3950899999999997</c:v>
                </c:pt>
                <c:pt idx="5252">
                  <c:v>4.6304400000000001</c:v>
                </c:pt>
                <c:pt idx="5253">
                  <c:v>4.3212599999999997</c:v>
                </c:pt>
                <c:pt idx="5254">
                  <c:v>3.8748200000000002</c:v>
                </c:pt>
                <c:pt idx="5255">
                  <c:v>3.9083600000000001</c:v>
                </c:pt>
                <c:pt idx="5256">
                  <c:v>4.27494</c:v>
                </c:pt>
                <c:pt idx="5257">
                  <c:v>4.2855400000000001</c:v>
                </c:pt>
                <c:pt idx="5258">
                  <c:v>4.4883800000000003</c:v>
                </c:pt>
                <c:pt idx="5259">
                  <c:v>4.8243600000000004</c:v>
                </c:pt>
                <c:pt idx="5260">
                  <c:v>4.8051399999999997</c:v>
                </c:pt>
                <c:pt idx="5261">
                  <c:v>4.8378899999999998</c:v>
                </c:pt>
                <c:pt idx="5262">
                  <c:v>4.31074</c:v>
                </c:pt>
                <c:pt idx="5263">
                  <c:v>3.8763000000000001</c:v>
                </c:pt>
                <c:pt idx="5264">
                  <c:v>3.79827</c:v>
                </c:pt>
                <c:pt idx="5265">
                  <c:v>3.4376500000000001</c:v>
                </c:pt>
                <c:pt idx="5266">
                  <c:v>3.1156100000000002</c:v>
                </c:pt>
                <c:pt idx="5267">
                  <c:v>2.8080099999999999</c:v>
                </c:pt>
                <c:pt idx="5268">
                  <c:v>2.7999499999999999</c:v>
                </c:pt>
                <c:pt idx="5269">
                  <c:v>2.94326</c:v>
                </c:pt>
                <c:pt idx="5270">
                  <c:v>3.0133100000000002</c:v>
                </c:pt>
                <c:pt idx="5271">
                  <c:v>3.2058900000000001</c:v>
                </c:pt>
                <c:pt idx="5272">
                  <c:v>3.1505100000000001</c:v>
                </c:pt>
                <c:pt idx="5273">
                  <c:v>3.1245099999999999</c:v>
                </c:pt>
                <c:pt idx="5274">
                  <c:v>3.0310100000000002</c:v>
                </c:pt>
                <c:pt idx="5275">
                  <c:v>3.0065300000000001</c:v>
                </c:pt>
                <c:pt idx="5276">
                  <c:v>2.9574099999999999</c:v>
                </c:pt>
                <c:pt idx="5277">
                  <c:v>2.8998400000000002</c:v>
                </c:pt>
                <c:pt idx="5278">
                  <c:v>3.1506500000000002</c:v>
                </c:pt>
                <c:pt idx="5279">
                  <c:v>3.2328800000000002</c:v>
                </c:pt>
                <c:pt idx="5280">
                  <c:v>3.22885</c:v>
                </c:pt>
                <c:pt idx="5281">
                  <c:v>3.56046</c:v>
                </c:pt>
                <c:pt idx="5282">
                  <c:v>3.66418</c:v>
                </c:pt>
                <c:pt idx="5283">
                  <c:v>3.53355</c:v>
                </c:pt>
                <c:pt idx="5284">
                  <c:v>3.5550899999999999</c:v>
                </c:pt>
                <c:pt idx="5285">
                  <c:v>3.9345699999999999</c:v>
                </c:pt>
                <c:pt idx="5286">
                  <c:v>4.1252599999999999</c:v>
                </c:pt>
                <c:pt idx="5287">
                  <c:v>4.1940099999999996</c:v>
                </c:pt>
                <c:pt idx="5288">
                  <c:v>4.0563700000000003</c:v>
                </c:pt>
                <c:pt idx="5289">
                  <c:v>3.6364000000000001</c:v>
                </c:pt>
                <c:pt idx="5290">
                  <c:v>3.6463800000000002</c:v>
                </c:pt>
                <c:pt idx="5291">
                  <c:v>3.7688999999999999</c:v>
                </c:pt>
                <c:pt idx="5292">
                  <c:v>3.3723900000000002</c:v>
                </c:pt>
                <c:pt idx="5293">
                  <c:v>3.4163800000000002</c:v>
                </c:pt>
                <c:pt idx="5294">
                  <c:v>3.9074399999999998</c:v>
                </c:pt>
                <c:pt idx="5295">
                  <c:v>3.8338700000000001</c:v>
                </c:pt>
                <c:pt idx="5296">
                  <c:v>3.7302599999999999</c:v>
                </c:pt>
                <c:pt idx="5297">
                  <c:v>3.93832</c:v>
                </c:pt>
                <c:pt idx="5298">
                  <c:v>4.2565499999999998</c:v>
                </c:pt>
                <c:pt idx="5299">
                  <c:v>4.2736900000000002</c:v>
                </c:pt>
                <c:pt idx="5300">
                  <c:v>4.3160699999999999</c:v>
                </c:pt>
                <c:pt idx="5301">
                  <c:v>4.5094599999999998</c:v>
                </c:pt>
                <c:pt idx="5302">
                  <c:v>4.4607299999999999</c:v>
                </c:pt>
                <c:pt idx="5303">
                  <c:v>4.1701800000000002</c:v>
                </c:pt>
                <c:pt idx="5304">
                  <c:v>3.9146299999999998</c:v>
                </c:pt>
                <c:pt idx="5305">
                  <c:v>4.3304099999999996</c:v>
                </c:pt>
                <c:pt idx="5306">
                  <c:v>4.6846800000000002</c:v>
                </c:pt>
                <c:pt idx="5307">
                  <c:v>4.7332299999999998</c:v>
                </c:pt>
                <c:pt idx="5308">
                  <c:v>4.92476</c:v>
                </c:pt>
                <c:pt idx="5309">
                  <c:v>4.8803299999999998</c:v>
                </c:pt>
                <c:pt idx="5310">
                  <c:v>4.5057099999999997</c:v>
                </c:pt>
                <c:pt idx="5311">
                  <c:v>4.09368</c:v>
                </c:pt>
                <c:pt idx="5312">
                  <c:v>4.0735400000000004</c:v>
                </c:pt>
                <c:pt idx="5313">
                  <c:v>4.0770999999999997</c:v>
                </c:pt>
                <c:pt idx="5314">
                  <c:v>3.83121</c:v>
                </c:pt>
                <c:pt idx="5315">
                  <c:v>3.83006</c:v>
                </c:pt>
                <c:pt idx="5316">
                  <c:v>4.1860799999999996</c:v>
                </c:pt>
                <c:pt idx="5317">
                  <c:v>4.47262</c:v>
                </c:pt>
                <c:pt idx="5318">
                  <c:v>4.5748899999999999</c:v>
                </c:pt>
                <c:pt idx="5319">
                  <c:v>4.7133500000000002</c:v>
                </c:pt>
                <c:pt idx="5320">
                  <c:v>4.8023199999999999</c:v>
                </c:pt>
                <c:pt idx="5321">
                  <c:v>4.5483099999999999</c:v>
                </c:pt>
                <c:pt idx="5322">
                  <c:v>4.3820199999999998</c:v>
                </c:pt>
                <c:pt idx="5323">
                  <c:v>4.4290700000000003</c:v>
                </c:pt>
                <c:pt idx="5324">
                  <c:v>4.3188300000000002</c:v>
                </c:pt>
                <c:pt idx="5325">
                  <c:v>4.1450500000000003</c:v>
                </c:pt>
                <c:pt idx="5326">
                  <c:v>4.2585699999999997</c:v>
                </c:pt>
                <c:pt idx="5327">
                  <c:v>4.4350699999999996</c:v>
                </c:pt>
                <c:pt idx="5328">
                  <c:v>4.5551300000000001</c:v>
                </c:pt>
                <c:pt idx="5329">
                  <c:v>4.3461600000000002</c:v>
                </c:pt>
                <c:pt idx="5330">
                  <c:v>4.4137500000000003</c:v>
                </c:pt>
                <c:pt idx="5331">
                  <c:v>4.5280399999999998</c:v>
                </c:pt>
                <c:pt idx="5332">
                  <c:v>4.4859799999999996</c:v>
                </c:pt>
                <c:pt idx="5333">
                  <c:v>4.0976499999999998</c:v>
                </c:pt>
                <c:pt idx="5334">
                  <c:v>3.8911899999999999</c:v>
                </c:pt>
                <c:pt idx="5335">
                  <c:v>4.0200800000000001</c:v>
                </c:pt>
                <c:pt idx="5336">
                  <c:v>4.3369499999999999</c:v>
                </c:pt>
                <c:pt idx="5337">
                  <c:v>4.2839200000000002</c:v>
                </c:pt>
                <c:pt idx="5338">
                  <c:v>4.1486099999999997</c:v>
                </c:pt>
                <c:pt idx="5339">
                  <c:v>4.30077</c:v>
                </c:pt>
                <c:pt idx="5340">
                  <c:v>4.30532</c:v>
                </c:pt>
                <c:pt idx="5341">
                  <c:v>4.0114099999999997</c:v>
                </c:pt>
                <c:pt idx="5342">
                  <c:v>4.2426199999999996</c:v>
                </c:pt>
                <c:pt idx="5343">
                  <c:v>4.6925400000000002</c:v>
                </c:pt>
                <c:pt idx="5344">
                  <c:v>4.8757299999999999</c:v>
                </c:pt>
                <c:pt idx="5345">
                  <c:v>4.9555300000000004</c:v>
                </c:pt>
                <c:pt idx="5346">
                  <c:v>4.9717399999999996</c:v>
                </c:pt>
                <c:pt idx="5347">
                  <c:v>5.2124600000000001</c:v>
                </c:pt>
                <c:pt idx="5348">
                  <c:v>5.6801000000000004</c:v>
                </c:pt>
                <c:pt idx="5349">
                  <c:v>5.9618900000000004</c:v>
                </c:pt>
                <c:pt idx="5350">
                  <c:v>6.0650399999999998</c:v>
                </c:pt>
                <c:pt idx="5351">
                  <c:v>6.1079699999999999</c:v>
                </c:pt>
                <c:pt idx="5352">
                  <c:v>5.74655</c:v>
                </c:pt>
                <c:pt idx="5353">
                  <c:v>5.3818099999999998</c:v>
                </c:pt>
                <c:pt idx="5354">
                  <c:v>5.3325899999999997</c:v>
                </c:pt>
                <c:pt idx="5355">
                  <c:v>5.5876599999999996</c:v>
                </c:pt>
                <c:pt idx="5356">
                  <c:v>5.9159899999999999</c:v>
                </c:pt>
                <c:pt idx="5357">
                  <c:v>6.0294299999999996</c:v>
                </c:pt>
                <c:pt idx="5358">
                  <c:v>6.2887399999999998</c:v>
                </c:pt>
                <c:pt idx="5359">
                  <c:v>6.6393599999999999</c:v>
                </c:pt>
                <c:pt idx="5360">
                  <c:v>7.1136699999999999</c:v>
                </c:pt>
                <c:pt idx="5361">
                  <c:v>7.4423000000000004</c:v>
                </c:pt>
                <c:pt idx="5362">
                  <c:v>7.51274</c:v>
                </c:pt>
                <c:pt idx="5363">
                  <c:v>7.7411500000000002</c:v>
                </c:pt>
                <c:pt idx="5364">
                  <c:v>7.8242599999999998</c:v>
                </c:pt>
                <c:pt idx="5365">
                  <c:v>7.7999700000000001</c:v>
                </c:pt>
                <c:pt idx="5366">
                  <c:v>8.2892100000000006</c:v>
                </c:pt>
                <c:pt idx="5367">
                  <c:v>9.2584099999999996</c:v>
                </c:pt>
                <c:pt idx="5368">
                  <c:v>10.0815</c:v>
                </c:pt>
                <c:pt idx="5369">
                  <c:v>10.425800000000001</c:v>
                </c:pt>
                <c:pt idx="5370">
                  <c:v>11.013500000000001</c:v>
                </c:pt>
                <c:pt idx="5371">
                  <c:v>11.989100000000001</c:v>
                </c:pt>
                <c:pt idx="5372">
                  <c:v>13.2378</c:v>
                </c:pt>
                <c:pt idx="5373">
                  <c:v>14.6127</c:v>
                </c:pt>
                <c:pt idx="5374">
                  <c:v>15.505000000000001</c:v>
                </c:pt>
                <c:pt idx="5375">
                  <c:v>16.050999999999998</c:v>
                </c:pt>
                <c:pt idx="5376">
                  <c:v>16.2744</c:v>
                </c:pt>
                <c:pt idx="5377">
                  <c:v>16.251000000000001</c:v>
                </c:pt>
                <c:pt idx="5378">
                  <c:v>16.335000000000001</c:v>
                </c:pt>
                <c:pt idx="5379">
                  <c:v>16.549700000000001</c:v>
                </c:pt>
                <c:pt idx="5380">
                  <c:v>17.1876</c:v>
                </c:pt>
                <c:pt idx="5381">
                  <c:v>17.944299999999998</c:v>
                </c:pt>
                <c:pt idx="5382">
                  <c:v>18.342400000000001</c:v>
                </c:pt>
                <c:pt idx="5383">
                  <c:v>18.467600000000001</c:v>
                </c:pt>
                <c:pt idx="5384">
                  <c:v>18.624600000000001</c:v>
                </c:pt>
                <c:pt idx="5385">
                  <c:v>18.835599999999999</c:v>
                </c:pt>
                <c:pt idx="5386">
                  <c:v>18.836200000000002</c:v>
                </c:pt>
                <c:pt idx="5387">
                  <c:v>18.6997</c:v>
                </c:pt>
                <c:pt idx="5388">
                  <c:v>18.119700000000002</c:v>
                </c:pt>
                <c:pt idx="5389">
                  <c:v>17.369499999999999</c:v>
                </c:pt>
                <c:pt idx="5390">
                  <c:v>17.3247</c:v>
                </c:pt>
                <c:pt idx="5391">
                  <c:v>17.770199999999999</c:v>
                </c:pt>
                <c:pt idx="5392">
                  <c:v>18.256399999999999</c:v>
                </c:pt>
                <c:pt idx="5393">
                  <c:v>19.153700000000001</c:v>
                </c:pt>
                <c:pt idx="5394">
                  <c:v>20.1633</c:v>
                </c:pt>
                <c:pt idx="5395">
                  <c:v>20.789100000000001</c:v>
                </c:pt>
                <c:pt idx="5396">
                  <c:v>21.323599999999999</c:v>
                </c:pt>
                <c:pt idx="5397">
                  <c:v>22.211600000000001</c:v>
                </c:pt>
                <c:pt idx="5398">
                  <c:v>23.555</c:v>
                </c:pt>
                <c:pt idx="5399">
                  <c:v>25.2483</c:v>
                </c:pt>
                <c:pt idx="5400">
                  <c:v>27.245200000000001</c:v>
                </c:pt>
                <c:pt idx="5401">
                  <c:v>29.2119</c:v>
                </c:pt>
                <c:pt idx="5402">
                  <c:v>31.629100000000001</c:v>
                </c:pt>
                <c:pt idx="5403">
                  <c:v>34.484299999999998</c:v>
                </c:pt>
                <c:pt idx="5404">
                  <c:v>37.700200000000002</c:v>
                </c:pt>
                <c:pt idx="5405">
                  <c:v>42.139699999999998</c:v>
                </c:pt>
                <c:pt idx="5406">
                  <c:v>47.592300000000002</c:v>
                </c:pt>
                <c:pt idx="5407">
                  <c:v>54.2545</c:v>
                </c:pt>
                <c:pt idx="5408">
                  <c:v>62.177900000000001</c:v>
                </c:pt>
                <c:pt idx="5409">
                  <c:v>71.828299999999999</c:v>
                </c:pt>
                <c:pt idx="5410">
                  <c:v>83.664400000000001</c:v>
                </c:pt>
                <c:pt idx="5411">
                  <c:v>98.067300000000003</c:v>
                </c:pt>
                <c:pt idx="5412">
                  <c:v>115.02500000000001</c:v>
                </c:pt>
                <c:pt idx="5413">
                  <c:v>135.16300000000001</c:v>
                </c:pt>
                <c:pt idx="5414">
                  <c:v>159.11799999999999</c:v>
                </c:pt>
                <c:pt idx="5415">
                  <c:v>188.072</c:v>
                </c:pt>
                <c:pt idx="5416">
                  <c:v>224.464</c:v>
                </c:pt>
                <c:pt idx="5417">
                  <c:v>272.40899999999999</c:v>
                </c:pt>
                <c:pt idx="5418">
                  <c:v>338.25</c:v>
                </c:pt>
                <c:pt idx="5419">
                  <c:v>427.43700000000001</c:v>
                </c:pt>
                <c:pt idx="5420">
                  <c:v>542.399</c:v>
                </c:pt>
                <c:pt idx="5421">
                  <c:v>676.01400000000001</c:v>
                </c:pt>
                <c:pt idx="5422">
                  <c:v>805.62199999999996</c:v>
                </c:pt>
                <c:pt idx="5423">
                  <c:v>899.86400000000003</c:v>
                </c:pt>
                <c:pt idx="5424">
                  <c:v>937.077</c:v>
                </c:pt>
                <c:pt idx="5425">
                  <c:v>921.44500000000005</c:v>
                </c:pt>
                <c:pt idx="5426">
                  <c:v>880.93600000000004</c:v>
                </c:pt>
                <c:pt idx="5427">
                  <c:v>850.202</c:v>
                </c:pt>
                <c:pt idx="5428">
                  <c:v>850.89800000000002</c:v>
                </c:pt>
                <c:pt idx="5429">
                  <c:v>879.98699999999997</c:v>
                </c:pt>
                <c:pt idx="5430">
                  <c:v>910.76</c:v>
                </c:pt>
                <c:pt idx="5431">
                  <c:v>908.81600000000003</c:v>
                </c:pt>
                <c:pt idx="5432">
                  <c:v>853.90200000000004</c:v>
                </c:pt>
                <c:pt idx="5433">
                  <c:v>750.625</c:v>
                </c:pt>
                <c:pt idx="5434">
                  <c:v>622.82000000000005</c:v>
                </c:pt>
                <c:pt idx="5435">
                  <c:v>496.36</c:v>
                </c:pt>
                <c:pt idx="5436">
                  <c:v>387.81799999999998</c:v>
                </c:pt>
                <c:pt idx="5437">
                  <c:v>303.108</c:v>
                </c:pt>
                <c:pt idx="5438">
                  <c:v>240.24100000000001</c:v>
                </c:pt>
                <c:pt idx="5439">
                  <c:v>194.54300000000001</c:v>
                </c:pt>
                <c:pt idx="5440">
                  <c:v>161.655</c:v>
                </c:pt>
                <c:pt idx="5441">
                  <c:v>137.70099999999999</c:v>
                </c:pt>
                <c:pt idx="5442">
                  <c:v>119.751</c:v>
                </c:pt>
                <c:pt idx="5443">
                  <c:v>106.03100000000001</c:v>
                </c:pt>
                <c:pt idx="5444">
                  <c:v>95.556100000000001</c:v>
                </c:pt>
                <c:pt idx="5445">
                  <c:v>87.380899999999997</c:v>
                </c:pt>
                <c:pt idx="5446">
                  <c:v>81.391900000000007</c:v>
                </c:pt>
                <c:pt idx="5447">
                  <c:v>77.165800000000004</c:v>
                </c:pt>
                <c:pt idx="5448">
                  <c:v>74.120999999999995</c:v>
                </c:pt>
                <c:pt idx="5449">
                  <c:v>71.893100000000004</c:v>
                </c:pt>
                <c:pt idx="5450">
                  <c:v>70.079300000000003</c:v>
                </c:pt>
                <c:pt idx="5451">
                  <c:v>68.426900000000003</c:v>
                </c:pt>
                <c:pt idx="5452">
                  <c:v>67.285899999999998</c:v>
                </c:pt>
                <c:pt idx="5453">
                  <c:v>66.846900000000005</c:v>
                </c:pt>
                <c:pt idx="5454">
                  <c:v>67.143000000000001</c:v>
                </c:pt>
                <c:pt idx="5455">
                  <c:v>68.792400000000001</c:v>
                </c:pt>
                <c:pt idx="5456">
                  <c:v>71.541399999999996</c:v>
                </c:pt>
                <c:pt idx="5457">
                  <c:v>75.002300000000005</c:v>
                </c:pt>
                <c:pt idx="5458">
                  <c:v>79.647400000000005</c:v>
                </c:pt>
                <c:pt idx="5459">
                  <c:v>85.683300000000003</c:v>
                </c:pt>
                <c:pt idx="5460">
                  <c:v>93.295599999999993</c:v>
                </c:pt>
                <c:pt idx="5461">
                  <c:v>103.91800000000001</c:v>
                </c:pt>
                <c:pt idx="5462">
                  <c:v>119.476</c:v>
                </c:pt>
                <c:pt idx="5463">
                  <c:v>141.03700000000001</c:v>
                </c:pt>
                <c:pt idx="5464">
                  <c:v>168.93199999999999</c:v>
                </c:pt>
                <c:pt idx="5465">
                  <c:v>201.43899999999999</c:v>
                </c:pt>
                <c:pt idx="5466">
                  <c:v>233.136</c:v>
                </c:pt>
                <c:pt idx="5467">
                  <c:v>256.83</c:v>
                </c:pt>
                <c:pt idx="5468">
                  <c:v>267.298</c:v>
                </c:pt>
                <c:pt idx="5469">
                  <c:v>265.41000000000003</c:v>
                </c:pt>
                <c:pt idx="5470">
                  <c:v>258.20100000000002</c:v>
                </c:pt>
                <c:pt idx="5471">
                  <c:v>253.18700000000001</c:v>
                </c:pt>
                <c:pt idx="5472">
                  <c:v>255.59800000000001</c:v>
                </c:pt>
                <c:pt idx="5473">
                  <c:v>264.93</c:v>
                </c:pt>
                <c:pt idx="5474">
                  <c:v>274.69099999999997</c:v>
                </c:pt>
                <c:pt idx="5475">
                  <c:v>276.87400000000002</c:v>
                </c:pt>
                <c:pt idx="5476">
                  <c:v>265.37700000000001</c:v>
                </c:pt>
                <c:pt idx="5477">
                  <c:v>240.91499999999999</c:v>
                </c:pt>
                <c:pt idx="5478">
                  <c:v>209.83799999999999</c:v>
                </c:pt>
                <c:pt idx="5479">
                  <c:v>179.417</c:v>
                </c:pt>
                <c:pt idx="5480">
                  <c:v>154.02500000000001</c:v>
                </c:pt>
                <c:pt idx="5481">
                  <c:v>135.07400000000001</c:v>
                </c:pt>
                <c:pt idx="5482">
                  <c:v>121.807</c:v>
                </c:pt>
                <c:pt idx="5483">
                  <c:v>112.685</c:v>
                </c:pt>
                <c:pt idx="5484">
                  <c:v>106.642</c:v>
                </c:pt>
                <c:pt idx="5485">
                  <c:v>102.68</c:v>
                </c:pt>
                <c:pt idx="5486">
                  <c:v>100.3</c:v>
                </c:pt>
                <c:pt idx="5487">
                  <c:v>99.512100000000004</c:v>
                </c:pt>
                <c:pt idx="5488">
                  <c:v>100.491</c:v>
                </c:pt>
                <c:pt idx="5489">
                  <c:v>102.506</c:v>
                </c:pt>
                <c:pt idx="5490">
                  <c:v>104.667</c:v>
                </c:pt>
                <c:pt idx="5491">
                  <c:v>106.307</c:v>
                </c:pt>
                <c:pt idx="5492">
                  <c:v>107.17</c:v>
                </c:pt>
                <c:pt idx="5493">
                  <c:v>107.977</c:v>
                </c:pt>
                <c:pt idx="5494">
                  <c:v>109.744</c:v>
                </c:pt>
                <c:pt idx="5495">
                  <c:v>113.39400000000001</c:v>
                </c:pt>
                <c:pt idx="5496">
                  <c:v>119.423</c:v>
                </c:pt>
                <c:pt idx="5497">
                  <c:v>127.71</c:v>
                </c:pt>
                <c:pt idx="5498">
                  <c:v>136.767</c:v>
                </c:pt>
                <c:pt idx="5499">
                  <c:v>145.80199999999999</c:v>
                </c:pt>
                <c:pt idx="5500">
                  <c:v>155.77799999999999</c:v>
                </c:pt>
                <c:pt idx="5501">
                  <c:v>168.357</c:v>
                </c:pt>
                <c:pt idx="5502">
                  <c:v>184.45599999999999</c:v>
                </c:pt>
                <c:pt idx="5503">
                  <c:v>204.76599999999999</c:v>
                </c:pt>
                <c:pt idx="5504">
                  <c:v>231.25399999999999</c:v>
                </c:pt>
                <c:pt idx="5505">
                  <c:v>266.18599999999998</c:v>
                </c:pt>
                <c:pt idx="5506">
                  <c:v>313.95100000000002</c:v>
                </c:pt>
                <c:pt idx="5507">
                  <c:v>380.21600000000001</c:v>
                </c:pt>
                <c:pt idx="5508">
                  <c:v>470.887</c:v>
                </c:pt>
                <c:pt idx="5509">
                  <c:v>587.88800000000003</c:v>
                </c:pt>
                <c:pt idx="5510">
                  <c:v>722.76199999999994</c:v>
                </c:pt>
                <c:pt idx="5511">
                  <c:v>852.18600000000004</c:v>
                </c:pt>
                <c:pt idx="5512">
                  <c:v>944.851</c:v>
                </c:pt>
                <c:pt idx="5513">
                  <c:v>980.23500000000001</c:v>
                </c:pt>
                <c:pt idx="5514">
                  <c:v>963.54300000000001</c:v>
                </c:pt>
                <c:pt idx="5515">
                  <c:v>923.976</c:v>
                </c:pt>
                <c:pt idx="5516">
                  <c:v>896.31100000000004</c:v>
                </c:pt>
                <c:pt idx="5517">
                  <c:v>901.50699999999995</c:v>
                </c:pt>
                <c:pt idx="5518">
                  <c:v>935.46</c:v>
                </c:pt>
                <c:pt idx="5519">
                  <c:v>969.43799999999999</c:v>
                </c:pt>
                <c:pt idx="5520">
                  <c:v>966.55600000000004</c:v>
                </c:pt>
                <c:pt idx="5521">
                  <c:v>905.62800000000004</c:v>
                </c:pt>
                <c:pt idx="5522">
                  <c:v>794.125</c:v>
                </c:pt>
                <c:pt idx="5523">
                  <c:v>658.14</c:v>
                </c:pt>
                <c:pt idx="5524">
                  <c:v>524.96900000000005</c:v>
                </c:pt>
                <c:pt idx="5525">
                  <c:v>411.67099999999999</c:v>
                </c:pt>
                <c:pt idx="5526">
                  <c:v>323.81200000000001</c:v>
                </c:pt>
                <c:pt idx="5527">
                  <c:v>258.85899999999998</c:v>
                </c:pt>
                <c:pt idx="5528">
                  <c:v>211.61</c:v>
                </c:pt>
                <c:pt idx="5529">
                  <c:v>177.27199999999999</c:v>
                </c:pt>
                <c:pt idx="5530">
                  <c:v>152.16800000000001</c:v>
                </c:pt>
                <c:pt idx="5531">
                  <c:v>133.63300000000001</c:v>
                </c:pt>
                <c:pt idx="5532">
                  <c:v>119.919</c:v>
                </c:pt>
                <c:pt idx="5533">
                  <c:v>109.675</c:v>
                </c:pt>
                <c:pt idx="5534">
                  <c:v>101.807</c:v>
                </c:pt>
                <c:pt idx="5535">
                  <c:v>96.085599999999999</c:v>
                </c:pt>
                <c:pt idx="5536">
                  <c:v>92.292500000000004</c:v>
                </c:pt>
                <c:pt idx="5537">
                  <c:v>89.008899999999997</c:v>
                </c:pt>
                <c:pt idx="5538">
                  <c:v>85.991799999999998</c:v>
                </c:pt>
                <c:pt idx="5539">
                  <c:v>83.522499999999994</c:v>
                </c:pt>
                <c:pt idx="5540">
                  <c:v>81.257199999999997</c:v>
                </c:pt>
                <c:pt idx="5541">
                  <c:v>79.566400000000002</c:v>
                </c:pt>
                <c:pt idx="5542">
                  <c:v>78.740099999999998</c:v>
                </c:pt>
                <c:pt idx="5543">
                  <c:v>79.120699999999999</c:v>
                </c:pt>
                <c:pt idx="5544">
                  <c:v>80.593199999999996</c:v>
                </c:pt>
                <c:pt idx="5545">
                  <c:v>82.887600000000006</c:v>
                </c:pt>
                <c:pt idx="5546">
                  <c:v>85.617000000000004</c:v>
                </c:pt>
                <c:pt idx="5547">
                  <c:v>88.916600000000003</c:v>
                </c:pt>
                <c:pt idx="5548">
                  <c:v>93.366</c:v>
                </c:pt>
                <c:pt idx="5549">
                  <c:v>99.690700000000007</c:v>
                </c:pt>
                <c:pt idx="5550">
                  <c:v>108.98</c:v>
                </c:pt>
                <c:pt idx="5551">
                  <c:v>123.03</c:v>
                </c:pt>
                <c:pt idx="5552">
                  <c:v>143.01499999999999</c:v>
                </c:pt>
                <c:pt idx="5553">
                  <c:v>169.768</c:v>
                </c:pt>
                <c:pt idx="5554">
                  <c:v>201.179</c:v>
                </c:pt>
                <c:pt idx="5555">
                  <c:v>232.34700000000001</c:v>
                </c:pt>
                <c:pt idx="5556">
                  <c:v>255.54900000000001</c:v>
                </c:pt>
                <c:pt idx="5557">
                  <c:v>265.30500000000001</c:v>
                </c:pt>
                <c:pt idx="5558">
                  <c:v>262.88499999999999</c:v>
                </c:pt>
                <c:pt idx="5559">
                  <c:v>255.02500000000001</c:v>
                </c:pt>
                <c:pt idx="5560">
                  <c:v>250.33799999999999</c:v>
                </c:pt>
                <c:pt idx="5561">
                  <c:v>253.72900000000001</c:v>
                </c:pt>
                <c:pt idx="5562">
                  <c:v>264.37799999999999</c:v>
                </c:pt>
                <c:pt idx="5563">
                  <c:v>275.64299999999997</c:v>
                </c:pt>
                <c:pt idx="5564">
                  <c:v>278.08300000000003</c:v>
                </c:pt>
                <c:pt idx="5565">
                  <c:v>265.93299999999999</c:v>
                </c:pt>
                <c:pt idx="5566">
                  <c:v>239.97200000000001</c:v>
                </c:pt>
                <c:pt idx="5567">
                  <c:v>206.69399999999999</c:v>
                </c:pt>
                <c:pt idx="5568">
                  <c:v>173.89599999999999</c:v>
                </c:pt>
                <c:pt idx="5569">
                  <c:v>146.68600000000001</c:v>
                </c:pt>
                <c:pt idx="5570">
                  <c:v>126.452</c:v>
                </c:pt>
                <c:pt idx="5571">
                  <c:v>112.47499999999999</c:v>
                </c:pt>
                <c:pt idx="5572">
                  <c:v>102.624</c:v>
                </c:pt>
                <c:pt idx="5573">
                  <c:v>94.952799999999996</c:v>
                </c:pt>
                <c:pt idx="5574">
                  <c:v>88.941800000000001</c:v>
                </c:pt>
                <c:pt idx="5575">
                  <c:v>84.874899999999997</c:v>
                </c:pt>
                <c:pt idx="5576">
                  <c:v>82.820599999999999</c:v>
                </c:pt>
                <c:pt idx="5577">
                  <c:v>82.335400000000007</c:v>
                </c:pt>
                <c:pt idx="5578">
                  <c:v>82.9773</c:v>
                </c:pt>
                <c:pt idx="5579">
                  <c:v>83.539400000000001</c:v>
                </c:pt>
                <c:pt idx="5580">
                  <c:v>82.847200000000001</c:v>
                </c:pt>
                <c:pt idx="5581">
                  <c:v>80.113399999999999</c:v>
                </c:pt>
                <c:pt idx="5582">
                  <c:v>76.904399999999995</c:v>
                </c:pt>
                <c:pt idx="5583">
                  <c:v>74.392099999999999</c:v>
                </c:pt>
                <c:pt idx="5584">
                  <c:v>72.946299999999994</c:v>
                </c:pt>
                <c:pt idx="5585">
                  <c:v>72.093100000000007</c:v>
                </c:pt>
                <c:pt idx="5586">
                  <c:v>71.627300000000005</c:v>
                </c:pt>
                <c:pt idx="5587">
                  <c:v>70.429500000000004</c:v>
                </c:pt>
                <c:pt idx="5588">
                  <c:v>67.010199999999998</c:v>
                </c:pt>
                <c:pt idx="5589">
                  <c:v>61.847499999999997</c:v>
                </c:pt>
                <c:pt idx="5590">
                  <c:v>55.866900000000001</c:v>
                </c:pt>
                <c:pt idx="5591">
                  <c:v>50.0229</c:v>
                </c:pt>
                <c:pt idx="5592">
                  <c:v>44.568899999999999</c:v>
                </c:pt>
                <c:pt idx="5593">
                  <c:v>39.910600000000002</c:v>
                </c:pt>
                <c:pt idx="5594">
                  <c:v>36.701099999999997</c:v>
                </c:pt>
                <c:pt idx="5595">
                  <c:v>34.508800000000001</c:v>
                </c:pt>
                <c:pt idx="5596">
                  <c:v>32.950699999999998</c:v>
                </c:pt>
                <c:pt idx="5597">
                  <c:v>31.555900000000001</c:v>
                </c:pt>
                <c:pt idx="5598">
                  <c:v>30.062899999999999</c:v>
                </c:pt>
                <c:pt idx="5599">
                  <c:v>29.245200000000001</c:v>
                </c:pt>
                <c:pt idx="5600">
                  <c:v>28.8047</c:v>
                </c:pt>
                <c:pt idx="5601">
                  <c:v>27.644100000000002</c:v>
                </c:pt>
                <c:pt idx="5602">
                  <c:v>26.152000000000001</c:v>
                </c:pt>
                <c:pt idx="5603">
                  <c:v>25.208600000000001</c:v>
                </c:pt>
                <c:pt idx="5604">
                  <c:v>24.7105</c:v>
                </c:pt>
                <c:pt idx="5605">
                  <c:v>24.282599999999999</c:v>
                </c:pt>
                <c:pt idx="5606">
                  <c:v>24.014399999999998</c:v>
                </c:pt>
                <c:pt idx="5607">
                  <c:v>24.195</c:v>
                </c:pt>
                <c:pt idx="5608">
                  <c:v>24.535900000000002</c:v>
                </c:pt>
                <c:pt idx="5609">
                  <c:v>25.069700000000001</c:v>
                </c:pt>
                <c:pt idx="5610">
                  <c:v>26.093800000000002</c:v>
                </c:pt>
                <c:pt idx="5611">
                  <c:v>27.4438</c:v>
                </c:pt>
                <c:pt idx="5612">
                  <c:v>28.6828</c:v>
                </c:pt>
                <c:pt idx="5613">
                  <c:v>30.052900000000001</c:v>
                </c:pt>
                <c:pt idx="5614">
                  <c:v>31.913599999999999</c:v>
                </c:pt>
                <c:pt idx="5615">
                  <c:v>34.152099999999997</c:v>
                </c:pt>
                <c:pt idx="5616">
                  <c:v>37.273699999999998</c:v>
                </c:pt>
                <c:pt idx="5617">
                  <c:v>41.637500000000003</c:v>
                </c:pt>
                <c:pt idx="5618">
                  <c:v>47.804499999999997</c:v>
                </c:pt>
                <c:pt idx="5619">
                  <c:v>55.345599999999997</c:v>
                </c:pt>
                <c:pt idx="5620">
                  <c:v>62.560099999999998</c:v>
                </c:pt>
                <c:pt idx="5621">
                  <c:v>67.965299999999999</c:v>
                </c:pt>
                <c:pt idx="5622">
                  <c:v>70.435100000000006</c:v>
                </c:pt>
                <c:pt idx="5623">
                  <c:v>70.956100000000006</c:v>
                </c:pt>
                <c:pt idx="5624">
                  <c:v>71.130300000000005</c:v>
                </c:pt>
                <c:pt idx="5625">
                  <c:v>71.730599999999995</c:v>
                </c:pt>
                <c:pt idx="5626">
                  <c:v>72.726799999999997</c:v>
                </c:pt>
                <c:pt idx="5627">
                  <c:v>73.907200000000003</c:v>
                </c:pt>
                <c:pt idx="5628">
                  <c:v>73.551400000000001</c:v>
                </c:pt>
                <c:pt idx="5629">
                  <c:v>70.420299999999997</c:v>
                </c:pt>
                <c:pt idx="5630">
                  <c:v>64.793099999999995</c:v>
                </c:pt>
                <c:pt idx="5631">
                  <c:v>57.8767</c:v>
                </c:pt>
                <c:pt idx="5632">
                  <c:v>50.753999999999998</c:v>
                </c:pt>
                <c:pt idx="5633">
                  <c:v>44.335999999999999</c:v>
                </c:pt>
                <c:pt idx="5634">
                  <c:v>38.788699999999999</c:v>
                </c:pt>
                <c:pt idx="5635">
                  <c:v>33.9283</c:v>
                </c:pt>
                <c:pt idx="5636">
                  <c:v>29.912099999999999</c:v>
                </c:pt>
                <c:pt idx="5637">
                  <c:v>26.703399999999998</c:v>
                </c:pt>
                <c:pt idx="5638">
                  <c:v>23.8157</c:v>
                </c:pt>
                <c:pt idx="5639">
                  <c:v>21.119</c:v>
                </c:pt>
                <c:pt idx="5640">
                  <c:v>19.061199999999999</c:v>
                </c:pt>
                <c:pt idx="5641">
                  <c:v>17.561699999999998</c:v>
                </c:pt>
                <c:pt idx="5642">
                  <c:v>16.1844</c:v>
                </c:pt>
                <c:pt idx="5643">
                  <c:v>15.0745</c:v>
                </c:pt>
                <c:pt idx="5644">
                  <c:v>14.3804</c:v>
                </c:pt>
                <c:pt idx="5645">
                  <c:v>13.7141</c:v>
                </c:pt>
                <c:pt idx="5646">
                  <c:v>12.946</c:v>
                </c:pt>
                <c:pt idx="5647">
                  <c:v>12.292999999999999</c:v>
                </c:pt>
                <c:pt idx="5648">
                  <c:v>11.6007</c:v>
                </c:pt>
                <c:pt idx="5649">
                  <c:v>11.1212</c:v>
                </c:pt>
                <c:pt idx="5650">
                  <c:v>10.895799999999999</c:v>
                </c:pt>
                <c:pt idx="5651">
                  <c:v>10.901199999999999</c:v>
                </c:pt>
                <c:pt idx="5652">
                  <c:v>10.768000000000001</c:v>
                </c:pt>
                <c:pt idx="5653">
                  <c:v>10.471299999999999</c:v>
                </c:pt>
                <c:pt idx="5654">
                  <c:v>10.509</c:v>
                </c:pt>
                <c:pt idx="5655">
                  <c:v>10.5319</c:v>
                </c:pt>
                <c:pt idx="5656">
                  <c:v>10.5572</c:v>
                </c:pt>
                <c:pt idx="5657">
                  <c:v>10.5367</c:v>
                </c:pt>
                <c:pt idx="5658">
                  <c:v>11.0288</c:v>
                </c:pt>
                <c:pt idx="5659">
                  <c:v>11.571099999999999</c:v>
                </c:pt>
                <c:pt idx="5660">
                  <c:v>11.5631</c:v>
                </c:pt>
                <c:pt idx="5661">
                  <c:v>11.1043</c:v>
                </c:pt>
                <c:pt idx="5662">
                  <c:v>10.9193</c:v>
                </c:pt>
                <c:pt idx="5663">
                  <c:v>11.175700000000001</c:v>
                </c:pt>
                <c:pt idx="5664">
                  <c:v>11.1058</c:v>
                </c:pt>
                <c:pt idx="5665">
                  <c:v>10.760199999999999</c:v>
                </c:pt>
                <c:pt idx="5666">
                  <c:v>10.286199999999999</c:v>
                </c:pt>
                <c:pt idx="5667">
                  <c:v>9.9223800000000004</c:v>
                </c:pt>
                <c:pt idx="5668">
                  <c:v>9.9223300000000005</c:v>
                </c:pt>
                <c:pt idx="5669">
                  <c:v>9.8073800000000002</c:v>
                </c:pt>
                <c:pt idx="5670">
                  <c:v>9.5029000000000003</c:v>
                </c:pt>
                <c:pt idx="5671">
                  <c:v>9.3723200000000002</c:v>
                </c:pt>
                <c:pt idx="5672">
                  <c:v>8.9309899999999995</c:v>
                </c:pt>
                <c:pt idx="5673">
                  <c:v>8.1156000000000006</c:v>
                </c:pt>
                <c:pt idx="5674">
                  <c:v>7.5460500000000001</c:v>
                </c:pt>
                <c:pt idx="5675">
                  <c:v>7.5149800000000004</c:v>
                </c:pt>
                <c:pt idx="5676">
                  <c:v>7.5262200000000004</c:v>
                </c:pt>
                <c:pt idx="5677">
                  <c:v>7.50983</c:v>
                </c:pt>
                <c:pt idx="5678">
                  <c:v>7.8841200000000002</c:v>
                </c:pt>
                <c:pt idx="5679">
                  <c:v>7.8175999999999997</c:v>
                </c:pt>
                <c:pt idx="5680">
                  <c:v>7.4648700000000003</c:v>
                </c:pt>
                <c:pt idx="5681">
                  <c:v>7.2216800000000001</c:v>
                </c:pt>
                <c:pt idx="5682">
                  <c:v>7.2371499999999997</c:v>
                </c:pt>
                <c:pt idx="5683">
                  <c:v>7.2076599999999997</c:v>
                </c:pt>
                <c:pt idx="5684">
                  <c:v>7.0257100000000001</c:v>
                </c:pt>
                <c:pt idx="5685">
                  <c:v>7.2734800000000002</c:v>
                </c:pt>
                <c:pt idx="5686">
                  <c:v>7.6738600000000003</c:v>
                </c:pt>
                <c:pt idx="5687">
                  <c:v>7.7291299999999996</c:v>
                </c:pt>
                <c:pt idx="5688">
                  <c:v>7.5407599999999997</c:v>
                </c:pt>
                <c:pt idx="5689">
                  <c:v>7.6105</c:v>
                </c:pt>
                <c:pt idx="5690">
                  <c:v>8.1420200000000005</c:v>
                </c:pt>
                <c:pt idx="5691">
                  <c:v>8.7826400000000007</c:v>
                </c:pt>
                <c:pt idx="5692">
                  <c:v>8.9806799999999996</c:v>
                </c:pt>
                <c:pt idx="5693">
                  <c:v>8.6836199999999995</c:v>
                </c:pt>
                <c:pt idx="5694">
                  <c:v>8.7236499999999992</c:v>
                </c:pt>
                <c:pt idx="5695">
                  <c:v>9.1770999999999994</c:v>
                </c:pt>
                <c:pt idx="5696">
                  <c:v>9.7889700000000008</c:v>
                </c:pt>
                <c:pt idx="5697">
                  <c:v>10.499599999999999</c:v>
                </c:pt>
                <c:pt idx="5698">
                  <c:v>11.4481</c:v>
                </c:pt>
                <c:pt idx="5699">
                  <c:v>12.2654</c:v>
                </c:pt>
                <c:pt idx="5700">
                  <c:v>13.5595</c:v>
                </c:pt>
                <c:pt idx="5701">
                  <c:v>15.119899999999999</c:v>
                </c:pt>
                <c:pt idx="5702">
                  <c:v>16.7927</c:v>
                </c:pt>
                <c:pt idx="5703">
                  <c:v>18.963899999999999</c:v>
                </c:pt>
                <c:pt idx="5704">
                  <c:v>21.726900000000001</c:v>
                </c:pt>
                <c:pt idx="5705">
                  <c:v>25.394500000000001</c:v>
                </c:pt>
                <c:pt idx="5706">
                  <c:v>30.253299999999999</c:v>
                </c:pt>
                <c:pt idx="5707">
                  <c:v>36.717500000000001</c:v>
                </c:pt>
                <c:pt idx="5708">
                  <c:v>44.525199999999998</c:v>
                </c:pt>
                <c:pt idx="5709">
                  <c:v>52.112499999999997</c:v>
                </c:pt>
                <c:pt idx="5710">
                  <c:v>57.304200000000002</c:v>
                </c:pt>
                <c:pt idx="5711">
                  <c:v>59.213900000000002</c:v>
                </c:pt>
                <c:pt idx="5712">
                  <c:v>58.583300000000001</c:v>
                </c:pt>
                <c:pt idx="5713">
                  <c:v>57.360199999999999</c:v>
                </c:pt>
                <c:pt idx="5714">
                  <c:v>57.623899999999999</c:v>
                </c:pt>
                <c:pt idx="5715">
                  <c:v>59.225700000000003</c:v>
                </c:pt>
                <c:pt idx="5716">
                  <c:v>60.494300000000003</c:v>
                </c:pt>
                <c:pt idx="5717">
                  <c:v>59.9129</c:v>
                </c:pt>
                <c:pt idx="5718">
                  <c:v>56.631300000000003</c:v>
                </c:pt>
                <c:pt idx="5719">
                  <c:v>50.658499999999997</c:v>
                </c:pt>
                <c:pt idx="5720">
                  <c:v>43.064500000000002</c:v>
                </c:pt>
                <c:pt idx="5721">
                  <c:v>35.7879</c:v>
                </c:pt>
                <c:pt idx="5722">
                  <c:v>29.427700000000002</c:v>
                </c:pt>
                <c:pt idx="5723">
                  <c:v>24.004200000000001</c:v>
                </c:pt>
                <c:pt idx="5724">
                  <c:v>19.988199999999999</c:v>
                </c:pt>
                <c:pt idx="5725">
                  <c:v>17.308299999999999</c:v>
                </c:pt>
                <c:pt idx="5726">
                  <c:v>14.723699999999999</c:v>
                </c:pt>
                <c:pt idx="5727">
                  <c:v>12.7241</c:v>
                </c:pt>
                <c:pt idx="5728">
                  <c:v>11.585100000000001</c:v>
                </c:pt>
                <c:pt idx="5729">
                  <c:v>10.5123</c:v>
                </c:pt>
                <c:pt idx="5730">
                  <c:v>9.3259799999999995</c:v>
                </c:pt>
                <c:pt idx="5731">
                  <c:v>8.4757300000000004</c:v>
                </c:pt>
                <c:pt idx="5732">
                  <c:v>8.0790000000000006</c:v>
                </c:pt>
                <c:pt idx="5733">
                  <c:v>7.7989100000000002</c:v>
                </c:pt>
                <c:pt idx="5734">
                  <c:v>7.5131699999999997</c:v>
                </c:pt>
                <c:pt idx="5735">
                  <c:v>7.4851599999999996</c:v>
                </c:pt>
                <c:pt idx="5736">
                  <c:v>7.3925700000000001</c:v>
                </c:pt>
                <c:pt idx="5737">
                  <c:v>6.9681899999999999</c:v>
                </c:pt>
                <c:pt idx="5738">
                  <c:v>6.5009199999999998</c:v>
                </c:pt>
                <c:pt idx="5739">
                  <c:v>6.3600899999999996</c:v>
                </c:pt>
                <c:pt idx="5740">
                  <c:v>6.4703999999999997</c:v>
                </c:pt>
                <c:pt idx="5741">
                  <c:v>6.4979300000000002</c:v>
                </c:pt>
                <c:pt idx="5742">
                  <c:v>6.3566200000000004</c:v>
                </c:pt>
                <c:pt idx="5743">
                  <c:v>6.4761800000000003</c:v>
                </c:pt>
                <c:pt idx="5744">
                  <c:v>6.6627700000000001</c:v>
                </c:pt>
                <c:pt idx="5745">
                  <c:v>6.7364800000000002</c:v>
                </c:pt>
                <c:pt idx="5746">
                  <c:v>7.0940200000000004</c:v>
                </c:pt>
                <c:pt idx="5747">
                  <c:v>7.5205799999999998</c:v>
                </c:pt>
                <c:pt idx="5748">
                  <c:v>7.5656600000000003</c:v>
                </c:pt>
                <c:pt idx="5749">
                  <c:v>7.6074299999999999</c:v>
                </c:pt>
                <c:pt idx="5750">
                  <c:v>7.83589</c:v>
                </c:pt>
                <c:pt idx="5751">
                  <c:v>8.0582700000000003</c:v>
                </c:pt>
                <c:pt idx="5752">
                  <c:v>8.0272500000000004</c:v>
                </c:pt>
                <c:pt idx="5753">
                  <c:v>8.1414899999999992</c:v>
                </c:pt>
                <c:pt idx="5754">
                  <c:v>8.3216599999999996</c:v>
                </c:pt>
                <c:pt idx="5755">
                  <c:v>8.2726900000000008</c:v>
                </c:pt>
                <c:pt idx="5756">
                  <c:v>8.1490200000000002</c:v>
                </c:pt>
                <c:pt idx="5757">
                  <c:v>8.0710999999999995</c:v>
                </c:pt>
                <c:pt idx="5758">
                  <c:v>7.7806199999999999</c:v>
                </c:pt>
                <c:pt idx="5759">
                  <c:v>7.4427099999999999</c:v>
                </c:pt>
                <c:pt idx="5760">
                  <c:v>7.2366400000000004</c:v>
                </c:pt>
                <c:pt idx="5761">
                  <c:v>6.8159099999999997</c:v>
                </c:pt>
                <c:pt idx="5762">
                  <c:v>6.4788300000000003</c:v>
                </c:pt>
                <c:pt idx="5763">
                  <c:v>6.2524499999999996</c:v>
                </c:pt>
                <c:pt idx="5764">
                  <c:v>6.13748</c:v>
                </c:pt>
                <c:pt idx="5765">
                  <c:v>6.0018099999999999</c:v>
                </c:pt>
                <c:pt idx="5766">
                  <c:v>5.9112499999999999</c:v>
                </c:pt>
                <c:pt idx="5767">
                  <c:v>5.8194499999999998</c:v>
                </c:pt>
                <c:pt idx="5768">
                  <c:v>5.6573599999999997</c:v>
                </c:pt>
                <c:pt idx="5769">
                  <c:v>5.8281900000000002</c:v>
                </c:pt>
                <c:pt idx="5770">
                  <c:v>5.6939299999999999</c:v>
                </c:pt>
                <c:pt idx="5771">
                  <c:v>5.1534300000000002</c:v>
                </c:pt>
                <c:pt idx="5772">
                  <c:v>5.0731999999999999</c:v>
                </c:pt>
                <c:pt idx="5773">
                  <c:v>5.2275700000000001</c:v>
                </c:pt>
                <c:pt idx="5774">
                  <c:v>5.0078199999999997</c:v>
                </c:pt>
                <c:pt idx="5775">
                  <c:v>4.8040500000000002</c:v>
                </c:pt>
                <c:pt idx="5776">
                  <c:v>5.05532</c:v>
                </c:pt>
                <c:pt idx="5777">
                  <c:v>5.5697900000000002</c:v>
                </c:pt>
                <c:pt idx="5778">
                  <c:v>5.81785</c:v>
                </c:pt>
                <c:pt idx="5779">
                  <c:v>6.0096400000000001</c:v>
                </c:pt>
                <c:pt idx="5780">
                  <c:v>6.2760300000000004</c:v>
                </c:pt>
                <c:pt idx="5781">
                  <c:v>6.4392399999999999</c:v>
                </c:pt>
                <c:pt idx="5782">
                  <c:v>6.2496799999999997</c:v>
                </c:pt>
                <c:pt idx="5783">
                  <c:v>6.2504799999999996</c:v>
                </c:pt>
                <c:pt idx="5784">
                  <c:v>6.3975499999999998</c:v>
                </c:pt>
                <c:pt idx="5785">
                  <c:v>6.2531800000000004</c:v>
                </c:pt>
                <c:pt idx="5786">
                  <c:v>5.9129800000000001</c:v>
                </c:pt>
                <c:pt idx="5787">
                  <c:v>5.52447</c:v>
                </c:pt>
                <c:pt idx="5788">
                  <c:v>5.5327099999999998</c:v>
                </c:pt>
                <c:pt idx="5789">
                  <c:v>5.2945900000000004</c:v>
                </c:pt>
                <c:pt idx="5790">
                  <c:v>5.2351099999999997</c:v>
                </c:pt>
                <c:pt idx="5791">
                  <c:v>5.49777</c:v>
                </c:pt>
                <c:pt idx="5792">
                  <c:v>5.7157600000000004</c:v>
                </c:pt>
                <c:pt idx="5793">
                  <c:v>6.2019299999999999</c:v>
                </c:pt>
                <c:pt idx="5794">
                  <c:v>6.2229200000000002</c:v>
                </c:pt>
                <c:pt idx="5795">
                  <c:v>5.7132899999999998</c:v>
                </c:pt>
                <c:pt idx="5796">
                  <c:v>5.4726600000000003</c:v>
                </c:pt>
                <c:pt idx="5797">
                  <c:v>5.0865799999999997</c:v>
                </c:pt>
                <c:pt idx="5798">
                  <c:v>4.6434100000000003</c:v>
                </c:pt>
                <c:pt idx="5799">
                  <c:v>4.34171</c:v>
                </c:pt>
                <c:pt idx="5800">
                  <c:v>3.9828999999999999</c:v>
                </c:pt>
                <c:pt idx="5801">
                  <c:v>3.90354</c:v>
                </c:pt>
                <c:pt idx="5802">
                  <c:v>4.1022600000000002</c:v>
                </c:pt>
                <c:pt idx="5803">
                  <c:v>4.3877600000000001</c:v>
                </c:pt>
                <c:pt idx="5804">
                  <c:v>4.6797300000000002</c:v>
                </c:pt>
                <c:pt idx="5805">
                  <c:v>4.5161899999999999</c:v>
                </c:pt>
                <c:pt idx="5806">
                  <c:v>4.47051</c:v>
                </c:pt>
                <c:pt idx="5807">
                  <c:v>4.81982</c:v>
                </c:pt>
                <c:pt idx="5808">
                  <c:v>4.9018800000000002</c:v>
                </c:pt>
                <c:pt idx="5809">
                  <c:v>4.8703500000000002</c:v>
                </c:pt>
                <c:pt idx="5810">
                  <c:v>4.9657600000000004</c:v>
                </c:pt>
                <c:pt idx="5811">
                  <c:v>4.9083199999999998</c:v>
                </c:pt>
                <c:pt idx="5812">
                  <c:v>4.8354100000000004</c:v>
                </c:pt>
                <c:pt idx="5813">
                  <c:v>4.8693999999999997</c:v>
                </c:pt>
                <c:pt idx="5814">
                  <c:v>4.8512300000000002</c:v>
                </c:pt>
                <c:pt idx="5815">
                  <c:v>4.5463699999999996</c:v>
                </c:pt>
                <c:pt idx="5816">
                  <c:v>4.1655300000000004</c:v>
                </c:pt>
                <c:pt idx="5817">
                  <c:v>4.0438000000000001</c:v>
                </c:pt>
                <c:pt idx="5818">
                  <c:v>4.1138899999999996</c:v>
                </c:pt>
                <c:pt idx="5819">
                  <c:v>4.1188900000000004</c:v>
                </c:pt>
                <c:pt idx="5820">
                  <c:v>3.80389</c:v>
                </c:pt>
                <c:pt idx="5821">
                  <c:v>3.5848900000000001</c:v>
                </c:pt>
                <c:pt idx="5822">
                  <c:v>3.4915600000000002</c:v>
                </c:pt>
                <c:pt idx="5823">
                  <c:v>3.6089199999999999</c:v>
                </c:pt>
                <c:pt idx="5824">
                  <c:v>3.7910400000000002</c:v>
                </c:pt>
                <c:pt idx="5825">
                  <c:v>3.50963</c:v>
                </c:pt>
                <c:pt idx="5826">
                  <c:v>3.3917099999999998</c:v>
                </c:pt>
                <c:pt idx="5827">
                  <c:v>3.2894800000000002</c:v>
                </c:pt>
                <c:pt idx="5828">
                  <c:v>3.1913100000000001</c:v>
                </c:pt>
                <c:pt idx="5829">
                  <c:v>3.6410800000000001</c:v>
                </c:pt>
                <c:pt idx="5830">
                  <c:v>3.9037700000000002</c:v>
                </c:pt>
                <c:pt idx="5831">
                  <c:v>3.9043299999999999</c:v>
                </c:pt>
                <c:pt idx="5832">
                  <c:v>3.8878599999999999</c:v>
                </c:pt>
                <c:pt idx="5833">
                  <c:v>4.2048800000000002</c:v>
                </c:pt>
                <c:pt idx="5834">
                  <c:v>4.3980499999999996</c:v>
                </c:pt>
                <c:pt idx="5835">
                  <c:v>4.2252599999999996</c:v>
                </c:pt>
                <c:pt idx="5836">
                  <c:v>4.2398100000000003</c:v>
                </c:pt>
                <c:pt idx="5837">
                  <c:v>4.4965799999999998</c:v>
                </c:pt>
                <c:pt idx="5838">
                  <c:v>4.3258200000000002</c:v>
                </c:pt>
                <c:pt idx="5839">
                  <c:v>4.0754799999999998</c:v>
                </c:pt>
                <c:pt idx="5840">
                  <c:v>3.9487999999999999</c:v>
                </c:pt>
                <c:pt idx="5841">
                  <c:v>3.9338899999999999</c:v>
                </c:pt>
                <c:pt idx="5842">
                  <c:v>4.3207899999999997</c:v>
                </c:pt>
                <c:pt idx="5843">
                  <c:v>4.86557</c:v>
                </c:pt>
                <c:pt idx="5844">
                  <c:v>4.7150499999999997</c:v>
                </c:pt>
                <c:pt idx="5845">
                  <c:v>4.3932700000000002</c:v>
                </c:pt>
                <c:pt idx="5846">
                  <c:v>4.3627399999999996</c:v>
                </c:pt>
                <c:pt idx="5847">
                  <c:v>4.3963299999999998</c:v>
                </c:pt>
                <c:pt idx="5848">
                  <c:v>4.5045000000000002</c:v>
                </c:pt>
                <c:pt idx="5849">
                  <c:v>4.3568499999999997</c:v>
                </c:pt>
                <c:pt idx="5850">
                  <c:v>4.1037800000000004</c:v>
                </c:pt>
                <c:pt idx="5851">
                  <c:v>3.5901000000000001</c:v>
                </c:pt>
                <c:pt idx="5852">
                  <c:v>3.2005499999999998</c:v>
                </c:pt>
                <c:pt idx="5853">
                  <c:v>2.88415</c:v>
                </c:pt>
                <c:pt idx="5854">
                  <c:v>2.8184900000000002</c:v>
                </c:pt>
                <c:pt idx="5855">
                  <c:v>3.1358000000000001</c:v>
                </c:pt>
                <c:pt idx="5856">
                  <c:v>3.4659300000000002</c:v>
                </c:pt>
                <c:pt idx="5857">
                  <c:v>3.5421</c:v>
                </c:pt>
                <c:pt idx="5858">
                  <c:v>3.6339000000000001</c:v>
                </c:pt>
                <c:pt idx="5859">
                  <c:v>3.5114800000000002</c:v>
                </c:pt>
                <c:pt idx="5860">
                  <c:v>3.5273400000000001</c:v>
                </c:pt>
                <c:pt idx="5861">
                  <c:v>3.82517</c:v>
                </c:pt>
                <c:pt idx="5862">
                  <c:v>4.1944600000000003</c:v>
                </c:pt>
                <c:pt idx="5863">
                  <c:v>4.18893</c:v>
                </c:pt>
                <c:pt idx="5864">
                  <c:v>3.9722400000000002</c:v>
                </c:pt>
                <c:pt idx="5865">
                  <c:v>3.9147699999999999</c:v>
                </c:pt>
                <c:pt idx="5866">
                  <c:v>3.9599500000000001</c:v>
                </c:pt>
                <c:pt idx="5867">
                  <c:v>4.0230399999999999</c:v>
                </c:pt>
                <c:pt idx="5868">
                  <c:v>4.1191500000000003</c:v>
                </c:pt>
                <c:pt idx="5869">
                  <c:v>3.9939499999999999</c:v>
                </c:pt>
                <c:pt idx="5870">
                  <c:v>3.8763000000000001</c:v>
                </c:pt>
                <c:pt idx="5871">
                  <c:v>3.8683399999999999</c:v>
                </c:pt>
                <c:pt idx="5872">
                  <c:v>4.0913700000000004</c:v>
                </c:pt>
                <c:pt idx="5873">
                  <c:v>4.4414899999999999</c:v>
                </c:pt>
                <c:pt idx="5874">
                  <c:v>4.5119400000000001</c:v>
                </c:pt>
                <c:pt idx="5875">
                  <c:v>4.4100400000000004</c:v>
                </c:pt>
                <c:pt idx="5876">
                  <c:v>4.1447799999999999</c:v>
                </c:pt>
                <c:pt idx="5877">
                  <c:v>3.8115700000000001</c:v>
                </c:pt>
                <c:pt idx="5878">
                  <c:v>3.6680299999999999</c:v>
                </c:pt>
                <c:pt idx="5879">
                  <c:v>3.74987</c:v>
                </c:pt>
                <c:pt idx="5880">
                  <c:v>3.79616</c:v>
                </c:pt>
                <c:pt idx="5881">
                  <c:v>4.0003299999999999</c:v>
                </c:pt>
                <c:pt idx="5882">
                  <c:v>4.1666100000000004</c:v>
                </c:pt>
                <c:pt idx="5883">
                  <c:v>4.2220000000000004</c:v>
                </c:pt>
                <c:pt idx="5884">
                  <c:v>4.3113200000000003</c:v>
                </c:pt>
                <c:pt idx="5885">
                  <c:v>4.70669</c:v>
                </c:pt>
                <c:pt idx="5886">
                  <c:v>4.9779299999999997</c:v>
                </c:pt>
                <c:pt idx="5887">
                  <c:v>4.8672899999999997</c:v>
                </c:pt>
                <c:pt idx="5888">
                  <c:v>4.9102100000000002</c:v>
                </c:pt>
                <c:pt idx="5889">
                  <c:v>4.9143800000000004</c:v>
                </c:pt>
                <c:pt idx="5890">
                  <c:v>4.65686</c:v>
                </c:pt>
                <c:pt idx="5891">
                  <c:v>4.5541499999999999</c:v>
                </c:pt>
                <c:pt idx="5892">
                  <c:v>4.5248299999999997</c:v>
                </c:pt>
                <c:pt idx="5893">
                  <c:v>4.4073599999999997</c:v>
                </c:pt>
                <c:pt idx="5894">
                  <c:v>4.0195100000000004</c:v>
                </c:pt>
                <c:pt idx="5895">
                  <c:v>3.7250399999999999</c:v>
                </c:pt>
                <c:pt idx="5896">
                  <c:v>3.5305800000000001</c:v>
                </c:pt>
                <c:pt idx="5897">
                  <c:v>3.5323000000000002</c:v>
                </c:pt>
                <c:pt idx="5898">
                  <c:v>3.6516500000000001</c:v>
                </c:pt>
                <c:pt idx="5899">
                  <c:v>3.9290600000000002</c:v>
                </c:pt>
                <c:pt idx="5900">
                  <c:v>3.9071699999999998</c:v>
                </c:pt>
                <c:pt idx="5901">
                  <c:v>3.8043399999999998</c:v>
                </c:pt>
                <c:pt idx="5902">
                  <c:v>3.9605899999999998</c:v>
                </c:pt>
                <c:pt idx="5903">
                  <c:v>4.3188500000000003</c:v>
                </c:pt>
                <c:pt idx="5904">
                  <c:v>4.42971</c:v>
                </c:pt>
                <c:pt idx="5905">
                  <c:v>4.3591899999999999</c:v>
                </c:pt>
                <c:pt idx="5906">
                  <c:v>4.4483800000000002</c:v>
                </c:pt>
                <c:pt idx="5907">
                  <c:v>3.9561999999999999</c:v>
                </c:pt>
                <c:pt idx="5908">
                  <c:v>3.5416400000000001</c:v>
                </c:pt>
                <c:pt idx="5909">
                  <c:v>3.47357</c:v>
                </c:pt>
                <c:pt idx="5910">
                  <c:v>3.2431999999999999</c:v>
                </c:pt>
                <c:pt idx="5911">
                  <c:v>3.2036199999999999</c:v>
                </c:pt>
                <c:pt idx="5912">
                  <c:v>3.3590499999999999</c:v>
                </c:pt>
                <c:pt idx="5913">
                  <c:v>3.7629899999999998</c:v>
                </c:pt>
                <c:pt idx="5914">
                  <c:v>4.2314999999999996</c:v>
                </c:pt>
                <c:pt idx="5915">
                  <c:v>4.1837</c:v>
                </c:pt>
                <c:pt idx="5916">
                  <c:v>3.6434299999999999</c:v>
                </c:pt>
                <c:pt idx="5917">
                  <c:v>3.1200899999999998</c:v>
                </c:pt>
                <c:pt idx="5918">
                  <c:v>2.9890500000000002</c:v>
                </c:pt>
                <c:pt idx="5919">
                  <c:v>3.2536700000000001</c:v>
                </c:pt>
                <c:pt idx="5920">
                  <c:v>3.7090299999999998</c:v>
                </c:pt>
                <c:pt idx="5921">
                  <c:v>3.6900400000000002</c:v>
                </c:pt>
                <c:pt idx="5922">
                  <c:v>3.70397</c:v>
                </c:pt>
                <c:pt idx="5923">
                  <c:v>4.0761099999999999</c:v>
                </c:pt>
                <c:pt idx="5924">
                  <c:v>4.29155</c:v>
                </c:pt>
                <c:pt idx="5925">
                  <c:v>4.0652200000000001</c:v>
                </c:pt>
                <c:pt idx="5926">
                  <c:v>3.9164500000000002</c:v>
                </c:pt>
                <c:pt idx="5927">
                  <c:v>3.9021300000000001</c:v>
                </c:pt>
                <c:pt idx="5928">
                  <c:v>3.79657</c:v>
                </c:pt>
                <c:pt idx="5929">
                  <c:v>3.7874500000000002</c:v>
                </c:pt>
                <c:pt idx="5930">
                  <c:v>3.55219</c:v>
                </c:pt>
                <c:pt idx="5931">
                  <c:v>3.3729100000000001</c:v>
                </c:pt>
                <c:pt idx="5932">
                  <c:v>3.3659300000000001</c:v>
                </c:pt>
                <c:pt idx="5933">
                  <c:v>3.35894</c:v>
                </c:pt>
                <c:pt idx="5934">
                  <c:v>3.5882800000000001</c:v>
                </c:pt>
                <c:pt idx="5935">
                  <c:v>3.95051</c:v>
                </c:pt>
                <c:pt idx="5936">
                  <c:v>4.0703399999999998</c:v>
                </c:pt>
                <c:pt idx="5937">
                  <c:v>4.2484999999999999</c:v>
                </c:pt>
                <c:pt idx="5938">
                  <c:v>4.6886700000000001</c:v>
                </c:pt>
                <c:pt idx="5939">
                  <c:v>4.6375799999999998</c:v>
                </c:pt>
                <c:pt idx="5940">
                  <c:v>4.0379199999999997</c:v>
                </c:pt>
                <c:pt idx="5941">
                  <c:v>3.5939100000000002</c:v>
                </c:pt>
                <c:pt idx="5942">
                  <c:v>3.4122599999999998</c:v>
                </c:pt>
                <c:pt idx="5943">
                  <c:v>3.0909200000000001</c:v>
                </c:pt>
                <c:pt idx="5944">
                  <c:v>2.73759</c:v>
                </c:pt>
                <c:pt idx="5945">
                  <c:v>2.7284600000000001</c:v>
                </c:pt>
                <c:pt idx="5946">
                  <c:v>2.9088599999999998</c:v>
                </c:pt>
                <c:pt idx="5947">
                  <c:v>3.2162700000000002</c:v>
                </c:pt>
                <c:pt idx="5948">
                  <c:v>3.61029</c:v>
                </c:pt>
                <c:pt idx="5949">
                  <c:v>3.5799400000000001</c:v>
                </c:pt>
                <c:pt idx="5950">
                  <c:v>3.7597100000000001</c:v>
                </c:pt>
                <c:pt idx="5951">
                  <c:v>4.3493199999999996</c:v>
                </c:pt>
                <c:pt idx="5952">
                  <c:v>4.7362200000000003</c:v>
                </c:pt>
                <c:pt idx="5953">
                  <c:v>4.9223299999999997</c:v>
                </c:pt>
                <c:pt idx="5954">
                  <c:v>4.83779</c:v>
                </c:pt>
                <c:pt idx="5955">
                  <c:v>4.4493900000000002</c:v>
                </c:pt>
                <c:pt idx="5956">
                  <c:v>4.3247299999999997</c:v>
                </c:pt>
                <c:pt idx="5957">
                  <c:v>4.35351</c:v>
                </c:pt>
                <c:pt idx="5958">
                  <c:v>4.3599300000000003</c:v>
                </c:pt>
                <c:pt idx="5959">
                  <c:v>4.1449600000000002</c:v>
                </c:pt>
                <c:pt idx="5960">
                  <c:v>4.0302699999999998</c:v>
                </c:pt>
                <c:pt idx="5961">
                  <c:v>3.93608</c:v>
                </c:pt>
                <c:pt idx="5962">
                  <c:v>3.7277200000000001</c:v>
                </c:pt>
                <c:pt idx="5963">
                  <c:v>3.4092699999999998</c:v>
                </c:pt>
                <c:pt idx="5964">
                  <c:v>3.1899500000000001</c:v>
                </c:pt>
                <c:pt idx="5965">
                  <c:v>3.19895</c:v>
                </c:pt>
                <c:pt idx="5966">
                  <c:v>3.5834100000000002</c:v>
                </c:pt>
                <c:pt idx="5967">
                  <c:v>3.8005200000000001</c:v>
                </c:pt>
                <c:pt idx="5968">
                  <c:v>3.7114400000000001</c:v>
                </c:pt>
                <c:pt idx="5969">
                  <c:v>3.9801700000000002</c:v>
                </c:pt>
                <c:pt idx="5970">
                  <c:v>4.5401199999999999</c:v>
                </c:pt>
                <c:pt idx="5971">
                  <c:v>4.2710499999999998</c:v>
                </c:pt>
                <c:pt idx="5972">
                  <c:v>3.9327399999999999</c:v>
                </c:pt>
                <c:pt idx="5973">
                  <c:v>3.8002799999999999</c:v>
                </c:pt>
                <c:pt idx="5974">
                  <c:v>3.6728499999999999</c:v>
                </c:pt>
                <c:pt idx="5975">
                  <c:v>3.7888700000000002</c:v>
                </c:pt>
                <c:pt idx="5976">
                  <c:v>3.9081000000000001</c:v>
                </c:pt>
                <c:pt idx="5977">
                  <c:v>3.9428000000000001</c:v>
                </c:pt>
                <c:pt idx="5978">
                  <c:v>3.79806</c:v>
                </c:pt>
                <c:pt idx="5979">
                  <c:v>3.61</c:v>
                </c:pt>
                <c:pt idx="5980">
                  <c:v>3.8346499999999999</c:v>
                </c:pt>
                <c:pt idx="5981">
                  <c:v>4.1348799999999999</c:v>
                </c:pt>
                <c:pt idx="5982">
                  <c:v>3.9045299999999998</c:v>
                </c:pt>
                <c:pt idx="5983">
                  <c:v>3.6638600000000001</c:v>
                </c:pt>
                <c:pt idx="5984">
                  <c:v>3.7410299999999999</c:v>
                </c:pt>
                <c:pt idx="5985">
                  <c:v>3.8555100000000002</c:v>
                </c:pt>
                <c:pt idx="5986">
                  <c:v>3.72485</c:v>
                </c:pt>
                <c:pt idx="5987">
                  <c:v>3.7505299999999999</c:v>
                </c:pt>
                <c:pt idx="5988">
                  <c:v>3.9692699999999999</c:v>
                </c:pt>
                <c:pt idx="5989">
                  <c:v>3.98339</c:v>
                </c:pt>
                <c:pt idx="5990">
                  <c:v>4.1003699999999998</c:v>
                </c:pt>
                <c:pt idx="5991">
                  <c:v>4.5877800000000004</c:v>
                </c:pt>
                <c:pt idx="5992">
                  <c:v>4.6640300000000003</c:v>
                </c:pt>
                <c:pt idx="5993">
                  <c:v>4.3072900000000001</c:v>
                </c:pt>
                <c:pt idx="5994">
                  <c:v>3.9320400000000002</c:v>
                </c:pt>
                <c:pt idx="5995">
                  <c:v>3.79515</c:v>
                </c:pt>
                <c:pt idx="5996">
                  <c:v>4.0811999999999999</c:v>
                </c:pt>
                <c:pt idx="5997">
                  <c:v>4.3294899999999998</c:v>
                </c:pt>
                <c:pt idx="5998">
                  <c:v>4.0577199999999998</c:v>
                </c:pt>
                <c:pt idx="5999">
                  <c:v>4.0860700000000003</c:v>
                </c:pt>
                <c:pt idx="6000">
                  <c:v>4.26342</c:v>
                </c:pt>
                <c:pt idx="6001">
                  <c:v>3.99681</c:v>
                </c:pt>
                <c:pt idx="6002">
                  <c:v>3.8197800000000002</c:v>
                </c:pt>
                <c:pt idx="6003">
                  <c:v>3.79528</c:v>
                </c:pt>
                <c:pt idx="6004">
                  <c:v>3.53789</c:v>
                </c:pt>
                <c:pt idx="6005">
                  <c:v>3.3708999999999998</c:v>
                </c:pt>
                <c:pt idx="6006">
                  <c:v>3.19889</c:v>
                </c:pt>
                <c:pt idx="6007">
                  <c:v>3.43757</c:v>
                </c:pt>
                <c:pt idx="6008">
                  <c:v>3.7302399999999998</c:v>
                </c:pt>
                <c:pt idx="6009">
                  <c:v>3.7700399999999998</c:v>
                </c:pt>
                <c:pt idx="6010">
                  <c:v>3.8121299999999998</c:v>
                </c:pt>
                <c:pt idx="6011">
                  <c:v>3.6404999999999998</c:v>
                </c:pt>
                <c:pt idx="6012">
                  <c:v>3.3523900000000002</c:v>
                </c:pt>
                <c:pt idx="6013">
                  <c:v>3.1583000000000001</c:v>
                </c:pt>
                <c:pt idx="6014">
                  <c:v>3.1618200000000001</c:v>
                </c:pt>
                <c:pt idx="6015">
                  <c:v>3.4114</c:v>
                </c:pt>
                <c:pt idx="6016">
                  <c:v>3.56968</c:v>
                </c:pt>
                <c:pt idx="6017">
                  <c:v>3.75665</c:v>
                </c:pt>
                <c:pt idx="6018">
                  <c:v>3.8517800000000002</c:v>
                </c:pt>
                <c:pt idx="6019">
                  <c:v>3.7858200000000002</c:v>
                </c:pt>
                <c:pt idx="6020">
                  <c:v>3.79128</c:v>
                </c:pt>
                <c:pt idx="6021">
                  <c:v>3.7190300000000001</c:v>
                </c:pt>
                <c:pt idx="6022">
                  <c:v>3.7711299999999999</c:v>
                </c:pt>
                <c:pt idx="6023">
                  <c:v>3.7110500000000002</c:v>
                </c:pt>
                <c:pt idx="6024">
                  <c:v>3.3626</c:v>
                </c:pt>
                <c:pt idx="6025">
                  <c:v>3.2258900000000001</c:v>
                </c:pt>
                <c:pt idx="6026">
                  <c:v>3.3487200000000001</c:v>
                </c:pt>
                <c:pt idx="6027">
                  <c:v>3.6307499999999999</c:v>
                </c:pt>
                <c:pt idx="6028">
                  <c:v>3.7059600000000001</c:v>
                </c:pt>
                <c:pt idx="6029">
                  <c:v>3.6972</c:v>
                </c:pt>
                <c:pt idx="6030">
                  <c:v>3.70309</c:v>
                </c:pt>
                <c:pt idx="6031">
                  <c:v>3.7962600000000002</c:v>
                </c:pt>
                <c:pt idx="6032">
                  <c:v>3.5856599999999998</c:v>
                </c:pt>
                <c:pt idx="6033">
                  <c:v>3.3397399999999999</c:v>
                </c:pt>
                <c:pt idx="6034">
                  <c:v>3.0284599999999999</c:v>
                </c:pt>
                <c:pt idx="6035">
                  <c:v>3.0782400000000001</c:v>
                </c:pt>
                <c:pt idx="6036">
                  <c:v>2.9977200000000002</c:v>
                </c:pt>
                <c:pt idx="6037">
                  <c:v>3.1926100000000002</c:v>
                </c:pt>
                <c:pt idx="6038">
                  <c:v>3.3853599999999999</c:v>
                </c:pt>
                <c:pt idx="6039">
                  <c:v>3.3726699999999998</c:v>
                </c:pt>
                <c:pt idx="6040">
                  <c:v>3.5764300000000002</c:v>
                </c:pt>
                <c:pt idx="6041">
                  <c:v>3.53959</c:v>
                </c:pt>
                <c:pt idx="6042">
                  <c:v>3.5415999999999999</c:v>
                </c:pt>
                <c:pt idx="6043">
                  <c:v>3.46848</c:v>
                </c:pt>
                <c:pt idx="6044">
                  <c:v>3.2582</c:v>
                </c:pt>
                <c:pt idx="6045">
                  <c:v>3.30314</c:v>
                </c:pt>
                <c:pt idx="6046">
                  <c:v>3.38273</c:v>
                </c:pt>
                <c:pt idx="6047">
                  <c:v>3.5748000000000002</c:v>
                </c:pt>
                <c:pt idx="6048">
                  <c:v>3.7948900000000001</c:v>
                </c:pt>
                <c:pt idx="6049">
                  <c:v>3.8401200000000002</c:v>
                </c:pt>
                <c:pt idx="6050">
                  <c:v>3.5506000000000002</c:v>
                </c:pt>
                <c:pt idx="6051">
                  <c:v>3.1934200000000001</c:v>
                </c:pt>
                <c:pt idx="6052">
                  <c:v>2.75956</c:v>
                </c:pt>
                <c:pt idx="6053">
                  <c:v>2.5559599999999998</c:v>
                </c:pt>
                <c:pt idx="6054">
                  <c:v>2.9252899999999999</c:v>
                </c:pt>
                <c:pt idx="6055">
                  <c:v>2.8719399999999999</c:v>
                </c:pt>
                <c:pt idx="6056">
                  <c:v>3.1019299999999999</c:v>
                </c:pt>
                <c:pt idx="6057">
                  <c:v>3.714</c:v>
                </c:pt>
                <c:pt idx="6058">
                  <c:v>3.9452699999999998</c:v>
                </c:pt>
                <c:pt idx="6059">
                  <c:v>3.83094</c:v>
                </c:pt>
                <c:pt idx="6060">
                  <c:v>3.9808699999999999</c:v>
                </c:pt>
                <c:pt idx="6061">
                  <c:v>4.1426400000000001</c:v>
                </c:pt>
                <c:pt idx="6062">
                  <c:v>3.9963600000000001</c:v>
                </c:pt>
                <c:pt idx="6063">
                  <c:v>3.84701</c:v>
                </c:pt>
                <c:pt idx="6064">
                  <c:v>4.0754200000000003</c:v>
                </c:pt>
                <c:pt idx="6065">
                  <c:v>4.2970199999999998</c:v>
                </c:pt>
                <c:pt idx="6066">
                  <c:v>4.7315500000000004</c:v>
                </c:pt>
                <c:pt idx="6067">
                  <c:v>5.2189800000000002</c:v>
                </c:pt>
                <c:pt idx="6068">
                  <c:v>5.3883900000000002</c:v>
                </c:pt>
                <c:pt idx="6069">
                  <c:v>5.7420900000000001</c:v>
                </c:pt>
                <c:pt idx="6070">
                  <c:v>6.6647400000000001</c:v>
                </c:pt>
                <c:pt idx="6071">
                  <c:v>7.5450299999999997</c:v>
                </c:pt>
                <c:pt idx="6072">
                  <c:v>8.2883499999999994</c:v>
                </c:pt>
                <c:pt idx="6073">
                  <c:v>8.8048099999999998</c:v>
                </c:pt>
                <c:pt idx="6074">
                  <c:v>8.6112800000000007</c:v>
                </c:pt>
                <c:pt idx="6075">
                  <c:v>8.1365499999999997</c:v>
                </c:pt>
                <c:pt idx="6076">
                  <c:v>7.8620799999999997</c:v>
                </c:pt>
                <c:pt idx="6077">
                  <c:v>7.7256799999999997</c:v>
                </c:pt>
                <c:pt idx="6078">
                  <c:v>7.7134200000000002</c:v>
                </c:pt>
                <c:pt idx="6079">
                  <c:v>8.0203199999999999</c:v>
                </c:pt>
                <c:pt idx="6080">
                  <c:v>7.9419700000000004</c:v>
                </c:pt>
                <c:pt idx="6081">
                  <c:v>7.5536500000000002</c:v>
                </c:pt>
                <c:pt idx="6082">
                  <c:v>7.0860000000000003</c:v>
                </c:pt>
                <c:pt idx="6083">
                  <c:v>6.5040199999999997</c:v>
                </c:pt>
                <c:pt idx="6084">
                  <c:v>5.8612000000000002</c:v>
                </c:pt>
                <c:pt idx="6085">
                  <c:v>5.1716899999999999</c:v>
                </c:pt>
                <c:pt idx="6086">
                  <c:v>4.5525200000000003</c:v>
                </c:pt>
                <c:pt idx="6087">
                  <c:v>4.4874999999999998</c:v>
                </c:pt>
                <c:pt idx="6088">
                  <c:v>4.3696299999999999</c:v>
                </c:pt>
                <c:pt idx="6089">
                  <c:v>3.9649399999999999</c:v>
                </c:pt>
                <c:pt idx="6090">
                  <c:v>4.0040899999999997</c:v>
                </c:pt>
                <c:pt idx="6091">
                  <c:v>4.0993000000000004</c:v>
                </c:pt>
                <c:pt idx="6092">
                  <c:v>4.3412300000000004</c:v>
                </c:pt>
                <c:pt idx="6093">
                  <c:v>4.5125799999999998</c:v>
                </c:pt>
                <c:pt idx="6094">
                  <c:v>4.5903799999999997</c:v>
                </c:pt>
                <c:pt idx="6095">
                  <c:v>4.7212100000000001</c:v>
                </c:pt>
                <c:pt idx="6096">
                  <c:v>4.42197</c:v>
                </c:pt>
                <c:pt idx="6097">
                  <c:v>4.2332599999999996</c:v>
                </c:pt>
                <c:pt idx="6098">
                  <c:v>4.3636299999999997</c:v>
                </c:pt>
                <c:pt idx="6099">
                  <c:v>4.2891399999999997</c:v>
                </c:pt>
                <c:pt idx="6100">
                  <c:v>4.2169499999999998</c:v>
                </c:pt>
                <c:pt idx="6101">
                  <c:v>3.9419499999999998</c:v>
                </c:pt>
                <c:pt idx="6102">
                  <c:v>4.1020599999999998</c:v>
                </c:pt>
                <c:pt idx="6103">
                  <c:v>4.1696</c:v>
                </c:pt>
                <c:pt idx="6104">
                  <c:v>4.0709</c:v>
                </c:pt>
                <c:pt idx="6105">
                  <c:v>4.05891</c:v>
                </c:pt>
                <c:pt idx="6106">
                  <c:v>3.7330899999999998</c:v>
                </c:pt>
                <c:pt idx="6107">
                  <c:v>3.6196100000000002</c:v>
                </c:pt>
                <c:pt idx="6108">
                  <c:v>3.7305199999999998</c:v>
                </c:pt>
                <c:pt idx="6109">
                  <c:v>3.8582000000000001</c:v>
                </c:pt>
                <c:pt idx="6110">
                  <c:v>4.11456</c:v>
                </c:pt>
                <c:pt idx="6111">
                  <c:v>4.4579700000000004</c:v>
                </c:pt>
                <c:pt idx="6112">
                  <c:v>4.4445600000000001</c:v>
                </c:pt>
                <c:pt idx="6113">
                  <c:v>4.47187</c:v>
                </c:pt>
                <c:pt idx="6114">
                  <c:v>4.8647799999999997</c:v>
                </c:pt>
                <c:pt idx="6115">
                  <c:v>4.6254999999999997</c:v>
                </c:pt>
                <c:pt idx="6116">
                  <c:v>4.4684299999999997</c:v>
                </c:pt>
                <c:pt idx="6117">
                  <c:v>4.4002499999999998</c:v>
                </c:pt>
                <c:pt idx="6118">
                  <c:v>4.6307900000000002</c:v>
                </c:pt>
                <c:pt idx="6119">
                  <c:v>4.7222999999999997</c:v>
                </c:pt>
                <c:pt idx="6120">
                  <c:v>4.6468100000000003</c:v>
                </c:pt>
                <c:pt idx="6121">
                  <c:v>4.8486099999999999</c:v>
                </c:pt>
                <c:pt idx="6122">
                  <c:v>5.0596500000000004</c:v>
                </c:pt>
                <c:pt idx="6123">
                  <c:v>5.00481</c:v>
                </c:pt>
                <c:pt idx="6124">
                  <c:v>4.6021400000000003</c:v>
                </c:pt>
                <c:pt idx="6125">
                  <c:v>4.2098899999999997</c:v>
                </c:pt>
                <c:pt idx="6126">
                  <c:v>4.1758100000000002</c:v>
                </c:pt>
                <c:pt idx="6127">
                  <c:v>4.1820899999999996</c:v>
                </c:pt>
                <c:pt idx="6128">
                  <c:v>4.3384600000000004</c:v>
                </c:pt>
                <c:pt idx="6129">
                  <c:v>4.3566000000000003</c:v>
                </c:pt>
                <c:pt idx="6130">
                  <c:v>4.3936799999999998</c:v>
                </c:pt>
                <c:pt idx="6131">
                  <c:v>4.2089100000000004</c:v>
                </c:pt>
                <c:pt idx="6132">
                  <c:v>4.2259000000000002</c:v>
                </c:pt>
                <c:pt idx="6133">
                  <c:v>4.0206999999999997</c:v>
                </c:pt>
                <c:pt idx="6134">
                  <c:v>3.8553199999999999</c:v>
                </c:pt>
                <c:pt idx="6135">
                  <c:v>3.7520699999999998</c:v>
                </c:pt>
                <c:pt idx="6136">
                  <c:v>3.6088300000000002</c:v>
                </c:pt>
                <c:pt idx="6137">
                  <c:v>3.7890199999999998</c:v>
                </c:pt>
                <c:pt idx="6138">
                  <c:v>3.6576</c:v>
                </c:pt>
                <c:pt idx="6139">
                  <c:v>3.4566300000000001</c:v>
                </c:pt>
                <c:pt idx="6140">
                  <c:v>3.5411199999999998</c:v>
                </c:pt>
                <c:pt idx="6141">
                  <c:v>4.1117800000000004</c:v>
                </c:pt>
                <c:pt idx="6142">
                  <c:v>4.68567</c:v>
                </c:pt>
                <c:pt idx="6143">
                  <c:v>4.75854</c:v>
                </c:pt>
                <c:pt idx="6144">
                  <c:v>4.5951599999999999</c:v>
                </c:pt>
                <c:pt idx="6145">
                  <c:v>4.50943</c:v>
                </c:pt>
                <c:pt idx="6146">
                  <c:v>4.3275800000000002</c:v>
                </c:pt>
                <c:pt idx="6147">
                  <c:v>4.4457899999999997</c:v>
                </c:pt>
                <c:pt idx="6148">
                  <c:v>4.4836900000000002</c:v>
                </c:pt>
                <c:pt idx="6149">
                  <c:v>4.5698600000000003</c:v>
                </c:pt>
                <c:pt idx="6150">
                  <c:v>4.6287599999999998</c:v>
                </c:pt>
                <c:pt idx="6151">
                  <c:v>4.8552999999999997</c:v>
                </c:pt>
                <c:pt idx="6152">
                  <c:v>4.6940900000000001</c:v>
                </c:pt>
                <c:pt idx="6153">
                  <c:v>4.5024899999999999</c:v>
                </c:pt>
                <c:pt idx="6154">
                  <c:v>4.5957499999999998</c:v>
                </c:pt>
                <c:pt idx="6155">
                  <c:v>5.0714399999999999</c:v>
                </c:pt>
                <c:pt idx="6156">
                  <c:v>6.0627199999999997</c:v>
                </c:pt>
                <c:pt idx="6157">
                  <c:v>6.8384200000000002</c:v>
                </c:pt>
                <c:pt idx="6158">
                  <c:v>7.3686400000000001</c:v>
                </c:pt>
                <c:pt idx="6159">
                  <c:v>7.65632</c:v>
                </c:pt>
                <c:pt idx="6160">
                  <c:v>7.9996799999999997</c:v>
                </c:pt>
                <c:pt idx="6161">
                  <c:v>8.4962900000000001</c:v>
                </c:pt>
                <c:pt idx="6162">
                  <c:v>8.7337799999999994</c:v>
                </c:pt>
                <c:pt idx="6163">
                  <c:v>8.5293899999999994</c:v>
                </c:pt>
                <c:pt idx="6164">
                  <c:v>8.4725099999999998</c:v>
                </c:pt>
                <c:pt idx="6165">
                  <c:v>8.30715</c:v>
                </c:pt>
                <c:pt idx="6166">
                  <c:v>8.3901299999999992</c:v>
                </c:pt>
                <c:pt idx="6167">
                  <c:v>8.1816899999999997</c:v>
                </c:pt>
                <c:pt idx="6168">
                  <c:v>7.9642099999999996</c:v>
                </c:pt>
                <c:pt idx="6169">
                  <c:v>8.2255699999999994</c:v>
                </c:pt>
                <c:pt idx="6170">
                  <c:v>8.3906600000000005</c:v>
                </c:pt>
                <c:pt idx="6171">
                  <c:v>8.1851099999999999</c:v>
                </c:pt>
                <c:pt idx="6172">
                  <c:v>7.93588</c:v>
                </c:pt>
                <c:pt idx="6173">
                  <c:v>7.65374</c:v>
                </c:pt>
                <c:pt idx="6174">
                  <c:v>7.4188799999999997</c:v>
                </c:pt>
                <c:pt idx="6175">
                  <c:v>7.7269800000000002</c:v>
                </c:pt>
                <c:pt idx="6176">
                  <c:v>8.1825600000000005</c:v>
                </c:pt>
                <c:pt idx="6177">
                  <c:v>8.3037200000000002</c:v>
                </c:pt>
                <c:pt idx="6178">
                  <c:v>8.1295500000000001</c:v>
                </c:pt>
                <c:pt idx="6179">
                  <c:v>7.8206100000000003</c:v>
                </c:pt>
                <c:pt idx="6180">
                  <c:v>7.4039299999999999</c:v>
                </c:pt>
                <c:pt idx="6181">
                  <c:v>7.3152499999999998</c:v>
                </c:pt>
                <c:pt idx="6182">
                  <c:v>7.1467400000000003</c:v>
                </c:pt>
                <c:pt idx="6183">
                  <c:v>6.8363399999999999</c:v>
                </c:pt>
                <c:pt idx="6184">
                  <c:v>6.8089199999999996</c:v>
                </c:pt>
                <c:pt idx="6185">
                  <c:v>6.6748399999999997</c:v>
                </c:pt>
                <c:pt idx="6186">
                  <c:v>6.57165</c:v>
                </c:pt>
                <c:pt idx="6187">
                  <c:v>6.4910699999999997</c:v>
                </c:pt>
                <c:pt idx="6188">
                  <c:v>6.0187499999999998</c:v>
                </c:pt>
                <c:pt idx="6189">
                  <c:v>5.4011100000000001</c:v>
                </c:pt>
                <c:pt idx="6190">
                  <c:v>4.9531700000000001</c:v>
                </c:pt>
                <c:pt idx="6191">
                  <c:v>4.7935600000000003</c:v>
                </c:pt>
                <c:pt idx="6192">
                  <c:v>4.67645</c:v>
                </c:pt>
                <c:pt idx="6193">
                  <c:v>4.6391299999999998</c:v>
                </c:pt>
                <c:pt idx="6194">
                  <c:v>4.31149</c:v>
                </c:pt>
                <c:pt idx="6195">
                  <c:v>3.8427199999999999</c:v>
                </c:pt>
                <c:pt idx="6196">
                  <c:v>3.5470799999999998</c:v>
                </c:pt>
                <c:pt idx="6197">
                  <c:v>3.6773699999999998</c:v>
                </c:pt>
                <c:pt idx="6198">
                  <c:v>3.5344899999999999</c:v>
                </c:pt>
                <c:pt idx="6199">
                  <c:v>3.34395</c:v>
                </c:pt>
                <c:pt idx="6200">
                  <c:v>3.2485300000000001</c:v>
                </c:pt>
                <c:pt idx="6201">
                  <c:v>3.4506600000000001</c:v>
                </c:pt>
                <c:pt idx="6202">
                  <c:v>3.8092700000000002</c:v>
                </c:pt>
                <c:pt idx="6203">
                  <c:v>3.9702199999999999</c:v>
                </c:pt>
                <c:pt idx="6204">
                  <c:v>4.2284800000000002</c:v>
                </c:pt>
                <c:pt idx="6205">
                  <c:v>4.7444899999999999</c:v>
                </c:pt>
                <c:pt idx="6206">
                  <c:v>4.9526000000000003</c:v>
                </c:pt>
                <c:pt idx="6207">
                  <c:v>4.9253099999999996</c:v>
                </c:pt>
                <c:pt idx="6208">
                  <c:v>4.6099600000000001</c:v>
                </c:pt>
                <c:pt idx="6209">
                  <c:v>4.11402</c:v>
                </c:pt>
                <c:pt idx="6210">
                  <c:v>3.7496299999999998</c:v>
                </c:pt>
                <c:pt idx="6211">
                  <c:v>3.95025</c:v>
                </c:pt>
                <c:pt idx="6212">
                  <c:v>4.1190899999999999</c:v>
                </c:pt>
                <c:pt idx="6213">
                  <c:v>4.0375300000000003</c:v>
                </c:pt>
                <c:pt idx="6214">
                  <c:v>4.3515699999999997</c:v>
                </c:pt>
                <c:pt idx="6215">
                  <c:v>4.6314799999999998</c:v>
                </c:pt>
                <c:pt idx="6216">
                  <c:v>4.4363799999999998</c:v>
                </c:pt>
                <c:pt idx="6217">
                  <c:v>4.34382</c:v>
                </c:pt>
                <c:pt idx="6218">
                  <c:v>4.5774499999999998</c:v>
                </c:pt>
                <c:pt idx="6219">
                  <c:v>4.7502000000000004</c:v>
                </c:pt>
                <c:pt idx="6220">
                  <c:v>4.8185099999999998</c:v>
                </c:pt>
                <c:pt idx="6221">
                  <c:v>4.55525</c:v>
                </c:pt>
                <c:pt idx="6222">
                  <c:v>4.1967299999999996</c:v>
                </c:pt>
                <c:pt idx="6223">
                  <c:v>3.9468899999999998</c:v>
                </c:pt>
                <c:pt idx="6224">
                  <c:v>3.9780000000000002</c:v>
                </c:pt>
                <c:pt idx="6225">
                  <c:v>3.9427500000000002</c:v>
                </c:pt>
                <c:pt idx="6226">
                  <c:v>3.9577499999999999</c:v>
                </c:pt>
                <c:pt idx="6227">
                  <c:v>4.19747</c:v>
                </c:pt>
                <c:pt idx="6228">
                  <c:v>4.2522900000000003</c:v>
                </c:pt>
                <c:pt idx="6229">
                  <c:v>4.2056699999999996</c:v>
                </c:pt>
                <c:pt idx="6230">
                  <c:v>4.32721</c:v>
                </c:pt>
                <c:pt idx="6231">
                  <c:v>4.6911399999999999</c:v>
                </c:pt>
                <c:pt idx="6232">
                  <c:v>4.5541200000000002</c:v>
                </c:pt>
                <c:pt idx="6233">
                  <c:v>4.1722700000000001</c:v>
                </c:pt>
                <c:pt idx="6234">
                  <c:v>3.98156</c:v>
                </c:pt>
                <c:pt idx="6235">
                  <c:v>3.7127400000000002</c:v>
                </c:pt>
                <c:pt idx="6236">
                  <c:v>3.476</c:v>
                </c:pt>
                <c:pt idx="6237">
                  <c:v>3.16113</c:v>
                </c:pt>
                <c:pt idx="6238">
                  <c:v>2.84978</c:v>
                </c:pt>
                <c:pt idx="6239">
                  <c:v>2.9487299999999999</c:v>
                </c:pt>
                <c:pt idx="6240">
                  <c:v>3.1158999999999999</c:v>
                </c:pt>
                <c:pt idx="6241">
                  <c:v>3.4331700000000001</c:v>
                </c:pt>
                <c:pt idx="6242">
                  <c:v>3.7970799999999998</c:v>
                </c:pt>
                <c:pt idx="6243">
                  <c:v>3.74797</c:v>
                </c:pt>
                <c:pt idx="6244">
                  <c:v>3.6060599999999998</c:v>
                </c:pt>
                <c:pt idx="6245">
                  <c:v>3.4358200000000001</c:v>
                </c:pt>
                <c:pt idx="6246">
                  <c:v>3.3826399999999999</c:v>
                </c:pt>
                <c:pt idx="6247">
                  <c:v>3.3891900000000001</c:v>
                </c:pt>
                <c:pt idx="6248">
                  <c:v>3.6575199999999999</c:v>
                </c:pt>
                <c:pt idx="6249">
                  <c:v>4.0209200000000003</c:v>
                </c:pt>
                <c:pt idx="6250">
                  <c:v>3.9426700000000001</c:v>
                </c:pt>
                <c:pt idx="6251">
                  <c:v>3.7090999999999998</c:v>
                </c:pt>
                <c:pt idx="6252">
                  <c:v>3.6517400000000002</c:v>
                </c:pt>
                <c:pt idx="6253">
                  <c:v>3.6943600000000001</c:v>
                </c:pt>
                <c:pt idx="6254">
                  <c:v>3.7410299999999999</c:v>
                </c:pt>
                <c:pt idx="6255">
                  <c:v>3.8262100000000001</c:v>
                </c:pt>
                <c:pt idx="6256">
                  <c:v>4.09422</c:v>
                </c:pt>
                <c:pt idx="6257">
                  <c:v>4.1398299999999999</c:v>
                </c:pt>
                <c:pt idx="6258">
                  <c:v>4.3628099999999996</c:v>
                </c:pt>
                <c:pt idx="6259">
                  <c:v>4.4706900000000003</c:v>
                </c:pt>
                <c:pt idx="6260">
                  <c:v>4.4989800000000004</c:v>
                </c:pt>
                <c:pt idx="6261">
                  <c:v>4.6584599999999998</c:v>
                </c:pt>
                <c:pt idx="6262">
                  <c:v>4.9954400000000003</c:v>
                </c:pt>
                <c:pt idx="6263">
                  <c:v>5.1634700000000002</c:v>
                </c:pt>
                <c:pt idx="6264">
                  <c:v>5.0791500000000003</c:v>
                </c:pt>
                <c:pt idx="6265">
                  <c:v>5.4276099999999996</c:v>
                </c:pt>
                <c:pt idx="6266">
                  <c:v>5.8735799999999996</c:v>
                </c:pt>
                <c:pt idx="6267">
                  <c:v>6.4352999999999998</c:v>
                </c:pt>
                <c:pt idx="6268">
                  <c:v>6.87317</c:v>
                </c:pt>
                <c:pt idx="6269">
                  <c:v>7.3902999999999999</c:v>
                </c:pt>
                <c:pt idx="6270">
                  <c:v>7.5721299999999996</c:v>
                </c:pt>
                <c:pt idx="6271">
                  <c:v>7.47675</c:v>
                </c:pt>
                <c:pt idx="6272">
                  <c:v>7.2207699999999999</c:v>
                </c:pt>
                <c:pt idx="6273">
                  <c:v>6.84124</c:v>
                </c:pt>
                <c:pt idx="6274">
                  <c:v>6.6369899999999999</c:v>
                </c:pt>
                <c:pt idx="6275">
                  <c:v>6.1734400000000003</c:v>
                </c:pt>
                <c:pt idx="6276">
                  <c:v>5.5382800000000003</c:v>
                </c:pt>
                <c:pt idx="6277">
                  <c:v>5.07592</c:v>
                </c:pt>
                <c:pt idx="6278">
                  <c:v>4.6435399999999998</c:v>
                </c:pt>
                <c:pt idx="6279">
                  <c:v>4.5151899999999996</c:v>
                </c:pt>
                <c:pt idx="6280">
                  <c:v>4.4732399999999997</c:v>
                </c:pt>
                <c:pt idx="6281">
                  <c:v>4.6601699999999999</c:v>
                </c:pt>
                <c:pt idx="6282">
                  <c:v>4.9211999999999998</c:v>
                </c:pt>
                <c:pt idx="6283">
                  <c:v>5.0210299999999997</c:v>
                </c:pt>
                <c:pt idx="6284">
                  <c:v>5.0063500000000003</c:v>
                </c:pt>
                <c:pt idx="6285">
                  <c:v>5.0903400000000003</c:v>
                </c:pt>
                <c:pt idx="6286">
                  <c:v>5.0290400000000002</c:v>
                </c:pt>
                <c:pt idx="6287">
                  <c:v>5.0676100000000002</c:v>
                </c:pt>
                <c:pt idx="6288">
                  <c:v>5.3879299999999999</c:v>
                </c:pt>
                <c:pt idx="6289">
                  <c:v>5.4571399999999999</c:v>
                </c:pt>
                <c:pt idx="6290">
                  <c:v>5.3962399999999997</c:v>
                </c:pt>
                <c:pt idx="6291">
                  <c:v>5.2508499999999998</c:v>
                </c:pt>
                <c:pt idx="6292">
                  <c:v>5.1354600000000001</c:v>
                </c:pt>
                <c:pt idx="6293">
                  <c:v>4.79575</c:v>
                </c:pt>
                <c:pt idx="6294">
                  <c:v>4.4468500000000004</c:v>
                </c:pt>
                <c:pt idx="6295">
                  <c:v>4.3089399999999998</c:v>
                </c:pt>
                <c:pt idx="6296">
                  <c:v>4.3767500000000004</c:v>
                </c:pt>
                <c:pt idx="6297">
                  <c:v>4.3127399999999998</c:v>
                </c:pt>
                <c:pt idx="6298">
                  <c:v>4.0626600000000002</c:v>
                </c:pt>
                <c:pt idx="6299">
                  <c:v>4.0125099999999998</c:v>
                </c:pt>
                <c:pt idx="6300">
                  <c:v>4.2750300000000001</c:v>
                </c:pt>
                <c:pt idx="6301">
                  <c:v>4.9242699999999999</c:v>
                </c:pt>
                <c:pt idx="6302">
                  <c:v>5.3558300000000001</c:v>
                </c:pt>
                <c:pt idx="6303">
                  <c:v>5.4709300000000001</c:v>
                </c:pt>
                <c:pt idx="6304">
                  <c:v>5.5381299999999998</c:v>
                </c:pt>
                <c:pt idx="6305">
                  <c:v>5.5258000000000003</c:v>
                </c:pt>
                <c:pt idx="6306">
                  <c:v>5.5657300000000003</c:v>
                </c:pt>
                <c:pt idx="6307">
                  <c:v>5.4934500000000002</c:v>
                </c:pt>
                <c:pt idx="6308">
                  <c:v>5.1694100000000001</c:v>
                </c:pt>
                <c:pt idx="6309">
                  <c:v>5.0130499999999998</c:v>
                </c:pt>
                <c:pt idx="6310">
                  <c:v>5.14717</c:v>
                </c:pt>
                <c:pt idx="6311">
                  <c:v>4.8540700000000001</c:v>
                </c:pt>
                <c:pt idx="6312">
                  <c:v>4.34659</c:v>
                </c:pt>
                <c:pt idx="6313">
                  <c:v>4.2117899999999997</c:v>
                </c:pt>
                <c:pt idx="6314">
                  <c:v>4.3736499999999996</c:v>
                </c:pt>
                <c:pt idx="6315">
                  <c:v>4.5001300000000004</c:v>
                </c:pt>
                <c:pt idx="6316">
                  <c:v>4.5377400000000003</c:v>
                </c:pt>
                <c:pt idx="6317">
                  <c:v>4.7287299999999997</c:v>
                </c:pt>
                <c:pt idx="6318">
                  <c:v>4.9533899999999997</c:v>
                </c:pt>
                <c:pt idx="6319">
                  <c:v>5.0154300000000003</c:v>
                </c:pt>
                <c:pt idx="6320">
                  <c:v>4.8763800000000002</c:v>
                </c:pt>
                <c:pt idx="6321">
                  <c:v>4.8041700000000001</c:v>
                </c:pt>
                <c:pt idx="6322">
                  <c:v>4.9937399999999998</c:v>
                </c:pt>
                <c:pt idx="6323">
                  <c:v>4.8079999999999998</c:v>
                </c:pt>
                <c:pt idx="6324">
                  <c:v>4.2174100000000001</c:v>
                </c:pt>
                <c:pt idx="6325">
                  <c:v>4.0431100000000004</c:v>
                </c:pt>
                <c:pt idx="6326">
                  <c:v>4.1111500000000003</c:v>
                </c:pt>
                <c:pt idx="6327">
                  <c:v>3.9626700000000001</c:v>
                </c:pt>
                <c:pt idx="6328">
                  <c:v>3.7656800000000001</c:v>
                </c:pt>
                <c:pt idx="6329">
                  <c:v>3.5767099999999998</c:v>
                </c:pt>
                <c:pt idx="6330">
                  <c:v>3.4781</c:v>
                </c:pt>
                <c:pt idx="6331">
                  <c:v>3.91621</c:v>
                </c:pt>
                <c:pt idx="6332">
                  <c:v>4.1800600000000001</c:v>
                </c:pt>
                <c:pt idx="6333">
                  <c:v>4.2083199999999996</c:v>
                </c:pt>
                <c:pt idx="6334">
                  <c:v>4.1340599999999998</c:v>
                </c:pt>
                <c:pt idx="6335">
                  <c:v>4.0469200000000001</c:v>
                </c:pt>
                <c:pt idx="6336">
                  <c:v>4.1796199999999999</c:v>
                </c:pt>
                <c:pt idx="6337">
                  <c:v>4.3258799999999997</c:v>
                </c:pt>
                <c:pt idx="6338">
                  <c:v>4.0142800000000003</c:v>
                </c:pt>
                <c:pt idx="6339">
                  <c:v>3.5944699999999998</c:v>
                </c:pt>
                <c:pt idx="6340">
                  <c:v>3.5369700000000002</c:v>
                </c:pt>
                <c:pt idx="6341">
                  <c:v>3.4012699999999998</c:v>
                </c:pt>
                <c:pt idx="6342">
                  <c:v>3.5200900000000002</c:v>
                </c:pt>
                <c:pt idx="6343">
                  <c:v>3.9033699999999998</c:v>
                </c:pt>
                <c:pt idx="6344">
                  <c:v>3.9901399999999998</c:v>
                </c:pt>
                <c:pt idx="6345">
                  <c:v>3.9285199999999998</c:v>
                </c:pt>
                <c:pt idx="6346">
                  <c:v>3.9212899999999999</c:v>
                </c:pt>
                <c:pt idx="6347">
                  <c:v>3.7629800000000002</c:v>
                </c:pt>
                <c:pt idx="6348">
                  <c:v>3.4932699999999999</c:v>
                </c:pt>
                <c:pt idx="6349">
                  <c:v>3.3429500000000001</c:v>
                </c:pt>
                <c:pt idx="6350">
                  <c:v>3.1866099999999999</c:v>
                </c:pt>
                <c:pt idx="6351">
                  <c:v>3.2264499999999998</c:v>
                </c:pt>
                <c:pt idx="6352">
                  <c:v>3.2736100000000001</c:v>
                </c:pt>
                <c:pt idx="6353">
                  <c:v>2.8441399999999999</c:v>
                </c:pt>
                <c:pt idx="6354">
                  <c:v>2.6899799999999998</c:v>
                </c:pt>
                <c:pt idx="6355">
                  <c:v>2.9905300000000001</c:v>
                </c:pt>
                <c:pt idx="6356">
                  <c:v>3.2907199999999999</c:v>
                </c:pt>
                <c:pt idx="6357">
                  <c:v>3.2327900000000001</c:v>
                </c:pt>
                <c:pt idx="6358">
                  <c:v>3.081</c:v>
                </c:pt>
                <c:pt idx="6359">
                  <c:v>3.2705799999999998</c:v>
                </c:pt>
                <c:pt idx="6360">
                  <c:v>3.7553100000000001</c:v>
                </c:pt>
                <c:pt idx="6361">
                  <c:v>3.9307300000000001</c:v>
                </c:pt>
                <c:pt idx="6362">
                  <c:v>4.0137600000000004</c:v>
                </c:pt>
                <c:pt idx="6363">
                  <c:v>4.1794200000000004</c:v>
                </c:pt>
                <c:pt idx="6364">
                  <c:v>3.86652</c:v>
                </c:pt>
                <c:pt idx="6365">
                  <c:v>3.6810999999999998</c:v>
                </c:pt>
                <c:pt idx="6366">
                  <c:v>3.8422100000000001</c:v>
                </c:pt>
                <c:pt idx="6367">
                  <c:v>4.0058699999999998</c:v>
                </c:pt>
                <c:pt idx="6368">
                  <c:v>4.4012200000000004</c:v>
                </c:pt>
                <c:pt idx="6369">
                  <c:v>4.6986699999999999</c:v>
                </c:pt>
                <c:pt idx="6370">
                  <c:v>4.8449099999999996</c:v>
                </c:pt>
                <c:pt idx="6371">
                  <c:v>4.7707800000000002</c:v>
                </c:pt>
                <c:pt idx="6372">
                  <c:v>4.5184300000000004</c:v>
                </c:pt>
                <c:pt idx="6373">
                  <c:v>4.33277</c:v>
                </c:pt>
                <c:pt idx="6374">
                  <c:v>4.44252</c:v>
                </c:pt>
                <c:pt idx="6375">
                  <c:v>4.51213</c:v>
                </c:pt>
                <c:pt idx="6376">
                  <c:v>4.9004899999999996</c:v>
                </c:pt>
                <c:pt idx="6377">
                  <c:v>5.4350699999999996</c:v>
                </c:pt>
                <c:pt idx="6378">
                  <c:v>5.8399900000000002</c:v>
                </c:pt>
                <c:pt idx="6379">
                  <c:v>6.1248300000000002</c:v>
                </c:pt>
                <c:pt idx="6380">
                  <c:v>6.7553900000000002</c:v>
                </c:pt>
                <c:pt idx="6381">
                  <c:v>7.80471</c:v>
                </c:pt>
                <c:pt idx="6382">
                  <c:v>8.7366399999999995</c:v>
                </c:pt>
                <c:pt idx="6383">
                  <c:v>8.9017900000000001</c:v>
                </c:pt>
                <c:pt idx="6384">
                  <c:v>8.65991</c:v>
                </c:pt>
                <c:pt idx="6385">
                  <c:v>8.2314699999999998</c:v>
                </c:pt>
                <c:pt idx="6386">
                  <c:v>7.9546299999999999</c:v>
                </c:pt>
                <c:pt idx="6387">
                  <c:v>8.0603200000000008</c:v>
                </c:pt>
                <c:pt idx="6388">
                  <c:v>8.4313699999999994</c:v>
                </c:pt>
                <c:pt idx="6389">
                  <c:v>8.6689100000000003</c:v>
                </c:pt>
                <c:pt idx="6390">
                  <c:v>8.7135499999999997</c:v>
                </c:pt>
                <c:pt idx="6391">
                  <c:v>8.2317199999999993</c:v>
                </c:pt>
                <c:pt idx="6392">
                  <c:v>7.2829600000000001</c:v>
                </c:pt>
                <c:pt idx="6393">
                  <c:v>6.3870800000000001</c:v>
                </c:pt>
                <c:pt idx="6394">
                  <c:v>5.6571699999999998</c:v>
                </c:pt>
                <c:pt idx="6395">
                  <c:v>5.1659499999999996</c:v>
                </c:pt>
                <c:pt idx="6396">
                  <c:v>4.6950099999999999</c:v>
                </c:pt>
                <c:pt idx="6397">
                  <c:v>4.2877999999999998</c:v>
                </c:pt>
                <c:pt idx="6398">
                  <c:v>4.2056199999999997</c:v>
                </c:pt>
                <c:pt idx="6399">
                  <c:v>4.1226799999999999</c:v>
                </c:pt>
                <c:pt idx="6400">
                  <c:v>4.2049300000000001</c:v>
                </c:pt>
                <c:pt idx="6401">
                  <c:v>4.0274999999999999</c:v>
                </c:pt>
                <c:pt idx="6402">
                  <c:v>3.8414199999999998</c:v>
                </c:pt>
                <c:pt idx="6403">
                  <c:v>3.87574</c:v>
                </c:pt>
                <c:pt idx="6404">
                  <c:v>3.7024900000000001</c:v>
                </c:pt>
                <c:pt idx="6405">
                  <c:v>3.63151</c:v>
                </c:pt>
                <c:pt idx="6406">
                  <c:v>3.6322999999999999</c:v>
                </c:pt>
                <c:pt idx="6407">
                  <c:v>3.4765000000000001</c:v>
                </c:pt>
                <c:pt idx="6408">
                  <c:v>3.0506700000000002</c:v>
                </c:pt>
                <c:pt idx="6409">
                  <c:v>2.9727299999999999</c:v>
                </c:pt>
                <c:pt idx="6410">
                  <c:v>3.0637599999999998</c:v>
                </c:pt>
                <c:pt idx="6411">
                  <c:v>2.9928699999999999</c:v>
                </c:pt>
                <c:pt idx="6412">
                  <c:v>2.96394</c:v>
                </c:pt>
                <c:pt idx="6413">
                  <c:v>3.3758300000000001</c:v>
                </c:pt>
                <c:pt idx="6414">
                  <c:v>3.7943799999999999</c:v>
                </c:pt>
                <c:pt idx="6415">
                  <c:v>3.75942</c:v>
                </c:pt>
                <c:pt idx="6416">
                  <c:v>3.6762899999999998</c:v>
                </c:pt>
                <c:pt idx="6417">
                  <c:v>3.7568800000000002</c:v>
                </c:pt>
                <c:pt idx="6418">
                  <c:v>3.85364</c:v>
                </c:pt>
                <c:pt idx="6419">
                  <c:v>4.1196900000000003</c:v>
                </c:pt>
                <c:pt idx="6420">
                  <c:v>4.2835999999999999</c:v>
                </c:pt>
                <c:pt idx="6421">
                  <c:v>4.6395</c:v>
                </c:pt>
                <c:pt idx="6422">
                  <c:v>4.8753799999999998</c:v>
                </c:pt>
                <c:pt idx="6423">
                  <c:v>4.7061999999999999</c:v>
                </c:pt>
                <c:pt idx="6424">
                  <c:v>4.11191</c:v>
                </c:pt>
                <c:pt idx="6425">
                  <c:v>3.4495499999999999</c:v>
                </c:pt>
                <c:pt idx="6426">
                  <c:v>3.3978899999999999</c:v>
                </c:pt>
                <c:pt idx="6427">
                  <c:v>3.78166</c:v>
                </c:pt>
                <c:pt idx="6428">
                  <c:v>3.7188599999999998</c:v>
                </c:pt>
                <c:pt idx="6429">
                  <c:v>3.2214700000000001</c:v>
                </c:pt>
                <c:pt idx="6430">
                  <c:v>2.6215700000000002</c:v>
                </c:pt>
                <c:pt idx="6431">
                  <c:v>2.4939499999999999</c:v>
                </c:pt>
                <c:pt idx="6432">
                  <c:v>2.5289299999999999</c:v>
                </c:pt>
                <c:pt idx="6433">
                  <c:v>2.50101</c:v>
                </c:pt>
                <c:pt idx="6434">
                  <c:v>2.7110500000000002</c:v>
                </c:pt>
                <c:pt idx="6435">
                  <c:v>2.9876200000000002</c:v>
                </c:pt>
                <c:pt idx="6436">
                  <c:v>3.2577400000000001</c:v>
                </c:pt>
                <c:pt idx="6437">
                  <c:v>3.3489</c:v>
                </c:pt>
                <c:pt idx="6438">
                  <c:v>3.5315799999999999</c:v>
                </c:pt>
                <c:pt idx="6439">
                  <c:v>3.83657</c:v>
                </c:pt>
                <c:pt idx="6440">
                  <c:v>3.9214799999999999</c:v>
                </c:pt>
                <c:pt idx="6441">
                  <c:v>3.66194</c:v>
                </c:pt>
                <c:pt idx="6442">
                  <c:v>3.8738800000000002</c:v>
                </c:pt>
                <c:pt idx="6443">
                  <c:v>4.3293200000000001</c:v>
                </c:pt>
                <c:pt idx="6444">
                  <c:v>4.4380699999999997</c:v>
                </c:pt>
                <c:pt idx="6445">
                  <c:v>4.2563300000000002</c:v>
                </c:pt>
                <c:pt idx="6446">
                  <c:v>4.0237800000000004</c:v>
                </c:pt>
                <c:pt idx="6447">
                  <c:v>4.1503399999999999</c:v>
                </c:pt>
                <c:pt idx="6448">
                  <c:v>4.38279</c:v>
                </c:pt>
                <c:pt idx="6449">
                  <c:v>4.2545700000000002</c:v>
                </c:pt>
                <c:pt idx="6450">
                  <c:v>3.8609300000000002</c:v>
                </c:pt>
                <c:pt idx="6451">
                  <c:v>3.45553</c:v>
                </c:pt>
                <c:pt idx="6452">
                  <c:v>3.6315200000000001</c:v>
                </c:pt>
                <c:pt idx="6453">
                  <c:v>4.2253400000000001</c:v>
                </c:pt>
                <c:pt idx="6454">
                  <c:v>4.3418099999999997</c:v>
                </c:pt>
                <c:pt idx="6455">
                  <c:v>4.4078999999999997</c:v>
                </c:pt>
                <c:pt idx="6456">
                  <c:v>4.4027500000000002</c:v>
                </c:pt>
                <c:pt idx="6457">
                  <c:v>4.3182999999999998</c:v>
                </c:pt>
                <c:pt idx="6458">
                  <c:v>4.5379500000000004</c:v>
                </c:pt>
                <c:pt idx="6459">
                  <c:v>4.6612200000000001</c:v>
                </c:pt>
                <c:pt idx="6460">
                  <c:v>4.5854400000000002</c:v>
                </c:pt>
                <c:pt idx="6461">
                  <c:v>4.6791499999999999</c:v>
                </c:pt>
                <c:pt idx="6462">
                  <c:v>4.8239099999999997</c:v>
                </c:pt>
                <c:pt idx="6463">
                  <c:v>5.1743199999999998</c:v>
                </c:pt>
                <c:pt idx="6464">
                  <c:v>4.9165900000000002</c:v>
                </c:pt>
                <c:pt idx="6465">
                  <c:v>4.3599199999999998</c:v>
                </c:pt>
                <c:pt idx="6466">
                  <c:v>4.2082199999999998</c:v>
                </c:pt>
                <c:pt idx="6467">
                  <c:v>3.95838</c:v>
                </c:pt>
                <c:pt idx="6468">
                  <c:v>3.8372299999999999</c:v>
                </c:pt>
                <c:pt idx="6469">
                  <c:v>3.9050699999999998</c:v>
                </c:pt>
                <c:pt idx="6470">
                  <c:v>3.88889</c:v>
                </c:pt>
                <c:pt idx="6471">
                  <c:v>3.6513100000000001</c:v>
                </c:pt>
                <c:pt idx="6472">
                  <c:v>3.7222599999999999</c:v>
                </c:pt>
                <c:pt idx="6473">
                  <c:v>3.6581700000000001</c:v>
                </c:pt>
                <c:pt idx="6474">
                  <c:v>3.1804700000000001</c:v>
                </c:pt>
                <c:pt idx="6475">
                  <c:v>2.9227699999999999</c:v>
                </c:pt>
                <c:pt idx="6476">
                  <c:v>2.6277300000000001</c:v>
                </c:pt>
                <c:pt idx="6477">
                  <c:v>2.5189499999999998</c:v>
                </c:pt>
                <c:pt idx="6478">
                  <c:v>2.5402200000000001</c:v>
                </c:pt>
                <c:pt idx="6479">
                  <c:v>2.71828</c:v>
                </c:pt>
                <c:pt idx="6480">
                  <c:v>2.9458799999999998</c:v>
                </c:pt>
                <c:pt idx="6481">
                  <c:v>3.00773</c:v>
                </c:pt>
                <c:pt idx="6482">
                  <c:v>3.01328</c:v>
                </c:pt>
                <c:pt idx="6483">
                  <c:v>3.31792</c:v>
                </c:pt>
                <c:pt idx="6484">
                  <c:v>3.4439899999999999</c:v>
                </c:pt>
                <c:pt idx="6485">
                  <c:v>3.5254300000000001</c:v>
                </c:pt>
                <c:pt idx="6486">
                  <c:v>3.6254900000000001</c:v>
                </c:pt>
                <c:pt idx="6487">
                  <c:v>3.38123</c:v>
                </c:pt>
                <c:pt idx="6488">
                  <c:v>3.0448</c:v>
                </c:pt>
                <c:pt idx="6489">
                  <c:v>2.6614300000000002</c:v>
                </c:pt>
                <c:pt idx="6490">
                  <c:v>2.4066100000000001</c:v>
                </c:pt>
                <c:pt idx="6491">
                  <c:v>2.2733500000000002</c:v>
                </c:pt>
                <c:pt idx="6492">
                  <c:v>2.38028</c:v>
                </c:pt>
                <c:pt idx="6493">
                  <c:v>2.7073900000000002</c:v>
                </c:pt>
                <c:pt idx="6494">
                  <c:v>2.8835500000000001</c:v>
                </c:pt>
                <c:pt idx="6495">
                  <c:v>3.0072999999999999</c:v>
                </c:pt>
                <c:pt idx="6496">
                  <c:v>3.24986</c:v>
                </c:pt>
                <c:pt idx="6497">
                  <c:v>3.4902099999999998</c:v>
                </c:pt>
                <c:pt idx="6498">
                  <c:v>3.6406999999999998</c:v>
                </c:pt>
                <c:pt idx="6499">
                  <c:v>3.7236199999999999</c:v>
                </c:pt>
                <c:pt idx="6500">
                  <c:v>3.7602099999999998</c:v>
                </c:pt>
                <c:pt idx="6501">
                  <c:v>3.69278</c:v>
                </c:pt>
                <c:pt idx="6502">
                  <c:v>3.4333999999999998</c:v>
                </c:pt>
                <c:pt idx="6503">
                  <c:v>3.0131000000000001</c:v>
                </c:pt>
                <c:pt idx="6504">
                  <c:v>2.8078799999999999</c:v>
                </c:pt>
                <c:pt idx="6505">
                  <c:v>2.9611800000000001</c:v>
                </c:pt>
                <c:pt idx="6506">
                  <c:v>3.30776</c:v>
                </c:pt>
                <c:pt idx="6507">
                  <c:v>3.3224300000000002</c:v>
                </c:pt>
                <c:pt idx="6508">
                  <c:v>3.3332299999999999</c:v>
                </c:pt>
                <c:pt idx="6509">
                  <c:v>3.7641800000000001</c:v>
                </c:pt>
                <c:pt idx="6510">
                  <c:v>3.9638</c:v>
                </c:pt>
                <c:pt idx="6511">
                  <c:v>3.75806</c:v>
                </c:pt>
                <c:pt idx="6512">
                  <c:v>3.6399900000000001</c:v>
                </c:pt>
                <c:pt idx="6513">
                  <c:v>3.5481500000000001</c:v>
                </c:pt>
                <c:pt idx="6514">
                  <c:v>3.51553</c:v>
                </c:pt>
                <c:pt idx="6515">
                  <c:v>3.5280300000000002</c:v>
                </c:pt>
                <c:pt idx="6516">
                  <c:v>3.5913499999999998</c:v>
                </c:pt>
                <c:pt idx="6517">
                  <c:v>3.7258599999999999</c:v>
                </c:pt>
                <c:pt idx="6518">
                  <c:v>3.9640399999999998</c:v>
                </c:pt>
                <c:pt idx="6519">
                  <c:v>4.0890500000000003</c:v>
                </c:pt>
                <c:pt idx="6520">
                  <c:v>4.5252699999999999</c:v>
                </c:pt>
                <c:pt idx="6521">
                  <c:v>4.7971599999999999</c:v>
                </c:pt>
                <c:pt idx="6522">
                  <c:v>5.2934700000000001</c:v>
                </c:pt>
                <c:pt idx="6523">
                  <c:v>6.0475500000000002</c:v>
                </c:pt>
                <c:pt idx="6524">
                  <c:v>6.9489000000000001</c:v>
                </c:pt>
                <c:pt idx="6525">
                  <c:v>7.6937199999999999</c:v>
                </c:pt>
                <c:pt idx="6526">
                  <c:v>8.0612100000000009</c:v>
                </c:pt>
                <c:pt idx="6527">
                  <c:v>8.3872099999999996</c:v>
                </c:pt>
                <c:pt idx="6528">
                  <c:v>8.3611199999999997</c:v>
                </c:pt>
                <c:pt idx="6529">
                  <c:v>8.1673600000000004</c:v>
                </c:pt>
                <c:pt idx="6530">
                  <c:v>7.8845799999999997</c:v>
                </c:pt>
                <c:pt idx="6531">
                  <c:v>7.9478999999999997</c:v>
                </c:pt>
                <c:pt idx="6532">
                  <c:v>8.2240900000000003</c:v>
                </c:pt>
                <c:pt idx="6533">
                  <c:v>8.1889800000000008</c:v>
                </c:pt>
                <c:pt idx="6534">
                  <c:v>8.0384799999999998</c:v>
                </c:pt>
                <c:pt idx="6535">
                  <c:v>7.7049700000000003</c:v>
                </c:pt>
                <c:pt idx="6536">
                  <c:v>7.11097</c:v>
                </c:pt>
                <c:pt idx="6537">
                  <c:v>6.5469799999999996</c:v>
                </c:pt>
                <c:pt idx="6538">
                  <c:v>5.5768700000000004</c:v>
                </c:pt>
                <c:pt idx="6539">
                  <c:v>4.8023999999999996</c:v>
                </c:pt>
                <c:pt idx="6540">
                  <c:v>4.2376800000000001</c:v>
                </c:pt>
                <c:pt idx="6541">
                  <c:v>3.60798</c:v>
                </c:pt>
                <c:pt idx="6542">
                  <c:v>3.7826</c:v>
                </c:pt>
                <c:pt idx="6543">
                  <c:v>4.0048700000000004</c:v>
                </c:pt>
                <c:pt idx="6544">
                  <c:v>3.7841</c:v>
                </c:pt>
                <c:pt idx="6545">
                  <c:v>3.7519300000000002</c:v>
                </c:pt>
                <c:pt idx="6546">
                  <c:v>3.9412199999999999</c:v>
                </c:pt>
                <c:pt idx="6547">
                  <c:v>3.8329300000000002</c:v>
                </c:pt>
                <c:pt idx="6548">
                  <c:v>3.5514199999999998</c:v>
                </c:pt>
                <c:pt idx="6549">
                  <c:v>3.6888299999999998</c:v>
                </c:pt>
                <c:pt idx="6550">
                  <c:v>3.7610899999999998</c:v>
                </c:pt>
                <c:pt idx="6551">
                  <c:v>3.7733300000000001</c:v>
                </c:pt>
                <c:pt idx="6552">
                  <c:v>3.8586200000000002</c:v>
                </c:pt>
                <c:pt idx="6553">
                  <c:v>4.1996799999999999</c:v>
                </c:pt>
                <c:pt idx="6554">
                  <c:v>4.4681800000000003</c:v>
                </c:pt>
                <c:pt idx="6555">
                  <c:v>4.47729</c:v>
                </c:pt>
                <c:pt idx="6556">
                  <c:v>4.7797000000000001</c:v>
                </c:pt>
                <c:pt idx="6557">
                  <c:v>4.9187500000000002</c:v>
                </c:pt>
                <c:pt idx="6558">
                  <c:v>4.5113200000000004</c:v>
                </c:pt>
                <c:pt idx="6559">
                  <c:v>4.1007999999999996</c:v>
                </c:pt>
                <c:pt idx="6560">
                  <c:v>3.9462899999999999</c:v>
                </c:pt>
                <c:pt idx="6561">
                  <c:v>3.6758000000000002</c:v>
                </c:pt>
                <c:pt idx="6562">
                  <c:v>3.3664900000000002</c:v>
                </c:pt>
                <c:pt idx="6563">
                  <c:v>3.2621500000000001</c:v>
                </c:pt>
                <c:pt idx="6564">
                  <c:v>3.2859699999999998</c:v>
                </c:pt>
                <c:pt idx="6565">
                  <c:v>3.24966</c:v>
                </c:pt>
                <c:pt idx="6566">
                  <c:v>3.0508299999999999</c:v>
                </c:pt>
                <c:pt idx="6567">
                  <c:v>3.2990400000000002</c:v>
                </c:pt>
                <c:pt idx="6568">
                  <c:v>3.77989</c:v>
                </c:pt>
                <c:pt idx="6569">
                  <c:v>3.80857</c:v>
                </c:pt>
                <c:pt idx="6570">
                  <c:v>3.7494399999999999</c:v>
                </c:pt>
                <c:pt idx="6571">
                  <c:v>3.8085599999999999</c:v>
                </c:pt>
                <c:pt idx="6572">
                  <c:v>4.0257199999999997</c:v>
                </c:pt>
                <c:pt idx="6573">
                  <c:v>4.0102500000000001</c:v>
                </c:pt>
                <c:pt idx="6574">
                  <c:v>3.8173499999999998</c:v>
                </c:pt>
                <c:pt idx="6575">
                  <c:v>3.6540400000000002</c:v>
                </c:pt>
                <c:pt idx="6576">
                  <c:v>3.40937</c:v>
                </c:pt>
                <c:pt idx="6577">
                  <c:v>3.1705299999999998</c:v>
                </c:pt>
                <c:pt idx="6578">
                  <c:v>2.91662</c:v>
                </c:pt>
                <c:pt idx="6579">
                  <c:v>3.0250699999999999</c:v>
                </c:pt>
                <c:pt idx="6580">
                  <c:v>3.28186</c:v>
                </c:pt>
                <c:pt idx="6581">
                  <c:v>3.7033900000000002</c:v>
                </c:pt>
                <c:pt idx="6582">
                  <c:v>3.7494900000000002</c:v>
                </c:pt>
                <c:pt idx="6583">
                  <c:v>3.6355900000000001</c:v>
                </c:pt>
                <c:pt idx="6584">
                  <c:v>3.3170500000000001</c:v>
                </c:pt>
                <c:pt idx="6585">
                  <c:v>3.28226</c:v>
                </c:pt>
                <c:pt idx="6586">
                  <c:v>3.66466</c:v>
                </c:pt>
                <c:pt idx="6587">
                  <c:v>3.94502</c:v>
                </c:pt>
                <c:pt idx="6588">
                  <c:v>4.1011199999999999</c:v>
                </c:pt>
                <c:pt idx="6589">
                  <c:v>4.3423999999999996</c:v>
                </c:pt>
                <c:pt idx="6590">
                  <c:v>4.3091999999999997</c:v>
                </c:pt>
                <c:pt idx="6591">
                  <c:v>3.9930599999999998</c:v>
                </c:pt>
                <c:pt idx="6592">
                  <c:v>4.1264700000000003</c:v>
                </c:pt>
                <c:pt idx="6593">
                  <c:v>4.4754699999999996</c:v>
                </c:pt>
                <c:pt idx="6594">
                  <c:v>4.7419700000000002</c:v>
                </c:pt>
                <c:pt idx="6595">
                  <c:v>4.8637199999999998</c:v>
                </c:pt>
                <c:pt idx="6596">
                  <c:v>4.7619499999999997</c:v>
                </c:pt>
                <c:pt idx="6597">
                  <c:v>4.6911500000000004</c:v>
                </c:pt>
                <c:pt idx="6598">
                  <c:v>4.7497299999999996</c:v>
                </c:pt>
                <c:pt idx="6599">
                  <c:v>4.9159300000000004</c:v>
                </c:pt>
                <c:pt idx="6600">
                  <c:v>4.9984700000000002</c:v>
                </c:pt>
                <c:pt idx="6601">
                  <c:v>4.9145000000000003</c:v>
                </c:pt>
                <c:pt idx="6602">
                  <c:v>4.6177099999999998</c:v>
                </c:pt>
                <c:pt idx="6603">
                  <c:v>4.1970299999999998</c:v>
                </c:pt>
                <c:pt idx="6604">
                  <c:v>3.8132799999999998</c:v>
                </c:pt>
                <c:pt idx="6605">
                  <c:v>3.6017999999999999</c:v>
                </c:pt>
                <c:pt idx="6606">
                  <c:v>3.7546599999999999</c:v>
                </c:pt>
                <c:pt idx="6607">
                  <c:v>3.7849499999999998</c:v>
                </c:pt>
                <c:pt idx="6608">
                  <c:v>3.8438599999999998</c:v>
                </c:pt>
                <c:pt idx="6609">
                  <c:v>4.0380900000000004</c:v>
                </c:pt>
                <c:pt idx="6610">
                  <c:v>3.8510800000000001</c:v>
                </c:pt>
                <c:pt idx="6611">
                  <c:v>3.4885000000000002</c:v>
                </c:pt>
                <c:pt idx="6612">
                  <c:v>3.50068</c:v>
                </c:pt>
                <c:pt idx="6613">
                  <c:v>3.9121899999999998</c:v>
                </c:pt>
                <c:pt idx="6614">
                  <c:v>3.71231</c:v>
                </c:pt>
                <c:pt idx="6615">
                  <c:v>3.3627799999999999</c:v>
                </c:pt>
                <c:pt idx="6616">
                  <c:v>3.3247300000000002</c:v>
                </c:pt>
                <c:pt idx="6617">
                  <c:v>3.42781</c:v>
                </c:pt>
                <c:pt idx="6618">
                  <c:v>3.5510899999999999</c:v>
                </c:pt>
                <c:pt idx="6619">
                  <c:v>3.7212399999999999</c:v>
                </c:pt>
                <c:pt idx="6620">
                  <c:v>3.8212199999999998</c:v>
                </c:pt>
                <c:pt idx="6621">
                  <c:v>3.7555200000000002</c:v>
                </c:pt>
                <c:pt idx="6622">
                  <c:v>3.8028400000000002</c:v>
                </c:pt>
                <c:pt idx="6623">
                  <c:v>3.5303300000000002</c:v>
                </c:pt>
                <c:pt idx="6624">
                  <c:v>3.3165800000000001</c:v>
                </c:pt>
                <c:pt idx="6625">
                  <c:v>3.24532</c:v>
                </c:pt>
                <c:pt idx="6626">
                  <c:v>3.1235300000000001</c:v>
                </c:pt>
                <c:pt idx="6627">
                  <c:v>3.3257400000000001</c:v>
                </c:pt>
                <c:pt idx="6628">
                  <c:v>3.72316</c:v>
                </c:pt>
                <c:pt idx="6629">
                  <c:v>3.83352</c:v>
                </c:pt>
                <c:pt idx="6630">
                  <c:v>3.5536300000000001</c:v>
                </c:pt>
                <c:pt idx="6631">
                  <c:v>3.2828200000000001</c:v>
                </c:pt>
                <c:pt idx="6632">
                  <c:v>3.1751900000000002</c:v>
                </c:pt>
                <c:pt idx="6633">
                  <c:v>3.2587799999999998</c:v>
                </c:pt>
                <c:pt idx="6634">
                  <c:v>3.5760000000000001</c:v>
                </c:pt>
                <c:pt idx="6635">
                  <c:v>3.5539999999999998</c:v>
                </c:pt>
                <c:pt idx="6636">
                  <c:v>3.5941200000000002</c:v>
                </c:pt>
                <c:pt idx="6637">
                  <c:v>3.6311399999999998</c:v>
                </c:pt>
                <c:pt idx="6638">
                  <c:v>3.63931</c:v>
                </c:pt>
                <c:pt idx="6639">
                  <c:v>3.7054800000000001</c:v>
                </c:pt>
                <c:pt idx="6640">
                  <c:v>3.77827</c:v>
                </c:pt>
                <c:pt idx="6641">
                  <c:v>3.7453400000000001</c:v>
                </c:pt>
                <c:pt idx="6642">
                  <c:v>3.7473399999999999</c:v>
                </c:pt>
                <c:pt idx="6643">
                  <c:v>3.6185200000000002</c:v>
                </c:pt>
                <c:pt idx="6644">
                  <c:v>3.60711</c:v>
                </c:pt>
                <c:pt idx="6645">
                  <c:v>3.2561300000000002</c:v>
                </c:pt>
                <c:pt idx="6646">
                  <c:v>3.1460900000000001</c:v>
                </c:pt>
                <c:pt idx="6647">
                  <c:v>3.64168</c:v>
                </c:pt>
                <c:pt idx="6648">
                  <c:v>3.94882</c:v>
                </c:pt>
                <c:pt idx="6649">
                  <c:v>3.77244</c:v>
                </c:pt>
                <c:pt idx="6650">
                  <c:v>4.1179899999999998</c:v>
                </c:pt>
                <c:pt idx="6651">
                  <c:v>4.1324300000000003</c:v>
                </c:pt>
                <c:pt idx="6652">
                  <c:v>3.95438</c:v>
                </c:pt>
                <c:pt idx="6653">
                  <c:v>4.0847800000000003</c:v>
                </c:pt>
                <c:pt idx="6654">
                  <c:v>4.1176000000000004</c:v>
                </c:pt>
                <c:pt idx="6655">
                  <c:v>4.3560699999999999</c:v>
                </c:pt>
                <c:pt idx="6656">
                  <c:v>4.3991899999999999</c:v>
                </c:pt>
                <c:pt idx="6657">
                  <c:v>3.9578600000000002</c:v>
                </c:pt>
                <c:pt idx="6658">
                  <c:v>3.5013700000000001</c:v>
                </c:pt>
                <c:pt idx="6659">
                  <c:v>3.1527799999999999</c:v>
                </c:pt>
                <c:pt idx="6660">
                  <c:v>3.0260799999999999</c:v>
                </c:pt>
                <c:pt idx="6661">
                  <c:v>3.16771</c:v>
                </c:pt>
                <c:pt idx="6662">
                  <c:v>3.4140799999999998</c:v>
                </c:pt>
                <c:pt idx="6663">
                  <c:v>3.72004</c:v>
                </c:pt>
                <c:pt idx="6664">
                  <c:v>3.7115999999999998</c:v>
                </c:pt>
                <c:pt idx="6665">
                  <c:v>3.6857500000000001</c:v>
                </c:pt>
                <c:pt idx="6666">
                  <c:v>3.3540199999999998</c:v>
                </c:pt>
                <c:pt idx="6667">
                  <c:v>3.0661800000000001</c:v>
                </c:pt>
                <c:pt idx="6668">
                  <c:v>3.1036600000000001</c:v>
                </c:pt>
                <c:pt idx="6669">
                  <c:v>3.0771299999999999</c:v>
                </c:pt>
                <c:pt idx="6670">
                  <c:v>3.1164900000000002</c:v>
                </c:pt>
                <c:pt idx="6671">
                  <c:v>3.4777800000000001</c:v>
                </c:pt>
                <c:pt idx="6672">
                  <c:v>3.7314699999999998</c:v>
                </c:pt>
                <c:pt idx="6673">
                  <c:v>3.6217899999999998</c:v>
                </c:pt>
                <c:pt idx="6674">
                  <c:v>3.4927299999999999</c:v>
                </c:pt>
                <c:pt idx="6675">
                  <c:v>3.5697299999999998</c:v>
                </c:pt>
                <c:pt idx="6676">
                  <c:v>3.3076099999999999</c:v>
                </c:pt>
                <c:pt idx="6677">
                  <c:v>3.1847400000000001</c:v>
                </c:pt>
                <c:pt idx="6678">
                  <c:v>3.06216</c:v>
                </c:pt>
                <c:pt idx="6679">
                  <c:v>2.9375200000000001</c:v>
                </c:pt>
                <c:pt idx="6680">
                  <c:v>2.8150499999999998</c:v>
                </c:pt>
                <c:pt idx="6681">
                  <c:v>3.0030000000000001</c:v>
                </c:pt>
                <c:pt idx="6682">
                  <c:v>3.3392900000000001</c:v>
                </c:pt>
                <c:pt idx="6683">
                  <c:v>3.6822300000000001</c:v>
                </c:pt>
                <c:pt idx="6684">
                  <c:v>3.6634199999999999</c:v>
                </c:pt>
                <c:pt idx="6685">
                  <c:v>3.5713900000000001</c:v>
                </c:pt>
                <c:pt idx="6686">
                  <c:v>3.5111300000000001</c:v>
                </c:pt>
                <c:pt idx="6687">
                  <c:v>3.6530499999999999</c:v>
                </c:pt>
                <c:pt idx="6688">
                  <c:v>3.7498800000000001</c:v>
                </c:pt>
                <c:pt idx="6689">
                  <c:v>3.6327400000000001</c:v>
                </c:pt>
                <c:pt idx="6690">
                  <c:v>3.5407099999999998</c:v>
                </c:pt>
                <c:pt idx="6691">
                  <c:v>3.3182700000000001</c:v>
                </c:pt>
                <c:pt idx="6692">
                  <c:v>3.3033199999999998</c:v>
                </c:pt>
                <c:pt idx="6693">
                  <c:v>3.3128500000000001</c:v>
                </c:pt>
                <c:pt idx="6694">
                  <c:v>3.3130199999999999</c:v>
                </c:pt>
                <c:pt idx="6695">
                  <c:v>3.1864599999999998</c:v>
                </c:pt>
                <c:pt idx="6696">
                  <c:v>2.96963</c:v>
                </c:pt>
                <c:pt idx="6697">
                  <c:v>3.1068600000000002</c:v>
                </c:pt>
                <c:pt idx="6698">
                  <c:v>3.0946400000000001</c:v>
                </c:pt>
                <c:pt idx="6699">
                  <c:v>2.71136</c:v>
                </c:pt>
                <c:pt idx="6700">
                  <c:v>2.4453399999999998</c:v>
                </c:pt>
                <c:pt idx="6701">
                  <c:v>2.7073299999999998</c:v>
                </c:pt>
                <c:pt idx="6702">
                  <c:v>3.4878</c:v>
                </c:pt>
                <c:pt idx="6703">
                  <c:v>4.1402900000000002</c:v>
                </c:pt>
                <c:pt idx="6704">
                  <c:v>4.0532500000000002</c:v>
                </c:pt>
                <c:pt idx="6705">
                  <c:v>4.1857600000000001</c:v>
                </c:pt>
                <c:pt idx="6706">
                  <c:v>4.3559999999999999</c:v>
                </c:pt>
                <c:pt idx="6707">
                  <c:v>4.0543699999999996</c:v>
                </c:pt>
                <c:pt idx="6708">
                  <c:v>3.71522</c:v>
                </c:pt>
                <c:pt idx="6709">
                  <c:v>3.5273599999999998</c:v>
                </c:pt>
                <c:pt idx="6710">
                  <c:v>3.5113799999999999</c:v>
                </c:pt>
                <c:pt idx="6711">
                  <c:v>3.6882799999999998</c:v>
                </c:pt>
                <c:pt idx="6712">
                  <c:v>3.6915399999999998</c:v>
                </c:pt>
                <c:pt idx="6713">
                  <c:v>3.46984</c:v>
                </c:pt>
                <c:pt idx="6714">
                  <c:v>3.2593899999999998</c:v>
                </c:pt>
                <c:pt idx="6715">
                  <c:v>2.9903599999999999</c:v>
                </c:pt>
                <c:pt idx="6716">
                  <c:v>2.74858</c:v>
                </c:pt>
                <c:pt idx="6717">
                  <c:v>3.0004300000000002</c:v>
                </c:pt>
                <c:pt idx="6718">
                  <c:v>3.0897800000000002</c:v>
                </c:pt>
                <c:pt idx="6719">
                  <c:v>2.7506200000000001</c:v>
                </c:pt>
                <c:pt idx="6720">
                  <c:v>2.6807400000000001</c:v>
                </c:pt>
                <c:pt idx="6721">
                  <c:v>3.1252</c:v>
                </c:pt>
                <c:pt idx="6722">
                  <c:v>3.3651800000000001</c:v>
                </c:pt>
                <c:pt idx="6723">
                  <c:v>3.5164399999999998</c:v>
                </c:pt>
                <c:pt idx="6724">
                  <c:v>3.7073399999999999</c:v>
                </c:pt>
                <c:pt idx="6725">
                  <c:v>3.85704</c:v>
                </c:pt>
                <c:pt idx="6726">
                  <c:v>3.5125700000000002</c:v>
                </c:pt>
                <c:pt idx="6727">
                  <c:v>3.2044700000000002</c:v>
                </c:pt>
                <c:pt idx="6728">
                  <c:v>3.2846600000000001</c:v>
                </c:pt>
                <c:pt idx="6729">
                  <c:v>3.3303199999999999</c:v>
                </c:pt>
                <c:pt idx="6730">
                  <c:v>3.5606599999999999</c:v>
                </c:pt>
                <c:pt idx="6731">
                  <c:v>3.3712200000000001</c:v>
                </c:pt>
                <c:pt idx="6732">
                  <c:v>2.77312</c:v>
                </c:pt>
                <c:pt idx="6733">
                  <c:v>2.58684</c:v>
                </c:pt>
                <c:pt idx="6734">
                  <c:v>2.61016</c:v>
                </c:pt>
                <c:pt idx="6735">
                  <c:v>2.7798600000000002</c:v>
                </c:pt>
                <c:pt idx="6736">
                  <c:v>2.8300900000000002</c:v>
                </c:pt>
                <c:pt idx="6737">
                  <c:v>2.9660099999999998</c:v>
                </c:pt>
                <c:pt idx="6738">
                  <c:v>3.0702400000000001</c:v>
                </c:pt>
                <c:pt idx="6739">
                  <c:v>2.8197199999999998</c:v>
                </c:pt>
                <c:pt idx="6740">
                  <c:v>2.5516899999999998</c:v>
                </c:pt>
                <c:pt idx="6741">
                  <c:v>2.3469899999999999</c:v>
                </c:pt>
                <c:pt idx="6742">
                  <c:v>2.5610900000000001</c:v>
                </c:pt>
                <c:pt idx="6743">
                  <c:v>2.74735</c:v>
                </c:pt>
                <c:pt idx="6744">
                  <c:v>3.1503100000000002</c:v>
                </c:pt>
                <c:pt idx="6745">
                  <c:v>3.403</c:v>
                </c:pt>
                <c:pt idx="6746">
                  <c:v>3.26675</c:v>
                </c:pt>
                <c:pt idx="6747">
                  <c:v>3.06148</c:v>
                </c:pt>
                <c:pt idx="6748">
                  <c:v>3.1082100000000001</c:v>
                </c:pt>
                <c:pt idx="6749">
                  <c:v>3.1295999999999999</c:v>
                </c:pt>
                <c:pt idx="6750">
                  <c:v>3.4895</c:v>
                </c:pt>
                <c:pt idx="6751">
                  <c:v>3.4824600000000001</c:v>
                </c:pt>
                <c:pt idx="6752">
                  <c:v>3.3061799999999999</c:v>
                </c:pt>
                <c:pt idx="6753">
                  <c:v>3.1926100000000002</c:v>
                </c:pt>
                <c:pt idx="6754">
                  <c:v>2.7628599999999999</c:v>
                </c:pt>
                <c:pt idx="6755">
                  <c:v>2.7083900000000001</c:v>
                </c:pt>
                <c:pt idx="6756">
                  <c:v>2.7941799999999999</c:v>
                </c:pt>
                <c:pt idx="6757">
                  <c:v>2.9128699999999998</c:v>
                </c:pt>
                <c:pt idx="6758">
                  <c:v>3.1838299999999999</c:v>
                </c:pt>
                <c:pt idx="6759">
                  <c:v>3.01593</c:v>
                </c:pt>
                <c:pt idx="6760">
                  <c:v>3.0568200000000001</c:v>
                </c:pt>
                <c:pt idx="6761">
                  <c:v>3.17543</c:v>
                </c:pt>
                <c:pt idx="6762">
                  <c:v>3.2931400000000002</c:v>
                </c:pt>
                <c:pt idx="6763">
                  <c:v>3.68825</c:v>
                </c:pt>
                <c:pt idx="6764">
                  <c:v>3.6282700000000001</c:v>
                </c:pt>
                <c:pt idx="6765">
                  <c:v>3.1989999999999998</c:v>
                </c:pt>
                <c:pt idx="6766">
                  <c:v>3.0808399999999998</c:v>
                </c:pt>
                <c:pt idx="6767">
                  <c:v>3.2730399999999999</c:v>
                </c:pt>
                <c:pt idx="6768">
                  <c:v>3.3824999999999998</c:v>
                </c:pt>
                <c:pt idx="6769">
                  <c:v>3.5293600000000001</c:v>
                </c:pt>
                <c:pt idx="6770">
                  <c:v>3.2669100000000002</c:v>
                </c:pt>
                <c:pt idx="6771">
                  <c:v>2.7962199999999999</c:v>
                </c:pt>
                <c:pt idx="6772">
                  <c:v>2.75407</c:v>
                </c:pt>
                <c:pt idx="6773">
                  <c:v>2.9711500000000002</c:v>
                </c:pt>
                <c:pt idx="6774">
                  <c:v>3.1924399999999999</c:v>
                </c:pt>
                <c:pt idx="6775">
                  <c:v>3.4273400000000001</c:v>
                </c:pt>
                <c:pt idx="6776">
                  <c:v>3.5510100000000002</c:v>
                </c:pt>
                <c:pt idx="6777">
                  <c:v>3.39012</c:v>
                </c:pt>
                <c:pt idx="6778">
                  <c:v>3.1818399999999998</c:v>
                </c:pt>
                <c:pt idx="6779">
                  <c:v>3.1812900000000002</c:v>
                </c:pt>
                <c:pt idx="6780">
                  <c:v>3.1706099999999999</c:v>
                </c:pt>
                <c:pt idx="6781">
                  <c:v>3.11442</c:v>
                </c:pt>
                <c:pt idx="6782">
                  <c:v>3.3347099999999998</c:v>
                </c:pt>
                <c:pt idx="6783">
                  <c:v>3.41859</c:v>
                </c:pt>
                <c:pt idx="6784">
                  <c:v>3.0715499999999998</c:v>
                </c:pt>
                <c:pt idx="6785">
                  <c:v>3.52338</c:v>
                </c:pt>
                <c:pt idx="6786">
                  <c:v>3.70905</c:v>
                </c:pt>
                <c:pt idx="6787">
                  <c:v>3.5145900000000001</c:v>
                </c:pt>
                <c:pt idx="6788">
                  <c:v>3.7953299999999999</c:v>
                </c:pt>
                <c:pt idx="6789">
                  <c:v>3.90726</c:v>
                </c:pt>
                <c:pt idx="6790">
                  <c:v>3.4857900000000002</c:v>
                </c:pt>
                <c:pt idx="6791">
                  <c:v>2.7771499999999998</c:v>
                </c:pt>
                <c:pt idx="6792">
                  <c:v>2.7404199999999999</c:v>
                </c:pt>
                <c:pt idx="6793">
                  <c:v>3.1523599999999998</c:v>
                </c:pt>
                <c:pt idx="6794">
                  <c:v>3.0536699999999999</c:v>
                </c:pt>
                <c:pt idx="6795">
                  <c:v>2.8675299999999999</c:v>
                </c:pt>
                <c:pt idx="6796">
                  <c:v>2.6472000000000002</c:v>
                </c:pt>
                <c:pt idx="6797">
                  <c:v>2.5797699999999999</c:v>
                </c:pt>
                <c:pt idx="6798">
                  <c:v>2.7850000000000001</c:v>
                </c:pt>
                <c:pt idx="6799">
                  <c:v>3.00007</c:v>
                </c:pt>
                <c:pt idx="6800">
                  <c:v>3.1577999999999999</c:v>
                </c:pt>
                <c:pt idx="6801">
                  <c:v>3.33961</c:v>
                </c:pt>
                <c:pt idx="6802">
                  <c:v>3.1052499999999998</c:v>
                </c:pt>
                <c:pt idx="6803">
                  <c:v>3.30017</c:v>
                </c:pt>
                <c:pt idx="6804">
                  <c:v>3.70269</c:v>
                </c:pt>
                <c:pt idx="6805">
                  <c:v>3.5405700000000002</c:v>
                </c:pt>
                <c:pt idx="6806">
                  <c:v>3.67544</c:v>
                </c:pt>
                <c:pt idx="6807">
                  <c:v>3.87276</c:v>
                </c:pt>
                <c:pt idx="6808">
                  <c:v>3.80369</c:v>
                </c:pt>
                <c:pt idx="6809">
                  <c:v>3.69746</c:v>
                </c:pt>
                <c:pt idx="6810">
                  <c:v>3.64114</c:v>
                </c:pt>
                <c:pt idx="6811">
                  <c:v>3.6459899999999998</c:v>
                </c:pt>
                <c:pt idx="6812">
                  <c:v>3.9753400000000001</c:v>
                </c:pt>
                <c:pt idx="6813">
                  <c:v>4.3289600000000004</c:v>
                </c:pt>
                <c:pt idx="6814">
                  <c:v>3.9170500000000001</c:v>
                </c:pt>
                <c:pt idx="6815">
                  <c:v>3.6202999999999999</c:v>
                </c:pt>
                <c:pt idx="6816">
                  <c:v>3.4149600000000002</c:v>
                </c:pt>
                <c:pt idx="6817">
                  <c:v>3.4475799999999999</c:v>
                </c:pt>
                <c:pt idx="6818">
                  <c:v>3.5640900000000002</c:v>
                </c:pt>
                <c:pt idx="6819">
                  <c:v>3.3037399999999999</c:v>
                </c:pt>
                <c:pt idx="6820">
                  <c:v>3.1869200000000002</c:v>
                </c:pt>
                <c:pt idx="6821">
                  <c:v>3.4806499999999998</c:v>
                </c:pt>
                <c:pt idx="6822">
                  <c:v>3.86273</c:v>
                </c:pt>
                <c:pt idx="6823">
                  <c:v>3.8039999999999998</c:v>
                </c:pt>
                <c:pt idx="6824">
                  <c:v>3.53552</c:v>
                </c:pt>
                <c:pt idx="6825">
                  <c:v>3.4156900000000001</c:v>
                </c:pt>
                <c:pt idx="6826">
                  <c:v>3.7315999999999998</c:v>
                </c:pt>
                <c:pt idx="6827">
                  <c:v>3.6494900000000001</c:v>
                </c:pt>
                <c:pt idx="6828">
                  <c:v>3.8057699999999999</c:v>
                </c:pt>
                <c:pt idx="6829">
                  <c:v>3.9913400000000001</c:v>
                </c:pt>
                <c:pt idx="6830">
                  <c:v>4.05802</c:v>
                </c:pt>
                <c:pt idx="6831">
                  <c:v>3.94333</c:v>
                </c:pt>
                <c:pt idx="6832">
                  <c:v>3.6448100000000001</c:v>
                </c:pt>
                <c:pt idx="6833">
                  <c:v>3.3285399999999998</c:v>
                </c:pt>
                <c:pt idx="6834">
                  <c:v>3.1812499999999999</c:v>
                </c:pt>
                <c:pt idx="6835">
                  <c:v>3.2347299999999999</c:v>
                </c:pt>
                <c:pt idx="6836">
                  <c:v>3.0794800000000002</c:v>
                </c:pt>
                <c:pt idx="6837">
                  <c:v>2.95784</c:v>
                </c:pt>
                <c:pt idx="6838">
                  <c:v>3.0627900000000001</c:v>
                </c:pt>
                <c:pt idx="6839">
                  <c:v>3.1208200000000001</c:v>
                </c:pt>
                <c:pt idx="6840">
                  <c:v>3.1326299999999998</c:v>
                </c:pt>
                <c:pt idx="6841">
                  <c:v>3.1640000000000001</c:v>
                </c:pt>
                <c:pt idx="6842">
                  <c:v>3.2311299999999998</c:v>
                </c:pt>
                <c:pt idx="6843">
                  <c:v>3.17001</c:v>
                </c:pt>
                <c:pt idx="6844">
                  <c:v>3.2134900000000002</c:v>
                </c:pt>
                <c:pt idx="6845">
                  <c:v>3.5438299999999998</c:v>
                </c:pt>
                <c:pt idx="6846">
                  <c:v>3.6482299999999999</c:v>
                </c:pt>
                <c:pt idx="6847">
                  <c:v>3.4266700000000001</c:v>
                </c:pt>
                <c:pt idx="6848">
                  <c:v>3.7526799999999998</c:v>
                </c:pt>
                <c:pt idx="6849">
                  <c:v>4.2237</c:v>
                </c:pt>
                <c:pt idx="6850">
                  <c:v>3.98787</c:v>
                </c:pt>
                <c:pt idx="6851">
                  <c:v>3.69428</c:v>
                </c:pt>
                <c:pt idx="6852">
                  <c:v>3.6134400000000002</c:v>
                </c:pt>
                <c:pt idx="6853">
                  <c:v>3.4953799999999999</c:v>
                </c:pt>
                <c:pt idx="6854">
                  <c:v>3.25231</c:v>
                </c:pt>
                <c:pt idx="6855">
                  <c:v>3.2895599999999998</c:v>
                </c:pt>
                <c:pt idx="6856">
                  <c:v>3.5752899999999999</c:v>
                </c:pt>
                <c:pt idx="6857">
                  <c:v>3.5366599999999999</c:v>
                </c:pt>
                <c:pt idx="6858">
                  <c:v>3.56419</c:v>
                </c:pt>
                <c:pt idx="6859">
                  <c:v>3.91601</c:v>
                </c:pt>
                <c:pt idx="6860">
                  <c:v>4.38849</c:v>
                </c:pt>
                <c:pt idx="6861">
                  <c:v>4.4192999999999998</c:v>
                </c:pt>
                <c:pt idx="6862">
                  <c:v>4.2696500000000004</c:v>
                </c:pt>
                <c:pt idx="6863">
                  <c:v>4.0387399999999998</c:v>
                </c:pt>
                <c:pt idx="6864">
                  <c:v>4.2392099999999999</c:v>
                </c:pt>
                <c:pt idx="6865">
                  <c:v>4.2225000000000001</c:v>
                </c:pt>
                <c:pt idx="6866">
                  <c:v>4.2699800000000003</c:v>
                </c:pt>
                <c:pt idx="6867">
                  <c:v>4.4502800000000002</c:v>
                </c:pt>
                <c:pt idx="6868">
                  <c:v>4.3766600000000002</c:v>
                </c:pt>
                <c:pt idx="6869">
                  <c:v>4.4950200000000002</c:v>
                </c:pt>
                <c:pt idx="6870">
                  <c:v>4.6760000000000002</c:v>
                </c:pt>
                <c:pt idx="6871">
                  <c:v>4.5174599999999998</c:v>
                </c:pt>
                <c:pt idx="6872">
                  <c:v>4.6541100000000002</c:v>
                </c:pt>
                <c:pt idx="6873">
                  <c:v>4.63476</c:v>
                </c:pt>
                <c:pt idx="6874">
                  <c:v>4.5456500000000002</c:v>
                </c:pt>
                <c:pt idx="6875">
                  <c:v>4.5051800000000002</c:v>
                </c:pt>
                <c:pt idx="6876">
                  <c:v>4.6835300000000002</c:v>
                </c:pt>
                <c:pt idx="6877">
                  <c:v>4.9094300000000004</c:v>
                </c:pt>
                <c:pt idx="6878">
                  <c:v>4.9354399999999998</c:v>
                </c:pt>
                <c:pt idx="6879">
                  <c:v>4.9002600000000003</c:v>
                </c:pt>
                <c:pt idx="6880">
                  <c:v>5.1002400000000003</c:v>
                </c:pt>
                <c:pt idx="6881">
                  <c:v>5.4235899999999999</c:v>
                </c:pt>
                <c:pt idx="6882">
                  <c:v>5.9774599999999998</c:v>
                </c:pt>
                <c:pt idx="6883">
                  <c:v>6.7936199999999998</c:v>
                </c:pt>
                <c:pt idx="6884">
                  <c:v>7.7002600000000001</c:v>
                </c:pt>
                <c:pt idx="6885">
                  <c:v>8.6837700000000009</c:v>
                </c:pt>
                <c:pt idx="6886">
                  <c:v>9.5485600000000002</c:v>
                </c:pt>
                <c:pt idx="6887">
                  <c:v>9.9481800000000007</c:v>
                </c:pt>
                <c:pt idx="6888">
                  <c:v>10.001200000000001</c:v>
                </c:pt>
                <c:pt idx="6889">
                  <c:v>9.6259700000000006</c:v>
                </c:pt>
                <c:pt idx="6890">
                  <c:v>9.1951900000000002</c:v>
                </c:pt>
                <c:pt idx="6891">
                  <c:v>9.4196899999999992</c:v>
                </c:pt>
                <c:pt idx="6892">
                  <c:v>9.5915599999999994</c:v>
                </c:pt>
                <c:pt idx="6893">
                  <c:v>9.6767000000000003</c:v>
                </c:pt>
                <c:pt idx="6894">
                  <c:v>9.5935299999999994</c:v>
                </c:pt>
                <c:pt idx="6895">
                  <c:v>9.2037700000000005</c:v>
                </c:pt>
                <c:pt idx="6896">
                  <c:v>8.8385700000000007</c:v>
                </c:pt>
                <c:pt idx="6897">
                  <c:v>7.9653999999999998</c:v>
                </c:pt>
                <c:pt idx="6898">
                  <c:v>6.4896700000000003</c:v>
                </c:pt>
                <c:pt idx="6899">
                  <c:v>5.7606099999999998</c:v>
                </c:pt>
                <c:pt idx="6900">
                  <c:v>5.5606999999999998</c:v>
                </c:pt>
                <c:pt idx="6901">
                  <c:v>5.1285999999999996</c:v>
                </c:pt>
                <c:pt idx="6902">
                  <c:v>4.6322799999999997</c:v>
                </c:pt>
                <c:pt idx="6903">
                  <c:v>4.2221700000000002</c:v>
                </c:pt>
                <c:pt idx="6904">
                  <c:v>4.3208900000000003</c:v>
                </c:pt>
                <c:pt idx="6905">
                  <c:v>4.2010500000000004</c:v>
                </c:pt>
                <c:pt idx="6906">
                  <c:v>3.9309799999999999</c:v>
                </c:pt>
                <c:pt idx="6907">
                  <c:v>4.3347300000000004</c:v>
                </c:pt>
                <c:pt idx="6908">
                  <c:v>4.8922100000000004</c:v>
                </c:pt>
                <c:pt idx="6909">
                  <c:v>5.1582499999999998</c:v>
                </c:pt>
                <c:pt idx="6910">
                  <c:v>5.0064599999999997</c:v>
                </c:pt>
                <c:pt idx="6911">
                  <c:v>4.8294600000000001</c:v>
                </c:pt>
                <c:pt idx="6912">
                  <c:v>4.6170099999999996</c:v>
                </c:pt>
                <c:pt idx="6913">
                  <c:v>4.1261900000000002</c:v>
                </c:pt>
                <c:pt idx="6914">
                  <c:v>3.9473400000000001</c:v>
                </c:pt>
                <c:pt idx="6915">
                  <c:v>4.2137200000000004</c:v>
                </c:pt>
                <c:pt idx="6916">
                  <c:v>4.3766100000000003</c:v>
                </c:pt>
                <c:pt idx="6917">
                  <c:v>4.4421999999999997</c:v>
                </c:pt>
                <c:pt idx="6918">
                  <c:v>4.6400100000000002</c:v>
                </c:pt>
                <c:pt idx="6919">
                  <c:v>4.7605199999999996</c:v>
                </c:pt>
                <c:pt idx="6920">
                  <c:v>4.8920899999999996</c:v>
                </c:pt>
                <c:pt idx="6921">
                  <c:v>4.6572699999999996</c:v>
                </c:pt>
                <c:pt idx="6922">
                  <c:v>4.3495600000000003</c:v>
                </c:pt>
                <c:pt idx="6923">
                  <c:v>4.1852600000000004</c:v>
                </c:pt>
                <c:pt idx="6924">
                  <c:v>4.2165499999999998</c:v>
                </c:pt>
                <c:pt idx="6925">
                  <c:v>4.6920000000000002</c:v>
                </c:pt>
                <c:pt idx="6926">
                  <c:v>5.3304900000000002</c:v>
                </c:pt>
                <c:pt idx="6927">
                  <c:v>5.2718600000000002</c:v>
                </c:pt>
                <c:pt idx="6928">
                  <c:v>5.1024399999999996</c:v>
                </c:pt>
                <c:pt idx="6929">
                  <c:v>5.1172700000000004</c:v>
                </c:pt>
                <c:pt idx="6930">
                  <c:v>4.7526000000000002</c:v>
                </c:pt>
                <c:pt idx="6931">
                  <c:v>4.3693200000000001</c:v>
                </c:pt>
                <c:pt idx="6932">
                  <c:v>4.5811500000000001</c:v>
                </c:pt>
                <c:pt idx="6933">
                  <c:v>4.8616999999999999</c:v>
                </c:pt>
                <c:pt idx="6934">
                  <c:v>5.34429</c:v>
                </c:pt>
                <c:pt idx="6935">
                  <c:v>5.8344199999999997</c:v>
                </c:pt>
                <c:pt idx="6936">
                  <c:v>5.9350899999999998</c:v>
                </c:pt>
                <c:pt idx="6937">
                  <c:v>5.5402800000000001</c:v>
                </c:pt>
                <c:pt idx="6938">
                  <c:v>5.0003200000000003</c:v>
                </c:pt>
                <c:pt idx="6939">
                  <c:v>4.6558999999999999</c:v>
                </c:pt>
                <c:pt idx="6940">
                  <c:v>4.7404299999999999</c:v>
                </c:pt>
                <c:pt idx="6941">
                  <c:v>4.9977299999999998</c:v>
                </c:pt>
                <c:pt idx="6942">
                  <c:v>5.1957899999999997</c:v>
                </c:pt>
                <c:pt idx="6943">
                  <c:v>5.2439600000000004</c:v>
                </c:pt>
                <c:pt idx="6944">
                  <c:v>4.8893599999999999</c:v>
                </c:pt>
                <c:pt idx="6945">
                  <c:v>4.6948299999999996</c:v>
                </c:pt>
                <c:pt idx="6946">
                  <c:v>4.8646200000000004</c:v>
                </c:pt>
                <c:pt idx="6947">
                  <c:v>5.1767799999999999</c:v>
                </c:pt>
                <c:pt idx="6948">
                  <c:v>5.7471899999999998</c:v>
                </c:pt>
                <c:pt idx="6949">
                  <c:v>6.1734099999999996</c:v>
                </c:pt>
                <c:pt idx="6950">
                  <c:v>6.5816600000000003</c:v>
                </c:pt>
                <c:pt idx="6951">
                  <c:v>7.1123900000000004</c:v>
                </c:pt>
                <c:pt idx="6952">
                  <c:v>7.6233700000000004</c:v>
                </c:pt>
                <c:pt idx="6953">
                  <c:v>7.8195499999999996</c:v>
                </c:pt>
                <c:pt idx="6954">
                  <c:v>7.9472100000000001</c:v>
                </c:pt>
                <c:pt idx="6955">
                  <c:v>8.1297099999999993</c:v>
                </c:pt>
                <c:pt idx="6956">
                  <c:v>8.3019400000000001</c:v>
                </c:pt>
                <c:pt idx="6957">
                  <c:v>8.4225999999999992</c:v>
                </c:pt>
                <c:pt idx="6958">
                  <c:v>8.3730499999999992</c:v>
                </c:pt>
                <c:pt idx="6959">
                  <c:v>8.4855599999999995</c:v>
                </c:pt>
                <c:pt idx="6960">
                  <c:v>9.0456400000000006</c:v>
                </c:pt>
                <c:pt idx="6961">
                  <c:v>9.3715700000000002</c:v>
                </c:pt>
                <c:pt idx="6962">
                  <c:v>9.1510400000000001</c:v>
                </c:pt>
                <c:pt idx="6963">
                  <c:v>9.0388800000000007</c:v>
                </c:pt>
                <c:pt idx="6964">
                  <c:v>9.0789600000000004</c:v>
                </c:pt>
                <c:pt idx="6965">
                  <c:v>9.0907499999999999</c:v>
                </c:pt>
                <c:pt idx="6966">
                  <c:v>8.9847900000000003</c:v>
                </c:pt>
                <c:pt idx="6967">
                  <c:v>9.1809700000000003</c:v>
                </c:pt>
                <c:pt idx="6968">
                  <c:v>9.2207399999999993</c:v>
                </c:pt>
                <c:pt idx="6969">
                  <c:v>9.4463000000000008</c:v>
                </c:pt>
                <c:pt idx="6970">
                  <c:v>9.5369200000000003</c:v>
                </c:pt>
                <c:pt idx="6971">
                  <c:v>9.5900700000000008</c:v>
                </c:pt>
                <c:pt idx="6972">
                  <c:v>9.7211800000000004</c:v>
                </c:pt>
                <c:pt idx="6973">
                  <c:v>10.007</c:v>
                </c:pt>
                <c:pt idx="6974">
                  <c:v>10.519399999999999</c:v>
                </c:pt>
                <c:pt idx="6975">
                  <c:v>10.8727</c:v>
                </c:pt>
                <c:pt idx="6976">
                  <c:v>11.347300000000001</c:v>
                </c:pt>
                <c:pt idx="6977">
                  <c:v>11.7494</c:v>
                </c:pt>
                <c:pt idx="6978">
                  <c:v>12.163500000000001</c:v>
                </c:pt>
                <c:pt idx="6979">
                  <c:v>12.335000000000001</c:v>
                </c:pt>
                <c:pt idx="6980">
                  <c:v>12.247400000000001</c:v>
                </c:pt>
                <c:pt idx="6981">
                  <c:v>12.1981</c:v>
                </c:pt>
                <c:pt idx="6982">
                  <c:v>12.657999999999999</c:v>
                </c:pt>
                <c:pt idx="6983">
                  <c:v>13.3969</c:v>
                </c:pt>
                <c:pt idx="6984">
                  <c:v>14.038</c:v>
                </c:pt>
                <c:pt idx="6985">
                  <c:v>14.6287</c:v>
                </c:pt>
                <c:pt idx="6986">
                  <c:v>15.5662</c:v>
                </c:pt>
                <c:pt idx="6987">
                  <c:v>16.430099999999999</c:v>
                </c:pt>
                <c:pt idx="6988">
                  <c:v>16.639299999999999</c:v>
                </c:pt>
                <c:pt idx="6989">
                  <c:v>17.291399999999999</c:v>
                </c:pt>
                <c:pt idx="6990">
                  <c:v>18.3353</c:v>
                </c:pt>
                <c:pt idx="6991">
                  <c:v>19.5486</c:v>
                </c:pt>
                <c:pt idx="6992">
                  <c:v>21.264399999999998</c:v>
                </c:pt>
                <c:pt idx="6993">
                  <c:v>23.197399999999998</c:v>
                </c:pt>
                <c:pt idx="6994">
                  <c:v>25.2042</c:v>
                </c:pt>
                <c:pt idx="6995">
                  <c:v>27.089200000000002</c:v>
                </c:pt>
                <c:pt idx="6996">
                  <c:v>28.797999999999998</c:v>
                </c:pt>
                <c:pt idx="6997">
                  <c:v>30.415099999999999</c:v>
                </c:pt>
                <c:pt idx="6998">
                  <c:v>32.536999999999999</c:v>
                </c:pt>
                <c:pt idx="6999">
                  <c:v>35.910200000000003</c:v>
                </c:pt>
                <c:pt idx="7000">
                  <c:v>39.695099999999996</c:v>
                </c:pt>
                <c:pt idx="7001">
                  <c:v>43.654800000000002</c:v>
                </c:pt>
                <c:pt idx="7002">
                  <c:v>48.35</c:v>
                </c:pt>
                <c:pt idx="7003">
                  <c:v>53.396599999999999</c:v>
                </c:pt>
                <c:pt idx="7004">
                  <c:v>58.949399999999997</c:v>
                </c:pt>
                <c:pt idx="7005">
                  <c:v>65.213300000000004</c:v>
                </c:pt>
                <c:pt idx="7006">
                  <c:v>73.027100000000004</c:v>
                </c:pt>
                <c:pt idx="7007">
                  <c:v>83.126499999999993</c:v>
                </c:pt>
                <c:pt idx="7008">
                  <c:v>95.648399999999995</c:v>
                </c:pt>
                <c:pt idx="7009">
                  <c:v>110.479</c:v>
                </c:pt>
                <c:pt idx="7010">
                  <c:v>128.18</c:v>
                </c:pt>
                <c:pt idx="7011">
                  <c:v>149.69300000000001</c:v>
                </c:pt>
                <c:pt idx="7012">
                  <c:v>175.297</c:v>
                </c:pt>
                <c:pt idx="7013">
                  <c:v>206.381</c:v>
                </c:pt>
                <c:pt idx="7014">
                  <c:v>246.09700000000001</c:v>
                </c:pt>
                <c:pt idx="7015">
                  <c:v>300.25599999999997</c:v>
                </c:pt>
                <c:pt idx="7016">
                  <c:v>376.03</c:v>
                </c:pt>
                <c:pt idx="7017">
                  <c:v>478.13200000000001</c:v>
                </c:pt>
                <c:pt idx="7018">
                  <c:v>606.28599999999994</c:v>
                </c:pt>
                <c:pt idx="7019">
                  <c:v>745.88900000000001</c:v>
                </c:pt>
                <c:pt idx="7020">
                  <c:v>862.65099999999995</c:v>
                </c:pt>
                <c:pt idx="7021">
                  <c:v>920.40800000000002</c:v>
                </c:pt>
                <c:pt idx="7022">
                  <c:v>912.07299999999998</c:v>
                </c:pt>
                <c:pt idx="7023">
                  <c:v>865.08100000000002</c:v>
                </c:pt>
                <c:pt idx="7024">
                  <c:v>820.30600000000004</c:v>
                </c:pt>
                <c:pt idx="7025">
                  <c:v>808.73900000000003</c:v>
                </c:pt>
                <c:pt idx="7026">
                  <c:v>838.59199999999998</c:v>
                </c:pt>
                <c:pt idx="7027">
                  <c:v>890.22199999999998</c:v>
                </c:pt>
                <c:pt idx="7028">
                  <c:v>921.17700000000002</c:v>
                </c:pt>
                <c:pt idx="7029">
                  <c:v>894.23099999999999</c:v>
                </c:pt>
                <c:pt idx="7030">
                  <c:v>805.05</c:v>
                </c:pt>
                <c:pt idx="7031">
                  <c:v>678.14800000000002</c:v>
                </c:pt>
                <c:pt idx="7032">
                  <c:v>545.65800000000002</c:v>
                </c:pt>
                <c:pt idx="7033">
                  <c:v>429.43</c:v>
                </c:pt>
                <c:pt idx="7034">
                  <c:v>338.303</c:v>
                </c:pt>
                <c:pt idx="7035">
                  <c:v>271.35700000000003</c:v>
                </c:pt>
                <c:pt idx="7036">
                  <c:v>223.52799999999999</c:v>
                </c:pt>
                <c:pt idx="7037">
                  <c:v>189.42</c:v>
                </c:pt>
                <c:pt idx="7038">
                  <c:v>164.559</c:v>
                </c:pt>
                <c:pt idx="7039">
                  <c:v>144.87700000000001</c:v>
                </c:pt>
                <c:pt idx="7040">
                  <c:v>127.93</c:v>
                </c:pt>
                <c:pt idx="7041">
                  <c:v>113.035</c:v>
                </c:pt>
                <c:pt idx="7042">
                  <c:v>100.15600000000001</c:v>
                </c:pt>
                <c:pt idx="7043">
                  <c:v>89.842399999999998</c:v>
                </c:pt>
                <c:pt idx="7044">
                  <c:v>81.445800000000006</c:v>
                </c:pt>
                <c:pt idx="7045">
                  <c:v>74.722800000000007</c:v>
                </c:pt>
                <c:pt idx="7046">
                  <c:v>69.245800000000003</c:v>
                </c:pt>
                <c:pt idx="7047">
                  <c:v>64.318700000000007</c:v>
                </c:pt>
                <c:pt idx="7048">
                  <c:v>59.791899999999998</c:v>
                </c:pt>
                <c:pt idx="7049">
                  <c:v>56.2592</c:v>
                </c:pt>
                <c:pt idx="7050">
                  <c:v>53.034399999999998</c:v>
                </c:pt>
                <c:pt idx="7051">
                  <c:v>50.49</c:v>
                </c:pt>
                <c:pt idx="7052">
                  <c:v>48.518999999999998</c:v>
                </c:pt>
                <c:pt idx="7053">
                  <c:v>46.699199999999998</c:v>
                </c:pt>
                <c:pt idx="7054">
                  <c:v>44.761099999999999</c:v>
                </c:pt>
                <c:pt idx="7055">
                  <c:v>43.114699999999999</c:v>
                </c:pt>
                <c:pt idx="7056">
                  <c:v>41.581099999999999</c:v>
                </c:pt>
                <c:pt idx="7057">
                  <c:v>40.340899999999998</c:v>
                </c:pt>
                <c:pt idx="7058">
                  <c:v>39.4754</c:v>
                </c:pt>
                <c:pt idx="7059">
                  <c:v>38.942399999999999</c:v>
                </c:pt>
                <c:pt idx="7060">
                  <c:v>38.031300000000002</c:v>
                </c:pt>
                <c:pt idx="7061">
                  <c:v>37.030200000000001</c:v>
                </c:pt>
                <c:pt idx="7062">
                  <c:v>36.330100000000002</c:v>
                </c:pt>
                <c:pt idx="7063">
                  <c:v>35.9803</c:v>
                </c:pt>
                <c:pt idx="7064">
                  <c:v>36.054900000000004</c:v>
                </c:pt>
                <c:pt idx="7065">
                  <c:v>36.640099999999997</c:v>
                </c:pt>
                <c:pt idx="7066">
                  <c:v>37.377499999999998</c:v>
                </c:pt>
                <c:pt idx="7067">
                  <c:v>38.0075</c:v>
                </c:pt>
                <c:pt idx="7068">
                  <c:v>38.904600000000002</c:v>
                </c:pt>
                <c:pt idx="7069">
                  <c:v>39.641300000000001</c:v>
                </c:pt>
                <c:pt idx="7070">
                  <c:v>40.497300000000003</c:v>
                </c:pt>
                <c:pt idx="7071">
                  <c:v>42.085099999999997</c:v>
                </c:pt>
                <c:pt idx="7072">
                  <c:v>44.2363</c:v>
                </c:pt>
                <c:pt idx="7073">
                  <c:v>47.186900000000001</c:v>
                </c:pt>
                <c:pt idx="7074">
                  <c:v>51.089199999999998</c:v>
                </c:pt>
                <c:pt idx="7075">
                  <c:v>55.637900000000002</c:v>
                </c:pt>
                <c:pt idx="7076">
                  <c:v>61.254300000000001</c:v>
                </c:pt>
                <c:pt idx="7077">
                  <c:v>68.474199999999996</c:v>
                </c:pt>
                <c:pt idx="7078">
                  <c:v>78.127300000000005</c:v>
                </c:pt>
                <c:pt idx="7079">
                  <c:v>90.440799999999996</c:v>
                </c:pt>
                <c:pt idx="7080">
                  <c:v>107.46</c:v>
                </c:pt>
                <c:pt idx="7081">
                  <c:v>131.005</c:v>
                </c:pt>
                <c:pt idx="7082">
                  <c:v>161.13300000000001</c:v>
                </c:pt>
                <c:pt idx="7083">
                  <c:v>194.833</c:v>
                </c:pt>
                <c:pt idx="7084">
                  <c:v>223.839</c:v>
                </c:pt>
                <c:pt idx="7085">
                  <c:v>239.196</c:v>
                </c:pt>
                <c:pt idx="7086">
                  <c:v>238.75399999999999</c:v>
                </c:pt>
                <c:pt idx="7087">
                  <c:v>228.78399999999999</c:v>
                </c:pt>
                <c:pt idx="7088">
                  <c:v>218.803</c:v>
                </c:pt>
                <c:pt idx="7089">
                  <c:v>216.28899999999999</c:v>
                </c:pt>
                <c:pt idx="7090">
                  <c:v>223.59299999999999</c:v>
                </c:pt>
                <c:pt idx="7091">
                  <c:v>236.279</c:v>
                </c:pt>
                <c:pt idx="7092">
                  <c:v>243.947</c:v>
                </c:pt>
                <c:pt idx="7093">
                  <c:v>237.91300000000001</c:v>
                </c:pt>
                <c:pt idx="7094">
                  <c:v>217.52099999999999</c:v>
                </c:pt>
                <c:pt idx="7095">
                  <c:v>188.87</c:v>
                </c:pt>
                <c:pt idx="7096">
                  <c:v>158.94999999999999</c:v>
                </c:pt>
                <c:pt idx="7097">
                  <c:v>132.648</c:v>
                </c:pt>
                <c:pt idx="7098">
                  <c:v>111.274</c:v>
                </c:pt>
                <c:pt idx="7099">
                  <c:v>94.983999999999995</c:v>
                </c:pt>
                <c:pt idx="7100">
                  <c:v>83.013599999999997</c:v>
                </c:pt>
                <c:pt idx="7101">
                  <c:v>74.408299999999997</c:v>
                </c:pt>
                <c:pt idx="7102">
                  <c:v>68.563900000000004</c:v>
                </c:pt>
                <c:pt idx="7103">
                  <c:v>65.527199999999993</c:v>
                </c:pt>
                <c:pt idx="7104">
                  <c:v>64.482399999999998</c:v>
                </c:pt>
                <c:pt idx="7105">
                  <c:v>64.681700000000006</c:v>
                </c:pt>
                <c:pt idx="7106">
                  <c:v>65.778000000000006</c:v>
                </c:pt>
                <c:pt idx="7107">
                  <c:v>68.061700000000002</c:v>
                </c:pt>
                <c:pt idx="7108">
                  <c:v>70.240200000000002</c:v>
                </c:pt>
                <c:pt idx="7109">
                  <c:v>71.236800000000002</c:v>
                </c:pt>
                <c:pt idx="7110">
                  <c:v>70.427899999999994</c:v>
                </c:pt>
                <c:pt idx="7111">
                  <c:v>67.869500000000002</c:v>
                </c:pt>
                <c:pt idx="7112">
                  <c:v>64.836600000000004</c:v>
                </c:pt>
                <c:pt idx="7113">
                  <c:v>62.510100000000001</c:v>
                </c:pt>
                <c:pt idx="7114">
                  <c:v>61.804400000000001</c:v>
                </c:pt>
                <c:pt idx="7115">
                  <c:v>62.394599999999997</c:v>
                </c:pt>
                <c:pt idx="7116">
                  <c:v>62.880600000000001</c:v>
                </c:pt>
                <c:pt idx="7117">
                  <c:v>62.086500000000001</c:v>
                </c:pt>
                <c:pt idx="7118">
                  <c:v>58.822600000000001</c:v>
                </c:pt>
                <c:pt idx="7119">
                  <c:v>54.054900000000004</c:v>
                </c:pt>
                <c:pt idx="7120">
                  <c:v>48.854500000000002</c:v>
                </c:pt>
                <c:pt idx="7121">
                  <c:v>43.8735</c:v>
                </c:pt>
                <c:pt idx="7122">
                  <c:v>39.867100000000001</c:v>
                </c:pt>
                <c:pt idx="7123">
                  <c:v>36.8673</c:v>
                </c:pt>
                <c:pt idx="7124">
                  <c:v>35.156599999999997</c:v>
                </c:pt>
                <c:pt idx="7125">
                  <c:v>33.842199999999998</c:v>
                </c:pt>
                <c:pt idx="7126">
                  <c:v>32.520099999999999</c:v>
                </c:pt>
                <c:pt idx="7127">
                  <c:v>31.6584</c:v>
                </c:pt>
                <c:pt idx="7128">
                  <c:v>31.177800000000001</c:v>
                </c:pt>
                <c:pt idx="7129">
                  <c:v>30.965399999999999</c:v>
                </c:pt>
                <c:pt idx="7130">
                  <c:v>31.366099999999999</c:v>
                </c:pt>
                <c:pt idx="7131">
                  <c:v>32.068199999999997</c:v>
                </c:pt>
                <c:pt idx="7132">
                  <c:v>32.865600000000001</c:v>
                </c:pt>
                <c:pt idx="7133">
                  <c:v>34.133299999999998</c:v>
                </c:pt>
                <c:pt idx="7134">
                  <c:v>35.585799999999999</c:v>
                </c:pt>
                <c:pt idx="7135">
                  <c:v>36.886099999999999</c:v>
                </c:pt>
                <c:pt idx="7136">
                  <c:v>38.484299999999998</c:v>
                </c:pt>
                <c:pt idx="7137">
                  <c:v>40.8611</c:v>
                </c:pt>
                <c:pt idx="7138">
                  <c:v>42.873199999999997</c:v>
                </c:pt>
                <c:pt idx="7139">
                  <c:v>44.174900000000001</c:v>
                </c:pt>
                <c:pt idx="7140">
                  <c:v>45.688800000000001</c:v>
                </c:pt>
                <c:pt idx="7141">
                  <c:v>47.388599999999997</c:v>
                </c:pt>
                <c:pt idx="7142">
                  <c:v>49.550899999999999</c:v>
                </c:pt>
                <c:pt idx="7143">
                  <c:v>52.141199999999998</c:v>
                </c:pt>
                <c:pt idx="7144">
                  <c:v>55.186900000000001</c:v>
                </c:pt>
                <c:pt idx="7145">
                  <c:v>58.620800000000003</c:v>
                </c:pt>
                <c:pt idx="7146">
                  <c:v>63.115099999999998</c:v>
                </c:pt>
                <c:pt idx="7147">
                  <c:v>68.377899999999997</c:v>
                </c:pt>
                <c:pt idx="7148">
                  <c:v>74.067700000000002</c:v>
                </c:pt>
                <c:pt idx="7149">
                  <c:v>81.072299999999998</c:v>
                </c:pt>
                <c:pt idx="7150">
                  <c:v>89.553600000000003</c:v>
                </c:pt>
                <c:pt idx="7151">
                  <c:v>100.124</c:v>
                </c:pt>
                <c:pt idx="7152">
                  <c:v>113.22199999999999</c:v>
                </c:pt>
                <c:pt idx="7153">
                  <c:v>129.66800000000001</c:v>
                </c:pt>
                <c:pt idx="7154">
                  <c:v>149.34200000000001</c:v>
                </c:pt>
                <c:pt idx="7155">
                  <c:v>172.68899999999999</c:v>
                </c:pt>
                <c:pt idx="7156">
                  <c:v>201.405</c:v>
                </c:pt>
                <c:pt idx="7157">
                  <c:v>236.61699999999999</c:v>
                </c:pt>
                <c:pt idx="7158">
                  <c:v>281.37299999999999</c:v>
                </c:pt>
                <c:pt idx="7159">
                  <c:v>342.18400000000003</c:v>
                </c:pt>
                <c:pt idx="7160">
                  <c:v>426.649</c:v>
                </c:pt>
                <c:pt idx="7161">
                  <c:v>540.11300000000006</c:v>
                </c:pt>
                <c:pt idx="7162">
                  <c:v>681.94299999999998</c:v>
                </c:pt>
                <c:pt idx="7163">
                  <c:v>834.327</c:v>
                </c:pt>
                <c:pt idx="7164">
                  <c:v>959.05100000000004</c:v>
                </c:pt>
                <c:pt idx="7165">
                  <c:v>1018.41</c:v>
                </c:pt>
                <c:pt idx="7166">
                  <c:v>1006.42</c:v>
                </c:pt>
                <c:pt idx="7167">
                  <c:v>953.44299999999998</c:v>
                </c:pt>
                <c:pt idx="7168">
                  <c:v>903.57500000000005</c:v>
                </c:pt>
                <c:pt idx="7169">
                  <c:v>890.62900000000002</c:v>
                </c:pt>
                <c:pt idx="7170">
                  <c:v>922.51900000000001</c:v>
                </c:pt>
                <c:pt idx="7171">
                  <c:v>975.95600000000002</c:v>
                </c:pt>
                <c:pt idx="7172">
                  <c:v>1004.19</c:v>
                </c:pt>
                <c:pt idx="7173">
                  <c:v>969.01</c:v>
                </c:pt>
                <c:pt idx="7174">
                  <c:v>868.26400000000001</c:v>
                </c:pt>
                <c:pt idx="7175">
                  <c:v>729.28599999999994</c:v>
                </c:pt>
                <c:pt idx="7176">
                  <c:v>585.60500000000002</c:v>
                </c:pt>
                <c:pt idx="7177">
                  <c:v>460.68099999999998</c:v>
                </c:pt>
                <c:pt idx="7178">
                  <c:v>362.73</c:v>
                </c:pt>
                <c:pt idx="7179">
                  <c:v>290.68900000000002</c:v>
                </c:pt>
                <c:pt idx="7180">
                  <c:v>239.572</c:v>
                </c:pt>
                <c:pt idx="7181">
                  <c:v>203.43600000000001</c:v>
                </c:pt>
                <c:pt idx="7182">
                  <c:v>177.4</c:v>
                </c:pt>
                <c:pt idx="7183">
                  <c:v>157.27000000000001</c:v>
                </c:pt>
                <c:pt idx="7184">
                  <c:v>140.51499999999999</c:v>
                </c:pt>
                <c:pt idx="7185">
                  <c:v>126.366</c:v>
                </c:pt>
                <c:pt idx="7186">
                  <c:v>114.801</c:v>
                </c:pt>
                <c:pt idx="7187">
                  <c:v>106.21899999999999</c:v>
                </c:pt>
                <c:pt idx="7188">
                  <c:v>100.033</c:v>
                </c:pt>
                <c:pt idx="7189">
                  <c:v>95.894300000000001</c:v>
                </c:pt>
                <c:pt idx="7190">
                  <c:v>93.637</c:v>
                </c:pt>
                <c:pt idx="7191">
                  <c:v>93.403300000000002</c:v>
                </c:pt>
                <c:pt idx="7192">
                  <c:v>95.850800000000007</c:v>
                </c:pt>
                <c:pt idx="7193">
                  <c:v>100.053</c:v>
                </c:pt>
                <c:pt idx="7194">
                  <c:v>104.401</c:v>
                </c:pt>
                <c:pt idx="7195">
                  <c:v>106.673</c:v>
                </c:pt>
                <c:pt idx="7196">
                  <c:v>105.565</c:v>
                </c:pt>
                <c:pt idx="7197">
                  <c:v>101.989</c:v>
                </c:pt>
                <c:pt idx="7198">
                  <c:v>97.688100000000006</c:v>
                </c:pt>
                <c:pt idx="7199">
                  <c:v>95.184299999999993</c:v>
                </c:pt>
                <c:pt idx="7200">
                  <c:v>95.189800000000005</c:v>
                </c:pt>
                <c:pt idx="7201">
                  <c:v>95.940700000000007</c:v>
                </c:pt>
                <c:pt idx="7202">
                  <c:v>94.778700000000001</c:v>
                </c:pt>
                <c:pt idx="7203">
                  <c:v>90.262699999999995</c:v>
                </c:pt>
                <c:pt idx="7204">
                  <c:v>82.733400000000003</c:v>
                </c:pt>
                <c:pt idx="7205">
                  <c:v>73.917100000000005</c:v>
                </c:pt>
                <c:pt idx="7206">
                  <c:v>65.648799999999994</c:v>
                </c:pt>
                <c:pt idx="7207">
                  <c:v>59.023400000000002</c:v>
                </c:pt>
                <c:pt idx="7208">
                  <c:v>54.497300000000003</c:v>
                </c:pt>
                <c:pt idx="7209">
                  <c:v>51.511200000000002</c:v>
                </c:pt>
                <c:pt idx="7210">
                  <c:v>49.824599999999997</c:v>
                </c:pt>
                <c:pt idx="7211">
                  <c:v>49.181699999999999</c:v>
                </c:pt>
                <c:pt idx="7212">
                  <c:v>48.726199999999999</c:v>
                </c:pt>
                <c:pt idx="7213">
                  <c:v>48.7194</c:v>
                </c:pt>
                <c:pt idx="7214">
                  <c:v>48.916200000000003</c:v>
                </c:pt>
                <c:pt idx="7215">
                  <c:v>49.783299999999997</c:v>
                </c:pt>
                <c:pt idx="7216">
                  <c:v>51.820599999999999</c:v>
                </c:pt>
                <c:pt idx="7217">
                  <c:v>55.420299999999997</c:v>
                </c:pt>
                <c:pt idx="7218">
                  <c:v>59.655900000000003</c:v>
                </c:pt>
                <c:pt idx="7219">
                  <c:v>64.719700000000003</c:v>
                </c:pt>
                <c:pt idx="7220">
                  <c:v>70.935500000000005</c:v>
                </c:pt>
                <c:pt idx="7221">
                  <c:v>78.367800000000003</c:v>
                </c:pt>
                <c:pt idx="7222">
                  <c:v>88.080399999999997</c:v>
                </c:pt>
                <c:pt idx="7223">
                  <c:v>101.744</c:v>
                </c:pt>
                <c:pt idx="7224">
                  <c:v>121.422</c:v>
                </c:pt>
                <c:pt idx="7225">
                  <c:v>148.048</c:v>
                </c:pt>
                <c:pt idx="7226">
                  <c:v>181.38399999999999</c:v>
                </c:pt>
                <c:pt idx="7227">
                  <c:v>218.04</c:v>
                </c:pt>
                <c:pt idx="7228">
                  <c:v>248.81899999999999</c:v>
                </c:pt>
                <c:pt idx="7229">
                  <c:v>264.54199999999997</c:v>
                </c:pt>
                <c:pt idx="7230">
                  <c:v>263.31099999999998</c:v>
                </c:pt>
                <c:pt idx="7231">
                  <c:v>252.28200000000001</c:v>
                </c:pt>
                <c:pt idx="7232">
                  <c:v>241.90299999999999</c:v>
                </c:pt>
                <c:pt idx="7233">
                  <c:v>239.74600000000001</c:v>
                </c:pt>
                <c:pt idx="7234">
                  <c:v>246.94200000000001</c:v>
                </c:pt>
                <c:pt idx="7235">
                  <c:v>259.31700000000001</c:v>
                </c:pt>
                <c:pt idx="7236">
                  <c:v>266.26799999999997</c:v>
                </c:pt>
                <c:pt idx="7237">
                  <c:v>258.30399999999997</c:v>
                </c:pt>
                <c:pt idx="7238">
                  <c:v>234.90299999999999</c:v>
                </c:pt>
                <c:pt idx="7239">
                  <c:v>202.97399999999999</c:v>
                </c:pt>
                <c:pt idx="7240">
                  <c:v>170.02099999999999</c:v>
                </c:pt>
                <c:pt idx="7241">
                  <c:v>140.935</c:v>
                </c:pt>
                <c:pt idx="7242">
                  <c:v>117.464</c:v>
                </c:pt>
                <c:pt idx="7243">
                  <c:v>99.672899999999998</c:v>
                </c:pt>
                <c:pt idx="7244">
                  <c:v>86.217299999999994</c:v>
                </c:pt>
                <c:pt idx="7245">
                  <c:v>76.427899999999994</c:v>
                </c:pt>
                <c:pt idx="7246">
                  <c:v>69.979200000000006</c:v>
                </c:pt>
                <c:pt idx="7247">
                  <c:v>66.224599999999995</c:v>
                </c:pt>
                <c:pt idx="7248">
                  <c:v>64.729900000000001</c:v>
                </c:pt>
                <c:pt idx="7249">
                  <c:v>64.806799999999996</c:v>
                </c:pt>
                <c:pt idx="7250">
                  <c:v>66.410499999999999</c:v>
                </c:pt>
                <c:pt idx="7251">
                  <c:v>69.467799999999997</c:v>
                </c:pt>
                <c:pt idx="7252">
                  <c:v>72.256799999999998</c:v>
                </c:pt>
                <c:pt idx="7253">
                  <c:v>73.242099999999994</c:v>
                </c:pt>
                <c:pt idx="7254">
                  <c:v>71.690799999999996</c:v>
                </c:pt>
                <c:pt idx="7255">
                  <c:v>68.037899999999993</c:v>
                </c:pt>
                <c:pt idx="7256">
                  <c:v>63.888800000000003</c:v>
                </c:pt>
                <c:pt idx="7257">
                  <c:v>61.369399999999999</c:v>
                </c:pt>
                <c:pt idx="7258">
                  <c:v>60.797199999999997</c:v>
                </c:pt>
                <c:pt idx="7259">
                  <c:v>61.259900000000002</c:v>
                </c:pt>
                <c:pt idx="7260">
                  <c:v>61.480899999999998</c:v>
                </c:pt>
                <c:pt idx="7261">
                  <c:v>59.653500000000001</c:v>
                </c:pt>
                <c:pt idx="7262">
                  <c:v>55.389600000000002</c:v>
                </c:pt>
                <c:pt idx="7263">
                  <c:v>49.294699999999999</c:v>
                </c:pt>
                <c:pt idx="7264">
                  <c:v>43.059699999999999</c:v>
                </c:pt>
                <c:pt idx="7265">
                  <c:v>37.413899999999998</c:v>
                </c:pt>
                <c:pt idx="7266">
                  <c:v>32.57</c:v>
                </c:pt>
                <c:pt idx="7267">
                  <c:v>28.816700000000001</c:v>
                </c:pt>
                <c:pt idx="7268">
                  <c:v>25.974299999999999</c:v>
                </c:pt>
                <c:pt idx="7269">
                  <c:v>23.858799999999999</c:v>
                </c:pt>
                <c:pt idx="7270">
                  <c:v>22.344899999999999</c:v>
                </c:pt>
                <c:pt idx="7271">
                  <c:v>21.081399999999999</c:v>
                </c:pt>
                <c:pt idx="7272">
                  <c:v>20.126999999999999</c:v>
                </c:pt>
                <c:pt idx="7273">
                  <c:v>19.505700000000001</c:v>
                </c:pt>
                <c:pt idx="7274">
                  <c:v>19.005199999999999</c:v>
                </c:pt>
                <c:pt idx="7275">
                  <c:v>18.6203</c:v>
                </c:pt>
                <c:pt idx="7276">
                  <c:v>18.5503</c:v>
                </c:pt>
                <c:pt idx="7277">
                  <c:v>18.882300000000001</c:v>
                </c:pt>
                <c:pt idx="7278">
                  <c:v>19.1736</c:v>
                </c:pt>
                <c:pt idx="7279">
                  <c:v>19.013999999999999</c:v>
                </c:pt>
                <c:pt idx="7280">
                  <c:v>18.786300000000001</c:v>
                </c:pt>
                <c:pt idx="7281">
                  <c:v>18.227900000000002</c:v>
                </c:pt>
                <c:pt idx="7282">
                  <c:v>17.7699</c:v>
                </c:pt>
                <c:pt idx="7283">
                  <c:v>17.635000000000002</c:v>
                </c:pt>
                <c:pt idx="7284">
                  <c:v>17.739000000000001</c:v>
                </c:pt>
                <c:pt idx="7285">
                  <c:v>17.533200000000001</c:v>
                </c:pt>
                <c:pt idx="7286">
                  <c:v>17.223199999999999</c:v>
                </c:pt>
                <c:pt idx="7287">
                  <c:v>16.875299999999999</c:v>
                </c:pt>
                <c:pt idx="7288">
                  <c:v>16.4102</c:v>
                </c:pt>
                <c:pt idx="7289">
                  <c:v>15.9733</c:v>
                </c:pt>
                <c:pt idx="7290">
                  <c:v>15.495799999999999</c:v>
                </c:pt>
                <c:pt idx="7291">
                  <c:v>14.9009</c:v>
                </c:pt>
                <c:pt idx="7292">
                  <c:v>14.263</c:v>
                </c:pt>
                <c:pt idx="7293">
                  <c:v>13.535299999999999</c:v>
                </c:pt>
                <c:pt idx="7294">
                  <c:v>13.0588</c:v>
                </c:pt>
                <c:pt idx="7295">
                  <c:v>12.9061</c:v>
                </c:pt>
                <c:pt idx="7296">
                  <c:v>12.565099999999999</c:v>
                </c:pt>
                <c:pt idx="7297">
                  <c:v>12.194000000000001</c:v>
                </c:pt>
                <c:pt idx="7298">
                  <c:v>12.227499999999999</c:v>
                </c:pt>
                <c:pt idx="7299">
                  <c:v>12.4444</c:v>
                </c:pt>
                <c:pt idx="7300">
                  <c:v>12.271100000000001</c:v>
                </c:pt>
                <c:pt idx="7301">
                  <c:v>12.2681</c:v>
                </c:pt>
                <c:pt idx="7302">
                  <c:v>12.702999999999999</c:v>
                </c:pt>
                <c:pt idx="7303">
                  <c:v>13.024100000000001</c:v>
                </c:pt>
                <c:pt idx="7304">
                  <c:v>13.5122</c:v>
                </c:pt>
                <c:pt idx="7305">
                  <c:v>13.713800000000001</c:v>
                </c:pt>
                <c:pt idx="7306">
                  <c:v>13.549099999999999</c:v>
                </c:pt>
                <c:pt idx="7307">
                  <c:v>13.1516</c:v>
                </c:pt>
                <c:pt idx="7308">
                  <c:v>13.056800000000001</c:v>
                </c:pt>
                <c:pt idx="7309">
                  <c:v>13.115399999999999</c:v>
                </c:pt>
                <c:pt idx="7310">
                  <c:v>13.160500000000001</c:v>
                </c:pt>
                <c:pt idx="7311">
                  <c:v>13.2539</c:v>
                </c:pt>
                <c:pt idx="7312">
                  <c:v>13.361700000000001</c:v>
                </c:pt>
                <c:pt idx="7313">
                  <c:v>13.2012</c:v>
                </c:pt>
                <c:pt idx="7314">
                  <c:v>12.6721</c:v>
                </c:pt>
                <c:pt idx="7315">
                  <c:v>12.0373</c:v>
                </c:pt>
                <c:pt idx="7316">
                  <c:v>11.413399999999999</c:v>
                </c:pt>
                <c:pt idx="7317">
                  <c:v>10.689500000000001</c:v>
                </c:pt>
                <c:pt idx="7318">
                  <c:v>10.1357</c:v>
                </c:pt>
                <c:pt idx="7319">
                  <c:v>9.7398799999999994</c:v>
                </c:pt>
                <c:pt idx="7320">
                  <c:v>9.6454900000000006</c:v>
                </c:pt>
                <c:pt idx="7321">
                  <c:v>9.7233099999999997</c:v>
                </c:pt>
                <c:pt idx="7322">
                  <c:v>10.175000000000001</c:v>
                </c:pt>
                <c:pt idx="7323">
                  <c:v>10.691700000000001</c:v>
                </c:pt>
                <c:pt idx="7324">
                  <c:v>11.252000000000001</c:v>
                </c:pt>
                <c:pt idx="7325">
                  <c:v>11.813700000000001</c:v>
                </c:pt>
                <c:pt idx="7326">
                  <c:v>12.3688</c:v>
                </c:pt>
                <c:pt idx="7327">
                  <c:v>13.3421</c:v>
                </c:pt>
                <c:pt idx="7328">
                  <c:v>14.5221</c:v>
                </c:pt>
                <c:pt idx="7329">
                  <c:v>16.043800000000001</c:v>
                </c:pt>
                <c:pt idx="7330">
                  <c:v>17.480799999999999</c:v>
                </c:pt>
                <c:pt idx="7331">
                  <c:v>19.148700000000002</c:v>
                </c:pt>
                <c:pt idx="7332">
                  <c:v>21.411000000000001</c:v>
                </c:pt>
                <c:pt idx="7333">
                  <c:v>23.998899999999999</c:v>
                </c:pt>
                <c:pt idx="7334">
                  <c:v>27.579499999999999</c:v>
                </c:pt>
                <c:pt idx="7335">
                  <c:v>32.915100000000002</c:v>
                </c:pt>
                <c:pt idx="7336">
                  <c:v>40.417200000000001</c:v>
                </c:pt>
                <c:pt idx="7337">
                  <c:v>49.4146</c:v>
                </c:pt>
                <c:pt idx="7338">
                  <c:v>57.990600000000001</c:v>
                </c:pt>
                <c:pt idx="7339">
                  <c:v>63.413499999999999</c:v>
                </c:pt>
                <c:pt idx="7340">
                  <c:v>64.430000000000007</c:v>
                </c:pt>
                <c:pt idx="7341">
                  <c:v>62.250799999999998</c:v>
                </c:pt>
                <c:pt idx="7342">
                  <c:v>59.433799999999998</c:v>
                </c:pt>
                <c:pt idx="7343">
                  <c:v>58.6188</c:v>
                </c:pt>
                <c:pt idx="7344">
                  <c:v>60.552</c:v>
                </c:pt>
                <c:pt idx="7345">
                  <c:v>63.224400000000003</c:v>
                </c:pt>
                <c:pt idx="7346">
                  <c:v>63.2821</c:v>
                </c:pt>
                <c:pt idx="7347">
                  <c:v>58.840299999999999</c:v>
                </c:pt>
                <c:pt idx="7348">
                  <c:v>51.334000000000003</c:v>
                </c:pt>
                <c:pt idx="7349">
                  <c:v>42.513100000000001</c:v>
                </c:pt>
                <c:pt idx="7350">
                  <c:v>34.1937</c:v>
                </c:pt>
                <c:pt idx="7351">
                  <c:v>27.558499999999999</c:v>
                </c:pt>
                <c:pt idx="7352">
                  <c:v>22.328099999999999</c:v>
                </c:pt>
                <c:pt idx="7353">
                  <c:v>18.585899999999999</c:v>
                </c:pt>
                <c:pt idx="7354">
                  <c:v>16.1494</c:v>
                </c:pt>
                <c:pt idx="7355">
                  <c:v>14.5557</c:v>
                </c:pt>
                <c:pt idx="7356">
                  <c:v>13.2857</c:v>
                </c:pt>
                <c:pt idx="7357">
                  <c:v>12.113</c:v>
                </c:pt>
                <c:pt idx="7358">
                  <c:v>11.278</c:v>
                </c:pt>
                <c:pt idx="7359">
                  <c:v>10.785399999999999</c:v>
                </c:pt>
                <c:pt idx="7360">
                  <c:v>10.301500000000001</c:v>
                </c:pt>
                <c:pt idx="7361">
                  <c:v>9.9150600000000004</c:v>
                </c:pt>
                <c:pt idx="7362">
                  <c:v>9.5600900000000006</c:v>
                </c:pt>
                <c:pt idx="7363">
                  <c:v>9.1234500000000001</c:v>
                </c:pt>
                <c:pt idx="7364">
                  <c:v>8.8680699999999995</c:v>
                </c:pt>
                <c:pt idx="7365">
                  <c:v>8.9760899999999992</c:v>
                </c:pt>
                <c:pt idx="7366">
                  <c:v>9.2098999999999993</c:v>
                </c:pt>
                <c:pt idx="7367">
                  <c:v>9.0105199999999996</c:v>
                </c:pt>
                <c:pt idx="7368">
                  <c:v>8.2961899999999993</c:v>
                </c:pt>
                <c:pt idx="7369">
                  <c:v>7.7460199999999997</c:v>
                </c:pt>
                <c:pt idx="7370">
                  <c:v>7.5672600000000001</c:v>
                </c:pt>
                <c:pt idx="7371">
                  <c:v>7.6769499999999997</c:v>
                </c:pt>
                <c:pt idx="7372">
                  <c:v>7.9020799999999998</c:v>
                </c:pt>
                <c:pt idx="7373">
                  <c:v>8.0617800000000006</c:v>
                </c:pt>
                <c:pt idx="7374">
                  <c:v>8.0963700000000003</c:v>
                </c:pt>
                <c:pt idx="7375">
                  <c:v>8.1996599999999997</c:v>
                </c:pt>
                <c:pt idx="7376">
                  <c:v>8.2032500000000006</c:v>
                </c:pt>
                <c:pt idx="7377">
                  <c:v>8.1638300000000008</c:v>
                </c:pt>
                <c:pt idx="7378">
                  <c:v>8.1708999999999996</c:v>
                </c:pt>
                <c:pt idx="7379">
                  <c:v>8.1634200000000003</c:v>
                </c:pt>
                <c:pt idx="7380">
                  <c:v>8.1293100000000003</c:v>
                </c:pt>
                <c:pt idx="7381">
                  <c:v>7.7725600000000004</c:v>
                </c:pt>
                <c:pt idx="7382">
                  <c:v>7.7667599999999997</c:v>
                </c:pt>
                <c:pt idx="7383">
                  <c:v>8.1490399999999994</c:v>
                </c:pt>
                <c:pt idx="7384">
                  <c:v>8.4023299999999992</c:v>
                </c:pt>
                <c:pt idx="7385">
                  <c:v>7.9890100000000004</c:v>
                </c:pt>
                <c:pt idx="7386">
                  <c:v>7.5162500000000003</c:v>
                </c:pt>
                <c:pt idx="7387">
                  <c:v>7.0817399999999999</c:v>
                </c:pt>
                <c:pt idx="7388">
                  <c:v>6.9274100000000001</c:v>
                </c:pt>
                <c:pt idx="7389">
                  <c:v>6.48</c:v>
                </c:pt>
                <c:pt idx="7390">
                  <c:v>6.0198900000000002</c:v>
                </c:pt>
                <c:pt idx="7391">
                  <c:v>5.9546299999999999</c:v>
                </c:pt>
                <c:pt idx="7392">
                  <c:v>6.13565</c:v>
                </c:pt>
                <c:pt idx="7393">
                  <c:v>6.2156099999999999</c:v>
                </c:pt>
                <c:pt idx="7394">
                  <c:v>6.2580999999999998</c:v>
                </c:pt>
                <c:pt idx="7395">
                  <c:v>5.9640599999999999</c:v>
                </c:pt>
                <c:pt idx="7396">
                  <c:v>5.7577199999999999</c:v>
                </c:pt>
                <c:pt idx="7397">
                  <c:v>5.6545399999999999</c:v>
                </c:pt>
                <c:pt idx="7398">
                  <c:v>5.5886199999999997</c:v>
                </c:pt>
                <c:pt idx="7399">
                  <c:v>5.4444600000000003</c:v>
                </c:pt>
                <c:pt idx="7400">
                  <c:v>5.39114</c:v>
                </c:pt>
                <c:pt idx="7401">
                  <c:v>5.1697499999999996</c:v>
                </c:pt>
                <c:pt idx="7402">
                  <c:v>4.9259899999999996</c:v>
                </c:pt>
                <c:pt idx="7403">
                  <c:v>4.7119400000000002</c:v>
                </c:pt>
                <c:pt idx="7404">
                  <c:v>4.8421399999999997</c:v>
                </c:pt>
                <c:pt idx="7405">
                  <c:v>4.71089</c:v>
                </c:pt>
                <c:pt idx="7406">
                  <c:v>4.5864200000000004</c:v>
                </c:pt>
                <c:pt idx="7407">
                  <c:v>4.8071200000000003</c:v>
                </c:pt>
                <c:pt idx="7408">
                  <c:v>5.26363</c:v>
                </c:pt>
                <c:pt idx="7409">
                  <c:v>5.40639</c:v>
                </c:pt>
                <c:pt idx="7410">
                  <c:v>5.3159900000000002</c:v>
                </c:pt>
                <c:pt idx="7411">
                  <c:v>5.2992800000000004</c:v>
                </c:pt>
                <c:pt idx="7412">
                  <c:v>5.3190400000000002</c:v>
                </c:pt>
                <c:pt idx="7413">
                  <c:v>5.1851399999999996</c:v>
                </c:pt>
                <c:pt idx="7414">
                  <c:v>4.8046300000000004</c:v>
                </c:pt>
                <c:pt idx="7415">
                  <c:v>4.75739</c:v>
                </c:pt>
                <c:pt idx="7416">
                  <c:v>5.0560200000000002</c:v>
                </c:pt>
                <c:pt idx="7417">
                  <c:v>5.2863600000000002</c:v>
                </c:pt>
                <c:pt idx="7418">
                  <c:v>5.1623000000000001</c:v>
                </c:pt>
                <c:pt idx="7419">
                  <c:v>4.7603600000000004</c:v>
                </c:pt>
                <c:pt idx="7420">
                  <c:v>4.4065200000000004</c:v>
                </c:pt>
                <c:pt idx="7421">
                  <c:v>4.3928900000000004</c:v>
                </c:pt>
                <c:pt idx="7422">
                  <c:v>4.4603200000000003</c:v>
                </c:pt>
                <c:pt idx="7423">
                  <c:v>4.2833699999999997</c:v>
                </c:pt>
                <c:pt idx="7424">
                  <c:v>4.0759600000000002</c:v>
                </c:pt>
                <c:pt idx="7425">
                  <c:v>4.10243</c:v>
                </c:pt>
                <c:pt idx="7426">
                  <c:v>4.4252900000000004</c:v>
                </c:pt>
                <c:pt idx="7427">
                  <c:v>4.9118500000000003</c:v>
                </c:pt>
                <c:pt idx="7428">
                  <c:v>4.9816399999999996</c:v>
                </c:pt>
                <c:pt idx="7429">
                  <c:v>4.8240600000000002</c:v>
                </c:pt>
                <c:pt idx="7430">
                  <c:v>5.0370600000000003</c:v>
                </c:pt>
                <c:pt idx="7431">
                  <c:v>5.4324500000000002</c:v>
                </c:pt>
                <c:pt idx="7432">
                  <c:v>5.4688299999999996</c:v>
                </c:pt>
                <c:pt idx="7433">
                  <c:v>5.3656100000000002</c:v>
                </c:pt>
                <c:pt idx="7434">
                  <c:v>5.02447</c:v>
                </c:pt>
                <c:pt idx="7435">
                  <c:v>4.7598399999999996</c:v>
                </c:pt>
                <c:pt idx="7436">
                  <c:v>4.8672199999999997</c:v>
                </c:pt>
                <c:pt idx="7437">
                  <c:v>4.8407799999999996</c:v>
                </c:pt>
                <c:pt idx="7438">
                  <c:v>4.8639099999999997</c:v>
                </c:pt>
                <c:pt idx="7439">
                  <c:v>5.2294600000000004</c:v>
                </c:pt>
                <c:pt idx="7440">
                  <c:v>5.2852600000000001</c:v>
                </c:pt>
                <c:pt idx="7441">
                  <c:v>5.2627300000000004</c:v>
                </c:pt>
                <c:pt idx="7442">
                  <c:v>5.0820100000000004</c:v>
                </c:pt>
                <c:pt idx="7443">
                  <c:v>4.7034799999999999</c:v>
                </c:pt>
                <c:pt idx="7444">
                  <c:v>4.4296600000000002</c:v>
                </c:pt>
                <c:pt idx="7445">
                  <c:v>4.3445200000000002</c:v>
                </c:pt>
                <c:pt idx="7446">
                  <c:v>4.1895600000000002</c:v>
                </c:pt>
                <c:pt idx="7447">
                  <c:v>4.1201699999999999</c:v>
                </c:pt>
                <c:pt idx="7448">
                  <c:v>4.27583</c:v>
                </c:pt>
                <c:pt idx="7449">
                  <c:v>4.3623000000000003</c:v>
                </c:pt>
                <c:pt idx="7450">
                  <c:v>4.5930900000000001</c:v>
                </c:pt>
                <c:pt idx="7451">
                  <c:v>4.9772299999999996</c:v>
                </c:pt>
                <c:pt idx="7452">
                  <c:v>5.0239900000000004</c:v>
                </c:pt>
                <c:pt idx="7453">
                  <c:v>4.8076100000000004</c:v>
                </c:pt>
                <c:pt idx="7454">
                  <c:v>4.7564399999999996</c:v>
                </c:pt>
                <c:pt idx="7455">
                  <c:v>4.5949299999999997</c:v>
                </c:pt>
                <c:pt idx="7456">
                  <c:v>4.4716899999999997</c:v>
                </c:pt>
                <c:pt idx="7457">
                  <c:v>4.6302300000000001</c:v>
                </c:pt>
                <c:pt idx="7458">
                  <c:v>4.8938899999999999</c:v>
                </c:pt>
                <c:pt idx="7459">
                  <c:v>5.1560199999999998</c:v>
                </c:pt>
                <c:pt idx="7460">
                  <c:v>5.4283999999999999</c:v>
                </c:pt>
                <c:pt idx="7461">
                  <c:v>5.4236000000000004</c:v>
                </c:pt>
                <c:pt idx="7462">
                  <c:v>5.3671899999999999</c:v>
                </c:pt>
                <c:pt idx="7463">
                  <c:v>5.3228499999999999</c:v>
                </c:pt>
                <c:pt idx="7464">
                  <c:v>5.3826499999999999</c:v>
                </c:pt>
                <c:pt idx="7465">
                  <c:v>5.46488</c:v>
                </c:pt>
                <c:pt idx="7466">
                  <c:v>5.0144000000000002</c:v>
                </c:pt>
                <c:pt idx="7467">
                  <c:v>4.8659600000000003</c:v>
                </c:pt>
                <c:pt idx="7468">
                  <c:v>4.83169</c:v>
                </c:pt>
                <c:pt idx="7469">
                  <c:v>4.5513700000000004</c:v>
                </c:pt>
                <c:pt idx="7470">
                  <c:v>4.2966199999999999</c:v>
                </c:pt>
                <c:pt idx="7471">
                  <c:v>4.3932900000000004</c:v>
                </c:pt>
                <c:pt idx="7472">
                  <c:v>4.2912699999999999</c:v>
                </c:pt>
                <c:pt idx="7473">
                  <c:v>4.0710199999999999</c:v>
                </c:pt>
                <c:pt idx="7474">
                  <c:v>3.9561600000000001</c:v>
                </c:pt>
                <c:pt idx="7475">
                  <c:v>3.8739499999999998</c:v>
                </c:pt>
                <c:pt idx="7476">
                  <c:v>4.0706699999999998</c:v>
                </c:pt>
                <c:pt idx="7477">
                  <c:v>4.2679299999999998</c:v>
                </c:pt>
                <c:pt idx="7478">
                  <c:v>4.55741</c:v>
                </c:pt>
                <c:pt idx="7479">
                  <c:v>4.6086799999999997</c:v>
                </c:pt>
                <c:pt idx="7480">
                  <c:v>4.3435100000000002</c:v>
                </c:pt>
                <c:pt idx="7481">
                  <c:v>4.2668299999999997</c:v>
                </c:pt>
                <c:pt idx="7482">
                  <c:v>4.2364499999999996</c:v>
                </c:pt>
                <c:pt idx="7483">
                  <c:v>4.3958000000000004</c:v>
                </c:pt>
                <c:pt idx="7484">
                  <c:v>4.4458000000000002</c:v>
                </c:pt>
                <c:pt idx="7485">
                  <c:v>4.14018</c:v>
                </c:pt>
                <c:pt idx="7486">
                  <c:v>4.1143400000000003</c:v>
                </c:pt>
                <c:pt idx="7487">
                  <c:v>4.0358799999999997</c:v>
                </c:pt>
                <c:pt idx="7488">
                  <c:v>3.6826300000000001</c:v>
                </c:pt>
                <c:pt idx="7489">
                  <c:v>3.7679999999999998</c:v>
                </c:pt>
                <c:pt idx="7490">
                  <c:v>3.9533</c:v>
                </c:pt>
                <c:pt idx="7491">
                  <c:v>3.7524500000000001</c:v>
                </c:pt>
                <c:pt idx="7492">
                  <c:v>3.70655</c:v>
                </c:pt>
                <c:pt idx="7493">
                  <c:v>3.5925199999999999</c:v>
                </c:pt>
                <c:pt idx="7494">
                  <c:v>3.7140300000000002</c:v>
                </c:pt>
                <c:pt idx="7495">
                  <c:v>3.8627899999999999</c:v>
                </c:pt>
                <c:pt idx="7496">
                  <c:v>3.8082600000000002</c:v>
                </c:pt>
                <c:pt idx="7497">
                  <c:v>3.9575200000000001</c:v>
                </c:pt>
                <c:pt idx="7498">
                  <c:v>4.1128799999999996</c:v>
                </c:pt>
                <c:pt idx="7499">
                  <c:v>4.1992099999999999</c:v>
                </c:pt>
                <c:pt idx="7500">
                  <c:v>3.9674100000000001</c:v>
                </c:pt>
                <c:pt idx="7501">
                  <c:v>3.7262900000000001</c:v>
                </c:pt>
                <c:pt idx="7502">
                  <c:v>3.9885700000000002</c:v>
                </c:pt>
                <c:pt idx="7503">
                  <c:v>4.1351500000000003</c:v>
                </c:pt>
                <c:pt idx="7504">
                  <c:v>4.02285</c:v>
                </c:pt>
                <c:pt idx="7505">
                  <c:v>4.2371100000000004</c:v>
                </c:pt>
                <c:pt idx="7506">
                  <c:v>4.3705100000000003</c:v>
                </c:pt>
                <c:pt idx="7507">
                  <c:v>4.43445</c:v>
                </c:pt>
                <c:pt idx="7508">
                  <c:v>4.5994099999999998</c:v>
                </c:pt>
                <c:pt idx="7509">
                  <c:v>4.3760000000000003</c:v>
                </c:pt>
                <c:pt idx="7510">
                  <c:v>4.1510899999999999</c:v>
                </c:pt>
                <c:pt idx="7511">
                  <c:v>3.7944300000000002</c:v>
                </c:pt>
                <c:pt idx="7512">
                  <c:v>3.6483699999999999</c:v>
                </c:pt>
                <c:pt idx="7513">
                  <c:v>4.0658500000000002</c:v>
                </c:pt>
                <c:pt idx="7514">
                  <c:v>4.22241</c:v>
                </c:pt>
                <c:pt idx="7515">
                  <c:v>4.2649999999999997</c:v>
                </c:pt>
                <c:pt idx="7516">
                  <c:v>4.3690100000000003</c:v>
                </c:pt>
                <c:pt idx="7517">
                  <c:v>4.4138099999999998</c:v>
                </c:pt>
                <c:pt idx="7518">
                  <c:v>4.5714499999999996</c:v>
                </c:pt>
                <c:pt idx="7519">
                  <c:v>4.6185700000000001</c:v>
                </c:pt>
                <c:pt idx="7520">
                  <c:v>4.0633900000000001</c:v>
                </c:pt>
                <c:pt idx="7521">
                  <c:v>4.0443699999999998</c:v>
                </c:pt>
                <c:pt idx="7522">
                  <c:v>4.1433200000000001</c:v>
                </c:pt>
                <c:pt idx="7523">
                  <c:v>4.0179600000000004</c:v>
                </c:pt>
                <c:pt idx="7524">
                  <c:v>4.1531799999999999</c:v>
                </c:pt>
                <c:pt idx="7525">
                  <c:v>4.0670400000000004</c:v>
                </c:pt>
                <c:pt idx="7526">
                  <c:v>3.9807700000000001</c:v>
                </c:pt>
                <c:pt idx="7527">
                  <c:v>4.1598499999999996</c:v>
                </c:pt>
                <c:pt idx="7528">
                  <c:v>4.1734799999999996</c:v>
                </c:pt>
                <c:pt idx="7529">
                  <c:v>4.0981500000000004</c:v>
                </c:pt>
                <c:pt idx="7530">
                  <c:v>4.1901900000000003</c:v>
                </c:pt>
                <c:pt idx="7531">
                  <c:v>4.3977700000000004</c:v>
                </c:pt>
                <c:pt idx="7532">
                  <c:v>4.35982</c:v>
                </c:pt>
                <c:pt idx="7533">
                  <c:v>3.94754</c:v>
                </c:pt>
                <c:pt idx="7534">
                  <c:v>3.83514</c:v>
                </c:pt>
                <c:pt idx="7535">
                  <c:v>3.8904800000000002</c:v>
                </c:pt>
                <c:pt idx="7536">
                  <c:v>3.95153</c:v>
                </c:pt>
                <c:pt idx="7537">
                  <c:v>4.0458400000000001</c:v>
                </c:pt>
                <c:pt idx="7538">
                  <c:v>4.1509799999999997</c:v>
                </c:pt>
                <c:pt idx="7539">
                  <c:v>4.03437</c:v>
                </c:pt>
                <c:pt idx="7540">
                  <c:v>3.9285100000000002</c:v>
                </c:pt>
                <c:pt idx="7541">
                  <c:v>3.5661399999999999</c:v>
                </c:pt>
                <c:pt idx="7542">
                  <c:v>3.1859199999999999</c:v>
                </c:pt>
                <c:pt idx="7543">
                  <c:v>3.3205300000000002</c:v>
                </c:pt>
                <c:pt idx="7544">
                  <c:v>3.8145699999999998</c:v>
                </c:pt>
                <c:pt idx="7545">
                  <c:v>4.0841700000000003</c:v>
                </c:pt>
                <c:pt idx="7546">
                  <c:v>4.2389700000000001</c:v>
                </c:pt>
                <c:pt idx="7547">
                  <c:v>4.4017499999999998</c:v>
                </c:pt>
                <c:pt idx="7548">
                  <c:v>4.4102699999999997</c:v>
                </c:pt>
                <c:pt idx="7549">
                  <c:v>4.3914200000000001</c:v>
                </c:pt>
                <c:pt idx="7550">
                  <c:v>4.3852000000000002</c:v>
                </c:pt>
                <c:pt idx="7551">
                  <c:v>4.3419999999999996</c:v>
                </c:pt>
                <c:pt idx="7552">
                  <c:v>4.0271400000000002</c:v>
                </c:pt>
                <c:pt idx="7553">
                  <c:v>3.82525</c:v>
                </c:pt>
                <c:pt idx="7554">
                  <c:v>3.7360099999999998</c:v>
                </c:pt>
                <c:pt idx="7555">
                  <c:v>4.0099200000000002</c:v>
                </c:pt>
                <c:pt idx="7556">
                  <c:v>4.1090499999999999</c:v>
                </c:pt>
                <c:pt idx="7557">
                  <c:v>3.9053499999999999</c:v>
                </c:pt>
                <c:pt idx="7558">
                  <c:v>3.79732</c:v>
                </c:pt>
                <c:pt idx="7559">
                  <c:v>3.6261399999999999</c:v>
                </c:pt>
                <c:pt idx="7560">
                  <c:v>3.4364300000000001</c:v>
                </c:pt>
                <c:pt idx="7561">
                  <c:v>3.1498300000000001</c:v>
                </c:pt>
                <c:pt idx="7562">
                  <c:v>3.07578</c:v>
                </c:pt>
                <c:pt idx="7563">
                  <c:v>3.6117699999999999</c:v>
                </c:pt>
                <c:pt idx="7564">
                  <c:v>3.8982399999999999</c:v>
                </c:pt>
                <c:pt idx="7565">
                  <c:v>3.8079499999999999</c:v>
                </c:pt>
                <c:pt idx="7566">
                  <c:v>3.8446400000000001</c:v>
                </c:pt>
                <c:pt idx="7567">
                  <c:v>4.0015400000000003</c:v>
                </c:pt>
                <c:pt idx="7568">
                  <c:v>3.7305199999999998</c:v>
                </c:pt>
                <c:pt idx="7569">
                  <c:v>3.54264</c:v>
                </c:pt>
                <c:pt idx="7570">
                  <c:v>3.2983600000000002</c:v>
                </c:pt>
                <c:pt idx="7571">
                  <c:v>3.1610499999999999</c:v>
                </c:pt>
                <c:pt idx="7572">
                  <c:v>3.1307900000000002</c:v>
                </c:pt>
                <c:pt idx="7573">
                  <c:v>2.90822</c:v>
                </c:pt>
                <c:pt idx="7574">
                  <c:v>2.9820899999999999</c:v>
                </c:pt>
                <c:pt idx="7575">
                  <c:v>3.2353200000000002</c:v>
                </c:pt>
                <c:pt idx="7576">
                  <c:v>3.7587299999999999</c:v>
                </c:pt>
                <c:pt idx="7577">
                  <c:v>4.0366400000000002</c:v>
                </c:pt>
                <c:pt idx="7578">
                  <c:v>4.1091899999999999</c:v>
                </c:pt>
                <c:pt idx="7579">
                  <c:v>4.2201599999999999</c:v>
                </c:pt>
                <c:pt idx="7580">
                  <c:v>4.1208999999999998</c:v>
                </c:pt>
                <c:pt idx="7581">
                  <c:v>3.9109400000000001</c:v>
                </c:pt>
                <c:pt idx="7582">
                  <c:v>3.8645900000000002</c:v>
                </c:pt>
                <c:pt idx="7583">
                  <c:v>4.2809100000000004</c:v>
                </c:pt>
                <c:pt idx="7584">
                  <c:v>4.2299899999999999</c:v>
                </c:pt>
                <c:pt idx="7585">
                  <c:v>4.0452899999999996</c:v>
                </c:pt>
                <c:pt idx="7586">
                  <c:v>3.95953</c:v>
                </c:pt>
                <c:pt idx="7587">
                  <c:v>3.64656</c:v>
                </c:pt>
                <c:pt idx="7588">
                  <c:v>3.7113299999999998</c:v>
                </c:pt>
                <c:pt idx="7589">
                  <c:v>3.6579799999999998</c:v>
                </c:pt>
                <c:pt idx="7590">
                  <c:v>3.5640399999999999</c:v>
                </c:pt>
                <c:pt idx="7591">
                  <c:v>3.8645499999999999</c:v>
                </c:pt>
                <c:pt idx="7592">
                  <c:v>4.0800200000000002</c:v>
                </c:pt>
                <c:pt idx="7593">
                  <c:v>3.9535499999999999</c:v>
                </c:pt>
                <c:pt idx="7594">
                  <c:v>3.9083700000000001</c:v>
                </c:pt>
                <c:pt idx="7595">
                  <c:v>3.87215</c:v>
                </c:pt>
                <c:pt idx="7596">
                  <c:v>3.7385899999999999</c:v>
                </c:pt>
                <c:pt idx="7597">
                  <c:v>3.21773</c:v>
                </c:pt>
                <c:pt idx="7598">
                  <c:v>3.10622</c:v>
                </c:pt>
                <c:pt idx="7599">
                  <c:v>3.2745799999999998</c:v>
                </c:pt>
                <c:pt idx="7600">
                  <c:v>3.3869699999999998</c:v>
                </c:pt>
                <c:pt idx="7601">
                  <c:v>3.47512</c:v>
                </c:pt>
                <c:pt idx="7602">
                  <c:v>3.6945000000000001</c:v>
                </c:pt>
                <c:pt idx="7603">
                  <c:v>3.7878799999999999</c:v>
                </c:pt>
                <c:pt idx="7604">
                  <c:v>3.6814399999999998</c:v>
                </c:pt>
                <c:pt idx="7605">
                  <c:v>3.6320899999999998</c:v>
                </c:pt>
                <c:pt idx="7606">
                  <c:v>3.6477599999999999</c:v>
                </c:pt>
                <c:pt idx="7607">
                  <c:v>3.7368700000000001</c:v>
                </c:pt>
                <c:pt idx="7608">
                  <c:v>3.8328099999999998</c:v>
                </c:pt>
                <c:pt idx="7609">
                  <c:v>3.7789899999999998</c:v>
                </c:pt>
                <c:pt idx="7610">
                  <c:v>3.7309299999999999</c:v>
                </c:pt>
                <c:pt idx="7611">
                  <c:v>3.5723199999999999</c:v>
                </c:pt>
                <c:pt idx="7612">
                  <c:v>3.66764</c:v>
                </c:pt>
                <c:pt idx="7613">
                  <c:v>3.9803099999999998</c:v>
                </c:pt>
                <c:pt idx="7614">
                  <c:v>4.0075799999999999</c:v>
                </c:pt>
                <c:pt idx="7615">
                  <c:v>3.74383</c:v>
                </c:pt>
                <c:pt idx="7616">
                  <c:v>3.58134</c:v>
                </c:pt>
                <c:pt idx="7617">
                  <c:v>3.99709</c:v>
                </c:pt>
                <c:pt idx="7618">
                  <c:v>4.3187199999999999</c:v>
                </c:pt>
                <c:pt idx="7619">
                  <c:v>4.3811099999999996</c:v>
                </c:pt>
                <c:pt idx="7620">
                  <c:v>3.9858199999999999</c:v>
                </c:pt>
                <c:pt idx="7621">
                  <c:v>3.8300800000000002</c:v>
                </c:pt>
                <c:pt idx="7622">
                  <c:v>3.8142399999999999</c:v>
                </c:pt>
                <c:pt idx="7623">
                  <c:v>3.5604100000000001</c:v>
                </c:pt>
                <c:pt idx="7624">
                  <c:v>3.4910000000000001</c:v>
                </c:pt>
                <c:pt idx="7625">
                  <c:v>3.7286299999999999</c:v>
                </c:pt>
                <c:pt idx="7626">
                  <c:v>3.96149</c:v>
                </c:pt>
                <c:pt idx="7627">
                  <c:v>4.1633399999999998</c:v>
                </c:pt>
                <c:pt idx="7628">
                  <c:v>4.0613099999999998</c:v>
                </c:pt>
                <c:pt idx="7629">
                  <c:v>4.1885899999999996</c:v>
                </c:pt>
                <c:pt idx="7630">
                  <c:v>4.5305400000000002</c:v>
                </c:pt>
                <c:pt idx="7631">
                  <c:v>4.43865</c:v>
                </c:pt>
                <c:pt idx="7632">
                  <c:v>4.4260099999999998</c:v>
                </c:pt>
                <c:pt idx="7633">
                  <c:v>4.4123099999999997</c:v>
                </c:pt>
                <c:pt idx="7634">
                  <c:v>4.30898</c:v>
                </c:pt>
                <c:pt idx="7635">
                  <c:v>4.3481300000000003</c:v>
                </c:pt>
                <c:pt idx="7636">
                  <c:v>4.27996</c:v>
                </c:pt>
                <c:pt idx="7637">
                  <c:v>4.34307</c:v>
                </c:pt>
                <c:pt idx="7638">
                  <c:v>4.5180699999999998</c:v>
                </c:pt>
                <c:pt idx="7639">
                  <c:v>4.7854999999999999</c:v>
                </c:pt>
                <c:pt idx="7640">
                  <c:v>5.1828200000000004</c:v>
                </c:pt>
                <c:pt idx="7641">
                  <c:v>5.5403099999999998</c:v>
                </c:pt>
                <c:pt idx="7642">
                  <c:v>6.0705400000000003</c:v>
                </c:pt>
                <c:pt idx="7643">
                  <c:v>6.4137399999999998</c:v>
                </c:pt>
                <c:pt idx="7644">
                  <c:v>7.0398500000000004</c:v>
                </c:pt>
                <c:pt idx="7645">
                  <c:v>7.9000500000000002</c:v>
                </c:pt>
                <c:pt idx="7646">
                  <c:v>8.4348100000000006</c:v>
                </c:pt>
                <c:pt idx="7647">
                  <c:v>8.4464600000000001</c:v>
                </c:pt>
                <c:pt idx="7648">
                  <c:v>7.8890000000000002</c:v>
                </c:pt>
                <c:pt idx="7649">
                  <c:v>7.4075300000000004</c:v>
                </c:pt>
                <c:pt idx="7650">
                  <c:v>7.4651399999999999</c:v>
                </c:pt>
                <c:pt idx="7651">
                  <c:v>7.7387800000000002</c:v>
                </c:pt>
                <c:pt idx="7652">
                  <c:v>7.9597800000000003</c:v>
                </c:pt>
                <c:pt idx="7653">
                  <c:v>8.0448599999999999</c:v>
                </c:pt>
                <c:pt idx="7654">
                  <c:v>7.5661100000000001</c:v>
                </c:pt>
                <c:pt idx="7655">
                  <c:v>6.7234100000000003</c:v>
                </c:pt>
                <c:pt idx="7656">
                  <c:v>5.75786</c:v>
                </c:pt>
                <c:pt idx="7657">
                  <c:v>5.1905099999999997</c:v>
                </c:pt>
                <c:pt idx="7658">
                  <c:v>4.9223299999999997</c:v>
                </c:pt>
                <c:pt idx="7659">
                  <c:v>4.8492600000000001</c:v>
                </c:pt>
                <c:pt idx="7660">
                  <c:v>4.8342299999999998</c:v>
                </c:pt>
                <c:pt idx="7661">
                  <c:v>4.63544</c:v>
                </c:pt>
                <c:pt idx="7662">
                  <c:v>4.2552300000000001</c:v>
                </c:pt>
                <c:pt idx="7663">
                  <c:v>4.0083200000000003</c:v>
                </c:pt>
                <c:pt idx="7664">
                  <c:v>4.0933700000000002</c:v>
                </c:pt>
                <c:pt idx="7665">
                  <c:v>4.1129699999999998</c:v>
                </c:pt>
                <c:pt idx="7666">
                  <c:v>4.22079</c:v>
                </c:pt>
                <c:pt idx="7667">
                  <c:v>4.1419300000000003</c:v>
                </c:pt>
                <c:pt idx="7668">
                  <c:v>4.0529900000000003</c:v>
                </c:pt>
                <c:pt idx="7669">
                  <c:v>3.9298600000000001</c:v>
                </c:pt>
                <c:pt idx="7670">
                  <c:v>3.8593799999999998</c:v>
                </c:pt>
                <c:pt idx="7671">
                  <c:v>4.3295700000000004</c:v>
                </c:pt>
                <c:pt idx="7672">
                  <c:v>4.7221900000000003</c:v>
                </c:pt>
                <c:pt idx="7673">
                  <c:v>4.6866099999999999</c:v>
                </c:pt>
                <c:pt idx="7674">
                  <c:v>4.3086700000000002</c:v>
                </c:pt>
                <c:pt idx="7675">
                  <c:v>4.0287699999999997</c:v>
                </c:pt>
                <c:pt idx="7676">
                  <c:v>3.9234200000000001</c:v>
                </c:pt>
                <c:pt idx="7677">
                  <c:v>3.71435</c:v>
                </c:pt>
                <c:pt idx="7678">
                  <c:v>3.66005</c:v>
                </c:pt>
                <c:pt idx="7679">
                  <c:v>3.58629</c:v>
                </c:pt>
                <c:pt idx="7680">
                  <c:v>3.5158999999999998</c:v>
                </c:pt>
                <c:pt idx="7681">
                  <c:v>3.50976</c:v>
                </c:pt>
                <c:pt idx="7682">
                  <c:v>3.10311</c:v>
                </c:pt>
                <c:pt idx="7683">
                  <c:v>2.9440499999999998</c:v>
                </c:pt>
                <c:pt idx="7684">
                  <c:v>3.37195</c:v>
                </c:pt>
                <c:pt idx="7685">
                  <c:v>3.7267000000000001</c:v>
                </c:pt>
                <c:pt idx="7686">
                  <c:v>3.9089900000000002</c:v>
                </c:pt>
                <c:pt idx="7687">
                  <c:v>4.2399100000000001</c:v>
                </c:pt>
                <c:pt idx="7688">
                  <c:v>4.3489699999999996</c:v>
                </c:pt>
                <c:pt idx="7689">
                  <c:v>4.0653699999999997</c:v>
                </c:pt>
                <c:pt idx="7690">
                  <c:v>4.0930400000000002</c:v>
                </c:pt>
                <c:pt idx="7691">
                  <c:v>4.4318999999999997</c:v>
                </c:pt>
                <c:pt idx="7692">
                  <c:v>4.7256099999999996</c:v>
                </c:pt>
                <c:pt idx="7693">
                  <c:v>5.4176799999999998</c:v>
                </c:pt>
                <c:pt idx="7694">
                  <c:v>6.2753300000000003</c:v>
                </c:pt>
                <c:pt idx="7695">
                  <c:v>6.5276199999999998</c:v>
                </c:pt>
                <c:pt idx="7696">
                  <c:v>6.5162699999999996</c:v>
                </c:pt>
                <c:pt idx="7697">
                  <c:v>6.6468999999999996</c:v>
                </c:pt>
                <c:pt idx="7698">
                  <c:v>6.7809999999999997</c:v>
                </c:pt>
                <c:pt idx="7699">
                  <c:v>7.0457900000000002</c:v>
                </c:pt>
                <c:pt idx="7700">
                  <c:v>7.2901199999999999</c:v>
                </c:pt>
                <c:pt idx="7701">
                  <c:v>7.3889100000000001</c:v>
                </c:pt>
                <c:pt idx="7702">
                  <c:v>6.8657599999999999</c:v>
                </c:pt>
                <c:pt idx="7703">
                  <c:v>6.2196800000000003</c:v>
                </c:pt>
                <c:pt idx="7704">
                  <c:v>5.9180999999999999</c:v>
                </c:pt>
                <c:pt idx="7705">
                  <c:v>5.4219999999999997</c:v>
                </c:pt>
                <c:pt idx="7706">
                  <c:v>5.0169699999999997</c:v>
                </c:pt>
                <c:pt idx="7707">
                  <c:v>5.1373499999999996</c:v>
                </c:pt>
                <c:pt idx="7708">
                  <c:v>5.6165799999999999</c:v>
                </c:pt>
                <c:pt idx="7709">
                  <c:v>5.8211199999999996</c:v>
                </c:pt>
                <c:pt idx="7710">
                  <c:v>5.3928500000000001</c:v>
                </c:pt>
                <c:pt idx="7711">
                  <c:v>4.9138200000000003</c:v>
                </c:pt>
                <c:pt idx="7712">
                  <c:v>4.8309100000000003</c:v>
                </c:pt>
                <c:pt idx="7713">
                  <c:v>4.8323200000000002</c:v>
                </c:pt>
                <c:pt idx="7714">
                  <c:v>5.1376400000000002</c:v>
                </c:pt>
                <c:pt idx="7715">
                  <c:v>5.7083300000000001</c:v>
                </c:pt>
                <c:pt idx="7716">
                  <c:v>5.6280700000000001</c:v>
                </c:pt>
                <c:pt idx="7717">
                  <c:v>5.1922699999999997</c:v>
                </c:pt>
                <c:pt idx="7718">
                  <c:v>4.9363900000000003</c:v>
                </c:pt>
                <c:pt idx="7719">
                  <c:v>4.4690599999999998</c:v>
                </c:pt>
                <c:pt idx="7720">
                  <c:v>4.1779099999999998</c:v>
                </c:pt>
                <c:pt idx="7721">
                  <c:v>4.1325399999999997</c:v>
                </c:pt>
                <c:pt idx="7722">
                  <c:v>4.3792</c:v>
                </c:pt>
                <c:pt idx="7723">
                  <c:v>4.4407800000000002</c:v>
                </c:pt>
                <c:pt idx="7724">
                  <c:v>4.0110200000000003</c:v>
                </c:pt>
                <c:pt idx="7725">
                  <c:v>3.5818699999999999</c:v>
                </c:pt>
                <c:pt idx="7726">
                  <c:v>3.4970699999999999</c:v>
                </c:pt>
                <c:pt idx="7727">
                  <c:v>3.5851999999999999</c:v>
                </c:pt>
                <c:pt idx="7728">
                  <c:v>3.67001</c:v>
                </c:pt>
                <c:pt idx="7729">
                  <c:v>3.4827499999999998</c:v>
                </c:pt>
                <c:pt idx="7730">
                  <c:v>3.1974800000000001</c:v>
                </c:pt>
                <c:pt idx="7731">
                  <c:v>3.4392299999999998</c:v>
                </c:pt>
                <c:pt idx="7732">
                  <c:v>3.7140900000000001</c:v>
                </c:pt>
                <c:pt idx="7733">
                  <c:v>3.819</c:v>
                </c:pt>
                <c:pt idx="7734">
                  <c:v>3.9003399999999999</c:v>
                </c:pt>
                <c:pt idx="7735">
                  <c:v>4.0707199999999997</c:v>
                </c:pt>
                <c:pt idx="7736">
                  <c:v>4.0399399999999996</c:v>
                </c:pt>
                <c:pt idx="7737">
                  <c:v>4.2349600000000001</c:v>
                </c:pt>
                <c:pt idx="7738">
                  <c:v>4.7148199999999996</c:v>
                </c:pt>
                <c:pt idx="7739">
                  <c:v>4.65252</c:v>
                </c:pt>
                <c:pt idx="7740">
                  <c:v>4.4413</c:v>
                </c:pt>
                <c:pt idx="7741">
                  <c:v>4.11503</c:v>
                </c:pt>
                <c:pt idx="7742">
                  <c:v>4.0747600000000004</c:v>
                </c:pt>
                <c:pt idx="7743">
                  <c:v>4.4138500000000001</c:v>
                </c:pt>
                <c:pt idx="7744">
                  <c:v>4.5233800000000004</c:v>
                </c:pt>
                <c:pt idx="7745">
                  <c:v>4.19754</c:v>
                </c:pt>
                <c:pt idx="7746">
                  <c:v>3.80396</c:v>
                </c:pt>
                <c:pt idx="7747">
                  <c:v>3.8506399999999998</c:v>
                </c:pt>
                <c:pt idx="7748">
                  <c:v>4.1172800000000001</c:v>
                </c:pt>
                <c:pt idx="7749">
                  <c:v>4.4340599999999997</c:v>
                </c:pt>
                <c:pt idx="7750">
                  <c:v>4.4731399999999999</c:v>
                </c:pt>
                <c:pt idx="7751">
                  <c:v>4.4072699999999996</c:v>
                </c:pt>
                <c:pt idx="7752">
                  <c:v>4.2907200000000003</c:v>
                </c:pt>
                <c:pt idx="7753">
                  <c:v>3.6612200000000001</c:v>
                </c:pt>
                <c:pt idx="7754">
                  <c:v>3.0289999999999999</c:v>
                </c:pt>
                <c:pt idx="7755">
                  <c:v>3.1762000000000001</c:v>
                </c:pt>
                <c:pt idx="7756">
                  <c:v>3.5731199999999999</c:v>
                </c:pt>
                <c:pt idx="7757">
                  <c:v>3.7345299999999999</c:v>
                </c:pt>
                <c:pt idx="7758">
                  <c:v>3.7354799999999999</c:v>
                </c:pt>
                <c:pt idx="7759">
                  <c:v>3.8271099999999998</c:v>
                </c:pt>
                <c:pt idx="7760">
                  <c:v>3.9819100000000001</c:v>
                </c:pt>
                <c:pt idx="7761">
                  <c:v>4.2137099999999998</c:v>
                </c:pt>
                <c:pt idx="7762">
                  <c:v>4.1701100000000002</c:v>
                </c:pt>
                <c:pt idx="7763">
                  <c:v>3.7377099999999999</c:v>
                </c:pt>
                <c:pt idx="7764">
                  <c:v>3.6281400000000001</c:v>
                </c:pt>
                <c:pt idx="7765">
                  <c:v>3.5411000000000001</c:v>
                </c:pt>
                <c:pt idx="7766">
                  <c:v>3.6906500000000002</c:v>
                </c:pt>
                <c:pt idx="7767">
                  <c:v>3.7265999999999999</c:v>
                </c:pt>
                <c:pt idx="7768">
                  <c:v>3.7896999999999998</c:v>
                </c:pt>
                <c:pt idx="7769">
                  <c:v>3.7242500000000001</c:v>
                </c:pt>
                <c:pt idx="7770">
                  <c:v>3.4421300000000001</c:v>
                </c:pt>
                <c:pt idx="7771">
                  <c:v>3.4921000000000002</c:v>
                </c:pt>
                <c:pt idx="7772">
                  <c:v>3.4351799999999999</c:v>
                </c:pt>
                <c:pt idx="7773">
                  <c:v>3.1213500000000001</c:v>
                </c:pt>
                <c:pt idx="7774">
                  <c:v>3.3795299999999999</c:v>
                </c:pt>
                <c:pt idx="7775">
                  <c:v>3.9043000000000001</c:v>
                </c:pt>
                <c:pt idx="7776">
                  <c:v>4.1718000000000002</c:v>
                </c:pt>
                <c:pt idx="7777">
                  <c:v>4.3316999999999997</c:v>
                </c:pt>
                <c:pt idx="7778">
                  <c:v>4.7073799999999997</c:v>
                </c:pt>
                <c:pt idx="7779">
                  <c:v>4.87073</c:v>
                </c:pt>
                <c:pt idx="7780">
                  <c:v>5.0665300000000002</c:v>
                </c:pt>
                <c:pt idx="7781">
                  <c:v>5.1593900000000001</c:v>
                </c:pt>
                <c:pt idx="7782">
                  <c:v>4.8059200000000004</c:v>
                </c:pt>
                <c:pt idx="7783">
                  <c:v>4.7103900000000003</c:v>
                </c:pt>
                <c:pt idx="7784">
                  <c:v>5.0465400000000002</c:v>
                </c:pt>
                <c:pt idx="7785">
                  <c:v>5.6589400000000003</c:v>
                </c:pt>
                <c:pt idx="7786">
                  <c:v>6.6345900000000002</c:v>
                </c:pt>
                <c:pt idx="7787">
                  <c:v>7.71333</c:v>
                </c:pt>
                <c:pt idx="7788">
                  <c:v>8.5101800000000001</c:v>
                </c:pt>
                <c:pt idx="7789">
                  <c:v>9.0194899999999993</c:v>
                </c:pt>
                <c:pt idx="7790">
                  <c:v>9.1007099999999994</c:v>
                </c:pt>
                <c:pt idx="7791">
                  <c:v>8.9627099999999995</c:v>
                </c:pt>
                <c:pt idx="7792">
                  <c:v>8.5905299999999993</c:v>
                </c:pt>
                <c:pt idx="7793">
                  <c:v>8.3283400000000007</c:v>
                </c:pt>
                <c:pt idx="7794">
                  <c:v>8.2927300000000006</c:v>
                </c:pt>
                <c:pt idx="7795">
                  <c:v>8.6326999999999998</c:v>
                </c:pt>
                <c:pt idx="7796">
                  <c:v>8.8545099999999994</c:v>
                </c:pt>
                <c:pt idx="7797">
                  <c:v>8.5129900000000003</c:v>
                </c:pt>
                <c:pt idx="7798">
                  <c:v>7.8419499999999998</c:v>
                </c:pt>
                <c:pt idx="7799">
                  <c:v>7.0339099999999997</c:v>
                </c:pt>
                <c:pt idx="7800">
                  <c:v>6.2694299999999998</c:v>
                </c:pt>
                <c:pt idx="7801">
                  <c:v>5.72668</c:v>
                </c:pt>
                <c:pt idx="7802">
                  <c:v>5.5178000000000003</c:v>
                </c:pt>
                <c:pt idx="7803">
                  <c:v>5.4127999999999998</c:v>
                </c:pt>
                <c:pt idx="7804">
                  <c:v>5.3620400000000004</c:v>
                </c:pt>
                <c:pt idx="7805">
                  <c:v>5.1015600000000001</c:v>
                </c:pt>
                <c:pt idx="7806">
                  <c:v>4.74559</c:v>
                </c:pt>
                <c:pt idx="7807">
                  <c:v>4.5476599999999996</c:v>
                </c:pt>
                <c:pt idx="7808">
                  <c:v>4.3944999999999999</c:v>
                </c:pt>
                <c:pt idx="7809">
                  <c:v>4.1604400000000004</c:v>
                </c:pt>
                <c:pt idx="7810">
                  <c:v>3.6368100000000001</c:v>
                </c:pt>
                <c:pt idx="7811">
                  <c:v>3.2764099999999998</c:v>
                </c:pt>
                <c:pt idx="7812">
                  <c:v>3.2467999999999999</c:v>
                </c:pt>
                <c:pt idx="7813">
                  <c:v>3.42136</c:v>
                </c:pt>
                <c:pt idx="7814">
                  <c:v>3.4565700000000001</c:v>
                </c:pt>
                <c:pt idx="7815">
                  <c:v>3.4812400000000001</c:v>
                </c:pt>
                <c:pt idx="7816">
                  <c:v>3.6970700000000001</c:v>
                </c:pt>
                <c:pt idx="7817">
                  <c:v>3.6885500000000002</c:v>
                </c:pt>
                <c:pt idx="7818">
                  <c:v>3.6900400000000002</c:v>
                </c:pt>
                <c:pt idx="7819">
                  <c:v>3.7029999999999998</c:v>
                </c:pt>
                <c:pt idx="7820">
                  <c:v>3.6710099999999999</c:v>
                </c:pt>
                <c:pt idx="7821">
                  <c:v>3.5413999999999999</c:v>
                </c:pt>
                <c:pt idx="7822">
                  <c:v>3.4660799999999998</c:v>
                </c:pt>
                <c:pt idx="7823">
                  <c:v>3.5591900000000001</c:v>
                </c:pt>
                <c:pt idx="7824">
                  <c:v>3.49424</c:v>
                </c:pt>
                <c:pt idx="7825">
                  <c:v>3.30823</c:v>
                </c:pt>
                <c:pt idx="7826">
                  <c:v>3.3525200000000002</c:v>
                </c:pt>
                <c:pt idx="7827">
                  <c:v>3.64981</c:v>
                </c:pt>
                <c:pt idx="7828">
                  <c:v>4.0458600000000002</c:v>
                </c:pt>
                <c:pt idx="7829">
                  <c:v>4.3176300000000003</c:v>
                </c:pt>
                <c:pt idx="7830">
                  <c:v>4.4820900000000004</c:v>
                </c:pt>
                <c:pt idx="7831">
                  <c:v>4.4372999999999996</c:v>
                </c:pt>
                <c:pt idx="7832">
                  <c:v>4.2846399999999996</c:v>
                </c:pt>
                <c:pt idx="7833">
                  <c:v>3.7610700000000001</c:v>
                </c:pt>
                <c:pt idx="7834">
                  <c:v>3.55809</c:v>
                </c:pt>
                <c:pt idx="7835">
                  <c:v>3.99187</c:v>
                </c:pt>
                <c:pt idx="7836">
                  <c:v>4.6371000000000002</c:v>
                </c:pt>
                <c:pt idx="7837">
                  <c:v>5.2279400000000003</c:v>
                </c:pt>
                <c:pt idx="7838">
                  <c:v>5.8732899999999999</c:v>
                </c:pt>
                <c:pt idx="7839">
                  <c:v>6.4437100000000003</c:v>
                </c:pt>
                <c:pt idx="7840">
                  <c:v>6.8000699999999998</c:v>
                </c:pt>
                <c:pt idx="7841">
                  <c:v>7.0531699999999997</c:v>
                </c:pt>
                <c:pt idx="7842">
                  <c:v>7.0471500000000002</c:v>
                </c:pt>
                <c:pt idx="7843">
                  <c:v>6.9981099999999996</c:v>
                </c:pt>
                <c:pt idx="7844">
                  <c:v>6.8081199999999997</c:v>
                </c:pt>
                <c:pt idx="7845">
                  <c:v>6.3360200000000004</c:v>
                </c:pt>
                <c:pt idx="7846">
                  <c:v>5.9936800000000003</c:v>
                </c:pt>
                <c:pt idx="7847">
                  <c:v>5.7084999999999999</c:v>
                </c:pt>
                <c:pt idx="7848">
                  <c:v>5.2116600000000002</c:v>
                </c:pt>
                <c:pt idx="7849">
                  <c:v>4.95662</c:v>
                </c:pt>
                <c:pt idx="7850">
                  <c:v>5.0193500000000002</c:v>
                </c:pt>
                <c:pt idx="7851">
                  <c:v>5.4394999999999998</c:v>
                </c:pt>
                <c:pt idx="7852">
                  <c:v>5.7488900000000003</c:v>
                </c:pt>
                <c:pt idx="7853">
                  <c:v>5.8148499999999999</c:v>
                </c:pt>
                <c:pt idx="7854">
                  <c:v>5.6454000000000004</c:v>
                </c:pt>
                <c:pt idx="7855">
                  <c:v>5.0363499999999997</c:v>
                </c:pt>
                <c:pt idx="7856">
                  <c:v>4.5827099999999996</c:v>
                </c:pt>
                <c:pt idx="7857">
                  <c:v>4.4852800000000004</c:v>
                </c:pt>
                <c:pt idx="7858">
                  <c:v>4.6891600000000002</c:v>
                </c:pt>
                <c:pt idx="7859">
                  <c:v>5.0928100000000001</c:v>
                </c:pt>
                <c:pt idx="7860">
                  <c:v>5.2616500000000004</c:v>
                </c:pt>
                <c:pt idx="7861">
                  <c:v>5.3357599999999996</c:v>
                </c:pt>
                <c:pt idx="7862">
                  <c:v>5.3667899999999999</c:v>
                </c:pt>
                <c:pt idx="7863">
                  <c:v>5.0998099999999997</c:v>
                </c:pt>
                <c:pt idx="7864">
                  <c:v>4.8223599999999998</c:v>
                </c:pt>
                <c:pt idx="7865">
                  <c:v>4.4966499999999998</c:v>
                </c:pt>
                <c:pt idx="7866">
                  <c:v>4.2045899999999996</c:v>
                </c:pt>
                <c:pt idx="7867">
                  <c:v>4.3765200000000002</c:v>
                </c:pt>
                <c:pt idx="7868">
                  <c:v>4.4882999999999997</c:v>
                </c:pt>
                <c:pt idx="7869">
                  <c:v>4.0404400000000003</c:v>
                </c:pt>
                <c:pt idx="7870">
                  <c:v>3.5535700000000001</c:v>
                </c:pt>
                <c:pt idx="7871">
                  <c:v>3.5455000000000001</c:v>
                </c:pt>
                <c:pt idx="7872">
                  <c:v>3.52468</c:v>
                </c:pt>
                <c:pt idx="7873">
                  <c:v>3.72052</c:v>
                </c:pt>
                <c:pt idx="7874">
                  <c:v>3.80768</c:v>
                </c:pt>
                <c:pt idx="7875">
                  <c:v>3.5842499999999999</c:v>
                </c:pt>
                <c:pt idx="7876">
                  <c:v>3.3622700000000001</c:v>
                </c:pt>
                <c:pt idx="7877">
                  <c:v>3.6072500000000001</c:v>
                </c:pt>
                <c:pt idx="7878">
                  <c:v>4.1541399999999999</c:v>
                </c:pt>
                <c:pt idx="7879">
                  <c:v>4.3683100000000001</c:v>
                </c:pt>
                <c:pt idx="7880">
                  <c:v>4.4693699999999996</c:v>
                </c:pt>
                <c:pt idx="7881">
                  <c:v>4.5610600000000003</c:v>
                </c:pt>
                <c:pt idx="7882">
                  <c:v>4.8612000000000002</c:v>
                </c:pt>
                <c:pt idx="7883">
                  <c:v>4.6008899999999997</c:v>
                </c:pt>
                <c:pt idx="7884">
                  <c:v>3.70438</c:v>
                </c:pt>
                <c:pt idx="7885">
                  <c:v>3.4182800000000002</c:v>
                </c:pt>
                <c:pt idx="7886">
                  <c:v>3.5154299999999998</c:v>
                </c:pt>
                <c:pt idx="7887">
                  <c:v>3.56189</c:v>
                </c:pt>
                <c:pt idx="7888">
                  <c:v>3.6832500000000001</c:v>
                </c:pt>
                <c:pt idx="7889">
                  <c:v>3.9922800000000001</c:v>
                </c:pt>
                <c:pt idx="7890">
                  <c:v>4.1870599999999998</c:v>
                </c:pt>
                <c:pt idx="7891">
                  <c:v>4.1322599999999996</c:v>
                </c:pt>
                <c:pt idx="7892">
                  <c:v>3.88903</c:v>
                </c:pt>
                <c:pt idx="7893">
                  <c:v>3.7074199999999999</c:v>
                </c:pt>
                <c:pt idx="7894">
                  <c:v>3.7031399999999999</c:v>
                </c:pt>
                <c:pt idx="7895">
                  <c:v>3.6402899999999998</c:v>
                </c:pt>
                <c:pt idx="7896">
                  <c:v>3.6032600000000001</c:v>
                </c:pt>
                <c:pt idx="7897">
                  <c:v>3.85771</c:v>
                </c:pt>
                <c:pt idx="7898">
                  <c:v>4.05708</c:v>
                </c:pt>
                <c:pt idx="7899">
                  <c:v>4.2203999999999997</c:v>
                </c:pt>
                <c:pt idx="7900">
                  <c:v>4.2791800000000002</c:v>
                </c:pt>
                <c:pt idx="7901">
                  <c:v>4.0121200000000004</c:v>
                </c:pt>
                <c:pt idx="7902">
                  <c:v>3.6621199999999998</c:v>
                </c:pt>
                <c:pt idx="7903">
                  <c:v>3.4098999999999999</c:v>
                </c:pt>
                <c:pt idx="7904">
                  <c:v>3.2389199999999998</c:v>
                </c:pt>
                <c:pt idx="7905">
                  <c:v>3.0895299999999999</c:v>
                </c:pt>
                <c:pt idx="7906">
                  <c:v>2.9470800000000001</c:v>
                </c:pt>
                <c:pt idx="7907">
                  <c:v>2.5651899999999999</c:v>
                </c:pt>
                <c:pt idx="7908">
                  <c:v>2.68614</c:v>
                </c:pt>
                <c:pt idx="7909">
                  <c:v>2.9965000000000002</c:v>
                </c:pt>
                <c:pt idx="7910">
                  <c:v>3.2032799999999999</c:v>
                </c:pt>
                <c:pt idx="7911">
                  <c:v>3.3942999999999999</c:v>
                </c:pt>
                <c:pt idx="7912">
                  <c:v>3.67639</c:v>
                </c:pt>
                <c:pt idx="7913">
                  <c:v>3.6995100000000001</c:v>
                </c:pt>
                <c:pt idx="7914">
                  <c:v>3.2314500000000002</c:v>
                </c:pt>
                <c:pt idx="7915">
                  <c:v>3.1143800000000001</c:v>
                </c:pt>
                <c:pt idx="7916">
                  <c:v>3.1181800000000002</c:v>
                </c:pt>
                <c:pt idx="7917">
                  <c:v>3.0289600000000001</c:v>
                </c:pt>
                <c:pt idx="7918">
                  <c:v>2.9738199999999999</c:v>
                </c:pt>
                <c:pt idx="7919">
                  <c:v>2.68214</c:v>
                </c:pt>
                <c:pt idx="7920">
                  <c:v>2.7373500000000002</c:v>
                </c:pt>
                <c:pt idx="7921">
                  <c:v>2.9969999999999999</c:v>
                </c:pt>
                <c:pt idx="7922">
                  <c:v>3.2504</c:v>
                </c:pt>
                <c:pt idx="7923">
                  <c:v>3.5899100000000002</c:v>
                </c:pt>
                <c:pt idx="7924">
                  <c:v>3.7800500000000001</c:v>
                </c:pt>
                <c:pt idx="7925">
                  <c:v>3.76193</c:v>
                </c:pt>
                <c:pt idx="7926">
                  <c:v>3.56196</c:v>
                </c:pt>
                <c:pt idx="7927">
                  <c:v>3.4160900000000001</c:v>
                </c:pt>
                <c:pt idx="7928">
                  <c:v>3.2129699999999999</c:v>
                </c:pt>
                <c:pt idx="7929">
                  <c:v>3.1791800000000001</c:v>
                </c:pt>
                <c:pt idx="7930">
                  <c:v>3.1318899999999998</c:v>
                </c:pt>
                <c:pt idx="7931">
                  <c:v>3.14316</c:v>
                </c:pt>
                <c:pt idx="7932">
                  <c:v>3.2182599999999999</c:v>
                </c:pt>
                <c:pt idx="7933">
                  <c:v>2.9009200000000002</c:v>
                </c:pt>
                <c:pt idx="7934">
                  <c:v>2.8227899999999999</c:v>
                </c:pt>
                <c:pt idx="7935">
                  <c:v>3.4735</c:v>
                </c:pt>
                <c:pt idx="7936">
                  <c:v>3.70824</c:v>
                </c:pt>
                <c:pt idx="7937">
                  <c:v>3.53213</c:v>
                </c:pt>
                <c:pt idx="7938">
                  <c:v>3.3308499999999999</c:v>
                </c:pt>
                <c:pt idx="7939">
                  <c:v>3.5485799999999998</c:v>
                </c:pt>
                <c:pt idx="7940">
                  <c:v>3.78071</c:v>
                </c:pt>
                <c:pt idx="7941">
                  <c:v>3.5005299999999999</c:v>
                </c:pt>
                <c:pt idx="7942">
                  <c:v>3.4573200000000002</c:v>
                </c:pt>
                <c:pt idx="7943">
                  <c:v>3.56135</c:v>
                </c:pt>
                <c:pt idx="7944">
                  <c:v>3.4993300000000001</c:v>
                </c:pt>
                <c:pt idx="7945">
                  <c:v>3.4548800000000002</c:v>
                </c:pt>
                <c:pt idx="7946">
                  <c:v>3.2353299999999998</c:v>
                </c:pt>
                <c:pt idx="7947">
                  <c:v>3.0104899999999999</c:v>
                </c:pt>
                <c:pt idx="7948">
                  <c:v>2.92245</c:v>
                </c:pt>
                <c:pt idx="7949">
                  <c:v>3.13809</c:v>
                </c:pt>
                <c:pt idx="7950">
                  <c:v>3.2935099999999999</c:v>
                </c:pt>
                <c:pt idx="7951">
                  <c:v>3.6014499999999998</c:v>
                </c:pt>
                <c:pt idx="7952">
                  <c:v>3.8666200000000002</c:v>
                </c:pt>
                <c:pt idx="7953">
                  <c:v>3.9863200000000001</c:v>
                </c:pt>
                <c:pt idx="7954">
                  <c:v>3.6097800000000002</c:v>
                </c:pt>
                <c:pt idx="7955">
                  <c:v>3.1646700000000001</c:v>
                </c:pt>
                <c:pt idx="7956">
                  <c:v>3.1802600000000001</c:v>
                </c:pt>
                <c:pt idx="7957">
                  <c:v>3.4569399999999999</c:v>
                </c:pt>
                <c:pt idx="7958">
                  <c:v>3.5072000000000001</c:v>
                </c:pt>
                <c:pt idx="7959">
                  <c:v>3.3445800000000001</c:v>
                </c:pt>
                <c:pt idx="7960">
                  <c:v>3.0528</c:v>
                </c:pt>
                <c:pt idx="7961">
                  <c:v>2.9738000000000002</c:v>
                </c:pt>
                <c:pt idx="7962">
                  <c:v>3.0815100000000002</c:v>
                </c:pt>
                <c:pt idx="7963">
                  <c:v>3.3460399999999999</c:v>
                </c:pt>
                <c:pt idx="7964">
                  <c:v>3.3153199999999998</c:v>
                </c:pt>
                <c:pt idx="7965">
                  <c:v>3.18899</c:v>
                </c:pt>
                <c:pt idx="7966">
                  <c:v>3.48976</c:v>
                </c:pt>
                <c:pt idx="7967">
                  <c:v>3.6711900000000002</c:v>
                </c:pt>
                <c:pt idx="7968">
                  <c:v>3.9228299999999998</c:v>
                </c:pt>
                <c:pt idx="7969">
                  <c:v>4.4003800000000002</c:v>
                </c:pt>
                <c:pt idx="7970">
                  <c:v>4.6318200000000003</c:v>
                </c:pt>
                <c:pt idx="7971">
                  <c:v>4.3826000000000001</c:v>
                </c:pt>
                <c:pt idx="7972">
                  <c:v>4.0617900000000002</c:v>
                </c:pt>
                <c:pt idx="7973">
                  <c:v>3.94</c:v>
                </c:pt>
                <c:pt idx="7974">
                  <c:v>4.0021699999999996</c:v>
                </c:pt>
                <c:pt idx="7975">
                  <c:v>3.9081000000000001</c:v>
                </c:pt>
                <c:pt idx="7976">
                  <c:v>3.6892900000000002</c:v>
                </c:pt>
                <c:pt idx="7977">
                  <c:v>4.06494</c:v>
                </c:pt>
                <c:pt idx="7978">
                  <c:v>4.4638099999999996</c:v>
                </c:pt>
                <c:pt idx="7979">
                  <c:v>4.3270600000000004</c:v>
                </c:pt>
                <c:pt idx="7980">
                  <c:v>4.1026499999999997</c:v>
                </c:pt>
                <c:pt idx="7981">
                  <c:v>3.9737200000000001</c:v>
                </c:pt>
                <c:pt idx="7982">
                  <c:v>3.7593299999999998</c:v>
                </c:pt>
                <c:pt idx="7983">
                  <c:v>3.60487</c:v>
                </c:pt>
                <c:pt idx="7984">
                  <c:v>3.7524199999999999</c:v>
                </c:pt>
                <c:pt idx="7985">
                  <c:v>3.8042400000000001</c:v>
                </c:pt>
                <c:pt idx="7986">
                  <c:v>4.1130300000000002</c:v>
                </c:pt>
                <c:pt idx="7987">
                  <c:v>4.7338300000000002</c:v>
                </c:pt>
                <c:pt idx="7988">
                  <c:v>5.0381900000000002</c:v>
                </c:pt>
                <c:pt idx="7989">
                  <c:v>4.6592599999999997</c:v>
                </c:pt>
                <c:pt idx="7990">
                  <c:v>4.0420199999999999</c:v>
                </c:pt>
                <c:pt idx="7991">
                  <c:v>3.74708</c:v>
                </c:pt>
                <c:pt idx="7992">
                  <c:v>3.2544200000000001</c:v>
                </c:pt>
                <c:pt idx="7993">
                  <c:v>2.85263</c:v>
                </c:pt>
                <c:pt idx="7994">
                  <c:v>2.99146</c:v>
                </c:pt>
                <c:pt idx="7995">
                  <c:v>3.30471</c:v>
                </c:pt>
                <c:pt idx="7996">
                  <c:v>3.37887</c:v>
                </c:pt>
                <c:pt idx="7997">
                  <c:v>3.0876600000000001</c:v>
                </c:pt>
                <c:pt idx="7998">
                  <c:v>2.8989600000000002</c:v>
                </c:pt>
                <c:pt idx="7999">
                  <c:v>3.2844500000000001</c:v>
                </c:pt>
                <c:pt idx="8000">
                  <c:v>3.0434700000000001</c:v>
                </c:pt>
                <c:pt idx="8001">
                  <c:v>2.6119300000000001</c:v>
                </c:pt>
                <c:pt idx="8002">
                  <c:v>2.59226</c:v>
                </c:pt>
                <c:pt idx="8003">
                  <c:v>2.54854</c:v>
                </c:pt>
                <c:pt idx="8004">
                  <c:v>2.7217099999999999</c:v>
                </c:pt>
                <c:pt idx="8005">
                  <c:v>3.21028</c:v>
                </c:pt>
                <c:pt idx="8006">
                  <c:v>3.4211999999999998</c:v>
                </c:pt>
                <c:pt idx="8007">
                  <c:v>3.4256099999999998</c:v>
                </c:pt>
                <c:pt idx="8008">
                  <c:v>3.2626499999999998</c:v>
                </c:pt>
                <c:pt idx="8009">
                  <c:v>3.1312099999999998</c:v>
                </c:pt>
                <c:pt idx="8010">
                  <c:v>2.9724699999999999</c:v>
                </c:pt>
                <c:pt idx="8011">
                  <c:v>2.6314700000000002</c:v>
                </c:pt>
                <c:pt idx="8012">
                  <c:v>2.58487</c:v>
                </c:pt>
                <c:pt idx="8013">
                  <c:v>2.7963</c:v>
                </c:pt>
                <c:pt idx="8014">
                  <c:v>3.0504600000000002</c:v>
                </c:pt>
                <c:pt idx="8015">
                  <c:v>3.00752</c:v>
                </c:pt>
                <c:pt idx="8016">
                  <c:v>2.9741599999999999</c:v>
                </c:pt>
                <c:pt idx="8017">
                  <c:v>2.9339</c:v>
                </c:pt>
                <c:pt idx="8018">
                  <c:v>2.6328900000000002</c:v>
                </c:pt>
                <c:pt idx="8019">
                  <c:v>2.5010599999999998</c:v>
                </c:pt>
                <c:pt idx="8020">
                  <c:v>2.7552599999999998</c:v>
                </c:pt>
                <c:pt idx="8021">
                  <c:v>2.7984599999999999</c:v>
                </c:pt>
                <c:pt idx="8022">
                  <c:v>2.70214</c:v>
                </c:pt>
                <c:pt idx="8023">
                  <c:v>2.8048099999999998</c:v>
                </c:pt>
                <c:pt idx="8024">
                  <c:v>2.8009499999999998</c:v>
                </c:pt>
                <c:pt idx="8025">
                  <c:v>2.80261</c:v>
                </c:pt>
                <c:pt idx="8026">
                  <c:v>2.81725</c:v>
                </c:pt>
                <c:pt idx="8027">
                  <c:v>3.0686399999999998</c:v>
                </c:pt>
                <c:pt idx="8028">
                  <c:v>3.55219</c:v>
                </c:pt>
                <c:pt idx="8029">
                  <c:v>3.2310500000000002</c:v>
                </c:pt>
                <c:pt idx="8030">
                  <c:v>2.64601</c:v>
                </c:pt>
                <c:pt idx="8031">
                  <c:v>2.6173099999999998</c:v>
                </c:pt>
                <c:pt idx="8032">
                  <c:v>3.0700500000000002</c:v>
                </c:pt>
                <c:pt idx="8033">
                  <c:v>3.4852799999999999</c:v>
                </c:pt>
                <c:pt idx="8034">
                  <c:v>3.41865</c:v>
                </c:pt>
                <c:pt idx="8035">
                  <c:v>3.2388599999999999</c:v>
                </c:pt>
                <c:pt idx="8036">
                  <c:v>2.9381400000000002</c:v>
                </c:pt>
                <c:pt idx="8037">
                  <c:v>2.9275799999999998</c:v>
                </c:pt>
                <c:pt idx="8038">
                  <c:v>2.7736700000000001</c:v>
                </c:pt>
                <c:pt idx="8039">
                  <c:v>2.7461899999999999</c:v>
                </c:pt>
                <c:pt idx="8040">
                  <c:v>2.9662500000000001</c:v>
                </c:pt>
                <c:pt idx="8041">
                  <c:v>2.95377</c:v>
                </c:pt>
                <c:pt idx="8042">
                  <c:v>2.8791899999999999</c:v>
                </c:pt>
                <c:pt idx="8043">
                  <c:v>3.02793</c:v>
                </c:pt>
                <c:pt idx="8044">
                  <c:v>3.22288</c:v>
                </c:pt>
                <c:pt idx="8045">
                  <c:v>3.3310200000000001</c:v>
                </c:pt>
                <c:pt idx="8046">
                  <c:v>3.4860500000000001</c:v>
                </c:pt>
                <c:pt idx="8047">
                  <c:v>3.5613999999999999</c:v>
                </c:pt>
                <c:pt idx="8048">
                  <c:v>3.7660399999999998</c:v>
                </c:pt>
                <c:pt idx="8049">
                  <c:v>3.7966000000000002</c:v>
                </c:pt>
                <c:pt idx="8050">
                  <c:v>3.5697999999999999</c:v>
                </c:pt>
                <c:pt idx="8051">
                  <c:v>3.1604399999999999</c:v>
                </c:pt>
                <c:pt idx="8052">
                  <c:v>3.2001200000000001</c:v>
                </c:pt>
                <c:pt idx="8053">
                  <c:v>3.7799100000000001</c:v>
                </c:pt>
                <c:pt idx="8054">
                  <c:v>4.0957699999999999</c:v>
                </c:pt>
                <c:pt idx="8055">
                  <c:v>4.3642899999999996</c:v>
                </c:pt>
                <c:pt idx="8056">
                  <c:v>4.3548999999999998</c:v>
                </c:pt>
                <c:pt idx="8057">
                  <c:v>4.0619899999999998</c:v>
                </c:pt>
                <c:pt idx="8058">
                  <c:v>3.85033</c:v>
                </c:pt>
                <c:pt idx="8059">
                  <c:v>3.7265899999999998</c:v>
                </c:pt>
                <c:pt idx="8060">
                  <c:v>3.6663299999999999</c:v>
                </c:pt>
                <c:pt idx="8061">
                  <c:v>3.7879900000000002</c:v>
                </c:pt>
                <c:pt idx="8062">
                  <c:v>3.37357</c:v>
                </c:pt>
                <c:pt idx="8063">
                  <c:v>3.0326</c:v>
                </c:pt>
                <c:pt idx="8064">
                  <c:v>3.4834800000000001</c:v>
                </c:pt>
                <c:pt idx="8065">
                  <c:v>3.9117600000000001</c:v>
                </c:pt>
                <c:pt idx="8066">
                  <c:v>3.7973300000000001</c:v>
                </c:pt>
                <c:pt idx="8067">
                  <c:v>3.6659299999999999</c:v>
                </c:pt>
                <c:pt idx="8068">
                  <c:v>3.4497800000000001</c:v>
                </c:pt>
                <c:pt idx="8069">
                  <c:v>2.86957</c:v>
                </c:pt>
                <c:pt idx="8070">
                  <c:v>2.3128299999999999</c:v>
                </c:pt>
                <c:pt idx="8071">
                  <c:v>2.3908299999999998</c:v>
                </c:pt>
                <c:pt idx="8072">
                  <c:v>2.8678400000000002</c:v>
                </c:pt>
                <c:pt idx="8073">
                  <c:v>3.0477300000000001</c:v>
                </c:pt>
                <c:pt idx="8074">
                  <c:v>3.0025599999999999</c:v>
                </c:pt>
                <c:pt idx="8075">
                  <c:v>3.0046900000000001</c:v>
                </c:pt>
                <c:pt idx="8076">
                  <c:v>3.03009</c:v>
                </c:pt>
                <c:pt idx="8077">
                  <c:v>3.1598600000000001</c:v>
                </c:pt>
                <c:pt idx="8078">
                  <c:v>3.0932499999999998</c:v>
                </c:pt>
                <c:pt idx="8079">
                  <c:v>3.1405799999999999</c:v>
                </c:pt>
                <c:pt idx="8080">
                  <c:v>3.3381400000000001</c:v>
                </c:pt>
                <c:pt idx="8081">
                  <c:v>3.4337200000000001</c:v>
                </c:pt>
                <c:pt idx="8082">
                  <c:v>3.4575499999999999</c:v>
                </c:pt>
                <c:pt idx="8083">
                  <c:v>3.1174200000000001</c:v>
                </c:pt>
                <c:pt idx="8084">
                  <c:v>2.84023</c:v>
                </c:pt>
                <c:pt idx="8085">
                  <c:v>3.0149400000000002</c:v>
                </c:pt>
                <c:pt idx="8086">
                  <c:v>3.0587200000000001</c:v>
                </c:pt>
                <c:pt idx="8087">
                  <c:v>2.9621599999999999</c:v>
                </c:pt>
                <c:pt idx="8088">
                  <c:v>3.1520000000000001</c:v>
                </c:pt>
                <c:pt idx="8089">
                  <c:v>3.17435</c:v>
                </c:pt>
                <c:pt idx="8090">
                  <c:v>3.0335200000000002</c:v>
                </c:pt>
                <c:pt idx="8091">
                  <c:v>3.0649600000000001</c:v>
                </c:pt>
                <c:pt idx="8092">
                  <c:v>2.93147</c:v>
                </c:pt>
                <c:pt idx="8093">
                  <c:v>2.5265599999999999</c:v>
                </c:pt>
                <c:pt idx="8094">
                  <c:v>2.1784300000000001</c:v>
                </c:pt>
                <c:pt idx="8095">
                  <c:v>2.5578599999999998</c:v>
                </c:pt>
                <c:pt idx="8096">
                  <c:v>3.33988</c:v>
                </c:pt>
                <c:pt idx="8097">
                  <c:v>3.7311200000000002</c:v>
                </c:pt>
                <c:pt idx="8098">
                  <c:v>3.68628</c:v>
                </c:pt>
                <c:pt idx="8099">
                  <c:v>3.2289099999999999</c:v>
                </c:pt>
                <c:pt idx="8100">
                  <c:v>3.1147</c:v>
                </c:pt>
                <c:pt idx="8101">
                  <c:v>3.1471</c:v>
                </c:pt>
                <c:pt idx="8102">
                  <c:v>3.2063899999999999</c:v>
                </c:pt>
                <c:pt idx="8103">
                  <c:v>3.4085200000000002</c:v>
                </c:pt>
                <c:pt idx="8104">
                  <c:v>3.5742600000000002</c:v>
                </c:pt>
                <c:pt idx="8105">
                  <c:v>3.49762</c:v>
                </c:pt>
                <c:pt idx="8106">
                  <c:v>3.3230900000000001</c:v>
                </c:pt>
                <c:pt idx="8107">
                  <c:v>3.1708400000000001</c:v>
                </c:pt>
                <c:pt idx="8108">
                  <c:v>3.2026300000000001</c:v>
                </c:pt>
                <c:pt idx="8109">
                  <c:v>3.2572199999999998</c:v>
                </c:pt>
                <c:pt idx="8110">
                  <c:v>3.3118300000000001</c:v>
                </c:pt>
                <c:pt idx="8111">
                  <c:v>3.2720400000000001</c:v>
                </c:pt>
                <c:pt idx="8112">
                  <c:v>3.3391899999999999</c:v>
                </c:pt>
                <c:pt idx="8113">
                  <c:v>3.0793300000000001</c:v>
                </c:pt>
                <c:pt idx="8114">
                  <c:v>2.8868</c:v>
                </c:pt>
                <c:pt idx="8115">
                  <c:v>2.5548099999999998</c:v>
                </c:pt>
                <c:pt idx="8116">
                  <c:v>2.1006900000000002</c:v>
                </c:pt>
                <c:pt idx="8117">
                  <c:v>1.9442600000000001</c:v>
                </c:pt>
                <c:pt idx="8118">
                  <c:v>2.3432300000000001</c:v>
                </c:pt>
                <c:pt idx="8119">
                  <c:v>2.9906700000000002</c:v>
                </c:pt>
                <c:pt idx="8120">
                  <c:v>3.3319999999999999</c:v>
                </c:pt>
                <c:pt idx="8121">
                  <c:v>3.5182000000000002</c:v>
                </c:pt>
                <c:pt idx="8122">
                  <c:v>3.5658500000000002</c:v>
                </c:pt>
                <c:pt idx="8123">
                  <c:v>3.42937</c:v>
                </c:pt>
                <c:pt idx="8124">
                  <c:v>3.3647300000000002</c:v>
                </c:pt>
                <c:pt idx="8125">
                  <c:v>3.0804900000000002</c:v>
                </c:pt>
                <c:pt idx="8126">
                  <c:v>2.7297400000000001</c:v>
                </c:pt>
                <c:pt idx="8127">
                  <c:v>2.8355399999999999</c:v>
                </c:pt>
                <c:pt idx="8128">
                  <c:v>2.9683799999999998</c:v>
                </c:pt>
                <c:pt idx="8129">
                  <c:v>2.90862</c:v>
                </c:pt>
                <c:pt idx="8130">
                  <c:v>2.4944899999999999</c:v>
                </c:pt>
                <c:pt idx="8131">
                  <c:v>2.3042500000000001</c:v>
                </c:pt>
                <c:pt idx="8132">
                  <c:v>2.50481</c:v>
                </c:pt>
                <c:pt idx="8133">
                  <c:v>2.7983699999999998</c:v>
                </c:pt>
                <c:pt idx="8134">
                  <c:v>2.8672599999999999</c:v>
                </c:pt>
                <c:pt idx="8135">
                  <c:v>2.7159599999999999</c:v>
                </c:pt>
                <c:pt idx="8136">
                  <c:v>2.6213899999999999</c:v>
                </c:pt>
                <c:pt idx="8137">
                  <c:v>2.59158</c:v>
                </c:pt>
                <c:pt idx="8138">
                  <c:v>2.8652000000000002</c:v>
                </c:pt>
                <c:pt idx="8139">
                  <c:v>2.77522</c:v>
                </c:pt>
                <c:pt idx="8140">
                  <c:v>2.7211099999999999</c:v>
                </c:pt>
                <c:pt idx="8141">
                  <c:v>2.9379400000000002</c:v>
                </c:pt>
                <c:pt idx="8142">
                  <c:v>3.3526400000000001</c:v>
                </c:pt>
                <c:pt idx="8143">
                  <c:v>3.8043200000000001</c:v>
                </c:pt>
                <c:pt idx="8144">
                  <c:v>4.0130699999999999</c:v>
                </c:pt>
                <c:pt idx="8145">
                  <c:v>3.82057</c:v>
                </c:pt>
                <c:pt idx="8146">
                  <c:v>3.8999600000000001</c:v>
                </c:pt>
                <c:pt idx="8147">
                  <c:v>3.76071</c:v>
                </c:pt>
                <c:pt idx="8148">
                  <c:v>3.4129700000000001</c:v>
                </c:pt>
                <c:pt idx="8149">
                  <c:v>3.6703399999999999</c:v>
                </c:pt>
                <c:pt idx="8150">
                  <c:v>3.6256699999999999</c:v>
                </c:pt>
                <c:pt idx="8151">
                  <c:v>3.55768</c:v>
                </c:pt>
                <c:pt idx="8152">
                  <c:v>3.54148</c:v>
                </c:pt>
                <c:pt idx="8153">
                  <c:v>3.3755299999999999</c:v>
                </c:pt>
                <c:pt idx="8154">
                  <c:v>3.3360599999999998</c:v>
                </c:pt>
                <c:pt idx="8155">
                  <c:v>3.5813100000000002</c:v>
                </c:pt>
                <c:pt idx="8156">
                  <c:v>4.0036199999999997</c:v>
                </c:pt>
                <c:pt idx="8157">
                  <c:v>4.2552000000000003</c:v>
                </c:pt>
                <c:pt idx="8158">
                  <c:v>3.9798200000000001</c:v>
                </c:pt>
                <c:pt idx="8159">
                  <c:v>3.4150299999999998</c:v>
                </c:pt>
                <c:pt idx="8160">
                  <c:v>2.7674799999999999</c:v>
                </c:pt>
                <c:pt idx="8161">
                  <c:v>2.3924699999999999</c:v>
                </c:pt>
                <c:pt idx="8162">
                  <c:v>2.46618</c:v>
                </c:pt>
                <c:pt idx="8163">
                  <c:v>2.6212300000000002</c:v>
                </c:pt>
                <c:pt idx="8164">
                  <c:v>2.3121800000000001</c:v>
                </c:pt>
                <c:pt idx="8165">
                  <c:v>2.34185</c:v>
                </c:pt>
                <c:pt idx="8166">
                  <c:v>2.4533100000000001</c:v>
                </c:pt>
                <c:pt idx="8167">
                  <c:v>2.4031500000000001</c:v>
                </c:pt>
                <c:pt idx="8168">
                  <c:v>2.6616900000000001</c:v>
                </c:pt>
                <c:pt idx="8169">
                  <c:v>2.9167700000000001</c:v>
                </c:pt>
                <c:pt idx="8170">
                  <c:v>3.0357500000000002</c:v>
                </c:pt>
                <c:pt idx="8171">
                  <c:v>3.1199499999999998</c:v>
                </c:pt>
                <c:pt idx="8172">
                  <c:v>3.0985100000000001</c:v>
                </c:pt>
                <c:pt idx="8173">
                  <c:v>2.8582900000000002</c:v>
                </c:pt>
                <c:pt idx="8174">
                  <c:v>2.7460100000000001</c:v>
                </c:pt>
                <c:pt idx="8175">
                  <c:v>2.9749300000000001</c:v>
                </c:pt>
                <c:pt idx="8176">
                  <c:v>3.5840100000000001</c:v>
                </c:pt>
                <c:pt idx="8177">
                  <c:v>4.0417399999999999</c:v>
                </c:pt>
                <c:pt idx="8178">
                  <c:v>3.8472499999999998</c:v>
                </c:pt>
                <c:pt idx="8179">
                  <c:v>3.4453399999999998</c:v>
                </c:pt>
                <c:pt idx="8180">
                  <c:v>3.44387</c:v>
                </c:pt>
                <c:pt idx="8181">
                  <c:v>3.6770700000000001</c:v>
                </c:pt>
                <c:pt idx="8182">
                  <c:v>4.0113799999999999</c:v>
                </c:pt>
                <c:pt idx="8183">
                  <c:v>3.9370799999999999</c:v>
                </c:pt>
                <c:pt idx="8184">
                  <c:v>3.9839000000000002</c:v>
                </c:pt>
                <c:pt idx="8185">
                  <c:v>4.0376200000000004</c:v>
                </c:pt>
                <c:pt idx="8186">
                  <c:v>3.8532700000000002</c:v>
                </c:pt>
                <c:pt idx="8187">
                  <c:v>3.5552299999999999</c:v>
                </c:pt>
                <c:pt idx="8188">
                  <c:v>3.5634800000000002</c:v>
                </c:pt>
                <c:pt idx="8189">
                  <c:v>3.3714200000000001</c:v>
                </c:pt>
                <c:pt idx="8190">
                  <c:v>2.9765100000000002</c:v>
                </c:pt>
                <c:pt idx="8191">
                  <c:v>2.7925200000000001</c:v>
                </c:pt>
                <c:pt idx="8192">
                  <c:v>2.77888</c:v>
                </c:pt>
                <c:pt idx="8193">
                  <c:v>2.8198400000000001</c:v>
                </c:pt>
                <c:pt idx="8194">
                  <c:v>2.8862700000000001</c:v>
                </c:pt>
                <c:pt idx="8195">
                  <c:v>3.3075700000000001</c:v>
                </c:pt>
                <c:pt idx="8196">
                  <c:v>3.5074000000000001</c:v>
                </c:pt>
                <c:pt idx="8197">
                  <c:v>3.4118599999999999</c:v>
                </c:pt>
                <c:pt idx="8198">
                  <c:v>3.5571700000000002</c:v>
                </c:pt>
                <c:pt idx="8199">
                  <c:v>3.4803000000000002</c:v>
                </c:pt>
                <c:pt idx="8200">
                  <c:v>3.1952199999999999</c:v>
                </c:pt>
                <c:pt idx="8201">
                  <c:v>3.1198399999999999</c:v>
                </c:pt>
                <c:pt idx="8202">
                  <c:v>3.1815799999999999</c:v>
                </c:pt>
                <c:pt idx="8203">
                  <c:v>3.25841</c:v>
                </c:pt>
                <c:pt idx="8204">
                  <c:v>3.3039100000000001</c:v>
                </c:pt>
                <c:pt idx="8205">
                  <c:v>3.4688500000000002</c:v>
                </c:pt>
                <c:pt idx="8206">
                  <c:v>3.5885199999999999</c:v>
                </c:pt>
                <c:pt idx="8207">
                  <c:v>3.32565</c:v>
                </c:pt>
                <c:pt idx="8208">
                  <c:v>3.3434499999999998</c:v>
                </c:pt>
                <c:pt idx="8209">
                  <c:v>3.2248100000000002</c:v>
                </c:pt>
                <c:pt idx="8210">
                  <c:v>3.0206200000000001</c:v>
                </c:pt>
                <c:pt idx="8211">
                  <c:v>2.98997</c:v>
                </c:pt>
                <c:pt idx="8212">
                  <c:v>3.0921699999999999</c:v>
                </c:pt>
                <c:pt idx="8213">
                  <c:v>3.0787800000000001</c:v>
                </c:pt>
                <c:pt idx="8214">
                  <c:v>2.7831999999999999</c:v>
                </c:pt>
                <c:pt idx="8215">
                  <c:v>2.5814300000000001</c:v>
                </c:pt>
                <c:pt idx="8216">
                  <c:v>2.5207299999999999</c:v>
                </c:pt>
                <c:pt idx="8217">
                  <c:v>2.7029899999999998</c:v>
                </c:pt>
                <c:pt idx="8218">
                  <c:v>2.8384200000000002</c:v>
                </c:pt>
                <c:pt idx="8219">
                  <c:v>3.0087799999999998</c:v>
                </c:pt>
                <c:pt idx="8220">
                  <c:v>3.2411099999999999</c:v>
                </c:pt>
                <c:pt idx="8221">
                  <c:v>3.49729</c:v>
                </c:pt>
                <c:pt idx="8222">
                  <c:v>3.7067700000000001</c:v>
                </c:pt>
                <c:pt idx="8223">
                  <c:v>4.0845000000000002</c:v>
                </c:pt>
                <c:pt idx="8224">
                  <c:v>4.2503099999999998</c:v>
                </c:pt>
                <c:pt idx="8225">
                  <c:v>4.2368800000000002</c:v>
                </c:pt>
                <c:pt idx="8226">
                  <c:v>4.11226</c:v>
                </c:pt>
                <c:pt idx="8227">
                  <c:v>3.7731499999999998</c:v>
                </c:pt>
                <c:pt idx="8228">
                  <c:v>3.4573800000000001</c:v>
                </c:pt>
                <c:pt idx="8229">
                  <c:v>3.3739699999999999</c:v>
                </c:pt>
                <c:pt idx="8230">
                  <c:v>3.3702000000000001</c:v>
                </c:pt>
                <c:pt idx="8231">
                  <c:v>3.5297499999999999</c:v>
                </c:pt>
                <c:pt idx="8232">
                  <c:v>3.6271200000000001</c:v>
                </c:pt>
                <c:pt idx="8233">
                  <c:v>3.4807999999999999</c:v>
                </c:pt>
                <c:pt idx="8234">
                  <c:v>3.1682100000000002</c:v>
                </c:pt>
                <c:pt idx="8235">
                  <c:v>3.1412200000000001</c:v>
                </c:pt>
                <c:pt idx="8236">
                  <c:v>3.0857899999999998</c:v>
                </c:pt>
                <c:pt idx="8237">
                  <c:v>3.2069800000000002</c:v>
                </c:pt>
                <c:pt idx="8238">
                  <c:v>3.5806300000000002</c:v>
                </c:pt>
                <c:pt idx="8239">
                  <c:v>3.70445</c:v>
                </c:pt>
                <c:pt idx="8240">
                  <c:v>3.55796</c:v>
                </c:pt>
                <c:pt idx="8241">
                  <c:v>3.24444</c:v>
                </c:pt>
                <c:pt idx="8242">
                  <c:v>3.1514899999999999</c:v>
                </c:pt>
                <c:pt idx="8243">
                  <c:v>3.10602</c:v>
                </c:pt>
                <c:pt idx="8244">
                  <c:v>3.2476699999999998</c:v>
                </c:pt>
                <c:pt idx="8245">
                  <c:v>3.3621500000000002</c:v>
                </c:pt>
                <c:pt idx="8246">
                  <c:v>3.4716200000000002</c:v>
                </c:pt>
                <c:pt idx="8247">
                  <c:v>3.5637599999999998</c:v>
                </c:pt>
                <c:pt idx="8248">
                  <c:v>3.5134799999999999</c:v>
                </c:pt>
                <c:pt idx="8249">
                  <c:v>3.3411200000000001</c:v>
                </c:pt>
                <c:pt idx="8250">
                  <c:v>3.5909900000000001</c:v>
                </c:pt>
                <c:pt idx="8251">
                  <c:v>3.6945399999999999</c:v>
                </c:pt>
                <c:pt idx="8252">
                  <c:v>3.4177300000000002</c:v>
                </c:pt>
                <c:pt idx="8253">
                  <c:v>3.0059</c:v>
                </c:pt>
                <c:pt idx="8254">
                  <c:v>2.8539599999999998</c:v>
                </c:pt>
                <c:pt idx="8255">
                  <c:v>2.8826000000000001</c:v>
                </c:pt>
                <c:pt idx="8256">
                  <c:v>3.0573800000000002</c:v>
                </c:pt>
                <c:pt idx="8257">
                  <c:v>2.9246500000000002</c:v>
                </c:pt>
                <c:pt idx="8258">
                  <c:v>3.0943900000000002</c:v>
                </c:pt>
                <c:pt idx="8259">
                  <c:v>3.3709799999999999</c:v>
                </c:pt>
                <c:pt idx="8260">
                  <c:v>3.3708300000000002</c:v>
                </c:pt>
                <c:pt idx="8261">
                  <c:v>3.2643599999999999</c:v>
                </c:pt>
                <c:pt idx="8262">
                  <c:v>2.8706999999999998</c:v>
                </c:pt>
                <c:pt idx="8263">
                  <c:v>2.7822800000000001</c:v>
                </c:pt>
                <c:pt idx="8264">
                  <c:v>2.9440900000000001</c:v>
                </c:pt>
                <c:pt idx="8265">
                  <c:v>2.9742099999999998</c:v>
                </c:pt>
                <c:pt idx="8266">
                  <c:v>2.9694799999999999</c:v>
                </c:pt>
                <c:pt idx="8267">
                  <c:v>2.8559700000000001</c:v>
                </c:pt>
                <c:pt idx="8268">
                  <c:v>2.4915099999999999</c:v>
                </c:pt>
                <c:pt idx="8269">
                  <c:v>2.40767</c:v>
                </c:pt>
                <c:pt idx="8270">
                  <c:v>2.6419700000000002</c:v>
                </c:pt>
                <c:pt idx="8271">
                  <c:v>2.9701</c:v>
                </c:pt>
                <c:pt idx="8272">
                  <c:v>3.1213899999999999</c:v>
                </c:pt>
                <c:pt idx="8273">
                  <c:v>3.0312999999999999</c:v>
                </c:pt>
                <c:pt idx="8274">
                  <c:v>3.3125800000000001</c:v>
                </c:pt>
                <c:pt idx="8275">
                  <c:v>3.4652099999999999</c:v>
                </c:pt>
                <c:pt idx="8276">
                  <c:v>3.76579</c:v>
                </c:pt>
                <c:pt idx="8277">
                  <c:v>3.7446799999999998</c:v>
                </c:pt>
                <c:pt idx="8278">
                  <c:v>3.4304899999999998</c:v>
                </c:pt>
                <c:pt idx="8279">
                  <c:v>3.3838400000000002</c:v>
                </c:pt>
                <c:pt idx="8280">
                  <c:v>3.6280899999999998</c:v>
                </c:pt>
                <c:pt idx="8281">
                  <c:v>3.5605699999999998</c:v>
                </c:pt>
                <c:pt idx="8282">
                  <c:v>3.42422</c:v>
                </c:pt>
                <c:pt idx="8283">
                  <c:v>3.3701599999999998</c:v>
                </c:pt>
                <c:pt idx="8284">
                  <c:v>3.1698300000000001</c:v>
                </c:pt>
                <c:pt idx="8285">
                  <c:v>3.0024899999999999</c:v>
                </c:pt>
                <c:pt idx="8286">
                  <c:v>3.17076</c:v>
                </c:pt>
                <c:pt idx="8287">
                  <c:v>3.2094100000000001</c:v>
                </c:pt>
                <c:pt idx="8288">
                  <c:v>3.0320499999999999</c:v>
                </c:pt>
                <c:pt idx="8289">
                  <c:v>2.98631</c:v>
                </c:pt>
                <c:pt idx="8290">
                  <c:v>3.27372</c:v>
                </c:pt>
                <c:pt idx="8291">
                  <c:v>3.43811</c:v>
                </c:pt>
                <c:pt idx="8292">
                  <c:v>3.1403300000000001</c:v>
                </c:pt>
                <c:pt idx="8293">
                  <c:v>3.0524</c:v>
                </c:pt>
                <c:pt idx="8294">
                  <c:v>2.8845999999999998</c:v>
                </c:pt>
                <c:pt idx="8295">
                  <c:v>2.3443800000000001</c:v>
                </c:pt>
                <c:pt idx="8296">
                  <c:v>2.0989399999999998</c:v>
                </c:pt>
                <c:pt idx="8297">
                  <c:v>1.9396899999999999</c:v>
                </c:pt>
                <c:pt idx="8298">
                  <c:v>1.95581</c:v>
                </c:pt>
                <c:pt idx="8299">
                  <c:v>2.0837300000000001</c:v>
                </c:pt>
                <c:pt idx="8300">
                  <c:v>2.3333300000000001</c:v>
                </c:pt>
                <c:pt idx="8301">
                  <c:v>2.9126599999999998</c:v>
                </c:pt>
                <c:pt idx="8302">
                  <c:v>3.1655700000000002</c:v>
                </c:pt>
                <c:pt idx="8303">
                  <c:v>2.8365200000000002</c:v>
                </c:pt>
                <c:pt idx="8304">
                  <c:v>2.65509</c:v>
                </c:pt>
                <c:pt idx="8305">
                  <c:v>2.4249000000000001</c:v>
                </c:pt>
                <c:pt idx="8306">
                  <c:v>2.4049999999999998</c:v>
                </c:pt>
                <c:pt idx="8307">
                  <c:v>2.1850399999999999</c:v>
                </c:pt>
                <c:pt idx="8308">
                  <c:v>1.68797</c:v>
                </c:pt>
                <c:pt idx="8309">
                  <c:v>1.8664099999999999</c:v>
                </c:pt>
                <c:pt idx="8310">
                  <c:v>2.2171699999999999</c:v>
                </c:pt>
                <c:pt idx="8311">
                  <c:v>2.5486900000000001</c:v>
                </c:pt>
                <c:pt idx="8312">
                  <c:v>2.6195900000000001</c:v>
                </c:pt>
                <c:pt idx="8313">
                  <c:v>2.3670399999999998</c:v>
                </c:pt>
                <c:pt idx="8314">
                  <c:v>2.0361199999999999</c:v>
                </c:pt>
                <c:pt idx="8315">
                  <c:v>2.2366600000000001</c:v>
                </c:pt>
                <c:pt idx="8316">
                  <c:v>2.6339999999999999</c:v>
                </c:pt>
                <c:pt idx="8317">
                  <c:v>2.92367</c:v>
                </c:pt>
                <c:pt idx="8318">
                  <c:v>3.0611100000000002</c:v>
                </c:pt>
                <c:pt idx="8319">
                  <c:v>3.1938499999999999</c:v>
                </c:pt>
                <c:pt idx="8320">
                  <c:v>3.3195199999999998</c:v>
                </c:pt>
                <c:pt idx="8321">
                  <c:v>3.4719099999999998</c:v>
                </c:pt>
                <c:pt idx="8322">
                  <c:v>3.6768200000000002</c:v>
                </c:pt>
                <c:pt idx="8323">
                  <c:v>3.7232500000000002</c:v>
                </c:pt>
                <c:pt idx="8324">
                  <c:v>3.5316999999999998</c:v>
                </c:pt>
                <c:pt idx="8325">
                  <c:v>3.41723</c:v>
                </c:pt>
                <c:pt idx="8326">
                  <c:v>3.5236299999999998</c:v>
                </c:pt>
                <c:pt idx="8327">
                  <c:v>3.2360899999999999</c:v>
                </c:pt>
                <c:pt idx="8328">
                  <c:v>2.9583699999999999</c:v>
                </c:pt>
                <c:pt idx="8329">
                  <c:v>2.97879</c:v>
                </c:pt>
                <c:pt idx="8330">
                  <c:v>2.8909199999999999</c:v>
                </c:pt>
                <c:pt idx="8331">
                  <c:v>3.17719</c:v>
                </c:pt>
                <c:pt idx="8332">
                  <c:v>3.4416699999999998</c:v>
                </c:pt>
                <c:pt idx="8333">
                  <c:v>3.4708100000000002</c:v>
                </c:pt>
                <c:pt idx="8334">
                  <c:v>3.6554600000000002</c:v>
                </c:pt>
                <c:pt idx="8335">
                  <c:v>3.3579500000000002</c:v>
                </c:pt>
                <c:pt idx="8336">
                  <c:v>3.1160000000000001</c:v>
                </c:pt>
                <c:pt idx="8337">
                  <c:v>3.18458</c:v>
                </c:pt>
                <c:pt idx="8338">
                  <c:v>3.1280000000000001</c:v>
                </c:pt>
                <c:pt idx="8339">
                  <c:v>2.8583400000000001</c:v>
                </c:pt>
                <c:pt idx="8340">
                  <c:v>2.9807800000000002</c:v>
                </c:pt>
                <c:pt idx="8341">
                  <c:v>2.9176600000000001</c:v>
                </c:pt>
                <c:pt idx="8342">
                  <c:v>3.1557200000000001</c:v>
                </c:pt>
                <c:pt idx="8343">
                  <c:v>3.8160799999999999</c:v>
                </c:pt>
                <c:pt idx="8344">
                  <c:v>4.0809600000000001</c:v>
                </c:pt>
                <c:pt idx="8345">
                  <c:v>4.16777</c:v>
                </c:pt>
                <c:pt idx="8346">
                  <c:v>4.1880100000000002</c:v>
                </c:pt>
                <c:pt idx="8347">
                  <c:v>3.93675</c:v>
                </c:pt>
                <c:pt idx="8348">
                  <c:v>3.4269099999999999</c:v>
                </c:pt>
                <c:pt idx="8349">
                  <c:v>3.0377000000000001</c:v>
                </c:pt>
                <c:pt idx="8350">
                  <c:v>3.17008</c:v>
                </c:pt>
                <c:pt idx="8351">
                  <c:v>3.46319</c:v>
                </c:pt>
                <c:pt idx="8352">
                  <c:v>3.1728000000000001</c:v>
                </c:pt>
                <c:pt idx="8353">
                  <c:v>2.9914999999999998</c:v>
                </c:pt>
                <c:pt idx="8354">
                  <c:v>3.0422799999999999</c:v>
                </c:pt>
                <c:pt idx="8355">
                  <c:v>3.0351400000000002</c:v>
                </c:pt>
                <c:pt idx="8356">
                  <c:v>3.0653899999999998</c:v>
                </c:pt>
                <c:pt idx="8357">
                  <c:v>3.3149000000000002</c:v>
                </c:pt>
                <c:pt idx="8358">
                  <c:v>3.3972099999999998</c:v>
                </c:pt>
                <c:pt idx="8359">
                  <c:v>3.1666799999999999</c:v>
                </c:pt>
                <c:pt idx="8360">
                  <c:v>3.0533100000000002</c:v>
                </c:pt>
                <c:pt idx="8361">
                  <c:v>3.1954500000000001</c:v>
                </c:pt>
                <c:pt idx="8362">
                  <c:v>3.25387</c:v>
                </c:pt>
                <c:pt idx="8363">
                  <c:v>2.9914999999999998</c:v>
                </c:pt>
                <c:pt idx="8364">
                  <c:v>2.7438899999999999</c:v>
                </c:pt>
                <c:pt idx="8365">
                  <c:v>2.7085300000000001</c:v>
                </c:pt>
                <c:pt idx="8366">
                  <c:v>2.7285200000000001</c:v>
                </c:pt>
                <c:pt idx="8367">
                  <c:v>2.88259</c:v>
                </c:pt>
                <c:pt idx="8368">
                  <c:v>2.9196</c:v>
                </c:pt>
                <c:pt idx="8369">
                  <c:v>2.9727000000000001</c:v>
                </c:pt>
                <c:pt idx="8370">
                  <c:v>2.6730200000000002</c:v>
                </c:pt>
                <c:pt idx="8371">
                  <c:v>2.66343</c:v>
                </c:pt>
                <c:pt idx="8372">
                  <c:v>2.9013200000000001</c:v>
                </c:pt>
                <c:pt idx="8373">
                  <c:v>2.9712399999999999</c:v>
                </c:pt>
                <c:pt idx="8374">
                  <c:v>3.0922100000000001</c:v>
                </c:pt>
                <c:pt idx="8375">
                  <c:v>3.0993599999999999</c:v>
                </c:pt>
                <c:pt idx="8376">
                  <c:v>3.1101299999999998</c:v>
                </c:pt>
                <c:pt idx="8377">
                  <c:v>3.1404000000000001</c:v>
                </c:pt>
                <c:pt idx="8378">
                  <c:v>3.0568499999999998</c:v>
                </c:pt>
                <c:pt idx="8379">
                  <c:v>3.2260800000000001</c:v>
                </c:pt>
                <c:pt idx="8380">
                  <c:v>3.6723599999999998</c:v>
                </c:pt>
                <c:pt idx="8381">
                  <c:v>3.7688700000000002</c:v>
                </c:pt>
                <c:pt idx="8382">
                  <c:v>3.8122799999999999</c:v>
                </c:pt>
                <c:pt idx="8383">
                  <c:v>3.91587</c:v>
                </c:pt>
                <c:pt idx="8384">
                  <c:v>3.8560300000000001</c:v>
                </c:pt>
                <c:pt idx="8385">
                  <c:v>3.7847200000000001</c:v>
                </c:pt>
                <c:pt idx="8386">
                  <c:v>3.5371999999999999</c:v>
                </c:pt>
                <c:pt idx="8387">
                  <c:v>3.3979300000000001</c:v>
                </c:pt>
                <c:pt idx="8388">
                  <c:v>3.3071899999999999</c:v>
                </c:pt>
                <c:pt idx="8389">
                  <c:v>3.32579</c:v>
                </c:pt>
                <c:pt idx="8390">
                  <c:v>3.2490299999999999</c:v>
                </c:pt>
                <c:pt idx="8391">
                  <c:v>2.8752</c:v>
                </c:pt>
                <c:pt idx="8392">
                  <c:v>2.69434</c:v>
                </c:pt>
                <c:pt idx="8393">
                  <c:v>2.7804600000000002</c:v>
                </c:pt>
                <c:pt idx="8394">
                  <c:v>2.8465400000000001</c:v>
                </c:pt>
                <c:pt idx="8395">
                  <c:v>3.1688499999999999</c:v>
                </c:pt>
                <c:pt idx="8396">
                  <c:v>3.4892699999999999</c:v>
                </c:pt>
                <c:pt idx="8397">
                  <c:v>3.5951399999999998</c:v>
                </c:pt>
                <c:pt idx="8398">
                  <c:v>3.3137500000000002</c:v>
                </c:pt>
                <c:pt idx="8399">
                  <c:v>2.99126</c:v>
                </c:pt>
                <c:pt idx="8400">
                  <c:v>2.85507</c:v>
                </c:pt>
                <c:pt idx="8401">
                  <c:v>3.0331000000000001</c:v>
                </c:pt>
                <c:pt idx="8402">
                  <c:v>3.4028499999999999</c:v>
                </c:pt>
                <c:pt idx="8403">
                  <c:v>3.8292000000000002</c:v>
                </c:pt>
                <c:pt idx="8404">
                  <c:v>4.3229199999999999</c:v>
                </c:pt>
                <c:pt idx="8405">
                  <c:v>4.4992099999999997</c:v>
                </c:pt>
                <c:pt idx="8406">
                  <c:v>4.2292199999999998</c:v>
                </c:pt>
                <c:pt idx="8407">
                  <c:v>3.8750900000000001</c:v>
                </c:pt>
                <c:pt idx="8408">
                  <c:v>3.5550799999999998</c:v>
                </c:pt>
                <c:pt idx="8409">
                  <c:v>3.5366599999999999</c:v>
                </c:pt>
                <c:pt idx="8410">
                  <c:v>3.4653299999999998</c:v>
                </c:pt>
                <c:pt idx="8411">
                  <c:v>3.66208</c:v>
                </c:pt>
                <c:pt idx="8412">
                  <c:v>4.0326199999999996</c:v>
                </c:pt>
                <c:pt idx="8413">
                  <c:v>4.0210299999999997</c:v>
                </c:pt>
                <c:pt idx="8414">
                  <c:v>3.6398700000000002</c:v>
                </c:pt>
                <c:pt idx="8415">
                  <c:v>3.3391700000000002</c:v>
                </c:pt>
                <c:pt idx="8416">
                  <c:v>3.4036</c:v>
                </c:pt>
                <c:pt idx="8417">
                  <c:v>3.3628399999999998</c:v>
                </c:pt>
                <c:pt idx="8418">
                  <c:v>3.0659900000000002</c:v>
                </c:pt>
                <c:pt idx="8419">
                  <c:v>2.83365</c:v>
                </c:pt>
                <c:pt idx="8420">
                  <c:v>2.6791399999999999</c:v>
                </c:pt>
                <c:pt idx="8421">
                  <c:v>2.8308300000000002</c:v>
                </c:pt>
                <c:pt idx="8422">
                  <c:v>3.0458500000000002</c:v>
                </c:pt>
                <c:pt idx="8423">
                  <c:v>2.9901499999999999</c:v>
                </c:pt>
                <c:pt idx="8424">
                  <c:v>3.0119600000000002</c:v>
                </c:pt>
                <c:pt idx="8425">
                  <c:v>2.9192499999999999</c:v>
                </c:pt>
                <c:pt idx="8426">
                  <c:v>2.7515999999999998</c:v>
                </c:pt>
                <c:pt idx="8427">
                  <c:v>2.8318500000000002</c:v>
                </c:pt>
                <c:pt idx="8428">
                  <c:v>3.0802</c:v>
                </c:pt>
                <c:pt idx="8429">
                  <c:v>3.4402599999999999</c:v>
                </c:pt>
                <c:pt idx="8430">
                  <c:v>3.6691500000000001</c:v>
                </c:pt>
                <c:pt idx="8431">
                  <c:v>3.8954399999999998</c:v>
                </c:pt>
                <c:pt idx="8432">
                  <c:v>3.8977900000000001</c:v>
                </c:pt>
                <c:pt idx="8433">
                  <c:v>3.81338</c:v>
                </c:pt>
                <c:pt idx="8434">
                  <c:v>3.7906</c:v>
                </c:pt>
                <c:pt idx="8435">
                  <c:v>3.7447400000000002</c:v>
                </c:pt>
                <c:pt idx="8436">
                  <c:v>3.4497800000000001</c:v>
                </c:pt>
                <c:pt idx="8437">
                  <c:v>3.29962</c:v>
                </c:pt>
                <c:pt idx="8438">
                  <c:v>3.2089799999999999</c:v>
                </c:pt>
                <c:pt idx="8439">
                  <c:v>2.90387</c:v>
                </c:pt>
                <c:pt idx="8440">
                  <c:v>2.7154600000000002</c:v>
                </c:pt>
                <c:pt idx="8441">
                  <c:v>2.6011700000000002</c:v>
                </c:pt>
                <c:pt idx="8442">
                  <c:v>2.4740199999999999</c:v>
                </c:pt>
                <c:pt idx="8443">
                  <c:v>2.77766</c:v>
                </c:pt>
                <c:pt idx="8444">
                  <c:v>3.2721900000000002</c:v>
                </c:pt>
                <c:pt idx="8445">
                  <c:v>3.4256099999999998</c:v>
                </c:pt>
                <c:pt idx="8446">
                  <c:v>3.6126100000000001</c:v>
                </c:pt>
                <c:pt idx="8447">
                  <c:v>3.4966300000000001</c:v>
                </c:pt>
                <c:pt idx="8448">
                  <c:v>3.2882899999999999</c:v>
                </c:pt>
                <c:pt idx="8449">
                  <c:v>3.25806</c:v>
                </c:pt>
                <c:pt idx="8450">
                  <c:v>3.47756</c:v>
                </c:pt>
                <c:pt idx="8451">
                  <c:v>3.8708300000000002</c:v>
                </c:pt>
                <c:pt idx="8452">
                  <c:v>4.0581399999999999</c:v>
                </c:pt>
                <c:pt idx="8453">
                  <c:v>4.0187099999999996</c:v>
                </c:pt>
                <c:pt idx="8454">
                  <c:v>4.1842899999999998</c:v>
                </c:pt>
                <c:pt idx="8455">
                  <c:v>4.1076499999999996</c:v>
                </c:pt>
                <c:pt idx="8456">
                  <c:v>3.8070599999999999</c:v>
                </c:pt>
                <c:pt idx="8457">
                  <c:v>3.9119600000000001</c:v>
                </c:pt>
                <c:pt idx="8458">
                  <c:v>3.7647900000000001</c:v>
                </c:pt>
                <c:pt idx="8459">
                  <c:v>3.46435</c:v>
                </c:pt>
                <c:pt idx="8460">
                  <c:v>3.2603200000000001</c:v>
                </c:pt>
                <c:pt idx="8461">
                  <c:v>3.2884500000000001</c:v>
                </c:pt>
                <c:pt idx="8462">
                  <c:v>3.6433499999999999</c:v>
                </c:pt>
                <c:pt idx="8463">
                  <c:v>3.69828</c:v>
                </c:pt>
                <c:pt idx="8464">
                  <c:v>3.5531899999999998</c:v>
                </c:pt>
                <c:pt idx="8465">
                  <c:v>3.43289</c:v>
                </c:pt>
                <c:pt idx="8466">
                  <c:v>3.3520099999999999</c:v>
                </c:pt>
                <c:pt idx="8467">
                  <c:v>3.3638400000000002</c:v>
                </c:pt>
                <c:pt idx="8468">
                  <c:v>3.2437900000000002</c:v>
                </c:pt>
                <c:pt idx="8469">
                  <c:v>2.96347</c:v>
                </c:pt>
                <c:pt idx="8470">
                  <c:v>2.8867600000000002</c:v>
                </c:pt>
                <c:pt idx="8471">
                  <c:v>2.9999699999999998</c:v>
                </c:pt>
                <c:pt idx="8472">
                  <c:v>3.3014700000000001</c:v>
                </c:pt>
                <c:pt idx="8473">
                  <c:v>3.2765399999999998</c:v>
                </c:pt>
                <c:pt idx="8474">
                  <c:v>3.0330300000000001</c:v>
                </c:pt>
                <c:pt idx="8475">
                  <c:v>2.9958300000000002</c:v>
                </c:pt>
                <c:pt idx="8476">
                  <c:v>3.2357100000000001</c:v>
                </c:pt>
                <c:pt idx="8477">
                  <c:v>3.4311400000000001</c:v>
                </c:pt>
                <c:pt idx="8478">
                  <c:v>3.6244299999999998</c:v>
                </c:pt>
                <c:pt idx="8479">
                  <c:v>3.5964399999999999</c:v>
                </c:pt>
                <c:pt idx="8480">
                  <c:v>3.5508099999999998</c:v>
                </c:pt>
                <c:pt idx="8481">
                  <c:v>3.3829099999999999</c:v>
                </c:pt>
                <c:pt idx="8482">
                  <c:v>3.488</c:v>
                </c:pt>
                <c:pt idx="8483">
                  <c:v>3.63022</c:v>
                </c:pt>
                <c:pt idx="8484">
                  <c:v>3.5508000000000002</c:v>
                </c:pt>
                <c:pt idx="8485">
                  <c:v>3.57498</c:v>
                </c:pt>
                <c:pt idx="8486">
                  <c:v>3.3179699999999999</c:v>
                </c:pt>
                <c:pt idx="8487">
                  <c:v>3.1614300000000002</c:v>
                </c:pt>
                <c:pt idx="8488">
                  <c:v>3.2579099999999999</c:v>
                </c:pt>
                <c:pt idx="8489">
                  <c:v>2.9832399999999999</c:v>
                </c:pt>
                <c:pt idx="8490">
                  <c:v>2.9273500000000001</c:v>
                </c:pt>
                <c:pt idx="8491">
                  <c:v>3.0432600000000001</c:v>
                </c:pt>
                <c:pt idx="8492">
                  <c:v>3.0366599999999999</c:v>
                </c:pt>
                <c:pt idx="8493">
                  <c:v>3.2563599999999999</c:v>
                </c:pt>
                <c:pt idx="8494">
                  <c:v>3.4883600000000001</c:v>
                </c:pt>
                <c:pt idx="8495">
                  <c:v>3.5777800000000002</c:v>
                </c:pt>
                <c:pt idx="8496">
                  <c:v>3.3960599999999999</c:v>
                </c:pt>
                <c:pt idx="8497">
                  <c:v>3.2785899999999999</c:v>
                </c:pt>
                <c:pt idx="8498">
                  <c:v>3.4946799999999998</c:v>
                </c:pt>
                <c:pt idx="8499">
                  <c:v>3.4885700000000002</c:v>
                </c:pt>
                <c:pt idx="8500">
                  <c:v>3.4267400000000001</c:v>
                </c:pt>
                <c:pt idx="8501">
                  <c:v>3.73502</c:v>
                </c:pt>
                <c:pt idx="8502">
                  <c:v>4.1496599999999999</c:v>
                </c:pt>
                <c:pt idx="8503">
                  <c:v>4.06989</c:v>
                </c:pt>
                <c:pt idx="8504">
                  <c:v>4.0797299999999996</c:v>
                </c:pt>
                <c:pt idx="8505">
                  <c:v>4.0223500000000003</c:v>
                </c:pt>
                <c:pt idx="8506">
                  <c:v>3.5658300000000001</c:v>
                </c:pt>
                <c:pt idx="8507">
                  <c:v>3.2962799999999999</c:v>
                </c:pt>
                <c:pt idx="8508">
                  <c:v>3.1633</c:v>
                </c:pt>
                <c:pt idx="8509">
                  <c:v>2.9382700000000002</c:v>
                </c:pt>
                <c:pt idx="8510">
                  <c:v>3.0419</c:v>
                </c:pt>
                <c:pt idx="8511">
                  <c:v>3.36097</c:v>
                </c:pt>
                <c:pt idx="8512">
                  <c:v>3.7198500000000001</c:v>
                </c:pt>
                <c:pt idx="8513">
                  <c:v>3.84721</c:v>
                </c:pt>
                <c:pt idx="8514">
                  <c:v>3.6066199999999999</c:v>
                </c:pt>
                <c:pt idx="8515">
                  <c:v>3.2876400000000001</c:v>
                </c:pt>
                <c:pt idx="8516">
                  <c:v>3.0939800000000002</c:v>
                </c:pt>
                <c:pt idx="8517">
                  <c:v>3.29752</c:v>
                </c:pt>
                <c:pt idx="8518">
                  <c:v>3.43485</c:v>
                </c:pt>
                <c:pt idx="8519">
                  <c:v>3.4852099999999999</c:v>
                </c:pt>
                <c:pt idx="8520">
                  <c:v>3.3533599999999999</c:v>
                </c:pt>
                <c:pt idx="8521">
                  <c:v>3.3955799999999998</c:v>
                </c:pt>
                <c:pt idx="8522">
                  <c:v>3.2301199999999999</c:v>
                </c:pt>
                <c:pt idx="8523">
                  <c:v>3.1739199999999999</c:v>
                </c:pt>
                <c:pt idx="8524">
                  <c:v>3.41614</c:v>
                </c:pt>
                <c:pt idx="8525">
                  <c:v>3.7941199999999999</c:v>
                </c:pt>
                <c:pt idx="8526">
                  <c:v>4.0407900000000003</c:v>
                </c:pt>
                <c:pt idx="8527">
                  <c:v>3.8031799999999998</c:v>
                </c:pt>
                <c:pt idx="8528">
                  <c:v>3.6905000000000001</c:v>
                </c:pt>
                <c:pt idx="8529">
                  <c:v>3.6606900000000002</c:v>
                </c:pt>
                <c:pt idx="8530">
                  <c:v>3.5562900000000002</c:v>
                </c:pt>
                <c:pt idx="8531">
                  <c:v>3.5813299999999999</c:v>
                </c:pt>
                <c:pt idx="8532">
                  <c:v>3.58325</c:v>
                </c:pt>
                <c:pt idx="8533">
                  <c:v>3.6103299999999998</c:v>
                </c:pt>
                <c:pt idx="8534">
                  <c:v>3.6627100000000001</c:v>
                </c:pt>
                <c:pt idx="8535">
                  <c:v>3.8841600000000001</c:v>
                </c:pt>
                <c:pt idx="8536">
                  <c:v>3.72112</c:v>
                </c:pt>
                <c:pt idx="8537">
                  <c:v>3.5399099999999999</c:v>
                </c:pt>
                <c:pt idx="8538">
                  <c:v>3.5666899999999999</c:v>
                </c:pt>
                <c:pt idx="8539">
                  <c:v>3.6728999999999998</c:v>
                </c:pt>
                <c:pt idx="8540">
                  <c:v>3.7180800000000001</c:v>
                </c:pt>
                <c:pt idx="8541">
                  <c:v>3.6764600000000001</c:v>
                </c:pt>
                <c:pt idx="8542">
                  <c:v>3.6136699999999999</c:v>
                </c:pt>
                <c:pt idx="8543">
                  <c:v>3.91852</c:v>
                </c:pt>
                <c:pt idx="8544">
                  <c:v>3.8619500000000002</c:v>
                </c:pt>
                <c:pt idx="8545">
                  <c:v>3.1397499999999998</c:v>
                </c:pt>
                <c:pt idx="8546">
                  <c:v>2.6739299999999999</c:v>
                </c:pt>
                <c:pt idx="8547">
                  <c:v>2.4471400000000001</c:v>
                </c:pt>
                <c:pt idx="8548">
                  <c:v>2.33203</c:v>
                </c:pt>
                <c:pt idx="8549">
                  <c:v>2.5476200000000002</c:v>
                </c:pt>
                <c:pt idx="8550">
                  <c:v>2.6807699999999999</c:v>
                </c:pt>
                <c:pt idx="8551">
                  <c:v>2.6893600000000002</c:v>
                </c:pt>
                <c:pt idx="8552">
                  <c:v>2.75956</c:v>
                </c:pt>
                <c:pt idx="8553">
                  <c:v>2.9875799999999999</c:v>
                </c:pt>
                <c:pt idx="8554">
                  <c:v>3.0060099999999998</c:v>
                </c:pt>
                <c:pt idx="8555">
                  <c:v>2.9852599999999998</c:v>
                </c:pt>
                <c:pt idx="8556">
                  <c:v>3.0749900000000001</c:v>
                </c:pt>
                <c:pt idx="8557">
                  <c:v>3.0602299999999998</c:v>
                </c:pt>
                <c:pt idx="8558">
                  <c:v>3.0015100000000001</c:v>
                </c:pt>
                <c:pt idx="8559">
                  <c:v>2.9128400000000001</c:v>
                </c:pt>
                <c:pt idx="8560">
                  <c:v>2.7296900000000002</c:v>
                </c:pt>
                <c:pt idx="8561">
                  <c:v>2.37826</c:v>
                </c:pt>
                <c:pt idx="8562">
                  <c:v>2.5610900000000001</c:v>
                </c:pt>
                <c:pt idx="8563">
                  <c:v>2.6611500000000001</c:v>
                </c:pt>
                <c:pt idx="8564">
                  <c:v>2.5642999999999998</c:v>
                </c:pt>
                <c:pt idx="8565">
                  <c:v>2.5644900000000002</c:v>
                </c:pt>
                <c:pt idx="8566">
                  <c:v>2.5499999999999998</c:v>
                </c:pt>
                <c:pt idx="8567">
                  <c:v>2.7098</c:v>
                </c:pt>
                <c:pt idx="8568">
                  <c:v>2.77996</c:v>
                </c:pt>
                <c:pt idx="8569">
                  <c:v>2.7359599999999999</c:v>
                </c:pt>
                <c:pt idx="8570">
                  <c:v>2.5041199999999999</c:v>
                </c:pt>
                <c:pt idx="8571">
                  <c:v>2.46712</c:v>
                </c:pt>
                <c:pt idx="8572">
                  <c:v>2.2091699999999999</c:v>
                </c:pt>
                <c:pt idx="8573">
                  <c:v>2.1930700000000001</c:v>
                </c:pt>
                <c:pt idx="8574">
                  <c:v>2.4825200000000001</c:v>
                </c:pt>
                <c:pt idx="8575">
                  <c:v>3.2247699999999999</c:v>
                </c:pt>
                <c:pt idx="8576">
                  <c:v>3.7226699999999999</c:v>
                </c:pt>
                <c:pt idx="8577">
                  <c:v>3.7743899999999999</c:v>
                </c:pt>
                <c:pt idx="8578">
                  <c:v>4.1776299999999997</c:v>
                </c:pt>
                <c:pt idx="8579">
                  <c:v>4.3753299999999999</c:v>
                </c:pt>
                <c:pt idx="8580">
                  <c:v>4.1704299999999996</c:v>
                </c:pt>
                <c:pt idx="8581">
                  <c:v>3.7502200000000001</c:v>
                </c:pt>
                <c:pt idx="8582">
                  <c:v>3.5964800000000001</c:v>
                </c:pt>
                <c:pt idx="8583">
                  <c:v>3.51871</c:v>
                </c:pt>
                <c:pt idx="8584">
                  <c:v>3.2123300000000001</c:v>
                </c:pt>
                <c:pt idx="8585">
                  <c:v>3.0314000000000001</c:v>
                </c:pt>
                <c:pt idx="8586">
                  <c:v>3.0238399999999999</c:v>
                </c:pt>
                <c:pt idx="8587">
                  <c:v>3.45</c:v>
                </c:pt>
                <c:pt idx="8588">
                  <c:v>3.6230099999999998</c:v>
                </c:pt>
                <c:pt idx="8589">
                  <c:v>3.7037399999999998</c:v>
                </c:pt>
                <c:pt idx="8590">
                  <c:v>3.9005800000000002</c:v>
                </c:pt>
                <c:pt idx="8591">
                  <c:v>3.6133899999999999</c:v>
                </c:pt>
                <c:pt idx="8592">
                  <c:v>3.3662999999999998</c:v>
                </c:pt>
                <c:pt idx="8593">
                  <c:v>3.5126300000000001</c:v>
                </c:pt>
                <c:pt idx="8594">
                  <c:v>3.7206600000000001</c:v>
                </c:pt>
                <c:pt idx="8595">
                  <c:v>3.7224200000000001</c:v>
                </c:pt>
                <c:pt idx="8596">
                  <c:v>3.5636299999999999</c:v>
                </c:pt>
                <c:pt idx="8597">
                  <c:v>3.65618</c:v>
                </c:pt>
                <c:pt idx="8598">
                  <c:v>3.7560600000000002</c:v>
                </c:pt>
                <c:pt idx="8599">
                  <c:v>3.5035400000000001</c:v>
                </c:pt>
                <c:pt idx="8600">
                  <c:v>3.4065699999999999</c:v>
                </c:pt>
                <c:pt idx="8601">
                  <c:v>3.4166599999999998</c:v>
                </c:pt>
                <c:pt idx="8602">
                  <c:v>3.6253500000000001</c:v>
                </c:pt>
                <c:pt idx="8603">
                  <c:v>3.4029799999999999</c:v>
                </c:pt>
                <c:pt idx="8604">
                  <c:v>3.1411799999999999</c:v>
                </c:pt>
                <c:pt idx="8605">
                  <c:v>3.1646000000000001</c:v>
                </c:pt>
                <c:pt idx="8606">
                  <c:v>3.15496</c:v>
                </c:pt>
                <c:pt idx="8607">
                  <c:v>3.2811900000000001</c:v>
                </c:pt>
                <c:pt idx="8608">
                  <c:v>3.0739899999999998</c:v>
                </c:pt>
                <c:pt idx="8609">
                  <c:v>2.4317000000000002</c:v>
                </c:pt>
                <c:pt idx="8610">
                  <c:v>2.1416400000000002</c:v>
                </c:pt>
                <c:pt idx="8611">
                  <c:v>2.2833399999999999</c:v>
                </c:pt>
                <c:pt idx="8612">
                  <c:v>2.6829299999999998</c:v>
                </c:pt>
                <c:pt idx="8613">
                  <c:v>2.91032</c:v>
                </c:pt>
                <c:pt idx="8614">
                  <c:v>2.7061099999999998</c:v>
                </c:pt>
                <c:pt idx="8615">
                  <c:v>2.69272</c:v>
                </c:pt>
                <c:pt idx="8616">
                  <c:v>2.82694</c:v>
                </c:pt>
                <c:pt idx="8617">
                  <c:v>2.8223099999999999</c:v>
                </c:pt>
                <c:pt idx="8618">
                  <c:v>2.5641799999999999</c:v>
                </c:pt>
                <c:pt idx="8619">
                  <c:v>2.5250699999999999</c:v>
                </c:pt>
                <c:pt idx="8620">
                  <c:v>2.4426600000000001</c:v>
                </c:pt>
                <c:pt idx="8621">
                  <c:v>2.3857699999999999</c:v>
                </c:pt>
                <c:pt idx="8622">
                  <c:v>2.4586700000000001</c:v>
                </c:pt>
                <c:pt idx="8623">
                  <c:v>2.5949300000000002</c:v>
                </c:pt>
                <c:pt idx="8624">
                  <c:v>2.6265200000000002</c:v>
                </c:pt>
                <c:pt idx="8625">
                  <c:v>2.6188400000000001</c:v>
                </c:pt>
                <c:pt idx="8626">
                  <c:v>2.5787200000000001</c:v>
                </c:pt>
                <c:pt idx="8627">
                  <c:v>2.5465200000000001</c:v>
                </c:pt>
                <c:pt idx="8628">
                  <c:v>2.70688</c:v>
                </c:pt>
                <c:pt idx="8629">
                  <c:v>2.8910200000000001</c:v>
                </c:pt>
                <c:pt idx="8630">
                  <c:v>3.2580399999999998</c:v>
                </c:pt>
                <c:pt idx="8631">
                  <c:v>3.4953500000000002</c:v>
                </c:pt>
                <c:pt idx="8632">
                  <c:v>3.50719</c:v>
                </c:pt>
                <c:pt idx="8633">
                  <c:v>3.3814700000000002</c:v>
                </c:pt>
                <c:pt idx="8634">
                  <c:v>3.4324699999999999</c:v>
                </c:pt>
                <c:pt idx="8635">
                  <c:v>3.5830299999999999</c:v>
                </c:pt>
                <c:pt idx="8636">
                  <c:v>3.2572999999999999</c:v>
                </c:pt>
                <c:pt idx="8637">
                  <c:v>2.8785500000000002</c:v>
                </c:pt>
                <c:pt idx="8638">
                  <c:v>2.6846000000000001</c:v>
                </c:pt>
                <c:pt idx="8639">
                  <c:v>2.9417</c:v>
                </c:pt>
                <c:pt idx="8640">
                  <c:v>3.18967</c:v>
                </c:pt>
                <c:pt idx="8641">
                  <c:v>3.05593</c:v>
                </c:pt>
                <c:pt idx="8642">
                  <c:v>3.1603400000000001</c:v>
                </c:pt>
                <c:pt idx="8643">
                  <c:v>3.3607499999999999</c:v>
                </c:pt>
                <c:pt idx="8644">
                  <c:v>3.1211899999999999</c:v>
                </c:pt>
                <c:pt idx="8645">
                  <c:v>2.7492999999999999</c:v>
                </c:pt>
                <c:pt idx="8646">
                  <c:v>2.5609500000000001</c:v>
                </c:pt>
                <c:pt idx="8647">
                  <c:v>2.7383299999999999</c:v>
                </c:pt>
                <c:pt idx="8648">
                  <c:v>3.00508</c:v>
                </c:pt>
                <c:pt idx="8649">
                  <c:v>2.9295</c:v>
                </c:pt>
                <c:pt idx="8650">
                  <c:v>2.81027</c:v>
                </c:pt>
                <c:pt idx="8651">
                  <c:v>2.8355199999999998</c:v>
                </c:pt>
                <c:pt idx="8652">
                  <c:v>2.8151600000000001</c:v>
                </c:pt>
                <c:pt idx="8653">
                  <c:v>2.93574</c:v>
                </c:pt>
                <c:pt idx="8654">
                  <c:v>3.2731499999999998</c:v>
                </c:pt>
                <c:pt idx="8655">
                  <c:v>3.5288900000000001</c:v>
                </c:pt>
                <c:pt idx="8656">
                  <c:v>3.28817</c:v>
                </c:pt>
                <c:pt idx="8657">
                  <c:v>3.2119200000000001</c:v>
                </c:pt>
                <c:pt idx="8658">
                  <c:v>3.3064200000000001</c:v>
                </c:pt>
                <c:pt idx="8659">
                  <c:v>2.7885599999999999</c:v>
                </c:pt>
                <c:pt idx="8660">
                  <c:v>2.42909</c:v>
                </c:pt>
                <c:pt idx="8661">
                  <c:v>2.6593499999999999</c:v>
                </c:pt>
                <c:pt idx="8662">
                  <c:v>2.9150200000000002</c:v>
                </c:pt>
                <c:pt idx="8663">
                  <c:v>2.77536</c:v>
                </c:pt>
                <c:pt idx="8664">
                  <c:v>2.8214000000000001</c:v>
                </c:pt>
                <c:pt idx="8665">
                  <c:v>2.8461599999999998</c:v>
                </c:pt>
                <c:pt idx="8666">
                  <c:v>2.9160300000000001</c:v>
                </c:pt>
                <c:pt idx="8667">
                  <c:v>2.7520899999999999</c:v>
                </c:pt>
                <c:pt idx="8668">
                  <c:v>2.9206300000000001</c:v>
                </c:pt>
                <c:pt idx="8669">
                  <c:v>3.50231</c:v>
                </c:pt>
                <c:pt idx="8670">
                  <c:v>3.9540500000000001</c:v>
                </c:pt>
                <c:pt idx="8671">
                  <c:v>4.1361400000000001</c:v>
                </c:pt>
                <c:pt idx="8672">
                  <c:v>3.9802499999999998</c:v>
                </c:pt>
                <c:pt idx="8673">
                  <c:v>3.5160300000000002</c:v>
                </c:pt>
                <c:pt idx="8674">
                  <c:v>2.8598599999999998</c:v>
                </c:pt>
                <c:pt idx="8675">
                  <c:v>2.6133099999999998</c:v>
                </c:pt>
                <c:pt idx="8676">
                  <c:v>2.72038</c:v>
                </c:pt>
                <c:pt idx="8677">
                  <c:v>2.8421799999999999</c:v>
                </c:pt>
                <c:pt idx="8678">
                  <c:v>2.9670299999999998</c:v>
                </c:pt>
                <c:pt idx="8679">
                  <c:v>3.00386</c:v>
                </c:pt>
                <c:pt idx="8680">
                  <c:v>3.1644199999999998</c:v>
                </c:pt>
                <c:pt idx="8681">
                  <c:v>3.0773899999999998</c:v>
                </c:pt>
                <c:pt idx="8682">
                  <c:v>3.1779999999999999</c:v>
                </c:pt>
                <c:pt idx="8683">
                  <c:v>3.0895600000000001</c:v>
                </c:pt>
                <c:pt idx="8684">
                  <c:v>2.9835500000000001</c:v>
                </c:pt>
                <c:pt idx="8685">
                  <c:v>3.2298200000000001</c:v>
                </c:pt>
                <c:pt idx="8686">
                  <c:v>3.2321300000000002</c:v>
                </c:pt>
                <c:pt idx="8687">
                  <c:v>3.0492400000000002</c:v>
                </c:pt>
                <c:pt idx="8688">
                  <c:v>2.8651800000000001</c:v>
                </c:pt>
                <c:pt idx="8689">
                  <c:v>2.4659300000000002</c:v>
                </c:pt>
                <c:pt idx="8690">
                  <c:v>2.3226599999999999</c:v>
                </c:pt>
                <c:pt idx="8691">
                  <c:v>2.4662299999999999</c:v>
                </c:pt>
                <c:pt idx="8692">
                  <c:v>2.4333399999999998</c:v>
                </c:pt>
                <c:pt idx="8693">
                  <c:v>2.55423</c:v>
                </c:pt>
                <c:pt idx="8694">
                  <c:v>2.8544100000000001</c:v>
                </c:pt>
                <c:pt idx="8695">
                  <c:v>3.2417699999999998</c:v>
                </c:pt>
                <c:pt idx="8696">
                  <c:v>3.5274100000000002</c:v>
                </c:pt>
                <c:pt idx="8697">
                  <c:v>3.6496</c:v>
                </c:pt>
                <c:pt idx="8698">
                  <c:v>3.1875200000000001</c:v>
                </c:pt>
                <c:pt idx="8699">
                  <c:v>2.6513900000000001</c:v>
                </c:pt>
                <c:pt idx="8700">
                  <c:v>2.5448200000000001</c:v>
                </c:pt>
                <c:pt idx="8701">
                  <c:v>2.7692399999999999</c:v>
                </c:pt>
                <c:pt idx="8702">
                  <c:v>3.0195099999999999</c:v>
                </c:pt>
                <c:pt idx="8703">
                  <c:v>3.0531199999999998</c:v>
                </c:pt>
                <c:pt idx="8704">
                  <c:v>3.07701</c:v>
                </c:pt>
                <c:pt idx="8705">
                  <c:v>3.09388</c:v>
                </c:pt>
                <c:pt idx="8706">
                  <c:v>2.9850099999999999</c:v>
                </c:pt>
                <c:pt idx="8707">
                  <c:v>2.7910599999999999</c:v>
                </c:pt>
                <c:pt idx="8708">
                  <c:v>2.7024400000000002</c:v>
                </c:pt>
                <c:pt idx="8709">
                  <c:v>2.9386000000000001</c:v>
                </c:pt>
                <c:pt idx="8710">
                  <c:v>3.1928200000000002</c:v>
                </c:pt>
                <c:pt idx="8711">
                  <c:v>3.32239</c:v>
                </c:pt>
                <c:pt idx="8712">
                  <c:v>3.2889300000000001</c:v>
                </c:pt>
                <c:pt idx="8713">
                  <c:v>2.9253300000000002</c:v>
                </c:pt>
                <c:pt idx="8714">
                  <c:v>2.5067300000000001</c:v>
                </c:pt>
                <c:pt idx="8715">
                  <c:v>2.6184699999999999</c:v>
                </c:pt>
                <c:pt idx="8716">
                  <c:v>2.8321999999999998</c:v>
                </c:pt>
                <c:pt idx="8717">
                  <c:v>2.6675300000000002</c:v>
                </c:pt>
                <c:pt idx="8718">
                  <c:v>2.5745300000000002</c:v>
                </c:pt>
                <c:pt idx="8719">
                  <c:v>2.5951499999999998</c:v>
                </c:pt>
                <c:pt idx="8720">
                  <c:v>2.4042400000000002</c:v>
                </c:pt>
                <c:pt idx="8721">
                  <c:v>2.5478700000000001</c:v>
                </c:pt>
                <c:pt idx="8722">
                  <c:v>2.8504700000000001</c:v>
                </c:pt>
                <c:pt idx="8723">
                  <c:v>2.6907199999999998</c:v>
                </c:pt>
                <c:pt idx="8724">
                  <c:v>2.8748</c:v>
                </c:pt>
                <c:pt idx="8725">
                  <c:v>3.18485</c:v>
                </c:pt>
                <c:pt idx="8726">
                  <c:v>3.1873900000000002</c:v>
                </c:pt>
                <c:pt idx="8727">
                  <c:v>3.6119300000000001</c:v>
                </c:pt>
                <c:pt idx="8728">
                  <c:v>3.6366800000000001</c:v>
                </c:pt>
                <c:pt idx="8729">
                  <c:v>3.4334500000000001</c:v>
                </c:pt>
                <c:pt idx="8730">
                  <c:v>3.1526200000000002</c:v>
                </c:pt>
                <c:pt idx="8731">
                  <c:v>2.7457400000000001</c:v>
                </c:pt>
                <c:pt idx="8732">
                  <c:v>2.2208700000000001</c:v>
                </c:pt>
                <c:pt idx="8733">
                  <c:v>2.25528</c:v>
                </c:pt>
                <c:pt idx="8734">
                  <c:v>2.9179400000000002</c:v>
                </c:pt>
                <c:pt idx="8735">
                  <c:v>3.1741100000000002</c:v>
                </c:pt>
                <c:pt idx="8736">
                  <c:v>3.0557799999999999</c:v>
                </c:pt>
                <c:pt idx="8737">
                  <c:v>2.8980100000000002</c:v>
                </c:pt>
                <c:pt idx="8738">
                  <c:v>2.60046</c:v>
                </c:pt>
                <c:pt idx="8739">
                  <c:v>2.2372399999999999</c:v>
                </c:pt>
                <c:pt idx="8740">
                  <c:v>1.99082</c:v>
                </c:pt>
                <c:pt idx="8741">
                  <c:v>2.1640899999999998</c:v>
                </c:pt>
                <c:pt idx="8742">
                  <c:v>2.5890399999999998</c:v>
                </c:pt>
                <c:pt idx="8743">
                  <c:v>2.8700600000000001</c:v>
                </c:pt>
                <c:pt idx="8744">
                  <c:v>2.9391699999999998</c:v>
                </c:pt>
                <c:pt idx="8745">
                  <c:v>2.4524300000000001</c:v>
                </c:pt>
                <c:pt idx="8746">
                  <c:v>2.36246</c:v>
                </c:pt>
                <c:pt idx="8747">
                  <c:v>2.4337599999999999</c:v>
                </c:pt>
                <c:pt idx="8748">
                  <c:v>2.63768</c:v>
                </c:pt>
                <c:pt idx="8749">
                  <c:v>2.9187500000000002</c:v>
                </c:pt>
                <c:pt idx="8750">
                  <c:v>2.89621</c:v>
                </c:pt>
                <c:pt idx="8751">
                  <c:v>2.7164899999999998</c:v>
                </c:pt>
                <c:pt idx="8752">
                  <c:v>2.9973000000000001</c:v>
                </c:pt>
                <c:pt idx="8753">
                  <c:v>3.30829</c:v>
                </c:pt>
                <c:pt idx="8754">
                  <c:v>3.1022699999999999</c:v>
                </c:pt>
                <c:pt idx="8755">
                  <c:v>3.1197300000000001</c:v>
                </c:pt>
                <c:pt idx="8756">
                  <c:v>3.2692100000000002</c:v>
                </c:pt>
                <c:pt idx="8757">
                  <c:v>3.3235800000000002</c:v>
                </c:pt>
                <c:pt idx="8758">
                  <c:v>3.3443100000000001</c:v>
                </c:pt>
                <c:pt idx="8759">
                  <c:v>3.4438</c:v>
                </c:pt>
                <c:pt idx="8760">
                  <c:v>3.6629499999999999</c:v>
                </c:pt>
                <c:pt idx="8761">
                  <c:v>3.6797499999999999</c:v>
                </c:pt>
                <c:pt idx="8762">
                  <c:v>3.6909700000000001</c:v>
                </c:pt>
                <c:pt idx="8763">
                  <c:v>3.9020100000000002</c:v>
                </c:pt>
                <c:pt idx="8764">
                  <c:v>4.1303400000000003</c:v>
                </c:pt>
                <c:pt idx="8765">
                  <c:v>3.8516599999999999</c:v>
                </c:pt>
                <c:pt idx="8766">
                  <c:v>3.4556499999999999</c:v>
                </c:pt>
                <c:pt idx="8767">
                  <c:v>3.1587499999999999</c:v>
                </c:pt>
                <c:pt idx="8768">
                  <c:v>2.5127799999999998</c:v>
                </c:pt>
                <c:pt idx="8769">
                  <c:v>2.3750399999999998</c:v>
                </c:pt>
                <c:pt idx="8770">
                  <c:v>2.9460500000000001</c:v>
                </c:pt>
                <c:pt idx="8771">
                  <c:v>3.2904599999999999</c:v>
                </c:pt>
                <c:pt idx="8772">
                  <c:v>3.2964500000000001</c:v>
                </c:pt>
                <c:pt idx="8773">
                  <c:v>3.57952</c:v>
                </c:pt>
                <c:pt idx="8774">
                  <c:v>3.6415000000000002</c:v>
                </c:pt>
                <c:pt idx="8775">
                  <c:v>3.34639</c:v>
                </c:pt>
                <c:pt idx="8776">
                  <c:v>3.2250800000000002</c:v>
                </c:pt>
                <c:pt idx="8777">
                  <c:v>3.2129400000000001</c:v>
                </c:pt>
                <c:pt idx="8778">
                  <c:v>3.1031599999999999</c:v>
                </c:pt>
                <c:pt idx="8779">
                  <c:v>3.0497800000000002</c:v>
                </c:pt>
                <c:pt idx="8780">
                  <c:v>2.8452899999999999</c:v>
                </c:pt>
                <c:pt idx="8781">
                  <c:v>2.7956300000000001</c:v>
                </c:pt>
                <c:pt idx="8782">
                  <c:v>3.2757299999999998</c:v>
                </c:pt>
                <c:pt idx="8783">
                  <c:v>3.81019</c:v>
                </c:pt>
                <c:pt idx="8784">
                  <c:v>3.7479</c:v>
                </c:pt>
                <c:pt idx="8785">
                  <c:v>3.5366499999999998</c:v>
                </c:pt>
                <c:pt idx="8786">
                  <c:v>3.7410000000000001</c:v>
                </c:pt>
                <c:pt idx="8787">
                  <c:v>3.6511</c:v>
                </c:pt>
                <c:pt idx="8788">
                  <c:v>3.4380700000000002</c:v>
                </c:pt>
                <c:pt idx="8789">
                  <c:v>3.0829</c:v>
                </c:pt>
                <c:pt idx="8790">
                  <c:v>2.7879200000000002</c:v>
                </c:pt>
                <c:pt idx="8791">
                  <c:v>2.6412800000000001</c:v>
                </c:pt>
                <c:pt idx="8792">
                  <c:v>2.867</c:v>
                </c:pt>
                <c:pt idx="8793">
                  <c:v>2.9447000000000001</c:v>
                </c:pt>
                <c:pt idx="8794">
                  <c:v>3.0326900000000001</c:v>
                </c:pt>
                <c:pt idx="8795">
                  <c:v>3.30911</c:v>
                </c:pt>
                <c:pt idx="8796">
                  <c:v>3.1437599999999999</c:v>
                </c:pt>
                <c:pt idx="8797">
                  <c:v>2.9144399999999999</c:v>
                </c:pt>
                <c:pt idx="8798">
                  <c:v>2.8408699999999998</c:v>
                </c:pt>
                <c:pt idx="8799">
                  <c:v>2.8124699999999998</c:v>
                </c:pt>
                <c:pt idx="8800">
                  <c:v>2.8330299999999999</c:v>
                </c:pt>
                <c:pt idx="8801">
                  <c:v>3.01125</c:v>
                </c:pt>
                <c:pt idx="8802">
                  <c:v>3.35832</c:v>
                </c:pt>
                <c:pt idx="8803">
                  <c:v>3.4929600000000001</c:v>
                </c:pt>
                <c:pt idx="8804">
                  <c:v>3.1889400000000001</c:v>
                </c:pt>
                <c:pt idx="8805">
                  <c:v>2.9790700000000001</c:v>
                </c:pt>
                <c:pt idx="8806">
                  <c:v>2.7654000000000001</c:v>
                </c:pt>
                <c:pt idx="8807">
                  <c:v>2.7293599999999998</c:v>
                </c:pt>
                <c:pt idx="8808">
                  <c:v>2.9053</c:v>
                </c:pt>
                <c:pt idx="8809">
                  <c:v>3.05966</c:v>
                </c:pt>
                <c:pt idx="8810">
                  <c:v>2.8787199999999999</c:v>
                </c:pt>
                <c:pt idx="8811">
                  <c:v>2.8427799999999999</c:v>
                </c:pt>
                <c:pt idx="8812">
                  <c:v>2.8905400000000001</c:v>
                </c:pt>
                <c:pt idx="8813">
                  <c:v>2.8832100000000001</c:v>
                </c:pt>
                <c:pt idx="8814">
                  <c:v>2.7051799999999999</c:v>
                </c:pt>
                <c:pt idx="8815">
                  <c:v>2.6789200000000002</c:v>
                </c:pt>
                <c:pt idx="8816">
                  <c:v>3.1839200000000001</c:v>
                </c:pt>
                <c:pt idx="8817">
                  <c:v>3.8397800000000002</c:v>
                </c:pt>
                <c:pt idx="8818">
                  <c:v>3.9063099999999999</c:v>
                </c:pt>
                <c:pt idx="8819">
                  <c:v>3.2238500000000001</c:v>
                </c:pt>
                <c:pt idx="8820">
                  <c:v>2.4374899999999999</c:v>
                </c:pt>
                <c:pt idx="8821">
                  <c:v>2.4726599999999999</c:v>
                </c:pt>
                <c:pt idx="8822">
                  <c:v>2.8393799999999998</c:v>
                </c:pt>
                <c:pt idx="8823">
                  <c:v>3.18486</c:v>
                </c:pt>
                <c:pt idx="8824">
                  <c:v>3.3887100000000001</c:v>
                </c:pt>
                <c:pt idx="8825">
                  <c:v>3.4379</c:v>
                </c:pt>
                <c:pt idx="8826">
                  <c:v>3.57057</c:v>
                </c:pt>
                <c:pt idx="8827">
                  <c:v>3.7445300000000001</c:v>
                </c:pt>
                <c:pt idx="8828">
                  <c:v>3.5655199999999998</c:v>
                </c:pt>
                <c:pt idx="8829">
                  <c:v>3.3608199999999999</c:v>
                </c:pt>
                <c:pt idx="8830">
                  <c:v>3.3049599999999999</c:v>
                </c:pt>
                <c:pt idx="8831">
                  <c:v>3.4304700000000001</c:v>
                </c:pt>
                <c:pt idx="8832">
                  <c:v>3.10581</c:v>
                </c:pt>
                <c:pt idx="8833">
                  <c:v>2.8840300000000001</c:v>
                </c:pt>
                <c:pt idx="8834">
                  <c:v>3.09477</c:v>
                </c:pt>
                <c:pt idx="8835">
                  <c:v>3.1048200000000001</c:v>
                </c:pt>
                <c:pt idx="8836">
                  <c:v>3.0550000000000002</c:v>
                </c:pt>
                <c:pt idx="8837">
                  <c:v>3.0137</c:v>
                </c:pt>
                <c:pt idx="8838">
                  <c:v>3.1068799999999999</c:v>
                </c:pt>
                <c:pt idx="8839">
                  <c:v>3.1576</c:v>
                </c:pt>
                <c:pt idx="8840">
                  <c:v>2.9280900000000001</c:v>
                </c:pt>
                <c:pt idx="8841">
                  <c:v>2.8492000000000002</c:v>
                </c:pt>
                <c:pt idx="8842">
                  <c:v>2.4362499999999998</c:v>
                </c:pt>
                <c:pt idx="8843">
                  <c:v>2.2057699999999998</c:v>
                </c:pt>
                <c:pt idx="8844">
                  <c:v>2.7111800000000001</c:v>
                </c:pt>
                <c:pt idx="8845">
                  <c:v>2.6246100000000001</c:v>
                </c:pt>
                <c:pt idx="8846">
                  <c:v>2.79901</c:v>
                </c:pt>
                <c:pt idx="8847">
                  <c:v>2.9885700000000002</c:v>
                </c:pt>
                <c:pt idx="8848">
                  <c:v>2.8204699999999998</c:v>
                </c:pt>
                <c:pt idx="8849">
                  <c:v>2.4940099999999998</c:v>
                </c:pt>
                <c:pt idx="8850">
                  <c:v>2.6848700000000001</c:v>
                </c:pt>
                <c:pt idx="8851">
                  <c:v>3.0580400000000001</c:v>
                </c:pt>
                <c:pt idx="8852">
                  <c:v>3.3088899999999999</c:v>
                </c:pt>
                <c:pt idx="8853">
                  <c:v>3.7737699999999998</c:v>
                </c:pt>
                <c:pt idx="8854">
                  <c:v>4.3274800000000004</c:v>
                </c:pt>
                <c:pt idx="8855">
                  <c:v>4.0737699999999997</c:v>
                </c:pt>
                <c:pt idx="8856">
                  <c:v>3.72702</c:v>
                </c:pt>
                <c:pt idx="8857">
                  <c:v>3.5586600000000002</c:v>
                </c:pt>
                <c:pt idx="8858">
                  <c:v>3.1659600000000001</c:v>
                </c:pt>
                <c:pt idx="8859">
                  <c:v>2.97818</c:v>
                </c:pt>
                <c:pt idx="8860">
                  <c:v>2.99098</c:v>
                </c:pt>
                <c:pt idx="8861">
                  <c:v>3.0824699999999998</c:v>
                </c:pt>
                <c:pt idx="8862">
                  <c:v>2.9995699999999998</c:v>
                </c:pt>
                <c:pt idx="8863">
                  <c:v>2.63991</c:v>
                </c:pt>
                <c:pt idx="8864">
                  <c:v>2.4207000000000001</c:v>
                </c:pt>
                <c:pt idx="8865">
                  <c:v>2.6096300000000001</c:v>
                </c:pt>
                <c:pt idx="8866">
                  <c:v>2.8792499999999999</c:v>
                </c:pt>
                <c:pt idx="8867">
                  <c:v>2.6047500000000001</c:v>
                </c:pt>
                <c:pt idx="8868">
                  <c:v>2.39222</c:v>
                </c:pt>
                <c:pt idx="8869">
                  <c:v>2.6260699999999999</c:v>
                </c:pt>
                <c:pt idx="8870">
                  <c:v>2.6918700000000002</c:v>
                </c:pt>
                <c:pt idx="8871">
                  <c:v>2.59809</c:v>
                </c:pt>
                <c:pt idx="8872">
                  <c:v>2.46305</c:v>
                </c:pt>
                <c:pt idx="8873">
                  <c:v>2.39988</c:v>
                </c:pt>
                <c:pt idx="8874">
                  <c:v>2.8609300000000002</c:v>
                </c:pt>
                <c:pt idx="8875">
                  <c:v>3.3578700000000001</c:v>
                </c:pt>
                <c:pt idx="8876">
                  <c:v>3.4788999999999999</c:v>
                </c:pt>
                <c:pt idx="8877">
                  <c:v>3.2549399999999999</c:v>
                </c:pt>
                <c:pt idx="8878">
                  <c:v>3.0114800000000002</c:v>
                </c:pt>
                <c:pt idx="8879">
                  <c:v>2.8774799999999998</c:v>
                </c:pt>
                <c:pt idx="8880">
                  <c:v>3.2081300000000001</c:v>
                </c:pt>
                <c:pt idx="8881">
                  <c:v>3.3193800000000002</c:v>
                </c:pt>
                <c:pt idx="8882">
                  <c:v>3.18662</c:v>
                </c:pt>
                <c:pt idx="8883">
                  <c:v>3.02332</c:v>
                </c:pt>
                <c:pt idx="8884">
                  <c:v>2.9100199999999998</c:v>
                </c:pt>
                <c:pt idx="8885">
                  <c:v>2.7435700000000001</c:v>
                </c:pt>
                <c:pt idx="8886">
                  <c:v>2.69319</c:v>
                </c:pt>
                <c:pt idx="8887">
                  <c:v>2.79576</c:v>
                </c:pt>
                <c:pt idx="8888">
                  <c:v>2.8835899999999999</c:v>
                </c:pt>
                <c:pt idx="8889">
                  <c:v>3.1370399999999998</c:v>
                </c:pt>
                <c:pt idx="8890">
                  <c:v>3.3205</c:v>
                </c:pt>
                <c:pt idx="8891">
                  <c:v>3.21611</c:v>
                </c:pt>
                <c:pt idx="8892">
                  <c:v>3.0905399999999998</c:v>
                </c:pt>
                <c:pt idx="8893">
                  <c:v>2.8238599999999998</c:v>
                </c:pt>
                <c:pt idx="8894">
                  <c:v>2.7439900000000002</c:v>
                </c:pt>
                <c:pt idx="8895">
                  <c:v>2.6930299999999998</c:v>
                </c:pt>
                <c:pt idx="8896">
                  <c:v>2.617</c:v>
                </c:pt>
                <c:pt idx="8897">
                  <c:v>2.6817299999999999</c:v>
                </c:pt>
                <c:pt idx="8898">
                  <c:v>3.02332</c:v>
                </c:pt>
                <c:pt idx="8899">
                  <c:v>3.0851700000000002</c:v>
                </c:pt>
                <c:pt idx="8900">
                  <c:v>3.01817</c:v>
                </c:pt>
                <c:pt idx="8901">
                  <c:v>2.9871300000000001</c:v>
                </c:pt>
                <c:pt idx="8902">
                  <c:v>3.1758000000000002</c:v>
                </c:pt>
                <c:pt idx="8903">
                  <c:v>3.4765600000000001</c:v>
                </c:pt>
                <c:pt idx="8904">
                  <c:v>3.27955</c:v>
                </c:pt>
                <c:pt idx="8905">
                  <c:v>3.26627</c:v>
                </c:pt>
                <c:pt idx="8906">
                  <c:v>2.9713400000000001</c:v>
                </c:pt>
                <c:pt idx="8907">
                  <c:v>2.5750899999999999</c:v>
                </c:pt>
                <c:pt idx="8908">
                  <c:v>2.7369599999999998</c:v>
                </c:pt>
                <c:pt idx="8909">
                  <c:v>3.0794199999999998</c:v>
                </c:pt>
                <c:pt idx="8910">
                  <c:v>3.01085</c:v>
                </c:pt>
                <c:pt idx="8911">
                  <c:v>2.9681600000000001</c:v>
                </c:pt>
                <c:pt idx="8912">
                  <c:v>3.0706899999999999</c:v>
                </c:pt>
                <c:pt idx="8913">
                  <c:v>3.0983999999999998</c:v>
                </c:pt>
                <c:pt idx="8914">
                  <c:v>3.56596</c:v>
                </c:pt>
                <c:pt idx="8915">
                  <c:v>3.6016400000000002</c:v>
                </c:pt>
                <c:pt idx="8916">
                  <c:v>3.5494400000000002</c:v>
                </c:pt>
                <c:pt idx="8917">
                  <c:v>3.7422900000000001</c:v>
                </c:pt>
                <c:pt idx="8918">
                  <c:v>3.84077</c:v>
                </c:pt>
                <c:pt idx="8919">
                  <c:v>3.4995699999999998</c:v>
                </c:pt>
                <c:pt idx="8920">
                  <c:v>2.9472299999999998</c:v>
                </c:pt>
                <c:pt idx="8921">
                  <c:v>2.7597</c:v>
                </c:pt>
                <c:pt idx="8922">
                  <c:v>2.84972</c:v>
                </c:pt>
                <c:pt idx="8923">
                  <c:v>3.19103</c:v>
                </c:pt>
                <c:pt idx="8924">
                  <c:v>3.6037499999999998</c:v>
                </c:pt>
                <c:pt idx="8925">
                  <c:v>3.7406999999999999</c:v>
                </c:pt>
                <c:pt idx="8926">
                  <c:v>3.39472</c:v>
                </c:pt>
                <c:pt idx="8927">
                  <c:v>3.0324599999999999</c:v>
                </c:pt>
                <c:pt idx="8928">
                  <c:v>2.8591199999999999</c:v>
                </c:pt>
                <c:pt idx="8929">
                  <c:v>3.23604</c:v>
                </c:pt>
                <c:pt idx="8930">
                  <c:v>3.7187600000000001</c:v>
                </c:pt>
                <c:pt idx="8931">
                  <c:v>3.6562000000000001</c:v>
                </c:pt>
                <c:pt idx="8932">
                  <c:v>3.1311200000000001</c:v>
                </c:pt>
                <c:pt idx="8933">
                  <c:v>2.6297899999999998</c:v>
                </c:pt>
                <c:pt idx="8934">
                  <c:v>2.5468299999999999</c:v>
                </c:pt>
                <c:pt idx="8935">
                  <c:v>2.53057</c:v>
                </c:pt>
                <c:pt idx="8936">
                  <c:v>2.4686400000000002</c:v>
                </c:pt>
                <c:pt idx="8937">
                  <c:v>2.3596300000000001</c:v>
                </c:pt>
                <c:pt idx="8938">
                  <c:v>2.10677</c:v>
                </c:pt>
                <c:pt idx="8939">
                  <c:v>2.2022200000000001</c:v>
                </c:pt>
                <c:pt idx="8940">
                  <c:v>2.6560899999999998</c:v>
                </c:pt>
                <c:pt idx="8941">
                  <c:v>2.87784</c:v>
                </c:pt>
                <c:pt idx="8942">
                  <c:v>2.8990499999999999</c:v>
                </c:pt>
                <c:pt idx="8943">
                  <c:v>3.07389</c:v>
                </c:pt>
                <c:pt idx="8944">
                  <c:v>3.3419599999999998</c:v>
                </c:pt>
                <c:pt idx="8945">
                  <c:v>3.11408</c:v>
                </c:pt>
                <c:pt idx="8946">
                  <c:v>2.9567199999999998</c:v>
                </c:pt>
                <c:pt idx="8947">
                  <c:v>3.0090400000000002</c:v>
                </c:pt>
                <c:pt idx="8948">
                  <c:v>3.2220900000000001</c:v>
                </c:pt>
                <c:pt idx="8949">
                  <c:v>3.19096</c:v>
                </c:pt>
                <c:pt idx="8950">
                  <c:v>2.7714599999999998</c:v>
                </c:pt>
                <c:pt idx="8951">
                  <c:v>2.8306100000000001</c:v>
                </c:pt>
                <c:pt idx="8952">
                  <c:v>2.9981499999999999</c:v>
                </c:pt>
                <c:pt idx="8953">
                  <c:v>3.32416</c:v>
                </c:pt>
                <c:pt idx="8954">
                  <c:v>3.2488899999999998</c:v>
                </c:pt>
                <c:pt idx="8955">
                  <c:v>3.1450800000000001</c:v>
                </c:pt>
                <c:pt idx="8956">
                  <c:v>3.3178200000000002</c:v>
                </c:pt>
                <c:pt idx="8957">
                  <c:v>3.5678299999999998</c:v>
                </c:pt>
                <c:pt idx="8958">
                  <c:v>3.53667</c:v>
                </c:pt>
                <c:pt idx="8959">
                  <c:v>3.3736600000000001</c:v>
                </c:pt>
                <c:pt idx="8960">
                  <c:v>3.2740999999999998</c:v>
                </c:pt>
                <c:pt idx="8961">
                  <c:v>2.9847100000000002</c:v>
                </c:pt>
                <c:pt idx="8962">
                  <c:v>2.6385000000000001</c:v>
                </c:pt>
                <c:pt idx="8963">
                  <c:v>2.1669299999999998</c:v>
                </c:pt>
                <c:pt idx="8964">
                  <c:v>2.1610900000000002</c:v>
                </c:pt>
                <c:pt idx="8965">
                  <c:v>2.6345499999999999</c:v>
                </c:pt>
                <c:pt idx="8966">
                  <c:v>2.8752200000000001</c:v>
                </c:pt>
                <c:pt idx="8967">
                  <c:v>3.0967899999999999</c:v>
                </c:pt>
                <c:pt idx="8968">
                  <c:v>3.12371</c:v>
                </c:pt>
                <c:pt idx="8969">
                  <c:v>3.3333900000000001</c:v>
                </c:pt>
                <c:pt idx="8970">
                  <c:v>3.4786600000000001</c:v>
                </c:pt>
                <c:pt idx="8971">
                  <c:v>3.42191</c:v>
                </c:pt>
                <c:pt idx="8972">
                  <c:v>3.1858900000000001</c:v>
                </c:pt>
                <c:pt idx="8973">
                  <c:v>3.0232700000000001</c:v>
                </c:pt>
                <c:pt idx="8974">
                  <c:v>2.7918099999999999</c:v>
                </c:pt>
                <c:pt idx="8975">
                  <c:v>2.8661300000000001</c:v>
                </c:pt>
                <c:pt idx="8976">
                  <c:v>2.81012</c:v>
                </c:pt>
                <c:pt idx="8977">
                  <c:v>2.4868999999999999</c:v>
                </c:pt>
                <c:pt idx="8978">
                  <c:v>2.3988399999999999</c:v>
                </c:pt>
                <c:pt idx="8979">
                  <c:v>2.4750200000000002</c:v>
                </c:pt>
                <c:pt idx="8980">
                  <c:v>2.4275099999999998</c:v>
                </c:pt>
                <c:pt idx="8981">
                  <c:v>2.3420800000000002</c:v>
                </c:pt>
                <c:pt idx="8982">
                  <c:v>2.45912</c:v>
                </c:pt>
                <c:pt idx="8983">
                  <c:v>2.4832700000000001</c:v>
                </c:pt>
                <c:pt idx="8984">
                  <c:v>2.75631</c:v>
                </c:pt>
                <c:pt idx="8985">
                  <c:v>3.2938999999999998</c:v>
                </c:pt>
                <c:pt idx="8986">
                  <c:v>3.4834299999999998</c:v>
                </c:pt>
                <c:pt idx="8987">
                  <c:v>3.55566</c:v>
                </c:pt>
                <c:pt idx="8988">
                  <c:v>3.4430299999999998</c:v>
                </c:pt>
                <c:pt idx="8989">
                  <c:v>2.9981200000000001</c:v>
                </c:pt>
                <c:pt idx="8990">
                  <c:v>2.7904499999999999</c:v>
                </c:pt>
                <c:pt idx="8991">
                  <c:v>2.7494700000000001</c:v>
                </c:pt>
                <c:pt idx="8992">
                  <c:v>2.4322599999999999</c:v>
                </c:pt>
                <c:pt idx="8993">
                  <c:v>2.1513300000000002</c:v>
                </c:pt>
                <c:pt idx="8994">
                  <c:v>2.3892600000000002</c:v>
                </c:pt>
                <c:pt idx="8995">
                  <c:v>2.6641699999999999</c:v>
                </c:pt>
                <c:pt idx="8996">
                  <c:v>2.7061199999999999</c:v>
                </c:pt>
                <c:pt idx="8997">
                  <c:v>2.6723699999999999</c:v>
                </c:pt>
                <c:pt idx="8998">
                  <c:v>2.7514099999999999</c:v>
                </c:pt>
                <c:pt idx="8999">
                  <c:v>2.9215200000000001</c:v>
                </c:pt>
                <c:pt idx="9000">
                  <c:v>3.3730799999999999</c:v>
                </c:pt>
                <c:pt idx="9001">
                  <c:v>3.7313000000000001</c:v>
                </c:pt>
                <c:pt idx="9002">
                  <c:v>3.76512</c:v>
                </c:pt>
                <c:pt idx="9003">
                  <c:v>3.6127199999999999</c:v>
                </c:pt>
                <c:pt idx="9004">
                  <c:v>3.1439599999999999</c:v>
                </c:pt>
                <c:pt idx="9005">
                  <c:v>2.7932299999999999</c:v>
                </c:pt>
                <c:pt idx="9006">
                  <c:v>2.6267999999999998</c:v>
                </c:pt>
                <c:pt idx="9007">
                  <c:v>2.61578</c:v>
                </c:pt>
                <c:pt idx="9008">
                  <c:v>2.87276</c:v>
                </c:pt>
                <c:pt idx="9009">
                  <c:v>2.6803499999999998</c:v>
                </c:pt>
                <c:pt idx="9010">
                  <c:v>2.3652700000000002</c:v>
                </c:pt>
                <c:pt idx="9011">
                  <c:v>2.3120400000000001</c:v>
                </c:pt>
                <c:pt idx="9012">
                  <c:v>2.4662000000000002</c:v>
                </c:pt>
                <c:pt idx="9013">
                  <c:v>2.70262</c:v>
                </c:pt>
                <c:pt idx="9014">
                  <c:v>2.5131899999999998</c:v>
                </c:pt>
                <c:pt idx="9015">
                  <c:v>2.4734400000000001</c:v>
                </c:pt>
                <c:pt idx="9016">
                  <c:v>2.6202700000000001</c:v>
                </c:pt>
                <c:pt idx="9017">
                  <c:v>2.4285800000000002</c:v>
                </c:pt>
                <c:pt idx="9018">
                  <c:v>2.4819200000000001</c:v>
                </c:pt>
                <c:pt idx="9019">
                  <c:v>2.9973900000000002</c:v>
                </c:pt>
                <c:pt idx="9020">
                  <c:v>3.2897799999999999</c:v>
                </c:pt>
                <c:pt idx="9021">
                  <c:v>3.3015300000000001</c:v>
                </c:pt>
                <c:pt idx="9022">
                  <c:v>3.5116100000000001</c:v>
                </c:pt>
                <c:pt idx="9023">
                  <c:v>3.7743500000000001</c:v>
                </c:pt>
                <c:pt idx="9024">
                  <c:v>3.7735699999999999</c:v>
                </c:pt>
                <c:pt idx="9025">
                  <c:v>3.5455000000000001</c:v>
                </c:pt>
                <c:pt idx="9026">
                  <c:v>3.7006100000000002</c:v>
                </c:pt>
                <c:pt idx="9027">
                  <c:v>3.7702399999999998</c:v>
                </c:pt>
                <c:pt idx="9028">
                  <c:v>3.5732200000000001</c:v>
                </c:pt>
                <c:pt idx="9029">
                  <c:v>3.26864</c:v>
                </c:pt>
                <c:pt idx="9030">
                  <c:v>3.09328</c:v>
                </c:pt>
                <c:pt idx="9031">
                  <c:v>3.1693099999999998</c:v>
                </c:pt>
                <c:pt idx="9032">
                  <c:v>3.1643400000000002</c:v>
                </c:pt>
                <c:pt idx="9033">
                  <c:v>3.09633</c:v>
                </c:pt>
                <c:pt idx="9034">
                  <c:v>2.8128899999999999</c:v>
                </c:pt>
                <c:pt idx="9035">
                  <c:v>2.7932299999999999</c:v>
                </c:pt>
                <c:pt idx="9036">
                  <c:v>3.0104099999999998</c:v>
                </c:pt>
                <c:pt idx="9037">
                  <c:v>3.2400199999999999</c:v>
                </c:pt>
                <c:pt idx="9038">
                  <c:v>3.5095299999999998</c:v>
                </c:pt>
                <c:pt idx="9039">
                  <c:v>3.62331</c:v>
                </c:pt>
                <c:pt idx="9040">
                  <c:v>3.3343799999999999</c:v>
                </c:pt>
                <c:pt idx="9041">
                  <c:v>2.98875</c:v>
                </c:pt>
                <c:pt idx="9042">
                  <c:v>2.95838</c:v>
                </c:pt>
                <c:pt idx="9043">
                  <c:v>3.0848200000000001</c:v>
                </c:pt>
                <c:pt idx="9044">
                  <c:v>3.1273399999999998</c:v>
                </c:pt>
                <c:pt idx="9045">
                  <c:v>2.9474300000000002</c:v>
                </c:pt>
                <c:pt idx="9046">
                  <c:v>3.2057000000000002</c:v>
                </c:pt>
                <c:pt idx="9047">
                  <c:v>3.3287100000000001</c:v>
                </c:pt>
                <c:pt idx="9048">
                  <c:v>3.0482999999999998</c:v>
                </c:pt>
                <c:pt idx="9049">
                  <c:v>2.82816</c:v>
                </c:pt>
                <c:pt idx="9050">
                  <c:v>2.7912699999999999</c:v>
                </c:pt>
                <c:pt idx="9051">
                  <c:v>2.9696799999999999</c:v>
                </c:pt>
                <c:pt idx="9052">
                  <c:v>2.9872399999999999</c:v>
                </c:pt>
                <c:pt idx="9053">
                  <c:v>2.3894600000000001</c:v>
                </c:pt>
                <c:pt idx="9054">
                  <c:v>2.1467999999999998</c:v>
                </c:pt>
                <c:pt idx="9055">
                  <c:v>2.4421300000000001</c:v>
                </c:pt>
                <c:pt idx="9056">
                  <c:v>2.8218100000000002</c:v>
                </c:pt>
                <c:pt idx="9057">
                  <c:v>3.1840299999999999</c:v>
                </c:pt>
                <c:pt idx="9058">
                  <c:v>3.1754099999999998</c:v>
                </c:pt>
                <c:pt idx="9059">
                  <c:v>2.9528099999999999</c:v>
                </c:pt>
                <c:pt idx="9060">
                  <c:v>2.86443</c:v>
                </c:pt>
                <c:pt idx="9061">
                  <c:v>2.7086899999999998</c:v>
                </c:pt>
                <c:pt idx="9062">
                  <c:v>2.09287</c:v>
                </c:pt>
                <c:pt idx="9063">
                  <c:v>1.9654</c:v>
                </c:pt>
                <c:pt idx="9064">
                  <c:v>2.67787</c:v>
                </c:pt>
                <c:pt idx="9065">
                  <c:v>2.9917199999999999</c:v>
                </c:pt>
                <c:pt idx="9066">
                  <c:v>2.8409800000000001</c:v>
                </c:pt>
                <c:pt idx="9067">
                  <c:v>2.5575100000000002</c:v>
                </c:pt>
                <c:pt idx="9068">
                  <c:v>2.6091799999999998</c:v>
                </c:pt>
                <c:pt idx="9069">
                  <c:v>2.9711099999999999</c:v>
                </c:pt>
                <c:pt idx="9070">
                  <c:v>3.0442300000000002</c:v>
                </c:pt>
                <c:pt idx="9071">
                  <c:v>2.95261</c:v>
                </c:pt>
                <c:pt idx="9072">
                  <c:v>2.6163799999999999</c:v>
                </c:pt>
                <c:pt idx="9073">
                  <c:v>2.3782399999999999</c:v>
                </c:pt>
                <c:pt idx="9074">
                  <c:v>2.3917299999999999</c:v>
                </c:pt>
                <c:pt idx="9075">
                  <c:v>2.53403</c:v>
                </c:pt>
                <c:pt idx="9076">
                  <c:v>2.4247999999999998</c:v>
                </c:pt>
                <c:pt idx="9077">
                  <c:v>2.2404600000000001</c:v>
                </c:pt>
                <c:pt idx="9078">
                  <c:v>2.5216400000000001</c:v>
                </c:pt>
                <c:pt idx="9079">
                  <c:v>2.76397</c:v>
                </c:pt>
                <c:pt idx="9080">
                  <c:v>2.6511100000000001</c:v>
                </c:pt>
                <c:pt idx="9081">
                  <c:v>2.5816300000000001</c:v>
                </c:pt>
                <c:pt idx="9082">
                  <c:v>2.6670600000000002</c:v>
                </c:pt>
                <c:pt idx="9083">
                  <c:v>2.7692700000000001</c:v>
                </c:pt>
                <c:pt idx="9084">
                  <c:v>2.77678</c:v>
                </c:pt>
                <c:pt idx="9085">
                  <c:v>2.4753599999999998</c:v>
                </c:pt>
                <c:pt idx="9086">
                  <c:v>2.2259600000000002</c:v>
                </c:pt>
                <c:pt idx="9087">
                  <c:v>2.5608200000000001</c:v>
                </c:pt>
                <c:pt idx="9088">
                  <c:v>2.98271</c:v>
                </c:pt>
                <c:pt idx="9089">
                  <c:v>3.1623800000000002</c:v>
                </c:pt>
                <c:pt idx="9090">
                  <c:v>3.15741</c:v>
                </c:pt>
                <c:pt idx="9091">
                  <c:v>2.8391799999999998</c:v>
                </c:pt>
                <c:pt idx="9092">
                  <c:v>2.4593400000000001</c:v>
                </c:pt>
                <c:pt idx="9093">
                  <c:v>2.5878999999999999</c:v>
                </c:pt>
                <c:pt idx="9094">
                  <c:v>2.85432</c:v>
                </c:pt>
                <c:pt idx="9095">
                  <c:v>2.9579499999999999</c:v>
                </c:pt>
                <c:pt idx="9096">
                  <c:v>3.27596</c:v>
                </c:pt>
                <c:pt idx="9097">
                  <c:v>3.2022699999999999</c:v>
                </c:pt>
                <c:pt idx="9098">
                  <c:v>2.9050600000000002</c:v>
                </c:pt>
                <c:pt idx="9099">
                  <c:v>2.9669500000000002</c:v>
                </c:pt>
                <c:pt idx="9100">
                  <c:v>2.9914100000000001</c:v>
                </c:pt>
                <c:pt idx="9101">
                  <c:v>2.9552999999999998</c:v>
                </c:pt>
                <c:pt idx="9102">
                  <c:v>3.05552</c:v>
                </c:pt>
                <c:pt idx="9103">
                  <c:v>3.07707</c:v>
                </c:pt>
                <c:pt idx="9104">
                  <c:v>2.92483</c:v>
                </c:pt>
                <c:pt idx="9105">
                  <c:v>2.7076899999999999</c:v>
                </c:pt>
                <c:pt idx="9106">
                  <c:v>2.4298500000000001</c:v>
                </c:pt>
                <c:pt idx="9107">
                  <c:v>2.6852200000000002</c:v>
                </c:pt>
                <c:pt idx="9108">
                  <c:v>3.1097000000000001</c:v>
                </c:pt>
                <c:pt idx="9109">
                  <c:v>3.2325499999999998</c:v>
                </c:pt>
                <c:pt idx="9110">
                  <c:v>2.9018999999999999</c:v>
                </c:pt>
                <c:pt idx="9111">
                  <c:v>2.7147999999999999</c:v>
                </c:pt>
                <c:pt idx="9112">
                  <c:v>2.9244699999999999</c:v>
                </c:pt>
                <c:pt idx="9113">
                  <c:v>3.0476100000000002</c:v>
                </c:pt>
                <c:pt idx="9114">
                  <c:v>2.74641</c:v>
                </c:pt>
                <c:pt idx="9115">
                  <c:v>2.4772699999999999</c:v>
                </c:pt>
                <c:pt idx="9116">
                  <c:v>2.7898900000000002</c:v>
                </c:pt>
                <c:pt idx="9117">
                  <c:v>2.9270100000000001</c:v>
                </c:pt>
                <c:pt idx="9118">
                  <c:v>2.8772500000000001</c:v>
                </c:pt>
                <c:pt idx="9119">
                  <c:v>2.7456200000000002</c:v>
                </c:pt>
                <c:pt idx="9120">
                  <c:v>2.6458200000000001</c:v>
                </c:pt>
                <c:pt idx="9121">
                  <c:v>2.8950900000000002</c:v>
                </c:pt>
                <c:pt idx="9122">
                  <c:v>2.8932500000000001</c:v>
                </c:pt>
                <c:pt idx="9123">
                  <c:v>2.7450999999999999</c:v>
                </c:pt>
                <c:pt idx="9124">
                  <c:v>2.8302999999999998</c:v>
                </c:pt>
                <c:pt idx="9125">
                  <c:v>3.2310300000000001</c:v>
                </c:pt>
                <c:pt idx="9126">
                  <c:v>3.27013</c:v>
                </c:pt>
                <c:pt idx="9127">
                  <c:v>3.0073799999999999</c:v>
                </c:pt>
                <c:pt idx="9128">
                  <c:v>2.8941300000000001</c:v>
                </c:pt>
                <c:pt idx="9129">
                  <c:v>2.82056</c:v>
                </c:pt>
                <c:pt idx="9130">
                  <c:v>2.9856500000000001</c:v>
                </c:pt>
                <c:pt idx="9131">
                  <c:v>2.96001</c:v>
                </c:pt>
                <c:pt idx="9132">
                  <c:v>2.91215</c:v>
                </c:pt>
                <c:pt idx="9133">
                  <c:v>3.0602299999999998</c:v>
                </c:pt>
                <c:pt idx="9134">
                  <c:v>2.8615400000000002</c:v>
                </c:pt>
                <c:pt idx="9135">
                  <c:v>2.6983899999999998</c:v>
                </c:pt>
                <c:pt idx="9136">
                  <c:v>2.5167700000000002</c:v>
                </c:pt>
                <c:pt idx="9137">
                  <c:v>2.1413899999999999</c:v>
                </c:pt>
                <c:pt idx="9138">
                  <c:v>1.9640200000000001</c:v>
                </c:pt>
                <c:pt idx="9139">
                  <c:v>1.92378</c:v>
                </c:pt>
                <c:pt idx="9140">
                  <c:v>1.8975900000000001</c:v>
                </c:pt>
                <c:pt idx="9141">
                  <c:v>1.8495200000000001</c:v>
                </c:pt>
                <c:pt idx="9142">
                  <c:v>1.84439</c:v>
                </c:pt>
                <c:pt idx="9143">
                  <c:v>1.80209</c:v>
                </c:pt>
                <c:pt idx="9144">
                  <c:v>1.9340299999999999</c:v>
                </c:pt>
                <c:pt idx="9145">
                  <c:v>2.1298400000000002</c:v>
                </c:pt>
                <c:pt idx="9146">
                  <c:v>2.1579600000000001</c:v>
                </c:pt>
                <c:pt idx="9147">
                  <c:v>2.33318</c:v>
                </c:pt>
                <c:pt idx="9148">
                  <c:v>2.3464999999999998</c:v>
                </c:pt>
                <c:pt idx="9149">
                  <c:v>2.3637700000000001</c:v>
                </c:pt>
                <c:pt idx="9150">
                  <c:v>2.82978</c:v>
                </c:pt>
                <c:pt idx="9151">
                  <c:v>2.85392</c:v>
                </c:pt>
                <c:pt idx="9152">
                  <c:v>2.7818200000000002</c:v>
                </c:pt>
                <c:pt idx="9153">
                  <c:v>2.6799200000000001</c:v>
                </c:pt>
                <c:pt idx="9154">
                  <c:v>2.45763</c:v>
                </c:pt>
                <c:pt idx="9155">
                  <c:v>2.5281699999999998</c:v>
                </c:pt>
                <c:pt idx="9156">
                  <c:v>2.7063899999999999</c:v>
                </c:pt>
                <c:pt idx="9157">
                  <c:v>2.4138999999999999</c:v>
                </c:pt>
                <c:pt idx="9158">
                  <c:v>2.1562000000000001</c:v>
                </c:pt>
                <c:pt idx="9159">
                  <c:v>2.0870899999999999</c:v>
                </c:pt>
                <c:pt idx="9160">
                  <c:v>2.4674200000000002</c:v>
                </c:pt>
                <c:pt idx="9161">
                  <c:v>2.9239999999999999</c:v>
                </c:pt>
                <c:pt idx="9162">
                  <c:v>2.9455800000000001</c:v>
                </c:pt>
                <c:pt idx="9163">
                  <c:v>2.7916599999999998</c:v>
                </c:pt>
                <c:pt idx="9164">
                  <c:v>2.9224100000000002</c:v>
                </c:pt>
                <c:pt idx="9165">
                  <c:v>3.4495100000000001</c:v>
                </c:pt>
                <c:pt idx="9166">
                  <c:v>3.5352899999999998</c:v>
                </c:pt>
                <c:pt idx="9167">
                  <c:v>3.0937399999999999</c:v>
                </c:pt>
                <c:pt idx="9168">
                  <c:v>2.9996299999999998</c:v>
                </c:pt>
                <c:pt idx="9169">
                  <c:v>3.2984599999999999</c:v>
                </c:pt>
                <c:pt idx="9170">
                  <c:v>3.3462900000000002</c:v>
                </c:pt>
                <c:pt idx="9171">
                  <c:v>3.0685500000000001</c:v>
                </c:pt>
                <c:pt idx="9172">
                  <c:v>2.7811400000000002</c:v>
                </c:pt>
                <c:pt idx="9173">
                  <c:v>2.6443500000000002</c:v>
                </c:pt>
                <c:pt idx="9174">
                  <c:v>2.4831300000000001</c:v>
                </c:pt>
                <c:pt idx="9175">
                  <c:v>2.63131</c:v>
                </c:pt>
                <c:pt idx="9176">
                  <c:v>2.8622700000000001</c:v>
                </c:pt>
                <c:pt idx="9177">
                  <c:v>3.1708599999999998</c:v>
                </c:pt>
                <c:pt idx="9178">
                  <c:v>3.3690899999999999</c:v>
                </c:pt>
                <c:pt idx="9179">
                  <c:v>3.25088</c:v>
                </c:pt>
                <c:pt idx="9180">
                  <c:v>2.9965000000000002</c:v>
                </c:pt>
                <c:pt idx="9181">
                  <c:v>2.9912700000000001</c:v>
                </c:pt>
                <c:pt idx="9182">
                  <c:v>2.8811100000000001</c:v>
                </c:pt>
                <c:pt idx="9183">
                  <c:v>2.7908900000000001</c:v>
                </c:pt>
                <c:pt idx="9184">
                  <c:v>2.7872499999999998</c:v>
                </c:pt>
                <c:pt idx="9185">
                  <c:v>2.8419599999999998</c:v>
                </c:pt>
                <c:pt idx="9186">
                  <c:v>2.93337</c:v>
                </c:pt>
                <c:pt idx="9187">
                  <c:v>3.0570599999999999</c:v>
                </c:pt>
                <c:pt idx="9188">
                  <c:v>3.3075399999999999</c:v>
                </c:pt>
                <c:pt idx="9189">
                  <c:v>3.6675499999999999</c:v>
                </c:pt>
                <c:pt idx="9190">
                  <c:v>3.6471300000000002</c:v>
                </c:pt>
                <c:pt idx="9191">
                  <c:v>2.9849999999999999</c:v>
                </c:pt>
                <c:pt idx="9192">
                  <c:v>2.3750800000000001</c:v>
                </c:pt>
                <c:pt idx="9193">
                  <c:v>2.5903900000000002</c:v>
                </c:pt>
                <c:pt idx="9194">
                  <c:v>2.9222700000000001</c:v>
                </c:pt>
                <c:pt idx="9195">
                  <c:v>2.5484800000000001</c:v>
                </c:pt>
                <c:pt idx="9196">
                  <c:v>2.5220600000000002</c:v>
                </c:pt>
                <c:pt idx="9197">
                  <c:v>2.6167699999999998</c:v>
                </c:pt>
                <c:pt idx="9198">
                  <c:v>2.3513500000000001</c:v>
                </c:pt>
                <c:pt idx="9199">
                  <c:v>2.2524099999999998</c:v>
                </c:pt>
                <c:pt idx="9200">
                  <c:v>2.5937199999999998</c:v>
                </c:pt>
                <c:pt idx="9201">
                  <c:v>3.0927500000000001</c:v>
                </c:pt>
                <c:pt idx="9202">
                  <c:v>3.3078099999999999</c:v>
                </c:pt>
                <c:pt idx="9203">
                  <c:v>3.3159999999999998</c:v>
                </c:pt>
                <c:pt idx="9204">
                  <c:v>3.25441</c:v>
                </c:pt>
                <c:pt idx="9205">
                  <c:v>3.1430099999999999</c:v>
                </c:pt>
                <c:pt idx="9206">
                  <c:v>2.8894799999999998</c:v>
                </c:pt>
                <c:pt idx="9207">
                  <c:v>2.7467999999999999</c:v>
                </c:pt>
                <c:pt idx="9208">
                  <c:v>2.7189999999999999</c:v>
                </c:pt>
                <c:pt idx="9209">
                  <c:v>2.6812999999999998</c:v>
                </c:pt>
                <c:pt idx="9210">
                  <c:v>2.81629</c:v>
                </c:pt>
                <c:pt idx="9211">
                  <c:v>2.9656400000000001</c:v>
                </c:pt>
                <c:pt idx="9212">
                  <c:v>2.7736900000000002</c:v>
                </c:pt>
                <c:pt idx="9213">
                  <c:v>2.66899</c:v>
                </c:pt>
                <c:pt idx="9214">
                  <c:v>2.6360800000000002</c:v>
                </c:pt>
                <c:pt idx="9215">
                  <c:v>2.5437699999999999</c:v>
                </c:pt>
                <c:pt idx="9216">
                  <c:v>2.55193</c:v>
                </c:pt>
                <c:pt idx="9217">
                  <c:v>2.8108399999999998</c:v>
                </c:pt>
                <c:pt idx="9218">
                  <c:v>2.8789500000000001</c:v>
                </c:pt>
                <c:pt idx="9219">
                  <c:v>2.8111899999999999</c:v>
                </c:pt>
                <c:pt idx="9220">
                  <c:v>2.6289199999999999</c:v>
                </c:pt>
                <c:pt idx="9221">
                  <c:v>2.3962400000000001</c:v>
                </c:pt>
                <c:pt idx="9222">
                  <c:v>2.5458699999999999</c:v>
                </c:pt>
                <c:pt idx="9223">
                  <c:v>2.70912</c:v>
                </c:pt>
                <c:pt idx="9224">
                  <c:v>2.7997100000000001</c:v>
                </c:pt>
                <c:pt idx="9225">
                  <c:v>3.1925699999999999</c:v>
                </c:pt>
                <c:pt idx="9226">
                  <c:v>3.32002</c:v>
                </c:pt>
                <c:pt idx="9227">
                  <c:v>2.9530599999999998</c:v>
                </c:pt>
                <c:pt idx="9228">
                  <c:v>2.7583899999999999</c:v>
                </c:pt>
                <c:pt idx="9229">
                  <c:v>2.4006500000000002</c:v>
                </c:pt>
                <c:pt idx="9230">
                  <c:v>2.3738700000000001</c:v>
                </c:pt>
                <c:pt idx="9231">
                  <c:v>2.5019300000000002</c:v>
                </c:pt>
                <c:pt idx="9232">
                  <c:v>2.1391100000000001</c:v>
                </c:pt>
                <c:pt idx="9233">
                  <c:v>1.79193</c:v>
                </c:pt>
                <c:pt idx="9234">
                  <c:v>1.82121</c:v>
                </c:pt>
                <c:pt idx="9235">
                  <c:v>2.0964499999999999</c:v>
                </c:pt>
                <c:pt idx="9236">
                  <c:v>2.36843</c:v>
                </c:pt>
                <c:pt idx="9237">
                  <c:v>2.4861399999999998</c:v>
                </c:pt>
                <c:pt idx="9238">
                  <c:v>2.52257</c:v>
                </c:pt>
                <c:pt idx="9239">
                  <c:v>2.5604800000000001</c:v>
                </c:pt>
                <c:pt idx="9240">
                  <c:v>2.46651</c:v>
                </c:pt>
                <c:pt idx="9241">
                  <c:v>2.3180000000000001</c:v>
                </c:pt>
                <c:pt idx="9242">
                  <c:v>2.3351099999999998</c:v>
                </c:pt>
                <c:pt idx="9243">
                  <c:v>2.41032</c:v>
                </c:pt>
                <c:pt idx="9244">
                  <c:v>2.51294</c:v>
                </c:pt>
                <c:pt idx="9245">
                  <c:v>2.67143</c:v>
                </c:pt>
                <c:pt idx="9246">
                  <c:v>2.9002300000000001</c:v>
                </c:pt>
                <c:pt idx="9247">
                  <c:v>3.2039</c:v>
                </c:pt>
                <c:pt idx="9248">
                  <c:v>3.0190800000000002</c:v>
                </c:pt>
                <c:pt idx="9249">
                  <c:v>2.8737599999999999</c:v>
                </c:pt>
                <c:pt idx="9250">
                  <c:v>3.3587699999999998</c:v>
                </c:pt>
                <c:pt idx="9251">
                  <c:v>3.6960600000000001</c:v>
                </c:pt>
                <c:pt idx="9252">
                  <c:v>3.72342</c:v>
                </c:pt>
                <c:pt idx="9253">
                  <c:v>3.47438</c:v>
                </c:pt>
                <c:pt idx="9254">
                  <c:v>3.07768</c:v>
                </c:pt>
                <c:pt idx="9255">
                  <c:v>2.8192300000000001</c:v>
                </c:pt>
                <c:pt idx="9256">
                  <c:v>2.7278099999999998</c:v>
                </c:pt>
                <c:pt idx="9257">
                  <c:v>2.93099</c:v>
                </c:pt>
                <c:pt idx="9258">
                  <c:v>2.8456299999999999</c:v>
                </c:pt>
                <c:pt idx="9259">
                  <c:v>2.9455</c:v>
                </c:pt>
                <c:pt idx="9260">
                  <c:v>3.21536</c:v>
                </c:pt>
                <c:pt idx="9261">
                  <c:v>3.1468699999999998</c:v>
                </c:pt>
                <c:pt idx="9262">
                  <c:v>3.1219800000000002</c:v>
                </c:pt>
                <c:pt idx="9263">
                  <c:v>3.2348300000000001</c:v>
                </c:pt>
                <c:pt idx="9264">
                  <c:v>3.1322999999999999</c:v>
                </c:pt>
                <c:pt idx="9265">
                  <c:v>2.96319</c:v>
                </c:pt>
                <c:pt idx="9266">
                  <c:v>2.5800200000000002</c:v>
                </c:pt>
                <c:pt idx="9267">
                  <c:v>2.3410299999999999</c:v>
                </c:pt>
                <c:pt idx="9268">
                  <c:v>2.3723399999999999</c:v>
                </c:pt>
                <c:pt idx="9269">
                  <c:v>2.1314799999999998</c:v>
                </c:pt>
                <c:pt idx="9270">
                  <c:v>1.98468</c:v>
                </c:pt>
                <c:pt idx="9271">
                  <c:v>2.28193</c:v>
                </c:pt>
                <c:pt idx="9272">
                  <c:v>2.7956799999999999</c:v>
                </c:pt>
                <c:pt idx="9273">
                  <c:v>3.05904</c:v>
                </c:pt>
                <c:pt idx="9274">
                  <c:v>2.9889199999999998</c:v>
                </c:pt>
                <c:pt idx="9275">
                  <c:v>2.9267599999999998</c:v>
                </c:pt>
                <c:pt idx="9276">
                  <c:v>2.7219500000000001</c:v>
                </c:pt>
                <c:pt idx="9277">
                  <c:v>2.7522899999999999</c:v>
                </c:pt>
                <c:pt idx="9278">
                  <c:v>2.8635199999999998</c:v>
                </c:pt>
                <c:pt idx="9279">
                  <c:v>2.83786</c:v>
                </c:pt>
                <c:pt idx="9280">
                  <c:v>2.48922</c:v>
                </c:pt>
                <c:pt idx="9281">
                  <c:v>2.3239399999999999</c:v>
                </c:pt>
                <c:pt idx="9282">
                  <c:v>2.3664800000000001</c:v>
                </c:pt>
                <c:pt idx="9283">
                  <c:v>2.85799</c:v>
                </c:pt>
                <c:pt idx="9284">
                  <c:v>3.2460399999999998</c:v>
                </c:pt>
                <c:pt idx="9285">
                  <c:v>3.2105299999999999</c:v>
                </c:pt>
                <c:pt idx="9286">
                  <c:v>3.0922399999999999</c:v>
                </c:pt>
                <c:pt idx="9287">
                  <c:v>2.7008999999999999</c:v>
                </c:pt>
                <c:pt idx="9288">
                  <c:v>2.4687299999999999</c:v>
                </c:pt>
                <c:pt idx="9289">
                  <c:v>2.7031399999999999</c:v>
                </c:pt>
                <c:pt idx="9290">
                  <c:v>3.22</c:v>
                </c:pt>
                <c:pt idx="9291">
                  <c:v>3.3762099999999999</c:v>
                </c:pt>
                <c:pt idx="9292">
                  <c:v>3.1481699999999999</c:v>
                </c:pt>
                <c:pt idx="9293">
                  <c:v>3.0646</c:v>
                </c:pt>
                <c:pt idx="9294">
                  <c:v>3.0603400000000001</c:v>
                </c:pt>
                <c:pt idx="9295">
                  <c:v>3.2327900000000001</c:v>
                </c:pt>
                <c:pt idx="9296">
                  <c:v>3.2542</c:v>
                </c:pt>
                <c:pt idx="9297">
                  <c:v>3.11585</c:v>
                </c:pt>
                <c:pt idx="9298">
                  <c:v>2.9451399999999999</c:v>
                </c:pt>
                <c:pt idx="9299">
                  <c:v>2.9003399999999999</c:v>
                </c:pt>
                <c:pt idx="9300">
                  <c:v>3.0603199999999999</c:v>
                </c:pt>
                <c:pt idx="9301">
                  <c:v>3.1746300000000001</c:v>
                </c:pt>
                <c:pt idx="9302">
                  <c:v>3.2229100000000002</c:v>
                </c:pt>
                <c:pt idx="9303">
                  <c:v>2.8716900000000001</c:v>
                </c:pt>
                <c:pt idx="9304">
                  <c:v>2.77806</c:v>
                </c:pt>
                <c:pt idx="9305">
                  <c:v>2.9040499999999998</c:v>
                </c:pt>
                <c:pt idx="9306">
                  <c:v>3.0987499999999999</c:v>
                </c:pt>
                <c:pt idx="9307">
                  <c:v>3.3380800000000002</c:v>
                </c:pt>
                <c:pt idx="9308">
                  <c:v>3.6201500000000002</c:v>
                </c:pt>
                <c:pt idx="9309">
                  <c:v>3.1765099999999999</c:v>
                </c:pt>
                <c:pt idx="9310">
                  <c:v>2.4037799999999998</c:v>
                </c:pt>
                <c:pt idx="9311">
                  <c:v>2.34579</c:v>
                </c:pt>
                <c:pt idx="9312">
                  <c:v>2.93885</c:v>
                </c:pt>
                <c:pt idx="9313">
                  <c:v>3.05166</c:v>
                </c:pt>
                <c:pt idx="9314">
                  <c:v>2.7806600000000001</c:v>
                </c:pt>
                <c:pt idx="9315">
                  <c:v>2.4886699999999999</c:v>
                </c:pt>
                <c:pt idx="9316">
                  <c:v>2.5059100000000001</c:v>
                </c:pt>
                <c:pt idx="9317">
                  <c:v>2.5602800000000001</c:v>
                </c:pt>
                <c:pt idx="9318">
                  <c:v>2.5258600000000002</c:v>
                </c:pt>
                <c:pt idx="9319">
                  <c:v>2.4541300000000001</c:v>
                </c:pt>
                <c:pt idx="9320">
                  <c:v>2.7221700000000002</c:v>
                </c:pt>
                <c:pt idx="9321">
                  <c:v>3.1847099999999999</c:v>
                </c:pt>
                <c:pt idx="9322">
                  <c:v>3.5612599999999999</c:v>
                </c:pt>
                <c:pt idx="9323">
                  <c:v>3.7403499999999998</c:v>
                </c:pt>
                <c:pt idx="9324">
                  <c:v>3.2960400000000001</c:v>
                </c:pt>
                <c:pt idx="9325">
                  <c:v>2.9238</c:v>
                </c:pt>
                <c:pt idx="9326">
                  <c:v>3.0052699999999999</c:v>
                </c:pt>
                <c:pt idx="9327">
                  <c:v>2.8586299999999998</c:v>
                </c:pt>
                <c:pt idx="9328">
                  <c:v>2.93438</c:v>
                </c:pt>
                <c:pt idx="9329">
                  <c:v>2.8466200000000002</c:v>
                </c:pt>
                <c:pt idx="9330">
                  <c:v>2.8511500000000001</c:v>
                </c:pt>
                <c:pt idx="9331">
                  <c:v>3.0103300000000002</c:v>
                </c:pt>
                <c:pt idx="9332">
                  <c:v>3.0069699999999999</c:v>
                </c:pt>
                <c:pt idx="9333">
                  <c:v>2.7364199999999999</c:v>
                </c:pt>
                <c:pt idx="9334">
                  <c:v>2.3202799999999999</c:v>
                </c:pt>
                <c:pt idx="9335">
                  <c:v>2.0200200000000001</c:v>
                </c:pt>
                <c:pt idx="9336">
                  <c:v>2.03512</c:v>
                </c:pt>
                <c:pt idx="9337">
                  <c:v>2.0372400000000002</c:v>
                </c:pt>
                <c:pt idx="9338">
                  <c:v>2.0004400000000002</c:v>
                </c:pt>
                <c:pt idx="9339">
                  <c:v>2.4501200000000001</c:v>
                </c:pt>
                <c:pt idx="9340">
                  <c:v>2.9983599999999999</c:v>
                </c:pt>
                <c:pt idx="9341">
                  <c:v>2.9845999999999999</c:v>
                </c:pt>
                <c:pt idx="9342">
                  <c:v>2.5215399999999999</c:v>
                </c:pt>
                <c:pt idx="9343">
                  <c:v>2.2163599999999999</c:v>
                </c:pt>
                <c:pt idx="9344">
                  <c:v>2.45546</c:v>
                </c:pt>
                <c:pt idx="9345">
                  <c:v>2.8816099999999998</c:v>
                </c:pt>
                <c:pt idx="9346">
                  <c:v>2.86687</c:v>
                </c:pt>
                <c:pt idx="9347">
                  <c:v>3.0921099999999999</c:v>
                </c:pt>
                <c:pt idx="9348">
                  <c:v>3.4509699999999999</c:v>
                </c:pt>
                <c:pt idx="9349">
                  <c:v>3.3187899999999999</c:v>
                </c:pt>
                <c:pt idx="9350">
                  <c:v>2.9535100000000001</c:v>
                </c:pt>
                <c:pt idx="9351">
                  <c:v>2.8727800000000001</c:v>
                </c:pt>
                <c:pt idx="9352">
                  <c:v>2.8503099999999999</c:v>
                </c:pt>
                <c:pt idx="9353">
                  <c:v>2.6951200000000002</c:v>
                </c:pt>
                <c:pt idx="9354">
                  <c:v>2.5391900000000001</c:v>
                </c:pt>
                <c:pt idx="9355">
                  <c:v>2.6714199999999999</c:v>
                </c:pt>
                <c:pt idx="9356">
                  <c:v>3.1640000000000001</c:v>
                </c:pt>
                <c:pt idx="9357">
                  <c:v>3.36972</c:v>
                </c:pt>
                <c:pt idx="9358">
                  <c:v>3.3759000000000001</c:v>
                </c:pt>
                <c:pt idx="9359">
                  <c:v>3.4002500000000002</c:v>
                </c:pt>
                <c:pt idx="9360">
                  <c:v>3.25475</c:v>
                </c:pt>
                <c:pt idx="9361">
                  <c:v>3.01946</c:v>
                </c:pt>
                <c:pt idx="9362">
                  <c:v>2.9589599999999998</c:v>
                </c:pt>
                <c:pt idx="9363">
                  <c:v>3.1485699999999999</c:v>
                </c:pt>
                <c:pt idx="9364">
                  <c:v>3.3744499999999999</c:v>
                </c:pt>
                <c:pt idx="9365">
                  <c:v>3.6035300000000001</c:v>
                </c:pt>
                <c:pt idx="9366">
                  <c:v>3.7914300000000001</c:v>
                </c:pt>
                <c:pt idx="9367">
                  <c:v>3.5918100000000002</c:v>
                </c:pt>
                <c:pt idx="9368">
                  <c:v>3.4365100000000002</c:v>
                </c:pt>
                <c:pt idx="9369">
                  <c:v>3.61015</c:v>
                </c:pt>
                <c:pt idx="9370">
                  <c:v>3.6806700000000001</c:v>
                </c:pt>
                <c:pt idx="9371">
                  <c:v>3.8854000000000002</c:v>
                </c:pt>
                <c:pt idx="9372">
                  <c:v>3.69259</c:v>
                </c:pt>
                <c:pt idx="9373">
                  <c:v>3.4578199999999999</c:v>
                </c:pt>
                <c:pt idx="9374">
                  <c:v>3.2999900000000002</c:v>
                </c:pt>
                <c:pt idx="9375">
                  <c:v>3.2704200000000001</c:v>
                </c:pt>
                <c:pt idx="9376">
                  <c:v>3.1269200000000001</c:v>
                </c:pt>
                <c:pt idx="9377">
                  <c:v>3.1353</c:v>
                </c:pt>
                <c:pt idx="9378">
                  <c:v>3.10887</c:v>
                </c:pt>
                <c:pt idx="9379">
                  <c:v>3.2911000000000001</c:v>
                </c:pt>
                <c:pt idx="9380">
                  <c:v>3.5187400000000002</c:v>
                </c:pt>
                <c:pt idx="9381">
                  <c:v>3.5512100000000002</c:v>
                </c:pt>
                <c:pt idx="9382">
                  <c:v>3.3878599999999999</c:v>
                </c:pt>
                <c:pt idx="9383">
                  <c:v>3.2234799999999999</c:v>
                </c:pt>
                <c:pt idx="9384">
                  <c:v>3.2496800000000001</c:v>
                </c:pt>
                <c:pt idx="9385">
                  <c:v>3.3711000000000002</c:v>
                </c:pt>
                <c:pt idx="9386">
                  <c:v>3.2729499999999998</c:v>
                </c:pt>
                <c:pt idx="9387">
                  <c:v>3.0769099999999998</c:v>
                </c:pt>
                <c:pt idx="9388">
                  <c:v>3.1309900000000002</c:v>
                </c:pt>
                <c:pt idx="9389">
                  <c:v>3.1184400000000001</c:v>
                </c:pt>
                <c:pt idx="9390">
                  <c:v>3.0977399999999999</c:v>
                </c:pt>
                <c:pt idx="9391">
                  <c:v>3.0112800000000002</c:v>
                </c:pt>
                <c:pt idx="9392">
                  <c:v>2.702</c:v>
                </c:pt>
                <c:pt idx="9393">
                  <c:v>2.30443</c:v>
                </c:pt>
                <c:pt idx="9394">
                  <c:v>2.2966199999999999</c:v>
                </c:pt>
                <c:pt idx="9395">
                  <c:v>2.5473300000000001</c:v>
                </c:pt>
                <c:pt idx="9396">
                  <c:v>2.7632500000000002</c:v>
                </c:pt>
                <c:pt idx="9397">
                  <c:v>2.7918099999999999</c:v>
                </c:pt>
                <c:pt idx="9398">
                  <c:v>2.6322100000000002</c:v>
                </c:pt>
                <c:pt idx="9399">
                  <c:v>2.3953099999999998</c:v>
                </c:pt>
                <c:pt idx="9400">
                  <c:v>2.5838700000000001</c:v>
                </c:pt>
                <c:pt idx="9401">
                  <c:v>2.5950899999999999</c:v>
                </c:pt>
                <c:pt idx="9402">
                  <c:v>2.6002200000000002</c:v>
                </c:pt>
                <c:pt idx="9403">
                  <c:v>2.8768699999999998</c:v>
                </c:pt>
                <c:pt idx="9404">
                  <c:v>3.1414599999999999</c:v>
                </c:pt>
                <c:pt idx="9405">
                  <c:v>3.1190500000000001</c:v>
                </c:pt>
                <c:pt idx="9406">
                  <c:v>2.7812800000000002</c:v>
                </c:pt>
                <c:pt idx="9407">
                  <c:v>2.7288800000000002</c:v>
                </c:pt>
                <c:pt idx="9408">
                  <c:v>2.8805800000000001</c:v>
                </c:pt>
                <c:pt idx="9409">
                  <c:v>2.9689700000000001</c:v>
                </c:pt>
                <c:pt idx="9410">
                  <c:v>2.8909500000000001</c:v>
                </c:pt>
                <c:pt idx="9411">
                  <c:v>2.9444599999999999</c:v>
                </c:pt>
                <c:pt idx="9412">
                  <c:v>3.1307700000000001</c:v>
                </c:pt>
                <c:pt idx="9413">
                  <c:v>3.0672999999999999</c:v>
                </c:pt>
                <c:pt idx="9414">
                  <c:v>2.7781099999999999</c:v>
                </c:pt>
                <c:pt idx="9415">
                  <c:v>2.6705100000000002</c:v>
                </c:pt>
                <c:pt idx="9416">
                  <c:v>2.8826800000000001</c:v>
                </c:pt>
                <c:pt idx="9417">
                  <c:v>2.8847100000000001</c:v>
                </c:pt>
                <c:pt idx="9418">
                  <c:v>2.61938</c:v>
                </c:pt>
                <c:pt idx="9419">
                  <c:v>2.2981600000000002</c:v>
                </c:pt>
                <c:pt idx="9420">
                  <c:v>2.3460200000000002</c:v>
                </c:pt>
                <c:pt idx="9421">
                  <c:v>2.7028799999999999</c:v>
                </c:pt>
                <c:pt idx="9422">
                  <c:v>2.90741</c:v>
                </c:pt>
                <c:pt idx="9423">
                  <c:v>2.7918500000000002</c:v>
                </c:pt>
                <c:pt idx="9424">
                  <c:v>2.7247599999999998</c:v>
                </c:pt>
                <c:pt idx="9425">
                  <c:v>2.75048</c:v>
                </c:pt>
                <c:pt idx="9426">
                  <c:v>2.8466</c:v>
                </c:pt>
                <c:pt idx="9427">
                  <c:v>2.7903699999999998</c:v>
                </c:pt>
                <c:pt idx="9428">
                  <c:v>2.6565099999999999</c:v>
                </c:pt>
                <c:pt idx="9429">
                  <c:v>2.5239699999999998</c:v>
                </c:pt>
                <c:pt idx="9430">
                  <c:v>2.5147599999999999</c:v>
                </c:pt>
                <c:pt idx="9431">
                  <c:v>2.5312399999999999</c:v>
                </c:pt>
                <c:pt idx="9432">
                  <c:v>2.6554799999999998</c:v>
                </c:pt>
                <c:pt idx="9433">
                  <c:v>2.5249799999999998</c:v>
                </c:pt>
                <c:pt idx="9434">
                  <c:v>2.70567</c:v>
                </c:pt>
                <c:pt idx="9435">
                  <c:v>3.0669</c:v>
                </c:pt>
                <c:pt idx="9436">
                  <c:v>3.2275999999999998</c:v>
                </c:pt>
                <c:pt idx="9437">
                  <c:v>2.86286</c:v>
                </c:pt>
                <c:pt idx="9438">
                  <c:v>2.80118</c:v>
                </c:pt>
                <c:pt idx="9439">
                  <c:v>3.1401300000000001</c:v>
                </c:pt>
                <c:pt idx="9440">
                  <c:v>3.1719599999999999</c:v>
                </c:pt>
                <c:pt idx="9441">
                  <c:v>3.0633900000000001</c:v>
                </c:pt>
                <c:pt idx="9442">
                  <c:v>3.0437500000000002</c:v>
                </c:pt>
                <c:pt idx="9443">
                  <c:v>3.2038600000000002</c:v>
                </c:pt>
                <c:pt idx="9444">
                  <c:v>3.3580899999999998</c:v>
                </c:pt>
                <c:pt idx="9445">
                  <c:v>3.1704400000000001</c:v>
                </c:pt>
                <c:pt idx="9446">
                  <c:v>3.0087100000000002</c:v>
                </c:pt>
                <c:pt idx="9447">
                  <c:v>2.9595799999999999</c:v>
                </c:pt>
                <c:pt idx="9448">
                  <c:v>2.9306800000000002</c:v>
                </c:pt>
                <c:pt idx="9449">
                  <c:v>2.8314599999999999</c:v>
                </c:pt>
                <c:pt idx="9450">
                  <c:v>2.9791099999999999</c:v>
                </c:pt>
                <c:pt idx="9451">
                  <c:v>3.0983000000000001</c:v>
                </c:pt>
                <c:pt idx="9452">
                  <c:v>2.8297300000000001</c:v>
                </c:pt>
                <c:pt idx="9453">
                  <c:v>2.7121200000000001</c:v>
                </c:pt>
                <c:pt idx="9454">
                  <c:v>2.8694500000000001</c:v>
                </c:pt>
                <c:pt idx="9455">
                  <c:v>3.2459799999999999</c:v>
                </c:pt>
                <c:pt idx="9456">
                  <c:v>3.2040899999999999</c:v>
                </c:pt>
                <c:pt idx="9457">
                  <c:v>2.7901600000000002</c:v>
                </c:pt>
                <c:pt idx="9458">
                  <c:v>2.8928099999999999</c:v>
                </c:pt>
                <c:pt idx="9459">
                  <c:v>3.1758500000000001</c:v>
                </c:pt>
                <c:pt idx="9460">
                  <c:v>3.3104200000000001</c:v>
                </c:pt>
                <c:pt idx="9461">
                  <c:v>3.4565600000000001</c:v>
                </c:pt>
                <c:pt idx="9462">
                  <c:v>3.5053700000000001</c:v>
                </c:pt>
                <c:pt idx="9463">
                  <c:v>3.3387899999999999</c:v>
                </c:pt>
                <c:pt idx="9464">
                  <c:v>3.0341900000000002</c:v>
                </c:pt>
                <c:pt idx="9465">
                  <c:v>2.9439099999999998</c:v>
                </c:pt>
                <c:pt idx="9466">
                  <c:v>3.06671</c:v>
                </c:pt>
                <c:pt idx="9467">
                  <c:v>3.4752000000000001</c:v>
                </c:pt>
                <c:pt idx="9468">
                  <c:v>3.6670799999999999</c:v>
                </c:pt>
                <c:pt idx="9469">
                  <c:v>3.4121299999999999</c:v>
                </c:pt>
                <c:pt idx="9470">
                  <c:v>3.1627700000000001</c:v>
                </c:pt>
                <c:pt idx="9471">
                  <c:v>3.09924</c:v>
                </c:pt>
                <c:pt idx="9472">
                  <c:v>2.90896</c:v>
                </c:pt>
                <c:pt idx="9473">
                  <c:v>2.9308299999999998</c:v>
                </c:pt>
                <c:pt idx="9474">
                  <c:v>3.0059499999999999</c:v>
                </c:pt>
                <c:pt idx="9475">
                  <c:v>3.0615999999999999</c:v>
                </c:pt>
                <c:pt idx="9476">
                  <c:v>3.1025</c:v>
                </c:pt>
                <c:pt idx="9477">
                  <c:v>3.09768</c:v>
                </c:pt>
                <c:pt idx="9478">
                  <c:v>2.90794</c:v>
                </c:pt>
                <c:pt idx="9479">
                  <c:v>2.6840799999999998</c:v>
                </c:pt>
                <c:pt idx="9480">
                  <c:v>2.3453300000000001</c:v>
                </c:pt>
                <c:pt idx="9481">
                  <c:v>2.3785500000000002</c:v>
                </c:pt>
                <c:pt idx="9482">
                  <c:v>2.6974999999999998</c:v>
                </c:pt>
                <c:pt idx="9483">
                  <c:v>3.0603199999999999</c:v>
                </c:pt>
                <c:pt idx="9484">
                  <c:v>3.1365599999999998</c:v>
                </c:pt>
                <c:pt idx="9485">
                  <c:v>3.0937600000000001</c:v>
                </c:pt>
                <c:pt idx="9486">
                  <c:v>3.0526900000000001</c:v>
                </c:pt>
                <c:pt idx="9487">
                  <c:v>3.5613000000000001</c:v>
                </c:pt>
                <c:pt idx="9488">
                  <c:v>4.1659300000000004</c:v>
                </c:pt>
                <c:pt idx="9489">
                  <c:v>4.4711499999999997</c:v>
                </c:pt>
                <c:pt idx="9490">
                  <c:v>4.9171500000000004</c:v>
                </c:pt>
                <c:pt idx="9491">
                  <c:v>5.1816599999999999</c:v>
                </c:pt>
                <c:pt idx="9492">
                  <c:v>5.2093699999999998</c:v>
                </c:pt>
                <c:pt idx="9493">
                  <c:v>5.2266199999999996</c:v>
                </c:pt>
                <c:pt idx="9494">
                  <c:v>5.5661100000000001</c:v>
                </c:pt>
                <c:pt idx="9495">
                  <c:v>5.5836499999999996</c:v>
                </c:pt>
                <c:pt idx="9496">
                  <c:v>5.5199600000000002</c:v>
                </c:pt>
                <c:pt idx="9497">
                  <c:v>5.5364399999999998</c:v>
                </c:pt>
                <c:pt idx="9498">
                  <c:v>5.2930200000000003</c:v>
                </c:pt>
                <c:pt idx="9499">
                  <c:v>5.20512</c:v>
                </c:pt>
                <c:pt idx="9500">
                  <c:v>4.9755399999999996</c:v>
                </c:pt>
                <c:pt idx="9501">
                  <c:v>4.7367600000000003</c:v>
                </c:pt>
                <c:pt idx="9502">
                  <c:v>4.5622600000000002</c:v>
                </c:pt>
                <c:pt idx="9503">
                  <c:v>4.1303799999999997</c:v>
                </c:pt>
                <c:pt idx="9504">
                  <c:v>3.5487299999999999</c:v>
                </c:pt>
                <c:pt idx="9505">
                  <c:v>3.2748300000000001</c:v>
                </c:pt>
                <c:pt idx="9506">
                  <c:v>3.4904799999999998</c:v>
                </c:pt>
                <c:pt idx="9507">
                  <c:v>3.4101300000000001</c:v>
                </c:pt>
                <c:pt idx="9508">
                  <c:v>3.2056800000000001</c:v>
                </c:pt>
                <c:pt idx="9509">
                  <c:v>2.8710200000000001</c:v>
                </c:pt>
                <c:pt idx="9510">
                  <c:v>2.4311600000000002</c:v>
                </c:pt>
                <c:pt idx="9511">
                  <c:v>2.3988499999999999</c:v>
                </c:pt>
                <c:pt idx="9512">
                  <c:v>2.5543200000000001</c:v>
                </c:pt>
                <c:pt idx="9513">
                  <c:v>2.4102899999999998</c:v>
                </c:pt>
                <c:pt idx="9514">
                  <c:v>2.3320799999999999</c:v>
                </c:pt>
                <c:pt idx="9515">
                  <c:v>2.4163899999999998</c:v>
                </c:pt>
                <c:pt idx="9516">
                  <c:v>2.2021000000000002</c:v>
                </c:pt>
                <c:pt idx="9517">
                  <c:v>2.1366900000000002</c:v>
                </c:pt>
                <c:pt idx="9518">
                  <c:v>2.3756400000000002</c:v>
                </c:pt>
                <c:pt idx="9519">
                  <c:v>2.6377700000000002</c:v>
                </c:pt>
                <c:pt idx="9520">
                  <c:v>2.9497599999999999</c:v>
                </c:pt>
                <c:pt idx="9521">
                  <c:v>3.2147600000000001</c:v>
                </c:pt>
                <c:pt idx="9522">
                  <c:v>3.36924</c:v>
                </c:pt>
                <c:pt idx="9523">
                  <c:v>3.5093200000000002</c:v>
                </c:pt>
                <c:pt idx="9524">
                  <c:v>3.4166400000000001</c:v>
                </c:pt>
                <c:pt idx="9525">
                  <c:v>3.26972</c:v>
                </c:pt>
                <c:pt idx="9526">
                  <c:v>3.46976</c:v>
                </c:pt>
                <c:pt idx="9527">
                  <c:v>3.5430700000000002</c:v>
                </c:pt>
                <c:pt idx="9528">
                  <c:v>3.2545700000000002</c:v>
                </c:pt>
                <c:pt idx="9529">
                  <c:v>2.9727800000000002</c:v>
                </c:pt>
                <c:pt idx="9530">
                  <c:v>2.9663300000000001</c:v>
                </c:pt>
                <c:pt idx="9531">
                  <c:v>3.2152699999999999</c:v>
                </c:pt>
                <c:pt idx="9532">
                  <c:v>3.4637199999999999</c:v>
                </c:pt>
                <c:pt idx="9533">
                  <c:v>3.6004700000000001</c:v>
                </c:pt>
                <c:pt idx="9534">
                  <c:v>3.4856199999999999</c:v>
                </c:pt>
                <c:pt idx="9535">
                  <c:v>3.1537000000000002</c:v>
                </c:pt>
                <c:pt idx="9536">
                  <c:v>3.1961900000000001</c:v>
                </c:pt>
                <c:pt idx="9537">
                  <c:v>3.4368400000000001</c:v>
                </c:pt>
                <c:pt idx="9538">
                  <c:v>3.6533899999999999</c:v>
                </c:pt>
                <c:pt idx="9539">
                  <c:v>3.9704600000000001</c:v>
                </c:pt>
                <c:pt idx="9540">
                  <c:v>4.0447499999999996</c:v>
                </c:pt>
                <c:pt idx="9541">
                  <c:v>3.7237499999999999</c:v>
                </c:pt>
                <c:pt idx="9542">
                  <c:v>3.4816099999999999</c:v>
                </c:pt>
                <c:pt idx="9543">
                  <c:v>3.2473100000000001</c:v>
                </c:pt>
                <c:pt idx="9544">
                  <c:v>3.1938200000000001</c:v>
                </c:pt>
                <c:pt idx="9545">
                  <c:v>3.14053</c:v>
                </c:pt>
                <c:pt idx="9546">
                  <c:v>3.03348</c:v>
                </c:pt>
                <c:pt idx="9547">
                  <c:v>3.3074499999999998</c:v>
                </c:pt>
                <c:pt idx="9548">
                  <c:v>3.5143800000000001</c:v>
                </c:pt>
                <c:pt idx="9549">
                  <c:v>3.6002399999999999</c:v>
                </c:pt>
                <c:pt idx="9550">
                  <c:v>3.5031400000000001</c:v>
                </c:pt>
                <c:pt idx="9551">
                  <c:v>3.3874399999999998</c:v>
                </c:pt>
                <c:pt idx="9552">
                  <c:v>3.4471500000000002</c:v>
                </c:pt>
                <c:pt idx="9553">
                  <c:v>3.4576099999999999</c:v>
                </c:pt>
                <c:pt idx="9554">
                  <c:v>3.3421400000000001</c:v>
                </c:pt>
                <c:pt idx="9555">
                  <c:v>3.31176</c:v>
                </c:pt>
                <c:pt idx="9556">
                  <c:v>3.14601</c:v>
                </c:pt>
                <c:pt idx="9557">
                  <c:v>3.1733600000000002</c:v>
                </c:pt>
                <c:pt idx="9558">
                  <c:v>2.9076900000000001</c:v>
                </c:pt>
                <c:pt idx="9559">
                  <c:v>2.5731799999999998</c:v>
                </c:pt>
                <c:pt idx="9560">
                  <c:v>2.7983099999999999</c:v>
                </c:pt>
                <c:pt idx="9561">
                  <c:v>3.3978000000000002</c:v>
                </c:pt>
                <c:pt idx="9562">
                  <c:v>3.8247599999999999</c:v>
                </c:pt>
                <c:pt idx="9563">
                  <c:v>3.9068399999999999</c:v>
                </c:pt>
                <c:pt idx="9564">
                  <c:v>4.1426299999999996</c:v>
                </c:pt>
                <c:pt idx="9565">
                  <c:v>3.9504999999999999</c:v>
                </c:pt>
                <c:pt idx="9566">
                  <c:v>3.9125000000000001</c:v>
                </c:pt>
                <c:pt idx="9567">
                  <c:v>4.0250199999999996</c:v>
                </c:pt>
                <c:pt idx="9568">
                  <c:v>3.8979200000000001</c:v>
                </c:pt>
                <c:pt idx="9569">
                  <c:v>4.1645500000000002</c:v>
                </c:pt>
                <c:pt idx="9570">
                  <c:v>4.2356299999999996</c:v>
                </c:pt>
                <c:pt idx="9571">
                  <c:v>4.0950199999999999</c:v>
                </c:pt>
                <c:pt idx="9572">
                  <c:v>3.9943599999999999</c:v>
                </c:pt>
                <c:pt idx="9573">
                  <c:v>3.7297799999999999</c:v>
                </c:pt>
                <c:pt idx="9574">
                  <c:v>3.7703199999999999</c:v>
                </c:pt>
                <c:pt idx="9575">
                  <c:v>4.2684600000000001</c:v>
                </c:pt>
                <c:pt idx="9576">
                  <c:v>4.4957799999999999</c:v>
                </c:pt>
                <c:pt idx="9577">
                  <c:v>4.5508600000000001</c:v>
                </c:pt>
                <c:pt idx="9578">
                  <c:v>4.8826099999999997</c:v>
                </c:pt>
                <c:pt idx="9579">
                  <c:v>5.5372399999999997</c:v>
                </c:pt>
                <c:pt idx="9580">
                  <c:v>5.29495</c:v>
                </c:pt>
                <c:pt idx="9581">
                  <c:v>4.8178599999999996</c:v>
                </c:pt>
                <c:pt idx="9582">
                  <c:v>4.8040000000000003</c:v>
                </c:pt>
                <c:pt idx="9583">
                  <c:v>5.2640200000000004</c:v>
                </c:pt>
                <c:pt idx="9584">
                  <c:v>5.5111699999999999</c:v>
                </c:pt>
                <c:pt idx="9585">
                  <c:v>5.67903</c:v>
                </c:pt>
                <c:pt idx="9586">
                  <c:v>5.7481099999999996</c:v>
                </c:pt>
                <c:pt idx="9587">
                  <c:v>5.9250400000000001</c:v>
                </c:pt>
                <c:pt idx="9588">
                  <c:v>5.8416300000000003</c:v>
                </c:pt>
                <c:pt idx="9589">
                  <c:v>5.2021800000000002</c:v>
                </c:pt>
                <c:pt idx="9590">
                  <c:v>4.8242599999999998</c:v>
                </c:pt>
                <c:pt idx="9591">
                  <c:v>4.47654</c:v>
                </c:pt>
                <c:pt idx="9592">
                  <c:v>4.2037899999999997</c:v>
                </c:pt>
                <c:pt idx="9593">
                  <c:v>4.3318099999999999</c:v>
                </c:pt>
                <c:pt idx="9594">
                  <c:v>4.4288299999999996</c:v>
                </c:pt>
                <c:pt idx="9595">
                  <c:v>4.1453199999999999</c:v>
                </c:pt>
                <c:pt idx="9596">
                  <c:v>3.73048</c:v>
                </c:pt>
                <c:pt idx="9597">
                  <c:v>3.3340700000000001</c:v>
                </c:pt>
                <c:pt idx="9598">
                  <c:v>3.1976800000000001</c:v>
                </c:pt>
                <c:pt idx="9599">
                  <c:v>3.3839600000000001</c:v>
                </c:pt>
                <c:pt idx="9600">
                  <c:v>3.5527600000000001</c:v>
                </c:pt>
                <c:pt idx="9601">
                  <c:v>3.4020899999999998</c:v>
                </c:pt>
                <c:pt idx="9602">
                  <c:v>3.18689</c:v>
                </c:pt>
                <c:pt idx="9603">
                  <c:v>3.1606800000000002</c:v>
                </c:pt>
                <c:pt idx="9604">
                  <c:v>3.1369400000000001</c:v>
                </c:pt>
                <c:pt idx="9605">
                  <c:v>3.3195199999999998</c:v>
                </c:pt>
                <c:pt idx="9606">
                  <c:v>3.7953199999999998</c:v>
                </c:pt>
                <c:pt idx="9607">
                  <c:v>3.6623600000000001</c:v>
                </c:pt>
                <c:pt idx="9608">
                  <c:v>3.0160900000000002</c:v>
                </c:pt>
                <c:pt idx="9609">
                  <c:v>2.5735800000000002</c:v>
                </c:pt>
                <c:pt idx="9610">
                  <c:v>2.5227300000000001</c:v>
                </c:pt>
                <c:pt idx="9611">
                  <c:v>2.6741199999999998</c:v>
                </c:pt>
                <c:pt idx="9612">
                  <c:v>2.8198099999999999</c:v>
                </c:pt>
                <c:pt idx="9613">
                  <c:v>2.7676599999999998</c:v>
                </c:pt>
                <c:pt idx="9614">
                  <c:v>2.8494999999999999</c:v>
                </c:pt>
                <c:pt idx="9615">
                  <c:v>2.7972700000000001</c:v>
                </c:pt>
                <c:pt idx="9616">
                  <c:v>2.6061299999999998</c:v>
                </c:pt>
                <c:pt idx="9617">
                  <c:v>2.5512600000000001</c:v>
                </c:pt>
                <c:pt idx="9618">
                  <c:v>2.4652099999999999</c:v>
                </c:pt>
                <c:pt idx="9619">
                  <c:v>2.8137099999999999</c:v>
                </c:pt>
                <c:pt idx="9620">
                  <c:v>3.4568599999999998</c:v>
                </c:pt>
                <c:pt idx="9621">
                  <c:v>3.8296600000000001</c:v>
                </c:pt>
                <c:pt idx="9622">
                  <c:v>3.5596800000000002</c:v>
                </c:pt>
                <c:pt idx="9623">
                  <c:v>3.1986599999999998</c:v>
                </c:pt>
                <c:pt idx="9624">
                  <c:v>3.3401200000000002</c:v>
                </c:pt>
                <c:pt idx="9625">
                  <c:v>3.5599599999999998</c:v>
                </c:pt>
                <c:pt idx="9626">
                  <c:v>3.5333299999999999</c:v>
                </c:pt>
                <c:pt idx="9627">
                  <c:v>3.2123200000000001</c:v>
                </c:pt>
                <c:pt idx="9628">
                  <c:v>3.0783299999999998</c:v>
                </c:pt>
                <c:pt idx="9629">
                  <c:v>3.1156199999999998</c:v>
                </c:pt>
                <c:pt idx="9630">
                  <c:v>3.5640800000000001</c:v>
                </c:pt>
                <c:pt idx="9631">
                  <c:v>3.78939</c:v>
                </c:pt>
                <c:pt idx="9632">
                  <c:v>4.0666200000000003</c:v>
                </c:pt>
                <c:pt idx="9633">
                  <c:v>4.1661999999999999</c:v>
                </c:pt>
                <c:pt idx="9634">
                  <c:v>3.98889</c:v>
                </c:pt>
                <c:pt idx="9635">
                  <c:v>4.2334100000000001</c:v>
                </c:pt>
                <c:pt idx="9636">
                  <c:v>4.3333899999999996</c:v>
                </c:pt>
                <c:pt idx="9637">
                  <c:v>4.5984299999999996</c:v>
                </c:pt>
                <c:pt idx="9638">
                  <c:v>4.7687400000000002</c:v>
                </c:pt>
                <c:pt idx="9639">
                  <c:v>4.9821999999999997</c:v>
                </c:pt>
                <c:pt idx="9640">
                  <c:v>5.1370300000000002</c:v>
                </c:pt>
                <c:pt idx="9641">
                  <c:v>5.3494599999999997</c:v>
                </c:pt>
                <c:pt idx="9642">
                  <c:v>5.5136200000000004</c:v>
                </c:pt>
                <c:pt idx="9643">
                  <c:v>5.4604200000000001</c:v>
                </c:pt>
                <c:pt idx="9644">
                  <c:v>5.4275700000000002</c:v>
                </c:pt>
                <c:pt idx="9645">
                  <c:v>5.4539999999999997</c:v>
                </c:pt>
                <c:pt idx="9646">
                  <c:v>5.3073399999999999</c:v>
                </c:pt>
                <c:pt idx="9647">
                  <c:v>5.0825800000000001</c:v>
                </c:pt>
                <c:pt idx="9648">
                  <c:v>5.0793900000000001</c:v>
                </c:pt>
                <c:pt idx="9649">
                  <c:v>4.6620799999999996</c:v>
                </c:pt>
                <c:pt idx="9650">
                  <c:v>4.1742400000000002</c:v>
                </c:pt>
                <c:pt idx="9651">
                  <c:v>3.7742900000000001</c:v>
                </c:pt>
                <c:pt idx="9652">
                  <c:v>3.5845799999999999</c:v>
                </c:pt>
                <c:pt idx="9653">
                  <c:v>3.5079899999999999</c:v>
                </c:pt>
                <c:pt idx="9654">
                  <c:v>3.60548</c:v>
                </c:pt>
                <c:pt idx="9655">
                  <c:v>3.8180499999999999</c:v>
                </c:pt>
                <c:pt idx="9656">
                  <c:v>3.9207299999999998</c:v>
                </c:pt>
                <c:pt idx="9657">
                  <c:v>3.5216500000000002</c:v>
                </c:pt>
                <c:pt idx="9658">
                  <c:v>3.4761299999999999</c:v>
                </c:pt>
                <c:pt idx="9659">
                  <c:v>3.8357999999999999</c:v>
                </c:pt>
                <c:pt idx="9660">
                  <c:v>3.9649299999999998</c:v>
                </c:pt>
                <c:pt idx="9661">
                  <c:v>3.8320099999999999</c:v>
                </c:pt>
                <c:pt idx="9662">
                  <c:v>4.0906399999999996</c:v>
                </c:pt>
                <c:pt idx="9663">
                  <c:v>4.2612199999999998</c:v>
                </c:pt>
                <c:pt idx="9664">
                  <c:v>4.3008699999999997</c:v>
                </c:pt>
                <c:pt idx="9665">
                  <c:v>4.3275899999999998</c:v>
                </c:pt>
                <c:pt idx="9666">
                  <c:v>4.3397300000000003</c:v>
                </c:pt>
                <c:pt idx="9667">
                  <c:v>4.3125600000000004</c:v>
                </c:pt>
                <c:pt idx="9668">
                  <c:v>3.7971200000000001</c:v>
                </c:pt>
                <c:pt idx="9669">
                  <c:v>3.2800799999999999</c:v>
                </c:pt>
                <c:pt idx="9670">
                  <c:v>3.2594099999999999</c:v>
                </c:pt>
                <c:pt idx="9671">
                  <c:v>3.5196900000000002</c:v>
                </c:pt>
                <c:pt idx="9672">
                  <c:v>3.73549</c:v>
                </c:pt>
                <c:pt idx="9673">
                  <c:v>3.93289</c:v>
                </c:pt>
                <c:pt idx="9674">
                  <c:v>3.80829</c:v>
                </c:pt>
                <c:pt idx="9675">
                  <c:v>4.1177700000000002</c:v>
                </c:pt>
                <c:pt idx="9676">
                  <c:v>4.3108700000000004</c:v>
                </c:pt>
                <c:pt idx="9677">
                  <c:v>4.0045200000000003</c:v>
                </c:pt>
                <c:pt idx="9678">
                  <c:v>3.8500299999999998</c:v>
                </c:pt>
                <c:pt idx="9679">
                  <c:v>3.8189000000000002</c:v>
                </c:pt>
                <c:pt idx="9680">
                  <c:v>3.6588099999999999</c:v>
                </c:pt>
                <c:pt idx="9681">
                  <c:v>3.6409500000000001</c:v>
                </c:pt>
                <c:pt idx="9682">
                  <c:v>3.8446699999999998</c:v>
                </c:pt>
                <c:pt idx="9683">
                  <c:v>3.75909</c:v>
                </c:pt>
                <c:pt idx="9684">
                  <c:v>3.7613599999999998</c:v>
                </c:pt>
                <c:pt idx="9685">
                  <c:v>3.7576000000000001</c:v>
                </c:pt>
                <c:pt idx="9686">
                  <c:v>3.5580699999999998</c:v>
                </c:pt>
                <c:pt idx="9687">
                  <c:v>3.2864499999999999</c:v>
                </c:pt>
                <c:pt idx="9688">
                  <c:v>2.7063899999999999</c:v>
                </c:pt>
                <c:pt idx="9689">
                  <c:v>2.34876</c:v>
                </c:pt>
                <c:pt idx="9690">
                  <c:v>2.2307700000000001</c:v>
                </c:pt>
                <c:pt idx="9691">
                  <c:v>2.4109500000000001</c:v>
                </c:pt>
                <c:pt idx="9692">
                  <c:v>2.7340599999999999</c:v>
                </c:pt>
                <c:pt idx="9693">
                  <c:v>2.9482900000000001</c:v>
                </c:pt>
                <c:pt idx="9694">
                  <c:v>2.9316800000000001</c:v>
                </c:pt>
                <c:pt idx="9695">
                  <c:v>2.94197</c:v>
                </c:pt>
                <c:pt idx="9696">
                  <c:v>3.1352199999999999</c:v>
                </c:pt>
                <c:pt idx="9697">
                  <c:v>3.5333600000000001</c:v>
                </c:pt>
                <c:pt idx="9698">
                  <c:v>3.8731200000000001</c:v>
                </c:pt>
                <c:pt idx="9699">
                  <c:v>3.6627999999999998</c:v>
                </c:pt>
                <c:pt idx="9700">
                  <c:v>3.52894</c:v>
                </c:pt>
                <c:pt idx="9701">
                  <c:v>3.1879</c:v>
                </c:pt>
                <c:pt idx="9702">
                  <c:v>2.6628099999999999</c:v>
                </c:pt>
                <c:pt idx="9703">
                  <c:v>2.4460799999999998</c:v>
                </c:pt>
                <c:pt idx="9704">
                  <c:v>2.4854099999999999</c:v>
                </c:pt>
                <c:pt idx="9705">
                  <c:v>2.5231400000000002</c:v>
                </c:pt>
                <c:pt idx="9706">
                  <c:v>2.7452200000000002</c:v>
                </c:pt>
                <c:pt idx="9707">
                  <c:v>3.0866099999999999</c:v>
                </c:pt>
                <c:pt idx="9708">
                  <c:v>3.5184000000000002</c:v>
                </c:pt>
                <c:pt idx="9709">
                  <c:v>3.7017000000000002</c:v>
                </c:pt>
                <c:pt idx="9710">
                  <c:v>3.8665600000000002</c:v>
                </c:pt>
                <c:pt idx="9711">
                  <c:v>3.8918699999999999</c:v>
                </c:pt>
                <c:pt idx="9712">
                  <c:v>4.2209300000000001</c:v>
                </c:pt>
                <c:pt idx="9713">
                  <c:v>4.7675599999999996</c:v>
                </c:pt>
                <c:pt idx="9714">
                  <c:v>4.6049199999999999</c:v>
                </c:pt>
                <c:pt idx="9715">
                  <c:v>4.2543899999999999</c:v>
                </c:pt>
                <c:pt idx="9716">
                  <c:v>4.02705</c:v>
                </c:pt>
                <c:pt idx="9717">
                  <c:v>3.9388800000000002</c:v>
                </c:pt>
                <c:pt idx="9718">
                  <c:v>4.2789400000000004</c:v>
                </c:pt>
                <c:pt idx="9719">
                  <c:v>4.2541700000000002</c:v>
                </c:pt>
                <c:pt idx="9720">
                  <c:v>4.0970500000000003</c:v>
                </c:pt>
                <c:pt idx="9721">
                  <c:v>4.2055100000000003</c:v>
                </c:pt>
                <c:pt idx="9722">
                  <c:v>4.4405099999999997</c:v>
                </c:pt>
                <c:pt idx="9723">
                  <c:v>4.5477100000000004</c:v>
                </c:pt>
                <c:pt idx="9724">
                  <c:v>4.5008900000000001</c:v>
                </c:pt>
                <c:pt idx="9725">
                  <c:v>4.6439700000000004</c:v>
                </c:pt>
                <c:pt idx="9726">
                  <c:v>5.1147299999999998</c:v>
                </c:pt>
                <c:pt idx="9727">
                  <c:v>5.4888000000000003</c:v>
                </c:pt>
                <c:pt idx="9728">
                  <c:v>5.7011599999999998</c:v>
                </c:pt>
                <c:pt idx="9729">
                  <c:v>6.1311499999999999</c:v>
                </c:pt>
                <c:pt idx="9730">
                  <c:v>6.1913400000000003</c:v>
                </c:pt>
                <c:pt idx="9731">
                  <c:v>5.8132299999999999</c:v>
                </c:pt>
                <c:pt idx="9732">
                  <c:v>5.6559200000000001</c:v>
                </c:pt>
                <c:pt idx="9733">
                  <c:v>5.4947999999999997</c:v>
                </c:pt>
                <c:pt idx="9734">
                  <c:v>5.4271900000000004</c:v>
                </c:pt>
                <c:pt idx="9735">
                  <c:v>5.1795900000000001</c:v>
                </c:pt>
                <c:pt idx="9736">
                  <c:v>4.57857</c:v>
                </c:pt>
                <c:pt idx="9737">
                  <c:v>4.2791100000000002</c:v>
                </c:pt>
                <c:pt idx="9738">
                  <c:v>4.1238200000000003</c:v>
                </c:pt>
                <c:pt idx="9739">
                  <c:v>4.3473899999999999</c:v>
                </c:pt>
                <c:pt idx="9740">
                  <c:v>4.1810600000000004</c:v>
                </c:pt>
                <c:pt idx="9741">
                  <c:v>3.4953599999999998</c:v>
                </c:pt>
                <c:pt idx="9742">
                  <c:v>3.2921</c:v>
                </c:pt>
                <c:pt idx="9743">
                  <c:v>3.3057300000000001</c:v>
                </c:pt>
                <c:pt idx="9744">
                  <c:v>3.2833800000000002</c:v>
                </c:pt>
                <c:pt idx="9745">
                  <c:v>3.50813</c:v>
                </c:pt>
                <c:pt idx="9746">
                  <c:v>3.55789</c:v>
                </c:pt>
                <c:pt idx="9747">
                  <c:v>3.7194099999999999</c:v>
                </c:pt>
                <c:pt idx="9748">
                  <c:v>3.65726</c:v>
                </c:pt>
                <c:pt idx="9749">
                  <c:v>3.3016000000000001</c:v>
                </c:pt>
                <c:pt idx="9750">
                  <c:v>2.8868299999999998</c:v>
                </c:pt>
                <c:pt idx="9751">
                  <c:v>2.5893700000000002</c:v>
                </c:pt>
                <c:pt idx="9752">
                  <c:v>2.4006699999999999</c:v>
                </c:pt>
                <c:pt idx="9753">
                  <c:v>2.48224</c:v>
                </c:pt>
                <c:pt idx="9754">
                  <c:v>2.54819</c:v>
                </c:pt>
                <c:pt idx="9755">
                  <c:v>2.5766499999999999</c:v>
                </c:pt>
                <c:pt idx="9756">
                  <c:v>2.6410300000000002</c:v>
                </c:pt>
                <c:pt idx="9757">
                  <c:v>2.78694</c:v>
                </c:pt>
                <c:pt idx="9758">
                  <c:v>2.95309</c:v>
                </c:pt>
                <c:pt idx="9759">
                  <c:v>3.1928899999999998</c:v>
                </c:pt>
                <c:pt idx="9760">
                  <c:v>3.4304299999999999</c:v>
                </c:pt>
                <c:pt idx="9761">
                  <c:v>3.1812200000000002</c:v>
                </c:pt>
                <c:pt idx="9762">
                  <c:v>3.0608399999999998</c:v>
                </c:pt>
                <c:pt idx="9763">
                  <c:v>3.22729</c:v>
                </c:pt>
                <c:pt idx="9764">
                  <c:v>3.2499600000000002</c:v>
                </c:pt>
                <c:pt idx="9765">
                  <c:v>3.4436800000000001</c:v>
                </c:pt>
                <c:pt idx="9766">
                  <c:v>3.6129799999999999</c:v>
                </c:pt>
                <c:pt idx="9767">
                  <c:v>3.5384899999999999</c:v>
                </c:pt>
                <c:pt idx="9768">
                  <c:v>3.1341999999999999</c:v>
                </c:pt>
                <c:pt idx="9769">
                  <c:v>2.7494700000000001</c:v>
                </c:pt>
                <c:pt idx="9770">
                  <c:v>2.4352</c:v>
                </c:pt>
                <c:pt idx="9771">
                  <c:v>2.4068200000000002</c:v>
                </c:pt>
                <c:pt idx="9772">
                  <c:v>2.6126200000000002</c:v>
                </c:pt>
                <c:pt idx="9773">
                  <c:v>3.0469499999999998</c:v>
                </c:pt>
                <c:pt idx="9774">
                  <c:v>3.16696</c:v>
                </c:pt>
                <c:pt idx="9775">
                  <c:v>2.7713000000000001</c:v>
                </c:pt>
                <c:pt idx="9776">
                  <c:v>2.7190799999999999</c:v>
                </c:pt>
                <c:pt idx="9777">
                  <c:v>2.91005</c:v>
                </c:pt>
                <c:pt idx="9778">
                  <c:v>3.10887</c:v>
                </c:pt>
                <c:pt idx="9779">
                  <c:v>2.9388700000000001</c:v>
                </c:pt>
                <c:pt idx="9780">
                  <c:v>2.85351</c:v>
                </c:pt>
                <c:pt idx="9781">
                  <c:v>2.65117</c:v>
                </c:pt>
                <c:pt idx="9782">
                  <c:v>2.9133599999999999</c:v>
                </c:pt>
                <c:pt idx="9783">
                  <c:v>3.1954099999999999</c:v>
                </c:pt>
                <c:pt idx="9784">
                  <c:v>2.7073900000000002</c:v>
                </c:pt>
                <c:pt idx="9785">
                  <c:v>2.4645999999999999</c:v>
                </c:pt>
                <c:pt idx="9786">
                  <c:v>2.55871</c:v>
                </c:pt>
                <c:pt idx="9787">
                  <c:v>2.84259</c:v>
                </c:pt>
                <c:pt idx="9788">
                  <c:v>2.8142200000000002</c:v>
                </c:pt>
                <c:pt idx="9789">
                  <c:v>2.56786</c:v>
                </c:pt>
                <c:pt idx="9790">
                  <c:v>2.3349799999999998</c:v>
                </c:pt>
                <c:pt idx="9791">
                  <c:v>2.5368499999999998</c:v>
                </c:pt>
                <c:pt idx="9792">
                  <c:v>3.0833599999999999</c:v>
                </c:pt>
                <c:pt idx="9793">
                  <c:v>3.2890199999999998</c:v>
                </c:pt>
                <c:pt idx="9794">
                  <c:v>3.0271400000000002</c:v>
                </c:pt>
                <c:pt idx="9795">
                  <c:v>2.6138699999999999</c:v>
                </c:pt>
                <c:pt idx="9796">
                  <c:v>2.66676</c:v>
                </c:pt>
                <c:pt idx="9797">
                  <c:v>2.6676799999999998</c:v>
                </c:pt>
                <c:pt idx="9798">
                  <c:v>2.7821899999999999</c:v>
                </c:pt>
                <c:pt idx="9799">
                  <c:v>3.07009</c:v>
                </c:pt>
                <c:pt idx="9800">
                  <c:v>3.15069</c:v>
                </c:pt>
                <c:pt idx="9801">
                  <c:v>3.1835900000000001</c:v>
                </c:pt>
                <c:pt idx="9802">
                  <c:v>3.1481400000000002</c:v>
                </c:pt>
                <c:pt idx="9803">
                  <c:v>3.1594899999999999</c:v>
                </c:pt>
                <c:pt idx="9804">
                  <c:v>3.0732900000000001</c:v>
                </c:pt>
                <c:pt idx="9805">
                  <c:v>2.8669799999999999</c:v>
                </c:pt>
                <c:pt idx="9806">
                  <c:v>2.92014</c:v>
                </c:pt>
                <c:pt idx="9807">
                  <c:v>2.89168</c:v>
                </c:pt>
                <c:pt idx="9808">
                  <c:v>2.76512</c:v>
                </c:pt>
                <c:pt idx="9809">
                  <c:v>2.5701100000000001</c:v>
                </c:pt>
                <c:pt idx="9810">
                  <c:v>2.0901200000000002</c:v>
                </c:pt>
                <c:pt idx="9811">
                  <c:v>1.74657</c:v>
                </c:pt>
                <c:pt idx="9812">
                  <c:v>1.9146000000000001</c:v>
                </c:pt>
                <c:pt idx="9813">
                  <c:v>2.0803500000000001</c:v>
                </c:pt>
                <c:pt idx="9814">
                  <c:v>2.14656</c:v>
                </c:pt>
                <c:pt idx="9815">
                  <c:v>2.3028599999999999</c:v>
                </c:pt>
                <c:pt idx="9816">
                  <c:v>2.5486200000000001</c:v>
                </c:pt>
                <c:pt idx="9817">
                  <c:v>2.5475599999999998</c:v>
                </c:pt>
                <c:pt idx="9818">
                  <c:v>2.6018400000000002</c:v>
                </c:pt>
                <c:pt idx="9819">
                  <c:v>2.99458</c:v>
                </c:pt>
                <c:pt idx="9820">
                  <c:v>3.13158</c:v>
                </c:pt>
                <c:pt idx="9821">
                  <c:v>3.4703200000000001</c:v>
                </c:pt>
                <c:pt idx="9822">
                  <c:v>3.6364999999999998</c:v>
                </c:pt>
                <c:pt idx="9823">
                  <c:v>3.6640000000000001</c:v>
                </c:pt>
                <c:pt idx="9824">
                  <c:v>3.15395</c:v>
                </c:pt>
                <c:pt idx="9825">
                  <c:v>2.6734399999999998</c:v>
                </c:pt>
                <c:pt idx="9826">
                  <c:v>2.66249</c:v>
                </c:pt>
                <c:pt idx="9827">
                  <c:v>2.8259699999999999</c:v>
                </c:pt>
                <c:pt idx="9828">
                  <c:v>2.7248899999999998</c:v>
                </c:pt>
                <c:pt idx="9829">
                  <c:v>2.5658799999999999</c:v>
                </c:pt>
                <c:pt idx="9830">
                  <c:v>2.7312400000000001</c:v>
                </c:pt>
                <c:pt idx="9831">
                  <c:v>3.1566399999999999</c:v>
                </c:pt>
                <c:pt idx="9832">
                  <c:v>3.1695600000000002</c:v>
                </c:pt>
                <c:pt idx="9833">
                  <c:v>2.8450099999999998</c:v>
                </c:pt>
                <c:pt idx="9834">
                  <c:v>2.75861</c:v>
                </c:pt>
                <c:pt idx="9835">
                  <c:v>2.75576</c:v>
                </c:pt>
                <c:pt idx="9836">
                  <c:v>2.6929799999999999</c:v>
                </c:pt>
                <c:pt idx="9837">
                  <c:v>2.5028700000000002</c:v>
                </c:pt>
                <c:pt idx="9838">
                  <c:v>2.2797000000000001</c:v>
                </c:pt>
                <c:pt idx="9839">
                  <c:v>2.3195000000000001</c:v>
                </c:pt>
                <c:pt idx="9840">
                  <c:v>2.3907799999999999</c:v>
                </c:pt>
                <c:pt idx="9841">
                  <c:v>2.1903899999999998</c:v>
                </c:pt>
                <c:pt idx="9842">
                  <c:v>2.0049999999999999</c:v>
                </c:pt>
                <c:pt idx="9843">
                  <c:v>2.0901000000000001</c:v>
                </c:pt>
                <c:pt idx="9844">
                  <c:v>2.2155999999999998</c:v>
                </c:pt>
                <c:pt idx="9845">
                  <c:v>2.2841100000000001</c:v>
                </c:pt>
                <c:pt idx="9846">
                  <c:v>2.3796900000000001</c:v>
                </c:pt>
                <c:pt idx="9847">
                  <c:v>2.42421</c:v>
                </c:pt>
                <c:pt idx="9848">
                  <c:v>2.56108</c:v>
                </c:pt>
                <c:pt idx="9849">
                  <c:v>2.7517</c:v>
                </c:pt>
                <c:pt idx="9850">
                  <c:v>2.8679199999999998</c:v>
                </c:pt>
                <c:pt idx="9851">
                  <c:v>2.9809999999999999</c:v>
                </c:pt>
                <c:pt idx="9852">
                  <c:v>3.0298400000000001</c:v>
                </c:pt>
                <c:pt idx="9853">
                  <c:v>3.1026400000000001</c:v>
                </c:pt>
                <c:pt idx="9854">
                  <c:v>3.1515300000000002</c:v>
                </c:pt>
                <c:pt idx="9855">
                  <c:v>2.8105600000000002</c:v>
                </c:pt>
                <c:pt idx="9856">
                  <c:v>2.4819399999999998</c:v>
                </c:pt>
                <c:pt idx="9857">
                  <c:v>2.6129600000000002</c:v>
                </c:pt>
                <c:pt idx="9858">
                  <c:v>2.8075999999999999</c:v>
                </c:pt>
                <c:pt idx="9859">
                  <c:v>2.5550600000000001</c:v>
                </c:pt>
                <c:pt idx="9860">
                  <c:v>2.5976499999999998</c:v>
                </c:pt>
                <c:pt idx="9861">
                  <c:v>2.8533900000000001</c:v>
                </c:pt>
                <c:pt idx="9862">
                  <c:v>3.1086200000000002</c:v>
                </c:pt>
                <c:pt idx="9863">
                  <c:v>3.1400299999999999</c:v>
                </c:pt>
                <c:pt idx="9864">
                  <c:v>3.0438100000000001</c:v>
                </c:pt>
                <c:pt idx="9865">
                  <c:v>3.0763699999999998</c:v>
                </c:pt>
                <c:pt idx="9866">
                  <c:v>3.1241400000000001</c:v>
                </c:pt>
                <c:pt idx="9867">
                  <c:v>3.2922199999999999</c:v>
                </c:pt>
                <c:pt idx="9868">
                  <c:v>3.0799099999999999</c:v>
                </c:pt>
                <c:pt idx="9869">
                  <c:v>2.7749299999999999</c:v>
                </c:pt>
                <c:pt idx="9870">
                  <c:v>2.4580299999999999</c:v>
                </c:pt>
                <c:pt idx="9871">
                  <c:v>2.0933999999999999</c:v>
                </c:pt>
                <c:pt idx="9872">
                  <c:v>2.4557799999999999</c:v>
                </c:pt>
                <c:pt idx="9873">
                  <c:v>2.6250300000000002</c:v>
                </c:pt>
                <c:pt idx="9874">
                  <c:v>2.6242700000000001</c:v>
                </c:pt>
                <c:pt idx="9875">
                  <c:v>2.5698799999999999</c:v>
                </c:pt>
                <c:pt idx="9876">
                  <c:v>2.6508699999999998</c:v>
                </c:pt>
                <c:pt idx="9877">
                  <c:v>2.6375600000000001</c:v>
                </c:pt>
                <c:pt idx="9878">
                  <c:v>3.0331399999999999</c:v>
                </c:pt>
                <c:pt idx="9879">
                  <c:v>3.1035900000000001</c:v>
                </c:pt>
                <c:pt idx="9880">
                  <c:v>2.8841199999999998</c:v>
                </c:pt>
                <c:pt idx="9881">
                  <c:v>3.2283499999999998</c:v>
                </c:pt>
                <c:pt idx="9882">
                  <c:v>3.43886</c:v>
                </c:pt>
                <c:pt idx="9883">
                  <c:v>3.2202700000000002</c:v>
                </c:pt>
                <c:pt idx="9884">
                  <c:v>3.1355499999999998</c:v>
                </c:pt>
                <c:pt idx="9885">
                  <c:v>2.6621800000000002</c:v>
                </c:pt>
                <c:pt idx="9886">
                  <c:v>2.3895</c:v>
                </c:pt>
                <c:pt idx="9887">
                  <c:v>2.5083099999999998</c:v>
                </c:pt>
                <c:pt idx="9888">
                  <c:v>2.7793299999999999</c:v>
                </c:pt>
                <c:pt idx="9889">
                  <c:v>3.1530499999999999</c:v>
                </c:pt>
                <c:pt idx="9890">
                  <c:v>2.9223300000000001</c:v>
                </c:pt>
                <c:pt idx="9891">
                  <c:v>2.7185199999999998</c:v>
                </c:pt>
                <c:pt idx="9892">
                  <c:v>2.9154</c:v>
                </c:pt>
                <c:pt idx="9893">
                  <c:v>3.3503799999999999</c:v>
                </c:pt>
                <c:pt idx="9894">
                  <c:v>3.64798</c:v>
                </c:pt>
                <c:pt idx="9895">
                  <c:v>3.4578600000000002</c:v>
                </c:pt>
                <c:pt idx="9896">
                  <c:v>2.8600599999999998</c:v>
                </c:pt>
                <c:pt idx="9897">
                  <c:v>2.3867500000000001</c:v>
                </c:pt>
                <c:pt idx="9898">
                  <c:v>2.4349699999999999</c:v>
                </c:pt>
                <c:pt idx="9899">
                  <c:v>2.7282299999999999</c:v>
                </c:pt>
                <c:pt idx="9900">
                  <c:v>3.0339</c:v>
                </c:pt>
                <c:pt idx="9901">
                  <c:v>3.2847200000000001</c:v>
                </c:pt>
                <c:pt idx="9902">
                  <c:v>3.2854399999999999</c:v>
                </c:pt>
                <c:pt idx="9903">
                  <c:v>3.0219299999999998</c:v>
                </c:pt>
                <c:pt idx="9904">
                  <c:v>2.70072</c:v>
                </c:pt>
                <c:pt idx="9905">
                  <c:v>2.81006</c:v>
                </c:pt>
                <c:pt idx="9906">
                  <c:v>3.1811600000000002</c:v>
                </c:pt>
                <c:pt idx="9907">
                  <c:v>3.3516499999999998</c:v>
                </c:pt>
                <c:pt idx="9908">
                  <c:v>3.5888800000000001</c:v>
                </c:pt>
                <c:pt idx="9909">
                  <c:v>3.9723299999999999</c:v>
                </c:pt>
                <c:pt idx="9910">
                  <c:v>4.1726599999999996</c:v>
                </c:pt>
                <c:pt idx="9911">
                  <c:v>4.3513799999999998</c:v>
                </c:pt>
                <c:pt idx="9912">
                  <c:v>4.4143800000000004</c:v>
                </c:pt>
                <c:pt idx="9913">
                  <c:v>4.3720600000000003</c:v>
                </c:pt>
                <c:pt idx="9914">
                  <c:v>4.2622</c:v>
                </c:pt>
                <c:pt idx="9915">
                  <c:v>3.97803</c:v>
                </c:pt>
                <c:pt idx="9916">
                  <c:v>3.35676</c:v>
                </c:pt>
                <c:pt idx="9917">
                  <c:v>3.4194599999999999</c:v>
                </c:pt>
                <c:pt idx="9918">
                  <c:v>3.8113299999999999</c:v>
                </c:pt>
                <c:pt idx="9919">
                  <c:v>3.8114400000000002</c:v>
                </c:pt>
                <c:pt idx="9920">
                  <c:v>3.8062399999999998</c:v>
                </c:pt>
                <c:pt idx="9921">
                  <c:v>3.92822</c:v>
                </c:pt>
                <c:pt idx="9922">
                  <c:v>3.82633</c:v>
                </c:pt>
                <c:pt idx="9923">
                  <c:v>3.48238</c:v>
                </c:pt>
                <c:pt idx="9924">
                  <c:v>2.8858100000000002</c:v>
                </c:pt>
                <c:pt idx="9925">
                  <c:v>2.4622099999999998</c:v>
                </c:pt>
                <c:pt idx="9926">
                  <c:v>2.6033900000000001</c:v>
                </c:pt>
                <c:pt idx="9927">
                  <c:v>2.83379</c:v>
                </c:pt>
                <c:pt idx="9928">
                  <c:v>2.8692299999999999</c:v>
                </c:pt>
                <c:pt idx="9929">
                  <c:v>2.83833</c:v>
                </c:pt>
                <c:pt idx="9930">
                  <c:v>2.9845899999999999</c:v>
                </c:pt>
                <c:pt idx="9931">
                  <c:v>3.26892</c:v>
                </c:pt>
                <c:pt idx="9932">
                  <c:v>3.3837199999999998</c:v>
                </c:pt>
                <c:pt idx="9933">
                  <c:v>3.4702899999999999</c:v>
                </c:pt>
                <c:pt idx="9934">
                  <c:v>3.65611</c:v>
                </c:pt>
                <c:pt idx="9935">
                  <c:v>3.4834900000000002</c:v>
                </c:pt>
                <c:pt idx="9936">
                  <c:v>3.2401900000000001</c:v>
                </c:pt>
                <c:pt idx="9937">
                  <c:v>3.1120199999999998</c:v>
                </c:pt>
                <c:pt idx="9938">
                  <c:v>3.2035800000000001</c:v>
                </c:pt>
                <c:pt idx="9939">
                  <c:v>3.19855</c:v>
                </c:pt>
                <c:pt idx="9940">
                  <c:v>3.02284</c:v>
                </c:pt>
                <c:pt idx="9941">
                  <c:v>2.81765</c:v>
                </c:pt>
                <c:pt idx="9942">
                  <c:v>2.8653200000000001</c:v>
                </c:pt>
                <c:pt idx="9943">
                  <c:v>3.1785999999999999</c:v>
                </c:pt>
                <c:pt idx="9944">
                  <c:v>2.9832800000000002</c:v>
                </c:pt>
                <c:pt idx="9945">
                  <c:v>2.4793500000000002</c:v>
                </c:pt>
                <c:pt idx="9946">
                  <c:v>2.09497</c:v>
                </c:pt>
                <c:pt idx="9947">
                  <c:v>2.1244000000000001</c:v>
                </c:pt>
                <c:pt idx="9948">
                  <c:v>2.7214100000000001</c:v>
                </c:pt>
                <c:pt idx="9949">
                  <c:v>3.2673800000000002</c:v>
                </c:pt>
                <c:pt idx="9950">
                  <c:v>3.5748500000000001</c:v>
                </c:pt>
                <c:pt idx="9951">
                  <c:v>3.6380499999999998</c:v>
                </c:pt>
                <c:pt idx="9952">
                  <c:v>3.2989199999999999</c:v>
                </c:pt>
                <c:pt idx="9953">
                  <c:v>2.9298000000000002</c:v>
                </c:pt>
                <c:pt idx="9954">
                  <c:v>2.8004199999999999</c:v>
                </c:pt>
                <c:pt idx="9955">
                  <c:v>2.911</c:v>
                </c:pt>
                <c:pt idx="9956">
                  <c:v>3.21353</c:v>
                </c:pt>
                <c:pt idx="9957">
                  <c:v>3.8575300000000001</c:v>
                </c:pt>
                <c:pt idx="9958">
                  <c:v>4.2748600000000003</c:v>
                </c:pt>
                <c:pt idx="9959">
                  <c:v>4.1933600000000002</c:v>
                </c:pt>
                <c:pt idx="9960">
                  <c:v>3.9754800000000001</c:v>
                </c:pt>
                <c:pt idx="9961">
                  <c:v>3.5836100000000002</c:v>
                </c:pt>
                <c:pt idx="9962">
                  <c:v>3.6745199999999998</c:v>
                </c:pt>
                <c:pt idx="9963">
                  <c:v>3.6256599999999999</c:v>
                </c:pt>
                <c:pt idx="9964">
                  <c:v>3.1666799999999999</c:v>
                </c:pt>
                <c:pt idx="9965">
                  <c:v>3.0438499999999999</c:v>
                </c:pt>
                <c:pt idx="9966">
                  <c:v>3.3501799999999999</c:v>
                </c:pt>
                <c:pt idx="9967">
                  <c:v>3.4178199999999999</c:v>
                </c:pt>
                <c:pt idx="9968">
                  <c:v>3.2818999999999998</c:v>
                </c:pt>
                <c:pt idx="9969">
                  <c:v>3.0584099999999999</c:v>
                </c:pt>
                <c:pt idx="9970">
                  <c:v>3.0309900000000001</c:v>
                </c:pt>
                <c:pt idx="9971">
                  <c:v>3.1122200000000002</c:v>
                </c:pt>
                <c:pt idx="9972">
                  <c:v>3.1887300000000001</c:v>
                </c:pt>
                <c:pt idx="9973">
                  <c:v>3.32091</c:v>
                </c:pt>
                <c:pt idx="9974">
                  <c:v>3.40191</c:v>
                </c:pt>
                <c:pt idx="9975">
                  <c:v>3.3554300000000001</c:v>
                </c:pt>
                <c:pt idx="9976">
                  <c:v>3.36897</c:v>
                </c:pt>
                <c:pt idx="9977">
                  <c:v>3.4476800000000001</c:v>
                </c:pt>
                <c:pt idx="9978">
                  <c:v>3.3336199999999998</c:v>
                </c:pt>
                <c:pt idx="9979">
                  <c:v>3.4176199999999999</c:v>
                </c:pt>
                <c:pt idx="9980">
                  <c:v>3.44015</c:v>
                </c:pt>
                <c:pt idx="9981">
                  <c:v>3.3856999999999999</c:v>
                </c:pt>
                <c:pt idx="9982">
                  <c:v>3.2534299999999998</c:v>
                </c:pt>
                <c:pt idx="9983">
                  <c:v>3.1746799999999999</c:v>
                </c:pt>
                <c:pt idx="9984">
                  <c:v>3.0437699999999999</c:v>
                </c:pt>
                <c:pt idx="9985">
                  <c:v>3.3143899999999999</c:v>
                </c:pt>
                <c:pt idx="9986">
                  <c:v>3.5041500000000001</c:v>
                </c:pt>
                <c:pt idx="9987">
                  <c:v>3.5445799999999998</c:v>
                </c:pt>
                <c:pt idx="9988">
                  <c:v>3.4412099999999999</c:v>
                </c:pt>
                <c:pt idx="9989">
                  <c:v>3.5180400000000001</c:v>
                </c:pt>
                <c:pt idx="9990">
                  <c:v>4.1135200000000003</c:v>
                </c:pt>
                <c:pt idx="9991">
                  <c:v>4.29209</c:v>
                </c:pt>
                <c:pt idx="9992">
                  <c:v>3.82944</c:v>
                </c:pt>
                <c:pt idx="9993">
                  <c:v>3.5333199999999998</c:v>
                </c:pt>
                <c:pt idx="9994">
                  <c:v>3.43973</c:v>
                </c:pt>
                <c:pt idx="9995">
                  <c:v>3.3518500000000002</c:v>
                </c:pt>
                <c:pt idx="9996">
                  <c:v>3.1615199999999999</c:v>
                </c:pt>
                <c:pt idx="9997">
                  <c:v>3.3716599999999999</c:v>
                </c:pt>
                <c:pt idx="9998">
                  <c:v>3.6420400000000002</c:v>
                </c:pt>
                <c:pt idx="9999">
                  <c:v>3.7801900000000002</c:v>
                </c:pt>
                <c:pt idx="10000">
                  <c:v>3.7226900000000001</c:v>
                </c:pt>
                <c:pt idx="10001">
                  <c:v>3.7091099999999999</c:v>
                </c:pt>
                <c:pt idx="10002">
                  <c:v>3.7123300000000001</c:v>
                </c:pt>
                <c:pt idx="10003">
                  <c:v>3.2507999999999999</c:v>
                </c:pt>
                <c:pt idx="10004">
                  <c:v>3.0598700000000001</c:v>
                </c:pt>
                <c:pt idx="10005">
                  <c:v>3.19903</c:v>
                </c:pt>
                <c:pt idx="10006">
                  <c:v>3.3419500000000002</c:v>
                </c:pt>
                <c:pt idx="10007">
                  <c:v>3.6416400000000002</c:v>
                </c:pt>
                <c:pt idx="10008">
                  <c:v>3.79515</c:v>
                </c:pt>
                <c:pt idx="10009">
                  <c:v>4.0971399999999996</c:v>
                </c:pt>
                <c:pt idx="10010">
                  <c:v>4.3038299999999996</c:v>
                </c:pt>
                <c:pt idx="10011">
                  <c:v>4.0875899999999996</c:v>
                </c:pt>
                <c:pt idx="10012">
                  <c:v>3.9634399999999999</c:v>
                </c:pt>
                <c:pt idx="10013">
                  <c:v>4.1620999999999997</c:v>
                </c:pt>
                <c:pt idx="10014">
                  <c:v>4.4773899999999998</c:v>
                </c:pt>
                <c:pt idx="10015">
                  <c:v>4.5043300000000004</c:v>
                </c:pt>
                <c:pt idx="10016">
                  <c:v>4.5270799999999998</c:v>
                </c:pt>
                <c:pt idx="10017">
                  <c:v>4.95024</c:v>
                </c:pt>
                <c:pt idx="10018">
                  <c:v>5.4227299999999996</c:v>
                </c:pt>
                <c:pt idx="10019">
                  <c:v>5.4001999999999999</c:v>
                </c:pt>
                <c:pt idx="10020">
                  <c:v>5.37453</c:v>
                </c:pt>
                <c:pt idx="10021">
                  <c:v>5.7270399999999997</c:v>
                </c:pt>
                <c:pt idx="10022">
                  <c:v>6.0087400000000004</c:v>
                </c:pt>
                <c:pt idx="10023">
                  <c:v>6.1602699999999997</c:v>
                </c:pt>
                <c:pt idx="10024">
                  <c:v>6.1981700000000002</c:v>
                </c:pt>
                <c:pt idx="10025">
                  <c:v>6.0183999999999997</c:v>
                </c:pt>
                <c:pt idx="10026">
                  <c:v>6.4376899999999999</c:v>
                </c:pt>
                <c:pt idx="10027">
                  <c:v>6.8292200000000003</c:v>
                </c:pt>
                <c:pt idx="10028">
                  <c:v>6.93696</c:v>
                </c:pt>
                <c:pt idx="10029">
                  <c:v>6.9115799999999998</c:v>
                </c:pt>
                <c:pt idx="10030">
                  <c:v>6.7772699999999997</c:v>
                </c:pt>
                <c:pt idx="10031">
                  <c:v>7.1177700000000002</c:v>
                </c:pt>
                <c:pt idx="10032">
                  <c:v>7.8278400000000001</c:v>
                </c:pt>
                <c:pt idx="10033">
                  <c:v>8.3534299999999995</c:v>
                </c:pt>
                <c:pt idx="10034">
                  <c:v>8.56114</c:v>
                </c:pt>
                <c:pt idx="10035">
                  <c:v>8.5857200000000002</c:v>
                </c:pt>
                <c:pt idx="10036">
                  <c:v>8.5523299999999995</c:v>
                </c:pt>
                <c:pt idx="10037">
                  <c:v>8.1626300000000001</c:v>
                </c:pt>
                <c:pt idx="10038">
                  <c:v>7.5270000000000001</c:v>
                </c:pt>
                <c:pt idx="10039">
                  <c:v>7.2468000000000004</c:v>
                </c:pt>
                <c:pt idx="10040">
                  <c:v>6.9528600000000003</c:v>
                </c:pt>
                <c:pt idx="10041">
                  <c:v>6.6408199999999997</c:v>
                </c:pt>
                <c:pt idx="10042">
                  <c:v>6.4409900000000002</c:v>
                </c:pt>
                <c:pt idx="10043">
                  <c:v>6.0694999999999997</c:v>
                </c:pt>
                <c:pt idx="10044">
                  <c:v>5.86435</c:v>
                </c:pt>
                <c:pt idx="10045">
                  <c:v>5.7189800000000002</c:v>
                </c:pt>
                <c:pt idx="10046">
                  <c:v>5.4958099999999996</c:v>
                </c:pt>
                <c:pt idx="10047">
                  <c:v>5.3250500000000001</c:v>
                </c:pt>
                <c:pt idx="10048">
                  <c:v>5.1810900000000002</c:v>
                </c:pt>
                <c:pt idx="10049">
                  <c:v>5.0173500000000004</c:v>
                </c:pt>
                <c:pt idx="10050">
                  <c:v>4.7781099999999999</c:v>
                </c:pt>
                <c:pt idx="10051">
                  <c:v>4.8033099999999997</c:v>
                </c:pt>
                <c:pt idx="10052">
                  <c:v>5.0444100000000001</c:v>
                </c:pt>
                <c:pt idx="10053">
                  <c:v>5.0078100000000001</c:v>
                </c:pt>
                <c:pt idx="10054">
                  <c:v>4.8447399999999998</c:v>
                </c:pt>
                <c:pt idx="10055">
                  <c:v>5.4000300000000001</c:v>
                </c:pt>
                <c:pt idx="10056">
                  <c:v>6.1254</c:v>
                </c:pt>
                <c:pt idx="10057">
                  <c:v>6.5257199999999997</c:v>
                </c:pt>
                <c:pt idx="10058">
                  <c:v>6.7392799999999999</c:v>
                </c:pt>
                <c:pt idx="10059">
                  <c:v>6.8700599999999996</c:v>
                </c:pt>
                <c:pt idx="10060">
                  <c:v>6.9164300000000001</c:v>
                </c:pt>
                <c:pt idx="10061">
                  <c:v>6.8708299999999998</c:v>
                </c:pt>
                <c:pt idx="10062">
                  <c:v>6.9031799999999999</c:v>
                </c:pt>
                <c:pt idx="10063">
                  <c:v>6.9432299999999998</c:v>
                </c:pt>
                <c:pt idx="10064">
                  <c:v>7.0306499999999996</c:v>
                </c:pt>
                <c:pt idx="10065">
                  <c:v>6.9013400000000003</c:v>
                </c:pt>
                <c:pt idx="10066">
                  <c:v>6.6751500000000004</c:v>
                </c:pt>
                <c:pt idx="10067">
                  <c:v>6.5710899999999999</c:v>
                </c:pt>
                <c:pt idx="10068">
                  <c:v>6.3539899999999996</c:v>
                </c:pt>
                <c:pt idx="10069">
                  <c:v>6.3061999999999996</c:v>
                </c:pt>
                <c:pt idx="10070">
                  <c:v>6.3559900000000003</c:v>
                </c:pt>
                <c:pt idx="10071">
                  <c:v>6.3437299999999999</c:v>
                </c:pt>
                <c:pt idx="10072">
                  <c:v>6.2391199999999998</c:v>
                </c:pt>
                <c:pt idx="10073">
                  <c:v>6.1632199999999999</c:v>
                </c:pt>
                <c:pt idx="10074">
                  <c:v>6.4977099999999997</c:v>
                </c:pt>
                <c:pt idx="10075">
                  <c:v>6.9797399999999996</c:v>
                </c:pt>
                <c:pt idx="10076">
                  <c:v>7.3204500000000001</c:v>
                </c:pt>
                <c:pt idx="10077">
                  <c:v>7.5954100000000002</c:v>
                </c:pt>
                <c:pt idx="10078">
                  <c:v>7.60283</c:v>
                </c:pt>
                <c:pt idx="10079">
                  <c:v>7.5401699999999998</c:v>
                </c:pt>
                <c:pt idx="10080">
                  <c:v>7.1757200000000001</c:v>
                </c:pt>
                <c:pt idx="10081">
                  <c:v>7.4127799999999997</c:v>
                </c:pt>
                <c:pt idx="10082">
                  <c:v>7.6560800000000002</c:v>
                </c:pt>
                <c:pt idx="10083">
                  <c:v>7.6928299999999998</c:v>
                </c:pt>
                <c:pt idx="10084">
                  <c:v>7.9925600000000001</c:v>
                </c:pt>
                <c:pt idx="10085">
                  <c:v>8.2976500000000009</c:v>
                </c:pt>
                <c:pt idx="10086">
                  <c:v>8.4954099999999997</c:v>
                </c:pt>
                <c:pt idx="10087">
                  <c:v>8.6863100000000006</c:v>
                </c:pt>
                <c:pt idx="10088">
                  <c:v>8.5776699999999995</c:v>
                </c:pt>
                <c:pt idx="10089">
                  <c:v>8.3962299999999992</c:v>
                </c:pt>
                <c:pt idx="10090">
                  <c:v>8.6210900000000006</c:v>
                </c:pt>
                <c:pt idx="10091">
                  <c:v>8.9008199999999995</c:v>
                </c:pt>
                <c:pt idx="10092">
                  <c:v>9.3497199999999996</c:v>
                </c:pt>
                <c:pt idx="10093">
                  <c:v>9.9305699999999995</c:v>
                </c:pt>
                <c:pt idx="10094">
                  <c:v>10.3482</c:v>
                </c:pt>
                <c:pt idx="10095">
                  <c:v>10.816700000000001</c:v>
                </c:pt>
                <c:pt idx="10096">
                  <c:v>11.6264</c:v>
                </c:pt>
                <c:pt idx="10097">
                  <c:v>12.084</c:v>
                </c:pt>
                <c:pt idx="10098">
                  <c:v>12.824999999999999</c:v>
                </c:pt>
                <c:pt idx="10099">
                  <c:v>13.479900000000001</c:v>
                </c:pt>
                <c:pt idx="10100">
                  <c:v>13.9938</c:v>
                </c:pt>
                <c:pt idx="10101">
                  <c:v>14.8445</c:v>
                </c:pt>
                <c:pt idx="10102">
                  <c:v>15.8636</c:v>
                </c:pt>
                <c:pt idx="10103">
                  <c:v>17.1205</c:v>
                </c:pt>
                <c:pt idx="10104">
                  <c:v>18.248999999999999</c:v>
                </c:pt>
                <c:pt idx="10105">
                  <c:v>19.381</c:v>
                </c:pt>
                <c:pt idx="10106">
                  <c:v>20.971299999999999</c:v>
                </c:pt>
                <c:pt idx="10107">
                  <c:v>22.988299999999999</c:v>
                </c:pt>
                <c:pt idx="10108">
                  <c:v>25.151700000000002</c:v>
                </c:pt>
                <c:pt idx="10109">
                  <c:v>27.689800000000002</c:v>
                </c:pt>
                <c:pt idx="10110">
                  <c:v>30.785299999999999</c:v>
                </c:pt>
                <c:pt idx="10111">
                  <c:v>34.486899999999999</c:v>
                </c:pt>
                <c:pt idx="10112">
                  <c:v>38.8521</c:v>
                </c:pt>
                <c:pt idx="10113">
                  <c:v>43.729700000000001</c:v>
                </c:pt>
                <c:pt idx="10114">
                  <c:v>49.061300000000003</c:v>
                </c:pt>
                <c:pt idx="10115">
                  <c:v>55.655299999999997</c:v>
                </c:pt>
                <c:pt idx="10116">
                  <c:v>63.264600000000002</c:v>
                </c:pt>
                <c:pt idx="10117">
                  <c:v>71.785600000000002</c:v>
                </c:pt>
                <c:pt idx="10118">
                  <c:v>82.018199999999993</c:v>
                </c:pt>
                <c:pt idx="10119">
                  <c:v>93.911699999999996</c:v>
                </c:pt>
                <c:pt idx="10120">
                  <c:v>108.492</c:v>
                </c:pt>
                <c:pt idx="10121">
                  <c:v>126.587</c:v>
                </c:pt>
                <c:pt idx="10122">
                  <c:v>148.505</c:v>
                </c:pt>
                <c:pt idx="10123">
                  <c:v>175.31800000000001</c:v>
                </c:pt>
                <c:pt idx="10124">
                  <c:v>207.90600000000001</c:v>
                </c:pt>
                <c:pt idx="10125">
                  <c:v>246.434</c:v>
                </c:pt>
                <c:pt idx="10126">
                  <c:v>290.70400000000001</c:v>
                </c:pt>
                <c:pt idx="10127">
                  <c:v>339.33499999999998</c:v>
                </c:pt>
                <c:pt idx="10128">
                  <c:v>389.745</c:v>
                </c:pt>
                <c:pt idx="10129">
                  <c:v>438.00799999999998</c:v>
                </c:pt>
                <c:pt idx="10130">
                  <c:v>480.26900000000001</c:v>
                </c:pt>
                <c:pt idx="10131">
                  <c:v>513.79399999999998</c:v>
                </c:pt>
                <c:pt idx="10132">
                  <c:v>535.24099999999999</c:v>
                </c:pt>
                <c:pt idx="10133">
                  <c:v>541.21900000000005</c:v>
                </c:pt>
                <c:pt idx="10134">
                  <c:v>531.31299999999999</c:v>
                </c:pt>
                <c:pt idx="10135">
                  <c:v>507.14400000000001</c:v>
                </c:pt>
                <c:pt idx="10136">
                  <c:v>470.71100000000001</c:v>
                </c:pt>
                <c:pt idx="10137">
                  <c:v>424.70299999999997</c:v>
                </c:pt>
                <c:pt idx="10138">
                  <c:v>372.625</c:v>
                </c:pt>
                <c:pt idx="10139">
                  <c:v>319.13299999999998</c:v>
                </c:pt>
                <c:pt idx="10140">
                  <c:v>268.44200000000001</c:v>
                </c:pt>
                <c:pt idx="10141">
                  <c:v>222.52500000000001</c:v>
                </c:pt>
                <c:pt idx="10142">
                  <c:v>182.79400000000001</c:v>
                </c:pt>
                <c:pt idx="10143">
                  <c:v>149.72900000000001</c:v>
                </c:pt>
                <c:pt idx="10144">
                  <c:v>123.52500000000001</c:v>
                </c:pt>
                <c:pt idx="10145">
                  <c:v>103.68600000000001</c:v>
                </c:pt>
                <c:pt idx="10146">
                  <c:v>88.988900000000001</c:v>
                </c:pt>
                <c:pt idx="10147">
                  <c:v>78.140199999999993</c:v>
                </c:pt>
                <c:pt idx="10148">
                  <c:v>69.886700000000005</c:v>
                </c:pt>
                <c:pt idx="10149">
                  <c:v>63.741999999999997</c:v>
                </c:pt>
                <c:pt idx="10150">
                  <c:v>58.945599999999999</c:v>
                </c:pt>
                <c:pt idx="10151">
                  <c:v>55.079500000000003</c:v>
                </c:pt>
                <c:pt idx="10152">
                  <c:v>51.709400000000002</c:v>
                </c:pt>
                <c:pt idx="10153">
                  <c:v>48.9861</c:v>
                </c:pt>
                <c:pt idx="10154">
                  <c:v>46.489800000000002</c:v>
                </c:pt>
                <c:pt idx="10155">
                  <c:v>44.008899999999997</c:v>
                </c:pt>
                <c:pt idx="10156">
                  <c:v>42.032899999999998</c:v>
                </c:pt>
                <c:pt idx="10157">
                  <c:v>40.607300000000002</c:v>
                </c:pt>
                <c:pt idx="10158">
                  <c:v>38.842300000000002</c:v>
                </c:pt>
                <c:pt idx="10159">
                  <c:v>37.0032</c:v>
                </c:pt>
                <c:pt idx="10160">
                  <c:v>35.911799999999999</c:v>
                </c:pt>
                <c:pt idx="10161">
                  <c:v>35.180300000000003</c:v>
                </c:pt>
                <c:pt idx="10162">
                  <c:v>34.852400000000003</c:v>
                </c:pt>
                <c:pt idx="10163">
                  <c:v>34.668500000000002</c:v>
                </c:pt>
                <c:pt idx="10164">
                  <c:v>34.492100000000001</c:v>
                </c:pt>
                <c:pt idx="10165">
                  <c:v>34.279600000000002</c:v>
                </c:pt>
                <c:pt idx="10166">
                  <c:v>34.0685</c:v>
                </c:pt>
                <c:pt idx="10167">
                  <c:v>34.015500000000003</c:v>
                </c:pt>
                <c:pt idx="10168">
                  <c:v>33.614899999999999</c:v>
                </c:pt>
                <c:pt idx="10169">
                  <c:v>32.895000000000003</c:v>
                </c:pt>
                <c:pt idx="10170">
                  <c:v>32.502600000000001</c:v>
                </c:pt>
                <c:pt idx="10171">
                  <c:v>32.048200000000001</c:v>
                </c:pt>
                <c:pt idx="10172">
                  <c:v>31.737200000000001</c:v>
                </c:pt>
                <c:pt idx="10173">
                  <c:v>31.733899999999998</c:v>
                </c:pt>
                <c:pt idx="10174">
                  <c:v>31.5504</c:v>
                </c:pt>
                <c:pt idx="10175">
                  <c:v>31.967099999999999</c:v>
                </c:pt>
                <c:pt idx="10176">
                  <c:v>32.389800000000001</c:v>
                </c:pt>
                <c:pt idx="10177">
                  <c:v>32.579300000000003</c:v>
                </c:pt>
                <c:pt idx="10178">
                  <c:v>33.403100000000002</c:v>
                </c:pt>
                <c:pt idx="10179">
                  <c:v>34.914200000000001</c:v>
                </c:pt>
                <c:pt idx="10180">
                  <c:v>36.613999999999997</c:v>
                </c:pt>
                <c:pt idx="10181">
                  <c:v>38.3033</c:v>
                </c:pt>
                <c:pt idx="10182">
                  <c:v>40.188000000000002</c:v>
                </c:pt>
                <c:pt idx="10183">
                  <c:v>42.284100000000002</c:v>
                </c:pt>
                <c:pt idx="10184">
                  <c:v>44.889699999999998</c:v>
                </c:pt>
                <c:pt idx="10185">
                  <c:v>47.4131</c:v>
                </c:pt>
                <c:pt idx="10186">
                  <c:v>49.526899999999998</c:v>
                </c:pt>
                <c:pt idx="10187">
                  <c:v>51.797400000000003</c:v>
                </c:pt>
                <c:pt idx="10188">
                  <c:v>54.4754</c:v>
                </c:pt>
                <c:pt idx="10189">
                  <c:v>57.061100000000003</c:v>
                </c:pt>
                <c:pt idx="10190">
                  <c:v>59.219000000000001</c:v>
                </c:pt>
                <c:pt idx="10191">
                  <c:v>61.094499999999996</c:v>
                </c:pt>
                <c:pt idx="10192">
                  <c:v>63.027200000000001</c:v>
                </c:pt>
                <c:pt idx="10193">
                  <c:v>65.571399999999997</c:v>
                </c:pt>
                <c:pt idx="10194">
                  <c:v>69.353200000000001</c:v>
                </c:pt>
                <c:pt idx="10195">
                  <c:v>74.228099999999998</c:v>
                </c:pt>
                <c:pt idx="10196">
                  <c:v>80.760199999999998</c:v>
                </c:pt>
                <c:pt idx="10197">
                  <c:v>89.304599999999994</c:v>
                </c:pt>
                <c:pt idx="10198">
                  <c:v>99.827100000000002</c:v>
                </c:pt>
                <c:pt idx="10199">
                  <c:v>112.45699999999999</c:v>
                </c:pt>
                <c:pt idx="10200">
                  <c:v>127.07</c:v>
                </c:pt>
                <c:pt idx="10201">
                  <c:v>142.85900000000001</c:v>
                </c:pt>
                <c:pt idx="10202">
                  <c:v>158.91</c:v>
                </c:pt>
                <c:pt idx="10203">
                  <c:v>173.75899999999999</c:v>
                </c:pt>
                <c:pt idx="10204">
                  <c:v>187.62799999999999</c:v>
                </c:pt>
                <c:pt idx="10205">
                  <c:v>199.68199999999999</c:v>
                </c:pt>
                <c:pt idx="10206">
                  <c:v>208.93299999999999</c:v>
                </c:pt>
                <c:pt idx="10207">
                  <c:v>215.72</c:v>
                </c:pt>
                <c:pt idx="10208">
                  <c:v>221.00299999999999</c:v>
                </c:pt>
                <c:pt idx="10209">
                  <c:v>225.55099999999999</c:v>
                </c:pt>
                <c:pt idx="10210">
                  <c:v>230.79599999999999</c:v>
                </c:pt>
                <c:pt idx="10211">
                  <c:v>239.114</c:v>
                </c:pt>
                <c:pt idx="10212">
                  <c:v>252.41</c:v>
                </c:pt>
                <c:pt idx="10213">
                  <c:v>272.20800000000003</c:v>
                </c:pt>
                <c:pt idx="10214">
                  <c:v>298.99400000000003</c:v>
                </c:pt>
                <c:pt idx="10215">
                  <c:v>332.71100000000001</c:v>
                </c:pt>
                <c:pt idx="10216">
                  <c:v>372.77600000000001</c:v>
                </c:pt>
                <c:pt idx="10217">
                  <c:v>416.61900000000003</c:v>
                </c:pt>
                <c:pt idx="10218">
                  <c:v>460.40199999999999</c:v>
                </c:pt>
                <c:pt idx="10219">
                  <c:v>499.745</c:v>
                </c:pt>
                <c:pt idx="10220">
                  <c:v>530.99199999999996</c:v>
                </c:pt>
                <c:pt idx="10221">
                  <c:v>551.4</c:v>
                </c:pt>
                <c:pt idx="10222">
                  <c:v>557.77599999999995</c:v>
                </c:pt>
                <c:pt idx="10223">
                  <c:v>548.66800000000001</c:v>
                </c:pt>
                <c:pt idx="10224">
                  <c:v>525.803</c:v>
                </c:pt>
                <c:pt idx="10225">
                  <c:v>491.08699999999999</c:v>
                </c:pt>
                <c:pt idx="10226">
                  <c:v>446.97399999999999</c:v>
                </c:pt>
                <c:pt idx="10227">
                  <c:v>396.98399999999998</c:v>
                </c:pt>
                <c:pt idx="10228">
                  <c:v>345.73099999999999</c:v>
                </c:pt>
                <c:pt idx="10229">
                  <c:v>296.81400000000002</c:v>
                </c:pt>
                <c:pt idx="10230">
                  <c:v>251.85599999999999</c:v>
                </c:pt>
                <c:pt idx="10231">
                  <c:v>211.97499999999999</c:v>
                </c:pt>
                <c:pt idx="10232">
                  <c:v>178.19</c:v>
                </c:pt>
                <c:pt idx="10233">
                  <c:v>150.68199999999999</c:v>
                </c:pt>
                <c:pt idx="10234">
                  <c:v>128.84899999999999</c:v>
                </c:pt>
                <c:pt idx="10235">
                  <c:v>111.675</c:v>
                </c:pt>
                <c:pt idx="10236">
                  <c:v>98.090100000000007</c:v>
                </c:pt>
                <c:pt idx="10237">
                  <c:v>86.959599999999995</c:v>
                </c:pt>
                <c:pt idx="10238">
                  <c:v>78.100300000000004</c:v>
                </c:pt>
                <c:pt idx="10239">
                  <c:v>71.644400000000005</c:v>
                </c:pt>
                <c:pt idx="10240">
                  <c:v>66.563299999999998</c:v>
                </c:pt>
                <c:pt idx="10241">
                  <c:v>62.324300000000001</c:v>
                </c:pt>
                <c:pt idx="10242">
                  <c:v>58.948300000000003</c:v>
                </c:pt>
                <c:pt idx="10243">
                  <c:v>56.516199999999998</c:v>
                </c:pt>
                <c:pt idx="10244">
                  <c:v>54.2333</c:v>
                </c:pt>
                <c:pt idx="10245">
                  <c:v>52.392200000000003</c:v>
                </c:pt>
                <c:pt idx="10246">
                  <c:v>51.192300000000003</c:v>
                </c:pt>
                <c:pt idx="10247">
                  <c:v>50.262700000000002</c:v>
                </c:pt>
                <c:pt idx="10248">
                  <c:v>50.039900000000003</c:v>
                </c:pt>
                <c:pt idx="10249">
                  <c:v>50.796599999999998</c:v>
                </c:pt>
                <c:pt idx="10250">
                  <c:v>52.045499999999997</c:v>
                </c:pt>
                <c:pt idx="10251">
                  <c:v>53.718000000000004</c:v>
                </c:pt>
                <c:pt idx="10252">
                  <c:v>55.971400000000003</c:v>
                </c:pt>
                <c:pt idx="10253">
                  <c:v>58.581400000000002</c:v>
                </c:pt>
                <c:pt idx="10254">
                  <c:v>61.2</c:v>
                </c:pt>
                <c:pt idx="10255">
                  <c:v>64.055899999999994</c:v>
                </c:pt>
                <c:pt idx="10256">
                  <c:v>67.804900000000004</c:v>
                </c:pt>
                <c:pt idx="10257">
                  <c:v>72.202399999999997</c:v>
                </c:pt>
                <c:pt idx="10258">
                  <c:v>76.896000000000001</c:v>
                </c:pt>
                <c:pt idx="10259">
                  <c:v>82.126199999999997</c:v>
                </c:pt>
                <c:pt idx="10260">
                  <c:v>88.020899999999997</c:v>
                </c:pt>
                <c:pt idx="10261">
                  <c:v>95.304100000000005</c:v>
                </c:pt>
                <c:pt idx="10262">
                  <c:v>104.209</c:v>
                </c:pt>
                <c:pt idx="10263">
                  <c:v>114.66800000000001</c:v>
                </c:pt>
                <c:pt idx="10264">
                  <c:v>127.313</c:v>
                </c:pt>
                <c:pt idx="10265">
                  <c:v>142.93799999999999</c:v>
                </c:pt>
                <c:pt idx="10266">
                  <c:v>162.65799999999999</c:v>
                </c:pt>
                <c:pt idx="10267">
                  <c:v>187.36600000000001</c:v>
                </c:pt>
                <c:pt idx="10268">
                  <c:v>218.18600000000001</c:v>
                </c:pt>
                <c:pt idx="10269">
                  <c:v>254.667</c:v>
                </c:pt>
                <c:pt idx="10270">
                  <c:v>296.27</c:v>
                </c:pt>
                <c:pt idx="10271">
                  <c:v>342.60700000000003</c:v>
                </c:pt>
                <c:pt idx="10272">
                  <c:v>391.72</c:v>
                </c:pt>
                <c:pt idx="10273">
                  <c:v>439.017</c:v>
                </c:pt>
                <c:pt idx="10274">
                  <c:v>480.75099999999998</c:v>
                </c:pt>
                <c:pt idx="10275">
                  <c:v>514.61699999999996</c:v>
                </c:pt>
                <c:pt idx="10276">
                  <c:v>537.05799999999999</c:v>
                </c:pt>
                <c:pt idx="10277">
                  <c:v>544.89800000000002</c:v>
                </c:pt>
                <c:pt idx="10278">
                  <c:v>537.21600000000001</c:v>
                </c:pt>
                <c:pt idx="10279">
                  <c:v>515.08699999999999</c:v>
                </c:pt>
                <c:pt idx="10280">
                  <c:v>481.36599999999999</c:v>
                </c:pt>
                <c:pt idx="10281">
                  <c:v>439.05099999999999</c:v>
                </c:pt>
                <c:pt idx="10282">
                  <c:v>391.30799999999999</c:v>
                </c:pt>
                <c:pt idx="10283">
                  <c:v>342.98500000000001</c:v>
                </c:pt>
                <c:pt idx="10284">
                  <c:v>298.38400000000001</c:v>
                </c:pt>
                <c:pt idx="10285">
                  <c:v>259.53500000000003</c:v>
                </c:pt>
                <c:pt idx="10286">
                  <c:v>228.33600000000001</c:v>
                </c:pt>
                <c:pt idx="10287">
                  <c:v>205.53</c:v>
                </c:pt>
                <c:pt idx="10288">
                  <c:v>190.75</c:v>
                </c:pt>
                <c:pt idx="10289">
                  <c:v>183.28100000000001</c:v>
                </c:pt>
                <c:pt idx="10290">
                  <c:v>181.01300000000001</c:v>
                </c:pt>
                <c:pt idx="10291">
                  <c:v>181.66900000000001</c:v>
                </c:pt>
                <c:pt idx="10292">
                  <c:v>183.93199999999999</c:v>
                </c:pt>
                <c:pt idx="10293">
                  <c:v>186.44300000000001</c:v>
                </c:pt>
                <c:pt idx="10294">
                  <c:v>187.041</c:v>
                </c:pt>
                <c:pt idx="10295">
                  <c:v>184.511</c:v>
                </c:pt>
                <c:pt idx="10296">
                  <c:v>179.10300000000001</c:v>
                </c:pt>
                <c:pt idx="10297">
                  <c:v>170.74100000000001</c:v>
                </c:pt>
                <c:pt idx="10298">
                  <c:v>159.494</c:v>
                </c:pt>
                <c:pt idx="10299">
                  <c:v>146.20599999999999</c:v>
                </c:pt>
                <c:pt idx="10300">
                  <c:v>132.262</c:v>
                </c:pt>
                <c:pt idx="10301">
                  <c:v>117.895</c:v>
                </c:pt>
                <c:pt idx="10302">
                  <c:v>103.923</c:v>
                </c:pt>
                <c:pt idx="10303">
                  <c:v>91.817599999999999</c:v>
                </c:pt>
                <c:pt idx="10304">
                  <c:v>81.565299999999993</c:v>
                </c:pt>
                <c:pt idx="10305">
                  <c:v>73.211200000000005</c:v>
                </c:pt>
                <c:pt idx="10306">
                  <c:v>67.079300000000003</c:v>
                </c:pt>
                <c:pt idx="10307">
                  <c:v>62.5075</c:v>
                </c:pt>
                <c:pt idx="10308">
                  <c:v>58.835999999999999</c:v>
                </c:pt>
                <c:pt idx="10309">
                  <c:v>56.470199999999998</c:v>
                </c:pt>
                <c:pt idx="10310">
                  <c:v>55.329599999999999</c:v>
                </c:pt>
                <c:pt idx="10311">
                  <c:v>54.855499999999999</c:v>
                </c:pt>
                <c:pt idx="10312">
                  <c:v>54.895400000000002</c:v>
                </c:pt>
                <c:pt idx="10313">
                  <c:v>55.510599999999997</c:v>
                </c:pt>
                <c:pt idx="10314">
                  <c:v>56.497399999999999</c:v>
                </c:pt>
                <c:pt idx="10315">
                  <c:v>57.507100000000001</c:v>
                </c:pt>
                <c:pt idx="10316">
                  <c:v>58.301299999999998</c:v>
                </c:pt>
                <c:pt idx="10317">
                  <c:v>59.3369</c:v>
                </c:pt>
                <c:pt idx="10318">
                  <c:v>60.498399999999997</c:v>
                </c:pt>
                <c:pt idx="10319">
                  <c:v>61.318399999999997</c:v>
                </c:pt>
                <c:pt idx="10320">
                  <c:v>61.549599999999998</c:v>
                </c:pt>
                <c:pt idx="10321">
                  <c:v>61.2166</c:v>
                </c:pt>
                <c:pt idx="10322">
                  <c:v>60.067</c:v>
                </c:pt>
                <c:pt idx="10323">
                  <c:v>58.549900000000001</c:v>
                </c:pt>
                <c:pt idx="10324">
                  <c:v>56.951799999999999</c:v>
                </c:pt>
                <c:pt idx="10325">
                  <c:v>55.321399999999997</c:v>
                </c:pt>
                <c:pt idx="10326">
                  <c:v>53.768300000000004</c:v>
                </c:pt>
                <c:pt idx="10327">
                  <c:v>52.7072</c:v>
                </c:pt>
                <c:pt idx="10328">
                  <c:v>52.617199999999997</c:v>
                </c:pt>
                <c:pt idx="10329">
                  <c:v>53.4878</c:v>
                </c:pt>
                <c:pt idx="10330">
                  <c:v>54.7376</c:v>
                </c:pt>
                <c:pt idx="10331">
                  <c:v>55.7151</c:v>
                </c:pt>
                <c:pt idx="10332">
                  <c:v>56.848199999999999</c:v>
                </c:pt>
                <c:pt idx="10333">
                  <c:v>58.467500000000001</c:v>
                </c:pt>
                <c:pt idx="10334">
                  <c:v>60.3797</c:v>
                </c:pt>
                <c:pt idx="10335">
                  <c:v>62.309800000000003</c:v>
                </c:pt>
                <c:pt idx="10336">
                  <c:v>64.353999999999999</c:v>
                </c:pt>
                <c:pt idx="10337">
                  <c:v>66.466899999999995</c:v>
                </c:pt>
                <c:pt idx="10338">
                  <c:v>69.132400000000004</c:v>
                </c:pt>
                <c:pt idx="10339">
                  <c:v>73.408000000000001</c:v>
                </c:pt>
                <c:pt idx="10340">
                  <c:v>79.465000000000003</c:v>
                </c:pt>
                <c:pt idx="10341">
                  <c:v>87.754199999999997</c:v>
                </c:pt>
                <c:pt idx="10342">
                  <c:v>97.645799999999994</c:v>
                </c:pt>
                <c:pt idx="10343">
                  <c:v>109.336</c:v>
                </c:pt>
                <c:pt idx="10344">
                  <c:v>122.88200000000001</c:v>
                </c:pt>
                <c:pt idx="10345">
                  <c:v>137.86600000000001</c:v>
                </c:pt>
                <c:pt idx="10346">
                  <c:v>152.923</c:v>
                </c:pt>
                <c:pt idx="10347">
                  <c:v>167.4</c:v>
                </c:pt>
                <c:pt idx="10348">
                  <c:v>180.77500000000001</c:v>
                </c:pt>
                <c:pt idx="10349">
                  <c:v>191.82599999999999</c:v>
                </c:pt>
                <c:pt idx="10350">
                  <c:v>200.20599999999999</c:v>
                </c:pt>
                <c:pt idx="10351">
                  <c:v>206.32499999999999</c:v>
                </c:pt>
                <c:pt idx="10352">
                  <c:v>210.75899999999999</c:v>
                </c:pt>
                <c:pt idx="10353">
                  <c:v>214.27500000000001</c:v>
                </c:pt>
                <c:pt idx="10354">
                  <c:v>218.393</c:v>
                </c:pt>
                <c:pt idx="10355">
                  <c:v>225.22900000000001</c:v>
                </c:pt>
                <c:pt idx="10356">
                  <c:v>236.56399999999999</c:v>
                </c:pt>
                <c:pt idx="10357">
                  <c:v>253.35300000000001</c:v>
                </c:pt>
                <c:pt idx="10358">
                  <c:v>276.34800000000001</c:v>
                </c:pt>
                <c:pt idx="10359">
                  <c:v>305.94499999999999</c:v>
                </c:pt>
                <c:pt idx="10360">
                  <c:v>341.10700000000003</c:v>
                </c:pt>
                <c:pt idx="10361">
                  <c:v>379.541</c:v>
                </c:pt>
                <c:pt idx="10362">
                  <c:v>417.50400000000002</c:v>
                </c:pt>
                <c:pt idx="10363">
                  <c:v>451.601</c:v>
                </c:pt>
                <c:pt idx="10364">
                  <c:v>479.00599999999997</c:v>
                </c:pt>
                <c:pt idx="10365">
                  <c:v>496.78100000000001</c:v>
                </c:pt>
                <c:pt idx="10366">
                  <c:v>501.80500000000001</c:v>
                </c:pt>
                <c:pt idx="10367">
                  <c:v>493.58199999999999</c:v>
                </c:pt>
                <c:pt idx="10368">
                  <c:v>472.846</c:v>
                </c:pt>
                <c:pt idx="10369">
                  <c:v>441.41399999999999</c:v>
                </c:pt>
                <c:pt idx="10370">
                  <c:v>402.47199999999998</c:v>
                </c:pt>
                <c:pt idx="10371">
                  <c:v>358.17599999999999</c:v>
                </c:pt>
                <c:pt idx="10372">
                  <c:v>312.06099999999998</c:v>
                </c:pt>
                <c:pt idx="10373">
                  <c:v>267.70499999999998</c:v>
                </c:pt>
                <c:pt idx="10374">
                  <c:v>227.16300000000001</c:v>
                </c:pt>
                <c:pt idx="10375">
                  <c:v>191.34399999999999</c:v>
                </c:pt>
                <c:pt idx="10376">
                  <c:v>160.84299999999999</c:v>
                </c:pt>
                <c:pt idx="10377">
                  <c:v>135.714</c:v>
                </c:pt>
                <c:pt idx="10378">
                  <c:v>115.47</c:v>
                </c:pt>
                <c:pt idx="10379">
                  <c:v>99.3874</c:v>
                </c:pt>
                <c:pt idx="10380">
                  <c:v>86.6233</c:v>
                </c:pt>
                <c:pt idx="10381">
                  <c:v>76.339399999999998</c:v>
                </c:pt>
                <c:pt idx="10382">
                  <c:v>67.571899999999999</c:v>
                </c:pt>
                <c:pt idx="10383">
                  <c:v>60.462699999999998</c:v>
                </c:pt>
                <c:pt idx="10384">
                  <c:v>54.962699999999998</c:v>
                </c:pt>
                <c:pt idx="10385">
                  <c:v>50.668799999999997</c:v>
                </c:pt>
                <c:pt idx="10386">
                  <c:v>46.955300000000001</c:v>
                </c:pt>
                <c:pt idx="10387">
                  <c:v>43.839700000000001</c:v>
                </c:pt>
                <c:pt idx="10388">
                  <c:v>41.270299999999999</c:v>
                </c:pt>
                <c:pt idx="10389">
                  <c:v>39.176000000000002</c:v>
                </c:pt>
                <c:pt idx="10390">
                  <c:v>37.414700000000003</c:v>
                </c:pt>
                <c:pt idx="10391">
                  <c:v>35.990200000000002</c:v>
                </c:pt>
                <c:pt idx="10392">
                  <c:v>34.691499999999998</c:v>
                </c:pt>
                <c:pt idx="10393">
                  <c:v>33.632899999999999</c:v>
                </c:pt>
                <c:pt idx="10394">
                  <c:v>33.186700000000002</c:v>
                </c:pt>
                <c:pt idx="10395">
                  <c:v>33.0304</c:v>
                </c:pt>
                <c:pt idx="10396">
                  <c:v>32.950899999999997</c:v>
                </c:pt>
                <c:pt idx="10397">
                  <c:v>33.1691</c:v>
                </c:pt>
                <c:pt idx="10398">
                  <c:v>33.676299999999998</c:v>
                </c:pt>
                <c:pt idx="10399">
                  <c:v>34.349699999999999</c:v>
                </c:pt>
                <c:pt idx="10400">
                  <c:v>34.630099999999999</c:v>
                </c:pt>
                <c:pt idx="10401">
                  <c:v>34.139699999999998</c:v>
                </c:pt>
                <c:pt idx="10402">
                  <c:v>33.402700000000003</c:v>
                </c:pt>
                <c:pt idx="10403">
                  <c:v>32.864400000000003</c:v>
                </c:pt>
                <c:pt idx="10404">
                  <c:v>32.195</c:v>
                </c:pt>
                <c:pt idx="10405">
                  <c:v>31.1282</c:v>
                </c:pt>
                <c:pt idx="10406">
                  <c:v>30.311699999999998</c:v>
                </c:pt>
                <c:pt idx="10407">
                  <c:v>29.809200000000001</c:v>
                </c:pt>
                <c:pt idx="10408">
                  <c:v>29.1309</c:v>
                </c:pt>
                <c:pt idx="10409">
                  <c:v>28.270900000000001</c:v>
                </c:pt>
                <c:pt idx="10410">
                  <c:v>28.074000000000002</c:v>
                </c:pt>
                <c:pt idx="10411">
                  <c:v>28.293700000000001</c:v>
                </c:pt>
                <c:pt idx="10412">
                  <c:v>28.334800000000001</c:v>
                </c:pt>
                <c:pt idx="10413">
                  <c:v>29.136500000000002</c:v>
                </c:pt>
                <c:pt idx="10414">
                  <c:v>30.255299999999998</c:v>
                </c:pt>
                <c:pt idx="10415">
                  <c:v>31.796099999999999</c:v>
                </c:pt>
                <c:pt idx="10416">
                  <c:v>33.960799999999999</c:v>
                </c:pt>
                <c:pt idx="10417">
                  <c:v>36.1967</c:v>
                </c:pt>
                <c:pt idx="10418">
                  <c:v>38.571199999999997</c:v>
                </c:pt>
                <c:pt idx="10419">
                  <c:v>40.494500000000002</c:v>
                </c:pt>
                <c:pt idx="10420">
                  <c:v>42.258400000000002</c:v>
                </c:pt>
                <c:pt idx="10421">
                  <c:v>43.6629</c:v>
                </c:pt>
                <c:pt idx="10422">
                  <c:v>45.141199999999998</c:v>
                </c:pt>
                <c:pt idx="10423">
                  <c:v>46.410200000000003</c:v>
                </c:pt>
                <c:pt idx="10424">
                  <c:v>47.3872</c:v>
                </c:pt>
                <c:pt idx="10425">
                  <c:v>48.552700000000002</c:v>
                </c:pt>
                <c:pt idx="10426">
                  <c:v>49.927900000000001</c:v>
                </c:pt>
                <c:pt idx="10427">
                  <c:v>52.093800000000002</c:v>
                </c:pt>
                <c:pt idx="10428">
                  <c:v>55.072200000000002</c:v>
                </c:pt>
                <c:pt idx="10429">
                  <c:v>58.985799999999998</c:v>
                </c:pt>
                <c:pt idx="10430">
                  <c:v>64.132499999999993</c:v>
                </c:pt>
                <c:pt idx="10431">
                  <c:v>70.834100000000007</c:v>
                </c:pt>
                <c:pt idx="10432">
                  <c:v>79.127799999999993</c:v>
                </c:pt>
                <c:pt idx="10433">
                  <c:v>88.330799999999996</c:v>
                </c:pt>
                <c:pt idx="10434">
                  <c:v>98.035399999999996</c:v>
                </c:pt>
                <c:pt idx="10435">
                  <c:v>107.37</c:v>
                </c:pt>
                <c:pt idx="10436">
                  <c:v>115.57899999999999</c:v>
                </c:pt>
                <c:pt idx="10437">
                  <c:v>122.52800000000001</c:v>
                </c:pt>
                <c:pt idx="10438">
                  <c:v>126.941</c:v>
                </c:pt>
                <c:pt idx="10439">
                  <c:v>127.786</c:v>
                </c:pt>
                <c:pt idx="10440">
                  <c:v>125.26</c:v>
                </c:pt>
                <c:pt idx="10441">
                  <c:v>119.336</c:v>
                </c:pt>
                <c:pt idx="10442">
                  <c:v>110.97</c:v>
                </c:pt>
                <c:pt idx="10443">
                  <c:v>100.875</c:v>
                </c:pt>
                <c:pt idx="10444">
                  <c:v>89.8583</c:v>
                </c:pt>
                <c:pt idx="10445">
                  <c:v>78.870199999999997</c:v>
                </c:pt>
                <c:pt idx="10446">
                  <c:v>67.523099999999999</c:v>
                </c:pt>
                <c:pt idx="10447">
                  <c:v>57.247999999999998</c:v>
                </c:pt>
                <c:pt idx="10448">
                  <c:v>48.877600000000001</c:v>
                </c:pt>
                <c:pt idx="10449">
                  <c:v>42.090400000000002</c:v>
                </c:pt>
                <c:pt idx="10450">
                  <c:v>36.907600000000002</c:v>
                </c:pt>
                <c:pt idx="10451">
                  <c:v>33.280700000000003</c:v>
                </c:pt>
                <c:pt idx="10452">
                  <c:v>30.667100000000001</c:v>
                </c:pt>
                <c:pt idx="10453">
                  <c:v>28.7773</c:v>
                </c:pt>
                <c:pt idx="10454">
                  <c:v>27.319800000000001</c:v>
                </c:pt>
                <c:pt idx="10455">
                  <c:v>26.7211</c:v>
                </c:pt>
                <c:pt idx="10456">
                  <c:v>26.8279</c:v>
                </c:pt>
                <c:pt idx="10457">
                  <c:v>27.4255</c:v>
                </c:pt>
                <c:pt idx="10458">
                  <c:v>28.4772</c:v>
                </c:pt>
                <c:pt idx="10459">
                  <c:v>30.063400000000001</c:v>
                </c:pt>
                <c:pt idx="10460">
                  <c:v>32.0886</c:v>
                </c:pt>
                <c:pt idx="10461">
                  <c:v>33.718600000000002</c:v>
                </c:pt>
                <c:pt idx="10462">
                  <c:v>35.150199999999998</c:v>
                </c:pt>
                <c:pt idx="10463">
                  <c:v>36.302500000000002</c:v>
                </c:pt>
                <c:pt idx="10464">
                  <c:v>36.356200000000001</c:v>
                </c:pt>
                <c:pt idx="10465">
                  <c:v>35.6723</c:v>
                </c:pt>
                <c:pt idx="10466">
                  <c:v>34.156300000000002</c:v>
                </c:pt>
                <c:pt idx="10467">
                  <c:v>31.9285</c:v>
                </c:pt>
                <c:pt idx="10468">
                  <c:v>29.064800000000002</c:v>
                </c:pt>
                <c:pt idx="10469">
                  <c:v>25.921099999999999</c:v>
                </c:pt>
                <c:pt idx="10470">
                  <c:v>23.282599999999999</c:v>
                </c:pt>
                <c:pt idx="10471">
                  <c:v>20.8447</c:v>
                </c:pt>
                <c:pt idx="10472">
                  <c:v>17.8994</c:v>
                </c:pt>
                <c:pt idx="10473">
                  <c:v>15.5732</c:v>
                </c:pt>
                <c:pt idx="10474">
                  <c:v>14.4183</c:v>
                </c:pt>
                <c:pt idx="10475">
                  <c:v>13.427199999999999</c:v>
                </c:pt>
                <c:pt idx="10476">
                  <c:v>12.4628</c:v>
                </c:pt>
                <c:pt idx="10477">
                  <c:v>11.911</c:v>
                </c:pt>
                <c:pt idx="10478">
                  <c:v>11.587199999999999</c:v>
                </c:pt>
                <c:pt idx="10479">
                  <c:v>10.928000000000001</c:v>
                </c:pt>
                <c:pt idx="10480">
                  <c:v>10.2956</c:v>
                </c:pt>
                <c:pt idx="10481">
                  <c:v>10.097899999999999</c:v>
                </c:pt>
                <c:pt idx="10482">
                  <c:v>10.0624</c:v>
                </c:pt>
                <c:pt idx="10483">
                  <c:v>9.7859999999999996</c:v>
                </c:pt>
                <c:pt idx="10484">
                  <c:v>9.4277800000000003</c:v>
                </c:pt>
                <c:pt idx="10485">
                  <c:v>9.3910800000000005</c:v>
                </c:pt>
                <c:pt idx="10486">
                  <c:v>9.6147899999999993</c:v>
                </c:pt>
                <c:pt idx="10487">
                  <c:v>10.0031</c:v>
                </c:pt>
                <c:pt idx="10488">
                  <c:v>10.610900000000001</c:v>
                </c:pt>
                <c:pt idx="10489">
                  <c:v>10.6113</c:v>
                </c:pt>
                <c:pt idx="10490">
                  <c:v>10.482200000000001</c:v>
                </c:pt>
                <c:pt idx="10491">
                  <c:v>10.901199999999999</c:v>
                </c:pt>
                <c:pt idx="10492">
                  <c:v>11.508900000000001</c:v>
                </c:pt>
                <c:pt idx="10493">
                  <c:v>11.705</c:v>
                </c:pt>
                <c:pt idx="10494">
                  <c:v>11.694599999999999</c:v>
                </c:pt>
                <c:pt idx="10495">
                  <c:v>11.2723</c:v>
                </c:pt>
                <c:pt idx="10496">
                  <c:v>10.394500000000001</c:v>
                </c:pt>
                <c:pt idx="10497">
                  <c:v>9.7929600000000008</c:v>
                </c:pt>
                <c:pt idx="10498">
                  <c:v>9.49681</c:v>
                </c:pt>
                <c:pt idx="10499">
                  <c:v>9.4280600000000003</c:v>
                </c:pt>
                <c:pt idx="10500">
                  <c:v>9.46983</c:v>
                </c:pt>
                <c:pt idx="10501">
                  <c:v>9.2744499999999999</c:v>
                </c:pt>
                <c:pt idx="10502">
                  <c:v>8.9604099999999995</c:v>
                </c:pt>
                <c:pt idx="10503">
                  <c:v>8.2956199999999995</c:v>
                </c:pt>
                <c:pt idx="10504">
                  <c:v>8.0223899999999997</c:v>
                </c:pt>
                <c:pt idx="10505">
                  <c:v>7.8633800000000003</c:v>
                </c:pt>
                <c:pt idx="10506">
                  <c:v>7.56203</c:v>
                </c:pt>
                <c:pt idx="10507">
                  <c:v>7.5944500000000001</c:v>
                </c:pt>
                <c:pt idx="10508">
                  <c:v>7.8246000000000002</c:v>
                </c:pt>
                <c:pt idx="10509">
                  <c:v>7.7889699999999999</c:v>
                </c:pt>
                <c:pt idx="10510">
                  <c:v>7.44008</c:v>
                </c:pt>
                <c:pt idx="10511">
                  <c:v>7.4641900000000003</c:v>
                </c:pt>
                <c:pt idx="10512">
                  <c:v>7.83033</c:v>
                </c:pt>
                <c:pt idx="10513">
                  <c:v>7.71671</c:v>
                </c:pt>
                <c:pt idx="10514">
                  <c:v>7.2473000000000001</c:v>
                </c:pt>
                <c:pt idx="10515">
                  <c:v>7.2516699999999998</c:v>
                </c:pt>
                <c:pt idx="10516">
                  <c:v>7.4820599999999997</c:v>
                </c:pt>
                <c:pt idx="10517">
                  <c:v>7.4631100000000004</c:v>
                </c:pt>
                <c:pt idx="10518">
                  <c:v>7.2121000000000004</c:v>
                </c:pt>
                <c:pt idx="10519">
                  <c:v>6.9510699999999996</c:v>
                </c:pt>
                <c:pt idx="10520">
                  <c:v>7.0436100000000001</c:v>
                </c:pt>
                <c:pt idx="10521">
                  <c:v>7.3373100000000004</c:v>
                </c:pt>
                <c:pt idx="10522">
                  <c:v>7.3057400000000001</c:v>
                </c:pt>
                <c:pt idx="10523">
                  <c:v>7.1170900000000001</c:v>
                </c:pt>
                <c:pt idx="10524">
                  <c:v>6.8533900000000001</c:v>
                </c:pt>
                <c:pt idx="10525">
                  <c:v>6.57789</c:v>
                </c:pt>
                <c:pt idx="10526">
                  <c:v>6.0585599999999999</c:v>
                </c:pt>
                <c:pt idx="10527">
                  <c:v>5.5608399999999998</c:v>
                </c:pt>
                <c:pt idx="10528">
                  <c:v>5.32836</c:v>
                </c:pt>
                <c:pt idx="10529">
                  <c:v>5.31006</c:v>
                </c:pt>
                <c:pt idx="10530">
                  <c:v>5.33887</c:v>
                </c:pt>
                <c:pt idx="10531">
                  <c:v>5.5001800000000003</c:v>
                </c:pt>
                <c:pt idx="10532">
                  <c:v>5.6280999999999999</c:v>
                </c:pt>
                <c:pt idx="10533">
                  <c:v>5.2965</c:v>
                </c:pt>
                <c:pt idx="10534">
                  <c:v>5.0446200000000001</c:v>
                </c:pt>
                <c:pt idx="10535">
                  <c:v>5.1443199999999996</c:v>
                </c:pt>
                <c:pt idx="10536">
                  <c:v>5.3688099999999999</c:v>
                </c:pt>
                <c:pt idx="10537">
                  <c:v>5.3938800000000002</c:v>
                </c:pt>
                <c:pt idx="10538">
                  <c:v>5.1910699999999999</c:v>
                </c:pt>
                <c:pt idx="10539">
                  <c:v>5.07639</c:v>
                </c:pt>
                <c:pt idx="10540">
                  <c:v>4.9906100000000002</c:v>
                </c:pt>
                <c:pt idx="10541">
                  <c:v>4.7065299999999999</c:v>
                </c:pt>
                <c:pt idx="10542">
                  <c:v>4.7769300000000001</c:v>
                </c:pt>
                <c:pt idx="10543">
                  <c:v>5.1050899999999997</c:v>
                </c:pt>
                <c:pt idx="10544">
                  <c:v>4.8366600000000002</c:v>
                </c:pt>
                <c:pt idx="10545">
                  <c:v>4.1810799999999997</c:v>
                </c:pt>
                <c:pt idx="10546">
                  <c:v>3.9441999999999999</c:v>
                </c:pt>
                <c:pt idx="10547">
                  <c:v>4.0360399999999998</c:v>
                </c:pt>
                <c:pt idx="10548">
                  <c:v>4.2760100000000003</c:v>
                </c:pt>
                <c:pt idx="10549">
                  <c:v>4.4748299999999999</c:v>
                </c:pt>
                <c:pt idx="10550">
                  <c:v>4.7206000000000001</c:v>
                </c:pt>
                <c:pt idx="10551">
                  <c:v>4.7823399999999996</c:v>
                </c:pt>
                <c:pt idx="10552">
                  <c:v>4.8588199999999997</c:v>
                </c:pt>
                <c:pt idx="10553">
                  <c:v>5.0571599999999997</c:v>
                </c:pt>
                <c:pt idx="10554">
                  <c:v>5.02942</c:v>
                </c:pt>
                <c:pt idx="10555">
                  <c:v>4.9538799999999998</c:v>
                </c:pt>
                <c:pt idx="10556">
                  <c:v>5.0424499999999997</c:v>
                </c:pt>
                <c:pt idx="10557">
                  <c:v>5.2994599999999998</c:v>
                </c:pt>
                <c:pt idx="10558">
                  <c:v>5.8819400000000002</c:v>
                </c:pt>
                <c:pt idx="10559">
                  <c:v>6.33352</c:v>
                </c:pt>
                <c:pt idx="10560">
                  <c:v>6.0423600000000004</c:v>
                </c:pt>
                <c:pt idx="10561">
                  <c:v>5.8987699999999998</c:v>
                </c:pt>
                <c:pt idx="10562">
                  <c:v>5.8231799999999998</c:v>
                </c:pt>
                <c:pt idx="10563">
                  <c:v>5.7638499999999997</c:v>
                </c:pt>
                <c:pt idx="10564">
                  <c:v>5.5254300000000001</c:v>
                </c:pt>
                <c:pt idx="10565">
                  <c:v>5.2980400000000003</c:v>
                </c:pt>
                <c:pt idx="10566">
                  <c:v>5.3252699999999997</c:v>
                </c:pt>
                <c:pt idx="10567">
                  <c:v>5.4077500000000001</c:v>
                </c:pt>
                <c:pt idx="10568">
                  <c:v>5.4872800000000002</c:v>
                </c:pt>
                <c:pt idx="10569">
                  <c:v>5.2306900000000001</c:v>
                </c:pt>
                <c:pt idx="10570">
                  <c:v>5.1327199999999999</c:v>
                </c:pt>
                <c:pt idx="10571">
                  <c:v>5.0517200000000004</c:v>
                </c:pt>
                <c:pt idx="10572">
                  <c:v>4.72079</c:v>
                </c:pt>
                <c:pt idx="10573">
                  <c:v>4.4515700000000002</c:v>
                </c:pt>
                <c:pt idx="10574">
                  <c:v>4.6787999999999998</c:v>
                </c:pt>
                <c:pt idx="10575">
                  <c:v>4.6892300000000002</c:v>
                </c:pt>
                <c:pt idx="10576">
                  <c:v>4.1745299999999999</c:v>
                </c:pt>
                <c:pt idx="10577">
                  <c:v>3.84836</c:v>
                </c:pt>
                <c:pt idx="10578">
                  <c:v>4.0654899999999996</c:v>
                </c:pt>
                <c:pt idx="10579">
                  <c:v>3.9476499999999999</c:v>
                </c:pt>
                <c:pt idx="10580">
                  <c:v>3.7248100000000002</c:v>
                </c:pt>
                <c:pt idx="10581">
                  <c:v>3.8269199999999999</c:v>
                </c:pt>
                <c:pt idx="10582">
                  <c:v>3.8934500000000001</c:v>
                </c:pt>
                <c:pt idx="10583">
                  <c:v>3.7662</c:v>
                </c:pt>
                <c:pt idx="10584">
                  <c:v>3.8195700000000001</c:v>
                </c:pt>
                <c:pt idx="10585">
                  <c:v>3.97302</c:v>
                </c:pt>
                <c:pt idx="10586">
                  <c:v>3.8844799999999999</c:v>
                </c:pt>
                <c:pt idx="10587">
                  <c:v>4.2077200000000001</c:v>
                </c:pt>
                <c:pt idx="10588">
                  <c:v>4.6119899999999996</c:v>
                </c:pt>
                <c:pt idx="10589">
                  <c:v>4.7026500000000002</c:v>
                </c:pt>
                <c:pt idx="10590">
                  <c:v>4.3936200000000003</c:v>
                </c:pt>
                <c:pt idx="10591">
                  <c:v>4.1056499999999998</c:v>
                </c:pt>
                <c:pt idx="10592">
                  <c:v>4.1702000000000004</c:v>
                </c:pt>
                <c:pt idx="10593">
                  <c:v>4.3964600000000003</c:v>
                </c:pt>
                <c:pt idx="10594">
                  <c:v>4.7374400000000003</c:v>
                </c:pt>
                <c:pt idx="10595">
                  <c:v>5.1200599999999996</c:v>
                </c:pt>
                <c:pt idx="10596">
                  <c:v>5.4046599999999998</c:v>
                </c:pt>
                <c:pt idx="10597">
                  <c:v>5.5670900000000003</c:v>
                </c:pt>
                <c:pt idx="10598">
                  <c:v>5.6918699999999998</c:v>
                </c:pt>
                <c:pt idx="10599">
                  <c:v>5.72628</c:v>
                </c:pt>
                <c:pt idx="10600">
                  <c:v>5.5106000000000002</c:v>
                </c:pt>
                <c:pt idx="10601">
                  <c:v>5.07247</c:v>
                </c:pt>
                <c:pt idx="10602">
                  <c:v>5.1139000000000001</c:v>
                </c:pt>
                <c:pt idx="10603">
                  <c:v>5.3953699999999998</c:v>
                </c:pt>
                <c:pt idx="10604">
                  <c:v>5.3898299999999999</c:v>
                </c:pt>
                <c:pt idx="10605">
                  <c:v>5.25746</c:v>
                </c:pt>
                <c:pt idx="10606">
                  <c:v>5.0984699999999998</c:v>
                </c:pt>
                <c:pt idx="10607">
                  <c:v>5.1168300000000002</c:v>
                </c:pt>
                <c:pt idx="10608">
                  <c:v>5.3006799999999998</c:v>
                </c:pt>
                <c:pt idx="10609">
                  <c:v>5.3094000000000001</c:v>
                </c:pt>
                <c:pt idx="10610">
                  <c:v>4.88666</c:v>
                </c:pt>
                <c:pt idx="10611">
                  <c:v>4.4169499999999999</c:v>
                </c:pt>
                <c:pt idx="10612">
                  <c:v>4.4561000000000002</c:v>
                </c:pt>
                <c:pt idx="10613">
                  <c:v>4.7491399999999997</c:v>
                </c:pt>
                <c:pt idx="10614">
                  <c:v>4.7529599999999999</c:v>
                </c:pt>
                <c:pt idx="10615">
                  <c:v>4.7847400000000002</c:v>
                </c:pt>
                <c:pt idx="10616">
                  <c:v>4.8157300000000003</c:v>
                </c:pt>
                <c:pt idx="10617">
                  <c:v>4.6844599999999996</c:v>
                </c:pt>
                <c:pt idx="10618">
                  <c:v>4.9649000000000001</c:v>
                </c:pt>
                <c:pt idx="10619">
                  <c:v>5.5758799999999997</c:v>
                </c:pt>
                <c:pt idx="10620">
                  <c:v>5.8272700000000004</c:v>
                </c:pt>
                <c:pt idx="10621">
                  <c:v>5.6097900000000003</c:v>
                </c:pt>
                <c:pt idx="10622">
                  <c:v>5.25326</c:v>
                </c:pt>
                <c:pt idx="10623">
                  <c:v>4.7710600000000003</c:v>
                </c:pt>
                <c:pt idx="10624">
                  <c:v>4.1777600000000001</c:v>
                </c:pt>
                <c:pt idx="10625">
                  <c:v>3.8542700000000001</c:v>
                </c:pt>
                <c:pt idx="10626">
                  <c:v>3.9754299999999998</c:v>
                </c:pt>
                <c:pt idx="10627">
                  <c:v>3.9032800000000001</c:v>
                </c:pt>
                <c:pt idx="10628">
                  <c:v>3.8468800000000001</c:v>
                </c:pt>
                <c:pt idx="10629">
                  <c:v>4.0217499999999999</c:v>
                </c:pt>
                <c:pt idx="10630">
                  <c:v>4.1111899999999997</c:v>
                </c:pt>
                <c:pt idx="10631">
                  <c:v>4.0309900000000001</c:v>
                </c:pt>
                <c:pt idx="10632">
                  <c:v>4.0799099999999999</c:v>
                </c:pt>
                <c:pt idx="10633">
                  <c:v>3.8785799999999999</c:v>
                </c:pt>
                <c:pt idx="10634">
                  <c:v>3.5362800000000001</c:v>
                </c:pt>
                <c:pt idx="10635">
                  <c:v>3.7210200000000002</c:v>
                </c:pt>
                <c:pt idx="10636">
                  <c:v>3.9534199999999999</c:v>
                </c:pt>
                <c:pt idx="10637">
                  <c:v>4.0760800000000001</c:v>
                </c:pt>
                <c:pt idx="10638">
                  <c:v>4.1736500000000003</c:v>
                </c:pt>
                <c:pt idx="10639">
                  <c:v>4.2889900000000001</c:v>
                </c:pt>
                <c:pt idx="10640">
                  <c:v>4.0507499999999999</c:v>
                </c:pt>
                <c:pt idx="10641">
                  <c:v>3.61612</c:v>
                </c:pt>
                <c:pt idx="10642">
                  <c:v>3.2587899999999999</c:v>
                </c:pt>
                <c:pt idx="10643">
                  <c:v>3.27338</c:v>
                </c:pt>
                <c:pt idx="10644">
                  <c:v>3.55579</c:v>
                </c:pt>
                <c:pt idx="10645">
                  <c:v>3.8384900000000002</c:v>
                </c:pt>
                <c:pt idx="10646">
                  <c:v>4.1103300000000003</c:v>
                </c:pt>
                <c:pt idx="10647">
                  <c:v>4.2805299999999997</c:v>
                </c:pt>
                <c:pt idx="10648">
                  <c:v>4.27264</c:v>
                </c:pt>
                <c:pt idx="10649">
                  <c:v>3.7892399999999999</c:v>
                </c:pt>
                <c:pt idx="10650">
                  <c:v>3.42631</c:v>
                </c:pt>
                <c:pt idx="10651">
                  <c:v>3.6324100000000001</c:v>
                </c:pt>
                <c:pt idx="10652">
                  <c:v>3.9570799999999999</c:v>
                </c:pt>
                <c:pt idx="10653">
                  <c:v>3.9570099999999999</c:v>
                </c:pt>
                <c:pt idx="10654">
                  <c:v>4.0540000000000003</c:v>
                </c:pt>
                <c:pt idx="10655">
                  <c:v>3.7345000000000002</c:v>
                </c:pt>
                <c:pt idx="10656">
                  <c:v>3.5662500000000001</c:v>
                </c:pt>
                <c:pt idx="10657">
                  <c:v>3.6447799999999999</c:v>
                </c:pt>
                <c:pt idx="10658">
                  <c:v>3.9476599999999999</c:v>
                </c:pt>
                <c:pt idx="10659">
                  <c:v>4.32681</c:v>
                </c:pt>
                <c:pt idx="10660">
                  <c:v>4.4274699999999996</c:v>
                </c:pt>
                <c:pt idx="10661">
                  <c:v>4.5935899999999998</c:v>
                </c:pt>
                <c:pt idx="10662">
                  <c:v>4.7508900000000001</c:v>
                </c:pt>
                <c:pt idx="10663">
                  <c:v>4.7124800000000002</c:v>
                </c:pt>
                <c:pt idx="10664">
                  <c:v>4.3947000000000003</c:v>
                </c:pt>
                <c:pt idx="10665">
                  <c:v>3.9531200000000002</c:v>
                </c:pt>
                <c:pt idx="10666">
                  <c:v>3.7021999999999999</c:v>
                </c:pt>
                <c:pt idx="10667">
                  <c:v>3.7166199999999998</c:v>
                </c:pt>
                <c:pt idx="10668">
                  <c:v>3.8669199999999999</c:v>
                </c:pt>
                <c:pt idx="10669">
                  <c:v>3.9236399999999998</c:v>
                </c:pt>
                <c:pt idx="10670">
                  <c:v>4.1000399999999999</c:v>
                </c:pt>
                <c:pt idx="10671">
                  <c:v>3.8826399999999999</c:v>
                </c:pt>
                <c:pt idx="10672">
                  <c:v>3.82551</c:v>
                </c:pt>
                <c:pt idx="10673">
                  <c:v>4.0083399999999996</c:v>
                </c:pt>
                <c:pt idx="10674">
                  <c:v>4.3620200000000002</c:v>
                </c:pt>
                <c:pt idx="10675">
                  <c:v>4.3967499999999999</c:v>
                </c:pt>
                <c:pt idx="10676">
                  <c:v>3.8596200000000001</c:v>
                </c:pt>
                <c:pt idx="10677">
                  <c:v>3.8153199999999998</c:v>
                </c:pt>
                <c:pt idx="10678">
                  <c:v>4.0523499999999997</c:v>
                </c:pt>
                <c:pt idx="10679">
                  <c:v>4.1698500000000003</c:v>
                </c:pt>
                <c:pt idx="10680">
                  <c:v>4.3530300000000004</c:v>
                </c:pt>
                <c:pt idx="10681">
                  <c:v>4.6441699999999999</c:v>
                </c:pt>
                <c:pt idx="10682">
                  <c:v>4.9474200000000002</c:v>
                </c:pt>
                <c:pt idx="10683">
                  <c:v>5.0163099999999998</c:v>
                </c:pt>
                <c:pt idx="10684">
                  <c:v>4.41899</c:v>
                </c:pt>
                <c:pt idx="10685">
                  <c:v>4.1420599999999999</c:v>
                </c:pt>
                <c:pt idx="10686">
                  <c:v>4.5471500000000002</c:v>
                </c:pt>
                <c:pt idx="10687">
                  <c:v>4.7339599999999997</c:v>
                </c:pt>
                <c:pt idx="10688">
                  <c:v>4.2931800000000004</c:v>
                </c:pt>
                <c:pt idx="10689">
                  <c:v>4.0597399999999997</c:v>
                </c:pt>
                <c:pt idx="10690">
                  <c:v>3.9677799999999999</c:v>
                </c:pt>
                <c:pt idx="10691">
                  <c:v>4.1818</c:v>
                </c:pt>
                <c:pt idx="10692">
                  <c:v>3.9743499999999998</c:v>
                </c:pt>
                <c:pt idx="10693">
                  <c:v>3.6032999999999999</c:v>
                </c:pt>
                <c:pt idx="10694">
                  <c:v>3.7543799999999998</c:v>
                </c:pt>
                <c:pt idx="10695">
                  <c:v>4.1643999999999997</c:v>
                </c:pt>
                <c:pt idx="10696">
                  <c:v>4.4382999999999999</c:v>
                </c:pt>
                <c:pt idx="10697">
                  <c:v>4.9554400000000003</c:v>
                </c:pt>
                <c:pt idx="10698">
                  <c:v>5.3190499999999998</c:v>
                </c:pt>
                <c:pt idx="10699">
                  <c:v>5.0348499999999996</c:v>
                </c:pt>
                <c:pt idx="10700">
                  <c:v>4.6229500000000003</c:v>
                </c:pt>
                <c:pt idx="10701">
                  <c:v>4.3605600000000004</c:v>
                </c:pt>
                <c:pt idx="10702">
                  <c:v>4.3759699999999997</c:v>
                </c:pt>
                <c:pt idx="10703">
                  <c:v>4.6613100000000003</c:v>
                </c:pt>
                <c:pt idx="10704">
                  <c:v>4.8713300000000004</c:v>
                </c:pt>
                <c:pt idx="10705">
                  <c:v>4.8960400000000002</c:v>
                </c:pt>
                <c:pt idx="10706">
                  <c:v>4.9821200000000001</c:v>
                </c:pt>
                <c:pt idx="10707">
                  <c:v>5.0727399999999996</c:v>
                </c:pt>
                <c:pt idx="10708">
                  <c:v>5.0635399999999997</c:v>
                </c:pt>
                <c:pt idx="10709">
                  <c:v>5.0783399999999999</c:v>
                </c:pt>
                <c:pt idx="10710">
                  <c:v>5.2131999999999996</c:v>
                </c:pt>
                <c:pt idx="10711">
                  <c:v>5.6111500000000003</c:v>
                </c:pt>
                <c:pt idx="10712">
                  <c:v>5.8150000000000004</c:v>
                </c:pt>
                <c:pt idx="10713">
                  <c:v>5.4552300000000002</c:v>
                </c:pt>
                <c:pt idx="10714">
                  <c:v>5.3888199999999999</c:v>
                </c:pt>
                <c:pt idx="10715">
                  <c:v>5.2482300000000004</c:v>
                </c:pt>
                <c:pt idx="10716">
                  <c:v>5.0542899999999999</c:v>
                </c:pt>
                <c:pt idx="10717">
                  <c:v>4.5960400000000003</c:v>
                </c:pt>
                <c:pt idx="10718">
                  <c:v>3.9491700000000001</c:v>
                </c:pt>
                <c:pt idx="10719">
                  <c:v>3.6367099999999999</c:v>
                </c:pt>
                <c:pt idx="10720">
                  <c:v>3.9665499999999998</c:v>
                </c:pt>
                <c:pt idx="10721">
                  <c:v>4.1847899999999996</c:v>
                </c:pt>
                <c:pt idx="10722">
                  <c:v>4.3134199999999998</c:v>
                </c:pt>
                <c:pt idx="10723">
                  <c:v>4.7052500000000004</c:v>
                </c:pt>
                <c:pt idx="10724">
                  <c:v>4.6811999999999996</c:v>
                </c:pt>
                <c:pt idx="10725">
                  <c:v>4.5222100000000003</c:v>
                </c:pt>
                <c:pt idx="10726">
                  <c:v>4.34985</c:v>
                </c:pt>
                <c:pt idx="10727">
                  <c:v>4.3437200000000002</c:v>
                </c:pt>
                <c:pt idx="10728">
                  <c:v>4.4958799999999997</c:v>
                </c:pt>
                <c:pt idx="10729">
                  <c:v>4.6099100000000002</c:v>
                </c:pt>
                <c:pt idx="10730">
                  <c:v>4.6831899999999997</c:v>
                </c:pt>
                <c:pt idx="10731">
                  <c:v>4.6981999999999999</c:v>
                </c:pt>
                <c:pt idx="10732">
                  <c:v>4.6335899999999999</c:v>
                </c:pt>
                <c:pt idx="10733">
                  <c:v>4.5687100000000003</c:v>
                </c:pt>
                <c:pt idx="10734">
                  <c:v>4.15388</c:v>
                </c:pt>
                <c:pt idx="10735">
                  <c:v>3.9050400000000001</c:v>
                </c:pt>
                <c:pt idx="10736">
                  <c:v>4.1052</c:v>
                </c:pt>
                <c:pt idx="10737">
                  <c:v>4.0920399999999999</c:v>
                </c:pt>
                <c:pt idx="10738">
                  <c:v>4.3022299999999998</c:v>
                </c:pt>
                <c:pt idx="10739">
                  <c:v>4.3115399999999999</c:v>
                </c:pt>
                <c:pt idx="10740">
                  <c:v>4.3342599999999996</c:v>
                </c:pt>
                <c:pt idx="10741">
                  <c:v>4.5424100000000003</c:v>
                </c:pt>
                <c:pt idx="10742">
                  <c:v>4.7843900000000001</c:v>
                </c:pt>
                <c:pt idx="10743">
                  <c:v>4.6187800000000001</c:v>
                </c:pt>
                <c:pt idx="10744">
                  <c:v>4.5592800000000002</c:v>
                </c:pt>
                <c:pt idx="10745">
                  <c:v>4.7056300000000002</c:v>
                </c:pt>
                <c:pt idx="10746">
                  <c:v>4.7549400000000004</c:v>
                </c:pt>
                <c:pt idx="10747">
                  <c:v>4.8560600000000003</c:v>
                </c:pt>
                <c:pt idx="10748">
                  <c:v>5.0887399999999996</c:v>
                </c:pt>
                <c:pt idx="10749">
                  <c:v>5.3623700000000003</c:v>
                </c:pt>
                <c:pt idx="10750">
                  <c:v>5.9437300000000004</c:v>
                </c:pt>
                <c:pt idx="10751">
                  <c:v>6.3766100000000003</c:v>
                </c:pt>
                <c:pt idx="10752">
                  <c:v>6.3858899999999998</c:v>
                </c:pt>
                <c:pt idx="10753">
                  <c:v>6.5309699999999999</c:v>
                </c:pt>
                <c:pt idx="10754">
                  <c:v>6.6773600000000002</c:v>
                </c:pt>
                <c:pt idx="10755">
                  <c:v>7.0215300000000003</c:v>
                </c:pt>
                <c:pt idx="10756">
                  <c:v>7.4140600000000001</c:v>
                </c:pt>
                <c:pt idx="10757">
                  <c:v>7.50983</c:v>
                </c:pt>
                <c:pt idx="10758">
                  <c:v>7.0802399999999999</c:v>
                </c:pt>
                <c:pt idx="10759">
                  <c:v>6.6391499999999999</c:v>
                </c:pt>
                <c:pt idx="10760">
                  <c:v>6.4107900000000004</c:v>
                </c:pt>
                <c:pt idx="10761">
                  <c:v>5.9227400000000001</c:v>
                </c:pt>
                <c:pt idx="10762">
                  <c:v>5.4466099999999997</c:v>
                </c:pt>
                <c:pt idx="10763">
                  <c:v>5.0084600000000004</c:v>
                </c:pt>
                <c:pt idx="10764">
                  <c:v>4.6422999999999996</c:v>
                </c:pt>
                <c:pt idx="10765">
                  <c:v>4.5950699999999998</c:v>
                </c:pt>
                <c:pt idx="10766">
                  <c:v>4.4237299999999999</c:v>
                </c:pt>
                <c:pt idx="10767">
                  <c:v>4.1294700000000004</c:v>
                </c:pt>
                <c:pt idx="10768">
                  <c:v>3.6943899999999998</c:v>
                </c:pt>
                <c:pt idx="10769">
                  <c:v>3.7582100000000001</c:v>
                </c:pt>
                <c:pt idx="10770">
                  <c:v>3.9611200000000002</c:v>
                </c:pt>
                <c:pt idx="10771">
                  <c:v>4.3464900000000002</c:v>
                </c:pt>
                <c:pt idx="10772">
                  <c:v>4.7117000000000004</c:v>
                </c:pt>
                <c:pt idx="10773">
                  <c:v>4.4698200000000003</c:v>
                </c:pt>
                <c:pt idx="10774">
                  <c:v>4.1317399999999997</c:v>
                </c:pt>
                <c:pt idx="10775">
                  <c:v>3.8159700000000001</c:v>
                </c:pt>
                <c:pt idx="10776">
                  <c:v>3.6223900000000002</c:v>
                </c:pt>
                <c:pt idx="10777">
                  <c:v>3.8812199999999999</c:v>
                </c:pt>
                <c:pt idx="10778">
                  <c:v>4.1797000000000004</c:v>
                </c:pt>
                <c:pt idx="10779">
                  <c:v>4.2280899999999999</c:v>
                </c:pt>
                <c:pt idx="10780">
                  <c:v>3.8286500000000001</c:v>
                </c:pt>
                <c:pt idx="10781">
                  <c:v>3.6870799999999999</c:v>
                </c:pt>
                <c:pt idx="10782">
                  <c:v>3.4826800000000002</c:v>
                </c:pt>
                <c:pt idx="10783">
                  <c:v>3.3161700000000001</c:v>
                </c:pt>
                <c:pt idx="10784">
                  <c:v>3.31555</c:v>
                </c:pt>
                <c:pt idx="10785">
                  <c:v>3.5954199999999998</c:v>
                </c:pt>
                <c:pt idx="10786">
                  <c:v>4.1341299999999999</c:v>
                </c:pt>
                <c:pt idx="10787">
                  <c:v>4.4249999999999998</c:v>
                </c:pt>
                <c:pt idx="10788">
                  <c:v>4.3274900000000001</c:v>
                </c:pt>
                <c:pt idx="10789">
                  <c:v>4.5826500000000001</c:v>
                </c:pt>
                <c:pt idx="10790">
                  <c:v>4.81257</c:v>
                </c:pt>
                <c:pt idx="10791">
                  <c:v>4.3680300000000001</c:v>
                </c:pt>
                <c:pt idx="10792">
                  <c:v>4.2540399999999998</c:v>
                </c:pt>
                <c:pt idx="10793">
                  <c:v>4.6005900000000004</c:v>
                </c:pt>
                <c:pt idx="10794">
                  <c:v>4.3186099999999996</c:v>
                </c:pt>
                <c:pt idx="10795">
                  <c:v>4.0014700000000003</c:v>
                </c:pt>
                <c:pt idx="10796">
                  <c:v>3.8801600000000001</c:v>
                </c:pt>
                <c:pt idx="10797">
                  <c:v>3.5670999999999999</c:v>
                </c:pt>
                <c:pt idx="10798">
                  <c:v>3.3698600000000001</c:v>
                </c:pt>
                <c:pt idx="10799">
                  <c:v>3.51525</c:v>
                </c:pt>
                <c:pt idx="10800">
                  <c:v>3.8407300000000002</c:v>
                </c:pt>
                <c:pt idx="10801">
                  <c:v>4.0796999999999999</c:v>
                </c:pt>
                <c:pt idx="10802">
                  <c:v>4.1916599999999997</c:v>
                </c:pt>
                <c:pt idx="10803">
                  <c:v>4.2043600000000003</c:v>
                </c:pt>
                <c:pt idx="10804">
                  <c:v>4.4565000000000001</c:v>
                </c:pt>
                <c:pt idx="10805">
                  <c:v>4.6658600000000003</c:v>
                </c:pt>
                <c:pt idx="10806">
                  <c:v>4.6441499999999998</c:v>
                </c:pt>
                <c:pt idx="10807">
                  <c:v>4.2866299999999997</c:v>
                </c:pt>
                <c:pt idx="10808">
                  <c:v>3.9047800000000001</c:v>
                </c:pt>
                <c:pt idx="10809">
                  <c:v>3.8483800000000001</c:v>
                </c:pt>
                <c:pt idx="10810">
                  <c:v>3.6087699999999998</c:v>
                </c:pt>
                <c:pt idx="10811">
                  <c:v>3.32124</c:v>
                </c:pt>
                <c:pt idx="10812">
                  <c:v>3.2399</c:v>
                </c:pt>
                <c:pt idx="10813">
                  <c:v>3.3615400000000002</c:v>
                </c:pt>
                <c:pt idx="10814">
                  <c:v>3.6857500000000001</c:v>
                </c:pt>
                <c:pt idx="10815">
                  <c:v>3.8782399999999999</c:v>
                </c:pt>
                <c:pt idx="10816">
                  <c:v>4.1194300000000004</c:v>
                </c:pt>
                <c:pt idx="10817">
                  <c:v>3.96468</c:v>
                </c:pt>
                <c:pt idx="10818">
                  <c:v>4.1792800000000003</c:v>
                </c:pt>
                <c:pt idx="10819">
                  <c:v>4.3661099999999999</c:v>
                </c:pt>
                <c:pt idx="10820">
                  <c:v>4.2553400000000003</c:v>
                </c:pt>
                <c:pt idx="10821">
                  <c:v>4.1562700000000001</c:v>
                </c:pt>
                <c:pt idx="10822">
                  <c:v>4.1038699999999997</c:v>
                </c:pt>
                <c:pt idx="10823">
                  <c:v>3.9378600000000001</c:v>
                </c:pt>
                <c:pt idx="10824">
                  <c:v>3.8308599999999999</c:v>
                </c:pt>
                <c:pt idx="10825">
                  <c:v>4.1433900000000001</c:v>
                </c:pt>
                <c:pt idx="10826">
                  <c:v>4.5854299999999997</c:v>
                </c:pt>
                <c:pt idx="10827">
                  <c:v>4.87446</c:v>
                </c:pt>
                <c:pt idx="10828">
                  <c:v>4.8223799999999999</c:v>
                </c:pt>
                <c:pt idx="10829">
                  <c:v>4.9905900000000001</c:v>
                </c:pt>
                <c:pt idx="10830">
                  <c:v>5.19313</c:v>
                </c:pt>
                <c:pt idx="10831">
                  <c:v>5.1494400000000002</c:v>
                </c:pt>
                <c:pt idx="10832">
                  <c:v>4.9022699999999997</c:v>
                </c:pt>
                <c:pt idx="10833">
                  <c:v>4.5443100000000003</c:v>
                </c:pt>
                <c:pt idx="10834">
                  <c:v>4.5465099999999996</c:v>
                </c:pt>
                <c:pt idx="10835">
                  <c:v>4.6522699999999997</c:v>
                </c:pt>
                <c:pt idx="10836">
                  <c:v>4.7261300000000004</c:v>
                </c:pt>
                <c:pt idx="10837">
                  <c:v>5.0800999999999998</c:v>
                </c:pt>
                <c:pt idx="10838">
                  <c:v>5.7010899999999998</c:v>
                </c:pt>
                <c:pt idx="10839">
                  <c:v>6.4705399999999997</c:v>
                </c:pt>
                <c:pt idx="10840">
                  <c:v>6.6992200000000004</c:v>
                </c:pt>
                <c:pt idx="10841">
                  <c:v>6.8047899999999997</c:v>
                </c:pt>
                <c:pt idx="10842">
                  <c:v>6.9585499999999998</c:v>
                </c:pt>
                <c:pt idx="10843">
                  <c:v>7.1718500000000001</c:v>
                </c:pt>
                <c:pt idx="10844">
                  <c:v>7.2241</c:v>
                </c:pt>
                <c:pt idx="10845">
                  <c:v>7.16045</c:v>
                </c:pt>
                <c:pt idx="10846">
                  <c:v>7.2956000000000003</c:v>
                </c:pt>
                <c:pt idx="10847">
                  <c:v>7.5759299999999996</c:v>
                </c:pt>
                <c:pt idx="10848">
                  <c:v>7.5751999999999997</c:v>
                </c:pt>
                <c:pt idx="10849">
                  <c:v>7.2882499999999997</c:v>
                </c:pt>
                <c:pt idx="10850">
                  <c:v>6.8441900000000002</c:v>
                </c:pt>
                <c:pt idx="10851">
                  <c:v>6.5005899999999999</c:v>
                </c:pt>
                <c:pt idx="10852">
                  <c:v>6.2792399999999997</c:v>
                </c:pt>
                <c:pt idx="10853">
                  <c:v>5.7684499999999996</c:v>
                </c:pt>
                <c:pt idx="10854">
                  <c:v>5.2557499999999999</c:v>
                </c:pt>
                <c:pt idx="10855">
                  <c:v>4.9679000000000002</c:v>
                </c:pt>
                <c:pt idx="10856">
                  <c:v>4.7636799999999999</c:v>
                </c:pt>
                <c:pt idx="10857">
                  <c:v>4.4709000000000003</c:v>
                </c:pt>
                <c:pt idx="10858">
                  <c:v>4.2439499999999999</c:v>
                </c:pt>
                <c:pt idx="10859">
                  <c:v>4.6009500000000001</c:v>
                </c:pt>
                <c:pt idx="10860">
                  <c:v>4.7659900000000004</c:v>
                </c:pt>
                <c:pt idx="10861">
                  <c:v>4.65564</c:v>
                </c:pt>
                <c:pt idx="10862">
                  <c:v>4.56365</c:v>
                </c:pt>
                <c:pt idx="10863">
                  <c:v>4.35318</c:v>
                </c:pt>
                <c:pt idx="10864">
                  <c:v>4.56203</c:v>
                </c:pt>
                <c:pt idx="10865">
                  <c:v>4.7394499999999997</c:v>
                </c:pt>
                <c:pt idx="10866">
                  <c:v>4.3923800000000002</c:v>
                </c:pt>
                <c:pt idx="10867">
                  <c:v>4.1315900000000001</c:v>
                </c:pt>
                <c:pt idx="10868">
                  <c:v>4.3537600000000003</c:v>
                </c:pt>
                <c:pt idx="10869">
                  <c:v>4.3504800000000001</c:v>
                </c:pt>
                <c:pt idx="10870">
                  <c:v>4.2254800000000001</c:v>
                </c:pt>
                <c:pt idx="10871">
                  <c:v>4.2859499999999997</c:v>
                </c:pt>
                <c:pt idx="10872">
                  <c:v>4.3148400000000002</c:v>
                </c:pt>
                <c:pt idx="10873">
                  <c:v>4.3186900000000001</c:v>
                </c:pt>
                <c:pt idx="10874">
                  <c:v>4.1670699999999998</c:v>
                </c:pt>
                <c:pt idx="10875">
                  <c:v>4.3588399999999998</c:v>
                </c:pt>
                <c:pt idx="10876">
                  <c:v>4.3188300000000002</c:v>
                </c:pt>
                <c:pt idx="10877">
                  <c:v>4.4986199999999998</c:v>
                </c:pt>
                <c:pt idx="10878">
                  <c:v>4.5631399999999998</c:v>
                </c:pt>
                <c:pt idx="10879">
                  <c:v>4.3197299999999998</c:v>
                </c:pt>
                <c:pt idx="10880">
                  <c:v>4.0066199999999998</c:v>
                </c:pt>
                <c:pt idx="10881">
                  <c:v>3.7340100000000001</c:v>
                </c:pt>
                <c:pt idx="10882">
                  <c:v>3.8634300000000001</c:v>
                </c:pt>
                <c:pt idx="10883">
                  <c:v>4.0728400000000002</c:v>
                </c:pt>
                <c:pt idx="10884">
                  <c:v>4.1677900000000001</c:v>
                </c:pt>
                <c:pt idx="10885">
                  <c:v>4.2352600000000002</c:v>
                </c:pt>
                <c:pt idx="10886">
                  <c:v>4.23855</c:v>
                </c:pt>
                <c:pt idx="10887">
                  <c:v>4.36897</c:v>
                </c:pt>
                <c:pt idx="10888">
                  <c:v>4.7881200000000002</c:v>
                </c:pt>
                <c:pt idx="10889">
                  <c:v>5.06013</c:v>
                </c:pt>
                <c:pt idx="10890">
                  <c:v>4.9850099999999999</c:v>
                </c:pt>
                <c:pt idx="10891">
                  <c:v>4.9215799999999996</c:v>
                </c:pt>
                <c:pt idx="10892">
                  <c:v>5.3405899999999997</c:v>
                </c:pt>
                <c:pt idx="10893">
                  <c:v>5.8106499999999999</c:v>
                </c:pt>
                <c:pt idx="10894">
                  <c:v>6.0289599999999997</c:v>
                </c:pt>
                <c:pt idx="10895">
                  <c:v>6.2920600000000002</c:v>
                </c:pt>
                <c:pt idx="10896">
                  <c:v>6.5908499999999997</c:v>
                </c:pt>
                <c:pt idx="10897">
                  <c:v>6.6903699999999997</c:v>
                </c:pt>
                <c:pt idx="10898">
                  <c:v>6.6648800000000001</c:v>
                </c:pt>
                <c:pt idx="10899">
                  <c:v>6.4504000000000001</c:v>
                </c:pt>
                <c:pt idx="10900">
                  <c:v>6.2673100000000002</c:v>
                </c:pt>
                <c:pt idx="10901">
                  <c:v>6.4630200000000002</c:v>
                </c:pt>
                <c:pt idx="10902">
                  <c:v>6.4542799999999998</c:v>
                </c:pt>
                <c:pt idx="10903">
                  <c:v>5.8541400000000001</c:v>
                </c:pt>
                <c:pt idx="10904">
                  <c:v>5.3894000000000002</c:v>
                </c:pt>
                <c:pt idx="10905">
                  <c:v>5.1697899999999999</c:v>
                </c:pt>
                <c:pt idx="10906">
                  <c:v>5.1166299999999998</c:v>
                </c:pt>
                <c:pt idx="10907">
                  <c:v>5.4766899999999996</c:v>
                </c:pt>
                <c:pt idx="10908">
                  <c:v>5.3751600000000002</c:v>
                </c:pt>
                <c:pt idx="10909">
                  <c:v>5.0526400000000002</c:v>
                </c:pt>
                <c:pt idx="10910">
                  <c:v>4.72905</c:v>
                </c:pt>
                <c:pt idx="10911">
                  <c:v>4.4589499999999997</c:v>
                </c:pt>
                <c:pt idx="10912">
                  <c:v>4.4193600000000002</c:v>
                </c:pt>
                <c:pt idx="10913">
                  <c:v>4.3998200000000001</c:v>
                </c:pt>
                <c:pt idx="10914">
                  <c:v>4.2781200000000004</c:v>
                </c:pt>
                <c:pt idx="10915">
                  <c:v>4.4407699999999997</c:v>
                </c:pt>
                <c:pt idx="10916">
                  <c:v>4.8078599999999998</c:v>
                </c:pt>
                <c:pt idx="10917">
                  <c:v>4.8437700000000001</c:v>
                </c:pt>
                <c:pt idx="10918">
                  <c:v>4.6843300000000001</c:v>
                </c:pt>
                <c:pt idx="10919">
                  <c:v>4.5289999999999999</c:v>
                </c:pt>
                <c:pt idx="10920">
                  <c:v>4.58162</c:v>
                </c:pt>
                <c:pt idx="10921">
                  <c:v>4.61653</c:v>
                </c:pt>
                <c:pt idx="10922">
                  <c:v>4.7122900000000003</c:v>
                </c:pt>
                <c:pt idx="10923">
                  <c:v>4.5732299999999997</c:v>
                </c:pt>
                <c:pt idx="10924">
                  <c:v>4.3553300000000004</c:v>
                </c:pt>
                <c:pt idx="10925">
                  <c:v>4.7936800000000002</c:v>
                </c:pt>
                <c:pt idx="10926">
                  <c:v>5.1674699999999998</c:v>
                </c:pt>
                <c:pt idx="10927">
                  <c:v>4.9058900000000003</c:v>
                </c:pt>
                <c:pt idx="10928">
                  <c:v>4.3961300000000003</c:v>
                </c:pt>
                <c:pt idx="10929">
                  <c:v>4.2270300000000001</c:v>
                </c:pt>
                <c:pt idx="10930">
                  <c:v>4.2595400000000003</c:v>
                </c:pt>
                <c:pt idx="10931">
                  <c:v>4.9306999999999999</c:v>
                </c:pt>
                <c:pt idx="10932">
                  <c:v>5.2085900000000001</c:v>
                </c:pt>
                <c:pt idx="10933">
                  <c:v>4.99</c:v>
                </c:pt>
                <c:pt idx="10934">
                  <c:v>4.9604499999999998</c:v>
                </c:pt>
                <c:pt idx="10935">
                  <c:v>4.6455599999999997</c:v>
                </c:pt>
                <c:pt idx="10936">
                  <c:v>4.3499800000000004</c:v>
                </c:pt>
                <c:pt idx="10937">
                  <c:v>4.1719299999999997</c:v>
                </c:pt>
                <c:pt idx="10938">
                  <c:v>3.7051699999999999</c:v>
                </c:pt>
                <c:pt idx="10939">
                  <c:v>3.3733200000000001</c:v>
                </c:pt>
                <c:pt idx="10940">
                  <c:v>3.6582400000000002</c:v>
                </c:pt>
                <c:pt idx="10941">
                  <c:v>4.4365399999999999</c:v>
                </c:pt>
                <c:pt idx="10942">
                  <c:v>4.74932</c:v>
                </c:pt>
                <c:pt idx="10943">
                  <c:v>4.4433699999999998</c:v>
                </c:pt>
                <c:pt idx="10944">
                  <c:v>4.2891300000000001</c:v>
                </c:pt>
                <c:pt idx="10945">
                  <c:v>4.5800099999999997</c:v>
                </c:pt>
                <c:pt idx="10946">
                  <c:v>4.7796599999999998</c:v>
                </c:pt>
                <c:pt idx="10947">
                  <c:v>4.6268700000000003</c:v>
                </c:pt>
                <c:pt idx="10948">
                  <c:v>4.3289900000000001</c:v>
                </c:pt>
                <c:pt idx="10949">
                  <c:v>4.3639799999999997</c:v>
                </c:pt>
                <c:pt idx="10950">
                  <c:v>4.3589099999999998</c:v>
                </c:pt>
                <c:pt idx="10951">
                  <c:v>4.07578</c:v>
                </c:pt>
                <c:pt idx="10952">
                  <c:v>3.9321999999999999</c:v>
                </c:pt>
                <c:pt idx="10953">
                  <c:v>3.9877799999999999</c:v>
                </c:pt>
                <c:pt idx="10954">
                  <c:v>3.8715899999999999</c:v>
                </c:pt>
                <c:pt idx="10955">
                  <c:v>3.4777300000000002</c:v>
                </c:pt>
                <c:pt idx="10956">
                  <c:v>3.51085</c:v>
                </c:pt>
                <c:pt idx="10957">
                  <c:v>3.97288</c:v>
                </c:pt>
                <c:pt idx="10958">
                  <c:v>4.2001600000000003</c:v>
                </c:pt>
                <c:pt idx="10959">
                  <c:v>4.3014099999999997</c:v>
                </c:pt>
                <c:pt idx="10960">
                  <c:v>4.4813499999999999</c:v>
                </c:pt>
                <c:pt idx="10961">
                  <c:v>4.5907299999999998</c:v>
                </c:pt>
                <c:pt idx="10962">
                  <c:v>4.9877500000000001</c:v>
                </c:pt>
                <c:pt idx="10963">
                  <c:v>5.0724200000000002</c:v>
                </c:pt>
                <c:pt idx="10964">
                  <c:v>4.9428099999999997</c:v>
                </c:pt>
                <c:pt idx="10965">
                  <c:v>4.8990499999999999</c:v>
                </c:pt>
                <c:pt idx="10966">
                  <c:v>4.8885800000000001</c:v>
                </c:pt>
                <c:pt idx="10967">
                  <c:v>4.8645100000000001</c:v>
                </c:pt>
                <c:pt idx="10968">
                  <c:v>4.9745799999999996</c:v>
                </c:pt>
                <c:pt idx="10969">
                  <c:v>4.6271399999999998</c:v>
                </c:pt>
                <c:pt idx="10970">
                  <c:v>4.7139199999999999</c:v>
                </c:pt>
                <c:pt idx="10971">
                  <c:v>4.8072299999999997</c:v>
                </c:pt>
                <c:pt idx="10972">
                  <c:v>4.6034800000000002</c:v>
                </c:pt>
                <c:pt idx="10973">
                  <c:v>4.7912400000000002</c:v>
                </c:pt>
                <c:pt idx="10974">
                  <c:v>5.0920500000000004</c:v>
                </c:pt>
                <c:pt idx="10975">
                  <c:v>5.0861900000000002</c:v>
                </c:pt>
                <c:pt idx="10976">
                  <c:v>4.9697699999999996</c:v>
                </c:pt>
                <c:pt idx="10977">
                  <c:v>5.00413</c:v>
                </c:pt>
                <c:pt idx="10978">
                  <c:v>5.2381200000000003</c:v>
                </c:pt>
                <c:pt idx="10979">
                  <c:v>5.2055300000000004</c:v>
                </c:pt>
                <c:pt idx="10980">
                  <c:v>5.0433300000000001</c:v>
                </c:pt>
                <c:pt idx="10981">
                  <c:v>5.2700300000000002</c:v>
                </c:pt>
                <c:pt idx="10982">
                  <c:v>5.3791099999999998</c:v>
                </c:pt>
                <c:pt idx="10983">
                  <c:v>5.2326199999999998</c:v>
                </c:pt>
                <c:pt idx="10984">
                  <c:v>5.4438700000000004</c:v>
                </c:pt>
                <c:pt idx="10985">
                  <c:v>5.8260399999999999</c:v>
                </c:pt>
                <c:pt idx="10986">
                  <c:v>6.1341900000000003</c:v>
                </c:pt>
                <c:pt idx="10987">
                  <c:v>6.4113899999999999</c:v>
                </c:pt>
                <c:pt idx="10988">
                  <c:v>6.6529100000000003</c:v>
                </c:pt>
                <c:pt idx="10989">
                  <c:v>6.5772700000000004</c:v>
                </c:pt>
                <c:pt idx="10990">
                  <c:v>7.0294999999999996</c:v>
                </c:pt>
                <c:pt idx="10991">
                  <c:v>7.5662200000000004</c:v>
                </c:pt>
                <c:pt idx="10992">
                  <c:v>7.47553</c:v>
                </c:pt>
                <c:pt idx="10993">
                  <c:v>7.1705500000000004</c:v>
                </c:pt>
                <c:pt idx="10994">
                  <c:v>6.8113700000000001</c:v>
                </c:pt>
                <c:pt idx="10995">
                  <c:v>6.4960899999999997</c:v>
                </c:pt>
                <c:pt idx="10996">
                  <c:v>6.1954000000000002</c:v>
                </c:pt>
                <c:pt idx="10997">
                  <c:v>6.2340999999999998</c:v>
                </c:pt>
                <c:pt idx="10998">
                  <c:v>6.1834800000000003</c:v>
                </c:pt>
                <c:pt idx="10999">
                  <c:v>5.7238800000000003</c:v>
                </c:pt>
                <c:pt idx="11000">
                  <c:v>5.3986299999999998</c:v>
                </c:pt>
                <c:pt idx="11001">
                  <c:v>5.1128200000000001</c:v>
                </c:pt>
                <c:pt idx="11002">
                  <c:v>4.7409699999999999</c:v>
                </c:pt>
                <c:pt idx="11003">
                  <c:v>4.6267800000000001</c:v>
                </c:pt>
                <c:pt idx="11004">
                  <c:v>4.7432299999999996</c:v>
                </c:pt>
                <c:pt idx="11005">
                  <c:v>5.0325100000000003</c:v>
                </c:pt>
                <c:pt idx="11006">
                  <c:v>5.3591699999999998</c:v>
                </c:pt>
                <c:pt idx="11007">
                  <c:v>5.2882800000000003</c:v>
                </c:pt>
                <c:pt idx="11008">
                  <c:v>4.8832100000000001</c:v>
                </c:pt>
                <c:pt idx="11009">
                  <c:v>4.8131199999999996</c:v>
                </c:pt>
                <c:pt idx="11010">
                  <c:v>4.9358000000000004</c:v>
                </c:pt>
                <c:pt idx="11011">
                  <c:v>4.9834699999999996</c:v>
                </c:pt>
                <c:pt idx="11012">
                  <c:v>4.8584399999999999</c:v>
                </c:pt>
                <c:pt idx="11013">
                  <c:v>4.6023399999999999</c:v>
                </c:pt>
                <c:pt idx="11014">
                  <c:v>4.4555499999999997</c:v>
                </c:pt>
                <c:pt idx="11015">
                  <c:v>4.4521300000000004</c:v>
                </c:pt>
                <c:pt idx="11016">
                  <c:v>4.4501600000000003</c:v>
                </c:pt>
                <c:pt idx="11017">
                  <c:v>4.24282</c:v>
                </c:pt>
                <c:pt idx="11018">
                  <c:v>3.7791700000000001</c:v>
                </c:pt>
                <c:pt idx="11019">
                  <c:v>3.28247</c:v>
                </c:pt>
                <c:pt idx="11020">
                  <c:v>3.36538</c:v>
                </c:pt>
                <c:pt idx="11021">
                  <c:v>3.7335199999999999</c:v>
                </c:pt>
                <c:pt idx="11022">
                  <c:v>3.7735300000000001</c:v>
                </c:pt>
                <c:pt idx="11023">
                  <c:v>3.5420600000000002</c:v>
                </c:pt>
                <c:pt idx="11024">
                  <c:v>3.4096700000000002</c:v>
                </c:pt>
                <c:pt idx="11025">
                  <c:v>3.5827499999999999</c:v>
                </c:pt>
                <c:pt idx="11026">
                  <c:v>3.8867600000000002</c:v>
                </c:pt>
                <c:pt idx="11027">
                  <c:v>4.11538</c:v>
                </c:pt>
                <c:pt idx="11028">
                  <c:v>4.5716700000000001</c:v>
                </c:pt>
                <c:pt idx="11029">
                  <c:v>4.9384300000000003</c:v>
                </c:pt>
                <c:pt idx="11030">
                  <c:v>4.7546999999999997</c:v>
                </c:pt>
                <c:pt idx="11031">
                  <c:v>4.5217400000000003</c:v>
                </c:pt>
                <c:pt idx="11032">
                  <c:v>4.3586999999999998</c:v>
                </c:pt>
                <c:pt idx="11033">
                  <c:v>4.2588699999999999</c:v>
                </c:pt>
                <c:pt idx="11034">
                  <c:v>4.1799299999999997</c:v>
                </c:pt>
                <c:pt idx="11035">
                  <c:v>4.3441700000000001</c:v>
                </c:pt>
                <c:pt idx="11036">
                  <c:v>4.7364199999999999</c:v>
                </c:pt>
                <c:pt idx="11037">
                  <c:v>4.5630699999999997</c:v>
                </c:pt>
                <c:pt idx="11038">
                  <c:v>4.4408200000000004</c:v>
                </c:pt>
                <c:pt idx="11039">
                  <c:v>4.2902100000000001</c:v>
                </c:pt>
                <c:pt idx="11040">
                  <c:v>4.5571599999999997</c:v>
                </c:pt>
                <c:pt idx="11041">
                  <c:v>4.8201000000000001</c:v>
                </c:pt>
                <c:pt idx="11042">
                  <c:v>4.8626100000000001</c:v>
                </c:pt>
                <c:pt idx="11043">
                  <c:v>4.8088300000000004</c:v>
                </c:pt>
                <c:pt idx="11044">
                  <c:v>4.4379299999999997</c:v>
                </c:pt>
                <c:pt idx="11045">
                  <c:v>4.1683500000000002</c:v>
                </c:pt>
                <c:pt idx="11046">
                  <c:v>4.0613999999999999</c:v>
                </c:pt>
                <c:pt idx="11047">
                  <c:v>3.8569300000000002</c:v>
                </c:pt>
                <c:pt idx="11048">
                  <c:v>3.9187400000000001</c:v>
                </c:pt>
                <c:pt idx="11049">
                  <c:v>4.0026599999999997</c:v>
                </c:pt>
                <c:pt idx="11050">
                  <c:v>4.4849800000000002</c:v>
                </c:pt>
                <c:pt idx="11051">
                  <c:v>4.8953499999999996</c:v>
                </c:pt>
                <c:pt idx="11052">
                  <c:v>5.0156400000000003</c:v>
                </c:pt>
                <c:pt idx="11053">
                  <c:v>4.9140499999999996</c:v>
                </c:pt>
                <c:pt idx="11054">
                  <c:v>4.4580900000000003</c:v>
                </c:pt>
                <c:pt idx="11055">
                  <c:v>4.5956099999999998</c:v>
                </c:pt>
                <c:pt idx="11056">
                  <c:v>4.7883100000000001</c:v>
                </c:pt>
                <c:pt idx="11057">
                  <c:v>4.8212299999999999</c:v>
                </c:pt>
                <c:pt idx="11058">
                  <c:v>5.2774099999999997</c:v>
                </c:pt>
                <c:pt idx="11059">
                  <c:v>5.7821699999999998</c:v>
                </c:pt>
                <c:pt idx="11060">
                  <c:v>5.8301100000000003</c:v>
                </c:pt>
                <c:pt idx="11061">
                  <c:v>5.6853999999999996</c:v>
                </c:pt>
                <c:pt idx="11062">
                  <c:v>5.6357600000000003</c:v>
                </c:pt>
                <c:pt idx="11063">
                  <c:v>5.5379899999999997</c:v>
                </c:pt>
                <c:pt idx="11064">
                  <c:v>5.3994499999999999</c:v>
                </c:pt>
                <c:pt idx="11065">
                  <c:v>5.3082799999999999</c:v>
                </c:pt>
                <c:pt idx="11066">
                  <c:v>5.3925299999999998</c:v>
                </c:pt>
                <c:pt idx="11067">
                  <c:v>5.3963000000000001</c:v>
                </c:pt>
                <c:pt idx="11068">
                  <c:v>5.4107599999999998</c:v>
                </c:pt>
                <c:pt idx="11069">
                  <c:v>5.2475399999999999</c:v>
                </c:pt>
                <c:pt idx="11070">
                  <c:v>5.0097699999999996</c:v>
                </c:pt>
                <c:pt idx="11071">
                  <c:v>4.7500099999999996</c:v>
                </c:pt>
                <c:pt idx="11072">
                  <c:v>4.3428699999999996</c:v>
                </c:pt>
                <c:pt idx="11073">
                  <c:v>4.1045199999999999</c:v>
                </c:pt>
                <c:pt idx="11074">
                  <c:v>4.3589399999999996</c:v>
                </c:pt>
                <c:pt idx="11075">
                  <c:v>4.6165000000000003</c:v>
                </c:pt>
                <c:pt idx="11076">
                  <c:v>4.7473700000000001</c:v>
                </c:pt>
                <c:pt idx="11077">
                  <c:v>4.5742599999999998</c:v>
                </c:pt>
                <c:pt idx="11078">
                  <c:v>4.5931899999999999</c:v>
                </c:pt>
                <c:pt idx="11079">
                  <c:v>4.5194700000000001</c:v>
                </c:pt>
                <c:pt idx="11080">
                  <c:v>4.4610300000000001</c:v>
                </c:pt>
                <c:pt idx="11081">
                  <c:v>4.9462099999999998</c:v>
                </c:pt>
                <c:pt idx="11082">
                  <c:v>4.8757400000000004</c:v>
                </c:pt>
                <c:pt idx="11083">
                  <c:v>4.4055400000000002</c:v>
                </c:pt>
                <c:pt idx="11084">
                  <c:v>4.4555499999999997</c:v>
                </c:pt>
                <c:pt idx="11085">
                  <c:v>4.5670299999999999</c:v>
                </c:pt>
                <c:pt idx="11086">
                  <c:v>4.6100099999999999</c:v>
                </c:pt>
                <c:pt idx="11087">
                  <c:v>4.6499100000000002</c:v>
                </c:pt>
                <c:pt idx="11088">
                  <c:v>4.4512600000000004</c:v>
                </c:pt>
                <c:pt idx="11089">
                  <c:v>3.7784300000000002</c:v>
                </c:pt>
                <c:pt idx="11090">
                  <c:v>3.5257999999999998</c:v>
                </c:pt>
                <c:pt idx="11091">
                  <c:v>3.7463299999999999</c:v>
                </c:pt>
                <c:pt idx="11092">
                  <c:v>4.0232799999999997</c:v>
                </c:pt>
                <c:pt idx="11093">
                  <c:v>4.43851</c:v>
                </c:pt>
                <c:pt idx="11094">
                  <c:v>4.5563900000000004</c:v>
                </c:pt>
                <c:pt idx="11095">
                  <c:v>4.8324600000000002</c:v>
                </c:pt>
                <c:pt idx="11096">
                  <c:v>5.1838100000000003</c:v>
                </c:pt>
                <c:pt idx="11097">
                  <c:v>5.0401800000000003</c:v>
                </c:pt>
                <c:pt idx="11098">
                  <c:v>4.5375699999999997</c:v>
                </c:pt>
                <c:pt idx="11099">
                  <c:v>4.6089000000000002</c:v>
                </c:pt>
                <c:pt idx="11100">
                  <c:v>4.9132100000000003</c:v>
                </c:pt>
                <c:pt idx="11101">
                  <c:v>4.9046500000000002</c:v>
                </c:pt>
                <c:pt idx="11102">
                  <c:v>4.9835200000000004</c:v>
                </c:pt>
                <c:pt idx="11103">
                  <c:v>5.0178500000000001</c:v>
                </c:pt>
                <c:pt idx="11104">
                  <c:v>5.1117600000000003</c:v>
                </c:pt>
                <c:pt idx="11105">
                  <c:v>5.0771199999999999</c:v>
                </c:pt>
                <c:pt idx="11106">
                  <c:v>5.2784800000000001</c:v>
                </c:pt>
                <c:pt idx="11107">
                  <c:v>5.6945100000000002</c:v>
                </c:pt>
                <c:pt idx="11108">
                  <c:v>5.4859600000000004</c:v>
                </c:pt>
                <c:pt idx="11109">
                  <c:v>5.2842399999999996</c:v>
                </c:pt>
                <c:pt idx="11110">
                  <c:v>5.4994300000000003</c:v>
                </c:pt>
                <c:pt idx="11111">
                  <c:v>6.0353500000000002</c:v>
                </c:pt>
                <c:pt idx="11112">
                  <c:v>6.6372600000000004</c:v>
                </c:pt>
                <c:pt idx="11113">
                  <c:v>7.1145399999999999</c:v>
                </c:pt>
                <c:pt idx="11114">
                  <c:v>7.40123</c:v>
                </c:pt>
                <c:pt idx="11115">
                  <c:v>8.0069199999999991</c:v>
                </c:pt>
                <c:pt idx="11116">
                  <c:v>8.8261099999999999</c:v>
                </c:pt>
                <c:pt idx="11117">
                  <c:v>9.3559400000000004</c:v>
                </c:pt>
                <c:pt idx="11118">
                  <c:v>9.8210599999999992</c:v>
                </c:pt>
                <c:pt idx="11119">
                  <c:v>9.8750099999999996</c:v>
                </c:pt>
                <c:pt idx="11120">
                  <c:v>9.5891800000000007</c:v>
                </c:pt>
                <c:pt idx="11121">
                  <c:v>9.3845100000000006</c:v>
                </c:pt>
                <c:pt idx="11122">
                  <c:v>8.9012100000000007</c:v>
                </c:pt>
                <c:pt idx="11123">
                  <c:v>8.4855</c:v>
                </c:pt>
                <c:pt idx="11124">
                  <c:v>8.3183799999999994</c:v>
                </c:pt>
                <c:pt idx="11125">
                  <c:v>8.1787100000000006</c:v>
                </c:pt>
                <c:pt idx="11126">
                  <c:v>7.9031399999999996</c:v>
                </c:pt>
                <c:pt idx="11127">
                  <c:v>7.7253699999999998</c:v>
                </c:pt>
                <c:pt idx="11128">
                  <c:v>7.58622</c:v>
                </c:pt>
                <c:pt idx="11129">
                  <c:v>7.33894</c:v>
                </c:pt>
                <c:pt idx="11130">
                  <c:v>7.3845099999999997</c:v>
                </c:pt>
                <c:pt idx="11131">
                  <c:v>7.8224999999999998</c:v>
                </c:pt>
                <c:pt idx="11132">
                  <c:v>8.5932600000000008</c:v>
                </c:pt>
                <c:pt idx="11133">
                  <c:v>9.1753599999999995</c:v>
                </c:pt>
                <c:pt idx="11134">
                  <c:v>9.6135599999999997</c:v>
                </c:pt>
                <c:pt idx="11135">
                  <c:v>9.9826200000000007</c:v>
                </c:pt>
                <c:pt idx="11136">
                  <c:v>10.3073</c:v>
                </c:pt>
                <c:pt idx="11137">
                  <c:v>10.563499999999999</c:v>
                </c:pt>
                <c:pt idx="11138">
                  <c:v>11.0387</c:v>
                </c:pt>
                <c:pt idx="11139">
                  <c:v>11.1944</c:v>
                </c:pt>
                <c:pt idx="11140">
                  <c:v>10.845499999999999</c:v>
                </c:pt>
                <c:pt idx="11141">
                  <c:v>10.694800000000001</c:v>
                </c:pt>
                <c:pt idx="11142">
                  <c:v>10.287699999999999</c:v>
                </c:pt>
                <c:pt idx="11143">
                  <c:v>9.8202499999999997</c:v>
                </c:pt>
                <c:pt idx="11144">
                  <c:v>9.3811900000000001</c:v>
                </c:pt>
                <c:pt idx="11145">
                  <c:v>9.1529399999999992</c:v>
                </c:pt>
                <c:pt idx="11146">
                  <c:v>8.8136899999999994</c:v>
                </c:pt>
                <c:pt idx="11147">
                  <c:v>8.1477599999999999</c:v>
                </c:pt>
                <c:pt idx="11148">
                  <c:v>7.3871399999999996</c:v>
                </c:pt>
                <c:pt idx="11149">
                  <c:v>6.7235899999999997</c:v>
                </c:pt>
                <c:pt idx="11150">
                  <c:v>6.3040500000000002</c:v>
                </c:pt>
                <c:pt idx="11151">
                  <c:v>5.9926599999999999</c:v>
                </c:pt>
                <c:pt idx="11152">
                  <c:v>5.57599</c:v>
                </c:pt>
                <c:pt idx="11153">
                  <c:v>5.1569200000000004</c:v>
                </c:pt>
                <c:pt idx="11154">
                  <c:v>5.2582599999999999</c:v>
                </c:pt>
                <c:pt idx="11155">
                  <c:v>5.6124000000000001</c:v>
                </c:pt>
                <c:pt idx="11156">
                  <c:v>5.6226099999999999</c:v>
                </c:pt>
                <c:pt idx="11157">
                  <c:v>5.2900400000000003</c:v>
                </c:pt>
                <c:pt idx="11158">
                  <c:v>5.0530900000000001</c:v>
                </c:pt>
                <c:pt idx="11159">
                  <c:v>5.0517000000000003</c:v>
                </c:pt>
                <c:pt idx="11160">
                  <c:v>5.2115200000000002</c:v>
                </c:pt>
                <c:pt idx="11161">
                  <c:v>5.67028</c:v>
                </c:pt>
                <c:pt idx="11162">
                  <c:v>6.1961000000000004</c:v>
                </c:pt>
                <c:pt idx="11163">
                  <c:v>6.46</c:v>
                </c:pt>
                <c:pt idx="11164">
                  <c:v>6.7428600000000003</c:v>
                </c:pt>
                <c:pt idx="11165">
                  <c:v>6.9120299999999997</c:v>
                </c:pt>
                <c:pt idx="11166">
                  <c:v>6.9175899999999997</c:v>
                </c:pt>
                <c:pt idx="11167">
                  <c:v>7.0746599999999997</c:v>
                </c:pt>
                <c:pt idx="11168">
                  <c:v>7.0162300000000002</c:v>
                </c:pt>
                <c:pt idx="11169">
                  <c:v>6.8625499999999997</c:v>
                </c:pt>
                <c:pt idx="11170">
                  <c:v>6.8777600000000003</c:v>
                </c:pt>
                <c:pt idx="11171">
                  <c:v>7.03268</c:v>
                </c:pt>
                <c:pt idx="11172">
                  <c:v>6.9840600000000004</c:v>
                </c:pt>
                <c:pt idx="11173">
                  <c:v>6.6544699999999999</c:v>
                </c:pt>
                <c:pt idx="11174">
                  <c:v>6.62371</c:v>
                </c:pt>
                <c:pt idx="11175">
                  <c:v>6.5277700000000003</c:v>
                </c:pt>
                <c:pt idx="11176">
                  <c:v>6.5399200000000004</c:v>
                </c:pt>
                <c:pt idx="11177">
                  <c:v>6.9626400000000004</c:v>
                </c:pt>
                <c:pt idx="11178">
                  <c:v>7.0463699999999996</c:v>
                </c:pt>
                <c:pt idx="11179">
                  <c:v>6.8371300000000002</c:v>
                </c:pt>
                <c:pt idx="11180">
                  <c:v>6.7781000000000002</c:v>
                </c:pt>
                <c:pt idx="11181">
                  <c:v>6.9096599999999997</c:v>
                </c:pt>
                <c:pt idx="11182">
                  <c:v>7.2605399999999998</c:v>
                </c:pt>
                <c:pt idx="11183">
                  <c:v>7.8875700000000002</c:v>
                </c:pt>
                <c:pt idx="11184">
                  <c:v>8.7221499999999992</c:v>
                </c:pt>
                <c:pt idx="11185">
                  <c:v>9.3191299999999995</c:v>
                </c:pt>
                <c:pt idx="11186">
                  <c:v>9.7599800000000005</c:v>
                </c:pt>
                <c:pt idx="11187">
                  <c:v>10.4617</c:v>
                </c:pt>
                <c:pt idx="11188">
                  <c:v>10.9122</c:v>
                </c:pt>
                <c:pt idx="11189">
                  <c:v>11.177</c:v>
                </c:pt>
                <c:pt idx="11190">
                  <c:v>11.3065</c:v>
                </c:pt>
                <c:pt idx="11191">
                  <c:v>11.153700000000001</c:v>
                </c:pt>
                <c:pt idx="11192">
                  <c:v>10.642799999999999</c:v>
                </c:pt>
                <c:pt idx="11193">
                  <c:v>10.613899999999999</c:v>
                </c:pt>
                <c:pt idx="11194">
                  <c:v>11.051299999999999</c:v>
                </c:pt>
                <c:pt idx="11195">
                  <c:v>11.565</c:v>
                </c:pt>
                <c:pt idx="11196">
                  <c:v>11.5792</c:v>
                </c:pt>
                <c:pt idx="11197">
                  <c:v>11.581099999999999</c:v>
                </c:pt>
                <c:pt idx="11198">
                  <c:v>11.6058</c:v>
                </c:pt>
                <c:pt idx="11199">
                  <c:v>11.2941</c:v>
                </c:pt>
                <c:pt idx="11200">
                  <c:v>10.986700000000001</c:v>
                </c:pt>
                <c:pt idx="11201">
                  <c:v>11.1645</c:v>
                </c:pt>
                <c:pt idx="11202">
                  <c:v>10.986499999999999</c:v>
                </c:pt>
                <c:pt idx="11203">
                  <c:v>10.812200000000001</c:v>
                </c:pt>
                <c:pt idx="11204">
                  <c:v>10.7409</c:v>
                </c:pt>
                <c:pt idx="11205">
                  <c:v>10.4001</c:v>
                </c:pt>
                <c:pt idx="11206">
                  <c:v>10.232799999999999</c:v>
                </c:pt>
                <c:pt idx="11207">
                  <c:v>10.284800000000001</c:v>
                </c:pt>
                <c:pt idx="11208">
                  <c:v>10.1769</c:v>
                </c:pt>
                <c:pt idx="11209">
                  <c:v>9.7152700000000003</c:v>
                </c:pt>
                <c:pt idx="11210">
                  <c:v>9.2000299999999999</c:v>
                </c:pt>
                <c:pt idx="11211">
                  <c:v>8.5846</c:v>
                </c:pt>
                <c:pt idx="11212">
                  <c:v>8.32925</c:v>
                </c:pt>
                <c:pt idx="11213">
                  <c:v>7.8795500000000001</c:v>
                </c:pt>
                <c:pt idx="11214">
                  <c:v>7.33439</c:v>
                </c:pt>
                <c:pt idx="11215">
                  <c:v>7.0907400000000003</c:v>
                </c:pt>
                <c:pt idx="11216">
                  <c:v>6.90672</c:v>
                </c:pt>
                <c:pt idx="11217">
                  <c:v>6.6974999999999998</c:v>
                </c:pt>
                <c:pt idx="11218">
                  <c:v>6.8289900000000001</c:v>
                </c:pt>
                <c:pt idx="11219">
                  <c:v>6.8269099999999998</c:v>
                </c:pt>
                <c:pt idx="11220">
                  <c:v>6.5885100000000003</c:v>
                </c:pt>
                <c:pt idx="11221">
                  <c:v>6.6589400000000003</c:v>
                </c:pt>
                <c:pt idx="11222">
                  <c:v>6.6096700000000004</c:v>
                </c:pt>
                <c:pt idx="11223">
                  <c:v>6.3005899999999997</c:v>
                </c:pt>
                <c:pt idx="11224">
                  <c:v>6.0754799999999998</c:v>
                </c:pt>
                <c:pt idx="11225">
                  <c:v>5.8169199999999996</c:v>
                </c:pt>
                <c:pt idx="11226">
                  <c:v>5.66371</c:v>
                </c:pt>
                <c:pt idx="11227">
                  <c:v>5.6123700000000003</c:v>
                </c:pt>
                <c:pt idx="11228">
                  <c:v>5.8952600000000004</c:v>
                </c:pt>
                <c:pt idx="11229">
                  <c:v>6.1795</c:v>
                </c:pt>
                <c:pt idx="11230">
                  <c:v>6.42239</c:v>
                </c:pt>
                <c:pt idx="11231">
                  <c:v>6.4515599999999997</c:v>
                </c:pt>
                <c:pt idx="11232">
                  <c:v>6.3917599999999997</c:v>
                </c:pt>
                <c:pt idx="11233">
                  <c:v>6.4854399999999996</c:v>
                </c:pt>
                <c:pt idx="11234">
                  <c:v>6.3529</c:v>
                </c:pt>
                <c:pt idx="11235">
                  <c:v>6.2638199999999999</c:v>
                </c:pt>
                <c:pt idx="11236">
                  <c:v>6.18825</c:v>
                </c:pt>
                <c:pt idx="11237">
                  <c:v>5.83589</c:v>
                </c:pt>
                <c:pt idx="11238">
                  <c:v>5.7301000000000002</c:v>
                </c:pt>
                <c:pt idx="11239">
                  <c:v>5.8206499999999997</c:v>
                </c:pt>
                <c:pt idx="11240">
                  <c:v>5.8003900000000002</c:v>
                </c:pt>
                <c:pt idx="11241">
                  <c:v>6.0946400000000001</c:v>
                </c:pt>
                <c:pt idx="11242">
                  <c:v>6.1847899999999996</c:v>
                </c:pt>
                <c:pt idx="11243">
                  <c:v>6.0918099999999997</c:v>
                </c:pt>
                <c:pt idx="11244">
                  <c:v>6.0559200000000004</c:v>
                </c:pt>
                <c:pt idx="11245">
                  <c:v>5.7873299999999999</c:v>
                </c:pt>
                <c:pt idx="11246">
                  <c:v>5.6952400000000001</c:v>
                </c:pt>
                <c:pt idx="11247">
                  <c:v>5.8839499999999996</c:v>
                </c:pt>
                <c:pt idx="11248">
                  <c:v>5.6454500000000003</c:v>
                </c:pt>
                <c:pt idx="11249">
                  <c:v>5.6071799999999996</c:v>
                </c:pt>
                <c:pt idx="11250">
                  <c:v>5.5093500000000004</c:v>
                </c:pt>
                <c:pt idx="11251">
                  <c:v>5.1542599999999998</c:v>
                </c:pt>
                <c:pt idx="11252">
                  <c:v>5.4090199999999999</c:v>
                </c:pt>
                <c:pt idx="11253">
                  <c:v>5.9266100000000002</c:v>
                </c:pt>
                <c:pt idx="11254">
                  <c:v>6.0990700000000002</c:v>
                </c:pt>
                <c:pt idx="11255">
                  <c:v>5.9048999999999996</c:v>
                </c:pt>
                <c:pt idx="11256">
                  <c:v>5.7107200000000002</c:v>
                </c:pt>
                <c:pt idx="11257">
                  <c:v>5.5494599999999998</c:v>
                </c:pt>
                <c:pt idx="11258">
                  <c:v>5.5852000000000004</c:v>
                </c:pt>
                <c:pt idx="11259">
                  <c:v>5.4066200000000002</c:v>
                </c:pt>
                <c:pt idx="11260">
                  <c:v>4.8803900000000002</c:v>
                </c:pt>
                <c:pt idx="11261">
                  <c:v>4.8330399999999996</c:v>
                </c:pt>
                <c:pt idx="11262">
                  <c:v>4.9150299999999998</c:v>
                </c:pt>
                <c:pt idx="11263">
                  <c:v>4.8155900000000003</c:v>
                </c:pt>
                <c:pt idx="11264">
                  <c:v>4.9597199999999999</c:v>
                </c:pt>
                <c:pt idx="11265">
                  <c:v>5.3186299999999997</c:v>
                </c:pt>
                <c:pt idx="11266">
                  <c:v>5.5295100000000001</c:v>
                </c:pt>
                <c:pt idx="11267">
                  <c:v>5.5615600000000001</c:v>
                </c:pt>
                <c:pt idx="11268">
                  <c:v>5.5844300000000002</c:v>
                </c:pt>
                <c:pt idx="11269">
                  <c:v>5.4311699999999998</c:v>
                </c:pt>
                <c:pt idx="11270">
                  <c:v>5.1698599999999999</c:v>
                </c:pt>
                <c:pt idx="11271">
                  <c:v>5.3617800000000004</c:v>
                </c:pt>
                <c:pt idx="11272">
                  <c:v>5.9923500000000001</c:v>
                </c:pt>
                <c:pt idx="11273">
                  <c:v>6.2416499999999999</c:v>
                </c:pt>
                <c:pt idx="11274">
                  <c:v>6.0233299999999996</c:v>
                </c:pt>
                <c:pt idx="11275">
                  <c:v>5.8487799999999996</c:v>
                </c:pt>
                <c:pt idx="11276">
                  <c:v>5.90977</c:v>
                </c:pt>
                <c:pt idx="11277">
                  <c:v>6.1850500000000004</c:v>
                </c:pt>
                <c:pt idx="11278">
                  <c:v>6.58169</c:v>
                </c:pt>
                <c:pt idx="11279">
                  <c:v>6.8669399999999996</c:v>
                </c:pt>
                <c:pt idx="11280">
                  <c:v>7.0109199999999996</c:v>
                </c:pt>
                <c:pt idx="11281">
                  <c:v>7.2394999999999996</c:v>
                </c:pt>
                <c:pt idx="11282">
                  <c:v>7.7787300000000004</c:v>
                </c:pt>
                <c:pt idx="11283">
                  <c:v>8.5210899999999992</c:v>
                </c:pt>
                <c:pt idx="11284">
                  <c:v>8.9357600000000001</c:v>
                </c:pt>
                <c:pt idx="11285">
                  <c:v>9.0723400000000005</c:v>
                </c:pt>
                <c:pt idx="11286">
                  <c:v>9.0444899999999997</c:v>
                </c:pt>
                <c:pt idx="11287">
                  <c:v>9.3604199999999995</c:v>
                </c:pt>
                <c:pt idx="11288">
                  <c:v>10.409800000000001</c:v>
                </c:pt>
                <c:pt idx="11289">
                  <c:v>11.908899999999999</c:v>
                </c:pt>
                <c:pt idx="11290">
                  <c:v>13.141299999999999</c:v>
                </c:pt>
                <c:pt idx="11291">
                  <c:v>13.420299999999999</c:v>
                </c:pt>
                <c:pt idx="11292">
                  <c:v>12.856400000000001</c:v>
                </c:pt>
                <c:pt idx="11293">
                  <c:v>11.779199999999999</c:v>
                </c:pt>
                <c:pt idx="11294">
                  <c:v>10.560600000000001</c:v>
                </c:pt>
                <c:pt idx="11295">
                  <c:v>9.3559400000000004</c:v>
                </c:pt>
                <c:pt idx="11296">
                  <c:v>8.6312499999999996</c:v>
                </c:pt>
                <c:pt idx="11297">
                  <c:v>8.1014400000000002</c:v>
                </c:pt>
                <c:pt idx="11298">
                  <c:v>7.56792</c:v>
                </c:pt>
                <c:pt idx="11299">
                  <c:v>7.4849899999999998</c:v>
                </c:pt>
                <c:pt idx="11300">
                  <c:v>7.3016199999999998</c:v>
                </c:pt>
                <c:pt idx="11301">
                  <c:v>6.7930599999999997</c:v>
                </c:pt>
                <c:pt idx="11302">
                  <c:v>6.3461699999999999</c:v>
                </c:pt>
                <c:pt idx="11303">
                  <c:v>6.1719499999999998</c:v>
                </c:pt>
                <c:pt idx="11304">
                  <c:v>6.17624</c:v>
                </c:pt>
                <c:pt idx="11305">
                  <c:v>6.5711000000000004</c:v>
                </c:pt>
                <c:pt idx="11306">
                  <c:v>6.8036000000000003</c:v>
                </c:pt>
                <c:pt idx="11307">
                  <c:v>6.8642700000000003</c:v>
                </c:pt>
                <c:pt idx="11308">
                  <c:v>6.85562</c:v>
                </c:pt>
                <c:pt idx="11309">
                  <c:v>6.7906300000000002</c:v>
                </c:pt>
                <c:pt idx="11310">
                  <c:v>7.0344199999999999</c:v>
                </c:pt>
                <c:pt idx="11311">
                  <c:v>7.2601500000000003</c:v>
                </c:pt>
                <c:pt idx="11312">
                  <c:v>6.9740399999999996</c:v>
                </c:pt>
                <c:pt idx="11313">
                  <c:v>6.7437399999999998</c:v>
                </c:pt>
                <c:pt idx="11314">
                  <c:v>6.6539099999999998</c:v>
                </c:pt>
                <c:pt idx="11315">
                  <c:v>6.5046799999999996</c:v>
                </c:pt>
                <c:pt idx="11316">
                  <c:v>6.4978400000000001</c:v>
                </c:pt>
                <c:pt idx="11317">
                  <c:v>6.0647000000000002</c:v>
                </c:pt>
                <c:pt idx="11318">
                  <c:v>5.8647</c:v>
                </c:pt>
                <c:pt idx="11319">
                  <c:v>5.9394999999999998</c:v>
                </c:pt>
                <c:pt idx="11320">
                  <c:v>5.8355100000000002</c:v>
                </c:pt>
                <c:pt idx="11321">
                  <c:v>5.55783</c:v>
                </c:pt>
                <c:pt idx="11322">
                  <c:v>5.6212400000000002</c:v>
                </c:pt>
                <c:pt idx="11323">
                  <c:v>5.7401900000000001</c:v>
                </c:pt>
                <c:pt idx="11324">
                  <c:v>6.01884</c:v>
                </c:pt>
                <c:pt idx="11325">
                  <c:v>6.2061500000000001</c:v>
                </c:pt>
                <c:pt idx="11326">
                  <c:v>6.2814300000000003</c:v>
                </c:pt>
                <c:pt idx="11327">
                  <c:v>6.4261999999999997</c:v>
                </c:pt>
                <c:pt idx="11328">
                  <c:v>6.6019399999999999</c:v>
                </c:pt>
                <c:pt idx="11329">
                  <c:v>6.7147500000000004</c:v>
                </c:pt>
                <c:pt idx="11330">
                  <c:v>6.9939099999999996</c:v>
                </c:pt>
                <c:pt idx="11331">
                  <c:v>7.18323</c:v>
                </c:pt>
                <c:pt idx="11332">
                  <c:v>7.2886699999999998</c:v>
                </c:pt>
                <c:pt idx="11333">
                  <c:v>7.7585800000000003</c:v>
                </c:pt>
                <c:pt idx="11334">
                  <c:v>8.2342600000000008</c:v>
                </c:pt>
                <c:pt idx="11335">
                  <c:v>8.4997399999999992</c:v>
                </c:pt>
                <c:pt idx="11336">
                  <c:v>8.6659199999999998</c:v>
                </c:pt>
                <c:pt idx="11337">
                  <c:v>8.6316500000000005</c:v>
                </c:pt>
                <c:pt idx="11338">
                  <c:v>8.2941400000000005</c:v>
                </c:pt>
                <c:pt idx="11339">
                  <c:v>8.2180700000000009</c:v>
                </c:pt>
                <c:pt idx="11340">
                  <c:v>8.3808100000000003</c:v>
                </c:pt>
                <c:pt idx="11341">
                  <c:v>8.8439899999999998</c:v>
                </c:pt>
                <c:pt idx="11342">
                  <c:v>9.1949299999999994</c:v>
                </c:pt>
                <c:pt idx="11343">
                  <c:v>9.2874300000000005</c:v>
                </c:pt>
                <c:pt idx="11344">
                  <c:v>9.3068600000000004</c:v>
                </c:pt>
                <c:pt idx="11345">
                  <c:v>9.4743200000000005</c:v>
                </c:pt>
                <c:pt idx="11346">
                  <c:v>9.5355100000000004</c:v>
                </c:pt>
                <c:pt idx="11347">
                  <c:v>9.5575799999999997</c:v>
                </c:pt>
                <c:pt idx="11348">
                  <c:v>9.6993100000000005</c:v>
                </c:pt>
                <c:pt idx="11349">
                  <c:v>10.167299999999999</c:v>
                </c:pt>
                <c:pt idx="11350">
                  <c:v>10.851000000000001</c:v>
                </c:pt>
                <c:pt idx="11351">
                  <c:v>11.5321</c:v>
                </c:pt>
                <c:pt idx="11352">
                  <c:v>11.315899999999999</c:v>
                </c:pt>
                <c:pt idx="11353">
                  <c:v>10.888299999999999</c:v>
                </c:pt>
                <c:pt idx="11354">
                  <c:v>10.7738</c:v>
                </c:pt>
                <c:pt idx="11355">
                  <c:v>10.752000000000001</c:v>
                </c:pt>
                <c:pt idx="11356">
                  <c:v>10.724399999999999</c:v>
                </c:pt>
                <c:pt idx="11357">
                  <c:v>10.6281</c:v>
                </c:pt>
                <c:pt idx="11358">
                  <c:v>10.462</c:v>
                </c:pt>
                <c:pt idx="11359">
                  <c:v>10.4648</c:v>
                </c:pt>
                <c:pt idx="11360">
                  <c:v>10.4368</c:v>
                </c:pt>
                <c:pt idx="11361">
                  <c:v>10.4693</c:v>
                </c:pt>
                <c:pt idx="11362">
                  <c:v>10.645099999999999</c:v>
                </c:pt>
                <c:pt idx="11363">
                  <c:v>10.356</c:v>
                </c:pt>
                <c:pt idx="11364">
                  <c:v>10.019399999999999</c:v>
                </c:pt>
                <c:pt idx="11365">
                  <c:v>9.59436</c:v>
                </c:pt>
                <c:pt idx="11366">
                  <c:v>9.2846100000000007</c:v>
                </c:pt>
                <c:pt idx="11367">
                  <c:v>9.3967700000000001</c:v>
                </c:pt>
                <c:pt idx="11368">
                  <c:v>9.4111600000000006</c:v>
                </c:pt>
                <c:pt idx="11369">
                  <c:v>9.3469700000000007</c:v>
                </c:pt>
                <c:pt idx="11370">
                  <c:v>9.7546499999999998</c:v>
                </c:pt>
                <c:pt idx="11371">
                  <c:v>10.505000000000001</c:v>
                </c:pt>
                <c:pt idx="11372">
                  <c:v>10.742000000000001</c:v>
                </c:pt>
                <c:pt idx="11373">
                  <c:v>10.5458</c:v>
                </c:pt>
                <c:pt idx="11374">
                  <c:v>10.0481</c:v>
                </c:pt>
                <c:pt idx="11375">
                  <c:v>9.4426199999999998</c:v>
                </c:pt>
                <c:pt idx="11376">
                  <c:v>8.86144</c:v>
                </c:pt>
                <c:pt idx="11377">
                  <c:v>8.4257000000000009</c:v>
                </c:pt>
                <c:pt idx="11378">
                  <c:v>8.1729000000000003</c:v>
                </c:pt>
                <c:pt idx="11379">
                  <c:v>8.3941199999999991</c:v>
                </c:pt>
                <c:pt idx="11380">
                  <c:v>8.7296099999999992</c:v>
                </c:pt>
                <c:pt idx="11381">
                  <c:v>8.8552700000000009</c:v>
                </c:pt>
                <c:pt idx="11382">
                  <c:v>9.3776399999999995</c:v>
                </c:pt>
                <c:pt idx="11383">
                  <c:v>9.7353699999999996</c:v>
                </c:pt>
                <c:pt idx="11384">
                  <c:v>9.7516099999999994</c:v>
                </c:pt>
                <c:pt idx="11385">
                  <c:v>9.5079100000000007</c:v>
                </c:pt>
                <c:pt idx="11386">
                  <c:v>9.4748300000000008</c:v>
                </c:pt>
                <c:pt idx="11387">
                  <c:v>9.7058199999999992</c:v>
                </c:pt>
                <c:pt idx="11388">
                  <c:v>10.0565</c:v>
                </c:pt>
                <c:pt idx="11389">
                  <c:v>10.1736</c:v>
                </c:pt>
                <c:pt idx="11390">
                  <c:v>10.4406</c:v>
                </c:pt>
                <c:pt idx="11391">
                  <c:v>11.3193</c:v>
                </c:pt>
                <c:pt idx="11392">
                  <c:v>11.933400000000001</c:v>
                </c:pt>
                <c:pt idx="11393">
                  <c:v>11.958500000000001</c:v>
                </c:pt>
                <c:pt idx="11394">
                  <c:v>11.6035</c:v>
                </c:pt>
                <c:pt idx="11395">
                  <c:v>11.4633</c:v>
                </c:pt>
                <c:pt idx="11396">
                  <c:v>11.5741</c:v>
                </c:pt>
                <c:pt idx="11397">
                  <c:v>11.8651</c:v>
                </c:pt>
                <c:pt idx="11398">
                  <c:v>11.9526</c:v>
                </c:pt>
                <c:pt idx="11399">
                  <c:v>11.6736</c:v>
                </c:pt>
                <c:pt idx="11400">
                  <c:v>11.5509</c:v>
                </c:pt>
                <c:pt idx="11401">
                  <c:v>11.461600000000001</c:v>
                </c:pt>
                <c:pt idx="11402">
                  <c:v>12.0642</c:v>
                </c:pt>
                <c:pt idx="11403">
                  <c:v>12.9693</c:v>
                </c:pt>
                <c:pt idx="11404">
                  <c:v>13.709300000000001</c:v>
                </c:pt>
                <c:pt idx="11405">
                  <c:v>14.1709</c:v>
                </c:pt>
                <c:pt idx="11406">
                  <c:v>14.346500000000001</c:v>
                </c:pt>
                <c:pt idx="11407">
                  <c:v>14.6288</c:v>
                </c:pt>
                <c:pt idx="11408">
                  <c:v>14.864800000000001</c:v>
                </c:pt>
                <c:pt idx="11409">
                  <c:v>14.8673</c:v>
                </c:pt>
                <c:pt idx="11410">
                  <c:v>14.7531</c:v>
                </c:pt>
                <c:pt idx="11411">
                  <c:v>14.865</c:v>
                </c:pt>
                <c:pt idx="11412">
                  <c:v>15.358000000000001</c:v>
                </c:pt>
                <c:pt idx="11413">
                  <c:v>15.4999</c:v>
                </c:pt>
                <c:pt idx="11414">
                  <c:v>15.3795</c:v>
                </c:pt>
                <c:pt idx="11415">
                  <c:v>15.325900000000001</c:v>
                </c:pt>
                <c:pt idx="11416">
                  <c:v>15.263500000000001</c:v>
                </c:pt>
                <c:pt idx="11417">
                  <c:v>15.4505</c:v>
                </c:pt>
                <c:pt idx="11418">
                  <c:v>15.917</c:v>
                </c:pt>
                <c:pt idx="11419">
                  <c:v>16.471499999999999</c:v>
                </c:pt>
                <c:pt idx="11420">
                  <c:v>17.008099999999999</c:v>
                </c:pt>
                <c:pt idx="11421">
                  <c:v>17.381799999999998</c:v>
                </c:pt>
                <c:pt idx="11422">
                  <c:v>17.493300000000001</c:v>
                </c:pt>
                <c:pt idx="11423">
                  <c:v>17.397500000000001</c:v>
                </c:pt>
                <c:pt idx="11424">
                  <c:v>16.916</c:v>
                </c:pt>
                <c:pt idx="11425">
                  <c:v>16.394500000000001</c:v>
                </c:pt>
                <c:pt idx="11426">
                  <c:v>15.8719</c:v>
                </c:pt>
                <c:pt idx="11427">
                  <c:v>15.593400000000001</c:v>
                </c:pt>
                <c:pt idx="11428">
                  <c:v>15.137600000000001</c:v>
                </c:pt>
                <c:pt idx="11429">
                  <c:v>14.7324</c:v>
                </c:pt>
                <c:pt idx="11430">
                  <c:v>14.2629</c:v>
                </c:pt>
                <c:pt idx="11431">
                  <c:v>13.6417</c:v>
                </c:pt>
                <c:pt idx="11432">
                  <c:v>13.1175</c:v>
                </c:pt>
                <c:pt idx="11433">
                  <c:v>13.035299999999999</c:v>
                </c:pt>
                <c:pt idx="11434">
                  <c:v>12.915900000000001</c:v>
                </c:pt>
                <c:pt idx="11435">
                  <c:v>12.9719</c:v>
                </c:pt>
                <c:pt idx="11436">
                  <c:v>13.037100000000001</c:v>
                </c:pt>
                <c:pt idx="11437">
                  <c:v>13.1515</c:v>
                </c:pt>
                <c:pt idx="11438">
                  <c:v>13.8226</c:v>
                </c:pt>
                <c:pt idx="11439">
                  <c:v>14.2843</c:v>
                </c:pt>
                <c:pt idx="11440">
                  <c:v>14.0151</c:v>
                </c:pt>
                <c:pt idx="11441">
                  <c:v>13.663600000000001</c:v>
                </c:pt>
                <c:pt idx="11442">
                  <c:v>13.6821</c:v>
                </c:pt>
                <c:pt idx="11443">
                  <c:v>13.909800000000001</c:v>
                </c:pt>
                <c:pt idx="11444">
                  <c:v>13.776899999999999</c:v>
                </c:pt>
                <c:pt idx="11445">
                  <c:v>13.4062</c:v>
                </c:pt>
                <c:pt idx="11446">
                  <c:v>13.6648</c:v>
                </c:pt>
                <c:pt idx="11447">
                  <c:v>13.9671</c:v>
                </c:pt>
                <c:pt idx="11448">
                  <c:v>13.9924</c:v>
                </c:pt>
                <c:pt idx="11449">
                  <c:v>13.6549</c:v>
                </c:pt>
                <c:pt idx="11450">
                  <c:v>13.483700000000001</c:v>
                </c:pt>
                <c:pt idx="11451">
                  <c:v>13.5395</c:v>
                </c:pt>
                <c:pt idx="11452">
                  <c:v>13.5715</c:v>
                </c:pt>
                <c:pt idx="11453">
                  <c:v>13.453099999999999</c:v>
                </c:pt>
                <c:pt idx="11454">
                  <c:v>13.1785</c:v>
                </c:pt>
                <c:pt idx="11455">
                  <c:v>12.806699999999999</c:v>
                </c:pt>
                <c:pt idx="11456">
                  <c:v>12.307</c:v>
                </c:pt>
                <c:pt idx="11457">
                  <c:v>12.0205</c:v>
                </c:pt>
                <c:pt idx="11458">
                  <c:v>11.9216</c:v>
                </c:pt>
                <c:pt idx="11459">
                  <c:v>12.4351</c:v>
                </c:pt>
                <c:pt idx="11460">
                  <c:v>13.197900000000001</c:v>
                </c:pt>
                <c:pt idx="11461">
                  <c:v>13.7303</c:v>
                </c:pt>
                <c:pt idx="11462">
                  <c:v>13.9489</c:v>
                </c:pt>
                <c:pt idx="11463">
                  <c:v>14.1737</c:v>
                </c:pt>
                <c:pt idx="11464">
                  <c:v>14.614599999999999</c:v>
                </c:pt>
                <c:pt idx="11465">
                  <c:v>15.112500000000001</c:v>
                </c:pt>
                <c:pt idx="11466">
                  <c:v>15.386699999999999</c:v>
                </c:pt>
                <c:pt idx="11467">
                  <c:v>15.145799999999999</c:v>
                </c:pt>
                <c:pt idx="11468">
                  <c:v>14.6145</c:v>
                </c:pt>
                <c:pt idx="11469">
                  <c:v>14.383900000000001</c:v>
                </c:pt>
                <c:pt idx="11470">
                  <c:v>14.301500000000001</c:v>
                </c:pt>
                <c:pt idx="11471">
                  <c:v>14.2723</c:v>
                </c:pt>
                <c:pt idx="11472">
                  <c:v>14.309799999999999</c:v>
                </c:pt>
                <c:pt idx="11473">
                  <c:v>14.2309</c:v>
                </c:pt>
                <c:pt idx="11474">
                  <c:v>13.9986</c:v>
                </c:pt>
                <c:pt idx="11475">
                  <c:v>13.6248</c:v>
                </c:pt>
                <c:pt idx="11476">
                  <c:v>13.713800000000001</c:v>
                </c:pt>
                <c:pt idx="11477">
                  <c:v>14.2752</c:v>
                </c:pt>
                <c:pt idx="11478">
                  <c:v>14.6586</c:v>
                </c:pt>
                <c:pt idx="11479">
                  <c:v>14.5212</c:v>
                </c:pt>
                <c:pt idx="11480">
                  <c:v>14.7441</c:v>
                </c:pt>
                <c:pt idx="11481">
                  <c:v>14.806900000000001</c:v>
                </c:pt>
                <c:pt idx="11482">
                  <c:v>14.9283</c:v>
                </c:pt>
                <c:pt idx="11483">
                  <c:v>15.559200000000001</c:v>
                </c:pt>
                <c:pt idx="11484">
                  <c:v>15.910399999999999</c:v>
                </c:pt>
                <c:pt idx="11485">
                  <c:v>15.8954</c:v>
                </c:pt>
                <c:pt idx="11486">
                  <c:v>15.557399999999999</c:v>
                </c:pt>
                <c:pt idx="11487">
                  <c:v>15.2821</c:v>
                </c:pt>
                <c:pt idx="11488">
                  <c:v>15.06</c:v>
                </c:pt>
                <c:pt idx="11489">
                  <c:v>15.2019</c:v>
                </c:pt>
                <c:pt idx="11490">
                  <c:v>15.336600000000001</c:v>
                </c:pt>
                <c:pt idx="11491">
                  <c:v>15.102399999999999</c:v>
                </c:pt>
                <c:pt idx="11492">
                  <c:v>14.6487</c:v>
                </c:pt>
                <c:pt idx="11493">
                  <c:v>14.2926</c:v>
                </c:pt>
                <c:pt idx="11494">
                  <c:v>14.043900000000001</c:v>
                </c:pt>
                <c:pt idx="11495">
                  <c:v>13.768800000000001</c:v>
                </c:pt>
                <c:pt idx="11496">
                  <c:v>13.662100000000001</c:v>
                </c:pt>
                <c:pt idx="11497">
                  <c:v>13.3629</c:v>
                </c:pt>
                <c:pt idx="11498">
                  <c:v>13.02</c:v>
                </c:pt>
                <c:pt idx="11499">
                  <c:v>12.6434</c:v>
                </c:pt>
                <c:pt idx="11500">
                  <c:v>12.7346</c:v>
                </c:pt>
                <c:pt idx="11501">
                  <c:v>12.918100000000001</c:v>
                </c:pt>
                <c:pt idx="11502">
                  <c:v>12.5343</c:v>
                </c:pt>
                <c:pt idx="11503">
                  <c:v>12.492599999999999</c:v>
                </c:pt>
                <c:pt idx="11504">
                  <c:v>12.679600000000001</c:v>
                </c:pt>
                <c:pt idx="11505">
                  <c:v>12.7257</c:v>
                </c:pt>
                <c:pt idx="11506">
                  <c:v>12.925800000000001</c:v>
                </c:pt>
                <c:pt idx="11507">
                  <c:v>12.951499999999999</c:v>
                </c:pt>
                <c:pt idx="11508">
                  <c:v>12.8255</c:v>
                </c:pt>
                <c:pt idx="11509">
                  <c:v>12.854799999999999</c:v>
                </c:pt>
                <c:pt idx="11510">
                  <c:v>12.846399999999999</c:v>
                </c:pt>
                <c:pt idx="11511">
                  <c:v>13.1706</c:v>
                </c:pt>
                <c:pt idx="11512">
                  <c:v>13.3826</c:v>
                </c:pt>
                <c:pt idx="11513">
                  <c:v>13.8161</c:v>
                </c:pt>
                <c:pt idx="11514">
                  <c:v>14.2643</c:v>
                </c:pt>
                <c:pt idx="11515">
                  <c:v>14.415699999999999</c:v>
                </c:pt>
                <c:pt idx="11516">
                  <c:v>14.284599999999999</c:v>
                </c:pt>
                <c:pt idx="11517">
                  <c:v>13.898</c:v>
                </c:pt>
                <c:pt idx="11518">
                  <c:v>13.606400000000001</c:v>
                </c:pt>
                <c:pt idx="11519">
                  <c:v>13.6408</c:v>
                </c:pt>
                <c:pt idx="11520">
                  <c:v>13.8954</c:v>
                </c:pt>
                <c:pt idx="11521">
                  <c:v>14.1236</c:v>
                </c:pt>
                <c:pt idx="11522">
                  <c:v>14.1281</c:v>
                </c:pt>
                <c:pt idx="11523">
                  <c:v>14.297700000000001</c:v>
                </c:pt>
                <c:pt idx="11524">
                  <c:v>14.828900000000001</c:v>
                </c:pt>
                <c:pt idx="11525">
                  <c:v>15.152200000000001</c:v>
                </c:pt>
                <c:pt idx="11526">
                  <c:v>15.3127</c:v>
                </c:pt>
                <c:pt idx="11527">
                  <c:v>15.594099999999999</c:v>
                </c:pt>
                <c:pt idx="11528">
                  <c:v>15.6349</c:v>
                </c:pt>
                <c:pt idx="11529">
                  <c:v>15.4168</c:v>
                </c:pt>
                <c:pt idx="11530">
                  <c:v>15.564500000000001</c:v>
                </c:pt>
                <c:pt idx="11531">
                  <c:v>15.8384</c:v>
                </c:pt>
                <c:pt idx="11532">
                  <c:v>15.6897</c:v>
                </c:pt>
                <c:pt idx="11533">
                  <c:v>15.6235</c:v>
                </c:pt>
                <c:pt idx="11534">
                  <c:v>15.5258</c:v>
                </c:pt>
                <c:pt idx="11535">
                  <c:v>15.149900000000001</c:v>
                </c:pt>
                <c:pt idx="11536">
                  <c:v>15.1401</c:v>
                </c:pt>
                <c:pt idx="11537">
                  <c:v>14.9392</c:v>
                </c:pt>
                <c:pt idx="11538">
                  <c:v>14.7387</c:v>
                </c:pt>
                <c:pt idx="11539">
                  <c:v>14.5267</c:v>
                </c:pt>
                <c:pt idx="11540">
                  <c:v>14.5425</c:v>
                </c:pt>
                <c:pt idx="11541">
                  <c:v>14.577999999999999</c:v>
                </c:pt>
                <c:pt idx="11542">
                  <c:v>14.7554</c:v>
                </c:pt>
                <c:pt idx="11543">
                  <c:v>15.1669</c:v>
                </c:pt>
                <c:pt idx="11544">
                  <c:v>15.1721</c:v>
                </c:pt>
                <c:pt idx="11545">
                  <c:v>15.0381</c:v>
                </c:pt>
                <c:pt idx="11546">
                  <c:v>15.1448</c:v>
                </c:pt>
                <c:pt idx="11547">
                  <c:v>15.1058</c:v>
                </c:pt>
                <c:pt idx="11548">
                  <c:v>15.3436</c:v>
                </c:pt>
                <c:pt idx="11549">
                  <c:v>15.616400000000001</c:v>
                </c:pt>
                <c:pt idx="11550">
                  <c:v>15.5634</c:v>
                </c:pt>
                <c:pt idx="11551">
                  <c:v>15.8497</c:v>
                </c:pt>
                <c:pt idx="11552">
                  <c:v>16.330400000000001</c:v>
                </c:pt>
                <c:pt idx="11553">
                  <c:v>16.602499999999999</c:v>
                </c:pt>
                <c:pt idx="11554">
                  <c:v>16.472300000000001</c:v>
                </c:pt>
                <c:pt idx="11555">
                  <c:v>16.383600000000001</c:v>
                </c:pt>
                <c:pt idx="11556">
                  <c:v>16.186</c:v>
                </c:pt>
                <c:pt idx="11557">
                  <c:v>15.712300000000001</c:v>
                </c:pt>
                <c:pt idx="11558">
                  <c:v>15.0595</c:v>
                </c:pt>
                <c:pt idx="11559">
                  <c:v>14.5807</c:v>
                </c:pt>
                <c:pt idx="11560">
                  <c:v>14.1736</c:v>
                </c:pt>
                <c:pt idx="11561">
                  <c:v>14.0901</c:v>
                </c:pt>
                <c:pt idx="11562">
                  <c:v>14.170199999999999</c:v>
                </c:pt>
                <c:pt idx="11563">
                  <c:v>14.1294</c:v>
                </c:pt>
                <c:pt idx="11564">
                  <c:v>14.2958</c:v>
                </c:pt>
                <c:pt idx="11565">
                  <c:v>14.374000000000001</c:v>
                </c:pt>
                <c:pt idx="11566">
                  <c:v>14.3447</c:v>
                </c:pt>
                <c:pt idx="11567">
                  <c:v>14.2316</c:v>
                </c:pt>
                <c:pt idx="11568">
                  <c:v>14.206799999999999</c:v>
                </c:pt>
                <c:pt idx="11569">
                  <c:v>14.175599999999999</c:v>
                </c:pt>
                <c:pt idx="11570">
                  <c:v>13.7477</c:v>
                </c:pt>
                <c:pt idx="11571">
                  <c:v>13.5097</c:v>
                </c:pt>
                <c:pt idx="11572">
                  <c:v>13.567500000000001</c:v>
                </c:pt>
                <c:pt idx="11573">
                  <c:v>13.821099999999999</c:v>
                </c:pt>
                <c:pt idx="11574">
                  <c:v>14.397399999999999</c:v>
                </c:pt>
                <c:pt idx="11575">
                  <c:v>14.732699999999999</c:v>
                </c:pt>
                <c:pt idx="11576">
                  <c:v>15.041399999999999</c:v>
                </c:pt>
                <c:pt idx="11577">
                  <c:v>15.5457</c:v>
                </c:pt>
                <c:pt idx="11578">
                  <c:v>16.116499999999998</c:v>
                </c:pt>
                <c:pt idx="11579">
                  <c:v>16.401</c:v>
                </c:pt>
                <c:pt idx="11580">
                  <c:v>16.4192</c:v>
                </c:pt>
                <c:pt idx="11581">
                  <c:v>16.424099999999999</c:v>
                </c:pt>
                <c:pt idx="11582">
                  <c:v>16.412099999999999</c:v>
                </c:pt>
                <c:pt idx="11583">
                  <c:v>16.184000000000001</c:v>
                </c:pt>
                <c:pt idx="11584">
                  <c:v>16.054200000000002</c:v>
                </c:pt>
                <c:pt idx="11585">
                  <c:v>16.1982</c:v>
                </c:pt>
                <c:pt idx="11586">
                  <c:v>16.375499999999999</c:v>
                </c:pt>
                <c:pt idx="11587">
                  <c:v>16.115500000000001</c:v>
                </c:pt>
                <c:pt idx="11588">
                  <c:v>15.6249</c:v>
                </c:pt>
                <c:pt idx="11589">
                  <c:v>15.3788</c:v>
                </c:pt>
                <c:pt idx="11590">
                  <c:v>15.2064</c:v>
                </c:pt>
                <c:pt idx="11591">
                  <c:v>15.0769</c:v>
                </c:pt>
                <c:pt idx="11592">
                  <c:v>15.279299999999999</c:v>
                </c:pt>
                <c:pt idx="11593">
                  <c:v>15.1967</c:v>
                </c:pt>
                <c:pt idx="11594">
                  <c:v>14.808999999999999</c:v>
                </c:pt>
                <c:pt idx="11595">
                  <c:v>14.505699999999999</c:v>
                </c:pt>
                <c:pt idx="11596">
                  <c:v>14.335000000000001</c:v>
                </c:pt>
                <c:pt idx="11597">
                  <c:v>13.7911</c:v>
                </c:pt>
                <c:pt idx="11598">
                  <c:v>13.255100000000001</c:v>
                </c:pt>
                <c:pt idx="11599">
                  <c:v>13.083299999999999</c:v>
                </c:pt>
                <c:pt idx="11600">
                  <c:v>12.757899999999999</c:v>
                </c:pt>
                <c:pt idx="11601">
                  <c:v>12.2036</c:v>
                </c:pt>
                <c:pt idx="11602">
                  <c:v>11.983000000000001</c:v>
                </c:pt>
                <c:pt idx="11603">
                  <c:v>11.9329</c:v>
                </c:pt>
                <c:pt idx="11604">
                  <c:v>12.1685</c:v>
                </c:pt>
                <c:pt idx="11605">
                  <c:v>12.544499999999999</c:v>
                </c:pt>
                <c:pt idx="11606">
                  <c:v>12.5868</c:v>
                </c:pt>
                <c:pt idx="11607">
                  <c:v>12.408799999999999</c:v>
                </c:pt>
                <c:pt idx="11608">
                  <c:v>12.341699999999999</c:v>
                </c:pt>
                <c:pt idx="11609">
                  <c:v>12.405200000000001</c:v>
                </c:pt>
                <c:pt idx="11610">
                  <c:v>12.6045</c:v>
                </c:pt>
                <c:pt idx="11611">
                  <c:v>13.2319</c:v>
                </c:pt>
                <c:pt idx="11612">
                  <c:v>13.2624</c:v>
                </c:pt>
                <c:pt idx="11613">
                  <c:v>13.552300000000001</c:v>
                </c:pt>
                <c:pt idx="11614">
                  <c:v>14.480700000000001</c:v>
                </c:pt>
                <c:pt idx="11615">
                  <c:v>15.016299999999999</c:v>
                </c:pt>
                <c:pt idx="11616">
                  <c:v>15.4467</c:v>
                </c:pt>
                <c:pt idx="11617">
                  <c:v>15.870100000000001</c:v>
                </c:pt>
                <c:pt idx="11618">
                  <c:v>16.149000000000001</c:v>
                </c:pt>
                <c:pt idx="11619">
                  <c:v>16.356000000000002</c:v>
                </c:pt>
                <c:pt idx="11620">
                  <c:v>16.351700000000001</c:v>
                </c:pt>
                <c:pt idx="11621">
                  <c:v>16.274699999999999</c:v>
                </c:pt>
                <c:pt idx="11622">
                  <c:v>16.106000000000002</c:v>
                </c:pt>
                <c:pt idx="11623">
                  <c:v>16.2745</c:v>
                </c:pt>
                <c:pt idx="11624">
                  <c:v>16.689599999999999</c:v>
                </c:pt>
                <c:pt idx="11625">
                  <c:v>16.746400000000001</c:v>
                </c:pt>
                <c:pt idx="11626">
                  <c:v>16.543299999999999</c:v>
                </c:pt>
                <c:pt idx="11627">
                  <c:v>16.651299999999999</c:v>
                </c:pt>
                <c:pt idx="11628">
                  <c:v>17.268000000000001</c:v>
                </c:pt>
                <c:pt idx="11629">
                  <c:v>18.2956</c:v>
                </c:pt>
                <c:pt idx="11630">
                  <c:v>19.3995</c:v>
                </c:pt>
                <c:pt idx="11631">
                  <c:v>20.334</c:v>
                </c:pt>
                <c:pt idx="11632">
                  <c:v>21.398700000000002</c:v>
                </c:pt>
                <c:pt idx="11633">
                  <c:v>22.153700000000001</c:v>
                </c:pt>
                <c:pt idx="11634">
                  <c:v>22.6709</c:v>
                </c:pt>
                <c:pt idx="11635">
                  <c:v>23.034600000000001</c:v>
                </c:pt>
                <c:pt idx="11636">
                  <c:v>23.096499999999999</c:v>
                </c:pt>
                <c:pt idx="11637">
                  <c:v>23.0519</c:v>
                </c:pt>
                <c:pt idx="11638">
                  <c:v>22.680499999999999</c:v>
                </c:pt>
                <c:pt idx="11639">
                  <c:v>22.0608</c:v>
                </c:pt>
                <c:pt idx="11640">
                  <c:v>21.357800000000001</c:v>
                </c:pt>
                <c:pt idx="11641">
                  <c:v>20.7196</c:v>
                </c:pt>
                <c:pt idx="11642">
                  <c:v>20.040800000000001</c:v>
                </c:pt>
                <c:pt idx="11643">
                  <c:v>19.759</c:v>
                </c:pt>
                <c:pt idx="11644">
                  <c:v>20.031600000000001</c:v>
                </c:pt>
                <c:pt idx="11645">
                  <c:v>20.447500000000002</c:v>
                </c:pt>
                <c:pt idx="11646">
                  <c:v>20.975999999999999</c:v>
                </c:pt>
                <c:pt idx="11647">
                  <c:v>21.526700000000002</c:v>
                </c:pt>
                <c:pt idx="11648">
                  <c:v>22.072700000000001</c:v>
                </c:pt>
                <c:pt idx="11649">
                  <c:v>22.282900000000001</c:v>
                </c:pt>
                <c:pt idx="11650">
                  <c:v>21.952200000000001</c:v>
                </c:pt>
                <c:pt idx="11651">
                  <c:v>21.396599999999999</c:v>
                </c:pt>
                <c:pt idx="11652">
                  <c:v>21.533300000000001</c:v>
                </c:pt>
                <c:pt idx="11653">
                  <c:v>21.722200000000001</c:v>
                </c:pt>
                <c:pt idx="11654">
                  <c:v>21.509</c:v>
                </c:pt>
                <c:pt idx="11655">
                  <c:v>21.458200000000001</c:v>
                </c:pt>
                <c:pt idx="11656">
                  <c:v>21.3308</c:v>
                </c:pt>
                <c:pt idx="11657">
                  <c:v>21.3428</c:v>
                </c:pt>
                <c:pt idx="11658">
                  <c:v>21.0504</c:v>
                </c:pt>
                <c:pt idx="11659">
                  <c:v>20.438800000000001</c:v>
                </c:pt>
                <c:pt idx="11660">
                  <c:v>20.3629</c:v>
                </c:pt>
                <c:pt idx="11661">
                  <c:v>20.051600000000001</c:v>
                </c:pt>
                <c:pt idx="11662">
                  <c:v>19.6568</c:v>
                </c:pt>
                <c:pt idx="11663">
                  <c:v>19.481400000000001</c:v>
                </c:pt>
                <c:pt idx="11664">
                  <c:v>19.3767</c:v>
                </c:pt>
                <c:pt idx="11665">
                  <c:v>19.2956</c:v>
                </c:pt>
                <c:pt idx="11666">
                  <c:v>19.337599999999998</c:v>
                </c:pt>
                <c:pt idx="11667">
                  <c:v>19.108499999999999</c:v>
                </c:pt>
                <c:pt idx="11668">
                  <c:v>18.750599999999999</c:v>
                </c:pt>
                <c:pt idx="11669">
                  <c:v>18.414899999999999</c:v>
                </c:pt>
                <c:pt idx="11670">
                  <c:v>17.7361</c:v>
                </c:pt>
                <c:pt idx="11671">
                  <c:v>17.253699999999998</c:v>
                </c:pt>
                <c:pt idx="11672">
                  <c:v>16.655899999999999</c:v>
                </c:pt>
                <c:pt idx="11673">
                  <c:v>16.317299999999999</c:v>
                </c:pt>
                <c:pt idx="11674">
                  <c:v>16.340399999999999</c:v>
                </c:pt>
                <c:pt idx="11675">
                  <c:v>16.379799999999999</c:v>
                </c:pt>
                <c:pt idx="11676">
                  <c:v>16.491499999999998</c:v>
                </c:pt>
                <c:pt idx="11677">
                  <c:v>16.430800000000001</c:v>
                </c:pt>
                <c:pt idx="11678">
                  <c:v>16.343499999999999</c:v>
                </c:pt>
                <c:pt idx="11679">
                  <c:v>16.4251</c:v>
                </c:pt>
                <c:pt idx="11680">
                  <c:v>16.675599999999999</c:v>
                </c:pt>
                <c:pt idx="11681">
                  <c:v>16.791499999999999</c:v>
                </c:pt>
                <c:pt idx="11682">
                  <c:v>16.636500000000002</c:v>
                </c:pt>
                <c:pt idx="11683">
                  <c:v>16.675699999999999</c:v>
                </c:pt>
                <c:pt idx="11684">
                  <c:v>17.043399999999998</c:v>
                </c:pt>
                <c:pt idx="11685">
                  <c:v>17.407900000000001</c:v>
                </c:pt>
                <c:pt idx="11686">
                  <c:v>17.383900000000001</c:v>
                </c:pt>
                <c:pt idx="11687">
                  <c:v>17.577300000000001</c:v>
                </c:pt>
                <c:pt idx="11688">
                  <c:v>17.630600000000001</c:v>
                </c:pt>
                <c:pt idx="11689">
                  <c:v>17.6008</c:v>
                </c:pt>
                <c:pt idx="11690">
                  <c:v>17.623999999999999</c:v>
                </c:pt>
                <c:pt idx="11691">
                  <c:v>17.718299999999999</c:v>
                </c:pt>
                <c:pt idx="11692">
                  <c:v>18.1099</c:v>
                </c:pt>
                <c:pt idx="11693">
                  <c:v>18.363900000000001</c:v>
                </c:pt>
                <c:pt idx="11694">
                  <c:v>18.4209</c:v>
                </c:pt>
                <c:pt idx="11695">
                  <c:v>18.071899999999999</c:v>
                </c:pt>
                <c:pt idx="11696">
                  <c:v>17.793700000000001</c:v>
                </c:pt>
                <c:pt idx="11697">
                  <c:v>17.548100000000002</c:v>
                </c:pt>
                <c:pt idx="11698">
                  <c:v>17.1462</c:v>
                </c:pt>
                <c:pt idx="11699">
                  <c:v>17.035799999999998</c:v>
                </c:pt>
                <c:pt idx="11700">
                  <c:v>17.287199999999999</c:v>
                </c:pt>
                <c:pt idx="11701">
                  <c:v>17.944800000000001</c:v>
                </c:pt>
                <c:pt idx="11702">
                  <c:v>18.6023</c:v>
                </c:pt>
                <c:pt idx="11703">
                  <c:v>19.1311</c:v>
                </c:pt>
                <c:pt idx="11704">
                  <c:v>19.644100000000002</c:v>
                </c:pt>
                <c:pt idx="11705">
                  <c:v>20.087299999999999</c:v>
                </c:pt>
                <c:pt idx="11706">
                  <c:v>20.733699999999999</c:v>
                </c:pt>
                <c:pt idx="11707">
                  <c:v>21.517499999999998</c:v>
                </c:pt>
                <c:pt idx="11708">
                  <c:v>21.834700000000002</c:v>
                </c:pt>
                <c:pt idx="11709">
                  <c:v>22.114000000000001</c:v>
                </c:pt>
                <c:pt idx="11710">
                  <c:v>22.226700000000001</c:v>
                </c:pt>
                <c:pt idx="11711">
                  <c:v>22.4817</c:v>
                </c:pt>
                <c:pt idx="11712">
                  <c:v>22.5867</c:v>
                </c:pt>
                <c:pt idx="11713">
                  <c:v>22.902799999999999</c:v>
                </c:pt>
                <c:pt idx="11714">
                  <c:v>23.730499999999999</c:v>
                </c:pt>
                <c:pt idx="11715">
                  <c:v>24.1647</c:v>
                </c:pt>
                <c:pt idx="11716">
                  <c:v>24.377800000000001</c:v>
                </c:pt>
                <c:pt idx="11717">
                  <c:v>24.314900000000002</c:v>
                </c:pt>
                <c:pt idx="11718">
                  <c:v>24.571000000000002</c:v>
                </c:pt>
                <c:pt idx="11719">
                  <c:v>25.267900000000001</c:v>
                </c:pt>
                <c:pt idx="11720">
                  <c:v>26.0047</c:v>
                </c:pt>
                <c:pt idx="11721">
                  <c:v>26.578299999999999</c:v>
                </c:pt>
                <c:pt idx="11722">
                  <c:v>27.201499999999999</c:v>
                </c:pt>
                <c:pt idx="11723">
                  <c:v>27.719799999999999</c:v>
                </c:pt>
                <c:pt idx="11724">
                  <c:v>28.347999999999999</c:v>
                </c:pt>
                <c:pt idx="11725">
                  <c:v>29.019600000000001</c:v>
                </c:pt>
                <c:pt idx="11726">
                  <c:v>29.595099999999999</c:v>
                </c:pt>
                <c:pt idx="11727">
                  <c:v>30.500499999999999</c:v>
                </c:pt>
                <c:pt idx="11728">
                  <c:v>31.3064</c:v>
                </c:pt>
                <c:pt idx="11729">
                  <c:v>31.792300000000001</c:v>
                </c:pt>
                <c:pt idx="11730">
                  <c:v>32.281199999999998</c:v>
                </c:pt>
                <c:pt idx="11731">
                  <c:v>32.635399999999997</c:v>
                </c:pt>
                <c:pt idx="11732">
                  <c:v>33.095199999999998</c:v>
                </c:pt>
                <c:pt idx="11733">
                  <c:v>33.636200000000002</c:v>
                </c:pt>
                <c:pt idx="11734">
                  <c:v>34.572200000000002</c:v>
                </c:pt>
                <c:pt idx="11735">
                  <c:v>35.697200000000002</c:v>
                </c:pt>
                <c:pt idx="11736">
                  <c:v>36.6828</c:v>
                </c:pt>
                <c:pt idx="11737">
                  <c:v>37.852800000000002</c:v>
                </c:pt>
                <c:pt idx="11738">
                  <c:v>39.5122</c:v>
                </c:pt>
                <c:pt idx="11739">
                  <c:v>41.461799999999997</c:v>
                </c:pt>
                <c:pt idx="11740">
                  <c:v>42.918599999999998</c:v>
                </c:pt>
                <c:pt idx="11741">
                  <c:v>44.522100000000002</c:v>
                </c:pt>
                <c:pt idx="11742">
                  <c:v>46.307200000000002</c:v>
                </c:pt>
                <c:pt idx="11743">
                  <c:v>48.779000000000003</c:v>
                </c:pt>
                <c:pt idx="11744">
                  <c:v>51.392200000000003</c:v>
                </c:pt>
                <c:pt idx="11745">
                  <c:v>54.355800000000002</c:v>
                </c:pt>
                <c:pt idx="11746">
                  <c:v>57.756500000000003</c:v>
                </c:pt>
                <c:pt idx="11747">
                  <c:v>61.7498</c:v>
                </c:pt>
                <c:pt idx="11748">
                  <c:v>66.574200000000005</c:v>
                </c:pt>
                <c:pt idx="11749">
                  <c:v>71.816100000000006</c:v>
                </c:pt>
                <c:pt idx="11750">
                  <c:v>77.639200000000002</c:v>
                </c:pt>
                <c:pt idx="11751">
                  <c:v>84.17</c:v>
                </c:pt>
                <c:pt idx="11752">
                  <c:v>92.0595</c:v>
                </c:pt>
                <c:pt idx="11753">
                  <c:v>101.599</c:v>
                </c:pt>
                <c:pt idx="11754">
                  <c:v>112.956</c:v>
                </c:pt>
                <c:pt idx="11755">
                  <c:v>126.408</c:v>
                </c:pt>
                <c:pt idx="11756">
                  <c:v>141.762</c:v>
                </c:pt>
                <c:pt idx="11757">
                  <c:v>158.71</c:v>
                </c:pt>
                <c:pt idx="11758">
                  <c:v>177.18600000000001</c:v>
                </c:pt>
                <c:pt idx="11759">
                  <c:v>196.12</c:v>
                </c:pt>
                <c:pt idx="11760">
                  <c:v>213.934</c:v>
                </c:pt>
                <c:pt idx="11761">
                  <c:v>230.15700000000001</c:v>
                </c:pt>
                <c:pt idx="11762">
                  <c:v>245.43199999999999</c:v>
                </c:pt>
                <c:pt idx="11763">
                  <c:v>260.315</c:v>
                </c:pt>
                <c:pt idx="11764">
                  <c:v>275.70400000000001</c:v>
                </c:pt>
                <c:pt idx="11765">
                  <c:v>292.93700000000001</c:v>
                </c:pt>
                <c:pt idx="11766">
                  <c:v>315.536</c:v>
                </c:pt>
                <c:pt idx="11767">
                  <c:v>346.94</c:v>
                </c:pt>
                <c:pt idx="11768">
                  <c:v>389.90800000000002</c:v>
                </c:pt>
                <c:pt idx="11769">
                  <c:v>447.82600000000002</c:v>
                </c:pt>
                <c:pt idx="11770">
                  <c:v>523.86900000000003</c:v>
                </c:pt>
                <c:pt idx="11771">
                  <c:v>617.53</c:v>
                </c:pt>
                <c:pt idx="11772">
                  <c:v>724.77099999999996</c:v>
                </c:pt>
                <c:pt idx="11773">
                  <c:v>843.94</c:v>
                </c:pt>
                <c:pt idx="11774">
                  <c:v>972.61800000000005</c:v>
                </c:pt>
                <c:pt idx="11775">
                  <c:v>1098.05</c:v>
                </c:pt>
                <c:pt idx="11776">
                  <c:v>1203.42</c:v>
                </c:pt>
                <c:pt idx="11777">
                  <c:v>1283.23</c:v>
                </c:pt>
                <c:pt idx="11778">
                  <c:v>1336.11</c:v>
                </c:pt>
                <c:pt idx="11779">
                  <c:v>1354.69</c:v>
                </c:pt>
                <c:pt idx="11780">
                  <c:v>1333.93</c:v>
                </c:pt>
                <c:pt idx="11781">
                  <c:v>1278.3699999999999</c:v>
                </c:pt>
                <c:pt idx="11782">
                  <c:v>1200.21</c:v>
                </c:pt>
                <c:pt idx="11783">
                  <c:v>1108.67</c:v>
                </c:pt>
                <c:pt idx="11784">
                  <c:v>1008.66</c:v>
                </c:pt>
                <c:pt idx="11785">
                  <c:v>906.74199999999996</c:v>
                </c:pt>
                <c:pt idx="11786">
                  <c:v>813.25</c:v>
                </c:pt>
                <c:pt idx="11787">
                  <c:v>735.63499999999999</c:v>
                </c:pt>
                <c:pt idx="11788">
                  <c:v>675.08199999999999</c:v>
                </c:pt>
                <c:pt idx="11789">
                  <c:v>630.10400000000004</c:v>
                </c:pt>
                <c:pt idx="11790">
                  <c:v>599.50099999999998</c:v>
                </c:pt>
                <c:pt idx="11791">
                  <c:v>579.625</c:v>
                </c:pt>
                <c:pt idx="11792">
                  <c:v>563.96199999999999</c:v>
                </c:pt>
                <c:pt idx="11793">
                  <c:v>547.35799999999995</c:v>
                </c:pt>
                <c:pt idx="11794">
                  <c:v>527.36</c:v>
                </c:pt>
                <c:pt idx="11795">
                  <c:v>501.10899999999998</c:v>
                </c:pt>
                <c:pt idx="11796">
                  <c:v>467.06299999999999</c:v>
                </c:pt>
                <c:pt idx="11797">
                  <c:v>427.16</c:v>
                </c:pt>
                <c:pt idx="11798">
                  <c:v>384.46800000000002</c:v>
                </c:pt>
                <c:pt idx="11799">
                  <c:v>341.99700000000001</c:v>
                </c:pt>
                <c:pt idx="11800">
                  <c:v>301.858</c:v>
                </c:pt>
                <c:pt idx="11801">
                  <c:v>266.04500000000002</c:v>
                </c:pt>
                <c:pt idx="11802">
                  <c:v>235.51400000000001</c:v>
                </c:pt>
                <c:pt idx="11803">
                  <c:v>210.36699999999999</c:v>
                </c:pt>
                <c:pt idx="11804">
                  <c:v>191.048</c:v>
                </c:pt>
                <c:pt idx="11805">
                  <c:v>176.768</c:v>
                </c:pt>
                <c:pt idx="11806">
                  <c:v>166.30199999999999</c:v>
                </c:pt>
                <c:pt idx="11807">
                  <c:v>158.364</c:v>
                </c:pt>
                <c:pt idx="11808">
                  <c:v>152.78299999999999</c:v>
                </c:pt>
                <c:pt idx="11809">
                  <c:v>149.09800000000001</c:v>
                </c:pt>
                <c:pt idx="11810">
                  <c:v>147.374</c:v>
                </c:pt>
                <c:pt idx="11811">
                  <c:v>147.15799999999999</c:v>
                </c:pt>
                <c:pt idx="11812">
                  <c:v>147.75399999999999</c:v>
                </c:pt>
                <c:pt idx="11813">
                  <c:v>149.92699999999999</c:v>
                </c:pt>
                <c:pt idx="11814">
                  <c:v>153.501</c:v>
                </c:pt>
                <c:pt idx="11815">
                  <c:v>158.655</c:v>
                </c:pt>
                <c:pt idx="11816">
                  <c:v>165.827</c:v>
                </c:pt>
                <c:pt idx="11817">
                  <c:v>175.511</c:v>
                </c:pt>
                <c:pt idx="11818">
                  <c:v>187.774</c:v>
                </c:pt>
                <c:pt idx="11819">
                  <c:v>203.47900000000001</c:v>
                </c:pt>
                <c:pt idx="11820">
                  <c:v>223.51</c:v>
                </c:pt>
                <c:pt idx="11821">
                  <c:v>249.07499999999999</c:v>
                </c:pt>
                <c:pt idx="11822">
                  <c:v>280.85899999999998</c:v>
                </c:pt>
                <c:pt idx="11823">
                  <c:v>319.37</c:v>
                </c:pt>
                <c:pt idx="11824">
                  <c:v>363.98</c:v>
                </c:pt>
                <c:pt idx="11825">
                  <c:v>413.18900000000002</c:v>
                </c:pt>
                <c:pt idx="11826">
                  <c:v>466.31</c:v>
                </c:pt>
                <c:pt idx="11827">
                  <c:v>520.73800000000006</c:v>
                </c:pt>
                <c:pt idx="11828">
                  <c:v>571.64800000000002</c:v>
                </c:pt>
                <c:pt idx="11829">
                  <c:v>615.63400000000001</c:v>
                </c:pt>
                <c:pt idx="11830">
                  <c:v>652.97199999999998</c:v>
                </c:pt>
                <c:pt idx="11831">
                  <c:v>683.67399999999998</c:v>
                </c:pt>
                <c:pt idx="11832">
                  <c:v>708.26599999999996</c:v>
                </c:pt>
                <c:pt idx="11833">
                  <c:v>731.40800000000002</c:v>
                </c:pt>
                <c:pt idx="11834">
                  <c:v>760.12599999999998</c:v>
                </c:pt>
                <c:pt idx="11835">
                  <c:v>800.803</c:v>
                </c:pt>
                <c:pt idx="11836">
                  <c:v>857.49</c:v>
                </c:pt>
                <c:pt idx="11837">
                  <c:v>932.70399999999995</c:v>
                </c:pt>
                <c:pt idx="11838">
                  <c:v>1028.77</c:v>
                </c:pt>
                <c:pt idx="11839">
                  <c:v>1147.8800000000001</c:v>
                </c:pt>
                <c:pt idx="11840">
                  <c:v>1286.1600000000001</c:v>
                </c:pt>
                <c:pt idx="11841">
                  <c:v>1429.15</c:v>
                </c:pt>
                <c:pt idx="11842">
                  <c:v>1564.94</c:v>
                </c:pt>
                <c:pt idx="11843">
                  <c:v>1689.42</c:v>
                </c:pt>
                <c:pt idx="11844">
                  <c:v>1790.92</c:v>
                </c:pt>
                <c:pt idx="11845">
                  <c:v>1848.13</c:v>
                </c:pt>
                <c:pt idx="11846">
                  <c:v>1850.41</c:v>
                </c:pt>
                <c:pt idx="11847">
                  <c:v>1804.1</c:v>
                </c:pt>
                <c:pt idx="11848">
                  <c:v>1713.97</c:v>
                </c:pt>
                <c:pt idx="11849">
                  <c:v>1581.02</c:v>
                </c:pt>
                <c:pt idx="11850">
                  <c:v>1415.94</c:v>
                </c:pt>
                <c:pt idx="11851">
                  <c:v>1237.6400000000001</c:v>
                </c:pt>
                <c:pt idx="11852">
                  <c:v>1063.74</c:v>
                </c:pt>
                <c:pt idx="11853">
                  <c:v>903.87900000000002</c:v>
                </c:pt>
                <c:pt idx="11854">
                  <c:v>763.81100000000004</c:v>
                </c:pt>
                <c:pt idx="11855">
                  <c:v>648.29</c:v>
                </c:pt>
                <c:pt idx="11856">
                  <c:v>558.82600000000002</c:v>
                </c:pt>
                <c:pt idx="11857">
                  <c:v>493.339</c:v>
                </c:pt>
                <c:pt idx="11858">
                  <c:v>447.76600000000002</c:v>
                </c:pt>
                <c:pt idx="11859">
                  <c:v>417.06400000000002</c:v>
                </c:pt>
                <c:pt idx="11860">
                  <c:v>395.41</c:v>
                </c:pt>
                <c:pt idx="11861">
                  <c:v>377.56200000000001</c:v>
                </c:pt>
                <c:pt idx="11862">
                  <c:v>360.596</c:v>
                </c:pt>
                <c:pt idx="11863">
                  <c:v>342.35700000000003</c:v>
                </c:pt>
                <c:pt idx="11864">
                  <c:v>321.62799999999999</c:v>
                </c:pt>
                <c:pt idx="11865">
                  <c:v>298.00299999999999</c:v>
                </c:pt>
                <c:pt idx="11866">
                  <c:v>272.61200000000002</c:v>
                </c:pt>
                <c:pt idx="11867">
                  <c:v>246.422</c:v>
                </c:pt>
                <c:pt idx="11868">
                  <c:v>220.95</c:v>
                </c:pt>
                <c:pt idx="11869">
                  <c:v>197.476</c:v>
                </c:pt>
                <c:pt idx="11870">
                  <c:v>176.35</c:v>
                </c:pt>
                <c:pt idx="11871">
                  <c:v>158.298</c:v>
                </c:pt>
                <c:pt idx="11872">
                  <c:v>143.29900000000001</c:v>
                </c:pt>
                <c:pt idx="11873">
                  <c:v>131.18199999999999</c:v>
                </c:pt>
                <c:pt idx="11874">
                  <c:v>121.194</c:v>
                </c:pt>
                <c:pt idx="11875">
                  <c:v>113.161</c:v>
                </c:pt>
                <c:pt idx="11876">
                  <c:v>106.29600000000001</c:v>
                </c:pt>
                <c:pt idx="11877">
                  <c:v>100.15600000000001</c:v>
                </c:pt>
                <c:pt idx="11878">
                  <c:v>94.899900000000002</c:v>
                </c:pt>
                <c:pt idx="11879">
                  <c:v>90.525899999999993</c:v>
                </c:pt>
                <c:pt idx="11880">
                  <c:v>86.944500000000005</c:v>
                </c:pt>
                <c:pt idx="11881">
                  <c:v>83.811300000000003</c:v>
                </c:pt>
                <c:pt idx="11882">
                  <c:v>81.521900000000002</c:v>
                </c:pt>
                <c:pt idx="11883">
                  <c:v>80.109800000000007</c:v>
                </c:pt>
                <c:pt idx="11884">
                  <c:v>79.026899999999998</c:v>
                </c:pt>
                <c:pt idx="11885">
                  <c:v>78.241200000000006</c:v>
                </c:pt>
                <c:pt idx="11886">
                  <c:v>77.916200000000003</c:v>
                </c:pt>
                <c:pt idx="11887">
                  <c:v>77.492000000000004</c:v>
                </c:pt>
                <c:pt idx="11888">
                  <c:v>77.191699999999997</c:v>
                </c:pt>
                <c:pt idx="11889">
                  <c:v>76.883300000000006</c:v>
                </c:pt>
                <c:pt idx="11890">
                  <c:v>76.0471</c:v>
                </c:pt>
                <c:pt idx="11891">
                  <c:v>75.281700000000001</c:v>
                </c:pt>
                <c:pt idx="11892">
                  <c:v>74.611800000000002</c:v>
                </c:pt>
                <c:pt idx="11893">
                  <c:v>74.587900000000005</c:v>
                </c:pt>
                <c:pt idx="11894">
                  <c:v>75.260300000000001</c:v>
                </c:pt>
                <c:pt idx="11895">
                  <c:v>76.146500000000003</c:v>
                </c:pt>
                <c:pt idx="11896">
                  <c:v>77.791899999999998</c:v>
                </c:pt>
                <c:pt idx="11897">
                  <c:v>80.472099999999998</c:v>
                </c:pt>
                <c:pt idx="11898">
                  <c:v>84.603099999999998</c:v>
                </c:pt>
                <c:pt idx="11899">
                  <c:v>90.168800000000005</c:v>
                </c:pt>
                <c:pt idx="11900">
                  <c:v>96.393900000000002</c:v>
                </c:pt>
                <c:pt idx="11901">
                  <c:v>102.446</c:v>
                </c:pt>
                <c:pt idx="11902">
                  <c:v>108.44799999999999</c:v>
                </c:pt>
                <c:pt idx="11903">
                  <c:v>113.86799999999999</c:v>
                </c:pt>
                <c:pt idx="11904">
                  <c:v>117.789</c:v>
                </c:pt>
                <c:pt idx="11905">
                  <c:v>119.209</c:v>
                </c:pt>
                <c:pt idx="11906">
                  <c:v>118.411</c:v>
                </c:pt>
                <c:pt idx="11907">
                  <c:v>115.643</c:v>
                </c:pt>
                <c:pt idx="11908">
                  <c:v>110.60299999999999</c:v>
                </c:pt>
                <c:pt idx="11909">
                  <c:v>103.7</c:v>
                </c:pt>
                <c:pt idx="11910">
                  <c:v>96.139099999999999</c:v>
                </c:pt>
                <c:pt idx="11911">
                  <c:v>88.476900000000001</c:v>
                </c:pt>
                <c:pt idx="11912">
                  <c:v>81.269800000000004</c:v>
                </c:pt>
                <c:pt idx="11913">
                  <c:v>75.444699999999997</c:v>
                </c:pt>
                <c:pt idx="11914">
                  <c:v>70.467600000000004</c:v>
                </c:pt>
                <c:pt idx="11915">
                  <c:v>66.432199999999995</c:v>
                </c:pt>
                <c:pt idx="11916">
                  <c:v>63.415199999999999</c:v>
                </c:pt>
                <c:pt idx="11917">
                  <c:v>61.105699999999999</c:v>
                </c:pt>
                <c:pt idx="11918">
                  <c:v>59.680500000000002</c:v>
                </c:pt>
                <c:pt idx="11919">
                  <c:v>58.841999999999999</c:v>
                </c:pt>
                <c:pt idx="11920">
                  <c:v>58.097200000000001</c:v>
                </c:pt>
                <c:pt idx="11921">
                  <c:v>57.278799999999997</c:v>
                </c:pt>
                <c:pt idx="11922">
                  <c:v>56.375799999999998</c:v>
                </c:pt>
                <c:pt idx="11923">
                  <c:v>55.084000000000003</c:v>
                </c:pt>
                <c:pt idx="11924">
                  <c:v>53.5929</c:v>
                </c:pt>
                <c:pt idx="11925">
                  <c:v>52.164200000000001</c:v>
                </c:pt>
                <c:pt idx="11926">
                  <c:v>50.882800000000003</c:v>
                </c:pt>
                <c:pt idx="11927">
                  <c:v>49.477800000000002</c:v>
                </c:pt>
                <c:pt idx="11928">
                  <c:v>47.908700000000003</c:v>
                </c:pt>
                <c:pt idx="11929">
                  <c:v>46.533299999999997</c:v>
                </c:pt>
                <c:pt idx="11930">
                  <c:v>45.669899999999998</c:v>
                </c:pt>
                <c:pt idx="11931">
                  <c:v>45.029800000000002</c:v>
                </c:pt>
                <c:pt idx="11932">
                  <c:v>44.7333</c:v>
                </c:pt>
                <c:pt idx="11933">
                  <c:v>44.530900000000003</c:v>
                </c:pt>
                <c:pt idx="11934">
                  <c:v>43.741500000000002</c:v>
                </c:pt>
                <c:pt idx="11935">
                  <c:v>42.931600000000003</c:v>
                </c:pt>
                <c:pt idx="11936">
                  <c:v>42.5227</c:v>
                </c:pt>
                <c:pt idx="11937">
                  <c:v>42.398600000000002</c:v>
                </c:pt>
                <c:pt idx="11938">
                  <c:v>42.2821</c:v>
                </c:pt>
                <c:pt idx="11939">
                  <c:v>42.035800000000002</c:v>
                </c:pt>
                <c:pt idx="11940">
                  <c:v>41.684699999999999</c:v>
                </c:pt>
                <c:pt idx="11941">
                  <c:v>41.544400000000003</c:v>
                </c:pt>
                <c:pt idx="11942">
                  <c:v>41.313499999999998</c:v>
                </c:pt>
                <c:pt idx="11943">
                  <c:v>41.191800000000001</c:v>
                </c:pt>
                <c:pt idx="11944">
                  <c:v>41.042499999999997</c:v>
                </c:pt>
                <c:pt idx="11945">
                  <c:v>41.180700000000002</c:v>
                </c:pt>
                <c:pt idx="11946">
                  <c:v>41.670299999999997</c:v>
                </c:pt>
                <c:pt idx="11947">
                  <c:v>42.18</c:v>
                </c:pt>
                <c:pt idx="11948">
                  <c:v>42.868499999999997</c:v>
                </c:pt>
                <c:pt idx="11949">
                  <c:v>43.783700000000003</c:v>
                </c:pt>
                <c:pt idx="11950">
                  <c:v>44.420299999999997</c:v>
                </c:pt>
                <c:pt idx="11951">
                  <c:v>44.784999999999997</c:v>
                </c:pt>
                <c:pt idx="11952">
                  <c:v>45.396799999999999</c:v>
                </c:pt>
                <c:pt idx="11953">
                  <c:v>46.116999999999997</c:v>
                </c:pt>
                <c:pt idx="11954">
                  <c:v>46.625399999999999</c:v>
                </c:pt>
                <c:pt idx="11955">
                  <c:v>47.088700000000003</c:v>
                </c:pt>
                <c:pt idx="11956">
                  <c:v>47.737400000000001</c:v>
                </c:pt>
                <c:pt idx="11957">
                  <c:v>48.873899999999999</c:v>
                </c:pt>
                <c:pt idx="11958">
                  <c:v>50.327300000000001</c:v>
                </c:pt>
                <c:pt idx="11959">
                  <c:v>51.732300000000002</c:v>
                </c:pt>
                <c:pt idx="11960">
                  <c:v>53.3872</c:v>
                </c:pt>
                <c:pt idx="11961">
                  <c:v>55.165100000000002</c:v>
                </c:pt>
                <c:pt idx="11962">
                  <c:v>57.363300000000002</c:v>
                </c:pt>
                <c:pt idx="11963">
                  <c:v>59.671700000000001</c:v>
                </c:pt>
                <c:pt idx="11964">
                  <c:v>62.002000000000002</c:v>
                </c:pt>
                <c:pt idx="11965">
                  <c:v>64.631200000000007</c:v>
                </c:pt>
                <c:pt idx="11966">
                  <c:v>67.720200000000006</c:v>
                </c:pt>
                <c:pt idx="11967">
                  <c:v>71.326499999999996</c:v>
                </c:pt>
                <c:pt idx="11968">
                  <c:v>75.326400000000007</c:v>
                </c:pt>
                <c:pt idx="11969">
                  <c:v>80.087000000000003</c:v>
                </c:pt>
                <c:pt idx="11970">
                  <c:v>85.448099999999997</c:v>
                </c:pt>
                <c:pt idx="11971">
                  <c:v>91.084100000000007</c:v>
                </c:pt>
                <c:pt idx="11972">
                  <c:v>97.325000000000003</c:v>
                </c:pt>
                <c:pt idx="11973">
                  <c:v>104.877</c:v>
                </c:pt>
                <c:pt idx="11974">
                  <c:v>113.014</c:v>
                </c:pt>
                <c:pt idx="11975">
                  <c:v>121.792</c:v>
                </c:pt>
                <c:pt idx="11976">
                  <c:v>130.68700000000001</c:v>
                </c:pt>
                <c:pt idx="11977">
                  <c:v>138.97900000000001</c:v>
                </c:pt>
                <c:pt idx="11978">
                  <c:v>147.08199999999999</c:v>
                </c:pt>
                <c:pt idx="11979">
                  <c:v>155.66499999999999</c:v>
                </c:pt>
                <c:pt idx="11980">
                  <c:v>165.28800000000001</c:v>
                </c:pt>
                <c:pt idx="11981">
                  <c:v>176.33500000000001</c:v>
                </c:pt>
                <c:pt idx="11982">
                  <c:v>189.76300000000001</c:v>
                </c:pt>
                <c:pt idx="11983">
                  <c:v>206.19200000000001</c:v>
                </c:pt>
                <c:pt idx="11984">
                  <c:v>224.34700000000001</c:v>
                </c:pt>
                <c:pt idx="11985">
                  <c:v>241.64500000000001</c:v>
                </c:pt>
                <c:pt idx="11986">
                  <c:v>258.02300000000002</c:v>
                </c:pt>
                <c:pt idx="11987">
                  <c:v>274.423</c:v>
                </c:pt>
                <c:pt idx="11988">
                  <c:v>292.83</c:v>
                </c:pt>
                <c:pt idx="11989">
                  <c:v>314.57600000000002</c:v>
                </c:pt>
                <c:pt idx="11990">
                  <c:v>338.36200000000002</c:v>
                </c:pt>
                <c:pt idx="11991">
                  <c:v>360.82799999999997</c:v>
                </c:pt>
                <c:pt idx="11992">
                  <c:v>379.57799999999997</c:v>
                </c:pt>
                <c:pt idx="11993">
                  <c:v>393.46199999999999</c:v>
                </c:pt>
                <c:pt idx="11994">
                  <c:v>400.66</c:v>
                </c:pt>
                <c:pt idx="11995">
                  <c:v>399.63799999999998</c:v>
                </c:pt>
                <c:pt idx="11996">
                  <c:v>390.78500000000003</c:v>
                </c:pt>
                <c:pt idx="11997">
                  <c:v>375.154</c:v>
                </c:pt>
                <c:pt idx="11998">
                  <c:v>354.87099999999998</c:v>
                </c:pt>
                <c:pt idx="11999">
                  <c:v>332.31</c:v>
                </c:pt>
                <c:pt idx="12000">
                  <c:v>309.86500000000001</c:v>
                </c:pt>
                <c:pt idx="12001">
                  <c:v>290.02699999999999</c:v>
                </c:pt>
                <c:pt idx="12002">
                  <c:v>274.05700000000002</c:v>
                </c:pt>
                <c:pt idx="12003">
                  <c:v>263.11200000000002</c:v>
                </c:pt>
                <c:pt idx="12004">
                  <c:v>256.524</c:v>
                </c:pt>
                <c:pt idx="12005">
                  <c:v>253.58699999999999</c:v>
                </c:pt>
                <c:pt idx="12006">
                  <c:v>253.172</c:v>
                </c:pt>
                <c:pt idx="12007">
                  <c:v>254.21600000000001</c:v>
                </c:pt>
                <c:pt idx="12008">
                  <c:v>255.946</c:v>
                </c:pt>
                <c:pt idx="12009">
                  <c:v>257.90899999999999</c:v>
                </c:pt>
                <c:pt idx="12010">
                  <c:v>260.00200000000001</c:v>
                </c:pt>
                <c:pt idx="12011">
                  <c:v>259.86</c:v>
                </c:pt>
                <c:pt idx="12012">
                  <c:v>254.23400000000001</c:v>
                </c:pt>
                <c:pt idx="12013">
                  <c:v>242.797</c:v>
                </c:pt>
                <c:pt idx="12014">
                  <c:v>228.20500000000001</c:v>
                </c:pt>
                <c:pt idx="12015">
                  <c:v>214.608</c:v>
                </c:pt>
                <c:pt idx="12016">
                  <c:v>203.52699999999999</c:v>
                </c:pt>
                <c:pt idx="12017">
                  <c:v>193.01499999999999</c:v>
                </c:pt>
                <c:pt idx="12018">
                  <c:v>181.61199999999999</c:v>
                </c:pt>
                <c:pt idx="12019">
                  <c:v>169.87200000000001</c:v>
                </c:pt>
                <c:pt idx="12020">
                  <c:v>159.55600000000001</c:v>
                </c:pt>
                <c:pt idx="12021">
                  <c:v>152.233</c:v>
                </c:pt>
                <c:pt idx="12022">
                  <c:v>148.46100000000001</c:v>
                </c:pt>
                <c:pt idx="12023">
                  <c:v>148.25299999999999</c:v>
                </c:pt>
                <c:pt idx="12024">
                  <c:v>150.99799999999999</c:v>
                </c:pt>
                <c:pt idx="12025">
                  <c:v>156.5</c:v>
                </c:pt>
                <c:pt idx="12026">
                  <c:v>162.19</c:v>
                </c:pt>
                <c:pt idx="12027">
                  <c:v>165.00200000000001</c:v>
                </c:pt>
                <c:pt idx="12028">
                  <c:v>164.92599999999999</c:v>
                </c:pt>
                <c:pt idx="12029">
                  <c:v>163.03100000000001</c:v>
                </c:pt>
                <c:pt idx="12030">
                  <c:v>161.02699999999999</c:v>
                </c:pt>
                <c:pt idx="12031">
                  <c:v>159.43899999999999</c:v>
                </c:pt>
                <c:pt idx="12032">
                  <c:v>158.636</c:v>
                </c:pt>
                <c:pt idx="12033">
                  <c:v>159.21700000000001</c:v>
                </c:pt>
                <c:pt idx="12034">
                  <c:v>161.76499999999999</c:v>
                </c:pt>
                <c:pt idx="12035">
                  <c:v>167.589</c:v>
                </c:pt>
                <c:pt idx="12036">
                  <c:v>176.91300000000001</c:v>
                </c:pt>
                <c:pt idx="12037">
                  <c:v>189.99700000000001</c:v>
                </c:pt>
                <c:pt idx="12038">
                  <c:v>206.501</c:v>
                </c:pt>
                <c:pt idx="12039">
                  <c:v>224.834</c:v>
                </c:pt>
                <c:pt idx="12040">
                  <c:v>244.10400000000001</c:v>
                </c:pt>
                <c:pt idx="12041">
                  <c:v>263.96199999999999</c:v>
                </c:pt>
                <c:pt idx="12042">
                  <c:v>285.33800000000002</c:v>
                </c:pt>
                <c:pt idx="12043">
                  <c:v>308.012</c:v>
                </c:pt>
                <c:pt idx="12044">
                  <c:v>332.00200000000001</c:v>
                </c:pt>
                <c:pt idx="12045">
                  <c:v>358.10500000000002</c:v>
                </c:pt>
                <c:pt idx="12046">
                  <c:v>384.81700000000001</c:v>
                </c:pt>
                <c:pt idx="12047">
                  <c:v>410.53699999999998</c:v>
                </c:pt>
                <c:pt idx="12048">
                  <c:v>435.82</c:v>
                </c:pt>
                <c:pt idx="12049">
                  <c:v>464.91300000000001</c:v>
                </c:pt>
                <c:pt idx="12050">
                  <c:v>503.04899999999998</c:v>
                </c:pt>
                <c:pt idx="12051">
                  <c:v>547.06600000000003</c:v>
                </c:pt>
                <c:pt idx="12052">
                  <c:v>582.255</c:v>
                </c:pt>
                <c:pt idx="12053">
                  <c:v>601.46799999999996</c:v>
                </c:pt>
                <c:pt idx="12054">
                  <c:v>609.79</c:v>
                </c:pt>
                <c:pt idx="12055">
                  <c:v>614.58500000000004</c:v>
                </c:pt>
                <c:pt idx="12056">
                  <c:v>620.85500000000002</c:v>
                </c:pt>
                <c:pt idx="12057">
                  <c:v>629.82299999999998</c:v>
                </c:pt>
                <c:pt idx="12058">
                  <c:v>640.61599999999999</c:v>
                </c:pt>
                <c:pt idx="12059">
                  <c:v>651.50699999999995</c:v>
                </c:pt>
                <c:pt idx="12060">
                  <c:v>659.24400000000003</c:v>
                </c:pt>
                <c:pt idx="12061">
                  <c:v>661.99099999999999</c:v>
                </c:pt>
                <c:pt idx="12062">
                  <c:v>660.31700000000001</c:v>
                </c:pt>
                <c:pt idx="12063">
                  <c:v>653.327</c:v>
                </c:pt>
                <c:pt idx="12064">
                  <c:v>634.95899999999995</c:v>
                </c:pt>
                <c:pt idx="12065">
                  <c:v>599.50400000000002</c:v>
                </c:pt>
                <c:pt idx="12066">
                  <c:v>549.86</c:v>
                </c:pt>
                <c:pt idx="12067">
                  <c:v>494.63200000000001</c:v>
                </c:pt>
                <c:pt idx="12068">
                  <c:v>443.45100000000002</c:v>
                </c:pt>
                <c:pt idx="12069">
                  <c:v>402.899</c:v>
                </c:pt>
                <c:pt idx="12070">
                  <c:v>375.97399999999999</c:v>
                </c:pt>
                <c:pt idx="12071">
                  <c:v>364.09699999999998</c:v>
                </c:pt>
                <c:pt idx="12072">
                  <c:v>366.80900000000003</c:v>
                </c:pt>
                <c:pt idx="12073">
                  <c:v>381.98399999999998</c:v>
                </c:pt>
                <c:pt idx="12074">
                  <c:v>403.96300000000002</c:v>
                </c:pt>
                <c:pt idx="12075">
                  <c:v>423.75700000000001</c:v>
                </c:pt>
                <c:pt idx="12076">
                  <c:v>437.32600000000002</c:v>
                </c:pt>
                <c:pt idx="12077">
                  <c:v>447.49</c:v>
                </c:pt>
                <c:pt idx="12078">
                  <c:v>460.42200000000003</c:v>
                </c:pt>
                <c:pt idx="12079">
                  <c:v>481.55700000000002</c:v>
                </c:pt>
                <c:pt idx="12080">
                  <c:v>515.39599999999996</c:v>
                </c:pt>
                <c:pt idx="12081">
                  <c:v>566.61099999999999</c:v>
                </c:pt>
                <c:pt idx="12082">
                  <c:v>641.303</c:v>
                </c:pt>
                <c:pt idx="12083">
                  <c:v>744.952</c:v>
                </c:pt>
                <c:pt idx="12084">
                  <c:v>868.952</c:v>
                </c:pt>
                <c:pt idx="12085">
                  <c:v>985.053</c:v>
                </c:pt>
                <c:pt idx="12086">
                  <c:v>1073.0899999999999</c:v>
                </c:pt>
                <c:pt idx="12087">
                  <c:v>1132.6099999999999</c:v>
                </c:pt>
                <c:pt idx="12088">
                  <c:v>1159.8699999999999</c:v>
                </c:pt>
                <c:pt idx="12089">
                  <c:v>1142.05</c:v>
                </c:pt>
                <c:pt idx="12090">
                  <c:v>1080.5899999999999</c:v>
                </c:pt>
                <c:pt idx="12091">
                  <c:v>996.99699999999996</c:v>
                </c:pt>
                <c:pt idx="12092">
                  <c:v>921.65499999999997</c:v>
                </c:pt>
                <c:pt idx="12093">
                  <c:v>879.38499999999999</c:v>
                </c:pt>
                <c:pt idx="12094">
                  <c:v>873.39099999999996</c:v>
                </c:pt>
                <c:pt idx="12095">
                  <c:v>884.43200000000002</c:v>
                </c:pt>
                <c:pt idx="12096">
                  <c:v>890.18700000000001</c:v>
                </c:pt>
                <c:pt idx="12097">
                  <c:v>887.73299999999995</c:v>
                </c:pt>
                <c:pt idx="12098">
                  <c:v>890.476</c:v>
                </c:pt>
                <c:pt idx="12099">
                  <c:v>913.91800000000001</c:v>
                </c:pt>
                <c:pt idx="12100">
                  <c:v>960.52</c:v>
                </c:pt>
                <c:pt idx="12101">
                  <c:v>1022.22</c:v>
                </c:pt>
                <c:pt idx="12102">
                  <c:v>1084.74</c:v>
                </c:pt>
                <c:pt idx="12103">
                  <c:v>1131.1500000000001</c:v>
                </c:pt>
                <c:pt idx="12104">
                  <c:v>1153.33</c:v>
                </c:pt>
                <c:pt idx="12105">
                  <c:v>1140.68</c:v>
                </c:pt>
                <c:pt idx="12106">
                  <c:v>1083.9100000000001</c:v>
                </c:pt>
                <c:pt idx="12107">
                  <c:v>992.14</c:v>
                </c:pt>
                <c:pt idx="12108">
                  <c:v>880.36199999999997</c:v>
                </c:pt>
                <c:pt idx="12109">
                  <c:v>766.20699999999999</c:v>
                </c:pt>
                <c:pt idx="12110">
                  <c:v>665.29700000000003</c:v>
                </c:pt>
                <c:pt idx="12111">
                  <c:v>586.15899999999999</c:v>
                </c:pt>
                <c:pt idx="12112">
                  <c:v>531.23099999999999</c:v>
                </c:pt>
                <c:pt idx="12113">
                  <c:v>498.64800000000002</c:v>
                </c:pt>
                <c:pt idx="12114">
                  <c:v>485.09399999999999</c:v>
                </c:pt>
                <c:pt idx="12115">
                  <c:v>487.62900000000002</c:v>
                </c:pt>
                <c:pt idx="12116">
                  <c:v>504.69299999999998</c:v>
                </c:pt>
                <c:pt idx="12117">
                  <c:v>534.13400000000001</c:v>
                </c:pt>
                <c:pt idx="12118">
                  <c:v>576.02499999999998</c:v>
                </c:pt>
                <c:pt idx="12119">
                  <c:v>633.79399999999998</c:v>
                </c:pt>
                <c:pt idx="12120">
                  <c:v>712.24699999999996</c:v>
                </c:pt>
                <c:pt idx="12121">
                  <c:v>818.48900000000003</c:v>
                </c:pt>
                <c:pt idx="12122">
                  <c:v>959.78700000000003</c:v>
                </c:pt>
                <c:pt idx="12123">
                  <c:v>1137.27</c:v>
                </c:pt>
                <c:pt idx="12124">
                  <c:v>1336.76</c:v>
                </c:pt>
                <c:pt idx="12125">
                  <c:v>1531.71</c:v>
                </c:pt>
                <c:pt idx="12126">
                  <c:v>1706.73</c:v>
                </c:pt>
                <c:pt idx="12127">
                  <c:v>1866.7</c:v>
                </c:pt>
                <c:pt idx="12128">
                  <c:v>2020.33</c:v>
                </c:pt>
                <c:pt idx="12129">
                  <c:v>2159.8000000000002</c:v>
                </c:pt>
                <c:pt idx="12130">
                  <c:v>2254.4</c:v>
                </c:pt>
                <c:pt idx="12131">
                  <c:v>2267.29</c:v>
                </c:pt>
                <c:pt idx="12132">
                  <c:v>2170.1999999999998</c:v>
                </c:pt>
                <c:pt idx="12133">
                  <c:v>1979.08</c:v>
                </c:pt>
                <c:pt idx="12134">
                  <c:v>1751.04</c:v>
                </c:pt>
                <c:pt idx="12135">
                  <c:v>1544.95</c:v>
                </c:pt>
                <c:pt idx="12136">
                  <c:v>1399.18</c:v>
                </c:pt>
                <c:pt idx="12137">
                  <c:v>1323.1</c:v>
                </c:pt>
                <c:pt idx="12138">
                  <c:v>1303.33</c:v>
                </c:pt>
                <c:pt idx="12139">
                  <c:v>1325.78</c:v>
                </c:pt>
                <c:pt idx="12140">
                  <c:v>1393.65</c:v>
                </c:pt>
                <c:pt idx="12141">
                  <c:v>1523.82</c:v>
                </c:pt>
                <c:pt idx="12142">
                  <c:v>1732.82</c:v>
                </c:pt>
                <c:pt idx="12143">
                  <c:v>2003.35</c:v>
                </c:pt>
                <c:pt idx="12144">
                  <c:v>2261.37</c:v>
                </c:pt>
                <c:pt idx="12145">
                  <c:v>2421.12</c:v>
                </c:pt>
                <c:pt idx="12146">
                  <c:v>2435.4499999999998</c:v>
                </c:pt>
                <c:pt idx="12147">
                  <c:v>2313.59</c:v>
                </c:pt>
                <c:pt idx="12148">
                  <c:v>2120.61</c:v>
                </c:pt>
                <c:pt idx="12149">
                  <c:v>1934.69</c:v>
                </c:pt>
                <c:pt idx="12150">
                  <c:v>1810.78</c:v>
                </c:pt>
                <c:pt idx="12151">
                  <c:v>1780.34</c:v>
                </c:pt>
                <c:pt idx="12152">
                  <c:v>1853.1</c:v>
                </c:pt>
                <c:pt idx="12153">
                  <c:v>1980.07</c:v>
                </c:pt>
                <c:pt idx="12154">
                  <c:v>2045.28</c:v>
                </c:pt>
                <c:pt idx="12155">
                  <c:v>1991.47</c:v>
                </c:pt>
                <c:pt idx="12156">
                  <c:v>1827.35</c:v>
                </c:pt>
                <c:pt idx="12157">
                  <c:v>1592.54</c:v>
                </c:pt>
                <c:pt idx="12158">
                  <c:v>1345</c:v>
                </c:pt>
                <c:pt idx="12159">
                  <c:v>1124.43</c:v>
                </c:pt>
                <c:pt idx="12160">
                  <c:v>945.87400000000002</c:v>
                </c:pt>
                <c:pt idx="12161">
                  <c:v>804.30200000000002</c:v>
                </c:pt>
                <c:pt idx="12162">
                  <c:v>697.428</c:v>
                </c:pt>
                <c:pt idx="12163">
                  <c:v>624.06399999999996</c:v>
                </c:pt>
                <c:pt idx="12164">
                  <c:v>581.47500000000002</c:v>
                </c:pt>
                <c:pt idx="12165">
                  <c:v>563.875</c:v>
                </c:pt>
                <c:pt idx="12166">
                  <c:v>565.38599999999997</c:v>
                </c:pt>
                <c:pt idx="12167">
                  <c:v>573.69299999999998</c:v>
                </c:pt>
                <c:pt idx="12168">
                  <c:v>575.73500000000001</c:v>
                </c:pt>
                <c:pt idx="12169">
                  <c:v>569.31700000000001</c:v>
                </c:pt>
                <c:pt idx="12170">
                  <c:v>561.44799999999998</c:v>
                </c:pt>
                <c:pt idx="12171">
                  <c:v>558.26300000000003</c:v>
                </c:pt>
                <c:pt idx="12172">
                  <c:v>560.91899999999998</c:v>
                </c:pt>
                <c:pt idx="12173">
                  <c:v>566.55999999999995</c:v>
                </c:pt>
                <c:pt idx="12174">
                  <c:v>569.12099999999998</c:v>
                </c:pt>
                <c:pt idx="12175">
                  <c:v>557.90099999999995</c:v>
                </c:pt>
                <c:pt idx="12176">
                  <c:v>530.73800000000006</c:v>
                </c:pt>
                <c:pt idx="12177">
                  <c:v>496.49</c:v>
                </c:pt>
                <c:pt idx="12178">
                  <c:v>466.34</c:v>
                </c:pt>
                <c:pt idx="12179">
                  <c:v>447.14800000000002</c:v>
                </c:pt>
                <c:pt idx="12180">
                  <c:v>435.43299999999999</c:v>
                </c:pt>
                <c:pt idx="12181">
                  <c:v>421.173</c:v>
                </c:pt>
                <c:pt idx="12182">
                  <c:v>399.49599999999998</c:v>
                </c:pt>
                <c:pt idx="12183">
                  <c:v>371.12099999999998</c:v>
                </c:pt>
                <c:pt idx="12184">
                  <c:v>341.10199999999998</c:v>
                </c:pt>
                <c:pt idx="12185">
                  <c:v>315.37799999999999</c:v>
                </c:pt>
                <c:pt idx="12186">
                  <c:v>297.86200000000002</c:v>
                </c:pt>
                <c:pt idx="12187">
                  <c:v>289.161</c:v>
                </c:pt>
                <c:pt idx="12188">
                  <c:v>287.79500000000002</c:v>
                </c:pt>
                <c:pt idx="12189">
                  <c:v>290.036</c:v>
                </c:pt>
                <c:pt idx="12190">
                  <c:v>295.03899999999999</c:v>
                </c:pt>
                <c:pt idx="12191">
                  <c:v>303.21300000000002</c:v>
                </c:pt>
                <c:pt idx="12192">
                  <c:v>314.565</c:v>
                </c:pt>
                <c:pt idx="12193">
                  <c:v>328.15100000000001</c:v>
                </c:pt>
                <c:pt idx="12194">
                  <c:v>342.62299999999999</c:v>
                </c:pt>
                <c:pt idx="12195">
                  <c:v>356.56599999999997</c:v>
                </c:pt>
                <c:pt idx="12196">
                  <c:v>367.56799999999998</c:v>
                </c:pt>
                <c:pt idx="12197">
                  <c:v>373.13</c:v>
                </c:pt>
                <c:pt idx="12198">
                  <c:v>371.68</c:v>
                </c:pt>
                <c:pt idx="12199">
                  <c:v>362.23</c:v>
                </c:pt>
                <c:pt idx="12200">
                  <c:v>345.86</c:v>
                </c:pt>
                <c:pt idx="12201">
                  <c:v>325.86399999999998</c:v>
                </c:pt>
                <c:pt idx="12202">
                  <c:v>307.16800000000001</c:v>
                </c:pt>
                <c:pt idx="12203">
                  <c:v>293.42500000000001</c:v>
                </c:pt>
                <c:pt idx="12204">
                  <c:v>286.20999999999998</c:v>
                </c:pt>
                <c:pt idx="12205">
                  <c:v>286.18599999999998</c:v>
                </c:pt>
                <c:pt idx="12206">
                  <c:v>294.065</c:v>
                </c:pt>
                <c:pt idx="12207">
                  <c:v>310.39499999999998</c:v>
                </c:pt>
                <c:pt idx="12208">
                  <c:v>334.93400000000003</c:v>
                </c:pt>
                <c:pt idx="12209">
                  <c:v>366.35899999999998</c:v>
                </c:pt>
                <c:pt idx="12210">
                  <c:v>402.96</c:v>
                </c:pt>
                <c:pt idx="12211">
                  <c:v>442.173</c:v>
                </c:pt>
                <c:pt idx="12212">
                  <c:v>479.63099999999997</c:v>
                </c:pt>
                <c:pt idx="12213">
                  <c:v>512.428</c:v>
                </c:pt>
                <c:pt idx="12214">
                  <c:v>540.86199999999997</c:v>
                </c:pt>
                <c:pt idx="12215">
                  <c:v>564.94399999999996</c:v>
                </c:pt>
                <c:pt idx="12216">
                  <c:v>585.65700000000004</c:v>
                </c:pt>
                <c:pt idx="12217">
                  <c:v>607.01400000000001</c:v>
                </c:pt>
                <c:pt idx="12218">
                  <c:v>634.79100000000005</c:v>
                </c:pt>
                <c:pt idx="12219">
                  <c:v>673.75199999999995</c:v>
                </c:pt>
                <c:pt idx="12220">
                  <c:v>728.928</c:v>
                </c:pt>
                <c:pt idx="12221">
                  <c:v>804.75199999999995</c:v>
                </c:pt>
                <c:pt idx="12222">
                  <c:v>905.30600000000004</c:v>
                </c:pt>
                <c:pt idx="12223">
                  <c:v>1034.54</c:v>
                </c:pt>
                <c:pt idx="12224">
                  <c:v>1193.01</c:v>
                </c:pt>
                <c:pt idx="12225">
                  <c:v>1376.19</c:v>
                </c:pt>
                <c:pt idx="12226">
                  <c:v>1573.4</c:v>
                </c:pt>
                <c:pt idx="12227">
                  <c:v>1766.91</c:v>
                </c:pt>
                <c:pt idx="12228">
                  <c:v>1935.28</c:v>
                </c:pt>
                <c:pt idx="12229">
                  <c:v>2061.12</c:v>
                </c:pt>
                <c:pt idx="12230">
                  <c:v>2131.83</c:v>
                </c:pt>
                <c:pt idx="12231">
                  <c:v>2134.27</c:v>
                </c:pt>
                <c:pt idx="12232">
                  <c:v>2064.39</c:v>
                </c:pt>
                <c:pt idx="12233">
                  <c:v>1933.06</c:v>
                </c:pt>
                <c:pt idx="12234">
                  <c:v>1760.49</c:v>
                </c:pt>
                <c:pt idx="12235">
                  <c:v>1569.88</c:v>
                </c:pt>
                <c:pt idx="12236">
                  <c:v>1380.93</c:v>
                </c:pt>
                <c:pt idx="12237">
                  <c:v>1207.92</c:v>
                </c:pt>
                <c:pt idx="12238">
                  <c:v>1060.5</c:v>
                </c:pt>
                <c:pt idx="12239">
                  <c:v>944.03099999999995</c:v>
                </c:pt>
                <c:pt idx="12240">
                  <c:v>860.11900000000003</c:v>
                </c:pt>
                <c:pt idx="12241">
                  <c:v>806.21500000000003</c:v>
                </c:pt>
                <c:pt idx="12242">
                  <c:v>777.06700000000001</c:v>
                </c:pt>
                <c:pt idx="12243">
                  <c:v>765.15</c:v>
                </c:pt>
                <c:pt idx="12244">
                  <c:v>760.27499999999998</c:v>
                </c:pt>
                <c:pt idx="12245">
                  <c:v>752.32600000000002</c:v>
                </c:pt>
                <c:pt idx="12246">
                  <c:v>735.65300000000002</c:v>
                </c:pt>
                <c:pt idx="12247">
                  <c:v>707.59799999999996</c:v>
                </c:pt>
                <c:pt idx="12248">
                  <c:v>667.27</c:v>
                </c:pt>
                <c:pt idx="12249">
                  <c:v>616.05899999999997</c:v>
                </c:pt>
                <c:pt idx="12250">
                  <c:v>557.005</c:v>
                </c:pt>
                <c:pt idx="12251">
                  <c:v>495.94200000000001</c:v>
                </c:pt>
                <c:pt idx="12252">
                  <c:v>438.07299999999998</c:v>
                </c:pt>
                <c:pt idx="12253">
                  <c:v>387</c:v>
                </c:pt>
                <c:pt idx="12254">
                  <c:v>343.23099999999999</c:v>
                </c:pt>
                <c:pt idx="12255">
                  <c:v>305.976</c:v>
                </c:pt>
                <c:pt idx="12256">
                  <c:v>275.27699999999999</c:v>
                </c:pt>
                <c:pt idx="12257">
                  <c:v>251.46299999999999</c:v>
                </c:pt>
                <c:pt idx="12258">
                  <c:v>233.601</c:v>
                </c:pt>
                <c:pt idx="12259">
                  <c:v>220.548</c:v>
                </c:pt>
                <c:pt idx="12260">
                  <c:v>211.30199999999999</c:v>
                </c:pt>
                <c:pt idx="12261">
                  <c:v>204.935</c:v>
                </c:pt>
                <c:pt idx="12262">
                  <c:v>200.68199999999999</c:v>
                </c:pt>
                <c:pt idx="12263">
                  <c:v>197.81100000000001</c:v>
                </c:pt>
                <c:pt idx="12264">
                  <c:v>195.80600000000001</c:v>
                </c:pt>
                <c:pt idx="12265">
                  <c:v>194.637</c:v>
                </c:pt>
                <c:pt idx="12266">
                  <c:v>194.416</c:v>
                </c:pt>
                <c:pt idx="12267">
                  <c:v>195.05799999999999</c:v>
                </c:pt>
                <c:pt idx="12268">
                  <c:v>196.797</c:v>
                </c:pt>
                <c:pt idx="12269">
                  <c:v>200.15600000000001</c:v>
                </c:pt>
                <c:pt idx="12270">
                  <c:v>205.261</c:v>
                </c:pt>
                <c:pt idx="12271">
                  <c:v>212.959</c:v>
                </c:pt>
                <c:pt idx="12272">
                  <c:v>224.68899999999999</c:v>
                </c:pt>
                <c:pt idx="12273">
                  <c:v>241.541</c:v>
                </c:pt>
                <c:pt idx="12274">
                  <c:v>264.459</c:v>
                </c:pt>
                <c:pt idx="12275">
                  <c:v>294.77699999999999</c:v>
                </c:pt>
                <c:pt idx="12276">
                  <c:v>333.53899999999999</c:v>
                </c:pt>
                <c:pt idx="12277">
                  <c:v>379.91300000000001</c:v>
                </c:pt>
                <c:pt idx="12278">
                  <c:v>431.26499999999999</c:v>
                </c:pt>
                <c:pt idx="12279">
                  <c:v>483.596</c:v>
                </c:pt>
                <c:pt idx="12280">
                  <c:v>532.47</c:v>
                </c:pt>
                <c:pt idx="12281">
                  <c:v>573.61099999999999</c:v>
                </c:pt>
                <c:pt idx="12282">
                  <c:v>605.56299999999999</c:v>
                </c:pt>
                <c:pt idx="12283">
                  <c:v>628.26700000000005</c:v>
                </c:pt>
                <c:pt idx="12284">
                  <c:v>643.35799999999995</c:v>
                </c:pt>
                <c:pt idx="12285">
                  <c:v>654.02499999999998</c:v>
                </c:pt>
                <c:pt idx="12286">
                  <c:v>665.87</c:v>
                </c:pt>
                <c:pt idx="12287">
                  <c:v>685.39</c:v>
                </c:pt>
                <c:pt idx="12288">
                  <c:v>719.01499999999999</c:v>
                </c:pt>
                <c:pt idx="12289">
                  <c:v>771.29</c:v>
                </c:pt>
                <c:pt idx="12290">
                  <c:v>843.23500000000001</c:v>
                </c:pt>
                <c:pt idx="12291">
                  <c:v>933.24400000000003</c:v>
                </c:pt>
                <c:pt idx="12292">
                  <c:v>1037.43</c:v>
                </c:pt>
                <c:pt idx="12293">
                  <c:v>1149.22</c:v>
                </c:pt>
                <c:pt idx="12294">
                  <c:v>1259.48</c:v>
                </c:pt>
                <c:pt idx="12295">
                  <c:v>1356.3</c:v>
                </c:pt>
                <c:pt idx="12296">
                  <c:v>1425.52</c:v>
                </c:pt>
                <c:pt idx="12297">
                  <c:v>1456.09</c:v>
                </c:pt>
                <c:pt idx="12298">
                  <c:v>1444.75</c:v>
                </c:pt>
                <c:pt idx="12299">
                  <c:v>1393.58</c:v>
                </c:pt>
                <c:pt idx="12300">
                  <c:v>1307.3900000000001</c:v>
                </c:pt>
                <c:pt idx="12301">
                  <c:v>1191.3599999999999</c:v>
                </c:pt>
                <c:pt idx="12302">
                  <c:v>1053.8900000000001</c:v>
                </c:pt>
                <c:pt idx="12303">
                  <c:v>907.20699999999999</c:v>
                </c:pt>
                <c:pt idx="12304">
                  <c:v>764.39099999999996</c:v>
                </c:pt>
                <c:pt idx="12305">
                  <c:v>636.98</c:v>
                </c:pt>
                <c:pt idx="12306">
                  <c:v>532.26599999999996</c:v>
                </c:pt>
                <c:pt idx="12307">
                  <c:v>451.96800000000002</c:v>
                </c:pt>
                <c:pt idx="12308">
                  <c:v>394.60500000000002</c:v>
                </c:pt>
                <c:pt idx="12309">
                  <c:v>356.13499999999999</c:v>
                </c:pt>
                <c:pt idx="12310">
                  <c:v>331.45499999999998</c:v>
                </c:pt>
                <c:pt idx="12311">
                  <c:v>315.68</c:v>
                </c:pt>
                <c:pt idx="12312">
                  <c:v>304.49400000000003</c:v>
                </c:pt>
                <c:pt idx="12313">
                  <c:v>294.59100000000001</c:v>
                </c:pt>
                <c:pt idx="12314">
                  <c:v>284.20499999999998</c:v>
                </c:pt>
                <c:pt idx="12315">
                  <c:v>271.94200000000001</c:v>
                </c:pt>
                <c:pt idx="12316">
                  <c:v>257.00099999999998</c:v>
                </c:pt>
                <c:pt idx="12317">
                  <c:v>239.45</c:v>
                </c:pt>
                <c:pt idx="12318">
                  <c:v>219.87</c:v>
                </c:pt>
                <c:pt idx="12319">
                  <c:v>199.28100000000001</c:v>
                </c:pt>
                <c:pt idx="12320">
                  <c:v>179.34</c:v>
                </c:pt>
                <c:pt idx="12321">
                  <c:v>161.619</c:v>
                </c:pt>
                <c:pt idx="12322">
                  <c:v>146.114</c:v>
                </c:pt>
                <c:pt idx="12323">
                  <c:v>132.81100000000001</c:v>
                </c:pt>
                <c:pt idx="12324">
                  <c:v>122.44499999999999</c:v>
                </c:pt>
                <c:pt idx="12325">
                  <c:v>114.49</c:v>
                </c:pt>
                <c:pt idx="12326">
                  <c:v>108.334</c:v>
                </c:pt>
                <c:pt idx="12327">
                  <c:v>103.709</c:v>
                </c:pt>
                <c:pt idx="12328">
                  <c:v>100.271</c:v>
                </c:pt>
                <c:pt idx="12329">
                  <c:v>97.739500000000007</c:v>
                </c:pt>
                <c:pt idx="12330">
                  <c:v>95.778199999999998</c:v>
                </c:pt>
                <c:pt idx="12331">
                  <c:v>94.382199999999997</c:v>
                </c:pt>
                <c:pt idx="12332">
                  <c:v>93.581599999999995</c:v>
                </c:pt>
                <c:pt idx="12333">
                  <c:v>93.011799999999994</c:v>
                </c:pt>
                <c:pt idx="12334">
                  <c:v>92.242500000000007</c:v>
                </c:pt>
                <c:pt idx="12335">
                  <c:v>91.206599999999995</c:v>
                </c:pt>
                <c:pt idx="12336">
                  <c:v>90.135599999999997</c:v>
                </c:pt>
                <c:pt idx="12337">
                  <c:v>89.601799999999997</c:v>
                </c:pt>
                <c:pt idx="12338">
                  <c:v>88.949799999999996</c:v>
                </c:pt>
                <c:pt idx="12339">
                  <c:v>87.708500000000001</c:v>
                </c:pt>
                <c:pt idx="12340">
                  <c:v>86.673199999999994</c:v>
                </c:pt>
                <c:pt idx="12341">
                  <c:v>85.945400000000006</c:v>
                </c:pt>
                <c:pt idx="12342">
                  <c:v>85.2286</c:v>
                </c:pt>
                <c:pt idx="12343">
                  <c:v>85.660600000000002</c:v>
                </c:pt>
                <c:pt idx="12344">
                  <c:v>87.318299999999994</c:v>
                </c:pt>
                <c:pt idx="12345">
                  <c:v>89.383899999999997</c:v>
                </c:pt>
                <c:pt idx="12346">
                  <c:v>90.757900000000006</c:v>
                </c:pt>
                <c:pt idx="12347">
                  <c:v>91.157200000000003</c:v>
                </c:pt>
                <c:pt idx="12348">
                  <c:v>90.903499999999994</c:v>
                </c:pt>
                <c:pt idx="12349">
                  <c:v>89.746499999999997</c:v>
                </c:pt>
                <c:pt idx="12350">
                  <c:v>88.217399999999998</c:v>
                </c:pt>
                <c:pt idx="12351">
                  <c:v>86.274000000000001</c:v>
                </c:pt>
                <c:pt idx="12352">
                  <c:v>84.116600000000005</c:v>
                </c:pt>
                <c:pt idx="12353">
                  <c:v>82.405199999999994</c:v>
                </c:pt>
                <c:pt idx="12354">
                  <c:v>81.652500000000003</c:v>
                </c:pt>
                <c:pt idx="12355">
                  <c:v>81.810400000000001</c:v>
                </c:pt>
                <c:pt idx="12356">
                  <c:v>82.4392</c:v>
                </c:pt>
                <c:pt idx="12357">
                  <c:v>83.600999999999999</c:v>
                </c:pt>
                <c:pt idx="12358">
                  <c:v>85.484899999999996</c:v>
                </c:pt>
                <c:pt idx="12359">
                  <c:v>88.472399999999993</c:v>
                </c:pt>
                <c:pt idx="12360">
                  <c:v>92.157200000000003</c:v>
                </c:pt>
                <c:pt idx="12361">
                  <c:v>96.665199999999999</c:v>
                </c:pt>
                <c:pt idx="12362">
                  <c:v>102.572</c:v>
                </c:pt>
                <c:pt idx="12363">
                  <c:v>110.05</c:v>
                </c:pt>
                <c:pt idx="12364">
                  <c:v>118.104</c:v>
                </c:pt>
                <c:pt idx="12365">
                  <c:v>126.018</c:v>
                </c:pt>
                <c:pt idx="12366">
                  <c:v>133.679</c:v>
                </c:pt>
                <c:pt idx="12367">
                  <c:v>140.57300000000001</c:v>
                </c:pt>
                <c:pt idx="12368">
                  <c:v>146.82</c:v>
                </c:pt>
                <c:pt idx="12369">
                  <c:v>152.76900000000001</c:v>
                </c:pt>
                <c:pt idx="12370">
                  <c:v>158.49700000000001</c:v>
                </c:pt>
                <c:pt idx="12371">
                  <c:v>164.69900000000001</c:v>
                </c:pt>
                <c:pt idx="12372">
                  <c:v>172.357</c:v>
                </c:pt>
                <c:pt idx="12373">
                  <c:v>181.93600000000001</c:v>
                </c:pt>
                <c:pt idx="12374">
                  <c:v>194.124</c:v>
                </c:pt>
                <c:pt idx="12375">
                  <c:v>210.58500000000001</c:v>
                </c:pt>
                <c:pt idx="12376">
                  <c:v>233.15600000000001</c:v>
                </c:pt>
                <c:pt idx="12377">
                  <c:v>263.67200000000003</c:v>
                </c:pt>
                <c:pt idx="12378">
                  <c:v>302.26400000000001</c:v>
                </c:pt>
                <c:pt idx="12379">
                  <c:v>347.89699999999999</c:v>
                </c:pt>
                <c:pt idx="12380">
                  <c:v>397.18299999999999</c:v>
                </c:pt>
                <c:pt idx="12381">
                  <c:v>445.024</c:v>
                </c:pt>
                <c:pt idx="12382">
                  <c:v>487.03500000000003</c:v>
                </c:pt>
                <c:pt idx="12383">
                  <c:v>519.77</c:v>
                </c:pt>
                <c:pt idx="12384">
                  <c:v>540.55100000000004</c:v>
                </c:pt>
                <c:pt idx="12385">
                  <c:v>546.923</c:v>
                </c:pt>
                <c:pt idx="12386">
                  <c:v>537.81799999999998</c:v>
                </c:pt>
                <c:pt idx="12387">
                  <c:v>514.48900000000003</c:v>
                </c:pt>
                <c:pt idx="12388">
                  <c:v>479.86599999999999</c:v>
                </c:pt>
                <c:pt idx="12389">
                  <c:v>438.80900000000003</c:v>
                </c:pt>
                <c:pt idx="12390">
                  <c:v>396.81799999999998</c:v>
                </c:pt>
                <c:pt idx="12391">
                  <c:v>358.596</c:v>
                </c:pt>
                <c:pt idx="12392">
                  <c:v>327.44799999999998</c:v>
                </c:pt>
                <c:pt idx="12393">
                  <c:v>305.3</c:v>
                </c:pt>
                <c:pt idx="12394">
                  <c:v>293.49099999999999</c:v>
                </c:pt>
                <c:pt idx="12395">
                  <c:v>290.96100000000001</c:v>
                </c:pt>
                <c:pt idx="12396">
                  <c:v>294.92599999999999</c:v>
                </c:pt>
                <c:pt idx="12397">
                  <c:v>302.02</c:v>
                </c:pt>
                <c:pt idx="12398">
                  <c:v>308.08999999999997</c:v>
                </c:pt>
                <c:pt idx="12399">
                  <c:v>309.76900000000001</c:v>
                </c:pt>
                <c:pt idx="12400">
                  <c:v>305.8</c:v>
                </c:pt>
                <c:pt idx="12401">
                  <c:v>295.89</c:v>
                </c:pt>
                <c:pt idx="12402">
                  <c:v>280.51499999999999</c:v>
                </c:pt>
                <c:pt idx="12403">
                  <c:v>261.74400000000003</c:v>
                </c:pt>
                <c:pt idx="12404">
                  <c:v>240.79900000000001</c:v>
                </c:pt>
                <c:pt idx="12405">
                  <c:v>219.93100000000001</c:v>
                </c:pt>
                <c:pt idx="12406">
                  <c:v>201.06299999999999</c:v>
                </c:pt>
                <c:pt idx="12407">
                  <c:v>184.91200000000001</c:v>
                </c:pt>
                <c:pt idx="12408">
                  <c:v>171.37</c:v>
                </c:pt>
                <c:pt idx="12409">
                  <c:v>160.29499999999999</c:v>
                </c:pt>
                <c:pt idx="12410">
                  <c:v>151.76599999999999</c:v>
                </c:pt>
                <c:pt idx="12411">
                  <c:v>146.001</c:v>
                </c:pt>
                <c:pt idx="12412">
                  <c:v>142.80000000000001</c:v>
                </c:pt>
                <c:pt idx="12413">
                  <c:v>141.751</c:v>
                </c:pt>
                <c:pt idx="12414">
                  <c:v>142.066</c:v>
                </c:pt>
                <c:pt idx="12415">
                  <c:v>143.047</c:v>
                </c:pt>
                <c:pt idx="12416">
                  <c:v>144.22</c:v>
                </c:pt>
                <c:pt idx="12417">
                  <c:v>145.33099999999999</c:v>
                </c:pt>
                <c:pt idx="12418">
                  <c:v>146.69</c:v>
                </c:pt>
                <c:pt idx="12419">
                  <c:v>147.488</c:v>
                </c:pt>
                <c:pt idx="12420">
                  <c:v>147.726</c:v>
                </c:pt>
                <c:pt idx="12421">
                  <c:v>147.58500000000001</c:v>
                </c:pt>
                <c:pt idx="12422">
                  <c:v>146.60900000000001</c:v>
                </c:pt>
                <c:pt idx="12423">
                  <c:v>144.59100000000001</c:v>
                </c:pt>
                <c:pt idx="12424">
                  <c:v>142.68100000000001</c:v>
                </c:pt>
                <c:pt idx="12425">
                  <c:v>141.066</c:v>
                </c:pt>
                <c:pt idx="12426">
                  <c:v>140.46700000000001</c:v>
                </c:pt>
                <c:pt idx="12427">
                  <c:v>141.59399999999999</c:v>
                </c:pt>
                <c:pt idx="12428">
                  <c:v>144.333</c:v>
                </c:pt>
                <c:pt idx="12429">
                  <c:v>148.739</c:v>
                </c:pt>
                <c:pt idx="12430">
                  <c:v>154.94499999999999</c:v>
                </c:pt>
                <c:pt idx="12431">
                  <c:v>163.05799999999999</c:v>
                </c:pt>
                <c:pt idx="12432">
                  <c:v>172.791</c:v>
                </c:pt>
                <c:pt idx="12433">
                  <c:v>183.233</c:v>
                </c:pt>
                <c:pt idx="12434">
                  <c:v>193.148</c:v>
                </c:pt>
                <c:pt idx="12435">
                  <c:v>201.74700000000001</c:v>
                </c:pt>
                <c:pt idx="12436">
                  <c:v>209.53899999999999</c:v>
                </c:pt>
                <c:pt idx="12437">
                  <c:v>216.51400000000001</c:v>
                </c:pt>
                <c:pt idx="12438">
                  <c:v>222.36600000000001</c:v>
                </c:pt>
                <c:pt idx="12439">
                  <c:v>227.059</c:v>
                </c:pt>
                <c:pt idx="12440">
                  <c:v>231.22200000000001</c:v>
                </c:pt>
                <c:pt idx="12441">
                  <c:v>235.99600000000001</c:v>
                </c:pt>
                <c:pt idx="12442">
                  <c:v>242.494</c:v>
                </c:pt>
                <c:pt idx="12443">
                  <c:v>252.30199999999999</c:v>
                </c:pt>
                <c:pt idx="12444">
                  <c:v>266.54000000000002</c:v>
                </c:pt>
                <c:pt idx="12445">
                  <c:v>285.83499999999998</c:v>
                </c:pt>
                <c:pt idx="12446">
                  <c:v>309.57499999999999</c:v>
                </c:pt>
                <c:pt idx="12447">
                  <c:v>336.61700000000002</c:v>
                </c:pt>
                <c:pt idx="12448">
                  <c:v>364.65899999999999</c:v>
                </c:pt>
                <c:pt idx="12449">
                  <c:v>391.154</c:v>
                </c:pt>
                <c:pt idx="12450">
                  <c:v>412.84800000000001</c:v>
                </c:pt>
                <c:pt idx="12451">
                  <c:v>427.15699999999998</c:v>
                </c:pt>
                <c:pt idx="12452">
                  <c:v>432.46699999999998</c:v>
                </c:pt>
                <c:pt idx="12453">
                  <c:v>428.71800000000002</c:v>
                </c:pt>
                <c:pt idx="12454">
                  <c:v>416.3</c:v>
                </c:pt>
                <c:pt idx="12455">
                  <c:v>395.64600000000002</c:v>
                </c:pt>
                <c:pt idx="12456">
                  <c:v>368.71199999999999</c:v>
                </c:pt>
                <c:pt idx="12457">
                  <c:v>338.23399999999998</c:v>
                </c:pt>
                <c:pt idx="12458">
                  <c:v>307.10199999999998</c:v>
                </c:pt>
                <c:pt idx="12459">
                  <c:v>277.92899999999997</c:v>
                </c:pt>
                <c:pt idx="12460">
                  <c:v>253.11500000000001</c:v>
                </c:pt>
                <c:pt idx="12461">
                  <c:v>234.053</c:v>
                </c:pt>
                <c:pt idx="12462">
                  <c:v>220.32300000000001</c:v>
                </c:pt>
                <c:pt idx="12463">
                  <c:v>210.511</c:v>
                </c:pt>
                <c:pt idx="12464">
                  <c:v>203.23099999999999</c:v>
                </c:pt>
                <c:pt idx="12465">
                  <c:v>197.45099999999999</c:v>
                </c:pt>
                <c:pt idx="12466">
                  <c:v>192.60400000000001</c:v>
                </c:pt>
                <c:pt idx="12467">
                  <c:v>188.10599999999999</c:v>
                </c:pt>
                <c:pt idx="12468">
                  <c:v>183.43600000000001</c:v>
                </c:pt>
                <c:pt idx="12469">
                  <c:v>178.52799999999999</c:v>
                </c:pt>
                <c:pt idx="12470">
                  <c:v>173.09700000000001</c:v>
                </c:pt>
                <c:pt idx="12471">
                  <c:v>166.75399999999999</c:v>
                </c:pt>
                <c:pt idx="12472">
                  <c:v>159.92699999999999</c:v>
                </c:pt>
                <c:pt idx="12473">
                  <c:v>152.267</c:v>
                </c:pt>
                <c:pt idx="12474">
                  <c:v>143.25899999999999</c:v>
                </c:pt>
                <c:pt idx="12475">
                  <c:v>133.66999999999999</c:v>
                </c:pt>
                <c:pt idx="12476">
                  <c:v>124.22799999999999</c:v>
                </c:pt>
                <c:pt idx="12477">
                  <c:v>116.613</c:v>
                </c:pt>
                <c:pt idx="12478">
                  <c:v>111.614</c:v>
                </c:pt>
                <c:pt idx="12479">
                  <c:v>109.599</c:v>
                </c:pt>
                <c:pt idx="12480">
                  <c:v>110.398</c:v>
                </c:pt>
                <c:pt idx="12481">
                  <c:v>113.43899999999999</c:v>
                </c:pt>
                <c:pt idx="12482">
                  <c:v>118.51900000000001</c:v>
                </c:pt>
                <c:pt idx="12483">
                  <c:v>125.074</c:v>
                </c:pt>
                <c:pt idx="12484">
                  <c:v>133.23599999999999</c:v>
                </c:pt>
                <c:pt idx="12485">
                  <c:v>142.87799999999999</c:v>
                </c:pt>
                <c:pt idx="12486">
                  <c:v>153.631</c:v>
                </c:pt>
                <c:pt idx="12487">
                  <c:v>164.60400000000001</c:v>
                </c:pt>
                <c:pt idx="12488">
                  <c:v>175.04</c:v>
                </c:pt>
                <c:pt idx="12489">
                  <c:v>183.63800000000001</c:v>
                </c:pt>
                <c:pt idx="12490">
                  <c:v>189.46700000000001</c:v>
                </c:pt>
                <c:pt idx="12491">
                  <c:v>191.904</c:v>
                </c:pt>
                <c:pt idx="12492">
                  <c:v>189.71700000000001</c:v>
                </c:pt>
                <c:pt idx="12493">
                  <c:v>182.99299999999999</c:v>
                </c:pt>
                <c:pt idx="12494">
                  <c:v>172.77500000000001</c:v>
                </c:pt>
                <c:pt idx="12495">
                  <c:v>160.32599999999999</c:v>
                </c:pt>
                <c:pt idx="12496">
                  <c:v>146.334</c:v>
                </c:pt>
                <c:pt idx="12497">
                  <c:v>132.51</c:v>
                </c:pt>
                <c:pt idx="12498">
                  <c:v>120.15600000000001</c:v>
                </c:pt>
                <c:pt idx="12499">
                  <c:v>110.11</c:v>
                </c:pt>
                <c:pt idx="12500">
                  <c:v>102.587</c:v>
                </c:pt>
                <c:pt idx="12501">
                  <c:v>96.601399999999998</c:v>
                </c:pt>
                <c:pt idx="12502">
                  <c:v>91.980900000000005</c:v>
                </c:pt>
                <c:pt idx="12503">
                  <c:v>88.962500000000006</c:v>
                </c:pt>
                <c:pt idx="12504">
                  <c:v>87.140600000000006</c:v>
                </c:pt>
                <c:pt idx="12505">
                  <c:v>86.346699999999998</c:v>
                </c:pt>
                <c:pt idx="12506">
                  <c:v>85.9756</c:v>
                </c:pt>
                <c:pt idx="12507">
                  <c:v>84.743799999999993</c:v>
                </c:pt>
                <c:pt idx="12508">
                  <c:v>81.832599999999999</c:v>
                </c:pt>
                <c:pt idx="12509">
                  <c:v>77.574600000000004</c:v>
                </c:pt>
                <c:pt idx="12510">
                  <c:v>73.061000000000007</c:v>
                </c:pt>
                <c:pt idx="12511">
                  <c:v>69.632400000000004</c:v>
                </c:pt>
                <c:pt idx="12512">
                  <c:v>68.244299999999996</c:v>
                </c:pt>
                <c:pt idx="12513">
                  <c:v>68.694400000000002</c:v>
                </c:pt>
                <c:pt idx="12514">
                  <c:v>71.488900000000001</c:v>
                </c:pt>
                <c:pt idx="12515">
                  <c:v>77.429900000000004</c:v>
                </c:pt>
                <c:pt idx="12516">
                  <c:v>85.426400000000001</c:v>
                </c:pt>
                <c:pt idx="12517">
                  <c:v>92.577200000000005</c:v>
                </c:pt>
                <c:pt idx="12518">
                  <c:v>96.321399999999997</c:v>
                </c:pt>
                <c:pt idx="12519">
                  <c:v>95.426699999999997</c:v>
                </c:pt>
                <c:pt idx="12520">
                  <c:v>90.412000000000006</c:v>
                </c:pt>
                <c:pt idx="12521">
                  <c:v>83.503699999999995</c:v>
                </c:pt>
                <c:pt idx="12522">
                  <c:v>77.489699999999999</c:v>
                </c:pt>
                <c:pt idx="12523">
                  <c:v>73.587800000000001</c:v>
                </c:pt>
                <c:pt idx="12524">
                  <c:v>72.188400000000001</c:v>
                </c:pt>
                <c:pt idx="12525">
                  <c:v>73.155000000000001</c:v>
                </c:pt>
                <c:pt idx="12526">
                  <c:v>76.584400000000002</c:v>
                </c:pt>
                <c:pt idx="12527">
                  <c:v>81.446299999999994</c:v>
                </c:pt>
                <c:pt idx="12528">
                  <c:v>86.253699999999995</c:v>
                </c:pt>
                <c:pt idx="12529">
                  <c:v>89.941100000000006</c:v>
                </c:pt>
                <c:pt idx="12530">
                  <c:v>91.6036</c:v>
                </c:pt>
                <c:pt idx="12531">
                  <c:v>91.761499999999998</c:v>
                </c:pt>
                <c:pt idx="12532">
                  <c:v>91.688500000000005</c:v>
                </c:pt>
                <c:pt idx="12533">
                  <c:v>93.017600000000002</c:v>
                </c:pt>
                <c:pt idx="12534">
                  <c:v>96.753200000000007</c:v>
                </c:pt>
                <c:pt idx="12535">
                  <c:v>103.14400000000001</c:v>
                </c:pt>
                <c:pt idx="12536">
                  <c:v>112.419</c:v>
                </c:pt>
                <c:pt idx="12537">
                  <c:v>123.61799999999999</c:v>
                </c:pt>
                <c:pt idx="12538">
                  <c:v>135.24799999999999</c:v>
                </c:pt>
                <c:pt idx="12539">
                  <c:v>145.83099999999999</c:v>
                </c:pt>
                <c:pt idx="12540">
                  <c:v>153.589</c:v>
                </c:pt>
                <c:pt idx="12541">
                  <c:v>157.08099999999999</c:v>
                </c:pt>
                <c:pt idx="12542">
                  <c:v>155.88999999999999</c:v>
                </c:pt>
                <c:pt idx="12543">
                  <c:v>150.10900000000001</c:v>
                </c:pt>
                <c:pt idx="12544">
                  <c:v>139.94900000000001</c:v>
                </c:pt>
                <c:pt idx="12545">
                  <c:v>127.08199999999999</c:v>
                </c:pt>
                <c:pt idx="12546">
                  <c:v>112.456</c:v>
                </c:pt>
                <c:pt idx="12547">
                  <c:v>97.174800000000005</c:v>
                </c:pt>
                <c:pt idx="12548">
                  <c:v>83.355699999999999</c:v>
                </c:pt>
                <c:pt idx="12549">
                  <c:v>71.516400000000004</c:v>
                </c:pt>
                <c:pt idx="12550">
                  <c:v>61.3217</c:v>
                </c:pt>
                <c:pt idx="12551">
                  <c:v>53.592599999999997</c:v>
                </c:pt>
                <c:pt idx="12552">
                  <c:v>48.033900000000003</c:v>
                </c:pt>
                <c:pt idx="12553">
                  <c:v>44.195</c:v>
                </c:pt>
                <c:pt idx="12554">
                  <c:v>42.235799999999998</c:v>
                </c:pt>
                <c:pt idx="12555">
                  <c:v>41.458500000000001</c:v>
                </c:pt>
                <c:pt idx="12556">
                  <c:v>41.900500000000001</c:v>
                </c:pt>
                <c:pt idx="12557">
                  <c:v>43.2896</c:v>
                </c:pt>
                <c:pt idx="12558">
                  <c:v>44.663600000000002</c:v>
                </c:pt>
                <c:pt idx="12559">
                  <c:v>45.84</c:v>
                </c:pt>
                <c:pt idx="12560">
                  <c:v>46.313899999999997</c:v>
                </c:pt>
                <c:pt idx="12561">
                  <c:v>45.6389</c:v>
                </c:pt>
                <c:pt idx="12562">
                  <c:v>44.058399999999999</c:v>
                </c:pt>
                <c:pt idx="12563">
                  <c:v>41.783700000000003</c:v>
                </c:pt>
                <c:pt idx="12564">
                  <c:v>39.010300000000001</c:v>
                </c:pt>
                <c:pt idx="12565">
                  <c:v>36.334200000000003</c:v>
                </c:pt>
                <c:pt idx="12566">
                  <c:v>33.6648</c:v>
                </c:pt>
                <c:pt idx="12567">
                  <c:v>31.148299999999999</c:v>
                </c:pt>
                <c:pt idx="12568">
                  <c:v>28.905100000000001</c:v>
                </c:pt>
                <c:pt idx="12569">
                  <c:v>27.651900000000001</c:v>
                </c:pt>
                <c:pt idx="12570">
                  <c:v>26.9376</c:v>
                </c:pt>
                <c:pt idx="12571">
                  <c:v>26.0501</c:v>
                </c:pt>
                <c:pt idx="12572">
                  <c:v>25.676100000000002</c:v>
                </c:pt>
                <c:pt idx="12573">
                  <c:v>25.5502</c:v>
                </c:pt>
                <c:pt idx="12574">
                  <c:v>25.277200000000001</c:v>
                </c:pt>
                <c:pt idx="12575">
                  <c:v>24.9589</c:v>
                </c:pt>
                <c:pt idx="12576">
                  <c:v>24.894400000000001</c:v>
                </c:pt>
                <c:pt idx="12577">
                  <c:v>24.822199999999999</c:v>
                </c:pt>
                <c:pt idx="12578">
                  <c:v>24.787800000000001</c:v>
                </c:pt>
                <c:pt idx="12579">
                  <c:v>25.182700000000001</c:v>
                </c:pt>
                <c:pt idx="12580">
                  <c:v>25.8247</c:v>
                </c:pt>
                <c:pt idx="12581">
                  <c:v>26.359400000000001</c:v>
                </c:pt>
                <c:pt idx="12582">
                  <c:v>27.190899999999999</c:v>
                </c:pt>
                <c:pt idx="12583">
                  <c:v>28.1309</c:v>
                </c:pt>
                <c:pt idx="12584">
                  <c:v>29.040900000000001</c:v>
                </c:pt>
                <c:pt idx="12585">
                  <c:v>30.299199999999999</c:v>
                </c:pt>
                <c:pt idx="12586">
                  <c:v>31.322800000000001</c:v>
                </c:pt>
                <c:pt idx="12587">
                  <c:v>32.1038</c:v>
                </c:pt>
                <c:pt idx="12588">
                  <c:v>33.213299999999997</c:v>
                </c:pt>
                <c:pt idx="12589">
                  <c:v>34.694099999999999</c:v>
                </c:pt>
                <c:pt idx="12590">
                  <c:v>36.579500000000003</c:v>
                </c:pt>
                <c:pt idx="12591">
                  <c:v>38.246699999999997</c:v>
                </c:pt>
                <c:pt idx="12592">
                  <c:v>39.848700000000001</c:v>
                </c:pt>
                <c:pt idx="12593">
                  <c:v>41.767800000000001</c:v>
                </c:pt>
                <c:pt idx="12594">
                  <c:v>43.6524</c:v>
                </c:pt>
                <c:pt idx="12595">
                  <c:v>45.479399999999998</c:v>
                </c:pt>
                <c:pt idx="12596">
                  <c:v>47.572699999999998</c:v>
                </c:pt>
                <c:pt idx="12597">
                  <c:v>48.920099999999998</c:v>
                </c:pt>
                <c:pt idx="12598">
                  <c:v>50.025399999999998</c:v>
                </c:pt>
                <c:pt idx="12599">
                  <c:v>51.655500000000004</c:v>
                </c:pt>
                <c:pt idx="12600">
                  <c:v>52.948799999999999</c:v>
                </c:pt>
                <c:pt idx="12601">
                  <c:v>54.111499999999999</c:v>
                </c:pt>
                <c:pt idx="12602">
                  <c:v>54.768099999999997</c:v>
                </c:pt>
                <c:pt idx="12603">
                  <c:v>54.8474</c:v>
                </c:pt>
                <c:pt idx="12604">
                  <c:v>54.508499999999998</c:v>
                </c:pt>
                <c:pt idx="12605">
                  <c:v>54.247999999999998</c:v>
                </c:pt>
                <c:pt idx="12606">
                  <c:v>54.2652</c:v>
                </c:pt>
                <c:pt idx="12607">
                  <c:v>54.101500000000001</c:v>
                </c:pt>
                <c:pt idx="12608">
                  <c:v>53.789200000000001</c:v>
                </c:pt>
                <c:pt idx="12609">
                  <c:v>53.455599999999997</c:v>
                </c:pt>
                <c:pt idx="12610">
                  <c:v>53.136000000000003</c:v>
                </c:pt>
                <c:pt idx="12611">
                  <c:v>52.422199999999997</c:v>
                </c:pt>
                <c:pt idx="12612">
                  <c:v>50.947200000000002</c:v>
                </c:pt>
                <c:pt idx="12613">
                  <c:v>48.887999999999998</c:v>
                </c:pt>
                <c:pt idx="12614">
                  <c:v>46.280299999999997</c:v>
                </c:pt>
                <c:pt idx="12615">
                  <c:v>43.215200000000003</c:v>
                </c:pt>
                <c:pt idx="12616">
                  <c:v>39.789299999999997</c:v>
                </c:pt>
                <c:pt idx="12617">
                  <c:v>36.8108</c:v>
                </c:pt>
                <c:pt idx="12618">
                  <c:v>34.533200000000001</c:v>
                </c:pt>
                <c:pt idx="12619">
                  <c:v>32.693600000000004</c:v>
                </c:pt>
                <c:pt idx="12620">
                  <c:v>31.152200000000001</c:v>
                </c:pt>
                <c:pt idx="12621">
                  <c:v>30.2211</c:v>
                </c:pt>
                <c:pt idx="12622">
                  <c:v>29.769600000000001</c:v>
                </c:pt>
                <c:pt idx="12623">
                  <c:v>29.566400000000002</c:v>
                </c:pt>
                <c:pt idx="12624">
                  <c:v>29.467700000000001</c:v>
                </c:pt>
                <c:pt idx="12625">
                  <c:v>28.878699999999998</c:v>
                </c:pt>
                <c:pt idx="12626">
                  <c:v>28.206499999999998</c:v>
                </c:pt>
                <c:pt idx="12627">
                  <c:v>27.7803</c:v>
                </c:pt>
                <c:pt idx="12628">
                  <c:v>27.190200000000001</c:v>
                </c:pt>
                <c:pt idx="12629">
                  <c:v>27.087199999999999</c:v>
                </c:pt>
                <c:pt idx="12630">
                  <c:v>27.507100000000001</c:v>
                </c:pt>
                <c:pt idx="12631">
                  <c:v>27.889700000000001</c:v>
                </c:pt>
                <c:pt idx="12632">
                  <c:v>28.154699999999998</c:v>
                </c:pt>
                <c:pt idx="12633">
                  <c:v>28.429600000000001</c:v>
                </c:pt>
                <c:pt idx="12634">
                  <c:v>28.600899999999999</c:v>
                </c:pt>
                <c:pt idx="12635">
                  <c:v>28.5398</c:v>
                </c:pt>
                <c:pt idx="12636">
                  <c:v>28.27</c:v>
                </c:pt>
                <c:pt idx="12637">
                  <c:v>28.221399999999999</c:v>
                </c:pt>
                <c:pt idx="12638">
                  <c:v>28.270499999999998</c:v>
                </c:pt>
                <c:pt idx="12639">
                  <c:v>27.682300000000001</c:v>
                </c:pt>
                <c:pt idx="12640">
                  <c:v>26.698899999999998</c:v>
                </c:pt>
                <c:pt idx="12641">
                  <c:v>26.2194</c:v>
                </c:pt>
                <c:pt idx="12642">
                  <c:v>25.529599999999999</c:v>
                </c:pt>
                <c:pt idx="12643">
                  <c:v>24.709</c:v>
                </c:pt>
                <c:pt idx="12644">
                  <c:v>24.355499999999999</c:v>
                </c:pt>
                <c:pt idx="12645">
                  <c:v>24.393000000000001</c:v>
                </c:pt>
                <c:pt idx="12646">
                  <c:v>24.4634</c:v>
                </c:pt>
                <c:pt idx="12647">
                  <c:v>24.413699999999999</c:v>
                </c:pt>
                <c:pt idx="12648">
                  <c:v>24.723299999999998</c:v>
                </c:pt>
                <c:pt idx="12649">
                  <c:v>25.196300000000001</c:v>
                </c:pt>
                <c:pt idx="12650">
                  <c:v>25.5151</c:v>
                </c:pt>
                <c:pt idx="12651">
                  <c:v>25.717099999999999</c:v>
                </c:pt>
                <c:pt idx="12652">
                  <c:v>26.148199999999999</c:v>
                </c:pt>
                <c:pt idx="12653">
                  <c:v>26.381799999999998</c:v>
                </c:pt>
                <c:pt idx="12654">
                  <c:v>26.223299999999998</c:v>
                </c:pt>
                <c:pt idx="12655">
                  <c:v>25.813400000000001</c:v>
                </c:pt>
                <c:pt idx="12656">
                  <c:v>25.5595</c:v>
                </c:pt>
                <c:pt idx="12657">
                  <c:v>25.743099999999998</c:v>
                </c:pt>
                <c:pt idx="12658">
                  <c:v>26.158300000000001</c:v>
                </c:pt>
                <c:pt idx="12659">
                  <c:v>26.5977</c:v>
                </c:pt>
                <c:pt idx="12660">
                  <c:v>26.5303</c:v>
                </c:pt>
                <c:pt idx="12661">
                  <c:v>26.438300000000002</c:v>
                </c:pt>
                <c:pt idx="12662">
                  <c:v>26.593800000000002</c:v>
                </c:pt>
                <c:pt idx="12663">
                  <c:v>26.758400000000002</c:v>
                </c:pt>
                <c:pt idx="12664">
                  <c:v>26.946899999999999</c:v>
                </c:pt>
                <c:pt idx="12665">
                  <c:v>27.208300000000001</c:v>
                </c:pt>
                <c:pt idx="12666">
                  <c:v>27.360199999999999</c:v>
                </c:pt>
                <c:pt idx="12667">
                  <c:v>27.634599999999999</c:v>
                </c:pt>
                <c:pt idx="12668">
                  <c:v>27.940899999999999</c:v>
                </c:pt>
                <c:pt idx="12669">
                  <c:v>28.178000000000001</c:v>
                </c:pt>
                <c:pt idx="12670">
                  <c:v>28.428100000000001</c:v>
                </c:pt>
                <c:pt idx="12671">
                  <c:v>28.7942</c:v>
                </c:pt>
                <c:pt idx="12672">
                  <c:v>29.021100000000001</c:v>
                </c:pt>
                <c:pt idx="12673">
                  <c:v>29.0426</c:v>
                </c:pt>
                <c:pt idx="12674">
                  <c:v>28.893999999999998</c:v>
                </c:pt>
                <c:pt idx="12675">
                  <c:v>28.643000000000001</c:v>
                </c:pt>
                <c:pt idx="12676">
                  <c:v>28.035299999999999</c:v>
                </c:pt>
                <c:pt idx="12677">
                  <c:v>27.764600000000002</c:v>
                </c:pt>
                <c:pt idx="12678">
                  <c:v>27.776900000000001</c:v>
                </c:pt>
                <c:pt idx="12679">
                  <c:v>27.7149</c:v>
                </c:pt>
                <c:pt idx="12680">
                  <c:v>27.693000000000001</c:v>
                </c:pt>
                <c:pt idx="12681">
                  <c:v>28.2455</c:v>
                </c:pt>
                <c:pt idx="12682">
                  <c:v>28.9772</c:v>
                </c:pt>
                <c:pt idx="12683">
                  <c:v>30.0046</c:v>
                </c:pt>
                <c:pt idx="12684">
                  <c:v>31.189</c:v>
                </c:pt>
                <c:pt idx="12685">
                  <c:v>32.776000000000003</c:v>
                </c:pt>
                <c:pt idx="12686">
                  <c:v>34.982199999999999</c:v>
                </c:pt>
                <c:pt idx="12687">
                  <c:v>37.185099999999998</c:v>
                </c:pt>
                <c:pt idx="12688">
                  <c:v>39.739600000000003</c:v>
                </c:pt>
                <c:pt idx="12689">
                  <c:v>42.849800000000002</c:v>
                </c:pt>
                <c:pt idx="12690">
                  <c:v>46.535499999999999</c:v>
                </c:pt>
                <c:pt idx="12691">
                  <c:v>50.921700000000001</c:v>
                </c:pt>
                <c:pt idx="12692">
                  <c:v>55.559199999999997</c:v>
                </c:pt>
                <c:pt idx="12693">
                  <c:v>59.132399999999997</c:v>
                </c:pt>
                <c:pt idx="12694">
                  <c:v>61.031599999999997</c:v>
                </c:pt>
                <c:pt idx="12695">
                  <c:v>61.796599999999998</c:v>
                </c:pt>
                <c:pt idx="12696">
                  <c:v>62.482700000000001</c:v>
                </c:pt>
                <c:pt idx="12697">
                  <c:v>63.732399999999998</c:v>
                </c:pt>
                <c:pt idx="12698">
                  <c:v>65.774100000000004</c:v>
                </c:pt>
                <c:pt idx="12699">
                  <c:v>68.314999999999998</c:v>
                </c:pt>
                <c:pt idx="12700">
                  <c:v>71.121200000000002</c:v>
                </c:pt>
                <c:pt idx="12701">
                  <c:v>74.644999999999996</c:v>
                </c:pt>
                <c:pt idx="12702">
                  <c:v>79.569900000000004</c:v>
                </c:pt>
                <c:pt idx="12703">
                  <c:v>86.470200000000006</c:v>
                </c:pt>
                <c:pt idx="12704">
                  <c:v>95.581999999999994</c:v>
                </c:pt>
                <c:pt idx="12705">
                  <c:v>105.527</c:v>
                </c:pt>
                <c:pt idx="12706">
                  <c:v>113.48</c:v>
                </c:pt>
                <c:pt idx="12707">
                  <c:v>119.887</c:v>
                </c:pt>
                <c:pt idx="12708">
                  <c:v>125.39400000000001</c:v>
                </c:pt>
                <c:pt idx="12709">
                  <c:v>128.292</c:v>
                </c:pt>
                <c:pt idx="12710">
                  <c:v>127.4</c:v>
                </c:pt>
                <c:pt idx="12711">
                  <c:v>122.626</c:v>
                </c:pt>
                <c:pt idx="12712">
                  <c:v>116.102</c:v>
                </c:pt>
                <c:pt idx="12713">
                  <c:v>110.048</c:v>
                </c:pt>
                <c:pt idx="12714">
                  <c:v>105.89100000000001</c:v>
                </c:pt>
                <c:pt idx="12715">
                  <c:v>103.929</c:v>
                </c:pt>
                <c:pt idx="12716">
                  <c:v>104.099</c:v>
                </c:pt>
                <c:pt idx="12717">
                  <c:v>106.071</c:v>
                </c:pt>
                <c:pt idx="12718">
                  <c:v>108.501</c:v>
                </c:pt>
                <c:pt idx="12719">
                  <c:v>108.974</c:v>
                </c:pt>
                <c:pt idx="12720">
                  <c:v>107.386</c:v>
                </c:pt>
                <c:pt idx="12721">
                  <c:v>103.928</c:v>
                </c:pt>
                <c:pt idx="12722">
                  <c:v>99.203299999999999</c:v>
                </c:pt>
                <c:pt idx="12723">
                  <c:v>93.554400000000001</c:v>
                </c:pt>
                <c:pt idx="12724">
                  <c:v>87.111000000000004</c:v>
                </c:pt>
                <c:pt idx="12725">
                  <c:v>81.036100000000005</c:v>
                </c:pt>
                <c:pt idx="12726">
                  <c:v>76.653000000000006</c:v>
                </c:pt>
                <c:pt idx="12727">
                  <c:v>73.959500000000006</c:v>
                </c:pt>
                <c:pt idx="12728">
                  <c:v>73.039000000000001</c:v>
                </c:pt>
                <c:pt idx="12729">
                  <c:v>73.571299999999994</c:v>
                </c:pt>
                <c:pt idx="12730">
                  <c:v>75.463999999999999</c:v>
                </c:pt>
                <c:pt idx="12731">
                  <c:v>78.371700000000004</c:v>
                </c:pt>
                <c:pt idx="12732">
                  <c:v>81.532499999999999</c:v>
                </c:pt>
                <c:pt idx="12733">
                  <c:v>84.670100000000005</c:v>
                </c:pt>
                <c:pt idx="12734">
                  <c:v>87.788499999999999</c:v>
                </c:pt>
                <c:pt idx="12735">
                  <c:v>91.712599999999995</c:v>
                </c:pt>
                <c:pt idx="12736">
                  <c:v>97.787800000000004</c:v>
                </c:pt>
                <c:pt idx="12737">
                  <c:v>106.52</c:v>
                </c:pt>
                <c:pt idx="12738">
                  <c:v>118.11499999999999</c:v>
                </c:pt>
                <c:pt idx="12739">
                  <c:v>132.81399999999999</c:v>
                </c:pt>
                <c:pt idx="12740">
                  <c:v>149.946</c:v>
                </c:pt>
                <c:pt idx="12741">
                  <c:v>165.46</c:v>
                </c:pt>
                <c:pt idx="12742">
                  <c:v>176.92099999999999</c:v>
                </c:pt>
                <c:pt idx="12743">
                  <c:v>186.11799999999999</c:v>
                </c:pt>
                <c:pt idx="12744">
                  <c:v>197.678</c:v>
                </c:pt>
                <c:pt idx="12745">
                  <c:v>215.292</c:v>
                </c:pt>
                <c:pt idx="12746">
                  <c:v>237.98699999999999</c:v>
                </c:pt>
                <c:pt idx="12747">
                  <c:v>258.32799999999997</c:v>
                </c:pt>
                <c:pt idx="12748">
                  <c:v>270.24900000000002</c:v>
                </c:pt>
                <c:pt idx="12749">
                  <c:v>274.99599999999998</c:v>
                </c:pt>
                <c:pt idx="12750">
                  <c:v>279.23</c:v>
                </c:pt>
                <c:pt idx="12751">
                  <c:v>289.26600000000002</c:v>
                </c:pt>
                <c:pt idx="12752">
                  <c:v>308.69900000000001</c:v>
                </c:pt>
                <c:pt idx="12753">
                  <c:v>334.76400000000001</c:v>
                </c:pt>
                <c:pt idx="12754">
                  <c:v>362.452</c:v>
                </c:pt>
                <c:pt idx="12755">
                  <c:v>390.18700000000001</c:v>
                </c:pt>
                <c:pt idx="12756">
                  <c:v>421.48</c:v>
                </c:pt>
                <c:pt idx="12757">
                  <c:v>465.80099999999999</c:v>
                </c:pt>
                <c:pt idx="12758">
                  <c:v>536.00699999999995</c:v>
                </c:pt>
                <c:pt idx="12759">
                  <c:v>643.596</c:v>
                </c:pt>
                <c:pt idx="12760">
                  <c:v>793.98299999999995</c:v>
                </c:pt>
                <c:pt idx="12761">
                  <c:v>975.14300000000003</c:v>
                </c:pt>
                <c:pt idx="12762">
                  <c:v>1150.47</c:v>
                </c:pt>
                <c:pt idx="12763">
                  <c:v>1256.5</c:v>
                </c:pt>
                <c:pt idx="12764">
                  <c:v>1250.8499999999999</c:v>
                </c:pt>
                <c:pt idx="12765">
                  <c:v>1160.99</c:v>
                </c:pt>
                <c:pt idx="12766">
                  <c:v>1049.0999999999999</c:v>
                </c:pt>
                <c:pt idx="12767">
                  <c:v>966.41499999999996</c:v>
                </c:pt>
                <c:pt idx="12768">
                  <c:v>922.46799999999996</c:v>
                </c:pt>
                <c:pt idx="12769">
                  <c:v>890.11599999999999</c:v>
                </c:pt>
                <c:pt idx="12770">
                  <c:v>844.43899999999996</c:v>
                </c:pt>
                <c:pt idx="12771">
                  <c:v>783.32799999999997</c:v>
                </c:pt>
                <c:pt idx="12772">
                  <c:v>718.85900000000004</c:v>
                </c:pt>
                <c:pt idx="12773">
                  <c:v>661.79100000000005</c:v>
                </c:pt>
                <c:pt idx="12774">
                  <c:v>617.84299999999996</c:v>
                </c:pt>
                <c:pt idx="12775">
                  <c:v>590.79399999999998</c:v>
                </c:pt>
                <c:pt idx="12776">
                  <c:v>584.30999999999995</c:v>
                </c:pt>
                <c:pt idx="12777">
                  <c:v>600.61599999999999</c:v>
                </c:pt>
                <c:pt idx="12778">
                  <c:v>635.81100000000004</c:v>
                </c:pt>
                <c:pt idx="12779">
                  <c:v>681.33299999999997</c:v>
                </c:pt>
                <c:pt idx="12780">
                  <c:v>721.23500000000001</c:v>
                </c:pt>
                <c:pt idx="12781">
                  <c:v>738.85799999999995</c:v>
                </c:pt>
                <c:pt idx="12782">
                  <c:v>734.16099999999994</c:v>
                </c:pt>
                <c:pt idx="12783">
                  <c:v>724.23500000000001</c:v>
                </c:pt>
                <c:pt idx="12784">
                  <c:v>729.42700000000002</c:v>
                </c:pt>
                <c:pt idx="12785">
                  <c:v>760.82399999999996</c:v>
                </c:pt>
                <c:pt idx="12786">
                  <c:v>813.72</c:v>
                </c:pt>
                <c:pt idx="12787">
                  <c:v>866.79100000000005</c:v>
                </c:pt>
                <c:pt idx="12788">
                  <c:v>895.255</c:v>
                </c:pt>
                <c:pt idx="12789">
                  <c:v>884.57100000000003</c:v>
                </c:pt>
                <c:pt idx="12790">
                  <c:v>842.71100000000001</c:v>
                </c:pt>
                <c:pt idx="12791">
                  <c:v>795.76900000000001</c:v>
                </c:pt>
                <c:pt idx="12792">
                  <c:v>765.56200000000001</c:v>
                </c:pt>
                <c:pt idx="12793">
                  <c:v>752.77800000000002</c:v>
                </c:pt>
                <c:pt idx="12794">
                  <c:v>739.70500000000004</c:v>
                </c:pt>
                <c:pt idx="12795">
                  <c:v>718.70699999999999</c:v>
                </c:pt>
                <c:pt idx="12796">
                  <c:v>700.29899999999998</c:v>
                </c:pt>
                <c:pt idx="12797">
                  <c:v>700.93100000000004</c:v>
                </c:pt>
                <c:pt idx="12798">
                  <c:v>731.73900000000003</c:v>
                </c:pt>
                <c:pt idx="12799">
                  <c:v>787.37800000000004</c:v>
                </c:pt>
                <c:pt idx="12800">
                  <c:v>836.23900000000003</c:v>
                </c:pt>
                <c:pt idx="12801">
                  <c:v>844.06700000000001</c:v>
                </c:pt>
                <c:pt idx="12802">
                  <c:v>808.596</c:v>
                </c:pt>
                <c:pt idx="12803">
                  <c:v>753.51700000000005</c:v>
                </c:pt>
                <c:pt idx="12804">
                  <c:v>699.99199999999996</c:v>
                </c:pt>
                <c:pt idx="12805">
                  <c:v>648.13400000000001</c:v>
                </c:pt>
                <c:pt idx="12806">
                  <c:v>592.75800000000004</c:v>
                </c:pt>
                <c:pt idx="12807">
                  <c:v>538.899</c:v>
                </c:pt>
                <c:pt idx="12808">
                  <c:v>497.298</c:v>
                </c:pt>
                <c:pt idx="12809">
                  <c:v>475.709</c:v>
                </c:pt>
                <c:pt idx="12810">
                  <c:v>474.41899999999998</c:v>
                </c:pt>
                <c:pt idx="12811">
                  <c:v>486.93599999999998</c:v>
                </c:pt>
                <c:pt idx="12812">
                  <c:v>500.49099999999999</c:v>
                </c:pt>
                <c:pt idx="12813">
                  <c:v>503.65300000000002</c:v>
                </c:pt>
                <c:pt idx="12814">
                  <c:v>496.35500000000002</c:v>
                </c:pt>
                <c:pt idx="12815">
                  <c:v>487.08600000000001</c:v>
                </c:pt>
                <c:pt idx="12816">
                  <c:v>485.50200000000001</c:v>
                </c:pt>
                <c:pt idx="12817">
                  <c:v>498.214</c:v>
                </c:pt>
                <c:pt idx="12818">
                  <c:v>527.97400000000005</c:v>
                </c:pt>
                <c:pt idx="12819">
                  <c:v>575.33699999999999</c:v>
                </c:pt>
                <c:pt idx="12820">
                  <c:v>639.98500000000001</c:v>
                </c:pt>
                <c:pt idx="12821">
                  <c:v>723.97699999999998</c:v>
                </c:pt>
                <c:pt idx="12822">
                  <c:v>831.72199999999998</c:v>
                </c:pt>
                <c:pt idx="12823">
                  <c:v>957.125</c:v>
                </c:pt>
                <c:pt idx="12824">
                  <c:v>1073.46</c:v>
                </c:pt>
                <c:pt idx="12825">
                  <c:v>1139.3499999999999</c:v>
                </c:pt>
                <c:pt idx="12826">
                  <c:v>1138.8399999999999</c:v>
                </c:pt>
                <c:pt idx="12827">
                  <c:v>1094.77</c:v>
                </c:pt>
                <c:pt idx="12828">
                  <c:v>1028.55</c:v>
                </c:pt>
                <c:pt idx="12829">
                  <c:v>942.79300000000001</c:v>
                </c:pt>
                <c:pt idx="12830">
                  <c:v>844.221</c:v>
                </c:pt>
                <c:pt idx="12831">
                  <c:v>749.32299999999998</c:v>
                </c:pt>
                <c:pt idx="12832">
                  <c:v>670.476</c:v>
                </c:pt>
                <c:pt idx="12833">
                  <c:v>611.12400000000002</c:v>
                </c:pt>
                <c:pt idx="12834">
                  <c:v>572.05100000000004</c:v>
                </c:pt>
                <c:pt idx="12835">
                  <c:v>556.02700000000004</c:v>
                </c:pt>
                <c:pt idx="12836">
                  <c:v>569.18100000000004</c:v>
                </c:pt>
                <c:pt idx="12837">
                  <c:v>617.54600000000005</c:v>
                </c:pt>
                <c:pt idx="12838">
                  <c:v>702.33</c:v>
                </c:pt>
                <c:pt idx="12839">
                  <c:v>814.47699999999998</c:v>
                </c:pt>
                <c:pt idx="12840">
                  <c:v>930.27800000000002</c:v>
                </c:pt>
                <c:pt idx="12841">
                  <c:v>1001.23</c:v>
                </c:pt>
                <c:pt idx="12842">
                  <c:v>988.69399999999996</c:v>
                </c:pt>
                <c:pt idx="12843">
                  <c:v>905.59199999999998</c:v>
                </c:pt>
                <c:pt idx="12844">
                  <c:v>789.22500000000002</c:v>
                </c:pt>
                <c:pt idx="12845">
                  <c:v>672.08299999999997</c:v>
                </c:pt>
                <c:pt idx="12846">
                  <c:v>571.37900000000002</c:v>
                </c:pt>
                <c:pt idx="12847">
                  <c:v>488.69200000000001</c:v>
                </c:pt>
                <c:pt idx="12848">
                  <c:v>420.37200000000001</c:v>
                </c:pt>
                <c:pt idx="12849">
                  <c:v>364.30700000000002</c:v>
                </c:pt>
                <c:pt idx="12850">
                  <c:v>320.31599999999997</c:v>
                </c:pt>
                <c:pt idx="12851">
                  <c:v>288.303</c:v>
                </c:pt>
                <c:pt idx="12852">
                  <c:v>266.27199999999999</c:v>
                </c:pt>
                <c:pt idx="12853">
                  <c:v>249.922</c:v>
                </c:pt>
                <c:pt idx="12854">
                  <c:v>237.136</c:v>
                </c:pt>
                <c:pt idx="12855">
                  <c:v>228.46199999999999</c:v>
                </c:pt>
                <c:pt idx="12856">
                  <c:v>223.19399999999999</c:v>
                </c:pt>
                <c:pt idx="12857">
                  <c:v>219.64699999999999</c:v>
                </c:pt>
                <c:pt idx="12858">
                  <c:v>215.792</c:v>
                </c:pt>
                <c:pt idx="12859">
                  <c:v>209.21199999999999</c:v>
                </c:pt>
                <c:pt idx="12860">
                  <c:v>199.30099999999999</c:v>
                </c:pt>
                <c:pt idx="12861">
                  <c:v>188.59</c:v>
                </c:pt>
                <c:pt idx="12862">
                  <c:v>179.56100000000001</c:v>
                </c:pt>
                <c:pt idx="12863">
                  <c:v>175.02699999999999</c:v>
                </c:pt>
                <c:pt idx="12864">
                  <c:v>176.797</c:v>
                </c:pt>
                <c:pt idx="12865">
                  <c:v>184.518</c:v>
                </c:pt>
                <c:pt idx="12866">
                  <c:v>196.41300000000001</c:v>
                </c:pt>
                <c:pt idx="12867">
                  <c:v>210.51900000000001</c:v>
                </c:pt>
                <c:pt idx="12868">
                  <c:v>222.34100000000001</c:v>
                </c:pt>
                <c:pt idx="12869">
                  <c:v>226.24</c:v>
                </c:pt>
                <c:pt idx="12870">
                  <c:v>218.15100000000001</c:v>
                </c:pt>
                <c:pt idx="12871">
                  <c:v>199.42099999999999</c:v>
                </c:pt>
                <c:pt idx="12872">
                  <c:v>175.697</c:v>
                </c:pt>
                <c:pt idx="12873">
                  <c:v>152.34399999999999</c:v>
                </c:pt>
                <c:pt idx="12874">
                  <c:v>133.5</c:v>
                </c:pt>
                <c:pt idx="12875">
                  <c:v>120.402</c:v>
                </c:pt>
                <c:pt idx="12876">
                  <c:v>112.828</c:v>
                </c:pt>
                <c:pt idx="12877">
                  <c:v>110.346</c:v>
                </c:pt>
                <c:pt idx="12878">
                  <c:v>111.005</c:v>
                </c:pt>
                <c:pt idx="12879">
                  <c:v>114.176</c:v>
                </c:pt>
                <c:pt idx="12880">
                  <c:v>117.827</c:v>
                </c:pt>
                <c:pt idx="12881">
                  <c:v>119.027</c:v>
                </c:pt>
                <c:pt idx="12882">
                  <c:v>117.616</c:v>
                </c:pt>
                <c:pt idx="12883">
                  <c:v>114.36</c:v>
                </c:pt>
                <c:pt idx="12884">
                  <c:v>110.568</c:v>
                </c:pt>
                <c:pt idx="12885">
                  <c:v>107.17100000000001</c:v>
                </c:pt>
                <c:pt idx="12886">
                  <c:v>104.825</c:v>
                </c:pt>
                <c:pt idx="12887">
                  <c:v>104.236</c:v>
                </c:pt>
                <c:pt idx="12888">
                  <c:v>105.23399999999999</c:v>
                </c:pt>
                <c:pt idx="12889">
                  <c:v>106.16200000000001</c:v>
                </c:pt>
                <c:pt idx="12890">
                  <c:v>105.941</c:v>
                </c:pt>
                <c:pt idx="12891">
                  <c:v>104.968</c:v>
                </c:pt>
                <c:pt idx="12892">
                  <c:v>104.38200000000001</c:v>
                </c:pt>
                <c:pt idx="12893">
                  <c:v>105.16</c:v>
                </c:pt>
                <c:pt idx="12894">
                  <c:v>107.51</c:v>
                </c:pt>
                <c:pt idx="12895">
                  <c:v>111.764</c:v>
                </c:pt>
                <c:pt idx="12896">
                  <c:v>119.05500000000001</c:v>
                </c:pt>
                <c:pt idx="12897">
                  <c:v>128.655</c:v>
                </c:pt>
                <c:pt idx="12898">
                  <c:v>134.69</c:v>
                </c:pt>
                <c:pt idx="12899">
                  <c:v>132.041</c:v>
                </c:pt>
                <c:pt idx="12900">
                  <c:v>121.514</c:v>
                </c:pt>
                <c:pt idx="12901">
                  <c:v>107.239</c:v>
                </c:pt>
                <c:pt idx="12902">
                  <c:v>93.844499999999996</c:v>
                </c:pt>
                <c:pt idx="12903">
                  <c:v>83.733099999999993</c:v>
                </c:pt>
                <c:pt idx="12904">
                  <c:v>77.7834</c:v>
                </c:pt>
                <c:pt idx="12905">
                  <c:v>75.225300000000004</c:v>
                </c:pt>
                <c:pt idx="12906">
                  <c:v>74.043999999999997</c:v>
                </c:pt>
                <c:pt idx="12907">
                  <c:v>72.9876</c:v>
                </c:pt>
                <c:pt idx="12908">
                  <c:v>71.400599999999997</c:v>
                </c:pt>
                <c:pt idx="12909">
                  <c:v>69.173199999999994</c:v>
                </c:pt>
                <c:pt idx="12910">
                  <c:v>66.846400000000003</c:v>
                </c:pt>
                <c:pt idx="12911">
                  <c:v>64.5518</c:v>
                </c:pt>
                <c:pt idx="12912">
                  <c:v>62.731299999999997</c:v>
                </c:pt>
                <c:pt idx="12913">
                  <c:v>61.734999999999999</c:v>
                </c:pt>
                <c:pt idx="12914">
                  <c:v>61.883000000000003</c:v>
                </c:pt>
                <c:pt idx="12915">
                  <c:v>62.1843</c:v>
                </c:pt>
                <c:pt idx="12916">
                  <c:v>60.714300000000001</c:v>
                </c:pt>
                <c:pt idx="12917">
                  <c:v>57.325699999999998</c:v>
                </c:pt>
                <c:pt idx="12918">
                  <c:v>53.619199999999999</c:v>
                </c:pt>
                <c:pt idx="12919">
                  <c:v>49.879800000000003</c:v>
                </c:pt>
                <c:pt idx="12920">
                  <c:v>46.188099999999999</c:v>
                </c:pt>
                <c:pt idx="12921">
                  <c:v>43.5867</c:v>
                </c:pt>
                <c:pt idx="12922">
                  <c:v>42.754300000000001</c:v>
                </c:pt>
                <c:pt idx="12923">
                  <c:v>43.159500000000001</c:v>
                </c:pt>
                <c:pt idx="12924">
                  <c:v>43.648499999999999</c:v>
                </c:pt>
                <c:pt idx="12925">
                  <c:v>43.915300000000002</c:v>
                </c:pt>
                <c:pt idx="12926">
                  <c:v>44.146000000000001</c:v>
                </c:pt>
                <c:pt idx="12927">
                  <c:v>44.860999999999997</c:v>
                </c:pt>
                <c:pt idx="12928">
                  <c:v>45.197400000000002</c:v>
                </c:pt>
                <c:pt idx="12929">
                  <c:v>44.830300000000001</c:v>
                </c:pt>
                <c:pt idx="12930">
                  <c:v>44.277000000000001</c:v>
                </c:pt>
                <c:pt idx="12931">
                  <c:v>44.429099999999998</c:v>
                </c:pt>
                <c:pt idx="12932">
                  <c:v>45.634700000000002</c:v>
                </c:pt>
                <c:pt idx="12933">
                  <c:v>47.653399999999998</c:v>
                </c:pt>
                <c:pt idx="12934">
                  <c:v>49.2637</c:v>
                </c:pt>
                <c:pt idx="12935">
                  <c:v>49.648699999999998</c:v>
                </c:pt>
                <c:pt idx="12936">
                  <c:v>47.817799999999998</c:v>
                </c:pt>
                <c:pt idx="12937">
                  <c:v>44.430799999999998</c:v>
                </c:pt>
                <c:pt idx="12938">
                  <c:v>41.017099999999999</c:v>
                </c:pt>
                <c:pt idx="12939">
                  <c:v>37.7911</c:v>
                </c:pt>
                <c:pt idx="12940">
                  <c:v>34.991500000000002</c:v>
                </c:pt>
                <c:pt idx="12941">
                  <c:v>33.137900000000002</c:v>
                </c:pt>
                <c:pt idx="12942">
                  <c:v>32.083399999999997</c:v>
                </c:pt>
                <c:pt idx="12943">
                  <c:v>31.572800000000001</c:v>
                </c:pt>
                <c:pt idx="12944">
                  <c:v>31.515799999999999</c:v>
                </c:pt>
                <c:pt idx="12945">
                  <c:v>31.5824</c:v>
                </c:pt>
                <c:pt idx="12946">
                  <c:v>31.047599999999999</c:v>
                </c:pt>
                <c:pt idx="12947">
                  <c:v>30.53</c:v>
                </c:pt>
                <c:pt idx="12948">
                  <c:v>30.662199999999999</c:v>
                </c:pt>
                <c:pt idx="12949">
                  <c:v>31.005299999999998</c:v>
                </c:pt>
                <c:pt idx="12950">
                  <c:v>31.5717</c:v>
                </c:pt>
                <c:pt idx="12951">
                  <c:v>32.419699999999999</c:v>
                </c:pt>
                <c:pt idx="12952">
                  <c:v>33.923699999999997</c:v>
                </c:pt>
                <c:pt idx="12953">
                  <c:v>35.608800000000002</c:v>
                </c:pt>
                <c:pt idx="12954">
                  <c:v>36.6235</c:v>
                </c:pt>
                <c:pt idx="12955">
                  <c:v>36.377499999999998</c:v>
                </c:pt>
                <c:pt idx="12956">
                  <c:v>34.753100000000003</c:v>
                </c:pt>
                <c:pt idx="12957">
                  <c:v>32.908700000000003</c:v>
                </c:pt>
                <c:pt idx="12958">
                  <c:v>32.3583</c:v>
                </c:pt>
                <c:pt idx="12959">
                  <c:v>32.760599999999997</c:v>
                </c:pt>
                <c:pt idx="12960">
                  <c:v>33.5364</c:v>
                </c:pt>
                <c:pt idx="12961">
                  <c:v>35.256300000000003</c:v>
                </c:pt>
                <c:pt idx="12962">
                  <c:v>37.247900000000001</c:v>
                </c:pt>
                <c:pt idx="12963">
                  <c:v>39.315800000000003</c:v>
                </c:pt>
                <c:pt idx="12964">
                  <c:v>40.817</c:v>
                </c:pt>
                <c:pt idx="12965">
                  <c:v>40.693100000000001</c:v>
                </c:pt>
                <c:pt idx="12966">
                  <c:v>38.642200000000003</c:v>
                </c:pt>
                <c:pt idx="12967">
                  <c:v>35.766399999999997</c:v>
                </c:pt>
                <c:pt idx="12968">
                  <c:v>32.726199999999999</c:v>
                </c:pt>
                <c:pt idx="12969">
                  <c:v>30.327000000000002</c:v>
                </c:pt>
                <c:pt idx="12970">
                  <c:v>28.989899999999999</c:v>
                </c:pt>
                <c:pt idx="12971">
                  <c:v>28.578099999999999</c:v>
                </c:pt>
                <c:pt idx="12972">
                  <c:v>28.514299999999999</c:v>
                </c:pt>
                <c:pt idx="12973">
                  <c:v>29.1114</c:v>
                </c:pt>
                <c:pt idx="12974">
                  <c:v>30.377500000000001</c:v>
                </c:pt>
                <c:pt idx="12975">
                  <c:v>31.766200000000001</c:v>
                </c:pt>
                <c:pt idx="12976">
                  <c:v>33.123699999999999</c:v>
                </c:pt>
                <c:pt idx="12977">
                  <c:v>33.9651</c:v>
                </c:pt>
                <c:pt idx="12978">
                  <c:v>34.253</c:v>
                </c:pt>
                <c:pt idx="12979">
                  <c:v>34.280099999999997</c:v>
                </c:pt>
                <c:pt idx="12980">
                  <c:v>33.985300000000002</c:v>
                </c:pt>
                <c:pt idx="12981">
                  <c:v>33.415500000000002</c:v>
                </c:pt>
                <c:pt idx="12982">
                  <c:v>32.641599999999997</c:v>
                </c:pt>
                <c:pt idx="12983">
                  <c:v>31.990400000000001</c:v>
                </c:pt>
                <c:pt idx="12984">
                  <c:v>31.454599999999999</c:v>
                </c:pt>
                <c:pt idx="12985">
                  <c:v>30.588899999999999</c:v>
                </c:pt>
                <c:pt idx="12986">
                  <c:v>29.496400000000001</c:v>
                </c:pt>
                <c:pt idx="12987">
                  <c:v>28.412800000000001</c:v>
                </c:pt>
                <c:pt idx="12988">
                  <c:v>27.934699999999999</c:v>
                </c:pt>
                <c:pt idx="12989">
                  <c:v>28.312100000000001</c:v>
                </c:pt>
                <c:pt idx="12990">
                  <c:v>29.601400000000002</c:v>
                </c:pt>
                <c:pt idx="12991">
                  <c:v>31.496400000000001</c:v>
                </c:pt>
                <c:pt idx="12992">
                  <c:v>33.960599999999999</c:v>
                </c:pt>
                <c:pt idx="12993">
                  <c:v>35.701500000000003</c:v>
                </c:pt>
                <c:pt idx="12994">
                  <c:v>35.9161</c:v>
                </c:pt>
                <c:pt idx="12995">
                  <c:v>35.144399999999997</c:v>
                </c:pt>
                <c:pt idx="12996">
                  <c:v>33.6539</c:v>
                </c:pt>
                <c:pt idx="12997">
                  <c:v>32.031500000000001</c:v>
                </c:pt>
                <c:pt idx="12998">
                  <c:v>30.797000000000001</c:v>
                </c:pt>
                <c:pt idx="12999">
                  <c:v>30.213100000000001</c:v>
                </c:pt>
                <c:pt idx="13000">
                  <c:v>30.071000000000002</c:v>
                </c:pt>
                <c:pt idx="13001">
                  <c:v>29.946100000000001</c:v>
                </c:pt>
                <c:pt idx="13002">
                  <c:v>29.713799999999999</c:v>
                </c:pt>
                <c:pt idx="13003">
                  <c:v>28.578499999999998</c:v>
                </c:pt>
                <c:pt idx="13004">
                  <c:v>26.890699999999999</c:v>
                </c:pt>
                <c:pt idx="13005">
                  <c:v>25.165400000000002</c:v>
                </c:pt>
                <c:pt idx="13006">
                  <c:v>23.513400000000001</c:v>
                </c:pt>
                <c:pt idx="13007">
                  <c:v>22.007300000000001</c:v>
                </c:pt>
                <c:pt idx="13008">
                  <c:v>20.619700000000002</c:v>
                </c:pt>
                <c:pt idx="13009">
                  <c:v>19.660299999999999</c:v>
                </c:pt>
                <c:pt idx="13010">
                  <c:v>19.157800000000002</c:v>
                </c:pt>
                <c:pt idx="13011">
                  <c:v>18.845600000000001</c:v>
                </c:pt>
                <c:pt idx="13012">
                  <c:v>18.261299999999999</c:v>
                </c:pt>
                <c:pt idx="13013">
                  <c:v>17.721499999999999</c:v>
                </c:pt>
                <c:pt idx="13014">
                  <c:v>16.982500000000002</c:v>
                </c:pt>
                <c:pt idx="13015">
                  <c:v>16.552099999999999</c:v>
                </c:pt>
                <c:pt idx="13016">
                  <c:v>16.855799999999999</c:v>
                </c:pt>
                <c:pt idx="13017">
                  <c:v>17.242899999999999</c:v>
                </c:pt>
                <c:pt idx="13018">
                  <c:v>17.281300000000002</c:v>
                </c:pt>
                <c:pt idx="13019">
                  <c:v>17.502400000000002</c:v>
                </c:pt>
                <c:pt idx="13020">
                  <c:v>17.673999999999999</c:v>
                </c:pt>
                <c:pt idx="13021">
                  <c:v>17.298200000000001</c:v>
                </c:pt>
                <c:pt idx="13022">
                  <c:v>16.932099999999998</c:v>
                </c:pt>
                <c:pt idx="13023">
                  <c:v>16.9087</c:v>
                </c:pt>
                <c:pt idx="13024">
                  <c:v>16.9451</c:v>
                </c:pt>
                <c:pt idx="13025">
                  <c:v>16.789000000000001</c:v>
                </c:pt>
                <c:pt idx="13026">
                  <c:v>16.7712</c:v>
                </c:pt>
                <c:pt idx="13027">
                  <c:v>16.6996</c:v>
                </c:pt>
                <c:pt idx="13028">
                  <c:v>16.229500000000002</c:v>
                </c:pt>
                <c:pt idx="13029">
                  <c:v>15.7921</c:v>
                </c:pt>
                <c:pt idx="13030">
                  <c:v>15.853899999999999</c:v>
                </c:pt>
                <c:pt idx="13031">
                  <c:v>16.067</c:v>
                </c:pt>
                <c:pt idx="13032">
                  <c:v>15.944100000000001</c:v>
                </c:pt>
                <c:pt idx="13033">
                  <c:v>15.7174</c:v>
                </c:pt>
                <c:pt idx="13034">
                  <c:v>15.3386</c:v>
                </c:pt>
                <c:pt idx="13035">
                  <c:v>14.702999999999999</c:v>
                </c:pt>
                <c:pt idx="13036">
                  <c:v>14.0151</c:v>
                </c:pt>
                <c:pt idx="13037">
                  <c:v>13.5947</c:v>
                </c:pt>
                <c:pt idx="13038">
                  <c:v>13.849299999999999</c:v>
                </c:pt>
                <c:pt idx="13039">
                  <c:v>14.3696</c:v>
                </c:pt>
                <c:pt idx="13040">
                  <c:v>14.5876</c:v>
                </c:pt>
                <c:pt idx="13041">
                  <c:v>15.027699999999999</c:v>
                </c:pt>
                <c:pt idx="13042">
                  <c:v>15.7034</c:v>
                </c:pt>
                <c:pt idx="13043">
                  <c:v>16.0458</c:v>
                </c:pt>
                <c:pt idx="13044">
                  <c:v>16.0397</c:v>
                </c:pt>
                <c:pt idx="13045">
                  <c:v>15.887600000000001</c:v>
                </c:pt>
                <c:pt idx="13046">
                  <c:v>16.0382</c:v>
                </c:pt>
                <c:pt idx="13047">
                  <c:v>16.183599999999998</c:v>
                </c:pt>
                <c:pt idx="13048">
                  <c:v>16.126200000000001</c:v>
                </c:pt>
                <c:pt idx="13049">
                  <c:v>16.106200000000001</c:v>
                </c:pt>
                <c:pt idx="13050">
                  <c:v>16.082799999999999</c:v>
                </c:pt>
                <c:pt idx="13051">
                  <c:v>16.0047</c:v>
                </c:pt>
                <c:pt idx="13052">
                  <c:v>15.3285</c:v>
                </c:pt>
                <c:pt idx="13053">
                  <c:v>14.3827</c:v>
                </c:pt>
                <c:pt idx="13054">
                  <c:v>13.66</c:v>
                </c:pt>
                <c:pt idx="13055">
                  <c:v>13.313800000000001</c:v>
                </c:pt>
                <c:pt idx="13056">
                  <c:v>13.250500000000001</c:v>
                </c:pt>
                <c:pt idx="13057">
                  <c:v>13.273199999999999</c:v>
                </c:pt>
                <c:pt idx="13058">
                  <c:v>13.3683</c:v>
                </c:pt>
                <c:pt idx="13059">
                  <c:v>13.1944</c:v>
                </c:pt>
                <c:pt idx="13060">
                  <c:v>13.333500000000001</c:v>
                </c:pt>
                <c:pt idx="13061">
                  <c:v>13.5504</c:v>
                </c:pt>
                <c:pt idx="13062">
                  <c:v>14.027100000000001</c:v>
                </c:pt>
                <c:pt idx="13063">
                  <c:v>14.827199999999999</c:v>
                </c:pt>
                <c:pt idx="13064">
                  <c:v>14.643700000000001</c:v>
                </c:pt>
                <c:pt idx="13065">
                  <c:v>14.3072</c:v>
                </c:pt>
                <c:pt idx="13066">
                  <c:v>14.0131</c:v>
                </c:pt>
                <c:pt idx="13067">
                  <c:v>13.798</c:v>
                </c:pt>
                <c:pt idx="13068">
                  <c:v>13.5235</c:v>
                </c:pt>
                <c:pt idx="13069">
                  <c:v>13.4251</c:v>
                </c:pt>
                <c:pt idx="13070">
                  <c:v>13.100300000000001</c:v>
                </c:pt>
                <c:pt idx="13071">
                  <c:v>12.6944</c:v>
                </c:pt>
                <c:pt idx="13072">
                  <c:v>12.386699999999999</c:v>
                </c:pt>
                <c:pt idx="13073">
                  <c:v>12.082700000000001</c:v>
                </c:pt>
                <c:pt idx="13074">
                  <c:v>11.7745</c:v>
                </c:pt>
                <c:pt idx="13075">
                  <c:v>11.549799999999999</c:v>
                </c:pt>
                <c:pt idx="13076">
                  <c:v>11.663</c:v>
                </c:pt>
                <c:pt idx="13077">
                  <c:v>12.005699999999999</c:v>
                </c:pt>
                <c:pt idx="13078">
                  <c:v>12.4383</c:v>
                </c:pt>
                <c:pt idx="13079">
                  <c:v>12.513400000000001</c:v>
                </c:pt>
                <c:pt idx="13080">
                  <c:v>12.6853</c:v>
                </c:pt>
                <c:pt idx="13081">
                  <c:v>13.130800000000001</c:v>
                </c:pt>
                <c:pt idx="13082">
                  <c:v>13.315899999999999</c:v>
                </c:pt>
                <c:pt idx="13083">
                  <c:v>13.482100000000001</c:v>
                </c:pt>
                <c:pt idx="13084">
                  <c:v>13.454800000000001</c:v>
                </c:pt>
                <c:pt idx="13085">
                  <c:v>13.2948</c:v>
                </c:pt>
                <c:pt idx="13086">
                  <c:v>13.286300000000001</c:v>
                </c:pt>
                <c:pt idx="13087">
                  <c:v>13.206300000000001</c:v>
                </c:pt>
                <c:pt idx="13088">
                  <c:v>12.9704</c:v>
                </c:pt>
                <c:pt idx="13089">
                  <c:v>12.7921</c:v>
                </c:pt>
                <c:pt idx="13090">
                  <c:v>12.8971</c:v>
                </c:pt>
                <c:pt idx="13091">
                  <c:v>12.8445</c:v>
                </c:pt>
                <c:pt idx="13092">
                  <c:v>12.766400000000001</c:v>
                </c:pt>
                <c:pt idx="13093">
                  <c:v>12.741199999999999</c:v>
                </c:pt>
                <c:pt idx="13094">
                  <c:v>12.7066</c:v>
                </c:pt>
                <c:pt idx="13095">
                  <c:v>13.0267</c:v>
                </c:pt>
                <c:pt idx="13096">
                  <c:v>13.527900000000001</c:v>
                </c:pt>
                <c:pt idx="13097">
                  <c:v>13.991099999999999</c:v>
                </c:pt>
                <c:pt idx="13098">
                  <c:v>14.5359</c:v>
                </c:pt>
                <c:pt idx="13099">
                  <c:v>14.7637</c:v>
                </c:pt>
                <c:pt idx="13100">
                  <c:v>14.4521</c:v>
                </c:pt>
                <c:pt idx="13101">
                  <c:v>14.525</c:v>
                </c:pt>
                <c:pt idx="13102">
                  <c:v>15.0525</c:v>
                </c:pt>
                <c:pt idx="13103">
                  <c:v>15.0961</c:v>
                </c:pt>
                <c:pt idx="13104">
                  <c:v>14.815300000000001</c:v>
                </c:pt>
                <c:pt idx="13105">
                  <c:v>14.968999999999999</c:v>
                </c:pt>
                <c:pt idx="13106">
                  <c:v>15.1081</c:v>
                </c:pt>
                <c:pt idx="13107">
                  <c:v>15.133599999999999</c:v>
                </c:pt>
                <c:pt idx="13108">
                  <c:v>14.961</c:v>
                </c:pt>
                <c:pt idx="13109">
                  <c:v>14.3611</c:v>
                </c:pt>
                <c:pt idx="13110">
                  <c:v>13.5907</c:v>
                </c:pt>
                <c:pt idx="13111">
                  <c:v>13.186199999999999</c:v>
                </c:pt>
                <c:pt idx="13112">
                  <c:v>12.9512</c:v>
                </c:pt>
                <c:pt idx="13113">
                  <c:v>12.8491</c:v>
                </c:pt>
                <c:pt idx="13114">
                  <c:v>12.704000000000001</c:v>
                </c:pt>
                <c:pt idx="13115">
                  <c:v>12.1966</c:v>
                </c:pt>
                <c:pt idx="13116">
                  <c:v>11.775399999999999</c:v>
                </c:pt>
                <c:pt idx="13117">
                  <c:v>11.533099999999999</c:v>
                </c:pt>
                <c:pt idx="13118">
                  <c:v>11.5015</c:v>
                </c:pt>
                <c:pt idx="13119">
                  <c:v>11.5549</c:v>
                </c:pt>
                <c:pt idx="13120">
                  <c:v>11.5014</c:v>
                </c:pt>
                <c:pt idx="13121">
                  <c:v>11.3942</c:v>
                </c:pt>
                <c:pt idx="13122">
                  <c:v>11.354900000000001</c:v>
                </c:pt>
                <c:pt idx="13123">
                  <c:v>11.085599999999999</c:v>
                </c:pt>
                <c:pt idx="13124">
                  <c:v>10.6244</c:v>
                </c:pt>
                <c:pt idx="13125">
                  <c:v>10.0891</c:v>
                </c:pt>
                <c:pt idx="13126">
                  <c:v>9.577</c:v>
                </c:pt>
                <c:pt idx="13127">
                  <c:v>9.4513300000000005</c:v>
                </c:pt>
                <c:pt idx="13128">
                  <c:v>9.6509400000000003</c:v>
                </c:pt>
                <c:pt idx="13129">
                  <c:v>9.6873799999999992</c:v>
                </c:pt>
                <c:pt idx="13130">
                  <c:v>9.6159199999999991</c:v>
                </c:pt>
                <c:pt idx="13131">
                  <c:v>9.8465299999999996</c:v>
                </c:pt>
                <c:pt idx="13132">
                  <c:v>10.068300000000001</c:v>
                </c:pt>
                <c:pt idx="13133">
                  <c:v>9.8224699999999991</c:v>
                </c:pt>
                <c:pt idx="13134">
                  <c:v>9.5451899999999998</c:v>
                </c:pt>
                <c:pt idx="13135">
                  <c:v>9.7064900000000005</c:v>
                </c:pt>
                <c:pt idx="13136">
                  <c:v>10.0702</c:v>
                </c:pt>
                <c:pt idx="13137">
                  <c:v>10.090299999999999</c:v>
                </c:pt>
                <c:pt idx="13138">
                  <c:v>9.8838000000000008</c:v>
                </c:pt>
                <c:pt idx="13139">
                  <c:v>10.031700000000001</c:v>
                </c:pt>
                <c:pt idx="13140">
                  <c:v>10.3682</c:v>
                </c:pt>
                <c:pt idx="13141">
                  <c:v>10.8279</c:v>
                </c:pt>
                <c:pt idx="13142">
                  <c:v>11.115500000000001</c:v>
                </c:pt>
                <c:pt idx="13143">
                  <c:v>11.2136</c:v>
                </c:pt>
                <c:pt idx="13144">
                  <c:v>11.1586</c:v>
                </c:pt>
                <c:pt idx="13145">
                  <c:v>11.065799999999999</c:v>
                </c:pt>
                <c:pt idx="13146">
                  <c:v>10.9499</c:v>
                </c:pt>
                <c:pt idx="13147">
                  <c:v>10.7562</c:v>
                </c:pt>
                <c:pt idx="13148">
                  <c:v>10.472799999999999</c:v>
                </c:pt>
                <c:pt idx="13149">
                  <c:v>10.211399999999999</c:v>
                </c:pt>
                <c:pt idx="13150">
                  <c:v>10.2387</c:v>
                </c:pt>
                <c:pt idx="13151">
                  <c:v>10.2376</c:v>
                </c:pt>
                <c:pt idx="13152">
                  <c:v>10.2723</c:v>
                </c:pt>
                <c:pt idx="13153">
                  <c:v>10.226100000000001</c:v>
                </c:pt>
                <c:pt idx="13154">
                  <c:v>10.044</c:v>
                </c:pt>
                <c:pt idx="13155">
                  <c:v>10.243600000000001</c:v>
                </c:pt>
                <c:pt idx="13156">
                  <c:v>10.7159</c:v>
                </c:pt>
                <c:pt idx="13157">
                  <c:v>11.0463</c:v>
                </c:pt>
                <c:pt idx="13158">
                  <c:v>11.205299999999999</c:v>
                </c:pt>
                <c:pt idx="13159">
                  <c:v>11.5481</c:v>
                </c:pt>
                <c:pt idx="13160">
                  <c:v>11.706799999999999</c:v>
                </c:pt>
                <c:pt idx="13161">
                  <c:v>11.8506</c:v>
                </c:pt>
                <c:pt idx="13162">
                  <c:v>12.1013</c:v>
                </c:pt>
                <c:pt idx="13163">
                  <c:v>12.416499999999999</c:v>
                </c:pt>
                <c:pt idx="13164">
                  <c:v>12.9962</c:v>
                </c:pt>
                <c:pt idx="13165">
                  <c:v>13.8239</c:v>
                </c:pt>
                <c:pt idx="13166">
                  <c:v>15.2227</c:v>
                </c:pt>
                <c:pt idx="13167">
                  <c:v>16.631399999999999</c:v>
                </c:pt>
                <c:pt idx="13168">
                  <c:v>17.476800000000001</c:v>
                </c:pt>
                <c:pt idx="13169">
                  <c:v>17.957599999999999</c:v>
                </c:pt>
                <c:pt idx="13170">
                  <c:v>18.265599999999999</c:v>
                </c:pt>
                <c:pt idx="13171">
                  <c:v>18.346499999999999</c:v>
                </c:pt>
                <c:pt idx="13172">
                  <c:v>18.343900000000001</c:v>
                </c:pt>
                <c:pt idx="13173">
                  <c:v>18.340499999999999</c:v>
                </c:pt>
                <c:pt idx="13174">
                  <c:v>18.315899999999999</c:v>
                </c:pt>
                <c:pt idx="13175">
                  <c:v>18.628</c:v>
                </c:pt>
                <c:pt idx="13176">
                  <c:v>18.630500000000001</c:v>
                </c:pt>
                <c:pt idx="13177">
                  <c:v>18.348199999999999</c:v>
                </c:pt>
                <c:pt idx="13178">
                  <c:v>18.0244</c:v>
                </c:pt>
                <c:pt idx="13179">
                  <c:v>17.461300000000001</c:v>
                </c:pt>
                <c:pt idx="13180">
                  <c:v>16.6388</c:v>
                </c:pt>
                <c:pt idx="13181">
                  <c:v>15.609</c:v>
                </c:pt>
                <c:pt idx="13182">
                  <c:v>14.662599999999999</c:v>
                </c:pt>
                <c:pt idx="13183">
                  <c:v>13.902100000000001</c:v>
                </c:pt>
                <c:pt idx="13184">
                  <c:v>13.8866</c:v>
                </c:pt>
                <c:pt idx="13185">
                  <c:v>14.508699999999999</c:v>
                </c:pt>
                <c:pt idx="13186">
                  <c:v>14.7921</c:v>
                </c:pt>
                <c:pt idx="13187">
                  <c:v>14.530799999999999</c:v>
                </c:pt>
                <c:pt idx="13188">
                  <c:v>13.707000000000001</c:v>
                </c:pt>
                <c:pt idx="13189">
                  <c:v>12.9764</c:v>
                </c:pt>
                <c:pt idx="13190">
                  <c:v>12.715</c:v>
                </c:pt>
                <c:pt idx="13191">
                  <c:v>12.4771</c:v>
                </c:pt>
                <c:pt idx="13192">
                  <c:v>12.4481</c:v>
                </c:pt>
                <c:pt idx="13193">
                  <c:v>12.4359</c:v>
                </c:pt>
                <c:pt idx="13194">
                  <c:v>12.129</c:v>
                </c:pt>
                <c:pt idx="13195">
                  <c:v>11.617699999999999</c:v>
                </c:pt>
                <c:pt idx="13196">
                  <c:v>11.5185</c:v>
                </c:pt>
                <c:pt idx="13197">
                  <c:v>11.748900000000001</c:v>
                </c:pt>
                <c:pt idx="13198">
                  <c:v>11.8278</c:v>
                </c:pt>
                <c:pt idx="13199">
                  <c:v>12.0319</c:v>
                </c:pt>
                <c:pt idx="13200">
                  <c:v>11.8079</c:v>
                </c:pt>
                <c:pt idx="13201">
                  <c:v>11.3902</c:v>
                </c:pt>
                <c:pt idx="13202">
                  <c:v>11.471500000000001</c:v>
                </c:pt>
                <c:pt idx="13203">
                  <c:v>11.2317</c:v>
                </c:pt>
                <c:pt idx="13204">
                  <c:v>11.0619</c:v>
                </c:pt>
                <c:pt idx="13205">
                  <c:v>11.4918</c:v>
                </c:pt>
                <c:pt idx="13206">
                  <c:v>12.075799999999999</c:v>
                </c:pt>
                <c:pt idx="13207">
                  <c:v>12.6412</c:v>
                </c:pt>
                <c:pt idx="13208">
                  <c:v>13.2867</c:v>
                </c:pt>
                <c:pt idx="13209">
                  <c:v>13.8134</c:v>
                </c:pt>
                <c:pt idx="13210">
                  <c:v>14.452299999999999</c:v>
                </c:pt>
                <c:pt idx="13211">
                  <c:v>15.126099999999999</c:v>
                </c:pt>
                <c:pt idx="13212">
                  <c:v>15.913500000000001</c:v>
                </c:pt>
                <c:pt idx="13213">
                  <c:v>16.714600000000001</c:v>
                </c:pt>
                <c:pt idx="13214">
                  <c:v>17.604299999999999</c:v>
                </c:pt>
                <c:pt idx="13215">
                  <c:v>18.602799999999998</c:v>
                </c:pt>
                <c:pt idx="13216">
                  <c:v>19.281600000000001</c:v>
                </c:pt>
                <c:pt idx="13217">
                  <c:v>19.585699999999999</c:v>
                </c:pt>
                <c:pt idx="13218">
                  <c:v>19.643899999999999</c:v>
                </c:pt>
                <c:pt idx="13219">
                  <c:v>20.298200000000001</c:v>
                </c:pt>
                <c:pt idx="13220">
                  <c:v>21.542899999999999</c:v>
                </c:pt>
                <c:pt idx="13221">
                  <c:v>23.823799999999999</c:v>
                </c:pt>
                <c:pt idx="13222">
                  <c:v>26.5122</c:v>
                </c:pt>
                <c:pt idx="13223">
                  <c:v>28.421600000000002</c:v>
                </c:pt>
                <c:pt idx="13224">
                  <c:v>29.582799999999999</c:v>
                </c:pt>
                <c:pt idx="13225">
                  <c:v>30.281700000000001</c:v>
                </c:pt>
                <c:pt idx="13226">
                  <c:v>30.8125</c:v>
                </c:pt>
                <c:pt idx="13227">
                  <c:v>31.312899999999999</c:v>
                </c:pt>
                <c:pt idx="13228">
                  <c:v>32.131399999999999</c:v>
                </c:pt>
                <c:pt idx="13229">
                  <c:v>33.443600000000004</c:v>
                </c:pt>
                <c:pt idx="13230">
                  <c:v>35.356099999999998</c:v>
                </c:pt>
                <c:pt idx="13231">
                  <c:v>38.027799999999999</c:v>
                </c:pt>
                <c:pt idx="13232">
                  <c:v>41.3504</c:v>
                </c:pt>
                <c:pt idx="13233">
                  <c:v>45.569600000000001</c:v>
                </c:pt>
                <c:pt idx="13234">
                  <c:v>51.330300000000001</c:v>
                </c:pt>
                <c:pt idx="13235">
                  <c:v>59.381999999999998</c:v>
                </c:pt>
                <c:pt idx="13236">
                  <c:v>70.065600000000003</c:v>
                </c:pt>
                <c:pt idx="13237">
                  <c:v>83.855699999999999</c:v>
                </c:pt>
                <c:pt idx="13238">
                  <c:v>99.570099999999996</c:v>
                </c:pt>
                <c:pt idx="13239">
                  <c:v>112.80200000000001</c:v>
                </c:pt>
                <c:pt idx="13240">
                  <c:v>120.38500000000001</c:v>
                </c:pt>
                <c:pt idx="13241">
                  <c:v>122.029</c:v>
                </c:pt>
                <c:pt idx="13242">
                  <c:v>120.592</c:v>
                </c:pt>
                <c:pt idx="13243">
                  <c:v>119.37</c:v>
                </c:pt>
                <c:pt idx="13244">
                  <c:v>118.42100000000001</c:v>
                </c:pt>
                <c:pt idx="13245">
                  <c:v>117.11499999999999</c:v>
                </c:pt>
                <c:pt idx="13246">
                  <c:v>116.746</c:v>
                </c:pt>
                <c:pt idx="13247">
                  <c:v>119.24</c:v>
                </c:pt>
                <c:pt idx="13248">
                  <c:v>124.735</c:v>
                </c:pt>
                <c:pt idx="13249">
                  <c:v>129.61199999999999</c:v>
                </c:pt>
                <c:pt idx="13250">
                  <c:v>128.36600000000001</c:v>
                </c:pt>
                <c:pt idx="13251">
                  <c:v>119.245</c:v>
                </c:pt>
                <c:pt idx="13252">
                  <c:v>105.437</c:v>
                </c:pt>
                <c:pt idx="13253">
                  <c:v>91.760599999999997</c:v>
                </c:pt>
                <c:pt idx="13254">
                  <c:v>82.038799999999995</c:v>
                </c:pt>
                <c:pt idx="13255">
                  <c:v>76.9238</c:v>
                </c:pt>
                <c:pt idx="13256">
                  <c:v>74.959999999999994</c:v>
                </c:pt>
                <c:pt idx="13257">
                  <c:v>74.140100000000004</c:v>
                </c:pt>
                <c:pt idx="13258">
                  <c:v>73.033199999999994</c:v>
                </c:pt>
                <c:pt idx="13259">
                  <c:v>70.748400000000004</c:v>
                </c:pt>
                <c:pt idx="13260">
                  <c:v>67.327799999999996</c:v>
                </c:pt>
                <c:pt idx="13261">
                  <c:v>63.068399999999997</c:v>
                </c:pt>
                <c:pt idx="13262">
                  <c:v>59.016300000000001</c:v>
                </c:pt>
                <c:pt idx="13263">
                  <c:v>56.409500000000001</c:v>
                </c:pt>
                <c:pt idx="13264">
                  <c:v>53.977600000000002</c:v>
                </c:pt>
                <c:pt idx="13265">
                  <c:v>50.623600000000003</c:v>
                </c:pt>
                <c:pt idx="13266">
                  <c:v>46.350900000000003</c:v>
                </c:pt>
                <c:pt idx="13267">
                  <c:v>41.632899999999999</c:v>
                </c:pt>
                <c:pt idx="13268">
                  <c:v>37.432000000000002</c:v>
                </c:pt>
                <c:pt idx="13269">
                  <c:v>34.015500000000003</c:v>
                </c:pt>
                <c:pt idx="13270">
                  <c:v>31.465699999999998</c:v>
                </c:pt>
                <c:pt idx="13271">
                  <c:v>29.9603</c:v>
                </c:pt>
                <c:pt idx="13272">
                  <c:v>29.605</c:v>
                </c:pt>
                <c:pt idx="13273">
                  <c:v>30.146999999999998</c:v>
                </c:pt>
                <c:pt idx="13274">
                  <c:v>31.643999999999998</c:v>
                </c:pt>
                <c:pt idx="13275">
                  <c:v>33.532600000000002</c:v>
                </c:pt>
                <c:pt idx="13276">
                  <c:v>35.792099999999998</c:v>
                </c:pt>
                <c:pt idx="13277">
                  <c:v>37.618099999999998</c:v>
                </c:pt>
                <c:pt idx="13278">
                  <c:v>38.527799999999999</c:v>
                </c:pt>
                <c:pt idx="13279">
                  <c:v>38.2121</c:v>
                </c:pt>
                <c:pt idx="13280">
                  <c:v>36.899000000000001</c:v>
                </c:pt>
                <c:pt idx="13281">
                  <c:v>35.727499999999999</c:v>
                </c:pt>
                <c:pt idx="13282">
                  <c:v>35.205399999999997</c:v>
                </c:pt>
                <c:pt idx="13283">
                  <c:v>34.901299999999999</c:v>
                </c:pt>
                <c:pt idx="13284">
                  <c:v>35.208399999999997</c:v>
                </c:pt>
                <c:pt idx="13285">
                  <c:v>36.384900000000002</c:v>
                </c:pt>
                <c:pt idx="13286">
                  <c:v>38.768300000000004</c:v>
                </c:pt>
                <c:pt idx="13287">
                  <c:v>42.9268</c:v>
                </c:pt>
                <c:pt idx="13288">
                  <c:v>48.740699999999997</c:v>
                </c:pt>
                <c:pt idx="13289">
                  <c:v>55.3508</c:v>
                </c:pt>
                <c:pt idx="13290">
                  <c:v>60.935000000000002</c:v>
                </c:pt>
                <c:pt idx="13291">
                  <c:v>63.123699999999999</c:v>
                </c:pt>
                <c:pt idx="13292">
                  <c:v>62.161700000000003</c:v>
                </c:pt>
                <c:pt idx="13293">
                  <c:v>59.279600000000002</c:v>
                </c:pt>
                <c:pt idx="13294">
                  <c:v>55.880200000000002</c:v>
                </c:pt>
                <c:pt idx="13295">
                  <c:v>53.246699999999997</c:v>
                </c:pt>
                <c:pt idx="13296">
                  <c:v>51.9482</c:v>
                </c:pt>
                <c:pt idx="13297">
                  <c:v>52.021999999999998</c:v>
                </c:pt>
                <c:pt idx="13298">
                  <c:v>53.436399999999999</c:v>
                </c:pt>
                <c:pt idx="13299">
                  <c:v>57.128100000000003</c:v>
                </c:pt>
                <c:pt idx="13300">
                  <c:v>63.035899999999998</c:v>
                </c:pt>
                <c:pt idx="13301">
                  <c:v>71.418899999999994</c:v>
                </c:pt>
                <c:pt idx="13302">
                  <c:v>81.595299999999995</c:v>
                </c:pt>
                <c:pt idx="13303">
                  <c:v>92.242699999999999</c:v>
                </c:pt>
                <c:pt idx="13304">
                  <c:v>102.351</c:v>
                </c:pt>
                <c:pt idx="13305">
                  <c:v>111.508</c:v>
                </c:pt>
                <c:pt idx="13306">
                  <c:v>119.25700000000001</c:v>
                </c:pt>
                <c:pt idx="13307">
                  <c:v>123.26600000000001</c:v>
                </c:pt>
                <c:pt idx="13308">
                  <c:v>120.057</c:v>
                </c:pt>
                <c:pt idx="13309">
                  <c:v>109.783</c:v>
                </c:pt>
                <c:pt idx="13310">
                  <c:v>96.040899999999993</c:v>
                </c:pt>
                <c:pt idx="13311">
                  <c:v>82.922300000000007</c:v>
                </c:pt>
                <c:pt idx="13312">
                  <c:v>72.7072</c:v>
                </c:pt>
                <c:pt idx="13313">
                  <c:v>66.746799999999993</c:v>
                </c:pt>
                <c:pt idx="13314">
                  <c:v>65.167100000000005</c:v>
                </c:pt>
                <c:pt idx="13315">
                  <c:v>67.523899999999998</c:v>
                </c:pt>
                <c:pt idx="13316">
                  <c:v>73.550299999999993</c:v>
                </c:pt>
                <c:pt idx="13317">
                  <c:v>82.292299999999997</c:v>
                </c:pt>
                <c:pt idx="13318">
                  <c:v>89.107699999999994</c:v>
                </c:pt>
                <c:pt idx="13319">
                  <c:v>89.2029</c:v>
                </c:pt>
                <c:pt idx="13320">
                  <c:v>82.949700000000007</c:v>
                </c:pt>
                <c:pt idx="13321">
                  <c:v>73.012600000000006</c:v>
                </c:pt>
                <c:pt idx="13322">
                  <c:v>63.332700000000003</c:v>
                </c:pt>
                <c:pt idx="13323">
                  <c:v>55.603400000000001</c:v>
                </c:pt>
                <c:pt idx="13324">
                  <c:v>50.006900000000002</c:v>
                </c:pt>
                <c:pt idx="13325">
                  <c:v>46.016599999999997</c:v>
                </c:pt>
                <c:pt idx="13326">
                  <c:v>42.414700000000003</c:v>
                </c:pt>
                <c:pt idx="13327">
                  <c:v>38.708599999999997</c:v>
                </c:pt>
                <c:pt idx="13328">
                  <c:v>35.138199999999998</c:v>
                </c:pt>
                <c:pt idx="13329">
                  <c:v>32.314399999999999</c:v>
                </c:pt>
                <c:pt idx="13330">
                  <c:v>29.971800000000002</c:v>
                </c:pt>
                <c:pt idx="13331">
                  <c:v>28.375</c:v>
                </c:pt>
                <c:pt idx="13332">
                  <c:v>27.3766</c:v>
                </c:pt>
                <c:pt idx="13333">
                  <c:v>26.649899999999999</c:v>
                </c:pt>
                <c:pt idx="13334">
                  <c:v>25.8262</c:v>
                </c:pt>
                <c:pt idx="13335">
                  <c:v>25.190999999999999</c:v>
                </c:pt>
                <c:pt idx="13336">
                  <c:v>25.410599999999999</c:v>
                </c:pt>
                <c:pt idx="13337">
                  <c:v>25.1633</c:v>
                </c:pt>
                <c:pt idx="13338">
                  <c:v>24.6479</c:v>
                </c:pt>
                <c:pt idx="13339">
                  <c:v>23.915099999999999</c:v>
                </c:pt>
                <c:pt idx="13340">
                  <c:v>23.115200000000002</c:v>
                </c:pt>
                <c:pt idx="13341">
                  <c:v>21.8689</c:v>
                </c:pt>
                <c:pt idx="13342">
                  <c:v>20.0031</c:v>
                </c:pt>
                <c:pt idx="13343">
                  <c:v>18.130199999999999</c:v>
                </c:pt>
                <c:pt idx="13344">
                  <c:v>17.0137</c:v>
                </c:pt>
                <c:pt idx="13345">
                  <c:v>16.609500000000001</c:v>
                </c:pt>
                <c:pt idx="13346">
                  <c:v>16.263000000000002</c:v>
                </c:pt>
                <c:pt idx="13347">
                  <c:v>16.135899999999999</c:v>
                </c:pt>
                <c:pt idx="13348">
                  <c:v>16.226299999999998</c:v>
                </c:pt>
                <c:pt idx="13349">
                  <c:v>16.5214</c:v>
                </c:pt>
                <c:pt idx="13350">
                  <c:v>17.126100000000001</c:v>
                </c:pt>
                <c:pt idx="13351">
                  <c:v>18.0566</c:v>
                </c:pt>
                <c:pt idx="13352">
                  <c:v>19.5303</c:v>
                </c:pt>
                <c:pt idx="13353">
                  <c:v>21.700700000000001</c:v>
                </c:pt>
                <c:pt idx="13354">
                  <c:v>23.771599999999999</c:v>
                </c:pt>
                <c:pt idx="13355">
                  <c:v>25.010999999999999</c:v>
                </c:pt>
                <c:pt idx="13356">
                  <c:v>24.452400000000001</c:v>
                </c:pt>
                <c:pt idx="13357">
                  <c:v>22.084</c:v>
                </c:pt>
                <c:pt idx="13358">
                  <c:v>18.940300000000001</c:v>
                </c:pt>
                <c:pt idx="13359">
                  <c:v>15.914300000000001</c:v>
                </c:pt>
                <c:pt idx="13360">
                  <c:v>13.990500000000001</c:v>
                </c:pt>
                <c:pt idx="13361">
                  <c:v>12.4855</c:v>
                </c:pt>
                <c:pt idx="13362">
                  <c:v>11.517099999999999</c:v>
                </c:pt>
                <c:pt idx="13363">
                  <c:v>10.7957</c:v>
                </c:pt>
                <c:pt idx="13364">
                  <c:v>10.3012</c:v>
                </c:pt>
                <c:pt idx="13365">
                  <c:v>10.436199999999999</c:v>
                </c:pt>
                <c:pt idx="13366">
                  <c:v>10.4983</c:v>
                </c:pt>
                <c:pt idx="13367">
                  <c:v>10.3955</c:v>
                </c:pt>
                <c:pt idx="13368">
                  <c:v>10.356299999999999</c:v>
                </c:pt>
                <c:pt idx="13369">
                  <c:v>10.0916</c:v>
                </c:pt>
                <c:pt idx="13370">
                  <c:v>9.8908799999999992</c:v>
                </c:pt>
                <c:pt idx="13371">
                  <c:v>9.3992699999999996</c:v>
                </c:pt>
                <c:pt idx="13372">
                  <c:v>8.6490600000000004</c:v>
                </c:pt>
                <c:pt idx="13373">
                  <c:v>7.7452899999999998</c:v>
                </c:pt>
                <c:pt idx="13374">
                  <c:v>7.4600799999999996</c:v>
                </c:pt>
                <c:pt idx="13375">
                  <c:v>7.5803700000000003</c:v>
                </c:pt>
                <c:pt idx="13376">
                  <c:v>7.6322099999999997</c:v>
                </c:pt>
                <c:pt idx="13377">
                  <c:v>7.5872000000000002</c:v>
                </c:pt>
                <c:pt idx="13378">
                  <c:v>7.7245600000000003</c:v>
                </c:pt>
                <c:pt idx="13379">
                  <c:v>7.3723700000000001</c:v>
                </c:pt>
                <c:pt idx="13380">
                  <c:v>6.9761800000000003</c:v>
                </c:pt>
                <c:pt idx="13381">
                  <c:v>6.8773099999999996</c:v>
                </c:pt>
                <c:pt idx="13382">
                  <c:v>6.9380699999999997</c:v>
                </c:pt>
                <c:pt idx="13383">
                  <c:v>7.1907800000000002</c:v>
                </c:pt>
                <c:pt idx="13384">
                  <c:v>7.016</c:v>
                </c:pt>
                <c:pt idx="13385">
                  <c:v>6.6072100000000002</c:v>
                </c:pt>
                <c:pt idx="13386">
                  <c:v>6.2984600000000004</c:v>
                </c:pt>
                <c:pt idx="13387">
                  <c:v>6.2992299999999997</c:v>
                </c:pt>
                <c:pt idx="13388">
                  <c:v>6.5613900000000003</c:v>
                </c:pt>
                <c:pt idx="13389">
                  <c:v>6.6388600000000002</c:v>
                </c:pt>
                <c:pt idx="13390">
                  <c:v>6.5145</c:v>
                </c:pt>
                <c:pt idx="13391">
                  <c:v>6.6026400000000001</c:v>
                </c:pt>
                <c:pt idx="13392">
                  <c:v>7.0122900000000001</c:v>
                </c:pt>
                <c:pt idx="13393">
                  <c:v>7.1066000000000003</c:v>
                </c:pt>
                <c:pt idx="13394">
                  <c:v>7.3248199999999999</c:v>
                </c:pt>
                <c:pt idx="13395">
                  <c:v>7.6871999999999998</c:v>
                </c:pt>
                <c:pt idx="13396">
                  <c:v>7.5792599999999997</c:v>
                </c:pt>
                <c:pt idx="13397">
                  <c:v>7.6018499999999998</c:v>
                </c:pt>
                <c:pt idx="13398">
                  <c:v>7.8723999999999998</c:v>
                </c:pt>
                <c:pt idx="13399">
                  <c:v>8.0015599999999996</c:v>
                </c:pt>
                <c:pt idx="13400">
                  <c:v>8.0670500000000001</c:v>
                </c:pt>
                <c:pt idx="13401">
                  <c:v>8.0982699999999994</c:v>
                </c:pt>
                <c:pt idx="13402">
                  <c:v>8.2295499999999997</c:v>
                </c:pt>
                <c:pt idx="13403">
                  <c:v>8.2154900000000008</c:v>
                </c:pt>
                <c:pt idx="13404">
                  <c:v>8.2941900000000004</c:v>
                </c:pt>
                <c:pt idx="13405">
                  <c:v>9.1074599999999997</c:v>
                </c:pt>
                <c:pt idx="13406">
                  <c:v>10.1243</c:v>
                </c:pt>
                <c:pt idx="13407">
                  <c:v>10.8865</c:v>
                </c:pt>
                <c:pt idx="13408">
                  <c:v>11.484</c:v>
                </c:pt>
                <c:pt idx="13409">
                  <c:v>11.725899999999999</c:v>
                </c:pt>
                <c:pt idx="13410">
                  <c:v>12.110099999999999</c:v>
                </c:pt>
                <c:pt idx="13411">
                  <c:v>12.360200000000001</c:v>
                </c:pt>
                <c:pt idx="13412">
                  <c:v>12.6487</c:v>
                </c:pt>
                <c:pt idx="13413">
                  <c:v>12.6455</c:v>
                </c:pt>
                <c:pt idx="13414">
                  <c:v>12.609400000000001</c:v>
                </c:pt>
                <c:pt idx="13415">
                  <c:v>12.7783</c:v>
                </c:pt>
                <c:pt idx="13416">
                  <c:v>12.915100000000001</c:v>
                </c:pt>
                <c:pt idx="13417">
                  <c:v>12.9922</c:v>
                </c:pt>
                <c:pt idx="13418">
                  <c:v>12.7439</c:v>
                </c:pt>
                <c:pt idx="13419">
                  <c:v>12.176299999999999</c:v>
                </c:pt>
                <c:pt idx="13420">
                  <c:v>11.701599999999999</c:v>
                </c:pt>
                <c:pt idx="13421">
                  <c:v>11.662100000000001</c:v>
                </c:pt>
                <c:pt idx="13422">
                  <c:v>11.837999999999999</c:v>
                </c:pt>
                <c:pt idx="13423">
                  <c:v>12.222300000000001</c:v>
                </c:pt>
                <c:pt idx="13424">
                  <c:v>12.7582</c:v>
                </c:pt>
                <c:pt idx="13425">
                  <c:v>13.071300000000001</c:v>
                </c:pt>
                <c:pt idx="13426">
                  <c:v>13.4513</c:v>
                </c:pt>
                <c:pt idx="13427">
                  <c:v>13.661099999999999</c:v>
                </c:pt>
                <c:pt idx="13428">
                  <c:v>13.510300000000001</c:v>
                </c:pt>
                <c:pt idx="13429">
                  <c:v>13.1128</c:v>
                </c:pt>
                <c:pt idx="13430">
                  <c:v>12.6782</c:v>
                </c:pt>
                <c:pt idx="13431">
                  <c:v>12.3939</c:v>
                </c:pt>
                <c:pt idx="13432">
                  <c:v>11.711399999999999</c:v>
                </c:pt>
                <c:pt idx="13433">
                  <c:v>10.889200000000001</c:v>
                </c:pt>
                <c:pt idx="13434">
                  <c:v>10.3841</c:v>
                </c:pt>
                <c:pt idx="13435">
                  <c:v>10.317399999999999</c:v>
                </c:pt>
                <c:pt idx="13436">
                  <c:v>10.0684</c:v>
                </c:pt>
                <c:pt idx="13437">
                  <c:v>9.8359500000000004</c:v>
                </c:pt>
                <c:pt idx="13438">
                  <c:v>9.7228200000000005</c:v>
                </c:pt>
                <c:pt idx="13439">
                  <c:v>9.6851099999999999</c:v>
                </c:pt>
                <c:pt idx="13440">
                  <c:v>9.4512300000000007</c:v>
                </c:pt>
                <c:pt idx="13441">
                  <c:v>9.1478699999999993</c:v>
                </c:pt>
                <c:pt idx="13442">
                  <c:v>9.4386799999999997</c:v>
                </c:pt>
                <c:pt idx="13443">
                  <c:v>9.55288</c:v>
                </c:pt>
                <c:pt idx="13444">
                  <c:v>9.2549700000000001</c:v>
                </c:pt>
                <c:pt idx="13445">
                  <c:v>8.6288400000000003</c:v>
                </c:pt>
                <c:pt idx="13446">
                  <c:v>8.1244800000000001</c:v>
                </c:pt>
                <c:pt idx="13447">
                  <c:v>8.0027299999999997</c:v>
                </c:pt>
                <c:pt idx="13448">
                  <c:v>7.7719800000000001</c:v>
                </c:pt>
                <c:pt idx="13449">
                  <c:v>7.5644499999999999</c:v>
                </c:pt>
                <c:pt idx="13450">
                  <c:v>7.01281</c:v>
                </c:pt>
                <c:pt idx="13451">
                  <c:v>6.6883900000000001</c:v>
                </c:pt>
                <c:pt idx="13452">
                  <c:v>6.5907299999999998</c:v>
                </c:pt>
                <c:pt idx="13453">
                  <c:v>6.7724399999999996</c:v>
                </c:pt>
                <c:pt idx="13454">
                  <c:v>7.0257300000000003</c:v>
                </c:pt>
                <c:pt idx="13455">
                  <c:v>7.2680800000000003</c:v>
                </c:pt>
                <c:pt idx="13456">
                  <c:v>7.4299900000000001</c:v>
                </c:pt>
                <c:pt idx="13457">
                  <c:v>7.9013400000000003</c:v>
                </c:pt>
                <c:pt idx="13458">
                  <c:v>8.2068999999999992</c:v>
                </c:pt>
                <c:pt idx="13459">
                  <c:v>8.1190999999999995</c:v>
                </c:pt>
                <c:pt idx="13460">
                  <c:v>8.2314100000000003</c:v>
                </c:pt>
                <c:pt idx="13461">
                  <c:v>8.6625300000000003</c:v>
                </c:pt>
                <c:pt idx="13462">
                  <c:v>9.2467400000000008</c:v>
                </c:pt>
                <c:pt idx="13463">
                  <c:v>9.7036899999999999</c:v>
                </c:pt>
                <c:pt idx="13464">
                  <c:v>10.0739</c:v>
                </c:pt>
                <c:pt idx="13465">
                  <c:v>10.456799999999999</c:v>
                </c:pt>
                <c:pt idx="13466">
                  <c:v>10.645799999999999</c:v>
                </c:pt>
                <c:pt idx="13467">
                  <c:v>10.4048</c:v>
                </c:pt>
                <c:pt idx="13468">
                  <c:v>10.3278</c:v>
                </c:pt>
                <c:pt idx="13469">
                  <c:v>10.627000000000001</c:v>
                </c:pt>
                <c:pt idx="13470">
                  <c:v>10.611499999999999</c:v>
                </c:pt>
                <c:pt idx="13471">
                  <c:v>10.4412</c:v>
                </c:pt>
                <c:pt idx="13472">
                  <c:v>10.4901</c:v>
                </c:pt>
                <c:pt idx="13473">
                  <c:v>10.7883</c:v>
                </c:pt>
                <c:pt idx="13474">
                  <c:v>11.1374</c:v>
                </c:pt>
                <c:pt idx="13475">
                  <c:v>11.6653</c:v>
                </c:pt>
                <c:pt idx="13476">
                  <c:v>12.5304</c:v>
                </c:pt>
                <c:pt idx="13477">
                  <c:v>13.047800000000001</c:v>
                </c:pt>
                <c:pt idx="13478">
                  <c:v>12.666399999999999</c:v>
                </c:pt>
                <c:pt idx="13479">
                  <c:v>12.261799999999999</c:v>
                </c:pt>
                <c:pt idx="13480">
                  <c:v>12.0535</c:v>
                </c:pt>
                <c:pt idx="13481">
                  <c:v>11.846399999999999</c:v>
                </c:pt>
                <c:pt idx="13482">
                  <c:v>11.8971</c:v>
                </c:pt>
                <c:pt idx="13483">
                  <c:v>12.4969</c:v>
                </c:pt>
                <c:pt idx="13484">
                  <c:v>12.9169</c:v>
                </c:pt>
                <c:pt idx="13485">
                  <c:v>13.085100000000001</c:v>
                </c:pt>
                <c:pt idx="13486">
                  <c:v>13.026</c:v>
                </c:pt>
                <c:pt idx="13487">
                  <c:v>12.870100000000001</c:v>
                </c:pt>
                <c:pt idx="13488">
                  <c:v>12.670199999999999</c:v>
                </c:pt>
                <c:pt idx="13489">
                  <c:v>12.701000000000001</c:v>
                </c:pt>
                <c:pt idx="13490">
                  <c:v>12.884399999999999</c:v>
                </c:pt>
                <c:pt idx="13491">
                  <c:v>12.6913</c:v>
                </c:pt>
                <c:pt idx="13492">
                  <c:v>12.3081</c:v>
                </c:pt>
                <c:pt idx="13493">
                  <c:v>11.662599999999999</c:v>
                </c:pt>
                <c:pt idx="13494">
                  <c:v>10.7606</c:v>
                </c:pt>
                <c:pt idx="13495">
                  <c:v>9.8905399999999997</c:v>
                </c:pt>
                <c:pt idx="13496">
                  <c:v>9.2626500000000007</c:v>
                </c:pt>
                <c:pt idx="13497">
                  <c:v>8.9751899999999996</c:v>
                </c:pt>
                <c:pt idx="13498">
                  <c:v>8.6550100000000008</c:v>
                </c:pt>
                <c:pt idx="13499">
                  <c:v>8.4129799999999992</c:v>
                </c:pt>
                <c:pt idx="13500">
                  <c:v>8.2637099999999997</c:v>
                </c:pt>
                <c:pt idx="13501">
                  <c:v>8.3019999999999996</c:v>
                </c:pt>
                <c:pt idx="13502">
                  <c:v>8.7569499999999998</c:v>
                </c:pt>
                <c:pt idx="13503">
                  <c:v>9.1547000000000001</c:v>
                </c:pt>
                <c:pt idx="13504">
                  <c:v>9.2517499999999995</c:v>
                </c:pt>
                <c:pt idx="13505">
                  <c:v>9.1822599999999994</c:v>
                </c:pt>
                <c:pt idx="13506">
                  <c:v>9.2041500000000003</c:v>
                </c:pt>
                <c:pt idx="13507">
                  <c:v>9.3331999999999997</c:v>
                </c:pt>
                <c:pt idx="13508">
                  <c:v>9.0933200000000003</c:v>
                </c:pt>
                <c:pt idx="13509">
                  <c:v>8.4182400000000008</c:v>
                </c:pt>
                <c:pt idx="13510">
                  <c:v>8.0655000000000001</c:v>
                </c:pt>
                <c:pt idx="13511">
                  <c:v>8.0537500000000009</c:v>
                </c:pt>
                <c:pt idx="13512">
                  <c:v>7.8845999999999998</c:v>
                </c:pt>
                <c:pt idx="13513">
                  <c:v>7.8336899999999998</c:v>
                </c:pt>
                <c:pt idx="13514">
                  <c:v>7.4776100000000003</c:v>
                </c:pt>
                <c:pt idx="13515">
                  <c:v>7.1936400000000003</c:v>
                </c:pt>
                <c:pt idx="13516">
                  <c:v>7.0581699999999996</c:v>
                </c:pt>
                <c:pt idx="13517">
                  <c:v>7.0670299999999999</c:v>
                </c:pt>
                <c:pt idx="13518">
                  <c:v>6.9312899999999997</c:v>
                </c:pt>
                <c:pt idx="13519">
                  <c:v>6.7988600000000003</c:v>
                </c:pt>
                <c:pt idx="13520">
                  <c:v>7.0481199999999999</c:v>
                </c:pt>
                <c:pt idx="13521">
                  <c:v>7.1183199999999998</c:v>
                </c:pt>
                <c:pt idx="13522">
                  <c:v>7.0127199999999998</c:v>
                </c:pt>
                <c:pt idx="13523">
                  <c:v>6.6491100000000003</c:v>
                </c:pt>
                <c:pt idx="13524">
                  <c:v>6.0468200000000003</c:v>
                </c:pt>
                <c:pt idx="13525">
                  <c:v>5.91214</c:v>
                </c:pt>
                <c:pt idx="13526">
                  <c:v>5.95791</c:v>
                </c:pt>
                <c:pt idx="13527">
                  <c:v>5.6289699999999998</c:v>
                </c:pt>
                <c:pt idx="13528">
                  <c:v>5.2572299999999998</c:v>
                </c:pt>
                <c:pt idx="13529">
                  <c:v>5.2265199999999998</c:v>
                </c:pt>
                <c:pt idx="13530">
                  <c:v>5.3511600000000001</c:v>
                </c:pt>
                <c:pt idx="13531">
                  <c:v>5.71807</c:v>
                </c:pt>
                <c:pt idx="13532">
                  <c:v>6.0617999999999999</c:v>
                </c:pt>
                <c:pt idx="13533">
                  <c:v>5.8456299999999999</c:v>
                </c:pt>
                <c:pt idx="13534">
                  <c:v>5.5603199999999999</c:v>
                </c:pt>
                <c:pt idx="13535">
                  <c:v>5.1930699999999996</c:v>
                </c:pt>
                <c:pt idx="13536">
                  <c:v>5.0396299999999998</c:v>
                </c:pt>
                <c:pt idx="13537">
                  <c:v>5.5259400000000003</c:v>
                </c:pt>
                <c:pt idx="13538">
                  <c:v>5.9756099999999996</c:v>
                </c:pt>
                <c:pt idx="13539">
                  <c:v>6.3352000000000004</c:v>
                </c:pt>
                <c:pt idx="13540">
                  <c:v>6.6311499999999999</c:v>
                </c:pt>
                <c:pt idx="13541">
                  <c:v>6.5150800000000002</c:v>
                </c:pt>
                <c:pt idx="13542">
                  <c:v>6.3295000000000003</c:v>
                </c:pt>
                <c:pt idx="13543">
                  <c:v>6.3103400000000001</c:v>
                </c:pt>
                <c:pt idx="13544">
                  <c:v>6.6446300000000003</c:v>
                </c:pt>
                <c:pt idx="13545">
                  <c:v>7.3940200000000003</c:v>
                </c:pt>
                <c:pt idx="13546">
                  <c:v>8.1797599999999999</c:v>
                </c:pt>
                <c:pt idx="13547">
                  <c:v>8.9504400000000004</c:v>
                </c:pt>
                <c:pt idx="13548">
                  <c:v>9.5353499999999993</c:v>
                </c:pt>
                <c:pt idx="13549">
                  <c:v>9.9721299999999999</c:v>
                </c:pt>
                <c:pt idx="13550">
                  <c:v>10.1968</c:v>
                </c:pt>
                <c:pt idx="13551">
                  <c:v>10.585800000000001</c:v>
                </c:pt>
                <c:pt idx="13552">
                  <c:v>11.4115</c:v>
                </c:pt>
                <c:pt idx="13553">
                  <c:v>12.940300000000001</c:v>
                </c:pt>
                <c:pt idx="13554">
                  <c:v>15.115600000000001</c:v>
                </c:pt>
                <c:pt idx="13555">
                  <c:v>16.834099999999999</c:v>
                </c:pt>
                <c:pt idx="13556">
                  <c:v>17.063800000000001</c:v>
                </c:pt>
                <c:pt idx="13557">
                  <c:v>15.8681</c:v>
                </c:pt>
                <c:pt idx="13558">
                  <c:v>13.8528</c:v>
                </c:pt>
                <c:pt idx="13559">
                  <c:v>12.0915</c:v>
                </c:pt>
                <c:pt idx="13560">
                  <c:v>11.0404</c:v>
                </c:pt>
                <c:pt idx="13561">
                  <c:v>9.7077100000000005</c:v>
                </c:pt>
                <c:pt idx="13562">
                  <c:v>8.34239</c:v>
                </c:pt>
                <c:pt idx="13563">
                  <c:v>7.5958300000000003</c:v>
                </c:pt>
                <c:pt idx="13564">
                  <c:v>7.2988999999999997</c:v>
                </c:pt>
                <c:pt idx="13565">
                  <c:v>6.8846600000000002</c:v>
                </c:pt>
                <c:pt idx="13566">
                  <c:v>6.4992599999999996</c:v>
                </c:pt>
                <c:pt idx="13567">
                  <c:v>6.1315400000000002</c:v>
                </c:pt>
                <c:pt idx="13568">
                  <c:v>5.7202000000000002</c:v>
                </c:pt>
                <c:pt idx="13569">
                  <c:v>5.7468300000000001</c:v>
                </c:pt>
                <c:pt idx="13570">
                  <c:v>5.7407599999999999</c:v>
                </c:pt>
                <c:pt idx="13571">
                  <c:v>5.4210399999999996</c:v>
                </c:pt>
                <c:pt idx="13572">
                  <c:v>5.3370800000000003</c:v>
                </c:pt>
                <c:pt idx="13573">
                  <c:v>5.3129900000000001</c:v>
                </c:pt>
                <c:pt idx="13574">
                  <c:v>5.5197799999999999</c:v>
                </c:pt>
                <c:pt idx="13575">
                  <c:v>5.7095900000000004</c:v>
                </c:pt>
                <c:pt idx="13576">
                  <c:v>5.7084700000000002</c:v>
                </c:pt>
                <c:pt idx="13577">
                  <c:v>5.7170500000000004</c:v>
                </c:pt>
                <c:pt idx="13578">
                  <c:v>5.5858999999999996</c:v>
                </c:pt>
                <c:pt idx="13579">
                  <c:v>5.3968800000000003</c:v>
                </c:pt>
                <c:pt idx="13580">
                  <c:v>5.07287</c:v>
                </c:pt>
                <c:pt idx="13581">
                  <c:v>5.0688700000000004</c:v>
                </c:pt>
                <c:pt idx="13582">
                  <c:v>5.1770800000000001</c:v>
                </c:pt>
                <c:pt idx="13583">
                  <c:v>5.0092299999999996</c:v>
                </c:pt>
                <c:pt idx="13584">
                  <c:v>4.8784099999999997</c:v>
                </c:pt>
                <c:pt idx="13585">
                  <c:v>4.7593500000000004</c:v>
                </c:pt>
                <c:pt idx="13586">
                  <c:v>4.8478700000000003</c:v>
                </c:pt>
                <c:pt idx="13587">
                  <c:v>4.7917300000000003</c:v>
                </c:pt>
                <c:pt idx="13588">
                  <c:v>4.62765</c:v>
                </c:pt>
                <c:pt idx="13589">
                  <c:v>4.7739500000000001</c:v>
                </c:pt>
                <c:pt idx="13590">
                  <c:v>5.0446400000000002</c:v>
                </c:pt>
                <c:pt idx="13591">
                  <c:v>5.2383800000000003</c:v>
                </c:pt>
                <c:pt idx="13592">
                  <c:v>5.2190200000000004</c:v>
                </c:pt>
                <c:pt idx="13593">
                  <c:v>5.2657999999999996</c:v>
                </c:pt>
                <c:pt idx="13594">
                  <c:v>5.1772799999999997</c:v>
                </c:pt>
                <c:pt idx="13595">
                  <c:v>5.1116000000000001</c:v>
                </c:pt>
                <c:pt idx="13596">
                  <c:v>5.1473899999999997</c:v>
                </c:pt>
                <c:pt idx="13597">
                  <c:v>4.8764500000000002</c:v>
                </c:pt>
                <c:pt idx="13598">
                  <c:v>4.3937499999999998</c:v>
                </c:pt>
                <c:pt idx="13599">
                  <c:v>4.3421399999999997</c:v>
                </c:pt>
                <c:pt idx="13600">
                  <c:v>4.69977</c:v>
                </c:pt>
                <c:pt idx="13601">
                  <c:v>4.9417900000000001</c:v>
                </c:pt>
                <c:pt idx="13602">
                  <c:v>4.9108200000000002</c:v>
                </c:pt>
                <c:pt idx="13603">
                  <c:v>4.9002999999999997</c:v>
                </c:pt>
                <c:pt idx="13604">
                  <c:v>4.76783</c:v>
                </c:pt>
                <c:pt idx="13605">
                  <c:v>4.36585</c:v>
                </c:pt>
                <c:pt idx="13606">
                  <c:v>4.1748599999999998</c:v>
                </c:pt>
                <c:pt idx="13607">
                  <c:v>3.9601700000000002</c:v>
                </c:pt>
                <c:pt idx="13608">
                  <c:v>3.8890600000000002</c:v>
                </c:pt>
                <c:pt idx="13609">
                  <c:v>4.1036700000000002</c:v>
                </c:pt>
                <c:pt idx="13610">
                  <c:v>4.5167000000000002</c:v>
                </c:pt>
                <c:pt idx="13611">
                  <c:v>4.6069500000000003</c:v>
                </c:pt>
                <c:pt idx="13612">
                  <c:v>4.3628400000000003</c:v>
                </c:pt>
                <c:pt idx="13613">
                  <c:v>4.2648299999999999</c:v>
                </c:pt>
                <c:pt idx="13614">
                  <c:v>4.2416</c:v>
                </c:pt>
                <c:pt idx="13615">
                  <c:v>4.1218500000000002</c:v>
                </c:pt>
                <c:pt idx="13616">
                  <c:v>3.78932</c:v>
                </c:pt>
                <c:pt idx="13617">
                  <c:v>3.9684900000000001</c:v>
                </c:pt>
                <c:pt idx="13618">
                  <c:v>4.3597099999999998</c:v>
                </c:pt>
                <c:pt idx="13619">
                  <c:v>4.4715499999999997</c:v>
                </c:pt>
                <c:pt idx="13620">
                  <c:v>4.4570999999999996</c:v>
                </c:pt>
                <c:pt idx="13621">
                  <c:v>4.0627300000000002</c:v>
                </c:pt>
                <c:pt idx="13622">
                  <c:v>4.1407499999999997</c:v>
                </c:pt>
                <c:pt idx="13623">
                  <c:v>4.5440300000000002</c:v>
                </c:pt>
                <c:pt idx="13624">
                  <c:v>4.6841900000000001</c:v>
                </c:pt>
                <c:pt idx="13625">
                  <c:v>4.9402299999999997</c:v>
                </c:pt>
                <c:pt idx="13626">
                  <c:v>5.09192</c:v>
                </c:pt>
                <c:pt idx="13627">
                  <c:v>4.9651699999999996</c:v>
                </c:pt>
                <c:pt idx="13628">
                  <c:v>5.0060700000000002</c:v>
                </c:pt>
                <c:pt idx="13629">
                  <c:v>5.2178399999999998</c:v>
                </c:pt>
                <c:pt idx="13630">
                  <c:v>5.5715700000000004</c:v>
                </c:pt>
                <c:pt idx="13631">
                  <c:v>5.9541300000000001</c:v>
                </c:pt>
                <c:pt idx="13632">
                  <c:v>5.9284499999999998</c:v>
                </c:pt>
                <c:pt idx="13633">
                  <c:v>5.5295199999999998</c:v>
                </c:pt>
                <c:pt idx="13634">
                  <c:v>5.0922299999999998</c:v>
                </c:pt>
                <c:pt idx="13635">
                  <c:v>4.5275699999999999</c:v>
                </c:pt>
                <c:pt idx="13636">
                  <c:v>4.3495200000000001</c:v>
                </c:pt>
                <c:pt idx="13637">
                  <c:v>4.6091300000000004</c:v>
                </c:pt>
                <c:pt idx="13638">
                  <c:v>4.8681400000000004</c:v>
                </c:pt>
                <c:pt idx="13639">
                  <c:v>4.8075999999999999</c:v>
                </c:pt>
                <c:pt idx="13640">
                  <c:v>4.7216800000000001</c:v>
                </c:pt>
                <c:pt idx="13641">
                  <c:v>5.0044000000000004</c:v>
                </c:pt>
                <c:pt idx="13642">
                  <c:v>5.21929</c:v>
                </c:pt>
                <c:pt idx="13643">
                  <c:v>5.1041499999999997</c:v>
                </c:pt>
                <c:pt idx="13644">
                  <c:v>4.8652100000000003</c:v>
                </c:pt>
                <c:pt idx="13645">
                  <c:v>4.7561200000000001</c:v>
                </c:pt>
                <c:pt idx="13646">
                  <c:v>4.5501300000000002</c:v>
                </c:pt>
                <c:pt idx="13647">
                  <c:v>4.4067699999999999</c:v>
                </c:pt>
                <c:pt idx="13648">
                  <c:v>4.8422499999999999</c:v>
                </c:pt>
                <c:pt idx="13649">
                  <c:v>5.0512800000000002</c:v>
                </c:pt>
                <c:pt idx="13650">
                  <c:v>5.1536</c:v>
                </c:pt>
                <c:pt idx="13651">
                  <c:v>5.3562000000000003</c:v>
                </c:pt>
                <c:pt idx="13652">
                  <c:v>5.2808599999999997</c:v>
                </c:pt>
                <c:pt idx="13653">
                  <c:v>5.0972</c:v>
                </c:pt>
                <c:pt idx="13654">
                  <c:v>4.7228899999999996</c:v>
                </c:pt>
                <c:pt idx="13655">
                  <c:v>4.6611500000000001</c:v>
                </c:pt>
                <c:pt idx="13656">
                  <c:v>4.8424100000000001</c:v>
                </c:pt>
                <c:pt idx="13657">
                  <c:v>5.2138</c:v>
                </c:pt>
                <c:pt idx="13658">
                  <c:v>5.6747399999999999</c:v>
                </c:pt>
                <c:pt idx="13659">
                  <c:v>5.8370899999999999</c:v>
                </c:pt>
                <c:pt idx="13660">
                  <c:v>5.62927</c:v>
                </c:pt>
                <c:pt idx="13661">
                  <c:v>5.3693499999999998</c:v>
                </c:pt>
                <c:pt idx="13662">
                  <c:v>4.7271400000000003</c:v>
                </c:pt>
                <c:pt idx="13663">
                  <c:v>4.6559999999999997</c:v>
                </c:pt>
                <c:pt idx="13664">
                  <c:v>5.0760699999999996</c:v>
                </c:pt>
                <c:pt idx="13665">
                  <c:v>5.1734</c:v>
                </c:pt>
                <c:pt idx="13666">
                  <c:v>4.9643199999999998</c:v>
                </c:pt>
                <c:pt idx="13667">
                  <c:v>4.7566499999999996</c:v>
                </c:pt>
                <c:pt idx="13668">
                  <c:v>4.7885400000000002</c:v>
                </c:pt>
                <c:pt idx="13669">
                  <c:v>5.0208300000000001</c:v>
                </c:pt>
                <c:pt idx="13670">
                  <c:v>5.4789099999999999</c:v>
                </c:pt>
                <c:pt idx="13671">
                  <c:v>5.5889600000000002</c:v>
                </c:pt>
                <c:pt idx="13672">
                  <c:v>5.3734999999999999</c:v>
                </c:pt>
                <c:pt idx="13673">
                  <c:v>5.41364</c:v>
                </c:pt>
                <c:pt idx="13674">
                  <c:v>5.4571100000000001</c:v>
                </c:pt>
                <c:pt idx="13675">
                  <c:v>5.4996400000000003</c:v>
                </c:pt>
                <c:pt idx="13676">
                  <c:v>5.7539699999999998</c:v>
                </c:pt>
                <c:pt idx="13677">
                  <c:v>6.0824299999999996</c:v>
                </c:pt>
                <c:pt idx="13678">
                  <c:v>6.3951000000000002</c:v>
                </c:pt>
                <c:pt idx="13679">
                  <c:v>6.1097299999999999</c:v>
                </c:pt>
                <c:pt idx="13680">
                  <c:v>6.0810599999999999</c:v>
                </c:pt>
                <c:pt idx="13681">
                  <c:v>6.3913200000000003</c:v>
                </c:pt>
                <c:pt idx="13682">
                  <c:v>6.4345499999999998</c:v>
                </c:pt>
                <c:pt idx="13683">
                  <c:v>6.6572199999999997</c:v>
                </c:pt>
                <c:pt idx="13684">
                  <c:v>7.00563</c:v>
                </c:pt>
                <c:pt idx="13685">
                  <c:v>7.55321</c:v>
                </c:pt>
                <c:pt idx="13686">
                  <c:v>8.0571199999999994</c:v>
                </c:pt>
                <c:pt idx="13687">
                  <c:v>8.5170700000000004</c:v>
                </c:pt>
                <c:pt idx="13688">
                  <c:v>8.53538</c:v>
                </c:pt>
                <c:pt idx="13689">
                  <c:v>8.6260300000000001</c:v>
                </c:pt>
                <c:pt idx="13690">
                  <c:v>8.4524899999999992</c:v>
                </c:pt>
                <c:pt idx="13691">
                  <c:v>8.36951</c:v>
                </c:pt>
                <c:pt idx="13692">
                  <c:v>8.1887399999999992</c:v>
                </c:pt>
                <c:pt idx="13693">
                  <c:v>8.1563800000000004</c:v>
                </c:pt>
                <c:pt idx="13694">
                  <c:v>8.2953700000000001</c:v>
                </c:pt>
                <c:pt idx="13695">
                  <c:v>8.3600999999999992</c:v>
                </c:pt>
                <c:pt idx="13696">
                  <c:v>8.4378600000000006</c:v>
                </c:pt>
                <c:pt idx="13697">
                  <c:v>8.1977499999999992</c:v>
                </c:pt>
                <c:pt idx="13698">
                  <c:v>8.2198399999999996</c:v>
                </c:pt>
                <c:pt idx="13699">
                  <c:v>8.6486800000000006</c:v>
                </c:pt>
                <c:pt idx="13700">
                  <c:v>9.3763000000000005</c:v>
                </c:pt>
                <c:pt idx="13701">
                  <c:v>9.9073600000000006</c:v>
                </c:pt>
                <c:pt idx="13702">
                  <c:v>10.652900000000001</c:v>
                </c:pt>
                <c:pt idx="13703">
                  <c:v>11.474299999999999</c:v>
                </c:pt>
                <c:pt idx="13704">
                  <c:v>12.0328</c:v>
                </c:pt>
                <c:pt idx="13705">
                  <c:v>12.1043</c:v>
                </c:pt>
                <c:pt idx="13706">
                  <c:v>12.024800000000001</c:v>
                </c:pt>
                <c:pt idx="13707">
                  <c:v>11.513199999999999</c:v>
                </c:pt>
                <c:pt idx="13708">
                  <c:v>10.4026</c:v>
                </c:pt>
                <c:pt idx="13709">
                  <c:v>9.2990100000000009</c:v>
                </c:pt>
                <c:pt idx="13710">
                  <c:v>8.1584099999999999</c:v>
                </c:pt>
                <c:pt idx="13711">
                  <c:v>7.8721699999999997</c:v>
                </c:pt>
                <c:pt idx="13712">
                  <c:v>8.2927199999999992</c:v>
                </c:pt>
                <c:pt idx="13713">
                  <c:v>8.6954899999999995</c:v>
                </c:pt>
                <c:pt idx="13714">
                  <c:v>8.9969699999999992</c:v>
                </c:pt>
                <c:pt idx="13715">
                  <c:v>9.3254199999999994</c:v>
                </c:pt>
                <c:pt idx="13716">
                  <c:v>9.3036399999999997</c:v>
                </c:pt>
                <c:pt idx="13717">
                  <c:v>9.0992700000000006</c:v>
                </c:pt>
                <c:pt idx="13718">
                  <c:v>8.8254099999999998</c:v>
                </c:pt>
                <c:pt idx="13719">
                  <c:v>8.7617600000000007</c:v>
                </c:pt>
                <c:pt idx="13720">
                  <c:v>9.2554499999999997</c:v>
                </c:pt>
                <c:pt idx="13721">
                  <c:v>9.4302499999999991</c:v>
                </c:pt>
                <c:pt idx="13722">
                  <c:v>9.6587499999999995</c:v>
                </c:pt>
                <c:pt idx="13723">
                  <c:v>10.2837</c:v>
                </c:pt>
                <c:pt idx="13724">
                  <c:v>10.5037</c:v>
                </c:pt>
                <c:pt idx="13725">
                  <c:v>10.7568</c:v>
                </c:pt>
                <c:pt idx="13726">
                  <c:v>10.8178</c:v>
                </c:pt>
                <c:pt idx="13727">
                  <c:v>10.479699999999999</c:v>
                </c:pt>
                <c:pt idx="13728">
                  <c:v>10.5299</c:v>
                </c:pt>
                <c:pt idx="13729">
                  <c:v>10.618</c:v>
                </c:pt>
                <c:pt idx="13730">
                  <c:v>10.587999999999999</c:v>
                </c:pt>
                <c:pt idx="13731">
                  <c:v>10.4117</c:v>
                </c:pt>
                <c:pt idx="13732">
                  <c:v>10.029999999999999</c:v>
                </c:pt>
                <c:pt idx="13733">
                  <c:v>9.6105900000000002</c:v>
                </c:pt>
                <c:pt idx="13734">
                  <c:v>9.6310000000000002</c:v>
                </c:pt>
                <c:pt idx="13735">
                  <c:v>9.8599200000000007</c:v>
                </c:pt>
                <c:pt idx="13736">
                  <c:v>10.0322</c:v>
                </c:pt>
                <c:pt idx="13737">
                  <c:v>10.444800000000001</c:v>
                </c:pt>
                <c:pt idx="13738">
                  <c:v>10.875299999999999</c:v>
                </c:pt>
                <c:pt idx="13739">
                  <c:v>10.752700000000001</c:v>
                </c:pt>
                <c:pt idx="13740">
                  <c:v>10.6067</c:v>
                </c:pt>
                <c:pt idx="13741">
                  <c:v>10.228</c:v>
                </c:pt>
                <c:pt idx="13742">
                  <c:v>9.6713900000000006</c:v>
                </c:pt>
                <c:pt idx="13743">
                  <c:v>9.4889799999999997</c:v>
                </c:pt>
                <c:pt idx="13744">
                  <c:v>9.3305699999999998</c:v>
                </c:pt>
                <c:pt idx="13745">
                  <c:v>9.6056799999999996</c:v>
                </c:pt>
                <c:pt idx="13746">
                  <c:v>10.076000000000001</c:v>
                </c:pt>
                <c:pt idx="13747">
                  <c:v>10.495699999999999</c:v>
                </c:pt>
                <c:pt idx="13748">
                  <c:v>10.7783</c:v>
                </c:pt>
                <c:pt idx="13749">
                  <c:v>10.6309</c:v>
                </c:pt>
                <c:pt idx="13750">
                  <c:v>10.323600000000001</c:v>
                </c:pt>
                <c:pt idx="13751">
                  <c:v>9.8720499999999998</c:v>
                </c:pt>
                <c:pt idx="13752">
                  <c:v>9.3868799999999997</c:v>
                </c:pt>
                <c:pt idx="13753">
                  <c:v>8.8985900000000004</c:v>
                </c:pt>
                <c:pt idx="13754">
                  <c:v>8.7341599999999993</c:v>
                </c:pt>
                <c:pt idx="13755">
                  <c:v>8.9310600000000004</c:v>
                </c:pt>
                <c:pt idx="13756">
                  <c:v>9.3596900000000005</c:v>
                </c:pt>
                <c:pt idx="13757">
                  <c:v>9.8355099999999993</c:v>
                </c:pt>
                <c:pt idx="13758">
                  <c:v>9.7959399999999999</c:v>
                </c:pt>
                <c:pt idx="13759">
                  <c:v>9.8385400000000001</c:v>
                </c:pt>
                <c:pt idx="13760">
                  <c:v>9.9839699999999993</c:v>
                </c:pt>
                <c:pt idx="13761">
                  <c:v>9.5397300000000005</c:v>
                </c:pt>
                <c:pt idx="13762">
                  <c:v>9.4413699999999992</c:v>
                </c:pt>
                <c:pt idx="13763">
                  <c:v>9.7286699999999993</c:v>
                </c:pt>
                <c:pt idx="13764">
                  <c:v>10.169499999999999</c:v>
                </c:pt>
                <c:pt idx="13765">
                  <c:v>10.318300000000001</c:v>
                </c:pt>
                <c:pt idx="13766">
                  <c:v>10.013400000000001</c:v>
                </c:pt>
                <c:pt idx="13767">
                  <c:v>9.2944300000000002</c:v>
                </c:pt>
                <c:pt idx="13768">
                  <c:v>8.7464099999999991</c:v>
                </c:pt>
                <c:pt idx="13769">
                  <c:v>8.4602000000000004</c:v>
                </c:pt>
                <c:pt idx="13770">
                  <c:v>8.2742400000000007</c:v>
                </c:pt>
                <c:pt idx="13771">
                  <c:v>8.4193599999999993</c:v>
                </c:pt>
                <c:pt idx="13772">
                  <c:v>8.2753499999999995</c:v>
                </c:pt>
                <c:pt idx="13773">
                  <c:v>8.1259499999999996</c:v>
                </c:pt>
                <c:pt idx="13774">
                  <c:v>8.0762900000000002</c:v>
                </c:pt>
                <c:pt idx="13775">
                  <c:v>7.3194499999999998</c:v>
                </c:pt>
                <c:pt idx="13776">
                  <c:v>6.9470499999999999</c:v>
                </c:pt>
                <c:pt idx="13777">
                  <c:v>7.0012699999999999</c:v>
                </c:pt>
                <c:pt idx="13778">
                  <c:v>7.2377700000000003</c:v>
                </c:pt>
                <c:pt idx="13779">
                  <c:v>7.7685500000000003</c:v>
                </c:pt>
                <c:pt idx="13780">
                  <c:v>8.4476099999999992</c:v>
                </c:pt>
                <c:pt idx="13781">
                  <c:v>9.0369499999999992</c:v>
                </c:pt>
                <c:pt idx="13782">
                  <c:v>9.9098699999999997</c:v>
                </c:pt>
                <c:pt idx="13783">
                  <c:v>10.1114</c:v>
                </c:pt>
                <c:pt idx="13784">
                  <c:v>9.7677399999999999</c:v>
                </c:pt>
                <c:pt idx="13785">
                  <c:v>8.9950299999999999</c:v>
                </c:pt>
                <c:pt idx="13786">
                  <c:v>8.02149</c:v>
                </c:pt>
                <c:pt idx="13787">
                  <c:v>7.1771799999999999</c:v>
                </c:pt>
                <c:pt idx="13788">
                  <c:v>6.3378300000000003</c:v>
                </c:pt>
                <c:pt idx="13789">
                  <c:v>5.7769399999999997</c:v>
                </c:pt>
                <c:pt idx="13790">
                  <c:v>5.6552100000000003</c:v>
                </c:pt>
                <c:pt idx="13791">
                  <c:v>5.86097</c:v>
                </c:pt>
                <c:pt idx="13792">
                  <c:v>5.9383800000000004</c:v>
                </c:pt>
                <c:pt idx="13793">
                  <c:v>5.5952900000000003</c:v>
                </c:pt>
                <c:pt idx="13794">
                  <c:v>5.4245799999999997</c:v>
                </c:pt>
                <c:pt idx="13795">
                  <c:v>5.4995900000000004</c:v>
                </c:pt>
                <c:pt idx="13796">
                  <c:v>5.3448599999999997</c:v>
                </c:pt>
                <c:pt idx="13797">
                  <c:v>5.3745900000000004</c:v>
                </c:pt>
                <c:pt idx="13798">
                  <c:v>5.4447799999999997</c:v>
                </c:pt>
                <c:pt idx="13799">
                  <c:v>5.3753399999999996</c:v>
                </c:pt>
                <c:pt idx="13800">
                  <c:v>5.0034299999999998</c:v>
                </c:pt>
                <c:pt idx="13801">
                  <c:v>4.8449900000000001</c:v>
                </c:pt>
                <c:pt idx="13802">
                  <c:v>5.0143199999999997</c:v>
                </c:pt>
                <c:pt idx="13803">
                  <c:v>4.9181100000000004</c:v>
                </c:pt>
                <c:pt idx="13804">
                  <c:v>4.8676700000000004</c:v>
                </c:pt>
                <c:pt idx="13805">
                  <c:v>4.8974299999999999</c:v>
                </c:pt>
                <c:pt idx="13806">
                  <c:v>4.3924899999999996</c:v>
                </c:pt>
                <c:pt idx="13807">
                  <c:v>3.8612199999999999</c:v>
                </c:pt>
                <c:pt idx="13808">
                  <c:v>3.7651699999999999</c:v>
                </c:pt>
                <c:pt idx="13809">
                  <c:v>4.0707599999999999</c:v>
                </c:pt>
                <c:pt idx="13810">
                  <c:v>4.5526</c:v>
                </c:pt>
                <c:pt idx="13811">
                  <c:v>4.8284900000000004</c:v>
                </c:pt>
                <c:pt idx="13812">
                  <c:v>4.9540800000000003</c:v>
                </c:pt>
                <c:pt idx="13813">
                  <c:v>5.2324400000000004</c:v>
                </c:pt>
                <c:pt idx="13814">
                  <c:v>5.2010300000000003</c:v>
                </c:pt>
                <c:pt idx="13815">
                  <c:v>4.8574599999999997</c:v>
                </c:pt>
                <c:pt idx="13816">
                  <c:v>4.5546699999999998</c:v>
                </c:pt>
                <c:pt idx="13817">
                  <c:v>4.5113500000000002</c:v>
                </c:pt>
                <c:pt idx="13818">
                  <c:v>4.4815699999999996</c:v>
                </c:pt>
                <c:pt idx="13819">
                  <c:v>4.3122600000000002</c:v>
                </c:pt>
                <c:pt idx="13820">
                  <c:v>4.3310899999999997</c:v>
                </c:pt>
                <c:pt idx="13821">
                  <c:v>4.0947699999999996</c:v>
                </c:pt>
                <c:pt idx="13822">
                  <c:v>4.1226000000000003</c:v>
                </c:pt>
                <c:pt idx="13823">
                  <c:v>4.4927000000000001</c:v>
                </c:pt>
                <c:pt idx="13824">
                  <c:v>4.4497799999999996</c:v>
                </c:pt>
                <c:pt idx="13825">
                  <c:v>4.29467</c:v>
                </c:pt>
                <c:pt idx="13826">
                  <c:v>4.0904400000000001</c:v>
                </c:pt>
                <c:pt idx="13827">
                  <c:v>4.0510000000000002</c:v>
                </c:pt>
                <c:pt idx="13828">
                  <c:v>4.3662700000000001</c:v>
                </c:pt>
                <c:pt idx="13829">
                  <c:v>4.4956199999999997</c:v>
                </c:pt>
                <c:pt idx="13830">
                  <c:v>4.7202900000000003</c:v>
                </c:pt>
                <c:pt idx="13831">
                  <c:v>4.9697699999999996</c:v>
                </c:pt>
                <c:pt idx="13832">
                  <c:v>4.6549699999999996</c:v>
                </c:pt>
                <c:pt idx="13833">
                  <c:v>4.3661399999999997</c:v>
                </c:pt>
                <c:pt idx="13834">
                  <c:v>4.1047099999999999</c:v>
                </c:pt>
                <c:pt idx="13835">
                  <c:v>3.94909</c:v>
                </c:pt>
                <c:pt idx="13836">
                  <c:v>4.0239700000000003</c:v>
                </c:pt>
                <c:pt idx="13837">
                  <c:v>3.7961200000000002</c:v>
                </c:pt>
                <c:pt idx="13838">
                  <c:v>3.6240000000000001</c:v>
                </c:pt>
                <c:pt idx="13839">
                  <c:v>3.5801799999999999</c:v>
                </c:pt>
                <c:pt idx="13840">
                  <c:v>3.5148999999999999</c:v>
                </c:pt>
                <c:pt idx="13841">
                  <c:v>3.4307300000000001</c:v>
                </c:pt>
                <c:pt idx="13842">
                  <c:v>3.4182800000000002</c:v>
                </c:pt>
                <c:pt idx="13843">
                  <c:v>3.4150800000000001</c:v>
                </c:pt>
                <c:pt idx="13844">
                  <c:v>3.4622600000000001</c:v>
                </c:pt>
                <c:pt idx="13845">
                  <c:v>3.7299699999999998</c:v>
                </c:pt>
                <c:pt idx="13846">
                  <c:v>3.9222399999999999</c:v>
                </c:pt>
                <c:pt idx="13847">
                  <c:v>3.9462199999999998</c:v>
                </c:pt>
                <c:pt idx="13848">
                  <c:v>3.8083300000000002</c:v>
                </c:pt>
                <c:pt idx="13849">
                  <c:v>3.5419299999999998</c:v>
                </c:pt>
                <c:pt idx="13850">
                  <c:v>3.40483</c:v>
                </c:pt>
                <c:pt idx="13851">
                  <c:v>3.7480799999999999</c:v>
                </c:pt>
                <c:pt idx="13852">
                  <c:v>3.91309</c:v>
                </c:pt>
                <c:pt idx="13853">
                  <c:v>3.9723999999999999</c:v>
                </c:pt>
                <c:pt idx="13854">
                  <c:v>4.0082899999999997</c:v>
                </c:pt>
                <c:pt idx="13855">
                  <c:v>3.9102899999999998</c:v>
                </c:pt>
                <c:pt idx="13856">
                  <c:v>3.8073299999999999</c:v>
                </c:pt>
                <c:pt idx="13857">
                  <c:v>3.9848599999999998</c:v>
                </c:pt>
                <c:pt idx="13858">
                  <c:v>4.2392899999999996</c:v>
                </c:pt>
                <c:pt idx="13859">
                  <c:v>4.21671</c:v>
                </c:pt>
                <c:pt idx="13860">
                  <c:v>4.0725300000000004</c:v>
                </c:pt>
                <c:pt idx="13861">
                  <c:v>4.1354300000000004</c:v>
                </c:pt>
                <c:pt idx="13862">
                  <c:v>4.0705099999999996</c:v>
                </c:pt>
                <c:pt idx="13863">
                  <c:v>3.87784</c:v>
                </c:pt>
                <c:pt idx="13864">
                  <c:v>3.60893</c:v>
                </c:pt>
                <c:pt idx="13865">
                  <c:v>3.5621700000000001</c:v>
                </c:pt>
                <c:pt idx="13866">
                  <c:v>3.74519</c:v>
                </c:pt>
                <c:pt idx="13867">
                  <c:v>3.75969</c:v>
                </c:pt>
                <c:pt idx="13868">
                  <c:v>3.87304</c:v>
                </c:pt>
                <c:pt idx="13869">
                  <c:v>3.8504200000000002</c:v>
                </c:pt>
                <c:pt idx="13870">
                  <c:v>3.9666399999999999</c:v>
                </c:pt>
                <c:pt idx="13871">
                  <c:v>4.5429300000000001</c:v>
                </c:pt>
                <c:pt idx="13872">
                  <c:v>4.5805400000000001</c:v>
                </c:pt>
                <c:pt idx="13873">
                  <c:v>4.4071899999999999</c:v>
                </c:pt>
                <c:pt idx="13874">
                  <c:v>4.5578000000000003</c:v>
                </c:pt>
                <c:pt idx="13875">
                  <c:v>4.6209199999999999</c:v>
                </c:pt>
                <c:pt idx="13876">
                  <c:v>4.7872700000000004</c:v>
                </c:pt>
                <c:pt idx="13877">
                  <c:v>5.0907400000000003</c:v>
                </c:pt>
                <c:pt idx="13878">
                  <c:v>5.1421999999999999</c:v>
                </c:pt>
                <c:pt idx="13879">
                  <c:v>4.97051</c:v>
                </c:pt>
                <c:pt idx="13880">
                  <c:v>4.5868900000000004</c:v>
                </c:pt>
                <c:pt idx="13881">
                  <c:v>4.3145800000000003</c:v>
                </c:pt>
                <c:pt idx="13882">
                  <c:v>4.2369599999999998</c:v>
                </c:pt>
                <c:pt idx="13883">
                  <c:v>4.0621499999999999</c:v>
                </c:pt>
                <c:pt idx="13884">
                  <c:v>3.96421</c:v>
                </c:pt>
                <c:pt idx="13885">
                  <c:v>4.0447800000000003</c:v>
                </c:pt>
                <c:pt idx="13886">
                  <c:v>4.1350600000000002</c:v>
                </c:pt>
                <c:pt idx="13887">
                  <c:v>4.2339000000000002</c:v>
                </c:pt>
                <c:pt idx="13888">
                  <c:v>4.1794099999999998</c:v>
                </c:pt>
                <c:pt idx="13889">
                  <c:v>3.98983</c:v>
                </c:pt>
                <c:pt idx="13890">
                  <c:v>3.52162</c:v>
                </c:pt>
                <c:pt idx="13891">
                  <c:v>3.4401600000000001</c:v>
                </c:pt>
                <c:pt idx="13892">
                  <c:v>3.5906600000000002</c:v>
                </c:pt>
                <c:pt idx="13893">
                  <c:v>3.9632399999999999</c:v>
                </c:pt>
                <c:pt idx="13894">
                  <c:v>3.96882</c:v>
                </c:pt>
                <c:pt idx="13895">
                  <c:v>3.8426900000000002</c:v>
                </c:pt>
                <c:pt idx="13896">
                  <c:v>3.9502600000000001</c:v>
                </c:pt>
                <c:pt idx="13897">
                  <c:v>4.2469200000000003</c:v>
                </c:pt>
                <c:pt idx="13898">
                  <c:v>4.5019200000000001</c:v>
                </c:pt>
                <c:pt idx="13899">
                  <c:v>4.5805300000000004</c:v>
                </c:pt>
                <c:pt idx="13900">
                  <c:v>4.5351800000000004</c:v>
                </c:pt>
                <c:pt idx="13901">
                  <c:v>4.3357599999999996</c:v>
                </c:pt>
                <c:pt idx="13902">
                  <c:v>4.0372700000000004</c:v>
                </c:pt>
                <c:pt idx="13903">
                  <c:v>3.8667699999999998</c:v>
                </c:pt>
                <c:pt idx="13904">
                  <c:v>3.5853199999999998</c:v>
                </c:pt>
                <c:pt idx="13905">
                  <c:v>3.5804900000000002</c:v>
                </c:pt>
                <c:pt idx="13906">
                  <c:v>3.4143599999999998</c:v>
                </c:pt>
                <c:pt idx="13907">
                  <c:v>3.2597200000000002</c:v>
                </c:pt>
                <c:pt idx="13908">
                  <c:v>3.4265400000000001</c:v>
                </c:pt>
                <c:pt idx="13909">
                  <c:v>3.5141800000000001</c:v>
                </c:pt>
                <c:pt idx="13910">
                  <c:v>3.1823199999999998</c:v>
                </c:pt>
                <c:pt idx="13911">
                  <c:v>2.9328699999999999</c:v>
                </c:pt>
                <c:pt idx="13912">
                  <c:v>3.2809599999999999</c:v>
                </c:pt>
                <c:pt idx="13913">
                  <c:v>3.4371999999999998</c:v>
                </c:pt>
                <c:pt idx="13914">
                  <c:v>3.5376099999999999</c:v>
                </c:pt>
                <c:pt idx="13915">
                  <c:v>3.5098699999999998</c:v>
                </c:pt>
                <c:pt idx="13916">
                  <c:v>3.2557</c:v>
                </c:pt>
                <c:pt idx="13917">
                  <c:v>3.1142699999999999</c:v>
                </c:pt>
                <c:pt idx="13918">
                  <c:v>3.2595100000000001</c:v>
                </c:pt>
                <c:pt idx="13919">
                  <c:v>3.4188399999999999</c:v>
                </c:pt>
                <c:pt idx="13920">
                  <c:v>3.4699200000000001</c:v>
                </c:pt>
                <c:pt idx="13921">
                  <c:v>3.3690199999999999</c:v>
                </c:pt>
                <c:pt idx="13922">
                  <c:v>3.4790899999999998</c:v>
                </c:pt>
                <c:pt idx="13923">
                  <c:v>3.8931399999999998</c:v>
                </c:pt>
                <c:pt idx="13924">
                  <c:v>3.9556300000000002</c:v>
                </c:pt>
                <c:pt idx="13925">
                  <c:v>3.8651800000000001</c:v>
                </c:pt>
                <c:pt idx="13926">
                  <c:v>3.7170999999999998</c:v>
                </c:pt>
                <c:pt idx="13927">
                  <c:v>3.7717800000000001</c:v>
                </c:pt>
                <c:pt idx="13928">
                  <c:v>3.8410600000000001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BA51-4A3F-B127-73F49344CA1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71630720"/>
        <c:axId val="71629760"/>
      </c:scatterChart>
      <c:valAx>
        <c:axId val="71630720"/>
        <c:scaling>
          <c:orientation val="maxMin"/>
          <c:max val="8"/>
          <c:min val="3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/>
                </a:solidFill>
                <a:latin typeface="Avenir LT Std 45 Book" panose="020B0502020203020204" pitchFamily="34" charset="0"/>
                <a:ea typeface="+mn-ea"/>
                <a:cs typeface="+mn-cs"/>
              </a:defRPr>
            </a:pPr>
            <a:endParaRPr lang="en-US"/>
          </a:p>
        </c:txPr>
        <c:crossAx val="71629760"/>
        <c:crosses val="autoZero"/>
        <c:crossBetween val="midCat"/>
      </c:valAx>
      <c:valAx>
        <c:axId val="71629760"/>
        <c:scaling>
          <c:orientation val="minMax"/>
        </c:scaling>
        <c:delete val="1"/>
        <c:axPos val="r"/>
        <c:numFmt formatCode="General" sourceLinked="1"/>
        <c:majorTickMark val="none"/>
        <c:minorTickMark val="none"/>
        <c:tickLblPos val="nextTo"/>
        <c:crossAx val="71630720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spPr>
            <a:ln w="1270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'Se-M_eth1x, met1x'!$A$1:$A$13929</c:f>
              <c:numCache>
                <c:formatCode>General</c:formatCode>
                <c:ptCount val="13929"/>
                <c:pt idx="0">
                  <c:v>3.5777000000000001</c:v>
                </c:pt>
                <c:pt idx="1">
                  <c:v>3.5779999999999998</c:v>
                </c:pt>
                <c:pt idx="2">
                  <c:v>3.5783100000000001</c:v>
                </c:pt>
                <c:pt idx="3">
                  <c:v>3.5786099999999998</c:v>
                </c:pt>
                <c:pt idx="4">
                  <c:v>3.5789200000000001</c:v>
                </c:pt>
                <c:pt idx="5">
                  <c:v>3.5792299999999999</c:v>
                </c:pt>
                <c:pt idx="6">
                  <c:v>3.5795300000000001</c:v>
                </c:pt>
                <c:pt idx="7">
                  <c:v>3.5798399999999999</c:v>
                </c:pt>
                <c:pt idx="8">
                  <c:v>3.5801400000000001</c:v>
                </c:pt>
                <c:pt idx="9">
                  <c:v>3.5804499999999999</c:v>
                </c:pt>
                <c:pt idx="10">
                  <c:v>3.5807500000000001</c:v>
                </c:pt>
                <c:pt idx="11">
                  <c:v>3.5810599999999999</c:v>
                </c:pt>
                <c:pt idx="12">
                  <c:v>3.5813600000000001</c:v>
                </c:pt>
                <c:pt idx="13">
                  <c:v>3.5816699999999999</c:v>
                </c:pt>
                <c:pt idx="14">
                  <c:v>3.5819700000000001</c:v>
                </c:pt>
                <c:pt idx="15">
                  <c:v>3.5822799999999999</c:v>
                </c:pt>
                <c:pt idx="16">
                  <c:v>3.5825800000000001</c:v>
                </c:pt>
                <c:pt idx="17">
                  <c:v>3.5828899999999999</c:v>
                </c:pt>
                <c:pt idx="18">
                  <c:v>3.5832000000000002</c:v>
                </c:pt>
                <c:pt idx="19">
                  <c:v>3.5834999999999999</c:v>
                </c:pt>
                <c:pt idx="20">
                  <c:v>3.5838100000000002</c:v>
                </c:pt>
                <c:pt idx="21">
                  <c:v>3.5841099999999999</c:v>
                </c:pt>
                <c:pt idx="22">
                  <c:v>3.5844200000000002</c:v>
                </c:pt>
                <c:pt idx="23">
                  <c:v>3.5847199999999999</c:v>
                </c:pt>
                <c:pt idx="24">
                  <c:v>3.5850300000000002</c:v>
                </c:pt>
                <c:pt idx="25">
                  <c:v>3.5853299999999999</c:v>
                </c:pt>
                <c:pt idx="26">
                  <c:v>3.5856400000000002</c:v>
                </c:pt>
                <c:pt idx="27">
                  <c:v>3.5859399999999999</c:v>
                </c:pt>
                <c:pt idx="28">
                  <c:v>3.5862500000000002</c:v>
                </c:pt>
                <c:pt idx="29">
                  <c:v>3.58656</c:v>
                </c:pt>
                <c:pt idx="30">
                  <c:v>3.5868600000000002</c:v>
                </c:pt>
                <c:pt idx="31">
                  <c:v>3.58717</c:v>
                </c:pt>
                <c:pt idx="32">
                  <c:v>3.5874700000000002</c:v>
                </c:pt>
                <c:pt idx="33">
                  <c:v>3.58778</c:v>
                </c:pt>
                <c:pt idx="34">
                  <c:v>3.5880800000000002</c:v>
                </c:pt>
                <c:pt idx="35">
                  <c:v>3.58839</c:v>
                </c:pt>
                <c:pt idx="36">
                  <c:v>3.5886900000000002</c:v>
                </c:pt>
                <c:pt idx="37">
                  <c:v>3.589</c:v>
                </c:pt>
                <c:pt idx="38">
                  <c:v>3.5893000000000002</c:v>
                </c:pt>
                <c:pt idx="39">
                  <c:v>3.58961</c:v>
                </c:pt>
                <c:pt idx="40">
                  <c:v>3.5899100000000002</c:v>
                </c:pt>
                <c:pt idx="41">
                  <c:v>3.59022</c:v>
                </c:pt>
                <c:pt idx="42">
                  <c:v>3.5905300000000002</c:v>
                </c:pt>
                <c:pt idx="43">
                  <c:v>3.59083</c:v>
                </c:pt>
                <c:pt idx="44">
                  <c:v>3.5911400000000002</c:v>
                </c:pt>
                <c:pt idx="45">
                  <c:v>3.59144</c:v>
                </c:pt>
                <c:pt idx="46">
                  <c:v>3.5917500000000002</c:v>
                </c:pt>
                <c:pt idx="47">
                  <c:v>3.59205</c:v>
                </c:pt>
                <c:pt idx="48">
                  <c:v>3.5923600000000002</c:v>
                </c:pt>
                <c:pt idx="49">
                  <c:v>3.59266</c:v>
                </c:pt>
                <c:pt idx="50">
                  <c:v>3.5929700000000002</c:v>
                </c:pt>
                <c:pt idx="51">
                  <c:v>3.59327</c:v>
                </c:pt>
                <c:pt idx="52">
                  <c:v>3.5935800000000002</c:v>
                </c:pt>
                <c:pt idx="53">
                  <c:v>3.59388</c:v>
                </c:pt>
                <c:pt idx="54">
                  <c:v>3.5941900000000002</c:v>
                </c:pt>
                <c:pt idx="55">
                  <c:v>3.5945</c:v>
                </c:pt>
                <c:pt idx="56">
                  <c:v>3.5948000000000002</c:v>
                </c:pt>
                <c:pt idx="57">
                  <c:v>3.59511</c:v>
                </c:pt>
                <c:pt idx="58">
                  <c:v>3.5954100000000002</c:v>
                </c:pt>
                <c:pt idx="59">
                  <c:v>3.59572</c:v>
                </c:pt>
                <c:pt idx="60">
                  <c:v>3.5960200000000002</c:v>
                </c:pt>
                <c:pt idx="61">
                  <c:v>3.59633</c:v>
                </c:pt>
                <c:pt idx="62">
                  <c:v>3.5966300000000002</c:v>
                </c:pt>
                <c:pt idx="63">
                  <c:v>3.59694</c:v>
                </c:pt>
                <c:pt idx="64">
                  <c:v>3.5972400000000002</c:v>
                </c:pt>
                <c:pt idx="65">
                  <c:v>3.59755</c:v>
                </c:pt>
                <c:pt idx="66">
                  <c:v>3.5978500000000002</c:v>
                </c:pt>
                <c:pt idx="67">
                  <c:v>3.59816</c:v>
                </c:pt>
                <c:pt idx="68">
                  <c:v>3.5984699999999998</c:v>
                </c:pt>
                <c:pt idx="69">
                  <c:v>3.59877</c:v>
                </c:pt>
                <c:pt idx="70">
                  <c:v>3.5990799999999998</c:v>
                </c:pt>
                <c:pt idx="71">
                  <c:v>3.59938</c:v>
                </c:pt>
                <c:pt idx="72">
                  <c:v>3.5996899999999998</c:v>
                </c:pt>
                <c:pt idx="73">
                  <c:v>3.59999</c:v>
                </c:pt>
                <c:pt idx="74">
                  <c:v>3.6002999999999998</c:v>
                </c:pt>
                <c:pt idx="75">
                  <c:v>3.6006</c:v>
                </c:pt>
                <c:pt idx="76">
                  <c:v>3.6009099999999998</c:v>
                </c:pt>
                <c:pt idx="77">
                  <c:v>3.60121</c:v>
                </c:pt>
                <c:pt idx="78">
                  <c:v>3.6015199999999998</c:v>
                </c:pt>
                <c:pt idx="79">
                  <c:v>3.60182</c:v>
                </c:pt>
                <c:pt idx="80">
                  <c:v>3.6021299999999998</c:v>
                </c:pt>
                <c:pt idx="81">
                  <c:v>3.6024400000000001</c:v>
                </c:pt>
                <c:pt idx="82">
                  <c:v>3.6027399999999998</c:v>
                </c:pt>
                <c:pt idx="83">
                  <c:v>3.6030500000000001</c:v>
                </c:pt>
                <c:pt idx="84">
                  <c:v>3.6033499999999998</c:v>
                </c:pt>
                <c:pt idx="85">
                  <c:v>3.6036600000000001</c:v>
                </c:pt>
                <c:pt idx="86">
                  <c:v>3.6039599999999998</c:v>
                </c:pt>
                <c:pt idx="87">
                  <c:v>3.6042700000000001</c:v>
                </c:pt>
                <c:pt idx="88">
                  <c:v>3.6045699999999998</c:v>
                </c:pt>
                <c:pt idx="89">
                  <c:v>3.6048800000000001</c:v>
                </c:pt>
                <c:pt idx="90">
                  <c:v>3.6051799999999998</c:v>
                </c:pt>
                <c:pt idx="91">
                  <c:v>3.6054900000000001</c:v>
                </c:pt>
                <c:pt idx="92">
                  <c:v>3.6057999999999999</c:v>
                </c:pt>
                <c:pt idx="93">
                  <c:v>3.6061000000000001</c:v>
                </c:pt>
                <c:pt idx="94">
                  <c:v>3.6064099999999999</c:v>
                </c:pt>
                <c:pt idx="95">
                  <c:v>3.6067100000000001</c:v>
                </c:pt>
                <c:pt idx="96">
                  <c:v>3.6070199999999999</c:v>
                </c:pt>
                <c:pt idx="97">
                  <c:v>3.6073200000000001</c:v>
                </c:pt>
                <c:pt idx="98">
                  <c:v>3.6076299999999999</c:v>
                </c:pt>
                <c:pt idx="99">
                  <c:v>3.6079300000000001</c:v>
                </c:pt>
                <c:pt idx="100">
                  <c:v>3.6082399999999999</c:v>
                </c:pt>
                <c:pt idx="101">
                  <c:v>3.6085400000000001</c:v>
                </c:pt>
                <c:pt idx="102">
                  <c:v>3.6088499999999999</c:v>
                </c:pt>
                <c:pt idx="103">
                  <c:v>3.6091500000000001</c:v>
                </c:pt>
                <c:pt idx="104">
                  <c:v>3.6094599999999999</c:v>
                </c:pt>
                <c:pt idx="105">
                  <c:v>3.6097700000000001</c:v>
                </c:pt>
                <c:pt idx="106">
                  <c:v>3.6100699999999999</c:v>
                </c:pt>
                <c:pt idx="107">
                  <c:v>3.6103800000000001</c:v>
                </c:pt>
                <c:pt idx="108">
                  <c:v>3.6106799999999999</c:v>
                </c:pt>
                <c:pt idx="109">
                  <c:v>3.6109900000000001</c:v>
                </c:pt>
                <c:pt idx="110">
                  <c:v>3.6112899999999999</c:v>
                </c:pt>
                <c:pt idx="111">
                  <c:v>3.6116000000000001</c:v>
                </c:pt>
                <c:pt idx="112">
                  <c:v>3.6118999999999999</c:v>
                </c:pt>
                <c:pt idx="113">
                  <c:v>3.6122100000000001</c:v>
                </c:pt>
                <c:pt idx="114">
                  <c:v>3.6125099999999999</c:v>
                </c:pt>
                <c:pt idx="115">
                  <c:v>3.6128200000000001</c:v>
                </c:pt>
                <c:pt idx="116">
                  <c:v>3.6131199999999999</c:v>
                </c:pt>
                <c:pt idx="117">
                  <c:v>3.6134300000000001</c:v>
                </c:pt>
                <c:pt idx="118">
                  <c:v>3.61374</c:v>
                </c:pt>
                <c:pt idx="119">
                  <c:v>3.6140400000000001</c:v>
                </c:pt>
                <c:pt idx="120">
                  <c:v>3.61435</c:v>
                </c:pt>
                <c:pt idx="121">
                  <c:v>3.6146500000000001</c:v>
                </c:pt>
                <c:pt idx="122">
                  <c:v>3.61496</c:v>
                </c:pt>
                <c:pt idx="123">
                  <c:v>3.6152600000000001</c:v>
                </c:pt>
                <c:pt idx="124">
                  <c:v>3.61557</c:v>
                </c:pt>
                <c:pt idx="125">
                  <c:v>3.6158700000000001</c:v>
                </c:pt>
                <c:pt idx="126">
                  <c:v>3.6161799999999999</c:v>
                </c:pt>
                <c:pt idx="127">
                  <c:v>3.6164800000000001</c:v>
                </c:pt>
                <c:pt idx="128">
                  <c:v>3.6167899999999999</c:v>
                </c:pt>
                <c:pt idx="129">
                  <c:v>3.6170900000000001</c:v>
                </c:pt>
                <c:pt idx="130">
                  <c:v>3.6173999999999999</c:v>
                </c:pt>
                <c:pt idx="131">
                  <c:v>3.6177100000000002</c:v>
                </c:pt>
                <c:pt idx="132">
                  <c:v>3.6180099999999999</c:v>
                </c:pt>
                <c:pt idx="133">
                  <c:v>3.6183200000000002</c:v>
                </c:pt>
                <c:pt idx="134">
                  <c:v>3.6186199999999999</c:v>
                </c:pt>
                <c:pt idx="135">
                  <c:v>3.6189300000000002</c:v>
                </c:pt>
                <c:pt idx="136">
                  <c:v>3.6192299999999999</c:v>
                </c:pt>
                <c:pt idx="137">
                  <c:v>3.6195400000000002</c:v>
                </c:pt>
                <c:pt idx="138">
                  <c:v>3.6198399999999999</c:v>
                </c:pt>
                <c:pt idx="139">
                  <c:v>3.6201500000000002</c:v>
                </c:pt>
                <c:pt idx="140">
                  <c:v>3.6204499999999999</c:v>
                </c:pt>
                <c:pt idx="141">
                  <c:v>3.6207600000000002</c:v>
                </c:pt>
                <c:pt idx="142">
                  <c:v>3.62107</c:v>
                </c:pt>
                <c:pt idx="143">
                  <c:v>3.6213700000000002</c:v>
                </c:pt>
                <c:pt idx="144">
                  <c:v>3.62168</c:v>
                </c:pt>
                <c:pt idx="145">
                  <c:v>3.6219800000000002</c:v>
                </c:pt>
                <c:pt idx="146">
                  <c:v>3.62229</c:v>
                </c:pt>
                <c:pt idx="147">
                  <c:v>3.6225900000000002</c:v>
                </c:pt>
                <c:pt idx="148">
                  <c:v>3.6229</c:v>
                </c:pt>
                <c:pt idx="149">
                  <c:v>3.6232000000000002</c:v>
                </c:pt>
                <c:pt idx="150">
                  <c:v>3.62351</c:v>
                </c:pt>
                <c:pt idx="151">
                  <c:v>3.6238100000000002</c:v>
                </c:pt>
                <c:pt idx="152">
                  <c:v>3.62412</c:v>
                </c:pt>
                <c:pt idx="153">
                  <c:v>3.6244200000000002</c:v>
                </c:pt>
                <c:pt idx="154">
                  <c:v>3.62473</c:v>
                </c:pt>
                <c:pt idx="155">
                  <c:v>3.6250399999999998</c:v>
                </c:pt>
                <c:pt idx="156">
                  <c:v>3.62534</c:v>
                </c:pt>
                <c:pt idx="157">
                  <c:v>3.6256499999999998</c:v>
                </c:pt>
                <c:pt idx="158">
                  <c:v>3.62595</c:v>
                </c:pt>
                <c:pt idx="159">
                  <c:v>3.6262599999999998</c:v>
                </c:pt>
                <c:pt idx="160">
                  <c:v>3.62656</c:v>
                </c:pt>
                <c:pt idx="161">
                  <c:v>3.6268699999999998</c:v>
                </c:pt>
                <c:pt idx="162">
                  <c:v>3.62717</c:v>
                </c:pt>
                <c:pt idx="163">
                  <c:v>3.6274799999999998</c:v>
                </c:pt>
                <c:pt idx="164">
                  <c:v>3.62778</c:v>
                </c:pt>
                <c:pt idx="165">
                  <c:v>3.6280899999999998</c:v>
                </c:pt>
                <c:pt idx="166">
                  <c:v>3.62839</c:v>
                </c:pt>
                <c:pt idx="167">
                  <c:v>3.6286999999999998</c:v>
                </c:pt>
                <c:pt idx="168">
                  <c:v>3.6290100000000001</c:v>
                </c:pt>
                <c:pt idx="169">
                  <c:v>3.6293099999999998</c:v>
                </c:pt>
                <c:pt idx="170">
                  <c:v>3.6296200000000001</c:v>
                </c:pt>
                <c:pt idx="171">
                  <c:v>3.6299199999999998</c:v>
                </c:pt>
                <c:pt idx="172">
                  <c:v>3.6302300000000001</c:v>
                </c:pt>
                <c:pt idx="173">
                  <c:v>3.6305299999999998</c:v>
                </c:pt>
                <c:pt idx="174">
                  <c:v>3.6308400000000001</c:v>
                </c:pt>
                <c:pt idx="175">
                  <c:v>3.6311399999999998</c:v>
                </c:pt>
                <c:pt idx="176">
                  <c:v>3.6314500000000001</c:v>
                </c:pt>
                <c:pt idx="177">
                  <c:v>3.6317499999999998</c:v>
                </c:pt>
                <c:pt idx="178">
                  <c:v>3.6320600000000001</c:v>
                </c:pt>
                <c:pt idx="179">
                  <c:v>3.6323599999999998</c:v>
                </c:pt>
                <c:pt idx="180">
                  <c:v>3.6326700000000001</c:v>
                </c:pt>
                <c:pt idx="181">
                  <c:v>3.6329799999999999</c:v>
                </c:pt>
                <c:pt idx="182">
                  <c:v>3.6332800000000001</c:v>
                </c:pt>
                <c:pt idx="183">
                  <c:v>3.6335899999999999</c:v>
                </c:pt>
                <c:pt idx="184">
                  <c:v>3.6338900000000001</c:v>
                </c:pt>
                <c:pt idx="185">
                  <c:v>3.6341999999999999</c:v>
                </c:pt>
                <c:pt idx="186">
                  <c:v>3.6345000000000001</c:v>
                </c:pt>
                <c:pt idx="187">
                  <c:v>3.6348099999999999</c:v>
                </c:pt>
                <c:pt idx="188">
                  <c:v>3.6351100000000001</c:v>
                </c:pt>
                <c:pt idx="189">
                  <c:v>3.6354199999999999</c:v>
                </c:pt>
                <c:pt idx="190">
                  <c:v>3.6357200000000001</c:v>
                </c:pt>
                <c:pt idx="191">
                  <c:v>3.6360299999999999</c:v>
                </c:pt>
                <c:pt idx="192">
                  <c:v>3.6363300000000001</c:v>
                </c:pt>
                <c:pt idx="193">
                  <c:v>3.6366399999999999</c:v>
                </c:pt>
                <c:pt idx="194">
                  <c:v>3.6369500000000001</c:v>
                </c:pt>
                <c:pt idx="195">
                  <c:v>3.6372499999999999</c:v>
                </c:pt>
                <c:pt idx="196">
                  <c:v>3.6375600000000001</c:v>
                </c:pt>
                <c:pt idx="197">
                  <c:v>3.6378599999999999</c:v>
                </c:pt>
                <c:pt idx="198">
                  <c:v>3.6381700000000001</c:v>
                </c:pt>
                <c:pt idx="199">
                  <c:v>3.6384699999999999</c:v>
                </c:pt>
                <c:pt idx="200">
                  <c:v>3.6387800000000001</c:v>
                </c:pt>
                <c:pt idx="201">
                  <c:v>3.6390799999999999</c:v>
                </c:pt>
                <c:pt idx="202">
                  <c:v>3.6393900000000001</c:v>
                </c:pt>
                <c:pt idx="203">
                  <c:v>3.6396899999999999</c:v>
                </c:pt>
                <c:pt idx="204">
                  <c:v>3.64</c:v>
                </c:pt>
                <c:pt idx="205">
                  <c:v>3.6403099999999999</c:v>
                </c:pt>
                <c:pt idx="206">
                  <c:v>3.6406100000000001</c:v>
                </c:pt>
                <c:pt idx="207">
                  <c:v>3.6409199999999999</c:v>
                </c:pt>
                <c:pt idx="208">
                  <c:v>3.6412200000000001</c:v>
                </c:pt>
                <c:pt idx="209">
                  <c:v>3.6415299999999999</c:v>
                </c:pt>
                <c:pt idx="210">
                  <c:v>3.6418300000000001</c:v>
                </c:pt>
                <c:pt idx="211">
                  <c:v>3.6421399999999999</c:v>
                </c:pt>
                <c:pt idx="212">
                  <c:v>3.6424400000000001</c:v>
                </c:pt>
                <c:pt idx="213">
                  <c:v>3.6427499999999999</c:v>
                </c:pt>
                <c:pt idx="214">
                  <c:v>3.6430500000000001</c:v>
                </c:pt>
                <c:pt idx="215">
                  <c:v>3.6433599999999999</c:v>
                </c:pt>
                <c:pt idx="216">
                  <c:v>3.6436600000000001</c:v>
                </c:pt>
                <c:pt idx="217">
                  <c:v>3.6439699999999999</c:v>
                </c:pt>
                <c:pt idx="218">
                  <c:v>3.6442800000000002</c:v>
                </c:pt>
                <c:pt idx="219">
                  <c:v>3.6445799999999999</c:v>
                </c:pt>
                <c:pt idx="220">
                  <c:v>3.6448900000000002</c:v>
                </c:pt>
                <c:pt idx="221">
                  <c:v>3.6451899999999999</c:v>
                </c:pt>
                <c:pt idx="222">
                  <c:v>3.6455000000000002</c:v>
                </c:pt>
                <c:pt idx="223">
                  <c:v>3.6457999999999999</c:v>
                </c:pt>
                <c:pt idx="224">
                  <c:v>3.6461100000000002</c:v>
                </c:pt>
                <c:pt idx="225">
                  <c:v>3.6464099999999999</c:v>
                </c:pt>
                <c:pt idx="226">
                  <c:v>3.6467200000000002</c:v>
                </c:pt>
                <c:pt idx="227">
                  <c:v>3.6470199999999999</c:v>
                </c:pt>
                <c:pt idx="228">
                  <c:v>3.6473300000000002</c:v>
                </c:pt>
                <c:pt idx="229">
                  <c:v>3.6476299999999999</c:v>
                </c:pt>
                <c:pt idx="230">
                  <c:v>3.6479400000000002</c:v>
                </c:pt>
                <c:pt idx="231">
                  <c:v>3.64825</c:v>
                </c:pt>
                <c:pt idx="232">
                  <c:v>3.6485500000000002</c:v>
                </c:pt>
                <c:pt idx="233">
                  <c:v>3.64886</c:v>
                </c:pt>
                <c:pt idx="234">
                  <c:v>3.6491600000000002</c:v>
                </c:pt>
                <c:pt idx="235">
                  <c:v>3.64947</c:v>
                </c:pt>
                <c:pt idx="236">
                  <c:v>3.6497700000000002</c:v>
                </c:pt>
                <c:pt idx="237">
                  <c:v>3.65008</c:v>
                </c:pt>
                <c:pt idx="238">
                  <c:v>3.6503800000000002</c:v>
                </c:pt>
                <c:pt idx="239">
                  <c:v>3.65069</c:v>
                </c:pt>
                <c:pt idx="240">
                  <c:v>3.6509900000000002</c:v>
                </c:pt>
                <c:pt idx="241">
                  <c:v>3.6513</c:v>
                </c:pt>
                <c:pt idx="242">
                  <c:v>3.6516000000000002</c:v>
                </c:pt>
                <c:pt idx="243">
                  <c:v>3.65191</c:v>
                </c:pt>
                <c:pt idx="244">
                  <c:v>3.6522199999999998</c:v>
                </c:pt>
                <c:pt idx="245">
                  <c:v>3.65252</c:v>
                </c:pt>
                <c:pt idx="246">
                  <c:v>3.6528299999999998</c:v>
                </c:pt>
                <c:pt idx="247">
                  <c:v>3.65313</c:v>
                </c:pt>
                <c:pt idx="248">
                  <c:v>3.6534399999999998</c:v>
                </c:pt>
                <c:pt idx="249">
                  <c:v>3.65374</c:v>
                </c:pt>
                <c:pt idx="250">
                  <c:v>3.6540499999999998</c:v>
                </c:pt>
                <c:pt idx="251">
                  <c:v>3.65435</c:v>
                </c:pt>
                <c:pt idx="252">
                  <c:v>3.6546599999999998</c:v>
                </c:pt>
                <c:pt idx="253">
                  <c:v>3.65496</c:v>
                </c:pt>
                <c:pt idx="254">
                  <c:v>3.6552699999999998</c:v>
                </c:pt>
                <c:pt idx="255">
                  <c:v>3.65557</c:v>
                </c:pt>
                <c:pt idx="256">
                  <c:v>3.6558799999999998</c:v>
                </c:pt>
                <c:pt idx="257">
                  <c:v>3.6561900000000001</c:v>
                </c:pt>
                <c:pt idx="258">
                  <c:v>3.6564899999999998</c:v>
                </c:pt>
                <c:pt idx="259">
                  <c:v>3.6568000000000001</c:v>
                </c:pt>
                <c:pt idx="260">
                  <c:v>3.6570999999999998</c:v>
                </c:pt>
                <c:pt idx="261">
                  <c:v>3.65741</c:v>
                </c:pt>
                <c:pt idx="262">
                  <c:v>3.6577099999999998</c:v>
                </c:pt>
                <c:pt idx="263">
                  <c:v>3.65802</c:v>
                </c:pt>
                <c:pt idx="264">
                  <c:v>3.6583199999999998</c:v>
                </c:pt>
                <c:pt idx="265">
                  <c:v>3.65863</c:v>
                </c:pt>
                <c:pt idx="266">
                  <c:v>3.6589299999999998</c:v>
                </c:pt>
                <c:pt idx="267">
                  <c:v>3.65924</c:v>
                </c:pt>
                <c:pt idx="268">
                  <c:v>3.6595499999999999</c:v>
                </c:pt>
                <c:pt idx="269">
                  <c:v>3.65985</c:v>
                </c:pt>
                <c:pt idx="270">
                  <c:v>3.6601599999999999</c:v>
                </c:pt>
                <c:pt idx="271">
                  <c:v>3.66046</c:v>
                </c:pt>
                <c:pt idx="272">
                  <c:v>3.6607699999999999</c:v>
                </c:pt>
                <c:pt idx="273">
                  <c:v>3.66107</c:v>
                </c:pt>
                <c:pt idx="274">
                  <c:v>3.6613799999999999</c:v>
                </c:pt>
                <c:pt idx="275">
                  <c:v>3.66168</c:v>
                </c:pt>
                <c:pt idx="276">
                  <c:v>3.6619899999999999</c:v>
                </c:pt>
                <c:pt idx="277">
                  <c:v>3.66229</c:v>
                </c:pt>
                <c:pt idx="278">
                  <c:v>3.6625999999999999</c:v>
                </c:pt>
                <c:pt idx="279">
                  <c:v>3.6629</c:v>
                </c:pt>
                <c:pt idx="280">
                  <c:v>3.6632099999999999</c:v>
                </c:pt>
                <c:pt idx="281">
                  <c:v>3.6635200000000001</c:v>
                </c:pt>
                <c:pt idx="282">
                  <c:v>3.6638199999999999</c:v>
                </c:pt>
                <c:pt idx="283">
                  <c:v>3.6641300000000001</c:v>
                </c:pt>
                <c:pt idx="284">
                  <c:v>3.6644299999999999</c:v>
                </c:pt>
                <c:pt idx="285">
                  <c:v>3.6647400000000001</c:v>
                </c:pt>
                <c:pt idx="286">
                  <c:v>3.6650399999999999</c:v>
                </c:pt>
                <c:pt idx="287">
                  <c:v>3.6653500000000001</c:v>
                </c:pt>
                <c:pt idx="288">
                  <c:v>3.6656499999999999</c:v>
                </c:pt>
                <c:pt idx="289">
                  <c:v>3.6659600000000001</c:v>
                </c:pt>
                <c:pt idx="290">
                  <c:v>3.6662599999999999</c:v>
                </c:pt>
                <c:pt idx="291">
                  <c:v>3.6665700000000001</c:v>
                </c:pt>
                <c:pt idx="292">
                  <c:v>3.6668699999999999</c:v>
                </c:pt>
                <c:pt idx="293">
                  <c:v>3.6671800000000001</c:v>
                </c:pt>
                <c:pt idx="294">
                  <c:v>3.6674899999999999</c:v>
                </c:pt>
                <c:pt idx="295">
                  <c:v>3.6677900000000001</c:v>
                </c:pt>
                <c:pt idx="296">
                  <c:v>3.6680999999999999</c:v>
                </c:pt>
                <c:pt idx="297">
                  <c:v>3.6684000000000001</c:v>
                </c:pt>
                <c:pt idx="298">
                  <c:v>3.6687099999999999</c:v>
                </c:pt>
                <c:pt idx="299">
                  <c:v>3.6690100000000001</c:v>
                </c:pt>
                <c:pt idx="300">
                  <c:v>3.6693199999999999</c:v>
                </c:pt>
                <c:pt idx="301">
                  <c:v>3.6696200000000001</c:v>
                </c:pt>
                <c:pt idx="302">
                  <c:v>3.6699299999999999</c:v>
                </c:pt>
                <c:pt idx="303">
                  <c:v>3.6702300000000001</c:v>
                </c:pt>
                <c:pt idx="304">
                  <c:v>3.6705399999999999</c:v>
                </c:pt>
                <c:pt idx="305">
                  <c:v>3.6708400000000001</c:v>
                </c:pt>
                <c:pt idx="306">
                  <c:v>3.6711499999999999</c:v>
                </c:pt>
                <c:pt idx="307">
                  <c:v>3.6714600000000002</c:v>
                </c:pt>
                <c:pt idx="308">
                  <c:v>3.6717599999999999</c:v>
                </c:pt>
                <c:pt idx="309">
                  <c:v>3.6720700000000002</c:v>
                </c:pt>
                <c:pt idx="310">
                  <c:v>3.6723699999999999</c:v>
                </c:pt>
                <c:pt idx="311">
                  <c:v>3.6726800000000002</c:v>
                </c:pt>
                <c:pt idx="312">
                  <c:v>3.6729799999999999</c:v>
                </c:pt>
                <c:pt idx="313">
                  <c:v>3.6732900000000002</c:v>
                </c:pt>
                <c:pt idx="314">
                  <c:v>3.6735899999999999</c:v>
                </c:pt>
                <c:pt idx="315">
                  <c:v>3.6739000000000002</c:v>
                </c:pt>
                <c:pt idx="316">
                  <c:v>3.6741999999999999</c:v>
                </c:pt>
                <c:pt idx="317">
                  <c:v>3.6745100000000002</c:v>
                </c:pt>
                <c:pt idx="318">
                  <c:v>3.6748099999999999</c:v>
                </c:pt>
                <c:pt idx="319">
                  <c:v>3.6751200000000002</c:v>
                </c:pt>
                <c:pt idx="320">
                  <c:v>3.67543</c:v>
                </c:pt>
                <c:pt idx="321">
                  <c:v>3.6757300000000002</c:v>
                </c:pt>
                <c:pt idx="322">
                  <c:v>3.67604</c:v>
                </c:pt>
                <c:pt idx="323">
                  <c:v>3.6763400000000002</c:v>
                </c:pt>
                <c:pt idx="324">
                  <c:v>3.67665</c:v>
                </c:pt>
                <c:pt idx="325">
                  <c:v>3.6769500000000002</c:v>
                </c:pt>
                <c:pt idx="326">
                  <c:v>3.67726</c:v>
                </c:pt>
                <c:pt idx="327">
                  <c:v>3.6775600000000002</c:v>
                </c:pt>
                <c:pt idx="328">
                  <c:v>3.67787</c:v>
                </c:pt>
                <c:pt idx="329">
                  <c:v>3.6781700000000002</c:v>
                </c:pt>
                <c:pt idx="330">
                  <c:v>3.67848</c:v>
                </c:pt>
                <c:pt idx="331">
                  <c:v>3.6787899999999998</c:v>
                </c:pt>
                <c:pt idx="332">
                  <c:v>3.67909</c:v>
                </c:pt>
                <c:pt idx="333">
                  <c:v>3.6793999999999998</c:v>
                </c:pt>
                <c:pt idx="334">
                  <c:v>3.6797</c:v>
                </c:pt>
                <c:pt idx="335">
                  <c:v>3.6800099999999998</c:v>
                </c:pt>
                <c:pt idx="336">
                  <c:v>3.68031</c:v>
                </c:pt>
                <c:pt idx="337">
                  <c:v>3.6806199999999998</c:v>
                </c:pt>
                <c:pt idx="338">
                  <c:v>3.68092</c:v>
                </c:pt>
                <c:pt idx="339">
                  <c:v>3.6812299999999998</c:v>
                </c:pt>
                <c:pt idx="340">
                  <c:v>3.68153</c:v>
                </c:pt>
                <c:pt idx="341">
                  <c:v>3.6818399999999998</c:v>
                </c:pt>
                <c:pt idx="342">
                  <c:v>3.68214</c:v>
                </c:pt>
                <c:pt idx="343">
                  <c:v>3.6824499999999998</c:v>
                </c:pt>
                <c:pt idx="344">
                  <c:v>3.68276</c:v>
                </c:pt>
                <c:pt idx="345">
                  <c:v>3.6830599999999998</c:v>
                </c:pt>
                <c:pt idx="346">
                  <c:v>3.68337</c:v>
                </c:pt>
                <c:pt idx="347">
                  <c:v>3.6836700000000002</c:v>
                </c:pt>
                <c:pt idx="348">
                  <c:v>3.68398</c:v>
                </c:pt>
                <c:pt idx="349">
                  <c:v>3.6842800000000002</c:v>
                </c:pt>
                <c:pt idx="350">
                  <c:v>3.68459</c:v>
                </c:pt>
                <c:pt idx="351">
                  <c:v>3.6848900000000002</c:v>
                </c:pt>
                <c:pt idx="352">
                  <c:v>3.6852</c:v>
                </c:pt>
                <c:pt idx="353">
                  <c:v>3.6855000000000002</c:v>
                </c:pt>
                <c:pt idx="354">
                  <c:v>3.68581</c:v>
                </c:pt>
                <c:pt idx="355">
                  <c:v>3.6861100000000002</c:v>
                </c:pt>
                <c:pt idx="356">
                  <c:v>3.68642</c:v>
                </c:pt>
                <c:pt idx="357">
                  <c:v>3.6867299999999998</c:v>
                </c:pt>
                <c:pt idx="358">
                  <c:v>3.68703</c:v>
                </c:pt>
                <c:pt idx="359">
                  <c:v>3.6873399999999998</c:v>
                </c:pt>
                <c:pt idx="360">
                  <c:v>3.68764</c:v>
                </c:pt>
                <c:pt idx="361">
                  <c:v>3.6879499999999998</c:v>
                </c:pt>
                <c:pt idx="362">
                  <c:v>3.68825</c:v>
                </c:pt>
                <c:pt idx="363">
                  <c:v>3.6885599999999998</c:v>
                </c:pt>
                <c:pt idx="364">
                  <c:v>3.68886</c:v>
                </c:pt>
                <c:pt idx="365">
                  <c:v>3.6891699999999998</c:v>
                </c:pt>
                <c:pt idx="366">
                  <c:v>3.68947</c:v>
                </c:pt>
                <c:pt idx="367">
                  <c:v>3.6897799999999998</c:v>
                </c:pt>
                <c:pt idx="368">
                  <c:v>3.69008</c:v>
                </c:pt>
                <c:pt idx="369">
                  <c:v>3.6903899999999998</c:v>
                </c:pt>
                <c:pt idx="370">
                  <c:v>3.6907000000000001</c:v>
                </c:pt>
                <c:pt idx="371">
                  <c:v>3.6909999999999998</c:v>
                </c:pt>
                <c:pt idx="372">
                  <c:v>3.6913100000000001</c:v>
                </c:pt>
                <c:pt idx="373">
                  <c:v>3.6916099999999998</c:v>
                </c:pt>
                <c:pt idx="374">
                  <c:v>3.6919200000000001</c:v>
                </c:pt>
                <c:pt idx="375">
                  <c:v>3.6922199999999998</c:v>
                </c:pt>
                <c:pt idx="376">
                  <c:v>3.6925300000000001</c:v>
                </c:pt>
                <c:pt idx="377">
                  <c:v>3.6928299999999998</c:v>
                </c:pt>
                <c:pt idx="378">
                  <c:v>3.6931400000000001</c:v>
                </c:pt>
                <c:pt idx="379">
                  <c:v>3.6934399999999998</c:v>
                </c:pt>
                <c:pt idx="380">
                  <c:v>3.6937500000000001</c:v>
                </c:pt>
                <c:pt idx="381">
                  <c:v>3.6940599999999999</c:v>
                </c:pt>
                <c:pt idx="382">
                  <c:v>3.6943600000000001</c:v>
                </c:pt>
                <c:pt idx="383">
                  <c:v>3.6946699999999999</c:v>
                </c:pt>
                <c:pt idx="384">
                  <c:v>3.6949700000000001</c:v>
                </c:pt>
                <c:pt idx="385">
                  <c:v>3.6952799999999999</c:v>
                </c:pt>
                <c:pt idx="386">
                  <c:v>3.6955800000000001</c:v>
                </c:pt>
                <c:pt idx="387">
                  <c:v>3.6958899999999999</c:v>
                </c:pt>
                <c:pt idx="388">
                  <c:v>3.6961900000000001</c:v>
                </c:pt>
                <c:pt idx="389">
                  <c:v>3.6964999999999999</c:v>
                </c:pt>
                <c:pt idx="390">
                  <c:v>3.6968000000000001</c:v>
                </c:pt>
                <c:pt idx="391">
                  <c:v>3.6971099999999999</c:v>
                </c:pt>
                <c:pt idx="392">
                  <c:v>3.6974100000000001</c:v>
                </c:pt>
                <c:pt idx="393">
                  <c:v>3.6977199999999999</c:v>
                </c:pt>
                <c:pt idx="394">
                  <c:v>3.6980300000000002</c:v>
                </c:pt>
                <c:pt idx="395">
                  <c:v>3.6983299999999999</c:v>
                </c:pt>
                <c:pt idx="396">
                  <c:v>3.6986400000000001</c:v>
                </c:pt>
                <c:pt idx="397">
                  <c:v>3.6989399999999999</c:v>
                </c:pt>
                <c:pt idx="398">
                  <c:v>3.6992500000000001</c:v>
                </c:pt>
                <c:pt idx="399">
                  <c:v>3.6995499999999999</c:v>
                </c:pt>
                <c:pt idx="400">
                  <c:v>3.6998600000000001</c:v>
                </c:pt>
                <c:pt idx="401">
                  <c:v>3.7001599999999999</c:v>
                </c:pt>
                <c:pt idx="402">
                  <c:v>3.7004700000000001</c:v>
                </c:pt>
                <c:pt idx="403">
                  <c:v>3.7007699999999999</c:v>
                </c:pt>
                <c:pt idx="404">
                  <c:v>3.7010800000000001</c:v>
                </c:pt>
                <c:pt idx="405">
                  <c:v>3.7013799999999999</c:v>
                </c:pt>
                <c:pt idx="406">
                  <c:v>3.7016900000000001</c:v>
                </c:pt>
                <c:pt idx="407">
                  <c:v>3.702</c:v>
                </c:pt>
                <c:pt idx="408">
                  <c:v>3.7023000000000001</c:v>
                </c:pt>
                <c:pt idx="409">
                  <c:v>3.70261</c:v>
                </c:pt>
                <c:pt idx="410">
                  <c:v>3.7029100000000001</c:v>
                </c:pt>
                <c:pt idx="411">
                  <c:v>3.70322</c:v>
                </c:pt>
                <c:pt idx="412">
                  <c:v>3.7035200000000001</c:v>
                </c:pt>
                <c:pt idx="413">
                  <c:v>3.70383</c:v>
                </c:pt>
                <c:pt idx="414">
                  <c:v>3.7041300000000001</c:v>
                </c:pt>
                <c:pt idx="415">
                  <c:v>3.70444</c:v>
                </c:pt>
                <c:pt idx="416">
                  <c:v>3.7047400000000001</c:v>
                </c:pt>
                <c:pt idx="417">
                  <c:v>3.70505</c:v>
                </c:pt>
                <c:pt idx="418">
                  <c:v>3.7053500000000001</c:v>
                </c:pt>
                <c:pt idx="419">
                  <c:v>3.70566</c:v>
                </c:pt>
                <c:pt idx="420">
                  <c:v>3.7059700000000002</c:v>
                </c:pt>
                <c:pt idx="421">
                  <c:v>3.70627</c:v>
                </c:pt>
                <c:pt idx="422">
                  <c:v>3.7065800000000002</c:v>
                </c:pt>
                <c:pt idx="423">
                  <c:v>3.70688</c:v>
                </c:pt>
                <c:pt idx="424">
                  <c:v>3.7071900000000002</c:v>
                </c:pt>
                <c:pt idx="425">
                  <c:v>3.70749</c:v>
                </c:pt>
                <c:pt idx="426">
                  <c:v>3.7078000000000002</c:v>
                </c:pt>
                <c:pt idx="427">
                  <c:v>3.7081</c:v>
                </c:pt>
                <c:pt idx="428">
                  <c:v>3.7084100000000002</c:v>
                </c:pt>
                <c:pt idx="429">
                  <c:v>3.70871</c:v>
                </c:pt>
                <c:pt idx="430">
                  <c:v>3.7090200000000002</c:v>
                </c:pt>
                <c:pt idx="431">
                  <c:v>3.70932</c:v>
                </c:pt>
                <c:pt idx="432">
                  <c:v>3.7096300000000002</c:v>
                </c:pt>
                <c:pt idx="433">
                  <c:v>3.70994</c:v>
                </c:pt>
                <c:pt idx="434">
                  <c:v>3.7102400000000002</c:v>
                </c:pt>
                <c:pt idx="435">
                  <c:v>3.71055</c:v>
                </c:pt>
                <c:pt idx="436">
                  <c:v>3.7108500000000002</c:v>
                </c:pt>
                <c:pt idx="437">
                  <c:v>3.71116</c:v>
                </c:pt>
                <c:pt idx="438">
                  <c:v>3.7114600000000002</c:v>
                </c:pt>
                <c:pt idx="439">
                  <c:v>3.71177</c:v>
                </c:pt>
                <c:pt idx="440">
                  <c:v>3.7120700000000002</c:v>
                </c:pt>
                <c:pt idx="441">
                  <c:v>3.71238</c:v>
                </c:pt>
                <c:pt idx="442">
                  <c:v>3.7126800000000002</c:v>
                </c:pt>
                <c:pt idx="443">
                  <c:v>3.71299</c:v>
                </c:pt>
                <c:pt idx="444">
                  <c:v>3.7132999999999998</c:v>
                </c:pt>
                <c:pt idx="445">
                  <c:v>3.7136</c:v>
                </c:pt>
                <c:pt idx="446">
                  <c:v>3.7139099999999998</c:v>
                </c:pt>
                <c:pt idx="447">
                  <c:v>3.71421</c:v>
                </c:pt>
                <c:pt idx="448">
                  <c:v>3.7145199999999998</c:v>
                </c:pt>
                <c:pt idx="449">
                  <c:v>3.71482</c:v>
                </c:pt>
                <c:pt idx="450">
                  <c:v>3.7151299999999998</c:v>
                </c:pt>
                <c:pt idx="451">
                  <c:v>3.71543</c:v>
                </c:pt>
                <c:pt idx="452">
                  <c:v>3.7157399999999998</c:v>
                </c:pt>
                <c:pt idx="453">
                  <c:v>3.71604</c:v>
                </c:pt>
                <c:pt idx="454">
                  <c:v>3.7163499999999998</c:v>
                </c:pt>
                <c:pt idx="455">
                  <c:v>3.71665</c:v>
                </c:pt>
                <c:pt idx="456">
                  <c:v>3.7169599999999998</c:v>
                </c:pt>
                <c:pt idx="457">
                  <c:v>3.7172700000000001</c:v>
                </c:pt>
                <c:pt idx="458">
                  <c:v>3.7175699999999998</c:v>
                </c:pt>
                <c:pt idx="459">
                  <c:v>3.7178800000000001</c:v>
                </c:pt>
                <c:pt idx="460">
                  <c:v>3.7181799999999998</c:v>
                </c:pt>
                <c:pt idx="461">
                  <c:v>3.7184900000000001</c:v>
                </c:pt>
                <c:pt idx="462">
                  <c:v>3.7187899999999998</c:v>
                </c:pt>
                <c:pt idx="463">
                  <c:v>3.7191000000000001</c:v>
                </c:pt>
                <c:pt idx="464">
                  <c:v>3.7193999999999998</c:v>
                </c:pt>
                <c:pt idx="465">
                  <c:v>3.7197100000000001</c:v>
                </c:pt>
                <c:pt idx="466">
                  <c:v>3.7200099999999998</c:v>
                </c:pt>
                <c:pt idx="467">
                  <c:v>3.7203200000000001</c:v>
                </c:pt>
                <c:pt idx="468">
                  <c:v>3.7206199999999998</c:v>
                </c:pt>
                <c:pt idx="469">
                  <c:v>3.7209300000000001</c:v>
                </c:pt>
                <c:pt idx="470">
                  <c:v>3.7212399999999999</c:v>
                </c:pt>
                <c:pt idx="471">
                  <c:v>3.7215400000000001</c:v>
                </c:pt>
                <c:pt idx="472">
                  <c:v>3.7218499999999999</c:v>
                </c:pt>
                <c:pt idx="473">
                  <c:v>3.7221500000000001</c:v>
                </c:pt>
                <c:pt idx="474">
                  <c:v>3.7224599999999999</c:v>
                </c:pt>
                <c:pt idx="475">
                  <c:v>3.7227600000000001</c:v>
                </c:pt>
                <c:pt idx="476">
                  <c:v>3.7230699999999999</c:v>
                </c:pt>
                <c:pt idx="477">
                  <c:v>3.7233700000000001</c:v>
                </c:pt>
                <c:pt idx="478">
                  <c:v>3.7236799999999999</c:v>
                </c:pt>
                <c:pt idx="479">
                  <c:v>3.7239800000000001</c:v>
                </c:pt>
                <c:pt idx="480">
                  <c:v>3.7242899999999999</c:v>
                </c:pt>
                <c:pt idx="481">
                  <c:v>3.7245900000000001</c:v>
                </c:pt>
                <c:pt idx="482">
                  <c:v>3.7248999999999999</c:v>
                </c:pt>
                <c:pt idx="483">
                  <c:v>3.7252100000000001</c:v>
                </c:pt>
                <c:pt idx="484">
                  <c:v>3.7255099999999999</c:v>
                </c:pt>
                <c:pt idx="485">
                  <c:v>3.7258200000000001</c:v>
                </c:pt>
                <c:pt idx="486">
                  <c:v>3.7261199999999999</c:v>
                </c:pt>
                <c:pt idx="487">
                  <c:v>3.7264300000000001</c:v>
                </c:pt>
                <c:pt idx="488">
                  <c:v>3.7267299999999999</c:v>
                </c:pt>
                <c:pt idx="489">
                  <c:v>3.7270400000000001</c:v>
                </c:pt>
                <c:pt idx="490">
                  <c:v>3.7273399999999999</c:v>
                </c:pt>
                <c:pt idx="491">
                  <c:v>3.7276500000000001</c:v>
                </c:pt>
                <c:pt idx="492">
                  <c:v>3.7279499999999999</c:v>
                </c:pt>
                <c:pt idx="493">
                  <c:v>3.7282600000000001</c:v>
                </c:pt>
                <c:pt idx="494">
                  <c:v>3.7285599999999999</c:v>
                </c:pt>
                <c:pt idx="495">
                  <c:v>3.7288700000000001</c:v>
                </c:pt>
                <c:pt idx="496">
                  <c:v>3.7291799999999999</c:v>
                </c:pt>
                <c:pt idx="497">
                  <c:v>3.7294800000000001</c:v>
                </c:pt>
                <c:pt idx="498">
                  <c:v>3.7297899999999999</c:v>
                </c:pt>
                <c:pt idx="499">
                  <c:v>3.7300900000000001</c:v>
                </c:pt>
                <c:pt idx="500">
                  <c:v>3.7303999999999999</c:v>
                </c:pt>
                <c:pt idx="501">
                  <c:v>3.7307000000000001</c:v>
                </c:pt>
                <c:pt idx="502">
                  <c:v>3.7310099999999999</c:v>
                </c:pt>
                <c:pt idx="503">
                  <c:v>3.7313100000000001</c:v>
                </c:pt>
                <c:pt idx="504">
                  <c:v>3.7316199999999999</c:v>
                </c:pt>
                <c:pt idx="505">
                  <c:v>3.7319200000000001</c:v>
                </c:pt>
                <c:pt idx="506">
                  <c:v>3.7322299999999999</c:v>
                </c:pt>
                <c:pt idx="507">
                  <c:v>3.7325400000000002</c:v>
                </c:pt>
                <c:pt idx="508">
                  <c:v>3.7328399999999999</c:v>
                </c:pt>
                <c:pt idx="509">
                  <c:v>3.7331500000000002</c:v>
                </c:pt>
                <c:pt idx="510">
                  <c:v>3.7334499999999999</c:v>
                </c:pt>
                <c:pt idx="511">
                  <c:v>3.7337600000000002</c:v>
                </c:pt>
                <c:pt idx="512">
                  <c:v>3.7340599999999999</c:v>
                </c:pt>
                <c:pt idx="513">
                  <c:v>3.7343700000000002</c:v>
                </c:pt>
                <c:pt idx="514">
                  <c:v>3.7346699999999999</c:v>
                </c:pt>
                <c:pt idx="515">
                  <c:v>3.7349800000000002</c:v>
                </c:pt>
                <c:pt idx="516">
                  <c:v>3.7352799999999999</c:v>
                </c:pt>
                <c:pt idx="517">
                  <c:v>3.7355900000000002</c:v>
                </c:pt>
                <c:pt idx="518">
                  <c:v>3.7358899999999999</c:v>
                </c:pt>
                <c:pt idx="519">
                  <c:v>3.7362000000000002</c:v>
                </c:pt>
                <c:pt idx="520">
                  <c:v>3.73651</c:v>
                </c:pt>
                <c:pt idx="521">
                  <c:v>3.7368100000000002</c:v>
                </c:pt>
                <c:pt idx="522">
                  <c:v>3.73712</c:v>
                </c:pt>
                <c:pt idx="523">
                  <c:v>3.7374200000000002</c:v>
                </c:pt>
                <c:pt idx="524">
                  <c:v>3.73773</c:v>
                </c:pt>
                <c:pt idx="525">
                  <c:v>3.7380300000000002</c:v>
                </c:pt>
                <c:pt idx="526">
                  <c:v>3.73834</c:v>
                </c:pt>
                <c:pt idx="527">
                  <c:v>3.7386400000000002</c:v>
                </c:pt>
                <c:pt idx="528">
                  <c:v>3.73895</c:v>
                </c:pt>
                <c:pt idx="529">
                  <c:v>3.7392500000000002</c:v>
                </c:pt>
                <c:pt idx="530">
                  <c:v>3.73956</c:v>
                </c:pt>
                <c:pt idx="531">
                  <c:v>3.7398600000000002</c:v>
                </c:pt>
                <c:pt idx="532">
                  <c:v>3.74017</c:v>
                </c:pt>
                <c:pt idx="533">
                  <c:v>3.7404799999999998</c:v>
                </c:pt>
                <c:pt idx="534">
                  <c:v>3.74078</c:v>
                </c:pt>
                <c:pt idx="535">
                  <c:v>3.7410899999999998</c:v>
                </c:pt>
                <c:pt idx="536">
                  <c:v>3.74139</c:v>
                </c:pt>
                <c:pt idx="537">
                  <c:v>3.7416999999999998</c:v>
                </c:pt>
                <c:pt idx="538">
                  <c:v>3.742</c:v>
                </c:pt>
                <c:pt idx="539">
                  <c:v>3.7423099999999998</c:v>
                </c:pt>
                <c:pt idx="540">
                  <c:v>3.74261</c:v>
                </c:pt>
                <c:pt idx="541">
                  <c:v>3.7429199999999998</c:v>
                </c:pt>
                <c:pt idx="542">
                  <c:v>3.74322</c:v>
                </c:pt>
                <c:pt idx="543">
                  <c:v>3.7435299999999998</c:v>
                </c:pt>
                <c:pt idx="544">
                  <c:v>3.74383</c:v>
                </c:pt>
                <c:pt idx="545">
                  <c:v>3.7441399999999998</c:v>
                </c:pt>
                <c:pt idx="546">
                  <c:v>3.7444500000000001</c:v>
                </c:pt>
                <c:pt idx="547">
                  <c:v>3.7447499999999998</c:v>
                </c:pt>
                <c:pt idx="548">
                  <c:v>3.7450600000000001</c:v>
                </c:pt>
                <c:pt idx="549">
                  <c:v>3.7453599999999998</c:v>
                </c:pt>
                <c:pt idx="550">
                  <c:v>3.7456700000000001</c:v>
                </c:pt>
                <c:pt idx="551">
                  <c:v>3.7459699999999998</c:v>
                </c:pt>
                <c:pt idx="552">
                  <c:v>3.7462800000000001</c:v>
                </c:pt>
                <c:pt idx="553">
                  <c:v>3.7465799999999998</c:v>
                </c:pt>
                <c:pt idx="554">
                  <c:v>3.7468900000000001</c:v>
                </c:pt>
                <c:pt idx="555">
                  <c:v>3.7471899999999998</c:v>
                </c:pt>
                <c:pt idx="556">
                  <c:v>3.7475000000000001</c:v>
                </c:pt>
                <c:pt idx="557">
                  <c:v>3.7478099999999999</c:v>
                </c:pt>
                <c:pt idx="558">
                  <c:v>3.7481100000000001</c:v>
                </c:pt>
                <c:pt idx="559">
                  <c:v>3.7484199999999999</c:v>
                </c:pt>
                <c:pt idx="560">
                  <c:v>3.7487200000000001</c:v>
                </c:pt>
                <c:pt idx="561">
                  <c:v>3.7490299999999999</c:v>
                </c:pt>
                <c:pt idx="562">
                  <c:v>3.7493300000000001</c:v>
                </c:pt>
                <c:pt idx="563">
                  <c:v>3.7496399999999999</c:v>
                </c:pt>
                <c:pt idx="564">
                  <c:v>3.7499400000000001</c:v>
                </c:pt>
                <c:pt idx="565">
                  <c:v>3.7502499999999999</c:v>
                </c:pt>
                <c:pt idx="566">
                  <c:v>3.7505500000000001</c:v>
                </c:pt>
                <c:pt idx="567">
                  <c:v>3.7508599999999999</c:v>
                </c:pt>
                <c:pt idx="568">
                  <c:v>3.75116</c:v>
                </c:pt>
                <c:pt idx="569">
                  <c:v>3.7514699999999999</c:v>
                </c:pt>
                <c:pt idx="570">
                  <c:v>3.7517800000000001</c:v>
                </c:pt>
                <c:pt idx="571">
                  <c:v>3.7520799999999999</c:v>
                </c:pt>
                <c:pt idx="572">
                  <c:v>3.7523900000000001</c:v>
                </c:pt>
                <c:pt idx="573">
                  <c:v>3.7526899999999999</c:v>
                </c:pt>
                <c:pt idx="574">
                  <c:v>3.7530000000000001</c:v>
                </c:pt>
                <c:pt idx="575">
                  <c:v>3.7532999999999999</c:v>
                </c:pt>
                <c:pt idx="576">
                  <c:v>3.7536100000000001</c:v>
                </c:pt>
                <c:pt idx="577">
                  <c:v>3.7539099999999999</c:v>
                </c:pt>
                <c:pt idx="578">
                  <c:v>3.7542200000000001</c:v>
                </c:pt>
                <c:pt idx="579">
                  <c:v>3.7545199999999999</c:v>
                </c:pt>
                <c:pt idx="580">
                  <c:v>3.7548300000000001</c:v>
                </c:pt>
                <c:pt idx="581">
                  <c:v>3.7551299999999999</c:v>
                </c:pt>
                <c:pt idx="582">
                  <c:v>3.7554400000000001</c:v>
                </c:pt>
                <c:pt idx="583">
                  <c:v>3.7557499999999999</c:v>
                </c:pt>
                <c:pt idx="584">
                  <c:v>3.7560500000000001</c:v>
                </c:pt>
                <c:pt idx="585">
                  <c:v>3.7563599999999999</c:v>
                </c:pt>
                <c:pt idx="586">
                  <c:v>3.7566600000000001</c:v>
                </c:pt>
                <c:pt idx="587">
                  <c:v>3.7569699999999999</c:v>
                </c:pt>
                <c:pt idx="588">
                  <c:v>3.7572700000000001</c:v>
                </c:pt>
                <c:pt idx="589">
                  <c:v>3.7575799999999999</c:v>
                </c:pt>
                <c:pt idx="590">
                  <c:v>3.7578800000000001</c:v>
                </c:pt>
                <c:pt idx="591">
                  <c:v>3.7581899999999999</c:v>
                </c:pt>
                <c:pt idx="592">
                  <c:v>3.7584900000000001</c:v>
                </c:pt>
                <c:pt idx="593">
                  <c:v>3.7587999999999999</c:v>
                </c:pt>
                <c:pt idx="594">
                  <c:v>3.7591000000000001</c:v>
                </c:pt>
                <c:pt idx="595">
                  <c:v>3.7594099999999999</c:v>
                </c:pt>
                <c:pt idx="596">
                  <c:v>3.7597200000000002</c:v>
                </c:pt>
                <c:pt idx="597">
                  <c:v>3.7600199999999999</c:v>
                </c:pt>
                <c:pt idx="598">
                  <c:v>3.7603300000000002</c:v>
                </c:pt>
                <c:pt idx="599">
                  <c:v>3.7606299999999999</c:v>
                </c:pt>
                <c:pt idx="600">
                  <c:v>3.7609400000000002</c:v>
                </c:pt>
                <c:pt idx="601">
                  <c:v>3.7612399999999999</c:v>
                </c:pt>
                <c:pt idx="602">
                  <c:v>3.7615500000000002</c:v>
                </c:pt>
                <c:pt idx="603">
                  <c:v>3.7618499999999999</c:v>
                </c:pt>
                <c:pt idx="604">
                  <c:v>3.7621600000000002</c:v>
                </c:pt>
                <c:pt idx="605">
                  <c:v>3.7624599999999999</c:v>
                </c:pt>
                <c:pt idx="606">
                  <c:v>3.7627700000000002</c:v>
                </c:pt>
                <c:pt idx="607">
                  <c:v>3.7630699999999999</c:v>
                </c:pt>
                <c:pt idx="608">
                  <c:v>3.7633800000000002</c:v>
                </c:pt>
                <c:pt idx="609">
                  <c:v>3.76369</c:v>
                </c:pt>
                <c:pt idx="610">
                  <c:v>3.7639900000000002</c:v>
                </c:pt>
                <c:pt idx="611">
                  <c:v>3.7643</c:v>
                </c:pt>
                <c:pt idx="612">
                  <c:v>3.7646000000000002</c:v>
                </c:pt>
                <c:pt idx="613">
                  <c:v>3.76491</c:v>
                </c:pt>
                <c:pt idx="614">
                  <c:v>3.7652100000000002</c:v>
                </c:pt>
                <c:pt idx="615">
                  <c:v>3.76552</c:v>
                </c:pt>
                <c:pt idx="616">
                  <c:v>3.7658200000000002</c:v>
                </c:pt>
                <c:pt idx="617">
                  <c:v>3.76613</c:v>
                </c:pt>
                <c:pt idx="618">
                  <c:v>3.7664300000000002</c:v>
                </c:pt>
                <c:pt idx="619">
                  <c:v>3.76674</c:v>
                </c:pt>
                <c:pt idx="620">
                  <c:v>3.7670499999999998</c:v>
                </c:pt>
                <c:pt idx="621">
                  <c:v>3.76735</c:v>
                </c:pt>
                <c:pt idx="622">
                  <c:v>3.7676599999999998</c:v>
                </c:pt>
                <c:pt idx="623">
                  <c:v>3.76796</c:v>
                </c:pt>
                <c:pt idx="624">
                  <c:v>3.7682699999999998</c:v>
                </c:pt>
                <c:pt idx="625">
                  <c:v>3.76857</c:v>
                </c:pt>
                <c:pt idx="626">
                  <c:v>3.7688799999999998</c:v>
                </c:pt>
                <c:pt idx="627">
                  <c:v>3.76918</c:v>
                </c:pt>
                <c:pt idx="628">
                  <c:v>3.7694899999999998</c:v>
                </c:pt>
                <c:pt idx="629">
                  <c:v>3.76979</c:v>
                </c:pt>
                <c:pt idx="630">
                  <c:v>3.7700999999999998</c:v>
                </c:pt>
                <c:pt idx="631">
                  <c:v>3.7704</c:v>
                </c:pt>
                <c:pt idx="632">
                  <c:v>3.7707099999999998</c:v>
                </c:pt>
                <c:pt idx="633">
                  <c:v>3.77102</c:v>
                </c:pt>
                <c:pt idx="634">
                  <c:v>3.7713199999999998</c:v>
                </c:pt>
                <c:pt idx="635">
                  <c:v>3.77163</c:v>
                </c:pt>
                <c:pt idx="636">
                  <c:v>3.7719299999999998</c:v>
                </c:pt>
                <c:pt idx="637">
                  <c:v>3.77224</c:v>
                </c:pt>
                <c:pt idx="638">
                  <c:v>3.7725399999999998</c:v>
                </c:pt>
                <c:pt idx="639">
                  <c:v>3.77285</c:v>
                </c:pt>
                <c:pt idx="640">
                  <c:v>3.7731499999999998</c:v>
                </c:pt>
                <c:pt idx="641">
                  <c:v>3.77346</c:v>
                </c:pt>
                <c:pt idx="642">
                  <c:v>3.7737599999999998</c:v>
                </c:pt>
                <c:pt idx="643">
                  <c:v>3.77407</c:v>
                </c:pt>
                <c:pt idx="644">
                  <c:v>3.7743699999999998</c:v>
                </c:pt>
                <c:pt idx="645">
                  <c:v>3.77468</c:v>
                </c:pt>
                <c:pt idx="646">
                  <c:v>3.7749899999999998</c:v>
                </c:pt>
                <c:pt idx="647">
                  <c:v>3.77529</c:v>
                </c:pt>
                <c:pt idx="648">
                  <c:v>3.7755999999999998</c:v>
                </c:pt>
                <c:pt idx="649">
                  <c:v>3.7759</c:v>
                </c:pt>
                <c:pt idx="650">
                  <c:v>3.7762099999999998</c:v>
                </c:pt>
                <c:pt idx="651">
                  <c:v>3.77651</c:v>
                </c:pt>
                <c:pt idx="652">
                  <c:v>3.7768199999999998</c:v>
                </c:pt>
                <c:pt idx="653">
                  <c:v>3.77712</c:v>
                </c:pt>
                <c:pt idx="654">
                  <c:v>3.7774299999999998</c:v>
                </c:pt>
                <c:pt idx="655">
                  <c:v>3.77773</c:v>
                </c:pt>
                <c:pt idx="656">
                  <c:v>3.7780399999999998</c:v>
                </c:pt>
                <c:pt idx="657">
                  <c:v>3.77834</c:v>
                </c:pt>
                <c:pt idx="658">
                  <c:v>3.7786499999999998</c:v>
                </c:pt>
                <c:pt idx="659">
                  <c:v>3.7789600000000001</c:v>
                </c:pt>
                <c:pt idx="660">
                  <c:v>3.7792599999999998</c:v>
                </c:pt>
                <c:pt idx="661">
                  <c:v>3.7795700000000001</c:v>
                </c:pt>
                <c:pt idx="662">
                  <c:v>3.7798699999999998</c:v>
                </c:pt>
                <c:pt idx="663">
                  <c:v>3.7801800000000001</c:v>
                </c:pt>
                <c:pt idx="664">
                  <c:v>3.7804799999999998</c:v>
                </c:pt>
                <c:pt idx="665">
                  <c:v>3.7807900000000001</c:v>
                </c:pt>
                <c:pt idx="666">
                  <c:v>3.7810899999999998</c:v>
                </c:pt>
                <c:pt idx="667">
                  <c:v>3.7814000000000001</c:v>
                </c:pt>
                <c:pt idx="668">
                  <c:v>3.7816999999999998</c:v>
                </c:pt>
                <c:pt idx="669">
                  <c:v>3.7820100000000001</c:v>
                </c:pt>
                <c:pt idx="670">
                  <c:v>3.7823099999999998</c:v>
                </c:pt>
                <c:pt idx="671">
                  <c:v>3.7826200000000001</c:v>
                </c:pt>
                <c:pt idx="672">
                  <c:v>3.7829299999999999</c:v>
                </c:pt>
                <c:pt idx="673">
                  <c:v>3.7832300000000001</c:v>
                </c:pt>
                <c:pt idx="674">
                  <c:v>3.7835399999999999</c:v>
                </c:pt>
                <c:pt idx="675">
                  <c:v>3.7838400000000001</c:v>
                </c:pt>
                <c:pt idx="676">
                  <c:v>3.7841499999999999</c:v>
                </c:pt>
                <c:pt idx="677">
                  <c:v>3.7844500000000001</c:v>
                </c:pt>
                <c:pt idx="678">
                  <c:v>3.7847599999999999</c:v>
                </c:pt>
                <c:pt idx="679">
                  <c:v>3.7850600000000001</c:v>
                </c:pt>
                <c:pt idx="680">
                  <c:v>3.7853699999999999</c:v>
                </c:pt>
                <c:pt idx="681">
                  <c:v>3.7856700000000001</c:v>
                </c:pt>
                <c:pt idx="682">
                  <c:v>3.7859799999999999</c:v>
                </c:pt>
                <c:pt idx="683">
                  <c:v>3.7862900000000002</c:v>
                </c:pt>
                <c:pt idx="684">
                  <c:v>3.7865899999999999</c:v>
                </c:pt>
                <c:pt idx="685">
                  <c:v>3.7869000000000002</c:v>
                </c:pt>
                <c:pt idx="686">
                  <c:v>3.7871999999999999</c:v>
                </c:pt>
                <c:pt idx="687">
                  <c:v>3.7875100000000002</c:v>
                </c:pt>
                <c:pt idx="688">
                  <c:v>3.7878099999999999</c:v>
                </c:pt>
                <c:pt idx="689">
                  <c:v>3.7881200000000002</c:v>
                </c:pt>
                <c:pt idx="690">
                  <c:v>3.7884199999999999</c:v>
                </c:pt>
                <c:pt idx="691">
                  <c:v>3.7887300000000002</c:v>
                </c:pt>
                <c:pt idx="692">
                  <c:v>3.7890299999999999</c:v>
                </c:pt>
                <c:pt idx="693">
                  <c:v>3.7893400000000002</c:v>
                </c:pt>
                <c:pt idx="694">
                  <c:v>3.7896399999999999</c:v>
                </c:pt>
                <c:pt idx="695">
                  <c:v>3.7899500000000002</c:v>
                </c:pt>
                <c:pt idx="696">
                  <c:v>3.79026</c:v>
                </c:pt>
                <c:pt idx="697">
                  <c:v>3.7905600000000002</c:v>
                </c:pt>
                <c:pt idx="698">
                  <c:v>3.79087</c:v>
                </c:pt>
                <c:pt idx="699">
                  <c:v>3.7911700000000002</c:v>
                </c:pt>
                <c:pt idx="700">
                  <c:v>3.79148</c:v>
                </c:pt>
                <c:pt idx="701">
                  <c:v>3.7917800000000002</c:v>
                </c:pt>
                <c:pt idx="702">
                  <c:v>3.79209</c:v>
                </c:pt>
                <c:pt idx="703">
                  <c:v>3.7923900000000001</c:v>
                </c:pt>
                <c:pt idx="704">
                  <c:v>3.7927</c:v>
                </c:pt>
                <c:pt idx="705">
                  <c:v>3.7930000000000001</c:v>
                </c:pt>
                <c:pt idx="706">
                  <c:v>3.79331</c:v>
                </c:pt>
                <c:pt idx="707">
                  <c:v>3.7936100000000001</c:v>
                </c:pt>
                <c:pt idx="708">
                  <c:v>3.79392</c:v>
                </c:pt>
                <c:pt idx="709">
                  <c:v>3.7942300000000002</c:v>
                </c:pt>
                <c:pt idx="710">
                  <c:v>3.79453</c:v>
                </c:pt>
                <c:pt idx="711">
                  <c:v>3.7948400000000002</c:v>
                </c:pt>
                <c:pt idx="712">
                  <c:v>3.79514</c:v>
                </c:pt>
                <c:pt idx="713">
                  <c:v>3.7954500000000002</c:v>
                </c:pt>
                <c:pt idx="714">
                  <c:v>3.79575</c:v>
                </c:pt>
                <c:pt idx="715">
                  <c:v>3.7960600000000002</c:v>
                </c:pt>
                <c:pt idx="716">
                  <c:v>3.79636</c:v>
                </c:pt>
                <c:pt idx="717">
                  <c:v>3.7966700000000002</c:v>
                </c:pt>
                <c:pt idx="718">
                  <c:v>3.79697</c:v>
                </c:pt>
                <c:pt idx="719">
                  <c:v>3.7972800000000002</c:v>
                </c:pt>
                <c:pt idx="720">
                  <c:v>3.79758</c:v>
                </c:pt>
                <c:pt idx="721">
                  <c:v>3.7978900000000002</c:v>
                </c:pt>
                <c:pt idx="722">
                  <c:v>3.7982</c:v>
                </c:pt>
                <c:pt idx="723">
                  <c:v>3.7985000000000002</c:v>
                </c:pt>
                <c:pt idx="724">
                  <c:v>3.79881</c:v>
                </c:pt>
                <c:pt idx="725">
                  <c:v>3.7991100000000002</c:v>
                </c:pt>
                <c:pt idx="726">
                  <c:v>3.79942</c:v>
                </c:pt>
                <c:pt idx="727">
                  <c:v>3.7997200000000002</c:v>
                </c:pt>
                <c:pt idx="728">
                  <c:v>3.80003</c:v>
                </c:pt>
                <c:pt idx="729">
                  <c:v>3.8003300000000002</c:v>
                </c:pt>
                <c:pt idx="730">
                  <c:v>3.80064</c:v>
                </c:pt>
                <c:pt idx="731">
                  <c:v>3.8009400000000002</c:v>
                </c:pt>
                <c:pt idx="732">
                  <c:v>3.80125</c:v>
                </c:pt>
                <c:pt idx="733">
                  <c:v>3.8015599999999998</c:v>
                </c:pt>
                <c:pt idx="734">
                  <c:v>3.80186</c:v>
                </c:pt>
                <c:pt idx="735">
                  <c:v>3.8021699999999998</c:v>
                </c:pt>
                <c:pt idx="736">
                  <c:v>3.80247</c:v>
                </c:pt>
                <c:pt idx="737">
                  <c:v>3.8027799999999998</c:v>
                </c:pt>
                <c:pt idx="738">
                  <c:v>3.80308</c:v>
                </c:pt>
                <c:pt idx="739">
                  <c:v>3.8033899999999998</c:v>
                </c:pt>
                <c:pt idx="740">
                  <c:v>3.80369</c:v>
                </c:pt>
                <c:pt idx="741">
                  <c:v>3.8039999999999998</c:v>
                </c:pt>
                <c:pt idx="742">
                  <c:v>3.8043</c:v>
                </c:pt>
                <c:pt idx="743">
                  <c:v>3.8046099999999998</c:v>
                </c:pt>
                <c:pt idx="744">
                  <c:v>3.80491</c:v>
                </c:pt>
                <c:pt idx="745">
                  <c:v>3.8052199999999998</c:v>
                </c:pt>
                <c:pt idx="746">
                  <c:v>3.8055300000000001</c:v>
                </c:pt>
                <c:pt idx="747">
                  <c:v>3.8058299999999998</c:v>
                </c:pt>
                <c:pt idx="748">
                  <c:v>3.8061400000000001</c:v>
                </c:pt>
                <c:pt idx="749">
                  <c:v>3.8064399999999998</c:v>
                </c:pt>
                <c:pt idx="750">
                  <c:v>3.8067500000000001</c:v>
                </c:pt>
                <c:pt idx="751">
                  <c:v>3.8070499999999998</c:v>
                </c:pt>
                <c:pt idx="752">
                  <c:v>3.8073600000000001</c:v>
                </c:pt>
                <c:pt idx="753">
                  <c:v>3.8076599999999998</c:v>
                </c:pt>
                <c:pt idx="754">
                  <c:v>3.8079700000000001</c:v>
                </c:pt>
                <c:pt idx="755">
                  <c:v>3.8082699999999998</c:v>
                </c:pt>
                <c:pt idx="756">
                  <c:v>3.8085800000000001</c:v>
                </c:pt>
                <c:pt idx="757">
                  <c:v>3.8088799999999998</c:v>
                </c:pt>
                <c:pt idx="758">
                  <c:v>3.8091900000000001</c:v>
                </c:pt>
                <c:pt idx="759">
                  <c:v>3.8094999999999999</c:v>
                </c:pt>
                <c:pt idx="760">
                  <c:v>3.8098000000000001</c:v>
                </c:pt>
                <c:pt idx="761">
                  <c:v>3.8101099999999999</c:v>
                </c:pt>
                <c:pt idx="762">
                  <c:v>3.8104100000000001</c:v>
                </c:pt>
                <c:pt idx="763">
                  <c:v>3.8107199999999999</c:v>
                </c:pt>
                <c:pt idx="764">
                  <c:v>3.8110200000000001</c:v>
                </c:pt>
                <c:pt idx="765">
                  <c:v>3.8113299999999999</c:v>
                </c:pt>
                <c:pt idx="766">
                  <c:v>3.8116300000000001</c:v>
                </c:pt>
                <c:pt idx="767">
                  <c:v>3.8119399999999999</c:v>
                </c:pt>
                <c:pt idx="768">
                  <c:v>3.8122400000000001</c:v>
                </c:pt>
                <c:pt idx="769">
                  <c:v>3.8125499999999999</c:v>
                </c:pt>
                <c:pt idx="770">
                  <c:v>3.8128500000000001</c:v>
                </c:pt>
                <c:pt idx="771">
                  <c:v>3.8131599999999999</c:v>
                </c:pt>
                <c:pt idx="772">
                  <c:v>3.8134700000000001</c:v>
                </c:pt>
                <c:pt idx="773">
                  <c:v>3.8137699999999999</c:v>
                </c:pt>
                <c:pt idx="774">
                  <c:v>3.8140800000000001</c:v>
                </c:pt>
                <c:pt idx="775">
                  <c:v>3.8143799999999999</c:v>
                </c:pt>
                <c:pt idx="776">
                  <c:v>3.8146900000000001</c:v>
                </c:pt>
                <c:pt idx="777">
                  <c:v>3.8149899999999999</c:v>
                </c:pt>
                <c:pt idx="778">
                  <c:v>3.8153000000000001</c:v>
                </c:pt>
                <c:pt idx="779">
                  <c:v>3.8155999999999999</c:v>
                </c:pt>
                <c:pt idx="780">
                  <c:v>3.8159100000000001</c:v>
                </c:pt>
                <c:pt idx="781">
                  <c:v>3.8162099999999999</c:v>
                </c:pt>
                <c:pt idx="782">
                  <c:v>3.8165200000000001</c:v>
                </c:pt>
                <c:pt idx="783">
                  <c:v>3.8168199999999999</c:v>
                </c:pt>
                <c:pt idx="784">
                  <c:v>3.8171300000000001</c:v>
                </c:pt>
                <c:pt idx="785">
                  <c:v>3.8174399999999999</c:v>
                </c:pt>
                <c:pt idx="786">
                  <c:v>3.8177400000000001</c:v>
                </c:pt>
                <c:pt idx="787">
                  <c:v>3.8180499999999999</c:v>
                </c:pt>
                <c:pt idx="788">
                  <c:v>3.8183500000000001</c:v>
                </c:pt>
                <c:pt idx="789">
                  <c:v>3.8186599999999999</c:v>
                </c:pt>
                <c:pt idx="790">
                  <c:v>3.8189600000000001</c:v>
                </c:pt>
                <c:pt idx="791">
                  <c:v>3.8192699999999999</c:v>
                </c:pt>
                <c:pt idx="792">
                  <c:v>3.8195700000000001</c:v>
                </c:pt>
                <c:pt idx="793">
                  <c:v>3.8198799999999999</c:v>
                </c:pt>
                <c:pt idx="794">
                  <c:v>3.8201800000000001</c:v>
                </c:pt>
                <c:pt idx="795">
                  <c:v>3.8204899999999999</c:v>
                </c:pt>
                <c:pt idx="796">
                  <c:v>3.8208000000000002</c:v>
                </c:pt>
                <c:pt idx="797">
                  <c:v>3.8210999999999999</c:v>
                </c:pt>
                <c:pt idx="798">
                  <c:v>3.8214100000000002</c:v>
                </c:pt>
                <c:pt idx="799">
                  <c:v>3.8217099999999999</c:v>
                </c:pt>
                <c:pt idx="800">
                  <c:v>3.8220200000000002</c:v>
                </c:pt>
                <c:pt idx="801">
                  <c:v>3.8223199999999999</c:v>
                </c:pt>
                <c:pt idx="802">
                  <c:v>3.8226300000000002</c:v>
                </c:pt>
                <c:pt idx="803">
                  <c:v>3.8229299999999999</c:v>
                </c:pt>
                <c:pt idx="804">
                  <c:v>3.8232400000000002</c:v>
                </c:pt>
                <c:pt idx="805">
                  <c:v>3.8235399999999999</c:v>
                </c:pt>
                <c:pt idx="806">
                  <c:v>3.8238500000000002</c:v>
                </c:pt>
                <c:pt idx="807">
                  <c:v>3.8241499999999999</c:v>
                </c:pt>
                <c:pt idx="808">
                  <c:v>3.8244600000000002</c:v>
                </c:pt>
                <c:pt idx="809">
                  <c:v>3.82477</c:v>
                </c:pt>
                <c:pt idx="810">
                  <c:v>3.8250700000000002</c:v>
                </c:pt>
                <c:pt idx="811">
                  <c:v>3.82538</c:v>
                </c:pt>
                <c:pt idx="812">
                  <c:v>3.8256800000000002</c:v>
                </c:pt>
                <c:pt idx="813">
                  <c:v>3.82599</c:v>
                </c:pt>
                <c:pt idx="814">
                  <c:v>3.8262900000000002</c:v>
                </c:pt>
                <c:pt idx="815">
                  <c:v>3.8266</c:v>
                </c:pt>
                <c:pt idx="816">
                  <c:v>3.8269000000000002</c:v>
                </c:pt>
                <c:pt idx="817">
                  <c:v>3.82721</c:v>
                </c:pt>
                <c:pt idx="818">
                  <c:v>3.8275100000000002</c:v>
                </c:pt>
                <c:pt idx="819">
                  <c:v>3.82782</c:v>
                </c:pt>
                <c:pt idx="820">
                  <c:v>3.8281200000000002</c:v>
                </c:pt>
                <c:pt idx="821">
                  <c:v>3.82843</c:v>
                </c:pt>
                <c:pt idx="822">
                  <c:v>3.8287399999999998</c:v>
                </c:pt>
                <c:pt idx="823">
                  <c:v>3.82904</c:v>
                </c:pt>
                <c:pt idx="824">
                  <c:v>3.8293499999999998</c:v>
                </c:pt>
                <c:pt idx="825">
                  <c:v>3.82965</c:v>
                </c:pt>
                <c:pt idx="826">
                  <c:v>3.8299599999999998</c:v>
                </c:pt>
                <c:pt idx="827">
                  <c:v>3.83026</c:v>
                </c:pt>
                <c:pt idx="828">
                  <c:v>3.8305699999999998</c:v>
                </c:pt>
                <c:pt idx="829">
                  <c:v>3.83087</c:v>
                </c:pt>
                <c:pt idx="830">
                  <c:v>3.8311799999999998</c:v>
                </c:pt>
                <c:pt idx="831">
                  <c:v>3.83148</c:v>
                </c:pt>
                <c:pt idx="832">
                  <c:v>3.8317899999999998</c:v>
                </c:pt>
                <c:pt idx="833">
                  <c:v>3.83209</c:v>
                </c:pt>
                <c:pt idx="834">
                  <c:v>3.8323999999999998</c:v>
                </c:pt>
                <c:pt idx="835">
                  <c:v>3.8327100000000001</c:v>
                </c:pt>
                <c:pt idx="836">
                  <c:v>3.8330099999999998</c:v>
                </c:pt>
                <c:pt idx="837">
                  <c:v>3.8333200000000001</c:v>
                </c:pt>
                <c:pt idx="838">
                  <c:v>3.8336199999999998</c:v>
                </c:pt>
                <c:pt idx="839">
                  <c:v>3.8339300000000001</c:v>
                </c:pt>
                <c:pt idx="840">
                  <c:v>3.8342299999999998</c:v>
                </c:pt>
                <c:pt idx="841">
                  <c:v>3.8345400000000001</c:v>
                </c:pt>
                <c:pt idx="842">
                  <c:v>3.8348399999999998</c:v>
                </c:pt>
                <c:pt idx="843">
                  <c:v>3.8351500000000001</c:v>
                </c:pt>
                <c:pt idx="844">
                  <c:v>3.8354499999999998</c:v>
                </c:pt>
                <c:pt idx="845">
                  <c:v>3.8357600000000001</c:v>
                </c:pt>
                <c:pt idx="846">
                  <c:v>3.8360599999999998</c:v>
                </c:pt>
                <c:pt idx="847">
                  <c:v>3.8363700000000001</c:v>
                </c:pt>
                <c:pt idx="848">
                  <c:v>3.8366799999999999</c:v>
                </c:pt>
                <c:pt idx="849">
                  <c:v>3.8369800000000001</c:v>
                </c:pt>
                <c:pt idx="850">
                  <c:v>3.8372899999999999</c:v>
                </c:pt>
                <c:pt idx="851">
                  <c:v>3.8375900000000001</c:v>
                </c:pt>
                <c:pt idx="852">
                  <c:v>3.8378999999999999</c:v>
                </c:pt>
                <c:pt idx="853">
                  <c:v>3.8382000000000001</c:v>
                </c:pt>
                <c:pt idx="854">
                  <c:v>3.8385099999999999</c:v>
                </c:pt>
                <c:pt idx="855">
                  <c:v>3.8388100000000001</c:v>
                </c:pt>
                <c:pt idx="856">
                  <c:v>3.8391199999999999</c:v>
                </c:pt>
                <c:pt idx="857">
                  <c:v>3.8394200000000001</c:v>
                </c:pt>
                <c:pt idx="858">
                  <c:v>3.8397299999999999</c:v>
                </c:pt>
                <c:pt idx="859">
                  <c:v>3.8400400000000001</c:v>
                </c:pt>
                <c:pt idx="860">
                  <c:v>3.8403399999999999</c:v>
                </c:pt>
                <c:pt idx="861">
                  <c:v>3.8406500000000001</c:v>
                </c:pt>
                <c:pt idx="862">
                  <c:v>3.8409499999999999</c:v>
                </c:pt>
                <c:pt idx="863">
                  <c:v>3.8412600000000001</c:v>
                </c:pt>
                <c:pt idx="864">
                  <c:v>3.8415599999999999</c:v>
                </c:pt>
                <c:pt idx="865">
                  <c:v>3.8418700000000001</c:v>
                </c:pt>
                <c:pt idx="866">
                  <c:v>3.8421699999999999</c:v>
                </c:pt>
                <c:pt idx="867">
                  <c:v>3.8424800000000001</c:v>
                </c:pt>
                <c:pt idx="868">
                  <c:v>3.8427799999999999</c:v>
                </c:pt>
                <c:pt idx="869">
                  <c:v>3.8430900000000001</c:v>
                </c:pt>
                <c:pt idx="870">
                  <c:v>3.8433899999999999</c:v>
                </c:pt>
                <c:pt idx="871">
                  <c:v>3.8437000000000001</c:v>
                </c:pt>
                <c:pt idx="872">
                  <c:v>3.8440099999999999</c:v>
                </c:pt>
                <c:pt idx="873">
                  <c:v>3.8443100000000001</c:v>
                </c:pt>
                <c:pt idx="874">
                  <c:v>3.8446199999999999</c:v>
                </c:pt>
                <c:pt idx="875">
                  <c:v>3.8449200000000001</c:v>
                </c:pt>
                <c:pt idx="876">
                  <c:v>3.8452299999999999</c:v>
                </c:pt>
                <c:pt idx="877">
                  <c:v>3.8455300000000001</c:v>
                </c:pt>
                <c:pt idx="878">
                  <c:v>3.8458399999999999</c:v>
                </c:pt>
                <c:pt idx="879">
                  <c:v>3.8461400000000001</c:v>
                </c:pt>
                <c:pt idx="880">
                  <c:v>3.8464499999999999</c:v>
                </c:pt>
                <c:pt idx="881">
                  <c:v>3.8467500000000001</c:v>
                </c:pt>
                <c:pt idx="882">
                  <c:v>3.8470599999999999</c:v>
                </c:pt>
                <c:pt idx="883">
                  <c:v>3.8473600000000001</c:v>
                </c:pt>
                <c:pt idx="884">
                  <c:v>3.8476699999999999</c:v>
                </c:pt>
                <c:pt idx="885">
                  <c:v>3.8479800000000002</c:v>
                </c:pt>
                <c:pt idx="886">
                  <c:v>3.8482799999999999</c:v>
                </c:pt>
                <c:pt idx="887">
                  <c:v>3.8485900000000002</c:v>
                </c:pt>
                <c:pt idx="888">
                  <c:v>3.8488899999999999</c:v>
                </c:pt>
                <c:pt idx="889">
                  <c:v>3.8492000000000002</c:v>
                </c:pt>
                <c:pt idx="890">
                  <c:v>3.8494999999999999</c:v>
                </c:pt>
                <c:pt idx="891">
                  <c:v>3.8498100000000002</c:v>
                </c:pt>
                <c:pt idx="892">
                  <c:v>3.8501099999999999</c:v>
                </c:pt>
                <c:pt idx="893">
                  <c:v>3.8504200000000002</c:v>
                </c:pt>
                <c:pt idx="894">
                  <c:v>3.8507199999999999</c:v>
                </c:pt>
                <c:pt idx="895">
                  <c:v>3.8510300000000002</c:v>
                </c:pt>
                <c:pt idx="896">
                  <c:v>3.8513299999999999</c:v>
                </c:pt>
                <c:pt idx="897">
                  <c:v>3.8516400000000002</c:v>
                </c:pt>
                <c:pt idx="898">
                  <c:v>3.85195</c:v>
                </c:pt>
                <c:pt idx="899">
                  <c:v>3.8522500000000002</c:v>
                </c:pt>
                <c:pt idx="900">
                  <c:v>3.85256</c:v>
                </c:pt>
                <c:pt idx="901">
                  <c:v>3.8528600000000002</c:v>
                </c:pt>
                <c:pt idx="902">
                  <c:v>3.85317</c:v>
                </c:pt>
                <c:pt idx="903">
                  <c:v>3.8534700000000002</c:v>
                </c:pt>
                <c:pt idx="904">
                  <c:v>3.85378</c:v>
                </c:pt>
                <c:pt idx="905">
                  <c:v>3.8540800000000002</c:v>
                </c:pt>
                <c:pt idx="906">
                  <c:v>3.85439</c:v>
                </c:pt>
                <c:pt idx="907">
                  <c:v>3.8546900000000002</c:v>
                </c:pt>
                <c:pt idx="908">
                  <c:v>3.855</c:v>
                </c:pt>
                <c:pt idx="909">
                  <c:v>3.8553000000000002</c:v>
                </c:pt>
                <c:pt idx="910">
                  <c:v>3.85561</c:v>
                </c:pt>
                <c:pt idx="911">
                  <c:v>3.8559199999999998</c:v>
                </c:pt>
                <c:pt idx="912">
                  <c:v>3.85622</c:v>
                </c:pt>
                <c:pt idx="913">
                  <c:v>3.8565299999999998</c:v>
                </c:pt>
                <c:pt idx="914">
                  <c:v>3.85683</c:v>
                </c:pt>
                <c:pt idx="915">
                  <c:v>3.8571399999999998</c:v>
                </c:pt>
                <c:pt idx="916">
                  <c:v>3.85744</c:v>
                </c:pt>
                <c:pt idx="917">
                  <c:v>3.8577499999999998</c:v>
                </c:pt>
                <c:pt idx="918">
                  <c:v>3.85805</c:v>
                </c:pt>
                <c:pt idx="919">
                  <c:v>3.8583599999999998</c:v>
                </c:pt>
                <c:pt idx="920">
                  <c:v>3.85866</c:v>
                </c:pt>
                <c:pt idx="921">
                  <c:v>3.8589699999999998</c:v>
                </c:pt>
                <c:pt idx="922">
                  <c:v>3.85928</c:v>
                </c:pt>
                <c:pt idx="923">
                  <c:v>3.8595799999999998</c:v>
                </c:pt>
                <c:pt idx="924">
                  <c:v>3.85989</c:v>
                </c:pt>
                <c:pt idx="925">
                  <c:v>3.8601899999999998</c:v>
                </c:pt>
                <c:pt idx="926">
                  <c:v>3.8605</c:v>
                </c:pt>
                <c:pt idx="927">
                  <c:v>3.8607999999999998</c:v>
                </c:pt>
                <c:pt idx="928">
                  <c:v>3.86111</c:v>
                </c:pt>
                <c:pt idx="929">
                  <c:v>3.8614099999999998</c:v>
                </c:pt>
                <c:pt idx="930">
                  <c:v>3.86172</c:v>
                </c:pt>
                <c:pt idx="931">
                  <c:v>3.8620199999999998</c:v>
                </c:pt>
                <c:pt idx="932">
                  <c:v>3.86233</c:v>
                </c:pt>
                <c:pt idx="933">
                  <c:v>3.8626299999999998</c:v>
                </c:pt>
                <c:pt idx="934">
                  <c:v>3.86294</c:v>
                </c:pt>
                <c:pt idx="935">
                  <c:v>3.8632499999999999</c:v>
                </c:pt>
                <c:pt idx="936">
                  <c:v>3.86355</c:v>
                </c:pt>
                <c:pt idx="937">
                  <c:v>3.8638599999999999</c:v>
                </c:pt>
                <c:pt idx="938">
                  <c:v>3.86416</c:v>
                </c:pt>
                <c:pt idx="939">
                  <c:v>3.8644699999999998</c:v>
                </c:pt>
                <c:pt idx="940">
                  <c:v>3.86477</c:v>
                </c:pt>
                <c:pt idx="941">
                  <c:v>3.8650799999999998</c:v>
                </c:pt>
                <c:pt idx="942">
                  <c:v>3.86538</c:v>
                </c:pt>
                <c:pt idx="943">
                  <c:v>3.8656899999999998</c:v>
                </c:pt>
                <c:pt idx="944">
                  <c:v>3.86599</c:v>
                </c:pt>
                <c:pt idx="945">
                  <c:v>3.8662999999999998</c:v>
                </c:pt>
                <c:pt idx="946">
                  <c:v>3.8666</c:v>
                </c:pt>
                <c:pt idx="947">
                  <c:v>3.8669099999999998</c:v>
                </c:pt>
                <c:pt idx="948">
                  <c:v>3.8672200000000001</c:v>
                </c:pt>
                <c:pt idx="949">
                  <c:v>3.8675199999999998</c:v>
                </c:pt>
                <c:pt idx="950">
                  <c:v>3.8678300000000001</c:v>
                </c:pt>
                <c:pt idx="951">
                  <c:v>3.8681299999999998</c:v>
                </c:pt>
                <c:pt idx="952">
                  <c:v>3.8684400000000001</c:v>
                </c:pt>
                <c:pt idx="953">
                  <c:v>3.8687399999999998</c:v>
                </c:pt>
                <c:pt idx="954">
                  <c:v>3.8690500000000001</c:v>
                </c:pt>
                <c:pt idx="955">
                  <c:v>3.8693499999999998</c:v>
                </c:pt>
                <c:pt idx="956">
                  <c:v>3.8696600000000001</c:v>
                </c:pt>
                <c:pt idx="957">
                  <c:v>3.8699599999999998</c:v>
                </c:pt>
                <c:pt idx="958">
                  <c:v>3.8702700000000001</c:v>
                </c:pt>
                <c:pt idx="959">
                  <c:v>3.8705699999999998</c:v>
                </c:pt>
                <c:pt idx="960">
                  <c:v>3.8708800000000001</c:v>
                </c:pt>
                <c:pt idx="961">
                  <c:v>3.8711899999999999</c:v>
                </c:pt>
                <c:pt idx="962">
                  <c:v>3.8714900000000001</c:v>
                </c:pt>
                <c:pt idx="963">
                  <c:v>3.8717999999999999</c:v>
                </c:pt>
                <c:pt idx="964">
                  <c:v>3.8721000000000001</c:v>
                </c:pt>
                <c:pt idx="965">
                  <c:v>3.8724099999999999</c:v>
                </c:pt>
                <c:pt idx="966">
                  <c:v>3.8727100000000001</c:v>
                </c:pt>
                <c:pt idx="967">
                  <c:v>3.8730199999999999</c:v>
                </c:pt>
                <c:pt idx="968">
                  <c:v>3.8733200000000001</c:v>
                </c:pt>
                <c:pt idx="969">
                  <c:v>3.8736299999999999</c:v>
                </c:pt>
                <c:pt idx="970">
                  <c:v>3.8739300000000001</c:v>
                </c:pt>
                <c:pt idx="971">
                  <c:v>3.8742399999999999</c:v>
                </c:pt>
                <c:pt idx="972">
                  <c:v>3.8745500000000002</c:v>
                </c:pt>
                <c:pt idx="973">
                  <c:v>3.8748499999999999</c:v>
                </c:pt>
                <c:pt idx="974">
                  <c:v>3.8751600000000002</c:v>
                </c:pt>
                <c:pt idx="975">
                  <c:v>3.8754599999999999</c:v>
                </c:pt>
                <c:pt idx="976">
                  <c:v>3.8757700000000002</c:v>
                </c:pt>
                <c:pt idx="977">
                  <c:v>3.8760699999999999</c:v>
                </c:pt>
                <c:pt idx="978">
                  <c:v>3.8763800000000002</c:v>
                </c:pt>
                <c:pt idx="979">
                  <c:v>3.8766799999999999</c:v>
                </c:pt>
                <c:pt idx="980">
                  <c:v>3.8769900000000002</c:v>
                </c:pt>
                <c:pt idx="981">
                  <c:v>3.8772899999999999</c:v>
                </c:pt>
                <c:pt idx="982">
                  <c:v>3.8776000000000002</c:v>
                </c:pt>
                <c:pt idx="983">
                  <c:v>3.8778999999999999</c:v>
                </c:pt>
                <c:pt idx="984">
                  <c:v>3.8782100000000002</c:v>
                </c:pt>
                <c:pt idx="985">
                  <c:v>3.87852</c:v>
                </c:pt>
                <c:pt idx="986">
                  <c:v>3.8788200000000002</c:v>
                </c:pt>
                <c:pt idx="987">
                  <c:v>3.87913</c:v>
                </c:pt>
                <c:pt idx="988">
                  <c:v>3.8794300000000002</c:v>
                </c:pt>
                <c:pt idx="989">
                  <c:v>3.87974</c:v>
                </c:pt>
                <c:pt idx="990">
                  <c:v>3.8800400000000002</c:v>
                </c:pt>
                <c:pt idx="991">
                  <c:v>3.88035</c:v>
                </c:pt>
                <c:pt idx="992">
                  <c:v>3.8806500000000002</c:v>
                </c:pt>
                <c:pt idx="993">
                  <c:v>3.88096</c:v>
                </c:pt>
                <c:pt idx="994">
                  <c:v>3.8812600000000002</c:v>
                </c:pt>
                <c:pt idx="995">
                  <c:v>3.88157</c:v>
                </c:pt>
                <c:pt idx="996">
                  <c:v>3.8818700000000002</c:v>
                </c:pt>
                <c:pt idx="997">
                  <c:v>3.88218</c:v>
                </c:pt>
                <c:pt idx="998">
                  <c:v>3.8824900000000002</c:v>
                </c:pt>
                <c:pt idx="999">
                  <c:v>3.88279</c:v>
                </c:pt>
                <c:pt idx="1000">
                  <c:v>3.8831000000000002</c:v>
                </c:pt>
                <c:pt idx="1001">
                  <c:v>3.8834</c:v>
                </c:pt>
                <c:pt idx="1002">
                  <c:v>3.8837100000000002</c:v>
                </c:pt>
                <c:pt idx="1003">
                  <c:v>3.88401</c:v>
                </c:pt>
                <c:pt idx="1004">
                  <c:v>3.8843200000000002</c:v>
                </c:pt>
                <c:pt idx="1005">
                  <c:v>3.88462</c:v>
                </c:pt>
                <c:pt idx="1006">
                  <c:v>3.8849300000000002</c:v>
                </c:pt>
                <c:pt idx="1007">
                  <c:v>3.88523</c:v>
                </c:pt>
                <c:pt idx="1008">
                  <c:v>3.8855400000000002</c:v>
                </c:pt>
                <c:pt idx="1009">
                  <c:v>3.88584</c:v>
                </c:pt>
                <c:pt idx="1010">
                  <c:v>3.8861500000000002</c:v>
                </c:pt>
                <c:pt idx="1011">
                  <c:v>3.88646</c:v>
                </c:pt>
                <c:pt idx="1012">
                  <c:v>3.8867600000000002</c:v>
                </c:pt>
                <c:pt idx="1013">
                  <c:v>3.88707</c:v>
                </c:pt>
                <c:pt idx="1014">
                  <c:v>3.8873700000000002</c:v>
                </c:pt>
                <c:pt idx="1015">
                  <c:v>3.88768</c:v>
                </c:pt>
                <c:pt idx="1016">
                  <c:v>3.8879800000000002</c:v>
                </c:pt>
                <c:pt idx="1017">
                  <c:v>3.88829</c:v>
                </c:pt>
                <c:pt idx="1018">
                  <c:v>3.8885900000000002</c:v>
                </c:pt>
                <c:pt idx="1019">
                  <c:v>3.8889</c:v>
                </c:pt>
                <c:pt idx="1020">
                  <c:v>3.8892000000000002</c:v>
                </c:pt>
                <c:pt idx="1021">
                  <c:v>3.88951</c:v>
                </c:pt>
                <c:pt idx="1022">
                  <c:v>3.8898100000000002</c:v>
                </c:pt>
                <c:pt idx="1023">
                  <c:v>3.89012</c:v>
                </c:pt>
                <c:pt idx="1024">
                  <c:v>3.8904299999999998</c:v>
                </c:pt>
                <c:pt idx="1025">
                  <c:v>3.89073</c:v>
                </c:pt>
                <c:pt idx="1026">
                  <c:v>3.8910399999999998</c:v>
                </c:pt>
                <c:pt idx="1027">
                  <c:v>3.89134</c:v>
                </c:pt>
                <c:pt idx="1028">
                  <c:v>3.8916499999999998</c:v>
                </c:pt>
                <c:pt idx="1029">
                  <c:v>3.89195</c:v>
                </c:pt>
                <c:pt idx="1030">
                  <c:v>3.8922599999999998</c:v>
                </c:pt>
                <c:pt idx="1031">
                  <c:v>3.89256</c:v>
                </c:pt>
                <c:pt idx="1032">
                  <c:v>3.8928699999999998</c:v>
                </c:pt>
                <c:pt idx="1033">
                  <c:v>3.89317</c:v>
                </c:pt>
                <c:pt idx="1034">
                  <c:v>3.8934799999999998</c:v>
                </c:pt>
                <c:pt idx="1035">
                  <c:v>3.8937900000000001</c:v>
                </c:pt>
                <c:pt idx="1036">
                  <c:v>3.8940899999999998</c:v>
                </c:pt>
                <c:pt idx="1037">
                  <c:v>3.8944000000000001</c:v>
                </c:pt>
                <c:pt idx="1038">
                  <c:v>3.8946999999999998</c:v>
                </c:pt>
                <c:pt idx="1039">
                  <c:v>3.8950100000000001</c:v>
                </c:pt>
                <c:pt idx="1040">
                  <c:v>3.8953099999999998</c:v>
                </c:pt>
                <c:pt idx="1041">
                  <c:v>3.8956200000000001</c:v>
                </c:pt>
                <c:pt idx="1042">
                  <c:v>3.8959199999999998</c:v>
                </c:pt>
                <c:pt idx="1043">
                  <c:v>3.8962300000000001</c:v>
                </c:pt>
                <c:pt idx="1044">
                  <c:v>3.8965299999999998</c:v>
                </c:pt>
                <c:pt idx="1045">
                  <c:v>3.8968400000000001</c:v>
                </c:pt>
                <c:pt idx="1046">
                  <c:v>3.8971399999999998</c:v>
                </c:pt>
                <c:pt idx="1047">
                  <c:v>3.8974500000000001</c:v>
                </c:pt>
                <c:pt idx="1048">
                  <c:v>3.8977599999999999</c:v>
                </c:pt>
                <c:pt idx="1049">
                  <c:v>3.8980600000000001</c:v>
                </c:pt>
                <c:pt idx="1050">
                  <c:v>3.8983699999999999</c:v>
                </c:pt>
                <c:pt idx="1051">
                  <c:v>3.8986700000000001</c:v>
                </c:pt>
                <c:pt idx="1052">
                  <c:v>3.8989799999999999</c:v>
                </c:pt>
                <c:pt idx="1053">
                  <c:v>3.8992800000000001</c:v>
                </c:pt>
                <c:pt idx="1054">
                  <c:v>3.8995899999999999</c:v>
                </c:pt>
                <c:pt idx="1055">
                  <c:v>3.8998900000000001</c:v>
                </c:pt>
                <c:pt idx="1056">
                  <c:v>3.9001999999999999</c:v>
                </c:pt>
                <c:pt idx="1057">
                  <c:v>3.9005000000000001</c:v>
                </c:pt>
                <c:pt idx="1058">
                  <c:v>3.9008099999999999</c:v>
                </c:pt>
                <c:pt idx="1059">
                  <c:v>3.9011100000000001</c:v>
                </c:pt>
                <c:pt idx="1060">
                  <c:v>3.9014199999999999</c:v>
                </c:pt>
                <c:pt idx="1061">
                  <c:v>3.9017300000000001</c:v>
                </c:pt>
                <c:pt idx="1062">
                  <c:v>3.9020299999999999</c:v>
                </c:pt>
                <c:pt idx="1063">
                  <c:v>3.9023400000000001</c:v>
                </c:pt>
                <c:pt idx="1064">
                  <c:v>3.9026399999999999</c:v>
                </c:pt>
                <c:pt idx="1065">
                  <c:v>3.9029500000000001</c:v>
                </c:pt>
                <c:pt idx="1066">
                  <c:v>3.9032499999999999</c:v>
                </c:pt>
                <c:pt idx="1067">
                  <c:v>3.9035600000000001</c:v>
                </c:pt>
                <c:pt idx="1068">
                  <c:v>3.9038599999999999</c:v>
                </c:pt>
                <c:pt idx="1069">
                  <c:v>3.9041700000000001</c:v>
                </c:pt>
                <c:pt idx="1070">
                  <c:v>3.9044699999999999</c:v>
                </c:pt>
                <c:pt idx="1071">
                  <c:v>3.9047800000000001</c:v>
                </c:pt>
                <c:pt idx="1072">
                  <c:v>3.9050799999999999</c:v>
                </c:pt>
                <c:pt idx="1073">
                  <c:v>3.9053900000000001</c:v>
                </c:pt>
                <c:pt idx="1074">
                  <c:v>3.9056999999999999</c:v>
                </c:pt>
                <c:pt idx="1075">
                  <c:v>3.9060000000000001</c:v>
                </c:pt>
                <c:pt idx="1076">
                  <c:v>3.9063099999999999</c:v>
                </c:pt>
                <c:pt idx="1077">
                  <c:v>3.9066100000000001</c:v>
                </c:pt>
                <c:pt idx="1078">
                  <c:v>3.9069199999999999</c:v>
                </c:pt>
                <c:pt idx="1079">
                  <c:v>3.9072200000000001</c:v>
                </c:pt>
                <c:pt idx="1080">
                  <c:v>3.9075299999999999</c:v>
                </c:pt>
                <c:pt idx="1081">
                  <c:v>3.9078300000000001</c:v>
                </c:pt>
                <c:pt idx="1082">
                  <c:v>3.9081399999999999</c:v>
                </c:pt>
                <c:pt idx="1083">
                  <c:v>3.9084400000000001</c:v>
                </c:pt>
                <c:pt idx="1084">
                  <c:v>3.9087499999999999</c:v>
                </c:pt>
                <c:pt idx="1085">
                  <c:v>3.9090500000000001</c:v>
                </c:pt>
                <c:pt idx="1086">
                  <c:v>3.9093599999999999</c:v>
                </c:pt>
                <c:pt idx="1087">
                  <c:v>3.9096700000000002</c:v>
                </c:pt>
                <c:pt idx="1088">
                  <c:v>3.9099699999999999</c:v>
                </c:pt>
                <c:pt idx="1089">
                  <c:v>3.9102800000000002</c:v>
                </c:pt>
                <c:pt idx="1090">
                  <c:v>3.9105799999999999</c:v>
                </c:pt>
                <c:pt idx="1091">
                  <c:v>3.9108900000000002</c:v>
                </c:pt>
                <c:pt idx="1092">
                  <c:v>3.9111899999999999</c:v>
                </c:pt>
                <c:pt idx="1093">
                  <c:v>3.9115000000000002</c:v>
                </c:pt>
                <c:pt idx="1094">
                  <c:v>3.9117999999999999</c:v>
                </c:pt>
                <c:pt idx="1095">
                  <c:v>3.9121100000000002</c:v>
                </c:pt>
                <c:pt idx="1096">
                  <c:v>3.9124099999999999</c:v>
                </c:pt>
                <c:pt idx="1097">
                  <c:v>3.9127200000000002</c:v>
                </c:pt>
                <c:pt idx="1098">
                  <c:v>3.91303</c:v>
                </c:pt>
                <c:pt idx="1099">
                  <c:v>3.9133300000000002</c:v>
                </c:pt>
                <c:pt idx="1100">
                  <c:v>3.91364</c:v>
                </c:pt>
                <c:pt idx="1101">
                  <c:v>3.9139400000000002</c:v>
                </c:pt>
                <c:pt idx="1102">
                  <c:v>3.91425</c:v>
                </c:pt>
                <c:pt idx="1103">
                  <c:v>3.9145500000000002</c:v>
                </c:pt>
                <c:pt idx="1104">
                  <c:v>3.91486</c:v>
                </c:pt>
                <c:pt idx="1105">
                  <c:v>3.9151600000000002</c:v>
                </c:pt>
                <c:pt idx="1106">
                  <c:v>3.91547</c:v>
                </c:pt>
                <c:pt idx="1107">
                  <c:v>3.9157700000000002</c:v>
                </c:pt>
                <c:pt idx="1108">
                  <c:v>3.91608</c:v>
                </c:pt>
                <c:pt idx="1109">
                  <c:v>3.9163800000000002</c:v>
                </c:pt>
                <c:pt idx="1110">
                  <c:v>3.91669</c:v>
                </c:pt>
                <c:pt idx="1111">
                  <c:v>3.9169999999999998</c:v>
                </c:pt>
                <c:pt idx="1112">
                  <c:v>3.9173</c:v>
                </c:pt>
                <c:pt idx="1113">
                  <c:v>3.9176099999999998</c:v>
                </c:pt>
                <c:pt idx="1114">
                  <c:v>3.91791</c:v>
                </c:pt>
                <c:pt idx="1115">
                  <c:v>3.9182199999999998</c:v>
                </c:pt>
                <c:pt idx="1116">
                  <c:v>3.91852</c:v>
                </c:pt>
                <c:pt idx="1117">
                  <c:v>3.9188299999999998</c:v>
                </c:pt>
                <c:pt idx="1118">
                  <c:v>3.91913</c:v>
                </c:pt>
                <c:pt idx="1119">
                  <c:v>3.9194399999999998</c:v>
                </c:pt>
                <c:pt idx="1120">
                  <c:v>3.91974</c:v>
                </c:pt>
                <c:pt idx="1121">
                  <c:v>3.9200499999999998</c:v>
                </c:pt>
                <c:pt idx="1122">
                  <c:v>3.92035</c:v>
                </c:pt>
                <c:pt idx="1123">
                  <c:v>3.9206599999999998</c:v>
                </c:pt>
                <c:pt idx="1124">
                  <c:v>3.9209700000000001</c:v>
                </c:pt>
                <c:pt idx="1125">
                  <c:v>3.9212699999999998</c:v>
                </c:pt>
                <c:pt idx="1126">
                  <c:v>3.9215800000000001</c:v>
                </c:pt>
                <c:pt idx="1127">
                  <c:v>3.9218799999999998</c:v>
                </c:pt>
                <c:pt idx="1128">
                  <c:v>3.9221900000000001</c:v>
                </c:pt>
                <c:pt idx="1129">
                  <c:v>3.9224899999999998</c:v>
                </c:pt>
                <c:pt idx="1130">
                  <c:v>3.9228000000000001</c:v>
                </c:pt>
                <c:pt idx="1131">
                  <c:v>3.9230999999999998</c:v>
                </c:pt>
                <c:pt idx="1132">
                  <c:v>3.9234100000000001</c:v>
                </c:pt>
                <c:pt idx="1133">
                  <c:v>3.9237099999999998</c:v>
                </c:pt>
                <c:pt idx="1134">
                  <c:v>3.9240200000000001</c:v>
                </c:pt>
                <c:pt idx="1135">
                  <c:v>3.9243199999999998</c:v>
                </c:pt>
                <c:pt idx="1136">
                  <c:v>3.9246300000000001</c:v>
                </c:pt>
                <c:pt idx="1137">
                  <c:v>3.9249399999999999</c:v>
                </c:pt>
                <c:pt idx="1138">
                  <c:v>3.9252400000000001</c:v>
                </c:pt>
                <c:pt idx="1139">
                  <c:v>3.9255499999999999</c:v>
                </c:pt>
                <c:pt idx="1140">
                  <c:v>3.9258500000000001</c:v>
                </c:pt>
                <c:pt idx="1141">
                  <c:v>3.9261599999999999</c:v>
                </c:pt>
                <c:pt idx="1142">
                  <c:v>3.9264600000000001</c:v>
                </c:pt>
                <c:pt idx="1143">
                  <c:v>3.9267699999999999</c:v>
                </c:pt>
                <c:pt idx="1144">
                  <c:v>3.9270700000000001</c:v>
                </c:pt>
                <c:pt idx="1145">
                  <c:v>3.9273799999999999</c:v>
                </c:pt>
                <c:pt idx="1146">
                  <c:v>3.9276800000000001</c:v>
                </c:pt>
                <c:pt idx="1147">
                  <c:v>3.9279899999999999</c:v>
                </c:pt>
                <c:pt idx="1148">
                  <c:v>3.9283000000000001</c:v>
                </c:pt>
                <c:pt idx="1149">
                  <c:v>3.9285999999999999</c:v>
                </c:pt>
                <c:pt idx="1150">
                  <c:v>3.9289100000000001</c:v>
                </c:pt>
                <c:pt idx="1151">
                  <c:v>3.9292099999999999</c:v>
                </c:pt>
                <c:pt idx="1152">
                  <c:v>3.9295200000000001</c:v>
                </c:pt>
                <c:pt idx="1153">
                  <c:v>3.9298199999999999</c:v>
                </c:pt>
                <c:pt idx="1154">
                  <c:v>3.9301300000000001</c:v>
                </c:pt>
                <c:pt idx="1155">
                  <c:v>3.9304299999999999</c:v>
                </c:pt>
                <c:pt idx="1156">
                  <c:v>3.9307400000000001</c:v>
                </c:pt>
                <c:pt idx="1157">
                  <c:v>3.9310399999999999</c:v>
                </c:pt>
                <c:pt idx="1158">
                  <c:v>3.9313500000000001</c:v>
                </c:pt>
                <c:pt idx="1159">
                  <c:v>3.9316499999999999</c:v>
                </c:pt>
                <c:pt idx="1160">
                  <c:v>3.9319600000000001</c:v>
                </c:pt>
                <c:pt idx="1161">
                  <c:v>3.9322699999999999</c:v>
                </c:pt>
                <c:pt idx="1162">
                  <c:v>3.9325700000000001</c:v>
                </c:pt>
                <c:pt idx="1163">
                  <c:v>3.9328799999999999</c:v>
                </c:pt>
                <c:pt idx="1164">
                  <c:v>3.9331800000000001</c:v>
                </c:pt>
                <c:pt idx="1165">
                  <c:v>3.9334899999999999</c:v>
                </c:pt>
                <c:pt idx="1166">
                  <c:v>3.9337900000000001</c:v>
                </c:pt>
                <c:pt idx="1167">
                  <c:v>3.9340999999999999</c:v>
                </c:pt>
                <c:pt idx="1168">
                  <c:v>3.9344000000000001</c:v>
                </c:pt>
                <c:pt idx="1169">
                  <c:v>3.9347099999999999</c:v>
                </c:pt>
                <c:pt idx="1170">
                  <c:v>3.9350100000000001</c:v>
                </c:pt>
                <c:pt idx="1171">
                  <c:v>3.9353199999999999</c:v>
                </c:pt>
                <c:pt idx="1172">
                  <c:v>3.9356200000000001</c:v>
                </c:pt>
                <c:pt idx="1173">
                  <c:v>3.9359299999999999</c:v>
                </c:pt>
                <c:pt idx="1174">
                  <c:v>3.9362400000000002</c:v>
                </c:pt>
                <c:pt idx="1175">
                  <c:v>3.9365399999999999</c:v>
                </c:pt>
                <c:pt idx="1176">
                  <c:v>3.9368500000000002</c:v>
                </c:pt>
                <c:pt idx="1177">
                  <c:v>3.9371499999999999</c:v>
                </c:pt>
                <c:pt idx="1178">
                  <c:v>3.9374600000000002</c:v>
                </c:pt>
                <c:pt idx="1179">
                  <c:v>3.9377599999999999</c:v>
                </c:pt>
                <c:pt idx="1180">
                  <c:v>3.9380700000000002</c:v>
                </c:pt>
                <c:pt idx="1181">
                  <c:v>3.9383699999999999</c:v>
                </c:pt>
                <c:pt idx="1182">
                  <c:v>3.9386800000000002</c:v>
                </c:pt>
                <c:pt idx="1183">
                  <c:v>3.9389799999999999</c:v>
                </c:pt>
                <c:pt idx="1184">
                  <c:v>3.9392900000000002</c:v>
                </c:pt>
                <c:pt idx="1185">
                  <c:v>3.9395899999999999</c:v>
                </c:pt>
                <c:pt idx="1186">
                  <c:v>3.9399000000000002</c:v>
                </c:pt>
                <c:pt idx="1187">
                  <c:v>3.94021</c:v>
                </c:pt>
                <c:pt idx="1188">
                  <c:v>3.9405100000000002</c:v>
                </c:pt>
                <c:pt idx="1189">
                  <c:v>3.94082</c:v>
                </c:pt>
                <c:pt idx="1190">
                  <c:v>3.9411200000000002</c:v>
                </c:pt>
                <c:pt idx="1191">
                  <c:v>3.94143</c:v>
                </c:pt>
                <c:pt idx="1192">
                  <c:v>3.9417300000000002</c:v>
                </c:pt>
                <c:pt idx="1193">
                  <c:v>3.94204</c:v>
                </c:pt>
                <c:pt idx="1194">
                  <c:v>3.9423400000000002</c:v>
                </c:pt>
                <c:pt idx="1195">
                  <c:v>3.94265</c:v>
                </c:pt>
                <c:pt idx="1196">
                  <c:v>3.9429500000000002</c:v>
                </c:pt>
                <c:pt idx="1197">
                  <c:v>3.94326</c:v>
                </c:pt>
                <c:pt idx="1198">
                  <c:v>3.9435600000000002</c:v>
                </c:pt>
                <c:pt idx="1199">
                  <c:v>3.94387</c:v>
                </c:pt>
                <c:pt idx="1200">
                  <c:v>3.9441799999999998</c:v>
                </c:pt>
                <c:pt idx="1201">
                  <c:v>3.94448</c:v>
                </c:pt>
                <c:pt idx="1202">
                  <c:v>3.9447899999999998</c:v>
                </c:pt>
                <c:pt idx="1203">
                  <c:v>3.94509</c:v>
                </c:pt>
                <c:pt idx="1204">
                  <c:v>3.9453999999999998</c:v>
                </c:pt>
                <c:pt idx="1205">
                  <c:v>3.9457</c:v>
                </c:pt>
                <c:pt idx="1206">
                  <c:v>3.9460099999999998</c:v>
                </c:pt>
                <c:pt idx="1207">
                  <c:v>3.94631</c:v>
                </c:pt>
                <c:pt idx="1208">
                  <c:v>3.9466199999999998</c:v>
                </c:pt>
                <c:pt idx="1209">
                  <c:v>3.94692</c:v>
                </c:pt>
                <c:pt idx="1210">
                  <c:v>3.9472299999999998</c:v>
                </c:pt>
                <c:pt idx="1211">
                  <c:v>3.94754</c:v>
                </c:pt>
                <c:pt idx="1212">
                  <c:v>3.9478399999999998</c:v>
                </c:pt>
                <c:pt idx="1213">
                  <c:v>3.94815</c:v>
                </c:pt>
                <c:pt idx="1214">
                  <c:v>3.9484499999999998</c:v>
                </c:pt>
                <c:pt idx="1215">
                  <c:v>3.94876</c:v>
                </c:pt>
                <c:pt idx="1216">
                  <c:v>3.9490599999999998</c:v>
                </c:pt>
                <c:pt idx="1217">
                  <c:v>3.94937</c:v>
                </c:pt>
                <c:pt idx="1218">
                  <c:v>3.9496699999999998</c:v>
                </c:pt>
                <c:pt idx="1219">
                  <c:v>3.94998</c:v>
                </c:pt>
                <c:pt idx="1220">
                  <c:v>3.9502799999999998</c:v>
                </c:pt>
                <c:pt idx="1221">
                  <c:v>3.95059</c:v>
                </c:pt>
                <c:pt idx="1222">
                  <c:v>3.9508899999999998</c:v>
                </c:pt>
                <c:pt idx="1223">
                  <c:v>3.9512</c:v>
                </c:pt>
                <c:pt idx="1224">
                  <c:v>3.9515099999999999</c:v>
                </c:pt>
                <c:pt idx="1225">
                  <c:v>3.95181</c:v>
                </c:pt>
                <c:pt idx="1226">
                  <c:v>3.9521199999999999</c:v>
                </c:pt>
                <c:pt idx="1227">
                  <c:v>3.95242</c:v>
                </c:pt>
                <c:pt idx="1228">
                  <c:v>3.9527299999999999</c:v>
                </c:pt>
                <c:pt idx="1229">
                  <c:v>3.95303</c:v>
                </c:pt>
                <c:pt idx="1230">
                  <c:v>3.9533399999999999</c:v>
                </c:pt>
                <c:pt idx="1231">
                  <c:v>3.95364</c:v>
                </c:pt>
                <c:pt idx="1232">
                  <c:v>3.9539499999999999</c:v>
                </c:pt>
                <c:pt idx="1233">
                  <c:v>3.95425</c:v>
                </c:pt>
                <c:pt idx="1234">
                  <c:v>3.9545599999999999</c:v>
                </c:pt>
                <c:pt idx="1235">
                  <c:v>3.95486</c:v>
                </c:pt>
                <c:pt idx="1236">
                  <c:v>3.9551699999999999</c:v>
                </c:pt>
                <c:pt idx="1237">
                  <c:v>3.9554800000000001</c:v>
                </c:pt>
                <c:pt idx="1238">
                  <c:v>3.9557799999999999</c:v>
                </c:pt>
                <c:pt idx="1239">
                  <c:v>3.9560900000000001</c:v>
                </c:pt>
                <c:pt idx="1240">
                  <c:v>3.9563899999999999</c:v>
                </c:pt>
                <c:pt idx="1241">
                  <c:v>3.9567000000000001</c:v>
                </c:pt>
                <c:pt idx="1242">
                  <c:v>3.9569999999999999</c:v>
                </c:pt>
                <c:pt idx="1243">
                  <c:v>3.9573100000000001</c:v>
                </c:pt>
                <c:pt idx="1244">
                  <c:v>3.9576099999999999</c:v>
                </c:pt>
                <c:pt idx="1245">
                  <c:v>3.9579200000000001</c:v>
                </c:pt>
                <c:pt idx="1246">
                  <c:v>3.9582199999999998</c:v>
                </c:pt>
                <c:pt idx="1247">
                  <c:v>3.9585300000000001</c:v>
                </c:pt>
                <c:pt idx="1248">
                  <c:v>3.9588299999999998</c:v>
                </c:pt>
                <c:pt idx="1249">
                  <c:v>3.9591400000000001</c:v>
                </c:pt>
                <c:pt idx="1250">
                  <c:v>3.9594499999999999</c:v>
                </c:pt>
                <c:pt idx="1251">
                  <c:v>3.9597500000000001</c:v>
                </c:pt>
                <c:pt idx="1252">
                  <c:v>3.9600599999999999</c:v>
                </c:pt>
                <c:pt idx="1253">
                  <c:v>3.9603600000000001</c:v>
                </c:pt>
                <c:pt idx="1254">
                  <c:v>3.9606699999999999</c:v>
                </c:pt>
                <c:pt idx="1255">
                  <c:v>3.9609700000000001</c:v>
                </c:pt>
                <c:pt idx="1256">
                  <c:v>3.9612799999999999</c:v>
                </c:pt>
                <c:pt idx="1257">
                  <c:v>3.9615800000000001</c:v>
                </c:pt>
                <c:pt idx="1258">
                  <c:v>3.9618899999999999</c:v>
                </c:pt>
                <c:pt idx="1259">
                  <c:v>3.9621900000000001</c:v>
                </c:pt>
                <c:pt idx="1260">
                  <c:v>3.9624999999999999</c:v>
                </c:pt>
                <c:pt idx="1261">
                  <c:v>3.9628000000000001</c:v>
                </c:pt>
                <c:pt idx="1262">
                  <c:v>3.9631099999999999</c:v>
                </c:pt>
                <c:pt idx="1263">
                  <c:v>3.9634200000000002</c:v>
                </c:pt>
                <c:pt idx="1264">
                  <c:v>3.9637199999999999</c:v>
                </c:pt>
                <c:pt idx="1265">
                  <c:v>3.9640300000000002</c:v>
                </c:pt>
                <c:pt idx="1266">
                  <c:v>3.9643299999999999</c:v>
                </c:pt>
                <c:pt idx="1267">
                  <c:v>3.9646400000000002</c:v>
                </c:pt>
                <c:pt idx="1268">
                  <c:v>3.9649399999999999</c:v>
                </c:pt>
                <c:pt idx="1269">
                  <c:v>3.9652500000000002</c:v>
                </c:pt>
                <c:pt idx="1270">
                  <c:v>3.9655499999999999</c:v>
                </c:pt>
                <c:pt idx="1271">
                  <c:v>3.9658600000000002</c:v>
                </c:pt>
                <c:pt idx="1272">
                  <c:v>3.9661599999999999</c:v>
                </c:pt>
                <c:pt idx="1273">
                  <c:v>3.9664700000000002</c:v>
                </c:pt>
                <c:pt idx="1274">
                  <c:v>3.96678</c:v>
                </c:pt>
                <c:pt idx="1275">
                  <c:v>3.9670800000000002</c:v>
                </c:pt>
                <c:pt idx="1276">
                  <c:v>3.96739</c:v>
                </c:pt>
                <c:pt idx="1277">
                  <c:v>3.9676900000000002</c:v>
                </c:pt>
                <c:pt idx="1278">
                  <c:v>3.968</c:v>
                </c:pt>
                <c:pt idx="1279">
                  <c:v>3.9683000000000002</c:v>
                </c:pt>
                <c:pt idx="1280">
                  <c:v>3.96861</c:v>
                </c:pt>
                <c:pt idx="1281">
                  <c:v>3.9689100000000002</c:v>
                </c:pt>
                <c:pt idx="1282">
                  <c:v>3.96922</c:v>
                </c:pt>
                <c:pt idx="1283">
                  <c:v>3.9695200000000002</c:v>
                </c:pt>
                <c:pt idx="1284">
                  <c:v>3.96983</c:v>
                </c:pt>
                <c:pt idx="1285">
                  <c:v>3.9701300000000002</c:v>
                </c:pt>
                <c:pt idx="1286">
                  <c:v>3.97044</c:v>
                </c:pt>
                <c:pt idx="1287">
                  <c:v>3.9707499999999998</c:v>
                </c:pt>
                <c:pt idx="1288">
                  <c:v>3.97105</c:v>
                </c:pt>
                <c:pt idx="1289">
                  <c:v>3.9713599999999998</c:v>
                </c:pt>
                <c:pt idx="1290">
                  <c:v>3.97166</c:v>
                </c:pt>
                <c:pt idx="1291">
                  <c:v>3.9719699999999998</c:v>
                </c:pt>
                <c:pt idx="1292">
                  <c:v>3.97227</c:v>
                </c:pt>
                <c:pt idx="1293">
                  <c:v>3.9725799999999998</c:v>
                </c:pt>
                <c:pt idx="1294">
                  <c:v>3.97288</c:v>
                </c:pt>
                <c:pt idx="1295">
                  <c:v>3.9731900000000002</c:v>
                </c:pt>
                <c:pt idx="1296">
                  <c:v>3.97349</c:v>
                </c:pt>
                <c:pt idx="1297">
                  <c:v>3.9738000000000002</c:v>
                </c:pt>
                <c:pt idx="1298">
                  <c:v>3.9741</c:v>
                </c:pt>
                <c:pt idx="1299">
                  <c:v>3.9744100000000002</c:v>
                </c:pt>
                <c:pt idx="1300">
                  <c:v>3.97472</c:v>
                </c:pt>
                <c:pt idx="1301">
                  <c:v>3.9750200000000002</c:v>
                </c:pt>
                <c:pt idx="1302">
                  <c:v>3.97533</c:v>
                </c:pt>
                <c:pt idx="1303">
                  <c:v>3.9756300000000002</c:v>
                </c:pt>
                <c:pt idx="1304">
                  <c:v>3.97594</c:v>
                </c:pt>
                <c:pt idx="1305">
                  <c:v>3.9762400000000002</c:v>
                </c:pt>
                <c:pt idx="1306">
                  <c:v>3.97655</c:v>
                </c:pt>
                <c:pt idx="1307">
                  <c:v>3.9768500000000002</c:v>
                </c:pt>
                <c:pt idx="1308">
                  <c:v>3.97716</c:v>
                </c:pt>
                <c:pt idx="1309">
                  <c:v>3.9774600000000002</c:v>
                </c:pt>
                <c:pt idx="1310">
                  <c:v>3.97777</c:v>
                </c:pt>
                <c:pt idx="1311">
                  <c:v>3.9780700000000002</c:v>
                </c:pt>
                <c:pt idx="1312">
                  <c:v>3.97838</c:v>
                </c:pt>
                <c:pt idx="1313">
                  <c:v>3.9786899999999998</c:v>
                </c:pt>
                <c:pt idx="1314">
                  <c:v>3.97899</c:v>
                </c:pt>
                <c:pt idx="1315">
                  <c:v>3.9792999999999998</c:v>
                </c:pt>
                <c:pt idx="1316">
                  <c:v>3.9796</c:v>
                </c:pt>
                <c:pt idx="1317">
                  <c:v>3.9799099999999998</c:v>
                </c:pt>
                <c:pt idx="1318">
                  <c:v>3.98021</c:v>
                </c:pt>
                <c:pt idx="1319">
                  <c:v>3.9805199999999998</c:v>
                </c:pt>
                <c:pt idx="1320">
                  <c:v>3.98082</c:v>
                </c:pt>
                <c:pt idx="1321">
                  <c:v>3.9811299999999998</c:v>
                </c:pt>
                <c:pt idx="1322">
                  <c:v>3.98143</c:v>
                </c:pt>
                <c:pt idx="1323">
                  <c:v>3.9817399999999998</c:v>
                </c:pt>
                <c:pt idx="1324">
                  <c:v>3.98204</c:v>
                </c:pt>
                <c:pt idx="1325">
                  <c:v>3.9823499999999998</c:v>
                </c:pt>
                <c:pt idx="1326">
                  <c:v>3.9826600000000001</c:v>
                </c:pt>
                <c:pt idx="1327">
                  <c:v>3.9829599999999998</c:v>
                </c:pt>
                <c:pt idx="1328">
                  <c:v>3.9832700000000001</c:v>
                </c:pt>
                <c:pt idx="1329">
                  <c:v>3.9835699999999998</c:v>
                </c:pt>
                <c:pt idx="1330">
                  <c:v>3.9838800000000001</c:v>
                </c:pt>
                <c:pt idx="1331">
                  <c:v>3.9841799999999998</c:v>
                </c:pt>
                <c:pt idx="1332">
                  <c:v>3.9844900000000001</c:v>
                </c:pt>
                <c:pt idx="1333">
                  <c:v>3.9847899999999998</c:v>
                </c:pt>
                <c:pt idx="1334">
                  <c:v>3.9851000000000001</c:v>
                </c:pt>
                <c:pt idx="1335">
                  <c:v>3.9853999999999998</c:v>
                </c:pt>
                <c:pt idx="1336">
                  <c:v>3.9857100000000001</c:v>
                </c:pt>
                <c:pt idx="1337">
                  <c:v>3.9860199999999999</c:v>
                </c:pt>
                <c:pt idx="1338">
                  <c:v>3.9863200000000001</c:v>
                </c:pt>
                <c:pt idx="1339">
                  <c:v>3.9866299999999999</c:v>
                </c:pt>
                <c:pt idx="1340">
                  <c:v>3.9869300000000001</c:v>
                </c:pt>
                <c:pt idx="1341">
                  <c:v>3.9872399999999999</c:v>
                </c:pt>
                <c:pt idx="1342">
                  <c:v>3.9875400000000001</c:v>
                </c:pt>
                <c:pt idx="1343">
                  <c:v>3.9878499999999999</c:v>
                </c:pt>
                <c:pt idx="1344">
                  <c:v>3.9881500000000001</c:v>
                </c:pt>
                <c:pt idx="1345">
                  <c:v>3.9884599999999999</c:v>
                </c:pt>
                <c:pt idx="1346">
                  <c:v>3.9887600000000001</c:v>
                </c:pt>
                <c:pt idx="1347">
                  <c:v>3.9890699999999999</c:v>
                </c:pt>
                <c:pt idx="1348">
                  <c:v>3.9893700000000001</c:v>
                </c:pt>
                <c:pt idx="1349">
                  <c:v>3.9896799999999999</c:v>
                </c:pt>
                <c:pt idx="1350">
                  <c:v>3.9899900000000001</c:v>
                </c:pt>
                <c:pt idx="1351">
                  <c:v>3.9902899999999999</c:v>
                </c:pt>
                <c:pt idx="1352">
                  <c:v>3.9906000000000001</c:v>
                </c:pt>
                <c:pt idx="1353">
                  <c:v>3.9908999999999999</c:v>
                </c:pt>
                <c:pt idx="1354">
                  <c:v>3.9912100000000001</c:v>
                </c:pt>
                <c:pt idx="1355">
                  <c:v>3.9915099999999999</c:v>
                </c:pt>
                <c:pt idx="1356">
                  <c:v>3.9918200000000001</c:v>
                </c:pt>
                <c:pt idx="1357">
                  <c:v>3.9921199999999999</c:v>
                </c:pt>
                <c:pt idx="1358">
                  <c:v>3.9924300000000001</c:v>
                </c:pt>
                <c:pt idx="1359">
                  <c:v>3.9927299999999999</c:v>
                </c:pt>
                <c:pt idx="1360">
                  <c:v>3.9930400000000001</c:v>
                </c:pt>
                <c:pt idx="1361">
                  <c:v>3.9933399999999999</c:v>
                </c:pt>
                <c:pt idx="1362">
                  <c:v>3.9936500000000001</c:v>
                </c:pt>
                <c:pt idx="1363">
                  <c:v>3.99396</c:v>
                </c:pt>
                <c:pt idx="1364">
                  <c:v>3.9942600000000001</c:v>
                </c:pt>
                <c:pt idx="1365">
                  <c:v>3.99457</c:v>
                </c:pt>
                <c:pt idx="1366">
                  <c:v>3.9948700000000001</c:v>
                </c:pt>
                <c:pt idx="1367">
                  <c:v>3.99518</c:v>
                </c:pt>
                <c:pt idx="1368">
                  <c:v>3.9954800000000001</c:v>
                </c:pt>
                <c:pt idx="1369">
                  <c:v>3.99579</c:v>
                </c:pt>
                <c:pt idx="1370">
                  <c:v>3.9960900000000001</c:v>
                </c:pt>
                <c:pt idx="1371">
                  <c:v>3.9964</c:v>
                </c:pt>
                <c:pt idx="1372">
                  <c:v>3.9967000000000001</c:v>
                </c:pt>
                <c:pt idx="1373">
                  <c:v>3.99701</c:v>
                </c:pt>
                <c:pt idx="1374">
                  <c:v>3.9973100000000001</c:v>
                </c:pt>
                <c:pt idx="1375">
                  <c:v>3.99762</c:v>
                </c:pt>
                <c:pt idx="1376">
                  <c:v>3.9979300000000002</c:v>
                </c:pt>
                <c:pt idx="1377">
                  <c:v>3.99823</c:v>
                </c:pt>
                <c:pt idx="1378">
                  <c:v>3.9985400000000002</c:v>
                </c:pt>
                <c:pt idx="1379">
                  <c:v>3.99884</c:v>
                </c:pt>
                <c:pt idx="1380">
                  <c:v>3.9991500000000002</c:v>
                </c:pt>
                <c:pt idx="1381">
                  <c:v>3.9994499999999999</c:v>
                </c:pt>
                <c:pt idx="1382">
                  <c:v>3.9997600000000002</c:v>
                </c:pt>
                <c:pt idx="1383">
                  <c:v>4.0000600000000004</c:v>
                </c:pt>
                <c:pt idx="1384">
                  <c:v>4.0003700000000002</c:v>
                </c:pt>
                <c:pt idx="1385">
                  <c:v>4.0006700000000004</c:v>
                </c:pt>
                <c:pt idx="1386">
                  <c:v>4.0009800000000002</c:v>
                </c:pt>
                <c:pt idx="1387">
                  <c:v>4.00129</c:v>
                </c:pt>
                <c:pt idx="1388">
                  <c:v>4.0015900000000002</c:v>
                </c:pt>
                <c:pt idx="1389">
                  <c:v>4.0019</c:v>
                </c:pt>
                <c:pt idx="1390">
                  <c:v>4.0022000000000002</c:v>
                </c:pt>
                <c:pt idx="1391">
                  <c:v>4.00251</c:v>
                </c:pt>
                <c:pt idx="1392">
                  <c:v>4.0028100000000002</c:v>
                </c:pt>
                <c:pt idx="1393">
                  <c:v>4.00312</c:v>
                </c:pt>
                <c:pt idx="1394">
                  <c:v>4.0034200000000002</c:v>
                </c:pt>
                <c:pt idx="1395">
                  <c:v>4.00373</c:v>
                </c:pt>
                <c:pt idx="1396">
                  <c:v>4.0040300000000002</c:v>
                </c:pt>
                <c:pt idx="1397">
                  <c:v>4.00434</c:v>
                </c:pt>
                <c:pt idx="1398">
                  <c:v>4.0046400000000002</c:v>
                </c:pt>
                <c:pt idx="1399">
                  <c:v>4.00495</c:v>
                </c:pt>
                <c:pt idx="1400">
                  <c:v>4.0052599999999998</c:v>
                </c:pt>
                <c:pt idx="1401">
                  <c:v>4.00556</c:v>
                </c:pt>
                <c:pt idx="1402">
                  <c:v>4.0058699999999998</c:v>
                </c:pt>
                <c:pt idx="1403">
                  <c:v>4.00617</c:v>
                </c:pt>
                <c:pt idx="1404">
                  <c:v>4.0064799999999998</c:v>
                </c:pt>
                <c:pt idx="1405">
                  <c:v>4.00678</c:v>
                </c:pt>
                <c:pt idx="1406">
                  <c:v>4.0070899999999998</c:v>
                </c:pt>
                <c:pt idx="1407">
                  <c:v>4.00739</c:v>
                </c:pt>
                <c:pt idx="1408">
                  <c:v>4.0076999999999998</c:v>
                </c:pt>
                <c:pt idx="1409">
                  <c:v>4.008</c:v>
                </c:pt>
                <c:pt idx="1410">
                  <c:v>4.0083099999999998</c:v>
                </c:pt>
                <c:pt idx="1411">
                  <c:v>4.00861</c:v>
                </c:pt>
                <c:pt idx="1412">
                  <c:v>4.0089199999999998</c:v>
                </c:pt>
                <c:pt idx="1413">
                  <c:v>4.0092299999999996</c:v>
                </c:pt>
                <c:pt idx="1414">
                  <c:v>4.0095299999999998</c:v>
                </c:pt>
                <c:pt idx="1415">
                  <c:v>4.0098399999999996</c:v>
                </c:pt>
                <c:pt idx="1416">
                  <c:v>4.0101399999999998</c:v>
                </c:pt>
                <c:pt idx="1417">
                  <c:v>4.0104499999999996</c:v>
                </c:pt>
                <c:pt idx="1418">
                  <c:v>4.0107499999999998</c:v>
                </c:pt>
                <c:pt idx="1419">
                  <c:v>4.0110599999999996</c:v>
                </c:pt>
                <c:pt idx="1420">
                  <c:v>4.0113599999999998</c:v>
                </c:pt>
                <c:pt idx="1421">
                  <c:v>4.0116699999999996</c:v>
                </c:pt>
                <c:pt idx="1422">
                  <c:v>4.0119699999999998</c:v>
                </c:pt>
                <c:pt idx="1423">
                  <c:v>4.0122799999999996</c:v>
                </c:pt>
                <c:pt idx="1424">
                  <c:v>4.0125799999999998</c:v>
                </c:pt>
                <c:pt idx="1425">
                  <c:v>4.0128899999999996</c:v>
                </c:pt>
                <c:pt idx="1426">
                  <c:v>4.0132000000000003</c:v>
                </c:pt>
                <c:pt idx="1427">
                  <c:v>4.0134999999999996</c:v>
                </c:pt>
                <c:pt idx="1428">
                  <c:v>4.0138100000000003</c:v>
                </c:pt>
                <c:pt idx="1429">
                  <c:v>4.0141099999999996</c:v>
                </c:pt>
                <c:pt idx="1430">
                  <c:v>4.0144200000000003</c:v>
                </c:pt>
                <c:pt idx="1431">
                  <c:v>4.0147199999999996</c:v>
                </c:pt>
                <c:pt idx="1432">
                  <c:v>4.0150300000000003</c:v>
                </c:pt>
                <c:pt idx="1433">
                  <c:v>4.0153299999999996</c:v>
                </c:pt>
                <c:pt idx="1434">
                  <c:v>4.0156400000000003</c:v>
                </c:pt>
                <c:pt idx="1435">
                  <c:v>4.0159399999999996</c:v>
                </c:pt>
                <c:pt idx="1436">
                  <c:v>4.0162500000000003</c:v>
                </c:pt>
                <c:pt idx="1437">
                  <c:v>4.0165499999999996</c:v>
                </c:pt>
                <c:pt idx="1438">
                  <c:v>4.0168600000000003</c:v>
                </c:pt>
                <c:pt idx="1439">
                  <c:v>4.0171700000000001</c:v>
                </c:pt>
                <c:pt idx="1440">
                  <c:v>4.0174700000000003</c:v>
                </c:pt>
                <c:pt idx="1441">
                  <c:v>4.0177800000000001</c:v>
                </c:pt>
                <c:pt idx="1442">
                  <c:v>4.0180800000000003</c:v>
                </c:pt>
                <c:pt idx="1443">
                  <c:v>4.0183900000000001</c:v>
                </c:pt>
                <c:pt idx="1444">
                  <c:v>4.0186900000000003</c:v>
                </c:pt>
                <c:pt idx="1445">
                  <c:v>4.0190000000000001</c:v>
                </c:pt>
                <c:pt idx="1446">
                  <c:v>4.0193000000000003</c:v>
                </c:pt>
                <c:pt idx="1447">
                  <c:v>4.0196100000000001</c:v>
                </c:pt>
                <c:pt idx="1448">
                  <c:v>4.0199100000000003</c:v>
                </c:pt>
                <c:pt idx="1449">
                  <c:v>4.0202200000000001</c:v>
                </c:pt>
                <c:pt idx="1450">
                  <c:v>4.0205299999999999</c:v>
                </c:pt>
                <c:pt idx="1451">
                  <c:v>4.0208300000000001</c:v>
                </c:pt>
                <c:pt idx="1452">
                  <c:v>4.0211399999999999</c:v>
                </c:pt>
                <c:pt idx="1453">
                  <c:v>4.0214400000000001</c:v>
                </c:pt>
                <c:pt idx="1454">
                  <c:v>4.0217499999999999</c:v>
                </c:pt>
                <c:pt idx="1455">
                  <c:v>4.0220500000000001</c:v>
                </c:pt>
                <c:pt idx="1456">
                  <c:v>4.0223599999999999</c:v>
                </c:pt>
                <c:pt idx="1457">
                  <c:v>4.0226600000000001</c:v>
                </c:pt>
                <c:pt idx="1458">
                  <c:v>4.0229699999999999</c:v>
                </c:pt>
                <c:pt idx="1459">
                  <c:v>4.0232700000000001</c:v>
                </c:pt>
                <c:pt idx="1460">
                  <c:v>4.0235799999999999</c:v>
                </c:pt>
                <c:pt idx="1461">
                  <c:v>4.0238800000000001</c:v>
                </c:pt>
                <c:pt idx="1462">
                  <c:v>4.0241899999999999</c:v>
                </c:pt>
                <c:pt idx="1463">
                  <c:v>4.0244999999999997</c:v>
                </c:pt>
                <c:pt idx="1464">
                  <c:v>4.0247999999999999</c:v>
                </c:pt>
                <c:pt idx="1465">
                  <c:v>4.0251099999999997</c:v>
                </c:pt>
                <c:pt idx="1466">
                  <c:v>4.0254099999999999</c:v>
                </c:pt>
                <c:pt idx="1467">
                  <c:v>4.0257199999999997</c:v>
                </c:pt>
                <c:pt idx="1468">
                  <c:v>4.0260199999999999</c:v>
                </c:pt>
                <c:pt idx="1469">
                  <c:v>4.0263299999999997</c:v>
                </c:pt>
                <c:pt idx="1470">
                  <c:v>4.0266299999999999</c:v>
                </c:pt>
                <c:pt idx="1471">
                  <c:v>4.0269399999999997</c:v>
                </c:pt>
                <c:pt idx="1472">
                  <c:v>4.0272399999999999</c:v>
                </c:pt>
                <c:pt idx="1473">
                  <c:v>4.0275499999999997</c:v>
                </c:pt>
                <c:pt idx="1474">
                  <c:v>4.0278499999999999</c:v>
                </c:pt>
                <c:pt idx="1475">
                  <c:v>4.0281599999999997</c:v>
                </c:pt>
                <c:pt idx="1476">
                  <c:v>4.0284700000000004</c:v>
                </c:pt>
                <c:pt idx="1477">
                  <c:v>4.0287699999999997</c:v>
                </c:pt>
                <c:pt idx="1478">
                  <c:v>4.0290800000000004</c:v>
                </c:pt>
                <c:pt idx="1479">
                  <c:v>4.0293799999999997</c:v>
                </c:pt>
                <c:pt idx="1480">
                  <c:v>4.0296900000000004</c:v>
                </c:pt>
                <c:pt idx="1481">
                  <c:v>4.0299899999999997</c:v>
                </c:pt>
                <c:pt idx="1482">
                  <c:v>4.0303000000000004</c:v>
                </c:pt>
                <c:pt idx="1483">
                  <c:v>4.0305999999999997</c:v>
                </c:pt>
                <c:pt idx="1484">
                  <c:v>4.0309100000000004</c:v>
                </c:pt>
                <c:pt idx="1485">
                  <c:v>4.0312099999999997</c:v>
                </c:pt>
                <c:pt idx="1486">
                  <c:v>4.0315200000000004</c:v>
                </c:pt>
                <c:pt idx="1487">
                  <c:v>4.0318199999999997</c:v>
                </c:pt>
                <c:pt idx="1488">
                  <c:v>4.0321300000000004</c:v>
                </c:pt>
                <c:pt idx="1489">
                  <c:v>4.0324400000000002</c:v>
                </c:pt>
                <c:pt idx="1490">
                  <c:v>4.0327400000000004</c:v>
                </c:pt>
                <c:pt idx="1491">
                  <c:v>4.0330500000000002</c:v>
                </c:pt>
                <c:pt idx="1492">
                  <c:v>4.0333500000000004</c:v>
                </c:pt>
                <c:pt idx="1493">
                  <c:v>4.0336600000000002</c:v>
                </c:pt>
                <c:pt idx="1494">
                  <c:v>4.0339600000000004</c:v>
                </c:pt>
                <c:pt idx="1495">
                  <c:v>4.0342700000000002</c:v>
                </c:pt>
                <c:pt idx="1496">
                  <c:v>4.0345700000000004</c:v>
                </c:pt>
                <c:pt idx="1497">
                  <c:v>4.0348800000000002</c:v>
                </c:pt>
                <c:pt idx="1498">
                  <c:v>4.0351800000000004</c:v>
                </c:pt>
                <c:pt idx="1499">
                  <c:v>4.0354900000000002</c:v>
                </c:pt>
                <c:pt idx="1500">
                  <c:v>4.0357900000000004</c:v>
                </c:pt>
                <c:pt idx="1501">
                  <c:v>4.0361000000000002</c:v>
                </c:pt>
                <c:pt idx="1502">
                  <c:v>4.0364100000000001</c:v>
                </c:pt>
                <c:pt idx="1503">
                  <c:v>4.0367100000000002</c:v>
                </c:pt>
                <c:pt idx="1504">
                  <c:v>4.0370200000000001</c:v>
                </c:pt>
                <c:pt idx="1505">
                  <c:v>4.0373200000000002</c:v>
                </c:pt>
                <c:pt idx="1506">
                  <c:v>4.0376300000000001</c:v>
                </c:pt>
                <c:pt idx="1507">
                  <c:v>4.0379300000000002</c:v>
                </c:pt>
                <c:pt idx="1508">
                  <c:v>4.0382400000000001</c:v>
                </c:pt>
                <c:pt idx="1509">
                  <c:v>4.0385400000000002</c:v>
                </c:pt>
                <c:pt idx="1510">
                  <c:v>4.0388500000000001</c:v>
                </c:pt>
                <c:pt idx="1511">
                  <c:v>4.0391500000000002</c:v>
                </c:pt>
                <c:pt idx="1512">
                  <c:v>4.0394600000000001</c:v>
                </c:pt>
                <c:pt idx="1513">
                  <c:v>4.0397699999999999</c:v>
                </c:pt>
                <c:pt idx="1514">
                  <c:v>4.0400700000000001</c:v>
                </c:pt>
                <c:pt idx="1515">
                  <c:v>4.0403799999999999</c:v>
                </c:pt>
                <c:pt idx="1516">
                  <c:v>4.04068</c:v>
                </c:pt>
                <c:pt idx="1517">
                  <c:v>4.0409899999999999</c:v>
                </c:pt>
                <c:pt idx="1518">
                  <c:v>4.04129</c:v>
                </c:pt>
                <c:pt idx="1519">
                  <c:v>4.0415999999999999</c:v>
                </c:pt>
                <c:pt idx="1520">
                  <c:v>4.0419</c:v>
                </c:pt>
                <c:pt idx="1521">
                  <c:v>4.0422099999999999</c:v>
                </c:pt>
                <c:pt idx="1522">
                  <c:v>4.04251</c:v>
                </c:pt>
                <c:pt idx="1523">
                  <c:v>4.0428199999999999</c:v>
                </c:pt>
                <c:pt idx="1524">
                  <c:v>4.04312</c:v>
                </c:pt>
                <c:pt idx="1525">
                  <c:v>4.0434299999999999</c:v>
                </c:pt>
                <c:pt idx="1526">
                  <c:v>4.0437399999999997</c:v>
                </c:pt>
                <c:pt idx="1527">
                  <c:v>4.0440399999999999</c:v>
                </c:pt>
                <c:pt idx="1528">
                  <c:v>4.0443499999999997</c:v>
                </c:pt>
                <c:pt idx="1529">
                  <c:v>4.0446499999999999</c:v>
                </c:pt>
                <c:pt idx="1530">
                  <c:v>4.0449599999999997</c:v>
                </c:pt>
                <c:pt idx="1531">
                  <c:v>4.0452599999999999</c:v>
                </c:pt>
                <c:pt idx="1532">
                  <c:v>4.0455699999999997</c:v>
                </c:pt>
                <c:pt idx="1533">
                  <c:v>4.0458699999999999</c:v>
                </c:pt>
                <c:pt idx="1534">
                  <c:v>4.0461799999999997</c:v>
                </c:pt>
                <c:pt idx="1535">
                  <c:v>4.0464799999999999</c:v>
                </c:pt>
                <c:pt idx="1536">
                  <c:v>4.0467899999999997</c:v>
                </c:pt>
                <c:pt idx="1537">
                  <c:v>4.0470899999999999</c:v>
                </c:pt>
                <c:pt idx="1538">
                  <c:v>4.0473999999999997</c:v>
                </c:pt>
                <c:pt idx="1539">
                  <c:v>4.0477100000000004</c:v>
                </c:pt>
                <c:pt idx="1540">
                  <c:v>4.0480099999999997</c:v>
                </c:pt>
                <c:pt idx="1541">
                  <c:v>4.0483200000000004</c:v>
                </c:pt>
                <c:pt idx="1542">
                  <c:v>4.0486199999999997</c:v>
                </c:pt>
                <c:pt idx="1543">
                  <c:v>4.0489300000000004</c:v>
                </c:pt>
                <c:pt idx="1544">
                  <c:v>4.0492299999999997</c:v>
                </c:pt>
                <c:pt idx="1545">
                  <c:v>4.0495400000000004</c:v>
                </c:pt>
                <c:pt idx="1546">
                  <c:v>4.0498399999999997</c:v>
                </c:pt>
                <c:pt idx="1547">
                  <c:v>4.0501500000000004</c:v>
                </c:pt>
                <c:pt idx="1548">
                  <c:v>4.0504499999999997</c:v>
                </c:pt>
                <c:pt idx="1549">
                  <c:v>4.0507600000000004</c:v>
                </c:pt>
                <c:pt idx="1550">
                  <c:v>4.0510599999999997</c:v>
                </c:pt>
                <c:pt idx="1551">
                  <c:v>4.0513700000000004</c:v>
                </c:pt>
                <c:pt idx="1552">
                  <c:v>4.0516800000000002</c:v>
                </c:pt>
                <c:pt idx="1553">
                  <c:v>4.0519800000000004</c:v>
                </c:pt>
                <c:pt idx="1554">
                  <c:v>4.0522900000000002</c:v>
                </c:pt>
                <c:pt idx="1555">
                  <c:v>4.0525900000000004</c:v>
                </c:pt>
                <c:pt idx="1556">
                  <c:v>4.0529000000000002</c:v>
                </c:pt>
                <c:pt idx="1557">
                  <c:v>4.0532000000000004</c:v>
                </c:pt>
                <c:pt idx="1558">
                  <c:v>4.0535100000000002</c:v>
                </c:pt>
                <c:pt idx="1559">
                  <c:v>4.0538100000000004</c:v>
                </c:pt>
                <c:pt idx="1560">
                  <c:v>4.0541200000000002</c:v>
                </c:pt>
                <c:pt idx="1561">
                  <c:v>4.0544200000000004</c:v>
                </c:pt>
                <c:pt idx="1562">
                  <c:v>4.0547300000000002</c:v>
                </c:pt>
                <c:pt idx="1563">
                  <c:v>4.05504</c:v>
                </c:pt>
                <c:pt idx="1564">
                  <c:v>4.0553400000000002</c:v>
                </c:pt>
                <c:pt idx="1565">
                  <c:v>4.05565</c:v>
                </c:pt>
                <c:pt idx="1566">
                  <c:v>4.0559500000000002</c:v>
                </c:pt>
                <c:pt idx="1567">
                  <c:v>4.05626</c:v>
                </c:pt>
                <c:pt idx="1568">
                  <c:v>4.0565600000000002</c:v>
                </c:pt>
                <c:pt idx="1569">
                  <c:v>4.05687</c:v>
                </c:pt>
                <c:pt idx="1570">
                  <c:v>4.0571700000000002</c:v>
                </c:pt>
                <c:pt idx="1571">
                  <c:v>4.05748</c:v>
                </c:pt>
                <c:pt idx="1572">
                  <c:v>4.0577800000000002</c:v>
                </c:pt>
                <c:pt idx="1573">
                  <c:v>4.05809</c:v>
                </c:pt>
                <c:pt idx="1574">
                  <c:v>4.0583900000000002</c:v>
                </c:pt>
                <c:pt idx="1575">
                  <c:v>4.0587</c:v>
                </c:pt>
                <c:pt idx="1576">
                  <c:v>4.0590099999999998</c:v>
                </c:pt>
                <c:pt idx="1577">
                  <c:v>4.05931</c:v>
                </c:pt>
                <c:pt idx="1578">
                  <c:v>4.0596199999999998</c:v>
                </c:pt>
                <c:pt idx="1579">
                  <c:v>4.05992</c:v>
                </c:pt>
                <c:pt idx="1580">
                  <c:v>4.0602299999999998</c:v>
                </c:pt>
                <c:pt idx="1581">
                  <c:v>4.06053</c:v>
                </c:pt>
                <c:pt idx="1582">
                  <c:v>4.0608399999999998</c:v>
                </c:pt>
                <c:pt idx="1583">
                  <c:v>4.06114</c:v>
                </c:pt>
                <c:pt idx="1584">
                  <c:v>4.0614499999999998</c:v>
                </c:pt>
                <c:pt idx="1585">
                  <c:v>4.06175</c:v>
                </c:pt>
                <c:pt idx="1586">
                  <c:v>4.0620599999999998</c:v>
                </c:pt>
                <c:pt idx="1587">
                  <c:v>4.06236</c:v>
                </c:pt>
                <c:pt idx="1588">
                  <c:v>4.0626699999999998</c:v>
                </c:pt>
                <c:pt idx="1589">
                  <c:v>4.0629799999999996</c:v>
                </c:pt>
                <c:pt idx="1590">
                  <c:v>4.0632799999999998</c:v>
                </c:pt>
                <c:pt idx="1591">
                  <c:v>4.0635899999999996</c:v>
                </c:pt>
                <c:pt idx="1592">
                  <c:v>4.0638899999999998</c:v>
                </c:pt>
                <c:pt idx="1593">
                  <c:v>4.0641999999999996</c:v>
                </c:pt>
                <c:pt idx="1594">
                  <c:v>4.0644999999999998</c:v>
                </c:pt>
                <c:pt idx="1595">
                  <c:v>4.0648099999999996</c:v>
                </c:pt>
                <c:pt idx="1596">
                  <c:v>4.0651099999999998</c:v>
                </c:pt>
                <c:pt idx="1597">
                  <c:v>4.0654199999999996</c:v>
                </c:pt>
                <c:pt idx="1598">
                  <c:v>4.0657199999999998</c:v>
                </c:pt>
                <c:pt idx="1599">
                  <c:v>4.0660299999999996</c:v>
                </c:pt>
                <c:pt idx="1600">
                  <c:v>4.0663299999999998</c:v>
                </c:pt>
                <c:pt idx="1601">
                  <c:v>4.0666399999999996</c:v>
                </c:pt>
                <c:pt idx="1602">
                  <c:v>4.0669500000000003</c:v>
                </c:pt>
                <c:pt idx="1603">
                  <c:v>4.0672499999999996</c:v>
                </c:pt>
                <c:pt idx="1604">
                  <c:v>4.0675600000000003</c:v>
                </c:pt>
                <c:pt idx="1605">
                  <c:v>4.0678599999999996</c:v>
                </c:pt>
                <c:pt idx="1606">
                  <c:v>4.0681700000000003</c:v>
                </c:pt>
                <c:pt idx="1607">
                  <c:v>4.0684699999999996</c:v>
                </c:pt>
                <c:pt idx="1608">
                  <c:v>4.0687800000000003</c:v>
                </c:pt>
                <c:pt idx="1609">
                  <c:v>4.0690799999999996</c:v>
                </c:pt>
                <c:pt idx="1610">
                  <c:v>4.0693900000000003</c:v>
                </c:pt>
                <c:pt idx="1611">
                  <c:v>4.0696899999999996</c:v>
                </c:pt>
                <c:pt idx="1612">
                  <c:v>4.07</c:v>
                </c:pt>
                <c:pt idx="1613">
                  <c:v>4.0702999999999996</c:v>
                </c:pt>
                <c:pt idx="1614">
                  <c:v>4.0706100000000003</c:v>
                </c:pt>
                <c:pt idx="1615">
                  <c:v>4.0709200000000001</c:v>
                </c:pt>
                <c:pt idx="1616">
                  <c:v>4.0712200000000003</c:v>
                </c:pt>
                <c:pt idx="1617">
                  <c:v>4.0715300000000001</c:v>
                </c:pt>
                <c:pt idx="1618">
                  <c:v>4.0718300000000003</c:v>
                </c:pt>
                <c:pt idx="1619">
                  <c:v>4.0721400000000001</c:v>
                </c:pt>
                <c:pt idx="1620">
                  <c:v>4.0724400000000003</c:v>
                </c:pt>
                <c:pt idx="1621">
                  <c:v>4.0727500000000001</c:v>
                </c:pt>
                <c:pt idx="1622">
                  <c:v>4.0730500000000003</c:v>
                </c:pt>
                <c:pt idx="1623">
                  <c:v>4.0733600000000001</c:v>
                </c:pt>
                <c:pt idx="1624">
                  <c:v>4.0736600000000003</c:v>
                </c:pt>
                <c:pt idx="1625">
                  <c:v>4.0739700000000001</c:v>
                </c:pt>
                <c:pt idx="1626">
                  <c:v>4.0742799999999999</c:v>
                </c:pt>
                <c:pt idx="1627">
                  <c:v>4.0745800000000001</c:v>
                </c:pt>
                <c:pt idx="1628">
                  <c:v>4.0748899999999999</c:v>
                </c:pt>
                <c:pt idx="1629">
                  <c:v>4.0751900000000001</c:v>
                </c:pt>
                <c:pt idx="1630">
                  <c:v>4.0754999999999999</c:v>
                </c:pt>
                <c:pt idx="1631">
                  <c:v>4.0758000000000001</c:v>
                </c:pt>
                <c:pt idx="1632">
                  <c:v>4.0761099999999999</c:v>
                </c:pt>
                <c:pt idx="1633">
                  <c:v>4.0764100000000001</c:v>
                </c:pt>
                <c:pt idx="1634">
                  <c:v>4.0767199999999999</c:v>
                </c:pt>
                <c:pt idx="1635">
                  <c:v>4.0770200000000001</c:v>
                </c:pt>
                <c:pt idx="1636">
                  <c:v>4.0773299999999999</c:v>
                </c:pt>
                <c:pt idx="1637">
                  <c:v>4.0776300000000001</c:v>
                </c:pt>
                <c:pt idx="1638">
                  <c:v>4.0779399999999999</c:v>
                </c:pt>
                <c:pt idx="1639">
                  <c:v>4.0782499999999997</c:v>
                </c:pt>
                <c:pt idx="1640">
                  <c:v>4.0785499999999999</c:v>
                </c:pt>
                <c:pt idx="1641">
                  <c:v>4.0788599999999997</c:v>
                </c:pt>
                <c:pt idx="1642">
                  <c:v>4.0791599999999999</c:v>
                </c:pt>
                <c:pt idx="1643">
                  <c:v>4.0794699999999997</c:v>
                </c:pt>
                <c:pt idx="1644">
                  <c:v>4.0797699999999999</c:v>
                </c:pt>
                <c:pt idx="1645">
                  <c:v>4.0800799999999997</c:v>
                </c:pt>
                <c:pt idx="1646">
                  <c:v>4.0803799999999999</c:v>
                </c:pt>
                <c:pt idx="1647">
                  <c:v>4.0806899999999997</c:v>
                </c:pt>
                <c:pt idx="1648">
                  <c:v>4.0809899999999999</c:v>
                </c:pt>
                <c:pt idx="1649">
                  <c:v>4.0812999999999997</c:v>
                </c:pt>
                <c:pt idx="1650">
                  <c:v>4.0815999999999999</c:v>
                </c:pt>
                <c:pt idx="1651">
                  <c:v>4.0819099999999997</c:v>
                </c:pt>
                <c:pt idx="1652">
                  <c:v>4.0822200000000004</c:v>
                </c:pt>
                <c:pt idx="1653">
                  <c:v>4.0825199999999997</c:v>
                </c:pt>
                <c:pt idx="1654">
                  <c:v>4.0828300000000004</c:v>
                </c:pt>
                <c:pt idx="1655">
                  <c:v>4.0831299999999997</c:v>
                </c:pt>
                <c:pt idx="1656">
                  <c:v>4.0834400000000004</c:v>
                </c:pt>
                <c:pt idx="1657">
                  <c:v>4.0837399999999997</c:v>
                </c:pt>
                <c:pt idx="1658">
                  <c:v>4.0840500000000004</c:v>
                </c:pt>
                <c:pt idx="1659">
                  <c:v>4.0843499999999997</c:v>
                </c:pt>
                <c:pt idx="1660">
                  <c:v>4.0846600000000004</c:v>
                </c:pt>
                <c:pt idx="1661">
                  <c:v>4.0849599999999997</c:v>
                </c:pt>
                <c:pt idx="1662">
                  <c:v>4.0852700000000004</c:v>
                </c:pt>
                <c:pt idx="1663">
                  <c:v>4.0855699999999997</c:v>
                </c:pt>
                <c:pt idx="1664">
                  <c:v>4.0858800000000004</c:v>
                </c:pt>
                <c:pt idx="1665">
                  <c:v>4.0861900000000002</c:v>
                </c:pt>
                <c:pt idx="1666">
                  <c:v>4.0864900000000004</c:v>
                </c:pt>
                <c:pt idx="1667">
                  <c:v>4.0868000000000002</c:v>
                </c:pt>
                <c:pt idx="1668">
                  <c:v>4.0871000000000004</c:v>
                </c:pt>
                <c:pt idx="1669">
                  <c:v>4.0874100000000002</c:v>
                </c:pt>
                <c:pt idx="1670">
                  <c:v>4.0877100000000004</c:v>
                </c:pt>
                <c:pt idx="1671">
                  <c:v>4.0880200000000002</c:v>
                </c:pt>
                <c:pt idx="1672">
                  <c:v>4.0883200000000004</c:v>
                </c:pt>
                <c:pt idx="1673">
                  <c:v>4.0886300000000002</c:v>
                </c:pt>
                <c:pt idx="1674">
                  <c:v>4.0889300000000004</c:v>
                </c:pt>
                <c:pt idx="1675">
                  <c:v>4.0892400000000002</c:v>
                </c:pt>
                <c:pt idx="1676">
                  <c:v>4.0895400000000004</c:v>
                </c:pt>
                <c:pt idx="1677">
                  <c:v>4.0898500000000002</c:v>
                </c:pt>
                <c:pt idx="1678">
                  <c:v>4.09016</c:v>
                </c:pt>
                <c:pt idx="1679">
                  <c:v>4.0904600000000002</c:v>
                </c:pt>
                <c:pt idx="1680">
                  <c:v>4.09077</c:v>
                </c:pt>
                <c:pt idx="1681">
                  <c:v>4.0910700000000002</c:v>
                </c:pt>
                <c:pt idx="1682">
                  <c:v>4.09138</c:v>
                </c:pt>
                <c:pt idx="1683">
                  <c:v>4.0916800000000002</c:v>
                </c:pt>
                <c:pt idx="1684">
                  <c:v>4.09199</c:v>
                </c:pt>
                <c:pt idx="1685">
                  <c:v>4.0922900000000002</c:v>
                </c:pt>
                <c:pt idx="1686">
                  <c:v>4.0926</c:v>
                </c:pt>
                <c:pt idx="1687">
                  <c:v>4.0929000000000002</c:v>
                </c:pt>
                <c:pt idx="1688">
                  <c:v>4.09321</c:v>
                </c:pt>
                <c:pt idx="1689">
                  <c:v>4.0935199999999998</c:v>
                </c:pt>
                <c:pt idx="1690">
                  <c:v>4.09382</c:v>
                </c:pt>
                <c:pt idx="1691">
                  <c:v>4.0941299999999998</c:v>
                </c:pt>
                <c:pt idx="1692">
                  <c:v>4.09443</c:v>
                </c:pt>
                <c:pt idx="1693">
                  <c:v>4.0947399999999998</c:v>
                </c:pt>
                <c:pt idx="1694">
                  <c:v>4.09504</c:v>
                </c:pt>
                <c:pt idx="1695">
                  <c:v>4.0953499999999998</c:v>
                </c:pt>
                <c:pt idx="1696">
                  <c:v>4.09565</c:v>
                </c:pt>
                <c:pt idx="1697">
                  <c:v>4.0959599999999998</c:v>
                </c:pt>
                <c:pt idx="1698">
                  <c:v>4.09626</c:v>
                </c:pt>
                <c:pt idx="1699">
                  <c:v>4.0965699999999998</c:v>
                </c:pt>
                <c:pt idx="1700">
                  <c:v>4.09687</c:v>
                </c:pt>
                <c:pt idx="1701">
                  <c:v>4.0971799999999998</c:v>
                </c:pt>
                <c:pt idx="1702">
                  <c:v>4.0974899999999996</c:v>
                </c:pt>
                <c:pt idx="1703">
                  <c:v>4.0977899999999998</c:v>
                </c:pt>
                <c:pt idx="1704">
                  <c:v>4.0980999999999996</c:v>
                </c:pt>
                <c:pt idx="1705">
                  <c:v>4.0983999999999998</c:v>
                </c:pt>
                <c:pt idx="1706">
                  <c:v>4.0987099999999996</c:v>
                </c:pt>
                <c:pt idx="1707">
                  <c:v>4.0990099999999998</c:v>
                </c:pt>
                <c:pt idx="1708">
                  <c:v>4.0993199999999996</c:v>
                </c:pt>
                <c:pt idx="1709">
                  <c:v>4.0996199999999998</c:v>
                </c:pt>
                <c:pt idx="1710">
                  <c:v>4.0999299999999996</c:v>
                </c:pt>
                <c:pt idx="1711">
                  <c:v>4.1002299999999998</c:v>
                </c:pt>
                <c:pt idx="1712">
                  <c:v>4.1005399999999996</c:v>
                </c:pt>
                <c:pt idx="1713">
                  <c:v>4.1008399999999998</c:v>
                </c:pt>
                <c:pt idx="1714">
                  <c:v>4.1011499999999996</c:v>
                </c:pt>
                <c:pt idx="1715">
                  <c:v>4.1014600000000003</c:v>
                </c:pt>
                <c:pt idx="1716">
                  <c:v>4.1017599999999996</c:v>
                </c:pt>
                <c:pt idx="1717">
                  <c:v>4.1020700000000003</c:v>
                </c:pt>
                <c:pt idx="1718">
                  <c:v>4.1023699999999996</c:v>
                </c:pt>
                <c:pt idx="1719">
                  <c:v>4.1026800000000003</c:v>
                </c:pt>
                <c:pt idx="1720">
                  <c:v>4.1029799999999996</c:v>
                </c:pt>
                <c:pt idx="1721">
                  <c:v>4.1032900000000003</c:v>
                </c:pt>
                <c:pt idx="1722">
                  <c:v>4.1035899999999996</c:v>
                </c:pt>
                <c:pt idx="1723">
                  <c:v>4.1039000000000003</c:v>
                </c:pt>
                <c:pt idx="1724">
                  <c:v>4.1041999999999996</c:v>
                </c:pt>
                <c:pt idx="1725">
                  <c:v>4.1045100000000003</c:v>
                </c:pt>
                <c:pt idx="1726">
                  <c:v>4.1048099999999996</c:v>
                </c:pt>
                <c:pt idx="1727">
                  <c:v>4.1051200000000003</c:v>
                </c:pt>
                <c:pt idx="1728">
                  <c:v>4.1054300000000001</c:v>
                </c:pt>
                <c:pt idx="1729">
                  <c:v>4.1057300000000003</c:v>
                </c:pt>
                <c:pt idx="1730">
                  <c:v>4.1060400000000001</c:v>
                </c:pt>
                <c:pt idx="1731">
                  <c:v>4.1063400000000003</c:v>
                </c:pt>
                <c:pt idx="1732">
                  <c:v>4.1066500000000001</c:v>
                </c:pt>
                <c:pt idx="1733">
                  <c:v>4.1069500000000003</c:v>
                </c:pt>
                <c:pt idx="1734">
                  <c:v>4.1072600000000001</c:v>
                </c:pt>
                <c:pt idx="1735">
                  <c:v>4.1075600000000003</c:v>
                </c:pt>
                <c:pt idx="1736">
                  <c:v>4.1078700000000001</c:v>
                </c:pt>
                <c:pt idx="1737">
                  <c:v>4.1081700000000003</c:v>
                </c:pt>
                <c:pt idx="1738">
                  <c:v>4.1084800000000001</c:v>
                </c:pt>
                <c:pt idx="1739">
                  <c:v>4.1087899999999999</c:v>
                </c:pt>
                <c:pt idx="1740">
                  <c:v>4.1090900000000001</c:v>
                </c:pt>
                <c:pt idx="1741">
                  <c:v>4.1093999999999999</c:v>
                </c:pt>
                <c:pt idx="1742">
                  <c:v>4.1097000000000001</c:v>
                </c:pt>
                <c:pt idx="1743">
                  <c:v>4.1100099999999999</c:v>
                </c:pt>
                <c:pt idx="1744">
                  <c:v>4.1103100000000001</c:v>
                </c:pt>
                <c:pt idx="1745">
                  <c:v>4.1106199999999999</c:v>
                </c:pt>
                <c:pt idx="1746">
                  <c:v>4.1109200000000001</c:v>
                </c:pt>
                <c:pt idx="1747">
                  <c:v>4.1112299999999999</c:v>
                </c:pt>
                <c:pt idx="1748">
                  <c:v>4.1115300000000001</c:v>
                </c:pt>
                <c:pt idx="1749">
                  <c:v>4.1118399999999999</c:v>
                </c:pt>
                <c:pt idx="1750">
                  <c:v>4.1121400000000001</c:v>
                </c:pt>
                <c:pt idx="1751">
                  <c:v>4.1124499999999999</c:v>
                </c:pt>
                <c:pt idx="1752">
                  <c:v>4.1127599999999997</c:v>
                </c:pt>
                <c:pt idx="1753">
                  <c:v>4.1130599999999999</c:v>
                </c:pt>
                <c:pt idx="1754">
                  <c:v>4.1133699999999997</c:v>
                </c:pt>
                <c:pt idx="1755">
                  <c:v>4.1136699999999999</c:v>
                </c:pt>
                <c:pt idx="1756">
                  <c:v>4.1139799999999997</c:v>
                </c:pt>
                <c:pt idx="1757">
                  <c:v>4.1142799999999999</c:v>
                </c:pt>
                <c:pt idx="1758">
                  <c:v>4.1145899999999997</c:v>
                </c:pt>
                <c:pt idx="1759">
                  <c:v>4.1148899999999999</c:v>
                </c:pt>
                <c:pt idx="1760">
                  <c:v>4.1151999999999997</c:v>
                </c:pt>
                <c:pt idx="1761">
                  <c:v>4.1154999999999999</c:v>
                </c:pt>
                <c:pt idx="1762">
                  <c:v>4.1158099999999997</c:v>
                </c:pt>
                <c:pt idx="1763">
                  <c:v>4.1161099999999999</c:v>
                </c:pt>
                <c:pt idx="1764">
                  <c:v>4.1164199999999997</c:v>
                </c:pt>
                <c:pt idx="1765">
                  <c:v>4.1167299999999996</c:v>
                </c:pt>
                <c:pt idx="1766">
                  <c:v>4.1170299999999997</c:v>
                </c:pt>
                <c:pt idx="1767">
                  <c:v>4.1173400000000004</c:v>
                </c:pt>
                <c:pt idx="1768">
                  <c:v>4.1176399999999997</c:v>
                </c:pt>
                <c:pt idx="1769">
                  <c:v>4.1179500000000004</c:v>
                </c:pt>
                <c:pt idx="1770">
                  <c:v>4.1182499999999997</c:v>
                </c:pt>
                <c:pt idx="1771">
                  <c:v>4.1185600000000004</c:v>
                </c:pt>
                <c:pt idx="1772">
                  <c:v>4.1188599999999997</c:v>
                </c:pt>
                <c:pt idx="1773">
                  <c:v>4.1191700000000004</c:v>
                </c:pt>
                <c:pt idx="1774">
                  <c:v>4.1194699999999997</c:v>
                </c:pt>
                <c:pt idx="1775">
                  <c:v>4.1197800000000004</c:v>
                </c:pt>
                <c:pt idx="1776">
                  <c:v>4.1200799999999997</c:v>
                </c:pt>
                <c:pt idx="1777">
                  <c:v>4.1203900000000004</c:v>
                </c:pt>
                <c:pt idx="1778">
                  <c:v>4.1207000000000003</c:v>
                </c:pt>
                <c:pt idx="1779">
                  <c:v>4.1210000000000004</c:v>
                </c:pt>
                <c:pt idx="1780">
                  <c:v>4.1213100000000003</c:v>
                </c:pt>
                <c:pt idx="1781">
                  <c:v>4.1216100000000004</c:v>
                </c:pt>
                <c:pt idx="1782">
                  <c:v>4.1219200000000003</c:v>
                </c:pt>
                <c:pt idx="1783">
                  <c:v>4.1222200000000004</c:v>
                </c:pt>
                <c:pt idx="1784">
                  <c:v>4.1225300000000002</c:v>
                </c:pt>
                <c:pt idx="1785">
                  <c:v>4.1228300000000004</c:v>
                </c:pt>
                <c:pt idx="1786">
                  <c:v>4.1231400000000002</c:v>
                </c:pt>
                <c:pt idx="1787">
                  <c:v>4.1234400000000004</c:v>
                </c:pt>
                <c:pt idx="1788">
                  <c:v>4.1237500000000002</c:v>
                </c:pt>
                <c:pt idx="1789">
                  <c:v>4.1240500000000004</c:v>
                </c:pt>
                <c:pt idx="1790">
                  <c:v>4.1243600000000002</c:v>
                </c:pt>
                <c:pt idx="1791">
                  <c:v>4.1246700000000001</c:v>
                </c:pt>
                <c:pt idx="1792">
                  <c:v>4.1249700000000002</c:v>
                </c:pt>
                <c:pt idx="1793">
                  <c:v>4.1252800000000001</c:v>
                </c:pt>
                <c:pt idx="1794">
                  <c:v>4.1255800000000002</c:v>
                </c:pt>
                <c:pt idx="1795">
                  <c:v>4.1258900000000001</c:v>
                </c:pt>
                <c:pt idx="1796">
                  <c:v>4.1261900000000002</c:v>
                </c:pt>
                <c:pt idx="1797">
                  <c:v>4.1265000000000001</c:v>
                </c:pt>
                <c:pt idx="1798">
                  <c:v>4.1268000000000002</c:v>
                </c:pt>
                <c:pt idx="1799">
                  <c:v>4.1271100000000001</c:v>
                </c:pt>
                <c:pt idx="1800">
                  <c:v>4.1274100000000002</c:v>
                </c:pt>
                <c:pt idx="1801">
                  <c:v>4.1277200000000001</c:v>
                </c:pt>
                <c:pt idx="1802">
                  <c:v>4.1280299999999999</c:v>
                </c:pt>
                <c:pt idx="1803">
                  <c:v>4.1283300000000001</c:v>
                </c:pt>
                <c:pt idx="1804">
                  <c:v>4.1286399999999999</c:v>
                </c:pt>
                <c:pt idx="1805">
                  <c:v>4.1289400000000001</c:v>
                </c:pt>
                <c:pt idx="1806">
                  <c:v>4.1292499999999999</c:v>
                </c:pt>
                <c:pt idx="1807">
                  <c:v>4.1295500000000001</c:v>
                </c:pt>
                <c:pt idx="1808">
                  <c:v>4.1298599999999999</c:v>
                </c:pt>
                <c:pt idx="1809">
                  <c:v>4.1301600000000001</c:v>
                </c:pt>
                <c:pt idx="1810">
                  <c:v>4.1304699999999999</c:v>
                </c:pt>
                <c:pt idx="1811">
                  <c:v>4.1307700000000001</c:v>
                </c:pt>
                <c:pt idx="1812">
                  <c:v>4.1310799999999999</c:v>
                </c:pt>
                <c:pt idx="1813">
                  <c:v>4.1313800000000001</c:v>
                </c:pt>
                <c:pt idx="1814">
                  <c:v>4.1316899999999999</c:v>
                </c:pt>
                <c:pt idx="1815">
                  <c:v>4.1319999999999997</c:v>
                </c:pt>
                <c:pt idx="1816">
                  <c:v>4.1322999999999999</c:v>
                </c:pt>
                <c:pt idx="1817">
                  <c:v>4.1326099999999997</c:v>
                </c:pt>
                <c:pt idx="1818">
                  <c:v>4.1329099999999999</c:v>
                </c:pt>
                <c:pt idx="1819">
                  <c:v>4.1332199999999997</c:v>
                </c:pt>
                <c:pt idx="1820">
                  <c:v>4.1335199999999999</c:v>
                </c:pt>
                <c:pt idx="1821">
                  <c:v>4.1338299999999997</c:v>
                </c:pt>
                <c:pt idx="1822">
                  <c:v>4.1341299999999999</c:v>
                </c:pt>
                <c:pt idx="1823">
                  <c:v>4.1344399999999997</c:v>
                </c:pt>
                <c:pt idx="1824">
                  <c:v>4.1347399999999999</c:v>
                </c:pt>
                <c:pt idx="1825">
                  <c:v>4.1350499999999997</c:v>
                </c:pt>
                <c:pt idx="1826">
                  <c:v>4.1353499999999999</c:v>
                </c:pt>
                <c:pt idx="1827">
                  <c:v>4.1356599999999997</c:v>
                </c:pt>
                <c:pt idx="1828">
                  <c:v>4.1359700000000004</c:v>
                </c:pt>
                <c:pt idx="1829">
                  <c:v>4.1362699999999997</c:v>
                </c:pt>
                <c:pt idx="1830">
                  <c:v>4.1365800000000004</c:v>
                </c:pt>
                <c:pt idx="1831">
                  <c:v>4.1368799999999997</c:v>
                </c:pt>
                <c:pt idx="1832">
                  <c:v>4.1371900000000004</c:v>
                </c:pt>
                <c:pt idx="1833">
                  <c:v>4.1374899999999997</c:v>
                </c:pt>
                <c:pt idx="1834">
                  <c:v>4.1378000000000004</c:v>
                </c:pt>
                <c:pt idx="1835">
                  <c:v>4.1380999999999997</c:v>
                </c:pt>
                <c:pt idx="1836">
                  <c:v>4.1384100000000004</c:v>
                </c:pt>
                <c:pt idx="1837">
                  <c:v>4.1387099999999997</c:v>
                </c:pt>
                <c:pt idx="1838">
                  <c:v>4.1390200000000004</c:v>
                </c:pt>
                <c:pt idx="1839">
                  <c:v>4.1393199999999997</c:v>
                </c:pt>
                <c:pt idx="1840">
                  <c:v>4.1396300000000004</c:v>
                </c:pt>
                <c:pt idx="1841">
                  <c:v>4.1399400000000002</c:v>
                </c:pt>
                <c:pt idx="1842">
                  <c:v>4.1402400000000004</c:v>
                </c:pt>
                <c:pt idx="1843">
                  <c:v>4.1405500000000002</c:v>
                </c:pt>
                <c:pt idx="1844">
                  <c:v>4.1408500000000004</c:v>
                </c:pt>
                <c:pt idx="1845">
                  <c:v>4.1411600000000002</c:v>
                </c:pt>
                <c:pt idx="1846">
                  <c:v>4.1414600000000004</c:v>
                </c:pt>
                <c:pt idx="1847">
                  <c:v>4.1417700000000002</c:v>
                </c:pt>
                <c:pt idx="1848">
                  <c:v>4.1420700000000004</c:v>
                </c:pt>
                <c:pt idx="1849">
                  <c:v>4.1423800000000002</c:v>
                </c:pt>
                <c:pt idx="1850">
                  <c:v>4.1426800000000004</c:v>
                </c:pt>
                <c:pt idx="1851">
                  <c:v>4.1429900000000002</c:v>
                </c:pt>
                <c:pt idx="1852">
                  <c:v>4.1432900000000004</c:v>
                </c:pt>
                <c:pt idx="1853">
                  <c:v>4.1436000000000002</c:v>
                </c:pt>
                <c:pt idx="1854">
                  <c:v>4.14391</c:v>
                </c:pt>
                <c:pt idx="1855">
                  <c:v>4.1442100000000002</c:v>
                </c:pt>
                <c:pt idx="1856">
                  <c:v>4.14452</c:v>
                </c:pt>
                <c:pt idx="1857">
                  <c:v>4.1448200000000002</c:v>
                </c:pt>
                <c:pt idx="1858">
                  <c:v>4.14513</c:v>
                </c:pt>
                <c:pt idx="1859">
                  <c:v>4.1454300000000002</c:v>
                </c:pt>
                <c:pt idx="1860">
                  <c:v>4.14574</c:v>
                </c:pt>
                <c:pt idx="1861">
                  <c:v>4.1460400000000002</c:v>
                </c:pt>
                <c:pt idx="1862">
                  <c:v>4.14635</c:v>
                </c:pt>
                <c:pt idx="1863">
                  <c:v>4.1466500000000002</c:v>
                </c:pt>
                <c:pt idx="1864">
                  <c:v>4.14696</c:v>
                </c:pt>
                <c:pt idx="1865">
                  <c:v>4.1472699999999998</c:v>
                </c:pt>
                <c:pt idx="1866">
                  <c:v>4.14757</c:v>
                </c:pt>
                <c:pt idx="1867">
                  <c:v>4.1478799999999998</c:v>
                </c:pt>
                <c:pt idx="1868">
                  <c:v>4.14818</c:v>
                </c:pt>
                <c:pt idx="1869">
                  <c:v>4.1484899999999998</c:v>
                </c:pt>
                <c:pt idx="1870">
                  <c:v>4.14879</c:v>
                </c:pt>
                <c:pt idx="1871">
                  <c:v>4.1490999999999998</c:v>
                </c:pt>
                <c:pt idx="1872">
                  <c:v>4.1494</c:v>
                </c:pt>
                <c:pt idx="1873">
                  <c:v>4.1497099999999998</c:v>
                </c:pt>
                <c:pt idx="1874">
                  <c:v>4.15001</c:v>
                </c:pt>
                <c:pt idx="1875">
                  <c:v>4.1503199999999998</c:v>
                </c:pt>
                <c:pt idx="1876">
                  <c:v>4.15062</c:v>
                </c:pt>
                <c:pt idx="1877">
                  <c:v>4.1509299999999998</c:v>
                </c:pt>
                <c:pt idx="1878">
                  <c:v>4.1512399999999996</c:v>
                </c:pt>
                <c:pt idx="1879">
                  <c:v>4.1515399999999998</c:v>
                </c:pt>
                <c:pt idx="1880">
                  <c:v>4.1518499999999996</c:v>
                </c:pt>
                <c:pt idx="1881">
                  <c:v>4.1521499999999998</c:v>
                </c:pt>
                <c:pt idx="1882">
                  <c:v>4.1524599999999996</c:v>
                </c:pt>
                <c:pt idx="1883">
                  <c:v>4.1527599999999998</c:v>
                </c:pt>
                <c:pt idx="1884">
                  <c:v>4.1530699999999996</c:v>
                </c:pt>
                <c:pt idx="1885">
                  <c:v>4.1533699999999998</c:v>
                </c:pt>
                <c:pt idx="1886">
                  <c:v>4.1536799999999996</c:v>
                </c:pt>
                <c:pt idx="1887">
                  <c:v>4.1539799999999998</c:v>
                </c:pt>
                <c:pt idx="1888">
                  <c:v>4.1542899999999996</c:v>
                </c:pt>
                <c:pt idx="1889">
                  <c:v>4.1545899999999998</c:v>
                </c:pt>
                <c:pt idx="1890">
                  <c:v>4.1548999999999996</c:v>
                </c:pt>
                <c:pt idx="1891">
                  <c:v>4.1552100000000003</c:v>
                </c:pt>
                <c:pt idx="1892">
                  <c:v>4.1555099999999996</c:v>
                </c:pt>
                <c:pt idx="1893">
                  <c:v>4.1558200000000003</c:v>
                </c:pt>
                <c:pt idx="1894">
                  <c:v>4.1561199999999996</c:v>
                </c:pt>
                <c:pt idx="1895">
                  <c:v>4.1564300000000003</c:v>
                </c:pt>
                <c:pt idx="1896">
                  <c:v>4.1567299999999996</c:v>
                </c:pt>
                <c:pt idx="1897">
                  <c:v>4.1570400000000003</c:v>
                </c:pt>
                <c:pt idx="1898">
                  <c:v>4.1573399999999996</c:v>
                </c:pt>
                <c:pt idx="1899">
                  <c:v>4.1576500000000003</c:v>
                </c:pt>
                <c:pt idx="1900">
                  <c:v>4.1579499999999996</c:v>
                </c:pt>
                <c:pt idx="1901">
                  <c:v>4.1582600000000003</c:v>
                </c:pt>
                <c:pt idx="1902">
                  <c:v>4.1585599999999996</c:v>
                </c:pt>
                <c:pt idx="1903">
                  <c:v>4.1588700000000003</c:v>
                </c:pt>
                <c:pt idx="1904">
                  <c:v>4.1591800000000001</c:v>
                </c:pt>
                <c:pt idx="1905">
                  <c:v>4.1594800000000003</c:v>
                </c:pt>
                <c:pt idx="1906">
                  <c:v>4.1597900000000001</c:v>
                </c:pt>
                <c:pt idx="1907">
                  <c:v>4.1600900000000003</c:v>
                </c:pt>
                <c:pt idx="1908">
                  <c:v>4.1604000000000001</c:v>
                </c:pt>
                <c:pt idx="1909">
                  <c:v>4.1607000000000003</c:v>
                </c:pt>
                <c:pt idx="1910">
                  <c:v>4.1610100000000001</c:v>
                </c:pt>
                <c:pt idx="1911">
                  <c:v>4.1613100000000003</c:v>
                </c:pt>
                <c:pt idx="1912">
                  <c:v>4.1616200000000001</c:v>
                </c:pt>
                <c:pt idx="1913">
                  <c:v>4.1619200000000003</c:v>
                </c:pt>
                <c:pt idx="1914">
                  <c:v>4.1622300000000001</c:v>
                </c:pt>
                <c:pt idx="1915">
                  <c:v>4.1625300000000003</c:v>
                </c:pt>
                <c:pt idx="1916">
                  <c:v>4.1628400000000001</c:v>
                </c:pt>
                <c:pt idx="1917">
                  <c:v>4.1631499999999999</c:v>
                </c:pt>
                <c:pt idx="1918">
                  <c:v>4.1634500000000001</c:v>
                </c:pt>
                <c:pt idx="1919">
                  <c:v>4.1637599999999999</c:v>
                </c:pt>
                <c:pt idx="1920">
                  <c:v>4.1640600000000001</c:v>
                </c:pt>
                <c:pt idx="1921">
                  <c:v>4.1643699999999999</c:v>
                </c:pt>
                <c:pt idx="1922">
                  <c:v>4.1646700000000001</c:v>
                </c:pt>
                <c:pt idx="1923">
                  <c:v>4.1649799999999999</c:v>
                </c:pt>
                <c:pt idx="1924">
                  <c:v>4.1652800000000001</c:v>
                </c:pt>
                <c:pt idx="1925">
                  <c:v>4.1655899999999999</c:v>
                </c:pt>
                <c:pt idx="1926">
                  <c:v>4.1658900000000001</c:v>
                </c:pt>
                <c:pt idx="1927">
                  <c:v>4.1661999999999999</c:v>
                </c:pt>
                <c:pt idx="1928">
                  <c:v>4.1665099999999997</c:v>
                </c:pt>
                <c:pt idx="1929">
                  <c:v>4.1668099999999999</c:v>
                </c:pt>
                <c:pt idx="1930">
                  <c:v>4.1671199999999997</c:v>
                </c:pt>
                <c:pt idx="1931">
                  <c:v>4.1674199999999999</c:v>
                </c:pt>
                <c:pt idx="1932">
                  <c:v>4.1677299999999997</c:v>
                </c:pt>
                <c:pt idx="1933">
                  <c:v>4.1680299999999999</c:v>
                </c:pt>
                <c:pt idx="1934">
                  <c:v>4.1683399999999997</c:v>
                </c:pt>
                <c:pt idx="1935">
                  <c:v>4.1686399999999999</c:v>
                </c:pt>
                <c:pt idx="1936">
                  <c:v>4.1689499999999997</c:v>
                </c:pt>
                <c:pt idx="1937">
                  <c:v>4.1692499999999999</c:v>
                </c:pt>
                <c:pt idx="1938">
                  <c:v>4.1695599999999997</c:v>
                </c:pt>
                <c:pt idx="1939">
                  <c:v>4.1698599999999999</c:v>
                </c:pt>
                <c:pt idx="1940">
                  <c:v>4.1701699999999997</c:v>
                </c:pt>
                <c:pt idx="1941">
                  <c:v>4.1704800000000004</c:v>
                </c:pt>
                <c:pt idx="1942">
                  <c:v>4.1707799999999997</c:v>
                </c:pt>
                <c:pt idx="1943">
                  <c:v>4.1710900000000004</c:v>
                </c:pt>
                <c:pt idx="1944">
                  <c:v>4.1713899999999997</c:v>
                </c:pt>
                <c:pt idx="1945">
                  <c:v>4.1717000000000004</c:v>
                </c:pt>
                <c:pt idx="1946">
                  <c:v>4.1719999999999997</c:v>
                </c:pt>
                <c:pt idx="1947">
                  <c:v>4.1723100000000004</c:v>
                </c:pt>
                <c:pt idx="1948">
                  <c:v>4.1726099999999997</c:v>
                </c:pt>
                <c:pt idx="1949">
                  <c:v>4.1729200000000004</c:v>
                </c:pt>
                <c:pt idx="1950">
                  <c:v>4.1732199999999997</c:v>
                </c:pt>
                <c:pt idx="1951">
                  <c:v>4.1735300000000004</c:v>
                </c:pt>
                <c:pt idx="1952">
                  <c:v>4.1738299999999997</c:v>
                </c:pt>
                <c:pt idx="1953">
                  <c:v>4.1741400000000004</c:v>
                </c:pt>
                <c:pt idx="1954">
                  <c:v>4.1744500000000002</c:v>
                </c:pt>
                <c:pt idx="1955">
                  <c:v>4.1747500000000004</c:v>
                </c:pt>
                <c:pt idx="1956">
                  <c:v>4.1750600000000002</c:v>
                </c:pt>
                <c:pt idx="1957">
                  <c:v>4.1753600000000004</c:v>
                </c:pt>
                <c:pt idx="1958">
                  <c:v>4.1756700000000002</c:v>
                </c:pt>
                <c:pt idx="1959">
                  <c:v>4.1759700000000004</c:v>
                </c:pt>
                <c:pt idx="1960">
                  <c:v>4.1762800000000002</c:v>
                </c:pt>
                <c:pt idx="1961">
                  <c:v>4.1765800000000004</c:v>
                </c:pt>
                <c:pt idx="1962">
                  <c:v>4.1768900000000002</c:v>
                </c:pt>
                <c:pt idx="1963">
                  <c:v>4.1771900000000004</c:v>
                </c:pt>
                <c:pt idx="1964">
                  <c:v>4.1775000000000002</c:v>
                </c:pt>
                <c:pt idx="1965">
                  <c:v>4.1778000000000004</c:v>
                </c:pt>
                <c:pt idx="1966">
                  <c:v>4.1781100000000002</c:v>
                </c:pt>
                <c:pt idx="1967">
                  <c:v>4.17842</c:v>
                </c:pt>
                <c:pt idx="1968">
                  <c:v>4.1787200000000002</c:v>
                </c:pt>
                <c:pt idx="1969">
                  <c:v>4.17903</c:v>
                </c:pt>
                <c:pt idx="1970">
                  <c:v>4.1793300000000002</c:v>
                </c:pt>
                <c:pt idx="1971">
                  <c:v>4.17964</c:v>
                </c:pt>
                <c:pt idx="1972">
                  <c:v>4.1799400000000002</c:v>
                </c:pt>
                <c:pt idx="1973">
                  <c:v>4.18025</c:v>
                </c:pt>
                <c:pt idx="1974">
                  <c:v>4.1805500000000002</c:v>
                </c:pt>
                <c:pt idx="1975">
                  <c:v>4.18086</c:v>
                </c:pt>
                <c:pt idx="1976">
                  <c:v>4.1811600000000002</c:v>
                </c:pt>
                <c:pt idx="1977">
                  <c:v>4.18147</c:v>
                </c:pt>
                <c:pt idx="1978">
                  <c:v>4.1817799999999998</c:v>
                </c:pt>
                <c:pt idx="1979">
                  <c:v>4.18208</c:v>
                </c:pt>
                <c:pt idx="1980">
                  <c:v>4.1823899999999998</c:v>
                </c:pt>
                <c:pt idx="1981">
                  <c:v>4.18269</c:v>
                </c:pt>
                <c:pt idx="1982">
                  <c:v>4.1829999999999998</c:v>
                </c:pt>
                <c:pt idx="1983">
                  <c:v>4.1833</c:v>
                </c:pt>
                <c:pt idx="1984">
                  <c:v>4.1836099999999998</c:v>
                </c:pt>
                <c:pt idx="1985">
                  <c:v>4.18391</c:v>
                </c:pt>
                <c:pt idx="1986">
                  <c:v>4.1842199999999998</c:v>
                </c:pt>
                <c:pt idx="1987">
                  <c:v>4.18452</c:v>
                </c:pt>
                <c:pt idx="1988">
                  <c:v>4.1848299999999998</c:v>
                </c:pt>
                <c:pt idx="1989">
                  <c:v>4.18513</c:v>
                </c:pt>
                <c:pt idx="1990">
                  <c:v>4.1854399999999998</c:v>
                </c:pt>
                <c:pt idx="1991">
                  <c:v>4.1857499999999996</c:v>
                </c:pt>
                <c:pt idx="1992">
                  <c:v>4.1860499999999998</c:v>
                </c:pt>
                <c:pt idx="1993">
                  <c:v>4.1863599999999996</c:v>
                </c:pt>
                <c:pt idx="1994">
                  <c:v>4.1866599999999998</c:v>
                </c:pt>
                <c:pt idx="1995">
                  <c:v>4.1869699999999996</c:v>
                </c:pt>
                <c:pt idx="1996">
                  <c:v>4.1872699999999998</c:v>
                </c:pt>
                <c:pt idx="1997">
                  <c:v>4.1875799999999996</c:v>
                </c:pt>
                <c:pt idx="1998">
                  <c:v>4.1878799999999998</c:v>
                </c:pt>
                <c:pt idx="1999">
                  <c:v>4.1881899999999996</c:v>
                </c:pt>
                <c:pt idx="2000">
                  <c:v>4.1884899999999998</c:v>
                </c:pt>
                <c:pt idx="2001">
                  <c:v>4.1887999999999996</c:v>
                </c:pt>
                <c:pt idx="2002">
                  <c:v>4.1890999999999998</c:v>
                </c:pt>
                <c:pt idx="2003">
                  <c:v>4.1894099999999996</c:v>
                </c:pt>
                <c:pt idx="2004">
                  <c:v>4.1897200000000003</c:v>
                </c:pt>
                <c:pt idx="2005">
                  <c:v>4.1900199999999996</c:v>
                </c:pt>
                <c:pt idx="2006">
                  <c:v>4.1903300000000003</c:v>
                </c:pt>
                <c:pt idx="2007">
                  <c:v>4.1906299999999996</c:v>
                </c:pt>
                <c:pt idx="2008">
                  <c:v>4.1909400000000003</c:v>
                </c:pt>
                <c:pt idx="2009">
                  <c:v>4.1912399999999996</c:v>
                </c:pt>
                <c:pt idx="2010">
                  <c:v>4.1915500000000003</c:v>
                </c:pt>
                <c:pt idx="2011">
                  <c:v>4.1918499999999996</c:v>
                </c:pt>
                <c:pt idx="2012">
                  <c:v>4.1921600000000003</c:v>
                </c:pt>
                <c:pt idx="2013">
                  <c:v>4.1924599999999996</c:v>
                </c:pt>
                <c:pt idx="2014">
                  <c:v>4.1927700000000003</c:v>
                </c:pt>
                <c:pt idx="2015">
                  <c:v>4.1930699999999996</c:v>
                </c:pt>
                <c:pt idx="2016">
                  <c:v>4.1933800000000003</c:v>
                </c:pt>
                <c:pt idx="2017">
                  <c:v>4.1936900000000001</c:v>
                </c:pt>
                <c:pt idx="2018">
                  <c:v>4.1939900000000003</c:v>
                </c:pt>
                <c:pt idx="2019">
                  <c:v>4.1943000000000001</c:v>
                </c:pt>
                <c:pt idx="2020">
                  <c:v>4.1946000000000003</c:v>
                </c:pt>
                <c:pt idx="2021">
                  <c:v>4.1949100000000001</c:v>
                </c:pt>
                <c:pt idx="2022">
                  <c:v>4.1952100000000003</c:v>
                </c:pt>
                <c:pt idx="2023">
                  <c:v>4.1955200000000001</c:v>
                </c:pt>
                <c:pt idx="2024">
                  <c:v>4.1958200000000003</c:v>
                </c:pt>
                <c:pt idx="2025">
                  <c:v>4.1961300000000001</c:v>
                </c:pt>
                <c:pt idx="2026">
                  <c:v>4.1964300000000003</c:v>
                </c:pt>
                <c:pt idx="2027">
                  <c:v>4.1967400000000001</c:v>
                </c:pt>
                <c:pt idx="2028">
                  <c:v>4.1970400000000003</c:v>
                </c:pt>
                <c:pt idx="2029">
                  <c:v>4.1973500000000001</c:v>
                </c:pt>
                <c:pt idx="2030">
                  <c:v>4.1976599999999999</c:v>
                </c:pt>
                <c:pt idx="2031">
                  <c:v>4.1979600000000001</c:v>
                </c:pt>
                <c:pt idx="2032">
                  <c:v>4.1982699999999999</c:v>
                </c:pt>
                <c:pt idx="2033">
                  <c:v>4.1985700000000001</c:v>
                </c:pt>
                <c:pt idx="2034">
                  <c:v>4.1988799999999999</c:v>
                </c:pt>
                <c:pt idx="2035">
                  <c:v>4.1991800000000001</c:v>
                </c:pt>
                <c:pt idx="2036">
                  <c:v>4.1994899999999999</c:v>
                </c:pt>
                <c:pt idx="2037">
                  <c:v>4.1997900000000001</c:v>
                </c:pt>
                <c:pt idx="2038">
                  <c:v>4.2000999999999999</c:v>
                </c:pt>
                <c:pt idx="2039">
                  <c:v>4.2004000000000001</c:v>
                </c:pt>
                <c:pt idx="2040">
                  <c:v>4.2007099999999999</c:v>
                </c:pt>
                <c:pt idx="2041">
                  <c:v>4.2010199999999998</c:v>
                </c:pt>
                <c:pt idx="2042">
                  <c:v>4.2013199999999999</c:v>
                </c:pt>
                <c:pt idx="2043">
                  <c:v>4.2016299999999998</c:v>
                </c:pt>
                <c:pt idx="2044">
                  <c:v>4.2019299999999999</c:v>
                </c:pt>
                <c:pt idx="2045">
                  <c:v>4.2022399999999998</c:v>
                </c:pt>
                <c:pt idx="2046">
                  <c:v>4.2025399999999999</c:v>
                </c:pt>
                <c:pt idx="2047">
                  <c:v>4.2028499999999998</c:v>
                </c:pt>
                <c:pt idx="2048">
                  <c:v>4.2031499999999999</c:v>
                </c:pt>
                <c:pt idx="2049">
                  <c:v>4.2034599999999998</c:v>
                </c:pt>
                <c:pt idx="2050">
                  <c:v>4.2037599999999999</c:v>
                </c:pt>
                <c:pt idx="2051">
                  <c:v>4.2040699999999998</c:v>
                </c:pt>
                <c:pt idx="2052">
                  <c:v>4.2043699999999999</c:v>
                </c:pt>
                <c:pt idx="2053">
                  <c:v>4.2046799999999998</c:v>
                </c:pt>
                <c:pt idx="2054">
                  <c:v>4.2049899999999996</c:v>
                </c:pt>
                <c:pt idx="2055">
                  <c:v>4.2052899999999998</c:v>
                </c:pt>
                <c:pt idx="2056">
                  <c:v>4.2055999999999996</c:v>
                </c:pt>
                <c:pt idx="2057">
                  <c:v>4.2058999999999997</c:v>
                </c:pt>
                <c:pt idx="2058">
                  <c:v>4.2062099999999996</c:v>
                </c:pt>
                <c:pt idx="2059">
                  <c:v>4.2065099999999997</c:v>
                </c:pt>
                <c:pt idx="2060">
                  <c:v>4.2068199999999996</c:v>
                </c:pt>
                <c:pt idx="2061">
                  <c:v>4.2071199999999997</c:v>
                </c:pt>
                <c:pt idx="2062">
                  <c:v>4.2074299999999996</c:v>
                </c:pt>
                <c:pt idx="2063">
                  <c:v>4.2077299999999997</c:v>
                </c:pt>
                <c:pt idx="2064">
                  <c:v>4.2080399999999996</c:v>
                </c:pt>
                <c:pt idx="2065">
                  <c:v>4.2083399999999997</c:v>
                </c:pt>
                <c:pt idx="2066">
                  <c:v>4.2086499999999996</c:v>
                </c:pt>
                <c:pt idx="2067">
                  <c:v>4.2089600000000003</c:v>
                </c:pt>
                <c:pt idx="2068">
                  <c:v>4.2092599999999996</c:v>
                </c:pt>
                <c:pt idx="2069">
                  <c:v>4.2095700000000003</c:v>
                </c:pt>
                <c:pt idx="2070">
                  <c:v>4.2098699999999996</c:v>
                </c:pt>
                <c:pt idx="2071">
                  <c:v>4.2101800000000003</c:v>
                </c:pt>
                <c:pt idx="2072">
                  <c:v>4.2104799999999996</c:v>
                </c:pt>
                <c:pt idx="2073">
                  <c:v>4.2107900000000003</c:v>
                </c:pt>
                <c:pt idx="2074">
                  <c:v>4.2110900000000004</c:v>
                </c:pt>
                <c:pt idx="2075">
                  <c:v>4.2114000000000003</c:v>
                </c:pt>
                <c:pt idx="2076">
                  <c:v>4.2117000000000004</c:v>
                </c:pt>
                <c:pt idx="2077">
                  <c:v>4.2120100000000003</c:v>
                </c:pt>
                <c:pt idx="2078">
                  <c:v>4.2123100000000004</c:v>
                </c:pt>
                <c:pt idx="2079">
                  <c:v>4.2126200000000003</c:v>
                </c:pt>
                <c:pt idx="2080">
                  <c:v>4.2129300000000001</c:v>
                </c:pt>
                <c:pt idx="2081">
                  <c:v>4.2132300000000003</c:v>
                </c:pt>
                <c:pt idx="2082">
                  <c:v>4.2135400000000001</c:v>
                </c:pt>
                <c:pt idx="2083">
                  <c:v>4.2138400000000003</c:v>
                </c:pt>
                <c:pt idx="2084">
                  <c:v>4.2141500000000001</c:v>
                </c:pt>
                <c:pt idx="2085">
                  <c:v>4.2144500000000003</c:v>
                </c:pt>
                <c:pt idx="2086">
                  <c:v>4.2147600000000001</c:v>
                </c:pt>
                <c:pt idx="2087">
                  <c:v>4.2150600000000003</c:v>
                </c:pt>
                <c:pt idx="2088">
                  <c:v>4.2153700000000001</c:v>
                </c:pt>
                <c:pt idx="2089">
                  <c:v>4.2156700000000003</c:v>
                </c:pt>
                <c:pt idx="2090">
                  <c:v>4.2159800000000001</c:v>
                </c:pt>
                <c:pt idx="2091">
                  <c:v>4.2162800000000002</c:v>
                </c:pt>
                <c:pt idx="2092">
                  <c:v>4.2165900000000001</c:v>
                </c:pt>
                <c:pt idx="2093">
                  <c:v>4.2168999999999999</c:v>
                </c:pt>
                <c:pt idx="2094">
                  <c:v>4.2172000000000001</c:v>
                </c:pt>
                <c:pt idx="2095">
                  <c:v>4.2175099999999999</c:v>
                </c:pt>
                <c:pt idx="2096">
                  <c:v>4.2178100000000001</c:v>
                </c:pt>
                <c:pt idx="2097">
                  <c:v>4.2181199999999999</c:v>
                </c:pt>
                <c:pt idx="2098">
                  <c:v>4.2184200000000001</c:v>
                </c:pt>
                <c:pt idx="2099">
                  <c:v>4.2187299999999999</c:v>
                </c:pt>
                <c:pt idx="2100">
                  <c:v>4.2190300000000001</c:v>
                </c:pt>
                <c:pt idx="2101">
                  <c:v>4.2193399999999999</c:v>
                </c:pt>
                <c:pt idx="2102">
                  <c:v>4.2196400000000001</c:v>
                </c:pt>
                <c:pt idx="2103">
                  <c:v>4.2199499999999999</c:v>
                </c:pt>
                <c:pt idx="2104">
                  <c:v>4.2202599999999997</c:v>
                </c:pt>
                <c:pt idx="2105">
                  <c:v>4.2205599999999999</c:v>
                </c:pt>
                <c:pt idx="2106">
                  <c:v>4.2208699999999997</c:v>
                </c:pt>
                <c:pt idx="2107">
                  <c:v>4.2211699999999999</c:v>
                </c:pt>
                <c:pt idx="2108">
                  <c:v>4.2214799999999997</c:v>
                </c:pt>
                <c:pt idx="2109">
                  <c:v>4.2217799999999999</c:v>
                </c:pt>
                <c:pt idx="2110">
                  <c:v>4.2220899999999997</c:v>
                </c:pt>
                <c:pt idx="2111">
                  <c:v>4.2223899999999999</c:v>
                </c:pt>
                <c:pt idx="2112">
                  <c:v>4.2226999999999997</c:v>
                </c:pt>
                <c:pt idx="2113">
                  <c:v>4.2229999999999999</c:v>
                </c:pt>
                <c:pt idx="2114">
                  <c:v>4.2233099999999997</c:v>
                </c:pt>
                <c:pt idx="2115">
                  <c:v>4.2236099999999999</c:v>
                </c:pt>
                <c:pt idx="2116">
                  <c:v>4.2239199999999997</c:v>
                </c:pt>
                <c:pt idx="2117">
                  <c:v>4.2242300000000004</c:v>
                </c:pt>
                <c:pt idx="2118">
                  <c:v>4.2245299999999997</c:v>
                </c:pt>
                <c:pt idx="2119">
                  <c:v>4.2248400000000004</c:v>
                </c:pt>
                <c:pt idx="2120">
                  <c:v>4.2251399999999997</c:v>
                </c:pt>
                <c:pt idx="2121">
                  <c:v>4.2254500000000004</c:v>
                </c:pt>
                <c:pt idx="2122">
                  <c:v>4.2257499999999997</c:v>
                </c:pt>
                <c:pt idx="2123">
                  <c:v>4.2260600000000004</c:v>
                </c:pt>
                <c:pt idx="2124">
                  <c:v>4.2263599999999997</c:v>
                </c:pt>
                <c:pt idx="2125">
                  <c:v>4.2266700000000004</c:v>
                </c:pt>
                <c:pt idx="2126">
                  <c:v>4.2269699999999997</c:v>
                </c:pt>
                <c:pt idx="2127">
                  <c:v>4.2272800000000004</c:v>
                </c:pt>
                <c:pt idx="2128">
                  <c:v>4.2275799999999997</c:v>
                </c:pt>
                <c:pt idx="2129">
                  <c:v>4.2278900000000004</c:v>
                </c:pt>
                <c:pt idx="2130">
                  <c:v>4.2282000000000002</c:v>
                </c:pt>
                <c:pt idx="2131">
                  <c:v>4.2285000000000004</c:v>
                </c:pt>
                <c:pt idx="2132">
                  <c:v>4.2288100000000002</c:v>
                </c:pt>
                <c:pt idx="2133">
                  <c:v>4.2291100000000004</c:v>
                </c:pt>
                <c:pt idx="2134">
                  <c:v>4.2294200000000002</c:v>
                </c:pt>
                <c:pt idx="2135">
                  <c:v>4.2297200000000004</c:v>
                </c:pt>
                <c:pt idx="2136">
                  <c:v>4.2300300000000002</c:v>
                </c:pt>
                <c:pt idx="2137">
                  <c:v>4.2303300000000004</c:v>
                </c:pt>
                <c:pt idx="2138">
                  <c:v>4.2306400000000002</c:v>
                </c:pt>
                <c:pt idx="2139">
                  <c:v>4.2309400000000004</c:v>
                </c:pt>
                <c:pt idx="2140">
                  <c:v>4.2312500000000002</c:v>
                </c:pt>
                <c:pt idx="2141">
                  <c:v>4.2315500000000004</c:v>
                </c:pt>
                <c:pt idx="2142">
                  <c:v>4.2318600000000002</c:v>
                </c:pt>
                <c:pt idx="2143">
                  <c:v>4.23217</c:v>
                </c:pt>
                <c:pt idx="2144">
                  <c:v>4.2324700000000002</c:v>
                </c:pt>
                <c:pt idx="2145">
                  <c:v>4.23278</c:v>
                </c:pt>
                <c:pt idx="2146">
                  <c:v>4.2330800000000002</c:v>
                </c:pt>
                <c:pt idx="2147">
                  <c:v>4.23339</c:v>
                </c:pt>
                <c:pt idx="2148">
                  <c:v>4.2336900000000002</c:v>
                </c:pt>
                <c:pt idx="2149">
                  <c:v>4.234</c:v>
                </c:pt>
                <c:pt idx="2150">
                  <c:v>4.2343000000000002</c:v>
                </c:pt>
                <c:pt idx="2151">
                  <c:v>4.23461</c:v>
                </c:pt>
                <c:pt idx="2152">
                  <c:v>4.2349100000000002</c:v>
                </c:pt>
                <c:pt idx="2153">
                  <c:v>4.23522</c:v>
                </c:pt>
                <c:pt idx="2154">
                  <c:v>4.2355299999999998</c:v>
                </c:pt>
                <c:pt idx="2155">
                  <c:v>4.23583</c:v>
                </c:pt>
                <c:pt idx="2156">
                  <c:v>4.2361399999999998</c:v>
                </c:pt>
                <c:pt idx="2157">
                  <c:v>4.23644</c:v>
                </c:pt>
                <c:pt idx="2158">
                  <c:v>4.2367499999999998</c:v>
                </c:pt>
                <c:pt idx="2159">
                  <c:v>4.23705</c:v>
                </c:pt>
                <c:pt idx="2160">
                  <c:v>4.2373599999999998</c:v>
                </c:pt>
                <c:pt idx="2161">
                  <c:v>4.23766</c:v>
                </c:pt>
                <c:pt idx="2162">
                  <c:v>4.2379699999999998</c:v>
                </c:pt>
                <c:pt idx="2163">
                  <c:v>4.23827</c:v>
                </c:pt>
                <c:pt idx="2164">
                  <c:v>4.2385799999999998</c:v>
                </c:pt>
                <c:pt idx="2165">
                  <c:v>4.23888</c:v>
                </c:pt>
                <c:pt idx="2166">
                  <c:v>4.2391899999999998</c:v>
                </c:pt>
                <c:pt idx="2167">
                  <c:v>4.2394999999999996</c:v>
                </c:pt>
                <c:pt idx="2168">
                  <c:v>4.2397999999999998</c:v>
                </c:pt>
                <c:pt idx="2169">
                  <c:v>4.2401099999999996</c:v>
                </c:pt>
                <c:pt idx="2170">
                  <c:v>4.2404099999999998</c:v>
                </c:pt>
                <c:pt idx="2171">
                  <c:v>4.2407199999999996</c:v>
                </c:pt>
                <c:pt idx="2172">
                  <c:v>4.2410199999999998</c:v>
                </c:pt>
                <c:pt idx="2173">
                  <c:v>4.2413299999999996</c:v>
                </c:pt>
                <c:pt idx="2174">
                  <c:v>4.2416299999999998</c:v>
                </c:pt>
                <c:pt idx="2175">
                  <c:v>4.2419399999999996</c:v>
                </c:pt>
                <c:pt idx="2176">
                  <c:v>4.2422399999999998</c:v>
                </c:pt>
                <c:pt idx="2177">
                  <c:v>4.2425499999999996</c:v>
                </c:pt>
                <c:pt idx="2178">
                  <c:v>4.2428499999999998</c:v>
                </c:pt>
                <c:pt idx="2179">
                  <c:v>4.2431599999999996</c:v>
                </c:pt>
                <c:pt idx="2180">
                  <c:v>4.2434700000000003</c:v>
                </c:pt>
                <c:pt idx="2181">
                  <c:v>4.2437699999999996</c:v>
                </c:pt>
                <c:pt idx="2182">
                  <c:v>4.2440800000000003</c:v>
                </c:pt>
                <c:pt idx="2183">
                  <c:v>4.2443799999999996</c:v>
                </c:pt>
                <c:pt idx="2184">
                  <c:v>4.2446900000000003</c:v>
                </c:pt>
                <c:pt idx="2185">
                  <c:v>4.2449899999999996</c:v>
                </c:pt>
                <c:pt idx="2186">
                  <c:v>4.2453000000000003</c:v>
                </c:pt>
                <c:pt idx="2187">
                  <c:v>4.2455999999999996</c:v>
                </c:pt>
                <c:pt idx="2188">
                  <c:v>4.2459100000000003</c:v>
                </c:pt>
                <c:pt idx="2189">
                  <c:v>4.2462099999999996</c:v>
                </c:pt>
                <c:pt idx="2190">
                  <c:v>4.2465200000000003</c:v>
                </c:pt>
                <c:pt idx="2191">
                  <c:v>4.2468199999999996</c:v>
                </c:pt>
                <c:pt idx="2192">
                  <c:v>4.2471300000000003</c:v>
                </c:pt>
                <c:pt idx="2193">
                  <c:v>4.2474400000000001</c:v>
                </c:pt>
                <c:pt idx="2194">
                  <c:v>4.2477400000000003</c:v>
                </c:pt>
                <c:pt idx="2195">
                  <c:v>4.2480500000000001</c:v>
                </c:pt>
                <c:pt idx="2196">
                  <c:v>4.2483500000000003</c:v>
                </c:pt>
                <c:pt idx="2197">
                  <c:v>4.2486600000000001</c:v>
                </c:pt>
                <c:pt idx="2198">
                  <c:v>4.2489600000000003</c:v>
                </c:pt>
                <c:pt idx="2199">
                  <c:v>4.2492700000000001</c:v>
                </c:pt>
                <c:pt idx="2200">
                  <c:v>4.2495700000000003</c:v>
                </c:pt>
                <c:pt idx="2201">
                  <c:v>4.2498800000000001</c:v>
                </c:pt>
                <c:pt idx="2202">
                  <c:v>4.2501800000000003</c:v>
                </c:pt>
                <c:pt idx="2203">
                  <c:v>4.2504900000000001</c:v>
                </c:pt>
                <c:pt idx="2204">
                  <c:v>4.2507900000000003</c:v>
                </c:pt>
                <c:pt idx="2205">
                  <c:v>4.2511000000000001</c:v>
                </c:pt>
                <c:pt idx="2206">
                  <c:v>4.2514099999999999</c:v>
                </c:pt>
                <c:pt idx="2207">
                  <c:v>4.2517100000000001</c:v>
                </c:pt>
                <c:pt idx="2208">
                  <c:v>4.2520199999999999</c:v>
                </c:pt>
                <c:pt idx="2209">
                  <c:v>4.2523200000000001</c:v>
                </c:pt>
                <c:pt idx="2210">
                  <c:v>4.2526299999999999</c:v>
                </c:pt>
                <c:pt idx="2211">
                  <c:v>4.2529300000000001</c:v>
                </c:pt>
                <c:pt idx="2212">
                  <c:v>4.2532399999999999</c:v>
                </c:pt>
                <c:pt idx="2213">
                  <c:v>4.2535400000000001</c:v>
                </c:pt>
                <c:pt idx="2214">
                  <c:v>4.2538499999999999</c:v>
                </c:pt>
                <c:pt idx="2215">
                  <c:v>4.2541500000000001</c:v>
                </c:pt>
                <c:pt idx="2216">
                  <c:v>4.2544599999999999</c:v>
                </c:pt>
                <c:pt idx="2217">
                  <c:v>4.2547699999999997</c:v>
                </c:pt>
                <c:pt idx="2218">
                  <c:v>4.2550699999999999</c:v>
                </c:pt>
                <c:pt idx="2219">
                  <c:v>4.2553799999999997</c:v>
                </c:pt>
                <c:pt idx="2220">
                  <c:v>4.2556799999999999</c:v>
                </c:pt>
                <c:pt idx="2221">
                  <c:v>4.2559899999999997</c:v>
                </c:pt>
                <c:pt idx="2222">
                  <c:v>4.2562899999999999</c:v>
                </c:pt>
                <c:pt idx="2223">
                  <c:v>4.2565999999999997</c:v>
                </c:pt>
                <c:pt idx="2224">
                  <c:v>4.2568999999999999</c:v>
                </c:pt>
                <c:pt idx="2225">
                  <c:v>4.2572099999999997</c:v>
                </c:pt>
                <c:pt idx="2226">
                  <c:v>4.2575099999999999</c:v>
                </c:pt>
                <c:pt idx="2227">
                  <c:v>4.2578199999999997</c:v>
                </c:pt>
                <c:pt idx="2228">
                  <c:v>4.2581199999999999</c:v>
                </c:pt>
                <c:pt idx="2229">
                  <c:v>4.2584299999999997</c:v>
                </c:pt>
                <c:pt idx="2230">
                  <c:v>4.2587400000000004</c:v>
                </c:pt>
                <c:pt idx="2231">
                  <c:v>4.2590399999999997</c:v>
                </c:pt>
                <c:pt idx="2232">
                  <c:v>4.2593500000000004</c:v>
                </c:pt>
                <c:pt idx="2233">
                  <c:v>4.2596499999999997</c:v>
                </c:pt>
                <c:pt idx="2234">
                  <c:v>4.2599600000000004</c:v>
                </c:pt>
                <c:pt idx="2235">
                  <c:v>4.2602599999999997</c:v>
                </c:pt>
                <c:pt idx="2236">
                  <c:v>4.2605700000000004</c:v>
                </c:pt>
                <c:pt idx="2237">
                  <c:v>4.2608699999999997</c:v>
                </c:pt>
                <c:pt idx="2238">
                  <c:v>4.2611800000000004</c:v>
                </c:pt>
                <c:pt idx="2239">
                  <c:v>4.2614799999999997</c:v>
                </c:pt>
                <c:pt idx="2240">
                  <c:v>4.2617900000000004</c:v>
                </c:pt>
                <c:pt idx="2241">
                  <c:v>4.2620899999999997</c:v>
                </c:pt>
                <c:pt idx="2242">
                  <c:v>4.2624000000000004</c:v>
                </c:pt>
                <c:pt idx="2243">
                  <c:v>4.2627100000000002</c:v>
                </c:pt>
                <c:pt idx="2244">
                  <c:v>4.2630100000000004</c:v>
                </c:pt>
                <c:pt idx="2245">
                  <c:v>4.2633200000000002</c:v>
                </c:pt>
                <c:pt idx="2246">
                  <c:v>4.2636200000000004</c:v>
                </c:pt>
                <c:pt idx="2247">
                  <c:v>4.2639300000000002</c:v>
                </c:pt>
                <c:pt idx="2248">
                  <c:v>4.2642300000000004</c:v>
                </c:pt>
                <c:pt idx="2249">
                  <c:v>4.2645400000000002</c:v>
                </c:pt>
                <c:pt idx="2250">
                  <c:v>4.2648400000000004</c:v>
                </c:pt>
                <c:pt idx="2251">
                  <c:v>4.2651500000000002</c:v>
                </c:pt>
                <c:pt idx="2252">
                  <c:v>4.2654500000000004</c:v>
                </c:pt>
                <c:pt idx="2253">
                  <c:v>4.2657600000000002</c:v>
                </c:pt>
                <c:pt idx="2254">
                  <c:v>4.2660600000000004</c:v>
                </c:pt>
                <c:pt idx="2255">
                  <c:v>4.2663700000000002</c:v>
                </c:pt>
                <c:pt idx="2256">
                  <c:v>4.26668</c:v>
                </c:pt>
                <c:pt idx="2257">
                  <c:v>4.2669800000000002</c:v>
                </c:pt>
                <c:pt idx="2258">
                  <c:v>4.26729</c:v>
                </c:pt>
                <c:pt idx="2259">
                  <c:v>4.2675900000000002</c:v>
                </c:pt>
                <c:pt idx="2260">
                  <c:v>4.2679</c:v>
                </c:pt>
                <c:pt idx="2261">
                  <c:v>4.2682000000000002</c:v>
                </c:pt>
                <c:pt idx="2262">
                  <c:v>4.26851</c:v>
                </c:pt>
                <c:pt idx="2263">
                  <c:v>4.2688100000000002</c:v>
                </c:pt>
                <c:pt idx="2264">
                  <c:v>4.26912</c:v>
                </c:pt>
                <c:pt idx="2265">
                  <c:v>4.2694200000000002</c:v>
                </c:pt>
                <c:pt idx="2266">
                  <c:v>4.26973</c:v>
                </c:pt>
                <c:pt idx="2267">
                  <c:v>4.2700300000000002</c:v>
                </c:pt>
                <c:pt idx="2268">
                  <c:v>4.27034</c:v>
                </c:pt>
                <c:pt idx="2269">
                  <c:v>4.2706499999999998</c:v>
                </c:pt>
                <c:pt idx="2270">
                  <c:v>4.27095</c:v>
                </c:pt>
                <c:pt idx="2271">
                  <c:v>4.2712599999999998</c:v>
                </c:pt>
                <c:pt idx="2272">
                  <c:v>4.27156</c:v>
                </c:pt>
                <c:pt idx="2273">
                  <c:v>4.2718699999999998</c:v>
                </c:pt>
                <c:pt idx="2274">
                  <c:v>4.27217</c:v>
                </c:pt>
                <c:pt idx="2275">
                  <c:v>4.2724799999999998</c:v>
                </c:pt>
                <c:pt idx="2276">
                  <c:v>4.27278</c:v>
                </c:pt>
                <c:pt idx="2277">
                  <c:v>4.2730899999999998</c:v>
                </c:pt>
                <c:pt idx="2278">
                  <c:v>4.27339</c:v>
                </c:pt>
                <c:pt idx="2279">
                  <c:v>4.2736999999999998</c:v>
                </c:pt>
                <c:pt idx="2280">
                  <c:v>4.2740099999999996</c:v>
                </c:pt>
                <c:pt idx="2281">
                  <c:v>4.2743099999999998</c:v>
                </c:pt>
                <c:pt idx="2282">
                  <c:v>4.2746199999999996</c:v>
                </c:pt>
                <c:pt idx="2283">
                  <c:v>4.2749199999999998</c:v>
                </c:pt>
                <c:pt idx="2284">
                  <c:v>4.2752299999999996</c:v>
                </c:pt>
                <c:pt idx="2285">
                  <c:v>4.2755299999999998</c:v>
                </c:pt>
                <c:pt idx="2286">
                  <c:v>4.2758399999999996</c:v>
                </c:pt>
                <c:pt idx="2287">
                  <c:v>4.2761399999999998</c:v>
                </c:pt>
                <c:pt idx="2288">
                  <c:v>4.2764499999999996</c:v>
                </c:pt>
                <c:pt idx="2289">
                  <c:v>4.2767499999999998</c:v>
                </c:pt>
                <c:pt idx="2290">
                  <c:v>4.2770599999999996</c:v>
                </c:pt>
                <c:pt idx="2291">
                  <c:v>4.2773599999999998</c:v>
                </c:pt>
                <c:pt idx="2292">
                  <c:v>4.2776699999999996</c:v>
                </c:pt>
                <c:pt idx="2293">
                  <c:v>4.2779800000000003</c:v>
                </c:pt>
                <c:pt idx="2294">
                  <c:v>4.2782799999999996</c:v>
                </c:pt>
                <c:pt idx="2295">
                  <c:v>4.2785900000000003</c:v>
                </c:pt>
                <c:pt idx="2296">
                  <c:v>4.2788899999999996</c:v>
                </c:pt>
                <c:pt idx="2297">
                  <c:v>4.2792000000000003</c:v>
                </c:pt>
                <c:pt idx="2298">
                  <c:v>4.2794999999999996</c:v>
                </c:pt>
                <c:pt idx="2299">
                  <c:v>4.2798100000000003</c:v>
                </c:pt>
                <c:pt idx="2300">
                  <c:v>4.2801099999999996</c:v>
                </c:pt>
                <c:pt idx="2301">
                  <c:v>4.2804200000000003</c:v>
                </c:pt>
                <c:pt idx="2302">
                  <c:v>4.2807199999999996</c:v>
                </c:pt>
                <c:pt idx="2303">
                  <c:v>4.2810300000000003</c:v>
                </c:pt>
                <c:pt idx="2304">
                  <c:v>4.2813299999999996</c:v>
                </c:pt>
                <c:pt idx="2305">
                  <c:v>4.2816400000000003</c:v>
                </c:pt>
                <c:pt idx="2306">
                  <c:v>4.2819500000000001</c:v>
                </c:pt>
                <c:pt idx="2307">
                  <c:v>4.2822500000000003</c:v>
                </c:pt>
                <c:pt idx="2308">
                  <c:v>4.2825600000000001</c:v>
                </c:pt>
                <c:pt idx="2309">
                  <c:v>4.2828600000000003</c:v>
                </c:pt>
                <c:pt idx="2310">
                  <c:v>4.2831700000000001</c:v>
                </c:pt>
                <c:pt idx="2311">
                  <c:v>4.2834700000000003</c:v>
                </c:pt>
                <c:pt idx="2312">
                  <c:v>4.2837800000000001</c:v>
                </c:pt>
                <c:pt idx="2313">
                  <c:v>4.2840800000000003</c:v>
                </c:pt>
                <c:pt idx="2314">
                  <c:v>4.2843900000000001</c:v>
                </c:pt>
                <c:pt idx="2315">
                  <c:v>4.2846900000000003</c:v>
                </c:pt>
                <c:pt idx="2316">
                  <c:v>4.2850000000000001</c:v>
                </c:pt>
                <c:pt idx="2317">
                  <c:v>4.2853000000000003</c:v>
                </c:pt>
                <c:pt idx="2318">
                  <c:v>4.2856100000000001</c:v>
                </c:pt>
                <c:pt idx="2319">
                  <c:v>4.28592</c:v>
                </c:pt>
                <c:pt idx="2320">
                  <c:v>4.2862200000000001</c:v>
                </c:pt>
                <c:pt idx="2321">
                  <c:v>4.28653</c:v>
                </c:pt>
                <c:pt idx="2322">
                  <c:v>4.2868300000000001</c:v>
                </c:pt>
                <c:pt idx="2323">
                  <c:v>4.28714</c:v>
                </c:pt>
                <c:pt idx="2324">
                  <c:v>4.2874400000000001</c:v>
                </c:pt>
                <c:pt idx="2325">
                  <c:v>4.28775</c:v>
                </c:pt>
                <c:pt idx="2326">
                  <c:v>4.2880500000000001</c:v>
                </c:pt>
                <c:pt idx="2327">
                  <c:v>4.2883599999999999</c:v>
                </c:pt>
                <c:pt idx="2328">
                  <c:v>4.2886600000000001</c:v>
                </c:pt>
                <c:pt idx="2329">
                  <c:v>4.2889699999999999</c:v>
                </c:pt>
                <c:pt idx="2330">
                  <c:v>4.2892799999999998</c:v>
                </c:pt>
                <c:pt idx="2331">
                  <c:v>4.2895799999999999</c:v>
                </c:pt>
                <c:pt idx="2332">
                  <c:v>4.2898899999999998</c:v>
                </c:pt>
                <c:pt idx="2333">
                  <c:v>4.2901899999999999</c:v>
                </c:pt>
                <c:pt idx="2334">
                  <c:v>4.2904999999999998</c:v>
                </c:pt>
                <c:pt idx="2335">
                  <c:v>4.2907999999999999</c:v>
                </c:pt>
                <c:pt idx="2336">
                  <c:v>4.2911099999999998</c:v>
                </c:pt>
                <c:pt idx="2337">
                  <c:v>4.2914099999999999</c:v>
                </c:pt>
                <c:pt idx="2338">
                  <c:v>4.2917199999999998</c:v>
                </c:pt>
                <c:pt idx="2339">
                  <c:v>4.2920199999999999</c:v>
                </c:pt>
                <c:pt idx="2340">
                  <c:v>4.2923299999999998</c:v>
                </c:pt>
                <c:pt idx="2341">
                  <c:v>4.2926299999999999</c:v>
                </c:pt>
                <c:pt idx="2342">
                  <c:v>4.2929399999999998</c:v>
                </c:pt>
                <c:pt idx="2343">
                  <c:v>4.2932499999999996</c:v>
                </c:pt>
                <c:pt idx="2344">
                  <c:v>4.2935499999999998</c:v>
                </c:pt>
                <c:pt idx="2345">
                  <c:v>4.2938599999999996</c:v>
                </c:pt>
                <c:pt idx="2346">
                  <c:v>4.2941599999999998</c:v>
                </c:pt>
                <c:pt idx="2347">
                  <c:v>4.2944699999999996</c:v>
                </c:pt>
                <c:pt idx="2348">
                  <c:v>4.2947699999999998</c:v>
                </c:pt>
                <c:pt idx="2349">
                  <c:v>4.2950799999999996</c:v>
                </c:pt>
                <c:pt idx="2350">
                  <c:v>4.2953799999999998</c:v>
                </c:pt>
                <c:pt idx="2351">
                  <c:v>4.2956899999999996</c:v>
                </c:pt>
                <c:pt idx="2352">
                  <c:v>4.2959899999999998</c:v>
                </c:pt>
                <c:pt idx="2353">
                  <c:v>4.2962999999999996</c:v>
                </c:pt>
                <c:pt idx="2354">
                  <c:v>4.2965999999999998</c:v>
                </c:pt>
                <c:pt idx="2355">
                  <c:v>4.2969099999999996</c:v>
                </c:pt>
                <c:pt idx="2356">
                  <c:v>4.2972200000000003</c:v>
                </c:pt>
                <c:pt idx="2357">
                  <c:v>4.2975199999999996</c:v>
                </c:pt>
                <c:pt idx="2358">
                  <c:v>4.2978300000000003</c:v>
                </c:pt>
                <c:pt idx="2359">
                  <c:v>4.2981299999999996</c:v>
                </c:pt>
                <c:pt idx="2360">
                  <c:v>4.2984400000000003</c:v>
                </c:pt>
                <c:pt idx="2361">
                  <c:v>4.2987399999999996</c:v>
                </c:pt>
                <c:pt idx="2362">
                  <c:v>4.2990500000000003</c:v>
                </c:pt>
                <c:pt idx="2363">
                  <c:v>4.2993499999999996</c:v>
                </c:pt>
                <c:pt idx="2364">
                  <c:v>4.2996600000000003</c:v>
                </c:pt>
                <c:pt idx="2365">
                  <c:v>4.2999599999999996</c:v>
                </c:pt>
                <c:pt idx="2366">
                  <c:v>4.3002700000000003</c:v>
                </c:pt>
                <c:pt idx="2367">
                  <c:v>4.3005699999999996</c:v>
                </c:pt>
                <c:pt idx="2368">
                  <c:v>4.3008800000000003</c:v>
                </c:pt>
                <c:pt idx="2369">
                  <c:v>4.3011900000000001</c:v>
                </c:pt>
                <c:pt idx="2370">
                  <c:v>4.3014900000000003</c:v>
                </c:pt>
                <c:pt idx="2371">
                  <c:v>4.3018000000000001</c:v>
                </c:pt>
                <c:pt idx="2372">
                  <c:v>4.3021000000000003</c:v>
                </c:pt>
                <c:pt idx="2373">
                  <c:v>4.3024100000000001</c:v>
                </c:pt>
                <c:pt idx="2374">
                  <c:v>4.3027100000000003</c:v>
                </c:pt>
                <c:pt idx="2375">
                  <c:v>4.3030200000000001</c:v>
                </c:pt>
                <c:pt idx="2376">
                  <c:v>4.3033200000000003</c:v>
                </c:pt>
                <c:pt idx="2377">
                  <c:v>4.3036300000000001</c:v>
                </c:pt>
                <c:pt idx="2378">
                  <c:v>4.3039300000000003</c:v>
                </c:pt>
                <c:pt idx="2379">
                  <c:v>4.3042400000000001</c:v>
                </c:pt>
                <c:pt idx="2380">
                  <c:v>4.3045400000000003</c:v>
                </c:pt>
                <c:pt idx="2381">
                  <c:v>4.3048500000000001</c:v>
                </c:pt>
                <c:pt idx="2382">
                  <c:v>4.3051599999999999</c:v>
                </c:pt>
                <c:pt idx="2383">
                  <c:v>4.3054600000000001</c:v>
                </c:pt>
                <c:pt idx="2384">
                  <c:v>4.3057699999999999</c:v>
                </c:pt>
                <c:pt idx="2385">
                  <c:v>4.3060700000000001</c:v>
                </c:pt>
                <c:pt idx="2386">
                  <c:v>4.3063799999999999</c:v>
                </c:pt>
                <c:pt idx="2387">
                  <c:v>4.3066800000000001</c:v>
                </c:pt>
                <c:pt idx="2388">
                  <c:v>4.3069899999999999</c:v>
                </c:pt>
                <c:pt idx="2389">
                  <c:v>4.3072900000000001</c:v>
                </c:pt>
                <c:pt idx="2390">
                  <c:v>4.3075999999999999</c:v>
                </c:pt>
                <c:pt idx="2391">
                  <c:v>4.3079000000000001</c:v>
                </c:pt>
                <c:pt idx="2392">
                  <c:v>4.3082099999999999</c:v>
                </c:pt>
                <c:pt idx="2393">
                  <c:v>4.3085199999999997</c:v>
                </c:pt>
                <c:pt idx="2394">
                  <c:v>4.3088199999999999</c:v>
                </c:pt>
                <c:pt idx="2395">
                  <c:v>4.3091299999999997</c:v>
                </c:pt>
                <c:pt idx="2396">
                  <c:v>4.3094299999999999</c:v>
                </c:pt>
                <c:pt idx="2397">
                  <c:v>4.3097399999999997</c:v>
                </c:pt>
                <c:pt idx="2398">
                  <c:v>4.3100399999999999</c:v>
                </c:pt>
                <c:pt idx="2399">
                  <c:v>4.3103499999999997</c:v>
                </c:pt>
                <c:pt idx="2400">
                  <c:v>4.3106499999999999</c:v>
                </c:pt>
                <c:pt idx="2401">
                  <c:v>4.3109599999999997</c:v>
                </c:pt>
                <c:pt idx="2402">
                  <c:v>4.3112599999999999</c:v>
                </c:pt>
                <c:pt idx="2403">
                  <c:v>4.3115699999999997</c:v>
                </c:pt>
                <c:pt idx="2404">
                  <c:v>4.3118699999999999</c:v>
                </c:pt>
                <c:pt idx="2405">
                  <c:v>4.3121799999999997</c:v>
                </c:pt>
                <c:pt idx="2406">
                  <c:v>4.3124900000000004</c:v>
                </c:pt>
                <c:pt idx="2407">
                  <c:v>4.3127899999999997</c:v>
                </c:pt>
                <c:pt idx="2408">
                  <c:v>4.3131000000000004</c:v>
                </c:pt>
                <c:pt idx="2409">
                  <c:v>4.3133999999999997</c:v>
                </c:pt>
                <c:pt idx="2410">
                  <c:v>4.3137100000000004</c:v>
                </c:pt>
                <c:pt idx="2411">
                  <c:v>4.3140099999999997</c:v>
                </c:pt>
                <c:pt idx="2412">
                  <c:v>4.3143200000000004</c:v>
                </c:pt>
                <c:pt idx="2413">
                  <c:v>4.3146199999999997</c:v>
                </c:pt>
                <c:pt idx="2414">
                  <c:v>4.3149300000000004</c:v>
                </c:pt>
                <c:pt idx="2415">
                  <c:v>4.3152299999999997</c:v>
                </c:pt>
                <c:pt idx="2416">
                  <c:v>4.3155400000000004</c:v>
                </c:pt>
                <c:pt idx="2417">
                  <c:v>4.3158399999999997</c:v>
                </c:pt>
                <c:pt idx="2418">
                  <c:v>4.3161500000000004</c:v>
                </c:pt>
                <c:pt idx="2419">
                  <c:v>4.3164600000000002</c:v>
                </c:pt>
                <c:pt idx="2420">
                  <c:v>4.3167600000000004</c:v>
                </c:pt>
                <c:pt idx="2421">
                  <c:v>4.3170700000000002</c:v>
                </c:pt>
                <c:pt idx="2422">
                  <c:v>4.3173700000000004</c:v>
                </c:pt>
                <c:pt idx="2423">
                  <c:v>4.3176800000000002</c:v>
                </c:pt>
                <c:pt idx="2424">
                  <c:v>4.3179800000000004</c:v>
                </c:pt>
                <c:pt idx="2425">
                  <c:v>4.3182900000000002</c:v>
                </c:pt>
                <c:pt idx="2426">
                  <c:v>4.3185900000000004</c:v>
                </c:pt>
                <c:pt idx="2427">
                  <c:v>4.3189000000000002</c:v>
                </c:pt>
                <c:pt idx="2428">
                  <c:v>4.3192000000000004</c:v>
                </c:pt>
                <c:pt idx="2429">
                  <c:v>4.3195100000000002</c:v>
                </c:pt>
                <c:pt idx="2430">
                  <c:v>4.3198100000000004</c:v>
                </c:pt>
                <c:pt idx="2431">
                  <c:v>4.3201200000000002</c:v>
                </c:pt>
                <c:pt idx="2432">
                  <c:v>4.32043</c:v>
                </c:pt>
                <c:pt idx="2433">
                  <c:v>4.3207300000000002</c:v>
                </c:pt>
                <c:pt idx="2434">
                  <c:v>4.32104</c:v>
                </c:pt>
                <c:pt idx="2435">
                  <c:v>4.3213400000000002</c:v>
                </c:pt>
                <c:pt idx="2436">
                  <c:v>4.32165</c:v>
                </c:pt>
                <c:pt idx="2437">
                  <c:v>4.3219500000000002</c:v>
                </c:pt>
                <c:pt idx="2438">
                  <c:v>4.32226</c:v>
                </c:pt>
                <c:pt idx="2439">
                  <c:v>4.3225600000000002</c:v>
                </c:pt>
                <c:pt idx="2440">
                  <c:v>4.32287</c:v>
                </c:pt>
                <c:pt idx="2441">
                  <c:v>4.3231700000000002</c:v>
                </c:pt>
                <c:pt idx="2442">
                  <c:v>4.32348</c:v>
                </c:pt>
                <c:pt idx="2443">
                  <c:v>4.3237800000000002</c:v>
                </c:pt>
                <c:pt idx="2444">
                  <c:v>4.32409</c:v>
                </c:pt>
                <c:pt idx="2445">
                  <c:v>4.3243999999999998</c:v>
                </c:pt>
                <c:pt idx="2446">
                  <c:v>4.3247</c:v>
                </c:pt>
                <c:pt idx="2447">
                  <c:v>4.3250099999999998</c:v>
                </c:pt>
                <c:pt idx="2448">
                  <c:v>4.32531</c:v>
                </c:pt>
                <c:pt idx="2449">
                  <c:v>4.3256199999999998</c:v>
                </c:pt>
                <c:pt idx="2450">
                  <c:v>4.32592</c:v>
                </c:pt>
                <c:pt idx="2451">
                  <c:v>4.3262299999999998</c:v>
                </c:pt>
                <c:pt idx="2452">
                  <c:v>4.32653</c:v>
                </c:pt>
                <c:pt idx="2453">
                  <c:v>4.3268399999999998</c:v>
                </c:pt>
                <c:pt idx="2454">
                  <c:v>4.32714</c:v>
                </c:pt>
                <c:pt idx="2455">
                  <c:v>4.3274499999999998</c:v>
                </c:pt>
                <c:pt idx="2456">
                  <c:v>4.3277599999999996</c:v>
                </c:pt>
                <c:pt idx="2457">
                  <c:v>4.3280599999999998</c:v>
                </c:pt>
                <c:pt idx="2458">
                  <c:v>4.3283699999999996</c:v>
                </c:pt>
                <c:pt idx="2459">
                  <c:v>4.3286699999999998</c:v>
                </c:pt>
                <c:pt idx="2460">
                  <c:v>4.3289799999999996</c:v>
                </c:pt>
                <c:pt idx="2461">
                  <c:v>4.3292799999999998</c:v>
                </c:pt>
                <c:pt idx="2462">
                  <c:v>4.3295899999999996</c:v>
                </c:pt>
                <c:pt idx="2463">
                  <c:v>4.3298899999999998</c:v>
                </c:pt>
                <c:pt idx="2464">
                  <c:v>4.3301999999999996</c:v>
                </c:pt>
                <c:pt idx="2465">
                  <c:v>4.3304999999999998</c:v>
                </c:pt>
                <c:pt idx="2466">
                  <c:v>4.3308099999999996</c:v>
                </c:pt>
                <c:pt idx="2467">
                  <c:v>4.3311099999999998</c:v>
                </c:pt>
                <c:pt idx="2468">
                  <c:v>4.3314199999999996</c:v>
                </c:pt>
                <c:pt idx="2469">
                  <c:v>4.3317300000000003</c:v>
                </c:pt>
                <c:pt idx="2470">
                  <c:v>4.3320299999999996</c:v>
                </c:pt>
                <c:pt idx="2471">
                  <c:v>4.3323400000000003</c:v>
                </c:pt>
                <c:pt idx="2472">
                  <c:v>4.3326399999999996</c:v>
                </c:pt>
                <c:pt idx="2473">
                  <c:v>4.3329500000000003</c:v>
                </c:pt>
                <c:pt idx="2474">
                  <c:v>4.3332499999999996</c:v>
                </c:pt>
                <c:pt idx="2475">
                  <c:v>4.3335600000000003</c:v>
                </c:pt>
                <c:pt idx="2476">
                  <c:v>4.3338599999999996</c:v>
                </c:pt>
                <c:pt idx="2477">
                  <c:v>4.3341700000000003</c:v>
                </c:pt>
                <c:pt idx="2478">
                  <c:v>4.3344699999999996</c:v>
                </c:pt>
                <c:pt idx="2479">
                  <c:v>4.3347800000000003</c:v>
                </c:pt>
                <c:pt idx="2480">
                  <c:v>4.3350799999999996</c:v>
                </c:pt>
                <c:pt idx="2481">
                  <c:v>4.3353900000000003</c:v>
                </c:pt>
                <c:pt idx="2482">
                  <c:v>4.3357000000000001</c:v>
                </c:pt>
                <c:pt idx="2483">
                  <c:v>4.3360000000000003</c:v>
                </c:pt>
                <c:pt idx="2484">
                  <c:v>4.3363100000000001</c:v>
                </c:pt>
                <c:pt idx="2485">
                  <c:v>4.3366100000000003</c:v>
                </c:pt>
                <c:pt idx="2486">
                  <c:v>4.3369200000000001</c:v>
                </c:pt>
                <c:pt idx="2487">
                  <c:v>4.3372200000000003</c:v>
                </c:pt>
                <c:pt idx="2488">
                  <c:v>4.3375300000000001</c:v>
                </c:pt>
                <c:pt idx="2489">
                  <c:v>4.3378300000000003</c:v>
                </c:pt>
                <c:pt idx="2490">
                  <c:v>4.3381400000000001</c:v>
                </c:pt>
                <c:pt idx="2491">
                  <c:v>4.3384400000000003</c:v>
                </c:pt>
                <c:pt idx="2492">
                  <c:v>4.3387500000000001</c:v>
                </c:pt>
                <c:pt idx="2493">
                  <c:v>4.3390500000000003</c:v>
                </c:pt>
                <c:pt idx="2494">
                  <c:v>4.3393600000000001</c:v>
                </c:pt>
                <c:pt idx="2495">
                  <c:v>4.3396699999999999</c:v>
                </c:pt>
                <c:pt idx="2496">
                  <c:v>4.3399700000000001</c:v>
                </c:pt>
                <c:pt idx="2497">
                  <c:v>4.3402799999999999</c:v>
                </c:pt>
                <c:pt idx="2498">
                  <c:v>4.3405800000000001</c:v>
                </c:pt>
                <c:pt idx="2499">
                  <c:v>4.3408899999999999</c:v>
                </c:pt>
                <c:pt idx="2500">
                  <c:v>4.3411900000000001</c:v>
                </c:pt>
                <c:pt idx="2501">
                  <c:v>4.3414999999999999</c:v>
                </c:pt>
                <c:pt idx="2502">
                  <c:v>4.3418000000000001</c:v>
                </c:pt>
                <c:pt idx="2503">
                  <c:v>4.3421099999999999</c:v>
                </c:pt>
                <c:pt idx="2504">
                  <c:v>4.3424100000000001</c:v>
                </c:pt>
                <c:pt idx="2505">
                  <c:v>4.3427199999999999</c:v>
                </c:pt>
                <c:pt idx="2506">
                  <c:v>4.3430200000000001</c:v>
                </c:pt>
                <c:pt idx="2507">
                  <c:v>4.3433299999999999</c:v>
                </c:pt>
                <c:pt idx="2508">
                  <c:v>4.3436399999999997</c:v>
                </c:pt>
                <c:pt idx="2509">
                  <c:v>4.3439399999999999</c:v>
                </c:pt>
                <c:pt idx="2510">
                  <c:v>4.3442499999999997</c:v>
                </c:pt>
                <c:pt idx="2511">
                  <c:v>4.3445499999999999</c:v>
                </c:pt>
                <c:pt idx="2512">
                  <c:v>4.3448599999999997</c:v>
                </c:pt>
                <c:pt idx="2513">
                  <c:v>4.3451599999999999</c:v>
                </c:pt>
                <c:pt idx="2514">
                  <c:v>4.3454699999999997</c:v>
                </c:pt>
                <c:pt idx="2515">
                  <c:v>4.3457699999999999</c:v>
                </c:pt>
                <c:pt idx="2516">
                  <c:v>4.3460799999999997</c:v>
                </c:pt>
                <c:pt idx="2517">
                  <c:v>4.3463799999999999</c:v>
                </c:pt>
                <c:pt idx="2518">
                  <c:v>4.3466899999999997</c:v>
                </c:pt>
                <c:pt idx="2519">
                  <c:v>4.3470000000000004</c:v>
                </c:pt>
                <c:pt idx="2520">
                  <c:v>4.3472999999999997</c:v>
                </c:pt>
                <c:pt idx="2521">
                  <c:v>4.3476100000000004</c:v>
                </c:pt>
                <c:pt idx="2522">
                  <c:v>4.3479099999999997</c:v>
                </c:pt>
                <c:pt idx="2523">
                  <c:v>4.3482200000000004</c:v>
                </c:pt>
                <c:pt idx="2524">
                  <c:v>4.3485199999999997</c:v>
                </c:pt>
                <c:pt idx="2525">
                  <c:v>4.3488300000000004</c:v>
                </c:pt>
                <c:pt idx="2526">
                  <c:v>4.3491299999999997</c:v>
                </c:pt>
                <c:pt idx="2527">
                  <c:v>4.3494400000000004</c:v>
                </c:pt>
                <c:pt idx="2528">
                  <c:v>4.3497399999999997</c:v>
                </c:pt>
                <c:pt idx="2529">
                  <c:v>4.3500500000000004</c:v>
                </c:pt>
                <c:pt idx="2530">
                  <c:v>4.3503499999999997</c:v>
                </c:pt>
                <c:pt idx="2531">
                  <c:v>4.3506600000000004</c:v>
                </c:pt>
                <c:pt idx="2532">
                  <c:v>4.3509700000000002</c:v>
                </c:pt>
                <c:pt idx="2533">
                  <c:v>4.3512700000000004</c:v>
                </c:pt>
                <c:pt idx="2534">
                  <c:v>4.3515800000000002</c:v>
                </c:pt>
                <c:pt idx="2535">
                  <c:v>4.3518800000000004</c:v>
                </c:pt>
                <c:pt idx="2536">
                  <c:v>4.3521900000000002</c:v>
                </c:pt>
                <c:pt idx="2537">
                  <c:v>4.3524900000000004</c:v>
                </c:pt>
                <c:pt idx="2538">
                  <c:v>4.3528000000000002</c:v>
                </c:pt>
                <c:pt idx="2539">
                  <c:v>4.3531000000000004</c:v>
                </c:pt>
                <c:pt idx="2540">
                  <c:v>4.3534100000000002</c:v>
                </c:pt>
                <c:pt idx="2541">
                  <c:v>4.3537100000000004</c:v>
                </c:pt>
                <c:pt idx="2542">
                  <c:v>4.3540200000000002</c:v>
                </c:pt>
                <c:pt idx="2543">
                  <c:v>4.3543200000000004</c:v>
                </c:pt>
                <c:pt idx="2544">
                  <c:v>4.3546300000000002</c:v>
                </c:pt>
                <c:pt idx="2545">
                  <c:v>4.35494</c:v>
                </c:pt>
                <c:pt idx="2546">
                  <c:v>4.3552400000000002</c:v>
                </c:pt>
                <c:pt idx="2547">
                  <c:v>4.35555</c:v>
                </c:pt>
                <c:pt idx="2548">
                  <c:v>4.3558500000000002</c:v>
                </c:pt>
                <c:pt idx="2549">
                  <c:v>4.35616</c:v>
                </c:pt>
                <c:pt idx="2550">
                  <c:v>4.3564600000000002</c:v>
                </c:pt>
                <c:pt idx="2551">
                  <c:v>4.35677</c:v>
                </c:pt>
                <c:pt idx="2552">
                  <c:v>4.3570700000000002</c:v>
                </c:pt>
                <c:pt idx="2553">
                  <c:v>4.35738</c:v>
                </c:pt>
                <c:pt idx="2554">
                  <c:v>4.3576800000000002</c:v>
                </c:pt>
                <c:pt idx="2555">
                  <c:v>4.35799</c:v>
                </c:pt>
                <c:pt idx="2556">
                  <c:v>4.3582900000000002</c:v>
                </c:pt>
                <c:pt idx="2557">
                  <c:v>4.3586</c:v>
                </c:pt>
                <c:pt idx="2558">
                  <c:v>4.3589099999999998</c:v>
                </c:pt>
                <c:pt idx="2559">
                  <c:v>4.35921</c:v>
                </c:pt>
                <c:pt idx="2560">
                  <c:v>4.3595199999999998</c:v>
                </c:pt>
                <c:pt idx="2561">
                  <c:v>4.35982</c:v>
                </c:pt>
                <c:pt idx="2562">
                  <c:v>4.3601299999999998</c:v>
                </c:pt>
                <c:pt idx="2563">
                  <c:v>4.36043</c:v>
                </c:pt>
                <c:pt idx="2564">
                  <c:v>4.3607399999999998</c:v>
                </c:pt>
                <c:pt idx="2565">
                  <c:v>4.36104</c:v>
                </c:pt>
                <c:pt idx="2566">
                  <c:v>4.3613499999999998</c:v>
                </c:pt>
                <c:pt idx="2567">
                  <c:v>4.36165</c:v>
                </c:pt>
                <c:pt idx="2568">
                  <c:v>4.3619599999999998</c:v>
                </c:pt>
                <c:pt idx="2569">
                  <c:v>4.3622699999999996</c:v>
                </c:pt>
                <c:pt idx="2570">
                  <c:v>4.3625699999999998</c:v>
                </c:pt>
                <c:pt idx="2571">
                  <c:v>4.3628799999999996</c:v>
                </c:pt>
                <c:pt idx="2572">
                  <c:v>4.3631799999999998</c:v>
                </c:pt>
                <c:pt idx="2573">
                  <c:v>4.3634899999999996</c:v>
                </c:pt>
                <c:pt idx="2574">
                  <c:v>4.3637899999999998</c:v>
                </c:pt>
                <c:pt idx="2575">
                  <c:v>4.3640999999999996</c:v>
                </c:pt>
                <c:pt idx="2576">
                  <c:v>4.3643999999999998</c:v>
                </c:pt>
                <c:pt idx="2577">
                  <c:v>4.3647099999999996</c:v>
                </c:pt>
                <c:pt idx="2578">
                  <c:v>4.3650099999999998</c:v>
                </c:pt>
                <c:pt idx="2579">
                  <c:v>4.3653199999999996</c:v>
                </c:pt>
                <c:pt idx="2580">
                  <c:v>4.3656199999999998</c:v>
                </c:pt>
                <c:pt idx="2581">
                  <c:v>4.3659299999999996</c:v>
                </c:pt>
                <c:pt idx="2582">
                  <c:v>4.3662400000000003</c:v>
                </c:pt>
                <c:pt idx="2583">
                  <c:v>4.3665399999999996</c:v>
                </c:pt>
                <c:pt idx="2584">
                  <c:v>4.3668500000000003</c:v>
                </c:pt>
                <c:pt idx="2585">
                  <c:v>4.3671499999999996</c:v>
                </c:pt>
                <c:pt idx="2586">
                  <c:v>4.3674600000000003</c:v>
                </c:pt>
                <c:pt idx="2587">
                  <c:v>4.3677599999999996</c:v>
                </c:pt>
                <c:pt idx="2588">
                  <c:v>4.3680700000000003</c:v>
                </c:pt>
                <c:pt idx="2589">
                  <c:v>4.3683699999999996</c:v>
                </c:pt>
                <c:pt idx="2590">
                  <c:v>4.3686800000000003</c:v>
                </c:pt>
                <c:pt idx="2591">
                  <c:v>4.3689799999999996</c:v>
                </c:pt>
                <c:pt idx="2592">
                  <c:v>4.3692900000000003</c:v>
                </c:pt>
                <c:pt idx="2593">
                  <c:v>4.3695899999999996</c:v>
                </c:pt>
                <c:pt idx="2594">
                  <c:v>4.3699000000000003</c:v>
                </c:pt>
                <c:pt idx="2595">
                  <c:v>4.3702100000000002</c:v>
                </c:pt>
                <c:pt idx="2596">
                  <c:v>4.3705100000000003</c:v>
                </c:pt>
                <c:pt idx="2597">
                  <c:v>4.3708200000000001</c:v>
                </c:pt>
                <c:pt idx="2598">
                  <c:v>4.3711200000000003</c:v>
                </c:pt>
                <c:pt idx="2599">
                  <c:v>4.3714300000000001</c:v>
                </c:pt>
                <c:pt idx="2600">
                  <c:v>4.3717300000000003</c:v>
                </c:pt>
                <c:pt idx="2601">
                  <c:v>4.3720400000000001</c:v>
                </c:pt>
                <c:pt idx="2602">
                  <c:v>4.3723400000000003</c:v>
                </c:pt>
                <c:pt idx="2603">
                  <c:v>4.3726500000000001</c:v>
                </c:pt>
                <c:pt idx="2604">
                  <c:v>4.3729500000000003</c:v>
                </c:pt>
                <c:pt idx="2605">
                  <c:v>4.3732600000000001</c:v>
                </c:pt>
                <c:pt idx="2606">
                  <c:v>4.3735600000000003</c:v>
                </c:pt>
                <c:pt idx="2607">
                  <c:v>4.3738700000000001</c:v>
                </c:pt>
                <c:pt idx="2608">
                  <c:v>4.37418</c:v>
                </c:pt>
                <c:pt idx="2609">
                  <c:v>4.3744800000000001</c:v>
                </c:pt>
                <c:pt idx="2610">
                  <c:v>4.37479</c:v>
                </c:pt>
                <c:pt idx="2611">
                  <c:v>4.3750900000000001</c:v>
                </c:pt>
                <c:pt idx="2612">
                  <c:v>4.3754</c:v>
                </c:pt>
                <c:pt idx="2613">
                  <c:v>4.3757000000000001</c:v>
                </c:pt>
                <c:pt idx="2614">
                  <c:v>4.37601</c:v>
                </c:pt>
                <c:pt idx="2615">
                  <c:v>4.3763100000000001</c:v>
                </c:pt>
                <c:pt idx="2616">
                  <c:v>4.37662</c:v>
                </c:pt>
                <c:pt idx="2617">
                  <c:v>4.3769200000000001</c:v>
                </c:pt>
                <c:pt idx="2618">
                  <c:v>4.37723</c:v>
                </c:pt>
                <c:pt idx="2619">
                  <c:v>4.3775300000000001</c:v>
                </c:pt>
                <c:pt idx="2620">
                  <c:v>4.37784</c:v>
                </c:pt>
                <c:pt idx="2621">
                  <c:v>4.3781499999999998</c:v>
                </c:pt>
                <c:pt idx="2622">
                  <c:v>4.37845</c:v>
                </c:pt>
                <c:pt idx="2623">
                  <c:v>4.3787599999999998</c:v>
                </c:pt>
                <c:pt idx="2624">
                  <c:v>4.37906</c:v>
                </c:pt>
                <c:pt idx="2625">
                  <c:v>4.3793699999999998</c:v>
                </c:pt>
                <c:pt idx="2626">
                  <c:v>4.37967</c:v>
                </c:pt>
                <c:pt idx="2627">
                  <c:v>4.3799799999999998</c:v>
                </c:pt>
                <c:pt idx="2628">
                  <c:v>4.38028</c:v>
                </c:pt>
                <c:pt idx="2629">
                  <c:v>4.3805899999999998</c:v>
                </c:pt>
                <c:pt idx="2630">
                  <c:v>4.38089</c:v>
                </c:pt>
                <c:pt idx="2631">
                  <c:v>4.3811999999999998</c:v>
                </c:pt>
                <c:pt idx="2632">
                  <c:v>4.3815099999999996</c:v>
                </c:pt>
                <c:pt idx="2633">
                  <c:v>4.3818099999999998</c:v>
                </c:pt>
                <c:pt idx="2634">
                  <c:v>4.3821199999999996</c:v>
                </c:pt>
                <c:pt idx="2635">
                  <c:v>4.3824199999999998</c:v>
                </c:pt>
                <c:pt idx="2636">
                  <c:v>4.3827299999999996</c:v>
                </c:pt>
                <c:pt idx="2637">
                  <c:v>4.3830299999999998</c:v>
                </c:pt>
                <c:pt idx="2638">
                  <c:v>4.3833399999999996</c:v>
                </c:pt>
                <c:pt idx="2639">
                  <c:v>4.3836399999999998</c:v>
                </c:pt>
                <c:pt idx="2640">
                  <c:v>4.3839499999999996</c:v>
                </c:pt>
                <c:pt idx="2641">
                  <c:v>4.3842499999999998</c:v>
                </c:pt>
                <c:pt idx="2642">
                  <c:v>4.3845599999999996</c:v>
                </c:pt>
                <c:pt idx="2643">
                  <c:v>4.3848599999999998</c:v>
                </c:pt>
                <c:pt idx="2644">
                  <c:v>4.3851699999999996</c:v>
                </c:pt>
                <c:pt idx="2645">
                  <c:v>4.3854800000000003</c:v>
                </c:pt>
                <c:pt idx="2646">
                  <c:v>4.3857799999999996</c:v>
                </c:pt>
                <c:pt idx="2647">
                  <c:v>4.3860900000000003</c:v>
                </c:pt>
                <c:pt idx="2648">
                  <c:v>4.3863899999999996</c:v>
                </c:pt>
                <c:pt idx="2649">
                  <c:v>4.3867000000000003</c:v>
                </c:pt>
                <c:pt idx="2650">
                  <c:v>4.3869999999999996</c:v>
                </c:pt>
                <c:pt idx="2651">
                  <c:v>4.3873100000000003</c:v>
                </c:pt>
                <c:pt idx="2652">
                  <c:v>4.3876099999999996</c:v>
                </c:pt>
                <c:pt idx="2653">
                  <c:v>4.3879200000000003</c:v>
                </c:pt>
                <c:pt idx="2654">
                  <c:v>4.3882199999999996</c:v>
                </c:pt>
                <c:pt idx="2655">
                  <c:v>4.3885300000000003</c:v>
                </c:pt>
                <c:pt idx="2656">
                  <c:v>4.3888299999999996</c:v>
                </c:pt>
                <c:pt idx="2657">
                  <c:v>4.3891400000000003</c:v>
                </c:pt>
                <c:pt idx="2658">
                  <c:v>4.3894500000000001</c:v>
                </c:pt>
                <c:pt idx="2659">
                  <c:v>4.3897500000000003</c:v>
                </c:pt>
                <c:pt idx="2660">
                  <c:v>4.3900600000000001</c:v>
                </c:pt>
                <c:pt idx="2661">
                  <c:v>4.3903600000000003</c:v>
                </c:pt>
                <c:pt idx="2662">
                  <c:v>4.3906700000000001</c:v>
                </c:pt>
                <c:pt idx="2663">
                  <c:v>4.3909700000000003</c:v>
                </c:pt>
                <c:pt idx="2664">
                  <c:v>4.3912800000000001</c:v>
                </c:pt>
                <c:pt idx="2665">
                  <c:v>4.3915800000000003</c:v>
                </c:pt>
                <c:pt idx="2666">
                  <c:v>4.3918900000000001</c:v>
                </c:pt>
                <c:pt idx="2667">
                  <c:v>4.3921900000000003</c:v>
                </c:pt>
                <c:pt idx="2668">
                  <c:v>4.3925000000000001</c:v>
                </c:pt>
                <c:pt idx="2669">
                  <c:v>4.3928000000000003</c:v>
                </c:pt>
                <c:pt idx="2670">
                  <c:v>4.3931100000000001</c:v>
                </c:pt>
                <c:pt idx="2671">
                  <c:v>4.3934199999999999</c:v>
                </c:pt>
                <c:pt idx="2672">
                  <c:v>4.3937200000000001</c:v>
                </c:pt>
                <c:pt idx="2673">
                  <c:v>4.3940299999999999</c:v>
                </c:pt>
                <c:pt idx="2674">
                  <c:v>4.3943300000000001</c:v>
                </c:pt>
                <c:pt idx="2675">
                  <c:v>4.3946399999999999</c:v>
                </c:pt>
                <c:pt idx="2676">
                  <c:v>4.3949400000000001</c:v>
                </c:pt>
                <c:pt idx="2677">
                  <c:v>4.3952499999999999</c:v>
                </c:pt>
                <c:pt idx="2678">
                  <c:v>4.3955500000000001</c:v>
                </c:pt>
                <c:pt idx="2679">
                  <c:v>4.3958599999999999</c:v>
                </c:pt>
                <c:pt idx="2680">
                  <c:v>4.3961600000000001</c:v>
                </c:pt>
                <c:pt idx="2681">
                  <c:v>4.3964699999999999</c:v>
                </c:pt>
                <c:pt idx="2682">
                  <c:v>4.3967700000000001</c:v>
                </c:pt>
                <c:pt idx="2683">
                  <c:v>4.3970799999999999</c:v>
                </c:pt>
                <c:pt idx="2684">
                  <c:v>4.3973899999999997</c:v>
                </c:pt>
                <c:pt idx="2685">
                  <c:v>4.3976899999999999</c:v>
                </c:pt>
                <c:pt idx="2686">
                  <c:v>4.3979999999999997</c:v>
                </c:pt>
                <c:pt idx="2687">
                  <c:v>4.3982999999999999</c:v>
                </c:pt>
                <c:pt idx="2688">
                  <c:v>4.3986099999999997</c:v>
                </c:pt>
                <c:pt idx="2689">
                  <c:v>4.3989099999999999</c:v>
                </c:pt>
                <c:pt idx="2690">
                  <c:v>4.3992199999999997</c:v>
                </c:pt>
                <c:pt idx="2691">
                  <c:v>4.3995199999999999</c:v>
                </c:pt>
                <c:pt idx="2692">
                  <c:v>4.3998299999999997</c:v>
                </c:pt>
                <c:pt idx="2693">
                  <c:v>4.4001299999999999</c:v>
                </c:pt>
                <c:pt idx="2694">
                  <c:v>4.4004399999999997</c:v>
                </c:pt>
                <c:pt idx="2695">
                  <c:v>4.4007500000000004</c:v>
                </c:pt>
                <c:pt idx="2696">
                  <c:v>4.4010499999999997</c:v>
                </c:pt>
                <c:pt idx="2697">
                  <c:v>4.4013600000000004</c:v>
                </c:pt>
                <c:pt idx="2698">
                  <c:v>4.4016599999999997</c:v>
                </c:pt>
                <c:pt idx="2699">
                  <c:v>4.4019700000000004</c:v>
                </c:pt>
                <c:pt idx="2700">
                  <c:v>4.4022699999999997</c:v>
                </c:pt>
                <c:pt idx="2701">
                  <c:v>4.4025800000000004</c:v>
                </c:pt>
                <c:pt idx="2702">
                  <c:v>4.4028799999999997</c:v>
                </c:pt>
                <c:pt idx="2703">
                  <c:v>4.4031900000000004</c:v>
                </c:pt>
                <c:pt idx="2704">
                  <c:v>4.4034899999999997</c:v>
                </c:pt>
                <c:pt idx="2705">
                  <c:v>4.4038000000000004</c:v>
                </c:pt>
                <c:pt idx="2706">
                  <c:v>4.4040999999999997</c:v>
                </c:pt>
                <c:pt idx="2707">
                  <c:v>4.4044100000000004</c:v>
                </c:pt>
                <c:pt idx="2708">
                  <c:v>4.4047200000000002</c:v>
                </c:pt>
                <c:pt idx="2709">
                  <c:v>4.4050200000000004</c:v>
                </c:pt>
                <c:pt idx="2710">
                  <c:v>4.4053300000000002</c:v>
                </c:pt>
                <c:pt idx="2711">
                  <c:v>4.4056300000000004</c:v>
                </c:pt>
                <c:pt idx="2712">
                  <c:v>4.4059400000000002</c:v>
                </c:pt>
                <c:pt idx="2713">
                  <c:v>4.4062400000000004</c:v>
                </c:pt>
                <c:pt idx="2714">
                  <c:v>4.4065500000000002</c:v>
                </c:pt>
                <c:pt idx="2715">
                  <c:v>4.4068500000000004</c:v>
                </c:pt>
                <c:pt idx="2716">
                  <c:v>4.4071600000000002</c:v>
                </c:pt>
                <c:pt idx="2717">
                  <c:v>4.4074600000000004</c:v>
                </c:pt>
                <c:pt idx="2718">
                  <c:v>4.4077700000000002</c:v>
                </c:pt>
                <c:pt idx="2719">
                  <c:v>4.4080700000000004</c:v>
                </c:pt>
                <c:pt idx="2720">
                  <c:v>4.4083800000000002</c:v>
                </c:pt>
                <c:pt idx="2721">
                  <c:v>4.40869</c:v>
                </c:pt>
                <c:pt idx="2722">
                  <c:v>4.4089900000000002</c:v>
                </c:pt>
                <c:pt idx="2723">
                  <c:v>4.4093</c:v>
                </c:pt>
                <c:pt idx="2724">
                  <c:v>4.4096000000000002</c:v>
                </c:pt>
                <c:pt idx="2725">
                  <c:v>4.40991</c:v>
                </c:pt>
                <c:pt idx="2726">
                  <c:v>4.4102100000000002</c:v>
                </c:pt>
                <c:pt idx="2727">
                  <c:v>4.41052</c:v>
                </c:pt>
                <c:pt idx="2728">
                  <c:v>4.4108200000000002</c:v>
                </c:pt>
                <c:pt idx="2729">
                  <c:v>4.41113</c:v>
                </c:pt>
                <c:pt idx="2730">
                  <c:v>4.4114300000000002</c:v>
                </c:pt>
                <c:pt idx="2731">
                  <c:v>4.41174</c:v>
                </c:pt>
                <c:pt idx="2732">
                  <c:v>4.4120400000000002</c:v>
                </c:pt>
                <c:pt idx="2733">
                  <c:v>4.41235</c:v>
                </c:pt>
                <c:pt idx="2734">
                  <c:v>4.4126599999999998</c:v>
                </c:pt>
                <c:pt idx="2735">
                  <c:v>4.41296</c:v>
                </c:pt>
                <c:pt idx="2736">
                  <c:v>4.4132699999999998</c:v>
                </c:pt>
                <c:pt idx="2737">
                  <c:v>4.41357</c:v>
                </c:pt>
                <c:pt idx="2738">
                  <c:v>4.4138799999999998</c:v>
                </c:pt>
                <c:pt idx="2739">
                  <c:v>4.41418</c:v>
                </c:pt>
                <c:pt idx="2740">
                  <c:v>4.4144899999999998</c:v>
                </c:pt>
                <c:pt idx="2741">
                  <c:v>4.41479</c:v>
                </c:pt>
                <c:pt idx="2742">
                  <c:v>4.4150999999999998</c:v>
                </c:pt>
                <c:pt idx="2743">
                  <c:v>4.4154</c:v>
                </c:pt>
                <c:pt idx="2744">
                  <c:v>4.4157099999999998</c:v>
                </c:pt>
                <c:pt idx="2745">
                  <c:v>4.4160199999999996</c:v>
                </c:pt>
                <c:pt idx="2746">
                  <c:v>4.4163199999999998</c:v>
                </c:pt>
                <c:pt idx="2747">
                  <c:v>4.4166299999999996</c:v>
                </c:pt>
                <c:pt idx="2748">
                  <c:v>4.4169299999999998</c:v>
                </c:pt>
                <c:pt idx="2749">
                  <c:v>4.4172399999999996</c:v>
                </c:pt>
                <c:pt idx="2750">
                  <c:v>4.4175399999999998</c:v>
                </c:pt>
                <c:pt idx="2751">
                  <c:v>4.4178499999999996</c:v>
                </c:pt>
                <c:pt idx="2752">
                  <c:v>4.4181499999999998</c:v>
                </c:pt>
                <c:pt idx="2753">
                  <c:v>4.4184599999999996</c:v>
                </c:pt>
                <c:pt idx="2754">
                  <c:v>4.4187599999999998</c:v>
                </c:pt>
                <c:pt idx="2755">
                  <c:v>4.4190699999999996</c:v>
                </c:pt>
                <c:pt idx="2756">
                  <c:v>4.4193699999999998</c:v>
                </c:pt>
                <c:pt idx="2757">
                  <c:v>4.4196799999999996</c:v>
                </c:pt>
                <c:pt idx="2758">
                  <c:v>4.4199900000000003</c:v>
                </c:pt>
                <c:pt idx="2759">
                  <c:v>4.4202899999999996</c:v>
                </c:pt>
                <c:pt idx="2760">
                  <c:v>4.4206000000000003</c:v>
                </c:pt>
                <c:pt idx="2761">
                  <c:v>4.4208999999999996</c:v>
                </c:pt>
                <c:pt idx="2762">
                  <c:v>4.4212100000000003</c:v>
                </c:pt>
                <c:pt idx="2763">
                  <c:v>4.4215099999999996</c:v>
                </c:pt>
                <c:pt idx="2764">
                  <c:v>4.4218200000000003</c:v>
                </c:pt>
                <c:pt idx="2765">
                  <c:v>4.4221199999999996</c:v>
                </c:pt>
                <c:pt idx="2766">
                  <c:v>4.4224300000000003</c:v>
                </c:pt>
                <c:pt idx="2767">
                  <c:v>4.4227299999999996</c:v>
                </c:pt>
                <c:pt idx="2768">
                  <c:v>4.4230400000000003</c:v>
                </c:pt>
                <c:pt idx="2769">
                  <c:v>4.4233399999999996</c:v>
                </c:pt>
                <c:pt idx="2770">
                  <c:v>4.4236500000000003</c:v>
                </c:pt>
                <c:pt idx="2771">
                  <c:v>4.4239600000000001</c:v>
                </c:pt>
                <c:pt idx="2772">
                  <c:v>4.4242600000000003</c:v>
                </c:pt>
                <c:pt idx="2773">
                  <c:v>4.4245700000000001</c:v>
                </c:pt>
                <c:pt idx="2774">
                  <c:v>4.4248700000000003</c:v>
                </c:pt>
                <c:pt idx="2775">
                  <c:v>4.4251800000000001</c:v>
                </c:pt>
                <c:pt idx="2776">
                  <c:v>4.4254800000000003</c:v>
                </c:pt>
                <c:pt idx="2777">
                  <c:v>4.4257900000000001</c:v>
                </c:pt>
                <c:pt idx="2778">
                  <c:v>4.4260900000000003</c:v>
                </c:pt>
                <c:pt idx="2779">
                  <c:v>4.4264000000000001</c:v>
                </c:pt>
                <c:pt idx="2780">
                  <c:v>4.4267000000000003</c:v>
                </c:pt>
                <c:pt idx="2781">
                  <c:v>4.4270100000000001</c:v>
                </c:pt>
                <c:pt idx="2782">
                  <c:v>4.4273100000000003</c:v>
                </c:pt>
                <c:pt idx="2783">
                  <c:v>4.4276200000000001</c:v>
                </c:pt>
                <c:pt idx="2784">
                  <c:v>4.4279299999999999</c:v>
                </c:pt>
                <c:pt idx="2785">
                  <c:v>4.4282300000000001</c:v>
                </c:pt>
                <c:pt idx="2786">
                  <c:v>4.4285399999999999</c:v>
                </c:pt>
                <c:pt idx="2787">
                  <c:v>4.4288400000000001</c:v>
                </c:pt>
                <c:pt idx="2788">
                  <c:v>4.4291499999999999</c:v>
                </c:pt>
                <c:pt idx="2789">
                  <c:v>4.4294500000000001</c:v>
                </c:pt>
                <c:pt idx="2790">
                  <c:v>4.4297599999999999</c:v>
                </c:pt>
                <c:pt idx="2791">
                  <c:v>4.4300600000000001</c:v>
                </c:pt>
                <c:pt idx="2792">
                  <c:v>4.4303699999999999</c:v>
                </c:pt>
                <c:pt idx="2793">
                  <c:v>4.4306700000000001</c:v>
                </c:pt>
                <c:pt idx="2794">
                  <c:v>4.4309799999999999</c:v>
                </c:pt>
                <c:pt idx="2795">
                  <c:v>4.4312800000000001</c:v>
                </c:pt>
                <c:pt idx="2796">
                  <c:v>4.4315899999999999</c:v>
                </c:pt>
                <c:pt idx="2797">
                  <c:v>4.4318999999999997</c:v>
                </c:pt>
                <c:pt idx="2798">
                  <c:v>4.4321999999999999</c:v>
                </c:pt>
                <c:pt idx="2799">
                  <c:v>4.4325099999999997</c:v>
                </c:pt>
                <c:pt idx="2800">
                  <c:v>4.4328099999999999</c:v>
                </c:pt>
                <c:pt idx="2801">
                  <c:v>4.4331199999999997</c:v>
                </c:pt>
                <c:pt idx="2802">
                  <c:v>4.4334199999999999</c:v>
                </c:pt>
                <c:pt idx="2803">
                  <c:v>4.4337299999999997</c:v>
                </c:pt>
                <c:pt idx="2804">
                  <c:v>4.4340299999999999</c:v>
                </c:pt>
                <c:pt idx="2805">
                  <c:v>4.4343399999999997</c:v>
                </c:pt>
                <c:pt idx="2806">
                  <c:v>4.4346399999999999</c:v>
                </c:pt>
                <c:pt idx="2807">
                  <c:v>4.4349499999999997</c:v>
                </c:pt>
                <c:pt idx="2808">
                  <c:v>4.4352600000000004</c:v>
                </c:pt>
                <c:pt idx="2809">
                  <c:v>4.4355599999999997</c:v>
                </c:pt>
                <c:pt idx="2810">
                  <c:v>4.4358700000000004</c:v>
                </c:pt>
                <c:pt idx="2811">
                  <c:v>4.4361699999999997</c:v>
                </c:pt>
                <c:pt idx="2812">
                  <c:v>4.4364800000000004</c:v>
                </c:pt>
                <c:pt idx="2813">
                  <c:v>4.4367799999999997</c:v>
                </c:pt>
                <c:pt idx="2814">
                  <c:v>4.4370900000000004</c:v>
                </c:pt>
                <c:pt idx="2815">
                  <c:v>4.4373899999999997</c:v>
                </c:pt>
                <c:pt idx="2816">
                  <c:v>4.4377000000000004</c:v>
                </c:pt>
                <c:pt idx="2817">
                  <c:v>4.4379999999999997</c:v>
                </c:pt>
                <c:pt idx="2818">
                  <c:v>4.4383100000000004</c:v>
                </c:pt>
                <c:pt idx="2819">
                  <c:v>4.4386099999999997</c:v>
                </c:pt>
                <c:pt idx="2820">
                  <c:v>4.4389200000000004</c:v>
                </c:pt>
                <c:pt idx="2821">
                  <c:v>4.4392300000000002</c:v>
                </c:pt>
                <c:pt idx="2822">
                  <c:v>4.4395300000000004</c:v>
                </c:pt>
                <c:pt idx="2823">
                  <c:v>4.4398400000000002</c:v>
                </c:pt>
                <c:pt idx="2824">
                  <c:v>4.4401400000000004</c:v>
                </c:pt>
                <c:pt idx="2825">
                  <c:v>4.4404500000000002</c:v>
                </c:pt>
                <c:pt idx="2826">
                  <c:v>4.4407500000000004</c:v>
                </c:pt>
                <c:pt idx="2827">
                  <c:v>4.4410600000000002</c:v>
                </c:pt>
                <c:pt idx="2828">
                  <c:v>4.4413600000000004</c:v>
                </c:pt>
                <c:pt idx="2829">
                  <c:v>4.4416700000000002</c:v>
                </c:pt>
                <c:pt idx="2830">
                  <c:v>4.4419700000000004</c:v>
                </c:pt>
                <c:pt idx="2831">
                  <c:v>4.4422800000000002</c:v>
                </c:pt>
                <c:pt idx="2832">
                  <c:v>4.4425800000000004</c:v>
                </c:pt>
                <c:pt idx="2833">
                  <c:v>4.4428900000000002</c:v>
                </c:pt>
                <c:pt idx="2834">
                  <c:v>4.4432</c:v>
                </c:pt>
                <c:pt idx="2835">
                  <c:v>4.4435000000000002</c:v>
                </c:pt>
                <c:pt idx="2836">
                  <c:v>4.44381</c:v>
                </c:pt>
                <c:pt idx="2837">
                  <c:v>4.4441100000000002</c:v>
                </c:pt>
                <c:pt idx="2838">
                  <c:v>4.44442</c:v>
                </c:pt>
                <c:pt idx="2839">
                  <c:v>4.4447200000000002</c:v>
                </c:pt>
                <c:pt idx="2840">
                  <c:v>4.44503</c:v>
                </c:pt>
                <c:pt idx="2841">
                  <c:v>4.4453300000000002</c:v>
                </c:pt>
                <c:pt idx="2842">
                  <c:v>4.44564</c:v>
                </c:pt>
                <c:pt idx="2843">
                  <c:v>4.4459400000000002</c:v>
                </c:pt>
                <c:pt idx="2844">
                  <c:v>4.44625</c:v>
                </c:pt>
                <c:pt idx="2845">
                  <c:v>4.4465500000000002</c:v>
                </c:pt>
                <c:pt idx="2846">
                  <c:v>4.44686</c:v>
                </c:pt>
                <c:pt idx="2847">
                  <c:v>4.4471699999999998</c:v>
                </c:pt>
                <c:pt idx="2848">
                  <c:v>4.44747</c:v>
                </c:pt>
                <c:pt idx="2849">
                  <c:v>4.4477799999999998</c:v>
                </c:pt>
                <c:pt idx="2850">
                  <c:v>4.44808</c:v>
                </c:pt>
                <c:pt idx="2851">
                  <c:v>4.4483899999999998</c:v>
                </c:pt>
                <c:pt idx="2852">
                  <c:v>4.44869</c:v>
                </c:pt>
                <c:pt idx="2853">
                  <c:v>4.4489999999999998</c:v>
                </c:pt>
                <c:pt idx="2854">
                  <c:v>4.4493</c:v>
                </c:pt>
                <c:pt idx="2855">
                  <c:v>4.4496099999999998</c:v>
                </c:pt>
                <c:pt idx="2856">
                  <c:v>4.44991</c:v>
                </c:pt>
                <c:pt idx="2857">
                  <c:v>4.4502199999999998</c:v>
                </c:pt>
                <c:pt idx="2858">
                  <c:v>4.45052</c:v>
                </c:pt>
                <c:pt idx="2859">
                  <c:v>4.4508299999999998</c:v>
                </c:pt>
                <c:pt idx="2860">
                  <c:v>4.4511399999999997</c:v>
                </c:pt>
                <c:pt idx="2861">
                  <c:v>4.4514399999999998</c:v>
                </c:pt>
                <c:pt idx="2862">
                  <c:v>4.4517499999999997</c:v>
                </c:pt>
                <c:pt idx="2863">
                  <c:v>4.4520499999999998</c:v>
                </c:pt>
                <c:pt idx="2864">
                  <c:v>4.4523599999999997</c:v>
                </c:pt>
                <c:pt idx="2865">
                  <c:v>4.4526599999999998</c:v>
                </c:pt>
                <c:pt idx="2866">
                  <c:v>4.4529699999999997</c:v>
                </c:pt>
                <c:pt idx="2867">
                  <c:v>4.4532699999999998</c:v>
                </c:pt>
                <c:pt idx="2868">
                  <c:v>4.4535799999999997</c:v>
                </c:pt>
                <c:pt idx="2869">
                  <c:v>4.4538799999999998</c:v>
                </c:pt>
                <c:pt idx="2870">
                  <c:v>4.4541899999999996</c:v>
                </c:pt>
                <c:pt idx="2871">
                  <c:v>4.4545000000000003</c:v>
                </c:pt>
                <c:pt idx="2872">
                  <c:v>4.4547999999999996</c:v>
                </c:pt>
                <c:pt idx="2873">
                  <c:v>4.4551100000000003</c:v>
                </c:pt>
                <c:pt idx="2874">
                  <c:v>4.4554099999999996</c:v>
                </c:pt>
                <c:pt idx="2875">
                  <c:v>4.4557200000000003</c:v>
                </c:pt>
                <c:pt idx="2876">
                  <c:v>4.4560199999999996</c:v>
                </c:pt>
                <c:pt idx="2877">
                  <c:v>4.4563300000000003</c:v>
                </c:pt>
                <c:pt idx="2878">
                  <c:v>4.4566299999999996</c:v>
                </c:pt>
                <c:pt idx="2879">
                  <c:v>4.4569400000000003</c:v>
                </c:pt>
                <c:pt idx="2880">
                  <c:v>4.4572399999999996</c:v>
                </c:pt>
                <c:pt idx="2881">
                  <c:v>4.4575500000000003</c:v>
                </c:pt>
                <c:pt idx="2882">
                  <c:v>4.4578499999999996</c:v>
                </c:pt>
                <c:pt idx="2883">
                  <c:v>4.4581600000000003</c:v>
                </c:pt>
                <c:pt idx="2884">
                  <c:v>4.4584700000000002</c:v>
                </c:pt>
                <c:pt idx="2885">
                  <c:v>4.4587700000000003</c:v>
                </c:pt>
                <c:pt idx="2886">
                  <c:v>4.4590800000000002</c:v>
                </c:pt>
                <c:pt idx="2887">
                  <c:v>4.4593800000000003</c:v>
                </c:pt>
                <c:pt idx="2888">
                  <c:v>4.4596900000000002</c:v>
                </c:pt>
                <c:pt idx="2889">
                  <c:v>4.4599900000000003</c:v>
                </c:pt>
                <c:pt idx="2890">
                  <c:v>4.4603000000000002</c:v>
                </c:pt>
                <c:pt idx="2891">
                  <c:v>4.4606000000000003</c:v>
                </c:pt>
                <c:pt idx="2892">
                  <c:v>4.4609100000000002</c:v>
                </c:pt>
                <c:pt idx="2893">
                  <c:v>4.4612100000000003</c:v>
                </c:pt>
                <c:pt idx="2894">
                  <c:v>4.4615200000000002</c:v>
                </c:pt>
                <c:pt idx="2895">
                  <c:v>4.4618200000000003</c:v>
                </c:pt>
                <c:pt idx="2896">
                  <c:v>4.4621300000000002</c:v>
                </c:pt>
                <c:pt idx="2897">
                  <c:v>4.46244</c:v>
                </c:pt>
                <c:pt idx="2898">
                  <c:v>4.4627400000000002</c:v>
                </c:pt>
                <c:pt idx="2899">
                  <c:v>4.46305</c:v>
                </c:pt>
                <c:pt idx="2900">
                  <c:v>4.4633500000000002</c:v>
                </c:pt>
                <c:pt idx="2901">
                  <c:v>4.46366</c:v>
                </c:pt>
                <c:pt idx="2902">
                  <c:v>4.4639600000000002</c:v>
                </c:pt>
                <c:pt idx="2903">
                  <c:v>4.46427</c:v>
                </c:pt>
                <c:pt idx="2904">
                  <c:v>4.4645700000000001</c:v>
                </c:pt>
                <c:pt idx="2905">
                  <c:v>4.46488</c:v>
                </c:pt>
                <c:pt idx="2906">
                  <c:v>4.4651800000000001</c:v>
                </c:pt>
                <c:pt idx="2907">
                  <c:v>4.46549</c:v>
                </c:pt>
                <c:pt idx="2908">
                  <c:v>4.4657900000000001</c:v>
                </c:pt>
                <c:pt idx="2909">
                  <c:v>4.4661</c:v>
                </c:pt>
                <c:pt idx="2910">
                  <c:v>4.4664099999999998</c:v>
                </c:pt>
                <c:pt idx="2911">
                  <c:v>4.46671</c:v>
                </c:pt>
                <c:pt idx="2912">
                  <c:v>4.4670199999999998</c:v>
                </c:pt>
                <c:pt idx="2913">
                  <c:v>4.46732</c:v>
                </c:pt>
                <c:pt idx="2914">
                  <c:v>4.4676299999999998</c:v>
                </c:pt>
                <c:pt idx="2915">
                  <c:v>4.46793</c:v>
                </c:pt>
                <c:pt idx="2916">
                  <c:v>4.4682399999999998</c:v>
                </c:pt>
                <c:pt idx="2917">
                  <c:v>4.46854</c:v>
                </c:pt>
                <c:pt idx="2918">
                  <c:v>4.4688499999999998</c:v>
                </c:pt>
                <c:pt idx="2919">
                  <c:v>4.46915</c:v>
                </c:pt>
                <c:pt idx="2920">
                  <c:v>4.4694599999999998</c:v>
                </c:pt>
                <c:pt idx="2921">
                  <c:v>4.4697699999999996</c:v>
                </c:pt>
                <c:pt idx="2922">
                  <c:v>4.4700699999999998</c:v>
                </c:pt>
                <c:pt idx="2923">
                  <c:v>4.4703799999999996</c:v>
                </c:pt>
                <c:pt idx="2924">
                  <c:v>4.4706799999999998</c:v>
                </c:pt>
                <c:pt idx="2925">
                  <c:v>4.4709899999999996</c:v>
                </c:pt>
                <c:pt idx="2926">
                  <c:v>4.4712899999999998</c:v>
                </c:pt>
                <c:pt idx="2927">
                  <c:v>4.4715999999999996</c:v>
                </c:pt>
                <c:pt idx="2928">
                  <c:v>4.4718999999999998</c:v>
                </c:pt>
                <c:pt idx="2929">
                  <c:v>4.4722099999999996</c:v>
                </c:pt>
                <c:pt idx="2930">
                  <c:v>4.4725099999999998</c:v>
                </c:pt>
                <c:pt idx="2931">
                  <c:v>4.4728199999999996</c:v>
                </c:pt>
                <c:pt idx="2932">
                  <c:v>4.4731199999999998</c:v>
                </c:pt>
                <c:pt idx="2933">
                  <c:v>4.4734299999999996</c:v>
                </c:pt>
                <c:pt idx="2934">
                  <c:v>4.4737400000000003</c:v>
                </c:pt>
                <c:pt idx="2935">
                  <c:v>4.4740399999999996</c:v>
                </c:pt>
                <c:pt idx="2936">
                  <c:v>4.4743500000000003</c:v>
                </c:pt>
                <c:pt idx="2937">
                  <c:v>4.4746499999999996</c:v>
                </c:pt>
                <c:pt idx="2938">
                  <c:v>4.4749600000000003</c:v>
                </c:pt>
                <c:pt idx="2939">
                  <c:v>4.4752599999999996</c:v>
                </c:pt>
                <c:pt idx="2940">
                  <c:v>4.4755700000000003</c:v>
                </c:pt>
                <c:pt idx="2941">
                  <c:v>4.4758699999999996</c:v>
                </c:pt>
                <c:pt idx="2942">
                  <c:v>4.4761800000000003</c:v>
                </c:pt>
                <c:pt idx="2943">
                  <c:v>4.4764799999999996</c:v>
                </c:pt>
                <c:pt idx="2944">
                  <c:v>4.4767900000000003</c:v>
                </c:pt>
                <c:pt idx="2945">
                  <c:v>4.4770899999999996</c:v>
                </c:pt>
                <c:pt idx="2946">
                  <c:v>4.4774000000000003</c:v>
                </c:pt>
                <c:pt idx="2947">
                  <c:v>4.4777100000000001</c:v>
                </c:pt>
                <c:pt idx="2948">
                  <c:v>4.4780100000000003</c:v>
                </c:pt>
                <c:pt idx="2949">
                  <c:v>4.4783200000000001</c:v>
                </c:pt>
                <c:pt idx="2950">
                  <c:v>4.4786200000000003</c:v>
                </c:pt>
                <c:pt idx="2951">
                  <c:v>4.4789300000000001</c:v>
                </c:pt>
                <c:pt idx="2952">
                  <c:v>4.4792300000000003</c:v>
                </c:pt>
                <c:pt idx="2953">
                  <c:v>4.4795400000000001</c:v>
                </c:pt>
                <c:pt idx="2954">
                  <c:v>4.4798400000000003</c:v>
                </c:pt>
                <c:pt idx="2955">
                  <c:v>4.4801500000000001</c:v>
                </c:pt>
                <c:pt idx="2956">
                  <c:v>4.4804500000000003</c:v>
                </c:pt>
                <c:pt idx="2957">
                  <c:v>4.4807600000000001</c:v>
                </c:pt>
                <c:pt idx="2958">
                  <c:v>4.4810600000000003</c:v>
                </c:pt>
                <c:pt idx="2959">
                  <c:v>4.4813700000000001</c:v>
                </c:pt>
                <c:pt idx="2960">
                  <c:v>4.4816799999999999</c:v>
                </c:pt>
                <c:pt idx="2961">
                  <c:v>4.4819800000000001</c:v>
                </c:pt>
                <c:pt idx="2962">
                  <c:v>4.4822899999999999</c:v>
                </c:pt>
                <c:pt idx="2963">
                  <c:v>4.4825900000000001</c:v>
                </c:pt>
                <c:pt idx="2964">
                  <c:v>4.4828999999999999</c:v>
                </c:pt>
                <c:pt idx="2965">
                  <c:v>4.4832000000000001</c:v>
                </c:pt>
                <c:pt idx="2966">
                  <c:v>4.4835099999999999</c:v>
                </c:pt>
                <c:pt idx="2967">
                  <c:v>4.4838100000000001</c:v>
                </c:pt>
                <c:pt idx="2968">
                  <c:v>4.4841199999999999</c:v>
                </c:pt>
                <c:pt idx="2969">
                  <c:v>4.4844200000000001</c:v>
                </c:pt>
                <c:pt idx="2970">
                  <c:v>4.4847299999999999</c:v>
                </c:pt>
                <c:pt idx="2971">
                  <c:v>4.4850300000000001</c:v>
                </c:pt>
                <c:pt idx="2972">
                  <c:v>4.4853399999999999</c:v>
                </c:pt>
                <c:pt idx="2973">
                  <c:v>4.4856499999999997</c:v>
                </c:pt>
                <c:pt idx="2974">
                  <c:v>4.4859499999999999</c:v>
                </c:pt>
                <c:pt idx="2975">
                  <c:v>4.4862599999999997</c:v>
                </c:pt>
                <c:pt idx="2976">
                  <c:v>4.4865599999999999</c:v>
                </c:pt>
                <c:pt idx="2977">
                  <c:v>4.4868699999999997</c:v>
                </c:pt>
                <c:pt idx="2978">
                  <c:v>4.4871699999999999</c:v>
                </c:pt>
                <c:pt idx="2979">
                  <c:v>4.4874799999999997</c:v>
                </c:pt>
                <c:pt idx="2980">
                  <c:v>4.4877799999999999</c:v>
                </c:pt>
                <c:pt idx="2981">
                  <c:v>4.4880899999999997</c:v>
                </c:pt>
                <c:pt idx="2982">
                  <c:v>4.4883899999999999</c:v>
                </c:pt>
                <c:pt idx="2983">
                  <c:v>4.4886999999999997</c:v>
                </c:pt>
                <c:pt idx="2984">
                  <c:v>4.4890100000000004</c:v>
                </c:pt>
                <c:pt idx="2985">
                  <c:v>4.4893099999999997</c:v>
                </c:pt>
                <c:pt idx="2986">
                  <c:v>4.4896200000000004</c:v>
                </c:pt>
                <c:pt idx="2987">
                  <c:v>4.4899199999999997</c:v>
                </c:pt>
                <c:pt idx="2988">
                  <c:v>4.4902300000000004</c:v>
                </c:pt>
                <c:pt idx="2989">
                  <c:v>4.4905299999999997</c:v>
                </c:pt>
                <c:pt idx="2990">
                  <c:v>4.4908400000000004</c:v>
                </c:pt>
                <c:pt idx="2991">
                  <c:v>4.4911399999999997</c:v>
                </c:pt>
                <c:pt idx="2992">
                  <c:v>4.4914500000000004</c:v>
                </c:pt>
                <c:pt idx="2993">
                  <c:v>4.4917499999999997</c:v>
                </c:pt>
                <c:pt idx="2994">
                  <c:v>4.4920600000000004</c:v>
                </c:pt>
                <c:pt idx="2995">
                  <c:v>4.4923599999999997</c:v>
                </c:pt>
                <c:pt idx="2996">
                  <c:v>4.4926700000000004</c:v>
                </c:pt>
                <c:pt idx="2997">
                  <c:v>4.4929800000000002</c:v>
                </c:pt>
                <c:pt idx="2998">
                  <c:v>4.4932800000000004</c:v>
                </c:pt>
                <c:pt idx="2999">
                  <c:v>4.4935900000000002</c:v>
                </c:pt>
                <c:pt idx="3000">
                  <c:v>4.4938900000000004</c:v>
                </c:pt>
                <c:pt idx="3001">
                  <c:v>4.4942000000000002</c:v>
                </c:pt>
                <c:pt idx="3002">
                  <c:v>4.4945000000000004</c:v>
                </c:pt>
                <c:pt idx="3003">
                  <c:v>4.4948100000000002</c:v>
                </c:pt>
                <c:pt idx="3004">
                  <c:v>4.4951100000000004</c:v>
                </c:pt>
                <c:pt idx="3005">
                  <c:v>4.4954200000000002</c:v>
                </c:pt>
                <c:pt idx="3006">
                  <c:v>4.4957200000000004</c:v>
                </c:pt>
                <c:pt idx="3007">
                  <c:v>4.4960300000000002</c:v>
                </c:pt>
                <c:pt idx="3008">
                  <c:v>4.4963300000000004</c:v>
                </c:pt>
                <c:pt idx="3009">
                  <c:v>4.4966400000000002</c:v>
                </c:pt>
                <c:pt idx="3010">
                  <c:v>4.49695</c:v>
                </c:pt>
                <c:pt idx="3011">
                  <c:v>4.4972500000000002</c:v>
                </c:pt>
                <c:pt idx="3012">
                  <c:v>4.49756</c:v>
                </c:pt>
                <c:pt idx="3013">
                  <c:v>4.4978600000000002</c:v>
                </c:pt>
                <c:pt idx="3014">
                  <c:v>4.49817</c:v>
                </c:pt>
                <c:pt idx="3015">
                  <c:v>4.4984700000000002</c:v>
                </c:pt>
                <c:pt idx="3016">
                  <c:v>4.49878</c:v>
                </c:pt>
                <c:pt idx="3017">
                  <c:v>4.4990800000000002</c:v>
                </c:pt>
                <c:pt idx="3018">
                  <c:v>4.49939</c:v>
                </c:pt>
                <c:pt idx="3019">
                  <c:v>4.4996900000000002</c:v>
                </c:pt>
                <c:pt idx="3020">
                  <c:v>4.5</c:v>
                </c:pt>
                <c:pt idx="3021">
                  <c:v>4.5003000000000002</c:v>
                </c:pt>
                <c:pt idx="3022">
                  <c:v>4.50061</c:v>
                </c:pt>
                <c:pt idx="3023">
                  <c:v>4.5009199999999998</c:v>
                </c:pt>
                <c:pt idx="3024">
                  <c:v>4.50122</c:v>
                </c:pt>
                <c:pt idx="3025">
                  <c:v>4.5015299999999998</c:v>
                </c:pt>
                <c:pt idx="3026">
                  <c:v>4.50183</c:v>
                </c:pt>
                <c:pt idx="3027">
                  <c:v>4.5021399999999998</c:v>
                </c:pt>
                <c:pt idx="3028">
                  <c:v>4.50244</c:v>
                </c:pt>
                <c:pt idx="3029">
                  <c:v>4.5027499999999998</c:v>
                </c:pt>
                <c:pt idx="3030">
                  <c:v>4.50305</c:v>
                </c:pt>
                <c:pt idx="3031">
                  <c:v>4.5033599999999998</c:v>
                </c:pt>
                <c:pt idx="3032">
                  <c:v>4.50366</c:v>
                </c:pt>
                <c:pt idx="3033">
                  <c:v>4.5039699999999998</c:v>
                </c:pt>
                <c:pt idx="3034">
                  <c:v>4.50427</c:v>
                </c:pt>
                <c:pt idx="3035">
                  <c:v>4.5045799999999998</c:v>
                </c:pt>
                <c:pt idx="3036">
                  <c:v>4.5048899999999996</c:v>
                </c:pt>
                <c:pt idx="3037">
                  <c:v>4.5051899999999998</c:v>
                </c:pt>
                <c:pt idx="3038">
                  <c:v>4.5054999999999996</c:v>
                </c:pt>
                <c:pt idx="3039">
                  <c:v>4.5057999999999998</c:v>
                </c:pt>
                <c:pt idx="3040">
                  <c:v>4.5061099999999996</c:v>
                </c:pt>
                <c:pt idx="3041">
                  <c:v>4.5064099999999998</c:v>
                </c:pt>
                <c:pt idx="3042">
                  <c:v>4.5067199999999996</c:v>
                </c:pt>
                <c:pt idx="3043">
                  <c:v>4.5070199999999998</c:v>
                </c:pt>
                <c:pt idx="3044">
                  <c:v>4.5073299999999996</c:v>
                </c:pt>
                <c:pt idx="3045">
                  <c:v>4.5076299999999998</c:v>
                </c:pt>
                <c:pt idx="3046">
                  <c:v>4.5079399999999996</c:v>
                </c:pt>
                <c:pt idx="3047">
                  <c:v>4.5082500000000003</c:v>
                </c:pt>
                <c:pt idx="3048">
                  <c:v>4.5085499999999996</c:v>
                </c:pt>
                <c:pt idx="3049">
                  <c:v>4.5088600000000003</c:v>
                </c:pt>
                <c:pt idx="3050">
                  <c:v>4.5091599999999996</c:v>
                </c:pt>
                <c:pt idx="3051">
                  <c:v>4.5094700000000003</c:v>
                </c:pt>
                <c:pt idx="3052">
                  <c:v>4.5097699999999996</c:v>
                </c:pt>
                <c:pt idx="3053">
                  <c:v>4.5100800000000003</c:v>
                </c:pt>
                <c:pt idx="3054">
                  <c:v>4.5103799999999996</c:v>
                </c:pt>
                <c:pt idx="3055">
                  <c:v>4.5106900000000003</c:v>
                </c:pt>
                <c:pt idx="3056">
                  <c:v>4.5109899999999996</c:v>
                </c:pt>
                <c:pt idx="3057">
                  <c:v>4.5113000000000003</c:v>
                </c:pt>
                <c:pt idx="3058">
                  <c:v>4.5115999999999996</c:v>
                </c:pt>
                <c:pt idx="3059">
                  <c:v>4.5119100000000003</c:v>
                </c:pt>
                <c:pt idx="3060">
                  <c:v>4.5122200000000001</c:v>
                </c:pt>
                <c:pt idx="3061">
                  <c:v>4.5125200000000003</c:v>
                </c:pt>
                <c:pt idx="3062">
                  <c:v>4.5128300000000001</c:v>
                </c:pt>
                <c:pt idx="3063">
                  <c:v>4.5131300000000003</c:v>
                </c:pt>
                <c:pt idx="3064">
                  <c:v>4.5134400000000001</c:v>
                </c:pt>
                <c:pt idx="3065">
                  <c:v>4.5137400000000003</c:v>
                </c:pt>
                <c:pt idx="3066">
                  <c:v>4.5140500000000001</c:v>
                </c:pt>
                <c:pt idx="3067">
                  <c:v>4.5143500000000003</c:v>
                </c:pt>
                <c:pt idx="3068">
                  <c:v>4.5146600000000001</c:v>
                </c:pt>
                <c:pt idx="3069">
                  <c:v>4.5149600000000003</c:v>
                </c:pt>
                <c:pt idx="3070">
                  <c:v>4.5152700000000001</c:v>
                </c:pt>
                <c:pt idx="3071">
                  <c:v>4.5155700000000003</c:v>
                </c:pt>
                <c:pt idx="3072">
                  <c:v>4.5158800000000001</c:v>
                </c:pt>
                <c:pt idx="3073">
                  <c:v>4.5161899999999999</c:v>
                </c:pt>
                <c:pt idx="3074">
                  <c:v>4.5164900000000001</c:v>
                </c:pt>
                <c:pt idx="3075">
                  <c:v>4.5167999999999999</c:v>
                </c:pt>
                <c:pt idx="3076">
                  <c:v>4.5171000000000001</c:v>
                </c:pt>
                <c:pt idx="3077">
                  <c:v>4.5174099999999999</c:v>
                </c:pt>
                <c:pt idx="3078">
                  <c:v>4.5177100000000001</c:v>
                </c:pt>
                <c:pt idx="3079">
                  <c:v>4.5180199999999999</c:v>
                </c:pt>
                <c:pt idx="3080">
                  <c:v>4.5183200000000001</c:v>
                </c:pt>
                <c:pt idx="3081">
                  <c:v>4.5186299999999999</c:v>
                </c:pt>
                <c:pt idx="3082">
                  <c:v>4.5189300000000001</c:v>
                </c:pt>
                <c:pt idx="3083">
                  <c:v>4.5192399999999999</c:v>
                </c:pt>
                <c:pt idx="3084">
                  <c:v>4.5195400000000001</c:v>
                </c:pt>
                <c:pt idx="3085">
                  <c:v>4.5198499999999999</c:v>
                </c:pt>
                <c:pt idx="3086">
                  <c:v>4.5201599999999997</c:v>
                </c:pt>
                <c:pt idx="3087">
                  <c:v>4.5204599999999999</c:v>
                </c:pt>
                <c:pt idx="3088">
                  <c:v>4.5207699999999997</c:v>
                </c:pt>
                <c:pt idx="3089">
                  <c:v>4.5210699999999999</c:v>
                </c:pt>
                <c:pt idx="3090">
                  <c:v>4.5213799999999997</c:v>
                </c:pt>
                <c:pt idx="3091">
                  <c:v>4.5216799999999999</c:v>
                </c:pt>
                <c:pt idx="3092">
                  <c:v>4.5219899999999997</c:v>
                </c:pt>
                <c:pt idx="3093">
                  <c:v>4.5222899999999999</c:v>
                </c:pt>
                <c:pt idx="3094">
                  <c:v>4.5225999999999997</c:v>
                </c:pt>
                <c:pt idx="3095">
                  <c:v>4.5228999999999999</c:v>
                </c:pt>
                <c:pt idx="3096">
                  <c:v>4.5232099999999997</c:v>
                </c:pt>
                <c:pt idx="3097">
                  <c:v>4.5235099999999999</c:v>
                </c:pt>
                <c:pt idx="3098">
                  <c:v>4.5238199999999997</c:v>
                </c:pt>
                <c:pt idx="3099">
                  <c:v>4.5241300000000004</c:v>
                </c:pt>
                <c:pt idx="3100">
                  <c:v>4.5244299999999997</c:v>
                </c:pt>
                <c:pt idx="3101">
                  <c:v>4.5247400000000004</c:v>
                </c:pt>
                <c:pt idx="3102">
                  <c:v>4.5250399999999997</c:v>
                </c:pt>
                <c:pt idx="3103">
                  <c:v>4.5253500000000004</c:v>
                </c:pt>
                <c:pt idx="3104">
                  <c:v>4.5256499999999997</c:v>
                </c:pt>
                <c:pt idx="3105">
                  <c:v>4.5259600000000004</c:v>
                </c:pt>
                <c:pt idx="3106">
                  <c:v>4.5262599999999997</c:v>
                </c:pt>
                <c:pt idx="3107">
                  <c:v>4.5265700000000004</c:v>
                </c:pt>
                <c:pt idx="3108">
                  <c:v>4.5268699999999997</c:v>
                </c:pt>
                <c:pt idx="3109">
                  <c:v>4.5271800000000004</c:v>
                </c:pt>
                <c:pt idx="3110">
                  <c:v>4.5274900000000002</c:v>
                </c:pt>
                <c:pt idx="3111">
                  <c:v>4.5277900000000004</c:v>
                </c:pt>
                <c:pt idx="3112">
                  <c:v>4.5281000000000002</c:v>
                </c:pt>
                <c:pt idx="3113">
                  <c:v>4.5284000000000004</c:v>
                </c:pt>
                <c:pt idx="3114">
                  <c:v>4.5287100000000002</c:v>
                </c:pt>
                <c:pt idx="3115">
                  <c:v>4.5290100000000004</c:v>
                </c:pt>
                <c:pt idx="3116">
                  <c:v>4.5293200000000002</c:v>
                </c:pt>
                <c:pt idx="3117">
                  <c:v>4.5296200000000004</c:v>
                </c:pt>
                <c:pt idx="3118">
                  <c:v>4.5299300000000002</c:v>
                </c:pt>
                <c:pt idx="3119">
                  <c:v>4.5302300000000004</c:v>
                </c:pt>
                <c:pt idx="3120">
                  <c:v>4.5305400000000002</c:v>
                </c:pt>
                <c:pt idx="3121">
                  <c:v>4.5308400000000004</c:v>
                </c:pt>
                <c:pt idx="3122">
                  <c:v>4.5311500000000002</c:v>
                </c:pt>
                <c:pt idx="3123">
                  <c:v>4.53146</c:v>
                </c:pt>
                <c:pt idx="3124">
                  <c:v>4.5317600000000002</c:v>
                </c:pt>
                <c:pt idx="3125">
                  <c:v>4.53207</c:v>
                </c:pt>
                <c:pt idx="3126">
                  <c:v>4.5323700000000002</c:v>
                </c:pt>
                <c:pt idx="3127">
                  <c:v>4.53268</c:v>
                </c:pt>
                <c:pt idx="3128">
                  <c:v>4.5329800000000002</c:v>
                </c:pt>
                <c:pt idx="3129">
                  <c:v>4.53329</c:v>
                </c:pt>
                <c:pt idx="3130">
                  <c:v>4.5335900000000002</c:v>
                </c:pt>
                <c:pt idx="3131">
                  <c:v>4.5339</c:v>
                </c:pt>
                <c:pt idx="3132">
                  <c:v>4.5342000000000002</c:v>
                </c:pt>
                <c:pt idx="3133">
                  <c:v>4.53451</c:v>
                </c:pt>
                <c:pt idx="3134">
                  <c:v>4.5348100000000002</c:v>
                </c:pt>
                <c:pt idx="3135">
                  <c:v>4.53512</c:v>
                </c:pt>
                <c:pt idx="3136">
                  <c:v>4.5354299999999999</c:v>
                </c:pt>
                <c:pt idx="3137">
                  <c:v>4.53573</c:v>
                </c:pt>
                <c:pt idx="3138">
                  <c:v>4.5360399999999998</c:v>
                </c:pt>
                <c:pt idx="3139">
                  <c:v>4.53634</c:v>
                </c:pt>
                <c:pt idx="3140">
                  <c:v>4.5366499999999998</c:v>
                </c:pt>
                <c:pt idx="3141">
                  <c:v>4.53695</c:v>
                </c:pt>
                <c:pt idx="3142">
                  <c:v>4.5372599999999998</c:v>
                </c:pt>
                <c:pt idx="3143">
                  <c:v>4.53756</c:v>
                </c:pt>
                <c:pt idx="3144">
                  <c:v>4.5378699999999998</c:v>
                </c:pt>
                <c:pt idx="3145">
                  <c:v>4.53817</c:v>
                </c:pt>
                <c:pt idx="3146">
                  <c:v>4.5384799999999998</c:v>
                </c:pt>
                <c:pt idx="3147">
                  <c:v>4.53878</c:v>
                </c:pt>
                <c:pt idx="3148">
                  <c:v>4.5390899999999998</c:v>
                </c:pt>
                <c:pt idx="3149">
                  <c:v>4.5393999999999997</c:v>
                </c:pt>
                <c:pt idx="3150">
                  <c:v>4.5396999999999998</c:v>
                </c:pt>
                <c:pt idx="3151">
                  <c:v>4.5400099999999997</c:v>
                </c:pt>
                <c:pt idx="3152">
                  <c:v>4.5403099999999998</c:v>
                </c:pt>
                <c:pt idx="3153">
                  <c:v>4.5406199999999997</c:v>
                </c:pt>
                <c:pt idx="3154">
                  <c:v>4.5409199999999998</c:v>
                </c:pt>
                <c:pt idx="3155">
                  <c:v>4.5412299999999997</c:v>
                </c:pt>
                <c:pt idx="3156">
                  <c:v>4.5415299999999998</c:v>
                </c:pt>
                <c:pt idx="3157">
                  <c:v>4.5418399999999997</c:v>
                </c:pt>
                <c:pt idx="3158">
                  <c:v>4.5421399999999998</c:v>
                </c:pt>
                <c:pt idx="3159">
                  <c:v>4.5424499999999997</c:v>
                </c:pt>
                <c:pt idx="3160">
                  <c:v>4.5427600000000004</c:v>
                </c:pt>
                <c:pt idx="3161">
                  <c:v>4.5430599999999997</c:v>
                </c:pt>
                <c:pt idx="3162">
                  <c:v>4.5433700000000004</c:v>
                </c:pt>
                <c:pt idx="3163">
                  <c:v>4.5436699999999997</c:v>
                </c:pt>
                <c:pt idx="3164">
                  <c:v>4.5439800000000004</c:v>
                </c:pt>
                <c:pt idx="3165">
                  <c:v>4.5442799999999997</c:v>
                </c:pt>
                <c:pt idx="3166">
                  <c:v>4.5445900000000004</c:v>
                </c:pt>
                <c:pt idx="3167">
                  <c:v>4.5448899999999997</c:v>
                </c:pt>
                <c:pt idx="3168">
                  <c:v>4.5452000000000004</c:v>
                </c:pt>
                <c:pt idx="3169">
                  <c:v>4.5454999999999997</c:v>
                </c:pt>
                <c:pt idx="3170">
                  <c:v>4.5458100000000004</c:v>
                </c:pt>
                <c:pt idx="3171">
                  <c:v>4.5461099999999997</c:v>
                </c:pt>
                <c:pt idx="3172">
                  <c:v>4.5464200000000003</c:v>
                </c:pt>
                <c:pt idx="3173">
                  <c:v>4.5467300000000002</c:v>
                </c:pt>
                <c:pt idx="3174">
                  <c:v>4.5470300000000003</c:v>
                </c:pt>
                <c:pt idx="3175">
                  <c:v>4.5473400000000002</c:v>
                </c:pt>
                <c:pt idx="3176">
                  <c:v>4.5476400000000003</c:v>
                </c:pt>
                <c:pt idx="3177">
                  <c:v>4.5479500000000002</c:v>
                </c:pt>
                <c:pt idx="3178">
                  <c:v>4.5482500000000003</c:v>
                </c:pt>
                <c:pt idx="3179">
                  <c:v>4.5485600000000002</c:v>
                </c:pt>
                <c:pt idx="3180">
                  <c:v>4.5488600000000003</c:v>
                </c:pt>
                <c:pt idx="3181">
                  <c:v>4.5491700000000002</c:v>
                </c:pt>
                <c:pt idx="3182">
                  <c:v>4.5494700000000003</c:v>
                </c:pt>
                <c:pt idx="3183">
                  <c:v>4.5497800000000002</c:v>
                </c:pt>
                <c:pt idx="3184">
                  <c:v>4.5500800000000003</c:v>
                </c:pt>
                <c:pt idx="3185">
                  <c:v>4.5503900000000002</c:v>
                </c:pt>
                <c:pt idx="3186">
                  <c:v>4.5507</c:v>
                </c:pt>
                <c:pt idx="3187">
                  <c:v>4.5510000000000002</c:v>
                </c:pt>
                <c:pt idx="3188">
                  <c:v>4.55131</c:v>
                </c:pt>
                <c:pt idx="3189">
                  <c:v>4.5516100000000002</c:v>
                </c:pt>
                <c:pt idx="3190">
                  <c:v>4.55192</c:v>
                </c:pt>
                <c:pt idx="3191">
                  <c:v>4.5522200000000002</c:v>
                </c:pt>
                <c:pt idx="3192">
                  <c:v>4.55253</c:v>
                </c:pt>
                <c:pt idx="3193">
                  <c:v>4.5528300000000002</c:v>
                </c:pt>
                <c:pt idx="3194">
                  <c:v>4.55314</c:v>
                </c:pt>
                <c:pt idx="3195">
                  <c:v>4.5534400000000002</c:v>
                </c:pt>
                <c:pt idx="3196">
                  <c:v>4.55375</c:v>
                </c:pt>
                <c:pt idx="3197">
                  <c:v>4.5540500000000002</c:v>
                </c:pt>
                <c:pt idx="3198">
                  <c:v>4.55436</c:v>
                </c:pt>
                <c:pt idx="3199">
                  <c:v>4.5546699999999998</c:v>
                </c:pt>
                <c:pt idx="3200">
                  <c:v>4.55497</c:v>
                </c:pt>
                <c:pt idx="3201">
                  <c:v>4.5552799999999998</c:v>
                </c:pt>
                <c:pt idx="3202">
                  <c:v>4.55558</c:v>
                </c:pt>
                <c:pt idx="3203">
                  <c:v>4.5558899999999998</c:v>
                </c:pt>
                <c:pt idx="3204">
                  <c:v>4.55619</c:v>
                </c:pt>
                <c:pt idx="3205">
                  <c:v>4.5564999999999998</c:v>
                </c:pt>
                <c:pt idx="3206">
                  <c:v>4.5568</c:v>
                </c:pt>
                <c:pt idx="3207">
                  <c:v>4.5571099999999998</c:v>
                </c:pt>
                <c:pt idx="3208">
                  <c:v>4.55741</c:v>
                </c:pt>
                <c:pt idx="3209">
                  <c:v>4.5577199999999998</c:v>
                </c:pt>
                <c:pt idx="3210">
                  <c:v>4.55802</c:v>
                </c:pt>
                <c:pt idx="3211">
                  <c:v>4.5583299999999998</c:v>
                </c:pt>
                <c:pt idx="3212">
                  <c:v>4.5586399999999996</c:v>
                </c:pt>
                <c:pt idx="3213">
                  <c:v>4.5589399999999998</c:v>
                </c:pt>
                <c:pt idx="3214">
                  <c:v>4.5592499999999996</c:v>
                </c:pt>
                <c:pt idx="3215">
                  <c:v>4.5595499999999998</c:v>
                </c:pt>
                <c:pt idx="3216">
                  <c:v>4.5598599999999996</c:v>
                </c:pt>
                <c:pt idx="3217">
                  <c:v>4.5601599999999998</c:v>
                </c:pt>
                <c:pt idx="3218">
                  <c:v>4.5604699999999996</c:v>
                </c:pt>
                <c:pt idx="3219">
                  <c:v>4.5607699999999998</c:v>
                </c:pt>
                <c:pt idx="3220">
                  <c:v>4.5610799999999996</c:v>
                </c:pt>
                <c:pt idx="3221">
                  <c:v>4.5613799999999998</c:v>
                </c:pt>
                <c:pt idx="3222">
                  <c:v>4.5616899999999996</c:v>
                </c:pt>
                <c:pt idx="3223">
                  <c:v>4.5620000000000003</c:v>
                </c:pt>
                <c:pt idx="3224">
                  <c:v>4.5622999999999996</c:v>
                </c:pt>
                <c:pt idx="3225">
                  <c:v>4.5626100000000003</c:v>
                </c:pt>
                <c:pt idx="3226">
                  <c:v>4.5629099999999996</c:v>
                </c:pt>
                <c:pt idx="3227">
                  <c:v>4.5632200000000003</c:v>
                </c:pt>
                <c:pt idx="3228">
                  <c:v>4.5635199999999996</c:v>
                </c:pt>
                <c:pt idx="3229">
                  <c:v>4.5638300000000003</c:v>
                </c:pt>
                <c:pt idx="3230">
                  <c:v>4.5641299999999996</c:v>
                </c:pt>
                <c:pt idx="3231">
                  <c:v>4.5644400000000003</c:v>
                </c:pt>
                <c:pt idx="3232">
                  <c:v>4.5647399999999996</c:v>
                </c:pt>
                <c:pt idx="3233">
                  <c:v>4.5650500000000003</c:v>
                </c:pt>
                <c:pt idx="3234">
                  <c:v>4.5653499999999996</c:v>
                </c:pt>
                <c:pt idx="3235">
                  <c:v>4.5656600000000003</c:v>
                </c:pt>
                <c:pt idx="3236">
                  <c:v>4.5659700000000001</c:v>
                </c:pt>
                <c:pt idx="3237">
                  <c:v>4.5662700000000003</c:v>
                </c:pt>
                <c:pt idx="3238">
                  <c:v>4.5665800000000001</c:v>
                </c:pt>
                <c:pt idx="3239">
                  <c:v>4.5668800000000003</c:v>
                </c:pt>
                <c:pt idx="3240">
                  <c:v>4.5671900000000001</c:v>
                </c:pt>
                <c:pt idx="3241">
                  <c:v>4.5674900000000003</c:v>
                </c:pt>
                <c:pt idx="3242">
                  <c:v>4.5678000000000001</c:v>
                </c:pt>
                <c:pt idx="3243">
                  <c:v>4.5681000000000003</c:v>
                </c:pt>
                <c:pt idx="3244">
                  <c:v>4.5684100000000001</c:v>
                </c:pt>
                <c:pt idx="3245">
                  <c:v>4.5687100000000003</c:v>
                </c:pt>
                <c:pt idx="3246">
                  <c:v>4.5690200000000001</c:v>
                </c:pt>
                <c:pt idx="3247">
                  <c:v>4.5693200000000003</c:v>
                </c:pt>
                <c:pt idx="3248">
                  <c:v>4.5696300000000001</c:v>
                </c:pt>
                <c:pt idx="3249">
                  <c:v>4.5699399999999999</c:v>
                </c:pt>
                <c:pt idx="3250">
                  <c:v>4.5702400000000001</c:v>
                </c:pt>
                <c:pt idx="3251">
                  <c:v>4.5705499999999999</c:v>
                </c:pt>
                <c:pt idx="3252">
                  <c:v>4.5708500000000001</c:v>
                </c:pt>
                <c:pt idx="3253">
                  <c:v>4.5711599999999999</c:v>
                </c:pt>
                <c:pt idx="3254">
                  <c:v>4.5714600000000001</c:v>
                </c:pt>
                <c:pt idx="3255">
                  <c:v>4.5717699999999999</c:v>
                </c:pt>
                <c:pt idx="3256">
                  <c:v>4.5720700000000001</c:v>
                </c:pt>
                <c:pt idx="3257">
                  <c:v>4.5723799999999999</c:v>
                </c:pt>
                <c:pt idx="3258">
                  <c:v>4.5726800000000001</c:v>
                </c:pt>
                <c:pt idx="3259">
                  <c:v>4.5729899999999999</c:v>
                </c:pt>
                <c:pt idx="3260">
                  <c:v>4.5732900000000001</c:v>
                </c:pt>
                <c:pt idx="3261">
                  <c:v>4.5735999999999999</c:v>
                </c:pt>
                <c:pt idx="3262">
                  <c:v>4.5739099999999997</c:v>
                </c:pt>
                <c:pt idx="3263">
                  <c:v>4.5742099999999999</c:v>
                </c:pt>
                <c:pt idx="3264">
                  <c:v>4.5745199999999997</c:v>
                </c:pt>
                <c:pt idx="3265">
                  <c:v>4.5748199999999999</c:v>
                </c:pt>
                <c:pt idx="3266">
                  <c:v>4.5751299999999997</c:v>
                </c:pt>
                <c:pt idx="3267">
                  <c:v>4.5754299999999999</c:v>
                </c:pt>
                <c:pt idx="3268">
                  <c:v>4.5757399999999997</c:v>
                </c:pt>
                <c:pt idx="3269">
                  <c:v>4.5760399999999999</c:v>
                </c:pt>
                <c:pt idx="3270">
                  <c:v>4.5763499999999997</c:v>
                </c:pt>
                <c:pt idx="3271">
                  <c:v>4.5766499999999999</c:v>
                </c:pt>
                <c:pt idx="3272">
                  <c:v>4.5769599999999997</c:v>
                </c:pt>
                <c:pt idx="3273">
                  <c:v>4.5772599999999999</c:v>
                </c:pt>
                <c:pt idx="3274">
                  <c:v>4.5775699999999997</c:v>
                </c:pt>
                <c:pt idx="3275">
                  <c:v>4.5778800000000004</c:v>
                </c:pt>
                <c:pt idx="3276">
                  <c:v>4.5781799999999997</c:v>
                </c:pt>
                <c:pt idx="3277">
                  <c:v>4.5784900000000004</c:v>
                </c:pt>
                <c:pt idx="3278">
                  <c:v>4.5787899999999997</c:v>
                </c:pt>
                <c:pt idx="3279">
                  <c:v>4.5791000000000004</c:v>
                </c:pt>
                <c:pt idx="3280">
                  <c:v>4.5793999999999997</c:v>
                </c:pt>
                <c:pt idx="3281">
                  <c:v>4.5797100000000004</c:v>
                </c:pt>
                <c:pt idx="3282">
                  <c:v>4.5800099999999997</c:v>
                </c:pt>
                <c:pt idx="3283">
                  <c:v>4.5803200000000004</c:v>
                </c:pt>
                <c:pt idx="3284">
                  <c:v>4.5806199999999997</c:v>
                </c:pt>
                <c:pt idx="3285">
                  <c:v>4.5809300000000004</c:v>
                </c:pt>
                <c:pt idx="3286">
                  <c:v>4.5812400000000002</c:v>
                </c:pt>
                <c:pt idx="3287">
                  <c:v>4.5815400000000004</c:v>
                </c:pt>
                <c:pt idx="3288">
                  <c:v>4.5818500000000002</c:v>
                </c:pt>
                <c:pt idx="3289">
                  <c:v>4.5821500000000004</c:v>
                </c:pt>
                <c:pt idx="3290">
                  <c:v>4.5824600000000002</c:v>
                </c:pt>
                <c:pt idx="3291">
                  <c:v>4.5827600000000004</c:v>
                </c:pt>
                <c:pt idx="3292">
                  <c:v>4.5830700000000002</c:v>
                </c:pt>
                <c:pt idx="3293">
                  <c:v>4.5833700000000004</c:v>
                </c:pt>
                <c:pt idx="3294">
                  <c:v>4.5836800000000002</c:v>
                </c:pt>
                <c:pt idx="3295">
                  <c:v>4.5839800000000004</c:v>
                </c:pt>
                <c:pt idx="3296">
                  <c:v>4.5842900000000002</c:v>
                </c:pt>
                <c:pt idx="3297">
                  <c:v>4.5845900000000004</c:v>
                </c:pt>
                <c:pt idx="3298">
                  <c:v>4.5849000000000002</c:v>
                </c:pt>
                <c:pt idx="3299">
                  <c:v>4.58521</c:v>
                </c:pt>
                <c:pt idx="3300">
                  <c:v>4.5855100000000002</c:v>
                </c:pt>
                <c:pt idx="3301">
                  <c:v>4.58582</c:v>
                </c:pt>
                <c:pt idx="3302">
                  <c:v>4.5861200000000002</c:v>
                </c:pt>
                <c:pt idx="3303">
                  <c:v>4.58643</c:v>
                </c:pt>
                <c:pt idx="3304">
                  <c:v>4.5867300000000002</c:v>
                </c:pt>
                <c:pt idx="3305">
                  <c:v>4.58704</c:v>
                </c:pt>
                <c:pt idx="3306">
                  <c:v>4.5873400000000002</c:v>
                </c:pt>
                <c:pt idx="3307">
                  <c:v>4.58765</c:v>
                </c:pt>
                <c:pt idx="3308">
                  <c:v>4.5879500000000002</c:v>
                </c:pt>
                <c:pt idx="3309">
                  <c:v>4.58826</c:v>
                </c:pt>
                <c:pt idx="3310">
                  <c:v>4.5885600000000002</c:v>
                </c:pt>
                <c:pt idx="3311">
                  <c:v>4.58887</c:v>
                </c:pt>
                <c:pt idx="3312">
                  <c:v>4.5891799999999998</c:v>
                </c:pt>
                <c:pt idx="3313">
                  <c:v>4.58948</c:v>
                </c:pt>
                <c:pt idx="3314">
                  <c:v>4.5897899999999998</c:v>
                </c:pt>
                <c:pt idx="3315">
                  <c:v>4.59009</c:v>
                </c:pt>
                <c:pt idx="3316">
                  <c:v>4.5903999999999998</c:v>
                </c:pt>
                <c:pt idx="3317">
                  <c:v>4.5907</c:v>
                </c:pt>
                <c:pt idx="3318">
                  <c:v>4.5910099999999998</c:v>
                </c:pt>
                <c:pt idx="3319">
                  <c:v>4.59131</c:v>
                </c:pt>
                <c:pt idx="3320">
                  <c:v>4.5916199999999998</c:v>
                </c:pt>
                <c:pt idx="3321">
                  <c:v>4.59192</c:v>
                </c:pt>
                <c:pt idx="3322">
                  <c:v>4.5922299999999998</c:v>
                </c:pt>
                <c:pt idx="3323">
                  <c:v>4.59253</c:v>
                </c:pt>
                <c:pt idx="3324">
                  <c:v>4.5928399999999998</c:v>
                </c:pt>
                <c:pt idx="3325">
                  <c:v>4.5931499999999996</c:v>
                </c:pt>
                <c:pt idx="3326">
                  <c:v>4.5934499999999998</c:v>
                </c:pt>
                <c:pt idx="3327">
                  <c:v>4.5937599999999996</c:v>
                </c:pt>
                <c:pt idx="3328">
                  <c:v>4.5940599999999998</c:v>
                </c:pt>
                <c:pt idx="3329">
                  <c:v>4.5943699999999996</c:v>
                </c:pt>
                <c:pt idx="3330">
                  <c:v>4.5946699999999998</c:v>
                </c:pt>
                <c:pt idx="3331">
                  <c:v>4.5949799999999996</c:v>
                </c:pt>
                <c:pt idx="3332">
                  <c:v>4.5952799999999998</c:v>
                </c:pt>
                <c:pt idx="3333">
                  <c:v>4.5955899999999996</c:v>
                </c:pt>
                <c:pt idx="3334">
                  <c:v>4.5958899999999998</c:v>
                </c:pt>
                <c:pt idx="3335">
                  <c:v>4.5961999999999996</c:v>
                </c:pt>
                <c:pt idx="3336">
                  <c:v>4.5965100000000003</c:v>
                </c:pt>
                <c:pt idx="3337">
                  <c:v>4.5968099999999996</c:v>
                </c:pt>
                <c:pt idx="3338">
                  <c:v>4.5971200000000003</c:v>
                </c:pt>
                <c:pt idx="3339">
                  <c:v>4.5974199999999996</c:v>
                </c:pt>
                <c:pt idx="3340">
                  <c:v>4.5977300000000003</c:v>
                </c:pt>
                <c:pt idx="3341">
                  <c:v>4.5980299999999996</c:v>
                </c:pt>
                <c:pt idx="3342">
                  <c:v>4.5983400000000003</c:v>
                </c:pt>
                <c:pt idx="3343">
                  <c:v>4.5986399999999996</c:v>
                </c:pt>
                <c:pt idx="3344">
                  <c:v>4.5989500000000003</c:v>
                </c:pt>
                <c:pt idx="3345">
                  <c:v>4.5992499999999996</c:v>
                </c:pt>
                <c:pt idx="3346">
                  <c:v>4.5995600000000003</c:v>
                </c:pt>
                <c:pt idx="3347">
                  <c:v>4.5998599999999996</c:v>
                </c:pt>
                <c:pt idx="3348">
                  <c:v>4.6001700000000003</c:v>
                </c:pt>
                <c:pt idx="3349">
                  <c:v>4.6004800000000001</c:v>
                </c:pt>
                <c:pt idx="3350">
                  <c:v>4.6007800000000003</c:v>
                </c:pt>
                <c:pt idx="3351">
                  <c:v>4.6010900000000001</c:v>
                </c:pt>
                <c:pt idx="3352">
                  <c:v>4.6013900000000003</c:v>
                </c:pt>
                <c:pt idx="3353">
                  <c:v>4.6017000000000001</c:v>
                </c:pt>
                <c:pt idx="3354">
                  <c:v>4.6020000000000003</c:v>
                </c:pt>
                <c:pt idx="3355">
                  <c:v>4.6023100000000001</c:v>
                </c:pt>
                <c:pt idx="3356">
                  <c:v>4.6026100000000003</c:v>
                </c:pt>
                <c:pt idx="3357">
                  <c:v>4.6029200000000001</c:v>
                </c:pt>
                <c:pt idx="3358">
                  <c:v>4.6032200000000003</c:v>
                </c:pt>
                <c:pt idx="3359">
                  <c:v>4.6035300000000001</c:v>
                </c:pt>
                <c:pt idx="3360">
                  <c:v>4.6038300000000003</c:v>
                </c:pt>
                <c:pt idx="3361">
                  <c:v>4.6041400000000001</c:v>
                </c:pt>
                <c:pt idx="3362">
                  <c:v>4.6044499999999999</c:v>
                </c:pt>
                <c:pt idx="3363">
                  <c:v>4.6047500000000001</c:v>
                </c:pt>
                <c:pt idx="3364">
                  <c:v>4.6050599999999999</c:v>
                </c:pt>
                <c:pt idx="3365">
                  <c:v>4.6053600000000001</c:v>
                </c:pt>
                <c:pt idx="3366">
                  <c:v>4.6056699999999999</c:v>
                </c:pt>
                <c:pt idx="3367">
                  <c:v>4.6059700000000001</c:v>
                </c:pt>
                <c:pt idx="3368">
                  <c:v>4.6062799999999999</c:v>
                </c:pt>
                <c:pt idx="3369">
                  <c:v>4.6065800000000001</c:v>
                </c:pt>
                <c:pt idx="3370">
                  <c:v>4.6068899999999999</c:v>
                </c:pt>
                <c:pt idx="3371">
                  <c:v>4.6071900000000001</c:v>
                </c:pt>
                <c:pt idx="3372">
                  <c:v>4.6074999999999999</c:v>
                </c:pt>
                <c:pt idx="3373">
                  <c:v>4.6078000000000001</c:v>
                </c:pt>
                <c:pt idx="3374">
                  <c:v>4.6081099999999999</c:v>
                </c:pt>
                <c:pt idx="3375">
                  <c:v>4.6084199999999997</c:v>
                </c:pt>
                <c:pt idx="3376">
                  <c:v>4.6087199999999999</c:v>
                </c:pt>
                <c:pt idx="3377">
                  <c:v>4.6090299999999997</c:v>
                </c:pt>
                <c:pt idx="3378">
                  <c:v>4.6093299999999999</c:v>
                </c:pt>
                <c:pt idx="3379">
                  <c:v>4.6096399999999997</c:v>
                </c:pt>
                <c:pt idx="3380">
                  <c:v>4.6099399999999999</c:v>
                </c:pt>
                <c:pt idx="3381">
                  <c:v>4.6102499999999997</c:v>
                </c:pt>
                <c:pt idx="3382">
                  <c:v>4.6105499999999999</c:v>
                </c:pt>
                <c:pt idx="3383">
                  <c:v>4.6108599999999997</c:v>
                </c:pt>
                <c:pt idx="3384">
                  <c:v>4.6111599999999999</c:v>
                </c:pt>
                <c:pt idx="3385">
                  <c:v>4.6114699999999997</c:v>
                </c:pt>
                <c:pt idx="3386">
                  <c:v>4.6117699999999999</c:v>
                </c:pt>
                <c:pt idx="3387">
                  <c:v>4.6120799999999997</c:v>
                </c:pt>
                <c:pt idx="3388">
                  <c:v>4.6123900000000004</c:v>
                </c:pt>
                <c:pt idx="3389">
                  <c:v>4.6126899999999997</c:v>
                </c:pt>
                <c:pt idx="3390">
                  <c:v>4.6130000000000004</c:v>
                </c:pt>
                <c:pt idx="3391">
                  <c:v>4.6132999999999997</c:v>
                </c:pt>
                <c:pt idx="3392">
                  <c:v>4.6136100000000004</c:v>
                </c:pt>
                <c:pt idx="3393">
                  <c:v>4.6139099999999997</c:v>
                </c:pt>
                <c:pt idx="3394">
                  <c:v>4.6142200000000004</c:v>
                </c:pt>
                <c:pt idx="3395">
                  <c:v>4.6145199999999997</c:v>
                </c:pt>
                <c:pt idx="3396">
                  <c:v>4.6148300000000004</c:v>
                </c:pt>
                <c:pt idx="3397">
                  <c:v>4.6151299999999997</c:v>
                </c:pt>
                <c:pt idx="3398">
                  <c:v>4.6154400000000004</c:v>
                </c:pt>
                <c:pt idx="3399">
                  <c:v>4.6157500000000002</c:v>
                </c:pt>
                <c:pt idx="3400">
                  <c:v>4.6160500000000004</c:v>
                </c:pt>
                <c:pt idx="3401">
                  <c:v>4.6163600000000002</c:v>
                </c:pt>
                <c:pt idx="3402">
                  <c:v>4.6166600000000004</c:v>
                </c:pt>
                <c:pt idx="3403">
                  <c:v>4.6169700000000002</c:v>
                </c:pt>
                <c:pt idx="3404">
                  <c:v>4.6172700000000004</c:v>
                </c:pt>
                <c:pt idx="3405">
                  <c:v>4.6175800000000002</c:v>
                </c:pt>
                <c:pt idx="3406">
                  <c:v>4.6178800000000004</c:v>
                </c:pt>
                <c:pt idx="3407">
                  <c:v>4.6181900000000002</c:v>
                </c:pt>
                <c:pt idx="3408">
                  <c:v>4.6184900000000004</c:v>
                </c:pt>
                <c:pt idx="3409">
                  <c:v>4.6188000000000002</c:v>
                </c:pt>
                <c:pt idx="3410">
                  <c:v>4.6191000000000004</c:v>
                </c:pt>
                <c:pt idx="3411">
                  <c:v>4.6194100000000002</c:v>
                </c:pt>
                <c:pt idx="3412">
                  <c:v>4.61972</c:v>
                </c:pt>
                <c:pt idx="3413">
                  <c:v>4.6200200000000002</c:v>
                </c:pt>
                <c:pt idx="3414">
                  <c:v>4.62033</c:v>
                </c:pt>
                <c:pt idx="3415">
                  <c:v>4.6206300000000002</c:v>
                </c:pt>
                <c:pt idx="3416">
                  <c:v>4.62094</c:v>
                </c:pt>
                <c:pt idx="3417">
                  <c:v>4.6212400000000002</c:v>
                </c:pt>
                <c:pt idx="3418">
                  <c:v>4.62155</c:v>
                </c:pt>
                <c:pt idx="3419">
                  <c:v>4.6218500000000002</c:v>
                </c:pt>
                <c:pt idx="3420">
                  <c:v>4.62216</c:v>
                </c:pt>
                <c:pt idx="3421">
                  <c:v>4.6224600000000002</c:v>
                </c:pt>
                <c:pt idx="3422">
                  <c:v>4.62277</c:v>
                </c:pt>
                <c:pt idx="3423">
                  <c:v>4.6230700000000002</c:v>
                </c:pt>
                <c:pt idx="3424">
                  <c:v>4.62338</c:v>
                </c:pt>
                <c:pt idx="3425">
                  <c:v>4.6236899999999999</c:v>
                </c:pt>
                <c:pt idx="3426">
                  <c:v>4.62399</c:v>
                </c:pt>
                <c:pt idx="3427">
                  <c:v>4.6242999999999999</c:v>
                </c:pt>
                <c:pt idx="3428">
                  <c:v>4.6246</c:v>
                </c:pt>
                <c:pt idx="3429">
                  <c:v>4.6249099999999999</c:v>
                </c:pt>
                <c:pt idx="3430">
                  <c:v>4.62521</c:v>
                </c:pt>
                <c:pt idx="3431">
                  <c:v>4.6255199999999999</c:v>
                </c:pt>
                <c:pt idx="3432">
                  <c:v>4.62582</c:v>
                </c:pt>
                <c:pt idx="3433">
                  <c:v>4.6261299999999999</c:v>
                </c:pt>
                <c:pt idx="3434">
                  <c:v>4.62643</c:v>
                </c:pt>
                <c:pt idx="3435">
                  <c:v>4.6267399999999999</c:v>
                </c:pt>
                <c:pt idx="3436">
                  <c:v>4.62704</c:v>
                </c:pt>
                <c:pt idx="3437">
                  <c:v>4.6273499999999999</c:v>
                </c:pt>
                <c:pt idx="3438">
                  <c:v>4.6276599999999997</c:v>
                </c:pt>
                <c:pt idx="3439">
                  <c:v>4.6279599999999999</c:v>
                </c:pt>
                <c:pt idx="3440">
                  <c:v>4.6282699999999997</c:v>
                </c:pt>
                <c:pt idx="3441">
                  <c:v>4.6285699999999999</c:v>
                </c:pt>
                <c:pt idx="3442">
                  <c:v>4.6288799999999997</c:v>
                </c:pt>
                <c:pt idx="3443">
                  <c:v>4.6291799999999999</c:v>
                </c:pt>
                <c:pt idx="3444">
                  <c:v>4.6294899999999997</c:v>
                </c:pt>
                <c:pt idx="3445">
                  <c:v>4.6297899999999998</c:v>
                </c:pt>
                <c:pt idx="3446">
                  <c:v>4.6300999999999997</c:v>
                </c:pt>
                <c:pt idx="3447">
                  <c:v>4.6303999999999998</c:v>
                </c:pt>
                <c:pt idx="3448">
                  <c:v>4.6307099999999997</c:v>
                </c:pt>
                <c:pt idx="3449">
                  <c:v>4.6310099999999998</c:v>
                </c:pt>
                <c:pt idx="3450">
                  <c:v>4.6313199999999997</c:v>
                </c:pt>
                <c:pt idx="3451">
                  <c:v>4.6316300000000004</c:v>
                </c:pt>
                <c:pt idx="3452">
                  <c:v>4.6319299999999997</c:v>
                </c:pt>
                <c:pt idx="3453">
                  <c:v>4.6322400000000004</c:v>
                </c:pt>
                <c:pt idx="3454">
                  <c:v>4.6325399999999997</c:v>
                </c:pt>
                <c:pt idx="3455">
                  <c:v>4.6328500000000004</c:v>
                </c:pt>
                <c:pt idx="3456">
                  <c:v>4.6331499999999997</c:v>
                </c:pt>
                <c:pt idx="3457">
                  <c:v>4.6334600000000004</c:v>
                </c:pt>
                <c:pt idx="3458">
                  <c:v>4.6337599999999997</c:v>
                </c:pt>
                <c:pt idx="3459">
                  <c:v>4.6340700000000004</c:v>
                </c:pt>
                <c:pt idx="3460">
                  <c:v>4.6343699999999997</c:v>
                </c:pt>
                <c:pt idx="3461">
                  <c:v>4.6346800000000004</c:v>
                </c:pt>
                <c:pt idx="3462">
                  <c:v>4.6349900000000002</c:v>
                </c:pt>
                <c:pt idx="3463">
                  <c:v>4.6352900000000004</c:v>
                </c:pt>
                <c:pt idx="3464">
                  <c:v>4.6356000000000002</c:v>
                </c:pt>
                <c:pt idx="3465">
                  <c:v>4.6359000000000004</c:v>
                </c:pt>
                <c:pt idx="3466">
                  <c:v>4.6362100000000002</c:v>
                </c:pt>
                <c:pt idx="3467">
                  <c:v>4.6365100000000004</c:v>
                </c:pt>
                <c:pt idx="3468">
                  <c:v>4.6368200000000002</c:v>
                </c:pt>
                <c:pt idx="3469">
                  <c:v>4.6371200000000004</c:v>
                </c:pt>
                <c:pt idx="3470">
                  <c:v>4.6374300000000002</c:v>
                </c:pt>
                <c:pt idx="3471">
                  <c:v>4.6377300000000004</c:v>
                </c:pt>
                <c:pt idx="3472">
                  <c:v>4.6380400000000002</c:v>
                </c:pt>
                <c:pt idx="3473">
                  <c:v>4.6383400000000004</c:v>
                </c:pt>
                <c:pt idx="3474">
                  <c:v>4.6386500000000002</c:v>
                </c:pt>
                <c:pt idx="3475">
                  <c:v>4.63896</c:v>
                </c:pt>
                <c:pt idx="3476">
                  <c:v>4.6392600000000002</c:v>
                </c:pt>
                <c:pt idx="3477">
                  <c:v>4.63957</c:v>
                </c:pt>
                <c:pt idx="3478">
                  <c:v>4.6398700000000002</c:v>
                </c:pt>
                <c:pt idx="3479">
                  <c:v>4.64018</c:v>
                </c:pt>
                <c:pt idx="3480">
                  <c:v>4.6404800000000002</c:v>
                </c:pt>
                <c:pt idx="3481">
                  <c:v>4.64079</c:v>
                </c:pt>
                <c:pt idx="3482">
                  <c:v>4.6410900000000002</c:v>
                </c:pt>
                <c:pt idx="3483">
                  <c:v>4.6414</c:v>
                </c:pt>
                <c:pt idx="3484">
                  <c:v>4.6417000000000002</c:v>
                </c:pt>
                <c:pt idx="3485">
                  <c:v>4.64201</c:v>
                </c:pt>
                <c:pt idx="3486">
                  <c:v>4.6423100000000002</c:v>
                </c:pt>
                <c:pt idx="3487">
                  <c:v>4.64262</c:v>
                </c:pt>
                <c:pt idx="3488">
                  <c:v>4.6429299999999998</c:v>
                </c:pt>
                <c:pt idx="3489">
                  <c:v>4.64323</c:v>
                </c:pt>
                <c:pt idx="3490">
                  <c:v>4.6435399999999998</c:v>
                </c:pt>
                <c:pt idx="3491">
                  <c:v>4.64384</c:v>
                </c:pt>
                <c:pt idx="3492">
                  <c:v>4.6441499999999998</c:v>
                </c:pt>
                <c:pt idx="3493">
                  <c:v>4.64445</c:v>
                </c:pt>
                <c:pt idx="3494">
                  <c:v>4.6447599999999998</c:v>
                </c:pt>
                <c:pt idx="3495">
                  <c:v>4.64506</c:v>
                </c:pt>
                <c:pt idx="3496">
                  <c:v>4.6453699999999998</c:v>
                </c:pt>
                <c:pt idx="3497">
                  <c:v>4.64567</c:v>
                </c:pt>
                <c:pt idx="3498">
                  <c:v>4.6459799999999998</c:v>
                </c:pt>
                <c:pt idx="3499">
                  <c:v>4.64628</c:v>
                </c:pt>
                <c:pt idx="3500">
                  <c:v>4.6465899999999998</c:v>
                </c:pt>
                <c:pt idx="3501">
                  <c:v>4.6468999999999996</c:v>
                </c:pt>
                <c:pt idx="3502">
                  <c:v>4.6471999999999998</c:v>
                </c:pt>
                <c:pt idx="3503">
                  <c:v>4.6475099999999996</c:v>
                </c:pt>
                <c:pt idx="3504">
                  <c:v>4.6478099999999998</c:v>
                </c:pt>
                <c:pt idx="3505">
                  <c:v>4.6481199999999996</c:v>
                </c:pt>
                <c:pt idx="3506">
                  <c:v>4.6484199999999998</c:v>
                </c:pt>
                <c:pt idx="3507">
                  <c:v>4.6487299999999996</c:v>
                </c:pt>
                <c:pt idx="3508">
                  <c:v>4.6490299999999998</c:v>
                </c:pt>
                <c:pt idx="3509">
                  <c:v>4.6493399999999996</c:v>
                </c:pt>
                <c:pt idx="3510">
                  <c:v>4.6496399999999998</c:v>
                </c:pt>
                <c:pt idx="3511">
                  <c:v>4.6499499999999996</c:v>
                </c:pt>
                <c:pt idx="3512">
                  <c:v>4.6502499999999998</c:v>
                </c:pt>
                <c:pt idx="3513">
                  <c:v>4.6505599999999996</c:v>
                </c:pt>
                <c:pt idx="3514">
                  <c:v>4.6508700000000003</c:v>
                </c:pt>
                <c:pt idx="3515">
                  <c:v>4.6511699999999996</c:v>
                </c:pt>
                <c:pt idx="3516">
                  <c:v>4.6514800000000003</c:v>
                </c:pt>
                <c:pt idx="3517">
                  <c:v>4.6517799999999996</c:v>
                </c:pt>
                <c:pt idx="3518">
                  <c:v>4.6520900000000003</c:v>
                </c:pt>
                <c:pt idx="3519">
                  <c:v>4.6523899999999996</c:v>
                </c:pt>
                <c:pt idx="3520">
                  <c:v>4.6527000000000003</c:v>
                </c:pt>
                <c:pt idx="3521">
                  <c:v>4.6529999999999996</c:v>
                </c:pt>
                <c:pt idx="3522">
                  <c:v>4.6533100000000003</c:v>
                </c:pt>
                <c:pt idx="3523">
                  <c:v>4.6536099999999996</c:v>
                </c:pt>
                <c:pt idx="3524">
                  <c:v>4.6539200000000003</c:v>
                </c:pt>
                <c:pt idx="3525">
                  <c:v>4.6542300000000001</c:v>
                </c:pt>
                <c:pt idx="3526">
                  <c:v>4.6545300000000003</c:v>
                </c:pt>
                <c:pt idx="3527">
                  <c:v>4.6548400000000001</c:v>
                </c:pt>
                <c:pt idx="3528">
                  <c:v>4.6551400000000003</c:v>
                </c:pt>
                <c:pt idx="3529">
                  <c:v>4.6554500000000001</c:v>
                </c:pt>
                <c:pt idx="3530">
                  <c:v>4.6557500000000003</c:v>
                </c:pt>
                <c:pt idx="3531">
                  <c:v>4.6560600000000001</c:v>
                </c:pt>
                <c:pt idx="3532">
                  <c:v>4.6563600000000003</c:v>
                </c:pt>
                <c:pt idx="3533">
                  <c:v>4.6566700000000001</c:v>
                </c:pt>
                <c:pt idx="3534">
                  <c:v>4.6569700000000003</c:v>
                </c:pt>
                <c:pt idx="3535">
                  <c:v>4.6572800000000001</c:v>
                </c:pt>
                <c:pt idx="3536">
                  <c:v>4.6575800000000003</c:v>
                </c:pt>
                <c:pt idx="3537">
                  <c:v>4.6578900000000001</c:v>
                </c:pt>
                <c:pt idx="3538">
                  <c:v>4.6581999999999999</c:v>
                </c:pt>
                <c:pt idx="3539">
                  <c:v>4.6585000000000001</c:v>
                </c:pt>
                <c:pt idx="3540">
                  <c:v>4.6588099999999999</c:v>
                </c:pt>
                <c:pt idx="3541">
                  <c:v>4.6591100000000001</c:v>
                </c:pt>
                <c:pt idx="3542">
                  <c:v>4.6594199999999999</c:v>
                </c:pt>
                <c:pt idx="3543">
                  <c:v>4.6597200000000001</c:v>
                </c:pt>
                <c:pt idx="3544">
                  <c:v>4.6600299999999999</c:v>
                </c:pt>
                <c:pt idx="3545">
                  <c:v>4.6603300000000001</c:v>
                </c:pt>
                <c:pt idx="3546">
                  <c:v>4.6606399999999999</c:v>
                </c:pt>
                <c:pt idx="3547">
                  <c:v>4.6609400000000001</c:v>
                </c:pt>
                <c:pt idx="3548">
                  <c:v>4.6612499999999999</c:v>
                </c:pt>
                <c:pt idx="3549">
                  <c:v>4.6615500000000001</c:v>
                </c:pt>
                <c:pt idx="3550">
                  <c:v>4.6618599999999999</c:v>
                </c:pt>
                <c:pt idx="3551">
                  <c:v>4.6621699999999997</c:v>
                </c:pt>
                <c:pt idx="3552">
                  <c:v>4.6624699999999999</c:v>
                </c:pt>
                <c:pt idx="3553">
                  <c:v>4.6627799999999997</c:v>
                </c:pt>
                <c:pt idx="3554">
                  <c:v>4.6630799999999999</c:v>
                </c:pt>
                <c:pt idx="3555">
                  <c:v>4.6633899999999997</c:v>
                </c:pt>
                <c:pt idx="3556">
                  <c:v>4.6636899999999999</c:v>
                </c:pt>
                <c:pt idx="3557">
                  <c:v>4.6639999999999997</c:v>
                </c:pt>
                <c:pt idx="3558">
                  <c:v>4.6642999999999999</c:v>
                </c:pt>
                <c:pt idx="3559">
                  <c:v>4.6646099999999997</c:v>
                </c:pt>
                <c:pt idx="3560">
                  <c:v>4.6649099999999999</c:v>
                </c:pt>
                <c:pt idx="3561">
                  <c:v>4.6652199999999997</c:v>
                </c:pt>
                <c:pt idx="3562">
                  <c:v>4.6655199999999999</c:v>
                </c:pt>
                <c:pt idx="3563">
                  <c:v>4.6658299999999997</c:v>
                </c:pt>
                <c:pt idx="3564">
                  <c:v>4.6661400000000004</c:v>
                </c:pt>
                <c:pt idx="3565">
                  <c:v>4.6664399999999997</c:v>
                </c:pt>
                <c:pt idx="3566">
                  <c:v>4.6667500000000004</c:v>
                </c:pt>
                <c:pt idx="3567">
                  <c:v>4.6670499999999997</c:v>
                </c:pt>
                <c:pt idx="3568">
                  <c:v>4.6673600000000004</c:v>
                </c:pt>
                <c:pt idx="3569">
                  <c:v>4.6676599999999997</c:v>
                </c:pt>
                <c:pt idx="3570">
                  <c:v>4.6679700000000004</c:v>
                </c:pt>
                <c:pt idx="3571">
                  <c:v>4.6682699999999997</c:v>
                </c:pt>
                <c:pt idx="3572">
                  <c:v>4.6685800000000004</c:v>
                </c:pt>
                <c:pt idx="3573">
                  <c:v>4.6688799999999997</c:v>
                </c:pt>
                <c:pt idx="3574">
                  <c:v>4.6691900000000004</c:v>
                </c:pt>
                <c:pt idx="3575">
                  <c:v>4.6695000000000002</c:v>
                </c:pt>
                <c:pt idx="3576">
                  <c:v>4.6698000000000004</c:v>
                </c:pt>
                <c:pt idx="3577">
                  <c:v>4.6701100000000002</c:v>
                </c:pt>
                <c:pt idx="3578">
                  <c:v>4.6704100000000004</c:v>
                </c:pt>
                <c:pt idx="3579">
                  <c:v>4.6707200000000002</c:v>
                </c:pt>
                <c:pt idx="3580">
                  <c:v>4.6710200000000004</c:v>
                </c:pt>
                <c:pt idx="3581">
                  <c:v>4.6713300000000002</c:v>
                </c:pt>
                <c:pt idx="3582">
                  <c:v>4.6716300000000004</c:v>
                </c:pt>
                <c:pt idx="3583">
                  <c:v>4.6719400000000002</c:v>
                </c:pt>
                <c:pt idx="3584">
                  <c:v>4.6722400000000004</c:v>
                </c:pt>
                <c:pt idx="3585">
                  <c:v>4.6725500000000002</c:v>
                </c:pt>
                <c:pt idx="3586">
                  <c:v>4.6728500000000004</c:v>
                </c:pt>
                <c:pt idx="3587">
                  <c:v>4.6731600000000002</c:v>
                </c:pt>
                <c:pt idx="3588">
                  <c:v>4.67347</c:v>
                </c:pt>
                <c:pt idx="3589">
                  <c:v>4.6737700000000002</c:v>
                </c:pt>
                <c:pt idx="3590">
                  <c:v>4.67408</c:v>
                </c:pt>
                <c:pt idx="3591">
                  <c:v>4.6743800000000002</c:v>
                </c:pt>
                <c:pt idx="3592">
                  <c:v>4.67469</c:v>
                </c:pt>
                <c:pt idx="3593">
                  <c:v>4.6749900000000002</c:v>
                </c:pt>
                <c:pt idx="3594">
                  <c:v>4.6753</c:v>
                </c:pt>
                <c:pt idx="3595">
                  <c:v>4.6756000000000002</c:v>
                </c:pt>
                <c:pt idx="3596">
                  <c:v>4.67591</c:v>
                </c:pt>
                <c:pt idx="3597">
                  <c:v>4.6762100000000002</c:v>
                </c:pt>
                <c:pt idx="3598">
                  <c:v>4.67652</c:v>
                </c:pt>
                <c:pt idx="3599">
                  <c:v>4.6768200000000002</c:v>
                </c:pt>
                <c:pt idx="3600">
                  <c:v>4.67713</c:v>
                </c:pt>
                <c:pt idx="3601">
                  <c:v>4.6774399999999998</c:v>
                </c:pt>
                <c:pt idx="3602">
                  <c:v>4.67774</c:v>
                </c:pt>
                <c:pt idx="3603">
                  <c:v>4.6780499999999998</c:v>
                </c:pt>
                <c:pt idx="3604">
                  <c:v>4.67835</c:v>
                </c:pt>
                <c:pt idx="3605">
                  <c:v>4.6786599999999998</c:v>
                </c:pt>
                <c:pt idx="3606">
                  <c:v>4.67896</c:v>
                </c:pt>
                <c:pt idx="3607">
                  <c:v>4.6792699999999998</c:v>
                </c:pt>
                <c:pt idx="3608">
                  <c:v>4.67957</c:v>
                </c:pt>
                <c:pt idx="3609">
                  <c:v>4.6798799999999998</c:v>
                </c:pt>
                <c:pt idx="3610">
                  <c:v>4.68018</c:v>
                </c:pt>
                <c:pt idx="3611">
                  <c:v>4.6804899999999998</c:v>
                </c:pt>
                <c:pt idx="3612">
                  <c:v>4.68079</c:v>
                </c:pt>
                <c:pt idx="3613">
                  <c:v>4.6810999999999998</c:v>
                </c:pt>
                <c:pt idx="3614">
                  <c:v>4.6814099999999996</c:v>
                </c:pt>
                <c:pt idx="3615">
                  <c:v>4.6817099999999998</c:v>
                </c:pt>
                <c:pt idx="3616">
                  <c:v>4.6820199999999996</c:v>
                </c:pt>
                <c:pt idx="3617">
                  <c:v>4.6823199999999998</c:v>
                </c:pt>
                <c:pt idx="3618">
                  <c:v>4.6826299999999996</c:v>
                </c:pt>
                <c:pt idx="3619">
                  <c:v>4.6829299999999998</c:v>
                </c:pt>
                <c:pt idx="3620">
                  <c:v>4.6832399999999996</c:v>
                </c:pt>
                <c:pt idx="3621">
                  <c:v>4.6835399999999998</c:v>
                </c:pt>
                <c:pt idx="3622">
                  <c:v>4.6838499999999996</c:v>
                </c:pt>
                <c:pt idx="3623">
                  <c:v>4.6841499999999998</c:v>
                </c:pt>
                <c:pt idx="3624">
                  <c:v>4.6844599999999996</c:v>
                </c:pt>
                <c:pt idx="3625">
                  <c:v>4.6847599999999998</c:v>
                </c:pt>
                <c:pt idx="3626">
                  <c:v>4.6850699999999996</c:v>
                </c:pt>
                <c:pt idx="3627">
                  <c:v>4.6853800000000003</c:v>
                </c:pt>
                <c:pt idx="3628">
                  <c:v>4.6856799999999996</c:v>
                </c:pt>
                <c:pt idx="3629">
                  <c:v>4.6859900000000003</c:v>
                </c:pt>
                <c:pt idx="3630">
                  <c:v>4.6862899999999996</c:v>
                </c:pt>
                <c:pt idx="3631">
                  <c:v>4.6866000000000003</c:v>
                </c:pt>
                <c:pt idx="3632">
                  <c:v>4.6868999999999996</c:v>
                </c:pt>
                <c:pt idx="3633">
                  <c:v>4.6872100000000003</c:v>
                </c:pt>
                <c:pt idx="3634">
                  <c:v>4.6875099999999996</c:v>
                </c:pt>
                <c:pt idx="3635">
                  <c:v>4.6878200000000003</c:v>
                </c:pt>
                <c:pt idx="3636">
                  <c:v>4.6881199999999996</c:v>
                </c:pt>
                <c:pt idx="3637">
                  <c:v>4.6884300000000003</c:v>
                </c:pt>
                <c:pt idx="3638">
                  <c:v>4.6887400000000001</c:v>
                </c:pt>
                <c:pt idx="3639">
                  <c:v>4.6890400000000003</c:v>
                </c:pt>
                <c:pt idx="3640">
                  <c:v>4.6893500000000001</c:v>
                </c:pt>
                <c:pt idx="3641">
                  <c:v>4.6896500000000003</c:v>
                </c:pt>
                <c:pt idx="3642">
                  <c:v>4.6899600000000001</c:v>
                </c:pt>
                <c:pt idx="3643">
                  <c:v>4.6902600000000003</c:v>
                </c:pt>
                <c:pt idx="3644">
                  <c:v>4.6905700000000001</c:v>
                </c:pt>
                <c:pt idx="3645">
                  <c:v>4.6908700000000003</c:v>
                </c:pt>
                <c:pt idx="3646">
                  <c:v>4.6911800000000001</c:v>
                </c:pt>
                <c:pt idx="3647">
                  <c:v>4.6914800000000003</c:v>
                </c:pt>
                <c:pt idx="3648">
                  <c:v>4.6917900000000001</c:v>
                </c:pt>
                <c:pt idx="3649">
                  <c:v>4.6920900000000003</c:v>
                </c:pt>
                <c:pt idx="3650">
                  <c:v>4.6924000000000001</c:v>
                </c:pt>
                <c:pt idx="3651">
                  <c:v>4.6927099999999999</c:v>
                </c:pt>
                <c:pt idx="3652">
                  <c:v>4.6930100000000001</c:v>
                </c:pt>
                <c:pt idx="3653">
                  <c:v>4.6933199999999999</c:v>
                </c:pt>
                <c:pt idx="3654">
                  <c:v>4.6936200000000001</c:v>
                </c:pt>
                <c:pt idx="3655">
                  <c:v>4.6939299999999999</c:v>
                </c:pt>
                <c:pt idx="3656">
                  <c:v>4.6942300000000001</c:v>
                </c:pt>
                <c:pt idx="3657">
                  <c:v>4.6945399999999999</c:v>
                </c:pt>
                <c:pt idx="3658">
                  <c:v>4.6948400000000001</c:v>
                </c:pt>
                <c:pt idx="3659">
                  <c:v>4.6951499999999999</c:v>
                </c:pt>
                <c:pt idx="3660">
                  <c:v>4.6954500000000001</c:v>
                </c:pt>
                <c:pt idx="3661">
                  <c:v>4.6957599999999999</c:v>
                </c:pt>
                <c:pt idx="3662">
                  <c:v>4.6960600000000001</c:v>
                </c:pt>
                <c:pt idx="3663">
                  <c:v>4.6963699999999999</c:v>
                </c:pt>
                <c:pt idx="3664">
                  <c:v>4.6966799999999997</c:v>
                </c:pt>
                <c:pt idx="3665">
                  <c:v>4.6969799999999999</c:v>
                </c:pt>
                <c:pt idx="3666">
                  <c:v>4.6972899999999997</c:v>
                </c:pt>
                <c:pt idx="3667">
                  <c:v>4.6975899999999999</c:v>
                </c:pt>
                <c:pt idx="3668">
                  <c:v>4.6978999999999997</c:v>
                </c:pt>
                <c:pt idx="3669">
                  <c:v>4.6981999999999999</c:v>
                </c:pt>
                <c:pt idx="3670">
                  <c:v>4.6985099999999997</c:v>
                </c:pt>
                <c:pt idx="3671">
                  <c:v>4.6988099999999999</c:v>
                </c:pt>
                <c:pt idx="3672">
                  <c:v>4.6991199999999997</c:v>
                </c:pt>
                <c:pt idx="3673">
                  <c:v>4.6994199999999999</c:v>
                </c:pt>
                <c:pt idx="3674">
                  <c:v>4.6997299999999997</c:v>
                </c:pt>
                <c:pt idx="3675">
                  <c:v>4.7000299999999999</c:v>
                </c:pt>
                <c:pt idx="3676">
                  <c:v>4.7003399999999997</c:v>
                </c:pt>
                <c:pt idx="3677">
                  <c:v>4.7006500000000004</c:v>
                </c:pt>
                <c:pt idx="3678">
                  <c:v>4.7009499999999997</c:v>
                </c:pt>
                <c:pt idx="3679">
                  <c:v>4.7012600000000004</c:v>
                </c:pt>
                <c:pt idx="3680">
                  <c:v>4.7015599999999997</c:v>
                </c:pt>
                <c:pt idx="3681">
                  <c:v>4.7018700000000004</c:v>
                </c:pt>
                <c:pt idx="3682">
                  <c:v>4.7021699999999997</c:v>
                </c:pt>
                <c:pt idx="3683">
                  <c:v>4.7024800000000004</c:v>
                </c:pt>
                <c:pt idx="3684">
                  <c:v>4.7027799999999997</c:v>
                </c:pt>
                <c:pt idx="3685">
                  <c:v>4.7030900000000004</c:v>
                </c:pt>
                <c:pt idx="3686">
                  <c:v>4.7033899999999997</c:v>
                </c:pt>
                <c:pt idx="3687">
                  <c:v>4.7037000000000004</c:v>
                </c:pt>
                <c:pt idx="3688">
                  <c:v>4.7039999999999997</c:v>
                </c:pt>
                <c:pt idx="3689">
                  <c:v>4.7043100000000004</c:v>
                </c:pt>
                <c:pt idx="3690">
                  <c:v>4.7046200000000002</c:v>
                </c:pt>
                <c:pt idx="3691">
                  <c:v>4.7049200000000004</c:v>
                </c:pt>
                <c:pt idx="3692">
                  <c:v>4.7052300000000002</c:v>
                </c:pt>
                <c:pt idx="3693">
                  <c:v>4.7055300000000004</c:v>
                </c:pt>
                <c:pt idx="3694">
                  <c:v>4.7058400000000002</c:v>
                </c:pt>
                <c:pt idx="3695">
                  <c:v>4.7061400000000004</c:v>
                </c:pt>
                <c:pt idx="3696">
                  <c:v>4.7064500000000002</c:v>
                </c:pt>
                <c:pt idx="3697">
                  <c:v>4.7067500000000004</c:v>
                </c:pt>
                <c:pt idx="3698">
                  <c:v>4.7070600000000002</c:v>
                </c:pt>
                <c:pt idx="3699">
                  <c:v>4.7073600000000004</c:v>
                </c:pt>
                <c:pt idx="3700">
                  <c:v>4.7076700000000002</c:v>
                </c:pt>
                <c:pt idx="3701">
                  <c:v>4.7079800000000001</c:v>
                </c:pt>
                <c:pt idx="3702">
                  <c:v>4.7082800000000002</c:v>
                </c:pt>
                <c:pt idx="3703">
                  <c:v>4.7085900000000001</c:v>
                </c:pt>
                <c:pt idx="3704">
                  <c:v>4.7088900000000002</c:v>
                </c:pt>
                <c:pt idx="3705">
                  <c:v>4.7092000000000001</c:v>
                </c:pt>
                <c:pt idx="3706">
                  <c:v>4.7095000000000002</c:v>
                </c:pt>
                <c:pt idx="3707">
                  <c:v>4.7098100000000001</c:v>
                </c:pt>
                <c:pt idx="3708">
                  <c:v>4.7101100000000002</c:v>
                </c:pt>
                <c:pt idx="3709">
                  <c:v>4.7104200000000001</c:v>
                </c:pt>
                <c:pt idx="3710">
                  <c:v>4.7107200000000002</c:v>
                </c:pt>
                <c:pt idx="3711">
                  <c:v>4.7110300000000001</c:v>
                </c:pt>
                <c:pt idx="3712">
                  <c:v>4.7113300000000002</c:v>
                </c:pt>
                <c:pt idx="3713">
                  <c:v>4.7116400000000001</c:v>
                </c:pt>
                <c:pt idx="3714">
                  <c:v>4.7119499999999999</c:v>
                </c:pt>
                <c:pt idx="3715">
                  <c:v>4.71225</c:v>
                </c:pt>
                <c:pt idx="3716">
                  <c:v>4.7125599999999999</c:v>
                </c:pt>
                <c:pt idx="3717">
                  <c:v>4.71286</c:v>
                </c:pt>
                <c:pt idx="3718">
                  <c:v>4.7131699999999999</c:v>
                </c:pt>
                <c:pt idx="3719">
                  <c:v>4.71347</c:v>
                </c:pt>
                <c:pt idx="3720">
                  <c:v>4.7137799999999999</c:v>
                </c:pt>
                <c:pt idx="3721">
                  <c:v>4.71408</c:v>
                </c:pt>
                <c:pt idx="3722">
                  <c:v>4.7143899999999999</c:v>
                </c:pt>
                <c:pt idx="3723">
                  <c:v>4.71469</c:v>
                </c:pt>
                <c:pt idx="3724">
                  <c:v>4.7149999999999999</c:v>
                </c:pt>
                <c:pt idx="3725">
                  <c:v>4.7153</c:v>
                </c:pt>
                <c:pt idx="3726">
                  <c:v>4.7156099999999999</c:v>
                </c:pt>
                <c:pt idx="3727">
                  <c:v>4.7159199999999997</c:v>
                </c:pt>
                <c:pt idx="3728">
                  <c:v>4.7162199999999999</c:v>
                </c:pt>
                <c:pt idx="3729">
                  <c:v>4.7165299999999997</c:v>
                </c:pt>
                <c:pt idx="3730">
                  <c:v>4.7168299999999999</c:v>
                </c:pt>
                <c:pt idx="3731">
                  <c:v>4.7171399999999997</c:v>
                </c:pt>
                <c:pt idx="3732">
                  <c:v>4.7174399999999999</c:v>
                </c:pt>
                <c:pt idx="3733">
                  <c:v>4.7177499999999997</c:v>
                </c:pt>
                <c:pt idx="3734">
                  <c:v>4.7180499999999999</c:v>
                </c:pt>
                <c:pt idx="3735">
                  <c:v>4.7183599999999997</c:v>
                </c:pt>
                <c:pt idx="3736">
                  <c:v>4.7186599999999999</c:v>
                </c:pt>
                <c:pt idx="3737">
                  <c:v>4.7189699999999997</c:v>
                </c:pt>
                <c:pt idx="3738">
                  <c:v>4.7192699999999999</c:v>
                </c:pt>
                <c:pt idx="3739">
                  <c:v>4.7195799999999997</c:v>
                </c:pt>
                <c:pt idx="3740">
                  <c:v>4.7198900000000004</c:v>
                </c:pt>
                <c:pt idx="3741">
                  <c:v>4.7201899999999997</c:v>
                </c:pt>
                <c:pt idx="3742">
                  <c:v>4.7205000000000004</c:v>
                </c:pt>
                <c:pt idx="3743">
                  <c:v>4.7207999999999997</c:v>
                </c:pt>
                <c:pt idx="3744">
                  <c:v>4.7211100000000004</c:v>
                </c:pt>
                <c:pt idx="3745">
                  <c:v>4.7214099999999997</c:v>
                </c:pt>
                <c:pt idx="3746">
                  <c:v>4.7217200000000004</c:v>
                </c:pt>
                <c:pt idx="3747">
                  <c:v>4.7220199999999997</c:v>
                </c:pt>
                <c:pt idx="3748">
                  <c:v>4.7223300000000004</c:v>
                </c:pt>
                <c:pt idx="3749">
                  <c:v>4.7226299999999997</c:v>
                </c:pt>
                <c:pt idx="3750">
                  <c:v>4.7229400000000004</c:v>
                </c:pt>
                <c:pt idx="3751">
                  <c:v>4.7232500000000002</c:v>
                </c:pt>
                <c:pt idx="3752">
                  <c:v>4.7235500000000004</c:v>
                </c:pt>
                <c:pt idx="3753">
                  <c:v>4.7238600000000002</c:v>
                </c:pt>
                <c:pt idx="3754">
                  <c:v>4.7241600000000004</c:v>
                </c:pt>
                <c:pt idx="3755">
                  <c:v>4.7244700000000002</c:v>
                </c:pt>
                <c:pt idx="3756">
                  <c:v>4.7247700000000004</c:v>
                </c:pt>
                <c:pt idx="3757">
                  <c:v>4.7250800000000002</c:v>
                </c:pt>
                <c:pt idx="3758">
                  <c:v>4.7253800000000004</c:v>
                </c:pt>
                <c:pt idx="3759">
                  <c:v>4.7256900000000002</c:v>
                </c:pt>
                <c:pt idx="3760">
                  <c:v>4.7259900000000004</c:v>
                </c:pt>
                <c:pt idx="3761">
                  <c:v>4.7263000000000002</c:v>
                </c:pt>
                <c:pt idx="3762">
                  <c:v>4.7266000000000004</c:v>
                </c:pt>
                <c:pt idx="3763">
                  <c:v>4.7269100000000002</c:v>
                </c:pt>
                <c:pt idx="3764">
                  <c:v>4.72722</c:v>
                </c:pt>
                <c:pt idx="3765">
                  <c:v>4.7275200000000002</c:v>
                </c:pt>
                <c:pt idx="3766">
                  <c:v>4.72783</c:v>
                </c:pt>
                <c:pt idx="3767">
                  <c:v>4.7281300000000002</c:v>
                </c:pt>
                <c:pt idx="3768">
                  <c:v>4.72844</c:v>
                </c:pt>
                <c:pt idx="3769">
                  <c:v>4.7287400000000002</c:v>
                </c:pt>
                <c:pt idx="3770">
                  <c:v>4.72905</c:v>
                </c:pt>
                <c:pt idx="3771">
                  <c:v>4.7293500000000002</c:v>
                </c:pt>
                <c:pt idx="3772">
                  <c:v>4.72966</c:v>
                </c:pt>
                <c:pt idx="3773">
                  <c:v>4.7299600000000002</c:v>
                </c:pt>
                <c:pt idx="3774">
                  <c:v>4.73027</c:v>
                </c:pt>
                <c:pt idx="3775">
                  <c:v>4.7305700000000002</c:v>
                </c:pt>
                <c:pt idx="3776">
                  <c:v>4.73088</c:v>
                </c:pt>
                <c:pt idx="3777">
                  <c:v>4.7311899999999998</c:v>
                </c:pt>
                <c:pt idx="3778">
                  <c:v>4.73149</c:v>
                </c:pt>
                <c:pt idx="3779">
                  <c:v>4.7317999999999998</c:v>
                </c:pt>
                <c:pt idx="3780">
                  <c:v>4.7321</c:v>
                </c:pt>
                <c:pt idx="3781">
                  <c:v>4.7324099999999998</c:v>
                </c:pt>
                <c:pt idx="3782">
                  <c:v>4.73271</c:v>
                </c:pt>
                <c:pt idx="3783">
                  <c:v>4.7330199999999998</c:v>
                </c:pt>
                <c:pt idx="3784">
                  <c:v>4.73332</c:v>
                </c:pt>
                <c:pt idx="3785">
                  <c:v>4.7336299999999998</c:v>
                </c:pt>
                <c:pt idx="3786">
                  <c:v>4.73393</c:v>
                </c:pt>
                <c:pt idx="3787">
                  <c:v>4.7342399999999998</c:v>
                </c:pt>
                <c:pt idx="3788">
                  <c:v>4.73454</c:v>
                </c:pt>
                <c:pt idx="3789">
                  <c:v>4.7348499999999998</c:v>
                </c:pt>
                <c:pt idx="3790">
                  <c:v>4.7351599999999996</c:v>
                </c:pt>
                <c:pt idx="3791">
                  <c:v>4.7354599999999998</c:v>
                </c:pt>
                <c:pt idx="3792">
                  <c:v>4.7357699999999996</c:v>
                </c:pt>
                <c:pt idx="3793">
                  <c:v>4.7360699999999998</c:v>
                </c:pt>
                <c:pt idx="3794">
                  <c:v>4.7363799999999996</c:v>
                </c:pt>
                <c:pt idx="3795">
                  <c:v>4.7366799999999998</c:v>
                </c:pt>
                <c:pt idx="3796">
                  <c:v>4.7369899999999996</c:v>
                </c:pt>
                <c:pt idx="3797">
                  <c:v>4.7372899999999998</c:v>
                </c:pt>
                <c:pt idx="3798">
                  <c:v>4.7375999999999996</c:v>
                </c:pt>
                <c:pt idx="3799">
                  <c:v>4.7378999999999998</c:v>
                </c:pt>
                <c:pt idx="3800">
                  <c:v>4.7382099999999996</c:v>
                </c:pt>
                <c:pt idx="3801">
                  <c:v>4.7385099999999998</c:v>
                </c:pt>
                <c:pt idx="3802">
                  <c:v>4.7388199999999996</c:v>
                </c:pt>
                <c:pt idx="3803">
                  <c:v>4.7391300000000003</c:v>
                </c:pt>
                <c:pt idx="3804">
                  <c:v>4.7394299999999996</c:v>
                </c:pt>
                <c:pt idx="3805">
                  <c:v>4.7397400000000003</c:v>
                </c:pt>
                <c:pt idx="3806">
                  <c:v>4.7400399999999996</c:v>
                </c:pt>
                <c:pt idx="3807">
                  <c:v>4.7403500000000003</c:v>
                </c:pt>
                <c:pt idx="3808">
                  <c:v>4.7406499999999996</c:v>
                </c:pt>
                <c:pt idx="3809">
                  <c:v>4.7409600000000003</c:v>
                </c:pt>
                <c:pt idx="3810">
                  <c:v>4.7412599999999996</c:v>
                </c:pt>
                <c:pt idx="3811">
                  <c:v>4.7415700000000003</c:v>
                </c:pt>
                <c:pt idx="3812">
                  <c:v>4.7418699999999996</c:v>
                </c:pt>
                <c:pt idx="3813">
                  <c:v>4.7421800000000003</c:v>
                </c:pt>
                <c:pt idx="3814">
                  <c:v>4.7424900000000001</c:v>
                </c:pt>
                <c:pt idx="3815">
                  <c:v>4.7427900000000003</c:v>
                </c:pt>
                <c:pt idx="3816">
                  <c:v>4.7431000000000001</c:v>
                </c:pt>
                <c:pt idx="3817">
                  <c:v>4.7434000000000003</c:v>
                </c:pt>
                <c:pt idx="3818">
                  <c:v>4.7437100000000001</c:v>
                </c:pt>
                <c:pt idx="3819">
                  <c:v>4.7440100000000003</c:v>
                </c:pt>
                <c:pt idx="3820">
                  <c:v>4.7443200000000001</c:v>
                </c:pt>
                <c:pt idx="3821">
                  <c:v>4.7446200000000003</c:v>
                </c:pt>
                <c:pt idx="3822">
                  <c:v>4.7449300000000001</c:v>
                </c:pt>
                <c:pt idx="3823">
                  <c:v>4.7452300000000003</c:v>
                </c:pt>
                <c:pt idx="3824">
                  <c:v>4.7455400000000001</c:v>
                </c:pt>
                <c:pt idx="3825">
                  <c:v>4.7458400000000003</c:v>
                </c:pt>
                <c:pt idx="3826">
                  <c:v>4.7461500000000001</c:v>
                </c:pt>
                <c:pt idx="3827">
                  <c:v>4.7464599999999999</c:v>
                </c:pt>
                <c:pt idx="3828">
                  <c:v>4.7467600000000001</c:v>
                </c:pt>
                <c:pt idx="3829">
                  <c:v>4.7470699999999999</c:v>
                </c:pt>
                <c:pt idx="3830">
                  <c:v>4.7473700000000001</c:v>
                </c:pt>
                <c:pt idx="3831">
                  <c:v>4.7476799999999999</c:v>
                </c:pt>
                <c:pt idx="3832">
                  <c:v>4.7479800000000001</c:v>
                </c:pt>
                <c:pt idx="3833">
                  <c:v>4.7482899999999999</c:v>
                </c:pt>
                <c:pt idx="3834">
                  <c:v>4.7485900000000001</c:v>
                </c:pt>
                <c:pt idx="3835">
                  <c:v>4.7488999999999999</c:v>
                </c:pt>
                <c:pt idx="3836">
                  <c:v>4.7492000000000001</c:v>
                </c:pt>
                <c:pt idx="3837">
                  <c:v>4.7495099999999999</c:v>
                </c:pt>
                <c:pt idx="3838">
                  <c:v>4.7498100000000001</c:v>
                </c:pt>
                <c:pt idx="3839">
                  <c:v>4.7501199999999999</c:v>
                </c:pt>
                <c:pt idx="3840">
                  <c:v>4.7504299999999997</c:v>
                </c:pt>
                <c:pt idx="3841">
                  <c:v>4.7507299999999999</c:v>
                </c:pt>
                <c:pt idx="3842">
                  <c:v>4.7510399999999997</c:v>
                </c:pt>
                <c:pt idx="3843">
                  <c:v>4.7513399999999999</c:v>
                </c:pt>
                <c:pt idx="3844">
                  <c:v>4.7516499999999997</c:v>
                </c:pt>
                <c:pt idx="3845">
                  <c:v>4.7519499999999999</c:v>
                </c:pt>
                <c:pt idx="3846">
                  <c:v>4.7522599999999997</c:v>
                </c:pt>
                <c:pt idx="3847">
                  <c:v>4.7525599999999999</c:v>
                </c:pt>
                <c:pt idx="3848">
                  <c:v>4.7528699999999997</c:v>
                </c:pt>
                <c:pt idx="3849">
                  <c:v>4.7531699999999999</c:v>
                </c:pt>
                <c:pt idx="3850">
                  <c:v>4.7534799999999997</c:v>
                </c:pt>
                <c:pt idx="3851">
                  <c:v>4.7537799999999999</c:v>
                </c:pt>
                <c:pt idx="3852">
                  <c:v>4.7540899999999997</c:v>
                </c:pt>
                <c:pt idx="3853">
                  <c:v>4.7544000000000004</c:v>
                </c:pt>
                <c:pt idx="3854">
                  <c:v>4.7546999999999997</c:v>
                </c:pt>
                <c:pt idx="3855">
                  <c:v>4.7550100000000004</c:v>
                </c:pt>
                <c:pt idx="3856">
                  <c:v>4.7553099999999997</c:v>
                </c:pt>
                <c:pt idx="3857">
                  <c:v>4.7556200000000004</c:v>
                </c:pt>
                <c:pt idx="3858">
                  <c:v>4.7559199999999997</c:v>
                </c:pt>
                <c:pt idx="3859">
                  <c:v>4.7562300000000004</c:v>
                </c:pt>
                <c:pt idx="3860">
                  <c:v>4.7565299999999997</c:v>
                </c:pt>
                <c:pt idx="3861">
                  <c:v>4.7568400000000004</c:v>
                </c:pt>
                <c:pt idx="3862">
                  <c:v>4.7571399999999997</c:v>
                </c:pt>
                <c:pt idx="3863">
                  <c:v>4.7574500000000004</c:v>
                </c:pt>
                <c:pt idx="3864">
                  <c:v>4.7577499999999997</c:v>
                </c:pt>
                <c:pt idx="3865">
                  <c:v>4.7580600000000004</c:v>
                </c:pt>
                <c:pt idx="3866">
                  <c:v>4.7583700000000002</c:v>
                </c:pt>
                <c:pt idx="3867">
                  <c:v>4.7586700000000004</c:v>
                </c:pt>
                <c:pt idx="3868">
                  <c:v>4.7589800000000002</c:v>
                </c:pt>
                <c:pt idx="3869">
                  <c:v>4.7592800000000004</c:v>
                </c:pt>
                <c:pt idx="3870">
                  <c:v>4.7595900000000002</c:v>
                </c:pt>
                <c:pt idx="3871">
                  <c:v>4.7598900000000004</c:v>
                </c:pt>
                <c:pt idx="3872">
                  <c:v>4.7602000000000002</c:v>
                </c:pt>
                <c:pt idx="3873">
                  <c:v>4.7605000000000004</c:v>
                </c:pt>
                <c:pt idx="3874">
                  <c:v>4.7608100000000002</c:v>
                </c:pt>
                <c:pt idx="3875">
                  <c:v>4.7611100000000004</c:v>
                </c:pt>
                <c:pt idx="3876">
                  <c:v>4.7614200000000002</c:v>
                </c:pt>
                <c:pt idx="3877">
                  <c:v>4.76173</c:v>
                </c:pt>
                <c:pt idx="3878">
                  <c:v>4.7620300000000002</c:v>
                </c:pt>
                <c:pt idx="3879">
                  <c:v>4.76234</c:v>
                </c:pt>
                <c:pt idx="3880">
                  <c:v>4.7626400000000002</c:v>
                </c:pt>
                <c:pt idx="3881">
                  <c:v>4.76295</c:v>
                </c:pt>
                <c:pt idx="3882">
                  <c:v>4.7632500000000002</c:v>
                </c:pt>
                <c:pt idx="3883">
                  <c:v>4.76356</c:v>
                </c:pt>
                <c:pt idx="3884">
                  <c:v>4.7638600000000002</c:v>
                </c:pt>
                <c:pt idx="3885">
                  <c:v>4.76417</c:v>
                </c:pt>
                <c:pt idx="3886">
                  <c:v>4.7644700000000002</c:v>
                </c:pt>
                <c:pt idx="3887">
                  <c:v>4.76478</c:v>
                </c:pt>
                <c:pt idx="3888">
                  <c:v>4.7650800000000002</c:v>
                </c:pt>
                <c:pt idx="3889">
                  <c:v>4.76539</c:v>
                </c:pt>
                <c:pt idx="3890">
                  <c:v>4.7656999999999998</c:v>
                </c:pt>
                <c:pt idx="3891">
                  <c:v>4.766</c:v>
                </c:pt>
                <c:pt idx="3892">
                  <c:v>4.7663099999999998</c:v>
                </c:pt>
                <c:pt idx="3893">
                  <c:v>4.76661</c:v>
                </c:pt>
                <c:pt idx="3894">
                  <c:v>4.7669199999999998</c:v>
                </c:pt>
                <c:pt idx="3895">
                  <c:v>4.76722</c:v>
                </c:pt>
                <c:pt idx="3896">
                  <c:v>4.7675299999999998</c:v>
                </c:pt>
                <c:pt idx="3897">
                  <c:v>4.76783</c:v>
                </c:pt>
                <c:pt idx="3898">
                  <c:v>4.7681399999999998</c:v>
                </c:pt>
                <c:pt idx="3899">
                  <c:v>4.76844</c:v>
                </c:pt>
                <c:pt idx="3900">
                  <c:v>4.7687499999999998</c:v>
                </c:pt>
                <c:pt idx="3901">
                  <c:v>4.76905</c:v>
                </c:pt>
                <c:pt idx="3902">
                  <c:v>4.7693599999999998</c:v>
                </c:pt>
                <c:pt idx="3903">
                  <c:v>4.7696699999999996</c:v>
                </c:pt>
                <c:pt idx="3904">
                  <c:v>4.7699699999999998</c:v>
                </c:pt>
                <c:pt idx="3905">
                  <c:v>4.7702799999999996</c:v>
                </c:pt>
                <c:pt idx="3906">
                  <c:v>4.7705799999999998</c:v>
                </c:pt>
                <c:pt idx="3907">
                  <c:v>4.7708899999999996</c:v>
                </c:pt>
                <c:pt idx="3908">
                  <c:v>4.7711899999999998</c:v>
                </c:pt>
                <c:pt idx="3909">
                  <c:v>4.7714999999999996</c:v>
                </c:pt>
                <c:pt idx="3910">
                  <c:v>4.7717999999999998</c:v>
                </c:pt>
                <c:pt idx="3911">
                  <c:v>4.7721099999999996</c:v>
                </c:pt>
                <c:pt idx="3912">
                  <c:v>4.7724099999999998</c:v>
                </c:pt>
                <c:pt idx="3913">
                  <c:v>4.7727199999999996</c:v>
                </c:pt>
                <c:pt idx="3914">
                  <c:v>4.7730199999999998</c:v>
                </c:pt>
                <c:pt idx="3915">
                  <c:v>4.7733299999999996</c:v>
                </c:pt>
                <c:pt idx="3916">
                  <c:v>4.7736400000000003</c:v>
                </c:pt>
                <c:pt idx="3917">
                  <c:v>4.7739399999999996</c:v>
                </c:pt>
                <c:pt idx="3918">
                  <c:v>4.7742500000000003</c:v>
                </c:pt>
                <c:pt idx="3919">
                  <c:v>4.7745499999999996</c:v>
                </c:pt>
                <c:pt idx="3920">
                  <c:v>4.7748600000000003</c:v>
                </c:pt>
                <c:pt idx="3921">
                  <c:v>4.7751599999999996</c:v>
                </c:pt>
                <c:pt idx="3922">
                  <c:v>4.7754700000000003</c:v>
                </c:pt>
                <c:pt idx="3923">
                  <c:v>4.7757699999999996</c:v>
                </c:pt>
                <c:pt idx="3924">
                  <c:v>4.7760800000000003</c:v>
                </c:pt>
                <c:pt idx="3925">
                  <c:v>4.7763799999999996</c:v>
                </c:pt>
                <c:pt idx="3926">
                  <c:v>4.7766900000000003</c:v>
                </c:pt>
                <c:pt idx="3927">
                  <c:v>4.7770000000000001</c:v>
                </c:pt>
                <c:pt idx="3928">
                  <c:v>4.7773000000000003</c:v>
                </c:pt>
                <c:pt idx="3929">
                  <c:v>4.7776100000000001</c:v>
                </c:pt>
                <c:pt idx="3930">
                  <c:v>4.7779100000000003</c:v>
                </c:pt>
                <c:pt idx="3931">
                  <c:v>4.7782200000000001</c:v>
                </c:pt>
                <c:pt idx="3932">
                  <c:v>4.7785200000000003</c:v>
                </c:pt>
                <c:pt idx="3933">
                  <c:v>4.7788300000000001</c:v>
                </c:pt>
                <c:pt idx="3934">
                  <c:v>4.7791300000000003</c:v>
                </c:pt>
                <c:pt idx="3935">
                  <c:v>4.7794400000000001</c:v>
                </c:pt>
                <c:pt idx="3936">
                  <c:v>4.7797400000000003</c:v>
                </c:pt>
                <c:pt idx="3937">
                  <c:v>4.7800500000000001</c:v>
                </c:pt>
                <c:pt idx="3938">
                  <c:v>4.7803500000000003</c:v>
                </c:pt>
                <c:pt idx="3939">
                  <c:v>4.7806600000000001</c:v>
                </c:pt>
                <c:pt idx="3940">
                  <c:v>4.7809699999999999</c:v>
                </c:pt>
                <c:pt idx="3941">
                  <c:v>4.7812700000000001</c:v>
                </c:pt>
                <c:pt idx="3942">
                  <c:v>4.7815799999999999</c:v>
                </c:pt>
                <c:pt idx="3943">
                  <c:v>4.7818800000000001</c:v>
                </c:pt>
                <c:pt idx="3944">
                  <c:v>4.7821899999999999</c:v>
                </c:pt>
                <c:pt idx="3945">
                  <c:v>4.7824900000000001</c:v>
                </c:pt>
                <c:pt idx="3946">
                  <c:v>4.7827999999999999</c:v>
                </c:pt>
                <c:pt idx="3947">
                  <c:v>4.7831000000000001</c:v>
                </c:pt>
                <c:pt idx="3948">
                  <c:v>4.7834099999999999</c:v>
                </c:pt>
                <c:pt idx="3949">
                  <c:v>4.7837100000000001</c:v>
                </c:pt>
                <c:pt idx="3950">
                  <c:v>4.7840199999999999</c:v>
                </c:pt>
                <c:pt idx="3951">
                  <c:v>4.7843200000000001</c:v>
                </c:pt>
                <c:pt idx="3952">
                  <c:v>4.7846299999999999</c:v>
                </c:pt>
                <c:pt idx="3953">
                  <c:v>4.7849399999999997</c:v>
                </c:pt>
                <c:pt idx="3954">
                  <c:v>4.7852399999999999</c:v>
                </c:pt>
                <c:pt idx="3955">
                  <c:v>4.7855499999999997</c:v>
                </c:pt>
                <c:pt idx="3956">
                  <c:v>4.7858499999999999</c:v>
                </c:pt>
                <c:pt idx="3957">
                  <c:v>4.7861599999999997</c:v>
                </c:pt>
                <c:pt idx="3958">
                  <c:v>4.7864599999999999</c:v>
                </c:pt>
                <c:pt idx="3959">
                  <c:v>4.7867699999999997</c:v>
                </c:pt>
                <c:pt idx="3960">
                  <c:v>4.7870699999999999</c:v>
                </c:pt>
                <c:pt idx="3961">
                  <c:v>4.7873799999999997</c:v>
                </c:pt>
                <c:pt idx="3962">
                  <c:v>4.7876799999999999</c:v>
                </c:pt>
                <c:pt idx="3963">
                  <c:v>4.7879899999999997</c:v>
                </c:pt>
                <c:pt idx="3964">
                  <c:v>4.7882899999999999</c:v>
                </c:pt>
                <c:pt idx="3965">
                  <c:v>4.7885999999999997</c:v>
                </c:pt>
                <c:pt idx="3966">
                  <c:v>4.7889099999999996</c:v>
                </c:pt>
                <c:pt idx="3967">
                  <c:v>4.7892099999999997</c:v>
                </c:pt>
                <c:pt idx="3968">
                  <c:v>4.7895200000000004</c:v>
                </c:pt>
                <c:pt idx="3969">
                  <c:v>4.7898199999999997</c:v>
                </c:pt>
                <c:pt idx="3970">
                  <c:v>4.7901300000000004</c:v>
                </c:pt>
                <c:pt idx="3971">
                  <c:v>4.7904299999999997</c:v>
                </c:pt>
                <c:pt idx="3972">
                  <c:v>4.7907400000000004</c:v>
                </c:pt>
                <c:pt idx="3973">
                  <c:v>4.7910399999999997</c:v>
                </c:pt>
                <c:pt idx="3974">
                  <c:v>4.7913500000000004</c:v>
                </c:pt>
                <c:pt idx="3975">
                  <c:v>4.7916499999999997</c:v>
                </c:pt>
                <c:pt idx="3976">
                  <c:v>4.7919600000000004</c:v>
                </c:pt>
                <c:pt idx="3977">
                  <c:v>4.7922599999999997</c:v>
                </c:pt>
                <c:pt idx="3978">
                  <c:v>4.7925700000000004</c:v>
                </c:pt>
                <c:pt idx="3979">
                  <c:v>4.7928800000000003</c:v>
                </c:pt>
                <c:pt idx="3980">
                  <c:v>4.7931800000000004</c:v>
                </c:pt>
                <c:pt idx="3981">
                  <c:v>4.7934900000000003</c:v>
                </c:pt>
                <c:pt idx="3982">
                  <c:v>4.7937900000000004</c:v>
                </c:pt>
                <c:pt idx="3983">
                  <c:v>4.7941000000000003</c:v>
                </c:pt>
                <c:pt idx="3984">
                  <c:v>4.7944000000000004</c:v>
                </c:pt>
                <c:pt idx="3985">
                  <c:v>4.7947100000000002</c:v>
                </c:pt>
                <c:pt idx="3986">
                  <c:v>4.7950100000000004</c:v>
                </c:pt>
                <c:pt idx="3987">
                  <c:v>4.7953200000000002</c:v>
                </c:pt>
                <c:pt idx="3988">
                  <c:v>4.7956200000000004</c:v>
                </c:pt>
                <c:pt idx="3989">
                  <c:v>4.7959300000000002</c:v>
                </c:pt>
                <c:pt idx="3990">
                  <c:v>4.7962400000000001</c:v>
                </c:pt>
                <c:pt idx="3991">
                  <c:v>4.7965400000000002</c:v>
                </c:pt>
                <c:pt idx="3992">
                  <c:v>4.7968500000000001</c:v>
                </c:pt>
                <c:pt idx="3993">
                  <c:v>4.7971500000000002</c:v>
                </c:pt>
                <c:pt idx="3994">
                  <c:v>4.7974600000000001</c:v>
                </c:pt>
                <c:pt idx="3995">
                  <c:v>4.7977600000000002</c:v>
                </c:pt>
                <c:pt idx="3996">
                  <c:v>4.7980700000000001</c:v>
                </c:pt>
                <c:pt idx="3997">
                  <c:v>4.7983700000000002</c:v>
                </c:pt>
                <c:pt idx="3998">
                  <c:v>4.7986800000000001</c:v>
                </c:pt>
                <c:pt idx="3999">
                  <c:v>4.7989800000000002</c:v>
                </c:pt>
                <c:pt idx="4000">
                  <c:v>4.7992900000000001</c:v>
                </c:pt>
                <c:pt idx="4001">
                  <c:v>4.7995900000000002</c:v>
                </c:pt>
                <c:pt idx="4002">
                  <c:v>4.7999000000000001</c:v>
                </c:pt>
                <c:pt idx="4003">
                  <c:v>4.8002099999999999</c:v>
                </c:pt>
                <c:pt idx="4004">
                  <c:v>4.8005100000000001</c:v>
                </c:pt>
                <c:pt idx="4005">
                  <c:v>4.8008199999999999</c:v>
                </c:pt>
                <c:pt idx="4006">
                  <c:v>4.8011200000000001</c:v>
                </c:pt>
                <c:pt idx="4007">
                  <c:v>4.8014299999999999</c:v>
                </c:pt>
                <c:pt idx="4008">
                  <c:v>4.8017300000000001</c:v>
                </c:pt>
                <c:pt idx="4009">
                  <c:v>4.8020399999999999</c:v>
                </c:pt>
                <c:pt idx="4010">
                  <c:v>4.8023400000000001</c:v>
                </c:pt>
                <c:pt idx="4011">
                  <c:v>4.8026499999999999</c:v>
                </c:pt>
                <c:pt idx="4012">
                  <c:v>4.8029500000000001</c:v>
                </c:pt>
                <c:pt idx="4013">
                  <c:v>4.8032599999999999</c:v>
                </c:pt>
                <c:pt idx="4014">
                  <c:v>4.8035600000000001</c:v>
                </c:pt>
                <c:pt idx="4015">
                  <c:v>4.8038699999999999</c:v>
                </c:pt>
                <c:pt idx="4016">
                  <c:v>4.8041799999999997</c:v>
                </c:pt>
                <c:pt idx="4017">
                  <c:v>4.8044799999999999</c:v>
                </c:pt>
                <c:pt idx="4018">
                  <c:v>4.8047899999999997</c:v>
                </c:pt>
                <c:pt idx="4019">
                  <c:v>4.8050899999999999</c:v>
                </c:pt>
                <c:pt idx="4020">
                  <c:v>4.8053999999999997</c:v>
                </c:pt>
                <c:pt idx="4021">
                  <c:v>4.8056999999999999</c:v>
                </c:pt>
                <c:pt idx="4022">
                  <c:v>4.8060099999999997</c:v>
                </c:pt>
                <c:pt idx="4023">
                  <c:v>4.8063099999999999</c:v>
                </c:pt>
                <c:pt idx="4024">
                  <c:v>4.8066199999999997</c:v>
                </c:pt>
                <c:pt idx="4025">
                  <c:v>4.8069199999999999</c:v>
                </c:pt>
                <c:pt idx="4026">
                  <c:v>4.8072299999999997</c:v>
                </c:pt>
                <c:pt idx="4027">
                  <c:v>4.8075299999999999</c:v>
                </c:pt>
                <c:pt idx="4028">
                  <c:v>4.8078399999999997</c:v>
                </c:pt>
                <c:pt idx="4029">
                  <c:v>4.8081500000000004</c:v>
                </c:pt>
                <c:pt idx="4030">
                  <c:v>4.8084499999999997</c:v>
                </c:pt>
                <c:pt idx="4031">
                  <c:v>4.8087600000000004</c:v>
                </c:pt>
                <c:pt idx="4032">
                  <c:v>4.8090599999999997</c:v>
                </c:pt>
                <c:pt idx="4033">
                  <c:v>4.8093700000000004</c:v>
                </c:pt>
                <c:pt idx="4034">
                  <c:v>4.8096699999999997</c:v>
                </c:pt>
                <c:pt idx="4035">
                  <c:v>4.8099800000000004</c:v>
                </c:pt>
                <c:pt idx="4036">
                  <c:v>4.8102799999999997</c:v>
                </c:pt>
                <c:pt idx="4037">
                  <c:v>4.8105900000000004</c:v>
                </c:pt>
                <c:pt idx="4038">
                  <c:v>4.8108899999999997</c:v>
                </c:pt>
                <c:pt idx="4039">
                  <c:v>4.8112000000000004</c:v>
                </c:pt>
                <c:pt idx="4040">
                  <c:v>4.8114999999999997</c:v>
                </c:pt>
                <c:pt idx="4041">
                  <c:v>4.8118100000000004</c:v>
                </c:pt>
                <c:pt idx="4042">
                  <c:v>4.8121200000000002</c:v>
                </c:pt>
                <c:pt idx="4043">
                  <c:v>4.8124200000000004</c:v>
                </c:pt>
                <c:pt idx="4044">
                  <c:v>4.8127300000000002</c:v>
                </c:pt>
                <c:pt idx="4045">
                  <c:v>4.8130300000000004</c:v>
                </c:pt>
                <c:pt idx="4046">
                  <c:v>4.8133400000000002</c:v>
                </c:pt>
                <c:pt idx="4047">
                  <c:v>4.8136400000000004</c:v>
                </c:pt>
                <c:pt idx="4048">
                  <c:v>4.8139500000000002</c:v>
                </c:pt>
                <c:pt idx="4049">
                  <c:v>4.8142500000000004</c:v>
                </c:pt>
                <c:pt idx="4050">
                  <c:v>4.8145600000000002</c:v>
                </c:pt>
                <c:pt idx="4051">
                  <c:v>4.8148600000000004</c:v>
                </c:pt>
                <c:pt idx="4052">
                  <c:v>4.8151700000000002</c:v>
                </c:pt>
                <c:pt idx="4053">
                  <c:v>4.81548</c:v>
                </c:pt>
                <c:pt idx="4054">
                  <c:v>4.8157800000000002</c:v>
                </c:pt>
                <c:pt idx="4055">
                  <c:v>4.81609</c:v>
                </c:pt>
                <c:pt idx="4056">
                  <c:v>4.8163900000000002</c:v>
                </c:pt>
                <c:pt idx="4057">
                  <c:v>4.8167</c:v>
                </c:pt>
                <c:pt idx="4058">
                  <c:v>4.8170000000000002</c:v>
                </c:pt>
                <c:pt idx="4059">
                  <c:v>4.81731</c:v>
                </c:pt>
                <c:pt idx="4060">
                  <c:v>4.8176100000000002</c:v>
                </c:pt>
                <c:pt idx="4061">
                  <c:v>4.81792</c:v>
                </c:pt>
                <c:pt idx="4062">
                  <c:v>4.8182200000000002</c:v>
                </c:pt>
                <c:pt idx="4063">
                  <c:v>4.81853</c:v>
                </c:pt>
                <c:pt idx="4064">
                  <c:v>4.8188300000000002</c:v>
                </c:pt>
                <c:pt idx="4065">
                  <c:v>4.81914</c:v>
                </c:pt>
                <c:pt idx="4066">
                  <c:v>4.8194499999999998</c:v>
                </c:pt>
                <c:pt idx="4067">
                  <c:v>4.81975</c:v>
                </c:pt>
                <c:pt idx="4068">
                  <c:v>4.8200599999999998</c:v>
                </c:pt>
                <c:pt idx="4069">
                  <c:v>4.82036</c:v>
                </c:pt>
                <c:pt idx="4070">
                  <c:v>4.8206699999999998</c:v>
                </c:pt>
                <c:pt idx="4071">
                  <c:v>4.82097</c:v>
                </c:pt>
                <c:pt idx="4072">
                  <c:v>4.8212799999999998</c:v>
                </c:pt>
                <c:pt idx="4073">
                  <c:v>4.82158</c:v>
                </c:pt>
                <c:pt idx="4074">
                  <c:v>4.8218899999999998</c:v>
                </c:pt>
                <c:pt idx="4075">
                  <c:v>4.82219</c:v>
                </c:pt>
                <c:pt idx="4076">
                  <c:v>4.8224999999999998</c:v>
                </c:pt>
                <c:pt idx="4077">
                  <c:v>4.8228</c:v>
                </c:pt>
                <c:pt idx="4078">
                  <c:v>4.8231099999999998</c:v>
                </c:pt>
                <c:pt idx="4079">
                  <c:v>4.8234199999999996</c:v>
                </c:pt>
                <c:pt idx="4080">
                  <c:v>4.8237199999999998</c:v>
                </c:pt>
                <c:pt idx="4081">
                  <c:v>4.8240299999999996</c:v>
                </c:pt>
                <c:pt idx="4082">
                  <c:v>4.8243299999999998</c:v>
                </c:pt>
                <c:pt idx="4083">
                  <c:v>4.8246399999999996</c:v>
                </c:pt>
                <c:pt idx="4084">
                  <c:v>4.8249399999999998</c:v>
                </c:pt>
                <c:pt idx="4085">
                  <c:v>4.8252499999999996</c:v>
                </c:pt>
                <c:pt idx="4086">
                  <c:v>4.8255499999999998</c:v>
                </c:pt>
                <c:pt idx="4087">
                  <c:v>4.8258599999999996</c:v>
                </c:pt>
                <c:pt idx="4088">
                  <c:v>4.8261599999999998</c:v>
                </c:pt>
                <c:pt idx="4089">
                  <c:v>4.8264699999999996</c:v>
                </c:pt>
                <c:pt idx="4090">
                  <c:v>4.8267699999999998</c:v>
                </c:pt>
                <c:pt idx="4091">
                  <c:v>4.8270799999999996</c:v>
                </c:pt>
                <c:pt idx="4092">
                  <c:v>4.8273900000000003</c:v>
                </c:pt>
                <c:pt idx="4093">
                  <c:v>4.8276899999999996</c:v>
                </c:pt>
                <c:pt idx="4094">
                  <c:v>4.8280000000000003</c:v>
                </c:pt>
                <c:pt idx="4095">
                  <c:v>4.8282999999999996</c:v>
                </c:pt>
                <c:pt idx="4096">
                  <c:v>4.8286100000000003</c:v>
                </c:pt>
                <c:pt idx="4097">
                  <c:v>4.8289099999999996</c:v>
                </c:pt>
                <c:pt idx="4098">
                  <c:v>4.8292200000000003</c:v>
                </c:pt>
                <c:pt idx="4099">
                  <c:v>4.8295199999999996</c:v>
                </c:pt>
                <c:pt idx="4100">
                  <c:v>4.8298300000000003</c:v>
                </c:pt>
                <c:pt idx="4101">
                  <c:v>4.8301299999999996</c:v>
                </c:pt>
                <c:pt idx="4102">
                  <c:v>4.8304400000000003</c:v>
                </c:pt>
                <c:pt idx="4103">
                  <c:v>4.8307399999999996</c:v>
                </c:pt>
                <c:pt idx="4104">
                  <c:v>4.8310500000000003</c:v>
                </c:pt>
                <c:pt idx="4105">
                  <c:v>4.8313600000000001</c:v>
                </c:pt>
                <c:pt idx="4106">
                  <c:v>4.8316600000000003</c:v>
                </c:pt>
                <c:pt idx="4107">
                  <c:v>4.8319700000000001</c:v>
                </c:pt>
                <c:pt idx="4108">
                  <c:v>4.8322700000000003</c:v>
                </c:pt>
                <c:pt idx="4109">
                  <c:v>4.8325800000000001</c:v>
                </c:pt>
                <c:pt idx="4110">
                  <c:v>4.8328800000000003</c:v>
                </c:pt>
                <c:pt idx="4111">
                  <c:v>4.8331900000000001</c:v>
                </c:pt>
                <c:pt idx="4112">
                  <c:v>4.8334900000000003</c:v>
                </c:pt>
                <c:pt idx="4113">
                  <c:v>4.8338000000000001</c:v>
                </c:pt>
                <c:pt idx="4114">
                  <c:v>4.8341000000000003</c:v>
                </c:pt>
                <c:pt idx="4115">
                  <c:v>4.8344100000000001</c:v>
                </c:pt>
                <c:pt idx="4116">
                  <c:v>4.8347199999999999</c:v>
                </c:pt>
                <c:pt idx="4117">
                  <c:v>4.8350200000000001</c:v>
                </c:pt>
                <c:pt idx="4118">
                  <c:v>4.8353299999999999</c:v>
                </c:pt>
                <c:pt idx="4119">
                  <c:v>4.8356300000000001</c:v>
                </c:pt>
                <c:pt idx="4120">
                  <c:v>4.8359399999999999</c:v>
                </c:pt>
                <c:pt idx="4121">
                  <c:v>4.8362400000000001</c:v>
                </c:pt>
                <c:pt idx="4122">
                  <c:v>4.8365499999999999</c:v>
                </c:pt>
                <c:pt idx="4123">
                  <c:v>4.8368500000000001</c:v>
                </c:pt>
                <c:pt idx="4124">
                  <c:v>4.8371599999999999</c:v>
                </c:pt>
                <c:pt idx="4125">
                  <c:v>4.8374600000000001</c:v>
                </c:pt>
                <c:pt idx="4126">
                  <c:v>4.8377699999999999</c:v>
                </c:pt>
                <c:pt idx="4127">
                  <c:v>4.8380700000000001</c:v>
                </c:pt>
                <c:pt idx="4128">
                  <c:v>4.8383799999999999</c:v>
                </c:pt>
                <c:pt idx="4129">
                  <c:v>4.8386899999999997</c:v>
                </c:pt>
                <c:pt idx="4130">
                  <c:v>4.8389899999999999</c:v>
                </c:pt>
                <c:pt idx="4131">
                  <c:v>4.8392999999999997</c:v>
                </c:pt>
                <c:pt idx="4132">
                  <c:v>4.8395999999999999</c:v>
                </c:pt>
                <c:pt idx="4133">
                  <c:v>4.8399099999999997</c:v>
                </c:pt>
                <c:pt idx="4134">
                  <c:v>4.8402099999999999</c:v>
                </c:pt>
                <c:pt idx="4135">
                  <c:v>4.8405199999999997</c:v>
                </c:pt>
                <c:pt idx="4136">
                  <c:v>4.8408199999999999</c:v>
                </c:pt>
                <c:pt idx="4137">
                  <c:v>4.8411299999999997</c:v>
                </c:pt>
                <c:pt idx="4138">
                  <c:v>4.8414299999999999</c:v>
                </c:pt>
                <c:pt idx="4139">
                  <c:v>4.8417399999999997</c:v>
                </c:pt>
                <c:pt idx="4140">
                  <c:v>4.8420399999999999</c:v>
                </c:pt>
                <c:pt idx="4141">
                  <c:v>4.8423499999999997</c:v>
                </c:pt>
                <c:pt idx="4142">
                  <c:v>4.8426600000000004</c:v>
                </c:pt>
                <c:pt idx="4143">
                  <c:v>4.8429599999999997</c:v>
                </c:pt>
                <c:pt idx="4144">
                  <c:v>4.8432700000000004</c:v>
                </c:pt>
                <c:pt idx="4145">
                  <c:v>4.8435699999999997</c:v>
                </c:pt>
                <c:pt idx="4146">
                  <c:v>4.8438800000000004</c:v>
                </c:pt>
                <c:pt idx="4147">
                  <c:v>4.8441799999999997</c:v>
                </c:pt>
                <c:pt idx="4148">
                  <c:v>4.8444900000000004</c:v>
                </c:pt>
                <c:pt idx="4149">
                  <c:v>4.8447899999999997</c:v>
                </c:pt>
                <c:pt idx="4150">
                  <c:v>4.8451000000000004</c:v>
                </c:pt>
                <c:pt idx="4151">
                  <c:v>4.8453999999999997</c:v>
                </c:pt>
                <c:pt idx="4152">
                  <c:v>4.8457100000000004</c:v>
                </c:pt>
                <c:pt idx="4153">
                  <c:v>4.8460099999999997</c:v>
                </c:pt>
                <c:pt idx="4154">
                  <c:v>4.8463200000000004</c:v>
                </c:pt>
                <c:pt idx="4155">
                  <c:v>4.8466300000000002</c:v>
                </c:pt>
                <c:pt idx="4156">
                  <c:v>4.8469300000000004</c:v>
                </c:pt>
                <c:pt idx="4157">
                  <c:v>4.8472400000000002</c:v>
                </c:pt>
                <c:pt idx="4158">
                  <c:v>4.8475400000000004</c:v>
                </c:pt>
                <c:pt idx="4159">
                  <c:v>4.8478500000000002</c:v>
                </c:pt>
                <c:pt idx="4160">
                  <c:v>4.8481500000000004</c:v>
                </c:pt>
                <c:pt idx="4161">
                  <c:v>4.8484600000000002</c:v>
                </c:pt>
                <c:pt idx="4162">
                  <c:v>4.8487600000000004</c:v>
                </c:pt>
                <c:pt idx="4163">
                  <c:v>4.8490700000000002</c:v>
                </c:pt>
                <c:pt idx="4164">
                  <c:v>4.8493700000000004</c:v>
                </c:pt>
                <c:pt idx="4165">
                  <c:v>4.8496800000000002</c:v>
                </c:pt>
                <c:pt idx="4166">
                  <c:v>4.84999</c:v>
                </c:pt>
                <c:pt idx="4167">
                  <c:v>4.8502900000000002</c:v>
                </c:pt>
                <c:pt idx="4168">
                  <c:v>4.8506</c:v>
                </c:pt>
                <c:pt idx="4169">
                  <c:v>4.8509000000000002</c:v>
                </c:pt>
                <c:pt idx="4170">
                  <c:v>4.85121</c:v>
                </c:pt>
                <c:pt idx="4171">
                  <c:v>4.8515100000000002</c:v>
                </c:pt>
                <c:pt idx="4172">
                  <c:v>4.85182</c:v>
                </c:pt>
                <c:pt idx="4173">
                  <c:v>4.8521200000000002</c:v>
                </c:pt>
                <c:pt idx="4174">
                  <c:v>4.85243</c:v>
                </c:pt>
                <c:pt idx="4175">
                  <c:v>4.8527300000000002</c:v>
                </c:pt>
                <c:pt idx="4176">
                  <c:v>4.85304</c:v>
                </c:pt>
                <c:pt idx="4177">
                  <c:v>4.8533400000000002</c:v>
                </c:pt>
                <c:pt idx="4178">
                  <c:v>4.85365</c:v>
                </c:pt>
                <c:pt idx="4179">
                  <c:v>4.8539599999999998</c:v>
                </c:pt>
                <c:pt idx="4180">
                  <c:v>4.85426</c:v>
                </c:pt>
                <c:pt idx="4181">
                  <c:v>4.8545699999999998</c:v>
                </c:pt>
                <c:pt idx="4182">
                  <c:v>4.85487</c:v>
                </c:pt>
                <c:pt idx="4183">
                  <c:v>4.8551799999999998</c:v>
                </c:pt>
                <c:pt idx="4184">
                  <c:v>4.85548</c:v>
                </c:pt>
                <c:pt idx="4185">
                  <c:v>4.8557899999999998</c:v>
                </c:pt>
                <c:pt idx="4186">
                  <c:v>4.85609</c:v>
                </c:pt>
                <c:pt idx="4187">
                  <c:v>4.8563999999999998</c:v>
                </c:pt>
                <c:pt idx="4188">
                  <c:v>4.8567</c:v>
                </c:pt>
                <c:pt idx="4189">
                  <c:v>4.8570099999999998</c:v>
                </c:pt>
                <c:pt idx="4190">
                  <c:v>4.85731</c:v>
                </c:pt>
                <c:pt idx="4191">
                  <c:v>4.8576199999999998</c:v>
                </c:pt>
                <c:pt idx="4192">
                  <c:v>4.8579299999999996</c:v>
                </c:pt>
                <c:pt idx="4193">
                  <c:v>4.8582299999999998</c:v>
                </c:pt>
                <c:pt idx="4194">
                  <c:v>4.8585399999999996</c:v>
                </c:pt>
                <c:pt idx="4195">
                  <c:v>4.8588399999999998</c:v>
                </c:pt>
                <c:pt idx="4196">
                  <c:v>4.8591499999999996</c:v>
                </c:pt>
                <c:pt idx="4197">
                  <c:v>4.8594499999999998</c:v>
                </c:pt>
                <c:pt idx="4198">
                  <c:v>4.8597599999999996</c:v>
                </c:pt>
                <c:pt idx="4199">
                  <c:v>4.8600599999999998</c:v>
                </c:pt>
                <c:pt idx="4200">
                  <c:v>4.8603699999999996</c:v>
                </c:pt>
                <c:pt idx="4201">
                  <c:v>4.8606699999999998</c:v>
                </c:pt>
                <c:pt idx="4202">
                  <c:v>4.8609799999999996</c:v>
                </c:pt>
                <c:pt idx="4203">
                  <c:v>4.8612799999999998</c:v>
                </c:pt>
                <c:pt idx="4204">
                  <c:v>4.8615899999999996</c:v>
                </c:pt>
                <c:pt idx="4205">
                  <c:v>4.8619000000000003</c:v>
                </c:pt>
                <c:pt idx="4206">
                  <c:v>4.8621999999999996</c:v>
                </c:pt>
                <c:pt idx="4207">
                  <c:v>4.8625100000000003</c:v>
                </c:pt>
                <c:pt idx="4208">
                  <c:v>4.8628099999999996</c:v>
                </c:pt>
                <c:pt idx="4209">
                  <c:v>4.8631200000000003</c:v>
                </c:pt>
                <c:pt idx="4210">
                  <c:v>4.8634199999999996</c:v>
                </c:pt>
                <c:pt idx="4211">
                  <c:v>4.8637300000000003</c:v>
                </c:pt>
                <c:pt idx="4212">
                  <c:v>4.8640299999999996</c:v>
                </c:pt>
                <c:pt idx="4213">
                  <c:v>4.8643400000000003</c:v>
                </c:pt>
                <c:pt idx="4214">
                  <c:v>4.8646399999999996</c:v>
                </c:pt>
                <c:pt idx="4215">
                  <c:v>4.8649500000000003</c:v>
                </c:pt>
                <c:pt idx="4216">
                  <c:v>4.8652499999999996</c:v>
                </c:pt>
                <c:pt idx="4217">
                  <c:v>4.8655600000000003</c:v>
                </c:pt>
                <c:pt idx="4218">
                  <c:v>4.8658700000000001</c:v>
                </c:pt>
                <c:pt idx="4219">
                  <c:v>4.8661700000000003</c:v>
                </c:pt>
                <c:pt idx="4220">
                  <c:v>4.8664800000000001</c:v>
                </c:pt>
                <c:pt idx="4221">
                  <c:v>4.8667800000000003</c:v>
                </c:pt>
                <c:pt idx="4222">
                  <c:v>4.8670900000000001</c:v>
                </c:pt>
                <c:pt idx="4223">
                  <c:v>4.8673900000000003</c:v>
                </c:pt>
                <c:pt idx="4224">
                  <c:v>4.8677000000000001</c:v>
                </c:pt>
                <c:pt idx="4225">
                  <c:v>4.8680000000000003</c:v>
                </c:pt>
                <c:pt idx="4226">
                  <c:v>4.8683100000000001</c:v>
                </c:pt>
                <c:pt idx="4227">
                  <c:v>4.8686100000000003</c:v>
                </c:pt>
                <c:pt idx="4228">
                  <c:v>4.8689200000000001</c:v>
                </c:pt>
                <c:pt idx="4229">
                  <c:v>4.8692299999999999</c:v>
                </c:pt>
                <c:pt idx="4230">
                  <c:v>4.8695300000000001</c:v>
                </c:pt>
                <c:pt idx="4231">
                  <c:v>4.8698399999999999</c:v>
                </c:pt>
                <c:pt idx="4232">
                  <c:v>4.8701400000000001</c:v>
                </c:pt>
                <c:pt idx="4233">
                  <c:v>4.8704499999999999</c:v>
                </c:pt>
                <c:pt idx="4234">
                  <c:v>4.8707500000000001</c:v>
                </c:pt>
                <c:pt idx="4235">
                  <c:v>4.8710599999999999</c:v>
                </c:pt>
                <c:pt idx="4236">
                  <c:v>4.8713600000000001</c:v>
                </c:pt>
                <c:pt idx="4237">
                  <c:v>4.8716699999999999</c:v>
                </c:pt>
                <c:pt idx="4238">
                  <c:v>4.8719700000000001</c:v>
                </c:pt>
                <c:pt idx="4239">
                  <c:v>4.8722799999999999</c:v>
                </c:pt>
                <c:pt idx="4240">
                  <c:v>4.8725800000000001</c:v>
                </c:pt>
                <c:pt idx="4241">
                  <c:v>4.8728899999999999</c:v>
                </c:pt>
                <c:pt idx="4242">
                  <c:v>4.8731999999999998</c:v>
                </c:pt>
                <c:pt idx="4243">
                  <c:v>4.8734999999999999</c:v>
                </c:pt>
                <c:pt idx="4244">
                  <c:v>4.8738099999999998</c:v>
                </c:pt>
                <c:pt idx="4245">
                  <c:v>4.8741099999999999</c:v>
                </c:pt>
                <c:pt idx="4246">
                  <c:v>4.8744199999999998</c:v>
                </c:pt>
                <c:pt idx="4247">
                  <c:v>4.8747199999999999</c:v>
                </c:pt>
                <c:pt idx="4248">
                  <c:v>4.8750299999999998</c:v>
                </c:pt>
                <c:pt idx="4249">
                  <c:v>4.8753299999999999</c:v>
                </c:pt>
                <c:pt idx="4250">
                  <c:v>4.8756399999999998</c:v>
                </c:pt>
                <c:pt idx="4251">
                  <c:v>4.8759399999999999</c:v>
                </c:pt>
                <c:pt idx="4252">
                  <c:v>4.8762499999999998</c:v>
                </c:pt>
                <c:pt idx="4253">
                  <c:v>4.8765499999999999</c:v>
                </c:pt>
                <c:pt idx="4254">
                  <c:v>4.8768599999999998</c:v>
                </c:pt>
                <c:pt idx="4255">
                  <c:v>4.8771699999999996</c:v>
                </c:pt>
                <c:pt idx="4256">
                  <c:v>4.8774699999999998</c:v>
                </c:pt>
                <c:pt idx="4257">
                  <c:v>4.8777799999999996</c:v>
                </c:pt>
                <c:pt idx="4258">
                  <c:v>4.8780799999999997</c:v>
                </c:pt>
                <c:pt idx="4259">
                  <c:v>4.8783899999999996</c:v>
                </c:pt>
                <c:pt idx="4260">
                  <c:v>4.8786899999999997</c:v>
                </c:pt>
                <c:pt idx="4261">
                  <c:v>4.8789999999999996</c:v>
                </c:pt>
                <c:pt idx="4262">
                  <c:v>4.8792999999999997</c:v>
                </c:pt>
                <c:pt idx="4263">
                  <c:v>4.8796099999999996</c:v>
                </c:pt>
                <c:pt idx="4264">
                  <c:v>4.8799099999999997</c:v>
                </c:pt>
                <c:pt idx="4265">
                  <c:v>4.8802199999999996</c:v>
                </c:pt>
                <c:pt idx="4266">
                  <c:v>4.8805199999999997</c:v>
                </c:pt>
                <c:pt idx="4267">
                  <c:v>4.8808299999999996</c:v>
                </c:pt>
                <c:pt idx="4268">
                  <c:v>4.8811400000000003</c:v>
                </c:pt>
                <c:pt idx="4269">
                  <c:v>4.8814399999999996</c:v>
                </c:pt>
                <c:pt idx="4270">
                  <c:v>4.8817500000000003</c:v>
                </c:pt>
                <c:pt idx="4271">
                  <c:v>4.8820499999999996</c:v>
                </c:pt>
                <c:pt idx="4272">
                  <c:v>4.8823600000000003</c:v>
                </c:pt>
                <c:pt idx="4273">
                  <c:v>4.8826599999999996</c:v>
                </c:pt>
                <c:pt idx="4274">
                  <c:v>4.8829700000000003</c:v>
                </c:pt>
                <c:pt idx="4275">
                  <c:v>4.8832700000000004</c:v>
                </c:pt>
                <c:pt idx="4276">
                  <c:v>4.8835800000000003</c:v>
                </c:pt>
                <c:pt idx="4277">
                  <c:v>4.8838800000000004</c:v>
                </c:pt>
                <c:pt idx="4278">
                  <c:v>4.8841900000000003</c:v>
                </c:pt>
                <c:pt idx="4279">
                  <c:v>4.8844900000000004</c:v>
                </c:pt>
                <c:pt idx="4280">
                  <c:v>4.8848000000000003</c:v>
                </c:pt>
                <c:pt idx="4281">
                  <c:v>4.8851100000000001</c:v>
                </c:pt>
                <c:pt idx="4282">
                  <c:v>4.8854100000000003</c:v>
                </c:pt>
                <c:pt idx="4283">
                  <c:v>4.8857200000000001</c:v>
                </c:pt>
                <c:pt idx="4284">
                  <c:v>4.8860200000000003</c:v>
                </c:pt>
                <c:pt idx="4285">
                  <c:v>4.8863300000000001</c:v>
                </c:pt>
                <c:pt idx="4286">
                  <c:v>4.8866300000000003</c:v>
                </c:pt>
                <c:pt idx="4287">
                  <c:v>4.8869400000000001</c:v>
                </c:pt>
                <c:pt idx="4288">
                  <c:v>4.8872400000000003</c:v>
                </c:pt>
                <c:pt idx="4289">
                  <c:v>4.8875500000000001</c:v>
                </c:pt>
                <c:pt idx="4290">
                  <c:v>4.8878500000000003</c:v>
                </c:pt>
                <c:pt idx="4291">
                  <c:v>4.8881600000000001</c:v>
                </c:pt>
                <c:pt idx="4292">
                  <c:v>4.8884699999999999</c:v>
                </c:pt>
                <c:pt idx="4293">
                  <c:v>4.8887700000000001</c:v>
                </c:pt>
                <c:pt idx="4294">
                  <c:v>4.8890799999999999</c:v>
                </c:pt>
                <c:pt idx="4295">
                  <c:v>4.8893800000000001</c:v>
                </c:pt>
                <c:pt idx="4296">
                  <c:v>4.8896899999999999</c:v>
                </c:pt>
                <c:pt idx="4297">
                  <c:v>4.8899900000000001</c:v>
                </c:pt>
                <c:pt idx="4298">
                  <c:v>4.8902999999999999</c:v>
                </c:pt>
                <c:pt idx="4299">
                  <c:v>4.8906000000000001</c:v>
                </c:pt>
                <c:pt idx="4300">
                  <c:v>4.8909099999999999</c:v>
                </c:pt>
                <c:pt idx="4301">
                  <c:v>4.8912100000000001</c:v>
                </c:pt>
                <c:pt idx="4302">
                  <c:v>4.8915199999999999</c:v>
                </c:pt>
                <c:pt idx="4303">
                  <c:v>4.8918200000000001</c:v>
                </c:pt>
                <c:pt idx="4304">
                  <c:v>4.8921299999999999</c:v>
                </c:pt>
                <c:pt idx="4305">
                  <c:v>4.8924399999999997</c:v>
                </c:pt>
                <c:pt idx="4306">
                  <c:v>4.8927399999999999</c:v>
                </c:pt>
                <c:pt idx="4307">
                  <c:v>4.8930499999999997</c:v>
                </c:pt>
                <c:pt idx="4308">
                  <c:v>4.8933499999999999</c:v>
                </c:pt>
                <c:pt idx="4309">
                  <c:v>4.8936599999999997</c:v>
                </c:pt>
                <c:pt idx="4310">
                  <c:v>4.8939599999999999</c:v>
                </c:pt>
                <c:pt idx="4311">
                  <c:v>4.8942699999999997</c:v>
                </c:pt>
                <c:pt idx="4312">
                  <c:v>4.8945699999999999</c:v>
                </c:pt>
                <c:pt idx="4313">
                  <c:v>4.8948799999999997</c:v>
                </c:pt>
                <c:pt idx="4314">
                  <c:v>4.8951799999999999</c:v>
                </c:pt>
                <c:pt idx="4315">
                  <c:v>4.8954899999999997</c:v>
                </c:pt>
                <c:pt idx="4316">
                  <c:v>4.8957899999999999</c:v>
                </c:pt>
                <c:pt idx="4317">
                  <c:v>4.8960999999999997</c:v>
                </c:pt>
                <c:pt idx="4318">
                  <c:v>4.8964100000000004</c:v>
                </c:pt>
                <c:pt idx="4319">
                  <c:v>4.8967099999999997</c:v>
                </c:pt>
                <c:pt idx="4320">
                  <c:v>4.8970200000000004</c:v>
                </c:pt>
                <c:pt idx="4321">
                  <c:v>4.8973199999999997</c:v>
                </c:pt>
                <c:pt idx="4322">
                  <c:v>4.8976300000000004</c:v>
                </c:pt>
                <c:pt idx="4323">
                  <c:v>4.8979299999999997</c:v>
                </c:pt>
                <c:pt idx="4324">
                  <c:v>4.8982400000000004</c:v>
                </c:pt>
                <c:pt idx="4325">
                  <c:v>4.8985399999999997</c:v>
                </c:pt>
                <c:pt idx="4326">
                  <c:v>4.8988500000000004</c:v>
                </c:pt>
                <c:pt idx="4327">
                  <c:v>4.8991499999999997</c:v>
                </c:pt>
                <c:pt idx="4328">
                  <c:v>4.8994600000000004</c:v>
                </c:pt>
                <c:pt idx="4329">
                  <c:v>4.8997599999999997</c:v>
                </c:pt>
                <c:pt idx="4330">
                  <c:v>4.9000700000000004</c:v>
                </c:pt>
                <c:pt idx="4331">
                  <c:v>4.9003800000000002</c:v>
                </c:pt>
                <c:pt idx="4332">
                  <c:v>4.9006800000000004</c:v>
                </c:pt>
                <c:pt idx="4333">
                  <c:v>4.9009900000000002</c:v>
                </c:pt>
                <c:pt idx="4334">
                  <c:v>4.9012900000000004</c:v>
                </c:pt>
                <c:pt idx="4335">
                  <c:v>4.9016000000000002</c:v>
                </c:pt>
                <c:pt idx="4336">
                  <c:v>4.9019000000000004</c:v>
                </c:pt>
                <c:pt idx="4337">
                  <c:v>4.9022100000000002</c:v>
                </c:pt>
                <c:pt idx="4338">
                  <c:v>4.9025100000000004</c:v>
                </c:pt>
                <c:pt idx="4339">
                  <c:v>4.9028200000000002</c:v>
                </c:pt>
                <c:pt idx="4340">
                  <c:v>4.9031200000000004</c:v>
                </c:pt>
                <c:pt idx="4341">
                  <c:v>4.9034300000000002</c:v>
                </c:pt>
                <c:pt idx="4342">
                  <c:v>4.90374</c:v>
                </c:pt>
                <c:pt idx="4343">
                  <c:v>4.9040400000000002</c:v>
                </c:pt>
                <c:pt idx="4344">
                  <c:v>4.90435</c:v>
                </c:pt>
                <c:pt idx="4345">
                  <c:v>4.9046500000000002</c:v>
                </c:pt>
                <c:pt idx="4346">
                  <c:v>4.90496</c:v>
                </c:pt>
                <c:pt idx="4347">
                  <c:v>4.9052600000000002</c:v>
                </c:pt>
                <c:pt idx="4348">
                  <c:v>4.90557</c:v>
                </c:pt>
                <c:pt idx="4349">
                  <c:v>4.9058700000000002</c:v>
                </c:pt>
                <c:pt idx="4350">
                  <c:v>4.90618</c:v>
                </c:pt>
                <c:pt idx="4351">
                  <c:v>4.9064800000000002</c:v>
                </c:pt>
                <c:pt idx="4352">
                  <c:v>4.90679</c:v>
                </c:pt>
                <c:pt idx="4353">
                  <c:v>4.9070900000000002</c:v>
                </c:pt>
                <c:pt idx="4354">
                  <c:v>4.9074</c:v>
                </c:pt>
                <c:pt idx="4355">
                  <c:v>4.9077099999999998</c:v>
                </c:pt>
                <c:pt idx="4356">
                  <c:v>4.90801</c:v>
                </c:pt>
                <c:pt idx="4357">
                  <c:v>4.9083199999999998</c:v>
                </c:pt>
                <c:pt idx="4358">
                  <c:v>4.90862</c:v>
                </c:pt>
                <c:pt idx="4359">
                  <c:v>4.9089299999999998</c:v>
                </c:pt>
                <c:pt idx="4360">
                  <c:v>4.90923</c:v>
                </c:pt>
                <c:pt idx="4361">
                  <c:v>4.9095399999999998</c:v>
                </c:pt>
                <c:pt idx="4362">
                  <c:v>4.90984</c:v>
                </c:pt>
                <c:pt idx="4363">
                  <c:v>4.9101499999999998</c:v>
                </c:pt>
                <c:pt idx="4364">
                  <c:v>4.91045</c:v>
                </c:pt>
                <c:pt idx="4365">
                  <c:v>4.9107599999999998</c:v>
                </c:pt>
                <c:pt idx="4366">
                  <c:v>4.91106</c:v>
                </c:pt>
                <c:pt idx="4367">
                  <c:v>4.9113699999999998</c:v>
                </c:pt>
                <c:pt idx="4368">
                  <c:v>4.9116799999999996</c:v>
                </c:pt>
                <c:pt idx="4369">
                  <c:v>4.9119799999999998</c:v>
                </c:pt>
                <c:pt idx="4370">
                  <c:v>4.9122899999999996</c:v>
                </c:pt>
                <c:pt idx="4371">
                  <c:v>4.9125899999999998</c:v>
                </c:pt>
                <c:pt idx="4372">
                  <c:v>4.9128999999999996</c:v>
                </c:pt>
                <c:pt idx="4373">
                  <c:v>4.9131999999999998</c:v>
                </c:pt>
                <c:pt idx="4374">
                  <c:v>4.9135099999999996</c:v>
                </c:pt>
                <c:pt idx="4375">
                  <c:v>4.9138099999999998</c:v>
                </c:pt>
                <c:pt idx="4376">
                  <c:v>4.9141199999999996</c:v>
                </c:pt>
                <c:pt idx="4377">
                  <c:v>4.9144199999999998</c:v>
                </c:pt>
                <c:pt idx="4378">
                  <c:v>4.9147299999999996</c:v>
                </c:pt>
                <c:pt idx="4379">
                  <c:v>4.9150299999999998</c:v>
                </c:pt>
                <c:pt idx="4380">
                  <c:v>4.9153399999999996</c:v>
                </c:pt>
                <c:pt idx="4381">
                  <c:v>4.9156500000000003</c:v>
                </c:pt>
                <c:pt idx="4382">
                  <c:v>4.9159499999999996</c:v>
                </c:pt>
                <c:pt idx="4383">
                  <c:v>4.9162600000000003</c:v>
                </c:pt>
                <c:pt idx="4384">
                  <c:v>4.9165599999999996</c:v>
                </c:pt>
                <c:pt idx="4385">
                  <c:v>4.9168700000000003</c:v>
                </c:pt>
                <c:pt idx="4386">
                  <c:v>4.9171699999999996</c:v>
                </c:pt>
                <c:pt idx="4387">
                  <c:v>4.9174800000000003</c:v>
                </c:pt>
                <c:pt idx="4388">
                  <c:v>4.9177799999999996</c:v>
                </c:pt>
                <c:pt idx="4389">
                  <c:v>4.9180900000000003</c:v>
                </c:pt>
                <c:pt idx="4390">
                  <c:v>4.9183899999999996</c:v>
                </c:pt>
                <c:pt idx="4391">
                  <c:v>4.9187000000000003</c:v>
                </c:pt>
                <c:pt idx="4392">
                  <c:v>4.9189999999999996</c:v>
                </c:pt>
                <c:pt idx="4393">
                  <c:v>4.9193100000000003</c:v>
                </c:pt>
                <c:pt idx="4394">
                  <c:v>4.9196200000000001</c:v>
                </c:pt>
                <c:pt idx="4395">
                  <c:v>4.9199200000000003</c:v>
                </c:pt>
                <c:pt idx="4396">
                  <c:v>4.9202300000000001</c:v>
                </c:pt>
                <c:pt idx="4397">
                  <c:v>4.9205300000000003</c:v>
                </c:pt>
                <c:pt idx="4398">
                  <c:v>4.9208400000000001</c:v>
                </c:pt>
                <c:pt idx="4399">
                  <c:v>4.9211400000000003</c:v>
                </c:pt>
                <c:pt idx="4400">
                  <c:v>4.9214500000000001</c:v>
                </c:pt>
                <c:pt idx="4401">
                  <c:v>4.9217500000000003</c:v>
                </c:pt>
                <c:pt idx="4402">
                  <c:v>4.9220600000000001</c:v>
                </c:pt>
                <c:pt idx="4403">
                  <c:v>4.9223600000000003</c:v>
                </c:pt>
                <c:pt idx="4404">
                  <c:v>4.9226700000000001</c:v>
                </c:pt>
                <c:pt idx="4405">
                  <c:v>4.9229799999999999</c:v>
                </c:pt>
                <c:pt idx="4406">
                  <c:v>4.9232800000000001</c:v>
                </c:pt>
                <c:pt idx="4407">
                  <c:v>4.9235899999999999</c:v>
                </c:pt>
                <c:pt idx="4408">
                  <c:v>4.9238900000000001</c:v>
                </c:pt>
                <c:pt idx="4409">
                  <c:v>4.9241999999999999</c:v>
                </c:pt>
                <c:pt idx="4410">
                  <c:v>4.9245000000000001</c:v>
                </c:pt>
                <c:pt idx="4411">
                  <c:v>4.9248099999999999</c:v>
                </c:pt>
                <c:pt idx="4412">
                  <c:v>4.9251100000000001</c:v>
                </c:pt>
                <c:pt idx="4413">
                  <c:v>4.9254199999999999</c:v>
                </c:pt>
                <c:pt idx="4414">
                  <c:v>4.9257200000000001</c:v>
                </c:pt>
                <c:pt idx="4415">
                  <c:v>4.9260299999999999</c:v>
                </c:pt>
                <c:pt idx="4416">
                  <c:v>4.9263300000000001</c:v>
                </c:pt>
                <c:pt idx="4417">
                  <c:v>4.9266399999999999</c:v>
                </c:pt>
                <c:pt idx="4418">
                  <c:v>4.9269499999999997</c:v>
                </c:pt>
                <c:pt idx="4419">
                  <c:v>4.9272499999999999</c:v>
                </c:pt>
                <c:pt idx="4420">
                  <c:v>4.9275599999999997</c:v>
                </c:pt>
                <c:pt idx="4421">
                  <c:v>4.9278599999999999</c:v>
                </c:pt>
                <c:pt idx="4422">
                  <c:v>4.9281699999999997</c:v>
                </c:pt>
                <c:pt idx="4423">
                  <c:v>4.9284699999999999</c:v>
                </c:pt>
                <c:pt idx="4424">
                  <c:v>4.9287799999999997</c:v>
                </c:pt>
                <c:pt idx="4425">
                  <c:v>4.9290799999999999</c:v>
                </c:pt>
                <c:pt idx="4426">
                  <c:v>4.9293899999999997</c:v>
                </c:pt>
                <c:pt idx="4427">
                  <c:v>4.9296899999999999</c:v>
                </c:pt>
                <c:pt idx="4428">
                  <c:v>4.93</c:v>
                </c:pt>
                <c:pt idx="4429">
                  <c:v>4.9302999999999999</c:v>
                </c:pt>
                <c:pt idx="4430">
                  <c:v>4.9306099999999997</c:v>
                </c:pt>
                <c:pt idx="4431">
                  <c:v>4.9309200000000004</c:v>
                </c:pt>
                <c:pt idx="4432">
                  <c:v>4.9312199999999997</c:v>
                </c:pt>
                <c:pt idx="4433">
                  <c:v>4.9315300000000004</c:v>
                </c:pt>
                <c:pt idx="4434">
                  <c:v>4.9318299999999997</c:v>
                </c:pt>
                <c:pt idx="4435">
                  <c:v>4.9321400000000004</c:v>
                </c:pt>
                <c:pt idx="4436">
                  <c:v>4.9324399999999997</c:v>
                </c:pt>
                <c:pt idx="4437">
                  <c:v>4.9327500000000004</c:v>
                </c:pt>
                <c:pt idx="4438">
                  <c:v>4.9330499999999997</c:v>
                </c:pt>
                <c:pt idx="4439">
                  <c:v>4.9333600000000004</c:v>
                </c:pt>
                <c:pt idx="4440">
                  <c:v>4.9336599999999997</c:v>
                </c:pt>
                <c:pt idx="4441">
                  <c:v>4.9339700000000004</c:v>
                </c:pt>
                <c:pt idx="4442">
                  <c:v>4.9342699999999997</c:v>
                </c:pt>
                <c:pt idx="4443">
                  <c:v>4.9345800000000004</c:v>
                </c:pt>
                <c:pt idx="4444">
                  <c:v>4.9348900000000002</c:v>
                </c:pt>
                <c:pt idx="4445">
                  <c:v>4.9351900000000004</c:v>
                </c:pt>
                <c:pt idx="4446">
                  <c:v>4.9355000000000002</c:v>
                </c:pt>
                <c:pt idx="4447">
                  <c:v>4.9358000000000004</c:v>
                </c:pt>
                <c:pt idx="4448">
                  <c:v>4.9361100000000002</c:v>
                </c:pt>
                <c:pt idx="4449">
                  <c:v>4.9364100000000004</c:v>
                </c:pt>
                <c:pt idx="4450">
                  <c:v>4.9367200000000002</c:v>
                </c:pt>
                <c:pt idx="4451">
                  <c:v>4.9370200000000004</c:v>
                </c:pt>
                <c:pt idx="4452">
                  <c:v>4.9373300000000002</c:v>
                </c:pt>
                <c:pt idx="4453">
                  <c:v>4.9376300000000004</c:v>
                </c:pt>
                <c:pt idx="4454">
                  <c:v>4.9379400000000002</c:v>
                </c:pt>
                <c:pt idx="4455">
                  <c:v>4.9382400000000004</c:v>
                </c:pt>
                <c:pt idx="4456">
                  <c:v>4.9385500000000002</c:v>
                </c:pt>
                <c:pt idx="4457">
                  <c:v>4.93886</c:v>
                </c:pt>
                <c:pt idx="4458">
                  <c:v>4.9391600000000002</c:v>
                </c:pt>
                <c:pt idx="4459">
                  <c:v>4.93947</c:v>
                </c:pt>
                <c:pt idx="4460">
                  <c:v>4.9397700000000002</c:v>
                </c:pt>
                <c:pt idx="4461">
                  <c:v>4.94008</c:v>
                </c:pt>
                <c:pt idx="4462">
                  <c:v>4.9403800000000002</c:v>
                </c:pt>
                <c:pt idx="4463">
                  <c:v>4.94069</c:v>
                </c:pt>
                <c:pt idx="4464">
                  <c:v>4.9409900000000002</c:v>
                </c:pt>
                <c:pt idx="4465">
                  <c:v>4.9413</c:v>
                </c:pt>
                <c:pt idx="4466">
                  <c:v>4.9416000000000002</c:v>
                </c:pt>
                <c:pt idx="4467">
                  <c:v>4.94191</c:v>
                </c:pt>
                <c:pt idx="4468">
                  <c:v>4.9422199999999998</c:v>
                </c:pt>
                <c:pt idx="4469">
                  <c:v>4.94252</c:v>
                </c:pt>
                <c:pt idx="4470">
                  <c:v>4.9428299999999998</c:v>
                </c:pt>
                <c:pt idx="4471">
                  <c:v>4.94313</c:v>
                </c:pt>
                <c:pt idx="4472">
                  <c:v>4.9434399999999998</c:v>
                </c:pt>
                <c:pt idx="4473">
                  <c:v>4.94374</c:v>
                </c:pt>
                <c:pt idx="4474">
                  <c:v>4.9440499999999998</c:v>
                </c:pt>
                <c:pt idx="4475">
                  <c:v>4.94435</c:v>
                </c:pt>
                <c:pt idx="4476">
                  <c:v>4.9446599999999998</c:v>
                </c:pt>
                <c:pt idx="4477">
                  <c:v>4.94496</c:v>
                </c:pt>
                <c:pt idx="4478">
                  <c:v>4.9452699999999998</c:v>
                </c:pt>
                <c:pt idx="4479">
                  <c:v>4.94557</c:v>
                </c:pt>
                <c:pt idx="4480">
                  <c:v>4.9458799999999998</c:v>
                </c:pt>
                <c:pt idx="4481">
                  <c:v>4.9461899999999996</c:v>
                </c:pt>
                <c:pt idx="4482">
                  <c:v>4.9464899999999998</c:v>
                </c:pt>
                <c:pt idx="4483">
                  <c:v>4.9467999999999996</c:v>
                </c:pt>
                <c:pt idx="4484">
                  <c:v>4.9470999999999998</c:v>
                </c:pt>
                <c:pt idx="4485">
                  <c:v>4.9474099999999996</c:v>
                </c:pt>
                <c:pt idx="4486">
                  <c:v>4.9477099999999998</c:v>
                </c:pt>
                <c:pt idx="4487">
                  <c:v>4.9480199999999996</c:v>
                </c:pt>
                <c:pt idx="4488">
                  <c:v>4.9483199999999998</c:v>
                </c:pt>
                <c:pt idx="4489">
                  <c:v>4.9486299999999996</c:v>
                </c:pt>
                <c:pt idx="4490">
                  <c:v>4.9489299999999998</c:v>
                </c:pt>
                <c:pt idx="4491">
                  <c:v>4.9492399999999996</c:v>
                </c:pt>
                <c:pt idx="4492">
                  <c:v>4.9495399999999998</c:v>
                </c:pt>
                <c:pt idx="4493">
                  <c:v>4.9498499999999996</c:v>
                </c:pt>
                <c:pt idx="4494">
                  <c:v>4.9501600000000003</c:v>
                </c:pt>
                <c:pt idx="4495">
                  <c:v>4.9504599999999996</c:v>
                </c:pt>
                <c:pt idx="4496">
                  <c:v>4.9507700000000003</c:v>
                </c:pt>
                <c:pt idx="4497">
                  <c:v>4.9510699999999996</c:v>
                </c:pt>
                <c:pt idx="4498">
                  <c:v>4.9513800000000003</c:v>
                </c:pt>
                <c:pt idx="4499">
                  <c:v>4.9516799999999996</c:v>
                </c:pt>
                <c:pt idx="4500">
                  <c:v>4.9519900000000003</c:v>
                </c:pt>
                <c:pt idx="4501">
                  <c:v>4.9522899999999996</c:v>
                </c:pt>
                <c:pt idx="4502">
                  <c:v>4.9526000000000003</c:v>
                </c:pt>
                <c:pt idx="4503">
                  <c:v>4.9528999999999996</c:v>
                </c:pt>
                <c:pt idx="4504">
                  <c:v>4.9532100000000003</c:v>
                </c:pt>
                <c:pt idx="4505">
                  <c:v>4.9535099999999996</c:v>
                </c:pt>
                <c:pt idx="4506">
                  <c:v>4.9538200000000003</c:v>
                </c:pt>
                <c:pt idx="4507">
                  <c:v>4.9541300000000001</c:v>
                </c:pt>
                <c:pt idx="4508">
                  <c:v>4.9544300000000003</c:v>
                </c:pt>
                <c:pt idx="4509">
                  <c:v>4.9547400000000001</c:v>
                </c:pt>
                <c:pt idx="4510">
                  <c:v>4.9550400000000003</c:v>
                </c:pt>
                <c:pt idx="4511">
                  <c:v>4.9553500000000001</c:v>
                </c:pt>
                <c:pt idx="4512">
                  <c:v>4.9556500000000003</c:v>
                </c:pt>
                <c:pt idx="4513">
                  <c:v>4.9559600000000001</c:v>
                </c:pt>
                <c:pt idx="4514">
                  <c:v>4.9562600000000003</c:v>
                </c:pt>
                <c:pt idx="4515">
                  <c:v>4.9565700000000001</c:v>
                </c:pt>
                <c:pt idx="4516">
                  <c:v>4.9568700000000003</c:v>
                </c:pt>
                <c:pt idx="4517">
                  <c:v>4.9571800000000001</c:v>
                </c:pt>
                <c:pt idx="4518">
                  <c:v>4.95749</c:v>
                </c:pt>
                <c:pt idx="4519">
                  <c:v>4.9577900000000001</c:v>
                </c:pt>
                <c:pt idx="4520">
                  <c:v>4.9581</c:v>
                </c:pt>
                <c:pt idx="4521">
                  <c:v>4.9584000000000001</c:v>
                </c:pt>
                <c:pt idx="4522">
                  <c:v>4.95871</c:v>
                </c:pt>
                <c:pt idx="4523">
                  <c:v>4.9590100000000001</c:v>
                </c:pt>
                <c:pt idx="4524">
                  <c:v>4.95932</c:v>
                </c:pt>
                <c:pt idx="4525">
                  <c:v>4.9596200000000001</c:v>
                </c:pt>
                <c:pt idx="4526">
                  <c:v>4.9599299999999999</c:v>
                </c:pt>
                <c:pt idx="4527">
                  <c:v>4.9602300000000001</c:v>
                </c:pt>
                <c:pt idx="4528">
                  <c:v>4.9605399999999999</c:v>
                </c:pt>
                <c:pt idx="4529">
                  <c:v>4.9608400000000001</c:v>
                </c:pt>
                <c:pt idx="4530">
                  <c:v>4.9611499999999999</c:v>
                </c:pt>
                <c:pt idx="4531">
                  <c:v>4.9614599999999998</c:v>
                </c:pt>
                <c:pt idx="4532">
                  <c:v>4.9617599999999999</c:v>
                </c:pt>
                <c:pt idx="4533">
                  <c:v>4.9620699999999998</c:v>
                </c:pt>
                <c:pt idx="4534">
                  <c:v>4.9623699999999999</c:v>
                </c:pt>
                <c:pt idx="4535">
                  <c:v>4.9626799999999998</c:v>
                </c:pt>
                <c:pt idx="4536">
                  <c:v>4.9629799999999999</c:v>
                </c:pt>
                <c:pt idx="4537">
                  <c:v>4.9632899999999998</c:v>
                </c:pt>
                <c:pt idx="4538">
                  <c:v>4.9635899999999999</c:v>
                </c:pt>
                <c:pt idx="4539">
                  <c:v>4.9638999999999998</c:v>
                </c:pt>
                <c:pt idx="4540">
                  <c:v>4.9641999999999999</c:v>
                </c:pt>
                <c:pt idx="4541">
                  <c:v>4.9645099999999998</c:v>
                </c:pt>
                <c:pt idx="4542">
                  <c:v>4.9648099999999999</c:v>
                </c:pt>
                <c:pt idx="4543">
                  <c:v>4.9651199999999998</c:v>
                </c:pt>
                <c:pt idx="4544">
                  <c:v>4.9654299999999996</c:v>
                </c:pt>
                <c:pt idx="4545">
                  <c:v>4.9657299999999998</c:v>
                </c:pt>
                <c:pt idx="4546">
                  <c:v>4.9660399999999996</c:v>
                </c:pt>
                <c:pt idx="4547">
                  <c:v>4.9663399999999998</c:v>
                </c:pt>
                <c:pt idx="4548">
                  <c:v>4.9666499999999996</c:v>
                </c:pt>
                <c:pt idx="4549">
                  <c:v>4.9669499999999998</c:v>
                </c:pt>
                <c:pt idx="4550">
                  <c:v>4.9672599999999996</c:v>
                </c:pt>
                <c:pt idx="4551">
                  <c:v>4.9675599999999998</c:v>
                </c:pt>
                <c:pt idx="4552">
                  <c:v>4.9678699999999996</c:v>
                </c:pt>
                <c:pt idx="4553">
                  <c:v>4.9681699999999998</c:v>
                </c:pt>
                <c:pt idx="4554">
                  <c:v>4.9684799999999996</c:v>
                </c:pt>
                <c:pt idx="4555">
                  <c:v>4.9687799999999998</c:v>
                </c:pt>
                <c:pt idx="4556">
                  <c:v>4.9690899999999996</c:v>
                </c:pt>
                <c:pt idx="4557">
                  <c:v>4.9694000000000003</c:v>
                </c:pt>
                <c:pt idx="4558">
                  <c:v>4.9696999999999996</c:v>
                </c:pt>
                <c:pt idx="4559">
                  <c:v>4.9700100000000003</c:v>
                </c:pt>
                <c:pt idx="4560">
                  <c:v>4.9703099999999996</c:v>
                </c:pt>
                <c:pt idx="4561">
                  <c:v>4.9706200000000003</c:v>
                </c:pt>
                <c:pt idx="4562">
                  <c:v>4.9709199999999996</c:v>
                </c:pt>
                <c:pt idx="4563">
                  <c:v>4.9712300000000003</c:v>
                </c:pt>
                <c:pt idx="4564">
                  <c:v>4.9715299999999996</c:v>
                </c:pt>
                <c:pt idx="4565">
                  <c:v>4.9718400000000003</c:v>
                </c:pt>
                <c:pt idx="4566">
                  <c:v>4.9721399999999996</c:v>
                </c:pt>
                <c:pt idx="4567">
                  <c:v>4.9724500000000003</c:v>
                </c:pt>
                <c:pt idx="4568">
                  <c:v>4.9727499999999996</c:v>
                </c:pt>
                <c:pt idx="4569">
                  <c:v>4.9730600000000003</c:v>
                </c:pt>
                <c:pt idx="4570">
                  <c:v>4.9733700000000001</c:v>
                </c:pt>
                <c:pt idx="4571">
                  <c:v>4.9736700000000003</c:v>
                </c:pt>
                <c:pt idx="4572">
                  <c:v>4.9739800000000001</c:v>
                </c:pt>
                <c:pt idx="4573">
                  <c:v>4.9742800000000003</c:v>
                </c:pt>
                <c:pt idx="4574">
                  <c:v>4.9745900000000001</c:v>
                </c:pt>
                <c:pt idx="4575">
                  <c:v>4.9748900000000003</c:v>
                </c:pt>
                <c:pt idx="4576">
                  <c:v>4.9752000000000001</c:v>
                </c:pt>
                <c:pt idx="4577">
                  <c:v>4.9755000000000003</c:v>
                </c:pt>
                <c:pt idx="4578">
                  <c:v>4.9758100000000001</c:v>
                </c:pt>
                <c:pt idx="4579">
                  <c:v>4.9761100000000003</c:v>
                </c:pt>
                <c:pt idx="4580">
                  <c:v>4.9764200000000001</c:v>
                </c:pt>
                <c:pt idx="4581">
                  <c:v>4.9767299999999999</c:v>
                </c:pt>
                <c:pt idx="4582">
                  <c:v>4.9770300000000001</c:v>
                </c:pt>
                <c:pt idx="4583">
                  <c:v>4.9773399999999999</c:v>
                </c:pt>
                <c:pt idx="4584">
                  <c:v>4.9776400000000001</c:v>
                </c:pt>
                <c:pt idx="4585">
                  <c:v>4.9779499999999999</c:v>
                </c:pt>
                <c:pt idx="4586">
                  <c:v>4.9782500000000001</c:v>
                </c:pt>
                <c:pt idx="4587">
                  <c:v>4.9785599999999999</c:v>
                </c:pt>
                <c:pt idx="4588">
                  <c:v>4.9788600000000001</c:v>
                </c:pt>
                <c:pt idx="4589">
                  <c:v>4.9791699999999999</c:v>
                </c:pt>
                <c:pt idx="4590">
                  <c:v>4.9794700000000001</c:v>
                </c:pt>
                <c:pt idx="4591">
                  <c:v>4.9797799999999999</c:v>
                </c:pt>
                <c:pt idx="4592">
                  <c:v>4.9800800000000001</c:v>
                </c:pt>
                <c:pt idx="4593">
                  <c:v>4.9803899999999999</c:v>
                </c:pt>
                <c:pt idx="4594">
                  <c:v>4.9806999999999997</c:v>
                </c:pt>
                <c:pt idx="4595">
                  <c:v>4.9809999999999999</c:v>
                </c:pt>
                <c:pt idx="4596">
                  <c:v>4.9813099999999997</c:v>
                </c:pt>
                <c:pt idx="4597">
                  <c:v>4.9816099999999999</c:v>
                </c:pt>
                <c:pt idx="4598">
                  <c:v>4.9819199999999997</c:v>
                </c:pt>
                <c:pt idx="4599">
                  <c:v>4.9822199999999999</c:v>
                </c:pt>
                <c:pt idx="4600">
                  <c:v>4.9825299999999997</c:v>
                </c:pt>
                <c:pt idx="4601">
                  <c:v>4.9828299999999999</c:v>
                </c:pt>
                <c:pt idx="4602">
                  <c:v>4.9831399999999997</c:v>
                </c:pt>
                <c:pt idx="4603">
                  <c:v>4.9834399999999999</c:v>
                </c:pt>
                <c:pt idx="4604">
                  <c:v>4.9837499999999997</c:v>
                </c:pt>
                <c:pt idx="4605">
                  <c:v>4.9840499999999999</c:v>
                </c:pt>
                <c:pt idx="4606">
                  <c:v>4.9843599999999997</c:v>
                </c:pt>
                <c:pt idx="4607">
                  <c:v>4.9846700000000004</c:v>
                </c:pt>
                <c:pt idx="4608">
                  <c:v>4.9849699999999997</c:v>
                </c:pt>
                <c:pt idx="4609">
                  <c:v>4.9852800000000004</c:v>
                </c:pt>
                <c:pt idx="4610">
                  <c:v>4.9855799999999997</c:v>
                </c:pt>
                <c:pt idx="4611">
                  <c:v>4.9858900000000004</c:v>
                </c:pt>
                <c:pt idx="4612">
                  <c:v>4.9861899999999997</c:v>
                </c:pt>
                <c:pt idx="4613">
                  <c:v>4.9865000000000004</c:v>
                </c:pt>
                <c:pt idx="4614">
                  <c:v>4.9867999999999997</c:v>
                </c:pt>
                <c:pt idx="4615">
                  <c:v>4.9871100000000004</c:v>
                </c:pt>
                <c:pt idx="4616">
                  <c:v>4.9874099999999997</c:v>
                </c:pt>
                <c:pt idx="4617">
                  <c:v>4.9877200000000004</c:v>
                </c:pt>
                <c:pt idx="4618">
                  <c:v>4.9880199999999997</c:v>
                </c:pt>
                <c:pt idx="4619">
                  <c:v>4.9883300000000004</c:v>
                </c:pt>
                <c:pt idx="4620">
                  <c:v>4.9886400000000002</c:v>
                </c:pt>
                <c:pt idx="4621">
                  <c:v>4.9889400000000004</c:v>
                </c:pt>
                <c:pt idx="4622">
                  <c:v>4.9892500000000002</c:v>
                </c:pt>
                <c:pt idx="4623">
                  <c:v>4.9895500000000004</c:v>
                </c:pt>
                <c:pt idx="4624">
                  <c:v>4.9898600000000002</c:v>
                </c:pt>
                <c:pt idx="4625">
                  <c:v>4.9901600000000004</c:v>
                </c:pt>
                <c:pt idx="4626">
                  <c:v>4.9904700000000002</c:v>
                </c:pt>
                <c:pt idx="4627">
                  <c:v>4.9907700000000004</c:v>
                </c:pt>
                <c:pt idx="4628">
                  <c:v>4.9910800000000002</c:v>
                </c:pt>
                <c:pt idx="4629">
                  <c:v>4.9913800000000004</c:v>
                </c:pt>
                <c:pt idx="4630">
                  <c:v>4.9916900000000002</c:v>
                </c:pt>
                <c:pt idx="4631">
                  <c:v>4.9919900000000004</c:v>
                </c:pt>
                <c:pt idx="4632">
                  <c:v>4.9923000000000002</c:v>
                </c:pt>
                <c:pt idx="4633">
                  <c:v>4.99261</c:v>
                </c:pt>
                <c:pt idx="4634">
                  <c:v>4.9929100000000002</c:v>
                </c:pt>
                <c:pt idx="4635">
                  <c:v>4.99322</c:v>
                </c:pt>
                <c:pt idx="4636">
                  <c:v>4.9935200000000002</c:v>
                </c:pt>
                <c:pt idx="4637">
                  <c:v>4.99383</c:v>
                </c:pt>
                <c:pt idx="4638">
                  <c:v>4.9941300000000002</c:v>
                </c:pt>
                <c:pt idx="4639">
                  <c:v>4.99444</c:v>
                </c:pt>
                <c:pt idx="4640">
                  <c:v>4.9947400000000002</c:v>
                </c:pt>
                <c:pt idx="4641">
                  <c:v>4.99505</c:v>
                </c:pt>
                <c:pt idx="4642">
                  <c:v>4.9953500000000002</c:v>
                </c:pt>
                <c:pt idx="4643">
                  <c:v>4.99566</c:v>
                </c:pt>
                <c:pt idx="4644">
                  <c:v>4.9959699999999998</c:v>
                </c:pt>
                <c:pt idx="4645">
                  <c:v>4.99627</c:v>
                </c:pt>
                <c:pt idx="4646">
                  <c:v>4.9965799999999998</c:v>
                </c:pt>
                <c:pt idx="4647">
                  <c:v>4.99688</c:v>
                </c:pt>
                <c:pt idx="4648">
                  <c:v>4.9971899999999998</c:v>
                </c:pt>
                <c:pt idx="4649">
                  <c:v>4.99749</c:v>
                </c:pt>
                <c:pt idx="4650">
                  <c:v>4.9977999999999998</c:v>
                </c:pt>
                <c:pt idx="4651">
                  <c:v>4.9981</c:v>
                </c:pt>
                <c:pt idx="4652">
                  <c:v>4.9984099999999998</c:v>
                </c:pt>
                <c:pt idx="4653">
                  <c:v>4.99871</c:v>
                </c:pt>
                <c:pt idx="4654">
                  <c:v>4.9990199999999998</c:v>
                </c:pt>
                <c:pt idx="4655">
                  <c:v>4.99932</c:v>
                </c:pt>
                <c:pt idx="4656">
                  <c:v>4.9996299999999998</c:v>
                </c:pt>
                <c:pt idx="4657">
                  <c:v>4.9999399999999996</c:v>
                </c:pt>
                <c:pt idx="4658">
                  <c:v>5.0002399999999998</c:v>
                </c:pt>
                <c:pt idx="4659">
                  <c:v>5.0005499999999996</c:v>
                </c:pt>
                <c:pt idx="4660">
                  <c:v>5.0008499999999998</c:v>
                </c:pt>
                <c:pt idx="4661">
                  <c:v>5.0011599999999996</c:v>
                </c:pt>
                <c:pt idx="4662">
                  <c:v>5.0014599999999998</c:v>
                </c:pt>
                <c:pt idx="4663">
                  <c:v>5.0017699999999996</c:v>
                </c:pt>
                <c:pt idx="4664">
                  <c:v>5.0020699999999998</c:v>
                </c:pt>
                <c:pt idx="4665">
                  <c:v>5.0023799999999996</c:v>
                </c:pt>
                <c:pt idx="4666">
                  <c:v>5.0026799999999998</c:v>
                </c:pt>
                <c:pt idx="4667">
                  <c:v>5.0029899999999996</c:v>
                </c:pt>
                <c:pt idx="4668">
                  <c:v>5.0032899999999998</c:v>
                </c:pt>
                <c:pt idx="4669">
                  <c:v>5.0035999999999996</c:v>
                </c:pt>
                <c:pt idx="4670">
                  <c:v>5.0039100000000003</c:v>
                </c:pt>
                <c:pt idx="4671">
                  <c:v>5.0042099999999996</c:v>
                </c:pt>
                <c:pt idx="4672">
                  <c:v>5.0045200000000003</c:v>
                </c:pt>
                <c:pt idx="4673">
                  <c:v>5.0048199999999996</c:v>
                </c:pt>
                <c:pt idx="4674">
                  <c:v>5.0051300000000003</c:v>
                </c:pt>
                <c:pt idx="4675">
                  <c:v>5.0054299999999996</c:v>
                </c:pt>
                <c:pt idx="4676">
                  <c:v>5.0057400000000003</c:v>
                </c:pt>
                <c:pt idx="4677">
                  <c:v>5.0060399999999996</c:v>
                </c:pt>
                <c:pt idx="4678">
                  <c:v>5.0063500000000003</c:v>
                </c:pt>
                <c:pt idx="4679">
                  <c:v>5.0066499999999996</c:v>
                </c:pt>
                <c:pt idx="4680">
                  <c:v>5.0069600000000003</c:v>
                </c:pt>
                <c:pt idx="4681">
                  <c:v>5.0072599999999996</c:v>
                </c:pt>
                <c:pt idx="4682">
                  <c:v>5.0075700000000003</c:v>
                </c:pt>
                <c:pt idx="4683">
                  <c:v>5.0078800000000001</c:v>
                </c:pt>
                <c:pt idx="4684">
                  <c:v>5.0081800000000003</c:v>
                </c:pt>
                <c:pt idx="4685">
                  <c:v>5.0084900000000001</c:v>
                </c:pt>
                <c:pt idx="4686">
                  <c:v>5.0087900000000003</c:v>
                </c:pt>
                <c:pt idx="4687">
                  <c:v>5.0091000000000001</c:v>
                </c:pt>
                <c:pt idx="4688">
                  <c:v>5.0094000000000003</c:v>
                </c:pt>
                <c:pt idx="4689">
                  <c:v>5.0097100000000001</c:v>
                </c:pt>
                <c:pt idx="4690">
                  <c:v>5.0100100000000003</c:v>
                </c:pt>
                <c:pt idx="4691">
                  <c:v>5.0103200000000001</c:v>
                </c:pt>
                <c:pt idx="4692">
                  <c:v>5.0106200000000003</c:v>
                </c:pt>
                <c:pt idx="4693">
                  <c:v>5.0109300000000001</c:v>
                </c:pt>
                <c:pt idx="4694">
                  <c:v>5.0112300000000003</c:v>
                </c:pt>
                <c:pt idx="4695">
                  <c:v>5.0115400000000001</c:v>
                </c:pt>
                <c:pt idx="4696">
                  <c:v>5.0118499999999999</c:v>
                </c:pt>
                <c:pt idx="4697">
                  <c:v>5.0121500000000001</c:v>
                </c:pt>
                <c:pt idx="4698">
                  <c:v>5.0124599999999999</c:v>
                </c:pt>
                <c:pt idx="4699">
                  <c:v>5.0127600000000001</c:v>
                </c:pt>
                <c:pt idx="4700">
                  <c:v>5.0130699999999999</c:v>
                </c:pt>
                <c:pt idx="4701">
                  <c:v>5.0133700000000001</c:v>
                </c:pt>
                <c:pt idx="4702">
                  <c:v>5.0136799999999999</c:v>
                </c:pt>
                <c:pt idx="4703">
                  <c:v>5.0139800000000001</c:v>
                </c:pt>
                <c:pt idx="4704">
                  <c:v>5.0142899999999999</c:v>
                </c:pt>
                <c:pt idx="4705">
                  <c:v>5.0145900000000001</c:v>
                </c:pt>
                <c:pt idx="4706">
                  <c:v>5.0148999999999999</c:v>
                </c:pt>
                <c:pt idx="4707">
                  <c:v>5.0152099999999997</c:v>
                </c:pt>
                <c:pt idx="4708">
                  <c:v>5.0155099999999999</c:v>
                </c:pt>
                <c:pt idx="4709">
                  <c:v>5.0158199999999997</c:v>
                </c:pt>
                <c:pt idx="4710">
                  <c:v>5.0161199999999999</c:v>
                </c:pt>
                <c:pt idx="4711">
                  <c:v>5.0164299999999997</c:v>
                </c:pt>
                <c:pt idx="4712">
                  <c:v>5.0167299999999999</c:v>
                </c:pt>
                <c:pt idx="4713">
                  <c:v>5.0170399999999997</c:v>
                </c:pt>
                <c:pt idx="4714">
                  <c:v>5.0173399999999999</c:v>
                </c:pt>
                <c:pt idx="4715">
                  <c:v>5.0176499999999997</c:v>
                </c:pt>
                <c:pt idx="4716">
                  <c:v>5.0179499999999999</c:v>
                </c:pt>
                <c:pt idx="4717">
                  <c:v>5.0182599999999997</c:v>
                </c:pt>
                <c:pt idx="4718">
                  <c:v>5.0185599999999999</c:v>
                </c:pt>
                <c:pt idx="4719">
                  <c:v>5.0188699999999997</c:v>
                </c:pt>
                <c:pt idx="4720">
                  <c:v>5.0191800000000004</c:v>
                </c:pt>
                <c:pt idx="4721">
                  <c:v>5.0194799999999997</c:v>
                </c:pt>
                <c:pt idx="4722">
                  <c:v>5.0197900000000004</c:v>
                </c:pt>
                <c:pt idx="4723">
                  <c:v>5.0200899999999997</c:v>
                </c:pt>
                <c:pt idx="4724">
                  <c:v>5.0204000000000004</c:v>
                </c:pt>
                <c:pt idx="4725">
                  <c:v>5.0206999999999997</c:v>
                </c:pt>
                <c:pt idx="4726">
                  <c:v>5.0210100000000004</c:v>
                </c:pt>
                <c:pt idx="4727">
                  <c:v>5.0213099999999997</c:v>
                </c:pt>
                <c:pt idx="4728">
                  <c:v>5.0216200000000004</c:v>
                </c:pt>
                <c:pt idx="4729">
                  <c:v>5.0219199999999997</c:v>
                </c:pt>
                <c:pt idx="4730">
                  <c:v>5.0222300000000004</c:v>
                </c:pt>
                <c:pt idx="4731">
                  <c:v>5.0225299999999997</c:v>
                </c:pt>
                <c:pt idx="4732">
                  <c:v>5.0228400000000004</c:v>
                </c:pt>
                <c:pt idx="4733">
                  <c:v>5.0231500000000002</c:v>
                </c:pt>
                <c:pt idx="4734">
                  <c:v>5.0234500000000004</c:v>
                </c:pt>
                <c:pt idx="4735">
                  <c:v>5.0237600000000002</c:v>
                </c:pt>
                <c:pt idx="4736">
                  <c:v>5.0240600000000004</c:v>
                </c:pt>
                <c:pt idx="4737">
                  <c:v>5.0243700000000002</c:v>
                </c:pt>
                <c:pt idx="4738">
                  <c:v>5.0246700000000004</c:v>
                </c:pt>
                <c:pt idx="4739">
                  <c:v>5.0249800000000002</c:v>
                </c:pt>
                <c:pt idx="4740">
                  <c:v>5.0252800000000004</c:v>
                </c:pt>
                <c:pt idx="4741">
                  <c:v>5.0255900000000002</c:v>
                </c:pt>
                <c:pt idx="4742">
                  <c:v>5.0258900000000004</c:v>
                </c:pt>
                <c:pt idx="4743">
                  <c:v>5.0262000000000002</c:v>
                </c:pt>
                <c:pt idx="4744">
                  <c:v>5.0265000000000004</c:v>
                </c:pt>
                <c:pt idx="4745">
                  <c:v>5.0268100000000002</c:v>
                </c:pt>
                <c:pt idx="4746">
                  <c:v>5.02712</c:v>
                </c:pt>
                <c:pt idx="4747">
                  <c:v>5.0274200000000002</c:v>
                </c:pt>
                <c:pt idx="4748">
                  <c:v>5.02773</c:v>
                </c:pt>
                <c:pt idx="4749">
                  <c:v>5.0280300000000002</c:v>
                </c:pt>
                <c:pt idx="4750">
                  <c:v>5.02834</c:v>
                </c:pt>
                <c:pt idx="4751">
                  <c:v>5.0286400000000002</c:v>
                </c:pt>
                <c:pt idx="4752">
                  <c:v>5.02895</c:v>
                </c:pt>
                <c:pt idx="4753">
                  <c:v>5.0292500000000002</c:v>
                </c:pt>
                <c:pt idx="4754">
                  <c:v>5.02956</c:v>
                </c:pt>
                <c:pt idx="4755">
                  <c:v>5.0298600000000002</c:v>
                </c:pt>
                <c:pt idx="4756">
                  <c:v>5.03017</c:v>
                </c:pt>
                <c:pt idx="4757">
                  <c:v>5.0304799999999998</c:v>
                </c:pt>
                <c:pt idx="4758">
                  <c:v>5.03078</c:v>
                </c:pt>
                <c:pt idx="4759">
                  <c:v>5.0310899999999998</c:v>
                </c:pt>
                <c:pt idx="4760">
                  <c:v>5.03139</c:v>
                </c:pt>
                <c:pt idx="4761">
                  <c:v>5.0316999999999998</c:v>
                </c:pt>
                <c:pt idx="4762">
                  <c:v>5.032</c:v>
                </c:pt>
                <c:pt idx="4763">
                  <c:v>5.0323099999999998</c:v>
                </c:pt>
                <c:pt idx="4764">
                  <c:v>5.03261</c:v>
                </c:pt>
                <c:pt idx="4765">
                  <c:v>5.0329199999999998</c:v>
                </c:pt>
                <c:pt idx="4766">
                  <c:v>5.03322</c:v>
                </c:pt>
                <c:pt idx="4767">
                  <c:v>5.0335299999999998</c:v>
                </c:pt>
                <c:pt idx="4768">
                  <c:v>5.03383</c:v>
                </c:pt>
                <c:pt idx="4769">
                  <c:v>5.0341399999999998</c:v>
                </c:pt>
                <c:pt idx="4770">
                  <c:v>5.0344499999999996</c:v>
                </c:pt>
                <c:pt idx="4771">
                  <c:v>5.0347499999999998</c:v>
                </c:pt>
                <c:pt idx="4772">
                  <c:v>5.0350599999999996</c:v>
                </c:pt>
                <c:pt idx="4773">
                  <c:v>5.0353599999999998</c:v>
                </c:pt>
                <c:pt idx="4774">
                  <c:v>5.0356699999999996</c:v>
                </c:pt>
                <c:pt idx="4775">
                  <c:v>5.0359699999999998</c:v>
                </c:pt>
                <c:pt idx="4776">
                  <c:v>5.0362799999999996</c:v>
                </c:pt>
                <c:pt idx="4777">
                  <c:v>5.0365799999999998</c:v>
                </c:pt>
                <c:pt idx="4778">
                  <c:v>5.0368899999999996</c:v>
                </c:pt>
                <c:pt idx="4779">
                  <c:v>5.0371899999999998</c:v>
                </c:pt>
                <c:pt idx="4780">
                  <c:v>5.0374999999999996</c:v>
                </c:pt>
                <c:pt idx="4781">
                  <c:v>5.0377999999999998</c:v>
                </c:pt>
                <c:pt idx="4782">
                  <c:v>5.0381099999999996</c:v>
                </c:pt>
                <c:pt idx="4783">
                  <c:v>5.0384200000000003</c:v>
                </c:pt>
                <c:pt idx="4784">
                  <c:v>5.0387199999999996</c:v>
                </c:pt>
                <c:pt idx="4785">
                  <c:v>5.0390300000000003</c:v>
                </c:pt>
                <c:pt idx="4786">
                  <c:v>5.0393299999999996</c:v>
                </c:pt>
                <c:pt idx="4787">
                  <c:v>5.0396400000000003</c:v>
                </c:pt>
                <c:pt idx="4788">
                  <c:v>5.0399399999999996</c:v>
                </c:pt>
                <c:pt idx="4789">
                  <c:v>5.0402500000000003</c:v>
                </c:pt>
                <c:pt idx="4790">
                  <c:v>5.0405499999999996</c:v>
                </c:pt>
                <c:pt idx="4791">
                  <c:v>5.0408600000000003</c:v>
                </c:pt>
                <c:pt idx="4792">
                  <c:v>5.0411599999999996</c:v>
                </c:pt>
                <c:pt idx="4793">
                  <c:v>5.0414700000000003</c:v>
                </c:pt>
                <c:pt idx="4794">
                  <c:v>5.0417699999999996</c:v>
                </c:pt>
                <c:pt idx="4795">
                  <c:v>5.0420800000000003</c:v>
                </c:pt>
                <c:pt idx="4796">
                  <c:v>5.0423900000000001</c:v>
                </c:pt>
                <c:pt idx="4797">
                  <c:v>5.0426900000000003</c:v>
                </c:pt>
                <c:pt idx="4798">
                  <c:v>5.0430000000000001</c:v>
                </c:pt>
                <c:pt idx="4799">
                  <c:v>5.0433000000000003</c:v>
                </c:pt>
                <c:pt idx="4800">
                  <c:v>5.0436100000000001</c:v>
                </c:pt>
                <c:pt idx="4801">
                  <c:v>5.0439100000000003</c:v>
                </c:pt>
                <c:pt idx="4802">
                  <c:v>5.0442200000000001</c:v>
                </c:pt>
                <c:pt idx="4803">
                  <c:v>5.0445200000000003</c:v>
                </c:pt>
                <c:pt idx="4804">
                  <c:v>5.0448300000000001</c:v>
                </c:pt>
                <c:pt idx="4805">
                  <c:v>5.0451300000000003</c:v>
                </c:pt>
                <c:pt idx="4806">
                  <c:v>5.0454400000000001</c:v>
                </c:pt>
                <c:pt idx="4807">
                  <c:v>5.0457400000000003</c:v>
                </c:pt>
                <c:pt idx="4808">
                  <c:v>5.0460500000000001</c:v>
                </c:pt>
                <c:pt idx="4809">
                  <c:v>5.04636</c:v>
                </c:pt>
                <c:pt idx="4810">
                  <c:v>5.0466600000000001</c:v>
                </c:pt>
                <c:pt idx="4811">
                  <c:v>5.04697</c:v>
                </c:pt>
                <c:pt idx="4812">
                  <c:v>5.0472700000000001</c:v>
                </c:pt>
                <c:pt idx="4813">
                  <c:v>5.04758</c:v>
                </c:pt>
                <c:pt idx="4814">
                  <c:v>5.0478800000000001</c:v>
                </c:pt>
                <c:pt idx="4815">
                  <c:v>5.04819</c:v>
                </c:pt>
                <c:pt idx="4816">
                  <c:v>5.0484900000000001</c:v>
                </c:pt>
                <c:pt idx="4817">
                  <c:v>5.0488</c:v>
                </c:pt>
                <c:pt idx="4818">
                  <c:v>5.0491000000000001</c:v>
                </c:pt>
                <c:pt idx="4819">
                  <c:v>5.04941</c:v>
                </c:pt>
                <c:pt idx="4820">
                  <c:v>5.0497199999999998</c:v>
                </c:pt>
                <c:pt idx="4821">
                  <c:v>5.05002</c:v>
                </c:pt>
                <c:pt idx="4822">
                  <c:v>5.0503299999999998</c:v>
                </c:pt>
                <c:pt idx="4823">
                  <c:v>5.05063</c:v>
                </c:pt>
                <c:pt idx="4824">
                  <c:v>5.0509399999999998</c:v>
                </c:pt>
                <c:pt idx="4825">
                  <c:v>5.05124</c:v>
                </c:pt>
                <c:pt idx="4826">
                  <c:v>5.0515499999999998</c:v>
                </c:pt>
                <c:pt idx="4827">
                  <c:v>5.05185</c:v>
                </c:pt>
                <c:pt idx="4828">
                  <c:v>5.0521599999999998</c:v>
                </c:pt>
                <c:pt idx="4829">
                  <c:v>5.05246</c:v>
                </c:pt>
                <c:pt idx="4830">
                  <c:v>5.0527699999999998</c:v>
                </c:pt>
                <c:pt idx="4831">
                  <c:v>5.05307</c:v>
                </c:pt>
                <c:pt idx="4832">
                  <c:v>5.0533799999999998</c:v>
                </c:pt>
                <c:pt idx="4833">
                  <c:v>5.0536899999999996</c:v>
                </c:pt>
                <c:pt idx="4834">
                  <c:v>5.0539899999999998</c:v>
                </c:pt>
                <c:pt idx="4835">
                  <c:v>5.0542999999999996</c:v>
                </c:pt>
                <c:pt idx="4836">
                  <c:v>5.0545999999999998</c:v>
                </c:pt>
                <c:pt idx="4837">
                  <c:v>5.0549099999999996</c:v>
                </c:pt>
                <c:pt idx="4838">
                  <c:v>5.0552099999999998</c:v>
                </c:pt>
                <c:pt idx="4839">
                  <c:v>5.0555199999999996</c:v>
                </c:pt>
                <c:pt idx="4840">
                  <c:v>5.0558199999999998</c:v>
                </c:pt>
                <c:pt idx="4841">
                  <c:v>5.0561299999999996</c:v>
                </c:pt>
                <c:pt idx="4842">
                  <c:v>5.0564299999999998</c:v>
                </c:pt>
                <c:pt idx="4843">
                  <c:v>5.0567399999999996</c:v>
                </c:pt>
                <c:pt idx="4844">
                  <c:v>5.0570399999999998</c:v>
                </c:pt>
                <c:pt idx="4845">
                  <c:v>5.0573499999999996</c:v>
                </c:pt>
                <c:pt idx="4846">
                  <c:v>5.0576600000000003</c:v>
                </c:pt>
                <c:pt idx="4847">
                  <c:v>5.0579599999999996</c:v>
                </c:pt>
                <c:pt idx="4848">
                  <c:v>5.0582700000000003</c:v>
                </c:pt>
                <c:pt idx="4849">
                  <c:v>5.0585699999999996</c:v>
                </c:pt>
                <c:pt idx="4850">
                  <c:v>5.0588800000000003</c:v>
                </c:pt>
                <c:pt idx="4851">
                  <c:v>5.0591799999999996</c:v>
                </c:pt>
                <c:pt idx="4852">
                  <c:v>5.0594900000000003</c:v>
                </c:pt>
                <c:pt idx="4853">
                  <c:v>5.0597899999999996</c:v>
                </c:pt>
                <c:pt idx="4854">
                  <c:v>5.0601000000000003</c:v>
                </c:pt>
                <c:pt idx="4855">
                  <c:v>5.0603999999999996</c:v>
                </c:pt>
                <c:pt idx="4856">
                  <c:v>5.0607100000000003</c:v>
                </c:pt>
                <c:pt idx="4857">
                  <c:v>5.0610099999999996</c:v>
                </c:pt>
                <c:pt idx="4858">
                  <c:v>5.0613200000000003</c:v>
                </c:pt>
                <c:pt idx="4859">
                  <c:v>5.0616300000000001</c:v>
                </c:pt>
                <c:pt idx="4860">
                  <c:v>5.0619300000000003</c:v>
                </c:pt>
                <c:pt idx="4861">
                  <c:v>5.0622400000000001</c:v>
                </c:pt>
                <c:pt idx="4862">
                  <c:v>5.0625400000000003</c:v>
                </c:pt>
                <c:pt idx="4863">
                  <c:v>5.0628500000000001</c:v>
                </c:pt>
                <c:pt idx="4864">
                  <c:v>5.0631500000000003</c:v>
                </c:pt>
                <c:pt idx="4865">
                  <c:v>5.0634600000000001</c:v>
                </c:pt>
                <c:pt idx="4866">
                  <c:v>5.0637600000000003</c:v>
                </c:pt>
                <c:pt idx="4867">
                  <c:v>5.0640700000000001</c:v>
                </c:pt>
                <c:pt idx="4868">
                  <c:v>5.0643700000000003</c:v>
                </c:pt>
                <c:pt idx="4869">
                  <c:v>5.0646800000000001</c:v>
                </c:pt>
                <c:pt idx="4870">
                  <c:v>5.0649800000000003</c:v>
                </c:pt>
                <c:pt idx="4871">
                  <c:v>5.0652900000000001</c:v>
                </c:pt>
                <c:pt idx="4872">
                  <c:v>5.0655999999999999</c:v>
                </c:pt>
                <c:pt idx="4873">
                  <c:v>5.0659000000000001</c:v>
                </c:pt>
                <c:pt idx="4874">
                  <c:v>5.0662099999999999</c:v>
                </c:pt>
                <c:pt idx="4875">
                  <c:v>5.0665100000000001</c:v>
                </c:pt>
                <c:pt idx="4876">
                  <c:v>5.0668199999999999</c:v>
                </c:pt>
                <c:pt idx="4877">
                  <c:v>5.0671200000000001</c:v>
                </c:pt>
                <c:pt idx="4878">
                  <c:v>5.0674299999999999</c:v>
                </c:pt>
                <c:pt idx="4879">
                  <c:v>5.0677300000000001</c:v>
                </c:pt>
                <c:pt idx="4880">
                  <c:v>5.0680399999999999</c:v>
                </c:pt>
                <c:pt idx="4881">
                  <c:v>5.0683400000000001</c:v>
                </c:pt>
                <c:pt idx="4882">
                  <c:v>5.0686499999999999</c:v>
                </c:pt>
                <c:pt idx="4883">
                  <c:v>5.0689599999999997</c:v>
                </c:pt>
                <c:pt idx="4884">
                  <c:v>5.0692599999999999</c:v>
                </c:pt>
                <c:pt idx="4885">
                  <c:v>5.0695699999999997</c:v>
                </c:pt>
                <c:pt idx="4886">
                  <c:v>5.0698699999999999</c:v>
                </c:pt>
                <c:pt idx="4887">
                  <c:v>5.0701799999999997</c:v>
                </c:pt>
                <c:pt idx="4888">
                  <c:v>5.0704799999999999</c:v>
                </c:pt>
                <c:pt idx="4889">
                  <c:v>5.0707899999999997</c:v>
                </c:pt>
                <c:pt idx="4890">
                  <c:v>5.0710899999999999</c:v>
                </c:pt>
                <c:pt idx="4891">
                  <c:v>5.0713999999999997</c:v>
                </c:pt>
                <c:pt idx="4892">
                  <c:v>5.0716999999999999</c:v>
                </c:pt>
                <c:pt idx="4893">
                  <c:v>5.0720099999999997</c:v>
                </c:pt>
                <c:pt idx="4894">
                  <c:v>5.0723099999999999</c:v>
                </c:pt>
                <c:pt idx="4895">
                  <c:v>5.0726199999999997</c:v>
                </c:pt>
                <c:pt idx="4896">
                  <c:v>5.0729300000000004</c:v>
                </c:pt>
                <c:pt idx="4897">
                  <c:v>5.0732299999999997</c:v>
                </c:pt>
                <c:pt idx="4898">
                  <c:v>5.0735400000000004</c:v>
                </c:pt>
                <c:pt idx="4899">
                  <c:v>5.0738399999999997</c:v>
                </c:pt>
                <c:pt idx="4900">
                  <c:v>5.0741500000000004</c:v>
                </c:pt>
                <c:pt idx="4901">
                  <c:v>5.0744499999999997</c:v>
                </c:pt>
                <c:pt idx="4902">
                  <c:v>5.0747600000000004</c:v>
                </c:pt>
                <c:pt idx="4903">
                  <c:v>5.0750599999999997</c:v>
                </c:pt>
                <c:pt idx="4904">
                  <c:v>5.0753700000000004</c:v>
                </c:pt>
                <c:pt idx="4905">
                  <c:v>5.0756699999999997</c:v>
                </c:pt>
                <c:pt idx="4906">
                  <c:v>5.0759800000000004</c:v>
                </c:pt>
                <c:pt idx="4907">
                  <c:v>5.0762799999999997</c:v>
                </c:pt>
                <c:pt idx="4908">
                  <c:v>5.0765900000000004</c:v>
                </c:pt>
                <c:pt idx="4909">
                  <c:v>5.0769000000000002</c:v>
                </c:pt>
                <c:pt idx="4910">
                  <c:v>5.0772000000000004</c:v>
                </c:pt>
                <c:pt idx="4911">
                  <c:v>5.0775100000000002</c:v>
                </c:pt>
                <c:pt idx="4912">
                  <c:v>5.0778100000000004</c:v>
                </c:pt>
                <c:pt idx="4913">
                  <c:v>5.0781200000000002</c:v>
                </c:pt>
                <c:pt idx="4914">
                  <c:v>5.0784200000000004</c:v>
                </c:pt>
                <c:pt idx="4915">
                  <c:v>5.0787300000000002</c:v>
                </c:pt>
                <c:pt idx="4916">
                  <c:v>5.0790300000000004</c:v>
                </c:pt>
                <c:pt idx="4917">
                  <c:v>5.0793400000000002</c:v>
                </c:pt>
                <c:pt idx="4918">
                  <c:v>5.0796400000000004</c:v>
                </c:pt>
                <c:pt idx="4919">
                  <c:v>5.0799500000000002</c:v>
                </c:pt>
                <c:pt idx="4920">
                  <c:v>5.0802500000000004</c:v>
                </c:pt>
                <c:pt idx="4921">
                  <c:v>5.0805600000000002</c:v>
                </c:pt>
                <c:pt idx="4922">
                  <c:v>5.08087</c:v>
                </c:pt>
                <c:pt idx="4923">
                  <c:v>5.0811700000000002</c:v>
                </c:pt>
                <c:pt idx="4924">
                  <c:v>5.08148</c:v>
                </c:pt>
                <c:pt idx="4925">
                  <c:v>5.0817800000000002</c:v>
                </c:pt>
                <c:pt idx="4926">
                  <c:v>5.08209</c:v>
                </c:pt>
                <c:pt idx="4927">
                  <c:v>5.0823900000000002</c:v>
                </c:pt>
                <c:pt idx="4928">
                  <c:v>5.0827</c:v>
                </c:pt>
                <c:pt idx="4929">
                  <c:v>5.0830000000000002</c:v>
                </c:pt>
                <c:pt idx="4930">
                  <c:v>5.08331</c:v>
                </c:pt>
                <c:pt idx="4931">
                  <c:v>5.0836100000000002</c:v>
                </c:pt>
                <c:pt idx="4932">
                  <c:v>5.08392</c:v>
                </c:pt>
                <c:pt idx="4933">
                  <c:v>5.0842299999999998</c:v>
                </c:pt>
                <c:pt idx="4934">
                  <c:v>5.08453</c:v>
                </c:pt>
                <c:pt idx="4935">
                  <c:v>5.0848399999999998</c:v>
                </c:pt>
                <c:pt idx="4936">
                  <c:v>5.08514</c:v>
                </c:pt>
                <c:pt idx="4937">
                  <c:v>5.0854499999999998</c:v>
                </c:pt>
                <c:pt idx="4938">
                  <c:v>5.08575</c:v>
                </c:pt>
                <c:pt idx="4939">
                  <c:v>5.0860599999999998</c:v>
                </c:pt>
                <c:pt idx="4940">
                  <c:v>5.08636</c:v>
                </c:pt>
                <c:pt idx="4941">
                  <c:v>5.0866699999999998</c:v>
                </c:pt>
                <c:pt idx="4942">
                  <c:v>5.08697</c:v>
                </c:pt>
                <c:pt idx="4943">
                  <c:v>5.0872799999999998</c:v>
                </c:pt>
                <c:pt idx="4944">
                  <c:v>5.08758</c:v>
                </c:pt>
                <c:pt idx="4945">
                  <c:v>5.0878899999999998</c:v>
                </c:pt>
                <c:pt idx="4946">
                  <c:v>5.0881999999999996</c:v>
                </c:pt>
                <c:pt idx="4947">
                  <c:v>5.0884999999999998</c:v>
                </c:pt>
                <c:pt idx="4948">
                  <c:v>5.0888099999999996</c:v>
                </c:pt>
                <c:pt idx="4949">
                  <c:v>5.0891099999999998</c:v>
                </c:pt>
                <c:pt idx="4950">
                  <c:v>5.0894199999999996</c:v>
                </c:pt>
                <c:pt idx="4951">
                  <c:v>5.0897199999999998</c:v>
                </c:pt>
                <c:pt idx="4952">
                  <c:v>5.0900299999999996</c:v>
                </c:pt>
                <c:pt idx="4953">
                  <c:v>5.0903299999999998</c:v>
                </c:pt>
                <c:pt idx="4954">
                  <c:v>5.0906399999999996</c:v>
                </c:pt>
                <c:pt idx="4955">
                  <c:v>5.0909399999999998</c:v>
                </c:pt>
                <c:pt idx="4956">
                  <c:v>5.0912499999999996</c:v>
                </c:pt>
                <c:pt idx="4957">
                  <c:v>5.0915499999999998</c:v>
                </c:pt>
                <c:pt idx="4958">
                  <c:v>5.0918599999999996</c:v>
                </c:pt>
                <c:pt idx="4959">
                  <c:v>5.0921700000000003</c:v>
                </c:pt>
                <c:pt idx="4960">
                  <c:v>5.0924699999999996</c:v>
                </c:pt>
                <c:pt idx="4961">
                  <c:v>5.0927800000000003</c:v>
                </c:pt>
                <c:pt idx="4962">
                  <c:v>5.0930799999999996</c:v>
                </c:pt>
                <c:pt idx="4963">
                  <c:v>5.0933900000000003</c:v>
                </c:pt>
                <c:pt idx="4964">
                  <c:v>5.0936899999999996</c:v>
                </c:pt>
                <c:pt idx="4965">
                  <c:v>5.0940000000000003</c:v>
                </c:pt>
                <c:pt idx="4966">
                  <c:v>5.0942999999999996</c:v>
                </c:pt>
                <c:pt idx="4967">
                  <c:v>5.0946100000000003</c:v>
                </c:pt>
                <c:pt idx="4968">
                  <c:v>5.0949099999999996</c:v>
                </c:pt>
                <c:pt idx="4969">
                  <c:v>5.0952200000000003</c:v>
                </c:pt>
                <c:pt idx="4970">
                  <c:v>5.0955199999999996</c:v>
                </c:pt>
                <c:pt idx="4971">
                  <c:v>5.0958300000000003</c:v>
                </c:pt>
                <c:pt idx="4972">
                  <c:v>5.0961400000000001</c:v>
                </c:pt>
                <c:pt idx="4973">
                  <c:v>5.0964400000000003</c:v>
                </c:pt>
                <c:pt idx="4974">
                  <c:v>5.0967500000000001</c:v>
                </c:pt>
                <c:pt idx="4975">
                  <c:v>5.0970500000000003</c:v>
                </c:pt>
                <c:pt idx="4976">
                  <c:v>5.0973600000000001</c:v>
                </c:pt>
                <c:pt idx="4977">
                  <c:v>5.0976600000000003</c:v>
                </c:pt>
                <c:pt idx="4978">
                  <c:v>5.0979700000000001</c:v>
                </c:pt>
                <c:pt idx="4979">
                  <c:v>5.0982700000000003</c:v>
                </c:pt>
                <c:pt idx="4980">
                  <c:v>5.0985800000000001</c:v>
                </c:pt>
                <c:pt idx="4981">
                  <c:v>5.0988800000000003</c:v>
                </c:pt>
                <c:pt idx="4982">
                  <c:v>5.0991900000000001</c:v>
                </c:pt>
                <c:pt idx="4983">
                  <c:v>5.0994900000000003</c:v>
                </c:pt>
                <c:pt idx="4984">
                  <c:v>5.0998000000000001</c:v>
                </c:pt>
                <c:pt idx="4985">
                  <c:v>5.1001099999999999</c:v>
                </c:pt>
                <c:pt idx="4986">
                  <c:v>5.1004100000000001</c:v>
                </c:pt>
                <c:pt idx="4987">
                  <c:v>5.1007199999999999</c:v>
                </c:pt>
                <c:pt idx="4988">
                  <c:v>5.1010200000000001</c:v>
                </c:pt>
                <c:pt idx="4989">
                  <c:v>5.1013299999999999</c:v>
                </c:pt>
                <c:pt idx="4990">
                  <c:v>5.1016300000000001</c:v>
                </c:pt>
                <c:pt idx="4991">
                  <c:v>5.1019399999999999</c:v>
                </c:pt>
                <c:pt idx="4992">
                  <c:v>5.1022400000000001</c:v>
                </c:pt>
                <c:pt idx="4993">
                  <c:v>5.1025499999999999</c:v>
                </c:pt>
                <c:pt idx="4994">
                  <c:v>5.1028500000000001</c:v>
                </c:pt>
                <c:pt idx="4995">
                  <c:v>5.1031599999999999</c:v>
                </c:pt>
                <c:pt idx="4996">
                  <c:v>5.1034699999999997</c:v>
                </c:pt>
                <c:pt idx="4997">
                  <c:v>5.1037699999999999</c:v>
                </c:pt>
                <c:pt idx="4998">
                  <c:v>5.1040799999999997</c:v>
                </c:pt>
                <c:pt idx="4999">
                  <c:v>5.1043799999999999</c:v>
                </c:pt>
                <c:pt idx="5000">
                  <c:v>5.1046899999999997</c:v>
                </c:pt>
                <c:pt idx="5001">
                  <c:v>5.1049899999999999</c:v>
                </c:pt>
                <c:pt idx="5002">
                  <c:v>5.1052999999999997</c:v>
                </c:pt>
                <c:pt idx="5003">
                  <c:v>5.1055999999999999</c:v>
                </c:pt>
                <c:pt idx="5004">
                  <c:v>5.1059099999999997</c:v>
                </c:pt>
                <c:pt idx="5005">
                  <c:v>5.1062099999999999</c:v>
                </c:pt>
                <c:pt idx="5006">
                  <c:v>5.1065199999999997</c:v>
                </c:pt>
                <c:pt idx="5007">
                  <c:v>5.1068199999999999</c:v>
                </c:pt>
                <c:pt idx="5008">
                  <c:v>5.1071299999999997</c:v>
                </c:pt>
                <c:pt idx="5009">
                  <c:v>5.1074400000000004</c:v>
                </c:pt>
                <c:pt idx="5010">
                  <c:v>5.1077399999999997</c:v>
                </c:pt>
                <c:pt idx="5011">
                  <c:v>5.1080500000000004</c:v>
                </c:pt>
                <c:pt idx="5012">
                  <c:v>5.1083499999999997</c:v>
                </c:pt>
                <c:pt idx="5013">
                  <c:v>5.1086600000000004</c:v>
                </c:pt>
                <c:pt idx="5014">
                  <c:v>5.1089599999999997</c:v>
                </c:pt>
                <c:pt idx="5015">
                  <c:v>5.1092700000000004</c:v>
                </c:pt>
                <c:pt idx="5016">
                  <c:v>5.1095699999999997</c:v>
                </c:pt>
                <c:pt idx="5017">
                  <c:v>5.1098800000000004</c:v>
                </c:pt>
                <c:pt idx="5018">
                  <c:v>5.1101799999999997</c:v>
                </c:pt>
                <c:pt idx="5019">
                  <c:v>5.1104900000000004</c:v>
                </c:pt>
                <c:pt idx="5020">
                  <c:v>5.1107899999999997</c:v>
                </c:pt>
                <c:pt idx="5021">
                  <c:v>5.1111000000000004</c:v>
                </c:pt>
                <c:pt idx="5022">
                  <c:v>5.1114100000000002</c:v>
                </c:pt>
                <c:pt idx="5023">
                  <c:v>5.1117100000000004</c:v>
                </c:pt>
                <c:pt idx="5024">
                  <c:v>5.1120200000000002</c:v>
                </c:pt>
                <c:pt idx="5025">
                  <c:v>5.1123200000000004</c:v>
                </c:pt>
                <c:pt idx="5026">
                  <c:v>5.1126300000000002</c:v>
                </c:pt>
                <c:pt idx="5027">
                  <c:v>5.1129300000000004</c:v>
                </c:pt>
                <c:pt idx="5028">
                  <c:v>5.1132400000000002</c:v>
                </c:pt>
                <c:pt idx="5029">
                  <c:v>5.1135400000000004</c:v>
                </c:pt>
                <c:pt idx="5030">
                  <c:v>5.1138500000000002</c:v>
                </c:pt>
                <c:pt idx="5031">
                  <c:v>5.1141500000000004</c:v>
                </c:pt>
                <c:pt idx="5032">
                  <c:v>5.1144600000000002</c:v>
                </c:pt>
                <c:pt idx="5033">
                  <c:v>5.1147600000000004</c:v>
                </c:pt>
                <c:pt idx="5034">
                  <c:v>5.1150700000000002</c:v>
                </c:pt>
                <c:pt idx="5035">
                  <c:v>5.11538</c:v>
                </c:pt>
                <c:pt idx="5036">
                  <c:v>5.1156800000000002</c:v>
                </c:pt>
                <c:pt idx="5037">
                  <c:v>5.11599</c:v>
                </c:pt>
                <c:pt idx="5038">
                  <c:v>5.1162900000000002</c:v>
                </c:pt>
                <c:pt idx="5039">
                  <c:v>5.1166</c:v>
                </c:pt>
                <c:pt idx="5040">
                  <c:v>5.1169000000000002</c:v>
                </c:pt>
                <c:pt idx="5041">
                  <c:v>5.11721</c:v>
                </c:pt>
                <c:pt idx="5042">
                  <c:v>5.1175100000000002</c:v>
                </c:pt>
                <c:pt idx="5043">
                  <c:v>5.11782</c:v>
                </c:pt>
                <c:pt idx="5044">
                  <c:v>5.1181200000000002</c:v>
                </c:pt>
                <c:pt idx="5045">
                  <c:v>5.11843</c:v>
                </c:pt>
                <c:pt idx="5046">
                  <c:v>5.1187300000000002</c:v>
                </c:pt>
                <c:pt idx="5047">
                  <c:v>5.11904</c:v>
                </c:pt>
                <c:pt idx="5048">
                  <c:v>5.1193499999999998</c:v>
                </c:pt>
                <c:pt idx="5049">
                  <c:v>5.11965</c:v>
                </c:pt>
                <c:pt idx="5050">
                  <c:v>5.1199599999999998</c:v>
                </c:pt>
                <c:pt idx="5051">
                  <c:v>5.12026</c:v>
                </c:pt>
                <c:pt idx="5052">
                  <c:v>5.1205699999999998</c:v>
                </c:pt>
                <c:pt idx="5053">
                  <c:v>5.12087</c:v>
                </c:pt>
                <c:pt idx="5054">
                  <c:v>5.1211799999999998</c:v>
                </c:pt>
                <c:pt idx="5055">
                  <c:v>5.12148</c:v>
                </c:pt>
                <c:pt idx="5056">
                  <c:v>5.1217899999999998</c:v>
                </c:pt>
                <c:pt idx="5057">
                  <c:v>5.12209</c:v>
                </c:pt>
                <c:pt idx="5058">
                  <c:v>5.1223999999999998</c:v>
                </c:pt>
                <c:pt idx="5059">
                  <c:v>5.1227099999999997</c:v>
                </c:pt>
                <c:pt idx="5060">
                  <c:v>5.1230099999999998</c:v>
                </c:pt>
                <c:pt idx="5061">
                  <c:v>5.1233199999999997</c:v>
                </c:pt>
                <c:pt idx="5062">
                  <c:v>5.1236199999999998</c:v>
                </c:pt>
                <c:pt idx="5063">
                  <c:v>5.1239299999999997</c:v>
                </c:pt>
                <c:pt idx="5064">
                  <c:v>5.1242299999999998</c:v>
                </c:pt>
                <c:pt idx="5065">
                  <c:v>5.1245399999999997</c:v>
                </c:pt>
                <c:pt idx="5066">
                  <c:v>5.1248399999999998</c:v>
                </c:pt>
                <c:pt idx="5067">
                  <c:v>5.1251499999999997</c:v>
                </c:pt>
                <c:pt idx="5068">
                  <c:v>5.1254499999999998</c:v>
                </c:pt>
                <c:pt idx="5069">
                  <c:v>5.1257599999999996</c:v>
                </c:pt>
                <c:pt idx="5070">
                  <c:v>5.1260599999999998</c:v>
                </c:pt>
                <c:pt idx="5071">
                  <c:v>5.1263699999999996</c:v>
                </c:pt>
                <c:pt idx="5072">
                  <c:v>5.1266800000000003</c:v>
                </c:pt>
                <c:pt idx="5073">
                  <c:v>5.1269799999999996</c:v>
                </c:pt>
                <c:pt idx="5074">
                  <c:v>5.1272900000000003</c:v>
                </c:pt>
                <c:pt idx="5075">
                  <c:v>5.1275899999999996</c:v>
                </c:pt>
                <c:pt idx="5076">
                  <c:v>5.1279000000000003</c:v>
                </c:pt>
                <c:pt idx="5077">
                  <c:v>5.1281999999999996</c:v>
                </c:pt>
                <c:pt idx="5078">
                  <c:v>5.1285100000000003</c:v>
                </c:pt>
                <c:pt idx="5079">
                  <c:v>5.1288099999999996</c:v>
                </c:pt>
                <c:pt idx="5080">
                  <c:v>5.1291200000000003</c:v>
                </c:pt>
                <c:pt idx="5081">
                  <c:v>5.1294199999999996</c:v>
                </c:pt>
                <c:pt idx="5082">
                  <c:v>5.1297300000000003</c:v>
                </c:pt>
                <c:pt idx="5083">
                  <c:v>5.1300299999999996</c:v>
                </c:pt>
                <c:pt idx="5084">
                  <c:v>5.1303400000000003</c:v>
                </c:pt>
                <c:pt idx="5085">
                  <c:v>5.1306500000000002</c:v>
                </c:pt>
                <c:pt idx="5086">
                  <c:v>5.1309500000000003</c:v>
                </c:pt>
                <c:pt idx="5087">
                  <c:v>5.1312600000000002</c:v>
                </c:pt>
                <c:pt idx="5088">
                  <c:v>5.1315600000000003</c:v>
                </c:pt>
                <c:pt idx="5089">
                  <c:v>5.1318700000000002</c:v>
                </c:pt>
                <c:pt idx="5090">
                  <c:v>5.1321700000000003</c:v>
                </c:pt>
                <c:pt idx="5091">
                  <c:v>5.1324800000000002</c:v>
                </c:pt>
                <c:pt idx="5092">
                  <c:v>5.1327800000000003</c:v>
                </c:pt>
                <c:pt idx="5093">
                  <c:v>5.1330900000000002</c:v>
                </c:pt>
                <c:pt idx="5094">
                  <c:v>5.1333900000000003</c:v>
                </c:pt>
                <c:pt idx="5095">
                  <c:v>5.1337000000000002</c:v>
                </c:pt>
                <c:pt idx="5096">
                  <c:v>5.1340000000000003</c:v>
                </c:pt>
                <c:pt idx="5097">
                  <c:v>5.1343100000000002</c:v>
                </c:pt>
                <c:pt idx="5098">
                  <c:v>5.13462</c:v>
                </c:pt>
                <c:pt idx="5099">
                  <c:v>5.1349200000000002</c:v>
                </c:pt>
                <c:pt idx="5100">
                  <c:v>5.13523</c:v>
                </c:pt>
                <c:pt idx="5101">
                  <c:v>5.1355300000000002</c:v>
                </c:pt>
                <c:pt idx="5102">
                  <c:v>5.13584</c:v>
                </c:pt>
                <c:pt idx="5103">
                  <c:v>5.1361400000000001</c:v>
                </c:pt>
                <c:pt idx="5104">
                  <c:v>5.13645</c:v>
                </c:pt>
                <c:pt idx="5105">
                  <c:v>5.1367500000000001</c:v>
                </c:pt>
                <c:pt idx="5106">
                  <c:v>5.13706</c:v>
                </c:pt>
                <c:pt idx="5107">
                  <c:v>5.1373600000000001</c:v>
                </c:pt>
                <c:pt idx="5108">
                  <c:v>5.13767</c:v>
                </c:pt>
                <c:pt idx="5109">
                  <c:v>5.1379700000000001</c:v>
                </c:pt>
                <c:pt idx="5110">
                  <c:v>5.13828</c:v>
                </c:pt>
                <c:pt idx="5111">
                  <c:v>5.1385899999999998</c:v>
                </c:pt>
                <c:pt idx="5112">
                  <c:v>5.13889</c:v>
                </c:pt>
                <c:pt idx="5113">
                  <c:v>5.1391999999999998</c:v>
                </c:pt>
                <c:pt idx="5114">
                  <c:v>5.1395</c:v>
                </c:pt>
                <c:pt idx="5115">
                  <c:v>5.1398099999999998</c:v>
                </c:pt>
                <c:pt idx="5116">
                  <c:v>5.14011</c:v>
                </c:pt>
                <c:pt idx="5117">
                  <c:v>5.1404199999999998</c:v>
                </c:pt>
                <c:pt idx="5118">
                  <c:v>5.14072</c:v>
                </c:pt>
                <c:pt idx="5119">
                  <c:v>5.1410299999999998</c:v>
                </c:pt>
                <c:pt idx="5120">
                  <c:v>5.14133</c:v>
                </c:pt>
                <c:pt idx="5121">
                  <c:v>5.1416399999999998</c:v>
                </c:pt>
                <c:pt idx="5122">
                  <c:v>5.1419499999999996</c:v>
                </c:pt>
                <c:pt idx="5123">
                  <c:v>5.1422499999999998</c:v>
                </c:pt>
                <c:pt idx="5124">
                  <c:v>5.1425599999999996</c:v>
                </c:pt>
                <c:pt idx="5125">
                  <c:v>5.1428599999999998</c:v>
                </c:pt>
                <c:pt idx="5126">
                  <c:v>5.1431699999999996</c:v>
                </c:pt>
                <c:pt idx="5127">
                  <c:v>5.1434699999999998</c:v>
                </c:pt>
                <c:pt idx="5128">
                  <c:v>5.1437799999999996</c:v>
                </c:pt>
                <c:pt idx="5129">
                  <c:v>5.1440799999999998</c:v>
                </c:pt>
                <c:pt idx="5130">
                  <c:v>5.1443899999999996</c:v>
                </c:pt>
                <c:pt idx="5131">
                  <c:v>5.1446899999999998</c:v>
                </c:pt>
                <c:pt idx="5132">
                  <c:v>5.1449999999999996</c:v>
                </c:pt>
                <c:pt idx="5133">
                  <c:v>5.1452999999999998</c:v>
                </c:pt>
                <c:pt idx="5134">
                  <c:v>5.1456099999999996</c:v>
                </c:pt>
                <c:pt idx="5135">
                  <c:v>5.1459200000000003</c:v>
                </c:pt>
                <c:pt idx="5136">
                  <c:v>5.1462199999999996</c:v>
                </c:pt>
                <c:pt idx="5137">
                  <c:v>5.1465300000000003</c:v>
                </c:pt>
                <c:pt idx="5138">
                  <c:v>5.1468299999999996</c:v>
                </c:pt>
                <c:pt idx="5139">
                  <c:v>5.1471400000000003</c:v>
                </c:pt>
                <c:pt idx="5140">
                  <c:v>5.1474399999999996</c:v>
                </c:pt>
                <c:pt idx="5141">
                  <c:v>5.1477500000000003</c:v>
                </c:pt>
                <c:pt idx="5142">
                  <c:v>5.1480499999999996</c:v>
                </c:pt>
                <c:pt idx="5143">
                  <c:v>5.1483600000000003</c:v>
                </c:pt>
                <c:pt idx="5144">
                  <c:v>5.1486599999999996</c:v>
                </c:pt>
                <c:pt idx="5145">
                  <c:v>5.1489700000000003</c:v>
                </c:pt>
                <c:pt idx="5146">
                  <c:v>5.1492699999999996</c:v>
                </c:pt>
                <c:pt idx="5147">
                  <c:v>5.1495800000000003</c:v>
                </c:pt>
                <c:pt idx="5148">
                  <c:v>5.1498900000000001</c:v>
                </c:pt>
                <c:pt idx="5149">
                  <c:v>5.1501900000000003</c:v>
                </c:pt>
                <c:pt idx="5150">
                  <c:v>5.1505000000000001</c:v>
                </c:pt>
                <c:pt idx="5151">
                  <c:v>5.1508000000000003</c:v>
                </c:pt>
                <c:pt idx="5152">
                  <c:v>5.1511100000000001</c:v>
                </c:pt>
                <c:pt idx="5153">
                  <c:v>5.1514100000000003</c:v>
                </c:pt>
                <c:pt idx="5154">
                  <c:v>5.1517200000000001</c:v>
                </c:pt>
                <c:pt idx="5155">
                  <c:v>5.1520200000000003</c:v>
                </c:pt>
                <c:pt idx="5156">
                  <c:v>5.1523300000000001</c:v>
                </c:pt>
                <c:pt idx="5157">
                  <c:v>5.1526300000000003</c:v>
                </c:pt>
                <c:pt idx="5158">
                  <c:v>5.1529400000000001</c:v>
                </c:pt>
                <c:pt idx="5159">
                  <c:v>5.1532400000000003</c:v>
                </c:pt>
                <c:pt idx="5160">
                  <c:v>5.1535500000000001</c:v>
                </c:pt>
                <c:pt idx="5161">
                  <c:v>5.1538599999999999</c:v>
                </c:pt>
                <c:pt idx="5162">
                  <c:v>5.1541600000000001</c:v>
                </c:pt>
                <c:pt idx="5163">
                  <c:v>5.1544699999999999</c:v>
                </c:pt>
                <c:pt idx="5164">
                  <c:v>5.1547700000000001</c:v>
                </c:pt>
                <c:pt idx="5165">
                  <c:v>5.1550799999999999</c:v>
                </c:pt>
                <c:pt idx="5166">
                  <c:v>5.1553800000000001</c:v>
                </c:pt>
                <c:pt idx="5167">
                  <c:v>5.1556899999999999</c:v>
                </c:pt>
                <c:pt idx="5168">
                  <c:v>5.1559900000000001</c:v>
                </c:pt>
                <c:pt idx="5169">
                  <c:v>5.1562999999999999</c:v>
                </c:pt>
                <c:pt idx="5170">
                  <c:v>5.1566000000000001</c:v>
                </c:pt>
                <c:pt idx="5171">
                  <c:v>5.1569099999999999</c:v>
                </c:pt>
                <c:pt idx="5172">
                  <c:v>5.1572199999999997</c:v>
                </c:pt>
                <c:pt idx="5173">
                  <c:v>5.1575199999999999</c:v>
                </c:pt>
                <c:pt idx="5174">
                  <c:v>5.1578299999999997</c:v>
                </c:pt>
                <c:pt idx="5175">
                  <c:v>5.1581299999999999</c:v>
                </c:pt>
                <c:pt idx="5176">
                  <c:v>5.1584399999999997</c:v>
                </c:pt>
                <c:pt idx="5177">
                  <c:v>5.1587399999999999</c:v>
                </c:pt>
                <c:pt idx="5178">
                  <c:v>5.1590499999999997</c:v>
                </c:pt>
                <c:pt idx="5179">
                  <c:v>5.1593499999999999</c:v>
                </c:pt>
                <c:pt idx="5180">
                  <c:v>5.1596599999999997</c:v>
                </c:pt>
                <c:pt idx="5181">
                  <c:v>5.1599599999999999</c:v>
                </c:pt>
                <c:pt idx="5182">
                  <c:v>5.1602699999999997</c:v>
                </c:pt>
                <c:pt idx="5183">
                  <c:v>5.1605699999999999</c:v>
                </c:pt>
                <c:pt idx="5184">
                  <c:v>5.1608799999999997</c:v>
                </c:pt>
                <c:pt idx="5185">
                  <c:v>5.1611900000000004</c:v>
                </c:pt>
                <c:pt idx="5186">
                  <c:v>5.1614899999999997</c:v>
                </c:pt>
                <c:pt idx="5187">
                  <c:v>5.1618000000000004</c:v>
                </c:pt>
                <c:pt idx="5188">
                  <c:v>5.1620999999999997</c:v>
                </c:pt>
                <c:pt idx="5189">
                  <c:v>5.1624100000000004</c:v>
                </c:pt>
                <c:pt idx="5190">
                  <c:v>5.1627099999999997</c:v>
                </c:pt>
                <c:pt idx="5191">
                  <c:v>5.1630200000000004</c:v>
                </c:pt>
                <c:pt idx="5192">
                  <c:v>5.1633199999999997</c:v>
                </c:pt>
                <c:pt idx="5193">
                  <c:v>5.1636300000000004</c:v>
                </c:pt>
                <c:pt idx="5194">
                  <c:v>5.1639299999999997</c:v>
                </c:pt>
                <c:pt idx="5195">
                  <c:v>5.1642400000000004</c:v>
                </c:pt>
                <c:pt idx="5196">
                  <c:v>5.1645399999999997</c:v>
                </c:pt>
                <c:pt idx="5197">
                  <c:v>5.1648500000000004</c:v>
                </c:pt>
                <c:pt idx="5198">
                  <c:v>5.1651600000000002</c:v>
                </c:pt>
                <c:pt idx="5199">
                  <c:v>5.1654600000000004</c:v>
                </c:pt>
                <c:pt idx="5200">
                  <c:v>5.1657700000000002</c:v>
                </c:pt>
                <c:pt idx="5201">
                  <c:v>5.1660700000000004</c:v>
                </c:pt>
                <c:pt idx="5202">
                  <c:v>5.1663800000000002</c:v>
                </c:pt>
                <c:pt idx="5203">
                  <c:v>5.1666800000000004</c:v>
                </c:pt>
                <c:pt idx="5204">
                  <c:v>5.1669900000000002</c:v>
                </c:pt>
                <c:pt idx="5205">
                  <c:v>5.1672900000000004</c:v>
                </c:pt>
                <c:pt idx="5206">
                  <c:v>5.1676000000000002</c:v>
                </c:pt>
                <c:pt idx="5207">
                  <c:v>5.1679000000000004</c:v>
                </c:pt>
                <c:pt idx="5208">
                  <c:v>5.1682100000000002</c:v>
                </c:pt>
                <c:pt idx="5209">
                  <c:v>5.1685100000000004</c:v>
                </c:pt>
                <c:pt idx="5210">
                  <c:v>5.1688200000000002</c:v>
                </c:pt>
                <c:pt idx="5211">
                  <c:v>5.16913</c:v>
                </c:pt>
                <c:pt idx="5212">
                  <c:v>5.1694300000000002</c:v>
                </c:pt>
                <c:pt idx="5213">
                  <c:v>5.16974</c:v>
                </c:pt>
                <c:pt idx="5214">
                  <c:v>5.1700400000000002</c:v>
                </c:pt>
                <c:pt idx="5215">
                  <c:v>5.17035</c:v>
                </c:pt>
                <c:pt idx="5216">
                  <c:v>5.1706500000000002</c:v>
                </c:pt>
                <c:pt idx="5217">
                  <c:v>5.17096</c:v>
                </c:pt>
                <c:pt idx="5218">
                  <c:v>5.1712600000000002</c:v>
                </c:pt>
                <c:pt idx="5219">
                  <c:v>5.17157</c:v>
                </c:pt>
                <c:pt idx="5220">
                  <c:v>5.1718700000000002</c:v>
                </c:pt>
                <c:pt idx="5221">
                  <c:v>5.17218</c:v>
                </c:pt>
                <c:pt idx="5222">
                  <c:v>5.1724800000000002</c:v>
                </c:pt>
                <c:pt idx="5223">
                  <c:v>5.17279</c:v>
                </c:pt>
                <c:pt idx="5224">
                  <c:v>5.1730999999999998</c:v>
                </c:pt>
                <c:pt idx="5225">
                  <c:v>5.1734</c:v>
                </c:pt>
                <c:pt idx="5226">
                  <c:v>5.1737099999999998</c:v>
                </c:pt>
                <c:pt idx="5227">
                  <c:v>5.17401</c:v>
                </c:pt>
                <c:pt idx="5228">
                  <c:v>5.1743199999999998</c:v>
                </c:pt>
                <c:pt idx="5229">
                  <c:v>5.17462</c:v>
                </c:pt>
                <c:pt idx="5230">
                  <c:v>5.1749299999999998</c:v>
                </c:pt>
                <c:pt idx="5231">
                  <c:v>5.17523</c:v>
                </c:pt>
                <c:pt idx="5232">
                  <c:v>5.1755399999999998</c:v>
                </c:pt>
                <c:pt idx="5233">
                  <c:v>5.17584</c:v>
                </c:pt>
                <c:pt idx="5234">
                  <c:v>5.1761499999999998</c:v>
                </c:pt>
                <c:pt idx="5235">
                  <c:v>5.1764599999999996</c:v>
                </c:pt>
                <c:pt idx="5236">
                  <c:v>5.1767599999999998</c:v>
                </c:pt>
                <c:pt idx="5237">
                  <c:v>5.1770699999999996</c:v>
                </c:pt>
                <c:pt idx="5238">
                  <c:v>5.1773699999999998</c:v>
                </c:pt>
                <c:pt idx="5239">
                  <c:v>5.1776799999999996</c:v>
                </c:pt>
                <c:pt idx="5240">
                  <c:v>5.1779799999999998</c:v>
                </c:pt>
                <c:pt idx="5241">
                  <c:v>5.1782899999999996</c:v>
                </c:pt>
                <c:pt idx="5242">
                  <c:v>5.1785899999999998</c:v>
                </c:pt>
                <c:pt idx="5243">
                  <c:v>5.1788999999999996</c:v>
                </c:pt>
                <c:pt idx="5244">
                  <c:v>5.1791999999999998</c:v>
                </c:pt>
                <c:pt idx="5245">
                  <c:v>5.1795099999999996</c:v>
                </c:pt>
                <c:pt idx="5246">
                  <c:v>5.1798099999999998</c:v>
                </c:pt>
                <c:pt idx="5247">
                  <c:v>5.1801199999999996</c:v>
                </c:pt>
                <c:pt idx="5248">
                  <c:v>5.1804300000000003</c:v>
                </c:pt>
                <c:pt idx="5249">
                  <c:v>5.1807299999999996</c:v>
                </c:pt>
                <c:pt idx="5250">
                  <c:v>5.1810400000000003</c:v>
                </c:pt>
                <c:pt idx="5251">
                  <c:v>5.1813399999999996</c:v>
                </c:pt>
                <c:pt idx="5252">
                  <c:v>5.1816500000000003</c:v>
                </c:pt>
                <c:pt idx="5253">
                  <c:v>5.1819499999999996</c:v>
                </c:pt>
                <c:pt idx="5254">
                  <c:v>5.1822600000000003</c:v>
                </c:pt>
                <c:pt idx="5255">
                  <c:v>5.1825599999999996</c:v>
                </c:pt>
                <c:pt idx="5256">
                  <c:v>5.1828700000000003</c:v>
                </c:pt>
                <c:pt idx="5257">
                  <c:v>5.1831699999999996</c:v>
                </c:pt>
                <c:pt idx="5258">
                  <c:v>5.1834800000000003</c:v>
                </c:pt>
                <c:pt idx="5259">
                  <c:v>5.1837799999999996</c:v>
                </c:pt>
                <c:pt idx="5260">
                  <c:v>5.1840900000000003</c:v>
                </c:pt>
                <c:pt idx="5261">
                  <c:v>5.1844000000000001</c:v>
                </c:pt>
                <c:pt idx="5262">
                  <c:v>5.1847000000000003</c:v>
                </c:pt>
                <c:pt idx="5263">
                  <c:v>5.1850100000000001</c:v>
                </c:pt>
                <c:pt idx="5264">
                  <c:v>5.1853100000000003</c:v>
                </c:pt>
                <c:pt idx="5265">
                  <c:v>5.1856200000000001</c:v>
                </c:pt>
                <c:pt idx="5266">
                  <c:v>5.1859200000000003</c:v>
                </c:pt>
                <c:pt idx="5267">
                  <c:v>5.1862300000000001</c:v>
                </c:pt>
                <c:pt idx="5268">
                  <c:v>5.1865300000000003</c:v>
                </c:pt>
                <c:pt idx="5269">
                  <c:v>5.1868400000000001</c:v>
                </c:pt>
                <c:pt idx="5270">
                  <c:v>5.1871400000000003</c:v>
                </c:pt>
                <c:pt idx="5271">
                  <c:v>5.1874500000000001</c:v>
                </c:pt>
                <c:pt idx="5272">
                  <c:v>5.1877500000000003</c:v>
                </c:pt>
                <c:pt idx="5273">
                  <c:v>5.1880600000000001</c:v>
                </c:pt>
                <c:pt idx="5274">
                  <c:v>5.1883699999999999</c:v>
                </c:pt>
                <c:pt idx="5275">
                  <c:v>5.1886700000000001</c:v>
                </c:pt>
                <c:pt idx="5276">
                  <c:v>5.1889799999999999</c:v>
                </c:pt>
                <c:pt idx="5277">
                  <c:v>5.1892800000000001</c:v>
                </c:pt>
                <c:pt idx="5278">
                  <c:v>5.1895899999999999</c:v>
                </c:pt>
                <c:pt idx="5279">
                  <c:v>5.1898900000000001</c:v>
                </c:pt>
                <c:pt idx="5280">
                  <c:v>5.1901999999999999</c:v>
                </c:pt>
                <c:pt idx="5281">
                  <c:v>5.1905000000000001</c:v>
                </c:pt>
                <c:pt idx="5282">
                  <c:v>5.1908099999999999</c:v>
                </c:pt>
                <c:pt idx="5283">
                  <c:v>5.1911100000000001</c:v>
                </c:pt>
                <c:pt idx="5284">
                  <c:v>5.1914199999999999</c:v>
                </c:pt>
                <c:pt idx="5285">
                  <c:v>5.1917200000000001</c:v>
                </c:pt>
                <c:pt idx="5286">
                  <c:v>5.1920299999999999</c:v>
                </c:pt>
                <c:pt idx="5287">
                  <c:v>5.1923399999999997</c:v>
                </c:pt>
                <c:pt idx="5288">
                  <c:v>5.1926399999999999</c:v>
                </c:pt>
                <c:pt idx="5289">
                  <c:v>5.1929499999999997</c:v>
                </c:pt>
                <c:pt idx="5290">
                  <c:v>5.1932499999999999</c:v>
                </c:pt>
                <c:pt idx="5291">
                  <c:v>5.1935599999999997</c:v>
                </c:pt>
                <c:pt idx="5292">
                  <c:v>5.1938599999999999</c:v>
                </c:pt>
                <c:pt idx="5293">
                  <c:v>5.1941699999999997</c:v>
                </c:pt>
                <c:pt idx="5294">
                  <c:v>5.1944699999999999</c:v>
                </c:pt>
                <c:pt idx="5295">
                  <c:v>5.1947799999999997</c:v>
                </c:pt>
                <c:pt idx="5296">
                  <c:v>5.1950799999999999</c:v>
                </c:pt>
                <c:pt idx="5297">
                  <c:v>5.1953899999999997</c:v>
                </c:pt>
                <c:pt idx="5298">
                  <c:v>5.1957000000000004</c:v>
                </c:pt>
                <c:pt idx="5299">
                  <c:v>5.1959999999999997</c:v>
                </c:pt>
                <c:pt idx="5300">
                  <c:v>5.1963100000000004</c:v>
                </c:pt>
                <c:pt idx="5301">
                  <c:v>5.1966099999999997</c:v>
                </c:pt>
                <c:pt idx="5302">
                  <c:v>5.1969200000000004</c:v>
                </c:pt>
                <c:pt idx="5303">
                  <c:v>5.1972199999999997</c:v>
                </c:pt>
                <c:pt idx="5304">
                  <c:v>5.1975300000000004</c:v>
                </c:pt>
                <c:pt idx="5305">
                  <c:v>5.1978299999999997</c:v>
                </c:pt>
                <c:pt idx="5306">
                  <c:v>5.1981400000000004</c:v>
                </c:pt>
                <c:pt idx="5307">
                  <c:v>5.1984399999999997</c:v>
                </c:pt>
                <c:pt idx="5308">
                  <c:v>5.1987500000000004</c:v>
                </c:pt>
                <c:pt idx="5309">
                  <c:v>5.1990499999999997</c:v>
                </c:pt>
                <c:pt idx="5310">
                  <c:v>5.1993600000000004</c:v>
                </c:pt>
                <c:pt idx="5311">
                  <c:v>5.1996700000000002</c:v>
                </c:pt>
                <c:pt idx="5312">
                  <c:v>5.1999700000000004</c:v>
                </c:pt>
                <c:pt idx="5313">
                  <c:v>5.2002800000000002</c:v>
                </c:pt>
                <c:pt idx="5314">
                  <c:v>5.2005800000000004</c:v>
                </c:pt>
                <c:pt idx="5315">
                  <c:v>5.2008900000000002</c:v>
                </c:pt>
                <c:pt idx="5316">
                  <c:v>5.2011900000000004</c:v>
                </c:pt>
                <c:pt idx="5317">
                  <c:v>5.2015000000000002</c:v>
                </c:pt>
                <c:pt idx="5318">
                  <c:v>5.2018000000000004</c:v>
                </c:pt>
                <c:pt idx="5319">
                  <c:v>5.2021100000000002</c:v>
                </c:pt>
                <c:pt idx="5320">
                  <c:v>5.2024100000000004</c:v>
                </c:pt>
                <c:pt idx="5321">
                  <c:v>5.2027200000000002</c:v>
                </c:pt>
                <c:pt idx="5322">
                  <c:v>5.2030200000000004</c:v>
                </c:pt>
                <c:pt idx="5323">
                  <c:v>5.2033300000000002</c:v>
                </c:pt>
                <c:pt idx="5324">
                  <c:v>5.20364</c:v>
                </c:pt>
                <c:pt idx="5325">
                  <c:v>5.2039400000000002</c:v>
                </c:pt>
                <c:pt idx="5326">
                  <c:v>5.20425</c:v>
                </c:pt>
                <c:pt idx="5327">
                  <c:v>5.2045500000000002</c:v>
                </c:pt>
                <c:pt idx="5328">
                  <c:v>5.20486</c:v>
                </c:pt>
                <c:pt idx="5329">
                  <c:v>5.2051600000000002</c:v>
                </c:pt>
                <c:pt idx="5330">
                  <c:v>5.20547</c:v>
                </c:pt>
                <c:pt idx="5331">
                  <c:v>5.2057700000000002</c:v>
                </c:pt>
                <c:pt idx="5332">
                  <c:v>5.20608</c:v>
                </c:pt>
                <c:pt idx="5333">
                  <c:v>5.2063800000000002</c:v>
                </c:pt>
                <c:pt idx="5334">
                  <c:v>5.20669</c:v>
                </c:pt>
                <c:pt idx="5335">
                  <c:v>5.2069900000000002</c:v>
                </c:pt>
                <c:pt idx="5336">
                  <c:v>5.2073</c:v>
                </c:pt>
                <c:pt idx="5337">
                  <c:v>5.2076099999999999</c:v>
                </c:pt>
                <c:pt idx="5338">
                  <c:v>5.20791</c:v>
                </c:pt>
                <c:pt idx="5339">
                  <c:v>5.2082199999999998</c:v>
                </c:pt>
                <c:pt idx="5340">
                  <c:v>5.20852</c:v>
                </c:pt>
                <c:pt idx="5341">
                  <c:v>5.2088299999999998</c:v>
                </c:pt>
                <c:pt idx="5342">
                  <c:v>5.20913</c:v>
                </c:pt>
                <c:pt idx="5343">
                  <c:v>5.2094399999999998</c:v>
                </c:pt>
                <c:pt idx="5344">
                  <c:v>5.20974</c:v>
                </c:pt>
                <c:pt idx="5345">
                  <c:v>5.2100499999999998</c:v>
                </c:pt>
                <c:pt idx="5346">
                  <c:v>5.21035</c:v>
                </c:pt>
                <c:pt idx="5347">
                  <c:v>5.2106599999999998</c:v>
                </c:pt>
                <c:pt idx="5348">
                  <c:v>5.2109699999999997</c:v>
                </c:pt>
                <c:pt idx="5349">
                  <c:v>5.2112699999999998</c:v>
                </c:pt>
                <c:pt idx="5350">
                  <c:v>5.2115799999999997</c:v>
                </c:pt>
                <c:pt idx="5351">
                  <c:v>5.2118799999999998</c:v>
                </c:pt>
                <c:pt idx="5352">
                  <c:v>5.2121899999999997</c:v>
                </c:pt>
                <c:pt idx="5353">
                  <c:v>5.2124899999999998</c:v>
                </c:pt>
                <c:pt idx="5354">
                  <c:v>5.2127999999999997</c:v>
                </c:pt>
                <c:pt idx="5355">
                  <c:v>5.2130999999999998</c:v>
                </c:pt>
                <c:pt idx="5356">
                  <c:v>5.2134099999999997</c:v>
                </c:pt>
                <c:pt idx="5357">
                  <c:v>5.2137099999999998</c:v>
                </c:pt>
                <c:pt idx="5358">
                  <c:v>5.2140199999999997</c:v>
                </c:pt>
                <c:pt idx="5359">
                  <c:v>5.2143199999999998</c:v>
                </c:pt>
                <c:pt idx="5360">
                  <c:v>5.2146299999999997</c:v>
                </c:pt>
                <c:pt idx="5361">
                  <c:v>5.2149400000000004</c:v>
                </c:pt>
                <c:pt idx="5362">
                  <c:v>5.2152399999999997</c:v>
                </c:pt>
                <c:pt idx="5363">
                  <c:v>5.2155500000000004</c:v>
                </c:pt>
                <c:pt idx="5364">
                  <c:v>5.2158499999999997</c:v>
                </c:pt>
                <c:pt idx="5365">
                  <c:v>5.2161600000000004</c:v>
                </c:pt>
                <c:pt idx="5366">
                  <c:v>5.2164599999999997</c:v>
                </c:pt>
                <c:pt idx="5367">
                  <c:v>5.2167700000000004</c:v>
                </c:pt>
                <c:pt idx="5368">
                  <c:v>5.2170699999999997</c:v>
                </c:pt>
                <c:pt idx="5369">
                  <c:v>5.2173800000000004</c:v>
                </c:pt>
                <c:pt idx="5370">
                  <c:v>5.2176799999999997</c:v>
                </c:pt>
                <c:pt idx="5371">
                  <c:v>5.2179900000000004</c:v>
                </c:pt>
                <c:pt idx="5372">
                  <c:v>5.2182899999999997</c:v>
                </c:pt>
                <c:pt idx="5373">
                  <c:v>5.2186000000000003</c:v>
                </c:pt>
                <c:pt idx="5374">
                  <c:v>5.2189100000000002</c:v>
                </c:pt>
                <c:pt idx="5375">
                  <c:v>5.2192100000000003</c:v>
                </c:pt>
                <c:pt idx="5376">
                  <c:v>5.2195200000000002</c:v>
                </c:pt>
                <c:pt idx="5377">
                  <c:v>5.2198200000000003</c:v>
                </c:pt>
                <c:pt idx="5378">
                  <c:v>5.2201300000000002</c:v>
                </c:pt>
                <c:pt idx="5379">
                  <c:v>5.2204300000000003</c:v>
                </c:pt>
                <c:pt idx="5380">
                  <c:v>5.2207400000000002</c:v>
                </c:pt>
                <c:pt idx="5381">
                  <c:v>5.2210400000000003</c:v>
                </c:pt>
                <c:pt idx="5382">
                  <c:v>5.2213500000000002</c:v>
                </c:pt>
                <c:pt idx="5383">
                  <c:v>5.2216500000000003</c:v>
                </c:pt>
                <c:pt idx="5384">
                  <c:v>5.2219600000000002</c:v>
                </c:pt>
                <c:pt idx="5385">
                  <c:v>5.2222600000000003</c:v>
                </c:pt>
                <c:pt idx="5386">
                  <c:v>5.2225700000000002</c:v>
                </c:pt>
                <c:pt idx="5387">
                  <c:v>5.22288</c:v>
                </c:pt>
                <c:pt idx="5388">
                  <c:v>5.2231800000000002</c:v>
                </c:pt>
                <c:pt idx="5389">
                  <c:v>5.22349</c:v>
                </c:pt>
                <c:pt idx="5390">
                  <c:v>5.2237900000000002</c:v>
                </c:pt>
                <c:pt idx="5391">
                  <c:v>5.2241</c:v>
                </c:pt>
                <c:pt idx="5392">
                  <c:v>5.2244000000000002</c:v>
                </c:pt>
                <c:pt idx="5393">
                  <c:v>5.22471</c:v>
                </c:pt>
                <c:pt idx="5394">
                  <c:v>5.2250100000000002</c:v>
                </c:pt>
                <c:pt idx="5395">
                  <c:v>5.22532</c:v>
                </c:pt>
                <c:pt idx="5396">
                  <c:v>5.2256200000000002</c:v>
                </c:pt>
                <c:pt idx="5397">
                  <c:v>5.22593</c:v>
                </c:pt>
                <c:pt idx="5398">
                  <c:v>5.2262300000000002</c:v>
                </c:pt>
                <c:pt idx="5399">
                  <c:v>5.22654</c:v>
                </c:pt>
                <c:pt idx="5400">
                  <c:v>5.2268499999999998</c:v>
                </c:pt>
                <c:pt idx="5401">
                  <c:v>5.22715</c:v>
                </c:pt>
                <c:pt idx="5402">
                  <c:v>5.2274599999999998</c:v>
                </c:pt>
                <c:pt idx="5403">
                  <c:v>5.22776</c:v>
                </c:pt>
                <c:pt idx="5404">
                  <c:v>5.2280699999999998</c:v>
                </c:pt>
                <c:pt idx="5405">
                  <c:v>5.22837</c:v>
                </c:pt>
                <c:pt idx="5406">
                  <c:v>5.2286799999999998</c:v>
                </c:pt>
                <c:pt idx="5407">
                  <c:v>5.22898</c:v>
                </c:pt>
                <c:pt idx="5408">
                  <c:v>5.2292899999999998</c:v>
                </c:pt>
                <c:pt idx="5409">
                  <c:v>5.22959</c:v>
                </c:pt>
                <c:pt idx="5410">
                  <c:v>5.2298999999999998</c:v>
                </c:pt>
                <c:pt idx="5411">
                  <c:v>5.2302099999999996</c:v>
                </c:pt>
                <c:pt idx="5412">
                  <c:v>5.2305099999999998</c:v>
                </c:pt>
                <c:pt idx="5413">
                  <c:v>5.2308199999999996</c:v>
                </c:pt>
                <c:pt idx="5414">
                  <c:v>5.2311199999999998</c:v>
                </c:pt>
                <c:pt idx="5415">
                  <c:v>5.2314299999999996</c:v>
                </c:pt>
                <c:pt idx="5416">
                  <c:v>5.2317299999999998</c:v>
                </c:pt>
                <c:pt idx="5417">
                  <c:v>5.2320399999999996</c:v>
                </c:pt>
                <c:pt idx="5418">
                  <c:v>5.2323399999999998</c:v>
                </c:pt>
                <c:pt idx="5419">
                  <c:v>5.2326499999999996</c:v>
                </c:pt>
                <c:pt idx="5420">
                  <c:v>5.2329499999999998</c:v>
                </c:pt>
                <c:pt idx="5421">
                  <c:v>5.2332599999999996</c:v>
                </c:pt>
                <c:pt idx="5422">
                  <c:v>5.2335599999999998</c:v>
                </c:pt>
                <c:pt idx="5423">
                  <c:v>5.2338699999999996</c:v>
                </c:pt>
                <c:pt idx="5424">
                  <c:v>5.2341800000000003</c:v>
                </c:pt>
                <c:pt idx="5425">
                  <c:v>5.2344799999999996</c:v>
                </c:pt>
                <c:pt idx="5426">
                  <c:v>5.2347900000000003</c:v>
                </c:pt>
                <c:pt idx="5427">
                  <c:v>5.2350899999999996</c:v>
                </c:pt>
                <c:pt idx="5428">
                  <c:v>5.2354000000000003</c:v>
                </c:pt>
                <c:pt idx="5429">
                  <c:v>5.2356999999999996</c:v>
                </c:pt>
                <c:pt idx="5430">
                  <c:v>5.2360100000000003</c:v>
                </c:pt>
                <c:pt idx="5431">
                  <c:v>5.2363099999999996</c:v>
                </c:pt>
                <c:pt idx="5432">
                  <c:v>5.2366200000000003</c:v>
                </c:pt>
                <c:pt idx="5433">
                  <c:v>5.2369199999999996</c:v>
                </c:pt>
                <c:pt idx="5434">
                  <c:v>5.2372300000000003</c:v>
                </c:pt>
                <c:pt idx="5435">
                  <c:v>5.2375299999999996</c:v>
                </c:pt>
                <c:pt idx="5436">
                  <c:v>5.2378400000000003</c:v>
                </c:pt>
                <c:pt idx="5437">
                  <c:v>5.2381500000000001</c:v>
                </c:pt>
                <c:pt idx="5438">
                  <c:v>5.2384500000000003</c:v>
                </c:pt>
                <c:pt idx="5439">
                  <c:v>5.2387600000000001</c:v>
                </c:pt>
                <c:pt idx="5440">
                  <c:v>5.2390600000000003</c:v>
                </c:pt>
                <c:pt idx="5441">
                  <c:v>5.2393700000000001</c:v>
                </c:pt>
                <c:pt idx="5442">
                  <c:v>5.2396700000000003</c:v>
                </c:pt>
                <c:pt idx="5443">
                  <c:v>5.2399800000000001</c:v>
                </c:pt>
                <c:pt idx="5444">
                  <c:v>5.2402800000000003</c:v>
                </c:pt>
                <c:pt idx="5445">
                  <c:v>5.2405900000000001</c:v>
                </c:pt>
                <c:pt idx="5446">
                  <c:v>5.2408900000000003</c:v>
                </c:pt>
                <c:pt idx="5447">
                  <c:v>5.2412000000000001</c:v>
                </c:pt>
                <c:pt idx="5448">
                  <c:v>5.2415000000000003</c:v>
                </c:pt>
                <c:pt idx="5449">
                  <c:v>5.2418100000000001</c:v>
                </c:pt>
                <c:pt idx="5450">
                  <c:v>5.2421199999999999</c:v>
                </c:pt>
                <c:pt idx="5451">
                  <c:v>5.2424200000000001</c:v>
                </c:pt>
                <c:pt idx="5452">
                  <c:v>5.2427299999999999</c:v>
                </c:pt>
                <c:pt idx="5453">
                  <c:v>5.2430300000000001</c:v>
                </c:pt>
                <c:pt idx="5454">
                  <c:v>5.2433399999999999</c:v>
                </c:pt>
                <c:pt idx="5455">
                  <c:v>5.2436400000000001</c:v>
                </c:pt>
                <c:pt idx="5456">
                  <c:v>5.2439499999999999</c:v>
                </c:pt>
                <c:pt idx="5457">
                  <c:v>5.2442500000000001</c:v>
                </c:pt>
                <c:pt idx="5458">
                  <c:v>5.2445599999999999</c:v>
                </c:pt>
                <c:pt idx="5459">
                  <c:v>5.2448600000000001</c:v>
                </c:pt>
                <c:pt idx="5460">
                  <c:v>5.2451699999999999</c:v>
                </c:pt>
                <c:pt idx="5461">
                  <c:v>5.2454700000000001</c:v>
                </c:pt>
                <c:pt idx="5462">
                  <c:v>5.2457799999999999</c:v>
                </c:pt>
                <c:pt idx="5463">
                  <c:v>5.2460899999999997</c:v>
                </c:pt>
                <c:pt idx="5464">
                  <c:v>5.2463899999999999</c:v>
                </c:pt>
                <c:pt idx="5465">
                  <c:v>5.2466999999999997</c:v>
                </c:pt>
                <c:pt idx="5466">
                  <c:v>5.2469999999999999</c:v>
                </c:pt>
                <c:pt idx="5467">
                  <c:v>5.2473099999999997</c:v>
                </c:pt>
                <c:pt idx="5468">
                  <c:v>5.2476099999999999</c:v>
                </c:pt>
                <c:pt idx="5469">
                  <c:v>5.2479199999999997</c:v>
                </c:pt>
                <c:pt idx="5470">
                  <c:v>5.2482199999999999</c:v>
                </c:pt>
                <c:pt idx="5471">
                  <c:v>5.2485299999999997</c:v>
                </c:pt>
                <c:pt idx="5472">
                  <c:v>5.2488299999999999</c:v>
                </c:pt>
                <c:pt idx="5473">
                  <c:v>5.2491399999999997</c:v>
                </c:pt>
                <c:pt idx="5474">
                  <c:v>5.2494500000000004</c:v>
                </c:pt>
                <c:pt idx="5475">
                  <c:v>5.2497499999999997</c:v>
                </c:pt>
                <c:pt idx="5476">
                  <c:v>5.2500600000000004</c:v>
                </c:pt>
                <c:pt idx="5477">
                  <c:v>5.2503599999999997</c:v>
                </c:pt>
                <c:pt idx="5478">
                  <c:v>5.2506700000000004</c:v>
                </c:pt>
                <c:pt idx="5479">
                  <c:v>5.2509699999999997</c:v>
                </c:pt>
                <c:pt idx="5480">
                  <c:v>5.2512800000000004</c:v>
                </c:pt>
                <c:pt idx="5481">
                  <c:v>5.2515799999999997</c:v>
                </c:pt>
                <c:pt idx="5482">
                  <c:v>5.2518900000000004</c:v>
                </c:pt>
                <c:pt idx="5483">
                  <c:v>5.2521899999999997</c:v>
                </c:pt>
                <c:pt idx="5484">
                  <c:v>5.2525000000000004</c:v>
                </c:pt>
                <c:pt idx="5485">
                  <c:v>5.2527999999999997</c:v>
                </c:pt>
                <c:pt idx="5486">
                  <c:v>5.2531100000000004</c:v>
                </c:pt>
                <c:pt idx="5487">
                  <c:v>5.2534200000000002</c:v>
                </c:pt>
                <c:pt idx="5488">
                  <c:v>5.2537200000000004</c:v>
                </c:pt>
                <c:pt idx="5489">
                  <c:v>5.2540300000000002</c:v>
                </c:pt>
                <c:pt idx="5490">
                  <c:v>5.2543300000000004</c:v>
                </c:pt>
                <c:pt idx="5491">
                  <c:v>5.2546400000000002</c:v>
                </c:pt>
                <c:pt idx="5492">
                  <c:v>5.2549400000000004</c:v>
                </c:pt>
                <c:pt idx="5493">
                  <c:v>5.2552500000000002</c:v>
                </c:pt>
                <c:pt idx="5494">
                  <c:v>5.2555500000000004</c:v>
                </c:pt>
                <c:pt idx="5495">
                  <c:v>5.2558600000000002</c:v>
                </c:pt>
                <c:pt idx="5496">
                  <c:v>5.2561600000000004</c:v>
                </c:pt>
                <c:pt idx="5497">
                  <c:v>5.2564700000000002</c:v>
                </c:pt>
                <c:pt idx="5498">
                  <c:v>5.2567700000000004</c:v>
                </c:pt>
                <c:pt idx="5499">
                  <c:v>5.2570800000000002</c:v>
                </c:pt>
                <c:pt idx="5500">
                  <c:v>5.25739</c:v>
                </c:pt>
                <c:pt idx="5501">
                  <c:v>5.2576900000000002</c:v>
                </c:pt>
                <c:pt idx="5502">
                  <c:v>5.258</c:v>
                </c:pt>
                <c:pt idx="5503">
                  <c:v>5.2583000000000002</c:v>
                </c:pt>
                <c:pt idx="5504">
                  <c:v>5.25861</c:v>
                </c:pt>
                <c:pt idx="5505">
                  <c:v>5.2589100000000002</c:v>
                </c:pt>
                <c:pt idx="5506">
                  <c:v>5.25922</c:v>
                </c:pt>
                <c:pt idx="5507">
                  <c:v>5.2595200000000002</c:v>
                </c:pt>
                <c:pt idx="5508">
                  <c:v>5.25983</c:v>
                </c:pt>
                <c:pt idx="5509">
                  <c:v>5.2601300000000002</c:v>
                </c:pt>
                <c:pt idx="5510">
                  <c:v>5.26044</c:v>
                </c:pt>
                <c:pt idx="5511">
                  <c:v>5.2607400000000002</c:v>
                </c:pt>
                <c:pt idx="5512">
                  <c:v>5.26105</c:v>
                </c:pt>
                <c:pt idx="5513">
                  <c:v>5.2613599999999998</c:v>
                </c:pt>
                <c:pt idx="5514">
                  <c:v>5.26166</c:v>
                </c:pt>
                <c:pt idx="5515">
                  <c:v>5.2619699999999998</c:v>
                </c:pt>
                <c:pt idx="5516">
                  <c:v>5.26227</c:v>
                </c:pt>
                <c:pt idx="5517">
                  <c:v>5.2625799999999998</c:v>
                </c:pt>
                <c:pt idx="5518">
                  <c:v>5.26288</c:v>
                </c:pt>
                <c:pt idx="5519">
                  <c:v>5.2631899999999998</c:v>
                </c:pt>
                <c:pt idx="5520">
                  <c:v>5.26349</c:v>
                </c:pt>
                <c:pt idx="5521">
                  <c:v>5.2637999999999998</c:v>
                </c:pt>
                <c:pt idx="5522">
                  <c:v>5.2641</c:v>
                </c:pt>
                <c:pt idx="5523">
                  <c:v>5.2644099999999998</c:v>
                </c:pt>
                <c:pt idx="5524">
                  <c:v>5.2647199999999996</c:v>
                </c:pt>
                <c:pt idx="5525">
                  <c:v>5.2650199999999998</c:v>
                </c:pt>
                <c:pt idx="5526">
                  <c:v>5.2653299999999996</c:v>
                </c:pt>
                <c:pt idx="5527">
                  <c:v>5.2656299999999998</c:v>
                </c:pt>
                <c:pt idx="5528">
                  <c:v>5.2659399999999996</c:v>
                </c:pt>
                <c:pt idx="5529">
                  <c:v>5.2662399999999998</c:v>
                </c:pt>
                <c:pt idx="5530">
                  <c:v>5.2665499999999996</c:v>
                </c:pt>
                <c:pt idx="5531">
                  <c:v>5.2668499999999998</c:v>
                </c:pt>
                <c:pt idx="5532">
                  <c:v>5.2671599999999996</c:v>
                </c:pt>
                <c:pt idx="5533">
                  <c:v>5.2674599999999998</c:v>
                </c:pt>
                <c:pt idx="5534">
                  <c:v>5.2677699999999996</c:v>
                </c:pt>
                <c:pt idx="5535">
                  <c:v>5.2680699999999998</c:v>
                </c:pt>
                <c:pt idx="5536">
                  <c:v>5.2683799999999996</c:v>
                </c:pt>
                <c:pt idx="5537">
                  <c:v>5.2686900000000003</c:v>
                </c:pt>
                <c:pt idx="5538">
                  <c:v>5.2689899999999996</c:v>
                </c:pt>
                <c:pt idx="5539">
                  <c:v>5.2693000000000003</c:v>
                </c:pt>
                <c:pt idx="5540">
                  <c:v>5.2695999999999996</c:v>
                </c:pt>
                <c:pt idx="5541">
                  <c:v>5.2699100000000003</c:v>
                </c:pt>
                <c:pt idx="5542">
                  <c:v>5.2702099999999996</c:v>
                </c:pt>
                <c:pt idx="5543">
                  <c:v>5.2705200000000003</c:v>
                </c:pt>
                <c:pt idx="5544">
                  <c:v>5.2708199999999996</c:v>
                </c:pt>
                <c:pt idx="5545">
                  <c:v>5.2711300000000003</c:v>
                </c:pt>
                <c:pt idx="5546">
                  <c:v>5.2714299999999996</c:v>
                </c:pt>
                <c:pt idx="5547">
                  <c:v>5.2717400000000003</c:v>
                </c:pt>
                <c:pt idx="5548">
                  <c:v>5.2720399999999996</c:v>
                </c:pt>
                <c:pt idx="5549">
                  <c:v>5.2723500000000003</c:v>
                </c:pt>
                <c:pt idx="5550">
                  <c:v>5.2726600000000001</c:v>
                </c:pt>
                <c:pt idx="5551">
                  <c:v>5.2729600000000003</c:v>
                </c:pt>
                <c:pt idx="5552">
                  <c:v>5.2732700000000001</c:v>
                </c:pt>
                <c:pt idx="5553">
                  <c:v>5.2735700000000003</c:v>
                </c:pt>
                <c:pt idx="5554">
                  <c:v>5.2738800000000001</c:v>
                </c:pt>
                <c:pt idx="5555">
                  <c:v>5.2741800000000003</c:v>
                </c:pt>
                <c:pt idx="5556">
                  <c:v>5.2744900000000001</c:v>
                </c:pt>
                <c:pt idx="5557">
                  <c:v>5.2747900000000003</c:v>
                </c:pt>
                <c:pt idx="5558">
                  <c:v>5.2751000000000001</c:v>
                </c:pt>
                <c:pt idx="5559">
                  <c:v>5.2754000000000003</c:v>
                </c:pt>
                <c:pt idx="5560">
                  <c:v>5.2757100000000001</c:v>
                </c:pt>
                <c:pt idx="5561">
                  <c:v>5.2760100000000003</c:v>
                </c:pt>
                <c:pt idx="5562">
                  <c:v>5.2763200000000001</c:v>
                </c:pt>
                <c:pt idx="5563">
                  <c:v>5.2766299999999999</c:v>
                </c:pt>
                <c:pt idx="5564">
                  <c:v>5.2769300000000001</c:v>
                </c:pt>
                <c:pt idx="5565">
                  <c:v>5.2772399999999999</c:v>
                </c:pt>
                <c:pt idx="5566">
                  <c:v>5.2775400000000001</c:v>
                </c:pt>
                <c:pt idx="5567">
                  <c:v>5.2778499999999999</c:v>
                </c:pt>
                <c:pt idx="5568">
                  <c:v>5.2781500000000001</c:v>
                </c:pt>
                <c:pt idx="5569">
                  <c:v>5.2784599999999999</c:v>
                </c:pt>
                <c:pt idx="5570">
                  <c:v>5.2787600000000001</c:v>
                </c:pt>
                <c:pt idx="5571">
                  <c:v>5.2790699999999999</c:v>
                </c:pt>
                <c:pt idx="5572">
                  <c:v>5.2793700000000001</c:v>
                </c:pt>
                <c:pt idx="5573">
                  <c:v>5.2796799999999999</c:v>
                </c:pt>
                <c:pt idx="5574">
                  <c:v>5.2799800000000001</c:v>
                </c:pt>
                <c:pt idx="5575">
                  <c:v>5.2802899999999999</c:v>
                </c:pt>
                <c:pt idx="5576">
                  <c:v>5.2805999999999997</c:v>
                </c:pt>
                <c:pt idx="5577">
                  <c:v>5.2808999999999999</c:v>
                </c:pt>
                <c:pt idx="5578">
                  <c:v>5.2812099999999997</c:v>
                </c:pt>
                <c:pt idx="5579">
                  <c:v>5.2815099999999999</c:v>
                </c:pt>
                <c:pt idx="5580">
                  <c:v>5.2818199999999997</c:v>
                </c:pt>
                <c:pt idx="5581">
                  <c:v>5.2821199999999999</c:v>
                </c:pt>
                <c:pt idx="5582">
                  <c:v>5.2824299999999997</c:v>
                </c:pt>
                <c:pt idx="5583">
                  <c:v>5.2827299999999999</c:v>
                </c:pt>
                <c:pt idx="5584">
                  <c:v>5.2830399999999997</c:v>
                </c:pt>
                <c:pt idx="5585">
                  <c:v>5.2833399999999999</c:v>
                </c:pt>
                <c:pt idx="5586">
                  <c:v>5.2836499999999997</c:v>
                </c:pt>
                <c:pt idx="5587">
                  <c:v>5.2839600000000004</c:v>
                </c:pt>
                <c:pt idx="5588">
                  <c:v>5.2842599999999997</c:v>
                </c:pt>
                <c:pt idx="5589">
                  <c:v>5.2845700000000004</c:v>
                </c:pt>
                <c:pt idx="5590">
                  <c:v>5.2848699999999997</c:v>
                </c:pt>
                <c:pt idx="5591">
                  <c:v>5.2851800000000004</c:v>
                </c:pt>
                <c:pt idx="5592">
                  <c:v>5.2854799999999997</c:v>
                </c:pt>
                <c:pt idx="5593">
                  <c:v>5.2857900000000004</c:v>
                </c:pt>
                <c:pt idx="5594">
                  <c:v>5.2860899999999997</c:v>
                </c:pt>
                <c:pt idx="5595">
                  <c:v>5.2864000000000004</c:v>
                </c:pt>
                <c:pt idx="5596">
                  <c:v>5.2866999999999997</c:v>
                </c:pt>
                <c:pt idx="5597">
                  <c:v>5.2870100000000004</c:v>
                </c:pt>
                <c:pt idx="5598">
                  <c:v>5.2873099999999997</c:v>
                </c:pt>
                <c:pt idx="5599">
                  <c:v>5.2876200000000004</c:v>
                </c:pt>
                <c:pt idx="5600">
                  <c:v>5.2879300000000002</c:v>
                </c:pt>
                <c:pt idx="5601">
                  <c:v>5.2882300000000004</c:v>
                </c:pt>
                <c:pt idx="5602">
                  <c:v>5.2885400000000002</c:v>
                </c:pt>
                <c:pt idx="5603">
                  <c:v>5.2888400000000004</c:v>
                </c:pt>
                <c:pt idx="5604">
                  <c:v>5.2891500000000002</c:v>
                </c:pt>
                <c:pt idx="5605">
                  <c:v>5.2894500000000004</c:v>
                </c:pt>
                <c:pt idx="5606">
                  <c:v>5.2897600000000002</c:v>
                </c:pt>
                <c:pt idx="5607">
                  <c:v>5.2900600000000004</c:v>
                </c:pt>
                <c:pt idx="5608">
                  <c:v>5.2903700000000002</c:v>
                </c:pt>
                <c:pt idx="5609">
                  <c:v>5.2906700000000004</c:v>
                </c:pt>
                <c:pt idx="5610">
                  <c:v>5.2909800000000002</c:v>
                </c:pt>
                <c:pt idx="5611">
                  <c:v>5.2912800000000004</c:v>
                </c:pt>
                <c:pt idx="5612">
                  <c:v>5.2915900000000002</c:v>
                </c:pt>
                <c:pt idx="5613">
                  <c:v>5.2919</c:v>
                </c:pt>
                <c:pt idx="5614">
                  <c:v>5.2922000000000002</c:v>
                </c:pt>
                <c:pt idx="5615">
                  <c:v>5.29251</c:v>
                </c:pt>
                <c:pt idx="5616">
                  <c:v>5.2928100000000002</c:v>
                </c:pt>
                <c:pt idx="5617">
                  <c:v>5.29312</c:v>
                </c:pt>
                <c:pt idx="5618">
                  <c:v>5.2934200000000002</c:v>
                </c:pt>
                <c:pt idx="5619">
                  <c:v>5.29373</c:v>
                </c:pt>
                <c:pt idx="5620">
                  <c:v>5.2940300000000002</c:v>
                </c:pt>
                <c:pt idx="5621">
                  <c:v>5.29434</c:v>
                </c:pt>
                <c:pt idx="5622">
                  <c:v>5.2946400000000002</c:v>
                </c:pt>
                <c:pt idx="5623">
                  <c:v>5.29495</c:v>
                </c:pt>
                <c:pt idx="5624">
                  <c:v>5.2952500000000002</c:v>
                </c:pt>
                <c:pt idx="5625">
                  <c:v>5.29556</c:v>
                </c:pt>
                <c:pt idx="5626">
                  <c:v>5.2958699999999999</c:v>
                </c:pt>
                <c:pt idx="5627">
                  <c:v>5.29617</c:v>
                </c:pt>
                <c:pt idx="5628">
                  <c:v>5.2964799999999999</c:v>
                </c:pt>
                <c:pt idx="5629">
                  <c:v>5.29678</c:v>
                </c:pt>
                <c:pt idx="5630">
                  <c:v>5.2970899999999999</c:v>
                </c:pt>
                <c:pt idx="5631">
                  <c:v>5.29739</c:v>
                </c:pt>
                <c:pt idx="5632">
                  <c:v>5.2976999999999999</c:v>
                </c:pt>
                <c:pt idx="5633">
                  <c:v>5.298</c:v>
                </c:pt>
                <c:pt idx="5634">
                  <c:v>5.2983099999999999</c:v>
                </c:pt>
                <c:pt idx="5635">
                  <c:v>5.29861</c:v>
                </c:pt>
                <c:pt idx="5636">
                  <c:v>5.2989199999999999</c:v>
                </c:pt>
                <c:pt idx="5637">
                  <c:v>5.29922</c:v>
                </c:pt>
                <c:pt idx="5638">
                  <c:v>5.2995299999999999</c:v>
                </c:pt>
                <c:pt idx="5639">
                  <c:v>5.2998399999999997</c:v>
                </c:pt>
                <c:pt idx="5640">
                  <c:v>5.3001399999999999</c:v>
                </c:pt>
                <c:pt idx="5641">
                  <c:v>5.3004499999999997</c:v>
                </c:pt>
                <c:pt idx="5642">
                  <c:v>5.3007499999999999</c:v>
                </c:pt>
                <c:pt idx="5643">
                  <c:v>5.3010599999999997</c:v>
                </c:pt>
                <c:pt idx="5644">
                  <c:v>5.3013599999999999</c:v>
                </c:pt>
                <c:pt idx="5645">
                  <c:v>5.3016699999999997</c:v>
                </c:pt>
                <c:pt idx="5646">
                  <c:v>5.3019699999999998</c:v>
                </c:pt>
                <c:pt idx="5647">
                  <c:v>5.3022799999999997</c:v>
                </c:pt>
                <c:pt idx="5648">
                  <c:v>5.3025799999999998</c:v>
                </c:pt>
                <c:pt idx="5649">
                  <c:v>5.3028899999999997</c:v>
                </c:pt>
                <c:pt idx="5650">
                  <c:v>5.3032000000000004</c:v>
                </c:pt>
                <c:pt idx="5651">
                  <c:v>5.3034999999999997</c:v>
                </c:pt>
                <c:pt idx="5652">
                  <c:v>5.3038100000000004</c:v>
                </c:pt>
                <c:pt idx="5653">
                  <c:v>5.3041099999999997</c:v>
                </c:pt>
                <c:pt idx="5654">
                  <c:v>5.3044200000000004</c:v>
                </c:pt>
                <c:pt idx="5655">
                  <c:v>5.3047199999999997</c:v>
                </c:pt>
                <c:pt idx="5656">
                  <c:v>5.3050300000000004</c:v>
                </c:pt>
                <c:pt idx="5657">
                  <c:v>5.3053299999999997</c:v>
                </c:pt>
                <c:pt idx="5658">
                  <c:v>5.3056400000000004</c:v>
                </c:pt>
                <c:pt idx="5659">
                  <c:v>5.3059399999999997</c:v>
                </c:pt>
                <c:pt idx="5660">
                  <c:v>5.3062500000000004</c:v>
                </c:pt>
                <c:pt idx="5661">
                  <c:v>5.3065499999999997</c:v>
                </c:pt>
                <c:pt idx="5662">
                  <c:v>5.3068600000000004</c:v>
                </c:pt>
                <c:pt idx="5663">
                  <c:v>5.3071700000000002</c:v>
                </c:pt>
                <c:pt idx="5664">
                  <c:v>5.3074700000000004</c:v>
                </c:pt>
                <c:pt idx="5665">
                  <c:v>5.3077800000000002</c:v>
                </c:pt>
                <c:pt idx="5666">
                  <c:v>5.3080800000000004</c:v>
                </c:pt>
                <c:pt idx="5667">
                  <c:v>5.3083900000000002</c:v>
                </c:pt>
                <c:pt idx="5668">
                  <c:v>5.3086900000000004</c:v>
                </c:pt>
                <c:pt idx="5669">
                  <c:v>5.3090000000000002</c:v>
                </c:pt>
                <c:pt idx="5670">
                  <c:v>5.3093000000000004</c:v>
                </c:pt>
                <c:pt idx="5671">
                  <c:v>5.3096100000000002</c:v>
                </c:pt>
                <c:pt idx="5672">
                  <c:v>5.3099100000000004</c:v>
                </c:pt>
                <c:pt idx="5673">
                  <c:v>5.3102200000000002</c:v>
                </c:pt>
                <c:pt idx="5674">
                  <c:v>5.3105200000000004</c:v>
                </c:pt>
                <c:pt idx="5675">
                  <c:v>5.3108300000000002</c:v>
                </c:pt>
                <c:pt idx="5676">
                  <c:v>5.31114</c:v>
                </c:pt>
                <c:pt idx="5677">
                  <c:v>5.3114400000000002</c:v>
                </c:pt>
                <c:pt idx="5678">
                  <c:v>5.31175</c:v>
                </c:pt>
                <c:pt idx="5679">
                  <c:v>5.3120500000000002</c:v>
                </c:pt>
                <c:pt idx="5680">
                  <c:v>5.31236</c:v>
                </c:pt>
                <c:pt idx="5681">
                  <c:v>5.3126600000000002</c:v>
                </c:pt>
                <c:pt idx="5682">
                  <c:v>5.31297</c:v>
                </c:pt>
                <c:pt idx="5683">
                  <c:v>5.3132700000000002</c:v>
                </c:pt>
                <c:pt idx="5684">
                  <c:v>5.31358</c:v>
                </c:pt>
                <c:pt idx="5685">
                  <c:v>5.3138800000000002</c:v>
                </c:pt>
                <c:pt idx="5686">
                  <c:v>5.31419</c:v>
                </c:pt>
                <c:pt idx="5687">
                  <c:v>5.3144900000000002</c:v>
                </c:pt>
                <c:pt idx="5688">
                  <c:v>5.3148</c:v>
                </c:pt>
                <c:pt idx="5689">
                  <c:v>5.3151099999999998</c:v>
                </c:pt>
                <c:pt idx="5690">
                  <c:v>5.31541</c:v>
                </c:pt>
                <c:pt idx="5691">
                  <c:v>5.3157199999999998</c:v>
                </c:pt>
                <c:pt idx="5692">
                  <c:v>5.31602</c:v>
                </c:pt>
                <c:pt idx="5693">
                  <c:v>5.3163299999999998</c:v>
                </c:pt>
                <c:pt idx="5694">
                  <c:v>5.31663</c:v>
                </c:pt>
                <c:pt idx="5695">
                  <c:v>5.3169399999999998</c:v>
                </c:pt>
                <c:pt idx="5696">
                  <c:v>5.31724</c:v>
                </c:pt>
                <c:pt idx="5697">
                  <c:v>5.3175499999999998</c:v>
                </c:pt>
                <c:pt idx="5698">
                  <c:v>5.31785</c:v>
                </c:pt>
                <c:pt idx="5699">
                  <c:v>5.3181599999999998</c:v>
                </c:pt>
                <c:pt idx="5700">
                  <c:v>5.31846</c:v>
                </c:pt>
                <c:pt idx="5701">
                  <c:v>5.3187699999999998</c:v>
                </c:pt>
                <c:pt idx="5702">
                  <c:v>5.3190799999999996</c:v>
                </c:pt>
                <c:pt idx="5703">
                  <c:v>5.3193799999999998</c:v>
                </c:pt>
                <c:pt idx="5704">
                  <c:v>5.3196899999999996</c:v>
                </c:pt>
                <c:pt idx="5705">
                  <c:v>5.3199899999999998</c:v>
                </c:pt>
                <c:pt idx="5706">
                  <c:v>5.3202999999999996</c:v>
                </c:pt>
                <c:pt idx="5707">
                  <c:v>5.3205999999999998</c:v>
                </c:pt>
                <c:pt idx="5708">
                  <c:v>5.3209099999999996</c:v>
                </c:pt>
                <c:pt idx="5709">
                  <c:v>5.3212099999999998</c:v>
                </c:pt>
                <c:pt idx="5710">
                  <c:v>5.3215199999999996</c:v>
                </c:pt>
                <c:pt idx="5711">
                  <c:v>5.3218199999999998</c:v>
                </c:pt>
                <c:pt idx="5712">
                  <c:v>5.3221299999999996</c:v>
                </c:pt>
                <c:pt idx="5713">
                  <c:v>5.3224400000000003</c:v>
                </c:pt>
                <c:pt idx="5714">
                  <c:v>5.3227399999999996</c:v>
                </c:pt>
                <c:pt idx="5715">
                  <c:v>5.3230500000000003</c:v>
                </c:pt>
                <c:pt idx="5716">
                  <c:v>5.3233499999999996</c:v>
                </c:pt>
                <c:pt idx="5717">
                  <c:v>5.3236600000000003</c:v>
                </c:pt>
                <c:pt idx="5718">
                  <c:v>5.3239599999999996</c:v>
                </c:pt>
                <c:pt idx="5719">
                  <c:v>5.3242700000000003</c:v>
                </c:pt>
                <c:pt idx="5720">
                  <c:v>5.3245699999999996</c:v>
                </c:pt>
                <c:pt idx="5721">
                  <c:v>5.3248800000000003</c:v>
                </c:pt>
                <c:pt idx="5722">
                  <c:v>5.3251799999999996</c:v>
                </c:pt>
                <c:pt idx="5723">
                  <c:v>5.3254900000000003</c:v>
                </c:pt>
                <c:pt idx="5724">
                  <c:v>5.3257899999999996</c:v>
                </c:pt>
                <c:pt idx="5725">
                  <c:v>5.3261000000000003</c:v>
                </c:pt>
                <c:pt idx="5726">
                  <c:v>5.3264100000000001</c:v>
                </c:pt>
                <c:pt idx="5727">
                  <c:v>5.3267100000000003</c:v>
                </c:pt>
                <c:pt idx="5728">
                  <c:v>5.3270200000000001</c:v>
                </c:pt>
                <c:pt idx="5729">
                  <c:v>5.3273200000000003</c:v>
                </c:pt>
                <c:pt idx="5730">
                  <c:v>5.3276300000000001</c:v>
                </c:pt>
                <c:pt idx="5731">
                  <c:v>5.3279300000000003</c:v>
                </c:pt>
                <c:pt idx="5732">
                  <c:v>5.3282400000000001</c:v>
                </c:pt>
                <c:pt idx="5733">
                  <c:v>5.3285400000000003</c:v>
                </c:pt>
                <c:pt idx="5734">
                  <c:v>5.3288500000000001</c:v>
                </c:pt>
                <c:pt idx="5735">
                  <c:v>5.3291500000000003</c:v>
                </c:pt>
                <c:pt idx="5736">
                  <c:v>5.3294600000000001</c:v>
                </c:pt>
                <c:pt idx="5737">
                  <c:v>5.3297600000000003</c:v>
                </c:pt>
                <c:pt idx="5738">
                  <c:v>5.3300700000000001</c:v>
                </c:pt>
                <c:pt idx="5739">
                  <c:v>5.3303799999999999</c:v>
                </c:pt>
                <c:pt idx="5740">
                  <c:v>5.3306800000000001</c:v>
                </c:pt>
                <c:pt idx="5741">
                  <c:v>5.3309899999999999</c:v>
                </c:pt>
                <c:pt idx="5742">
                  <c:v>5.3312900000000001</c:v>
                </c:pt>
                <c:pt idx="5743">
                  <c:v>5.3315999999999999</c:v>
                </c:pt>
                <c:pt idx="5744">
                  <c:v>5.3319000000000001</c:v>
                </c:pt>
                <c:pt idx="5745">
                  <c:v>5.3322099999999999</c:v>
                </c:pt>
                <c:pt idx="5746">
                  <c:v>5.3325100000000001</c:v>
                </c:pt>
                <c:pt idx="5747">
                  <c:v>5.3328199999999999</c:v>
                </c:pt>
                <c:pt idx="5748">
                  <c:v>5.3331200000000001</c:v>
                </c:pt>
                <c:pt idx="5749">
                  <c:v>5.3334299999999999</c:v>
                </c:pt>
                <c:pt idx="5750">
                  <c:v>5.3337300000000001</c:v>
                </c:pt>
                <c:pt idx="5751">
                  <c:v>5.3340399999999999</c:v>
                </c:pt>
                <c:pt idx="5752">
                  <c:v>5.3343499999999997</c:v>
                </c:pt>
                <c:pt idx="5753">
                  <c:v>5.3346499999999999</c:v>
                </c:pt>
                <c:pt idx="5754">
                  <c:v>5.3349599999999997</c:v>
                </c:pt>
                <c:pt idx="5755">
                  <c:v>5.3352599999999999</c:v>
                </c:pt>
                <c:pt idx="5756">
                  <c:v>5.3355699999999997</c:v>
                </c:pt>
                <c:pt idx="5757">
                  <c:v>5.3358699999999999</c:v>
                </c:pt>
                <c:pt idx="5758">
                  <c:v>5.3361799999999997</c:v>
                </c:pt>
                <c:pt idx="5759">
                  <c:v>5.3364799999999999</c:v>
                </c:pt>
                <c:pt idx="5760">
                  <c:v>5.3367899999999997</c:v>
                </c:pt>
                <c:pt idx="5761">
                  <c:v>5.3370899999999999</c:v>
                </c:pt>
                <c:pt idx="5762">
                  <c:v>5.3373999999999997</c:v>
                </c:pt>
                <c:pt idx="5763">
                  <c:v>5.3377100000000004</c:v>
                </c:pt>
                <c:pt idx="5764">
                  <c:v>5.3380099999999997</c:v>
                </c:pt>
                <c:pt idx="5765">
                  <c:v>5.3383200000000004</c:v>
                </c:pt>
                <c:pt idx="5766">
                  <c:v>5.3386199999999997</c:v>
                </c:pt>
                <c:pt idx="5767">
                  <c:v>5.3389300000000004</c:v>
                </c:pt>
                <c:pt idx="5768">
                  <c:v>5.3392299999999997</c:v>
                </c:pt>
                <c:pt idx="5769">
                  <c:v>5.3395400000000004</c:v>
                </c:pt>
                <c:pt idx="5770">
                  <c:v>5.3398399999999997</c:v>
                </c:pt>
                <c:pt idx="5771">
                  <c:v>5.3401500000000004</c:v>
                </c:pt>
                <c:pt idx="5772">
                  <c:v>5.3404499999999997</c:v>
                </c:pt>
                <c:pt idx="5773">
                  <c:v>5.3407600000000004</c:v>
                </c:pt>
                <c:pt idx="5774">
                  <c:v>5.3410599999999997</c:v>
                </c:pt>
                <c:pt idx="5775">
                  <c:v>5.3413700000000004</c:v>
                </c:pt>
                <c:pt idx="5776">
                  <c:v>5.3416800000000002</c:v>
                </c:pt>
                <c:pt idx="5777">
                  <c:v>5.3419800000000004</c:v>
                </c:pt>
                <c:pt idx="5778">
                  <c:v>5.3422900000000002</c:v>
                </c:pt>
                <c:pt idx="5779">
                  <c:v>5.3425900000000004</c:v>
                </c:pt>
                <c:pt idx="5780">
                  <c:v>5.3429000000000002</c:v>
                </c:pt>
                <c:pt idx="5781">
                  <c:v>5.3432000000000004</c:v>
                </c:pt>
                <c:pt idx="5782">
                  <c:v>5.3435100000000002</c:v>
                </c:pt>
                <c:pt idx="5783">
                  <c:v>5.3438100000000004</c:v>
                </c:pt>
                <c:pt idx="5784">
                  <c:v>5.3441200000000002</c:v>
                </c:pt>
                <c:pt idx="5785">
                  <c:v>5.3444200000000004</c:v>
                </c:pt>
                <c:pt idx="5786">
                  <c:v>5.3447300000000002</c:v>
                </c:pt>
                <c:pt idx="5787">
                  <c:v>5.3450300000000004</c:v>
                </c:pt>
                <c:pt idx="5788">
                  <c:v>5.3453400000000002</c:v>
                </c:pt>
                <c:pt idx="5789">
                  <c:v>5.34565</c:v>
                </c:pt>
                <c:pt idx="5790">
                  <c:v>5.3459500000000002</c:v>
                </c:pt>
                <c:pt idx="5791">
                  <c:v>5.34626</c:v>
                </c:pt>
                <c:pt idx="5792">
                  <c:v>5.3465600000000002</c:v>
                </c:pt>
                <c:pt idx="5793">
                  <c:v>5.34687</c:v>
                </c:pt>
                <c:pt idx="5794">
                  <c:v>5.3471700000000002</c:v>
                </c:pt>
                <c:pt idx="5795">
                  <c:v>5.34748</c:v>
                </c:pt>
                <c:pt idx="5796">
                  <c:v>5.3477800000000002</c:v>
                </c:pt>
                <c:pt idx="5797">
                  <c:v>5.34809</c:v>
                </c:pt>
                <c:pt idx="5798">
                  <c:v>5.3483900000000002</c:v>
                </c:pt>
                <c:pt idx="5799">
                  <c:v>5.3487</c:v>
                </c:pt>
                <c:pt idx="5800">
                  <c:v>5.3490000000000002</c:v>
                </c:pt>
                <c:pt idx="5801">
                  <c:v>5.34931</c:v>
                </c:pt>
                <c:pt idx="5802">
                  <c:v>5.3496199999999998</c:v>
                </c:pt>
                <c:pt idx="5803">
                  <c:v>5.34992</c:v>
                </c:pt>
                <c:pt idx="5804">
                  <c:v>5.3502299999999998</c:v>
                </c:pt>
                <c:pt idx="5805">
                  <c:v>5.35053</c:v>
                </c:pt>
                <c:pt idx="5806">
                  <c:v>5.3508399999999998</c:v>
                </c:pt>
                <c:pt idx="5807">
                  <c:v>5.35114</c:v>
                </c:pt>
                <c:pt idx="5808">
                  <c:v>5.3514499999999998</c:v>
                </c:pt>
                <c:pt idx="5809">
                  <c:v>5.35175</c:v>
                </c:pt>
                <c:pt idx="5810">
                  <c:v>5.3520599999999998</c:v>
                </c:pt>
                <c:pt idx="5811">
                  <c:v>5.35236</c:v>
                </c:pt>
                <c:pt idx="5812">
                  <c:v>5.3526699999999998</c:v>
                </c:pt>
                <c:pt idx="5813">
                  <c:v>5.35297</c:v>
                </c:pt>
                <c:pt idx="5814">
                  <c:v>5.3532799999999998</c:v>
                </c:pt>
                <c:pt idx="5815">
                  <c:v>5.3535899999999996</c:v>
                </c:pt>
                <c:pt idx="5816">
                  <c:v>5.3538899999999998</c:v>
                </c:pt>
                <c:pt idx="5817">
                  <c:v>5.3541999999999996</c:v>
                </c:pt>
                <c:pt idx="5818">
                  <c:v>5.3544999999999998</c:v>
                </c:pt>
                <c:pt idx="5819">
                  <c:v>5.3548099999999996</c:v>
                </c:pt>
                <c:pt idx="5820">
                  <c:v>5.3551099999999998</c:v>
                </c:pt>
                <c:pt idx="5821">
                  <c:v>5.3554199999999996</c:v>
                </c:pt>
                <c:pt idx="5822">
                  <c:v>5.3557199999999998</c:v>
                </c:pt>
                <c:pt idx="5823">
                  <c:v>5.3560299999999996</c:v>
                </c:pt>
                <c:pt idx="5824">
                  <c:v>5.3563299999999998</c:v>
                </c:pt>
                <c:pt idx="5825">
                  <c:v>5.3566399999999996</c:v>
                </c:pt>
                <c:pt idx="5826">
                  <c:v>5.3569500000000003</c:v>
                </c:pt>
                <c:pt idx="5827">
                  <c:v>5.3572499999999996</c:v>
                </c:pt>
                <c:pt idx="5828">
                  <c:v>5.3575600000000003</c:v>
                </c:pt>
                <c:pt idx="5829">
                  <c:v>5.3578599999999996</c:v>
                </c:pt>
                <c:pt idx="5830">
                  <c:v>5.3581700000000003</c:v>
                </c:pt>
                <c:pt idx="5831">
                  <c:v>5.3584699999999996</c:v>
                </c:pt>
                <c:pt idx="5832">
                  <c:v>5.3587800000000003</c:v>
                </c:pt>
                <c:pt idx="5833">
                  <c:v>5.3590799999999996</c:v>
                </c:pt>
                <c:pt idx="5834">
                  <c:v>5.3593900000000003</c:v>
                </c:pt>
                <c:pt idx="5835">
                  <c:v>5.3596899999999996</c:v>
                </c:pt>
                <c:pt idx="5836">
                  <c:v>5.36</c:v>
                </c:pt>
                <c:pt idx="5837">
                  <c:v>5.3602999999999996</c:v>
                </c:pt>
                <c:pt idx="5838">
                  <c:v>5.3606100000000003</c:v>
                </c:pt>
                <c:pt idx="5839">
                  <c:v>5.3609200000000001</c:v>
                </c:pt>
                <c:pt idx="5840">
                  <c:v>5.3612200000000003</c:v>
                </c:pt>
                <c:pt idx="5841">
                  <c:v>5.3615300000000001</c:v>
                </c:pt>
                <c:pt idx="5842">
                  <c:v>5.3618300000000003</c:v>
                </c:pt>
                <c:pt idx="5843">
                  <c:v>5.3621400000000001</c:v>
                </c:pt>
                <c:pt idx="5844">
                  <c:v>5.3624400000000003</c:v>
                </c:pt>
                <c:pt idx="5845">
                  <c:v>5.3627500000000001</c:v>
                </c:pt>
                <c:pt idx="5846">
                  <c:v>5.3630500000000003</c:v>
                </c:pt>
                <c:pt idx="5847">
                  <c:v>5.3633600000000001</c:v>
                </c:pt>
                <c:pt idx="5848">
                  <c:v>5.3636600000000003</c:v>
                </c:pt>
                <c:pt idx="5849">
                  <c:v>5.3639700000000001</c:v>
                </c:pt>
                <c:pt idx="5850">
                  <c:v>5.3642700000000003</c:v>
                </c:pt>
                <c:pt idx="5851">
                  <c:v>5.3645800000000001</c:v>
                </c:pt>
                <c:pt idx="5852">
                  <c:v>5.3648899999999999</c:v>
                </c:pt>
                <c:pt idx="5853">
                  <c:v>5.3651900000000001</c:v>
                </c:pt>
                <c:pt idx="5854">
                  <c:v>5.3654999999999999</c:v>
                </c:pt>
                <c:pt idx="5855">
                  <c:v>5.3658000000000001</c:v>
                </c:pt>
                <c:pt idx="5856">
                  <c:v>5.3661099999999999</c:v>
                </c:pt>
                <c:pt idx="5857">
                  <c:v>5.3664100000000001</c:v>
                </c:pt>
                <c:pt idx="5858">
                  <c:v>5.3667199999999999</c:v>
                </c:pt>
                <c:pt idx="5859">
                  <c:v>5.3670200000000001</c:v>
                </c:pt>
                <c:pt idx="5860">
                  <c:v>5.3673299999999999</c:v>
                </c:pt>
                <c:pt idx="5861">
                  <c:v>5.3676300000000001</c:v>
                </c:pt>
                <c:pt idx="5862">
                  <c:v>5.3679399999999999</c:v>
                </c:pt>
                <c:pt idx="5863">
                  <c:v>5.3682400000000001</c:v>
                </c:pt>
                <c:pt idx="5864">
                  <c:v>5.3685499999999999</c:v>
                </c:pt>
                <c:pt idx="5865">
                  <c:v>5.3688599999999997</c:v>
                </c:pt>
                <c:pt idx="5866">
                  <c:v>5.3691599999999999</c:v>
                </c:pt>
                <c:pt idx="5867">
                  <c:v>5.3694699999999997</c:v>
                </c:pt>
                <c:pt idx="5868">
                  <c:v>5.3697699999999999</c:v>
                </c:pt>
                <c:pt idx="5869">
                  <c:v>5.3700799999999997</c:v>
                </c:pt>
                <c:pt idx="5870">
                  <c:v>5.3703799999999999</c:v>
                </c:pt>
                <c:pt idx="5871">
                  <c:v>5.3706899999999997</c:v>
                </c:pt>
                <c:pt idx="5872">
                  <c:v>5.3709899999999999</c:v>
                </c:pt>
                <c:pt idx="5873">
                  <c:v>5.3712999999999997</c:v>
                </c:pt>
                <c:pt idx="5874">
                  <c:v>5.3715999999999999</c:v>
                </c:pt>
                <c:pt idx="5875">
                  <c:v>5.3719099999999997</c:v>
                </c:pt>
                <c:pt idx="5876">
                  <c:v>5.3722099999999999</c:v>
                </c:pt>
                <c:pt idx="5877">
                  <c:v>5.3725199999999997</c:v>
                </c:pt>
                <c:pt idx="5878">
                  <c:v>5.3728300000000004</c:v>
                </c:pt>
                <c:pt idx="5879">
                  <c:v>5.3731299999999997</c:v>
                </c:pt>
                <c:pt idx="5880">
                  <c:v>5.3734400000000004</c:v>
                </c:pt>
                <c:pt idx="5881">
                  <c:v>5.3737399999999997</c:v>
                </c:pt>
                <c:pt idx="5882">
                  <c:v>5.3740500000000004</c:v>
                </c:pt>
                <c:pt idx="5883">
                  <c:v>5.3743499999999997</c:v>
                </c:pt>
                <c:pt idx="5884">
                  <c:v>5.3746600000000004</c:v>
                </c:pt>
                <c:pt idx="5885">
                  <c:v>5.3749599999999997</c:v>
                </c:pt>
                <c:pt idx="5886">
                  <c:v>5.3752700000000004</c:v>
                </c:pt>
                <c:pt idx="5887">
                  <c:v>5.3755699999999997</c:v>
                </c:pt>
                <c:pt idx="5888">
                  <c:v>5.3758800000000004</c:v>
                </c:pt>
                <c:pt idx="5889">
                  <c:v>5.3761900000000002</c:v>
                </c:pt>
                <c:pt idx="5890">
                  <c:v>5.3764900000000004</c:v>
                </c:pt>
                <c:pt idx="5891">
                  <c:v>5.3768000000000002</c:v>
                </c:pt>
                <c:pt idx="5892">
                  <c:v>5.3771000000000004</c:v>
                </c:pt>
                <c:pt idx="5893">
                  <c:v>5.3774100000000002</c:v>
                </c:pt>
                <c:pt idx="5894">
                  <c:v>5.3777100000000004</c:v>
                </c:pt>
                <c:pt idx="5895">
                  <c:v>5.3780200000000002</c:v>
                </c:pt>
                <c:pt idx="5896">
                  <c:v>5.3783200000000004</c:v>
                </c:pt>
                <c:pt idx="5897">
                  <c:v>5.3786300000000002</c:v>
                </c:pt>
                <c:pt idx="5898">
                  <c:v>5.3789300000000004</c:v>
                </c:pt>
                <c:pt idx="5899">
                  <c:v>5.3792400000000002</c:v>
                </c:pt>
                <c:pt idx="5900">
                  <c:v>5.3795400000000004</c:v>
                </c:pt>
                <c:pt idx="5901">
                  <c:v>5.3798500000000002</c:v>
                </c:pt>
                <c:pt idx="5902">
                  <c:v>5.3801600000000001</c:v>
                </c:pt>
                <c:pt idx="5903">
                  <c:v>5.3804600000000002</c:v>
                </c:pt>
                <c:pt idx="5904">
                  <c:v>5.3807700000000001</c:v>
                </c:pt>
                <c:pt idx="5905">
                  <c:v>5.3810700000000002</c:v>
                </c:pt>
                <c:pt idx="5906">
                  <c:v>5.3813800000000001</c:v>
                </c:pt>
                <c:pt idx="5907">
                  <c:v>5.3816800000000002</c:v>
                </c:pt>
                <c:pt idx="5908">
                  <c:v>5.3819900000000001</c:v>
                </c:pt>
                <c:pt idx="5909">
                  <c:v>5.3822900000000002</c:v>
                </c:pt>
                <c:pt idx="5910">
                  <c:v>5.3826000000000001</c:v>
                </c:pt>
                <c:pt idx="5911">
                  <c:v>5.3829000000000002</c:v>
                </c:pt>
                <c:pt idx="5912">
                  <c:v>5.3832100000000001</c:v>
                </c:pt>
                <c:pt idx="5913">
                  <c:v>5.3835100000000002</c:v>
                </c:pt>
                <c:pt idx="5914">
                  <c:v>5.3838200000000001</c:v>
                </c:pt>
                <c:pt idx="5915">
                  <c:v>5.3841299999999999</c:v>
                </c:pt>
                <c:pt idx="5916">
                  <c:v>5.38443</c:v>
                </c:pt>
                <c:pt idx="5917">
                  <c:v>5.3847399999999999</c:v>
                </c:pt>
                <c:pt idx="5918">
                  <c:v>5.38504</c:v>
                </c:pt>
                <c:pt idx="5919">
                  <c:v>5.3853499999999999</c:v>
                </c:pt>
                <c:pt idx="5920">
                  <c:v>5.38565</c:v>
                </c:pt>
                <c:pt idx="5921">
                  <c:v>5.3859599999999999</c:v>
                </c:pt>
                <c:pt idx="5922">
                  <c:v>5.38626</c:v>
                </c:pt>
                <c:pt idx="5923">
                  <c:v>5.3865699999999999</c:v>
                </c:pt>
                <c:pt idx="5924">
                  <c:v>5.38687</c:v>
                </c:pt>
                <c:pt idx="5925">
                  <c:v>5.3871799999999999</c:v>
                </c:pt>
                <c:pt idx="5926">
                  <c:v>5.38748</c:v>
                </c:pt>
                <c:pt idx="5927">
                  <c:v>5.3877899999999999</c:v>
                </c:pt>
                <c:pt idx="5928">
                  <c:v>5.3880999999999997</c:v>
                </c:pt>
                <c:pt idx="5929">
                  <c:v>5.3883999999999999</c:v>
                </c:pt>
                <c:pt idx="5930">
                  <c:v>5.3887099999999997</c:v>
                </c:pt>
                <c:pt idx="5931">
                  <c:v>5.3890099999999999</c:v>
                </c:pt>
                <c:pt idx="5932">
                  <c:v>5.3893199999999997</c:v>
                </c:pt>
                <c:pt idx="5933">
                  <c:v>5.3896199999999999</c:v>
                </c:pt>
                <c:pt idx="5934">
                  <c:v>5.3899299999999997</c:v>
                </c:pt>
                <c:pt idx="5935">
                  <c:v>5.3902299999999999</c:v>
                </c:pt>
                <c:pt idx="5936">
                  <c:v>5.3905399999999997</c:v>
                </c:pt>
                <c:pt idx="5937">
                  <c:v>5.3908399999999999</c:v>
                </c:pt>
                <c:pt idx="5938">
                  <c:v>5.3911499999999997</c:v>
                </c:pt>
                <c:pt idx="5939">
                  <c:v>5.3914600000000004</c:v>
                </c:pt>
                <c:pt idx="5940">
                  <c:v>5.3917599999999997</c:v>
                </c:pt>
                <c:pt idx="5941">
                  <c:v>5.3920700000000004</c:v>
                </c:pt>
                <c:pt idx="5942">
                  <c:v>5.3923699999999997</c:v>
                </c:pt>
                <c:pt idx="5943">
                  <c:v>5.3926800000000004</c:v>
                </c:pt>
                <c:pt idx="5944">
                  <c:v>5.3929799999999997</c:v>
                </c:pt>
                <c:pt idx="5945">
                  <c:v>5.3932900000000004</c:v>
                </c:pt>
                <c:pt idx="5946">
                  <c:v>5.3935899999999997</c:v>
                </c:pt>
                <c:pt idx="5947">
                  <c:v>5.3939000000000004</c:v>
                </c:pt>
                <c:pt idx="5948">
                  <c:v>5.3941999999999997</c:v>
                </c:pt>
                <c:pt idx="5949">
                  <c:v>5.3945100000000004</c:v>
                </c:pt>
                <c:pt idx="5950">
                  <c:v>5.3948099999999997</c:v>
                </c:pt>
                <c:pt idx="5951">
                  <c:v>5.3951200000000004</c:v>
                </c:pt>
                <c:pt idx="5952">
                  <c:v>5.3954300000000002</c:v>
                </c:pt>
                <c:pt idx="5953">
                  <c:v>5.3957300000000004</c:v>
                </c:pt>
                <c:pt idx="5954">
                  <c:v>5.3960400000000002</c:v>
                </c:pt>
                <c:pt idx="5955">
                  <c:v>5.3963400000000004</c:v>
                </c:pt>
                <c:pt idx="5956">
                  <c:v>5.3966500000000002</c:v>
                </c:pt>
                <c:pt idx="5957">
                  <c:v>5.3969500000000004</c:v>
                </c:pt>
                <c:pt idx="5958">
                  <c:v>5.3972600000000002</c:v>
                </c:pt>
                <c:pt idx="5959">
                  <c:v>5.3975600000000004</c:v>
                </c:pt>
                <c:pt idx="5960">
                  <c:v>5.3978700000000002</c:v>
                </c:pt>
                <c:pt idx="5961">
                  <c:v>5.3981700000000004</c:v>
                </c:pt>
                <c:pt idx="5962">
                  <c:v>5.3984800000000002</c:v>
                </c:pt>
                <c:pt idx="5963">
                  <c:v>5.3987800000000004</c:v>
                </c:pt>
                <c:pt idx="5964">
                  <c:v>5.3990900000000002</c:v>
                </c:pt>
                <c:pt idx="5965">
                  <c:v>5.3994</c:v>
                </c:pt>
                <c:pt idx="5966">
                  <c:v>5.3997000000000002</c:v>
                </c:pt>
                <c:pt idx="5967">
                  <c:v>5.40001</c:v>
                </c:pt>
                <c:pt idx="5968">
                  <c:v>5.4003100000000002</c:v>
                </c:pt>
                <c:pt idx="5969">
                  <c:v>5.40062</c:v>
                </c:pt>
                <c:pt idx="5970">
                  <c:v>5.4009200000000002</c:v>
                </c:pt>
                <c:pt idx="5971">
                  <c:v>5.40123</c:v>
                </c:pt>
                <c:pt idx="5972">
                  <c:v>5.4015300000000002</c:v>
                </c:pt>
                <c:pt idx="5973">
                  <c:v>5.40184</c:v>
                </c:pt>
                <c:pt idx="5974">
                  <c:v>5.4021400000000002</c:v>
                </c:pt>
                <c:pt idx="5975">
                  <c:v>5.40245</c:v>
                </c:pt>
                <c:pt idx="5976">
                  <c:v>5.4027500000000002</c:v>
                </c:pt>
                <c:pt idx="5977">
                  <c:v>5.40306</c:v>
                </c:pt>
                <c:pt idx="5978">
                  <c:v>5.4033699999999998</c:v>
                </c:pt>
                <c:pt idx="5979">
                  <c:v>5.40367</c:v>
                </c:pt>
                <c:pt idx="5980">
                  <c:v>5.4039799999999998</c:v>
                </c:pt>
                <c:pt idx="5981">
                  <c:v>5.40428</c:v>
                </c:pt>
                <c:pt idx="5982">
                  <c:v>5.4045899999999998</c:v>
                </c:pt>
                <c:pt idx="5983">
                  <c:v>5.40489</c:v>
                </c:pt>
                <c:pt idx="5984">
                  <c:v>5.4051999999999998</c:v>
                </c:pt>
                <c:pt idx="5985">
                  <c:v>5.4055</c:v>
                </c:pt>
                <c:pt idx="5986">
                  <c:v>5.4058099999999998</c:v>
                </c:pt>
                <c:pt idx="5987">
                  <c:v>5.40611</c:v>
                </c:pt>
                <c:pt idx="5988">
                  <c:v>5.4064199999999998</c:v>
                </c:pt>
                <c:pt idx="5989">
                  <c:v>5.40672</c:v>
                </c:pt>
                <c:pt idx="5990">
                  <c:v>5.4070299999999998</c:v>
                </c:pt>
                <c:pt idx="5991">
                  <c:v>5.4073399999999996</c:v>
                </c:pt>
                <c:pt idx="5992">
                  <c:v>5.4076399999999998</c:v>
                </c:pt>
                <c:pt idx="5993">
                  <c:v>5.4079499999999996</c:v>
                </c:pt>
                <c:pt idx="5994">
                  <c:v>5.4082499999999998</c:v>
                </c:pt>
                <c:pt idx="5995">
                  <c:v>5.4085599999999996</c:v>
                </c:pt>
                <c:pt idx="5996">
                  <c:v>5.4088599999999998</c:v>
                </c:pt>
                <c:pt idx="5997">
                  <c:v>5.4091699999999996</c:v>
                </c:pt>
                <c:pt idx="5998">
                  <c:v>5.4094699999999998</c:v>
                </c:pt>
                <c:pt idx="5999">
                  <c:v>5.4097799999999996</c:v>
                </c:pt>
                <c:pt idx="6000">
                  <c:v>5.4100799999999998</c:v>
                </c:pt>
                <c:pt idx="6001">
                  <c:v>5.4103899999999996</c:v>
                </c:pt>
                <c:pt idx="6002">
                  <c:v>5.4107000000000003</c:v>
                </c:pt>
                <c:pt idx="6003">
                  <c:v>5.4109999999999996</c:v>
                </c:pt>
                <c:pt idx="6004">
                  <c:v>5.4113100000000003</c:v>
                </c:pt>
                <c:pt idx="6005">
                  <c:v>5.4116099999999996</c:v>
                </c:pt>
                <c:pt idx="6006">
                  <c:v>5.4119200000000003</c:v>
                </c:pt>
                <c:pt idx="6007">
                  <c:v>5.4122199999999996</c:v>
                </c:pt>
                <c:pt idx="6008">
                  <c:v>5.4125300000000003</c:v>
                </c:pt>
                <c:pt idx="6009">
                  <c:v>5.4128299999999996</c:v>
                </c:pt>
                <c:pt idx="6010">
                  <c:v>5.4131400000000003</c:v>
                </c:pt>
                <c:pt idx="6011">
                  <c:v>5.4134399999999996</c:v>
                </c:pt>
                <c:pt idx="6012">
                  <c:v>5.4137500000000003</c:v>
                </c:pt>
                <c:pt idx="6013">
                  <c:v>5.4140499999999996</c:v>
                </c:pt>
                <c:pt idx="6014">
                  <c:v>5.4143600000000003</c:v>
                </c:pt>
                <c:pt idx="6015">
                  <c:v>5.4146700000000001</c:v>
                </c:pt>
                <c:pt idx="6016">
                  <c:v>5.4149700000000003</c:v>
                </c:pt>
                <c:pt idx="6017">
                  <c:v>5.4152800000000001</c:v>
                </c:pt>
                <c:pt idx="6018">
                  <c:v>5.4155800000000003</c:v>
                </c:pt>
                <c:pt idx="6019">
                  <c:v>5.4158900000000001</c:v>
                </c:pt>
                <c:pt idx="6020">
                  <c:v>5.4161900000000003</c:v>
                </c:pt>
                <c:pt idx="6021">
                  <c:v>5.4165000000000001</c:v>
                </c:pt>
                <c:pt idx="6022">
                  <c:v>5.4168000000000003</c:v>
                </c:pt>
                <c:pt idx="6023">
                  <c:v>5.4171100000000001</c:v>
                </c:pt>
                <c:pt idx="6024">
                  <c:v>5.4174100000000003</c:v>
                </c:pt>
                <c:pt idx="6025">
                  <c:v>5.4177200000000001</c:v>
                </c:pt>
                <c:pt idx="6026">
                  <c:v>5.4180200000000003</c:v>
                </c:pt>
                <c:pt idx="6027">
                  <c:v>5.4183300000000001</c:v>
                </c:pt>
                <c:pt idx="6028">
                  <c:v>5.4186399999999999</c:v>
                </c:pt>
                <c:pt idx="6029">
                  <c:v>5.4189400000000001</c:v>
                </c:pt>
                <c:pt idx="6030">
                  <c:v>5.4192499999999999</c:v>
                </c:pt>
                <c:pt idx="6031">
                  <c:v>5.4195500000000001</c:v>
                </c:pt>
                <c:pt idx="6032">
                  <c:v>5.4198599999999999</c:v>
                </c:pt>
                <c:pt idx="6033">
                  <c:v>5.4201600000000001</c:v>
                </c:pt>
                <c:pt idx="6034">
                  <c:v>5.4204699999999999</c:v>
                </c:pt>
                <c:pt idx="6035">
                  <c:v>5.4207700000000001</c:v>
                </c:pt>
                <c:pt idx="6036">
                  <c:v>5.4210799999999999</c:v>
                </c:pt>
                <c:pt idx="6037">
                  <c:v>5.4213800000000001</c:v>
                </c:pt>
                <c:pt idx="6038">
                  <c:v>5.4216899999999999</c:v>
                </c:pt>
                <c:pt idx="6039">
                  <c:v>5.4219900000000001</c:v>
                </c:pt>
                <c:pt idx="6040">
                  <c:v>5.4222999999999999</c:v>
                </c:pt>
                <c:pt idx="6041">
                  <c:v>5.4226099999999997</c:v>
                </c:pt>
                <c:pt idx="6042">
                  <c:v>5.4229099999999999</c:v>
                </c:pt>
                <c:pt idx="6043">
                  <c:v>5.4232199999999997</c:v>
                </c:pt>
                <c:pt idx="6044">
                  <c:v>5.4235199999999999</c:v>
                </c:pt>
                <c:pt idx="6045">
                  <c:v>5.4238299999999997</c:v>
                </c:pt>
                <c:pt idx="6046">
                  <c:v>5.4241299999999999</c:v>
                </c:pt>
                <c:pt idx="6047">
                  <c:v>5.4244399999999997</c:v>
                </c:pt>
                <c:pt idx="6048">
                  <c:v>5.4247399999999999</c:v>
                </c:pt>
                <c:pt idx="6049">
                  <c:v>5.4250499999999997</c:v>
                </c:pt>
                <c:pt idx="6050">
                  <c:v>5.4253499999999999</c:v>
                </c:pt>
                <c:pt idx="6051">
                  <c:v>5.4256599999999997</c:v>
                </c:pt>
                <c:pt idx="6052">
                  <c:v>5.4259599999999999</c:v>
                </c:pt>
                <c:pt idx="6053">
                  <c:v>5.4262699999999997</c:v>
                </c:pt>
                <c:pt idx="6054">
                  <c:v>5.4265800000000004</c:v>
                </c:pt>
                <c:pt idx="6055">
                  <c:v>5.4268799999999997</c:v>
                </c:pt>
                <c:pt idx="6056">
                  <c:v>5.4271900000000004</c:v>
                </c:pt>
                <c:pt idx="6057">
                  <c:v>5.4274899999999997</c:v>
                </c:pt>
                <c:pt idx="6058">
                  <c:v>5.4278000000000004</c:v>
                </c:pt>
                <c:pt idx="6059">
                  <c:v>5.4280999999999997</c:v>
                </c:pt>
                <c:pt idx="6060">
                  <c:v>5.4284100000000004</c:v>
                </c:pt>
                <c:pt idx="6061">
                  <c:v>5.4287099999999997</c:v>
                </c:pt>
                <c:pt idx="6062">
                  <c:v>5.4290200000000004</c:v>
                </c:pt>
                <c:pt idx="6063">
                  <c:v>5.4293199999999997</c:v>
                </c:pt>
                <c:pt idx="6064">
                  <c:v>5.4296300000000004</c:v>
                </c:pt>
                <c:pt idx="6065">
                  <c:v>5.4299400000000002</c:v>
                </c:pt>
                <c:pt idx="6066">
                  <c:v>5.4302400000000004</c:v>
                </c:pt>
                <c:pt idx="6067">
                  <c:v>5.4305500000000002</c:v>
                </c:pt>
                <c:pt idx="6068">
                  <c:v>5.4308500000000004</c:v>
                </c:pt>
                <c:pt idx="6069">
                  <c:v>5.4311600000000002</c:v>
                </c:pt>
                <c:pt idx="6070">
                  <c:v>5.4314600000000004</c:v>
                </c:pt>
                <c:pt idx="6071">
                  <c:v>5.4317700000000002</c:v>
                </c:pt>
                <c:pt idx="6072">
                  <c:v>5.4320700000000004</c:v>
                </c:pt>
                <c:pt idx="6073">
                  <c:v>5.4323800000000002</c:v>
                </c:pt>
                <c:pt idx="6074">
                  <c:v>5.4326800000000004</c:v>
                </c:pt>
                <c:pt idx="6075">
                  <c:v>5.4329900000000002</c:v>
                </c:pt>
                <c:pt idx="6076">
                  <c:v>5.4332900000000004</c:v>
                </c:pt>
                <c:pt idx="6077">
                  <c:v>5.4336000000000002</c:v>
                </c:pt>
                <c:pt idx="6078">
                  <c:v>5.43391</c:v>
                </c:pt>
                <c:pt idx="6079">
                  <c:v>5.4342100000000002</c:v>
                </c:pt>
                <c:pt idx="6080">
                  <c:v>5.43452</c:v>
                </c:pt>
                <c:pt idx="6081">
                  <c:v>5.4348200000000002</c:v>
                </c:pt>
                <c:pt idx="6082">
                  <c:v>5.43513</c:v>
                </c:pt>
                <c:pt idx="6083">
                  <c:v>5.4354300000000002</c:v>
                </c:pt>
                <c:pt idx="6084">
                  <c:v>5.43574</c:v>
                </c:pt>
                <c:pt idx="6085">
                  <c:v>5.4360400000000002</c:v>
                </c:pt>
                <c:pt idx="6086">
                  <c:v>5.43635</c:v>
                </c:pt>
                <c:pt idx="6087">
                  <c:v>5.4366500000000002</c:v>
                </c:pt>
                <c:pt idx="6088">
                  <c:v>5.43696</c:v>
                </c:pt>
                <c:pt idx="6089">
                  <c:v>5.4372600000000002</c:v>
                </c:pt>
                <c:pt idx="6090">
                  <c:v>5.43757</c:v>
                </c:pt>
                <c:pt idx="6091">
                  <c:v>5.4378799999999998</c:v>
                </c:pt>
                <c:pt idx="6092">
                  <c:v>5.43818</c:v>
                </c:pt>
                <c:pt idx="6093">
                  <c:v>5.4384899999999998</c:v>
                </c:pt>
                <c:pt idx="6094">
                  <c:v>5.43879</c:v>
                </c:pt>
                <c:pt idx="6095">
                  <c:v>5.4390999999999998</c:v>
                </c:pt>
                <c:pt idx="6096">
                  <c:v>5.4394</c:v>
                </c:pt>
                <c:pt idx="6097">
                  <c:v>5.4397099999999998</c:v>
                </c:pt>
                <c:pt idx="6098">
                  <c:v>5.44001</c:v>
                </c:pt>
                <c:pt idx="6099">
                  <c:v>5.4403199999999998</c:v>
                </c:pt>
                <c:pt idx="6100">
                  <c:v>5.44062</c:v>
                </c:pt>
                <c:pt idx="6101">
                  <c:v>5.4409299999999998</c:v>
                </c:pt>
                <c:pt idx="6102">
                  <c:v>5.44123</c:v>
                </c:pt>
                <c:pt idx="6103">
                  <c:v>5.4415399999999998</c:v>
                </c:pt>
                <c:pt idx="6104">
                  <c:v>5.4418499999999996</c:v>
                </c:pt>
                <c:pt idx="6105">
                  <c:v>5.4421499999999998</c:v>
                </c:pt>
                <c:pt idx="6106">
                  <c:v>5.4424599999999996</c:v>
                </c:pt>
                <c:pt idx="6107">
                  <c:v>5.4427599999999998</c:v>
                </c:pt>
                <c:pt idx="6108">
                  <c:v>5.4430699999999996</c:v>
                </c:pt>
                <c:pt idx="6109">
                  <c:v>5.4433699999999998</c:v>
                </c:pt>
                <c:pt idx="6110">
                  <c:v>5.4436799999999996</c:v>
                </c:pt>
                <c:pt idx="6111">
                  <c:v>5.4439799999999998</c:v>
                </c:pt>
                <c:pt idx="6112">
                  <c:v>5.4442899999999996</c:v>
                </c:pt>
                <c:pt idx="6113">
                  <c:v>5.4445899999999998</c:v>
                </c:pt>
                <c:pt idx="6114">
                  <c:v>5.4448999999999996</c:v>
                </c:pt>
                <c:pt idx="6115">
                  <c:v>5.4452100000000003</c:v>
                </c:pt>
                <c:pt idx="6116">
                  <c:v>5.4455099999999996</c:v>
                </c:pt>
                <c:pt idx="6117">
                  <c:v>5.4458200000000003</c:v>
                </c:pt>
                <c:pt idx="6118">
                  <c:v>5.4461199999999996</c:v>
                </c:pt>
                <c:pt idx="6119">
                  <c:v>5.4464300000000003</c:v>
                </c:pt>
                <c:pt idx="6120">
                  <c:v>5.4467299999999996</c:v>
                </c:pt>
                <c:pt idx="6121">
                  <c:v>5.4470400000000003</c:v>
                </c:pt>
                <c:pt idx="6122">
                  <c:v>5.4473399999999996</c:v>
                </c:pt>
                <c:pt idx="6123">
                  <c:v>5.4476500000000003</c:v>
                </c:pt>
                <c:pt idx="6124">
                  <c:v>5.4479499999999996</c:v>
                </c:pt>
                <c:pt idx="6125">
                  <c:v>5.4482600000000003</c:v>
                </c:pt>
                <c:pt idx="6126">
                  <c:v>5.4485599999999996</c:v>
                </c:pt>
                <c:pt idx="6127">
                  <c:v>5.4488700000000003</c:v>
                </c:pt>
                <c:pt idx="6128">
                  <c:v>5.4491800000000001</c:v>
                </c:pt>
                <c:pt idx="6129">
                  <c:v>5.4494800000000003</c:v>
                </c:pt>
                <c:pt idx="6130">
                  <c:v>5.4497900000000001</c:v>
                </c:pt>
                <c:pt idx="6131">
                  <c:v>5.4500900000000003</c:v>
                </c:pt>
                <c:pt idx="6132">
                  <c:v>5.4504000000000001</c:v>
                </c:pt>
                <c:pt idx="6133">
                  <c:v>5.4507000000000003</c:v>
                </c:pt>
                <c:pt idx="6134">
                  <c:v>5.4510100000000001</c:v>
                </c:pt>
                <c:pt idx="6135">
                  <c:v>5.4513100000000003</c:v>
                </c:pt>
                <c:pt idx="6136">
                  <c:v>5.4516200000000001</c:v>
                </c:pt>
                <c:pt idx="6137">
                  <c:v>5.4519200000000003</c:v>
                </c:pt>
                <c:pt idx="6138">
                  <c:v>5.4522300000000001</c:v>
                </c:pt>
                <c:pt idx="6139">
                  <c:v>5.4525300000000003</c:v>
                </c:pt>
                <c:pt idx="6140">
                  <c:v>5.4528400000000001</c:v>
                </c:pt>
                <c:pt idx="6141">
                  <c:v>5.4531499999999999</c:v>
                </c:pt>
                <c:pt idx="6142">
                  <c:v>5.4534500000000001</c:v>
                </c:pt>
                <c:pt idx="6143">
                  <c:v>5.4537599999999999</c:v>
                </c:pt>
                <c:pt idx="6144">
                  <c:v>5.4540600000000001</c:v>
                </c:pt>
                <c:pt idx="6145">
                  <c:v>5.4543699999999999</c:v>
                </c:pt>
                <c:pt idx="6146">
                  <c:v>5.4546700000000001</c:v>
                </c:pt>
                <c:pt idx="6147">
                  <c:v>5.4549799999999999</c:v>
                </c:pt>
                <c:pt idx="6148">
                  <c:v>5.4552800000000001</c:v>
                </c:pt>
                <c:pt idx="6149">
                  <c:v>5.4555899999999999</c:v>
                </c:pt>
                <c:pt idx="6150">
                  <c:v>5.4558900000000001</c:v>
                </c:pt>
                <c:pt idx="6151">
                  <c:v>5.4561999999999999</c:v>
                </c:pt>
                <c:pt idx="6152">
                  <c:v>5.4565000000000001</c:v>
                </c:pt>
                <c:pt idx="6153">
                  <c:v>5.4568099999999999</c:v>
                </c:pt>
                <c:pt idx="6154">
                  <c:v>5.4571199999999997</c:v>
                </c:pt>
                <c:pt idx="6155">
                  <c:v>5.4574199999999999</c:v>
                </c:pt>
                <c:pt idx="6156">
                  <c:v>5.4577299999999997</c:v>
                </c:pt>
                <c:pt idx="6157">
                  <c:v>5.4580299999999999</c:v>
                </c:pt>
                <c:pt idx="6158">
                  <c:v>5.4583399999999997</c:v>
                </c:pt>
                <c:pt idx="6159">
                  <c:v>5.4586399999999999</c:v>
                </c:pt>
                <c:pt idx="6160">
                  <c:v>5.4589499999999997</c:v>
                </c:pt>
                <c:pt idx="6161">
                  <c:v>5.4592499999999999</c:v>
                </c:pt>
                <c:pt idx="6162">
                  <c:v>5.4595599999999997</c:v>
                </c:pt>
                <c:pt idx="6163">
                  <c:v>5.4598599999999999</c:v>
                </c:pt>
                <c:pt idx="6164">
                  <c:v>5.4601699999999997</c:v>
                </c:pt>
                <c:pt idx="6165">
                  <c:v>5.4604699999999999</c:v>
                </c:pt>
                <c:pt idx="6166">
                  <c:v>5.4607799999999997</c:v>
                </c:pt>
                <c:pt idx="6167">
                  <c:v>5.4610900000000004</c:v>
                </c:pt>
                <c:pt idx="6168">
                  <c:v>5.4613899999999997</c:v>
                </c:pt>
                <c:pt idx="6169">
                  <c:v>5.4617000000000004</c:v>
                </c:pt>
                <c:pt idx="6170">
                  <c:v>5.4619999999999997</c:v>
                </c:pt>
                <c:pt idx="6171">
                  <c:v>5.4623100000000004</c:v>
                </c:pt>
                <c:pt idx="6172">
                  <c:v>5.4626099999999997</c:v>
                </c:pt>
                <c:pt idx="6173">
                  <c:v>5.4629200000000004</c:v>
                </c:pt>
                <c:pt idx="6174">
                  <c:v>5.4632199999999997</c:v>
                </c:pt>
                <c:pt idx="6175">
                  <c:v>5.4635300000000004</c:v>
                </c:pt>
                <c:pt idx="6176">
                  <c:v>5.4638299999999997</c:v>
                </c:pt>
                <c:pt idx="6177">
                  <c:v>5.4641400000000004</c:v>
                </c:pt>
                <c:pt idx="6178">
                  <c:v>5.4644500000000003</c:v>
                </c:pt>
                <c:pt idx="6179">
                  <c:v>5.4647500000000004</c:v>
                </c:pt>
                <c:pt idx="6180">
                  <c:v>5.4650600000000003</c:v>
                </c:pt>
                <c:pt idx="6181">
                  <c:v>5.4653600000000004</c:v>
                </c:pt>
                <c:pt idx="6182">
                  <c:v>5.4656700000000003</c:v>
                </c:pt>
                <c:pt idx="6183">
                  <c:v>5.4659700000000004</c:v>
                </c:pt>
                <c:pt idx="6184">
                  <c:v>5.4662800000000002</c:v>
                </c:pt>
                <c:pt idx="6185">
                  <c:v>5.4665800000000004</c:v>
                </c:pt>
                <c:pt idx="6186">
                  <c:v>5.4668900000000002</c:v>
                </c:pt>
                <c:pt idx="6187">
                  <c:v>5.4671900000000004</c:v>
                </c:pt>
                <c:pt idx="6188">
                  <c:v>5.4675000000000002</c:v>
                </c:pt>
                <c:pt idx="6189">
                  <c:v>5.4678000000000004</c:v>
                </c:pt>
                <c:pt idx="6190">
                  <c:v>5.4681100000000002</c:v>
                </c:pt>
                <c:pt idx="6191">
                  <c:v>5.4684200000000001</c:v>
                </c:pt>
                <c:pt idx="6192">
                  <c:v>5.4687200000000002</c:v>
                </c:pt>
                <c:pt idx="6193">
                  <c:v>5.4690300000000001</c:v>
                </c:pt>
                <c:pt idx="6194">
                  <c:v>5.4693300000000002</c:v>
                </c:pt>
                <c:pt idx="6195">
                  <c:v>5.4696400000000001</c:v>
                </c:pt>
                <c:pt idx="6196">
                  <c:v>5.4699400000000002</c:v>
                </c:pt>
                <c:pt idx="6197">
                  <c:v>5.4702500000000001</c:v>
                </c:pt>
                <c:pt idx="6198">
                  <c:v>5.4705500000000002</c:v>
                </c:pt>
                <c:pt idx="6199">
                  <c:v>5.4708600000000001</c:v>
                </c:pt>
                <c:pt idx="6200">
                  <c:v>5.4711600000000002</c:v>
                </c:pt>
                <c:pt idx="6201">
                  <c:v>5.4714700000000001</c:v>
                </c:pt>
                <c:pt idx="6202">
                  <c:v>5.4717700000000002</c:v>
                </c:pt>
                <c:pt idx="6203">
                  <c:v>5.4720800000000001</c:v>
                </c:pt>
                <c:pt idx="6204">
                  <c:v>5.4723899999999999</c:v>
                </c:pt>
                <c:pt idx="6205">
                  <c:v>5.4726900000000001</c:v>
                </c:pt>
                <c:pt idx="6206">
                  <c:v>5.4729999999999999</c:v>
                </c:pt>
                <c:pt idx="6207">
                  <c:v>5.4733000000000001</c:v>
                </c:pt>
                <c:pt idx="6208">
                  <c:v>5.4736099999999999</c:v>
                </c:pt>
                <c:pt idx="6209">
                  <c:v>5.4739100000000001</c:v>
                </c:pt>
                <c:pt idx="6210">
                  <c:v>5.4742199999999999</c:v>
                </c:pt>
                <c:pt idx="6211">
                  <c:v>5.4745200000000001</c:v>
                </c:pt>
                <c:pt idx="6212">
                  <c:v>5.4748299999999999</c:v>
                </c:pt>
                <c:pt idx="6213">
                  <c:v>5.4751300000000001</c:v>
                </c:pt>
                <c:pt idx="6214">
                  <c:v>5.4754399999999999</c:v>
                </c:pt>
                <c:pt idx="6215">
                  <c:v>5.4757400000000001</c:v>
                </c:pt>
                <c:pt idx="6216">
                  <c:v>5.4760499999999999</c:v>
                </c:pt>
                <c:pt idx="6217">
                  <c:v>5.4763599999999997</c:v>
                </c:pt>
                <c:pt idx="6218">
                  <c:v>5.4766599999999999</c:v>
                </c:pt>
                <c:pt idx="6219">
                  <c:v>5.4769699999999997</c:v>
                </c:pt>
                <c:pt idx="6220">
                  <c:v>5.4772699999999999</c:v>
                </c:pt>
                <c:pt idx="6221">
                  <c:v>5.4775799999999997</c:v>
                </c:pt>
                <c:pt idx="6222">
                  <c:v>5.4778799999999999</c:v>
                </c:pt>
                <c:pt idx="6223">
                  <c:v>5.4781899999999997</c:v>
                </c:pt>
                <c:pt idx="6224">
                  <c:v>5.4784899999999999</c:v>
                </c:pt>
                <c:pt idx="6225">
                  <c:v>5.4787999999999997</c:v>
                </c:pt>
                <c:pt idx="6226">
                  <c:v>5.4790999999999999</c:v>
                </c:pt>
                <c:pt idx="6227">
                  <c:v>5.4794099999999997</c:v>
                </c:pt>
                <c:pt idx="6228">
                  <c:v>5.4797099999999999</c:v>
                </c:pt>
                <c:pt idx="6229">
                  <c:v>5.4800199999999997</c:v>
                </c:pt>
                <c:pt idx="6230">
                  <c:v>5.4803300000000004</c:v>
                </c:pt>
                <c:pt idx="6231">
                  <c:v>5.4806299999999997</c:v>
                </c:pt>
                <c:pt idx="6232">
                  <c:v>5.4809400000000004</c:v>
                </c:pt>
                <c:pt idx="6233">
                  <c:v>5.4812399999999997</c:v>
                </c:pt>
                <c:pt idx="6234">
                  <c:v>5.4815500000000004</c:v>
                </c:pt>
                <c:pt idx="6235">
                  <c:v>5.4818499999999997</c:v>
                </c:pt>
                <c:pt idx="6236">
                  <c:v>5.4821600000000004</c:v>
                </c:pt>
                <c:pt idx="6237">
                  <c:v>5.4824599999999997</c:v>
                </c:pt>
                <c:pt idx="6238">
                  <c:v>5.4827700000000004</c:v>
                </c:pt>
                <c:pt idx="6239">
                  <c:v>5.4830699999999997</c:v>
                </c:pt>
                <c:pt idx="6240">
                  <c:v>5.4833800000000004</c:v>
                </c:pt>
                <c:pt idx="6241">
                  <c:v>5.4836900000000002</c:v>
                </c:pt>
                <c:pt idx="6242">
                  <c:v>5.4839900000000004</c:v>
                </c:pt>
                <c:pt idx="6243">
                  <c:v>5.4843000000000002</c:v>
                </c:pt>
                <c:pt idx="6244">
                  <c:v>5.4846000000000004</c:v>
                </c:pt>
                <c:pt idx="6245">
                  <c:v>5.4849100000000002</c:v>
                </c:pt>
                <c:pt idx="6246">
                  <c:v>5.4852100000000004</c:v>
                </c:pt>
                <c:pt idx="6247">
                  <c:v>5.4855200000000002</c:v>
                </c:pt>
                <c:pt idx="6248">
                  <c:v>5.4858200000000004</c:v>
                </c:pt>
                <c:pt idx="6249">
                  <c:v>5.4861300000000002</c:v>
                </c:pt>
                <c:pt idx="6250">
                  <c:v>5.4864300000000004</c:v>
                </c:pt>
                <c:pt idx="6251">
                  <c:v>5.4867400000000002</c:v>
                </c:pt>
                <c:pt idx="6252">
                  <c:v>5.4870400000000004</c:v>
                </c:pt>
                <c:pt idx="6253">
                  <c:v>5.4873500000000002</c:v>
                </c:pt>
                <c:pt idx="6254">
                  <c:v>5.48766</c:v>
                </c:pt>
                <c:pt idx="6255">
                  <c:v>5.4879600000000002</c:v>
                </c:pt>
                <c:pt idx="6256">
                  <c:v>5.48827</c:v>
                </c:pt>
                <c:pt idx="6257">
                  <c:v>5.4885700000000002</c:v>
                </c:pt>
                <c:pt idx="6258">
                  <c:v>5.48888</c:v>
                </c:pt>
                <c:pt idx="6259">
                  <c:v>5.4891800000000002</c:v>
                </c:pt>
                <c:pt idx="6260">
                  <c:v>5.48949</c:v>
                </c:pt>
                <c:pt idx="6261">
                  <c:v>5.4897900000000002</c:v>
                </c:pt>
                <c:pt idx="6262">
                  <c:v>5.4901</c:v>
                </c:pt>
                <c:pt idx="6263">
                  <c:v>5.4904000000000002</c:v>
                </c:pt>
                <c:pt idx="6264">
                  <c:v>5.49071</c:v>
                </c:pt>
                <c:pt idx="6265">
                  <c:v>5.4910100000000002</c:v>
                </c:pt>
                <c:pt idx="6266">
                  <c:v>5.49132</c:v>
                </c:pt>
                <c:pt idx="6267">
                  <c:v>5.4916299999999998</c:v>
                </c:pt>
                <c:pt idx="6268">
                  <c:v>5.49193</c:v>
                </c:pt>
                <c:pt idx="6269">
                  <c:v>5.4922399999999998</c:v>
                </c:pt>
                <c:pt idx="6270">
                  <c:v>5.49254</c:v>
                </c:pt>
                <c:pt idx="6271">
                  <c:v>5.4928499999999998</c:v>
                </c:pt>
                <c:pt idx="6272">
                  <c:v>5.49315</c:v>
                </c:pt>
                <c:pt idx="6273">
                  <c:v>5.4934599999999998</c:v>
                </c:pt>
                <c:pt idx="6274">
                  <c:v>5.49376</c:v>
                </c:pt>
                <c:pt idx="6275">
                  <c:v>5.4940699999999998</c:v>
                </c:pt>
                <c:pt idx="6276">
                  <c:v>5.49437</c:v>
                </c:pt>
                <c:pt idx="6277">
                  <c:v>5.4946799999999998</c:v>
                </c:pt>
                <c:pt idx="6278">
                  <c:v>5.49498</c:v>
                </c:pt>
                <c:pt idx="6279">
                  <c:v>5.4952899999999998</c:v>
                </c:pt>
                <c:pt idx="6280">
                  <c:v>5.4955999999999996</c:v>
                </c:pt>
                <c:pt idx="6281">
                  <c:v>5.4958999999999998</c:v>
                </c:pt>
                <c:pt idx="6282">
                  <c:v>5.4962099999999996</c:v>
                </c:pt>
                <c:pt idx="6283">
                  <c:v>5.4965099999999998</c:v>
                </c:pt>
                <c:pt idx="6284">
                  <c:v>5.4968199999999996</c:v>
                </c:pt>
                <c:pt idx="6285">
                  <c:v>5.4971199999999998</c:v>
                </c:pt>
                <c:pt idx="6286">
                  <c:v>5.4974299999999996</c:v>
                </c:pt>
                <c:pt idx="6287">
                  <c:v>5.4977299999999998</c:v>
                </c:pt>
                <c:pt idx="6288">
                  <c:v>5.4980399999999996</c:v>
                </c:pt>
                <c:pt idx="6289">
                  <c:v>5.4983399999999998</c:v>
                </c:pt>
                <c:pt idx="6290">
                  <c:v>5.4986499999999996</c:v>
                </c:pt>
                <c:pt idx="6291">
                  <c:v>5.4989499999999998</c:v>
                </c:pt>
                <c:pt idx="6292">
                  <c:v>5.4992599999999996</c:v>
                </c:pt>
                <c:pt idx="6293">
                  <c:v>5.4995700000000003</c:v>
                </c:pt>
                <c:pt idx="6294">
                  <c:v>5.4998699999999996</c:v>
                </c:pt>
                <c:pt idx="6295">
                  <c:v>5.5001800000000003</c:v>
                </c:pt>
                <c:pt idx="6296">
                  <c:v>5.5004799999999996</c:v>
                </c:pt>
                <c:pt idx="6297">
                  <c:v>5.5007900000000003</c:v>
                </c:pt>
                <c:pt idx="6298">
                  <c:v>5.5010899999999996</c:v>
                </c:pt>
                <c:pt idx="6299">
                  <c:v>5.5014000000000003</c:v>
                </c:pt>
                <c:pt idx="6300">
                  <c:v>5.5016999999999996</c:v>
                </c:pt>
                <c:pt idx="6301">
                  <c:v>5.5020100000000003</c:v>
                </c:pt>
                <c:pt idx="6302">
                  <c:v>5.5023099999999996</c:v>
                </c:pt>
                <c:pt idx="6303">
                  <c:v>5.5026200000000003</c:v>
                </c:pt>
                <c:pt idx="6304">
                  <c:v>5.5029300000000001</c:v>
                </c:pt>
                <c:pt idx="6305">
                  <c:v>5.5032300000000003</c:v>
                </c:pt>
                <c:pt idx="6306">
                  <c:v>5.5035400000000001</c:v>
                </c:pt>
                <c:pt idx="6307">
                  <c:v>5.5038400000000003</c:v>
                </c:pt>
                <c:pt idx="6308">
                  <c:v>5.5041500000000001</c:v>
                </c:pt>
                <c:pt idx="6309">
                  <c:v>5.5044500000000003</c:v>
                </c:pt>
                <c:pt idx="6310">
                  <c:v>5.5047600000000001</c:v>
                </c:pt>
                <c:pt idx="6311">
                  <c:v>5.5050600000000003</c:v>
                </c:pt>
                <c:pt idx="6312">
                  <c:v>5.5053700000000001</c:v>
                </c:pt>
                <c:pt idx="6313">
                  <c:v>5.5056700000000003</c:v>
                </c:pt>
                <c:pt idx="6314">
                  <c:v>5.5059800000000001</c:v>
                </c:pt>
                <c:pt idx="6315">
                  <c:v>5.5062800000000003</c:v>
                </c:pt>
                <c:pt idx="6316">
                  <c:v>5.5065900000000001</c:v>
                </c:pt>
                <c:pt idx="6317">
                  <c:v>5.5068999999999999</c:v>
                </c:pt>
                <c:pt idx="6318">
                  <c:v>5.5072000000000001</c:v>
                </c:pt>
                <c:pt idx="6319">
                  <c:v>5.5075099999999999</c:v>
                </c:pt>
                <c:pt idx="6320">
                  <c:v>5.5078100000000001</c:v>
                </c:pt>
                <c:pt idx="6321">
                  <c:v>5.5081199999999999</c:v>
                </c:pt>
                <c:pt idx="6322">
                  <c:v>5.5084200000000001</c:v>
                </c:pt>
                <c:pt idx="6323">
                  <c:v>5.5087299999999999</c:v>
                </c:pt>
                <c:pt idx="6324">
                  <c:v>5.5090300000000001</c:v>
                </c:pt>
                <c:pt idx="6325">
                  <c:v>5.5093399999999999</c:v>
                </c:pt>
                <c:pt idx="6326">
                  <c:v>5.5096400000000001</c:v>
                </c:pt>
                <c:pt idx="6327">
                  <c:v>5.5099499999999999</c:v>
                </c:pt>
                <c:pt idx="6328">
                  <c:v>5.5102500000000001</c:v>
                </c:pt>
                <c:pt idx="6329">
                  <c:v>5.5105599999999999</c:v>
                </c:pt>
                <c:pt idx="6330">
                  <c:v>5.5108699999999997</c:v>
                </c:pt>
                <c:pt idx="6331">
                  <c:v>5.5111699999999999</c:v>
                </c:pt>
                <c:pt idx="6332">
                  <c:v>5.5114799999999997</c:v>
                </c:pt>
                <c:pt idx="6333">
                  <c:v>5.5117799999999999</c:v>
                </c:pt>
                <c:pt idx="6334">
                  <c:v>5.5120899999999997</c:v>
                </c:pt>
                <c:pt idx="6335">
                  <c:v>5.5123899999999999</c:v>
                </c:pt>
                <c:pt idx="6336">
                  <c:v>5.5126999999999997</c:v>
                </c:pt>
                <c:pt idx="6337">
                  <c:v>5.5129999999999999</c:v>
                </c:pt>
                <c:pt idx="6338">
                  <c:v>5.5133099999999997</c:v>
                </c:pt>
                <c:pt idx="6339">
                  <c:v>5.5136099999999999</c:v>
                </c:pt>
                <c:pt idx="6340">
                  <c:v>5.5139199999999997</c:v>
                </c:pt>
                <c:pt idx="6341">
                  <c:v>5.5142199999999999</c:v>
                </c:pt>
                <c:pt idx="6342">
                  <c:v>5.5145299999999997</c:v>
                </c:pt>
                <c:pt idx="6343">
                  <c:v>5.5148400000000004</c:v>
                </c:pt>
                <c:pt idx="6344">
                  <c:v>5.5151399999999997</c:v>
                </c:pt>
                <c:pt idx="6345">
                  <c:v>5.5154500000000004</c:v>
                </c:pt>
                <c:pt idx="6346">
                  <c:v>5.5157499999999997</c:v>
                </c:pt>
                <c:pt idx="6347">
                  <c:v>5.5160600000000004</c:v>
                </c:pt>
                <c:pt idx="6348">
                  <c:v>5.5163599999999997</c:v>
                </c:pt>
                <c:pt idx="6349">
                  <c:v>5.5166700000000004</c:v>
                </c:pt>
                <c:pt idx="6350">
                  <c:v>5.5169699999999997</c:v>
                </c:pt>
                <c:pt idx="6351">
                  <c:v>5.5172800000000004</c:v>
                </c:pt>
                <c:pt idx="6352">
                  <c:v>5.5175799999999997</c:v>
                </c:pt>
                <c:pt idx="6353">
                  <c:v>5.5178900000000004</c:v>
                </c:pt>
                <c:pt idx="6354">
                  <c:v>5.5182000000000002</c:v>
                </c:pt>
                <c:pt idx="6355">
                  <c:v>5.5185000000000004</c:v>
                </c:pt>
                <c:pt idx="6356">
                  <c:v>5.5188100000000002</c:v>
                </c:pt>
                <c:pt idx="6357">
                  <c:v>5.5191100000000004</c:v>
                </c:pt>
                <c:pt idx="6358">
                  <c:v>5.5194200000000002</c:v>
                </c:pt>
                <c:pt idx="6359">
                  <c:v>5.5197200000000004</c:v>
                </c:pt>
                <c:pt idx="6360">
                  <c:v>5.5200300000000002</c:v>
                </c:pt>
                <c:pt idx="6361">
                  <c:v>5.5203300000000004</c:v>
                </c:pt>
                <c:pt idx="6362">
                  <c:v>5.5206400000000002</c:v>
                </c:pt>
                <c:pt idx="6363">
                  <c:v>5.5209400000000004</c:v>
                </c:pt>
                <c:pt idx="6364">
                  <c:v>5.5212500000000002</c:v>
                </c:pt>
                <c:pt idx="6365">
                  <c:v>5.5215500000000004</c:v>
                </c:pt>
                <c:pt idx="6366">
                  <c:v>5.5218600000000002</c:v>
                </c:pt>
                <c:pt idx="6367">
                  <c:v>5.52217</c:v>
                </c:pt>
                <c:pt idx="6368">
                  <c:v>5.5224700000000002</c:v>
                </c:pt>
                <c:pt idx="6369">
                  <c:v>5.52278</c:v>
                </c:pt>
                <c:pt idx="6370">
                  <c:v>5.5230800000000002</c:v>
                </c:pt>
                <c:pt idx="6371">
                  <c:v>5.52339</c:v>
                </c:pt>
                <c:pt idx="6372">
                  <c:v>5.5236900000000002</c:v>
                </c:pt>
                <c:pt idx="6373">
                  <c:v>5.524</c:v>
                </c:pt>
                <c:pt idx="6374">
                  <c:v>5.5243000000000002</c:v>
                </c:pt>
                <c:pt idx="6375">
                  <c:v>5.52461</c:v>
                </c:pt>
                <c:pt idx="6376">
                  <c:v>5.5249100000000002</c:v>
                </c:pt>
                <c:pt idx="6377">
                  <c:v>5.52522</c:v>
                </c:pt>
                <c:pt idx="6378">
                  <c:v>5.5255200000000002</c:v>
                </c:pt>
                <c:pt idx="6379">
                  <c:v>5.52583</c:v>
                </c:pt>
                <c:pt idx="6380">
                  <c:v>5.5261399999999998</c:v>
                </c:pt>
                <c:pt idx="6381">
                  <c:v>5.52644</c:v>
                </c:pt>
                <c:pt idx="6382">
                  <c:v>5.5267499999999998</c:v>
                </c:pt>
                <c:pt idx="6383">
                  <c:v>5.52705</c:v>
                </c:pt>
                <c:pt idx="6384">
                  <c:v>5.5273599999999998</c:v>
                </c:pt>
                <c:pt idx="6385">
                  <c:v>5.52766</c:v>
                </c:pt>
                <c:pt idx="6386">
                  <c:v>5.5279699999999998</c:v>
                </c:pt>
                <c:pt idx="6387">
                  <c:v>5.52827</c:v>
                </c:pt>
                <c:pt idx="6388">
                  <c:v>5.5285799999999998</c:v>
                </c:pt>
                <c:pt idx="6389">
                  <c:v>5.52888</c:v>
                </c:pt>
                <c:pt idx="6390">
                  <c:v>5.5291899999999998</c:v>
                </c:pt>
                <c:pt idx="6391">
                  <c:v>5.52949</c:v>
                </c:pt>
                <c:pt idx="6392">
                  <c:v>5.5297999999999998</c:v>
                </c:pt>
                <c:pt idx="6393">
                  <c:v>5.5301099999999996</c:v>
                </c:pt>
                <c:pt idx="6394">
                  <c:v>5.5304099999999998</c:v>
                </c:pt>
                <c:pt idx="6395">
                  <c:v>5.5307199999999996</c:v>
                </c:pt>
                <c:pt idx="6396">
                  <c:v>5.5310199999999998</c:v>
                </c:pt>
                <c:pt idx="6397">
                  <c:v>5.5313299999999996</c:v>
                </c:pt>
                <c:pt idx="6398">
                  <c:v>5.5316299999999998</c:v>
                </c:pt>
                <c:pt idx="6399">
                  <c:v>5.5319399999999996</c:v>
                </c:pt>
                <c:pt idx="6400">
                  <c:v>5.5322399999999998</c:v>
                </c:pt>
                <c:pt idx="6401">
                  <c:v>5.5325499999999996</c:v>
                </c:pt>
                <c:pt idx="6402">
                  <c:v>5.5328499999999998</c:v>
                </c:pt>
                <c:pt idx="6403">
                  <c:v>5.5331599999999996</c:v>
                </c:pt>
                <c:pt idx="6404">
                  <c:v>5.5334599999999998</c:v>
                </c:pt>
                <c:pt idx="6405">
                  <c:v>5.5337699999999996</c:v>
                </c:pt>
                <c:pt idx="6406">
                  <c:v>5.5340800000000003</c:v>
                </c:pt>
                <c:pt idx="6407">
                  <c:v>5.5343799999999996</c:v>
                </c:pt>
                <c:pt idx="6408">
                  <c:v>5.5346900000000003</c:v>
                </c:pt>
                <c:pt idx="6409">
                  <c:v>5.5349899999999996</c:v>
                </c:pt>
                <c:pt idx="6410">
                  <c:v>5.5353000000000003</c:v>
                </c:pt>
                <c:pt idx="6411">
                  <c:v>5.5355999999999996</c:v>
                </c:pt>
                <c:pt idx="6412">
                  <c:v>5.5359100000000003</c:v>
                </c:pt>
                <c:pt idx="6413">
                  <c:v>5.5362099999999996</c:v>
                </c:pt>
                <c:pt idx="6414">
                  <c:v>5.5365200000000003</c:v>
                </c:pt>
                <c:pt idx="6415">
                  <c:v>5.5368199999999996</c:v>
                </c:pt>
                <c:pt idx="6416">
                  <c:v>5.5371300000000003</c:v>
                </c:pt>
                <c:pt idx="6417">
                  <c:v>5.5374400000000001</c:v>
                </c:pt>
                <c:pt idx="6418">
                  <c:v>5.5377400000000003</c:v>
                </c:pt>
                <c:pt idx="6419">
                  <c:v>5.5380500000000001</c:v>
                </c:pt>
                <c:pt idx="6420">
                  <c:v>5.5383500000000003</c:v>
                </c:pt>
                <c:pt idx="6421">
                  <c:v>5.5386600000000001</c:v>
                </c:pt>
                <c:pt idx="6422">
                  <c:v>5.5389600000000003</c:v>
                </c:pt>
                <c:pt idx="6423">
                  <c:v>5.5392700000000001</c:v>
                </c:pt>
                <c:pt idx="6424">
                  <c:v>5.5395700000000003</c:v>
                </c:pt>
                <c:pt idx="6425">
                  <c:v>5.5398800000000001</c:v>
                </c:pt>
                <c:pt idx="6426">
                  <c:v>5.5401800000000003</c:v>
                </c:pt>
                <c:pt idx="6427">
                  <c:v>5.5404900000000001</c:v>
                </c:pt>
                <c:pt idx="6428">
                  <c:v>5.5407900000000003</c:v>
                </c:pt>
                <c:pt idx="6429">
                  <c:v>5.5411000000000001</c:v>
                </c:pt>
                <c:pt idx="6430">
                  <c:v>5.5414099999999999</c:v>
                </c:pt>
                <c:pt idx="6431">
                  <c:v>5.5417100000000001</c:v>
                </c:pt>
                <c:pt idx="6432">
                  <c:v>5.5420199999999999</c:v>
                </c:pt>
                <c:pt idx="6433">
                  <c:v>5.5423200000000001</c:v>
                </c:pt>
                <c:pt idx="6434">
                  <c:v>5.5426299999999999</c:v>
                </c:pt>
                <c:pt idx="6435">
                  <c:v>5.5429300000000001</c:v>
                </c:pt>
                <c:pt idx="6436">
                  <c:v>5.5432399999999999</c:v>
                </c:pt>
                <c:pt idx="6437">
                  <c:v>5.5435400000000001</c:v>
                </c:pt>
                <c:pt idx="6438">
                  <c:v>5.5438499999999999</c:v>
                </c:pt>
                <c:pt idx="6439">
                  <c:v>5.5441500000000001</c:v>
                </c:pt>
                <c:pt idx="6440">
                  <c:v>5.5444599999999999</c:v>
                </c:pt>
                <c:pt idx="6441">
                  <c:v>5.5447600000000001</c:v>
                </c:pt>
                <c:pt idx="6442">
                  <c:v>5.5450699999999999</c:v>
                </c:pt>
                <c:pt idx="6443">
                  <c:v>5.5453799999999998</c:v>
                </c:pt>
                <c:pt idx="6444">
                  <c:v>5.5456799999999999</c:v>
                </c:pt>
                <c:pt idx="6445">
                  <c:v>5.5459899999999998</c:v>
                </c:pt>
                <c:pt idx="6446">
                  <c:v>5.5462899999999999</c:v>
                </c:pt>
                <c:pt idx="6447">
                  <c:v>5.5465999999999998</c:v>
                </c:pt>
                <c:pt idx="6448">
                  <c:v>5.5468999999999999</c:v>
                </c:pt>
                <c:pt idx="6449">
                  <c:v>5.5472099999999998</c:v>
                </c:pt>
                <c:pt idx="6450">
                  <c:v>5.5475099999999999</c:v>
                </c:pt>
                <c:pt idx="6451">
                  <c:v>5.5478199999999998</c:v>
                </c:pt>
                <c:pt idx="6452">
                  <c:v>5.5481199999999999</c:v>
                </c:pt>
                <c:pt idx="6453">
                  <c:v>5.5484299999999998</c:v>
                </c:pt>
                <c:pt idx="6454">
                  <c:v>5.5487299999999999</c:v>
                </c:pt>
                <c:pt idx="6455">
                  <c:v>5.5490399999999998</c:v>
                </c:pt>
                <c:pt idx="6456">
                  <c:v>5.5493499999999996</c:v>
                </c:pt>
                <c:pt idx="6457">
                  <c:v>5.5496499999999997</c:v>
                </c:pt>
                <c:pt idx="6458">
                  <c:v>5.5499599999999996</c:v>
                </c:pt>
                <c:pt idx="6459">
                  <c:v>5.5502599999999997</c:v>
                </c:pt>
                <c:pt idx="6460">
                  <c:v>5.5505699999999996</c:v>
                </c:pt>
                <c:pt idx="6461">
                  <c:v>5.5508699999999997</c:v>
                </c:pt>
                <c:pt idx="6462">
                  <c:v>5.5511799999999996</c:v>
                </c:pt>
                <c:pt idx="6463">
                  <c:v>5.5514799999999997</c:v>
                </c:pt>
                <c:pt idx="6464">
                  <c:v>5.5517899999999996</c:v>
                </c:pt>
                <c:pt idx="6465">
                  <c:v>5.5520899999999997</c:v>
                </c:pt>
                <c:pt idx="6466">
                  <c:v>5.5523999999999996</c:v>
                </c:pt>
                <c:pt idx="6467">
                  <c:v>5.5526999999999997</c:v>
                </c:pt>
                <c:pt idx="6468">
                  <c:v>5.5530099999999996</c:v>
                </c:pt>
                <c:pt idx="6469">
                  <c:v>5.5533200000000003</c:v>
                </c:pt>
                <c:pt idx="6470">
                  <c:v>5.5536199999999996</c:v>
                </c:pt>
                <c:pt idx="6471">
                  <c:v>5.5539300000000003</c:v>
                </c:pt>
                <c:pt idx="6472">
                  <c:v>5.5542299999999996</c:v>
                </c:pt>
                <c:pt idx="6473">
                  <c:v>5.5545400000000003</c:v>
                </c:pt>
                <c:pt idx="6474">
                  <c:v>5.5548400000000004</c:v>
                </c:pt>
                <c:pt idx="6475">
                  <c:v>5.5551500000000003</c:v>
                </c:pt>
                <c:pt idx="6476">
                  <c:v>5.5554500000000004</c:v>
                </c:pt>
                <c:pt idx="6477">
                  <c:v>5.5557600000000003</c:v>
                </c:pt>
                <c:pt idx="6478">
                  <c:v>5.5560600000000004</c:v>
                </c:pt>
                <c:pt idx="6479">
                  <c:v>5.5563700000000003</c:v>
                </c:pt>
                <c:pt idx="6480">
                  <c:v>5.5566800000000001</c:v>
                </c:pt>
                <c:pt idx="6481">
                  <c:v>5.5569800000000003</c:v>
                </c:pt>
                <c:pt idx="6482">
                  <c:v>5.5572900000000001</c:v>
                </c:pt>
                <c:pt idx="6483">
                  <c:v>5.5575900000000003</c:v>
                </c:pt>
                <c:pt idx="6484">
                  <c:v>5.5579000000000001</c:v>
                </c:pt>
                <c:pt idx="6485">
                  <c:v>5.5582000000000003</c:v>
                </c:pt>
                <c:pt idx="6486">
                  <c:v>5.5585100000000001</c:v>
                </c:pt>
                <c:pt idx="6487">
                  <c:v>5.5588100000000003</c:v>
                </c:pt>
                <c:pt idx="6488">
                  <c:v>5.5591200000000001</c:v>
                </c:pt>
                <c:pt idx="6489">
                  <c:v>5.5594200000000003</c:v>
                </c:pt>
                <c:pt idx="6490">
                  <c:v>5.5597300000000001</c:v>
                </c:pt>
                <c:pt idx="6491">
                  <c:v>5.5600300000000002</c:v>
                </c:pt>
                <c:pt idx="6492">
                  <c:v>5.5603400000000001</c:v>
                </c:pt>
                <c:pt idx="6493">
                  <c:v>5.5606499999999999</c:v>
                </c:pt>
                <c:pt idx="6494">
                  <c:v>5.5609500000000001</c:v>
                </c:pt>
                <c:pt idx="6495">
                  <c:v>5.5612599999999999</c:v>
                </c:pt>
                <c:pt idx="6496">
                  <c:v>5.5615600000000001</c:v>
                </c:pt>
                <c:pt idx="6497">
                  <c:v>5.5618699999999999</c:v>
                </c:pt>
                <c:pt idx="6498">
                  <c:v>5.5621700000000001</c:v>
                </c:pt>
                <c:pt idx="6499">
                  <c:v>5.5624799999999999</c:v>
                </c:pt>
                <c:pt idx="6500">
                  <c:v>5.5627800000000001</c:v>
                </c:pt>
                <c:pt idx="6501">
                  <c:v>5.5630899999999999</c:v>
                </c:pt>
                <c:pt idx="6502">
                  <c:v>5.5633900000000001</c:v>
                </c:pt>
                <c:pt idx="6503">
                  <c:v>5.5636999999999999</c:v>
                </c:pt>
                <c:pt idx="6504">
                  <c:v>5.5640000000000001</c:v>
                </c:pt>
                <c:pt idx="6505">
                  <c:v>5.5643099999999999</c:v>
                </c:pt>
                <c:pt idx="6506">
                  <c:v>5.5646199999999997</c:v>
                </c:pt>
                <c:pt idx="6507">
                  <c:v>5.5649199999999999</c:v>
                </c:pt>
                <c:pt idx="6508">
                  <c:v>5.5652299999999997</c:v>
                </c:pt>
                <c:pt idx="6509">
                  <c:v>5.5655299999999999</c:v>
                </c:pt>
                <c:pt idx="6510">
                  <c:v>5.5658399999999997</c:v>
                </c:pt>
                <c:pt idx="6511">
                  <c:v>5.5661399999999999</c:v>
                </c:pt>
                <c:pt idx="6512">
                  <c:v>5.5664499999999997</c:v>
                </c:pt>
                <c:pt idx="6513">
                  <c:v>5.5667499999999999</c:v>
                </c:pt>
                <c:pt idx="6514">
                  <c:v>5.5670599999999997</c:v>
                </c:pt>
                <c:pt idx="6515">
                  <c:v>5.5673599999999999</c:v>
                </c:pt>
                <c:pt idx="6516">
                  <c:v>5.5676699999999997</c:v>
                </c:pt>
                <c:pt idx="6517">
                  <c:v>5.5679699999999999</c:v>
                </c:pt>
                <c:pt idx="6518">
                  <c:v>5.5682799999999997</c:v>
                </c:pt>
                <c:pt idx="6519">
                  <c:v>5.5685900000000004</c:v>
                </c:pt>
                <c:pt idx="6520">
                  <c:v>5.5688899999999997</c:v>
                </c:pt>
                <c:pt idx="6521">
                  <c:v>5.5692000000000004</c:v>
                </c:pt>
                <c:pt idx="6522">
                  <c:v>5.5694999999999997</c:v>
                </c:pt>
                <c:pt idx="6523">
                  <c:v>5.5698100000000004</c:v>
                </c:pt>
                <c:pt idx="6524">
                  <c:v>5.5701099999999997</c:v>
                </c:pt>
                <c:pt idx="6525">
                  <c:v>5.5704200000000004</c:v>
                </c:pt>
                <c:pt idx="6526">
                  <c:v>5.5707199999999997</c:v>
                </c:pt>
                <c:pt idx="6527">
                  <c:v>5.5710300000000004</c:v>
                </c:pt>
                <c:pt idx="6528">
                  <c:v>5.5713299999999997</c:v>
                </c:pt>
                <c:pt idx="6529">
                  <c:v>5.5716400000000004</c:v>
                </c:pt>
                <c:pt idx="6530">
                  <c:v>5.5719500000000002</c:v>
                </c:pt>
                <c:pt idx="6531">
                  <c:v>5.5722500000000004</c:v>
                </c:pt>
                <c:pt idx="6532">
                  <c:v>5.5725600000000002</c:v>
                </c:pt>
                <c:pt idx="6533">
                  <c:v>5.5728600000000004</c:v>
                </c:pt>
                <c:pt idx="6534">
                  <c:v>5.5731700000000002</c:v>
                </c:pt>
                <c:pt idx="6535">
                  <c:v>5.5734700000000004</c:v>
                </c:pt>
                <c:pt idx="6536">
                  <c:v>5.5737800000000002</c:v>
                </c:pt>
                <c:pt idx="6537">
                  <c:v>5.5740800000000004</c:v>
                </c:pt>
                <c:pt idx="6538">
                  <c:v>5.5743900000000002</c:v>
                </c:pt>
                <c:pt idx="6539">
                  <c:v>5.5746900000000004</c:v>
                </c:pt>
                <c:pt idx="6540">
                  <c:v>5.5750000000000002</c:v>
                </c:pt>
                <c:pt idx="6541">
                  <c:v>5.5753000000000004</c:v>
                </c:pt>
                <c:pt idx="6542">
                  <c:v>5.5756100000000002</c:v>
                </c:pt>
                <c:pt idx="6543">
                  <c:v>5.57592</c:v>
                </c:pt>
                <c:pt idx="6544">
                  <c:v>5.5762200000000002</c:v>
                </c:pt>
                <c:pt idx="6545">
                  <c:v>5.57653</c:v>
                </c:pt>
                <c:pt idx="6546">
                  <c:v>5.5768300000000002</c:v>
                </c:pt>
                <c:pt idx="6547">
                  <c:v>5.57714</c:v>
                </c:pt>
                <c:pt idx="6548">
                  <c:v>5.5774400000000002</c:v>
                </c:pt>
                <c:pt idx="6549">
                  <c:v>5.57775</c:v>
                </c:pt>
                <c:pt idx="6550">
                  <c:v>5.5780500000000002</c:v>
                </c:pt>
                <c:pt idx="6551">
                  <c:v>5.57836</c:v>
                </c:pt>
                <c:pt idx="6552">
                  <c:v>5.5786600000000002</c:v>
                </c:pt>
                <c:pt idx="6553">
                  <c:v>5.57897</c:v>
                </c:pt>
                <c:pt idx="6554">
                  <c:v>5.5792700000000002</c:v>
                </c:pt>
                <c:pt idx="6555">
                  <c:v>5.57958</c:v>
                </c:pt>
                <c:pt idx="6556">
                  <c:v>5.5798899999999998</c:v>
                </c:pt>
                <c:pt idx="6557">
                  <c:v>5.58019</c:v>
                </c:pt>
                <c:pt idx="6558">
                  <c:v>5.5804999999999998</c:v>
                </c:pt>
                <c:pt idx="6559">
                  <c:v>5.5808</c:v>
                </c:pt>
                <c:pt idx="6560">
                  <c:v>5.5811099999999998</c:v>
                </c:pt>
                <c:pt idx="6561">
                  <c:v>5.58141</c:v>
                </c:pt>
                <c:pt idx="6562">
                  <c:v>5.5817199999999998</c:v>
                </c:pt>
                <c:pt idx="6563">
                  <c:v>5.58202</c:v>
                </c:pt>
                <c:pt idx="6564">
                  <c:v>5.5823299999999998</c:v>
                </c:pt>
                <c:pt idx="6565">
                  <c:v>5.58263</c:v>
                </c:pt>
                <c:pt idx="6566">
                  <c:v>5.5829399999999998</c:v>
                </c:pt>
                <c:pt idx="6567">
                  <c:v>5.58324</c:v>
                </c:pt>
                <c:pt idx="6568">
                  <c:v>5.5835499999999998</c:v>
                </c:pt>
                <c:pt idx="6569">
                  <c:v>5.5838599999999996</c:v>
                </c:pt>
                <c:pt idx="6570">
                  <c:v>5.5841599999999998</c:v>
                </c:pt>
                <c:pt idx="6571">
                  <c:v>5.5844699999999996</c:v>
                </c:pt>
                <c:pt idx="6572">
                  <c:v>5.5847699999999998</c:v>
                </c:pt>
                <c:pt idx="6573">
                  <c:v>5.5850799999999996</c:v>
                </c:pt>
                <c:pt idx="6574">
                  <c:v>5.5853799999999998</c:v>
                </c:pt>
                <c:pt idx="6575">
                  <c:v>5.5856899999999996</c:v>
                </c:pt>
                <c:pt idx="6576">
                  <c:v>5.5859899999999998</c:v>
                </c:pt>
                <c:pt idx="6577">
                  <c:v>5.5862999999999996</c:v>
                </c:pt>
                <c:pt idx="6578">
                  <c:v>5.5865999999999998</c:v>
                </c:pt>
                <c:pt idx="6579">
                  <c:v>5.5869099999999996</c:v>
                </c:pt>
                <c:pt idx="6580">
                  <c:v>5.5872099999999998</c:v>
                </c:pt>
                <c:pt idx="6581">
                  <c:v>5.5875199999999996</c:v>
                </c:pt>
                <c:pt idx="6582">
                  <c:v>5.5878300000000003</c:v>
                </c:pt>
                <c:pt idx="6583">
                  <c:v>5.5881299999999996</c:v>
                </c:pt>
                <c:pt idx="6584">
                  <c:v>5.5884400000000003</c:v>
                </c:pt>
                <c:pt idx="6585">
                  <c:v>5.5887399999999996</c:v>
                </c:pt>
                <c:pt idx="6586">
                  <c:v>5.5890500000000003</c:v>
                </c:pt>
                <c:pt idx="6587">
                  <c:v>5.5893499999999996</c:v>
                </c:pt>
                <c:pt idx="6588">
                  <c:v>5.5896600000000003</c:v>
                </c:pt>
                <c:pt idx="6589">
                  <c:v>5.5899599999999996</c:v>
                </c:pt>
                <c:pt idx="6590">
                  <c:v>5.5902700000000003</c:v>
                </c:pt>
                <c:pt idx="6591">
                  <c:v>5.5905699999999996</c:v>
                </c:pt>
                <c:pt idx="6592">
                  <c:v>5.5908800000000003</c:v>
                </c:pt>
                <c:pt idx="6593">
                  <c:v>5.5911900000000001</c:v>
                </c:pt>
                <c:pt idx="6594">
                  <c:v>5.5914900000000003</c:v>
                </c:pt>
                <c:pt idx="6595">
                  <c:v>5.5918000000000001</c:v>
                </c:pt>
                <c:pt idx="6596">
                  <c:v>5.5921000000000003</c:v>
                </c:pt>
                <c:pt idx="6597">
                  <c:v>5.5924100000000001</c:v>
                </c:pt>
                <c:pt idx="6598">
                  <c:v>5.5927100000000003</c:v>
                </c:pt>
                <c:pt idx="6599">
                  <c:v>5.5930200000000001</c:v>
                </c:pt>
                <c:pt idx="6600">
                  <c:v>5.5933200000000003</c:v>
                </c:pt>
                <c:pt idx="6601">
                  <c:v>5.5936300000000001</c:v>
                </c:pt>
                <c:pt idx="6602">
                  <c:v>5.5939300000000003</c:v>
                </c:pt>
                <c:pt idx="6603">
                  <c:v>5.5942400000000001</c:v>
                </c:pt>
                <c:pt idx="6604">
                  <c:v>5.5945400000000003</c:v>
                </c:pt>
                <c:pt idx="6605">
                  <c:v>5.5948500000000001</c:v>
                </c:pt>
                <c:pt idx="6606">
                  <c:v>5.5951599999999999</c:v>
                </c:pt>
                <c:pt idx="6607">
                  <c:v>5.5954600000000001</c:v>
                </c:pt>
                <c:pt idx="6608">
                  <c:v>5.5957699999999999</c:v>
                </c:pt>
                <c:pt idx="6609">
                  <c:v>5.5960700000000001</c:v>
                </c:pt>
                <c:pt idx="6610">
                  <c:v>5.5963799999999999</c:v>
                </c:pt>
                <c:pt idx="6611">
                  <c:v>5.5966800000000001</c:v>
                </c:pt>
                <c:pt idx="6612">
                  <c:v>5.5969899999999999</c:v>
                </c:pt>
                <c:pt idx="6613">
                  <c:v>5.5972900000000001</c:v>
                </c:pt>
                <c:pt idx="6614">
                  <c:v>5.5975999999999999</c:v>
                </c:pt>
                <c:pt idx="6615">
                  <c:v>5.5979000000000001</c:v>
                </c:pt>
                <c:pt idx="6616">
                  <c:v>5.5982099999999999</c:v>
                </c:pt>
                <c:pt idx="6617">
                  <c:v>5.5985100000000001</c:v>
                </c:pt>
                <c:pt idx="6618">
                  <c:v>5.5988199999999999</c:v>
                </c:pt>
                <c:pt idx="6619">
                  <c:v>5.5991299999999997</c:v>
                </c:pt>
                <c:pt idx="6620">
                  <c:v>5.5994299999999999</c:v>
                </c:pt>
                <c:pt idx="6621">
                  <c:v>5.5997399999999997</c:v>
                </c:pt>
                <c:pt idx="6622">
                  <c:v>5.6000399999999999</c:v>
                </c:pt>
                <c:pt idx="6623">
                  <c:v>5.6003499999999997</c:v>
                </c:pt>
                <c:pt idx="6624">
                  <c:v>5.6006499999999999</c:v>
                </c:pt>
                <c:pt idx="6625">
                  <c:v>5.6009599999999997</c:v>
                </c:pt>
                <c:pt idx="6626">
                  <c:v>5.6012599999999999</c:v>
                </c:pt>
                <c:pt idx="6627">
                  <c:v>5.6015699999999997</c:v>
                </c:pt>
                <c:pt idx="6628">
                  <c:v>5.6018699999999999</c:v>
                </c:pt>
                <c:pt idx="6629">
                  <c:v>5.6021799999999997</c:v>
                </c:pt>
                <c:pt idx="6630">
                  <c:v>5.6024799999999999</c:v>
                </c:pt>
                <c:pt idx="6631">
                  <c:v>5.6027899999999997</c:v>
                </c:pt>
                <c:pt idx="6632">
                  <c:v>5.6031000000000004</c:v>
                </c:pt>
                <c:pt idx="6633">
                  <c:v>5.6033999999999997</c:v>
                </c:pt>
                <c:pt idx="6634">
                  <c:v>5.6037100000000004</c:v>
                </c:pt>
                <c:pt idx="6635">
                  <c:v>5.6040099999999997</c:v>
                </c:pt>
                <c:pt idx="6636">
                  <c:v>5.6043200000000004</c:v>
                </c:pt>
                <c:pt idx="6637">
                  <c:v>5.6046199999999997</c:v>
                </c:pt>
                <c:pt idx="6638">
                  <c:v>5.6049300000000004</c:v>
                </c:pt>
                <c:pt idx="6639">
                  <c:v>5.6052299999999997</c:v>
                </c:pt>
                <c:pt idx="6640">
                  <c:v>5.6055400000000004</c:v>
                </c:pt>
                <c:pt idx="6641">
                  <c:v>5.6058399999999997</c:v>
                </c:pt>
                <c:pt idx="6642">
                  <c:v>5.6061500000000004</c:v>
                </c:pt>
                <c:pt idx="6643">
                  <c:v>5.6064499999999997</c:v>
                </c:pt>
                <c:pt idx="6644">
                  <c:v>5.6067600000000004</c:v>
                </c:pt>
                <c:pt idx="6645">
                  <c:v>5.6070700000000002</c:v>
                </c:pt>
                <c:pt idx="6646">
                  <c:v>5.6073700000000004</c:v>
                </c:pt>
                <c:pt idx="6647">
                  <c:v>5.6076800000000002</c:v>
                </c:pt>
                <c:pt idx="6648">
                  <c:v>5.6079800000000004</c:v>
                </c:pt>
                <c:pt idx="6649">
                  <c:v>5.6082900000000002</c:v>
                </c:pt>
                <c:pt idx="6650">
                  <c:v>5.6085900000000004</c:v>
                </c:pt>
                <c:pt idx="6651">
                  <c:v>5.6089000000000002</c:v>
                </c:pt>
                <c:pt idx="6652">
                  <c:v>5.6092000000000004</c:v>
                </c:pt>
                <c:pt idx="6653">
                  <c:v>5.6095100000000002</c:v>
                </c:pt>
                <c:pt idx="6654">
                  <c:v>5.6098100000000004</c:v>
                </c:pt>
                <c:pt idx="6655">
                  <c:v>5.6101200000000002</c:v>
                </c:pt>
                <c:pt idx="6656">
                  <c:v>5.61043</c:v>
                </c:pt>
                <c:pt idx="6657">
                  <c:v>5.6107300000000002</c:v>
                </c:pt>
                <c:pt idx="6658">
                  <c:v>5.61104</c:v>
                </c:pt>
                <c:pt idx="6659">
                  <c:v>5.6113400000000002</c:v>
                </c:pt>
                <c:pt idx="6660">
                  <c:v>5.61165</c:v>
                </c:pt>
                <c:pt idx="6661">
                  <c:v>5.6119500000000002</c:v>
                </c:pt>
                <c:pt idx="6662">
                  <c:v>5.61226</c:v>
                </c:pt>
                <c:pt idx="6663">
                  <c:v>5.6125600000000002</c:v>
                </c:pt>
                <c:pt idx="6664">
                  <c:v>5.61287</c:v>
                </c:pt>
                <c:pt idx="6665">
                  <c:v>5.6131700000000002</c:v>
                </c:pt>
                <c:pt idx="6666">
                  <c:v>5.61348</c:v>
                </c:pt>
                <c:pt idx="6667">
                  <c:v>5.6137800000000002</c:v>
                </c:pt>
                <c:pt idx="6668">
                  <c:v>5.61409</c:v>
                </c:pt>
                <c:pt idx="6669">
                  <c:v>5.6143999999999998</c:v>
                </c:pt>
                <c:pt idx="6670">
                  <c:v>5.6147</c:v>
                </c:pt>
                <c:pt idx="6671">
                  <c:v>5.6150099999999998</c:v>
                </c:pt>
                <c:pt idx="6672">
                  <c:v>5.61531</c:v>
                </c:pt>
                <c:pt idx="6673">
                  <c:v>5.6156199999999998</c:v>
                </c:pt>
                <c:pt idx="6674">
                  <c:v>5.61592</c:v>
                </c:pt>
                <c:pt idx="6675">
                  <c:v>5.6162299999999998</c:v>
                </c:pt>
                <c:pt idx="6676">
                  <c:v>5.61653</c:v>
                </c:pt>
                <c:pt idx="6677">
                  <c:v>5.6168399999999998</c:v>
                </c:pt>
                <c:pt idx="6678">
                  <c:v>5.61714</c:v>
                </c:pt>
                <c:pt idx="6679">
                  <c:v>5.6174499999999998</c:v>
                </c:pt>
                <c:pt idx="6680">
                  <c:v>5.61775</c:v>
                </c:pt>
                <c:pt idx="6681">
                  <c:v>5.6180599999999998</c:v>
                </c:pt>
                <c:pt idx="6682">
                  <c:v>5.6183699999999996</c:v>
                </c:pt>
                <c:pt idx="6683">
                  <c:v>5.6186699999999998</c:v>
                </c:pt>
                <c:pt idx="6684">
                  <c:v>5.6189799999999996</c:v>
                </c:pt>
                <c:pt idx="6685">
                  <c:v>5.6192799999999998</c:v>
                </c:pt>
                <c:pt idx="6686">
                  <c:v>5.6195899999999996</c:v>
                </c:pt>
                <c:pt idx="6687">
                  <c:v>5.6198899999999998</c:v>
                </c:pt>
                <c:pt idx="6688">
                  <c:v>5.6201999999999996</c:v>
                </c:pt>
                <c:pt idx="6689">
                  <c:v>5.6204999999999998</c:v>
                </c:pt>
                <c:pt idx="6690">
                  <c:v>5.6208099999999996</c:v>
                </c:pt>
                <c:pt idx="6691">
                  <c:v>5.6211099999999998</c:v>
                </c:pt>
                <c:pt idx="6692">
                  <c:v>5.6214199999999996</c:v>
                </c:pt>
                <c:pt idx="6693">
                  <c:v>5.6217199999999998</c:v>
                </c:pt>
                <c:pt idx="6694">
                  <c:v>5.6220299999999996</c:v>
                </c:pt>
                <c:pt idx="6695">
                  <c:v>5.6223400000000003</c:v>
                </c:pt>
                <c:pt idx="6696">
                  <c:v>5.6226399999999996</c:v>
                </c:pt>
                <c:pt idx="6697">
                  <c:v>5.6229500000000003</c:v>
                </c:pt>
                <c:pt idx="6698">
                  <c:v>5.6232499999999996</c:v>
                </c:pt>
                <c:pt idx="6699">
                  <c:v>5.6235600000000003</c:v>
                </c:pt>
                <c:pt idx="6700">
                  <c:v>5.6238599999999996</c:v>
                </c:pt>
                <c:pt idx="6701">
                  <c:v>5.6241700000000003</c:v>
                </c:pt>
                <c:pt idx="6702">
                  <c:v>5.6244699999999996</c:v>
                </c:pt>
                <c:pt idx="6703">
                  <c:v>5.6247800000000003</c:v>
                </c:pt>
                <c:pt idx="6704">
                  <c:v>5.6250799999999996</c:v>
                </c:pt>
                <c:pt idx="6705">
                  <c:v>5.6253900000000003</c:v>
                </c:pt>
                <c:pt idx="6706">
                  <c:v>5.6256899999999996</c:v>
                </c:pt>
                <c:pt idx="6707">
                  <c:v>5.6260000000000003</c:v>
                </c:pt>
                <c:pt idx="6708">
                  <c:v>5.6263100000000001</c:v>
                </c:pt>
                <c:pt idx="6709">
                  <c:v>5.6266100000000003</c:v>
                </c:pt>
                <c:pt idx="6710">
                  <c:v>5.6269200000000001</c:v>
                </c:pt>
                <c:pt idx="6711">
                  <c:v>5.6272200000000003</c:v>
                </c:pt>
                <c:pt idx="6712">
                  <c:v>5.6275300000000001</c:v>
                </c:pt>
                <c:pt idx="6713">
                  <c:v>5.6278300000000003</c:v>
                </c:pt>
                <c:pt idx="6714">
                  <c:v>5.6281400000000001</c:v>
                </c:pt>
                <c:pt idx="6715">
                  <c:v>5.6284400000000003</c:v>
                </c:pt>
                <c:pt idx="6716">
                  <c:v>5.6287500000000001</c:v>
                </c:pt>
                <c:pt idx="6717">
                  <c:v>5.6290500000000003</c:v>
                </c:pt>
                <c:pt idx="6718">
                  <c:v>5.6293600000000001</c:v>
                </c:pt>
                <c:pt idx="6719">
                  <c:v>5.62967</c:v>
                </c:pt>
                <c:pt idx="6720">
                  <c:v>5.6299700000000001</c:v>
                </c:pt>
                <c:pt idx="6721">
                  <c:v>5.63028</c:v>
                </c:pt>
                <c:pt idx="6722">
                  <c:v>5.6305800000000001</c:v>
                </c:pt>
                <c:pt idx="6723">
                  <c:v>5.63089</c:v>
                </c:pt>
                <c:pt idx="6724">
                  <c:v>5.6311900000000001</c:v>
                </c:pt>
                <c:pt idx="6725">
                  <c:v>5.6315</c:v>
                </c:pt>
                <c:pt idx="6726">
                  <c:v>5.6318000000000001</c:v>
                </c:pt>
                <c:pt idx="6727">
                  <c:v>5.6321099999999999</c:v>
                </c:pt>
                <c:pt idx="6728">
                  <c:v>5.6324100000000001</c:v>
                </c:pt>
                <c:pt idx="6729">
                  <c:v>5.6327199999999999</c:v>
                </c:pt>
                <c:pt idx="6730">
                  <c:v>5.6330200000000001</c:v>
                </c:pt>
                <c:pt idx="6731">
                  <c:v>5.6333299999999999</c:v>
                </c:pt>
                <c:pt idx="6732">
                  <c:v>5.6336399999999998</c:v>
                </c:pt>
                <c:pt idx="6733">
                  <c:v>5.6339399999999999</c:v>
                </c:pt>
                <c:pt idx="6734">
                  <c:v>5.6342499999999998</c:v>
                </c:pt>
                <c:pt idx="6735">
                  <c:v>5.6345499999999999</c:v>
                </c:pt>
                <c:pt idx="6736">
                  <c:v>5.6348599999999998</c:v>
                </c:pt>
                <c:pt idx="6737">
                  <c:v>5.6351599999999999</c:v>
                </c:pt>
                <c:pt idx="6738">
                  <c:v>5.6354699999999998</c:v>
                </c:pt>
                <c:pt idx="6739">
                  <c:v>5.6357699999999999</c:v>
                </c:pt>
                <c:pt idx="6740">
                  <c:v>5.6360799999999998</c:v>
                </c:pt>
                <c:pt idx="6741">
                  <c:v>5.6363799999999999</c:v>
                </c:pt>
                <c:pt idx="6742">
                  <c:v>5.6366899999999998</c:v>
                </c:pt>
                <c:pt idx="6743">
                  <c:v>5.6369899999999999</c:v>
                </c:pt>
                <c:pt idx="6744">
                  <c:v>5.6372999999999998</c:v>
                </c:pt>
                <c:pt idx="6745">
                  <c:v>5.6376099999999996</c:v>
                </c:pt>
                <c:pt idx="6746">
                  <c:v>5.6379099999999998</c:v>
                </c:pt>
                <c:pt idx="6747">
                  <c:v>5.6382199999999996</c:v>
                </c:pt>
                <c:pt idx="6748">
                  <c:v>5.6385199999999998</c:v>
                </c:pt>
                <c:pt idx="6749">
                  <c:v>5.6388299999999996</c:v>
                </c:pt>
                <c:pt idx="6750">
                  <c:v>5.6391299999999998</c:v>
                </c:pt>
                <c:pt idx="6751">
                  <c:v>5.6394399999999996</c:v>
                </c:pt>
                <c:pt idx="6752">
                  <c:v>5.6397399999999998</c:v>
                </c:pt>
                <c:pt idx="6753">
                  <c:v>5.6400499999999996</c:v>
                </c:pt>
                <c:pt idx="6754">
                  <c:v>5.6403499999999998</c:v>
                </c:pt>
                <c:pt idx="6755">
                  <c:v>5.6406599999999996</c:v>
                </c:pt>
                <c:pt idx="6756">
                  <c:v>5.6409599999999998</c:v>
                </c:pt>
                <c:pt idx="6757">
                  <c:v>5.6412699999999996</c:v>
                </c:pt>
                <c:pt idx="6758">
                  <c:v>5.6415800000000003</c:v>
                </c:pt>
                <c:pt idx="6759">
                  <c:v>5.6418799999999996</c:v>
                </c:pt>
                <c:pt idx="6760">
                  <c:v>5.6421900000000003</c:v>
                </c:pt>
                <c:pt idx="6761">
                  <c:v>5.6424899999999996</c:v>
                </c:pt>
                <c:pt idx="6762">
                  <c:v>5.6428000000000003</c:v>
                </c:pt>
                <c:pt idx="6763">
                  <c:v>5.6430999999999996</c:v>
                </c:pt>
                <c:pt idx="6764">
                  <c:v>5.6434100000000003</c:v>
                </c:pt>
                <c:pt idx="6765">
                  <c:v>5.6437099999999996</c:v>
                </c:pt>
                <c:pt idx="6766">
                  <c:v>5.6440200000000003</c:v>
                </c:pt>
                <c:pt idx="6767">
                  <c:v>5.6443199999999996</c:v>
                </c:pt>
                <c:pt idx="6768">
                  <c:v>5.6446300000000003</c:v>
                </c:pt>
                <c:pt idx="6769">
                  <c:v>5.6449400000000001</c:v>
                </c:pt>
                <c:pt idx="6770">
                  <c:v>5.6452400000000003</c:v>
                </c:pt>
                <c:pt idx="6771">
                  <c:v>5.6455500000000001</c:v>
                </c:pt>
                <c:pt idx="6772">
                  <c:v>5.6458500000000003</c:v>
                </c:pt>
                <c:pt idx="6773">
                  <c:v>5.6461600000000001</c:v>
                </c:pt>
                <c:pt idx="6774">
                  <c:v>5.6464600000000003</c:v>
                </c:pt>
                <c:pt idx="6775">
                  <c:v>5.6467700000000001</c:v>
                </c:pt>
                <c:pt idx="6776">
                  <c:v>5.6470700000000003</c:v>
                </c:pt>
                <c:pt idx="6777">
                  <c:v>5.6473800000000001</c:v>
                </c:pt>
                <c:pt idx="6778">
                  <c:v>5.6476800000000003</c:v>
                </c:pt>
                <c:pt idx="6779">
                  <c:v>5.6479900000000001</c:v>
                </c:pt>
                <c:pt idx="6780">
                  <c:v>5.6482900000000003</c:v>
                </c:pt>
                <c:pt idx="6781">
                  <c:v>5.6486000000000001</c:v>
                </c:pt>
                <c:pt idx="6782">
                  <c:v>5.6489099999999999</c:v>
                </c:pt>
                <c:pt idx="6783">
                  <c:v>5.6492100000000001</c:v>
                </c:pt>
                <c:pt idx="6784">
                  <c:v>5.6495199999999999</c:v>
                </c:pt>
                <c:pt idx="6785">
                  <c:v>5.6498200000000001</c:v>
                </c:pt>
                <c:pt idx="6786">
                  <c:v>5.6501299999999999</c:v>
                </c:pt>
                <c:pt idx="6787">
                  <c:v>5.6504300000000001</c:v>
                </c:pt>
                <c:pt idx="6788">
                  <c:v>5.6507399999999999</c:v>
                </c:pt>
                <c:pt idx="6789">
                  <c:v>5.6510400000000001</c:v>
                </c:pt>
                <c:pt idx="6790">
                  <c:v>5.6513499999999999</c:v>
                </c:pt>
                <c:pt idx="6791">
                  <c:v>5.6516500000000001</c:v>
                </c:pt>
                <c:pt idx="6792">
                  <c:v>5.6519599999999999</c:v>
                </c:pt>
                <c:pt idx="6793">
                  <c:v>5.6522600000000001</c:v>
                </c:pt>
                <c:pt idx="6794">
                  <c:v>5.6525699999999999</c:v>
                </c:pt>
                <c:pt idx="6795">
                  <c:v>5.6528799999999997</c:v>
                </c:pt>
                <c:pt idx="6796">
                  <c:v>5.6531799999999999</c:v>
                </c:pt>
                <c:pt idx="6797">
                  <c:v>5.6534899999999997</c:v>
                </c:pt>
                <c:pt idx="6798">
                  <c:v>5.6537899999999999</c:v>
                </c:pt>
                <c:pt idx="6799">
                  <c:v>5.6540999999999997</c:v>
                </c:pt>
                <c:pt idx="6800">
                  <c:v>5.6543999999999999</c:v>
                </c:pt>
                <c:pt idx="6801">
                  <c:v>5.6547099999999997</c:v>
                </c:pt>
                <c:pt idx="6802">
                  <c:v>5.6550099999999999</c:v>
                </c:pt>
                <c:pt idx="6803">
                  <c:v>5.6553199999999997</c:v>
                </c:pt>
                <c:pt idx="6804">
                  <c:v>5.6556199999999999</c:v>
                </c:pt>
                <c:pt idx="6805">
                  <c:v>5.6559299999999997</c:v>
                </c:pt>
                <c:pt idx="6806">
                  <c:v>5.6562299999999999</c:v>
                </c:pt>
                <c:pt idx="6807">
                  <c:v>5.6565399999999997</c:v>
                </c:pt>
                <c:pt idx="6808">
                  <c:v>5.6568500000000004</c:v>
                </c:pt>
                <c:pt idx="6809">
                  <c:v>5.6571499999999997</c:v>
                </c:pt>
                <c:pt idx="6810">
                  <c:v>5.6574600000000004</c:v>
                </c:pt>
                <c:pt idx="6811">
                  <c:v>5.6577599999999997</c:v>
                </c:pt>
                <c:pt idx="6812">
                  <c:v>5.6580700000000004</c:v>
                </c:pt>
                <c:pt idx="6813">
                  <c:v>5.6583699999999997</c:v>
                </c:pt>
                <c:pt idx="6814">
                  <c:v>5.6586800000000004</c:v>
                </c:pt>
                <c:pt idx="6815">
                  <c:v>5.6589799999999997</c:v>
                </c:pt>
                <c:pt idx="6816">
                  <c:v>5.6592900000000004</c:v>
                </c:pt>
                <c:pt idx="6817">
                  <c:v>5.6595899999999997</c:v>
                </c:pt>
                <c:pt idx="6818">
                  <c:v>5.6599000000000004</c:v>
                </c:pt>
                <c:pt idx="6819">
                  <c:v>5.6601999999999997</c:v>
                </c:pt>
                <c:pt idx="6820">
                  <c:v>5.6605100000000004</c:v>
                </c:pt>
                <c:pt idx="6821">
                  <c:v>5.6608200000000002</c:v>
                </c:pt>
                <c:pt idx="6822">
                  <c:v>5.6611200000000004</c:v>
                </c:pt>
                <c:pt idx="6823">
                  <c:v>5.6614300000000002</c:v>
                </c:pt>
                <c:pt idx="6824">
                  <c:v>5.6617300000000004</c:v>
                </c:pt>
                <c:pt idx="6825">
                  <c:v>5.6620400000000002</c:v>
                </c:pt>
                <c:pt idx="6826">
                  <c:v>5.6623400000000004</c:v>
                </c:pt>
                <c:pt idx="6827">
                  <c:v>5.6626500000000002</c:v>
                </c:pt>
                <c:pt idx="6828">
                  <c:v>5.6629500000000004</c:v>
                </c:pt>
                <c:pt idx="6829">
                  <c:v>5.6632600000000002</c:v>
                </c:pt>
                <c:pt idx="6830">
                  <c:v>5.6635600000000004</c:v>
                </c:pt>
                <c:pt idx="6831">
                  <c:v>5.6638700000000002</c:v>
                </c:pt>
                <c:pt idx="6832">
                  <c:v>5.66418</c:v>
                </c:pt>
                <c:pt idx="6833">
                  <c:v>5.6644800000000002</c:v>
                </c:pt>
                <c:pt idx="6834">
                  <c:v>5.66479</c:v>
                </c:pt>
                <c:pt idx="6835">
                  <c:v>5.6650900000000002</c:v>
                </c:pt>
                <c:pt idx="6836">
                  <c:v>5.6654</c:v>
                </c:pt>
                <c:pt idx="6837">
                  <c:v>5.6657000000000002</c:v>
                </c:pt>
                <c:pt idx="6838">
                  <c:v>5.66601</c:v>
                </c:pt>
                <c:pt idx="6839">
                  <c:v>5.6663100000000002</c:v>
                </c:pt>
                <c:pt idx="6840">
                  <c:v>5.66662</c:v>
                </c:pt>
                <c:pt idx="6841">
                  <c:v>5.6669200000000002</c:v>
                </c:pt>
                <c:pt idx="6842">
                  <c:v>5.66723</c:v>
                </c:pt>
                <c:pt idx="6843">
                  <c:v>5.6675300000000002</c:v>
                </c:pt>
                <c:pt idx="6844">
                  <c:v>5.66784</c:v>
                </c:pt>
                <c:pt idx="6845">
                  <c:v>5.6681499999999998</c:v>
                </c:pt>
                <c:pt idx="6846">
                  <c:v>5.66845</c:v>
                </c:pt>
                <c:pt idx="6847">
                  <c:v>5.6687599999999998</c:v>
                </c:pt>
                <c:pt idx="6848">
                  <c:v>5.66906</c:v>
                </c:pt>
                <c:pt idx="6849">
                  <c:v>5.6693699999999998</c:v>
                </c:pt>
                <c:pt idx="6850">
                  <c:v>5.66967</c:v>
                </c:pt>
                <c:pt idx="6851">
                  <c:v>5.6699799999999998</c:v>
                </c:pt>
                <c:pt idx="6852">
                  <c:v>5.67028</c:v>
                </c:pt>
                <c:pt idx="6853">
                  <c:v>5.6705899999999998</c:v>
                </c:pt>
                <c:pt idx="6854">
                  <c:v>5.67089</c:v>
                </c:pt>
                <c:pt idx="6855">
                  <c:v>5.6711999999999998</c:v>
                </c:pt>
                <c:pt idx="6856">
                  <c:v>5.6715</c:v>
                </c:pt>
                <c:pt idx="6857">
                  <c:v>5.6718099999999998</c:v>
                </c:pt>
                <c:pt idx="6858">
                  <c:v>5.6721199999999996</c:v>
                </c:pt>
                <c:pt idx="6859">
                  <c:v>5.6724199999999998</c:v>
                </c:pt>
                <c:pt idx="6860">
                  <c:v>5.6727299999999996</c:v>
                </c:pt>
                <c:pt idx="6861">
                  <c:v>5.6730299999999998</c:v>
                </c:pt>
                <c:pt idx="6862">
                  <c:v>5.6733399999999996</c:v>
                </c:pt>
                <c:pt idx="6863">
                  <c:v>5.6736399999999998</c:v>
                </c:pt>
                <c:pt idx="6864">
                  <c:v>5.6739499999999996</c:v>
                </c:pt>
                <c:pt idx="6865">
                  <c:v>5.6742499999999998</c:v>
                </c:pt>
                <c:pt idx="6866">
                  <c:v>5.6745599999999996</c:v>
                </c:pt>
                <c:pt idx="6867">
                  <c:v>5.6748599999999998</c:v>
                </c:pt>
                <c:pt idx="6868">
                  <c:v>5.6751699999999996</c:v>
                </c:pt>
                <c:pt idx="6869">
                  <c:v>5.6754699999999998</c:v>
                </c:pt>
                <c:pt idx="6870">
                  <c:v>5.6757799999999996</c:v>
                </c:pt>
                <c:pt idx="6871">
                  <c:v>5.6760900000000003</c:v>
                </c:pt>
                <c:pt idx="6872">
                  <c:v>5.6763899999999996</c:v>
                </c:pt>
                <c:pt idx="6873">
                  <c:v>5.6767000000000003</c:v>
                </c:pt>
                <c:pt idx="6874">
                  <c:v>5.6769999999999996</c:v>
                </c:pt>
                <c:pt idx="6875">
                  <c:v>5.6773100000000003</c:v>
                </c:pt>
                <c:pt idx="6876">
                  <c:v>5.6776099999999996</c:v>
                </c:pt>
                <c:pt idx="6877">
                  <c:v>5.6779200000000003</c:v>
                </c:pt>
                <c:pt idx="6878">
                  <c:v>5.6782199999999996</c:v>
                </c:pt>
                <c:pt idx="6879">
                  <c:v>5.6785300000000003</c:v>
                </c:pt>
                <c:pt idx="6880">
                  <c:v>5.6788299999999996</c:v>
                </c:pt>
                <c:pt idx="6881">
                  <c:v>5.6791400000000003</c:v>
                </c:pt>
                <c:pt idx="6882">
                  <c:v>5.6794399999999996</c:v>
                </c:pt>
                <c:pt idx="6883">
                  <c:v>5.6797500000000003</c:v>
                </c:pt>
                <c:pt idx="6884">
                  <c:v>5.6800600000000001</c:v>
                </c:pt>
                <c:pt idx="6885">
                  <c:v>5.6803600000000003</c:v>
                </c:pt>
                <c:pt idx="6886">
                  <c:v>5.6806700000000001</c:v>
                </c:pt>
                <c:pt idx="6887">
                  <c:v>5.6809700000000003</c:v>
                </c:pt>
                <c:pt idx="6888">
                  <c:v>5.6812800000000001</c:v>
                </c:pt>
                <c:pt idx="6889">
                  <c:v>5.6815800000000003</c:v>
                </c:pt>
                <c:pt idx="6890">
                  <c:v>5.6818900000000001</c:v>
                </c:pt>
                <c:pt idx="6891">
                  <c:v>5.6821900000000003</c:v>
                </c:pt>
                <c:pt idx="6892">
                  <c:v>5.6825000000000001</c:v>
                </c:pt>
                <c:pt idx="6893">
                  <c:v>5.6828000000000003</c:v>
                </c:pt>
                <c:pt idx="6894">
                  <c:v>5.6831100000000001</c:v>
                </c:pt>
                <c:pt idx="6895">
                  <c:v>5.6834199999999999</c:v>
                </c:pt>
                <c:pt idx="6896">
                  <c:v>5.6837200000000001</c:v>
                </c:pt>
                <c:pt idx="6897">
                  <c:v>5.6840299999999999</c:v>
                </c:pt>
                <c:pt idx="6898">
                  <c:v>5.6843300000000001</c:v>
                </c:pt>
                <c:pt idx="6899">
                  <c:v>5.6846399999999999</c:v>
                </c:pt>
                <c:pt idx="6900">
                  <c:v>5.6849400000000001</c:v>
                </c:pt>
                <c:pt idx="6901">
                  <c:v>5.6852499999999999</c:v>
                </c:pt>
                <c:pt idx="6902">
                  <c:v>5.6855500000000001</c:v>
                </c:pt>
                <c:pt idx="6903">
                  <c:v>5.6858599999999999</c:v>
                </c:pt>
                <c:pt idx="6904">
                  <c:v>5.6861600000000001</c:v>
                </c:pt>
                <c:pt idx="6905">
                  <c:v>5.6864699999999999</c:v>
                </c:pt>
                <c:pt idx="6906">
                  <c:v>5.6867700000000001</c:v>
                </c:pt>
                <c:pt idx="6907">
                  <c:v>5.6870799999999999</c:v>
                </c:pt>
                <c:pt idx="6908">
                  <c:v>5.6873899999999997</c:v>
                </c:pt>
                <c:pt idx="6909">
                  <c:v>5.6876899999999999</c:v>
                </c:pt>
                <c:pt idx="6910">
                  <c:v>5.6879999999999997</c:v>
                </c:pt>
                <c:pt idx="6911">
                  <c:v>5.6882999999999999</c:v>
                </c:pt>
                <c:pt idx="6912">
                  <c:v>5.6886099999999997</c:v>
                </c:pt>
                <c:pt idx="6913">
                  <c:v>5.6889099999999999</c:v>
                </c:pt>
                <c:pt idx="6914">
                  <c:v>5.6892199999999997</c:v>
                </c:pt>
                <c:pt idx="6915">
                  <c:v>5.6895199999999999</c:v>
                </c:pt>
                <c:pt idx="6916">
                  <c:v>5.6898299999999997</c:v>
                </c:pt>
                <c:pt idx="6917">
                  <c:v>5.6901299999999999</c:v>
                </c:pt>
                <c:pt idx="6918">
                  <c:v>5.6904399999999997</c:v>
                </c:pt>
                <c:pt idx="6919">
                  <c:v>5.6907399999999999</c:v>
                </c:pt>
                <c:pt idx="6920">
                  <c:v>5.6910499999999997</c:v>
                </c:pt>
                <c:pt idx="6921">
                  <c:v>5.6913600000000004</c:v>
                </c:pt>
                <c:pt idx="6922">
                  <c:v>5.6916599999999997</c:v>
                </c:pt>
                <c:pt idx="6923">
                  <c:v>5.6919700000000004</c:v>
                </c:pt>
                <c:pt idx="6924">
                  <c:v>5.6922699999999997</c:v>
                </c:pt>
                <c:pt idx="6925">
                  <c:v>5.6925800000000004</c:v>
                </c:pt>
                <c:pt idx="6926">
                  <c:v>5.6928799999999997</c:v>
                </c:pt>
                <c:pt idx="6927">
                  <c:v>5.6931900000000004</c:v>
                </c:pt>
                <c:pt idx="6928">
                  <c:v>5.6934899999999997</c:v>
                </c:pt>
                <c:pt idx="6929">
                  <c:v>5.6938000000000004</c:v>
                </c:pt>
                <c:pt idx="6930">
                  <c:v>5.6940999999999997</c:v>
                </c:pt>
                <c:pt idx="6931">
                  <c:v>5.6944100000000004</c:v>
                </c:pt>
                <c:pt idx="6932">
                  <c:v>5.6947099999999997</c:v>
                </c:pt>
                <c:pt idx="6933">
                  <c:v>5.6950200000000004</c:v>
                </c:pt>
                <c:pt idx="6934">
                  <c:v>5.6953300000000002</c:v>
                </c:pt>
                <c:pt idx="6935">
                  <c:v>5.6956300000000004</c:v>
                </c:pt>
                <c:pt idx="6936">
                  <c:v>5.6959400000000002</c:v>
                </c:pt>
                <c:pt idx="6937">
                  <c:v>5.6962400000000004</c:v>
                </c:pt>
                <c:pt idx="6938">
                  <c:v>5.6965500000000002</c:v>
                </c:pt>
                <c:pt idx="6939">
                  <c:v>5.6968500000000004</c:v>
                </c:pt>
                <c:pt idx="6940">
                  <c:v>5.6971600000000002</c:v>
                </c:pt>
                <c:pt idx="6941">
                  <c:v>5.6974600000000004</c:v>
                </c:pt>
                <c:pt idx="6942">
                  <c:v>5.6977700000000002</c:v>
                </c:pt>
                <c:pt idx="6943">
                  <c:v>5.6980700000000004</c:v>
                </c:pt>
                <c:pt idx="6944">
                  <c:v>5.6983800000000002</c:v>
                </c:pt>
                <c:pt idx="6945">
                  <c:v>5.69869</c:v>
                </c:pt>
                <c:pt idx="6946">
                  <c:v>5.6989900000000002</c:v>
                </c:pt>
                <c:pt idx="6947">
                  <c:v>5.6993</c:v>
                </c:pt>
                <c:pt idx="6948">
                  <c:v>5.6996000000000002</c:v>
                </c:pt>
                <c:pt idx="6949">
                  <c:v>5.69991</c:v>
                </c:pt>
                <c:pt idx="6950">
                  <c:v>5.7002100000000002</c:v>
                </c:pt>
                <c:pt idx="6951">
                  <c:v>5.70052</c:v>
                </c:pt>
                <c:pt idx="6952">
                  <c:v>5.7008200000000002</c:v>
                </c:pt>
                <c:pt idx="6953">
                  <c:v>5.70113</c:v>
                </c:pt>
                <c:pt idx="6954">
                  <c:v>5.7014300000000002</c:v>
                </c:pt>
                <c:pt idx="6955">
                  <c:v>5.70174</c:v>
                </c:pt>
                <c:pt idx="6956">
                  <c:v>5.7020400000000002</c:v>
                </c:pt>
                <c:pt idx="6957">
                  <c:v>5.70235</c:v>
                </c:pt>
                <c:pt idx="6958">
                  <c:v>5.7026599999999998</c:v>
                </c:pt>
                <c:pt idx="6959">
                  <c:v>5.70296</c:v>
                </c:pt>
                <c:pt idx="6960">
                  <c:v>5.7032699999999998</c:v>
                </c:pt>
                <c:pt idx="6961">
                  <c:v>5.70357</c:v>
                </c:pt>
                <c:pt idx="6962">
                  <c:v>5.7038799999999998</c:v>
                </c:pt>
                <c:pt idx="6963">
                  <c:v>5.70418</c:v>
                </c:pt>
                <c:pt idx="6964">
                  <c:v>5.7044899999999998</c:v>
                </c:pt>
                <c:pt idx="6965">
                  <c:v>5.70479</c:v>
                </c:pt>
                <c:pt idx="6966">
                  <c:v>5.7050999999999998</c:v>
                </c:pt>
                <c:pt idx="6967">
                  <c:v>5.7054</c:v>
                </c:pt>
                <c:pt idx="6968">
                  <c:v>5.7057099999999998</c:v>
                </c:pt>
                <c:pt idx="6969">
                  <c:v>5.70601</c:v>
                </c:pt>
                <c:pt idx="6970">
                  <c:v>5.7063199999999998</c:v>
                </c:pt>
                <c:pt idx="6971">
                  <c:v>5.7066299999999996</c:v>
                </c:pt>
                <c:pt idx="6972">
                  <c:v>5.7069299999999998</c:v>
                </c:pt>
                <c:pt idx="6973">
                  <c:v>5.7072399999999996</c:v>
                </c:pt>
                <c:pt idx="6974">
                  <c:v>5.7075399999999998</c:v>
                </c:pt>
                <c:pt idx="6975">
                  <c:v>5.7078499999999996</c:v>
                </c:pt>
                <c:pt idx="6976">
                  <c:v>5.7081499999999998</c:v>
                </c:pt>
                <c:pt idx="6977">
                  <c:v>5.7084599999999996</c:v>
                </c:pt>
                <c:pt idx="6978">
                  <c:v>5.7087599999999998</c:v>
                </c:pt>
                <c:pt idx="6979">
                  <c:v>5.7090699999999996</c:v>
                </c:pt>
                <c:pt idx="6980">
                  <c:v>5.7093699999999998</c:v>
                </c:pt>
                <c:pt idx="6981">
                  <c:v>5.7096799999999996</c:v>
                </c:pt>
                <c:pt idx="6982">
                  <c:v>5.7099799999999998</c:v>
                </c:pt>
                <c:pt idx="6983">
                  <c:v>5.7102899999999996</c:v>
                </c:pt>
                <c:pt idx="6984">
                  <c:v>5.7106000000000003</c:v>
                </c:pt>
                <c:pt idx="6985">
                  <c:v>5.7108999999999996</c:v>
                </c:pt>
                <c:pt idx="6986">
                  <c:v>5.7112100000000003</c:v>
                </c:pt>
                <c:pt idx="6987">
                  <c:v>5.7115099999999996</c:v>
                </c:pt>
                <c:pt idx="6988">
                  <c:v>5.7118200000000003</c:v>
                </c:pt>
                <c:pt idx="6989">
                  <c:v>5.7121199999999996</c:v>
                </c:pt>
                <c:pt idx="6990">
                  <c:v>5.7124300000000003</c:v>
                </c:pt>
                <c:pt idx="6991">
                  <c:v>5.7127299999999996</c:v>
                </c:pt>
                <c:pt idx="6992">
                  <c:v>5.7130400000000003</c:v>
                </c:pt>
                <c:pt idx="6993">
                  <c:v>5.7133399999999996</c:v>
                </c:pt>
                <c:pt idx="6994">
                  <c:v>5.7136500000000003</c:v>
                </c:pt>
                <c:pt idx="6995">
                  <c:v>5.7139499999999996</c:v>
                </c:pt>
                <c:pt idx="6996">
                  <c:v>5.7142600000000003</c:v>
                </c:pt>
                <c:pt idx="6997">
                  <c:v>5.7145700000000001</c:v>
                </c:pt>
                <c:pt idx="6998">
                  <c:v>5.7148700000000003</c:v>
                </c:pt>
                <c:pt idx="6999">
                  <c:v>5.7151800000000001</c:v>
                </c:pt>
                <c:pt idx="7000">
                  <c:v>5.7154800000000003</c:v>
                </c:pt>
                <c:pt idx="7001">
                  <c:v>5.7157900000000001</c:v>
                </c:pt>
                <c:pt idx="7002">
                  <c:v>5.7160900000000003</c:v>
                </c:pt>
                <c:pt idx="7003">
                  <c:v>5.7164000000000001</c:v>
                </c:pt>
                <c:pt idx="7004">
                  <c:v>5.7167000000000003</c:v>
                </c:pt>
                <c:pt idx="7005">
                  <c:v>5.7170100000000001</c:v>
                </c:pt>
                <c:pt idx="7006">
                  <c:v>5.7173100000000003</c:v>
                </c:pt>
                <c:pt idx="7007">
                  <c:v>5.7176200000000001</c:v>
                </c:pt>
                <c:pt idx="7008">
                  <c:v>5.71793</c:v>
                </c:pt>
                <c:pt idx="7009">
                  <c:v>5.7182300000000001</c:v>
                </c:pt>
                <c:pt idx="7010">
                  <c:v>5.71854</c:v>
                </c:pt>
                <c:pt idx="7011">
                  <c:v>5.7188400000000001</c:v>
                </c:pt>
                <c:pt idx="7012">
                  <c:v>5.71915</c:v>
                </c:pt>
                <c:pt idx="7013">
                  <c:v>5.7194500000000001</c:v>
                </c:pt>
                <c:pt idx="7014">
                  <c:v>5.71976</c:v>
                </c:pt>
                <c:pt idx="7015">
                  <c:v>5.7200600000000001</c:v>
                </c:pt>
                <c:pt idx="7016">
                  <c:v>5.72037</c:v>
                </c:pt>
                <c:pt idx="7017">
                  <c:v>5.7206700000000001</c:v>
                </c:pt>
                <c:pt idx="7018">
                  <c:v>5.72098</c:v>
                </c:pt>
                <c:pt idx="7019">
                  <c:v>5.7212800000000001</c:v>
                </c:pt>
                <c:pt idx="7020">
                  <c:v>5.72159</c:v>
                </c:pt>
                <c:pt idx="7021">
                  <c:v>5.7218999999999998</c:v>
                </c:pt>
                <c:pt idx="7022">
                  <c:v>5.7222</c:v>
                </c:pt>
                <c:pt idx="7023">
                  <c:v>5.7225099999999998</c:v>
                </c:pt>
                <c:pt idx="7024">
                  <c:v>5.72281</c:v>
                </c:pt>
                <c:pt idx="7025">
                  <c:v>5.7231199999999998</c:v>
                </c:pt>
                <c:pt idx="7026">
                  <c:v>5.72342</c:v>
                </c:pt>
                <c:pt idx="7027">
                  <c:v>5.7237299999999998</c:v>
                </c:pt>
                <c:pt idx="7028">
                  <c:v>5.72403</c:v>
                </c:pt>
                <c:pt idx="7029">
                  <c:v>5.7243399999999998</c:v>
                </c:pt>
                <c:pt idx="7030">
                  <c:v>5.72464</c:v>
                </c:pt>
                <c:pt idx="7031">
                  <c:v>5.7249499999999998</c:v>
                </c:pt>
                <c:pt idx="7032">
                  <c:v>5.72525</c:v>
                </c:pt>
                <c:pt idx="7033">
                  <c:v>5.7255599999999998</c:v>
                </c:pt>
                <c:pt idx="7034">
                  <c:v>5.7258699999999996</c:v>
                </c:pt>
                <c:pt idx="7035">
                  <c:v>5.7261699999999998</c:v>
                </c:pt>
                <c:pt idx="7036">
                  <c:v>5.7264799999999996</c:v>
                </c:pt>
                <c:pt idx="7037">
                  <c:v>5.7267799999999998</c:v>
                </c:pt>
                <c:pt idx="7038">
                  <c:v>5.7270899999999996</c:v>
                </c:pt>
                <c:pt idx="7039">
                  <c:v>5.7273899999999998</c:v>
                </c:pt>
                <c:pt idx="7040">
                  <c:v>5.7276999999999996</c:v>
                </c:pt>
                <c:pt idx="7041">
                  <c:v>5.7279999999999998</c:v>
                </c:pt>
                <c:pt idx="7042">
                  <c:v>5.7283099999999996</c:v>
                </c:pt>
                <c:pt idx="7043">
                  <c:v>5.7286099999999998</c:v>
                </c:pt>
                <c:pt idx="7044">
                  <c:v>5.7289199999999996</c:v>
                </c:pt>
                <c:pt idx="7045">
                  <c:v>5.7292199999999998</c:v>
                </c:pt>
                <c:pt idx="7046">
                  <c:v>5.7295299999999996</c:v>
                </c:pt>
                <c:pt idx="7047">
                  <c:v>5.7298400000000003</c:v>
                </c:pt>
                <c:pt idx="7048">
                  <c:v>5.7301399999999996</c:v>
                </c:pt>
                <c:pt idx="7049">
                  <c:v>5.7304500000000003</c:v>
                </c:pt>
                <c:pt idx="7050">
                  <c:v>5.7307499999999996</c:v>
                </c:pt>
                <c:pt idx="7051">
                  <c:v>5.7310600000000003</c:v>
                </c:pt>
                <c:pt idx="7052">
                  <c:v>5.7313599999999996</c:v>
                </c:pt>
                <c:pt idx="7053">
                  <c:v>5.7316700000000003</c:v>
                </c:pt>
                <c:pt idx="7054">
                  <c:v>5.7319699999999996</c:v>
                </c:pt>
                <c:pt idx="7055">
                  <c:v>5.7322800000000003</c:v>
                </c:pt>
                <c:pt idx="7056">
                  <c:v>5.7325799999999996</c:v>
                </c:pt>
                <c:pt idx="7057">
                  <c:v>5.7328900000000003</c:v>
                </c:pt>
                <c:pt idx="7058">
                  <c:v>5.7331899999999996</c:v>
                </c:pt>
                <c:pt idx="7059">
                  <c:v>5.7335000000000003</c:v>
                </c:pt>
                <c:pt idx="7060">
                  <c:v>5.7338100000000001</c:v>
                </c:pt>
                <c:pt idx="7061">
                  <c:v>5.7341100000000003</c:v>
                </c:pt>
                <c:pt idx="7062">
                  <c:v>5.7344200000000001</c:v>
                </c:pt>
                <c:pt idx="7063">
                  <c:v>5.7347200000000003</c:v>
                </c:pt>
                <c:pt idx="7064">
                  <c:v>5.7350300000000001</c:v>
                </c:pt>
                <c:pt idx="7065">
                  <c:v>5.7353300000000003</c:v>
                </c:pt>
                <c:pt idx="7066">
                  <c:v>5.7356400000000001</c:v>
                </c:pt>
                <c:pt idx="7067">
                  <c:v>5.7359400000000003</c:v>
                </c:pt>
                <c:pt idx="7068">
                  <c:v>5.7362500000000001</c:v>
                </c:pt>
                <c:pt idx="7069">
                  <c:v>5.7365500000000003</c:v>
                </c:pt>
                <c:pt idx="7070">
                  <c:v>5.7368600000000001</c:v>
                </c:pt>
                <c:pt idx="7071">
                  <c:v>5.7371699999999999</c:v>
                </c:pt>
                <c:pt idx="7072">
                  <c:v>5.7374700000000001</c:v>
                </c:pt>
                <c:pt idx="7073">
                  <c:v>5.7377799999999999</c:v>
                </c:pt>
                <c:pt idx="7074">
                  <c:v>5.7380800000000001</c:v>
                </c:pt>
                <c:pt idx="7075">
                  <c:v>5.7383899999999999</c:v>
                </c:pt>
                <c:pt idx="7076">
                  <c:v>5.7386900000000001</c:v>
                </c:pt>
                <c:pt idx="7077">
                  <c:v>5.7389999999999999</c:v>
                </c:pt>
                <c:pt idx="7078">
                  <c:v>5.7393000000000001</c:v>
                </c:pt>
                <c:pt idx="7079">
                  <c:v>5.7396099999999999</c:v>
                </c:pt>
                <c:pt idx="7080">
                  <c:v>5.7399100000000001</c:v>
                </c:pt>
                <c:pt idx="7081">
                  <c:v>5.7402199999999999</c:v>
                </c:pt>
                <c:pt idx="7082">
                  <c:v>5.7405200000000001</c:v>
                </c:pt>
                <c:pt idx="7083">
                  <c:v>5.7408299999999999</c:v>
                </c:pt>
                <c:pt idx="7084">
                  <c:v>5.7411399999999997</c:v>
                </c:pt>
                <c:pt idx="7085">
                  <c:v>5.7414399999999999</c:v>
                </c:pt>
                <c:pt idx="7086">
                  <c:v>5.7417499999999997</c:v>
                </c:pt>
                <c:pt idx="7087">
                  <c:v>5.7420499999999999</c:v>
                </c:pt>
                <c:pt idx="7088">
                  <c:v>5.7423599999999997</c:v>
                </c:pt>
                <c:pt idx="7089">
                  <c:v>5.7426599999999999</c:v>
                </c:pt>
                <c:pt idx="7090">
                  <c:v>5.7429699999999997</c:v>
                </c:pt>
                <c:pt idx="7091">
                  <c:v>5.7432699999999999</c:v>
                </c:pt>
                <c:pt idx="7092">
                  <c:v>5.7435799999999997</c:v>
                </c:pt>
                <c:pt idx="7093">
                  <c:v>5.7438799999999999</c:v>
                </c:pt>
                <c:pt idx="7094">
                  <c:v>5.7441899999999997</c:v>
                </c:pt>
                <c:pt idx="7095">
                  <c:v>5.7444899999999999</c:v>
                </c:pt>
                <c:pt idx="7096">
                  <c:v>5.7447999999999997</c:v>
                </c:pt>
                <c:pt idx="7097">
                  <c:v>5.7451100000000004</c:v>
                </c:pt>
                <c:pt idx="7098">
                  <c:v>5.7454099999999997</c:v>
                </c:pt>
                <c:pt idx="7099">
                  <c:v>5.7457200000000004</c:v>
                </c:pt>
                <c:pt idx="7100">
                  <c:v>5.7460199999999997</c:v>
                </c:pt>
                <c:pt idx="7101">
                  <c:v>5.7463300000000004</c:v>
                </c:pt>
                <c:pt idx="7102">
                  <c:v>5.7466299999999997</c:v>
                </c:pt>
                <c:pt idx="7103">
                  <c:v>5.7469400000000004</c:v>
                </c:pt>
                <c:pt idx="7104">
                  <c:v>5.7472399999999997</c:v>
                </c:pt>
                <c:pt idx="7105">
                  <c:v>5.7475500000000004</c:v>
                </c:pt>
                <c:pt idx="7106">
                  <c:v>5.7478499999999997</c:v>
                </c:pt>
                <c:pt idx="7107">
                  <c:v>5.7481600000000004</c:v>
                </c:pt>
                <c:pt idx="7108">
                  <c:v>5.7484599999999997</c:v>
                </c:pt>
                <c:pt idx="7109">
                  <c:v>5.7487700000000004</c:v>
                </c:pt>
                <c:pt idx="7110">
                  <c:v>5.7490800000000002</c:v>
                </c:pt>
                <c:pt idx="7111">
                  <c:v>5.7493800000000004</c:v>
                </c:pt>
                <c:pt idx="7112">
                  <c:v>5.7496900000000002</c:v>
                </c:pt>
                <c:pt idx="7113">
                  <c:v>5.7499900000000004</c:v>
                </c:pt>
                <c:pt idx="7114">
                  <c:v>5.7503000000000002</c:v>
                </c:pt>
                <c:pt idx="7115">
                  <c:v>5.7506000000000004</c:v>
                </c:pt>
                <c:pt idx="7116">
                  <c:v>5.7509100000000002</c:v>
                </c:pt>
                <c:pt idx="7117">
                  <c:v>5.7512100000000004</c:v>
                </c:pt>
                <c:pt idx="7118">
                  <c:v>5.7515200000000002</c:v>
                </c:pt>
                <c:pt idx="7119">
                  <c:v>5.7518200000000004</c:v>
                </c:pt>
                <c:pt idx="7120">
                  <c:v>5.7521300000000002</c:v>
                </c:pt>
                <c:pt idx="7121">
                  <c:v>5.75244</c:v>
                </c:pt>
                <c:pt idx="7122">
                  <c:v>5.7527400000000002</c:v>
                </c:pt>
                <c:pt idx="7123">
                  <c:v>5.75305</c:v>
                </c:pt>
                <c:pt idx="7124">
                  <c:v>5.7533500000000002</c:v>
                </c:pt>
                <c:pt idx="7125">
                  <c:v>5.75366</c:v>
                </c:pt>
                <c:pt idx="7126">
                  <c:v>5.7539600000000002</c:v>
                </c:pt>
                <c:pt idx="7127">
                  <c:v>5.75427</c:v>
                </c:pt>
                <c:pt idx="7128">
                  <c:v>5.7545700000000002</c:v>
                </c:pt>
                <c:pt idx="7129">
                  <c:v>5.75488</c:v>
                </c:pt>
                <c:pt idx="7130">
                  <c:v>5.7551800000000002</c:v>
                </c:pt>
                <c:pt idx="7131">
                  <c:v>5.75549</c:v>
                </c:pt>
                <c:pt idx="7132">
                  <c:v>5.7557900000000002</c:v>
                </c:pt>
                <c:pt idx="7133">
                  <c:v>5.7561</c:v>
                </c:pt>
                <c:pt idx="7134">
                  <c:v>5.7564099999999998</c:v>
                </c:pt>
                <c:pt idx="7135">
                  <c:v>5.75671</c:v>
                </c:pt>
                <c:pt idx="7136">
                  <c:v>5.7570199999999998</c:v>
                </c:pt>
                <c:pt idx="7137">
                  <c:v>5.75732</c:v>
                </c:pt>
                <c:pt idx="7138">
                  <c:v>5.7576299999999998</c:v>
                </c:pt>
                <c:pt idx="7139">
                  <c:v>5.75793</c:v>
                </c:pt>
                <c:pt idx="7140">
                  <c:v>5.7582399999999998</c:v>
                </c:pt>
                <c:pt idx="7141">
                  <c:v>5.75854</c:v>
                </c:pt>
                <c:pt idx="7142">
                  <c:v>5.7588499999999998</c:v>
                </c:pt>
                <c:pt idx="7143">
                  <c:v>5.75915</c:v>
                </c:pt>
                <c:pt idx="7144">
                  <c:v>5.7594599999999998</c:v>
                </c:pt>
                <c:pt idx="7145">
                  <c:v>5.75976</c:v>
                </c:pt>
                <c:pt idx="7146">
                  <c:v>5.7600699999999998</c:v>
                </c:pt>
                <c:pt idx="7147">
                  <c:v>5.7603799999999996</c:v>
                </c:pt>
                <c:pt idx="7148">
                  <c:v>5.7606799999999998</c:v>
                </c:pt>
                <c:pt idx="7149">
                  <c:v>5.7609899999999996</c:v>
                </c:pt>
                <c:pt idx="7150">
                  <c:v>5.7612899999999998</c:v>
                </c:pt>
                <c:pt idx="7151">
                  <c:v>5.7615999999999996</c:v>
                </c:pt>
                <c:pt idx="7152">
                  <c:v>5.7618999999999998</c:v>
                </c:pt>
                <c:pt idx="7153">
                  <c:v>5.7622099999999996</c:v>
                </c:pt>
                <c:pt idx="7154">
                  <c:v>5.7625099999999998</c:v>
                </c:pt>
                <c:pt idx="7155">
                  <c:v>5.7628199999999996</c:v>
                </c:pt>
                <c:pt idx="7156">
                  <c:v>5.7631199999999998</c:v>
                </c:pt>
                <c:pt idx="7157">
                  <c:v>5.7634299999999996</c:v>
                </c:pt>
                <c:pt idx="7158">
                  <c:v>5.7637299999999998</c:v>
                </c:pt>
                <c:pt idx="7159">
                  <c:v>5.7640399999999996</c:v>
                </c:pt>
                <c:pt idx="7160">
                  <c:v>5.7643500000000003</c:v>
                </c:pt>
                <c:pt idx="7161">
                  <c:v>5.7646499999999996</c:v>
                </c:pt>
                <c:pt idx="7162">
                  <c:v>5.7649600000000003</c:v>
                </c:pt>
                <c:pt idx="7163">
                  <c:v>5.7652599999999996</c:v>
                </c:pt>
                <c:pt idx="7164">
                  <c:v>5.7655700000000003</c:v>
                </c:pt>
                <c:pt idx="7165">
                  <c:v>5.7658699999999996</c:v>
                </c:pt>
                <c:pt idx="7166">
                  <c:v>5.7661800000000003</c:v>
                </c:pt>
                <c:pt idx="7167">
                  <c:v>5.7664799999999996</c:v>
                </c:pt>
                <c:pt idx="7168">
                  <c:v>5.7667900000000003</c:v>
                </c:pt>
                <c:pt idx="7169">
                  <c:v>5.7670899999999996</c:v>
                </c:pt>
                <c:pt idx="7170">
                  <c:v>5.7674000000000003</c:v>
                </c:pt>
                <c:pt idx="7171">
                  <c:v>5.7676999999999996</c:v>
                </c:pt>
                <c:pt idx="7172">
                  <c:v>5.7680100000000003</c:v>
                </c:pt>
                <c:pt idx="7173">
                  <c:v>5.7683200000000001</c:v>
                </c:pt>
                <c:pt idx="7174">
                  <c:v>5.7686200000000003</c:v>
                </c:pt>
                <c:pt idx="7175">
                  <c:v>5.7689300000000001</c:v>
                </c:pt>
                <c:pt idx="7176">
                  <c:v>5.7692300000000003</c:v>
                </c:pt>
                <c:pt idx="7177">
                  <c:v>5.7695400000000001</c:v>
                </c:pt>
                <c:pt idx="7178">
                  <c:v>5.7698400000000003</c:v>
                </c:pt>
                <c:pt idx="7179">
                  <c:v>5.7701500000000001</c:v>
                </c:pt>
                <c:pt idx="7180">
                  <c:v>5.7704500000000003</c:v>
                </c:pt>
                <c:pt idx="7181">
                  <c:v>5.7707600000000001</c:v>
                </c:pt>
                <c:pt idx="7182">
                  <c:v>5.7710600000000003</c:v>
                </c:pt>
                <c:pt idx="7183">
                  <c:v>5.7713700000000001</c:v>
                </c:pt>
                <c:pt idx="7184">
                  <c:v>5.7716799999999999</c:v>
                </c:pt>
                <c:pt idx="7185">
                  <c:v>5.7719800000000001</c:v>
                </c:pt>
                <c:pt idx="7186">
                  <c:v>5.7722899999999999</c:v>
                </c:pt>
                <c:pt idx="7187">
                  <c:v>5.7725900000000001</c:v>
                </c:pt>
                <c:pt idx="7188">
                  <c:v>5.7728999999999999</c:v>
                </c:pt>
                <c:pt idx="7189">
                  <c:v>5.7732000000000001</c:v>
                </c:pt>
                <c:pt idx="7190">
                  <c:v>5.7735099999999999</c:v>
                </c:pt>
                <c:pt idx="7191">
                  <c:v>5.7738100000000001</c:v>
                </c:pt>
                <c:pt idx="7192">
                  <c:v>5.7741199999999999</c:v>
                </c:pt>
                <c:pt idx="7193">
                  <c:v>5.7744200000000001</c:v>
                </c:pt>
                <c:pt idx="7194">
                  <c:v>5.7747299999999999</c:v>
                </c:pt>
                <c:pt idx="7195">
                  <c:v>5.7750300000000001</c:v>
                </c:pt>
                <c:pt idx="7196">
                  <c:v>5.7753399999999999</c:v>
                </c:pt>
                <c:pt idx="7197">
                  <c:v>5.7756499999999997</c:v>
                </c:pt>
                <c:pt idx="7198">
                  <c:v>5.7759499999999999</c:v>
                </c:pt>
                <c:pt idx="7199">
                  <c:v>5.7762599999999997</c:v>
                </c:pt>
                <c:pt idx="7200">
                  <c:v>5.7765599999999999</c:v>
                </c:pt>
                <c:pt idx="7201">
                  <c:v>5.7768699999999997</c:v>
                </c:pt>
                <c:pt idx="7202">
                  <c:v>5.7771699999999999</c:v>
                </c:pt>
                <c:pt idx="7203">
                  <c:v>5.7774799999999997</c:v>
                </c:pt>
                <c:pt idx="7204">
                  <c:v>5.7777799999999999</c:v>
                </c:pt>
                <c:pt idx="7205">
                  <c:v>5.7780899999999997</c:v>
                </c:pt>
                <c:pt idx="7206">
                  <c:v>5.7783899999999999</c:v>
                </c:pt>
                <c:pt idx="7207">
                  <c:v>5.7786999999999997</c:v>
                </c:pt>
                <c:pt idx="7208">
                  <c:v>5.7789999999999999</c:v>
                </c:pt>
                <c:pt idx="7209">
                  <c:v>5.7793099999999997</c:v>
                </c:pt>
                <c:pt idx="7210">
                  <c:v>5.7796200000000004</c:v>
                </c:pt>
                <c:pt idx="7211">
                  <c:v>5.7799199999999997</c:v>
                </c:pt>
                <c:pt idx="7212">
                  <c:v>5.7802300000000004</c:v>
                </c:pt>
                <c:pt idx="7213">
                  <c:v>5.7805299999999997</c:v>
                </c:pt>
                <c:pt idx="7214">
                  <c:v>5.7808400000000004</c:v>
                </c:pt>
                <c:pt idx="7215">
                  <c:v>5.7811399999999997</c:v>
                </c:pt>
                <c:pt idx="7216">
                  <c:v>5.7814500000000004</c:v>
                </c:pt>
                <c:pt idx="7217">
                  <c:v>5.7817499999999997</c:v>
                </c:pt>
                <c:pt idx="7218">
                  <c:v>5.7820600000000004</c:v>
                </c:pt>
                <c:pt idx="7219">
                  <c:v>5.7823599999999997</c:v>
                </c:pt>
                <c:pt idx="7220">
                  <c:v>5.7826700000000004</c:v>
                </c:pt>
                <c:pt idx="7221">
                  <c:v>5.7829699999999997</c:v>
                </c:pt>
                <c:pt idx="7222">
                  <c:v>5.7832800000000004</c:v>
                </c:pt>
                <c:pt idx="7223">
                  <c:v>5.7835900000000002</c:v>
                </c:pt>
                <c:pt idx="7224">
                  <c:v>5.7838900000000004</c:v>
                </c:pt>
                <c:pt idx="7225">
                  <c:v>5.7842000000000002</c:v>
                </c:pt>
                <c:pt idx="7226">
                  <c:v>5.7845000000000004</c:v>
                </c:pt>
                <c:pt idx="7227">
                  <c:v>5.7848100000000002</c:v>
                </c:pt>
                <c:pt idx="7228">
                  <c:v>5.7851100000000004</c:v>
                </c:pt>
                <c:pt idx="7229">
                  <c:v>5.7854200000000002</c:v>
                </c:pt>
                <c:pt idx="7230">
                  <c:v>5.7857200000000004</c:v>
                </c:pt>
                <c:pt idx="7231">
                  <c:v>5.7860300000000002</c:v>
                </c:pt>
                <c:pt idx="7232">
                  <c:v>5.7863300000000004</c:v>
                </c:pt>
                <c:pt idx="7233">
                  <c:v>5.7866400000000002</c:v>
                </c:pt>
                <c:pt idx="7234">
                  <c:v>5.7869400000000004</c:v>
                </c:pt>
                <c:pt idx="7235">
                  <c:v>5.7872500000000002</c:v>
                </c:pt>
                <c:pt idx="7236">
                  <c:v>5.78756</c:v>
                </c:pt>
                <c:pt idx="7237">
                  <c:v>5.7878600000000002</c:v>
                </c:pt>
                <c:pt idx="7238">
                  <c:v>5.78817</c:v>
                </c:pt>
                <c:pt idx="7239">
                  <c:v>5.7884700000000002</c:v>
                </c:pt>
                <c:pt idx="7240">
                  <c:v>5.78878</c:v>
                </c:pt>
                <c:pt idx="7241">
                  <c:v>5.7890800000000002</c:v>
                </c:pt>
                <c:pt idx="7242">
                  <c:v>5.78939</c:v>
                </c:pt>
                <c:pt idx="7243">
                  <c:v>5.7896900000000002</c:v>
                </c:pt>
                <c:pt idx="7244">
                  <c:v>5.79</c:v>
                </c:pt>
                <c:pt idx="7245">
                  <c:v>5.7903000000000002</c:v>
                </c:pt>
                <c:pt idx="7246">
                  <c:v>5.79061</c:v>
                </c:pt>
                <c:pt idx="7247">
                  <c:v>5.7909199999999998</c:v>
                </c:pt>
                <c:pt idx="7248">
                  <c:v>5.79122</c:v>
                </c:pt>
                <c:pt idx="7249">
                  <c:v>5.7915299999999998</c:v>
                </c:pt>
                <c:pt idx="7250">
                  <c:v>5.79183</c:v>
                </c:pt>
                <c:pt idx="7251">
                  <c:v>5.7921399999999998</c:v>
                </c:pt>
                <c:pt idx="7252">
                  <c:v>5.79244</c:v>
                </c:pt>
                <c:pt idx="7253">
                  <c:v>5.7927499999999998</c:v>
                </c:pt>
                <c:pt idx="7254">
                  <c:v>5.79305</c:v>
                </c:pt>
                <c:pt idx="7255">
                  <c:v>5.7933599999999998</c:v>
                </c:pt>
                <c:pt idx="7256">
                  <c:v>5.79366</c:v>
                </c:pt>
                <c:pt idx="7257">
                  <c:v>5.7939699999999998</c:v>
                </c:pt>
                <c:pt idx="7258">
                  <c:v>5.79427</c:v>
                </c:pt>
                <c:pt idx="7259">
                  <c:v>5.7945799999999998</c:v>
                </c:pt>
                <c:pt idx="7260">
                  <c:v>5.7948899999999997</c:v>
                </c:pt>
                <c:pt idx="7261">
                  <c:v>5.7951899999999998</c:v>
                </c:pt>
                <c:pt idx="7262">
                  <c:v>5.7954999999999997</c:v>
                </c:pt>
                <c:pt idx="7263">
                  <c:v>5.7957999999999998</c:v>
                </c:pt>
                <c:pt idx="7264">
                  <c:v>5.7961099999999997</c:v>
                </c:pt>
                <c:pt idx="7265">
                  <c:v>5.7964099999999998</c:v>
                </c:pt>
                <c:pt idx="7266">
                  <c:v>5.7967199999999997</c:v>
                </c:pt>
                <c:pt idx="7267">
                  <c:v>5.7970199999999998</c:v>
                </c:pt>
                <c:pt idx="7268">
                  <c:v>5.7973299999999997</c:v>
                </c:pt>
                <c:pt idx="7269">
                  <c:v>5.7976299999999998</c:v>
                </c:pt>
                <c:pt idx="7270">
                  <c:v>5.7979399999999996</c:v>
                </c:pt>
                <c:pt idx="7271">
                  <c:v>5.7982399999999998</c:v>
                </c:pt>
                <c:pt idx="7272">
                  <c:v>5.7985499999999996</c:v>
                </c:pt>
                <c:pt idx="7273">
                  <c:v>5.7988600000000003</c:v>
                </c:pt>
                <c:pt idx="7274">
                  <c:v>5.7991599999999996</c:v>
                </c:pt>
                <c:pt idx="7275">
                  <c:v>5.7994700000000003</c:v>
                </c:pt>
                <c:pt idx="7276">
                  <c:v>5.7997699999999996</c:v>
                </c:pt>
                <c:pt idx="7277">
                  <c:v>5.8000800000000003</c:v>
                </c:pt>
                <c:pt idx="7278">
                  <c:v>5.8003799999999996</c:v>
                </c:pt>
                <c:pt idx="7279">
                  <c:v>5.8006900000000003</c:v>
                </c:pt>
                <c:pt idx="7280">
                  <c:v>5.8009899999999996</c:v>
                </c:pt>
                <c:pt idx="7281">
                  <c:v>5.8013000000000003</c:v>
                </c:pt>
                <c:pt idx="7282">
                  <c:v>5.8015999999999996</c:v>
                </c:pt>
                <c:pt idx="7283">
                  <c:v>5.8019100000000003</c:v>
                </c:pt>
                <c:pt idx="7284">
                  <c:v>5.8022099999999996</c:v>
                </c:pt>
                <c:pt idx="7285">
                  <c:v>5.8025200000000003</c:v>
                </c:pt>
                <c:pt idx="7286">
                  <c:v>5.8028300000000002</c:v>
                </c:pt>
                <c:pt idx="7287">
                  <c:v>5.8031300000000003</c:v>
                </c:pt>
                <c:pt idx="7288">
                  <c:v>5.8034400000000002</c:v>
                </c:pt>
                <c:pt idx="7289">
                  <c:v>5.8037400000000003</c:v>
                </c:pt>
                <c:pt idx="7290">
                  <c:v>5.8040500000000002</c:v>
                </c:pt>
                <c:pt idx="7291">
                  <c:v>5.8043500000000003</c:v>
                </c:pt>
                <c:pt idx="7292">
                  <c:v>5.8046600000000002</c:v>
                </c:pt>
                <c:pt idx="7293">
                  <c:v>5.8049600000000003</c:v>
                </c:pt>
                <c:pt idx="7294">
                  <c:v>5.8052700000000002</c:v>
                </c:pt>
                <c:pt idx="7295">
                  <c:v>5.8055700000000003</c:v>
                </c:pt>
                <c:pt idx="7296">
                  <c:v>5.8058800000000002</c:v>
                </c:pt>
                <c:pt idx="7297">
                  <c:v>5.8061800000000003</c:v>
                </c:pt>
                <c:pt idx="7298">
                  <c:v>5.8064900000000002</c:v>
                </c:pt>
                <c:pt idx="7299">
                  <c:v>5.8068</c:v>
                </c:pt>
                <c:pt idx="7300">
                  <c:v>5.8071000000000002</c:v>
                </c:pt>
                <c:pt idx="7301">
                  <c:v>5.80741</c:v>
                </c:pt>
                <c:pt idx="7302">
                  <c:v>5.8077100000000002</c:v>
                </c:pt>
                <c:pt idx="7303">
                  <c:v>5.80802</c:v>
                </c:pt>
                <c:pt idx="7304">
                  <c:v>5.8083200000000001</c:v>
                </c:pt>
                <c:pt idx="7305">
                  <c:v>5.80863</c:v>
                </c:pt>
                <c:pt idx="7306">
                  <c:v>5.8089300000000001</c:v>
                </c:pt>
                <c:pt idx="7307">
                  <c:v>5.80924</c:v>
                </c:pt>
                <c:pt idx="7308">
                  <c:v>5.8095400000000001</c:v>
                </c:pt>
                <c:pt idx="7309">
                  <c:v>5.80985</c:v>
                </c:pt>
                <c:pt idx="7310">
                  <c:v>5.8101599999999998</c:v>
                </c:pt>
                <c:pt idx="7311">
                  <c:v>5.81046</c:v>
                </c:pt>
                <c:pt idx="7312">
                  <c:v>5.8107699999999998</c:v>
                </c:pt>
                <c:pt idx="7313">
                  <c:v>5.81107</c:v>
                </c:pt>
                <c:pt idx="7314">
                  <c:v>5.8113799999999998</c:v>
                </c:pt>
                <c:pt idx="7315">
                  <c:v>5.81168</c:v>
                </c:pt>
                <c:pt idx="7316">
                  <c:v>5.8119899999999998</c:v>
                </c:pt>
                <c:pt idx="7317">
                  <c:v>5.81229</c:v>
                </c:pt>
                <c:pt idx="7318">
                  <c:v>5.8125999999999998</c:v>
                </c:pt>
                <c:pt idx="7319">
                  <c:v>5.8129</c:v>
                </c:pt>
                <c:pt idx="7320">
                  <c:v>5.8132099999999998</c:v>
                </c:pt>
                <c:pt idx="7321">
                  <c:v>5.81351</c:v>
                </c:pt>
                <c:pt idx="7322">
                  <c:v>5.8138199999999998</c:v>
                </c:pt>
                <c:pt idx="7323">
                  <c:v>5.8141299999999996</c:v>
                </c:pt>
                <c:pt idx="7324">
                  <c:v>5.8144299999999998</c:v>
                </c:pt>
                <c:pt idx="7325">
                  <c:v>5.8147399999999996</c:v>
                </c:pt>
                <c:pt idx="7326">
                  <c:v>5.8150399999999998</c:v>
                </c:pt>
                <c:pt idx="7327">
                  <c:v>5.8153499999999996</c:v>
                </c:pt>
                <c:pt idx="7328">
                  <c:v>5.8156499999999998</c:v>
                </c:pt>
                <c:pt idx="7329">
                  <c:v>5.8159599999999996</c:v>
                </c:pt>
                <c:pt idx="7330">
                  <c:v>5.8162599999999998</c:v>
                </c:pt>
                <c:pt idx="7331">
                  <c:v>5.8165699999999996</c:v>
                </c:pt>
                <c:pt idx="7332">
                  <c:v>5.8168699999999998</c:v>
                </c:pt>
                <c:pt idx="7333">
                  <c:v>5.8171799999999996</c:v>
                </c:pt>
                <c:pt idx="7334">
                  <c:v>5.8174799999999998</c:v>
                </c:pt>
                <c:pt idx="7335">
                  <c:v>5.8177899999999996</c:v>
                </c:pt>
                <c:pt idx="7336">
                  <c:v>5.8181000000000003</c:v>
                </c:pt>
                <c:pt idx="7337">
                  <c:v>5.8183999999999996</c:v>
                </c:pt>
                <c:pt idx="7338">
                  <c:v>5.8187100000000003</c:v>
                </c:pt>
                <c:pt idx="7339">
                  <c:v>5.8190099999999996</c:v>
                </c:pt>
                <c:pt idx="7340">
                  <c:v>5.8193200000000003</c:v>
                </c:pt>
                <c:pt idx="7341">
                  <c:v>5.8196199999999996</c:v>
                </c:pt>
                <c:pt idx="7342">
                  <c:v>5.8199300000000003</c:v>
                </c:pt>
                <c:pt idx="7343">
                  <c:v>5.8202299999999996</c:v>
                </c:pt>
                <c:pt idx="7344">
                  <c:v>5.8205400000000003</c:v>
                </c:pt>
                <c:pt idx="7345">
                  <c:v>5.8208399999999996</c:v>
                </c:pt>
                <c:pt idx="7346">
                  <c:v>5.8211500000000003</c:v>
                </c:pt>
                <c:pt idx="7347">
                  <c:v>5.8214499999999996</c:v>
                </c:pt>
                <c:pt idx="7348">
                  <c:v>5.8217600000000003</c:v>
                </c:pt>
                <c:pt idx="7349">
                  <c:v>5.8220700000000001</c:v>
                </c:pt>
                <c:pt idx="7350">
                  <c:v>5.8223700000000003</c:v>
                </c:pt>
                <c:pt idx="7351">
                  <c:v>5.8226800000000001</c:v>
                </c:pt>
                <c:pt idx="7352">
                  <c:v>5.8229800000000003</c:v>
                </c:pt>
                <c:pt idx="7353">
                  <c:v>5.8232900000000001</c:v>
                </c:pt>
                <c:pt idx="7354">
                  <c:v>5.8235900000000003</c:v>
                </c:pt>
                <c:pt idx="7355">
                  <c:v>5.8239000000000001</c:v>
                </c:pt>
                <c:pt idx="7356">
                  <c:v>5.8242000000000003</c:v>
                </c:pt>
                <c:pt idx="7357">
                  <c:v>5.8245100000000001</c:v>
                </c:pt>
                <c:pt idx="7358">
                  <c:v>5.8248100000000003</c:v>
                </c:pt>
                <c:pt idx="7359">
                  <c:v>5.8251200000000001</c:v>
                </c:pt>
                <c:pt idx="7360">
                  <c:v>5.8254299999999999</c:v>
                </c:pt>
                <c:pt idx="7361">
                  <c:v>5.8257300000000001</c:v>
                </c:pt>
                <c:pt idx="7362">
                  <c:v>5.8260399999999999</c:v>
                </c:pt>
                <c:pt idx="7363">
                  <c:v>5.8263400000000001</c:v>
                </c:pt>
                <c:pt idx="7364">
                  <c:v>5.8266499999999999</c:v>
                </c:pt>
                <c:pt idx="7365">
                  <c:v>5.8269500000000001</c:v>
                </c:pt>
                <c:pt idx="7366">
                  <c:v>5.8272599999999999</c:v>
                </c:pt>
                <c:pt idx="7367">
                  <c:v>5.8275600000000001</c:v>
                </c:pt>
                <c:pt idx="7368">
                  <c:v>5.8278699999999999</c:v>
                </c:pt>
                <c:pt idx="7369">
                  <c:v>5.8281700000000001</c:v>
                </c:pt>
                <c:pt idx="7370">
                  <c:v>5.8284799999999999</c:v>
                </c:pt>
                <c:pt idx="7371">
                  <c:v>5.8287800000000001</c:v>
                </c:pt>
                <c:pt idx="7372">
                  <c:v>5.8290899999999999</c:v>
                </c:pt>
                <c:pt idx="7373">
                  <c:v>5.8293999999999997</c:v>
                </c:pt>
                <c:pt idx="7374">
                  <c:v>5.8296999999999999</c:v>
                </c:pt>
                <c:pt idx="7375">
                  <c:v>5.8300099999999997</c:v>
                </c:pt>
                <c:pt idx="7376">
                  <c:v>5.8303099999999999</c:v>
                </c:pt>
                <c:pt idx="7377">
                  <c:v>5.8306199999999997</c:v>
                </c:pt>
                <c:pt idx="7378">
                  <c:v>5.8309199999999999</c:v>
                </c:pt>
                <c:pt idx="7379">
                  <c:v>5.8312299999999997</c:v>
                </c:pt>
                <c:pt idx="7380">
                  <c:v>5.8315299999999999</c:v>
                </c:pt>
                <c:pt idx="7381">
                  <c:v>5.8318399999999997</c:v>
                </c:pt>
                <c:pt idx="7382">
                  <c:v>5.8321399999999999</c:v>
                </c:pt>
                <c:pt idx="7383">
                  <c:v>5.8324499999999997</c:v>
                </c:pt>
                <c:pt idx="7384">
                  <c:v>5.8327499999999999</c:v>
                </c:pt>
                <c:pt idx="7385">
                  <c:v>5.8330599999999997</c:v>
                </c:pt>
                <c:pt idx="7386">
                  <c:v>5.8333700000000004</c:v>
                </c:pt>
                <c:pt idx="7387">
                  <c:v>5.8336699999999997</c:v>
                </c:pt>
                <c:pt idx="7388">
                  <c:v>5.8339800000000004</c:v>
                </c:pt>
                <c:pt idx="7389">
                  <c:v>5.8342799999999997</c:v>
                </c:pt>
                <c:pt idx="7390">
                  <c:v>5.8345900000000004</c:v>
                </c:pt>
                <c:pt idx="7391">
                  <c:v>5.8348899999999997</c:v>
                </c:pt>
                <c:pt idx="7392">
                  <c:v>5.8352000000000004</c:v>
                </c:pt>
                <c:pt idx="7393">
                  <c:v>5.8354999999999997</c:v>
                </c:pt>
                <c:pt idx="7394">
                  <c:v>5.8358100000000004</c:v>
                </c:pt>
                <c:pt idx="7395">
                  <c:v>5.8361099999999997</c:v>
                </c:pt>
                <c:pt idx="7396">
                  <c:v>5.8364200000000004</c:v>
                </c:pt>
                <c:pt idx="7397">
                  <c:v>5.8367199999999997</c:v>
                </c:pt>
                <c:pt idx="7398">
                  <c:v>5.8370300000000004</c:v>
                </c:pt>
                <c:pt idx="7399">
                  <c:v>5.8373400000000002</c:v>
                </c:pt>
                <c:pt idx="7400">
                  <c:v>5.8376400000000004</c:v>
                </c:pt>
                <c:pt idx="7401">
                  <c:v>5.8379500000000002</c:v>
                </c:pt>
                <c:pt idx="7402">
                  <c:v>5.8382500000000004</c:v>
                </c:pt>
                <c:pt idx="7403">
                  <c:v>5.8385600000000002</c:v>
                </c:pt>
                <c:pt idx="7404">
                  <c:v>5.8388600000000004</c:v>
                </c:pt>
                <c:pt idx="7405">
                  <c:v>5.8391700000000002</c:v>
                </c:pt>
                <c:pt idx="7406">
                  <c:v>5.8394700000000004</c:v>
                </c:pt>
                <c:pt idx="7407">
                  <c:v>5.8397800000000002</c:v>
                </c:pt>
                <c:pt idx="7408">
                  <c:v>5.8400800000000004</c:v>
                </c:pt>
                <c:pt idx="7409">
                  <c:v>5.8403900000000002</c:v>
                </c:pt>
                <c:pt idx="7410">
                  <c:v>5.8406900000000004</c:v>
                </c:pt>
                <c:pt idx="7411">
                  <c:v>5.8410000000000002</c:v>
                </c:pt>
                <c:pt idx="7412">
                  <c:v>5.84131</c:v>
                </c:pt>
                <c:pt idx="7413">
                  <c:v>5.8416100000000002</c:v>
                </c:pt>
                <c:pt idx="7414">
                  <c:v>5.84192</c:v>
                </c:pt>
                <c:pt idx="7415">
                  <c:v>5.8422200000000002</c:v>
                </c:pt>
                <c:pt idx="7416">
                  <c:v>5.84253</c:v>
                </c:pt>
                <c:pt idx="7417">
                  <c:v>5.8428300000000002</c:v>
                </c:pt>
                <c:pt idx="7418">
                  <c:v>5.84314</c:v>
                </c:pt>
                <c:pt idx="7419">
                  <c:v>5.8434400000000002</c:v>
                </c:pt>
                <c:pt idx="7420">
                  <c:v>5.84375</c:v>
                </c:pt>
                <c:pt idx="7421">
                  <c:v>5.8440500000000002</c:v>
                </c:pt>
                <c:pt idx="7422">
                  <c:v>5.84436</c:v>
                </c:pt>
                <c:pt idx="7423">
                  <c:v>5.8446699999999998</c:v>
                </c:pt>
                <c:pt idx="7424">
                  <c:v>5.84497</c:v>
                </c:pt>
                <c:pt idx="7425">
                  <c:v>5.8452799999999998</c:v>
                </c:pt>
                <c:pt idx="7426">
                  <c:v>5.84558</c:v>
                </c:pt>
                <c:pt idx="7427">
                  <c:v>5.8458899999999998</c:v>
                </c:pt>
                <c:pt idx="7428">
                  <c:v>5.84619</c:v>
                </c:pt>
                <c:pt idx="7429">
                  <c:v>5.8464999999999998</c:v>
                </c:pt>
                <c:pt idx="7430">
                  <c:v>5.8468</c:v>
                </c:pt>
                <c:pt idx="7431">
                  <c:v>5.8471099999999998</c:v>
                </c:pt>
                <c:pt idx="7432">
                  <c:v>5.84741</c:v>
                </c:pt>
                <c:pt idx="7433">
                  <c:v>5.8477199999999998</c:v>
                </c:pt>
                <c:pt idx="7434">
                  <c:v>5.84802</c:v>
                </c:pt>
                <c:pt idx="7435">
                  <c:v>5.8483299999999998</c:v>
                </c:pt>
                <c:pt idx="7436">
                  <c:v>5.8486399999999996</c:v>
                </c:pt>
                <c:pt idx="7437">
                  <c:v>5.8489399999999998</c:v>
                </c:pt>
                <c:pt idx="7438">
                  <c:v>5.8492499999999996</c:v>
                </c:pt>
                <c:pt idx="7439">
                  <c:v>5.8495499999999998</c:v>
                </c:pt>
                <c:pt idx="7440">
                  <c:v>5.8498599999999996</c:v>
                </c:pt>
                <c:pt idx="7441">
                  <c:v>5.8501599999999998</c:v>
                </c:pt>
                <c:pt idx="7442">
                  <c:v>5.8504699999999996</c:v>
                </c:pt>
                <c:pt idx="7443">
                  <c:v>5.8507699999999998</c:v>
                </c:pt>
                <c:pt idx="7444">
                  <c:v>5.8510799999999996</c:v>
                </c:pt>
                <c:pt idx="7445">
                  <c:v>5.8513799999999998</c:v>
                </c:pt>
                <c:pt idx="7446">
                  <c:v>5.8516899999999996</c:v>
                </c:pt>
                <c:pt idx="7447">
                  <c:v>5.8519899999999998</c:v>
                </c:pt>
                <c:pt idx="7448">
                  <c:v>5.8522999999999996</c:v>
                </c:pt>
                <c:pt idx="7449">
                  <c:v>5.8526100000000003</c:v>
                </c:pt>
                <c:pt idx="7450">
                  <c:v>5.8529099999999996</c:v>
                </c:pt>
                <c:pt idx="7451">
                  <c:v>5.8532200000000003</c:v>
                </c:pt>
                <c:pt idx="7452">
                  <c:v>5.8535199999999996</c:v>
                </c:pt>
                <c:pt idx="7453">
                  <c:v>5.8538300000000003</c:v>
                </c:pt>
                <c:pt idx="7454">
                  <c:v>5.8541299999999996</c:v>
                </c:pt>
                <c:pt idx="7455">
                  <c:v>5.8544400000000003</c:v>
                </c:pt>
                <c:pt idx="7456">
                  <c:v>5.8547399999999996</c:v>
                </c:pt>
                <c:pt idx="7457">
                  <c:v>5.8550500000000003</c:v>
                </c:pt>
                <c:pt idx="7458">
                  <c:v>5.8553499999999996</c:v>
                </c:pt>
                <c:pt idx="7459">
                  <c:v>5.8556600000000003</c:v>
                </c:pt>
                <c:pt idx="7460">
                  <c:v>5.8559599999999996</c:v>
                </c:pt>
                <c:pt idx="7461">
                  <c:v>5.8562700000000003</c:v>
                </c:pt>
                <c:pt idx="7462">
                  <c:v>5.8565800000000001</c:v>
                </c:pt>
                <c:pt idx="7463">
                  <c:v>5.8568800000000003</c:v>
                </c:pt>
                <c:pt idx="7464">
                  <c:v>5.8571900000000001</c:v>
                </c:pt>
                <c:pt idx="7465">
                  <c:v>5.8574900000000003</c:v>
                </c:pt>
                <c:pt idx="7466">
                  <c:v>5.8578000000000001</c:v>
                </c:pt>
                <c:pt idx="7467">
                  <c:v>5.8581000000000003</c:v>
                </c:pt>
                <c:pt idx="7468">
                  <c:v>5.8584100000000001</c:v>
                </c:pt>
                <c:pt idx="7469">
                  <c:v>5.8587100000000003</c:v>
                </c:pt>
                <c:pt idx="7470">
                  <c:v>5.8590200000000001</c:v>
                </c:pt>
                <c:pt idx="7471">
                  <c:v>5.8593200000000003</c:v>
                </c:pt>
                <c:pt idx="7472">
                  <c:v>5.8596300000000001</c:v>
                </c:pt>
                <c:pt idx="7473">
                  <c:v>5.8599300000000003</c:v>
                </c:pt>
                <c:pt idx="7474">
                  <c:v>5.8602400000000001</c:v>
                </c:pt>
                <c:pt idx="7475">
                  <c:v>5.8605499999999999</c:v>
                </c:pt>
                <c:pt idx="7476">
                  <c:v>5.8608500000000001</c:v>
                </c:pt>
                <c:pt idx="7477">
                  <c:v>5.8611599999999999</c:v>
                </c:pt>
                <c:pt idx="7478">
                  <c:v>5.8614600000000001</c:v>
                </c:pt>
                <c:pt idx="7479">
                  <c:v>5.8617699999999999</c:v>
                </c:pt>
                <c:pt idx="7480">
                  <c:v>5.8620700000000001</c:v>
                </c:pt>
                <c:pt idx="7481">
                  <c:v>5.8623799999999999</c:v>
                </c:pt>
                <c:pt idx="7482">
                  <c:v>5.8626800000000001</c:v>
                </c:pt>
                <c:pt idx="7483">
                  <c:v>5.8629899999999999</c:v>
                </c:pt>
                <c:pt idx="7484">
                  <c:v>5.8632900000000001</c:v>
                </c:pt>
                <c:pt idx="7485">
                  <c:v>5.8635999999999999</c:v>
                </c:pt>
                <c:pt idx="7486">
                  <c:v>5.8639099999999997</c:v>
                </c:pt>
                <c:pt idx="7487">
                  <c:v>5.8642099999999999</c:v>
                </c:pt>
                <c:pt idx="7488">
                  <c:v>5.8645199999999997</c:v>
                </c:pt>
                <c:pt idx="7489">
                  <c:v>5.8648199999999999</c:v>
                </c:pt>
                <c:pt idx="7490">
                  <c:v>5.8651299999999997</c:v>
                </c:pt>
                <c:pt idx="7491">
                  <c:v>5.8654299999999999</c:v>
                </c:pt>
                <c:pt idx="7492">
                  <c:v>5.8657399999999997</c:v>
                </c:pt>
                <c:pt idx="7493">
                  <c:v>5.8660399999999999</c:v>
                </c:pt>
                <c:pt idx="7494">
                  <c:v>5.8663499999999997</c:v>
                </c:pt>
                <c:pt idx="7495">
                  <c:v>5.8666499999999999</c:v>
                </c:pt>
                <c:pt idx="7496">
                  <c:v>5.8669599999999997</c:v>
                </c:pt>
                <c:pt idx="7497">
                  <c:v>5.8672599999999999</c:v>
                </c:pt>
                <c:pt idx="7498">
                  <c:v>5.8675699999999997</c:v>
                </c:pt>
                <c:pt idx="7499">
                  <c:v>5.8678800000000004</c:v>
                </c:pt>
                <c:pt idx="7500">
                  <c:v>5.8681799999999997</c:v>
                </c:pt>
                <c:pt idx="7501">
                  <c:v>5.8684900000000004</c:v>
                </c:pt>
                <c:pt idx="7502">
                  <c:v>5.8687899999999997</c:v>
                </c:pt>
                <c:pt idx="7503">
                  <c:v>5.8691000000000004</c:v>
                </c:pt>
                <c:pt idx="7504">
                  <c:v>5.8693999999999997</c:v>
                </c:pt>
                <c:pt idx="7505">
                  <c:v>5.8697100000000004</c:v>
                </c:pt>
                <c:pt idx="7506">
                  <c:v>5.8700099999999997</c:v>
                </c:pt>
                <c:pt idx="7507">
                  <c:v>5.8703200000000004</c:v>
                </c:pt>
                <c:pt idx="7508">
                  <c:v>5.8706199999999997</c:v>
                </c:pt>
                <c:pt idx="7509">
                  <c:v>5.8709300000000004</c:v>
                </c:pt>
                <c:pt idx="7510">
                  <c:v>5.8712299999999997</c:v>
                </c:pt>
                <c:pt idx="7511">
                  <c:v>5.8715400000000004</c:v>
                </c:pt>
                <c:pt idx="7512">
                  <c:v>5.8718500000000002</c:v>
                </c:pt>
                <c:pt idx="7513">
                  <c:v>5.8721500000000004</c:v>
                </c:pt>
                <c:pt idx="7514">
                  <c:v>5.8724600000000002</c:v>
                </c:pt>
                <c:pt idx="7515">
                  <c:v>5.8727600000000004</c:v>
                </c:pt>
                <c:pt idx="7516">
                  <c:v>5.8730700000000002</c:v>
                </c:pt>
                <c:pt idx="7517">
                  <c:v>5.8733700000000004</c:v>
                </c:pt>
                <c:pt idx="7518">
                  <c:v>5.8736800000000002</c:v>
                </c:pt>
                <c:pt idx="7519">
                  <c:v>5.8739800000000004</c:v>
                </c:pt>
                <c:pt idx="7520">
                  <c:v>5.8742900000000002</c:v>
                </c:pt>
                <c:pt idx="7521">
                  <c:v>5.8745900000000004</c:v>
                </c:pt>
                <c:pt idx="7522">
                  <c:v>5.8749000000000002</c:v>
                </c:pt>
                <c:pt idx="7523">
                  <c:v>5.8752000000000004</c:v>
                </c:pt>
                <c:pt idx="7524">
                  <c:v>5.8755100000000002</c:v>
                </c:pt>
                <c:pt idx="7525">
                  <c:v>5.87582</c:v>
                </c:pt>
                <c:pt idx="7526">
                  <c:v>5.8761200000000002</c:v>
                </c:pt>
                <c:pt idx="7527">
                  <c:v>5.87643</c:v>
                </c:pt>
                <c:pt idx="7528">
                  <c:v>5.8767300000000002</c:v>
                </c:pt>
                <c:pt idx="7529">
                  <c:v>5.87704</c:v>
                </c:pt>
                <c:pt idx="7530">
                  <c:v>5.8773400000000002</c:v>
                </c:pt>
                <c:pt idx="7531">
                  <c:v>5.87765</c:v>
                </c:pt>
                <c:pt idx="7532">
                  <c:v>5.8779500000000002</c:v>
                </c:pt>
                <c:pt idx="7533">
                  <c:v>5.87826</c:v>
                </c:pt>
                <c:pt idx="7534">
                  <c:v>5.8785600000000002</c:v>
                </c:pt>
                <c:pt idx="7535">
                  <c:v>5.87887</c:v>
                </c:pt>
                <c:pt idx="7536">
                  <c:v>5.8791799999999999</c:v>
                </c:pt>
                <c:pt idx="7537">
                  <c:v>5.87948</c:v>
                </c:pt>
                <c:pt idx="7538">
                  <c:v>5.8797899999999998</c:v>
                </c:pt>
                <c:pt idx="7539">
                  <c:v>5.88009</c:v>
                </c:pt>
                <c:pt idx="7540">
                  <c:v>5.8803999999999998</c:v>
                </c:pt>
                <c:pt idx="7541">
                  <c:v>5.8807</c:v>
                </c:pt>
                <c:pt idx="7542">
                  <c:v>5.8810099999999998</c:v>
                </c:pt>
                <c:pt idx="7543">
                  <c:v>5.88131</c:v>
                </c:pt>
                <c:pt idx="7544">
                  <c:v>5.8816199999999998</c:v>
                </c:pt>
                <c:pt idx="7545">
                  <c:v>5.88192</c:v>
                </c:pt>
                <c:pt idx="7546">
                  <c:v>5.8822299999999998</c:v>
                </c:pt>
                <c:pt idx="7547">
                  <c:v>5.88253</c:v>
                </c:pt>
                <c:pt idx="7548">
                  <c:v>5.8828399999999998</c:v>
                </c:pt>
                <c:pt idx="7549">
                  <c:v>5.8831499999999997</c:v>
                </c:pt>
                <c:pt idx="7550">
                  <c:v>5.8834499999999998</c:v>
                </c:pt>
                <c:pt idx="7551">
                  <c:v>5.8837599999999997</c:v>
                </c:pt>
                <c:pt idx="7552">
                  <c:v>5.8840599999999998</c:v>
                </c:pt>
                <c:pt idx="7553">
                  <c:v>5.8843699999999997</c:v>
                </c:pt>
                <c:pt idx="7554">
                  <c:v>5.8846699999999998</c:v>
                </c:pt>
                <c:pt idx="7555">
                  <c:v>5.8849799999999997</c:v>
                </c:pt>
                <c:pt idx="7556">
                  <c:v>5.8852799999999998</c:v>
                </c:pt>
                <c:pt idx="7557">
                  <c:v>5.8855899999999997</c:v>
                </c:pt>
                <c:pt idx="7558">
                  <c:v>5.8858899999999998</c:v>
                </c:pt>
                <c:pt idx="7559">
                  <c:v>5.8861999999999997</c:v>
                </c:pt>
                <c:pt idx="7560">
                  <c:v>5.8864999999999998</c:v>
                </c:pt>
                <c:pt idx="7561">
                  <c:v>5.8868099999999997</c:v>
                </c:pt>
                <c:pt idx="7562">
                  <c:v>5.8871200000000004</c:v>
                </c:pt>
                <c:pt idx="7563">
                  <c:v>5.8874199999999997</c:v>
                </c:pt>
                <c:pt idx="7564">
                  <c:v>5.8877300000000004</c:v>
                </c:pt>
                <c:pt idx="7565">
                  <c:v>5.8880299999999997</c:v>
                </c:pt>
                <c:pt idx="7566">
                  <c:v>5.8883400000000004</c:v>
                </c:pt>
                <c:pt idx="7567">
                  <c:v>5.8886399999999997</c:v>
                </c:pt>
                <c:pt idx="7568">
                  <c:v>5.8889500000000004</c:v>
                </c:pt>
                <c:pt idx="7569">
                  <c:v>5.8892499999999997</c:v>
                </c:pt>
                <c:pt idx="7570">
                  <c:v>5.8895600000000004</c:v>
                </c:pt>
                <c:pt idx="7571">
                  <c:v>5.8898599999999997</c:v>
                </c:pt>
                <c:pt idx="7572">
                  <c:v>5.8901700000000003</c:v>
                </c:pt>
                <c:pt idx="7573">
                  <c:v>5.8904699999999997</c:v>
                </c:pt>
                <c:pt idx="7574">
                  <c:v>5.8907800000000003</c:v>
                </c:pt>
                <c:pt idx="7575">
                  <c:v>5.8910900000000002</c:v>
                </c:pt>
                <c:pt idx="7576">
                  <c:v>5.8913900000000003</c:v>
                </c:pt>
                <c:pt idx="7577">
                  <c:v>5.8917000000000002</c:v>
                </c:pt>
                <c:pt idx="7578">
                  <c:v>5.8920000000000003</c:v>
                </c:pt>
                <c:pt idx="7579">
                  <c:v>5.8923100000000002</c:v>
                </c:pt>
                <c:pt idx="7580">
                  <c:v>5.8926100000000003</c:v>
                </c:pt>
                <c:pt idx="7581">
                  <c:v>5.8929200000000002</c:v>
                </c:pt>
                <c:pt idx="7582">
                  <c:v>5.8932200000000003</c:v>
                </c:pt>
                <c:pt idx="7583">
                  <c:v>5.8935300000000002</c:v>
                </c:pt>
                <c:pt idx="7584">
                  <c:v>5.8938300000000003</c:v>
                </c:pt>
                <c:pt idx="7585">
                  <c:v>5.8941400000000002</c:v>
                </c:pt>
                <c:pt idx="7586">
                  <c:v>5.8944400000000003</c:v>
                </c:pt>
                <c:pt idx="7587">
                  <c:v>5.8947500000000002</c:v>
                </c:pt>
                <c:pt idx="7588">
                  <c:v>5.89506</c:v>
                </c:pt>
                <c:pt idx="7589">
                  <c:v>5.8953600000000002</c:v>
                </c:pt>
                <c:pt idx="7590">
                  <c:v>5.89567</c:v>
                </c:pt>
                <c:pt idx="7591">
                  <c:v>5.8959700000000002</c:v>
                </c:pt>
                <c:pt idx="7592">
                  <c:v>5.89628</c:v>
                </c:pt>
                <c:pt idx="7593">
                  <c:v>5.8965800000000002</c:v>
                </c:pt>
                <c:pt idx="7594">
                  <c:v>5.89689</c:v>
                </c:pt>
                <c:pt idx="7595">
                  <c:v>5.8971900000000002</c:v>
                </c:pt>
                <c:pt idx="7596">
                  <c:v>5.8975</c:v>
                </c:pt>
                <c:pt idx="7597">
                  <c:v>5.8978000000000002</c:v>
                </c:pt>
                <c:pt idx="7598">
                  <c:v>5.89811</c:v>
                </c:pt>
                <c:pt idx="7599">
                  <c:v>5.8984199999999998</c:v>
                </c:pt>
                <c:pt idx="7600">
                  <c:v>5.89872</c:v>
                </c:pt>
                <c:pt idx="7601">
                  <c:v>5.8990299999999998</c:v>
                </c:pt>
                <c:pt idx="7602">
                  <c:v>5.89933</c:v>
                </c:pt>
                <c:pt idx="7603">
                  <c:v>5.8996399999999998</c:v>
                </c:pt>
                <c:pt idx="7604">
                  <c:v>5.89994</c:v>
                </c:pt>
                <c:pt idx="7605">
                  <c:v>5.9002499999999998</c:v>
                </c:pt>
                <c:pt idx="7606">
                  <c:v>5.90055</c:v>
                </c:pt>
                <c:pt idx="7607">
                  <c:v>5.9008599999999998</c:v>
                </c:pt>
                <c:pt idx="7608">
                  <c:v>5.90116</c:v>
                </c:pt>
                <c:pt idx="7609">
                  <c:v>5.9014699999999998</c:v>
                </c:pt>
                <c:pt idx="7610">
                  <c:v>5.90177</c:v>
                </c:pt>
                <c:pt idx="7611">
                  <c:v>5.9020799999999998</c:v>
                </c:pt>
                <c:pt idx="7612">
                  <c:v>5.9023899999999996</c:v>
                </c:pt>
                <c:pt idx="7613">
                  <c:v>5.9026899999999998</c:v>
                </c:pt>
                <c:pt idx="7614">
                  <c:v>5.9029999999999996</c:v>
                </c:pt>
                <c:pt idx="7615">
                  <c:v>5.9032999999999998</c:v>
                </c:pt>
                <c:pt idx="7616">
                  <c:v>5.9036099999999996</c:v>
                </c:pt>
                <c:pt idx="7617">
                  <c:v>5.9039099999999998</c:v>
                </c:pt>
                <c:pt idx="7618">
                  <c:v>5.9042199999999996</c:v>
                </c:pt>
                <c:pt idx="7619">
                  <c:v>5.9045199999999998</c:v>
                </c:pt>
                <c:pt idx="7620">
                  <c:v>5.9048299999999996</c:v>
                </c:pt>
                <c:pt idx="7621">
                  <c:v>5.9051299999999998</c:v>
                </c:pt>
                <c:pt idx="7622">
                  <c:v>5.9054399999999996</c:v>
                </c:pt>
                <c:pt idx="7623">
                  <c:v>5.9057399999999998</c:v>
                </c:pt>
                <c:pt idx="7624">
                  <c:v>5.9060499999999996</c:v>
                </c:pt>
                <c:pt idx="7625">
                  <c:v>5.9063600000000003</c:v>
                </c:pt>
                <c:pt idx="7626">
                  <c:v>5.9066599999999996</c:v>
                </c:pt>
                <c:pt idx="7627">
                  <c:v>5.9069700000000003</c:v>
                </c:pt>
                <c:pt idx="7628">
                  <c:v>5.9072699999999996</c:v>
                </c:pt>
                <c:pt idx="7629">
                  <c:v>5.9075800000000003</c:v>
                </c:pt>
                <c:pt idx="7630">
                  <c:v>5.9078799999999996</c:v>
                </c:pt>
                <c:pt idx="7631">
                  <c:v>5.9081900000000003</c:v>
                </c:pt>
                <c:pt idx="7632">
                  <c:v>5.9084899999999996</c:v>
                </c:pt>
                <c:pt idx="7633">
                  <c:v>5.9088000000000003</c:v>
                </c:pt>
                <c:pt idx="7634">
                  <c:v>5.9090999999999996</c:v>
                </c:pt>
                <c:pt idx="7635">
                  <c:v>5.9094100000000003</c:v>
                </c:pt>
                <c:pt idx="7636">
                  <c:v>5.9097099999999996</c:v>
                </c:pt>
                <c:pt idx="7637">
                  <c:v>5.9100200000000003</c:v>
                </c:pt>
                <c:pt idx="7638">
                  <c:v>5.9103300000000001</c:v>
                </c:pt>
                <c:pt idx="7639">
                  <c:v>5.9106300000000003</c:v>
                </c:pt>
                <c:pt idx="7640">
                  <c:v>5.9109400000000001</c:v>
                </c:pt>
                <c:pt idx="7641">
                  <c:v>5.9112400000000003</c:v>
                </c:pt>
                <c:pt idx="7642">
                  <c:v>5.9115500000000001</c:v>
                </c:pt>
                <c:pt idx="7643">
                  <c:v>5.9118500000000003</c:v>
                </c:pt>
                <c:pt idx="7644">
                  <c:v>5.9121600000000001</c:v>
                </c:pt>
                <c:pt idx="7645">
                  <c:v>5.9124600000000003</c:v>
                </c:pt>
                <c:pt idx="7646">
                  <c:v>5.9127700000000001</c:v>
                </c:pt>
                <c:pt idx="7647">
                  <c:v>5.9130700000000003</c:v>
                </c:pt>
                <c:pt idx="7648">
                  <c:v>5.9133800000000001</c:v>
                </c:pt>
                <c:pt idx="7649">
                  <c:v>5.9136800000000003</c:v>
                </c:pt>
                <c:pt idx="7650">
                  <c:v>5.9139900000000001</c:v>
                </c:pt>
                <c:pt idx="7651">
                  <c:v>5.9142999999999999</c:v>
                </c:pt>
                <c:pt idx="7652">
                  <c:v>5.9146000000000001</c:v>
                </c:pt>
                <c:pt idx="7653">
                  <c:v>5.9149099999999999</c:v>
                </c:pt>
                <c:pt idx="7654">
                  <c:v>5.9152100000000001</c:v>
                </c:pt>
                <c:pt idx="7655">
                  <c:v>5.9155199999999999</c:v>
                </c:pt>
                <c:pt idx="7656">
                  <c:v>5.9158200000000001</c:v>
                </c:pt>
                <c:pt idx="7657">
                  <c:v>5.9161299999999999</c:v>
                </c:pt>
                <c:pt idx="7658">
                  <c:v>5.9164300000000001</c:v>
                </c:pt>
                <c:pt idx="7659">
                  <c:v>5.9167399999999999</c:v>
                </c:pt>
                <c:pt idx="7660">
                  <c:v>5.9170400000000001</c:v>
                </c:pt>
                <c:pt idx="7661">
                  <c:v>5.9173499999999999</c:v>
                </c:pt>
                <c:pt idx="7662">
                  <c:v>5.9176599999999997</c:v>
                </c:pt>
                <c:pt idx="7663">
                  <c:v>5.9179599999999999</c:v>
                </c:pt>
                <c:pt idx="7664">
                  <c:v>5.9182699999999997</c:v>
                </c:pt>
                <c:pt idx="7665">
                  <c:v>5.9185699999999999</c:v>
                </c:pt>
                <c:pt idx="7666">
                  <c:v>5.9188799999999997</c:v>
                </c:pt>
                <c:pt idx="7667">
                  <c:v>5.9191799999999999</c:v>
                </c:pt>
                <c:pt idx="7668">
                  <c:v>5.9194899999999997</c:v>
                </c:pt>
                <c:pt idx="7669">
                  <c:v>5.9197899999999999</c:v>
                </c:pt>
                <c:pt idx="7670">
                  <c:v>5.9200999999999997</c:v>
                </c:pt>
                <c:pt idx="7671">
                  <c:v>5.9203999999999999</c:v>
                </c:pt>
                <c:pt idx="7672">
                  <c:v>5.9207099999999997</c:v>
                </c:pt>
                <c:pt idx="7673">
                  <c:v>5.9210099999999999</c:v>
                </c:pt>
                <c:pt idx="7674">
                  <c:v>5.9213199999999997</c:v>
                </c:pt>
                <c:pt idx="7675">
                  <c:v>5.9216300000000004</c:v>
                </c:pt>
                <c:pt idx="7676">
                  <c:v>5.9219299999999997</c:v>
                </c:pt>
                <c:pt idx="7677">
                  <c:v>5.9222400000000004</c:v>
                </c:pt>
                <c:pt idx="7678">
                  <c:v>5.9225399999999997</c:v>
                </c:pt>
                <c:pt idx="7679">
                  <c:v>5.9228500000000004</c:v>
                </c:pt>
                <c:pt idx="7680">
                  <c:v>5.9231499999999997</c:v>
                </c:pt>
                <c:pt idx="7681">
                  <c:v>5.9234600000000004</c:v>
                </c:pt>
                <c:pt idx="7682">
                  <c:v>5.9237599999999997</c:v>
                </c:pt>
                <c:pt idx="7683">
                  <c:v>5.9240700000000004</c:v>
                </c:pt>
                <c:pt idx="7684">
                  <c:v>5.9243699999999997</c:v>
                </c:pt>
                <c:pt idx="7685">
                  <c:v>5.9246800000000004</c:v>
                </c:pt>
                <c:pt idx="7686">
                  <c:v>5.9249799999999997</c:v>
                </c:pt>
                <c:pt idx="7687">
                  <c:v>5.9252900000000004</c:v>
                </c:pt>
                <c:pt idx="7688">
                  <c:v>5.9256000000000002</c:v>
                </c:pt>
                <c:pt idx="7689">
                  <c:v>5.9259000000000004</c:v>
                </c:pt>
                <c:pt idx="7690">
                  <c:v>5.9262100000000002</c:v>
                </c:pt>
                <c:pt idx="7691">
                  <c:v>5.9265100000000004</c:v>
                </c:pt>
                <c:pt idx="7692">
                  <c:v>5.9268200000000002</c:v>
                </c:pt>
                <c:pt idx="7693">
                  <c:v>5.9271200000000004</c:v>
                </c:pt>
                <c:pt idx="7694">
                  <c:v>5.9274300000000002</c:v>
                </c:pt>
                <c:pt idx="7695">
                  <c:v>5.9277300000000004</c:v>
                </c:pt>
                <c:pt idx="7696">
                  <c:v>5.9280400000000002</c:v>
                </c:pt>
                <c:pt idx="7697">
                  <c:v>5.9283400000000004</c:v>
                </c:pt>
                <c:pt idx="7698">
                  <c:v>5.9286500000000002</c:v>
                </c:pt>
                <c:pt idx="7699">
                  <c:v>5.9289500000000004</c:v>
                </c:pt>
                <c:pt idx="7700">
                  <c:v>5.9292600000000002</c:v>
                </c:pt>
                <c:pt idx="7701">
                  <c:v>5.92957</c:v>
                </c:pt>
                <c:pt idx="7702">
                  <c:v>5.9298700000000002</c:v>
                </c:pt>
                <c:pt idx="7703">
                  <c:v>5.93018</c:v>
                </c:pt>
                <c:pt idx="7704">
                  <c:v>5.9304800000000002</c:v>
                </c:pt>
                <c:pt idx="7705">
                  <c:v>5.93079</c:v>
                </c:pt>
                <c:pt idx="7706">
                  <c:v>5.9310900000000002</c:v>
                </c:pt>
                <c:pt idx="7707">
                  <c:v>5.9314</c:v>
                </c:pt>
                <c:pt idx="7708">
                  <c:v>5.9317000000000002</c:v>
                </c:pt>
                <c:pt idx="7709">
                  <c:v>5.93201</c:v>
                </c:pt>
                <c:pt idx="7710">
                  <c:v>5.9323100000000002</c:v>
                </c:pt>
                <c:pt idx="7711">
                  <c:v>5.93262</c:v>
                </c:pt>
                <c:pt idx="7712">
                  <c:v>5.9329299999999998</c:v>
                </c:pt>
                <c:pt idx="7713">
                  <c:v>5.93323</c:v>
                </c:pt>
                <c:pt idx="7714">
                  <c:v>5.9335399999999998</c:v>
                </c:pt>
                <c:pt idx="7715">
                  <c:v>5.93384</c:v>
                </c:pt>
                <c:pt idx="7716">
                  <c:v>5.9341499999999998</c:v>
                </c:pt>
                <c:pt idx="7717">
                  <c:v>5.93445</c:v>
                </c:pt>
                <c:pt idx="7718">
                  <c:v>5.9347599999999998</c:v>
                </c:pt>
                <c:pt idx="7719">
                  <c:v>5.93506</c:v>
                </c:pt>
                <c:pt idx="7720">
                  <c:v>5.9353699999999998</c:v>
                </c:pt>
                <c:pt idx="7721">
                  <c:v>5.93567</c:v>
                </c:pt>
                <c:pt idx="7722">
                  <c:v>5.9359799999999998</c:v>
                </c:pt>
                <c:pt idx="7723">
                  <c:v>5.93628</c:v>
                </c:pt>
                <c:pt idx="7724">
                  <c:v>5.9365899999999998</c:v>
                </c:pt>
                <c:pt idx="7725">
                  <c:v>5.9368999999999996</c:v>
                </c:pt>
                <c:pt idx="7726">
                  <c:v>5.9371999999999998</c:v>
                </c:pt>
                <c:pt idx="7727">
                  <c:v>5.9375099999999996</c:v>
                </c:pt>
                <c:pt idx="7728">
                  <c:v>5.9378099999999998</c:v>
                </c:pt>
                <c:pt idx="7729">
                  <c:v>5.9381199999999996</c:v>
                </c:pt>
                <c:pt idx="7730">
                  <c:v>5.9384199999999998</c:v>
                </c:pt>
                <c:pt idx="7731">
                  <c:v>5.9387299999999996</c:v>
                </c:pt>
                <c:pt idx="7732">
                  <c:v>5.9390299999999998</c:v>
                </c:pt>
                <c:pt idx="7733">
                  <c:v>5.9393399999999996</c:v>
                </c:pt>
                <c:pt idx="7734">
                  <c:v>5.9396399999999998</c:v>
                </c:pt>
                <c:pt idx="7735">
                  <c:v>5.9399499999999996</c:v>
                </c:pt>
                <c:pt idx="7736">
                  <c:v>5.9402499999999998</c:v>
                </c:pt>
                <c:pt idx="7737">
                  <c:v>5.9405599999999996</c:v>
                </c:pt>
                <c:pt idx="7738">
                  <c:v>5.9408700000000003</c:v>
                </c:pt>
                <c:pt idx="7739">
                  <c:v>5.9411699999999996</c:v>
                </c:pt>
                <c:pt idx="7740">
                  <c:v>5.9414800000000003</c:v>
                </c:pt>
                <c:pt idx="7741">
                  <c:v>5.9417799999999996</c:v>
                </c:pt>
                <c:pt idx="7742">
                  <c:v>5.9420900000000003</c:v>
                </c:pt>
                <c:pt idx="7743">
                  <c:v>5.9423899999999996</c:v>
                </c:pt>
                <c:pt idx="7744">
                  <c:v>5.9427000000000003</c:v>
                </c:pt>
                <c:pt idx="7745">
                  <c:v>5.9429999999999996</c:v>
                </c:pt>
                <c:pt idx="7746">
                  <c:v>5.9433100000000003</c:v>
                </c:pt>
                <c:pt idx="7747">
                  <c:v>5.9436099999999996</c:v>
                </c:pt>
                <c:pt idx="7748">
                  <c:v>5.9439200000000003</c:v>
                </c:pt>
                <c:pt idx="7749">
                  <c:v>5.9442199999999996</c:v>
                </c:pt>
                <c:pt idx="7750">
                  <c:v>5.9445300000000003</c:v>
                </c:pt>
                <c:pt idx="7751">
                  <c:v>5.9448400000000001</c:v>
                </c:pt>
                <c:pt idx="7752">
                  <c:v>5.9451400000000003</c:v>
                </c:pt>
                <c:pt idx="7753">
                  <c:v>5.9454500000000001</c:v>
                </c:pt>
                <c:pt idx="7754">
                  <c:v>5.9457500000000003</c:v>
                </c:pt>
                <c:pt idx="7755">
                  <c:v>5.9460600000000001</c:v>
                </c:pt>
                <c:pt idx="7756">
                  <c:v>5.9463600000000003</c:v>
                </c:pt>
                <c:pt idx="7757">
                  <c:v>5.9466700000000001</c:v>
                </c:pt>
                <c:pt idx="7758">
                  <c:v>5.9469700000000003</c:v>
                </c:pt>
                <c:pt idx="7759">
                  <c:v>5.9472800000000001</c:v>
                </c:pt>
                <c:pt idx="7760">
                  <c:v>5.9475800000000003</c:v>
                </c:pt>
                <c:pt idx="7761">
                  <c:v>5.9478900000000001</c:v>
                </c:pt>
                <c:pt idx="7762">
                  <c:v>5.9481900000000003</c:v>
                </c:pt>
                <c:pt idx="7763">
                  <c:v>5.9485000000000001</c:v>
                </c:pt>
                <c:pt idx="7764">
                  <c:v>5.9488099999999999</c:v>
                </c:pt>
                <c:pt idx="7765">
                  <c:v>5.9491100000000001</c:v>
                </c:pt>
                <c:pt idx="7766">
                  <c:v>5.9494199999999999</c:v>
                </c:pt>
                <c:pt idx="7767">
                  <c:v>5.9497200000000001</c:v>
                </c:pt>
                <c:pt idx="7768">
                  <c:v>5.9500299999999999</c:v>
                </c:pt>
                <c:pt idx="7769">
                  <c:v>5.9503300000000001</c:v>
                </c:pt>
                <c:pt idx="7770">
                  <c:v>5.9506399999999999</c:v>
                </c:pt>
                <c:pt idx="7771">
                  <c:v>5.9509400000000001</c:v>
                </c:pt>
                <c:pt idx="7772">
                  <c:v>5.9512499999999999</c:v>
                </c:pt>
                <c:pt idx="7773">
                  <c:v>5.9515500000000001</c:v>
                </c:pt>
                <c:pt idx="7774">
                  <c:v>5.9518599999999999</c:v>
                </c:pt>
                <c:pt idx="7775">
                  <c:v>5.9521699999999997</c:v>
                </c:pt>
                <c:pt idx="7776">
                  <c:v>5.9524699999999999</c:v>
                </c:pt>
                <c:pt idx="7777">
                  <c:v>5.9527799999999997</c:v>
                </c:pt>
                <c:pt idx="7778">
                  <c:v>5.9530799999999999</c:v>
                </c:pt>
                <c:pt idx="7779">
                  <c:v>5.9533899999999997</c:v>
                </c:pt>
                <c:pt idx="7780">
                  <c:v>5.9536899999999999</c:v>
                </c:pt>
                <c:pt idx="7781">
                  <c:v>5.9539999999999997</c:v>
                </c:pt>
                <c:pt idx="7782">
                  <c:v>5.9542999999999999</c:v>
                </c:pt>
                <c:pt idx="7783">
                  <c:v>5.9546099999999997</c:v>
                </c:pt>
                <c:pt idx="7784">
                  <c:v>5.9549099999999999</c:v>
                </c:pt>
                <c:pt idx="7785">
                  <c:v>5.9552199999999997</c:v>
                </c:pt>
                <c:pt idx="7786">
                  <c:v>5.9555199999999999</c:v>
                </c:pt>
                <c:pt idx="7787">
                  <c:v>5.9558299999999997</c:v>
                </c:pt>
                <c:pt idx="7788">
                  <c:v>5.9561400000000004</c:v>
                </c:pt>
                <c:pt idx="7789">
                  <c:v>5.9564399999999997</c:v>
                </c:pt>
                <c:pt idx="7790">
                  <c:v>5.9567500000000004</c:v>
                </c:pt>
                <c:pt idx="7791">
                  <c:v>5.9570499999999997</c:v>
                </c:pt>
                <c:pt idx="7792">
                  <c:v>5.9573600000000004</c:v>
                </c:pt>
                <c:pt idx="7793">
                  <c:v>5.9576599999999997</c:v>
                </c:pt>
                <c:pt idx="7794">
                  <c:v>5.9579700000000004</c:v>
                </c:pt>
                <c:pt idx="7795">
                  <c:v>5.9582699999999997</c:v>
                </c:pt>
                <c:pt idx="7796">
                  <c:v>5.9585800000000004</c:v>
                </c:pt>
                <c:pt idx="7797">
                  <c:v>5.9588799999999997</c:v>
                </c:pt>
                <c:pt idx="7798">
                  <c:v>5.9591900000000004</c:v>
                </c:pt>
                <c:pt idx="7799">
                  <c:v>5.9594899999999997</c:v>
                </c:pt>
                <c:pt idx="7800">
                  <c:v>5.9598000000000004</c:v>
                </c:pt>
                <c:pt idx="7801">
                  <c:v>5.9601100000000002</c:v>
                </c:pt>
                <c:pt idx="7802">
                  <c:v>5.9604100000000004</c:v>
                </c:pt>
                <c:pt idx="7803">
                  <c:v>5.9607200000000002</c:v>
                </c:pt>
                <c:pt idx="7804">
                  <c:v>5.9610200000000004</c:v>
                </c:pt>
                <c:pt idx="7805">
                  <c:v>5.9613300000000002</c:v>
                </c:pt>
                <c:pt idx="7806">
                  <c:v>5.9616300000000004</c:v>
                </c:pt>
                <c:pt idx="7807">
                  <c:v>5.9619400000000002</c:v>
                </c:pt>
                <c:pt idx="7808">
                  <c:v>5.9622400000000004</c:v>
                </c:pt>
                <c:pt idx="7809">
                  <c:v>5.9625500000000002</c:v>
                </c:pt>
                <c:pt idx="7810">
                  <c:v>5.9628500000000004</c:v>
                </c:pt>
                <c:pt idx="7811">
                  <c:v>5.9631600000000002</c:v>
                </c:pt>
                <c:pt idx="7812">
                  <c:v>5.9634600000000004</c:v>
                </c:pt>
                <c:pt idx="7813">
                  <c:v>5.9637700000000002</c:v>
                </c:pt>
                <c:pt idx="7814">
                  <c:v>5.96408</c:v>
                </c:pt>
                <c:pt idx="7815">
                  <c:v>5.9643800000000002</c:v>
                </c:pt>
                <c:pt idx="7816">
                  <c:v>5.96469</c:v>
                </c:pt>
                <c:pt idx="7817">
                  <c:v>5.9649900000000002</c:v>
                </c:pt>
                <c:pt idx="7818">
                  <c:v>5.9653</c:v>
                </c:pt>
                <c:pt idx="7819">
                  <c:v>5.9656000000000002</c:v>
                </c:pt>
                <c:pt idx="7820">
                  <c:v>5.96591</c:v>
                </c:pt>
                <c:pt idx="7821">
                  <c:v>5.9662100000000002</c:v>
                </c:pt>
                <c:pt idx="7822">
                  <c:v>5.96652</c:v>
                </c:pt>
                <c:pt idx="7823">
                  <c:v>5.9668200000000002</c:v>
                </c:pt>
                <c:pt idx="7824">
                  <c:v>5.96713</c:v>
                </c:pt>
                <c:pt idx="7825">
                  <c:v>5.9674300000000002</c:v>
                </c:pt>
                <c:pt idx="7826">
                  <c:v>5.96774</c:v>
                </c:pt>
                <c:pt idx="7827">
                  <c:v>5.9680499999999999</c:v>
                </c:pt>
                <c:pt idx="7828">
                  <c:v>5.96835</c:v>
                </c:pt>
                <c:pt idx="7829">
                  <c:v>5.9686599999999999</c:v>
                </c:pt>
                <c:pt idx="7830">
                  <c:v>5.96896</c:v>
                </c:pt>
                <c:pt idx="7831">
                  <c:v>5.9692699999999999</c:v>
                </c:pt>
                <c:pt idx="7832">
                  <c:v>5.96957</c:v>
                </c:pt>
                <c:pt idx="7833">
                  <c:v>5.9698799999999999</c:v>
                </c:pt>
                <c:pt idx="7834">
                  <c:v>5.97018</c:v>
                </c:pt>
                <c:pt idx="7835">
                  <c:v>5.9704899999999999</c:v>
                </c:pt>
                <c:pt idx="7836">
                  <c:v>5.97079</c:v>
                </c:pt>
                <c:pt idx="7837">
                  <c:v>5.9710999999999999</c:v>
                </c:pt>
                <c:pt idx="7838">
                  <c:v>5.9714099999999997</c:v>
                </c:pt>
                <c:pt idx="7839">
                  <c:v>5.9717099999999999</c:v>
                </c:pt>
                <c:pt idx="7840">
                  <c:v>5.9720199999999997</c:v>
                </c:pt>
                <c:pt idx="7841">
                  <c:v>5.9723199999999999</c:v>
                </c:pt>
                <c:pt idx="7842">
                  <c:v>5.9726299999999997</c:v>
                </c:pt>
                <c:pt idx="7843">
                  <c:v>5.9729299999999999</c:v>
                </c:pt>
                <c:pt idx="7844">
                  <c:v>5.9732399999999997</c:v>
                </c:pt>
                <c:pt idx="7845">
                  <c:v>5.9735399999999998</c:v>
                </c:pt>
                <c:pt idx="7846">
                  <c:v>5.9738499999999997</c:v>
                </c:pt>
                <c:pt idx="7847">
                  <c:v>5.9741499999999998</c:v>
                </c:pt>
                <c:pt idx="7848">
                  <c:v>5.9744599999999997</c:v>
                </c:pt>
                <c:pt idx="7849">
                  <c:v>5.9747599999999998</c:v>
                </c:pt>
                <c:pt idx="7850">
                  <c:v>5.9750699999999997</c:v>
                </c:pt>
                <c:pt idx="7851">
                  <c:v>5.9753800000000004</c:v>
                </c:pt>
                <c:pt idx="7852">
                  <c:v>5.9756799999999997</c:v>
                </c:pt>
                <c:pt idx="7853">
                  <c:v>5.9759900000000004</c:v>
                </c:pt>
                <c:pt idx="7854">
                  <c:v>5.9762899999999997</c:v>
                </c:pt>
                <c:pt idx="7855">
                  <c:v>5.9766000000000004</c:v>
                </c:pt>
                <c:pt idx="7856">
                  <c:v>5.9768999999999997</c:v>
                </c:pt>
                <c:pt idx="7857">
                  <c:v>5.9772100000000004</c:v>
                </c:pt>
                <c:pt idx="7858">
                  <c:v>5.9775099999999997</c:v>
                </c:pt>
                <c:pt idx="7859">
                  <c:v>5.9778200000000004</c:v>
                </c:pt>
                <c:pt idx="7860">
                  <c:v>5.9781199999999997</c:v>
                </c:pt>
                <c:pt idx="7861">
                  <c:v>5.9784300000000004</c:v>
                </c:pt>
                <c:pt idx="7862">
                  <c:v>5.9787299999999997</c:v>
                </c:pt>
                <c:pt idx="7863">
                  <c:v>5.9790400000000004</c:v>
                </c:pt>
                <c:pt idx="7864">
                  <c:v>5.9793500000000002</c:v>
                </c:pt>
                <c:pt idx="7865">
                  <c:v>5.9796500000000004</c:v>
                </c:pt>
                <c:pt idx="7866">
                  <c:v>5.9799600000000002</c:v>
                </c:pt>
                <c:pt idx="7867">
                  <c:v>5.9802600000000004</c:v>
                </c:pt>
                <c:pt idx="7868">
                  <c:v>5.9805700000000002</c:v>
                </c:pt>
                <c:pt idx="7869">
                  <c:v>5.9808700000000004</c:v>
                </c:pt>
                <c:pt idx="7870">
                  <c:v>5.9811800000000002</c:v>
                </c:pt>
                <c:pt idx="7871">
                  <c:v>5.9814800000000004</c:v>
                </c:pt>
                <c:pt idx="7872">
                  <c:v>5.9817900000000002</c:v>
                </c:pt>
                <c:pt idx="7873">
                  <c:v>5.9820900000000004</c:v>
                </c:pt>
                <c:pt idx="7874">
                  <c:v>5.9824000000000002</c:v>
                </c:pt>
                <c:pt idx="7875">
                  <c:v>5.9827000000000004</c:v>
                </c:pt>
                <c:pt idx="7876">
                  <c:v>5.9830100000000002</c:v>
                </c:pt>
                <c:pt idx="7877">
                  <c:v>5.98332</c:v>
                </c:pt>
                <c:pt idx="7878">
                  <c:v>5.9836200000000002</c:v>
                </c:pt>
                <c:pt idx="7879">
                  <c:v>5.98393</c:v>
                </c:pt>
                <c:pt idx="7880">
                  <c:v>5.9842300000000002</c:v>
                </c:pt>
                <c:pt idx="7881">
                  <c:v>5.98454</c:v>
                </c:pt>
                <c:pt idx="7882">
                  <c:v>5.9848400000000002</c:v>
                </c:pt>
                <c:pt idx="7883">
                  <c:v>5.98515</c:v>
                </c:pt>
                <c:pt idx="7884">
                  <c:v>5.9854500000000002</c:v>
                </c:pt>
                <c:pt idx="7885">
                  <c:v>5.98576</c:v>
                </c:pt>
                <c:pt idx="7886">
                  <c:v>5.9860600000000002</c:v>
                </c:pt>
                <c:pt idx="7887">
                  <c:v>5.98637</c:v>
                </c:pt>
                <c:pt idx="7888">
                  <c:v>5.9866700000000002</c:v>
                </c:pt>
                <c:pt idx="7889">
                  <c:v>5.98698</c:v>
                </c:pt>
                <c:pt idx="7890">
                  <c:v>5.9872899999999998</c:v>
                </c:pt>
                <c:pt idx="7891">
                  <c:v>5.98759</c:v>
                </c:pt>
                <c:pt idx="7892">
                  <c:v>5.9878999999999998</c:v>
                </c:pt>
                <c:pt idx="7893">
                  <c:v>5.9882</c:v>
                </c:pt>
                <c:pt idx="7894">
                  <c:v>5.9885099999999998</c:v>
                </c:pt>
                <c:pt idx="7895">
                  <c:v>5.98881</c:v>
                </c:pt>
                <c:pt idx="7896">
                  <c:v>5.9891199999999998</c:v>
                </c:pt>
                <c:pt idx="7897">
                  <c:v>5.98942</c:v>
                </c:pt>
                <c:pt idx="7898">
                  <c:v>5.9897299999999998</c:v>
                </c:pt>
                <c:pt idx="7899">
                  <c:v>5.99003</c:v>
                </c:pt>
                <c:pt idx="7900">
                  <c:v>5.9903399999999998</c:v>
                </c:pt>
                <c:pt idx="7901">
                  <c:v>5.9906499999999996</c:v>
                </c:pt>
                <c:pt idx="7902">
                  <c:v>5.9909499999999998</c:v>
                </c:pt>
                <c:pt idx="7903">
                  <c:v>5.9912599999999996</c:v>
                </c:pt>
                <c:pt idx="7904">
                  <c:v>5.9915599999999998</c:v>
                </c:pt>
                <c:pt idx="7905">
                  <c:v>5.9918699999999996</c:v>
                </c:pt>
                <c:pt idx="7906">
                  <c:v>5.9921699999999998</c:v>
                </c:pt>
                <c:pt idx="7907">
                  <c:v>5.9924799999999996</c:v>
                </c:pt>
                <c:pt idx="7908">
                  <c:v>5.9927799999999998</c:v>
                </c:pt>
                <c:pt idx="7909">
                  <c:v>5.9930899999999996</c:v>
                </c:pt>
                <c:pt idx="7910">
                  <c:v>5.9933899999999998</c:v>
                </c:pt>
                <c:pt idx="7911">
                  <c:v>5.9936999999999996</c:v>
                </c:pt>
                <c:pt idx="7912">
                  <c:v>5.9939999999999998</c:v>
                </c:pt>
                <c:pt idx="7913">
                  <c:v>5.9943099999999996</c:v>
                </c:pt>
                <c:pt idx="7914">
                  <c:v>5.9946200000000003</c:v>
                </c:pt>
                <c:pt idx="7915">
                  <c:v>5.9949199999999996</c:v>
                </c:pt>
                <c:pt idx="7916">
                  <c:v>5.9952300000000003</c:v>
                </c:pt>
                <c:pt idx="7917">
                  <c:v>5.9955299999999996</c:v>
                </c:pt>
                <c:pt idx="7918">
                  <c:v>5.9958400000000003</c:v>
                </c:pt>
                <c:pt idx="7919">
                  <c:v>5.9961399999999996</c:v>
                </c:pt>
                <c:pt idx="7920">
                  <c:v>5.9964500000000003</c:v>
                </c:pt>
                <c:pt idx="7921">
                  <c:v>5.9967499999999996</c:v>
                </c:pt>
                <c:pt idx="7922">
                  <c:v>5.9970600000000003</c:v>
                </c:pt>
                <c:pt idx="7923">
                  <c:v>5.9973599999999996</c:v>
                </c:pt>
                <c:pt idx="7924">
                  <c:v>5.9976700000000003</c:v>
                </c:pt>
                <c:pt idx="7925">
                  <c:v>5.9979699999999996</c:v>
                </c:pt>
                <c:pt idx="7926">
                  <c:v>5.9982800000000003</c:v>
                </c:pt>
                <c:pt idx="7927">
                  <c:v>5.9985900000000001</c:v>
                </c:pt>
                <c:pt idx="7928">
                  <c:v>5.9988900000000003</c:v>
                </c:pt>
                <c:pt idx="7929">
                  <c:v>5.9992000000000001</c:v>
                </c:pt>
                <c:pt idx="7930">
                  <c:v>5.9995000000000003</c:v>
                </c:pt>
                <c:pt idx="7931">
                  <c:v>5.9998100000000001</c:v>
                </c:pt>
                <c:pt idx="7932">
                  <c:v>6.0001100000000003</c:v>
                </c:pt>
                <c:pt idx="7933">
                  <c:v>6.0004200000000001</c:v>
                </c:pt>
                <c:pt idx="7934">
                  <c:v>6.0007200000000003</c:v>
                </c:pt>
                <c:pt idx="7935">
                  <c:v>6.0010300000000001</c:v>
                </c:pt>
                <c:pt idx="7936">
                  <c:v>6.0013300000000003</c:v>
                </c:pt>
                <c:pt idx="7937">
                  <c:v>6.0016400000000001</c:v>
                </c:pt>
                <c:pt idx="7938">
                  <c:v>6.0019400000000003</c:v>
                </c:pt>
                <c:pt idx="7939">
                  <c:v>6.0022500000000001</c:v>
                </c:pt>
                <c:pt idx="7940">
                  <c:v>6.0025599999999999</c:v>
                </c:pt>
                <c:pt idx="7941">
                  <c:v>6.0028600000000001</c:v>
                </c:pt>
                <c:pt idx="7942">
                  <c:v>6.0031699999999999</c:v>
                </c:pt>
                <c:pt idx="7943">
                  <c:v>6.0034700000000001</c:v>
                </c:pt>
                <c:pt idx="7944">
                  <c:v>6.0037799999999999</c:v>
                </c:pt>
                <c:pt idx="7945">
                  <c:v>6.0040800000000001</c:v>
                </c:pt>
                <c:pt idx="7946">
                  <c:v>6.0043899999999999</c:v>
                </c:pt>
                <c:pt idx="7947">
                  <c:v>6.0046900000000001</c:v>
                </c:pt>
                <c:pt idx="7948">
                  <c:v>6.0049999999999999</c:v>
                </c:pt>
                <c:pt idx="7949">
                  <c:v>6.0053000000000001</c:v>
                </c:pt>
                <c:pt idx="7950">
                  <c:v>6.0056099999999999</c:v>
                </c:pt>
                <c:pt idx="7951">
                  <c:v>6.0059199999999997</c:v>
                </c:pt>
                <c:pt idx="7952">
                  <c:v>6.0062199999999999</c:v>
                </c:pt>
                <c:pt idx="7953">
                  <c:v>6.0065299999999997</c:v>
                </c:pt>
                <c:pt idx="7954">
                  <c:v>6.0068299999999999</c:v>
                </c:pt>
                <c:pt idx="7955">
                  <c:v>6.0071399999999997</c:v>
                </c:pt>
                <c:pt idx="7956">
                  <c:v>6.0074399999999999</c:v>
                </c:pt>
                <c:pt idx="7957">
                  <c:v>6.0077499999999997</c:v>
                </c:pt>
                <c:pt idx="7958">
                  <c:v>6.0080499999999999</c:v>
                </c:pt>
                <c:pt idx="7959">
                  <c:v>6.0083599999999997</c:v>
                </c:pt>
                <c:pt idx="7960">
                  <c:v>6.0086599999999999</c:v>
                </c:pt>
                <c:pt idx="7961">
                  <c:v>6.0089699999999997</c:v>
                </c:pt>
                <c:pt idx="7962">
                  <c:v>6.0092699999999999</c:v>
                </c:pt>
                <c:pt idx="7963">
                  <c:v>6.0095799999999997</c:v>
                </c:pt>
                <c:pt idx="7964">
                  <c:v>6.0098900000000004</c:v>
                </c:pt>
                <c:pt idx="7965">
                  <c:v>6.0101899999999997</c:v>
                </c:pt>
                <c:pt idx="7966">
                  <c:v>6.0105000000000004</c:v>
                </c:pt>
                <c:pt idx="7967">
                  <c:v>6.0107999999999997</c:v>
                </c:pt>
                <c:pt idx="7968">
                  <c:v>6.0111100000000004</c:v>
                </c:pt>
                <c:pt idx="7969">
                  <c:v>6.0114099999999997</c:v>
                </c:pt>
                <c:pt idx="7970">
                  <c:v>6.0117200000000004</c:v>
                </c:pt>
                <c:pt idx="7971">
                  <c:v>6.0120199999999997</c:v>
                </c:pt>
                <c:pt idx="7972">
                  <c:v>6.0123300000000004</c:v>
                </c:pt>
                <c:pt idx="7973">
                  <c:v>6.0126299999999997</c:v>
                </c:pt>
                <c:pt idx="7974">
                  <c:v>6.0129400000000004</c:v>
                </c:pt>
                <c:pt idx="7975">
                  <c:v>6.0132399999999997</c:v>
                </c:pt>
                <c:pt idx="7976">
                  <c:v>6.0135500000000004</c:v>
                </c:pt>
                <c:pt idx="7977">
                  <c:v>6.0138600000000002</c:v>
                </c:pt>
                <c:pt idx="7978">
                  <c:v>6.0141600000000004</c:v>
                </c:pt>
                <c:pt idx="7979">
                  <c:v>6.0144700000000002</c:v>
                </c:pt>
                <c:pt idx="7980">
                  <c:v>6.0147700000000004</c:v>
                </c:pt>
                <c:pt idx="7981">
                  <c:v>6.0150800000000002</c:v>
                </c:pt>
                <c:pt idx="7982">
                  <c:v>6.0153800000000004</c:v>
                </c:pt>
                <c:pt idx="7983">
                  <c:v>6.0156900000000002</c:v>
                </c:pt>
                <c:pt idx="7984">
                  <c:v>6.0159900000000004</c:v>
                </c:pt>
                <c:pt idx="7985">
                  <c:v>6.0163000000000002</c:v>
                </c:pt>
                <c:pt idx="7986">
                  <c:v>6.0166000000000004</c:v>
                </c:pt>
                <c:pt idx="7987">
                  <c:v>6.0169100000000002</c:v>
                </c:pt>
                <c:pt idx="7988">
                  <c:v>6.0172100000000004</c:v>
                </c:pt>
                <c:pt idx="7989">
                  <c:v>6.0175200000000002</c:v>
                </c:pt>
                <c:pt idx="7990">
                  <c:v>6.01783</c:v>
                </c:pt>
                <c:pt idx="7991">
                  <c:v>6.0181300000000002</c:v>
                </c:pt>
                <c:pt idx="7992">
                  <c:v>6.01844</c:v>
                </c:pt>
                <c:pt idx="7993">
                  <c:v>6.0187400000000002</c:v>
                </c:pt>
                <c:pt idx="7994">
                  <c:v>6.01905</c:v>
                </c:pt>
                <c:pt idx="7995">
                  <c:v>6.0193500000000002</c:v>
                </c:pt>
                <c:pt idx="7996">
                  <c:v>6.01966</c:v>
                </c:pt>
                <c:pt idx="7997">
                  <c:v>6.0199600000000002</c:v>
                </c:pt>
                <c:pt idx="7998">
                  <c:v>6.02027</c:v>
                </c:pt>
                <c:pt idx="7999">
                  <c:v>6.0205700000000002</c:v>
                </c:pt>
                <c:pt idx="8000">
                  <c:v>6.02088</c:v>
                </c:pt>
                <c:pt idx="8001">
                  <c:v>6.0211800000000002</c:v>
                </c:pt>
                <c:pt idx="8002">
                  <c:v>6.02149</c:v>
                </c:pt>
                <c:pt idx="8003">
                  <c:v>6.0217999999999998</c:v>
                </c:pt>
                <c:pt idx="8004">
                  <c:v>6.0221</c:v>
                </c:pt>
                <c:pt idx="8005">
                  <c:v>6.0224099999999998</c:v>
                </c:pt>
                <c:pt idx="8006">
                  <c:v>6.02271</c:v>
                </c:pt>
                <c:pt idx="8007">
                  <c:v>6.0230199999999998</c:v>
                </c:pt>
                <c:pt idx="8008">
                  <c:v>6.02332</c:v>
                </c:pt>
                <c:pt idx="8009">
                  <c:v>6.0236299999999998</c:v>
                </c:pt>
                <c:pt idx="8010">
                  <c:v>6.02393</c:v>
                </c:pt>
                <c:pt idx="8011">
                  <c:v>6.0242399999999998</c:v>
                </c:pt>
                <c:pt idx="8012">
                  <c:v>6.02454</c:v>
                </c:pt>
                <c:pt idx="8013">
                  <c:v>6.0248499999999998</c:v>
                </c:pt>
                <c:pt idx="8014">
                  <c:v>6.0251599999999996</c:v>
                </c:pt>
                <c:pt idx="8015">
                  <c:v>6.0254599999999998</c:v>
                </c:pt>
                <c:pt idx="8016">
                  <c:v>6.0257699999999996</c:v>
                </c:pt>
                <c:pt idx="8017">
                  <c:v>6.0260699999999998</c:v>
                </c:pt>
                <c:pt idx="8018">
                  <c:v>6.0263799999999996</c:v>
                </c:pt>
                <c:pt idx="8019">
                  <c:v>6.0266799999999998</c:v>
                </c:pt>
                <c:pt idx="8020">
                  <c:v>6.0269899999999996</c:v>
                </c:pt>
                <c:pt idx="8021">
                  <c:v>6.0272899999999998</c:v>
                </c:pt>
                <c:pt idx="8022">
                  <c:v>6.0275999999999996</c:v>
                </c:pt>
                <c:pt idx="8023">
                  <c:v>6.0278999999999998</c:v>
                </c:pt>
                <c:pt idx="8024">
                  <c:v>6.0282099999999996</c:v>
                </c:pt>
                <c:pt idx="8025">
                  <c:v>6.0285099999999998</c:v>
                </c:pt>
                <c:pt idx="8026">
                  <c:v>6.0288199999999996</c:v>
                </c:pt>
                <c:pt idx="8027">
                  <c:v>6.0291300000000003</c:v>
                </c:pt>
                <c:pt idx="8028">
                  <c:v>6.0294299999999996</c:v>
                </c:pt>
                <c:pt idx="8029">
                  <c:v>6.0297400000000003</c:v>
                </c:pt>
                <c:pt idx="8030">
                  <c:v>6.0300399999999996</c:v>
                </c:pt>
                <c:pt idx="8031">
                  <c:v>6.0303500000000003</c:v>
                </c:pt>
                <c:pt idx="8032">
                  <c:v>6.0306499999999996</c:v>
                </c:pt>
                <c:pt idx="8033">
                  <c:v>6.0309600000000003</c:v>
                </c:pt>
                <c:pt idx="8034">
                  <c:v>6.0312599999999996</c:v>
                </c:pt>
                <c:pt idx="8035">
                  <c:v>6.0315700000000003</c:v>
                </c:pt>
                <c:pt idx="8036">
                  <c:v>6.0318699999999996</c:v>
                </c:pt>
                <c:pt idx="8037">
                  <c:v>6.0321800000000003</c:v>
                </c:pt>
                <c:pt idx="8038">
                  <c:v>6.0324799999999996</c:v>
                </c:pt>
                <c:pt idx="8039">
                  <c:v>6.0327900000000003</c:v>
                </c:pt>
                <c:pt idx="8040">
                  <c:v>6.0331000000000001</c:v>
                </c:pt>
                <c:pt idx="8041">
                  <c:v>6.0334000000000003</c:v>
                </c:pt>
                <c:pt idx="8042">
                  <c:v>6.0337100000000001</c:v>
                </c:pt>
                <c:pt idx="8043">
                  <c:v>6.0340100000000003</c:v>
                </c:pt>
                <c:pt idx="8044">
                  <c:v>6.0343200000000001</c:v>
                </c:pt>
                <c:pt idx="8045">
                  <c:v>6.0346200000000003</c:v>
                </c:pt>
                <c:pt idx="8046">
                  <c:v>6.0349300000000001</c:v>
                </c:pt>
                <c:pt idx="8047">
                  <c:v>6.0352300000000003</c:v>
                </c:pt>
                <c:pt idx="8048">
                  <c:v>6.0355400000000001</c:v>
                </c:pt>
                <c:pt idx="8049">
                  <c:v>6.0358400000000003</c:v>
                </c:pt>
                <c:pt idx="8050">
                  <c:v>6.0361500000000001</c:v>
                </c:pt>
                <c:pt idx="8051">
                  <c:v>6.0364500000000003</c:v>
                </c:pt>
                <c:pt idx="8052">
                  <c:v>6.0367600000000001</c:v>
                </c:pt>
                <c:pt idx="8053">
                  <c:v>6.0370699999999999</c:v>
                </c:pt>
                <c:pt idx="8054">
                  <c:v>6.0373700000000001</c:v>
                </c:pt>
                <c:pt idx="8055">
                  <c:v>6.0376799999999999</c:v>
                </c:pt>
                <c:pt idx="8056">
                  <c:v>6.0379800000000001</c:v>
                </c:pt>
                <c:pt idx="8057">
                  <c:v>6.0382899999999999</c:v>
                </c:pt>
                <c:pt idx="8058">
                  <c:v>6.0385900000000001</c:v>
                </c:pt>
                <c:pt idx="8059">
                  <c:v>6.0388999999999999</c:v>
                </c:pt>
                <c:pt idx="8060">
                  <c:v>6.0392000000000001</c:v>
                </c:pt>
                <c:pt idx="8061">
                  <c:v>6.0395099999999999</c:v>
                </c:pt>
                <c:pt idx="8062">
                  <c:v>6.0398100000000001</c:v>
                </c:pt>
                <c:pt idx="8063">
                  <c:v>6.0401199999999999</c:v>
                </c:pt>
                <c:pt idx="8064">
                  <c:v>6.0404200000000001</c:v>
                </c:pt>
                <c:pt idx="8065">
                  <c:v>6.0407299999999999</c:v>
                </c:pt>
                <c:pt idx="8066">
                  <c:v>6.0410399999999997</c:v>
                </c:pt>
                <c:pt idx="8067">
                  <c:v>6.0413399999999999</c:v>
                </c:pt>
                <c:pt idx="8068">
                  <c:v>6.0416499999999997</c:v>
                </c:pt>
                <c:pt idx="8069">
                  <c:v>6.0419499999999999</c:v>
                </c:pt>
                <c:pt idx="8070">
                  <c:v>6.0422599999999997</c:v>
                </c:pt>
                <c:pt idx="8071">
                  <c:v>6.0425599999999999</c:v>
                </c:pt>
                <c:pt idx="8072">
                  <c:v>6.0428699999999997</c:v>
                </c:pt>
                <c:pt idx="8073">
                  <c:v>6.0431699999999999</c:v>
                </c:pt>
                <c:pt idx="8074">
                  <c:v>6.0434799999999997</c:v>
                </c:pt>
                <c:pt idx="8075">
                  <c:v>6.0437799999999999</c:v>
                </c:pt>
                <c:pt idx="8076">
                  <c:v>6.0440899999999997</c:v>
                </c:pt>
                <c:pt idx="8077">
                  <c:v>6.0444000000000004</c:v>
                </c:pt>
                <c:pt idx="8078">
                  <c:v>6.0446999999999997</c:v>
                </c:pt>
                <c:pt idx="8079">
                  <c:v>6.0450100000000004</c:v>
                </c:pt>
                <c:pt idx="8080">
                  <c:v>6.0453099999999997</c:v>
                </c:pt>
                <c:pt idx="8081">
                  <c:v>6.0456200000000004</c:v>
                </c:pt>
                <c:pt idx="8082">
                  <c:v>6.0459199999999997</c:v>
                </c:pt>
                <c:pt idx="8083">
                  <c:v>6.0462300000000004</c:v>
                </c:pt>
                <c:pt idx="8084">
                  <c:v>6.0465299999999997</c:v>
                </c:pt>
                <c:pt idx="8085">
                  <c:v>6.0468400000000004</c:v>
                </c:pt>
                <c:pt idx="8086">
                  <c:v>6.0471399999999997</c:v>
                </c:pt>
                <c:pt idx="8087">
                  <c:v>6.0474500000000004</c:v>
                </c:pt>
                <c:pt idx="8088">
                  <c:v>6.0477499999999997</c:v>
                </c:pt>
                <c:pt idx="8089">
                  <c:v>6.0480600000000004</c:v>
                </c:pt>
                <c:pt idx="8090">
                  <c:v>6.0483700000000002</c:v>
                </c:pt>
                <c:pt idx="8091">
                  <c:v>6.0486700000000004</c:v>
                </c:pt>
                <c:pt idx="8092">
                  <c:v>6.0489800000000002</c:v>
                </c:pt>
                <c:pt idx="8093">
                  <c:v>6.0492800000000004</c:v>
                </c:pt>
                <c:pt idx="8094">
                  <c:v>6.0495900000000002</c:v>
                </c:pt>
                <c:pt idx="8095">
                  <c:v>6.0498900000000004</c:v>
                </c:pt>
                <c:pt idx="8096">
                  <c:v>6.0502000000000002</c:v>
                </c:pt>
                <c:pt idx="8097">
                  <c:v>6.0505000000000004</c:v>
                </c:pt>
                <c:pt idx="8098">
                  <c:v>6.0508100000000002</c:v>
                </c:pt>
                <c:pt idx="8099">
                  <c:v>6.0511100000000004</c:v>
                </c:pt>
                <c:pt idx="8100">
                  <c:v>6.0514200000000002</c:v>
                </c:pt>
                <c:pt idx="8101">
                  <c:v>6.0517200000000004</c:v>
                </c:pt>
                <c:pt idx="8102">
                  <c:v>6.0520300000000002</c:v>
                </c:pt>
                <c:pt idx="8103">
                  <c:v>6.0523400000000001</c:v>
                </c:pt>
                <c:pt idx="8104">
                  <c:v>6.0526400000000002</c:v>
                </c:pt>
                <c:pt idx="8105">
                  <c:v>6.0529500000000001</c:v>
                </c:pt>
                <c:pt idx="8106">
                  <c:v>6.0532500000000002</c:v>
                </c:pt>
                <c:pt idx="8107">
                  <c:v>6.0535600000000001</c:v>
                </c:pt>
                <c:pt idx="8108">
                  <c:v>6.0538600000000002</c:v>
                </c:pt>
                <c:pt idx="8109">
                  <c:v>6.0541700000000001</c:v>
                </c:pt>
                <c:pt idx="8110">
                  <c:v>6.0544700000000002</c:v>
                </c:pt>
                <c:pt idx="8111">
                  <c:v>6.0547800000000001</c:v>
                </c:pt>
                <c:pt idx="8112">
                  <c:v>6.0550800000000002</c:v>
                </c:pt>
                <c:pt idx="8113">
                  <c:v>6.0553900000000001</c:v>
                </c:pt>
                <c:pt idx="8114">
                  <c:v>6.0556900000000002</c:v>
                </c:pt>
                <c:pt idx="8115">
                  <c:v>6.056</c:v>
                </c:pt>
                <c:pt idx="8116">
                  <c:v>6.0563099999999999</c:v>
                </c:pt>
                <c:pt idx="8117">
                  <c:v>6.05661</c:v>
                </c:pt>
                <c:pt idx="8118">
                  <c:v>6.0569199999999999</c:v>
                </c:pt>
                <c:pt idx="8119">
                  <c:v>6.05722</c:v>
                </c:pt>
                <c:pt idx="8120">
                  <c:v>6.0575299999999999</c:v>
                </c:pt>
                <c:pt idx="8121">
                  <c:v>6.05783</c:v>
                </c:pt>
                <c:pt idx="8122">
                  <c:v>6.0581399999999999</c:v>
                </c:pt>
                <c:pt idx="8123">
                  <c:v>6.05844</c:v>
                </c:pt>
                <c:pt idx="8124">
                  <c:v>6.0587499999999999</c:v>
                </c:pt>
                <c:pt idx="8125">
                  <c:v>6.05905</c:v>
                </c:pt>
                <c:pt idx="8126">
                  <c:v>6.0593599999999999</c:v>
                </c:pt>
                <c:pt idx="8127">
                  <c:v>6.0596699999999997</c:v>
                </c:pt>
                <c:pt idx="8128">
                  <c:v>6.0599699999999999</c:v>
                </c:pt>
                <c:pt idx="8129">
                  <c:v>6.0602799999999997</c:v>
                </c:pt>
                <c:pt idx="8130">
                  <c:v>6.0605799999999999</c:v>
                </c:pt>
                <c:pt idx="8131">
                  <c:v>6.0608899999999997</c:v>
                </c:pt>
                <c:pt idx="8132">
                  <c:v>6.0611899999999999</c:v>
                </c:pt>
                <c:pt idx="8133">
                  <c:v>6.0614999999999997</c:v>
                </c:pt>
                <c:pt idx="8134">
                  <c:v>6.0617999999999999</c:v>
                </c:pt>
                <c:pt idx="8135">
                  <c:v>6.0621099999999997</c:v>
                </c:pt>
                <c:pt idx="8136">
                  <c:v>6.0624099999999999</c:v>
                </c:pt>
                <c:pt idx="8137">
                  <c:v>6.0627199999999997</c:v>
                </c:pt>
                <c:pt idx="8138">
                  <c:v>6.0630199999999999</c:v>
                </c:pt>
                <c:pt idx="8139">
                  <c:v>6.0633299999999997</c:v>
                </c:pt>
                <c:pt idx="8140">
                  <c:v>6.0636400000000004</c:v>
                </c:pt>
                <c:pt idx="8141">
                  <c:v>6.0639399999999997</c:v>
                </c:pt>
                <c:pt idx="8142">
                  <c:v>6.0642500000000004</c:v>
                </c:pt>
                <c:pt idx="8143">
                  <c:v>6.0645499999999997</c:v>
                </c:pt>
                <c:pt idx="8144">
                  <c:v>6.0648600000000004</c:v>
                </c:pt>
                <c:pt idx="8145">
                  <c:v>6.0651599999999997</c:v>
                </c:pt>
                <c:pt idx="8146">
                  <c:v>6.0654700000000004</c:v>
                </c:pt>
                <c:pt idx="8147">
                  <c:v>6.0657699999999997</c:v>
                </c:pt>
                <c:pt idx="8148">
                  <c:v>6.0660800000000004</c:v>
                </c:pt>
                <c:pt idx="8149">
                  <c:v>6.0663799999999997</c:v>
                </c:pt>
                <c:pt idx="8150">
                  <c:v>6.0666900000000004</c:v>
                </c:pt>
                <c:pt idx="8151">
                  <c:v>6.0669899999999997</c:v>
                </c:pt>
                <c:pt idx="8152">
                  <c:v>6.0673000000000004</c:v>
                </c:pt>
                <c:pt idx="8153">
                  <c:v>6.0676100000000002</c:v>
                </c:pt>
                <c:pt idx="8154">
                  <c:v>6.0679100000000004</c:v>
                </c:pt>
                <c:pt idx="8155">
                  <c:v>6.0682200000000002</c:v>
                </c:pt>
                <c:pt idx="8156">
                  <c:v>6.0685200000000004</c:v>
                </c:pt>
                <c:pt idx="8157">
                  <c:v>6.0688300000000002</c:v>
                </c:pt>
                <c:pt idx="8158">
                  <c:v>6.0691300000000004</c:v>
                </c:pt>
                <c:pt idx="8159">
                  <c:v>6.0694400000000002</c:v>
                </c:pt>
                <c:pt idx="8160">
                  <c:v>6.0697400000000004</c:v>
                </c:pt>
                <c:pt idx="8161">
                  <c:v>6.0700500000000002</c:v>
                </c:pt>
                <c:pt idx="8162">
                  <c:v>6.0703500000000004</c:v>
                </c:pt>
                <c:pt idx="8163">
                  <c:v>6.0706600000000002</c:v>
                </c:pt>
                <c:pt idx="8164">
                  <c:v>6.0709600000000004</c:v>
                </c:pt>
                <c:pt idx="8165">
                  <c:v>6.0712700000000002</c:v>
                </c:pt>
                <c:pt idx="8166">
                  <c:v>6.07158</c:v>
                </c:pt>
                <c:pt idx="8167">
                  <c:v>6.0718800000000002</c:v>
                </c:pt>
                <c:pt idx="8168">
                  <c:v>6.07219</c:v>
                </c:pt>
                <c:pt idx="8169">
                  <c:v>6.0724900000000002</c:v>
                </c:pt>
                <c:pt idx="8170">
                  <c:v>6.0728</c:v>
                </c:pt>
                <c:pt idx="8171">
                  <c:v>6.0731000000000002</c:v>
                </c:pt>
                <c:pt idx="8172">
                  <c:v>6.07341</c:v>
                </c:pt>
                <c:pt idx="8173">
                  <c:v>6.0737100000000002</c:v>
                </c:pt>
                <c:pt idx="8174">
                  <c:v>6.07402</c:v>
                </c:pt>
                <c:pt idx="8175">
                  <c:v>6.0743200000000002</c:v>
                </c:pt>
                <c:pt idx="8176">
                  <c:v>6.07463</c:v>
                </c:pt>
                <c:pt idx="8177">
                  <c:v>6.0749300000000002</c:v>
                </c:pt>
                <c:pt idx="8178">
                  <c:v>6.07524</c:v>
                </c:pt>
                <c:pt idx="8179">
                  <c:v>6.0755499999999998</c:v>
                </c:pt>
                <c:pt idx="8180">
                  <c:v>6.07585</c:v>
                </c:pt>
                <c:pt idx="8181">
                  <c:v>6.0761599999999998</c:v>
                </c:pt>
                <c:pt idx="8182">
                  <c:v>6.07646</c:v>
                </c:pt>
                <c:pt idx="8183">
                  <c:v>6.0767699999999998</c:v>
                </c:pt>
                <c:pt idx="8184">
                  <c:v>6.07707</c:v>
                </c:pt>
                <c:pt idx="8185">
                  <c:v>6.0773799999999998</c:v>
                </c:pt>
                <c:pt idx="8186">
                  <c:v>6.07768</c:v>
                </c:pt>
                <c:pt idx="8187">
                  <c:v>6.0779899999999998</c:v>
                </c:pt>
                <c:pt idx="8188">
                  <c:v>6.07829</c:v>
                </c:pt>
                <c:pt idx="8189">
                  <c:v>6.0785999999999998</c:v>
                </c:pt>
                <c:pt idx="8190">
                  <c:v>6.0789099999999996</c:v>
                </c:pt>
                <c:pt idx="8191">
                  <c:v>6.0792099999999998</c:v>
                </c:pt>
                <c:pt idx="8192">
                  <c:v>6.0795199999999996</c:v>
                </c:pt>
                <c:pt idx="8193">
                  <c:v>6.0798199999999998</c:v>
                </c:pt>
                <c:pt idx="8194">
                  <c:v>6.0801299999999996</c:v>
                </c:pt>
                <c:pt idx="8195">
                  <c:v>6.0804299999999998</c:v>
                </c:pt>
                <c:pt idx="8196">
                  <c:v>6.0807399999999996</c:v>
                </c:pt>
                <c:pt idx="8197">
                  <c:v>6.0810399999999998</c:v>
                </c:pt>
                <c:pt idx="8198">
                  <c:v>6.0813499999999996</c:v>
                </c:pt>
                <c:pt idx="8199">
                  <c:v>6.0816499999999998</c:v>
                </c:pt>
                <c:pt idx="8200">
                  <c:v>6.0819599999999996</c:v>
                </c:pt>
                <c:pt idx="8201">
                  <c:v>6.0822599999999998</c:v>
                </c:pt>
                <c:pt idx="8202">
                  <c:v>6.0825699999999996</c:v>
                </c:pt>
                <c:pt idx="8203">
                  <c:v>6.0828800000000003</c:v>
                </c:pt>
                <c:pt idx="8204">
                  <c:v>6.0831799999999996</c:v>
                </c:pt>
                <c:pt idx="8205">
                  <c:v>6.0834900000000003</c:v>
                </c:pt>
                <c:pt idx="8206">
                  <c:v>6.0837899999999996</c:v>
                </c:pt>
                <c:pt idx="8207">
                  <c:v>6.0841000000000003</c:v>
                </c:pt>
                <c:pt idx="8208">
                  <c:v>6.0843999999999996</c:v>
                </c:pt>
                <c:pt idx="8209">
                  <c:v>6.0847100000000003</c:v>
                </c:pt>
                <c:pt idx="8210">
                  <c:v>6.0850099999999996</c:v>
                </c:pt>
                <c:pt idx="8211">
                  <c:v>6.0853200000000003</c:v>
                </c:pt>
                <c:pt idx="8212">
                  <c:v>6.0856199999999996</c:v>
                </c:pt>
                <c:pt idx="8213">
                  <c:v>6.0859300000000003</c:v>
                </c:pt>
                <c:pt idx="8214">
                  <c:v>6.0862299999999996</c:v>
                </c:pt>
                <c:pt idx="8215">
                  <c:v>6.0865400000000003</c:v>
                </c:pt>
                <c:pt idx="8216">
                  <c:v>6.0868500000000001</c:v>
                </c:pt>
                <c:pt idx="8217">
                  <c:v>6.0871500000000003</c:v>
                </c:pt>
                <c:pt idx="8218">
                  <c:v>6.0874600000000001</c:v>
                </c:pt>
                <c:pt idx="8219">
                  <c:v>6.0877600000000003</c:v>
                </c:pt>
                <c:pt idx="8220">
                  <c:v>6.0880700000000001</c:v>
                </c:pt>
                <c:pt idx="8221">
                  <c:v>6.0883700000000003</c:v>
                </c:pt>
                <c:pt idx="8222">
                  <c:v>6.0886800000000001</c:v>
                </c:pt>
                <c:pt idx="8223">
                  <c:v>6.0889800000000003</c:v>
                </c:pt>
                <c:pt idx="8224">
                  <c:v>6.0892900000000001</c:v>
                </c:pt>
                <c:pt idx="8225">
                  <c:v>6.0895900000000003</c:v>
                </c:pt>
                <c:pt idx="8226">
                  <c:v>6.0899000000000001</c:v>
                </c:pt>
                <c:pt idx="8227">
                  <c:v>6.0902000000000003</c:v>
                </c:pt>
                <c:pt idx="8228">
                  <c:v>6.0905100000000001</c:v>
                </c:pt>
                <c:pt idx="8229">
                  <c:v>6.0908199999999999</c:v>
                </c:pt>
                <c:pt idx="8230">
                  <c:v>6.0911200000000001</c:v>
                </c:pt>
                <c:pt idx="8231">
                  <c:v>6.0914299999999999</c:v>
                </c:pt>
                <c:pt idx="8232">
                  <c:v>6.0917300000000001</c:v>
                </c:pt>
                <c:pt idx="8233">
                  <c:v>6.0920399999999999</c:v>
                </c:pt>
                <c:pt idx="8234">
                  <c:v>6.0923400000000001</c:v>
                </c:pt>
                <c:pt idx="8235">
                  <c:v>6.0926499999999999</c:v>
                </c:pt>
                <c:pt idx="8236">
                  <c:v>6.0929500000000001</c:v>
                </c:pt>
                <c:pt idx="8237">
                  <c:v>6.0932599999999999</c:v>
                </c:pt>
                <c:pt idx="8238">
                  <c:v>6.0935600000000001</c:v>
                </c:pt>
                <c:pt idx="8239">
                  <c:v>6.0938699999999999</c:v>
                </c:pt>
                <c:pt idx="8240">
                  <c:v>6.0941700000000001</c:v>
                </c:pt>
                <c:pt idx="8241">
                  <c:v>6.0944799999999999</c:v>
                </c:pt>
                <c:pt idx="8242">
                  <c:v>6.0947899999999997</c:v>
                </c:pt>
                <c:pt idx="8243">
                  <c:v>6.0950899999999999</c:v>
                </c:pt>
                <c:pt idx="8244">
                  <c:v>6.0953999999999997</c:v>
                </c:pt>
                <c:pt idx="8245">
                  <c:v>6.0956999999999999</c:v>
                </c:pt>
                <c:pt idx="8246">
                  <c:v>6.0960099999999997</c:v>
                </c:pt>
                <c:pt idx="8247">
                  <c:v>6.0963099999999999</c:v>
                </c:pt>
                <c:pt idx="8248">
                  <c:v>6.0966199999999997</c:v>
                </c:pt>
                <c:pt idx="8249">
                  <c:v>6.0969199999999999</c:v>
                </c:pt>
                <c:pt idx="8250">
                  <c:v>6.0972299999999997</c:v>
                </c:pt>
                <c:pt idx="8251">
                  <c:v>6.0975299999999999</c:v>
                </c:pt>
                <c:pt idx="8252">
                  <c:v>6.0978399999999997</c:v>
                </c:pt>
                <c:pt idx="8253">
                  <c:v>6.0981500000000004</c:v>
                </c:pt>
                <c:pt idx="8254">
                  <c:v>6.0984499999999997</c:v>
                </c:pt>
                <c:pt idx="8255">
                  <c:v>6.0987600000000004</c:v>
                </c:pt>
                <c:pt idx="8256">
                  <c:v>6.0990599999999997</c:v>
                </c:pt>
                <c:pt idx="8257">
                  <c:v>6.0993700000000004</c:v>
                </c:pt>
                <c:pt idx="8258">
                  <c:v>6.0996699999999997</c:v>
                </c:pt>
                <c:pt idx="8259">
                  <c:v>6.0999800000000004</c:v>
                </c:pt>
                <c:pt idx="8260">
                  <c:v>6.1002799999999997</c:v>
                </c:pt>
                <c:pt idx="8261">
                  <c:v>6.1005900000000004</c:v>
                </c:pt>
                <c:pt idx="8262">
                  <c:v>6.1008899999999997</c:v>
                </c:pt>
                <c:pt idx="8263">
                  <c:v>6.1012000000000004</c:v>
                </c:pt>
                <c:pt idx="8264">
                  <c:v>6.1014999999999997</c:v>
                </c:pt>
                <c:pt idx="8265">
                  <c:v>6.1018100000000004</c:v>
                </c:pt>
                <c:pt idx="8266">
                  <c:v>6.1021200000000002</c:v>
                </c:pt>
                <c:pt idx="8267">
                  <c:v>6.1024200000000004</c:v>
                </c:pt>
                <c:pt idx="8268">
                  <c:v>6.1027300000000002</c:v>
                </c:pt>
                <c:pt idx="8269">
                  <c:v>6.1030300000000004</c:v>
                </c:pt>
                <c:pt idx="8270">
                  <c:v>6.1033400000000002</c:v>
                </c:pt>
                <c:pt idx="8271">
                  <c:v>6.1036400000000004</c:v>
                </c:pt>
                <c:pt idx="8272">
                  <c:v>6.1039500000000002</c:v>
                </c:pt>
                <c:pt idx="8273">
                  <c:v>6.1042500000000004</c:v>
                </c:pt>
                <c:pt idx="8274">
                  <c:v>6.1045600000000002</c:v>
                </c:pt>
                <c:pt idx="8275">
                  <c:v>6.1048600000000004</c:v>
                </c:pt>
                <c:pt idx="8276">
                  <c:v>6.1051700000000002</c:v>
                </c:pt>
                <c:pt idx="8277">
                  <c:v>6.1054700000000004</c:v>
                </c:pt>
                <c:pt idx="8278">
                  <c:v>6.1057800000000002</c:v>
                </c:pt>
                <c:pt idx="8279">
                  <c:v>6.10609</c:v>
                </c:pt>
                <c:pt idx="8280">
                  <c:v>6.1063900000000002</c:v>
                </c:pt>
                <c:pt idx="8281">
                  <c:v>6.1067</c:v>
                </c:pt>
                <c:pt idx="8282">
                  <c:v>6.1070000000000002</c:v>
                </c:pt>
                <c:pt idx="8283">
                  <c:v>6.10731</c:v>
                </c:pt>
                <c:pt idx="8284">
                  <c:v>6.1076100000000002</c:v>
                </c:pt>
                <c:pt idx="8285">
                  <c:v>6.10792</c:v>
                </c:pt>
                <c:pt idx="8286">
                  <c:v>6.1082200000000002</c:v>
                </c:pt>
                <c:pt idx="8287">
                  <c:v>6.10853</c:v>
                </c:pt>
                <c:pt idx="8288">
                  <c:v>6.1088300000000002</c:v>
                </c:pt>
                <c:pt idx="8289">
                  <c:v>6.10914</c:v>
                </c:pt>
                <c:pt idx="8290">
                  <c:v>6.1094400000000002</c:v>
                </c:pt>
                <c:pt idx="8291">
                  <c:v>6.10975</c:v>
                </c:pt>
                <c:pt idx="8292">
                  <c:v>6.1100599999999998</c:v>
                </c:pt>
                <c:pt idx="8293">
                  <c:v>6.11036</c:v>
                </c:pt>
                <c:pt idx="8294">
                  <c:v>6.1106699999999998</c:v>
                </c:pt>
                <c:pt idx="8295">
                  <c:v>6.11097</c:v>
                </c:pt>
                <c:pt idx="8296">
                  <c:v>6.1112799999999998</c:v>
                </c:pt>
                <c:pt idx="8297">
                  <c:v>6.11158</c:v>
                </c:pt>
                <c:pt idx="8298">
                  <c:v>6.1118899999999998</c:v>
                </c:pt>
                <c:pt idx="8299">
                  <c:v>6.11219</c:v>
                </c:pt>
                <c:pt idx="8300">
                  <c:v>6.1124999999999998</c:v>
                </c:pt>
                <c:pt idx="8301">
                  <c:v>6.1128</c:v>
                </c:pt>
                <c:pt idx="8302">
                  <c:v>6.1131099999999998</c:v>
                </c:pt>
                <c:pt idx="8303">
                  <c:v>6.1134199999999996</c:v>
                </c:pt>
                <c:pt idx="8304">
                  <c:v>6.1137199999999998</c:v>
                </c:pt>
                <c:pt idx="8305">
                  <c:v>6.1140299999999996</c:v>
                </c:pt>
                <c:pt idx="8306">
                  <c:v>6.1143299999999998</c:v>
                </c:pt>
                <c:pt idx="8307">
                  <c:v>6.1146399999999996</c:v>
                </c:pt>
                <c:pt idx="8308">
                  <c:v>6.1149399999999998</c:v>
                </c:pt>
                <c:pt idx="8309">
                  <c:v>6.1152499999999996</c:v>
                </c:pt>
                <c:pt idx="8310">
                  <c:v>6.1155499999999998</c:v>
                </c:pt>
                <c:pt idx="8311">
                  <c:v>6.1158599999999996</c:v>
                </c:pt>
                <c:pt idx="8312">
                  <c:v>6.1161599999999998</c:v>
                </c:pt>
                <c:pt idx="8313">
                  <c:v>6.1164699999999996</c:v>
                </c:pt>
                <c:pt idx="8314">
                  <c:v>6.1167699999999998</c:v>
                </c:pt>
                <c:pt idx="8315">
                  <c:v>6.1170799999999996</c:v>
                </c:pt>
                <c:pt idx="8316">
                  <c:v>6.1173900000000003</c:v>
                </c:pt>
                <c:pt idx="8317">
                  <c:v>6.1176899999999996</c:v>
                </c:pt>
                <c:pt idx="8318">
                  <c:v>6.1180000000000003</c:v>
                </c:pt>
                <c:pt idx="8319">
                  <c:v>6.1182999999999996</c:v>
                </c:pt>
                <c:pt idx="8320">
                  <c:v>6.1186100000000003</c:v>
                </c:pt>
                <c:pt idx="8321">
                  <c:v>6.1189099999999996</c:v>
                </c:pt>
                <c:pt idx="8322">
                  <c:v>6.1192200000000003</c:v>
                </c:pt>
                <c:pt idx="8323">
                  <c:v>6.1195199999999996</c:v>
                </c:pt>
                <c:pt idx="8324">
                  <c:v>6.1198300000000003</c:v>
                </c:pt>
                <c:pt idx="8325">
                  <c:v>6.1201299999999996</c:v>
                </c:pt>
                <c:pt idx="8326">
                  <c:v>6.1204400000000003</c:v>
                </c:pt>
                <c:pt idx="8327">
                  <c:v>6.1207399999999996</c:v>
                </c:pt>
                <c:pt idx="8328">
                  <c:v>6.1210500000000003</c:v>
                </c:pt>
                <c:pt idx="8329">
                  <c:v>6.1213600000000001</c:v>
                </c:pt>
                <c:pt idx="8330">
                  <c:v>6.1216600000000003</c:v>
                </c:pt>
                <c:pt idx="8331">
                  <c:v>6.1219700000000001</c:v>
                </c:pt>
                <c:pt idx="8332">
                  <c:v>6.1222700000000003</c:v>
                </c:pt>
                <c:pt idx="8333">
                  <c:v>6.1225800000000001</c:v>
                </c:pt>
                <c:pt idx="8334">
                  <c:v>6.1228800000000003</c:v>
                </c:pt>
                <c:pt idx="8335">
                  <c:v>6.1231900000000001</c:v>
                </c:pt>
                <c:pt idx="8336">
                  <c:v>6.1234900000000003</c:v>
                </c:pt>
                <c:pt idx="8337">
                  <c:v>6.1238000000000001</c:v>
                </c:pt>
                <c:pt idx="8338">
                  <c:v>6.1241000000000003</c:v>
                </c:pt>
                <c:pt idx="8339">
                  <c:v>6.1244100000000001</c:v>
                </c:pt>
                <c:pt idx="8340">
                  <c:v>6.1247100000000003</c:v>
                </c:pt>
                <c:pt idx="8341">
                  <c:v>6.1250200000000001</c:v>
                </c:pt>
                <c:pt idx="8342">
                  <c:v>6.1253299999999999</c:v>
                </c:pt>
                <c:pt idx="8343">
                  <c:v>6.1256300000000001</c:v>
                </c:pt>
                <c:pt idx="8344">
                  <c:v>6.1259399999999999</c:v>
                </c:pt>
                <c:pt idx="8345">
                  <c:v>6.1262400000000001</c:v>
                </c:pt>
                <c:pt idx="8346">
                  <c:v>6.1265499999999999</c:v>
                </c:pt>
                <c:pt idx="8347">
                  <c:v>6.1268500000000001</c:v>
                </c:pt>
                <c:pt idx="8348">
                  <c:v>6.1271599999999999</c:v>
                </c:pt>
                <c:pt idx="8349">
                  <c:v>6.1274600000000001</c:v>
                </c:pt>
                <c:pt idx="8350">
                  <c:v>6.1277699999999999</c:v>
                </c:pt>
                <c:pt idx="8351">
                  <c:v>6.1280700000000001</c:v>
                </c:pt>
                <c:pt idx="8352">
                  <c:v>6.1283799999999999</c:v>
                </c:pt>
                <c:pt idx="8353">
                  <c:v>6.1286800000000001</c:v>
                </c:pt>
                <c:pt idx="8354">
                  <c:v>6.1289899999999999</c:v>
                </c:pt>
                <c:pt idx="8355">
                  <c:v>6.1292999999999997</c:v>
                </c:pt>
                <c:pt idx="8356">
                  <c:v>6.1295999999999999</c:v>
                </c:pt>
                <c:pt idx="8357">
                  <c:v>6.1299099999999997</c:v>
                </c:pt>
                <c:pt idx="8358">
                  <c:v>6.1302099999999999</c:v>
                </c:pt>
                <c:pt idx="8359">
                  <c:v>6.1305199999999997</c:v>
                </c:pt>
                <c:pt idx="8360">
                  <c:v>6.1308199999999999</c:v>
                </c:pt>
                <c:pt idx="8361">
                  <c:v>6.1311299999999997</c:v>
                </c:pt>
                <c:pt idx="8362">
                  <c:v>6.1314299999999999</c:v>
                </c:pt>
                <c:pt idx="8363">
                  <c:v>6.1317399999999997</c:v>
                </c:pt>
                <c:pt idx="8364">
                  <c:v>6.1320399999999999</c:v>
                </c:pt>
                <c:pt idx="8365">
                  <c:v>6.1323499999999997</c:v>
                </c:pt>
                <c:pt idx="8366">
                  <c:v>6.1326599999999996</c:v>
                </c:pt>
                <c:pt idx="8367">
                  <c:v>6.1329599999999997</c:v>
                </c:pt>
                <c:pt idx="8368">
                  <c:v>6.1332700000000004</c:v>
                </c:pt>
                <c:pt idx="8369">
                  <c:v>6.1335699999999997</c:v>
                </c:pt>
                <c:pt idx="8370">
                  <c:v>6.1338800000000004</c:v>
                </c:pt>
                <c:pt idx="8371">
                  <c:v>6.1341799999999997</c:v>
                </c:pt>
                <c:pt idx="8372">
                  <c:v>6.1344900000000004</c:v>
                </c:pt>
                <c:pt idx="8373">
                  <c:v>6.1347899999999997</c:v>
                </c:pt>
                <c:pt idx="8374">
                  <c:v>6.1351000000000004</c:v>
                </c:pt>
                <c:pt idx="8375">
                  <c:v>6.1353999999999997</c:v>
                </c:pt>
                <c:pt idx="8376">
                  <c:v>6.1357100000000004</c:v>
                </c:pt>
                <c:pt idx="8377">
                  <c:v>6.1360099999999997</c:v>
                </c:pt>
                <c:pt idx="8378">
                  <c:v>6.1363200000000004</c:v>
                </c:pt>
                <c:pt idx="8379">
                  <c:v>6.1366300000000003</c:v>
                </c:pt>
                <c:pt idx="8380">
                  <c:v>6.1369300000000004</c:v>
                </c:pt>
                <c:pt idx="8381">
                  <c:v>6.1372400000000003</c:v>
                </c:pt>
                <c:pt idx="8382">
                  <c:v>6.1375400000000004</c:v>
                </c:pt>
                <c:pt idx="8383">
                  <c:v>6.1378500000000003</c:v>
                </c:pt>
                <c:pt idx="8384">
                  <c:v>6.1381500000000004</c:v>
                </c:pt>
                <c:pt idx="8385">
                  <c:v>6.1384600000000002</c:v>
                </c:pt>
                <c:pt idx="8386">
                  <c:v>6.1387600000000004</c:v>
                </c:pt>
                <c:pt idx="8387">
                  <c:v>6.1390700000000002</c:v>
                </c:pt>
                <c:pt idx="8388">
                  <c:v>6.1393700000000004</c:v>
                </c:pt>
                <c:pt idx="8389">
                  <c:v>6.1396800000000002</c:v>
                </c:pt>
                <c:pt idx="8390">
                  <c:v>6.1399800000000004</c:v>
                </c:pt>
                <c:pt idx="8391">
                  <c:v>6.1402900000000002</c:v>
                </c:pt>
                <c:pt idx="8392">
                  <c:v>6.1406000000000001</c:v>
                </c:pt>
                <c:pt idx="8393">
                  <c:v>6.1409000000000002</c:v>
                </c:pt>
                <c:pt idx="8394">
                  <c:v>6.1412100000000001</c:v>
                </c:pt>
                <c:pt idx="8395">
                  <c:v>6.1415100000000002</c:v>
                </c:pt>
                <c:pt idx="8396">
                  <c:v>6.1418200000000001</c:v>
                </c:pt>
                <c:pt idx="8397">
                  <c:v>6.1421200000000002</c:v>
                </c:pt>
                <c:pt idx="8398">
                  <c:v>6.1424300000000001</c:v>
                </c:pt>
                <c:pt idx="8399">
                  <c:v>6.1427300000000002</c:v>
                </c:pt>
                <c:pt idx="8400">
                  <c:v>6.1430400000000001</c:v>
                </c:pt>
                <c:pt idx="8401">
                  <c:v>6.1433400000000002</c:v>
                </c:pt>
                <c:pt idx="8402">
                  <c:v>6.1436500000000001</c:v>
                </c:pt>
                <c:pt idx="8403">
                  <c:v>6.1439500000000002</c:v>
                </c:pt>
                <c:pt idx="8404">
                  <c:v>6.1442600000000001</c:v>
                </c:pt>
                <c:pt idx="8405">
                  <c:v>6.1445699999999999</c:v>
                </c:pt>
                <c:pt idx="8406">
                  <c:v>6.1448700000000001</c:v>
                </c:pt>
                <c:pt idx="8407">
                  <c:v>6.1451799999999999</c:v>
                </c:pt>
                <c:pt idx="8408">
                  <c:v>6.1454800000000001</c:v>
                </c:pt>
                <c:pt idx="8409">
                  <c:v>6.1457899999999999</c:v>
                </c:pt>
                <c:pt idx="8410">
                  <c:v>6.1460900000000001</c:v>
                </c:pt>
                <c:pt idx="8411">
                  <c:v>6.1463999999999999</c:v>
                </c:pt>
                <c:pt idx="8412">
                  <c:v>6.1467000000000001</c:v>
                </c:pt>
                <c:pt idx="8413">
                  <c:v>6.1470099999999999</c:v>
                </c:pt>
                <c:pt idx="8414">
                  <c:v>6.1473100000000001</c:v>
                </c:pt>
                <c:pt idx="8415">
                  <c:v>6.1476199999999999</c:v>
                </c:pt>
                <c:pt idx="8416">
                  <c:v>6.1479200000000001</c:v>
                </c:pt>
                <c:pt idx="8417">
                  <c:v>6.1482299999999999</c:v>
                </c:pt>
                <c:pt idx="8418">
                  <c:v>6.1485399999999997</c:v>
                </c:pt>
                <c:pt idx="8419">
                  <c:v>6.1488399999999999</c:v>
                </c:pt>
                <c:pt idx="8420">
                  <c:v>6.1491499999999997</c:v>
                </c:pt>
                <c:pt idx="8421">
                  <c:v>6.1494499999999999</c:v>
                </c:pt>
                <c:pt idx="8422">
                  <c:v>6.1497599999999997</c:v>
                </c:pt>
                <c:pt idx="8423">
                  <c:v>6.1500599999999999</c:v>
                </c:pt>
                <c:pt idx="8424">
                  <c:v>6.1503699999999997</c:v>
                </c:pt>
                <c:pt idx="8425">
                  <c:v>6.1506699999999999</c:v>
                </c:pt>
                <c:pt idx="8426">
                  <c:v>6.1509799999999997</c:v>
                </c:pt>
                <c:pt idx="8427">
                  <c:v>6.1512799999999999</c:v>
                </c:pt>
                <c:pt idx="8428">
                  <c:v>6.1515899999999997</c:v>
                </c:pt>
                <c:pt idx="8429">
                  <c:v>6.1519000000000004</c:v>
                </c:pt>
                <c:pt idx="8430">
                  <c:v>6.1521999999999997</c:v>
                </c:pt>
                <c:pt idx="8431">
                  <c:v>6.1525100000000004</c:v>
                </c:pt>
                <c:pt idx="8432">
                  <c:v>6.1528099999999997</c:v>
                </c:pt>
                <c:pt idx="8433">
                  <c:v>6.1531200000000004</c:v>
                </c:pt>
                <c:pt idx="8434">
                  <c:v>6.1534199999999997</c:v>
                </c:pt>
                <c:pt idx="8435">
                  <c:v>6.1537300000000004</c:v>
                </c:pt>
                <c:pt idx="8436">
                  <c:v>6.1540299999999997</c:v>
                </c:pt>
                <c:pt idx="8437">
                  <c:v>6.1543400000000004</c:v>
                </c:pt>
                <c:pt idx="8438">
                  <c:v>6.1546399999999997</c:v>
                </c:pt>
                <c:pt idx="8439">
                  <c:v>6.1549500000000004</c:v>
                </c:pt>
                <c:pt idx="8440">
                  <c:v>6.1552499999999997</c:v>
                </c:pt>
                <c:pt idx="8441">
                  <c:v>6.1555600000000004</c:v>
                </c:pt>
                <c:pt idx="8442">
                  <c:v>6.1558700000000002</c:v>
                </c:pt>
                <c:pt idx="8443">
                  <c:v>6.1561700000000004</c:v>
                </c:pt>
                <c:pt idx="8444">
                  <c:v>6.1564800000000002</c:v>
                </c:pt>
                <c:pt idx="8445">
                  <c:v>6.1567800000000004</c:v>
                </c:pt>
                <c:pt idx="8446">
                  <c:v>6.1570900000000002</c:v>
                </c:pt>
                <c:pt idx="8447">
                  <c:v>6.1573900000000004</c:v>
                </c:pt>
                <c:pt idx="8448">
                  <c:v>6.1577000000000002</c:v>
                </c:pt>
                <c:pt idx="8449">
                  <c:v>6.1580000000000004</c:v>
                </c:pt>
                <c:pt idx="8450">
                  <c:v>6.1583100000000002</c:v>
                </c:pt>
                <c:pt idx="8451">
                  <c:v>6.1586100000000004</c:v>
                </c:pt>
                <c:pt idx="8452">
                  <c:v>6.1589200000000002</c:v>
                </c:pt>
                <c:pt idx="8453">
                  <c:v>6.1592200000000004</c:v>
                </c:pt>
                <c:pt idx="8454">
                  <c:v>6.1595300000000002</c:v>
                </c:pt>
                <c:pt idx="8455">
                  <c:v>6.15984</c:v>
                </c:pt>
                <c:pt idx="8456">
                  <c:v>6.1601400000000002</c:v>
                </c:pt>
                <c:pt idx="8457">
                  <c:v>6.16045</c:v>
                </c:pt>
                <c:pt idx="8458">
                  <c:v>6.1607500000000002</c:v>
                </c:pt>
                <c:pt idx="8459">
                  <c:v>6.16106</c:v>
                </c:pt>
                <c:pt idx="8460">
                  <c:v>6.1613600000000002</c:v>
                </c:pt>
                <c:pt idx="8461">
                  <c:v>6.16167</c:v>
                </c:pt>
                <c:pt idx="8462">
                  <c:v>6.1619700000000002</c:v>
                </c:pt>
                <c:pt idx="8463">
                  <c:v>6.16228</c:v>
                </c:pt>
                <c:pt idx="8464">
                  <c:v>6.1625800000000002</c:v>
                </c:pt>
                <c:pt idx="8465">
                  <c:v>6.16289</c:v>
                </c:pt>
                <c:pt idx="8466">
                  <c:v>6.1631900000000002</c:v>
                </c:pt>
                <c:pt idx="8467">
                  <c:v>6.1635</c:v>
                </c:pt>
                <c:pt idx="8468">
                  <c:v>6.1638099999999998</c:v>
                </c:pt>
                <c:pt idx="8469">
                  <c:v>6.16411</c:v>
                </c:pt>
                <c:pt idx="8470">
                  <c:v>6.1644199999999998</c:v>
                </c:pt>
                <c:pt idx="8471">
                  <c:v>6.16472</c:v>
                </c:pt>
                <c:pt idx="8472">
                  <c:v>6.1650299999999998</c:v>
                </c:pt>
                <c:pt idx="8473">
                  <c:v>6.16533</c:v>
                </c:pt>
                <c:pt idx="8474">
                  <c:v>6.1656399999999998</c:v>
                </c:pt>
                <c:pt idx="8475">
                  <c:v>6.16594</c:v>
                </c:pt>
                <c:pt idx="8476">
                  <c:v>6.1662499999999998</c:v>
                </c:pt>
                <c:pt idx="8477">
                  <c:v>6.16655</c:v>
                </c:pt>
                <c:pt idx="8478">
                  <c:v>6.1668599999999998</c:v>
                </c:pt>
                <c:pt idx="8479">
                  <c:v>6.16716</c:v>
                </c:pt>
                <c:pt idx="8480">
                  <c:v>6.1674699999999998</c:v>
                </c:pt>
                <c:pt idx="8481">
                  <c:v>6.1677799999999996</c:v>
                </c:pt>
                <c:pt idx="8482">
                  <c:v>6.1680799999999998</c:v>
                </c:pt>
                <c:pt idx="8483">
                  <c:v>6.1683899999999996</c:v>
                </c:pt>
                <c:pt idx="8484">
                  <c:v>6.1686899999999998</c:v>
                </c:pt>
                <c:pt idx="8485">
                  <c:v>6.1689999999999996</c:v>
                </c:pt>
                <c:pt idx="8486">
                  <c:v>6.1692999999999998</c:v>
                </c:pt>
                <c:pt idx="8487">
                  <c:v>6.1696099999999996</c:v>
                </c:pt>
                <c:pt idx="8488">
                  <c:v>6.1699099999999998</c:v>
                </c:pt>
                <c:pt idx="8489">
                  <c:v>6.1702199999999996</c:v>
                </c:pt>
                <c:pt idx="8490">
                  <c:v>6.1705199999999998</c:v>
                </c:pt>
                <c:pt idx="8491">
                  <c:v>6.1708299999999996</c:v>
                </c:pt>
                <c:pt idx="8492">
                  <c:v>6.1711400000000003</c:v>
                </c:pt>
                <c:pt idx="8493">
                  <c:v>6.1714399999999996</c:v>
                </c:pt>
                <c:pt idx="8494">
                  <c:v>6.1717500000000003</c:v>
                </c:pt>
                <c:pt idx="8495">
                  <c:v>6.1720499999999996</c:v>
                </c:pt>
                <c:pt idx="8496">
                  <c:v>6.1723600000000003</c:v>
                </c:pt>
                <c:pt idx="8497">
                  <c:v>6.1726599999999996</c:v>
                </c:pt>
                <c:pt idx="8498">
                  <c:v>6.1729700000000003</c:v>
                </c:pt>
                <c:pt idx="8499">
                  <c:v>6.1732699999999996</c:v>
                </c:pt>
                <c:pt idx="8500">
                  <c:v>6.1735800000000003</c:v>
                </c:pt>
                <c:pt idx="8501">
                  <c:v>6.1738799999999996</c:v>
                </c:pt>
                <c:pt idx="8502">
                  <c:v>6.1741900000000003</c:v>
                </c:pt>
                <c:pt idx="8503">
                  <c:v>6.1744899999999996</c:v>
                </c:pt>
                <c:pt idx="8504">
                  <c:v>6.1748000000000003</c:v>
                </c:pt>
                <c:pt idx="8505">
                  <c:v>6.1751100000000001</c:v>
                </c:pt>
                <c:pt idx="8506">
                  <c:v>6.1754100000000003</c:v>
                </c:pt>
                <c:pt idx="8507">
                  <c:v>6.1757200000000001</c:v>
                </c:pt>
                <c:pt idx="8508">
                  <c:v>6.1760200000000003</c:v>
                </c:pt>
                <c:pt idx="8509">
                  <c:v>6.1763300000000001</c:v>
                </c:pt>
                <c:pt idx="8510">
                  <c:v>6.1766300000000003</c:v>
                </c:pt>
                <c:pt idx="8511">
                  <c:v>6.1769400000000001</c:v>
                </c:pt>
                <c:pt idx="8512">
                  <c:v>6.1772400000000003</c:v>
                </c:pt>
                <c:pt idx="8513">
                  <c:v>6.1775500000000001</c:v>
                </c:pt>
                <c:pt idx="8514">
                  <c:v>6.1778500000000003</c:v>
                </c:pt>
                <c:pt idx="8515">
                  <c:v>6.1781600000000001</c:v>
                </c:pt>
                <c:pt idx="8516">
                  <c:v>6.1784600000000003</c:v>
                </c:pt>
                <c:pt idx="8517">
                  <c:v>6.1787700000000001</c:v>
                </c:pt>
                <c:pt idx="8518">
                  <c:v>6.1790799999999999</c:v>
                </c:pt>
                <c:pt idx="8519">
                  <c:v>6.1793800000000001</c:v>
                </c:pt>
                <c:pt idx="8520">
                  <c:v>6.1796899999999999</c:v>
                </c:pt>
                <c:pt idx="8521">
                  <c:v>6.1799900000000001</c:v>
                </c:pt>
                <c:pt idx="8522">
                  <c:v>6.1802999999999999</c:v>
                </c:pt>
                <c:pt idx="8523">
                  <c:v>6.1806000000000001</c:v>
                </c:pt>
                <c:pt idx="8524">
                  <c:v>6.1809099999999999</c:v>
                </c:pt>
                <c:pt idx="8525">
                  <c:v>6.1812100000000001</c:v>
                </c:pt>
                <c:pt idx="8526">
                  <c:v>6.1815199999999999</c:v>
                </c:pt>
                <c:pt idx="8527">
                  <c:v>6.1818200000000001</c:v>
                </c:pt>
                <c:pt idx="8528">
                  <c:v>6.1821299999999999</c:v>
                </c:pt>
                <c:pt idx="8529">
                  <c:v>6.1824300000000001</c:v>
                </c:pt>
                <c:pt idx="8530">
                  <c:v>6.1827399999999999</c:v>
                </c:pt>
                <c:pt idx="8531">
                  <c:v>6.1830499999999997</c:v>
                </c:pt>
                <c:pt idx="8532">
                  <c:v>6.1833499999999999</c:v>
                </c:pt>
                <c:pt idx="8533">
                  <c:v>6.1836599999999997</c:v>
                </c:pt>
                <c:pt idx="8534">
                  <c:v>6.1839599999999999</c:v>
                </c:pt>
                <c:pt idx="8535">
                  <c:v>6.1842699999999997</c:v>
                </c:pt>
                <c:pt idx="8536">
                  <c:v>6.1845699999999999</c:v>
                </c:pt>
                <c:pt idx="8537">
                  <c:v>6.1848799999999997</c:v>
                </c:pt>
                <c:pt idx="8538">
                  <c:v>6.1851799999999999</c:v>
                </c:pt>
                <c:pt idx="8539">
                  <c:v>6.1854899999999997</c:v>
                </c:pt>
                <c:pt idx="8540">
                  <c:v>6.1857899999999999</c:v>
                </c:pt>
                <c:pt idx="8541">
                  <c:v>6.1860999999999997</c:v>
                </c:pt>
                <c:pt idx="8542">
                  <c:v>6.1864100000000004</c:v>
                </c:pt>
                <c:pt idx="8543">
                  <c:v>6.1867099999999997</c:v>
                </c:pt>
                <c:pt idx="8544">
                  <c:v>6.1870200000000004</c:v>
                </c:pt>
                <c:pt idx="8545">
                  <c:v>6.1873199999999997</c:v>
                </c:pt>
                <c:pt idx="8546">
                  <c:v>6.1876300000000004</c:v>
                </c:pt>
                <c:pt idx="8547">
                  <c:v>6.1879299999999997</c:v>
                </c:pt>
                <c:pt idx="8548">
                  <c:v>6.1882400000000004</c:v>
                </c:pt>
                <c:pt idx="8549">
                  <c:v>6.1885399999999997</c:v>
                </c:pt>
                <c:pt idx="8550">
                  <c:v>6.1888500000000004</c:v>
                </c:pt>
                <c:pt idx="8551">
                  <c:v>6.1891499999999997</c:v>
                </c:pt>
                <c:pt idx="8552">
                  <c:v>6.1894600000000004</c:v>
                </c:pt>
                <c:pt idx="8553">
                  <c:v>6.1897599999999997</c:v>
                </c:pt>
                <c:pt idx="8554">
                  <c:v>6.1900700000000004</c:v>
                </c:pt>
                <c:pt idx="8555">
                  <c:v>6.1903800000000002</c:v>
                </c:pt>
                <c:pt idx="8556">
                  <c:v>6.1906800000000004</c:v>
                </c:pt>
                <c:pt idx="8557">
                  <c:v>6.1909900000000002</c:v>
                </c:pt>
                <c:pt idx="8558">
                  <c:v>6.1912900000000004</c:v>
                </c:pt>
                <c:pt idx="8559">
                  <c:v>6.1916000000000002</c:v>
                </c:pt>
                <c:pt idx="8560">
                  <c:v>6.1919000000000004</c:v>
                </c:pt>
                <c:pt idx="8561">
                  <c:v>6.1922100000000002</c:v>
                </c:pt>
                <c:pt idx="8562">
                  <c:v>6.1925100000000004</c:v>
                </c:pt>
                <c:pt idx="8563">
                  <c:v>6.1928200000000002</c:v>
                </c:pt>
                <c:pt idx="8564">
                  <c:v>6.1931200000000004</c:v>
                </c:pt>
                <c:pt idx="8565">
                  <c:v>6.1934300000000002</c:v>
                </c:pt>
                <c:pt idx="8566">
                  <c:v>6.1937300000000004</c:v>
                </c:pt>
                <c:pt idx="8567">
                  <c:v>6.1940400000000002</c:v>
                </c:pt>
                <c:pt idx="8568">
                  <c:v>6.19435</c:v>
                </c:pt>
                <c:pt idx="8569">
                  <c:v>6.1946500000000002</c:v>
                </c:pt>
                <c:pt idx="8570">
                  <c:v>6.19496</c:v>
                </c:pt>
                <c:pt idx="8571">
                  <c:v>6.1952600000000002</c:v>
                </c:pt>
                <c:pt idx="8572">
                  <c:v>6.19557</c:v>
                </c:pt>
                <c:pt idx="8573">
                  <c:v>6.1958700000000002</c:v>
                </c:pt>
                <c:pt idx="8574">
                  <c:v>6.19618</c:v>
                </c:pt>
                <c:pt idx="8575">
                  <c:v>6.1964800000000002</c:v>
                </c:pt>
                <c:pt idx="8576">
                  <c:v>6.19679</c:v>
                </c:pt>
                <c:pt idx="8577">
                  <c:v>6.1970900000000002</c:v>
                </c:pt>
                <c:pt idx="8578">
                  <c:v>6.1974</c:v>
                </c:pt>
                <c:pt idx="8579">
                  <c:v>6.1977000000000002</c:v>
                </c:pt>
                <c:pt idx="8580">
                  <c:v>6.19801</c:v>
                </c:pt>
                <c:pt idx="8581">
                  <c:v>6.1983199999999998</c:v>
                </c:pt>
                <c:pt idx="8582">
                  <c:v>6.19862</c:v>
                </c:pt>
                <c:pt idx="8583">
                  <c:v>6.1989299999999998</c:v>
                </c:pt>
                <c:pt idx="8584">
                  <c:v>6.19923</c:v>
                </c:pt>
                <c:pt idx="8585">
                  <c:v>6.1995399999999998</c:v>
                </c:pt>
                <c:pt idx="8586">
                  <c:v>6.19984</c:v>
                </c:pt>
                <c:pt idx="8587">
                  <c:v>6.2001499999999998</c:v>
                </c:pt>
                <c:pt idx="8588">
                  <c:v>6.20045</c:v>
                </c:pt>
                <c:pt idx="8589">
                  <c:v>6.2007599999999998</c:v>
                </c:pt>
                <c:pt idx="8590">
                  <c:v>6.20106</c:v>
                </c:pt>
                <c:pt idx="8591">
                  <c:v>6.2013699999999998</c:v>
                </c:pt>
                <c:pt idx="8592">
                  <c:v>6.20167</c:v>
                </c:pt>
                <c:pt idx="8593">
                  <c:v>6.2019799999999998</c:v>
                </c:pt>
                <c:pt idx="8594">
                  <c:v>6.2022899999999996</c:v>
                </c:pt>
                <c:pt idx="8595">
                  <c:v>6.2025899999999998</c:v>
                </c:pt>
                <c:pt idx="8596">
                  <c:v>6.2028999999999996</c:v>
                </c:pt>
                <c:pt idx="8597">
                  <c:v>6.2031999999999998</c:v>
                </c:pt>
                <c:pt idx="8598">
                  <c:v>6.2035099999999996</c:v>
                </c:pt>
                <c:pt idx="8599">
                  <c:v>6.2038099999999998</c:v>
                </c:pt>
                <c:pt idx="8600">
                  <c:v>6.2041199999999996</c:v>
                </c:pt>
                <c:pt idx="8601">
                  <c:v>6.2044199999999998</c:v>
                </c:pt>
                <c:pt idx="8602">
                  <c:v>6.2047299999999996</c:v>
                </c:pt>
                <c:pt idx="8603">
                  <c:v>6.2050299999999998</c:v>
                </c:pt>
                <c:pt idx="8604">
                  <c:v>6.2053399999999996</c:v>
                </c:pt>
                <c:pt idx="8605">
                  <c:v>6.2056500000000003</c:v>
                </c:pt>
                <c:pt idx="8606">
                  <c:v>6.2059499999999996</c:v>
                </c:pt>
                <c:pt idx="8607">
                  <c:v>6.2062600000000003</c:v>
                </c:pt>
                <c:pt idx="8608">
                  <c:v>6.2065599999999996</c:v>
                </c:pt>
                <c:pt idx="8609">
                  <c:v>6.2068700000000003</c:v>
                </c:pt>
                <c:pt idx="8610">
                  <c:v>6.2071699999999996</c:v>
                </c:pt>
                <c:pt idx="8611">
                  <c:v>6.2074800000000003</c:v>
                </c:pt>
                <c:pt idx="8612">
                  <c:v>6.2077799999999996</c:v>
                </c:pt>
                <c:pt idx="8613">
                  <c:v>6.2080900000000003</c:v>
                </c:pt>
                <c:pt idx="8614">
                  <c:v>6.2083899999999996</c:v>
                </c:pt>
                <c:pt idx="8615">
                  <c:v>6.2087000000000003</c:v>
                </c:pt>
                <c:pt idx="8616">
                  <c:v>6.2089999999999996</c:v>
                </c:pt>
                <c:pt idx="8617">
                  <c:v>6.2093100000000003</c:v>
                </c:pt>
                <c:pt idx="8618">
                  <c:v>6.2096200000000001</c:v>
                </c:pt>
                <c:pt idx="8619">
                  <c:v>6.2099200000000003</c:v>
                </c:pt>
                <c:pt idx="8620">
                  <c:v>6.2102300000000001</c:v>
                </c:pt>
                <c:pt idx="8621">
                  <c:v>6.2105300000000003</c:v>
                </c:pt>
                <c:pt idx="8622">
                  <c:v>6.2108400000000001</c:v>
                </c:pt>
                <c:pt idx="8623">
                  <c:v>6.2111400000000003</c:v>
                </c:pt>
                <c:pt idx="8624">
                  <c:v>6.2114500000000001</c:v>
                </c:pt>
                <c:pt idx="8625">
                  <c:v>6.2117500000000003</c:v>
                </c:pt>
                <c:pt idx="8626">
                  <c:v>6.2120600000000001</c:v>
                </c:pt>
                <c:pt idx="8627">
                  <c:v>6.2123600000000003</c:v>
                </c:pt>
                <c:pt idx="8628">
                  <c:v>6.2126700000000001</c:v>
                </c:pt>
                <c:pt idx="8629">
                  <c:v>6.2129700000000003</c:v>
                </c:pt>
                <c:pt idx="8630">
                  <c:v>6.2132800000000001</c:v>
                </c:pt>
                <c:pt idx="8631">
                  <c:v>6.2135899999999999</c:v>
                </c:pt>
                <c:pt idx="8632">
                  <c:v>6.2138900000000001</c:v>
                </c:pt>
                <c:pt idx="8633">
                  <c:v>6.2141999999999999</c:v>
                </c:pt>
                <c:pt idx="8634">
                  <c:v>6.2145000000000001</c:v>
                </c:pt>
                <c:pt idx="8635">
                  <c:v>6.2148099999999999</c:v>
                </c:pt>
                <c:pt idx="8636">
                  <c:v>6.2151100000000001</c:v>
                </c:pt>
                <c:pt idx="8637">
                  <c:v>6.2154199999999999</c:v>
                </c:pt>
                <c:pt idx="8638">
                  <c:v>6.2157200000000001</c:v>
                </c:pt>
                <c:pt idx="8639">
                  <c:v>6.2160299999999999</c:v>
                </c:pt>
                <c:pt idx="8640">
                  <c:v>6.2163300000000001</c:v>
                </c:pt>
                <c:pt idx="8641">
                  <c:v>6.2166399999999999</c:v>
                </c:pt>
                <c:pt idx="8642">
                  <c:v>6.2169400000000001</c:v>
                </c:pt>
                <c:pt idx="8643">
                  <c:v>6.2172499999999999</c:v>
                </c:pt>
                <c:pt idx="8644">
                  <c:v>6.2175599999999998</c:v>
                </c:pt>
                <c:pt idx="8645">
                  <c:v>6.2178599999999999</c:v>
                </c:pt>
                <c:pt idx="8646">
                  <c:v>6.2181699999999998</c:v>
                </c:pt>
                <c:pt idx="8647">
                  <c:v>6.2184699999999999</c:v>
                </c:pt>
                <c:pt idx="8648">
                  <c:v>6.2187799999999998</c:v>
                </c:pt>
                <c:pt idx="8649">
                  <c:v>6.2190799999999999</c:v>
                </c:pt>
                <c:pt idx="8650">
                  <c:v>6.2193899999999998</c:v>
                </c:pt>
                <c:pt idx="8651">
                  <c:v>6.2196899999999999</c:v>
                </c:pt>
                <c:pt idx="8652">
                  <c:v>6.22</c:v>
                </c:pt>
                <c:pt idx="8653">
                  <c:v>6.2202999999999999</c:v>
                </c:pt>
                <c:pt idx="8654">
                  <c:v>6.2206099999999998</c:v>
                </c:pt>
                <c:pt idx="8655">
                  <c:v>6.2209099999999999</c:v>
                </c:pt>
                <c:pt idx="8656">
                  <c:v>6.2212199999999998</c:v>
                </c:pt>
                <c:pt idx="8657">
                  <c:v>6.2215299999999996</c:v>
                </c:pt>
                <c:pt idx="8658">
                  <c:v>6.2218299999999997</c:v>
                </c:pt>
                <c:pt idx="8659">
                  <c:v>6.2221399999999996</c:v>
                </c:pt>
                <c:pt idx="8660">
                  <c:v>6.2224399999999997</c:v>
                </c:pt>
                <c:pt idx="8661">
                  <c:v>6.2227499999999996</c:v>
                </c:pt>
                <c:pt idx="8662">
                  <c:v>6.2230499999999997</c:v>
                </c:pt>
                <c:pt idx="8663">
                  <c:v>6.2233599999999996</c:v>
                </c:pt>
                <c:pt idx="8664">
                  <c:v>6.2236599999999997</c:v>
                </c:pt>
                <c:pt idx="8665">
                  <c:v>6.2239699999999996</c:v>
                </c:pt>
                <c:pt idx="8666">
                  <c:v>6.2242699999999997</c:v>
                </c:pt>
                <c:pt idx="8667">
                  <c:v>6.2245799999999996</c:v>
                </c:pt>
                <c:pt idx="8668">
                  <c:v>6.2248900000000003</c:v>
                </c:pt>
                <c:pt idx="8669">
                  <c:v>6.2251899999999996</c:v>
                </c:pt>
                <c:pt idx="8670">
                  <c:v>6.2255000000000003</c:v>
                </c:pt>
                <c:pt idx="8671">
                  <c:v>6.2257999999999996</c:v>
                </c:pt>
                <c:pt idx="8672">
                  <c:v>6.2261100000000003</c:v>
                </c:pt>
                <c:pt idx="8673">
                  <c:v>6.2264099999999996</c:v>
                </c:pt>
                <c:pt idx="8674">
                  <c:v>6.2267200000000003</c:v>
                </c:pt>
                <c:pt idx="8675">
                  <c:v>6.2270200000000004</c:v>
                </c:pt>
                <c:pt idx="8676">
                  <c:v>6.2273300000000003</c:v>
                </c:pt>
                <c:pt idx="8677">
                  <c:v>6.2276300000000004</c:v>
                </c:pt>
                <c:pt idx="8678">
                  <c:v>6.2279400000000003</c:v>
                </c:pt>
                <c:pt idx="8679">
                  <c:v>6.2282400000000004</c:v>
                </c:pt>
                <c:pt idx="8680">
                  <c:v>6.2285500000000003</c:v>
                </c:pt>
                <c:pt idx="8681">
                  <c:v>6.2288600000000001</c:v>
                </c:pt>
                <c:pt idx="8682">
                  <c:v>6.2291600000000003</c:v>
                </c:pt>
                <c:pt idx="8683">
                  <c:v>6.2294700000000001</c:v>
                </c:pt>
                <c:pt idx="8684">
                  <c:v>6.2297700000000003</c:v>
                </c:pt>
                <c:pt idx="8685">
                  <c:v>6.2300800000000001</c:v>
                </c:pt>
                <c:pt idx="8686">
                  <c:v>6.2303800000000003</c:v>
                </c:pt>
                <c:pt idx="8687">
                  <c:v>6.2306900000000001</c:v>
                </c:pt>
                <c:pt idx="8688">
                  <c:v>6.2309900000000003</c:v>
                </c:pt>
                <c:pt idx="8689">
                  <c:v>6.2313000000000001</c:v>
                </c:pt>
                <c:pt idx="8690">
                  <c:v>6.2316000000000003</c:v>
                </c:pt>
                <c:pt idx="8691">
                  <c:v>6.2319100000000001</c:v>
                </c:pt>
                <c:pt idx="8692">
                  <c:v>6.2322100000000002</c:v>
                </c:pt>
                <c:pt idx="8693">
                  <c:v>6.2325200000000001</c:v>
                </c:pt>
                <c:pt idx="8694">
                  <c:v>6.2328299999999999</c:v>
                </c:pt>
                <c:pt idx="8695">
                  <c:v>6.2331300000000001</c:v>
                </c:pt>
                <c:pt idx="8696">
                  <c:v>6.2334399999999999</c:v>
                </c:pt>
                <c:pt idx="8697">
                  <c:v>6.2337400000000001</c:v>
                </c:pt>
                <c:pt idx="8698">
                  <c:v>6.2340499999999999</c:v>
                </c:pt>
                <c:pt idx="8699">
                  <c:v>6.2343500000000001</c:v>
                </c:pt>
                <c:pt idx="8700">
                  <c:v>6.2346599999999999</c:v>
                </c:pt>
                <c:pt idx="8701">
                  <c:v>6.2349600000000001</c:v>
                </c:pt>
                <c:pt idx="8702">
                  <c:v>6.2352699999999999</c:v>
                </c:pt>
                <c:pt idx="8703">
                  <c:v>6.2355700000000001</c:v>
                </c:pt>
                <c:pt idx="8704">
                  <c:v>6.2358799999999999</c:v>
                </c:pt>
                <c:pt idx="8705">
                  <c:v>6.2361800000000001</c:v>
                </c:pt>
                <c:pt idx="8706">
                  <c:v>6.2364899999999999</c:v>
                </c:pt>
                <c:pt idx="8707">
                  <c:v>6.2367999999999997</c:v>
                </c:pt>
                <c:pt idx="8708">
                  <c:v>6.2370999999999999</c:v>
                </c:pt>
                <c:pt idx="8709">
                  <c:v>6.2374099999999997</c:v>
                </c:pt>
                <c:pt idx="8710">
                  <c:v>6.2377099999999999</c:v>
                </c:pt>
                <c:pt idx="8711">
                  <c:v>6.2380199999999997</c:v>
                </c:pt>
                <c:pt idx="8712">
                  <c:v>6.2383199999999999</c:v>
                </c:pt>
                <c:pt idx="8713">
                  <c:v>6.2386299999999997</c:v>
                </c:pt>
                <c:pt idx="8714">
                  <c:v>6.2389299999999999</c:v>
                </c:pt>
                <c:pt idx="8715">
                  <c:v>6.2392399999999997</c:v>
                </c:pt>
                <c:pt idx="8716">
                  <c:v>6.2395399999999999</c:v>
                </c:pt>
                <c:pt idx="8717">
                  <c:v>6.2398499999999997</c:v>
                </c:pt>
                <c:pt idx="8718">
                  <c:v>6.2401600000000004</c:v>
                </c:pt>
                <c:pt idx="8719">
                  <c:v>6.2404599999999997</c:v>
                </c:pt>
                <c:pt idx="8720">
                  <c:v>6.2407700000000004</c:v>
                </c:pt>
                <c:pt idx="8721">
                  <c:v>6.2410699999999997</c:v>
                </c:pt>
                <c:pt idx="8722">
                  <c:v>6.2413800000000004</c:v>
                </c:pt>
                <c:pt idx="8723">
                  <c:v>6.2416799999999997</c:v>
                </c:pt>
                <c:pt idx="8724">
                  <c:v>6.2419900000000004</c:v>
                </c:pt>
                <c:pt idx="8725">
                  <c:v>6.2422899999999997</c:v>
                </c:pt>
                <c:pt idx="8726">
                  <c:v>6.2426000000000004</c:v>
                </c:pt>
                <c:pt idx="8727">
                  <c:v>6.2428999999999997</c:v>
                </c:pt>
                <c:pt idx="8728">
                  <c:v>6.2432100000000004</c:v>
                </c:pt>
                <c:pt idx="8729">
                  <c:v>6.2435099999999997</c:v>
                </c:pt>
                <c:pt idx="8730">
                  <c:v>6.2438200000000004</c:v>
                </c:pt>
                <c:pt idx="8731">
                  <c:v>6.2441300000000002</c:v>
                </c:pt>
                <c:pt idx="8732">
                  <c:v>6.2444300000000004</c:v>
                </c:pt>
                <c:pt idx="8733">
                  <c:v>6.2447400000000002</c:v>
                </c:pt>
                <c:pt idx="8734">
                  <c:v>6.2450400000000004</c:v>
                </c:pt>
                <c:pt idx="8735">
                  <c:v>6.2453500000000002</c:v>
                </c:pt>
                <c:pt idx="8736">
                  <c:v>6.2456500000000004</c:v>
                </c:pt>
                <c:pt idx="8737">
                  <c:v>6.2459600000000002</c:v>
                </c:pt>
                <c:pt idx="8738">
                  <c:v>6.2462600000000004</c:v>
                </c:pt>
                <c:pt idx="8739">
                  <c:v>6.2465700000000002</c:v>
                </c:pt>
                <c:pt idx="8740">
                  <c:v>6.2468700000000004</c:v>
                </c:pt>
                <c:pt idx="8741">
                  <c:v>6.2471800000000002</c:v>
                </c:pt>
                <c:pt idx="8742">
                  <c:v>6.2474800000000004</c:v>
                </c:pt>
                <c:pt idx="8743">
                  <c:v>6.2477900000000002</c:v>
                </c:pt>
                <c:pt idx="8744">
                  <c:v>6.2481</c:v>
                </c:pt>
                <c:pt idx="8745">
                  <c:v>6.2484000000000002</c:v>
                </c:pt>
                <c:pt idx="8746">
                  <c:v>6.24871</c:v>
                </c:pt>
                <c:pt idx="8747">
                  <c:v>6.2490100000000002</c:v>
                </c:pt>
                <c:pt idx="8748">
                  <c:v>6.24932</c:v>
                </c:pt>
                <c:pt idx="8749">
                  <c:v>6.2496200000000002</c:v>
                </c:pt>
                <c:pt idx="8750">
                  <c:v>6.24993</c:v>
                </c:pt>
                <c:pt idx="8751">
                  <c:v>6.2502300000000002</c:v>
                </c:pt>
                <c:pt idx="8752">
                  <c:v>6.25054</c:v>
                </c:pt>
                <c:pt idx="8753">
                  <c:v>6.2508400000000002</c:v>
                </c:pt>
                <c:pt idx="8754">
                  <c:v>6.25115</c:v>
                </c:pt>
                <c:pt idx="8755">
                  <c:v>6.2514500000000002</c:v>
                </c:pt>
                <c:pt idx="8756">
                  <c:v>6.25176</c:v>
                </c:pt>
                <c:pt idx="8757">
                  <c:v>6.2520699999999998</c:v>
                </c:pt>
                <c:pt idx="8758">
                  <c:v>6.25237</c:v>
                </c:pt>
                <c:pt idx="8759">
                  <c:v>6.2526799999999998</c:v>
                </c:pt>
                <c:pt idx="8760">
                  <c:v>6.25298</c:v>
                </c:pt>
                <c:pt idx="8761">
                  <c:v>6.2532899999999998</c:v>
                </c:pt>
                <c:pt idx="8762">
                  <c:v>6.25359</c:v>
                </c:pt>
                <c:pt idx="8763">
                  <c:v>6.2538999999999998</c:v>
                </c:pt>
                <c:pt idx="8764">
                  <c:v>6.2542</c:v>
                </c:pt>
                <c:pt idx="8765">
                  <c:v>6.2545099999999998</c:v>
                </c:pt>
                <c:pt idx="8766">
                  <c:v>6.25481</c:v>
                </c:pt>
                <c:pt idx="8767">
                  <c:v>6.2551199999999998</c:v>
                </c:pt>
                <c:pt idx="8768">
                  <c:v>6.25542</c:v>
                </c:pt>
                <c:pt idx="8769">
                  <c:v>6.2557299999999998</c:v>
                </c:pt>
                <c:pt idx="8770">
                  <c:v>6.2560399999999996</c:v>
                </c:pt>
                <c:pt idx="8771">
                  <c:v>6.2563399999999998</c:v>
                </c:pt>
                <c:pt idx="8772">
                  <c:v>6.2566499999999996</c:v>
                </c:pt>
                <c:pt idx="8773">
                  <c:v>6.2569499999999998</c:v>
                </c:pt>
                <c:pt idx="8774">
                  <c:v>6.2572599999999996</c:v>
                </c:pt>
                <c:pt idx="8775">
                  <c:v>6.2575599999999998</c:v>
                </c:pt>
                <c:pt idx="8776">
                  <c:v>6.2578699999999996</c:v>
                </c:pt>
                <c:pt idx="8777">
                  <c:v>6.2581699999999998</c:v>
                </c:pt>
                <c:pt idx="8778">
                  <c:v>6.2584799999999996</c:v>
                </c:pt>
                <c:pt idx="8779">
                  <c:v>6.2587799999999998</c:v>
                </c:pt>
                <c:pt idx="8780">
                  <c:v>6.2590899999999996</c:v>
                </c:pt>
                <c:pt idx="8781">
                  <c:v>6.2594000000000003</c:v>
                </c:pt>
                <c:pt idx="8782">
                  <c:v>6.2596999999999996</c:v>
                </c:pt>
                <c:pt idx="8783">
                  <c:v>6.2600100000000003</c:v>
                </c:pt>
                <c:pt idx="8784">
                  <c:v>6.2603099999999996</c:v>
                </c:pt>
                <c:pt idx="8785">
                  <c:v>6.2606200000000003</c:v>
                </c:pt>
                <c:pt idx="8786">
                  <c:v>6.2609199999999996</c:v>
                </c:pt>
                <c:pt idx="8787">
                  <c:v>6.2612300000000003</c:v>
                </c:pt>
                <c:pt idx="8788">
                  <c:v>6.2615299999999996</c:v>
                </c:pt>
                <c:pt idx="8789">
                  <c:v>6.2618400000000003</c:v>
                </c:pt>
                <c:pt idx="8790">
                  <c:v>6.2621399999999996</c:v>
                </c:pt>
                <c:pt idx="8791">
                  <c:v>6.2624500000000003</c:v>
                </c:pt>
                <c:pt idx="8792">
                  <c:v>6.2627499999999996</c:v>
                </c:pt>
                <c:pt idx="8793">
                  <c:v>6.2630600000000003</c:v>
                </c:pt>
                <c:pt idx="8794">
                  <c:v>6.2633700000000001</c:v>
                </c:pt>
                <c:pt idx="8795">
                  <c:v>6.2636700000000003</c:v>
                </c:pt>
                <c:pt idx="8796">
                  <c:v>6.2639800000000001</c:v>
                </c:pt>
                <c:pt idx="8797">
                  <c:v>6.2642800000000003</c:v>
                </c:pt>
                <c:pt idx="8798">
                  <c:v>6.2645900000000001</c:v>
                </c:pt>
                <c:pt idx="8799">
                  <c:v>6.2648900000000003</c:v>
                </c:pt>
                <c:pt idx="8800">
                  <c:v>6.2652000000000001</c:v>
                </c:pt>
                <c:pt idx="8801">
                  <c:v>6.2655000000000003</c:v>
                </c:pt>
                <c:pt idx="8802">
                  <c:v>6.2658100000000001</c:v>
                </c:pt>
                <c:pt idx="8803">
                  <c:v>6.2661100000000003</c:v>
                </c:pt>
                <c:pt idx="8804">
                  <c:v>6.2664200000000001</c:v>
                </c:pt>
                <c:pt idx="8805">
                  <c:v>6.2667200000000003</c:v>
                </c:pt>
                <c:pt idx="8806">
                  <c:v>6.2670300000000001</c:v>
                </c:pt>
                <c:pt idx="8807">
                  <c:v>6.2673399999999999</c:v>
                </c:pt>
                <c:pt idx="8808">
                  <c:v>6.2676400000000001</c:v>
                </c:pt>
                <c:pt idx="8809">
                  <c:v>6.2679499999999999</c:v>
                </c:pt>
                <c:pt idx="8810">
                  <c:v>6.2682500000000001</c:v>
                </c:pt>
                <c:pt idx="8811">
                  <c:v>6.2685599999999999</c:v>
                </c:pt>
                <c:pt idx="8812">
                  <c:v>6.2688600000000001</c:v>
                </c:pt>
                <c:pt idx="8813">
                  <c:v>6.2691699999999999</c:v>
                </c:pt>
                <c:pt idx="8814">
                  <c:v>6.2694700000000001</c:v>
                </c:pt>
                <c:pt idx="8815">
                  <c:v>6.2697799999999999</c:v>
                </c:pt>
                <c:pt idx="8816">
                  <c:v>6.2700800000000001</c:v>
                </c:pt>
                <c:pt idx="8817">
                  <c:v>6.2703899999999999</c:v>
                </c:pt>
                <c:pt idx="8818">
                  <c:v>6.2706900000000001</c:v>
                </c:pt>
                <c:pt idx="8819">
                  <c:v>6.2709999999999999</c:v>
                </c:pt>
                <c:pt idx="8820">
                  <c:v>6.2713099999999997</c:v>
                </c:pt>
                <c:pt idx="8821">
                  <c:v>6.2716099999999999</c:v>
                </c:pt>
                <c:pt idx="8822">
                  <c:v>6.2719199999999997</c:v>
                </c:pt>
                <c:pt idx="8823">
                  <c:v>6.2722199999999999</c:v>
                </c:pt>
                <c:pt idx="8824">
                  <c:v>6.2725299999999997</c:v>
                </c:pt>
                <c:pt idx="8825">
                  <c:v>6.2728299999999999</c:v>
                </c:pt>
                <c:pt idx="8826">
                  <c:v>6.2731399999999997</c:v>
                </c:pt>
                <c:pt idx="8827">
                  <c:v>6.2734399999999999</c:v>
                </c:pt>
                <c:pt idx="8828">
                  <c:v>6.2737499999999997</c:v>
                </c:pt>
                <c:pt idx="8829">
                  <c:v>6.2740499999999999</c:v>
                </c:pt>
                <c:pt idx="8830">
                  <c:v>6.2743599999999997</c:v>
                </c:pt>
                <c:pt idx="8831">
                  <c:v>6.2746599999999999</c:v>
                </c:pt>
                <c:pt idx="8832">
                  <c:v>6.2749699999999997</c:v>
                </c:pt>
                <c:pt idx="8833">
                  <c:v>6.2752800000000004</c:v>
                </c:pt>
                <c:pt idx="8834">
                  <c:v>6.2755799999999997</c:v>
                </c:pt>
                <c:pt idx="8835">
                  <c:v>6.2758900000000004</c:v>
                </c:pt>
                <c:pt idx="8836">
                  <c:v>6.2761899999999997</c:v>
                </c:pt>
                <c:pt idx="8837">
                  <c:v>6.2765000000000004</c:v>
                </c:pt>
                <c:pt idx="8838">
                  <c:v>6.2767999999999997</c:v>
                </c:pt>
                <c:pt idx="8839">
                  <c:v>6.2771100000000004</c:v>
                </c:pt>
                <c:pt idx="8840">
                  <c:v>6.2774099999999997</c:v>
                </c:pt>
                <c:pt idx="8841">
                  <c:v>6.2777200000000004</c:v>
                </c:pt>
                <c:pt idx="8842">
                  <c:v>6.2780199999999997</c:v>
                </c:pt>
                <c:pt idx="8843">
                  <c:v>6.2783300000000004</c:v>
                </c:pt>
                <c:pt idx="8844">
                  <c:v>6.2786400000000002</c:v>
                </c:pt>
                <c:pt idx="8845">
                  <c:v>6.2789400000000004</c:v>
                </c:pt>
                <c:pt idx="8846">
                  <c:v>6.2792500000000002</c:v>
                </c:pt>
                <c:pt idx="8847">
                  <c:v>6.2795500000000004</c:v>
                </c:pt>
                <c:pt idx="8848">
                  <c:v>6.2798600000000002</c:v>
                </c:pt>
                <c:pt idx="8849">
                  <c:v>6.2801600000000004</c:v>
                </c:pt>
                <c:pt idx="8850">
                  <c:v>6.2804700000000002</c:v>
                </c:pt>
                <c:pt idx="8851">
                  <c:v>6.2807700000000004</c:v>
                </c:pt>
                <c:pt idx="8852">
                  <c:v>6.2810800000000002</c:v>
                </c:pt>
                <c:pt idx="8853">
                  <c:v>6.2813800000000004</c:v>
                </c:pt>
                <c:pt idx="8854">
                  <c:v>6.2816900000000002</c:v>
                </c:pt>
                <c:pt idx="8855">
                  <c:v>6.2819900000000004</c:v>
                </c:pt>
                <c:pt idx="8856">
                  <c:v>6.2823000000000002</c:v>
                </c:pt>
                <c:pt idx="8857">
                  <c:v>6.28261</c:v>
                </c:pt>
                <c:pt idx="8858">
                  <c:v>6.2829100000000002</c:v>
                </c:pt>
                <c:pt idx="8859">
                  <c:v>6.28322</c:v>
                </c:pt>
                <c:pt idx="8860">
                  <c:v>6.2835200000000002</c:v>
                </c:pt>
                <c:pt idx="8861">
                  <c:v>6.28383</c:v>
                </c:pt>
                <c:pt idx="8862">
                  <c:v>6.2841300000000002</c:v>
                </c:pt>
                <c:pt idx="8863">
                  <c:v>6.28444</c:v>
                </c:pt>
                <c:pt idx="8864">
                  <c:v>6.2847400000000002</c:v>
                </c:pt>
                <c:pt idx="8865">
                  <c:v>6.28505</c:v>
                </c:pt>
                <c:pt idx="8866">
                  <c:v>6.2853500000000002</c:v>
                </c:pt>
                <c:pt idx="8867">
                  <c:v>6.28566</c:v>
                </c:pt>
                <c:pt idx="8868">
                  <c:v>6.2859600000000002</c:v>
                </c:pt>
                <c:pt idx="8869">
                  <c:v>6.28627</c:v>
                </c:pt>
                <c:pt idx="8870">
                  <c:v>6.2865799999999998</c:v>
                </c:pt>
                <c:pt idx="8871">
                  <c:v>6.28688</c:v>
                </c:pt>
                <c:pt idx="8872">
                  <c:v>6.2871899999999998</c:v>
                </c:pt>
                <c:pt idx="8873">
                  <c:v>6.28749</c:v>
                </c:pt>
                <c:pt idx="8874">
                  <c:v>6.2877999999999998</c:v>
                </c:pt>
                <c:pt idx="8875">
                  <c:v>6.2881</c:v>
                </c:pt>
                <c:pt idx="8876">
                  <c:v>6.2884099999999998</c:v>
                </c:pt>
                <c:pt idx="8877">
                  <c:v>6.28871</c:v>
                </c:pt>
                <c:pt idx="8878">
                  <c:v>6.2890199999999998</c:v>
                </c:pt>
                <c:pt idx="8879">
                  <c:v>6.28932</c:v>
                </c:pt>
                <c:pt idx="8880">
                  <c:v>6.2896299999999998</c:v>
                </c:pt>
                <c:pt idx="8881">
                  <c:v>6.28993</c:v>
                </c:pt>
                <c:pt idx="8882">
                  <c:v>6.2902399999999998</c:v>
                </c:pt>
                <c:pt idx="8883">
                  <c:v>6.2905499999999996</c:v>
                </c:pt>
                <c:pt idx="8884">
                  <c:v>6.2908499999999998</c:v>
                </c:pt>
                <c:pt idx="8885">
                  <c:v>6.2911599999999996</c:v>
                </c:pt>
                <c:pt idx="8886">
                  <c:v>6.2914599999999998</c:v>
                </c:pt>
                <c:pt idx="8887">
                  <c:v>6.2917699999999996</c:v>
                </c:pt>
                <c:pt idx="8888">
                  <c:v>6.2920699999999998</c:v>
                </c:pt>
                <c:pt idx="8889">
                  <c:v>6.2923799999999996</c:v>
                </c:pt>
                <c:pt idx="8890">
                  <c:v>6.2926799999999998</c:v>
                </c:pt>
                <c:pt idx="8891">
                  <c:v>6.2929899999999996</c:v>
                </c:pt>
                <c:pt idx="8892">
                  <c:v>6.2932899999999998</c:v>
                </c:pt>
                <c:pt idx="8893">
                  <c:v>6.2935999999999996</c:v>
                </c:pt>
                <c:pt idx="8894">
                  <c:v>6.2938999999999998</c:v>
                </c:pt>
                <c:pt idx="8895">
                  <c:v>6.2942099999999996</c:v>
                </c:pt>
                <c:pt idx="8896">
                  <c:v>6.2945200000000003</c:v>
                </c:pt>
                <c:pt idx="8897">
                  <c:v>6.2948199999999996</c:v>
                </c:pt>
                <c:pt idx="8898">
                  <c:v>6.2951300000000003</c:v>
                </c:pt>
                <c:pt idx="8899">
                  <c:v>6.2954299999999996</c:v>
                </c:pt>
                <c:pt idx="8900">
                  <c:v>6.2957400000000003</c:v>
                </c:pt>
                <c:pt idx="8901">
                  <c:v>6.2960399999999996</c:v>
                </c:pt>
                <c:pt idx="8902">
                  <c:v>6.2963500000000003</c:v>
                </c:pt>
                <c:pt idx="8903">
                  <c:v>6.2966499999999996</c:v>
                </c:pt>
                <c:pt idx="8904">
                  <c:v>6.2969600000000003</c:v>
                </c:pt>
                <c:pt idx="8905">
                  <c:v>6.2972599999999996</c:v>
                </c:pt>
                <c:pt idx="8906">
                  <c:v>6.2975700000000003</c:v>
                </c:pt>
                <c:pt idx="8907">
                  <c:v>6.2978800000000001</c:v>
                </c:pt>
                <c:pt idx="8908">
                  <c:v>6.2981800000000003</c:v>
                </c:pt>
                <c:pt idx="8909">
                  <c:v>6.2984900000000001</c:v>
                </c:pt>
                <c:pt idx="8910">
                  <c:v>6.2987900000000003</c:v>
                </c:pt>
                <c:pt idx="8911">
                  <c:v>6.2991000000000001</c:v>
                </c:pt>
                <c:pt idx="8912">
                  <c:v>6.2994000000000003</c:v>
                </c:pt>
                <c:pt idx="8913">
                  <c:v>6.2997100000000001</c:v>
                </c:pt>
                <c:pt idx="8914">
                  <c:v>6.3000100000000003</c:v>
                </c:pt>
                <c:pt idx="8915">
                  <c:v>6.3003200000000001</c:v>
                </c:pt>
                <c:pt idx="8916">
                  <c:v>6.3006200000000003</c:v>
                </c:pt>
                <c:pt idx="8917">
                  <c:v>6.3009300000000001</c:v>
                </c:pt>
                <c:pt idx="8918">
                  <c:v>6.3012300000000003</c:v>
                </c:pt>
                <c:pt idx="8919">
                  <c:v>6.3015400000000001</c:v>
                </c:pt>
                <c:pt idx="8920">
                  <c:v>6.30185</c:v>
                </c:pt>
                <c:pt idx="8921">
                  <c:v>6.3021500000000001</c:v>
                </c:pt>
                <c:pt idx="8922">
                  <c:v>6.30246</c:v>
                </c:pt>
                <c:pt idx="8923">
                  <c:v>6.3027600000000001</c:v>
                </c:pt>
                <c:pt idx="8924">
                  <c:v>6.30307</c:v>
                </c:pt>
                <c:pt idx="8925">
                  <c:v>6.3033700000000001</c:v>
                </c:pt>
                <c:pt idx="8926">
                  <c:v>6.3036799999999999</c:v>
                </c:pt>
                <c:pt idx="8927">
                  <c:v>6.3039800000000001</c:v>
                </c:pt>
                <c:pt idx="8928">
                  <c:v>6.3042899999999999</c:v>
                </c:pt>
                <c:pt idx="8929">
                  <c:v>6.3045900000000001</c:v>
                </c:pt>
                <c:pt idx="8930">
                  <c:v>6.3048999999999999</c:v>
                </c:pt>
                <c:pt idx="8931">
                  <c:v>6.3052000000000001</c:v>
                </c:pt>
                <c:pt idx="8932">
                  <c:v>6.3055099999999999</c:v>
                </c:pt>
                <c:pt idx="8933">
                  <c:v>6.3058199999999998</c:v>
                </c:pt>
                <c:pt idx="8934">
                  <c:v>6.3061199999999999</c:v>
                </c:pt>
                <c:pt idx="8935">
                  <c:v>6.3064299999999998</c:v>
                </c:pt>
                <c:pt idx="8936">
                  <c:v>6.3067299999999999</c:v>
                </c:pt>
                <c:pt idx="8937">
                  <c:v>6.3070399999999998</c:v>
                </c:pt>
                <c:pt idx="8938">
                  <c:v>6.3073399999999999</c:v>
                </c:pt>
                <c:pt idx="8939">
                  <c:v>6.3076499999999998</c:v>
                </c:pt>
                <c:pt idx="8940">
                  <c:v>6.3079499999999999</c:v>
                </c:pt>
                <c:pt idx="8941">
                  <c:v>6.3082599999999998</c:v>
                </c:pt>
                <c:pt idx="8942">
                  <c:v>6.3085599999999999</c:v>
                </c:pt>
                <c:pt idx="8943">
                  <c:v>6.3088699999999998</c:v>
                </c:pt>
                <c:pt idx="8944">
                  <c:v>6.3091699999999999</c:v>
                </c:pt>
                <c:pt idx="8945">
                  <c:v>6.3094799999999998</c:v>
                </c:pt>
                <c:pt idx="8946">
                  <c:v>6.3097899999999996</c:v>
                </c:pt>
                <c:pt idx="8947">
                  <c:v>6.3100899999999998</c:v>
                </c:pt>
                <c:pt idx="8948">
                  <c:v>6.3103999999999996</c:v>
                </c:pt>
                <c:pt idx="8949">
                  <c:v>6.3106999999999998</c:v>
                </c:pt>
                <c:pt idx="8950">
                  <c:v>6.3110099999999996</c:v>
                </c:pt>
                <c:pt idx="8951">
                  <c:v>6.3113099999999998</c:v>
                </c:pt>
                <c:pt idx="8952">
                  <c:v>6.3116199999999996</c:v>
                </c:pt>
                <c:pt idx="8953">
                  <c:v>6.3119199999999998</c:v>
                </c:pt>
                <c:pt idx="8954">
                  <c:v>6.3122299999999996</c:v>
                </c:pt>
                <c:pt idx="8955">
                  <c:v>6.3125299999999998</c:v>
                </c:pt>
                <c:pt idx="8956">
                  <c:v>6.3128399999999996</c:v>
                </c:pt>
                <c:pt idx="8957">
                  <c:v>6.3131500000000003</c:v>
                </c:pt>
                <c:pt idx="8958">
                  <c:v>6.3134499999999996</c:v>
                </c:pt>
                <c:pt idx="8959">
                  <c:v>6.3137600000000003</c:v>
                </c:pt>
                <c:pt idx="8960">
                  <c:v>6.3140599999999996</c:v>
                </c:pt>
                <c:pt idx="8961">
                  <c:v>6.3143700000000003</c:v>
                </c:pt>
                <c:pt idx="8962">
                  <c:v>6.3146699999999996</c:v>
                </c:pt>
                <c:pt idx="8963">
                  <c:v>6.3149800000000003</c:v>
                </c:pt>
                <c:pt idx="8964">
                  <c:v>6.3152799999999996</c:v>
                </c:pt>
                <c:pt idx="8965">
                  <c:v>6.3155900000000003</c:v>
                </c:pt>
                <c:pt idx="8966">
                  <c:v>6.3158899999999996</c:v>
                </c:pt>
                <c:pt idx="8967">
                  <c:v>6.3162000000000003</c:v>
                </c:pt>
                <c:pt idx="8968">
                  <c:v>6.3164999999999996</c:v>
                </c:pt>
                <c:pt idx="8969">
                  <c:v>6.3168100000000003</c:v>
                </c:pt>
                <c:pt idx="8970">
                  <c:v>6.3171200000000001</c:v>
                </c:pt>
                <c:pt idx="8971">
                  <c:v>6.3174200000000003</c:v>
                </c:pt>
                <c:pt idx="8972">
                  <c:v>6.3177300000000001</c:v>
                </c:pt>
                <c:pt idx="8973">
                  <c:v>6.3180300000000003</c:v>
                </c:pt>
                <c:pt idx="8974">
                  <c:v>6.3183400000000001</c:v>
                </c:pt>
                <c:pt idx="8975">
                  <c:v>6.3186400000000003</c:v>
                </c:pt>
                <c:pt idx="8976">
                  <c:v>6.3189500000000001</c:v>
                </c:pt>
                <c:pt idx="8977">
                  <c:v>6.3192500000000003</c:v>
                </c:pt>
                <c:pt idx="8978">
                  <c:v>6.3195600000000001</c:v>
                </c:pt>
                <c:pt idx="8979">
                  <c:v>6.3198600000000003</c:v>
                </c:pt>
                <c:pt idx="8980">
                  <c:v>6.3201700000000001</c:v>
                </c:pt>
                <c:pt idx="8981">
                  <c:v>6.3204700000000003</c:v>
                </c:pt>
                <c:pt idx="8982">
                  <c:v>6.3207800000000001</c:v>
                </c:pt>
                <c:pt idx="8983">
                  <c:v>6.3210899999999999</c:v>
                </c:pt>
                <c:pt idx="8984">
                  <c:v>6.3213900000000001</c:v>
                </c:pt>
                <c:pt idx="8985">
                  <c:v>6.3216999999999999</c:v>
                </c:pt>
                <c:pt idx="8986">
                  <c:v>6.3220000000000001</c:v>
                </c:pt>
                <c:pt idx="8987">
                  <c:v>6.3223099999999999</c:v>
                </c:pt>
                <c:pt idx="8988">
                  <c:v>6.3226100000000001</c:v>
                </c:pt>
                <c:pt idx="8989">
                  <c:v>6.3229199999999999</c:v>
                </c:pt>
                <c:pt idx="8990">
                  <c:v>6.3232200000000001</c:v>
                </c:pt>
                <c:pt idx="8991">
                  <c:v>6.3235299999999999</c:v>
                </c:pt>
                <c:pt idx="8992">
                  <c:v>6.3238300000000001</c:v>
                </c:pt>
                <c:pt idx="8993">
                  <c:v>6.3241399999999999</c:v>
                </c:pt>
                <c:pt idx="8994">
                  <c:v>6.3244400000000001</c:v>
                </c:pt>
                <c:pt idx="8995">
                  <c:v>6.3247499999999999</c:v>
                </c:pt>
                <c:pt idx="8996">
                  <c:v>6.3250599999999997</c:v>
                </c:pt>
                <c:pt idx="8997">
                  <c:v>6.3253599999999999</c:v>
                </c:pt>
                <c:pt idx="8998">
                  <c:v>6.3256699999999997</c:v>
                </c:pt>
                <c:pt idx="8999">
                  <c:v>6.3259699999999999</c:v>
                </c:pt>
                <c:pt idx="9000">
                  <c:v>6.3262799999999997</c:v>
                </c:pt>
                <c:pt idx="9001">
                  <c:v>6.3265799999999999</c:v>
                </c:pt>
                <c:pt idx="9002">
                  <c:v>6.3268899999999997</c:v>
                </c:pt>
                <c:pt idx="9003">
                  <c:v>6.3271899999999999</c:v>
                </c:pt>
                <c:pt idx="9004">
                  <c:v>6.3274999999999997</c:v>
                </c:pt>
                <c:pt idx="9005">
                  <c:v>6.3277999999999999</c:v>
                </c:pt>
                <c:pt idx="9006">
                  <c:v>6.3281099999999997</c:v>
                </c:pt>
                <c:pt idx="9007">
                  <c:v>6.3284099999999999</c:v>
                </c:pt>
                <c:pt idx="9008">
                  <c:v>6.3287199999999997</c:v>
                </c:pt>
                <c:pt idx="9009">
                  <c:v>6.3290300000000004</c:v>
                </c:pt>
                <c:pt idx="9010">
                  <c:v>6.3293299999999997</c:v>
                </c:pt>
                <c:pt idx="9011">
                  <c:v>6.3296400000000004</c:v>
                </c:pt>
                <c:pt idx="9012">
                  <c:v>6.3299399999999997</c:v>
                </c:pt>
                <c:pt idx="9013">
                  <c:v>6.3302500000000004</c:v>
                </c:pt>
                <c:pt idx="9014">
                  <c:v>6.3305499999999997</c:v>
                </c:pt>
                <c:pt idx="9015">
                  <c:v>6.3308600000000004</c:v>
                </c:pt>
                <c:pt idx="9016">
                  <c:v>6.3311599999999997</c:v>
                </c:pt>
                <c:pt idx="9017">
                  <c:v>6.3314700000000004</c:v>
                </c:pt>
                <c:pt idx="9018">
                  <c:v>6.3317699999999997</c:v>
                </c:pt>
                <c:pt idx="9019">
                  <c:v>6.3320800000000004</c:v>
                </c:pt>
                <c:pt idx="9020">
                  <c:v>6.3323900000000002</c:v>
                </c:pt>
                <c:pt idx="9021">
                  <c:v>6.3326900000000004</c:v>
                </c:pt>
                <c:pt idx="9022">
                  <c:v>6.3330000000000002</c:v>
                </c:pt>
                <c:pt idx="9023">
                  <c:v>6.3333000000000004</c:v>
                </c:pt>
                <c:pt idx="9024">
                  <c:v>6.3336100000000002</c:v>
                </c:pt>
                <c:pt idx="9025">
                  <c:v>6.3339100000000004</c:v>
                </c:pt>
                <c:pt idx="9026">
                  <c:v>6.3342200000000002</c:v>
                </c:pt>
                <c:pt idx="9027">
                  <c:v>6.3345200000000004</c:v>
                </c:pt>
                <c:pt idx="9028">
                  <c:v>6.3348300000000002</c:v>
                </c:pt>
                <c:pt idx="9029">
                  <c:v>6.3351300000000004</c:v>
                </c:pt>
                <c:pt idx="9030">
                  <c:v>6.3354400000000002</c:v>
                </c:pt>
                <c:pt idx="9031">
                  <c:v>6.3357400000000004</c:v>
                </c:pt>
                <c:pt idx="9032">
                  <c:v>6.3360500000000002</c:v>
                </c:pt>
                <c:pt idx="9033">
                  <c:v>6.33636</c:v>
                </c:pt>
                <c:pt idx="9034">
                  <c:v>6.3366600000000002</c:v>
                </c:pt>
                <c:pt idx="9035">
                  <c:v>6.33697</c:v>
                </c:pt>
                <c:pt idx="9036">
                  <c:v>6.3372700000000002</c:v>
                </c:pt>
                <c:pt idx="9037">
                  <c:v>6.33758</c:v>
                </c:pt>
                <c:pt idx="9038">
                  <c:v>6.3378800000000002</c:v>
                </c:pt>
                <c:pt idx="9039">
                  <c:v>6.33819</c:v>
                </c:pt>
                <c:pt idx="9040">
                  <c:v>6.3384900000000002</c:v>
                </c:pt>
                <c:pt idx="9041">
                  <c:v>6.3388</c:v>
                </c:pt>
                <c:pt idx="9042">
                  <c:v>6.3391000000000002</c:v>
                </c:pt>
                <c:pt idx="9043">
                  <c:v>6.33941</c:v>
                </c:pt>
                <c:pt idx="9044">
                  <c:v>6.3397100000000002</c:v>
                </c:pt>
                <c:pt idx="9045">
                  <c:v>6.34002</c:v>
                </c:pt>
                <c:pt idx="9046">
                  <c:v>6.3403299999999998</c:v>
                </c:pt>
                <c:pt idx="9047">
                  <c:v>6.34063</c:v>
                </c:pt>
                <c:pt idx="9048">
                  <c:v>6.3409399999999998</c:v>
                </c:pt>
                <c:pt idx="9049">
                  <c:v>6.34124</c:v>
                </c:pt>
                <c:pt idx="9050">
                  <c:v>6.3415499999999998</c:v>
                </c:pt>
                <c:pt idx="9051">
                  <c:v>6.34185</c:v>
                </c:pt>
                <c:pt idx="9052">
                  <c:v>6.3421599999999998</c:v>
                </c:pt>
                <c:pt idx="9053">
                  <c:v>6.34246</c:v>
                </c:pt>
                <c:pt idx="9054">
                  <c:v>6.3427699999999998</c:v>
                </c:pt>
                <c:pt idx="9055">
                  <c:v>6.34307</c:v>
                </c:pt>
                <c:pt idx="9056">
                  <c:v>6.3433799999999998</c:v>
                </c:pt>
                <c:pt idx="9057">
                  <c:v>6.34368</c:v>
                </c:pt>
                <c:pt idx="9058">
                  <c:v>6.3439899999999998</c:v>
                </c:pt>
                <c:pt idx="9059">
                  <c:v>6.3442999999999996</c:v>
                </c:pt>
                <c:pt idx="9060">
                  <c:v>6.3445999999999998</c:v>
                </c:pt>
                <c:pt idx="9061">
                  <c:v>6.3449099999999996</c:v>
                </c:pt>
                <c:pt idx="9062">
                  <c:v>6.3452099999999998</c:v>
                </c:pt>
                <c:pt idx="9063">
                  <c:v>6.3455199999999996</c:v>
                </c:pt>
                <c:pt idx="9064">
                  <c:v>6.3458199999999998</c:v>
                </c:pt>
                <c:pt idx="9065">
                  <c:v>6.3461299999999996</c:v>
                </c:pt>
                <c:pt idx="9066">
                  <c:v>6.3464299999999998</c:v>
                </c:pt>
                <c:pt idx="9067">
                  <c:v>6.3467399999999996</c:v>
                </c:pt>
                <c:pt idx="9068">
                  <c:v>6.3470399999999998</c:v>
                </c:pt>
                <c:pt idx="9069">
                  <c:v>6.3473499999999996</c:v>
                </c:pt>
                <c:pt idx="9070">
                  <c:v>6.3476499999999998</c:v>
                </c:pt>
                <c:pt idx="9071">
                  <c:v>6.3479599999999996</c:v>
                </c:pt>
                <c:pt idx="9072">
                  <c:v>6.3482700000000003</c:v>
                </c:pt>
                <c:pt idx="9073">
                  <c:v>6.3485699999999996</c:v>
                </c:pt>
                <c:pt idx="9074">
                  <c:v>6.3488800000000003</c:v>
                </c:pt>
                <c:pt idx="9075">
                  <c:v>6.3491799999999996</c:v>
                </c:pt>
                <c:pt idx="9076">
                  <c:v>6.3494900000000003</c:v>
                </c:pt>
                <c:pt idx="9077">
                  <c:v>6.3497899999999996</c:v>
                </c:pt>
                <c:pt idx="9078">
                  <c:v>6.3501000000000003</c:v>
                </c:pt>
                <c:pt idx="9079">
                  <c:v>6.3503999999999996</c:v>
                </c:pt>
                <c:pt idx="9080">
                  <c:v>6.3507100000000003</c:v>
                </c:pt>
                <c:pt idx="9081">
                  <c:v>6.3510099999999996</c:v>
                </c:pt>
                <c:pt idx="9082">
                  <c:v>6.3513200000000003</c:v>
                </c:pt>
                <c:pt idx="9083">
                  <c:v>6.3516300000000001</c:v>
                </c:pt>
                <c:pt idx="9084">
                  <c:v>6.3519300000000003</c:v>
                </c:pt>
                <c:pt idx="9085">
                  <c:v>6.3522400000000001</c:v>
                </c:pt>
                <c:pt idx="9086">
                  <c:v>6.3525400000000003</c:v>
                </c:pt>
                <c:pt idx="9087">
                  <c:v>6.3528500000000001</c:v>
                </c:pt>
                <c:pt idx="9088">
                  <c:v>6.3531500000000003</c:v>
                </c:pt>
                <c:pt idx="9089">
                  <c:v>6.3534600000000001</c:v>
                </c:pt>
                <c:pt idx="9090">
                  <c:v>6.3537600000000003</c:v>
                </c:pt>
                <c:pt idx="9091">
                  <c:v>6.3540700000000001</c:v>
                </c:pt>
                <c:pt idx="9092">
                  <c:v>6.3543700000000003</c:v>
                </c:pt>
                <c:pt idx="9093">
                  <c:v>6.3546800000000001</c:v>
                </c:pt>
                <c:pt idx="9094">
                  <c:v>6.3549800000000003</c:v>
                </c:pt>
                <c:pt idx="9095">
                  <c:v>6.3552900000000001</c:v>
                </c:pt>
                <c:pt idx="9096">
                  <c:v>6.3555999999999999</c:v>
                </c:pt>
                <c:pt idx="9097">
                  <c:v>6.3559000000000001</c:v>
                </c:pt>
                <c:pt idx="9098">
                  <c:v>6.3562099999999999</c:v>
                </c:pt>
                <c:pt idx="9099">
                  <c:v>6.3565100000000001</c:v>
                </c:pt>
                <c:pt idx="9100">
                  <c:v>6.3568199999999999</c:v>
                </c:pt>
                <c:pt idx="9101">
                  <c:v>6.3571200000000001</c:v>
                </c:pt>
                <c:pt idx="9102">
                  <c:v>6.3574299999999999</c:v>
                </c:pt>
                <c:pt idx="9103">
                  <c:v>6.3577300000000001</c:v>
                </c:pt>
                <c:pt idx="9104">
                  <c:v>6.3580399999999999</c:v>
                </c:pt>
                <c:pt idx="9105">
                  <c:v>6.3583400000000001</c:v>
                </c:pt>
                <c:pt idx="9106">
                  <c:v>6.3586499999999999</c:v>
                </c:pt>
                <c:pt idx="9107">
                  <c:v>6.3589500000000001</c:v>
                </c:pt>
                <c:pt idx="9108">
                  <c:v>6.3592599999999999</c:v>
                </c:pt>
                <c:pt idx="9109">
                  <c:v>6.3595699999999997</c:v>
                </c:pt>
                <c:pt idx="9110">
                  <c:v>6.3598699999999999</c:v>
                </c:pt>
                <c:pt idx="9111">
                  <c:v>6.3601799999999997</c:v>
                </c:pt>
                <c:pt idx="9112">
                  <c:v>6.3604799999999999</c:v>
                </c:pt>
                <c:pt idx="9113">
                  <c:v>6.3607899999999997</c:v>
                </c:pt>
                <c:pt idx="9114">
                  <c:v>6.3610899999999999</c:v>
                </c:pt>
                <c:pt idx="9115">
                  <c:v>6.3613999999999997</c:v>
                </c:pt>
                <c:pt idx="9116">
                  <c:v>6.3616999999999999</c:v>
                </c:pt>
                <c:pt idx="9117">
                  <c:v>6.3620099999999997</c:v>
                </c:pt>
                <c:pt idx="9118">
                  <c:v>6.3623099999999999</c:v>
                </c:pt>
                <c:pt idx="9119">
                  <c:v>6.3626199999999997</c:v>
                </c:pt>
                <c:pt idx="9120">
                  <c:v>6.3629199999999999</c:v>
                </c:pt>
                <c:pt idx="9121">
                  <c:v>6.3632299999999997</c:v>
                </c:pt>
                <c:pt idx="9122">
                  <c:v>6.3635400000000004</c:v>
                </c:pt>
                <c:pt idx="9123">
                  <c:v>6.3638399999999997</c:v>
                </c:pt>
                <c:pt idx="9124">
                  <c:v>6.3641500000000004</c:v>
                </c:pt>
                <c:pt idx="9125">
                  <c:v>6.3644499999999997</c:v>
                </c:pt>
                <c:pt idx="9126">
                  <c:v>6.3647600000000004</c:v>
                </c:pt>
                <c:pt idx="9127">
                  <c:v>6.3650599999999997</c:v>
                </c:pt>
                <c:pt idx="9128">
                  <c:v>6.3653700000000004</c:v>
                </c:pt>
                <c:pt idx="9129">
                  <c:v>6.3656699999999997</c:v>
                </c:pt>
                <c:pt idx="9130">
                  <c:v>6.3659800000000004</c:v>
                </c:pt>
                <c:pt idx="9131">
                  <c:v>6.3662799999999997</c:v>
                </c:pt>
                <c:pt idx="9132">
                  <c:v>6.3665900000000004</c:v>
                </c:pt>
                <c:pt idx="9133">
                  <c:v>6.3669000000000002</c:v>
                </c:pt>
                <c:pt idx="9134">
                  <c:v>6.3672000000000004</c:v>
                </c:pt>
                <c:pt idx="9135">
                  <c:v>6.3675100000000002</c:v>
                </c:pt>
                <c:pt idx="9136">
                  <c:v>6.3678100000000004</c:v>
                </c:pt>
                <c:pt idx="9137">
                  <c:v>6.3681200000000002</c:v>
                </c:pt>
                <c:pt idx="9138">
                  <c:v>6.3684200000000004</c:v>
                </c:pt>
                <c:pt idx="9139">
                  <c:v>6.3687300000000002</c:v>
                </c:pt>
                <c:pt idx="9140">
                  <c:v>6.3690300000000004</c:v>
                </c:pt>
                <c:pt idx="9141">
                  <c:v>6.3693400000000002</c:v>
                </c:pt>
                <c:pt idx="9142">
                  <c:v>6.3696400000000004</c:v>
                </c:pt>
                <c:pt idx="9143">
                  <c:v>6.3699500000000002</c:v>
                </c:pt>
                <c:pt idx="9144">
                  <c:v>6.3702500000000004</c:v>
                </c:pt>
                <c:pt idx="9145">
                  <c:v>6.3705600000000002</c:v>
                </c:pt>
                <c:pt idx="9146">
                  <c:v>6.37087</c:v>
                </c:pt>
                <c:pt idx="9147">
                  <c:v>6.3711700000000002</c:v>
                </c:pt>
                <c:pt idx="9148">
                  <c:v>6.37148</c:v>
                </c:pt>
                <c:pt idx="9149">
                  <c:v>6.3717800000000002</c:v>
                </c:pt>
                <c:pt idx="9150">
                  <c:v>6.37209</c:v>
                </c:pt>
                <c:pt idx="9151">
                  <c:v>6.3723900000000002</c:v>
                </c:pt>
                <c:pt idx="9152">
                  <c:v>6.3727</c:v>
                </c:pt>
                <c:pt idx="9153">
                  <c:v>6.3730000000000002</c:v>
                </c:pt>
                <c:pt idx="9154">
                  <c:v>6.37331</c:v>
                </c:pt>
                <c:pt idx="9155">
                  <c:v>6.3736100000000002</c:v>
                </c:pt>
                <c:pt idx="9156">
                  <c:v>6.37392</c:v>
                </c:pt>
                <c:pt idx="9157">
                  <c:v>6.3742200000000002</c:v>
                </c:pt>
                <c:pt idx="9158">
                  <c:v>6.37453</c:v>
                </c:pt>
                <c:pt idx="9159">
                  <c:v>6.3748399999999998</c:v>
                </c:pt>
                <c:pt idx="9160">
                  <c:v>6.37514</c:v>
                </c:pt>
                <c:pt idx="9161">
                  <c:v>6.3754499999999998</c:v>
                </c:pt>
                <c:pt idx="9162">
                  <c:v>6.37575</c:v>
                </c:pt>
                <c:pt idx="9163">
                  <c:v>6.3760599999999998</c:v>
                </c:pt>
                <c:pt idx="9164">
                  <c:v>6.37636</c:v>
                </c:pt>
                <c:pt idx="9165">
                  <c:v>6.3766699999999998</c:v>
                </c:pt>
                <c:pt idx="9166">
                  <c:v>6.37697</c:v>
                </c:pt>
                <c:pt idx="9167">
                  <c:v>6.3772799999999998</c:v>
                </c:pt>
                <c:pt idx="9168">
                  <c:v>6.37758</c:v>
                </c:pt>
                <c:pt idx="9169">
                  <c:v>6.3778899999999998</c:v>
                </c:pt>
                <c:pt idx="9170">
                  <c:v>6.37819</c:v>
                </c:pt>
                <c:pt idx="9171">
                  <c:v>6.3784999999999998</c:v>
                </c:pt>
                <c:pt idx="9172">
                  <c:v>6.3788099999999996</c:v>
                </c:pt>
                <c:pt idx="9173">
                  <c:v>6.3791099999999998</c:v>
                </c:pt>
                <c:pt idx="9174">
                  <c:v>6.3794199999999996</c:v>
                </c:pt>
                <c:pt idx="9175">
                  <c:v>6.3797199999999998</c:v>
                </c:pt>
                <c:pt idx="9176">
                  <c:v>6.3800299999999996</c:v>
                </c:pt>
                <c:pt idx="9177">
                  <c:v>6.3803299999999998</c:v>
                </c:pt>
                <c:pt idx="9178">
                  <c:v>6.3806399999999996</c:v>
                </c:pt>
                <c:pt idx="9179">
                  <c:v>6.3809399999999998</c:v>
                </c:pt>
                <c:pt idx="9180">
                  <c:v>6.3812499999999996</c:v>
                </c:pt>
                <c:pt idx="9181">
                  <c:v>6.3815499999999998</c:v>
                </c:pt>
                <c:pt idx="9182">
                  <c:v>6.3818599999999996</c:v>
                </c:pt>
                <c:pt idx="9183">
                  <c:v>6.3821599999999998</c:v>
                </c:pt>
                <c:pt idx="9184">
                  <c:v>6.3824699999999996</c:v>
                </c:pt>
                <c:pt idx="9185">
                  <c:v>6.3827800000000003</c:v>
                </c:pt>
                <c:pt idx="9186">
                  <c:v>6.3830799999999996</c:v>
                </c:pt>
                <c:pt idx="9187">
                  <c:v>6.3833900000000003</c:v>
                </c:pt>
                <c:pt idx="9188">
                  <c:v>6.3836899999999996</c:v>
                </c:pt>
                <c:pt idx="9189">
                  <c:v>6.3840000000000003</c:v>
                </c:pt>
                <c:pt idx="9190">
                  <c:v>6.3842999999999996</c:v>
                </c:pt>
                <c:pt idx="9191">
                  <c:v>6.3846100000000003</c:v>
                </c:pt>
                <c:pt idx="9192">
                  <c:v>6.3849099999999996</c:v>
                </c:pt>
                <c:pt idx="9193">
                  <c:v>6.3852200000000003</c:v>
                </c:pt>
                <c:pt idx="9194">
                  <c:v>6.3855199999999996</c:v>
                </c:pt>
                <c:pt idx="9195">
                  <c:v>6.3858300000000003</c:v>
                </c:pt>
                <c:pt idx="9196">
                  <c:v>6.3861400000000001</c:v>
                </c:pt>
                <c:pt idx="9197">
                  <c:v>6.3864400000000003</c:v>
                </c:pt>
                <c:pt idx="9198">
                  <c:v>6.3867500000000001</c:v>
                </c:pt>
                <c:pt idx="9199">
                  <c:v>6.3870500000000003</c:v>
                </c:pt>
                <c:pt idx="9200">
                  <c:v>6.3873600000000001</c:v>
                </c:pt>
                <c:pt idx="9201">
                  <c:v>6.3876600000000003</c:v>
                </c:pt>
                <c:pt idx="9202">
                  <c:v>6.3879700000000001</c:v>
                </c:pt>
                <c:pt idx="9203">
                  <c:v>6.3882700000000003</c:v>
                </c:pt>
                <c:pt idx="9204">
                  <c:v>6.3885800000000001</c:v>
                </c:pt>
                <c:pt idx="9205">
                  <c:v>6.3888800000000003</c:v>
                </c:pt>
                <c:pt idx="9206">
                  <c:v>6.3891900000000001</c:v>
                </c:pt>
                <c:pt idx="9207">
                  <c:v>6.3894900000000003</c:v>
                </c:pt>
                <c:pt idx="9208">
                  <c:v>6.3898000000000001</c:v>
                </c:pt>
                <c:pt idx="9209">
                  <c:v>6.39011</c:v>
                </c:pt>
                <c:pt idx="9210">
                  <c:v>6.3904100000000001</c:v>
                </c:pt>
                <c:pt idx="9211">
                  <c:v>6.39072</c:v>
                </c:pt>
                <c:pt idx="9212">
                  <c:v>6.3910200000000001</c:v>
                </c:pt>
                <c:pt idx="9213">
                  <c:v>6.39133</c:v>
                </c:pt>
                <c:pt idx="9214">
                  <c:v>6.3916300000000001</c:v>
                </c:pt>
                <c:pt idx="9215">
                  <c:v>6.39194</c:v>
                </c:pt>
                <c:pt idx="9216">
                  <c:v>6.3922400000000001</c:v>
                </c:pt>
                <c:pt idx="9217">
                  <c:v>6.39255</c:v>
                </c:pt>
                <c:pt idx="9218">
                  <c:v>6.3928500000000001</c:v>
                </c:pt>
                <c:pt idx="9219">
                  <c:v>6.39316</c:v>
                </c:pt>
                <c:pt idx="9220">
                  <c:v>6.3934600000000001</c:v>
                </c:pt>
                <c:pt idx="9221">
                  <c:v>6.39377</c:v>
                </c:pt>
                <c:pt idx="9222">
                  <c:v>6.3940799999999998</c:v>
                </c:pt>
                <c:pt idx="9223">
                  <c:v>6.39438</c:v>
                </c:pt>
                <c:pt idx="9224">
                  <c:v>6.3946899999999998</c:v>
                </c:pt>
                <c:pt idx="9225">
                  <c:v>6.39499</c:v>
                </c:pt>
                <c:pt idx="9226">
                  <c:v>6.3952999999999998</c:v>
                </c:pt>
                <c:pt idx="9227">
                  <c:v>6.3956</c:v>
                </c:pt>
                <c:pt idx="9228">
                  <c:v>6.3959099999999998</c:v>
                </c:pt>
                <c:pt idx="9229">
                  <c:v>6.39621</c:v>
                </c:pt>
                <c:pt idx="9230">
                  <c:v>6.3965199999999998</c:v>
                </c:pt>
                <c:pt idx="9231">
                  <c:v>6.39682</c:v>
                </c:pt>
                <c:pt idx="9232">
                  <c:v>6.3971299999999998</c:v>
                </c:pt>
                <c:pt idx="9233">
                  <c:v>6.3974299999999999</c:v>
                </c:pt>
                <c:pt idx="9234">
                  <c:v>6.3977399999999998</c:v>
                </c:pt>
                <c:pt idx="9235">
                  <c:v>6.3980499999999996</c:v>
                </c:pt>
                <c:pt idx="9236">
                  <c:v>6.3983499999999998</c:v>
                </c:pt>
                <c:pt idx="9237">
                  <c:v>6.3986599999999996</c:v>
                </c:pt>
                <c:pt idx="9238">
                  <c:v>6.3989599999999998</c:v>
                </c:pt>
                <c:pt idx="9239">
                  <c:v>6.3992699999999996</c:v>
                </c:pt>
                <c:pt idx="9240">
                  <c:v>6.3995699999999998</c:v>
                </c:pt>
                <c:pt idx="9241">
                  <c:v>6.3998799999999996</c:v>
                </c:pt>
                <c:pt idx="9242">
                  <c:v>6.4001799999999998</c:v>
                </c:pt>
                <c:pt idx="9243">
                  <c:v>6.4004899999999996</c:v>
                </c:pt>
                <c:pt idx="9244">
                  <c:v>6.4007899999999998</c:v>
                </c:pt>
                <c:pt idx="9245">
                  <c:v>6.4010999999999996</c:v>
                </c:pt>
                <c:pt idx="9246">
                  <c:v>6.4013999999999998</c:v>
                </c:pt>
                <c:pt idx="9247">
                  <c:v>6.4017099999999996</c:v>
                </c:pt>
                <c:pt idx="9248">
                  <c:v>6.4020200000000003</c:v>
                </c:pt>
                <c:pt idx="9249">
                  <c:v>6.4023199999999996</c:v>
                </c:pt>
                <c:pt idx="9250">
                  <c:v>6.4026300000000003</c:v>
                </c:pt>
                <c:pt idx="9251">
                  <c:v>6.4029299999999996</c:v>
                </c:pt>
                <c:pt idx="9252">
                  <c:v>6.4032400000000003</c:v>
                </c:pt>
                <c:pt idx="9253">
                  <c:v>6.4035399999999996</c:v>
                </c:pt>
                <c:pt idx="9254">
                  <c:v>6.4038500000000003</c:v>
                </c:pt>
                <c:pt idx="9255">
                  <c:v>6.4041499999999996</c:v>
                </c:pt>
                <c:pt idx="9256">
                  <c:v>6.4044600000000003</c:v>
                </c:pt>
                <c:pt idx="9257">
                  <c:v>6.4047599999999996</c:v>
                </c:pt>
                <c:pt idx="9258">
                  <c:v>6.4050700000000003</c:v>
                </c:pt>
                <c:pt idx="9259">
                  <c:v>6.4053800000000001</c:v>
                </c:pt>
                <c:pt idx="9260">
                  <c:v>6.4056800000000003</c:v>
                </c:pt>
                <c:pt idx="9261">
                  <c:v>6.4059900000000001</c:v>
                </c:pt>
                <c:pt idx="9262">
                  <c:v>6.4062900000000003</c:v>
                </c:pt>
                <c:pt idx="9263">
                  <c:v>6.4066000000000001</c:v>
                </c:pt>
                <c:pt idx="9264">
                  <c:v>6.4069000000000003</c:v>
                </c:pt>
                <c:pt idx="9265">
                  <c:v>6.4072100000000001</c:v>
                </c:pt>
                <c:pt idx="9266">
                  <c:v>6.4075100000000003</c:v>
                </c:pt>
                <c:pt idx="9267">
                  <c:v>6.4078200000000001</c:v>
                </c:pt>
                <c:pt idx="9268">
                  <c:v>6.4081200000000003</c:v>
                </c:pt>
                <c:pt idx="9269">
                  <c:v>6.4084300000000001</c:v>
                </c:pt>
                <c:pt idx="9270">
                  <c:v>6.4087300000000003</c:v>
                </c:pt>
                <c:pt idx="9271">
                  <c:v>6.4090400000000001</c:v>
                </c:pt>
                <c:pt idx="9272">
                  <c:v>6.4093499999999999</c:v>
                </c:pt>
                <c:pt idx="9273">
                  <c:v>6.4096500000000001</c:v>
                </c:pt>
                <c:pt idx="9274">
                  <c:v>6.4099599999999999</c:v>
                </c:pt>
                <c:pt idx="9275">
                  <c:v>6.4102600000000001</c:v>
                </c:pt>
                <c:pt idx="9276">
                  <c:v>6.4105699999999999</c:v>
                </c:pt>
                <c:pt idx="9277">
                  <c:v>6.4108700000000001</c:v>
                </c:pt>
                <c:pt idx="9278">
                  <c:v>6.4111799999999999</c:v>
                </c:pt>
                <c:pt idx="9279">
                  <c:v>6.4114800000000001</c:v>
                </c:pt>
                <c:pt idx="9280">
                  <c:v>6.4117899999999999</c:v>
                </c:pt>
                <c:pt idx="9281">
                  <c:v>6.4120900000000001</c:v>
                </c:pt>
                <c:pt idx="9282">
                  <c:v>6.4123999999999999</c:v>
                </c:pt>
                <c:pt idx="9283">
                  <c:v>6.4127000000000001</c:v>
                </c:pt>
                <c:pt idx="9284">
                  <c:v>6.4130099999999999</c:v>
                </c:pt>
                <c:pt idx="9285">
                  <c:v>6.4133199999999997</c:v>
                </c:pt>
                <c:pt idx="9286">
                  <c:v>6.4136199999999999</c:v>
                </c:pt>
                <c:pt idx="9287">
                  <c:v>6.4139299999999997</c:v>
                </c:pt>
                <c:pt idx="9288">
                  <c:v>6.4142299999999999</c:v>
                </c:pt>
                <c:pt idx="9289">
                  <c:v>6.4145399999999997</c:v>
                </c:pt>
                <c:pt idx="9290">
                  <c:v>6.4148399999999999</c:v>
                </c:pt>
                <c:pt idx="9291">
                  <c:v>6.4151499999999997</c:v>
                </c:pt>
                <c:pt idx="9292">
                  <c:v>6.4154499999999999</c:v>
                </c:pt>
                <c:pt idx="9293">
                  <c:v>6.4157599999999997</c:v>
                </c:pt>
                <c:pt idx="9294">
                  <c:v>6.4160599999999999</c:v>
                </c:pt>
                <c:pt idx="9295">
                  <c:v>6.4163699999999997</c:v>
                </c:pt>
                <c:pt idx="9296">
                  <c:v>6.4166699999999999</c:v>
                </c:pt>
                <c:pt idx="9297">
                  <c:v>6.4169799999999997</c:v>
                </c:pt>
                <c:pt idx="9298">
                  <c:v>6.4172900000000004</c:v>
                </c:pt>
                <c:pt idx="9299">
                  <c:v>6.4175899999999997</c:v>
                </c:pt>
                <c:pt idx="9300">
                  <c:v>6.4179000000000004</c:v>
                </c:pt>
                <c:pt idx="9301">
                  <c:v>6.4181999999999997</c:v>
                </c:pt>
                <c:pt idx="9302">
                  <c:v>6.4185100000000004</c:v>
                </c:pt>
                <c:pt idx="9303">
                  <c:v>6.4188099999999997</c:v>
                </c:pt>
                <c:pt idx="9304">
                  <c:v>6.4191200000000004</c:v>
                </c:pt>
                <c:pt idx="9305">
                  <c:v>6.4194199999999997</c:v>
                </c:pt>
                <c:pt idx="9306">
                  <c:v>6.4197300000000004</c:v>
                </c:pt>
                <c:pt idx="9307">
                  <c:v>6.4200299999999997</c:v>
                </c:pt>
                <c:pt idx="9308">
                  <c:v>6.4203400000000004</c:v>
                </c:pt>
                <c:pt idx="9309">
                  <c:v>6.4206500000000002</c:v>
                </c:pt>
                <c:pt idx="9310">
                  <c:v>6.4209500000000004</c:v>
                </c:pt>
                <c:pt idx="9311">
                  <c:v>6.4212600000000002</c:v>
                </c:pt>
                <c:pt idx="9312">
                  <c:v>6.4215600000000004</c:v>
                </c:pt>
                <c:pt idx="9313">
                  <c:v>6.4218700000000002</c:v>
                </c:pt>
                <c:pt idx="9314">
                  <c:v>6.4221700000000004</c:v>
                </c:pt>
                <c:pt idx="9315">
                  <c:v>6.4224800000000002</c:v>
                </c:pt>
                <c:pt idx="9316">
                  <c:v>6.4227800000000004</c:v>
                </c:pt>
                <c:pt idx="9317">
                  <c:v>6.4230900000000002</c:v>
                </c:pt>
                <c:pt idx="9318">
                  <c:v>6.4233900000000004</c:v>
                </c:pt>
                <c:pt idx="9319">
                  <c:v>6.4237000000000002</c:v>
                </c:pt>
                <c:pt idx="9320">
                  <c:v>6.4240000000000004</c:v>
                </c:pt>
                <c:pt idx="9321">
                  <c:v>6.4243100000000002</c:v>
                </c:pt>
                <c:pt idx="9322">
                  <c:v>6.42462</c:v>
                </c:pt>
                <c:pt idx="9323">
                  <c:v>6.4249200000000002</c:v>
                </c:pt>
                <c:pt idx="9324">
                  <c:v>6.42523</c:v>
                </c:pt>
                <c:pt idx="9325">
                  <c:v>6.4255300000000002</c:v>
                </c:pt>
                <c:pt idx="9326">
                  <c:v>6.42584</c:v>
                </c:pt>
                <c:pt idx="9327">
                  <c:v>6.4261400000000002</c:v>
                </c:pt>
                <c:pt idx="9328">
                  <c:v>6.42645</c:v>
                </c:pt>
                <c:pt idx="9329">
                  <c:v>6.4267500000000002</c:v>
                </c:pt>
                <c:pt idx="9330">
                  <c:v>6.42706</c:v>
                </c:pt>
                <c:pt idx="9331">
                  <c:v>6.4273600000000002</c:v>
                </c:pt>
                <c:pt idx="9332">
                  <c:v>6.42767</c:v>
                </c:pt>
                <c:pt idx="9333">
                  <c:v>6.4279700000000002</c:v>
                </c:pt>
                <c:pt idx="9334">
                  <c:v>6.42828</c:v>
                </c:pt>
                <c:pt idx="9335">
                  <c:v>6.4285899999999998</c:v>
                </c:pt>
                <c:pt idx="9336">
                  <c:v>6.42889</c:v>
                </c:pt>
                <c:pt idx="9337">
                  <c:v>6.4291999999999998</c:v>
                </c:pt>
                <c:pt idx="9338">
                  <c:v>6.4295</c:v>
                </c:pt>
                <c:pt idx="9339">
                  <c:v>6.4298099999999998</c:v>
                </c:pt>
                <c:pt idx="9340">
                  <c:v>6.43011</c:v>
                </c:pt>
                <c:pt idx="9341">
                  <c:v>6.4304199999999998</c:v>
                </c:pt>
                <c:pt idx="9342">
                  <c:v>6.43072</c:v>
                </c:pt>
                <c:pt idx="9343">
                  <c:v>6.4310299999999998</c:v>
                </c:pt>
                <c:pt idx="9344">
                  <c:v>6.43133</c:v>
                </c:pt>
                <c:pt idx="9345">
                  <c:v>6.4316399999999998</c:v>
                </c:pt>
                <c:pt idx="9346">
                  <c:v>6.43194</c:v>
                </c:pt>
                <c:pt idx="9347">
                  <c:v>6.4322499999999998</c:v>
                </c:pt>
                <c:pt idx="9348">
                  <c:v>6.4325599999999996</c:v>
                </c:pt>
                <c:pt idx="9349">
                  <c:v>6.4328599999999998</c:v>
                </c:pt>
                <c:pt idx="9350">
                  <c:v>6.4331699999999996</c:v>
                </c:pt>
                <c:pt idx="9351">
                  <c:v>6.4334699999999998</c:v>
                </c:pt>
                <c:pt idx="9352">
                  <c:v>6.4337799999999996</c:v>
                </c:pt>
                <c:pt idx="9353">
                  <c:v>6.4340799999999998</c:v>
                </c:pt>
                <c:pt idx="9354">
                  <c:v>6.4343899999999996</c:v>
                </c:pt>
                <c:pt idx="9355">
                  <c:v>6.4346899999999998</c:v>
                </c:pt>
                <c:pt idx="9356">
                  <c:v>6.4349999999999996</c:v>
                </c:pt>
                <c:pt idx="9357">
                  <c:v>6.4352999999999998</c:v>
                </c:pt>
                <c:pt idx="9358">
                  <c:v>6.4356099999999996</c:v>
                </c:pt>
                <c:pt idx="9359">
                  <c:v>6.4359099999999998</c:v>
                </c:pt>
                <c:pt idx="9360">
                  <c:v>6.4362199999999996</c:v>
                </c:pt>
                <c:pt idx="9361">
                  <c:v>6.4365300000000003</c:v>
                </c:pt>
                <c:pt idx="9362">
                  <c:v>6.4368299999999996</c:v>
                </c:pt>
                <c:pt idx="9363">
                  <c:v>6.4371400000000003</c:v>
                </c:pt>
                <c:pt idx="9364">
                  <c:v>6.4374399999999996</c:v>
                </c:pt>
                <c:pt idx="9365">
                  <c:v>6.4377500000000003</c:v>
                </c:pt>
                <c:pt idx="9366">
                  <c:v>6.4380499999999996</c:v>
                </c:pt>
                <c:pt idx="9367">
                  <c:v>6.4383600000000003</c:v>
                </c:pt>
                <c:pt idx="9368">
                  <c:v>6.4386599999999996</c:v>
                </c:pt>
                <c:pt idx="9369">
                  <c:v>6.4389700000000003</c:v>
                </c:pt>
                <c:pt idx="9370">
                  <c:v>6.4392699999999996</c:v>
                </c:pt>
                <c:pt idx="9371">
                  <c:v>6.4395800000000003</c:v>
                </c:pt>
                <c:pt idx="9372">
                  <c:v>6.4398900000000001</c:v>
                </c:pt>
                <c:pt idx="9373">
                  <c:v>6.4401900000000003</c:v>
                </c:pt>
                <c:pt idx="9374">
                  <c:v>6.4405000000000001</c:v>
                </c:pt>
                <c:pt idx="9375">
                  <c:v>6.4408000000000003</c:v>
                </c:pt>
                <c:pt idx="9376">
                  <c:v>6.4411100000000001</c:v>
                </c:pt>
                <c:pt idx="9377">
                  <c:v>6.4414100000000003</c:v>
                </c:pt>
                <c:pt idx="9378">
                  <c:v>6.4417200000000001</c:v>
                </c:pt>
                <c:pt idx="9379">
                  <c:v>6.4420200000000003</c:v>
                </c:pt>
                <c:pt idx="9380">
                  <c:v>6.4423300000000001</c:v>
                </c:pt>
                <c:pt idx="9381">
                  <c:v>6.4426300000000003</c:v>
                </c:pt>
                <c:pt idx="9382">
                  <c:v>6.4429400000000001</c:v>
                </c:pt>
                <c:pt idx="9383">
                  <c:v>6.4432400000000003</c:v>
                </c:pt>
                <c:pt idx="9384">
                  <c:v>6.4435500000000001</c:v>
                </c:pt>
                <c:pt idx="9385">
                  <c:v>6.4438599999999999</c:v>
                </c:pt>
                <c:pt idx="9386">
                  <c:v>6.4441600000000001</c:v>
                </c:pt>
                <c:pt idx="9387">
                  <c:v>6.4444699999999999</c:v>
                </c:pt>
                <c:pt idx="9388">
                  <c:v>6.4447700000000001</c:v>
                </c:pt>
                <c:pt idx="9389">
                  <c:v>6.4450799999999999</c:v>
                </c:pt>
                <c:pt idx="9390">
                  <c:v>6.4453800000000001</c:v>
                </c:pt>
                <c:pt idx="9391">
                  <c:v>6.4456899999999999</c:v>
                </c:pt>
                <c:pt idx="9392">
                  <c:v>6.4459900000000001</c:v>
                </c:pt>
                <c:pt idx="9393">
                  <c:v>6.4462999999999999</c:v>
                </c:pt>
                <c:pt idx="9394">
                  <c:v>6.4466000000000001</c:v>
                </c:pt>
                <c:pt idx="9395">
                  <c:v>6.4469099999999999</c:v>
                </c:pt>
                <c:pt idx="9396">
                  <c:v>6.4472100000000001</c:v>
                </c:pt>
                <c:pt idx="9397">
                  <c:v>6.4475199999999999</c:v>
                </c:pt>
                <c:pt idx="9398">
                  <c:v>6.4478299999999997</c:v>
                </c:pt>
                <c:pt idx="9399">
                  <c:v>6.4481299999999999</c:v>
                </c:pt>
                <c:pt idx="9400">
                  <c:v>6.4484399999999997</c:v>
                </c:pt>
                <c:pt idx="9401">
                  <c:v>6.4487399999999999</c:v>
                </c:pt>
                <c:pt idx="9402">
                  <c:v>6.4490499999999997</c:v>
                </c:pt>
                <c:pt idx="9403">
                  <c:v>6.4493499999999999</c:v>
                </c:pt>
                <c:pt idx="9404">
                  <c:v>6.4496599999999997</c:v>
                </c:pt>
                <c:pt idx="9405">
                  <c:v>6.4499599999999999</c:v>
                </c:pt>
                <c:pt idx="9406">
                  <c:v>6.4502699999999997</c:v>
                </c:pt>
                <c:pt idx="9407">
                  <c:v>6.4505699999999999</c:v>
                </c:pt>
                <c:pt idx="9408">
                  <c:v>6.4508799999999997</c:v>
                </c:pt>
                <c:pt idx="9409">
                  <c:v>6.4511799999999999</c:v>
                </c:pt>
                <c:pt idx="9410">
                  <c:v>6.4514899999999997</c:v>
                </c:pt>
                <c:pt idx="9411">
                  <c:v>6.4518000000000004</c:v>
                </c:pt>
                <c:pt idx="9412">
                  <c:v>6.4520999999999997</c:v>
                </c:pt>
                <c:pt idx="9413">
                  <c:v>6.4524100000000004</c:v>
                </c:pt>
                <c:pt idx="9414">
                  <c:v>6.4527099999999997</c:v>
                </c:pt>
                <c:pt idx="9415">
                  <c:v>6.4530200000000004</c:v>
                </c:pt>
                <c:pt idx="9416">
                  <c:v>6.4533199999999997</c:v>
                </c:pt>
                <c:pt idx="9417">
                  <c:v>6.4536300000000004</c:v>
                </c:pt>
                <c:pt idx="9418">
                  <c:v>6.4539299999999997</c:v>
                </c:pt>
                <c:pt idx="9419">
                  <c:v>6.4542400000000004</c:v>
                </c:pt>
                <c:pt idx="9420">
                  <c:v>6.4545399999999997</c:v>
                </c:pt>
                <c:pt idx="9421">
                  <c:v>6.4548500000000004</c:v>
                </c:pt>
                <c:pt idx="9422">
                  <c:v>6.4551499999999997</c:v>
                </c:pt>
                <c:pt idx="9423">
                  <c:v>6.4554600000000004</c:v>
                </c:pt>
                <c:pt idx="9424">
                  <c:v>6.4557700000000002</c:v>
                </c:pt>
                <c:pt idx="9425">
                  <c:v>6.4560700000000004</c:v>
                </c:pt>
                <c:pt idx="9426">
                  <c:v>6.4563800000000002</c:v>
                </c:pt>
                <c:pt idx="9427">
                  <c:v>6.4566800000000004</c:v>
                </c:pt>
                <c:pt idx="9428">
                  <c:v>6.4569900000000002</c:v>
                </c:pt>
                <c:pt idx="9429">
                  <c:v>6.4572900000000004</c:v>
                </c:pt>
                <c:pt idx="9430">
                  <c:v>6.4576000000000002</c:v>
                </c:pt>
                <c:pt idx="9431">
                  <c:v>6.4579000000000004</c:v>
                </c:pt>
                <c:pt idx="9432">
                  <c:v>6.4582100000000002</c:v>
                </c:pt>
                <c:pt idx="9433">
                  <c:v>6.4585100000000004</c:v>
                </c:pt>
                <c:pt idx="9434">
                  <c:v>6.4588200000000002</c:v>
                </c:pt>
                <c:pt idx="9435">
                  <c:v>6.45913</c:v>
                </c:pt>
                <c:pt idx="9436">
                  <c:v>6.4594300000000002</c:v>
                </c:pt>
                <c:pt idx="9437">
                  <c:v>6.45974</c:v>
                </c:pt>
                <c:pt idx="9438">
                  <c:v>6.4600400000000002</c:v>
                </c:pt>
                <c:pt idx="9439">
                  <c:v>6.46035</c:v>
                </c:pt>
                <c:pt idx="9440">
                  <c:v>6.4606500000000002</c:v>
                </c:pt>
                <c:pt idx="9441">
                  <c:v>6.46096</c:v>
                </c:pt>
                <c:pt idx="9442">
                  <c:v>6.4612600000000002</c:v>
                </c:pt>
                <c:pt idx="9443">
                  <c:v>6.46157</c:v>
                </c:pt>
                <c:pt idx="9444">
                  <c:v>6.4618700000000002</c:v>
                </c:pt>
                <c:pt idx="9445">
                  <c:v>6.46218</c:v>
                </c:pt>
                <c:pt idx="9446">
                  <c:v>6.4624800000000002</c:v>
                </c:pt>
                <c:pt idx="9447">
                  <c:v>6.46279</c:v>
                </c:pt>
                <c:pt idx="9448">
                  <c:v>6.4630999999999998</c:v>
                </c:pt>
                <c:pt idx="9449">
                  <c:v>6.4634</c:v>
                </c:pt>
                <c:pt idx="9450">
                  <c:v>6.4637099999999998</c:v>
                </c:pt>
                <c:pt idx="9451">
                  <c:v>6.46401</c:v>
                </c:pt>
                <c:pt idx="9452">
                  <c:v>6.4643199999999998</c:v>
                </c:pt>
                <c:pt idx="9453">
                  <c:v>6.46462</c:v>
                </c:pt>
                <c:pt idx="9454">
                  <c:v>6.4649299999999998</c:v>
                </c:pt>
                <c:pt idx="9455">
                  <c:v>6.46523</c:v>
                </c:pt>
                <c:pt idx="9456">
                  <c:v>6.4655399999999998</c:v>
                </c:pt>
                <c:pt idx="9457">
                  <c:v>6.46584</c:v>
                </c:pt>
                <c:pt idx="9458">
                  <c:v>6.4661499999999998</c:v>
                </c:pt>
                <c:pt idx="9459">
                  <c:v>6.46645</c:v>
                </c:pt>
                <c:pt idx="9460">
                  <c:v>6.4667599999999998</c:v>
                </c:pt>
                <c:pt idx="9461">
                  <c:v>6.4670699999999997</c:v>
                </c:pt>
                <c:pt idx="9462">
                  <c:v>6.4673699999999998</c:v>
                </c:pt>
                <c:pt idx="9463">
                  <c:v>6.4676799999999997</c:v>
                </c:pt>
                <c:pt idx="9464">
                  <c:v>6.4679799999999998</c:v>
                </c:pt>
                <c:pt idx="9465">
                  <c:v>6.4682899999999997</c:v>
                </c:pt>
                <c:pt idx="9466">
                  <c:v>6.4685899999999998</c:v>
                </c:pt>
                <c:pt idx="9467">
                  <c:v>6.4688999999999997</c:v>
                </c:pt>
                <c:pt idx="9468">
                  <c:v>6.4691999999999998</c:v>
                </c:pt>
                <c:pt idx="9469">
                  <c:v>6.4695099999999996</c:v>
                </c:pt>
                <c:pt idx="9470">
                  <c:v>6.4698099999999998</c:v>
                </c:pt>
                <c:pt idx="9471">
                  <c:v>6.4701199999999996</c:v>
                </c:pt>
                <c:pt idx="9472">
                  <c:v>6.4704199999999998</c:v>
                </c:pt>
                <c:pt idx="9473">
                  <c:v>6.4707299999999996</c:v>
                </c:pt>
                <c:pt idx="9474">
                  <c:v>6.4710400000000003</c:v>
                </c:pt>
                <c:pt idx="9475">
                  <c:v>6.4713399999999996</c:v>
                </c:pt>
                <c:pt idx="9476">
                  <c:v>6.4716500000000003</c:v>
                </c:pt>
                <c:pt idx="9477">
                  <c:v>6.4719499999999996</c:v>
                </c:pt>
                <c:pt idx="9478">
                  <c:v>6.4722600000000003</c:v>
                </c:pt>
                <c:pt idx="9479">
                  <c:v>6.4725599999999996</c:v>
                </c:pt>
                <c:pt idx="9480">
                  <c:v>6.4728700000000003</c:v>
                </c:pt>
                <c:pt idx="9481">
                  <c:v>6.4731699999999996</c:v>
                </c:pt>
                <c:pt idx="9482">
                  <c:v>6.4734800000000003</c:v>
                </c:pt>
                <c:pt idx="9483">
                  <c:v>6.4737799999999996</c:v>
                </c:pt>
                <c:pt idx="9484">
                  <c:v>6.4740900000000003</c:v>
                </c:pt>
                <c:pt idx="9485">
                  <c:v>6.4743899999999996</c:v>
                </c:pt>
                <c:pt idx="9486">
                  <c:v>6.4747000000000003</c:v>
                </c:pt>
                <c:pt idx="9487">
                  <c:v>6.4750100000000002</c:v>
                </c:pt>
                <c:pt idx="9488">
                  <c:v>6.4753100000000003</c:v>
                </c:pt>
                <c:pt idx="9489">
                  <c:v>6.4756200000000002</c:v>
                </c:pt>
                <c:pt idx="9490">
                  <c:v>6.4759200000000003</c:v>
                </c:pt>
                <c:pt idx="9491">
                  <c:v>6.4762300000000002</c:v>
                </c:pt>
                <c:pt idx="9492">
                  <c:v>6.4765300000000003</c:v>
                </c:pt>
                <c:pt idx="9493">
                  <c:v>6.4768400000000002</c:v>
                </c:pt>
                <c:pt idx="9494">
                  <c:v>6.4771400000000003</c:v>
                </c:pt>
                <c:pt idx="9495">
                  <c:v>6.4774500000000002</c:v>
                </c:pt>
                <c:pt idx="9496">
                  <c:v>6.4777500000000003</c:v>
                </c:pt>
                <c:pt idx="9497">
                  <c:v>6.4780600000000002</c:v>
                </c:pt>
                <c:pt idx="9498">
                  <c:v>6.47837</c:v>
                </c:pt>
                <c:pt idx="9499">
                  <c:v>6.4786700000000002</c:v>
                </c:pt>
                <c:pt idx="9500">
                  <c:v>6.47898</c:v>
                </c:pt>
                <c:pt idx="9501">
                  <c:v>6.4792800000000002</c:v>
                </c:pt>
                <c:pt idx="9502">
                  <c:v>6.47959</c:v>
                </c:pt>
                <c:pt idx="9503">
                  <c:v>6.4798900000000001</c:v>
                </c:pt>
                <c:pt idx="9504">
                  <c:v>6.4802</c:v>
                </c:pt>
                <c:pt idx="9505">
                  <c:v>6.4805000000000001</c:v>
                </c:pt>
                <c:pt idx="9506">
                  <c:v>6.48081</c:v>
                </c:pt>
                <c:pt idx="9507">
                  <c:v>6.4811100000000001</c:v>
                </c:pt>
                <c:pt idx="9508">
                  <c:v>6.48142</c:v>
                </c:pt>
                <c:pt idx="9509">
                  <c:v>6.4817200000000001</c:v>
                </c:pt>
                <c:pt idx="9510">
                  <c:v>6.48203</c:v>
                </c:pt>
                <c:pt idx="9511">
                  <c:v>6.4823399999999998</c:v>
                </c:pt>
                <c:pt idx="9512">
                  <c:v>6.48264</c:v>
                </c:pt>
                <c:pt idx="9513">
                  <c:v>6.4829499999999998</c:v>
                </c:pt>
                <c:pt idx="9514">
                  <c:v>6.48325</c:v>
                </c:pt>
                <c:pt idx="9515">
                  <c:v>6.4835599999999998</c:v>
                </c:pt>
                <c:pt idx="9516">
                  <c:v>6.48386</c:v>
                </c:pt>
                <c:pt idx="9517">
                  <c:v>6.4841699999999998</c:v>
                </c:pt>
                <c:pt idx="9518">
                  <c:v>6.48447</c:v>
                </c:pt>
                <c:pt idx="9519">
                  <c:v>6.4847799999999998</c:v>
                </c:pt>
                <c:pt idx="9520">
                  <c:v>6.48508</c:v>
                </c:pt>
                <c:pt idx="9521">
                  <c:v>6.4853899999999998</c:v>
                </c:pt>
                <c:pt idx="9522">
                  <c:v>6.48569</c:v>
                </c:pt>
                <c:pt idx="9523">
                  <c:v>6.4859999999999998</c:v>
                </c:pt>
                <c:pt idx="9524">
                  <c:v>6.4863099999999996</c:v>
                </c:pt>
                <c:pt idx="9525">
                  <c:v>6.4866099999999998</c:v>
                </c:pt>
                <c:pt idx="9526">
                  <c:v>6.4869199999999996</c:v>
                </c:pt>
                <c:pt idx="9527">
                  <c:v>6.4872199999999998</c:v>
                </c:pt>
                <c:pt idx="9528">
                  <c:v>6.4875299999999996</c:v>
                </c:pt>
                <c:pt idx="9529">
                  <c:v>6.4878299999999998</c:v>
                </c:pt>
                <c:pt idx="9530">
                  <c:v>6.4881399999999996</c:v>
                </c:pt>
                <c:pt idx="9531">
                  <c:v>6.4884399999999998</c:v>
                </c:pt>
                <c:pt idx="9532">
                  <c:v>6.4887499999999996</c:v>
                </c:pt>
                <c:pt idx="9533">
                  <c:v>6.4890499999999998</c:v>
                </c:pt>
                <c:pt idx="9534">
                  <c:v>6.4893599999999996</c:v>
                </c:pt>
                <c:pt idx="9535">
                  <c:v>6.4896599999999998</c:v>
                </c:pt>
                <c:pt idx="9536">
                  <c:v>6.4899699999999996</c:v>
                </c:pt>
                <c:pt idx="9537">
                  <c:v>6.4902800000000003</c:v>
                </c:pt>
                <c:pt idx="9538">
                  <c:v>6.4905799999999996</c:v>
                </c:pt>
                <c:pt idx="9539">
                  <c:v>6.4908900000000003</c:v>
                </c:pt>
                <c:pt idx="9540">
                  <c:v>6.4911899999999996</c:v>
                </c:pt>
                <c:pt idx="9541">
                  <c:v>6.4915000000000003</c:v>
                </c:pt>
                <c:pt idx="9542">
                  <c:v>6.4917999999999996</c:v>
                </c:pt>
                <c:pt idx="9543">
                  <c:v>6.4921100000000003</c:v>
                </c:pt>
                <c:pt idx="9544">
                  <c:v>6.4924099999999996</c:v>
                </c:pt>
                <c:pt idx="9545">
                  <c:v>6.4927200000000003</c:v>
                </c:pt>
                <c:pt idx="9546">
                  <c:v>6.4930199999999996</c:v>
                </c:pt>
                <c:pt idx="9547">
                  <c:v>6.4933300000000003</c:v>
                </c:pt>
                <c:pt idx="9548">
                  <c:v>6.4936400000000001</c:v>
                </c:pt>
                <c:pt idx="9549">
                  <c:v>6.4939400000000003</c:v>
                </c:pt>
                <c:pt idx="9550">
                  <c:v>6.4942500000000001</c:v>
                </c:pt>
                <c:pt idx="9551">
                  <c:v>6.4945500000000003</c:v>
                </c:pt>
                <c:pt idx="9552">
                  <c:v>6.4948600000000001</c:v>
                </c:pt>
                <c:pt idx="9553">
                  <c:v>6.4951600000000003</c:v>
                </c:pt>
                <c:pt idx="9554">
                  <c:v>6.4954700000000001</c:v>
                </c:pt>
                <c:pt idx="9555">
                  <c:v>6.4957700000000003</c:v>
                </c:pt>
                <c:pt idx="9556">
                  <c:v>6.4960800000000001</c:v>
                </c:pt>
                <c:pt idx="9557">
                  <c:v>6.4963800000000003</c:v>
                </c:pt>
                <c:pt idx="9558">
                  <c:v>6.4966900000000001</c:v>
                </c:pt>
                <c:pt idx="9559">
                  <c:v>6.4969900000000003</c:v>
                </c:pt>
                <c:pt idx="9560">
                  <c:v>6.4973000000000001</c:v>
                </c:pt>
                <c:pt idx="9561">
                  <c:v>6.4976099999999999</c:v>
                </c:pt>
                <c:pt idx="9562">
                  <c:v>6.4979100000000001</c:v>
                </c:pt>
                <c:pt idx="9563">
                  <c:v>6.4982199999999999</c:v>
                </c:pt>
                <c:pt idx="9564">
                  <c:v>6.4985200000000001</c:v>
                </c:pt>
                <c:pt idx="9565">
                  <c:v>6.4988299999999999</c:v>
                </c:pt>
                <c:pt idx="9566">
                  <c:v>6.4991300000000001</c:v>
                </c:pt>
                <c:pt idx="9567">
                  <c:v>6.4994399999999999</c:v>
                </c:pt>
                <c:pt idx="9568">
                  <c:v>6.4997400000000001</c:v>
                </c:pt>
                <c:pt idx="9569">
                  <c:v>6.5000499999999999</c:v>
                </c:pt>
                <c:pt idx="9570">
                  <c:v>6.5003500000000001</c:v>
                </c:pt>
                <c:pt idx="9571">
                  <c:v>6.5006599999999999</c:v>
                </c:pt>
                <c:pt idx="9572">
                  <c:v>6.5009600000000001</c:v>
                </c:pt>
                <c:pt idx="9573">
                  <c:v>6.5012699999999999</c:v>
                </c:pt>
                <c:pt idx="9574">
                  <c:v>6.5015799999999997</c:v>
                </c:pt>
                <c:pt idx="9575">
                  <c:v>6.5018799999999999</c:v>
                </c:pt>
                <c:pt idx="9576">
                  <c:v>6.5021899999999997</c:v>
                </c:pt>
                <c:pt idx="9577">
                  <c:v>6.5024899999999999</c:v>
                </c:pt>
                <c:pt idx="9578">
                  <c:v>6.5027999999999997</c:v>
                </c:pt>
                <c:pt idx="9579">
                  <c:v>6.5030999999999999</c:v>
                </c:pt>
                <c:pt idx="9580">
                  <c:v>6.5034099999999997</c:v>
                </c:pt>
                <c:pt idx="9581">
                  <c:v>6.5037099999999999</c:v>
                </c:pt>
                <c:pt idx="9582">
                  <c:v>6.5040199999999997</c:v>
                </c:pt>
                <c:pt idx="9583">
                  <c:v>6.5043199999999999</c:v>
                </c:pt>
                <c:pt idx="9584">
                  <c:v>6.5046299999999997</c:v>
                </c:pt>
                <c:pt idx="9585">
                  <c:v>6.5049299999999999</c:v>
                </c:pt>
                <c:pt idx="9586">
                  <c:v>6.5052399999999997</c:v>
                </c:pt>
                <c:pt idx="9587">
                  <c:v>6.5055500000000004</c:v>
                </c:pt>
                <c:pt idx="9588">
                  <c:v>6.5058499999999997</c:v>
                </c:pt>
                <c:pt idx="9589">
                  <c:v>6.5061600000000004</c:v>
                </c:pt>
                <c:pt idx="9590">
                  <c:v>6.5064599999999997</c:v>
                </c:pt>
                <c:pt idx="9591">
                  <c:v>6.5067700000000004</c:v>
                </c:pt>
                <c:pt idx="9592">
                  <c:v>6.5070699999999997</c:v>
                </c:pt>
                <c:pt idx="9593">
                  <c:v>6.5073800000000004</c:v>
                </c:pt>
                <c:pt idx="9594">
                  <c:v>6.5076799999999997</c:v>
                </c:pt>
                <c:pt idx="9595">
                  <c:v>6.5079900000000004</c:v>
                </c:pt>
                <c:pt idx="9596">
                  <c:v>6.5082899999999997</c:v>
                </c:pt>
                <c:pt idx="9597">
                  <c:v>6.5086000000000004</c:v>
                </c:pt>
                <c:pt idx="9598">
                  <c:v>6.5088999999999997</c:v>
                </c:pt>
                <c:pt idx="9599">
                  <c:v>6.5092100000000004</c:v>
                </c:pt>
                <c:pt idx="9600">
                  <c:v>6.5095200000000002</c:v>
                </c:pt>
                <c:pt idx="9601">
                  <c:v>6.5098200000000004</c:v>
                </c:pt>
                <c:pt idx="9602">
                  <c:v>6.5101300000000002</c:v>
                </c:pt>
                <c:pt idx="9603">
                  <c:v>6.5104300000000004</c:v>
                </c:pt>
                <c:pt idx="9604">
                  <c:v>6.5107400000000002</c:v>
                </c:pt>
                <c:pt idx="9605">
                  <c:v>6.5110400000000004</c:v>
                </c:pt>
                <c:pt idx="9606">
                  <c:v>6.5113500000000002</c:v>
                </c:pt>
                <c:pt idx="9607">
                  <c:v>6.5116500000000004</c:v>
                </c:pt>
                <c:pt idx="9608">
                  <c:v>6.5119600000000002</c:v>
                </c:pt>
                <c:pt idx="9609">
                  <c:v>6.5122600000000004</c:v>
                </c:pt>
                <c:pt idx="9610">
                  <c:v>6.5125700000000002</c:v>
                </c:pt>
                <c:pt idx="9611">
                  <c:v>6.51288</c:v>
                </c:pt>
                <c:pt idx="9612">
                  <c:v>6.5131800000000002</c:v>
                </c:pt>
                <c:pt idx="9613">
                  <c:v>6.51349</c:v>
                </c:pt>
                <c:pt idx="9614">
                  <c:v>6.5137900000000002</c:v>
                </c:pt>
                <c:pt idx="9615">
                  <c:v>6.5141</c:v>
                </c:pt>
                <c:pt idx="9616">
                  <c:v>6.5144000000000002</c:v>
                </c:pt>
                <c:pt idx="9617">
                  <c:v>6.51471</c:v>
                </c:pt>
                <c:pt idx="9618">
                  <c:v>6.5150100000000002</c:v>
                </c:pt>
                <c:pt idx="9619">
                  <c:v>6.51532</c:v>
                </c:pt>
                <c:pt idx="9620">
                  <c:v>6.5156200000000002</c:v>
                </c:pt>
                <c:pt idx="9621">
                  <c:v>6.51593</c:v>
                </c:pt>
                <c:pt idx="9622">
                  <c:v>6.5162300000000002</c:v>
                </c:pt>
                <c:pt idx="9623">
                  <c:v>6.51654</c:v>
                </c:pt>
                <c:pt idx="9624">
                  <c:v>6.5168499999999998</c:v>
                </c:pt>
                <c:pt idx="9625">
                  <c:v>6.51715</c:v>
                </c:pt>
                <c:pt idx="9626">
                  <c:v>6.5174599999999998</c:v>
                </c:pt>
                <c:pt idx="9627">
                  <c:v>6.51776</c:v>
                </c:pt>
                <c:pt idx="9628">
                  <c:v>6.5180699999999998</c:v>
                </c:pt>
                <c:pt idx="9629">
                  <c:v>6.51837</c:v>
                </c:pt>
                <c:pt idx="9630">
                  <c:v>6.5186799999999998</c:v>
                </c:pt>
                <c:pt idx="9631">
                  <c:v>6.51898</c:v>
                </c:pt>
                <c:pt idx="9632">
                  <c:v>6.5192899999999998</c:v>
                </c:pt>
                <c:pt idx="9633">
                  <c:v>6.51959</c:v>
                </c:pt>
                <c:pt idx="9634">
                  <c:v>6.5198999999999998</c:v>
                </c:pt>
                <c:pt idx="9635">
                  <c:v>6.5202</c:v>
                </c:pt>
                <c:pt idx="9636">
                  <c:v>6.5205099999999998</c:v>
                </c:pt>
                <c:pt idx="9637">
                  <c:v>6.5208199999999996</c:v>
                </c:pt>
                <c:pt idx="9638">
                  <c:v>6.5211199999999998</c:v>
                </c:pt>
                <c:pt idx="9639">
                  <c:v>6.5214299999999996</c:v>
                </c:pt>
                <c:pt idx="9640">
                  <c:v>6.5217299999999998</c:v>
                </c:pt>
                <c:pt idx="9641">
                  <c:v>6.5220399999999996</c:v>
                </c:pt>
                <c:pt idx="9642">
                  <c:v>6.5223399999999998</c:v>
                </c:pt>
                <c:pt idx="9643">
                  <c:v>6.5226499999999996</c:v>
                </c:pt>
                <c:pt idx="9644">
                  <c:v>6.5229499999999998</c:v>
                </c:pt>
                <c:pt idx="9645">
                  <c:v>6.5232599999999996</c:v>
                </c:pt>
                <c:pt idx="9646">
                  <c:v>6.5235599999999998</c:v>
                </c:pt>
                <c:pt idx="9647">
                  <c:v>6.5238699999999996</c:v>
                </c:pt>
                <c:pt idx="9648">
                  <c:v>6.5241699999999998</c:v>
                </c:pt>
                <c:pt idx="9649">
                  <c:v>6.5244799999999996</c:v>
                </c:pt>
                <c:pt idx="9650">
                  <c:v>6.5247900000000003</c:v>
                </c:pt>
                <c:pt idx="9651">
                  <c:v>6.5250899999999996</c:v>
                </c:pt>
                <c:pt idx="9652">
                  <c:v>6.5254000000000003</c:v>
                </c:pt>
                <c:pt idx="9653">
                  <c:v>6.5256999999999996</c:v>
                </c:pt>
                <c:pt idx="9654">
                  <c:v>6.5260100000000003</c:v>
                </c:pt>
                <c:pt idx="9655">
                  <c:v>6.5263099999999996</c:v>
                </c:pt>
                <c:pt idx="9656">
                  <c:v>6.5266200000000003</c:v>
                </c:pt>
                <c:pt idx="9657">
                  <c:v>6.5269199999999996</c:v>
                </c:pt>
                <c:pt idx="9658">
                  <c:v>6.5272300000000003</c:v>
                </c:pt>
                <c:pt idx="9659">
                  <c:v>6.5275299999999996</c:v>
                </c:pt>
                <c:pt idx="9660">
                  <c:v>6.5278400000000003</c:v>
                </c:pt>
                <c:pt idx="9661">
                  <c:v>6.5281399999999996</c:v>
                </c:pt>
                <c:pt idx="9662">
                  <c:v>6.5284500000000003</c:v>
                </c:pt>
                <c:pt idx="9663">
                  <c:v>6.5287600000000001</c:v>
                </c:pt>
                <c:pt idx="9664">
                  <c:v>6.5290600000000003</c:v>
                </c:pt>
                <c:pt idx="9665">
                  <c:v>6.5293700000000001</c:v>
                </c:pt>
                <c:pt idx="9666">
                  <c:v>6.5296700000000003</c:v>
                </c:pt>
                <c:pt idx="9667">
                  <c:v>6.5299800000000001</c:v>
                </c:pt>
                <c:pt idx="9668">
                  <c:v>6.5302800000000003</c:v>
                </c:pt>
                <c:pt idx="9669">
                  <c:v>6.5305900000000001</c:v>
                </c:pt>
                <c:pt idx="9670">
                  <c:v>6.5308900000000003</c:v>
                </c:pt>
                <c:pt idx="9671">
                  <c:v>6.5312000000000001</c:v>
                </c:pt>
                <c:pt idx="9672">
                  <c:v>6.5315000000000003</c:v>
                </c:pt>
                <c:pt idx="9673">
                  <c:v>6.5318100000000001</c:v>
                </c:pt>
                <c:pt idx="9674">
                  <c:v>6.5321199999999999</c:v>
                </c:pt>
                <c:pt idx="9675">
                  <c:v>6.5324200000000001</c:v>
                </c:pt>
                <c:pt idx="9676">
                  <c:v>6.5327299999999999</c:v>
                </c:pt>
                <c:pt idx="9677">
                  <c:v>6.5330300000000001</c:v>
                </c:pt>
                <c:pt idx="9678">
                  <c:v>6.5333399999999999</c:v>
                </c:pt>
                <c:pt idx="9679">
                  <c:v>6.5336400000000001</c:v>
                </c:pt>
                <c:pt idx="9680">
                  <c:v>6.5339499999999999</c:v>
                </c:pt>
                <c:pt idx="9681">
                  <c:v>6.5342500000000001</c:v>
                </c:pt>
                <c:pt idx="9682">
                  <c:v>6.5345599999999999</c:v>
                </c:pt>
                <c:pt idx="9683">
                  <c:v>6.5348600000000001</c:v>
                </c:pt>
                <c:pt idx="9684">
                  <c:v>6.5351699999999999</c:v>
                </c:pt>
                <c:pt idx="9685">
                  <c:v>6.5354700000000001</c:v>
                </c:pt>
                <c:pt idx="9686">
                  <c:v>6.5357799999999999</c:v>
                </c:pt>
                <c:pt idx="9687">
                  <c:v>6.5360899999999997</c:v>
                </c:pt>
                <c:pt idx="9688">
                  <c:v>6.5363899999999999</c:v>
                </c:pt>
                <c:pt idx="9689">
                  <c:v>6.5366999999999997</c:v>
                </c:pt>
                <c:pt idx="9690">
                  <c:v>6.5369999999999999</c:v>
                </c:pt>
                <c:pt idx="9691">
                  <c:v>6.5373099999999997</c:v>
                </c:pt>
                <c:pt idx="9692">
                  <c:v>6.5376099999999999</c:v>
                </c:pt>
                <c:pt idx="9693">
                  <c:v>6.5379199999999997</c:v>
                </c:pt>
                <c:pt idx="9694">
                  <c:v>6.5382199999999999</c:v>
                </c:pt>
                <c:pt idx="9695">
                  <c:v>6.5385299999999997</c:v>
                </c:pt>
                <c:pt idx="9696">
                  <c:v>6.5388299999999999</c:v>
                </c:pt>
                <c:pt idx="9697">
                  <c:v>6.5391399999999997</c:v>
                </c:pt>
                <c:pt idx="9698">
                  <c:v>6.5394399999999999</c:v>
                </c:pt>
                <c:pt idx="9699">
                  <c:v>6.5397499999999997</c:v>
                </c:pt>
                <c:pt idx="9700">
                  <c:v>6.5400600000000004</c:v>
                </c:pt>
                <c:pt idx="9701">
                  <c:v>6.5403599999999997</c:v>
                </c:pt>
                <c:pt idx="9702">
                  <c:v>6.5406700000000004</c:v>
                </c:pt>
                <c:pt idx="9703">
                  <c:v>6.5409699999999997</c:v>
                </c:pt>
                <c:pt idx="9704">
                  <c:v>6.5412800000000004</c:v>
                </c:pt>
                <c:pt idx="9705">
                  <c:v>6.5415799999999997</c:v>
                </c:pt>
                <c:pt idx="9706">
                  <c:v>6.5418900000000004</c:v>
                </c:pt>
                <c:pt idx="9707">
                  <c:v>6.5421899999999997</c:v>
                </c:pt>
                <c:pt idx="9708">
                  <c:v>6.5425000000000004</c:v>
                </c:pt>
                <c:pt idx="9709">
                  <c:v>6.5427999999999997</c:v>
                </c:pt>
                <c:pt idx="9710">
                  <c:v>6.5431100000000004</c:v>
                </c:pt>
                <c:pt idx="9711">
                  <c:v>6.5434099999999997</c:v>
                </c:pt>
                <c:pt idx="9712">
                  <c:v>6.5437200000000004</c:v>
                </c:pt>
                <c:pt idx="9713">
                  <c:v>6.5440300000000002</c:v>
                </c:pt>
                <c:pt idx="9714">
                  <c:v>6.5443300000000004</c:v>
                </c:pt>
                <c:pt idx="9715">
                  <c:v>6.5446400000000002</c:v>
                </c:pt>
                <c:pt idx="9716">
                  <c:v>6.5449400000000004</c:v>
                </c:pt>
                <c:pt idx="9717">
                  <c:v>6.5452500000000002</c:v>
                </c:pt>
                <c:pt idx="9718">
                  <c:v>6.5455500000000004</c:v>
                </c:pt>
                <c:pt idx="9719">
                  <c:v>6.5458600000000002</c:v>
                </c:pt>
                <c:pt idx="9720">
                  <c:v>6.5461600000000004</c:v>
                </c:pt>
                <c:pt idx="9721">
                  <c:v>6.5464700000000002</c:v>
                </c:pt>
                <c:pt idx="9722">
                  <c:v>6.5467700000000004</c:v>
                </c:pt>
                <c:pt idx="9723">
                  <c:v>6.5470800000000002</c:v>
                </c:pt>
                <c:pt idx="9724">
                  <c:v>6.54739</c:v>
                </c:pt>
                <c:pt idx="9725">
                  <c:v>6.5476900000000002</c:v>
                </c:pt>
                <c:pt idx="9726">
                  <c:v>6.548</c:v>
                </c:pt>
                <c:pt idx="9727">
                  <c:v>6.5483000000000002</c:v>
                </c:pt>
                <c:pt idx="9728">
                  <c:v>6.54861</c:v>
                </c:pt>
                <c:pt idx="9729">
                  <c:v>6.5489100000000002</c:v>
                </c:pt>
                <c:pt idx="9730">
                  <c:v>6.54922</c:v>
                </c:pt>
                <c:pt idx="9731">
                  <c:v>6.5495200000000002</c:v>
                </c:pt>
                <c:pt idx="9732">
                  <c:v>6.54983</c:v>
                </c:pt>
                <c:pt idx="9733">
                  <c:v>6.5501300000000002</c:v>
                </c:pt>
                <c:pt idx="9734">
                  <c:v>6.55044</c:v>
                </c:pt>
                <c:pt idx="9735">
                  <c:v>6.5507400000000002</c:v>
                </c:pt>
                <c:pt idx="9736">
                  <c:v>6.55105</c:v>
                </c:pt>
                <c:pt idx="9737">
                  <c:v>6.5513599999999999</c:v>
                </c:pt>
                <c:pt idx="9738">
                  <c:v>6.55166</c:v>
                </c:pt>
                <c:pt idx="9739">
                  <c:v>6.5519699999999998</c:v>
                </c:pt>
                <c:pt idx="9740">
                  <c:v>6.55227</c:v>
                </c:pt>
                <c:pt idx="9741">
                  <c:v>6.5525799999999998</c:v>
                </c:pt>
                <c:pt idx="9742">
                  <c:v>6.55288</c:v>
                </c:pt>
                <c:pt idx="9743">
                  <c:v>6.5531899999999998</c:v>
                </c:pt>
                <c:pt idx="9744">
                  <c:v>6.55349</c:v>
                </c:pt>
                <c:pt idx="9745">
                  <c:v>6.5537999999999998</c:v>
                </c:pt>
                <c:pt idx="9746">
                  <c:v>6.5541</c:v>
                </c:pt>
                <c:pt idx="9747">
                  <c:v>6.5544099999999998</c:v>
                </c:pt>
                <c:pt idx="9748">
                  <c:v>6.55471</c:v>
                </c:pt>
                <c:pt idx="9749">
                  <c:v>6.5550199999999998</c:v>
                </c:pt>
                <c:pt idx="9750">
                  <c:v>6.5553299999999997</c:v>
                </c:pt>
                <c:pt idx="9751">
                  <c:v>6.5556299999999998</c:v>
                </c:pt>
                <c:pt idx="9752">
                  <c:v>6.5559399999999997</c:v>
                </c:pt>
                <c:pt idx="9753">
                  <c:v>6.5562399999999998</c:v>
                </c:pt>
                <c:pt idx="9754">
                  <c:v>6.5565499999999997</c:v>
                </c:pt>
                <c:pt idx="9755">
                  <c:v>6.5568499999999998</c:v>
                </c:pt>
                <c:pt idx="9756">
                  <c:v>6.5571599999999997</c:v>
                </c:pt>
                <c:pt idx="9757">
                  <c:v>6.5574599999999998</c:v>
                </c:pt>
                <c:pt idx="9758">
                  <c:v>6.5577699999999997</c:v>
                </c:pt>
                <c:pt idx="9759">
                  <c:v>6.5580699999999998</c:v>
                </c:pt>
                <c:pt idx="9760">
                  <c:v>6.5583799999999997</c:v>
                </c:pt>
                <c:pt idx="9761">
                  <c:v>6.5586799999999998</c:v>
                </c:pt>
                <c:pt idx="9762">
                  <c:v>6.5589899999999997</c:v>
                </c:pt>
                <c:pt idx="9763">
                  <c:v>6.5593000000000004</c:v>
                </c:pt>
                <c:pt idx="9764">
                  <c:v>6.5595999999999997</c:v>
                </c:pt>
                <c:pt idx="9765">
                  <c:v>6.5599100000000004</c:v>
                </c:pt>
                <c:pt idx="9766">
                  <c:v>6.5602099999999997</c:v>
                </c:pt>
                <c:pt idx="9767">
                  <c:v>6.5605200000000004</c:v>
                </c:pt>
                <c:pt idx="9768">
                  <c:v>6.5608199999999997</c:v>
                </c:pt>
                <c:pt idx="9769">
                  <c:v>6.5611300000000004</c:v>
                </c:pt>
                <c:pt idx="9770">
                  <c:v>6.5614299999999997</c:v>
                </c:pt>
                <c:pt idx="9771">
                  <c:v>6.5617400000000004</c:v>
                </c:pt>
                <c:pt idx="9772">
                  <c:v>6.5620399999999997</c:v>
                </c:pt>
                <c:pt idx="9773">
                  <c:v>6.5623500000000003</c:v>
                </c:pt>
                <c:pt idx="9774">
                  <c:v>6.5626499999999997</c:v>
                </c:pt>
                <c:pt idx="9775">
                  <c:v>6.5629600000000003</c:v>
                </c:pt>
                <c:pt idx="9776">
                  <c:v>6.5632700000000002</c:v>
                </c:pt>
                <c:pt idx="9777">
                  <c:v>6.5635700000000003</c:v>
                </c:pt>
                <c:pt idx="9778">
                  <c:v>6.5638800000000002</c:v>
                </c:pt>
                <c:pt idx="9779">
                  <c:v>6.5641800000000003</c:v>
                </c:pt>
                <c:pt idx="9780">
                  <c:v>6.5644900000000002</c:v>
                </c:pt>
                <c:pt idx="9781">
                  <c:v>6.5647900000000003</c:v>
                </c:pt>
                <c:pt idx="9782">
                  <c:v>6.5651000000000002</c:v>
                </c:pt>
                <c:pt idx="9783">
                  <c:v>6.5654000000000003</c:v>
                </c:pt>
                <c:pt idx="9784">
                  <c:v>6.5657100000000002</c:v>
                </c:pt>
                <c:pt idx="9785">
                  <c:v>6.5660100000000003</c:v>
                </c:pt>
                <c:pt idx="9786">
                  <c:v>6.5663200000000002</c:v>
                </c:pt>
                <c:pt idx="9787">
                  <c:v>6.56663</c:v>
                </c:pt>
                <c:pt idx="9788">
                  <c:v>6.5669300000000002</c:v>
                </c:pt>
                <c:pt idx="9789">
                  <c:v>6.56724</c:v>
                </c:pt>
                <c:pt idx="9790">
                  <c:v>6.5675400000000002</c:v>
                </c:pt>
                <c:pt idx="9791">
                  <c:v>6.56785</c:v>
                </c:pt>
                <c:pt idx="9792">
                  <c:v>6.5681500000000002</c:v>
                </c:pt>
                <c:pt idx="9793">
                  <c:v>6.56846</c:v>
                </c:pt>
                <c:pt idx="9794">
                  <c:v>6.5687600000000002</c:v>
                </c:pt>
                <c:pt idx="9795">
                  <c:v>6.56907</c:v>
                </c:pt>
                <c:pt idx="9796">
                  <c:v>6.5693700000000002</c:v>
                </c:pt>
                <c:pt idx="9797">
                  <c:v>6.56968</c:v>
                </c:pt>
                <c:pt idx="9798">
                  <c:v>6.5699800000000002</c:v>
                </c:pt>
                <c:pt idx="9799">
                  <c:v>6.57029</c:v>
                </c:pt>
                <c:pt idx="9800">
                  <c:v>6.5705999999999998</c:v>
                </c:pt>
                <c:pt idx="9801">
                  <c:v>6.5709</c:v>
                </c:pt>
                <c:pt idx="9802">
                  <c:v>6.5712099999999998</c:v>
                </c:pt>
                <c:pt idx="9803">
                  <c:v>6.57151</c:v>
                </c:pt>
                <c:pt idx="9804">
                  <c:v>6.5718199999999998</c:v>
                </c:pt>
                <c:pt idx="9805">
                  <c:v>6.57212</c:v>
                </c:pt>
                <c:pt idx="9806">
                  <c:v>6.5724299999999998</c:v>
                </c:pt>
                <c:pt idx="9807">
                  <c:v>6.57273</c:v>
                </c:pt>
                <c:pt idx="9808">
                  <c:v>6.5730399999999998</c:v>
                </c:pt>
                <c:pt idx="9809">
                  <c:v>6.57334</c:v>
                </c:pt>
                <c:pt idx="9810">
                  <c:v>6.5736499999999998</c:v>
                </c:pt>
                <c:pt idx="9811">
                  <c:v>6.57395</c:v>
                </c:pt>
                <c:pt idx="9812">
                  <c:v>6.5742599999999998</c:v>
                </c:pt>
                <c:pt idx="9813">
                  <c:v>6.5745699999999996</c:v>
                </c:pt>
                <c:pt idx="9814">
                  <c:v>6.5748699999999998</c:v>
                </c:pt>
                <c:pt idx="9815">
                  <c:v>6.5751799999999996</c:v>
                </c:pt>
                <c:pt idx="9816">
                  <c:v>6.5754799999999998</c:v>
                </c:pt>
                <c:pt idx="9817">
                  <c:v>6.5757899999999996</c:v>
                </c:pt>
                <c:pt idx="9818">
                  <c:v>6.5760899999999998</c:v>
                </c:pt>
                <c:pt idx="9819">
                  <c:v>6.5763999999999996</c:v>
                </c:pt>
                <c:pt idx="9820">
                  <c:v>6.5766999999999998</c:v>
                </c:pt>
                <c:pt idx="9821">
                  <c:v>6.5770099999999996</c:v>
                </c:pt>
                <c:pt idx="9822">
                  <c:v>6.5773099999999998</c:v>
                </c:pt>
                <c:pt idx="9823">
                  <c:v>6.5776199999999996</c:v>
                </c:pt>
                <c:pt idx="9824">
                  <c:v>6.5779199999999998</c:v>
                </c:pt>
                <c:pt idx="9825">
                  <c:v>6.5782299999999996</c:v>
                </c:pt>
                <c:pt idx="9826">
                  <c:v>6.5785400000000003</c:v>
                </c:pt>
                <c:pt idx="9827">
                  <c:v>6.5788399999999996</c:v>
                </c:pt>
                <c:pt idx="9828">
                  <c:v>6.5791500000000003</c:v>
                </c:pt>
                <c:pt idx="9829">
                  <c:v>6.5794499999999996</c:v>
                </c:pt>
                <c:pt idx="9830">
                  <c:v>6.5797600000000003</c:v>
                </c:pt>
                <c:pt idx="9831">
                  <c:v>6.5800599999999996</c:v>
                </c:pt>
                <c:pt idx="9832">
                  <c:v>6.5803700000000003</c:v>
                </c:pt>
                <c:pt idx="9833">
                  <c:v>6.5806699999999996</c:v>
                </c:pt>
                <c:pt idx="9834">
                  <c:v>6.5809800000000003</c:v>
                </c:pt>
                <c:pt idx="9835">
                  <c:v>6.5812799999999996</c:v>
                </c:pt>
                <c:pt idx="9836">
                  <c:v>6.5815900000000003</c:v>
                </c:pt>
                <c:pt idx="9837">
                  <c:v>6.5818899999999996</c:v>
                </c:pt>
                <c:pt idx="9838">
                  <c:v>6.5822000000000003</c:v>
                </c:pt>
                <c:pt idx="9839">
                  <c:v>6.5825100000000001</c:v>
                </c:pt>
                <c:pt idx="9840">
                  <c:v>6.5828100000000003</c:v>
                </c:pt>
                <c:pt idx="9841">
                  <c:v>6.5831200000000001</c:v>
                </c:pt>
                <c:pt idx="9842">
                  <c:v>6.5834200000000003</c:v>
                </c:pt>
                <c:pt idx="9843">
                  <c:v>6.5837300000000001</c:v>
                </c:pt>
                <c:pt idx="9844">
                  <c:v>6.5840300000000003</c:v>
                </c:pt>
                <c:pt idx="9845">
                  <c:v>6.5843400000000001</c:v>
                </c:pt>
                <c:pt idx="9846">
                  <c:v>6.5846400000000003</c:v>
                </c:pt>
                <c:pt idx="9847">
                  <c:v>6.5849500000000001</c:v>
                </c:pt>
                <c:pt idx="9848">
                  <c:v>6.5852500000000003</c:v>
                </c:pt>
                <c:pt idx="9849">
                  <c:v>6.5855600000000001</c:v>
                </c:pt>
                <c:pt idx="9850">
                  <c:v>6.5858699999999999</c:v>
                </c:pt>
                <c:pt idx="9851">
                  <c:v>6.5861700000000001</c:v>
                </c:pt>
                <c:pt idx="9852">
                  <c:v>6.5864799999999999</c:v>
                </c:pt>
                <c:pt idx="9853">
                  <c:v>6.5867800000000001</c:v>
                </c:pt>
                <c:pt idx="9854">
                  <c:v>6.5870899999999999</c:v>
                </c:pt>
                <c:pt idx="9855">
                  <c:v>6.5873900000000001</c:v>
                </c:pt>
                <c:pt idx="9856">
                  <c:v>6.5876999999999999</c:v>
                </c:pt>
                <c:pt idx="9857">
                  <c:v>6.5880000000000001</c:v>
                </c:pt>
                <c:pt idx="9858">
                  <c:v>6.5883099999999999</c:v>
                </c:pt>
                <c:pt idx="9859">
                  <c:v>6.5886100000000001</c:v>
                </c:pt>
                <c:pt idx="9860">
                  <c:v>6.5889199999999999</c:v>
                </c:pt>
                <c:pt idx="9861">
                  <c:v>6.5892200000000001</c:v>
                </c:pt>
                <c:pt idx="9862">
                  <c:v>6.5895299999999999</c:v>
                </c:pt>
                <c:pt idx="9863">
                  <c:v>6.5898399999999997</c:v>
                </c:pt>
                <c:pt idx="9864">
                  <c:v>6.5901399999999999</c:v>
                </c:pt>
                <c:pt idx="9865">
                  <c:v>6.5904499999999997</c:v>
                </c:pt>
                <c:pt idx="9866">
                  <c:v>6.5907499999999999</c:v>
                </c:pt>
                <c:pt idx="9867">
                  <c:v>6.5910599999999997</c:v>
                </c:pt>
                <c:pt idx="9868">
                  <c:v>6.5913599999999999</c:v>
                </c:pt>
                <c:pt idx="9869">
                  <c:v>6.5916699999999997</c:v>
                </c:pt>
                <c:pt idx="9870">
                  <c:v>6.5919699999999999</c:v>
                </c:pt>
                <c:pt idx="9871">
                  <c:v>6.5922799999999997</c:v>
                </c:pt>
                <c:pt idx="9872">
                  <c:v>6.5925799999999999</c:v>
                </c:pt>
                <c:pt idx="9873">
                  <c:v>6.5928899999999997</c:v>
                </c:pt>
                <c:pt idx="9874">
                  <c:v>6.5931899999999999</c:v>
                </c:pt>
                <c:pt idx="9875">
                  <c:v>6.5934999999999997</c:v>
                </c:pt>
                <c:pt idx="9876">
                  <c:v>6.5938100000000004</c:v>
                </c:pt>
                <c:pt idx="9877">
                  <c:v>6.5941099999999997</c:v>
                </c:pt>
                <c:pt idx="9878">
                  <c:v>6.5944200000000004</c:v>
                </c:pt>
                <c:pt idx="9879">
                  <c:v>6.5947199999999997</c:v>
                </c:pt>
                <c:pt idx="9880">
                  <c:v>6.5950300000000004</c:v>
                </c:pt>
                <c:pt idx="9881">
                  <c:v>6.5953299999999997</c:v>
                </c:pt>
                <c:pt idx="9882">
                  <c:v>6.5956400000000004</c:v>
                </c:pt>
                <c:pt idx="9883">
                  <c:v>6.5959399999999997</c:v>
                </c:pt>
                <c:pt idx="9884">
                  <c:v>6.5962500000000004</c:v>
                </c:pt>
                <c:pt idx="9885">
                  <c:v>6.5965499999999997</c:v>
                </c:pt>
                <c:pt idx="9886">
                  <c:v>6.5968600000000004</c:v>
                </c:pt>
                <c:pt idx="9887">
                  <c:v>6.5971599999999997</c:v>
                </c:pt>
                <c:pt idx="9888">
                  <c:v>6.5974700000000004</c:v>
                </c:pt>
                <c:pt idx="9889">
                  <c:v>6.5977800000000002</c:v>
                </c:pt>
                <c:pt idx="9890">
                  <c:v>6.5980800000000004</c:v>
                </c:pt>
                <c:pt idx="9891">
                  <c:v>6.5983900000000002</c:v>
                </c:pt>
                <c:pt idx="9892">
                  <c:v>6.5986900000000004</c:v>
                </c:pt>
                <c:pt idx="9893">
                  <c:v>6.5990000000000002</c:v>
                </c:pt>
                <c:pt idx="9894">
                  <c:v>6.5993000000000004</c:v>
                </c:pt>
                <c:pt idx="9895">
                  <c:v>6.5996100000000002</c:v>
                </c:pt>
                <c:pt idx="9896">
                  <c:v>6.5999100000000004</c:v>
                </c:pt>
                <c:pt idx="9897">
                  <c:v>6.6002200000000002</c:v>
                </c:pt>
                <c:pt idx="9898">
                  <c:v>6.6005200000000004</c:v>
                </c:pt>
                <c:pt idx="9899">
                  <c:v>6.6008300000000002</c:v>
                </c:pt>
                <c:pt idx="9900">
                  <c:v>6.60114</c:v>
                </c:pt>
                <c:pt idx="9901">
                  <c:v>6.6014400000000002</c:v>
                </c:pt>
                <c:pt idx="9902">
                  <c:v>6.60175</c:v>
                </c:pt>
                <c:pt idx="9903">
                  <c:v>6.6020500000000002</c:v>
                </c:pt>
                <c:pt idx="9904">
                  <c:v>6.60236</c:v>
                </c:pt>
                <c:pt idx="9905">
                  <c:v>6.6026600000000002</c:v>
                </c:pt>
                <c:pt idx="9906">
                  <c:v>6.60297</c:v>
                </c:pt>
                <c:pt idx="9907">
                  <c:v>6.6032700000000002</c:v>
                </c:pt>
                <c:pt idx="9908">
                  <c:v>6.60358</c:v>
                </c:pt>
                <c:pt idx="9909">
                  <c:v>6.6038800000000002</c:v>
                </c:pt>
                <c:pt idx="9910">
                  <c:v>6.60419</c:v>
                </c:pt>
                <c:pt idx="9911">
                  <c:v>6.6044900000000002</c:v>
                </c:pt>
                <c:pt idx="9912">
                  <c:v>6.6048</c:v>
                </c:pt>
                <c:pt idx="9913">
                  <c:v>6.6051099999999998</c:v>
                </c:pt>
                <c:pt idx="9914">
                  <c:v>6.60541</c:v>
                </c:pt>
                <c:pt idx="9915">
                  <c:v>6.6057199999999998</c:v>
                </c:pt>
                <c:pt idx="9916">
                  <c:v>6.60602</c:v>
                </c:pt>
                <c:pt idx="9917">
                  <c:v>6.6063299999999998</c:v>
                </c:pt>
                <c:pt idx="9918">
                  <c:v>6.60663</c:v>
                </c:pt>
                <c:pt idx="9919">
                  <c:v>6.6069399999999998</c:v>
                </c:pt>
                <c:pt idx="9920">
                  <c:v>6.60724</c:v>
                </c:pt>
                <c:pt idx="9921">
                  <c:v>6.6075499999999998</c:v>
                </c:pt>
                <c:pt idx="9922">
                  <c:v>6.60785</c:v>
                </c:pt>
                <c:pt idx="9923">
                  <c:v>6.6081599999999998</c:v>
                </c:pt>
                <c:pt idx="9924">
                  <c:v>6.60846</c:v>
                </c:pt>
                <c:pt idx="9925">
                  <c:v>6.6087699999999998</c:v>
                </c:pt>
                <c:pt idx="9926">
                  <c:v>6.6090799999999996</c:v>
                </c:pt>
                <c:pt idx="9927">
                  <c:v>6.6093799999999998</c:v>
                </c:pt>
                <c:pt idx="9928">
                  <c:v>6.6096899999999996</c:v>
                </c:pt>
                <c:pt idx="9929">
                  <c:v>6.6099899999999998</c:v>
                </c:pt>
                <c:pt idx="9930">
                  <c:v>6.6102999999999996</c:v>
                </c:pt>
                <c:pt idx="9931">
                  <c:v>6.6105999999999998</c:v>
                </c:pt>
                <c:pt idx="9932">
                  <c:v>6.6109099999999996</c:v>
                </c:pt>
                <c:pt idx="9933">
                  <c:v>6.6112099999999998</c:v>
                </c:pt>
                <c:pt idx="9934">
                  <c:v>6.6115199999999996</c:v>
                </c:pt>
                <c:pt idx="9935">
                  <c:v>6.6118199999999998</c:v>
                </c:pt>
                <c:pt idx="9936">
                  <c:v>6.6121299999999996</c:v>
                </c:pt>
                <c:pt idx="9937">
                  <c:v>6.6124299999999998</c:v>
                </c:pt>
                <c:pt idx="9938">
                  <c:v>6.6127399999999996</c:v>
                </c:pt>
                <c:pt idx="9939">
                  <c:v>6.6130500000000003</c:v>
                </c:pt>
                <c:pt idx="9940">
                  <c:v>6.6133499999999996</c:v>
                </c:pt>
                <c:pt idx="9941">
                  <c:v>6.6136600000000003</c:v>
                </c:pt>
                <c:pt idx="9942">
                  <c:v>6.6139599999999996</c:v>
                </c:pt>
                <c:pt idx="9943">
                  <c:v>6.6142700000000003</c:v>
                </c:pt>
                <c:pt idx="9944">
                  <c:v>6.6145699999999996</c:v>
                </c:pt>
                <c:pt idx="9945">
                  <c:v>6.6148800000000003</c:v>
                </c:pt>
                <c:pt idx="9946">
                  <c:v>6.6151799999999996</c:v>
                </c:pt>
                <c:pt idx="9947">
                  <c:v>6.6154900000000003</c:v>
                </c:pt>
                <c:pt idx="9948">
                  <c:v>6.6157899999999996</c:v>
                </c:pt>
                <c:pt idx="9949">
                  <c:v>6.6161000000000003</c:v>
                </c:pt>
                <c:pt idx="9950">
                  <c:v>6.6163999999999996</c:v>
                </c:pt>
                <c:pt idx="9951">
                  <c:v>6.6167100000000003</c:v>
                </c:pt>
                <c:pt idx="9952">
                  <c:v>6.6170200000000001</c:v>
                </c:pt>
                <c:pt idx="9953">
                  <c:v>6.6173200000000003</c:v>
                </c:pt>
                <c:pt idx="9954">
                  <c:v>6.6176300000000001</c:v>
                </c:pt>
                <c:pt idx="9955">
                  <c:v>6.6179300000000003</c:v>
                </c:pt>
                <c:pt idx="9956">
                  <c:v>6.6182400000000001</c:v>
                </c:pt>
                <c:pt idx="9957">
                  <c:v>6.6185400000000003</c:v>
                </c:pt>
                <c:pt idx="9958">
                  <c:v>6.6188500000000001</c:v>
                </c:pt>
                <c:pt idx="9959">
                  <c:v>6.6191500000000003</c:v>
                </c:pt>
                <c:pt idx="9960">
                  <c:v>6.6194600000000001</c:v>
                </c:pt>
                <c:pt idx="9961">
                  <c:v>6.6197600000000003</c:v>
                </c:pt>
                <c:pt idx="9962">
                  <c:v>6.6200700000000001</c:v>
                </c:pt>
                <c:pt idx="9963">
                  <c:v>6.6203799999999999</c:v>
                </c:pt>
                <c:pt idx="9964">
                  <c:v>6.6206800000000001</c:v>
                </c:pt>
                <c:pt idx="9965">
                  <c:v>6.6209899999999999</c:v>
                </c:pt>
                <c:pt idx="9966">
                  <c:v>6.6212900000000001</c:v>
                </c:pt>
                <c:pt idx="9967">
                  <c:v>6.6215999999999999</c:v>
                </c:pt>
                <c:pt idx="9968">
                  <c:v>6.6219000000000001</c:v>
                </c:pt>
                <c:pt idx="9969">
                  <c:v>6.6222099999999999</c:v>
                </c:pt>
                <c:pt idx="9970">
                  <c:v>6.6225100000000001</c:v>
                </c:pt>
                <c:pt idx="9971">
                  <c:v>6.6228199999999999</c:v>
                </c:pt>
                <c:pt idx="9972">
                  <c:v>6.6231200000000001</c:v>
                </c:pt>
                <c:pt idx="9973">
                  <c:v>6.6234299999999999</c:v>
                </c:pt>
                <c:pt idx="9974">
                  <c:v>6.6237300000000001</c:v>
                </c:pt>
                <c:pt idx="9975">
                  <c:v>6.6240399999999999</c:v>
                </c:pt>
                <c:pt idx="9976">
                  <c:v>6.6243499999999997</c:v>
                </c:pt>
                <c:pt idx="9977">
                  <c:v>6.6246499999999999</c:v>
                </c:pt>
                <c:pt idx="9978">
                  <c:v>6.6249599999999997</c:v>
                </c:pt>
                <c:pt idx="9979">
                  <c:v>6.6252599999999999</c:v>
                </c:pt>
                <c:pt idx="9980">
                  <c:v>6.6255699999999997</c:v>
                </c:pt>
                <c:pt idx="9981">
                  <c:v>6.6258699999999999</c:v>
                </c:pt>
                <c:pt idx="9982">
                  <c:v>6.6261799999999997</c:v>
                </c:pt>
                <c:pt idx="9983">
                  <c:v>6.6264799999999999</c:v>
                </c:pt>
                <c:pt idx="9984">
                  <c:v>6.6267899999999997</c:v>
                </c:pt>
                <c:pt idx="9985">
                  <c:v>6.6270899999999999</c:v>
                </c:pt>
                <c:pt idx="9986">
                  <c:v>6.6273999999999997</c:v>
                </c:pt>
                <c:pt idx="9987">
                  <c:v>6.6276999999999999</c:v>
                </c:pt>
                <c:pt idx="9988">
                  <c:v>6.6280099999999997</c:v>
                </c:pt>
                <c:pt idx="9989">
                  <c:v>6.6283200000000004</c:v>
                </c:pt>
                <c:pt idx="9990">
                  <c:v>6.6286199999999997</c:v>
                </c:pt>
                <c:pt idx="9991">
                  <c:v>6.6289300000000004</c:v>
                </c:pt>
                <c:pt idx="9992">
                  <c:v>6.6292299999999997</c:v>
                </c:pt>
                <c:pt idx="9993">
                  <c:v>6.6295400000000004</c:v>
                </c:pt>
                <c:pt idx="9994">
                  <c:v>6.6298399999999997</c:v>
                </c:pt>
                <c:pt idx="9995">
                  <c:v>6.6301500000000004</c:v>
                </c:pt>
                <c:pt idx="9996">
                  <c:v>6.6304499999999997</c:v>
                </c:pt>
                <c:pt idx="9997">
                  <c:v>6.6307600000000004</c:v>
                </c:pt>
                <c:pt idx="9998">
                  <c:v>6.6310599999999997</c:v>
                </c:pt>
                <c:pt idx="9999">
                  <c:v>6.6313700000000004</c:v>
                </c:pt>
                <c:pt idx="10000">
                  <c:v>6.6316699999999997</c:v>
                </c:pt>
                <c:pt idx="10001">
                  <c:v>6.6319800000000004</c:v>
                </c:pt>
                <c:pt idx="10002">
                  <c:v>6.6322900000000002</c:v>
                </c:pt>
                <c:pt idx="10003">
                  <c:v>6.6325900000000004</c:v>
                </c:pt>
                <c:pt idx="10004">
                  <c:v>6.6329000000000002</c:v>
                </c:pt>
                <c:pt idx="10005">
                  <c:v>6.6332000000000004</c:v>
                </c:pt>
                <c:pt idx="10006">
                  <c:v>6.6335100000000002</c:v>
                </c:pt>
                <c:pt idx="10007">
                  <c:v>6.6338100000000004</c:v>
                </c:pt>
                <c:pt idx="10008">
                  <c:v>6.6341200000000002</c:v>
                </c:pt>
                <c:pt idx="10009">
                  <c:v>6.6344200000000004</c:v>
                </c:pt>
                <c:pt idx="10010">
                  <c:v>6.6347300000000002</c:v>
                </c:pt>
                <c:pt idx="10011">
                  <c:v>6.6350300000000004</c:v>
                </c:pt>
                <c:pt idx="10012">
                  <c:v>6.6353400000000002</c:v>
                </c:pt>
                <c:pt idx="10013">
                  <c:v>6.6356400000000004</c:v>
                </c:pt>
                <c:pt idx="10014">
                  <c:v>6.6359500000000002</c:v>
                </c:pt>
                <c:pt idx="10015">
                  <c:v>6.63626</c:v>
                </c:pt>
                <c:pt idx="10016">
                  <c:v>6.6365600000000002</c:v>
                </c:pt>
                <c:pt idx="10017">
                  <c:v>6.63687</c:v>
                </c:pt>
                <c:pt idx="10018">
                  <c:v>6.6371700000000002</c:v>
                </c:pt>
                <c:pt idx="10019">
                  <c:v>6.63748</c:v>
                </c:pt>
                <c:pt idx="10020">
                  <c:v>6.6377800000000002</c:v>
                </c:pt>
                <c:pt idx="10021">
                  <c:v>6.63809</c:v>
                </c:pt>
                <c:pt idx="10022">
                  <c:v>6.6383900000000002</c:v>
                </c:pt>
                <c:pt idx="10023">
                  <c:v>6.6387</c:v>
                </c:pt>
                <c:pt idx="10024">
                  <c:v>6.6390000000000002</c:v>
                </c:pt>
                <c:pt idx="10025">
                  <c:v>6.63931</c:v>
                </c:pt>
                <c:pt idx="10026">
                  <c:v>6.6396199999999999</c:v>
                </c:pt>
                <c:pt idx="10027">
                  <c:v>6.63992</c:v>
                </c:pt>
                <c:pt idx="10028">
                  <c:v>6.6402299999999999</c:v>
                </c:pt>
                <c:pt idx="10029">
                  <c:v>6.64053</c:v>
                </c:pt>
                <c:pt idx="10030">
                  <c:v>6.6408399999999999</c:v>
                </c:pt>
                <c:pt idx="10031">
                  <c:v>6.64114</c:v>
                </c:pt>
                <c:pt idx="10032">
                  <c:v>6.6414499999999999</c:v>
                </c:pt>
                <c:pt idx="10033">
                  <c:v>6.64175</c:v>
                </c:pt>
                <c:pt idx="10034">
                  <c:v>6.6420599999999999</c:v>
                </c:pt>
                <c:pt idx="10035">
                  <c:v>6.64236</c:v>
                </c:pt>
                <c:pt idx="10036">
                  <c:v>6.6426699999999999</c:v>
                </c:pt>
                <c:pt idx="10037">
                  <c:v>6.64297</c:v>
                </c:pt>
                <c:pt idx="10038">
                  <c:v>6.6432799999999999</c:v>
                </c:pt>
                <c:pt idx="10039">
                  <c:v>6.6435899999999997</c:v>
                </c:pt>
                <c:pt idx="10040">
                  <c:v>6.6438899999999999</c:v>
                </c:pt>
                <c:pt idx="10041">
                  <c:v>6.6441999999999997</c:v>
                </c:pt>
                <c:pt idx="10042">
                  <c:v>6.6444999999999999</c:v>
                </c:pt>
                <c:pt idx="10043">
                  <c:v>6.6448099999999997</c:v>
                </c:pt>
                <c:pt idx="10044">
                  <c:v>6.6451099999999999</c:v>
                </c:pt>
                <c:pt idx="10045">
                  <c:v>6.6454199999999997</c:v>
                </c:pt>
                <c:pt idx="10046">
                  <c:v>6.6457199999999998</c:v>
                </c:pt>
                <c:pt idx="10047">
                  <c:v>6.6460299999999997</c:v>
                </c:pt>
                <c:pt idx="10048">
                  <c:v>6.6463299999999998</c:v>
                </c:pt>
                <c:pt idx="10049">
                  <c:v>6.6466399999999997</c:v>
                </c:pt>
                <c:pt idx="10050">
                  <c:v>6.6469399999999998</c:v>
                </c:pt>
                <c:pt idx="10051">
                  <c:v>6.6472499999999997</c:v>
                </c:pt>
                <c:pt idx="10052">
                  <c:v>6.6475600000000004</c:v>
                </c:pt>
                <c:pt idx="10053">
                  <c:v>6.6478599999999997</c:v>
                </c:pt>
                <c:pt idx="10054">
                  <c:v>6.6481700000000004</c:v>
                </c:pt>
                <c:pt idx="10055">
                  <c:v>6.6484699999999997</c:v>
                </c:pt>
                <c:pt idx="10056">
                  <c:v>6.6487800000000004</c:v>
                </c:pt>
                <c:pt idx="10057">
                  <c:v>6.6490799999999997</c:v>
                </c:pt>
                <c:pt idx="10058">
                  <c:v>6.6493900000000004</c:v>
                </c:pt>
                <c:pt idx="10059">
                  <c:v>6.6496899999999997</c:v>
                </c:pt>
                <c:pt idx="10060">
                  <c:v>6.65</c:v>
                </c:pt>
                <c:pt idx="10061">
                  <c:v>6.6502999999999997</c:v>
                </c:pt>
                <c:pt idx="10062">
                  <c:v>6.6506100000000004</c:v>
                </c:pt>
                <c:pt idx="10063">
                  <c:v>6.6509099999999997</c:v>
                </c:pt>
                <c:pt idx="10064">
                  <c:v>6.6512200000000004</c:v>
                </c:pt>
                <c:pt idx="10065">
                  <c:v>6.6515300000000002</c:v>
                </c:pt>
                <c:pt idx="10066">
                  <c:v>6.6518300000000004</c:v>
                </c:pt>
                <c:pt idx="10067">
                  <c:v>6.6521400000000002</c:v>
                </c:pt>
                <c:pt idx="10068">
                  <c:v>6.6524400000000004</c:v>
                </c:pt>
                <c:pt idx="10069">
                  <c:v>6.6527500000000002</c:v>
                </c:pt>
                <c:pt idx="10070">
                  <c:v>6.6530500000000004</c:v>
                </c:pt>
                <c:pt idx="10071">
                  <c:v>6.6533600000000002</c:v>
                </c:pt>
                <c:pt idx="10072">
                  <c:v>6.6536600000000004</c:v>
                </c:pt>
                <c:pt idx="10073">
                  <c:v>6.6539700000000002</c:v>
                </c:pt>
                <c:pt idx="10074">
                  <c:v>6.6542700000000004</c:v>
                </c:pt>
                <c:pt idx="10075">
                  <c:v>6.6545800000000002</c:v>
                </c:pt>
                <c:pt idx="10076">
                  <c:v>6.6548800000000004</c:v>
                </c:pt>
                <c:pt idx="10077">
                  <c:v>6.6551900000000002</c:v>
                </c:pt>
                <c:pt idx="10078">
                  <c:v>6.6555</c:v>
                </c:pt>
                <c:pt idx="10079">
                  <c:v>6.6558000000000002</c:v>
                </c:pt>
                <c:pt idx="10080">
                  <c:v>6.65611</c:v>
                </c:pt>
                <c:pt idx="10081">
                  <c:v>6.6564100000000002</c:v>
                </c:pt>
                <c:pt idx="10082">
                  <c:v>6.65672</c:v>
                </c:pt>
                <c:pt idx="10083">
                  <c:v>6.6570200000000002</c:v>
                </c:pt>
                <c:pt idx="10084">
                  <c:v>6.65733</c:v>
                </c:pt>
                <c:pt idx="10085">
                  <c:v>6.6576300000000002</c:v>
                </c:pt>
                <c:pt idx="10086">
                  <c:v>6.65794</c:v>
                </c:pt>
                <c:pt idx="10087">
                  <c:v>6.6582400000000002</c:v>
                </c:pt>
                <c:pt idx="10088">
                  <c:v>6.65855</c:v>
                </c:pt>
                <c:pt idx="10089">
                  <c:v>6.6588599999999998</c:v>
                </c:pt>
                <c:pt idx="10090">
                  <c:v>6.65916</c:v>
                </c:pt>
                <c:pt idx="10091">
                  <c:v>6.6594699999999998</c:v>
                </c:pt>
                <c:pt idx="10092">
                  <c:v>6.65977</c:v>
                </c:pt>
                <c:pt idx="10093">
                  <c:v>6.6600799999999998</c:v>
                </c:pt>
                <c:pt idx="10094">
                  <c:v>6.66038</c:v>
                </c:pt>
                <c:pt idx="10095">
                  <c:v>6.6606899999999998</c:v>
                </c:pt>
                <c:pt idx="10096">
                  <c:v>6.66099</c:v>
                </c:pt>
                <c:pt idx="10097">
                  <c:v>6.6612999999999998</c:v>
                </c:pt>
                <c:pt idx="10098">
                  <c:v>6.6616</c:v>
                </c:pt>
                <c:pt idx="10099">
                  <c:v>6.6619099999999998</c:v>
                </c:pt>
                <c:pt idx="10100">
                  <c:v>6.66221</c:v>
                </c:pt>
                <c:pt idx="10101">
                  <c:v>6.6625199999999998</c:v>
                </c:pt>
                <c:pt idx="10102">
                  <c:v>6.6628299999999996</c:v>
                </c:pt>
                <c:pt idx="10103">
                  <c:v>6.6631299999999998</c:v>
                </c:pt>
                <c:pt idx="10104">
                  <c:v>6.6634399999999996</c:v>
                </c:pt>
                <c:pt idx="10105">
                  <c:v>6.6637399999999998</c:v>
                </c:pt>
                <c:pt idx="10106">
                  <c:v>6.6640499999999996</c:v>
                </c:pt>
                <c:pt idx="10107">
                  <c:v>6.6643499999999998</c:v>
                </c:pt>
                <c:pt idx="10108">
                  <c:v>6.6646599999999996</c:v>
                </c:pt>
                <c:pt idx="10109">
                  <c:v>6.6649599999999998</c:v>
                </c:pt>
                <c:pt idx="10110">
                  <c:v>6.6652699999999996</c:v>
                </c:pt>
                <c:pt idx="10111">
                  <c:v>6.6655699999999998</c:v>
                </c:pt>
                <c:pt idx="10112">
                  <c:v>6.6658799999999996</c:v>
                </c:pt>
                <c:pt idx="10113">
                  <c:v>6.6661799999999998</c:v>
                </c:pt>
                <c:pt idx="10114">
                  <c:v>6.6664899999999996</c:v>
                </c:pt>
                <c:pt idx="10115">
                  <c:v>6.6668000000000003</c:v>
                </c:pt>
                <c:pt idx="10116">
                  <c:v>6.6670999999999996</c:v>
                </c:pt>
                <c:pt idx="10117">
                  <c:v>6.6674100000000003</c:v>
                </c:pt>
                <c:pt idx="10118">
                  <c:v>6.6677099999999996</c:v>
                </c:pt>
                <c:pt idx="10119">
                  <c:v>6.6680200000000003</c:v>
                </c:pt>
                <c:pt idx="10120">
                  <c:v>6.6683199999999996</c:v>
                </c:pt>
                <c:pt idx="10121">
                  <c:v>6.6686300000000003</c:v>
                </c:pt>
                <c:pt idx="10122">
                  <c:v>6.6689299999999996</c:v>
                </c:pt>
                <c:pt idx="10123">
                  <c:v>6.6692400000000003</c:v>
                </c:pt>
                <c:pt idx="10124">
                  <c:v>6.6695399999999996</c:v>
                </c:pt>
                <c:pt idx="10125">
                  <c:v>6.6698500000000003</c:v>
                </c:pt>
                <c:pt idx="10126">
                  <c:v>6.6701499999999996</c:v>
                </c:pt>
                <c:pt idx="10127">
                  <c:v>6.6704600000000003</c:v>
                </c:pt>
                <c:pt idx="10128">
                  <c:v>6.6707700000000001</c:v>
                </c:pt>
                <c:pt idx="10129">
                  <c:v>6.6710700000000003</c:v>
                </c:pt>
                <c:pt idx="10130">
                  <c:v>6.6713800000000001</c:v>
                </c:pt>
                <c:pt idx="10131">
                  <c:v>6.6716800000000003</c:v>
                </c:pt>
                <c:pt idx="10132">
                  <c:v>6.6719900000000001</c:v>
                </c:pt>
                <c:pt idx="10133">
                  <c:v>6.6722900000000003</c:v>
                </c:pt>
                <c:pt idx="10134">
                  <c:v>6.6726000000000001</c:v>
                </c:pt>
                <c:pt idx="10135">
                  <c:v>6.6729000000000003</c:v>
                </c:pt>
                <c:pt idx="10136">
                  <c:v>6.6732100000000001</c:v>
                </c:pt>
                <c:pt idx="10137">
                  <c:v>6.6735100000000003</c:v>
                </c:pt>
                <c:pt idx="10138">
                  <c:v>6.6738200000000001</c:v>
                </c:pt>
                <c:pt idx="10139">
                  <c:v>6.6741299999999999</c:v>
                </c:pt>
                <c:pt idx="10140">
                  <c:v>6.6744300000000001</c:v>
                </c:pt>
                <c:pt idx="10141">
                  <c:v>6.6747399999999999</c:v>
                </c:pt>
                <c:pt idx="10142">
                  <c:v>6.6750400000000001</c:v>
                </c:pt>
                <c:pt idx="10143">
                  <c:v>6.6753499999999999</c:v>
                </c:pt>
                <c:pt idx="10144">
                  <c:v>6.6756500000000001</c:v>
                </c:pt>
                <c:pt idx="10145">
                  <c:v>6.6759599999999999</c:v>
                </c:pt>
                <c:pt idx="10146">
                  <c:v>6.6762600000000001</c:v>
                </c:pt>
                <c:pt idx="10147">
                  <c:v>6.6765699999999999</c:v>
                </c:pt>
                <c:pt idx="10148">
                  <c:v>6.6768700000000001</c:v>
                </c:pt>
                <c:pt idx="10149">
                  <c:v>6.6771799999999999</c:v>
                </c:pt>
                <c:pt idx="10150">
                  <c:v>6.6774800000000001</c:v>
                </c:pt>
                <c:pt idx="10151">
                  <c:v>6.6777899999999999</c:v>
                </c:pt>
                <c:pt idx="10152">
                  <c:v>6.6780999999999997</c:v>
                </c:pt>
                <c:pt idx="10153">
                  <c:v>6.6783999999999999</c:v>
                </c:pt>
                <c:pt idx="10154">
                  <c:v>6.6787099999999997</c:v>
                </c:pt>
                <c:pt idx="10155">
                  <c:v>6.6790099999999999</c:v>
                </c:pt>
                <c:pt idx="10156">
                  <c:v>6.6793199999999997</c:v>
                </c:pt>
                <c:pt idx="10157">
                  <c:v>6.6796199999999999</c:v>
                </c:pt>
                <c:pt idx="10158">
                  <c:v>6.6799299999999997</c:v>
                </c:pt>
                <c:pt idx="10159">
                  <c:v>6.6802299999999999</c:v>
                </c:pt>
                <c:pt idx="10160">
                  <c:v>6.6805399999999997</c:v>
                </c:pt>
                <c:pt idx="10161">
                  <c:v>6.6808399999999999</c:v>
                </c:pt>
                <c:pt idx="10162">
                  <c:v>6.6811499999999997</c:v>
                </c:pt>
                <c:pt idx="10163">
                  <c:v>6.6814499999999999</c:v>
                </c:pt>
                <c:pt idx="10164">
                  <c:v>6.6817599999999997</c:v>
                </c:pt>
                <c:pt idx="10165">
                  <c:v>6.6820700000000004</c:v>
                </c:pt>
                <c:pt idx="10166">
                  <c:v>6.6823699999999997</c:v>
                </c:pt>
                <c:pt idx="10167">
                  <c:v>6.6826800000000004</c:v>
                </c:pt>
                <c:pt idx="10168">
                  <c:v>6.6829799999999997</c:v>
                </c:pt>
                <c:pt idx="10169">
                  <c:v>6.6832900000000004</c:v>
                </c:pt>
                <c:pt idx="10170">
                  <c:v>6.6835899999999997</c:v>
                </c:pt>
                <c:pt idx="10171">
                  <c:v>6.6839000000000004</c:v>
                </c:pt>
                <c:pt idx="10172">
                  <c:v>6.6841999999999997</c:v>
                </c:pt>
                <c:pt idx="10173">
                  <c:v>6.6845100000000004</c:v>
                </c:pt>
                <c:pt idx="10174">
                  <c:v>6.6848099999999997</c:v>
                </c:pt>
                <c:pt idx="10175">
                  <c:v>6.6851200000000004</c:v>
                </c:pt>
                <c:pt idx="10176">
                  <c:v>6.6854199999999997</c:v>
                </c:pt>
                <c:pt idx="10177">
                  <c:v>6.6857300000000004</c:v>
                </c:pt>
                <c:pt idx="10178">
                  <c:v>6.6860400000000002</c:v>
                </c:pt>
                <c:pt idx="10179">
                  <c:v>6.6863400000000004</c:v>
                </c:pt>
                <c:pt idx="10180">
                  <c:v>6.6866500000000002</c:v>
                </c:pt>
                <c:pt idx="10181">
                  <c:v>6.6869500000000004</c:v>
                </c:pt>
                <c:pt idx="10182">
                  <c:v>6.6872600000000002</c:v>
                </c:pt>
                <c:pt idx="10183">
                  <c:v>6.6875600000000004</c:v>
                </c:pt>
                <c:pt idx="10184">
                  <c:v>6.6878700000000002</c:v>
                </c:pt>
                <c:pt idx="10185">
                  <c:v>6.6881700000000004</c:v>
                </c:pt>
                <c:pt idx="10186">
                  <c:v>6.6884800000000002</c:v>
                </c:pt>
                <c:pt idx="10187">
                  <c:v>6.6887800000000004</c:v>
                </c:pt>
                <c:pt idx="10188">
                  <c:v>6.6890900000000002</c:v>
                </c:pt>
                <c:pt idx="10189">
                  <c:v>6.6893900000000004</c:v>
                </c:pt>
                <c:pt idx="10190">
                  <c:v>6.6897000000000002</c:v>
                </c:pt>
                <c:pt idx="10191">
                  <c:v>6.69001</c:v>
                </c:pt>
                <c:pt idx="10192">
                  <c:v>6.6903100000000002</c:v>
                </c:pt>
                <c:pt idx="10193">
                  <c:v>6.69062</c:v>
                </c:pt>
                <c:pt idx="10194">
                  <c:v>6.6909200000000002</c:v>
                </c:pt>
                <c:pt idx="10195">
                  <c:v>6.69123</c:v>
                </c:pt>
                <c:pt idx="10196">
                  <c:v>6.6915300000000002</c:v>
                </c:pt>
                <c:pt idx="10197">
                  <c:v>6.69184</c:v>
                </c:pt>
                <c:pt idx="10198">
                  <c:v>6.6921400000000002</c:v>
                </c:pt>
                <c:pt idx="10199">
                  <c:v>6.69245</c:v>
                </c:pt>
                <c:pt idx="10200">
                  <c:v>6.6927500000000002</c:v>
                </c:pt>
                <c:pt idx="10201">
                  <c:v>6.69306</c:v>
                </c:pt>
                <c:pt idx="10202">
                  <c:v>6.6933699999999998</c:v>
                </c:pt>
                <c:pt idx="10203">
                  <c:v>6.69367</c:v>
                </c:pt>
                <c:pt idx="10204">
                  <c:v>6.6939799999999998</c:v>
                </c:pt>
                <c:pt idx="10205">
                  <c:v>6.69428</c:v>
                </c:pt>
                <c:pt idx="10206">
                  <c:v>6.6945899999999998</c:v>
                </c:pt>
                <c:pt idx="10207">
                  <c:v>6.69489</c:v>
                </c:pt>
                <c:pt idx="10208">
                  <c:v>6.6951999999999998</c:v>
                </c:pt>
                <c:pt idx="10209">
                  <c:v>6.6955</c:v>
                </c:pt>
                <c:pt idx="10210">
                  <c:v>6.6958099999999998</c:v>
                </c:pt>
                <c:pt idx="10211">
                  <c:v>6.69611</c:v>
                </c:pt>
                <c:pt idx="10212">
                  <c:v>6.6964199999999998</c:v>
                </c:pt>
                <c:pt idx="10213">
                  <c:v>6.69672</c:v>
                </c:pt>
                <c:pt idx="10214">
                  <c:v>6.6970299999999998</c:v>
                </c:pt>
                <c:pt idx="10215">
                  <c:v>6.6973399999999996</c:v>
                </c:pt>
                <c:pt idx="10216">
                  <c:v>6.6976399999999998</c:v>
                </c:pt>
                <c:pt idx="10217">
                  <c:v>6.6979499999999996</c:v>
                </c:pt>
                <c:pt idx="10218">
                  <c:v>6.6982499999999998</c:v>
                </c:pt>
                <c:pt idx="10219">
                  <c:v>6.6985599999999996</c:v>
                </c:pt>
                <c:pt idx="10220">
                  <c:v>6.6988599999999998</c:v>
                </c:pt>
                <c:pt idx="10221">
                  <c:v>6.6991699999999996</c:v>
                </c:pt>
                <c:pt idx="10222">
                  <c:v>6.6994699999999998</c:v>
                </c:pt>
                <c:pt idx="10223">
                  <c:v>6.6997799999999996</c:v>
                </c:pt>
                <c:pt idx="10224">
                  <c:v>6.7000799999999998</c:v>
                </c:pt>
                <c:pt idx="10225">
                  <c:v>6.7003899999999996</c:v>
                </c:pt>
                <c:pt idx="10226">
                  <c:v>6.7006899999999998</c:v>
                </c:pt>
                <c:pt idx="10227">
                  <c:v>6.7009999999999996</c:v>
                </c:pt>
                <c:pt idx="10228">
                  <c:v>6.7013100000000003</c:v>
                </c:pt>
                <c:pt idx="10229">
                  <c:v>6.7016099999999996</c:v>
                </c:pt>
                <c:pt idx="10230">
                  <c:v>6.7019200000000003</c:v>
                </c:pt>
                <c:pt idx="10231">
                  <c:v>6.7022199999999996</c:v>
                </c:pt>
                <c:pt idx="10232">
                  <c:v>6.7025300000000003</c:v>
                </c:pt>
                <c:pt idx="10233">
                  <c:v>6.7028299999999996</c:v>
                </c:pt>
                <c:pt idx="10234">
                  <c:v>6.7031400000000003</c:v>
                </c:pt>
                <c:pt idx="10235">
                  <c:v>6.7034399999999996</c:v>
                </c:pt>
                <c:pt idx="10236">
                  <c:v>6.7037500000000003</c:v>
                </c:pt>
                <c:pt idx="10237">
                  <c:v>6.7040499999999996</c:v>
                </c:pt>
                <c:pt idx="10238">
                  <c:v>6.7043600000000003</c:v>
                </c:pt>
                <c:pt idx="10239">
                  <c:v>6.7046599999999996</c:v>
                </c:pt>
                <c:pt idx="10240">
                  <c:v>6.7049700000000003</c:v>
                </c:pt>
                <c:pt idx="10241">
                  <c:v>6.7052800000000001</c:v>
                </c:pt>
                <c:pt idx="10242">
                  <c:v>6.7055800000000003</c:v>
                </c:pt>
                <c:pt idx="10243">
                  <c:v>6.7058900000000001</c:v>
                </c:pt>
                <c:pt idx="10244">
                  <c:v>6.7061900000000003</c:v>
                </c:pt>
                <c:pt idx="10245">
                  <c:v>6.7065000000000001</c:v>
                </c:pt>
                <c:pt idx="10246">
                  <c:v>6.7068000000000003</c:v>
                </c:pt>
                <c:pt idx="10247">
                  <c:v>6.7071100000000001</c:v>
                </c:pt>
                <c:pt idx="10248">
                  <c:v>6.7074100000000003</c:v>
                </c:pt>
                <c:pt idx="10249">
                  <c:v>6.7077200000000001</c:v>
                </c:pt>
                <c:pt idx="10250">
                  <c:v>6.7080200000000003</c:v>
                </c:pt>
                <c:pt idx="10251">
                  <c:v>6.7083300000000001</c:v>
                </c:pt>
                <c:pt idx="10252">
                  <c:v>6.7086300000000003</c:v>
                </c:pt>
                <c:pt idx="10253">
                  <c:v>6.7089400000000001</c:v>
                </c:pt>
                <c:pt idx="10254">
                  <c:v>6.7092499999999999</c:v>
                </c:pt>
                <c:pt idx="10255">
                  <c:v>6.7095500000000001</c:v>
                </c:pt>
                <c:pt idx="10256">
                  <c:v>6.7098599999999999</c:v>
                </c:pt>
                <c:pt idx="10257">
                  <c:v>6.7101600000000001</c:v>
                </c:pt>
                <c:pt idx="10258">
                  <c:v>6.7104699999999999</c:v>
                </c:pt>
                <c:pt idx="10259">
                  <c:v>6.7107700000000001</c:v>
                </c:pt>
                <c:pt idx="10260">
                  <c:v>6.7110799999999999</c:v>
                </c:pt>
                <c:pt idx="10261">
                  <c:v>6.7113800000000001</c:v>
                </c:pt>
                <c:pt idx="10262">
                  <c:v>6.7116899999999999</c:v>
                </c:pt>
                <c:pt idx="10263">
                  <c:v>6.7119900000000001</c:v>
                </c:pt>
                <c:pt idx="10264">
                  <c:v>6.7122999999999999</c:v>
                </c:pt>
                <c:pt idx="10265">
                  <c:v>6.7126099999999997</c:v>
                </c:pt>
                <c:pt idx="10266">
                  <c:v>6.7129099999999999</c:v>
                </c:pt>
                <c:pt idx="10267">
                  <c:v>6.7132199999999997</c:v>
                </c:pt>
                <c:pt idx="10268">
                  <c:v>6.7135199999999999</c:v>
                </c:pt>
                <c:pt idx="10269">
                  <c:v>6.7138299999999997</c:v>
                </c:pt>
                <c:pt idx="10270">
                  <c:v>6.7141299999999999</c:v>
                </c:pt>
                <c:pt idx="10271">
                  <c:v>6.7144399999999997</c:v>
                </c:pt>
                <c:pt idx="10272">
                  <c:v>6.7147399999999999</c:v>
                </c:pt>
                <c:pt idx="10273">
                  <c:v>6.7150499999999997</c:v>
                </c:pt>
                <c:pt idx="10274">
                  <c:v>6.7153499999999999</c:v>
                </c:pt>
                <c:pt idx="10275">
                  <c:v>6.7156599999999997</c:v>
                </c:pt>
                <c:pt idx="10276">
                  <c:v>6.7159599999999999</c:v>
                </c:pt>
                <c:pt idx="10277">
                  <c:v>6.7162699999999997</c:v>
                </c:pt>
                <c:pt idx="10278">
                  <c:v>6.7165800000000004</c:v>
                </c:pt>
                <c:pt idx="10279">
                  <c:v>6.7168799999999997</c:v>
                </c:pt>
                <c:pt idx="10280">
                  <c:v>6.7171900000000004</c:v>
                </c:pt>
                <c:pt idx="10281">
                  <c:v>6.7174899999999997</c:v>
                </c:pt>
                <c:pt idx="10282">
                  <c:v>6.7178000000000004</c:v>
                </c:pt>
                <c:pt idx="10283">
                  <c:v>6.7180999999999997</c:v>
                </c:pt>
                <c:pt idx="10284">
                  <c:v>6.7184100000000004</c:v>
                </c:pt>
                <c:pt idx="10285">
                  <c:v>6.7187099999999997</c:v>
                </c:pt>
                <c:pt idx="10286">
                  <c:v>6.7190200000000004</c:v>
                </c:pt>
                <c:pt idx="10287">
                  <c:v>6.7193199999999997</c:v>
                </c:pt>
                <c:pt idx="10288">
                  <c:v>6.7196300000000004</c:v>
                </c:pt>
                <c:pt idx="10289">
                  <c:v>6.7199299999999997</c:v>
                </c:pt>
                <c:pt idx="10290">
                  <c:v>6.7202400000000004</c:v>
                </c:pt>
                <c:pt idx="10291">
                  <c:v>6.7205500000000002</c:v>
                </c:pt>
                <c:pt idx="10292">
                  <c:v>6.7208500000000004</c:v>
                </c:pt>
                <c:pt idx="10293">
                  <c:v>6.7211600000000002</c:v>
                </c:pt>
                <c:pt idx="10294">
                  <c:v>6.7214600000000004</c:v>
                </c:pt>
                <c:pt idx="10295">
                  <c:v>6.7217700000000002</c:v>
                </c:pt>
                <c:pt idx="10296">
                  <c:v>6.7220700000000004</c:v>
                </c:pt>
                <c:pt idx="10297">
                  <c:v>6.7223800000000002</c:v>
                </c:pt>
                <c:pt idx="10298">
                  <c:v>6.7226800000000004</c:v>
                </c:pt>
                <c:pt idx="10299">
                  <c:v>6.7229900000000002</c:v>
                </c:pt>
                <c:pt idx="10300">
                  <c:v>6.7232900000000004</c:v>
                </c:pt>
                <c:pt idx="10301">
                  <c:v>6.7236000000000002</c:v>
                </c:pt>
                <c:pt idx="10302">
                  <c:v>6.7239000000000004</c:v>
                </c:pt>
                <c:pt idx="10303">
                  <c:v>6.7242100000000002</c:v>
                </c:pt>
                <c:pt idx="10304">
                  <c:v>6.7245200000000001</c:v>
                </c:pt>
                <c:pt idx="10305">
                  <c:v>6.7248200000000002</c:v>
                </c:pt>
                <c:pt idx="10306">
                  <c:v>6.7251300000000001</c:v>
                </c:pt>
                <c:pt idx="10307">
                  <c:v>6.7254300000000002</c:v>
                </c:pt>
                <c:pt idx="10308">
                  <c:v>6.7257400000000001</c:v>
                </c:pt>
                <c:pt idx="10309">
                  <c:v>6.7260400000000002</c:v>
                </c:pt>
                <c:pt idx="10310">
                  <c:v>6.7263500000000001</c:v>
                </c:pt>
                <c:pt idx="10311">
                  <c:v>6.7266500000000002</c:v>
                </c:pt>
                <c:pt idx="10312">
                  <c:v>6.7269600000000001</c:v>
                </c:pt>
                <c:pt idx="10313">
                  <c:v>6.7272600000000002</c:v>
                </c:pt>
                <c:pt idx="10314">
                  <c:v>6.7275700000000001</c:v>
                </c:pt>
                <c:pt idx="10315">
                  <c:v>6.7278799999999999</c:v>
                </c:pt>
                <c:pt idx="10316">
                  <c:v>6.72818</c:v>
                </c:pt>
                <c:pt idx="10317">
                  <c:v>6.7284899999999999</c:v>
                </c:pt>
                <c:pt idx="10318">
                  <c:v>6.72879</c:v>
                </c:pt>
                <c:pt idx="10319">
                  <c:v>6.7290999999999999</c:v>
                </c:pt>
                <c:pt idx="10320">
                  <c:v>6.7294</c:v>
                </c:pt>
                <c:pt idx="10321">
                  <c:v>6.7297099999999999</c:v>
                </c:pt>
                <c:pt idx="10322">
                  <c:v>6.73001</c:v>
                </c:pt>
                <c:pt idx="10323">
                  <c:v>6.7303199999999999</c:v>
                </c:pt>
                <c:pt idx="10324">
                  <c:v>6.73062</c:v>
                </c:pt>
                <c:pt idx="10325">
                  <c:v>6.7309299999999999</c:v>
                </c:pt>
                <c:pt idx="10326">
                  <c:v>6.73123</c:v>
                </c:pt>
                <c:pt idx="10327">
                  <c:v>6.7315399999999999</c:v>
                </c:pt>
                <c:pt idx="10328">
                  <c:v>6.7318499999999997</c:v>
                </c:pt>
                <c:pt idx="10329">
                  <c:v>6.7321499999999999</c:v>
                </c:pt>
                <c:pt idx="10330">
                  <c:v>6.7324599999999997</c:v>
                </c:pt>
                <c:pt idx="10331">
                  <c:v>6.7327599999999999</c:v>
                </c:pt>
                <c:pt idx="10332">
                  <c:v>6.7330699999999997</c:v>
                </c:pt>
                <c:pt idx="10333">
                  <c:v>6.7333699999999999</c:v>
                </c:pt>
                <c:pt idx="10334">
                  <c:v>6.7336799999999997</c:v>
                </c:pt>
                <c:pt idx="10335">
                  <c:v>6.7339799999999999</c:v>
                </c:pt>
                <c:pt idx="10336">
                  <c:v>6.7342899999999997</c:v>
                </c:pt>
                <c:pt idx="10337">
                  <c:v>6.7345899999999999</c:v>
                </c:pt>
                <c:pt idx="10338">
                  <c:v>6.7348999999999997</c:v>
                </c:pt>
                <c:pt idx="10339">
                  <c:v>6.7351999999999999</c:v>
                </c:pt>
                <c:pt idx="10340">
                  <c:v>6.7355099999999997</c:v>
                </c:pt>
                <c:pt idx="10341">
                  <c:v>6.7358200000000004</c:v>
                </c:pt>
                <c:pt idx="10342">
                  <c:v>6.7361199999999997</c:v>
                </c:pt>
                <c:pt idx="10343">
                  <c:v>6.7364300000000004</c:v>
                </c:pt>
                <c:pt idx="10344">
                  <c:v>6.7367299999999997</c:v>
                </c:pt>
                <c:pt idx="10345">
                  <c:v>6.7370400000000004</c:v>
                </c:pt>
                <c:pt idx="10346">
                  <c:v>6.7373399999999997</c:v>
                </c:pt>
                <c:pt idx="10347">
                  <c:v>6.7376500000000004</c:v>
                </c:pt>
                <c:pt idx="10348">
                  <c:v>6.7379499999999997</c:v>
                </c:pt>
                <c:pt idx="10349">
                  <c:v>6.7382600000000004</c:v>
                </c:pt>
                <c:pt idx="10350">
                  <c:v>6.7385599999999997</c:v>
                </c:pt>
                <c:pt idx="10351">
                  <c:v>6.7388700000000004</c:v>
                </c:pt>
                <c:pt idx="10352">
                  <c:v>6.7391699999999997</c:v>
                </c:pt>
                <c:pt idx="10353">
                  <c:v>6.7394800000000004</c:v>
                </c:pt>
                <c:pt idx="10354">
                  <c:v>6.7397900000000002</c:v>
                </c:pt>
                <c:pt idx="10355">
                  <c:v>6.7400900000000004</c:v>
                </c:pt>
                <c:pt idx="10356">
                  <c:v>6.7404000000000002</c:v>
                </c:pt>
                <c:pt idx="10357">
                  <c:v>6.7407000000000004</c:v>
                </c:pt>
                <c:pt idx="10358">
                  <c:v>6.7410100000000002</c:v>
                </c:pt>
                <c:pt idx="10359">
                  <c:v>6.7413100000000004</c:v>
                </c:pt>
                <c:pt idx="10360">
                  <c:v>6.7416200000000002</c:v>
                </c:pt>
                <c:pt idx="10361">
                  <c:v>6.7419200000000004</c:v>
                </c:pt>
                <c:pt idx="10362">
                  <c:v>6.7422300000000002</c:v>
                </c:pt>
                <c:pt idx="10363">
                  <c:v>6.7425300000000004</c:v>
                </c:pt>
                <c:pt idx="10364">
                  <c:v>6.7428400000000002</c:v>
                </c:pt>
                <c:pt idx="10365">
                  <c:v>6.7431400000000004</c:v>
                </c:pt>
                <c:pt idx="10366">
                  <c:v>6.7434500000000002</c:v>
                </c:pt>
                <c:pt idx="10367">
                  <c:v>6.74376</c:v>
                </c:pt>
                <c:pt idx="10368">
                  <c:v>6.7440600000000002</c:v>
                </c:pt>
                <c:pt idx="10369">
                  <c:v>6.74437</c:v>
                </c:pt>
                <c:pt idx="10370">
                  <c:v>6.7446700000000002</c:v>
                </c:pt>
                <c:pt idx="10371">
                  <c:v>6.74498</c:v>
                </c:pt>
                <c:pt idx="10372">
                  <c:v>6.7452800000000002</c:v>
                </c:pt>
                <c:pt idx="10373">
                  <c:v>6.74559</c:v>
                </c:pt>
                <c:pt idx="10374">
                  <c:v>6.7458900000000002</c:v>
                </c:pt>
                <c:pt idx="10375">
                  <c:v>6.7462</c:v>
                </c:pt>
                <c:pt idx="10376">
                  <c:v>6.7465000000000002</c:v>
                </c:pt>
                <c:pt idx="10377">
                  <c:v>6.74681</c:v>
                </c:pt>
                <c:pt idx="10378">
                  <c:v>6.7471199999999998</c:v>
                </c:pt>
                <c:pt idx="10379">
                  <c:v>6.74742</c:v>
                </c:pt>
                <c:pt idx="10380">
                  <c:v>6.7477299999999998</c:v>
                </c:pt>
                <c:pt idx="10381">
                  <c:v>6.74803</c:v>
                </c:pt>
                <c:pt idx="10382">
                  <c:v>6.7483399999999998</c:v>
                </c:pt>
                <c:pt idx="10383">
                  <c:v>6.74864</c:v>
                </c:pt>
                <c:pt idx="10384">
                  <c:v>6.7489499999999998</c:v>
                </c:pt>
                <c:pt idx="10385">
                  <c:v>6.74925</c:v>
                </c:pt>
                <c:pt idx="10386">
                  <c:v>6.7495599999999998</c:v>
                </c:pt>
                <c:pt idx="10387">
                  <c:v>6.74986</c:v>
                </c:pt>
                <c:pt idx="10388">
                  <c:v>6.7501699999999998</c:v>
                </c:pt>
                <c:pt idx="10389">
                  <c:v>6.75047</c:v>
                </c:pt>
                <c:pt idx="10390">
                  <c:v>6.7507799999999998</c:v>
                </c:pt>
                <c:pt idx="10391">
                  <c:v>6.7510899999999996</c:v>
                </c:pt>
                <c:pt idx="10392">
                  <c:v>6.7513899999999998</c:v>
                </c:pt>
                <c:pt idx="10393">
                  <c:v>6.7516999999999996</c:v>
                </c:pt>
                <c:pt idx="10394">
                  <c:v>6.7519999999999998</c:v>
                </c:pt>
                <c:pt idx="10395">
                  <c:v>6.7523099999999996</c:v>
                </c:pt>
                <c:pt idx="10396">
                  <c:v>6.7526099999999998</c:v>
                </c:pt>
                <c:pt idx="10397">
                  <c:v>6.7529199999999996</c:v>
                </c:pt>
                <c:pt idx="10398">
                  <c:v>6.7532199999999998</c:v>
                </c:pt>
                <c:pt idx="10399">
                  <c:v>6.7535299999999996</c:v>
                </c:pt>
                <c:pt idx="10400">
                  <c:v>6.7538299999999998</c:v>
                </c:pt>
                <c:pt idx="10401">
                  <c:v>6.7541399999999996</c:v>
                </c:pt>
                <c:pt idx="10402">
                  <c:v>6.7544399999999998</c:v>
                </c:pt>
                <c:pt idx="10403">
                  <c:v>6.7547499999999996</c:v>
                </c:pt>
                <c:pt idx="10404">
                  <c:v>6.7550600000000003</c:v>
                </c:pt>
                <c:pt idx="10405">
                  <c:v>6.7553599999999996</c:v>
                </c:pt>
                <c:pt idx="10406">
                  <c:v>6.7556700000000003</c:v>
                </c:pt>
                <c:pt idx="10407">
                  <c:v>6.7559699999999996</c:v>
                </c:pt>
                <c:pt idx="10408">
                  <c:v>6.7562800000000003</c:v>
                </c:pt>
                <c:pt idx="10409">
                  <c:v>6.7565799999999996</c:v>
                </c:pt>
                <c:pt idx="10410">
                  <c:v>6.7568900000000003</c:v>
                </c:pt>
                <c:pt idx="10411">
                  <c:v>6.7571899999999996</c:v>
                </c:pt>
                <c:pt idx="10412">
                  <c:v>6.7575000000000003</c:v>
                </c:pt>
                <c:pt idx="10413">
                  <c:v>6.7577999999999996</c:v>
                </c:pt>
                <c:pt idx="10414">
                  <c:v>6.7581100000000003</c:v>
                </c:pt>
                <c:pt idx="10415">
                  <c:v>6.7584099999999996</c:v>
                </c:pt>
                <c:pt idx="10416">
                  <c:v>6.7587200000000003</c:v>
                </c:pt>
                <c:pt idx="10417">
                  <c:v>6.7590300000000001</c:v>
                </c:pt>
                <c:pt idx="10418">
                  <c:v>6.7593300000000003</c:v>
                </c:pt>
                <c:pt idx="10419">
                  <c:v>6.7596400000000001</c:v>
                </c:pt>
                <c:pt idx="10420">
                  <c:v>6.7599400000000003</c:v>
                </c:pt>
                <c:pt idx="10421">
                  <c:v>6.7602500000000001</c:v>
                </c:pt>
                <c:pt idx="10422">
                  <c:v>6.7605500000000003</c:v>
                </c:pt>
                <c:pt idx="10423">
                  <c:v>6.7608600000000001</c:v>
                </c:pt>
                <c:pt idx="10424">
                  <c:v>6.7611600000000003</c:v>
                </c:pt>
                <c:pt idx="10425">
                  <c:v>6.7614700000000001</c:v>
                </c:pt>
                <c:pt idx="10426">
                  <c:v>6.7617700000000003</c:v>
                </c:pt>
                <c:pt idx="10427">
                  <c:v>6.7620800000000001</c:v>
                </c:pt>
                <c:pt idx="10428">
                  <c:v>6.7623800000000003</c:v>
                </c:pt>
                <c:pt idx="10429">
                  <c:v>6.7626900000000001</c:v>
                </c:pt>
                <c:pt idx="10430">
                  <c:v>6.7629999999999999</c:v>
                </c:pt>
                <c:pt idx="10431">
                  <c:v>6.7633000000000001</c:v>
                </c:pt>
                <c:pt idx="10432">
                  <c:v>6.7636099999999999</c:v>
                </c:pt>
                <c:pt idx="10433">
                  <c:v>6.7639100000000001</c:v>
                </c:pt>
                <c:pt idx="10434">
                  <c:v>6.7642199999999999</c:v>
                </c:pt>
                <c:pt idx="10435">
                  <c:v>6.7645200000000001</c:v>
                </c:pt>
                <c:pt idx="10436">
                  <c:v>6.7648299999999999</c:v>
                </c:pt>
                <c:pt idx="10437">
                  <c:v>6.7651300000000001</c:v>
                </c:pt>
                <c:pt idx="10438">
                  <c:v>6.7654399999999999</c:v>
                </c:pt>
                <c:pt idx="10439">
                  <c:v>6.7657400000000001</c:v>
                </c:pt>
                <c:pt idx="10440">
                  <c:v>6.7660499999999999</c:v>
                </c:pt>
                <c:pt idx="10441">
                  <c:v>6.7663599999999997</c:v>
                </c:pt>
                <c:pt idx="10442">
                  <c:v>6.7666599999999999</c:v>
                </c:pt>
                <c:pt idx="10443">
                  <c:v>6.7669699999999997</c:v>
                </c:pt>
                <c:pt idx="10444">
                  <c:v>6.7672699999999999</c:v>
                </c:pt>
                <c:pt idx="10445">
                  <c:v>6.7675799999999997</c:v>
                </c:pt>
                <c:pt idx="10446">
                  <c:v>6.7678799999999999</c:v>
                </c:pt>
                <c:pt idx="10447">
                  <c:v>6.7681899999999997</c:v>
                </c:pt>
                <c:pt idx="10448">
                  <c:v>6.7684899999999999</c:v>
                </c:pt>
                <c:pt idx="10449">
                  <c:v>6.7687999999999997</c:v>
                </c:pt>
                <c:pt idx="10450">
                  <c:v>6.7690999999999999</c:v>
                </c:pt>
                <c:pt idx="10451">
                  <c:v>6.7694099999999997</c:v>
                </c:pt>
                <c:pt idx="10452">
                  <c:v>6.7697099999999999</c:v>
                </c:pt>
                <c:pt idx="10453">
                  <c:v>6.7700199999999997</c:v>
                </c:pt>
                <c:pt idx="10454">
                  <c:v>6.7703300000000004</c:v>
                </c:pt>
                <c:pt idx="10455">
                  <c:v>6.7706299999999997</c:v>
                </c:pt>
                <c:pt idx="10456">
                  <c:v>6.7709400000000004</c:v>
                </c:pt>
                <c:pt idx="10457">
                  <c:v>6.7712399999999997</c:v>
                </c:pt>
                <c:pt idx="10458">
                  <c:v>6.7715500000000004</c:v>
                </c:pt>
                <c:pt idx="10459">
                  <c:v>6.7718499999999997</c:v>
                </c:pt>
                <c:pt idx="10460">
                  <c:v>6.7721600000000004</c:v>
                </c:pt>
                <c:pt idx="10461">
                  <c:v>6.7724599999999997</c:v>
                </c:pt>
                <c:pt idx="10462">
                  <c:v>6.7727700000000004</c:v>
                </c:pt>
                <c:pt idx="10463">
                  <c:v>6.7730699999999997</c:v>
                </c:pt>
                <c:pt idx="10464">
                  <c:v>6.7733800000000004</c:v>
                </c:pt>
                <c:pt idx="10465">
                  <c:v>6.7736799999999997</c:v>
                </c:pt>
                <c:pt idx="10466">
                  <c:v>6.7739900000000004</c:v>
                </c:pt>
                <c:pt idx="10467">
                  <c:v>6.7743000000000002</c:v>
                </c:pt>
                <c:pt idx="10468">
                  <c:v>6.7746000000000004</c:v>
                </c:pt>
                <c:pt idx="10469">
                  <c:v>6.7749100000000002</c:v>
                </c:pt>
                <c:pt idx="10470">
                  <c:v>6.7752100000000004</c:v>
                </c:pt>
                <c:pt idx="10471">
                  <c:v>6.7755200000000002</c:v>
                </c:pt>
                <c:pt idx="10472">
                  <c:v>6.7758200000000004</c:v>
                </c:pt>
                <c:pt idx="10473">
                  <c:v>6.7761300000000002</c:v>
                </c:pt>
                <c:pt idx="10474">
                  <c:v>6.7764300000000004</c:v>
                </c:pt>
                <c:pt idx="10475">
                  <c:v>6.7767400000000002</c:v>
                </c:pt>
                <c:pt idx="10476">
                  <c:v>6.7770400000000004</c:v>
                </c:pt>
                <c:pt idx="10477">
                  <c:v>6.7773500000000002</c:v>
                </c:pt>
                <c:pt idx="10478">
                  <c:v>6.7776500000000004</c:v>
                </c:pt>
                <c:pt idx="10479">
                  <c:v>6.7779600000000002</c:v>
                </c:pt>
                <c:pt idx="10480">
                  <c:v>6.77827</c:v>
                </c:pt>
                <c:pt idx="10481">
                  <c:v>6.7785700000000002</c:v>
                </c:pt>
                <c:pt idx="10482">
                  <c:v>6.77888</c:v>
                </c:pt>
                <c:pt idx="10483">
                  <c:v>6.7791800000000002</c:v>
                </c:pt>
                <c:pt idx="10484">
                  <c:v>6.77949</c:v>
                </c:pt>
                <c:pt idx="10485">
                  <c:v>6.7797900000000002</c:v>
                </c:pt>
                <c:pt idx="10486">
                  <c:v>6.7801</c:v>
                </c:pt>
                <c:pt idx="10487">
                  <c:v>6.7804000000000002</c:v>
                </c:pt>
                <c:pt idx="10488">
                  <c:v>6.78071</c:v>
                </c:pt>
                <c:pt idx="10489">
                  <c:v>6.7810100000000002</c:v>
                </c:pt>
                <c:pt idx="10490">
                  <c:v>6.78132</c:v>
                </c:pt>
                <c:pt idx="10491">
                  <c:v>6.7816200000000002</c:v>
                </c:pt>
                <c:pt idx="10492">
                  <c:v>6.78193</c:v>
                </c:pt>
                <c:pt idx="10493">
                  <c:v>6.7822399999999998</c:v>
                </c:pt>
                <c:pt idx="10494">
                  <c:v>6.78254</c:v>
                </c:pt>
                <c:pt idx="10495">
                  <c:v>6.7828499999999998</c:v>
                </c:pt>
                <c:pt idx="10496">
                  <c:v>6.78315</c:v>
                </c:pt>
                <c:pt idx="10497">
                  <c:v>6.7834599999999998</c:v>
                </c:pt>
                <c:pt idx="10498">
                  <c:v>6.78376</c:v>
                </c:pt>
                <c:pt idx="10499">
                  <c:v>6.7840699999999998</c:v>
                </c:pt>
                <c:pt idx="10500">
                  <c:v>6.78437</c:v>
                </c:pt>
                <c:pt idx="10501">
                  <c:v>6.7846799999999998</c:v>
                </c:pt>
                <c:pt idx="10502">
                  <c:v>6.78498</c:v>
                </c:pt>
                <c:pt idx="10503">
                  <c:v>6.7852899999999998</c:v>
                </c:pt>
                <c:pt idx="10504">
                  <c:v>6.7855999999999996</c:v>
                </c:pt>
                <c:pt idx="10505">
                  <c:v>6.7858999999999998</c:v>
                </c:pt>
                <c:pt idx="10506">
                  <c:v>6.7862099999999996</c:v>
                </c:pt>
                <c:pt idx="10507">
                  <c:v>6.7865099999999998</c:v>
                </c:pt>
                <c:pt idx="10508">
                  <c:v>6.7868199999999996</c:v>
                </c:pt>
                <c:pt idx="10509">
                  <c:v>6.7871199999999998</c:v>
                </c:pt>
                <c:pt idx="10510">
                  <c:v>6.7874299999999996</c:v>
                </c:pt>
                <c:pt idx="10511">
                  <c:v>6.7877299999999998</c:v>
                </c:pt>
                <c:pt idx="10512">
                  <c:v>6.7880399999999996</c:v>
                </c:pt>
                <c:pt idx="10513">
                  <c:v>6.7883399999999998</c:v>
                </c:pt>
                <c:pt idx="10514">
                  <c:v>6.7886499999999996</c:v>
                </c:pt>
                <c:pt idx="10515">
                  <c:v>6.7889499999999998</c:v>
                </c:pt>
                <c:pt idx="10516">
                  <c:v>6.7892599999999996</c:v>
                </c:pt>
                <c:pt idx="10517">
                  <c:v>6.7895700000000003</c:v>
                </c:pt>
                <c:pt idx="10518">
                  <c:v>6.7898699999999996</c:v>
                </c:pt>
                <c:pt idx="10519">
                  <c:v>6.7901800000000003</c:v>
                </c:pt>
                <c:pt idx="10520">
                  <c:v>6.7904799999999996</c:v>
                </c:pt>
                <c:pt idx="10521">
                  <c:v>6.7907900000000003</c:v>
                </c:pt>
                <c:pt idx="10522">
                  <c:v>6.7910899999999996</c:v>
                </c:pt>
                <c:pt idx="10523">
                  <c:v>6.7914000000000003</c:v>
                </c:pt>
                <c:pt idx="10524">
                  <c:v>6.7916999999999996</c:v>
                </c:pt>
                <c:pt idx="10525">
                  <c:v>6.7920100000000003</c:v>
                </c:pt>
                <c:pt idx="10526">
                  <c:v>6.7923099999999996</c:v>
                </c:pt>
                <c:pt idx="10527">
                  <c:v>6.7926200000000003</c:v>
                </c:pt>
                <c:pt idx="10528">
                  <c:v>6.7929199999999996</c:v>
                </c:pt>
                <c:pt idx="10529">
                  <c:v>6.7932300000000003</c:v>
                </c:pt>
                <c:pt idx="10530">
                  <c:v>6.7935400000000001</c:v>
                </c:pt>
                <c:pt idx="10531">
                  <c:v>6.7938400000000003</c:v>
                </c:pt>
                <c:pt idx="10532">
                  <c:v>6.7941500000000001</c:v>
                </c:pt>
                <c:pt idx="10533">
                  <c:v>6.7944500000000003</c:v>
                </c:pt>
                <c:pt idx="10534">
                  <c:v>6.7947600000000001</c:v>
                </c:pt>
                <c:pt idx="10535">
                  <c:v>6.7950600000000003</c:v>
                </c:pt>
                <c:pt idx="10536">
                  <c:v>6.7953700000000001</c:v>
                </c:pt>
                <c:pt idx="10537">
                  <c:v>6.7956700000000003</c:v>
                </c:pt>
                <c:pt idx="10538">
                  <c:v>6.7959800000000001</c:v>
                </c:pt>
                <c:pt idx="10539">
                  <c:v>6.7962800000000003</c:v>
                </c:pt>
                <c:pt idx="10540">
                  <c:v>6.7965900000000001</c:v>
                </c:pt>
                <c:pt idx="10541">
                  <c:v>6.7968900000000003</c:v>
                </c:pt>
                <c:pt idx="10542">
                  <c:v>6.7972000000000001</c:v>
                </c:pt>
                <c:pt idx="10543">
                  <c:v>6.7975099999999999</c:v>
                </c:pt>
                <c:pt idx="10544">
                  <c:v>6.7978100000000001</c:v>
                </c:pt>
                <c:pt idx="10545">
                  <c:v>6.7981199999999999</c:v>
                </c:pt>
                <c:pt idx="10546">
                  <c:v>6.7984200000000001</c:v>
                </c:pt>
                <c:pt idx="10547">
                  <c:v>6.7987299999999999</c:v>
                </c:pt>
                <c:pt idx="10548">
                  <c:v>6.7990300000000001</c:v>
                </c:pt>
                <c:pt idx="10549">
                  <c:v>6.7993399999999999</c:v>
                </c:pt>
                <c:pt idx="10550">
                  <c:v>6.7996400000000001</c:v>
                </c:pt>
                <c:pt idx="10551">
                  <c:v>6.7999499999999999</c:v>
                </c:pt>
                <c:pt idx="10552">
                  <c:v>6.8002500000000001</c:v>
                </c:pt>
                <c:pt idx="10553">
                  <c:v>6.8005599999999999</c:v>
                </c:pt>
                <c:pt idx="10554">
                  <c:v>6.8008699999999997</c:v>
                </c:pt>
                <c:pt idx="10555">
                  <c:v>6.8011699999999999</c:v>
                </c:pt>
                <c:pt idx="10556">
                  <c:v>6.8014799999999997</c:v>
                </c:pt>
                <c:pt idx="10557">
                  <c:v>6.8017799999999999</c:v>
                </c:pt>
                <c:pt idx="10558">
                  <c:v>6.8020899999999997</c:v>
                </c:pt>
                <c:pt idx="10559">
                  <c:v>6.8023899999999999</c:v>
                </c:pt>
                <c:pt idx="10560">
                  <c:v>6.8026999999999997</c:v>
                </c:pt>
                <c:pt idx="10561">
                  <c:v>6.8029999999999999</c:v>
                </c:pt>
                <c:pt idx="10562">
                  <c:v>6.8033099999999997</c:v>
                </c:pt>
                <c:pt idx="10563">
                  <c:v>6.8036099999999999</c:v>
                </c:pt>
                <c:pt idx="10564">
                  <c:v>6.8039199999999997</c:v>
                </c:pt>
                <c:pt idx="10565">
                  <c:v>6.8042199999999999</c:v>
                </c:pt>
                <c:pt idx="10566">
                  <c:v>6.8045299999999997</c:v>
                </c:pt>
                <c:pt idx="10567">
                  <c:v>6.8048400000000004</c:v>
                </c:pt>
                <c:pt idx="10568">
                  <c:v>6.8051399999999997</c:v>
                </c:pt>
                <c:pt idx="10569">
                  <c:v>6.8054500000000004</c:v>
                </c:pt>
                <c:pt idx="10570">
                  <c:v>6.8057499999999997</c:v>
                </c:pt>
                <c:pt idx="10571">
                  <c:v>6.8060600000000004</c:v>
                </c:pt>
                <c:pt idx="10572">
                  <c:v>6.8063599999999997</c:v>
                </c:pt>
                <c:pt idx="10573">
                  <c:v>6.8066700000000004</c:v>
                </c:pt>
                <c:pt idx="10574">
                  <c:v>6.8069699999999997</c:v>
                </c:pt>
                <c:pt idx="10575">
                  <c:v>6.8072800000000004</c:v>
                </c:pt>
                <c:pt idx="10576">
                  <c:v>6.8075799999999997</c:v>
                </c:pt>
                <c:pt idx="10577">
                  <c:v>6.8078900000000004</c:v>
                </c:pt>
                <c:pt idx="10578">
                  <c:v>6.8081899999999997</c:v>
                </c:pt>
                <c:pt idx="10579">
                  <c:v>6.8085000000000004</c:v>
                </c:pt>
                <c:pt idx="10580">
                  <c:v>6.8088100000000003</c:v>
                </c:pt>
                <c:pt idx="10581">
                  <c:v>6.8091100000000004</c:v>
                </c:pt>
                <c:pt idx="10582">
                  <c:v>6.8094200000000003</c:v>
                </c:pt>
                <c:pt idx="10583">
                  <c:v>6.8097200000000004</c:v>
                </c:pt>
                <c:pt idx="10584">
                  <c:v>6.8100300000000002</c:v>
                </c:pt>
                <c:pt idx="10585">
                  <c:v>6.8103300000000004</c:v>
                </c:pt>
                <c:pt idx="10586">
                  <c:v>6.8106400000000002</c:v>
                </c:pt>
                <c:pt idx="10587">
                  <c:v>6.8109400000000004</c:v>
                </c:pt>
                <c:pt idx="10588">
                  <c:v>6.8112500000000002</c:v>
                </c:pt>
                <c:pt idx="10589">
                  <c:v>6.8115500000000004</c:v>
                </c:pt>
                <c:pt idx="10590">
                  <c:v>6.8118600000000002</c:v>
                </c:pt>
                <c:pt idx="10591">
                  <c:v>6.8121600000000004</c:v>
                </c:pt>
                <c:pt idx="10592">
                  <c:v>6.8124700000000002</c:v>
                </c:pt>
                <c:pt idx="10593">
                  <c:v>6.8127800000000001</c:v>
                </c:pt>
                <c:pt idx="10594">
                  <c:v>6.8130800000000002</c:v>
                </c:pt>
                <c:pt idx="10595">
                  <c:v>6.8133900000000001</c:v>
                </c:pt>
                <c:pt idx="10596">
                  <c:v>6.8136900000000002</c:v>
                </c:pt>
                <c:pt idx="10597">
                  <c:v>6.8140000000000001</c:v>
                </c:pt>
                <c:pt idx="10598">
                  <c:v>6.8143000000000002</c:v>
                </c:pt>
                <c:pt idx="10599">
                  <c:v>6.8146100000000001</c:v>
                </c:pt>
                <c:pt idx="10600">
                  <c:v>6.8149100000000002</c:v>
                </c:pt>
                <c:pt idx="10601">
                  <c:v>6.8152200000000001</c:v>
                </c:pt>
                <c:pt idx="10602">
                  <c:v>6.8155200000000002</c:v>
                </c:pt>
                <c:pt idx="10603">
                  <c:v>6.8158300000000001</c:v>
                </c:pt>
                <c:pt idx="10604">
                  <c:v>6.8161300000000002</c:v>
                </c:pt>
                <c:pt idx="10605">
                  <c:v>6.8164400000000001</c:v>
                </c:pt>
                <c:pt idx="10606">
                  <c:v>6.8167499999999999</c:v>
                </c:pt>
                <c:pt idx="10607">
                  <c:v>6.8170500000000001</c:v>
                </c:pt>
                <c:pt idx="10608">
                  <c:v>6.8173599999999999</c:v>
                </c:pt>
                <c:pt idx="10609">
                  <c:v>6.8176600000000001</c:v>
                </c:pt>
                <c:pt idx="10610">
                  <c:v>6.8179699999999999</c:v>
                </c:pt>
                <c:pt idx="10611">
                  <c:v>6.8182700000000001</c:v>
                </c:pt>
                <c:pt idx="10612">
                  <c:v>6.8185799999999999</c:v>
                </c:pt>
                <c:pt idx="10613">
                  <c:v>6.8188800000000001</c:v>
                </c:pt>
                <c:pt idx="10614">
                  <c:v>6.8191899999999999</c:v>
                </c:pt>
                <c:pt idx="10615">
                  <c:v>6.8194900000000001</c:v>
                </c:pt>
                <c:pt idx="10616">
                  <c:v>6.8197999999999999</c:v>
                </c:pt>
                <c:pt idx="10617">
                  <c:v>6.8201099999999997</c:v>
                </c:pt>
                <c:pt idx="10618">
                  <c:v>6.8204099999999999</c:v>
                </c:pt>
                <c:pt idx="10619">
                  <c:v>6.8207199999999997</c:v>
                </c:pt>
                <c:pt idx="10620">
                  <c:v>6.8210199999999999</c:v>
                </c:pt>
                <c:pt idx="10621">
                  <c:v>6.8213299999999997</c:v>
                </c:pt>
                <c:pt idx="10622">
                  <c:v>6.8216299999999999</c:v>
                </c:pt>
                <c:pt idx="10623">
                  <c:v>6.8219399999999997</c:v>
                </c:pt>
                <c:pt idx="10624">
                  <c:v>6.8222399999999999</c:v>
                </c:pt>
                <c:pt idx="10625">
                  <c:v>6.8225499999999997</c:v>
                </c:pt>
                <c:pt idx="10626">
                  <c:v>6.8228499999999999</c:v>
                </c:pt>
                <c:pt idx="10627">
                  <c:v>6.8231599999999997</c:v>
                </c:pt>
                <c:pt idx="10628">
                  <c:v>6.8234599999999999</c:v>
                </c:pt>
                <c:pt idx="10629">
                  <c:v>6.8237699999999997</c:v>
                </c:pt>
                <c:pt idx="10630">
                  <c:v>6.8240800000000004</c:v>
                </c:pt>
                <c:pt idx="10631">
                  <c:v>6.8243799999999997</c:v>
                </c:pt>
                <c:pt idx="10632">
                  <c:v>6.8246900000000004</c:v>
                </c:pt>
                <c:pt idx="10633">
                  <c:v>6.8249899999999997</c:v>
                </c:pt>
                <c:pt idx="10634">
                  <c:v>6.8253000000000004</c:v>
                </c:pt>
                <c:pt idx="10635">
                  <c:v>6.8255999999999997</c:v>
                </c:pt>
                <c:pt idx="10636">
                  <c:v>6.8259100000000004</c:v>
                </c:pt>
                <c:pt idx="10637">
                  <c:v>6.8262099999999997</c:v>
                </c:pt>
                <c:pt idx="10638">
                  <c:v>6.8265200000000004</c:v>
                </c:pt>
                <c:pt idx="10639">
                  <c:v>6.8268199999999997</c:v>
                </c:pt>
                <c:pt idx="10640">
                  <c:v>6.8271300000000004</c:v>
                </c:pt>
                <c:pt idx="10641">
                  <c:v>6.8274299999999997</c:v>
                </c:pt>
                <c:pt idx="10642">
                  <c:v>6.8277400000000004</c:v>
                </c:pt>
                <c:pt idx="10643">
                  <c:v>6.8280500000000002</c:v>
                </c:pt>
                <c:pt idx="10644">
                  <c:v>6.8283500000000004</c:v>
                </c:pt>
                <c:pt idx="10645">
                  <c:v>6.8286600000000002</c:v>
                </c:pt>
                <c:pt idx="10646">
                  <c:v>6.8289600000000004</c:v>
                </c:pt>
                <c:pt idx="10647">
                  <c:v>6.8292700000000002</c:v>
                </c:pt>
                <c:pt idx="10648">
                  <c:v>6.8295700000000004</c:v>
                </c:pt>
                <c:pt idx="10649">
                  <c:v>6.8298800000000002</c:v>
                </c:pt>
                <c:pt idx="10650">
                  <c:v>6.8301800000000004</c:v>
                </c:pt>
                <c:pt idx="10651">
                  <c:v>6.8304900000000002</c:v>
                </c:pt>
                <c:pt idx="10652">
                  <c:v>6.8307900000000004</c:v>
                </c:pt>
                <c:pt idx="10653">
                  <c:v>6.8311000000000002</c:v>
                </c:pt>
                <c:pt idx="10654">
                  <c:v>6.8314000000000004</c:v>
                </c:pt>
                <c:pt idx="10655">
                  <c:v>6.8317100000000002</c:v>
                </c:pt>
                <c:pt idx="10656">
                  <c:v>6.83202</c:v>
                </c:pt>
                <c:pt idx="10657">
                  <c:v>6.8323200000000002</c:v>
                </c:pt>
                <c:pt idx="10658">
                  <c:v>6.83263</c:v>
                </c:pt>
                <c:pt idx="10659">
                  <c:v>6.8329300000000002</c:v>
                </c:pt>
                <c:pt idx="10660">
                  <c:v>6.83324</c:v>
                </c:pt>
                <c:pt idx="10661">
                  <c:v>6.8335400000000002</c:v>
                </c:pt>
                <c:pt idx="10662">
                  <c:v>6.83385</c:v>
                </c:pt>
                <c:pt idx="10663">
                  <c:v>6.8341500000000002</c:v>
                </c:pt>
                <c:pt idx="10664">
                  <c:v>6.83446</c:v>
                </c:pt>
                <c:pt idx="10665">
                  <c:v>6.8347600000000002</c:v>
                </c:pt>
                <c:pt idx="10666">
                  <c:v>6.83507</c:v>
                </c:pt>
                <c:pt idx="10667">
                  <c:v>6.8353700000000002</c:v>
                </c:pt>
                <c:pt idx="10668">
                  <c:v>6.83568</c:v>
                </c:pt>
                <c:pt idx="10669">
                  <c:v>6.8359899999999998</c:v>
                </c:pt>
                <c:pt idx="10670">
                  <c:v>6.83629</c:v>
                </c:pt>
                <c:pt idx="10671">
                  <c:v>6.8365999999999998</c:v>
                </c:pt>
                <c:pt idx="10672">
                  <c:v>6.8369</c:v>
                </c:pt>
                <c:pt idx="10673">
                  <c:v>6.8372099999999998</c:v>
                </c:pt>
                <c:pt idx="10674">
                  <c:v>6.83751</c:v>
                </c:pt>
                <c:pt idx="10675">
                  <c:v>6.8378199999999998</c:v>
                </c:pt>
                <c:pt idx="10676">
                  <c:v>6.83812</c:v>
                </c:pt>
                <c:pt idx="10677">
                  <c:v>6.8384299999999998</c:v>
                </c:pt>
                <c:pt idx="10678">
                  <c:v>6.83873</c:v>
                </c:pt>
                <c:pt idx="10679">
                  <c:v>6.8390399999999998</c:v>
                </c:pt>
                <c:pt idx="10680">
                  <c:v>6.8393499999999996</c:v>
                </c:pt>
                <c:pt idx="10681">
                  <c:v>6.8396499999999998</c:v>
                </c:pt>
                <c:pt idx="10682">
                  <c:v>6.8399599999999996</c:v>
                </c:pt>
                <c:pt idx="10683">
                  <c:v>6.8402599999999998</c:v>
                </c:pt>
                <c:pt idx="10684">
                  <c:v>6.8405699999999996</c:v>
                </c:pt>
                <c:pt idx="10685">
                  <c:v>6.8408699999999998</c:v>
                </c:pt>
                <c:pt idx="10686">
                  <c:v>6.8411799999999996</c:v>
                </c:pt>
                <c:pt idx="10687">
                  <c:v>6.8414799999999998</c:v>
                </c:pt>
                <c:pt idx="10688">
                  <c:v>6.8417899999999996</c:v>
                </c:pt>
                <c:pt idx="10689">
                  <c:v>6.8420899999999998</c:v>
                </c:pt>
                <c:pt idx="10690">
                  <c:v>6.8423999999999996</c:v>
                </c:pt>
                <c:pt idx="10691">
                  <c:v>6.8426999999999998</c:v>
                </c:pt>
                <c:pt idx="10692">
                  <c:v>6.8430099999999996</c:v>
                </c:pt>
                <c:pt idx="10693">
                  <c:v>6.8433200000000003</c:v>
                </c:pt>
                <c:pt idx="10694">
                  <c:v>6.8436199999999996</c:v>
                </c:pt>
                <c:pt idx="10695">
                  <c:v>6.8439300000000003</c:v>
                </c:pt>
                <c:pt idx="10696">
                  <c:v>6.8442299999999996</c:v>
                </c:pt>
                <c:pt idx="10697">
                  <c:v>6.8445400000000003</c:v>
                </c:pt>
                <c:pt idx="10698">
                  <c:v>6.8448399999999996</c:v>
                </c:pt>
                <c:pt idx="10699">
                  <c:v>6.8451500000000003</c:v>
                </c:pt>
                <c:pt idx="10700">
                  <c:v>6.8454499999999996</c:v>
                </c:pt>
                <c:pt idx="10701">
                  <c:v>6.8457600000000003</c:v>
                </c:pt>
                <c:pt idx="10702">
                  <c:v>6.8460599999999996</c:v>
                </c:pt>
                <c:pt idx="10703">
                  <c:v>6.8463700000000003</c:v>
                </c:pt>
                <c:pt idx="10704">
                  <c:v>6.8466699999999996</c:v>
                </c:pt>
                <c:pt idx="10705">
                  <c:v>6.8469800000000003</c:v>
                </c:pt>
                <c:pt idx="10706">
                  <c:v>6.8472900000000001</c:v>
                </c:pt>
                <c:pt idx="10707">
                  <c:v>6.8475900000000003</c:v>
                </c:pt>
                <c:pt idx="10708">
                  <c:v>6.8479000000000001</c:v>
                </c:pt>
                <c:pt idx="10709">
                  <c:v>6.8482000000000003</c:v>
                </c:pt>
                <c:pt idx="10710">
                  <c:v>6.8485100000000001</c:v>
                </c:pt>
                <c:pt idx="10711">
                  <c:v>6.8488100000000003</c:v>
                </c:pt>
                <c:pt idx="10712">
                  <c:v>6.8491200000000001</c:v>
                </c:pt>
                <c:pt idx="10713">
                  <c:v>6.8494200000000003</c:v>
                </c:pt>
                <c:pt idx="10714">
                  <c:v>6.8497300000000001</c:v>
                </c:pt>
                <c:pt idx="10715">
                  <c:v>6.8500300000000003</c:v>
                </c:pt>
                <c:pt idx="10716">
                  <c:v>6.8503400000000001</c:v>
                </c:pt>
                <c:pt idx="10717">
                  <c:v>6.8506400000000003</c:v>
                </c:pt>
                <c:pt idx="10718">
                  <c:v>6.8509500000000001</c:v>
                </c:pt>
                <c:pt idx="10719">
                  <c:v>6.8512599999999999</c:v>
                </c:pt>
                <c:pt idx="10720">
                  <c:v>6.8515600000000001</c:v>
                </c:pt>
                <c:pt idx="10721">
                  <c:v>6.8518699999999999</c:v>
                </c:pt>
                <c:pt idx="10722">
                  <c:v>6.8521700000000001</c:v>
                </c:pt>
                <c:pt idx="10723">
                  <c:v>6.8524799999999999</c:v>
                </c:pt>
                <c:pt idx="10724">
                  <c:v>6.8527800000000001</c:v>
                </c:pt>
                <c:pt idx="10725">
                  <c:v>6.8530899999999999</c:v>
                </c:pt>
                <c:pt idx="10726">
                  <c:v>6.8533900000000001</c:v>
                </c:pt>
                <c:pt idx="10727">
                  <c:v>6.8536999999999999</c:v>
                </c:pt>
                <c:pt idx="10728">
                  <c:v>6.8540000000000001</c:v>
                </c:pt>
                <c:pt idx="10729">
                  <c:v>6.8543099999999999</c:v>
                </c:pt>
                <c:pt idx="10730">
                  <c:v>6.8546199999999997</c:v>
                </c:pt>
                <c:pt idx="10731">
                  <c:v>6.8549199999999999</c:v>
                </c:pt>
                <c:pt idx="10732">
                  <c:v>6.8552299999999997</c:v>
                </c:pt>
                <c:pt idx="10733">
                  <c:v>6.8555299999999999</c:v>
                </c:pt>
                <c:pt idx="10734">
                  <c:v>6.8558399999999997</c:v>
                </c:pt>
                <c:pt idx="10735">
                  <c:v>6.8561399999999999</c:v>
                </c:pt>
                <c:pt idx="10736">
                  <c:v>6.8564499999999997</c:v>
                </c:pt>
                <c:pt idx="10737">
                  <c:v>6.8567499999999999</c:v>
                </c:pt>
                <c:pt idx="10738">
                  <c:v>6.8570599999999997</c:v>
                </c:pt>
                <c:pt idx="10739">
                  <c:v>6.8573599999999999</c:v>
                </c:pt>
                <c:pt idx="10740">
                  <c:v>6.8576699999999997</c:v>
                </c:pt>
                <c:pt idx="10741">
                  <c:v>6.8579699999999999</c:v>
                </c:pt>
                <c:pt idx="10742">
                  <c:v>6.8582799999999997</c:v>
                </c:pt>
                <c:pt idx="10743">
                  <c:v>6.8585900000000004</c:v>
                </c:pt>
                <c:pt idx="10744">
                  <c:v>6.8588899999999997</c:v>
                </c:pt>
                <c:pt idx="10745">
                  <c:v>6.8592000000000004</c:v>
                </c:pt>
                <c:pt idx="10746">
                  <c:v>6.8594999999999997</c:v>
                </c:pt>
                <c:pt idx="10747">
                  <c:v>6.8598100000000004</c:v>
                </c:pt>
                <c:pt idx="10748">
                  <c:v>6.8601099999999997</c:v>
                </c:pt>
                <c:pt idx="10749">
                  <c:v>6.8604200000000004</c:v>
                </c:pt>
                <c:pt idx="10750">
                  <c:v>6.8607199999999997</c:v>
                </c:pt>
                <c:pt idx="10751">
                  <c:v>6.8610300000000004</c:v>
                </c:pt>
                <c:pt idx="10752">
                  <c:v>6.8613299999999997</c:v>
                </c:pt>
                <c:pt idx="10753">
                  <c:v>6.8616400000000004</c:v>
                </c:pt>
                <c:pt idx="10754">
                  <c:v>6.8619399999999997</c:v>
                </c:pt>
                <c:pt idx="10755">
                  <c:v>6.8622500000000004</c:v>
                </c:pt>
                <c:pt idx="10756">
                  <c:v>6.8625600000000002</c:v>
                </c:pt>
                <c:pt idx="10757">
                  <c:v>6.8628600000000004</c:v>
                </c:pt>
                <c:pt idx="10758">
                  <c:v>6.8631700000000002</c:v>
                </c:pt>
                <c:pt idx="10759">
                  <c:v>6.8634700000000004</c:v>
                </c:pt>
                <c:pt idx="10760">
                  <c:v>6.8637800000000002</c:v>
                </c:pt>
                <c:pt idx="10761">
                  <c:v>6.8640800000000004</c:v>
                </c:pt>
                <c:pt idx="10762">
                  <c:v>6.8643900000000002</c:v>
                </c:pt>
                <c:pt idx="10763">
                  <c:v>6.8646900000000004</c:v>
                </c:pt>
                <c:pt idx="10764">
                  <c:v>6.8650000000000002</c:v>
                </c:pt>
                <c:pt idx="10765">
                  <c:v>6.8653000000000004</c:v>
                </c:pt>
                <c:pt idx="10766">
                  <c:v>6.8656100000000002</c:v>
                </c:pt>
                <c:pt idx="10767">
                  <c:v>6.8659100000000004</c:v>
                </c:pt>
                <c:pt idx="10768">
                  <c:v>6.8662200000000002</c:v>
                </c:pt>
                <c:pt idx="10769">
                  <c:v>6.86653</c:v>
                </c:pt>
                <c:pt idx="10770">
                  <c:v>6.8668300000000002</c:v>
                </c:pt>
                <c:pt idx="10771">
                  <c:v>6.86714</c:v>
                </c:pt>
                <c:pt idx="10772">
                  <c:v>6.8674400000000002</c:v>
                </c:pt>
                <c:pt idx="10773">
                  <c:v>6.86775</c:v>
                </c:pt>
                <c:pt idx="10774">
                  <c:v>6.8680500000000002</c:v>
                </c:pt>
                <c:pt idx="10775">
                  <c:v>6.86836</c:v>
                </c:pt>
                <c:pt idx="10776">
                  <c:v>6.8686600000000002</c:v>
                </c:pt>
                <c:pt idx="10777">
                  <c:v>6.86897</c:v>
                </c:pt>
                <c:pt idx="10778">
                  <c:v>6.8692700000000002</c:v>
                </c:pt>
                <c:pt idx="10779">
                  <c:v>6.86958</c:v>
                </c:pt>
                <c:pt idx="10780">
                  <c:v>6.8698800000000002</c:v>
                </c:pt>
                <c:pt idx="10781">
                  <c:v>6.87019</c:v>
                </c:pt>
                <c:pt idx="10782">
                  <c:v>6.8704999999999998</c:v>
                </c:pt>
                <c:pt idx="10783">
                  <c:v>6.8708</c:v>
                </c:pt>
                <c:pt idx="10784">
                  <c:v>6.8711099999999998</c:v>
                </c:pt>
                <c:pt idx="10785">
                  <c:v>6.87141</c:v>
                </c:pt>
                <c:pt idx="10786">
                  <c:v>6.8717199999999998</c:v>
                </c:pt>
                <c:pt idx="10787">
                  <c:v>6.87202</c:v>
                </c:pt>
                <c:pt idx="10788">
                  <c:v>6.8723299999999998</c:v>
                </c:pt>
                <c:pt idx="10789">
                  <c:v>6.87263</c:v>
                </c:pt>
                <c:pt idx="10790">
                  <c:v>6.8729399999999998</c:v>
                </c:pt>
                <c:pt idx="10791">
                  <c:v>6.87324</c:v>
                </c:pt>
                <c:pt idx="10792">
                  <c:v>6.8735499999999998</c:v>
                </c:pt>
                <c:pt idx="10793">
                  <c:v>6.8738599999999996</c:v>
                </c:pt>
                <c:pt idx="10794">
                  <c:v>6.8741599999999998</c:v>
                </c:pt>
                <c:pt idx="10795">
                  <c:v>6.8744699999999996</c:v>
                </c:pt>
                <c:pt idx="10796">
                  <c:v>6.8747699999999998</c:v>
                </c:pt>
                <c:pt idx="10797">
                  <c:v>6.8750799999999996</c:v>
                </c:pt>
                <c:pt idx="10798">
                  <c:v>6.8753799999999998</c:v>
                </c:pt>
                <c:pt idx="10799">
                  <c:v>6.8756899999999996</c:v>
                </c:pt>
                <c:pt idx="10800">
                  <c:v>6.8759899999999998</c:v>
                </c:pt>
                <c:pt idx="10801">
                  <c:v>6.8762999999999996</c:v>
                </c:pt>
                <c:pt idx="10802">
                  <c:v>6.8765999999999998</c:v>
                </c:pt>
                <c:pt idx="10803">
                  <c:v>6.8769099999999996</c:v>
                </c:pt>
                <c:pt idx="10804">
                  <c:v>6.8772099999999998</c:v>
                </c:pt>
                <c:pt idx="10805">
                  <c:v>6.8775199999999996</c:v>
                </c:pt>
                <c:pt idx="10806">
                  <c:v>6.8778300000000003</c:v>
                </c:pt>
                <c:pt idx="10807">
                  <c:v>6.8781299999999996</c:v>
                </c:pt>
                <c:pt idx="10808">
                  <c:v>6.8784400000000003</c:v>
                </c:pt>
                <c:pt idx="10809">
                  <c:v>6.8787399999999996</c:v>
                </c:pt>
                <c:pt idx="10810">
                  <c:v>6.8790500000000003</c:v>
                </c:pt>
                <c:pt idx="10811">
                  <c:v>6.8793499999999996</c:v>
                </c:pt>
                <c:pt idx="10812">
                  <c:v>6.8796600000000003</c:v>
                </c:pt>
                <c:pt idx="10813">
                  <c:v>6.8799599999999996</c:v>
                </c:pt>
                <c:pt idx="10814">
                  <c:v>6.8802700000000003</c:v>
                </c:pt>
                <c:pt idx="10815">
                  <c:v>6.8805699999999996</c:v>
                </c:pt>
                <c:pt idx="10816">
                  <c:v>6.8808800000000003</c:v>
                </c:pt>
                <c:pt idx="10817">
                  <c:v>6.8811799999999996</c:v>
                </c:pt>
                <c:pt idx="10818">
                  <c:v>6.8814900000000003</c:v>
                </c:pt>
                <c:pt idx="10819">
                  <c:v>6.8818000000000001</c:v>
                </c:pt>
                <c:pt idx="10820">
                  <c:v>6.8821000000000003</c:v>
                </c:pt>
                <c:pt idx="10821">
                  <c:v>6.8824100000000001</c:v>
                </c:pt>
                <c:pt idx="10822">
                  <c:v>6.8827100000000003</c:v>
                </c:pt>
                <c:pt idx="10823">
                  <c:v>6.8830200000000001</c:v>
                </c:pt>
                <c:pt idx="10824">
                  <c:v>6.8833200000000003</c:v>
                </c:pt>
                <c:pt idx="10825">
                  <c:v>6.8836300000000001</c:v>
                </c:pt>
                <c:pt idx="10826">
                  <c:v>6.8839300000000003</c:v>
                </c:pt>
                <c:pt idx="10827">
                  <c:v>6.8842400000000001</c:v>
                </c:pt>
                <c:pt idx="10828">
                  <c:v>6.8845400000000003</c:v>
                </c:pt>
                <c:pt idx="10829">
                  <c:v>6.8848500000000001</c:v>
                </c:pt>
                <c:pt idx="10830">
                  <c:v>6.8851500000000003</c:v>
                </c:pt>
                <c:pt idx="10831">
                  <c:v>6.8854600000000001</c:v>
                </c:pt>
                <c:pt idx="10832">
                  <c:v>6.8857699999999999</c:v>
                </c:pt>
                <c:pt idx="10833">
                  <c:v>6.8860700000000001</c:v>
                </c:pt>
                <c:pt idx="10834">
                  <c:v>6.8863799999999999</c:v>
                </c:pt>
                <c:pt idx="10835">
                  <c:v>6.8866800000000001</c:v>
                </c:pt>
                <c:pt idx="10836">
                  <c:v>6.8869899999999999</c:v>
                </c:pt>
                <c:pt idx="10837">
                  <c:v>6.8872900000000001</c:v>
                </c:pt>
                <c:pt idx="10838">
                  <c:v>6.8875999999999999</c:v>
                </c:pt>
                <c:pt idx="10839">
                  <c:v>6.8879000000000001</c:v>
                </c:pt>
                <c:pt idx="10840">
                  <c:v>6.8882099999999999</c:v>
                </c:pt>
                <c:pt idx="10841">
                  <c:v>6.8885100000000001</c:v>
                </c:pt>
                <c:pt idx="10842">
                  <c:v>6.8888199999999999</c:v>
                </c:pt>
                <c:pt idx="10843">
                  <c:v>6.8891200000000001</c:v>
                </c:pt>
                <c:pt idx="10844">
                  <c:v>6.8894299999999999</c:v>
                </c:pt>
                <c:pt idx="10845">
                  <c:v>6.8897399999999998</c:v>
                </c:pt>
                <c:pt idx="10846">
                  <c:v>6.8900399999999999</c:v>
                </c:pt>
                <c:pt idx="10847">
                  <c:v>6.8903499999999998</c:v>
                </c:pt>
                <c:pt idx="10848">
                  <c:v>6.8906499999999999</c:v>
                </c:pt>
                <c:pt idx="10849">
                  <c:v>6.8909599999999998</c:v>
                </c:pt>
                <c:pt idx="10850">
                  <c:v>6.8912599999999999</c:v>
                </c:pt>
                <c:pt idx="10851">
                  <c:v>6.8915699999999998</c:v>
                </c:pt>
                <c:pt idx="10852">
                  <c:v>6.8918699999999999</c:v>
                </c:pt>
                <c:pt idx="10853">
                  <c:v>6.8921799999999998</c:v>
                </c:pt>
                <c:pt idx="10854">
                  <c:v>6.8924799999999999</c:v>
                </c:pt>
                <c:pt idx="10855">
                  <c:v>6.8927899999999998</c:v>
                </c:pt>
                <c:pt idx="10856">
                  <c:v>6.8930999999999996</c:v>
                </c:pt>
                <c:pt idx="10857">
                  <c:v>6.8933999999999997</c:v>
                </c:pt>
                <c:pt idx="10858">
                  <c:v>6.8937099999999996</c:v>
                </c:pt>
                <c:pt idx="10859">
                  <c:v>6.8940099999999997</c:v>
                </c:pt>
                <c:pt idx="10860">
                  <c:v>6.8943199999999996</c:v>
                </c:pt>
                <c:pt idx="10861">
                  <c:v>6.8946199999999997</c:v>
                </c:pt>
                <c:pt idx="10862">
                  <c:v>6.8949299999999996</c:v>
                </c:pt>
                <c:pt idx="10863">
                  <c:v>6.8952299999999997</c:v>
                </c:pt>
                <c:pt idx="10864">
                  <c:v>6.8955399999999996</c:v>
                </c:pt>
                <c:pt idx="10865">
                  <c:v>6.8958399999999997</c:v>
                </c:pt>
                <c:pt idx="10866">
                  <c:v>6.8961499999999996</c:v>
                </c:pt>
                <c:pt idx="10867">
                  <c:v>6.8964499999999997</c:v>
                </c:pt>
                <c:pt idx="10868">
                  <c:v>6.8967599999999996</c:v>
                </c:pt>
                <c:pt idx="10869">
                  <c:v>6.8970700000000003</c:v>
                </c:pt>
                <c:pt idx="10870">
                  <c:v>6.8973699999999996</c:v>
                </c:pt>
                <c:pt idx="10871">
                  <c:v>6.8976800000000003</c:v>
                </c:pt>
                <c:pt idx="10872">
                  <c:v>6.8979799999999996</c:v>
                </c:pt>
                <c:pt idx="10873">
                  <c:v>6.8982900000000003</c:v>
                </c:pt>
                <c:pt idx="10874">
                  <c:v>6.8985900000000004</c:v>
                </c:pt>
                <c:pt idx="10875">
                  <c:v>6.8989000000000003</c:v>
                </c:pt>
                <c:pt idx="10876">
                  <c:v>6.8992000000000004</c:v>
                </c:pt>
                <c:pt idx="10877">
                  <c:v>6.8995100000000003</c:v>
                </c:pt>
                <c:pt idx="10878">
                  <c:v>6.8998100000000004</c:v>
                </c:pt>
                <c:pt idx="10879">
                  <c:v>6.9001200000000003</c:v>
                </c:pt>
                <c:pt idx="10880">
                  <c:v>6.9004200000000004</c:v>
                </c:pt>
                <c:pt idx="10881">
                  <c:v>6.9007300000000003</c:v>
                </c:pt>
                <c:pt idx="10882">
                  <c:v>6.9010400000000001</c:v>
                </c:pt>
                <c:pt idx="10883">
                  <c:v>6.9013400000000003</c:v>
                </c:pt>
                <c:pt idx="10884">
                  <c:v>6.9016500000000001</c:v>
                </c:pt>
                <c:pt idx="10885">
                  <c:v>6.9019500000000003</c:v>
                </c:pt>
                <c:pt idx="10886">
                  <c:v>6.9022600000000001</c:v>
                </c:pt>
                <c:pt idx="10887">
                  <c:v>6.9025600000000003</c:v>
                </c:pt>
                <c:pt idx="10888">
                  <c:v>6.9028700000000001</c:v>
                </c:pt>
                <c:pt idx="10889">
                  <c:v>6.9031700000000003</c:v>
                </c:pt>
                <c:pt idx="10890">
                  <c:v>6.9034800000000001</c:v>
                </c:pt>
                <c:pt idx="10891">
                  <c:v>6.9037800000000002</c:v>
                </c:pt>
                <c:pt idx="10892">
                  <c:v>6.9040900000000001</c:v>
                </c:pt>
                <c:pt idx="10893">
                  <c:v>6.9043900000000002</c:v>
                </c:pt>
                <c:pt idx="10894">
                  <c:v>6.9047000000000001</c:v>
                </c:pt>
                <c:pt idx="10895">
                  <c:v>6.9050099999999999</c:v>
                </c:pt>
                <c:pt idx="10896">
                  <c:v>6.9053100000000001</c:v>
                </c:pt>
                <c:pt idx="10897">
                  <c:v>6.9056199999999999</c:v>
                </c:pt>
                <c:pt idx="10898">
                  <c:v>6.9059200000000001</c:v>
                </c:pt>
                <c:pt idx="10899">
                  <c:v>6.9062299999999999</c:v>
                </c:pt>
                <c:pt idx="10900">
                  <c:v>6.9065300000000001</c:v>
                </c:pt>
                <c:pt idx="10901">
                  <c:v>6.9068399999999999</c:v>
                </c:pt>
                <c:pt idx="10902">
                  <c:v>6.9071400000000001</c:v>
                </c:pt>
                <c:pt idx="10903">
                  <c:v>6.9074499999999999</c:v>
                </c:pt>
                <c:pt idx="10904">
                  <c:v>6.9077500000000001</c:v>
                </c:pt>
                <c:pt idx="10905">
                  <c:v>6.9080599999999999</c:v>
                </c:pt>
                <c:pt idx="10906">
                  <c:v>6.9083699999999997</c:v>
                </c:pt>
                <c:pt idx="10907">
                  <c:v>6.9086699999999999</c:v>
                </c:pt>
                <c:pt idx="10908">
                  <c:v>6.9089799999999997</c:v>
                </c:pt>
                <c:pt idx="10909">
                  <c:v>6.9092799999999999</c:v>
                </c:pt>
                <c:pt idx="10910">
                  <c:v>6.9095899999999997</c:v>
                </c:pt>
                <c:pt idx="10911">
                  <c:v>6.9098899999999999</c:v>
                </c:pt>
                <c:pt idx="10912">
                  <c:v>6.9101999999999997</c:v>
                </c:pt>
                <c:pt idx="10913">
                  <c:v>6.9104999999999999</c:v>
                </c:pt>
                <c:pt idx="10914">
                  <c:v>6.9108099999999997</c:v>
                </c:pt>
                <c:pt idx="10915">
                  <c:v>6.9111099999999999</c:v>
                </c:pt>
                <c:pt idx="10916">
                  <c:v>6.9114199999999997</c:v>
                </c:pt>
                <c:pt idx="10917">
                  <c:v>6.9117199999999999</c:v>
                </c:pt>
                <c:pt idx="10918">
                  <c:v>6.9120299999999997</c:v>
                </c:pt>
                <c:pt idx="10919">
                  <c:v>6.9123400000000004</c:v>
                </c:pt>
                <c:pt idx="10920">
                  <c:v>6.9126399999999997</c:v>
                </c:pt>
                <c:pt idx="10921">
                  <c:v>6.9129500000000004</c:v>
                </c:pt>
                <c:pt idx="10922">
                  <c:v>6.9132499999999997</c:v>
                </c:pt>
                <c:pt idx="10923">
                  <c:v>6.9135600000000004</c:v>
                </c:pt>
                <c:pt idx="10924">
                  <c:v>6.9138599999999997</c:v>
                </c:pt>
                <c:pt idx="10925">
                  <c:v>6.9141700000000004</c:v>
                </c:pt>
                <c:pt idx="10926">
                  <c:v>6.9144699999999997</c:v>
                </c:pt>
                <c:pt idx="10927">
                  <c:v>6.9147800000000004</c:v>
                </c:pt>
                <c:pt idx="10928">
                  <c:v>6.9150799999999997</c:v>
                </c:pt>
                <c:pt idx="10929">
                  <c:v>6.9153900000000004</c:v>
                </c:pt>
                <c:pt idx="10930">
                  <c:v>6.9156899999999997</c:v>
                </c:pt>
                <c:pt idx="10931">
                  <c:v>6.9160000000000004</c:v>
                </c:pt>
                <c:pt idx="10932">
                  <c:v>6.9163100000000002</c:v>
                </c:pt>
                <c:pt idx="10933">
                  <c:v>6.9166100000000004</c:v>
                </c:pt>
                <c:pt idx="10934">
                  <c:v>6.9169200000000002</c:v>
                </c:pt>
                <c:pt idx="10935">
                  <c:v>6.9172200000000004</c:v>
                </c:pt>
                <c:pt idx="10936">
                  <c:v>6.9175300000000002</c:v>
                </c:pt>
                <c:pt idx="10937">
                  <c:v>6.9178300000000004</c:v>
                </c:pt>
                <c:pt idx="10938">
                  <c:v>6.9181400000000002</c:v>
                </c:pt>
                <c:pt idx="10939">
                  <c:v>6.9184400000000004</c:v>
                </c:pt>
                <c:pt idx="10940">
                  <c:v>6.9187500000000002</c:v>
                </c:pt>
                <c:pt idx="10941">
                  <c:v>6.9190500000000004</c:v>
                </c:pt>
                <c:pt idx="10942">
                  <c:v>6.9193600000000002</c:v>
                </c:pt>
                <c:pt idx="10943">
                  <c:v>6.9196600000000004</c:v>
                </c:pt>
                <c:pt idx="10944">
                  <c:v>6.9199700000000002</c:v>
                </c:pt>
                <c:pt idx="10945">
                  <c:v>6.92028</c:v>
                </c:pt>
                <c:pt idx="10946">
                  <c:v>6.9205800000000002</c:v>
                </c:pt>
                <c:pt idx="10947">
                  <c:v>6.92089</c:v>
                </c:pt>
                <c:pt idx="10948">
                  <c:v>6.9211900000000002</c:v>
                </c:pt>
                <c:pt idx="10949">
                  <c:v>6.9215</c:v>
                </c:pt>
                <c:pt idx="10950">
                  <c:v>6.9218000000000002</c:v>
                </c:pt>
                <c:pt idx="10951">
                  <c:v>6.92211</c:v>
                </c:pt>
                <c:pt idx="10952">
                  <c:v>6.9224100000000002</c:v>
                </c:pt>
                <c:pt idx="10953">
                  <c:v>6.92272</c:v>
                </c:pt>
                <c:pt idx="10954">
                  <c:v>6.9230200000000002</c:v>
                </c:pt>
                <c:pt idx="10955">
                  <c:v>6.92333</c:v>
                </c:pt>
                <c:pt idx="10956">
                  <c:v>6.9236300000000002</c:v>
                </c:pt>
                <c:pt idx="10957">
                  <c:v>6.92394</c:v>
                </c:pt>
                <c:pt idx="10958">
                  <c:v>6.9242499999999998</c:v>
                </c:pt>
                <c:pt idx="10959">
                  <c:v>6.92455</c:v>
                </c:pt>
                <c:pt idx="10960">
                  <c:v>6.9248599999999998</c:v>
                </c:pt>
                <c:pt idx="10961">
                  <c:v>6.92516</c:v>
                </c:pt>
                <c:pt idx="10962">
                  <c:v>6.9254699999999998</c:v>
                </c:pt>
                <c:pt idx="10963">
                  <c:v>6.92577</c:v>
                </c:pt>
                <c:pt idx="10964">
                  <c:v>6.9260799999999998</c:v>
                </c:pt>
                <c:pt idx="10965">
                  <c:v>6.92638</c:v>
                </c:pt>
                <c:pt idx="10966">
                  <c:v>6.9266899999999998</c:v>
                </c:pt>
                <c:pt idx="10967">
                  <c:v>6.92699</c:v>
                </c:pt>
                <c:pt idx="10968">
                  <c:v>6.9272999999999998</c:v>
                </c:pt>
                <c:pt idx="10969">
                  <c:v>6.9276099999999996</c:v>
                </c:pt>
                <c:pt idx="10970">
                  <c:v>6.9279099999999998</c:v>
                </c:pt>
                <c:pt idx="10971">
                  <c:v>6.9282199999999996</c:v>
                </c:pt>
                <c:pt idx="10972">
                  <c:v>6.9285199999999998</c:v>
                </c:pt>
                <c:pt idx="10973">
                  <c:v>6.9288299999999996</c:v>
                </c:pt>
                <c:pt idx="10974">
                  <c:v>6.9291299999999998</c:v>
                </c:pt>
                <c:pt idx="10975">
                  <c:v>6.9294399999999996</c:v>
                </c:pt>
                <c:pt idx="10976">
                  <c:v>6.9297399999999998</c:v>
                </c:pt>
                <c:pt idx="10977">
                  <c:v>6.9300499999999996</c:v>
                </c:pt>
                <c:pt idx="10978">
                  <c:v>6.9303499999999998</c:v>
                </c:pt>
                <c:pt idx="10979">
                  <c:v>6.9306599999999996</c:v>
                </c:pt>
                <c:pt idx="10980">
                  <c:v>6.9309599999999998</c:v>
                </c:pt>
                <c:pt idx="10981">
                  <c:v>6.9312699999999996</c:v>
                </c:pt>
                <c:pt idx="10982">
                  <c:v>6.9315800000000003</c:v>
                </c:pt>
                <c:pt idx="10983">
                  <c:v>6.9318799999999996</c:v>
                </c:pt>
                <c:pt idx="10984">
                  <c:v>6.9321900000000003</c:v>
                </c:pt>
                <c:pt idx="10985">
                  <c:v>6.9324899999999996</c:v>
                </c:pt>
                <c:pt idx="10986">
                  <c:v>6.9328000000000003</c:v>
                </c:pt>
                <c:pt idx="10987">
                  <c:v>6.9330999999999996</c:v>
                </c:pt>
                <c:pt idx="10988">
                  <c:v>6.9334100000000003</c:v>
                </c:pt>
                <c:pt idx="10989">
                  <c:v>6.9337099999999996</c:v>
                </c:pt>
                <c:pt idx="10990">
                  <c:v>6.9340200000000003</c:v>
                </c:pt>
                <c:pt idx="10991">
                  <c:v>6.9343199999999996</c:v>
                </c:pt>
                <c:pt idx="10992">
                  <c:v>6.9346300000000003</c:v>
                </c:pt>
                <c:pt idx="10993">
                  <c:v>6.9349299999999996</c:v>
                </c:pt>
                <c:pt idx="10994">
                  <c:v>6.9352400000000003</c:v>
                </c:pt>
                <c:pt idx="10995">
                  <c:v>6.9355500000000001</c:v>
                </c:pt>
                <c:pt idx="10996">
                  <c:v>6.9358500000000003</c:v>
                </c:pt>
                <c:pt idx="10997">
                  <c:v>6.9361600000000001</c:v>
                </c:pt>
                <c:pt idx="10998">
                  <c:v>6.9364600000000003</c:v>
                </c:pt>
                <c:pt idx="10999">
                  <c:v>6.9367700000000001</c:v>
                </c:pt>
                <c:pt idx="11000">
                  <c:v>6.9370700000000003</c:v>
                </c:pt>
                <c:pt idx="11001">
                  <c:v>6.9373800000000001</c:v>
                </c:pt>
                <c:pt idx="11002">
                  <c:v>6.9376800000000003</c:v>
                </c:pt>
                <c:pt idx="11003">
                  <c:v>6.9379900000000001</c:v>
                </c:pt>
                <c:pt idx="11004">
                  <c:v>6.9382900000000003</c:v>
                </c:pt>
                <c:pt idx="11005">
                  <c:v>6.9386000000000001</c:v>
                </c:pt>
                <c:pt idx="11006">
                  <c:v>6.9389000000000003</c:v>
                </c:pt>
                <c:pt idx="11007">
                  <c:v>6.9392100000000001</c:v>
                </c:pt>
                <c:pt idx="11008">
                  <c:v>6.9395199999999999</c:v>
                </c:pt>
                <c:pt idx="11009">
                  <c:v>6.9398200000000001</c:v>
                </c:pt>
                <c:pt idx="11010">
                  <c:v>6.9401299999999999</c:v>
                </c:pt>
                <c:pt idx="11011">
                  <c:v>6.9404300000000001</c:v>
                </c:pt>
                <c:pt idx="11012">
                  <c:v>6.9407399999999999</c:v>
                </c:pt>
                <c:pt idx="11013">
                  <c:v>6.9410400000000001</c:v>
                </c:pt>
                <c:pt idx="11014">
                  <c:v>6.9413499999999999</c:v>
                </c:pt>
                <c:pt idx="11015">
                  <c:v>6.9416500000000001</c:v>
                </c:pt>
                <c:pt idx="11016">
                  <c:v>6.9419599999999999</c:v>
                </c:pt>
                <c:pt idx="11017">
                  <c:v>6.9422600000000001</c:v>
                </c:pt>
                <c:pt idx="11018">
                  <c:v>6.9425699999999999</c:v>
                </c:pt>
                <c:pt idx="11019">
                  <c:v>6.9428700000000001</c:v>
                </c:pt>
                <c:pt idx="11020">
                  <c:v>6.9431799999999999</c:v>
                </c:pt>
                <c:pt idx="11021">
                  <c:v>6.9434899999999997</c:v>
                </c:pt>
                <c:pt idx="11022">
                  <c:v>6.9437899999999999</c:v>
                </c:pt>
                <c:pt idx="11023">
                  <c:v>6.9440999999999997</c:v>
                </c:pt>
                <c:pt idx="11024">
                  <c:v>6.9443999999999999</c:v>
                </c:pt>
                <c:pt idx="11025">
                  <c:v>6.9447099999999997</c:v>
                </c:pt>
                <c:pt idx="11026">
                  <c:v>6.9450099999999999</c:v>
                </c:pt>
                <c:pt idx="11027">
                  <c:v>6.9453199999999997</c:v>
                </c:pt>
                <c:pt idx="11028">
                  <c:v>6.9456199999999999</c:v>
                </c:pt>
                <c:pt idx="11029">
                  <c:v>6.9459299999999997</c:v>
                </c:pt>
                <c:pt idx="11030">
                  <c:v>6.9462299999999999</c:v>
                </c:pt>
                <c:pt idx="11031">
                  <c:v>6.9465399999999997</c:v>
                </c:pt>
                <c:pt idx="11032">
                  <c:v>6.9468500000000004</c:v>
                </c:pt>
                <c:pt idx="11033">
                  <c:v>6.9471499999999997</c:v>
                </c:pt>
                <c:pt idx="11034">
                  <c:v>6.9474600000000004</c:v>
                </c:pt>
                <c:pt idx="11035">
                  <c:v>6.9477599999999997</c:v>
                </c:pt>
                <c:pt idx="11036">
                  <c:v>6.9480700000000004</c:v>
                </c:pt>
                <c:pt idx="11037">
                  <c:v>6.9483699999999997</c:v>
                </c:pt>
                <c:pt idx="11038">
                  <c:v>6.9486800000000004</c:v>
                </c:pt>
                <c:pt idx="11039">
                  <c:v>6.9489799999999997</c:v>
                </c:pt>
                <c:pt idx="11040">
                  <c:v>6.9492900000000004</c:v>
                </c:pt>
                <c:pt idx="11041">
                  <c:v>6.9495899999999997</c:v>
                </c:pt>
                <c:pt idx="11042">
                  <c:v>6.9499000000000004</c:v>
                </c:pt>
                <c:pt idx="11043">
                  <c:v>6.9501999999999997</c:v>
                </c:pt>
                <c:pt idx="11044">
                  <c:v>6.9505100000000004</c:v>
                </c:pt>
                <c:pt idx="11045">
                  <c:v>6.9508200000000002</c:v>
                </c:pt>
                <c:pt idx="11046">
                  <c:v>6.9511200000000004</c:v>
                </c:pt>
                <c:pt idx="11047">
                  <c:v>6.9514300000000002</c:v>
                </c:pt>
                <c:pt idx="11048">
                  <c:v>6.9517300000000004</c:v>
                </c:pt>
                <c:pt idx="11049">
                  <c:v>6.9520400000000002</c:v>
                </c:pt>
                <c:pt idx="11050">
                  <c:v>6.9523400000000004</c:v>
                </c:pt>
                <c:pt idx="11051">
                  <c:v>6.9526500000000002</c:v>
                </c:pt>
                <c:pt idx="11052">
                  <c:v>6.9529500000000004</c:v>
                </c:pt>
                <c:pt idx="11053">
                  <c:v>6.9532600000000002</c:v>
                </c:pt>
                <c:pt idx="11054">
                  <c:v>6.9535600000000004</c:v>
                </c:pt>
                <c:pt idx="11055">
                  <c:v>6.9538700000000002</c:v>
                </c:pt>
                <c:pt idx="11056">
                  <c:v>6.9541700000000004</c:v>
                </c:pt>
                <c:pt idx="11057">
                  <c:v>6.9544800000000002</c:v>
                </c:pt>
                <c:pt idx="11058">
                  <c:v>6.95479</c:v>
                </c:pt>
                <c:pt idx="11059">
                  <c:v>6.9550900000000002</c:v>
                </c:pt>
                <c:pt idx="11060">
                  <c:v>6.9554</c:v>
                </c:pt>
                <c:pt idx="11061">
                  <c:v>6.9557000000000002</c:v>
                </c:pt>
                <c:pt idx="11062">
                  <c:v>6.95601</c:v>
                </c:pt>
                <c:pt idx="11063">
                  <c:v>6.9563100000000002</c:v>
                </c:pt>
                <c:pt idx="11064">
                  <c:v>6.95662</c:v>
                </c:pt>
                <c:pt idx="11065">
                  <c:v>6.9569200000000002</c:v>
                </c:pt>
                <c:pt idx="11066">
                  <c:v>6.95723</c:v>
                </c:pt>
                <c:pt idx="11067">
                  <c:v>6.9575300000000002</c:v>
                </c:pt>
                <c:pt idx="11068">
                  <c:v>6.95784</c:v>
                </c:pt>
                <c:pt idx="11069">
                  <c:v>6.9581400000000002</c:v>
                </c:pt>
                <c:pt idx="11070">
                  <c:v>6.95845</c:v>
                </c:pt>
                <c:pt idx="11071">
                  <c:v>6.9587599999999998</c:v>
                </c:pt>
                <c:pt idx="11072">
                  <c:v>6.95906</c:v>
                </c:pt>
                <c:pt idx="11073">
                  <c:v>6.9593699999999998</c:v>
                </c:pt>
                <c:pt idx="11074">
                  <c:v>6.95967</c:v>
                </c:pt>
                <c:pt idx="11075">
                  <c:v>6.9599799999999998</c:v>
                </c:pt>
                <c:pt idx="11076">
                  <c:v>6.96028</c:v>
                </c:pt>
                <c:pt idx="11077">
                  <c:v>6.9605899999999998</c:v>
                </c:pt>
                <c:pt idx="11078">
                  <c:v>6.96089</c:v>
                </c:pt>
                <c:pt idx="11079">
                  <c:v>6.9611999999999998</c:v>
                </c:pt>
                <c:pt idx="11080">
                  <c:v>6.9615</c:v>
                </c:pt>
                <c:pt idx="11081">
                  <c:v>6.9618099999999998</c:v>
                </c:pt>
                <c:pt idx="11082">
                  <c:v>6.96211</c:v>
                </c:pt>
                <c:pt idx="11083">
                  <c:v>6.9624199999999998</c:v>
                </c:pt>
                <c:pt idx="11084">
                  <c:v>6.9627299999999996</c:v>
                </c:pt>
                <c:pt idx="11085">
                  <c:v>6.9630299999999998</c:v>
                </c:pt>
                <c:pt idx="11086">
                  <c:v>6.9633399999999996</c:v>
                </c:pt>
                <c:pt idx="11087">
                  <c:v>6.9636399999999998</c:v>
                </c:pt>
                <c:pt idx="11088">
                  <c:v>6.9639499999999996</c:v>
                </c:pt>
                <c:pt idx="11089">
                  <c:v>6.9642499999999998</c:v>
                </c:pt>
                <c:pt idx="11090">
                  <c:v>6.9645599999999996</c:v>
                </c:pt>
                <c:pt idx="11091">
                  <c:v>6.9648599999999998</c:v>
                </c:pt>
                <c:pt idx="11092">
                  <c:v>6.9651699999999996</c:v>
                </c:pt>
                <c:pt idx="11093">
                  <c:v>6.9654699999999998</c:v>
                </c:pt>
                <c:pt idx="11094">
                  <c:v>6.9657799999999996</c:v>
                </c:pt>
                <c:pt idx="11095">
                  <c:v>6.9660900000000003</c:v>
                </c:pt>
                <c:pt idx="11096">
                  <c:v>6.9663899999999996</c:v>
                </c:pt>
                <c:pt idx="11097">
                  <c:v>6.9667000000000003</c:v>
                </c:pt>
                <c:pt idx="11098">
                  <c:v>6.9669999999999996</c:v>
                </c:pt>
                <c:pt idx="11099">
                  <c:v>6.9673100000000003</c:v>
                </c:pt>
                <c:pt idx="11100">
                  <c:v>6.9676099999999996</c:v>
                </c:pt>
                <c:pt idx="11101">
                  <c:v>6.9679200000000003</c:v>
                </c:pt>
                <c:pt idx="11102">
                  <c:v>6.9682199999999996</c:v>
                </c:pt>
                <c:pt idx="11103">
                  <c:v>6.9685300000000003</c:v>
                </c:pt>
                <c:pt idx="11104">
                  <c:v>6.9688299999999996</c:v>
                </c:pt>
                <c:pt idx="11105">
                  <c:v>6.9691400000000003</c:v>
                </c:pt>
                <c:pt idx="11106">
                  <c:v>6.9694399999999996</c:v>
                </c:pt>
                <c:pt idx="11107">
                  <c:v>6.9697500000000003</c:v>
                </c:pt>
                <c:pt idx="11108">
                  <c:v>6.9700600000000001</c:v>
                </c:pt>
                <c:pt idx="11109">
                  <c:v>6.9703600000000003</c:v>
                </c:pt>
                <c:pt idx="11110">
                  <c:v>6.9706700000000001</c:v>
                </c:pt>
                <c:pt idx="11111">
                  <c:v>6.9709700000000003</c:v>
                </c:pt>
                <c:pt idx="11112">
                  <c:v>6.9712800000000001</c:v>
                </c:pt>
                <c:pt idx="11113">
                  <c:v>6.9715800000000003</c:v>
                </c:pt>
                <c:pt idx="11114">
                  <c:v>6.9718900000000001</c:v>
                </c:pt>
                <c:pt idx="11115">
                  <c:v>6.9721900000000003</c:v>
                </c:pt>
                <c:pt idx="11116">
                  <c:v>6.9725000000000001</c:v>
                </c:pt>
                <c:pt idx="11117">
                  <c:v>6.9728000000000003</c:v>
                </c:pt>
                <c:pt idx="11118">
                  <c:v>6.9731100000000001</c:v>
                </c:pt>
                <c:pt idx="11119">
                  <c:v>6.9734100000000003</c:v>
                </c:pt>
                <c:pt idx="11120">
                  <c:v>6.9737200000000001</c:v>
                </c:pt>
                <c:pt idx="11121">
                  <c:v>6.97403</c:v>
                </c:pt>
                <c:pt idx="11122">
                  <c:v>6.9743300000000001</c:v>
                </c:pt>
                <c:pt idx="11123">
                  <c:v>6.97464</c:v>
                </c:pt>
                <c:pt idx="11124">
                  <c:v>6.9749400000000001</c:v>
                </c:pt>
                <c:pt idx="11125">
                  <c:v>6.97525</c:v>
                </c:pt>
                <c:pt idx="11126">
                  <c:v>6.9755500000000001</c:v>
                </c:pt>
                <c:pt idx="11127">
                  <c:v>6.9758599999999999</c:v>
                </c:pt>
                <c:pt idx="11128">
                  <c:v>6.9761600000000001</c:v>
                </c:pt>
                <c:pt idx="11129">
                  <c:v>6.9764699999999999</c:v>
                </c:pt>
                <c:pt idx="11130">
                  <c:v>6.9767700000000001</c:v>
                </c:pt>
                <c:pt idx="11131">
                  <c:v>6.9770799999999999</c:v>
                </c:pt>
                <c:pt idx="11132">
                  <c:v>6.9773800000000001</c:v>
                </c:pt>
                <c:pt idx="11133">
                  <c:v>6.9776899999999999</c:v>
                </c:pt>
                <c:pt idx="11134">
                  <c:v>6.9779999999999998</c:v>
                </c:pt>
                <c:pt idx="11135">
                  <c:v>6.9782999999999999</c:v>
                </c:pt>
                <c:pt idx="11136">
                  <c:v>6.9786099999999998</c:v>
                </c:pt>
                <c:pt idx="11137">
                  <c:v>6.9789099999999999</c:v>
                </c:pt>
                <c:pt idx="11138">
                  <c:v>6.9792199999999998</c:v>
                </c:pt>
                <c:pt idx="11139">
                  <c:v>6.9795199999999999</c:v>
                </c:pt>
                <c:pt idx="11140">
                  <c:v>6.9798299999999998</c:v>
                </c:pt>
                <c:pt idx="11141">
                  <c:v>6.9801299999999999</c:v>
                </c:pt>
                <c:pt idx="11142">
                  <c:v>6.9804399999999998</c:v>
                </c:pt>
                <c:pt idx="11143">
                  <c:v>6.9807399999999999</c:v>
                </c:pt>
                <c:pt idx="11144">
                  <c:v>6.9810499999999998</c:v>
                </c:pt>
                <c:pt idx="11145">
                  <c:v>6.9813599999999996</c:v>
                </c:pt>
                <c:pt idx="11146">
                  <c:v>6.9816599999999998</c:v>
                </c:pt>
                <c:pt idx="11147">
                  <c:v>6.9819699999999996</c:v>
                </c:pt>
                <c:pt idx="11148">
                  <c:v>6.9822699999999998</c:v>
                </c:pt>
                <c:pt idx="11149">
                  <c:v>6.9825799999999996</c:v>
                </c:pt>
                <c:pt idx="11150">
                  <c:v>6.9828799999999998</c:v>
                </c:pt>
                <c:pt idx="11151">
                  <c:v>6.9831899999999996</c:v>
                </c:pt>
                <c:pt idx="11152">
                  <c:v>6.9834899999999998</c:v>
                </c:pt>
                <c:pt idx="11153">
                  <c:v>6.9837999999999996</c:v>
                </c:pt>
                <c:pt idx="11154">
                  <c:v>6.9840999999999998</c:v>
                </c:pt>
                <c:pt idx="11155">
                  <c:v>6.9844099999999996</c:v>
                </c:pt>
                <c:pt idx="11156">
                  <c:v>6.9847099999999998</c:v>
                </c:pt>
                <c:pt idx="11157">
                  <c:v>6.9850199999999996</c:v>
                </c:pt>
                <c:pt idx="11158">
                  <c:v>6.9853300000000003</c:v>
                </c:pt>
                <c:pt idx="11159">
                  <c:v>6.9856299999999996</c:v>
                </c:pt>
                <c:pt idx="11160">
                  <c:v>6.9859400000000003</c:v>
                </c:pt>
                <c:pt idx="11161">
                  <c:v>6.9862399999999996</c:v>
                </c:pt>
                <c:pt idx="11162">
                  <c:v>6.9865500000000003</c:v>
                </c:pt>
                <c:pt idx="11163">
                  <c:v>6.9868499999999996</c:v>
                </c:pt>
                <c:pt idx="11164">
                  <c:v>6.9871600000000003</c:v>
                </c:pt>
                <c:pt idx="11165">
                  <c:v>6.9874599999999996</c:v>
                </c:pt>
                <c:pt idx="11166">
                  <c:v>6.9877700000000003</c:v>
                </c:pt>
                <c:pt idx="11167">
                  <c:v>6.9880699999999996</c:v>
                </c:pt>
                <c:pt idx="11168">
                  <c:v>6.9883800000000003</c:v>
                </c:pt>
                <c:pt idx="11169">
                  <c:v>6.9886799999999996</c:v>
                </c:pt>
                <c:pt idx="11170">
                  <c:v>6.9889900000000003</c:v>
                </c:pt>
                <c:pt idx="11171">
                  <c:v>6.9893000000000001</c:v>
                </c:pt>
                <c:pt idx="11172">
                  <c:v>6.9896000000000003</c:v>
                </c:pt>
                <c:pt idx="11173">
                  <c:v>6.9899100000000001</c:v>
                </c:pt>
                <c:pt idx="11174">
                  <c:v>6.9902100000000003</c:v>
                </c:pt>
                <c:pt idx="11175">
                  <c:v>6.9905200000000001</c:v>
                </c:pt>
                <c:pt idx="11176">
                  <c:v>6.9908200000000003</c:v>
                </c:pt>
                <c:pt idx="11177">
                  <c:v>6.9911300000000001</c:v>
                </c:pt>
                <c:pt idx="11178">
                  <c:v>6.9914300000000003</c:v>
                </c:pt>
                <c:pt idx="11179">
                  <c:v>6.9917400000000001</c:v>
                </c:pt>
                <c:pt idx="11180">
                  <c:v>6.9920400000000003</c:v>
                </c:pt>
                <c:pt idx="11181">
                  <c:v>6.9923500000000001</c:v>
                </c:pt>
                <c:pt idx="11182">
                  <c:v>6.9926500000000003</c:v>
                </c:pt>
                <c:pt idx="11183">
                  <c:v>6.9929600000000001</c:v>
                </c:pt>
                <c:pt idx="11184">
                  <c:v>6.9932699999999999</c:v>
                </c:pt>
                <c:pt idx="11185">
                  <c:v>6.9935700000000001</c:v>
                </c:pt>
                <c:pt idx="11186">
                  <c:v>6.9938799999999999</c:v>
                </c:pt>
                <c:pt idx="11187">
                  <c:v>6.9941800000000001</c:v>
                </c:pt>
                <c:pt idx="11188">
                  <c:v>6.9944899999999999</c:v>
                </c:pt>
                <c:pt idx="11189">
                  <c:v>6.9947900000000001</c:v>
                </c:pt>
                <c:pt idx="11190">
                  <c:v>6.9950999999999999</c:v>
                </c:pt>
                <c:pt idx="11191">
                  <c:v>6.9954000000000001</c:v>
                </c:pt>
                <c:pt idx="11192">
                  <c:v>6.9957099999999999</c:v>
                </c:pt>
                <c:pt idx="11193">
                  <c:v>6.9960100000000001</c:v>
                </c:pt>
                <c:pt idx="11194">
                  <c:v>6.9963199999999999</c:v>
                </c:pt>
                <c:pt idx="11195">
                  <c:v>6.9966200000000001</c:v>
                </c:pt>
                <c:pt idx="11196">
                  <c:v>6.9969299999999999</c:v>
                </c:pt>
                <c:pt idx="11197">
                  <c:v>6.9972399999999997</c:v>
                </c:pt>
                <c:pt idx="11198">
                  <c:v>6.9975399999999999</c:v>
                </c:pt>
                <c:pt idx="11199">
                  <c:v>6.9978499999999997</c:v>
                </c:pt>
                <c:pt idx="11200">
                  <c:v>6.9981499999999999</c:v>
                </c:pt>
                <c:pt idx="11201">
                  <c:v>6.9984599999999997</c:v>
                </c:pt>
                <c:pt idx="11202">
                  <c:v>6.9987599999999999</c:v>
                </c:pt>
                <c:pt idx="11203">
                  <c:v>6.9990699999999997</c:v>
                </c:pt>
                <c:pt idx="11204">
                  <c:v>6.9993699999999999</c:v>
                </c:pt>
                <c:pt idx="11205">
                  <c:v>6.9996799999999997</c:v>
                </c:pt>
                <c:pt idx="11206">
                  <c:v>6.9999799999999999</c:v>
                </c:pt>
                <c:pt idx="11207">
                  <c:v>7.0002899999999997</c:v>
                </c:pt>
                <c:pt idx="11208">
                  <c:v>7.0006000000000004</c:v>
                </c:pt>
                <c:pt idx="11209">
                  <c:v>7.0008999999999997</c:v>
                </c:pt>
                <c:pt idx="11210">
                  <c:v>7.0012100000000004</c:v>
                </c:pt>
                <c:pt idx="11211">
                  <c:v>7.0015099999999997</c:v>
                </c:pt>
                <c:pt idx="11212">
                  <c:v>7.0018200000000004</c:v>
                </c:pt>
                <c:pt idx="11213">
                  <c:v>7.0021199999999997</c:v>
                </c:pt>
                <c:pt idx="11214">
                  <c:v>7.0024300000000004</c:v>
                </c:pt>
                <c:pt idx="11215">
                  <c:v>7.0027299999999997</c:v>
                </c:pt>
                <c:pt idx="11216">
                  <c:v>7.0030400000000004</c:v>
                </c:pt>
                <c:pt idx="11217">
                  <c:v>7.0033399999999997</c:v>
                </c:pt>
                <c:pt idx="11218">
                  <c:v>7.0036500000000004</c:v>
                </c:pt>
                <c:pt idx="11219">
                  <c:v>7.0039499999999997</c:v>
                </c:pt>
                <c:pt idx="11220">
                  <c:v>7.0042600000000004</c:v>
                </c:pt>
                <c:pt idx="11221">
                  <c:v>7.0045700000000002</c:v>
                </c:pt>
                <c:pt idx="11222">
                  <c:v>7.0048700000000004</c:v>
                </c:pt>
                <c:pt idx="11223">
                  <c:v>7.0051800000000002</c:v>
                </c:pt>
                <c:pt idx="11224">
                  <c:v>7.0054800000000004</c:v>
                </c:pt>
                <c:pt idx="11225">
                  <c:v>7.0057900000000002</c:v>
                </c:pt>
                <c:pt idx="11226">
                  <c:v>7.0060900000000004</c:v>
                </c:pt>
                <c:pt idx="11227">
                  <c:v>7.0064000000000002</c:v>
                </c:pt>
                <c:pt idx="11228">
                  <c:v>7.0067000000000004</c:v>
                </c:pt>
                <c:pt idx="11229">
                  <c:v>7.0070100000000002</c:v>
                </c:pt>
                <c:pt idx="11230">
                  <c:v>7.0073100000000004</c:v>
                </c:pt>
                <c:pt idx="11231">
                  <c:v>7.0076200000000002</c:v>
                </c:pt>
                <c:pt idx="11232">
                  <c:v>7.0079200000000004</c:v>
                </c:pt>
                <c:pt idx="11233">
                  <c:v>7.0082300000000002</c:v>
                </c:pt>
                <c:pt idx="11234">
                  <c:v>7.00854</c:v>
                </c:pt>
                <c:pt idx="11235">
                  <c:v>7.0088400000000002</c:v>
                </c:pt>
                <c:pt idx="11236">
                  <c:v>7.00915</c:v>
                </c:pt>
                <c:pt idx="11237">
                  <c:v>7.0094500000000002</c:v>
                </c:pt>
                <c:pt idx="11238">
                  <c:v>7.00976</c:v>
                </c:pt>
                <c:pt idx="11239">
                  <c:v>7.0100600000000002</c:v>
                </c:pt>
                <c:pt idx="11240">
                  <c:v>7.01037</c:v>
                </c:pt>
                <c:pt idx="11241">
                  <c:v>7.0106700000000002</c:v>
                </c:pt>
                <c:pt idx="11242">
                  <c:v>7.01098</c:v>
                </c:pt>
                <c:pt idx="11243">
                  <c:v>7.0112800000000002</c:v>
                </c:pt>
                <c:pt idx="11244">
                  <c:v>7.01159</c:v>
                </c:pt>
                <c:pt idx="11245">
                  <c:v>7.0118900000000002</c:v>
                </c:pt>
                <c:pt idx="11246">
                  <c:v>7.0122</c:v>
                </c:pt>
                <c:pt idx="11247">
                  <c:v>7.0125099999999998</c:v>
                </c:pt>
                <c:pt idx="11248">
                  <c:v>7.01281</c:v>
                </c:pt>
                <c:pt idx="11249">
                  <c:v>7.0131199999999998</c:v>
                </c:pt>
                <c:pt idx="11250">
                  <c:v>7.01342</c:v>
                </c:pt>
                <c:pt idx="11251">
                  <c:v>7.0137299999999998</c:v>
                </c:pt>
                <c:pt idx="11252">
                  <c:v>7.01403</c:v>
                </c:pt>
                <c:pt idx="11253">
                  <c:v>7.0143399999999998</c:v>
                </c:pt>
                <c:pt idx="11254">
                  <c:v>7.01464</c:v>
                </c:pt>
                <c:pt idx="11255">
                  <c:v>7.0149499999999998</c:v>
                </c:pt>
                <c:pt idx="11256">
                  <c:v>7.01525</c:v>
                </c:pt>
                <c:pt idx="11257">
                  <c:v>7.0155599999999998</c:v>
                </c:pt>
                <c:pt idx="11258">
                  <c:v>7.01586</c:v>
                </c:pt>
                <c:pt idx="11259">
                  <c:v>7.0161699999999998</c:v>
                </c:pt>
                <c:pt idx="11260">
                  <c:v>7.0164799999999996</c:v>
                </c:pt>
                <c:pt idx="11261">
                  <c:v>7.0167799999999998</c:v>
                </c:pt>
                <c:pt idx="11262">
                  <c:v>7.0170899999999996</c:v>
                </c:pt>
                <c:pt idx="11263">
                  <c:v>7.0173899999999998</c:v>
                </c:pt>
                <c:pt idx="11264">
                  <c:v>7.0176999999999996</c:v>
                </c:pt>
                <c:pt idx="11265">
                  <c:v>7.0179999999999998</c:v>
                </c:pt>
                <c:pt idx="11266">
                  <c:v>7.0183099999999996</c:v>
                </c:pt>
                <c:pt idx="11267">
                  <c:v>7.0186099999999998</c:v>
                </c:pt>
                <c:pt idx="11268">
                  <c:v>7.0189199999999996</c:v>
                </c:pt>
                <c:pt idx="11269">
                  <c:v>7.0192199999999998</c:v>
                </c:pt>
                <c:pt idx="11270">
                  <c:v>7.0195299999999996</c:v>
                </c:pt>
                <c:pt idx="11271">
                  <c:v>7.0198400000000003</c:v>
                </c:pt>
                <c:pt idx="11272">
                  <c:v>7.0201399999999996</c:v>
                </c:pt>
                <c:pt idx="11273">
                  <c:v>7.0204500000000003</c:v>
                </c:pt>
                <c:pt idx="11274">
                  <c:v>7.0207499999999996</c:v>
                </c:pt>
                <c:pt idx="11275">
                  <c:v>7.0210600000000003</c:v>
                </c:pt>
                <c:pt idx="11276">
                  <c:v>7.0213599999999996</c:v>
                </c:pt>
                <c:pt idx="11277">
                  <c:v>7.0216700000000003</c:v>
                </c:pt>
                <c:pt idx="11278">
                  <c:v>7.0219699999999996</c:v>
                </c:pt>
                <c:pt idx="11279">
                  <c:v>7.0222800000000003</c:v>
                </c:pt>
                <c:pt idx="11280">
                  <c:v>7.0225799999999996</c:v>
                </c:pt>
                <c:pt idx="11281">
                  <c:v>7.0228900000000003</c:v>
                </c:pt>
                <c:pt idx="11282">
                  <c:v>7.0231899999999996</c:v>
                </c:pt>
                <c:pt idx="11283">
                  <c:v>7.0235000000000003</c:v>
                </c:pt>
                <c:pt idx="11284">
                  <c:v>7.0238100000000001</c:v>
                </c:pt>
                <c:pt idx="11285">
                  <c:v>7.0241100000000003</c:v>
                </c:pt>
                <c:pt idx="11286">
                  <c:v>7.0244200000000001</c:v>
                </c:pt>
                <c:pt idx="11287">
                  <c:v>7.0247200000000003</c:v>
                </c:pt>
                <c:pt idx="11288">
                  <c:v>7.0250300000000001</c:v>
                </c:pt>
                <c:pt idx="11289">
                  <c:v>7.0253300000000003</c:v>
                </c:pt>
                <c:pt idx="11290">
                  <c:v>7.0256400000000001</c:v>
                </c:pt>
                <c:pt idx="11291">
                  <c:v>7.0259400000000003</c:v>
                </c:pt>
                <c:pt idx="11292">
                  <c:v>7.0262500000000001</c:v>
                </c:pt>
                <c:pt idx="11293">
                  <c:v>7.0265500000000003</c:v>
                </c:pt>
                <c:pt idx="11294">
                  <c:v>7.0268600000000001</c:v>
                </c:pt>
                <c:pt idx="11295">
                  <c:v>7.0271600000000003</c:v>
                </c:pt>
                <c:pt idx="11296">
                  <c:v>7.0274700000000001</c:v>
                </c:pt>
                <c:pt idx="11297">
                  <c:v>7.0277799999999999</c:v>
                </c:pt>
                <c:pt idx="11298">
                  <c:v>7.0280800000000001</c:v>
                </c:pt>
                <c:pt idx="11299">
                  <c:v>7.0283899999999999</c:v>
                </c:pt>
                <c:pt idx="11300">
                  <c:v>7.0286900000000001</c:v>
                </c:pt>
                <c:pt idx="11301">
                  <c:v>7.0289999999999999</c:v>
                </c:pt>
                <c:pt idx="11302">
                  <c:v>7.0293000000000001</c:v>
                </c:pt>
                <c:pt idx="11303">
                  <c:v>7.0296099999999999</c:v>
                </c:pt>
                <c:pt idx="11304">
                  <c:v>7.0299100000000001</c:v>
                </c:pt>
                <c:pt idx="11305">
                  <c:v>7.0302199999999999</c:v>
                </c:pt>
                <c:pt idx="11306">
                  <c:v>7.0305200000000001</c:v>
                </c:pt>
                <c:pt idx="11307">
                  <c:v>7.0308299999999999</c:v>
                </c:pt>
                <c:pt idx="11308">
                  <c:v>7.0311300000000001</c:v>
                </c:pt>
                <c:pt idx="11309">
                  <c:v>7.0314399999999999</c:v>
                </c:pt>
                <c:pt idx="11310">
                  <c:v>7.0317499999999997</c:v>
                </c:pt>
                <c:pt idx="11311">
                  <c:v>7.0320499999999999</c:v>
                </c:pt>
                <c:pt idx="11312">
                  <c:v>7.0323599999999997</c:v>
                </c:pt>
                <c:pt idx="11313">
                  <c:v>7.0326599999999999</c:v>
                </c:pt>
                <c:pt idx="11314">
                  <c:v>7.0329699999999997</c:v>
                </c:pt>
                <c:pt idx="11315">
                  <c:v>7.0332699999999999</c:v>
                </c:pt>
                <c:pt idx="11316">
                  <c:v>7.0335799999999997</c:v>
                </c:pt>
                <c:pt idx="11317">
                  <c:v>7.0338799999999999</c:v>
                </c:pt>
                <c:pt idx="11318">
                  <c:v>7.0341899999999997</c:v>
                </c:pt>
                <c:pt idx="11319">
                  <c:v>7.0344899999999999</c:v>
                </c:pt>
                <c:pt idx="11320">
                  <c:v>7.0347999999999997</c:v>
                </c:pt>
                <c:pt idx="11321">
                  <c:v>7.0351100000000004</c:v>
                </c:pt>
                <c:pt idx="11322">
                  <c:v>7.0354099999999997</c:v>
                </c:pt>
                <c:pt idx="11323">
                  <c:v>7.0357200000000004</c:v>
                </c:pt>
                <c:pt idx="11324">
                  <c:v>7.0360199999999997</c:v>
                </c:pt>
                <c:pt idx="11325">
                  <c:v>7.0363300000000004</c:v>
                </c:pt>
                <c:pt idx="11326">
                  <c:v>7.0366299999999997</c:v>
                </c:pt>
                <c:pt idx="11327">
                  <c:v>7.0369400000000004</c:v>
                </c:pt>
                <c:pt idx="11328">
                  <c:v>7.0372399999999997</c:v>
                </c:pt>
                <c:pt idx="11329">
                  <c:v>7.0375500000000004</c:v>
                </c:pt>
                <c:pt idx="11330">
                  <c:v>7.0378499999999997</c:v>
                </c:pt>
                <c:pt idx="11331">
                  <c:v>7.0381600000000004</c:v>
                </c:pt>
                <c:pt idx="11332">
                  <c:v>7.0384599999999997</c:v>
                </c:pt>
                <c:pt idx="11333">
                  <c:v>7.0387700000000004</c:v>
                </c:pt>
                <c:pt idx="11334">
                  <c:v>7.0390800000000002</c:v>
                </c:pt>
                <c:pt idx="11335">
                  <c:v>7.0393800000000004</c:v>
                </c:pt>
                <c:pt idx="11336">
                  <c:v>7.0396900000000002</c:v>
                </c:pt>
                <c:pt idx="11337">
                  <c:v>7.0399900000000004</c:v>
                </c:pt>
                <c:pt idx="11338">
                  <c:v>7.0403000000000002</c:v>
                </c:pt>
                <c:pt idx="11339">
                  <c:v>7.0406000000000004</c:v>
                </c:pt>
                <c:pt idx="11340">
                  <c:v>7.0409100000000002</c:v>
                </c:pt>
                <c:pt idx="11341">
                  <c:v>7.0412100000000004</c:v>
                </c:pt>
                <c:pt idx="11342">
                  <c:v>7.0415200000000002</c:v>
                </c:pt>
                <c:pt idx="11343">
                  <c:v>7.0418200000000004</c:v>
                </c:pt>
                <c:pt idx="11344">
                  <c:v>7.0421300000000002</c:v>
                </c:pt>
                <c:pt idx="11345">
                  <c:v>7.0424300000000004</c:v>
                </c:pt>
                <c:pt idx="11346">
                  <c:v>7.0427400000000002</c:v>
                </c:pt>
                <c:pt idx="11347">
                  <c:v>7.04305</c:v>
                </c:pt>
                <c:pt idx="11348">
                  <c:v>7.0433500000000002</c:v>
                </c:pt>
                <c:pt idx="11349">
                  <c:v>7.04366</c:v>
                </c:pt>
                <c:pt idx="11350">
                  <c:v>7.0439600000000002</c:v>
                </c:pt>
                <c:pt idx="11351">
                  <c:v>7.04427</c:v>
                </c:pt>
                <c:pt idx="11352">
                  <c:v>7.0445700000000002</c:v>
                </c:pt>
                <c:pt idx="11353">
                  <c:v>7.04488</c:v>
                </c:pt>
                <c:pt idx="11354">
                  <c:v>7.0451800000000002</c:v>
                </c:pt>
                <c:pt idx="11355">
                  <c:v>7.04549</c:v>
                </c:pt>
                <c:pt idx="11356">
                  <c:v>7.0457900000000002</c:v>
                </c:pt>
                <c:pt idx="11357">
                  <c:v>7.0461</c:v>
                </c:pt>
                <c:pt idx="11358">
                  <c:v>7.0464000000000002</c:v>
                </c:pt>
                <c:pt idx="11359">
                  <c:v>7.04671</c:v>
                </c:pt>
                <c:pt idx="11360">
                  <c:v>7.0470199999999998</c:v>
                </c:pt>
                <c:pt idx="11361">
                  <c:v>7.04732</c:v>
                </c:pt>
                <c:pt idx="11362">
                  <c:v>7.0476299999999998</c:v>
                </c:pt>
                <c:pt idx="11363">
                  <c:v>7.04793</c:v>
                </c:pt>
                <c:pt idx="11364">
                  <c:v>7.0482399999999998</c:v>
                </c:pt>
                <c:pt idx="11365">
                  <c:v>7.04854</c:v>
                </c:pt>
                <c:pt idx="11366">
                  <c:v>7.0488499999999998</c:v>
                </c:pt>
                <c:pt idx="11367">
                  <c:v>7.04915</c:v>
                </c:pt>
                <c:pt idx="11368">
                  <c:v>7.0494599999999998</c:v>
                </c:pt>
                <c:pt idx="11369">
                  <c:v>7.04976</c:v>
                </c:pt>
                <c:pt idx="11370">
                  <c:v>7.0500699999999998</c:v>
                </c:pt>
                <c:pt idx="11371">
                  <c:v>7.05037</c:v>
                </c:pt>
                <c:pt idx="11372">
                  <c:v>7.0506799999999998</c:v>
                </c:pt>
                <c:pt idx="11373">
                  <c:v>7.0509899999999996</c:v>
                </c:pt>
                <c:pt idx="11374">
                  <c:v>7.0512899999999998</c:v>
                </c:pt>
                <c:pt idx="11375">
                  <c:v>7.0515999999999996</c:v>
                </c:pt>
                <c:pt idx="11376">
                  <c:v>7.0518999999999998</c:v>
                </c:pt>
                <c:pt idx="11377">
                  <c:v>7.0522099999999996</c:v>
                </c:pt>
                <c:pt idx="11378">
                  <c:v>7.0525099999999998</c:v>
                </c:pt>
                <c:pt idx="11379">
                  <c:v>7.0528199999999996</c:v>
                </c:pt>
                <c:pt idx="11380">
                  <c:v>7.0531199999999998</c:v>
                </c:pt>
                <c:pt idx="11381">
                  <c:v>7.0534299999999996</c:v>
                </c:pt>
                <c:pt idx="11382">
                  <c:v>7.0537299999999998</c:v>
                </c:pt>
                <c:pt idx="11383">
                  <c:v>7.0540399999999996</c:v>
                </c:pt>
                <c:pt idx="11384">
                  <c:v>7.0543500000000003</c:v>
                </c:pt>
                <c:pt idx="11385">
                  <c:v>7.0546499999999996</c:v>
                </c:pt>
                <c:pt idx="11386">
                  <c:v>7.0549600000000003</c:v>
                </c:pt>
                <c:pt idx="11387">
                  <c:v>7.0552599999999996</c:v>
                </c:pt>
                <c:pt idx="11388">
                  <c:v>7.0555700000000003</c:v>
                </c:pt>
                <c:pt idx="11389">
                  <c:v>7.0558699999999996</c:v>
                </c:pt>
                <c:pt idx="11390">
                  <c:v>7.0561800000000003</c:v>
                </c:pt>
                <c:pt idx="11391">
                  <c:v>7.0564799999999996</c:v>
                </c:pt>
                <c:pt idx="11392">
                  <c:v>7.0567900000000003</c:v>
                </c:pt>
                <c:pt idx="11393">
                  <c:v>7.0570899999999996</c:v>
                </c:pt>
                <c:pt idx="11394">
                  <c:v>7.0574000000000003</c:v>
                </c:pt>
                <c:pt idx="11395">
                  <c:v>7.0576999999999996</c:v>
                </c:pt>
                <c:pt idx="11396">
                  <c:v>7.0580100000000003</c:v>
                </c:pt>
                <c:pt idx="11397">
                  <c:v>7.0583200000000001</c:v>
                </c:pt>
                <c:pt idx="11398">
                  <c:v>7.0586200000000003</c:v>
                </c:pt>
                <c:pt idx="11399">
                  <c:v>7.0589300000000001</c:v>
                </c:pt>
                <c:pt idx="11400">
                  <c:v>7.0592300000000003</c:v>
                </c:pt>
                <c:pt idx="11401">
                  <c:v>7.0595400000000001</c:v>
                </c:pt>
                <c:pt idx="11402">
                  <c:v>7.0598400000000003</c:v>
                </c:pt>
                <c:pt idx="11403">
                  <c:v>7.0601500000000001</c:v>
                </c:pt>
                <c:pt idx="11404">
                  <c:v>7.0604500000000003</c:v>
                </c:pt>
                <c:pt idx="11405">
                  <c:v>7.0607600000000001</c:v>
                </c:pt>
                <c:pt idx="11406">
                  <c:v>7.0610600000000003</c:v>
                </c:pt>
                <c:pt idx="11407">
                  <c:v>7.0613700000000001</c:v>
                </c:pt>
                <c:pt idx="11408">
                  <c:v>7.0616700000000003</c:v>
                </c:pt>
                <c:pt idx="11409">
                  <c:v>7.0619800000000001</c:v>
                </c:pt>
                <c:pt idx="11410">
                  <c:v>7.06229</c:v>
                </c:pt>
                <c:pt idx="11411">
                  <c:v>7.0625900000000001</c:v>
                </c:pt>
                <c:pt idx="11412">
                  <c:v>7.0629</c:v>
                </c:pt>
                <c:pt idx="11413">
                  <c:v>7.0632000000000001</c:v>
                </c:pt>
                <c:pt idx="11414">
                  <c:v>7.06351</c:v>
                </c:pt>
                <c:pt idx="11415">
                  <c:v>7.0638100000000001</c:v>
                </c:pt>
                <c:pt idx="11416">
                  <c:v>7.06412</c:v>
                </c:pt>
                <c:pt idx="11417">
                  <c:v>7.0644200000000001</c:v>
                </c:pt>
                <c:pt idx="11418">
                  <c:v>7.06473</c:v>
                </c:pt>
                <c:pt idx="11419">
                  <c:v>7.0650300000000001</c:v>
                </c:pt>
                <c:pt idx="11420">
                  <c:v>7.06534</c:v>
                </c:pt>
                <c:pt idx="11421">
                  <c:v>7.0656400000000001</c:v>
                </c:pt>
                <c:pt idx="11422">
                  <c:v>7.06595</c:v>
                </c:pt>
                <c:pt idx="11423">
                  <c:v>7.0662599999999998</c:v>
                </c:pt>
                <c:pt idx="11424">
                  <c:v>7.06656</c:v>
                </c:pt>
                <c:pt idx="11425">
                  <c:v>7.0668699999999998</c:v>
                </c:pt>
                <c:pt idx="11426">
                  <c:v>7.06717</c:v>
                </c:pt>
                <c:pt idx="11427">
                  <c:v>7.0674799999999998</c:v>
                </c:pt>
                <c:pt idx="11428">
                  <c:v>7.06778</c:v>
                </c:pt>
                <c:pt idx="11429">
                  <c:v>7.0680899999999998</c:v>
                </c:pt>
                <c:pt idx="11430">
                  <c:v>7.06839</c:v>
                </c:pt>
                <c:pt idx="11431">
                  <c:v>7.0686999999999998</c:v>
                </c:pt>
                <c:pt idx="11432">
                  <c:v>7.069</c:v>
                </c:pt>
                <c:pt idx="11433">
                  <c:v>7.0693099999999998</c:v>
                </c:pt>
                <c:pt idx="11434">
                  <c:v>7.0696099999999999</c:v>
                </c:pt>
                <c:pt idx="11435">
                  <c:v>7.0699199999999998</c:v>
                </c:pt>
                <c:pt idx="11436">
                  <c:v>7.0702299999999996</c:v>
                </c:pt>
                <c:pt idx="11437">
                  <c:v>7.0705299999999998</c:v>
                </c:pt>
                <c:pt idx="11438">
                  <c:v>7.0708399999999996</c:v>
                </c:pt>
                <c:pt idx="11439">
                  <c:v>7.0711399999999998</c:v>
                </c:pt>
                <c:pt idx="11440">
                  <c:v>7.0714499999999996</c:v>
                </c:pt>
                <c:pt idx="11441">
                  <c:v>7.0717499999999998</c:v>
                </c:pt>
                <c:pt idx="11442">
                  <c:v>7.0720599999999996</c:v>
                </c:pt>
                <c:pt idx="11443">
                  <c:v>7.0723599999999998</c:v>
                </c:pt>
                <c:pt idx="11444">
                  <c:v>7.0726699999999996</c:v>
                </c:pt>
                <c:pt idx="11445">
                  <c:v>7.0729699999999998</c:v>
                </c:pt>
                <c:pt idx="11446">
                  <c:v>7.0732799999999996</c:v>
                </c:pt>
                <c:pt idx="11447">
                  <c:v>7.0735900000000003</c:v>
                </c:pt>
                <c:pt idx="11448">
                  <c:v>7.0738899999999996</c:v>
                </c:pt>
                <c:pt idx="11449">
                  <c:v>7.0742000000000003</c:v>
                </c:pt>
                <c:pt idx="11450">
                  <c:v>7.0744999999999996</c:v>
                </c:pt>
                <c:pt idx="11451">
                  <c:v>7.0748100000000003</c:v>
                </c:pt>
                <c:pt idx="11452">
                  <c:v>7.0751099999999996</c:v>
                </c:pt>
                <c:pt idx="11453">
                  <c:v>7.0754200000000003</c:v>
                </c:pt>
                <c:pt idx="11454">
                  <c:v>7.0757199999999996</c:v>
                </c:pt>
                <c:pt idx="11455">
                  <c:v>7.0760300000000003</c:v>
                </c:pt>
                <c:pt idx="11456">
                  <c:v>7.0763299999999996</c:v>
                </c:pt>
                <c:pt idx="11457">
                  <c:v>7.0766400000000003</c:v>
                </c:pt>
                <c:pt idx="11458">
                  <c:v>7.0769399999999996</c:v>
                </c:pt>
                <c:pt idx="11459">
                  <c:v>7.0772500000000003</c:v>
                </c:pt>
                <c:pt idx="11460">
                  <c:v>7.0775600000000001</c:v>
                </c:pt>
                <c:pt idx="11461">
                  <c:v>7.0778600000000003</c:v>
                </c:pt>
                <c:pt idx="11462">
                  <c:v>7.0781700000000001</c:v>
                </c:pt>
                <c:pt idx="11463">
                  <c:v>7.0784700000000003</c:v>
                </c:pt>
                <c:pt idx="11464">
                  <c:v>7.0787800000000001</c:v>
                </c:pt>
                <c:pt idx="11465">
                  <c:v>7.0790800000000003</c:v>
                </c:pt>
                <c:pt idx="11466">
                  <c:v>7.0793900000000001</c:v>
                </c:pt>
                <c:pt idx="11467">
                  <c:v>7.0796900000000003</c:v>
                </c:pt>
                <c:pt idx="11468">
                  <c:v>7.08</c:v>
                </c:pt>
                <c:pt idx="11469">
                  <c:v>7.0803000000000003</c:v>
                </c:pt>
                <c:pt idx="11470">
                  <c:v>7.0806100000000001</c:v>
                </c:pt>
                <c:pt idx="11471">
                  <c:v>7.0809100000000003</c:v>
                </c:pt>
                <c:pt idx="11472">
                  <c:v>7.0812200000000001</c:v>
                </c:pt>
                <c:pt idx="11473">
                  <c:v>7.0815299999999999</c:v>
                </c:pt>
                <c:pt idx="11474">
                  <c:v>7.0818300000000001</c:v>
                </c:pt>
                <c:pt idx="11475">
                  <c:v>7.0821399999999999</c:v>
                </c:pt>
                <c:pt idx="11476">
                  <c:v>7.0824400000000001</c:v>
                </c:pt>
                <c:pt idx="11477">
                  <c:v>7.0827499999999999</c:v>
                </c:pt>
                <c:pt idx="11478">
                  <c:v>7.0830500000000001</c:v>
                </c:pt>
                <c:pt idx="11479">
                  <c:v>7.0833599999999999</c:v>
                </c:pt>
                <c:pt idx="11480">
                  <c:v>7.0836600000000001</c:v>
                </c:pt>
                <c:pt idx="11481">
                  <c:v>7.0839699999999999</c:v>
                </c:pt>
                <c:pt idx="11482">
                  <c:v>7.0842700000000001</c:v>
                </c:pt>
                <c:pt idx="11483">
                  <c:v>7.0845799999999999</c:v>
                </c:pt>
                <c:pt idx="11484">
                  <c:v>7.0848800000000001</c:v>
                </c:pt>
                <c:pt idx="11485">
                  <c:v>7.0851899999999999</c:v>
                </c:pt>
                <c:pt idx="11486">
                  <c:v>7.0854999999999997</c:v>
                </c:pt>
                <c:pt idx="11487">
                  <c:v>7.0857999999999999</c:v>
                </c:pt>
                <c:pt idx="11488">
                  <c:v>7.0861099999999997</c:v>
                </c:pt>
                <c:pt idx="11489">
                  <c:v>7.0864099999999999</c:v>
                </c:pt>
                <c:pt idx="11490">
                  <c:v>7.0867199999999997</c:v>
                </c:pt>
                <c:pt idx="11491">
                  <c:v>7.0870199999999999</c:v>
                </c:pt>
                <c:pt idx="11492">
                  <c:v>7.0873299999999997</c:v>
                </c:pt>
                <c:pt idx="11493">
                  <c:v>7.0876299999999999</c:v>
                </c:pt>
                <c:pt idx="11494">
                  <c:v>7.0879399999999997</c:v>
                </c:pt>
                <c:pt idx="11495">
                  <c:v>7.0882399999999999</c:v>
                </c:pt>
                <c:pt idx="11496">
                  <c:v>7.0885499999999997</c:v>
                </c:pt>
                <c:pt idx="11497">
                  <c:v>7.0888600000000004</c:v>
                </c:pt>
                <c:pt idx="11498">
                  <c:v>7.0891599999999997</c:v>
                </c:pt>
                <c:pt idx="11499">
                  <c:v>7.0894700000000004</c:v>
                </c:pt>
                <c:pt idx="11500">
                  <c:v>7.0897699999999997</c:v>
                </c:pt>
                <c:pt idx="11501">
                  <c:v>7.0900800000000004</c:v>
                </c:pt>
                <c:pt idx="11502">
                  <c:v>7.0903799999999997</c:v>
                </c:pt>
                <c:pt idx="11503">
                  <c:v>7.0906900000000004</c:v>
                </c:pt>
                <c:pt idx="11504">
                  <c:v>7.0909899999999997</c:v>
                </c:pt>
                <c:pt idx="11505">
                  <c:v>7.0913000000000004</c:v>
                </c:pt>
                <c:pt idx="11506">
                  <c:v>7.0915999999999997</c:v>
                </c:pt>
                <c:pt idx="11507">
                  <c:v>7.0919100000000004</c:v>
                </c:pt>
                <c:pt idx="11508">
                  <c:v>7.0922099999999997</c:v>
                </c:pt>
                <c:pt idx="11509">
                  <c:v>7.0925200000000004</c:v>
                </c:pt>
                <c:pt idx="11510">
                  <c:v>7.0928300000000002</c:v>
                </c:pt>
                <c:pt idx="11511">
                  <c:v>7.0931300000000004</c:v>
                </c:pt>
                <c:pt idx="11512">
                  <c:v>7.0934400000000002</c:v>
                </c:pt>
                <c:pt idx="11513">
                  <c:v>7.0937400000000004</c:v>
                </c:pt>
                <c:pt idx="11514">
                  <c:v>7.0940500000000002</c:v>
                </c:pt>
                <c:pt idx="11515">
                  <c:v>7.0943500000000004</c:v>
                </c:pt>
                <c:pt idx="11516">
                  <c:v>7.0946600000000002</c:v>
                </c:pt>
                <c:pt idx="11517">
                  <c:v>7.0949600000000004</c:v>
                </c:pt>
                <c:pt idx="11518">
                  <c:v>7.0952700000000002</c:v>
                </c:pt>
                <c:pt idx="11519">
                  <c:v>7.0955700000000004</c:v>
                </c:pt>
                <c:pt idx="11520">
                  <c:v>7.0958800000000002</c:v>
                </c:pt>
                <c:pt idx="11521">
                  <c:v>7.0961800000000004</c:v>
                </c:pt>
                <c:pt idx="11522">
                  <c:v>7.0964900000000002</c:v>
                </c:pt>
                <c:pt idx="11523">
                  <c:v>7.0968</c:v>
                </c:pt>
                <c:pt idx="11524">
                  <c:v>7.0971000000000002</c:v>
                </c:pt>
                <c:pt idx="11525">
                  <c:v>7.09741</c:v>
                </c:pt>
                <c:pt idx="11526">
                  <c:v>7.0977100000000002</c:v>
                </c:pt>
                <c:pt idx="11527">
                  <c:v>7.09802</c:v>
                </c:pt>
                <c:pt idx="11528">
                  <c:v>7.0983200000000002</c:v>
                </c:pt>
                <c:pt idx="11529">
                  <c:v>7.09863</c:v>
                </c:pt>
                <c:pt idx="11530">
                  <c:v>7.0989300000000002</c:v>
                </c:pt>
                <c:pt idx="11531">
                  <c:v>7.09924</c:v>
                </c:pt>
                <c:pt idx="11532">
                  <c:v>7.0995400000000002</c:v>
                </c:pt>
                <c:pt idx="11533">
                  <c:v>7.09985</c:v>
                </c:pt>
                <c:pt idx="11534">
                  <c:v>7.1001500000000002</c:v>
                </c:pt>
                <c:pt idx="11535">
                  <c:v>7.10046</c:v>
                </c:pt>
                <c:pt idx="11536">
                  <c:v>7.1007699999999998</c:v>
                </c:pt>
                <c:pt idx="11537">
                  <c:v>7.10107</c:v>
                </c:pt>
                <c:pt idx="11538">
                  <c:v>7.1013799999999998</c:v>
                </c:pt>
                <c:pt idx="11539">
                  <c:v>7.10168</c:v>
                </c:pt>
                <c:pt idx="11540">
                  <c:v>7.1019899999999998</c:v>
                </c:pt>
                <c:pt idx="11541">
                  <c:v>7.10229</c:v>
                </c:pt>
                <c:pt idx="11542">
                  <c:v>7.1025999999999998</c:v>
                </c:pt>
                <c:pt idx="11543">
                  <c:v>7.1029</c:v>
                </c:pt>
                <c:pt idx="11544">
                  <c:v>7.1032099999999998</c:v>
                </c:pt>
                <c:pt idx="11545">
                  <c:v>7.10351</c:v>
                </c:pt>
                <c:pt idx="11546">
                  <c:v>7.1038199999999998</c:v>
                </c:pt>
                <c:pt idx="11547">
                  <c:v>7.10412</c:v>
                </c:pt>
                <c:pt idx="11548">
                  <c:v>7.1044299999999998</c:v>
                </c:pt>
                <c:pt idx="11549">
                  <c:v>7.1047399999999996</c:v>
                </c:pt>
                <c:pt idx="11550">
                  <c:v>7.1050399999999998</c:v>
                </c:pt>
                <c:pt idx="11551">
                  <c:v>7.1053499999999996</c:v>
                </c:pt>
                <c:pt idx="11552">
                  <c:v>7.1056499999999998</c:v>
                </c:pt>
                <c:pt idx="11553">
                  <c:v>7.1059599999999996</c:v>
                </c:pt>
                <c:pt idx="11554">
                  <c:v>7.1062599999999998</c:v>
                </c:pt>
                <c:pt idx="11555">
                  <c:v>7.1065699999999996</c:v>
                </c:pt>
                <c:pt idx="11556">
                  <c:v>7.1068699999999998</c:v>
                </c:pt>
                <c:pt idx="11557">
                  <c:v>7.1071799999999996</c:v>
                </c:pt>
                <c:pt idx="11558">
                  <c:v>7.1074799999999998</c:v>
                </c:pt>
                <c:pt idx="11559">
                  <c:v>7.1077899999999996</c:v>
                </c:pt>
                <c:pt idx="11560">
                  <c:v>7.1081000000000003</c:v>
                </c:pt>
                <c:pt idx="11561">
                  <c:v>7.1083999999999996</c:v>
                </c:pt>
                <c:pt idx="11562">
                  <c:v>7.1087100000000003</c:v>
                </c:pt>
                <c:pt idx="11563">
                  <c:v>7.1090099999999996</c:v>
                </c:pt>
                <c:pt idx="11564">
                  <c:v>7.1093200000000003</c:v>
                </c:pt>
                <c:pt idx="11565">
                  <c:v>7.1096199999999996</c:v>
                </c:pt>
                <c:pt idx="11566">
                  <c:v>7.1099300000000003</c:v>
                </c:pt>
                <c:pt idx="11567">
                  <c:v>7.1102299999999996</c:v>
                </c:pt>
                <c:pt idx="11568">
                  <c:v>7.1105400000000003</c:v>
                </c:pt>
                <c:pt idx="11569">
                  <c:v>7.1108399999999996</c:v>
                </c:pt>
                <c:pt idx="11570">
                  <c:v>7.1111500000000003</c:v>
                </c:pt>
                <c:pt idx="11571">
                  <c:v>7.1114499999999996</c:v>
                </c:pt>
                <c:pt idx="11572">
                  <c:v>7.1117600000000003</c:v>
                </c:pt>
                <c:pt idx="11573">
                  <c:v>7.1120700000000001</c:v>
                </c:pt>
                <c:pt idx="11574">
                  <c:v>7.1123700000000003</c:v>
                </c:pt>
                <c:pt idx="11575">
                  <c:v>7.1126800000000001</c:v>
                </c:pt>
                <c:pt idx="11576">
                  <c:v>7.1129800000000003</c:v>
                </c:pt>
                <c:pt idx="11577">
                  <c:v>7.1132900000000001</c:v>
                </c:pt>
                <c:pt idx="11578">
                  <c:v>7.1135900000000003</c:v>
                </c:pt>
                <c:pt idx="11579">
                  <c:v>7.1139000000000001</c:v>
                </c:pt>
                <c:pt idx="11580">
                  <c:v>7.1142000000000003</c:v>
                </c:pt>
                <c:pt idx="11581">
                  <c:v>7.1145100000000001</c:v>
                </c:pt>
                <c:pt idx="11582">
                  <c:v>7.1148100000000003</c:v>
                </c:pt>
                <c:pt idx="11583">
                  <c:v>7.1151200000000001</c:v>
                </c:pt>
                <c:pt idx="11584">
                  <c:v>7.1154200000000003</c:v>
                </c:pt>
                <c:pt idx="11585">
                  <c:v>7.1157300000000001</c:v>
                </c:pt>
                <c:pt idx="11586">
                  <c:v>7.1160399999999999</c:v>
                </c:pt>
                <c:pt idx="11587">
                  <c:v>7.1163400000000001</c:v>
                </c:pt>
                <c:pt idx="11588">
                  <c:v>7.1166499999999999</c:v>
                </c:pt>
                <c:pt idx="11589">
                  <c:v>7.1169500000000001</c:v>
                </c:pt>
                <c:pt idx="11590">
                  <c:v>7.1172599999999999</c:v>
                </c:pt>
                <c:pt idx="11591">
                  <c:v>7.1175600000000001</c:v>
                </c:pt>
                <c:pt idx="11592">
                  <c:v>7.1178699999999999</c:v>
                </c:pt>
                <c:pt idx="11593">
                  <c:v>7.1181700000000001</c:v>
                </c:pt>
                <c:pt idx="11594">
                  <c:v>7.1184799999999999</c:v>
                </c:pt>
                <c:pt idx="11595">
                  <c:v>7.1187800000000001</c:v>
                </c:pt>
                <c:pt idx="11596">
                  <c:v>7.1190899999999999</c:v>
                </c:pt>
                <c:pt idx="11597">
                  <c:v>7.1193900000000001</c:v>
                </c:pt>
                <c:pt idx="11598">
                  <c:v>7.1196999999999999</c:v>
                </c:pt>
                <c:pt idx="11599">
                  <c:v>7.1200099999999997</c:v>
                </c:pt>
                <c:pt idx="11600">
                  <c:v>7.1203099999999999</c:v>
                </c:pt>
                <c:pt idx="11601">
                  <c:v>7.1206199999999997</c:v>
                </c:pt>
                <c:pt idx="11602">
                  <c:v>7.1209199999999999</c:v>
                </c:pt>
                <c:pt idx="11603">
                  <c:v>7.1212299999999997</c:v>
                </c:pt>
                <c:pt idx="11604">
                  <c:v>7.1215299999999999</c:v>
                </c:pt>
                <c:pt idx="11605">
                  <c:v>7.1218399999999997</c:v>
                </c:pt>
                <c:pt idx="11606">
                  <c:v>7.1221399999999999</c:v>
                </c:pt>
                <c:pt idx="11607">
                  <c:v>7.1224499999999997</c:v>
                </c:pt>
                <c:pt idx="11608">
                  <c:v>7.1227499999999999</c:v>
                </c:pt>
                <c:pt idx="11609">
                  <c:v>7.1230599999999997</c:v>
                </c:pt>
                <c:pt idx="11610">
                  <c:v>7.1233599999999999</c:v>
                </c:pt>
                <c:pt idx="11611">
                  <c:v>7.1236699999999997</c:v>
                </c:pt>
                <c:pt idx="11612">
                  <c:v>7.1239800000000004</c:v>
                </c:pt>
                <c:pt idx="11613">
                  <c:v>7.1242799999999997</c:v>
                </c:pt>
                <c:pt idx="11614">
                  <c:v>7.1245900000000004</c:v>
                </c:pt>
                <c:pt idx="11615">
                  <c:v>7.1248899999999997</c:v>
                </c:pt>
                <c:pt idx="11616">
                  <c:v>7.1252000000000004</c:v>
                </c:pt>
                <c:pt idx="11617">
                  <c:v>7.1254999999999997</c:v>
                </c:pt>
                <c:pt idx="11618">
                  <c:v>7.1258100000000004</c:v>
                </c:pt>
                <c:pt idx="11619">
                  <c:v>7.1261099999999997</c:v>
                </c:pt>
                <c:pt idx="11620">
                  <c:v>7.1264200000000004</c:v>
                </c:pt>
                <c:pt idx="11621">
                  <c:v>7.1267199999999997</c:v>
                </c:pt>
                <c:pt idx="11622">
                  <c:v>7.1270300000000004</c:v>
                </c:pt>
                <c:pt idx="11623">
                  <c:v>7.1273400000000002</c:v>
                </c:pt>
                <c:pt idx="11624">
                  <c:v>7.1276400000000004</c:v>
                </c:pt>
                <c:pt idx="11625">
                  <c:v>7.1279500000000002</c:v>
                </c:pt>
                <c:pt idx="11626">
                  <c:v>7.1282500000000004</c:v>
                </c:pt>
                <c:pt idx="11627">
                  <c:v>7.1285600000000002</c:v>
                </c:pt>
                <c:pt idx="11628">
                  <c:v>7.1288600000000004</c:v>
                </c:pt>
                <c:pt idx="11629">
                  <c:v>7.1291700000000002</c:v>
                </c:pt>
                <c:pt idx="11630">
                  <c:v>7.1294700000000004</c:v>
                </c:pt>
                <c:pt idx="11631">
                  <c:v>7.1297800000000002</c:v>
                </c:pt>
                <c:pt idx="11632">
                  <c:v>7.1300800000000004</c:v>
                </c:pt>
                <c:pt idx="11633">
                  <c:v>7.1303900000000002</c:v>
                </c:pt>
                <c:pt idx="11634">
                  <c:v>7.1306900000000004</c:v>
                </c:pt>
                <c:pt idx="11635">
                  <c:v>7.1310000000000002</c:v>
                </c:pt>
                <c:pt idx="11636">
                  <c:v>7.13131</c:v>
                </c:pt>
                <c:pt idx="11637">
                  <c:v>7.1316100000000002</c:v>
                </c:pt>
                <c:pt idx="11638">
                  <c:v>7.13192</c:v>
                </c:pt>
                <c:pt idx="11639">
                  <c:v>7.1322200000000002</c:v>
                </c:pt>
                <c:pt idx="11640">
                  <c:v>7.13253</c:v>
                </c:pt>
                <c:pt idx="11641">
                  <c:v>7.1328300000000002</c:v>
                </c:pt>
                <c:pt idx="11642">
                  <c:v>7.13314</c:v>
                </c:pt>
                <c:pt idx="11643">
                  <c:v>7.1334400000000002</c:v>
                </c:pt>
                <c:pt idx="11644">
                  <c:v>7.13375</c:v>
                </c:pt>
                <c:pt idx="11645">
                  <c:v>7.1340500000000002</c:v>
                </c:pt>
                <c:pt idx="11646">
                  <c:v>7.13436</c:v>
                </c:pt>
                <c:pt idx="11647">
                  <c:v>7.1346600000000002</c:v>
                </c:pt>
                <c:pt idx="11648">
                  <c:v>7.13497</c:v>
                </c:pt>
                <c:pt idx="11649">
                  <c:v>7.1352799999999998</c:v>
                </c:pt>
                <c:pt idx="11650">
                  <c:v>7.13558</c:v>
                </c:pt>
                <c:pt idx="11651">
                  <c:v>7.1358899999999998</c:v>
                </c:pt>
                <c:pt idx="11652">
                  <c:v>7.13619</c:v>
                </c:pt>
                <c:pt idx="11653">
                  <c:v>7.1364999999999998</c:v>
                </c:pt>
                <c:pt idx="11654">
                  <c:v>7.1368</c:v>
                </c:pt>
                <c:pt idx="11655">
                  <c:v>7.1371099999999998</c:v>
                </c:pt>
                <c:pt idx="11656">
                  <c:v>7.13741</c:v>
                </c:pt>
                <c:pt idx="11657">
                  <c:v>7.1377199999999998</c:v>
                </c:pt>
                <c:pt idx="11658">
                  <c:v>7.13802</c:v>
                </c:pt>
                <c:pt idx="11659">
                  <c:v>7.1383299999999998</c:v>
                </c:pt>
                <c:pt idx="11660">
                  <c:v>7.13863</c:v>
                </c:pt>
                <c:pt idx="11661">
                  <c:v>7.1389399999999998</c:v>
                </c:pt>
                <c:pt idx="11662">
                  <c:v>7.1392499999999997</c:v>
                </c:pt>
                <c:pt idx="11663">
                  <c:v>7.1395499999999998</c:v>
                </c:pt>
                <c:pt idx="11664">
                  <c:v>7.1398599999999997</c:v>
                </c:pt>
                <c:pt idx="11665">
                  <c:v>7.1401599999999998</c:v>
                </c:pt>
                <c:pt idx="11666">
                  <c:v>7.1404699999999997</c:v>
                </c:pt>
                <c:pt idx="11667">
                  <c:v>7.1407699999999998</c:v>
                </c:pt>
                <c:pt idx="11668">
                  <c:v>7.1410799999999997</c:v>
                </c:pt>
                <c:pt idx="11669">
                  <c:v>7.1413799999999998</c:v>
                </c:pt>
                <c:pt idx="11670">
                  <c:v>7.1416899999999996</c:v>
                </c:pt>
                <c:pt idx="11671">
                  <c:v>7.1419899999999998</c:v>
                </c:pt>
                <c:pt idx="11672">
                  <c:v>7.1422999999999996</c:v>
                </c:pt>
                <c:pt idx="11673">
                  <c:v>7.1425999999999998</c:v>
                </c:pt>
                <c:pt idx="11674">
                  <c:v>7.1429099999999996</c:v>
                </c:pt>
                <c:pt idx="11675">
                  <c:v>7.1432200000000003</c:v>
                </c:pt>
                <c:pt idx="11676">
                  <c:v>7.1435199999999996</c:v>
                </c:pt>
                <c:pt idx="11677">
                  <c:v>7.1438300000000003</c:v>
                </c:pt>
                <c:pt idx="11678">
                  <c:v>7.1441299999999996</c:v>
                </c:pt>
                <c:pt idx="11679">
                  <c:v>7.1444400000000003</c:v>
                </c:pt>
                <c:pt idx="11680">
                  <c:v>7.1447399999999996</c:v>
                </c:pt>
                <c:pt idx="11681">
                  <c:v>7.1450500000000003</c:v>
                </c:pt>
                <c:pt idx="11682">
                  <c:v>7.1453499999999996</c:v>
                </c:pt>
                <c:pt idx="11683">
                  <c:v>7.1456600000000003</c:v>
                </c:pt>
                <c:pt idx="11684">
                  <c:v>7.1459599999999996</c:v>
                </c:pt>
                <c:pt idx="11685">
                  <c:v>7.1462700000000003</c:v>
                </c:pt>
                <c:pt idx="11686">
                  <c:v>7.1465800000000002</c:v>
                </c:pt>
                <c:pt idx="11687">
                  <c:v>7.1468800000000003</c:v>
                </c:pt>
                <c:pt idx="11688">
                  <c:v>7.1471900000000002</c:v>
                </c:pt>
                <c:pt idx="11689">
                  <c:v>7.1474900000000003</c:v>
                </c:pt>
                <c:pt idx="11690">
                  <c:v>7.1478000000000002</c:v>
                </c:pt>
                <c:pt idx="11691">
                  <c:v>7.1481000000000003</c:v>
                </c:pt>
                <c:pt idx="11692">
                  <c:v>7.1484100000000002</c:v>
                </c:pt>
                <c:pt idx="11693">
                  <c:v>7.1487100000000003</c:v>
                </c:pt>
                <c:pt idx="11694">
                  <c:v>7.1490200000000002</c:v>
                </c:pt>
                <c:pt idx="11695">
                  <c:v>7.1493200000000003</c:v>
                </c:pt>
                <c:pt idx="11696">
                  <c:v>7.1496300000000002</c:v>
                </c:pt>
                <c:pt idx="11697">
                  <c:v>7.1499300000000003</c:v>
                </c:pt>
                <c:pt idx="11698">
                  <c:v>7.1502400000000002</c:v>
                </c:pt>
                <c:pt idx="11699">
                  <c:v>7.15055</c:v>
                </c:pt>
                <c:pt idx="11700">
                  <c:v>7.1508500000000002</c:v>
                </c:pt>
                <c:pt idx="11701">
                  <c:v>7.15116</c:v>
                </c:pt>
                <c:pt idx="11702">
                  <c:v>7.1514600000000002</c:v>
                </c:pt>
                <c:pt idx="11703">
                  <c:v>7.15177</c:v>
                </c:pt>
                <c:pt idx="11704">
                  <c:v>7.1520700000000001</c:v>
                </c:pt>
                <c:pt idx="11705">
                  <c:v>7.15238</c:v>
                </c:pt>
                <c:pt idx="11706">
                  <c:v>7.1526800000000001</c:v>
                </c:pt>
                <c:pt idx="11707">
                  <c:v>7.15299</c:v>
                </c:pt>
                <c:pt idx="11708">
                  <c:v>7.1532900000000001</c:v>
                </c:pt>
                <c:pt idx="11709">
                  <c:v>7.1536</c:v>
                </c:pt>
                <c:pt idx="11710">
                  <c:v>7.1539000000000001</c:v>
                </c:pt>
                <c:pt idx="11711">
                  <c:v>7.15421</c:v>
                </c:pt>
                <c:pt idx="11712">
                  <c:v>7.1545199999999998</c:v>
                </c:pt>
                <c:pt idx="11713">
                  <c:v>7.15482</c:v>
                </c:pt>
                <c:pt idx="11714">
                  <c:v>7.1551299999999998</c:v>
                </c:pt>
                <c:pt idx="11715">
                  <c:v>7.15543</c:v>
                </c:pt>
                <c:pt idx="11716">
                  <c:v>7.1557399999999998</c:v>
                </c:pt>
                <c:pt idx="11717">
                  <c:v>7.15604</c:v>
                </c:pt>
                <c:pt idx="11718">
                  <c:v>7.1563499999999998</c:v>
                </c:pt>
                <c:pt idx="11719">
                  <c:v>7.15665</c:v>
                </c:pt>
                <c:pt idx="11720">
                  <c:v>7.1569599999999998</c:v>
                </c:pt>
                <c:pt idx="11721">
                  <c:v>7.15726</c:v>
                </c:pt>
                <c:pt idx="11722">
                  <c:v>7.1575699999999998</c:v>
                </c:pt>
                <c:pt idx="11723">
                  <c:v>7.15787</c:v>
                </c:pt>
                <c:pt idx="11724">
                  <c:v>7.1581799999999998</c:v>
                </c:pt>
                <c:pt idx="11725">
                  <c:v>7.1584899999999996</c:v>
                </c:pt>
                <c:pt idx="11726">
                  <c:v>7.1587899999999998</c:v>
                </c:pt>
                <c:pt idx="11727">
                  <c:v>7.1590999999999996</c:v>
                </c:pt>
                <c:pt idx="11728">
                  <c:v>7.1593999999999998</c:v>
                </c:pt>
                <c:pt idx="11729">
                  <c:v>7.1597099999999996</c:v>
                </c:pt>
                <c:pt idx="11730">
                  <c:v>7.1600099999999998</c:v>
                </c:pt>
                <c:pt idx="11731">
                  <c:v>7.1603199999999996</c:v>
                </c:pt>
                <c:pt idx="11732">
                  <c:v>7.1606199999999998</c:v>
                </c:pt>
                <c:pt idx="11733">
                  <c:v>7.1609299999999996</c:v>
                </c:pt>
                <c:pt idx="11734">
                  <c:v>7.1612299999999998</c:v>
                </c:pt>
                <c:pt idx="11735">
                  <c:v>7.1615399999999996</c:v>
                </c:pt>
                <c:pt idx="11736">
                  <c:v>7.1618500000000003</c:v>
                </c:pt>
                <c:pt idx="11737">
                  <c:v>7.1621499999999996</c:v>
                </c:pt>
                <c:pt idx="11738">
                  <c:v>7.1624600000000003</c:v>
                </c:pt>
                <c:pt idx="11739">
                  <c:v>7.1627599999999996</c:v>
                </c:pt>
                <c:pt idx="11740">
                  <c:v>7.1630700000000003</c:v>
                </c:pt>
                <c:pt idx="11741">
                  <c:v>7.1633699999999996</c:v>
                </c:pt>
                <c:pt idx="11742">
                  <c:v>7.1636800000000003</c:v>
                </c:pt>
                <c:pt idx="11743">
                  <c:v>7.1639799999999996</c:v>
                </c:pt>
                <c:pt idx="11744">
                  <c:v>7.1642900000000003</c:v>
                </c:pt>
                <c:pt idx="11745">
                  <c:v>7.1645899999999996</c:v>
                </c:pt>
                <c:pt idx="11746">
                  <c:v>7.1649000000000003</c:v>
                </c:pt>
                <c:pt idx="11747">
                  <c:v>7.1651999999999996</c:v>
                </c:pt>
                <c:pt idx="11748">
                  <c:v>7.1655100000000003</c:v>
                </c:pt>
                <c:pt idx="11749">
                  <c:v>7.1658200000000001</c:v>
                </c:pt>
                <c:pt idx="11750">
                  <c:v>7.1661200000000003</c:v>
                </c:pt>
                <c:pt idx="11751">
                  <c:v>7.1664300000000001</c:v>
                </c:pt>
                <c:pt idx="11752">
                  <c:v>7.1667300000000003</c:v>
                </c:pt>
                <c:pt idx="11753">
                  <c:v>7.1670400000000001</c:v>
                </c:pt>
                <c:pt idx="11754">
                  <c:v>7.1673400000000003</c:v>
                </c:pt>
                <c:pt idx="11755">
                  <c:v>7.1676500000000001</c:v>
                </c:pt>
                <c:pt idx="11756">
                  <c:v>7.1679500000000003</c:v>
                </c:pt>
                <c:pt idx="11757">
                  <c:v>7.1682600000000001</c:v>
                </c:pt>
                <c:pt idx="11758">
                  <c:v>7.1685600000000003</c:v>
                </c:pt>
                <c:pt idx="11759">
                  <c:v>7.1688700000000001</c:v>
                </c:pt>
                <c:pt idx="11760">
                  <c:v>7.1691700000000003</c:v>
                </c:pt>
                <c:pt idx="11761">
                  <c:v>7.1694800000000001</c:v>
                </c:pt>
                <c:pt idx="11762">
                  <c:v>7.1697899999999999</c:v>
                </c:pt>
                <c:pt idx="11763">
                  <c:v>7.1700900000000001</c:v>
                </c:pt>
                <c:pt idx="11764">
                  <c:v>7.1703999999999999</c:v>
                </c:pt>
                <c:pt idx="11765">
                  <c:v>7.1707000000000001</c:v>
                </c:pt>
                <c:pt idx="11766">
                  <c:v>7.1710099999999999</c:v>
                </c:pt>
                <c:pt idx="11767">
                  <c:v>7.1713100000000001</c:v>
                </c:pt>
                <c:pt idx="11768">
                  <c:v>7.1716199999999999</c:v>
                </c:pt>
                <c:pt idx="11769">
                  <c:v>7.1719200000000001</c:v>
                </c:pt>
                <c:pt idx="11770">
                  <c:v>7.1722299999999999</c:v>
                </c:pt>
                <c:pt idx="11771">
                  <c:v>7.1725300000000001</c:v>
                </c:pt>
                <c:pt idx="11772">
                  <c:v>7.1728399999999999</c:v>
                </c:pt>
                <c:pt idx="11773">
                  <c:v>7.1731400000000001</c:v>
                </c:pt>
                <c:pt idx="11774">
                  <c:v>7.1734499999999999</c:v>
                </c:pt>
                <c:pt idx="11775">
                  <c:v>7.1737599999999997</c:v>
                </c:pt>
                <c:pt idx="11776">
                  <c:v>7.1740599999999999</c:v>
                </c:pt>
                <c:pt idx="11777">
                  <c:v>7.1743699999999997</c:v>
                </c:pt>
                <c:pt idx="11778">
                  <c:v>7.1746699999999999</c:v>
                </c:pt>
                <c:pt idx="11779">
                  <c:v>7.1749799999999997</c:v>
                </c:pt>
                <c:pt idx="11780">
                  <c:v>7.1752799999999999</c:v>
                </c:pt>
                <c:pt idx="11781">
                  <c:v>7.1755899999999997</c:v>
                </c:pt>
                <c:pt idx="11782">
                  <c:v>7.1758899999999999</c:v>
                </c:pt>
                <c:pt idx="11783">
                  <c:v>7.1761999999999997</c:v>
                </c:pt>
                <c:pt idx="11784">
                  <c:v>7.1764999999999999</c:v>
                </c:pt>
                <c:pt idx="11785">
                  <c:v>7.1768099999999997</c:v>
                </c:pt>
                <c:pt idx="11786">
                  <c:v>7.1771099999999999</c:v>
                </c:pt>
                <c:pt idx="11787">
                  <c:v>7.1774199999999997</c:v>
                </c:pt>
                <c:pt idx="11788">
                  <c:v>7.1777300000000004</c:v>
                </c:pt>
                <c:pt idx="11789">
                  <c:v>7.1780299999999997</c:v>
                </c:pt>
                <c:pt idx="11790">
                  <c:v>7.1783400000000004</c:v>
                </c:pt>
                <c:pt idx="11791">
                  <c:v>7.1786399999999997</c:v>
                </c:pt>
                <c:pt idx="11792">
                  <c:v>7.1789500000000004</c:v>
                </c:pt>
                <c:pt idx="11793">
                  <c:v>7.1792499999999997</c:v>
                </c:pt>
                <c:pt idx="11794">
                  <c:v>7.1795600000000004</c:v>
                </c:pt>
                <c:pt idx="11795">
                  <c:v>7.1798599999999997</c:v>
                </c:pt>
                <c:pt idx="11796">
                  <c:v>7.1801700000000004</c:v>
                </c:pt>
                <c:pt idx="11797">
                  <c:v>7.1804699999999997</c:v>
                </c:pt>
                <c:pt idx="11798">
                  <c:v>7.1807800000000004</c:v>
                </c:pt>
                <c:pt idx="11799">
                  <c:v>7.1810900000000002</c:v>
                </c:pt>
                <c:pt idx="11800">
                  <c:v>7.1813900000000004</c:v>
                </c:pt>
                <c:pt idx="11801">
                  <c:v>7.1817000000000002</c:v>
                </c:pt>
                <c:pt idx="11802">
                  <c:v>7.1820000000000004</c:v>
                </c:pt>
                <c:pt idx="11803">
                  <c:v>7.1823100000000002</c:v>
                </c:pt>
                <c:pt idx="11804">
                  <c:v>7.1826100000000004</c:v>
                </c:pt>
                <c:pt idx="11805">
                  <c:v>7.1829200000000002</c:v>
                </c:pt>
                <c:pt idx="11806">
                  <c:v>7.1832200000000004</c:v>
                </c:pt>
                <c:pt idx="11807">
                  <c:v>7.1835300000000002</c:v>
                </c:pt>
                <c:pt idx="11808">
                  <c:v>7.1838300000000004</c:v>
                </c:pt>
                <c:pt idx="11809">
                  <c:v>7.1841400000000002</c:v>
                </c:pt>
                <c:pt idx="11810">
                  <c:v>7.1844400000000004</c:v>
                </c:pt>
                <c:pt idx="11811">
                  <c:v>7.1847500000000002</c:v>
                </c:pt>
                <c:pt idx="11812">
                  <c:v>7.18506</c:v>
                </c:pt>
                <c:pt idx="11813">
                  <c:v>7.1853600000000002</c:v>
                </c:pt>
                <c:pt idx="11814">
                  <c:v>7.18567</c:v>
                </c:pt>
                <c:pt idx="11815">
                  <c:v>7.1859700000000002</c:v>
                </c:pt>
                <c:pt idx="11816">
                  <c:v>7.18628</c:v>
                </c:pt>
                <c:pt idx="11817">
                  <c:v>7.1865800000000002</c:v>
                </c:pt>
                <c:pt idx="11818">
                  <c:v>7.18689</c:v>
                </c:pt>
                <c:pt idx="11819">
                  <c:v>7.1871900000000002</c:v>
                </c:pt>
                <c:pt idx="11820">
                  <c:v>7.1875</c:v>
                </c:pt>
                <c:pt idx="11821">
                  <c:v>7.1878000000000002</c:v>
                </c:pt>
                <c:pt idx="11822">
                  <c:v>7.18811</c:v>
                </c:pt>
                <c:pt idx="11823">
                  <c:v>7.1884100000000002</c:v>
                </c:pt>
                <c:pt idx="11824">
                  <c:v>7.18872</c:v>
                </c:pt>
                <c:pt idx="11825">
                  <c:v>7.1890299999999998</c:v>
                </c:pt>
                <c:pt idx="11826">
                  <c:v>7.18933</c:v>
                </c:pt>
                <c:pt idx="11827">
                  <c:v>7.1896399999999998</c:v>
                </c:pt>
                <c:pt idx="11828">
                  <c:v>7.18994</c:v>
                </c:pt>
                <c:pt idx="11829">
                  <c:v>7.1902499999999998</c:v>
                </c:pt>
                <c:pt idx="11830">
                  <c:v>7.19055</c:v>
                </c:pt>
                <c:pt idx="11831">
                  <c:v>7.1908599999999998</c:v>
                </c:pt>
                <c:pt idx="11832">
                  <c:v>7.19116</c:v>
                </c:pt>
                <c:pt idx="11833">
                  <c:v>7.1914699999999998</c:v>
                </c:pt>
                <c:pt idx="11834">
                  <c:v>7.19177</c:v>
                </c:pt>
                <c:pt idx="11835">
                  <c:v>7.1920799999999998</c:v>
                </c:pt>
                <c:pt idx="11836">
                  <c:v>7.19238</c:v>
                </c:pt>
                <c:pt idx="11837">
                  <c:v>7.1926899999999998</c:v>
                </c:pt>
                <c:pt idx="11838">
                  <c:v>7.1929999999999996</c:v>
                </c:pt>
                <c:pt idx="11839">
                  <c:v>7.1932999999999998</c:v>
                </c:pt>
                <c:pt idx="11840">
                  <c:v>7.1936099999999996</c:v>
                </c:pt>
                <c:pt idx="11841">
                  <c:v>7.1939099999999998</c:v>
                </c:pt>
                <c:pt idx="11842">
                  <c:v>7.1942199999999996</c:v>
                </c:pt>
                <c:pt idx="11843">
                  <c:v>7.1945199999999998</c:v>
                </c:pt>
                <c:pt idx="11844">
                  <c:v>7.1948299999999996</c:v>
                </c:pt>
                <c:pt idx="11845">
                  <c:v>7.1951299999999998</c:v>
                </c:pt>
                <c:pt idx="11846">
                  <c:v>7.1954399999999996</c:v>
                </c:pt>
                <c:pt idx="11847">
                  <c:v>7.1957399999999998</c:v>
                </c:pt>
                <c:pt idx="11848">
                  <c:v>7.1960499999999996</c:v>
                </c:pt>
                <c:pt idx="11849">
                  <c:v>7.1963499999999998</c:v>
                </c:pt>
                <c:pt idx="11850">
                  <c:v>7.1966599999999996</c:v>
                </c:pt>
                <c:pt idx="11851">
                  <c:v>7.1969700000000003</c:v>
                </c:pt>
                <c:pt idx="11852">
                  <c:v>7.1972699999999996</c:v>
                </c:pt>
                <c:pt idx="11853">
                  <c:v>7.1975800000000003</c:v>
                </c:pt>
                <c:pt idx="11854">
                  <c:v>7.1978799999999996</c:v>
                </c:pt>
                <c:pt idx="11855">
                  <c:v>7.1981900000000003</c:v>
                </c:pt>
                <c:pt idx="11856">
                  <c:v>7.1984899999999996</c:v>
                </c:pt>
                <c:pt idx="11857">
                  <c:v>7.1988000000000003</c:v>
                </c:pt>
                <c:pt idx="11858">
                  <c:v>7.1990999999999996</c:v>
                </c:pt>
                <c:pt idx="11859">
                  <c:v>7.1994100000000003</c:v>
                </c:pt>
                <c:pt idx="11860">
                  <c:v>7.1997099999999996</c:v>
                </c:pt>
                <c:pt idx="11861">
                  <c:v>7.2000200000000003</c:v>
                </c:pt>
                <c:pt idx="11862">
                  <c:v>7.2003300000000001</c:v>
                </c:pt>
                <c:pt idx="11863">
                  <c:v>7.2006300000000003</c:v>
                </c:pt>
                <c:pt idx="11864">
                  <c:v>7.2009400000000001</c:v>
                </c:pt>
                <c:pt idx="11865">
                  <c:v>7.2012400000000003</c:v>
                </c:pt>
                <c:pt idx="11866">
                  <c:v>7.2015500000000001</c:v>
                </c:pt>
                <c:pt idx="11867">
                  <c:v>7.2018500000000003</c:v>
                </c:pt>
                <c:pt idx="11868">
                  <c:v>7.2021600000000001</c:v>
                </c:pt>
                <c:pt idx="11869">
                  <c:v>7.2024600000000003</c:v>
                </c:pt>
                <c:pt idx="11870">
                  <c:v>7.2027700000000001</c:v>
                </c:pt>
                <c:pt idx="11871">
                  <c:v>7.2030700000000003</c:v>
                </c:pt>
                <c:pt idx="11872">
                  <c:v>7.2033800000000001</c:v>
                </c:pt>
                <c:pt idx="11873">
                  <c:v>7.2036800000000003</c:v>
                </c:pt>
                <c:pt idx="11874">
                  <c:v>7.2039900000000001</c:v>
                </c:pt>
                <c:pt idx="11875">
                  <c:v>7.2042999999999999</c:v>
                </c:pt>
                <c:pt idx="11876">
                  <c:v>7.2046000000000001</c:v>
                </c:pt>
                <c:pt idx="11877">
                  <c:v>7.2049099999999999</c:v>
                </c:pt>
                <c:pt idx="11878">
                  <c:v>7.2052100000000001</c:v>
                </c:pt>
                <c:pt idx="11879">
                  <c:v>7.2055199999999999</c:v>
                </c:pt>
                <c:pt idx="11880">
                  <c:v>7.2058200000000001</c:v>
                </c:pt>
                <c:pt idx="11881">
                  <c:v>7.2061299999999999</c:v>
                </c:pt>
                <c:pt idx="11882">
                  <c:v>7.2064300000000001</c:v>
                </c:pt>
                <c:pt idx="11883">
                  <c:v>7.2067399999999999</c:v>
                </c:pt>
                <c:pt idx="11884">
                  <c:v>7.2070400000000001</c:v>
                </c:pt>
                <c:pt idx="11885">
                  <c:v>7.2073499999999999</c:v>
                </c:pt>
                <c:pt idx="11886">
                  <c:v>7.2076500000000001</c:v>
                </c:pt>
                <c:pt idx="11887">
                  <c:v>7.2079599999999999</c:v>
                </c:pt>
                <c:pt idx="11888">
                  <c:v>7.2082699999999997</c:v>
                </c:pt>
                <c:pt idx="11889">
                  <c:v>7.2085699999999999</c:v>
                </c:pt>
                <c:pt idx="11890">
                  <c:v>7.2088799999999997</c:v>
                </c:pt>
                <c:pt idx="11891">
                  <c:v>7.2091799999999999</c:v>
                </c:pt>
                <c:pt idx="11892">
                  <c:v>7.2094899999999997</c:v>
                </c:pt>
                <c:pt idx="11893">
                  <c:v>7.2097899999999999</c:v>
                </c:pt>
                <c:pt idx="11894">
                  <c:v>7.2100999999999997</c:v>
                </c:pt>
                <c:pt idx="11895">
                  <c:v>7.2103999999999999</c:v>
                </c:pt>
                <c:pt idx="11896">
                  <c:v>7.2107099999999997</c:v>
                </c:pt>
                <c:pt idx="11897">
                  <c:v>7.2110099999999999</c:v>
                </c:pt>
                <c:pt idx="11898">
                  <c:v>7.2113199999999997</c:v>
                </c:pt>
                <c:pt idx="11899">
                  <c:v>7.2116199999999999</c:v>
                </c:pt>
                <c:pt idx="11900">
                  <c:v>7.2119299999999997</c:v>
                </c:pt>
                <c:pt idx="11901">
                  <c:v>7.2122400000000004</c:v>
                </c:pt>
                <c:pt idx="11902">
                  <c:v>7.2125399999999997</c:v>
                </c:pt>
                <c:pt idx="11903">
                  <c:v>7.2128500000000004</c:v>
                </c:pt>
                <c:pt idx="11904">
                  <c:v>7.2131499999999997</c:v>
                </c:pt>
                <c:pt idx="11905">
                  <c:v>7.2134600000000004</c:v>
                </c:pt>
                <c:pt idx="11906">
                  <c:v>7.2137599999999997</c:v>
                </c:pt>
                <c:pt idx="11907">
                  <c:v>7.2140700000000004</c:v>
                </c:pt>
                <c:pt idx="11908">
                  <c:v>7.2143699999999997</c:v>
                </c:pt>
                <c:pt idx="11909">
                  <c:v>7.2146800000000004</c:v>
                </c:pt>
                <c:pt idx="11910">
                  <c:v>7.2149799999999997</c:v>
                </c:pt>
                <c:pt idx="11911">
                  <c:v>7.2152900000000004</c:v>
                </c:pt>
                <c:pt idx="11912">
                  <c:v>7.2156000000000002</c:v>
                </c:pt>
                <c:pt idx="11913">
                  <c:v>7.2159000000000004</c:v>
                </c:pt>
                <c:pt idx="11914">
                  <c:v>7.2162100000000002</c:v>
                </c:pt>
                <c:pt idx="11915">
                  <c:v>7.2165100000000004</c:v>
                </c:pt>
                <c:pt idx="11916">
                  <c:v>7.2168200000000002</c:v>
                </c:pt>
                <c:pt idx="11917">
                  <c:v>7.2171200000000004</c:v>
                </c:pt>
                <c:pt idx="11918">
                  <c:v>7.2174300000000002</c:v>
                </c:pt>
                <c:pt idx="11919">
                  <c:v>7.2177300000000004</c:v>
                </c:pt>
                <c:pt idx="11920">
                  <c:v>7.2180400000000002</c:v>
                </c:pt>
                <c:pt idx="11921">
                  <c:v>7.2183400000000004</c:v>
                </c:pt>
                <c:pt idx="11922">
                  <c:v>7.2186500000000002</c:v>
                </c:pt>
                <c:pt idx="11923">
                  <c:v>7.2189500000000004</c:v>
                </c:pt>
                <c:pt idx="11924">
                  <c:v>7.2192600000000002</c:v>
                </c:pt>
                <c:pt idx="11925">
                  <c:v>7.21957</c:v>
                </c:pt>
                <c:pt idx="11926">
                  <c:v>7.2198700000000002</c:v>
                </c:pt>
                <c:pt idx="11927">
                  <c:v>7.22018</c:v>
                </c:pt>
                <c:pt idx="11928">
                  <c:v>7.2204800000000002</c:v>
                </c:pt>
                <c:pt idx="11929">
                  <c:v>7.22079</c:v>
                </c:pt>
                <c:pt idx="11930">
                  <c:v>7.2210900000000002</c:v>
                </c:pt>
                <c:pt idx="11931">
                  <c:v>7.2214</c:v>
                </c:pt>
                <c:pt idx="11932">
                  <c:v>7.2217000000000002</c:v>
                </c:pt>
                <c:pt idx="11933">
                  <c:v>7.22201</c:v>
                </c:pt>
                <c:pt idx="11934">
                  <c:v>7.2223100000000002</c:v>
                </c:pt>
                <c:pt idx="11935">
                  <c:v>7.22262</c:v>
                </c:pt>
                <c:pt idx="11936">
                  <c:v>7.2229200000000002</c:v>
                </c:pt>
                <c:pt idx="11937">
                  <c:v>7.22323</c:v>
                </c:pt>
                <c:pt idx="11938">
                  <c:v>7.2235399999999998</c:v>
                </c:pt>
                <c:pt idx="11939">
                  <c:v>7.22384</c:v>
                </c:pt>
                <c:pt idx="11940">
                  <c:v>7.2241499999999998</c:v>
                </c:pt>
                <c:pt idx="11941">
                  <c:v>7.22445</c:v>
                </c:pt>
                <c:pt idx="11942">
                  <c:v>7.2247599999999998</c:v>
                </c:pt>
                <c:pt idx="11943">
                  <c:v>7.22506</c:v>
                </c:pt>
                <c:pt idx="11944">
                  <c:v>7.2253699999999998</c:v>
                </c:pt>
                <c:pt idx="11945">
                  <c:v>7.22567</c:v>
                </c:pt>
                <c:pt idx="11946">
                  <c:v>7.2259799999999998</c:v>
                </c:pt>
                <c:pt idx="11947">
                  <c:v>7.22628</c:v>
                </c:pt>
                <c:pt idx="11948">
                  <c:v>7.2265899999999998</c:v>
                </c:pt>
                <c:pt idx="11949">
                  <c:v>7.22689</c:v>
                </c:pt>
                <c:pt idx="11950">
                  <c:v>7.2271999999999998</c:v>
                </c:pt>
                <c:pt idx="11951">
                  <c:v>7.2275099999999997</c:v>
                </c:pt>
                <c:pt idx="11952">
                  <c:v>7.2278099999999998</c:v>
                </c:pt>
                <c:pt idx="11953">
                  <c:v>7.2281199999999997</c:v>
                </c:pt>
                <c:pt idx="11954">
                  <c:v>7.2284199999999998</c:v>
                </c:pt>
                <c:pt idx="11955">
                  <c:v>7.2287299999999997</c:v>
                </c:pt>
                <c:pt idx="11956">
                  <c:v>7.2290299999999998</c:v>
                </c:pt>
                <c:pt idx="11957">
                  <c:v>7.2293399999999997</c:v>
                </c:pt>
                <c:pt idx="11958">
                  <c:v>7.2296399999999998</c:v>
                </c:pt>
                <c:pt idx="11959">
                  <c:v>7.2299499999999997</c:v>
                </c:pt>
                <c:pt idx="11960">
                  <c:v>7.2302499999999998</c:v>
                </c:pt>
                <c:pt idx="11961">
                  <c:v>7.2305599999999997</c:v>
                </c:pt>
                <c:pt idx="11962">
                  <c:v>7.2308599999999998</c:v>
                </c:pt>
                <c:pt idx="11963">
                  <c:v>7.2311699999999997</c:v>
                </c:pt>
                <c:pt idx="11964">
                  <c:v>7.2314800000000004</c:v>
                </c:pt>
                <c:pt idx="11965">
                  <c:v>7.2317799999999997</c:v>
                </c:pt>
                <c:pt idx="11966">
                  <c:v>7.2320900000000004</c:v>
                </c:pt>
                <c:pt idx="11967">
                  <c:v>7.2323899999999997</c:v>
                </c:pt>
                <c:pt idx="11968">
                  <c:v>7.2327000000000004</c:v>
                </c:pt>
                <c:pt idx="11969">
                  <c:v>7.2329999999999997</c:v>
                </c:pt>
                <c:pt idx="11970">
                  <c:v>7.2333100000000004</c:v>
                </c:pt>
                <c:pt idx="11971">
                  <c:v>7.2336099999999997</c:v>
                </c:pt>
                <c:pt idx="11972">
                  <c:v>7.2339200000000003</c:v>
                </c:pt>
                <c:pt idx="11973">
                  <c:v>7.2342199999999997</c:v>
                </c:pt>
                <c:pt idx="11974">
                  <c:v>7.2345300000000003</c:v>
                </c:pt>
                <c:pt idx="11975">
                  <c:v>7.2348400000000002</c:v>
                </c:pt>
                <c:pt idx="11976">
                  <c:v>7.2351400000000003</c:v>
                </c:pt>
                <c:pt idx="11977">
                  <c:v>7.2354500000000002</c:v>
                </c:pt>
                <c:pt idx="11978">
                  <c:v>7.2357500000000003</c:v>
                </c:pt>
                <c:pt idx="11979">
                  <c:v>7.2360600000000002</c:v>
                </c:pt>
                <c:pt idx="11980">
                  <c:v>7.2363600000000003</c:v>
                </c:pt>
                <c:pt idx="11981">
                  <c:v>7.2366700000000002</c:v>
                </c:pt>
                <c:pt idx="11982">
                  <c:v>7.2369700000000003</c:v>
                </c:pt>
                <c:pt idx="11983">
                  <c:v>7.2372800000000002</c:v>
                </c:pt>
                <c:pt idx="11984">
                  <c:v>7.2375800000000003</c:v>
                </c:pt>
                <c:pt idx="11985">
                  <c:v>7.2378900000000002</c:v>
                </c:pt>
                <c:pt idx="11986">
                  <c:v>7.2381900000000003</c:v>
                </c:pt>
                <c:pt idx="11987">
                  <c:v>7.2385000000000002</c:v>
                </c:pt>
                <c:pt idx="11988">
                  <c:v>7.23881</c:v>
                </c:pt>
                <c:pt idx="11989">
                  <c:v>7.2391100000000002</c:v>
                </c:pt>
                <c:pt idx="11990">
                  <c:v>7.23942</c:v>
                </c:pt>
                <c:pt idx="11991">
                  <c:v>7.2397200000000002</c:v>
                </c:pt>
                <c:pt idx="11992">
                  <c:v>7.24003</c:v>
                </c:pt>
                <c:pt idx="11993">
                  <c:v>7.2403300000000002</c:v>
                </c:pt>
                <c:pt idx="11994">
                  <c:v>7.24064</c:v>
                </c:pt>
                <c:pt idx="11995">
                  <c:v>7.2409400000000002</c:v>
                </c:pt>
                <c:pt idx="11996">
                  <c:v>7.24125</c:v>
                </c:pt>
                <c:pt idx="11997">
                  <c:v>7.2415500000000002</c:v>
                </c:pt>
                <c:pt idx="11998">
                  <c:v>7.24186</c:v>
                </c:pt>
                <c:pt idx="11999">
                  <c:v>7.2421600000000002</c:v>
                </c:pt>
                <c:pt idx="12000">
                  <c:v>7.24247</c:v>
                </c:pt>
                <c:pt idx="12001">
                  <c:v>7.2427799999999998</c:v>
                </c:pt>
                <c:pt idx="12002">
                  <c:v>7.24308</c:v>
                </c:pt>
                <c:pt idx="12003">
                  <c:v>7.2433899999999998</c:v>
                </c:pt>
                <c:pt idx="12004">
                  <c:v>7.24369</c:v>
                </c:pt>
                <c:pt idx="12005">
                  <c:v>7.2439999999999998</c:v>
                </c:pt>
                <c:pt idx="12006">
                  <c:v>7.2443</c:v>
                </c:pt>
                <c:pt idx="12007">
                  <c:v>7.2446099999999998</c:v>
                </c:pt>
                <c:pt idx="12008">
                  <c:v>7.24491</c:v>
                </c:pt>
                <c:pt idx="12009">
                  <c:v>7.2452199999999998</c:v>
                </c:pt>
                <c:pt idx="12010">
                  <c:v>7.24552</c:v>
                </c:pt>
                <c:pt idx="12011">
                  <c:v>7.2458299999999998</c:v>
                </c:pt>
                <c:pt idx="12012">
                  <c:v>7.24613</c:v>
                </c:pt>
                <c:pt idx="12013">
                  <c:v>7.2464399999999998</c:v>
                </c:pt>
                <c:pt idx="12014">
                  <c:v>7.2467499999999996</c:v>
                </c:pt>
                <c:pt idx="12015">
                  <c:v>7.2470499999999998</c:v>
                </c:pt>
                <c:pt idx="12016">
                  <c:v>7.2473599999999996</c:v>
                </c:pt>
                <c:pt idx="12017">
                  <c:v>7.2476599999999998</c:v>
                </c:pt>
                <c:pt idx="12018">
                  <c:v>7.2479699999999996</c:v>
                </c:pt>
                <c:pt idx="12019">
                  <c:v>7.2482699999999998</c:v>
                </c:pt>
                <c:pt idx="12020">
                  <c:v>7.2485799999999996</c:v>
                </c:pt>
                <c:pt idx="12021">
                  <c:v>7.2488799999999998</c:v>
                </c:pt>
                <c:pt idx="12022">
                  <c:v>7.2491899999999996</c:v>
                </c:pt>
                <c:pt idx="12023">
                  <c:v>7.2494899999999998</c:v>
                </c:pt>
                <c:pt idx="12024">
                  <c:v>7.2497999999999996</c:v>
                </c:pt>
                <c:pt idx="12025">
                  <c:v>7.2500999999999998</c:v>
                </c:pt>
                <c:pt idx="12026">
                  <c:v>7.2504099999999996</c:v>
                </c:pt>
                <c:pt idx="12027">
                  <c:v>7.2507200000000003</c:v>
                </c:pt>
                <c:pt idx="12028">
                  <c:v>7.2510199999999996</c:v>
                </c:pt>
                <c:pt idx="12029">
                  <c:v>7.2513300000000003</c:v>
                </c:pt>
                <c:pt idx="12030">
                  <c:v>7.2516299999999996</c:v>
                </c:pt>
                <c:pt idx="12031">
                  <c:v>7.2519400000000003</c:v>
                </c:pt>
                <c:pt idx="12032">
                  <c:v>7.2522399999999996</c:v>
                </c:pt>
                <c:pt idx="12033">
                  <c:v>7.2525500000000003</c:v>
                </c:pt>
                <c:pt idx="12034">
                  <c:v>7.2528499999999996</c:v>
                </c:pt>
                <c:pt idx="12035">
                  <c:v>7.2531600000000003</c:v>
                </c:pt>
                <c:pt idx="12036">
                  <c:v>7.2534599999999996</c:v>
                </c:pt>
                <c:pt idx="12037">
                  <c:v>7.2537700000000003</c:v>
                </c:pt>
                <c:pt idx="12038">
                  <c:v>7.2540800000000001</c:v>
                </c:pt>
                <c:pt idx="12039">
                  <c:v>7.2543800000000003</c:v>
                </c:pt>
                <c:pt idx="12040">
                  <c:v>7.2546900000000001</c:v>
                </c:pt>
                <c:pt idx="12041">
                  <c:v>7.2549900000000003</c:v>
                </c:pt>
                <c:pt idx="12042">
                  <c:v>7.2553000000000001</c:v>
                </c:pt>
                <c:pt idx="12043">
                  <c:v>7.2556000000000003</c:v>
                </c:pt>
                <c:pt idx="12044">
                  <c:v>7.2559100000000001</c:v>
                </c:pt>
                <c:pt idx="12045">
                  <c:v>7.2562100000000003</c:v>
                </c:pt>
                <c:pt idx="12046">
                  <c:v>7.2565200000000001</c:v>
                </c:pt>
                <c:pt idx="12047">
                  <c:v>7.2568200000000003</c:v>
                </c:pt>
                <c:pt idx="12048">
                  <c:v>7.2571300000000001</c:v>
                </c:pt>
                <c:pt idx="12049">
                  <c:v>7.2574300000000003</c:v>
                </c:pt>
                <c:pt idx="12050">
                  <c:v>7.2577400000000001</c:v>
                </c:pt>
                <c:pt idx="12051">
                  <c:v>7.2580499999999999</c:v>
                </c:pt>
                <c:pt idx="12052">
                  <c:v>7.2583500000000001</c:v>
                </c:pt>
                <c:pt idx="12053">
                  <c:v>7.2586599999999999</c:v>
                </c:pt>
                <c:pt idx="12054">
                  <c:v>7.2589600000000001</c:v>
                </c:pt>
                <c:pt idx="12055">
                  <c:v>7.2592699999999999</c:v>
                </c:pt>
                <c:pt idx="12056">
                  <c:v>7.2595700000000001</c:v>
                </c:pt>
                <c:pt idx="12057">
                  <c:v>7.2598799999999999</c:v>
                </c:pt>
                <c:pt idx="12058">
                  <c:v>7.2601800000000001</c:v>
                </c:pt>
                <c:pt idx="12059">
                  <c:v>7.2604899999999999</c:v>
                </c:pt>
                <c:pt idx="12060">
                  <c:v>7.2607900000000001</c:v>
                </c:pt>
                <c:pt idx="12061">
                  <c:v>7.2610999999999999</c:v>
                </c:pt>
                <c:pt idx="12062">
                  <c:v>7.2614000000000001</c:v>
                </c:pt>
                <c:pt idx="12063">
                  <c:v>7.2617099999999999</c:v>
                </c:pt>
                <c:pt idx="12064">
                  <c:v>7.2620199999999997</c:v>
                </c:pt>
                <c:pt idx="12065">
                  <c:v>7.2623199999999999</c:v>
                </c:pt>
                <c:pt idx="12066">
                  <c:v>7.2626299999999997</c:v>
                </c:pt>
                <c:pt idx="12067">
                  <c:v>7.2629299999999999</c:v>
                </c:pt>
                <c:pt idx="12068">
                  <c:v>7.2632399999999997</c:v>
                </c:pt>
                <c:pt idx="12069">
                  <c:v>7.2635399999999999</c:v>
                </c:pt>
                <c:pt idx="12070">
                  <c:v>7.2638499999999997</c:v>
                </c:pt>
                <c:pt idx="12071">
                  <c:v>7.2641499999999999</c:v>
                </c:pt>
                <c:pt idx="12072">
                  <c:v>7.2644599999999997</c:v>
                </c:pt>
                <c:pt idx="12073">
                  <c:v>7.2647599999999999</c:v>
                </c:pt>
                <c:pt idx="12074">
                  <c:v>7.2650699999999997</c:v>
                </c:pt>
                <c:pt idx="12075">
                  <c:v>7.2653699999999999</c:v>
                </c:pt>
                <c:pt idx="12076">
                  <c:v>7.2656799999999997</c:v>
                </c:pt>
                <c:pt idx="12077">
                  <c:v>7.2659900000000004</c:v>
                </c:pt>
                <c:pt idx="12078">
                  <c:v>7.2662899999999997</c:v>
                </c:pt>
                <c:pt idx="12079">
                  <c:v>7.2666000000000004</c:v>
                </c:pt>
                <c:pt idx="12080">
                  <c:v>7.2668999999999997</c:v>
                </c:pt>
                <c:pt idx="12081">
                  <c:v>7.2672100000000004</c:v>
                </c:pt>
                <c:pt idx="12082">
                  <c:v>7.2675099999999997</c:v>
                </c:pt>
                <c:pt idx="12083">
                  <c:v>7.2678200000000004</c:v>
                </c:pt>
                <c:pt idx="12084">
                  <c:v>7.2681199999999997</c:v>
                </c:pt>
                <c:pt idx="12085">
                  <c:v>7.2684300000000004</c:v>
                </c:pt>
                <c:pt idx="12086">
                  <c:v>7.2687299999999997</c:v>
                </c:pt>
                <c:pt idx="12087">
                  <c:v>7.2690400000000004</c:v>
                </c:pt>
                <c:pt idx="12088">
                  <c:v>7.2693500000000002</c:v>
                </c:pt>
                <c:pt idx="12089">
                  <c:v>7.2696500000000004</c:v>
                </c:pt>
                <c:pt idx="12090">
                  <c:v>7.2699600000000002</c:v>
                </c:pt>
                <c:pt idx="12091">
                  <c:v>7.2702600000000004</c:v>
                </c:pt>
                <c:pt idx="12092">
                  <c:v>7.2705700000000002</c:v>
                </c:pt>
                <c:pt idx="12093">
                  <c:v>7.2708700000000004</c:v>
                </c:pt>
                <c:pt idx="12094">
                  <c:v>7.2711800000000002</c:v>
                </c:pt>
                <c:pt idx="12095">
                  <c:v>7.2714800000000004</c:v>
                </c:pt>
                <c:pt idx="12096">
                  <c:v>7.2717900000000002</c:v>
                </c:pt>
                <c:pt idx="12097">
                  <c:v>7.2720900000000004</c:v>
                </c:pt>
                <c:pt idx="12098">
                  <c:v>7.2724000000000002</c:v>
                </c:pt>
                <c:pt idx="12099">
                  <c:v>7.2727000000000004</c:v>
                </c:pt>
                <c:pt idx="12100">
                  <c:v>7.2730100000000002</c:v>
                </c:pt>
                <c:pt idx="12101">
                  <c:v>7.27332</c:v>
                </c:pt>
                <c:pt idx="12102">
                  <c:v>7.2736200000000002</c:v>
                </c:pt>
                <c:pt idx="12103">
                  <c:v>7.27393</c:v>
                </c:pt>
                <c:pt idx="12104">
                  <c:v>7.2742300000000002</c:v>
                </c:pt>
                <c:pt idx="12105">
                  <c:v>7.27454</c:v>
                </c:pt>
                <c:pt idx="12106">
                  <c:v>7.2748400000000002</c:v>
                </c:pt>
                <c:pt idx="12107">
                  <c:v>7.27515</c:v>
                </c:pt>
                <c:pt idx="12108">
                  <c:v>7.2754500000000002</c:v>
                </c:pt>
                <c:pt idx="12109">
                  <c:v>7.27576</c:v>
                </c:pt>
                <c:pt idx="12110">
                  <c:v>7.2760600000000002</c:v>
                </c:pt>
                <c:pt idx="12111">
                  <c:v>7.27637</c:v>
                </c:pt>
                <c:pt idx="12112">
                  <c:v>7.2766700000000002</c:v>
                </c:pt>
                <c:pt idx="12113">
                  <c:v>7.27698</c:v>
                </c:pt>
                <c:pt idx="12114">
                  <c:v>7.2772899999999998</c:v>
                </c:pt>
                <c:pt idx="12115">
                  <c:v>7.27759</c:v>
                </c:pt>
                <c:pt idx="12116">
                  <c:v>7.2778999999999998</c:v>
                </c:pt>
                <c:pt idx="12117">
                  <c:v>7.2782</c:v>
                </c:pt>
                <c:pt idx="12118">
                  <c:v>7.2785099999999998</c:v>
                </c:pt>
                <c:pt idx="12119">
                  <c:v>7.27881</c:v>
                </c:pt>
                <c:pt idx="12120">
                  <c:v>7.2791199999999998</c:v>
                </c:pt>
                <c:pt idx="12121">
                  <c:v>7.27942</c:v>
                </c:pt>
                <c:pt idx="12122">
                  <c:v>7.2797299999999998</c:v>
                </c:pt>
                <c:pt idx="12123">
                  <c:v>7.28003</c:v>
                </c:pt>
                <c:pt idx="12124">
                  <c:v>7.2803399999999998</c:v>
                </c:pt>
                <c:pt idx="12125">
                  <c:v>7.28064</c:v>
                </c:pt>
                <c:pt idx="12126">
                  <c:v>7.2809499999999998</c:v>
                </c:pt>
                <c:pt idx="12127">
                  <c:v>7.2812599999999996</c:v>
                </c:pt>
                <c:pt idx="12128">
                  <c:v>7.2815599999999998</c:v>
                </c:pt>
                <c:pt idx="12129">
                  <c:v>7.2818699999999996</c:v>
                </c:pt>
                <c:pt idx="12130">
                  <c:v>7.2821699999999998</c:v>
                </c:pt>
                <c:pt idx="12131">
                  <c:v>7.2824799999999996</c:v>
                </c:pt>
                <c:pt idx="12132">
                  <c:v>7.2827799999999998</c:v>
                </c:pt>
                <c:pt idx="12133">
                  <c:v>7.2830899999999996</c:v>
                </c:pt>
                <c:pt idx="12134">
                  <c:v>7.2833899999999998</c:v>
                </c:pt>
                <c:pt idx="12135">
                  <c:v>7.2836999999999996</c:v>
                </c:pt>
                <c:pt idx="12136">
                  <c:v>7.2839999999999998</c:v>
                </c:pt>
                <c:pt idx="12137">
                  <c:v>7.2843099999999996</c:v>
                </c:pt>
                <c:pt idx="12138">
                  <c:v>7.2846099999999998</c:v>
                </c:pt>
                <c:pt idx="12139">
                  <c:v>7.2849199999999996</c:v>
                </c:pt>
                <c:pt idx="12140">
                  <c:v>7.2852300000000003</c:v>
                </c:pt>
                <c:pt idx="12141">
                  <c:v>7.2855299999999996</c:v>
                </c:pt>
                <c:pt idx="12142">
                  <c:v>7.2858400000000003</c:v>
                </c:pt>
                <c:pt idx="12143">
                  <c:v>7.2861399999999996</c:v>
                </c:pt>
                <c:pt idx="12144">
                  <c:v>7.2864500000000003</c:v>
                </c:pt>
                <c:pt idx="12145">
                  <c:v>7.2867499999999996</c:v>
                </c:pt>
                <c:pt idx="12146">
                  <c:v>7.2870600000000003</c:v>
                </c:pt>
                <c:pt idx="12147">
                  <c:v>7.2873599999999996</c:v>
                </c:pt>
                <c:pt idx="12148">
                  <c:v>7.2876700000000003</c:v>
                </c:pt>
                <c:pt idx="12149">
                  <c:v>7.2879699999999996</c:v>
                </c:pt>
                <c:pt idx="12150">
                  <c:v>7.2882800000000003</c:v>
                </c:pt>
                <c:pt idx="12151">
                  <c:v>7.2885900000000001</c:v>
                </c:pt>
                <c:pt idx="12152">
                  <c:v>7.2888900000000003</c:v>
                </c:pt>
                <c:pt idx="12153">
                  <c:v>7.2892000000000001</c:v>
                </c:pt>
                <c:pt idx="12154">
                  <c:v>7.2895000000000003</c:v>
                </c:pt>
                <c:pt idx="12155">
                  <c:v>7.2898100000000001</c:v>
                </c:pt>
                <c:pt idx="12156">
                  <c:v>7.2901100000000003</c:v>
                </c:pt>
                <c:pt idx="12157">
                  <c:v>7.2904200000000001</c:v>
                </c:pt>
                <c:pt idx="12158">
                  <c:v>7.2907200000000003</c:v>
                </c:pt>
                <c:pt idx="12159">
                  <c:v>7.2910300000000001</c:v>
                </c:pt>
                <c:pt idx="12160">
                  <c:v>7.2913300000000003</c:v>
                </c:pt>
                <c:pt idx="12161">
                  <c:v>7.2916400000000001</c:v>
                </c:pt>
                <c:pt idx="12162">
                  <c:v>7.2919400000000003</c:v>
                </c:pt>
                <c:pt idx="12163">
                  <c:v>7.2922500000000001</c:v>
                </c:pt>
                <c:pt idx="12164">
                  <c:v>7.2925599999999999</c:v>
                </c:pt>
                <c:pt idx="12165">
                  <c:v>7.2928600000000001</c:v>
                </c:pt>
                <c:pt idx="12166">
                  <c:v>7.2931699999999999</c:v>
                </c:pt>
                <c:pt idx="12167">
                  <c:v>7.2934700000000001</c:v>
                </c:pt>
                <c:pt idx="12168">
                  <c:v>7.2937799999999999</c:v>
                </c:pt>
                <c:pt idx="12169">
                  <c:v>7.2940800000000001</c:v>
                </c:pt>
                <c:pt idx="12170">
                  <c:v>7.2943899999999999</c:v>
                </c:pt>
                <c:pt idx="12171">
                  <c:v>7.2946900000000001</c:v>
                </c:pt>
                <c:pt idx="12172">
                  <c:v>7.2949999999999999</c:v>
                </c:pt>
                <c:pt idx="12173">
                  <c:v>7.2953000000000001</c:v>
                </c:pt>
                <c:pt idx="12174">
                  <c:v>7.2956099999999999</c:v>
                </c:pt>
                <c:pt idx="12175">
                  <c:v>7.2959100000000001</c:v>
                </c:pt>
                <c:pt idx="12176">
                  <c:v>7.2962199999999999</c:v>
                </c:pt>
                <c:pt idx="12177">
                  <c:v>7.2965299999999997</c:v>
                </c:pt>
                <c:pt idx="12178">
                  <c:v>7.2968299999999999</c:v>
                </c:pt>
                <c:pt idx="12179">
                  <c:v>7.2971399999999997</c:v>
                </c:pt>
                <c:pt idx="12180">
                  <c:v>7.2974399999999999</c:v>
                </c:pt>
                <c:pt idx="12181">
                  <c:v>7.2977499999999997</c:v>
                </c:pt>
                <c:pt idx="12182">
                  <c:v>7.2980499999999999</c:v>
                </c:pt>
                <c:pt idx="12183">
                  <c:v>7.2983599999999997</c:v>
                </c:pt>
                <c:pt idx="12184">
                  <c:v>7.2986599999999999</c:v>
                </c:pt>
                <c:pt idx="12185">
                  <c:v>7.2989699999999997</c:v>
                </c:pt>
                <c:pt idx="12186">
                  <c:v>7.2992699999999999</c:v>
                </c:pt>
                <c:pt idx="12187">
                  <c:v>7.2995799999999997</c:v>
                </c:pt>
                <c:pt idx="12188">
                  <c:v>7.2998799999999999</c:v>
                </c:pt>
                <c:pt idx="12189">
                  <c:v>7.3001899999999997</c:v>
                </c:pt>
                <c:pt idx="12190">
                  <c:v>7.3005000000000004</c:v>
                </c:pt>
                <c:pt idx="12191">
                  <c:v>7.3007999999999997</c:v>
                </c:pt>
                <c:pt idx="12192">
                  <c:v>7.3011100000000004</c:v>
                </c:pt>
                <c:pt idx="12193">
                  <c:v>7.3014099999999997</c:v>
                </c:pt>
                <c:pt idx="12194">
                  <c:v>7.3017200000000004</c:v>
                </c:pt>
                <c:pt idx="12195">
                  <c:v>7.3020199999999997</c:v>
                </c:pt>
                <c:pt idx="12196">
                  <c:v>7.3023300000000004</c:v>
                </c:pt>
                <c:pt idx="12197">
                  <c:v>7.3026299999999997</c:v>
                </c:pt>
                <c:pt idx="12198">
                  <c:v>7.3029400000000004</c:v>
                </c:pt>
                <c:pt idx="12199">
                  <c:v>7.3032399999999997</c:v>
                </c:pt>
                <c:pt idx="12200">
                  <c:v>7.3035500000000004</c:v>
                </c:pt>
                <c:pt idx="12201">
                  <c:v>7.3038499999999997</c:v>
                </c:pt>
                <c:pt idx="12202">
                  <c:v>7.3041600000000004</c:v>
                </c:pt>
                <c:pt idx="12203">
                  <c:v>7.3044700000000002</c:v>
                </c:pt>
                <c:pt idx="12204">
                  <c:v>7.3047700000000004</c:v>
                </c:pt>
                <c:pt idx="12205">
                  <c:v>7.3050800000000002</c:v>
                </c:pt>
                <c:pt idx="12206">
                  <c:v>7.3053800000000004</c:v>
                </c:pt>
                <c:pt idx="12207">
                  <c:v>7.3056900000000002</c:v>
                </c:pt>
                <c:pt idx="12208">
                  <c:v>7.3059900000000004</c:v>
                </c:pt>
                <c:pt idx="12209">
                  <c:v>7.3063000000000002</c:v>
                </c:pt>
                <c:pt idx="12210">
                  <c:v>7.3066000000000004</c:v>
                </c:pt>
                <c:pt idx="12211">
                  <c:v>7.3069100000000002</c:v>
                </c:pt>
                <c:pt idx="12212">
                  <c:v>7.3072100000000004</c:v>
                </c:pt>
                <c:pt idx="12213">
                  <c:v>7.3075200000000002</c:v>
                </c:pt>
                <c:pt idx="12214">
                  <c:v>7.30783</c:v>
                </c:pt>
                <c:pt idx="12215">
                  <c:v>7.3081300000000002</c:v>
                </c:pt>
                <c:pt idx="12216">
                  <c:v>7.30844</c:v>
                </c:pt>
                <c:pt idx="12217">
                  <c:v>7.3087400000000002</c:v>
                </c:pt>
                <c:pt idx="12218">
                  <c:v>7.30905</c:v>
                </c:pt>
                <c:pt idx="12219">
                  <c:v>7.3093500000000002</c:v>
                </c:pt>
                <c:pt idx="12220">
                  <c:v>7.30966</c:v>
                </c:pt>
                <c:pt idx="12221">
                  <c:v>7.3099600000000002</c:v>
                </c:pt>
                <c:pt idx="12222">
                  <c:v>7.31027</c:v>
                </c:pt>
                <c:pt idx="12223">
                  <c:v>7.3105700000000002</c:v>
                </c:pt>
                <c:pt idx="12224">
                  <c:v>7.31088</c:v>
                </c:pt>
                <c:pt idx="12225">
                  <c:v>7.3111800000000002</c:v>
                </c:pt>
                <c:pt idx="12226">
                  <c:v>7.31149</c:v>
                </c:pt>
                <c:pt idx="12227">
                  <c:v>7.3117999999999999</c:v>
                </c:pt>
                <c:pt idx="12228">
                  <c:v>7.3121</c:v>
                </c:pt>
                <c:pt idx="12229">
                  <c:v>7.3124099999999999</c:v>
                </c:pt>
                <c:pt idx="12230">
                  <c:v>7.31271</c:v>
                </c:pt>
                <c:pt idx="12231">
                  <c:v>7.3130199999999999</c:v>
                </c:pt>
                <c:pt idx="12232">
                  <c:v>7.31332</c:v>
                </c:pt>
                <c:pt idx="12233">
                  <c:v>7.3136299999999999</c:v>
                </c:pt>
                <c:pt idx="12234">
                  <c:v>7.31393</c:v>
                </c:pt>
                <c:pt idx="12235">
                  <c:v>7.3142399999999999</c:v>
                </c:pt>
                <c:pt idx="12236">
                  <c:v>7.31454</c:v>
                </c:pt>
                <c:pt idx="12237">
                  <c:v>7.3148499999999999</c:v>
                </c:pt>
                <c:pt idx="12238">
                  <c:v>7.31515</c:v>
                </c:pt>
                <c:pt idx="12239">
                  <c:v>7.3154599999999999</c:v>
                </c:pt>
                <c:pt idx="12240">
                  <c:v>7.3157699999999997</c:v>
                </c:pt>
                <c:pt idx="12241">
                  <c:v>7.3160699999999999</c:v>
                </c:pt>
                <c:pt idx="12242">
                  <c:v>7.3163799999999997</c:v>
                </c:pt>
                <c:pt idx="12243">
                  <c:v>7.3166799999999999</c:v>
                </c:pt>
                <c:pt idx="12244">
                  <c:v>7.3169899999999997</c:v>
                </c:pt>
                <c:pt idx="12245">
                  <c:v>7.3172899999999998</c:v>
                </c:pt>
                <c:pt idx="12246">
                  <c:v>7.3175999999999997</c:v>
                </c:pt>
                <c:pt idx="12247">
                  <c:v>7.3178999999999998</c:v>
                </c:pt>
                <c:pt idx="12248">
                  <c:v>7.3182099999999997</c:v>
                </c:pt>
                <c:pt idx="12249">
                  <c:v>7.3185099999999998</c:v>
                </c:pt>
                <c:pt idx="12250">
                  <c:v>7.3188199999999997</c:v>
                </c:pt>
                <c:pt idx="12251">
                  <c:v>7.3191199999999998</c:v>
                </c:pt>
                <c:pt idx="12252">
                  <c:v>7.3194299999999997</c:v>
                </c:pt>
                <c:pt idx="12253">
                  <c:v>7.3197400000000004</c:v>
                </c:pt>
                <c:pt idx="12254">
                  <c:v>7.3200399999999997</c:v>
                </c:pt>
                <c:pt idx="12255">
                  <c:v>7.3203500000000004</c:v>
                </c:pt>
                <c:pt idx="12256">
                  <c:v>7.3206499999999997</c:v>
                </c:pt>
                <c:pt idx="12257">
                  <c:v>7.3209600000000004</c:v>
                </c:pt>
                <c:pt idx="12258">
                  <c:v>7.3212599999999997</c:v>
                </c:pt>
                <c:pt idx="12259">
                  <c:v>7.3215700000000004</c:v>
                </c:pt>
                <c:pt idx="12260">
                  <c:v>7.3218699999999997</c:v>
                </c:pt>
                <c:pt idx="12261">
                  <c:v>7.3221800000000004</c:v>
                </c:pt>
                <c:pt idx="12262">
                  <c:v>7.3224799999999997</c:v>
                </c:pt>
                <c:pt idx="12263">
                  <c:v>7.3227900000000004</c:v>
                </c:pt>
                <c:pt idx="12264">
                  <c:v>7.3230899999999997</c:v>
                </c:pt>
                <c:pt idx="12265">
                  <c:v>7.3234000000000004</c:v>
                </c:pt>
                <c:pt idx="12266">
                  <c:v>7.3237100000000002</c:v>
                </c:pt>
                <c:pt idx="12267">
                  <c:v>7.3240100000000004</c:v>
                </c:pt>
                <c:pt idx="12268">
                  <c:v>7.3243200000000002</c:v>
                </c:pt>
                <c:pt idx="12269">
                  <c:v>7.3246200000000004</c:v>
                </c:pt>
                <c:pt idx="12270">
                  <c:v>7.3249300000000002</c:v>
                </c:pt>
                <c:pt idx="12271">
                  <c:v>7.3252300000000004</c:v>
                </c:pt>
                <c:pt idx="12272">
                  <c:v>7.3255400000000002</c:v>
                </c:pt>
                <c:pt idx="12273">
                  <c:v>7.3258400000000004</c:v>
                </c:pt>
                <c:pt idx="12274">
                  <c:v>7.3261500000000002</c:v>
                </c:pt>
                <c:pt idx="12275">
                  <c:v>7.3264500000000004</c:v>
                </c:pt>
                <c:pt idx="12276">
                  <c:v>7.3267600000000002</c:v>
                </c:pt>
                <c:pt idx="12277">
                  <c:v>7.32707</c:v>
                </c:pt>
                <c:pt idx="12278">
                  <c:v>7.3273700000000002</c:v>
                </c:pt>
                <c:pt idx="12279">
                  <c:v>7.32768</c:v>
                </c:pt>
                <c:pt idx="12280">
                  <c:v>7.3279800000000002</c:v>
                </c:pt>
                <c:pt idx="12281">
                  <c:v>7.32829</c:v>
                </c:pt>
                <c:pt idx="12282">
                  <c:v>7.3285900000000002</c:v>
                </c:pt>
                <c:pt idx="12283">
                  <c:v>7.3289</c:v>
                </c:pt>
                <c:pt idx="12284">
                  <c:v>7.3292000000000002</c:v>
                </c:pt>
                <c:pt idx="12285">
                  <c:v>7.32951</c:v>
                </c:pt>
                <c:pt idx="12286">
                  <c:v>7.3298100000000002</c:v>
                </c:pt>
                <c:pt idx="12287">
                  <c:v>7.33012</c:v>
                </c:pt>
                <c:pt idx="12288">
                  <c:v>7.3304200000000002</c:v>
                </c:pt>
                <c:pt idx="12289">
                  <c:v>7.33073</c:v>
                </c:pt>
                <c:pt idx="12290">
                  <c:v>7.3310399999999998</c:v>
                </c:pt>
                <c:pt idx="12291">
                  <c:v>7.33134</c:v>
                </c:pt>
                <c:pt idx="12292">
                  <c:v>7.3316499999999998</c:v>
                </c:pt>
                <c:pt idx="12293">
                  <c:v>7.33195</c:v>
                </c:pt>
                <c:pt idx="12294">
                  <c:v>7.3322599999999998</c:v>
                </c:pt>
                <c:pt idx="12295">
                  <c:v>7.33256</c:v>
                </c:pt>
                <c:pt idx="12296">
                  <c:v>7.3328699999999998</c:v>
                </c:pt>
                <c:pt idx="12297">
                  <c:v>7.33317</c:v>
                </c:pt>
                <c:pt idx="12298">
                  <c:v>7.3334799999999998</c:v>
                </c:pt>
                <c:pt idx="12299">
                  <c:v>7.33378</c:v>
                </c:pt>
                <c:pt idx="12300">
                  <c:v>7.3340899999999998</c:v>
                </c:pt>
                <c:pt idx="12301">
                  <c:v>7.33439</c:v>
                </c:pt>
                <c:pt idx="12302">
                  <c:v>7.3346999999999998</c:v>
                </c:pt>
                <c:pt idx="12303">
                  <c:v>7.3350099999999996</c:v>
                </c:pt>
                <c:pt idx="12304">
                  <c:v>7.3353099999999998</c:v>
                </c:pt>
                <c:pt idx="12305">
                  <c:v>7.3356199999999996</c:v>
                </c:pt>
                <c:pt idx="12306">
                  <c:v>7.3359199999999998</c:v>
                </c:pt>
                <c:pt idx="12307">
                  <c:v>7.3362299999999996</c:v>
                </c:pt>
                <c:pt idx="12308">
                  <c:v>7.3365299999999998</c:v>
                </c:pt>
                <c:pt idx="12309">
                  <c:v>7.3368399999999996</c:v>
                </c:pt>
                <c:pt idx="12310">
                  <c:v>7.3371399999999998</c:v>
                </c:pt>
                <c:pt idx="12311">
                  <c:v>7.3374499999999996</c:v>
                </c:pt>
                <c:pt idx="12312">
                  <c:v>7.3377499999999998</c:v>
                </c:pt>
                <c:pt idx="12313">
                  <c:v>7.3380599999999996</c:v>
                </c:pt>
                <c:pt idx="12314">
                  <c:v>7.3383599999999998</c:v>
                </c:pt>
                <c:pt idx="12315">
                  <c:v>7.3386699999999996</c:v>
                </c:pt>
                <c:pt idx="12316">
                  <c:v>7.3389800000000003</c:v>
                </c:pt>
                <c:pt idx="12317">
                  <c:v>7.3392799999999996</c:v>
                </c:pt>
                <c:pt idx="12318">
                  <c:v>7.3395900000000003</c:v>
                </c:pt>
                <c:pt idx="12319">
                  <c:v>7.3398899999999996</c:v>
                </c:pt>
                <c:pt idx="12320">
                  <c:v>7.3402000000000003</c:v>
                </c:pt>
                <c:pt idx="12321">
                  <c:v>7.3404999999999996</c:v>
                </c:pt>
                <c:pt idx="12322">
                  <c:v>7.3408100000000003</c:v>
                </c:pt>
                <c:pt idx="12323">
                  <c:v>7.3411099999999996</c:v>
                </c:pt>
                <c:pt idx="12324">
                  <c:v>7.3414200000000003</c:v>
                </c:pt>
                <c:pt idx="12325">
                  <c:v>7.3417199999999996</c:v>
                </c:pt>
                <c:pt idx="12326">
                  <c:v>7.3420300000000003</c:v>
                </c:pt>
                <c:pt idx="12327">
                  <c:v>7.3423400000000001</c:v>
                </c:pt>
                <c:pt idx="12328">
                  <c:v>7.3426400000000003</c:v>
                </c:pt>
                <c:pt idx="12329">
                  <c:v>7.3429500000000001</c:v>
                </c:pt>
                <c:pt idx="12330">
                  <c:v>7.3432500000000003</c:v>
                </c:pt>
                <c:pt idx="12331">
                  <c:v>7.3435600000000001</c:v>
                </c:pt>
                <c:pt idx="12332">
                  <c:v>7.3438600000000003</c:v>
                </c:pt>
                <c:pt idx="12333">
                  <c:v>7.3441700000000001</c:v>
                </c:pt>
                <c:pt idx="12334">
                  <c:v>7.3444700000000003</c:v>
                </c:pt>
                <c:pt idx="12335">
                  <c:v>7.3447800000000001</c:v>
                </c:pt>
                <c:pt idx="12336">
                  <c:v>7.3450800000000003</c:v>
                </c:pt>
                <c:pt idx="12337">
                  <c:v>7.3453900000000001</c:v>
                </c:pt>
                <c:pt idx="12338">
                  <c:v>7.3456900000000003</c:v>
                </c:pt>
                <c:pt idx="12339">
                  <c:v>7.3460000000000001</c:v>
                </c:pt>
                <c:pt idx="12340">
                  <c:v>7.3463099999999999</c:v>
                </c:pt>
                <c:pt idx="12341">
                  <c:v>7.3466100000000001</c:v>
                </c:pt>
                <c:pt idx="12342">
                  <c:v>7.3469199999999999</c:v>
                </c:pt>
                <c:pt idx="12343">
                  <c:v>7.3472200000000001</c:v>
                </c:pt>
                <c:pt idx="12344">
                  <c:v>7.3475299999999999</c:v>
                </c:pt>
                <c:pt idx="12345">
                  <c:v>7.3478300000000001</c:v>
                </c:pt>
                <c:pt idx="12346">
                  <c:v>7.3481399999999999</c:v>
                </c:pt>
                <c:pt idx="12347">
                  <c:v>7.3484400000000001</c:v>
                </c:pt>
                <c:pt idx="12348">
                  <c:v>7.3487499999999999</c:v>
                </c:pt>
                <c:pt idx="12349">
                  <c:v>7.3490500000000001</c:v>
                </c:pt>
                <c:pt idx="12350">
                  <c:v>7.3493599999999999</c:v>
                </c:pt>
                <c:pt idx="12351">
                  <c:v>7.3496600000000001</c:v>
                </c:pt>
                <c:pt idx="12352">
                  <c:v>7.3499699999999999</c:v>
                </c:pt>
                <c:pt idx="12353">
                  <c:v>7.3502799999999997</c:v>
                </c:pt>
                <c:pt idx="12354">
                  <c:v>7.3505799999999999</c:v>
                </c:pt>
                <c:pt idx="12355">
                  <c:v>7.3508899999999997</c:v>
                </c:pt>
                <c:pt idx="12356">
                  <c:v>7.3511899999999999</c:v>
                </c:pt>
                <c:pt idx="12357">
                  <c:v>7.3514999999999997</c:v>
                </c:pt>
                <c:pt idx="12358">
                  <c:v>7.3517999999999999</c:v>
                </c:pt>
                <c:pt idx="12359">
                  <c:v>7.3521099999999997</c:v>
                </c:pt>
                <c:pt idx="12360">
                  <c:v>7.3524099999999999</c:v>
                </c:pt>
                <c:pt idx="12361">
                  <c:v>7.3527199999999997</c:v>
                </c:pt>
                <c:pt idx="12362">
                  <c:v>7.3530199999999999</c:v>
                </c:pt>
                <c:pt idx="12363">
                  <c:v>7.3533299999999997</c:v>
                </c:pt>
                <c:pt idx="12364">
                  <c:v>7.3536299999999999</c:v>
                </c:pt>
                <c:pt idx="12365">
                  <c:v>7.3539399999999997</c:v>
                </c:pt>
                <c:pt idx="12366">
                  <c:v>7.3542500000000004</c:v>
                </c:pt>
                <c:pt idx="12367">
                  <c:v>7.3545499999999997</c:v>
                </c:pt>
                <c:pt idx="12368">
                  <c:v>7.3548600000000004</c:v>
                </c:pt>
                <c:pt idx="12369">
                  <c:v>7.3551599999999997</c:v>
                </c:pt>
                <c:pt idx="12370">
                  <c:v>7.3554700000000004</c:v>
                </c:pt>
                <c:pt idx="12371">
                  <c:v>7.3557699999999997</c:v>
                </c:pt>
                <c:pt idx="12372">
                  <c:v>7.3560800000000004</c:v>
                </c:pt>
                <c:pt idx="12373">
                  <c:v>7.3563799999999997</c:v>
                </c:pt>
                <c:pt idx="12374">
                  <c:v>7.3566900000000004</c:v>
                </c:pt>
                <c:pt idx="12375">
                  <c:v>7.3569899999999997</c:v>
                </c:pt>
                <c:pt idx="12376">
                  <c:v>7.3573000000000004</c:v>
                </c:pt>
                <c:pt idx="12377">
                  <c:v>7.3575999999999997</c:v>
                </c:pt>
                <c:pt idx="12378">
                  <c:v>7.3579100000000004</c:v>
                </c:pt>
                <c:pt idx="12379">
                  <c:v>7.3582200000000002</c:v>
                </c:pt>
                <c:pt idx="12380">
                  <c:v>7.3585200000000004</c:v>
                </c:pt>
                <c:pt idx="12381">
                  <c:v>7.3588300000000002</c:v>
                </c:pt>
                <c:pt idx="12382">
                  <c:v>7.3591300000000004</c:v>
                </c:pt>
                <c:pt idx="12383">
                  <c:v>7.3594400000000002</c:v>
                </c:pt>
                <c:pt idx="12384">
                  <c:v>7.3597400000000004</c:v>
                </c:pt>
                <c:pt idx="12385">
                  <c:v>7.3600500000000002</c:v>
                </c:pt>
                <c:pt idx="12386">
                  <c:v>7.3603500000000004</c:v>
                </c:pt>
                <c:pt idx="12387">
                  <c:v>7.3606600000000002</c:v>
                </c:pt>
                <c:pt idx="12388">
                  <c:v>7.3609600000000004</c:v>
                </c:pt>
                <c:pt idx="12389">
                  <c:v>7.3612700000000002</c:v>
                </c:pt>
                <c:pt idx="12390">
                  <c:v>7.36158</c:v>
                </c:pt>
                <c:pt idx="12391">
                  <c:v>7.3618800000000002</c:v>
                </c:pt>
                <c:pt idx="12392">
                  <c:v>7.36219</c:v>
                </c:pt>
                <c:pt idx="12393">
                  <c:v>7.3624900000000002</c:v>
                </c:pt>
                <c:pt idx="12394">
                  <c:v>7.3628</c:v>
                </c:pt>
                <c:pt idx="12395">
                  <c:v>7.3631000000000002</c:v>
                </c:pt>
                <c:pt idx="12396">
                  <c:v>7.36341</c:v>
                </c:pt>
                <c:pt idx="12397">
                  <c:v>7.3637100000000002</c:v>
                </c:pt>
                <c:pt idx="12398">
                  <c:v>7.36402</c:v>
                </c:pt>
                <c:pt idx="12399">
                  <c:v>7.3643200000000002</c:v>
                </c:pt>
                <c:pt idx="12400">
                  <c:v>7.36463</c:v>
                </c:pt>
                <c:pt idx="12401">
                  <c:v>7.3649300000000002</c:v>
                </c:pt>
                <c:pt idx="12402">
                  <c:v>7.36524</c:v>
                </c:pt>
                <c:pt idx="12403">
                  <c:v>7.3655499999999998</c:v>
                </c:pt>
                <c:pt idx="12404">
                  <c:v>7.36585</c:v>
                </c:pt>
                <c:pt idx="12405">
                  <c:v>7.3661599999999998</c:v>
                </c:pt>
                <c:pt idx="12406">
                  <c:v>7.36646</c:v>
                </c:pt>
                <c:pt idx="12407">
                  <c:v>7.3667699999999998</c:v>
                </c:pt>
                <c:pt idx="12408">
                  <c:v>7.36707</c:v>
                </c:pt>
                <c:pt idx="12409">
                  <c:v>7.3673799999999998</c:v>
                </c:pt>
                <c:pt idx="12410">
                  <c:v>7.36768</c:v>
                </c:pt>
                <c:pt idx="12411">
                  <c:v>7.3679899999999998</c:v>
                </c:pt>
                <c:pt idx="12412">
                  <c:v>7.36829</c:v>
                </c:pt>
                <c:pt idx="12413">
                  <c:v>7.3685999999999998</c:v>
                </c:pt>
                <c:pt idx="12414">
                  <c:v>7.3689</c:v>
                </c:pt>
                <c:pt idx="12415">
                  <c:v>7.3692099999999998</c:v>
                </c:pt>
                <c:pt idx="12416">
                  <c:v>7.3695199999999996</c:v>
                </c:pt>
                <c:pt idx="12417">
                  <c:v>7.3698199999999998</c:v>
                </c:pt>
                <c:pt idx="12418">
                  <c:v>7.3701299999999996</c:v>
                </c:pt>
                <c:pt idx="12419">
                  <c:v>7.3704299999999998</c:v>
                </c:pt>
                <c:pt idx="12420">
                  <c:v>7.3707399999999996</c:v>
                </c:pt>
                <c:pt idx="12421">
                  <c:v>7.3710399999999998</c:v>
                </c:pt>
                <c:pt idx="12422">
                  <c:v>7.3713499999999996</c:v>
                </c:pt>
                <c:pt idx="12423">
                  <c:v>7.3716499999999998</c:v>
                </c:pt>
                <c:pt idx="12424">
                  <c:v>7.3719599999999996</c:v>
                </c:pt>
                <c:pt idx="12425">
                  <c:v>7.3722599999999998</c:v>
                </c:pt>
                <c:pt idx="12426">
                  <c:v>7.3725699999999996</c:v>
                </c:pt>
                <c:pt idx="12427">
                  <c:v>7.3728699999999998</c:v>
                </c:pt>
                <c:pt idx="12428">
                  <c:v>7.3731799999999996</c:v>
                </c:pt>
                <c:pt idx="12429">
                  <c:v>7.3734900000000003</c:v>
                </c:pt>
                <c:pt idx="12430">
                  <c:v>7.3737899999999996</c:v>
                </c:pt>
                <c:pt idx="12431">
                  <c:v>7.3741000000000003</c:v>
                </c:pt>
                <c:pt idx="12432">
                  <c:v>7.3743999999999996</c:v>
                </c:pt>
                <c:pt idx="12433">
                  <c:v>7.3747100000000003</c:v>
                </c:pt>
                <c:pt idx="12434">
                  <c:v>7.3750099999999996</c:v>
                </c:pt>
                <c:pt idx="12435">
                  <c:v>7.3753200000000003</c:v>
                </c:pt>
                <c:pt idx="12436">
                  <c:v>7.3756199999999996</c:v>
                </c:pt>
                <c:pt idx="12437">
                  <c:v>7.3759300000000003</c:v>
                </c:pt>
                <c:pt idx="12438">
                  <c:v>7.3762299999999996</c:v>
                </c:pt>
                <c:pt idx="12439">
                  <c:v>7.3765400000000003</c:v>
                </c:pt>
                <c:pt idx="12440">
                  <c:v>7.3768399999999996</c:v>
                </c:pt>
                <c:pt idx="12441">
                  <c:v>7.3771500000000003</c:v>
                </c:pt>
                <c:pt idx="12442">
                  <c:v>7.3774600000000001</c:v>
                </c:pt>
                <c:pt idx="12443">
                  <c:v>7.3777600000000003</c:v>
                </c:pt>
                <c:pt idx="12444">
                  <c:v>7.3780700000000001</c:v>
                </c:pt>
                <c:pt idx="12445">
                  <c:v>7.3783700000000003</c:v>
                </c:pt>
                <c:pt idx="12446">
                  <c:v>7.3786800000000001</c:v>
                </c:pt>
                <c:pt idx="12447">
                  <c:v>7.3789800000000003</c:v>
                </c:pt>
                <c:pt idx="12448">
                  <c:v>7.3792900000000001</c:v>
                </c:pt>
                <c:pt idx="12449">
                  <c:v>7.3795900000000003</c:v>
                </c:pt>
                <c:pt idx="12450">
                  <c:v>7.3799000000000001</c:v>
                </c:pt>
                <c:pt idx="12451">
                  <c:v>7.3802000000000003</c:v>
                </c:pt>
                <c:pt idx="12452">
                  <c:v>7.3805100000000001</c:v>
                </c:pt>
                <c:pt idx="12453">
                  <c:v>7.3808199999999999</c:v>
                </c:pt>
                <c:pt idx="12454">
                  <c:v>7.3811200000000001</c:v>
                </c:pt>
                <c:pt idx="12455">
                  <c:v>7.3814299999999999</c:v>
                </c:pt>
                <c:pt idx="12456">
                  <c:v>7.3817300000000001</c:v>
                </c:pt>
                <c:pt idx="12457">
                  <c:v>7.3820399999999999</c:v>
                </c:pt>
                <c:pt idx="12458">
                  <c:v>7.3823400000000001</c:v>
                </c:pt>
                <c:pt idx="12459">
                  <c:v>7.3826499999999999</c:v>
                </c:pt>
                <c:pt idx="12460">
                  <c:v>7.3829500000000001</c:v>
                </c:pt>
                <c:pt idx="12461">
                  <c:v>7.3832599999999999</c:v>
                </c:pt>
                <c:pt idx="12462">
                  <c:v>7.3835600000000001</c:v>
                </c:pt>
                <c:pt idx="12463">
                  <c:v>7.3838699999999999</c:v>
                </c:pt>
                <c:pt idx="12464">
                  <c:v>7.3841700000000001</c:v>
                </c:pt>
                <c:pt idx="12465">
                  <c:v>7.3844799999999999</c:v>
                </c:pt>
                <c:pt idx="12466">
                  <c:v>7.3847899999999997</c:v>
                </c:pt>
                <c:pt idx="12467">
                  <c:v>7.3850899999999999</c:v>
                </c:pt>
                <c:pt idx="12468">
                  <c:v>7.3853999999999997</c:v>
                </c:pt>
                <c:pt idx="12469">
                  <c:v>7.3856999999999999</c:v>
                </c:pt>
                <c:pt idx="12470">
                  <c:v>7.3860099999999997</c:v>
                </c:pt>
                <c:pt idx="12471">
                  <c:v>7.3863099999999999</c:v>
                </c:pt>
                <c:pt idx="12472">
                  <c:v>7.3866199999999997</c:v>
                </c:pt>
                <c:pt idx="12473">
                  <c:v>7.3869199999999999</c:v>
                </c:pt>
                <c:pt idx="12474">
                  <c:v>7.3872299999999997</c:v>
                </c:pt>
                <c:pt idx="12475">
                  <c:v>7.3875299999999999</c:v>
                </c:pt>
                <c:pt idx="12476">
                  <c:v>7.3878399999999997</c:v>
                </c:pt>
                <c:pt idx="12477">
                  <c:v>7.3881399999999999</c:v>
                </c:pt>
                <c:pt idx="12478">
                  <c:v>7.3884499999999997</c:v>
                </c:pt>
                <c:pt idx="12479">
                  <c:v>7.3887600000000004</c:v>
                </c:pt>
                <c:pt idx="12480">
                  <c:v>7.3890599999999997</c:v>
                </c:pt>
                <c:pt idx="12481">
                  <c:v>7.3893700000000004</c:v>
                </c:pt>
                <c:pt idx="12482">
                  <c:v>7.3896699999999997</c:v>
                </c:pt>
                <c:pt idx="12483">
                  <c:v>7.3899800000000004</c:v>
                </c:pt>
                <c:pt idx="12484">
                  <c:v>7.3902799999999997</c:v>
                </c:pt>
                <c:pt idx="12485">
                  <c:v>7.3905900000000004</c:v>
                </c:pt>
                <c:pt idx="12486">
                  <c:v>7.3908899999999997</c:v>
                </c:pt>
                <c:pt idx="12487">
                  <c:v>7.3912000000000004</c:v>
                </c:pt>
                <c:pt idx="12488">
                  <c:v>7.3914999999999997</c:v>
                </c:pt>
                <c:pt idx="12489">
                  <c:v>7.3918100000000004</c:v>
                </c:pt>
                <c:pt idx="12490">
                  <c:v>7.3921099999999997</c:v>
                </c:pt>
                <c:pt idx="12491">
                  <c:v>7.3924200000000004</c:v>
                </c:pt>
                <c:pt idx="12492">
                  <c:v>7.3927300000000002</c:v>
                </c:pt>
                <c:pt idx="12493">
                  <c:v>7.3930300000000004</c:v>
                </c:pt>
                <c:pt idx="12494">
                  <c:v>7.3933400000000002</c:v>
                </c:pt>
                <c:pt idx="12495">
                  <c:v>7.3936400000000004</c:v>
                </c:pt>
                <c:pt idx="12496">
                  <c:v>7.3939500000000002</c:v>
                </c:pt>
                <c:pt idx="12497">
                  <c:v>7.3942500000000004</c:v>
                </c:pt>
                <c:pt idx="12498">
                  <c:v>7.3945600000000002</c:v>
                </c:pt>
                <c:pt idx="12499">
                  <c:v>7.3948600000000004</c:v>
                </c:pt>
                <c:pt idx="12500">
                  <c:v>7.3951700000000002</c:v>
                </c:pt>
                <c:pt idx="12501">
                  <c:v>7.3954700000000004</c:v>
                </c:pt>
                <c:pt idx="12502">
                  <c:v>7.3957800000000002</c:v>
                </c:pt>
                <c:pt idx="12503">
                  <c:v>7.3960900000000001</c:v>
                </c:pt>
                <c:pt idx="12504">
                  <c:v>7.3963900000000002</c:v>
                </c:pt>
                <c:pt idx="12505">
                  <c:v>7.3967000000000001</c:v>
                </c:pt>
                <c:pt idx="12506">
                  <c:v>7.3970000000000002</c:v>
                </c:pt>
                <c:pt idx="12507">
                  <c:v>7.3973100000000001</c:v>
                </c:pt>
                <c:pt idx="12508">
                  <c:v>7.3976100000000002</c:v>
                </c:pt>
                <c:pt idx="12509">
                  <c:v>7.3979200000000001</c:v>
                </c:pt>
                <c:pt idx="12510">
                  <c:v>7.3982200000000002</c:v>
                </c:pt>
                <c:pt idx="12511">
                  <c:v>7.3985300000000001</c:v>
                </c:pt>
                <c:pt idx="12512">
                  <c:v>7.3988300000000002</c:v>
                </c:pt>
                <c:pt idx="12513">
                  <c:v>7.3991400000000001</c:v>
                </c:pt>
                <c:pt idx="12514">
                  <c:v>7.3994400000000002</c:v>
                </c:pt>
                <c:pt idx="12515">
                  <c:v>7.39975</c:v>
                </c:pt>
                <c:pt idx="12516">
                  <c:v>7.4000599999999999</c:v>
                </c:pt>
                <c:pt idx="12517">
                  <c:v>7.40036</c:v>
                </c:pt>
                <c:pt idx="12518">
                  <c:v>7.4006699999999999</c:v>
                </c:pt>
                <c:pt idx="12519">
                  <c:v>7.40097</c:v>
                </c:pt>
                <c:pt idx="12520">
                  <c:v>7.4012799999999999</c:v>
                </c:pt>
                <c:pt idx="12521">
                  <c:v>7.40158</c:v>
                </c:pt>
                <c:pt idx="12522">
                  <c:v>7.4018899999999999</c:v>
                </c:pt>
                <c:pt idx="12523">
                  <c:v>7.40219</c:v>
                </c:pt>
                <c:pt idx="12524">
                  <c:v>7.4024999999999999</c:v>
                </c:pt>
                <c:pt idx="12525">
                  <c:v>7.4028</c:v>
                </c:pt>
                <c:pt idx="12526">
                  <c:v>7.4031099999999999</c:v>
                </c:pt>
                <c:pt idx="12527">
                  <c:v>7.40341</c:v>
                </c:pt>
                <c:pt idx="12528">
                  <c:v>7.4037199999999999</c:v>
                </c:pt>
                <c:pt idx="12529">
                  <c:v>7.4040299999999997</c:v>
                </c:pt>
                <c:pt idx="12530">
                  <c:v>7.4043299999999999</c:v>
                </c:pt>
                <c:pt idx="12531">
                  <c:v>7.4046399999999997</c:v>
                </c:pt>
                <c:pt idx="12532">
                  <c:v>7.4049399999999999</c:v>
                </c:pt>
                <c:pt idx="12533">
                  <c:v>7.4052499999999997</c:v>
                </c:pt>
                <c:pt idx="12534">
                  <c:v>7.4055499999999999</c:v>
                </c:pt>
                <c:pt idx="12535">
                  <c:v>7.4058599999999997</c:v>
                </c:pt>
                <c:pt idx="12536">
                  <c:v>7.4061599999999999</c:v>
                </c:pt>
                <c:pt idx="12537">
                  <c:v>7.4064699999999997</c:v>
                </c:pt>
                <c:pt idx="12538">
                  <c:v>7.4067699999999999</c:v>
                </c:pt>
                <c:pt idx="12539">
                  <c:v>7.4070799999999997</c:v>
                </c:pt>
                <c:pt idx="12540">
                  <c:v>7.4073799999999999</c:v>
                </c:pt>
                <c:pt idx="12541">
                  <c:v>7.4076899999999997</c:v>
                </c:pt>
                <c:pt idx="12542">
                  <c:v>7.4080000000000004</c:v>
                </c:pt>
                <c:pt idx="12543">
                  <c:v>7.4082999999999997</c:v>
                </c:pt>
                <c:pt idx="12544">
                  <c:v>7.4086100000000004</c:v>
                </c:pt>
                <c:pt idx="12545">
                  <c:v>7.4089099999999997</c:v>
                </c:pt>
                <c:pt idx="12546">
                  <c:v>7.4092200000000004</c:v>
                </c:pt>
                <c:pt idx="12547">
                  <c:v>7.4095199999999997</c:v>
                </c:pt>
                <c:pt idx="12548">
                  <c:v>7.4098300000000004</c:v>
                </c:pt>
                <c:pt idx="12549">
                  <c:v>7.4101299999999997</c:v>
                </c:pt>
                <c:pt idx="12550">
                  <c:v>7.4104400000000004</c:v>
                </c:pt>
                <c:pt idx="12551">
                  <c:v>7.4107399999999997</c:v>
                </c:pt>
                <c:pt idx="12552">
                  <c:v>7.4110500000000004</c:v>
                </c:pt>
                <c:pt idx="12553">
                  <c:v>7.4113499999999997</c:v>
                </c:pt>
                <c:pt idx="12554">
                  <c:v>7.4116600000000004</c:v>
                </c:pt>
                <c:pt idx="12555">
                  <c:v>7.4119700000000002</c:v>
                </c:pt>
                <c:pt idx="12556">
                  <c:v>7.4122700000000004</c:v>
                </c:pt>
                <c:pt idx="12557">
                  <c:v>7.4125800000000002</c:v>
                </c:pt>
                <c:pt idx="12558">
                  <c:v>7.4128800000000004</c:v>
                </c:pt>
                <c:pt idx="12559">
                  <c:v>7.4131900000000002</c:v>
                </c:pt>
                <c:pt idx="12560">
                  <c:v>7.4134900000000004</c:v>
                </c:pt>
                <c:pt idx="12561">
                  <c:v>7.4138000000000002</c:v>
                </c:pt>
                <c:pt idx="12562">
                  <c:v>7.4141000000000004</c:v>
                </c:pt>
                <c:pt idx="12563">
                  <c:v>7.4144100000000002</c:v>
                </c:pt>
                <c:pt idx="12564">
                  <c:v>7.4147100000000004</c:v>
                </c:pt>
                <c:pt idx="12565">
                  <c:v>7.4150200000000002</c:v>
                </c:pt>
                <c:pt idx="12566">
                  <c:v>7.41533</c:v>
                </c:pt>
                <c:pt idx="12567">
                  <c:v>7.4156300000000002</c:v>
                </c:pt>
                <c:pt idx="12568">
                  <c:v>7.41594</c:v>
                </c:pt>
                <c:pt idx="12569">
                  <c:v>7.4162400000000002</c:v>
                </c:pt>
                <c:pt idx="12570">
                  <c:v>7.41655</c:v>
                </c:pt>
                <c:pt idx="12571">
                  <c:v>7.4168500000000002</c:v>
                </c:pt>
                <c:pt idx="12572">
                  <c:v>7.41716</c:v>
                </c:pt>
                <c:pt idx="12573">
                  <c:v>7.4174600000000002</c:v>
                </c:pt>
                <c:pt idx="12574">
                  <c:v>7.41777</c:v>
                </c:pt>
                <c:pt idx="12575">
                  <c:v>7.4180700000000002</c:v>
                </c:pt>
                <c:pt idx="12576">
                  <c:v>7.41838</c:v>
                </c:pt>
                <c:pt idx="12577">
                  <c:v>7.4186800000000002</c:v>
                </c:pt>
                <c:pt idx="12578">
                  <c:v>7.41899</c:v>
                </c:pt>
                <c:pt idx="12579">
                  <c:v>7.4192999999999998</c:v>
                </c:pt>
                <c:pt idx="12580">
                  <c:v>7.4196</c:v>
                </c:pt>
                <c:pt idx="12581">
                  <c:v>7.4199099999999998</c:v>
                </c:pt>
                <c:pt idx="12582">
                  <c:v>7.42021</c:v>
                </c:pt>
                <c:pt idx="12583">
                  <c:v>7.4205199999999998</c:v>
                </c:pt>
                <c:pt idx="12584">
                  <c:v>7.42082</c:v>
                </c:pt>
                <c:pt idx="12585">
                  <c:v>7.4211299999999998</c:v>
                </c:pt>
                <c:pt idx="12586">
                  <c:v>7.42143</c:v>
                </c:pt>
                <c:pt idx="12587">
                  <c:v>7.4217399999999998</c:v>
                </c:pt>
                <c:pt idx="12588">
                  <c:v>7.42204</c:v>
                </c:pt>
                <c:pt idx="12589">
                  <c:v>7.4223499999999998</c:v>
                </c:pt>
                <c:pt idx="12590">
                  <c:v>7.42265</c:v>
                </c:pt>
                <c:pt idx="12591">
                  <c:v>7.4229599999999998</c:v>
                </c:pt>
                <c:pt idx="12592">
                  <c:v>7.4232699999999996</c:v>
                </c:pt>
                <c:pt idx="12593">
                  <c:v>7.4235699999999998</c:v>
                </c:pt>
                <c:pt idx="12594">
                  <c:v>7.4238799999999996</c:v>
                </c:pt>
                <c:pt idx="12595">
                  <c:v>7.4241799999999998</c:v>
                </c:pt>
                <c:pt idx="12596">
                  <c:v>7.4244899999999996</c:v>
                </c:pt>
                <c:pt idx="12597">
                  <c:v>7.4247899999999998</c:v>
                </c:pt>
                <c:pt idx="12598">
                  <c:v>7.4250999999999996</c:v>
                </c:pt>
                <c:pt idx="12599">
                  <c:v>7.4253999999999998</c:v>
                </c:pt>
                <c:pt idx="12600">
                  <c:v>7.4257099999999996</c:v>
                </c:pt>
                <c:pt idx="12601">
                  <c:v>7.4260099999999998</c:v>
                </c:pt>
                <c:pt idx="12602">
                  <c:v>7.4263199999999996</c:v>
                </c:pt>
                <c:pt idx="12603">
                  <c:v>7.4266199999999998</c:v>
                </c:pt>
                <c:pt idx="12604">
                  <c:v>7.4269299999999996</c:v>
                </c:pt>
                <c:pt idx="12605">
                  <c:v>7.4272400000000003</c:v>
                </c:pt>
                <c:pt idx="12606">
                  <c:v>7.4275399999999996</c:v>
                </c:pt>
                <c:pt idx="12607">
                  <c:v>7.4278500000000003</c:v>
                </c:pt>
                <c:pt idx="12608">
                  <c:v>7.4281499999999996</c:v>
                </c:pt>
                <c:pt idx="12609">
                  <c:v>7.4284600000000003</c:v>
                </c:pt>
                <c:pt idx="12610">
                  <c:v>7.4287599999999996</c:v>
                </c:pt>
                <c:pt idx="12611">
                  <c:v>7.4290700000000003</c:v>
                </c:pt>
                <c:pt idx="12612">
                  <c:v>7.4293699999999996</c:v>
                </c:pt>
                <c:pt idx="12613">
                  <c:v>7.4296800000000003</c:v>
                </c:pt>
                <c:pt idx="12614">
                  <c:v>7.4299799999999996</c:v>
                </c:pt>
                <c:pt idx="12615">
                  <c:v>7.4302900000000003</c:v>
                </c:pt>
                <c:pt idx="12616">
                  <c:v>7.4305899999999996</c:v>
                </c:pt>
                <c:pt idx="12617">
                  <c:v>7.4309000000000003</c:v>
                </c:pt>
                <c:pt idx="12618">
                  <c:v>7.4312100000000001</c:v>
                </c:pt>
                <c:pt idx="12619">
                  <c:v>7.4315100000000003</c:v>
                </c:pt>
                <c:pt idx="12620">
                  <c:v>7.4318200000000001</c:v>
                </c:pt>
                <c:pt idx="12621">
                  <c:v>7.4321200000000003</c:v>
                </c:pt>
                <c:pt idx="12622">
                  <c:v>7.4324300000000001</c:v>
                </c:pt>
                <c:pt idx="12623">
                  <c:v>7.4327300000000003</c:v>
                </c:pt>
                <c:pt idx="12624">
                  <c:v>7.4330400000000001</c:v>
                </c:pt>
                <c:pt idx="12625">
                  <c:v>7.4333400000000003</c:v>
                </c:pt>
                <c:pt idx="12626">
                  <c:v>7.4336500000000001</c:v>
                </c:pt>
                <c:pt idx="12627">
                  <c:v>7.4339500000000003</c:v>
                </c:pt>
                <c:pt idx="12628">
                  <c:v>7.4342600000000001</c:v>
                </c:pt>
                <c:pt idx="12629">
                  <c:v>7.4345699999999999</c:v>
                </c:pt>
                <c:pt idx="12630">
                  <c:v>7.4348700000000001</c:v>
                </c:pt>
                <c:pt idx="12631">
                  <c:v>7.4351799999999999</c:v>
                </c:pt>
                <c:pt idx="12632">
                  <c:v>7.4354800000000001</c:v>
                </c:pt>
                <c:pt idx="12633">
                  <c:v>7.4357899999999999</c:v>
                </c:pt>
                <c:pt idx="12634">
                  <c:v>7.4360900000000001</c:v>
                </c:pt>
                <c:pt idx="12635">
                  <c:v>7.4363999999999999</c:v>
                </c:pt>
                <c:pt idx="12636">
                  <c:v>7.4367000000000001</c:v>
                </c:pt>
                <c:pt idx="12637">
                  <c:v>7.4370099999999999</c:v>
                </c:pt>
                <c:pt idx="12638">
                  <c:v>7.4373100000000001</c:v>
                </c:pt>
                <c:pt idx="12639">
                  <c:v>7.4376199999999999</c:v>
                </c:pt>
                <c:pt idx="12640">
                  <c:v>7.4379200000000001</c:v>
                </c:pt>
                <c:pt idx="12641">
                  <c:v>7.4382299999999999</c:v>
                </c:pt>
                <c:pt idx="12642">
                  <c:v>7.4385399999999997</c:v>
                </c:pt>
                <c:pt idx="12643">
                  <c:v>7.4388399999999999</c:v>
                </c:pt>
                <c:pt idx="12644">
                  <c:v>7.4391499999999997</c:v>
                </c:pt>
                <c:pt idx="12645">
                  <c:v>7.4394499999999999</c:v>
                </c:pt>
                <c:pt idx="12646">
                  <c:v>7.4397599999999997</c:v>
                </c:pt>
                <c:pt idx="12647">
                  <c:v>7.4400599999999999</c:v>
                </c:pt>
                <c:pt idx="12648">
                  <c:v>7.4403699999999997</c:v>
                </c:pt>
                <c:pt idx="12649">
                  <c:v>7.4406699999999999</c:v>
                </c:pt>
                <c:pt idx="12650">
                  <c:v>7.4409799999999997</c:v>
                </c:pt>
                <c:pt idx="12651">
                  <c:v>7.4412799999999999</c:v>
                </c:pt>
                <c:pt idx="12652">
                  <c:v>7.4415899999999997</c:v>
                </c:pt>
                <c:pt idx="12653">
                  <c:v>7.4418899999999999</c:v>
                </c:pt>
                <c:pt idx="12654">
                  <c:v>7.4421999999999997</c:v>
                </c:pt>
                <c:pt idx="12655">
                  <c:v>7.4425100000000004</c:v>
                </c:pt>
                <c:pt idx="12656">
                  <c:v>7.4428099999999997</c:v>
                </c:pt>
                <c:pt idx="12657">
                  <c:v>7.4431200000000004</c:v>
                </c:pt>
                <c:pt idx="12658">
                  <c:v>7.4434199999999997</c:v>
                </c:pt>
                <c:pt idx="12659">
                  <c:v>7.4437300000000004</c:v>
                </c:pt>
                <c:pt idx="12660">
                  <c:v>7.4440299999999997</c:v>
                </c:pt>
                <c:pt idx="12661">
                  <c:v>7.4443400000000004</c:v>
                </c:pt>
                <c:pt idx="12662">
                  <c:v>7.4446399999999997</c:v>
                </c:pt>
                <c:pt idx="12663">
                  <c:v>7.4449500000000004</c:v>
                </c:pt>
                <c:pt idx="12664">
                  <c:v>7.4452499999999997</c:v>
                </c:pt>
                <c:pt idx="12665">
                  <c:v>7.4455600000000004</c:v>
                </c:pt>
                <c:pt idx="12666">
                  <c:v>7.4458599999999997</c:v>
                </c:pt>
                <c:pt idx="12667">
                  <c:v>7.4461700000000004</c:v>
                </c:pt>
                <c:pt idx="12668">
                  <c:v>7.4464800000000002</c:v>
                </c:pt>
                <c:pt idx="12669">
                  <c:v>7.4467800000000004</c:v>
                </c:pt>
                <c:pt idx="12670">
                  <c:v>7.4470900000000002</c:v>
                </c:pt>
                <c:pt idx="12671">
                  <c:v>7.4473900000000004</c:v>
                </c:pt>
                <c:pt idx="12672">
                  <c:v>7.4477000000000002</c:v>
                </c:pt>
                <c:pt idx="12673">
                  <c:v>7.4480000000000004</c:v>
                </c:pt>
                <c:pt idx="12674">
                  <c:v>7.4483100000000002</c:v>
                </c:pt>
                <c:pt idx="12675">
                  <c:v>7.4486100000000004</c:v>
                </c:pt>
                <c:pt idx="12676">
                  <c:v>7.4489200000000002</c:v>
                </c:pt>
                <c:pt idx="12677">
                  <c:v>7.4492200000000004</c:v>
                </c:pt>
                <c:pt idx="12678">
                  <c:v>7.4495300000000002</c:v>
                </c:pt>
                <c:pt idx="12679">
                  <c:v>7.4498300000000004</c:v>
                </c:pt>
                <c:pt idx="12680">
                  <c:v>7.4501400000000002</c:v>
                </c:pt>
                <c:pt idx="12681">
                  <c:v>7.45045</c:v>
                </c:pt>
                <c:pt idx="12682">
                  <c:v>7.4507500000000002</c:v>
                </c:pt>
                <c:pt idx="12683">
                  <c:v>7.45106</c:v>
                </c:pt>
                <c:pt idx="12684">
                  <c:v>7.4513600000000002</c:v>
                </c:pt>
                <c:pt idx="12685">
                  <c:v>7.45167</c:v>
                </c:pt>
                <c:pt idx="12686">
                  <c:v>7.4519700000000002</c:v>
                </c:pt>
                <c:pt idx="12687">
                  <c:v>7.45228</c:v>
                </c:pt>
                <c:pt idx="12688">
                  <c:v>7.4525800000000002</c:v>
                </c:pt>
                <c:pt idx="12689">
                  <c:v>7.45289</c:v>
                </c:pt>
                <c:pt idx="12690">
                  <c:v>7.4531900000000002</c:v>
                </c:pt>
                <c:pt idx="12691">
                  <c:v>7.4535</c:v>
                </c:pt>
                <c:pt idx="12692">
                  <c:v>7.4538099999999998</c:v>
                </c:pt>
                <c:pt idx="12693">
                  <c:v>7.45411</c:v>
                </c:pt>
                <c:pt idx="12694">
                  <c:v>7.4544199999999998</c:v>
                </c:pt>
                <c:pt idx="12695">
                  <c:v>7.45472</c:v>
                </c:pt>
                <c:pt idx="12696">
                  <c:v>7.4550299999999998</c:v>
                </c:pt>
                <c:pt idx="12697">
                  <c:v>7.45533</c:v>
                </c:pt>
                <c:pt idx="12698">
                  <c:v>7.4556399999999998</c:v>
                </c:pt>
                <c:pt idx="12699">
                  <c:v>7.45594</c:v>
                </c:pt>
                <c:pt idx="12700">
                  <c:v>7.4562499999999998</c:v>
                </c:pt>
                <c:pt idx="12701">
                  <c:v>7.45655</c:v>
                </c:pt>
                <c:pt idx="12702">
                  <c:v>7.4568599999999998</c:v>
                </c:pt>
                <c:pt idx="12703">
                  <c:v>7.45716</c:v>
                </c:pt>
                <c:pt idx="12704">
                  <c:v>7.4574699999999998</c:v>
                </c:pt>
                <c:pt idx="12705">
                  <c:v>7.4577799999999996</c:v>
                </c:pt>
                <c:pt idx="12706">
                  <c:v>7.4580799999999998</c:v>
                </c:pt>
                <c:pt idx="12707">
                  <c:v>7.4583899999999996</c:v>
                </c:pt>
                <c:pt idx="12708">
                  <c:v>7.4586899999999998</c:v>
                </c:pt>
                <c:pt idx="12709">
                  <c:v>7.4589999999999996</c:v>
                </c:pt>
                <c:pt idx="12710">
                  <c:v>7.4592999999999998</c:v>
                </c:pt>
                <c:pt idx="12711">
                  <c:v>7.4596099999999996</c:v>
                </c:pt>
                <c:pt idx="12712">
                  <c:v>7.4599099999999998</c:v>
                </c:pt>
                <c:pt idx="12713">
                  <c:v>7.4602199999999996</c:v>
                </c:pt>
                <c:pt idx="12714">
                  <c:v>7.4605199999999998</c:v>
                </c:pt>
                <c:pt idx="12715">
                  <c:v>7.4608299999999996</c:v>
                </c:pt>
                <c:pt idx="12716">
                  <c:v>7.4611299999999998</c:v>
                </c:pt>
                <c:pt idx="12717">
                  <c:v>7.4614399999999996</c:v>
                </c:pt>
                <c:pt idx="12718">
                  <c:v>7.4617500000000003</c:v>
                </c:pt>
                <c:pt idx="12719">
                  <c:v>7.4620499999999996</c:v>
                </c:pt>
                <c:pt idx="12720">
                  <c:v>7.4623600000000003</c:v>
                </c:pt>
                <c:pt idx="12721">
                  <c:v>7.4626599999999996</c:v>
                </c:pt>
                <c:pt idx="12722">
                  <c:v>7.4629700000000003</c:v>
                </c:pt>
                <c:pt idx="12723">
                  <c:v>7.4632699999999996</c:v>
                </c:pt>
                <c:pt idx="12724">
                  <c:v>7.4635800000000003</c:v>
                </c:pt>
                <c:pt idx="12725">
                  <c:v>7.4638799999999996</c:v>
                </c:pt>
                <c:pt idx="12726">
                  <c:v>7.4641900000000003</c:v>
                </c:pt>
                <c:pt idx="12727">
                  <c:v>7.4644899999999996</c:v>
                </c:pt>
                <c:pt idx="12728">
                  <c:v>7.4648000000000003</c:v>
                </c:pt>
                <c:pt idx="12729">
                  <c:v>7.4650999999999996</c:v>
                </c:pt>
                <c:pt idx="12730">
                  <c:v>7.4654100000000003</c:v>
                </c:pt>
                <c:pt idx="12731">
                  <c:v>7.4657200000000001</c:v>
                </c:pt>
                <c:pt idx="12732">
                  <c:v>7.4660200000000003</c:v>
                </c:pt>
                <c:pt idx="12733">
                  <c:v>7.4663300000000001</c:v>
                </c:pt>
                <c:pt idx="12734">
                  <c:v>7.4666300000000003</c:v>
                </c:pt>
                <c:pt idx="12735">
                  <c:v>7.4669400000000001</c:v>
                </c:pt>
                <c:pt idx="12736">
                  <c:v>7.4672400000000003</c:v>
                </c:pt>
                <c:pt idx="12737">
                  <c:v>7.4675500000000001</c:v>
                </c:pt>
                <c:pt idx="12738">
                  <c:v>7.4678500000000003</c:v>
                </c:pt>
                <c:pt idx="12739">
                  <c:v>7.4681600000000001</c:v>
                </c:pt>
                <c:pt idx="12740">
                  <c:v>7.4684600000000003</c:v>
                </c:pt>
                <c:pt idx="12741">
                  <c:v>7.4687700000000001</c:v>
                </c:pt>
                <c:pt idx="12742">
                  <c:v>7.4690799999999999</c:v>
                </c:pt>
                <c:pt idx="12743">
                  <c:v>7.4693800000000001</c:v>
                </c:pt>
                <c:pt idx="12744">
                  <c:v>7.4696899999999999</c:v>
                </c:pt>
                <c:pt idx="12745">
                  <c:v>7.4699900000000001</c:v>
                </c:pt>
                <c:pt idx="12746">
                  <c:v>7.4702999999999999</c:v>
                </c:pt>
                <c:pt idx="12747">
                  <c:v>7.4706000000000001</c:v>
                </c:pt>
                <c:pt idx="12748">
                  <c:v>7.4709099999999999</c:v>
                </c:pt>
                <c:pt idx="12749">
                  <c:v>7.4712100000000001</c:v>
                </c:pt>
                <c:pt idx="12750">
                  <c:v>7.4715199999999999</c:v>
                </c:pt>
                <c:pt idx="12751">
                  <c:v>7.4718200000000001</c:v>
                </c:pt>
                <c:pt idx="12752">
                  <c:v>7.4721299999999999</c:v>
                </c:pt>
                <c:pt idx="12753">
                  <c:v>7.4724300000000001</c:v>
                </c:pt>
                <c:pt idx="12754">
                  <c:v>7.4727399999999999</c:v>
                </c:pt>
                <c:pt idx="12755">
                  <c:v>7.4730499999999997</c:v>
                </c:pt>
                <c:pt idx="12756">
                  <c:v>7.4733499999999999</c:v>
                </c:pt>
                <c:pt idx="12757">
                  <c:v>7.4736599999999997</c:v>
                </c:pt>
                <c:pt idx="12758">
                  <c:v>7.4739599999999999</c:v>
                </c:pt>
                <c:pt idx="12759">
                  <c:v>7.4742699999999997</c:v>
                </c:pt>
                <c:pt idx="12760">
                  <c:v>7.4745699999999999</c:v>
                </c:pt>
                <c:pt idx="12761">
                  <c:v>7.4748799999999997</c:v>
                </c:pt>
                <c:pt idx="12762">
                  <c:v>7.4751799999999999</c:v>
                </c:pt>
                <c:pt idx="12763">
                  <c:v>7.4754899999999997</c:v>
                </c:pt>
                <c:pt idx="12764">
                  <c:v>7.4757899999999999</c:v>
                </c:pt>
                <c:pt idx="12765">
                  <c:v>7.4760999999999997</c:v>
                </c:pt>
                <c:pt idx="12766">
                  <c:v>7.4763999999999999</c:v>
                </c:pt>
                <c:pt idx="12767">
                  <c:v>7.4767099999999997</c:v>
                </c:pt>
                <c:pt idx="12768">
                  <c:v>7.4770200000000004</c:v>
                </c:pt>
                <c:pt idx="12769">
                  <c:v>7.4773199999999997</c:v>
                </c:pt>
                <c:pt idx="12770">
                  <c:v>7.4776300000000004</c:v>
                </c:pt>
                <c:pt idx="12771">
                  <c:v>7.4779299999999997</c:v>
                </c:pt>
                <c:pt idx="12772">
                  <c:v>7.4782400000000004</c:v>
                </c:pt>
                <c:pt idx="12773">
                  <c:v>7.4785399999999997</c:v>
                </c:pt>
                <c:pt idx="12774">
                  <c:v>7.4788500000000004</c:v>
                </c:pt>
                <c:pt idx="12775">
                  <c:v>7.4791499999999997</c:v>
                </c:pt>
                <c:pt idx="12776">
                  <c:v>7.4794600000000004</c:v>
                </c:pt>
                <c:pt idx="12777">
                  <c:v>7.4797599999999997</c:v>
                </c:pt>
                <c:pt idx="12778">
                  <c:v>7.4800700000000004</c:v>
                </c:pt>
                <c:pt idx="12779">
                  <c:v>7.4803699999999997</c:v>
                </c:pt>
                <c:pt idx="12780">
                  <c:v>7.4806800000000004</c:v>
                </c:pt>
                <c:pt idx="12781">
                  <c:v>7.4809900000000003</c:v>
                </c:pt>
                <c:pt idx="12782">
                  <c:v>7.4812900000000004</c:v>
                </c:pt>
                <c:pt idx="12783">
                  <c:v>7.4816000000000003</c:v>
                </c:pt>
                <c:pt idx="12784">
                  <c:v>7.4819000000000004</c:v>
                </c:pt>
                <c:pt idx="12785">
                  <c:v>7.4822100000000002</c:v>
                </c:pt>
                <c:pt idx="12786">
                  <c:v>7.4825100000000004</c:v>
                </c:pt>
                <c:pt idx="12787">
                  <c:v>7.4828200000000002</c:v>
                </c:pt>
                <c:pt idx="12788">
                  <c:v>7.4831200000000004</c:v>
                </c:pt>
                <c:pt idx="12789">
                  <c:v>7.4834300000000002</c:v>
                </c:pt>
                <c:pt idx="12790">
                  <c:v>7.4837300000000004</c:v>
                </c:pt>
                <c:pt idx="12791">
                  <c:v>7.4840400000000002</c:v>
                </c:pt>
                <c:pt idx="12792">
                  <c:v>7.4843400000000004</c:v>
                </c:pt>
                <c:pt idx="12793">
                  <c:v>7.4846500000000002</c:v>
                </c:pt>
                <c:pt idx="12794">
                  <c:v>7.4849600000000001</c:v>
                </c:pt>
                <c:pt idx="12795">
                  <c:v>7.4852600000000002</c:v>
                </c:pt>
                <c:pt idx="12796">
                  <c:v>7.4855700000000001</c:v>
                </c:pt>
                <c:pt idx="12797">
                  <c:v>7.4858700000000002</c:v>
                </c:pt>
                <c:pt idx="12798">
                  <c:v>7.4861800000000001</c:v>
                </c:pt>
                <c:pt idx="12799">
                  <c:v>7.4864800000000002</c:v>
                </c:pt>
                <c:pt idx="12800">
                  <c:v>7.4867900000000001</c:v>
                </c:pt>
                <c:pt idx="12801">
                  <c:v>7.4870900000000002</c:v>
                </c:pt>
                <c:pt idx="12802">
                  <c:v>7.4874000000000001</c:v>
                </c:pt>
                <c:pt idx="12803">
                  <c:v>7.4877000000000002</c:v>
                </c:pt>
                <c:pt idx="12804">
                  <c:v>7.4880100000000001</c:v>
                </c:pt>
                <c:pt idx="12805">
                  <c:v>7.4883199999999999</c:v>
                </c:pt>
                <c:pt idx="12806">
                  <c:v>7.4886200000000001</c:v>
                </c:pt>
                <c:pt idx="12807">
                  <c:v>7.4889299999999999</c:v>
                </c:pt>
                <c:pt idx="12808">
                  <c:v>7.4892300000000001</c:v>
                </c:pt>
                <c:pt idx="12809">
                  <c:v>7.4895399999999999</c:v>
                </c:pt>
                <c:pt idx="12810">
                  <c:v>7.4898400000000001</c:v>
                </c:pt>
                <c:pt idx="12811">
                  <c:v>7.4901499999999999</c:v>
                </c:pt>
                <c:pt idx="12812">
                  <c:v>7.4904500000000001</c:v>
                </c:pt>
                <c:pt idx="12813">
                  <c:v>7.4907599999999999</c:v>
                </c:pt>
                <c:pt idx="12814">
                  <c:v>7.4910600000000001</c:v>
                </c:pt>
                <c:pt idx="12815">
                  <c:v>7.4913699999999999</c:v>
                </c:pt>
                <c:pt idx="12816">
                  <c:v>7.4916700000000001</c:v>
                </c:pt>
                <c:pt idx="12817">
                  <c:v>7.4919799999999999</c:v>
                </c:pt>
                <c:pt idx="12818">
                  <c:v>7.4922899999999997</c:v>
                </c:pt>
                <c:pt idx="12819">
                  <c:v>7.4925899999999999</c:v>
                </c:pt>
                <c:pt idx="12820">
                  <c:v>7.4928999999999997</c:v>
                </c:pt>
                <c:pt idx="12821">
                  <c:v>7.4931999999999999</c:v>
                </c:pt>
                <c:pt idx="12822">
                  <c:v>7.4935099999999997</c:v>
                </c:pt>
                <c:pt idx="12823">
                  <c:v>7.4938099999999999</c:v>
                </c:pt>
                <c:pt idx="12824">
                  <c:v>7.4941199999999997</c:v>
                </c:pt>
                <c:pt idx="12825">
                  <c:v>7.4944199999999999</c:v>
                </c:pt>
                <c:pt idx="12826">
                  <c:v>7.4947299999999997</c:v>
                </c:pt>
                <c:pt idx="12827">
                  <c:v>7.4950299999999999</c:v>
                </c:pt>
                <c:pt idx="12828">
                  <c:v>7.4953399999999997</c:v>
                </c:pt>
                <c:pt idx="12829">
                  <c:v>7.4956399999999999</c:v>
                </c:pt>
                <c:pt idx="12830">
                  <c:v>7.4959499999999997</c:v>
                </c:pt>
                <c:pt idx="12831">
                  <c:v>7.4962600000000004</c:v>
                </c:pt>
                <c:pt idx="12832">
                  <c:v>7.4965599999999997</c:v>
                </c:pt>
                <c:pt idx="12833">
                  <c:v>7.4968700000000004</c:v>
                </c:pt>
                <c:pt idx="12834">
                  <c:v>7.4971699999999997</c:v>
                </c:pt>
                <c:pt idx="12835">
                  <c:v>7.4974800000000004</c:v>
                </c:pt>
                <c:pt idx="12836">
                  <c:v>7.4977799999999997</c:v>
                </c:pt>
                <c:pt idx="12837">
                  <c:v>7.4980900000000004</c:v>
                </c:pt>
                <c:pt idx="12838">
                  <c:v>7.4983899999999997</c:v>
                </c:pt>
                <c:pt idx="12839">
                  <c:v>7.4987000000000004</c:v>
                </c:pt>
                <c:pt idx="12840">
                  <c:v>7.4989999999999997</c:v>
                </c:pt>
                <c:pt idx="12841">
                  <c:v>7.4993100000000004</c:v>
                </c:pt>
                <c:pt idx="12842">
                  <c:v>7.4996099999999997</c:v>
                </c:pt>
                <c:pt idx="12843">
                  <c:v>7.4999200000000004</c:v>
                </c:pt>
                <c:pt idx="12844">
                  <c:v>7.5002300000000002</c:v>
                </c:pt>
                <c:pt idx="12845">
                  <c:v>7.5005300000000004</c:v>
                </c:pt>
                <c:pt idx="12846">
                  <c:v>7.5008400000000002</c:v>
                </c:pt>
                <c:pt idx="12847">
                  <c:v>7.5011400000000004</c:v>
                </c:pt>
                <c:pt idx="12848">
                  <c:v>7.5014500000000002</c:v>
                </c:pt>
                <c:pt idx="12849">
                  <c:v>7.5017500000000004</c:v>
                </c:pt>
                <c:pt idx="12850">
                  <c:v>7.5020600000000002</c:v>
                </c:pt>
                <c:pt idx="12851">
                  <c:v>7.5023600000000004</c:v>
                </c:pt>
                <c:pt idx="12852">
                  <c:v>7.5026700000000002</c:v>
                </c:pt>
                <c:pt idx="12853">
                  <c:v>7.5029700000000004</c:v>
                </c:pt>
                <c:pt idx="12854">
                  <c:v>7.5032800000000002</c:v>
                </c:pt>
                <c:pt idx="12855">
                  <c:v>7.5035800000000004</c:v>
                </c:pt>
                <c:pt idx="12856">
                  <c:v>7.5038900000000002</c:v>
                </c:pt>
                <c:pt idx="12857">
                  <c:v>7.5042</c:v>
                </c:pt>
                <c:pt idx="12858">
                  <c:v>7.5045000000000002</c:v>
                </c:pt>
                <c:pt idx="12859">
                  <c:v>7.50481</c:v>
                </c:pt>
                <c:pt idx="12860">
                  <c:v>7.5051100000000002</c:v>
                </c:pt>
                <c:pt idx="12861">
                  <c:v>7.50542</c:v>
                </c:pt>
                <c:pt idx="12862">
                  <c:v>7.5057200000000002</c:v>
                </c:pt>
                <c:pt idx="12863">
                  <c:v>7.50603</c:v>
                </c:pt>
                <c:pt idx="12864">
                  <c:v>7.5063300000000002</c:v>
                </c:pt>
                <c:pt idx="12865">
                  <c:v>7.50664</c:v>
                </c:pt>
                <c:pt idx="12866">
                  <c:v>7.5069400000000002</c:v>
                </c:pt>
                <c:pt idx="12867">
                  <c:v>7.50725</c:v>
                </c:pt>
                <c:pt idx="12868">
                  <c:v>7.5075599999999998</c:v>
                </c:pt>
                <c:pt idx="12869">
                  <c:v>7.50786</c:v>
                </c:pt>
                <c:pt idx="12870">
                  <c:v>7.5081699999999998</c:v>
                </c:pt>
                <c:pt idx="12871">
                  <c:v>7.50847</c:v>
                </c:pt>
                <c:pt idx="12872">
                  <c:v>7.5087799999999998</c:v>
                </c:pt>
                <c:pt idx="12873">
                  <c:v>7.50908</c:v>
                </c:pt>
                <c:pt idx="12874">
                  <c:v>7.5093899999999998</c:v>
                </c:pt>
                <c:pt idx="12875">
                  <c:v>7.50969</c:v>
                </c:pt>
                <c:pt idx="12876">
                  <c:v>7.51</c:v>
                </c:pt>
                <c:pt idx="12877">
                  <c:v>7.5103</c:v>
                </c:pt>
                <c:pt idx="12878">
                  <c:v>7.5106099999999998</c:v>
                </c:pt>
                <c:pt idx="12879">
                  <c:v>7.51091</c:v>
                </c:pt>
                <c:pt idx="12880">
                  <c:v>7.5112199999999998</c:v>
                </c:pt>
                <c:pt idx="12881">
                  <c:v>7.5115299999999996</c:v>
                </c:pt>
                <c:pt idx="12882">
                  <c:v>7.5118299999999998</c:v>
                </c:pt>
                <c:pt idx="12883">
                  <c:v>7.5121399999999996</c:v>
                </c:pt>
                <c:pt idx="12884">
                  <c:v>7.5124399999999998</c:v>
                </c:pt>
                <c:pt idx="12885">
                  <c:v>7.5127499999999996</c:v>
                </c:pt>
                <c:pt idx="12886">
                  <c:v>7.5130499999999998</c:v>
                </c:pt>
                <c:pt idx="12887">
                  <c:v>7.5133599999999996</c:v>
                </c:pt>
                <c:pt idx="12888">
                  <c:v>7.5136599999999998</c:v>
                </c:pt>
                <c:pt idx="12889">
                  <c:v>7.5139699999999996</c:v>
                </c:pt>
                <c:pt idx="12890">
                  <c:v>7.5142699999999998</c:v>
                </c:pt>
                <c:pt idx="12891">
                  <c:v>7.5145799999999996</c:v>
                </c:pt>
                <c:pt idx="12892">
                  <c:v>7.5148799999999998</c:v>
                </c:pt>
                <c:pt idx="12893">
                  <c:v>7.5151899999999996</c:v>
                </c:pt>
                <c:pt idx="12894">
                  <c:v>7.5155000000000003</c:v>
                </c:pt>
                <c:pt idx="12895">
                  <c:v>7.5157999999999996</c:v>
                </c:pt>
                <c:pt idx="12896">
                  <c:v>7.5161100000000003</c:v>
                </c:pt>
                <c:pt idx="12897">
                  <c:v>7.5164099999999996</c:v>
                </c:pt>
                <c:pt idx="12898">
                  <c:v>7.5167200000000003</c:v>
                </c:pt>
                <c:pt idx="12899">
                  <c:v>7.5170199999999996</c:v>
                </c:pt>
                <c:pt idx="12900">
                  <c:v>7.5173300000000003</c:v>
                </c:pt>
                <c:pt idx="12901">
                  <c:v>7.5176299999999996</c:v>
                </c:pt>
                <c:pt idx="12902">
                  <c:v>7.5179400000000003</c:v>
                </c:pt>
                <c:pt idx="12903">
                  <c:v>7.5182399999999996</c:v>
                </c:pt>
                <c:pt idx="12904">
                  <c:v>7.5185500000000003</c:v>
                </c:pt>
                <c:pt idx="12905">
                  <c:v>7.5188499999999996</c:v>
                </c:pt>
                <c:pt idx="12906">
                  <c:v>7.5191600000000003</c:v>
                </c:pt>
                <c:pt idx="12907">
                  <c:v>7.5194700000000001</c:v>
                </c:pt>
                <c:pt idx="12908">
                  <c:v>7.5197700000000003</c:v>
                </c:pt>
                <c:pt idx="12909">
                  <c:v>7.5200800000000001</c:v>
                </c:pt>
                <c:pt idx="12910">
                  <c:v>7.5203800000000003</c:v>
                </c:pt>
                <c:pt idx="12911">
                  <c:v>7.5206900000000001</c:v>
                </c:pt>
                <c:pt idx="12912">
                  <c:v>7.5209900000000003</c:v>
                </c:pt>
                <c:pt idx="12913">
                  <c:v>7.5213000000000001</c:v>
                </c:pt>
                <c:pt idx="12914">
                  <c:v>7.5216000000000003</c:v>
                </c:pt>
                <c:pt idx="12915">
                  <c:v>7.5219100000000001</c:v>
                </c:pt>
                <c:pt idx="12916">
                  <c:v>7.5222100000000003</c:v>
                </c:pt>
                <c:pt idx="12917">
                  <c:v>7.5225200000000001</c:v>
                </c:pt>
                <c:pt idx="12918">
                  <c:v>7.5228299999999999</c:v>
                </c:pt>
                <c:pt idx="12919">
                  <c:v>7.5231300000000001</c:v>
                </c:pt>
                <c:pt idx="12920">
                  <c:v>7.5234399999999999</c:v>
                </c:pt>
                <c:pt idx="12921">
                  <c:v>7.5237400000000001</c:v>
                </c:pt>
                <c:pt idx="12922">
                  <c:v>7.5240499999999999</c:v>
                </c:pt>
                <c:pt idx="12923">
                  <c:v>7.5243500000000001</c:v>
                </c:pt>
                <c:pt idx="12924">
                  <c:v>7.5246599999999999</c:v>
                </c:pt>
                <c:pt idx="12925">
                  <c:v>7.5249600000000001</c:v>
                </c:pt>
                <c:pt idx="12926">
                  <c:v>7.5252699999999999</c:v>
                </c:pt>
                <c:pt idx="12927">
                  <c:v>7.5255700000000001</c:v>
                </c:pt>
                <c:pt idx="12928">
                  <c:v>7.5258799999999999</c:v>
                </c:pt>
                <c:pt idx="12929">
                  <c:v>7.5261800000000001</c:v>
                </c:pt>
                <c:pt idx="12930">
                  <c:v>7.5264899999999999</c:v>
                </c:pt>
                <c:pt idx="12931">
                  <c:v>7.5267999999999997</c:v>
                </c:pt>
                <c:pt idx="12932">
                  <c:v>7.5270999999999999</c:v>
                </c:pt>
                <c:pt idx="12933">
                  <c:v>7.5274099999999997</c:v>
                </c:pt>
                <c:pt idx="12934">
                  <c:v>7.5277099999999999</c:v>
                </c:pt>
                <c:pt idx="12935">
                  <c:v>7.5280199999999997</c:v>
                </c:pt>
                <c:pt idx="12936">
                  <c:v>7.5283199999999999</c:v>
                </c:pt>
                <c:pt idx="12937">
                  <c:v>7.5286299999999997</c:v>
                </c:pt>
                <c:pt idx="12938">
                  <c:v>7.5289299999999999</c:v>
                </c:pt>
                <c:pt idx="12939">
                  <c:v>7.5292399999999997</c:v>
                </c:pt>
                <c:pt idx="12940">
                  <c:v>7.5295399999999999</c:v>
                </c:pt>
                <c:pt idx="12941">
                  <c:v>7.5298499999999997</c:v>
                </c:pt>
                <c:pt idx="12942">
                  <c:v>7.5301499999999999</c:v>
                </c:pt>
                <c:pt idx="12943">
                  <c:v>7.5304599999999997</c:v>
                </c:pt>
                <c:pt idx="12944">
                  <c:v>7.5307700000000004</c:v>
                </c:pt>
                <c:pt idx="12945">
                  <c:v>7.5310699999999997</c:v>
                </c:pt>
                <c:pt idx="12946">
                  <c:v>7.5313800000000004</c:v>
                </c:pt>
                <c:pt idx="12947">
                  <c:v>7.5316799999999997</c:v>
                </c:pt>
                <c:pt idx="12948">
                  <c:v>7.5319900000000004</c:v>
                </c:pt>
                <c:pt idx="12949">
                  <c:v>7.5322899999999997</c:v>
                </c:pt>
                <c:pt idx="12950">
                  <c:v>7.5326000000000004</c:v>
                </c:pt>
                <c:pt idx="12951">
                  <c:v>7.5328999999999997</c:v>
                </c:pt>
                <c:pt idx="12952">
                  <c:v>7.5332100000000004</c:v>
                </c:pt>
                <c:pt idx="12953">
                  <c:v>7.5335099999999997</c:v>
                </c:pt>
                <c:pt idx="12954">
                  <c:v>7.5338200000000004</c:v>
                </c:pt>
                <c:pt idx="12955">
                  <c:v>7.5341199999999997</c:v>
                </c:pt>
                <c:pt idx="12956">
                  <c:v>7.5344300000000004</c:v>
                </c:pt>
                <c:pt idx="12957">
                  <c:v>7.5347400000000002</c:v>
                </c:pt>
                <c:pt idx="12958">
                  <c:v>7.5350400000000004</c:v>
                </c:pt>
                <c:pt idx="12959">
                  <c:v>7.5353500000000002</c:v>
                </c:pt>
                <c:pt idx="12960">
                  <c:v>7.5356500000000004</c:v>
                </c:pt>
                <c:pt idx="12961">
                  <c:v>7.5359600000000002</c:v>
                </c:pt>
                <c:pt idx="12962">
                  <c:v>7.5362600000000004</c:v>
                </c:pt>
                <c:pt idx="12963">
                  <c:v>7.5365700000000002</c:v>
                </c:pt>
                <c:pt idx="12964">
                  <c:v>7.5368700000000004</c:v>
                </c:pt>
                <c:pt idx="12965">
                  <c:v>7.5371800000000002</c:v>
                </c:pt>
                <c:pt idx="12966">
                  <c:v>7.5374800000000004</c:v>
                </c:pt>
                <c:pt idx="12967">
                  <c:v>7.5377900000000002</c:v>
                </c:pt>
                <c:pt idx="12968">
                  <c:v>7.5380900000000004</c:v>
                </c:pt>
                <c:pt idx="12969">
                  <c:v>7.5384000000000002</c:v>
                </c:pt>
                <c:pt idx="12970">
                  <c:v>7.53871</c:v>
                </c:pt>
                <c:pt idx="12971">
                  <c:v>7.5390100000000002</c:v>
                </c:pt>
                <c:pt idx="12972">
                  <c:v>7.53932</c:v>
                </c:pt>
                <c:pt idx="12973">
                  <c:v>7.5396200000000002</c:v>
                </c:pt>
                <c:pt idx="12974">
                  <c:v>7.53993</c:v>
                </c:pt>
                <c:pt idx="12975">
                  <c:v>7.5402300000000002</c:v>
                </c:pt>
                <c:pt idx="12976">
                  <c:v>7.54054</c:v>
                </c:pt>
                <c:pt idx="12977">
                  <c:v>7.5408400000000002</c:v>
                </c:pt>
                <c:pt idx="12978">
                  <c:v>7.54115</c:v>
                </c:pt>
                <c:pt idx="12979">
                  <c:v>7.5414500000000002</c:v>
                </c:pt>
                <c:pt idx="12980">
                  <c:v>7.54176</c:v>
                </c:pt>
                <c:pt idx="12981">
                  <c:v>7.5420699999999998</c:v>
                </c:pt>
                <c:pt idx="12982">
                  <c:v>7.54237</c:v>
                </c:pt>
                <c:pt idx="12983">
                  <c:v>7.5426799999999998</c:v>
                </c:pt>
                <c:pt idx="12984">
                  <c:v>7.54298</c:v>
                </c:pt>
                <c:pt idx="12985">
                  <c:v>7.5432899999999998</c:v>
                </c:pt>
                <c:pt idx="12986">
                  <c:v>7.54359</c:v>
                </c:pt>
                <c:pt idx="12987">
                  <c:v>7.5438999999999998</c:v>
                </c:pt>
                <c:pt idx="12988">
                  <c:v>7.5442</c:v>
                </c:pt>
                <c:pt idx="12989">
                  <c:v>7.5445099999999998</c:v>
                </c:pt>
                <c:pt idx="12990">
                  <c:v>7.54481</c:v>
                </c:pt>
                <c:pt idx="12991">
                  <c:v>7.5451199999999998</c:v>
                </c:pt>
                <c:pt idx="12992">
                  <c:v>7.54542</c:v>
                </c:pt>
                <c:pt idx="12993">
                  <c:v>7.5457299999999998</c:v>
                </c:pt>
                <c:pt idx="12994">
                  <c:v>7.5460399999999996</c:v>
                </c:pt>
                <c:pt idx="12995">
                  <c:v>7.5463399999999998</c:v>
                </c:pt>
                <c:pt idx="12996">
                  <c:v>7.5466499999999996</c:v>
                </c:pt>
                <c:pt idx="12997">
                  <c:v>7.5469499999999998</c:v>
                </c:pt>
                <c:pt idx="12998">
                  <c:v>7.5472599999999996</c:v>
                </c:pt>
                <c:pt idx="12999">
                  <c:v>7.5475599999999998</c:v>
                </c:pt>
                <c:pt idx="13000">
                  <c:v>7.5478699999999996</c:v>
                </c:pt>
                <c:pt idx="13001">
                  <c:v>7.5481699999999998</c:v>
                </c:pt>
                <c:pt idx="13002">
                  <c:v>7.5484799999999996</c:v>
                </c:pt>
                <c:pt idx="13003">
                  <c:v>7.5487799999999998</c:v>
                </c:pt>
                <c:pt idx="13004">
                  <c:v>7.5490899999999996</c:v>
                </c:pt>
                <c:pt idx="13005">
                  <c:v>7.5493899999999998</c:v>
                </c:pt>
                <c:pt idx="13006">
                  <c:v>7.5496999999999996</c:v>
                </c:pt>
                <c:pt idx="13007">
                  <c:v>7.5500100000000003</c:v>
                </c:pt>
                <c:pt idx="13008">
                  <c:v>7.5503099999999996</c:v>
                </c:pt>
                <c:pt idx="13009">
                  <c:v>7.5506200000000003</c:v>
                </c:pt>
                <c:pt idx="13010">
                  <c:v>7.5509199999999996</c:v>
                </c:pt>
                <c:pt idx="13011">
                  <c:v>7.5512300000000003</c:v>
                </c:pt>
                <c:pt idx="13012">
                  <c:v>7.5515299999999996</c:v>
                </c:pt>
                <c:pt idx="13013">
                  <c:v>7.5518400000000003</c:v>
                </c:pt>
                <c:pt idx="13014">
                  <c:v>7.5521399999999996</c:v>
                </c:pt>
                <c:pt idx="13015">
                  <c:v>7.5524500000000003</c:v>
                </c:pt>
                <c:pt idx="13016">
                  <c:v>7.5527499999999996</c:v>
                </c:pt>
                <c:pt idx="13017">
                  <c:v>7.5530600000000003</c:v>
                </c:pt>
                <c:pt idx="13018">
                  <c:v>7.5533599999999996</c:v>
                </c:pt>
                <c:pt idx="13019">
                  <c:v>7.5536700000000003</c:v>
                </c:pt>
                <c:pt idx="13020">
                  <c:v>7.5539800000000001</c:v>
                </c:pt>
                <c:pt idx="13021">
                  <c:v>7.5542800000000003</c:v>
                </c:pt>
                <c:pt idx="13022">
                  <c:v>7.5545900000000001</c:v>
                </c:pt>
                <c:pt idx="13023">
                  <c:v>7.5548900000000003</c:v>
                </c:pt>
                <c:pt idx="13024">
                  <c:v>7.5552000000000001</c:v>
                </c:pt>
                <c:pt idx="13025">
                  <c:v>7.5555000000000003</c:v>
                </c:pt>
                <c:pt idx="13026">
                  <c:v>7.5558100000000001</c:v>
                </c:pt>
                <c:pt idx="13027">
                  <c:v>7.5561100000000003</c:v>
                </c:pt>
                <c:pt idx="13028">
                  <c:v>7.5564200000000001</c:v>
                </c:pt>
                <c:pt idx="13029">
                  <c:v>7.5567200000000003</c:v>
                </c:pt>
                <c:pt idx="13030">
                  <c:v>7.5570300000000001</c:v>
                </c:pt>
                <c:pt idx="13031">
                  <c:v>7.5573300000000003</c:v>
                </c:pt>
                <c:pt idx="13032">
                  <c:v>7.5576400000000001</c:v>
                </c:pt>
                <c:pt idx="13033">
                  <c:v>7.5579499999999999</c:v>
                </c:pt>
                <c:pt idx="13034">
                  <c:v>7.5582500000000001</c:v>
                </c:pt>
                <c:pt idx="13035">
                  <c:v>7.5585599999999999</c:v>
                </c:pt>
                <c:pt idx="13036">
                  <c:v>7.5588600000000001</c:v>
                </c:pt>
                <c:pt idx="13037">
                  <c:v>7.5591699999999999</c:v>
                </c:pt>
                <c:pt idx="13038">
                  <c:v>7.5594700000000001</c:v>
                </c:pt>
                <c:pt idx="13039">
                  <c:v>7.5597799999999999</c:v>
                </c:pt>
                <c:pt idx="13040">
                  <c:v>7.5600800000000001</c:v>
                </c:pt>
                <c:pt idx="13041">
                  <c:v>7.5603899999999999</c:v>
                </c:pt>
                <c:pt idx="13042">
                  <c:v>7.5606900000000001</c:v>
                </c:pt>
                <c:pt idx="13043">
                  <c:v>7.5609999999999999</c:v>
                </c:pt>
                <c:pt idx="13044">
                  <c:v>7.5613099999999998</c:v>
                </c:pt>
                <c:pt idx="13045">
                  <c:v>7.5616099999999999</c:v>
                </c:pt>
                <c:pt idx="13046">
                  <c:v>7.5619199999999998</c:v>
                </c:pt>
                <c:pt idx="13047">
                  <c:v>7.5622199999999999</c:v>
                </c:pt>
                <c:pt idx="13048">
                  <c:v>7.5625299999999998</c:v>
                </c:pt>
                <c:pt idx="13049">
                  <c:v>7.5628299999999999</c:v>
                </c:pt>
                <c:pt idx="13050">
                  <c:v>7.5631399999999998</c:v>
                </c:pt>
                <c:pt idx="13051">
                  <c:v>7.5634399999999999</c:v>
                </c:pt>
                <c:pt idx="13052">
                  <c:v>7.5637499999999998</c:v>
                </c:pt>
                <c:pt idx="13053">
                  <c:v>7.5640499999999999</c:v>
                </c:pt>
                <c:pt idx="13054">
                  <c:v>7.5643599999999998</c:v>
                </c:pt>
                <c:pt idx="13055">
                  <c:v>7.5646599999999999</c:v>
                </c:pt>
                <c:pt idx="13056">
                  <c:v>7.5649699999999998</c:v>
                </c:pt>
                <c:pt idx="13057">
                  <c:v>7.5652799999999996</c:v>
                </c:pt>
                <c:pt idx="13058">
                  <c:v>7.5655799999999997</c:v>
                </c:pt>
                <c:pt idx="13059">
                  <c:v>7.5658899999999996</c:v>
                </c:pt>
                <c:pt idx="13060">
                  <c:v>7.5661899999999997</c:v>
                </c:pt>
                <c:pt idx="13061">
                  <c:v>7.5664999999999996</c:v>
                </c:pt>
                <c:pt idx="13062">
                  <c:v>7.5667999999999997</c:v>
                </c:pt>
                <c:pt idx="13063">
                  <c:v>7.5671099999999996</c:v>
                </c:pt>
                <c:pt idx="13064">
                  <c:v>7.5674099999999997</c:v>
                </c:pt>
                <c:pt idx="13065">
                  <c:v>7.5677199999999996</c:v>
                </c:pt>
                <c:pt idx="13066">
                  <c:v>7.5680199999999997</c:v>
                </c:pt>
                <c:pt idx="13067">
                  <c:v>7.5683299999999996</c:v>
                </c:pt>
                <c:pt idx="13068">
                  <c:v>7.5686299999999997</c:v>
                </c:pt>
                <c:pt idx="13069">
                  <c:v>7.5689399999999996</c:v>
                </c:pt>
                <c:pt idx="13070">
                  <c:v>7.5692500000000003</c:v>
                </c:pt>
                <c:pt idx="13071">
                  <c:v>7.5695499999999996</c:v>
                </c:pt>
                <c:pt idx="13072">
                  <c:v>7.5698600000000003</c:v>
                </c:pt>
                <c:pt idx="13073">
                  <c:v>7.5701599999999996</c:v>
                </c:pt>
                <c:pt idx="13074">
                  <c:v>7.5704700000000003</c:v>
                </c:pt>
                <c:pt idx="13075">
                  <c:v>7.5707700000000004</c:v>
                </c:pt>
                <c:pt idx="13076">
                  <c:v>7.5710800000000003</c:v>
                </c:pt>
                <c:pt idx="13077">
                  <c:v>7.5713800000000004</c:v>
                </c:pt>
                <c:pt idx="13078">
                  <c:v>7.5716900000000003</c:v>
                </c:pt>
                <c:pt idx="13079">
                  <c:v>7.5719900000000004</c:v>
                </c:pt>
                <c:pt idx="13080">
                  <c:v>7.5723000000000003</c:v>
                </c:pt>
                <c:pt idx="13081">
                  <c:v>7.5726000000000004</c:v>
                </c:pt>
                <c:pt idx="13082">
                  <c:v>7.5729100000000003</c:v>
                </c:pt>
                <c:pt idx="13083">
                  <c:v>7.5732200000000001</c:v>
                </c:pt>
                <c:pt idx="13084">
                  <c:v>7.5735200000000003</c:v>
                </c:pt>
                <c:pt idx="13085">
                  <c:v>7.5738300000000001</c:v>
                </c:pt>
                <c:pt idx="13086">
                  <c:v>7.5741300000000003</c:v>
                </c:pt>
                <c:pt idx="13087">
                  <c:v>7.5744400000000001</c:v>
                </c:pt>
                <c:pt idx="13088">
                  <c:v>7.5747400000000003</c:v>
                </c:pt>
                <c:pt idx="13089">
                  <c:v>7.5750500000000001</c:v>
                </c:pt>
                <c:pt idx="13090">
                  <c:v>7.5753500000000003</c:v>
                </c:pt>
                <c:pt idx="13091">
                  <c:v>7.5756600000000001</c:v>
                </c:pt>
                <c:pt idx="13092">
                  <c:v>7.5759600000000002</c:v>
                </c:pt>
                <c:pt idx="13093">
                  <c:v>7.5762700000000001</c:v>
                </c:pt>
                <c:pt idx="13094">
                  <c:v>7.5765799999999999</c:v>
                </c:pt>
                <c:pt idx="13095">
                  <c:v>7.5768800000000001</c:v>
                </c:pt>
                <c:pt idx="13096">
                  <c:v>7.5771899999999999</c:v>
                </c:pt>
                <c:pt idx="13097">
                  <c:v>7.5774900000000001</c:v>
                </c:pt>
                <c:pt idx="13098">
                  <c:v>7.5777999999999999</c:v>
                </c:pt>
                <c:pt idx="13099">
                  <c:v>7.5781000000000001</c:v>
                </c:pt>
                <c:pt idx="13100">
                  <c:v>7.5784099999999999</c:v>
                </c:pt>
                <c:pt idx="13101">
                  <c:v>7.5787100000000001</c:v>
                </c:pt>
                <c:pt idx="13102">
                  <c:v>7.5790199999999999</c:v>
                </c:pt>
                <c:pt idx="13103">
                  <c:v>7.5793200000000001</c:v>
                </c:pt>
                <c:pt idx="13104">
                  <c:v>7.5796299999999999</c:v>
                </c:pt>
                <c:pt idx="13105">
                  <c:v>7.5799300000000001</c:v>
                </c:pt>
                <c:pt idx="13106">
                  <c:v>7.5802399999999999</c:v>
                </c:pt>
                <c:pt idx="13107">
                  <c:v>7.5805499999999997</c:v>
                </c:pt>
                <c:pt idx="13108">
                  <c:v>7.5808499999999999</c:v>
                </c:pt>
                <c:pt idx="13109">
                  <c:v>7.5811599999999997</c:v>
                </c:pt>
                <c:pt idx="13110">
                  <c:v>7.5814599999999999</c:v>
                </c:pt>
                <c:pt idx="13111">
                  <c:v>7.5817699999999997</c:v>
                </c:pt>
                <c:pt idx="13112">
                  <c:v>7.5820699999999999</c:v>
                </c:pt>
                <c:pt idx="13113">
                  <c:v>7.5823799999999997</c:v>
                </c:pt>
                <c:pt idx="13114">
                  <c:v>7.5826799999999999</c:v>
                </c:pt>
                <c:pt idx="13115">
                  <c:v>7.5829899999999997</c:v>
                </c:pt>
                <c:pt idx="13116">
                  <c:v>7.5832899999999999</c:v>
                </c:pt>
                <c:pt idx="13117">
                  <c:v>7.5835999999999997</c:v>
                </c:pt>
                <c:pt idx="13118">
                  <c:v>7.5838999999999999</c:v>
                </c:pt>
                <c:pt idx="13119">
                  <c:v>7.5842099999999997</c:v>
                </c:pt>
                <c:pt idx="13120">
                  <c:v>7.5845200000000004</c:v>
                </c:pt>
                <c:pt idx="13121">
                  <c:v>7.5848199999999997</c:v>
                </c:pt>
                <c:pt idx="13122">
                  <c:v>7.5851300000000004</c:v>
                </c:pt>
                <c:pt idx="13123">
                  <c:v>7.5854299999999997</c:v>
                </c:pt>
                <c:pt idx="13124">
                  <c:v>7.5857400000000004</c:v>
                </c:pt>
                <c:pt idx="13125">
                  <c:v>7.5860399999999997</c:v>
                </c:pt>
                <c:pt idx="13126">
                  <c:v>7.5863500000000004</c:v>
                </c:pt>
                <c:pt idx="13127">
                  <c:v>7.5866499999999997</c:v>
                </c:pt>
                <c:pt idx="13128">
                  <c:v>7.5869600000000004</c:v>
                </c:pt>
                <c:pt idx="13129">
                  <c:v>7.5872599999999997</c:v>
                </c:pt>
                <c:pt idx="13130">
                  <c:v>7.5875700000000004</c:v>
                </c:pt>
                <c:pt idx="13131">
                  <c:v>7.5878699999999997</c:v>
                </c:pt>
                <c:pt idx="13132">
                  <c:v>7.5881800000000004</c:v>
                </c:pt>
                <c:pt idx="13133">
                  <c:v>7.5884900000000002</c:v>
                </c:pt>
                <c:pt idx="13134">
                  <c:v>7.5887900000000004</c:v>
                </c:pt>
                <c:pt idx="13135">
                  <c:v>7.5891000000000002</c:v>
                </c:pt>
                <c:pt idx="13136">
                  <c:v>7.5894000000000004</c:v>
                </c:pt>
                <c:pt idx="13137">
                  <c:v>7.5897100000000002</c:v>
                </c:pt>
                <c:pt idx="13138">
                  <c:v>7.5900100000000004</c:v>
                </c:pt>
                <c:pt idx="13139">
                  <c:v>7.5903200000000002</c:v>
                </c:pt>
                <c:pt idx="13140">
                  <c:v>7.5906200000000004</c:v>
                </c:pt>
                <c:pt idx="13141">
                  <c:v>7.5909300000000002</c:v>
                </c:pt>
                <c:pt idx="13142">
                  <c:v>7.5912300000000004</c:v>
                </c:pt>
                <c:pt idx="13143">
                  <c:v>7.5915400000000002</c:v>
                </c:pt>
                <c:pt idx="13144">
                  <c:v>7.5918400000000004</c:v>
                </c:pt>
                <c:pt idx="13145">
                  <c:v>7.5921500000000002</c:v>
                </c:pt>
                <c:pt idx="13146">
                  <c:v>7.59246</c:v>
                </c:pt>
                <c:pt idx="13147">
                  <c:v>7.5927600000000002</c:v>
                </c:pt>
                <c:pt idx="13148">
                  <c:v>7.59307</c:v>
                </c:pt>
                <c:pt idx="13149">
                  <c:v>7.5933700000000002</c:v>
                </c:pt>
                <c:pt idx="13150">
                  <c:v>7.59368</c:v>
                </c:pt>
                <c:pt idx="13151">
                  <c:v>7.5939800000000002</c:v>
                </c:pt>
                <c:pt idx="13152">
                  <c:v>7.59429</c:v>
                </c:pt>
                <c:pt idx="13153">
                  <c:v>7.5945900000000002</c:v>
                </c:pt>
                <c:pt idx="13154">
                  <c:v>7.5949</c:v>
                </c:pt>
                <c:pt idx="13155">
                  <c:v>7.5952000000000002</c:v>
                </c:pt>
                <c:pt idx="13156">
                  <c:v>7.59551</c:v>
                </c:pt>
                <c:pt idx="13157">
                  <c:v>7.5958199999999998</c:v>
                </c:pt>
                <c:pt idx="13158">
                  <c:v>7.59612</c:v>
                </c:pt>
                <c:pt idx="13159">
                  <c:v>7.5964299999999998</c:v>
                </c:pt>
                <c:pt idx="13160">
                  <c:v>7.59673</c:v>
                </c:pt>
                <c:pt idx="13161">
                  <c:v>7.5970399999999998</c:v>
                </c:pt>
                <c:pt idx="13162">
                  <c:v>7.59734</c:v>
                </c:pt>
                <c:pt idx="13163">
                  <c:v>7.5976499999999998</c:v>
                </c:pt>
                <c:pt idx="13164">
                  <c:v>7.59795</c:v>
                </c:pt>
                <c:pt idx="13165">
                  <c:v>7.5982599999999998</c:v>
                </c:pt>
                <c:pt idx="13166">
                  <c:v>7.59856</c:v>
                </c:pt>
                <c:pt idx="13167">
                  <c:v>7.5988699999999998</c:v>
                </c:pt>
                <c:pt idx="13168">
                  <c:v>7.59917</c:v>
                </c:pt>
                <c:pt idx="13169">
                  <c:v>7.5994799999999998</c:v>
                </c:pt>
                <c:pt idx="13170">
                  <c:v>7.5997899999999996</c:v>
                </c:pt>
                <c:pt idx="13171">
                  <c:v>7.6000899999999998</c:v>
                </c:pt>
                <c:pt idx="13172">
                  <c:v>7.6003999999999996</c:v>
                </c:pt>
                <c:pt idx="13173">
                  <c:v>7.6006999999999998</c:v>
                </c:pt>
                <c:pt idx="13174">
                  <c:v>7.6010099999999996</c:v>
                </c:pt>
                <c:pt idx="13175">
                  <c:v>7.6013099999999998</c:v>
                </c:pt>
                <c:pt idx="13176">
                  <c:v>7.6016199999999996</c:v>
                </c:pt>
                <c:pt idx="13177">
                  <c:v>7.6019199999999998</c:v>
                </c:pt>
                <c:pt idx="13178">
                  <c:v>7.6022299999999996</c:v>
                </c:pt>
                <c:pt idx="13179">
                  <c:v>7.6025299999999998</c:v>
                </c:pt>
                <c:pt idx="13180">
                  <c:v>7.6028399999999996</c:v>
                </c:pt>
                <c:pt idx="13181">
                  <c:v>7.6031399999999998</c:v>
                </c:pt>
                <c:pt idx="13182">
                  <c:v>7.6034499999999996</c:v>
                </c:pt>
                <c:pt idx="13183">
                  <c:v>7.6037600000000003</c:v>
                </c:pt>
                <c:pt idx="13184">
                  <c:v>7.6040599999999996</c:v>
                </c:pt>
                <c:pt idx="13185">
                  <c:v>7.6043700000000003</c:v>
                </c:pt>
                <c:pt idx="13186">
                  <c:v>7.6046699999999996</c:v>
                </c:pt>
                <c:pt idx="13187">
                  <c:v>7.6049800000000003</c:v>
                </c:pt>
                <c:pt idx="13188">
                  <c:v>7.6052799999999996</c:v>
                </c:pt>
                <c:pt idx="13189">
                  <c:v>7.6055900000000003</c:v>
                </c:pt>
                <c:pt idx="13190">
                  <c:v>7.6058899999999996</c:v>
                </c:pt>
                <c:pt idx="13191">
                  <c:v>7.6062000000000003</c:v>
                </c:pt>
                <c:pt idx="13192">
                  <c:v>7.6064999999999996</c:v>
                </c:pt>
                <c:pt idx="13193">
                  <c:v>7.6068100000000003</c:v>
                </c:pt>
                <c:pt idx="13194">
                  <c:v>7.6071099999999996</c:v>
                </c:pt>
                <c:pt idx="13195">
                  <c:v>7.6074200000000003</c:v>
                </c:pt>
                <c:pt idx="13196">
                  <c:v>7.6077300000000001</c:v>
                </c:pt>
                <c:pt idx="13197">
                  <c:v>7.6080300000000003</c:v>
                </c:pt>
                <c:pt idx="13198">
                  <c:v>7.6083400000000001</c:v>
                </c:pt>
                <c:pt idx="13199">
                  <c:v>7.6086400000000003</c:v>
                </c:pt>
                <c:pt idx="13200">
                  <c:v>7.6089500000000001</c:v>
                </c:pt>
                <c:pt idx="13201">
                  <c:v>7.6092500000000003</c:v>
                </c:pt>
                <c:pt idx="13202">
                  <c:v>7.6095600000000001</c:v>
                </c:pt>
                <c:pt idx="13203">
                  <c:v>7.6098600000000003</c:v>
                </c:pt>
                <c:pt idx="13204">
                  <c:v>7.6101700000000001</c:v>
                </c:pt>
                <c:pt idx="13205">
                  <c:v>7.6104700000000003</c:v>
                </c:pt>
                <c:pt idx="13206">
                  <c:v>7.6107800000000001</c:v>
                </c:pt>
                <c:pt idx="13207">
                  <c:v>7.6110800000000003</c:v>
                </c:pt>
                <c:pt idx="13208">
                  <c:v>7.6113900000000001</c:v>
                </c:pt>
                <c:pt idx="13209">
                  <c:v>7.6116999999999999</c:v>
                </c:pt>
                <c:pt idx="13210">
                  <c:v>7.6120000000000001</c:v>
                </c:pt>
                <c:pt idx="13211">
                  <c:v>7.6123099999999999</c:v>
                </c:pt>
                <c:pt idx="13212">
                  <c:v>7.6126100000000001</c:v>
                </c:pt>
                <c:pt idx="13213">
                  <c:v>7.6129199999999999</c:v>
                </c:pt>
                <c:pt idx="13214">
                  <c:v>7.6132200000000001</c:v>
                </c:pt>
                <c:pt idx="13215">
                  <c:v>7.6135299999999999</c:v>
                </c:pt>
                <c:pt idx="13216">
                  <c:v>7.6138300000000001</c:v>
                </c:pt>
                <c:pt idx="13217">
                  <c:v>7.6141399999999999</c:v>
                </c:pt>
                <c:pt idx="13218">
                  <c:v>7.6144400000000001</c:v>
                </c:pt>
                <c:pt idx="13219">
                  <c:v>7.6147499999999999</c:v>
                </c:pt>
                <c:pt idx="13220">
                  <c:v>7.6150599999999997</c:v>
                </c:pt>
                <c:pt idx="13221">
                  <c:v>7.6153599999999999</c:v>
                </c:pt>
                <c:pt idx="13222">
                  <c:v>7.6156699999999997</c:v>
                </c:pt>
                <c:pt idx="13223">
                  <c:v>7.6159699999999999</c:v>
                </c:pt>
                <c:pt idx="13224">
                  <c:v>7.6162799999999997</c:v>
                </c:pt>
                <c:pt idx="13225">
                  <c:v>7.6165799999999999</c:v>
                </c:pt>
                <c:pt idx="13226">
                  <c:v>7.6168899999999997</c:v>
                </c:pt>
                <c:pt idx="13227">
                  <c:v>7.6171899999999999</c:v>
                </c:pt>
                <c:pt idx="13228">
                  <c:v>7.6174999999999997</c:v>
                </c:pt>
                <c:pt idx="13229">
                  <c:v>7.6177999999999999</c:v>
                </c:pt>
                <c:pt idx="13230">
                  <c:v>7.6181099999999997</c:v>
                </c:pt>
                <c:pt idx="13231">
                  <c:v>7.6184099999999999</c:v>
                </c:pt>
                <c:pt idx="13232">
                  <c:v>7.6187199999999997</c:v>
                </c:pt>
                <c:pt idx="13233">
                  <c:v>7.6190300000000004</c:v>
                </c:pt>
                <c:pt idx="13234">
                  <c:v>7.6193299999999997</c:v>
                </c:pt>
                <c:pt idx="13235">
                  <c:v>7.6196400000000004</c:v>
                </c:pt>
                <c:pt idx="13236">
                  <c:v>7.6199399999999997</c:v>
                </c:pt>
                <c:pt idx="13237">
                  <c:v>7.6202500000000004</c:v>
                </c:pt>
                <c:pt idx="13238">
                  <c:v>7.6205499999999997</c:v>
                </c:pt>
                <c:pt idx="13239">
                  <c:v>7.6208600000000004</c:v>
                </c:pt>
                <c:pt idx="13240">
                  <c:v>7.6211599999999997</c:v>
                </c:pt>
                <c:pt idx="13241">
                  <c:v>7.6214700000000004</c:v>
                </c:pt>
                <c:pt idx="13242">
                  <c:v>7.6217699999999997</c:v>
                </c:pt>
                <c:pt idx="13243">
                  <c:v>7.6220800000000004</c:v>
                </c:pt>
                <c:pt idx="13244">
                  <c:v>7.6223799999999997</c:v>
                </c:pt>
                <c:pt idx="13245">
                  <c:v>7.6226900000000004</c:v>
                </c:pt>
                <c:pt idx="13246">
                  <c:v>7.6230000000000002</c:v>
                </c:pt>
                <c:pt idx="13247">
                  <c:v>7.6233000000000004</c:v>
                </c:pt>
                <c:pt idx="13248">
                  <c:v>7.6236100000000002</c:v>
                </c:pt>
                <c:pt idx="13249">
                  <c:v>7.6239100000000004</c:v>
                </c:pt>
                <c:pt idx="13250">
                  <c:v>7.6242200000000002</c:v>
                </c:pt>
                <c:pt idx="13251">
                  <c:v>7.6245200000000004</c:v>
                </c:pt>
                <c:pt idx="13252">
                  <c:v>7.6248300000000002</c:v>
                </c:pt>
                <c:pt idx="13253">
                  <c:v>7.6251300000000004</c:v>
                </c:pt>
                <c:pt idx="13254">
                  <c:v>7.6254400000000002</c:v>
                </c:pt>
                <c:pt idx="13255">
                  <c:v>7.6257400000000004</c:v>
                </c:pt>
                <c:pt idx="13256">
                  <c:v>7.6260500000000002</c:v>
                </c:pt>
                <c:pt idx="13257">
                  <c:v>7.6263500000000004</c:v>
                </c:pt>
                <c:pt idx="13258">
                  <c:v>7.6266600000000002</c:v>
                </c:pt>
                <c:pt idx="13259">
                  <c:v>7.62697</c:v>
                </c:pt>
                <c:pt idx="13260">
                  <c:v>7.6272700000000002</c:v>
                </c:pt>
                <c:pt idx="13261">
                  <c:v>7.62758</c:v>
                </c:pt>
                <c:pt idx="13262">
                  <c:v>7.6278800000000002</c:v>
                </c:pt>
                <c:pt idx="13263">
                  <c:v>7.62819</c:v>
                </c:pt>
                <c:pt idx="13264">
                  <c:v>7.6284900000000002</c:v>
                </c:pt>
                <c:pt idx="13265">
                  <c:v>7.6288</c:v>
                </c:pt>
                <c:pt idx="13266">
                  <c:v>7.6291000000000002</c:v>
                </c:pt>
                <c:pt idx="13267">
                  <c:v>7.62941</c:v>
                </c:pt>
                <c:pt idx="13268">
                  <c:v>7.6297100000000002</c:v>
                </c:pt>
                <c:pt idx="13269">
                  <c:v>7.63002</c:v>
                </c:pt>
                <c:pt idx="13270">
                  <c:v>7.6303200000000002</c:v>
                </c:pt>
                <c:pt idx="13271">
                  <c:v>7.63063</c:v>
                </c:pt>
                <c:pt idx="13272">
                  <c:v>7.6309399999999998</c:v>
                </c:pt>
                <c:pt idx="13273">
                  <c:v>7.63124</c:v>
                </c:pt>
                <c:pt idx="13274">
                  <c:v>7.6315499999999998</c:v>
                </c:pt>
                <c:pt idx="13275">
                  <c:v>7.63185</c:v>
                </c:pt>
                <c:pt idx="13276">
                  <c:v>7.6321599999999998</c:v>
                </c:pt>
                <c:pt idx="13277">
                  <c:v>7.63246</c:v>
                </c:pt>
                <c:pt idx="13278">
                  <c:v>7.6327699999999998</c:v>
                </c:pt>
                <c:pt idx="13279">
                  <c:v>7.63307</c:v>
                </c:pt>
                <c:pt idx="13280">
                  <c:v>7.6333799999999998</c:v>
                </c:pt>
                <c:pt idx="13281">
                  <c:v>7.63368</c:v>
                </c:pt>
                <c:pt idx="13282">
                  <c:v>7.6339899999999998</c:v>
                </c:pt>
                <c:pt idx="13283">
                  <c:v>7.6342999999999996</c:v>
                </c:pt>
                <c:pt idx="13284">
                  <c:v>7.6345999999999998</c:v>
                </c:pt>
                <c:pt idx="13285">
                  <c:v>7.6349099999999996</c:v>
                </c:pt>
                <c:pt idx="13286">
                  <c:v>7.6352099999999998</c:v>
                </c:pt>
                <c:pt idx="13287">
                  <c:v>7.6355199999999996</c:v>
                </c:pt>
                <c:pt idx="13288">
                  <c:v>7.6358199999999998</c:v>
                </c:pt>
                <c:pt idx="13289">
                  <c:v>7.6361299999999996</c:v>
                </c:pt>
                <c:pt idx="13290">
                  <c:v>7.6364299999999998</c:v>
                </c:pt>
                <c:pt idx="13291">
                  <c:v>7.6367399999999996</c:v>
                </c:pt>
                <c:pt idx="13292">
                  <c:v>7.6370399999999998</c:v>
                </c:pt>
                <c:pt idx="13293">
                  <c:v>7.6373499999999996</c:v>
                </c:pt>
                <c:pt idx="13294">
                  <c:v>7.6376499999999998</c:v>
                </c:pt>
                <c:pt idx="13295">
                  <c:v>7.6379599999999996</c:v>
                </c:pt>
                <c:pt idx="13296">
                  <c:v>7.6382700000000003</c:v>
                </c:pt>
                <c:pt idx="13297">
                  <c:v>7.6385699999999996</c:v>
                </c:pt>
                <c:pt idx="13298">
                  <c:v>7.6388800000000003</c:v>
                </c:pt>
                <c:pt idx="13299">
                  <c:v>7.6391799999999996</c:v>
                </c:pt>
                <c:pt idx="13300">
                  <c:v>7.6394900000000003</c:v>
                </c:pt>
                <c:pt idx="13301">
                  <c:v>7.6397899999999996</c:v>
                </c:pt>
                <c:pt idx="13302">
                  <c:v>7.6401000000000003</c:v>
                </c:pt>
                <c:pt idx="13303">
                  <c:v>7.6403999999999996</c:v>
                </c:pt>
                <c:pt idx="13304">
                  <c:v>7.6407100000000003</c:v>
                </c:pt>
                <c:pt idx="13305">
                  <c:v>7.6410099999999996</c:v>
                </c:pt>
                <c:pt idx="13306">
                  <c:v>7.6413200000000003</c:v>
                </c:pt>
                <c:pt idx="13307">
                  <c:v>7.6416199999999996</c:v>
                </c:pt>
                <c:pt idx="13308">
                  <c:v>7.6419300000000003</c:v>
                </c:pt>
                <c:pt idx="13309">
                  <c:v>7.6422400000000001</c:v>
                </c:pt>
                <c:pt idx="13310">
                  <c:v>7.6425400000000003</c:v>
                </c:pt>
                <c:pt idx="13311">
                  <c:v>7.6428500000000001</c:v>
                </c:pt>
                <c:pt idx="13312">
                  <c:v>7.6431500000000003</c:v>
                </c:pt>
                <c:pt idx="13313">
                  <c:v>7.6434600000000001</c:v>
                </c:pt>
                <c:pt idx="13314">
                  <c:v>7.6437600000000003</c:v>
                </c:pt>
                <c:pt idx="13315">
                  <c:v>7.6440700000000001</c:v>
                </c:pt>
                <c:pt idx="13316">
                  <c:v>7.6443700000000003</c:v>
                </c:pt>
                <c:pt idx="13317">
                  <c:v>7.6446800000000001</c:v>
                </c:pt>
                <c:pt idx="13318">
                  <c:v>7.6449800000000003</c:v>
                </c:pt>
                <c:pt idx="13319">
                  <c:v>7.6452900000000001</c:v>
                </c:pt>
                <c:pt idx="13320">
                  <c:v>7.6455900000000003</c:v>
                </c:pt>
                <c:pt idx="13321">
                  <c:v>7.6459000000000001</c:v>
                </c:pt>
                <c:pt idx="13322">
                  <c:v>7.64621</c:v>
                </c:pt>
                <c:pt idx="13323">
                  <c:v>7.6465100000000001</c:v>
                </c:pt>
                <c:pt idx="13324">
                  <c:v>7.64682</c:v>
                </c:pt>
                <c:pt idx="13325">
                  <c:v>7.6471200000000001</c:v>
                </c:pt>
                <c:pt idx="13326">
                  <c:v>7.6474299999999999</c:v>
                </c:pt>
                <c:pt idx="13327">
                  <c:v>7.6477300000000001</c:v>
                </c:pt>
                <c:pt idx="13328">
                  <c:v>7.6480399999999999</c:v>
                </c:pt>
                <c:pt idx="13329">
                  <c:v>7.6483400000000001</c:v>
                </c:pt>
                <c:pt idx="13330">
                  <c:v>7.6486499999999999</c:v>
                </c:pt>
                <c:pt idx="13331">
                  <c:v>7.6489500000000001</c:v>
                </c:pt>
                <c:pt idx="13332">
                  <c:v>7.6492599999999999</c:v>
                </c:pt>
                <c:pt idx="13333">
                  <c:v>7.6495699999999998</c:v>
                </c:pt>
                <c:pt idx="13334">
                  <c:v>7.6498699999999999</c:v>
                </c:pt>
                <c:pt idx="13335">
                  <c:v>7.6501799999999998</c:v>
                </c:pt>
                <c:pt idx="13336">
                  <c:v>7.6504799999999999</c:v>
                </c:pt>
                <c:pt idx="13337">
                  <c:v>7.6507899999999998</c:v>
                </c:pt>
                <c:pt idx="13338">
                  <c:v>7.6510899999999999</c:v>
                </c:pt>
                <c:pt idx="13339">
                  <c:v>7.6513999999999998</c:v>
                </c:pt>
                <c:pt idx="13340">
                  <c:v>7.6516999999999999</c:v>
                </c:pt>
                <c:pt idx="13341">
                  <c:v>7.6520099999999998</c:v>
                </c:pt>
                <c:pt idx="13342">
                  <c:v>7.6523099999999999</c:v>
                </c:pt>
                <c:pt idx="13343">
                  <c:v>7.6526199999999998</c:v>
                </c:pt>
                <c:pt idx="13344">
                  <c:v>7.6529199999999999</c:v>
                </c:pt>
                <c:pt idx="13345">
                  <c:v>7.6532299999999998</c:v>
                </c:pt>
                <c:pt idx="13346">
                  <c:v>7.6535399999999996</c:v>
                </c:pt>
                <c:pt idx="13347">
                  <c:v>7.6538399999999998</c:v>
                </c:pt>
                <c:pt idx="13348">
                  <c:v>7.6541499999999996</c:v>
                </c:pt>
                <c:pt idx="13349">
                  <c:v>7.6544499999999998</c:v>
                </c:pt>
                <c:pt idx="13350">
                  <c:v>7.6547599999999996</c:v>
                </c:pt>
                <c:pt idx="13351">
                  <c:v>7.6550599999999998</c:v>
                </c:pt>
                <c:pt idx="13352">
                  <c:v>7.6553699999999996</c:v>
                </c:pt>
                <c:pt idx="13353">
                  <c:v>7.6556699999999998</c:v>
                </c:pt>
                <c:pt idx="13354">
                  <c:v>7.6559799999999996</c:v>
                </c:pt>
                <c:pt idx="13355">
                  <c:v>7.6562799999999998</c:v>
                </c:pt>
                <c:pt idx="13356">
                  <c:v>7.6565899999999996</c:v>
                </c:pt>
                <c:pt idx="13357">
                  <c:v>7.6568899999999998</c:v>
                </c:pt>
                <c:pt idx="13358">
                  <c:v>7.6571999999999996</c:v>
                </c:pt>
                <c:pt idx="13359">
                  <c:v>7.6575100000000003</c:v>
                </c:pt>
                <c:pt idx="13360">
                  <c:v>7.6578099999999996</c:v>
                </c:pt>
                <c:pt idx="13361">
                  <c:v>7.6581200000000003</c:v>
                </c:pt>
                <c:pt idx="13362">
                  <c:v>7.6584199999999996</c:v>
                </c:pt>
                <c:pt idx="13363">
                  <c:v>7.6587300000000003</c:v>
                </c:pt>
                <c:pt idx="13364">
                  <c:v>7.6590299999999996</c:v>
                </c:pt>
                <c:pt idx="13365">
                  <c:v>7.6593400000000003</c:v>
                </c:pt>
                <c:pt idx="13366">
                  <c:v>7.6596399999999996</c:v>
                </c:pt>
                <c:pt idx="13367">
                  <c:v>7.6599500000000003</c:v>
                </c:pt>
                <c:pt idx="13368">
                  <c:v>7.6602499999999996</c:v>
                </c:pt>
                <c:pt idx="13369">
                  <c:v>7.6605600000000003</c:v>
                </c:pt>
                <c:pt idx="13370">
                  <c:v>7.6608599999999996</c:v>
                </c:pt>
                <c:pt idx="13371">
                  <c:v>7.6611700000000003</c:v>
                </c:pt>
                <c:pt idx="13372">
                  <c:v>7.6614800000000001</c:v>
                </c:pt>
                <c:pt idx="13373">
                  <c:v>7.6617800000000003</c:v>
                </c:pt>
                <c:pt idx="13374">
                  <c:v>7.6620900000000001</c:v>
                </c:pt>
                <c:pt idx="13375">
                  <c:v>7.6623900000000003</c:v>
                </c:pt>
                <c:pt idx="13376">
                  <c:v>7.6627000000000001</c:v>
                </c:pt>
                <c:pt idx="13377">
                  <c:v>7.6630000000000003</c:v>
                </c:pt>
                <c:pt idx="13378">
                  <c:v>7.6633100000000001</c:v>
                </c:pt>
                <c:pt idx="13379">
                  <c:v>7.6636100000000003</c:v>
                </c:pt>
                <c:pt idx="13380">
                  <c:v>7.6639200000000001</c:v>
                </c:pt>
                <c:pt idx="13381">
                  <c:v>7.6642200000000003</c:v>
                </c:pt>
                <c:pt idx="13382">
                  <c:v>7.6645300000000001</c:v>
                </c:pt>
                <c:pt idx="13383">
                  <c:v>7.6648300000000003</c:v>
                </c:pt>
                <c:pt idx="13384">
                  <c:v>7.6651400000000001</c:v>
                </c:pt>
                <c:pt idx="13385">
                  <c:v>7.6654499999999999</c:v>
                </c:pt>
                <c:pt idx="13386">
                  <c:v>7.6657500000000001</c:v>
                </c:pt>
                <c:pt idx="13387">
                  <c:v>7.6660599999999999</c:v>
                </c:pt>
                <c:pt idx="13388">
                  <c:v>7.6663600000000001</c:v>
                </c:pt>
                <c:pt idx="13389">
                  <c:v>7.6666699999999999</c:v>
                </c:pt>
                <c:pt idx="13390">
                  <c:v>7.6669700000000001</c:v>
                </c:pt>
                <c:pt idx="13391">
                  <c:v>7.6672799999999999</c:v>
                </c:pt>
                <c:pt idx="13392">
                  <c:v>7.6675800000000001</c:v>
                </c:pt>
                <c:pt idx="13393">
                  <c:v>7.6678899999999999</c:v>
                </c:pt>
                <c:pt idx="13394">
                  <c:v>7.6681900000000001</c:v>
                </c:pt>
                <c:pt idx="13395">
                  <c:v>7.6684999999999999</c:v>
                </c:pt>
                <c:pt idx="13396">
                  <c:v>7.6688099999999997</c:v>
                </c:pt>
                <c:pt idx="13397">
                  <c:v>7.6691099999999999</c:v>
                </c:pt>
                <c:pt idx="13398">
                  <c:v>7.6694199999999997</c:v>
                </c:pt>
                <c:pt idx="13399">
                  <c:v>7.6697199999999999</c:v>
                </c:pt>
                <c:pt idx="13400">
                  <c:v>7.6700299999999997</c:v>
                </c:pt>
                <c:pt idx="13401">
                  <c:v>7.6703299999999999</c:v>
                </c:pt>
                <c:pt idx="13402">
                  <c:v>7.6706399999999997</c:v>
                </c:pt>
                <c:pt idx="13403">
                  <c:v>7.6709399999999999</c:v>
                </c:pt>
                <c:pt idx="13404">
                  <c:v>7.6712499999999997</c:v>
                </c:pt>
                <c:pt idx="13405">
                  <c:v>7.6715499999999999</c:v>
                </c:pt>
                <c:pt idx="13406">
                  <c:v>7.6718599999999997</c:v>
                </c:pt>
                <c:pt idx="13407">
                  <c:v>7.6721599999999999</c:v>
                </c:pt>
                <c:pt idx="13408">
                  <c:v>7.6724699999999997</c:v>
                </c:pt>
                <c:pt idx="13409">
                  <c:v>7.6727800000000004</c:v>
                </c:pt>
                <c:pt idx="13410">
                  <c:v>7.6730799999999997</c:v>
                </c:pt>
                <c:pt idx="13411">
                  <c:v>7.6733900000000004</c:v>
                </c:pt>
                <c:pt idx="13412">
                  <c:v>7.6736899999999997</c:v>
                </c:pt>
                <c:pt idx="13413">
                  <c:v>7.6740000000000004</c:v>
                </c:pt>
                <c:pt idx="13414">
                  <c:v>7.6742999999999997</c:v>
                </c:pt>
                <c:pt idx="13415">
                  <c:v>7.6746100000000004</c:v>
                </c:pt>
                <c:pt idx="13416">
                  <c:v>7.6749099999999997</c:v>
                </c:pt>
                <c:pt idx="13417">
                  <c:v>7.6752200000000004</c:v>
                </c:pt>
                <c:pt idx="13418">
                  <c:v>7.6755199999999997</c:v>
                </c:pt>
                <c:pt idx="13419">
                  <c:v>7.6758300000000004</c:v>
                </c:pt>
                <c:pt idx="13420">
                  <c:v>7.6761299999999997</c:v>
                </c:pt>
                <c:pt idx="13421">
                  <c:v>7.6764400000000004</c:v>
                </c:pt>
                <c:pt idx="13422">
                  <c:v>7.6767500000000002</c:v>
                </c:pt>
                <c:pt idx="13423">
                  <c:v>7.6770500000000004</c:v>
                </c:pt>
                <c:pt idx="13424">
                  <c:v>7.6773600000000002</c:v>
                </c:pt>
                <c:pt idx="13425">
                  <c:v>7.6776600000000004</c:v>
                </c:pt>
                <c:pt idx="13426">
                  <c:v>7.6779700000000002</c:v>
                </c:pt>
                <c:pt idx="13427">
                  <c:v>7.6782700000000004</c:v>
                </c:pt>
                <c:pt idx="13428">
                  <c:v>7.6785800000000002</c:v>
                </c:pt>
                <c:pt idx="13429">
                  <c:v>7.6788800000000004</c:v>
                </c:pt>
                <c:pt idx="13430">
                  <c:v>7.6791900000000002</c:v>
                </c:pt>
                <c:pt idx="13431">
                  <c:v>7.6794900000000004</c:v>
                </c:pt>
                <c:pt idx="13432">
                  <c:v>7.6798000000000002</c:v>
                </c:pt>
                <c:pt idx="13433">
                  <c:v>7.6801000000000004</c:v>
                </c:pt>
                <c:pt idx="13434">
                  <c:v>7.6804100000000002</c:v>
                </c:pt>
                <c:pt idx="13435">
                  <c:v>7.68072</c:v>
                </c:pt>
                <c:pt idx="13436">
                  <c:v>7.6810200000000002</c:v>
                </c:pt>
                <c:pt idx="13437">
                  <c:v>7.68133</c:v>
                </c:pt>
                <c:pt idx="13438">
                  <c:v>7.6816300000000002</c:v>
                </c:pt>
                <c:pt idx="13439">
                  <c:v>7.68194</c:v>
                </c:pt>
                <c:pt idx="13440">
                  <c:v>7.6822400000000002</c:v>
                </c:pt>
                <c:pt idx="13441">
                  <c:v>7.68255</c:v>
                </c:pt>
                <c:pt idx="13442">
                  <c:v>7.6828500000000002</c:v>
                </c:pt>
                <c:pt idx="13443">
                  <c:v>7.68316</c:v>
                </c:pt>
                <c:pt idx="13444">
                  <c:v>7.6834600000000002</c:v>
                </c:pt>
                <c:pt idx="13445">
                  <c:v>7.68377</c:v>
                </c:pt>
                <c:pt idx="13446">
                  <c:v>7.6840700000000002</c:v>
                </c:pt>
                <c:pt idx="13447">
                  <c:v>7.68438</c:v>
                </c:pt>
                <c:pt idx="13448">
                  <c:v>7.6846899999999998</c:v>
                </c:pt>
                <c:pt idx="13449">
                  <c:v>7.68499</c:v>
                </c:pt>
                <c:pt idx="13450">
                  <c:v>7.6852999999999998</c:v>
                </c:pt>
                <c:pt idx="13451">
                  <c:v>7.6856</c:v>
                </c:pt>
                <c:pt idx="13452">
                  <c:v>7.6859099999999998</c:v>
                </c:pt>
                <c:pt idx="13453">
                  <c:v>7.68621</c:v>
                </c:pt>
                <c:pt idx="13454">
                  <c:v>7.6865199999999998</c:v>
                </c:pt>
                <c:pt idx="13455">
                  <c:v>7.68682</c:v>
                </c:pt>
                <c:pt idx="13456">
                  <c:v>7.6871299999999998</c:v>
                </c:pt>
                <c:pt idx="13457">
                  <c:v>7.68743</c:v>
                </c:pt>
                <c:pt idx="13458">
                  <c:v>7.6877399999999998</c:v>
                </c:pt>
                <c:pt idx="13459">
                  <c:v>7.6880499999999996</c:v>
                </c:pt>
                <c:pt idx="13460">
                  <c:v>7.6883499999999998</c:v>
                </c:pt>
                <c:pt idx="13461">
                  <c:v>7.6886599999999996</c:v>
                </c:pt>
                <c:pt idx="13462">
                  <c:v>7.6889599999999998</c:v>
                </c:pt>
                <c:pt idx="13463">
                  <c:v>7.6892699999999996</c:v>
                </c:pt>
                <c:pt idx="13464">
                  <c:v>7.6895699999999998</c:v>
                </c:pt>
                <c:pt idx="13465">
                  <c:v>7.6898799999999996</c:v>
                </c:pt>
                <c:pt idx="13466">
                  <c:v>7.6901799999999998</c:v>
                </c:pt>
                <c:pt idx="13467">
                  <c:v>7.6904899999999996</c:v>
                </c:pt>
                <c:pt idx="13468">
                  <c:v>7.6907899999999998</c:v>
                </c:pt>
                <c:pt idx="13469">
                  <c:v>7.6910999999999996</c:v>
                </c:pt>
                <c:pt idx="13470">
                  <c:v>7.6913999999999998</c:v>
                </c:pt>
                <c:pt idx="13471">
                  <c:v>7.6917099999999996</c:v>
                </c:pt>
                <c:pt idx="13472">
                  <c:v>7.6920200000000003</c:v>
                </c:pt>
                <c:pt idx="13473">
                  <c:v>7.6923199999999996</c:v>
                </c:pt>
                <c:pt idx="13474">
                  <c:v>7.6926300000000003</c:v>
                </c:pt>
                <c:pt idx="13475">
                  <c:v>7.6929299999999996</c:v>
                </c:pt>
                <c:pt idx="13476">
                  <c:v>7.6932400000000003</c:v>
                </c:pt>
                <c:pt idx="13477">
                  <c:v>7.6935399999999996</c:v>
                </c:pt>
                <c:pt idx="13478">
                  <c:v>7.6938500000000003</c:v>
                </c:pt>
                <c:pt idx="13479">
                  <c:v>7.6941499999999996</c:v>
                </c:pt>
                <c:pt idx="13480">
                  <c:v>7.6944600000000003</c:v>
                </c:pt>
                <c:pt idx="13481">
                  <c:v>7.6947599999999996</c:v>
                </c:pt>
                <c:pt idx="13482">
                  <c:v>7.6950700000000003</c:v>
                </c:pt>
                <c:pt idx="13483">
                  <c:v>7.6953699999999996</c:v>
                </c:pt>
                <c:pt idx="13484">
                  <c:v>7.6956800000000003</c:v>
                </c:pt>
                <c:pt idx="13485">
                  <c:v>7.6959900000000001</c:v>
                </c:pt>
                <c:pt idx="13486">
                  <c:v>7.6962900000000003</c:v>
                </c:pt>
                <c:pt idx="13487">
                  <c:v>7.6966000000000001</c:v>
                </c:pt>
                <c:pt idx="13488">
                  <c:v>7.6969000000000003</c:v>
                </c:pt>
                <c:pt idx="13489">
                  <c:v>7.6972100000000001</c:v>
                </c:pt>
                <c:pt idx="13490">
                  <c:v>7.6975100000000003</c:v>
                </c:pt>
                <c:pt idx="13491">
                  <c:v>7.6978200000000001</c:v>
                </c:pt>
                <c:pt idx="13492">
                  <c:v>7.6981200000000003</c:v>
                </c:pt>
                <c:pt idx="13493">
                  <c:v>7.6984300000000001</c:v>
                </c:pt>
                <c:pt idx="13494">
                  <c:v>7.6987300000000003</c:v>
                </c:pt>
                <c:pt idx="13495">
                  <c:v>7.6990400000000001</c:v>
                </c:pt>
                <c:pt idx="13496">
                  <c:v>7.6993400000000003</c:v>
                </c:pt>
                <c:pt idx="13497">
                  <c:v>7.6996500000000001</c:v>
                </c:pt>
                <c:pt idx="13498">
                  <c:v>7.6999599999999999</c:v>
                </c:pt>
                <c:pt idx="13499">
                  <c:v>7.7002600000000001</c:v>
                </c:pt>
                <c:pt idx="13500">
                  <c:v>7.7005699999999999</c:v>
                </c:pt>
                <c:pt idx="13501">
                  <c:v>7.7008700000000001</c:v>
                </c:pt>
                <c:pt idx="13502">
                  <c:v>7.7011799999999999</c:v>
                </c:pt>
                <c:pt idx="13503">
                  <c:v>7.7014800000000001</c:v>
                </c:pt>
                <c:pt idx="13504">
                  <c:v>7.7017899999999999</c:v>
                </c:pt>
                <c:pt idx="13505">
                  <c:v>7.7020900000000001</c:v>
                </c:pt>
                <c:pt idx="13506">
                  <c:v>7.7023999999999999</c:v>
                </c:pt>
                <c:pt idx="13507">
                  <c:v>7.7027000000000001</c:v>
                </c:pt>
                <c:pt idx="13508">
                  <c:v>7.7030099999999999</c:v>
                </c:pt>
                <c:pt idx="13509">
                  <c:v>7.7033199999999997</c:v>
                </c:pt>
                <c:pt idx="13510">
                  <c:v>7.7036199999999999</c:v>
                </c:pt>
                <c:pt idx="13511">
                  <c:v>7.7039299999999997</c:v>
                </c:pt>
                <c:pt idx="13512">
                  <c:v>7.7042299999999999</c:v>
                </c:pt>
                <c:pt idx="13513">
                  <c:v>7.7045399999999997</c:v>
                </c:pt>
                <c:pt idx="13514">
                  <c:v>7.7048399999999999</c:v>
                </c:pt>
                <c:pt idx="13515">
                  <c:v>7.7051499999999997</c:v>
                </c:pt>
                <c:pt idx="13516">
                  <c:v>7.7054499999999999</c:v>
                </c:pt>
                <c:pt idx="13517">
                  <c:v>7.7057599999999997</c:v>
                </c:pt>
                <c:pt idx="13518">
                  <c:v>7.7060599999999999</c:v>
                </c:pt>
                <c:pt idx="13519">
                  <c:v>7.7063699999999997</c:v>
                </c:pt>
                <c:pt idx="13520">
                  <c:v>7.7066699999999999</c:v>
                </c:pt>
                <c:pt idx="13521">
                  <c:v>7.7069799999999997</c:v>
                </c:pt>
                <c:pt idx="13522">
                  <c:v>7.7072900000000004</c:v>
                </c:pt>
                <c:pt idx="13523">
                  <c:v>7.7075899999999997</c:v>
                </c:pt>
                <c:pt idx="13524">
                  <c:v>7.7079000000000004</c:v>
                </c:pt>
                <c:pt idx="13525">
                  <c:v>7.7081999999999997</c:v>
                </c:pt>
                <c:pt idx="13526">
                  <c:v>7.7085100000000004</c:v>
                </c:pt>
                <c:pt idx="13527">
                  <c:v>7.7088099999999997</c:v>
                </c:pt>
                <c:pt idx="13528">
                  <c:v>7.7091200000000004</c:v>
                </c:pt>
                <c:pt idx="13529">
                  <c:v>7.7094199999999997</c:v>
                </c:pt>
                <c:pt idx="13530">
                  <c:v>7.7097300000000004</c:v>
                </c:pt>
                <c:pt idx="13531">
                  <c:v>7.7100299999999997</c:v>
                </c:pt>
                <c:pt idx="13532">
                  <c:v>7.7103400000000004</c:v>
                </c:pt>
                <c:pt idx="13533">
                  <c:v>7.7106399999999997</c:v>
                </c:pt>
                <c:pt idx="13534">
                  <c:v>7.7109500000000004</c:v>
                </c:pt>
                <c:pt idx="13535">
                  <c:v>7.7112600000000002</c:v>
                </c:pt>
                <c:pt idx="13536">
                  <c:v>7.7115600000000004</c:v>
                </c:pt>
                <c:pt idx="13537">
                  <c:v>7.7118700000000002</c:v>
                </c:pt>
                <c:pt idx="13538">
                  <c:v>7.7121700000000004</c:v>
                </c:pt>
                <c:pt idx="13539">
                  <c:v>7.7124800000000002</c:v>
                </c:pt>
                <c:pt idx="13540">
                  <c:v>7.7127800000000004</c:v>
                </c:pt>
                <c:pt idx="13541">
                  <c:v>7.7130900000000002</c:v>
                </c:pt>
                <c:pt idx="13542">
                  <c:v>7.7133900000000004</c:v>
                </c:pt>
                <c:pt idx="13543">
                  <c:v>7.7137000000000002</c:v>
                </c:pt>
                <c:pt idx="13544">
                  <c:v>7.7140000000000004</c:v>
                </c:pt>
                <c:pt idx="13545">
                  <c:v>7.7143100000000002</c:v>
                </c:pt>
                <c:pt idx="13546">
                  <c:v>7.7146100000000004</c:v>
                </c:pt>
                <c:pt idx="13547">
                  <c:v>7.7149200000000002</c:v>
                </c:pt>
                <c:pt idx="13548">
                  <c:v>7.71523</c:v>
                </c:pt>
                <c:pt idx="13549">
                  <c:v>7.7155300000000002</c:v>
                </c:pt>
                <c:pt idx="13550">
                  <c:v>7.71584</c:v>
                </c:pt>
                <c:pt idx="13551">
                  <c:v>7.7161400000000002</c:v>
                </c:pt>
                <c:pt idx="13552">
                  <c:v>7.71645</c:v>
                </c:pt>
                <c:pt idx="13553">
                  <c:v>7.7167500000000002</c:v>
                </c:pt>
                <c:pt idx="13554">
                  <c:v>7.71706</c:v>
                </c:pt>
                <c:pt idx="13555">
                  <c:v>7.7173600000000002</c:v>
                </c:pt>
                <c:pt idx="13556">
                  <c:v>7.71767</c:v>
                </c:pt>
                <c:pt idx="13557">
                  <c:v>7.7179700000000002</c:v>
                </c:pt>
                <c:pt idx="13558">
                  <c:v>7.71828</c:v>
                </c:pt>
                <c:pt idx="13559">
                  <c:v>7.7185800000000002</c:v>
                </c:pt>
                <c:pt idx="13560">
                  <c:v>7.71889</c:v>
                </c:pt>
                <c:pt idx="13561">
                  <c:v>7.7191999999999998</c:v>
                </c:pt>
                <c:pt idx="13562">
                  <c:v>7.7195</c:v>
                </c:pt>
                <c:pt idx="13563">
                  <c:v>7.7198099999999998</c:v>
                </c:pt>
                <c:pt idx="13564">
                  <c:v>7.72011</c:v>
                </c:pt>
                <c:pt idx="13565">
                  <c:v>7.7204199999999998</c:v>
                </c:pt>
                <c:pt idx="13566">
                  <c:v>7.72072</c:v>
                </c:pt>
                <c:pt idx="13567">
                  <c:v>7.7210299999999998</c:v>
                </c:pt>
                <c:pt idx="13568">
                  <c:v>7.72133</c:v>
                </c:pt>
                <c:pt idx="13569">
                  <c:v>7.7216399999999998</c:v>
                </c:pt>
                <c:pt idx="13570">
                  <c:v>7.72194</c:v>
                </c:pt>
                <c:pt idx="13571">
                  <c:v>7.7222499999999998</c:v>
                </c:pt>
                <c:pt idx="13572">
                  <c:v>7.7225599999999996</c:v>
                </c:pt>
                <c:pt idx="13573">
                  <c:v>7.7228599999999998</c:v>
                </c:pt>
                <c:pt idx="13574">
                  <c:v>7.7231699999999996</c:v>
                </c:pt>
                <c:pt idx="13575">
                  <c:v>7.7234699999999998</c:v>
                </c:pt>
                <c:pt idx="13576">
                  <c:v>7.7237799999999996</c:v>
                </c:pt>
                <c:pt idx="13577">
                  <c:v>7.7240799999999998</c:v>
                </c:pt>
                <c:pt idx="13578">
                  <c:v>7.7243899999999996</c:v>
                </c:pt>
                <c:pt idx="13579">
                  <c:v>7.7246899999999998</c:v>
                </c:pt>
                <c:pt idx="13580">
                  <c:v>7.7249999999999996</c:v>
                </c:pt>
                <c:pt idx="13581">
                  <c:v>7.7252999999999998</c:v>
                </c:pt>
                <c:pt idx="13582">
                  <c:v>7.7256099999999996</c:v>
                </c:pt>
                <c:pt idx="13583">
                  <c:v>7.7259099999999998</c:v>
                </c:pt>
                <c:pt idx="13584">
                  <c:v>7.7262199999999996</c:v>
                </c:pt>
                <c:pt idx="13585">
                  <c:v>7.7265300000000003</c:v>
                </c:pt>
                <c:pt idx="13586">
                  <c:v>7.7268299999999996</c:v>
                </c:pt>
                <c:pt idx="13587">
                  <c:v>7.7271400000000003</c:v>
                </c:pt>
                <c:pt idx="13588">
                  <c:v>7.7274399999999996</c:v>
                </c:pt>
                <c:pt idx="13589">
                  <c:v>7.7277500000000003</c:v>
                </c:pt>
                <c:pt idx="13590">
                  <c:v>7.7280499999999996</c:v>
                </c:pt>
                <c:pt idx="13591">
                  <c:v>7.7283600000000003</c:v>
                </c:pt>
                <c:pt idx="13592">
                  <c:v>7.7286599999999996</c:v>
                </c:pt>
                <c:pt idx="13593">
                  <c:v>7.7289700000000003</c:v>
                </c:pt>
                <c:pt idx="13594">
                  <c:v>7.7292699999999996</c:v>
                </c:pt>
                <c:pt idx="13595">
                  <c:v>7.7295800000000003</c:v>
                </c:pt>
                <c:pt idx="13596">
                  <c:v>7.7298799999999996</c:v>
                </c:pt>
                <c:pt idx="13597">
                  <c:v>7.7301900000000003</c:v>
                </c:pt>
                <c:pt idx="13598">
                  <c:v>7.7305000000000001</c:v>
                </c:pt>
                <c:pt idx="13599">
                  <c:v>7.7308000000000003</c:v>
                </c:pt>
                <c:pt idx="13600">
                  <c:v>7.7311100000000001</c:v>
                </c:pt>
                <c:pt idx="13601">
                  <c:v>7.7314100000000003</c:v>
                </c:pt>
                <c:pt idx="13602">
                  <c:v>7.7317200000000001</c:v>
                </c:pt>
                <c:pt idx="13603">
                  <c:v>7.7320200000000003</c:v>
                </c:pt>
                <c:pt idx="13604">
                  <c:v>7.7323300000000001</c:v>
                </c:pt>
                <c:pt idx="13605">
                  <c:v>7.7326300000000003</c:v>
                </c:pt>
                <c:pt idx="13606">
                  <c:v>7.7329400000000001</c:v>
                </c:pt>
                <c:pt idx="13607">
                  <c:v>7.7332400000000003</c:v>
                </c:pt>
                <c:pt idx="13608">
                  <c:v>7.7335500000000001</c:v>
                </c:pt>
                <c:pt idx="13609">
                  <c:v>7.7338500000000003</c:v>
                </c:pt>
                <c:pt idx="13610">
                  <c:v>7.7341600000000001</c:v>
                </c:pt>
                <c:pt idx="13611">
                  <c:v>7.73447</c:v>
                </c:pt>
                <c:pt idx="13612">
                  <c:v>7.7347700000000001</c:v>
                </c:pt>
                <c:pt idx="13613">
                  <c:v>7.73508</c:v>
                </c:pt>
                <c:pt idx="13614">
                  <c:v>7.7353800000000001</c:v>
                </c:pt>
                <c:pt idx="13615">
                  <c:v>7.73569</c:v>
                </c:pt>
                <c:pt idx="13616">
                  <c:v>7.7359900000000001</c:v>
                </c:pt>
                <c:pt idx="13617">
                  <c:v>7.7363</c:v>
                </c:pt>
                <c:pt idx="13618">
                  <c:v>7.7366000000000001</c:v>
                </c:pt>
                <c:pt idx="13619">
                  <c:v>7.73691</c:v>
                </c:pt>
                <c:pt idx="13620">
                  <c:v>7.7372100000000001</c:v>
                </c:pt>
                <c:pt idx="13621">
                  <c:v>7.73752</c:v>
                </c:pt>
                <c:pt idx="13622">
                  <c:v>7.7378200000000001</c:v>
                </c:pt>
                <c:pt idx="13623">
                  <c:v>7.73813</c:v>
                </c:pt>
                <c:pt idx="13624">
                  <c:v>7.7384399999999998</c:v>
                </c:pt>
                <c:pt idx="13625">
                  <c:v>7.73874</c:v>
                </c:pt>
                <c:pt idx="13626">
                  <c:v>7.7390499999999998</c:v>
                </c:pt>
                <c:pt idx="13627">
                  <c:v>7.73935</c:v>
                </c:pt>
                <c:pt idx="13628">
                  <c:v>7.7396599999999998</c:v>
                </c:pt>
                <c:pt idx="13629">
                  <c:v>7.73996</c:v>
                </c:pt>
                <c:pt idx="13630">
                  <c:v>7.7402699999999998</c:v>
                </c:pt>
                <c:pt idx="13631">
                  <c:v>7.74057</c:v>
                </c:pt>
                <c:pt idx="13632">
                  <c:v>7.7408799999999998</c:v>
                </c:pt>
                <c:pt idx="13633">
                  <c:v>7.7411799999999999</c:v>
                </c:pt>
                <c:pt idx="13634">
                  <c:v>7.7414899999999998</c:v>
                </c:pt>
                <c:pt idx="13635">
                  <c:v>7.7417999999999996</c:v>
                </c:pt>
                <c:pt idx="13636">
                  <c:v>7.7420999999999998</c:v>
                </c:pt>
                <c:pt idx="13637">
                  <c:v>7.7424099999999996</c:v>
                </c:pt>
                <c:pt idx="13638">
                  <c:v>7.7427099999999998</c:v>
                </c:pt>
                <c:pt idx="13639">
                  <c:v>7.7430199999999996</c:v>
                </c:pt>
                <c:pt idx="13640">
                  <c:v>7.7433199999999998</c:v>
                </c:pt>
                <c:pt idx="13641">
                  <c:v>7.7436299999999996</c:v>
                </c:pt>
                <c:pt idx="13642">
                  <c:v>7.7439299999999998</c:v>
                </c:pt>
                <c:pt idx="13643">
                  <c:v>7.7442399999999996</c:v>
                </c:pt>
                <c:pt idx="13644">
                  <c:v>7.7445399999999998</c:v>
                </c:pt>
                <c:pt idx="13645">
                  <c:v>7.7448499999999996</c:v>
                </c:pt>
                <c:pt idx="13646">
                  <c:v>7.7451499999999998</c:v>
                </c:pt>
                <c:pt idx="13647">
                  <c:v>7.7454599999999996</c:v>
                </c:pt>
                <c:pt idx="13648">
                  <c:v>7.7457700000000003</c:v>
                </c:pt>
                <c:pt idx="13649">
                  <c:v>7.7460699999999996</c:v>
                </c:pt>
                <c:pt idx="13650">
                  <c:v>7.7463800000000003</c:v>
                </c:pt>
                <c:pt idx="13651">
                  <c:v>7.7466799999999996</c:v>
                </c:pt>
                <c:pt idx="13652">
                  <c:v>7.7469900000000003</c:v>
                </c:pt>
                <c:pt idx="13653">
                  <c:v>7.7472899999999996</c:v>
                </c:pt>
                <c:pt idx="13654">
                  <c:v>7.7476000000000003</c:v>
                </c:pt>
                <c:pt idx="13655">
                  <c:v>7.7478999999999996</c:v>
                </c:pt>
                <c:pt idx="13656">
                  <c:v>7.7482100000000003</c:v>
                </c:pt>
                <c:pt idx="13657">
                  <c:v>7.7485099999999996</c:v>
                </c:pt>
                <c:pt idx="13658">
                  <c:v>7.7488200000000003</c:v>
                </c:pt>
                <c:pt idx="13659">
                  <c:v>7.7491199999999996</c:v>
                </c:pt>
                <c:pt idx="13660">
                  <c:v>7.7494300000000003</c:v>
                </c:pt>
                <c:pt idx="13661">
                  <c:v>7.7497400000000001</c:v>
                </c:pt>
                <c:pt idx="13662">
                  <c:v>7.7500400000000003</c:v>
                </c:pt>
                <c:pt idx="13663">
                  <c:v>7.7503500000000001</c:v>
                </c:pt>
                <c:pt idx="13664">
                  <c:v>7.7506500000000003</c:v>
                </c:pt>
                <c:pt idx="13665">
                  <c:v>7.7509600000000001</c:v>
                </c:pt>
                <c:pt idx="13666">
                  <c:v>7.7512600000000003</c:v>
                </c:pt>
                <c:pt idx="13667">
                  <c:v>7.7515700000000001</c:v>
                </c:pt>
                <c:pt idx="13668">
                  <c:v>7.7518700000000003</c:v>
                </c:pt>
                <c:pt idx="13669">
                  <c:v>7.7521800000000001</c:v>
                </c:pt>
                <c:pt idx="13670">
                  <c:v>7.7524800000000003</c:v>
                </c:pt>
                <c:pt idx="13671">
                  <c:v>7.7527900000000001</c:v>
                </c:pt>
                <c:pt idx="13672">
                  <c:v>7.7530900000000003</c:v>
                </c:pt>
                <c:pt idx="13673">
                  <c:v>7.7534000000000001</c:v>
                </c:pt>
                <c:pt idx="13674">
                  <c:v>7.7537099999999999</c:v>
                </c:pt>
                <c:pt idx="13675">
                  <c:v>7.7540100000000001</c:v>
                </c:pt>
                <c:pt idx="13676">
                  <c:v>7.7543199999999999</c:v>
                </c:pt>
                <c:pt idx="13677">
                  <c:v>7.7546200000000001</c:v>
                </c:pt>
                <c:pt idx="13678">
                  <c:v>7.7549299999999999</c:v>
                </c:pt>
                <c:pt idx="13679">
                  <c:v>7.7552300000000001</c:v>
                </c:pt>
                <c:pt idx="13680">
                  <c:v>7.7555399999999999</c:v>
                </c:pt>
                <c:pt idx="13681">
                  <c:v>7.7558400000000001</c:v>
                </c:pt>
                <c:pt idx="13682">
                  <c:v>7.7561499999999999</c:v>
                </c:pt>
                <c:pt idx="13683">
                  <c:v>7.7564500000000001</c:v>
                </c:pt>
                <c:pt idx="13684">
                  <c:v>7.7567599999999999</c:v>
                </c:pt>
                <c:pt idx="13685">
                  <c:v>7.7570699999999997</c:v>
                </c:pt>
                <c:pt idx="13686">
                  <c:v>7.7573699999999999</c:v>
                </c:pt>
                <c:pt idx="13687">
                  <c:v>7.7576799999999997</c:v>
                </c:pt>
                <c:pt idx="13688">
                  <c:v>7.7579799999999999</c:v>
                </c:pt>
                <c:pt idx="13689">
                  <c:v>7.7582899999999997</c:v>
                </c:pt>
                <c:pt idx="13690">
                  <c:v>7.7585899999999999</c:v>
                </c:pt>
                <c:pt idx="13691">
                  <c:v>7.7588999999999997</c:v>
                </c:pt>
                <c:pt idx="13692">
                  <c:v>7.7591999999999999</c:v>
                </c:pt>
                <c:pt idx="13693">
                  <c:v>7.7595099999999997</c:v>
                </c:pt>
                <c:pt idx="13694">
                  <c:v>7.7598099999999999</c:v>
                </c:pt>
                <c:pt idx="13695">
                  <c:v>7.7601199999999997</c:v>
                </c:pt>
                <c:pt idx="13696">
                  <c:v>7.7604199999999999</c:v>
                </c:pt>
                <c:pt idx="13697">
                  <c:v>7.7607299999999997</c:v>
                </c:pt>
                <c:pt idx="13698">
                  <c:v>7.7610400000000004</c:v>
                </c:pt>
                <c:pt idx="13699">
                  <c:v>7.7613399999999997</c:v>
                </c:pt>
                <c:pt idx="13700">
                  <c:v>7.7616500000000004</c:v>
                </c:pt>
                <c:pt idx="13701">
                  <c:v>7.7619499999999997</c:v>
                </c:pt>
                <c:pt idx="13702">
                  <c:v>7.7622600000000004</c:v>
                </c:pt>
                <c:pt idx="13703">
                  <c:v>7.7625599999999997</c:v>
                </c:pt>
                <c:pt idx="13704">
                  <c:v>7.7628700000000004</c:v>
                </c:pt>
                <c:pt idx="13705">
                  <c:v>7.7631699999999997</c:v>
                </c:pt>
                <c:pt idx="13706">
                  <c:v>7.7634800000000004</c:v>
                </c:pt>
                <c:pt idx="13707">
                  <c:v>7.7637799999999997</c:v>
                </c:pt>
                <c:pt idx="13708">
                  <c:v>7.7640900000000004</c:v>
                </c:pt>
                <c:pt idx="13709">
                  <c:v>7.7643899999999997</c:v>
                </c:pt>
                <c:pt idx="13710">
                  <c:v>7.7647000000000004</c:v>
                </c:pt>
                <c:pt idx="13711">
                  <c:v>7.7650100000000002</c:v>
                </c:pt>
                <c:pt idx="13712">
                  <c:v>7.7653100000000004</c:v>
                </c:pt>
                <c:pt idx="13713">
                  <c:v>7.7656200000000002</c:v>
                </c:pt>
                <c:pt idx="13714">
                  <c:v>7.7659200000000004</c:v>
                </c:pt>
                <c:pt idx="13715">
                  <c:v>7.7662300000000002</c:v>
                </c:pt>
                <c:pt idx="13716">
                  <c:v>7.7665300000000004</c:v>
                </c:pt>
                <c:pt idx="13717">
                  <c:v>7.7668400000000002</c:v>
                </c:pt>
                <c:pt idx="13718">
                  <c:v>7.7671400000000004</c:v>
                </c:pt>
                <c:pt idx="13719">
                  <c:v>7.7674500000000002</c:v>
                </c:pt>
                <c:pt idx="13720">
                  <c:v>7.7677500000000004</c:v>
                </c:pt>
                <c:pt idx="13721">
                  <c:v>7.7680600000000002</c:v>
                </c:pt>
                <c:pt idx="13722">
                  <c:v>7.7683600000000004</c:v>
                </c:pt>
                <c:pt idx="13723">
                  <c:v>7.7686700000000002</c:v>
                </c:pt>
                <c:pt idx="13724">
                  <c:v>7.76898</c:v>
                </c:pt>
                <c:pt idx="13725">
                  <c:v>7.7692800000000002</c:v>
                </c:pt>
                <c:pt idx="13726">
                  <c:v>7.76959</c:v>
                </c:pt>
                <c:pt idx="13727">
                  <c:v>7.7698900000000002</c:v>
                </c:pt>
                <c:pt idx="13728">
                  <c:v>7.7702</c:v>
                </c:pt>
                <c:pt idx="13729">
                  <c:v>7.7705000000000002</c:v>
                </c:pt>
                <c:pt idx="13730">
                  <c:v>7.77081</c:v>
                </c:pt>
                <c:pt idx="13731">
                  <c:v>7.7711100000000002</c:v>
                </c:pt>
                <c:pt idx="13732">
                  <c:v>7.77142</c:v>
                </c:pt>
                <c:pt idx="13733">
                  <c:v>7.7717200000000002</c:v>
                </c:pt>
                <c:pt idx="13734">
                  <c:v>7.77203</c:v>
                </c:pt>
                <c:pt idx="13735">
                  <c:v>7.7723300000000002</c:v>
                </c:pt>
                <c:pt idx="13736">
                  <c:v>7.77264</c:v>
                </c:pt>
                <c:pt idx="13737">
                  <c:v>7.7729499999999998</c:v>
                </c:pt>
                <c:pt idx="13738">
                  <c:v>7.77325</c:v>
                </c:pt>
                <c:pt idx="13739">
                  <c:v>7.7735599999999998</c:v>
                </c:pt>
                <c:pt idx="13740">
                  <c:v>7.77386</c:v>
                </c:pt>
                <c:pt idx="13741">
                  <c:v>7.7741699999999998</c:v>
                </c:pt>
                <c:pt idx="13742">
                  <c:v>7.77447</c:v>
                </c:pt>
                <c:pt idx="13743">
                  <c:v>7.7747799999999998</c:v>
                </c:pt>
                <c:pt idx="13744">
                  <c:v>7.77508</c:v>
                </c:pt>
                <c:pt idx="13745">
                  <c:v>7.7753899999999998</c:v>
                </c:pt>
                <c:pt idx="13746">
                  <c:v>7.77569</c:v>
                </c:pt>
                <c:pt idx="13747">
                  <c:v>7.7759999999999998</c:v>
                </c:pt>
                <c:pt idx="13748">
                  <c:v>7.7763099999999996</c:v>
                </c:pt>
                <c:pt idx="13749">
                  <c:v>7.7766099999999998</c:v>
                </c:pt>
                <c:pt idx="13750">
                  <c:v>7.7769199999999996</c:v>
                </c:pt>
                <c:pt idx="13751">
                  <c:v>7.7772199999999998</c:v>
                </c:pt>
                <c:pt idx="13752">
                  <c:v>7.7775299999999996</c:v>
                </c:pt>
                <c:pt idx="13753">
                  <c:v>7.7778299999999998</c:v>
                </c:pt>
                <c:pt idx="13754">
                  <c:v>7.7781399999999996</c:v>
                </c:pt>
                <c:pt idx="13755">
                  <c:v>7.7784399999999998</c:v>
                </c:pt>
                <c:pt idx="13756">
                  <c:v>7.7787499999999996</c:v>
                </c:pt>
                <c:pt idx="13757">
                  <c:v>7.7790499999999998</c:v>
                </c:pt>
                <c:pt idx="13758">
                  <c:v>7.7793599999999996</c:v>
                </c:pt>
                <c:pt idx="13759">
                  <c:v>7.7796599999999998</c:v>
                </c:pt>
                <c:pt idx="13760">
                  <c:v>7.7799699999999996</c:v>
                </c:pt>
                <c:pt idx="13761">
                  <c:v>7.7802800000000003</c:v>
                </c:pt>
                <c:pt idx="13762">
                  <c:v>7.7805799999999996</c:v>
                </c:pt>
                <c:pt idx="13763">
                  <c:v>7.7808900000000003</c:v>
                </c:pt>
                <c:pt idx="13764">
                  <c:v>7.7811899999999996</c:v>
                </c:pt>
                <c:pt idx="13765">
                  <c:v>7.7815000000000003</c:v>
                </c:pt>
                <c:pt idx="13766">
                  <c:v>7.7817999999999996</c:v>
                </c:pt>
                <c:pt idx="13767">
                  <c:v>7.7821100000000003</c:v>
                </c:pt>
                <c:pt idx="13768">
                  <c:v>7.7824099999999996</c:v>
                </c:pt>
                <c:pt idx="13769">
                  <c:v>7.7827200000000003</c:v>
                </c:pt>
                <c:pt idx="13770">
                  <c:v>7.7830199999999996</c:v>
                </c:pt>
                <c:pt idx="13771">
                  <c:v>7.7833300000000003</c:v>
                </c:pt>
                <c:pt idx="13772">
                  <c:v>7.7836299999999996</c:v>
                </c:pt>
                <c:pt idx="13773">
                  <c:v>7.7839400000000003</c:v>
                </c:pt>
                <c:pt idx="13774">
                  <c:v>7.7842500000000001</c:v>
                </c:pt>
                <c:pt idx="13775">
                  <c:v>7.7845500000000003</c:v>
                </c:pt>
                <c:pt idx="13776">
                  <c:v>7.7848600000000001</c:v>
                </c:pt>
                <c:pt idx="13777">
                  <c:v>7.7851600000000003</c:v>
                </c:pt>
                <c:pt idx="13778">
                  <c:v>7.7854700000000001</c:v>
                </c:pt>
                <c:pt idx="13779">
                  <c:v>7.7857700000000003</c:v>
                </c:pt>
                <c:pt idx="13780">
                  <c:v>7.7860800000000001</c:v>
                </c:pt>
                <c:pt idx="13781">
                  <c:v>7.7863800000000003</c:v>
                </c:pt>
                <c:pt idx="13782">
                  <c:v>7.7866900000000001</c:v>
                </c:pt>
                <c:pt idx="13783">
                  <c:v>7.7869900000000003</c:v>
                </c:pt>
                <c:pt idx="13784">
                  <c:v>7.7873000000000001</c:v>
                </c:pt>
                <c:pt idx="13785">
                  <c:v>7.7876000000000003</c:v>
                </c:pt>
                <c:pt idx="13786">
                  <c:v>7.7879100000000001</c:v>
                </c:pt>
                <c:pt idx="13787">
                  <c:v>7.7882199999999999</c:v>
                </c:pt>
                <c:pt idx="13788">
                  <c:v>7.7885200000000001</c:v>
                </c:pt>
                <c:pt idx="13789">
                  <c:v>7.7888299999999999</c:v>
                </c:pt>
                <c:pt idx="13790">
                  <c:v>7.7891300000000001</c:v>
                </c:pt>
                <c:pt idx="13791">
                  <c:v>7.7894399999999999</c:v>
                </c:pt>
                <c:pt idx="13792">
                  <c:v>7.7897400000000001</c:v>
                </c:pt>
                <c:pt idx="13793">
                  <c:v>7.7900499999999999</c:v>
                </c:pt>
                <c:pt idx="13794">
                  <c:v>7.7903500000000001</c:v>
                </c:pt>
                <c:pt idx="13795">
                  <c:v>7.7906599999999999</c:v>
                </c:pt>
                <c:pt idx="13796">
                  <c:v>7.7909600000000001</c:v>
                </c:pt>
                <c:pt idx="13797">
                  <c:v>7.7912699999999999</c:v>
                </c:pt>
                <c:pt idx="13798">
                  <c:v>7.7915700000000001</c:v>
                </c:pt>
                <c:pt idx="13799">
                  <c:v>7.7918799999999999</c:v>
                </c:pt>
                <c:pt idx="13800">
                  <c:v>7.7921899999999997</c:v>
                </c:pt>
                <c:pt idx="13801">
                  <c:v>7.7924899999999999</c:v>
                </c:pt>
                <c:pt idx="13802">
                  <c:v>7.7927999999999997</c:v>
                </c:pt>
                <c:pt idx="13803">
                  <c:v>7.7930999999999999</c:v>
                </c:pt>
                <c:pt idx="13804">
                  <c:v>7.7934099999999997</c:v>
                </c:pt>
                <c:pt idx="13805">
                  <c:v>7.7937099999999999</c:v>
                </c:pt>
                <c:pt idx="13806">
                  <c:v>7.7940199999999997</c:v>
                </c:pt>
                <c:pt idx="13807">
                  <c:v>7.7943199999999999</c:v>
                </c:pt>
                <c:pt idx="13808">
                  <c:v>7.7946299999999997</c:v>
                </c:pt>
                <c:pt idx="13809">
                  <c:v>7.7949299999999999</c:v>
                </c:pt>
                <c:pt idx="13810">
                  <c:v>7.7952399999999997</c:v>
                </c:pt>
                <c:pt idx="13811">
                  <c:v>7.7955500000000004</c:v>
                </c:pt>
                <c:pt idx="13812">
                  <c:v>7.7958499999999997</c:v>
                </c:pt>
                <c:pt idx="13813">
                  <c:v>7.7961600000000004</c:v>
                </c:pt>
                <c:pt idx="13814">
                  <c:v>7.7964599999999997</c:v>
                </c:pt>
                <c:pt idx="13815">
                  <c:v>7.7967700000000004</c:v>
                </c:pt>
                <c:pt idx="13816">
                  <c:v>7.7970699999999997</c:v>
                </c:pt>
                <c:pt idx="13817">
                  <c:v>7.7973800000000004</c:v>
                </c:pt>
                <c:pt idx="13818">
                  <c:v>7.7976799999999997</c:v>
                </c:pt>
                <c:pt idx="13819">
                  <c:v>7.7979900000000004</c:v>
                </c:pt>
                <c:pt idx="13820">
                  <c:v>7.7982899999999997</c:v>
                </c:pt>
                <c:pt idx="13821">
                  <c:v>7.7986000000000004</c:v>
                </c:pt>
                <c:pt idx="13822">
                  <c:v>7.7988999999999997</c:v>
                </c:pt>
                <c:pt idx="13823">
                  <c:v>7.7992100000000004</c:v>
                </c:pt>
                <c:pt idx="13824">
                  <c:v>7.7995200000000002</c:v>
                </c:pt>
                <c:pt idx="13825">
                  <c:v>7.7998200000000004</c:v>
                </c:pt>
                <c:pt idx="13826">
                  <c:v>7.8001300000000002</c:v>
                </c:pt>
                <c:pt idx="13827">
                  <c:v>7.8004300000000004</c:v>
                </c:pt>
                <c:pt idx="13828">
                  <c:v>7.8007400000000002</c:v>
                </c:pt>
                <c:pt idx="13829">
                  <c:v>7.8010400000000004</c:v>
                </c:pt>
                <c:pt idx="13830">
                  <c:v>7.8013500000000002</c:v>
                </c:pt>
                <c:pt idx="13831">
                  <c:v>7.8016500000000004</c:v>
                </c:pt>
                <c:pt idx="13832">
                  <c:v>7.8019600000000002</c:v>
                </c:pt>
                <c:pt idx="13833">
                  <c:v>7.8022600000000004</c:v>
                </c:pt>
                <c:pt idx="13834">
                  <c:v>7.8025700000000002</c:v>
                </c:pt>
                <c:pt idx="13835">
                  <c:v>7.8028700000000004</c:v>
                </c:pt>
                <c:pt idx="13836">
                  <c:v>7.8031800000000002</c:v>
                </c:pt>
                <c:pt idx="13837">
                  <c:v>7.80349</c:v>
                </c:pt>
                <c:pt idx="13838">
                  <c:v>7.8037900000000002</c:v>
                </c:pt>
                <c:pt idx="13839">
                  <c:v>7.8041</c:v>
                </c:pt>
                <c:pt idx="13840">
                  <c:v>7.8044000000000002</c:v>
                </c:pt>
                <c:pt idx="13841">
                  <c:v>7.80471</c:v>
                </c:pt>
                <c:pt idx="13842">
                  <c:v>7.8050100000000002</c:v>
                </c:pt>
                <c:pt idx="13843">
                  <c:v>7.80532</c:v>
                </c:pt>
                <c:pt idx="13844">
                  <c:v>7.8056200000000002</c:v>
                </c:pt>
                <c:pt idx="13845">
                  <c:v>7.80593</c:v>
                </c:pt>
                <c:pt idx="13846">
                  <c:v>7.8062300000000002</c:v>
                </c:pt>
                <c:pt idx="13847">
                  <c:v>7.80654</c:v>
                </c:pt>
                <c:pt idx="13848">
                  <c:v>7.8068400000000002</c:v>
                </c:pt>
                <c:pt idx="13849">
                  <c:v>7.80715</c:v>
                </c:pt>
                <c:pt idx="13850">
                  <c:v>7.8074599999999998</c:v>
                </c:pt>
                <c:pt idx="13851">
                  <c:v>7.80776</c:v>
                </c:pt>
                <c:pt idx="13852">
                  <c:v>7.8080699999999998</c:v>
                </c:pt>
                <c:pt idx="13853">
                  <c:v>7.80837</c:v>
                </c:pt>
                <c:pt idx="13854">
                  <c:v>7.8086799999999998</c:v>
                </c:pt>
                <c:pt idx="13855">
                  <c:v>7.80898</c:v>
                </c:pt>
                <c:pt idx="13856">
                  <c:v>7.8092899999999998</c:v>
                </c:pt>
                <c:pt idx="13857">
                  <c:v>7.80959</c:v>
                </c:pt>
                <c:pt idx="13858">
                  <c:v>7.8098999999999998</c:v>
                </c:pt>
                <c:pt idx="13859">
                  <c:v>7.8102</c:v>
                </c:pt>
                <c:pt idx="13860">
                  <c:v>7.8105099999999998</c:v>
                </c:pt>
                <c:pt idx="13861">
                  <c:v>7.81081</c:v>
                </c:pt>
                <c:pt idx="13862">
                  <c:v>7.8111199999999998</c:v>
                </c:pt>
                <c:pt idx="13863">
                  <c:v>7.8114299999999997</c:v>
                </c:pt>
                <c:pt idx="13864">
                  <c:v>7.8117299999999998</c:v>
                </c:pt>
                <c:pt idx="13865">
                  <c:v>7.8120399999999997</c:v>
                </c:pt>
                <c:pt idx="13866">
                  <c:v>7.8123399999999998</c:v>
                </c:pt>
                <c:pt idx="13867">
                  <c:v>7.8126499999999997</c:v>
                </c:pt>
                <c:pt idx="13868">
                  <c:v>7.8129499999999998</c:v>
                </c:pt>
                <c:pt idx="13869">
                  <c:v>7.8132599999999996</c:v>
                </c:pt>
                <c:pt idx="13870">
                  <c:v>7.8135599999999998</c:v>
                </c:pt>
                <c:pt idx="13871">
                  <c:v>7.8138699999999996</c:v>
                </c:pt>
                <c:pt idx="13872">
                  <c:v>7.8141699999999998</c:v>
                </c:pt>
                <c:pt idx="13873">
                  <c:v>7.8144799999999996</c:v>
                </c:pt>
                <c:pt idx="13874">
                  <c:v>7.8147900000000003</c:v>
                </c:pt>
                <c:pt idx="13875">
                  <c:v>7.8150899999999996</c:v>
                </c:pt>
                <c:pt idx="13876">
                  <c:v>7.8154000000000003</c:v>
                </c:pt>
                <c:pt idx="13877">
                  <c:v>7.8156999999999996</c:v>
                </c:pt>
                <c:pt idx="13878">
                  <c:v>7.8160100000000003</c:v>
                </c:pt>
                <c:pt idx="13879">
                  <c:v>7.8163099999999996</c:v>
                </c:pt>
                <c:pt idx="13880">
                  <c:v>7.8166200000000003</c:v>
                </c:pt>
                <c:pt idx="13881">
                  <c:v>7.8169199999999996</c:v>
                </c:pt>
                <c:pt idx="13882">
                  <c:v>7.8172300000000003</c:v>
                </c:pt>
                <c:pt idx="13883">
                  <c:v>7.8175299999999996</c:v>
                </c:pt>
                <c:pt idx="13884">
                  <c:v>7.8178400000000003</c:v>
                </c:pt>
                <c:pt idx="13885">
                  <c:v>7.8181399999999996</c:v>
                </c:pt>
                <c:pt idx="13886">
                  <c:v>7.8184500000000003</c:v>
                </c:pt>
                <c:pt idx="13887">
                  <c:v>7.8187600000000002</c:v>
                </c:pt>
                <c:pt idx="13888">
                  <c:v>7.8190600000000003</c:v>
                </c:pt>
                <c:pt idx="13889">
                  <c:v>7.8193700000000002</c:v>
                </c:pt>
                <c:pt idx="13890">
                  <c:v>7.8196700000000003</c:v>
                </c:pt>
                <c:pt idx="13891">
                  <c:v>7.8199800000000002</c:v>
                </c:pt>
                <c:pt idx="13892">
                  <c:v>7.8202800000000003</c:v>
                </c:pt>
                <c:pt idx="13893">
                  <c:v>7.8205900000000002</c:v>
                </c:pt>
                <c:pt idx="13894">
                  <c:v>7.8208900000000003</c:v>
                </c:pt>
                <c:pt idx="13895">
                  <c:v>7.8212000000000002</c:v>
                </c:pt>
                <c:pt idx="13896">
                  <c:v>7.8215000000000003</c:v>
                </c:pt>
                <c:pt idx="13897">
                  <c:v>7.8218100000000002</c:v>
                </c:pt>
                <c:pt idx="13898">
                  <c:v>7.8221100000000003</c:v>
                </c:pt>
                <c:pt idx="13899">
                  <c:v>7.8224200000000002</c:v>
                </c:pt>
                <c:pt idx="13900">
                  <c:v>7.82273</c:v>
                </c:pt>
                <c:pt idx="13901">
                  <c:v>7.8230300000000002</c:v>
                </c:pt>
                <c:pt idx="13902">
                  <c:v>7.82334</c:v>
                </c:pt>
                <c:pt idx="13903">
                  <c:v>7.8236400000000001</c:v>
                </c:pt>
                <c:pt idx="13904">
                  <c:v>7.82395</c:v>
                </c:pt>
                <c:pt idx="13905">
                  <c:v>7.8242500000000001</c:v>
                </c:pt>
                <c:pt idx="13906">
                  <c:v>7.82456</c:v>
                </c:pt>
                <c:pt idx="13907">
                  <c:v>7.8248600000000001</c:v>
                </c:pt>
                <c:pt idx="13908">
                  <c:v>7.82517</c:v>
                </c:pt>
                <c:pt idx="13909">
                  <c:v>7.8254700000000001</c:v>
                </c:pt>
                <c:pt idx="13910">
                  <c:v>7.82578</c:v>
                </c:pt>
                <c:pt idx="13911">
                  <c:v>7.8260800000000001</c:v>
                </c:pt>
                <c:pt idx="13912">
                  <c:v>7.82639</c:v>
                </c:pt>
                <c:pt idx="13913">
                  <c:v>7.8266999999999998</c:v>
                </c:pt>
                <c:pt idx="13914">
                  <c:v>7.827</c:v>
                </c:pt>
                <c:pt idx="13915">
                  <c:v>7.8273099999999998</c:v>
                </c:pt>
                <c:pt idx="13916">
                  <c:v>7.82761</c:v>
                </c:pt>
                <c:pt idx="13917">
                  <c:v>7.8279199999999998</c:v>
                </c:pt>
                <c:pt idx="13918">
                  <c:v>7.82822</c:v>
                </c:pt>
                <c:pt idx="13919">
                  <c:v>7.8285299999999998</c:v>
                </c:pt>
                <c:pt idx="13920">
                  <c:v>7.82883</c:v>
                </c:pt>
                <c:pt idx="13921">
                  <c:v>7.8291399999999998</c:v>
                </c:pt>
                <c:pt idx="13922">
                  <c:v>7.82944</c:v>
                </c:pt>
                <c:pt idx="13923">
                  <c:v>7.8297499999999998</c:v>
                </c:pt>
                <c:pt idx="13924">
                  <c:v>7.8300599999999996</c:v>
                </c:pt>
                <c:pt idx="13925">
                  <c:v>7.8303599999999998</c:v>
                </c:pt>
                <c:pt idx="13926">
                  <c:v>7.8306699999999996</c:v>
                </c:pt>
                <c:pt idx="13927">
                  <c:v>7.8309699999999998</c:v>
                </c:pt>
                <c:pt idx="13928">
                  <c:v>7.8312799999999996</c:v>
                </c:pt>
              </c:numCache>
            </c:numRef>
          </c:xVal>
          <c:yVal>
            <c:numRef>
              <c:f>'Se-M_eth1x, met1x'!$B$1:$B$13929</c:f>
              <c:numCache>
                <c:formatCode>General</c:formatCode>
                <c:ptCount val="13929"/>
                <c:pt idx="0">
                  <c:v>11.809200000000001</c:v>
                </c:pt>
                <c:pt idx="1">
                  <c:v>11.5345</c:v>
                </c:pt>
                <c:pt idx="2">
                  <c:v>11.2974</c:v>
                </c:pt>
                <c:pt idx="3">
                  <c:v>11.1732</c:v>
                </c:pt>
                <c:pt idx="4">
                  <c:v>11.3513</c:v>
                </c:pt>
                <c:pt idx="5">
                  <c:v>11.4983</c:v>
                </c:pt>
                <c:pt idx="6">
                  <c:v>11.958500000000001</c:v>
                </c:pt>
                <c:pt idx="7">
                  <c:v>12.2285</c:v>
                </c:pt>
                <c:pt idx="8">
                  <c:v>11.8787</c:v>
                </c:pt>
                <c:pt idx="9">
                  <c:v>11.7263</c:v>
                </c:pt>
                <c:pt idx="10">
                  <c:v>11.484</c:v>
                </c:pt>
                <c:pt idx="11">
                  <c:v>11.462199999999999</c:v>
                </c:pt>
                <c:pt idx="12">
                  <c:v>11.4931</c:v>
                </c:pt>
                <c:pt idx="13">
                  <c:v>11.0779</c:v>
                </c:pt>
                <c:pt idx="14">
                  <c:v>11.1517</c:v>
                </c:pt>
                <c:pt idx="15">
                  <c:v>11.289899999999999</c:v>
                </c:pt>
                <c:pt idx="16">
                  <c:v>11.150499999999999</c:v>
                </c:pt>
                <c:pt idx="17">
                  <c:v>10.9725</c:v>
                </c:pt>
                <c:pt idx="18">
                  <c:v>10.984299999999999</c:v>
                </c:pt>
                <c:pt idx="19">
                  <c:v>11.1195</c:v>
                </c:pt>
                <c:pt idx="20">
                  <c:v>10.7582</c:v>
                </c:pt>
                <c:pt idx="21">
                  <c:v>10.450799999999999</c:v>
                </c:pt>
                <c:pt idx="22">
                  <c:v>10.2073</c:v>
                </c:pt>
                <c:pt idx="23">
                  <c:v>10.2963</c:v>
                </c:pt>
                <c:pt idx="24">
                  <c:v>10.4796</c:v>
                </c:pt>
                <c:pt idx="25">
                  <c:v>10.360300000000001</c:v>
                </c:pt>
                <c:pt idx="26">
                  <c:v>10.0305</c:v>
                </c:pt>
                <c:pt idx="27">
                  <c:v>9.9629100000000008</c:v>
                </c:pt>
                <c:pt idx="28">
                  <c:v>10.0604</c:v>
                </c:pt>
                <c:pt idx="29">
                  <c:v>10.1989</c:v>
                </c:pt>
                <c:pt idx="30">
                  <c:v>10.349299999999999</c:v>
                </c:pt>
                <c:pt idx="31">
                  <c:v>10.157400000000001</c:v>
                </c:pt>
                <c:pt idx="32">
                  <c:v>9.8435699999999997</c:v>
                </c:pt>
                <c:pt idx="33">
                  <c:v>9.9535499999999999</c:v>
                </c:pt>
                <c:pt idx="34">
                  <c:v>10.2072</c:v>
                </c:pt>
                <c:pt idx="35">
                  <c:v>10.454499999999999</c:v>
                </c:pt>
                <c:pt idx="36">
                  <c:v>10.1412</c:v>
                </c:pt>
                <c:pt idx="37">
                  <c:v>9.5439799999999995</c:v>
                </c:pt>
                <c:pt idx="38">
                  <c:v>9.4989799999999995</c:v>
                </c:pt>
                <c:pt idx="39">
                  <c:v>9.6108200000000004</c:v>
                </c:pt>
                <c:pt idx="40">
                  <c:v>9.7966300000000004</c:v>
                </c:pt>
                <c:pt idx="41">
                  <c:v>10.058</c:v>
                </c:pt>
                <c:pt idx="42">
                  <c:v>10.095000000000001</c:v>
                </c:pt>
                <c:pt idx="43">
                  <c:v>10.2425</c:v>
                </c:pt>
                <c:pt idx="44">
                  <c:v>10.713699999999999</c:v>
                </c:pt>
                <c:pt idx="45">
                  <c:v>10.8902</c:v>
                </c:pt>
                <c:pt idx="46">
                  <c:v>10.789099999999999</c:v>
                </c:pt>
                <c:pt idx="47">
                  <c:v>10.8733</c:v>
                </c:pt>
                <c:pt idx="48">
                  <c:v>10.8993</c:v>
                </c:pt>
                <c:pt idx="49">
                  <c:v>10.721</c:v>
                </c:pt>
                <c:pt idx="50">
                  <c:v>10.4724</c:v>
                </c:pt>
                <c:pt idx="51">
                  <c:v>10.3172</c:v>
                </c:pt>
                <c:pt idx="52">
                  <c:v>9.9880499999999994</c:v>
                </c:pt>
                <c:pt idx="53">
                  <c:v>9.7970100000000002</c:v>
                </c:pt>
                <c:pt idx="54">
                  <c:v>9.8137600000000003</c:v>
                </c:pt>
                <c:pt idx="55">
                  <c:v>10.1302</c:v>
                </c:pt>
                <c:pt idx="56">
                  <c:v>10.4436</c:v>
                </c:pt>
                <c:pt idx="57">
                  <c:v>10.4701</c:v>
                </c:pt>
                <c:pt idx="58">
                  <c:v>10.3886</c:v>
                </c:pt>
                <c:pt idx="59">
                  <c:v>10.2239</c:v>
                </c:pt>
                <c:pt idx="60">
                  <c:v>10.024900000000001</c:v>
                </c:pt>
                <c:pt idx="61">
                  <c:v>10.034800000000001</c:v>
                </c:pt>
                <c:pt idx="62">
                  <c:v>10.180099999999999</c:v>
                </c:pt>
                <c:pt idx="63">
                  <c:v>10.0562</c:v>
                </c:pt>
                <c:pt idx="64">
                  <c:v>10.3224</c:v>
                </c:pt>
                <c:pt idx="65">
                  <c:v>10.418699999999999</c:v>
                </c:pt>
                <c:pt idx="66">
                  <c:v>10.4024</c:v>
                </c:pt>
                <c:pt idx="67">
                  <c:v>10.436199999999999</c:v>
                </c:pt>
                <c:pt idx="68">
                  <c:v>10.239599999999999</c:v>
                </c:pt>
                <c:pt idx="69">
                  <c:v>10.191000000000001</c:v>
                </c:pt>
                <c:pt idx="70">
                  <c:v>10.2135</c:v>
                </c:pt>
                <c:pt idx="71">
                  <c:v>10.3466</c:v>
                </c:pt>
                <c:pt idx="72">
                  <c:v>10.179399999999999</c:v>
                </c:pt>
                <c:pt idx="73">
                  <c:v>9.6625399999999999</c:v>
                </c:pt>
                <c:pt idx="74">
                  <c:v>9.3781400000000001</c:v>
                </c:pt>
                <c:pt idx="75">
                  <c:v>9.5711899999999996</c:v>
                </c:pt>
                <c:pt idx="76">
                  <c:v>9.7420100000000005</c:v>
                </c:pt>
                <c:pt idx="77">
                  <c:v>9.8324700000000007</c:v>
                </c:pt>
                <c:pt idx="78">
                  <c:v>9.7443399999999993</c:v>
                </c:pt>
                <c:pt idx="79">
                  <c:v>9.3716699999999999</c:v>
                </c:pt>
                <c:pt idx="80">
                  <c:v>9.2375500000000006</c:v>
                </c:pt>
                <c:pt idx="81">
                  <c:v>9.5057200000000002</c:v>
                </c:pt>
                <c:pt idx="82">
                  <c:v>9.1837700000000009</c:v>
                </c:pt>
                <c:pt idx="83">
                  <c:v>8.8434799999999996</c:v>
                </c:pt>
                <c:pt idx="84">
                  <c:v>9.0374800000000004</c:v>
                </c:pt>
                <c:pt idx="85">
                  <c:v>9.4017700000000008</c:v>
                </c:pt>
                <c:pt idx="86">
                  <c:v>9.6375700000000002</c:v>
                </c:pt>
                <c:pt idx="87">
                  <c:v>9.5140700000000002</c:v>
                </c:pt>
                <c:pt idx="88">
                  <c:v>9.1167099999999994</c:v>
                </c:pt>
                <c:pt idx="89">
                  <c:v>8.9894099999999995</c:v>
                </c:pt>
                <c:pt idx="90">
                  <c:v>8.9873100000000008</c:v>
                </c:pt>
                <c:pt idx="91">
                  <c:v>9.1510400000000001</c:v>
                </c:pt>
                <c:pt idx="92">
                  <c:v>9.5261499999999995</c:v>
                </c:pt>
                <c:pt idx="93">
                  <c:v>9.7194099999999999</c:v>
                </c:pt>
                <c:pt idx="94">
                  <c:v>9.8862299999999994</c:v>
                </c:pt>
                <c:pt idx="95">
                  <c:v>9.7916699999999999</c:v>
                </c:pt>
                <c:pt idx="96">
                  <c:v>9.3383400000000005</c:v>
                </c:pt>
                <c:pt idx="97">
                  <c:v>9.1138999999999992</c:v>
                </c:pt>
                <c:pt idx="98">
                  <c:v>9.2748799999999996</c:v>
                </c:pt>
                <c:pt idx="99">
                  <c:v>9.3664799999999993</c:v>
                </c:pt>
                <c:pt idx="100">
                  <c:v>9.3149599999999992</c:v>
                </c:pt>
                <c:pt idx="101">
                  <c:v>9.0890500000000003</c:v>
                </c:pt>
                <c:pt idx="102">
                  <c:v>9.1233599999999999</c:v>
                </c:pt>
                <c:pt idx="103">
                  <c:v>9.3810300000000009</c:v>
                </c:pt>
                <c:pt idx="104">
                  <c:v>9.4178200000000007</c:v>
                </c:pt>
                <c:pt idx="105">
                  <c:v>9.3798999999999992</c:v>
                </c:pt>
                <c:pt idx="106">
                  <c:v>9.4293700000000005</c:v>
                </c:pt>
                <c:pt idx="107">
                  <c:v>9.2019300000000008</c:v>
                </c:pt>
                <c:pt idx="108">
                  <c:v>8.9842499999999994</c:v>
                </c:pt>
                <c:pt idx="109">
                  <c:v>9.3010999999999999</c:v>
                </c:pt>
                <c:pt idx="110">
                  <c:v>9.4868699999999997</c:v>
                </c:pt>
                <c:pt idx="111">
                  <c:v>9.5123499999999996</c:v>
                </c:pt>
                <c:pt idx="112">
                  <c:v>9.2093600000000002</c:v>
                </c:pt>
                <c:pt idx="113">
                  <c:v>9.0841600000000007</c:v>
                </c:pt>
                <c:pt idx="114">
                  <c:v>9.0106999999999999</c:v>
                </c:pt>
                <c:pt idx="115">
                  <c:v>9.0609900000000003</c:v>
                </c:pt>
                <c:pt idx="116">
                  <c:v>9.3280799999999999</c:v>
                </c:pt>
                <c:pt idx="117">
                  <c:v>9.2315100000000001</c:v>
                </c:pt>
                <c:pt idx="118">
                  <c:v>9.1592900000000004</c:v>
                </c:pt>
                <c:pt idx="119">
                  <c:v>9.2105399999999999</c:v>
                </c:pt>
                <c:pt idx="120">
                  <c:v>8.9378600000000006</c:v>
                </c:pt>
                <c:pt idx="121">
                  <c:v>8.4916999999999998</c:v>
                </c:pt>
                <c:pt idx="122">
                  <c:v>8.1616199999999992</c:v>
                </c:pt>
                <c:pt idx="123">
                  <c:v>8.0946800000000003</c:v>
                </c:pt>
                <c:pt idx="124">
                  <c:v>8.2798499999999997</c:v>
                </c:pt>
                <c:pt idx="125">
                  <c:v>8.5965000000000007</c:v>
                </c:pt>
                <c:pt idx="126">
                  <c:v>8.9527000000000001</c:v>
                </c:pt>
                <c:pt idx="127">
                  <c:v>9.2021099999999993</c:v>
                </c:pt>
                <c:pt idx="128">
                  <c:v>9.3299099999999999</c:v>
                </c:pt>
                <c:pt idx="129">
                  <c:v>9.4996399999999994</c:v>
                </c:pt>
                <c:pt idx="130">
                  <c:v>9.64086</c:v>
                </c:pt>
                <c:pt idx="131">
                  <c:v>9.7842599999999997</c:v>
                </c:pt>
                <c:pt idx="132">
                  <c:v>9.9069699999999994</c:v>
                </c:pt>
                <c:pt idx="133">
                  <c:v>10.3902</c:v>
                </c:pt>
                <c:pt idx="134">
                  <c:v>10.718400000000001</c:v>
                </c:pt>
                <c:pt idx="135">
                  <c:v>10.4354</c:v>
                </c:pt>
                <c:pt idx="136">
                  <c:v>10.086399999999999</c:v>
                </c:pt>
                <c:pt idx="137">
                  <c:v>9.7303300000000004</c:v>
                </c:pt>
                <c:pt idx="138">
                  <c:v>9.9123699999999992</c:v>
                </c:pt>
                <c:pt idx="139">
                  <c:v>9.8396399999999993</c:v>
                </c:pt>
                <c:pt idx="140">
                  <c:v>9.5466200000000008</c:v>
                </c:pt>
                <c:pt idx="141">
                  <c:v>9.4434799999999992</c:v>
                </c:pt>
                <c:pt idx="142">
                  <c:v>9.2267499999999991</c:v>
                </c:pt>
                <c:pt idx="143">
                  <c:v>9.3101299999999991</c:v>
                </c:pt>
                <c:pt idx="144">
                  <c:v>9.6993899999999993</c:v>
                </c:pt>
                <c:pt idx="145">
                  <c:v>9.5098900000000004</c:v>
                </c:pt>
                <c:pt idx="146">
                  <c:v>9.4902300000000004</c:v>
                </c:pt>
                <c:pt idx="147">
                  <c:v>9.3358399999999993</c:v>
                </c:pt>
                <c:pt idx="148">
                  <c:v>8.9883600000000001</c:v>
                </c:pt>
                <c:pt idx="149">
                  <c:v>8.9047199999999993</c:v>
                </c:pt>
                <c:pt idx="150">
                  <c:v>9.0744100000000003</c:v>
                </c:pt>
                <c:pt idx="151">
                  <c:v>9.5257500000000004</c:v>
                </c:pt>
                <c:pt idx="152">
                  <c:v>9.8027899999999999</c:v>
                </c:pt>
                <c:pt idx="153">
                  <c:v>10.0464</c:v>
                </c:pt>
                <c:pt idx="154">
                  <c:v>9.9580199999999994</c:v>
                </c:pt>
                <c:pt idx="155">
                  <c:v>9.6486599999999996</c:v>
                </c:pt>
                <c:pt idx="156">
                  <c:v>9.7017799999999994</c:v>
                </c:pt>
                <c:pt idx="157">
                  <c:v>9.9647699999999997</c:v>
                </c:pt>
                <c:pt idx="158">
                  <c:v>9.9709299999999992</c:v>
                </c:pt>
                <c:pt idx="159">
                  <c:v>9.76004</c:v>
                </c:pt>
                <c:pt idx="160">
                  <c:v>9.4122800000000009</c:v>
                </c:pt>
                <c:pt idx="161">
                  <c:v>9.3456200000000003</c:v>
                </c:pt>
                <c:pt idx="162">
                  <c:v>9.1429899999999993</c:v>
                </c:pt>
                <c:pt idx="163">
                  <c:v>9.0028699999999997</c:v>
                </c:pt>
                <c:pt idx="164">
                  <c:v>8.7730399999999999</c:v>
                </c:pt>
                <c:pt idx="165">
                  <c:v>8.8118599999999994</c:v>
                </c:pt>
                <c:pt idx="166">
                  <c:v>8.8596699999999995</c:v>
                </c:pt>
                <c:pt idx="167">
                  <c:v>9.1131200000000003</c:v>
                </c:pt>
                <c:pt idx="168">
                  <c:v>9.4500700000000002</c:v>
                </c:pt>
                <c:pt idx="169">
                  <c:v>9.6874500000000001</c:v>
                </c:pt>
                <c:pt idx="170">
                  <c:v>9.5517299999999992</c:v>
                </c:pt>
                <c:pt idx="171">
                  <c:v>9.2591900000000003</c:v>
                </c:pt>
                <c:pt idx="172">
                  <c:v>9.2894699999999997</c:v>
                </c:pt>
                <c:pt idx="173">
                  <c:v>9.4651099999999992</c:v>
                </c:pt>
                <c:pt idx="174">
                  <c:v>9.4085199999999993</c:v>
                </c:pt>
                <c:pt idx="175">
                  <c:v>9.5034600000000005</c:v>
                </c:pt>
                <c:pt idx="176">
                  <c:v>9.7692399999999999</c:v>
                </c:pt>
                <c:pt idx="177">
                  <c:v>9.6786999999999992</c:v>
                </c:pt>
                <c:pt idx="178">
                  <c:v>9.6638999999999999</c:v>
                </c:pt>
                <c:pt idx="179">
                  <c:v>9.4594100000000001</c:v>
                </c:pt>
                <c:pt idx="180">
                  <c:v>9.2459600000000002</c:v>
                </c:pt>
                <c:pt idx="181">
                  <c:v>9.2185799999999993</c:v>
                </c:pt>
                <c:pt idx="182">
                  <c:v>9.1092600000000008</c:v>
                </c:pt>
                <c:pt idx="183">
                  <c:v>9.1936599999999995</c:v>
                </c:pt>
                <c:pt idx="184">
                  <c:v>9.6991499999999995</c:v>
                </c:pt>
                <c:pt idx="185">
                  <c:v>9.8498000000000001</c:v>
                </c:pt>
                <c:pt idx="186">
                  <c:v>9.5262399999999996</c:v>
                </c:pt>
                <c:pt idx="187">
                  <c:v>9.20838</c:v>
                </c:pt>
                <c:pt idx="188">
                  <c:v>9.1901100000000007</c:v>
                </c:pt>
                <c:pt idx="189">
                  <c:v>9.2661200000000008</c:v>
                </c:pt>
                <c:pt idx="190">
                  <c:v>9.4819899999999997</c:v>
                </c:pt>
                <c:pt idx="191">
                  <c:v>9.6432400000000005</c:v>
                </c:pt>
                <c:pt idx="192">
                  <c:v>9.7796299999999992</c:v>
                </c:pt>
                <c:pt idx="193">
                  <c:v>9.8458900000000007</c:v>
                </c:pt>
                <c:pt idx="194">
                  <c:v>9.7970100000000002</c:v>
                </c:pt>
                <c:pt idx="195">
                  <c:v>9.7005800000000004</c:v>
                </c:pt>
                <c:pt idx="196">
                  <c:v>9.4001300000000008</c:v>
                </c:pt>
                <c:pt idx="197">
                  <c:v>9.6461199999999998</c:v>
                </c:pt>
                <c:pt idx="198">
                  <c:v>9.6176300000000001</c:v>
                </c:pt>
                <c:pt idx="199">
                  <c:v>9.3380899999999993</c:v>
                </c:pt>
                <c:pt idx="200">
                  <c:v>9.3786799999999992</c:v>
                </c:pt>
                <c:pt idx="201">
                  <c:v>9.5101499999999994</c:v>
                </c:pt>
                <c:pt idx="202">
                  <c:v>9.0783299999999993</c:v>
                </c:pt>
                <c:pt idx="203">
                  <c:v>8.6615599999999997</c:v>
                </c:pt>
                <c:pt idx="204">
                  <c:v>8.4668700000000001</c:v>
                </c:pt>
                <c:pt idx="205">
                  <c:v>8.4891500000000004</c:v>
                </c:pt>
                <c:pt idx="206">
                  <c:v>8.5835899999999992</c:v>
                </c:pt>
                <c:pt idx="207">
                  <c:v>8.8363499999999995</c:v>
                </c:pt>
                <c:pt idx="208">
                  <c:v>9.1989000000000001</c:v>
                </c:pt>
                <c:pt idx="209">
                  <c:v>9.4468800000000002</c:v>
                </c:pt>
                <c:pt idx="210">
                  <c:v>9.5052000000000003</c:v>
                </c:pt>
                <c:pt idx="211">
                  <c:v>9.6638900000000003</c:v>
                </c:pt>
                <c:pt idx="212">
                  <c:v>9.74329</c:v>
                </c:pt>
                <c:pt idx="213">
                  <c:v>9.4658899999999999</c:v>
                </c:pt>
                <c:pt idx="214">
                  <c:v>9.2337600000000002</c:v>
                </c:pt>
                <c:pt idx="215">
                  <c:v>9.3522700000000007</c:v>
                </c:pt>
                <c:pt idx="216">
                  <c:v>9.5458599999999993</c:v>
                </c:pt>
                <c:pt idx="217">
                  <c:v>9.3246699999999993</c:v>
                </c:pt>
                <c:pt idx="218">
                  <c:v>9.0767100000000003</c:v>
                </c:pt>
                <c:pt idx="219">
                  <c:v>9.4224200000000007</c:v>
                </c:pt>
                <c:pt idx="220">
                  <c:v>9.7389899999999994</c:v>
                </c:pt>
                <c:pt idx="221">
                  <c:v>9.9272299999999998</c:v>
                </c:pt>
                <c:pt idx="222">
                  <c:v>9.79345</c:v>
                </c:pt>
                <c:pt idx="223">
                  <c:v>9.4959900000000008</c:v>
                </c:pt>
                <c:pt idx="224">
                  <c:v>9.2753200000000007</c:v>
                </c:pt>
                <c:pt idx="225">
                  <c:v>9.2140199999999997</c:v>
                </c:pt>
                <c:pt idx="226">
                  <c:v>9.46326</c:v>
                </c:pt>
                <c:pt idx="227">
                  <c:v>9.6114899999999999</c:v>
                </c:pt>
                <c:pt idx="228">
                  <c:v>9.3820999999999994</c:v>
                </c:pt>
                <c:pt idx="229">
                  <c:v>9.25413</c:v>
                </c:pt>
                <c:pt idx="230">
                  <c:v>9.3806600000000007</c:v>
                </c:pt>
                <c:pt idx="231">
                  <c:v>9.2436199999999999</c:v>
                </c:pt>
                <c:pt idx="232">
                  <c:v>9.1299700000000001</c:v>
                </c:pt>
                <c:pt idx="233">
                  <c:v>9.1761700000000008</c:v>
                </c:pt>
                <c:pt idx="234">
                  <c:v>9.3466000000000005</c:v>
                </c:pt>
                <c:pt idx="235">
                  <c:v>9.7351200000000002</c:v>
                </c:pt>
                <c:pt idx="236">
                  <c:v>9.8762799999999995</c:v>
                </c:pt>
                <c:pt idx="237">
                  <c:v>9.9316200000000006</c:v>
                </c:pt>
                <c:pt idx="238">
                  <c:v>9.8101800000000008</c:v>
                </c:pt>
                <c:pt idx="239">
                  <c:v>9.8224900000000002</c:v>
                </c:pt>
                <c:pt idx="240">
                  <c:v>9.97255</c:v>
                </c:pt>
                <c:pt idx="241">
                  <c:v>9.9861799999999992</c:v>
                </c:pt>
                <c:pt idx="242">
                  <c:v>9.7099899999999995</c:v>
                </c:pt>
                <c:pt idx="243">
                  <c:v>9.5181500000000003</c:v>
                </c:pt>
                <c:pt idx="244">
                  <c:v>9.4207800000000006</c:v>
                </c:pt>
                <c:pt idx="245">
                  <c:v>9.2385800000000007</c:v>
                </c:pt>
                <c:pt idx="246">
                  <c:v>9.28491</c:v>
                </c:pt>
                <c:pt idx="247">
                  <c:v>9.4711599999999994</c:v>
                </c:pt>
                <c:pt idx="248">
                  <c:v>9.4759700000000002</c:v>
                </c:pt>
                <c:pt idx="249">
                  <c:v>9.5898500000000002</c:v>
                </c:pt>
                <c:pt idx="250">
                  <c:v>9.7778700000000001</c:v>
                </c:pt>
                <c:pt idx="251">
                  <c:v>9.6704399999999993</c:v>
                </c:pt>
                <c:pt idx="252">
                  <c:v>9.7053700000000003</c:v>
                </c:pt>
                <c:pt idx="253">
                  <c:v>9.7602100000000007</c:v>
                </c:pt>
                <c:pt idx="254">
                  <c:v>9.7330299999999994</c:v>
                </c:pt>
                <c:pt idx="255">
                  <c:v>9.7768499999999996</c:v>
                </c:pt>
                <c:pt idx="256">
                  <c:v>9.7334800000000001</c:v>
                </c:pt>
                <c:pt idx="257">
                  <c:v>9.7572100000000006</c:v>
                </c:pt>
                <c:pt idx="258">
                  <c:v>9.7589500000000005</c:v>
                </c:pt>
                <c:pt idx="259">
                  <c:v>9.7632100000000008</c:v>
                </c:pt>
                <c:pt idx="260">
                  <c:v>9.8070900000000005</c:v>
                </c:pt>
                <c:pt idx="261">
                  <c:v>9.4569100000000006</c:v>
                </c:pt>
                <c:pt idx="262">
                  <c:v>9.1802399999999995</c:v>
                </c:pt>
                <c:pt idx="263">
                  <c:v>9.1585599999999996</c:v>
                </c:pt>
                <c:pt idx="264">
                  <c:v>9.3389199999999999</c:v>
                </c:pt>
                <c:pt idx="265">
                  <c:v>9.0735600000000005</c:v>
                </c:pt>
                <c:pt idx="266">
                  <c:v>9.2650299999999994</c:v>
                </c:pt>
                <c:pt idx="267">
                  <c:v>9.4260099999999998</c:v>
                </c:pt>
                <c:pt idx="268">
                  <c:v>9.4636700000000005</c:v>
                </c:pt>
                <c:pt idx="269">
                  <c:v>9.8898399999999995</c:v>
                </c:pt>
                <c:pt idx="270">
                  <c:v>9.8098399999999994</c:v>
                </c:pt>
                <c:pt idx="271">
                  <c:v>9.5924200000000006</c:v>
                </c:pt>
                <c:pt idx="272">
                  <c:v>9.62683</c:v>
                </c:pt>
                <c:pt idx="273">
                  <c:v>9.6809200000000004</c:v>
                </c:pt>
                <c:pt idx="274">
                  <c:v>9.8468300000000006</c:v>
                </c:pt>
                <c:pt idx="275">
                  <c:v>9.7088400000000004</c:v>
                </c:pt>
                <c:pt idx="276">
                  <c:v>9.3490000000000002</c:v>
                </c:pt>
                <c:pt idx="277">
                  <c:v>9.5687200000000008</c:v>
                </c:pt>
                <c:pt idx="278">
                  <c:v>10.0206</c:v>
                </c:pt>
                <c:pt idx="279">
                  <c:v>10.3064</c:v>
                </c:pt>
                <c:pt idx="280">
                  <c:v>10.272399999999999</c:v>
                </c:pt>
                <c:pt idx="281">
                  <c:v>10.0396</c:v>
                </c:pt>
                <c:pt idx="282">
                  <c:v>9.8186800000000005</c:v>
                </c:pt>
                <c:pt idx="283">
                  <c:v>9.8213000000000008</c:v>
                </c:pt>
                <c:pt idx="284">
                  <c:v>10.0687</c:v>
                </c:pt>
                <c:pt idx="285">
                  <c:v>10.2881</c:v>
                </c:pt>
                <c:pt idx="286">
                  <c:v>10.341699999999999</c:v>
                </c:pt>
                <c:pt idx="287">
                  <c:v>10.4177</c:v>
                </c:pt>
                <c:pt idx="288">
                  <c:v>10.657</c:v>
                </c:pt>
                <c:pt idx="289">
                  <c:v>10.631500000000001</c:v>
                </c:pt>
                <c:pt idx="290">
                  <c:v>10.217700000000001</c:v>
                </c:pt>
                <c:pt idx="291">
                  <c:v>10.159700000000001</c:v>
                </c:pt>
                <c:pt idx="292">
                  <c:v>10.5665</c:v>
                </c:pt>
                <c:pt idx="293">
                  <c:v>10.4171</c:v>
                </c:pt>
                <c:pt idx="294">
                  <c:v>10.0876</c:v>
                </c:pt>
                <c:pt idx="295">
                  <c:v>9.7899899999999995</c:v>
                </c:pt>
                <c:pt idx="296">
                  <c:v>9.5984999999999996</c:v>
                </c:pt>
                <c:pt idx="297">
                  <c:v>9.5189299999999992</c:v>
                </c:pt>
                <c:pt idx="298">
                  <c:v>9.6095500000000005</c:v>
                </c:pt>
                <c:pt idx="299">
                  <c:v>10.2689</c:v>
                </c:pt>
                <c:pt idx="300">
                  <c:v>10.9787</c:v>
                </c:pt>
                <c:pt idx="301">
                  <c:v>11.0261</c:v>
                </c:pt>
                <c:pt idx="302">
                  <c:v>11.1073</c:v>
                </c:pt>
                <c:pt idx="303">
                  <c:v>11.059699999999999</c:v>
                </c:pt>
                <c:pt idx="304">
                  <c:v>11.2623</c:v>
                </c:pt>
                <c:pt idx="305">
                  <c:v>11.6439</c:v>
                </c:pt>
                <c:pt idx="306">
                  <c:v>11.6046</c:v>
                </c:pt>
                <c:pt idx="307">
                  <c:v>11.4351</c:v>
                </c:pt>
                <c:pt idx="308">
                  <c:v>11.103400000000001</c:v>
                </c:pt>
                <c:pt idx="309">
                  <c:v>10.5166</c:v>
                </c:pt>
                <c:pt idx="310">
                  <c:v>10.2258</c:v>
                </c:pt>
                <c:pt idx="311">
                  <c:v>9.8048699999999993</c:v>
                </c:pt>
                <c:pt idx="312">
                  <c:v>9.8185300000000009</c:v>
                </c:pt>
                <c:pt idx="313">
                  <c:v>10.172599999999999</c:v>
                </c:pt>
                <c:pt idx="314">
                  <c:v>10.4209</c:v>
                </c:pt>
                <c:pt idx="315">
                  <c:v>10.2807</c:v>
                </c:pt>
                <c:pt idx="316">
                  <c:v>10.182499999999999</c:v>
                </c:pt>
                <c:pt idx="317">
                  <c:v>10.4665</c:v>
                </c:pt>
                <c:pt idx="318">
                  <c:v>10.8895</c:v>
                </c:pt>
                <c:pt idx="319">
                  <c:v>11.160600000000001</c:v>
                </c:pt>
                <c:pt idx="320">
                  <c:v>11.273099999999999</c:v>
                </c:pt>
                <c:pt idx="321">
                  <c:v>11.494899999999999</c:v>
                </c:pt>
                <c:pt idx="322">
                  <c:v>11.4026</c:v>
                </c:pt>
                <c:pt idx="323">
                  <c:v>11.726800000000001</c:v>
                </c:pt>
                <c:pt idx="324">
                  <c:v>11.965299999999999</c:v>
                </c:pt>
                <c:pt idx="325">
                  <c:v>12.112399999999999</c:v>
                </c:pt>
                <c:pt idx="326">
                  <c:v>12.198</c:v>
                </c:pt>
                <c:pt idx="327">
                  <c:v>11.801500000000001</c:v>
                </c:pt>
                <c:pt idx="328">
                  <c:v>11.215199999999999</c:v>
                </c:pt>
                <c:pt idx="329">
                  <c:v>10.9329</c:v>
                </c:pt>
                <c:pt idx="330">
                  <c:v>11.0968</c:v>
                </c:pt>
                <c:pt idx="331">
                  <c:v>11.192299999999999</c:v>
                </c:pt>
                <c:pt idx="332">
                  <c:v>11.075900000000001</c:v>
                </c:pt>
                <c:pt idx="333">
                  <c:v>11.2874</c:v>
                </c:pt>
                <c:pt idx="334">
                  <c:v>11.395200000000001</c:v>
                </c:pt>
                <c:pt idx="335">
                  <c:v>11.1113</c:v>
                </c:pt>
                <c:pt idx="336">
                  <c:v>10.9587</c:v>
                </c:pt>
                <c:pt idx="337">
                  <c:v>11.102399999999999</c:v>
                </c:pt>
                <c:pt idx="338">
                  <c:v>11.1121</c:v>
                </c:pt>
                <c:pt idx="339">
                  <c:v>11.3384</c:v>
                </c:pt>
                <c:pt idx="340">
                  <c:v>12.203200000000001</c:v>
                </c:pt>
                <c:pt idx="341">
                  <c:v>12.72</c:v>
                </c:pt>
                <c:pt idx="342">
                  <c:v>12.859</c:v>
                </c:pt>
                <c:pt idx="343">
                  <c:v>12.711</c:v>
                </c:pt>
                <c:pt idx="344">
                  <c:v>12.9017</c:v>
                </c:pt>
                <c:pt idx="345">
                  <c:v>13.2325</c:v>
                </c:pt>
                <c:pt idx="346">
                  <c:v>13.0497</c:v>
                </c:pt>
                <c:pt idx="347">
                  <c:v>12.680199999999999</c:v>
                </c:pt>
                <c:pt idx="348">
                  <c:v>12.725099999999999</c:v>
                </c:pt>
                <c:pt idx="349">
                  <c:v>12.960599999999999</c:v>
                </c:pt>
                <c:pt idx="350">
                  <c:v>12.716200000000001</c:v>
                </c:pt>
                <c:pt idx="351">
                  <c:v>12.4354</c:v>
                </c:pt>
                <c:pt idx="352">
                  <c:v>12.403</c:v>
                </c:pt>
                <c:pt idx="353">
                  <c:v>12.3858</c:v>
                </c:pt>
                <c:pt idx="354">
                  <c:v>12.4262</c:v>
                </c:pt>
                <c:pt idx="355">
                  <c:v>12.457599999999999</c:v>
                </c:pt>
                <c:pt idx="356">
                  <c:v>12.3635</c:v>
                </c:pt>
                <c:pt idx="357">
                  <c:v>12.533799999999999</c:v>
                </c:pt>
                <c:pt idx="358">
                  <c:v>13.147500000000001</c:v>
                </c:pt>
                <c:pt idx="359">
                  <c:v>13.491400000000001</c:v>
                </c:pt>
                <c:pt idx="360">
                  <c:v>13.754200000000001</c:v>
                </c:pt>
                <c:pt idx="361">
                  <c:v>14.1073</c:v>
                </c:pt>
                <c:pt idx="362">
                  <c:v>14.144299999999999</c:v>
                </c:pt>
                <c:pt idx="363">
                  <c:v>14.178100000000001</c:v>
                </c:pt>
                <c:pt idx="364">
                  <c:v>14.4887</c:v>
                </c:pt>
                <c:pt idx="365">
                  <c:v>14.5977</c:v>
                </c:pt>
                <c:pt idx="366">
                  <c:v>14.5289</c:v>
                </c:pt>
                <c:pt idx="367">
                  <c:v>14.6114</c:v>
                </c:pt>
                <c:pt idx="368">
                  <c:v>14.3704</c:v>
                </c:pt>
                <c:pt idx="369">
                  <c:v>14.362399999999999</c:v>
                </c:pt>
                <c:pt idx="370">
                  <c:v>14.7448</c:v>
                </c:pt>
                <c:pt idx="371">
                  <c:v>14.8636</c:v>
                </c:pt>
                <c:pt idx="372">
                  <c:v>14.9702</c:v>
                </c:pt>
                <c:pt idx="373">
                  <c:v>14.8414</c:v>
                </c:pt>
                <c:pt idx="374">
                  <c:v>14.885899999999999</c:v>
                </c:pt>
                <c:pt idx="375">
                  <c:v>15.1844</c:v>
                </c:pt>
                <c:pt idx="376">
                  <c:v>15.1509</c:v>
                </c:pt>
                <c:pt idx="377">
                  <c:v>15.08</c:v>
                </c:pt>
                <c:pt idx="378">
                  <c:v>14.9255</c:v>
                </c:pt>
                <c:pt idx="379">
                  <c:v>14.65</c:v>
                </c:pt>
                <c:pt idx="380">
                  <c:v>14.5418</c:v>
                </c:pt>
                <c:pt idx="381">
                  <c:v>14.675700000000001</c:v>
                </c:pt>
                <c:pt idx="382">
                  <c:v>14.6189</c:v>
                </c:pt>
                <c:pt idx="383">
                  <c:v>14.3963</c:v>
                </c:pt>
                <c:pt idx="384">
                  <c:v>14.2967</c:v>
                </c:pt>
                <c:pt idx="385">
                  <c:v>14.511100000000001</c:v>
                </c:pt>
                <c:pt idx="386">
                  <c:v>14.584199999999999</c:v>
                </c:pt>
                <c:pt idx="387">
                  <c:v>14.3971</c:v>
                </c:pt>
                <c:pt idx="388">
                  <c:v>14.2166</c:v>
                </c:pt>
                <c:pt idx="389">
                  <c:v>14.441599999999999</c:v>
                </c:pt>
                <c:pt idx="390">
                  <c:v>14.775499999999999</c:v>
                </c:pt>
                <c:pt idx="391">
                  <c:v>14.7249</c:v>
                </c:pt>
                <c:pt idx="392">
                  <c:v>14.715999999999999</c:v>
                </c:pt>
                <c:pt idx="393">
                  <c:v>14.8344</c:v>
                </c:pt>
                <c:pt idx="394">
                  <c:v>14.536799999999999</c:v>
                </c:pt>
                <c:pt idx="395">
                  <c:v>14.199400000000001</c:v>
                </c:pt>
                <c:pt idx="396">
                  <c:v>14.1096</c:v>
                </c:pt>
                <c:pt idx="397">
                  <c:v>14.123799999999999</c:v>
                </c:pt>
                <c:pt idx="398">
                  <c:v>13.932399999999999</c:v>
                </c:pt>
                <c:pt idx="399">
                  <c:v>13.8157</c:v>
                </c:pt>
                <c:pt idx="400">
                  <c:v>13.901999999999999</c:v>
                </c:pt>
                <c:pt idx="401">
                  <c:v>14.0824</c:v>
                </c:pt>
                <c:pt idx="402">
                  <c:v>14.3283</c:v>
                </c:pt>
                <c:pt idx="403">
                  <c:v>14.480399999999999</c:v>
                </c:pt>
                <c:pt idx="404">
                  <c:v>14.520200000000001</c:v>
                </c:pt>
                <c:pt idx="405">
                  <c:v>14.463800000000001</c:v>
                </c:pt>
                <c:pt idx="406">
                  <c:v>14.484500000000001</c:v>
                </c:pt>
                <c:pt idx="407">
                  <c:v>14.632099999999999</c:v>
                </c:pt>
                <c:pt idx="408">
                  <c:v>14.518800000000001</c:v>
                </c:pt>
                <c:pt idx="409">
                  <c:v>14.5387</c:v>
                </c:pt>
                <c:pt idx="410">
                  <c:v>14.844200000000001</c:v>
                </c:pt>
                <c:pt idx="411">
                  <c:v>14.7743</c:v>
                </c:pt>
                <c:pt idx="412">
                  <c:v>15.0025</c:v>
                </c:pt>
                <c:pt idx="413">
                  <c:v>15.899900000000001</c:v>
                </c:pt>
                <c:pt idx="414">
                  <c:v>16.376799999999999</c:v>
                </c:pt>
                <c:pt idx="415">
                  <c:v>16.698699999999999</c:v>
                </c:pt>
                <c:pt idx="416">
                  <c:v>16.530999999999999</c:v>
                </c:pt>
                <c:pt idx="417">
                  <c:v>16.254100000000001</c:v>
                </c:pt>
                <c:pt idx="418">
                  <c:v>16.3687</c:v>
                </c:pt>
                <c:pt idx="419">
                  <c:v>16.424099999999999</c:v>
                </c:pt>
                <c:pt idx="420">
                  <c:v>16.590599999999998</c:v>
                </c:pt>
                <c:pt idx="421">
                  <c:v>16.6691</c:v>
                </c:pt>
                <c:pt idx="422">
                  <c:v>16.822500000000002</c:v>
                </c:pt>
                <c:pt idx="423">
                  <c:v>16.946100000000001</c:v>
                </c:pt>
                <c:pt idx="424">
                  <c:v>17.038399999999999</c:v>
                </c:pt>
                <c:pt idx="425">
                  <c:v>17.344899999999999</c:v>
                </c:pt>
                <c:pt idx="426">
                  <c:v>18.0505</c:v>
                </c:pt>
                <c:pt idx="427">
                  <c:v>18.947299999999998</c:v>
                </c:pt>
                <c:pt idx="428">
                  <c:v>19.213100000000001</c:v>
                </c:pt>
                <c:pt idx="429">
                  <c:v>18.7715</c:v>
                </c:pt>
                <c:pt idx="430">
                  <c:v>18.995000000000001</c:v>
                </c:pt>
                <c:pt idx="431">
                  <c:v>19.819900000000001</c:v>
                </c:pt>
                <c:pt idx="432">
                  <c:v>20.487500000000001</c:v>
                </c:pt>
                <c:pt idx="433">
                  <c:v>21.134</c:v>
                </c:pt>
                <c:pt idx="434">
                  <c:v>21.215299999999999</c:v>
                </c:pt>
                <c:pt idx="435">
                  <c:v>21.2074</c:v>
                </c:pt>
                <c:pt idx="436">
                  <c:v>21.388200000000001</c:v>
                </c:pt>
                <c:pt idx="437">
                  <c:v>21.398299999999999</c:v>
                </c:pt>
                <c:pt idx="438">
                  <c:v>21.5593</c:v>
                </c:pt>
                <c:pt idx="439">
                  <c:v>22.143699999999999</c:v>
                </c:pt>
                <c:pt idx="440">
                  <c:v>22.7272</c:v>
                </c:pt>
                <c:pt idx="441">
                  <c:v>23.639299999999999</c:v>
                </c:pt>
                <c:pt idx="442">
                  <c:v>24.097999999999999</c:v>
                </c:pt>
                <c:pt idx="443">
                  <c:v>24.321300000000001</c:v>
                </c:pt>
                <c:pt idx="444">
                  <c:v>24.719000000000001</c:v>
                </c:pt>
                <c:pt idx="445">
                  <c:v>25.5716</c:v>
                </c:pt>
                <c:pt idx="446">
                  <c:v>26.657499999999999</c:v>
                </c:pt>
                <c:pt idx="447">
                  <c:v>27.352599999999999</c:v>
                </c:pt>
                <c:pt idx="448">
                  <c:v>27.770199999999999</c:v>
                </c:pt>
                <c:pt idx="449">
                  <c:v>28.468</c:v>
                </c:pt>
                <c:pt idx="450">
                  <c:v>29.3901</c:v>
                </c:pt>
                <c:pt idx="451">
                  <c:v>29.692399999999999</c:v>
                </c:pt>
                <c:pt idx="452">
                  <c:v>30.189299999999999</c:v>
                </c:pt>
                <c:pt idx="453">
                  <c:v>31.3432</c:v>
                </c:pt>
                <c:pt idx="454">
                  <c:v>32.664099999999998</c:v>
                </c:pt>
                <c:pt idx="455">
                  <c:v>34.026699999999998</c:v>
                </c:pt>
                <c:pt idx="456">
                  <c:v>35.318300000000001</c:v>
                </c:pt>
                <c:pt idx="457">
                  <c:v>36.827199999999998</c:v>
                </c:pt>
                <c:pt idx="458">
                  <c:v>38.586100000000002</c:v>
                </c:pt>
                <c:pt idx="459">
                  <c:v>39.953299999999999</c:v>
                </c:pt>
                <c:pt idx="460">
                  <c:v>41.4724</c:v>
                </c:pt>
                <c:pt idx="461">
                  <c:v>43.3232</c:v>
                </c:pt>
                <c:pt idx="462">
                  <c:v>45.420499999999997</c:v>
                </c:pt>
                <c:pt idx="463">
                  <c:v>47.659599999999998</c:v>
                </c:pt>
                <c:pt idx="464">
                  <c:v>50.2121</c:v>
                </c:pt>
                <c:pt idx="465">
                  <c:v>52.663400000000003</c:v>
                </c:pt>
                <c:pt idx="466">
                  <c:v>54.842599999999997</c:v>
                </c:pt>
                <c:pt idx="467">
                  <c:v>57.355200000000004</c:v>
                </c:pt>
                <c:pt idx="468">
                  <c:v>60.270899999999997</c:v>
                </c:pt>
                <c:pt idx="469">
                  <c:v>62.819600000000001</c:v>
                </c:pt>
                <c:pt idx="470">
                  <c:v>65.076499999999996</c:v>
                </c:pt>
                <c:pt idx="471">
                  <c:v>66.948099999999997</c:v>
                </c:pt>
                <c:pt idx="472">
                  <c:v>68.788799999999995</c:v>
                </c:pt>
                <c:pt idx="473">
                  <c:v>70.860299999999995</c:v>
                </c:pt>
                <c:pt idx="474">
                  <c:v>72.486800000000002</c:v>
                </c:pt>
                <c:pt idx="475">
                  <c:v>73.402199999999993</c:v>
                </c:pt>
                <c:pt idx="476">
                  <c:v>73.928299999999993</c:v>
                </c:pt>
                <c:pt idx="477">
                  <c:v>74.202299999999994</c:v>
                </c:pt>
                <c:pt idx="478">
                  <c:v>73.864800000000002</c:v>
                </c:pt>
                <c:pt idx="479">
                  <c:v>73.1892</c:v>
                </c:pt>
                <c:pt idx="480">
                  <c:v>72.741</c:v>
                </c:pt>
                <c:pt idx="481">
                  <c:v>72.177000000000007</c:v>
                </c:pt>
                <c:pt idx="482">
                  <c:v>71.1935</c:v>
                </c:pt>
                <c:pt idx="483">
                  <c:v>70.024699999999996</c:v>
                </c:pt>
                <c:pt idx="484">
                  <c:v>68.618799999999993</c:v>
                </c:pt>
                <c:pt idx="485">
                  <c:v>66.921700000000001</c:v>
                </c:pt>
                <c:pt idx="486">
                  <c:v>65.273399999999995</c:v>
                </c:pt>
                <c:pt idx="487">
                  <c:v>64.0227</c:v>
                </c:pt>
                <c:pt idx="488">
                  <c:v>62.731400000000001</c:v>
                </c:pt>
                <c:pt idx="489">
                  <c:v>61.134099999999997</c:v>
                </c:pt>
                <c:pt idx="490">
                  <c:v>59.497300000000003</c:v>
                </c:pt>
                <c:pt idx="491">
                  <c:v>58.466799999999999</c:v>
                </c:pt>
                <c:pt idx="492">
                  <c:v>57.8872</c:v>
                </c:pt>
                <c:pt idx="493">
                  <c:v>57.380400000000002</c:v>
                </c:pt>
                <c:pt idx="494">
                  <c:v>57.141500000000001</c:v>
                </c:pt>
                <c:pt idx="495">
                  <c:v>56.914999999999999</c:v>
                </c:pt>
                <c:pt idx="496">
                  <c:v>57.320500000000003</c:v>
                </c:pt>
                <c:pt idx="497">
                  <c:v>57.933999999999997</c:v>
                </c:pt>
                <c:pt idx="498">
                  <c:v>57.972000000000001</c:v>
                </c:pt>
                <c:pt idx="499">
                  <c:v>58.276800000000001</c:v>
                </c:pt>
                <c:pt idx="500">
                  <c:v>59.112299999999998</c:v>
                </c:pt>
                <c:pt idx="501">
                  <c:v>60.194800000000001</c:v>
                </c:pt>
                <c:pt idx="502">
                  <c:v>61.4758</c:v>
                </c:pt>
                <c:pt idx="503">
                  <c:v>63.354399999999998</c:v>
                </c:pt>
                <c:pt idx="504">
                  <c:v>65.538899999999998</c:v>
                </c:pt>
                <c:pt idx="505">
                  <c:v>67.807500000000005</c:v>
                </c:pt>
                <c:pt idx="506">
                  <c:v>70.685400000000001</c:v>
                </c:pt>
                <c:pt idx="507">
                  <c:v>74.442800000000005</c:v>
                </c:pt>
                <c:pt idx="508">
                  <c:v>78.781899999999993</c:v>
                </c:pt>
                <c:pt idx="509">
                  <c:v>83.817999999999998</c:v>
                </c:pt>
                <c:pt idx="510">
                  <c:v>89.866299999999995</c:v>
                </c:pt>
                <c:pt idx="511">
                  <c:v>97.044600000000003</c:v>
                </c:pt>
                <c:pt idx="512">
                  <c:v>104.965</c:v>
                </c:pt>
                <c:pt idx="513">
                  <c:v>113.687</c:v>
                </c:pt>
                <c:pt idx="514">
                  <c:v>123.56699999999999</c:v>
                </c:pt>
                <c:pt idx="515">
                  <c:v>133.797</c:v>
                </c:pt>
                <c:pt idx="516">
                  <c:v>144.08699999999999</c:v>
                </c:pt>
                <c:pt idx="517">
                  <c:v>154.696</c:v>
                </c:pt>
                <c:pt idx="518">
                  <c:v>164.53299999999999</c:v>
                </c:pt>
                <c:pt idx="519">
                  <c:v>172.846</c:v>
                </c:pt>
                <c:pt idx="520">
                  <c:v>179.42699999999999</c:v>
                </c:pt>
                <c:pt idx="521">
                  <c:v>184.35</c:v>
                </c:pt>
                <c:pt idx="522">
                  <c:v>187.95500000000001</c:v>
                </c:pt>
                <c:pt idx="523">
                  <c:v>190.56</c:v>
                </c:pt>
                <c:pt idx="524">
                  <c:v>191.637</c:v>
                </c:pt>
                <c:pt idx="525">
                  <c:v>191.322</c:v>
                </c:pt>
                <c:pt idx="526">
                  <c:v>190.465</c:v>
                </c:pt>
                <c:pt idx="527">
                  <c:v>189.35599999999999</c:v>
                </c:pt>
                <c:pt idx="528">
                  <c:v>188.16200000000001</c:v>
                </c:pt>
                <c:pt idx="529">
                  <c:v>187.24799999999999</c:v>
                </c:pt>
                <c:pt idx="530">
                  <c:v>186.774</c:v>
                </c:pt>
                <c:pt idx="531">
                  <c:v>186.35300000000001</c:v>
                </c:pt>
                <c:pt idx="532">
                  <c:v>185.97900000000001</c:v>
                </c:pt>
                <c:pt idx="533">
                  <c:v>185.31100000000001</c:v>
                </c:pt>
                <c:pt idx="534">
                  <c:v>183.76</c:v>
                </c:pt>
                <c:pt idx="535">
                  <c:v>181.40299999999999</c:v>
                </c:pt>
                <c:pt idx="536">
                  <c:v>178.53200000000001</c:v>
                </c:pt>
                <c:pt idx="537">
                  <c:v>174.79599999999999</c:v>
                </c:pt>
                <c:pt idx="538">
                  <c:v>170.24600000000001</c:v>
                </c:pt>
                <c:pt idx="539">
                  <c:v>164.792</c:v>
                </c:pt>
                <c:pt idx="540">
                  <c:v>158.44800000000001</c:v>
                </c:pt>
                <c:pt idx="541">
                  <c:v>151.84299999999999</c:v>
                </c:pt>
                <c:pt idx="542">
                  <c:v>145.38399999999999</c:v>
                </c:pt>
                <c:pt idx="543">
                  <c:v>138.81100000000001</c:v>
                </c:pt>
                <c:pt idx="544">
                  <c:v>131.964</c:v>
                </c:pt>
                <c:pt idx="545">
                  <c:v>125.301</c:v>
                </c:pt>
                <c:pt idx="546">
                  <c:v>119.334</c:v>
                </c:pt>
                <c:pt idx="547">
                  <c:v>113.535</c:v>
                </c:pt>
                <c:pt idx="548">
                  <c:v>108</c:v>
                </c:pt>
                <c:pt idx="549">
                  <c:v>103.11199999999999</c:v>
                </c:pt>
                <c:pt idx="550">
                  <c:v>98.451599999999999</c:v>
                </c:pt>
                <c:pt idx="551">
                  <c:v>93.803700000000006</c:v>
                </c:pt>
                <c:pt idx="552">
                  <c:v>89.787499999999994</c:v>
                </c:pt>
                <c:pt idx="553">
                  <c:v>86.277699999999996</c:v>
                </c:pt>
                <c:pt idx="554">
                  <c:v>83.613100000000003</c:v>
                </c:pt>
                <c:pt idx="555">
                  <c:v>81.322400000000002</c:v>
                </c:pt>
                <c:pt idx="556">
                  <c:v>78.890699999999995</c:v>
                </c:pt>
                <c:pt idx="557">
                  <c:v>76.450100000000006</c:v>
                </c:pt>
                <c:pt idx="558">
                  <c:v>74.440100000000001</c:v>
                </c:pt>
                <c:pt idx="559">
                  <c:v>73.334100000000007</c:v>
                </c:pt>
                <c:pt idx="560">
                  <c:v>72.378500000000003</c:v>
                </c:pt>
                <c:pt idx="561">
                  <c:v>71.747600000000006</c:v>
                </c:pt>
                <c:pt idx="562">
                  <c:v>71.819999999999993</c:v>
                </c:pt>
                <c:pt idx="563">
                  <c:v>72.1798</c:v>
                </c:pt>
                <c:pt idx="564">
                  <c:v>72.887</c:v>
                </c:pt>
                <c:pt idx="565">
                  <c:v>73.5916</c:v>
                </c:pt>
                <c:pt idx="566">
                  <c:v>74.409400000000005</c:v>
                </c:pt>
                <c:pt idx="567">
                  <c:v>75.696100000000001</c:v>
                </c:pt>
                <c:pt idx="568">
                  <c:v>77.110200000000006</c:v>
                </c:pt>
                <c:pt idx="569">
                  <c:v>78.616900000000001</c:v>
                </c:pt>
                <c:pt idx="570">
                  <c:v>80.656599999999997</c:v>
                </c:pt>
                <c:pt idx="571">
                  <c:v>83.037700000000001</c:v>
                </c:pt>
                <c:pt idx="572">
                  <c:v>85.835099999999997</c:v>
                </c:pt>
                <c:pt idx="573">
                  <c:v>88.876300000000001</c:v>
                </c:pt>
                <c:pt idx="574">
                  <c:v>92.022400000000005</c:v>
                </c:pt>
                <c:pt idx="575">
                  <c:v>95.486400000000003</c:v>
                </c:pt>
                <c:pt idx="576">
                  <c:v>98.936499999999995</c:v>
                </c:pt>
                <c:pt idx="577">
                  <c:v>102.961</c:v>
                </c:pt>
                <c:pt idx="578">
                  <c:v>107.455</c:v>
                </c:pt>
                <c:pt idx="579">
                  <c:v>112.18300000000001</c:v>
                </c:pt>
                <c:pt idx="580">
                  <c:v>117.22799999999999</c:v>
                </c:pt>
                <c:pt idx="581">
                  <c:v>122.43300000000001</c:v>
                </c:pt>
                <c:pt idx="582">
                  <c:v>128.054</c:v>
                </c:pt>
                <c:pt idx="583">
                  <c:v>133.65799999999999</c:v>
                </c:pt>
                <c:pt idx="584">
                  <c:v>139.15600000000001</c:v>
                </c:pt>
                <c:pt idx="585">
                  <c:v>144.58099999999999</c:v>
                </c:pt>
                <c:pt idx="586">
                  <c:v>149.50399999999999</c:v>
                </c:pt>
                <c:pt idx="587">
                  <c:v>153.84200000000001</c:v>
                </c:pt>
                <c:pt idx="588">
                  <c:v>157.589</c:v>
                </c:pt>
                <c:pt idx="589">
                  <c:v>160.774</c:v>
                </c:pt>
                <c:pt idx="590">
                  <c:v>163.494</c:v>
                </c:pt>
                <c:pt idx="591">
                  <c:v>164.93</c:v>
                </c:pt>
                <c:pt idx="592">
                  <c:v>164.68600000000001</c:v>
                </c:pt>
                <c:pt idx="593">
                  <c:v>163.547</c:v>
                </c:pt>
                <c:pt idx="594">
                  <c:v>161.351</c:v>
                </c:pt>
                <c:pt idx="595">
                  <c:v>157.58000000000001</c:v>
                </c:pt>
                <c:pt idx="596">
                  <c:v>152.82499999999999</c:v>
                </c:pt>
                <c:pt idx="597">
                  <c:v>147.465</c:v>
                </c:pt>
                <c:pt idx="598">
                  <c:v>141.34299999999999</c:v>
                </c:pt>
                <c:pt idx="599">
                  <c:v>135.13399999999999</c:v>
                </c:pt>
                <c:pt idx="600">
                  <c:v>129.071</c:v>
                </c:pt>
                <c:pt idx="601">
                  <c:v>122.718</c:v>
                </c:pt>
                <c:pt idx="602">
                  <c:v>115.982</c:v>
                </c:pt>
                <c:pt idx="603">
                  <c:v>109.346</c:v>
                </c:pt>
                <c:pt idx="604">
                  <c:v>103.03400000000001</c:v>
                </c:pt>
                <c:pt idx="605">
                  <c:v>97.087800000000001</c:v>
                </c:pt>
                <c:pt idx="606">
                  <c:v>91.233000000000004</c:v>
                </c:pt>
                <c:pt idx="607">
                  <c:v>86.115799999999993</c:v>
                </c:pt>
                <c:pt idx="608">
                  <c:v>81.334199999999996</c:v>
                </c:pt>
                <c:pt idx="609">
                  <c:v>76.703000000000003</c:v>
                </c:pt>
                <c:pt idx="610">
                  <c:v>72.774199999999993</c:v>
                </c:pt>
                <c:pt idx="611">
                  <c:v>69.28</c:v>
                </c:pt>
                <c:pt idx="612">
                  <c:v>65.997100000000003</c:v>
                </c:pt>
                <c:pt idx="613">
                  <c:v>62.706600000000002</c:v>
                </c:pt>
                <c:pt idx="614">
                  <c:v>59.506700000000002</c:v>
                </c:pt>
                <c:pt idx="615">
                  <c:v>56.8904</c:v>
                </c:pt>
                <c:pt idx="616">
                  <c:v>54.574100000000001</c:v>
                </c:pt>
                <c:pt idx="617">
                  <c:v>52.685299999999998</c:v>
                </c:pt>
                <c:pt idx="618">
                  <c:v>50.940600000000003</c:v>
                </c:pt>
                <c:pt idx="619">
                  <c:v>49.582299999999996</c:v>
                </c:pt>
                <c:pt idx="620">
                  <c:v>48.6098</c:v>
                </c:pt>
                <c:pt idx="621">
                  <c:v>47.524299999999997</c:v>
                </c:pt>
                <c:pt idx="622">
                  <c:v>46.287799999999997</c:v>
                </c:pt>
                <c:pt idx="623">
                  <c:v>45.215400000000002</c:v>
                </c:pt>
                <c:pt idx="624">
                  <c:v>44.500300000000003</c:v>
                </c:pt>
                <c:pt idx="625">
                  <c:v>44.107999999999997</c:v>
                </c:pt>
                <c:pt idx="626">
                  <c:v>43.7271</c:v>
                </c:pt>
                <c:pt idx="627">
                  <c:v>43.421900000000001</c:v>
                </c:pt>
                <c:pt idx="628">
                  <c:v>43.6755</c:v>
                </c:pt>
                <c:pt idx="629">
                  <c:v>44.182600000000001</c:v>
                </c:pt>
                <c:pt idx="630">
                  <c:v>44.658499999999997</c:v>
                </c:pt>
                <c:pt idx="631">
                  <c:v>44.786299999999997</c:v>
                </c:pt>
                <c:pt idx="632">
                  <c:v>45.179600000000001</c:v>
                </c:pt>
                <c:pt idx="633">
                  <c:v>46.020600000000002</c:v>
                </c:pt>
                <c:pt idx="634">
                  <c:v>47.024500000000003</c:v>
                </c:pt>
                <c:pt idx="635">
                  <c:v>47.914000000000001</c:v>
                </c:pt>
                <c:pt idx="636">
                  <c:v>48.777799999999999</c:v>
                </c:pt>
                <c:pt idx="637">
                  <c:v>50.176600000000001</c:v>
                </c:pt>
                <c:pt idx="638">
                  <c:v>52.144199999999998</c:v>
                </c:pt>
                <c:pt idx="639">
                  <c:v>53.699199999999998</c:v>
                </c:pt>
                <c:pt idx="640">
                  <c:v>55.273400000000002</c:v>
                </c:pt>
                <c:pt idx="641">
                  <c:v>56.889099999999999</c:v>
                </c:pt>
                <c:pt idx="642">
                  <c:v>58.332500000000003</c:v>
                </c:pt>
                <c:pt idx="643">
                  <c:v>59.869599999999998</c:v>
                </c:pt>
                <c:pt idx="644">
                  <c:v>61.371299999999998</c:v>
                </c:pt>
                <c:pt idx="645">
                  <c:v>62.748699999999999</c:v>
                </c:pt>
                <c:pt idx="646">
                  <c:v>63.976199999999999</c:v>
                </c:pt>
                <c:pt idx="647">
                  <c:v>65.166700000000006</c:v>
                </c:pt>
                <c:pt idx="648">
                  <c:v>65.647199999999998</c:v>
                </c:pt>
                <c:pt idx="649">
                  <c:v>65.687899999999999</c:v>
                </c:pt>
                <c:pt idx="650">
                  <c:v>65.053200000000004</c:v>
                </c:pt>
                <c:pt idx="651">
                  <c:v>63.678100000000001</c:v>
                </c:pt>
                <c:pt idx="652">
                  <c:v>62.270200000000003</c:v>
                </c:pt>
                <c:pt idx="653">
                  <c:v>60.275700000000001</c:v>
                </c:pt>
                <c:pt idx="654">
                  <c:v>58.528399999999998</c:v>
                </c:pt>
                <c:pt idx="655">
                  <c:v>56.964199999999998</c:v>
                </c:pt>
                <c:pt idx="656">
                  <c:v>54.720300000000002</c:v>
                </c:pt>
                <c:pt idx="657">
                  <c:v>52.459699999999998</c:v>
                </c:pt>
                <c:pt idx="658">
                  <c:v>50.331099999999999</c:v>
                </c:pt>
                <c:pt idx="659">
                  <c:v>48.276400000000002</c:v>
                </c:pt>
                <c:pt idx="660">
                  <c:v>45.912500000000001</c:v>
                </c:pt>
                <c:pt idx="661">
                  <c:v>43.453000000000003</c:v>
                </c:pt>
                <c:pt idx="662">
                  <c:v>41.246000000000002</c:v>
                </c:pt>
                <c:pt idx="663">
                  <c:v>38.904000000000003</c:v>
                </c:pt>
                <c:pt idx="664">
                  <c:v>36.930500000000002</c:v>
                </c:pt>
                <c:pt idx="665">
                  <c:v>35.238199999999999</c:v>
                </c:pt>
                <c:pt idx="666">
                  <c:v>33.434699999999999</c:v>
                </c:pt>
                <c:pt idx="667">
                  <c:v>31.781300000000002</c:v>
                </c:pt>
                <c:pt idx="668">
                  <c:v>29.986499999999999</c:v>
                </c:pt>
                <c:pt idx="669">
                  <c:v>28.514500000000002</c:v>
                </c:pt>
                <c:pt idx="670">
                  <c:v>27.5307</c:v>
                </c:pt>
                <c:pt idx="671">
                  <c:v>26.391500000000001</c:v>
                </c:pt>
                <c:pt idx="672">
                  <c:v>25.407299999999999</c:v>
                </c:pt>
                <c:pt idx="673">
                  <c:v>24.3904</c:v>
                </c:pt>
                <c:pt idx="674">
                  <c:v>23.407</c:v>
                </c:pt>
                <c:pt idx="675">
                  <c:v>22.4255</c:v>
                </c:pt>
                <c:pt idx="676">
                  <c:v>21.8447</c:v>
                </c:pt>
                <c:pt idx="677">
                  <c:v>21.6938</c:v>
                </c:pt>
                <c:pt idx="678">
                  <c:v>21.2011</c:v>
                </c:pt>
                <c:pt idx="679">
                  <c:v>20.397200000000002</c:v>
                </c:pt>
                <c:pt idx="680">
                  <c:v>19.454499999999999</c:v>
                </c:pt>
                <c:pt idx="681">
                  <c:v>18.8019</c:v>
                </c:pt>
                <c:pt idx="682">
                  <c:v>18.3872</c:v>
                </c:pt>
                <c:pt idx="683">
                  <c:v>17.501300000000001</c:v>
                </c:pt>
                <c:pt idx="684">
                  <c:v>17.1282</c:v>
                </c:pt>
                <c:pt idx="685">
                  <c:v>17.276800000000001</c:v>
                </c:pt>
                <c:pt idx="686">
                  <c:v>17.432500000000001</c:v>
                </c:pt>
                <c:pt idx="687">
                  <c:v>17.310099999999998</c:v>
                </c:pt>
                <c:pt idx="688">
                  <c:v>16.787500000000001</c:v>
                </c:pt>
                <c:pt idx="689">
                  <c:v>16.308499999999999</c:v>
                </c:pt>
                <c:pt idx="690">
                  <c:v>16.1721</c:v>
                </c:pt>
                <c:pt idx="691">
                  <c:v>15.899100000000001</c:v>
                </c:pt>
                <c:pt idx="692">
                  <c:v>15.552300000000001</c:v>
                </c:pt>
                <c:pt idx="693">
                  <c:v>15.300599999999999</c:v>
                </c:pt>
                <c:pt idx="694">
                  <c:v>15.221500000000001</c:v>
                </c:pt>
                <c:pt idx="695">
                  <c:v>14.9161</c:v>
                </c:pt>
                <c:pt idx="696">
                  <c:v>14.485300000000001</c:v>
                </c:pt>
                <c:pt idx="697">
                  <c:v>14.257300000000001</c:v>
                </c:pt>
                <c:pt idx="698">
                  <c:v>14.1084</c:v>
                </c:pt>
                <c:pt idx="699">
                  <c:v>14.038600000000001</c:v>
                </c:pt>
                <c:pt idx="700">
                  <c:v>13.9519</c:v>
                </c:pt>
                <c:pt idx="701">
                  <c:v>13.91</c:v>
                </c:pt>
                <c:pt idx="702">
                  <c:v>13.934100000000001</c:v>
                </c:pt>
                <c:pt idx="703">
                  <c:v>14.0306</c:v>
                </c:pt>
                <c:pt idx="704">
                  <c:v>14.143599999999999</c:v>
                </c:pt>
                <c:pt idx="705">
                  <c:v>14.0075</c:v>
                </c:pt>
                <c:pt idx="706">
                  <c:v>13.6472</c:v>
                </c:pt>
                <c:pt idx="707">
                  <c:v>13.744300000000001</c:v>
                </c:pt>
                <c:pt idx="708">
                  <c:v>13.690799999999999</c:v>
                </c:pt>
                <c:pt idx="709">
                  <c:v>13.644</c:v>
                </c:pt>
                <c:pt idx="710">
                  <c:v>13.7652</c:v>
                </c:pt>
                <c:pt idx="711">
                  <c:v>13.4015</c:v>
                </c:pt>
                <c:pt idx="712">
                  <c:v>13.2585</c:v>
                </c:pt>
                <c:pt idx="713">
                  <c:v>13.354200000000001</c:v>
                </c:pt>
                <c:pt idx="714">
                  <c:v>13.648</c:v>
                </c:pt>
                <c:pt idx="715">
                  <c:v>13.545199999999999</c:v>
                </c:pt>
                <c:pt idx="716">
                  <c:v>12.963900000000001</c:v>
                </c:pt>
                <c:pt idx="717">
                  <c:v>12.7095</c:v>
                </c:pt>
                <c:pt idx="718">
                  <c:v>12.684699999999999</c:v>
                </c:pt>
                <c:pt idx="719">
                  <c:v>13.0885</c:v>
                </c:pt>
                <c:pt idx="720">
                  <c:v>13.3969</c:v>
                </c:pt>
                <c:pt idx="721">
                  <c:v>13.510400000000001</c:v>
                </c:pt>
                <c:pt idx="722">
                  <c:v>13.4825</c:v>
                </c:pt>
                <c:pt idx="723">
                  <c:v>13.1616</c:v>
                </c:pt>
                <c:pt idx="724">
                  <c:v>12.6508</c:v>
                </c:pt>
                <c:pt idx="725">
                  <c:v>11.918900000000001</c:v>
                </c:pt>
                <c:pt idx="726">
                  <c:v>11.2804</c:v>
                </c:pt>
                <c:pt idx="727">
                  <c:v>10.7806</c:v>
                </c:pt>
                <c:pt idx="728">
                  <c:v>11.004</c:v>
                </c:pt>
                <c:pt idx="729">
                  <c:v>11.8634</c:v>
                </c:pt>
                <c:pt idx="730">
                  <c:v>12.4185</c:v>
                </c:pt>
                <c:pt idx="731">
                  <c:v>12.492599999999999</c:v>
                </c:pt>
                <c:pt idx="732">
                  <c:v>12.3164</c:v>
                </c:pt>
                <c:pt idx="733">
                  <c:v>11.984299999999999</c:v>
                </c:pt>
                <c:pt idx="734">
                  <c:v>11.765599999999999</c:v>
                </c:pt>
                <c:pt idx="735">
                  <c:v>11.811199999999999</c:v>
                </c:pt>
                <c:pt idx="736">
                  <c:v>11.901</c:v>
                </c:pt>
                <c:pt idx="737">
                  <c:v>11.860200000000001</c:v>
                </c:pt>
                <c:pt idx="738">
                  <c:v>11.9992</c:v>
                </c:pt>
                <c:pt idx="739">
                  <c:v>12.0396</c:v>
                </c:pt>
                <c:pt idx="740">
                  <c:v>12.218400000000001</c:v>
                </c:pt>
                <c:pt idx="741">
                  <c:v>12.334199999999999</c:v>
                </c:pt>
                <c:pt idx="742">
                  <c:v>12.162100000000001</c:v>
                </c:pt>
                <c:pt idx="743">
                  <c:v>11.8925</c:v>
                </c:pt>
                <c:pt idx="744">
                  <c:v>11.5481</c:v>
                </c:pt>
                <c:pt idx="745">
                  <c:v>11.372299999999999</c:v>
                </c:pt>
                <c:pt idx="746">
                  <c:v>11.6638</c:v>
                </c:pt>
                <c:pt idx="747">
                  <c:v>11.946400000000001</c:v>
                </c:pt>
                <c:pt idx="748">
                  <c:v>11.5707</c:v>
                </c:pt>
                <c:pt idx="749">
                  <c:v>11.297000000000001</c:v>
                </c:pt>
                <c:pt idx="750">
                  <c:v>11.546099999999999</c:v>
                </c:pt>
                <c:pt idx="751">
                  <c:v>11.932399999999999</c:v>
                </c:pt>
                <c:pt idx="752">
                  <c:v>11.942</c:v>
                </c:pt>
                <c:pt idx="753">
                  <c:v>11.3759</c:v>
                </c:pt>
                <c:pt idx="754">
                  <c:v>10.977399999999999</c:v>
                </c:pt>
                <c:pt idx="755">
                  <c:v>11.1869</c:v>
                </c:pt>
                <c:pt idx="756">
                  <c:v>11.4932</c:v>
                </c:pt>
                <c:pt idx="757">
                  <c:v>11.269299999999999</c:v>
                </c:pt>
                <c:pt idx="758">
                  <c:v>10.803000000000001</c:v>
                </c:pt>
                <c:pt idx="759">
                  <c:v>10.614000000000001</c:v>
                </c:pt>
                <c:pt idx="760">
                  <c:v>10.6075</c:v>
                </c:pt>
                <c:pt idx="761">
                  <c:v>10.522500000000001</c:v>
                </c:pt>
                <c:pt idx="762">
                  <c:v>10.5411</c:v>
                </c:pt>
                <c:pt idx="763">
                  <c:v>10.918799999999999</c:v>
                </c:pt>
                <c:pt idx="764">
                  <c:v>10.9443</c:v>
                </c:pt>
                <c:pt idx="765">
                  <c:v>10.786099999999999</c:v>
                </c:pt>
                <c:pt idx="766">
                  <c:v>10.5647</c:v>
                </c:pt>
                <c:pt idx="767">
                  <c:v>10.541700000000001</c:v>
                </c:pt>
                <c:pt idx="768">
                  <c:v>10.611700000000001</c:v>
                </c:pt>
                <c:pt idx="769">
                  <c:v>10.6043</c:v>
                </c:pt>
                <c:pt idx="770">
                  <c:v>10.8462</c:v>
                </c:pt>
                <c:pt idx="771">
                  <c:v>10.997400000000001</c:v>
                </c:pt>
                <c:pt idx="772">
                  <c:v>11.0505</c:v>
                </c:pt>
                <c:pt idx="773">
                  <c:v>10.788399999999999</c:v>
                </c:pt>
                <c:pt idx="774">
                  <c:v>10.585900000000001</c:v>
                </c:pt>
                <c:pt idx="775">
                  <c:v>10.5459</c:v>
                </c:pt>
                <c:pt idx="776">
                  <c:v>10.3207</c:v>
                </c:pt>
                <c:pt idx="777">
                  <c:v>10.163600000000001</c:v>
                </c:pt>
                <c:pt idx="778">
                  <c:v>10.150499999999999</c:v>
                </c:pt>
                <c:pt idx="779">
                  <c:v>10.2204</c:v>
                </c:pt>
                <c:pt idx="780">
                  <c:v>10.228899999999999</c:v>
                </c:pt>
                <c:pt idx="781">
                  <c:v>10.412800000000001</c:v>
                </c:pt>
                <c:pt idx="782">
                  <c:v>10.1851</c:v>
                </c:pt>
                <c:pt idx="783">
                  <c:v>9.7338900000000006</c:v>
                </c:pt>
                <c:pt idx="784">
                  <c:v>10.027100000000001</c:v>
                </c:pt>
                <c:pt idx="785">
                  <c:v>10.387600000000001</c:v>
                </c:pt>
                <c:pt idx="786">
                  <c:v>10.0457</c:v>
                </c:pt>
                <c:pt idx="787">
                  <c:v>10.015000000000001</c:v>
                </c:pt>
                <c:pt idx="788">
                  <c:v>10.3126</c:v>
                </c:pt>
                <c:pt idx="789">
                  <c:v>10.44</c:v>
                </c:pt>
                <c:pt idx="790">
                  <c:v>10.686500000000001</c:v>
                </c:pt>
                <c:pt idx="791">
                  <c:v>10.5901</c:v>
                </c:pt>
                <c:pt idx="792">
                  <c:v>10.5634</c:v>
                </c:pt>
                <c:pt idx="793">
                  <c:v>10.6007</c:v>
                </c:pt>
                <c:pt idx="794">
                  <c:v>10.802899999999999</c:v>
                </c:pt>
                <c:pt idx="795">
                  <c:v>10.9383</c:v>
                </c:pt>
                <c:pt idx="796">
                  <c:v>10.5939</c:v>
                </c:pt>
                <c:pt idx="797">
                  <c:v>10.5532</c:v>
                </c:pt>
                <c:pt idx="798">
                  <c:v>10.475899999999999</c:v>
                </c:pt>
                <c:pt idx="799">
                  <c:v>10.084</c:v>
                </c:pt>
                <c:pt idx="800">
                  <c:v>9.8329500000000003</c:v>
                </c:pt>
                <c:pt idx="801">
                  <c:v>10.077400000000001</c:v>
                </c:pt>
                <c:pt idx="802">
                  <c:v>10.4354</c:v>
                </c:pt>
                <c:pt idx="803">
                  <c:v>10.457100000000001</c:v>
                </c:pt>
                <c:pt idx="804">
                  <c:v>10.3643</c:v>
                </c:pt>
                <c:pt idx="805">
                  <c:v>10.2379</c:v>
                </c:pt>
                <c:pt idx="806">
                  <c:v>10.061</c:v>
                </c:pt>
                <c:pt idx="807">
                  <c:v>9.8705599999999993</c:v>
                </c:pt>
                <c:pt idx="808">
                  <c:v>9.9116400000000002</c:v>
                </c:pt>
                <c:pt idx="809">
                  <c:v>9.9860900000000008</c:v>
                </c:pt>
                <c:pt idx="810">
                  <c:v>10.010199999999999</c:v>
                </c:pt>
                <c:pt idx="811">
                  <c:v>10.108000000000001</c:v>
                </c:pt>
                <c:pt idx="812">
                  <c:v>10.0016</c:v>
                </c:pt>
                <c:pt idx="813">
                  <c:v>10.172499999999999</c:v>
                </c:pt>
                <c:pt idx="814">
                  <c:v>10.427</c:v>
                </c:pt>
                <c:pt idx="815">
                  <c:v>10.2919</c:v>
                </c:pt>
                <c:pt idx="816">
                  <c:v>10.195499999999999</c:v>
                </c:pt>
                <c:pt idx="817">
                  <c:v>10.440799999999999</c:v>
                </c:pt>
                <c:pt idx="818">
                  <c:v>10.4305</c:v>
                </c:pt>
                <c:pt idx="819">
                  <c:v>10.299099999999999</c:v>
                </c:pt>
                <c:pt idx="820">
                  <c:v>10.1616</c:v>
                </c:pt>
                <c:pt idx="821">
                  <c:v>9.9387899999999991</c:v>
                </c:pt>
                <c:pt idx="822">
                  <c:v>9.7097200000000008</c:v>
                </c:pt>
                <c:pt idx="823">
                  <c:v>9.3665099999999999</c:v>
                </c:pt>
                <c:pt idx="824">
                  <c:v>9.4287299999999998</c:v>
                </c:pt>
                <c:pt idx="825">
                  <c:v>9.6386299999999991</c:v>
                </c:pt>
                <c:pt idx="826">
                  <c:v>9.8432999999999993</c:v>
                </c:pt>
                <c:pt idx="827">
                  <c:v>9.8723299999999998</c:v>
                </c:pt>
                <c:pt idx="828">
                  <c:v>10.2615</c:v>
                </c:pt>
                <c:pt idx="829">
                  <c:v>10.4435</c:v>
                </c:pt>
                <c:pt idx="830">
                  <c:v>10.030799999999999</c:v>
                </c:pt>
                <c:pt idx="831">
                  <c:v>9.8063199999999995</c:v>
                </c:pt>
                <c:pt idx="832">
                  <c:v>9.7513699999999996</c:v>
                </c:pt>
                <c:pt idx="833">
                  <c:v>9.6602399999999999</c:v>
                </c:pt>
                <c:pt idx="834">
                  <c:v>9.5873799999999996</c:v>
                </c:pt>
                <c:pt idx="835">
                  <c:v>9.6576000000000004</c:v>
                </c:pt>
                <c:pt idx="836">
                  <c:v>9.8378700000000006</c:v>
                </c:pt>
                <c:pt idx="837">
                  <c:v>9.9570000000000007</c:v>
                </c:pt>
                <c:pt idx="838">
                  <c:v>9.8631100000000007</c:v>
                </c:pt>
                <c:pt idx="839">
                  <c:v>10.073</c:v>
                </c:pt>
                <c:pt idx="840">
                  <c:v>10.355600000000001</c:v>
                </c:pt>
                <c:pt idx="841">
                  <c:v>10.3193</c:v>
                </c:pt>
                <c:pt idx="842">
                  <c:v>9.9335900000000006</c:v>
                </c:pt>
                <c:pt idx="843">
                  <c:v>9.5672899999999998</c:v>
                </c:pt>
                <c:pt idx="844">
                  <c:v>9.4177700000000009</c:v>
                </c:pt>
                <c:pt idx="845">
                  <c:v>9.6049500000000005</c:v>
                </c:pt>
                <c:pt idx="846">
                  <c:v>9.7145700000000001</c:v>
                </c:pt>
                <c:pt idx="847">
                  <c:v>9.9332399999999996</c:v>
                </c:pt>
                <c:pt idx="848">
                  <c:v>10.480499999999999</c:v>
                </c:pt>
                <c:pt idx="849">
                  <c:v>10.7117</c:v>
                </c:pt>
                <c:pt idx="850">
                  <c:v>10.5557</c:v>
                </c:pt>
                <c:pt idx="851">
                  <c:v>10.2492</c:v>
                </c:pt>
                <c:pt idx="852">
                  <c:v>9.95913</c:v>
                </c:pt>
                <c:pt idx="853">
                  <c:v>9.7036200000000008</c:v>
                </c:pt>
                <c:pt idx="854">
                  <c:v>9.6486499999999999</c:v>
                </c:pt>
                <c:pt idx="855">
                  <c:v>9.7656299999999998</c:v>
                </c:pt>
                <c:pt idx="856">
                  <c:v>9.9559899999999999</c:v>
                </c:pt>
                <c:pt idx="857">
                  <c:v>10.0435</c:v>
                </c:pt>
                <c:pt idx="858">
                  <c:v>10.027200000000001</c:v>
                </c:pt>
                <c:pt idx="859">
                  <c:v>10.0464</c:v>
                </c:pt>
                <c:pt idx="860">
                  <c:v>10.051299999999999</c:v>
                </c:pt>
                <c:pt idx="861">
                  <c:v>10.1389</c:v>
                </c:pt>
                <c:pt idx="862">
                  <c:v>10.255599999999999</c:v>
                </c:pt>
                <c:pt idx="863">
                  <c:v>10.351599999999999</c:v>
                </c:pt>
                <c:pt idx="864">
                  <c:v>10.291700000000001</c:v>
                </c:pt>
                <c:pt idx="865">
                  <c:v>10.196199999999999</c:v>
                </c:pt>
                <c:pt idx="866">
                  <c:v>9.8154800000000009</c:v>
                </c:pt>
                <c:pt idx="867">
                  <c:v>9.7430500000000002</c:v>
                </c:pt>
                <c:pt idx="868">
                  <c:v>10.2676</c:v>
                </c:pt>
                <c:pt idx="869">
                  <c:v>10.346299999999999</c:v>
                </c:pt>
                <c:pt idx="870">
                  <c:v>10.071400000000001</c:v>
                </c:pt>
                <c:pt idx="871">
                  <c:v>9.97898</c:v>
                </c:pt>
                <c:pt idx="872">
                  <c:v>10.056800000000001</c:v>
                </c:pt>
                <c:pt idx="873">
                  <c:v>10.155200000000001</c:v>
                </c:pt>
                <c:pt idx="874">
                  <c:v>10.3858</c:v>
                </c:pt>
                <c:pt idx="875">
                  <c:v>10.283899999999999</c:v>
                </c:pt>
                <c:pt idx="876">
                  <c:v>9.9083400000000008</c:v>
                </c:pt>
                <c:pt idx="877">
                  <c:v>9.82728</c:v>
                </c:pt>
                <c:pt idx="878">
                  <c:v>9.7488700000000001</c:v>
                </c:pt>
                <c:pt idx="879">
                  <c:v>9.7546400000000002</c:v>
                </c:pt>
                <c:pt idx="880">
                  <c:v>9.8987300000000005</c:v>
                </c:pt>
                <c:pt idx="881">
                  <c:v>10.089700000000001</c:v>
                </c:pt>
                <c:pt idx="882">
                  <c:v>10.122199999999999</c:v>
                </c:pt>
                <c:pt idx="883">
                  <c:v>9.9796200000000006</c:v>
                </c:pt>
                <c:pt idx="884">
                  <c:v>10.0037</c:v>
                </c:pt>
                <c:pt idx="885">
                  <c:v>9.9810700000000008</c:v>
                </c:pt>
                <c:pt idx="886">
                  <c:v>9.8492599999999992</c:v>
                </c:pt>
                <c:pt idx="887">
                  <c:v>10.030900000000001</c:v>
                </c:pt>
                <c:pt idx="888">
                  <c:v>10.361000000000001</c:v>
                </c:pt>
                <c:pt idx="889">
                  <c:v>10.294</c:v>
                </c:pt>
                <c:pt idx="890">
                  <c:v>10.0025</c:v>
                </c:pt>
                <c:pt idx="891">
                  <c:v>10.337400000000001</c:v>
                </c:pt>
                <c:pt idx="892">
                  <c:v>10.5222</c:v>
                </c:pt>
                <c:pt idx="893">
                  <c:v>10.208299999999999</c:v>
                </c:pt>
                <c:pt idx="894">
                  <c:v>9.9638299999999997</c:v>
                </c:pt>
                <c:pt idx="895">
                  <c:v>9.8221799999999995</c:v>
                </c:pt>
                <c:pt idx="896">
                  <c:v>10.0169</c:v>
                </c:pt>
                <c:pt idx="897">
                  <c:v>10.141299999999999</c:v>
                </c:pt>
                <c:pt idx="898">
                  <c:v>9.9341799999999996</c:v>
                </c:pt>
                <c:pt idx="899">
                  <c:v>9.7079000000000004</c:v>
                </c:pt>
                <c:pt idx="900">
                  <c:v>9.5390099999999993</c:v>
                </c:pt>
                <c:pt idx="901">
                  <c:v>9.7043700000000008</c:v>
                </c:pt>
                <c:pt idx="902">
                  <c:v>9.7228200000000005</c:v>
                </c:pt>
                <c:pt idx="903">
                  <c:v>9.5544799999999999</c:v>
                </c:pt>
                <c:pt idx="904">
                  <c:v>9.7307699999999997</c:v>
                </c:pt>
                <c:pt idx="905">
                  <c:v>10.1919</c:v>
                </c:pt>
                <c:pt idx="906">
                  <c:v>10.420299999999999</c:v>
                </c:pt>
                <c:pt idx="907">
                  <c:v>10.3598</c:v>
                </c:pt>
                <c:pt idx="908">
                  <c:v>10.253299999999999</c:v>
                </c:pt>
                <c:pt idx="909">
                  <c:v>10.138500000000001</c:v>
                </c:pt>
                <c:pt idx="910">
                  <c:v>10.304</c:v>
                </c:pt>
                <c:pt idx="911">
                  <c:v>10.651300000000001</c:v>
                </c:pt>
                <c:pt idx="912">
                  <c:v>10.6454</c:v>
                </c:pt>
                <c:pt idx="913">
                  <c:v>9.99709</c:v>
                </c:pt>
                <c:pt idx="914">
                  <c:v>9.5883000000000003</c:v>
                </c:pt>
                <c:pt idx="915">
                  <c:v>9.5410900000000005</c:v>
                </c:pt>
                <c:pt idx="916">
                  <c:v>9.5869800000000005</c:v>
                </c:pt>
                <c:pt idx="917">
                  <c:v>9.7314000000000007</c:v>
                </c:pt>
                <c:pt idx="918">
                  <c:v>9.7811000000000003</c:v>
                </c:pt>
                <c:pt idx="919">
                  <c:v>9.5889699999999998</c:v>
                </c:pt>
                <c:pt idx="920">
                  <c:v>9.6323799999999995</c:v>
                </c:pt>
                <c:pt idx="921">
                  <c:v>10.0678</c:v>
                </c:pt>
                <c:pt idx="922">
                  <c:v>10.2864</c:v>
                </c:pt>
                <c:pt idx="923">
                  <c:v>10.1149</c:v>
                </c:pt>
                <c:pt idx="924">
                  <c:v>10.1477</c:v>
                </c:pt>
                <c:pt idx="925">
                  <c:v>10.4725</c:v>
                </c:pt>
                <c:pt idx="926">
                  <c:v>10.6149</c:v>
                </c:pt>
                <c:pt idx="927">
                  <c:v>10.2126</c:v>
                </c:pt>
                <c:pt idx="928">
                  <c:v>10.182</c:v>
                </c:pt>
                <c:pt idx="929">
                  <c:v>10.4459</c:v>
                </c:pt>
                <c:pt idx="930">
                  <c:v>10.9514</c:v>
                </c:pt>
                <c:pt idx="931">
                  <c:v>11.2585</c:v>
                </c:pt>
                <c:pt idx="932">
                  <c:v>11.0792</c:v>
                </c:pt>
                <c:pt idx="933">
                  <c:v>10.889200000000001</c:v>
                </c:pt>
                <c:pt idx="934">
                  <c:v>10.8917</c:v>
                </c:pt>
                <c:pt idx="935">
                  <c:v>10.673999999999999</c:v>
                </c:pt>
                <c:pt idx="936">
                  <c:v>10.739000000000001</c:v>
                </c:pt>
                <c:pt idx="937">
                  <c:v>10.6883</c:v>
                </c:pt>
                <c:pt idx="938">
                  <c:v>10.303100000000001</c:v>
                </c:pt>
                <c:pt idx="939">
                  <c:v>9.9191900000000004</c:v>
                </c:pt>
                <c:pt idx="940">
                  <c:v>9.7794100000000004</c:v>
                </c:pt>
                <c:pt idx="941">
                  <c:v>9.7808200000000003</c:v>
                </c:pt>
                <c:pt idx="942">
                  <c:v>9.7644000000000002</c:v>
                </c:pt>
                <c:pt idx="943">
                  <c:v>9.4723400000000009</c:v>
                </c:pt>
                <c:pt idx="944">
                  <c:v>9.3446400000000001</c:v>
                </c:pt>
                <c:pt idx="945">
                  <c:v>9.7084299999999999</c:v>
                </c:pt>
                <c:pt idx="946">
                  <c:v>9.4805200000000003</c:v>
                </c:pt>
                <c:pt idx="947">
                  <c:v>9.2690999999999999</c:v>
                </c:pt>
                <c:pt idx="948">
                  <c:v>9.5110799999999998</c:v>
                </c:pt>
                <c:pt idx="949">
                  <c:v>10.054399999999999</c:v>
                </c:pt>
                <c:pt idx="950">
                  <c:v>10.276999999999999</c:v>
                </c:pt>
                <c:pt idx="951">
                  <c:v>9.9196200000000001</c:v>
                </c:pt>
                <c:pt idx="952">
                  <c:v>9.32606</c:v>
                </c:pt>
                <c:pt idx="953">
                  <c:v>9.2504200000000001</c:v>
                </c:pt>
                <c:pt idx="954">
                  <c:v>9.5473300000000005</c:v>
                </c:pt>
                <c:pt idx="955">
                  <c:v>9.8407099999999996</c:v>
                </c:pt>
                <c:pt idx="956">
                  <c:v>10.074299999999999</c:v>
                </c:pt>
                <c:pt idx="957">
                  <c:v>10.048</c:v>
                </c:pt>
                <c:pt idx="958">
                  <c:v>9.9392899999999997</c:v>
                </c:pt>
                <c:pt idx="959">
                  <c:v>9.8390000000000004</c:v>
                </c:pt>
                <c:pt idx="960">
                  <c:v>9.9281299999999995</c:v>
                </c:pt>
                <c:pt idx="961">
                  <c:v>10.1839</c:v>
                </c:pt>
                <c:pt idx="962">
                  <c:v>10.3622</c:v>
                </c:pt>
                <c:pt idx="963">
                  <c:v>10.0335</c:v>
                </c:pt>
                <c:pt idx="964">
                  <c:v>9.8374400000000009</c:v>
                </c:pt>
                <c:pt idx="965">
                  <c:v>10.254899999999999</c:v>
                </c:pt>
                <c:pt idx="966">
                  <c:v>10.5025</c:v>
                </c:pt>
                <c:pt idx="967">
                  <c:v>10.4451</c:v>
                </c:pt>
                <c:pt idx="968">
                  <c:v>10.360900000000001</c:v>
                </c:pt>
                <c:pt idx="969">
                  <c:v>10.642200000000001</c:v>
                </c:pt>
                <c:pt idx="970">
                  <c:v>10.8184</c:v>
                </c:pt>
                <c:pt idx="971">
                  <c:v>10.8155</c:v>
                </c:pt>
                <c:pt idx="972">
                  <c:v>11.0984</c:v>
                </c:pt>
                <c:pt idx="973">
                  <c:v>11.472099999999999</c:v>
                </c:pt>
                <c:pt idx="974">
                  <c:v>12.115600000000001</c:v>
                </c:pt>
                <c:pt idx="975">
                  <c:v>12.7843</c:v>
                </c:pt>
                <c:pt idx="976">
                  <c:v>12.9284</c:v>
                </c:pt>
                <c:pt idx="977">
                  <c:v>13.069699999999999</c:v>
                </c:pt>
                <c:pt idx="978">
                  <c:v>13.235099999999999</c:v>
                </c:pt>
                <c:pt idx="979">
                  <c:v>13.7155</c:v>
                </c:pt>
                <c:pt idx="980">
                  <c:v>14.6785</c:v>
                </c:pt>
                <c:pt idx="981">
                  <c:v>15.900399999999999</c:v>
                </c:pt>
                <c:pt idx="982">
                  <c:v>17.193999999999999</c:v>
                </c:pt>
                <c:pt idx="983">
                  <c:v>18.112200000000001</c:v>
                </c:pt>
                <c:pt idx="984">
                  <c:v>18.741</c:v>
                </c:pt>
                <c:pt idx="985">
                  <c:v>19.3886</c:v>
                </c:pt>
                <c:pt idx="986">
                  <c:v>20.292400000000001</c:v>
                </c:pt>
                <c:pt idx="987">
                  <c:v>21.279199999999999</c:v>
                </c:pt>
                <c:pt idx="988">
                  <c:v>21.835899999999999</c:v>
                </c:pt>
                <c:pt idx="989">
                  <c:v>21.9026</c:v>
                </c:pt>
                <c:pt idx="990">
                  <c:v>21.670500000000001</c:v>
                </c:pt>
                <c:pt idx="991">
                  <c:v>21.055700000000002</c:v>
                </c:pt>
                <c:pt idx="992">
                  <c:v>20.279599999999999</c:v>
                </c:pt>
                <c:pt idx="993">
                  <c:v>19.562899999999999</c:v>
                </c:pt>
                <c:pt idx="994">
                  <c:v>18.625399999999999</c:v>
                </c:pt>
                <c:pt idx="995">
                  <c:v>17.542200000000001</c:v>
                </c:pt>
                <c:pt idx="996">
                  <c:v>16.350999999999999</c:v>
                </c:pt>
                <c:pt idx="997">
                  <c:v>15.261100000000001</c:v>
                </c:pt>
                <c:pt idx="998">
                  <c:v>14.3649</c:v>
                </c:pt>
                <c:pt idx="999">
                  <c:v>13.754300000000001</c:v>
                </c:pt>
                <c:pt idx="1000">
                  <c:v>13.319900000000001</c:v>
                </c:pt>
                <c:pt idx="1001">
                  <c:v>13.006</c:v>
                </c:pt>
                <c:pt idx="1002">
                  <c:v>12.7272</c:v>
                </c:pt>
                <c:pt idx="1003">
                  <c:v>12.581</c:v>
                </c:pt>
                <c:pt idx="1004">
                  <c:v>12.521800000000001</c:v>
                </c:pt>
                <c:pt idx="1005">
                  <c:v>12.332100000000001</c:v>
                </c:pt>
                <c:pt idx="1006">
                  <c:v>12.079800000000001</c:v>
                </c:pt>
                <c:pt idx="1007">
                  <c:v>12.0671</c:v>
                </c:pt>
                <c:pt idx="1008">
                  <c:v>11.889799999999999</c:v>
                </c:pt>
                <c:pt idx="1009">
                  <c:v>11.579800000000001</c:v>
                </c:pt>
                <c:pt idx="1010">
                  <c:v>11.2897</c:v>
                </c:pt>
                <c:pt idx="1011">
                  <c:v>10.9328</c:v>
                </c:pt>
                <c:pt idx="1012">
                  <c:v>10.8993</c:v>
                </c:pt>
                <c:pt idx="1013">
                  <c:v>10.940300000000001</c:v>
                </c:pt>
                <c:pt idx="1014">
                  <c:v>11.0222</c:v>
                </c:pt>
                <c:pt idx="1015">
                  <c:v>11.0373</c:v>
                </c:pt>
                <c:pt idx="1016">
                  <c:v>10.8559</c:v>
                </c:pt>
                <c:pt idx="1017">
                  <c:v>10.986499999999999</c:v>
                </c:pt>
                <c:pt idx="1018">
                  <c:v>10.979100000000001</c:v>
                </c:pt>
                <c:pt idx="1019">
                  <c:v>11.021599999999999</c:v>
                </c:pt>
                <c:pt idx="1020">
                  <c:v>10.7888</c:v>
                </c:pt>
                <c:pt idx="1021">
                  <c:v>10.5113</c:v>
                </c:pt>
                <c:pt idx="1022">
                  <c:v>10.355700000000001</c:v>
                </c:pt>
                <c:pt idx="1023">
                  <c:v>10.327999999999999</c:v>
                </c:pt>
                <c:pt idx="1024">
                  <c:v>10.450200000000001</c:v>
                </c:pt>
                <c:pt idx="1025">
                  <c:v>10.6059</c:v>
                </c:pt>
                <c:pt idx="1026">
                  <c:v>10.8963</c:v>
                </c:pt>
                <c:pt idx="1027">
                  <c:v>11.013299999999999</c:v>
                </c:pt>
                <c:pt idx="1028">
                  <c:v>10.7555</c:v>
                </c:pt>
                <c:pt idx="1029">
                  <c:v>10.428900000000001</c:v>
                </c:pt>
                <c:pt idx="1030">
                  <c:v>10.4275</c:v>
                </c:pt>
                <c:pt idx="1031">
                  <c:v>10.381</c:v>
                </c:pt>
                <c:pt idx="1032">
                  <c:v>10.3904</c:v>
                </c:pt>
                <c:pt idx="1033">
                  <c:v>10.593999999999999</c:v>
                </c:pt>
                <c:pt idx="1034">
                  <c:v>10.603300000000001</c:v>
                </c:pt>
                <c:pt idx="1035">
                  <c:v>10.6374</c:v>
                </c:pt>
                <c:pt idx="1036">
                  <c:v>10.8278</c:v>
                </c:pt>
                <c:pt idx="1037">
                  <c:v>10.784599999999999</c:v>
                </c:pt>
                <c:pt idx="1038">
                  <c:v>10.610200000000001</c:v>
                </c:pt>
                <c:pt idx="1039">
                  <c:v>11.052899999999999</c:v>
                </c:pt>
                <c:pt idx="1040">
                  <c:v>11.6784</c:v>
                </c:pt>
                <c:pt idx="1041">
                  <c:v>11.492800000000001</c:v>
                </c:pt>
                <c:pt idx="1042">
                  <c:v>11.129300000000001</c:v>
                </c:pt>
                <c:pt idx="1043">
                  <c:v>10.9421</c:v>
                </c:pt>
                <c:pt idx="1044">
                  <c:v>10.803100000000001</c:v>
                </c:pt>
                <c:pt idx="1045">
                  <c:v>10.9277</c:v>
                </c:pt>
                <c:pt idx="1046">
                  <c:v>10.960900000000001</c:v>
                </c:pt>
                <c:pt idx="1047">
                  <c:v>10.6975</c:v>
                </c:pt>
                <c:pt idx="1048">
                  <c:v>10.681699999999999</c:v>
                </c:pt>
                <c:pt idx="1049">
                  <c:v>11.134</c:v>
                </c:pt>
                <c:pt idx="1050">
                  <c:v>11.347300000000001</c:v>
                </c:pt>
                <c:pt idx="1051">
                  <c:v>11.240500000000001</c:v>
                </c:pt>
                <c:pt idx="1052">
                  <c:v>11.083399999999999</c:v>
                </c:pt>
                <c:pt idx="1053">
                  <c:v>11.2171</c:v>
                </c:pt>
                <c:pt idx="1054">
                  <c:v>11.096299999999999</c:v>
                </c:pt>
                <c:pt idx="1055">
                  <c:v>10.878</c:v>
                </c:pt>
                <c:pt idx="1056">
                  <c:v>10.7341</c:v>
                </c:pt>
                <c:pt idx="1057">
                  <c:v>10.5175</c:v>
                </c:pt>
                <c:pt idx="1058">
                  <c:v>10.3109</c:v>
                </c:pt>
                <c:pt idx="1059">
                  <c:v>10.2262</c:v>
                </c:pt>
                <c:pt idx="1060">
                  <c:v>10.329700000000001</c:v>
                </c:pt>
                <c:pt idx="1061">
                  <c:v>10.229100000000001</c:v>
                </c:pt>
                <c:pt idx="1062">
                  <c:v>10.2889</c:v>
                </c:pt>
                <c:pt idx="1063">
                  <c:v>10.324400000000001</c:v>
                </c:pt>
                <c:pt idx="1064">
                  <c:v>10.1713</c:v>
                </c:pt>
                <c:pt idx="1065">
                  <c:v>10.1472</c:v>
                </c:pt>
                <c:pt idx="1066">
                  <c:v>10.307399999999999</c:v>
                </c:pt>
                <c:pt idx="1067">
                  <c:v>10.6098</c:v>
                </c:pt>
                <c:pt idx="1068">
                  <c:v>10.5839</c:v>
                </c:pt>
                <c:pt idx="1069">
                  <c:v>10.5128</c:v>
                </c:pt>
                <c:pt idx="1070">
                  <c:v>10.3073</c:v>
                </c:pt>
                <c:pt idx="1071">
                  <c:v>10.240600000000001</c:v>
                </c:pt>
                <c:pt idx="1072">
                  <c:v>10.432600000000001</c:v>
                </c:pt>
                <c:pt idx="1073">
                  <c:v>10.8078</c:v>
                </c:pt>
                <c:pt idx="1074">
                  <c:v>10.924899999999999</c:v>
                </c:pt>
                <c:pt idx="1075">
                  <c:v>10.7872</c:v>
                </c:pt>
                <c:pt idx="1076">
                  <c:v>10.7287</c:v>
                </c:pt>
                <c:pt idx="1077">
                  <c:v>10.669499999999999</c:v>
                </c:pt>
                <c:pt idx="1078">
                  <c:v>10.337300000000001</c:v>
                </c:pt>
                <c:pt idx="1079">
                  <c:v>10.1663</c:v>
                </c:pt>
                <c:pt idx="1080">
                  <c:v>10.6257</c:v>
                </c:pt>
                <c:pt idx="1081">
                  <c:v>10.8613</c:v>
                </c:pt>
                <c:pt idx="1082">
                  <c:v>10.809699999999999</c:v>
                </c:pt>
                <c:pt idx="1083">
                  <c:v>10.882099999999999</c:v>
                </c:pt>
                <c:pt idx="1084">
                  <c:v>10.598699999999999</c:v>
                </c:pt>
                <c:pt idx="1085">
                  <c:v>10.368499999999999</c:v>
                </c:pt>
                <c:pt idx="1086">
                  <c:v>10.5189</c:v>
                </c:pt>
                <c:pt idx="1087">
                  <c:v>10.757</c:v>
                </c:pt>
                <c:pt idx="1088">
                  <c:v>10.7881</c:v>
                </c:pt>
                <c:pt idx="1089">
                  <c:v>10.7355</c:v>
                </c:pt>
                <c:pt idx="1090">
                  <c:v>10.910299999999999</c:v>
                </c:pt>
                <c:pt idx="1091">
                  <c:v>10.962199999999999</c:v>
                </c:pt>
                <c:pt idx="1092">
                  <c:v>11.3668</c:v>
                </c:pt>
                <c:pt idx="1093">
                  <c:v>11.7538</c:v>
                </c:pt>
                <c:pt idx="1094">
                  <c:v>12.199199999999999</c:v>
                </c:pt>
                <c:pt idx="1095">
                  <c:v>12.16</c:v>
                </c:pt>
                <c:pt idx="1096">
                  <c:v>11.8527</c:v>
                </c:pt>
                <c:pt idx="1097">
                  <c:v>11.896599999999999</c:v>
                </c:pt>
                <c:pt idx="1098">
                  <c:v>11.954000000000001</c:v>
                </c:pt>
                <c:pt idx="1099">
                  <c:v>11.8627</c:v>
                </c:pt>
                <c:pt idx="1100">
                  <c:v>11.7159</c:v>
                </c:pt>
                <c:pt idx="1101">
                  <c:v>11.6873</c:v>
                </c:pt>
                <c:pt idx="1102">
                  <c:v>11.8398</c:v>
                </c:pt>
                <c:pt idx="1103">
                  <c:v>11.8803</c:v>
                </c:pt>
                <c:pt idx="1104">
                  <c:v>11.666600000000001</c:v>
                </c:pt>
                <c:pt idx="1105">
                  <c:v>11.440300000000001</c:v>
                </c:pt>
                <c:pt idx="1106">
                  <c:v>11.4384</c:v>
                </c:pt>
                <c:pt idx="1107">
                  <c:v>11.327299999999999</c:v>
                </c:pt>
                <c:pt idx="1108">
                  <c:v>11.055</c:v>
                </c:pt>
                <c:pt idx="1109">
                  <c:v>11.0322</c:v>
                </c:pt>
                <c:pt idx="1110">
                  <c:v>11.234400000000001</c:v>
                </c:pt>
                <c:pt idx="1111">
                  <c:v>11.661799999999999</c:v>
                </c:pt>
                <c:pt idx="1112">
                  <c:v>12.071099999999999</c:v>
                </c:pt>
                <c:pt idx="1113">
                  <c:v>12.2235</c:v>
                </c:pt>
                <c:pt idx="1114">
                  <c:v>12.039099999999999</c:v>
                </c:pt>
                <c:pt idx="1115">
                  <c:v>11.573399999999999</c:v>
                </c:pt>
                <c:pt idx="1116">
                  <c:v>11.277200000000001</c:v>
                </c:pt>
                <c:pt idx="1117">
                  <c:v>11.2182</c:v>
                </c:pt>
                <c:pt idx="1118">
                  <c:v>11.2119</c:v>
                </c:pt>
                <c:pt idx="1119">
                  <c:v>11.338200000000001</c:v>
                </c:pt>
                <c:pt idx="1120">
                  <c:v>11.2965</c:v>
                </c:pt>
                <c:pt idx="1121">
                  <c:v>11.0373</c:v>
                </c:pt>
                <c:pt idx="1122">
                  <c:v>11.007</c:v>
                </c:pt>
                <c:pt idx="1123">
                  <c:v>11.062799999999999</c:v>
                </c:pt>
                <c:pt idx="1124">
                  <c:v>11.1607</c:v>
                </c:pt>
                <c:pt idx="1125">
                  <c:v>11.5586</c:v>
                </c:pt>
                <c:pt idx="1126">
                  <c:v>11.7037</c:v>
                </c:pt>
                <c:pt idx="1127">
                  <c:v>11.520300000000001</c:v>
                </c:pt>
                <c:pt idx="1128">
                  <c:v>11.6044</c:v>
                </c:pt>
                <c:pt idx="1129">
                  <c:v>11.4613</c:v>
                </c:pt>
                <c:pt idx="1130">
                  <c:v>11.276199999999999</c:v>
                </c:pt>
                <c:pt idx="1131">
                  <c:v>11.346299999999999</c:v>
                </c:pt>
                <c:pt idx="1132">
                  <c:v>11.332700000000001</c:v>
                </c:pt>
                <c:pt idx="1133">
                  <c:v>11.4535</c:v>
                </c:pt>
                <c:pt idx="1134">
                  <c:v>11.566800000000001</c:v>
                </c:pt>
                <c:pt idx="1135">
                  <c:v>11.459</c:v>
                </c:pt>
                <c:pt idx="1136">
                  <c:v>11.6038</c:v>
                </c:pt>
                <c:pt idx="1137">
                  <c:v>11.6404</c:v>
                </c:pt>
                <c:pt idx="1138">
                  <c:v>11.509600000000001</c:v>
                </c:pt>
                <c:pt idx="1139">
                  <c:v>11.5137</c:v>
                </c:pt>
                <c:pt idx="1140">
                  <c:v>11.628399999999999</c:v>
                </c:pt>
                <c:pt idx="1141">
                  <c:v>11.7949</c:v>
                </c:pt>
                <c:pt idx="1142">
                  <c:v>12.062200000000001</c:v>
                </c:pt>
                <c:pt idx="1143">
                  <c:v>12.369300000000001</c:v>
                </c:pt>
                <c:pt idx="1144">
                  <c:v>12.2529</c:v>
                </c:pt>
                <c:pt idx="1145">
                  <c:v>11.984</c:v>
                </c:pt>
                <c:pt idx="1146">
                  <c:v>11.7096</c:v>
                </c:pt>
                <c:pt idx="1147">
                  <c:v>11.4369</c:v>
                </c:pt>
                <c:pt idx="1148">
                  <c:v>11.287000000000001</c:v>
                </c:pt>
                <c:pt idx="1149">
                  <c:v>11.180199999999999</c:v>
                </c:pt>
                <c:pt idx="1150">
                  <c:v>11.3171</c:v>
                </c:pt>
                <c:pt idx="1151">
                  <c:v>11.912100000000001</c:v>
                </c:pt>
                <c:pt idx="1152">
                  <c:v>12.3209</c:v>
                </c:pt>
                <c:pt idx="1153">
                  <c:v>12.1639</c:v>
                </c:pt>
                <c:pt idx="1154">
                  <c:v>12.388</c:v>
                </c:pt>
                <c:pt idx="1155">
                  <c:v>12.801299999999999</c:v>
                </c:pt>
                <c:pt idx="1156">
                  <c:v>13.042199999999999</c:v>
                </c:pt>
                <c:pt idx="1157">
                  <c:v>13.2925</c:v>
                </c:pt>
                <c:pt idx="1158">
                  <c:v>13.3797</c:v>
                </c:pt>
                <c:pt idx="1159">
                  <c:v>13.647500000000001</c:v>
                </c:pt>
                <c:pt idx="1160">
                  <c:v>13.5519</c:v>
                </c:pt>
                <c:pt idx="1161">
                  <c:v>13.231199999999999</c:v>
                </c:pt>
                <c:pt idx="1162">
                  <c:v>12.898199999999999</c:v>
                </c:pt>
                <c:pt idx="1163">
                  <c:v>13.0837</c:v>
                </c:pt>
                <c:pt idx="1164">
                  <c:v>13.045400000000001</c:v>
                </c:pt>
                <c:pt idx="1165">
                  <c:v>12.914899999999999</c:v>
                </c:pt>
                <c:pt idx="1166">
                  <c:v>13.161099999999999</c:v>
                </c:pt>
                <c:pt idx="1167">
                  <c:v>13.462300000000001</c:v>
                </c:pt>
                <c:pt idx="1168">
                  <c:v>13.626200000000001</c:v>
                </c:pt>
                <c:pt idx="1169">
                  <c:v>13.825200000000001</c:v>
                </c:pt>
                <c:pt idx="1170">
                  <c:v>14.0924</c:v>
                </c:pt>
                <c:pt idx="1171">
                  <c:v>14.236499999999999</c:v>
                </c:pt>
                <c:pt idx="1172">
                  <c:v>14.483499999999999</c:v>
                </c:pt>
                <c:pt idx="1173">
                  <c:v>14.676500000000001</c:v>
                </c:pt>
                <c:pt idx="1174">
                  <c:v>14.939399999999999</c:v>
                </c:pt>
                <c:pt idx="1175">
                  <c:v>15.4636</c:v>
                </c:pt>
                <c:pt idx="1176">
                  <c:v>16.196400000000001</c:v>
                </c:pt>
                <c:pt idx="1177">
                  <c:v>16.624400000000001</c:v>
                </c:pt>
                <c:pt idx="1178">
                  <c:v>17.1495</c:v>
                </c:pt>
                <c:pt idx="1179">
                  <c:v>18.016999999999999</c:v>
                </c:pt>
                <c:pt idx="1180">
                  <c:v>19.0884</c:v>
                </c:pt>
                <c:pt idx="1181">
                  <c:v>20.3901</c:v>
                </c:pt>
                <c:pt idx="1182">
                  <c:v>21.863199999999999</c:v>
                </c:pt>
                <c:pt idx="1183">
                  <c:v>23.661799999999999</c:v>
                </c:pt>
                <c:pt idx="1184">
                  <c:v>25.9817</c:v>
                </c:pt>
                <c:pt idx="1185">
                  <c:v>27.675999999999998</c:v>
                </c:pt>
                <c:pt idx="1186">
                  <c:v>28.675799999999999</c:v>
                </c:pt>
                <c:pt idx="1187">
                  <c:v>30.010200000000001</c:v>
                </c:pt>
                <c:pt idx="1188">
                  <c:v>31.009699999999999</c:v>
                </c:pt>
                <c:pt idx="1189">
                  <c:v>31.5</c:v>
                </c:pt>
                <c:pt idx="1190">
                  <c:v>31.1769</c:v>
                </c:pt>
                <c:pt idx="1191">
                  <c:v>30.603999999999999</c:v>
                </c:pt>
                <c:pt idx="1192">
                  <c:v>29.659500000000001</c:v>
                </c:pt>
                <c:pt idx="1193">
                  <c:v>28.117999999999999</c:v>
                </c:pt>
                <c:pt idx="1194">
                  <c:v>26.664300000000001</c:v>
                </c:pt>
                <c:pt idx="1195">
                  <c:v>25.017099999999999</c:v>
                </c:pt>
                <c:pt idx="1196">
                  <c:v>23.0609</c:v>
                </c:pt>
                <c:pt idx="1197">
                  <c:v>21.352499999999999</c:v>
                </c:pt>
                <c:pt idx="1198">
                  <c:v>19.8611</c:v>
                </c:pt>
                <c:pt idx="1199">
                  <c:v>18.616499999999998</c:v>
                </c:pt>
                <c:pt idx="1200">
                  <c:v>17.377099999999999</c:v>
                </c:pt>
                <c:pt idx="1201">
                  <c:v>16.132300000000001</c:v>
                </c:pt>
                <c:pt idx="1202">
                  <c:v>15.010400000000001</c:v>
                </c:pt>
                <c:pt idx="1203">
                  <c:v>14.1586</c:v>
                </c:pt>
                <c:pt idx="1204">
                  <c:v>13.921099999999999</c:v>
                </c:pt>
                <c:pt idx="1205">
                  <c:v>13.9438</c:v>
                </c:pt>
                <c:pt idx="1206">
                  <c:v>13.6432</c:v>
                </c:pt>
                <c:pt idx="1207">
                  <c:v>13.3254</c:v>
                </c:pt>
                <c:pt idx="1208">
                  <c:v>13.189</c:v>
                </c:pt>
                <c:pt idx="1209">
                  <c:v>13.1488</c:v>
                </c:pt>
                <c:pt idx="1210">
                  <c:v>12.9108</c:v>
                </c:pt>
                <c:pt idx="1211">
                  <c:v>12.750299999999999</c:v>
                </c:pt>
                <c:pt idx="1212">
                  <c:v>12.436</c:v>
                </c:pt>
                <c:pt idx="1213">
                  <c:v>11.8728</c:v>
                </c:pt>
                <c:pt idx="1214">
                  <c:v>11.7224</c:v>
                </c:pt>
                <c:pt idx="1215">
                  <c:v>11.750500000000001</c:v>
                </c:pt>
                <c:pt idx="1216">
                  <c:v>12.0626</c:v>
                </c:pt>
                <c:pt idx="1217">
                  <c:v>12.269299999999999</c:v>
                </c:pt>
                <c:pt idx="1218">
                  <c:v>12.4956</c:v>
                </c:pt>
                <c:pt idx="1219">
                  <c:v>12.363200000000001</c:v>
                </c:pt>
                <c:pt idx="1220">
                  <c:v>11.887</c:v>
                </c:pt>
                <c:pt idx="1221">
                  <c:v>11.507999999999999</c:v>
                </c:pt>
                <c:pt idx="1222">
                  <c:v>11.371499999999999</c:v>
                </c:pt>
                <c:pt idx="1223">
                  <c:v>11.1769</c:v>
                </c:pt>
                <c:pt idx="1224">
                  <c:v>11.47</c:v>
                </c:pt>
                <c:pt idx="1225">
                  <c:v>11.9183</c:v>
                </c:pt>
                <c:pt idx="1226">
                  <c:v>12.060600000000001</c:v>
                </c:pt>
                <c:pt idx="1227">
                  <c:v>12.0977</c:v>
                </c:pt>
                <c:pt idx="1228">
                  <c:v>11.871700000000001</c:v>
                </c:pt>
                <c:pt idx="1229">
                  <c:v>11.3634</c:v>
                </c:pt>
                <c:pt idx="1230">
                  <c:v>11.6586</c:v>
                </c:pt>
                <c:pt idx="1231">
                  <c:v>12.090299999999999</c:v>
                </c:pt>
                <c:pt idx="1232">
                  <c:v>12.214499999999999</c:v>
                </c:pt>
                <c:pt idx="1233">
                  <c:v>12.345000000000001</c:v>
                </c:pt>
                <c:pt idx="1234">
                  <c:v>12.448399999999999</c:v>
                </c:pt>
                <c:pt idx="1235">
                  <c:v>12.4817</c:v>
                </c:pt>
                <c:pt idx="1236">
                  <c:v>12.459199999999999</c:v>
                </c:pt>
                <c:pt idx="1237">
                  <c:v>12.3782</c:v>
                </c:pt>
                <c:pt idx="1238">
                  <c:v>12.2705</c:v>
                </c:pt>
                <c:pt idx="1239">
                  <c:v>12.082800000000001</c:v>
                </c:pt>
                <c:pt idx="1240">
                  <c:v>11.9084</c:v>
                </c:pt>
                <c:pt idx="1241">
                  <c:v>12.1166</c:v>
                </c:pt>
                <c:pt idx="1242">
                  <c:v>12.039199999999999</c:v>
                </c:pt>
                <c:pt idx="1243">
                  <c:v>11.8879</c:v>
                </c:pt>
                <c:pt idx="1244">
                  <c:v>12.2241</c:v>
                </c:pt>
                <c:pt idx="1245">
                  <c:v>12.5977</c:v>
                </c:pt>
                <c:pt idx="1246">
                  <c:v>12.6622</c:v>
                </c:pt>
                <c:pt idx="1247">
                  <c:v>12.8247</c:v>
                </c:pt>
                <c:pt idx="1248">
                  <c:v>12.757300000000001</c:v>
                </c:pt>
                <c:pt idx="1249">
                  <c:v>12.4085</c:v>
                </c:pt>
                <c:pt idx="1250">
                  <c:v>12.269</c:v>
                </c:pt>
                <c:pt idx="1251">
                  <c:v>12.7661</c:v>
                </c:pt>
                <c:pt idx="1252">
                  <c:v>13.074400000000001</c:v>
                </c:pt>
                <c:pt idx="1253">
                  <c:v>12.7157</c:v>
                </c:pt>
                <c:pt idx="1254">
                  <c:v>12.101699999999999</c:v>
                </c:pt>
                <c:pt idx="1255">
                  <c:v>11.73</c:v>
                </c:pt>
                <c:pt idx="1256">
                  <c:v>11.6081</c:v>
                </c:pt>
                <c:pt idx="1257">
                  <c:v>11.8759</c:v>
                </c:pt>
                <c:pt idx="1258">
                  <c:v>11.759499999999999</c:v>
                </c:pt>
                <c:pt idx="1259">
                  <c:v>11.549799999999999</c:v>
                </c:pt>
                <c:pt idx="1260">
                  <c:v>11.369400000000001</c:v>
                </c:pt>
                <c:pt idx="1261">
                  <c:v>11.3156</c:v>
                </c:pt>
                <c:pt idx="1262">
                  <c:v>11.5549</c:v>
                </c:pt>
                <c:pt idx="1263">
                  <c:v>12.097</c:v>
                </c:pt>
                <c:pt idx="1264">
                  <c:v>12.332599999999999</c:v>
                </c:pt>
                <c:pt idx="1265">
                  <c:v>12.136799999999999</c:v>
                </c:pt>
                <c:pt idx="1266">
                  <c:v>11.9488</c:v>
                </c:pt>
                <c:pt idx="1267">
                  <c:v>11.5344</c:v>
                </c:pt>
                <c:pt idx="1268">
                  <c:v>11.1851</c:v>
                </c:pt>
                <c:pt idx="1269">
                  <c:v>11.132400000000001</c:v>
                </c:pt>
                <c:pt idx="1270">
                  <c:v>11.495200000000001</c:v>
                </c:pt>
                <c:pt idx="1271">
                  <c:v>11.778499999999999</c:v>
                </c:pt>
                <c:pt idx="1272">
                  <c:v>11.8477</c:v>
                </c:pt>
                <c:pt idx="1273">
                  <c:v>11.965299999999999</c:v>
                </c:pt>
                <c:pt idx="1274">
                  <c:v>11.8127</c:v>
                </c:pt>
                <c:pt idx="1275">
                  <c:v>11.707100000000001</c:v>
                </c:pt>
                <c:pt idx="1276">
                  <c:v>12.0283</c:v>
                </c:pt>
                <c:pt idx="1277">
                  <c:v>11.964399999999999</c:v>
                </c:pt>
                <c:pt idx="1278">
                  <c:v>11.490399999999999</c:v>
                </c:pt>
                <c:pt idx="1279">
                  <c:v>11.013299999999999</c:v>
                </c:pt>
                <c:pt idx="1280">
                  <c:v>10.990500000000001</c:v>
                </c:pt>
                <c:pt idx="1281">
                  <c:v>11.241099999999999</c:v>
                </c:pt>
                <c:pt idx="1282">
                  <c:v>11.1556</c:v>
                </c:pt>
                <c:pt idx="1283">
                  <c:v>11.206</c:v>
                </c:pt>
                <c:pt idx="1284">
                  <c:v>11.388500000000001</c:v>
                </c:pt>
                <c:pt idx="1285">
                  <c:v>11.367599999999999</c:v>
                </c:pt>
                <c:pt idx="1286">
                  <c:v>11.541600000000001</c:v>
                </c:pt>
                <c:pt idx="1287">
                  <c:v>11.8003</c:v>
                </c:pt>
                <c:pt idx="1288">
                  <c:v>12.1288</c:v>
                </c:pt>
                <c:pt idx="1289">
                  <c:v>12.5909</c:v>
                </c:pt>
                <c:pt idx="1290">
                  <c:v>12.688800000000001</c:v>
                </c:pt>
                <c:pt idx="1291">
                  <c:v>12.7064</c:v>
                </c:pt>
                <c:pt idx="1292">
                  <c:v>12.617900000000001</c:v>
                </c:pt>
                <c:pt idx="1293">
                  <c:v>12.5755</c:v>
                </c:pt>
                <c:pt idx="1294">
                  <c:v>12.995799999999999</c:v>
                </c:pt>
                <c:pt idx="1295">
                  <c:v>13.523400000000001</c:v>
                </c:pt>
                <c:pt idx="1296">
                  <c:v>13.5886</c:v>
                </c:pt>
                <c:pt idx="1297">
                  <c:v>12.911799999999999</c:v>
                </c:pt>
                <c:pt idx="1298">
                  <c:v>12.5016</c:v>
                </c:pt>
                <c:pt idx="1299">
                  <c:v>12.5268</c:v>
                </c:pt>
                <c:pt idx="1300">
                  <c:v>12.420400000000001</c:v>
                </c:pt>
                <c:pt idx="1301">
                  <c:v>12.238300000000001</c:v>
                </c:pt>
                <c:pt idx="1302">
                  <c:v>12.4278</c:v>
                </c:pt>
                <c:pt idx="1303">
                  <c:v>12.4033</c:v>
                </c:pt>
                <c:pt idx="1304">
                  <c:v>12.375</c:v>
                </c:pt>
                <c:pt idx="1305">
                  <c:v>12.4902</c:v>
                </c:pt>
                <c:pt idx="1306">
                  <c:v>12.2433</c:v>
                </c:pt>
                <c:pt idx="1307">
                  <c:v>12.111499999999999</c:v>
                </c:pt>
                <c:pt idx="1308">
                  <c:v>12.2921</c:v>
                </c:pt>
                <c:pt idx="1309">
                  <c:v>12.451499999999999</c:v>
                </c:pt>
                <c:pt idx="1310">
                  <c:v>12.341699999999999</c:v>
                </c:pt>
                <c:pt idx="1311">
                  <c:v>12.198600000000001</c:v>
                </c:pt>
                <c:pt idx="1312">
                  <c:v>11.976699999999999</c:v>
                </c:pt>
                <c:pt idx="1313">
                  <c:v>11.807499999999999</c:v>
                </c:pt>
                <c:pt idx="1314">
                  <c:v>11.9373</c:v>
                </c:pt>
                <c:pt idx="1315">
                  <c:v>12.3294</c:v>
                </c:pt>
                <c:pt idx="1316">
                  <c:v>12.3385</c:v>
                </c:pt>
                <c:pt idx="1317">
                  <c:v>12.0867</c:v>
                </c:pt>
                <c:pt idx="1318">
                  <c:v>11.951700000000001</c:v>
                </c:pt>
                <c:pt idx="1319">
                  <c:v>12.103199999999999</c:v>
                </c:pt>
                <c:pt idx="1320">
                  <c:v>12.2943</c:v>
                </c:pt>
                <c:pt idx="1321">
                  <c:v>12.0977</c:v>
                </c:pt>
                <c:pt idx="1322">
                  <c:v>11.7782</c:v>
                </c:pt>
                <c:pt idx="1323">
                  <c:v>11.4678</c:v>
                </c:pt>
                <c:pt idx="1324">
                  <c:v>11.3307</c:v>
                </c:pt>
                <c:pt idx="1325">
                  <c:v>11.409599999999999</c:v>
                </c:pt>
                <c:pt idx="1326">
                  <c:v>11.8409</c:v>
                </c:pt>
                <c:pt idx="1327">
                  <c:v>12.003399999999999</c:v>
                </c:pt>
                <c:pt idx="1328">
                  <c:v>12.117699999999999</c:v>
                </c:pt>
                <c:pt idx="1329">
                  <c:v>12.3508</c:v>
                </c:pt>
                <c:pt idx="1330">
                  <c:v>12.426500000000001</c:v>
                </c:pt>
                <c:pt idx="1331">
                  <c:v>12.1516</c:v>
                </c:pt>
                <c:pt idx="1332">
                  <c:v>11.716699999999999</c:v>
                </c:pt>
                <c:pt idx="1333">
                  <c:v>11.6797</c:v>
                </c:pt>
                <c:pt idx="1334">
                  <c:v>12.0543</c:v>
                </c:pt>
                <c:pt idx="1335">
                  <c:v>12.2631</c:v>
                </c:pt>
                <c:pt idx="1336">
                  <c:v>12.4201</c:v>
                </c:pt>
                <c:pt idx="1337">
                  <c:v>12.6143</c:v>
                </c:pt>
                <c:pt idx="1338">
                  <c:v>12.725099999999999</c:v>
                </c:pt>
                <c:pt idx="1339">
                  <c:v>12.6305</c:v>
                </c:pt>
                <c:pt idx="1340">
                  <c:v>12.8794</c:v>
                </c:pt>
                <c:pt idx="1341">
                  <c:v>13.1899</c:v>
                </c:pt>
                <c:pt idx="1342">
                  <c:v>13.348699999999999</c:v>
                </c:pt>
                <c:pt idx="1343">
                  <c:v>13.687099999999999</c:v>
                </c:pt>
                <c:pt idx="1344">
                  <c:v>14.054399999999999</c:v>
                </c:pt>
                <c:pt idx="1345">
                  <c:v>13.7819</c:v>
                </c:pt>
                <c:pt idx="1346">
                  <c:v>13.057600000000001</c:v>
                </c:pt>
                <c:pt idx="1347">
                  <c:v>12.663500000000001</c:v>
                </c:pt>
                <c:pt idx="1348">
                  <c:v>12.9855</c:v>
                </c:pt>
                <c:pt idx="1349">
                  <c:v>12.9034</c:v>
                </c:pt>
                <c:pt idx="1350">
                  <c:v>12.269299999999999</c:v>
                </c:pt>
                <c:pt idx="1351">
                  <c:v>12.200699999999999</c:v>
                </c:pt>
                <c:pt idx="1352">
                  <c:v>12.6471</c:v>
                </c:pt>
                <c:pt idx="1353">
                  <c:v>12.7454</c:v>
                </c:pt>
                <c:pt idx="1354">
                  <c:v>12.372199999999999</c:v>
                </c:pt>
                <c:pt idx="1355">
                  <c:v>12.485300000000001</c:v>
                </c:pt>
                <c:pt idx="1356">
                  <c:v>13.202199999999999</c:v>
                </c:pt>
                <c:pt idx="1357">
                  <c:v>13.4077</c:v>
                </c:pt>
                <c:pt idx="1358">
                  <c:v>13.2309</c:v>
                </c:pt>
                <c:pt idx="1359">
                  <c:v>12.774100000000001</c:v>
                </c:pt>
                <c:pt idx="1360">
                  <c:v>12.935700000000001</c:v>
                </c:pt>
                <c:pt idx="1361">
                  <c:v>13.2392</c:v>
                </c:pt>
                <c:pt idx="1362">
                  <c:v>13.073</c:v>
                </c:pt>
                <c:pt idx="1363">
                  <c:v>12.8012</c:v>
                </c:pt>
                <c:pt idx="1364">
                  <c:v>13.008699999999999</c:v>
                </c:pt>
                <c:pt idx="1365">
                  <c:v>13.3409</c:v>
                </c:pt>
                <c:pt idx="1366">
                  <c:v>13.3086</c:v>
                </c:pt>
                <c:pt idx="1367">
                  <c:v>13.193899999999999</c:v>
                </c:pt>
                <c:pt idx="1368">
                  <c:v>13.5006</c:v>
                </c:pt>
                <c:pt idx="1369">
                  <c:v>13.8749</c:v>
                </c:pt>
                <c:pt idx="1370">
                  <c:v>14.2203</c:v>
                </c:pt>
                <c:pt idx="1371">
                  <c:v>14.058199999999999</c:v>
                </c:pt>
                <c:pt idx="1372">
                  <c:v>13.6358</c:v>
                </c:pt>
                <c:pt idx="1373">
                  <c:v>13.6341</c:v>
                </c:pt>
                <c:pt idx="1374">
                  <c:v>13.4671</c:v>
                </c:pt>
                <c:pt idx="1375">
                  <c:v>13.1258</c:v>
                </c:pt>
                <c:pt idx="1376">
                  <c:v>12.91</c:v>
                </c:pt>
                <c:pt idx="1377">
                  <c:v>12.904500000000001</c:v>
                </c:pt>
                <c:pt idx="1378">
                  <c:v>13.0854</c:v>
                </c:pt>
                <c:pt idx="1379">
                  <c:v>13.145300000000001</c:v>
                </c:pt>
                <c:pt idx="1380">
                  <c:v>12.6623</c:v>
                </c:pt>
                <c:pt idx="1381">
                  <c:v>12.6435</c:v>
                </c:pt>
                <c:pt idx="1382">
                  <c:v>12.9145</c:v>
                </c:pt>
                <c:pt idx="1383">
                  <c:v>13.099500000000001</c:v>
                </c:pt>
                <c:pt idx="1384">
                  <c:v>13.268000000000001</c:v>
                </c:pt>
                <c:pt idx="1385">
                  <c:v>13.3466</c:v>
                </c:pt>
                <c:pt idx="1386">
                  <c:v>13.250999999999999</c:v>
                </c:pt>
                <c:pt idx="1387">
                  <c:v>13.1121</c:v>
                </c:pt>
                <c:pt idx="1388">
                  <c:v>12.996700000000001</c:v>
                </c:pt>
                <c:pt idx="1389">
                  <c:v>13.145200000000001</c:v>
                </c:pt>
                <c:pt idx="1390">
                  <c:v>13.5951</c:v>
                </c:pt>
                <c:pt idx="1391">
                  <c:v>13.8322</c:v>
                </c:pt>
                <c:pt idx="1392">
                  <c:v>13.4495</c:v>
                </c:pt>
                <c:pt idx="1393">
                  <c:v>13.0426</c:v>
                </c:pt>
                <c:pt idx="1394">
                  <c:v>12.985799999999999</c:v>
                </c:pt>
                <c:pt idx="1395">
                  <c:v>13.290699999999999</c:v>
                </c:pt>
                <c:pt idx="1396">
                  <c:v>13.820600000000001</c:v>
                </c:pt>
                <c:pt idx="1397">
                  <c:v>14.0168</c:v>
                </c:pt>
                <c:pt idx="1398">
                  <c:v>14.049300000000001</c:v>
                </c:pt>
                <c:pt idx="1399">
                  <c:v>14.101900000000001</c:v>
                </c:pt>
                <c:pt idx="1400">
                  <c:v>14.259</c:v>
                </c:pt>
                <c:pt idx="1401">
                  <c:v>14.5206</c:v>
                </c:pt>
                <c:pt idx="1402">
                  <c:v>14.485200000000001</c:v>
                </c:pt>
                <c:pt idx="1403">
                  <c:v>14.336499999999999</c:v>
                </c:pt>
                <c:pt idx="1404">
                  <c:v>14.196400000000001</c:v>
                </c:pt>
                <c:pt idx="1405">
                  <c:v>14.0738</c:v>
                </c:pt>
                <c:pt idx="1406">
                  <c:v>14.263299999999999</c:v>
                </c:pt>
                <c:pt idx="1407">
                  <c:v>14.3902</c:v>
                </c:pt>
                <c:pt idx="1408">
                  <c:v>14.242599999999999</c:v>
                </c:pt>
                <c:pt idx="1409">
                  <c:v>14.1792</c:v>
                </c:pt>
                <c:pt idx="1410">
                  <c:v>14.078099999999999</c:v>
                </c:pt>
                <c:pt idx="1411">
                  <c:v>13.9474</c:v>
                </c:pt>
                <c:pt idx="1412">
                  <c:v>13.936500000000001</c:v>
                </c:pt>
                <c:pt idx="1413">
                  <c:v>13.783099999999999</c:v>
                </c:pt>
                <c:pt idx="1414">
                  <c:v>13.9633</c:v>
                </c:pt>
                <c:pt idx="1415">
                  <c:v>14.2536</c:v>
                </c:pt>
                <c:pt idx="1416">
                  <c:v>14.2371</c:v>
                </c:pt>
                <c:pt idx="1417">
                  <c:v>14.122</c:v>
                </c:pt>
                <c:pt idx="1418">
                  <c:v>13.889900000000001</c:v>
                </c:pt>
                <c:pt idx="1419">
                  <c:v>13.7082</c:v>
                </c:pt>
                <c:pt idx="1420">
                  <c:v>13.7202</c:v>
                </c:pt>
                <c:pt idx="1421">
                  <c:v>13.722300000000001</c:v>
                </c:pt>
                <c:pt idx="1422">
                  <c:v>13.7386</c:v>
                </c:pt>
                <c:pt idx="1423">
                  <c:v>14.1381</c:v>
                </c:pt>
                <c:pt idx="1424">
                  <c:v>14.675599999999999</c:v>
                </c:pt>
                <c:pt idx="1425">
                  <c:v>14.5093</c:v>
                </c:pt>
                <c:pt idx="1426">
                  <c:v>13.964</c:v>
                </c:pt>
                <c:pt idx="1427">
                  <c:v>13.629899999999999</c:v>
                </c:pt>
                <c:pt idx="1428">
                  <c:v>13.492699999999999</c:v>
                </c:pt>
                <c:pt idx="1429">
                  <c:v>13.353999999999999</c:v>
                </c:pt>
                <c:pt idx="1430">
                  <c:v>13.205</c:v>
                </c:pt>
                <c:pt idx="1431">
                  <c:v>13.297800000000001</c:v>
                </c:pt>
                <c:pt idx="1432">
                  <c:v>13.640599999999999</c:v>
                </c:pt>
                <c:pt idx="1433">
                  <c:v>13.8668</c:v>
                </c:pt>
                <c:pt idx="1434">
                  <c:v>13.8093</c:v>
                </c:pt>
                <c:pt idx="1435">
                  <c:v>13.7813</c:v>
                </c:pt>
                <c:pt idx="1436">
                  <c:v>13.873699999999999</c:v>
                </c:pt>
                <c:pt idx="1437">
                  <c:v>14.0626</c:v>
                </c:pt>
                <c:pt idx="1438">
                  <c:v>14.4148</c:v>
                </c:pt>
                <c:pt idx="1439">
                  <c:v>14.477499999999999</c:v>
                </c:pt>
                <c:pt idx="1440">
                  <c:v>14.458299999999999</c:v>
                </c:pt>
                <c:pt idx="1441">
                  <c:v>14.196099999999999</c:v>
                </c:pt>
                <c:pt idx="1442">
                  <c:v>13.8514</c:v>
                </c:pt>
                <c:pt idx="1443">
                  <c:v>13.8764</c:v>
                </c:pt>
                <c:pt idx="1444">
                  <c:v>14.3636</c:v>
                </c:pt>
                <c:pt idx="1445">
                  <c:v>14.620100000000001</c:v>
                </c:pt>
                <c:pt idx="1446">
                  <c:v>14.629</c:v>
                </c:pt>
                <c:pt idx="1447">
                  <c:v>14.702400000000001</c:v>
                </c:pt>
                <c:pt idx="1448">
                  <c:v>14.7697</c:v>
                </c:pt>
                <c:pt idx="1449">
                  <c:v>14.7319</c:v>
                </c:pt>
                <c:pt idx="1450">
                  <c:v>14.525</c:v>
                </c:pt>
                <c:pt idx="1451">
                  <c:v>14.3299</c:v>
                </c:pt>
                <c:pt idx="1452">
                  <c:v>14.083</c:v>
                </c:pt>
                <c:pt idx="1453">
                  <c:v>14.130599999999999</c:v>
                </c:pt>
                <c:pt idx="1454">
                  <c:v>14.392099999999999</c:v>
                </c:pt>
                <c:pt idx="1455">
                  <c:v>14.7058</c:v>
                </c:pt>
                <c:pt idx="1456">
                  <c:v>14.911</c:v>
                </c:pt>
                <c:pt idx="1457">
                  <c:v>14.814399999999999</c:v>
                </c:pt>
                <c:pt idx="1458">
                  <c:v>14.6119</c:v>
                </c:pt>
                <c:pt idx="1459">
                  <c:v>14.716200000000001</c:v>
                </c:pt>
                <c:pt idx="1460">
                  <c:v>14.7278</c:v>
                </c:pt>
                <c:pt idx="1461">
                  <c:v>14.7371</c:v>
                </c:pt>
                <c:pt idx="1462">
                  <c:v>14.8873</c:v>
                </c:pt>
                <c:pt idx="1463">
                  <c:v>14.8688</c:v>
                </c:pt>
                <c:pt idx="1464">
                  <c:v>14.808</c:v>
                </c:pt>
                <c:pt idx="1465">
                  <c:v>14.744999999999999</c:v>
                </c:pt>
                <c:pt idx="1466">
                  <c:v>14.9613</c:v>
                </c:pt>
                <c:pt idx="1467">
                  <c:v>14.960699999999999</c:v>
                </c:pt>
                <c:pt idx="1468">
                  <c:v>14.6501</c:v>
                </c:pt>
                <c:pt idx="1469">
                  <c:v>14.679399999999999</c:v>
                </c:pt>
                <c:pt idx="1470">
                  <c:v>14.916</c:v>
                </c:pt>
                <c:pt idx="1471">
                  <c:v>15.015499999999999</c:v>
                </c:pt>
                <c:pt idx="1472">
                  <c:v>15.3345</c:v>
                </c:pt>
                <c:pt idx="1473">
                  <c:v>15.377800000000001</c:v>
                </c:pt>
                <c:pt idx="1474">
                  <c:v>14.8977</c:v>
                </c:pt>
                <c:pt idx="1475">
                  <c:v>14.756</c:v>
                </c:pt>
                <c:pt idx="1476">
                  <c:v>14.653600000000001</c:v>
                </c:pt>
                <c:pt idx="1477">
                  <c:v>14.8751</c:v>
                </c:pt>
                <c:pt idx="1478">
                  <c:v>15.1972</c:v>
                </c:pt>
                <c:pt idx="1479">
                  <c:v>15.1778</c:v>
                </c:pt>
                <c:pt idx="1480">
                  <c:v>15.2408</c:v>
                </c:pt>
                <c:pt idx="1481">
                  <c:v>15.275</c:v>
                </c:pt>
                <c:pt idx="1482">
                  <c:v>15.019600000000001</c:v>
                </c:pt>
                <c:pt idx="1483">
                  <c:v>15.1472</c:v>
                </c:pt>
                <c:pt idx="1484">
                  <c:v>15.3202</c:v>
                </c:pt>
                <c:pt idx="1485">
                  <c:v>15.3063</c:v>
                </c:pt>
                <c:pt idx="1486">
                  <c:v>15.450699999999999</c:v>
                </c:pt>
                <c:pt idx="1487">
                  <c:v>15.532400000000001</c:v>
                </c:pt>
                <c:pt idx="1488">
                  <c:v>15.7364</c:v>
                </c:pt>
                <c:pt idx="1489">
                  <c:v>16.226099999999999</c:v>
                </c:pt>
                <c:pt idx="1490">
                  <c:v>16.5139</c:v>
                </c:pt>
                <c:pt idx="1491">
                  <c:v>16.364100000000001</c:v>
                </c:pt>
                <c:pt idx="1492">
                  <c:v>16.140499999999999</c:v>
                </c:pt>
                <c:pt idx="1493">
                  <c:v>16.103200000000001</c:v>
                </c:pt>
                <c:pt idx="1494">
                  <c:v>16.3249</c:v>
                </c:pt>
                <c:pt idx="1495">
                  <c:v>16.556899999999999</c:v>
                </c:pt>
                <c:pt idx="1496">
                  <c:v>16.756</c:v>
                </c:pt>
                <c:pt idx="1497">
                  <c:v>16.8034</c:v>
                </c:pt>
                <c:pt idx="1498">
                  <c:v>16.790500000000002</c:v>
                </c:pt>
                <c:pt idx="1499">
                  <c:v>16.943999999999999</c:v>
                </c:pt>
                <c:pt idx="1500">
                  <c:v>17.023199999999999</c:v>
                </c:pt>
                <c:pt idx="1501">
                  <c:v>17.254200000000001</c:v>
                </c:pt>
                <c:pt idx="1502">
                  <c:v>17.7226</c:v>
                </c:pt>
                <c:pt idx="1503">
                  <c:v>18.130500000000001</c:v>
                </c:pt>
                <c:pt idx="1504">
                  <c:v>18.286999999999999</c:v>
                </c:pt>
                <c:pt idx="1505">
                  <c:v>18.5199</c:v>
                </c:pt>
                <c:pt idx="1506">
                  <c:v>18.539100000000001</c:v>
                </c:pt>
                <c:pt idx="1507">
                  <c:v>18.227799999999998</c:v>
                </c:pt>
                <c:pt idx="1508">
                  <c:v>18.046199999999999</c:v>
                </c:pt>
                <c:pt idx="1509">
                  <c:v>18.11</c:v>
                </c:pt>
                <c:pt idx="1510">
                  <c:v>18.278099999999998</c:v>
                </c:pt>
                <c:pt idx="1511">
                  <c:v>18.178899999999999</c:v>
                </c:pt>
                <c:pt idx="1512">
                  <c:v>17.626999999999999</c:v>
                </c:pt>
                <c:pt idx="1513">
                  <c:v>17.426300000000001</c:v>
                </c:pt>
                <c:pt idx="1514">
                  <c:v>17.4236</c:v>
                </c:pt>
                <c:pt idx="1515">
                  <c:v>17.479399999999998</c:v>
                </c:pt>
                <c:pt idx="1516">
                  <c:v>17.578600000000002</c:v>
                </c:pt>
                <c:pt idx="1517">
                  <c:v>17.546800000000001</c:v>
                </c:pt>
                <c:pt idx="1518">
                  <c:v>17.7074</c:v>
                </c:pt>
                <c:pt idx="1519">
                  <c:v>18.3081</c:v>
                </c:pt>
                <c:pt idx="1520">
                  <c:v>18.8767</c:v>
                </c:pt>
                <c:pt idx="1521">
                  <c:v>18.706099999999999</c:v>
                </c:pt>
                <c:pt idx="1522">
                  <c:v>18.3614</c:v>
                </c:pt>
                <c:pt idx="1523">
                  <c:v>18.297499999999999</c:v>
                </c:pt>
                <c:pt idx="1524">
                  <c:v>18.2864</c:v>
                </c:pt>
                <c:pt idx="1525">
                  <c:v>18.581</c:v>
                </c:pt>
                <c:pt idx="1526">
                  <c:v>18.445599999999999</c:v>
                </c:pt>
                <c:pt idx="1527">
                  <c:v>18.154</c:v>
                </c:pt>
                <c:pt idx="1528">
                  <c:v>18.362300000000001</c:v>
                </c:pt>
                <c:pt idx="1529">
                  <c:v>18.816700000000001</c:v>
                </c:pt>
                <c:pt idx="1530">
                  <c:v>19.184799999999999</c:v>
                </c:pt>
                <c:pt idx="1531">
                  <c:v>19.088999999999999</c:v>
                </c:pt>
                <c:pt idx="1532">
                  <c:v>18.980899999999998</c:v>
                </c:pt>
                <c:pt idx="1533">
                  <c:v>19.226400000000002</c:v>
                </c:pt>
                <c:pt idx="1534">
                  <c:v>19.127700000000001</c:v>
                </c:pt>
                <c:pt idx="1535">
                  <c:v>19.0991</c:v>
                </c:pt>
                <c:pt idx="1536">
                  <c:v>19.311699999999998</c:v>
                </c:pt>
                <c:pt idx="1537">
                  <c:v>19.6038</c:v>
                </c:pt>
                <c:pt idx="1538">
                  <c:v>20.178999999999998</c:v>
                </c:pt>
                <c:pt idx="1539">
                  <c:v>20.350899999999999</c:v>
                </c:pt>
                <c:pt idx="1540">
                  <c:v>20.289200000000001</c:v>
                </c:pt>
                <c:pt idx="1541">
                  <c:v>20.4556</c:v>
                </c:pt>
                <c:pt idx="1542">
                  <c:v>20.4787</c:v>
                </c:pt>
                <c:pt idx="1543">
                  <c:v>20.233799999999999</c:v>
                </c:pt>
                <c:pt idx="1544">
                  <c:v>20.0596</c:v>
                </c:pt>
                <c:pt idx="1545">
                  <c:v>20.092300000000002</c:v>
                </c:pt>
                <c:pt idx="1546">
                  <c:v>20.466000000000001</c:v>
                </c:pt>
                <c:pt idx="1547">
                  <c:v>20.819099999999999</c:v>
                </c:pt>
                <c:pt idx="1548">
                  <c:v>20.9024</c:v>
                </c:pt>
                <c:pt idx="1549">
                  <c:v>21.113399999999999</c:v>
                </c:pt>
                <c:pt idx="1550">
                  <c:v>21.305299999999999</c:v>
                </c:pt>
                <c:pt idx="1551">
                  <c:v>21.406700000000001</c:v>
                </c:pt>
                <c:pt idx="1552">
                  <c:v>21.480399999999999</c:v>
                </c:pt>
                <c:pt idx="1553">
                  <c:v>21.450199999999999</c:v>
                </c:pt>
                <c:pt idx="1554">
                  <c:v>21.415299999999998</c:v>
                </c:pt>
                <c:pt idx="1555">
                  <c:v>21.307200000000002</c:v>
                </c:pt>
                <c:pt idx="1556">
                  <c:v>21.386399999999998</c:v>
                </c:pt>
                <c:pt idx="1557">
                  <c:v>21.468299999999999</c:v>
                </c:pt>
                <c:pt idx="1558">
                  <c:v>21.434000000000001</c:v>
                </c:pt>
                <c:pt idx="1559">
                  <c:v>20.854700000000001</c:v>
                </c:pt>
                <c:pt idx="1560">
                  <c:v>20.505099999999999</c:v>
                </c:pt>
                <c:pt idx="1561">
                  <c:v>20.419899999999998</c:v>
                </c:pt>
                <c:pt idx="1562">
                  <c:v>20.427199999999999</c:v>
                </c:pt>
                <c:pt idx="1563">
                  <c:v>20.7119</c:v>
                </c:pt>
                <c:pt idx="1564">
                  <c:v>21.358899999999998</c:v>
                </c:pt>
                <c:pt idx="1565">
                  <c:v>21.917999999999999</c:v>
                </c:pt>
                <c:pt idx="1566">
                  <c:v>22.060600000000001</c:v>
                </c:pt>
                <c:pt idx="1567">
                  <c:v>22.273599999999998</c:v>
                </c:pt>
                <c:pt idx="1568">
                  <c:v>22.462800000000001</c:v>
                </c:pt>
                <c:pt idx="1569">
                  <c:v>22.472300000000001</c:v>
                </c:pt>
                <c:pt idx="1570">
                  <c:v>22.206199999999999</c:v>
                </c:pt>
                <c:pt idx="1571">
                  <c:v>21.9695</c:v>
                </c:pt>
                <c:pt idx="1572">
                  <c:v>22.0273</c:v>
                </c:pt>
                <c:pt idx="1573">
                  <c:v>21.996300000000002</c:v>
                </c:pt>
                <c:pt idx="1574">
                  <c:v>21.6797</c:v>
                </c:pt>
                <c:pt idx="1575">
                  <c:v>21.481000000000002</c:v>
                </c:pt>
                <c:pt idx="1576">
                  <c:v>21.575199999999999</c:v>
                </c:pt>
                <c:pt idx="1577">
                  <c:v>21.666499999999999</c:v>
                </c:pt>
                <c:pt idx="1578">
                  <c:v>22.060400000000001</c:v>
                </c:pt>
                <c:pt idx="1579">
                  <c:v>22.653600000000001</c:v>
                </c:pt>
                <c:pt idx="1580">
                  <c:v>23.235700000000001</c:v>
                </c:pt>
                <c:pt idx="1581">
                  <c:v>23.7226</c:v>
                </c:pt>
                <c:pt idx="1582">
                  <c:v>24.008299999999998</c:v>
                </c:pt>
                <c:pt idx="1583">
                  <c:v>24.104399999999998</c:v>
                </c:pt>
                <c:pt idx="1584">
                  <c:v>24.244</c:v>
                </c:pt>
                <c:pt idx="1585">
                  <c:v>24.387499999999999</c:v>
                </c:pt>
                <c:pt idx="1586">
                  <c:v>24.624400000000001</c:v>
                </c:pt>
                <c:pt idx="1587">
                  <c:v>24.815999999999999</c:v>
                </c:pt>
                <c:pt idx="1588">
                  <c:v>24.621300000000002</c:v>
                </c:pt>
                <c:pt idx="1589">
                  <c:v>24.655100000000001</c:v>
                </c:pt>
                <c:pt idx="1590">
                  <c:v>25.0289</c:v>
                </c:pt>
                <c:pt idx="1591">
                  <c:v>25.619199999999999</c:v>
                </c:pt>
                <c:pt idx="1592">
                  <c:v>26.106400000000001</c:v>
                </c:pt>
                <c:pt idx="1593">
                  <c:v>26.390999999999998</c:v>
                </c:pt>
                <c:pt idx="1594">
                  <c:v>26.3934</c:v>
                </c:pt>
                <c:pt idx="1595">
                  <c:v>26.454799999999999</c:v>
                </c:pt>
                <c:pt idx="1596">
                  <c:v>26.7545</c:v>
                </c:pt>
                <c:pt idx="1597">
                  <c:v>27.339099999999998</c:v>
                </c:pt>
                <c:pt idx="1598">
                  <c:v>27.6936</c:v>
                </c:pt>
                <c:pt idx="1599">
                  <c:v>27.858499999999999</c:v>
                </c:pt>
                <c:pt idx="1600">
                  <c:v>28.0428</c:v>
                </c:pt>
                <c:pt idx="1601">
                  <c:v>28.0213</c:v>
                </c:pt>
                <c:pt idx="1602">
                  <c:v>28.023499999999999</c:v>
                </c:pt>
                <c:pt idx="1603">
                  <c:v>28.344000000000001</c:v>
                </c:pt>
                <c:pt idx="1604">
                  <c:v>28.724</c:v>
                </c:pt>
                <c:pt idx="1605">
                  <c:v>28.9343</c:v>
                </c:pt>
                <c:pt idx="1606">
                  <c:v>28.853100000000001</c:v>
                </c:pt>
                <c:pt idx="1607">
                  <c:v>28.527899999999999</c:v>
                </c:pt>
                <c:pt idx="1608">
                  <c:v>28.612100000000002</c:v>
                </c:pt>
                <c:pt idx="1609">
                  <c:v>28.9209</c:v>
                </c:pt>
                <c:pt idx="1610">
                  <c:v>29.006399999999999</c:v>
                </c:pt>
                <c:pt idx="1611">
                  <c:v>29.0837</c:v>
                </c:pt>
                <c:pt idx="1612">
                  <c:v>29.035799999999998</c:v>
                </c:pt>
                <c:pt idx="1613">
                  <c:v>29.104800000000001</c:v>
                </c:pt>
                <c:pt idx="1614">
                  <c:v>29.427800000000001</c:v>
                </c:pt>
                <c:pt idx="1615">
                  <c:v>29.411300000000001</c:v>
                </c:pt>
                <c:pt idx="1616">
                  <c:v>29.025200000000002</c:v>
                </c:pt>
                <c:pt idx="1617">
                  <c:v>29.174900000000001</c:v>
                </c:pt>
                <c:pt idx="1618">
                  <c:v>29.692499999999999</c:v>
                </c:pt>
                <c:pt idx="1619">
                  <c:v>29.8948</c:v>
                </c:pt>
                <c:pt idx="1620">
                  <c:v>30.1953</c:v>
                </c:pt>
                <c:pt idx="1621">
                  <c:v>30.3858</c:v>
                </c:pt>
                <c:pt idx="1622">
                  <c:v>30.769500000000001</c:v>
                </c:pt>
                <c:pt idx="1623">
                  <c:v>31.444700000000001</c:v>
                </c:pt>
                <c:pt idx="1624">
                  <c:v>31.7928</c:v>
                </c:pt>
                <c:pt idx="1625">
                  <c:v>31.710999999999999</c:v>
                </c:pt>
                <c:pt idx="1626">
                  <c:v>31.862100000000002</c:v>
                </c:pt>
                <c:pt idx="1627">
                  <c:v>32.216500000000003</c:v>
                </c:pt>
                <c:pt idx="1628">
                  <c:v>32.331699999999998</c:v>
                </c:pt>
                <c:pt idx="1629">
                  <c:v>32.101100000000002</c:v>
                </c:pt>
                <c:pt idx="1630">
                  <c:v>31.9681</c:v>
                </c:pt>
                <c:pt idx="1631">
                  <c:v>31.920200000000001</c:v>
                </c:pt>
                <c:pt idx="1632">
                  <c:v>31.926300000000001</c:v>
                </c:pt>
                <c:pt idx="1633">
                  <c:v>31.9345</c:v>
                </c:pt>
                <c:pt idx="1634">
                  <c:v>31.8156</c:v>
                </c:pt>
                <c:pt idx="1635">
                  <c:v>31.892399999999999</c:v>
                </c:pt>
                <c:pt idx="1636">
                  <c:v>31.861599999999999</c:v>
                </c:pt>
                <c:pt idx="1637">
                  <c:v>32.005099999999999</c:v>
                </c:pt>
                <c:pt idx="1638">
                  <c:v>32.463099999999997</c:v>
                </c:pt>
                <c:pt idx="1639">
                  <c:v>32.979100000000003</c:v>
                </c:pt>
                <c:pt idx="1640">
                  <c:v>33.354500000000002</c:v>
                </c:pt>
                <c:pt idx="1641">
                  <c:v>33.870800000000003</c:v>
                </c:pt>
                <c:pt idx="1642">
                  <c:v>34.183</c:v>
                </c:pt>
                <c:pt idx="1643">
                  <c:v>34.467500000000001</c:v>
                </c:pt>
                <c:pt idx="1644">
                  <c:v>34.917000000000002</c:v>
                </c:pt>
                <c:pt idx="1645">
                  <c:v>35.338900000000002</c:v>
                </c:pt>
                <c:pt idx="1646">
                  <c:v>35.954099999999997</c:v>
                </c:pt>
                <c:pt idx="1647">
                  <c:v>36.460299999999997</c:v>
                </c:pt>
                <c:pt idx="1648">
                  <c:v>36.5334</c:v>
                </c:pt>
                <c:pt idx="1649">
                  <c:v>36.736400000000003</c:v>
                </c:pt>
                <c:pt idx="1650">
                  <c:v>37.225000000000001</c:v>
                </c:pt>
                <c:pt idx="1651">
                  <c:v>37.9191</c:v>
                </c:pt>
                <c:pt idx="1652">
                  <c:v>38.369100000000003</c:v>
                </c:pt>
                <c:pt idx="1653">
                  <c:v>38.7684</c:v>
                </c:pt>
                <c:pt idx="1654">
                  <c:v>39.590200000000003</c:v>
                </c:pt>
                <c:pt idx="1655">
                  <c:v>40.251100000000001</c:v>
                </c:pt>
                <c:pt idx="1656">
                  <c:v>40.767000000000003</c:v>
                </c:pt>
                <c:pt idx="1657">
                  <c:v>41.547699999999999</c:v>
                </c:pt>
                <c:pt idx="1658">
                  <c:v>41.738300000000002</c:v>
                </c:pt>
                <c:pt idx="1659">
                  <c:v>41.8292</c:v>
                </c:pt>
                <c:pt idx="1660">
                  <c:v>42.201500000000003</c:v>
                </c:pt>
                <c:pt idx="1661">
                  <c:v>42.507800000000003</c:v>
                </c:pt>
                <c:pt idx="1662">
                  <c:v>42.725299999999997</c:v>
                </c:pt>
                <c:pt idx="1663">
                  <c:v>43.134</c:v>
                </c:pt>
                <c:pt idx="1664">
                  <c:v>43.229199999999999</c:v>
                </c:pt>
                <c:pt idx="1665">
                  <c:v>43.476300000000002</c:v>
                </c:pt>
                <c:pt idx="1666">
                  <c:v>44.081299999999999</c:v>
                </c:pt>
                <c:pt idx="1667">
                  <c:v>44.675199999999997</c:v>
                </c:pt>
                <c:pt idx="1668">
                  <c:v>45.243899999999996</c:v>
                </c:pt>
                <c:pt idx="1669">
                  <c:v>45.698900000000002</c:v>
                </c:pt>
                <c:pt idx="1670">
                  <c:v>45.661099999999998</c:v>
                </c:pt>
                <c:pt idx="1671">
                  <c:v>45.972000000000001</c:v>
                </c:pt>
                <c:pt idx="1672">
                  <c:v>46.848599999999998</c:v>
                </c:pt>
                <c:pt idx="1673">
                  <c:v>47.822099999999999</c:v>
                </c:pt>
                <c:pt idx="1674">
                  <c:v>48.448099999999997</c:v>
                </c:pt>
                <c:pt idx="1675">
                  <c:v>48.990600000000001</c:v>
                </c:pt>
                <c:pt idx="1676">
                  <c:v>49.707000000000001</c:v>
                </c:pt>
                <c:pt idx="1677">
                  <c:v>50.474400000000003</c:v>
                </c:pt>
                <c:pt idx="1678">
                  <c:v>51.148400000000002</c:v>
                </c:pt>
                <c:pt idx="1679">
                  <c:v>51.912100000000002</c:v>
                </c:pt>
                <c:pt idx="1680">
                  <c:v>52.205599999999997</c:v>
                </c:pt>
                <c:pt idx="1681">
                  <c:v>52.404800000000002</c:v>
                </c:pt>
                <c:pt idx="1682">
                  <c:v>52.759500000000003</c:v>
                </c:pt>
                <c:pt idx="1683">
                  <c:v>53.1706</c:v>
                </c:pt>
                <c:pt idx="1684">
                  <c:v>53.473500000000001</c:v>
                </c:pt>
                <c:pt idx="1685">
                  <c:v>53.752000000000002</c:v>
                </c:pt>
                <c:pt idx="1686">
                  <c:v>54.478999999999999</c:v>
                </c:pt>
                <c:pt idx="1687">
                  <c:v>55.120800000000003</c:v>
                </c:pt>
                <c:pt idx="1688">
                  <c:v>55.9636</c:v>
                </c:pt>
                <c:pt idx="1689">
                  <c:v>56.770499999999998</c:v>
                </c:pt>
                <c:pt idx="1690">
                  <c:v>57.718899999999998</c:v>
                </c:pt>
                <c:pt idx="1691">
                  <c:v>58.7851</c:v>
                </c:pt>
                <c:pt idx="1692">
                  <c:v>59.8902</c:v>
                </c:pt>
                <c:pt idx="1693">
                  <c:v>60.962200000000003</c:v>
                </c:pt>
                <c:pt idx="1694">
                  <c:v>62.196100000000001</c:v>
                </c:pt>
                <c:pt idx="1695">
                  <c:v>63.359699999999997</c:v>
                </c:pt>
                <c:pt idx="1696">
                  <c:v>64.904200000000003</c:v>
                </c:pt>
                <c:pt idx="1697">
                  <c:v>66.739500000000007</c:v>
                </c:pt>
                <c:pt idx="1698">
                  <c:v>68.682100000000005</c:v>
                </c:pt>
                <c:pt idx="1699">
                  <c:v>70.585899999999995</c:v>
                </c:pt>
                <c:pt idx="1700">
                  <c:v>72.561099999999996</c:v>
                </c:pt>
                <c:pt idx="1701">
                  <c:v>74.552800000000005</c:v>
                </c:pt>
                <c:pt idx="1702">
                  <c:v>76.266599999999997</c:v>
                </c:pt>
                <c:pt idx="1703">
                  <c:v>78.067099999999996</c:v>
                </c:pt>
                <c:pt idx="1704">
                  <c:v>80.238100000000003</c:v>
                </c:pt>
                <c:pt idx="1705">
                  <c:v>82.12</c:v>
                </c:pt>
                <c:pt idx="1706">
                  <c:v>83.814700000000002</c:v>
                </c:pt>
                <c:pt idx="1707">
                  <c:v>85.245699999999999</c:v>
                </c:pt>
                <c:pt idx="1708">
                  <c:v>86.494699999999995</c:v>
                </c:pt>
                <c:pt idx="1709">
                  <c:v>87.636700000000005</c:v>
                </c:pt>
                <c:pt idx="1710">
                  <c:v>88.528300000000002</c:v>
                </c:pt>
                <c:pt idx="1711">
                  <c:v>89.586100000000002</c:v>
                </c:pt>
                <c:pt idx="1712">
                  <c:v>90.564899999999994</c:v>
                </c:pt>
                <c:pt idx="1713">
                  <c:v>91.536199999999994</c:v>
                </c:pt>
                <c:pt idx="1714">
                  <c:v>92.840100000000007</c:v>
                </c:pt>
                <c:pt idx="1715">
                  <c:v>94.547600000000003</c:v>
                </c:pt>
                <c:pt idx="1716">
                  <c:v>96.428200000000004</c:v>
                </c:pt>
                <c:pt idx="1717">
                  <c:v>98.593100000000007</c:v>
                </c:pt>
                <c:pt idx="1718">
                  <c:v>100.696</c:v>
                </c:pt>
                <c:pt idx="1719">
                  <c:v>102.93</c:v>
                </c:pt>
                <c:pt idx="1720">
                  <c:v>105.947</c:v>
                </c:pt>
                <c:pt idx="1721">
                  <c:v>109.524</c:v>
                </c:pt>
                <c:pt idx="1722">
                  <c:v>113.58199999999999</c:v>
                </c:pt>
                <c:pt idx="1723">
                  <c:v>118.791</c:v>
                </c:pt>
                <c:pt idx="1724">
                  <c:v>124.932</c:v>
                </c:pt>
                <c:pt idx="1725">
                  <c:v>132.34899999999999</c:v>
                </c:pt>
                <c:pt idx="1726">
                  <c:v>141.61000000000001</c:v>
                </c:pt>
                <c:pt idx="1727">
                  <c:v>152.32499999999999</c:v>
                </c:pt>
                <c:pt idx="1728">
                  <c:v>164.685</c:v>
                </c:pt>
                <c:pt idx="1729">
                  <c:v>178.78800000000001</c:v>
                </c:pt>
                <c:pt idx="1730">
                  <c:v>193.749</c:v>
                </c:pt>
                <c:pt idx="1731">
                  <c:v>209.52</c:v>
                </c:pt>
                <c:pt idx="1732">
                  <c:v>225.80799999999999</c:v>
                </c:pt>
                <c:pt idx="1733">
                  <c:v>241.839</c:v>
                </c:pt>
                <c:pt idx="1734">
                  <c:v>256.40699999999998</c:v>
                </c:pt>
                <c:pt idx="1735">
                  <c:v>268.96899999999999</c:v>
                </c:pt>
                <c:pt idx="1736">
                  <c:v>278.66800000000001</c:v>
                </c:pt>
                <c:pt idx="1737">
                  <c:v>284.76600000000002</c:v>
                </c:pt>
                <c:pt idx="1738">
                  <c:v>286.77300000000002</c:v>
                </c:pt>
                <c:pt idx="1739">
                  <c:v>284.71699999999998</c:v>
                </c:pt>
                <c:pt idx="1740">
                  <c:v>279.32499999999999</c:v>
                </c:pt>
                <c:pt idx="1741">
                  <c:v>271.88299999999998</c:v>
                </c:pt>
                <c:pt idx="1742">
                  <c:v>263.31400000000002</c:v>
                </c:pt>
                <c:pt idx="1743">
                  <c:v>254.179</c:v>
                </c:pt>
                <c:pt idx="1744">
                  <c:v>246.21700000000001</c:v>
                </c:pt>
                <c:pt idx="1745">
                  <c:v>239.75399999999999</c:v>
                </c:pt>
                <c:pt idx="1746">
                  <c:v>234.60300000000001</c:v>
                </c:pt>
                <c:pt idx="1747">
                  <c:v>232.09299999999999</c:v>
                </c:pt>
                <c:pt idx="1748">
                  <c:v>232.57400000000001</c:v>
                </c:pt>
                <c:pt idx="1749">
                  <c:v>235.36</c:v>
                </c:pt>
                <c:pt idx="1750">
                  <c:v>240.62200000000001</c:v>
                </c:pt>
                <c:pt idx="1751">
                  <c:v>248.10400000000001</c:v>
                </c:pt>
                <c:pt idx="1752">
                  <c:v>257.64299999999997</c:v>
                </c:pt>
                <c:pt idx="1753">
                  <c:v>268.899</c:v>
                </c:pt>
                <c:pt idx="1754">
                  <c:v>281.904</c:v>
                </c:pt>
                <c:pt idx="1755">
                  <c:v>297.26</c:v>
                </c:pt>
                <c:pt idx="1756">
                  <c:v>314.59899999999999</c:v>
                </c:pt>
                <c:pt idx="1757">
                  <c:v>333.7</c:v>
                </c:pt>
                <c:pt idx="1758">
                  <c:v>354.35</c:v>
                </c:pt>
                <c:pt idx="1759">
                  <c:v>376.565</c:v>
                </c:pt>
                <c:pt idx="1760">
                  <c:v>400.97500000000002</c:v>
                </c:pt>
                <c:pt idx="1761">
                  <c:v>426.82900000000001</c:v>
                </c:pt>
                <c:pt idx="1762">
                  <c:v>454.64299999999997</c:v>
                </c:pt>
                <c:pt idx="1763">
                  <c:v>485.428</c:v>
                </c:pt>
                <c:pt idx="1764">
                  <c:v>519.11800000000005</c:v>
                </c:pt>
                <c:pt idx="1765">
                  <c:v>557.41800000000001</c:v>
                </c:pt>
                <c:pt idx="1766">
                  <c:v>602.60199999999998</c:v>
                </c:pt>
                <c:pt idx="1767">
                  <c:v>656.44399999999996</c:v>
                </c:pt>
                <c:pt idx="1768">
                  <c:v>722.00800000000004</c:v>
                </c:pt>
                <c:pt idx="1769">
                  <c:v>803.78</c:v>
                </c:pt>
                <c:pt idx="1770">
                  <c:v>906.50900000000001</c:v>
                </c:pt>
                <c:pt idx="1771">
                  <c:v>1035.01</c:v>
                </c:pt>
                <c:pt idx="1772">
                  <c:v>1194.21</c:v>
                </c:pt>
                <c:pt idx="1773">
                  <c:v>1388.26</c:v>
                </c:pt>
                <c:pt idx="1774">
                  <c:v>1619.43</c:v>
                </c:pt>
                <c:pt idx="1775">
                  <c:v>1887.3</c:v>
                </c:pt>
                <c:pt idx="1776">
                  <c:v>2188.7199999999998</c:v>
                </c:pt>
                <c:pt idx="1777">
                  <c:v>2515.63</c:v>
                </c:pt>
                <c:pt idx="1778">
                  <c:v>2854.72</c:v>
                </c:pt>
                <c:pt idx="1779">
                  <c:v>3188.11</c:v>
                </c:pt>
                <c:pt idx="1780">
                  <c:v>3493.47</c:v>
                </c:pt>
                <c:pt idx="1781">
                  <c:v>3747.29</c:v>
                </c:pt>
                <c:pt idx="1782">
                  <c:v>3928.81</c:v>
                </c:pt>
                <c:pt idx="1783">
                  <c:v>4021.11</c:v>
                </c:pt>
                <c:pt idx="1784">
                  <c:v>4013.6</c:v>
                </c:pt>
                <c:pt idx="1785">
                  <c:v>3903.55</c:v>
                </c:pt>
                <c:pt idx="1786">
                  <c:v>3698.32</c:v>
                </c:pt>
                <c:pt idx="1787">
                  <c:v>3414.04</c:v>
                </c:pt>
                <c:pt idx="1788">
                  <c:v>3073.59</c:v>
                </c:pt>
                <c:pt idx="1789">
                  <c:v>2703.69</c:v>
                </c:pt>
                <c:pt idx="1790">
                  <c:v>2329.44</c:v>
                </c:pt>
                <c:pt idx="1791">
                  <c:v>1972.16</c:v>
                </c:pt>
                <c:pt idx="1792">
                  <c:v>1648.33</c:v>
                </c:pt>
                <c:pt idx="1793">
                  <c:v>1367.92</c:v>
                </c:pt>
                <c:pt idx="1794">
                  <c:v>1134.26</c:v>
                </c:pt>
                <c:pt idx="1795">
                  <c:v>945.55200000000002</c:v>
                </c:pt>
                <c:pt idx="1796">
                  <c:v>796.66099999999994</c:v>
                </c:pt>
                <c:pt idx="1797">
                  <c:v>679.82299999999998</c:v>
                </c:pt>
                <c:pt idx="1798">
                  <c:v>587.51700000000005</c:v>
                </c:pt>
                <c:pt idx="1799">
                  <c:v>514.27700000000004</c:v>
                </c:pt>
                <c:pt idx="1800">
                  <c:v>455.20600000000002</c:v>
                </c:pt>
                <c:pt idx="1801">
                  <c:v>406.30399999999997</c:v>
                </c:pt>
                <c:pt idx="1802">
                  <c:v>365.63799999999998</c:v>
                </c:pt>
                <c:pt idx="1803">
                  <c:v>330.83499999999998</c:v>
                </c:pt>
                <c:pt idx="1804">
                  <c:v>300.73099999999999</c:v>
                </c:pt>
                <c:pt idx="1805">
                  <c:v>274.98</c:v>
                </c:pt>
                <c:pt idx="1806">
                  <c:v>252.821</c:v>
                </c:pt>
                <c:pt idx="1807">
                  <c:v>233.012</c:v>
                </c:pt>
                <c:pt idx="1808">
                  <c:v>215.16399999999999</c:v>
                </c:pt>
                <c:pt idx="1809">
                  <c:v>199.17099999999999</c:v>
                </c:pt>
                <c:pt idx="1810">
                  <c:v>184.76300000000001</c:v>
                </c:pt>
                <c:pt idx="1811">
                  <c:v>172.68199999999999</c:v>
                </c:pt>
                <c:pt idx="1812">
                  <c:v>162.52799999999999</c:v>
                </c:pt>
                <c:pt idx="1813">
                  <c:v>154.27000000000001</c:v>
                </c:pt>
                <c:pt idx="1814">
                  <c:v>147.81800000000001</c:v>
                </c:pt>
                <c:pt idx="1815">
                  <c:v>143.173</c:v>
                </c:pt>
                <c:pt idx="1816">
                  <c:v>140.322</c:v>
                </c:pt>
                <c:pt idx="1817">
                  <c:v>139.34800000000001</c:v>
                </c:pt>
                <c:pt idx="1818">
                  <c:v>140.38900000000001</c:v>
                </c:pt>
                <c:pt idx="1819">
                  <c:v>143.41499999999999</c:v>
                </c:pt>
                <c:pt idx="1820">
                  <c:v>148.29499999999999</c:v>
                </c:pt>
                <c:pt idx="1821">
                  <c:v>155.25399999999999</c:v>
                </c:pt>
                <c:pt idx="1822">
                  <c:v>164.215</c:v>
                </c:pt>
                <c:pt idx="1823">
                  <c:v>174.44399999999999</c:v>
                </c:pt>
                <c:pt idx="1824">
                  <c:v>185.822</c:v>
                </c:pt>
                <c:pt idx="1825">
                  <c:v>197.99299999999999</c:v>
                </c:pt>
                <c:pt idx="1826">
                  <c:v>209.85599999999999</c:v>
                </c:pt>
                <c:pt idx="1827">
                  <c:v>220.04599999999999</c:v>
                </c:pt>
                <c:pt idx="1828">
                  <c:v>228.03299999999999</c:v>
                </c:pt>
                <c:pt idx="1829">
                  <c:v>233.22300000000001</c:v>
                </c:pt>
                <c:pt idx="1830">
                  <c:v>234.65799999999999</c:v>
                </c:pt>
                <c:pt idx="1831">
                  <c:v>232.24799999999999</c:v>
                </c:pt>
                <c:pt idx="1832">
                  <c:v>226.041</c:v>
                </c:pt>
                <c:pt idx="1833">
                  <c:v>215.73099999999999</c:v>
                </c:pt>
                <c:pt idx="1834">
                  <c:v>202.411</c:v>
                </c:pt>
                <c:pt idx="1835">
                  <c:v>187.721</c:v>
                </c:pt>
                <c:pt idx="1836">
                  <c:v>172.29300000000001</c:v>
                </c:pt>
                <c:pt idx="1837">
                  <c:v>156.59899999999999</c:v>
                </c:pt>
                <c:pt idx="1838">
                  <c:v>141.745</c:v>
                </c:pt>
                <c:pt idx="1839">
                  <c:v>128.55099999999999</c:v>
                </c:pt>
                <c:pt idx="1840">
                  <c:v>117.562</c:v>
                </c:pt>
                <c:pt idx="1841">
                  <c:v>107.986</c:v>
                </c:pt>
                <c:pt idx="1842">
                  <c:v>99.746399999999994</c:v>
                </c:pt>
                <c:pt idx="1843">
                  <c:v>92.858800000000002</c:v>
                </c:pt>
                <c:pt idx="1844">
                  <c:v>87.406800000000004</c:v>
                </c:pt>
                <c:pt idx="1845">
                  <c:v>83.631200000000007</c:v>
                </c:pt>
                <c:pt idx="1846">
                  <c:v>80.373199999999997</c:v>
                </c:pt>
                <c:pt idx="1847">
                  <c:v>77.370800000000003</c:v>
                </c:pt>
                <c:pt idx="1848">
                  <c:v>74.440600000000003</c:v>
                </c:pt>
                <c:pt idx="1849">
                  <c:v>71.473299999999995</c:v>
                </c:pt>
                <c:pt idx="1850">
                  <c:v>68.955799999999996</c:v>
                </c:pt>
                <c:pt idx="1851">
                  <c:v>66.866100000000003</c:v>
                </c:pt>
                <c:pt idx="1852">
                  <c:v>64.981999999999999</c:v>
                </c:pt>
                <c:pt idx="1853">
                  <c:v>63.285899999999998</c:v>
                </c:pt>
                <c:pt idx="1854">
                  <c:v>61.720999999999997</c:v>
                </c:pt>
                <c:pt idx="1855">
                  <c:v>59.853200000000001</c:v>
                </c:pt>
                <c:pt idx="1856">
                  <c:v>58.103900000000003</c:v>
                </c:pt>
                <c:pt idx="1857">
                  <c:v>56.840499999999999</c:v>
                </c:pt>
                <c:pt idx="1858">
                  <c:v>55.631700000000002</c:v>
                </c:pt>
                <c:pt idx="1859">
                  <c:v>54.405700000000003</c:v>
                </c:pt>
                <c:pt idx="1860">
                  <c:v>53.776200000000003</c:v>
                </c:pt>
                <c:pt idx="1861">
                  <c:v>53.456099999999999</c:v>
                </c:pt>
                <c:pt idx="1862">
                  <c:v>52.738900000000001</c:v>
                </c:pt>
                <c:pt idx="1863">
                  <c:v>51.5321</c:v>
                </c:pt>
                <c:pt idx="1864">
                  <c:v>50.322800000000001</c:v>
                </c:pt>
                <c:pt idx="1865">
                  <c:v>49.6995</c:v>
                </c:pt>
                <c:pt idx="1866">
                  <c:v>49.207999999999998</c:v>
                </c:pt>
                <c:pt idx="1867">
                  <c:v>48.733600000000003</c:v>
                </c:pt>
                <c:pt idx="1868">
                  <c:v>48.0563</c:v>
                </c:pt>
                <c:pt idx="1869">
                  <c:v>47.138800000000003</c:v>
                </c:pt>
                <c:pt idx="1870">
                  <c:v>46.4985</c:v>
                </c:pt>
                <c:pt idx="1871">
                  <c:v>46.253700000000002</c:v>
                </c:pt>
                <c:pt idx="1872">
                  <c:v>46.2438</c:v>
                </c:pt>
                <c:pt idx="1873">
                  <c:v>46.064100000000003</c:v>
                </c:pt>
                <c:pt idx="1874">
                  <c:v>45.784599999999998</c:v>
                </c:pt>
                <c:pt idx="1875">
                  <c:v>45.448099999999997</c:v>
                </c:pt>
                <c:pt idx="1876">
                  <c:v>45.192399999999999</c:v>
                </c:pt>
                <c:pt idx="1877">
                  <c:v>44.938699999999997</c:v>
                </c:pt>
                <c:pt idx="1878">
                  <c:v>44.756300000000003</c:v>
                </c:pt>
                <c:pt idx="1879">
                  <c:v>44.434699999999999</c:v>
                </c:pt>
                <c:pt idx="1880">
                  <c:v>44.043700000000001</c:v>
                </c:pt>
                <c:pt idx="1881">
                  <c:v>43.654499999999999</c:v>
                </c:pt>
                <c:pt idx="1882">
                  <c:v>42.900399999999998</c:v>
                </c:pt>
                <c:pt idx="1883">
                  <c:v>42.218699999999998</c:v>
                </c:pt>
                <c:pt idx="1884">
                  <c:v>42.1128</c:v>
                </c:pt>
                <c:pt idx="1885">
                  <c:v>42.0732</c:v>
                </c:pt>
                <c:pt idx="1886">
                  <c:v>41.978900000000003</c:v>
                </c:pt>
                <c:pt idx="1887">
                  <c:v>41.957099999999997</c:v>
                </c:pt>
                <c:pt idx="1888">
                  <c:v>41.960500000000003</c:v>
                </c:pt>
                <c:pt idx="1889">
                  <c:v>42.015999999999998</c:v>
                </c:pt>
                <c:pt idx="1890">
                  <c:v>42.0167</c:v>
                </c:pt>
                <c:pt idx="1891">
                  <c:v>42.605400000000003</c:v>
                </c:pt>
                <c:pt idx="1892">
                  <c:v>43.680100000000003</c:v>
                </c:pt>
                <c:pt idx="1893">
                  <c:v>44.774999999999999</c:v>
                </c:pt>
                <c:pt idx="1894">
                  <c:v>46.128300000000003</c:v>
                </c:pt>
                <c:pt idx="1895">
                  <c:v>47.536000000000001</c:v>
                </c:pt>
                <c:pt idx="1896">
                  <c:v>48.961100000000002</c:v>
                </c:pt>
                <c:pt idx="1897">
                  <c:v>51.076099999999997</c:v>
                </c:pt>
                <c:pt idx="1898">
                  <c:v>53.006799999999998</c:v>
                </c:pt>
                <c:pt idx="1899">
                  <c:v>54.6569</c:v>
                </c:pt>
                <c:pt idx="1900">
                  <c:v>56.354199999999999</c:v>
                </c:pt>
                <c:pt idx="1901">
                  <c:v>57.651600000000002</c:v>
                </c:pt>
                <c:pt idx="1902">
                  <c:v>58.319899999999997</c:v>
                </c:pt>
                <c:pt idx="1903">
                  <c:v>58.479100000000003</c:v>
                </c:pt>
                <c:pt idx="1904">
                  <c:v>58.137799999999999</c:v>
                </c:pt>
                <c:pt idx="1905">
                  <c:v>57.356499999999997</c:v>
                </c:pt>
                <c:pt idx="1906">
                  <c:v>55.863799999999998</c:v>
                </c:pt>
                <c:pt idx="1907">
                  <c:v>53.752099999999999</c:v>
                </c:pt>
                <c:pt idx="1908">
                  <c:v>51.165300000000002</c:v>
                </c:pt>
                <c:pt idx="1909">
                  <c:v>48.969700000000003</c:v>
                </c:pt>
                <c:pt idx="1910">
                  <c:v>46.810200000000002</c:v>
                </c:pt>
                <c:pt idx="1911">
                  <c:v>44.3504</c:v>
                </c:pt>
                <c:pt idx="1912">
                  <c:v>41.960900000000002</c:v>
                </c:pt>
                <c:pt idx="1913">
                  <c:v>40.190800000000003</c:v>
                </c:pt>
                <c:pt idx="1914">
                  <c:v>39.063099999999999</c:v>
                </c:pt>
                <c:pt idx="1915">
                  <c:v>38.107999999999997</c:v>
                </c:pt>
                <c:pt idx="1916">
                  <c:v>37.328800000000001</c:v>
                </c:pt>
                <c:pt idx="1917">
                  <c:v>36.533200000000001</c:v>
                </c:pt>
                <c:pt idx="1918">
                  <c:v>35.960299999999997</c:v>
                </c:pt>
                <c:pt idx="1919">
                  <c:v>35.811599999999999</c:v>
                </c:pt>
                <c:pt idx="1920">
                  <c:v>35.450299999999999</c:v>
                </c:pt>
                <c:pt idx="1921">
                  <c:v>34.975200000000001</c:v>
                </c:pt>
                <c:pt idx="1922">
                  <c:v>35.1265</c:v>
                </c:pt>
                <c:pt idx="1923">
                  <c:v>34.965800000000002</c:v>
                </c:pt>
                <c:pt idx="1924">
                  <c:v>33.907899999999998</c:v>
                </c:pt>
                <c:pt idx="1925">
                  <c:v>32.929400000000001</c:v>
                </c:pt>
                <c:pt idx="1926">
                  <c:v>32.634700000000002</c:v>
                </c:pt>
                <c:pt idx="1927">
                  <c:v>32.422699999999999</c:v>
                </c:pt>
                <c:pt idx="1928">
                  <c:v>32.431699999999999</c:v>
                </c:pt>
                <c:pt idx="1929">
                  <c:v>32.261400000000002</c:v>
                </c:pt>
                <c:pt idx="1930">
                  <c:v>31.847300000000001</c:v>
                </c:pt>
                <c:pt idx="1931">
                  <c:v>31.455300000000001</c:v>
                </c:pt>
                <c:pt idx="1932">
                  <c:v>31.0745</c:v>
                </c:pt>
                <c:pt idx="1933">
                  <c:v>30.656199999999998</c:v>
                </c:pt>
                <c:pt idx="1934">
                  <c:v>30.341799999999999</c:v>
                </c:pt>
                <c:pt idx="1935">
                  <c:v>30.097799999999999</c:v>
                </c:pt>
                <c:pt idx="1936">
                  <c:v>29.6585</c:v>
                </c:pt>
                <c:pt idx="1937">
                  <c:v>29.2531</c:v>
                </c:pt>
                <c:pt idx="1938">
                  <c:v>28.840800000000002</c:v>
                </c:pt>
                <c:pt idx="1939">
                  <c:v>28.4634</c:v>
                </c:pt>
                <c:pt idx="1940">
                  <c:v>28.364899999999999</c:v>
                </c:pt>
                <c:pt idx="1941">
                  <c:v>28.041499999999999</c:v>
                </c:pt>
                <c:pt idx="1942">
                  <c:v>27.590499999999999</c:v>
                </c:pt>
                <c:pt idx="1943">
                  <c:v>27.276599999999998</c:v>
                </c:pt>
                <c:pt idx="1944">
                  <c:v>27.0595</c:v>
                </c:pt>
                <c:pt idx="1945">
                  <c:v>27.1174</c:v>
                </c:pt>
                <c:pt idx="1946">
                  <c:v>27.395399999999999</c:v>
                </c:pt>
                <c:pt idx="1947">
                  <c:v>27.441800000000001</c:v>
                </c:pt>
                <c:pt idx="1948">
                  <c:v>27.288</c:v>
                </c:pt>
                <c:pt idx="1949">
                  <c:v>27.278400000000001</c:v>
                </c:pt>
                <c:pt idx="1950">
                  <c:v>27.366499999999998</c:v>
                </c:pt>
                <c:pt idx="1951">
                  <c:v>27.406300000000002</c:v>
                </c:pt>
                <c:pt idx="1952">
                  <c:v>27.271699999999999</c:v>
                </c:pt>
                <c:pt idx="1953">
                  <c:v>27.038599999999999</c:v>
                </c:pt>
                <c:pt idx="1954">
                  <c:v>26.937100000000001</c:v>
                </c:pt>
                <c:pt idx="1955">
                  <c:v>26.967600000000001</c:v>
                </c:pt>
                <c:pt idx="1956">
                  <c:v>26.8796</c:v>
                </c:pt>
                <c:pt idx="1957">
                  <c:v>26.645800000000001</c:v>
                </c:pt>
                <c:pt idx="1958">
                  <c:v>26.302700000000002</c:v>
                </c:pt>
                <c:pt idx="1959">
                  <c:v>25.879100000000001</c:v>
                </c:pt>
                <c:pt idx="1960">
                  <c:v>25.387899999999998</c:v>
                </c:pt>
                <c:pt idx="1961">
                  <c:v>25.3049</c:v>
                </c:pt>
                <c:pt idx="1962">
                  <c:v>25.3887</c:v>
                </c:pt>
                <c:pt idx="1963">
                  <c:v>25.1767</c:v>
                </c:pt>
                <c:pt idx="1964">
                  <c:v>24.567399999999999</c:v>
                </c:pt>
                <c:pt idx="1965">
                  <c:v>24.172000000000001</c:v>
                </c:pt>
                <c:pt idx="1966">
                  <c:v>24.0685</c:v>
                </c:pt>
                <c:pt idx="1967">
                  <c:v>23.8872</c:v>
                </c:pt>
                <c:pt idx="1968">
                  <c:v>23.569700000000001</c:v>
                </c:pt>
                <c:pt idx="1969">
                  <c:v>23.207799999999999</c:v>
                </c:pt>
                <c:pt idx="1970">
                  <c:v>22.806000000000001</c:v>
                </c:pt>
                <c:pt idx="1971">
                  <c:v>22.523900000000001</c:v>
                </c:pt>
                <c:pt idx="1972">
                  <c:v>22.1816</c:v>
                </c:pt>
                <c:pt idx="1973">
                  <c:v>22.328399999999998</c:v>
                </c:pt>
                <c:pt idx="1974">
                  <c:v>22.719100000000001</c:v>
                </c:pt>
                <c:pt idx="1975">
                  <c:v>22.777699999999999</c:v>
                </c:pt>
                <c:pt idx="1976">
                  <c:v>22.8428</c:v>
                </c:pt>
                <c:pt idx="1977">
                  <c:v>23.3139</c:v>
                </c:pt>
                <c:pt idx="1978">
                  <c:v>23.749300000000002</c:v>
                </c:pt>
                <c:pt idx="1979">
                  <c:v>24.057400000000001</c:v>
                </c:pt>
                <c:pt idx="1980">
                  <c:v>24.170400000000001</c:v>
                </c:pt>
                <c:pt idx="1981">
                  <c:v>23.726600000000001</c:v>
                </c:pt>
                <c:pt idx="1982">
                  <c:v>23.381699999999999</c:v>
                </c:pt>
                <c:pt idx="1983">
                  <c:v>23.451899999999998</c:v>
                </c:pt>
                <c:pt idx="1984">
                  <c:v>23.5549</c:v>
                </c:pt>
                <c:pt idx="1985">
                  <c:v>23.7653</c:v>
                </c:pt>
                <c:pt idx="1986">
                  <c:v>24.170999999999999</c:v>
                </c:pt>
                <c:pt idx="1987">
                  <c:v>24.162600000000001</c:v>
                </c:pt>
                <c:pt idx="1988">
                  <c:v>23.907699999999998</c:v>
                </c:pt>
                <c:pt idx="1989">
                  <c:v>23.855799999999999</c:v>
                </c:pt>
                <c:pt idx="1990">
                  <c:v>23.677900000000001</c:v>
                </c:pt>
                <c:pt idx="1991">
                  <c:v>23.390799999999999</c:v>
                </c:pt>
                <c:pt idx="1992">
                  <c:v>23.1309</c:v>
                </c:pt>
                <c:pt idx="1993">
                  <c:v>23.030999999999999</c:v>
                </c:pt>
                <c:pt idx="1994">
                  <c:v>23.1843</c:v>
                </c:pt>
                <c:pt idx="1995">
                  <c:v>23.166499999999999</c:v>
                </c:pt>
                <c:pt idx="1996">
                  <c:v>22.933700000000002</c:v>
                </c:pt>
                <c:pt idx="1997">
                  <c:v>22.684699999999999</c:v>
                </c:pt>
                <c:pt idx="1998">
                  <c:v>22.534600000000001</c:v>
                </c:pt>
                <c:pt idx="1999">
                  <c:v>22.712199999999999</c:v>
                </c:pt>
                <c:pt idx="2000">
                  <c:v>22.6767</c:v>
                </c:pt>
                <c:pt idx="2001">
                  <c:v>22.351800000000001</c:v>
                </c:pt>
                <c:pt idx="2002">
                  <c:v>22.3154</c:v>
                </c:pt>
                <c:pt idx="2003">
                  <c:v>22.109100000000002</c:v>
                </c:pt>
                <c:pt idx="2004">
                  <c:v>21.704799999999999</c:v>
                </c:pt>
                <c:pt idx="2005">
                  <c:v>21.3645</c:v>
                </c:pt>
                <c:pt idx="2006">
                  <c:v>21.0321</c:v>
                </c:pt>
                <c:pt idx="2007">
                  <c:v>21.014399999999998</c:v>
                </c:pt>
                <c:pt idx="2008">
                  <c:v>20.788699999999999</c:v>
                </c:pt>
                <c:pt idx="2009">
                  <c:v>20.479099999999999</c:v>
                </c:pt>
                <c:pt idx="2010">
                  <c:v>20.515999999999998</c:v>
                </c:pt>
                <c:pt idx="2011">
                  <c:v>20.4589</c:v>
                </c:pt>
                <c:pt idx="2012">
                  <c:v>20.3004</c:v>
                </c:pt>
                <c:pt idx="2013">
                  <c:v>20.0749</c:v>
                </c:pt>
                <c:pt idx="2014">
                  <c:v>19.743099999999998</c:v>
                </c:pt>
                <c:pt idx="2015">
                  <c:v>19.502099999999999</c:v>
                </c:pt>
                <c:pt idx="2016">
                  <c:v>19.253499999999999</c:v>
                </c:pt>
                <c:pt idx="2017">
                  <c:v>19.340499999999999</c:v>
                </c:pt>
                <c:pt idx="2018">
                  <c:v>19.8475</c:v>
                </c:pt>
                <c:pt idx="2019">
                  <c:v>19.970600000000001</c:v>
                </c:pt>
                <c:pt idx="2020">
                  <c:v>19.4573</c:v>
                </c:pt>
                <c:pt idx="2021">
                  <c:v>18.896899999999999</c:v>
                </c:pt>
                <c:pt idx="2022">
                  <c:v>18.821300000000001</c:v>
                </c:pt>
                <c:pt idx="2023">
                  <c:v>18.836200000000002</c:v>
                </c:pt>
                <c:pt idx="2024">
                  <c:v>18.651299999999999</c:v>
                </c:pt>
                <c:pt idx="2025">
                  <c:v>18.4498</c:v>
                </c:pt>
                <c:pt idx="2026">
                  <c:v>18.337599999999998</c:v>
                </c:pt>
                <c:pt idx="2027">
                  <c:v>18.409199999999998</c:v>
                </c:pt>
                <c:pt idx="2028">
                  <c:v>18.776499999999999</c:v>
                </c:pt>
                <c:pt idx="2029">
                  <c:v>18.715</c:v>
                </c:pt>
                <c:pt idx="2030">
                  <c:v>18.732199999999999</c:v>
                </c:pt>
                <c:pt idx="2031">
                  <c:v>18.801100000000002</c:v>
                </c:pt>
                <c:pt idx="2032">
                  <c:v>18.824300000000001</c:v>
                </c:pt>
                <c:pt idx="2033">
                  <c:v>19.1736</c:v>
                </c:pt>
                <c:pt idx="2034">
                  <c:v>19.407499999999999</c:v>
                </c:pt>
                <c:pt idx="2035">
                  <c:v>19.325900000000001</c:v>
                </c:pt>
                <c:pt idx="2036">
                  <c:v>18.9956</c:v>
                </c:pt>
                <c:pt idx="2037">
                  <c:v>18.973099999999999</c:v>
                </c:pt>
                <c:pt idx="2038">
                  <c:v>19.239100000000001</c:v>
                </c:pt>
                <c:pt idx="2039">
                  <c:v>19.223500000000001</c:v>
                </c:pt>
                <c:pt idx="2040">
                  <c:v>19.111000000000001</c:v>
                </c:pt>
                <c:pt idx="2041">
                  <c:v>18.858899999999998</c:v>
                </c:pt>
                <c:pt idx="2042">
                  <c:v>18.492999999999999</c:v>
                </c:pt>
                <c:pt idx="2043">
                  <c:v>18.4817</c:v>
                </c:pt>
                <c:pt idx="2044">
                  <c:v>18.8733</c:v>
                </c:pt>
                <c:pt idx="2045">
                  <c:v>19.287099999999999</c:v>
                </c:pt>
                <c:pt idx="2046">
                  <c:v>18.933299999999999</c:v>
                </c:pt>
                <c:pt idx="2047">
                  <c:v>18.7438</c:v>
                </c:pt>
                <c:pt idx="2048">
                  <c:v>18.817599999999999</c:v>
                </c:pt>
                <c:pt idx="2049">
                  <c:v>18.561699999999998</c:v>
                </c:pt>
                <c:pt idx="2050">
                  <c:v>18.325800000000001</c:v>
                </c:pt>
                <c:pt idx="2051">
                  <c:v>18.6157</c:v>
                </c:pt>
                <c:pt idx="2052">
                  <c:v>18.515599999999999</c:v>
                </c:pt>
                <c:pt idx="2053">
                  <c:v>18.295000000000002</c:v>
                </c:pt>
                <c:pt idx="2054">
                  <c:v>18.4086</c:v>
                </c:pt>
                <c:pt idx="2055">
                  <c:v>18.7361</c:v>
                </c:pt>
                <c:pt idx="2056">
                  <c:v>19.2989</c:v>
                </c:pt>
                <c:pt idx="2057">
                  <c:v>19.584399999999999</c:v>
                </c:pt>
                <c:pt idx="2058">
                  <c:v>19.6617</c:v>
                </c:pt>
                <c:pt idx="2059">
                  <c:v>19.598600000000001</c:v>
                </c:pt>
                <c:pt idx="2060">
                  <c:v>19.2956</c:v>
                </c:pt>
                <c:pt idx="2061">
                  <c:v>18.920100000000001</c:v>
                </c:pt>
                <c:pt idx="2062">
                  <c:v>18.5913</c:v>
                </c:pt>
                <c:pt idx="2063">
                  <c:v>18.376799999999999</c:v>
                </c:pt>
                <c:pt idx="2064">
                  <c:v>18.372599999999998</c:v>
                </c:pt>
                <c:pt idx="2065">
                  <c:v>18.483899999999998</c:v>
                </c:pt>
                <c:pt idx="2066">
                  <c:v>18.327200000000001</c:v>
                </c:pt>
                <c:pt idx="2067">
                  <c:v>17.898399999999999</c:v>
                </c:pt>
                <c:pt idx="2068">
                  <c:v>17.657599999999999</c:v>
                </c:pt>
                <c:pt idx="2069">
                  <c:v>17.3581</c:v>
                </c:pt>
                <c:pt idx="2070">
                  <c:v>17.379799999999999</c:v>
                </c:pt>
                <c:pt idx="2071">
                  <c:v>17.260400000000001</c:v>
                </c:pt>
                <c:pt idx="2072">
                  <c:v>17.2166</c:v>
                </c:pt>
                <c:pt idx="2073">
                  <c:v>17.200500000000002</c:v>
                </c:pt>
                <c:pt idx="2074">
                  <c:v>17.0215</c:v>
                </c:pt>
                <c:pt idx="2075">
                  <c:v>16.82</c:v>
                </c:pt>
                <c:pt idx="2076">
                  <c:v>16.855899999999998</c:v>
                </c:pt>
                <c:pt idx="2077">
                  <c:v>16.890799999999999</c:v>
                </c:pt>
                <c:pt idx="2078">
                  <c:v>16.817799999999998</c:v>
                </c:pt>
                <c:pt idx="2079">
                  <c:v>16.9115</c:v>
                </c:pt>
                <c:pt idx="2080">
                  <c:v>17.166499999999999</c:v>
                </c:pt>
                <c:pt idx="2081">
                  <c:v>17.431799999999999</c:v>
                </c:pt>
                <c:pt idx="2082">
                  <c:v>17.3687</c:v>
                </c:pt>
                <c:pt idx="2083">
                  <c:v>17.250399999999999</c:v>
                </c:pt>
                <c:pt idx="2084">
                  <c:v>17.386199999999999</c:v>
                </c:pt>
                <c:pt idx="2085">
                  <c:v>17.211300000000001</c:v>
                </c:pt>
                <c:pt idx="2086">
                  <c:v>17.009699999999999</c:v>
                </c:pt>
                <c:pt idx="2087">
                  <c:v>16.952100000000002</c:v>
                </c:pt>
                <c:pt idx="2088">
                  <c:v>17.187799999999999</c:v>
                </c:pt>
                <c:pt idx="2089">
                  <c:v>17.340699999999998</c:v>
                </c:pt>
                <c:pt idx="2090">
                  <c:v>17.0701</c:v>
                </c:pt>
                <c:pt idx="2091">
                  <c:v>16.822700000000001</c:v>
                </c:pt>
                <c:pt idx="2092">
                  <c:v>16.6632</c:v>
                </c:pt>
                <c:pt idx="2093">
                  <c:v>16.578299999999999</c:v>
                </c:pt>
                <c:pt idx="2094">
                  <c:v>16.5809</c:v>
                </c:pt>
                <c:pt idx="2095">
                  <c:v>16.600300000000001</c:v>
                </c:pt>
                <c:pt idx="2096">
                  <c:v>16.915199999999999</c:v>
                </c:pt>
                <c:pt idx="2097">
                  <c:v>17.1767</c:v>
                </c:pt>
                <c:pt idx="2098">
                  <c:v>17.1723</c:v>
                </c:pt>
                <c:pt idx="2099">
                  <c:v>16.989599999999999</c:v>
                </c:pt>
                <c:pt idx="2100">
                  <c:v>17.1965</c:v>
                </c:pt>
                <c:pt idx="2101">
                  <c:v>17.1402</c:v>
                </c:pt>
                <c:pt idx="2102">
                  <c:v>16.782299999999999</c:v>
                </c:pt>
                <c:pt idx="2103">
                  <c:v>16.719100000000001</c:v>
                </c:pt>
                <c:pt idx="2104">
                  <c:v>16.718599999999999</c:v>
                </c:pt>
                <c:pt idx="2105">
                  <c:v>16.734300000000001</c:v>
                </c:pt>
                <c:pt idx="2106">
                  <c:v>16.813700000000001</c:v>
                </c:pt>
                <c:pt idx="2107">
                  <c:v>16.695799999999998</c:v>
                </c:pt>
                <c:pt idx="2108">
                  <c:v>16.4008</c:v>
                </c:pt>
                <c:pt idx="2109">
                  <c:v>16.3141</c:v>
                </c:pt>
                <c:pt idx="2110">
                  <c:v>16.6035</c:v>
                </c:pt>
                <c:pt idx="2111">
                  <c:v>16.665199999999999</c:v>
                </c:pt>
                <c:pt idx="2112">
                  <c:v>16.390599999999999</c:v>
                </c:pt>
                <c:pt idx="2113">
                  <c:v>16.157</c:v>
                </c:pt>
                <c:pt idx="2114">
                  <c:v>16.197500000000002</c:v>
                </c:pt>
                <c:pt idx="2115">
                  <c:v>16.369900000000001</c:v>
                </c:pt>
                <c:pt idx="2116">
                  <c:v>16.298999999999999</c:v>
                </c:pt>
                <c:pt idx="2117">
                  <c:v>16.045200000000001</c:v>
                </c:pt>
                <c:pt idx="2118">
                  <c:v>15.799899999999999</c:v>
                </c:pt>
                <c:pt idx="2119">
                  <c:v>15.4053</c:v>
                </c:pt>
                <c:pt idx="2120">
                  <c:v>15.081099999999999</c:v>
                </c:pt>
                <c:pt idx="2121">
                  <c:v>15.3316</c:v>
                </c:pt>
                <c:pt idx="2122">
                  <c:v>15.9064</c:v>
                </c:pt>
                <c:pt idx="2123">
                  <c:v>16.097899999999999</c:v>
                </c:pt>
                <c:pt idx="2124">
                  <c:v>15.908300000000001</c:v>
                </c:pt>
                <c:pt idx="2125">
                  <c:v>15.696</c:v>
                </c:pt>
                <c:pt idx="2126">
                  <c:v>15.817500000000001</c:v>
                </c:pt>
                <c:pt idx="2127">
                  <c:v>16.0502</c:v>
                </c:pt>
                <c:pt idx="2128">
                  <c:v>16.309999999999999</c:v>
                </c:pt>
                <c:pt idx="2129">
                  <c:v>16.5867</c:v>
                </c:pt>
                <c:pt idx="2130">
                  <c:v>16.842199999999998</c:v>
                </c:pt>
                <c:pt idx="2131">
                  <c:v>16.848600000000001</c:v>
                </c:pt>
                <c:pt idx="2132">
                  <c:v>16.680900000000001</c:v>
                </c:pt>
                <c:pt idx="2133">
                  <c:v>16.358499999999999</c:v>
                </c:pt>
                <c:pt idx="2134">
                  <c:v>16.019600000000001</c:v>
                </c:pt>
                <c:pt idx="2135">
                  <c:v>16.225000000000001</c:v>
                </c:pt>
                <c:pt idx="2136">
                  <c:v>16.936800000000002</c:v>
                </c:pt>
                <c:pt idx="2137">
                  <c:v>17.228899999999999</c:v>
                </c:pt>
                <c:pt idx="2138">
                  <c:v>16.957799999999999</c:v>
                </c:pt>
                <c:pt idx="2139">
                  <c:v>16.627099999999999</c:v>
                </c:pt>
                <c:pt idx="2140">
                  <c:v>16.657800000000002</c:v>
                </c:pt>
                <c:pt idx="2141">
                  <c:v>16.577200000000001</c:v>
                </c:pt>
                <c:pt idx="2142">
                  <c:v>16.224699999999999</c:v>
                </c:pt>
                <c:pt idx="2143">
                  <c:v>16.384799999999998</c:v>
                </c:pt>
                <c:pt idx="2144">
                  <c:v>16.2803</c:v>
                </c:pt>
                <c:pt idx="2145">
                  <c:v>16.152000000000001</c:v>
                </c:pt>
                <c:pt idx="2146">
                  <c:v>16.0852</c:v>
                </c:pt>
                <c:pt idx="2147">
                  <c:v>16.308700000000002</c:v>
                </c:pt>
                <c:pt idx="2148">
                  <c:v>16.478000000000002</c:v>
                </c:pt>
                <c:pt idx="2149">
                  <c:v>16.331</c:v>
                </c:pt>
                <c:pt idx="2150">
                  <c:v>15.9558</c:v>
                </c:pt>
                <c:pt idx="2151">
                  <c:v>15.702</c:v>
                </c:pt>
                <c:pt idx="2152">
                  <c:v>15.7432</c:v>
                </c:pt>
                <c:pt idx="2153">
                  <c:v>15.6759</c:v>
                </c:pt>
                <c:pt idx="2154">
                  <c:v>15.648999999999999</c:v>
                </c:pt>
                <c:pt idx="2155">
                  <c:v>15.567600000000001</c:v>
                </c:pt>
                <c:pt idx="2156">
                  <c:v>15.3207</c:v>
                </c:pt>
                <c:pt idx="2157">
                  <c:v>15.0901</c:v>
                </c:pt>
                <c:pt idx="2158">
                  <c:v>15.154999999999999</c:v>
                </c:pt>
                <c:pt idx="2159">
                  <c:v>15.207100000000001</c:v>
                </c:pt>
                <c:pt idx="2160">
                  <c:v>15.170400000000001</c:v>
                </c:pt>
                <c:pt idx="2161">
                  <c:v>15.1447</c:v>
                </c:pt>
                <c:pt idx="2162">
                  <c:v>15.4488</c:v>
                </c:pt>
                <c:pt idx="2163">
                  <c:v>15.7157</c:v>
                </c:pt>
                <c:pt idx="2164">
                  <c:v>15.886699999999999</c:v>
                </c:pt>
                <c:pt idx="2165">
                  <c:v>16.051600000000001</c:v>
                </c:pt>
                <c:pt idx="2166">
                  <c:v>16.0502</c:v>
                </c:pt>
                <c:pt idx="2167">
                  <c:v>15.8979</c:v>
                </c:pt>
                <c:pt idx="2168">
                  <c:v>16.1294</c:v>
                </c:pt>
                <c:pt idx="2169">
                  <c:v>15.950799999999999</c:v>
                </c:pt>
                <c:pt idx="2170">
                  <c:v>15.8818</c:v>
                </c:pt>
                <c:pt idx="2171">
                  <c:v>16.2468</c:v>
                </c:pt>
                <c:pt idx="2172">
                  <c:v>16.159700000000001</c:v>
                </c:pt>
                <c:pt idx="2173">
                  <c:v>16.434000000000001</c:v>
                </c:pt>
                <c:pt idx="2174">
                  <c:v>16.974900000000002</c:v>
                </c:pt>
                <c:pt idx="2175">
                  <c:v>17.7319</c:v>
                </c:pt>
                <c:pt idx="2176">
                  <c:v>18.1873</c:v>
                </c:pt>
                <c:pt idx="2177">
                  <c:v>18.461400000000001</c:v>
                </c:pt>
                <c:pt idx="2178">
                  <c:v>18.784099999999999</c:v>
                </c:pt>
                <c:pt idx="2179">
                  <c:v>19.203299999999999</c:v>
                </c:pt>
                <c:pt idx="2180">
                  <c:v>19.648900000000001</c:v>
                </c:pt>
                <c:pt idx="2181">
                  <c:v>20.032399999999999</c:v>
                </c:pt>
                <c:pt idx="2182">
                  <c:v>19.903700000000001</c:v>
                </c:pt>
                <c:pt idx="2183">
                  <c:v>19.662099999999999</c:v>
                </c:pt>
                <c:pt idx="2184">
                  <c:v>19.793500000000002</c:v>
                </c:pt>
                <c:pt idx="2185">
                  <c:v>19.7851</c:v>
                </c:pt>
                <c:pt idx="2186">
                  <c:v>20.119800000000001</c:v>
                </c:pt>
                <c:pt idx="2187">
                  <c:v>20.505199999999999</c:v>
                </c:pt>
                <c:pt idx="2188">
                  <c:v>20.963899999999999</c:v>
                </c:pt>
                <c:pt idx="2189">
                  <c:v>21.4832</c:v>
                </c:pt>
                <c:pt idx="2190">
                  <c:v>22.180700000000002</c:v>
                </c:pt>
                <c:pt idx="2191">
                  <c:v>23.1509</c:v>
                </c:pt>
                <c:pt idx="2192">
                  <c:v>24.328600000000002</c:v>
                </c:pt>
                <c:pt idx="2193">
                  <c:v>25.534199999999998</c:v>
                </c:pt>
                <c:pt idx="2194">
                  <c:v>26.750299999999999</c:v>
                </c:pt>
                <c:pt idx="2195">
                  <c:v>27.684999999999999</c:v>
                </c:pt>
                <c:pt idx="2196">
                  <c:v>28.179300000000001</c:v>
                </c:pt>
                <c:pt idx="2197">
                  <c:v>28.844000000000001</c:v>
                </c:pt>
                <c:pt idx="2198">
                  <c:v>29.375299999999999</c:v>
                </c:pt>
                <c:pt idx="2199">
                  <c:v>30.113299999999999</c:v>
                </c:pt>
                <c:pt idx="2200">
                  <c:v>30.8233</c:v>
                </c:pt>
                <c:pt idx="2201">
                  <c:v>30.971900000000002</c:v>
                </c:pt>
                <c:pt idx="2202">
                  <c:v>30.255800000000001</c:v>
                </c:pt>
                <c:pt idx="2203">
                  <c:v>29.0349</c:v>
                </c:pt>
                <c:pt idx="2204">
                  <c:v>27.374099999999999</c:v>
                </c:pt>
                <c:pt idx="2205">
                  <c:v>25.828800000000001</c:v>
                </c:pt>
                <c:pt idx="2206">
                  <c:v>24.2608</c:v>
                </c:pt>
                <c:pt idx="2207">
                  <c:v>22.369399999999999</c:v>
                </c:pt>
                <c:pt idx="2208">
                  <c:v>20.667000000000002</c:v>
                </c:pt>
                <c:pt idx="2209">
                  <c:v>19.240600000000001</c:v>
                </c:pt>
                <c:pt idx="2210">
                  <c:v>18.383500000000002</c:v>
                </c:pt>
                <c:pt idx="2211">
                  <c:v>17.637</c:v>
                </c:pt>
                <c:pt idx="2212">
                  <c:v>16.696999999999999</c:v>
                </c:pt>
                <c:pt idx="2213">
                  <c:v>15.589399999999999</c:v>
                </c:pt>
                <c:pt idx="2214">
                  <c:v>14.834300000000001</c:v>
                </c:pt>
                <c:pt idx="2215">
                  <c:v>14.5061</c:v>
                </c:pt>
                <c:pt idx="2216">
                  <c:v>14.4964</c:v>
                </c:pt>
                <c:pt idx="2217">
                  <c:v>14.3908</c:v>
                </c:pt>
                <c:pt idx="2218">
                  <c:v>14.2851</c:v>
                </c:pt>
                <c:pt idx="2219">
                  <c:v>14.329800000000001</c:v>
                </c:pt>
                <c:pt idx="2220">
                  <c:v>14.206799999999999</c:v>
                </c:pt>
                <c:pt idx="2221">
                  <c:v>13.9636</c:v>
                </c:pt>
                <c:pt idx="2222">
                  <c:v>13.8828</c:v>
                </c:pt>
                <c:pt idx="2223">
                  <c:v>13.887700000000001</c:v>
                </c:pt>
                <c:pt idx="2224">
                  <c:v>13.712199999999999</c:v>
                </c:pt>
                <c:pt idx="2225">
                  <c:v>13.6244</c:v>
                </c:pt>
                <c:pt idx="2226">
                  <c:v>13.5284</c:v>
                </c:pt>
                <c:pt idx="2227">
                  <c:v>13.826000000000001</c:v>
                </c:pt>
                <c:pt idx="2228">
                  <c:v>14.2768</c:v>
                </c:pt>
                <c:pt idx="2229">
                  <c:v>14.6562</c:v>
                </c:pt>
                <c:pt idx="2230">
                  <c:v>14.8149</c:v>
                </c:pt>
                <c:pt idx="2231">
                  <c:v>14.767899999999999</c:v>
                </c:pt>
                <c:pt idx="2232">
                  <c:v>14.7989</c:v>
                </c:pt>
                <c:pt idx="2233">
                  <c:v>14.8872</c:v>
                </c:pt>
                <c:pt idx="2234">
                  <c:v>14.6547</c:v>
                </c:pt>
                <c:pt idx="2235">
                  <c:v>14.350099999999999</c:v>
                </c:pt>
                <c:pt idx="2236">
                  <c:v>14.1952</c:v>
                </c:pt>
                <c:pt idx="2237">
                  <c:v>14.168200000000001</c:v>
                </c:pt>
                <c:pt idx="2238">
                  <c:v>13.947699999999999</c:v>
                </c:pt>
                <c:pt idx="2239">
                  <c:v>13.7158</c:v>
                </c:pt>
                <c:pt idx="2240">
                  <c:v>13.5497</c:v>
                </c:pt>
                <c:pt idx="2241">
                  <c:v>13.6709</c:v>
                </c:pt>
                <c:pt idx="2242">
                  <c:v>13.9443</c:v>
                </c:pt>
                <c:pt idx="2243">
                  <c:v>13.9177</c:v>
                </c:pt>
                <c:pt idx="2244">
                  <c:v>13.555300000000001</c:v>
                </c:pt>
                <c:pt idx="2245">
                  <c:v>13.0601</c:v>
                </c:pt>
                <c:pt idx="2246">
                  <c:v>12.6633</c:v>
                </c:pt>
                <c:pt idx="2247">
                  <c:v>12.6234</c:v>
                </c:pt>
                <c:pt idx="2248">
                  <c:v>13.1548</c:v>
                </c:pt>
                <c:pt idx="2249">
                  <c:v>13.576599999999999</c:v>
                </c:pt>
                <c:pt idx="2250">
                  <c:v>13.726100000000001</c:v>
                </c:pt>
                <c:pt idx="2251">
                  <c:v>13.882099999999999</c:v>
                </c:pt>
                <c:pt idx="2252">
                  <c:v>13.933999999999999</c:v>
                </c:pt>
                <c:pt idx="2253">
                  <c:v>13.473599999999999</c:v>
                </c:pt>
                <c:pt idx="2254">
                  <c:v>13.1418</c:v>
                </c:pt>
                <c:pt idx="2255">
                  <c:v>13.5519</c:v>
                </c:pt>
                <c:pt idx="2256">
                  <c:v>13.7127</c:v>
                </c:pt>
                <c:pt idx="2257">
                  <c:v>13.9773</c:v>
                </c:pt>
                <c:pt idx="2258">
                  <c:v>13.9856</c:v>
                </c:pt>
                <c:pt idx="2259">
                  <c:v>14.003299999999999</c:v>
                </c:pt>
                <c:pt idx="2260">
                  <c:v>14.0189</c:v>
                </c:pt>
                <c:pt idx="2261">
                  <c:v>13.829700000000001</c:v>
                </c:pt>
                <c:pt idx="2262">
                  <c:v>13.63</c:v>
                </c:pt>
                <c:pt idx="2263">
                  <c:v>13.468</c:v>
                </c:pt>
                <c:pt idx="2264">
                  <c:v>13.2936</c:v>
                </c:pt>
                <c:pt idx="2265">
                  <c:v>13.2544</c:v>
                </c:pt>
                <c:pt idx="2266">
                  <c:v>13.114800000000001</c:v>
                </c:pt>
                <c:pt idx="2267">
                  <c:v>13.1426</c:v>
                </c:pt>
                <c:pt idx="2268">
                  <c:v>13.1808</c:v>
                </c:pt>
                <c:pt idx="2269">
                  <c:v>13.096500000000001</c:v>
                </c:pt>
                <c:pt idx="2270">
                  <c:v>13.058199999999999</c:v>
                </c:pt>
                <c:pt idx="2271">
                  <c:v>13.1031</c:v>
                </c:pt>
                <c:pt idx="2272">
                  <c:v>13.282999999999999</c:v>
                </c:pt>
                <c:pt idx="2273">
                  <c:v>13.579700000000001</c:v>
                </c:pt>
                <c:pt idx="2274">
                  <c:v>13.8606</c:v>
                </c:pt>
                <c:pt idx="2275">
                  <c:v>14.0768</c:v>
                </c:pt>
                <c:pt idx="2276">
                  <c:v>14.166</c:v>
                </c:pt>
                <c:pt idx="2277">
                  <c:v>14.1983</c:v>
                </c:pt>
                <c:pt idx="2278">
                  <c:v>14.0456</c:v>
                </c:pt>
                <c:pt idx="2279">
                  <c:v>13.5809</c:v>
                </c:pt>
                <c:pt idx="2280">
                  <c:v>13.1769</c:v>
                </c:pt>
                <c:pt idx="2281">
                  <c:v>13.047499999999999</c:v>
                </c:pt>
                <c:pt idx="2282">
                  <c:v>12.7973</c:v>
                </c:pt>
                <c:pt idx="2283">
                  <c:v>12.777100000000001</c:v>
                </c:pt>
                <c:pt idx="2284">
                  <c:v>13.0427</c:v>
                </c:pt>
                <c:pt idx="2285">
                  <c:v>12.990399999999999</c:v>
                </c:pt>
                <c:pt idx="2286">
                  <c:v>12.846500000000001</c:v>
                </c:pt>
                <c:pt idx="2287">
                  <c:v>12.962899999999999</c:v>
                </c:pt>
                <c:pt idx="2288">
                  <c:v>13.2294</c:v>
                </c:pt>
                <c:pt idx="2289">
                  <c:v>13.3079</c:v>
                </c:pt>
                <c:pt idx="2290">
                  <c:v>13.559100000000001</c:v>
                </c:pt>
                <c:pt idx="2291">
                  <c:v>13.789</c:v>
                </c:pt>
                <c:pt idx="2292">
                  <c:v>13.917899999999999</c:v>
                </c:pt>
                <c:pt idx="2293">
                  <c:v>13.651899999999999</c:v>
                </c:pt>
                <c:pt idx="2294">
                  <c:v>13.143599999999999</c:v>
                </c:pt>
                <c:pt idx="2295">
                  <c:v>12.9901</c:v>
                </c:pt>
                <c:pt idx="2296">
                  <c:v>12.8055</c:v>
                </c:pt>
                <c:pt idx="2297">
                  <c:v>12.6685</c:v>
                </c:pt>
                <c:pt idx="2298">
                  <c:v>12.762600000000001</c:v>
                </c:pt>
                <c:pt idx="2299">
                  <c:v>13.046799999999999</c:v>
                </c:pt>
                <c:pt idx="2300">
                  <c:v>13.3749</c:v>
                </c:pt>
                <c:pt idx="2301">
                  <c:v>13.6829</c:v>
                </c:pt>
                <c:pt idx="2302">
                  <c:v>14.0068</c:v>
                </c:pt>
                <c:pt idx="2303">
                  <c:v>14.0718</c:v>
                </c:pt>
                <c:pt idx="2304">
                  <c:v>13.732200000000001</c:v>
                </c:pt>
                <c:pt idx="2305">
                  <c:v>13.3546</c:v>
                </c:pt>
                <c:pt idx="2306">
                  <c:v>13.2438</c:v>
                </c:pt>
                <c:pt idx="2307">
                  <c:v>13.105600000000001</c:v>
                </c:pt>
                <c:pt idx="2308">
                  <c:v>12.9642</c:v>
                </c:pt>
                <c:pt idx="2309">
                  <c:v>12.7704</c:v>
                </c:pt>
                <c:pt idx="2310">
                  <c:v>12.6591</c:v>
                </c:pt>
                <c:pt idx="2311">
                  <c:v>12.706200000000001</c:v>
                </c:pt>
                <c:pt idx="2312">
                  <c:v>12.770099999999999</c:v>
                </c:pt>
                <c:pt idx="2313">
                  <c:v>12.9276</c:v>
                </c:pt>
                <c:pt idx="2314">
                  <c:v>13.2798</c:v>
                </c:pt>
                <c:pt idx="2315">
                  <c:v>13.616899999999999</c:v>
                </c:pt>
                <c:pt idx="2316">
                  <c:v>13.8207</c:v>
                </c:pt>
                <c:pt idx="2317">
                  <c:v>13.6393</c:v>
                </c:pt>
                <c:pt idx="2318">
                  <c:v>13.5159</c:v>
                </c:pt>
                <c:pt idx="2319">
                  <c:v>13.8788</c:v>
                </c:pt>
                <c:pt idx="2320">
                  <c:v>14.198600000000001</c:v>
                </c:pt>
                <c:pt idx="2321">
                  <c:v>13.7203</c:v>
                </c:pt>
                <c:pt idx="2322">
                  <c:v>13.165100000000001</c:v>
                </c:pt>
                <c:pt idx="2323">
                  <c:v>13.036300000000001</c:v>
                </c:pt>
                <c:pt idx="2324">
                  <c:v>13.079800000000001</c:v>
                </c:pt>
                <c:pt idx="2325">
                  <c:v>12.887600000000001</c:v>
                </c:pt>
                <c:pt idx="2326">
                  <c:v>12.805</c:v>
                </c:pt>
                <c:pt idx="2327">
                  <c:v>13.1073</c:v>
                </c:pt>
                <c:pt idx="2328">
                  <c:v>13.1523</c:v>
                </c:pt>
                <c:pt idx="2329">
                  <c:v>12.8454</c:v>
                </c:pt>
                <c:pt idx="2330">
                  <c:v>13.1915</c:v>
                </c:pt>
                <c:pt idx="2331">
                  <c:v>13.114599999999999</c:v>
                </c:pt>
                <c:pt idx="2332">
                  <c:v>12.764900000000001</c:v>
                </c:pt>
                <c:pt idx="2333">
                  <c:v>12.661099999999999</c:v>
                </c:pt>
                <c:pt idx="2334">
                  <c:v>12.786899999999999</c:v>
                </c:pt>
                <c:pt idx="2335">
                  <c:v>13.385</c:v>
                </c:pt>
                <c:pt idx="2336">
                  <c:v>13.8317</c:v>
                </c:pt>
                <c:pt idx="2337">
                  <c:v>13.989000000000001</c:v>
                </c:pt>
                <c:pt idx="2338">
                  <c:v>13.696099999999999</c:v>
                </c:pt>
                <c:pt idx="2339">
                  <c:v>13.3751</c:v>
                </c:pt>
                <c:pt idx="2340">
                  <c:v>13.193300000000001</c:v>
                </c:pt>
                <c:pt idx="2341">
                  <c:v>13.035600000000001</c:v>
                </c:pt>
                <c:pt idx="2342">
                  <c:v>13.440099999999999</c:v>
                </c:pt>
                <c:pt idx="2343">
                  <c:v>13.536199999999999</c:v>
                </c:pt>
                <c:pt idx="2344">
                  <c:v>13.3512</c:v>
                </c:pt>
                <c:pt idx="2345">
                  <c:v>13.4863</c:v>
                </c:pt>
                <c:pt idx="2346">
                  <c:v>13.831099999999999</c:v>
                </c:pt>
                <c:pt idx="2347">
                  <c:v>14.2113</c:v>
                </c:pt>
                <c:pt idx="2348">
                  <c:v>14.7529</c:v>
                </c:pt>
                <c:pt idx="2349">
                  <c:v>15.365</c:v>
                </c:pt>
                <c:pt idx="2350">
                  <c:v>15.9857</c:v>
                </c:pt>
                <c:pt idx="2351">
                  <c:v>16.423400000000001</c:v>
                </c:pt>
                <c:pt idx="2352">
                  <c:v>16.790500000000002</c:v>
                </c:pt>
                <c:pt idx="2353">
                  <c:v>17.4026</c:v>
                </c:pt>
                <c:pt idx="2354">
                  <c:v>18.442499999999999</c:v>
                </c:pt>
                <c:pt idx="2355">
                  <c:v>19.707999999999998</c:v>
                </c:pt>
                <c:pt idx="2356">
                  <c:v>21.0777</c:v>
                </c:pt>
                <c:pt idx="2357">
                  <c:v>22.7044</c:v>
                </c:pt>
                <c:pt idx="2358">
                  <c:v>24.018899999999999</c:v>
                </c:pt>
                <c:pt idx="2359">
                  <c:v>25.192499999999999</c:v>
                </c:pt>
                <c:pt idx="2360">
                  <c:v>26.718699999999998</c:v>
                </c:pt>
                <c:pt idx="2361">
                  <c:v>28.290500000000002</c:v>
                </c:pt>
                <c:pt idx="2362">
                  <c:v>29.767900000000001</c:v>
                </c:pt>
                <c:pt idx="2363">
                  <c:v>30.867799999999999</c:v>
                </c:pt>
                <c:pt idx="2364">
                  <c:v>31.255199999999999</c:v>
                </c:pt>
                <c:pt idx="2365">
                  <c:v>31.415299999999998</c:v>
                </c:pt>
                <c:pt idx="2366">
                  <c:v>31.491800000000001</c:v>
                </c:pt>
                <c:pt idx="2367">
                  <c:v>30.927499999999998</c:v>
                </c:pt>
                <c:pt idx="2368">
                  <c:v>29.3643</c:v>
                </c:pt>
                <c:pt idx="2369">
                  <c:v>27.069400000000002</c:v>
                </c:pt>
                <c:pt idx="2370">
                  <c:v>24.6509</c:v>
                </c:pt>
                <c:pt idx="2371">
                  <c:v>23.0379</c:v>
                </c:pt>
                <c:pt idx="2372">
                  <c:v>21.438600000000001</c:v>
                </c:pt>
                <c:pt idx="2373">
                  <c:v>20.110499999999998</c:v>
                </c:pt>
                <c:pt idx="2374">
                  <c:v>18.8887</c:v>
                </c:pt>
                <c:pt idx="2375">
                  <c:v>17.763100000000001</c:v>
                </c:pt>
                <c:pt idx="2376">
                  <c:v>17.0321</c:v>
                </c:pt>
                <c:pt idx="2377">
                  <c:v>16.351500000000001</c:v>
                </c:pt>
                <c:pt idx="2378">
                  <c:v>15.4665</c:v>
                </c:pt>
                <c:pt idx="2379">
                  <c:v>14.6181</c:v>
                </c:pt>
                <c:pt idx="2380">
                  <c:v>13.9261</c:v>
                </c:pt>
                <c:pt idx="2381">
                  <c:v>13.462899999999999</c:v>
                </c:pt>
                <c:pt idx="2382">
                  <c:v>13.278499999999999</c:v>
                </c:pt>
                <c:pt idx="2383">
                  <c:v>12.9572</c:v>
                </c:pt>
                <c:pt idx="2384">
                  <c:v>12.844900000000001</c:v>
                </c:pt>
                <c:pt idx="2385">
                  <c:v>12.8157</c:v>
                </c:pt>
                <c:pt idx="2386">
                  <c:v>12.5731</c:v>
                </c:pt>
                <c:pt idx="2387">
                  <c:v>12.136200000000001</c:v>
                </c:pt>
                <c:pt idx="2388">
                  <c:v>11.789300000000001</c:v>
                </c:pt>
                <c:pt idx="2389">
                  <c:v>11.6898</c:v>
                </c:pt>
                <c:pt idx="2390">
                  <c:v>11.7462</c:v>
                </c:pt>
                <c:pt idx="2391">
                  <c:v>11.218299999999999</c:v>
                </c:pt>
                <c:pt idx="2392">
                  <c:v>11.052300000000001</c:v>
                </c:pt>
                <c:pt idx="2393">
                  <c:v>11.3264</c:v>
                </c:pt>
                <c:pt idx="2394">
                  <c:v>11.392200000000001</c:v>
                </c:pt>
                <c:pt idx="2395">
                  <c:v>11.326599999999999</c:v>
                </c:pt>
                <c:pt idx="2396">
                  <c:v>11.541</c:v>
                </c:pt>
                <c:pt idx="2397">
                  <c:v>11.643000000000001</c:v>
                </c:pt>
                <c:pt idx="2398">
                  <c:v>11.549899999999999</c:v>
                </c:pt>
                <c:pt idx="2399">
                  <c:v>11.442600000000001</c:v>
                </c:pt>
                <c:pt idx="2400">
                  <c:v>11.2254</c:v>
                </c:pt>
                <c:pt idx="2401">
                  <c:v>11.3405</c:v>
                </c:pt>
                <c:pt idx="2402">
                  <c:v>11.6717</c:v>
                </c:pt>
                <c:pt idx="2403">
                  <c:v>11.7796</c:v>
                </c:pt>
                <c:pt idx="2404">
                  <c:v>11.703099999999999</c:v>
                </c:pt>
                <c:pt idx="2405">
                  <c:v>11.4565</c:v>
                </c:pt>
                <c:pt idx="2406">
                  <c:v>11.413500000000001</c:v>
                </c:pt>
                <c:pt idx="2407">
                  <c:v>11.572800000000001</c:v>
                </c:pt>
                <c:pt idx="2408">
                  <c:v>11.8653</c:v>
                </c:pt>
                <c:pt idx="2409">
                  <c:v>11.909800000000001</c:v>
                </c:pt>
                <c:pt idx="2410">
                  <c:v>11.9214</c:v>
                </c:pt>
                <c:pt idx="2411">
                  <c:v>12.2287</c:v>
                </c:pt>
                <c:pt idx="2412">
                  <c:v>12.373200000000001</c:v>
                </c:pt>
                <c:pt idx="2413">
                  <c:v>12.4765</c:v>
                </c:pt>
                <c:pt idx="2414">
                  <c:v>12.3353</c:v>
                </c:pt>
                <c:pt idx="2415">
                  <c:v>12.0913</c:v>
                </c:pt>
                <c:pt idx="2416">
                  <c:v>11.786099999999999</c:v>
                </c:pt>
                <c:pt idx="2417">
                  <c:v>11.6006</c:v>
                </c:pt>
                <c:pt idx="2418">
                  <c:v>11.3483</c:v>
                </c:pt>
                <c:pt idx="2419">
                  <c:v>10.9983</c:v>
                </c:pt>
                <c:pt idx="2420">
                  <c:v>10.7654</c:v>
                </c:pt>
                <c:pt idx="2421">
                  <c:v>10.9359</c:v>
                </c:pt>
                <c:pt idx="2422">
                  <c:v>11.1326</c:v>
                </c:pt>
                <c:pt idx="2423">
                  <c:v>11.0259</c:v>
                </c:pt>
                <c:pt idx="2424">
                  <c:v>10.6898</c:v>
                </c:pt>
                <c:pt idx="2425">
                  <c:v>10.6153</c:v>
                </c:pt>
                <c:pt idx="2426">
                  <c:v>10.6252</c:v>
                </c:pt>
                <c:pt idx="2427">
                  <c:v>10.469200000000001</c:v>
                </c:pt>
                <c:pt idx="2428">
                  <c:v>10.124599999999999</c:v>
                </c:pt>
                <c:pt idx="2429">
                  <c:v>9.6656899999999997</c:v>
                </c:pt>
                <c:pt idx="2430">
                  <c:v>9.75014</c:v>
                </c:pt>
                <c:pt idx="2431">
                  <c:v>9.6066800000000008</c:v>
                </c:pt>
                <c:pt idx="2432">
                  <c:v>9.4059899999999992</c:v>
                </c:pt>
                <c:pt idx="2433">
                  <c:v>9.7699300000000004</c:v>
                </c:pt>
                <c:pt idx="2434">
                  <c:v>10.063000000000001</c:v>
                </c:pt>
                <c:pt idx="2435">
                  <c:v>10.3132</c:v>
                </c:pt>
                <c:pt idx="2436">
                  <c:v>10.2767</c:v>
                </c:pt>
                <c:pt idx="2437">
                  <c:v>10.2616</c:v>
                </c:pt>
                <c:pt idx="2438">
                  <c:v>10.5047</c:v>
                </c:pt>
                <c:pt idx="2439">
                  <c:v>11.0297</c:v>
                </c:pt>
                <c:pt idx="2440">
                  <c:v>11.2737</c:v>
                </c:pt>
                <c:pt idx="2441">
                  <c:v>11.29</c:v>
                </c:pt>
                <c:pt idx="2442">
                  <c:v>10.8729</c:v>
                </c:pt>
                <c:pt idx="2443">
                  <c:v>10.561</c:v>
                </c:pt>
                <c:pt idx="2444">
                  <c:v>10.607200000000001</c:v>
                </c:pt>
                <c:pt idx="2445">
                  <c:v>10.629</c:v>
                </c:pt>
                <c:pt idx="2446">
                  <c:v>10.6478</c:v>
                </c:pt>
                <c:pt idx="2447">
                  <c:v>10.583500000000001</c:v>
                </c:pt>
                <c:pt idx="2448">
                  <c:v>10.588900000000001</c:v>
                </c:pt>
                <c:pt idx="2449">
                  <c:v>10.920400000000001</c:v>
                </c:pt>
                <c:pt idx="2450">
                  <c:v>11.1822</c:v>
                </c:pt>
                <c:pt idx="2451">
                  <c:v>11.214</c:v>
                </c:pt>
                <c:pt idx="2452">
                  <c:v>11.2416</c:v>
                </c:pt>
                <c:pt idx="2453">
                  <c:v>11.210100000000001</c:v>
                </c:pt>
                <c:pt idx="2454">
                  <c:v>10.9077</c:v>
                </c:pt>
                <c:pt idx="2455">
                  <c:v>10.2889</c:v>
                </c:pt>
                <c:pt idx="2456">
                  <c:v>10.5002</c:v>
                </c:pt>
                <c:pt idx="2457">
                  <c:v>10.8207</c:v>
                </c:pt>
                <c:pt idx="2458">
                  <c:v>10.7433</c:v>
                </c:pt>
                <c:pt idx="2459">
                  <c:v>10.6418</c:v>
                </c:pt>
                <c:pt idx="2460">
                  <c:v>10.709899999999999</c:v>
                </c:pt>
                <c:pt idx="2461">
                  <c:v>11.117699999999999</c:v>
                </c:pt>
                <c:pt idx="2462">
                  <c:v>11.343299999999999</c:v>
                </c:pt>
                <c:pt idx="2463">
                  <c:v>10.8955</c:v>
                </c:pt>
                <c:pt idx="2464">
                  <c:v>10.558400000000001</c:v>
                </c:pt>
                <c:pt idx="2465">
                  <c:v>10.6677</c:v>
                </c:pt>
                <c:pt idx="2466">
                  <c:v>10.888299999999999</c:v>
                </c:pt>
                <c:pt idx="2467">
                  <c:v>10.9526</c:v>
                </c:pt>
                <c:pt idx="2468">
                  <c:v>10.927099999999999</c:v>
                </c:pt>
                <c:pt idx="2469">
                  <c:v>10.9116</c:v>
                </c:pt>
                <c:pt idx="2470">
                  <c:v>10.475099999999999</c:v>
                </c:pt>
                <c:pt idx="2471">
                  <c:v>9.7324300000000008</c:v>
                </c:pt>
                <c:pt idx="2472">
                  <c:v>9.4370200000000004</c:v>
                </c:pt>
                <c:pt idx="2473">
                  <c:v>9.6511899999999997</c:v>
                </c:pt>
                <c:pt idx="2474">
                  <c:v>9.8803800000000006</c:v>
                </c:pt>
                <c:pt idx="2475">
                  <c:v>10.001099999999999</c:v>
                </c:pt>
                <c:pt idx="2476">
                  <c:v>9.9935799999999997</c:v>
                </c:pt>
                <c:pt idx="2477">
                  <c:v>9.6894600000000004</c:v>
                </c:pt>
                <c:pt idx="2478">
                  <c:v>9.8018000000000001</c:v>
                </c:pt>
                <c:pt idx="2479">
                  <c:v>10.018000000000001</c:v>
                </c:pt>
                <c:pt idx="2480">
                  <c:v>10.061500000000001</c:v>
                </c:pt>
                <c:pt idx="2481">
                  <c:v>10.180400000000001</c:v>
                </c:pt>
                <c:pt idx="2482">
                  <c:v>10.344799999999999</c:v>
                </c:pt>
                <c:pt idx="2483">
                  <c:v>10.623200000000001</c:v>
                </c:pt>
                <c:pt idx="2484">
                  <c:v>10.863300000000001</c:v>
                </c:pt>
                <c:pt idx="2485">
                  <c:v>10.721299999999999</c:v>
                </c:pt>
                <c:pt idx="2486">
                  <c:v>10.6074</c:v>
                </c:pt>
                <c:pt idx="2487">
                  <c:v>10.633800000000001</c:v>
                </c:pt>
                <c:pt idx="2488">
                  <c:v>10.693899999999999</c:v>
                </c:pt>
                <c:pt idx="2489">
                  <c:v>10.4229</c:v>
                </c:pt>
                <c:pt idx="2490">
                  <c:v>10.270200000000001</c:v>
                </c:pt>
                <c:pt idx="2491">
                  <c:v>10.327</c:v>
                </c:pt>
                <c:pt idx="2492">
                  <c:v>9.9516399999999994</c:v>
                </c:pt>
                <c:pt idx="2493">
                  <c:v>9.9861699999999995</c:v>
                </c:pt>
                <c:pt idx="2494">
                  <c:v>10.0326</c:v>
                </c:pt>
                <c:pt idx="2495">
                  <c:v>9.8420699999999997</c:v>
                </c:pt>
                <c:pt idx="2496">
                  <c:v>9.9354600000000008</c:v>
                </c:pt>
                <c:pt idx="2497">
                  <c:v>10.058400000000001</c:v>
                </c:pt>
                <c:pt idx="2498">
                  <c:v>9.9826200000000007</c:v>
                </c:pt>
                <c:pt idx="2499">
                  <c:v>9.9762199999999996</c:v>
                </c:pt>
                <c:pt idx="2500">
                  <c:v>10.2235</c:v>
                </c:pt>
                <c:pt idx="2501">
                  <c:v>10.3032</c:v>
                </c:pt>
                <c:pt idx="2502">
                  <c:v>10.2653</c:v>
                </c:pt>
                <c:pt idx="2503">
                  <c:v>10.088900000000001</c:v>
                </c:pt>
                <c:pt idx="2504">
                  <c:v>9.7920700000000007</c:v>
                </c:pt>
                <c:pt idx="2505">
                  <c:v>9.9487199999999998</c:v>
                </c:pt>
                <c:pt idx="2506">
                  <c:v>9.8062000000000005</c:v>
                </c:pt>
                <c:pt idx="2507">
                  <c:v>9.8643099999999997</c:v>
                </c:pt>
                <c:pt idx="2508">
                  <c:v>9.9585500000000007</c:v>
                </c:pt>
                <c:pt idx="2509">
                  <c:v>9.8168799999999994</c:v>
                </c:pt>
                <c:pt idx="2510">
                  <c:v>9.7164699999999993</c:v>
                </c:pt>
                <c:pt idx="2511">
                  <c:v>9.87561</c:v>
                </c:pt>
                <c:pt idx="2512">
                  <c:v>9.9436400000000003</c:v>
                </c:pt>
                <c:pt idx="2513">
                  <c:v>9.8239699999999992</c:v>
                </c:pt>
                <c:pt idx="2514">
                  <c:v>9.8750599999999995</c:v>
                </c:pt>
                <c:pt idx="2515">
                  <c:v>10.091799999999999</c:v>
                </c:pt>
                <c:pt idx="2516">
                  <c:v>10.4032</c:v>
                </c:pt>
                <c:pt idx="2517">
                  <c:v>10.1044</c:v>
                </c:pt>
                <c:pt idx="2518">
                  <c:v>9.5591899999999992</c:v>
                </c:pt>
                <c:pt idx="2519">
                  <c:v>9.59849</c:v>
                </c:pt>
                <c:pt idx="2520">
                  <c:v>9.8729899999999997</c:v>
                </c:pt>
                <c:pt idx="2521">
                  <c:v>9.9030900000000006</c:v>
                </c:pt>
                <c:pt idx="2522">
                  <c:v>9.8072300000000006</c:v>
                </c:pt>
                <c:pt idx="2523">
                  <c:v>9.7329100000000004</c:v>
                </c:pt>
                <c:pt idx="2524">
                  <c:v>9.4231400000000001</c:v>
                </c:pt>
                <c:pt idx="2525">
                  <c:v>9.3134200000000007</c:v>
                </c:pt>
                <c:pt idx="2526">
                  <c:v>9.3398599999999998</c:v>
                </c:pt>
                <c:pt idx="2527">
                  <c:v>9.4659800000000001</c:v>
                </c:pt>
                <c:pt idx="2528">
                  <c:v>9.3197899999999994</c:v>
                </c:pt>
                <c:pt idx="2529">
                  <c:v>9.0610599999999994</c:v>
                </c:pt>
                <c:pt idx="2530">
                  <c:v>9.2525999999999993</c:v>
                </c:pt>
                <c:pt idx="2531">
                  <c:v>9.3361300000000007</c:v>
                </c:pt>
                <c:pt idx="2532">
                  <c:v>9.17469</c:v>
                </c:pt>
                <c:pt idx="2533">
                  <c:v>9.2162900000000008</c:v>
                </c:pt>
                <c:pt idx="2534">
                  <c:v>9.1178799999999995</c:v>
                </c:pt>
                <c:pt idx="2535">
                  <c:v>9.2942599999999995</c:v>
                </c:pt>
                <c:pt idx="2536">
                  <c:v>9.6618499999999994</c:v>
                </c:pt>
                <c:pt idx="2537">
                  <c:v>9.8917599999999997</c:v>
                </c:pt>
                <c:pt idx="2538">
                  <c:v>10.0046</c:v>
                </c:pt>
                <c:pt idx="2539">
                  <c:v>10.023999999999999</c:v>
                </c:pt>
                <c:pt idx="2540">
                  <c:v>10.2699</c:v>
                </c:pt>
                <c:pt idx="2541">
                  <c:v>10.201599999999999</c:v>
                </c:pt>
                <c:pt idx="2542">
                  <c:v>10.098000000000001</c:v>
                </c:pt>
                <c:pt idx="2543">
                  <c:v>9.9445800000000002</c:v>
                </c:pt>
                <c:pt idx="2544">
                  <c:v>9.8375199999999996</c:v>
                </c:pt>
                <c:pt idx="2545">
                  <c:v>9.3824299999999994</c:v>
                </c:pt>
                <c:pt idx="2546">
                  <c:v>8.7452900000000007</c:v>
                </c:pt>
                <c:pt idx="2547">
                  <c:v>8.8733599999999999</c:v>
                </c:pt>
                <c:pt idx="2548">
                  <c:v>9.2863399999999992</c:v>
                </c:pt>
                <c:pt idx="2549">
                  <c:v>9.3929399999999994</c:v>
                </c:pt>
                <c:pt idx="2550">
                  <c:v>9.3497400000000006</c:v>
                </c:pt>
                <c:pt idx="2551">
                  <c:v>9.4246400000000001</c:v>
                </c:pt>
                <c:pt idx="2552">
                  <c:v>9.1727399999999992</c:v>
                </c:pt>
                <c:pt idx="2553">
                  <c:v>8.98766</c:v>
                </c:pt>
                <c:pt idx="2554">
                  <c:v>9.3930299999999995</c:v>
                </c:pt>
                <c:pt idx="2555">
                  <c:v>9.6882699999999993</c:v>
                </c:pt>
                <c:pt idx="2556">
                  <c:v>9.6803600000000003</c:v>
                </c:pt>
                <c:pt idx="2557">
                  <c:v>9.4834899999999998</c:v>
                </c:pt>
                <c:pt idx="2558">
                  <c:v>9.1644400000000008</c:v>
                </c:pt>
                <c:pt idx="2559">
                  <c:v>8.8794900000000005</c:v>
                </c:pt>
                <c:pt idx="2560">
                  <c:v>8.6236800000000002</c:v>
                </c:pt>
                <c:pt idx="2561">
                  <c:v>8.6810200000000002</c:v>
                </c:pt>
                <c:pt idx="2562">
                  <c:v>8.8498300000000008</c:v>
                </c:pt>
                <c:pt idx="2563">
                  <c:v>8.9173500000000008</c:v>
                </c:pt>
                <c:pt idx="2564">
                  <c:v>9.1861499999999996</c:v>
                </c:pt>
                <c:pt idx="2565">
                  <c:v>9.14344</c:v>
                </c:pt>
                <c:pt idx="2566">
                  <c:v>9.1451600000000006</c:v>
                </c:pt>
                <c:pt idx="2567">
                  <c:v>9.3192599999999999</c:v>
                </c:pt>
                <c:pt idx="2568">
                  <c:v>9.5130800000000004</c:v>
                </c:pt>
                <c:pt idx="2569">
                  <c:v>9.3931799999999992</c:v>
                </c:pt>
                <c:pt idx="2570">
                  <c:v>8.91296</c:v>
                </c:pt>
                <c:pt idx="2571">
                  <c:v>9.0609999999999999</c:v>
                </c:pt>
                <c:pt idx="2572">
                  <c:v>9.2871600000000001</c:v>
                </c:pt>
                <c:pt idx="2573">
                  <c:v>9.1721500000000002</c:v>
                </c:pt>
                <c:pt idx="2574">
                  <c:v>9.0450499999999998</c:v>
                </c:pt>
                <c:pt idx="2575">
                  <c:v>9.2164599999999997</c:v>
                </c:pt>
                <c:pt idx="2576">
                  <c:v>9.6662800000000004</c:v>
                </c:pt>
                <c:pt idx="2577">
                  <c:v>9.7257200000000008</c:v>
                </c:pt>
                <c:pt idx="2578">
                  <c:v>9.7068899999999996</c:v>
                </c:pt>
                <c:pt idx="2579">
                  <c:v>9.4373400000000007</c:v>
                </c:pt>
                <c:pt idx="2580">
                  <c:v>9.0965500000000006</c:v>
                </c:pt>
                <c:pt idx="2581">
                  <c:v>8.9297799999999992</c:v>
                </c:pt>
                <c:pt idx="2582">
                  <c:v>8.7118000000000002</c:v>
                </c:pt>
                <c:pt idx="2583">
                  <c:v>8.5695200000000007</c:v>
                </c:pt>
                <c:pt idx="2584">
                  <c:v>8.4870099999999997</c:v>
                </c:pt>
                <c:pt idx="2585">
                  <c:v>8.7231400000000008</c:v>
                </c:pt>
                <c:pt idx="2586">
                  <c:v>8.9521499999999996</c:v>
                </c:pt>
                <c:pt idx="2587">
                  <c:v>9.2570099999999993</c:v>
                </c:pt>
                <c:pt idx="2588">
                  <c:v>9.2030200000000004</c:v>
                </c:pt>
                <c:pt idx="2589">
                  <c:v>9.0226900000000008</c:v>
                </c:pt>
                <c:pt idx="2590">
                  <c:v>8.9087399999999999</c:v>
                </c:pt>
                <c:pt idx="2591">
                  <c:v>8.88523</c:v>
                </c:pt>
                <c:pt idx="2592">
                  <c:v>9.1118699999999997</c:v>
                </c:pt>
                <c:pt idx="2593">
                  <c:v>9.4864700000000006</c:v>
                </c:pt>
                <c:pt idx="2594">
                  <c:v>9.4824599999999997</c:v>
                </c:pt>
                <c:pt idx="2595">
                  <c:v>9.2433399999999999</c:v>
                </c:pt>
                <c:pt idx="2596">
                  <c:v>9.4170200000000008</c:v>
                </c:pt>
                <c:pt idx="2597">
                  <c:v>9.4112799999999996</c:v>
                </c:pt>
                <c:pt idx="2598">
                  <c:v>9.2333700000000007</c:v>
                </c:pt>
                <c:pt idx="2599">
                  <c:v>8.7912199999999991</c:v>
                </c:pt>
                <c:pt idx="2600">
                  <c:v>8.6263100000000001</c:v>
                </c:pt>
                <c:pt idx="2601">
                  <c:v>8.8170699999999993</c:v>
                </c:pt>
                <c:pt idx="2602">
                  <c:v>9.0359700000000007</c:v>
                </c:pt>
                <c:pt idx="2603">
                  <c:v>9.21251</c:v>
                </c:pt>
                <c:pt idx="2604">
                  <c:v>9.0209399999999995</c:v>
                </c:pt>
                <c:pt idx="2605">
                  <c:v>8.4698799999999999</c:v>
                </c:pt>
                <c:pt idx="2606">
                  <c:v>8.1359700000000004</c:v>
                </c:pt>
                <c:pt idx="2607">
                  <c:v>8.3544800000000006</c:v>
                </c:pt>
                <c:pt idx="2608">
                  <c:v>8.5867299999999993</c:v>
                </c:pt>
                <c:pt idx="2609">
                  <c:v>8.6153099999999991</c:v>
                </c:pt>
                <c:pt idx="2610">
                  <c:v>8.4561299999999999</c:v>
                </c:pt>
                <c:pt idx="2611">
                  <c:v>8.2055600000000002</c:v>
                </c:pt>
                <c:pt idx="2612">
                  <c:v>8.19679</c:v>
                </c:pt>
                <c:pt idx="2613">
                  <c:v>8.1693899999999999</c:v>
                </c:pt>
                <c:pt idx="2614">
                  <c:v>8.2061600000000006</c:v>
                </c:pt>
                <c:pt idx="2615">
                  <c:v>8.6473600000000008</c:v>
                </c:pt>
                <c:pt idx="2616">
                  <c:v>8.7959499999999995</c:v>
                </c:pt>
                <c:pt idx="2617">
                  <c:v>8.5435499999999998</c:v>
                </c:pt>
                <c:pt idx="2618">
                  <c:v>8.4716500000000003</c:v>
                </c:pt>
                <c:pt idx="2619">
                  <c:v>8.4942799999999998</c:v>
                </c:pt>
                <c:pt idx="2620">
                  <c:v>8.8606599999999993</c:v>
                </c:pt>
                <c:pt idx="2621">
                  <c:v>9.3333999999999993</c:v>
                </c:pt>
                <c:pt idx="2622">
                  <c:v>9.2340499999999999</c:v>
                </c:pt>
                <c:pt idx="2623">
                  <c:v>9.2608899999999998</c:v>
                </c:pt>
                <c:pt idx="2624">
                  <c:v>9.2848199999999999</c:v>
                </c:pt>
                <c:pt idx="2625">
                  <c:v>9.4965899999999994</c:v>
                </c:pt>
                <c:pt idx="2626">
                  <c:v>9.7825299999999995</c:v>
                </c:pt>
                <c:pt idx="2627">
                  <c:v>9.8492700000000006</c:v>
                </c:pt>
                <c:pt idx="2628">
                  <c:v>9.7288200000000007</c:v>
                </c:pt>
                <c:pt idx="2629">
                  <c:v>9.5672099999999993</c:v>
                </c:pt>
                <c:pt idx="2630">
                  <c:v>9.2622900000000001</c:v>
                </c:pt>
                <c:pt idx="2631">
                  <c:v>9.1607099999999999</c:v>
                </c:pt>
                <c:pt idx="2632">
                  <c:v>9.3343299999999996</c:v>
                </c:pt>
                <c:pt idx="2633">
                  <c:v>9.25943</c:v>
                </c:pt>
                <c:pt idx="2634">
                  <c:v>9.1122099999999993</c:v>
                </c:pt>
                <c:pt idx="2635">
                  <c:v>8.8529499999999999</c:v>
                </c:pt>
                <c:pt idx="2636">
                  <c:v>8.8114399999999993</c:v>
                </c:pt>
                <c:pt idx="2637">
                  <c:v>9.0003399999999996</c:v>
                </c:pt>
                <c:pt idx="2638">
                  <c:v>8.8289299999999997</c:v>
                </c:pt>
                <c:pt idx="2639">
                  <c:v>8.8053600000000003</c:v>
                </c:pt>
                <c:pt idx="2640">
                  <c:v>9.0282199999999992</c:v>
                </c:pt>
                <c:pt idx="2641">
                  <c:v>8.9904600000000006</c:v>
                </c:pt>
                <c:pt idx="2642">
                  <c:v>8.8293499999999998</c:v>
                </c:pt>
                <c:pt idx="2643">
                  <c:v>8.6732499999999995</c:v>
                </c:pt>
                <c:pt idx="2644">
                  <c:v>8.4809800000000006</c:v>
                </c:pt>
                <c:pt idx="2645">
                  <c:v>8.4642300000000006</c:v>
                </c:pt>
                <c:pt idx="2646">
                  <c:v>8.3911200000000008</c:v>
                </c:pt>
                <c:pt idx="2647">
                  <c:v>8.4357500000000005</c:v>
                </c:pt>
                <c:pt idx="2648">
                  <c:v>8.2521400000000007</c:v>
                </c:pt>
                <c:pt idx="2649">
                  <c:v>8.1779600000000006</c:v>
                </c:pt>
                <c:pt idx="2650">
                  <c:v>8.2874300000000005</c:v>
                </c:pt>
                <c:pt idx="2651">
                  <c:v>8.3160900000000009</c:v>
                </c:pt>
                <c:pt idx="2652">
                  <c:v>8.1460100000000004</c:v>
                </c:pt>
                <c:pt idx="2653">
                  <c:v>8.1281499999999998</c:v>
                </c:pt>
                <c:pt idx="2654">
                  <c:v>8.2793899999999994</c:v>
                </c:pt>
                <c:pt idx="2655">
                  <c:v>8.3217300000000005</c:v>
                </c:pt>
                <c:pt idx="2656">
                  <c:v>8.4130800000000008</c:v>
                </c:pt>
                <c:pt idx="2657">
                  <c:v>8.4645899999999994</c:v>
                </c:pt>
                <c:pt idx="2658">
                  <c:v>8.4857499999999995</c:v>
                </c:pt>
                <c:pt idx="2659">
                  <c:v>8.7452299999999994</c:v>
                </c:pt>
                <c:pt idx="2660">
                  <c:v>8.8939299999999992</c:v>
                </c:pt>
                <c:pt idx="2661">
                  <c:v>9.0873699999999999</c:v>
                </c:pt>
                <c:pt idx="2662">
                  <c:v>8.9658499999999997</c:v>
                </c:pt>
                <c:pt idx="2663">
                  <c:v>8.6794399999999996</c:v>
                </c:pt>
                <c:pt idx="2664">
                  <c:v>8.8093400000000006</c:v>
                </c:pt>
                <c:pt idx="2665">
                  <c:v>8.8278300000000005</c:v>
                </c:pt>
                <c:pt idx="2666">
                  <c:v>8.8247300000000006</c:v>
                </c:pt>
                <c:pt idx="2667">
                  <c:v>8.8089600000000008</c:v>
                </c:pt>
                <c:pt idx="2668">
                  <c:v>8.9745500000000007</c:v>
                </c:pt>
                <c:pt idx="2669">
                  <c:v>8.8860600000000005</c:v>
                </c:pt>
                <c:pt idx="2670">
                  <c:v>8.9905200000000001</c:v>
                </c:pt>
                <c:pt idx="2671">
                  <c:v>8.9832999999999998</c:v>
                </c:pt>
                <c:pt idx="2672">
                  <c:v>8.6248100000000001</c:v>
                </c:pt>
                <c:pt idx="2673">
                  <c:v>8.3067399999999996</c:v>
                </c:pt>
                <c:pt idx="2674">
                  <c:v>8.35337</c:v>
                </c:pt>
                <c:pt idx="2675">
                  <c:v>8.32911</c:v>
                </c:pt>
                <c:pt idx="2676">
                  <c:v>8.0560399999999994</c:v>
                </c:pt>
                <c:pt idx="2677">
                  <c:v>8.0231899999999996</c:v>
                </c:pt>
                <c:pt idx="2678">
                  <c:v>8.0143900000000006</c:v>
                </c:pt>
                <c:pt idx="2679">
                  <c:v>8.0561299999999996</c:v>
                </c:pt>
                <c:pt idx="2680">
                  <c:v>7.9258600000000001</c:v>
                </c:pt>
                <c:pt idx="2681">
                  <c:v>7.7369199999999996</c:v>
                </c:pt>
                <c:pt idx="2682">
                  <c:v>7.6481700000000004</c:v>
                </c:pt>
                <c:pt idx="2683">
                  <c:v>7.65341</c:v>
                </c:pt>
                <c:pt idx="2684">
                  <c:v>7.5686099999999996</c:v>
                </c:pt>
                <c:pt idx="2685">
                  <c:v>7.8040200000000004</c:v>
                </c:pt>
                <c:pt idx="2686">
                  <c:v>8.2414799999999993</c:v>
                </c:pt>
                <c:pt idx="2687">
                  <c:v>8.2859300000000005</c:v>
                </c:pt>
                <c:pt idx="2688">
                  <c:v>8.00854</c:v>
                </c:pt>
                <c:pt idx="2689">
                  <c:v>7.7650100000000002</c:v>
                </c:pt>
                <c:pt idx="2690">
                  <c:v>7.9208600000000002</c:v>
                </c:pt>
                <c:pt idx="2691">
                  <c:v>8.3156599999999994</c:v>
                </c:pt>
                <c:pt idx="2692">
                  <c:v>8.4946199999999994</c:v>
                </c:pt>
                <c:pt idx="2693">
                  <c:v>8.2673000000000005</c:v>
                </c:pt>
                <c:pt idx="2694">
                  <c:v>8.4927700000000002</c:v>
                </c:pt>
                <c:pt idx="2695">
                  <c:v>8.8677799999999998</c:v>
                </c:pt>
                <c:pt idx="2696">
                  <c:v>9.2153399999999994</c:v>
                </c:pt>
                <c:pt idx="2697">
                  <c:v>9.1834500000000006</c:v>
                </c:pt>
                <c:pt idx="2698">
                  <c:v>8.7340599999999995</c:v>
                </c:pt>
                <c:pt idx="2699">
                  <c:v>8.6579200000000007</c:v>
                </c:pt>
                <c:pt idx="2700">
                  <c:v>8.4926600000000008</c:v>
                </c:pt>
                <c:pt idx="2701">
                  <c:v>8.3846299999999996</c:v>
                </c:pt>
                <c:pt idx="2702">
                  <c:v>8.4382400000000004</c:v>
                </c:pt>
                <c:pt idx="2703">
                  <c:v>8.5334699999999994</c:v>
                </c:pt>
                <c:pt idx="2704">
                  <c:v>8.7431300000000007</c:v>
                </c:pt>
                <c:pt idx="2705">
                  <c:v>9.0527300000000004</c:v>
                </c:pt>
                <c:pt idx="2706">
                  <c:v>9.2496500000000008</c:v>
                </c:pt>
                <c:pt idx="2707">
                  <c:v>8.8902000000000001</c:v>
                </c:pt>
                <c:pt idx="2708">
                  <c:v>8.4401799999999998</c:v>
                </c:pt>
                <c:pt idx="2709">
                  <c:v>8.2430599999999998</c:v>
                </c:pt>
                <c:pt idx="2710">
                  <c:v>8.2096499999999999</c:v>
                </c:pt>
                <c:pt idx="2711">
                  <c:v>8.0069599999999994</c:v>
                </c:pt>
                <c:pt idx="2712">
                  <c:v>8.1366399999999999</c:v>
                </c:pt>
                <c:pt idx="2713">
                  <c:v>8.1110500000000005</c:v>
                </c:pt>
                <c:pt idx="2714">
                  <c:v>8.0900200000000009</c:v>
                </c:pt>
                <c:pt idx="2715">
                  <c:v>8.4131099999999996</c:v>
                </c:pt>
                <c:pt idx="2716">
                  <c:v>9.0627700000000004</c:v>
                </c:pt>
                <c:pt idx="2717">
                  <c:v>9.4953500000000002</c:v>
                </c:pt>
                <c:pt idx="2718">
                  <c:v>8.9746299999999994</c:v>
                </c:pt>
                <c:pt idx="2719">
                  <c:v>8.4252900000000004</c:v>
                </c:pt>
                <c:pt idx="2720">
                  <c:v>8.3084299999999995</c:v>
                </c:pt>
                <c:pt idx="2721">
                  <c:v>8.7539599999999993</c:v>
                </c:pt>
                <c:pt idx="2722">
                  <c:v>9.1200500000000009</c:v>
                </c:pt>
                <c:pt idx="2723">
                  <c:v>8.9830199999999998</c:v>
                </c:pt>
                <c:pt idx="2724">
                  <c:v>8.9330200000000008</c:v>
                </c:pt>
                <c:pt idx="2725">
                  <c:v>9.0209499999999991</c:v>
                </c:pt>
                <c:pt idx="2726">
                  <c:v>8.9459499999999998</c:v>
                </c:pt>
                <c:pt idx="2727">
                  <c:v>8.7394599999999993</c:v>
                </c:pt>
                <c:pt idx="2728">
                  <c:v>8.7748899999999992</c:v>
                </c:pt>
                <c:pt idx="2729">
                  <c:v>8.8336299999999994</c:v>
                </c:pt>
                <c:pt idx="2730">
                  <c:v>8.6802100000000006</c:v>
                </c:pt>
                <c:pt idx="2731">
                  <c:v>8.4193499999999997</c:v>
                </c:pt>
                <c:pt idx="2732">
                  <c:v>8.2647600000000008</c:v>
                </c:pt>
                <c:pt idx="2733">
                  <c:v>8.3955599999999997</c:v>
                </c:pt>
                <c:pt idx="2734">
                  <c:v>8.6986600000000003</c:v>
                </c:pt>
                <c:pt idx="2735">
                  <c:v>8.8847400000000007</c:v>
                </c:pt>
                <c:pt idx="2736">
                  <c:v>8.7128499999999995</c:v>
                </c:pt>
                <c:pt idx="2737">
                  <c:v>8.5440199999999997</c:v>
                </c:pt>
                <c:pt idx="2738">
                  <c:v>8.2844300000000004</c:v>
                </c:pt>
                <c:pt idx="2739">
                  <c:v>7.8444599999999998</c:v>
                </c:pt>
                <c:pt idx="2740">
                  <c:v>7.7927200000000001</c:v>
                </c:pt>
                <c:pt idx="2741">
                  <c:v>7.7029100000000001</c:v>
                </c:pt>
                <c:pt idx="2742">
                  <c:v>7.83474</c:v>
                </c:pt>
                <c:pt idx="2743">
                  <c:v>7.9954999999999998</c:v>
                </c:pt>
                <c:pt idx="2744">
                  <c:v>8.0308700000000002</c:v>
                </c:pt>
                <c:pt idx="2745">
                  <c:v>8.1891599999999993</c:v>
                </c:pt>
                <c:pt idx="2746">
                  <c:v>8.3491800000000005</c:v>
                </c:pt>
                <c:pt idx="2747">
                  <c:v>8.6726500000000009</c:v>
                </c:pt>
                <c:pt idx="2748">
                  <c:v>8.6775800000000007</c:v>
                </c:pt>
                <c:pt idx="2749">
                  <c:v>8.6263400000000008</c:v>
                </c:pt>
                <c:pt idx="2750">
                  <c:v>8.9305000000000003</c:v>
                </c:pt>
                <c:pt idx="2751">
                  <c:v>8.6935400000000005</c:v>
                </c:pt>
                <c:pt idx="2752">
                  <c:v>8.0376700000000003</c:v>
                </c:pt>
                <c:pt idx="2753">
                  <c:v>7.7343900000000003</c:v>
                </c:pt>
                <c:pt idx="2754">
                  <c:v>8.1303000000000001</c:v>
                </c:pt>
                <c:pt idx="2755">
                  <c:v>8.5094499999999993</c:v>
                </c:pt>
                <c:pt idx="2756">
                  <c:v>8.32395</c:v>
                </c:pt>
                <c:pt idx="2757">
                  <c:v>8.1075199999999992</c:v>
                </c:pt>
                <c:pt idx="2758">
                  <c:v>8.3826499999999999</c:v>
                </c:pt>
                <c:pt idx="2759">
                  <c:v>8.7967600000000008</c:v>
                </c:pt>
                <c:pt idx="2760">
                  <c:v>9.0795399999999997</c:v>
                </c:pt>
                <c:pt idx="2761">
                  <c:v>9.3920700000000004</c:v>
                </c:pt>
                <c:pt idx="2762">
                  <c:v>9.0397800000000004</c:v>
                </c:pt>
                <c:pt idx="2763">
                  <c:v>8.6631400000000003</c:v>
                </c:pt>
                <c:pt idx="2764">
                  <c:v>8.7257800000000003</c:v>
                </c:pt>
                <c:pt idx="2765">
                  <c:v>8.8542500000000004</c:v>
                </c:pt>
                <c:pt idx="2766">
                  <c:v>8.9597999999999995</c:v>
                </c:pt>
                <c:pt idx="2767">
                  <c:v>8.9958600000000004</c:v>
                </c:pt>
                <c:pt idx="2768">
                  <c:v>9.0243300000000009</c:v>
                </c:pt>
                <c:pt idx="2769">
                  <c:v>9.0819200000000002</c:v>
                </c:pt>
                <c:pt idx="2770">
                  <c:v>9.0173100000000002</c:v>
                </c:pt>
                <c:pt idx="2771">
                  <c:v>8.8661899999999996</c:v>
                </c:pt>
                <c:pt idx="2772">
                  <c:v>8.6532599999999995</c:v>
                </c:pt>
                <c:pt idx="2773">
                  <c:v>8.5786800000000003</c:v>
                </c:pt>
                <c:pt idx="2774">
                  <c:v>8.7578600000000009</c:v>
                </c:pt>
                <c:pt idx="2775">
                  <c:v>8.8595600000000001</c:v>
                </c:pt>
                <c:pt idx="2776">
                  <c:v>8.7945600000000006</c:v>
                </c:pt>
                <c:pt idx="2777">
                  <c:v>8.6745800000000006</c:v>
                </c:pt>
                <c:pt idx="2778">
                  <c:v>8.9693799999999992</c:v>
                </c:pt>
                <c:pt idx="2779">
                  <c:v>8.9369800000000001</c:v>
                </c:pt>
                <c:pt idx="2780">
                  <c:v>8.7062500000000007</c:v>
                </c:pt>
                <c:pt idx="2781">
                  <c:v>8.7204099999999993</c:v>
                </c:pt>
                <c:pt idx="2782">
                  <c:v>8.4576200000000004</c:v>
                </c:pt>
                <c:pt idx="2783">
                  <c:v>8.1537299999999995</c:v>
                </c:pt>
                <c:pt idx="2784">
                  <c:v>8.08995</c:v>
                </c:pt>
                <c:pt idx="2785">
                  <c:v>8.3429300000000008</c:v>
                </c:pt>
                <c:pt idx="2786">
                  <c:v>8.5091400000000004</c:v>
                </c:pt>
                <c:pt idx="2787">
                  <c:v>8.6262299999999996</c:v>
                </c:pt>
                <c:pt idx="2788">
                  <c:v>8.6772500000000008</c:v>
                </c:pt>
                <c:pt idx="2789">
                  <c:v>8.4242100000000004</c:v>
                </c:pt>
                <c:pt idx="2790">
                  <c:v>8.4231200000000008</c:v>
                </c:pt>
                <c:pt idx="2791">
                  <c:v>8.5513300000000001</c:v>
                </c:pt>
                <c:pt idx="2792">
                  <c:v>8.1787899999999993</c:v>
                </c:pt>
                <c:pt idx="2793">
                  <c:v>8.0945199999999993</c:v>
                </c:pt>
                <c:pt idx="2794">
                  <c:v>8.4208800000000004</c:v>
                </c:pt>
                <c:pt idx="2795">
                  <c:v>8.6133600000000001</c:v>
                </c:pt>
                <c:pt idx="2796">
                  <c:v>8.6202400000000008</c:v>
                </c:pt>
                <c:pt idx="2797">
                  <c:v>8.3511299999999995</c:v>
                </c:pt>
                <c:pt idx="2798">
                  <c:v>8.3391300000000008</c:v>
                </c:pt>
                <c:pt idx="2799">
                  <c:v>8.7625499999999992</c:v>
                </c:pt>
                <c:pt idx="2800">
                  <c:v>8.9608399999999993</c:v>
                </c:pt>
                <c:pt idx="2801">
                  <c:v>8.6489399999999996</c:v>
                </c:pt>
                <c:pt idx="2802">
                  <c:v>8.6115200000000005</c:v>
                </c:pt>
                <c:pt idx="2803">
                  <c:v>8.8276599999999998</c:v>
                </c:pt>
                <c:pt idx="2804">
                  <c:v>8.9255200000000006</c:v>
                </c:pt>
                <c:pt idx="2805">
                  <c:v>9.09361</c:v>
                </c:pt>
                <c:pt idx="2806">
                  <c:v>9.3983899999999991</c:v>
                </c:pt>
                <c:pt idx="2807">
                  <c:v>9.4217300000000002</c:v>
                </c:pt>
                <c:pt idx="2808">
                  <c:v>9.2757299999999994</c:v>
                </c:pt>
                <c:pt idx="2809">
                  <c:v>9.3684499999999993</c:v>
                </c:pt>
                <c:pt idx="2810">
                  <c:v>9.3944899999999993</c:v>
                </c:pt>
                <c:pt idx="2811">
                  <c:v>9.7119300000000006</c:v>
                </c:pt>
                <c:pt idx="2812">
                  <c:v>10.213800000000001</c:v>
                </c:pt>
                <c:pt idx="2813">
                  <c:v>10.4772</c:v>
                </c:pt>
                <c:pt idx="2814">
                  <c:v>10.342700000000001</c:v>
                </c:pt>
                <c:pt idx="2815">
                  <c:v>9.9957100000000008</c:v>
                </c:pt>
                <c:pt idx="2816">
                  <c:v>9.9497199999999992</c:v>
                </c:pt>
                <c:pt idx="2817">
                  <c:v>9.9423999999999992</c:v>
                </c:pt>
                <c:pt idx="2818">
                  <c:v>10.010199999999999</c:v>
                </c:pt>
                <c:pt idx="2819">
                  <c:v>10.1082</c:v>
                </c:pt>
                <c:pt idx="2820">
                  <c:v>10.218299999999999</c:v>
                </c:pt>
                <c:pt idx="2821">
                  <c:v>10.1098</c:v>
                </c:pt>
                <c:pt idx="2822">
                  <c:v>9.9555399999999992</c:v>
                </c:pt>
                <c:pt idx="2823">
                  <c:v>9.8962699999999995</c:v>
                </c:pt>
                <c:pt idx="2824">
                  <c:v>9.8510899999999992</c:v>
                </c:pt>
                <c:pt idx="2825">
                  <c:v>9.9085300000000007</c:v>
                </c:pt>
                <c:pt idx="2826">
                  <c:v>9.7706199999999992</c:v>
                </c:pt>
                <c:pt idx="2827">
                  <c:v>9.82822</c:v>
                </c:pt>
                <c:pt idx="2828">
                  <c:v>9.7412799999999997</c:v>
                </c:pt>
                <c:pt idx="2829">
                  <c:v>9.8022899999999993</c:v>
                </c:pt>
                <c:pt idx="2830">
                  <c:v>9.8318600000000007</c:v>
                </c:pt>
                <c:pt idx="2831">
                  <c:v>9.8400599999999994</c:v>
                </c:pt>
                <c:pt idx="2832">
                  <c:v>9.6546900000000004</c:v>
                </c:pt>
                <c:pt idx="2833">
                  <c:v>8.9544300000000003</c:v>
                </c:pt>
                <c:pt idx="2834">
                  <c:v>8.1965000000000003</c:v>
                </c:pt>
                <c:pt idx="2835">
                  <c:v>7.8124399999999996</c:v>
                </c:pt>
                <c:pt idx="2836">
                  <c:v>7.5813499999999996</c:v>
                </c:pt>
                <c:pt idx="2837">
                  <c:v>7.8150500000000003</c:v>
                </c:pt>
                <c:pt idx="2838">
                  <c:v>8.1541300000000003</c:v>
                </c:pt>
                <c:pt idx="2839">
                  <c:v>8.2444500000000005</c:v>
                </c:pt>
                <c:pt idx="2840">
                  <c:v>8.2984000000000009</c:v>
                </c:pt>
                <c:pt idx="2841">
                  <c:v>7.9965099999999998</c:v>
                </c:pt>
                <c:pt idx="2842">
                  <c:v>8.0637000000000008</c:v>
                </c:pt>
                <c:pt idx="2843">
                  <c:v>8.0993600000000008</c:v>
                </c:pt>
                <c:pt idx="2844">
                  <c:v>7.84422</c:v>
                </c:pt>
                <c:pt idx="2845">
                  <c:v>7.6347100000000001</c:v>
                </c:pt>
                <c:pt idx="2846">
                  <c:v>7.8550300000000002</c:v>
                </c:pt>
                <c:pt idx="2847">
                  <c:v>7.9912400000000003</c:v>
                </c:pt>
                <c:pt idx="2848">
                  <c:v>8.2759699999999992</c:v>
                </c:pt>
                <c:pt idx="2849">
                  <c:v>8.5750600000000006</c:v>
                </c:pt>
                <c:pt idx="2850">
                  <c:v>8.7802600000000002</c:v>
                </c:pt>
                <c:pt idx="2851">
                  <c:v>8.3632600000000004</c:v>
                </c:pt>
                <c:pt idx="2852">
                  <c:v>8.2553000000000001</c:v>
                </c:pt>
                <c:pt idx="2853">
                  <c:v>8.8027499999999996</c:v>
                </c:pt>
                <c:pt idx="2854">
                  <c:v>8.9704599999999992</c:v>
                </c:pt>
                <c:pt idx="2855">
                  <c:v>8.8196200000000005</c:v>
                </c:pt>
                <c:pt idx="2856">
                  <c:v>8.6505299999999998</c:v>
                </c:pt>
                <c:pt idx="2857">
                  <c:v>8.4960000000000004</c:v>
                </c:pt>
                <c:pt idx="2858">
                  <c:v>8.1698699999999995</c:v>
                </c:pt>
                <c:pt idx="2859">
                  <c:v>8.0554100000000002</c:v>
                </c:pt>
                <c:pt idx="2860">
                  <c:v>8.2587399999999995</c:v>
                </c:pt>
                <c:pt idx="2861">
                  <c:v>8.29603</c:v>
                </c:pt>
                <c:pt idx="2862">
                  <c:v>8.2161200000000001</c:v>
                </c:pt>
                <c:pt idx="2863">
                  <c:v>8.1685599999999994</c:v>
                </c:pt>
                <c:pt idx="2864">
                  <c:v>8.1864600000000003</c:v>
                </c:pt>
                <c:pt idx="2865">
                  <c:v>8.3337400000000006</c:v>
                </c:pt>
                <c:pt idx="2866">
                  <c:v>8.4370799999999999</c:v>
                </c:pt>
                <c:pt idx="2867">
                  <c:v>8.3096499999999995</c:v>
                </c:pt>
                <c:pt idx="2868">
                  <c:v>8.2585999999999995</c:v>
                </c:pt>
                <c:pt idx="2869">
                  <c:v>8.2325300000000006</c:v>
                </c:pt>
                <c:pt idx="2870">
                  <c:v>8.3804800000000004</c:v>
                </c:pt>
                <c:pt idx="2871">
                  <c:v>8.7736599999999996</c:v>
                </c:pt>
                <c:pt idx="2872">
                  <c:v>8.9636099999999992</c:v>
                </c:pt>
                <c:pt idx="2873">
                  <c:v>8.7452000000000005</c:v>
                </c:pt>
                <c:pt idx="2874">
                  <c:v>8.5309600000000003</c:v>
                </c:pt>
                <c:pt idx="2875">
                  <c:v>8.6127699999999994</c:v>
                </c:pt>
                <c:pt idx="2876">
                  <c:v>9.0713299999999997</c:v>
                </c:pt>
                <c:pt idx="2877">
                  <c:v>9.3122399999999992</c:v>
                </c:pt>
                <c:pt idx="2878">
                  <c:v>9.2305700000000002</c:v>
                </c:pt>
                <c:pt idx="2879">
                  <c:v>8.9175900000000006</c:v>
                </c:pt>
                <c:pt idx="2880">
                  <c:v>9.1789799999999993</c:v>
                </c:pt>
                <c:pt idx="2881">
                  <c:v>9.8120799999999999</c:v>
                </c:pt>
                <c:pt idx="2882">
                  <c:v>9.6940799999999996</c:v>
                </c:pt>
                <c:pt idx="2883">
                  <c:v>9.4324200000000005</c:v>
                </c:pt>
                <c:pt idx="2884">
                  <c:v>9.2765799999999992</c:v>
                </c:pt>
                <c:pt idx="2885">
                  <c:v>9.1951599999999996</c:v>
                </c:pt>
                <c:pt idx="2886">
                  <c:v>9.0189400000000006</c:v>
                </c:pt>
                <c:pt idx="2887">
                  <c:v>8.7669899999999998</c:v>
                </c:pt>
                <c:pt idx="2888">
                  <c:v>8.5427</c:v>
                </c:pt>
                <c:pt idx="2889">
                  <c:v>8.4018599999999992</c:v>
                </c:pt>
                <c:pt idx="2890">
                  <c:v>8.64635</c:v>
                </c:pt>
                <c:pt idx="2891">
                  <c:v>8.3961699999999997</c:v>
                </c:pt>
                <c:pt idx="2892">
                  <c:v>7.9904500000000001</c:v>
                </c:pt>
                <c:pt idx="2893">
                  <c:v>8.3735400000000002</c:v>
                </c:pt>
                <c:pt idx="2894">
                  <c:v>8.9445399999999999</c:v>
                </c:pt>
                <c:pt idx="2895">
                  <c:v>8.7360000000000007</c:v>
                </c:pt>
                <c:pt idx="2896">
                  <c:v>7.9691599999999996</c:v>
                </c:pt>
                <c:pt idx="2897">
                  <c:v>7.8359199999999998</c:v>
                </c:pt>
                <c:pt idx="2898">
                  <c:v>8.0172899999999991</c:v>
                </c:pt>
                <c:pt idx="2899">
                  <c:v>8.4989399999999993</c:v>
                </c:pt>
                <c:pt idx="2900">
                  <c:v>8.7317499999999999</c:v>
                </c:pt>
                <c:pt idx="2901">
                  <c:v>8.4258699999999997</c:v>
                </c:pt>
                <c:pt idx="2902">
                  <c:v>8.4287600000000005</c:v>
                </c:pt>
                <c:pt idx="2903">
                  <c:v>8.6209000000000007</c:v>
                </c:pt>
                <c:pt idx="2904">
                  <c:v>8.6166099999999997</c:v>
                </c:pt>
                <c:pt idx="2905">
                  <c:v>8.4727899999999998</c:v>
                </c:pt>
                <c:pt idx="2906">
                  <c:v>8.5887399999999996</c:v>
                </c:pt>
                <c:pt idx="2907">
                  <c:v>8.8315000000000001</c:v>
                </c:pt>
                <c:pt idx="2908">
                  <c:v>8.7583500000000001</c:v>
                </c:pt>
                <c:pt idx="2909">
                  <c:v>8.4893900000000002</c:v>
                </c:pt>
                <c:pt idx="2910">
                  <c:v>8.3436800000000009</c:v>
                </c:pt>
                <c:pt idx="2911">
                  <c:v>8.3080400000000001</c:v>
                </c:pt>
                <c:pt idx="2912">
                  <c:v>8.0211500000000004</c:v>
                </c:pt>
                <c:pt idx="2913">
                  <c:v>7.7564900000000003</c:v>
                </c:pt>
                <c:pt idx="2914">
                  <c:v>8.0135000000000005</c:v>
                </c:pt>
                <c:pt idx="2915">
                  <c:v>8.5503699999999991</c:v>
                </c:pt>
                <c:pt idx="2916">
                  <c:v>8.7391799999999993</c:v>
                </c:pt>
                <c:pt idx="2917">
                  <c:v>8.3856999999999999</c:v>
                </c:pt>
                <c:pt idx="2918">
                  <c:v>8.1092700000000004</c:v>
                </c:pt>
                <c:pt idx="2919">
                  <c:v>7.7554100000000004</c:v>
                </c:pt>
                <c:pt idx="2920">
                  <c:v>7.4843200000000003</c:v>
                </c:pt>
                <c:pt idx="2921">
                  <c:v>7.4236800000000001</c:v>
                </c:pt>
                <c:pt idx="2922">
                  <c:v>7.5454299999999996</c:v>
                </c:pt>
                <c:pt idx="2923">
                  <c:v>7.5601399999999996</c:v>
                </c:pt>
                <c:pt idx="2924">
                  <c:v>7.7104200000000001</c:v>
                </c:pt>
                <c:pt idx="2925">
                  <c:v>7.8645699999999996</c:v>
                </c:pt>
                <c:pt idx="2926">
                  <c:v>8.3359000000000005</c:v>
                </c:pt>
                <c:pt idx="2927">
                  <c:v>8.6423699999999997</c:v>
                </c:pt>
                <c:pt idx="2928">
                  <c:v>8.4974500000000006</c:v>
                </c:pt>
                <c:pt idx="2929">
                  <c:v>8.2560699999999994</c:v>
                </c:pt>
                <c:pt idx="2930">
                  <c:v>8.1993399999999994</c:v>
                </c:pt>
                <c:pt idx="2931">
                  <c:v>8.6541399999999999</c:v>
                </c:pt>
                <c:pt idx="2932">
                  <c:v>9.2155199999999997</c:v>
                </c:pt>
                <c:pt idx="2933">
                  <c:v>9.3369900000000001</c:v>
                </c:pt>
                <c:pt idx="2934">
                  <c:v>9.17028</c:v>
                </c:pt>
                <c:pt idx="2935">
                  <c:v>9.0159000000000002</c:v>
                </c:pt>
                <c:pt idx="2936">
                  <c:v>8.99526</c:v>
                </c:pt>
                <c:pt idx="2937">
                  <c:v>8.8818599999999996</c:v>
                </c:pt>
                <c:pt idx="2938">
                  <c:v>8.5326599999999999</c:v>
                </c:pt>
                <c:pt idx="2939">
                  <c:v>8.51098</c:v>
                </c:pt>
                <c:pt idx="2940">
                  <c:v>8.6764500000000009</c:v>
                </c:pt>
                <c:pt idx="2941">
                  <c:v>8.4497999999999998</c:v>
                </c:pt>
                <c:pt idx="2942">
                  <c:v>8.1806699999999992</c:v>
                </c:pt>
                <c:pt idx="2943">
                  <c:v>8.2557600000000004</c:v>
                </c:pt>
                <c:pt idx="2944">
                  <c:v>8.1580899999999996</c:v>
                </c:pt>
                <c:pt idx="2945">
                  <c:v>7.8575400000000002</c:v>
                </c:pt>
                <c:pt idx="2946">
                  <c:v>7.9631999999999996</c:v>
                </c:pt>
                <c:pt idx="2947">
                  <c:v>8.2918400000000005</c:v>
                </c:pt>
                <c:pt idx="2948">
                  <c:v>8.2659500000000001</c:v>
                </c:pt>
                <c:pt idx="2949">
                  <c:v>7.9531799999999997</c:v>
                </c:pt>
                <c:pt idx="2950">
                  <c:v>7.81358</c:v>
                </c:pt>
                <c:pt idx="2951">
                  <c:v>7.8342700000000001</c:v>
                </c:pt>
                <c:pt idx="2952">
                  <c:v>7.8211500000000003</c:v>
                </c:pt>
                <c:pt idx="2953">
                  <c:v>7.8576300000000003</c:v>
                </c:pt>
                <c:pt idx="2954">
                  <c:v>7.7272600000000002</c:v>
                </c:pt>
                <c:pt idx="2955">
                  <c:v>7.3795400000000004</c:v>
                </c:pt>
                <c:pt idx="2956">
                  <c:v>7.1258800000000004</c:v>
                </c:pt>
                <c:pt idx="2957">
                  <c:v>7.1702899999999996</c:v>
                </c:pt>
                <c:pt idx="2958">
                  <c:v>7.17422</c:v>
                </c:pt>
                <c:pt idx="2959">
                  <c:v>7.1660199999999996</c:v>
                </c:pt>
                <c:pt idx="2960">
                  <c:v>7.5060799999999999</c:v>
                </c:pt>
                <c:pt idx="2961">
                  <c:v>7.7590300000000001</c:v>
                </c:pt>
                <c:pt idx="2962">
                  <c:v>7.8017500000000002</c:v>
                </c:pt>
                <c:pt idx="2963">
                  <c:v>7.9511399999999997</c:v>
                </c:pt>
                <c:pt idx="2964">
                  <c:v>8.0635899999999996</c:v>
                </c:pt>
                <c:pt idx="2965">
                  <c:v>8.2130299999999998</c:v>
                </c:pt>
                <c:pt idx="2966">
                  <c:v>8.2767800000000005</c:v>
                </c:pt>
                <c:pt idx="2967">
                  <c:v>8.0398899999999998</c:v>
                </c:pt>
                <c:pt idx="2968">
                  <c:v>7.9132300000000004</c:v>
                </c:pt>
                <c:pt idx="2969">
                  <c:v>7.9114500000000003</c:v>
                </c:pt>
                <c:pt idx="2970">
                  <c:v>7.9873500000000002</c:v>
                </c:pt>
                <c:pt idx="2971">
                  <c:v>7.9093099999999996</c:v>
                </c:pt>
                <c:pt idx="2972">
                  <c:v>7.8492199999999999</c:v>
                </c:pt>
                <c:pt idx="2973">
                  <c:v>8.0465199999999992</c:v>
                </c:pt>
                <c:pt idx="2974">
                  <c:v>8.1456499999999998</c:v>
                </c:pt>
                <c:pt idx="2975">
                  <c:v>8.05809</c:v>
                </c:pt>
                <c:pt idx="2976">
                  <c:v>8.2891399999999997</c:v>
                </c:pt>
                <c:pt idx="2977">
                  <c:v>8.6652000000000005</c:v>
                </c:pt>
                <c:pt idx="2978">
                  <c:v>8.3206900000000008</c:v>
                </c:pt>
                <c:pt idx="2979">
                  <c:v>7.8158399999999997</c:v>
                </c:pt>
                <c:pt idx="2980">
                  <c:v>7.7945599999999997</c:v>
                </c:pt>
                <c:pt idx="2981">
                  <c:v>7.8137100000000004</c:v>
                </c:pt>
                <c:pt idx="2982">
                  <c:v>7.9159899999999999</c:v>
                </c:pt>
                <c:pt idx="2983">
                  <c:v>7.9256000000000002</c:v>
                </c:pt>
                <c:pt idx="2984">
                  <c:v>7.8519300000000003</c:v>
                </c:pt>
                <c:pt idx="2985">
                  <c:v>7.8531899999999997</c:v>
                </c:pt>
                <c:pt idx="2986">
                  <c:v>7.9433199999999999</c:v>
                </c:pt>
                <c:pt idx="2987">
                  <c:v>8.2966700000000007</c:v>
                </c:pt>
                <c:pt idx="2988">
                  <c:v>8.4380699999999997</c:v>
                </c:pt>
                <c:pt idx="2989">
                  <c:v>7.5526200000000001</c:v>
                </c:pt>
                <c:pt idx="2990">
                  <c:v>6.8916199999999996</c:v>
                </c:pt>
                <c:pt idx="2991">
                  <c:v>7.2637299999999998</c:v>
                </c:pt>
                <c:pt idx="2992">
                  <c:v>7.7599499999999999</c:v>
                </c:pt>
                <c:pt idx="2993">
                  <c:v>8.1862999999999992</c:v>
                </c:pt>
                <c:pt idx="2994">
                  <c:v>8.1877600000000008</c:v>
                </c:pt>
                <c:pt idx="2995">
                  <c:v>7.8791200000000003</c:v>
                </c:pt>
                <c:pt idx="2996">
                  <c:v>7.7228700000000003</c:v>
                </c:pt>
                <c:pt idx="2997">
                  <c:v>7.8108899999999997</c:v>
                </c:pt>
                <c:pt idx="2998">
                  <c:v>7.6980700000000004</c:v>
                </c:pt>
                <c:pt idx="2999">
                  <c:v>7.6600599999999996</c:v>
                </c:pt>
                <c:pt idx="3000">
                  <c:v>7.7145200000000003</c:v>
                </c:pt>
                <c:pt idx="3001">
                  <c:v>7.5632799999999998</c:v>
                </c:pt>
                <c:pt idx="3002">
                  <c:v>7.6254499999999998</c:v>
                </c:pt>
                <c:pt idx="3003">
                  <c:v>7.7447900000000001</c:v>
                </c:pt>
                <c:pt idx="3004">
                  <c:v>7.4650499999999997</c:v>
                </c:pt>
                <c:pt idx="3005">
                  <c:v>7.17394</c:v>
                </c:pt>
                <c:pt idx="3006">
                  <c:v>7.4394200000000001</c:v>
                </c:pt>
                <c:pt idx="3007">
                  <c:v>7.6170299999999997</c:v>
                </c:pt>
                <c:pt idx="3008">
                  <c:v>7.8323799999999997</c:v>
                </c:pt>
                <c:pt idx="3009">
                  <c:v>7.7278500000000001</c:v>
                </c:pt>
                <c:pt idx="3010">
                  <c:v>7.6691399999999996</c:v>
                </c:pt>
                <c:pt idx="3011">
                  <c:v>7.5376500000000002</c:v>
                </c:pt>
                <c:pt idx="3012">
                  <c:v>7.3159400000000003</c:v>
                </c:pt>
                <c:pt idx="3013">
                  <c:v>7.3546800000000001</c:v>
                </c:pt>
                <c:pt idx="3014">
                  <c:v>7.2551500000000004</c:v>
                </c:pt>
                <c:pt idx="3015">
                  <c:v>7.1456099999999996</c:v>
                </c:pt>
                <c:pt idx="3016">
                  <c:v>7.3362999999999996</c:v>
                </c:pt>
                <c:pt idx="3017">
                  <c:v>7.1780499999999998</c:v>
                </c:pt>
                <c:pt idx="3018">
                  <c:v>6.7416400000000003</c:v>
                </c:pt>
                <c:pt idx="3019">
                  <c:v>6.4390900000000002</c:v>
                </c:pt>
                <c:pt idx="3020">
                  <c:v>6.4990800000000002</c:v>
                </c:pt>
                <c:pt idx="3021">
                  <c:v>6.8554300000000001</c:v>
                </c:pt>
                <c:pt idx="3022">
                  <c:v>7.1842699999999997</c:v>
                </c:pt>
                <c:pt idx="3023">
                  <c:v>7.3996000000000004</c:v>
                </c:pt>
                <c:pt idx="3024">
                  <c:v>7.1082599999999996</c:v>
                </c:pt>
                <c:pt idx="3025">
                  <c:v>7.17537</c:v>
                </c:pt>
                <c:pt idx="3026">
                  <c:v>7.2732099999999997</c:v>
                </c:pt>
                <c:pt idx="3027">
                  <c:v>7.0648200000000001</c:v>
                </c:pt>
                <c:pt idx="3028">
                  <c:v>7.1968800000000002</c:v>
                </c:pt>
                <c:pt idx="3029">
                  <c:v>7.26065</c:v>
                </c:pt>
                <c:pt idx="3030">
                  <c:v>7.1917200000000001</c:v>
                </c:pt>
                <c:pt idx="3031">
                  <c:v>7.0441799999999999</c:v>
                </c:pt>
                <c:pt idx="3032">
                  <c:v>6.9335300000000002</c:v>
                </c:pt>
                <c:pt idx="3033">
                  <c:v>7.5078899999999997</c:v>
                </c:pt>
                <c:pt idx="3034">
                  <c:v>7.9531700000000001</c:v>
                </c:pt>
                <c:pt idx="3035">
                  <c:v>7.8985300000000001</c:v>
                </c:pt>
                <c:pt idx="3036">
                  <c:v>7.7835700000000001</c:v>
                </c:pt>
                <c:pt idx="3037">
                  <c:v>7.8620900000000002</c:v>
                </c:pt>
                <c:pt idx="3038">
                  <c:v>7.8295899999999996</c:v>
                </c:pt>
                <c:pt idx="3039">
                  <c:v>7.5212000000000003</c:v>
                </c:pt>
                <c:pt idx="3040">
                  <c:v>7.3092699999999997</c:v>
                </c:pt>
                <c:pt idx="3041">
                  <c:v>7.2335900000000004</c:v>
                </c:pt>
                <c:pt idx="3042">
                  <c:v>7.36531</c:v>
                </c:pt>
                <c:pt idx="3043">
                  <c:v>7.6221899999999998</c:v>
                </c:pt>
                <c:pt idx="3044">
                  <c:v>7.7214499999999999</c:v>
                </c:pt>
                <c:pt idx="3045">
                  <c:v>7.7978399999999999</c:v>
                </c:pt>
                <c:pt idx="3046">
                  <c:v>7.9483499999999996</c:v>
                </c:pt>
                <c:pt idx="3047">
                  <c:v>8.2493700000000008</c:v>
                </c:pt>
                <c:pt idx="3048">
                  <c:v>8.3211099999999991</c:v>
                </c:pt>
                <c:pt idx="3049">
                  <c:v>8.6393500000000003</c:v>
                </c:pt>
                <c:pt idx="3050">
                  <c:v>8.5290499999999998</c:v>
                </c:pt>
                <c:pt idx="3051">
                  <c:v>8.0075299999999991</c:v>
                </c:pt>
                <c:pt idx="3052">
                  <c:v>7.5726800000000001</c:v>
                </c:pt>
                <c:pt idx="3053">
                  <c:v>7.7925599999999999</c:v>
                </c:pt>
                <c:pt idx="3054">
                  <c:v>8.0111399999999993</c:v>
                </c:pt>
                <c:pt idx="3055">
                  <c:v>7.9011500000000003</c:v>
                </c:pt>
                <c:pt idx="3056">
                  <c:v>7.8593099999999998</c:v>
                </c:pt>
                <c:pt idx="3057">
                  <c:v>7.7827099999999998</c:v>
                </c:pt>
                <c:pt idx="3058">
                  <c:v>7.6934899999999997</c:v>
                </c:pt>
                <c:pt idx="3059">
                  <c:v>7.9374000000000002</c:v>
                </c:pt>
                <c:pt idx="3060">
                  <c:v>8.2068899999999996</c:v>
                </c:pt>
                <c:pt idx="3061">
                  <c:v>8.3716000000000008</c:v>
                </c:pt>
                <c:pt idx="3062">
                  <c:v>8.2825299999999995</c:v>
                </c:pt>
                <c:pt idx="3063">
                  <c:v>8.1556300000000004</c:v>
                </c:pt>
                <c:pt idx="3064">
                  <c:v>8.1139600000000005</c:v>
                </c:pt>
                <c:pt idx="3065">
                  <c:v>8.1681100000000004</c:v>
                </c:pt>
                <c:pt idx="3066">
                  <c:v>8.1250900000000001</c:v>
                </c:pt>
                <c:pt idx="3067">
                  <c:v>8.1340000000000003</c:v>
                </c:pt>
                <c:pt idx="3068">
                  <c:v>8.0981199999999998</c:v>
                </c:pt>
                <c:pt idx="3069">
                  <c:v>7.8169599999999999</c:v>
                </c:pt>
                <c:pt idx="3070">
                  <c:v>7.6452900000000001</c:v>
                </c:pt>
                <c:pt idx="3071">
                  <c:v>8.0733099999999993</c:v>
                </c:pt>
                <c:pt idx="3072">
                  <c:v>8.2967200000000005</c:v>
                </c:pt>
                <c:pt idx="3073">
                  <c:v>8.44787</c:v>
                </c:pt>
                <c:pt idx="3074">
                  <c:v>8.3269800000000007</c:v>
                </c:pt>
                <c:pt idx="3075">
                  <c:v>8.2158899999999999</c:v>
                </c:pt>
                <c:pt idx="3076">
                  <c:v>8.2182399999999998</c:v>
                </c:pt>
                <c:pt idx="3077">
                  <c:v>8.2307100000000002</c:v>
                </c:pt>
                <c:pt idx="3078">
                  <c:v>8.3822600000000005</c:v>
                </c:pt>
                <c:pt idx="3079">
                  <c:v>8.6136599999999994</c:v>
                </c:pt>
                <c:pt idx="3080">
                  <c:v>8.6302400000000006</c:v>
                </c:pt>
                <c:pt idx="3081">
                  <c:v>8.6791</c:v>
                </c:pt>
                <c:pt idx="3082">
                  <c:v>8.5889699999999998</c:v>
                </c:pt>
                <c:pt idx="3083">
                  <c:v>8.6715599999999995</c:v>
                </c:pt>
                <c:pt idx="3084">
                  <c:v>9.1730400000000003</c:v>
                </c:pt>
                <c:pt idx="3085">
                  <c:v>9.3951200000000004</c:v>
                </c:pt>
                <c:pt idx="3086">
                  <c:v>9.7184299999999997</c:v>
                </c:pt>
                <c:pt idx="3087">
                  <c:v>10.220599999999999</c:v>
                </c:pt>
                <c:pt idx="3088">
                  <c:v>10.756399999999999</c:v>
                </c:pt>
                <c:pt idx="3089">
                  <c:v>11.1936</c:v>
                </c:pt>
                <c:pt idx="3090">
                  <c:v>11.621499999999999</c:v>
                </c:pt>
                <c:pt idx="3091">
                  <c:v>12.1538</c:v>
                </c:pt>
                <c:pt idx="3092">
                  <c:v>12.5062</c:v>
                </c:pt>
                <c:pt idx="3093">
                  <c:v>12.751799999999999</c:v>
                </c:pt>
                <c:pt idx="3094">
                  <c:v>13.032</c:v>
                </c:pt>
                <c:pt idx="3095">
                  <c:v>12.882</c:v>
                </c:pt>
                <c:pt idx="3096">
                  <c:v>12.502800000000001</c:v>
                </c:pt>
                <c:pt idx="3097">
                  <c:v>11.8149</c:v>
                </c:pt>
                <c:pt idx="3098">
                  <c:v>11.401300000000001</c:v>
                </c:pt>
                <c:pt idx="3099">
                  <c:v>11.142200000000001</c:v>
                </c:pt>
                <c:pt idx="3100">
                  <c:v>10.228300000000001</c:v>
                </c:pt>
                <c:pt idx="3101">
                  <c:v>9.6034400000000009</c:v>
                </c:pt>
                <c:pt idx="3102">
                  <c:v>9.2899499999999993</c:v>
                </c:pt>
                <c:pt idx="3103">
                  <c:v>8.9452800000000003</c:v>
                </c:pt>
                <c:pt idx="3104">
                  <c:v>8.6213700000000006</c:v>
                </c:pt>
                <c:pt idx="3105">
                  <c:v>8.8338800000000006</c:v>
                </c:pt>
                <c:pt idx="3106">
                  <c:v>8.7546300000000006</c:v>
                </c:pt>
                <c:pt idx="3107">
                  <c:v>8.5601599999999998</c:v>
                </c:pt>
                <c:pt idx="3108">
                  <c:v>8.4249700000000001</c:v>
                </c:pt>
                <c:pt idx="3109">
                  <c:v>8.1425800000000006</c:v>
                </c:pt>
                <c:pt idx="3110">
                  <c:v>7.8952799999999996</c:v>
                </c:pt>
                <c:pt idx="3111">
                  <c:v>7.5849099999999998</c:v>
                </c:pt>
                <c:pt idx="3112">
                  <c:v>7.7720200000000004</c:v>
                </c:pt>
                <c:pt idx="3113">
                  <c:v>8.2546900000000001</c:v>
                </c:pt>
                <c:pt idx="3114">
                  <c:v>8.4502299999999995</c:v>
                </c:pt>
                <c:pt idx="3115">
                  <c:v>8.2395499999999995</c:v>
                </c:pt>
                <c:pt idx="3116">
                  <c:v>8.29162</c:v>
                </c:pt>
                <c:pt idx="3117">
                  <c:v>8.3368699999999993</c:v>
                </c:pt>
                <c:pt idx="3118">
                  <c:v>8.01769</c:v>
                </c:pt>
                <c:pt idx="3119">
                  <c:v>7.78939</c:v>
                </c:pt>
                <c:pt idx="3120">
                  <c:v>7.5015700000000001</c:v>
                </c:pt>
                <c:pt idx="3121">
                  <c:v>7.4729099999999997</c:v>
                </c:pt>
                <c:pt idx="3122">
                  <c:v>7.6023399999999999</c:v>
                </c:pt>
                <c:pt idx="3123">
                  <c:v>7.6225800000000001</c:v>
                </c:pt>
                <c:pt idx="3124">
                  <c:v>7.4801099999999998</c:v>
                </c:pt>
                <c:pt idx="3125">
                  <c:v>7.6767200000000004</c:v>
                </c:pt>
                <c:pt idx="3126">
                  <c:v>7.9761800000000003</c:v>
                </c:pt>
                <c:pt idx="3127">
                  <c:v>7.9286899999999996</c:v>
                </c:pt>
                <c:pt idx="3128">
                  <c:v>7.7647599999999999</c:v>
                </c:pt>
                <c:pt idx="3129">
                  <c:v>7.3900499999999996</c:v>
                </c:pt>
                <c:pt idx="3130">
                  <c:v>7.4652500000000002</c:v>
                </c:pt>
                <c:pt idx="3131">
                  <c:v>7.7368600000000001</c:v>
                </c:pt>
                <c:pt idx="3132">
                  <c:v>7.8601099999999997</c:v>
                </c:pt>
                <c:pt idx="3133">
                  <c:v>7.7704000000000004</c:v>
                </c:pt>
                <c:pt idx="3134">
                  <c:v>7.4868600000000001</c:v>
                </c:pt>
                <c:pt idx="3135">
                  <c:v>7.30701</c:v>
                </c:pt>
                <c:pt idx="3136">
                  <c:v>7.2908299999999997</c:v>
                </c:pt>
                <c:pt idx="3137">
                  <c:v>7.1624400000000001</c:v>
                </c:pt>
                <c:pt idx="3138">
                  <c:v>6.8720499999999998</c:v>
                </c:pt>
                <c:pt idx="3139">
                  <c:v>6.8495900000000001</c:v>
                </c:pt>
                <c:pt idx="3140">
                  <c:v>7.0286400000000002</c:v>
                </c:pt>
                <c:pt idx="3141">
                  <c:v>6.8888699999999998</c:v>
                </c:pt>
                <c:pt idx="3142">
                  <c:v>6.8967999999999998</c:v>
                </c:pt>
                <c:pt idx="3143">
                  <c:v>6.66167</c:v>
                </c:pt>
                <c:pt idx="3144">
                  <c:v>6.4768800000000004</c:v>
                </c:pt>
                <c:pt idx="3145">
                  <c:v>6.6597299999999997</c:v>
                </c:pt>
                <c:pt idx="3146">
                  <c:v>6.8556800000000004</c:v>
                </c:pt>
                <c:pt idx="3147">
                  <c:v>6.7309299999999999</c:v>
                </c:pt>
                <c:pt idx="3148">
                  <c:v>6.64832</c:v>
                </c:pt>
                <c:pt idx="3149">
                  <c:v>6.8183299999999996</c:v>
                </c:pt>
                <c:pt idx="3150">
                  <c:v>6.8900300000000003</c:v>
                </c:pt>
                <c:pt idx="3151">
                  <c:v>6.8223399999999996</c:v>
                </c:pt>
                <c:pt idx="3152">
                  <c:v>6.6532099999999996</c:v>
                </c:pt>
                <c:pt idx="3153">
                  <c:v>6.9655300000000002</c:v>
                </c:pt>
                <c:pt idx="3154">
                  <c:v>7.2871800000000002</c:v>
                </c:pt>
                <c:pt idx="3155">
                  <c:v>7.1934399999999998</c:v>
                </c:pt>
                <c:pt idx="3156">
                  <c:v>6.9549599999999998</c:v>
                </c:pt>
                <c:pt idx="3157">
                  <c:v>6.6614599999999999</c:v>
                </c:pt>
                <c:pt idx="3158">
                  <c:v>6.7551100000000002</c:v>
                </c:pt>
                <c:pt idx="3159">
                  <c:v>7.2009999999999996</c:v>
                </c:pt>
                <c:pt idx="3160">
                  <c:v>7.3962899999999996</c:v>
                </c:pt>
                <c:pt idx="3161">
                  <c:v>7.6427500000000004</c:v>
                </c:pt>
                <c:pt idx="3162">
                  <c:v>7.6143099999999997</c:v>
                </c:pt>
                <c:pt idx="3163">
                  <c:v>7.5340699999999998</c:v>
                </c:pt>
                <c:pt idx="3164">
                  <c:v>7.4279599999999997</c:v>
                </c:pt>
                <c:pt idx="3165">
                  <c:v>7.2575900000000004</c:v>
                </c:pt>
                <c:pt idx="3166">
                  <c:v>7.1230000000000002</c:v>
                </c:pt>
                <c:pt idx="3167">
                  <c:v>7.3246799999999999</c:v>
                </c:pt>
                <c:pt idx="3168">
                  <c:v>7.7202200000000003</c:v>
                </c:pt>
                <c:pt idx="3169">
                  <c:v>7.6016899999999996</c:v>
                </c:pt>
                <c:pt idx="3170">
                  <c:v>7.1499899999999998</c:v>
                </c:pt>
                <c:pt idx="3171">
                  <c:v>7.0431800000000004</c:v>
                </c:pt>
                <c:pt idx="3172">
                  <c:v>7.2071500000000004</c:v>
                </c:pt>
                <c:pt idx="3173">
                  <c:v>7.4086800000000004</c:v>
                </c:pt>
                <c:pt idx="3174">
                  <c:v>7.6914699999999998</c:v>
                </c:pt>
                <c:pt idx="3175">
                  <c:v>7.6125800000000003</c:v>
                </c:pt>
                <c:pt idx="3176">
                  <c:v>7.52881</c:v>
                </c:pt>
                <c:pt idx="3177">
                  <c:v>7.70573</c:v>
                </c:pt>
                <c:pt idx="3178">
                  <c:v>7.6157300000000001</c:v>
                </c:pt>
                <c:pt idx="3179">
                  <c:v>7.7207100000000004</c:v>
                </c:pt>
                <c:pt idx="3180">
                  <c:v>8.0079799999999999</c:v>
                </c:pt>
                <c:pt idx="3181">
                  <c:v>7.9197600000000001</c:v>
                </c:pt>
                <c:pt idx="3182">
                  <c:v>7.63523</c:v>
                </c:pt>
                <c:pt idx="3183">
                  <c:v>7.3505500000000001</c:v>
                </c:pt>
                <c:pt idx="3184">
                  <c:v>7.1292099999999996</c:v>
                </c:pt>
                <c:pt idx="3185">
                  <c:v>7.12995</c:v>
                </c:pt>
                <c:pt idx="3186">
                  <c:v>7.1495100000000003</c:v>
                </c:pt>
                <c:pt idx="3187">
                  <c:v>7.2498800000000001</c:v>
                </c:pt>
                <c:pt idx="3188">
                  <c:v>7.5208700000000004</c:v>
                </c:pt>
                <c:pt idx="3189">
                  <c:v>7.9553799999999999</c:v>
                </c:pt>
                <c:pt idx="3190">
                  <c:v>8.2442499999999992</c:v>
                </c:pt>
                <c:pt idx="3191">
                  <c:v>8.3306100000000001</c:v>
                </c:pt>
                <c:pt idx="3192">
                  <c:v>8.0253899999999998</c:v>
                </c:pt>
                <c:pt idx="3193">
                  <c:v>7.5534499999999998</c:v>
                </c:pt>
                <c:pt idx="3194">
                  <c:v>7.2827500000000001</c:v>
                </c:pt>
                <c:pt idx="3195">
                  <c:v>7.1237000000000004</c:v>
                </c:pt>
                <c:pt idx="3196">
                  <c:v>7.0529500000000001</c:v>
                </c:pt>
                <c:pt idx="3197">
                  <c:v>7.0749599999999999</c:v>
                </c:pt>
                <c:pt idx="3198">
                  <c:v>6.94198</c:v>
                </c:pt>
                <c:pt idx="3199">
                  <c:v>6.9574999999999996</c:v>
                </c:pt>
                <c:pt idx="3200">
                  <c:v>7.0010199999999996</c:v>
                </c:pt>
                <c:pt idx="3201">
                  <c:v>6.9776400000000001</c:v>
                </c:pt>
                <c:pt idx="3202">
                  <c:v>7.2838000000000003</c:v>
                </c:pt>
                <c:pt idx="3203">
                  <c:v>7.5425800000000001</c:v>
                </c:pt>
                <c:pt idx="3204">
                  <c:v>7.6278499999999996</c:v>
                </c:pt>
                <c:pt idx="3205">
                  <c:v>7.62615</c:v>
                </c:pt>
                <c:pt idx="3206">
                  <c:v>7.3990400000000003</c:v>
                </c:pt>
                <c:pt idx="3207">
                  <c:v>7.3636699999999999</c:v>
                </c:pt>
                <c:pt idx="3208">
                  <c:v>7.4162100000000004</c:v>
                </c:pt>
                <c:pt idx="3209">
                  <c:v>7.4178300000000004</c:v>
                </c:pt>
                <c:pt idx="3210">
                  <c:v>7.4283400000000004</c:v>
                </c:pt>
                <c:pt idx="3211">
                  <c:v>7.4278399999999998</c:v>
                </c:pt>
                <c:pt idx="3212">
                  <c:v>7.3896600000000001</c:v>
                </c:pt>
                <c:pt idx="3213">
                  <c:v>7.0621200000000002</c:v>
                </c:pt>
                <c:pt idx="3214">
                  <c:v>6.7152799999999999</c:v>
                </c:pt>
                <c:pt idx="3215">
                  <c:v>6.7327300000000001</c:v>
                </c:pt>
                <c:pt idx="3216">
                  <c:v>6.8716400000000002</c:v>
                </c:pt>
                <c:pt idx="3217">
                  <c:v>7.0440199999999997</c:v>
                </c:pt>
                <c:pt idx="3218">
                  <c:v>7.3012100000000002</c:v>
                </c:pt>
                <c:pt idx="3219">
                  <c:v>7.4440299999999997</c:v>
                </c:pt>
                <c:pt idx="3220">
                  <c:v>7.3486399999999996</c:v>
                </c:pt>
                <c:pt idx="3221">
                  <c:v>7.3822799999999997</c:v>
                </c:pt>
                <c:pt idx="3222">
                  <c:v>7.6192799999999998</c:v>
                </c:pt>
                <c:pt idx="3223">
                  <c:v>7.9650800000000004</c:v>
                </c:pt>
                <c:pt idx="3224">
                  <c:v>7.9161900000000003</c:v>
                </c:pt>
                <c:pt idx="3225">
                  <c:v>7.3908500000000004</c:v>
                </c:pt>
                <c:pt idx="3226">
                  <c:v>6.9786799999999998</c:v>
                </c:pt>
                <c:pt idx="3227">
                  <c:v>6.7353100000000001</c:v>
                </c:pt>
                <c:pt idx="3228">
                  <c:v>6.8201700000000001</c:v>
                </c:pt>
                <c:pt idx="3229">
                  <c:v>6.8766299999999996</c:v>
                </c:pt>
                <c:pt idx="3230">
                  <c:v>7.16934</c:v>
                </c:pt>
                <c:pt idx="3231">
                  <c:v>7.32179</c:v>
                </c:pt>
                <c:pt idx="3232">
                  <c:v>7.1642900000000003</c:v>
                </c:pt>
                <c:pt idx="3233">
                  <c:v>6.9189100000000003</c:v>
                </c:pt>
                <c:pt idx="3234">
                  <c:v>6.9716800000000001</c:v>
                </c:pt>
                <c:pt idx="3235">
                  <c:v>6.7650600000000001</c:v>
                </c:pt>
                <c:pt idx="3236">
                  <c:v>6.5315399999999997</c:v>
                </c:pt>
                <c:pt idx="3237">
                  <c:v>6.4534500000000001</c:v>
                </c:pt>
                <c:pt idx="3238">
                  <c:v>6.6707299999999998</c:v>
                </c:pt>
                <c:pt idx="3239">
                  <c:v>7.0939399999999999</c:v>
                </c:pt>
                <c:pt idx="3240">
                  <c:v>7.3820699999999997</c:v>
                </c:pt>
                <c:pt idx="3241">
                  <c:v>7.3024300000000002</c:v>
                </c:pt>
                <c:pt idx="3242">
                  <c:v>7.2556599999999998</c:v>
                </c:pt>
                <c:pt idx="3243">
                  <c:v>7.4470099999999997</c:v>
                </c:pt>
                <c:pt idx="3244">
                  <c:v>7.6860999999999997</c:v>
                </c:pt>
                <c:pt idx="3245">
                  <c:v>7.4889099999999997</c:v>
                </c:pt>
                <c:pt idx="3246">
                  <c:v>6.9531900000000002</c:v>
                </c:pt>
                <c:pt idx="3247">
                  <c:v>6.6285100000000003</c:v>
                </c:pt>
                <c:pt idx="3248">
                  <c:v>6.6581999999999999</c:v>
                </c:pt>
                <c:pt idx="3249">
                  <c:v>7.0971000000000002</c:v>
                </c:pt>
                <c:pt idx="3250">
                  <c:v>7.7270399999999997</c:v>
                </c:pt>
                <c:pt idx="3251">
                  <c:v>8.0986499999999992</c:v>
                </c:pt>
                <c:pt idx="3252">
                  <c:v>7.8470500000000003</c:v>
                </c:pt>
                <c:pt idx="3253">
                  <c:v>7.8168899999999999</c:v>
                </c:pt>
                <c:pt idx="3254">
                  <c:v>7.9672499999999999</c:v>
                </c:pt>
                <c:pt idx="3255">
                  <c:v>7.4959300000000004</c:v>
                </c:pt>
                <c:pt idx="3256">
                  <c:v>6.9005099999999997</c:v>
                </c:pt>
                <c:pt idx="3257">
                  <c:v>6.5225299999999997</c:v>
                </c:pt>
                <c:pt idx="3258">
                  <c:v>6.4555499999999997</c:v>
                </c:pt>
                <c:pt idx="3259">
                  <c:v>6.83772</c:v>
                </c:pt>
                <c:pt idx="3260">
                  <c:v>7.0666399999999996</c:v>
                </c:pt>
                <c:pt idx="3261">
                  <c:v>6.9607000000000001</c:v>
                </c:pt>
                <c:pt idx="3262">
                  <c:v>6.83202</c:v>
                </c:pt>
                <c:pt idx="3263">
                  <c:v>6.5701900000000002</c:v>
                </c:pt>
                <c:pt idx="3264">
                  <c:v>6.6698899999999997</c:v>
                </c:pt>
                <c:pt idx="3265">
                  <c:v>6.9549200000000004</c:v>
                </c:pt>
                <c:pt idx="3266">
                  <c:v>6.7687999999999997</c:v>
                </c:pt>
                <c:pt idx="3267">
                  <c:v>6.7310400000000001</c:v>
                </c:pt>
                <c:pt idx="3268">
                  <c:v>6.7664799999999996</c:v>
                </c:pt>
                <c:pt idx="3269">
                  <c:v>6.5122</c:v>
                </c:pt>
                <c:pt idx="3270">
                  <c:v>6.36944</c:v>
                </c:pt>
                <c:pt idx="3271">
                  <c:v>6.5049799999999998</c:v>
                </c:pt>
                <c:pt idx="3272">
                  <c:v>6.72485</c:v>
                </c:pt>
                <c:pt idx="3273">
                  <c:v>6.8254900000000003</c:v>
                </c:pt>
                <c:pt idx="3274">
                  <c:v>6.65266</c:v>
                </c:pt>
                <c:pt idx="3275">
                  <c:v>6.6645599999999998</c:v>
                </c:pt>
                <c:pt idx="3276">
                  <c:v>6.7568400000000004</c:v>
                </c:pt>
                <c:pt idx="3277">
                  <c:v>6.4122599999999998</c:v>
                </c:pt>
                <c:pt idx="3278">
                  <c:v>6.2663099999999998</c:v>
                </c:pt>
                <c:pt idx="3279">
                  <c:v>6.3705999999999996</c:v>
                </c:pt>
                <c:pt idx="3280">
                  <c:v>6.9253900000000002</c:v>
                </c:pt>
                <c:pt idx="3281">
                  <c:v>7.2557200000000002</c:v>
                </c:pt>
                <c:pt idx="3282">
                  <c:v>7.2041399999999998</c:v>
                </c:pt>
                <c:pt idx="3283">
                  <c:v>7.2489999999999997</c:v>
                </c:pt>
                <c:pt idx="3284">
                  <c:v>7.1352500000000001</c:v>
                </c:pt>
                <c:pt idx="3285">
                  <c:v>7.1431699999999996</c:v>
                </c:pt>
                <c:pt idx="3286">
                  <c:v>7.2851699999999999</c:v>
                </c:pt>
                <c:pt idx="3287">
                  <c:v>7.3739299999999997</c:v>
                </c:pt>
                <c:pt idx="3288">
                  <c:v>7.5365799999999998</c:v>
                </c:pt>
                <c:pt idx="3289">
                  <c:v>7.8853200000000001</c:v>
                </c:pt>
                <c:pt idx="3290">
                  <c:v>7.8589500000000001</c:v>
                </c:pt>
                <c:pt idx="3291">
                  <c:v>7.3535599999999999</c:v>
                </c:pt>
                <c:pt idx="3292">
                  <c:v>6.8600899999999996</c:v>
                </c:pt>
                <c:pt idx="3293">
                  <c:v>7.0261899999999997</c:v>
                </c:pt>
                <c:pt idx="3294">
                  <c:v>7.3230399999999998</c:v>
                </c:pt>
                <c:pt idx="3295">
                  <c:v>7.4300899999999999</c:v>
                </c:pt>
                <c:pt idx="3296">
                  <c:v>7.5169699999999997</c:v>
                </c:pt>
                <c:pt idx="3297">
                  <c:v>7.2927999999999997</c:v>
                </c:pt>
                <c:pt idx="3298">
                  <c:v>6.8079799999999997</c:v>
                </c:pt>
                <c:pt idx="3299">
                  <c:v>6.5372700000000004</c:v>
                </c:pt>
                <c:pt idx="3300">
                  <c:v>6.54122</c:v>
                </c:pt>
                <c:pt idx="3301">
                  <c:v>6.3626500000000004</c:v>
                </c:pt>
                <c:pt idx="3302">
                  <c:v>6.1863599999999996</c:v>
                </c:pt>
                <c:pt idx="3303">
                  <c:v>6.6397000000000004</c:v>
                </c:pt>
                <c:pt idx="3304">
                  <c:v>6.9140800000000002</c:v>
                </c:pt>
                <c:pt idx="3305">
                  <c:v>6.9815399999999999</c:v>
                </c:pt>
                <c:pt idx="3306">
                  <c:v>6.8389300000000004</c:v>
                </c:pt>
                <c:pt idx="3307">
                  <c:v>6.8935399999999998</c:v>
                </c:pt>
                <c:pt idx="3308">
                  <c:v>7.28538</c:v>
                </c:pt>
                <c:pt idx="3309">
                  <c:v>7.5506799999999998</c:v>
                </c:pt>
                <c:pt idx="3310">
                  <c:v>7.5501100000000001</c:v>
                </c:pt>
                <c:pt idx="3311">
                  <c:v>7.6506999999999996</c:v>
                </c:pt>
                <c:pt idx="3312">
                  <c:v>7.7426300000000001</c:v>
                </c:pt>
                <c:pt idx="3313">
                  <c:v>7.6072300000000004</c:v>
                </c:pt>
                <c:pt idx="3314">
                  <c:v>7.1558000000000002</c:v>
                </c:pt>
                <c:pt idx="3315">
                  <c:v>6.7562100000000003</c:v>
                </c:pt>
                <c:pt idx="3316">
                  <c:v>6.6571400000000001</c:v>
                </c:pt>
                <c:pt idx="3317">
                  <c:v>6.7428499999999998</c:v>
                </c:pt>
                <c:pt idx="3318">
                  <c:v>6.9126700000000003</c:v>
                </c:pt>
                <c:pt idx="3319">
                  <c:v>6.9932999999999996</c:v>
                </c:pt>
                <c:pt idx="3320">
                  <c:v>6.8231599999999997</c:v>
                </c:pt>
                <c:pt idx="3321">
                  <c:v>6.8237800000000002</c:v>
                </c:pt>
                <c:pt idx="3322">
                  <c:v>6.9395699999999998</c:v>
                </c:pt>
                <c:pt idx="3323">
                  <c:v>6.5620700000000003</c:v>
                </c:pt>
                <c:pt idx="3324">
                  <c:v>6.4929199999999998</c:v>
                </c:pt>
                <c:pt idx="3325">
                  <c:v>6.9002100000000004</c:v>
                </c:pt>
                <c:pt idx="3326">
                  <c:v>7.5082000000000004</c:v>
                </c:pt>
                <c:pt idx="3327">
                  <c:v>7.8877199999999998</c:v>
                </c:pt>
                <c:pt idx="3328">
                  <c:v>7.8207700000000004</c:v>
                </c:pt>
                <c:pt idx="3329">
                  <c:v>7.5498200000000004</c:v>
                </c:pt>
                <c:pt idx="3330">
                  <c:v>7.5636000000000001</c:v>
                </c:pt>
                <c:pt idx="3331">
                  <c:v>7.7138999999999998</c:v>
                </c:pt>
                <c:pt idx="3332">
                  <c:v>7.9205199999999998</c:v>
                </c:pt>
                <c:pt idx="3333">
                  <c:v>8.0108499999999996</c:v>
                </c:pt>
                <c:pt idx="3334">
                  <c:v>7.8650599999999997</c:v>
                </c:pt>
                <c:pt idx="3335">
                  <c:v>7.3835199999999999</c:v>
                </c:pt>
                <c:pt idx="3336">
                  <c:v>6.9591500000000002</c:v>
                </c:pt>
                <c:pt idx="3337">
                  <c:v>6.8726799999999999</c:v>
                </c:pt>
                <c:pt idx="3338">
                  <c:v>7.29589</c:v>
                </c:pt>
                <c:pt idx="3339">
                  <c:v>7.7074999999999996</c:v>
                </c:pt>
                <c:pt idx="3340">
                  <c:v>8.0325100000000003</c:v>
                </c:pt>
                <c:pt idx="3341">
                  <c:v>7.9895300000000002</c:v>
                </c:pt>
                <c:pt idx="3342">
                  <c:v>7.5205099999999998</c:v>
                </c:pt>
                <c:pt idx="3343">
                  <c:v>7.5922200000000002</c:v>
                </c:pt>
                <c:pt idx="3344">
                  <c:v>7.6289800000000003</c:v>
                </c:pt>
                <c:pt idx="3345">
                  <c:v>7.4364699999999999</c:v>
                </c:pt>
                <c:pt idx="3346">
                  <c:v>7.1477500000000003</c:v>
                </c:pt>
                <c:pt idx="3347">
                  <c:v>6.8029299999999999</c:v>
                </c:pt>
                <c:pt idx="3348">
                  <c:v>6.9396899999999997</c:v>
                </c:pt>
                <c:pt idx="3349">
                  <c:v>7.04068</c:v>
                </c:pt>
                <c:pt idx="3350">
                  <c:v>7.0848100000000001</c:v>
                </c:pt>
                <c:pt idx="3351">
                  <c:v>6.8706800000000001</c:v>
                </c:pt>
                <c:pt idx="3352">
                  <c:v>6.5468000000000002</c:v>
                </c:pt>
                <c:pt idx="3353">
                  <c:v>6.3515899999999998</c:v>
                </c:pt>
                <c:pt idx="3354">
                  <c:v>6.3560400000000001</c:v>
                </c:pt>
                <c:pt idx="3355">
                  <c:v>6.48841</c:v>
                </c:pt>
                <c:pt idx="3356">
                  <c:v>6.5556200000000002</c:v>
                </c:pt>
                <c:pt idx="3357">
                  <c:v>6.8571999999999997</c:v>
                </c:pt>
                <c:pt idx="3358">
                  <c:v>6.9874799999999997</c:v>
                </c:pt>
                <c:pt idx="3359">
                  <c:v>7.0887799999999999</c:v>
                </c:pt>
                <c:pt idx="3360">
                  <c:v>7.0580100000000003</c:v>
                </c:pt>
                <c:pt idx="3361">
                  <c:v>7.1315099999999996</c:v>
                </c:pt>
                <c:pt idx="3362">
                  <c:v>7.0958300000000003</c:v>
                </c:pt>
                <c:pt idx="3363">
                  <c:v>7.0523999999999996</c:v>
                </c:pt>
                <c:pt idx="3364">
                  <c:v>7.0060000000000002</c:v>
                </c:pt>
                <c:pt idx="3365">
                  <c:v>6.8605600000000004</c:v>
                </c:pt>
                <c:pt idx="3366">
                  <c:v>6.9447900000000002</c:v>
                </c:pt>
                <c:pt idx="3367">
                  <c:v>6.9450399999999997</c:v>
                </c:pt>
                <c:pt idx="3368">
                  <c:v>7.0077299999999996</c:v>
                </c:pt>
                <c:pt idx="3369">
                  <c:v>7.2661800000000003</c:v>
                </c:pt>
                <c:pt idx="3370">
                  <c:v>7.5769099999999998</c:v>
                </c:pt>
                <c:pt idx="3371">
                  <c:v>7.4298799999999998</c:v>
                </c:pt>
                <c:pt idx="3372">
                  <c:v>7.2093800000000003</c:v>
                </c:pt>
                <c:pt idx="3373">
                  <c:v>7.2802499999999997</c:v>
                </c:pt>
                <c:pt idx="3374">
                  <c:v>7.12676</c:v>
                </c:pt>
                <c:pt idx="3375">
                  <c:v>7.2352400000000001</c:v>
                </c:pt>
                <c:pt idx="3376">
                  <c:v>7.42279</c:v>
                </c:pt>
                <c:pt idx="3377">
                  <c:v>7.3213100000000004</c:v>
                </c:pt>
                <c:pt idx="3378">
                  <c:v>6.8936200000000003</c:v>
                </c:pt>
                <c:pt idx="3379">
                  <c:v>6.6052999999999997</c:v>
                </c:pt>
                <c:pt idx="3380">
                  <c:v>6.9311499999999997</c:v>
                </c:pt>
                <c:pt idx="3381">
                  <c:v>7.2251500000000002</c:v>
                </c:pt>
                <c:pt idx="3382">
                  <c:v>7.3726099999999999</c:v>
                </c:pt>
                <c:pt idx="3383">
                  <c:v>7.2329400000000001</c:v>
                </c:pt>
                <c:pt idx="3384">
                  <c:v>6.6561000000000003</c:v>
                </c:pt>
                <c:pt idx="3385">
                  <c:v>5.9501600000000003</c:v>
                </c:pt>
                <c:pt idx="3386">
                  <c:v>5.5995499999999998</c:v>
                </c:pt>
                <c:pt idx="3387">
                  <c:v>5.7622</c:v>
                </c:pt>
                <c:pt idx="3388">
                  <c:v>6.3383799999999999</c:v>
                </c:pt>
                <c:pt idx="3389">
                  <c:v>6.7527299999999997</c:v>
                </c:pt>
                <c:pt idx="3390">
                  <c:v>6.8158399999999997</c:v>
                </c:pt>
                <c:pt idx="3391">
                  <c:v>6.8320699999999999</c:v>
                </c:pt>
                <c:pt idx="3392">
                  <c:v>6.9479699999999998</c:v>
                </c:pt>
                <c:pt idx="3393">
                  <c:v>7.0714800000000002</c:v>
                </c:pt>
                <c:pt idx="3394">
                  <c:v>6.9978999999999996</c:v>
                </c:pt>
                <c:pt idx="3395">
                  <c:v>6.8649100000000001</c:v>
                </c:pt>
                <c:pt idx="3396">
                  <c:v>6.9141399999999997</c:v>
                </c:pt>
                <c:pt idx="3397">
                  <c:v>6.7531299999999996</c:v>
                </c:pt>
                <c:pt idx="3398">
                  <c:v>6.5793600000000003</c:v>
                </c:pt>
                <c:pt idx="3399">
                  <c:v>6.7488200000000003</c:v>
                </c:pt>
                <c:pt idx="3400">
                  <c:v>7.07552</c:v>
                </c:pt>
                <c:pt idx="3401">
                  <c:v>6.9929699999999997</c:v>
                </c:pt>
                <c:pt idx="3402">
                  <c:v>6.9478600000000004</c:v>
                </c:pt>
                <c:pt idx="3403">
                  <c:v>6.7874100000000004</c:v>
                </c:pt>
                <c:pt idx="3404">
                  <c:v>6.6810099999999997</c:v>
                </c:pt>
                <c:pt idx="3405">
                  <c:v>7.1358300000000003</c:v>
                </c:pt>
                <c:pt idx="3406">
                  <c:v>7.5531300000000003</c:v>
                </c:pt>
                <c:pt idx="3407">
                  <c:v>7.51661</c:v>
                </c:pt>
                <c:pt idx="3408">
                  <c:v>7.0741100000000001</c:v>
                </c:pt>
                <c:pt idx="3409">
                  <c:v>6.9576799999999999</c:v>
                </c:pt>
                <c:pt idx="3410">
                  <c:v>6.9775700000000001</c:v>
                </c:pt>
                <c:pt idx="3411">
                  <c:v>6.8540599999999996</c:v>
                </c:pt>
                <c:pt idx="3412">
                  <c:v>6.7521399999999998</c:v>
                </c:pt>
                <c:pt idx="3413">
                  <c:v>6.9196499999999999</c:v>
                </c:pt>
                <c:pt idx="3414">
                  <c:v>7.3348500000000003</c:v>
                </c:pt>
                <c:pt idx="3415">
                  <c:v>7.5700700000000003</c:v>
                </c:pt>
                <c:pt idx="3416">
                  <c:v>7.3514600000000003</c:v>
                </c:pt>
                <c:pt idx="3417">
                  <c:v>7.11808</c:v>
                </c:pt>
                <c:pt idx="3418">
                  <c:v>7.1000399999999999</c:v>
                </c:pt>
                <c:pt idx="3419">
                  <c:v>6.7803699999999996</c:v>
                </c:pt>
                <c:pt idx="3420">
                  <c:v>6.4186500000000004</c:v>
                </c:pt>
                <c:pt idx="3421">
                  <c:v>6.6128299999999998</c:v>
                </c:pt>
                <c:pt idx="3422">
                  <c:v>7.1185200000000002</c:v>
                </c:pt>
                <c:pt idx="3423">
                  <c:v>7.1442699999999997</c:v>
                </c:pt>
                <c:pt idx="3424">
                  <c:v>6.9651300000000003</c:v>
                </c:pt>
                <c:pt idx="3425">
                  <c:v>7.0583099999999996</c:v>
                </c:pt>
                <c:pt idx="3426">
                  <c:v>6.7719199999999997</c:v>
                </c:pt>
                <c:pt idx="3427">
                  <c:v>6.3138699999999996</c:v>
                </c:pt>
                <c:pt idx="3428">
                  <c:v>6.2396599999999998</c:v>
                </c:pt>
                <c:pt idx="3429">
                  <c:v>6.3123899999999997</c:v>
                </c:pt>
                <c:pt idx="3430">
                  <c:v>6.0601799999999999</c:v>
                </c:pt>
                <c:pt idx="3431">
                  <c:v>6.1049899999999999</c:v>
                </c:pt>
                <c:pt idx="3432">
                  <c:v>6.7085999999999997</c:v>
                </c:pt>
                <c:pt idx="3433">
                  <c:v>7.1284400000000003</c:v>
                </c:pt>
                <c:pt idx="3434">
                  <c:v>7.0196899999999998</c:v>
                </c:pt>
                <c:pt idx="3435">
                  <c:v>7.2961400000000003</c:v>
                </c:pt>
                <c:pt idx="3436">
                  <c:v>7.4527799999999997</c:v>
                </c:pt>
                <c:pt idx="3437">
                  <c:v>7.0471700000000004</c:v>
                </c:pt>
                <c:pt idx="3438">
                  <c:v>6.7775299999999996</c:v>
                </c:pt>
                <c:pt idx="3439">
                  <c:v>6.6874000000000002</c:v>
                </c:pt>
                <c:pt idx="3440">
                  <c:v>7.1793899999999997</c:v>
                </c:pt>
                <c:pt idx="3441">
                  <c:v>7.5130699999999999</c:v>
                </c:pt>
                <c:pt idx="3442">
                  <c:v>7.3733000000000004</c:v>
                </c:pt>
                <c:pt idx="3443">
                  <c:v>6.9317900000000003</c:v>
                </c:pt>
                <c:pt idx="3444">
                  <c:v>6.4217899999999997</c:v>
                </c:pt>
                <c:pt idx="3445">
                  <c:v>5.9470700000000001</c:v>
                </c:pt>
                <c:pt idx="3446">
                  <c:v>5.9877399999999996</c:v>
                </c:pt>
                <c:pt idx="3447">
                  <c:v>6.3121600000000004</c:v>
                </c:pt>
                <c:pt idx="3448">
                  <c:v>6.1724300000000003</c:v>
                </c:pt>
                <c:pt idx="3449">
                  <c:v>5.9297800000000001</c:v>
                </c:pt>
                <c:pt idx="3450">
                  <c:v>6.0415900000000002</c:v>
                </c:pt>
                <c:pt idx="3451">
                  <c:v>6.2210999999999999</c:v>
                </c:pt>
                <c:pt idx="3452">
                  <c:v>6.1994100000000003</c:v>
                </c:pt>
                <c:pt idx="3453">
                  <c:v>6.0826799999999999</c:v>
                </c:pt>
                <c:pt idx="3454">
                  <c:v>6.0576999999999996</c:v>
                </c:pt>
                <c:pt idx="3455">
                  <c:v>5.8330399999999996</c:v>
                </c:pt>
                <c:pt idx="3456">
                  <c:v>6.27698</c:v>
                </c:pt>
                <c:pt idx="3457">
                  <c:v>6.8312299999999997</c:v>
                </c:pt>
                <c:pt idx="3458">
                  <c:v>6.5893600000000001</c:v>
                </c:pt>
                <c:pt idx="3459">
                  <c:v>6.5256299999999996</c:v>
                </c:pt>
                <c:pt idx="3460">
                  <c:v>6.8722799999999999</c:v>
                </c:pt>
                <c:pt idx="3461">
                  <c:v>7.01335</c:v>
                </c:pt>
                <c:pt idx="3462">
                  <c:v>6.6010499999999999</c:v>
                </c:pt>
                <c:pt idx="3463">
                  <c:v>6.4771099999999997</c:v>
                </c:pt>
                <c:pt idx="3464">
                  <c:v>6.7648200000000003</c:v>
                </c:pt>
                <c:pt idx="3465">
                  <c:v>6.8116300000000001</c:v>
                </c:pt>
                <c:pt idx="3466">
                  <c:v>6.5957299999999996</c:v>
                </c:pt>
                <c:pt idx="3467">
                  <c:v>6.20153</c:v>
                </c:pt>
                <c:pt idx="3468">
                  <c:v>6.1866000000000003</c:v>
                </c:pt>
                <c:pt idx="3469">
                  <c:v>6.3558199999999996</c:v>
                </c:pt>
                <c:pt idx="3470">
                  <c:v>6.65144</c:v>
                </c:pt>
                <c:pt idx="3471">
                  <c:v>6.9184999999999999</c:v>
                </c:pt>
                <c:pt idx="3472">
                  <c:v>6.6125299999999996</c:v>
                </c:pt>
                <c:pt idx="3473">
                  <c:v>6.5919699999999999</c:v>
                </c:pt>
                <c:pt idx="3474">
                  <c:v>6.6291599999999997</c:v>
                </c:pt>
                <c:pt idx="3475">
                  <c:v>6.2877200000000002</c:v>
                </c:pt>
                <c:pt idx="3476">
                  <c:v>6.2721299999999998</c:v>
                </c:pt>
                <c:pt idx="3477">
                  <c:v>6.5565699999999998</c:v>
                </c:pt>
                <c:pt idx="3478">
                  <c:v>6.9188900000000002</c:v>
                </c:pt>
                <c:pt idx="3479">
                  <c:v>6.7433199999999998</c:v>
                </c:pt>
                <c:pt idx="3480">
                  <c:v>6.3643400000000003</c:v>
                </c:pt>
                <c:pt idx="3481">
                  <c:v>6.3884600000000002</c:v>
                </c:pt>
                <c:pt idx="3482">
                  <c:v>6.43973</c:v>
                </c:pt>
                <c:pt idx="3483">
                  <c:v>6.3523699999999996</c:v>
                </c:pt>
                <c:pt idx="3484">
                  <c:v>6.1574900000000001</c:v>
                </c:pt>
                <c:pt idx="3485">
                  <c:v>5.86137</c:v>
                </c:pt>
                <c:pt idx="3486">
                  <c:v>5.9014899999999999</c:v>
                </c:pt>
                <c:pt idx="3487">
                  <c:v>6.2869400000000004</c:v>
                </c:pt>
                <c:pt idx="3488">
                  <c:v>6.3548400000000003</c:v>
                </c:pt>
                <c:pt idx="3489">
                  <c:v>5.8591899999999999</c:v>
                </c:pt>
                <c:pt idx="3490">
                  <c:v>5.5909800000000001</c:v>
                </c:pt>
                <c:pt idx="3491">
                  <c:v>5.5948399999999996</c:v>
                </c:pt>
                <c:pt idx="3492">
                  <c:v>5.6178900000000001</c:v>
                </c:pt>
                <c:pt idx="3493">
                  <c:v>5.8346900000000002</c:v>
                </c:pt>
                <c:pt idx="3494">
                  <c:v>6.09192</c:v>
                </c:pt>
                <c:pt idx="3495">
                  <c:v>6.3305999999999996</c:v>
                </c:pt>
                <c:pt idx="3496">
                  <c:v>6.6065300000000002</c:v>
                </c:pt>
                <c:pt idx="3497">
                  <c:v>6.7498899999999997</c:v>
                </c:pt>
                <c:pt idx="3498">
                  <c:v>6.8262999999999998</c:v>
                </c:pt>
                <c:pt idx="3499">
                  <c:v>6.7618499999999999</c:v>
                </c:pt>
                <c:pt idx="3500">
                  <c:v>6.6756200000000003</c:v>
                </c:pt>
                <c:pt idx="3501">
                  <c:v>6.8078000000000003</c:v>
                </c:pt>
                <c:pt idx="3502">
                  <c:v>6.7026000000000003</c:v>
                </c:pt>
                <c:pt idx="3503">
                  <c:v>6.4397599999999997</c:v>
                </c:pt>
                <c:pt idx="3504">
                  <c:v>6.4307400000000001</c:v>
                </c:pt>
                <c:pt idx="3505">
                  <c:v>6.3364799999999999</c:v>
                </c:pt>
                <c:pt idx="3506">
                  <c:v>6.1679599999999999</c:v>
                </c:pt>
                <c:pt idx="3507">
                  <c:v>6.2313200000000002</c:v>
                </c:pt>
                <c:pt idx="3508">
                  <c:v>6.4451000000000001</c:v>
                </c:pt>
                <c:pt idx="3509">
                  <c:v>6.5415000000000001</c:v>
                </c:pt>
                <c:pt idx="3510">
                  <c:v>6.6406099999999997</c:v>
                </c:pt>
                <c:pt idx="3511">
                  <c:v>6.7354000000000003</c:v>
                </c:pt>
                <c:pt idx="3512">
                  <c:v>6.6829499999999999</c:v>
                </c:pt>
                <c:pt idx="3513">
                  <c:v>6.5990000000000002</c:v>
                </c:pt>
                <c:pt idx="3514">
                  <c:v>6.4314600000000004</c:v>
                </c:pt>
                <c:pt idx="3515">
                  <c:v>6.6131000000000002</c:v>
                </c:pt>
                <c:pt idx="3516">
                  <c:v>6.8589200000000003</c:v>
                </c:pt>
                <c:pt idx="3517">
                  <c:v>7.0078500000000004</c:v>
                </c:pt>
                <c:pt idx="3518">
                  <c:v>7.14689</c:v>
                </c:pt>
                <c:pt idx="3519">
                  <c:v>7.1472199999999999</c:v>
                </c:pt>
                <c:pt idx="3520">
                  <c:v>6.9909400000000002</c:v>
                </c:pt>
                <c:pt idx="3521">
                  <c:v>6.9043799999999997</c:v>
                </c:pt>
                <c:pt idx="3522">
                  <c:v>6.7949700000000002</c:v>
                </c:pt>
                <c:pt idx="3523">
                  <c:v>6.6902499999999998</c:v>
                </c:pt>
                <c:pt idx="3524">
                  <c:v>6.8008899999999999</c:v>
                </c:pt>
                <c:pt idx="3525">
                  <c:v>7.2576999999999998</c:v>
                </c:pt>
                <c:pt idx="3526">
                  <c:v>7.5080999999999998</c:v>
                </c:pt>
                <c:pt idx="3527">
                  <c:v>7.2864300000000002</c:v>
                </c:pt>
                <c:pt idx="3528">
                  <c:v>7.1887100000000004</c:v>
                </c:pt>
                <c:pt idx="3529">
                  <c:v>7.2764100000000003</c:v>
                </c:pt>
                <c:pt idx="3530">
                  <c:v>7.0553999999999997</c:v>
                </c:pt>
                <c:pt idx="3531">
                  <c:v>6.8101500000000001</c:v>
                </c:pt>
                <c:pt idx="3532">
                  <c:v>6.6663800000000002</c:v>
                </c:pt>
                <c:pt idx="3533">
                  <c:v>6.3484400000000001</c:v>
                </c:pt>
                <c:pt idx="3534">
                  <c:v>6.29962</c:v>
                </c:pt>
                <c:pt idx="3535">
                  <c:v>6.39445</c:v>
                </c:pt>
                <c:pt idx="3536">
                  <c:v>6.7763999999999998</c:v>
                </c:pt>
                <c:pt idx="3537">
                  <c:v>7.07524</c:v>
                </c:pt>
                <c:pt idx="3538">
                  <c:v>6.8828800000000001</c:v>
                </c:pt>
                <c:pt idx="3539">
                  <c:v>6.8836399999999998</c:v>
                </c:pt>
                <c:pt idx="3540">
                  <c:v>6.9443900000000003</c:v>
                </c:pt>
                <c:pt idx="3541">
                  <c:v>6.6727800000000004</c:v>
                </c:pt>
                <c:pt idx="3542">
                  <c:v>6.6100500000000002</c:v>
                </c:pt>
                <c:pt idx="3543">
                  <c:v>6.9409099999999997</c:v>
                </c:pt>
                <c:pt idx="3544">
                  <c:v>7.0083599999999997</c:v>
                </c:pt>
                <c:pt idx="3545">
                  <c:v>6.7126799999999998</c:v>
                </c:pt>
                <c:pt idx="3546">
                  <c:v>6.5689500000000001</c:v>
                </c:pt>
                <c:pt idx="3547">
                  <c:v>6.6387900000000002</c:v>
                </c:pt>
                <c:pt idx="3548">
                  <c:v>6.6722999999999999</c:v>
                </c:pt>
                <c:pt idx="3549">
                  <c:v>6.7099299999999999</c:v>
                </c:pt>
                <c:pt idx="3550">
                  <c:v>6.6064400000000001</c:v>
                </c:pt>
                <c:pt idx="3551">
                  <c:v>6.5575999999999999</c:v>
                </c:pt>
                <c:pt idx="3552">
                  <c:v>6.2439499999999999</c:v>
                </c:pt>
                <c:pt idx="3553">
                  <c:v>5.9208999999999996</c:v>
                </c:pt>
                <c:pt idx="3554">
                  <c:v>5.9335300000000002</c:v>
                </c:pt>
                <c:pt idx="3555">
                  <c:v>6.0753199999999996</c:v>
                </c:pt>
                <c:pt idx="3556">
                  <c:v>6.3546100000000001</c:v>
                </c:pt>
                <c:pt idx="3557">
                  <c:v>6.3877800000000002</c:v>
                </c:pt>
                <c:pt idx="3558">
                  <c:v>6.5425000000000004</c:v>
                </c:pt>
                <c:pt idx="3559">
                  <c:v>6.7678900000000004</c:v>
                </c:pt>
                <c:pt idx="3560">
                  <c:v>6.7785900000000003</c:v>
                </c:pt>
                <c:pt idx="3561">
                  <c:v>6.5112899999999998</c:v>
                </c:pt>
                <c:pt idx="3562">
                  <c:v>6.2014399999999998</c:v>
                </c:pt>
                <c:pt idx="3563">
                  <c:v>6.4751099999999999</c:v>
                </c:pt>
                <c:pt idx="3564">
                  <c:v>6.9813999999999998</c:v>
                </c:pt>
                <c:pt idx="3565">
                  <c:v>6.8926800000000004</c:v>
                </c:pt>
                <c:pt idx="3566">
                  <c:v>6.7742100000000001</c:v>
                </c:pt>
                <c:pt idx="3567">
                  <c:v>7.0179200000000002</c:v>
                </c:pt>
                <c:pt idx="3568">
                  <c:v>6.9912700000000001</c:v>
                </c:pt>
                <c:pt idx="3569">
                  <c:v>6.7684100000000003</c:v>
                </c:pt>
                <c:pt idx="3570">
                  <c:v>6.6685400000000001</c:v>
                </c:pt>
                <c:pt idx="3571">
                  <c:v>6.5872400000000004</c:v>
                </c:pt>
                <c:pt idx="3572">
                  <c:v>6.5170500000000002</c:v>
                </c:pt>
                <c:pt idx="3573">
                  <c:v>6.3960699999999999</c:v>
                </c:pt>
                <c:pt idx="3574">
                  <c:v>6.4487100000000002</c:v>
                </c:pt>
                <c:pt idx="3575">
                  <c:v>6.3820600000000001</c:v>
                </c:pt>
                <c:pt idx="3576">
                  <c:v>6.3016500000000004</c:v>
                </c:pt>
                <c:pt idx="3577">
                  <c:v>6.1456400000000002</c:v>
                </c:pt>
                <c:pt idx="3578">
                  <c:v>6.2039999999999997</c:v>
                </c:pt>
                <c:pt idx="3579">
                  <c:v>6.4477000000000002</c:v>
                </c:pt>
                <c:pt idx="3580">
                  <c:v>6.42563</c:v>
                </c:pt>
                <c:pt idx="3581">
                  <c:v>6.3755600000000001</c:v>
                </c:pt>
                <c:pt idx="3582">
                  <c:v>6.5111400000000001</c:v>
                </c:pt>
                <c:pt idx="3583">
                  <c:v>6.1276900000000003</c:v>
                </c:pt>
                <c:pt idx="3584">
                  <c:v>6.05192</c:v>
                </c:pt>
                <c:pt idx="3585">
                  <c:v>6.4700699999999998</c:v>
                </c:pt>
                <c:pt idx="3586">
                  <c:v>6.66587</c:v>
                </c:pt>
                <c:pt idx="3587">
                  <c:v>6.8039100000000001</c:v>
                </c:pt>
                <c:pt idx="3588">
                  <c:v>6.8805500000000004</c:v>
                </c:pt>
                <c:pt idx="3589">
                  <c:v>6.7252000000000001</c:v>
                </c:pt>
                <c:pt idx="3590">
                  <c:v>6.7603200000000001</c:v>
                </c:pt>
                <c:pt idx="3591">
                  <c:v>7.1130000000000004</c:v>
                </c:pt>
                <c:pt idx="3592">
                  <c:v>7.3227200000000003</c:v>
                </c:pt>
                <c:pt idx="3593">
                  <c:v>7.5669199999999996</c:v>
                </c:pt>
                <c:pt idx="3594">
                  <c:v>7.4135200000000001</c:v>
                </c:pt>
                <c:pt idx="3595">
                  <c:v>7.0434099999999997</c:v>
                </c:pt>
                <c:pt idx="3596">
                  <c:v>6.7547499999999996</c:v>
                </c:pt>
                <c:pt idx="3597">
                  <c:v>6.7259700000000002</c:v>
                </c:pt>
                <c:pt idx="3598">
                  <c:v>6.8852000000000002</c:v>
                </c:pt>
                <c:pt idx="3599">
                  <c:v>6.8635599999999997</c:v>
                </c:pt>
                <c:pt idx="3600">
                  <c:v>6.5214400000000001</c:v>
                </c:pt>
                <c:pt idx="3601">
                  <c:v>6.0982799999999999</c:v>
                </c:pt>
                <c:pt idx="3602">
                  <c:v>5.9975300000000002</c:v>
                </c:pt>
                <c:pt idx="3603">
                  <c:v>6.0855199999999998</c:v>
                </c:pt>
                <c:pt idx="3604">
                  <c:v>6.4479499999999996</c:v>
                </c:pt>
                <c:pt idx="3605">
                  <c:v>6.8986900000000002</c:v>
                </c:pt>
                <c:pt idx="3606">
                  <c:v>7.1166099999999997</c:v>
                </c:pt>
                <c:pt idx="3607">
                  <c:v>7.1226099999999999</c:v>
                </c:pt>
                <c:pt idx="3608">
                  <c:v>6.8031100000000002</c:v>
                </c:pt>
                <c:pt idx="3609">
                  <c:v>6.52752</c:v>
                </c:pt>
                <c:pt idx="3610">
                  <c:v>6.5336499999999997</c:v>
                </c:pt>
                <c:pt idx="3611">
                  <c:v>6.6971600000000002</c:v>
                </c:pt>
                <c:pt idx="3612">
                  <c:v>6.8496699999999997</c:v>
                </c:pt>
                <c:pt idx="3613">
                  <c:v>6.6775399999999996</c:v>
                </c:pt>
                <c:pt idx="3614">
                  <c:v>6.7743399999999996</c:v>
                </c:pt>
                <c:pt idx="3615">
                  <c:v>6.8053100000000004</c:v>
                </c:pt>
                <c:pt idx="3616">
                  <c:v>6.8977300000000001</c:v>
                </c:pt>
                <c:pt idx="3617">
                  <c:v>6.8457499999999998</c:v>
                </c:pt>
                <c:pt idx="3618">
                  <c:v>7.0397299999999996</c:v>
                </c:pt>
                <c:pt idx="3619">
                  <c:v>7.2916400000000001</c:v>
                </c:pt>
                <c:pt idx="3620">
                  <c:v>7.31874</c:v>
                </c:pt>
                <c:pt idx="3621">
                  <c:v>6.90754</c:v>
                </c:pt>
                <c:pt idx="3622">
                  <c:v>6.6489000000000003</c:v>
                </c:pt>
                <c:pt idx="3623">
                  <c:v>6.4745999999999997</c:v>
                </c:pt>
                <c:pt idx="3624">
                  <c:v>6.7081099999999996</c:v>
                </c:pt>
                <c:pt idx="3625">
                  <c:v>7.0043199999999999</c:v>
                </c:pt>
                <c:pt idx="3626">
                  <c:v>7.0801800000000004</c:v>
                </c:pt>
                <c:pt idx="3627">
                  <c:v>7.0656800000000004</c:v>
                </c:pt>
                <c:pt idx="3628">
                  <c:v>6.8630599999999999</c:v>
                </c:pt>
                <c:pt idx="3629">
                  <c:v>6.9411500000000004</c:v>
                </c:pt>
                <c:pt idx="3630">
                  <c:v>6.6956499999999997</c:v>
                </c:pt>
                <c:pt idx="3631">
                  <c:v>6.2674599999999998</c:v>
                </c:pt>
                <c:pt idx="3632">
                  <c:v>6.3335900000000001</c:v>
                </c:pt>
                <c:pt idx="3633">
                  <c:v>6.52128</c:v>
                </c:pt>
                <c:pt idx="3634">
                  <c:v>6.4006699999999999</c:v>
                </c:pt>
                <c:pt idx="3635">
                  <c:v>6.1132600000000004</c:v>
                </c:pt>
                <c:pt idx="3636">
                  <c:v>6.2011700000000003</c:v>
                </c:pt>
                <c:pt idx="3637">
                  <c:v>6.2004999999999999</c:v>
                </c:pt>
                <c:pt idx="3638">
                  <c:v>5.9097900000000001</c:v>
                </c:pt>
                <c:pt idx="3639">
                  <c:v>6.1308600000000002</c:v>
                </c:pt>
                <c:pt idx="3640">
                  <c:v>6.2996600000000003</c:v>
                </c:pt>
                <c:pt idx="3641">
                  <c:v>6.2463199999999999</c:v>
                </c:pt>
                <c:pt idx="3642">
                  <c:v>6.4636300000000002</c:v>
                </c:pt>
                <c:pt idx="3643">
                  <c:v>6.45099</c:v>
                </c:pt>
                <c:pt idx="3644">
                  <c:v>6.1986800000000004</c:v>
                </c:pt>
                <c:pt idx="3645">
                  <c:v>6.4675700000000003</c:v>
                </c:pt>
                <c:pt idx="3646">
                  <c:v>6.7861700000000003</c:v>
                </c:pt>
                <c:pt idx="3647">
                  <c:v>6.6018400000000002</c:v>
                </c:pt>
                <c:pt idx="3648">
                  <c:v>6.6126100000000001</c:v>
                </c:pt>
                <c:pt idx="3649">
                  <c:v>7.0638500000000004</c:v>
                </c:pt>
                <c:pt idx="3650">
                  <c:v>7.2318100000000003</c:v>
                </c:pt>
                <c:pt idx="3651">
                  <c:v>7.0442499999999999</c:v>
                </c:pt>
                <c:pt idx="3652">
                  <c:v>7.0255999999999998</c:v>
                </c:pt>
                <c:pt idx="3653">
                  <c:v>7.0945799999999997</c:v>
                </c:pt>
                <c:pt idx="3654">
                  <c:v>6.8436500000000002</c:v>
                </c:pt>
                <c:pt idx="3655">
                  <c:v>6.9634499999999999</c:v>
                </c:pt>
                <c:pt idx="3656">
                  <c:v>6.8529</c:v>
                </c:pt>
                <c:pt idx="3657">
                  <c:v>6.6598300000000004</c:v>
                </c:pt>
                <c:pt idx="3658">
                  <c:v>6.8367100000000001</c:v>
                </c:pt>
                <c:pt idx="3659">
                  <c:v>7.2503099999999998</c:v>
                </c:pt>
                <c:pt idx="3660">
                  <c:v>7.1935000000000002</c:v>
                </c:pt>
                <c:pt idx="3661">
                  <c:v>6.9516999999999998</c:v>
                </c:pt>
                <c:pt idx="3662">
                  <c:v>6.6541100000000002</c:v>
                </c:pt>
                <c:pt idx="3663">
                  <c:v>6.32233</c:v>
                </c:pt>
                <c:pt idx="3664">
                  <c:v>6.4584000000000001</c:v>
                </c:pt>
                <c:pt idx="3665">
                  <c:v>6.6569599999999998</c:v>
                </c:pt>
                <c:pt idx="3666">
                  <c:v>6.5912899999999999</c:v>
                </c:pt>
                <c:pt idx="3667">
                  <c:v>6.3172300000000003</c:v>
                </c:pt>
                <c:pt idx="3668">
                  <c:v>6.2012200000000002</c:v>
                </c:pt>
                <c:pt idx="3669">
                  <c:v>6.03268</c:v>
                </c:pt>
                <c:pt idx="3670">
                  <c:v>5.6571600000000002</c:v>
                </c:pt>
                <c:pt idx="3671">
                  <c:v>5.5628399999999996</c:v>
                </c:pt>
                <c:pt idx="3672">
                  <c:v>5.6827100000000002</c:v>
                </c:pt>
                <c:pt idx="3673">
                  <c:v>5.9388699999999996</c:v>
                </c:pt>
                <c:pt idx="3674">
                  <c:v>6.3806399999999996</c:v>
                </c:pt>
                <c:pt idx="3675">
                  <c:v>6.4996799999999997</c:v>
                </c:pt>
                <c:pt idx="3676">
                  <c:v>6.7210900000000002</c:v>
                </c:pt>
                <c:pt idx="3677">
                  <c:v>6.9953799999999999</c:v>
                </c:pt>
                <c:pt idx="3678">
                  <c:v>6.85494</c:v>
                </c:pt>
                <c:pt idx="3679">
                  <c:v>6.4464699999999997</c:v>
                </c:pt>
                <c:pt idx="3680">
                  <c:v>6.2826599999999999</c:v>
                </c:pt>
                <c:pt idx="3681">
                  <c:v>6.43072</c:v>
                </c:pt>
                <c:pt idx="3682">
                  <c:v>6.5419299999999998</c:v>
                </c:pt>
                <c:pt idx="3683">
                  <c:v>6.3257399999999997</c:v>
                </c:pt>
                <c:pt idx="3684">
                  <c:v>6.3125499999999999</c:v>
                </c:pt>
                <c:pt idx="3685">
                  <c:v>6.5806399999999998</c:v>
                </c:pt>
                <c:pt idx="3686">
                  <c:v>6.6448</c:v>
                </c:pt>
                <c:pt idx="3687">
                  <c:v>6.4481400000000004</c:v>
                </c:pt>
                <c:pt idx="3688">
                  <c:v>6.1774399999999998</c:v>
                </c:pt>
                <c:pt idx="3689">
                  <c:v>6.1741299999999999</c:v>
                </c:pt>
                <c:pt idx="3690">
                  <c:v>6.1092000000000004</c:v>
                </c:pt>
                <c:pt idx="3691">
                  <c:v>5.9669299999999996</c:v>
                </c:pt>
                <c:pt idx="3692">
                  <c:v>5.91622</c:v>
                </c:pt>
                <c:pt idx="3693">
                  <c:v>6.1362699999999997</c:v>
                </c:pt>
                <c:pt idx="3694">
                  <c:v>6.3203300000000002</c:v>
                </c:pt>
                <c:pt idx="3695">
                  <c:v>6.3549800000000003</c:v>
                </c:pt>
                <c:pt idx="3696">
                  <c:v>6.4882</c:v>
                </c:pt>
                <c:pt idx="3697">
                  <c:v>6.5977600000000001</c:v>
                </c:pt>
                <c:pt idx="3698">
                  <c:v>6.47675</c:v>
                </c:pt>
                <c:pt idx="3699">
                  <c:v>6.4276299999999997</c:v>
                </c:pt>
                <c:pt idx="3700">
                  <c:v>6.31515</c:v>
                </c:pt>
                <c:pt idx="3701">
                  <c:v>6.45</c:v>
                </c:pt>
                <c:pt idx="3702">
                  <c:v>6.7867800000000003</c:v>
                </c:pt>
                <c:pt idx="3703">
                  <c:v>6.9002699999999999</c:v>
                </c:pt>
                <c:pt idx="3704">
                  <c:v>6.86104</c:v>
                </c:pt>
                <c:pt idx="3705">
                  <c:v>6.6982400000000002</c:v>
                </c:pt>
                <c:pt idx="3706">
                  <c:v>6.63687</c:v>
                </c:pt>
                <c:pt idx="3707">
                  <c:v>6.1708400000000001</c:v>
                </c:pt>
                <c:pt idx="3708">
                  <c:v>5.9349600000000002</c:v>
                </c:pt>
                <c:pt idx="3709">
                  <c:v>6.2423700000000002</c:v>
                </c:pt>
                <c:pt idx="3710">
                  <c:v>6.3286699999999998</c:v>
                </c:pt>
                <c:pt idx="3711">
                  <c:v>6.2495700000000003</c:v>
                </c:pt>
                <c:pt idx="3712">
                  <c:v>6.3121099999999997</c:v>
                </c:pt>
                <c:pt idx="3713">
                  <c:v>6.4075800000000003</c:v>
                </c:pt>
                <c:pt idx="3714">
                  <c:v>6.4817099999999996</c:v>
                </c:pt>
                <c:pt idx="3715">
                  <c:v>6.4225000000000003</c:v>
                </c:pt>
                <c:pt idx="3716">
                  <c:v>6.3627799999999999</c:v>
                </c:pt>
                <c:pt idx="3717">
                  <c:v>6.3967299999999998</c:v>
                </c:pt>
                <c:pt idx="3718">
                  <c:v>6.2392500000000002</c:v>
                </c:pt>
                <c:pt idx="3719">
                  <c:v>5.9247300000000003</c:v>
                </c:pt>
                <c:pt idx="3720">
                  <c:v>5.9192299999999998</c:v>
                </c:pt>
                <c:pt idx="3721">
                  <c:v>6.2499799999999999</c:v>
                </c:pt>
                <c:pt idx="3722">
                  <c:v>6.3841299999999999</c:v>
                </c:pt>
                <c:pt idx="3723">
                  <c:v>6.4642099999999996</c:v>
                </c:pt>
                <c:pt idx="3724">
                  <c:v>6.8813800000000001</c:v>
                </c:pt>
                <c:pt idx="3725">
                  <c:v>7.15937</c:v>
                </c:pt>
                <c:pt idx="3726">
                  <c:v>7.1773100000000003</c:v>
                </c:pt>
                <c:pt idx="3727">
                  <c:v>7.1711299999999998</c:v>
                </c:pt>
                <c:pt idx="3728">
                  <c:v>6.9801200000000003</c:v>
                </c:pt>
                <c:pt idx="3729">
                  <c:v>6.4244000000000003</c:v>
                </c:pt>
                <c:pt idx="3730">
                  <c:v>5.9234799999999996</c:v>
                </c:pt>
                <c:pt idx="3731">
                  <c:v>5.4810100000000004</c:v>
                </c:pt>
                <c:pt idx="3732">
                  <c:v>5.5281399999999996</c:v>
                </c:pt>
                <c:pt idx="3733">
                  <c:v>5.8894500000000001</c:v>
                </c:pt>
                <c:pt idx="3734">
                  <c:v>6.3957199999999998</c:v>
                </c:pt>
                <c:pt idx="3735">
                  <c:v>7.05253</c:v>
                </c:pt>
                <c:pt idx="3736">
                  <c:v>7.0751299999999997</c:v>
                </c:pt>
                <c:pt idx="3737">
                  <c:v>6.8419600000000003</c:v>
                </c:pt>
                <c:pt idx="3738">
                  <c:v>6.4789500000000002</c:v>
                </c:pt>
                <c:pt idx="3739">
                  <c:v>6.2406600000000001</c:v>
                </c:pt>
                <c:pt idx="3740">
                  <c:v>6.3416699999999997</c:v>
                </c:pt>
                <c:pt idx="3741">
                  <c:v>6.44285</c:v>
                </c:pt>
                <c:pt idx="3742">
                  <c:v>6.4685600000000001</c:v>
                </c:pt>
                <c:pt idx="3743">
                  <c:v>6.2598700000000003</c:v>
                </c:pt>
                <c:pt idx="3744">
                  <c:v>6.2638800000000003</c:v>
                </c:pt>
                <c:pt idx="3745">
                  <c:v>6.2380800000000001</c:v>
                </c:pt>
                <c:pt idx="3746">
                  <c:v>5.8977199999999996</c:v>
                </c:pt>
                <c:pt idx="3747">
                  <c:v>6.2441300000000002</c:v>
                </c:pt>
                <c:pt idx="3748">
                  <c:v>6.5682700000000001</c:v>
                </c:pt>
                <c:pt idx="3749">
                  <c:v>6.5885199999999999</c:v>
                </c:pt>
                <c:pt idx="3750">
                  <c:v>6.6385899999999998</c:v>
                </c:pt>
                <c:pt idx="3751">
                  <c:v>6.9479300000000004</c:v>
                </c:pt>
                <c:pt idx="3752">
                  <c:v>6.9682399999999998</c:v>
                </c:pt>
                <c:pt idx="3753">
                  <c:v>6.5861700000000001</c:v>
                </c:pt>
                <c:pt idx="3754">
                  <c:v>6.48123</c:v>
                </c:pt>
                <c:pt idx="3755">
                  <c:v>6.3979900000000001</c:v>
                </c:pt>
                <c:pt idx="3756">
                  <c:v>6.2366700000000002</c:v>
                </c:pt>
                <c:pt idx="3757">
                  <c:v>6.2594200000000004</c:v>
                </c:pt>
                <c:pt idx="3758">
                  <c:v>6.3788</c:v>
                </c:pt>
                <c:pt idx="3759">
                  <c:v>6.8127000000000004</c:v>
                </c:pt>
                <c:pt idx="3760">
                  <c:v>6.8202999999999996</c:v>
                </c:pt>
                <c:pt idx="3761">
                  <c:v>6.6567999999999996</c:v>
                </c:pt>
                <c:pt idx="3762">
                  <c:v>6.7309400000000004</c:v>
                </c:pt>
                <c:pt idx="3763">
                  <c:v>6.7466900000000001</c:v>
                </c:pt>
                <c:pt idx="3764">
                  <c:v>6.6382099999999999</c:v>
                </c:pt>
                <c:pt idx="3765">
                  <c:v>6.83413</c:v>
                </c:pt>
                <c:pt idx="3766">
                  <c:v>6.8450199999999999</c:v>
                </c:pt>
                <c:pt idx="3767">
                  <c:v>6.66404</c:v>
                </c:pt>
                <c:pt idx="3768">
                  <c:v>6.3544099999999997</c:v>
                </c:pt>
                <c:pt idx="3769">
                  <c:v>6.31616</c:v>
                </c:pt>
                <c:pt idx="3770">
                  <c:v>6.6024200000000004</c:v>
                </c:pt>
                <c:pt idx="3771">
                  <c:v>7.1205499999999997</c:v>
                </c:pt>
                <c:pt idx="3772">
                  <c:v>7.2165999999999997</c:v>
                </c:pt>
                <c:pt idx="3773">
                  <c:v>6.9881000000000002</c:v>
                </c:pt>
                <c:pt idx="3774">
                  <c:v>7.1287599999999998</c:v>
                </c:pt>
                <c:pt idx="3775">
                  <c:v>7.3241699999999996</c:v>
                </c:pt>
                <c:pt idx="3776">
                  <c:v>7.2552599999999998</c:v>
                </c:pt>
                <c:pt idx="3777">
                  <c:v>6.9069000000000003</c:v>
                </c:pt>
                <c:pt idx="3778">
                  <c:v>6.2550800000000004</c:v>
                </c:pt>
                <c:pt idx="3779">
                  <c:v>5.7722699999999998</c:v>
                </c:pt>
                <c:pt idx="3780">
                  <c:v>5.9111399999999996</c:v>
                </c:pt>
                <c:pt idx="3781">
                  <c:v>6.1339199999999998</c:v>
                </c:pt>
                <c:pt idx="3782">
                  <c:v>6.4947100000000004</c:v>
                </c:pt>
                <c:pt idx="3783">
                  <c:v>6.94285</c:v>
                </c:pt>
                <c:pt idx="3784">
                  <c:v>7.2174500000000004</c:v>
                </c:pt>
                <c:pt idx="3785">
                  <c:v>7.5251799999999998</c:v>
                </c:pt>
                <c:pt idx="3786">
                  <c:v>7.5484</c:v>
                </c:pt>
                <c:pt idx="3787">
                  <c:v>7.2576799999999997</c:v>
                </c:pt>
                <c:pt idx="3788">
                  <c:v>6.9848499999999998</c:v>
                </c:pt>
                <c:pt idx="3789">
                  <c:v>7.09335</c:v>
                </c:pt>
                <c:pt idx="3790">
                  <c:v>7.1498600000000003</c:v>
                </c:pt>
                <c:pt idx="3791">
                  <c:v>6.8280399999999997</c:v>
                </c:pt>
                <c:pt idx="3792">
                  <c:v>6.53972</c:v>
                </c:pt>
                <c:pt idx="3793">
                  <c:v>6.3870399999999998</c:v>
                </c:pt>
                <c:pt idx="3794">
                  <c:v>6.3083299999999998</c:v>
                </c:pt>
                <c:pt idx="3795">
                  <c:v>6.3281499999999999</c:v>
                </c:pt>
                <c:pt idx="3796">
                  <c:v>6.2665800000000003</c:v>
                </c:pt>
                <c:pt idx="3797">
                  <c:v>6.2322800000000003</c:v>
                </c:pt>
                <c:pt idx="3798">
                  <c:v>6.6347199999999997</c:v>
                </c:pt>
                <c:pt idx="3799">
                  <c:v>6.8875500000000001</c:v>
                </c:pt>
                <c:pt idx="3800">
                  <c:v>7.0705200000000001</c:v>
                </c:pt>
                <c:pt idx="3801">
                  <c:v>7.2937500000000002</c:v>
                </c:pt>
                <c:pt idx="3802">
                  <c:v>7.0795500000000002</c:v>
                </c:pt>
                <c:pt idx="3803">
                  <c:v>6.8545299999999996</c:v>
                </c:pt>
                <c:pt idx="3804">
                  <c:v>6.7639300000000002</c:v>
                </c:pt>
                <c:pt idx="3805">
                  <c:v>6.6411600000000002</c:v>
                </c:pt>
                <c:pt idx="3806">
                  <c:v>6.5129900000000003</c:v>
                </c:pt>
                <c:pt idx="3807">
                  <c:v>6.3128700000000002</c:v>
                </c:pt>
                <c:pt idx="3808">
                  <c:v>6.1633500000000003</c:v>
                </c:pt>
                <c:pt idx="3809">
                  <c:v>6.4827700000000004</c:v>
                </c:pt>
                <c:pt idx="3810">
                  <c:v>6.7894399999999999</c:v>
                </c:pt>
                <c:pt idx="3811">
                  <c:v>6.6028900000000004</c:v>
                </c:pt>
                <c:pt idx="3812">
                  <c:v>6.5096999999999996</c:v>
                </c:pt>
                <c:pt idx="3813">
                  <c:v>6.6241599999999998</c:v>
                </c:pt>
                <c:pt idx="3814">
                  <c:v>6.6825400000000004</c:v>
                </c:pt>
                <c:pt idx="3815">
                  <c:v>6.7400200000000003</c:v>
                </c:pt>
                <c:pt idx="3816">
                  <c:v>6.6732899999999997</c:v>
                </c:pt>
                <c:pt idx="3817">
                  <c:v>6.7432100000000004</c:v>
                </c:pt>
                <c:pt idx="3818">
                  <c:v>7.1197499999999998</c:v>
                </c:pt>
                <c:pt idx="3819">
                  <c:v>7.4905400000000002</c:v>
                </c:pt>
                <c:pt idx="3820">
                  <c:v>7.5844500000000004</c:v>
                </c:pt>
                <c:pt idx="3821">
                  <c:v>7.2418399999999998</c:v>
                </c:pt>
                <c:pt idx="3822">
                  <c:v>6.5395399999999997</c:v>
                </c:pt>
                <c:pt idx="3823">
                  <c:v>5.9223299999999997</c:v>
                </c:pt>
                <c:pt idx="3824">
                  <c:v>5.8256899999999998</c:v>
                </c:pt>
                <c:pt idx="3825">
                  <c:v>5.8750099999999996</c:v>
                </c:pt>
                <c:pt idx="3826">
                  <c:v>5.7582599999999999</c:v>
                </c:pt>
                <c:pt idx="3827">
                  <c:v>5.8334200000000003</c:v>
                </c:pt>
                <c:pt idx="3828">
                  <c:v>6.08751</c:v>
                </c:pt>
                <c:pt idx="3829">
                  <c:v>6.1918100000000003</c:v>
                </c:pt>
                <c:pt idx="3830">
                  <c:v>6.3402399999999997</c:v>
                </c:pt>
                <c:pt idx="3831">
                  <c:v>6.5912499999999996</c:v>
                </c:pt>
                <c:pt idx="3832">
                  <c:v>6.2924499999999997</c:v>
                </c:pt>
                <c:pt idx="3833">
                  <c:v>5.9418600000000001</c:v>
                </c:pt>
                <c:pt idx="3834">
                  <c:v>5.9648899999999996</c:v>
                </c:pt>
                <c:pt idx="3835">
                  <c:v>6.4706900000000003</c:v>
                </c:pt>
                <c:pt idx="3836">
                  <c:v>6.5958699999999997</c:v>
                </c:pt>
                <c:pt idx="3837">
                  <c:v>6.4631999999999996</c:v>
                </c:pt>
                <c:pt idx="3838">
                  <c:v>6.4171500000000004</c:v>
                </c:pt>
                <c:pt idx="3839">
                  <c:v>6.2293200000000004</c:v>
                </c:pt>
                <c:pt idx="3840">
                  <c:v>6.2179799999999998</c:v>
                </c:pt>
                <c:pt idx="3841">
                  <c:v>6.2730499999999996</c:v>
                </c:pt>
                <c:pt idx="3842">
                  <c:v>6.3300999999999998</c:v>
                </c:pt>
                <c:pt idx="3843">
                  <c:v>6.6180000000000003</c:v>
                </c:pt>
                <c:pt idx="3844">
                  <c:v>6.6343800000000002</c:v>
                </c:pt>
                <c:pt idx="3845">
                  <c:v>6.7378</c:v>
                </c:pt>
                <c:pt idx="3846">
                  <c:v>6.8322599999999998</c:v>
                </c:pt>
                <c:pt idx="3847">
                  <c:v>6.5247299999999999</c:v>
                </c:pt>
                <c:pt idx="3848">
                  <c:v>6.0885100000000003</c:v>
                </c:pt>
                <c:pt idx="3849">
                  <c:v>5.8971299999999998</c:v>
                </c:pt>
                <c:pt idx="3850">
                  <c:v>5.8715099999999998</c:v>
                </c:pt>
                <c:pt idx="3851">
                  <c:v>6.18614</c:v>
                </c:pt>
                <c:pt idx="3852">
                  <c:v>6.3457699999999999</c:v>
                </c:pt>
                <c:pt idx="3853">
                  <c:v>6.4129699999999996</c:v>
                </c:pt>
                <c:pt idx="3854">
                  <c:v>6.2707899999999999</c:v>
                </c:pt>
                <c:pt idx="3855">
                  <c:v>6.3053100000000004</c:v>
                </c:pt>
                <c:pt idx="3856">
                  <c:v>6.6593600000000004</c:v>
                </c:pt>
                <c:pt idx="3857">
                  <c:v>6.9685100000000002</c:v>
                </c:pt>
                <c:pt idx="3858">
                  <c:v>6.8700599999999996</c:v>
                </c:pt>
                <c:pt idx="3859">
                  <c:v>6.74092</c:v>
                </c:pt>
                <c:pt idx="3860">
                  <c:v>6.8953300000000004</c:v>
                </c:pt>
                <c:pt idx="3861">
                  <c:v>7.0180499999999997</c:v>
                </c:pt>
                <c:pt idx="3862">
                  <c:v>6.6521400000000002</c:v>
                </c:pt>
                <c:pt idx="3863">
                  <c:v>6.48522</c:v>
                </c:pt>
                <c:pt idx="3864">
                  <c:v>6.3980300000000003</c:v>
                </c:pt>
                <c:pt idx="3865">
                  <c:v>6.4223299999999997</c:v>
                </c:pt>
                <c:pt idx="3866">
                  <c:v>6.5162100000000001</c:v>
                </c:pt>
                <c:pt idx="3867">
                  <c:v>6.1057600000000001</c:v>
                </c:pt>
                <c:pt idx="3868">
                  <c:v>5.8366300000000004</c:v>
                </c:pt>
                <c:pt idx="3869">
                  <c:v>5.8453200000000001</c:v>
                </c:pt>
                <c:pt idx="3870">
                  <c:v>6.3047300000000002</c:v>
                </c:pt>
                <c:pt idx="3871">
                  <c:v>6.93628</c:v>
                </c:pt>
                <c:pt idx="3872">
                  <c:v>6.89785</c:v>
                </c:pt>
                <c:pt idx="3873">
                  <c:v>6.84267</c:v>
                </c:pt>
                <c:pt idx="3874">
                  <c:v>6.7390699999999999</c:v>
                </c:pt>
                <c:pt idx="3875">
                  <c:v>6.5264899999999999</c:v>
                </c:pt>
                <c:pt idx="3876">
                  <c:v>6.6369100000000003</c:v>
                </c:pt>
                <c:pt idx="3877">
                  <c:v>6.7413699999999999</c:v>
                </c:pt>
                <c:pt idx="3878">
                  <c:v>6.6794399999999996</c:v>
                </c:pt>
                <c:pt idx="3879">
                  <c:v>6.56806</c:v>
                </c:pt>
                <c:pt idx="3880">
                  <c:v>6.5307899999999997</c:v>
                </c:pt>
                <c:pt idx="3881">
                  <c:v>6.5785499999999999</c:v>
                </c:pt>
                <c:pt idx="3882">
                  <c:v>6.4455400000000003</c:v>
                </c:pt>
                <c:pt idx="3883">
                  <c:v>5.9389799999999999</c:v>
                </c:pt>
                <c:pt idx="3884">
                  <c:v>6.1558700000000002</c:v>
                </c:pt>
                <c:pt idx="3885">
                  <c:v>6.5138199999999999</c:v>
                </c:pt>
                <c:pt idx="3886">
                  <c:v>6.6090299999999997</c:v>
                </c:pt>
                <c:pt idx="3887">
                  <c:v>6.6604000000000001</c:v>
                </c:pt>
                <c:pt idx="3888">
                  <c:v>6.5061499999999999</c:v>
                </c:pt>
                <c:pt idx="3889">
                  <c:v>6.3188599999999999</c:v>
                </c:pt>
                <c:pt idx="3890">
                  <c:v>6.3514600000000003</c:v>
                </c:pt>
                <c:pt idx="3891">
                  <c:v>6.4358300000000002</c:v>
                </c:pt>
                <c:pt idx="3892">
                  <c:v>6.5860799999999999</c:v>
                </c:pt>
                <c:pt idx="3893">
                  <c:v>6.5416600000000003</c:v>
                </c:pt>
                <c:pt idx="3894">
                  <c:v>6.6166</c:v>
                </c:pt>
                <c:pt idx="3895">
                  <c:v>7.0634399999999999</c:v>
                </c:pt>
                <c:pt idx="3896">
                  <c:v>7.3090099999999998</c:v>
                </c:pt>
                <c:pt idx="3897">
                  <c:v>7.0127499999999996</c:v>
                </c:pt>
                <c:pt idx="3898">
                  <c:v>6.5372599999999998</c:v>
                </c:pt>
                <c:pt idx="3899">
                  <c:v>6.4083300000000003</c:v>
                </c:pt>
                <c:pt idx="3900">
                  <c:v>6.5003099999999998</c:v>
                </c:pt>
                <c:pt idx="3901">
                  <c:v>6.5065499999999998</c:v>
                </c:pt>
                <c:pt idx="3902">
                  <c:v>6.6627799999999997</c:v>
                </c:pt>
                <c:pt idx="3903">
                  <c:v>6.8928500000000001</c:v>
                </c:pt>
                <c:pt idx="3904">
                  <c:v>7.0884999999999998</c:v>
                </c:pt>
                <c:pt idx="3905">
                  <c:v>7.0484299999999998</c:v>
                </c:pt>
                <c:pt idx="3906">
                  <c:v>6.5019999999999998</c:v>
                </c:pt>
                <c:pt idx="3907">
                  <c:v>6.0575400000000004</c:v>
                </c:pt>
                <c:pt idx="3908">
                  <c:v>5.9948100000000002</c:v>
                </c:pt>
                <c:pt idx="3909">
                  <c:v>6.3276000000000003</c:v>
                </c:pt>
                <c:pt idx="3910">
                  <c:v>6.4364400000000002</c:v>
                </c:pt>
                <c:pt idx="3911">
                  <c:v>6.2719399999999998</c:v>
                </c:pt>
                <c:pt idx="3912">
                  <c:v>6.4108299999999998</c:v>
                </c:pt>
                <c:pt idx="3913">
                  <c:v>6.5974700000000004</c:v>
                </c:pt>
                <c:pt idx="3914">
                  <c:v>6.80023</c:v>
                </c:pt>
                <c:pt idx="3915">
                  <c:v>6.8276599999999998</c:v>
                </c:pt>
                <c:pt idx="3916">
                  <c:v>6.9727600000000001</c:v>
                </c:pt>
                <c:pt idx="3917">
                  <c:v>7.1266800000000003</c:v>
                </c:pt>
                <c:pt idx="3918">
                  <c:v>6.6308800000000003</c:v>
                </c:pt>
                <c:pt idx="3919">
                  <c:v>6.2381000000000002</c:v>
                </c:pt>
                <c:pt idx="3920">
                  <c:v>6.4024200000000002</c:v>
                </c:pt>
                <c:pt idx="3921">
                  <c:v>6.4077299999999999</c:v>
                </c:pt>
                <c:pt idx="3922">
                  <c:v>6.3528599999999997</c:v>
                </c:pt>
                <c:pt idx="3923">
                  <c:v>6.2400200000000003</c:v>
                </c:pt>
                <c:pt idx="3924">
                  <c:v>5.9631699999999999</c:v>
                </c:pt>
                <c:pt idx="3925">
                  <c:v>6.1134199999999996</c:v>
                </c:pt>
                <c:pt idx="3926">
                  <c:v>6.5830099999999998</c:v>
                </c:pt>
                <c:pt idx="3927">
                  <c:v>6.6895600000000002</c:v>
                </c:pt>
                <c:pt idx="3928">
                  <c:v>6.7904900000000001</c:v>
                </c:pt>
                <c:pt idx="3929">
                  <c:v>6.7377900000000004</c:v>
                </c:pt>
                <c:pt idx="3930">
                  <c:v>6.5524899999999997</c:v>
                </c:pt>
                <c:pt idx="3931">
                  <c:v>6.5826700000000002</c:v>
                </c:pt>
                <c:pt idx="3932">
                  <c:v>6.7557499999999999</c:v>
                </c:pt>
                <c:pt idx="3933">
                  <c:v>7.0726500000000003</c:v>
                </c:pt>
                <c:pt idx="3934">
                  <c:v>7.0425199999999997</c:v>
                </c:pt>
                <c:pt idx="3935">
                  <c:v>6.9319699999999997</c:v>
                </c:pt>
                <c:pt idx="3936">
                  <c:v>6.5353399999999997</c:v>
                </c:pt>
                <c:pt idx="3937">
                  <c:v>6.1682800000000002</c:v>
                </c:pt>
                <c:pt idx="3938">
                  <c:v>6.2296100000000001</c:v>
                </c:pt>
                <c:pt idx="3939">
                  <c:v>6.1496700000000004</c:v>
                </c:pt>
                <c:pt idx="3940">
                  <c:v>6.2175700000000003</c:v>
                </c:pt>
                <c:pt idx="3941">
                  <c:v>6.4953799999999999</c:v>
                </c:pt>
                <c:pt idx="3942">
                  <c:v>6.7718600000000002</c:v>
                </c:pt>
                <c:pt idx="3943">
                  <c:v>6.6786000000000003</c:v>
                </c:pt>
                <c:pt idx="3944">
                  <c:v>6.82606</c:v>
                </c:pt>
                <c:pt idx="3945">
                  <c:v>6.9325700000000001</c:v>
                </c:pt>
                <c:pt idx="3946">
                  <c:v>6.4297300000000002</c:v>
                </c:pt>
                <c:pt idx="3947">
                  <c:v>5.88483</c:v>
                </c:pt>
                <c:pt idx="3948">
                  <c:v>5.7782200000000001</c:v>
                </c:pt>
                <c:pt idx="3949">
                  <c:v>5.9796399999999998</c:v>
                </c:pt>
                <c:pt idx="3950">
                  <c:v>5.8963799999999997</c:v>
                </c:pt>
                <c:pt idx="3951">
                  <c:v>5.65029</c:v>
                </c:pt>
                <c:pt idx="3952">
                  <c:v>5.37988</c:v>
                </c:pt>
                <c:pt idx="3953">
                  <c:v>5.7611600000000003</c:v>
                </c:pt>
                <c:pt idx="3954">
                  <c:v>6.3841900000000003</c:v>
                </c:pt>
                <c:pt idx="3955">
                  <c:v>6.4655399999999998</c:v>
                </c:pt>
                <c:pt idx="3956">
                  <c:v>6.2753300000000003</c:v>
                </c:pt>
                <c:pt idx="3957">
                  <c:v>6.36564</c:v>
                </c:pt>
                <c:pt idx="3958">
                  <c:v>6.38978</c:v>
                </c:pt>
                <c:pt idx="3959">
                  <c:v>6.35426</c:v>
                </c:pt>
                <c:pt idx="3960">
                  <c:v>6.4670500000000004</c:v>
                </c:pt>
                <c:pt idx="3961">
                  <c:v>6.6520299999999999</c:v>
                </c:pt>
                <c:pt idx="3962">
                  <c:v>6.9547100000000004</c:v>
                </c:pt>
                <c:pt idx="3963">
                  <c:v>7.2274599999999998</c:v>
                </c:pt>
                <c:pt idx="3964">
                  <c:v>7.2903000000000002</c:v>
                </c:pt>
                <c:pt idx="3965">
                  <c:v>7.3671100000000003</c:v>
                </c:pt>
                <c:pt idx="3966">
                  <c:v>7.2874499999999998</c:v>
                </c:pt>
                <c:pt idx="3967">
                  <c:v>6.8967799999999997</c:v>
                </c:pt>
                <c:pt idx="3968">
                  <c:v>6.7070299999999996</c:v>
                </c:pt>
                <c:pt idx="3969">
                  <c:v>6.5744800000000003</c:v>
                </c:pt>
                <c:pt idx="3970">
                  <c:v>6.53756</c:v>
                </c:pt>
                <c:pt idx="3971">
                  <c:v>6.5444899999999997</c:v>
                </c:pt>
                <c:pt idx="3972">
                  <c:v>6.3747100000000003</c:v>
                </c:pt>
                <c:pt idx="3973">
                  <c:v>6.14377</c:v>
                </c:pt>
                <c:pt idx="3974">
                  <c:v>6.1253000000000002</c:v>
                </c:pt>
                <c:pt idx="3975">
                  <c:v>6.3964800000000004</c:v>
                </c:pt>
                <c:pt idx="3976">
                  <c:v>6.2248000000000001</c:v>
                </c:pt>
                <c:pt idx="3977">
                  <c:v>6.0315899999999996</c:v>
                </c:pt>
                <c:pt idx="3978">
                  <c:v>6.1247100000000003</c:v>
                </c:pt>
                <c:pt idx="3979">
                  <c:v>6.0407700000000002</c:v>
                </c:pt>
                <c:pt idx="3980">
                  <c:v>6.0482699999999996</c:v>
                </c:pt>
                <c:pt idx="3981">
                  <c:v>6.17455</c:v>
                </c:pt>
                <c:pt idx="3982">
                  <c:v>6.1271100000000001</c:v>
                </c:pt>
                <c:pt idx="3983">
                  <c:v>5.9313799999999999</c:v>
                </c:pt>
                <c:pt idx="3984">
                  <c:v>5.9346500000000004</c:v>
                </c:pt>
                <c:pt idx="3985">
                  <c:v>5.7018599999999999</c:v>
                </c:pt>
                <c:pt idx="3986">
                  <c:v>5.8560100000000004</c:v>
                </c:pt>
                <c:pt idx="3987">
                  <c:v>6.1189400000000003</c:v>
                </c:pt>
                <c:pt idx="3988">
                  <c:v>6.3183999999999996</c:v>
                </c:pt>
                <c:pt idx="3989">
                  <c:v>6.5921900000000004</c:v>
                </c:pt>
                <c:pt idx="3990">
                  <c:v>6.5467199999999997</c:v>
                </c:pt>
                <c:pt idx="3991">
                  <c:v>6.1625199999999998</c:v>
                </c:pt>
                <c:pt idx="3992">
                  <c:v>5.8637199999999998</c:v>
                </c:pt>
                <c:pt idx="3993">
                  <c:v>5.7183599999999997</c:v>
                </c:pt>
                <c:pt idx="3994">
                  <c:v>5.9237799999999998</c:v>
                </c:pt>
                <c:pt idx="3995">
                  <c:v>6.5538400000000001</c:v>
                </c:pt>
                <c:pt idx="3996">
                  <c:v>7.0175299999999998</c:v>
                </c:pt>
                <c:pt idx="3997">
                  <c:v>7.0033000000000003</c:v>
                </c:pt>
                <c:pt idx="3998">
                  <c:v>6.8510499999999999</c:v>
                </c:pt>
                <c:pt idx="3999">
                  <c:v>6.8918799999999996</c:v>
                </c:pt>
                <c:pt idx="4000">
                  <c:v>6.7166199999999998</c:v>
                </c:pt>
                <c:pt idx="4001">
                  <c:v>6.3954199999999997</c:v>
                </c:pt>
                <c:pt idx="4002">
                  <c:v>6.2351400000000003</c:v>
                </c:pt>
                <c:pt idx="4003">
                  <c:v>6.2648000000000001</c:v>
                </c:pt>
                <c:pt idx="4004">
                  <c:v>6.1755000000000004</c:v>
                </c:pt>
                <c:pt idx="4005">
                  <c:v>6.0615399999999999</c:v>
                </c:pt>
                <c:pt idx="4006">
                  <c:v>6.1426999999999996</c:v>
                </c:pt>
                <c:pt idx="4007">
                  <c:v>6.3718399999999997</c:v>
                </c:pt>
                <c:pt idx="4008">
                  <c:v>6.3802599999999998</c:v>
                </c:pt>
                <c:pt idx="4009">
                  <c:v>6.3943300000000001</c:v>
                </c:pt>
                <c:pt idx="4010">
                  <c:v>6.7823399999999996</c:v>
                </c:pt>
                <c:pt idx="4011">
                  <c:v>6.9145099999999999</c:v>
                </c:pt>
                <c:pt idx="4012">
                  <c:v>6.6328899999999997</c:v>
                </c:pt>
                <c:pt idx="4013">
                  <c:v>6.4959300000000004</c:v>
                </c:pt>
                <c:pt idx="4014">
                  <c:v>6.5899400000000004</c:v>
                </c:pt>
                <c:pt idx="4015">
                  <c:v>6.4641700000000002</c:v>
                </c:pt>
                <c:pt idx="4016">
                  <c:v>6.5934900000000001</c:v>
                </c:pt>
                <c:pt idx="4017">
                  <c:v>6.7241099999999996</c:v>
                </c:pt>
                <c:pt idx="4018">
                  <c:v>7.0751900000000001</c:v>
                </c:pt>
                <c:pt idx="4019">
                  <c:v>7.2700699999999996</c:v>
                </c:pt>
                <c:pt idx="4020">
                  <c:v>7.0917399999999997</c:v>
                </c:pt>
                <c:pt idx="4021">
                  <c:v>6.9231999999999996</c:v>
                </c:pt>
                <c:pt idx="4022">
                  <c:v>6.7358200000000004</c:v>
                </c:pt>
                <c:pt idx="4023">
                  <c:v>6.4102300000000003</c:v>
                </c:pt>
                <c:pt idx="4024">
                  <c:v>6.2974100000000002</c:v>
                </c:pt>
                <c:pt idx="4025">
                  <c:v>6.3771300000000002</c:v>
                </c:pt>
                <c:pt idx="4026">
                  <c:v>6.4534200000000004</c:v>
                </c:pt>
                <c:pt idx="4027">
                  <c:v>6.6283300000000001</c:v>
                </c:pt>
                <c:pt idx="4028">
                  <c:v>6.6295200000000003</c:v>
                </c:pt>
                <c:pt idx="4029">
                  <c:v>6.4548699999999997</c:v>
                </c:pt>
                <c:pt idx="4030">
                  <c:v>6.2361899999999997</c:v>
                </c:pt>
                <c:pt idx="4031">
                  <c:v>6.3111699999999997</c:v>
                </c:pt>
                <c:pt idx="4032">
                  <c:v>6.5872700000000002</c:v>
                </c:pt>
                <c:pt idx="4033">
                  <c:v>6.7704599999999999</c:v>
                </c:pt>
                <c:pt idx="4034">
                  <c:v>6.9546799999999998</c:v>
                </c:pt>
                <c:pt idx="4035">
                  <c:v>6.8477499999999996</c:v>
                </c:pt>
                <c:pt idx="4036">
                  <c:v>6.6019399999999999</c:v>
                </c:pt>
                <c:pt idx="4037">
                  <c:v>6.2103400000000004</c:v>
                </c:pt>
                <c:pt idx="4038">
                  <c:v>6.0505199999999997</c:v>
                </c:pt>
                <c:pt idx="4039">
                  <c:v>6.1493200000000003</c:v>
                </c:pt>
                <c:pt idx="4040">
                  <c:v>5.9950200000000002</c:v>
                </c:pt>
                <c:pt idx="4041">
                  <c:v>6.09</c:v>
                </c:pt>
                <c:pt idx="4042">
                  <c:v>6.2426300000000001</c:v>
                </c:pt>
                <c:pt idx="4043">
                  <c:v>6.0837599999999998</c:v>
                </c:pt>
                <c:pt idx="4044">
                  <c:v>6.1476899999999999</c:v>
                </c:pt>
                <c:pt idx="4045">
                  <c:v>6.1093400000000004</c:v>
                </c:pt>
                <c:pt idx="4046">
                  <c:v>5.8172300000000003</c:v>
                </c:pt>
                <c:pt idx="4047">
                  <c:v>5.7610900000000003</c:v>
                </c:pt>
                <c:pt idx="4048">
                  <c:v>5.9977299999999998</c:v>
                </c:pt>
                <c:pt idx="4049">
                  <c:v>5.6514199999999999</c:v>
                </c:pt>
                <c:pt idx="4050">
                  <c:v>5.4041800000000002</c:v>
                </c:pt>
                <c:pt idx="4051">
                  <c:v>5.7054900000000002</c:v>
                </c:pt>
                <c:pt idx="4052">
                  <c:v>6.2505300000000004</c:v>
                </c:pt>
                <c:pt idx="4053">
                  <c:v>6.7754099999999999</c:v>
                </c:pt>
                <c:pt idx="4054">
                  <c:v>6.7532800000000002</c:v>
                </c:pt>
                <c:pt idx="4055">
                  <c:v>6.4896200000000004</c:v>
                </c:pt>
                <c:pt idx="4056">
                  <c:v>6.40543</c:v>
                </c:pt>
                <c:pt idx="4057">
                  <c:v>6.2412000000000001</c:v>
                </c:pt>
                <c:pt idx="4058">
                  <c:v>6.0518000000000001</c:v>
                </c:pt>
                <c:pt idx="4059">
                  <c:v>6.2066100000000004</c:v>
                </c:pt>
                <c:pt idx="4060">
                  <c:v>6.4603200000000003</c:v>
                </c:pt>
                <c:pt idx="4061">
                  <c:v>6.4422100000000002</c:v>
                </c:pt>
                <c:pt idx="4062">
                  <c:v>6.2469599999999996</c:v>
                </c:pt>
                <c:pt idx="4063">
                  <c:v>6.3934600000000001</c:v>
                </c:pt>
                <c:pt idx="4064">
                  <c:v>6.4271500000000001</c:v>
                </c:pt>
                <c:pt idx="4065">
                  <c:v>6.1561300000000001</c:v>
                </c:pt>
                <c:pt idx="4066">
                  <c:v>6.1214000000000004</c:v>
                </c:pt>
                <c:pt idx="4067">
                  <c:v>6.2887599999999999</c:v>
                </c:pt>
                <c:pt idx="4068">
                  <c:v>6.4391999999999996</c:v>
                </c:pt>
                <c:pt idx="4069">
                  <c:v>6.5340299999999996</c:v>
                </c:pt>
                <c:pt idx="4070">
                  <c:v>6.60602</c:v>
                </c:pt>
                <c:pt idx="4071">
                  <c:v>6.3631399999999996</c:v>
                </c:pt>
                <c:pt idx="4072">
                  <c:v>6.2477600000000004</c:v>
                </c:pt>
                <c:pt idx="4073">
                  <c:v>6.0239799999999999</c:v>
                </c:pt>
                <c:pt idx="4074">
                  <c:v>6.0001899999999999</c:v>
                </c:pt>
                <c:pt idx="4075">
                  <c:v>6.2342300000000002</c:v>
                </c:pt>
                <c:pt idx="4076">
                  <c:v>6.0868399999999996</c:v>
                </c:pt>
                <c:pt idx="4077">
                  <c:v>5.8335699999999999</c:v>
                </c:pt>
                <c:pt idx="4078">
                  <c:v>5.8947599999999998</c:v>
                </c:pt>
                <c:pt idx="4079">
                  <c:v>6.28674</c:v>
                </c:pt>
                <c:pt idx="4080">
                  <c:v>6.1872199999999999</c:v>
                </c:pt>
                <c:pt idx="4081">
                  <c:v>5.9688600000000003</c:v>
                </c:pt>
                <c:pt idx="4082">
                  <c:v>6.1881399999999998</c:v>
                </c:pt>
                <c:pt idx="4083">
                  <c:v>6.3221999999999996</c:v>
                </c:pt>
                <c:pt idx="4084">
                  <c:v>6.38286</c:v>
                </c:pt>
                <c:pt idx="4085">
                  <c:v>6.4988200000000003</c:v>
                </c:pt>
                <c:pt idx="4086">
                  <c:v>6.7296399999999998</c:v>
                </c:pt>
                <c:pt idx="4087">
                  <c:v>6.6346400000000001</c:v>
                </c:pt>
                <c:pt idx="4088">
                  <c:v>6.2823500000000001</c:v>
                </c:pt>
                <c:pt idx="4089">
                  <c:v>6.1855500000000001</c:v>
                </c:pt>
                <c:pt idx="4090">
                  <c:v>6.37934</c:v>
                </c:pt>
                <c:pt idx="4091">
                  <c:v>6.8137600000000003</c:v>
                </c:pt>
                <c:pt idx="4092">
                  <c:v>6.8044500000000001</c:v>
                </c:pt>
                <c:pt idx="4093">
                  <c:v>6.6692</c:v>
                </c:pt>
                <c:pt idx="4094">
                  <c:v>6.6399699999999999</c:v>
                </c:pt>
                <c:pt idx="4095">
                  <c:v>6.5740499999999997</c:v>
                </c:pt>
                <c:pt idx="4096">
                  <c:v>6.5251400000000004</c:v>
                </c:pt>
                <c:pt idx="4097">
                  <c:v>6.3611700000000004</c:v>
                </c:pt>
                <c:pt idx="4098">
                  <c:v>6.3129799999999996</c:v>
                </c:pt>
                <c:pt idx="4099">
                  <c:v>6.4528800000000004</c:v>
                </c:pt>
                <c:pt idx="4100">
                  <c:v>6.3332499999999996</c:v>
                </c:pt>
                <c:pt idx="4101">
                  <c:v>6.4217300000000002</c:v>
                </c:pt>
                <c:pt idx="4102">
                  <c:v>7.0937700000000001</c:v>
                </c:pt>
                <c:pt idx="4103">
                  <c:v>6.9982800000000003</c:v>
                </c:pt>
                <c:pt idx="4104">
                  <c:v>6.2179799999999998</c:v>
                </c:pt>
                <c:pt idx="4105">
                  <c:v>6.0563799999999999</c:v>
                </c:pt>
                <c:pt idx="4106">
                  <c:v>6.3472400000000002</c:v>
                </c:pt>
                <c:pt idx="4107">
                  <c:v>6.3136200000000002</c:v>
                </c:pt>
                <c:pt idx="4108">
                  <c:v>6.3186</c:v>
                </c:pt>
                <c:pt idx="4109">
                  <c:v>6.3515699999999997</c:v>
                </c:pt>
                <c:pt idx="4110">
                  <c:v>6.2769899999999996</c:v>
                </c:pt>
                <c:pt idx="4111">
                  <c:v>6.23088</c:v>
                </c:pt>
                <c:pt idx="4112">
                  <c:v>6.3464400000000003</c:v>
                </c:pt>
                <c:pt idx="4113">
                  <c:v>6.1552199999999999</c:v>
                </c:pt>
                <c:pt idx="4114">
                  <c:v>5.8601299999999998</c:v>
                </c:pt>
                <c:pt idx="4115">
                  <c:v>5.5857999999999999</c:v>
                </c:pt>
                <c:pt idx="4116">
                  <c:v>5.7038399999999996</c:v>
                </c:pt>
                <c:pt idx="4117">
                  <c:v>6.2462</c:v>
                </c:pt>
                <c:pt idx="4118">
                  <c:v>6.4958400000000003</c:v>
                </c:pt>
                <c:pt idx="4119">
                  <c:v>6.4167899999999998</c:v>
                </c:pt>
                <c:pt idx="4120">
                  <c:v>6.0743099999999997</c:v>
                </c:pt>
                <c:pt idx="4121">
                  <c:v>5.85243</c:v>
                </c:pt>
                <c:pt idx="4122">
                  <c:v>5.8820100000000002</c:v>
                </c:pt>
                <c:pt idx="4123">
                  <c:v>6.0593500000000002</c:v>
                </c:pt>
                <c:pt idx="4124">
                  <c:v>6.3361999999999998</c:v>
                </c:pt>
                <c:pt idx="4125">
                  <c:v>6.5974899999999996</c:v>
                </c:pt>
                <c:pt idx="4126">
                  <c:v>6.7825699999999998</c:v>
                </c:pt>
                <c:pt idx="4127">
                  <c:v>6.7328599999999996</c:v>
                </c:pt>
                <c:pt idx="4128">
                  <c:v>6.6005099999999999</c:v>
                </c:pt>
                <c:pt idx="4129">
                  <c:v>6.7696699999999996</c:v>
                </c:pt>
                <c:pt idx="4130">
                  <c:v>6.4208299999999996</c:v>
                </c:pt>
                <c:pt idx="4131">
                  <c:v>6.1054199999999996</c:v>
                </c:pt>
                <c:pt idx="4132">
                  <c:v>6.0273099999999999</c:v>
                </c:pt>
                <c:pt idx="4133">
                  <c:v>5.8677299999999999</c:v>
                </c:pt>
                <c:pt idx="4134">
                  <c:v>5.5702199999999999</c:v>
                </c:pt>
                <c:pt idx="4135">
                  <c:v>5.5546499999999996</c:v>
                </c:pt>
                <c:pt idx="4136">
                  <c:v>5.9742800000000003</c:v>
                </c:pt>
                <c:pt idx="4137">
                  <c:v>6.0120800000000001</c:v>
                </c:pt>
                <c:pt idx="4138">
                  <c:v>6.1721899999999996</c:v>
                </c:pt>
                <c:pt idx="4139">
                  <c:v>6.2215100000000003</c:v>
                </c:pt>
                <c:pt idx="4140">
                  <c:v>6.0913000000000004</c:v>
                </c:pt>
                <c:pt idx="4141">
                  <c:v>6.0503900000000002</c:v>
                </c:pt>
                <c:pt idx="4142">
                  <c:v>6.3666600000000004</c:v>
                </c:pt>
                <c:pt idx="4143">
                  <c:v>6.44998</c:v>
                </c:pt>
                <c:pt idx="4144">
                  <c:v>6.5066899999999999</c:v>
                </c:pt>
                <c:pt idx="4145">
                  <c:v>6.5585899999999997</c:v>
                </c:pt>
                <c:pt idx="4146">
                  <c:v>6.3988800000000001</c:v>
                </c:pt>
                <c:pt idx="4147">
                  <c:v>6.6022499999999997</c:v>
                </c:pt>
                <c:pt idx="4148">
                  <c:v>6.7065299999999999</c:v>
                </c:pt>
                <c:pt idx="4149">
                  <c:v>6.8175100000000004</c:v>
                </c:pt>
                <c:pt idx="4150">
                  <c:v>6.6478200000000003</c:v>
                </c:pt>
                <c:pt idx="4151">
                  <c:v>6.5119100000000003</c:v>
                </c:pt>
                <c:pt idx="4152">
                  <c:v>6.7443999999999997</c:v>
                </c:pt>
                <c:pt idx="4153">
                  <c:v>6.9113800000000003</c:v>
                </c:pt>
                <c:pt idx="4154">
                  <c:v>6.8512399999999998</c:v>
                </c:pt>
                <c:pt idx="4155">
                  <c:v>6.8326599999999997</c:v>
                </c:pt>
                <c:pt idx="4156">
                  <c:v>6.80532</c:v>
                </c:pt>
                <c:pt idx="4157">
                  <c:v>6.6385399999999999</c:v>
                </c:pt>
                <c:pt idx="4158">
                  <c:v>6.4782700000000002</c:v>
                </c:pt>
                <c:pt idx="4159">
                  <c:v>6.2939299999999996</c:v>
                </c:pt>
                <c:pt idx="4160">
                  <c:v>6.5552999999999999</c:v>
                </c:pt>
                <c:pt idx="4161">
                  <c:v>6.6054599999999999</c:v>
                </c:pt>
                <c:pt idx="4162">
                  <c:v>6.5386699999999998</c:v>
                </c:pt>
                <c:pt idx="4163">
                  <c:v>6.8018599999999996</c:v>
                </c:pt>
                <c:pt idx="4164">
                  <c:v>7.1049899999999999</c:v>
                </c:pt>
                <c:pt idx="4165">
                  <c:v>7.2726600000000001</c:v>
                </c:pt>
                <c:pt idx="4166">
                  <c:v>6.8359300000000003</c:v>
                </c:pt>
                <c:pt idx="4167">
                  <c:v>6.4318900000000001</c:v>
                </c:pt>
                <c:pt idx="4168">
                  <c:v>6.2513500000000004</c:v>
                </c:pt>
                <c:pt idx="4169">
                  <c:v>6.2044100000000002</c:v>
                </c:pt>
                <c:pt idx="4170">
                  <c:v>6.4678199999999997</c:v>
                </c:pt>
                <c:pt idx="4171">
                  <c:v>6.8732499999999996</c:v>
                </c:pt>
                <c:pt idx="4172">
                  <c:v>7.1865300000000003</c:v>
                </c:pt>
                <c:pt idx="4173">
                  <c:v>7.1247299999999996</c:v>
                </c:pt>
                <c:pt idx="4174">
                  <c:v>7.1601699999999999</c:v>
                </c:pt>
                <c:pt idx="4175">
                  <c:v>7.2558699999999998</c:v>
                </c:pt>
                <c:pt idx="4176">
                  <c:v>7.0036399999999999</c:v>
                </c:pt>
                <c:pt idx="4177">
                  <c:v>6.8412100000000002</c:v>
                </c:pt>
                <c:pt idx="4178">
                  <c:v>6.8371899999999997</c:v>
                </c:pt>
                <c:pt idx="4179">
                  <c:v>6.7173699999999998</c:v>
                </c:pt>
                <c:pt idx="4180">
                  <c:v>6.4856400000000001</c:v>
                </c:pt>
                <c:pt idx="4181">
                  <c:v>6.3560499999999998</c:v>
                </c:pt>
                <c:pt idx="4182">
                  <c:v>6.4630900000000002</c:v>
                </c:pt>
                <c:pt idx="4183">
                  <c:v>6.5575599999999996</c:v>
                </c:pt>
                <c:pt idx="4184">
                  <c:v>6.5842999999999998</c:v>
                </c:pt>
                <c:pt idx="4185">
                  <c:v>6.53965</c:v>
                </c:pt>
                <c:pt idx="4186">
                  <c:v>6.4083100000000002</c:v>
                </c:pt>
                <c:pt idx="4187">
                  <c:v>6.3741500000000002</c:v>
                </c:pt>
                <c:pt idx="4188">
                  <c:v>6.6835300000000002</c:v>
                </c:pt>
                <c:pt idx="4189">
                  <c:v>7.1414</c:v>
                </c:pt>
                <c:pt idx="4190">
                  <c:v>7.4006299999999996</c:v>
                </c:pt>
                <c:pt idx="4191">
                  <c:v>7.24756</c:v>
                </c:pt>
                <c:pt idx="4192">
                  <c:v>7.1938199999999997</c:v>
                </c:pt>
                <c:pt idx="4193">
                  <c:v>6.8323</c:v>
                </c:pt>
                <c:pt idx="4194">
                  <c:v>6.5085800000000003</c:v>
                </c:pt>
                <c:pt idx="4195">
                  <c:v>6.6489200000000004</c:v>
                </c:pt>
                <c:pt idx="4196">
                  <c:v>6.8514900000000001</c:v>
                </c:pt>
                <c:pt idx="4197">
                  <c:v>6.9356499999999999</c:v>
                </c:pt>
                <c:pt idx="4198">
                  <c:v>6.9365600000000001</c:v>
                </c:pt>
                <c:pt idx="4199">
                  <c:v>6.9977999999999998</c:v>
                </c:pt>
                <c:pt idx="4200">
                  <c:v>7.3843899999999998</c:v>
                </c:pt>
                <c:pt idx="4201">
                  <c:v>7.9947100000000004</c:v>
                </c:pt>
                <c:pt idx="4202">
                  <c:v>7.86388</c:v>
                </c:pt>
                <c:pt idx="4203">
                  <c:v>7.2879500000000004</c:v>
                </c:pt>
                <c:pt idx="4204">
                  <c:v>6.7745699999999998</c:v>
                </c:pt>
                <c:pt idx="4205">
                  <c:v>6.9686700000000004</c:v>
                </c:pt>
                <c:pt idx="4206">
                  <c:v>7.3864999999999998</c:v>
                </c:pt>
                <c:pt idx="4207">
                  <c:v>7.4213899999999997</c:v>
                </c:pt>
                <c:pt idx="4208">
                  <c:v>7.4251800000000001</c:v>
                </c:pt>
                <c:pt idx="4209">
                  <c:v>7.6322799999999997</c:v>
                </c:pt>
                <c:pt idx="4210">
                  <c:v>7.9845499999999996</c:v>
                </c:pt>
                <c:pt idx="4211">
                  <c:v>8.1271599999999999</c:v>
                </c:pt>
                <c:pt idx="4212">
                  <c:v>7.9760099999999996</c:v>
                </c:pt>
                <c:pt idx="4213">
                  <c:v>7.7798499999999997</c:v>
                </c:pt>
                <c:pt idx="4214">
                  <c:v>7.4886200000000001</c:v>
                </c:pt>
                <c:pt idx="4215">
                  <c:v>7.35642</c:v>
                </c:pt>
                <c:pt idx="4216">
                  <c:v>7.4664799999999998</c:v>
                </c:pt>
                <c:pt idx="4217">
                  <c:v>7.5296000000000003</c:v>
                </c:pt>
                <c:pt idx="4218">
                  <c:v>7.4198899999999997</c:v>
                </c:pt>
                <c:pt idx="4219">
                  <c:v>7.37486</c:v>
                </c:pt>
                <c:pt idx="4220">
                  <c:v>7.4952300000000003</c:v>
                </c:pt>
                <c:pt idx="4221">
                  <c:v>7.5975900000000003</c:v>
                </c:pt>
                <c:pt idx="4222">
                  <c:v>7.3054399999999999</c:v>
                </c:pt>
                <c:pt idx="4223">
                  <c:v>6.9322400000000002</c:v>
                </c:pt>
                <c:pt idx="4224">
                  <c:v>6.98217</c:v>
                </c:pt>
                <c:pt idx="4225">
                  <c:v>7.1894900000000002</c:v>
                </c:pt>
                <c:pt idx="4226">
                  <c:v>7.2231199999999998</c:v>
                </c:pt>
                <c:pt idx="4227">
                  <c:v>6.9245900000000002</c:v>
                </c:pt>
                <c:pt idx="4228">
                  <c:v>6.9068399999999999</c:v>
                </c:pt>
                <c:pt idx="4229">
                  <c:v>6.9410299999999996</c:v>
                </c:pt>
                <c:pt idx="4230">
                  <c:v>7.0370999999999997</c:v>
                </c:pt>
                <c:pt idx="4231">
                  <c:v>7.0797299999999996</c:v>
                </c:pt>
                <c:pt idx="4232">
                  <c:v>6.9902800000000003</c:v>
                </c:pt>
                <c:pt idx="4233">
                  <c:v>7.19611</c:v>
                </c:pt>
                <c:pt idx="4234">
                  <c:v>7.4549399999999997</c:v>
                </c:pt>
                <c:pt idx="4235">
                  <c:v>7.2169100000000004</c:v>
                </c:pt>
                <c:pt idx="4236">
                  <c:v>7.1509200000000002</c:v>
                </c:pt>
                <c:pt idx="4237">
                  <c:v>7.2715399999999999</c:v>
                </c:pt>
                <c:pt idx="4238">
                  <c:v>7.5068299999999999</c:v>
                </c:pt>
                <c:pt idx="4239">
                  <c:v>7.6014999999999997</c:v>
                </c:pt>
                <c:pt idx="4240">
                  <c:v>7.39351</c:v>
                </c:pt>
                <c:pt idx="4241">
                  <c:v>7.0959700000000003</c:v>
                </c:pt>
                <c:pt idx="4242">
                  <c:v>6.6976599999999999</c:v>
                </c:pt>
                <c:pt idx="4243">
                  <c:v>6.5527800000000003</c:v>
                </c:pt>
                <c:pt idx="4244">
                  <c:v>6.7683099999999996</c:v>
                </c:pt>
                <c:pt idx="4245">
                  <c:v>6.7704000000000004</c:v>
                </c:pt>
                <c:pt idx="4246">
                  <c:v>6.6417599999999997</c:v>
                </c:pt>
                <c:pt idx="4247">
                  <c:v>6.7362900000000003</c:v>
                </c:pt>
                <c:pt idx="4248">
                  <c:v>7.0369999999999999</c:v>
                </c:pt>
                <c:pt idx="4249">
                  <c:v>7.4341900000000001</c:v>
                </c:pt>
                <c:pt idx="4250">
                  <c:v>7.7554800000000004</c:v>
                </c:pt>
                <c:pt idx="4251">
                  <c:v>7.8006000000000002</c:v>
                </c:pt>
                <c:pt idx="4252">
                  <c:v>7.9107099999999999</c:v>
                </c:pt>
                <c:pt idx="4253">
                  <c:v>7.9246499999999997</c:v>
                </c:pt>
                <c:pt idx="4254">
                  <c:v>7.4426300000000003</c:v>
                </c:pt>
                <c:pt idx="4255">
                  <c:v>7.1941300000000004</c:v>
                </c:pt>
                <c:pt idx="4256">
                  <c:v>7.2035499999999999</c:v>
                </c:pt>
                <c:pt idx="4257">
                  <c:v>7.2099599999999997</c:v>
                </c:pt>
                <c:pt idx="4258">
                  <c:v>7.1614899999999997</c:v>
                </c:pt>
                <c:pt idx="4259">
                  <c:v>7.20343</c:v>
                </c:pt>
                <c:pt idx="4260">
                  <c:v>7.3253700000000004</c:v>
                </c:pt>
                <c:pt idx="4261">
                  <c:v>7.3044399999999996</c:v>
                </c:pt>
                <c:pt idx="4262">
                  <c:v>7.2945700000000002</c:v>
                </c:pt>
                <c:pt idx="4263">
                  <c:v>7.33101</c:v>
                </c:pt>
                <c:pt idx="4264">
                  <c:v>7.2591599999999996</c:v>
                </c:pt>
                <c:pt idx="4265">
                  <c:v>7.0821300000000003</c:v>
                </c:pt>
                <c:pt idx="4266">
                  <c:v>7.1680200000000003</c:v>
                </c:pt>
                <c:pt idx="4267">
                  <c:v>7.1976800000000001</c:v>
                </c:pt>
                <c:pt idx="4268">
                  <c:v>6.7634800000000004</c:v>
                </c:pt>
                <c:pt idx="4269">
                  <c:v>6.5742700000000003</c:v>
                </c:pt>
                <c:pt idx="4270">
                  <c:v>6.7419799999999999</c:v>
                </c:pt>
                <c:pt idx="4271">
                  <c:v>6.8853</c:v>
                </c:pt>
                <c:pt idx="4272">
                  <c:v>6.6718900000000003</c:v>
                </c:pt>
                <c:pt idx="4273">
                  <c:v>6.8442400000000001</c:v>
                </c:pt>
                <c:pt idx="4274">
                  <c:v>7.2534999999999998</c:v>
                </c:pt>
                <c:pt idx="4275">
                  <c:v>7.53057</c:v>
                </c:pt>
                <c:pt idx="4276">
                  <c:v>7.5223800000000001</c:v>
                </c:pt>
                <c:pt idx="4277">
                  <c:v>7.3599100000000002</c:v>
                </c:pt>
                <c:pt idx="4278">
                  <c:v>7.2425100000000002</c:v>
                </c:pt>
                <c:pt idx="4279">
                  <c:v>7.5333500000000004</c:v>
                </c:pt>
                <c:pt idx="4280">
                  <c:v>8.0522299999999998</c:v>
                </c:pt>
                <c:pt idx="4281">
                  <c:v>8.3411600000000004</c:v>
                </c:pt>
                <c:pt idx="4282">
                  <c:v>8.2929300000000001</c:v>
                </c:pt>
                <c:pt idx="4283">
                  <c:v>8.5083599999999997</c:v>
                </c:pt>
                <c:pt idx="4284">
                  <c:v>8.5453100000000006</c:v>
                </c:pt>
                <c:pt idx="4285">
                  <c:v>8.3627000000000002</c:v>
                </c:pt>
                <c:pt idx="4286">
                  <c:v>8.1465499999999995</c:v>
                </c:pt>
                <c:pt idx="4287">
                  <c:v>7.9368699999999999</c:v>
                </c:pt>
                <c:pt idx="4288">
                  <c:v>7.8726799999999999</c:v>
                </c:pt>
                <c:pt idx="4289">
                  <c:v>7.9233399999999996</c:v>
                </c:pt>
                <c:pt idx="4290">
                  <c:v>7.9572399999999996</c:v>
                </c:pt>
                <c:pt idx="4291">
                  <c:v>8.0540400000000005</c:v>
                </c:pt>
                <c:pt idx="4292">
                  <c:v>7.8905900000000004</c:v>
                </c:pt>
                <c:pt idx="4293">
                  <c:v>7.6977599999999997</c:v>
                </c:pt>
                <c:pt idx="4294">
                  <c:v>7.2634699999999999</c:v>
                </c:pt>
                <c:pt idx="4295">
                  <c:v>7.0046799999999996</c:v>
                </c:pt>
                <c:pt idx="4296">
                  <c:v>7.0689399999999996</c:v>
                </c:pt>
                <c:pt idx="4297">
                  <c:v>7.2751000000000001</c:v>
                </c:pt>
                <c:pt idx="4298">
                  <c:v>6.9063400000000001</c:v>
                </c:pt>
                <c:pt idx="4299">
                  <c:v>6.4380199999999999</c:v>
                </c:pt>
                <c:pt idx="4300">
                  <c:v>6.6667800000000002</c:v>
                </c:pt>
                <c:pt idx="4301">
                  <c:v>6.6926699999999997</c:v>
                </c:pt>
                <c:pt idx="4302">
                  <c:v>6.4243100000000002</c:v>
                </c:pt>
                <c:pt idx="4303">
                  <c:v>6.4615999999999998</c:v>
                </c:pt>
                <c:pt idx="4304">
                  <c:v>6.7535499999999997</c:v>
                </c:pt>
                <c:pt idx="4305">
                  <c:v>6.9755000000000003</c:v>
                </c:pt>
                <c:pt idx="4306">
                  <c:v>7.0243500000000001</c:v>
                </c:pt>
                <c:pt idx="4307">
                  <c:v>6.7455100000000003</c:v>
                </c:pt>
                <c:pt idx="4308">
                  <c:v>6.6791700000000001</c:v>
                </c:pt>
                <c:pt idx="4309">
                  <c:v>6.68018</c:v>
                </c:pt>
                <c:pt idx="4310">
                  <c:v>6.8377600000000003</c:v>
                </c:pt>
                <c:pt idx="4311">
                  <c:v>7.1259100000000002</c:v>
                </c:pt>
                <c:pt idx="4312">
                  <c:v>6.9726600000000003</c:v>
                </c:pt>
                <c:pt idx="4313">
                  <c:v>6.89391</c:v>
                </c:pt>
                <c:pt idx="4314">
                  <c:v>6.8254299999999999</c:v>
                </c:pt>
                <c:pt idx="4315">
                  <c:v>6.7117300000000002</c:v>
                </c:pt>
                <c:pt idx="4316">
                  <c:v>6.9536699999999998</c:v>
                </c:pt>
                <c:pt idx="4317">
                  <c:v>7.0869099999999996</c:v>
                </c:pt>
                <c:pt idx="4318">
                  <c:v>7.3217100000000004</c:v>
                </c:pt>
                <c:pt idx="4319">
                  <c:v>7.4388699999999996</c:v>
                </c:pt>
                <c:pt idx="4320">
                  <c:v>7.4114100000000001</c:v>
                </c:pt>
                <c:pt idx="4321">
                  <c:v>7.2220399999999998</c:v>
                </c:pt>
                <c:pt idx="4322">
                  <c:v>6.9780300000000004</c:v>
                </c:pt>
                <c:pt idx="4323">
                  <c:v>6.6642900000000003</c:v>
                </c:pt>
                <c:pt idx="4324">
                  <c:v>6.5710300000000004</c:v>
                </c:pt>
                <c:pt idx="4325">
                  <c:v>6.7763600000000004</c:v>
                </c:pt>
                <c:pt idx="4326">
                  <c:v>6.6717300000000002</c:v>
                </c:pt>
                <c:pt idx="4327">
                  <c:v>6.6998300000000004</c:v>
                </c:pt>
                <c:pt idx="4328">
                  <c:v>6.7555800000000001</c:v>
                </c:pt>
                <c:pt idx="4329">
                  <c:v>6.5829199999999997</c:v>
                </c:pt>
                <c:pt idx="4330">
                  <c:v>6.2608499999999996</c:v>
                </c:pt>
                <c:pt idx="4331">
                  <c:v>6.3453999999999997</c:v>
                </c:pt>
                <c:pt idx="4332">
                  <c:v>6.5225</c:v>
                </c:pt>
                <c:pt idx="4333">
                  <c:v>6.5057099999999997</c:v>
                </c:pt>
                <c:pt idx="4334">
                  <c:v>6.3494099999999998</c:v>
                </c:pt>
                <c:pt idx="4335">
                  <c:v>6.3052900000000003</c:v>
                </c:pt>
                <c:pt idx="4336">
                  <c:v>6.5247299999999999</c:v>
                </c:pt>
                <c:pt idx="4337">
                  <c:v>6.5090500000000002</c:v>
                </c:pt>
                <c:pt idx="4338">
                  <c:v>6.2160000000000002</c:v>
                </c:pt>
                <c:pt idx="4339">
                  <c:v>6.2536300000000002</c:v>
                </c:pt>
                <c:pt idx="4340">
                  <c:v>6.54298</c:v>
                </c:pt>
                <c:pt idx="4341">
                  <c:v>6.9901299999999997</c:v>
                </c:pt>
                <c:pt idx="4342">
                  <c:v>7.2819000000000003</c:v>
                </c:pt>
                <c:pt idx="4343">
                  <c:v>7.5278799999999997</c:v>
                </c:pt>
                <c:pt idx="4344">
                  <c:v>7.2947499999999996</c:v>
                </c:pt>
                <c:pt idx="4345">
                  <c:v>6.9403100000000002</c:v>
                </c:pt>
                <c:pt idx="4346">
                  <c:v>6.9488200000000004</c:v>
                </c:pt>
                <c:pt idx="4347">
                  <c:v>6.9424599999999996</c:v>
                </c:pt>
                <c:pt idx="4348">
                  <c:v>6.9408300000000001</c:v>
                </c:pt>
                <c:pt idx="4349">
                  <c:v>7.0723599999999998</c:v>
                </c:pt>
                <c:pt idx="4350">
                  <c:v>6.9183700000000004</c:v>
                </c:pt>
                <c:pt idx="4351">
                  <c:v>6.4844499999999998</c:v>
                </c:pt>
                <c:pt idx="4352">
                  <c:v>6.6928099999999997</c:v>
                </c:pt>
                <c:pt idx="4353">
                  <c:v>7.1871200000000002</c:v>
                </c:pt>
                <c:pt idx="4354">
                  <c:v>7.2261100000000003</c:v>
                </c:pt>
                <c:pt idx="4355">
                  <c:v>7.3974799999999998</c:v>
                </c:pt>
                <c:pt idx="4356">
                  <c:v>7.3208099999999998</c:v>
                </c:pt>
                <c:pt idx="4357">
                  <c:v>6.9543499999999998</c:v>
                </c:pt>
                <c:pt idx="4358">
                  <c:v>7.2306400000000002</c:v>
                </c:pt>
                <c:pt idx="4359">
                  <c:v>7.53918</c:v>
                </c:pt>
                <c:pt idx="4360">
                  <c:v>7.47241</c:v>
                </c:pt>
                <c:pt idx="4361">
                  <c:v>7.0126999999999997</c:v>
                </c:pt>
                <c:pt idx="4362">
                  <c:v>6.6551200000000001</c:v>
                </c:pt>
                <c:pt idx="4363">
                  <c:v>6.7199400000000002</c:v>
                </c:pt>
                <c:pt idx="4364">
                  <c:v>6.7715500000000004</c:v>
                </c:pt>
                <c:pt idx="4365">
                  <c:v>6.7430099999999999</c:v>
                </c:pt>
                <c:pt idx="4366">
                  <c:v>6.5180999999999996</c:v>
                </c:pt>
                <c:pt idx="4367">
                  <c:v>6.2984200000000001</c:v>
                </c:pt>
                <c:pt idx="4368">
                  <c:v>6.3041999999999998</c:v>
                </c:pt>
                <c:pt idx="4369">
                  <c:v>6.3189200000000003</c:v>
                </c:pt>
                <c:pt idx="4370">
                  <c:v>6.2962100000000003</c:v>
                </c:pt>
                <c:pt idx="4371">
                  <c:v>6.1730900000000002</c:v>
                </c:pt>
                <c:pt idx="4372">
                  <c:v>6.3302300000000002</c:v>
                </c:pt>
                <c:pt idx="4373">
                  <c:v>6.5761000000000003</c:v>
                </c:pt>
                <c:pt idx="4374">
                  <c:v>6.7236500000000001</c:v>
                </c:pt>
                <c:pt idx="4375">
                  <c:v>6.6915800000000001</c:v>
                </c:pt>
                <c:pt idx="4376">
                  <c:v>6.6366800000000001</c:v>
                </c:pt>
                <c:pt idx="4377">
                  <c:v>6.6735600000000002</c:v>
                </c:pt>
                <c:pt idx="4378">
                  <c:v>7.2254199999999997</c:v>
                </c:pt>
                <c:pt idx="4379">
                  <c:v>7.3347699999999998</c:v>
                </c:pt>
                <c:pt idx="4380">
                  <c:v>7.3047800000000001</c:v>
                </c:pt>
                <c:pt idx="4381">
                  <c:v>7.6312699999999998</c:v>
                </c:pt>
                <c:pt idx="4382">
                  <c:v>7.7925000000000004</c:v>
                </c:pt>
                <c:pt idx="4383">
                  <c:v>7.6804800000000002</c:v>
                </c:pt>
                <c:pt idx="4384">
                  <c:v>7.7806699999999998</c:v>
                </c:pt>
                <c:pt idx="4385">
                  <c:v>7.6128200000000001</c:v>
                </c:pt>
                <c:pt idx="4386">
                  <c:v>7.2335799999999999</c:v>
                </c:pt>
                <c:pt idx="4387">
                  <c:v>7.2950600000000003</c:v>
                </c:pt>
                <c:pt idx="4388">
                  <c:v>7.4976799999999999</c:v>
                </c:pt>
                <c:pt idx="4389">
                  <c:v>7.1605400000000001</c:v>
                </c:pt>
                <c:pt idx="4390">
                  <c:v>6.8896600000000001</c:v>
                </c:pt>
                <c:pt idx="4391">
                  <c:v>6.7103099999999998</c:v>
                </c:pt>
                <c:pt idx="4392">
                  <c:v>6.4076399999999998</c:v>
                </c:pt>
                <c:pt idx="4393">
                  <c:v>6.4932999999999996</c:v>
                </c:pt>
                <c:pt idx="4394">
                  <c:v>6.7785799999999998</c:v>
                </c:pt>
                <c:pt idx="4395">
                  <c:v>6.9033600000000002</c:v>
                </c:pt>
                <c:pt idx="4396">
                  <c:v>6.90665</c:v>
                </c:pt>
                <c:pt idx="4397">
                  <c:v>6.8292200000000003</c:v>
                </c:pt>
                <c:pt idx="4398">
                  <c:v>6.5161100000000003</c:v>
                </c:pt>
                <c:pt idx="4399">
                  <c:v>6.2438500000000001</c:v>
                </c:pt>
                <c:pt idx="4400">
                  <c:v>6.0955199999999996</c:v>
                </c:pt>
                <c:pt idx="4401">
                  <c:v>6.3119699999999996</c:v>
                </c:pt>
                <c:pt idx="4402">
                  <c:v>6.5926799999999997</c:v>
                </c:pt>
                <c:pt idx="4403">
                  <c:v>6.6854399999999998</c:v>
                </c:pt>
                <c:pt idx="4404">
                  <c:v>6.7184200000000001</c:v>
                </c:pt>
                <c:pt idx="4405">
                  <c:v>6.72865</c:v>
                </c:pt>
                <c:pt idx="4406">
                  <c:v>6.6983100000000002</c:v>
                </c:pt>
                <c:pt idx="4407">
                  <c:v>6.6523000000000003</c:v>
                </c:pt>
                <c:pt idx="4408">
                  <c:v>6.8355100000000002</c:v>
                </c:pt>
                <c:pt idx="4409">
                  <c:v>7.0773299999999999</c:v>
                </c:pt>
                <c:pt idx="4410">
                  <c:v>6.9452600000000002</c:v>
                </c:pt>
                <c:pt idx="4411">
                  <c:v>6.9387999999999996</c:v>
                </c:pt>
                <c:pt idx="4412">
                  <c:v>6.7556399999999996</c:v>
                </c:pt>
                <c:pt idx="4413">
                  <c:v>6.3010099999999998</c:v>
                </c:pt>
                <c:pt idx="4414">
                  <c:v>6.5051800000000002</c:v>
                </c:pt>
                <c:pt idx="4415">
                  <c:v>6.9933899999999998</c:v>
                </c:pt>
                <c:pt idx="4416">
                  <c:v>7.22865</c:v>
                </c:pt>
                <c:pt idx="4417">
                  <c:v>7.0266200000000003</c:v>
                </c:pt>
                <c:pt idx="4418">
                  <c:v>6.6368499999999999</c:v>
                </c:pt>
                <c:pt idx="4419">
                  <c:v>6.2892200000000003</c:v>
                </c:pt>
                <c:pt idx="4420">
                  <c:v>6.14384</c:v>
                </c:pt>
                <c:pt idx="4421">
                  <c:v>6.2874299999999996</c:v>
                </c:pt>
                <c:pt idx="4422">
                  <c:v>6.6391299999999998</c:v>
                </c:pt>
                <c:pt idx="4423">
                  <c:v>6.7033899999999997</c:v>
                </c:pt>
                <c:pt idx="4424">
                  <c:v>6.6597600000000003</c:v>
                </c:pt>
                <c:pt idx="4425">
                  <c:v>6.6969399999999997</c:v>
                </c:pt>
                <c:pt idx="4426">
                  <c:v>6.66249</c:v>
                </c:pt>
                <c:pt idx="4427">
                  <c:v>6.6889399999999997</c:v>
                </c:pt>
                <c:pt idx="4428">
                  <c:v>6.6805099999999999</c:v>
                </c:pt>
                <c:pt idx="4429">
                  <c:v>6.6325399999999997</c:v>
                </c:pt>
                <c:pt idx="4430">
                  <c:v>6.7345499999999996</c:v>
                </c:pt>
                <c:pt idx="4431">
                  <c:v>6.7140599999999999</c:v>
                </c:pt>
                <c:pt idx="4432">
                  <c:v>6.3090999999999999</c:v>
                </c:pt>
                <c:pt idx="4433">
                  <c:v>6.1179399999999999</c:v>
                </c:pt>
                <c:pt idx="4434">
                  <c:v>6.0701999999999998</c:v>
                </c:pt>
                <c:pt idx="4435">
                  <c:v>6.1995899999999997</c:v>
                </c:pt>
                <c:pt idx="4436">
                  <c:v>6.3222699999999996</c:v>
                </c:pt>
                <c:pt idx="4437">
                  <c:v>6.1374899999999997</c:v>
                </c:pt>
                <c:pt idx="4438">
                  <c:v>6.1390599999999997</c:v>
                </c:pt>
                <c:pt idx="4439">
                  <c:v>6.3580399999999999</c:v>
                </c:pt>
                <c:pt idx="4440">
                  <c:v>6.53939</c:v>
                </c:pt>
                <c:pt idx="4441">
                  <c:v>6.4180700000000002</c:v>
                </c:pt>
                <c:pt idx="4442">
                  <c:v>6.2810699999999997</c:v>
                </c:pt>
                <c:pt idx="4443">
                  <c:v>6.4222200000000003</c:v>
                </c:pt>
                <c:pt idx="4444">
                  <c:v>6.6017999999999999</c:v>
                </c:pt>
                <c:pt idx="4445">
                  <c:v>6.5449000000000002</c:v>
                </c:pt>
                <c:pt idx="4446">
                  <c:v>6.5121799999999999</c:v>
                </c:pt>
                <c:pt idx="4447">
                  <c:v>6.54244</c:v>
                </c:pt>
                <c:pt idx="4448">
                  <c:v>6.5296700000000003</c:v>
                </c:pt>
                <c:pt idx="4449">
                  <c:v>6.4761699999999998</c:v>
                </c:pt>
                <c:pt idx="4450">
                  <c:v>6.5477499999999997</c:v>
                </c:pt>
                <c:pt idx="4451">
                  <c:v>6.4647399999999999</c:v>
                </c:pt>
                <c:pt idx="4452">
                  <c:v>6.7508800000000004</c:v>
                </c:pt>
                <c:pt idx="4453">
                  <c:v>7.2590700000000004</c:v>
                </c:pt>
                <c:pt idx="4454">
                  <c:v>7.4517699999999998</c:v>
                </c:pt>
                <c:pt idx="4455">
                  <c:v>7.2716900000000004</c:v>
                </c:pt>
                <c:pt idx="4456">
                  <c:v>6.9964899999999997</c:v>
                </c:pt>
                <c:pt idx="4457">
                  <c:v>6.8503800000000004</c:v>
                </c:pt>
                <c:pt idx="4458">
                  <c:v>6.9260599999999997</c:v>
                </c:pt>
                <c:pt idx="4459">
                  <c:v>7.0109599999999999</c:v>
                </c:pt>
                <c:pt idx="4460">
                  <c:v>6.8978999999999999</c:v>
                </c:pt>
                <c:pt idx="4461">
                  <c:v>6.6629100000000001</c:v>
                </c:pt>
                <c:pt idx="4462">
                  <c:v>6.7857900000000004</c:v>
                </c:pt>
                <c:pt idx="4463">
                  <c:v>6.8073300000000003</c:v>
                </c:pt>
                <c:pt idx="4464">
                  <c:v>6.7408900000000003</c:v>
                </c:pt>
                <c:pt idx="4465">
                  <c:v>6.5430400000000004</c:v>
                </c:pt>
                <c:pt idx="4466">
                  <c:v>6.5108699999999997</c:v>
                </c:pt>
                <c:pt idx="4467">
                  <c:v>6.4869700000000003</c:v>
                </c:pt>
                <c:pt idx="4468">
                  <c:v>6.1766300000000003</c:v>
                </c:pt>
                <c:pt idx="4469">
                  <c:v>6.0133000000000001</c:v>
                </c:pt>
                <c:pt idx="4470">
                  <c:v>6.0038600000000004</c:v>
                </c:pt>
                <c:pt idx="4471">
                  <c:v>6.2779100000000003</c:v>
                </c:pt>
                <c:pt idx="4472">
                  <c:v>6.4580399999999996</c:v>
                </c:pt>
                <c:pt idx="4473">
                  <c:v>6.6656899999999997</c:v>
                </c:pt>
                <c:pt idx="4474">
                  <c:v>6.7665600000000001</c:v>
                </c:pt>
                <c:pt idx="4475">
                  <c:v>6.6184500000000002</c:v>
                </c:pt>
                <c:pt idx="4476">
                  <c:v>6.5561999999999996</c:v>
                </c:pt>
                <c:pt idx="4477">
                  <c:v>6.5457299999999998</c:v>
                </c:pt>
                <c:pt idx="4478">
                  <c:v>6.6946399999999997</c:v>
                </c:pt>
                <c:pt idx="4479">
                  <c:v>6.6460499999999998</c:v>
                </c:pt>
                <c:pt idx="4480">
                  <c:v>6.4992099999999997</c:v>
                </c:pt>
                <c:pt idx="4481">
                  <c:v>6.42896</c:v>
                </c:pt>
                <c:pt idx="4482">
                  <c:v>6.6945600000000001</c:v>
                </c:pt>
                <c:pt idx="4483">
                  <c:v>6.8654099999999998</c:v>
                </c:pt>
                <c:pt idx="4484">
                  <c:v>6.8934300000000004</c:v>
                </c:pt>
                <c:pt idx="4485">
                  <c:v>7.0285500000000001</c:v>
                </c:pt>
                <c:pt idx="4486">
                  <c:v>6.8901500000000002</c:v>
                </c:pt>
                <c:pt idx="4487">
                  <c:v>6.6953800000000001</c:v>
                </c:pt>
                <c:pt idx="4488">
                  <c:v>6.3680099999999999</c:v>
                </c:pt>
                <c:pt idx="4489">
                  <c:v>6.3594999999999997</c:v>
                </c:pt>
                <c:pt idx="4490">
                  <c:v>6.2086600000000001</c:v>
                </c:pt>
                <c:pt idx="4491">
                  <c:v>6.18696</c:v>
                </c:pt>
                <c:pt idx="4492">
                  <c:v>6.3602999999999996</c:v>
                </c:pt>
                <c:pt idx="4493">
                  <c:v>6.6109499999999999</c:v>
                </c:pt>
                <c:pt idx="4494">
                  <c:v>6.7726100000000002</c:v>
                </c:pt>
                <c:pt idx="4495">
                  <c:v>7.0892999999999997</c:v>
                </c:pt>
                <c:pt idx="4496">
                  <c:v>7.0720999999999998</c:v>
                </c:pt>
                <c:pt idx="4497">
                  <c:v>6.5045999999999999</c:v>
                </c:pt>
                <c:pt idx="4498">
                  <c:v>6.3442600000000002</c:v>
                </c:pt>
                <c:pt idx="4499">
                  <c:v>6.4790599999999996</c:v>
                </c:pt>
                <c:pt idx="4500">
                  <c:v>6.4656599999999997</c:v>
                </c:pt>
                <c:pt idx="4501">
                  <c:v>6.4292299999999996</c:v>
                </c:pt>
                <c:pt idx="4502">
                  <c:v>6.7693199999999996</c:v>
                </c:pt>
                <c:pt idx="4503">
                  <c:v>6.9190399999999999</c:v>
                </c:pt>
                <c:pt idx="4504">
                  <c:v>7.06799</c:v>
                </c:pt>
                <c:pt idx="4505">
                  <c:v>6.9844499999999998</c:v>
                </c:pt>
                <c:pt idx="4506">
                  <c:v>6.7564099999999998</c:v>
                </c:pt>
                <c:pt idx="4507">
                  <c:v>7.0884200000000002</c:v>
                </c:pt>
                <c:pt idx="4508">
                  <c:v>7.6222500000000002</c:v>
                </c:pt>
                <c:pt idx="4509">
                  <c:v>7.6723100000000004</c:v>
                </c:pt>
                <c:pt idx="4510">
                  <c:v>7.5885400000000001</c:v>
                </c:pt>
                <c:pt idx="4511">
                  <c:v>7.6583399999999999</c:v>
                </c:pt>
                <c:pt idx="4512">
                  <c:v>7.4729900000000002</c:v>
                </c:pt>
                <c:pt idx="4513">
                  <c:v>6.9932299999999996</c:v>
                </c:pt>
                <c:pt idx="4514">
                  <c:v>6.7127699999999999</c:v>
                </c:pt>
                <c:pt idx="4515">
                  <c:v>7.0456300000000001</c:v>
                </c:pt>
                <c:pt idx="4516">
                  <c:v>7.2803399999999998</c:v>
                </c:pt>
                <c:pt idx="4517">
                  <c:v>7.1274300000000004</c:v>
                </c:pt>
                <c:pt idx="4518">
                  <c:v>6.7371999999999996</c:v>
                </c:pt>
                <c:pt idx="4519">
                  <c:v>6.3273299999999999</c:v>
                </c:pt>
                <c:pt idx="4520">
                  <c:v>6.1533300000000004</c:v>
                </c:pt>
                <c:pt idx="4521">
                  <c:v>6.4615099999999996</c:v>
                </c:pt>
                <c:pt idx="4522">
                  <c:v>6.6909599999999996</c:v>
                </c:pt>
                <c:pt idx="4523">
                  <c:v>6.6459000000000001</c:v>
                </c:pt>
                <c:pt idx="4524">
                  <c:v>6.7243399999999998</c:v>
                </c:pt>
                <c:pt idx="4525">
                  <c:v>6.5958300000000003</c:v>
                </c:pt>
                <c:pt idx="4526">
                  <c:v>6.4444499999999998</c:v>
                </c:pt>
                <c:pt idx="4527">
                  <c:v>6.4652599999999998</c:v>
                </c:pt>
                <c:pt idx="4528">
                  <c:v>6.5596199999999998</c:v>
                </c:pt>
                <c:pt idx="4529">
                  <c:v>6.6760599999999997</c:v>
                </c:pt>
                <c:pt idx="4530">
                  <c:v>6.5026799999999998</c:v>
                </c:pt>
                <c:pt idx="4531">
                  <c:v>6.9888700000000004</c:v>
                </c:pt>
                <c:pt idx="4532">
                  <c:v>7.51389</c:v>
                </c:pt>
                <c:pt idx="4533">
                  <c:v>7.6069899999999997</c:v>
                </c:pt>
                <c:pt idx="4534">
                  <c:v>7.6028900000000004</c:v>
                </c:pt>
                <c:pt idx="4535">
                  <c:v>7.2157299999999998</c:v>
                </c:pt>
                <c:pt idx="4536">
                  <c:v>6.8084899999999999</c:v>
                </c:pt>
                <c:pt idx="4537">
                  <c:v>6.8472499999999998</c:v>
                </c:pt>
                <c:pt idx="4538">
                  <c:v>7.0718199999999998</c:v>
                </c:pt>
                <c:pt idx="4539">
                  <c:v>7.36313</c:v>
                </c:pt>
                <c:pt idx="4540">
                  <c:v>7.6970900000000002</c:v>
                </c:pt>
                <c:pt idx="4541">
                  <c:v>7.7967500000000003</c:v>
                </c:pt>
                <c:pt idx="4542">
                  <c:v>7.7326499999999996</c:v>
                </c:pt>
                <c:pt idx="4543">
                  <c:v>7.9675099999999999</c:v>
                </c:pt>
                <c:pt idx="4544">
                  <c:v>7.88028</c:v>
                </c:pt>
                <c:pt idx="4545">
                  <c:v>7.8832399999999998</c:v>
                </c:pt>
                <c:pt idx="4546">
                  <c:v>7.70852</c:v>
                </c:pt>
                <c:pt idx="4547">
                  <c:v>7.4973299999999998</c:v>
                </c:pt>
                <c:pt idx="4548">
                  <c:v>7.4372499999999997</c:v>
                </c:pt>
                <c:pt idx="4549">
                  <c:v>7.25746</c:v>
                </c:pt>
                <c:pt idx="4550">
                  <c:v>7.3220200000000002</c:v>
                </c:pt>
                <c:pt idx="4551">
                  <c:v>7.0958199999999998</c:v>
                </c:pt>
                <c:pt idx="4552">
                  <c:v>6.7903399999999996</c:v>
                </c:pt>
                <c:pt idx="4553">
                  <c:v>6.8705299999999996</c:v>
                </c:pt>
                <c:pt idx="4554">
                  <c:v>6.89255</c:v>
                </c:pt>
                <c:pt idx="4555">
                  <c:v>6.6629199999999997</c:v>
                </c:pt>
                <c:pt idx="4556">
                  <c:v>6.6439300000000001</c:v>
                </c:pt>
                <c:pt idx="4557">
                  <c:v>6.8606100000000003</c:v>
                </c:pt>
                <c:pt idx="4558">
                  <c:v>7.2743900000000004</c:v>
                </c:pt>
                <c:pt idx="4559">
                  <c:v>7.3729500000000003</c:v>
                </c:pt>
                <c:pt idx="4560">
                  <c:v>7.1428700000000003</c:v>
                </c:pt>
                <c:pt idx="4561">
                  <c:v>6.5633600000000003</c:v>
                </c:pt>
                <c:pt idx="4562">
                  <c:v>5.9074799999999996</c:v>
                </c:pt>
                <c:pt idx="4563">
                  <c:v>6.0570300000000001</c:v>
                </c:pt>
                <c:pt idx="4564">
                  <c:v>6.6127399999999996</c:v>
                </c:pt>
                <c:pt idx="4565">
                  <c:v>7.10243</c:v>
                </c:pt>
                <c:pt idx="4566">
                  <c:v>7.3276899999999996</c:v>
                </c:pt>
                <c:pt idx="4567">
                  <c:v>7.4879199999999999</c:v>
                </c:pt>
                <c:pt idx="4568">
                  <c:v>7.8009500000000003</c:v>
                </c:pt>
                <c:pt idx="4569">
                  <c:v>8.1175499999999996</c:v>
                </c:pt>
                <c:pt idx="4570">
                  <c:v>7.9479300000000004</c:v>
                </c:pt>
                <c:pt idx="4571">
                  <c:v>7.4135400000000002</c:v>
                </c:pt>
                <c:pt idx="4572">
                  <c:v>6.9053000000000004</c:v>
                </c:pt>
                <c:pt idx="4573">
                  <c:v>6.6918300000000004</c:v>
                </c:pt>
                <c:pt idx="4574">
                  <c:v>6.35344</c:v>
                </c:pt>
                <c:pt idx="4575">
                  <c:v>6.2924499999999997</c:v>
                </c:pt>
                <c:pt idx="4576">
                  <c:v>6.7182000000000004</c:v>
                </c:pt>
                <c:pt idx="4577">
                  <c:v>6.9738199999999999</c:v>
                </c:pt>
                <c:pt idx="4578">
                  <c:v>6.90008</c:v>
                </c:pt>
                <c:pt idx="4579">
                  <c:v>6.6547099999999997</c:v>
                </c:pt>
                <c:pt idx="4580">
                  <c:v>6.6535399999999996</c:v>
                </c:pt>
                <c:pt idx="4581">
                  <c:v>6.6101299999999998</c:v>
                </c:pt>
                <c:pt idx="4582">
                  <c:v>6.5783100000000001</c:v>
                </c:pt>
                <c:pt idx="4583">
                  <c:v>6.8433200000000003</c:v>
                </c:pt>
                <c:pt idx="4584">
                  <c:v>7.0094500000000002</c:v>
                </c:pt>
                <c:pt idx="4585">
                  <c:v>7.2464500000000003</c:v>
                </c:pt>
                <c:pt idx="4586">
                  <c:v>7.5370200000000001</c:v>
                </c:pt>
                <c:pt idx="4587">
                  <c:v>7.6098100000000004</c:v>
                </c:pt>
                <c:pt idx="4588">
                  <c:v>7.41059</c:v>
                </c:pt>
                <c:pt idx="4589">
                  <c:v>7.2322600000000001</c:v>
                </c:pt>
                <c:pt idx="4590">
                  <c:v>7.4561400000000004</c:v>
                </c:pt>
                <c:pt idx="4591">
                  <c:v>7.36348</c:v>
                </c:pt>
                <c:pt idx="4592">
                  <c:v>7.0272699999999997</c:v>
                </c:pt>
                <c:pt idx="4593">
                  <c:v>6.5189500000000002</c:v>
                </c:pt>
                <c:pt idx="4594">
                  <c:v>5.9716500000000003</c:v>
                </c:pt>
                <c:pt idx="4595">
                  <c:v>5.75312</c:v>
                </c:pt>
                <c:pt idx="4596">
                  <c:v>6.0926999999999998</c:v>
                </c:pt>
                <c:pt idx="4597">
                  <c:v>6.5083599999999997</c:v>
                </c:pt>
                <c:pt idx="4598">
                  <c:v>6.7077099999999996</c:v>
                </c:pt>
                <c:pt idx="4599">
                  <c:v>6.7662599999999999</c:v>
                </c:pt>
                <c:pt idx="4600">
                  <c:v>6.5369700000000002</c:v>
                </c:pt>
                <c:pt idx="4601">
                  <c:v>6.3638899999999996</c:v>
                </c:pt>
                <c:pt idx="4602">
                  <c:v>6.3254099999999998</c:v>
                </c:pt>
                <c:pt idx="4603">
                  <c:v>6.4106399999999999</c:v>
                </c:pt>
                <c:pt idx="4604">
                  <c:v>6.5862600000000002</c:v>
                </c:pt>
                <c:pt idx="4605">
                  <c:v>6.8341799999999999</c:v>
                </c:pt>
                <c:pt idx="4606">
                  <c:v>7.0476799999999997</c:v>
                </c:pt>
                <c:pt idx="4607">
                  <c:v>7.0482800000000001</c:v>
                </c:pt>
                <c:pt idx="4608">
                  <c:v>7.2171599999999998</c:v>
                </c:pt>
                <c:pt idx="4609">
                  <c:v>7.5802399999999999</c:v>
                </c:pt>
                <c:pt idx="4610">
                  <c:v>7.82179</c:v>
                </c:pt>
                <c:pt idx="4611">
                  <c:v>7.6712199999999999</c:v>
                </c:pt>
                <c:pt idx="4612">
                  <c:v>7.5342500000000001</c:v>
                </c:pt>
                <c:pt idx="4613">
                  <c:v>7.33371</c:v>
                </c:pt>
                <c:pt idx="4614">
                  <c:v>6.5355600000000003</c:v>
                </c:pt>
                <c:pt idx="4615">
                  <c:v>5.9246699999999999</c:v>
                </c:pt>
                <c:pt idx="4616">
                  <c:v>6.0877400000000002</c:v>
                </c:pt>
                <c:pt idx="4617">
                  <c:v>6.7043999999999997</c:v>
                </c:pt>
                <c:pt idx="4618">
                  <c:v>7.1611599999999997</c:v>
                </c:pt>
                <c:pt idx="4619">
                  <c:v>7.17516</c:v>
                </c:pt>
                <c:pt idx="4620">
                  <c:v>6.9668299999999999</c:v>
                </c:pt>
                <c:pt idx="4621">
                  <c:v>6.7635800000000001</c:v>
                </c:pt>
                <c:pt idx="4622">
                  <c:v>6.7048300000000003</c:v>
                </c:pt>
                <c:pt idx="4623">
                  <c:v>6.7162199999999999</c:v>
                </c:pt>
                <c:pt idx="4624">
                  <c:v>6.6897599999999997</c:v>
                </c:pt>
                <c:pt idx="4625">
                  <c:v>6.2851400000000002</c:v>
                </c:pt>
                <c:pt idx="4626">
                  <c:v>6.2521899999999997</c:v>
                </c:pt>
                <c:pt idx="4627">
                  <c:v>6.8938199999999998</c:v>
                </c:pt>
                <c:pt idx="4628">
                  <c:v>7.3706199999999997</c:v>
                </c:pt>
                <c:pt idx="4629">
                  <c:v>7.4132400000000001</c:v>
                </c:pt>
                <c:pt idx="4630">
                  <c:v>7.1191800000000001</c:v>
                </c:pt>
                <c:pt idx="4631">
                  <c:v>7.0304500000000001</c:v>
                </c:pt>
                <c:pt idx="4632">
                  <c:v>6.8998900000000001</c:v>
                </c:pt>
                <c:pt idx="4633">
                  <c:v>6.7674700000000003</c:v>
                </c:pt>
                <c:pt idx="4634">
                  <c:v>7.0585199999999997</c:v>
                </c:pt>
                <c:pt idx="4635">
                  <c:v>7.2240500000000001</c:v>
                </c:pt>
                <c:pt idx="4636">
                  <c:v>7.5889899999999999</c:v>
                </c:pt>
                <c:pt idx="4637">
                  <c:v>7.59382</c:v>
                </c:pt>
                <c:pt idx="4638">
                  <c:v>7.2548899999999996</c:v>
                </c:pt>
                <c:pt idx="4639">
                  <c:v>6.9965400000000004</c:v>
                </c:pt>
                <c:pt idx="4640">
                  <c:v>6.7128300000000003</c:v>
                </c:pt>
                <c:pt idx="4641">
                  <c:v>6.5722199999999997</c:v>
                </c:pt>
                <c:pt idx="4642">
                  <c:v>6.76736</c:v>
                </c:pt>
                <c:pt idx="4643">
                  <c:v>6.9644700000000004</c:v>
                </c:pt>
                <c:pt idx="4644">
                  <c:v>7.0893199999999998</c:v>
                </c:pt>
                <c:pt idx="4645">
                  <c:v>7.1120000000000001</c:v>
                </c:pt>
                <c:pt idx="4646">
                  <c:v>7.2900999999999998</c:v>
                </c:pt>
                <c:pt idx="4647">
                  <c:v>7.7560000000000002</c:v>
                </c:pt>
                <c:pt idx="4648">
                  <c:v>7.9918699999999996</c:v>
                </c:pt>
                <c:pt idx="4649">
                  <c:v>7.8407999999999998</c:v>
                </c:pt>
                <c:pt idx="4650">
                  <c:v>7.7021699999999997</c:v>
                </c:pt>
                <c:pt idx="4651">
                  <c:v>7.7739500000000001</c:v>
                </c:pt>
                <c:pt idx="4652">
                  <c:v>7.8032500000000002</c:v>
                </c:pt>
                <c:pt idx="4653">
                  <c:v>7.8287899999999997</c:v>
                </c:pt>
                <c:pt idx="4654">
                  <c:v>7.5054699999999999</c:v>
                </c:pt>
                <c:pt idx="4655">
                  <c:v>6.9488500000000002</c:v>
                </c:pt>
                <c:pt idx="4656">
                  <c:v>6.8157899999999998</c:v>
                </c:pt>
                <c:pt idx="4657">
                  <c:v>7.2761899999999997</c:v>
                </c:pt>
                <c:pt idx="4658">
                  <c:v>7.7185800000000002</c:v>
                </c:pt>
                <c:pt idx="4659">
                  <c:v>7.7619499999999997</c:v>
                </c:pt>
                <c:pt idx="4660">
                  <c:v>7.7602399999999996</c:v>
                </c:pt>
                <c:pt idx="4661">
                  <c:v>7.7447600000000003</c:v>
                </c:pt>
                <c:pt idx="4662">
                  <c:v>7.52454</c:v>
                </c:pt>
                <c:pt idx="4663">
                  <c:v>7.3512000000000004</c:v>
                </c:pt>
                <c:pt idx="4664">
                  <c:v>7.1568699999999996</c:v>
                </c:pt>
                <c:pt idx="4665">
                  <c:v>7.0442299999999998</c:v>
                </c:pt>
                <c:pt idx="4666">
                  <c:v>7.0322899999999997</c:v>
                </c:pt>
                <c:pt idx="4667">
                  <c:v>6.6611500000000001</c:v>
                </c:pt>
                <c:pt idx="4668">
                  <c:v>6.7414399999999999</c:v>
                </c:pt>
                <c:pt idx="4669">
                  <c:v>7.4156700000000004</c:v>
                </c:pt>
                <c:pt idx="4670">
                  <c:v>7.7943899999999999</c:v>
                </c:pt>
                <c:pt idx="4671">
                  <c:v>7.8730900000000004</c:v>
                </c:pt>
                <c:pt idx="4672">
                  <c:v>7.7882899999999999</c:v>
                </c:pt>
                <c:pt idx="4673">
                  <c:v>7.4202199999999996</c:v>
                </c:pt>
                <c:pt idx="4674">
                  <c:v>7.0501699999999996</c:v>
                </c:pt>
                <c:pt idx="4675">
                  <c:v>6.9437199999999999</c:v>
                </c:pt>
                <c:pt idx="4676">
                  <c:v>7.0731099999999998</c:v>
                </c:pt>
                <c:pt idx="4677">
                  <c:v>7.1436900000000003</c:v>
                </c:pt>
                <c:pt idx="4678">
                  <c:v>7.1728100000000001</c:v>
                </c:pt>
                <c:pt idx="4679">
                  <c:v>6.7121700000000004</c:v>
                </c:pt>
                <c:pt idx="4680">
                  <c:v>6.2326300000000003</c:v>
                </c:pt>
                <c:pt idx="4681">
                  <c:v>6.4514500000000004</c:v>
                </c:pt>
                <c:pt idx="4682">
                  <c:v>6.2948300000000001</c:v>
                </c:pt>
                <c:pt idx="4683">
                  <c:v>6.18689</c:v>
                </c:pt>
                <c:pt idx="4684">
                  <c:v>6.3885800000000001</c:v>
                </c:pt>
                <c:pt idx="4685">
                  <c:v>6.9868300000000003</c:v>
                </c:pt>
                <c:pt idx="4686">
                  <c:v>7.1707700000000001</c:v>
                </c:pt>
                <c:pt idx="4687">
                  <c:v>6.9564700000000004</c:v>
                </c:pt>
                <c:pt idx="4688">
                  <c:v>6.7759900000000002</c:v>
                </c:pt>
                <c:pt idx="4689">
                  <c:v>7.0754700000000001</c:v>
                </c:pt>
                <c:pt idx="4690">
                  <c:v>7.2714600000000003</c:v>
                </c:pt>
                <c:pt idx="4691">
                  <c:v>7.3423400000000001</c:v>
                </c:pt>
                <c:pt idx="4692">
                  <c:v>7.5190999999999999</c:v>
                </c:pt>
                <c:pt idx="4693">
                  <c:v>7.4635100000000003</c:v>
                </c:pt>
                <c:pt idx="4694">
                  <c:v>7.3203899999999997</c:v>
                </c:pt>
                <c:pt idx="4695">
                  <c:v>7.6612999999999998</c:v>
                </c:pt>
                <c:pt idx="4696">
                  <c:v>7.90151</c:v>
                </c:pt>
                <c:pt idx="4697">
                  <c:v>7.9593499999999997</c:v>
                </c:pt>
                <c:pt idx="4698">
                  <c:v>8.00657</c:v>
                </c:pt>
                <c:pt idx="4699">
                  <c:v>7.9683099999999998</c:v>
                </c:pt>
                <c:pt idx="4700">
                  <c:v>8.1005900000000004</c:v>
                </c:pt>
                <c:pt idx="4701">
                  <c:v>8.2166200000000007</c:v>
                </c:pt>
                <c:pt idx="4702">
                  <c:v>7.9678599999999999</c:v>
                </c:pt>
                <c:pt idx="4703">
                  <c:v>7.8805100000000001</c:v>
                </c:pt>
                <c:pt idx="4704">
                  <c:v>7.9083399999999999</c:v>
                </c:pt>
                <c:pt idx="4705">
                  <c:v>7.6480699999999997</c:v>
                </c:pt>
                <c:pt idx="4706">
                  <c:v>7.5130600000000003</c:v>
                </c:pt>
                <c:pt idx="4707">
                  <c:v>7.5583799999999997</c:v>
                </c:pt>
                <c:pt idx="4708">
                  <c:v>7.9343500000000002</c:v>
                </c:pt>
                <c:pt idx="4709">
                  <c:v>8.3056000000000001</c:v>
                </c:pt>
                <c:pt idx="4710">
                  <c:v>8.5498499999999993</c:v>
                </c:pt>
                <c:pt idx="4711">
                  <c:v>8.4512300000000007</c:v>
                </c:pt>
                <c:pt idx="4712">
                  <c:v>8.1039100000000008</c:v>
                </c:pt>
                <c:pt idx="4713">
                  <c:v>7.9954799999999997</c:v>
                </c:pt>
                <c:pt idx="4714">
                  <c:v>7.8052900000000003</c:v>
                </c:pt>
                <c:pt idx="4715">
                  <c:v>7.5998999999999999</c:v>
                </c:pt>
                <c:pt idx="4716">
                  <c:v>7.8255299999999997</c:v>
                </c:pt>
                <c:pt idx="4717">
                  <c:v>7.9911799999999999</c:v>
                </c:pt>
                <c:pt idx="4718">
                  <c:v>8.0179299999999998</c:v>
                </c:pt>
                <c:pt idx="4719">
                  <c:v>7.7376899999999997</c:v>
                </c:pt>
                <c:pt idx="4720">
                  <c:v>7.6056900000000001</c:v>
                </c:pt>
                <c:pt idx="4721">
                  <c:v>7.6218199999999996</c:v>
                </c:pt>
                <c:pt idx="4722">
                  <c:v>7.5192600000000001</c:v>
                </c:pt>
                <c:pt idx="4723">
                  <c:v>7.7270700000000003</c:v>
                </c:pt>
                <c:pt idx="4724">
                  <c:v>7.8385100000000003</c:v>
                </c:pt>
                <c:pt idx="4725">
                  <c:v>7.8812300000000004</c:v>
                </c:pt>
                <c:pt idx="4726">
                  <c:v>8.1666399999999992</c:v>
                </c:pt>
                <c:pt idx="4727">
                  <c:v>8.3513400000000004</c:v>
                </c:pt>
                <c:pt idx="4728">
                  <c:v>8.3379200000000004</c:v>
                </c:pt>
                <c:pt idx="4729">
                  <c:v>8.5752000000000006</c:v>
                </c:pt>
                <c:pt idx="4730">
                  <c:v>8.6628900000000009</c:v>
                </c:pt>
                <c:pt idx="4731">
                  <c:v>8.5293200000000002</c:v>
                </c:pt>
                <c:pt idx="4732">
                  <c:v>8.4803899999999999</c:v>
                </c:pt>
                <c:pt idx="4733">
                  <c:v>8.7100200000000001</c:v>
                </c:pt>
                <c:pt idx="4734">
                  <c:v>9.0923599999999993</c:v>
                </c:pt>
                <c:pt idx="4735">
                  <c:v>9.3083299999999998</c:v>
                </c:pt>
                <c:pt idx="4736">
                  <c:v>9.1406100000000006</c:v>
                </c:pt>
                <c:pt idx="4737">
                  <c:v>8.9685900000000007</c:v>
                </c:pt>
                <c:pt idx="4738">
                  <c:v>9.0351499999999998</c:v>
                </c:pt>
                <c:pt idx="4739">
                  <c:v>9.1178000000000008</c:v>
                </c:pt>
                <c:pt idx="4740">
                  <c:v>9.8926700000000007</c:v>
                </c:pt>
                <c:pt idx="4741">
                  <c:v>10.661</c:v>
                </c:pt>
                <c:pt idx="4742">
                  <c:v>11.196099999999999</c:v>
                </c:pt>
                <c:pt idx="4743">
                  <c:v>11.659800000000001</c:v>
                </c:pt>
                <c:pt idx="4744">
                  <c:v>12.152699999999999</c:v>
                </c:pt>
                <c:pt idx="4745">
                  <c:v>12.601800000000001</c:v>
                </c:pt>
                <c:pt idx="4746">
                  <c:v>12.5648</c:v>
                </c:pt>
                <c:pt idx="4747">
                  <c:v>12.671200000000001</c:v>
                </c:pt>
                <c:pt idx="4748">
                  <c:v>12.9199</c:v>
                </c:pt>
                <c:pt idx="4749">
                  <c:v>12.787100000000001</c:v>
                </c:pt>
                <c:pt idx="4750">
                  <c:v>12.544</c:v>
                </c:pt>
                <c:pt idx="4751">
                  <c:v>12.2432</c:v>
                </c:pt>
                <c:pt idx="4752">
                  <c:v>12.1983</c:v>
                </c:pt>
                <c:pt idx="4753">
                  <c:v>12.375400000000001</c:v>
                </c:pt>
                <c:pt idx="4754">
                  <c:v>12.4444</c:v>
                </c:pt>
                <c:pt idx="4755">
                  <c:v>12.000299999999999</c:v>
                </c:pt>
                <c:pt idx="4756">
                  <c:v>11.2256</c:v>
                </c:pt>
                <c:pt idx="4757">
                  <c:v>10.370100000000001</c:v>
                </c:pt>
                <c:pt idx="4758">
                  <c:v>9.2905700000000007</c:v>
                </c:pt>
                <c:pt idx="4759">
                  <c:v>8.6204400000000003</c:v>
                </c:pt>
                <c:pt idx="4760">
                  <c:v>8.4964499999999994</c:v>
                </c:pt>
                <c:pt idx="4761">
                  <c:v>8.4102800000000002</c:v>
                </c:pt>
                <c:pt idx="4762">
                  <c:v>8.1501300000000008</c:v>
                </c:pt>
                <c:pt idx="4763">
                  <c:v>8.16934</c:v>
                </c:pt>
                <c:pt idx="4764">
                  <c:v>8.7182300000000001</c:v>
                </c:pt>
                <c:pt idx="4765">
                  <c:v>9.077</c:v>
                </c:pt>
                <c:pt idx="4766">
                  <c:v>8.8098600000000005</c:v>
                </c:pt>
                <c:pt idx="4767">
                  <c:v>8.5038199999999993</c:v>
                </c:pt>
                <c:pt idx="4768">
                  <c:v>8.3604500000000002</c:v>
                </c:pt>
                <c:pt idx="4769">
                  <c:v>8.6443700000000003</c:v>
                </c:pt>
                <c:pt idx="4770">
                  <c:v>8.5261399999999998</c:v>
                </c:pt>
                <c:pt idx="4771">
                  <c:v>8.2854899999999994</c:v>
                </c:pt>
                <c:pt idx="4772">
                  <c:v>7.8084899999999999</c:v>
                </c:pt>
                <c:pt idx="4773">
                  <c:v>7.5298299999999996</c:v>
                </c:pt>
                <c:pt idx="4774">
                  <c:v>7.7919400000000003</c:v>
                </c:pt>
                <c:pt idx="4775">
                  <c:v>7.99573</c:v>
                </c:pt>
                <c:pt idx="4776">
                  <c:v>7.8538600000000001</c:v>
                </c:pt>
                <c:pt idx="4777">
                  <c:v>8.0272500000000004</c:v>
                </c:pt>
                <c:pt idx="4778">
                  <c:v>8.0780200000000004</c:v>
                </c:pt>
                <c:pt idx="4779">
                  <c:v>7.8972300000000004</c:v>
                </c:pt>
                <c:pt idx="4780">
                  <c:v>7.7322199999999999</c:v>
                </c:pt>
                <c:pt idx="4781">
                  <c:v>7.7582000000000004</c:v>
                </c:pt>
                <c:pt idx="4782">
                  <c:v>7.9255000000000004</c:v>
                </c:pt>
                <c:pt idx="4783">
                  <c:v>8.0938800000000004</c:v>
                </c:pt>
                <c:pt idx="4784">
                  <c:v>8.0933100000000007</c:v>
                </c:pt>
                <c:pt idx="4785">
                  <c:v>7.91784</c:v>
                </c:pt>
                <c:pt idx="4786">
                  <c:v>7.8826400000000003</c:v>
                </c:pt>
                <c:pt idx="4787">
                  <c:v>7.7662000000000004</c:v>
                </c:pt>
                <c:pt idx="4788">
                  <c:v>7.8261599999999998</c:v>
                </c:pt>
                <c:pt idx="4789">
                  <c:v>7.9667300000000001</c:v>
                </c:pt>
                <c:pt idx="4790">
                  <c:v>7.9805400000000004</c:v>
                </c:pt>
                <c:pt idx="4791">
                  <c:v>7.6327199999999999</c:v>
                </c:pt>
                <c:pt idx="4792">
                  <c:v>7.4210799999999999</c:v>
                </c:pt>
                <c:pt idx="4793">
                  <c:v>7.5091799999999997</c:v>
                </c:pt>
                <c:pt idx="4794">
                  <c:v>7.2534299999999998</c:v>
                </c:pt>
                <c:pt idx="4795">
                  <c:v>6.9036799999999996</c:v>
                </c:pt>
                <c:pt idx="4796">
                  <c:v>7.0991400000000002</c:v>
                </c:pt>
                <c:pt idx="4797">
                  <c:v>7.5550699999999997</c:v>
                </c:pt>
                <c:pt idx="4798">
                  <c:v>7.8041</c:v>
                </c:pt>
                <c:pt idx="4799">
                  <c:v>7.7734800000000002</c:v>
                </c:pt>
                <c:pt idx="4800">
                  <c:v>7.8676500000000003</c:v>
                </c:pt>
                <c:pt idx="4801">
                  <c:v>8.1642399999999995</c:v>
                </c:pt>
                <c:pt idx="4802">
                  <c:v>8.3872699999999991</c:v>
                </c:pt>
                <c:pt idx="4803">
                  <c:v>8.1662599999999994</c:v>
                </c:pt>
                <c:pt idx="4804">
                  <c:v>8.0798900000000007</c:v>
                </c:pt>
                <c:pt idx="4805">
                  <c:v>8.3986099999999997</c:v>
                </c:pt>
                <c:pt idx="4806">
                  <c:v>8.4897399999999994</c:v>
                </c:pt>
                <c:pt idx="4807">
                  <c:v>8.2866800000000005</c:v>
                </c:pt>
                <c:pt idx="4808">
                  <c:v>8.1013400000000004</c:v>
                </c:pt>
                <c:pt idx="4809">
                  <c:v>7.84145</c:v>
                </c:pt>
                <c:pt idx="4810">
                  <c:v>8.1378799999999991</c:v>
                </c:pt>
                <c:pt idx="4811">
                  <c:v>8.3732600000000001</c:v>
                </c:pt>
                <c:pt idx="4812">
                  <c:v>8.3246199999999995</c:v>
                </c:pt>
                <c:pt idx="4813">
                  <c:v>8.0441199999999995</c:v>
                </c:pt>
                <c:pt idx="4814">
                  <c:v>7.5762</c:v>
                </c:pt>
                <c:pt idx="4815">
                  <c:v>7.5343900000000001</c:v>
                </c:pt>
                <c:pt idx="4816">
                  <c:v>7.9773100000000001</c:v>
                </c:pt>
                <c:pt idx="4817">
                  <c:v>8.4022500000000004</c:v>
                </c:pt>
                <c:pt idx="4818">
                  <c:v>8.6535899999999994</c:v>
                </c:pt>
                <c:pt idx="4819">
                  <c:v>8.5616400000000006</c:v>
                </c:pt>
                <c:pt idx="4820">
                  <c:v>8.2843400000000003</c:v>
                </c:pt>
                <c:pt idx="4821">
                  <c:v>8.1242699999999992</c:v>
                </c:pt>
                <c:pt idx="4822">
                  <c:v>8.4293499999999995</c:v>
                </c:pt>
                <c:pt idx="4823">
                  <c:v>8.8523700000000005</c:v>
                </c:pt>
                <c:pt idx="4824">
                  <c:v>9.0160800000000005</c:v>
                </c:pt>
                <c:pt idx="4825">
                  <c:v>9.0039800000000003</c:v>
                </c:pt>
                <c:pt idx="4826">
                  <c:v>9.0609400000000004</c:v>
                </c:pt>
                <c:pt idx="4827">
                  <c:v>9.4594500000000004</c:v>
                </c:pt>
                <c:pt idx="4828">
                  <c:v>9.8627699999999994</c:v>
                </c:pt>
                <c:pt idx="4829">
                  <c:v>10.2761</c:v>
                </c:pt>
                <c:pt idx="4830">
                  <c:v>10.3925</c:v>
                </c:pt>
                <c:pt idx="4831">
                  <c:v>10.6305</c:v>
                </c:pt>
                <c:pt idx="4832">
                  <c:v>10.9908</c:v>
                </c:pt>
                <c:pt idx="4833">
                  <c:v>11.5204</c:v>
                </c:pt>
                <c:pt idx="4834">
                  <c:v>12.071999999999999</c:v>
                </c:pt>
                <c:pt idx="4835">
                  <c:v>12.552300000000001</c:v>
                </c:pt>
                <c:pt idx="4836">
                  <c:v>12.8592</c:v>
                </c:pt>
                <c:pt idx="4837">
                  <c:v>13.071300000000001</c:v>
                </c:pt>
                <c:pt idx="4838">
                  <c:v>13.285500000000001</c:v>
                </c:pt>
                <c:pt idx="4839">
                  <c:v>13.3415</c:v>
                </c:pt>
                <c:pt idx="4840">
                  <c:v>13.288399999999999</c:v>
                </c:pt>
                <c:pt idx="4841">
                  <c:v>13.0395</c:v>
                </c:pt>
                <c:pt idx="4842">
                  <c:v>12.5829</c:v>
                </c:pt>
                <c:pt idx="4843">
                  <c:v>12.021800000000001</c:v>
                </c:pt>
                <c:pt idx="4844">
                  <c:v>11.675800000000001</c:v>
                </c:pt>
                <c:pt idx="4845">
                  <c:v>11.1083</c:v>
                </c:pt>
                <c:pt idx="4846">
                  <c:v>10.468999999999999</c:v>
                </c:pt>
                <c:pt idx="4847">
                  <c:v>9.9975299999999994</c:v>
                </c:pt>
                <c:pt idx="4848">
                  <c:v>9.8046799999999994</c:v>
                </c:pt>
                <c:pt idx="4849">
                  <c:v>9.7514299999999992</c:v>
                </c:pt>
                <c:pt idx="4850">
                  <c:v>9.6422600000000003</c:v>
                </c:pt>
                <c:pt idx="4851">
                  <c:v>9.3679000000000006</c:v>
                </c:pt>
                <c:pt idx="4852">
                  <c:v>8.9502299999999995</c:v>
                </c:pt>
                <c:pt idx="4853">
                  <c:v>8.68736</c:v>
                </c:pt>
                <c:pt idx="4854">
                  <c:v>8.6842600000000001</c:v>
                </c:pt>
                <c:pt idx="4855">
                  <c:v>8.6588399999999996</c:v>
                </c:pt>
                <c:pt idx="4856">
                  <c:v>8.4079599999999992</c:v>
                </c:pt>
                <c:pt idx="4857">
                  <c:v>8.3813600000000008</c:v>
                </c:pt>
                <c:pt idx="4858">
                  <c:v>8.3894099999999998</c:v>
                </c:pt>
                <c:pt idx="4859">
                  <c:v>8.3292999999999999</c:v>
                </c:pt>
                <c:pt idx="4860">
                  <c:v>8.1305300000000003</c:v>
                </c:pt>
                <c:pt idx="4861">
                  <c:v>7.91493</c:v>
                </c:pt>
                <c:pt idx="4862">
                  <c:v>7.9657499999999999</c:v>
                </c:pt>
                <c:pt idx="4863">
                  <c:v>7.7668999999999997</c:v>
                </c:pt>
                <c:pt idx="4864">
                  <c:v>7.5596899999999998</c:v>
                </c:pt>
                <c:pt idx="4865">
                  <c:v>8.0384399999999996</c:v>
                </c:pt>
                <c:pt idx="4866">
                  <c:v>8.1456199999999992</c:v>
                </c:pt>
                <c:pt idx="4867">
                  <c:v>7.9482299999999997</c:v>
                </c:pt>
                <c:pt idx="4868">
                  <c:v>8.0153800000000004</c:v>
                </c:pt>
                <c:pt idx="4869">
                  <c:v>7.6971299999999996</c:v>
                </c:pt>
                <c:pt idx="4870">
                  <c:v>7.4726299999999997</c:v>
                </c:pt>
                <c:pt idx="4871">
                  <c:v>7.5713999999999997</c:v>
                </c:pt>
                <c:pt idx="4872">
                  <c:v>7.6637399999999998</c:v>
                </c:pt>
                <c:pt idx="4873">
                  <c:v>7.6928799999999997</c:v>
                </c:pt>
                <c:pt idx="4874">
                  <c:v>7.7479699999999996</c:v>
                </c:pt>
                <c:pt idx="4875">
                  <c:v>7.5574599999999998</c:v>
                </c:pt>
                <c:pt idx="4876">
                  <c:v>7.2108299999999996</c:v>
                </c:pt>
                <c:pt idx="4877">
                  <c:v>7.2103799999999998</c:v>
                </c:pt>
                <c:pt idx="4878">
                  <c:v>7.1219000000000001</c:v>
                </c:pt>
                <c:pt idx="4879">
                  <c:v>7.2463100000000003</c:v>
                </c:pt>
                <c:pt idx="4880">
                  <c:v>7.7129500000000002</c:v>
                </c:pt>
                <c:pt idx="4881">
                  <c:v>7.79216</c:v>
                </c:pt>
                <c:pt idx="4882">
                  <c:v>7.9017400000000002</c:v>
                </c:pt>
                <c:pt idx="4883">
                  <c:v>8.1112699999999993</c:v>
                </c:pt>
                <c:pt idx="4884">
                  <c:v>8.3136500000000009</c:v>
                </c:pt>
                <c:pt idx="4885">
                  <c:v>8.2191899999999993</c:v>
                </c:pt>
                <c:pt idx="4886">
                  <c:v>8.1686899999999998</c:v>
                </c:pt>
                <c:pt idx="4887">
                  <c:v>8.2710699999999999</c:v>
                </c:pt>
                <c:pt idx="4888">
                  <c:v>8.3002000000000002</c:v>
                </c:pt>
                <c:pt idx="4889">
                  <c:v>8.21462</c:v>
                </c:pt>
                <c:pt idx="4890">
                  <c:v>8.0271899999999992</c:v>
                </c:pt>
                <c:pt idx="4891">
                  <c:v>7.9013099999999996</c:v>
                </c:pt>
                <c:pt idx="4892">
                  <c:v>7.9751399999999997</c:v>
                </c:pt>
                <c:pt idx="4893">
                  <c:v>7.7465200000000003</c:v>
                </c:pt>
                <c:pt idx="4894">
                  <c:v>7.5492999999999997</c:v>
                </c:pt>
                <c:pt idx="4895">
                  <c:v>7.2206400000000004</c:v>
                </c:pt>
                <c:pt idx="4896">
                  <c:v>7.4153700000000002</c:v>
                </c:pt>
                <c:pt idx="4897">
                  <c:v>7.7736200000000002</c:v>
                </c:pt>
                <c:pt idx="4898">
                  <c:v>7.6501400000000004</c:v>
                </c:pt>
                <c:pt idx="4899">
                  <c:v>7.6941699999999997</c:v>
                </c:pt>
                <c:pt idx="4900">
                  <c:v>7.6555900000000001</c:v>
                </c:pt>
                <c:pt idx="4901">
                  <c:v>7.6212999999999997</c:v>
                </c:pt>
                <c:pt idx="4902">
                  <c:v>7.5316700000000001</c:v>
                </c:pt>
                <c:pt idx="4903">
                  <c:v>7.4405400000000004</c:v>
                </c:pt>
                <c:pt idx="4904">
                  <c:v>7.3324600000000002</c:v>
                </c:pt>
                <c:pt idx="4905">
                  <c:v>7.6162799999999997</c:v>
                </c:pt>
                <c:pt idx="4906">
                  <c:v>8.0763999999999996</c:v>
                </c:pt>
                <c:pt idx="4907">
                  <c:v>8.1809600000000007</c:v>
                </c:pt>
                <c:pt idx="4908">
                  <c:v>8.0388599999999997</c:v>
                </c:pt>
                <c:pt idx="4909">
                  <c:v>8.0676199999999998</c:v>
                </c:pt>
                <c:pt idx="4910">
                  <c:v>8.1850900000000006</c:v>
                </c:pt>
                <c:pt idx="4911">
                  <c:v>7.9960399999999998</c:v>
                </c:pt>
                <c:pt idx="4912">
                  <c:v>7.5366499999999998</c:v>
                </c:pt>
                <c:pt idx="4913">
                  <c:v>7.19611</c:v>
                </c:pt>
                <c:pt idx="4914">
                  <c:v>7.1694300000000002</c:v>
                </c:pt>
                <c:pt idx="4915">
                  <c:v>7.2805299999999997</c:v>
                </c:pt>
                <c:pt idx="4916">
                  <c:v>7.1874099999999999</c:v>
                </c:pt>
                <c:pt idx="4917">
                  <c:v>7.0353500000000002</c:v>
                </c:pt>
                <c:pt idx="4918">
                  <c:v>7.1723400000000002</c:v>
                </c:pt>
                <c:pt idx="4919">
                  <c:v>7.1742999999999997</c:v>
                </c:pt>
                <c:pt idx="4920">
                  <c:v>7.3836000000000004</c:v>
                </c:pt>
                <c:pt idx="4921">
                  <c:v>7.7266199999999996</c:v>
                </c:pt>
                <c:pt idx="4922">
                  <c:v>8.0696499999999993</c:v>
                </c:pt>
                <c:pt idx="4923">
                  <c:v>8.2697800000000008</c:v>
                </c:pt>
                <c:pt idx="4924">
                  <c:v>8.3115699999999997</c:v>
                </c:pt>
                <c:pt idx="4925">
                  <c:v>8.3081399999999999</c:v>
                </c:pt>
                <c:pt idx="4926">
                  <c:v>8.0977499999999996</c:v>
                </c:pt>
                <c:pt idx="4927">
                  <c:v>7.8664800000000001</c:v>
                </c:pt>
                <c:pt idx="4928">
                  <c:v>7.9770500000000002</c:v>
                </c:pt>
                <c:pt idx="4929">
                  <c:v>8.2539800000000003</c:v>
                </c:pt>
                <c:pt idx="4930">
                  <c:v>8.4639600000000002</c:v>
                </c:pt>
                <c:pt idx="4931">
                  <c:v>8.5007699999999993</c:v>
                </c:pt>
                <c:pt idx="4932">
                  <c:v>8.0901700000000005</c:v>
                </c:pt>
                <c:pt idx="4933">
                  <c:v>8.0997400000000006</c:v>
                </c:pt>
                <c:pt idx="4934">
                  <c:v>8.2934699999999992</c:v>
                </c:pt>
                <c:pt idx="4935">
                  <c:v>8.1051800000000007</c:v>
                </c:pt>
                <c:pt idx="4936">
                  <c:v>8.0387900000000005</c:v>
                </c:pt>
                <c:pt idx="4937">
                  <c:v>8.3153100000000002</c:v>
                </c:pt>
                <c:pt idx="4938">
                  <c:v>8.6672499999999992</c:v>
                </c:pt>
                <c:pt idx="4939">
                  <c:v>8.6959400000000002</c:v>
                </c:pt>
                <c:pt idx="4940">
                  <c:v>8.6479800000000004</c:v>
                </c:pt>
                <c:pt idx="4941">
                  <c:v>8.4931599999999996</c:v>
                </c:pt>
                <c:pt idx="4942">
                  <c:v>8.5388599999999997</c:v>
                </c:pt>
                <c:pt idx="4943">
                  <c:v>8.4870800000000006</c:v>
                </c:pt>
                <c:pt idx="4944">
                  <c:v>8.5246399999999998</c:v>
                </c:pt>
                <c:pt idx="4945">
                  <c:v>8.4950399999999995</c:v>
                </c:pt>
                <c:pt idx="4946">
                  <c:v>8.4536499999999997</c:v>
                </c:pt>
                <c:pt idx="4947">
                  <c:v>8.5761099999999999</c:v>
                </c:pt>
                <c:pt idx="4948">
                  <c:v>8.5308200000000003</c:v>
                </c:pt>
                <c:pt idx="4949">
                  <c:v>8.5489800000000002</c:v>
                </c:pt>
                <c:pt idx="4950">
                  <c:v>8.4231499999999997</c:v>
                </c:pt>
                <c:pt idx="4951">
                  <c:v>8.2979800000000008</c:v>
                </c:pt>
                <c:pt idx="4952">
                  <c:v>8.4205299999999994</c:v>
                </c:pt>
                <c:pt idx="4953">
                  <c:v>8.4206900000000005</c:v>
                </c:pt>
                <c:pt idx="4954">
                  <c:v>8.3361199999999993</c:v>
                </c:pt>
                <c:pt idx="4955">
                  <c:v>8.3614599999999992</c:v>
                </c:pt>
                <c:pt idx="4956">
                  <c:v>8.4258100000000002</c:v>
                </c:pt>
                <c:pt idx="4957">
                  <c:v>8.5203199999999999</c:v>
                </c:pt>
                <c:pt idx="4958">
                  <c:v>8.8085799999999992</c:v>
                </c:pt>
                <c:pt idx="4959">
                  <c:v>8.9719800000000003</c:v>
                </c:pt>
                <c:pt idx="4960">
                  <c:v>8.7100600000000004</c:v>
                </c:pt>
                <c:pt idx="4961">
                  <c:v>8.5441000000000003</c:v>
                </c:pt>
                <c:pt idx="4962">
                  <c:v>8.5007900000000003</c:v>
                </c:pt>
                <c:pt idx="4963">
                  <c:v>8.5734399999999997</c:v>
                </c:pt>
                <c:pt idx="4964">
                  <c:v>8.2582500000000003</c:v>
                </c:pt>
                <c:pt idx="4965">
                  <c:v>8.0820900000000009</c:v>
                </c:pt>
                <c:pt idx="4966">
                  <c:v>8.3576499999999996</c:v>
                </c:pt>
                <c:pt idx="4967">
                  <c:v>8.4827600000000007</c:v>
                </c:pt>
                <c:pt idx="4968">
                  <c:v>8.5113599999999998</c:v>
                </c:pt>
                <c:pt idx="4969">
                  <c:v>8.6730199999999993</c:v>
                </c:pt>
                <c:pt idx="4970">
                  <c:v>8.6883999999999997</c:v>
                </c:pt>
                <c:pt idx="4971">
                  <c:v>8.5764300000000002</c:v>
                </c:pt>
                <c:pt idx="4972">
                  <c:v>8.2924699999999998</c:v>
                </c:pt>
                <c:pt idx="4973">
                  <c:v>8.2258300000000002</c:v>
                </c:pt>
                <c:pt idx="4974">
                  <c:v>8.3153799999999993</c:v>
                </c:pt>
                <c:pt idx="4975">
                  <c:v>8.6172000000000004</c:v>
                </c:pt>
                <c:pt idx="4976">
                  <c:v>8.6883999999999997</c:v>
                </c:pt>
                <c:pt idx="4977">
                  <c:v>8.5343400000000003</c:v>
                </c:pt>
                <c:pt idx="4978">
                  <c:v>8.6211599999999997</c:v>
                </c:pt>
                <c:pt idx="4979">
                  <c:v>8.6378699999999995</c:v>
                </c:pt>
                <c:pt idx="4980">
                  <c:v>8.4854699999999994</c:v>
                </c:pt>
                <c:pt idx="4981">
                  <c:v>8.4276599999999995</c:v>
                </c:pt>
                <c:pt idx="4982">
                  <c:v>8.5113699999999994</c:v>
                </c:pt>
                <c:pt idx="4983">
                  <c:v>8.4891100000000002</c:v>
                </c:pt>
                <c:pt idx="4984">
                  <c:v>8.1795100000000005</c:v>
                </c:pt>
                <c:pt idx="4985">
                  <c:v>7.7942400000000003</c:v>
                </c:pt>
                <c:pt idx="4986">
                  <c:v>7.8151400000000004</c:v>
                </c:pt>
                <c:pt idx="4987">
                  <c:v>7.9449699999999996</c:v>
                </c:pt>
                <c:pt idx="4988">
                  <c:v>7.8799400000000004</c:v>
                </c:pt>
                <c:pt idx="4989">
                  <c:v>7.9301599999999999</c:v>
                </c:pt>
                <c:pt idx="4990">
                  <c:v>7.9773500000000004</c:v>
                </c:pt>
                <c:pt idx="4991">
                  <c:v>8.1906300000000005</c:v>
                </c:pt>
                <c:pt idx="4992">
                  <c:v>8.3274399999999993</c:v>
                </c:pt>
                <c:pt idx="4993">
                  <c:v>8.3134700000000006</c:v>
                </c:pt>
                <c:pt idx="4994">
                  <c:v>8.2365100000000009</c:v>
                </c:pt>
                <c:pt idx="4995">
                  <c:v>8.0075800000000008</c:v>
                </c:pt>
                <c:pt idx="4996">
                  <c:v>8.0482399999999998</c:v>
                </c:pt>
                <c:pt idx="4997">
                  <c:v>7.8974599999999997</c:v>
                </c:pt>
                <c:pt idx="4998">
                  <c:v>8.2691499999999998</c:v>
                </c:pt>
                <c:pt idx="4999">
                  <c:v>8.8226200000000006</c:v>
                </c:pt>
                <c:pt idx="5000">
                  <c:v>9.1287800000000008</c:v>
                </c:pt>
                <c:pt idx="5001">
                  <c:v>9.2934099999999997</c:v>
                </c:pt>
                <c:pt idx="5002">
                  <c:v>9.3712199999999992</c:v>
                </c:pt>
                <c:pt idx="5003">
                  <c:v>9.2010100000000001</c:v>
                </c:pt>
                <c:pt idx="5004">
                  <c:v>8.7386300000000006</c:v>
                </c:pt>
                <c:pt idx="5005">
                  <c:v>8.3695599999999999</c:v>
                </c:pt>
                <c:pt idx="5006">
                  <c:v>8.2424599999999995</c:v>
                </c:pt>
                <c:pt idx="5007">
                  <c:v>8.2486499999999996</c:v>
                </c:pt>
                <c:pt idx="5008">
                  <c:v>8.4227699999999999</c:v>
                </c:pt>
                <c:pt idx="5009">
                  <c:v>8.9972799999999999</c:v>
                </c:pt>
                <c:pt idx="5010">
                  <c:v>9.1486599999999996</c:v>
                </c:pt>
                <c:pt idx="5011">
                  <c:v>8.75</c:v>
                </c:pt>
                <c:pt idx="5012">
                  <c:v>8.5081000000000007</c:v>
                </c:pt>
                <c:pt idx="5013">
                  <c:v>8.6431000000000004</c:v>
                </c:pt>
                <c:pt idx="5014">
                  <c:v>8.7343799999999998</c:v>
                </c:pt>
                <c:pt idx="5015">
                  <c:v>8.4118999999999993</c:v>
                </c:pt>
                <c:pt idx="5016">
                  <c:v>8.3153799999999993</c:v>
                </c:pt>
                <c:pt idx="5017">
                  <c:v>8.4651200000000006</c:v>
                </c:pt>
                <c:pt idx="5018">
                  <c:v>8.4962999999999997</c:v>
                </c:pt>
                <c:pt idx="5019">
                  <c:v>8.6778700000000004</c:v>
                </c:pt>
                <c:pt idx="5020">
                  <c:v>8.9684500000000007</c:v>
                </c:pt>
                <c:pt idx="5021">
                  <c:v>9.0705299999999998</c:v>
                </c:pt>
                <c:pt idx="5022">
                  <c:v>8.9527900000000002</c:v>
                </c:pt>
                <c:pt idx="5023">
                  <c:v>8.9443800000000007</c:v>
                </c:pt>
                <c:pt idx="5024">
                  <c:v>8.7593099999999993</c:v>
                </c:pt>
                <c:pt idx="5025">
                  <c:v>8.7739700000000003</c:v>
                </c:pt>
                <c:pt idx="5026">
                  <c:v>8.7887199999999996</c:v>
                </c:pt>
                <c:pt idx="5027">
                  <c:v>8.8165499999999994</c:v>
                </c:pt>
                <c:pt idx="5028">
                  <c:v>8.84863</c:v>
                </c:pt>
                <c:pt idx="5029">
                  <c:v>8.6380400000000002</c:v>
                </c:pt>
                <c:pt idx="5030">
                  <c:v>8.2554200000000009</c:v>
                </c:pt>
                <c:pt idx="5031">
                  <c:v>8.1923399999999997</c:v>
                </c:pt>
                <c:pt idx="5032">
                  <c:v>8.5583299999999998</c:v>
                </c:pt>
                <c:pt idx="5033">
                  <c:v>8.6285900000000009</c:v>
                </c:pt>
                <c:pt idx="5034">
                  <c:v>8.7696199999999997</c:v>
                </c:pt>
                <c:pt idx="5035">
                  <c:v>8.8969299999999993</c:v>
                </c:pt>
                <c:pt idx="5036">
                  <c:v>8.9377499999999994</c:v>
                </c:pt>
                <c:pt idx="5037">
                  <c:v>8.9321199999999994</c:v>
                </c:pt>
                <c:pt idx="5038">
                  <c:v>9.1571499999999997</c:v>
                </c:pt>
                <c:pt idx="5039">
                  <c:v>9.4848599999999994</c:v>
                </c:pt>
                <c:pt idx="5040">
                  <c:v>9.4399599999999992</c:v>
                </c:pt>
                <c:pt idx="5041">
                  <c:v>9.2252799999999997</c:v>
                </c:pt>
                <c:pt idx="5042">
                  <c:v>9.0599399999999992</c:v>
                </c:pt>
                <c:pt idx="5043">
                  <c:v>9.1470500000000001</c:v>
                </c:pt>
                <c:pt idx="5044">
                  <c:v>9.3506400000000003</c:v>
                </c:pt>
                <c:pt idx="5045">
                  <c:v>9.3117300000000007</c:v>
                </c:pt>
                <c:pt idx="5046">
                  <c:v>8.9525299999999994</c:v>
                </c:pt>
                <c:pt idx="5047">
                  <c:v>8.7831200000000003</c:v>
                </c:pt>
                <c:pt idx="5048">
                  <c:v>8.7633600000000005</c:v>
                </c:pt>
                <c:pt idx="5049">
                  <c:v>8.6219699999999992</c:v>
                </c:pt>
                <c:pt idx="5050">
                  <c:v>8.7915200000000002</c:v>
                </c:pt>
                <c:pt idx="5051">
                  <c:v>9.1460799999999995</c:v>
                </c:pt>
                <c:pt idx="5052">
                  <c:v>9.3082200000000004</c:v>
                </c:pt>
                <c:pt idx="5053">
                  <c:v>9.4892900000000004</c:v>
                </c:pt>
                <c:pt idx="5054">
                  <c:v>9.6307700000000001</c:v>
                </c:pt>
                <c:pt idx="5055">
                  <c:v>9.6855700000000002</c:v>
                </c:pt>
                <c:pt idx="5056">
                  <c:v>9.9686400000000006</c:v>
                </c:pt>
                <c:pt idx="5057">
                  <c:v>10.0288</c:v>
                </c:pt>
                <c:pt idx="5058">
                  <c:v>10.118399999999999</c:v>
                </c:pt>
                <c:pt idx="5059">
                  <c:v>9.9805100000000007</c:v>
                </c:pt>
                <c:pt idx="5060">
                  <c:v>9.4629200000000004</c:v>
                </c:pt>
                <c:pt idx="5061">
                  <c:v>9.1122999999999994</c:v>
                </c:pt>
                <c:pt idx="5062">
                  <c:v>8.9508200000000002</c:v>
                </c:pt>
                <c:pt idx="5063">
                  <c:v>9.0726399999999998</c:v>
                </c:pt>
                <c:pt idx="5064">
                  <c:v>9.0077300000000005</c:v>
                </c:pt>
                <c:pt idx="5065">
                  <c:v>8.8278499999999998</c:v>
                </c:pt>
                <c:pt idx="5066">
                  <c:v>8.6841299999999997</c:v>
                </c:pt>
                <c:pt idx="5067">
                  <c:v>8.9290900000000004</c:v>
                </c:pt>
                <c:pt idx="5068">
                  <c:v>9.3397600000000001</c:v>
                </c:pt>
                <c:pt idx="5069">
                  <c:v>9.6622000000000003</c:v>
                </c:pt>
                <c:pt idx="5070">
                  <c:v>9.7768300000000004</c:v>
                </c:pt>
                <c:pt idx="5071">
                  <c:v>9.8502899999999993</c:v>
                </c:pt>
                <c:pt idx="5072">
                  <c:v>9.8724600000000002</c:v>
                </c:pt>
                <c:pt idx="5073">
                  <c:v>10.1219</c:v>
                </c:pt>
                <c:pt idx="5074">
                  <c:v>10.459899999999999</c:v>
                </c:pt>
                <c:pt idx="5075">
                  <c:v>10.486499999999999</c:v>
                </c:pt>
                <c:pt idx="5076">
                  <c:v>10.167</c:v>
                </c:pt>
                <c:pt idx="5077">
                  <c:v>9.8413299999999992</c:v>
                </c:pt>
                <c:pt idx="5078">
                  <c:v>10.0242</c:v>
                </c:pt>
                <c:pt idx="5079">
                  <c:v>9.8489299999999993</c:v>
                </c:pt>
                <c:pt idx="5080">
                  <c:v>9.70303</c:v>
                </c:pt>
                <c:pt idx="5081">
                  <c:v>9.4975900000000006</c:v>
                </c:pt>
                <c:pt idx="5082">
                  <c:v>9.2572600000000005</c:v>
                </c:pt>
                <c:pt idx="5083">
                  <c:v>9.2792999999999992</c:v>
                </c:pt>
                <c:pt idx="5084">
                  <c:v>9.1668099999999999</c:v>
                </c:pt>
                <c:pt idx="5085">
                  <c:v>9.0003100000000007</c:v>
                </c:pt>
                <c:pt idx="5086">
                  <c:v>9.0351900000000001</c:v>
                </c:pt>
                <c:pt idx="5087">
                  <c:v>9.2435299999999998</c:v>
                </c:pt>
                <c:pt idx="5088">
                  <c:v>9.3917199999999994</c:v>
                </c:pt>
                <c:pt idx="5089">
                  <c:v>9.4568399999999997</c:v>
                </c:pt>
                <c:pt idx="5090">
                  <c:v>9.9662500000000005</c:v>
                </c:pt>
                <c:pt idx="5091">
                  <c:v>10.1944</c:v>
                </c:pt>
                <c:pt idx="5092">
                  <c:v>9.7615400000000001</c:v>
                </c:pt>
                <c:pt idx="5093">
                  <c:v>9.6583500000000004</c:v>
                </c:pt>
                <c:pt idx="5094">
                  <c:v>9.8076100000000004</c:v>
                </c:pt>
                <c:pt idx="5095">
                  <c:v>9.8334799999999998</c:v>
                </c:pt>
                <c:pt idx="5096">
                  <c:v>9.5383899999999997</c:v>
                </c:pt>
                <c:pt idx="5097">
                  <c:v>9.5468799999999998</c:v>
                </c:pt>
                <c:pt idx="5098">
                  <c:v>9.7703900000000008</c:v>
                </c:pt>
                <c:pt idx="5099">
                  <c:v>9.7172300000000007</c:v>
                </c:pt>
                <c:pt idx="5100">
                  <c:v>9.7802000000000007</c:v>
                </c:pt>
                <c:pt idx="5101">
                  <c:v>9.9397199999999994</c:v>
                </c:pt>
                <c:pt idx="5102">
                  <c:v>10.076599999999999</c:v>
                </c:pt>
                <c:pt idx="5103">
                  <c:v>10.3619</c:v>
                </c:pt>
                <c:pt idx="5104">
                  <c:v>10.1846</c:v>
                </c:pt>
                <c:pt idx="5105">
                  <c:v>9.8249899999999997</c:v>
                </c:pt>
                <c:pt idx="5106">
                  <c:v>9.6383799999999997</c:v>
                </c:pt>
                <c:pt idx="5107">
                  <c:v>9.6261899999999994</c:v>
                </c:pt>
                <c:pt idx="5108">
                  <c:v>9.6372599999999995</c:v>
                </c:pt>
                <c:pt idx="5109">
                  <c:v>9.7727900000000005</c:v>
                </c:pt>
                <c:pt idx="5110">
                  <c:v>10.1892</c:v>
                </c:pt>
                <c:pt idx="5111">
                  <c:v>10.105600000000001</c:v>
                </c:pt>
                <c:pt idx="5112">
                  <c:v>10.0266</c:v>
                </c:pt>
                <c:pt idx="5113">
                  <c:v>10.093</c:v>
                </c:pt>
                <c:pt idx="5114">
                  <c:v>10.221</c:v>
                </c:pt>
                <c:pt idx="5115">
                  <c:v>10.250400000000001</c:v>
                </c:pt>
                <c:pt idx="5116">
                  <c:v>10.234</c:v>
                </c:pt>
                <c:pt idx="5117">
                  <c:v>10.119199999999999</c:v>
                </c:pt>
                <c:pt idx="5118">
                  <c:v>10.0039</c:v>
                </c:pt>
                <c:pt idx="5119">
                  <c:v>9.9897799999999997</c:v>
                </c:pt>
                <c:pt idx="5120">
                  <c:v>10.281700000000001</c:v>
                </c:pt>
                <c:pt idx="5121">
                  <c:v>10.307600000000001</c:v>
                </c:pt>
                <c:pt idx="5122">
                  <c:v>10.243600000000001</c:v>
                </c:pt>
                <c:pt idx="5123">
                  <c:v>9.8607899999999997</c:v>
                </c:pt>
                <c:pt idx="5124">
                  <c:v>9.4425000000000008</c:v>
                </c:pt>
                <c:pt idx="5125">
                  <c:v>9.1651199999999999</c:v>
                </c:pt>
                <c:pt idx="5126">
                  <c:v>9.3269400000000005</c:v>
                </c:pt>
                <c:pt idx="5127">
                  <c:v>9.86496</c:v>
                </c:pt>
                <c:pt idx="5128">
                  <c:v>10.159700000000001</c:v>
                </c:pt>
                <c:pt idx="5129">
                  <c:v>10.156499999999999</c:v>
                </c:pt>
                <c:pt idx="5130">
                  <c:v>10.036300000000001</c:v>
                </c:pt>
                <c:pt idx="5131">
                  <c:v>9.8921200000000002</c:v>
                </c:pt>
                <c:pt idx="5132">
                  <c:v>10.139900000000001</c:v>
                </c:pt>
                <c:pt idx="5133">
                  <c:v>10.3918</c:v>
                </c:pt>
                <c:pt idx="5134">
                  <c:v>10.4884</c:v>
                </c:pt>
                <c:pt idx="5135">
                  <c:v>10.373100000000001</c:v>
                </c:pt>
                <c:pt idx="5136">
                  <c:v>10.2448</c:v>
                </c:pt>
                <c:pt idx="5137">
                  <c:v>10.275499999999999</c:v>
                </c:pt>
                <c:pt idx="5138">
                  <c:v>10.1883</c:v>
                </c:pt>
                <c:pt idx="5139">
                  <c:v>9.8633100000000002</c:v>
                </c:pt>
                <c:pt idx="5140">
                  <c:v>9.9807900000000007</c:v>
                </c:pt>
                <c:pt idx="5141">
                  <c:v>10.282999999999999</c:v>
                </c:pt>
                <c:pt idx="5142">
                  <c:v>10.619899999999999</c:v>
                </c:pt>
                <c:pt idx="5143">
                  <c:v>10.6386</c:v>
                </c:pt>
                <c:pt idx="5144">
                  <c:v>10.4466</c:v>
                </c:pt>
                <c:pt idx="5145">
                  <c:v>10.2744</c:v>
                </c:pt>
                <c:pt idx="5146">
                  <c:v>10.1601</c:v>
                </c:pt>
                <c:pt idx="5147">
                  <c:v>10.247400000000001</c:v>
                </c:pt>
                <c:pt idx="5148">
                  <c:v>10.415699999999999</c:v>
                </c:pt>
                <c:pt idx="5149">
                  <c:v>10.4032</c:v>
                </c:pt>
                <c:pt idx="5150">
                  <c:v>10.147600000000001</c:v>
                </c:pt>
                <c:pt idx="5151">
                  <c:v>10.097</c:v>
                </c:pt>
                <c:pt idx="5152">
                  <c:v>10.315200000000001</c:v>
                </c:pt>
                <c:pt idx="5153">
                  <c:v>10.5342</c:v>
                </c:pt>
                <c:pt idx="5154">
                  <c:v>10.5093</c:v>
                </c:pt>
                <c:pt idx="5155">
                  <c:v>10.469200000000001</c:v>
                </c:pt>
                <c:pt idx="5156">
                  <c:v>10.5139</c:v>
                </c:pt>
                <c:pt idx="5157">
                  <c:v>10.7493</c:v>
                </c:pt>
                <c:pt idx="5158">
                  <c:v>10.9679</c:v>
                </c:pt>
                <c:pt idx="5159">
                  <c:v>11.100899999999999</c:v>
                </c:pt>
                <c:pt idx="5160">
                  <c:v>11.2028</c:v>
                </c:pt>
                <c:pt idx="5161">
                  <c:v>11.1745</c:v>
                </c:pt>
                <c:pt idx="5162">
                  <c:v>10.911</c:v>
                </c:pt>
                <c:pt idx="5163">
                  <c:v>10.7272</c:v>
                </c:pt>
                <c:pt idx="5164">
                  <c:v>10.763199999999999</c:v>
                </c:pt>
                <c:pt idx="5165">
                  <c:v>10.973000000000001</c:v>
                </c:pt>
                <c:pt idx="5166">
                  <c:v>10.96</c:v>
                </c:pt>
                <c:pt idx="5167">
                  <c:v>10.924099999999999</c:v>
                </c:pt>
                <c:pt idx="5168">
                  <c:v>10.865600000000001</c:v>
                </c:pt>
                <c:pt idx="5169">
                  <c:v>10.930400000000001</c:v>
                </c:pt>
                <c:pt idx="5170">
                  <c:v>11.2441</c:v>
                </c:pt>
                <c:pt idx="5171">
                  <c:v>11.474299999999999</c:v>
                </c:pt>
                <c:pt idx="5172">
                  <c:v>11.580500000000001</c:v>
                </c:pt>
                <c:pt idx="5173">
                  <c:v>11.7264</c:v>
                </c:pt>
                <c:pt idx="5174">
                  <c:v>11.6289</c:v>
                </c:pt>
                <c:pt idx="5175">
                  <c:v>11.5822</c:v>
                </c:pt>
                <c:pt idx="5176">
                  <c:v>11.7674</c:v>
                </c:pt>
                <c:pt idx="5177">
                  <c:v>11.410600000000001</c:v>
                </c:pt>
                <c:pt idx="5178">
                  <c:v>11.3254</c:v>
                </c:pt>
                <c:pt idx="5179">
                  <c:v>11.684699999999999</c:v>
                </c:pt>
                <c:pt idx="5180">
                  <c:v>11.71</c:v>
                </c:pt>
                <c:pt idx="5181">
                  <c:v>11.456899999999999</c:v>
                </c:pt>
                <c:pt idx="5182">
                  <c:v>11.159700000000001</c:v>
                </c:pt>
                <c:pt idx="5183">
                  <c:v>11.413</c:v>
                </c:pt>
                <c:pt idx="5184">
                  <c:v>11.620200000000001</c:v>
                </c:pt>
                <c:pt idx="5185">
                  <c:v>11.9764</c:v>
                </c:pt>
                <c:pt idx="5186">
                  <c:v>12.1534</c:v>
                </c:pt>
                <c:pt idx="5187">
                  <c:v>12.195600000000001</c:v>
                </c:pt>
                <c:pt idx="5188">
                  <c:v>12.2377</c:v>
                </c:pt>
                <c:pt idx="5189">
                  <c:v>11.977499999999999</c:v>
                </c:pt>
                <c:pt idx="5190">
                  <c:v>11.9079</c:v>
                </c:pt>
                <c:pt idx="5191">
                  <c:v>12.1631</c:v>
                </c:pt>
                <c:pt idx="5192">
                  <c:v>12.445499999999999</c:v>
                </c:pt>
                <c:pt idx="5193">
                  <c:v>12.488200000000001</c:v>
                </c:pt>
                <c:pt idx="5194">
                  <c:v>12.160399999999999</c:v>
                </c:pt>
                <c:pt idx="5195">
                  <c:v>12.161899999999999</c:v>
                </c:pt>
                <c:pt idx="5196">
                  <c:v>12.1631</c:v>
                </c:pt>
                <c:pt idx="5197">
                  <c:v>12.2212</c:v>
                </c:pt>
                <c:pt idx="5198">
                  <c:v>12.1785</c:v>
                </c:pt>
                <c:pt idx="5199">
                  <c:v>11.908099999999999</c:v>
                </c:pt>
                <c:pt idx="5200">
                  <c:v>11.7247</c:v>
                </c:pt>
                <c:pt idx="5201">
                  <c:v>11.8371</c:v>
                </c:pt>
                <c:pt idx="5202">
                  <c:v>11.8566</c:v>
                </c:pt>
                <c:pt idx="5203">
                  <c:v>11.9131</c:v>
                </c:pt>
                <c:pt idx="5204">
                  <c:v>12.1532</c:v>
                </c:pt>
                <c:pt idx="5205">
                  <c:v>12.373100000000001</c:v>
                </c:pt>
                <c:pt idx="5206">
                  <c:v>12.554500000000001</c:v>
                </c:pt>
                <c:pt idx="5207">
                  <c:v>12.638299999999999</c:v>
                </c:pt>
                <c:pt idx="5208">
                  <c:v>12.4048</c:v>
                </c:pt>
                <c:pt idx="5209">
                  <c:v>12.1229</c:v>
                </c:pt>
                <c:pt idx="5210">
                  <c:v>12.339499999999999</c:v>
                </c:pt>
                <c:pt idx="5211">
                  <c:v>12.5197</c:v>
                </c:pt>
                <c:pt idx="5212">
                  <c:v>12.6554</c:v>
                </c:pt>
                <c:pt idx="5213">
                  <c:v>12.8515</c:v>
                </c:pt>
                <c:pt idx="5214">
                  <c:v>12.7515</c:v>
                </c:pt>
                <c:pt idx="5215">
                  <c:v>12.6335</c:v>
                </c:pt>
                <c:pt idx="5216">
                  <c:v>12.805099999999999</c:v>
                </c:pt>
                <c:pt idx="5217">
                  <c:v>13.285399999999999</c:v>
                </c:pt>
                <c:pt idx="5218">
                  <c:v>13.7928</c:v>
                </c:pt>
                <c:pt idx="5219">
                  <c:v>13.7859</c:v>
                </c:pt>
                <c:pt idx="5220">
                  <c:v>13.813499999999999</c:v>
                </c:pt>
                <c:pt idx="5221">
                  <c:v>14.066000000000001</c:v>
                </c:pt>
                <c:pt idx="5222">
                  <c:v>14.1807</c:v>
                </c:pt>
                <c:pt idx="5223">
                  <c:v>14.0357</c:v>
                </c:pt>
                <c:pt idx="5224">
                  <c:v>13.905200000000001</c:v>
                </c:pt>
                <c:pt idx="5225">
                  <c:v>14.124700000000001</c:v>
                </c:pt>
                <c:pt idx="5226">
                  <c:v>14.166</c:v>
                </c:pt>
                <c:pt idx="5227">
                  <c:v>14.1549</c:v>
                </c:pt>
                <c:pt idx="5228">
                  <c:v>14.284000000000001</c:v>
                </c:pt>
                <c:pt idx="5229">
                  <c:v>14.4297</c:v>
                </c:pt>
                <c:pt idx="5230">
                  <c:v>14.5616</c:v>
                </c:pt>
                <c:pt idx="5231">
                  <c:v>14.412100000000001</c:v>
                </c:pt>
                <c:pt idx="5232">
                  <c:v>14.379200000000001</c:v>
                </c:pt>
                <c:pt idx="5233">
                  <c:v>14.239100000000001</c:v>
                </c:pt>
                <c:pt idx="5234">
                  <c:v>14.0984</c:v>
                </c:pt>
                <c:pt idx="5235">
                  <c:v>14.1197</c:v>
                </c:pt>
                <c:pt idx="5236">
                  <c:v>13.9903</c:v>
                </c:pt>
                <c:pt idx="5237">
                  <c:v>13.945</c:v>
                </c:pt>
                <c:pt idx="5238">
                  <c:v>14.103400000000001</c:v>
                </c:pt>
                <c:pt idx="5239">
                  <c:v>14.3316</c:v>
                </c:pt>
                <c:pt idx="5240">
                  <c:v>14.178599999999999</c:v>
                </c:pt>
                <c:pt idx="5241">
                  <c:v>14.190799999999999</c:v>
                </c:pt>
                <c:pt idx="5242">
                  <c:v>14.3353</c:v>
                </c:pt>
                <c:pt idx="5243">
                  <c:v>14.481199999999999</c:v>
                </c:pt>
                <c:pt idx="5244">
                  <c:v>14.511799999999999</c:v>
                </c:pt>
                <c:pt idx="5245">
                  <c:v>14.612500000000001</c:v>
                </c:pt>
                <c:pt idx="5246">
                  <c:v>15.1591</c:v>
                </c:pt>
                <c:pt idx="5247">
                  <c:v>15.466799999999999</c:v>
                </c:pt>
                <c:pt idx="5248">
                  <c:v>15.4674</c:v>
                </c:pt>
                <c:pt idx="5249">
                  <c:v>15.422499999999999</c:v>
                </c:pt>
                <c:pt idx="5250">
                  <c:v>15.3401</c:v>
                </c:pt>
                <c:pt idx="5251">
                  <c:v>15.273300000000001</c:v>
                </c:pt>
                <c:pt idx="5252">
                  <c:v>15.216799999999999</c:v>
                </c:pt>
                <c:pt idx="5253">
                  <c:v>15.4603</c:v>
                </c:pt>
                <c:pt idx="5254">
                  <c:v>15.3812</c:v>
                </c:pt>
                <c:pt idx="5255">
                  <c:v>15.3873</c:v>
                </c:pt>
                <c:pt idx="5256">
                  <c:v>15.4513</c:v>
                </c:pt>
                <c:pt idx="5257">
                  <c:v>15.600099999999999</c:v>
                </c:pt>
                <c:pt idx="5258">
                  <c:v>15.4305</c:v>
                </c:pt>
                <c:pt idx="5259">
                  <c:v>14.954800000000001</c:v>
                </c:pt>
                <c:pt idx="5260">
                  <c:v>15.176</c:v>
                </c:pt>
                <c:pt idx="5261">
                  <c:v>15.4316</c:v>
                </c:pt>
                <c:pt idx="5262">
                  <c:v>15.358499999999999</c:v>
                </c:pt>
                <c:pt idx="5263">
                  <c:v>15.871600000000001</c:v>
                </c:pt>
                <c:pt idx="5264">
                  <c:v>16.492599999999999</c:v>
                </c:pt>
                <c:pt idx="5265">
                  <c:v>16.3751</c:v>
                </c:pt>
                <c:pt idx="5266">
                  <c:v>16.195499999999999</c:v>
                </c:pt>
                <c:pt idx="5267">
                  <c:v>16.249400000000001</c:v>
                </c:pt>
                <c:pt idx="5268">
                  <c:v>16.385999999999999</c:v>
                </c:pt>
                <c:pt idx="5269">
                  <c:v>16.515599999999999</c:v>
                </c:pt>
                <c:pt idx="5270">
                  <c:v>16.271799999999999</c:v>
                </c:pt>
                <c:pt idx="5271">
                  <c:v>16.003699999999998</c:v>
                </c:pt>
                <c:pt idx="5272">
                  <c:v>16.1295</c:v>
                </c:pt>
                <c:pt idx="5273">
                  <c:v>16.094200000000001</c:v>
                </c:pt>
                <c:pt idx="5274">
                  <c:v>16.235199999999999</c:v>
                </c:pt>
                <c:pt idx="5275">
                  <c:v>16.772400000000001</c:v>
                </c:pt>
                <c:pt idx="5276">
                  <c:v>16.9025</c:v>
                </c:pt>
                <c:pt idx="5277">
                  <c:v>17.226700000000001</c:v>
                </c:pt>
                <c:pt idx="5278">
                  <c:v>17.620799999999999</c:v>
                </c:pt>
                <c:pt idx="5279">
                  <c:v>17.613099999999999</c:v>
                </c:pt>
                <c:pt idx="5280">
                  <c:v>17.376899999999999</c:v>
                </c:pt>
                <c:pt idx="5281">
                  <c:v>17.21</c:v>
                </c:pt>
                <c:pt idx="5282">
                  <c:v>17.119399999999999</c:v>
                </c:pt>
                <c:pt idx="5283">
                  <c:v>16.916799999999999</c:v>
                </c:pt>
                <c:pt idx="5284">
                  <c:v>17.022099999999998</c:v>
                </c:pt>
                <c:pt idx="5285">
                  <c:v>17.446100000000001</c:v>
                </c:pt>
                <c:pt idx="5286">
                  <c:v>17.7136</c:v>
                </c:pt>
                <c:pt idx="5287">
                  <c:v>17.900600000000001</c:v>
                </c:pt>
                <c:pt idx="5288">
                  <c:v>18.133900000000001</c:v>
                </c:pt>
                <c:pt idx="5289">
                  <c:v>18.1845</c:v>
                </c:pt>
                <c:pt idx="5290">
                  <c:v>18.0594</c:v>
                </c:pt>
                <c:pt idx="5291">
                  <c:v>17.942399999999999</c:v>
                </c:pt>
                <c:pt idx="5292">
                  <c:v>17.894600000000001</c:v>
                </c:pt>
                <c:pt idx="5293">
                  <c:v>18.319800000000001</c:v>
                </c:pt>
                <c:pt idx="5294">
                  <c:v>18.816400000000002</c:v>
                </c:pt>
                <c:pt idx="5295">
                  <c:v>18.7729</c:v>
                </c:pt>
                <c:pt idx="5296">
                  <c:v>18.826799999999999</c:v>
                </c:pt>
                <c:pt idx="5297">
                  <c:v>19.092099999999999</c:v>
                </c:pt>
                <c:pt idx="5298">
                  <c:v>19.0123</c:v>
                </c:pt>
                <c:pt idx="5299">
                  <c:v>19.081299999999999</c:v>
                </c:pt>
                <c:pt idx="5300">
                  <c:v>19.318899999999999</c:v>
                </c:pt>
                <c:pt idx="5301">
                  <c:v>19.338799999999999</c:v>
                </c:pt>
                <c:pt idx="5302">
                  <c:v>19.308399999999999</c:v>
                </c:pt>
                <c:pt idx="5303">
                  <c:v>19.848700000000001</c:v>
                </c:pt>
                <c:pt idx="5304">
                  <c:v>20.4907</c:v>
                </c:pt>
                <c:pt idx="5305">
                  <c:v>20.727699999999999</c:v>
                </c:pt>
                <c:pt idx="5306">
                  <c:v>20.854299999999999</c:v>
                </c:pt>
                <c:pt idx="5307">
                  <c:v>20.928599999999999</c:v>
                </c:pt>
                <c:pt idx="5308">
                  <c:v>21.137899999999998</c:v>
                </c:pt>
                <c:pt idx="5309">
                  <c:v>21.5761</c:v>
                </c:pt>
                <c:pt idx="5310">
                  <c:v>21.999300000000002</c:v>
                </c:pt>
                <c:pt idx="5311">
                  <c:v>22.1052</c:v>
                </c:pt>
                <c:pt idx="5312">
                  <c:v>22.140899999999998</c:v>
                </c:pt>
                <c:pt idx="5313">
                  <c:v>22.2866</c:v>
                </c:pt>
                <c:pt idx="5314">
                  <c:v>22.667999999999999</c:v>
                </c:pt>
                <c:pt idx="5315">
                  <c:v>22.814299999999999</c:v>
                </c:pt>
                <c:pt idx="5316">
                  <c:v>22.807600000000001</c:v>
                </c:pt>
                <c:pt idx="5317">
                  <c:v>22.881499999999999</c:v>
                </c:pt>
                <c:pt idx="5318">
                  <c:v>23.4146</c:v>
                </c:pt>
                <c:pt idx="5319">
                  <c:v>23.625800000000002</c:v>
                </c:pt>
                <c:pt idx="5320">
                  <c:v>23.909800000000001</c:v>
                </c:pt>
                <c:pt idx="5321">
                  <c:v>24.067</c:v>
                </c:pt>
                <c:pt idx="5322">
                  <c:v>24.012499999999999</c:v>
                </c:pt>
                <c:pt idx="5323">
                  <c:v>24.169499999999999</c:v>
                </c:pt>
                <c:pt idx="5324">
                  <c:v>24.3626</c:v>
                </c:pt>
                <c:pt idx="5325">
                  <c:v>24.2989</c:v>
                </c:pt>
                <c:pt idx="5326">
                  <c:v>24.337599999999998</c:v>
                </c:pt>
                <c:pt idx="5327">
                  <c:v>24.1326</c:v>
                </c:pt>
                <c:pt idx="5328">
                  <c:v>24.110099999999999</c:v>
                </c:pt>
                <c:pt idx="5329">
                  <c:v>24.7577</c:v>
                </c:pt>
                <c:pt idx="5330">
                  <c:v>25.3279</c:v>
                </c:pt>
                <c:pt idx="5331">
                  <c:v>25.639800000000001</c:v>
                </c:pt>
                <c:pt idx="5332">
                  <c:v>25.803999999999998</c:v>
                </c:pt>
                <c:pt idx="5333">
                  <c:v>25.968599999999999</c:v>
                </c:pt>
                <c:pt idx="5334">
                  <c:v>26.108699999999999</c:v>
                </c:pt>
                <c:pt idx="5335">
                  <c:v>26.4618</c:v>
                </c:pt>
                <c:pt idx="5336">
                  <c:v>27.283100000000001</c:v>
                </c:pt>
                <c:pt idx="5337">
                  <c:v>27.942499999999999</c:v>
                </c:pt>
                <c:pt idx="5338">
                  <c:v>28.306799999999999</c:v>
                </c:pt>
                <c:pt idx="5339">
                  <c:v>28.688300000000002</c:v>
                </c:pt>
                <c:pt idx="5340">
                  <c:v>28.694400000000002</c:v>
                </c:pt>
                <c:pt idx="5341">
                  <c:v>28.433599999999998</c:v>
                </c:pt>
                <c:pt idx="5342">
                  <c:v>28.55</c:v>
                </c:pt>
                <c:pt idx="5343">
                  <c:v>29.0839</c:v>
                </c:pt>
                <c:pt idx="5344">
                  <c:v>29.944400000000002</c:v>
                </c:pt>
                <c:pt idx="5345">
                  <c:v>30.544899999999998</c:v>
                </c:pt>
                <c:pt idx="5346">
                  <c:v>30.894500000000001</c:v>
                </c:pt>
                <c:pt idx="5347">
                  <c:v>31.098600000000001</c:v>
                </c:pt>
                <c:pt idx="5348">
                  <c:v>31.246600000000001</c:v>
                </c:pt>
                <c:pt idx="5349">
                  <c:v>31.793700000000001</c:v>
                </c:pt>
                <c:pt idx="5350">
                  <c:v>32.405200000000001</c:v>
                </c:pt>
                <c:pt idx="5351">
                  <c:v>32.728000000000002</c:v>
                </c:pt>
                <c:pt idx="5352">
                  <c:v>33.220799999999997</c:v>
                </c:pt>
                <c:pt idx="5353">
                  <c:v>34.2196</c:v>
                </c:pt>
                <c:pt idx="5354">
                  <c:v>35.491599999999998</c:v>
                </c:pt>
                <c:pt idx="5355">
                  <c:v>36.622900000000001</c:v>
                </c:pt>
                <c:pt idx="5356">
                  <c:v>37.530299999999997</c:v>
                </c:pt>
                <c:pt idx="5357">
                  <c:v>38.467700000000001</c:v>
                </c:pt>
                <c:pt idx="5358">
                  <c:v>40.19</c:v>
                </c:pt>
                <c:pt idx="5359">
                  <c:v>41.716299999999997</c:v>
                </c:pt>
                <c:pt idx="5360">
                  <c:v>42.749299999999998</c:v>
                </c:pt>
                <c:pt idx="5361">
                  <c:v>43.866</c:v>
                </c:pt>
                <c:pt idx="5362">
                  <c:v>44.761499999999998</c:v>
                </c:pt>
                <c:pt idx="5363">
                  <c:v>45.322600000000001</c:v>
                </c:pt>
                <c:pt idx="5364">
                  <c:v>46.316699999999997</c:v>
                </c:pt>
                <c:pt idx="5365">
                  <c:v>47.669499999999999</c:v>
                </c:pt>
                <c:pt idx="5366">
                  <c:v>48.612099999999998</c:v>
                </c:pt>
                <c:pt idx="5367">
                  <c:v>49.546700000000001</c:v>
                </c:pt>
                <c:pt idx="5368">
                  <c:v>50.910400000000003</c:v>
                </c:pt>
                <c:pt idx="5369">
                  <c:v>51.931899999999999</c:v>
                </c:pt>
                <c:pt idx="5370">
                  <c:v>52.753300000000003</c:v>
                </c:pt>
                <c:pt idx="5371">
                  <c:v>53.955599999999997</c:v>
                </c:pt>
                <c:pt idx="5372">
                  <c:v>55.314799999999998</c:v>
                </c:pt>
                <c:pt idx="5373">
                  <c:v>56.432600000000001</c:v>
                </c:pt>
                <c:pt idx="5374">
                  <c:v>57.985300000000002</c:v>
                </c:pt>
                <c:pt idx="5375">
                  <c:v>59.572600000000001</c:v>
                </c:pt>
                <c:pt idx="5376">
                  <c:v>61.457000000000001</c:v>
                </c:pt>
                <c:pt idx="5377">
                  <c:v>63.289900000000003</c:v>
                </c:pt>
                <c:pt idx="5378">
                  <c:v>65.028999999999996</c:v>
                </c:pt>
                <c:pt idx="5379">
                  <c:v>67.091700000000003</c:v>
                </c:pt>
                <c:pt idx="5380">
                  <c:v>69.598399999999998</c:v>
                </c:pt>
                <c:pt idx="5381">
                  <c:v>72.392200000000003</c:v>
                </c:pt>
                <c:pt idx="5382">
                  <c:v>75.459100000000007</c:v>
                </c:pt>
                <c:pt idx="5383">
                  <c:v>78.836799999999997</c:v>
                </c:pt>
                <c:pt idx="5384">
                  <c:v>82.112700000000004</c:v>
                </c:pt>
                <c:pt idx="5385">
                  <c:v>85.650800000000004</c:v>
                </c:pt>
                <c:pt idx="5386">
                  <c:v>89.889899999999997</c:v>
                </c:pt>
                <c:pt idx="5387">
                  <c:v>94.893600000000006</c:v>
                </c:pt>
                <c:pt idx="5388">
                  <c:v>100.13200000000001</c:v>
                </c:pt>
                <c:pt idx="5389">
                  <c:v>105.97199999999999</c:v>
                </c:pt>
                <c:pt idx="5390">
                  <c:v>112.84699999999999</c:v>
                </c:pt>
                <c:pt idx="5391">
                  <c:v>120.83499999999999</c:v>
                </c:pt>
                <c:pt idx="5392">
                  <c:v>129.82300000000001</c:v>
                </c:pt>
                <c:pt idx="5393">
                  <c:v>140.35499999999999</c:v>
                </c:pt>
                <c:pt idx="5394">
                  <c:v>152.71299999999999</c:v>
                </c:pt>
                <c:pt idx="5395">
                  <c:v>167.99</c:v>
                </c:pt>
                <c:pt idx="5396">
                  <c:v>186.71100000000001</c:v>
                </c:pt>
                <c:pt idx="5397">
                  <c:v>210.035</c:v>
                </c:pt>
                <c:pt idx="5398">
                  <c:v>239.703</c:v>
                </c:pt>
                <c:pt idx="5399">
                  <c:v>276.697</c:v>
                </c:pt>
                <c:pt idx="5400">
                  <c:v>322.39</c:v>
                </c:pt>
                <c:pt idx="5401">
                  <c:v>377.642</c:v>
                </c:pt>
                <c:pt idx="5402">
                  <c:v>442.50599999999997</c:v>
                </c:pt>
                <c:pt idx="5403">
                  <c:v>516.45100000000002</c:v>
                </c:pt>
                <c:pt idx="5404">
                  <c:v>597.10900000000004</c:v>
                </c:pt>
                <c:pt idx="5405">
                  <c:v>680.077</c:v>
                </c:pt>
                <c:pt idx="5406">
                  <c:v>760.94399999999996</c:v>
                </c:pt>
                <c:pt idx="5407">
                  <c:v>837.85199999999998</c:v>
                </c:pt>
                <c:pt idx="5408">
                  <c:v>907.86699999999996</c:v>
                </c:pt>
                <c:pt idx="5409">
                  <c:v>963.73400000000004</c:v>
                </c:pt>
                <c:pt idx="5410">
                  <c:v>996.4</c:v>
                </c:pt>
                <c:pt idx="5411">
                  <c:v>1002.04</c:v>
                </c:pt>
                <c:pt idx="5412">
                  <c:v>985.63900000000001</c:v>
                </c:pt>
                <c:pt idx="5413">
                  <c:v>958.202</c:v>
                </c:pt>
                <c:pt idx="5414">
                  <c:v>929.06500000000005</c:v>
                </c:pt>
                <c:pt idx="5415">
                  <c:v>901.25400000000002</c:v>
                </c:pt>
                <c:pt idx="5416">
                  <c:v>870.27200000000005</c:v>
                </c:pt>
                <c:pt idx="5417">
                  <c:v>826.17399999999998</c:v>
                </c:pt>
                <c:pt idx="5418">
                  <c:v>759.15</c:v>
                </c:pt>
                <c:pt idx="5419">
                  <c:v>668.91200000000003</c:v>
                </c:pt>
                <c:pt idx="5420">
                  <c:v>566.83199999999999</c:v>
                </c:pt>
                <c:pt idx="5421">
                  <c:v>467.65699999999998</c:v>
                </c:pt>
                <c:pt idx="5422">
                  <c:v>382.2</c:v>
                </c:pt>
                <c:pt idx="5423">
                  <c:v>313.86599999999999</c:v>
                </c:pt>
                <c:pt idx="5424">
                  <c:v>260.69200000000001</c:v>
                </c:pt>
                <c:pt idx="5425">
                  <c:v>219.67599999999999</c:v>
                </c:pt>
                <c:pt idx="5426">
                  <c:v>188.05799999999999</c:v>
                </c:pt>
                <c:pt idx="5427">
                  <c:v>162.977</c:v>
                </c:pt>
                <c:pt idx="5428">
                  <c:v>142.90700000000001</c:v>
                </c:pt>
                <c:pt idx="5429">
                  <c:v>127.32</c:v>
                </c:pt>
                <c:pt idx="5430">
                  <c:v>115.05</c:v>
                </c:pt>
                <c:pt idx="5431">
                  <c:v>104.65900000000001</c:v>
                </c:pt>
                <c:pt idx="5432">
                  <c:v>95.895600000000002</c:v>
                </c:pt>
                <c:pt idx="5433">
                  <c:v>89.132099999999994</c:v>
                </c:pt>
                <c:pt idx="5434">
                  <c:v>83.675600000000003</c:v>
                </c:pt>
                <c:pt idx="5435">
                  <c:v>78.864099999999993</c:v>
                </c:pt>
                <c:pt idx="5436">
                  <c:v>74.795400000000001</c:v>
                </c:pt>
                <c:pt idx="5437">
                  <c:v>71.173299999999998</c:v>
                </c:pt>
                <c:pt idx="5438">
                  <c:v>68.513800000000003</c:v>
                </c:pt>
                <c:pt idx="5439">
                  <c:v>66.780799999999999</c:v>
                </c:pt>
                <c:pt idx="5440">
                  <c:v>65.491500000000002</c:v>
                </c:pt>
                <c:pt idx="5441">
                  <c:v>64.675399999999996</c:v>
                </c:pt>
                <c:pt idx="5442">
                  <c:v>64.155500000000004</c:v>
                </c:pt>
                <c:pt idx="5443">
                  <c:v>64.121499999999997</c:v>
                </c:pt>
                <c:pt idx="5444">
                  <c:v>64.781300000000002</c:v>
                </c:pt>
                <c:pt idx="5445">
                  <c:v>66.368099999999998</c:v>
                </c:pt>
                <c:pt idx="5446">
                  <c:v>68.429199999999994</c:v>
                </c:pt>
                <c:pt idx="5447">
                  <c:v>70.431200000000004</c:v>
                </c:pt>
                <c:pt idx="5448">
                  <c:v>72.534899999999993</c:v>
                </c:pt>
                <c:pt idx="5449">
                  <c:v>75.1143</c:v>
                </c:pt>
                <c:pt idx="5450">
                  <c:v>77.875200000000007</c:v>
                </c:pt>
                <c:pt idx="5451">
                  <c:v>80.150800000000004</c:v>
                </c:pt>
                <c:pt idx="5452">
                  <c:v>82.647000000000006</c:v>
                </c:pt>
                <c:pt idx="5453">
                  <c:v>85.293999999999997</c:v>
                </c:pt>
                <c:pt idx="5454">
                  <c:v>87.329400000000007</c:v>
                </c:pt>
                <c:pt idx="5455">
                  <c:v>88.747900000000001</c:v>
                </c:pt>
                <c:pt idx="5456">
                  <c:v>89.794499999999999</c:v>
                </c:pt>
                <c:pt idx="5457">
                  <c:v>90.695800000000006</c:v>
                </c:pt>
                <c:pt idx="5458">
                  <c:v>91.586299999999994</c:v>
                </c:pt>
                <c:pt idx="5459">
                  <c:v>92.164900000000003</c:v>
                </c:pt>
                <c:pt idx="5460">
                  <c:v>92.408500000000004</c:v>
                </c:pt>
                <c:pt idx="5461">
                  <c:v>92.511600000000001</c:v>
                </c:pt>
                <c:pt idx="5462">
                  <c:v>92.203800000000001</c:v>
                </c:pt>
                <c:pt idx="5463">
                  <c:v>91.046599999999998</c:v>
                </c:pt>
                <c:pt idx="5464">
                  <c:v>89.602999999999994</c:v>
                </c:pt>
                <c:pt idx="5465">
                  <c:v>88.866500000000002</c:v>
                </c:pt>
                <c:pt idx="5466">
                  <c:v>88.559799999999996</c:v>
                </c:pt>
                <c:pt idx="5467">
                  <c:v>88.520600000000002</c:v>
                </c:pt>
                <c:pt idx="5468">
                  <c:v>88.714100000000002</c:v>
                </c:pt>
                <c:pt idx="5469">
                  <c:v>89.465100000000007</c:v>
                </c:pt>
                <c:pt idx="5470">
                  <c:v>91.081199999999995</c:v>
                </c:pt>
                <c:pt idx="5471">
                  <c:v>93.085099999999997</c:v>
                </c:pt>
                <c:pt idx="5472">
                  <c:v>95.294200000000004</c:v>
                </c:pt>
                <c:pt idx="5473">
                  <c:v>97.898700000000005</c:v>
                </c:pt>
                <c:pt idx="5474">
                  <c:v>100.828</c:v>
                </c:pt>
                <c:pt idx="5475">
                  <c:v>104.89</c:v>
                </c:pt>
                <c:pt idx="5476">
                  <c:v>109.607</c:v>
                </c:pt>
                <c:pt idx="5477">
                  <c:v>114.383</c:v>
                </c:pt>
                <c:pt idx="5478">
                  <c:v>119.706</c:v>
                </c:pt>
                <c:pt idx="5479">
                  <c:v>126.193</c:v>
                </c:pt>
                <c:pt idx="5480">
                  <c:v>133.989</c:v>
                </c:pt>
                <c:pt idx="5481">
                  <c:v>143.12299999999999</c:v>
                </c:pt>
                <c:pt idx="5482">
                  <c:v>153.84200000000001</c:v>
                </c:pt>
                <c:pt idx="5483">
                  <c:v>166.50299999999999</c:v>
                </c:pt>
                <c:pt idx="5484">
                  <c:v>181.48</c:v>
                </c:pt>
                <c:pt idx="5485">
                  <c:v>200.63200000000001</c:v>
                </c:pt>
                <c:pt idx="5486">
                  <c:v>224.77199999999999</c:v>
                </c:pt>
                <c:pt idx="5487">
                  <c:v>255.08600000000001</c:v>
                </c:pt>
                <c:pt idx="5488">
                  <c:v>293.01100000000002</c:v>
                </c:pt>
                <c:pt idx="5489">
                  <c:v>339.98599999999999</c:v>
                </c:pt>
                <c:pt idx="5490">
                  <c:v>396.697</c:v>
                </c:pt>
                <c:pt idx="5491">
                  <c:v>463.55399999999997</c:v>
                </c:pt>
                <c:pt idx="5492">
                  <c:v>539.37</c:v>
                </c:pt>
                <c:pt idx="5493">
                  <c:v>621.173</c:v>
                </c:pt>
                <c:pt idx="5494">
                  <c:v>705.04499999999996</c:v>
                </c:pt>
                <c:pt idx="5495">
                  <c:v>787.44299999999998</c:v>
                </c:pt>
                <c:pt idx="5496">
                  <c:v>865.67200000000003</c:v>
                </c:pt>
                <c:pt idx="5497">
                  <c:v>936.90099999999995</c:v>
                </c:pt>
                <c:pt idx="5498">
                  <c:v>993.69899999999996</c:v>
                </c:pt>
                <c:pt idx="5499">
                  <c:v>1027.05</c:v>
                </c:pt>
                <c:pt idx="5500">
                  <c:v>1033.6300000000001</c:v>
                </c:pt>
                <c:pt idx="5501">
                  <c:v>1018.39</c:v>
                </c:pt>
                <c:pt idx="5502">
                  <c:v>991.55499999999995</c:v>
                </c:pt>
                <c:pt idx="5503">
                  <c:v>962.471</c:v>
                </c:pt>
                <c:pt idx="5504">
                  <c:v>934.16300000000001</c:v>
                </c:pt>
                <c:pt idx="5505">
                  <c:v>902.16700000000003</c:v>
                </c:pt>
                <c:pt idx="5506">
                  <c:v>855.51700000000005</c:v>
                </c:pt>
                <c:pt idx="5507">
                  <c:v>784.197</c:v>
                </c:pt>
                <c:pt idx="5508">
                  <c:v>688.35799999999995</c:v>
                </c:pt>
                <c:pt idx="5509">
                  <c:v>580.29399999999998</c:v>
                </c:pt>
                <c:pt idx="5510">
                  <c:v>476.339</c:v>
                </c:pt>
                <c:pt idx="5511">
                  <c:v>387.22199999999998</c:v>
                </c:pt>
                <c:pt idx="5512">
                  <c:v>315.95299999999997</c:v>
                </c:pt>
                <c:pt idx="5513">
                  <c:v>260.38400000000001</c:v>
                </c:pt>
                <c:pt idx="5514">
                  <c:v>217.30099999999999</c:v>
                </c:pt>
                <c:pt idx="5515">
                  <c:v>184.20699999999999</c:v>
                </c:pt>
                <c:pt idx="5516">
                  <c:v>158.11600000000001</c:v>
                </c:pt>
                <c:pt idx="5517">
                  <c:v>137.06700000000001</c:v>
                </c:pt>
                <c:pt idx="5518">
                  <c:v>120.316</c:v>
                </c:pt>
                <c:pt idx="5519">
                  <c:v>106.637</c:v>
                </c:pt>
                <c:pt idx="5520">
                  <c:v>95.299199999999999</c:v>
                </c:pt>
                <c:pt idx="5521">
                  <c:v>86.046400000000006</c:v>
                </c:pt>
                <c:pt idx="5522">
                  <c:v>78.515799999999999</c:v>
                </c:pt>
                <c:pt idx="5523">
                  <c:v>72.439099999999996</c:v>
                </c:pt>
                <c:pt idx="5524">
                  <c:v>67.0334</c:v>
                </c:pt>
                <c:pt idx="5525">
                  <c:v>62.1995</c:v>
                </c:pt>
                <c:pt idx="5526">
                  <c:v>58.341099999999997</c:v>
                </c:pt>
                <c:pt idx="5527">
                  <c:v>55.192599999999999</c:v>
                </c:pt>
                <c:pt idx="5528">
                  <c:v>52.416600000000003</c:v>
                </c:pt>
                <c:pt idx="5529">
                  <c:v>50.2956</c:v>
                </c:pt>
                <c:pt idx="5530">
                  <c:v>48.9315</c:v>
                </c:pt>
                <c:pt idx="5531">
                  <c:v>47.986800000000002</c:v>
                </c:pt>
                <c:pt idx="5532">
                  <c:v>47.098199999999999</c:v>
                </c:pt>
                <c:pt idx="5533">
                  <c:v>46.462299999999999</c:v>
                </c:pt>
                <c:pt idx="5534">
                  <c:v>46.673200000000001</c:v>
                </c:pt>
                <c:pt idx="5535">
                  <c:v>47.1691</c:v>
                </c:pt>
                <c:pt idx="5536">
                  <c:v>47.465000000000003</c:v>
                </c:pt>
                <c:pt idx="5537">
                  <c:v>48.298099999999998</c:v>
                </c:pt>
                <c:pt idx="5538">
                  <c:v>49.729300000000002</c:v>
                </c:pt>
                <c:pt idx="5539">
                  <c:v>51.634099999999997</c:v>
                </c:pt>
                <c:pt idx="5540">
                  <c:v>53.557400000000001</c:v>
                </c:pt>
                <c:pt idx="5541">
                  <c:v>55.063200000000002</c:v>
                </c:pt>
                <c:pt idx="5542">
                  <c:v>56.304600000000001</c:v>
                </c:pt>
                <c:pt idx="5543">
                  <c:v>57.496899999999997</c:v>
                </c:pt>
                <c:pt idx="5544">
                  <c:v>58.488900000000001</c:v>
                </c:pt>
                <c:pt idx="5545">
                  <c:v>58.815100000000001</c:v>
                </c:pt>
                <c:pt idx="5546">
                  <c:v>58.585900000000002</c:v>
                </c:pt>
                <c:pt idx="5547">
                  <c:v>58.2986</c:v>
                </c:pt>
                <c:pt idx="5548">
                  <c:v>57.796500000000002</c:v>
                </c:pt>
                <c:pt idx="5549">
                  <c:v>57.137099999999997</c:v>
                </c:pt>
                <c:pt idx="5550">
                  <c:v>56.064999999999998</c:v>
                </c:pt>
                <c:pt idx="5551">
                  <c:v>54.2971</c:v>
                </c:pt>
                <c:pt idx="5552">
                  <c:v>52.164999999999999</c:v>
                </c:pt>
                <c:pt idx="5553">
                  <c:v>49.693300000000001</c:v>
                </c:pt>
                <c:pt idx="5554">
                  <c:v>47.145200000000003</c:v>
                </c:pt>
                <c:pt idx="5555">
                  <c:v>44.666699999999999</c:v>
                </c:pt>
                <c:pt idx="5556">
                  <c:v>42.353299999999997</c:v>
                </c:pt>
                <c:pt idx="5557">
                  <c:v>40.429000000000002</c:v>
                </c:pt>
                <c:pt idx="5558">
                  <c:v>38.7545</c:v>
                </c:pt>
                <c:pt idx="5559">
                  <c:v>37.254199999999997</c:v>
                </c:pt>
                <c:pt idx="5560">
                  <c:v>36.120600000000003</c:v>
                </c:pt>
                <c:pt idx="5561">
                  <c:v>34.8095</c:v>
                </c:pt>
                <c:pt idx="5562">
                  <c:v>33.730699999999999</c:v>
                </c:pt>
                <c:pt idx="5563">
                  <c:v>32.887300000000003</c:v>
                </c:pt>
                <c:pt idx="5564">
                  <c:v>31.958600000000001</c:v>
                </c:pt>
                <c:pt idx="5565">
                  <c:v>30.978999999999999</c:v>
                </c:pt>
                <c:pt idx="5566">
                  <c:v>30.245200000000001</c:v>
                </c:pt>
                <c:pt idx="5567">
                  <c:v>29.638400000000001</c:v>
                </c:pt>
                <c:pt idx="5568">
                  <c:v>28.880199999999999</c:v>
                </c:pt>
                <c:pt idx="5569">
                  <c:v>28.115600000000001</c:v>
                </c:pt>
                <c:pt idx="5570">
                  <c:v>27.624600000000001</c:v>
                </c:pt>
                <c:pt idx="5571">
                  <c:v>27.515999999999998</c:v>
                </c:pt>
                <c:pt idx="5572">
                  <c:v>27.207699999999999</c:v>
                </c:pt>
                <c:pt idx="5573">
                  <c:v>26.716999999999999</c:v>
                </c:pt>
                <c:pt idx="5574">
                  <c:v>26.314599999999999</c:v>
                </c:pt>
                <c:pt idx="5575">
                  <c:v>26.124300000000002</c:v>
                </c:pt>
                <c:pt idx="5576">
                  <c:v>25.790900000000001</c:v>
                </c:pt>
                <c:pt idx="5577">
                  <c:v>24.964300000000001</c:v>
                </c:pt>
                <c:pt idx="5578">
                  <c:v>24.169</c:v>
                </c:pt>
                <c:pt idx="5579">
                  <c:v>23.775500000000001</c:v>
                </c:pt>
                <c:pt idx="5580">
                  <c:v>23.5349</c:v>
                </c:pt>
                <c:pt idx="5581">
                  <c:v>23.225300000000001</c:v>
                </c:pt>
                <c:pt idx="5582">
                  <c:v>22.9907</c:v>
                </c:pt>
                <c:pt idx="5583">
                  <c:v>22.715299999999999</c:v>
                </c:pt>
                <c:pt idx="5584">
                  <c:v>22.808800000000002</c:v>
                </c:pt>
                <c:pt idx="5585">
                  <c:v>22.685700000000001</c:v>
                </c:pt>
                <c:pt idx="5586">
                  <c:v>22.082000000000001</c:v>
                </c:pt>
                <c:pt idx="5587">
                  <c:v>21.903199999999998</c:v>
                </c:pt>
                <c:pt idx="5588">
                  <c:v>21.786000000000001</c:v>
                </c:pt>
                <c:pt idx="5589">
                  <c:v>21.3932</c:v>
                </c:pt>
                <c:pt idx="5590">
                  <c:v>20.988199999999999</c:v>
                </c:pt>
                <c:pt idx="5591">
                  <c:v>20.4986</c:v>
                </c:pt>
                <c:pt idx="5592">
                  <c:v>20.362400000000001</c:v>
                </c:pt>
                <c:pt idx="5593">
                  <c:v>20.2837</c:v>
                </c:pt>
                <c:pt idx="5594">
                  <c:v>19.9618</c:v>
                </c:pt>
                <c:pt idx="5595">
                  <c:v>19.941099999999999</c:v>
                </c:pt>
                <c:pt idx="5596">
                  <c:v>19.696999999999999</c:v>
                </c:pt>
                <c:pt idx="5597">
                  <c:v>19.469200000000001</c:v>
                </c:pt>
                <c:pt idx="5598">
                  <c:v>19.496600000000001</c:v>
                </c:pt>
                <c:pt idx="5599">
                  <c:v>19.4712</c:v>
                </c:pt>
                <c:pt idx="5600">
                  <c:v>19.604199999999999</c:v>
                </c:pt>
                <c:pt idx="5601">
                  <c:v>19.729399999999998</c:v>
                </c:pt>
                <c:pt idx="5602">
                  <c:v>19.896000000000001</c:v>
                </c:pt>
                <c:pt idx="5603">
                  <c:v>19.625499999999999</c:v>
                </c:pt>
                <c:pt idx="5604">
                  <c:v>19.4682</c:v>
                </c:pt>
                <c:pt idx="5605">
                  <c:v>19.537800000000001</c:v>
                </c:pt>
                <c:pt idx="5606">
                  <c:v>19.7133</c:v>
                </c:pt>
                <c:pt idx="5607">
                  <c:v>19.7639</c:v>
                </c:pt>
                <c:pt idx="5608">
                  <c:v>19.466000000000001</c:v>
                </c:pt>
                <c:pt idx="5609">
                  <c:v>18.946999999999999</c:v>
                </c:pt>
                <c:pt idx="5610">
                  <c:v>18.859500000000001</c:v>
                </c:pt>
                <c:pt idx="5611">
                  <c:v>18.813500000000001</c:v>
                </c:pt>
                <c:pt idx="5612">
                  <c:v>18.905000000000001</c:v>
                </c:pt>
                <c:pt idx="5613">
                  <c:v>19.174199999999999</c:v>
                </c:pt>
                <c:pt idx="5614">
                  <c:v>19.072399999999998</c:v>
                </c:pt>
                <c:pt idx="5615">
                  <c:v>18.9069</c:v>
                </c:pt>
                <c:pt idx="5616">
                  <c:v>18.997900000000001</c:v>
                </c:pt>
                <c:pt idx="5617">
                  <c:v>18.890599999999999</c:v>
                </c:pt>
                <c:pt idx="5618">
                  <c:v>18.984300000000001</c:v>
                </c:pt>
                <c:pt idx="5619">
                  <c:v>18.993600000000001</c:v>
                </c:pt>
                <c:pt idx="5620">
                  <c:v>18.859400000000001</c:v>
                </c:pt>
                <c:pt idx="5621">
                  <c:v>18.676600000000001</c:v>
                </c:pt>
                <c:pt idx="5622">
                  <c:v>18.377300000000002</c:v>
                </c:pt>
                <c:pt idx="5623">
                  <c:v>18.091699999999999</c:v>
                </c:pt>
                <c:pt idx="5624">
                  <c:v>17.348600000000001</c:v>
                </c:pt>
                <c:pt idx="5625">
                  <c:v>16.612200000000001</c:v>
                </c:pt>
                <c:pt idx="5626">
                  <c:v>16.264700000000001</c:v>
                </c:pt>
                <c:pt idx="5627">
                  <c:v>16.197199999999999</c:v>
                </c:pt>
                <c:pt idx="5628">
                  <c:v>16.470500000000001</c:v>
                </c:pt>
                <c:pt idx="5629">
                  <c:v>16.220400000000001</c:v>
                </c:pt>
                <c:pt idx="5630">
                  <c:v>16.500299999999999</c:v>
                </c:pt>
                <c:pt idx="5631">
                  <c:v>16.709800000000001</c:v>
                </c:pt>
                <c:pt idx="5632">
                  <c:v>16.450500000000002</c:v>
                </c:pt>
                <c:pt idx="5633">
                  <c:v>16.359400000000001</c:v>
                </c:pt>
                <c:pt idx="5634">
                  <c:v>16.227699999999999</c:v>
                </c:pt>
                <c:pt idx="5635">
                  <c:v>16.017800000000001</c:v>
                </c:pt>
                <c:pt idx="5636">
                  <c:v>15.9954</c:v>
                </c:pt>
                <c:pt idx="5637">
                  <c:v>16.240400000000001</c:v>
                </c:pt>
                <c:pt idx="5638">
                  <c:v>16.435099999999998</c:v>
                </c:pt>
                <c:pt idx="5639">
                  <c:v>16.023</c:v>
                </c:pt>
                <c:pt idx="5640">
                  <c:v>15.511200000000001</c:v>
                </c:pt>
                <c:pt idx="5641">
                  <c:v>15.402100000000001</c:v>
                </c:pt>
                <c:pt idx="5642">
                  <c:v>15.458500000000001</c:v>
                </c:pt>
                <c:pt idx="5643">
                  <c:v>15.2559</c:v>
                </c:pt>
                <c:pt idx="5644">
                  <c:v>15.1981</c:v>
                </c:pt>
                <c:pt idx="5645">
                  <c:v>15.7142</c:v>
                </c:pt>
                <c:pt idx="5646">
                  <c:v>16.2316</c:v>
                </c:pt>
                <c:pt idx="5647">
                  <c:v>16.473600000000001</c:v>
                </c:pt>
                <c:pt idx="5648">
                  <c:v>16.227699999999999</c:v>
                </c:pt>
                <c:pt idx="5649">
                  <c:v>15.9069</c:v>
                </c:pt>
                <c:pt idx="5650">
                  <c:v>15.672599999999999</c:v>
                </c:pt>
                <c:pt idx="5651">
                  <c:v>15.509</c:v>
                </c:pt>
                <c:pt idx="5652">
                  <c:v>15.411799999999999</c:v>
                </c:pt>
                <c:pt idx="5653">
                  <c:v>15.0365</c:v>
                </c:pt>
                <c:pt idx="5654">
                  <c:v>14.7163</c:v>
                </c:pt>
                <c:pt idx="5655">
                  <c:v>14.988300000000001</c:v>
                </c:pt>
                <c:pt idx="5656">
                  <c:v>15.206799999999999</c:v>
                </c:pt>
                <c:pt idx="5657">
                  <c:v>15.4046</c:v>
                </c:pt>
                <c:pt idx="5658">
                  <c:v>15.177199999999999</c:v>
                </c:pt>
                <c:pt idx="5659">
                  <c:v>14.5898</c:v>
                </c:pt>
                <c:pt idx="5660">
                  <c:v>14.2225</c:v>
                </c:pt>
                <c:pt idx="5661">
                  <c:v>14.3652</c:v>
                </c:pt>
                <c:pt idx="5662">
                  <c:v>14.7003</c:v>
                </c:pt>
                <c:pt idx="5663">
                  <c:v>14.660600000000001</c:v>
                </c:pt>
                <c:pt idx="5664">
                  <c:v>14.499599999999999</c:v>
                </c:pt>
                <c:pt idx="5665">
                  <c:v>14.249700000000001</c:v>
                </c:pt>
                <c:pt idx="5666">
                  <c:v>13.9605</c:v>
                </c:pt>
                <c:pt idx="5667">
                  <c:v>14.003500000000001</c:v>
                </c:pt>
                <c:pt idx="5668">
                  <c:v>14.369300000000001</c:v>
                </c:pt>
                <c:pt idx="5669">
                  <c:v>14.8691</c:v>
                </c:pt>
                <c:pt idx="5670">
                  <c:v>14.952500000000001</c:v>
                </c:pt>
                <c:pt idx="5671">
                  <c:v>14.5779</c:v>
                </c:pt>
                <c:pt idx="5672">
                  <c:v>14.664300000000001</c:v>
                </c:pt>
                <c:pt idx="5673">
                  <c:v>14.5715</c:v>
                </c:pt>
                <c:pt idx="5674">
                  <c:v>14.3453</c:v>
                </c:pt>
                <c:pt idx="5675">
                  <c:v>14.366099999999999</c:v>
                </c:pt>
                <c:pt idx="5676">
                  <c:v>14.4133</c:v>
                </c:pt>
                <c:pt idx="5677">
                  <c:v>14.272399999999999</c:v>
                </c:pt>
                <c:pt idx="5678">
                  <c:v>14.1134</c:v>
                </c:pt>
                <c:pt idx="5679">
                  <c:v>14.049799999999999</c:v>
                </c:pt>
                <c:pt idx="5680">
                  <c:v>13.7432</c:v>
                </c:pt>
                <c:pt idx="5681">
                  <c:v>13.284000000000001</c:v>
                </c:pt>
                <c:pt idx="5682">
                  <c:v>12.996499999999999</c:v>
                </c:pt>
                <c:pt idx="5683">
                  <c:v>13.1967</c:v>
                </c:pt>
                <c:pt idx="5684">
                  <c:v>13.526</c:v>
                </c:pt>
                <c:pt idx="5685">
                  <c:v>13.510899999999999</c:v>
                </c:pt>
                <c:pt idx="5686">
                  <c:v>13.5023</c:v>
                </c:pt>
                <c:pt idx="5687">
                  <c:v>13.7654</c:v>
                </c:pt>
                <c:pt idx="5688">
                  <c:v>13.8695</c:v>
                </c:pt>
                <c:pt idx="5689">
                  <c:v>13.7193</c:v>
                </c:pt>
                <c:pt idx="5690">
                  <c:v>13.5082</c:v>
                </c:pt>
                <c:pt idx="5691">
                  <c:v>13.469099999999999</c:v>
                </c:pt>
                <c:pt idx="5692">
                  <c:v>13.2133</c:v>
                </c:pt>
                <c:pt idx="5693">
                  <c:v>13.2242</c:v>
                </c:pt>
                <c:pt idx="5694">
                  <c:v>13.54</c:v>
                </c:pt>
                <c:pt idx="5695">
                  <c:v>13.557</c:v>
                </c:pt>
                <c:pt idx="5696">
                  <c:v>13.632400000000001</c:v>
                </c:pt>
                <c:pt idx="5697">
                  <c:v>13.4955</c:v>
                </c:pt>
                <c:pt idx="5698">
                  <c:v>13.3592</c:v>
                </c:pt>
                <c:pt idx="5699">
                  <c:v>13.4435</c:v>
                </c:pt>
                <c:pt idx="5700">
                  <c:v>13.8066</c:v>
                </c:pt>
                <c:pt idx="5701">
                  <c:v>13.841799999999999</c:v>
                </c:pt>
                <c:pt idx="5702">
                  <c:v>13.9922</c:v>
                </c:pt>
                <c:pt idx="5703">
                  <c:v>14.3789</c:v>
                </c:pt>
                <c:pt idx="5704">
                  <c:v>14.7112</c:v>
                </c:pt>
                <c:pt idx="5705">
                  <c:v>14.768000000000001</c:v>
                </c:pt>
                <c:pt idx="5706">
                  <c:v>14.4595</c:v>
                </c:pt>
                <c:pt idx="5707">
                  <c:v>14.127800000000001</c:v>
                </c:pt>
                <c:pt idx="5708">
                  <c:v>14.068199999999999</c:v>
                </c:pt>
                <c:pt idx="5709">
                  <c:v>13.7545</c:v>
                </c:pt>
                <c:pt idx="5710">
                  <c:v>13.5511</c:v>
                </c:pt>
                <c:pt idx="5711">
                  <c:v>13.6844</c:v>
                </c:pt>
                <c:pt idx="5712">
                  <c:v>13.8813</c:v>
                </c:pt>
                <c:pt idx="5713">
                  <c:v>13.648300000000001</c:v>
                </c:pt>
                <c:pt idx="5714">
                  <c:v>13.1219</c:v>
                </c:pt>
                <c:pt idx="5715">
                  <c:v>12.817399999999999</c:v>
                </c:pt>
                <c:pt idx="5716">
                  <c:v>12.707800000000001</c:v>
                </c:pt>
                <c:pt idx="5717">
                  <c:v>12.947800000000001</c:v>
                </c:pt>
                <c:pt idx="5718">
                  <c:v>12.7636</c:v>
                </c:pt>
                <c:pt idx="5719">
                  <c:v>12.566800000000001</c:v>
                </c:pt>
                <c:pt idx="5720">
                  <c:v>12.295199999999999</c:v>
                </c:pt>
                <c:pt idx="5721">
                  <c:v>12.3628</c:v>
                </c:pt>
                <c:pt idx="5722">
                  <c:v>12.361700000000001</c:v>
                </c:pt>
                <c:pt idx="5723">
                  <c:v>11.9962</c:v>
                </c:pt>
                <c:pt idx="5724">
                  <c:v>11.9177</c:v>
                </c:pt>
                <c:pt idx="5725">
                  <c:v>12.1899</c:v>
                </c:pt>
                <c:pt idx="5726">
                  <c:v>12.286899999999999</c:v>
                </c:pt>
                <c:pt idx="5727">
                  <c:v>12.0427</c:v>
                </c:pt>
                <c:pt idx="5728">
                  <c:v>11.840199999999999</c:v>
                </c:pt>
                <c:pt idx="5729">
                  <c:v>11.8809</c:v>
                </c:pt>
                <c:pt idx="5730">
                  <c:v>11.536899999999999</c:v>
                </c:pt>
                <c:pt idx="5731">
                  <c:v>11.2409</c:v>
                </c:pt>
                <c:pt idx="5732">
                  <c:v>11.229100000000001</c:v>
                </c:pt>
                <c:pt idx="5733">
                  <c:v>11.594799999999999</c:v>
                </c:pt>
                <c:pt idx="5734">
                  <c:v>11.752599999999999</c:v>
                </c:pt>
                <c:pt idx="5735">
                  <c:v>11.599500000000001</c:v>
                </c:pt>
                <c:pt idx="5736">
                  <c:v>11.0534</c:v>
                </c:pt>
                <c:pt idx="5737">
                  <c:v>10.9581</c:v>
                </c:pt>
                <c:pt idx="5738">
                  <c:v>10.819599999999999</c:v>
                </c:pt>
                <c:pt idx="5739">
                  <c:v>10.476900000000001</c:v>
                </c:pt>
                <c:pt idx="5740">
                  <c:v>10.169600000000001</c:v>
                </c:pt>
                <c:pt idx="5741">
                  <c:v>10.139200000000001</c:v>
                </c:pt>
                <c:pt idx="5742">
                  <c:v>10.4383</c:v>
                </c:pt>
                <c:pt idx="5743">
                  <c:v>10.9937</c:v>
                </c:pt>
                <c:pt idx="5744">
                  <c:v>11.0967</c:v>
                </c:pt>
                <c:pt idx="5745">
                  <c:v>11.1828</c:v>
                </c:pt>
                <c:pt idx="5746">
                  <c:v>11.4453</c:v>
                </c:pt>
                <c:pt idx="5747">
                  <c:v>11.2943</c:v>
                </c:pt>
                <c:pt idx="5748">
                  <c:v>11.2232</c:v>
                </c:pt>
                <c:pt idx="5749">
                  <c:v>11.349500000000001</c:v>
                </c:pt>
                <c:pt idx="5750">
                  <c:v>11.8271</c:v>
                </c:pt>
                <c:pt idx="5751">
                  <c:v>12.121499999999999</c:v>
                </c:pt>
                <c:pt idx="5752">
                  <c:v>12.0753</c:v>
                </c:pt>
                <c:pt idx="5753">
                  <c:v>11.8908</c:v>
                </c:pt>
                <c:pt idx="5754">
                  <c:v>11.2963</c:v>
                </c:pt>
                <c:pt idx="5755">
                  <c:v>11.0877</c:v>
                </c:pt>
                <c:pt idx="5756">
                  <c:v>11.444699999999999</c:v>
                </c:pt>
                <c:pt idx="5757">
                  <c:v>11.3147</c:v>
                </c:pt>
                <c:pt idx="5758">
                  <c:v>11.1853</c:v>
                </c:pt>
                <c:pt idx="5759">
                  <c:v>11.276999999999999</c:v>
                </c:pt>
                <c:pt idx="5760">
                  <c:v>11.3378</c:v>
                </c:pt>
                <c:pt idx="5761">
                  <c:v>11.116899999999999</c:v>
                </c:pt>
                <c:pt idx="5762">
                  <c:v>10.8256</c:v>
                </c:pt>
                <c:pt idx="5763">
                  <c:v>10.786300000000001</c:v>
                </c:pt>
                <c:pt idx="5764">
                  <c:v>11.057600000000001</c:v>
                </c:pt>
                <c:pt idx="5765">
                  <c:v>11.3666</c:v>
                </c:pt>
                <c:pt idx="5766">
                  <c:v>11.4983</c:v>
                </c:pt>
                <c:pt idx="5767">
                  <c:v>11.1623</c:v>
                </c:pt>
                <c:pt idx="5768">
                  <c:v>10.788</c:v>
                </c:pt>
                <c:pt idx="5769">
                  <c:v>10.8536</c:v>
                </c:pt>
                <c:pt idx="5770">
                  <c:v>11.1586</c:v>
                </c:pt>
                <c:pt idx="5771">
                  <c:v>11.6372</c:v>
                </c:pt>
                <c:pt idx="5772">
                  <c:v>11.4856</c:v>
                </c:pt>
                <c:pt idx="5773">
                  <c:v>11.222300000000001</c:v>
                </c:pt>
                <c:pt idx="5774">
                  <c:v>11.008599999999999</c:v>
                </c:pt>
                <c:pt idx="5775">
                  <c:v>10.8987</c:v>
                </c:pt>
                <c:pt idx="5776">
                  <c:v>10.933400000000001</c:v>
                </c:pt>
                <c:pt idx="5777">
                  <c:v>11.054399999999999</c:v>
                </c:pt>
                <c:pt idx="5778">
                  <c:v>11.415900000000001</c:v>
                </c:pt>
                <c:pt idx="5779">
                  <c:v>11.4152</c:v>
                </c:pt>
                <c:pt idx="5780">
                  <c:v>10.953099999999999</c:v>
                </c:pt>
                <c:pt idx="5781">
                  <c:v>10.754899999999999</c:v>
                </c:pt>
                <c:pt idx="5782">
                  <c:v>10.7904</c:v>
                </c:pt>
                <c:pt idx="5783">
                  <c:v>10.843400000000001</c:v>
                </c:pt>
                <c:pt idx="5784">
                  <c:v>11.1364</c:v>
                </c:pt>
                <c:pt idx="5785">
                  <c:v>11.410299999999999</c:v>
                </c:pt>
                <c:pt idx="5786">
                  <c:v>11.592700000000001</c:v>
                </c:pt>
                <c:pt idx="5787">
                  <c:v>11.591900000000001</c:v>
                </c:pt>
                <c:pt idx="5788">
                  <c:v>11.4252</c:v>
                </c:pt>
                <c:pt idx="5789">
                  <c:v>11.049300000000001</c:v>
                </c:pt>
                <c:pt idx="5790">
                  <c:v>10.6691</c:v>
                </c:pt>
                <c:pt idx="5791">
                  <c:v>10.7555</c:v>
                </c:pt>
                <c:pt idx="5792">
                  <c:v>11.0047</c:v>
                </c:pt>
                <c:pt idx="5793">
                  <c:v>11.177099999999999</c:v>
                </c:pt>
                <c:pt idx="5794">
                  <c:v>11.187099999999999</c:v>
                </c:pt>
                <c:pt idx="5795">
                  <c:v>10.91</c:v>
                </c:pt>
                <c:pt idx="5796">
                  <c:v>10.211399999999999</c:v>
                </c:pt>
                <c:pt idx="5797">
                  <c:v>9.7532800000000002</c:v>
                </c:pt>
                <c:pt idx="5798">
                  <c:v>10.025</c:v>
                </c:pt>
                <c:pt idx="5799">
                  <c:v>10.3933</c:v>
                </c:pt>
                <c:pt idx="5800">
                  <c:v>10.405900000000001</c:v>
                </c:pt>
                <c:pt idx="5801">
                  <c:v>10.290699999999999</c:v>
                </c:pt>
                <c:pt idx="5802">
                  <c:v>10.5275</c:v>
                </c:pt>
                <c:pt idx="5803">
                  <c:v>10.742800000000001</c:v>
                </c:pt>
                <c:pt idx="5804">
                  <c:v>10.726900000000001</c:v>
                </c:pt>
                <c:pt idx="5805">
                  <c:v>10.708299999999999</c:v>
                </c:pt>
                <c:pt idx="5806">
                  <c:v>10.8932</c:v>
                </c:pt>
                <c:pt idx="5807">
                  <c:v>11.3482</c:v>
                </c:pt>
                <c:pt idx="5808">
                  <c:v>11.413600000000001</c:v>
                </c:pt>
                <c:pt idx="5809">
                  <c:v>11.084</c:v>
                </c:pt>
                <c:pt idx="5810">
                  <c:v>10.623699999999999</c:v>
                </c:pt>
                <c:pt idx="5811">
                  <c:v>10.360900000000001</c:v>
                </c:pt>
                <c:pt idx="5812">
                  <c:v>10.3637</c:v>
                </c:pt>
                <c:pt idx="5813">
                  <c:v>10.061</c:v>
                </c:pt>
                <c:pt idx="5814">
                  <c:v>9.8897899999999996</c:v>
                </c:pt>
                <c:pt idx="5815">
                  <c:v>10.391400000000001</c:v>
                </c:pt>
                <c:pt idx="5816">
                  <c:v>10.802199999999999</c:v>
                </c:pt>
                <c:pt idx="5817">
                  <c:v>10.847200000000001</c:v>
                </c:pt>
                <c:pt idx="5818">
                  <c:v>10.855399999999999</c:v>
                </c:pt>
                <c:pt idx="5819">
                  <c:v>10.136100000000001</c:v>
                </c:pt>
                <c:pt idx="5820">
                  <c:v>9.8014700000000001</c:v>
                </c:pt>
                <c:pt idx="5821">
                  <c:v>10.165699999999999</c:v>
                </c:pt>
                <c:pt idx="5822">
                  <c:v>10.5578</c:v>
                </c:pt>
                <c:pt idx="5823">
                  <c:v>10.9269</c:v>
                </c:pt>
                <c:pt idx="5824">
                  <c:v>11.0764</c:v>
                </c:pt>
                <c:pt idx="5825">
                  <c:v>11.091900000000001</c:v>
                </c:pt>
                <c:pt idx="5826">
                  <c:v>10.782</c:v>
                </c:pt>
                <c:pt idx="5827">
                  <c:v>10.585599999999999</c:v>
                </c:pt>
                <c:pt idx="5828">
                  <c:v>10.677099999999999</c:v>
                </c:pt>
                <c:pt idx="5829">
                  <c:v>10.613</c:v>
                </c:pt>
                <c:pt idx="5830">
                  <c:v>10.418699999999999</c:v>
                </c:pt>
                <c:pt idx="5831">
                  <c:v>10.2979</c:v>
                </c:pt>
                <c:pt idx="5832">
                  <c:v>10.441800000000001</c:v>
                </c:pt>
                <c:pt idx="5833">
                  <c:v>10.539099999999999</c:v>
                </c:pt>
                <c:pt idx="5834">
                  <c:v>10.4269</c:v>
                </c:pt>
                <c:pt idx="5835">
                  <c:v>10.0524</c:v>
                </c:pt>
                <c:pt idx="5836">
                  <c:v>10.206899999999999</c:v>
                </c:pt>
                <c:pt idx="5837">
                  <c:v>10.3314</c:v>
                </c:pt>
                <c:pt idx="5838">
                  <c:v>10.2865</c:v>
                </c:pt>
                <c:pt idx="5839">
                  <c:v>9.6966999999999999</c:v>
                </c:pt>
                <c:pt idx="5840">
                  <c:v>9.2896599999999996</c:v>
                </c:pt>
                <c:pt idx="5841">
                  <c:v>9.1109399999999994</c:v>
                </c:pt>
                <c:pt idx="5842">
                  <c:v>9.48231</c:v>
                </c:pt>
                <c:pt idx="5843">
                  <c:v>9.9386700000000001</c:v>
                </c:pt>
                <c:pt idx="5844">
                  <c:v>10.168200000000001</c:v>
                </c:pt>
                <c:pt idx="5845">
                  <c:v>10.4916</c:v>
                </c:pt>
                <c:pt idx="5846">
                  <c:v>10.489699999999999</c:v>
                </c:pt>
                <c:pt idx="5847">
                  <c:v>10.223599999999999</c:v>
                </c:pt>
                <c:pt idx="5848">
                  <c:v>10.0641</c:v>
                </c:pt>
                <c:pt idx="5849">
                  <c:v>9.6984899999999996</c:v>
                </c:pt>
                <c:pt idx="5850">
                  <c:v>9.4076500000000003</c:v>
                </c:pt>
                <c:pt idx="5851">
                  <c:v>9.2799899999999997</c:v>
                </c:pt>
                <c:pt idx="5852">
                  <c:v>9.2930299999999999</c:v>
                </c:pt>
                <c:pt idx="5853">
                  <c:v>9.5703700000000005</c:v>
                </c:pt>
                <c:pt idx="5854">
                  <c:v>9.9101900000000001</c:v>
                </c:pt>
                <c:pt idx="5855">
                  <c:v>10.111599999999999</c:v>
                </c:pt>
                <c:pt idx="5856">
                  <c:v>10.038399999999999</c:v>
                </c:pt>
                <c:pt idx="5857">
                  <c:v>9.9117300000000004</c:v>
                </c:pt>
                <c:pt idx="5858">
                  <c:v>9.5636200000000002</c:v>
                </c:pt>
                <c:pt idx="5859">
                  <c:v>9.1010200000000001</c:v>
                </c:pt>
                <c:pt idx="5860">
                  <c:v>9.0143900000000006</c:v>
                </c:pt>
                <c:pt idx="5861">
                  <c:v>8.96922</c:v>
                </c:pt>
                <c:pt idx="5862">
                  <c:v>9.1449599999999993</c:v>
                </c:pt>
                <c:pt idx="5863">
                  <c:v>9.5762300000000007</c:v>
                </c:pt>
                <c:pt idx="5864">
                  <c:v>9.67</c:v>
                </c:pt>
                <c:pt idx="5865">
                  <c:v>9.5259699999999992</c:v>
                </c:pt>
                <c:pt idx="5866">
                  <c:v>9.4709599999999998</c:v>
                </c:pt>
                <c:pt idx="5867">
                  <c:v>9.7721099999999996</c:v>
                </c:pt>
                <c:pt idx="5868">
                  <c:v>10.093500000000001</c:v>
                </c:pt>
                <c:pt idx="5869">
                  <c:v>10.2531</c:v>
                </c:pt>
                <c:pt idx="5870">
                  <c:v>10.104699999999999</c:v>
                </c:pt>
                <c:pt idx="5871">
                  <c:v>10.0647</c:v>
                </c:pt>
                <c:pt idx="5872">
                  <c:v>10.1355</c:v>
                </c:pt>
                <c:pt idx="5873">
                  <c:v>9.9333399999999994</c:v>
                </c:pt>
                <c:pt idx="5874">
                  <c:v>9.7475199999999997</c:v>
                </c:pt>
                <c:pt idx="5875">
                  <c:v>9.7578399999999998</c:v>
                </c:pt>
                <c:pt idx="5876">
                  <c:v>9.8970199999999995</c:v>
                </c:pt>
                <c:pt idx="5877">
                  <c:v>9.8684100000000008</c:v>
                </c:pt>
                <c:pt idx="5878">
                  <c:v>9.9147099999999995</c:v>
                </c:pt>
                <c:pt idx="5879">
                  <c:v>9.7576099999999997</c:v>
                </c:pt>
                <c:pt idx="5880">
                  <c:v>9.3773099999999996</c:v>
                </c:pt>
                <c:pt idx="5881">
                  <c:v>9.5414499999999993</c:v>
                </c:pt>
                <c:pt idx="5882">
                  <c:v>9.7551900000000007</c:v>
                </c:pt>
                <c:pt idx="5883">
                  <c:v>9.9544200000000007</c:v>
                </c:pt>
                <c:pt idx="5884">
                  <c:v>9.8017099999999999</c:v>
                </c:pt>
                <c:pt idx="5885">
                  <c:v>9.4971599999999992</c:v>
                </c:pt>
                <c:pt idx="5886">
                  <c:v>9.5055800000000001</c:v>
                </c:pt>
                <c:pt idx="5887">
                  <c:v>9.6605399999999992</c:v>
                </c:pt>
                <c:pt idx="5888">
                  <c:v>9.8632399999999993</c:v>
                </c:pt>
                <c:pt idx="5889">
                  <c:v>9.9506899999999998</c:v>
                </c:pt>
                <c:pt idx="5890">
                  <c:v>9.9878</c:v>
                </c:pt>
                <c:pt idx="5891">
                  <c:v>9.6849100000000004</c:v>
                </c:pt>
                <c:pt idx="5892">
                  <c:v>9.6136199999999992</c:v>
                </c:pt>
                <c:pt idx="5893">
                  <c:v>10.1448</c:v>
                </c:pt>
                <c:pt idx="5894">
                  <c:v>10.3626</c:v>
                </c:pt>
                <c:pt idx="5895">
                  <c:v>10.23</c:v>
                </c:pt>
                <c:pt idx="5896">
                  <c:v>9.9043799999999997</c:v>
                </c:pt>
                <c:pt idx="5897">
                  <c:v>9.5539199999999997</c:v>
                </c:pt>
                <c:pt idx="5898">
                  <c:v>9.5990199999999994</c:v>
                </c:pt>
                <c:pt idx="5899">
                  <c:v>9.9017800000000005</c:v>
                </c:pt>
                <c:pt idx="5900">
                  <c:v>10.4941</c:v>
                </c:pt>
                <c:pt idx="5901">
                  <c:v>10.6546</c:v>
                </c:pt>
                <c:pt idx="5902">
                  <c:v>10.3497</c:v>
                </c:pt>
                <c:pt idx="5903">
                  <c:v>10.049200000000001</c:v>
                </c:pt>
                <c:pt idx="5904">
                  <c:v>9.7902199999999997</c:v>
                </c:pt>
                <c:pt idx="5905">
                  <c:v>9.6526499999999995</c:v>
                </c:pt>
                <c:pt idx="5906">
                  <c:v>9.9127500000000008</c:v>
                </c:pt>
                <c:pt idx="5907">
                  <c:v>9.8621499999999997</c:v>
                </c:pt>
                <c:pt idx="5908">
                  <c:v>9.7047899999999991</c:v>
                </c:pt>
                <c:pt idx="5909">
                  <c:v>9.6304800000000004</c:v>
                </c:pt>
                <c:pt idx="5910">
                  <c:v>9.59206</c:v>
                </c:pt>
                <c:pt idx="5911">
                  <c:v>9.5534199999999991</c:v>
                </c:pt>
                <c:pt idx="5912">
                  <c:v>9.3721499999999995</c:v>
                </c:pt>
                <c:pt idx="5913">
                  <c:v>9.0390599999999992</c:v>
                </c:pt>
                <c:pt idx="5914">
                  <c:v>9.1262100000000004</c:v>
                </c:pt>
                <c:pt idx="5915">
                  <c:v>9.0615299999999994</c:v>
                </c:pt>
                <c:pt idx="5916">
                  <c:v>8.9534900000000004</c:v>
                </c:pt>
                <c:pt idx="5917">
                  <c:v>8.9857700000000005</c:v>
                </c:pt>
                <c:pt idx="5918">
                  <c:v>9.0853699999999993</c:v>
                </c:pt>
                <c:pt idx="5919">
                  <c:v>9.3683300000000003</c:v>
                </c:pt>
                <c:pt idx="5920">
                  <c:v>9.5295299999999994</c:v>
                </c:pt>
                <c:pt idx="5921">
                  <c:v>9.6978500000000007</c:v>
                </c:pt>
                <c:pt idx="5922">
                  <c:v>9.6678499999999996</c:v>
                </c:pt>
                <c:pt idx="5923">
                  <c:v>9.37669</c:v>
                </c:pt>
                <c:pt idx="5924">
                  <c:v>9.4002199999999991</c:v>
                </c:pt>
                <c:pt idx="5925">
                  <c:v>9.4765499999999996</c:v>
                </c:pt>
                <c:pt idx="5926">
                  <c:v>9.3739899999999992</c:v>
                </c:pt>
                <c:pt idx="5927">
                  <c:v>8.9800199999999997</c:v>
                </c:pt>
                <c:pt idx="5928">
                  <c:v>8.6298200000000005</c:v>
                </c:pt>
                <c:pt idx="5929">
                  <c:v>8.3726299999999991</c:v>
                </c:pt>
                <c:pt idx="5930">
                  <c:v>8.5411199999999994</c:v>
                </c:pt>
                <c:pt idx="5931">
                  <c:v>8.8953799999999994</c:v>
                </c:pt>
                <c:pt idx="5932">
                  <c:v>9.07545</c:v>
                </c:pt>
                <c:pt idx="5933">
                  <c:v>9.2095800000000008</c:v>
                </c:pt>
                <c:pt idx="5934">
                  <c:v>9.1810700000000001</c:v>
                </c:pt>
                <c:pt idx="5935">
                  <c:v>9.2166700000000006</c:v>
                </c:pt>
                <c:pt idx="5936">
                  <c:v>9.4295200000000001</c:v>
                </c:pt>
                <c:pt idx="5937">
                  <c:v>9.4010599999999993</c:v>
                </c:pt>
                <c:pt idx="5938">
                  <c:v>9.2646599999999992</c:v>
                </c:pt>
                <c:pt idx="5939">
                  <c:v>9.1811100000000003</c:v>
                </c:pt>
                <c:pt idx="5940">
                  <c:v>9.0045400000000004</c:v>
                </c:pt>
                <c:pt idx="5941">
                  <c:v>8.9501000000000008</c:v>
                </c:pt>
                <c:pt idx="5942">
                  <c:v>9.2951800000000002</c:v>
                </c:pt>
                <c:pt idx="5943">
                  <c:v>9.6500900000000005</c:v>
                </c:pt>
                <c:pt idx="5944">
                  <c:v>9.4517900000000008</c:v>
                </c:pt>
                <c:pt idx="5945">
                  <c:v>9.3848500000000001</c:v>
                </c:pt>
                <c:pt idx="5946">
                  <c:v>9.5474300000000003</c:v>
                </c:pt>
                <c:pt idx="5947">
                  <c:v>9.7230899999999991</c:v>
                </c:pt>
                <c:pt idx="5948">
                  <c:v>9.4616699999999998</c:v>
                </c:pt>
                <c:pt idx="5949">
                  <c:v>9.3476499999999998</c:v>
                </c:pt>
                <c:pt idx="5950">
                  <c:v>9.5260300000000004</c:v>
                </c:pt>
                <c:pt idx="5951">
                  <c:v>9.5485199999999999</c:v>
                </c:pt>
                <c:pt idx="5952">
                  <c:v>9.1736000000000004</c:v>
                </c:pt>
                <c:pt idx="5953">
                  <c:v>8.8774099999999994</c:v>
                </c:pt>
                <c:pt idx="5954">
                  <c:v>8.8275900000000007</c:v>
                </c:pt>
                <c:pt idx="5955">
                  <c:v>8.82165</c:v>
                </c:pt>
                <c:pt idx="5956">
                  <c:v>9.0163399999999996</c:v>
                </c:pt>
                <c:pt idx="5957">
                  <c:v>9.1180800000000009</c:v>
                </c:pt>
                <c:pt idx="5958">
                  <c:v>9.0107300000000006</c:v>
                </c:pt>
                <c:pt idx="5959">
                  <c:v>8.87486</c:v>
                </c:pt>
                <c:pt idx="5960">
                  <c:v>8.9518000000000004</c:v>
                </c:pt>
                <c:pt idx="5961">
                  <c:v>9.3519900000000007</c:v>
                </c:pt>
                <c:pt idx="5962">
                  <c:v>9.8321299999999994</c:v>
                </c:pt>
                <c:pt idx="5963">
                  <c:v>9.9931999999999999</c:v>
                </c:pt>
                <c:pt idx="5964">
                  <c:v>9.8380100000000006</c:v>
                </c:pt>
                <c:pt idx="5965">
                  <c:v>9.7423500000000001</c:v>
                </c:pt>
                <c:pt idx="5966">
                  <c:v>9.5437100000000008</c:v>
                </c:pt>
                <c:pt idx="5967">
                  <c:v>9.6774400000000007</c:v>
                </c:pt>
                <c:pt idx="5968">
                  <c:v>9.9690600000000007</c:v>
                </c:pt>
                <c:pt idx="5969">
                  <c:v>9.6877300000000002</c:v>
                </c:pt>
                <c:pt idx="5970">
                  <c:v>9.4635899999999999</c:v>
                </c:pt>
                <c:pt idx="5971">
                  <c:v>9.4295000000000009</c:v>
                </c:pt>
                <c:pt idx="5972">
                  <c:v>9.2473100000000006</c:v>
                </c:pt>
                <c:pt idx="5973">
                  <c:v>9.2362000000000002</c:v>
                </c:pt>
                <c:pt idx="5974">
                  <c:v>9.4400600000000008</c:v>
                </c:pt>
                <c:pt idx="5975">
                  <c:v>9.5567499999999992</c:v>
                </c:pt>
                <c:pt idx="5976">
                  <c:v>9.4436400000000003</c:v>
                </c:pt>
                <c:pt idx="5977">
                  <c:v>9.3492700000000006</c:v>
                </c:pt>
                <c:pt idx="5978">
                  <c:v>9.0503300000000007</c:v>
                </c:pt>
                <c:pt idx="5979">
                  <c:v>8.9057600000000008</c:v>
                </c:pt>
                <c:pt idx="5980">
                  <c:v>8.8698399999999999</c:v>
                </c:pt>
                <c:pt idx="5981">
                  <c:v>8.9474999999999998</c:v>
                </c:pt>
                <c:pt idx="5982">
                  <c:v>9.3251200000000001</c:v>
                </c:pt>
                <c:pt idx="5983">
                  <c:v>9.5735499999999991</c:v>
                </c:pt>
                <c:pt idx="5984">
                  <c:v>9.4064800000000002</c:v>
                </c:pt>
                <c:pt idx="5985">
                  <c:v>9.4693799999999992</c:v>
                </c:pt>
                <c:pt idx="5986">
                  <c:v>9.5734300000000001</c:v>
                </c:pt>
                <c:pt idx="5987">
                  <c:v>9.1277399999999993</c:v>
                </c:pt>
                <c:pt idx="5988">
                  <c:v>9.0075000000000003</c:v>
                </c:pt>
                <c:pt idx="5989">
                  <c:v>9.3512799999999991</c:v>
                </c:pt>
                <c:pt idx="5990">
                  <c:v>9.5117600000000007</c:v>
                </c:pt>
                <c:pt idx="5991">
                  <c:v>9.2486499999999996</c:v>
                </c:pt>
                <c:pt idx="5992">
                  <c:v>8.8736999999999995</c:v>
                </c:pt>
                <c:pt idx="5993">
                  <c:v>8.9256600000000006</c:v>
                </c:pt>
                <c:pt idx="5994">
                  <c:v>9.4886400000000002</c:v>
                </c:pt>
                <c:pt idx="5995">
                  <c:v>9.5724499999999999</c:v>
                </c:pt>
                <c:pt idx="5996">
                  <c:v>9.3095999999999997</c:v>
                </c:pt>
                <c:pt idx="5997">
                  <c:v>9.1993500000000008</c:v>
                </c:pt>
                <c:pt idx="5998">
                  <c:v>8.9788800000000002</c:v>
                </c:pt>
                <c:pt idx="5999">
                  <c:v>8.5968599999999995</c:v>
                </c:pt>
                <c:pt idx="6000">
                  <c:v>8.5859199999999998</c:v>
                </c:pt>
                <c:pt idx="6001">
                  <c:v>8.5800900000000002</c:v>
                </c:pt>
                <c:pt idx="6002">
                  <c:v>8.2765699999999995</c:v>
                </c:pt>
                <c:pt idx="6003">
                  <c:v>8.3799700000000001</c:v>
                </c:pt>
                <c:pt idx="6004">
                  <c:v>8.7911900000000003</c:v>
                </c:pt>
                <c:pt idx="6005">
                  <c:v>9.2721300000000006</c:v>
                </c:pt>
                <c:pt idx="6006">
                  <c:v>9.5393699999999999</c:v>
                </c:pt>
                <c:pt idx="6007">
                  <c:v>9.5853000000000002</c:v>
                </c:pt>
                <c:pt idx="6008">
                  <c:v>9.5783000000000005</c:v>
                </c:pt>
                <c:pt idx="6009">
                  <c:v>9.6332000000000004</c:v>
                </c:pt>
                <c:pt idx="6010">
                  <c:v>9.5376100000000008</c:v>
                </c:pt>
                <c:pt idx="6011">
                  <c:v>9.2924100000000003</c:v>
                </c:pt>
                <c:pt idx="6012">
                  <c:v>9.0898900000000005</c:v>
                </c:pt>
                <c:pt idx="6013">
                  <c:v>9.38565</c:v>
                </c:pt>
                <c:pt idx="6014">
                  <c:v>9.4366000000000003</c:v>
                </c:pt>
                <c:pt idx="6015">
                  <c:v>9.3864000000000001</c:v>
                </c:pt>
                <c:pt idx="6016">
                  <c:v>9.6814300000000006</c:v>
                </c:pt>
                <c:pt idx="6017">
                  <c:v>9.8958200000000005</c:v>
                </c:pt>
                <c:pt idx="6018">
                  <c:v>9.3872300000000006</c:v>
                </c:pt>
                <c:pt idx="6019">
                  <c:v>9.0375800000000002</c:v>
                </c:pt>
                <c:pt idx="6020">
                  <c:v>9.45533</c:v>
                </c:pt>
                <c:pt idx="6021">
                  <c:v>9.6236599999999992</c:v>
                </c:pt>
                <c:pt idx="6022">
                  <c:v>9.4963700000000006</c:v>
                </c:pt>
                <c:pt idx="6023">
                  <c:v>9.2657100000000003</c:v>
                </c:pt>
                <c:pt idx="6024">
                  <c:v>8.9090299999999996</c:v>
                </c:pt>
                <c:pt idx="6025">
                  <c:v>8.8738700000000001</c:v>
                </c:pt>
                <c:pt idx="6026">
                  <c:v>9.2881400000000003</c:v>
                </c:pt>
                <c:pt idx="6027">
                  <c:v>9.8603900000000007</c:v>
                </c:pt>
                <c:pt idx="6028">
                  <c:v>9.9059399999999993</c:v>
                </c:pt>
                <c:pt idx="6029">
                  <c:v>9.5472599999999996</c:v>
                </c:pt>
                <c:pt idx="6030">
                  <c:v>9.4209200000000006</c:v>
                </c:pt>
                <c:pt idx="6031">
                  <c:v>9.5349199999999996</c:v>
                </c:pt>
                <c:pt idx="6032">
                  <c:v>9.3025000000000002</c:v>
                </c:pt>
                <c:pt idx="6033">
                  <c:v>9.0849399999999996</c:v>
                </c:pt>
                <c:pt idx="6034">
                  <c:v>9.1238399999999995</c:v>
                </c:pt>
                <c:pt idx="6035">
                  <c:v>9.4709000000000003</c:v>
                </c:pt>
                <c:pt idx="6036">
                  <c:v>9.7991700000000002</c:v>
                </c:pt>
                <c:pt idx="6037">
                  <c:v>9.8354099999999995</c:v>
                </c:pt>
                <c:pt idx="6038">
                  <c:v>9.8438999999999997</c:v>
                </c:pt>
                <c:pt idx="6039">
                  <c:v>9.9374000000000002</c:v>
                </c:pt>
                <c:pt idx="6040">
                  <c:v>9.9468499999999995</c:v>
                </c:pt>
                <c:pt idx="6041">
                  <c:v>9.8019300000000005</c:v>
                </c:pt>
                <c:pt idx="6042">
                  <c:v>9.8168399999999991</c:v>
                </c:pt>
                <c:pt idx="6043">
                  <c:v>9.7826799999999992</c:v>
                </c:pt>
                <c:pt idx="6044">
                  <c:v>9.6378799999999991</c:v>
                </c:pt>
                <c:pt idx="6045">
                  <c:v>9.6792999999999996</c:v>
                </c:pt>
                <c:pt idx="6046">
                  <c:v>10.007199999999999</c:v>
                </c:pt>
                <c:pt idx="6047">
                  <c:v>10.3028</c:v>
                </c:pt>
                <c:pt idx="6048">
                  <c:v>10.717499999999999</c:v>
                </c:pt>
                <c:pt idx="6049">
                  <c:v>10.8796</c:v>
                </c:pt>
                <c:pt idx="6050">
                  <c:v>10.868399999999999</c:v>
                </c:pt>
                <c:pt idx="6051">
                  <c:v>11.2895</c:v>
                </c:pt>
                <c:pt idx="6052">
                  <c:v>11.382999999999999</c:v>
                </c:pt>
                <c:pt idx="6053">
                  <c:v>11.5626</c:v>
                </c:pt>
                <c:pt idx="6054">
                  <c:v>12.118</c:v>
                </c:pt>
                <c:pt idx="6055">
                  <c:v>12.575100000000001</c:v>
                </c:pt>
                <c:pt idx="6056">
                  <c:v>13.06</c:v>
                </c:pt>
                <c:pt idx="6057">
                  <c:v>13.6968</c:v>
                </c:pt>
                <c:pt idx="6058">
                  <c:v>14.1012</c:v>
                </c:pt>
                <c:pt idx="6059">
                  <c:v>14.080399999999999</c:v>
                </c:pt>
                <c:pt idx="6060">
                  <c:v>13.966100000000001</c:v>
                </c:pt>
                <c:pt idx="6061">
                  <c:v>13.742699999999999</c:v>
                </c:pt>
                <c:pt idx="6062">
                  <c:v>13.6121</c:v>
                </c:pt>
                <c:pt idx="6063">
                  <c:v>13.226699999999999</c:v>
                </c:pt>
                <c:pt idx="6064">
                  <c:v>12.692</c:v>
                </c:pt>
                <c:pt idx="6065">
                  <c:v>12.3162</c:v>
                </c:pt>
                <c:pt idx="6066">
                  <c:v>11.9184</c:v>
                </c:pt>
                <c:pt idx="6067">
                  <c:v>11.677899999999999</c:v>
                </c:pt>
                <c:pt idx="6068">
                  <c:v>11.1815</c:v>
                </c:pt>
                <c:pt idx="6069">
                  <c:v>10.6462</c:v>
                </c:pt>
                <c:pt idx="6070">
                  <c:v>10.0867</c:v>
                </c:pt>
                <c:pt idx="6071">
                  <c:v>9.5442499999999999</c:v>
                </c:pt>
                <c:pt idx="6072">
                  <c:v>9.4948999999999995</c:v>
                </c:pt>
                <c:pt idx="6073">
                  <c:v>9.9104299999999999</c:v>
                </c:pt>
                <c:pt idx="6074">
                  <c:v>10.1418</c:v>
                </c:pt>
                <c:pt idx="6075">
                  <c:v>9.7406400000000009</c:v>
                </c:pt>
                <c:pt idx="6076">
                  <c:v>9.1061499999999995</c:v>
                </c:pt>
                <c:pt idx="6077">
                  <c:v>8.7761200000000006</c:v>
                </c:pt>
                <c:pt idx="6078">
                  <c:v>8.7535399999999992</c:v>
                </c:pt>
                <c:pt idx="6079">
                  <c:v>8.6591299999999993</c:v>
                </c:pt>
                <c:pt idx="6080">
                  <c:v>8.5502300000000009</c:v>
                </c:pt>
                <c:pt idx="6081">
                  <c:v>9.0516199999999998</c:v>
                </c:pt>
                <c:pt idx="6082">
                  <c:v>9.4079200000000007</c:v>
                </c:pt>
                <c:pt idx="6083">
                  <c:v>9.1479800000000004</c:v>
                </c:pt>
                <c:pt idx="6084">
                  <c:v>8.9573</c:v>
                </c:pt>
                <c:pt idx="6085">
                  <c:v>8.7700399999999998</c:v>
                </c:pt>
                <c:pt idx="6086">
                  <c:v>8.6570599999999995</c:v>
                </c:pt>
                <c:pt idx="6087">
                  <c:v>8.4994200000000006</c:v>
                </c:pt>
                <c:pt idx="6088">
                  <c:v>8.4132499999999997</c:v>
                </c:pt>
                <c:pt idx="6089">
                  <c:v>8.5983999999999998</c:v>
                </c:pt>
                <c:pt idx="6090">
                  <c:v>8.8611599999999999</c:v>
                </c:pt>
                <c:pt idx="6091">
                  <c:v>8.85107</c:v>
                </c:pt>
                <c:pt idx="6092">
                  <c:v>8.4936900000000009</c:v>
                </c:pt>
                <c:pt idx="6093">
                  <c:v>8.6351700000000005</c:v>
                </c:pt>
                <c:pt idx="6094">
                  <c:v>8.6075199999999992</c:v>
                </c:pt>
                <c:pt idx="6095">
                  <c:v>8.5053400000000003</c:v>
                </c:pt>
                <c:pt idx="6096">
                  <c:v>8.7249400000000001</c:v>
                </c:pt>
                <c:pt idx="6097">
                  <c:v>9.0501900000000006</c:v>
                </c:pt>
                <c:pt idx="6098">
                  <c:v>8.8989100000000008</c:v>
                </c:pt>
                <c:pt idx="6099">
                  <c:v>8.8379100000000008</c:v>
                </c:pt>
                <c:pt idx="6100">
                  <c:v>9.1168999999999993</c:v>
                </c:pt>
                <c:pt idx="6101">
                  <c:v>9.1363900000000005</c:v>
                </c:pt>
                <c:pt idx="6102">
                  <c:v>8.8793399999999991</c:v>
                </c:pt>
                <c:pt idx="6103">
                  <c:v>8.6667100000000001</c:v>
                </c:pt>
                <c:pt idx="6104">
                  <c:v>8.9563799999999993</c:v>
                </c:pt>
                <c:pt idx="6105">
                  <c:v>9.2075999999999993</c:v>
                </c:pt>
                <c:pt idx="6106">
                  <c:v>9.1147200000000002</c:v>
                </c:pt>
                <c:pt idx="6107">
                  <c:v>9.3515499999999996</c:v>
                </c:pt>
                <c:pt idx="6108">
                  <c:v>9.5502800000000008</c:v>
                </c:pt>
                <c:pt idx="6109">
                  <c:v>9.1530799999999992</c:v>
                </c:pt>
                <c:pt idx="6110">
                  <c:v>8.9572199999999995</c:v>
                </c:pt>
                <c:pt idx="6111">
                  <c:v>8.9588300000000007</c:v>
                </c:pt>
                <c:pt idx="6112">
                  <c:v>8.6508599999999998</c:v>
                </c:pt>
                <c:pt idx="6113">
                  <c:v>8.6407500000000006</c:v>
                </c:pt>
                <c:pt idx="6114">
                  <c:v>8.9151399999999992</c:v>
                </c:pt>
                <c:pt idx="6115">
                  <c:v>9.1385100000000001</c:v>
                </c:pt>
                <c:pt idx="6116">
                  <c:v>9.6130300000000002</c:v>
                </c:pt>
                <c:pt idx="6117">
                  <c:v>9.8313199999999998</c:v>
                </c:pt>
                <c:pt idx="6118">
                  <c:v>9.4300899999999999</c:v>
                </c:pt>
                <c:pt idx="6119">
                  <c:v>9.1350599999999993</c:v>
                </c:pt>
                <c:pt idx="6120">
                  <c:v>8.9992699999999992</c:v>
                </c:pt>
                <c:pt idx="6121">
                  <c:v>8.7052099999999992</c:v>
                </c:pt>
                <c:pt idx="6122">
                  <c:v>8.5048700000000004</c:v>
                </c:pt>
                <c:pt idx="6123">
                  <c:v>8.6902200000000001</c:v>
                </c:pt>
                <c:pt idx="6124">
                  <c:v>9.2997300000000003</c:v>
                </c:pt>
                <c:pt idx="6125">
                  <c:v>9.8013100000000009</c:v>
                </c:pt>
                <c:pt idx="6126">
                  <c:v>9.9907500000000002</c:v>
                </c:pt>
                <c:pt idx="6127">
                  <c:v>10.112399999999999</c:v>
                </c:pt>
                <c:pt idx="6128">
                  <c:v>10.248900000000001</c:v>
                </c:pt>
                <c:pt idx="6129">
                  <c:v>10.249700000000001</c:v>
                </c:pt>
                <c:pt idx="6130">
                  <c:v>10.0266</c:v>
                </c:pt>
                <c:pt idx="6131">
                  <c:v>9.8112399999999997</c:v>
                </c:pt>
                <c:pt idx="6132">
                  <c:v>9.9610900000000004</c:v>
                </c:pt>
                <c:pt idx="6133">
                  <c:v>10.1699</c:v>
                </c:pt>
                <c:pt idx="6134">
                  <c:v>10.3271</c:v>
                </c:pt>
                <c:pt idx="6135">
                  <c:v>10.4963</c:v>
                </c:pt>
                <c:pt idx="6136">
                  <c:v>10.395200000000001</c:v>
                </c:pt>
                <c:pt idx="6137">
                  <c:v>10.170400000000001</c:v>
                </c:pt>
                <c:pt idx="6138">
                  <c:v>10.1572</c:v>
                </c:pt>
                <c:pt idx="6139">
                  <c:v>10.6204</c:v>
                </c:pt>
                <c:pt idx="6140">
                  <c:v>11.2768</c:v>
                </c:pt>
                <c:pt idx="6141">
                  <c:v>11.7712</c:v>
                </c:pt>
                <c:pt idx="6142">
                  <c:v>12.437900000000001</c:v>
                </c:pt>
                <c:pt idx="6143">
                  <c:v>12.987</c:v>
                </c:pt>
                <c:pt idx="6144">
                  <c:v>13.059100000000001</c:v>
                </c:pt>
                <c:pt idx="6145">
                  <c:v>13.150399999999999</c:v>
                </c:pt>
                <c:pt idx="6146">
                  <c:v>13.1371</c:v>
                </c:pt>
                <c:pt idx="6147">
                  <c:v>13.3636</c:v>
                </c:pt>
                <c:pt idx="6148">
                  <c:v>13.8687</c:v>
                </c:pt>
                <c:pt idx="6149">
                  <c:v>14.2342</c:v>
                </c:pt>
                <c:pt idx="6150">
                  <c:v>14.021000000000001</c:v>
                </c:pt>
                <c:pt idx="6151">
                  <c:v>13.6516</c:v>
                </c:pt>
                <c:pt idx="6152">
                  <c:v>13.355499999999999</c:v>
                </c:pt>
                <c:pt idx="6153">
                  <c:v>13.1031</c:v>
                </c:pt>
                <c:pt idx="6154">
                  <c:v>12.6768</c:v>
                </c:pt>
                <c:pt idx="6155">
                  <c:v>12.429</c:v>
                </c:pt>
                <c:pt idx="6156">
                  <c:v>12.121</c:v>
                </c:pt>
                <c:pt idx="6157">
                  <c:v>11.5184</c:v>
                </c:pt>
                <c:pt idx="6158">
                  <c:v>11.1693</c:v>
                </c:pt>
                <c:pt idx="6159">
                  <c:v>11.2439</c:v>
                </c:pt>
                <c:pt idx="6160">
                  <c:v>11.2073</c:v>
                </c:pt>
                <c:pt idx="6161">
                  <c:v>10.820499999999999</c:v>
                </c:pt>
                <c:pt idx="6162">
                  <c:v>10.495699999999999</c:v>
                </c:pt>
                <c:pt idx="6163">
                  <c:v>10.339700000000001</c:v>
                </c:pt>
                <c:pt idx="6164">
                  <c:v>10.286300000000001</c:v>
                </c:pt>
                <c:pt idx="6165">
                  <c:v>10.07</c:v>
                </c:pt>
                <c:pt idx="6166">
                  <c:v>9.4075100000000003</c:v>
                </c:pt>
                <c:pt idx="6167">
                  <c:v>9.1474499999999992</c:v>
                </c:pt>
                <c:pt idx="6168">
                  <c:v>9.3975200000000001</c:v>
                </c:pt>
                <c:pt idx="6169">
                  <c:v>9.5377700000000001</c:v>
                </c:pt>
                <c:pt idx="6170">
                  <c:v>9.6143000000000001</c:v>
                </c:pt>
                <c:pt idx="6171">
                  <c:v>9.8633400000000009</c:v>
                </c:pt>
                <c:pt idx="6172">
                  <c:v>9.4290800000000008</c:v>
                </c:pt>
                <c:pt idx="6173">
                  <c:v>8.9995499999999993</c:v>
                </c:pt>
                <c:pt idx="6174">
                  <c:v>8.7629599999999996</c:v>
                </c:pt>
                <c:pt idx="6175">
                  <c:v>8.8245000000000005</c:v>
                </c:pt>
                <c:pt idx="6176">
                  <c:v>8.6385299999999994</c:v>
                </c:pt>
                <c:pt idx="6177">
                  <c:v>8.3172099999999993</c:v>
                </c:pt>
                <c:pt idx="6178">
                  <c:v>8.5295000000000005</c:v>
                </c:pt>
                <c:pt idx="6179">
                  <c:v>8.6542600000000007</c:v>
                </c:pt>
                <c:pt idx="6180">
                  <c:v>8.4778900000000004</c:v>
                </c:pt>
                <c:pt idx="6181">
                  <c:v>8.2888400000000004</c:v>
                </c:pt>
                <c:pt idx="6182">
                  <c:v>8.5124300000000002</c:v>
                </c:pt>
                <c:pt idx="6183">
                  <c:v>8.6452899999999993</c:v>
                </c:pt>
                <c:pt idx="6184">
                  <c:v>8.4918800000000001</c:v>
                </c:pt>
                <c:pt idx="6185">
                  <c:v>8.3676300000000001</c:v>
                </c:pt>
                <c:pt idx="6186">
                  <c:v>8.0491100000000007</c:v>
                </c:pt>
                <c:pt idx="6187">
                  <c:v>8.0685699999999994</c:v>
                </c:pt>
                <c:pt idx="6188">
                  <c:v>8.3706999999999994</c:v>
                </c:pt>
                <c:pt idx="6189">
                  <c:v>8.4367000000000001</c:v>
                </c:pt>
                <c:pt idx="6190">
                  <c:v>8.2491000000000003</c:v>
                </c:pt>
                <c:pt idx="6191">
                  <c:v>8.0436200000000007</c:v>
                </c:pt>
                <c:pt idx="6192">
                  <c:v>8.05457</c:v>
                </c:pt>
                <c:pt idx="6193">
                  <c:v>8.0821699999999996</c:v>
                </c:pt>
                <c:pt idx="6194">
                  <c:v>8.2220399999999998</c:v>
                </c:pt>
                <c:pt idx="6195">
                  <c:v>8.4943299999999997</c:v>
                </c:pt>
                <c:pt idx="6196">
                  <c:v>9.0304000000000002</c:v>
                </c:pt>
                <c:pt idx="6197">
                  <c:v>9.4667200000000005</c:v>
                </c:pt>
                <c:pt idx="6198">
                  <c:v>9.4896200000000004</c:v>
                </c:pt>
                <c:pt idx="6199">
                  <c:v>9.3083600000000004</c:v>
                </c:pt>
                <c:pt idx="6200">
                  <c:v>9.1778999999999993</c:v>
                </c:pt>
                <c:pt idx="6201">
                  <c:v>8.7675099999999997</c:v>
                </c:pt>
                <c:pt idx="6202">
                  <c:v>8.4479500000000005</c:v>
                </c:pt>
                <c:pt idx="6203">
                  <c:v>8.2459399999999992</c:v>
                </c:pt>
                <c:pt idx="6204">
                  <c:v>8.1069200000000006</c:v>
                </c:pt>
                <c:pt idx="6205">
                  <c:v>8.0988799999999994</c:v>
                </c:pt>
                <c:pt idx="6206">
                  <c:v>8.0425799999999992</c:v>
                </c:pt>
                <c:pt idx="6207">
                  <c:v>7.8900699999999997</c:v>
                </c:pt>
                <c:pt idx="6208">
                  <c:v>8.2592199999999991</c:v>
                </c:pt>
                <c:pt idx="6209">
                  <c:v>8.6925600000000003</c:v>
                </c:pt>
                <c:pt idx="6210">
                  <c:v>8.8420500000000004</c:v>
                </c:pt>
                <c:pt idx="6211">
                  <c:v>9.0278500000000008</c:v>
                </c:pt>
                <c:pt idx="6212">
                  <c:v>9.0995899999999992</c:v>
                </c:pt>
                <c:pt idx="6213">
                  <c:v>9.0068400000000004</c:v>
                </c:pt>
                <c:pt idx="6214">
                  <c:v>8.7340900000000001</c:v>
                </c:pt>
                <c:pt idx="6215">
                  <c:v>8.5396099999999997</c:v>
                </c:pt>
                <c:pt idx="6216">
                  <c:v>8.6338699999999999</c:v>
                </c:pt>
                <c:pt idx="6217">
                  <c:v>8.6793999999999993</c:v>
                </c:pt>
                <c:pt idx="6218">
                  <c:v>8.9182699999999997</c:v>
                </c:pt>
                <c:pt idx="6219">
                  <c:v>8.6859800000000007</c:v>
                </c:pt>
                <c:pt idx="6220">
                  <c:v>8.0528899999999997</c:v>
                </c:pt>
                <c:pt idx="6221">
                  <c:v>7.7705500000000001</c:v>
                </c:pt>
                <c:pt idx="6222">
                  <c:v>8.13551</c:v>
                </c:pt>
                <c:pt idx="6223">
                  <c:v>8.5806299999999993</c:v>
                </c:pt>
                <c:pt idx="6224">
                  <c:v>8.7135400000000001</c:v>
                </c:pt>
                <c:pt idx="6225">
                  <c:v>8.7667599999999997</c:v>
                </c:pt>
                <c:pt idx="6226">
                  <c:v>8.8432499999999994</c:v>
                </c:pt>
                <c:pt idx="6227">
                  <c:v>8.5286299999999997</c:v>
                </c:pt>
                <c:pt idx="6228">
                  <c:v>8.2157499999999999</c:v>
                </c:pt>
                <c:pt idx="6229">
                  <c:v>7.8311099999999998</c:v>
                </c:pt>
                <c:pt idx="6230">
                  <c:v>7.4563800000000002</c:v>
                </c:pt>
                <c:pt idx="6231">
                  <c:v>7.6698500000000003</c:v>
                </c:pt>
                <c:pt idx="6232">
                  <c:v>7.9329400000000003</c:v>
                </c:pt>
                <c:pt idx="6233">
                  <c:v>7.92537</c:v>
                </c:pt>
                <c:pt idx="6234">
                  <c:v>7.85975</c:v>
                </c:pt>
                <c:pt idx="6235">
                  <c:v>8.39846</c:v>
                </c:pt>
                <c:pt idx="6236">
                  <c:v>8.9808199999999996</c:v>
                </c:pt>
                <c:pt idx="6237">
                  <c:v>8.8971900000000002</c:v>
                </c:pt>
                <c:pt idx="6238">
                  <c:v>8.7349499999999995</c:v>
                </c:pt>
                <c:pt idx="6239">
                  <c:v>8.7263400000000004</c:v>
                </c:pt>
                <c:pt idx="6240">
                  <c:v>8.8185699999999994</c:v>
                </c:pt>
                <c:pt idx="6241">
                  <c:v>8.7852899999999998</c:v>
                </c:pt>
                <c:pt idx="6242">
                  <c:v>9.0219199999999997</c:v>
                </c:pt>
                <c:pt idx="6243">
                  <c:v>8.9692699999999999</c:v>
                </c:pt>
                <c:pt idx="6244">
                  <c:v>8.7738499999999995</c:v>
                </c:pt>
                <c:pt idx="6245">
                  <c:v>8.70749</c:v>
                </c:pt>
                <c:pt idx="6246">
                  <c:v>8.5831499999999998</c:v>
                </c:pt>
                <c:pt idx="6247">
                  <c:v>8.4338499999999996</c:v>
                </c:pt>
                <c:pt idx="6248">
                  <c:v>8.0991400000000002</c:v>
                </c:pt>
                <c:pt idx="6249">
                  <c:v>7.8506499999999999</c:v>
                </c:pt>
                <c:pt idx="6250">
                  <c:v>8.4995899999999995</c:v>
                </c:pt>
                <c:pt idx="6251">
                  <c:v>9.5608699999999995</c:v>
                </c:pt>
                <c:pt idx="6252">
                  <c:v>10.043200000000001</c:v>
                </c:pt>
                <c:pt idx="6253">
                  <c:v>9.7951200000000007</c:v>
                </c:pt>
                <c:pt idx="6254">
                  <c:v>9.5881699999999999</c:v>
                </c:pt>
                <c:pt idx="6255">
                  <c:v>9.4350000000000005</c:v>
                </c:pt>
                <c:pt idx="6256">
                  <c:v>9.1297700000000006</c:v>
                </c:pt>
                <c:pt idx="6257">
                  <c:v>9.2577400000000001</c:v>
                </c:pt>
                <c:pt idx="6258">
                  <c:v>9.0475300000000001</c:v>
                </c:pt>
                <c:pt idx="6259">
                  <c:v>8.63185</c:v>
                </c:pt>
                <c:pt idx="6260">
                  <c:v>8.7966999999999995</c:v>
                </c:pt>
                <c:pt idx="6261">
                  <c:v>8.9936600000000002</c:v>
                </c:pt>
                <c:pt idx="6262">
                  <c:v>9.1229200000000006</c:v>
                </c:pt>
                <c:pt idx="6263">
                  <c:v>8.9482999999999997</c:v>
                </c:pt>
                <c:pt idx="6264">
                  <c:v>8.5355000000000008</c:v>
                </c:pt>
                <c:pt idx="6265">
                  <c:v>8.5646199999999997</c:v>
                </c:pt>
                <c:pt idx="6266">
                  <c:v>8.3407300000000006</c:v>
                </c:pt>
                <c:pt idx="6267">
                  <c:v>7.9078200000000001</c:v>
                </c:pt>
                <c:pt idx="6268">
                  <c:v>8.0596800000000002</c:v>
                </c:pt>
                <c:pt idx="6269">
                  <c:v>8.3124099999999999</c:v>
                </c:pt>
                <c:pt idx="6270">
                  <c:v>8.0845800000000008</c:v>
                </c:pt>
                <c:pt idx="6271">
                  <c:v>7.9663500000000003</c:v>
                </c:pt>
                <c:pt idx="6272">
                  <c:v>8.2775099999999995</c:v>
                </c:pt>
                <c:pt idx="6273">
                  <c:v>8.6761999999999997</c:v>
                </c:pt>
                <c:pt idx="6274">
                  <c:v>8.8010099999999998</c:v>
                </c:pt>
                <c:pt idx="6275">
                  <c:v>8.7943599999999993</c:v>
                </c:pt>
                <c:pt idx="6276">
                  <c:v>8.6608699999999992</c:v>
                </c:pt>
                <c:pt idx="6277">
                  <c:v>8.3082600000000006</c:v>
                </c:pt>
                <c:pt idx="6278">
                  <c:v>8.4536200000000008</c:v>
                </c:pt>
                <c:pt idx="6279">
                  <c:v>8.9512900000000002</c:v>
                </c:pt>
                <c:pt idx="6280">
                  <c:v>9.2140599999999999</c:v>
                </c:pt>
                <c:pt idx="6281">
                  <c:v>9.2167100000000008</c:v>
                </c:pt>
                <c:pt idx="6282">
                  <c:v>8.9237000000000002</c:v>
                </c:pt>
                <c:pt idx="6283">
                  <c:v>8.4947400000000002</c:v>
                </c:pt>
                <c:pt idx="6284">
                  <c:v>8.2389799999999997</c:v>
                </c:pt>
                <c:pt idx="6285">
                  <c:v>8.2838499999999993</c:v>
                </c:pt>
                <c:pt idx="6286">
                  <c:v>8.4525600000000001</c:v>
                </c:pt>
                <c:pt idx="6287">
                  <c:v>8.3933</c:v>
                </c:pt>
                <c:pt idx="6288">
                  <c:v>8.2569300000000005</c:v>
                </c:pt>
                <c:pt idx="6289">
                  <c:v>8.2325999999999997</c:v>
                </c:pt>
                <c:pt idx="6290">
                  <c:v>8.2956900000000005</c:v>
                </c:pt>
                <c:pt idx="6291">
                  <c:v>8.2445599999999999</c:v>
                </c:pt>
                <c:pt idx="6292">
                  <c:v>7.9828299999999999</c:v>
                </c:pt>
                <c:pt idx="6293">
                  <c:v>8.1970700000000001</c:v>
                </c:pt>
                <c:pt idx="6294">
                  <c:v>8.7414299999999994</c:v>
                </c:pt>
                <c:pt idx="6295">
                  <c:v>9.3616100000000007</c:v>
                </c:pt>
                <c:pt idx="6296">
                  <c:v>9.7357700000000005</c:v>
                </c:pt>
                <c:pt idx="6297">
                  <c:v>9.4460599999999992</c:v>
                </c:pt>
                <c:pt idx="6298">
                  <c:v>8.9479799999999994</c:v>
                </c:pt>
                <c:pt idx="6299">
                  <c:v>8.5746699999999993</c:v>
                </c:pt>
                <c:pt idx="6300">
                  <c:v>8.2581699999999998</c:v>
                </c:pt>
                <c:pt idx="6301">
                  <c:v>7.8107800000000003</c:v>
                </c:pt>
                <c:pt idx="6302">
                  <c:v>7.9412700000000003</c:v>
                </c:pt>
                <c:pt idx="6303">
                  <c:v>8.3475800000000007</c:v>
                </c:pt>
                <c:pt idx="6304">
                  <c:v>8.3724900000000009</c:v>
                </c:pt>
                <c:pt idx="6305">
                  <c:v>8.3446400000000001</c:v>
                </c:pt>
                <c:pt idx="6306">
                  <c:v>8.19435</c:v>
                </c:pt>
                <c:pt idx="6307">
                  <c:v>8.0748599999999993</c:v>
                </c:pt>
                <c:pt idx="6308">
                  <c:v>8.1489999999999991</c:v>
                </c:pt>
                <c:pt idx="6309">
                  <c:v>8.1804400000000008</c:v>
                </c:pt>
                <c:pt idx="6310">
                  <c:v>8.1424000000000003</c:v>
                </c:pt>
                <c:pt idx="6311">
                  <c:v>8.1337399999999995</c:v>
                </c:pt>
                <c:pt idx="6312">
                  <c:v>8.1782500000000002</c:v>
                </c:pt>
                <c:pt idx="6313">
                  <c:v>8.24573</c:v>
                </c:pt>
                <c:pt idx="6314">
                  <c:v>8.4544800000000002</c:v>
                </c:pt>
                <c:pt idx="6315">
                  <c:v>8.4598999999999993</c:v>
                </c:pt>
                <c:pt idx="6316">
                  <c:v>8.6189199999999992</c:v>
                </c:pt>
                <c:pt idx="6317">
                  <c:v>8.5559700000000003</c:v>
                </c:pt>
                <c:pt idx="6318">
                  <c:v>8.1990999999999996</c:v>
                </c:pt>
                <c:pt idx="6319">
                  <c:v>8.0396400000000003</c:v>
                </c:pt>
                <c:pt idx="6320">
                  <c:v>8.0055700000000005</c:v>
                </c:pt>
                <c:pt idx="6321">
                  <c:v>7.8089700000000004</c:v>
                </c:pt>
                <c:pt idx="6322">
                  <c:v>7.7867300000000004</c:v>
                </c:pt>
                <c:pt idx="6323">
                  <c:v>8.3535900000000005</c:v>
                </c:pt>
                <c:pt idx="6324">
                  <c:v>8.6106800000000003</c:v>
                </c:pt>
                <c:pt idx="6325">
                  <c:v>8.6868599999999994</c:v>
                </c:pt>
                <c:pt idx="6326">
                  <c:v>8.6250400000000003</c:v>
                </c:pt>
                <c:pt idx="6327">
                  <c:v>8.4572000000000003</c:v>
                </c:pt>
                <c:pt idx="6328">
                  <c:v>8.5408899999999992</c:v>
                </c:pt>
                <c:pt idx="6329">
                  <c:v>8.8903199999999991</c:v>
                </c:pt>
                <c:pt idx="6330">
                  <c:v>9.2065300000000008</c:v>
                </c:pt>
                <c:pt idx="6331">
                  <c:v>9.2244200000000003</c:v>
                </c:pt>
                <c:pt idx="6332">
                  <c:v>8.9784100000000002</c:v>
                </c:pt>
                <c:pt idx="6333">
                  <c:v>8.5159000000000002</c:v>
                </c:pt>
                <c:pt idx="6334">
                  <c:v>8.2735500000000002</c:v>
                </c:pt>
                <c:pt idx="6335">
                  <c:v>8.4196200000000001</c:v>
                </c:pt>
                <c:pt idx="6336">
                  <c:v>8.5561000000000007</c:v>
                </c:pt>
                <c:pt idx="6337">
                  <c:v>8.6695899999999995</c:v>
                </c:pt>
                <c:pt idx="6338">
                  <c:v>8.9670799999999993</c:v>
                </c:pt>
                <c:pt idx="6339">
                  <c:v>9.3631200000000003</c:v>
                </c:pt>
                <c:pt idx="6340">
                  <c:v>9.4621600000000008</c:v>
                </c:pt>
                <c:pt idx="6341">
                  <c:v>9.1776400000000002</c:v>
                </c:pt>
                <c:pt idx="6342">
                  <c:v>9.0704799999999999</c:v>
                </c:pt>
                <c:pt idx="6343">
                  <c:v>9.1990499999999997</c:v>
                </c:pt>
                <c:pt idx="6344">
                  <c:v>9.2464099999999991</c:v>
                </c:pt>
                <c:pt idx="6345">
                  <c:v>9.2549600000000005</c:v>
                </c:pt>
                <c:pt idx="6346">
                  <c:v>9.4040499999999998</c:v>
                </c:pt>
                <c:pt idx="6347">
                  <c:v>9.8029799999999998</c:v>
                </c:pt>
                <c:pt idx="6348">
                  <c:v>10.157</c:v>
                </c:pt>
                <c:pt idx="6349">
                  <c:v>10.0594</c:v>
                </c:pt>
                <c:pt idx="6350">
                  <c:v>9.7285199999999996</c:v>
                </c:pt>
                <c:pt idx="6351">
                  <c:v>9.7849400000000006</c:v>
                </c:pt>
                <c:pt idx="6352">
                  <c:v>9.9773999999999994</c:v>
                </c:pt>
                <c:pt idx="6353">
                  <c:v>9.8570799999999998</c:v>
                </c:pt>
                <c:pt idx="6354">
                  <c:v>9.5934200000000001</c:v>
                </c:pt>
                <c:pt idx="6355">
                  <c:v>9.34802</c:v>
                </c:pt>
                <c:pt idx="6356">
                  <c:v>9.5597999999999992</c:v>
                </c:pt>
                <c:pt idx="6357">
                  <c:v>9.8493499999999994</c:v>
                </c:pt>
                <c:pt idx="6358">
                  <c:v>10.1167</c:v>
                </c:pt>
                <c:pt idx="6359">
                  <c:v>10.378500000000001</c:v>
                </c:pt>
                <c:pt idx="6360">
                  <c:v>10.766500000000001</c:v>
                </c:pt>
                <c:pt idx="6361">
                  <c:v>11.0572</c:v>
                </c:pt>
                <c:pt idx="6362">
                  <c:v>11.0844</c:v>
                </c:pt>
                <c:pt idx="6363">
                  <c:v>11.564</c:v>
                </c:pt>
                <c:pt idx="6364">
                  <c:v>12.4871</c:v>
                </c:pt>
                <c:pt idx="6365">
                  <c:v>13.345599999999999</c:v>
                </c:pt>
                <c:pt idx="6366">
                  <c:v>13.9274</c:v>
                </c:pt>
                <c:pt idx="6367">
                  <c:v>13.9451</c:v>
                </c:pt>
                <c:pt idx="6368">
                  <c:v>13.8675</c:v>
                </c:pt>
                <c:pt idx="6369">
                  <c:v>14.012600000000001</c:v>
                </c:pt>
                <c:pt idx="6370">
                  <c:v>13.944599999999999</c:v>
                </c:pt>
                <c:pt idx="6371">
                  <c:v>13.7811</c:v>
                </c:pt>
                <c:pt idx="6372">
                  <c:v>13.649800000000001</c:v>
                </c:pt>
                <c:pt idx="6373">
                  <c:v>13.8017</c:v>
                </c:pt>
                <c:pt idx="6374">
                  <c:v>13.571999999999999</c:v>
                </c:pt>
                <c:pt idx="6375">
                  <c:v>13.2332</c:v>
                </c:pt>
                <c:pt idx="6376">
                  <c:v>12.9732</c:v>
                </c:pt>
                <c:pt idx="6377">
                  <c:v>12.4024</c:v>
                </c:pt>
                <c:pt idx="6378">
                  <c:v>11.868399999999999</c:v>
                </c:pt>
                <c:pt idx="6379">
                  <c:v>11.7241</c:v>
                </c:pt>
                <c:pt idx="6380">
                  <c:v>11.639200000000001</c:v>
                </c:pt>
                <c:pt idx="6381">
                  <c:v>11.018800000000001</c:v>
                </c:pt>
                <c:pt idx="6382">
                  <c:v>10.117699999999999</c:v>
                </c:pt>
                <c:pt idx="6383">
                  <c:v>9.6055100000000007</c:v>
                </c:pt>
                <c:pt idx="6384">
                  <c:v>9.3459900000000005</c:v>
                </c:pt>
                <c:pt idx="6385">
                  <c:v>9.29392</c:v>
                </c:pt>
                <c:pt idx="6386">
                  <c:v>9.2969000000000008</c:v>
                </c:pt>
                <c:pt idx="6387">
                  <c:v>9.0150900000000007</c:v>
                </c:pt>
                <c:pt idx="6388">
                  <c:v>8.6540800000000004</c:v>
                </c:pt>
                <c:pt idx="6389">
                  <c:v>8.5615199999999998</c:v>
                </c:pt>
                <c:pt idx="6390">
                  <c:v>8.3985900000000004</c:v>
                </c:pt>
                <c:pt idx="6391">
                  <c:v>8.4485600000000005</c:v>
                </c:pt>
                <c:pt idx="6392">
                  <c:v>8.9224399999999999</c:v>
                </c:pt>
                <c:pt idx="6393">
                  <c:v>9.12636</c:v>
                </c:pt>
                <c:pt idx="6394">
                  <c:v>8.9429400000000001</c:v>
                </c:pt>
                <c:pt idx="6395">
                  <c:v>8.7406000000000006</c:v>
                </c:pt>
                <c:pt idx="6396">
                  <c:v>8.5333699999999997</c:v>
                </c:pt>
                <c:pt idx="6397">
                  <c:v>8.26572</c:v>
                </c:pt>
                <c:pt idx="6398">
                  <c:v>8.3587900000000008</c:v>
                </c:pt>
                <c:pt idx="6399">
                  <c:v>8.4839900000000004</c:v>
                </c:pt>
                <c:pt idx="6400">
                  <c:v>8.3510600000000004</c:v>
                </c:pt>
                <c:pt idx="6401">
                  <c:v>8.0486799999999992</c:v>
                </c:pt>
                <c:pt idx="6402">
                  <c:v>7.8376999999999999</c:v>
                </c:pt>
                <c:pt idx="6403">
                  <c:v>7.8725399999999999</c:v>
                </c:pt>
                <c:pt idx="6404">
                  <c:v>7.9887199999999998</c:v>
                </c:pt>
                <c:pt idx="6405">
                  <c:v>8.02318</c:v>
                </c:pt>
                <c:pt idx="6406">
                  <c:v>8.0531799999999993</c:v>
                </c:pt>
                <c:pt idx="6407">
                  <c:v>8.1258099999999995</c:v>
                </c:pt>
                <c:pt idx="6408">
                  <c:v>8.1892399999999999</c:v>
                </c:pt>
                <c:pt idx="6409">
                  <c:v>8.19</c:v>
                </c:pt>
                <c:pt idx="6410">
                  <c:v>8.2862500000000008</c:v>
                </c:pt>
                <c:pt idx="6411">
                  <c:v>8.5336400000000001</c:v>
                </c:pt>
                <c:pt idx="6412">
                  <c:v>8.6327700000000007</c:v>
                </c:pt>
                <c:pt idx="6413">
                  <c:v>8.5916300000000003</c:v>
                </c:pt>
                <c:pt idx="6414">
                  <c:v>8.4756599999999995</c:v>
                </c:pt>
                <c:pt idx="6415">
                  <c:v>8.6917500000000008</c:v>
                </c:pt>
                <c:pt idx="6416">
                  <c:v>8.7003000000000004</c:v>
                </c:pt>
                <c:pt idx="6417">
                  <c:v>8.12819</c:v>
                </c:pt>
                <c:pt idx="6418">
                  <c:v>8.0450900000000001</c:v>
                </c:pt>
                <c:pt idx="6419">
                  <c:v>8.3530200000000008</c:v>
                </c:pt>
                <c:pt idx="6420">
                  <c:v>8.6101399999999995</c:v>
                </c:pt>
                <c:pt idx="6421">
                  <c:v>9.0094200000000004</c:v>
                </c:pt>
                <c:pt idx="6422">
                  <c:v>9.20289</c:v>
                </c:pt>
                <c:pt idx="6423">
                  <c:v>9.3390699999999995</c:v>
                </c:pt>
                <c:pt idx="6424">
                  <c:v>9.0969599999999993</c:v>
                </c:pt>
                <c:pt idx="6425">
                  <c:v>8.7577300000000005</c:v>
                </c:pt>
                <c:pt idx="6426">
                  <c:v>8.69407</c:v>
                </c:pt>
                <c:pt idx="6427">
                  <c:v>8.6878399999999996</c:v>
                </c:pt>
                <c:pt idx="6428">
                  <c:v>8.7885899999999992</c:v>
                </c:pt>
                <c:pt idx="6429">
                  <c:v>8.7849400000000006</c:v>
                </c:pt>
                <c:pt idx="6430">
                  <c:v>8.9005299999999998</c:v>
                </c:pt>
                <c:pt idx="6431">
                  <c:v>9.3210599999999992</c:v>
                </c:pt>
                <c:pt idx="6432">
                  <c:v>9.2337299999999995</c:v>
                </c:pt>
                <c:pt idx="6433">
                  <c:v>8.9602599999999999</c:v>
                </c:pt>
                <c:pt idx="6434">
                  <c:v>8.9974699999999999</c:v>
                </c:pt>
                <c:pt idx="6435">
                  <c:v>9.1584400000000006</c:v>
                </c:pt>
                <c:pt idx="6436">
                  <c:v>9.1302000000000003</c:v>
                </c:pt>
                <c:pt idx="6437">
                  <c:v>8.6100600000000007</c:v>
                </c:pt>
                <c:pt idx="6438">
                  <c:v>8.5014800000000008</c:v>
                </c:pt>
                <c:pt idx="6439">
                  <c:v>9.0890900000000006</c:v>
                </c:pt>
                <c:pt idx="6440">
                  <c:v>9.5745400000000007</c:v>
                </c:pt>
                <c:pt idx="6441">
                  <c:v>9.5286399999999993</c:v>
                </c:pt>
                <c:pt idx="6442">
                  <c:v>9.4596699999999991</c:v>
                </c:pt>
                <c:pt idx="6443">
                  <c:v>9.1045300000000005</c:v>
                </c:pt>
                <c:pt idx="6444">
                  <c:v>8.8089499999999994</c:v>
                </c:pt>
                <c:pt idx="6445">
                  <c:v>8.6792499999999997</c:v>
                </c:pt>
                <c:pt idx="6446">
                  <c:v>8.6752900000000004</c:v>
                </c:pt>
                <c:pt idx="6447">
                  <c:v>9.1142699999999994</c:v>
                </c:pt>
                <c:pt idx="6448">
                  <c:v>8.8332899999999999</c:v>
                </c:pt>
                <c:pt idx="6449">
                  <c:v>8.4135299999999997</c:v>
                </c:pt>
                <c:pt idx="6450">
                  <c:v>8.6119699999999995</c:v>
                </c:pt>
                <c:pt idx="6451">
                  <c:v>8.6020099999999999</c:v>
                </c:pt>
                <c:pt idx="6452">
                  <c:v>8.7621800000000007</c:v>
                </c:pt>
                <c:pt idx="6453">
                  <c:v>8.7815300000000001</c:v>
                </c:pt>
                <c:pt idx="6454">
                  <c:v>8.8783600000000007</c:v>
                </c:pt>
                <c:pt idx="6455">
                  <c:v>8.9543900000000001</c:v>
                </c:pt>
                <c:pt idx="6456">
                  <c:v>8.8981200000000005</c:v>
                </c:pt>
                <c:pt idx="6457">
                  <c:v>8.7737599999999993</c:v>
                </c:pt>
                <c:pt idx="6458">
                  <c:v>8.6045400000000001</c:v>
                </c:pt>
                <c:pt idx="6459">
                  <c:v>8.5184800000000003</c:v>
                </c:pt>
                <c:pt idx="6460">
                  <c:v>8.7761800000000001</c:v>
                </c:pt>
                <c:pt idx="6461">
                  <c:v>9.2347099999999998</c:v>
                </c:pt>
                <c:pt idx="6462">
                  <c:v>9.2569700000000008</c:v>
                </c:pt>
                <c:pt idx="6463">
                  <c:v>8.8467599999999997</c:v>
                </c:pt>
                <c:pt idx="6464">
                  <c:v>8.5411300000000008</c:v>
                </c:pt>
                <c:pt idx="6465">
                  <c:v>8.66343</c:v>
                </c:pt>
                <c:pt idx="6466">
                  <c:v>8.9818999999999996</c:v>
                </c:pt>
                <c:pt idx="6467">
                  <c:v>9.0008900000000001</c:v>
                </c:pt>
                <c:pt idx="6468">
                  <c:v>9.5429600000000008</c:v>
                </c:pt>
                <c:pt idx="6469">
                  <c:v>9.7354500000000002</c:v>
                </c:pt>
                <c:pt idx="6470">
                  <c:v>9.3144600000000004</c:v>
                </c:pt>
                <c:pt idx="6471">
                  <c:v>9.2184200000000001</c:v>
                </c:pt>
                <c:pt idx="6472">
                  <c:v>9.1243499999999997</c:v>
                </c:pt>
                <c:pt idx="6473">
                  <c:v>8.74681</c:v>
                </c:pt>
                <c:pt idx="6474">
                  <c:v>8.5243599999999997</c:v>
                </c:pt>
                <c:pt idx="6475">
                  <c:v>8.5407799999999998</c:v>
                </c:pt>
                <c:pt idx="6476">
                  <c:v>8.9488099999999999</c:v>
                </c:pt>
                <c:pt idx="6477">
                  <c:v>9.2491599999999998</c:v>
                </c:pt>
                <c:pt idx="6478">
                  <c:v>9.3281700000000001</c:v>
                </c:pt>
                <c:pt idx="6479">
                  <c:v>9.5512499999999996</c:v>
                </c:pt>
                <c:pt idx="6480">
                  <c:v>9.5839099999999995</c:v>
                </c:pt>
                <c:pt idx="6481">
                  <c:v>9.79162</c:v>
                </c:pt>
                <c:pt idx="6482">
                  <c:v>9.6318999999999999</c:v>
                </c:pt>
                <c:pt idx="6483">
                  <c:v>9.3229500000000005</c:v>
                </c:pt>
                <c:pt idx="6484">
                  <c:v>9.2293400000000005</c:v>
                </c:pt>
                <c:pt idx="6485">
                  <c:v>9.19998</c:v>
                </c:pt>
                <c:pt idx="6486">
                  <c:v>9.3215699999999995</c:v>
                </c:pt>
                <c:pt idx="6487">
                  <c:v>9.0958400000000008</c:v>
                </c:pt>
                <c:pt idx="6488">
                  <c:v>8.8402799999999999</c:v>
                </c:pt>
                <c:pt idx="6489">
                  <c:v>8.9008599999999998</c:v>
                </c:pt>
                <c:pt idx="6490">
                  <c:v>8.9844200000000001</c:v>
                </c:pt>
                <c:pt idx="6491">
                  <c:v>8.9274799999999992</c:v>
                </c:pt>
                <c:pt idx="6492">
                  <c:v>8.7427299999999999</c:v>
                </c:pt>
                <c:pt idx="6493">
                  <c:v>8.8832900000000006</c:v>
                </c:pt>
                <c:pt idx="6494">
                  <c:v>8.8752499999999994</c:v>
                </c:pt>
                <c:pt idx="6495">
                  <c:v>8.7438300000000009</c:v>
                </c:pt>
                <c:pt idx="6496">
                  <c:v>8.7919999999999998</c:v>
                </c:pt>
                <c:pt idx="6497">
                  <c:v>9.2021300000000004</c:v>
                </c:pt>
                <c:pt idx="6498">
                  <c:v>9.4741400000000002</c:v>
                </c:pt>
                <c:pt idx="6499">
                  <c:v>9.4097100000000005</c:v>
                </c:pt>
                <c:pt idx="6500">
                  <c:v>9.4725400000000004</c:v>
                </c:pt>
                <c:pt idx="6501">
                  <c:v>9.4915699999999994</c:v>
                </c:pt>
                <c:pt idx="6502">
                  <c:v>9.6668000000000003</c:v>
                </c:pt>
                <c:pt idx="6503">
                  <c:v>9.9435000000000002</c:v>
                </c:pt>
                <c:pt idx="6504">
                  <c:v>10.561999999999999</c:v>
                </c:pt>
                <c:pt idx="6505">
                  <c:v>11.2181</c:v>
                </c:pt>
                <c:pt idx="6506">
                  <c:v>11.707700000000001</c:v>
                </c:pt>
                <c:pt idx="6507">
                  <c:v>11.950699999999999</c:v>
                </c:pt>
                <c:pt idx="6508">
                  <c:v>12.1965</c:v>
                </c:pt>
                <c:pt idx="6509">
                  <c:v>12.661</c:v>
                </c:pt>
                <c:pt idx="6510">
                  <c:v>13.441800000000001</c:v>
                </c:pt>
                <c:pt idx="6511">
                  <c:v>13.877000000000001</c:v>
                </c:pt>
                <c:pt idx="6512">
                  <c:v>14.4428</c:v>
                </c:pt>
                <c:pt idx="6513">
                  <c:v>14.8202</c:v>
                </c:pt>
                <c:pt idx="6514">
                  <c:v>14.7666</c:v>
                </c:pt>
                <c:pt idx="6515">
                  <c:v>14.6182</c:v>
                </c:pt>
                <c:pt idx="6516">
                  <c:v>14.0235</c:v>
                </c:pt>
                <c:pt idx="6517">
                  <c:v>13.6906</c:v>
                </c:pt>
                <c:pt idx="6518">
                  <c:v>13.280200000000001</c:v>
                </c:pt>
                <c:pt idx="6519">
                  <c:v>13.1638</c:v>
                </c:pt>
                <c:pt idx="6520">
                  <c:v>13.303699999999999</c:v>
                </c:pt>
                <c:pt idx="6521">
                  <c:v>13.081899999999999</c:v>
                </c:pt>
                <c:pt idx="6522">
                  <c:v>12.674200000000001</c:v>
                </c:pt>
                <c:pt idx="6523">
                  <c:v>12.1953</c:v>
                </c:pt>
                <c:pt idx="6524">
                  <c:v>11.723800000000001</c:v>
                </c:pt>
                <c:pt idx="6525">
                  <c:v>11.261799999999999</c:v>
                </c:pt>
                <c:pt idx="6526">
                  <c:v>10.8803</c:v>
                </c:pt>
                <c:pt idx="6527">
                  <c:v>10.560600000000001</c:v>
                </c:pt>
                <c:pt idx="6528">
                  <c:v>10.108700000000001</c:v>
                </c:pt>
                <c:pt idx="6529">
                  <c:v>10.0464</c:v>
                </c:pt>
                <c:pt idx="6530">
                  <c:v>10.056100000000001</c:v>
                </c:pt>
                <c:pt idx="6531">
                  <c:v>9.9649900000000002</c:v>
                </c:pt>
                <c:pt idx="6532">
                  <c:v>9.5689700000000002</c:v>
                </c:pt>
                <c:pt idx="6533">
                  <c:v>8.9247899999999998</c:v>
                </c:pt>
                <c:pt idx="6534">
                  <c:v>8.8992100000000001</c:v>
                </c:pt>
                <c:pt idx="6535">
                  <c:v>8.9609100000000002</c:v>
                </c:pt>
                <c:pt idx="6536">
                  <c:v>9.0109300000000001</c:v>
                </c:pt>
                <c:pt idx="6537">
                  <c:v>9.1573899999999995</c:v>
                </c:pt>
                <c:pt idx="6538">
                  <c:v>9.5346100000000007</c:v>
                </c:pt>
                <c:pt idx="6539">
                  <c:v>9.7269000000000005</c:v>
                </c:pt>
                <c:pt idx="6540">
                  <c:v>9.6332100000000001</c:v>
                </c:pt>
                <c:pt idx="6541">
                  <c:v>9.42117</c:v>
                </c:pt>
                <c:pt idx="6542">
                  <c:v>9.5894499999999994</c:v>
                </c:pt>
                <c:pt idx="6543">
                  <c:v>9.8133900000000001</c:v>
                </c:pt>
                <c:pt idx="6544">
                  <c:v>9.8657599999999999</c:v>
                </c:pt>
                <c:pt idx="6545">
                  <c:v>10.205299999999999</c:v>
                </c:pt>
                <c:pt idx="6546">
                  <c:v>9.9907299999999992</c:v>
                </c:pt>
                <c:pt idx="6547">
                  <c:v>9.5577900000000007</c:v>
                </c:pt>
                <c:pt idx="6548">
                  <c:v>9.5309600000000003</c:v>
                </c:pt>
                <c:pt idx="6549">
                  <c:v>9.6326099999999997</c:v>
                </c:pt>
                <c:pt idx="6550">
                  <c:v>9.6044</c:v>
                </c:pt>
                <c:pt idx="6551">
                  <c:v>9.48733</c:v>
                </c:pt>
                <c:pt idx="6552">
                  <c:v>9.6972500000000004</c:v>
                </c:pt>
                <c:pt idx="6553">
                  <c:v>9.9979800000000001</c:v>
                </c:pt>
                <c:pt idx="6554">
                  <c:v>9.7283399999999993</c:v>
                </c:pt>
                <c:pt idx="6555">
                  <c:v>9.2582500000000003</c:v>
                </c:pt>
                <c:pt idx="6556">
                  <c:v>9.0917499999999993</c:v>
                </c:pt>
                <c:pt idx="6557">
                  <c:v>9.1113800000000005</c:v>
                </c:pt>
                <c:pt idx="6558">
                  <c:v>9.0924999999999994</c:v>
                </c:pt>
                <c:pt idx="6559">
                  <c:v>9.1158800000000006</c:v>
                </c:pt>
                <c:pt idx="6560">
                  <c:v>9.1444700000000001</c:v>
                </c:pt>
                <c:pt idx="6561">
                  <c:v>9.2931399999999993</c:v>
                </c:pt>
                <c:pt idx="6562">
                  <c:v>9.4569899999999993</c:v>
                </c:pt>
                <c:pt idx="6563">
                  <c:v>9.3324599999999993</c:v>
                </c:pt>
                <c:pt idx="6564">
                  <c:v>9.2346299999999992</c:v>
                </c:pt>
                <c:pt idx="6565">
                  <c:v>9.0795399999999997</c:v>
                </c:pt>
                <c:pt idx="6566">
                  <c:v>8.9965100000000007</c:v>
                </c:pt>
                <c:pt idx="6567">
                  <c:v>9.1312700000000007</c:v>
                </c:pt>
                <c:pt idx="6568">
                  <c:v>9.4207000000000001</c:v>
                </c:pt>
                <c:pt idx="6569">
                  <c:v>9.5546199999999999</c:v>
                </c:pt>
                <c:pt idx="6570">
                  <c:v>9.4806699999999999</c:v>
                </c:pt>
                <c:pt idx="6571">
                  <c:v>9.4185599999999994</c:v>
                </c:pt>
                <c:pt idx="6572">
                  <c:v>9.5014500000000002</c:v>
                </c:pt>
                <c:pt idx="6573">
                  <c:v>9.2451899999999991</c:v>
                </c:pt>
                <c:pt idx="6574">
                  <c:v>8.6835699999999996</c:v>
                </c:pt>
                <c:pt idx="6575">
                  <c:v>8.8008100000000002</c:v>
                </c:pt>
                <c:pt idx="6576">
                  <c:v>9.2711299999999994</c:v>
                </c:pt>
                <c:pt idx="6577">
                  <c:v>9.3241300000000003</c:v>
                </c:pt>
                <c:pt idx="6578">
                  <c:v>9.1759599999999999</c:v>
                </c:pt>
                <c:pt idx="6579">
                  <c:v>9.0971100000000007</c:v>
                </c:pt>
                <c:pt idx="6580">
                  <c:v>8.8954799999999992</c:v>
                </c:pt>
                <c:pt idx="6581">
                  <c:v>8.8325800000000001</c:v>
                </c:pt>
                <c:pt idx="6582">
                  <c:v>9.0231899999999996</c:v>
                </c:pt>
                <c:pt idx="6583">
                  <c:v>9.2779500000000006</c:v>
                </c:pt>
                <c:pt idx="6584">
                  <c:v>9.5432000000000006</c:v>
                </c:pt>
                <c:pt idx="6585">
                  <c:v>9.5636600000000005</c:v>
                </c:pt>
                <c:pt idx="6586">
                  <c:v>9.4412299999999991</c:v>
                </c:pt>
                <c:pt idx="6587">
                  <c:v>9.4927100000000006</c:v>
                </c:pt>
                <c:pt idx="6588">
                  <c:v>9.4129799999999992</c:v>
                </c:pt>
                <c:pt idx="6589">
                  <c:v>9.0640900000000002</c:v>
                </c:pt>
                <c:pt idx="6590">
                  <c:v>8.8549299999999995</c:v>
                </c:pt>
                <c:pt idx="6591">
                  <c:v>8.7800499999999992</c:v>
                </c:pt>
                <c:pt idx="6592">
                  <c:v>8.8500399999999999</c:v>
                </c:pt>
                <c:pt idx="6593">
                  <c:v>9.0528300000000002</c:v>
                </c:pt>
                <c:pt idx="6594">
                  <c:v>9.05654</c:v>
                </c:pt>
                <c:pt idx="6595">
                  <c:v>9.2343299999999999</c:v>
                </c:pt>
                <c:pt idx="6596">
                  <c:v>9.2820999999999998</c:v>
                </c:pt>
                <c:pt idx="6597">
                  <c:v>9.2123600000000003</c:v>
                </c:pt>
                <c:pt idx="6598">
                  <c:v>9.1683500000000002</c:v>
                </c:pt>
                <c:pt idx="6599">
                  <c:v>9.2161399999999993</c:v>
                </c:pt>
                <c:pt idx="6600">
                  <c:v>9.5365300000000008</c:v>
                </c:pt>
                <c:pt idx="6601">
                  <c:v>9.8437599999999996</c:v>
                </c:pt>
                <c:pt idx="6602">
                  <c:v>9.6392500000000005</c:v>
                </c:pt>
                <c:pt idx="6603">
                  <c:v>9.3291500000000003</c:v>
                </c:pt>
                <c:pt idx="6604">
                  <c:v>9.2259799999999998</c:v>
                </c:pt>
                <c:pt idx="6605">
                  <c:v>9.5870800000000003</c:v>
                </c:pt>
                <c:pt idx="6606">
                  <c:v>9.7407500000000002</c:v>
                </c:pt>
                <c:pt idx="6607">
                  <c:v>9.7708100000000009</c:v>
                </c:pt>
                <c:pt idx="6608">
                  <c:v>9.5849600000000006</c:v>
                </c:pt>
                <c:pt idx="6609">
                  <c:v>9.6419800000000002</c:v>
                </c:pt>
                <c:pt idx="6610">
                  <c:v>9.8075700000000001</c:v>
                </c:pt>
                <c:pt idx="6611">
                  <c:v>9.6676699999999993</c:v>
                </c:pt>
                <c:pt idx="6612">
                  <c:v>9.6805000000000003</c:v>
                </c:pt>
                <c:pt idx="6613">
                  <c:v>9.8609399999999994</c:v>
                </c:pt>
                <c:pt idx="6614">
                  <c:v>9.8817799999999991</c:v>
                </c:pt>
                <c:pt idx="6615">
                  <c:v>9.9791699999999999</c:v>
                </c:pt>
                <c:pt idx="6616">
                  <c:v>9.9888100000000009</c:v>
                </c:pt>
                <c:pt idx="6617">
                  <c:v>10.140499999999999</c:v>
                </c:pt>
                <c:pt idx="6618">
                  <c:v>9.8682200000000009</c:v>
                </c:pt>
                <c:pt idx="6619">
                  <c:v>9.5766500000000008</c:v>
                </c:pt>
                <c:pt idx="6620">
                  <c:v>9.6479999999999997</c:v>
                </c:pt>
                <c:pt idx="6621">
                  <c:v>9.6506500000000006</c:v>
                </c:pt>
                <c:pt idx="6622">
                  <c:v>9.3520900000000005</c:v>
                </c:pt>
                <c:pt idx="6623">
                  <c:v>9.2645800000000005</c:v>
                </c:pt>
                <c:pt idx="6624">
                  <c:v>9.4168500000000002</c:v>
                </c:pt>
                <c:pt idx="6625">
                  <c:v>9.5403199999999995</c:v>
                </c:pt>
                <c:pt idx="6626">
                  <c:v>9.7744</c:v>
                </c:pt>
                <c:pt idx="6627">
                  <c:v>9.7430099999999999</c:v>
                </c:pt>
                <c:pt idx="6628">
                  <c:v>9.3069500000000005</c:v>
                </c:pt>
                <c:pt idx="6629">
                  <c:v>9.1546900000000004</c:v>
                </c:pt>
                <c:pt idx="6630">
                  <c:v>9.3073200000000007</c:v>
                </c:pt>
                <c:pt idx="6631">
                  <c:v>9.3480299999999996</c:v>
                </c:pt>
                <c:pt idx="6632">
                  <c:v>9.2616999999999994</c:v>
                </c:pt>
                <c:pt idx="6633">
                  <c:v>9.2217500000000001</c:v>
                </c:pt>
                <c:pt idx="6634">
                  <c:v>9.5142500000000005</c:v>
                </c:pt>
                <c:pt idx="6635">
                  <c:v>9.9639600000000002</c:v>
                </c:pt>
                <c:pt idx="6636">
                  <c:v>10.2056</c:v>
                </c:pt>
                <c:pt idx="6637">
                  <c:v>10.275499999999999</c:v>
                </c:pt>
                <c:pt idx="6638">
                  <c:v>10.2828</c:v>
                </c:pt>
                <c:pt idx="6639">
                  <c:v>10.2864</c:v>
                </c:pt>
                <c:pt idx="6640">
                  <c:v>10.257300000000001</c:v>
                </c:pt>
                <c:pt idx="6641">
                  <c:v>9.8292000000000002</c:v>
                </c:pt>
                <c:pt idx="6642">
                  <c:v>9.7416099999999997</c:v>
                </c:pt>
                <c:pt idx="6643">
                  <c:v>9.8506999999999998</c:v>
                </c:pt>
                <c:pt idx="6644">
                  <c:v>9.8333300000000001</c:v>
                </c:pt>
                <c:pt idx="6645">
                  <c:v>9.69876</c:v>
                </c:pt>
                <c:pt idx="6646">
                  <c:v>9.7135999999999996</c:v>
                </c:pt>
                <c:pt idx="6647">
                  <c:v>9.7148900000000005</c:v>
                </c:pt>
                <c:pt idx="6648">
                  <c:v>9.7009699999999999</c:v>
                </c:pt>
                <c:pt idx="6649">
                  <c:v>9.7763600000000004</c:v>
                </c:pt>
                <c:pt idx="6650">
                  <c:v>9.9620599999999992</c:v>
                </c:pt>
                <c:pt idx="6651">
                  <c:v>10.058</c:v>
                </c:pt>
                <c:pt idx="6652">
                  <c:v>9.9808000000000003</c:v>
                </c:pt>
                <c:pt idx="6653">
                  <c:v>10.1372</c:v>
                </c:pt>
                <c:pt idx="6654">
                  <c:v>10.3102</c:v>
                </c:pt>
                <c:pt idx="6655">
                  <c:v>10.4816</c:v>
                </c:pt>
                <c:pt idx="6656">
                  <c:v>10.337400000000001</c:v>
                </c:pt>
                <c:pt idx="6657">
                  <c:v>10.323399999999999</c:v>
                </c:pt>
                <c:pt idx="6658">
                  <c:v>10.6343</c:v>
                </c:pt>
                <c:pt idx="6659">
                  <c:v>11.0562</c:v>
                </c:pt>
                <c:pt idx="6660">
                  <c:v>11.2562</c:v>
                </c:pt>
                <c:pt idx="6661">
                  <c:v>11.0181</c:v>
                </c:pt>
                <c:pt idx="6662">
                  <c:v>10.8543</c:v>
                </c:pt>
                <c:pt idx="6663">
                  <c:v>10.8597</c:v>
                </c:pt>
                <c:pt idx="6664">
                  <c:v>10.7882</c:v>
                </c:pt>
                <c:pt idx="6665">
                  <c:v>10.752599999999999</c:v>
                </c:pt>
                <c:pt idx="6666">
                  <c:v>10.1638</c:v>
                </c:pt>
                <c:pt idx="6667">
                  <c:v>9.6447599999999998</c:v>
                </c:pt>
                <c:pt idx="6668">
                  <c:v>9.2079599999999999</c:v>
                </c:pt>
                <c:pt idx="6669">
                  <c:v>8.8786500000000004</c:v>
                </c:pt>
                <c:pt idx="6670">
                  <c:v>8.9664400000000004</c:v>
                </c:pt>
                <c:pt idx="6671">
                  <c:v>9.2468299999999992</c:v>
                </c:pt>
                <c:pt idx="6672">
                  <c:v>9.5228199999999994</c:v>
                </c:pt>
                <c:pt idx="6673">
                  <c:v>9.6119900000000005</c:v>
                </c:pt>
                <c:pt idx="6674">
                  <c:v>9.8600600000000007</c:v>
                </c:pt>
                <c:pt idx="6675">
                  <c:v>10.0467</c:v>
                </c:pt>
                <c:pt idx="6676">
                  <c:v>10.393700000000001</c:v>
                </c:pt>
                <c:pt idx="6677">
                  <c:v>10.770799999999999</c:v>
                </c:pt>
                <c:pt idx="6678">
                  <c:v>10.8506</c:v>
                </c:pt>
                <c:pt idx="6679">
                  <c:v>10.708500000000001</c:v>
                </c:pt>
                <c:pt idx="6680">
                  <c:v>10.3703</c:v>
                </c:pt>
                <c:pt idx="6681">
                  <c:v>10.2323</c:v>
                </c:pt>
                <c:pt idx="6682">
                  <c:v>10.345499999999999</c:v>
                </c:pt>
                <c:pt idx="6683">
                  <c:v>10.4382</c:v>
                </c:pt>
                <c:pt idx="6684">
                  <c:v>10.4238</c:v>
                </c:pt>
                <c:pt idx="6685">
                  <c:v>10.2333</c:v>
                </c:pt>
                <c:pt idx="6686">
                  <c:v>9.9957200000000004</c:v>
                </c:pt>
                <c:pt idx="6687">
                  <c:v>10.048299999999999</c:v>
                </c:pt>
                <c:pt idx="6688">
                  <c:v>10.147500000000001</c:v>
                </c:pt>
                <c:pt idx="6689">
                  <c:v>10.1076</c:v>
                </c:pt>
                <c:pt idx="6690">
                  <c:v>10.350300000000001</c:v>
                </c:pt>
                <c:pt idx="6691">
                  <c:v>10.8217</c:v>
                </c:pt>
                <c:pt idx="6692">
                  <c:v>11.152100000000001</c:v>
                </c:pt>
                <c:pt idx="6693">
                  <c:v>11.044600000000001</c:v>
                </c:pt>
                <c:pt idx="6694">
                  <c:v>10.687099999999999</c:v>
                </c:pt>
                <c:pt idx="6695">
                  <c:v>10.7257</c:v>
                </c:pt>
                <c:pt idx="6696">
                  <c:v>10.8689</c:v>
                </c:pt>
                <c:pt idx="6697">
                  <c:v>10.493499999999999</c:v>
                </c:pt>
                <c:pt idx="6698">
                  <c:v>10.069000000000001</c:v>
                </c:pt>
                <c:pt idx="6699">
                  <c:v>10.138</c:v>
                </c:pt>
                <c:pt idx="6700">
                  <c:v>10.3165</c:v>
                </c:pt>
                <c:pt idx="6701">
                  <c:v>10.357100000000001</c:v>
                </c:pt>
                <c:pt idx="6702">
                  <c:v>10.5238</c:v>
                </c:pt>
                <c:pt idx="6703">
                  <c:v>10.757099999999999</c:v>
                </c:pt>
                <c:pt idx="6704">
                  <c:v>10.7697</c:v>
                </c:pt>
                <c:pt idx="6705">
                  <c:v>10.591200000000001</c:v>
                </c:pt>
                <c:pt idx="6706">
                  <c:v>10.607900000000001</c:v>
                </c:pt>
                <c:pt idx="6707">
                  <c:v>10.940200000000001</c:v>
                </c:pt>
                <c:pt idx="6708">
                  <c:v>11.3161</c:v>
                </c:pt>
                <c:pt idx="6709">
                  <c:v>11.231</c:v>
                </c:pt>
                <c:pt idx="6710">
                  <c:v>11.115</c:v>
                </c:pt>
                <c:pt idx="6711">
                  <c:v>11.1076</c:v>
                </c:pt>
                <c:pt idx="6712">
                  <c:v>10.964</c:v>
                </c:pt>
                <c:pt idx="6713">
                  <c:v>11.1258</c:v>
                </c:pt>
                <c:pt idx="6714">
                  <c:v>11.107200000000001</c:v>
                </c:pt>
                <c:pt idx="6715">
                  <c:v>10.871600000000001</c:v>
                </c:pt>
                <c:pt idx="6716">
                  <c:v>10.5227</c:v>
                </c:pt>
                <c:pt idx="6717">
                  <c:v>9.9631799999999995</c:v>
                </c:pt>
                <c:pt idx="6718">
                  <c:v>9.7319099999999992</c:v>
                </c:pt>
                <c:pt idx="6719">
                  <c:v>10.251200000000001</c:v>
                </c:pt>
                <c:pt idx="6720">
                  <c:v>10.7493</c:v>
                </c:pt>
                <c:pt idx="6721">
                  <c:v>10.6373</c:v>
                </c:pt>
                <c:pt idx="6722">
                  <c:v>10.509600000000001</c:v>
                </c:pt>
                <c:pt idx="6723">
                  <c:v>10.4398</c:v>
                </c:pt>
                <c:pt idx="6724">
                  <c:v>10.4238</c:v>
                </c:pt>
                <c:pt idx="6725">
                  <c:v>10.4467</c:v>
                </c:pt>
                <c:pt idx="6726">
                  <c:v>10.1838</c:v>
                </c:pt>
                <c:pt idx="6727">
                  <c:v>9.9897100000000005</c:v>
                </c:pt>
                <c:pt idx="6728">
                  <c:v>10.395300000000001</c:v>
                </c:pt>
                <c:pt idx="6729">
                  <c:v>10.8954</c:v>
                </c:pt>
                <c:pt idx="6730">
                  <c:v>11.312900000000001</c:v>
                </c:pt>
                <c:pt idx="6731">
                  <c:v>11.3461</c:v>
                </c:pt>
                <c:pt idx="6732">
                  <c:v>11.344200000000001</c:v>
                </c:pt>
                <c:pt idx="6733">
                  <c:v>11.020300000000001</c:v>
                </c:pt>
                <c:pt idx="6734">
                  <c:v>10.672000000000001</c:v>
                </c:pt>
                <c:pt idx="6735">
                  <c:v>10.879</c:v>
                </c:pt>
                <c:pt idx="6736">
                  <c:v>11.0749</c:v>
                </c:pt>
                <c:pt idx="6737">
                  <c:v>10.895</c:v>
                </c:pt>
                <c:pt idx="6738">
                  <c:v>10.6663</c:v>
                </c:pt>
                <c:pt idx="6739">
                  <c:v>10.460599999999999</c:v>
                </c:pt>
                <c:pt idx="6740">
                  <c:v>10.249000000000001</c:v>
                </c:pt>
                <c:pt idx="6741">
                  <c:v>10.1282</c:v>
                </c:pt>
                <c:pt idx="6742">
                  <c:v>10.315300000000001</c:v>
                </c:pt>
                <c:pt idx="6743">
                  <c:v>10.676</c:v>
                </c:pt>
                <c:pt idx="6744">
                  <c:v>10.964600000000001</c:v>
                </c:pt>
                <c:pt idx="6745">
                  <c:v>11.2567</c:v>
                </c:pt>
                <c:pt idx="6746">
                  <c:v>11.476599999999999</c:v>
                </c:pt>
                <c:pt idx="6747">
                  <c:v>11.282500000000001</c:v>
                </c:pt>
                <c:pt idx="6748">
                  <c:v>11.139900000000001</c:v>
                </c:pt>
                <c:pt idx="6749">
                  <c:v>11.2608</c:v>
                </c:pt>
                <c:pt idx="6750">
                  <c:v>11.718299999999999</c:v>
                </c:pt>
                <c:pt idx="6751">
                  <c:v>12.1412</c:v>
                </c:pt>
                <c:pt idx="6752">
                  <c:v>12.164999999999999</c:v>
                </c:pt>
                <c:pt idx="6753">
                  <c:v>11.7803</c:v>
                </c:pt>
                <c:pt idx="6754">
                  <c:v>11.4298</c:v>
                </c:pt>
                <c:pt idx="6755">
                  <c:v>11.3848</c:v>
                </c:pt>
                <c:pt idx="6756">
                  <c:v>11.542899999999999</c:v>
                </c:pt>
                <c:pt idx="6757">
                  <c:v>11.868399999999999</c:v>
                </c:pt>
                <c:pt idx="6758">
                  <c:v>11.8994</c:v>
                </c:pt>
                <c:pt idx="6759">
                  <c:v>11.505100000000001</c:v>
                </c:pt>
                <c:pt idx="6760">
                  <c:v>11.3751</c:v>
                </c:pt>
                <c:pt idx="6761">
                  <c:v>11.8047</c:v>
                </c:pt>
                <c:pt idx="6762">
                  <c:v>12.3482</c:v>
                </c:pt>
                <c:pt idx="6763">
                  <c:v>12.3367</c:v>
                </c:pt>
                <c:pt idx="6764">
                  <c:v>11.885400000000001</c:v>
                </c:pt>
                <c:pt idx="6765">
                  <c:v>11.8301</c:v>
                </c:pt>
                <c:pt idx="6766">
                  <c:v>12.0085</c:v>
                </c:pt>
                <c:pt idx="6767">
                  <c:v>11.9245</c:v>
                </c:pt>
                <c:pt idx="6768">
                  <c:v>11.8079</c:v>
                </c:pt>
                <c:pt idx="6769">
                  <c:v>11.7057</c:v>
                </c:pt>
                <c:pt idx="6770">
                  <c:v>11.951000000000001</c:v>
                </c:pt>
                <c:pt idx="6771">
                  <c:v>12.1639</c:v>
                </c:pt>
                <c:pt idx="6772">
                  <c:v>12.1602</c:v>
                </c:pt>
                <c:pt idx="6773">
                  <c:v>12.1274</c:v>
                </c:pt>
                <c:pt idx="6774">
                  <c:v>12.3019</c:v>
                </c:pt>
                <c:pt idx="6775">
                  <c:v>12.2569</c:v>
                </c:pt>
                <c:pt idx="6776">
                  <c:v>11.754200000000001</c:v>
                </c:pt>
                <c:pt idx="6777">
                  <c:v>11.2813</c:v>
                </c:pt>
                <c:pt idx="6778">
                  <c:v>11.1227</c:v>
                </c:pt>
                <c:pt idx="6779">
                  <c:v>11.4064</c:v>
                </c:pt>
                <c:pt idx="6780">
                  <c:v>11.945</c:v>
                </c:pt>
                <c:pt idx="6781">
                  <c:v>12.038500000000001</c:v>
                </c:pt>
                <c:pt idx="6782">
                  <c:v>11.895</c:v>
                </c:pt>
                <c:pt idx="6783">
                  <c:v>11.764699999999999</c:v>
                </c:pt>
                <c:pt idx="6784">
                  <c:v>11.684799999999999</c:v>
                </c:pt>
                <c:pt idx="6785">
                  <c:v>11.474299999999999</c:v>
                </c:pt>
                <c:pt idx="6786">
                  <c:v>11.3712</c:v>
                </c:pt>
                <c:pt idx="6787">
                  <c:v>11.4377</c:v>
                </c:pt>
                <c:pt idx="6788">
                  <c:v>11.261900000000001</c:v>
                </c:pt>
                <c:pt idx="6789">
                  <c:v>11.242000000000001</c:v>
                </c:pt>
                <c:pt idx="6790">
                  <c:v>11.6981</c:v>
                </c:pt>
                <c:pt idx="6791">
                  <c:v>12.010400000000001</c:v>
                </c:pt>
                <c:pt idx="6792">
                  <c:v>12.040100000000001</c:v>
                </c:pt>
                <c:pt idx="6793">
                  <c:v>11.943099999999999</c:v>
                </c:pt>
                <c:pt idx="6794">
                  <c:v>12.0787</c:v>
                </c:pt>
                <c:pt idx="6795">
                  <c:v>12.285</c:v>
                </c:pt>
                <c:pt idx="6796">
                  <c:v>12.522500000000001</c:v>
                </c:pt>
                <c:pt idx="6797">
                  <c:v>12.457100000000001</c:v>
                </c:pt>
                <c:pt idx="6798">
                  <c:v>12.133900000000001</c:v>
                </c:pt>
                <c:pt idx="6799">
                  <c:v>12.1746</c:v>
                </c:pt>
                <c:pt idx="6800">
                  <c:v>12.4907</c:v>
                </c:pt>
                <c:pt idx="6801">
                  <c:v>12.808</c:v>
                </c:pt>
                <c:pt idx="6802">
                  <c:v>13.0573</c:v>
                </c:pt>
                <c:pt idx="6803">
                  <c:v>13.037000000000001</c:v>
                </c:pt>
                <c:pt idx="6804">
                  <c:v>12.731199999999999</c:v>
                </c:pt>
                <c:pt idx="6805">
                  <c:v>12.557600000000001</c:v>
                </c:pt>
                <c:pt idx="6806">
                  <c:v>12.414199999999999</c:v>
                </c:pt>
                <c:pt idx="6807">
                  <c:v>12.5937</c:v>
                </c:pt>
                <c:pt idx="6808">
                  <c:v>12.8965</c:v>
                </c:pt>
                <c:pt idx="6809">
                  <c:v>12.918799999999999</c:v>
                </c:pt>
                <c:pt idx="6810">
                  <c:v>12.806800000000001</c:v>
                </c:pt>
                <c:pt idx="6811">
                  <c:v>12.821400000000001</c:v>
                </c:pt>
                <c:pt idx="6812">
                  <c:v>12.6821</c:v>
                </c:pt>
                <c:pt idx="6813">
                  <c:v>12.4278</c:v>
                </c:pt>
                <c:pt idx="6814">
                  <c:v>12.1172</c:v>
                </c:pt>
                <c:pt idx="6815">
                  <c:v>12.2736</c:v>
                </c:pt>
                <c:pt idx="6816">
                  <c:v>12.794700000000001</c:v>
                </c:pt>
                <c:pt idx="6817">
                  <c:v>13.4392</c:v>
                </c:pt>
                <c:pt idx="6818">
                  <c:v>14.006</c:v>
                </c:pt>
                <c:pt idx="6819">
                  <c:v>14.0326</c:v>
                </c:pt>
                <c:pt idx="6820">
                  <c:v>13.9156</c:v>
                </c:pt>
                <c:pt idx="6821">
                  <c:v>13.948399999999999</c:v>
                </c:pt>
                <c:pt idx="6822">
                  <c:v>14.045299999999999</c:v>
                </c:pt>
                <c:pt idx="6823">
                  <c:v>13.9915</c:v>
                </c:pt>
                <c:pt idx="6824">
                  <c:v>13.875299999999999</c:v>
                </c:pt>
                <c:pt idx="6825">
                  <c:v>13.763299999999999</c:v>
                </c:pt>
                <c:pt idx="6826">
                  <c:v>13.428000000000001</c:v>
                </c:pt>
                <c:pt idx="6827">
                  <c:v>13.007</c:v>
                </c:pt>
                <c:pt idx="6828">
                  <c:v>12.8254</c:v>
                </c:pt>
                <c:pt idx="6829">
                  <c:v>13.0402</c:v>
                </c:pt>
                <c:pt idx="6830">
                  <c:v>13.117599999999999</c:v>
                </c:pt>
                <c:pt idx="6831">
                  <c:v>13.169600000000001</c:v>
                </c:pt>
                <c:pt idx="6832">
                  <c:v>13.0806</c:v>
                </c:pt>
                <c:pt idx="6833">
                  <c:v>13.096399999999999</c:v>
                </c:pt>
                <c:pt idx="6834">
                  <c:v>13.6051</c:v>
                </c:pt>
                <c:pt idx="6835">
                  <c:v>14.155200000000001</c:v>
                </c:pt>
                <c:pt idx="6836">
                  <c:v>13.959199999999999</c:v>
                </c:pt>
                <c:pt idx="6837">
                  <c:v>13.794499999999999</c:v>
                </c:pt>
                <c:pt idx="6838">
                  <c:v>13.9213</c:v>
                </c:pt>
                <c:pt idx="6839">
                  <c:v>13.829800000000001</c:v>
                </c:pt>
                <c:pt idx="6840">
                  <c:v>13.558299999999999</c:v>
                </c:pt>
                <c:pt idx="6841">
                  <c:v>13.435499999999999</c:v>
                </c:pt>
                <c:pt idx="6842">
                  <c:v>13.641500000000001</c:v>
                </c:pt>
                <c:pt idx="6843">
                  <c:v>14.2113</c:v>
                </c:pt>
                <c:pt idx="6844">
                  <c:v>14.781499999999999</c:v>
                </c:pt>
                <c:pt idx="6845">
                  <c:v>14.573499999999999</c:v>
                </c:pt>
                <c:pt idx="6846">
                  <c:v>14.482799999999999</c:v>
                </c:pt>
                <c:pt idx="6847">
                  <c:v>14.423400000000001</c:v>
                </c:pt>
                <c:pt idx="6848">
                  <c:v>14.611700000000001</c:v>
                </c:pt>
                <c:pt idx="6849">
                  <c:v>15.097899999999999</c:v>
                </c:pt>
                <c:pt idx="6850">
                  <c:v>15.247400000000001</c:v>
                </c:pt>
                <c:pt idx="6851">
                  <c:v>15.260899999999999</c:v>
                </c:pt>
                <c:pt idx="6852">
                  <c:v>15.467000000000001</c:v>
                </c:pt>
                <c:pt idx="6853">
                  <c:v>15.8188</c:v>
                </c:pt>
                <c:pt idx="6854">
                  <c:v>15.835900000000001</c:v>
                </c:pt>
                <c:pt idx="6855">
                  <c:v>15.644299999999999</c:v>
                </c:pt>
                <c:pt idx="6856">
                  <c:v>15.516500000000001</c:v>
                </c:pt>
                <c:pt idx="6857">
                  <c:v>15.3484</c:v>
                </c:pt>
                <c:pt idx="6858">
                  <c:v>15.163500000000001</c:v>
                </c:pt>
                <c:pt idx="6859">
                  <c:v>15.158799999999999</c:v>
                </c:pt>
                <c:pt idx="6860">
                  <c:v>15.3986</c:v>
                </c:pt>
                <c:pt idx="6861">
                  <c:v>15.469200000000001</c:v>
                </c:pt>
                <c:pt idx="6862">
                  <c:v>15.6112</c:v>
                </c:pt>
                <c:pt idx="6863">
                  <c:v>15.2601</c:v>
                </c:pt>
                <c:pt idx="6864">
                  <c:v>15.0868</c:v>
                </c:pt>
                <c:pt idx="6865">
                  <c:v>15.742599999999999</c:v>
                </c:pt>
                <c:pt idx="6866">
                  <c:v>16.361799999999999</c:v>
                </c:pt>
                <c:pt idx="6867">
                  <c:v>16.759</c:v>
                </c:pt>
                <c:pt idx="6868">
                  <c:v>16.956099999999999</c:v>
                </c:pt>
                <c:pt idx="6869">
                  <c:v>16.872900000000001</c:v>
                </c:pt>
                <c:pt idx="6870">
                  <c:v>16.943999999999999</c:v>
                </c:pt>
                <c:pt idx="6871">
                  <c:v>17.091699999999999</c:v>
                </c:pt>
                <c:pt idx="6872">
                  <c:v>17.271999999999998</c:v>
                </c:pt>
                <c:pt idx="6873">
                  <c:v>17.498200000000001</c:v>
                </c:pt>
                <c:pt idx="6874">
                  <c:v>17.6768</c:v>
                </c:pt>
                <c:pt idx="6875">
                  <c:v>17.936299999999999</c:v>
                </c:pt>
                <c:pt idx="6876">
                  <c:v>18.042300000000001</c:v>
                </c:pt>
                <c:pt idx="6877">
                  <c:v>17.911200000000001</c:v>
                </c:pt>
                <c:pt idx="6878">
                  <c:v>18.212</c:v>
                </c:pt>
                <c:pt idx="6879">
                  <c:v>18.711200000000002</c:v>
                </c:pt>
                <c:pt idx="6880">
                  <c:v>18.736899999999999</c:v>
                </c:pt>
                <c:pt idx="6881">
                  <c:v>18.304099999999998</c:v>
                </c:pt>
                <c:pt idx="6882">
                  <c:v>18.274899999999999</c:v>
                </c:pt>
                <c:pt idx="6883">
                  <c:v>18.3521</c:v>
                </c:pt>
                <c:pt idx="6884">
                  <c:v>18.476199999999999</c:v>
                </c:pt>
                <c:pt idx="6885">
                  <c:v>18.536000000000001</c:v>
                </c:pt>
                <c:pt idx="6886">
                  <c:v>18.6751</c:v>
                </c:pt>
                <c:pt idx="6887">
                  <c:v>18.731999999999999</c:v>
                </c:pt>
                <c:pt idx="6888">
                  <c:v>18.4665</c:v>
                </c:pt>
                <c:pt idx="6889">
                  <c:v>18.519300000000001</c:v>
                </c:pt>
                <c:pt idx="6890">
                  <c:v>18.4786</c:v>
                </c:pt>
                <c:pt idx="6891">
                  <c:v>18.511600000000001</c:v>
                </c:pt>
                <c:pt idx="6892">
                  <c:v>18.996500000000001</c:v>
                </c:pt>
                <c:pt idx="6893">
                  <c:v>19.503</c:v>
                </c:pt>
                <c:pt idx="6894">
                  <c:v>19.9177</c:v>
                </c:pt>
                <c:pt idx="6895">
                  <c:v>19.923500000000001</c:v>
                </c:pt>
                <c:pt idx="6896">
                  <c:v>19.587399999999999</c:v>
                </c:pt>
                <c:pt idx="6897">
                  <c:v>19.503900000000002</c:v>
                </c:pt>
                <c:pt idx="6898">
                  <c:v>19.4209</c:v>
                </c:pt>
                <c:pt idx="6899">
                  <c:v>19.4222</c:v>
                </c:pt>
                <c:pt idx="6900">
                  <c:v>19.487500000000001</c:v>
                </c:pt>
                <c:pt idx="6901">
                  <c:v>19.747599999999998</c:v>
                </c:pt>
                <c:pt idx="6902">
                  <c:v>20.0654</c:v>
                </c:pt>
                <c:pt idx="6903">
                  <c:v>20.32</c:v>
                </c:pt>
                <c:pt idx="6904">
                  <c:v>20.482399999999998</c:v>
                </c:pt>
                <c:pt idx="6905">
                  <c:v>20.692799999999998</c:v>
                </c:pt>
                <c:pt idx="6906">
                  <c:v>20.653700000000001</c:v>
                </c:pt>
                <c:pt idx="6907">
                  <c:v>20.831399999999999</c:v>
                </c:pt>
                <c:pt idx="6908">
                  <c:v>21.040800000000001</c:v>
                </c:pt>
                <c:pt idx="6909">
                  <c:v>20.877600000000001</c:v>
                </c:pt>
                <c:pt idx="6910">
                  <c:v>20.581299999999999</c:v>
                </c:pt>
                <c:pt idx="6911">
                  <c:v>20.742599999999999</c:v>
                </c:pt>
                <c:pt idx="6912">
                  <c:v>21.1066</c:v>
                </c:pt>
                <c:pt idx="6913">
                  <c:v>21.377800000000001</c:v>
                </c:pt>
                <c:pt idx="6914">
                  <c:v>21.623799999999999</c:v>
                </c:pt>
                <c:pt idx="6915">
                  <c:v>21.8245</c:v>
                </c:pt>
                <c:pt idx="6916">
                  <c:v>22.0671</c:v>
                </c:pt>
                <c:pt idx="6917">
                  <c:v>22.398499999999999</c:v>
                </c:pt>
                <c:pt idx="6918">
                  <c:v>22.572900000000001</c:v>
                </c:pt>
                <c:pt idx="6919">
                  <c:v>22.544599999999999</c:v>
                </c:pt>
                <c:pt idx="6920">
                  <c:v>22.62</c:v>
                </c:pt>
                <c:pt idx="6921">
                  <c:v>23.0426</c:v>
                </c:pt>
                <c:pt idx="6922">
                  <c:v>23.545000000000002</c:v>
                </c:pt>
                <c:pt idx="6923">
                  <c:v>23.810400000000001</c:v>
                </c:pt>
                <c:pt idx="6924">
                  <c:v>23.8643</c:v>
                </c:pt>
                <c:pt idx="6925">
                  <c:v>23.789200000000001</c:v>
                </c:pt>
                <c:pt idx="6926">
                  <c:v>23.827200000000001</c:v>
                </c:pt>
                <c:pt idx="6927">
                  <c:v>24.051500000000001</c:v>
                </c:pt>
                <c:pt idx="6928">
                  <c:v>24.2791</c:v>
                </c:pt>
                <c:pt idx="6929">
                  <c:v>24.380700000000001</c:v>
                </c:pt>
                <c:pt idx="6930">
                  <c:v>24.4251</c:v>
                </c:pt>
                <c:pt idx="6931">
                  <c:v>24.514399999999998</c:v>
                </c:pt>
                <c:pt idx="6932">
                  <c:v>24.567</c:v>
                </c:pt>
                <c:pt idx="6933">
                  <c:v>24.584499999999998</c:v>
                </c:pt>
                <c:pt idx="6934">
                  <c:v>24.709199999999999</c:v>
                </c:pt>
                <c:pt idx="6935">
                  <c:v>25.079799999999999</c:v>
                </c:pt>
                <c:pt idx="6936">
                  <c:v>25.4284</c:v>
                </c:pt>
                <c:pt idx="6937">
                  <c:v>25.5747</c:v>
                </c:pt>
                <c:pt idx="6938">
                  <c:v>25.880299999999998</c:v>
                </c:pt>
                <c:pt idx="6939">
                  <c:v>26.153400000000001</c:v>
                </c:pt>
                <c:pt idx="6940">
                  <c:v>26.502400000000002</c:v>
                </c:pt>
                <c:pt idx="6941">
                  <c:v>26.807099999999998</c:v>
                </c:pt>
                <c:pt idx="6942">
                  <c:v>27.0181</c:v>
                </c:pt>
                <c:pt idx="6943">
                  <c:v>27.325700000000001</c:v>
                </c:pt>
                <c:pt idx="6944">
                  <c:v>27.888400000000001</c:v>
                </c:pt>
                <c:pt idx="6945">
                  <c:v>28.839099999999998</c:v>
                </c:pt>
                <c:pt idx="6946">
                  <c:v>29.397400000000001</c:v>
                </c:pt>
                <c:pt idx="6947">
                  <c:v>29.6326</c:v>
                </c:pt>
                <c:pt idx="6948">
                  <c:v>30.218800000000002</c:v>
                </c:pt>
                <c:pt idx="6949">
                  <c:v>30.941400000000002</c:v>
                </c:pt>
                <c:pt idx="6950">
                  <c:v>31.6309</c:v>
                </c:pt>
                <c:pt idx="6951">
                  <c:v>32.125100000000003</c:v>
                </c:pt>
                <c:pt idx="6952">
                  <c:v>32.626600000000003</c:v>
                </c:pt>
                <c:pt idx="6953">
                  <c:v>33.297499999999999</c:v>
                </c:pt>
                <c:pt idx="6954">
                  <c:v>33.932899999999997</c:v>
                </c:pt>
                <c:pt idx="6955">
                  <c:v>34.951799999999999</c:v>
                </c:pt>
                <c:pt idx="6956">
                  <c:v>35.468800000000002</c:v>
                </c:pt>
                <c:pt idx="6957">
                  <c:v>36.221899999999998</c:v>
                </c:pt>
                <c:pt idx="6958">
                  <c:v>37.296399999999998</c:v>
                </c:pt>
                <c:pt idx="6959">
                  <c:v>38.0015</c:v>
                </c:pt>
                <c:pt idx="6960">
                  <c:v>38.382199999999997</c:v>
                </c:pt>
                <c:pt idx="6961">
                  <c:v>39.032499999999999</c:v>
                </c:pt>
                <c:pt idx="6962">
                  <c:v>39.869700000000002</c:v>
                </c:pt>
                <c:pt idx="6963">
                  <c:v>40.636400000000002</c:v>
                </c:pt>
                <c:pt idx="6964">
                  <c:v>41.518900000000002</c:v>
                </c:pt>
                <c:pt idx="6965">
                  <c:v>42.921199999999999</c:v>
                </c:pt>
                <c:pt idx="6966">
                  <c:v>44.567399999999999</c:v>
                </c:pt>
                <c:pt idx="6967">
                  <c:v>46.225099999999998</c:v>
                </c:pt>
                <c:pt idx="6968">
                  <c:v>47.7791</c:v>
                </c:pt>
                <c:pt idx="6969">
                  <c:v>49.155500000000004</c:v>
                </c:pt>
                <c:pt idx="6970">
                  <c:v>50.769500000000001</c:v>
                </c:pt>
                <c:pt idx="6971">
                  <c:v>52.7562</c:v>
                </c:pt>
                <c:pt idx="6972">
                  <c:v>55.046399999999998</c:v>
                </c:pt>
                <c:pt idx="6973">
                  <c:v>57.058100000000003</c:v>
                </c:pt>
                <c:pt idx="6974">
                  <c:v>59.4788</c:v>
                </c:pt>
                <c:pt idx="6975">
                  <c:v>62.004199999999997</c:v>
                </c:pt>
                <c:pt idx="6976">
                  <c:v>64.576999999999998</c:v>
                </c:pt>
                <c:pt idx="6977">
                  <c:v>67.464799999999997</c:v>
                </c:pt>
                <c:pt idx="6978">
                  <c:v>70.942099999999996</c:v>
                </c:pt>
                <c:pt idx="6979">
                  <c:v>74.567999999999998</c:v>
                </c:pt>
                <c:pt idx="6980">
                  <c:v>78.028999999999996</c:v>
                </c:pt>
                <c:pt idx="6981">
                  <c:v>81.622200000000007</c:v>
                </c:pt>
                <c:pt idx="6982">
                  <c:v>85.699299999999994</c:v>
                </c:pt>
                <c:pt idx="6983">
                  <c:v>90.123699999999999</c:v>
                </c:pt>
                <c:pt idx="6984">
                  <c:v>94.854299999999995</c:v>
                </c:pt>
                <c:pt idx="6985">
                  <c:v>100.12</c:v>
                </c:pt>
                <c:pt idx="6986">
                  <c:v>105.626</c:v>
                </c:pt>
                <c:pt idx="6987">
                  <c:v>111.895</c:v>
                </c:pt>
                <c:pt idx="6988">
                  <c:v>119.333</c:v>
                </c:pt>
                <c:pt idx="6989">
                  <c:v>127.51</c:v>
                </c:pt>
                <c:pt idx="6990">
                  <c:v>136.36099999999999</c:v>
                </c:pt>
                <c:pt idx="6991">
                  <c:v>146.64500000000001</c:v>
                </c:pt>
                <c:pt idx="6992">
                  <c:v>158.91999999999999</c:v>
                </c:pt>
                <c:pt idx="6993">
                  <c:v>174.00700000000001</c:v>
                </c:pt>
                <c:pt idx="6994">
                  <c:v>193.005</c:v>
                </c:pt>
                <c:pt idx="6995">
                  <c:v>217.18600000000001</c:v>
                </c:pt>
                <c:pt idx="6996">
                  <c:v>247.976</c:v>
                </c:pt>
                <c:pt idx="6997">
                  <c:v>286.94299999999998</c:v>
                </c:pt>
                <c:pt idx="6998">
                  <c:v>334.68900000000002</c:v>
                </c:pt>
                <c:pt idx="6999">
                  <c:v>391.60700000000003</c:v>
                </c:pt>
                <c:pt idx="7000">
                  <c:v>458.25200000000001</c:v>
                </c:pt>
                <c:pt idx="7001">
                  <c:v>533.44799999999998</c:v>
                </c:pt>
                <c:pt idx="7002">
                  <c:v>613.52800000000002</c:v>
                </c:pt>
                <c:pt idx="7003">
                  <c:v>692.89800000000002</c:v>
                </c:pt>
                <c:pt idx="7004">
                  <c:v>768.97699999999998</c:v>
                </c:pt>
                <c:pt idx="7005">
                  <c:v>841.75800000000004</c:v>
                </c:pt>
                <c:pt idx="7006">
                  <c:v>907.32899999999995</c:v>
                </c:pt>
                <c:pt idx="7007">
                  <c:v>955.82500000000005</c:v>
                </c:pt>
                <c:pt idx="7008">
                  <c:v>975.98800000000006</c:v>
                </c:pt>
                <c:pt idx="7009">
                  <c:v>968.03300000000002</c:v>
                </c:pt>
                <c:pt idx="7010">
                  <c:v>943.72199999999998</c:v>
                </c:pt>
                <c:pt idx="7011">
                  <c:v>914.91600000000005</c:v>
                </c:pt>
                <c:pt idx="7012">
                  <c:v>888.38900000000001</c:v>
                </c:pt>
                <c:pt idx="7013">
                  <c:v>864.71799999999996</c:v>
                </c:pt>
                <c:pt idx="7014">
                  <c:v>836.18700000000001</c:v>
                </c:pt>
                <c:pt idx="7015">
                  <c:v>789.20799999999997</c:v>
                </c:pt>
                <c:pt idx="7016">
                  <c:v>712.77099999999996</c:v>
                </c:pt>
                <c:pt idx="7017">
                  <c:v>612.56500000000005</c:v>
                </c:pt>
                <c:pt idx="7018">
                  <c:v>507.77300000000002</c:v>
                </c:pt>
                <c:pt idx="7019">
                  <c:v>414.54399999999998</c:v>
                </c:pt>
                <c:pt idx="7020">
                  <c:v>339.07299999999998</c:v>
                </c:pt>
                <c:pt idx="7021">
                  <c:v>279.827</c:v>
                </c:pt>
                <c:pt idx="7022">
                  <c:v>233.71299999999999</c:v>
                </c:pt>
                <c:pt idx="7023">
                  <c:v>198.47200000000001</c:v>
                </c:pt>
                <c:pt idx="7024">
                  <c:v>171.084</c:v>
                </c:pt>
                <c:pt idx="7025">
                  <c:v>149.06700000000001</c:v>
                </c:pt>
                <c:pt idx="7026">
                  <c:v>131.52099999999999</c:v>
                </c:pt>
                <c:pt idx="7027">
                  <c:v>117.35</c:v>
                </c:pt>
                <c:pt idx="7028">
                  <c:v>105.627</c:v>
                </c:pt>
                <c:pt idx="7029">
                  <c:v>96.008499999999998</c:v>
                </c:pt>
                <c:pt idx="7030">
                  <c:v>87.939899999999994</c:v>
                </c:pt>
                <c:pt idx="7031">
                  <c:v>81.1965</c:v>
                </c:pt>
                <c:pt idx="7032">
                  <c:v>75.278899999999993</c:v>
                </c:pt>
                <c:pt idx="7033">
                  <c:v>70.456599999999995</c:v>
                </c:pt>
                <c:pt idx="7034">
                  <c:v>66.383099999999999</c:v>
                </c:pt>
                <c:pt idx="7035">
                  <c:v>62.588000000000001</c:v>
                </c:pt>
                <c:pt idx="7036">
                  <c:v>59.401200000000003</c:v>
                </c:pt>
                <c:pt idx="7037">
                  <c:v>56.7226</c:v>
                </c:pt>
                <c:pt idx="7038">
                  <c:v>54.547600000000003</c:v>
                </c:pt>
                <c:pt idx="7039">
                  <c:v>52.729199999999999</c:v>
                </c:pt>
                <c:pt idx="7040">
                  <c:v>51.096600000000002</c:v>
                </c:pt>
                <c:pt idx="7041">
                  <c:v>49.532299999999999</c:v>
                </c:pt>
                <c:pt idx="7042">
                  <c:v>48.094900000000003</c:v>
                </c:pt>
                <c:pt idx="7043">
                  <c:v>46.234900000000003</c:v>
                </c:pt>
                <c:pt idx="7044">
                  <c:v>44.180700000000002</c:v>
                </c:pt>
                <c:pt idx="7045">
                  <c:v>42.956299999999999</c:v>
                </c:pt>
                <c:pt idx="7046">
                  <c:v>42.594700000000003</c:v>
                </c:pt>
                <c:pt idx="7047">
                  <c:v>42.199300000000001</c:v>
                </c:pt>
                <c:pt idx="7048">
                  <c:v>41.067799999999998</c:v>
                </c:pt>
                <c:pt idx="7049">
                  <c:v>40.2012</c:v>
                </c:pt>
                <c:pt idx="7050">
                  <c:v>40.037100000000002</c:v>
                </c:pt>
                <c:pt idx="7051">
                  <c:v>40.087899999999998</c:v>
                </c:pt>
                <c:pt idx="7052">
                  <c:v>39.8367</c:v>
                </c:pt>
                <c:pt idx="7053">
                  <c:v>39.3994</c:v>
                </c:pt>
                <c:pt idx="7054">
                  <c:v>39.255899999999997</c:v>
                </c:pt>
                <c:pt idx="7055">
                  <c:v>39.390099999999997</c:v>
                </c:pt>
                <c:pt idx="7056">
                  <c:v>39.492400000000004</c:v>
                </c:pt>
                <c:pt idx="7057">
                  <c:v>39.525599999999997</c:v>
                </c:pt>
                <c:pt idx="7058">
                  <c:v>39.328099999999999</c:v>
                </c:pt>
                <c:pt idx="7059">
                  <c:v>39.704500000000003</c:v>
                </c:pt>
                <c:pt idx="7060">
                  <c:v>40.640300000000003</c:v>
                </c:pt>
                <c:pt idx="7061">
                  <c:v>41.454500000000003</c:v>
                </c:pt>
                <c:pt idx="7062">
                  <c:v>42.395899999999997</c:v>
                </c:pt>
                <c:pt idx="7063">
                  <c:v>43.599499999999999</c:v>
                </c:pt>
                <c:pt idx="7064">
                  <c:v>44.753399999999999</c:v>
                </c:pt>
                <c:pt idx="7065">
                  <c:v>46.3018</c:v>
                </c:pt>
                <c:pt idx="7066">
                  <c:v>47.969000000000001</c:v>
                </c:pt>
                <c:pt idx="7067">
                  <c:v>49.5</c:v>
                </c:pt>
                <c:pt idx="7068">
                  <c:v>50.906399999999998</c:v>
                </c:pt>
                <c:pt idx="7069">
                  <c:v>51.988</c:v>
                </c:pt>
                <c:pt idx="7070">
                  <c:v>53.029400000000003</c:v>
                </c:pt>
                <c:pt idx="7071">
                  <c:v>54.614800000000002</c:v>
                </c:pt>
                <c:pt idx="7072">
                  <c:v>55.8889</c:v>
                </c:pt>
                <c:pt idx="7073">
                  <c:v>55.948</c:v>
                </c:pt>
                <c:pt idx="7074">
                  <c:v>55.510899999999999</c:v>
                </c:pt>
                <c:pt idx="7075">
                  <c:v>54.991</c:v>
                </c:pt>
                <c:pt idx="7076">
                  <c:v>54.556800000000003</c:v>
                </c:pt>
                <c:pt idx="7077">
                  <c:v>53.920999999999999</c:v>
                </c:pt>
                <c:pt idx="7078">
                  <c:v>53.191499999999998</c:v>
                </c:pt>
                <c:pt idx="7079">
                  <c:v>52.245800000000003</c:v>
                </c:pt>
                <c:pt idx="7080">
                  <c:v>50.731999999999999</c:v>
                </c:pt>
                <c:pt idx="7081">
                  <c:v>48.940899999999999</c:v>
                </c:pt>
                <c:pt idx="7082">
                  <c:v>47.437199999999997</c:v>
                </c:pt>
                <c:pt idx="7083">
                  <c:v>46.019399999999997</c:v>
                </c:pt>
                <c:pt idx="7084">
                  <c:v>44.6374</c:v>
                </c:pt>
                <c:pt idx="7085">
                  <c:v>43.593899999999998</c:v>
                </c:pt>
                <c:pt idx="7086">
                  <c:v>43.017800000000001</c:v>
                </c:pt>
                <c:pt idx="7087">
                  <c:v>42.740499999999997</c:v>
                </c:pt>
                <c:pt idx="7088">
                  <c:v>42.624400000000001</c:v>
                </c:pt>
                <c:pt idx="7089">
                  <c:v>42.6815</c:v>
                </c:pt>
                <c:pt idx="7090">
                  <c:v>42.8401</c:v>
                </c:pt>
                <c:pt idx="7091">
                  <c:v>43.025700000000001</c:v>
                </c:pt>
                <c:pt idx="7092">
                  <c:v>43.317900000000002</c:v>
                </c:pt>
                <c:pt idx="7093">
                  <c:v>43.684800000000003</c:v>
                </c:pt>
                <c:pt idx="7094">
                  <c:v>44.050800000000002</c:v>
                </c:pt>
                <c:pt idx="7095">
                  <c:v>44.471400000000003</c:v>
                </c:pt>
                <c:pt idx="7096">
                  <c:v>44.4861</c:v>
                </c:pt>
                <c:pt idx="7097">
                  <c:v>44.356000000000002</c:v>
                </c:pt>
                <c:pt idx="7098">
                  <c:v>44.3827</c:v>
                </c:pt>
                <c:pt idx="7099">
                  <c:v>44.884399999999999</c:v>
                </c:pt>
                <c:pt idx="7100">
                  <c:v>45.643099999999997</c:v>
                </c:pt>
                <c:pt idx="7101">
                  <c:v>46.162199999999999</c:v>
                </c:pt>
                <c:pt idx="7102">
                  <c:v>46.513800000000003</c:v>
                </c:pt>
                <c:pt idx="7103">
                  <c:v>46.545000000000002</c:v>
                </c:pt>
                <c:pt idx="7104">
                  <c:v>46.735700000000001</c:v>
                </c:pt>
                <c:pt idx="7105">
                  <c:v>47.525599999999997</c:v>
                </c:pt>
                <c:pt idx="7106">
                  <c:v>48.876199999999997</c:v>
                </c:pt>
                <c:pt idx="7107">
                  <c:v>49.835299999999997</c:v>
                </c:pt>
                <c:pt idx="7108">
                  <c:v>50.6462</c:v>
                </c:pt>
                <c:pt idx="7109">
                  <c:v>51.649299999999997</c:v>
                </c:pt>
                <c:pt idx="7110">
                  <c:v>52.705100000000002</c:v>
                </c:pt>
                <c:pt idx="7111">
                  <c:v>54.1402</c:v>
                </c:pt>
                <c:pt idx="7112">
                  <c:v>55.466900000000003</c:v>
                </c:pt>
                <c:pt idx="7113">
                  <c:v>56.716799999999999</c:v>
                </c:pt>
                <c:pt idx="7114">
                  <c:v>58.154899999999998</c:v>
                </c:pt>
                <c:pt idx="7115">
                  <c:v>59.938899999999997</c:v>
                </c:pt>
                <c:pt idx="7116">
                  <c:v>62.251800000000003</c:v>
                </c:pt>
                <c:pt idx="7117">
                  <c:v>64.541499999999999</c:v>
                </c:pt>
                <c:pt idx="7118">
                  <c:v>66.643799999999999</c:v>
                </c:pt>
                <c:pt idx="7119">
                  <c:v>69.378699999999995</c:v>
                </c:pt>
                <c:pt idx="7120">
                  <c:v>72.808899999999994</c:v>
                </c:pt>
                <c:pt idx="7121">
                  <c:v>75.922200000000004</c:v>
                </c:pt>
                <c:pt idx="7122">
                  <c:v>79.163300000000007</c:v>
                </c:pt>
                <c:pt idx="7123">
                  <c:v>82.984999999999999</c:v>
                </c:pt>
                <c:pt idx="7124">
                  <c:v>87.011899999999997</c:v>
                </c:pt>
                <c:pt idx="7125">
                  <c:v>91.054000000000002</c:v>
                </c:pt>
                <c:pt idx="7126">
                  <c:v>95.452100000000002</c:v>
                </c:pt>
                <c:pt idx="7127">
                  <c:v>100.02800000000001</c:v>
                </c:pt>
                <c:pt idx="7128">
                  <c:v>105.093</c:v>
                </c:pt>
                <c:pt idx="7129">
                  <c:v>110.67100000000001</c:v>
                </c:pt>
                <c:pt idx="7130">
                  <c:v>116.895</c:v>
                </c:pt>
                <c:pt idx="7131">
                  <c:v>123.98099999999999</c:v>
                </c:pt>
                <c:pt idx="7132">
                  <c:v>131.86500000000001</c:v>
                </c:pt>
                <c:pt idx="7133">
                  <c:v>140.614</c:v>
                </c:pt>
                <c:pt idx="7134">
                  <c:v>150.541</c:v>
                </c:pt>
                <c:pt idx="7135">
                  <c:v>162.05199999999999</c:v>
                </c:pt>
                <c:pt idx="7136">
                  <c:v>175.71199999999999</c:v>
                </c:pt>
                <c:pt idx="7137">
                  <c:v>192.47499999999999</c:v>
                </c:pt>
                <c:pt idx="7138">
                  <c:v>213.43</c:v>
                </c:pt>
                <c:pt idx="7139">
                  <c:v>240.07</c:v>
                </c:pt>
                <c:pt idx="7140">
                  <c:v>274.27199999999999</c:v>
                </c:pt>
                <c:pt idx="7141">
                  <c:v>317.452</c:v>
                </c:pt>
                <c:pt idx="7142">
                  <c:v>370.416</c:v>
                </c:pt>
                <c:pt idx="7143">
                  <c:v>433.56900000000002</c:v>
                </c:pt>
                <c:pt idx="7144">
                  <c:v>506.827</c:v>
                </c:pt>
                <c:pt idx="7145">
                  <c:v>589.68600000000004</c:v>
                </c:pt>
                <c:pt idx="7146">
                  <c:v>678.02099999999996</c:v>
                </c:pt>
                <c:pt idx="7147">
                  <c:v>765.69</c:v>
                </c:pt>
                <c:pt idx="7148">
                  <c:v>848.79499999999996</c:v>
                </c:pt>
                <c:pt idx="7149">
                  <c:v>927.30700000000002</c:v>
                </c:pt>
                <c:pt idx="7150">
                  <c:v>997.78200000000004</c:v>
                </c:pt>
                <c:pt idx="7151">
                  <c:v>1049.07</c:v>
                </c:pt>
                <c:pt idx="7152">
                  <c:v>1068.97</c:v>
                </c:pt>
                <c:pt idx="7153">
                  <c:v>1057.8599999999999</c:v>
                </c:pt>
                <c:pt idx="7154">
                  <c:v>1029.3</c:v>
                </c:pt>
                <c:pt idx="7155">
                  <c:v>996.60900000000004</c:v>
                </c:pt>
                <c:pt idx="7156">
                  <c:v>966.71199999999999</c:v>
                </c:pt>
                <c:pt idx="7157">
                  <c:v>939.30600000000004</c:v>
                </c:pt>
                <c:pt idx="7158">
                  <c:v>906.38699999999994</c:v>
                </c:pt>
                <c:pt idx="7159">
                  <c:v>852.65200000000004</c:v>
                </c:pt>
                <c:pt idx="7160">
                  <c:v>767.21299999999997</c:v>
                </c:pt>
                <c:pt idx="7161">
                  <c:v>657.096</c:v>
                </c:pt>
                <c:pt idx="7162">
                  <c:v>543.00599999999997</c:v>
                </c:pt>
                <c:pt idx="7163">
                  <c:v>441.96100000000001</c:v>
                </c:pt>
                <c:pt idx="7164">
                  <c:v>359.983</c:v>
                </c:pt>
                <c:pt idx="7165">
                  <c:v>295.76299999999998</c:v>
                </c:pt>
                <c:pt idx="7166">
                  <c:v>246.446</c:v>
                </c:pt>
                <c:pt idx="7167">
                  <c:v>208.58</c:v>
                </c:pt>
                <c:pt idx="7168">
                  <c:v>179.00800000000001</c:v>
                </c:pt>
                <c:pt idx="7169">
                  <c:v>155.44999999999999</c:v>
                </c:pt>
                <c:pt idx="7170">
                  <c:v>135.87200000000001</c:v>
                </c:pt>
                <c:pt idx="7171">
                  <c:v>120.166</c:v>
                </c:pt>
                <c:pt idx="7172">
                  <c:v>107.889</c:v>
                </c:pt>
                <c:pt idx="7173">
                  <c:v>97.592299999999994</c:v>
                </c:pt>
                <c:pt idx="7174">
                  <c:v>88.949100000000001</c:v>
                </c:pt>
                <c:pt idx="7175">
                  <c:v>81.4923</c:v>
                </c:pt>
                <c:pt idx="7176">
                  <c:v>75.092699999999994</c:v>
                </c:pt>
                <c:pt idx="7177">
                  <c:v>69.565200000000004</c:v>
                </c:pt>
                <c:pt idx="7178">
                  <c:v>64.807699999999997</c:v>
                </c:pt>
                <c:pt idx="7179">
                  <c:v>61.1937</c:v>
                </c:pt>
                <c:pt idx="7180">
                  <c:v>58.252600000000001</c:v>
                </c:pt>
                <c:pt idx="7181">
                  <c:v>55.332099999999997</c:v>
                </c:pt>
                <c:pt idx="7182">
                  <c:v>52.315199999999997</c:v>
                </c:pt>
                <c:pt idx="7183">
                  <c:v>49.456400000000002</c:v>
                </c:pt>
                <c:pt idx="7184">
                  <c:v>46.953699999999998</c:v>
                </c:pt>
                <c:pt idx="7185">
                  <c:v>44.9938</c:v>
                </c:pt>
                <c:pt idx="7186">
                  <c:v>43.2575</c:v>
                </c:pt>
                <c:pt idx="7187">
                  <c:v>41.466299999999997</c:v>
                </c:pt>
                <c:pt idx="7188">
                  <c:v>39.518700000000003</c:v>
                </c:pt>
                <c:pt idx="7189">
                  <c:v>38.110599999999998</c:v>
                </c:pt>
                <c:pt idx="7190">
                  <c:v>37.269599999999997</c:v>
                </c:pt>
                <c:pt idx="7191">
                  <c:v>36.139400000000002</c:v>
                </c:pt>
                <c:pt idx="7192">
                  <c:v>35.052700000000002</c:v>
                </c:pt>
                <c:pt idx="7193">
                  <c:v>34.189599999999999</c:v>
                </c:pt>
                <c:pt idx="7194">
                  <c:v>33.835299999999997</c:v>
                </c:pt>
                <c:pt idx="7195">
                  <c:v>33.637300000000003</c:v>
                </c:pt>
                <c:pt idx="7196">
                  <c:v>33.28</c:v>
                </c:pt>
                <c:pt idx="7197">
                  <c:v>32.783299999999997</c:v>
                </c:pt>
                <c:pt idx="7198">
                  <c:v>32.493899999999996</c:v>
                </c:pt>
                <c:pt idx="7199">
                  <c:v>32.302999999999997</c:v>
                </c:pt>
                <c:pt idx="7200">
                  <c:v>32.459499999999998</c:v>
                </c:pt>
                <c:pt idx="7201">
                  <c:v>32.804900000000004</c:v>
                </c:pt>
                <c:pt idx="7202">
                  <c:v>32.767600000000002</c:v>
                </c:pt>
                <c:pt idx="7203">
                  <c:v>32.550400000000003</c:v>
                </c:pt>
                <c:pt idx="7204">
                  <c:v>32.854100000000003</c:v>
                </c:pt>
                <c:pt idx="7205">
                  <c:v>33.288400000000003</c:v>
                </c:pt>
                <c:pt idx="7206">
                  <c:v>34.145400000000002</c:v>
                </c:pt>
                <c:pt idx="7207">
                  <c:v>35.416499999999999</c:v>
                </c:pt>
                <c:pt idx="7208">
                  <c:v>36.790799999999997</c:v>
                </c:pt>
                <c:pt idx="7209">
                  <c:v>38.292200000000001</c:v>
                </c:pt>
                <c:pt idx="7210">
                  <c:v>39.784300000000002</c:v>
                </c:pt>
                <c:pt idx="7211">
                  <c:v>41.231699999999996</c:v>
                </c:pt>
                <c:pt idx="7212">
                  <c:v>42.9221</c:v>
                </c:pt>
                <c:pt idx="7213">
                  <c:v>44.6524</c:v>
                </c:pt>
                <c:pt idx="7214">
                  <c:v>46.241700000000002</c:v>
                </c:pt>
                <c:pt idx="7215">
                  <c:v>47.0488</c:v>
                </c:pt>
                <c:pt idx="7216">
                  <c:v>46.836100000000002</c:v>
                </c:pt>
                <c:pt idx="7217">
                  <c:v>46.344499999999996</c:v>
                </c:pt>
                <c:pt idx="7218">
                  <c:v>46.032499999999999</c:v>
                </c:pt>
                <c:pt idx="7219">
                  <c:v>45.463999999999999</c:v>
                </c:pt>
                <c:pt idx="7220">
                  <c:v>44.753900000000002</c:v>
                </c:pt>
                <c:pt idx="7221">
                  <c:v>43.940800000000003</c:v>
                </c:pt>
                <c:pt idx="7222">
                  <c:v>43.030099999999997</c:v>
                </c:pt>
                <c:pt idx="7223">
                  <c:v>41.8018</c:v>
                </c:pt>
                <c:pt idx="7224">
                  <c:v>40.183599999999998</c:v>
                </c:pt>
                <c:pt idx="7225">
                  <c:v>37.929400000000001</c:v>
                </c:pt>
                <c:pt idx="7226">
                  <c:v>35.139800000000001</c:v>
                </c:pt>
                <c:pt idx="7227">
                  <c:v>32.781999999999996</c:v>
                </c:pt>
                <c:pt idx="7228">
                  <c:v>31.153700000000001</c:v>
                </c:pt>
                <c:pt idx="7229">
                  <c:v>29.7928</c:v>
                </c:pt>
                <c:pt idx="7230">
                  <c:v>28.7439</c:v>
                </c:pt>
                <c:pt idx="7231">
                  <c:v>27.772500000000001</c:v>
                </c:pt>
                <c:pt idx="7232">
                  <c:v>27.0319</c:v>
                </c:pt>
                <c:pt idx="7233">
                  <c:v>26.351900000000001</c:v>
                </c:pt>
                <c:pt idx="7234">
                  <c:v>25.8247</c:v>
                </c:pt>
                <c:pt idx="7235">
                  <c:v>25.699400000000001</c:v>
                </c:pt>
                <c:pt idx="7236">
                  <c:v>25.2133</c:v>
                </c:pt>
                <c:pt idx="7237">
                  <c:v>24.7883</c:v>
                </c:pt>
                <c:pt idx="7238">
                  <c:v>24.621099999999998</c:v>
                </c:pt>
                <c:pt idx="7239">
                  <c:v>24.467400000000001</c:v>
                </c:pt>
                <c:pt idx="7240">
                  <c:v>24.1313</c:v>
                </c:pt>
                <c:pt idx="7241">
                  <c:v>23.4207</c:v>
                </c:pt>
                <c:pt idx="7242">
                  <c:v>22.8521</c:v>
                </c:pt>
                <c:pt idx="7243">
                  <c:v>22.8294</c:v>
                </c:pt>
                <c:pt idx="7244">
                  <c:v>22.924800000000001</c:v>
                </c:pt>
                <c:pt idx="7245">
                  <c:v>23.0486</c:v>
                </c:pt>
                <c:pt idx="7246">
                  <c:v>22.703099999999999</c:v>
                </c:pt>
                <c:pt idx="7247">
                  <c:v>21.749500000000001</c:v>
                </c:pt>
                <c:pt idx="7248">
                  <c:v>20.827200000000001</c:v>
                </c:pt>
                <c:pt idx="7249">
                  <c:v>20.723099999999999</c:v>
                </c:pt>
                <c:pt idx="7250">
                  <c:v>20.9193</c:v>
                </c:pt>
                <c:pt idx="7251">
                  <c:v>20.6858</c:v>
                </c:pt>
                <c:pt idx="7252">
                  <c:v>19.932300000000001</c:v>
                </c:pt>
                <c:pt idx="7253">
                  <c:v>19.0078</c:v>
                </c:pt>
                <c:pt idx="7254">
                  <c:v>18.327400000000001</c:v>
                </c:pt>
                <c:pt idx="7255">
                  <c:v>17.735900000000001</c:v>
                </c:pt>
                <c:pt idx="7256">
                  <c:v>17.364899999999999</c:v>
                </c:pt>
                <c:pt idx="7257">
                  <c:v>17.242599999999999</c:v>
                </c:pt>
                <c:pt idx="7258">
                  <c:v>17.195799999999998</c:v>
                </c:pt>
                <c:pt idx="7259">
                  <c:v>17.468599999999999</c:v>
                </c:pt>
                <c:pt idx="7260">
                  <c:v>17.416899999999998</c:v>
                </c:pt>
                <c:pt idx="7261">
                  <c:v>17.139500000000002</c:v>
                </c:pt>
                <c:pt idx="7262">
                  <c:v>16.965499999999999</c:v>
                </c:pt>
                <c:pt idx="7263">
                  <c:v>16.8538</c:v>
                </c:pt>
                <c:pt idx="7264">
                  <c:v>16.701599999999999</c:v>
                </c:pt>
                <c:pt idx="7265">
                  <c:v>16.4908</c:v>
                </c:pt>
                <c:pt idx="7266">
                  <c:v>16.203499999999998</c:v>
                </c:pt>
                <c:pt idx="7267">
                  <c:v>16.460599999999999</c:v>
                </c:pt>
                <c:pt idx="7268">
                  <c:v>17.216000000000001</c:v>
                </c:pt>
                <c:pt idx="7269">
                  <c:v>17.6463</c:v>
                </c:pt>
                <c:pt idx="7270">
                  <c:v>17.460799999999999</c:v>
                </c:pt>
                <c:pt idx="7271">
                  <c:v>17.0032</c:v>
                </c:pt>
                <c:pt idx="7272">
                  <c:v>16.647400000000001</c:v>
                </c:pt>
                <c:pt idx="7273">
                  <c:v>16.331299999999999</c:v>
                </c:pt>
                <c:pt idx="7274">
                  <c:v>16.073899999999998</c:v>
                </c:pt>
                <c:pt idx="7275">
                  <c:v>16.036799999999999</c:v>
                </c:pt>
                <c:pt idx="7276">
                  <c:v>16.148399999999999</c:v>
                </c:pt>
                <c:pt idx="7277">
                  <c:v>16.3079</c:v>
                </c:pt>
                <c:pt idx="7278">
                  <c:v>16.487200000000001</c:v>
                </c:pt>
                <c:pt idx="7279">
                  <c:v>16.313500000000001</c:v>
                </c:pt>
                <c:pt idx="7280">
                  <c:v>15.6241</c:v>
                </c:pt>
                <c:pt idx="7281">
                  <c:v>15.5108</c:v>
                </c:pt>
                <c:pt idx="7282">
                  <c:v>15.825100000000001</c:v>
                </c:pt>
                <c:pt idx="7283">
                  <c:v>16.029199999999999</c:v>
                </c:pt>
                <c:pt idx="7284">
                  <c:v>16.419899999999998</c:v>
                </c:pt>
                <c:pt idx="7285">
                  <c:v>16.5063</c:v>
                </c:pt>
                <c:pt idx="7286">
                  <c:v>16.122599999999998</c:v>
                </c:pt>
                <c:pt idx="7287">
                  <c:v>15.510400000000001</c:v>
                </c:pt>
                <c:pt idx="7288">
                  <c:v>15.288500000000001</c:v>
                </c:pt>
                <c:pt idx="7289">
                  <c:v>15.546900000000001</c:v>
                </c:pt>
                <c:pt idx="7290">
                  <c:v>15.502000000000001</c:v>
                </c:pt>
                <c:pt idx="7291">
                  <c:v>15.7173</c:v>
                </c:pt>
                <c:pt idx="7292">
                  <c:v>16.209299999999999</c:v>
                </c:pt>
                <c:pt idx="7293">
                  <c:v>16.075199999999999</c:v>
                </c:pt>
                <c:pt idx="7294">
                  <c:v>15.7904</c:v>
                </c:pt>
                <c:pt idx="7295">
                  <c:v>15.691599999999999</c:v>
                </c:pt>
                <c:pt idx="7296">
                  <c:v>15.5588</c:v>
                </c:pt>
                <c:pt idx="7297">
                  <c:v>15.355700000000001</c:v>
                </c:pt>
                <c:pt idx="7298">
                  <c:v>15.2484</c:v>
                </c:pt>
                <c:pt idx="7299">
                  <c:v>14.9727</c:v>
                </c:pt>
                <c:pt idx="7300">
                  <c:v>14.6571</c:v>
                </c:pt>
                <c:pt idx="7301">
                  <c:v>14.5829</c:v>
                </c:pt>
                <c:pt idx="7302">
                  <c:v>14.7639</c:v>
                </c:pt>
                <c:pt idx="7303">
                  <c:v>14.8118</c:v>
                </c:pt>
                <c:pt idx="7304">
                  <c:v>15.0146</c:v>
                </c:pt>
                <c:pt idx="7305">
                  <c:v>15.206099999999999</c:v>
                </c:pt>
                <c:pt idx="7306">
                  <c:v>15.165800000000001</c:v>
                </c:pt>
                <c:pt idx="7307">
                  <c:v>14.785299999999999</c:v>
                </c:pt>
                <c:pt idx="7308">
                  <c:v>14.6736</c:v>
                </c:pt>
                <c:pt idx="7309">
                  <c:v>14.7583</c:v>
                </c:pt>
                <c:pt idx="7310">
                  <c:v>14.7829</c:v>
                </c:pt>
                <c:pt idx="7311">
                  <c:v>15.0077</c:v>
                </c:pt>
                <c:pt idx="7312">
                  <c:v>14.549099999999999</c:v>
                </c:pt>
                <c:pt idx="7313">
                  <c:v>14.125400000000001</c:v>
                </c:pt>
                <c:pt idx="7314">
                  <c:v>13.9209</c:v>
                </c:pt>
                <c:pt idx="7315">
                  <c:v>13.831099999999999</c:v>
                </c:pt>
                <c:pt idx="7316">
                  <c:v>13.8498</c:v>
                </c:pt>
                <c:pt idx="7317">
                  <c:v>14.0381</c:v>
                </c:pt>
                <c:pt idx="7318">
                  <c:v>14.2005</c:v>
                </c:pt>
                <c:pt idx="7319">
                  <c:v>14.2674</c:v>
                </c:pt>
                <c:pt idx="7320">
                  <c:v>14.7567</c:v>
                </c:pt>
                <c:pt idx="7321">
                  <c:v>15.3687</c:v>
                </c:pt>
                <c:pt idx="7322">
                  <c:v>15.523199999999999</c:v>
                </c:pt>
                <c:pt idx="7323">
                  <c:v>15.210800000000001</c:v>
                </c:pt>
                <c:pt idx="7324">
                  <c:v>15.212999999999999</c:v>
                </c:pt>
                <c:pt idx="7325">
                  <c:v>15.5291</c:v>
                </c:pt>
                <c:pt idx="7326">
                  <c:v>15.893800000000001</c:v>
                </c:pt>
                <c:pt idx="7327">
                  <c:v>15.6684</c:v>
                </c:pt>
                <c:pt idx="7328">
                  <c:v>15.097300000000001</c:v>
                </c:pt>
                <c:pt idx="7329">
                  <c:v>14.8171</c:v>
                </c:pt>
                <c:pt idx="7330">
                  <c:v>14.792299999999999</c:v>
                </c:pt>
                <c:pt idx="7331">
                  <c:v>14.2326</c:v>
                </c:pt>
                <c:pt idx="7332">
                  <c:v>13.979799999999999</c:v>
                </c:pt>
                <c:pt idx="7333">
                  <c:v>13.831200000000001</c:v>
                </c:pt>
                <c:pt idx="7334">
                  <c:v>13.766299999999999</c:v>
                </c:pt>
                <c:pt idx="7335">
                  <c:v>14.006399999999999</c:v>
                </c:pt>
                <c:pt idx="7336">
                  <c:v>14.0497</c:v>
                </c:pt>
                <c:pt idx="7337">
                  <c:v>13.74</c:v>
                </c:pt>
                <c:pt idx="7338">
                  <c:v>13.554399999999999</c:v>
                </c:pt>
                <c:pt idx="7339">
                  <c:v>13.8146</c:v>
                </c:pt>
                <c:pt idx="7340">
                  <c:v>13.7423</c:v>
                </c:pt>
                <c:pt idx="7341">
                  <c:v>13.088800000000001</c:v>
                </c:pt>
                <c:pt idx="7342">
                  <c:v>12.862399999999999</c:v>
                </c:pt>
                <c:pt idx="7343">
                  <c:v>12.594200000000001</c:v>
                </c:pt>
                <c:pt idx="7344">
                  <c:v>12.3604</c:v>
                </c:pt>
                <c:pt idx="7345">
                  <c:v>12.5458</c:v>
                </c:pt>
                <c:pt idx="7346">
                  <c:v>12.926500000000001</c:v>
                </c:pt>
                <c:pt idx="7347">
                  <c:v>13.299300000000001</c:v>
                </c:pt>
                <c:pt idx="7348">
                  <c:v>13.0534</c:v>
                </c:pt>
                <c:pt idx="7349">
                  <c:v>13.1646</c:v>
                </c:pt>
                <c:pt idx="7350">
                  <c:v>13.304500000000001</c:v>
                </c:pt>
                <c:pt idx="7351">
                  <c:v>13.023899999999999</c:v>
                </c:pt>
                <c:pt idx="7352">
                  <c:v>12.697900000000001</c:v>
                </c:pt>
                <c:pt idx="7353">
                  <c:v>12.7286</c:v>
                </c:pt>
                <c:pt idx="7354">
                  <c:v>12.9595</c:v>
                </c:pt>
                <c:pt idx="7355">
                  <c:v>13.079000000000001</c:v>
                </c:pt>
                <c:pt idx="7356">
                  <c:v>12.957100000000001</c:v>
                </c:pt>
                <c:pt idx="7357">
                  <c:v>12.953099999999999</c:v>
                </c:pt>
                <c:pt idx="7358">
                  <c:v>13.0472</c:v>
                </c:pt>
                <c:pt idx="7359">
                  <c:v>13.047599999999999</c:v>
                </c:pt>
                <c:pt idx="7360">
                  <c:v>12.7874</c:v>
                </c:pt>
                <c:pt idx="7361">
                  <c:v>12.7347</c:v>
                </c:pt>
                <c:pt idx="7362">
                  <c:v>12.678599999999999</c:v>
                </c:pt>
                <c:pt idx="7363">
                  <c:v>12.470700000000001</c:v>
                </c:pt>
                <c:pt idx="7364">
                  <c:v>12.3454</c:v>
                </c:pt>
                <c:pt idx="7365">
                  <c:v>12.3125</c:v>
                </c:pt>
                <c:pt idx="7366">
                  <c:v>12.1892</c:v>
                </c:pt>
                <c:pt idx="7367">
                  <c:v>11.982900000000001</c:v>
                </c:pt>
                <c:pt idx="7368">
                  <c:v>11.828099999999999</c:v>
                </c:pt>
                <c:pt idx="7369">
                  <c:v>11.7464</c:v>
                </c:pt>
                <c:pt idx="7370">
                  <c:v>11.735099999999999</c:v>
                </c:pt>
                <c:pt idx="7371">
                  <c:v>11.7157</c:v>
                </c:pt>
                <c:pt idx="7372">
                  <c:v>11.687099999999999</c:v>
                </c:pt>
                <c:pt idx="7373">
                  <c:v>11.6691</c:v>
                </c:pt>
                <c:pt idx="7374">
                  <c:v>11.3764</c:v>
                </c:pt>
                <c:pt idx="7375">
                  <c:v>11.3188</c:v>
                </c:pt>
                <c:pt idx="7376">
                  <c:v>11.5374</c:v>
                </c:pt>
                <c:pt idx="7377">
                  <c:v>11.582100000000001</c:v>
                </c:pt>
                <c:pt idx="7378">
                  <c:v>11.8193</c:v>
                </c:pt>
                <c:pt idx="7379">
                  <c:v>12.074</c:v>
                </c:pt>
                <c:pt idx="7380">
                  <c:v>12.306100000000001</c:v>
                </c:pt>
                <c:pt idx="7381">
                  <c:v>12.196099999999999</c:v>
                </c:pt>
                <c:pt idx="7382">
                  <c:v>11.9834</c:v>
                </c:pt>
                <c:pt idx="7383">
                  <c:v>11.741199999999999</c:v>
                </c:pt>
                <c:pt idx="7384">
                  <c:v>11.7798</c:v>
                </c:pt>
                <c:pt idx="7385">
                  <c:v>11.803000000000001</c:v>
                </c:pt>
                <c:pt idx="7386">
                  <c:v>11.972</c:v>
                </c:pt>
                <c:pt idx="7387">
                  <c:v>12.2963</c:v>
                </c:pt>
                <c:pt idx="7388">
                  <c:v>12.1031</c:v>
                </c:pt>
                <c:pt idx="7389">
                  <c:v>11.796200000000001</c:v>
                </c:pt>
                <c:pt idx="7390">
                  <c:v>11.9025</c:v>
                </c:pt>
                <c:pt idx="7391">
                  <c:v>11.9886</c:v>
                </c:pt>
                <c:pt idx="7392">
                  <c:v>11.9574</c:v>
                </c:pt>
                <c:pt idx="7393">
                  <c:v>11.832700000000001</c:v>
                </c:pt>
                <c:pt idx="7394">
                  <c:v>11.671099999999999</c:v>
                </c:pt>
                <c:pt idx="7395">
                  <c:v>11.888400000000001</c:v>
                </c:pt>
                <c:pt idx="7396">
                  <c:v>11.785399999999999</c:v>
                </c:pt>
                <c:pt idx="7397">
                  <c:v>11.2285</c:v>
                </c:pt>
                <c:pt idx="7398">
                  <c:v>11.176600000000001</c:v>
                </c:pt>
                <c:pt idx="7399">
                  <c:v>11.526300000000001</c:v>
                </c:pt>
                <c:pt idx="7400">
                  <c:v>11.5989</c:v>
                </c:pt>
                <c:pt idx="7401">
                  <c:v>11.280799999999999</c:v>
                </c:pt>
                <c:pt idx="7402">
                  <c:v>11.216699999999999</c:v>
                </c:pt>
                <c:pt idx="7403">
                  <c:v>11.120100000000001</c:v>
                </c:pt>
                <c:pt idx="7404">
                  <c:v>11.172800000000001</c:v>
                </c:pt>
                <c:pt idx="7405">
                  <c:v>11.3064</c:v>
                </c:pt>
                <c:pt idx="7406">
                  <c:v>11.345599999999999</c:v>
                </c:pt>
                <c:pt idx="7407">
                  <c:v>11.483499999999999</c:v>
                </c:pt>
                <c:pt idx="7408">
                  <c:v>11.5464</c:v>
                </c:pt>
                <c:pt idx="7409">
                  <c:v>11.519399999999999</c:v>
                </c:pt>
                <c:pt idx="7410">
                  <c:v>11.243600000000001</c:v>
                </c:pt>
                <c:pt idx="7411">
                  <c:v>11.077999999999999</c:v>
                </c:pt>
                <c:pt idx="7412">
                  <c:v>11.123900000000001</c:v>
                </c:pt>
                <c:pt idx="7413">
                  <c:v>11.468</c:v>
                </c:pt>
                <c:pt idx="7414">
                  <c:v>11.5189</c:v>
                </c:pt>
                <c:pt idx="7415">
                  <c:v>11.587400000000001</c:v>
                </c:pt>
                <c:pt idx="7416">
                  <c:v>11.33</c:v>
                </c:pt>
                <c:pt idx="7417">
                  <c:v>11.148099999999999</c:v>
                </c:pt>
                <c:pt idx="7418">
                  <c:v>11.0124</c:v>
                </c:pt>
                <c:pt idx="7419">
                  <c:v>10.9558</c:v>
                </c:pt>
                <c:pt idx="7420">
                  <c:v>11.073600000000001</c:v>
                </c:pt>
                <c:pt idx="7421">
                  <c:v>11.6455</c:v>
                </c:pt>
                <c:pt idx="7422">
                  <c:v>11.8994</c:v>
                </c:pt>
                <c:pt idx="7423">
                  <c:v>11.6286</c:v>
                </c:pt>
                <c:pt idx="7424">
                  <c:v>11.1853</c:v>
                </c:pt>
                <c:pt idx="7425">
                  <c:v>10.737299999999999</c:v>
                </c:pt>
                <c:pt idx="7426">
                  <c:v>10.573600000000001</c:v>
                </c:pt>
                <c:pt idx="7427">
                  <c:v>10.569699999999999</c:v>
                </c:pt>
                <c:pt idx="7428">
                  <c:v>10.820600000000001</c:v>
                </c:pt>
                <c:pt idx="7429">
                  <c:v>11.2539</c:v>
                </c:pt>
                <c:pt idx="7430">
                  <c:v>11.3687</c:v>
                </c:pt>
                <c:pt idx="7431">
                  <c:v>11.163500000000001</c:v>
                </c:pt>
                <c:pt idx="7432">
                  <c:v>10.902799999999999</c:v>
                </c:pt>
                <c:pt idx="7433">
                  <c:v>10.447699999999999</c:v>
                </c:pt>
                <c:pt idx="7434">
                  <c:v>10.047700000000001</c:v>
                </c:pt>
                <c:pt idx="7435">
                  <c:v>10.1158</c:v>
                </c:pt>
                <c:pt idx="7436">
                  <c:v>10.3789</c:v>
                </c:pt>
                <c:pt idx="7437">
                  <c:v>10.4057</c:v>
                </c:pt>
                <c:pt idx="7438">
                  <c:v>10.473100000000001</c:v>
                </c:pt>
                <c:pt idx="7439">
                  <c:v>10.6404</c:v>
                </c:pt>
                <c:pt idx="7440">
                  <c:v>10.772600000000001</c:v>
                </c:pt>
                <c:pt idx="7441">
                  <c:v>10.7605</c:v>
                </c:pt>
                <c:pt idx="7442">
                  <c:v>10.702500000000001</c:v>
                </c:pt>
                <c:pt idx="7443">
                  <c:v>10.802199999999999</c:v>
                </c:pt>
                <c:pt idx="7444">
                  <c:v>10.775399999999999</c:v>
                </c:pt>
                <c:pt idx="7445">
                  <c:v>10.4483</c:v>
                </c:pt>
                <c:pt idx="7446">
                  <c:v>10.1966</c:v>
                </c:pt>
                <c:pt idx="7447">
                  <c:v>10.359299999999999</c:v>
                </c:pt>
                <c:pt idx="7448">
                  <c:v>10.5739</c:v>
                </c:pt>
                <c:pt idx="7449">
                  <c:v>11.059799999999999</c:v>
                </c:pt>
                <c:pt idx="7450">
                  <c:v>11.666600000000001</c:v>
                </c:pt>
                <c:pt idx="7451">
                  <c:v>11.829700000000001</c:v>
                </c:pt>
                <c:pt idx="7452">
                  <c:v>11.6928</c:v>
                </c:pt>
                <c:pt idx="7453">
                  <c:v>11.3346</c:v>
                </c:pt>
                <c:pt idx="7454">
                  <c:v>11.291</c:v>
                </c:pt>
                <c:pt idx="7455">
                  <c:v>11.5974</c:v>
                </c:pt>
                <c:pt idx="7456">
                  <c:v>11.2746</c:v>
                </c:pt>
                <c:pt idx="7457">
                  <c:v>10.9762</c:v>
                </c:pt>
                <c:pt idx="7458">
                  <c:v>10.9223</c:v>
                </c:pt>
                <c:pt idx="7459">
                  <c:v>10.722799999999999</c:v>
                </c:pt>
                <c:pt idx="7460">
                  <c:v>10.709899999999999</c:v>
                </c:pt>
                <c:pt idx="7461">
                  <c:v>10.716900000000001</c:v>
                </c:pt>
                <c:pt idx="7462">
                  <c:v>10.550800000000001</c:v>
                </c:pt>
                <c:pt idx="7463">
                  <c:v>10.3833</c:v>
                </c:pt>
                <c:pt idx="7464">
                  <c:v>10.716900000000001</c:v>
                </c:pt>
                <c:pt idx="7465">
                  <c:v>10.940099999999999</c:v>
                </c:pt>
                <c:pt idx="7466">
                  <c:v>10.966100000000001</c:v>
                </c:pt>
                <c:pt idx="7467">
                  <c:v>10.845700000000001</c:v>
                </c:pt>
                <c:pt idx="7468">
                  <c:v>10.460800000000001</c:v>
                </c:pt>
                <c:pt idx="7469">
                  <c:v>10.3718</c:v>
                </c:pt>
                <c:pt idx="7470">
                  <c:v>10.463800000000001</c:v>
                </c:pt>
                <c:pt idx="7471">
                  <c:v>10.253399999999999</c:v>
                </c:pt>
                <c:pt idx="7472">
                  <c:v>10.1189</c:v>
                </c:pt>
                <c:pt idx="7473">
                  <c:v>9.9291499999999999</c:v>
                </c:pt>
                <c:pt idx="7474">
                  <c:v>9.8391500000000001</c:v>
                </c:pt>
                <c:pt idx="7475">
                  <c:v>9.9064800000000002</c:v>
                </c:pt>
                <c:pt idx="7476">
                  <c:v>10.208600000000001</c:v>
                </c:pt>
                <c:pt idx="7477">
                  <c:v>10.2842</c:v>
                </c:pt>
                <c:pt idx="7478">
                  <c:v>10.1105</c:v>
                </c:pt>
                <c:pt idx="7479">
                  <c:v>10.0318</c:v>
                </c:pt>
                <c:pt idx="7480">
                  <c:v>9.8420199999999998</c:v>
                </c:pt>
                <c:pt idx="7481">
                  <c:v>9.6307799999999997</c:v>
                </c:pt>
                <c:pt idx="7482">
                  <c:v>9.4130800000000008</c:v>
                </c:pt>
                <c:pt idx="7483">
                  <c:v>9.57822</c:v>
                </c:pt>
                <c:pt idx="7484">
                  <c:v>9.76647</c:v>
                </c:pt>
                <c:pt idx="7485">
                  <c:v>9.9349100000000004</c:v>
                </c:pt>
                <c:pt idx="7486">
                  <c:v>9.8659199999999991</c:v>
                </c:pt>
                <c:pt idx="7487">
                  <c:v>9.9232800000000001</c:v>
                </c:pt>
                <c:pt idx="7488">
                  <c:v>9.9274199999999997</c:v>
                </c:pt>
                <c:pt idx="7489">
                  <c:v>9.7777200000000004</c:v>
                </c:pt>
                <c:pt idx="7490">
                  <c:v>9.78261</c:v>
                </c:pt>
                <c:pt idx="7491">
                  <c:v>9.4450400000000005</c:v>
                </c:pt>
                <c:pt idx="7492">
                  <c:v>9.33169</c:v>
                </c:pt>
                <c:pt idx="7493">
                  <c:v>9.9156499999999994</c:v>
                </c:pt>
                <c:pt idx="7494">
                  <c:v>10.1912</c:v>
                </c:pt>
                <c:pt idx="7495">
                  <c:v>10.072100000000001</c:v>
                </c:pt>
                <c:pt idx="7496">
                  <c:v>9.8520299999999992</c:v>
                </c:pt>
                <c:pt idx="7497">
                  <c:v>9.7852599999999992</c:v>
                </c:pt>
                <c:pt idx="7498">
                  <c:v>9.9083299999999994</c:v>
                </c:pt>
                <c:pt idx="7499">
                  <c:v>9.9136900000000008</c:v>
                </c:pt>
                <c:pt idx="7500">
                  <c:v>10.222899999999999</c:v>
                </c:pt>
                <c:pt idx="7501">
                  <c:v>10.504300000000001</c:v>
                </c:pt>
                <c:pt idx="7502">
                  <c:v>10.643800000000001</c:v>
                </c:pt>
                <c:pt idx="7503">
                  <c:v>10.2814</c:v>
                </c:pt>
                <c:pt idx="7504">
                  <c:v>9.92272</c:v>
                </c:pt>
                <c:pt idx="7505">
                  <c:v>9.8104200000000006</c:v>
                </c:pt>
                <c:pt idx="7506">
                  <c:v>9.9130099999999999</c:v>
                </c:pt>
                <c:pt idx="7507">
                  <c:v>10.308299999999999</c:v>
                </c:pt>
                <c:pt idx="7508">
                  <c:v>10.389900000000001</c:v>
                </c:pt>
                <c:pt idx="7509">
                  <c:v>10.3645</c:v>
                </c:pt>
                <c:pt idx="7510">
                  <c:v>10.4411</c:v>
                </c:pt>
                <c:pt idx="7511">
                  <c:v>10.472099999999999</c:v>
                </c:pt>
                <c:pt idx="7512">
                  <c:v>10.3172</c:v>
                </c:pt>
                <c:pt idx="7513">
                  <c:v>10.0532</c:v>
                </c:pt>
                <c:pt idx="7514">
                  <c:v>9.6217100000000002</c:v>
                </c:pt>
                <c:pt idx="7515">
                  <c:v>9.4168000000000003</c:v>
                </c:pt>
                <c:pt idx="7516">
                  <c:v>9.4428400000000003</c:v>
                </c:pt>
                <c:pt idx="7517">
                  <c:v>9.4508899999999993</c:v>
                </c:pt>
                <c:pt idx="7518">
                  <c:v>9.0367999999999995</c:v>
                </c:pt>
                <c:pt idx="7519">
                  <c:v>9.4059899999999992</c:v>
                </c:pt>
                <c:pt idx="7520">
                  <c:v>9.9294399999999996</c:v>
                </c:pt>
                <c:pt idx="7521">
                  <c:v>9.7659500000000001</c:v>
                </c:pt>
                <c:pt idx="7522">
                  <c:v>9.5000699999999991</c:v>
                </c:pt>
                <c:pt idx="7523">
                  <c:v>9.3299900000000004</c:v>
                </c:pt>
                <c:pt idx="7524">
                  <c:v>9.6433400000000002</c:v>
                </c:pt>
                <c:pt idx="7525">
                  <c:v>9.7849599999999999</c:v>
                </c:pt>
                <c:pt idx="7526">
                  <c:v>10.0589</c:v>
                </c:pt>
                <c:pt idx="7527">
                  <c:v>10.4452</c:v>
                </c:pt>
                <c:pt idx="7528">
                  <c:v>10.4785</c:v>
                </c:pt>
                <c:pt idx="7529">
                  <c:v>10.174200000000001</c:v>
                </c:pt>
                <c:pt idx="7530">
                  <c:v>9.9302899999999994</c:v>
                </c:pt>
                <c:pt idx="7531">
                  <c:v>9.8814100000000007</c:v>
                </c:pt>
                <c:pt idx="7532">
                  <c:v>9.4582899999999999</c:v>
                </c:pt>
                <c:pt idx="7533">
                  <c:v>9.4420500000000001</c:v>
                </c:pt>
                <c:pt idx="7534">
                  <c:v>9.7613299999999992</c:v>
                </c:pt>
                <c:pt idx="7535">
                  <c:v>10.3225</c:v>
                </c:pt>
                <c:pt idx="7536">
                  <c:v>10.56</c:v>
                </c:pt>
                <c:pt idx="7537">
                  <c:v>10.271800000000001</c:v>
                </c:pt>
                <c:pt idx="7538">
                  <c:v>9.9127200000000002</c:v>
                </c:pt>
                <c:pt idx="7539">
                  <c:v>9.4840400000000002</c:v>
                </c:pt>
                <c:pt idx="7540">
                  <c:v>9.2151700000000005</c:v>
                </c:pt>
                <c:pt idx="7541">
                  <c:v>9.2696699999999996</c:v>
                </c:pt>
                <c:pt idx="7542">
                  <c:v>9.4242399999999993</c:v>
                </c:pt>
                <c:pt idx="7543">
                  <c:v>9.4788700000000006</c:v>
                </c:pt>
                <c:pt idx="7544">
                  <c:v>9.5430100000000007</c:v>
                </c:pt>
                <c:pt idx="7545">
                  <c:v>9.7398299999999995</c:v>
                </c:pt>
                <c:pt idx="7546">
                  <c:v>10.1778</c:v>
                </c:pt>
                <c:pt idx="7547">
                  <c:v>10.569699999999999</c:v>
                </c:pt>
                <c:pt idx="7548">
                  <c:v>10.8279</c:v>
                </c:pt>
                <c:pt idx="7549">
                  <c:v>10.7676</c:v>
                </c:pt>
                <c:pt idx="7550">
                  <c:v>10.584300000000001</c:v>
                </c:pt>
                <c:pt idx="7551">
                  <c:v>10.2905</c:v>
                </c:pt>
                <c:pt idx="7552">
                  <c:v>9.8254699999999993</c:v>
                </c:pt>
                <c:pt idx="7553">
                  <c:v>9.5667799999999996</c:v>
                </c:pt>
                <c:pt idx="7554">
                  <c:v>9.7217900000000004</c:v>
                </c:pt>
                <c:pt idx="7555">
                  <c:v>9.6409099999999999</c:v>
                </c:pt>
                <c:pt idx="7556">
                  <c:v>9.4758499999999994</c:v>
                </c:pt>
                <c:pt idx="7557">
                  <c:v>9.86632</c:v>
                </c:pt>
                <c:pt idx="7558">
                  <c:v>9.8152200000000001</c:v>
                </c:pt>
                <c:pt idx="7559">
                  <c:v>9.4415800000000001</c:v>
                </c:pt>
                <c:pt idx="7560">
                  <c:v>9.6743500000000004</c:v>
                </c:pt>
                <c:pt idx="7561">
                  <c:v>10.028600000000001</c:v>
                </c:pt>
                <c:pt idx="7562">
                  <c:v>9.7659099999999999</c:v>
                </c:pt>
                <c:pt idx="7563">
                  <c:v>9.4847900000000003</c:v>
                </c:pt>
                <c:pt idx="7564">
                  <c:v>9.6942299999999992</c:v>
                </c:pt>
                <c:pt idx="7565">
                  <c:v>10.036099999999999</c:v>
                </c:pt>
                <c:pt idx="7566">
                  <c:v>10.189</c:v>
                </c:pt>
                <c:pt idx="7567">
                  <c:v>10.0184</c:v>
                </c:pt>
                <c:pt idx="7568">
                  <c:v>9.7461400000000005</c:v>
                </c:pt>
                <c:pt idx="7569">
                  <c:v>9.3274799999999995</c:v>
                </c:pt>
                <c:pt idx="7570">
                  <c:v>9.1427800000000001</c:v>
                </c:pt>
                <c:pt idx="7571">
                  <c:v>9.4481900000000003</c:v>
                </c:pt>
                <c:pt idx="7572">
                  <c:v>9.6367200000000004</c:v>
                </c:pt>
                <c:pt idx="7573">
                  <c:v>9.2784499999999994</c:v>
                </c:pt>
                <c:pt idx="7574">
                  <c:v>8.8113399999999995</c:v>
                </c:pt>
                <c:pt idx="7575">
                  <c:v>8.7690699999999993</c:v>
                </c:pt>
                <c:pt idx="7576">
                  <c:v>9.1672999999999991</c:v>
                </c:pt>
                <c:pt idx="7577">
                  <c:v>9.2953799999999998</c:v>
                </c:pt>
                <c:pt idx="7578">
                  <c:v>9.1998499999999996</c:v>
                </c:pt>
                <c:pt idx="7579">
                  <c:v>9.1460299999999997</c:v>
                </c:pt>
                <c:pt idx="7580">
                  <c:v>8.9958500000000008</c:v>
                </c:pt>
                <c:pt idx="7581">
                  <c:v>8.6913900000000002</c:v>
                </c:pt>
                <c:pt idx="7582">
                  <c:v>8.3578600000000005</c:v>
                </c:pt>
                <c:pt idx="7583">
                  <c:v>8.4932800000000004</c:v>
                </c:pt>
                <c:pt idx="7584">
                  <c:v>8.6987100000000002</c:v>
                </c:pt>
                <c:pt idx="7585">
                  <c:v>9.1198700000000006</c:v>
                </c:pt>
                <c:pt idx="7586">
                  <c:v>9.2967600000000008</c:v>
                </c:pt>
                <c:pt idx="7587">
                  <c:v>9.1262100000000004</c:v>
                </c:pt>
                <c:pt idx="7588">
                  <c:v>9.3363700000000005</c:v>
                </c:pt>
                <c:pt idx="7589">
                  <c:v>9.4882100000000005</c:v>
                </c:pt>
                <c:pt idx="7590">
                  <c:v>9.2840900000000008</c:v>
                </c:pt>
                <c:pt idx="7591">
                  <c:v>9.2203999999999997</c:v>
                </c:pt>
                <c:pt idx="7592">
                  <c:v>8.9764800000000005</c:v>
                </c:pt>
                <c:pt idx="7593">
                  <c:v>8.7578099999999992</c:v>
                </c:pt>
                <c:pt idx="7594">
                  <c:v>8.8781499999999998</c:v>
                </c:pt>
                <c:pt idx="7595">
                  <c:v>9.2646999999999995</c:v>
                </c:pt>
                <c:pt idx="7596">
                  <c:v>9.4577799999999996</c:v>
                </c:pt>
                <c:pt idx="7597">
                  <c:v>9.26844</c:v>
                </c:pt>
                <c:pt idx="7598">
                  <c:v>9.4060100000000002</c:v>
                </c:pt>
                <c:pt idx="7599">
                  <c:v>9.7877500000000008</c:v>
                </c:pt>
                <c:pt idx="7600">
                  <c:v>9.82925</c:v>
                </c:pt>
                <c:pt idx="7601">
                  <c:v>9.5223200000000006</c:v>
                </c:pt>
                <c:pt idx="7602">
                  <c:v>9.5376499999999993</c:v>
                </c:pt>
                <c:pt idx="7603">
                  <c:v>9.4924099999999996</c:v>
                </c:pt>
                <c:pt idx="7604">
                  <c:v>9.3242700000000003</c:v>
                </c:pt>
                <c:pt idx="7605">
                  <c:v>9.3883200000000002</c:v>
                </c:pt>
                <c:pt idx="7606">
                  <c:v>9.3604900000000004</c:v>
                </c:pt>
                <c:pt idx="7607">
                  <c:v>9.5631500000000003</c:v>
                </c:pt>
                <c:pt idx="7608">
                  <c:v>9.9323099999999993</c:v>
                </c:pt>
                <c:pt idx="7609">
                  <c:v>9.8969199999999997</c:v>
                </c:pt>
                <c:pt idx="7610">
                  <c:v>9.7211700000000008</c:v>
                </c:pt>
                <c:pt idx="7611">
                  <c:v>9.5893300000000004</c:v>
                </c:pt>
                <c:pt idx="7612">
                  <c:v>9.6339100000000002</c:v>
                </c:pt>
                <c:pt idx="7613">
                  <c:v>9.5266599999999997</c:v>
                </c:pt>
                <c:pt idx="7614">
                  <c:v>9.0363600000000002</c:v>
                </c:pt>
                <c:pt idx="7615">
                  <c:v>8.8241700000000005</c:v>
                </c:pt>
                <c:pt idx="7616">
                  <c:v>9.1299399999999995</c:v>
                </c:pt>
                <c:pt idx="7617">
                  <c:v>9.3952100000000005</c:v>
                </c:pt>
                <c:pt idx="7618">
                  <c:v>9.4832800000000006</c:v>
                </c:pt>
                <c:pt idx="7619">
                  <c:v>9.6483799999999995</c:v>
                </c:pt>
                <c:pt idx="7620">
                  <c:v>9.97607</c:v>
                </c:pt>
                <c:pt idx="7621">
                  <c:v>10.2509</c:v>
                </c:pt>
                <c:pt idx="7622">
                  <c:v>10.438599999999999</c:v>
                </c:pt>
                <c:pt idx="7623">
                  <c:v>10.4785</c:v>
                </c:pt>
                <c:pt idx="7624">
                  <c:v>10.635199999999999</c:v>
                </c:pt>
                <c:pt idx="7625">
                  <c:v>10.735799999999999</c:v>
                </c:pt>
                <c:pt idx="7626">
                  <c:v>11.1463</c:v>
                </c:pt>
                <c:pt idx="7627">
                  <c:v>11.571400000000001</c:v>
                </c:pt>
                <c:pt idx="7628">
                  <c:v>12.1469</c:v>
                </c:pt>
                <c:pt idx="7629">
                  <c:v>12.8956</c:v>
                </c:pt>
                <c:pt idx="7630">
                  <c:v>13.292199999999999</c:v>
                </c:pt>
                <c:pt idx="7631">
                  <c:v>13.295</c:v>
                </c:pt>
                <c:pt idx="7632">
                  <c:v>13.3163</c:v>
                </c:pt>
                <c:pt idx="7633">
                  <c:v>13.5204</c:v>
                </c:pt>
                <c:pt idx="7634">
                  <c:v>13.2782</c:v>
                </c:pt>
                <c:pt idx="7635">
                  <c:v>13.349399999999999</c:v>
                </c:pt>
                <c:pt idx="7636">
                  <c:v>13.883100000000001</c:v>
                </c:pt>
                <c:pt idx="7637">
                  <c:v>13.972300000000001</c:v>
                </c:pt>
                <c:pt idx="7638">
                  <c:v>13.448</c:v>
                </c:pt>
                <c:pt idx="7639">
                  <c:v>13.2888</c:v>
                </c:pt>
                <c:pt idx="7640">
                  <c:v>13.1328</c:v>
                </c:pt>
                <c:pt idx="7641">
                  <c:v>12.3818</c:v>
                </c:pt>
                <c:pt idx="7642">
                  <c:v>11.7677</c:v>
                </c:pt>
                <c:pt idx="7643">
                  <c:v>11.1694</c:v>
                </c:pt>
                <c:pt idx="7644">
                  <c:v>10.580299999999999</c:v>
                </c:pt>
                <c:pt idx="7645">
                  <c:v>10.5587</c:v>
                </c:pt>
                <c:pt idx="7646">
                  <c:v>10.2514</c:v>
                </c:pt>
                <c:pt idx="7647">
                  <c:v>9.7286000000000001</c:v>
                </c:pt>
                <c:pt idx="7648">
                  <c:v>9.6095900000000007</c:v>
                </c:pt>
                <c:pt idx="7649">
                  <c:v>9.5254300000000001</c:v>
                </c:pt>
                <c:pt idx="7650">
                  <c:v>9.3847400000000007</c:v>
                </c:pt>
                <c:pt idx="7651">
                  <c:v>9.2163199999999996</c:v>
                </c:pt>
                <c:pt idx="7652">
                  <c:v>9.0083500000000001</c:v>
                </c:pt>
                <c:pt idx="7653">
                  <c:v>8.7860899999999997</c:v>
                </c:pt>
                <c:pt idx="7654">
                  <c:v>8.6519499999999994</c:v>
                </c:pt>
                <c:pt idx="7655">
                  <c:v>8.5350199999999994</c:v>
                </c:pt>
                <c:pt idx="7656">
                  <c:v>8.4775700000000001</c:v>
                </c:pt>
                <c:pt idx="7657">
                  <c:v>8.6619700000000002</c:v>
                </c:pt>
                <c:pt idx="7658">
                  <c:v>8.6612899999999993</c:v>
                </c:pt>
                <c:pt idx="7659">
                  <c:v>8.5404800000000005</c:v>
                </c:pt>
                <c:pt idx="7660">
                  <c:v>8.7618299999999998</c:v>
                </c:pt>
                <c:pt idx="7661">
                  <c:v>8.6765299999999996</c:v>
                </c:pt>
                <c:pt idx="7662">
                  <c:v>8.4698499999999992</c:v>
                </c:pt>
                <c:pt idx="7663">
                  <c:v>8.4582599999999992</c:v>
                </c:pt>
                <c:pt idx="7664">
                  <c:v>8.9751300000000001</c:v>
                </c:pt>
                <c:pt idx="7665">
                  <c:v>9.4291800000000006</c:v>
                </c:pt>
                <c:pt idx="7666">
                  <c:v>9.8400599999999994</c:v>
                </c:pt>
                <c:pt idx="7667">
                  <c:v>10.1379</c:v>
                </c:pt>
                <c:pt idx="7668">
                  <c:v>9.97729</c:v>
                </c:pt>
                <c:pt idx="7669">
                  <c:v>9.6980699999999995</c:v>
                </c:pt>
                <c:pt idx="7670">
                  <c:v>9.7484699999999993</c:v>
                </c:pt>
                <c:pt idx="7671">
                  <c:v>9.8267500000000005</c:v>
                </c:pt>
                <c:pt idx="7672">
                  <c:v>9.6194199999999999</c:v>
                </c:pt>
                <c:pt idx="7673">
                  <c:v>9.4635200000000008</c:v>
                </c:pt>
                <c:pt idx="7674">
                  <c:v>9.0767900000000008</c:v>
                </c:pt>
                <c:pt idx="7675">
                  <c:v>8.7256900000000002</c:v>
                </c:pt>
                <c:pt idx="7676">
                  <c:v>8.6595800000000001</c:v>
                </c:pt>
                <c:pt idx="7677">
                  <c:v>8.5347299999999997</c:v>
                </c:pt>
                <c:pt idx="7678">
                  <c:v>8.5917600000000007</c:v>
                </c:pt>
                <c:pt idx="7679">
                  <c:v>8.4377800000000001</c:v>
                </c:pt>
                <c:pt idx="7680">
                  <c:v>8.3673500000000001</c:v>
                </c:pt>
                <c:pt idx="7681">
                  <c:v>8.7670499999999993</c:v>
                </c:pt>
                <c:pt idx="7682">
                  <c:v>9.2649899999999992</c:v>
                </c:pt>
                <c:pt idx="7683">
                  <c:v>9.3331300000000006</c:v>
                </c:pt>
                <c:pt idx="7684">
                  <c:v>9.3611299999999993</c:v>
                </c:pt>
                <c:pt idx="7685">
                  <c:v>9.7709600000000005</c:v>
                </c:pt>
                <c:pt idx="7686">
                  <c:v>9.7352299999999996</c:v>
                </c:pt>
                <c:pt idx="7687">
                  <c:v>9.1848799999999997</c:v>
                </c:pt>
                <c:pt idx="7688">
                  <c:v>8.8919099999999993</c:v>
                </c:pt>
                <c:pt idx="7689">
                  <c:v>8.90334</c:v>
                </c:pt>
                <c:pt idx="7690">
                  <c:v>9.1114099999999993</c:v>
                </c:pt>
                <c:pt idx="7691">
                  <c:v>9.3742699999999992</c:v>
                </c:pt>
                <c:pt idx="7692">
                  <c:v>9.01173</c:v>
                </c:pt>
                <c:pt idx="7693">
                  <c:v>8.8752999999999993</c:v>
                </c:pt>
                <c:pt idx="7694">
                  <c:v>9.1088100000000001</c:v>
                </c:pt>
                <c:pt idx="7695">
                  <c:v>9.2834699999999994</c:v>
                </c:pt>
                <c:pt idx="7696">
                  <c:v>9.2323000000000004</c:v>
                </c:pt>
                <c:pt idx="7697">
                  <c:v>8.8695599999999999</c:v>
                </c:pt>
                <c:pt idx="7698">
                  <c:v>8.8437099999999997</c:v>
                </c:pt>
                <c:pt idx="7699">
                  <c:v>9.0340699999999998</c:v>
                </c:pt>
                <c:pt idx="7700">
                  <c:v>9.25244</c:v>
                </c:pt>
                <c:pt idx="7701">
                  <c:v>9.1330899999999993</c:v>
                </c:pt>
                <c:pt idx="7702">
                  <c:v>8.6290899999999997</c:v>
                </c:pt>
                <c:pt idx="7703">
                  <c:v>8.70749</c:v>
                </c:pt>
                <c:pt idx="7704">
                  <c:v>8.8738299999999999</c:v>
                </c:pt>
                <c:pt idx="7705">
                  <c:v>8.9278899999999997</c:v>
                </c:pt>
                <c:pt idx="7706">
                  <c:v>8.9016099999999998</c:v>
                </c:pt>
                <c:pt idx="7707">
                  <c:v>8.67807</c:v>
                </c:pt>
                <c:pt idx="7708">
                  <c:v>8.5416500000000006</c:v>
                </c:pt>
                <c:pt idx="7709">
                  <c:v>8.4522899999999996</c:v>
                </c:pt>
                <c:pt idx="7710">
                  <c:v>8.13523</c:v>
                </c:pt>
                <c:pt idx="7711">
                  <c:v>7.9792100000000001</c:v>
                </c:pt>
                <c:pt idx="7712">
                  <c:v>8.0841899999999995</c:v>
                </c:pt>
                <c:pt idx="7713">
                  <c:v>8.1021699999999992</c:v>
                </c:pt>
                <c:pt idx="7714">
                  <c:v>8.3549100000000003</c:v>
                </c:pt>
                <c:pt idx="7715">
                  <c:v>8.7544000000000004</c:v>
                </c:pt>
                <c:pt idx="7716">
                  <c:v>8.4199199999999994</c:v>
                </c:pt>
                <c:pt idx="7717">
                  <c:v>8.2780500000000004</c:v>
                </c:pt>
                <c:pt idx="7718">
                  <c:v>7.9943299999999997</c:v>
                </c:pt>
                <c:pt idx="7719">
                  <c:v>7.9626099999999997</c:v>
                </c:pt>
                <c:pt idx="7720">
                  <c:v>8.3488500000000005</c:v>
                </c:pt>
                <c:pt idx="7721">
                  <c:v>8.7365200000000005</c:v>
                </c:pt>
                <c:pt idx="7722">
                  <c:v>9.0034600000000005</c:v>
                </c:pt>
                <c:pt idx="7723">
                  <c:v>8.8635099999999998</c:v>
                </c:pt>
                <c:pt idx="7724">
                  <c:v>8.70791</c:v>
                </c:pt>
                <c:pt idx="7725">
                  <c:v>8.7450299999999999</c:v>
                </c:pt>
                <c:pt idx="7726">
                  <c:v>9.0359499999999997</c:v>
                </c:pt>
                <c:pt idx="7727">
                  <c:v>9.0814299999999992</c:v>
                </c:pt>
                <c:pt idx="7728">
                  <c:v>8.8207900000000006</c:v>
                </c:pt>
                <c:pt idx="7729">
                  <c:v>8.5436599999999991</c:v>
                </c:pt>
                <c:pt idx="7730">
                  <c:v>8.2770799999999998</c:v>
                </c:pt>
                <c:pt idx="7731">
                  <c:v>8.0630500000000005</c:v>
                </c:pt>
                <c:pt idx="7732">
                  <c:v>7.9292999999999996</c:v>
                </c:pt>
                <c:pt idx="7733">
                  <c:v>7.8107600000000001</c:v>
                </c:pt>
                <c:pt idx="7734">
                  <c:v>7.7769599999999999</c:v>
                </c:pt>
                <c:pt idx="7735">
                  <c:v>8.0979899999999994</c:v>
                </c:pt>
                <c:pt idx="7736">
                  <c:v>8.1754099999999994</c:v>
                </c:pt>
                <c:pt idx="7737">
                  <c:v>8.3292400000000004</c:v>
                </c:pt>
                <c:pt idx="7738">
                  <c:v>8.3917300000000008</c:v>
                </c:pt>
                <c:pt idx="7739">
                  <c:v>8.2792700000000004</c:v>
                </c:pt>
                <c:pt idx="7740">
                  <c:v>8.0602</c:v>
                </c:pt>
                <c:pt idx="7741">
                  <c:v>7.87094</c:v>
                </c:pt>
                <c:pt idx="7742">
                  <c:v>7.96448</c:v>
                </c:pt>
                <c:pt idx="7743">
                  <c:v>7.9033600000000002</c:v>
                </c:pt>
                <c:pt idx="7744">
                  <c:v>7.9029100000000003</c:v>
                </c:pt>
                <c:pt idx="7745">
                  <c:v>8.1688200000000002</c:v>
                </c:pt>
                <c:pt idx="7746">
                  <c:v>8.5403099999999998</c:v>
                </c:pt>
                <c:pt idx="7747">
                  <c:v>8.7381700000000002</c:v>
                </c:pt>
                <c:pt idx="7748">
                  <c:v>8.8920600000000007</c:v>
                </c:pt>
                <c:pt idx="7749">
                  <c:v>8.7230799999999995</c:v>
                </c:pt>
                <c:pt idx="7750">
                  <c:v>8.9442599999999999</c:v>
                </c:pt>
                <c:pt idx="7751">
                  <c:v>9.1414299999999997</c:v>
                </c:pt>
                <c:pt idx="7752">
                  <c:v>8.8856400000000004</c:v>
                </c:pt>
                <c:pt idx="7753">
                  <c:v>8.7643900000000006</c:v>
                </c:pt>
                <c:pt idx="7754">
                  <c:v>8.58901</c:v>
                </c:pt>
                <c:pt idx="7755">
                  <c:v>8.5662099999999999</c:v>
                </c:pt>
                <c:pt idx="7756">
                  <c:v>8.9375699999999991</c:v>
                </c:pt>
                <c:pt idx="7757">
                  <c:v>9.0310299999999994</c:v>
                </c:pt>
                <c:pt idx="7758">
                  <c:v>8.7866099999999996</c:v>
                </c:pt>
                <c:pt idx="7759">
                  <c:v>8.7394700000000007</c:v>
                </c:pt>
                <c:pt idx="7760">
                  <c:v>9.2346500000000002</c:v>
                </c:pt>
                <c:pt idx="7761">
                  <c:v>9.4370899999999995</c:v>
                </c:pt>
                <c:pt idx="7762">
                  <c:v>9.4338499999999996</c:v>
                </c:pt>
                <c:pt idx="7763">
                  <c:v>9.4687099999999997</c:v>
                </c:pt>
                <c:pt idx="7764">
                  <c:v>9.3444400000000005</c:v>
                </c:pt>
                <c:pt idx="7765">
                  <c:v>9.2793399999999995</c:v>
                </c:pt>
                <c:pt idx="7766">
                  <c:v>9.5378600000000002</c:v>
                </c:pt>
                <c:pt idx="7767">
                  <c:v>10.347899999999999</c:v>
                </c:pt>
                <c:pt idx="7768">
                  <c:v>10.8834</c:v>
                </c:pt>
                <c:pt idx="7769">
                  <c:v>11.197699999999999</c:v>
                </c:pt>
                <c:pt idx="7770">
                  <c:v>11.7445</c:v>
                </c:pt>
                <c:pt idx="7771">
                  <c:v>12.549899999999999</c:v>
                </c:pt>
                <c:pt idx="7772">
                  <c:v>12.92</c:v>
                </c:pt>
                <c:pt idx="7773">
                  <c:v>12.8057</c:v>
                </c:pt>
                <c:pt idx="7774">
                  <c:v>12.7562</c:v>
                </c:pt>
                <c:pt idx="7775">
                  <c:v>12.8802</c:v>
                </c:pt>
                <c:pt idx="7776">
                  <c:v>13.2698</c:v>
                </c:pt>
                <c:pt idx="7777">
                  <c:v>13.4314</c:v>
                </c:pt>
                <c:pt idx="7778">
                  <c:v>13.336399999999999</c:v>
                </c:pt>
                <c:pt idx="7779">
                  <c:v>13.142300000000001</c:v>
                </c:pt>
                <c:pt idx="7780">
                  <c:v>12.965299999999999</c:v>
                </c:pt>
                <c:pt idx="7781">
                  <c:v>12.678000000000001</c:v>
                </c:pt>
                <c:pt idx="7782">
                  <c:v>12.546799999999999</c:v>
                </c:pt>
                <c:pt idx="7783">
                  <c:v>12.391500000000001</c:v>
                </c:pt>
                <c:pt idx="7784">
                  <c:v>11.880699999999999</c:v>
                </c:pt>
                <c:pt idx="7785">
                  <c:v>11.186</c:v>
                </c:pt>
                <c:pt idx="7786">
                  <c:v>10.6617</c:v>
                </c:pt>
                <c:pt idx="7787">
                  <c:v>10.3925</c:v>
                </c:pt>
                <c:pt idx="7788">
                  <c:v>10.048999999999999</c:v>
                </c:pt>
                <c:pt idx="7789">
                  <c:v>9.7059200000000008</c:v>
                </c:pt>
                <c:pt idx="7790">
                  <c:v>9.2655999999999992</c:v>
                </c:pt>
                <c:pt idx="7791">
                  <c:v>8.94407</c:v>
                </c:pt>
                <c:pt idx="7792">
                  <c:v>8.8815399999999993</c:v>
                </c:pt>
                <c:pt idx="7793">
                  <c:v>8.8781499999999998</c:v>
                </c:pt>
                <c:pt idx="7794">
                  <c:v>9.1169100000000007</c:v>
                </c:pt>
                <c:pt idx="7795">
                  <c:v>9.0109100000000009</c:v>
                </c:pt>
                <c:pt idx="7796">
                  <c:v>8.7608499999999996</c:v>
                </c:pt>
                <c:pt idx="7797">
                  <c:v>8.6398299999999999</c:v>
                </c:pt>
                <c:pt idx="7798">
                  <c:v>8.6117399999999993</c:v>
                </c:pt>
                <c:pt idx="7799">
                  <c:v>8.5457199999999993</c:v>
                </c:pt>
                <c:pt idx="7800">
                  <c:v>8.3250799999999998</c:v>
                </c:pt>
                <c:pt idx="7801">
                  <c:v>7.9363200000000003</c:v>
                </c:pt>
                <c:pt idx="7802">
                  <c:v>7.7255200000000004</c:v>
                </c:pt>
                <c:pt idx="7803">
                  <c:v>7.9126399999999997</c:v>
                </c:pt>
                <c:pt idx="7804">
                  <c:v>8.0180799999999994</c:v>
                </c:pt>
                <c:pt idx="7805">
                  <c:v>7.8943500000000002</c:v>
                </c:pt>
                <c:pt idx="7806">
                  <c:v>7.6999700000000004</c:v>
                </c:pt>
                <c:pt idx="7807">
                  <c:v>7.3994099999999996</c:v>
                </c:pt>
                <c:pt idx="7808">
                  <c:v>7.4747899999999996</c:v>
                </c:pt>
                <c:pt idx="7809">
                  <c:v>7.7488700000000001</c:v>
                </c:pt>
                <c:pt idx="7810">
                  <c:v>7.9131799999999997</c:v>
                </c:pt>
                <c:pt idx="7811">
                  <c:v>7.8573899999999997</c:v>
                </c:pt>
                <c:pt idx="7812">
                  <c:v>8.0759100000000004</c:v>
                </c:pt>
                <c:pt idx="7813">
                  <c:v>8.4651999999999994</c:v>
                </c:pt>
                <c:pt idx="7814">
                  <c:v>8.3771599999999999</c:v>
                </c:pt>
                <c:pt idx="7815">
                  <c:v>8.4750499999999995</c:v>
                </c:pt>
                <c:pt idx="7816">
                  <c:v>8.9771099999999997</c:v>
                </c:pt>
                <c:pt idx="7817">
                  <c:v>9.2059099999999994</c:v>
                </c:pt>
                <c:pt idx="7818">
                  <c:v>8.7521599999999999</c:v>
                </c:pt>
                <c:pt idx="7819">
                  <c:v>8.3727</c:v>
                </c:pt>
                <c:pt idx="7820">
                  <c:v>8.19815</c:v>
                </c:pt>
                <c:pt idx="7821">
                  <c:v>8.0618400000000001</c:v>
                </c:pt>
                <c:pt idx="7822">
                  <c:v>8.1307700000000001</c:v>
                </c:pt>
                <c:pt idx="7823">
                  <c:v>8.5046700000000008</c:v>
                </c:pt>
                <c:pt idx="7824">
                  <c:v>9.0269899999999996</c:v>
                </c:pt>
                <c:pt idx="7825">
                  <c:v>9.1850299999999994</c:v>
                </c:pt>
                <c:pt idx="7826">
                  <c:v>9.0808999999999997</c:v>
                </c:pt>
                <c:pt idx="7827">
                  <c:v>8.9524899999999992</c:v>
                </c:pt>
                <c:pt idx="7828">
                  <c:v>8.7448599999999992</c:v>
                </c:pt>
                <c:pt idx="7829">
                  <c:v>8.6475000000000009</c:v>
                </c:pt>
                <c:pt idx="7830">
                  <c:v>8.6379699999999993</c:v>
                </c:pt>
                <c:pt idx="7831">
                  <c:v>8.4306000000000001</c:v>
                </c:pt>
                <c:pt idx="7832">
                  <c:v>8.2378099999999996</c:v>
                </c:pt>
                <c:pt idx="7833">
                  <c:v>8.2296099999999992</c:v>
                </c:pt>
                <c:pt idx="7834">
                  <c:v>8.1504499999999993</c:v>
                </c:pt>
                <c:pt idx="7835">
                  <c:v>8.3169400000000007</c:v>
                </c:pt>
                <c:pt idx="7836">
                  <c:v>8.20946</c:v>
                </c:pt>
                <c:pt idx="7837">
                  <c:v>8.0543600000000009</c:v>
                </c:pt>
                <c:pt idx="7838">
                  <c:v>7.8372400000000004</c:v>
                </c:pt>
                <c:pt idx="7839">
                  <c:v>7.5310899999999998</c:v>
                </c:pt>
                <c:pt idx="7840">
                  <c:v>7.4406499999999998</c:v>
                </c:pt>
                <c:pt idx="7841">
                  <c:v>7.3789199999999999</c:v>
                </c:pt>
                <c:pt idx="7842">
                  <c:v>7.3186</c:v>
                </c:pt>
                <c:pt idx="7843">
                  <c:v>7.4438800000000001</c:v>
                </c:pt>
                <c:pt idx="7844">
                  <c:v>7.6140100000000004</c:v>
                </c:pt>
                <c:pt idx="7845">
                  <c:v>8.0098400000000005</c:v>
                </c:pt>
                <c:pt idx="7846">
                  <c:v>8.2740600000000004</c:v>
                </c:pt>
                <c:pt idx="7847">
                  <c:v>8.5431100000000004</c:v>
                </c:pt>
                <c:pt idx="7848">
                  <c:v>8.5559899999999995</c:v>
                </c:pt>
                <c:pt idx="7849">
                  <c:v>8.5209600000000005</c:v>
                </c:pt>
                <c:pt idx="7850">
                  <c:v>8.59239</c:v>
                </c:pt>
                <c:pt idx="7851">
                  <c:v>8.5095100000000006</c:v>
                </c:pt>
                <c:pt idx="7852">
                  <c:v>8.4440100000000005</c:v>
                </c:pt>
                <c:pt idx="7853">
                  <c:v>8.3797200000000007</c:v>
                </c:pt>
                <c:pt idx="7854">
                  <c:v>8.4638399999999994</c:v>
                </c:pt>
                <c:pt idx="7855">
                  <c:v>8.2274600000000007</c:v>
                </c:pt>
                <c:pt idx="7856">
                  <c:v>8.0590600000000006</c:v>
                </c:pt>
                <c:pt idx="7857">
                  <c:v>7.9924600000000003</c:v>
                </c:pt>
                <c:pt idx="7858">
                  <c:v>7.8841400000000004</c:v>
                </c:pt>
                <c:pt idx="7859">
                  <c:v>8.0659899999999993</c:v>
                </c:pt>
                <c:pt idx="7860">
                  <c:v>8.1346500000000006</c:v>
                </c:pt>
                <c:pt idx="7861">
                  <c:v>8.0324500000000008</c:v>
                </c:pt>
                <c:pt idx="7862">
                  <c:v>8.4473199999999995</c:v>
                </c:pt>
                <c:pt idx="7863">
                  <c:v>8.8388899999999992</c:v>
                </c:pt>
                <c:pt idx="7864">
                  <c:v>8.8437000000000001</c:v>
                </c:pt>
                <c:pt idx="7865">
                  <c:v>8.9688800000000004</c:v>
                </c:pt>
                <c:pt idx="7866">
                  <c:v>8.7990399999999998</c:v>
                </c:pt>
                <c:pt idx="7867">
                  <c:v>8.5027500000000007</c:v>
                </c:pt>
                <c:pt idx="7868">
                  <c:v>8.1090300000000006</c:v>
                </c:pt>
                <c:pt idx="7869">
                  <c:v>8.2486899999999999</c:v>
                </c:pt>
                <c:pt idx="7870">
                  <c:v>8.3910699999999991</c:v>
                </c:pt>
                <c:pt idx="7871">
                  <c:v>8.2235999999999994</c:v>
                </c:pt>
                <c:pt idx="7872">
                  <c:v>8.4280399999999993</c:v>
                </c:pt>
                <c:pt idx="7873">
                  <c:v>8.7584499999999998</c:v>
                </c:pt>
                <c:pt idx="7874">
                  <c:v>8.9725300000000008</c:v>
                </c:pt>
                <c:pt idx="7875">
                  <c:v>8.9301399999999997</c:v>
                </c:pt>
                <c:pt idx="7876">
                  <c:v>8.6493199999999995</c:v>
                </c:pt>
                <c:pt idx="7877">
                  <c:v>7.8892699999999998</c:v>
                </c:pt>
                <c:pt idx="7878">
                  <c:v>7.3945999999999996</c:v>
                </c:pt>
                <c:pt idx="7879">
                  <c:v>7.3043500000000003</c:v>
                </c:pt>
                <c:pt idx="7880">
                  <c:v>7.3871700000000002</c:v>
                </c:pt>
                <c:pt idx="7881">
                  <c:v>7.3833700000000002</c:v>
                </c:pt>
                <c:pt idx="7882">
                  <c:v>7.29657</c:v>
                </c:pt>
                <c:pt idx="7883">
                  <c:v>7.0254899999999996</c:v>
                </c:pt>
                <c:pt idx="7884">
                  <c:v>7.1211000000000002</c:v>
                </c:pt>
                <c:pt idx="7885">
                  <c:v>7.3520300000000001</c:v>
                </c:pt>
                <c:pt idx="7886">
                  <c:v>7.8227700000000002</c:v>
                </c:pt>
                <c:pt idx="7887">
                  <c:v>8.0215599999999991</c:v>
                </c:pt>
                <c:pt idx="7888">
                  <c:v>8.0317100000000003</c:v>
                </c:pt>
                <c:pt idx="7889">
                  <c:v>8.0640800000000006</c:v>
                </c:pt>
                <c:pt idx="7890">
                  <c:v>8.0721799999999995</c:v>
                </c:pt>
                <c:pt idx="7891">
                  <c:v>8.0537899999999993</c:v>
                </c:pt>
                <c:pt idx="7892">
                  <c:v>8.0508600000000001</c:v>
                </c:pt>
                <c:pt idx="7893">
                  <c:v>8.1489600000000006</c:v>
                </c:pt>
                <c:pt idx="7894">
                  <c:v>8.2817699999999999</c:v>
                </c:pt>
                <c:pt idx="7895">
                  <c:v>7.7665699999999998</c:v>
                </c:pt>
                <c:pt idx="7896">
                  <c:v>7.2629999999999999</c:v>
                </c:pt>
                <c:pt idx="7897">
                  <c:v>7.2926500000000001</c:v>
                </c:pt>
                <c:pt idx="7898">
                  <c:v>7.5603499999999997</c:v>
                </c:pt>
                <c:pt idx="7899">
                  <c:v>7.3915699999999998</c:v>
                </c:pt>
                <c:pt idx="7900">
                  <c:v>7.5266799999999998</c:v>
                </c:pt>
                <c:pt idx="7901">
                  <c:v>7.9791100000000004</c:v>
                </c:pt>
                <c:pt idx="7902">
                  <c:v>7.8559900000000003</c:v>
                </c:pt>
                <c:pt idx="7903">
                  <c:v>7.8211500000000003</c:v>
                </c:pt>
                <c:pt idx="7904">
                  <c:v>7.8260100000000001</c:v>
                </c:pt>
                <c:pt idx="7905">
                  <c:v>7.5107900000000001</c:v>
                </c:pt>
                <c:pt idx="7906">
                  <c:v>7.4472899999999997</c:v>
                </c:pt>
                <c:pt idx="7907">
                  <c:v>7.4018699999999997</c:v>
                </c:pt>
                <c:pt idx="7908">
                  <c:v>7.3307799999999999</c:v>
                </c:pt>
                <c:pt idx="7909">
                  <c:v>7.4545000000000003</c:v>
                </c:pt>
                <c:pt idx="7910">
                  <c:v>7.9033300000000004</c:v>
                </c:pt>
                <c:pt idx="7911">
                  <c:v>8.1208399999999994</c:v>
                </c:pt>
                <c:pt idx="7912">
                  <c:v>8.4069500000000001</c:v>
                </c:pt>
                <c:pt idx="7913">
                  <c:v>8.1076800000000002</c:v>
                </c:pt>
                <c:pt idx="7914">
                  <c:v>7.8937099999999996</c:v>
                </c:pt>
                <c:pt idx="7915">
                  <c:v>7.8418999999999999</c:v>
                </c:pt>
                <c:pt idx="7916">
                  <c:v>7.8767100000000001</c:v>
                </c:pt>
                <c:pt idx="7917">
                  <c:v>8.01919</c:v>
                </c:pt>
                <c:pt idx="7918">
                  <c:v>8.15381</c:v>
                </c:pt>
                <c:pt idx="7919">
                  <c:v>8.1791999999999998</c:v>
                </c:pt>
                <c:pt idx="7920">
                  <c:v>8.0881000000000007</c:v>
                </c:pt>
                <c:pt idx="7921">
                  <c:v>7.8881100000000002</c:v>
                </c:pt>
                <c:pt idx="7922">
                  <c:v>7.9594500000000004</c:v>
                </c:pt>
                <c:pt idx="7923">
                  <c:v>8.2362599999999997</c:v>
                </c:pt>
                <c:pt idx="7924">
                  <c:v>8.5068900000000003</c:v>
                </c:pt>
                <c:pt idx="7925">
                  <c:v>8.3782099999999993</c:v>
                </c:pt>
                <c:pt idx="7926">
                  <c:v>7.9007699999999996</c:v>
                </c:pt>
                <c:pt idx="7927">
                  <c:v>7.5567099999999998</c:v>
                </c:pt>
                <c:pt idx="7928">
                  <c:v>7.65069</c:v>
                </c:pt>
                <c:pt idx="7929">
                  <c:v>7.7688300000000003</c:v>
                </c:pt>
                <c:pt idx="7930">
                  <c:v>8.0269300000000001</c:v>
                </c:pt>
                <c:pt idx="7931">
                  <c:v>8.4548100000000002</c:v>
                </c:pt>
                <c:pt idx="7932">
                  <c:v>8.5073000000000008</c:v>
                </c:pt>
                <c:pt idx="7933">
                  <c:v>8.3543099999999999</c:v>
                </c:pt>
                <c:pt idx="7934">
                  <c:v>7.8118400000000001</c:v>
                </c:pt>
                <c:pt idx="7935">
                  <c:v>7.7031599999999996</c:v>
                </c:pt>
                <c:pt idx="7936">
                  <c:v>7.71319</c:v>
                </c:pt>
                <c:pt idx="7937">
                  <c:v>7.7739399999999996</c:v>
                </c:pt>
                <c:pt idx="7938">
                  <c:v>7.82972</c:v>
                </c:pt>
                <c:pt idx="7939">
                  <c:v>7.76837</c:v>
                </c:pt>
                <c:pt idx="7940">
                  <c:v>7.6724399999999999</c:v>
                </c:pt>
                <c:pt idx="7941">
                  <c:v>7.7567000000000004</c:v>
                </c:pt>
                <c:pt idx="7942">
                  <c:v>8.0077599999999993</c:v>
                </c:pt>
                <c:pt idx="7943">
                  <c:v>8.0877599999999994</c:v>
                </c:pt>
                <c:pt idx="7944">
                  <c:v>8.0500699999999998</c:v>
                </c:pt>
                <c:pt idx="7945">
                  <c:v>7.87479</c:v>
                </c:pt>
                <c:pt idx="7946">
                  <c:v>7.7036199999999999</c:v>
                </c:pt>
                <c:pt idx="7947">
                  <c:v>7.6204000000000001</c:v>
                </c:pt>
                <c:pt idx="7948">
                  <c:v>7.5718100000000002</c:v>
                </c:pt>
                <c:pt idx="7949">
                  <c:v>7.5124399999999998</c:v>
                </c:pt>
                <c:pt idx="7950">
                  <c:v>7.4545000000000003</c:v>
                </c:pt>
                <c:pt idx="7951">
                  <c:v>7.5641400000000001</c:v>
                </c:pt>
                <c:pt idx="7952">
                  <c:v>7.5676699999999997</c:v>
                </c:pt>
                <c:pt idx="7953">
                  <c:v>7.4183000000000003</c:v>
                </c:pt>
                <c:pt idx="7954">
                  <c:v>7.35703</c:v>
                </c:pt>
                <c:pt idx="7955">
                  <c:v>7.4550999999999998</c:v>
                </c:pt>
                <c:pt idx="7956">
                  <c:v>7.1656899999999997</c:v>
                </c:pt>
                <c:pt idx="7957">
                  <c:v>7.0712599999999997</c:v>
                </c:pt>
                <c:pt idx="7958">
                  <c:v>7.0713200000000001</c:v>
                </c:pt>
                <c:pt idx="7959">
                  <c:v>7.4009299999999998</c:v>
                </c:pt>
                <c:pt idx="7960">
                  <c:v>7.7185499999999996</c:v>
                </c:pt>
                <c:pt idx="7961">
                  <c:v>7.6354600000000001</c:v>
                </c:pt>
                <c:pt idx="7962">
                  <c:v>7.4039400000000004</c:v>
                </c:pt>
                <c:pt idx="7963">
                  <c:v>7.24282</c:v>
                </c:pt>
                <c:pt idx="7964">
                  <c:v>7.2743599999999997</c:v>
                </c:pt>
                <c:pt idx="7965">
                  <c:v>7.4731500000000004</c:v>
                </c:pt>
                <c:pt idx="7966">
                  <c:v>7.3885199999999998</c:v>
                </c:pt>
                <c:pt idx="7967">
                  <c:v>7.5163900000000003</c:v>
                </c:pt>
                <c:pt idx="7968">
                  <c:v>7.9977</c:v>
                </c:pt>
                <c:pt idx="7969">
                  <c:v>7.9049800000000001</c:v>
                </c:pt>
                <c:pt idx="7970">
                  <c:v>7.3882300000000001</c:v>
                </c:pt>
                <c:pt idx="7971">
                  <c:v>7.1837799999999996</c:v>
                </c:pt>
                <c:pt idx="7972">
                  <c:v>7.5088100000000004</c:v>
                </c:pt>
                <c:pt idx="7973">
                  <c:v>7.7605000000000004</c:v>
                </c:pt>
                <c:pt idx="7974">
                  <c:v>8.0279100000000003</c:v>
                </c:pt>
                <c:pt idx="7975">
                  <c:v>8.0864200000000004</c:v>
                </c:pt>
                <c:pt idx="7976">
                  <c:v>7.8599500000000004</c:v>
                </c:pt>
                <c:pt idx="7977">
                  <c:v>7.9986499999999996</c:v>
                </c:pt>
                <c:pt idx="7978">
                  <c:v>7.8213800000000004</c:v>
                </c:pt>
                <c:pt idx="7979">
                  <c:v>7.3152699999999999</c:v>
                </c:pt>
                <c:pt idx="7980">
                  <c:v>7.0430200000000003</c:v>
                </c:pt>
                <c:pt idx="7981">
                  <c:v>6.8881199999999998</c:v>
                </c:pt>
                <c:pt idx="7982">
                  <c:v>6.6789199999999997</c:v>
                </c:pt>
                <c:pt idx="7983">
                  <c:v>6.3646500000000001</c:v>
                </c:pt>
                <c:pt idx="7984">
                  <c:v>6.5528599999999999</c:v>
                </c:pt>
                <c:pt idx="7985">
                  <c:v>6.9114199999999997</c:v>
                </c:pt>
                <c:pt idx="7986">
                  <c:v>6.82925</c:v>
                </c:pt>
                <c:pt idx="7987">
                  <c:v>6.7965900000000001</c:v>
                </c:pt>
                <c:pt idx="7988">
                  <c:v>7.0944799999999999</c:v>
                </c:pt>
                <c:pt idx="7989">
                  <c:v>7.4132699999999998</c:v>
                </c:pt>
                <c:pt idx="7990">
                  <c:v>7.4221599999999999</c:v>
                </c:pt>
                <c:pt idx="7991">
                  <c:v>7.4474099999999996</c:v>
                </c:pt>
                <c:pt idx="7992">
                  <c:v>7.3203899999999997</c:v>
                </c:pt>
                <c:pt idx="7993">
                  <c:v>7.1823499999999996</c:v>
                </c:pt>
                <c:pt idx="7994">
                  <c:v>7.2351900000000002</c:v>
                </c:pt>
                <c:pt idx="7995">
                  <c:v>7.6332700000000004</c:v>
                </c:pt>
                <c:pt idx="7996">
                  <c:v>7.9003899999999998</c:v>
                </c:pt>
                <c:pt idx="7997">
                  <c:v>8.0624400000000005</c:v>
                </c:pt>
                <c:pt idx="7998">
                  <c:v>8.0110200000000003</c:v>
                </c:pt>
                <c:pt idx="7999">
                  <c:v>7.6372099999999996</c:v>
                </c:pt>
                <c:pt idx="8000">
                  <c:v>7.37507</c:v>
                </c:pt>
                <c:pt idx="8001">
                  <c:v>7.0234199999999998</c:v>
                </c:pt>
                <c:pt idx="8002">
                  <c:v>6.4520400000000002</c:v>
                </c:pt>
                <c:pt idx="8003">
                  <c:v>6.3789100000000003</c:v>
                </c:pt>
                <c:pt idx="8004">
                  <c:v>6.4044999999999996</c:v>
                </c:pt>
                <c:pt idx="8005">
                  <c:v>6.6605499999999997</c:v>
                </c:pt>
                <c:pt idx="8006">
                  <c:v>7.0675800000000004</c:v>
                </c:pt>
                <c:pt idx="8007">
                  <c:v>7.28165</c:v>
                </c:pt>
                <c:pt idx="8008">
                  <c:v>7.4164700000000003</c:v>
                </c:pt>
                <c:pt idx="8009">
                  <c:v>7.4811100000000001</c:v>
                </c:pt>
                <c:pt idx="8010">
                  <c:v>7.58047</c:v>
                </c:pt>
                <c:pt idx="8011">
                  <c:v>7.6167499999999997</c:v>
                </c:pt>
                <c:pt idx="8012">
                  <c:v>7.7031700000000001</c:v>
                </c:pt>
                <c:pt idx="8013">
                  <c:v>7.7236900000000004</c:v>
                </c:pt>
                <c:pt idx="8014">
                  <c:v>7.7085800000000004</c:v>
                </c:pt>
                <c:pt idx="8015">
                  <c:v>7.5138199999999999</c:v>
                </c:pt>
                <c:pt idx="8016">
                  <c:v>7.3805699999999996</c:v>
                </c:pt>
                <c:pt idx="8017">
                  <c:v>7.5675699999999999</c:v>
                </c:pt>
                <c:pt idx="8018">
                  <c:v>7.3176600000000001</c:v>
                </c:pt>
                <c:pt idx="8019">
                  <c:v>7.0566500000000003</c:v>
                </c:pt>
                <c:pt idx="8020">
                  <c:v>7.2161900000000001</c:v>
                </c:pt>
                <c:pt idx="8021">
                  <c:v>7.2971300000000001</c:v>
                </c:pt>
                <c:pt idx="8022">
                  <c:v>7.2476399999999996</c:v>
                </c:pt>
                <c:pt idx="8023">
                  <c:v>7.2754099999999999</c:v>
                </c:pt>
                <c:pt idx="8024">
                  <c:v>7.1518300000000004</c:v>
                </c:pt>
                <c:pt idx="8025">
                  <c:v>6.9378299999999999</c:v>
                </c:pt>
                <c:pt idx="8026">
                  <c:v>7.2910599999999999</c:v>
                </c:pt>
                <c:pt idx="8027">
                  <c:v>7.5400400000000003</c:v>
                </c:pt>
                <c:pt idx="8028">
                  <c:v>7.3443699999999996</c:v>
                </c:pt>
                <c:pt idx="8029">
                  <c:v>7.0904800000000003</c:v>
                </c:pt>
                <c:pt idx="8030">
                  <c:v>7.2630299999999997</c:v>
                </c:pt>
                <c:pt idx="8031">
                  <c:v>7.6495199999999999</c:v>
                </c:pt>
                <c:pt idx="8032">
                  <c:v>7.5625</c:v>
                </c:pt>
                <c:pt idx="8033">
                  <c:v>7.56562</c:v>
                </c:pt>
                <c:pt idx="8034">
                  <c:v>7.9294200000000004</c:v>
                </c:pt>
                <c:pt idx="8035">
                  <c:v>8.1548400000000001</c:v>
                </c:pt>
                <c:pt idx="8036">
                  <c:v>8.0264100000000003</c:v>
                </c:pt>
                <c:pt idx="8037">
                  <c:v>7.9238600000000003</c:v>
                </c:pt>
                <c:pt idx="8038">
                  <c:v>7.8411499999999998</c:v>
                </c:pt>
                <c:pt idx="8039">
                  <c:v>7.8673999999999999</c:v>
                </c:pt>
                <c:pt idx="8040">
                  <c:v>7.6260500000000002</c:v>
                </c:pt>
                <c:pt idx="8041">
                  <c:v>7.3195100000000002</c:v>
                </c:pt>
                <c:pt idx="8042">
                  <c:v>7.1190499999999997</c:v>
                </c:pt>
                <c:pt idx="8043">
                  <c:v>6.9629899999999996</c:v>
                </c:pt>
                <c:pt idx="8044">
                  <c:v>7.0538699999999999</c:v>
                </c:pt>
                <c:pt idx="8045">
                  <c:v>7.1817599999999997</c:v>
                </c:pt>
                <c:pt idx="8046">
                  <c:v>7.0955399999999997</c:v>
                </c:pt>
                <c:pt idx="8047">
                  <c:v>7.1496000000000004</c:v>
                </c:pt>
                <c:pt idx="8048">
                  <c:v>7.1584099999999999</c:v>
                </c:pt>
                <c:pt idx="8049">
                  <c:v>7.1426699999999999</c:v>
                </c:pt>
                <c:pt idx="8050">
                  <c:v>7.0333500000000004</c:v>
                </c:pt>
                <c:pt idx="8051">
                  <c:v>7.1579499999999996</c:v>
                </c:pt>
                <c:pt idx="8052">
                  <c:v>7.3063399999999996</c:v>
                </c:pt>
                <c:pt idx="8053">
                  <c:v>7.3922299999999996</c:v>
                </c:pt>
                <c:pt idx="8054">
                  <c:v>7.3467500000000001</c:v>
                </c:pt>
                <c:pt idx="8055">
                  <c:v>7.0594599999999996</c:v>
                </c:pt>
                <c:pt idx="8056">
                  <c:v>6.7161600000000004</c:v>
                </c:pt>
                <c:pt idx="8057">
                  <c:v>6.8358800000000004</c:v>
                </c:pt>
                <c:pt idx="8058">
                  <c:v>7.1410999999999998</c:v>
                </c:pt>
                <c:pt idx="8059">
                  <c:v>7.3793199999999999</c:v>
                </c:pt>
                <c:pt idx="8060">
                  <c:v>7.5005600000000001</c:v>
                </c:pt>
                <c:pt idx="8061">
                  <c:v>7.5990799999999998</c:v>
                </c:pt>
                <c:pt idx="8062">
                  <c:v>7.6119199999999996</c:v>
                </c:pt>
                <c:pt idx="8063">
                  <c:v>7.57599</c:v>
                </c:pt>
                <c:pt idx="8064">
                  <c:v>7.3696400000000004</c:v>
                </c:pt>
                <c:pt idx="8065">
                  <c:v>7.1099300000000003</c:v>
                </c:pt>
                <c:pt idx="8066">
                  <c:v>7.5572299999999997</c:v>
                </c:pt>
                <c:pt idx="8067">
                  <c:v>8.2053600000000007</c:v>
                </c:pt>
                <c:pt idx="8068">
                  <c:v>8.2543699999999998</c:v>
                </c:pt>
                <c:pt idx="8069">
                  <c:v>7.7723000000000004</c:v>
                </c:pt>
                <c:pt idx="8070">
                  <c:v>7.3369900000000001</c:v>
                </c:pt>
                <c:pt idx="8071">
                  <c:v>7.2123600000000003</c:v>
                </c:pt>
                <c:pt idx="8072">
                  <c:v>7.31806</c:v>
                </c:pt>
                <c:pt idx="8073">
                  <c:v>7.4171699999999996</c:v>
                </c:pt>
                <c:pt idx="8074">
                  <c:v>7.5010199999999996</c:v>
                </c:pt>
                <c:pt idx="8075">
                  <c:v>7.6642999999999999</c:v>
                </c:pt>
                <c:pt idx="8076">
                  <c:v>7.4794099999999997</c:v>
                </c:pt>
                <c:pt idx="8077">
                  <c:v>7.0812900000000001</c:v>
                </c:pt>
                <c:pt idx="8078">
                  <c:v>7.0158100000000001</c:v>
                </c:pt>
                <c:pt idx="8079">
                  <c:v>7.1595500000000003</c:v>
                </c:pt>
                <c:pt idx="8080">
                  <c:v>7.6583500000000004</c:v>
                </c:pt>
                <c:pt idx="8081">
                  <c:v>7.87012</c:v>
                </c:pt>
                <c:pt idx="8082">
                  <c:v>7.8636900000000001</c:v>
                </c:pt>
                <c:pt idx="8083">
                  <c:v>7.8387599999999997</c:v>
                </c:pt>
                <c:pt idx="8084">
                  <c:v>7.6079499999999998</c:v>
                </c:pt>
                <c:pt idx="8085">
                  <c:v>7.5336699999999999</c:v>
                </c:pt>
                <c:pt idx="8086">
                  <c:v>7.3771699999999996</c:v>
                </c:pt>
                <c:pt idx="8087">
                  <c:v>6.8645300000000002</c:v>
                </c:pt>
                <c:pt idx="8088">
                  <c:v>6.5693400000000004</c:v>
                </c:pt>
                <c:pt idx="8089">
                  <c:v>6.6808100000000001</c:v>
                </c:pt>
                <c:pt idx="8090">
                  <c:v>6.9842000000000004</c:v>
                </c:pt>
                <c:pt idx="8091">
                  <c:v>7.41073</c:v>
                </c:pt>
                <c:pt idx="8092">
                  <c:v>7.3073499999999996</c:v>
                </c:pt>
                <c:pt idx="8093">
                  <c:v>6.77339</c:v>
                </c:pt>
                <c:pt idx="8094">
                  <c:v>6.3675499999999996</c:v>
                </c:pt>
                <c:pt idx="8095">
                  <c:v>6.5058699999999998</c:v>
                </c:pt>
                <c:pt idx="8096">
                  <c:v>6.7940899999999997</c:v>
                </c:pt>
                <c:pt idx="8097">
                  <c:v>7.0035299999999996</c:v>
                </c:pt>
                <c:pt idx="8098">
                  <c:v>7.4550299999999998</c:v>
                </c:pt>
                <c:pt idx="8099">
                  <c:v>7.90402</c:v>
                </c:pt>
                <c:pt idx="8100">
                  <c:v>7.7570600000000001</c:v>
                </c:pt>
                <c:pt idx="8101">
                  <c:v>7.3149800000000003</c:v>
                </c:pt>
                <c:pt idx="8102">
                  <c:v>7.1076300000000003</c:v>
                </c:pt>
                <c:pt idx="8103">
                  <c:v>6.9625500000000002</c:v>
                </c:pt>
                <c:pt idx="8104">
                  <c:v>6.7469200000000003</c:v>
                </c:pt>
                <c:pt idx="8105">
                  <c:v>6.8888100000000003</c:v>
                </c:pt>
                <c:pt idx="8106">
                  <c:v>7.16214</c:v>
                </c:pt>
                <c:pt idx="8107">
                  <c:v>7.3416600000000001</c:v>
                </c:pt>
                <c:pt idx="8108">
                  <c:v>7.3161800000000001</c:v>
                </c:pt>
                <c:pt idx="8109">
                  <c:v>7.2733299999999996</c:v>
                </c:pt>
                <c:pt idx="8110">
                  <c:v>7.4429699999999999</c:v>
                </c:pt>
                <c:pt idx="8111">
                  <c:v>7.3565800000000001</c:v>
                </c:pt>
                <c:pt idx="8112">
                  <c:v>7.2197300000000002</c:v>
                </c:pt>
                <c:pt idx="8113">
                  <c:v>6.9482999999999997</c:v>
                </c:pt>
                <c:pt idx="8114">
                  <c:v>7.1968300000000003</c:v>
                </c:pt>
                <c:pt idx="8115">
                  <c:v>7.7422599999999999</c:v>
                </c:pt>
                <c:pt idx="8116">
                  <c:v>8.1937499999999996</c:v>
                </c:pt>
                <c:pt idx="8117">
                  <c:v>8.6698900000000005</c:v>
                </c:pt>
                <c:pt idx="8118">
                  <c:v>8.7437000000000005</c:v>
                </c:pt>
                <c:pt idx="8119">
                  <c:v>8.3170500000000001</c:v>
                </c:pt>
                <c:pt idx="8120">
                  <c:v>7.3865499999999997</c:v>
                </c:pt>
                <c:pt idx="8121">
                  <c:v>6.8959900000000003</c:v>
                </c:pt>
                <c:pt idx="8122">
                  <c:v>6.7853500000000002</c:v>
                </c:pt>
                <c:pt idx="8123">
                  <c:v>6.8870899999999997</c:v>
                </c:pt>
                <c:pt idx="8124">
                  <c:v>7.1952800000000003</c:v>
                </c:pt>
                <c:pt idx="8125">
                  <c:v>7.4606899999999996</c:v>
                </c:pt>
                <c:pt idx="8126">
                  <c:v>7.5667600000000004</c:v>
                </c:pt>
                <c:pt idx="8127">
                  <c:v>7.4603900000000003</c:v>
                </c:pt>
                <c:pt idx="8128">
                  <c:v>6.9547499999999998</c:v>
                </c:pt>
                <c:pt idx="8129">
                  <c:v>6.7141299999999999</c:v>
                </c:pt>
                <c:pt idx="8130">
                  <c:v>6.9573099999999997</c:v>
                </c:pt>
                <c:pt idx="8131">
                  <c:v>7.2642800000000003</c:v>
                </c:pt>
                <c:pt idx="8132">
                  <c:v>7.9426699999999997</c:v>
                </c:pt>
                <c:pt idx="8133">
                  <c:v>8.1873299999999993</c:v>
                </c:pt>
                <c:pt idx="8134">
                  <c:v>7.9913299999999996</c:v>
                </c:pt>
                <c:pt idx="8135">
                  <c:v>7.6068800000000003</c:v>
                </c:pt>
                <c:pt idx="8136">
                  <c:v>7.3751300000000004</c:v>
                </c:pt>
                <c:pt idx="8137">
                  <c:v>7.2376699999999996</c:v>
                </c:pt>
                <c:pt idx="8138">
                  <c:v>7.2222400000000002</c:v>
                </c:pt>
                <c:pt idx="8139">
                  <c:v>6.9024999999999999</c:v>
                </c:pt>
                <c:pt idx="8140">
                  <c:v>6.6251199999999999</c:v>
                </c:pt>
                <c:pt idx="8141">
                  <c:v>6.5528899999999997</c:v>
                </c:pt>
                <c:pt idx="8142">
                  <c:v>6.6452400000000003</c:v>
                </c:pt>
                <c:pt idx="8143">
                  <c:v>6.6012899999999997</c:v>
                </c:pt>
                <c:pt idx="8144">
                  <c:v>6.8998699999999999</c:v>
                </c:pt>
                <c:pt idx="8145">
                  <c:v>6.8414700000000002</c:v>
                </c:pt>
                <c:pt idx="8146">
                  <c:v>6.5174799999999999</c:v>
                </c:pt>
                <c:pt idx="8147">
                  <c:v>6.6811999999999996</c:v>
                </c:pt>
                <c:pt idx="8148">
                  <c:v>6.7830000000000004</c:v>
                </c:pt>
                <c:pt idx="8149">
                  <c:v>6.7957799999999997</c:v>
                </c:pt>
                <c:pt idx="8150">
                  <c:v>6.7055699999999998</c:v>
                </c:pt>
                <c:pt idx="8151">
                  <c:v>6.3871599999999997</c:v>
                </c:pt>
                <c:pt idx="8152">
                  <c:v>6.1368400000000003</c:v>
                </c:pt>
                <c:pt idx="8153">
                  <c:v>6.22349</c:v>
                </c:pt>
                <c:pt idx="8154">
                  <c:v>6.4261600000000003</c:v>
                </c:pt>
                <c:pt idx="8155">
                  <c:v>6.7304500000000003</c:v>
                </c:pt>
                <c:pt idx="8156">
                  <c:v>6.9849500000000004</c:v>
                </c:pt>
                <c:pt idx="8157">
                  <c:v>7.1554900000000004</c:v>
                </c:pt>
                <c:pt idx="8158">
                  <c:v>7.3280399999999997</c:v>
                </c:pt>
                <c:pt idx="8159">
                  <c:v>7.0434599999999996</c:v>
                </c:pt>
                <c:pt idx="8160">
                  <c:v>6.5406000000000004</c:v>
                </c:pt>
                <c:pt idx="8161">
                  <c:v>6.3270799999999996</c:v>
                </c:pt>
                <c:pt idx="8162">
                  <c:v>6.7417499999999997</c:v>
                </c:pt>
                <c:pt idx="8163">
                  <c:v>7.1679000000000004</c:v>
                </c:pt>
                <c:pt idx="8164">
                  <c:v>6.9341900000000001</c:v>
                </c:pt>
                <c:pt idx="8165">
                  <c:v>6.9802299999999997</c:v>
                </c:pt>
                <c:pt idx="8166">
                  <c:v>7.2415399999999996</c:v>
                </c:pt>
                <c:pt idx="8167">
                  <c:v>7.32646</c:v>
                </c:pt>
                <c:pt idx="8168">
                  <c:v>7.2978300000000003</c:v>
                </c:pt>
                <c:pt idx="8169">
                  <c:v>6.9653099999999997</c:v>
                </c:pt>
                <c:pt idx="8170">
                  <c:v>6.4804599999999999</c:v>
                </c:pt>
                <c:pt idx="8171">
                  <c:v>6.3167099999999996</c:v>
                </c:pt>
                <c:pt idx="8172">
                  <c:v>6.4764200000000001</c:v>
                </c:pt>
                <c:pt idx="8173">
                  <c:v>6.6179100000000002</c:v>
                </c:pt>
                <c:pt idx="8174">
                  <c:v>6.7246800000000002</c:v>
                </c:pt>
                <c:pt idx="8175">
                  <c:v>7.2213200000000004</c:v>
                </c:pt>
                <c:pt idx="8176">
                  <c:v>7.7051499999999997</c:v>
                </c:pt>
                <c:pt idx="8177">
                  <c:v>7.8918200000000001</c:v>
                </c:pt>
                <c:pt idx="8178">
                  <c:v>7.9538900000000003</c:v>
                </c:pt>
                <c:pt idx="8179">
                  <c:v>7.71157</c:v>
                </c:pt>
                <c:pt idx="8180">
                  <c:v>7.2816799999999997</c:v>
                </c:pt>
                <c:pt idx="8181">
                  <c:v>6.9183599999999998</c:v>
                </c:pt>
                <c:pt idx="8182">
                  <c:v>7.0167599999999997</c:v>
                </c:pt>
                <c:pt idx="8183">
                  <c:v>7.2854400000000004</c:v>
                </c:pt>
                <c:pt idx="8184">
                  <c:v>7.4853699999999996</c:v>
                </c:pt>
                <c:pt idx="8185">
                  <c:v>7.6255499999999996</c:v>
                </c:pt>
                <c:pt idx="8186">
                  <c:v>7.4321999999999999</c:v>
                </c:pt>
                <c:pt idx="8187">
                  <c:v>7.1276700000000002</c:v>
                </c:pt>
                <c:pt idx="8188">
                  <c:v>6.9554</c:v>
                </c:pt>
                <c:pt idx="8189">
                  <c:v>6.7972700000000001</c:v>
                </c:pt>
                <c:pt idx="8190">
                  <c:v>6.9011300000000002</c:v>
                </c:pt>
                <c:pt idx="8191">
                  <c:v>6.9157299999999999</c:v>
                </c:pt>
                <c:pt idx="8192">
                  <c:v>6.8433400000000004</c:v>
                </c:pt>
                <c:pt idx="8193">
                  <c:v>6.9022100000000002</c:v>
                </c:pt>
                <c:pt idx="8194">
                  <c:v>7.3081500000000004</c:v>
                </c:pt>
                <c:pt idx="8195">
                  <c:v>7.4122199999999996</c:v>
                </c:pt>
                <c:pt idx="8196">
                  <c:v>7.1064999999999996</c:v>
                </c:pt>
                <c:pt idx="8197">
                  <c:v>6.6974299999999998</c:v>
                </c:pt>
                <c:pt idx="8198">
                  <c:v>6.6981200000000003</c:v>
                </c:pt>
                <c:pt idx="8199">
                  <c:v>6.9453500000000004</c:v>
                </c:pt>
                <c:pt idx="8200">
                  <c:v>7.0848000000000004</c:v>
                </c:pt>
                <c:pt idx="8201">
                  <c:v>7.3214100000000002</c:v>
                </c:pt>
                <c:pt idx="8202">
                  <c:v>7.6776999999999997</c:v>
                </c:pt>
                <c:pt idx="8203">
                  <c:v>7.3964100000000004</c:v>
                </c:pt>
                <c:pt idx="8204">
                  <c:v>7.1429799999999997</c:v>
                </c:pt>
                <c:pt idx="8205">
                  <c:v>7.3289900000000001</c:v>
                </c:pt>
                <c:pt idx="8206">
                  <c:v>7.3719599999999996</c:v>
                </c:pt>
                <c:pt idx="8207">
                  <c:v>7.3540099999999997</c:v>
                </c:pt>
                <c:pt idx="8208">
                  <c:v>7.0836800000000002</c:v>
                </c:pt>
                <c:pt idx="8209">
                  <c:v>6.6693800000000003</c:v>
                </c:pt>
                <c:pt idx="8210">
                  <c:v>6.5544399999999996</c:v>
                </c:pt>
                <c:pt idx="8211">
                  <c:v>6.8309300000000004</c:v>
                </c:pt>
                <c:pt idx="8212">
                  <c:v>7.2647500000000003</c:v>
                </c:pt>
                <c:pt idx="8213">
                  <c:v>7.5732400000000002</c:v>
                </c:pt>
                <c:pt idx="8214">
                  <c:v>7.4358300000000002</c:v>
                </c:pt>
                <c:pt idx="8215">
                  <c:v>7.1452600000000004</c:v>
                </c:pt>
                <c:pt idx="8216">
                  <c:v>7.2038900000000003</c:v>
                </c:pt>
                <c:pt idx="8217">
                  <c:v>7.05654</c:v>
                </c:pt>
                <c:pt idx="8218">
                  <c:v>6.9016900000000003</c:v>
                </c:pt>
                <c:pt idx="8219">
                  <c:v>7.1992700000000003</c:v>
                </c:pt>
                <c:pt idx="8220">
                  <c:v>7.26112</c:v>
                </c:pt>
                <c:pt idx="8221">
                  <c:v>6.9809200000000002</c:v>
                </c:pt>
                <c:pt idx="8222">
                  <c:v>6.6937199999999999</c:v>
                </c:pt>
                <c:pt idx="8223">
                  <c:v>6.7292899999999998</c:v>
                </c:pt>
                <c:pt idx="8224">
                  <c:v>7.0218100000000003</c:v>
                </c:pt>
                <c:pt idx="8225">
                  <c:v>7.3201999999999998</c:v>
                </c:pt>
                <c:pt idx="8226">
                  <c:v>7.4954700000000001</c:v>
                </c:pt>
                <c:pt idx="8227">
                  <c:v>7.4524800000000004</c:v>
                </c:pt>
                <c:pt idx="8228">
                  <c:v>7.1097099999999998</c:v>
                </c:pt>
                <c:pt idx="8229">
                  <c:v>6.8637100000000002</c:v>
                </c:pt>
                <c:pt idx="8230">
                  <c:v>6.45939</c:v>
                </c:pt>
                <c:pt idx="8231">
                  <c:v>6.29312</c:v>
                </c:pt>
                <c:pt idx="8232">
                  <c:v>6.4352600000000004</c:v>
                </c:pt>
                <c:pt idx="8233">
                  <c:v>6.3861800000000004</c:v>
                </c:pt>
                <c:pt idx="8234">
                  <c:v>6.1348900000000004</c:v>
                </c:pt>
                <c:pt idx="8235">
                  <c:v>6.3877800000000002</c:v>
                </c:pt>
                <c:pt idx="8236">
                  <c:v>6.9474400000000003</c:v>
                </c:pt>
                <c:pt idx="8237">
                  <c:v>7.1081000000000003</c:v>
                </c:pt>
                <c:pt idx="8238">
                  <c:v>7.0575400000000004</c:v>
                </c:pt>
                <c:pt idx="8239">
                  <c:v>6.9820000000000002</c:v>
                </c:pt>
                <c:pt idx="8240">
                  <c:v>7.1301199999999998</c:v>
                </c:pt>
                <c:pt idx="8241">
                  <c:v>7.3834900000000001</c:v>
                </c:pt>
                <c:pt idx="8242">
                  <c:v>7.5501100000000001</c:v>
                </c:pt>
                <c:pt idx="8243">
                  <c:v>7.6300999999999997</c:v>
                </c:pt>
                <c:pt idx="8244">
                  <c:v>7.5209200000000003</c:v>
                </c:pt>
                <c:pt idx="8245">
                  <c:v>7.6247999999999996</c:v>
                </c:pt>
                <c:pt idx="8246">
                  <c:v>7.7066699999999999</c:v>
                </c:pt>
                <c:pt idx="8247">
                  <c:v>7.3493599999999999</c:v>
                </c:pt>
                <c:pt idx="8248">
                  <c:v>7.1210000000000004</c:v>
                </c:pt>
                <c:pt idx="8249">
                  <c:v>7.55898</c:v>
                </c:pt>
                <c:pt idx="8250">
                  <c:v>7.68527</c:v>
                </c:pt>
                <c:pt idx="8251">
                  <c:v>7.3381299999999996</c:v>
                </c:pt>
                <c:pt idx="8252">
                  <c:v>6.8744199999999998</c:v>
                </c:pt>
                <c:pt idx="8253">
                  <c:v>6.6971600000000002</c:v>
                </c:pt>
                <c:pt idx="8254">
                  <c:v>6.7635100000000001</c:v>
                </c:pt>
                <c:pt idx="8255">
                  <c:v>7.0356800000000002</c:v>
                </c:pt>
                <c:pt idx="8256">
                  <c:v>6.8420399999999999</c:v>
                </c:pt>
                <c:pt idx="8257">
                  <c:v>6.7968999999999999</c:v>
                </c:pt>
                <c:pt idx="8258">
                  <c:v>6.72865</c:v>
                </c:pt>
                <c:pt idx="8259">
                  <c:v>6.3770199999999999</c:v>
                </c:pt>
                <c:pt idx="8260">
                  <c:v>6.2853399999999997</c:v>
                </c:pt>
                <c:pt idx="8261">
                  <c:v>6.7863600000000002</c:v>
                </c:pt>
                <c:pt idx="8262">
                  <c:v>7.2161799999999996</c:v>
                </c:pt>
                <c:pt idx="8263">
                  <c:v>7.2822100000000001</c:v>
                </c:pt>
                <c:pt idx="8264">
                  <c:v>7.5235500000000002</c:v>
                </c:pt>
                <c:pt idx="8265">
                  <c:v>7.6348599999999998</c:v>
                </c:pt>
                <c:pt idx="8266">
                  <c:v>7.4878900000000002</c:v>
                </c:pt>
                <c:pt idx="8267">
                  <c:v>7.3368700000000002</c:v>
                </c:pt>
                <c:pt idx="8268">
                  <c:v>7.4531400000000003</c:v>
                </c:pt>
                <c:pt idx="8269">
                  <c:v>7.4863099999999996</c:v>
                </c:pt>
                <c:pt idx="8270">
                  <c:v>7.15097</c:v>
                </c:pt>
                <c:pt idx="8271">
                  <c:v>6.5601799999999999</c:v>
                </c:pt>
                <c:pt idx="8272">
                  <c:v>6.2248599999999996</c:v>
                </c:pt>
                <c:pt idx="8273">
                  <c:v>6.3578799999999998</c:v>
                </c:pt>
                <c:pt idx="8274">
                  <c:v>6.6599000000000004</c:v>
                </c:pt>
                <c:pt idx="8275">
                  <c:v>6.8112199999999996</c:v>
                </c:pt>
                <c:pt idx="8276">
                  <c:v>6.9229900000000004</c:v>
                </c:pt>
                <c:pt idx="8277">
                  <c:v>6.9657799999999996</c:v>
                </c:pt>
                <c:pt idx="8278">
                  <c:v>6.7843200000000001</c:v>
                </c:pt>
                <c:pt idx="8279">
                  <c:v>6.8571900000000001</c:v>
                </c:pt>
                <c:pt idx="8280">
                  <c:v>7.2986399999999998</c:v>
                </c:pt>
                <c:pt idx="8281">
                  <c:v>7.1087999999999996</c:v>
                </c:pt>
                <c:pt idx="8282">
                  <c:v>6.7150499999999997</c:v>
                </c:pt>
                <c:pt idx="8283">
                  <c:v>6.9513600000000002</c:v>
                </c:pt>
                <c:pt idx="8284">
                  <c:v>6.8158300000000001</c:v>
                </c:pt>
                <c:pt idx="8285">
                  <c:v>6.47614</c:v>
                </c:pt>
                <c:pt idx="8286">
                  <c:v>6.57585</c:v>
                </c:pt>
                <c:pt idx="8287">
                  <c:v>6.5324900000000001</c:v>
                </c:pt>
                <c:pt idx="8288">
                  <c:v>6.3489599999999999</c:v>
                </c:pt>
                <c:pt idx="8289">
                  <c:v>6.4137700000000004</c:v>
                </c:pt>
                <c:pt idx="8290">
                  <c:v>6.3347100000000003</c:v>
                </c:pt>
                <c:pt idx="8291">
                  <c:v>6.41648</c:v>
                </c:pt>
                <c:pt idx="8292">
                  <c:v>6.68194</c:v>
                </c:pt>
                <c:pt idx="8293">
                  <c:v>6.7409100000000004</c:v>
                </c:pt>
                <c:pt idx="8294">
                  <c:v>7.0542400000000001</c:v>
                </c:pt>
                <c:pt idx="8295">
                  <c:v>7.1878299999999999</c:v>
                </c:pt>
                <c:pt idx="8296">
                  <c:v>7.0129000000000001</c:v>
                </c:pt>
                <c:pt idx="8297">
                  <c:v>7.2307499999999996</c:v>
                </c:pt>
                <c:pt idx="8298">
                  <c:v>7.1846899999999998</c:v>
                </c:pt>
                <c:pt idx="8299">
                  <c:v>6.7244400000000004</c:v>
                </c:pt>
                <c:pt idx="8300">
                  <c:v>6.4837600000000002</c:v>
                </c:pt>
                <c:pt idx="8301">
                  <c:v>6.4851299999999998</c:v>
                </c:pt>
                <c:pt idx="8302">
                  <c:v>6.7010500000000004</c:v>
                </c:pt>
                <c:pt idx="8303">
                  <c:v>7.04657</c:v>
                </c:pt>
                <c:pt idx="8304">
                  <c:v>7.4371099999999997</c:v>
                </c:pt>
                <c:pt idx="8305">
                  <c:v>7.4486499999999998</c:v>
                </c:pt>
                <c:pt idx="8306">
                  <c:v>7.1327699999999998</c:v>
                </c:pt>
                <c:pt idx="8307">
                  <c:v>6.8055599999999998</c:v>
                </c:pt>
                <c:pt idx="8308">
                  <c:v>6.7379300000000004</c:v>
                </c:pt>
                <c:pt idx="8309">
                  <c:v>6.6174200000000001</c:v>
                </c:pt>
                <c:pt idx="8310">
                  <c:v>6.5222100000000003</c:v>
                </c:pt>
                <c:pt idx="8311">
                  <c:v>6.9147600000000002</c:v>
                </c:pt>
                <c:pt idx="8312">
                  <c:v>7.1766399999999999</c:v>
                </c:pt>
                <c:pt idx="8313">
                  <c:v>7.0777999999999999</c:v>
                </c:pt>
                <c:pt idx="8314">
                  <c:v>7.0706600000000002</c:v>
                </c:pt>
                <c:pt idx="8315">
                  <c:v>7.0989699999999996</c:v>
                </c:pt>
                <c:pt idx="8316">
                  <c:v>7.2092799999999997</c:v>
                </c:pt>
                <c:pt idx="8317">
                  <c:v>7.39459</c:v>
                </c:pt>
                <c:pt idx="8318">
                  <c:v>7.2426899999999996</c:v>
                </c:pt>
                <c:pt idx="8319">
                  <c:v>6.9631100000000004</c:v>
                </c:pt>
                <c:pt idx="8320">
                  <c:v>7.0602200000000002</c:v>
                </c:pt>
                <c:pt idx="8321">
                  <c:v>7.1405200000000004</c:v>
                </c:pt>
                <c:pt idx="8322">
                  <c:v>6.8555099999999998</c:v>
                </c:pt>
                <c:pt idx="8323">
                  <c:v>6.6854899999999997</c:v>
                </c:pt>
                <c:pt idx="8324">
                  <c:v>6.9065599999999998</c:v>
                </c:pt>
                <c:pt idx="8325">
                  <c:v>7.2247000000000003</c:v>
                </c:pt>
                <c:pt idx="8326">
                  <c:v>7.3144400000000003</c:v>
                </c:pt>
                <c:pt idx="8327">
                  <c:v>7.5539699999999996</c:v>
                </c:pt>
                <c:pt idx="8328">
                  <c:v>7.3197400000000004</c:v>
                </c:pt>
                <c:pt idx="8329">
                  <c:v>6.9833800000000004</c:v>
                </c:pt>
                <c:pt idx="8330">
                  <c:v>6.9592599999999996</c:v>
                </c:pt>
                <c:pt idx="8331">
                  <c:v>6.9099700000000004</c:v>
                </c:pt>
                <c:pt idx="8332">
                  <c:v>6.8653700000000004</c:v>
                </c:pt>
                <c:pt idx="8333">
                  <c:v>6.5034099999999997</c:v>
                </c:pt>
                <c:pt idx="8334">
                  <c:v>6.2773500000000002</c:v>
                </c:pt>
                <c:pt idx="8335">
                  <c:v>6.4529800000000002</c:v>
                </c:pt>
                <c:pt idx="8336">
                  <c:v>6.9465399999999997</c:v>
                </c:pt>
                <c:pt idx="8337">
                  <c:v>7.1196799999999998</c:v>
                </c:pt>
                <c:pt idx="8338">
                  <c:v>7.0864399999999996</c:v>
                </c:pt>
                <c:pt idx="8339">
                  <c:v>7.1500399999999997</c:v>
                </c:pt>
                <c:pt idx="8340">
                  <c:v>7.1918499999999996</c:v>
                </c:pt>
                <c:pt idx="8341">
                  <c:v>7.2666500000000003</c:v>
                </c:pt>
                <c:pt idx="8342">
                  <c:v>7.2663500000000001</c:v>
                </c:pt>
                <c:pt idx="8343">
                  <c:v>7.0855899999999998</c:v>
                </c:pt>
                <c:pt idx="8344">
                  <c:v>6.7356600000000002</c:v>
                </c:pt>
                <c:pt idx="8345">
                  <c:v>6.5179600000000004</c:v>
                </c:pt>
                <c:pt idx="8346">
                  <c:v>6.4846199999999996</c:v>
                </c:pt>
                <c:pt idx="8347">
                  <c:v>6.8027699999999998</c:v>
                </c:pt>
                <c:pt idx="8348">
                  <c:v>6.7606299999999999</c:v>
                </c:pt>
                <c:pt idx="8349">
                  <c:v>6.8799700000000001</c:v>
                </c:pt>
                <c:pt idx="8350">
                  <c:v>6.9640399999999998</c:v>
                </c:pt>
                <c:pt idx="8351">
                  <c:v>7.0344899999999999</c:v>
                </c:pt>
                <c:pt idx="8352">
                  <c:v>7.0845599999999997</c:v>
                </c:pt>
                <c:pt idx="8353">
                  <c:v>6.79739</c:v>
                </c:pt>
                <c:pt idx="8354">
                  <c:v>6.56013</c:v>
                </c:pt>
                <c:pt idx="8355">
                  <c:v>6.4709899999999996</c:v>
                </c:pt>
                <c:pt idx="8356">
                  <c:v>6.4570499999999997</c:v>
                </c:pt>
                <c:pt idx="8357">
                  <c:v>6.5937599999999996</c:v>
                </c:pt>
                <c:pt idx="8358">
                  <c:v>6.7478300000000004</c:v>
                </c:pt>
                <c:pt idx="8359">
                  <c:v>6.5608899999999997</c:v>
                </c:pt>
                <c:pt idx="8360">
                  <c:v>6.3517400000000004</c:v>
                </c:pt>
                <c:pt idx="8361">
                  <c:v>6.6924299999999999</c:v>
                </c:pt>
                <c:pt idx="8362">
                  <c:v>6.6538300000000001</c:v>
                </c:pt>
                <c:pt idx="8363">
                  <c:v>6.6378300000000001</c:v>
                </c:pt>
                <c:pt idx="8364">
                  <c:v>7.08596</c:v>
                </c:pt>
                <c:pt idx="8365">
                  <c:v>7.1095100000000002</c:v>
                </c:pt>
                <c:pt idx="8366">
                  <c:v>6.5986099999999999</c:v>
                </c:pt>
                <c:pt idx="8367">
                  <c:v>6.0608899999999997</c:v>
                </c:pt>
                <c:pt idx="8368">
                  <c:v>6.0078100000000001</c:v>
                </c:pt>
                <c:pt idx="8369">
                  <c:v>6.0590000000000002</c:v>
                </c:pt>
                <c:pt idx="8370">
                  <c:v>6.1990999999999996</c:v>
                </c:pt>
                <c:pt idx="8371">
                  <c:v>6.7345300000000003</c:v>
                </c:pt>
                <c:pt idx="8372">
                  <c:v>7.0643099999999999</c:v>
                </c:pt>
                <c:pt idx="8373">
                  <c:v>6.9531999999999998</c:v>
                </c:pt>
                <c:pt idx="8374">
                  <c:v>6.8964100000000004</c:v>
                </c:pt>
                <c:pt idx="8375">
                  <c:v>6.8313199999999998</c:v>
                </c:pt>
                <c:pt idx="8376">
                  <c:v>6.6764900000000003</c:v>
                </c:pt>
                <c:pt idx="8377">
                  <c:v>6.8262</c:v>
                </c:pt>
                <c:pt idx="8378">
                  <c:v>7.2240500000000001</c:v>
                </c:pt>
                <c:pt idx="8379">
                  <c:v>7.5818399999999997</c:v>
                </c:pt>
                <c:pt idx="8380">
                  <c:v>7.70566</c:v>
                </c:pt>
                <c:pt idx="8381">
                  <c:v>7.6637700000000004</c:v>
                </c:pt>
                <c:pt idx="8382">
                  <c:v>7.6588599999999998</c:v>
                </c:pt>
                <c:pt idx="8383">
                  <c:v>7.6838199999999999</c:v>
                </c:pt>
                <c:pt idx="8384">
                  <c:v>7.5365500000000001</c:v>
                </c:pt>
                <c:pt idx="8385">
                  <c:v>7.4072300000000002</c:v>
                </c:pt>
                <c:pt idx="8386">
                  <c:v>7.2557700000000001</c:v>
                </c:pt>
                <c:pt idx="8387">
                  <c:v>7.0992199999999999</c:v>
                </c:pt>
                <c:pt idx="8388">
                  <c:v>6.7931400000000002</c:v>
                </c:pt>
                <c:pt idx="8389">
                  <c:v>6.62622</c:v>
                </c:pt>
                <c:pt idx="8390">
                  <c:v>6.75413</c:v>
                </c:pt>
                <c:pt idx="8391">
                  <c:v>7.1144699999999998</c:v>
                </c:pt>
                <c:pt idx="8392">
                  <c:v>7.4086499999999997</c:v>
                </c:pt>
                <c:pt idx="8393">
                  <c:v>7.2778200000000002</c:v>
                </c:pt>
                <c:pt idx="8394">
                  <c:v>7.0476000000000001</c:v>
                </c:pt>
                <c:pt idx="8395">
                  <c:v>7.1002599999999996</c:v>
                </c:pt>
                <c:pt idx="8396">
                  <c:v>7.1635200000000001</c:v>
                </c:pt>
                <c:pt idx="8397">
                  <c:v>6.8856200000000003</c:v>
                </c:pt>
                <c:pt idx="8398">
                  <c:v>6.7701799999999999</c:v>
                </c:pt>
                <c:pt idx="8399">
                  <c:v>6.8151599999999997</c:v>
                </c:pt>
                <c:pt idx="8400">
                  <c:v>7.1760799999999998</c:v>
                </c:pt>
                <c:pt idx="8401">
                  <c:v>7.5396400000000003</c:v>
                </c:pt>
                <c:pt idx="8402">
                  <c:v>7.5191499999999998</c:v>
                </c:pt>
                <c:pt idx="8403">
                  <c:v>7.3983299999999996</c:v>
                </c:pt>
                <c:pt idx="8404">
                  <c:v>7.1430300000000004</c:v>
                </c:pt>
                <c:pt idx="8405">
                  <c:v>7.1139799999999997</c:v>
                </c:pt>
                <c:pt idx="8406">
                  <c:v>7.43126</c:v>
                </c:pt>
                <c:pt idx="8407">
                  <c:v>7.5923800000000004</c:v>
                </c:pt>
                <c:pt idx="8408">
                  <c:v>7.3658799999999998</c:v>
                </c:pt>
                <c:pt idx="8409">
                  <c:v>7.0852300000000001</c:v>
                </c:pt>
                <c:pt idx="8410">
                  <c:v>6.8613900000000001</c:v>
                </c:pt>
                <c:pt idx="8411">
                  <c:v>6.9663199999999996</c:v>
                </c:pt>
                <c:pt idx="8412">
                  <c:v>6.9461700000000004</c:v>
                </c:pt>
                <c:pt idx="8413">
                  <c:v>6.9083199999999998</c:v>
                </c:pt>
                <c:pt idx="8414">
                  <c:v>7.2040899999999999</c:v>
                </c:pt>
                <c:pt idx="8415">
                  <c:v>7.2781399999999996</c:v>
                </c:pt>
                <c:pt idx="8416">
                  <c:v>7.1774699999999996</c:v>
                </c:pt>
                <c:pt idx="8417">
                  <c:v>6.9141500000000002</c:v>
                </c:pt>
                <c:pt idx="8418">
                  <c:v>6.9019199999999996</c:v>
                </c:pt>
                <c:pt idx="8419">
                  <c:v>7.0065400000000002</c:v>
                </c:pt>
                <c:pt idx="8420">
                  <c:v>7.2626499999999998</c:v>
                </c:pt>
                <c:pt idx="8421">
                  <c:v>7.2522000000000002</c:v>
                </c:pt>
                <c:pt idx="8422">
                  <c:v>7.1584300000000001</c:v>
                </c:pt>
                <c:pt idx="8423">
                  <c:v>6.9152300000000002</c:v>
                </c:pt>
                <c:pt idx="8424">
                  <c:v>6.5212300000000001</c:v>
                </c:pt>
                <c:pt idx="8425">
                  <c:v>6.2350899999999996</c:v>
                </c:pt>
                <c:pt idx="8426">
                  <c:v>6.03681</c:v>
                </c:pt>
                <c:pt idx="8427">
                  <c:v>5.77705</c:v>
                </c:pt>
                <c:pt idx="8428">
                  <c:v>5.4426600000000001</c:v>
                </c:pt>
                <c:pt idx="8429">
                  <c:v>5.9047000000000001</c:v>
                </c:pt>
                <c:pt idx="8430">
                  <c:v>6.6222500000000002</c:v>
                </c:pt>
                <c:pt idx="8431">
                  <c:v>6.6857199999999999</c:v>
                </c:pt>
                <c:pt idx="8432">
                  <c:v>6.4777300000000002</c:v>
                </c:pt>
                <c:pt idx="8433">
                  <c:v>6.8004499999999997</c:v>
                </c:pt>
                <c:pt idx="8434">
                  <c:v>7.0057099999999997</c:v>
                </c:pt>
                <c:pt idx="8435">
                  <c:v>6.8942100000000002</c:v>
                </c:pt>
                <c:pt idx="8436">
                  <c:v>6.8354999999999997</c:v>
                </c:pt>
                <c:pt idx="8437">
                  <c:v>6.7726300000000004</c:v>
                </c:pt>
                <c:pt idx="8438">
                  <c:v>6.6414799999999996</c:v>
                </c:pt>
                <c:pt idx="8439">
                  <c:v>6.7984900000000001</c:v>
                </c:pt>
                <c:pt idx="8440">
                  <c:v>7.0642199999999997</c:v>
                </c:pt>
                <c:pt idx="8441">
                  <c:v>6.9407300000000003</c:v>
                </c:pt>
                <c:pt idx="8442">
                  <c:v>6.7706999999999997</c:v>
                </c:pt>
                <c:pt idx="8443">
                  <c:v>6.96211</c:v>
                </c:pt>
                <c:pt idx="8444">
                  <c:v>7.0735400000000004</c:v>
                </c:pt>
                <c:pt idx="8445">
                  <c:v>6.70336</c:v>
                </c:pt>
                <c:pt idx="8446">
                  <c:v>6.4704499999999996</c:v>
                </c:pt>
                <c:pt idx="8447">
                  <c:v>6.6654</c:v>
                </c:pt>
                <c:pt idx="8448">
                  <c:v>6.8708099999999996</c:v>
                </c:pt>
                <c:pt idx="8449">
                  <c:v>7.0119600000000002</c:v>
                </c:pt>
                <c:pt idx="8450">
                  <c:v>7.0154300000000003</c:v>
                </c:pt>
                <c:pt idx="8451">
                  <c:v>6.8754999999999997</c:v>
                </c:pt>
                <c:pt idx="8452">
                  <c:v>6.8928099999999999</c:v>
                </c:pt>
                <c:pt idx="8453">
                  <c:v>6.9206099999999999</c:v>
                </c:pt>
                <c:pt idx="8454">
                  <c:v>6.9289500000000004</c:v>
                </c:pt>
                <c:pt idx="8455">
                  <c:v>7.0263999999999998</c:v>
                </c:pt>
                <c:pt idx="8456">
                  <c:v>7.0761900000000004</c:v>
                </c:pt>
                <c:pt idx="8457">
                  <c:v>6.7783800000000003</c:v>
                </c:pt>
                <c:pt idx="8458">
                  <c:v>6.7132699999999996</c:v>
                </c:pt>
                <c:pt idx="8459">
                  <c:v>6.8790899999999997</c:v>
                </c:pt>
                <c:pt idx="8460">
                  <c:v>6.8187899999999999</c:v>
                </c:pt>
                <c:pt idx="8461">
                  <c:v>6.7598399999999996</c:v>
                </c:pt>
                <c:pt idx="8462">
                  <c:v>7.0120800000000001</c:v>
                </c:pt>
                <c:pt idx="8463">
                  <c:v>7.4536699999999998</c:v>
                </c:pt>
                <c:pt idx="8464">
                  <c:v>8.0749700000000004</c:v>
                </c:pt>
                <c:pt idx="8465">
                  <c:v>8.2369699999999995</c:v>
                </c:pt>
                <c:pt idx="8466">
                  <c:v>8.2802600000000002</c:v>
                </c:pt>
                <c:pt idx="8467">
                  <c:v>8.1535600000000006</c:v>
                </c:pt>
                <c:pt idx="8468">
                  <c:v>7.9828900000000003</c:v>
                </c:pt>
                <c:pt idx="8469">
                  <c:v>7.7246699999999997</c:v>
                </c:pt>
                <c:pt idx="8470">
                  <c:v>7.3967799999999997</c:v>
                </c:pt>
                <c:pt idx="8471">
                  <c:v>7.3608200000000004</c:v>
                </c:pt>
                <c:pt idx="8472">
                  <c:v>7.5365900000000003</c:v>
                </c:pt>
                <c:pt idx="8473">
                  <c:v>7.6116799999999998</c:v>
                </c:pt>
                <c:pt idx="8474">
                  <c:v>7.3846100000000003</c:v>
                </c:pt>
                <c:pt idx="8475">
                  <c:v>7.3440599999999998</c:v>
                </c:pt>
                <c:pt idx="8476">
                  <c:v>7.4967499999999996</c:v>
                </c:pt>
                <c:pt idx="8477">
                  <c:v>7.1203799999999999</c:v>
                </c:pt>
                <c:pt idx="8478">
                  <c:v>6.8025799999999998</c:v>
                </c:pt>
                <c:pt idx="8479">
                  <c:v>6.5008400000000002</c:v>
                </c:pt>
                <c:pt idx="8480">
                  <c:v>6.6280200000000002</c:v>
                </c:pt>
                <c:pt idx="8481">
                  <c:v>6.8691199999999997</c:v>
                </c:pt>
                <c:pt idx="8482">
                  <c:v>6.86897</c:v>
                </c:pt>
                <c:pt idx="8483">
                  <c:v>6.9656399999999996</c:v>
                </c:pt>
                <c:pt idx="8484">
                  <c:v>6.9849399999999999</c:v>
                </c:pt>
                <c:pt idx="8485">
                  <c:v>7.1248699999999996</c:v>
                </c:pt>
                <c:pt idx="8486">
                  <c:v>7.4109100000000003</c:v>
                </c:pt>
                <c:pt idx="8487">
                  <c:v>7.1950000000000003</c:v>
                </c:pt>
                <c:pt idx="8488">
                  <c:v>6.8015600000000003</c:v>
                </c:pt>
                <c:pt idx="8489">
                  <c:v>6.8637499999999996</c:v>
                </c:pt>
                <c:pt idx="8490">
                  <c:v>6.9707699999999999</c:v>
                </c:pt>
                <c:pt idx="8491">
                  <c:v>6.87148</c:v>
                </c:pt>
                <c:pt idx="8492">
                  <c:v>6.8317500000000004</c:v>
                </c:pt>
                <c:pt idx="8493">
                  <c:v>6.6295400000000004</c:v>
                </c:pt>
                <c:pt idx="8494">
                  <c:v>6.87385</c:v>
                </c:pt>
                <c:pt idx="8495">
                  <c:v>7.3872200000000001</c:v>
                </c:pt>
                <c:pt idx="8496">
                  <c:v>7.4439599999999997</c:v>
                </c:pt>
                <c:pt idx="8497">
                  <c:v>7.0076400000000003</c:v>
                </c:pt>
                <c:pt idx="8498">
                  <c:v>6.6065399999999999</c:v>
                </c:pt>
                <c:pt idx="8499">
                  <c:v>6.9310900000000002</c:v>
                </c:pt>
                <c:pt idx="8500">
                  <c:v>7.5407099999999998</c:v>
                </c:pt>
                <c:pt idx="8501">
                  <c:v>7.6920999999999999</c:v>
                </c:pt>
                <c:pt idx="8502">
                  <c:v>7.5850400000000002</c:v>
                </c:pt>
                <c:pt idx="8503">
                  <c:v>7.4709099999999999</c:v>
                </c:pt>
                <c:pt idx="8504">
                  <c:v>7.3116899999999996</c:v>
                </c:pt>
                <c:pt idx="8505">
                  <c:v>7.6032299999999999</c:v>
                </c:pt>
                <c:pt idx="8506">
                  <c:v>7.9142999999999999</c:v>
                </c:pt>
                <c:pt idx="8507">
                  <c:v>7.6056600000000003</c:v>
                </c:pt>
                <c:pt idx="8508">
                  <c:v>7.1716800000000003</c:v>
                </c:pt>
                <c:pt idx="8509">
                  <c:v>6.5992300000000004</c:v>
                </c:pt>
                <c:pt idx="8510">
                  <c:v>6.2770900000000003</c:v>
                </c:pt>
                <c:pt idx="8511">
                  <c:v>6.4669400000000001</c:v>
                </c:pt>
                <c:pt idx="8512">
                  <c:v>6.7323300000000001</c:v>
                </c:pt>
                <c:pt idx="8513">
                  <c:v>7.1714200000000003</c:v>
                </c:pt>
                <c:pt idx="8514">
                  <c:v>7.2678500000000001</c:v>
                </c:pt>
                <c:pt idx="8515">
                  <c:v>7.2490899999999998</c:v>
                </c:pt>
                <c:pt idx="8516">
                  <c:v>7.27311</c:v>
                </c:pt>
                <c:pt idx="8517">
                  <c:v>6.9779400000000003</c:v>
                </c:pt>
                <c:pt idx="8518">
                  <c:v>7.16465</c:v>
                </c:pt>
                <c:pt idx="8519">
                  <c:v>7.5305299999999997</c:v>
                </c:pt>
                <c:pt idx="8520">
                  <c:v>7.6458000000000004</c:v>
                </c:pt>
                <c:pt idx="8521">
                  <c:v>7.24186</c:v>
                </c:pt>
                <c:pt idx="8522">
                  <c:v>6.9745499999999998</c:v>
                </c:pt>
                <c:pt idx="8523">
                  <c:v>6.8039100000000001</c:v>
                </c:pt>
                <c:pt idx="8524">
                  <c:v>6.8090400000000004</c:v>
                </c:pt>
                <c:pt idx="8525">
                  <c:v>6.8051899999999996</c:v>
                </c:pt>
                <c:pt idx="8526">
                  <c:v>6.48508</c:v>
                </c:pt>
                <c:pt idx="8527">
                  <c:v>6.4038199999999996</c:v>
                </c:pt>
                <c:pt idx="8528">
                  <c:v>6.5194799999999997</c:v>
                </c:pt>
                <c:pt idx="8529">
                  <c:v>6.9684400000000002</c:v>
                </c:pt>
                <c:pt idx="8530">
                  <c:v>7.2297000000000002</c:v>
                </c:pt>
                <c:pt idx="8531">
                  <c:v>7.1848200000000002</c:v>
                </c:pt>
                <c:pt idx="8532">
                  <c:v>7.3801399999999999</c:v>
                </c:pt>
                <c:pt idx="8533">
                  <c:v>7.3868999999999998</c:v>
                </c:pt>
                <c:pt idx="8534">
                  <c:v>7.4131400000000003</c:v>
                </c:pt>
                <c:pt idx="8535">
                  <c:v>7.4193100000000003</c:v>
                </c:pt>
                <c:pt idx="8536">
                  <c:v>7.2054200000000002</c:v>
                </c:pt>
                <c:pt idx="8537">
                  <c:v>7.2331700000000003</c:v>
                </c:pt>
                <c:pt idx="8538">
                  <c:v>7.3544</c:v>
                </c:pt>
                <c:pt idx="8539">
                  <c:v>7.3182400000000003</c:v>
                </c:pt>
                <c:pt idx="8540">
                  <c:v>7.26783</c:v>
                </c:pt>
                <c:pt idx="8541">
                  <c:v>7.1213100000000003</c:v>
                </c:pt>
                <c:pt idx="8542">
                  <c:v>7.0125900000000003</c:v>
                </c:pt>
                <c:pt idx="8543">
                  <c:v>6.9071800000000003</c:v>
                </c:pt>
                <c:pt idx="8544">
                  <c:v>6.8307200000000003</c:v>
                </c:pt>
                <c:pt idx="8545">
                  <c:v>6.6821700000000002</c:v>
                </c:pt>
                <c:pt idx="8546">
                  <c:v>7.0191499999999998</c:v>
                </c:pt>
                <c:pt idx="8547">
                  <c:v>7.0812600000000003</c:v>
                </c:pt>
                <c:pt idx="8548">
                  <c:v>6.8924500000000002</c:v>
                </c:pt>
                <c:pt idx="8549">
                  <c:v>6.8693299999999997</c:v>
                </c:pt>
                <c:pt idx="8550">
                  <c:v>6.8251999999999997</c:v>
                </c:pt>
                <c:pt idx="8551">
                  <c:v>6.9843799999999998</c:v>
                </c:pt>
                <c:pt idx="8552">
                  <c:v>7.2325900000000001</c:v>
                </c:pt>
                <c:pt idx="8553">
                  <c:v>7.1746600000000003</c:v>
                </c:pt>
                <c:pt idx="8554">
                  <c:v>7.0430000000000001</c:v>
                </c:pt>
                <c:pt idx="8555">
                  <c:v>6.7615299999999996</c:v>
                </c:pt>
                <c:pt idx="8556">
                  <c:v>6.6375400000000004</c:v>
                </c:pt>
                <c:pt idx="8557">
                  <c:v>6.9418199999999999</c:v>
                </c:pt>
                <c:pt idx="8558">
                  <c:v>7.2346599999999999</c:v>
                </c:pt>
                <c:pt idx="8559">
                  <c:v>7.4222200000000003</c:v>
                </c:pt>
                <c:pt idx="8560">
                  <c:v>7.4331699999999996</c:v>
                </c:pt>
                <c:pt idx="8561">
                  <c:v>7.3010099999999998</c:v>
                </c:pt>
                <c:pt idx="8562">
                  <c:v>7.3626399999999999</c:v>
                </c:pt>
                <c:pt idx="8563">
                  <c:v>7.23644</c:v>
                </c:pt>
                <c:pt idx="8564">
                  <c:v>7.2534599999999996</c:v>
                </c:pt>
                <c:pt idx="8565">
                  <c:v>7.5249199999999998</c:v>
                </c:pt>
                <c:pt idx="8566">
                  <c:v>7.5987200000000001</c:v>
                </c:pt>
                <c:pt idx="8567">
                  <c:v>7.6979600000000001</c:v>
                </c:pt>
                <c:pt idx="8568">
                  <c:v>7.6620600000000003</c:v>
                </c:pt>
                <c:pt idx="8569">
                  <c:v>7.6832799999999999</c:v>
                </c:pt>
                <c:pt idx="8570">
                  <c:v>7.4856100000000003</c:v>
                </c:pt>
                <c:pt idx="8571">
                  <c:v>7.33657</c:v>
                </c:pt>
                <c:pt idx="8572">
                  <c:v>7.2682799999999999</c:v>
                </c:pt>
                <c:pt idx="8573">
                  <c:v>7.2171500000000002</c:v>
                </c:pt>
                <c:pt idx="8574">
                  <c:v>7.2233000000000001</c:v>
                </c:pt>
                <c:pt idx="8575">
                  <c:v>7.1092000000000004</c:v>
                </c:pt>
                <c:pt idx="8576">
                  <c:v>7.2091700000000003</c:v>
                </c:pt>
                <c:pt idx="8577">
                  <c:v>7.3551200000000003</c:v>
                </c:pt>
                <c:pt idx="8578">
                  <c:v>7.71434</c:v>
                </c:pt>
                <c:pt idx="8579">
                  <c:v>8.0088299999999997</c:v>
                </c:pt>
                <c:pt idx="8580">
                  <c:v>8.0722299999999994</c:v>
                </c:pt>
                <c:pt idx="8581">
                  <c:v>7.9964000000000004</c:v>
                </c:pt>
                <c:pt idx="8582">
                  <c:v>8.0106999999999999</c:v>
                </c:pt>
                <c:pt idx="8583">
                  <c:v>7.8414000000000001</c:v>
                </c:pt>
                <c:pt idx="8584">
                  <c:v>7.4870900000000002</c:v>
                </c:pt>
                <c:pt idx="8585">
                  <c:v>7.5339600000000004</c:v>
                </c:pt>
                <c:pt idx="8586">
                  <c:v>7.5272100000000002</c:v>
                </c:pt>
                <c:pt idx="8587">
                  <c:v>7.2030000000000003</c:v>
                </c:pt>
                <c:pt idx="8588">
                  <c:v>7.1516900000000003</c:v>
                </c:pt>
                <c:pt idx="8589">
                  <c:v>7.1696600000000004</c:v>
                </c:pt>
                <c:pt idx="8590">
                  <c:v>7.0136700000000003</c:v>
                </c:pt>
                <c:pt idx="8591">
                  <c:v>6.8859500000000002</c:v>
                </c:pt>
                <c:pt idx="8592">
                  <c:v>7.0986399999999996</c:v>
                </c:pt>
                <c:pt idx="8593">
                  <c:v>7.3544200000000002</c:v>
                </c:pt>
                <c:pt idx="8594">
                  <c:v>7.4522399999999998</c:v>
                </c:pt>
                <c:pt idx="8595">
                  <c:v>7.23529</c:v>
                </c:pt>
                <c:pt idx="8596">
                  <c:v>6.9212699999999998</c:v>
                </c:pt>
                <c:pt idx="8597">
                  <c:v>7.0445799999999998</c:v>
                </c:pt>
                <c:pt idx="8598">
                  <c:v>7.03613</c:v>
                </c:pt>
                <c:pt idx="8599">
                  <c:v>6.8811400000000003</c:v>
                </c:pt>
                <c:pt idx="8600">
                  <c:v>6.8908500000000004</c:v>
                </c:pt>
                <c:pt idx="8601">
                  <c:v>6.9054500000000001</c:v>
                </c:pt>
                <c:pt idx="8602">
                  <c:v>6.7547800000000002</c:v>
                </c:pt>
                <c:pt idx="8603">
                  <c:v>6.6023300000000003</c:v>
                </c:pt>
                <c:pt idx="8604">
                  <c:v>6.3618100000000002</c:v>
                </c:pt>
                <c:pt idx="8605">
                  <c:v>6.1574</c:v>
                </c:pt>
                <c:pt idx="8606">
                  <c:v>6.05966</c:v>
                </c:pt>
                <c:pt idx="8607">
                  <c:v>6.5461</c:v>
                </c:pt>
                <c:pt idx="8608">
                  <c:v>6.8249899999999997</c:v>
                </c:pt>
                <c:pt idx="8609">
                  <c:v>7.0415299999999998</c:v>
                </c:pt>
                <c:pt idx="8610">
                  <c:v>7.1379099999999998</c:v>
                </c:pt>
                <c:pt idx="8611">
                  <c:v>7.3268199999999997</c:v>
                </c:pt>
                <c:pt idx="8612">
                  <c:v>7.6190899999999999</c:v>
                </c:pt>
                <c:pt idx="8613">
                  <c:v>7.5198200000000002</c:v>
                </c:pt>
                <c:pt idx="8614">
                  <c:v>7.2745899999999999</c:v>
                </c:pt>
                <c:pt idx="8615">
                  <c:v>7.29514</c:v>
                </c:pt>
                <c:pt idx="8616">
                  <c:v>7.3055899999999996</c:v>
                </c:pt>
                <c:pt idx="8617">
                  <c:v>6.9720300000000002</c:v>
                </c:pt>
                <c:pt idx="8618">
                  <c:v>6.6999500000000003</c:v>
                </c:pt>
                <c:pt idx="8619">
                  <c:v>6.5583200000000001</c:v>
                </c:pt>
                <c:pt idx="8620">
                  <c:v>6.6916799999999999</c:v>
                </c:pt>
                <c:pt idx="8621">
                  <c:v>6.78972</c:v>
                </c:pt>
                <c:pt idx="8622">
                  <c:v>7.0260800000000003</c:v>
                </c:pt>
                <c:pt idx="8623">
                  <c:v>7.2982899999999997</c:v>
                </c:pt>
                <c:pt idx="8624">
                  <c:v>7.5258500000000002</c:v>
                </c:pt>
                <c:pt idx="8625">
                  <c:v>7.5429700000000004</c:v>
                </c:pt>
                <c:pt idx="8626">
                  <c:v>7.0192899999999998</c:v>
                </c:pt>
                <c:pt idx="8627">
                  <c:v>6.6038800000000002</c:v>
                </c:pt>
                <c:pt idx="8628">
                  <c:v>6.6786500000000002</c:v>
                </c:pt>
                <c:pt idx="8629">
                  <c:v>6.8468</c:v>
                </c:pt>
                <c:pt idx="8630">
                  <c:v>7.0500800000000003</c:v>
                </c:pt>
                <c:pt idx="8631">
                  <c:v>7.2919799999999997</c:v>
                </c:pt>
                <c:pt idx="8632">
                  <c:v>7.0029899999999996</c:v>
                </c:pt>
                <c:pt idx="8633">
                  <c:v>6.5733199999999998</c:v>
                </c:pt>
                <c:pt idx="8634">
                  <c:v>6.6188099999999999</c:v>
                </c:pt>
                <c:pt idx="8635">
                  <c:v>7.01403</c:v>
                </c:pt>
                <c:pt idx="8636">
                  <c:v>7.4409599999999996</c:v>
                </c:pt>
                <c:pt idx="8637">
                  <c:v>7.3472999999999997</c:v>
                </c:pt>
                <c:pt idx="8638">
                  <c:v>6.9794400000000003</c:v>
                </c:pt>
                <c:pt idx="8639">
                  <c:v>6.7725400000000002</c:v>
                </c:pt>
                <c:pt idx="8640">
                  <c:v>6.9135400000000002</c:v>
                </c:pt>
                <c:pt idx="8641">
                  <c:v>6.9619400000000002</c:v>
                </c:pt>
                <c:pt idx="8642">
                  <c:v>7.11043</c:v>
                </c:pt>
                <c:pt idx="8643">
                  <c:v>7.3722599999999998</c:v>
                </c:pt>
                <c:pt idx="8644">
                  <c:v>7.1273</c:v>
                </c:pt>
                <c:pt idx="8645">
                  <c:v>6.8188199999999997</c:v>
                </c:pt>
                <c:pt idx="8646">
                  <c:v>6.6053699999999997</c:v>
                </c:pt>
                <c:pt idx="8647">
                  <c:v>6.4290799999999999</c:v>
                </c:pt>
                <c:pt idx="8648">
                  <c:v>6.3234199999999996</c:v>
                </c:pt>
                <c:pt idx="8649">
                  <c:v>6.3138300000000003</c:v>
                </c:pt>
                <c:pt idx="8650">
                  <c:v>6.5583299999999998</c:v>
                </c:pt>
                <c:pt idx="8651">
                  <c:v>6.7491700000000003</c:v>
                </c:pt>
                <c:pt idx="8652">
                  <c:v>6.9185100000000004</c:v>
                </c:pt>
                <c:pt idx="8653">
                  <c:v>6.7729799999999996</c:v>
                </c:pt>
                <c:pt idx="8654">
                  <c:v>6.5377799999999997</c:v>
                </c:pt>
                <c:pt idx="8655">
                  <c:v>6.4750899999999998</c:v>
                </c:pt>
                <c:pt idx="8656">
                  <c:v>6.4893799999999997</c:v>
                </c:pt>
                <c:pt idx="8657">
                  <c:v>6.6309300000000002</c:v>
                </c:pt>
                <c:pt idx="8658">
                  <c:v>6.9962</c:v>
                </c:pt>
                <c:pt idx="8659">
                  <c:v>7.4388300000000003</c:v>
                </c:pt>
                <c:pt idx="8660">
                  <c:v>7.3299399999999997</c:v>
                </c:pt>
                <c:pt idx="8661">
                  <c:v>6.9346899999999998</c:v>
                </c:pt>
                <c:pt idx="8662">
                  <c:v>6.6371799999999999</c:v>
                </c:pt>
                <c:pt idx="8663">
                  <c:v>6.5054999999999996</c:v>
                </c:pt>
                <c:pt idx="8664">
                  <c:v>6.8220499999999999</c:v>
                </c:pt>
                <c:pt idx="8665">
                  <c:v>7.1071200000000001</c:v>
                </c:pt>
                <c:pt idx="8666">
                  <c:v>7.3768799999999999</c:v>
                </c:pt>
                <c:pt idx="8667">
                  <c:v>7.5606499999999999</c:v>
                </c:pt>
                <c:pt idx="8668">
                  <c:v>7.3894500000000001</c:v>
                </c:pt>
                <c:pt idx="8669">
                  <c:v>7.6297699999999997</c:v>
                </c:pt>
                <c:pt idx="8670">
                  <c:v>7.6917400000000002</c:v>
                </c:pt>
                <c:pt idx="8671">
                  <c:v>7.4374200000000004</c:v>
                </c:pt>
                <c:pt idx="8672">
                  <c:v>7.2243500000000003</c:v>
                </c:pt>
                <c:pt idx="8673">
                  <c:v>7.2838500000000002</c:v>
                </c:pt>
                <c:pt idx="8674">
                  <c:v>7.3583400000000001</c:v>
                </c:pt>
                <c:pt idx="8675">
                  <c:v>7.6794799999999999</c:v>
                </c:pt>
                <c:pt idx="8676">
                  <c:v>7.9974999999999996</c:v>
                </c:pt>
                <c:pt idx="8677">
                  <c:v>7.9867900000000001</c:v>
                </c:pt>
                <c:pt idx="8678">
                  <c:v>7.5613400000000004</c:v>
                </c:pt>
                <c:pt idx="8679">
                  <c:v>7.1353</c:v>
                </c:pt>
                <c:pt idx="8680">
                  <c:v>7.0371300000000003</c:v>
                </c:pt>
                <c:pt idx="8681">
                  <c:v>7.2478300000000004</c:v>
                </c:pt>
                <c:pt idx="8682">
                  <c:v>7.1836599999999997</c:v>
                </c:pt>
                <c:pt idx="8683">
                  <c:v>7.1610899999999997</c:v>
                </c:pt>
                <c:pt idx="8684">
                  <c:v>7.1926699999999997</c:v>
                </c:pt>
                <c:pt idx="8685">
                  <c:v>7.1071799999999996</c:v>
                </c:pt>
                <c:pt idx="8686">
                  <c:v>7.1749200000000002</c:v>
                </c:pt>
                <c:pt idx="8687">
                  <c:v>7.0755400000000002</c:v>
                </c:pt>
                <c:pt idx="8688">
                  <c:v>6.8674900000000001</c:v>
                </c:pt>
                <c:pt idx="8689">
                  <c:v>6.8934499999999996</c:v>
                </c:pt>
                <c:pt idx="8690">
                  <c:v>6.9509100000000004</c:v>
                </c:pt>
                <c:pt idx="8691">
                  <c:v>7.0462999999999996</c:v>
                </c:pt>
                <c:pt idx="8692">
                  <c:v>7.1340599999999998</c:v>
                </c:pt>
                <c:pt idx="8693">
                  <c:v>7.15768</c:v>
                </c:pt>
                <c:pt idx="8694">
                  <c:v>7.1841600000000003</c:v>
                </c:pt>
                <c:pt idx="8695">
                  <c:v>7.37019</c:v>
                </c:pt>
                <c:pt idx="8696">
                  <c:v>7.3890500000000001</c:v>
                </c:pt>
                <c:pt idx="8697">
                  <c:v>7.4306999999999999</c:v>
                </c:pt>
                <c:pt idx="8698">
                  <c:v>7.87432</c:v>
                </c:pt>
                <c:pt idx="8699">
                  <c:v>8.0135799999999993</c:v>
                </c:pt>
                <c:pt idx="8700">
                  <c:v>7.8692500000000001</c:v>
                </c:pt>
                <c:pt idx="8701">
                  <c:v>7.8581300000000001</c:v>
                </c:pt>
                <c:pt idx="8702">
                  <c:v>7.7324200000000003</c:v>
                </c:pt>
                <c:pt idx="8703">
                  <c:v>7.6104599999999998</c:v>
                </c:pt>
                <c:pt idx="8704">
                  <c:v>7.4765100000000002</c:v>
                </c:pt>
                <c:pt idx="8705">
                  <c:v>7.5891000000000002</c:v>
                </c:pt>
                <c:pt idx="8706">
                  <c:v>7.5896400000000002</c:v>
                </c:pt>
                <c:pt idx="8707">
                  <c:v>7.2232399999999997</c:v>
                </c:pt>
                <c:pt idx="8708">
                  <c:v>7.04061</c:v>
                </c:pt>
                <c:pt idx="8709">
                  <c:v>6.9856600000000002</c:v>
                </c:pt>
                <c:pt idx="8710">
                  <c:v>6.77372</c:v>
                </c:pt>
                <c:pt idx="8711">
                  <c:v>6.4413600000000004</c:v>
                </c:pt>
                <c:pt idx="8712">
                  <c:v>6.8342200000000002</c:v>
                </c:pt>
                <c:pt idx="8713">
                  <c:v>7.3699199999999996</c:v>
                </c:pt>
                <c:pt idx="8714">
                  <c:v>7.3435699999999997</c:v>
                </c:pt>
                <c:pt idx="8715">
                  <c:v>7.1566400000000003</c:v>
                </c:pt>
                <c:pt idx="8716">
                  <c:v>7.048</c:v>
                </c:pt>
                <c:pt idx="8717">
                  <c:v>6.8463900000000004</c:v>
                </c:pt>
                <c:pt idx="8718">
                  <c:v>6.6001200000000004</c:v>
                </c:pt>
                <c:pt idx="8719">
                  <c:v>6.5669500000000003</c:v>
                </c:pt>
                <c:pt idx="8720">
                  <c:v>6.4915700000000003</c:v>
                </c:pt>
                <c:pt idx="8721">
                  <c:v>6.4228399999999999</c:v>
                </c:pt>
                <c:pt idx="8722">
                  <c:v>6.7933500000000002</c:v>
                </c:pt>
                <c:pt idx="8723">
                  <c:v>6.6996500000000001</c:v>
                </c:pt>
                <c:pt idx="8724">
                  <c:v>6.2352699999999999</c:v>
                </c:pt>
                <c:pt idx="8725">
                  <c:v>6.0200699999999996</c:v>
                </c:pt>
                <c:pt idx="8726">
                  <c:v>6.3777400000000002</c:v>
                </c:pt>
                <c:pt idx="8727">
                  <c:v>6.7127600000000003</c:v>
                </c:pt>
                <c:pt idx="8728">
                  <c:v>6.8455399999999997</c:v>
                </c:pt>
                <c:pt idx="8729">
                  <c:v>7.1944800000000004</c:v>
                </c:pt>
                <c:pt idx="8730">
                  <c:v>7.3351800000000003</c:v>
                </c:pt>
                <c:pt idx="8731">
                  <c:v>7.4386200000000002</c:v>
                </c:pt>
                <c:pt idx="8732">
                  <c:v>7.2360600000000002</c:v>
                </c:pt>
                <c:pt idx="8733">
                  <c:v>6.9965200000000003</c:v>
                </c:pt>
                <c:pt idx="8734">
                  <c:v>6.8852399999999996</c:v>
                </c:pt>
                <c:pt idx="8735">
                  <c:v>6.8011100000000004</c:v>
                </c:pt>
                <c:pt idx="8736">
                  <c:v>6.7319599999999999</c:v>
                </c:pt>
                <c:pt idx="8737">
                  <c:v>6.7057200000000003</c:v>
                </c:pt>
                <c:pt idx="8738">
                  <c:v>6.9267899999999996</c:v>
                </c:pt>
                <c:pt idx="8739">
                  <c:v>7.0390600000000001</c:v>
                </c:pt>
                <c:pt idx="8740">
                  <c:v>7.2756600000000002</c:v>
                </c:pt>
                <c:pt idx="8741">
                  <c:v>7.2168599999999996</c:v>
                </c:pt>
                <c:pt idx="8742">
                  <c:v>7.22079</c:v>
                </c:pt>
                <c:pt idx="8743">
                  <c:v>7.39229</c:v>
                </c:pt>
                <c:pt idx="8744">
                  <c:v>7.4528299999999996</c:v>
                </c:pt>
                <c:pt idx="8745">
                  <c:v>7.5527600000000001</c:v>
                </c:pt>
                <c:pt idx="8746">
                  <c:v>7.5326899999999997</c:v>
                </c:pt>
                <c:pt idx="8747">
                  <c:v>7.4966999999999997</c:v>
                </c:pt>
                <c:pt idx="8748">
                  <c:v>7.6134199999999996</c:v>
                </c:pt>
                <c:pt idx="8749">
                  <c:v>7.7768800000000002</c:v>
                </c:pt>
                <c:pt idx="8750">
                  <c:v>7.8397899999999998</c:v>
                </c:pt>
                <c:pt idx="8751">
                  <c:v>7.71828</c:v>
                </c:pt>
                <c:pt idx="8752">
                  <c:v>7.4403100000000002</c:v>
                </c:pt>
                <c:pt idx="8753">
                  <c:v>7.2572999999999999</c:v>
                </c:pt>
                <c:pt idx="8754">
                  <c:v>7.1423699999999997</c:v>
                </c:pt>
                <c:pt idx="8755">
                  <c:v>7.3237300000000003</c:v>
                </c:pt>
                <c:pt idx="8756">
                  <c:v>7.52956</c:v>
                </c:pt>
                <c:pt idx="8757">
                  <c:v>7.31663</c:v>
                </c:pt>
                <c:pt idx="8758">
                  <c:v>7.3480100000000004</c:v>
                </c:pt>
                <c:pt idx="8759">
                  <c:v>7.4194899999999997</c:v>
                </c:pt>
                <c:pt idx="8760">
                  <c:v>7.5004200000000001</c:v>
                </c:pt>
                <c:pt idx="8761">
                  <c:v>7.5848599999999999</c:v>
                </c:pt>
                <c:pt idx="8762">
                  <c:v>7.2329100000000004</c:v>
                </c:pt>
                <c:pt idx="8763">
                  <c:v>6.9924200000000001</c:v>
                </c:pt>
                <c:pt idx="8764">
                  <c:v>6.6501400000000004</c:v>
                </c:pt>
                <c:pt idx="8765">
                  <c:v>6.6320199999999998</c:v>
                </c:pt>
                <c:pt idx="8766">
                  <c:v>6.7762200000000004</c:v>
                </c:pt>
                <c:pt idx="8767">
                  <c:v>6.7285700000000004</c:v>
                </c:pt>
                <c:pt idx="8768">
                  <c:v>6.7710400000000002</c:v>
                </c:pt>
                <c:pt idx="8769">
                  <c:v>6.8963900000000002</c:v>
                </c:pt>
                <c:pt idx="8770">
                  <c:v>7.5035999999999996</c:v>
                </c:pt>
                <c:pt idx="8771">
                  <c:v>7.7334899999999998</c:v>
                </c:pt>
                <c:pt idx="8772">
                  <c:v>7.5575000000000001</c:v>
                </c:pt>
                <c:pt idx="8773">
                  <c:v>7.5737100000000002</c:v>
                </c:pt>
                <c:pt idx="8774">
                  <c:v>7.1646700000000001</c:v>
                </c:pt>
                <c:pt idx="8775">
                  <c:v>6.9174699999999998</c:v>
                </c:pt>
                <c:pt idx="8776">
                  <c:v>6.9118500000000003</c:v>
                </c:pt>
                <c:pt idx="8777">
                  <c:v>7.3305300000000004</c:v>
                </c:pt>
                <c:pt idx="8778">
                  <c:v>7.4071499999999997</c:v>
                </c:pt>
                <c:pt idx="8779">
                  <c:v>7.4333600000000004</c:v>
                </c:pt>
                <c:pt idx="8780">
                  <c:v>7.4408200000000004</c:v>
                </c:pt>
                <c:pt idx="8781">
                  <c:v>7.4254699999999998</c:v>
                </c:pt>
                <c:pt idx="8782">
                  <c:v>7.2022899999999996</c:v>
                </c:pt>
                <c:pt idx="8783">
                  <c:v>6.7395800000000001</c:v>
                </c:pt>
                <c:pt idx="8784">
                  <c:v>6.7289199999999996</c:v>
                </c:pt>
                <c:pt idx="8785">
                  <c:v>6.9074</c:v>
                </c:pt>
                <c:pt idx="8786">
                  <c:v>7.1655300000000004</c:v>
                </c:pt>
                <c:pt idx="8787">
                  <c:v>7.3201400000000003</c:v>
                </c:pt>
                <c:pt idx="8788">
                  <c:v>7.2408400000000004</c:v>
                </c:pt>
                <c:pt idx="8789">
                  <c:v>7.2518099999999999</c:v>
                </c:pt>
                <c:pt idx="8790">
                  <c:v>7.3082500000000001</c:v>
                </c:pt>
                <c:pt idx="8791">
                  <c:v>7.1205699999999998</c:v>
                </c:pt>
                <c:pt idx="8792">
                  <c:v>7.5229400000000002</c:v>
                </c:pt>
                <c:pt idx="8793">
                  <c:v>7.8864700000000001</c:v>
                </c:pt>
                <c:pt idx="8794">
                  <c:v>7.6216100000000004</c:v>
                </c:pt>
                <c:pt idx="8795">
                  <c:v>7.3462699999999996</c:v>
                </c:pt>
                <c:pt idx="8796">
                  <c:v>7.3748399999999998</c:v>
                </c:pt>
                <c:pt idx="8797">
                  <c:v>7.96408</c:v>
                </c:pt>
                <c:pt idx="8798">
                  <c:v>8.2854299999999999</c:v>
                </c:pt>
                <c:pt idx="8799">
                  <c:v>7.8803900000000002</c:v>
                </c:pt>
                <c:pt idx="8800">
                  <c:v>7.5413100000000002</c:v>
                </c:pt>
                <c:pt idx="8801">
                  <c:v>7.5284000000000004</c:v>
                </c:pt>
                <c:pt idx="8802">
                  <c:v>7.7510599999999998</c:v>
                </c:pt>
                <c:pt idx="8803">
                  <c:v>7.7111799999999997</c:v>
                </c:pt>
                <c:pt idx="8804">
                  <c:v>7.6521100000000004</c:v>
                </c:pt>
                <c:pt idx="8805">
                  <c:v>7.6846199999999998</c:v>
                </c:pt>
                <c:pt idx="8806">
                  <c:v>7.6030800000000003</c:v>
                </c:pt>
                <c:pt idx="8807">
                  <c:v>7.8783599999999998</c:v>
                </c:pt>
                <c:pt idx="8808">
                  <c:v>7.8965300000000003</c:v>
                </c:pt>
                <c:pt idx="8809">
                  <c:v>7.69442</c:v>
                </c:pt>
                <c:pt idx="8810">
                  <c:v>7.1179300000000003</c:v>
                </c:pt>
                <c:pt idx="8811">
                  <c:v>7.2406800000000002</c:v>
                </c:pt>
                <c:pt idx="8812">
                  <c:v>7.4476300000000002</c:v>
                </c:pt>
                <c:pt idx="8813">
                  <c:v>7.0405499999999996</c:v>
                </c:pt>
                <c:pt idx="8814">
                  <c:v>6.8908199999999997</c:v>
                </c:pt>
                <c:pt idx="8815">
                  <c:v>7.1720100000000002</c:v>
                </c:pt>
                <c:pt idx="8816">
                  <c:v>7.5820699999999999</c:v>
                </c:pt>
                <c:pt idx="8817">
                  <c:v>7.5092100000000004</c:v>
                </c:pt>
                <c:pt idx="8818">
                  <c:v>7.0918799999999997</c:v>
                </c:pt>
                <c:pt idx="8819">
                  <c:v>7.1642700000000001</c:v>
                </c:pt>
                <c:pt idx="8820">
                  <c:v>7.1315</c:v>
                </c:pt>
                <c:pt idx="8821">
                  <c:v>7.0551500000000003</c:v>
                </c:pt>
                <c:pt idx="8822">
                  <c:v>7.2217799999999999</c:v>
                </c:pt>
                <c:pt idx="8823">
                  <c:v>7.1649799999999999</c:v>
                </c:pt>
                <c:pt idx="8824">
                  <c:v>6.8281499999999999</c:v>
                </c:pt>
                <c:pt idx="8825">
                  <c:v>6.7871699999999997</c:v>
                </c:pt>
                <c:pt idx="8826">
                  <c:v>6.9096200000000003</c:v>
                </c:pt>
                <c:pt idx="8827">
                  <c:v>7.0081100000000003</c:v>
                </c:pt>
                <c:pt idx="8828">
                  <c:v>6.8601099999999997</c:v>
                </c:pt>
                <c:pt idx="8829">
                  <c:v>6.9359200000000003</c:v>
                </c:pt>
                <c:pt idx="8830">
                  <c:v>6.8929400000000003</c:v>
                </c:pt>
                <c:pt idx="8831">
                  <c:v>6.9383299999999997</c:v>
                </c:pt>
                <c:pt idx="8832">
                  <c:v>7.16709</c:v>
                </c:pt>
                <c:pt idx="8833">
                  <c:v>6.9270800000000001</c:v>
                </c:pt>
                <c:pt idx="8834">
                  <c:v>6.8281700000000001</c:v>
                </c:pt>
                <c:pt idx="8835">
                  <c:v>7.1990299999999996</c:v>
                </c:pt>
                <c:pt idx="8836">
                  <c:v>6.9309000000000003</c:v>
                </c:pt>
                <c:pt idx="8837">
                  <c:v>6.3076699999999999</c:v>
                </c:pt>
                <c:pt idx="8838">
                  <c:v>6.34579</c:v>
                </c:pt>
                <c:pt idx="8839">
                  <c:v>6.5129700000000001</c:v>
                </c:pt>
                <c:pt idx="8840">
                  <c:v>6.5670799999999998</c:v>
                </c:pt>
                <c:pt idx="8841">
                  <c:v>6.6137100000000002</c:v>
                </c:pt>
                <c:pt idx="8842">
                  <c:v>6.8686400000000001</c:v>
                </c:pt>
                <c:pt idx="8843">
                  <c:v>7.34171</c:v>
                </c:pt>
                <c:pt idx="8844">
                  <c:v>7.2383499999999996</c:v>
                </c:pt>
                <c:pt idx="8845">
                  <c:v>6.9800599999999999</c:v>
                </c:pt>
                <c:pt idx="8846">
                  <c:v>6.9546200000000002</c:v>
                </c:pt>
                <c:pt idx="8847">
                  <c:v>7.0004</c:v>
                </c:pt>
                <c:pt idx="8848">
                  <c:v>7.0999699999999999</c:v>
                </c:pt>
                <c:pt idx="8849">
                  <c:v>7.3959200000000003</c:v>
                </c:pt>
                <c:pt idx="8850">
                  <c:v>7.68093</c:v>
                </c:pt>
                <c:pt idx="8851">
                  <c:v>7.1920200000000003</c:v>
                </c:pt>
                <c:pt idx="8852">
                  <c:v>6.5524399999999998</c:v>
                </c:pt>
                <c:pt idx="8853">
                  <c:v>6.4067999999999996</c:v>
                </c:pt>
                <c:pt idx="8854">
                  <c:v>6.8658000000000001</c:v>
                </c:pt>
                <c:pt idx="8855">
                  <c:v>7.3362800000000004</c:v>
                </c:pt>
                <c:pt idx="8856">
                  <c:v>7.3179100000000004</c:v>
                </c:pt>
                <c:pt idx="8857">
                  <c:v>7.1678100000000002</c:v>
                </c:pt>
                <c:pt idx="8858">
                  <c:v>7.0920800000000002</c:v>
                </c:pt>
                <c:pt idx="8859">
                  <c:v>7.1957899999999997</c:v>
                </c:pt>
                <c:pt idx="8860">
                  <c:v>7.3486700000000003</c:v>
                </c:pt>
                <c:pt idx="8861">
                  <c:v>7.5799000000000003</c:v>
                </c:pt>
                <c:pt idx="8862">
                  <c:v>7.7365300000000001</c:v>
                </c:pt>
                <c:pt idx="8863">
                  <c:v>7.8704000000000001</c:v>
                </c:pt>
                <c:pt idx="8864">
                  <c:v>7.8364500000000001</c:v>
                </c:pt>
                <c:pt idx="8865">
                  <c:v>7.51999</c:v>
                </c:pt>
                <c:pt idx="8866">
                  <c:v>7.1714399999999996</c:v>
                </c:pt>
                <c:pt idx="8867">
                  <c:v>7.3006200000000003</c:v>
                </c:pt>
                <c:pt idx="8868">
                  <c:v>7.3163499999999999</c:v>
                </c:pt>
                <c:pt idx="8869">
                  <c:v>6.9836400000000003</c:v>
                </c:pt>
                <c:pt idx="8870">
                  <c:v>6.9907599999999999</c:v>
                </c:pt>
                <c:pt idx="8871">
                  <c:v>6.7239699999999996</c:v>
                </c:pt>
                <c:pt idx="8872">
                  <c:v>6.6451200000000004</c:v>
                </c:pt>
                <c:pt idx="8873">
                  <c:v>7.04331</c:v>
                </c:pt>
                <c:pt idx="8874">
                  <c:v>7.4967699999999997</c:v>
                </c:pt>
                <c:pt idx="8875">
                  <c:v>7.9858099999999999</c:v>
                </c:pt>
                <c:pt idx="8876">
                  <c:v>8.1551799999999997</c:v>
                </c:pt>
                <c:pt idx="8877">
                  <c:v>8.1104599999999998</c:v>
                </c:pt>
                <c:pt idx="8878">
                  <c:v>8.1518599999999992</c:v>
                </c:pt>
                <c:pt idx="8879">
                  <c:v>8.2817900000000009</c:v>
                </c:pt>
                <c:pt idx="8880">
                  <c:v>7.7572700000000001</c:v>
                </c:pt>
                <c:pt idx="8881">
                  <c:v>7.1986299999999996</c:v>
                </c:pt>
                <c:pt idx="8882">
                  <c:v>7.1857800000000003</c:v>
                </c:pt>
                <c:pt idx="8883">
                  <c:v>7.10684</c:v>
                </c:pt>
                <c:pt idx="8884">
                  <c:v>7.0383300000000002</c:v>
                </c:pt>
                <c:pt idx="8885">
                  <c:v>6.8692599999999997</c:v>
                </c:pt>
                <c:pt idx="8886">
                  <c:v>7.0349899999999996</c:v>
                </c:pt>
                <c:pt idx="8887">
                  <c:v>7.07463</c:v>
                </c:pt>
                <c:pt idx="8888">
                  <c:v>7.0139500000000004</c:v>
                </c:pt>
                <c:pt idx="8889">
                  <c:v>6.7556900000000004</c:v>
                </c:pt>
                <c:pt idx="8890">
                  <c:v>6.87425</c:v>
                </c:pt>
                <c:pt idx="8891">
                  <c:v>7.2062200000000001</c:v>
                </c:pt>
                <c:pt idx="8892">
                  <c:v>7.2506399999999998</c:v>
                </c:pt>
                <c:pt idx="8893">
                  <c:v>7.2582800000000001</c:v>
                </c:pt>
                <c:pt idx="8894">
                  <c:v>7.1829200000000002</c:v>
                </c:pt>
                <c:pt idx="8895">
                  <c:v>6.9287400000000003</c:v>
                </c:pt>
                <c:pt idx="8896">
                  <c:v>6.8115800000000002</c:v>
                </c:pt>
                <c:pt idx="8897">
                  <c:v>6.7318199999999999</c:v>
                </c:pt>
                <c:pt idx="8898">
                  <c:v>6.9208699999999999</c:v>
                </c:pt>
                <c:pt idx="8899">
                  <c:v>7.3247400000000003</c:v>
                </c:pt>
                <c:pt idx="8900">
                  <c:v>7.3955599999999997</c:v>
                </c:pt>
                <c:pt idx="8901">
                  <c:v>7.4594800000000001</c:v>
                </c:pt>
                <c:pt idx="8902">
                  <c:v>7.55579</c:v>
                </c:pt>
                <c:pt idx="8903">
                  <c:v>7.7772399999999999</c:v>
                </c:pt>
                <c:pt idx="8904">
                  <c:v>7.7481600000000004</c:v>
                </c:pt>
                <c:pt idx="8905">
                  <c:v>7.60067</c:v>
                </c:pt>
                <c:pt idx="8906">
                  <c:v>7.5969800000000003</c:v>
                </c:pt>
                <c:pt idx="8907">
                  <c:v>7.2993300000000003</c:v>
                </c:pt>
                <c:pt idx="8908">
                  <c:v>7.1161399999999997</c:v>
                </c:pt>
                <c:pt idx="8909">
                  <c:v>7.4596099999999996</c:v>
                </c:pt>
                <c:pt idx="8910">
                  <c:v>7.7311300000000003</c:v>
                </c:pt>
                <c:pt idx="8911">
                  <c:v>7.5922200000000002</c:v>
                </c:pt>
                <c:pt idx="8912">
                  <c:v>7.5452000000000004</c:v>
                </c:pt>
                <c:pt idx="8913">
                  <c:v>7.2663900000000003</c:v>
                </c:pt>
                <c:pt idx="8914">
                  <c:v>7.1866300000000001</c:v>
                </c:pt>
                <c:pt idx="8915">
                  <c:v>7.4875699999999998</c:v>
                </c:pt>
                <c:pt idx="8916">
                  <c:v>7.3612799999999998</c:v>
                </c:pt>
                <c:pt idx="8917">
                  <c:v>7.274</c:v>
                </c:pt>
                <c:pt idx="8918">
                  <c:v>7.3880999999999997</c:v>
                </c:pt>
                <c:pt idx="8919">
                  <c:v>7.6022100000000004</c:v>
                </c:pt>
                <c:pt idx="8920">
                  <c:v>7.4938799999999999</c:v>
                </c:pt>
                <c:pt idx="8921">
                  <c:v>6.9621000000000004</c:v>
                </c:pt>
                <c:pt idx="8922">
                  <c:v>6.9055400000000002</c:v>
                </c:pt>
                <c:pt idx="8923">
                  <c:v>7.0736800000000004</c:v>
                </c:pt>
                <c:pt idx="8924">
                  <c:v>7.2862299999999998</c:v>
                </c:pt>
                <c:pt idx="8925">
                  <c:v>7.0432199999999998</c:v>
                </c:pt>
                <c:pt idx="8926">
                  <c:v>6.7578399999999998</c:v>
                </c:pt>
                <c:pt idx="8927">
                  <c:v>6.4208600000000002</c:v>
                </c:pt>
                <c:pt idx="8928">
                  <c:v>6.5207800000000002</c:v>
                </c:pt>
                <c:pt idx="8929">
                  <c:v>6.6778300000000002</c:v>
                </c:pt>
                <c:pt idx="8930">
                  <c:v>6.59741</c:v>
                </c:pt>
                <c:pt idx="8931">
                  <c:v>6.8394599999999999</c:v>
                </c:pt>
                <c:pt idx="8932">
                  <c:v>6.9714999999999998</c:v>
                </c:pt>
                <c:pt idx="8933">
                  <c:v>6.8588500000000003</c:v>
                </c:pt>
                <c:pt idx="8934">
                  <c:v>6.5050600000000003</c:v>
                </c:pt>
                <c:pt idx="8935">
                  <c:v>6.3411099999999996</c:v>
                </c:pt>
                <c:pt idx="8936">
                  <c:v>6.1816899999999997</c:v>
                </c:pt>
                <c:pt idx="8937">
                  <c:v>5.95817</c:v>
                </c:pt>
                <c:pt idx="8938">
                  <c:v>6.1038800000000002</c:v>
                </c:pt>
                <c:pt idx="8939">
                  <c:v>6.6362199999999998</c:v>
                </c:pt>
                <c:pt idx="8940">
                  <c:v>7.1827800000000002</c:v>
                </c:pt>
                <c:pt idx="8941">
                  <c:v>7.2479199999999997</c:v>
                </c:pt>
                <c:pt idx="8942">
                  <c:v>7.0676399999999999</c:v>
                </c:pt>
                <c:pt idx="8943">
                  <c:v>6.9021100000000004</c:v>
                </c:pt>
                <c:pt idx="8944">
                  <c:v>6.8990099999999996</c:v>
                </c:pt>
                <c:pt idx="8945">
                  <c:v>6.9372299999999996</c:v>
                </c:pt>
                <c:pt idx="8946">
                  <c:v>7.1366899999999998</c:v>
                </c:pt>
                <c:pt idx="8947">
                  <c:v>7.3970099999999999</c:v>
                </c:pt>
                <c:pt idx="8948">
                  <c:v>7.3289900000000001</c:v>
                </c:pt>
                <c:pt idx="8949">
                  <c:v>7.1320399999999999</c:v>
                </c:pt>
                <c:pt idx="8950">
                  <c:v>7.0990500000000001</c:v>
                </c:pt>
                <c:pt idx="8951">
                  <c:v>7.1576399999999998</c:v>
                </c:pt>
                <c:pt idx="8952">
                  <c:v>7.0504100000000003</c:v>
                </c:pt>
                <c:pt idx="8953">
                  <c:v>7.2501100000000003</c:v>
                </c:pt>
                <c:pt idx="8954">
                  <c:v>7.5422700000000003</c:v>
                </c:pt>
                <c:pt idx="8955">
                  <c:v>7.4251699999999996</c:v>
                </c:pt>
                <c:pt idx="8956">
                  <c:v>7.1737099999999998</c:v>
                </c:pt>
                <c:pt idx="8957">
                  <c:v>7.1155200000000001</c:v>
                </c:pt>
                <c:pt idx="8958">
                  <c:v>6.9951499999999998</c:v>
                </c:pt>
                <c:pt idx="8959">
                  <c:v>7.1818200000000001</c:v>
                </c:pt>
                <c:pt idx="8960">
                  <c:v>7.5815700000000001</c:v>
                </c:pt>
                <c:pt idx="8961">
                  <c:v>7.6772900000000002</c:v>
                </c:pt>
                <c:pt idx="8962">
                  <c:v>7.7268100000000004</c:v>
                </c:pt>
                <c:pt idx="8963">
                  <c:v>7.8208900000000003</c:v>
                </c:pt>
                <c:pt idx="8964">
                  <c:v>7.7422700000000004</c:v>
                </c:pt>
                <c:pt idx="8965">
                  <c:v>7.5144099999999998</c:v>
                </c:pt>
                <c:pt idx="8966">
                  <c:v>7.1178999999999997</c:v>
                </c:pt>
                <c:pt idx="8967">
                  <c:v>6.8643200000000002</c:v>
                </c:pt>
                <c:pt idx="8968">
                  <c:v>6.9859999999999998</c:v>
                </c:pt>
                <c:pt idx="8969">
                  <c:v>7.1666699999999999</c:v>
                </c:pt>
                <c:pt idx="8970">
                  <c:v>7.1823300000000003</c:v>
                </c:pt>
                <c:pt idx="8971">
                  <c:v>7.3605900000000002</c:v>
                </c:pt>
                <c:pt idx="8972">
                  <c:v>7.6490999999999998</c:v>
                </c:pt>
                <c:pt idx="8973">
                  <c:v>7.4691099999999997</c:v>
                </c:pt>
                <c:pt idx="8974">
                  <c:v>7.1690300000000002</c:v>
                </c:pt>
                <c:pt idx="8975">
                  <c:v>7.2671299999999999</c:v>
                </c:pt>
                <c:pt idx="8976">
                  <c:v>7.8507999999999996</c:v>
                </c:pt>
                <c:pt idx="8977">
                  <c:v>7.9613399999999999</c:v>
                </c:pt>
                <c:pt idx="8978">
                  <c:v>7.4150900000000002</c:v>
                </c:pt>
                <c:pt idx="8979">
                  <c:v>7.1907199999999998</c:v>
                </c:pt>
                <c:pt idx="8980">
                  <c:v>7.2384300000000001</c:v>
                </c:pt>
                <c:pt idx="8981">
                  <c:v>7.3578599999999996</c:v>
                </c:pt>
                <c:pt idx="8982">
                  <c:v>7.5065400000000002</c:v>
                </c:pt>
                <c:pt idx="8983">
                  <c:v>7.6032599999999997</c:v>
                </c:pt>
                <c:pt idx="8984">
                  <c:v>7.5271999999999997</c:v>
                </c:pt>
                <c:pt idx="8985">
                  <c:v>7.31839</c:v>
                </c:pt>
                <c:pt idx="8986">
                  <c:v>7.0217299999999998</c:v>
                </c:pt>
                <c:pt idx="8987">
                  <c:v>6.9012599999999997</c:v>
                </c:pt>
                <c:pt idx="8988">
                  <c:v>6.6832799999999999</c:v>
                </c:pt>
                <c:pt idx="8989">
                  <c:v>6.62019</c:v>
                </c:pt>
                <c:pt idx="8990">
                  <c:v>6.8371899999999997</c:v>
                </c:pt>
                <c:pt idx="8991">
                  <c:v>7.02583</c:v>
                </c:pt>
                <c:pt idx="8992">
                  <c:v>7.3705499999999997</c:v>
                </c:pt>
                <c:pt idx="8993">
                  <c:v>7.2824</c:v>
                </c:pt>
                <c:pt idx="8994">
                  <c:v>7.2629900000000003</c:v>
                </c:pt>
                <c:pt idx="8995">
                  <c:v>7.4236700000000004</c:v>
                </c:pt>
                <c:pt idx="8996">
                  <c:v>7.3494799999999998</c:v>
                </c:pt>
                <c:pt idx="8997">
                  <c:v>7.4054799999999998</c:v>
                </c:pt>
                <c:pt idx="8998">
                  <c:v>7.7010199999999998</c:v>
                </c:pt>
                <c:pt idx="8999">
                  <c:v>7.9366399999999997</c:v>
                </c:pt>
                <c:pt idx="9000">
                  <c:v>8.0691900000000008</c:v>
                </c:pt>
                <c:pt idx="9001">
                  <c:v>7.9184099999999997</c:v>
                </c:pt>
                <c:pt idx="9002">
                  <c:v>7.5774699999999999</c:v>
                </c:pt>
                <c:pt idx="9003">
                  <c:v>7.5314199999999998</c:v>
                </c:pt>
                <c:pt idx="9004">
                  <c:v>7.65191</c:v>
                </c:pt>
                <c:pt idx="9005">
                  <c:v>7.7662699999999996</c:v>
                </c:pt>
                <c:pt idx="9006">
                  <c:v>7.5032500000000004</c:v>
                </c:pt>
                <c:pt idx="9007">
                  <c:v>7.1212900000000001</c:v>
                </c:pt>
                <c:pt idx="9008">
                  <c:v>7.3441099999999997</c:v>
                </c:pt>
                <c:pt idx="9009">
                  <c:v>7.5361099999999999</c:v>
                </c:pt>
                <c:pt idx="9010">
                  <c:v>7.8553800000000003</c:v>
                </c:pt>
                <c:pt idx="9011">
                  <c:v>7.8772399999999996</c:v>
                </c:pt>
                <c:pt idx="9012">
                  <c:v>7.4902800000000003</c:v>
                </c:pt>
                <c:pt idx="9013">
                  <c:v>7.4728500000000002</c:v>
                </c:pt>
                <c:pt idx="9014">
                  <c:v>7.6862700000000004</c:v>
                </c:pt>
                <c:pt idx="9015">
                  <c:v>7.9619099999999996</c:v>
                </c:pt>
                <c:pt idx="9016">
                  <c:v>8.10121</c:v>
                </c:pt>
                <c:pt idx="9017">
                  <c:v>7.9966400000000002</c:v>
                </c:pt>
                <c:pt idx="9018">
                  <c:v>8.0042100000000005</c:v>
                </c:pt>
                <c:pt idx="9019">
                  <c:v>7.8207300000000002</c:v>
                </c:pt>
                <c:pt idx="9020">
                  <c:v>7.6101299999999998</c:v>
                </c:pt>
                <c:pt idx="9021">
                  <c:v>7.5831200000000001</c:v>
                </c:pt>
                <c:pt idx="9022">
                  <c:v>7.28193</c:v>
                </c:pt>
                <c:pt idx="9023">
                  <c:v>6.9872100000000001</c:v>
                </c:pt>
                <c:pt idx="9024">
                  <c:v>7.0422900000000004</c:v>
                </c:pt>
                <c:pt idx="9025">
                  <c:v>7.3526699999999998</c:v>
                </c:pt>
                <c:pt idx="9026">
                  <c:v>7.52529</c:v>
                </c:pt>
                <c:pt idx="9027">
                  <c:v>7.6786399999999997</c:v>
                </c:pt>
                <c:pt idx="9028">
                  <c:v>7.8428500000000003</c:v>
                </c:pt>
                <c:pt idx="9029">
                  <c:v>8.0471199999999996</c:v>
                </c:pt>
                <c:pt idx="9030">
                  <c:v>8.1473300000000002</c:v>
                </c:pt>
                <c:pt idx="9031">
                  <c:v>8.2281099999999991</c:v>
                </c:pt>
                <c:pt idx="9032">
                  <c:v>8.1513100000000005</c:v>
                </c:pt>
                <c:pt idx="9033">
                  <c:v>7.9269800000000004</c:v>
                </c:pt>
                <c:pt idx="9034">
                  <c:v>7.6021299999999998</c:v>
                </c:pt>
                <c:pt idx="9035">
                  <c:v>7.6233199999999997</c:v>
                </c:pt>
                <c:pt idx="9036">
                  <c:v>7.6446199999999997</c:v>
                </c:pt>
                <c:pt idx="9037">
                  <c:v>7.5511600000000003</c:v>
                </c:pt>
                <c:pt idx="9038">
                  <c:v>7.5063399999999998</c:v>
                </c:pt>
                <c:pt idx="9039">
                  <c:v>7.5731299999999999</c:v>
                </c:pt>
                <c:pt idx="9040">
                  <c:v>7.56304</c:v>
                </c:pt>
                <c:pt idx="9041">
                  <c:v>7.5291899999999998</c:v>
                </c:pt>
                <c:pt idx="9042">
                  <c:v>7.5866100000000003</c:v>
                </c:pt>
                <c:pt idx="9043">
                  <c:v>7.6510499999999997</c:v>
                </c:pt>
                <c:pt idx="9044">
                  <c:v>7.5678000000000001</c:v>
                </c:pt>
                <c:pt idx="9045">
                  <c:v>7.7239000000000004</c:v>
                </c:pt>
                <c:pt idx="9046">
                  <c:v>7.68893</c:v>
                </c:pt>
                <c:pt idx="9047">
                  <c:v>7.6581299999999999</c:v>
                </c:pt>
                <c:pt idx="9048">
                  <c:v>7.8126899999999999</c:v>
                </c:pt>
                <c:pt idx="9049">
                  <c:v>7.7562300000000004</c:v>
                </c:pt>
                <c:pt idx="9050">
                  <c:v>7.4339199999999996</c:v>
                </c:pt>
                <c:pt idx="9051">
                  <c:v>7.1397599999999999</c:v>
                </c:pt>
                <c:pt idx="9052">
                  <c:v>7.1092399999999998</c:v>
                </c:pt>
                <c:pt idx="9053">
                  <c:v>6.8414200000000003</c:v>
                </c:pt>
                <c:pt idx="9054">
                  <c:v>6.4930300000000001</c:v>
                </c:pt>
                <c:pt idx="9055">
                  <c:v>6.4701300000000002</c:v>
                </c:pt>
                <c:pt idx="9056">
                  <c:v>6.6471400000000003</c:v>
                </c:pt>
                <c:pt idx="9057">
                  <c:v>7.0590099999999998</c:v>
                </c:pt>
                <c:pt idx="9058">
                  <c:v>7.7645799999999996</c:v>
                </c:pt>
                <c:pt idx="9059">
                  <c:v>7.8192399999999997</c:v>
                </c:pt>
                <c:pt idx="9060">
                  <c:v>7.3782100000000002</c:v>
                </c:pt>
                <c:pt idx="9061">
                  <c:v>7.1255600000000001</c:v>
                </c:pt>
                <c:pt idx="9062">
                  <c:v>7.0989199999999997</c:v>
                </c:pt>
                <c:pt idx="9063">
                  <c:v>7.11374</c:v>
                </c:pt>
                <c:pt idx="9064">
                  <c:v>7.3215700000000004</c:v>
                </c:pt>
                <c:pt idx="9065">
                  <c:v>7.2100099999999996</c:v>
                </c:pt>
                <c:pt idx="9066">
                  <c:v>6.9641200000000003</c:v>
                </c:pt>
                <c:pt idx="9067">
                  <c:v>6.9616300000000004</c:v>
                </c:pt>
                <c:pt idx="9068">
                  <c:v>7.2816000000000001</c:v>
                </c:pt>
                <c:pt idx="9069">
                  <c:v>7.8856000000000002</c:v>
                </c:pt>
                <c:pt idx="9070">
                  <c:v>7.9258899999999999</c:v>
                </c:pt>
                <c:pt idx="9071">
                  <c:v>7.84375</c:v>
                </c:pt>
                <c:pt idx="9072">
                  <c:v>7.8066599999999999</c:v>
                </c:pt>
                <c:pt idx="9073">
                  <c:v>7.7909100000000002</c:v>
                </c:pt>
                <c:pt idx="9074">
                  <c:v>7.9424599999999996</c:v>
                </c:pt>
                <c:pt idx="9075">
                  <c:v>8.1216200000000001</c:v>
                </c:pt>
                <c:pt idx="9076">
                  <c:v>8.0569600000000001</c:v>
                </c:pt>
                <c:pt idx="9077">
                  <c:v>7.9982899999999999</c:v>
                </c:pt>
                <c:pt idx="9078">
                  <c:v>8.0535399999999999</c:v>
                </c:pt>
                <c:pt idx="9079">
                  <c:v>8.0459399999999999</c:v>
                </c:pt>
                <c:pt idx="9080">
                  <c:v>7.9075300000000004</c:v>
                </c:pt>
                <c:pt idx="9081">
                  <c:v>7.6509400000000003</c:v>
                </c:pt>
                <c:pt idx="9082">
                  <c:v>7.4558999999999997</c:v>
                </c:pt>
                <c:pt idx="9083">
                  <c:v>7.58155</c:v>
                </c:pt>
                <c:pt idx="9084">
                  <c:v>7.6714599999999997</c:v>
                </c:pt>
                <c:pt idx="9085">
                  <c:v>7.3801300000000003</c:v>
                </c:pt>
                <c:pt idx="9086">
                  <c:v>7.1579800000000002</c:v>
                </c:pt>
                <c:pt idx="9087">
                  <c:v>7.0091700000000001</c:v>
                </c:pt>
                <c:pt idx="9088">
                  <c:v>7.1779200000000003</c:v>
                </c:pt>
                <c:pt idx="9089">
                  <c:v>7.5194200000000002</c:v>
                </c:pt>
                <c:pt idx="9090">
                  <c:v>7.9582499999999996</c:v>
                </c:pt>
                <c:pt idx="9091">
                  <c:v>7.93919</c:v>
                </c:pt>
                <c:pt idx="9092">
                  <c:v>7.6475499999999998</c:v>
                </c:pt>
                <c:pt idx="9093">
                  <c:v>7.4870799999999997</c:v>
                </c:pt>
                <c:pt idx="9094">
                  <c:v>7.56562</c:v>
                </c:pt>
                <c:pt idx="9095">
                  <c:v>7.6365999999999996</c:v>
                </c:pt>
                <c:pt idx="9096">
                  <c:v>7.7975300000000001</c:v>
                </c:pt>
                <c:pt idx="9097">
                  <c:v>8.0840599999999991</c:v>
                </c:pt>
                <c:pt idx="9098">
                  <c:v>7.8839499999999996</c:v>
                </c:pt>
                <c:pt idx="9099">
                  <c:v>7.4588200000000002</c:v>
                </c:pt>
                <c:pt idx="9100">
                  <c:v>6.9452699999999998</c:v>
                </c:pt>
                <c:pt idx="9101">
                  <c:v>7.0476900000000002</c:v>
                </c:pt>
                <c:pt idx="9102">
                  <c:v>7.3028300000000002</c:v>
                </c:pt>
                <c:pt idx="9103">
                  <c:v>7.7310800000000004</c:v>
                </c:pt>
                <c:pt idx="9104">
                  <c:v>8.1321899999999996</c:v>
                </c:pt>
                <c:pt idx="9105">
                  <c:v>8.0979200000000002</c:v>
                </c:pt>
                <c:pt idx="9106">
                  <c:v>7.9160300000000001</c:v>
                </c:pt>
                <c:pt idx="9107">
                  <c:v>7.7659700000000003</c:v>
                </c:pt>
                <c:pt idx="9108">
                  <c:v>7.70702</c:v>
                </c:pt>
                <c:pt idx="9109">
                  <c:v>7.6547900000000002</c:v>
                </c:pt>
                <c:pt idx="9110">
                  <c:v>7.5097199999999997</c:v>
                </c:pt>
                <c:pt idx="9111">
                  <c:v>7.3127700000000004</c:v>
                </c:pt>
                <c:pt idx="9112">
                  <c:v>7.27576</c:v>
                </c:pt>
                <c:pt idx="9113">
                  <c:v>7.3792</c:v>
                </c:pt>
                <c:pt idx="9114">
                  <c:v>7.5404099999999996</c:v>
                </c:pt>
                <c:pt idx="9115">
                  <c:v>7.7200800000000003</c:v>
                </c:pt>
                <c:pt idx="9116">
                  <c:v>8.0335800000000006</c:v>
                </c:pt>
                <c:pt idx="9117">
                  <c:v>7.9898800000000003</c:v>
                </c:pt>
                <c:pt idx="9118">
                  <c:v>7.8517200000000003</c:v>
                </c:pt>
                <c:pt idx="9119">
                  <c:v>7.72844</c:v>
                </c:pt>
                <c:pt idx="9120">
                  <c:v>7.7728999999999999</c:v>
                </c:pt>
                <c:pt idx="9121">
                  <c:v>8.0690200000000001</c:v>
                </c:pt>
                <c:pt idx="9122">
                  <c:v>8.26248</c:v>
                </c:pt>
                <c:pt idx="9123">
                  <c:v>8.1918699999999998</c:v>
                </c:pt>
                <c:pt idx="9124">
                  <c:v>8.1364800000000006</c:v>
                </c:pt>
                <c:pt idx="9125">
                  <c:v>8.3351600000000001</c:v>
                </c:pt>
                <c:pt idx="9126">
                  <c:v>8.2741900000000008</c:v>
                </c:pt>
                <c:pt idx="9127">
                  <c:v>7.9011699999999996</c:v>
                </c:pt>
                <c:pt idx="9128">
                  <c:v>7.5562199999999997</c:v>
                </c:pt>
                <c:pt idx="9129">
                  <c:v>7.08894</c:v>
                </c:pt>
                <c:pt idx="9130">
                  <c:v>7.0841599999999998</c:v>
                </c:pt>
                <c:pt idx="9131">
                  <c:v>7.2979700000000003</c:v>
                </c:pt>
                <c:pt idx="9132">
                  <c:v>7.3261399999999997</c:v>
                </c:pt>
                <c:pt idx="9133">
                  <c:v>7.0053900000000002</c:v>
                </c:pt>
                <c:pt idx="9134">
                  <c:v>7.0000400000000003</c:v>
                </c:pt>
                <c:pt idx="9135">
                  <c:v>7.1066200000000004</c:v>
                </c:pt>
                <c:pt idx="9136">
                  <c:v>7.1926600000000001</c:v>
                </c:pt>
                <c:pt idx="9137">
                  <c:v>7.4353499999999997</c:v>
                </c:pt>
                <c:pt idx="9138">
                  <c:v>7.5276800000000001</c:v>
                </c:pt>
                <c:pt idx="9139">
                  <c:v>7.3713300000000004</c:v>
                </c:pt>
                <c:pt idx="9140">
                  <c:v>7.2033800000000001</c:v>
                </c:pt>
                <c:pt idx="9141">
                  <c:v>7.1769400000000001</c:v>
                </c:pt>
                <c:pt idx="9142">
                  <c:v>7.0667299999999997</c:v>
                </c:pt>
                <c:pt idx="9143">
                  <c:v>6.8412800000000002</c:v>
                </c:pt>
                <c:pt idx="9144">
                  <c:v>6.7910599999999999</c:v>
                </c:pt>
                <c:pt idx="9145">
                  <c:v>6.8962199999999996</c:v>
                </c:pt>
                <c:pt idx="9146">
                  <c:v>7.1638200000000003</c:v>
                </c:pt>
                <c:pt idx="9147">
                  <c:v>7.2365399999999998</c:v>
                </c:pt>
                <c:pt idx="9148">
                  <c:v>7.0842400000000003</c:v>
                </c:pt>
                <c:pt idx="9149">
                  <c:v>6.6863099999999998</c:v>
                </c:pt>
                <c:pt idx="9150">
                  <c:v>6.7722300000000004</c:v>
                </c:pt>
                <c:pt idx="9151">
                  <c:v>6.9923200000000003</c:v>
                </c:pt>
                <c:pt idx="9152">
                  <c:v>6.9730600000000003</c:v>
                </c:pt>
                <c:pt idx="9153">
                  <c:v>6.7324799999999998</c:v>
                </c:pt>
                <c:pt idx="9154">
                  <c:v>6.5398100000000001</c:v>
                </c:pt>
                <c:pt idx="9155">
                  <c:v>6.6495800000000003</c:v>
                </c:pt>
                <c:pt idx="9156">
                  <c:v>6.7426500000000003</c:v>
                </c:pt>
                <c:pt idx="9157">
                  <c:v>6.84274</c:v>
                </c:pt>
                <c:pt idx="9158">
                  <c:v>7.0773900000000003</c:v>
                </c:pt>
                <c:pt idx="9159">
                  <c:v>7.5688599999999999</c:v>
                </c:pt>
                <c:pt idx="9160">
                  <c:v>7.37357</c:v>
                </c:pt>
                <c:pt idx="9161">
                  <c:v>7.2502500000000003</c:v>
                </c:pt>
                <c:pt idx="9162">
                  <c:v>7.7094100000000001</c:v>
                </c:pt>
                <c:pt idx="9163">
                  <c:v>8.0993999999999993</c:v>
                </c:pt>
                <c:pt idx="9164">
                  <c:v>8.5184800000000003</c:v>
                </c:pt>
                <c:pt idx="9165">
                  <c:v>8.4357699999999998</c:v>
                </c:pt>
                <c:pt idx="9166">
                  <c:v>8.6078299999999999</c:v>
                </c:pt>
                <c:pt idx="9167">
                  <c:v>8.6626799999999999</c:v>
                </c:pt>
                <c:pt idx="9168">
                  <c:v>8.3153799999999993</c:v>
                </c:pt>
                <c:pt idx="9169">
                  <c:v>7.9463400000000002</c:v>
                </c:pt>
                <c:pt idx="9170">
                  <c:v>7.6598300000000004</c:v>
                </c:pt>
                <c:pt idx="9171">
                  <c:v>7.5362200000000001</c:v>
                </c:pt>
                <c:pt idx="9172">
                  <c:v>7.4562200000000001</c:v>
                </c:pt>
                <c:pt idx="9173">
                  <c:v>7.3350499999999998</c:v>
                </c:pt>
                <c:pt idx="9174">
                  <c:v>7.24268</c:v>
                </c:pt>
                <c:pt idx="9175">
                  <c:v>7.1189200000000001</c:v>
                </c:pt>
                <c:pt idx="9176">
                  <c:v>7.0984999999999996</c:v>
                </c:pt>
                <c:pt idx="9177">
                  <c:v>7.4748400000000004</c:v>
                </c:pt>
                <c:pt idx="9178">
                  <c:v>7.5203300000000004</c:v>
                </c:pt>
                <c:pt idx="9179">
                  <c:v>7.3428899999999997</c:v>
                </c:pt>
                <c:pt idx="9180">
                  <c:v>7.4288999999999996</c:v>
                </c:pt>
                <c:pt idx="9181">
                  <c:v>7.6767099999999999</c:v>
                </c:pt>
                <c:pt idx="9182">
                  <c:v>7.8493599999999999</c:v>
                </c:pt>
                <c:pt idx="9183">
                  <c:v>8.1854200000000006</c:v>
                </c:pt>
                <c:pt idx="9184">
                  <c:v>8.4182600000000001</c:v>
                </c:pt>
                <c:pt idx="9185">
                  <c:v>8.2536900000000006</c:v>
                </c:pt>
                <c:pt idx="9186">
                  <c:v>7.94876</c:v>
                </c:pt>
                <c:pt idx="9187">
                  <c:v>7.7460699999999996</c:v>
                </c:pt>
                <c:pt idx="9188">
                  <c:v>7.76248</c:v>
                </c:pt>
                <c:pt idx="9189">
                  <c:v>7.7988</c:v>
                </c:pt>
                <c:pt idx="9190">
                  <c:v>7.9144899999999998</c:v>
                </c:pt>
                <c:pt idx="9191">
                  <c:v>7.9777899999999997</c:v>
                </c:pt>
                <c:pt idx="9192">
                  <c:v>7.88626</c:v>
                </c:pt>
                <c:pt idx="9193">
                  <c:v>7.5816600000000003</c:v>
                </c:pt>
                <c:pt idx="9194">
                  <c:v>7.2961999999999998</c:v>
                </c:pt>
                <c:pt idx="9195">
                  <c:v>6.98238</c:v>
                </c:pt>
                <c:pt idx="9196">
                  <c:v>7.0368899999999996</c:v>
                </c:pt>
                <c:pt idx="9197">
                  <c:v>7.2028299999999996</c:v>
                </c:pt>
                <c:pt idx="9198">
                  <c:v>7.5111800000000004</c:v>
                </c:pt>
                <c:pt idx="9199">
                  <c:v>7.5239900000000004</c:v>
                </c:pt>
                <c:pt idx="9200">
                  <c:v>7.3058199999999998</c:v>
                </c:pt>
                <c:pt idx="9201">
                  <c:v>7.2447400000000002</c:v>
                </c:pt>
                <c:pt idx="9202">
                  <c:v>7.5586799999999998</c:v>
                </c:pt>
                <c:pt idx="9203">
                  <c:v>7.7773599999999998</c:v>
                </c:pt>
                <c:pt idx="9204">
                  <c:v>7.5674999999999999</c:v>
                </c:pt>
                <c:pt idx="9205">
                  <c:v>7.3698399999999999</c:v>
                </c:pt>
                <c:pt idx="9206">
                  <c:v>7.5368000000000004</c:v>
                </c:pt>
                <c:pt idx="9207">
                  <c:v>7.8624400000000003</c:v>
                </c:pt>
                <c:pt idx="9208">
                  <c:v>7.9061599999999999</c:v>
                </c:pt>
                <c:pt idx="9209">
                  <c:v>7.9020700000000001</c:v>
                </c:pt>
                <c:pt idx="9210">
                  <c:v>7.6593099999999996</c:v>
                </c:pt>
                <c:pt idx="9211">
                  <c:v>7.5048199999999996</c:v>
                </c:pt>
                <c:pt idx="9212">
                  <c:v>7.2409499999999998</c:v>
                </c:pt>
                <c:pt idx="9213">
                  <c:v>6.9931999999999999</c:v>
                </c:pt>
                <c:pt idx="9214">
                  <c:v>7.0949400000000002</c:v>
                </c:pt>
                <c:pt idx="9215">
                  <c:v>7.5163399999999996</c:v>
                </c:pt>
                <c:pt idx="9216">
                  <c:v>8.2088099999999997</c:v>
                </c:pt>
                <c:pt idx="9217">
                  <c:v>8.4386399999999995</c:v>
                </c:pt>
                <c:pt idx="9218">
                  <c:v>8.2142400000000002</c:v>
                </c:pt>
                <c:pt idx="9219">
                  <c:v>7.9870900000000002</c:v>
                </c:pt>
                <c:pt idx="9220">
                  <c:v>7.7750000000000004</c:v>
                </c:pt>
                <c:pt idx="9221">
                  <c:v>7.5201099999999999</c:v>
                </c:pt>
                <c:pt idx="9222">
                  <c:v>7.6541800000000002</c:v>
                </c:pt>
                <c:pt idx="9223">
                  <c:v>7.8983400000000001</c:v>
                </c:pt>
                <c:pt idx="9224">
                  <c:v>7.6531799999999999</c:v>
                </c:pt>
                <c:pt idx="9225">
                  <c:v>7.3570000000000002</c:v>
                </c:pt>
                <c:pt idx="9226">
                  <c:v>7.2136300000000002</c:v>
                </c:pt>
                <c:pt idx="9227">
                  <c:v>7.3542300000000003</c:v>
                </c:pt>
                <c:pt idx="9228">
                  <c:v>7.6406900000000002</c:v>
                </c:pt>
                <c:pt idx="9229">
                  <c:v>7.8367399999999998</c:v>
                </c:pt>
                <c:pt idx="9230">
                  <c:v>7.9347599999999998</c:v>
                </c:pt>
                <c:pt idx="9231">
                  <c:v>8.0683699999999998</c:v>
                </c:pt>
                <c:pt idx="9232">
                  <c:v>8.1791300000000007</c:v>
                </c:pt>
                <c:pt idx="9233">
                  <c:v>7.6108700000000002</c:v>
                </c:pt>
                <c:pt idx="9234">
                  <c:v>7.4201199999999998</c:v>
                </c:pt>
                <c:pt idx="9235">
                  <c:v>7.7359</c:v>
                </c:pt>
                <c:pt idx="9236">
                  <c:v>7.5252600000000003</c:v>
                </c:pt>
                <c:pt idx="9237">
                  <c:v>7.3438100000000004</c:v>
                </c:pt>
                <c:pt idx="9238">
                  <c:v>7.4298299999999999</c:v>
                </c:pt>
                <c:pt idx="9239">
                  <c:v>7.7485200000000001</c:v>
                </c:pt>
                <c:pt idx="9240">
                  <c:v>7.98062</c:v>
                </c:pt>
                <c:pt idx="9241">
                  <c:v>7.9340200000000003</c:v>
                </c:pt>
                <c:pt idx="9242">
                  <c:v>7.7260799999999996</c:v>
                </c:pt>
                <c:pt idx="9243">
                  <c:v>7.7535400000000001</c:v>
                </c:pt>
                <c:pt idx="9244">
                  <c:v>8.1893999999999991</c:v>
                </c:pt>
                <c:pt idx="9245">
                  <c:v>8.8526299999999996</c:v>
                </c:pt>
                <c:pt idx="9246">
                  <c:v>9.1419300000000003</c:v>
                </c:pt>
                <c:pt idx="9247">
                  <c:v>8.9055400000000002</c:v>
                </c:pt>
                <c:pt idx="9248">
                  <c:v>8.8790600000000008</c:v>
                </c:pt>
                <c:pt idx="9249">
                  <c:v>8.71401</c:v>
                </c:pt>
                <c:pt idx="9250">
                  <c:v>8.4192400000000003</c:v>
                </c:pt>
                <c:pt idx="9251">
                  <c:v>8.2413299999999996</c:v>
                </c:pt>
                <c:pt idx="9252">
                  <c:v>8.2731899999999996</c:v>
                </c:pt>
                <c:pt idx="9253">
                  <c:v>8.17943</c:v>
                </c:pt>
                <c:pt idx="9254">
                  <c:v>7.9871499999999997</c:v>
                </c:pt>
                <c:pt idx="9255">
                  <c:v>8.1833399999999994</c:v>
                </c:pt>
                <c:pt idx="9256">
                  <c:v>8.0336700000000008</c:v>
                </c:pt>
                <c:pt idx="9257">
                  <c:v>7.7133399999999996</c:v>
                </c:pt>
                <c:pt idx="9258">
                  <c:v>7.7929599999999999</c:v>
                </c:pt>
                <c:pt idx="9259">
                  <c:v>7.92537</c:v>
                </c:pt>
                <c:pt idx="9260">
                  <c:v>8.0046300000000006</c:v>
                </c:pt>
                <c:pt idx="9261">
                  <c:v>8.0781399999999994</c:v>
                </c:pt>
                <c:pt idx="9262">
                  <c:v>7.8190900000000001</c:v>
                </c:pt>
                <c:pt idx="9263">
                  <c:v>7.6242000000000001</c:v>
                </c:pt>
                <c:pt idx="9264">
                  <c:v>7.5749399999999998</c:v>
                </c:pt>
                <c:pt idx="9265">
                  <c:v>7.3897599999999999</c:v>
                </c:pt>
                <c:pt idx="9266">
                  <c:v>7.3420800000000002</c:v>
                </c:pt>
                <c:pt idx="9267">
                  <c:v>7.6647100000000004</c:v>
                </c:pt>
                <c:pt idx="9268">
                  <c:v>7.8384799999999997</c:v>
                </c:pt>
                <c:pt idx="9269">
                  <c:v>7.79521</c:v>
                </c:pt>
                <c:pt idx="9270">
                  <c:v>7.8497599999999998</c:v>
                </c:pt>
                <c:pt idx="9271">
                  <c:v>7.6932099999999997</c:v>
                </c:pt>
                <c:pt idx="9272">
                  <c:v>7.7533200000000004</c:v>
                </c:pt>
                <c:pt idx="9273">
                  <c:v>7.8265099999999999</c:v>
                </c:pt>
                <c:pt idx="9274">
                  <c:v>7.8364599999999998</c:v>
                </c:pt>
                <c:pt idx="9275">
                  <c:v>8.1773799999999994</c:v>
                </c:pt>
                <c:pt idx="9276">
                  <c:v>8.2423300000000008</c:v>
                </c:pt>
                <c:pt idx="9277">
                  <c:v>8.2415900000000004</c:v>
                </c:pt>
                <c:pt idx="9278">
                  <c:v>7.9630400000000003</c:v>
                </c:pt>
                <c:pt idx="9279">
                  <c:v>7.7369300000000001</c:v>
                </c:pt>
                <c:pt idx="9280">
                  <c:v>7.8943899999999996</c:v>
                </c:pt>
                <c:pt idx="9281">
                  <c:v>8.0000199999999992</c:v>
                </c:pt>
                <c:pt idx="9282">
                  <c:v>8.1767299999999992</c:v>
                </c:pt>
                <c:pt idx="9283">
                  <c:v>8.2788000000000004</c:v>
                </c:pt>
                <c:pt idx="9284">
                  <c:v>8.4441299999999995</c:v>
                </c:pt>
                <c:pt idx="9285">
                  <c:v>8.5925600000000006</c:v>
                </c:pt>
                <c:pt idx="9286">
                  <c:v>8.5312999999999999</c:v>
                </c:pt>
                <c:pt idx="9287">
                  <c:v>8.5166000000000004</c:v>
                </c:pt>
                <c:pt idx="9288">
                  <c:v>8.4681099999999994</c:v>
                </c:pt>
                <c:pt idx="9289">
                  <c:v>8.42042</c:v>
                </c:pt>
                <c:pt idx="9290">
                  <c:v>8.6091800000000003</c:v>
                </c:pt>
                <c:pt idx="9291">
                  <c:v>8.6085899999999995</c:v>
                </c:pt>
                <c:pt idx="9292">
                  <c:v>8.5741899999999998</c:v>
                </c:pt>
                <c:pt idx="9293">
                  <c:v>8.7519600000000004</c:v>
                </c:pt>
                <c:pt idx="9294">
                  <c:v>8.9621300000000002</c:v>
                </c:pt>
                <c:pt idx="9295">
                  <c:v>9.0030599999999996</c:v>
                </c:pt>
                <c:pt idx="9296">
                  <c:v>8.6364900000000002</c:v>
                </c:pt>
                <c:pt idx="9297">
                  <c:v>8.2629000000000001</c:v>
                </c:pt>
                <c:pt idx="9298">
                  <c:v>8.0903600000000004</c:v>
                </c:pt>
                <c:pt idx="9299">
                  <c:v>7.8636799999999996</c:v>
                </c:pt>
                <c:pt idx="9300">
                  <c:v>7.6037299999999997</c:v>
                </c:pt>
                <c:pt idx="9301">
                  <c:v>7.8909700000000003</c:v>
                </c:pt>
                <c:pt idx="9302">
                  <c:v>8.1525700000000008</c:v>
                </c:pt>
                <c:pt idx="9303">
                  <c:v>8.1096000000000004</c:v>
                </c:pt>
                <c:pt idx="9304">
                  <c:v>8.0760000000000005</c:v>
                </c:pt>
                <c:pt idx="9305">
                  <c:v>8.0427300000000006</c:v>
                </c:pt>
                <c:pt idx="9306">
                  <c:v>8.3322400000000005</c:v>
                </c:pt>
                <c:pt idx="9307">
                  <c:v>8.8280799999999999</c:v>
                </c:pt>
                <c:pt idx="9308">
                  <c:v>8.7595500000000008</c:v>
                </c:pt>
                <c:pt idx="9309">
                  <c:v>8.4877900000000004</c:v>
                </c:pt>
                <c:pt idx="9310">
                  <c:v>8.4885000000000002</c:v>
                </c:pt>
                <c:pt idx="9311">
                  <c:v>8.7004300000000008</c:v>
                </c:pt>
                <c:pt idx="9312">
                  <c:v>8.5946499999999997</c:v>
                </c:pt>
                <c:pt idx="9313">
                  <c:v>8.4901999999999997</c:v>
                </c:pt>
                <c:pt idx="9314">
                  <c:v>8.4828600000000005</c:v>
                </c:pt>
                <c:pt idx="9315">
                  <c:v>8.1151400000000002</c:v>
                </c:pt>
                <c:pt idx="9316">
                  <c:v>8.04054</c:v>
                </c:pt>
                <c:pt idx="9317">
                  <c:v>8.1925100000000004</c:v>
                </c:pt>
                <c:pt idx="9318">
                  <c:v>8.3260100000000001</c:v>
                </c:pt>
                <c:pt idx="9319">
                  <c:v>8.2389899999999994</c:v>
                </c:pt>
                <c:pt idx="9320">
                  <c:v>8.31067</c:v>
                </c:pt>
                <c:pt idx="9321">
                  <c:v>8.2399799999999992</c:v>
                </c:pt>
                <c:pt idx="9322">
                  <c:v>7.74831</c:v>
                </c:pt>
                <c:pt idx="9323">
                  <c:v>7.5819200000000002</c:v>
                </c:pt>
                <c:pt idx="9324">
                  <c:v>7.9378000000000002</c:v>
                </c:pt>
                <c:pt idx="9325">
                  <c:v>7.7046799999999998</c:v>
                </c:pt>
                <c:pt idx="9326">
                  <c:v>7.4588999999999999</c:v>
                </c:pt>
                <c:pt idx="9327">
                  <c:v>7.7727500000000003</c:v>
                </c:pt>
                <c:pt idx="9328">
                  <c:v>8.2332199999999993</c:v>
                </c:pt>
                <c:pt idx="9329">
                  <c:v>8.2789400000000004</c:v>
                </c:pt>
                <c:pt idx="9330">
                  <c:v>8.1250599999999995</c:v>
                </c:pt>
                <c:pt idx="9331">
                  <c:v>8.0434800000000006</c:v>
                </c:pt>
                <c:pt idx="9332">
                  <c:v>8.2373499999999993</c:v>
                </c:pt>
                <c:pt idx="9333">
                  <c:v>8.2549499999999991</c:v>
                </c:pt>
                <c:pt idx="9334">
                  <c:v>8.1471199999999993</c:v>
                </c:pt>
                <c:pt idx="9335">
                  <c:v>8.1632400000000001</c:v>
                </c:pt>
                <c:pt idx="9336">
                  <c:v>8.1354500000000005</c:v>
                </c:pt>
                <c:pt idx="9337">
                  <c:v>8.1749100000000006</c:v>
                </c:pt>
                <c:pt idx="9338">
                  <c:v>8.1773199999999999</c:v>
                </c:pt>
                <c:pt idx="9339">
                  <c:v>8.2239799999999992</c:v>
                </c:pt>
                <c:pt idx="9340">
                  <c:v>8.3602600000000002</c:v>
                </c:pt>
                <c:pt idx="9341">
                  <c:v>8.1917799999999996</c:v>
                </c:pt>
                <c:pt idx="9342">
                  <c:v>7.8287500000000003</c:v>
                </c:pt>
                <c:pt idx="9343">
                  <c:v>7.6856499999999999</c:v>
                </c:pt>
                <c:pt idx="9344">
                  <c:v>7.7797499999999999</c:v>
                </c:pt>
                <c:pt idx="9345">
                  <c:v>7.8610100000000003</c:v>
                </c:pt>
                <c:pt idx="9346">
                  <c:v>8.09802</c:v>
                </c:pt>
                <c:pt idx="9347">
                  <c:v>8.4184199999999993</c:v>
                </c:pt>
                <c:pt idx="9348">
                  <c:v>8.5003299999999999</c:v>
                </c:pt>
                <c:pt idx="9349">
                  <c:v>8.63673</c:v>
                </c:pt>
                <c:pt idx="9350">
                  <c:v>8.7477599999999995</c:v>
                </c:pt>
                <c:pt idx="9351">
                  <c:v>8.6215700000000002</c:v>
                </c:pt>
                <c:pt idx="9352">
                  <c:v>8.3275600000000001</c:v>
                </c:pt>
                <c:pt idx="9353">
                  <c:v>8.3932400000000005</c:v>
                </c:pt>
                <c:pt idx="9354">
                  <c:v>8.3681199999999993</c:v>
                </c:pt>
                <c:pt idx="9355">
                  <c:v>8.51112</c:v>
                </c:pt>
                <c:pt idx="9356">
                  <c:v>8.6146600000000007</c:v>
                </c:pt>
                <c:pt idx="9357">
                  <c:v>8.8040400000000005</c:v>
                </c:pt>
                <c:pt idx="9358">
                  <c:v>8.8399300000000007</c:v>
                </c:pt>
                <c:pt idx="9359">
                  <c:v>8.9377099999999992</c:v>
                </c:pt>
                <c:pt idx="9360">
                  <c:v>8.7684300000000004</c:v>
                </c:pt>
                <c:pt idx="9361">
                  <c:v>8.5990800000000007</c:v>
                </c:pt>
                <c:pt idx="9362">
                  <c:v>8.3523399999999999</c:v>
                </c:pt>
                <c:pt idx="9363">
                  <c:v>8.2478800000000003</c:v>
                </c:pt>
                <c:pt idx="9364">
                  <c:v>8.69801</c:v>
                </c:pt>
                <c:pt idx="9365">
                  <c:v>9.0331299999999999</c:v>
                </c:pt>
                <c:pt idx="9366">
                  <c:v>8.7957999999999998</c:v>
                </c:pt>
                <c:pt idx="9367">
                  <c:v>8.3984400000000008</c:v>
                </c:pt>
                <c:pt idx="9368">
                  <c:v>8.1147600000000004</c:v>
                </c:pt>
                <c:pt idx="9369">
                  <c:v>8.1465999999999994</c:v>
                </c:pt>
                <c:pt idx="9370">
                  <c:v>7.9460699999999997</c:v>
                </c:pt>
                <c:pt idx="9371">
                  <c:v>7.7242199999999999</c:v>
                </c:pt>
                <c:pt idx="9372">
                  <c:v>7.85365</c:v>
                </c:pt>
                <c:pt idx="9373">
                  <c:v>8.0363000000000007</c:v>
                </c:pt>
                <c:pt idx="9374">
                  <c:v>8.1189800000000005</c:v>
                </c:pt>
                <c:pt idx="9375">
                  <c:v>8.0303100000000001</c:v>
                </c:pt>
                <c:pt idx="9376">
                  <c:v>7.9805799999999998</c:v>
                </c:pt>
                <c:pt idx="9377">
                  <c:v>8.3564600000000002</c:v>
                </c:pt>
                <c:pt idx="9378">
                  <c:v>8.5840300000000003</c:v>
                </c:pt>
                <c:pt idx="9379">
                  <c:v>8.5959699999999994</c:v>
                </c:pt>
                <c:pt idx="9380">
                  <c:v>8.6415799999999994</c:v>
                </c:pt>
                <c:pt idx="9381">
                  <c:v>8.5345099999999992</c:v>
                </c:pt>
                <c:pt idx="9382">
                  <c:v>8.4139499999999998</c:v>
                </c:pt>
                <c:pt idx="9383">
                  <c:v>8.4440899999999992</c:v>
                </c:pt>
                <c:pt idx="9384">
                  <c:v>8.6088500000000003</c:v>
                </c:pt>
                <c:pt idx="9385">
                  <c:v>8.5808</c:v>
                </c:pt>
                <c:pt idx="9386">
                  <c:v>8.3896999999999995</c:v>
                </c:pt>
                <c:pt idx="9387">
                  <c:v>8.1890300000000007</c:v>
                </c:pt>
                <c:pt idx="9388">
                  <c:v>8.2373399999999997</c:v>
                </c:pt>
                <c:pt idx="9389">
                  <c:v>8.6846499999999995</c:v>
                </c:pt>
                <c:pt idx="9390">
                  <c:v>8.8328199999999999</c:v>
                </c:pt>
                <c:pt idx="9391">
                  <c:v>8.5131899999999998</c:v>
                </c:pt>
                <c:pt idx="9392">
                  <c:v>8.1714500000000001</c:v>
                </c:pt>
                <c:pt idx="9393">
                  <c:v>7.9825999999999997</c:v>
                </c:pt>
                <c:pt idx="9394">
                  <c:v>7.9054000000000002</c:v>
                </c:pt>
                <c:pt idx="9395">
                  <c:v>7.9022600000000001</c:v>
                </c:pt>
                <c:pt idx="9396">
                  <c:v>7.8726900000000004</c:v>
                </c:pt>
                <c:pt idx="9397">
                  <c:v>8.0710700000000006</c:v>
                </c:pt>
                <c:pt idx="9398">
                  <c:v>8.5174400000000006</c:v>
                </c:pt>
                <c:pt idx="9399">
                  <c:v>8.7618200000000002</c:v>
                </c:pt>
                <c:pt idx="9400">
                  <c:v>8.6820599999999999</c:v>
                </c:pt>
                <c:pt idx="9401">
                  <c:v>8.7932100000000002</c:v>
                </c:pt>
                <c:pt idx="9402">
                  <c:v>8.6918299999999995</c:v>
                </c:pt>
                <c:pt idx="9403">
                  <c:v>8.3998399999999993</c:v>
                </c:pt>
                <c:pt idx="9404">
                  <c:v>8.4401100000000007</c:v>
                </c:pt>
                <c:pt idx="9405">
                  <c:v>8.5436800000000002</c:v>
                </c:pt>
                <c:pt idx="9406">
                  <c:v>8.7600499999999997</c:v>
                </c:pt>
                <c:pt idx="9407">
                  <c:v>8.6603200000000005</c:v>
                </c:pt>
                <c:pt idx="9408">
                  <c:v>8.3326600000000006</c:v>
                </c:pt>
                <c:pt idx="9409">
                  <c:v>8.2759499999999999</c:v>
                </c:pt>
                <c:pt idx="9410">
                  <c:v>8.0577799999999993</c:v>
                </c:pt>
                <c:pt idx="9411">
                  <c:v>8.0203500000000005</c:v>
                </c:pt>
                <c:pt idx="9412">
                  <c:v>8.5740700000000007</c:v>
                </c:pt>
                <c:pt idx="9413">
                  <c:v>8.5767000000000007</c:v>
                </c:pt>
                <c:pt idx="9414">
                  <c:v>8.2848199999999999</c:v>
                </c:pt>
                <c:pt idx="9415">
                  <c:v>8.2399199999999997</c:v>
                </c:pt>
                <c:pt idx="9416">
                  <c:v>8.3313199999999998</c:v>
                </c:pt>
                <c:pt idx="9417">
                  <c:v>8.4236400000000007</c:v>
                </c:pt>
                <c:pt idx="9418">
                  <c:v>8.3162199999999995</c:v>
                </c:pt>
                <c:pt idx="9419">
                  <c:v>8.1540300000000006</c:v>
                </c:pt>
                <c:pt idx="9420">
                  <c:v>8.3374799999999993</c:v>
                </c:pt>
                <c:pt idx="9421">
                  <c:v>8.4491499999999995</c:v>
                </c:pt>
                <c:pt idx="9422">
                  <c:v>8.5182000000000002</c:v>
                </c:pt>
                <c:pt idx="9423">
                  <c:v>8.6470599999999997</c:v>
                </c:pt>
                <c:pt idx="9424">
                  <c:v>8.86205</c:v>
                </c:pt>
                <c:pt idx="9425">
                  <c:v>8.8644300000000005</c:v>
                </c:pt>
                <c:pt idx="9426">
                  <c:v>9.0920100000000001</c:v>
                </c:pt>
                <c:pt idx="9427">
                  <c:v>9.1525599999999994</c:v>
                </c:pt>
                <c:pt idx="9428">
                  <c:v>8.9919700000000002</c:v>
                </c:pt>
                <c:pt idx="9429">
                  <c:v>9.0248200000000001</c:v>
                </c:pt>
                <c:pt idx="9430">
                  <c:v>8.9384399999999999</c:v>
                </c:pt>
                <c:pt idx="9431">
                  <c:v>8.5899400000000004</c:v>
                </c:pt>
                <c:pt idx="9432">
                  <c:v>8.3883600000000005</c:v>
                </c:pt>
                <c:pt idx="9433">
                  <c:v>8.51023</c:v>
                </c:pt>
                <c:pt idx="9434">
                  <c:v>8.5108899999999998</c:v>
                </c:pt>
                <c:pt idx="9435">
                  <c:v>8.6635799999999996</c:v>
                </c:pt>
                <c:pt idx="9436">
                  <c:v>8.5820600000000002</c:v>
                </c:pt>
                <c:pt idx="9437">
                  <c:v>8.4632900000000006</c:v>
                </c:pt>
                <c:pt idx="9438">
                  <c:v>8.3625699999999998</c:v>
                </c:pt>
                <c:pt idx="9439">
                  <c:v>8.4026700000000005</c:v>
                </c:pt>
                <c:pt idx="9440">
                  <c:v>8.3854799999999994</c:v>
                </c:pt>
                <c:pt idx="9441">
                  <c:v>8.5252300000000005</c:v>
                </c:pt>
                <c:pt idx="9442">
                  <c:v>8.7123000000000008</c:v>
                </c:pt>
                <c:pt idx="9443">
                  <c:v>8.6476600000000001</c:v>
                </c:pt>
                <c:pt idx="9444">
                  <c:v>8.4306199999999993</c:v>
                </c:pt>
                <c:pt idx="9445">
                  <c:v>8.2189300000000003</c:v>
                </c:pt>
                <c:pt idx="9446">
                  <c:v>8.2200799999999994</c:v>
                </c:pt>
                <c:pt idx="9447">
                  <c:v>8.6056100000000004</c:v>
                </c:pt>
                <c:pt idx="9448">
                  <c:v>8.8246599999999997</c:v>
                </c:pt>
                <c:pt idx="9449">
                  <c:v>9.1183899999999998</c:v>
                </c:pt>
                <c:pt idx="9450">
                  <c:v>9.2685600000000008</c:v>
                </c:pt>
                <c:pt idx="9451">
                  <c:v>9.5516000000000005</c:v>
                </c:pt>
                <c:pt idx="9452">
                  <c:v>9.5176800000000004</c:v>
                </c:pt>
                <c:pt idx="9453">
                  <c:v>8.8847199999999997</c:v>
                </c:pt>
                <c:pt idx="9454">
                  <c:v>8.6587800000000001</c:v>
                </c:pt>
                <c:pt idx="9455">
                  <c:v>8.7047299999999996</c:v>
                </c:pt>
                <c:pt idx="9456">
                  <c:v>8.7692499999999995</c:v>
                </c:pt>
                <c:pt idx="9457">
                  <c:v>9.1801600000000008</c:v>
                </c:pt>
                <c:pt idx="9458">
                  <c:v>9.3186499999999999</c:v>
                </c:pt>
                <c:pt idx="9459">
                  <c:v>9.16465</c:v>
                </c:pt>
                <c:pt idx="9460">
                  <c:v>9.2117799999999992</c:v>
                </c:pt>
                <c:pt idx="9461">
                  <c:v>8.88429</c:v>
                </c:pt>
                <c:pt idx="9462">
                  <c:v>8.5514200000000002</c:v>
                </c:pt>
                <c:pt idx="9463">
                  <c:v>8.3780999999999999</c:v>
                </c:pt>
                <c:pt idx="9464">
                  <c:v>8.3556600000000003</c:v>
                </c:pt>
                <c:pt idx="9465">
                  <c:v>8.4550999999999998</c:v>
                </c:pt>
                <c:pt idx="9466">
                  <c:v>8.4736600000000006</c:v>
                </c:pt>
                <c:pt idx="9467">
                  <c:v>8.5910899999999994</c:v>
                </c:pt>
                <c:pt idx="9468">
                  <c:v>8.7789599999999997</c:v>
                </c:pt>
                <c:pt idx="9469">
                  <c:v>8.9891799999999993</c:v>
                </c:pt>
                <c:pt idx="9470">
                  <c:v>9.2375000000000007</c:v>
                </c:pt>
                <c:pt idx="9471">
                  <c:v>9.2572299999999998</c:v>
                </c:pt>
                <c:pt idx="9472">
                  <c:v>9.3825099999999999</c:v>
                </c:pt>
                <c:pt idx="9473">
                  <c:v>9.83582</c:v>
                </c:pt>
                <c:pt idx="9474">
                  <c:v>10.377800000000001</c:v>
                </c:pt>
                <c:pt idx="9475">
                  <c:v>10.589499999999999</c:v>
                </c:pt>
                <c:pt idx="9476">
                  <c:v>10.815</c:v>
                </c:pt>
                <c:pt idx="9477">
                  <c:v>10.8405</c:v>
                </c:pt>
                <c:pt idx="9478">
                  <c:v>10.667199999999999</c:v>
                </c:pt>
                <c:pt idx="9479">
                  <c:v>10.8925</c:v>
                </c:pt>
                <c:pt idx="9480">
                  <c:v>10.983599999999999</c:v>
                </c:pt>
                <c:pt idx="9481">
                  <c:v>11.1967</c:v>
                </c:pt>
                <c:pt idx="9482">
                  <c:v>11.6731</c:v>
                </c:pt>
                <c:pt idx="9483">
                  <c:v>12.0166</c:v>
                </c:pt>
                <c:pt idx="9484">
                  <c:v>11.9201</c:v>
                </c:pt>
                <c:pt idx="9485">
                  <c:v>11.3508</c:v>
                </c:pt>
                <c:pt idx="9486">
                  <c:v>10.810700000000001</c:v>
                </c:pt>
                <c:pt idx="9487">
                  <c:v>10.1633</c:v>
                </c:pt>
                <c:pt idx="9488">
                  <c:v>9.88645</c:v>
                </c:pt>
                <c:pt idx="9489">
                  <c:v>9.6843000000000004</c:v>
                </c:pt>
                <c:pt idx="9490">
                  <c:v>9.4143600000000003</c:v>
                </c:pt>
                <c:pt idx="9491">
                  <c:v>9.3891899999999993</c:v>
                </c:pt>
                <c:pt idx="9492">
                  <c:v>9.3081200000000006</c:v>
                </c:pt>
                <c:pt idx="9493">
                  <c:v>9.1150599999999997</c:v>
                </c:pt>
                <c:pt idx="9494">
                  <c:v>8.9802</c:v>
                </c:pt>
                <c:pt idx="9495">
                  <c:v>8.6750100000000003</c:v>
                </c:pt>
                <c:pt idx="9496">
                  <c:v>8.7149000000000001</c:v>
                </c:pt>
                <c:pt idx="9497">
                  <c:v>8.8843200000000007</c:v>
                </c:pt>
                <c:pt idx="9498">
                  <c:v>8.7888500000000001</c:v>
                </c:pt>
                <c:pt idx="9499">
                  <c:v>8.5343099999999996</c:v>
                </c:pt>
                <c:pt idx="9500">
                  <c:v>8.4306000000000001</c:v>
                </c:pt>
                <c:pt idx="9501">
                  <c:v>8.6923999999999992</c:v>
                </c:pt>
                <c:pt idx="9502">
                  <c:v>8.7914100000000008</c:v>
                </c:pt>
                <c:pt idx="9503">
                  <c:v>8.8109099999999998</c:v>
                </c:pt>
                <c:pt idx="9504">
                  <c:v>8.6906599999999994</c:v>
                </c:pt>
                <c:pt idx="9505">
                  <c:v>8.4840400000000002</c:v>
                </c:pt>
                <c:pt idx="9506">
                  <c:v>8.4682700000000004</c:v>
                </c:pt>
                <c:pt idx="9507">
                  <c:v>8.2810600000000001</c:v>
                </c:pt>
                <c:pt idx="9508">
                  <c:v>7.6316199999999998</c:v>
                </c:pt>
                <c:pt idx="9509">
                  <c:v>7.4505999999999997</c:v>
                </c:pt>
                <c:pt idx="9510">
                  <c:v>7.8369900000000001</c:v>
                </c:pt>
                <c:pt idx="9511">
                  <c:v>8.0713000000000008</c:v>
                </c:pt>
                <c:pt idx="9512">
                  <c:v>8.1512399999999996</c:v>
                </c:pt>
                <c:pt idx="9513">
                  <c:v>8.1964100000000002</c:v>
                </c:pt>
                <c:pt idx="9514">
                  <c:v>8.2351399999999995</c:v>
                </c:pt>
                <c:pt idx="9515">
                  <c:v>8.0590299999999999</c:v>
                </c:pt>
                <c:pt idx="9516">
                  <c:v>8.1551200000000001</c:v>
                </c:pt>
                <c:pt idx="9517">
                  <c:v>8.4494000000000007</c:v>
                </c:pt>
                <c:pt idx="9518">
                  <c:v>8.5041200000000003</c:v>
                </c:pt>
                <c:pt idx="9519">
                  <c:v>8.2554599999999994</c:v>
                </c:pt>
                <c:pt idx="9520">
                  <c:v>8.2478599999999993</c:v>
                </c:pt>
                <c:pt idx="9521">
                  <c:v>8.5701999999999998</c:v>
                </c:pt>
                <c:pt idx="9522">
                  <c:v>8.4166000000000007</c:v>
                </c:pt>
                <c:pt idx="9523">
                  <c:v>8.3914299999999997</c:v>
                </c:pt>
                <c:pt idx="9524">
                  <c:v>8.4051600000000004</c:v>
                </c:pt>
                <c:pt idx="9525">
                  <c:v>8.5475600000000007</c:v>
                </c:pt>
                <c:pt idx="9526">
                  <c:v>8.5740099999999995</c:v>
                </c:pt>
                <c:pt idx="9527">
                  <c:v>8.4163800000000002</c:v>
                </c:pt>
                <c:pt idx="9528">
                  <c:v>8.4641000000000002</c:v>
                </c:pt>
                <c:pt idx="9529">
                  <c:v>8.5283700000000007</c:v>
                </c:pt>
                <c:pt idx="9530">
                  <c:v>8.7124799999999993</c:v>
                </c:pt>
                <c:pt idx="9531">
                  <c:v>8.5720200000000002</c:v>
                </c:pt>
                <c:pt idx="9532">
                  <c:v>8.4202999999999992</c:v>
                </c:pt>
                <c:pt idx="9533">
                  <c:v>8.5548199999999994</c:v>
                </c:pt>
                <c:pt idx="9534">
                  <c:v>8.7423500000000001</c:v>
                </c:pt>
                <c:pt idx="9535">
                  <c:v>8.8189600000000006</c:v>
                </c:pt>
                <c:pt idx="9536">
                  <c:v>9.16859</c:v>
                </c:pt>
                <c:pt idx="9537">
                  <c:v>9.5999599999999994</c:v>
                </c:pt>
                <c:pt idx="9538">
                  <c:v>9.76905</c:v>
                </c:pt>
                <c:pt idx="9539">
                  <c:v>9.6471900000000002</c:v>
                </c:pt>
                <c:pt idx="9540">
                  <c:v>9.4326000000000008</c:v>
                </c:pt>
                <c:pt idx="9541">
                  <c:v>9.1644900000000007</c:v>
                </c:pt>
                <c:pt idx="9542">
                  <c:v>9.0422700000000003</c:v>
                </c:pt>
                <c:pt idx="9543">
                  <c:v>9.2802399999999992</c:v>
                </c:pt>
                <c:pt idx="9544">
                  <c:v>9.5138400000000001</c:v>
                </c:pt>
                <c:pt idx="9545">
                  <c:v>9.3664500000000004</c:v>
                </c:pt>
                <c:pt idx="9546">
                  <c:v>9.4965700000000002</c:v>
                </c:pt>
                <c:pt idx="9547">
                  <c:v>9.5341400000000007</c:v>
                </c:pt>
                <c:pt idx="9548">
                  <c:v>9.6972400000000007</c:v>
                </c:pt>
                <c:pt idx="9549">
                  <c:v>10.083399999999999</c:v>
                </c:pt>
                <c:pt idx="9550">
                  <c:v>10.0403</c:v>
                </c:pt>
                <c:pt idx="9551">
                  <c:v>10.2925</c:v>
                </c:pt>
                <c:pt idx="9552">
                  <c:v>10.6236</c:v>
                </c:pt>
                <c:pt idx="9553">
                  <c:v>10.378500000000001</c:v>
                </c:pt>
                <c:pt idx="9554">
                  <c:v>9.9611800000000006</c:v>
                </c:pt>
                <c:pt idx="9555">
                  <c:v>9.7112099999999995</c:v>
                </c:pt>
                <c:pt idx="9556">
                  <c:v>9.6572200000000006</c:v>
                </c:pt>
                <c:pt idx="9557">
                  <c:v>9.5670699999999993</c:v>
                </c:pt>
                <c:pt idx="9558">
                  <c:v>9.4413999999999998</c:v>
                </c:pt>
                <c:pt idx="9559">
                  <c:v>9.4654500000000006</c:v>
                </c:pt>
                <c:pt idx="9560">
                  <c:v>9.7987099999999998</c:v>
                </c:pt>
                <c:pt idx="9561">
                  <c:v>10.168799999999999</c:v>
                </c:pt>
                <c:pt idx="9562">
                  <c:v>10.1591</c:v>
                </c:pt>
                <c:pt idx="9563">
                  <c:v>10.026300000000001</c:v>
                </c:pt>
                <c:pt idx="9564">
                  <c:v>10.0898</c:v>
                </c:pt>
                <c:pt idx="9565">
                  <c:v>10.025600000000001</c:v>
                </c:pt>
                <c:pt idx="9566">
                  <c:v>10.2041</c:v>
                </c:pt>
                <c:pt idx="9567">
                  <c:v>10.7653</c:v>
                </c:pt>
                <c:pt idx="9568">
                  <c:v>10.917199999999999</c:v>
                </c:pt>
                <c:pt idx="9569">
                  <c:v>11.1976</c:v>
                </c:pt>
                <c:pt idx="9570">
                  <c:v>11.7097</c:v>
                </c:pt>
                <c:pt idx="9571">
                  <c:v>12.033200000000001</c:v>
                </c:pt>
                <c:pt idx="9572">
                  <c:v>11.893700000000001</c:v>
                </c:pt>
                <c:pt idx="9573">
                  <c:v>11.6235</c:v>
                </c:pt>
                <c:pt idx="9574">
                  <c:v>11.552199999999999</c:v>
                </c:pt>
                <c:pt idx="9575">
                  <c:v>11.304399999999999</c:v>
                </c:pt>
                <c:pt idx="9576">
                  <c:v>10.951499999999999</c:v>
                </c:pt>
                <c:pt idx="9577">
                  <c:v>11.130800000000001</c:v>
                </c:pt>
                <c:pt idx="9578">
                  <c:v>11.000500000000001</c:v>
                </c:pt>
                <c:pt idx="9579">
                  <c:v>10.5375</c:v>
                </c:pt>
                <c:pt idx="9580">
                  <c:v>9.9741</c:v>
                </c:pt>
                <c:pt idx="9581">
                  <c:v>9.8074999999999992</c:v>
                </c:pt>
                <c:pt idx="9582">
                  <c:v>10.019500000000001</c:v>
                </c:pt>
                <c:pt idx="9583">
                  <c:v>9.7277799999999992</c:v>
                </c:pt>
                <c:pt idx="9584">
                  <c:v>9.4882799999999996</c:v>
                </c:pt>
                <c:pt idx="9585">
                  <c:v>9.7237100000000005</c:v>
                </c:pt>
                <c:pt idx="9586">
                  <c:v>9.9978499999999997</c:v>
                </c:pt>
                <c:pt idx="9587">
                  <c:v>10.172700000000001</c:v>
                </c:pt>
                <c:pt idx="9588">
                  <c:v>10.082800000000001</c:v>
                </c:pt>
                <c:pt idx="9589">
                  <c:v>9.86266</c:v>
                </c:pt>
                <c:pt idx="9590">
                  <c:v>9.6349199999999993</c:v>
                </c:pt>
                <c:pt idx="9591">
                  <c:v>9.6635899999999992</c:v>
                </c:pt>
                <c:pt idx="9592">
                  <c:v>9.7447800000000004</c:v>
                </c:pt>
                <c:pt idx="9593">
                  <c:v>9.6973800000000008</c:v>
                </c:pt>
                <c:pt idx="9594">
                  <c:v>9.5363799999999994</c:v>
                </c:pt>
                <c:pt idx="9595">
                  <c:v>9.1960300000000004</c:v>
                </c:pt>
                <c:pt idx="9596">
                  <c:v>9.2622300000000006</c:v>
                </c:pt>
                <c:pt idx="9597">
                  <c:v>9.4277899999999999</c:v>
                </c:pt>
                <c:pt idx="9598">
                  <c:v>9.0422799999999999</c:v>
                </c:pt>
                <c:pt idx="9599">
                  <c:v>9.0147600000000008</c:v>
                </c:pt>
                <c:pt idx="9600">
                  <c:v>9.2627299999999995</c:v>
                </c:pt>
                <c:pt idx="9601">
                  <c:v>9.3619699999999995</c:v>
                </c:pt>
                <c:pt idx="9602">
                  <c:v>9.5632800000000007</c:v>
                </c:pt>
                <c:pt idx="9603">
                  <c:v>9.6662499999999998</c:v>
                </c:pt>
                <c:pt idx="9604">
                  <c:v>9.6699199999999994</c:v>
                </c:pt>
                <c:pt idx="9605">
                  <c:v>9.9982699999999998</c:v>
                </c:pt>
                <c:pt idx="9606">
                  <c:v>10.328099999999999</c:v>
                </c:pt>
                <c:pt idx="9607">
                  <c:v>10.497400000000001</c:v>
                </c:pt>
                <c:pt idx="9608">
                  <c:v>10.630699999999999</c:v>
                </c:pt>
                <c:pt idx="9609">
                  <c:v>10.772600000000001</c:v>
                </c:pt>
                <c:pt idx="9610">
                  <c:v>11.135899999999999</c:v>
                </c:pt>
                <c:pt idx="9611">
                  <c:v>11.0265</c:v>
                </c:pt>
                <c:pt idx="9612">
                  <c:v>10.4864</c:v>
                </c:pt>
                <c:pt idx="9613">
                  <c:v>10.2462</c:v>
                </c:pt>
                <c:pt idx="9614">
                  <c:v>10.3911</c:v>
                </c:pt>
                <c:pt idx="9615">
                  <c:v>10.7723</c:v>
                </c:pt>
                <c:pt idx="9616">
                  <c:v>11.061400000000001</c:v>
                </c:pt>
                <c:pt idx="9617">
                  <c:v>11.268700000000001</c:v>
                </c:pt>
                <c:pt idx="9618">
                  <c:v>11.1678</c:v>
                </c:pt>
                <c:pt idx="9619">
                  <c:v>11.2631</c:v>
                </c:pt>
                <c:pt idx="9620">
                  <c:v>11.431100000000001</c:v>
                </c:pt>
                <c:pt idx="9621">
                  <c:v>11.732100000000001</c:v>
                </c:pt>
                <c:pt idx="9622">
                  <c:v>12.1008</c:v>
                </c:pt>
                <c:pt idx="9623">
                  <c:v>12.2532</c:v>
                </c:pt>
                <c:pt idx="9624">
                  <c:v>12.1553</c:v>
                </c:pt>
                <c:pt idx="9625">
                  <c:v>12.2677</c:v>
                </c:pt>
                <c:pt idx="9626">
                  <c:v>12.236599999999999</c:v>
                </c:pt>
                <c:pt idx="9627">
                  <c:v>11.902900000000001</c:v>
                </c:pt>
                <c:pt idx="9628">
                  <c:v>12.1004</c:v>
                </c:pt>
                <c:pt idx="9629">
                  <c:v>12.2407</c:v>
                </c:pt>
                <c:pt idx="9630">
                  <c:v>11.813000000000001</c:v>
                </c:pt>
                <c:pt idx="9631">
                  <c:v>11.4152</c:v>
                </c:pt>
                <c:pt idx="9632">
                  <c:v>11.200799999999999</c:v>
                </c:pt>
                <c:pt idx="9633">
                  <c:v>10.9582</c:v>
                </c:pt>
                <c:pt idx="9634">
                  <c:v>10.576700000000001</c:v>
                </c:pt>
                <c:pt idx="9635">
                  <c:v>10.347</c:v>
                </c:pt>
                <c:pt idx="9636">
                  <c:v>10.215299999999999</c:v>
                </c:pt>
                <c:pt idx="9637">
                  <c:v>9.9907599999999999</c:v>
                </c:pt>
                <c:pt idx="9638">
                  <c:v>9.8511299999999995</c:v>
                </c:pt>
                <c:pt idx="9639">
                  <c:v>9.5747300000000006</c:v>
                </c:pt>
                <c:pt idx="9640">
                  <c:v>9.6019500000000004</c:v>
                </c:pt>
                <c:pt idx="9641">
                  <c:v>9.8359799999999993</c:v>
                </c:pt>
                <c:pt idx="9642">
                  <c:v>9.7990100000000009</c:v>
                </c:pt>
                <c:pt idx="9643">
                  <c:v>9.92272</c:v>
                </c:pt>
                <c:pt idx="9644">
                  <c:v>10.369400000000001</c:v>
                </c:pt>
                <c:pt idx="9645">
                  <c:v>10.5267</c:v>
                </c:pt>
                <c:pt idx="9646">
                  <c:v>10.0189</c:v>
                </c:pt>
                <c:pt idx="9647">
                  <c:v>9.3724500000000006</c:v>
                </c:pt>
                <c:pt idx="9648">
                  <c:v>9.0517599999999998</c:v>
                </c:pt>
                <c:pt idx="9649">
                  <c:v>8.9702800000000007</c:v>
                </c:pt>
                <c:pt idx="9650">
                  <c:v>9.3642800000000008</c:v>
                </c:pt>
                <c:pt idx="9651">
                  <c:v>9.7028599999999994</c:v>
                </c:pt>
                <c:pt idx="9652">
                  <c:v>9.5437899999999996</c:v>
                </c:pt>
                <c:pt idx="9653">
                  <c:v>9.2664799999999996</c:v>
                </c:pt>
                <c:pt idx="9654">
                  <c:v>9.0720299999999998</c:v>
                </c:pt>
                <c:pt idx="9655">
                  <c:v>9.2756100000000004</c:v>
                </c:pt>
                <c:pt idx="9656">
                  <c:v>9.5949000000000009</c:v>
                </c:pt>
                <c:pt idx="9657">
                  <c:v>9.6961600000000008</c:v>
                </c:pt>
                <c:pt idx="9658">
                  <c:v>9.4301499999999994</c:v>
                </c:pt>
                <c:pt idx="9659">
                  <c:v>8.8914200000000001</c:v>
                </c:pt>
                <c:pt idx="9660">
                  <c:v>8.7167200000000005</c:v>
                </c:pt>
                <c:pt idx="9661">
                  <c:v>8.8420100000000001</c:v>
                </c:pt>
                <c:pt idx="9662">
                  <c:v>8.82728</c:v>
                </c:pt>
                <c:pt idx="9663">
                  <c:v>8.8697099999999995</c:v>
                </c:pt>
                <c:pt idx="9664">
                  <c:v>9.1451399999999996</c:v>
                </c:pt>
                <c:pt idx="9665">
                  <c:v>9.4081200000000003</c:v>
                </c:pt>
                <c:pt idx="9666">
                  <c:v>9.8350200000000001</c:v>
                </c:pt>
                <c:pt idx="9667">
                  <c:v>9.7214600000000004</c:v>
                </c:pt>
                <c:pt idx="9668">
                  <c:v>9.4753299999999996</c:v>
                </c:pt>
                <c:pt idx="9669">
                  <c:v>9.4336300000000008</c:v>
                </c:pt>
                <c:pt idx="9670">
                  <c:v>9.47776</c:v>
                </c:pt>
                <c:pt idx="9671">
                  <c:v>9.5232899999999994</c:v>
                </c:pt>
                <c:pt idx="9672">
                  <c:v>9.8249200000000005</c:v>
                </c:pt>
                <c:pt idx="9673">
                  <c:v>10.2182</c:v>
                </c:pt>
                <c:pt idx="9674">
                  <c:v>9.8874700000000004</c:v>
                </c:pt>
                <c:pt idx="9675">
                  <c:v>9.4396799999999992</c:v>
                </c:pt>
                <c:pt idx="9676">
                  <c:v>9.6508000000000003</c:v>
                </c:pt>
                <c:pt idx="9677">
                  <c:v>9.9767299999999999</c:v>
                </c:pt>
                <c:pt idx="9678">
                  <c:v>9.8231999999999999</c:v>
                </c:pt>
                <c:pt idx="9679">
                  <c:v>9.8686900000000009</c:v>
                </c:pt>
                <c:pt idx="9680">
                  <c:v>9.7984200000000001</c:v>
                </c:pt>
                <c:pt idx="9681">
                  <c:v>9.4487000000000005</c:v>
                </c:pt>
                <c:pt idx="9682">
                  <c:v>9.6488200000000006</c:v>
                </c:pt>
                <c:pt idx="9683">
                  <c:v>9.8115199999999998</c:v>
                </c:pt>
                <c:pt idx="9684">
                  <c:v>9.7373399999999997</c:v>
                </c:pt>
                <c:pt idx="9685">
                  <c:v>9.9924400000000002</c:v>
                </c:pt>
                <c:pt idx="9686">
                  <c:v>10.293900000000001</c:v>
                </c:pt>
                <c:pt idx="9687">
                  <c:v>10.237500000000001</c:v>
                </c:pt>
                <c:pt idx="9688">
                  <c:v>10.2119</c:v>
                </c:pt>
                <c:pt idx="9689">
                  <c:v>10.2003</c:v>
                </c:pt>
                <c:pt idx="9690">
                  <c:v>10.0063</c:v>
                </c:pt>
                <c:pt idx="9691">
                  <c:v>9.8379300000000001</c:v>
                </c:pt>
                <c:pt idx="9692">
                  <c:v>9.7024799999999995</c:v>
                </c:pt>
                <c:pt idx="9693">
                  <c:v>9.9035600000000006</c:v>
                </c:pt>
                <c:pt idx="9694">
                  <c:v>10.1549</c:v>
                </c:pt>
                <c:pt idx="9695">
                  <c:v>10.07</c:v>
                </c:pt>
                <c:pt idx="9696">
                  <c:v>9.8429099999999998</c:v>
                </c:pt>
                <c:pt idx="9697">
                  <c:v>10.1958</c:v>
                </c:pt>
                <c:pt idx="9698">
                  <c:v>10.534599999999999</c:v>
                </c:pt>
                <c:pt idx="9699">
                  <c:v>10.534000000000001</c:v>
                </c:pt>
                <c:pt idx="9700">
                  <c:v>10.819000000000001</c:v>
                </c:pt>
                <c:pt idx="9701">
                  <c:v>10.988300000000001</c:v>
                </c:pt>
                <c:pt idx="9702">
                  <c:v>10.9354</c:v>
                </c:pt>
                <c:pt idx="9703">
                  <c:v>10.6976</c:v>
                </c:pt>
                <c:pt idx="9704">
                  <c:v>10.381500000000001</c:v>
                </c:pt>
                <c:pt idx="9705">
                  <c:v>10.395200000000001</c:v>
                </c:pt>
                <c:pt idx="9706">
                  <c:v>10.598100000000001</c:v>
                </c:pt>
                <c:pt idx="9707">
                  <c:v>10.9053</c:v>
                </c:pt>
                <c:pt idx="9708">
                  <c:v>11.1622</c:v>
                </c:pt>
                <c:pt idx="9709">
                  <c:v>11.7033</c:v>
                </c:pt>
                <c:pt idx="9710">
                  <c:v>12.4207</c:v>
                </c:pt>
                <c:pt idx="9711">
                  <c:v>13.133800000000001</c:v>
                </c:pt>
                <c:pt idx="9712">
                  <c:v>13.6404</c:v>
                </c:pt>
                <c:pt idx="9713">
                  <c:v>13.631399999999999</c:v>
                </c:pt>
                <c:pt idx="9714">
                  <c:v>13.5405</c:v>
                </c:pt>
                <c:pt idx="9715">
                  <c:v>13.3607</c:v>
                </c:pt>
                <c:pt idx="9716">
                  <c:v>13.172499999999999</c:v>
                </c:pt>
                <c:pt idx="9717">
                  <c:v>12.97</c:v>
                </c:pt>
                <c:pt idx="9718">
                  <c:v>12.628399999999999</c:v>
                </c:pt>
                <c:pt idx="9719">
                  <c:v>12.3268</c:v>
                </c:pt>
                <c:pt idx="9720">
                  <c:v>12.2493</c:v>
                </c:pt>
                <c:pt idx="9721">
                  <c:v>12.3485</c:v>
                </c:pt>
                <c:pt idx="9722">
                  <c:v>12.1854</c:v>
                </c:pt>
                <c:pt idx="9723">
                  <c:v>11.64</c:v>
                </c:pt>
                <c:pt idx="9724">
                  <c:v>11.042999999999999</c:v>
                </c:pt>
                <c:pt idx="9725">
                  <c:v>10.789300000000001</c:v>
                </c:pt>
                <c:pt idx="9726">
                  <c:v>11.0184</c:v>
                </c:pt>
                <c:pt idx="9727">
                  <c:v>11.158300000000001</c:v>
                </c:pt>
                <c:pt idx="9728">
                  <c:v>11.0261</c:v>
                </c:pt>
                <c:pt idx="9729">
                  <c:v>10.695499999999999</c:v>
                </c:pt>
                <c:pt idx="9730">
                  <c:v>10.108000000000001</c:v>
                </c:pt>
                <c:pt idx="9731">
                  <c:v>9.6983200000000007</c:v>
                </c:pt>
                <c:pt idx="9732">
                  <c:v>9.2984100000000005</c:v>
                </c:pt>
                <c:pt idx="9733">
                  <c:v>9.1654</c:v>
                </c:pt>
                <c:pt idx="9734">
                  <c:v>9.6091999999999995</c:v>
                </c:pt>
                <c:pt idx="9735">
                  <c:v>10.135199999999999</c:v>
                </c:pt>
                <c:pt idx="9736">
                  <c:v>10.5444</c:v>
                </c:pt>
                <c:pt idx="9737">
                  <c:v>10.6008</c:v>
                </c:pt>
                <c:pt idx="9738">
                  <c:v>10.318099999999999</c:v>
                </c:pt>
                <c:pt idx="9739">
                  <c:v>10.1662</c:v>
                </c:pt>
                <c:pt idx="9740">
                  <c:v>10.200799999999999</c:v>
                </c:pt>
                <c:pt idx="9741">
                  <c:v>10.392200000000001</c:v>
                </c:pt>
                <c:pt idx="9742">
                  <c:v>10.315899999999999</c:v>
                </c:pt>
                <c:pt idx="9743">
                  <c:v>10.2834</c:v>
                </c:pt>
                <c:pt idx="9744">
                  <c:v>10.049300000000001</c:v>
                </c:pt>
                <c:pt idx="9745">
                  <c:v>9.7493800000000004</c:v>
                </c:pt>
                <c:pt idx="9746">
                  <c:v>9.5382999999999996</c:v>
                </c:pt>
                <c:pt idx="9747">
                  <c:v>9.3353800000000007</c:v>
                </c:pt>
                <c:pt idx="9748">
                  <c:v>9.3385499999999997</c:v>
                </c:pt>
                <c:pt idx="9749">
                  <c:v>9.5588099999999994</c:v>
                </c:pt>
                <c:pt idx="9750">
                  <c:v>9.7052600000000009</c:v>
                </c:pt>
                <c:pt idx="9751">
                  <c:v>9.5714600000000001</c:v>
                </c:pt>
                <c:pt idx="9752">
                  <c:v>9.6492699999999996</c:v>
                </c:pt>
                <c:pt idx="9753">
                  <c:v>9.8103700000000007</c:v>
                </c:pt>
                <c:pt idx="9754">
                  <c:v>10.0068</c:v>
                </c:pt>
                <c:pt idx="9755">
                  <c:v>10.3285</c:v>
                </c:pt>
                <c:pt idx="9756">
                  <c:v>10.4605</c:v>
                </c:pt>
                <c:pt idx="9757">
                  <c:v>10.49</c:v>
                </c:pt>
                <c:pt idx="9758">
                  <c:v>10.6745</c:v>
                </c:pt>
                <c:pt idx="9759">
                  <c:v>10.8111</c:v>
                </c:pt>
                <c:pt idx="9760">
                  <c:v>10.998100000000001</c:v>
                </c:pt>
                <c:pt idx="9761">
                  <c:v>11.172000000000001</c:v>
                </c:pt>
                <c:pt idx="9762">
                  <c:v>11.053900000000001</c:v>
                </c:pt>
                <c:pt idx="9763">
                  <c:v>11.343</c:v>
                </c:pt>
                <c:pt idx="9764">
                  <c:v>11.5405</c:v>
                </c:pt>
                <c:pt idx="9765">
                  <c:v>11.4763</c:v>
                </c:pt>
                <c:pt idx="9766">
                  <c:v>11.0846</c:v>
                </c:pt>
                <c:pt idx="9767">
                  <c:v>10.9339</c:v>
                </c:pt>
                <c:pt idx="9768">
                  <c:v>10.905200000000001</c:v>
                </c:pt>
                <c:pt idx="9769">
                  <c:v>10.929</c:v>
                </c:pt>
                <c:pt idx="9770">
                  <c:v>11.0192</c:v>
                </c:pt>
                <c:pt idx="9771">
                  <c:v>10.7105</c:v>
                </c:pt>
                <c:pt idx="9772">
                  <c:v>10.5305</c:v>
                </c:pt>
                <c:pt idx="9773">
                  <c:v>10.7003</c:v>
                </c:pt>
                <c:pt idx="9774">
                  <c:v>11.080299999999999</c:v>
                </c:pt>
                <c:pt idx="9775">
                  <c:v>11.477499999999999</c:v>
                </c:pt>
                <c:pt idx="9776">
                  <c:v>11.480499999999999</c:v>
                </c:pt>
                <c:pt idx="9777">
                  <c:v>11.162599999999999</c:v>
                </c:pt>
                <c:pt idx="9778">
                  <c:v>11.149800000000001</c:v>
                </c:pt>
                <c:pt idx="9779">
                  <c:v>11.315899999999999</c:v>
                </c:pt>
                <c:pt idx="9780">
                  <c:v>11.140599999999999</c:v>
                </c:pt>
                <c:pt idx="9781">
                  <c:v>10.4566</c:v>
                </c:pt>
                <c:pt idx="9782">
                  <c:v>10.3194</c:v>
                </c:pt>
                <c:pt idx="9783">
                  <c:v>10.5237</c:v>
                </c:pt>
                <c:pt idx="9784">
                  <c:v>10.565</c:v>
                </c:pt>
                <c:pt idx="9785">
                  <c:v>10.552099999999999</c:v>
                </c:pt>
                <c:pt idx="9786">
                  <c:v>10.7012</c:v>
                </c:pt>
                <c:pt idx="9787">
                  <c:v>10.599</c:v>
                </c:pt>
                <c:pt idx="9788">
                  <c:v>10.667299999999999</c:v>
                </c:pt>
                <c:pt idx="9789">
                  <c:v>10.624000000000001</c:v>
                </c:pt>
                <c:pt idx="9790">
                  <c:v>10.546900000000001</c:v>
                </c:pt>
                <c:pt idx="9791">
                  <c:v>10.4353</c:v>
                </c:pt>
                <c:pt idx="9792">
                  <c:v>10.2972</c:v>
                </c:pt>
                <c:pt idx="9793">
                  <c:v>10.355600000000001</c:v>
                </c:pt>
                <c:pt idx="9794">
                  <c:v>10.7493</c:v>
                </c:pt>
                <c:pt idx="9795">
                  <c:v>11.2105</c:v>
                </c:pt>
                <c:pt idx="9796">
                  <c:v>11.1844</c:v>
                </c:pt>
                <c:pt idx="9797">
                  <c:v>10.802899999999999</c:v>
                </c:pt>
                <c:pt idx="9798">
                  <c:v>10.956200000000001</c:v>
                </c:pt>
                <c:pt idx="9799">
                  <c:v>11.0197</c:v>
                </c:pt>
                <c:pt idx="9800">
                  <c:v>11.125999999999999</c:v>
                </c:pt>
                <c:pt idx="9801">
                  <c:v>11.033200000000001</c:v>
                </c:pt>
                <c:pt idx="9802">
                  <c:v>11.141999999999999</c:v>
                </c:pt>
                <c:pt idx="9803">
                  <c:v>11.3405</c:v>
                </c:pt>
                <c:pt idx="9804">
                  <c:v>11.4963</c:v>
                </c:pt>
                <c:pt idx="9805">
                  <c:v>11.8908</c:v>
                </c:pt>
                <c:pt idx="9806">
                  <c:v>11.974299999999999</c:v>
                </c:pt>
                <c:pt idx="9807">
                  <c:v>11.7399</c:v>
                </c:pt>
                <c:pt idx="9808">
                  <c:v>11.298400000000001</c:v>
                </c:pt>
                <c:pt idx="9809">
                  <c:v>10.7341</c:v>
                </c:pt>
                <c:pt idx="9810">
                  <c:v>10.4306</c:v>
                </c:pt>
                <c:pt idx="9811">
                  <c:v>10.552099999999999</c:v>
                </c:pt>
                <c:pt idx="9812">
                  <c:v>10.780200000000001</c:v>
                </c:pt>
                <c:pt idx="9813">
                  <c:v>10.866899999999999</c:v>
                </c:pt>
                <c:pt idx="9814">
                  <c:v>10.493600000000001</c:v>
                </c:pt>
                <c:pt idx="9815">
                  <c:v>10.069900000000001</c:v>
                </c:pt>
                <c:pt idx="9816">
                  <c:v>10.4559</c:v>
                </c:pt>
                <c:pt idx="9817">
                  <c:v>11.2539</c:v>
                </c:pt>
                <c:pt idx="9818">
                  <c:v>11.7073</c:v>
                </c:pt>
                <c:pt idx="9819">
                  <c:v>11.8847</c:v>
                </c:pt>
                <c:pt idx="9820">
                  <c:v>11.886799999999999</c:v>
                </c:pt>
                <c:pt idx="9821">
                  <c:v>11.8605</c:v>
                </c:pt>
                <c:pt idx="9822">
                  <c:v>11.821999999999999</c:v>
                </c:pt>
                <c:pt idx="9823">
                  <c:v>11.590299999999999</c:v>
                </c:pt>
                <c:pt idx="9824">
                  <c:v>11.4931</c:v>
                </c:pt>
                <c:pt idx="9825">
                  <c:v>11.4748</c:v>
                </c:pt>
                <c:pt idx="9826">
                  <c:v>11.2919</c:v>
                </c:pt>
                <c:pt idx="9827">
                  <c:v>11.541700000000001</c:v>
                </c:pt>
                <c:pt idx="9828">
                  <c:v>11.77</c:v>
                </c:pt>
                <c:pt idx="9829">
                  <c:v>11.601800000000001</c:v>
                </c:pt>
                <c:pt idx="9830">
                  <c:v>11.3742</c:v>
                </c:pt>
                <c:pt idx="9831">
                  <c:v>11.2706</c:v>
                </c:pt>
                <c:pt idx="9832">
                  <c:v>11.554500000000001</c:v>
                </c:pt>
                <c:pt idx="9833">
                  <c:v>11.8317</c:v>
                </c:pt>
                <c:pt idx="9834">
                  <c:v>11.829599999999999</c:v>
                </c:pt>
                <c:pt idx="9835">
                  <c:v>11.976699999999999</c:v>
                </c:pt>
                <c:pt idx="9836">
                  <c:v>11.923999999999999</c:v>
                </c:pt>
                <c:pt idx="9837">
                  <c:v>12.1471</c:v>
                </c:pt>
                <c:pt idx="9838">
                  <c:v>12.476599999999999</c:v>
                </c:pt>
                <c:pt idx="9839">
                  <c:v>12.423999999999999</c:v>
                </c:pt>
                <c:pt idx="9840">
                  <c:v>12.3055</c:v>
                </c:pt>
                <c:pt idx="9841">
                  <c:v>12.046799999999999</c:v>
                </c:pt>
                <c:pt idx="9842">
                  <c:v>11.8391</c:v>
                </c:pt>
                <c:pt idx="9843">
                  <c:v>11.9223</c:v>
                </c:pt>
                <c:pt idx="9844">
                  <c:v>12.182700000000001</c:v>
                </c:pt>
                <c:pt idx="9845">
                  <c:v>12.1084</c:v>
                </c:pt>
                <c:pt idx="9846">
                  <c:v>11.8438</c:v>
                </c:pt>
                <c:pt idx="9847">
                  <c:v>11.325900000000001</c:v>
                </c:pt>
                <c:pt idx="9848">
                  <c:v>11.145799999999999</c:v>
                </c:pt>
                <c:pt idx="9849">
                  <c:v>11.233499999999999</c:v>
                </c:pt>
                <c:pt idx="9850">
                  <c:v>11.365399999999999</c:v>
                </c:pt>
                <c:pt idx="9851">
                  <c:v>11.6015</c:v>
                </c:pt>
                <c:pt idx="9852">
                  <c:v>11.6639</c:v>
                </c:pt>
                <c:pt idx="9853">
                  <c:v>11.5038</c:v>
                </c:pt>
                <c:pt idx="9854">
                  <c:v>11.1447</c:v>
                </c:pt>
                <c:pt idx="9855">
                  <c:v>11.2219</c:v>
                </c:pt>
                <c:pt idx="9856">
                  <c:v>11.537599999999999</c:v>
                </c:pt>
                <c:pt idx="9857">
                  <c:v>11.553100000000001</c:v>
                </c:pt>
                <c:pt idx="9858">
                  <c:v>11.5898</c:v>
                </c:pt>
                <c:pt idx="9859">
                  <c:v>11.745200000000001</c:v>
                </c:pt>
                <c:pt idx="9860">
                  <c:v>12.332700000000001</c:v>
                </c:pt>
                <c:pt idx="9861">
                  <c:v>12.317299999999999</c:v>
                </c:pt>
                <c:pt idx="9862">
                  <c:v>11.921200000000001</c:v>
                </c:pt>
                <c:pt idx="9863">
                  <c:v>11.861599999999999</c:v>
                </c:pt>
                <c:pt idx="9864">
                  <c:v>12.022399999999999</c:v>
                </c:pt>
                <c:pt idx="9865">
                  <c:v>11.9724</c:v>
                </c:pt>
                <c:pt idx="9866">
                  <c:v>12.0726</c:v>
                </c:pt>
                <c:pt idx="9867">
                  <c:v>12.1656</c:v>
                </c:pt>
                <c:pt idx="9868">
                  <c:v>11.9537</c:v>
                </c:pt>
                <c:pt idx="9869">
                  <c:v>11.668699999999999</c:v>
                </c:pt>
                <c:pt idx="9870">
                  <c:v>11.5159</c:v>
                </c:pt>
                <c:pt idx="9871">
                  <c:v>11.776899999999999</c:v>
                </c:pt>
                <c:pt idx="9872">
                  <c:v>11.9125</c:v>
                </c:pt>
                <c:pt idx="9873">
                  <c:v>12.005000000000001</c:v>
                </c:pt>
                <c:pt idx="9874">
                  <c:v>11.9808</c:v>
                </c:pt>
                <c:pt idx="9875">
                  <c:v>12.0002</c:v>
                </c:pt>
                <c:pt idx="9876">
                  <c:v>12.075699999999999</c:v>
                </c:pt>
                <c:pt idx="9877">
                  <c:v>12.0722</c:v>
                </c:pt>
                <c:pt idx="9878">
                  <c:v>12.4329</c:v>
                </c:pt>
                <c:pt idx="9879">
                  <c:v>12.713200000000001</c:v>
                </c:pt>
                <c:pt idx="9880">
                  <c:v>12.530099999999999</c:v>
                </c:pt>
                <c:pt idx="9881">
                  <c:v>12.228899999999999</c:v>
                </c:pt>
                <c:pt idx="9882">
                  <c:v>12.077500000000001</c:v>
                </c:pt>
                <c:pt idx="9883">
                  <c:v>11.763199999999999</c:v>
                </c:pt>
                <c:pt idx="9884">
                  <c:v>11.4053</c:v>
                </c:pt>
                <c:pt idx="9885">
                  <c:v>11.601800000000001</c:v>
                </c:pt>
                <c:pt idx="9886">
                  <c:v>12.0852</c:v>
                </c:pt>
                <c:pt idx="9887">
                  <c:v>12.4175</c:v>
                </c:pt>
                <c:pt idx="9888">
                  <c:v>12.5329</c:v>
                </c:pt>
                <c:pt idx="9889">
                  <c:v>12.308400000000001</c:v>
                </c:pt>
                <c:pt idx="9890">
                  <c:v>12.142899999999999</c:v>
                </c:pt>
                <c:pt idx="9891">
                  <c:v>11.984500000000001</c:v>
                </c:pt>
                <c:pt idx="9892">
                  <c:v>11.995200000000001</c:v>
                </c:pt>
                <c:pt idx="9893">
                  <c:v>11.848100000000001</c:v>
                </c:pt>
                <c:pt idx="9894">
                  <c:v>11.9368</c:v>
                </c:pt>
                <c:pt idx="9895">
                  <c:v>12.158799999999999</c:v>
                </c:pt>
                <c:pt idx="9896">
                  <c:v>12.2407</c:v>
                </c:pt>
                <c:pt idx="9897">
                  <c:v>12.093500000000001</c:v>
                </c:pt>
                <c:pt idx="9898">
                  <c:v>11.9329</c:v>
                </c:pt>
                <c:pt idx="9899">
                  <c:v>12.052899999999999</c:v>
                </c:pt>
                <c:pt idx="9900">
                  <c:v>12.4649</c:v>
                </c:pt>
                <c:pt idx="9901">
                  <c:v>12.841900000000001</c:v>
                </c:pt>
                <c:pt idx="9902">
                  <c:v>12.928100000000001</c:v>
                </c:pt>
                <c:pt idx="9903">
                  <c:v>12.8797</c:v>
                </c:pt>
                <c:pt idx="9904">
                  <c:v>12.6661</c:v>
                </c:pt>
                <c:pt idx="9905">
                  <c:v>12.654199999999999</c:v>
                </c:pt>
                <c:pt idx="9906">
                  <c:v>12.8368</c:v>
                </c:pt>
                <c:pt idx="9907">
                  <c:v>12.842499999999999</c:v>
                </c:pt>
                <c:pt idx="9908">
                  <c:v>12.427</c:v>
                </c:pt>
                <c:pt idx="9909">
                  <c:v>12.1455</c:v>
                </c:pt>
                <c:pt idx="9910">
                  <c:v>12.4054</c:v>
                </c:pt>
                <c:pt idx="9911">
                  <c:v>12.731</c:v>
                </c:pt>
                <c:pt idx="9912">
                  <c:v>13.0542</c:v>
                </c:pt>
                <c:pt idx="9913">
                  <c:v>13.2387</c:v>
                </c:pt>
                <c:pt idx="9914">
                  <c:v>13.1198</c:v>
                </c:pt>
                <c:pt idx="9915">
                  <c:v>12.9406</c:v>
                </c:pt>
                <c:pt idx="9916">
                  <c:v>12.7164</c:v>
                </c:pt>
                <c:pt idx="9917">
                  <c:v>12.566800000000001</c:v>
                </c:pt>
                <c:pt idx="9918">
                  <c:v>12.908799999999999</c:v>
                </c:pt>
                <c:pt idx="9919">
                  <c:v>13.1738</c:v>
                </c:pt>
                <c:pt idx="9920">
                  <c:v>13.0238</c:v>
                </c:pt>
                <c:pt idx="9921">
                  <c:v>13.044600000000001</c:v>
                </c:pt>
                <c:pt idx="9922">
                  <c:v>13.256399999999999</c:v>
                </c:pt>
                <c:pt idx="9923">
                  <c:v>13.533899999999999</c:v>
                </c:pt>
                <c:pt idx="9924">
                  <c:v>13.954000000000001</c:v>
                </c:pt>
                <c:pt idx="9925">
                  <c:v>13.9168</c:v>
                </c:pt>
                <c:pt idx="9926">
                  <c:v>14.068</c:v>
                </c:pt>
                <c:pt idx="9927">
                  <c:v>14.607900000000001</c:v>
                </c:pt>
                <c:pt idx="9928">
                  <c:v>14.937099999999999</c:v>
                </c:pt>
                <c:pt idx="9929">
                  <c:v>14.874499999999999</c:v>
                </c:pt>
                <c:pt idx="9930">
                  <c:v>14.338100000000001</c:v>
                </c:pt>
                <c:pt idx="9931">
                  <c:v>14.2235</c:v>
                </c:pt>
                <c:pt idx="9932">
                  <c:v>14.302099999999999</c:v>
                </c:pt>
                <c:pt idx="9933">
                  <c:v>14.2683</c:v>
                </c:pt>
                <c:pt idx="9934">
                  <c:v>14.524800000000001</c:v>
                </c:pt>
                <c:pt idx="9935">
                  <c:v>14.716699999999999</c:v>
                </c:pt>
                <c:pt idx="9936">
                  <c:v>14.777100000000001</c:v>
                </c:pt>
                <c:pt idx="9937">
                  <c:v>14.6496</c:v>
                </c:pt>
                <c:pt idx="9938">
                  <c:v>14.358599999999999</c:v>
                </c:pt>
                <c:pt idx="9939">
                  <c:v>14.143800000000001</c:v>
                </c:pt>
                <c:pt idx="9940">
                  <c:v>14.200900000000001</c:v>
                </c:pt>
                <c:pt idx="9941">
                  <c:v>14.2669</c:v>
                </c:pt>
                <c:pt idx="9942">
                  <c:v>14.220800000000001</c:v>
                </c:pt>
                <c:pt idx="9943">
                  <c:v>14.2254</c:v>
                </c:pt>
                <c:pt idx="9944">
                  <c:v>14.379200000000001</c:v>
                </c:pt>
                <c:pt idx="9945">
                  <c:v>14.649800000000001</c:v>
                </c:pt>
                <c:pt idx="9946">
                  <c:v>14.6808</c:v>
                </c:pt>
                <c:pt idx="9947">
                  <c:v>14.556699999999999</c:v>
                </c:pt>
                <c:pt idx="9948">
                  <c:v>14.471</c:v>
                </c:pt>
                <c:pt idx="9949">
                  <c:v>14.1883</c:v>
                </c:pt>
                <c:pt idx="9950">
                  <c:v>13.701499999999999</c:v>
                </c:pt>
                <c:pt idx="9951">
                  <c:v>13.748699999999999</c:v>
                </c:pt>
                <c:pt idx="9952">
                  <c:v>14.209</c:v>
                </c:pt>
                <c:pt idx="9953">
                  <c:v>14.6553</c:v>
                </c:pt>
                <c:pt idx="9954">
                  <c:v>14.7651</c:v>
                </c:pt>
                <c:pt idx="9955">
                  <c:v>14.7361</c:v>
                </c:pt>
                <c:pt idx="9956">
                  <c:v>14.489000000000001</c:v>
                </c:pt>
                <c:pt idx="9957">
                  <c:v>14.4475</c:v>
                </c:pt>
                <c:pt idx="9958">
                  <c:v>14.7363</c:v>
                </c:pt>
                <c:pt idx="9959">
                  <c:v>15.0276</c:v>
                </c:pt>
                <c:pt idx="9960">
                  <c:v>15.196999999999999</c:v>
                </c:pt>
                <c:pt idx="9961">
                  <c:v>15.0594</c:v>
                </c:pt>
                <c:pt idx="9962">
                  <c:v>14.856</c:v>
                </c:pt>
                <c:pt idx="9963">
                  <c:v>14.9642</c:v>
                </c:pt>
                <c:pt idx="9964">
                  <c:v>15.0314</c:v>
                </c:pt>
                <c:pt idx="9965">
                  <c:v>14.925700000000001</c:v>
                </c:pt>
                <c:pt idx="9966">
                  <c:v>14.794600000000001</c:v>
                </c:pt>
                <c:pt idx="9967">
                  <c:v>14.592700000000001</c:v>
                </c:pt>
                <c:pt idx="9968">
                  <c:v>14.65</c:v>
                </c:pt>
                <c:pt idx="9969">
                  <c:v>15.298400000000001</c:v>
                </c:pt>
                <c:pt idx="9970">
                  <c:v>15.8194</c:v>
                </c:pt>
                <c:pt idx="9971">
                  <c:v>15.663399999999999</c:v>
                </c:pt>
                <c:pt idx="9972">
                  <c:v>15.5464</c:v>
                </c:pt>
                <c:pt idx="9973">
                  <c:v>15.406000000000001</c:v>
                </c:pt>
                <c:pt idx="9974">
                  <c:v>15.6028</c:v>
                </c:pt>
                <c:pt idx="9975">
                  <c:v>15.3614</c:v>
                </c:pt>
                <c:pt idx="9976">
                  <c:v>14.946300000000001</c:v>
                </c:pt>
                <c:pt idx="9977">
                  <c:v>15.344099999999999</c:v>
                </c:pt>
                <c:pt idx="9978">
                  <c:v>16.078499999999998</c:v>
                </c:pt>
                <c:pt idx="9979">
                  <c:v>16.635999999999999</c:v>
                </c:pt>
                <c:pt idx="9980">
                  <c:v>16.688400000000001</c:v>
                </c:pt>
                <c:pt idx="9981">
                  <c:v>16.6464</c:v>
                </c:pt>
                <c:pt idx="9982">
                  <c:v>16.6951</c:v>
                </c:pt>
                <c:pt idx="9983">
                  <c:v>16.7319</c:v>
                </c:pt>
                <c:pt idx="9984">
                  <c:v>16.5504</c:v>
                </c:pt>
                <c:pt idx="9985">
                  <c:v>16.598800000000001</c:v>
                </c:pt>
                <c:pt idx="9986">
                  <c:v>16.427600000000002</c:v>
                </c:pt>
                <c:pt idx="9987">
                  <c:v>16.523700000000002</c:v>
                </c:pt>
                <c:pt idx="9988">
                  <c:v>16.9833</c:v>
                </c:pt>
                <c:pt idx="9989">
                  <c:v>17.154299999999999</c:v>
                </c:pt>
                <c:pt idx="9990">
                  <c:v>17.306000000000001</c:v>
                </c:pt>
                <c:pt idx="9991">
                  <c:v>17.452300000000001</c:v>
                </c:pt>
                <c:pt idx="9992">
                  <c:v>17.4481</c:v>
                </c:pt>
                <c:pt idx="9993">
                  <c:v>16.976900000000001</c:v>
                </c:pt>
                <c:pt idx="9994">
                  <c:v>16.933700000000002</c:v>
                </c:pt>
                <c:pt idx="9995">
                  <c:v>16.965</c:v>
                </c:pt>
                <c:pt idx="9996">
                  <c:v>16.911100000000001</c:v>
                </c:pt>
                <c:pt idx="9997">
                  <c:v>17.3048</c:v>
                </c:pt>
                <c:pt idx="9998">
                  <c:v>17.572399999999998</c:v>
                </c:pt>
                <c:pt idx="9999">
                  <c:v>17.631399999999999</c:v>
                </c:pt>
                <c:pt idx="10000">
                  <c:v>17.438700000000001</c:v>
                </c:pt>
                <c:pt idx="10001">
                  <c:v>17.014099999999999</c:v>
                </c:pt>
                <c:pt idx="10002">
                  <c:v>17.013100000000001</c:v>
                </c:pt>
                <c:pt idx="10003">
                  <c:v>17.264199999999999</c:v>
                </c:pt>
                <c:pt idx="10004">
                  <c:v>17.318999999999999</c:v>
                </c:pt>
                <c:pt idx="10005">
                  <c:v>17.479099999999999</c:v>
                </c:pt>
                <c:pt idx="10006">
                  <c:v>17.7836</c:v>
                </c:pt>
                <c:pt idx="10007">
                  <c:v>17.683800000000002</c:v>
                </c:pt>
                <c:pt idx="10008">
                  <c:v>17.410599999999999</c:v>
                </c:pt>
                <c:pt idx="10009">
                  <c:v>17.586400000000001</c:v>
                </c:pt>
                <c:pt idx="10010">
                  <c:v>17.962199999999999</c:v>
                </c:pt>
                <c:pt idx="10011">
                  <c:v>18.455400000000001</c:v>
                </c:pt>
                <c:pt idx="10012">
                  <c:v>18.4404</c:v>
                </c:pt>
                <c:pt idx="10013">
                  <c:v>18.522400000000001</c:v>
                </c:pt>
                <c:pt idx="10014">
                  <c:v>18.5549</c:v>
                </c:pt>
                <c:pt idx="10015">
                  <c:v>18.8444</c:v>
                </c:pt>
                <c:pt idx="10016">
                  <c:v>19.167300000000001</c:v>
                </c:pt>
                <c:pt idx="10017">
                  <c:v>19.303599999999999</c:v>
                </c:pt>
                <c:pt idx="10018">
                  <c:v>19.770700000000001</c:v>
                </c:pt>
                <c:pt idx="10019">
                  <c:v>20.450399999999998</c:v>
                </c:pt>
                <c:pt idx="10020">
                  <c:v>20.569099999999999</c:v>
                </c:pt>
                <c:pt idx="10021">
                  <c:v>20.081299999999999</c:v>
                </c:pt>
                <c:pt idx="10022">
                  <c:v>19.834599999999998</c:v>
                </c:pt>
                <c:pt idx="10023">
                  <c:v>19.722899999999999</c:v>
                </c:pt>
                <c:pt idx="10024">
                  <c:v>20.013300000000001</c:v>
                </c:pt>
                <c:pt idx="10025">
                  <c:v>20.0108</c:v>
                </c:pt>
                <c:pt idx="10026">
                  <c:v>20.085799999999999</c:v>
                </c:pt>
                <c:pt idx="10027">
                  <c:v>20.349499999999999</c:v>
                </c:pt>
                <c:pt idx="10028">
                  <c:v>20.529699999999998</c:v>
                </c:pt>
                <c:pt idx="10029">
                  <c:v>20.4785</c:v>
                </c:pt>
                <c:pt idx="10030">
                  <c:v>20.4831</c:v>
                </c:pt>
                <c:pt idx="10031">
                  <c:v>20.598500000000001</c:v>
                </c:pt>
                <c:pt idx="10032">
                  <c:v>20.818200000000001</c:v>
                </c:pt>
                <c:pt idx="10033">
                  <c:v>20.869299999999999</c:v>
                </c:pt>
                <c:pt idx="10034">
                  <c:v>20.758500000000002</c:v>
                </c:pt>
                <c:pt idx="10035">
                  <c:v>20.927600000000002</c:v>
                </c:pt>
                <c:pt idx="10036">
                  <c:v>21.157499999999999</c:v>
                </c:pt>
                <c:pt idx="10037">
                  <c:v>21.450700000000001</c:v>
                </c:pt>
                <c:pt idx="10038">
                  <c:v>21.810099999999998</c:v>
                </c:pt>
                <c:pt idx="10039">
                  <c:v>22.009699999999999</c:v>
                </c:pt>
                <c:pt idx="10040">
                  <c:v>22.135000000000002</c:v>
                </c:pt>
                <c:pt idx="10041">
                  <c:v>22.213999999999999</c:v>
                </c:pt>
                <c:pt idx="10042">
                  <c:v>22.157499999999999</c:v>
                </c:pt>
                <c:pt idx="10043">
                  <c:v>22.425699999999999</c:v>
                </c:pt>
                <c:pt idx="10044">
                  <c:v>22.728000000000002</c:v>
                </c:pt>
                <c:pt idx="10045">
                  <c:v>22.846399999999999</c:v>
                </c:pt>
                <c:pt idx="10046">
                  <c:v>22.770800000000001</c:v>
                </c:pt>
                <c:pt idx="10047">
                  <c:v>23.064599999999999</c:v>
                </c:pt>
                <c:pt idx="10048">
                  <c:v>23.127800000000001</c:v>
                </c:pt>
                <c:pt idx="10049">
                  <c:v>22.892299999999999</c:v>
                </c:pt>
                <c:pt idx="10050">
                  <c:v>22.673999999999999</c:v>
                </c:pt>
                <c:pt idx="10051">
                  <c:v>23.102399999999999</c:v>
                </c:pt>
                <c:pt idx="10052">
                  <c:v>23.671500000000002</c:v>
                </c:pt>
                <c:pt idx="10053">
                  <c:v>23.950700000000001</c:v>
                </c:pt>
                <c:pt idx="10054">
                  <c:v>24.342099999999999</c:v>
                </c:pt>
                <c:pt idx="10055">
                  <c:v>24.6236</c:v>
                </c:pt>
                <c:pt idx="10056">
                  <c:v>24.857600000000001</c:v>
                </c:pt>
                <c:pt idx="10057">
                  <c:v>25.167000000000002</c:v>
                </c:pt>
                <c:pt idx="10058">
                  <c:v>25.412500000000001</c:v>
                </c:pt>
                <c:pt idx="10059">
                  <c:v>25.598500000000001</c:v>
                </c:pt>
                <c:pt idx="10060">
                  <c:v>26.0307</c:v>
                </c:pt>
                <c:pt idx="10061">
                  <c:v>26.7849</c:v>
                </c:pt>
                <c:pt idx="10062">
                  <c:v>27.3781</c:v>
                </c:pt>
                <c:pt idx="10063">
                  <c:v>27.807500000000001</c:v>
                </c:pt>
                <c:pt idx="10064">
                  <c:v>28.1372</c:v>
                </c:pt>
                <c:pt idx="10065">
                  <c:v>28.492000000000001</c:v>
                </c:pt>
                <c:pt idx="10066">
                  <c:v>28.7226</c:v>
                </c:pt>
                <c:pt idx="10067">
                  <c:v>29.199200000000001</c:v>
                </c:pt>
                <c:pt idx="10068">
                  <c:v>29.944900000000001</c:v>
                </c:pt>
                <c:pt idx="10069">
                  <c:v>30.460599999999999</c:v>
                </c:pt>
                <c:pt idx="10070">
                  <c:v>30.662800000000001</c:v>
                </c:pt>
                <c:pt idx="10071">
                  <c:v>30.935300000000002</c:v>
                </c:pt>
                <c:pt idx="10072">
                  <c:v>31.5334</c:v>
                </c:pt>
                <c:pt idx="10073">
                  <c:v>32.220300000000002</c:v>
                </c:pt>
                <c:pt idx="10074">
                  <c:v>33.1126</c:v>
                </c:pt>
                <c:pt idx="10075">
                  <c:v>34.367400000000004</c:v>
                </c:pt>
                <c:pt idx="10076">
                  <c:v>35.025700000000001</c:v>
                </c:pt>
                <c:pt idx="10077">
                  <c:v>35.797899999999998</c:v>
                </c:pt>
                <c:pt idx="10078">
                  <c:v>37.184699999999999</c:v>
                </c:pt>
                <c:pt idx="10079">
                  <c:v>38.577800000000003</c:v>
                </c:pt>
                <c:pt idx="10080">
                  <c:v>39.7224</c:v>
                </c:pt>
                <c:pt idx="10081">
                  <c:v>40.688499999999998</c:v>
                </c:pt>
                <c:pt idx="10082">
                  <c:v>42.016500000000001</c:v>
                </c:pt>
                <c:pt idx="10083">
                  <c:v>43.450299999999999</c:v>
                </c:pt>
                <c:pt idx="10084">
                  <c:v>44.935699999999997</c:v>
                </c:pt>
                <c:pt idx="10085">
                  <c:v>46.572099999999999</c:v>
                </c:pt>
                <c:pt idx="10086">
                  <c:v>48.557000000000002</c:v>
                </c:pt>
                <c:pt idx="10087">
                  <c:v>50.283499999999997</c:v>
                </c:pt>
                <c:pt idx="10088">
                  <c:v>52.1</c:v>
                </c:pt>
                <c:pt idx="10089">
                  <c:v>54.111600000000003</c:v>
                </c:pt>
                <c:pt idx="10090">
                  <c:v>56.371499999999997</c:v>
                </c:pt>
                <c:pt idx="10091">
                  <c:v>58.972200000000001</c:v>
                </c:pt>
                <c:pt idx="10092">
                  <c:v>61.827199999999998</c:v>
                </c:pt>
                <c:pt idx="10093">
                  <c:v>65.112200000000001</c:v>
                </c:pt>
                <c:pt idx="10094">
                  <c:v>68.5886</c:v>
                </c:pt>
                <c:pt idx="10095">
                  <c:v>72.478700000000003</c:v>
                </c:pt>
                <c:pt idx="10096">
                  <c:v>76.782899999999998</c:v>
                </c:pt>
                <c:pt idx="10097">
                  <c:v>81.421899999999994</c:v>
                </c:pt>
                <c:pt idx="10098">
                  <c:v>86.760800000000003</c:v>
                </c:pt>
                <c:pt idx="10099">
                  <c:v>92.9405</c:v>
                </c:pt>
                <c:pt idx="10100">
                  <c:v>100.09699999999999</c:v>
                </c:pt>
                <c:pt idx="10101">
                  <c:v>108.621</c:v>
                </c:pt>
                <c:pt idx="10102">
                  <c:v>118.861</c:v>
                </c:pt>
                <c:pt idx="10103">
                  <c:v>131.285</c:v>
                </c:pt>
                <c:pt idx="10104">
                  <c:v>146.30500000000001</c:v>
                </c:pt>
                <c:pt idx="10105">
                  <c:v>164.74199999999999</c:v>
                </c:pt>
                <c:pt idx="10106">
                  <c:v>187.16200000000001</c:v>
                </c:pt>
                <c:pt idx="10107">
                  <c:v>213.71100000000001</c:v>
                </c:pt>
                <c:pt idx="10108">
                  <c:v>244.59100000000001</c:v>
                </c:pt>
                <c:pt idx="10109">
                  <c:v>279.93900000000002</c:v>
                </c:pt>
                <c:pt idx="10110">
                  <c:v>319.35399999999998</c:v>
                </c:pt>
                <c:pt idx="10111">
                  <c:v>361.42899999999997</c:v>
                </c:pt>
                <c:pt idx="10112">
                  <c:v>404.03899999999999</c:v>
                </c:pt>
                <c:pt idx="10113">
                  <c:v>446.03800000000001</c:v>
                </c:pt>
                <c:pt idx="10114">
                  <c:v>484.87799999999999</c:v>
                </c:pt>
                <c:pt idx="10115">
                  <c:v>517.596</c:v>
                </c:pt>
                <c:pt idx="10116">
                  <c:v>541.11900000000003</c:v>
                </c:pt>
                <c:pt idx="10117">
                  <c:v>553.61199999999997</c:v>
                </c:pt>
                <c:pt idx="10118">
                  <c:v>554.90800000000002</c:v>
                </c:pt>
                <c:pt idx="10119">
                  <c:v>544.72900000000004</c:v>
                </c:pt>
                <c:pt idx="10120">
                  <c:v>523.14700000000005</c:v>
                </c:pt>
                <c:pt idx="10121">
                  <c:v>491.22899999999998</c:v>
                </c:pt>
                <c:pt idx="10122">
                  <c:v>451.661</c:v>
                </c:pt>
                <c:pt idx="10123">
                  <c:v>407.23700000000002</c:v>
                </c:pt>
                <c:pt idx="10124">
                  <c:v>360.64800000000002</c:v>
                </c:pt>
                <c:pt idx="10125">
                  <c:v>314.20499999999998</c:v>
                </c:pt>
                <c:pt idx="10126">
                  <c:v>270.51499999999999</c:v>
                </c:pt>
                <c:pt idx="10127">
                  <c:v>231.21299999999999</c:v>
                </c:pt>
                <c:pt idx="10128">
                  <c:v>196.73699999999999</c:v>
                </c:pt>
                <c:pt idx="10129">
                  <c:v>167.749</c:v>
                </c:pt>
                <c:pt idx="10130">
                  <c:v>143.99</c:v>
                </c:pt>
                <c:pt idx="10131">
                  <c:v>124.90300000000001</c:v>
                </c:pt>
                <c:pt idx="10132">
                  <c:v>109.86799999999999</c:v>
                </c:pt>
                <c:pt idx="10133">
                  <c:v>98.308300000000003</c:v>
                </c:pt>
                <c:pt idx="10134">
                  <c:v>89.094200000000001</c:v>
                </c:pt>
                <c:pt idx="10135">
                  <c:v>81.658699999999996</c:v>
                </c:pt>
                <c:pt idx="10136">
                  <c:v>75.752499999999998</c:v>
                </c:pt>
                <c:pt idx="10137">
                  <c:v>70.823899999999995</c:v>
                </c:pt>
                <c:pt idx="10138">
                  <c:v>66.448999999999998</c:v>
                </c:pt>
                <c:pt idx="10139">
                  <c:v>62.586500000000001</c:v>
                </c:pt>
                <c:pt idx="10140">
                  <c:v>59.2361</c:v>
                </c:pt>
                <c:pt idx="10141">
                  <c:v>56.597799999999999</c:v>
                </c:pt>
                <c:pt idx="10142">
                  <c:v>54.357599999999998</c:v>
                </c:pt>
                <c:pt idx="10143">
                  <c:v>52.198300000000003</c:v>
                </c:pt>
                <c:pt idx="10144">
                  <c:v>49.920200000000001</c:v>
                </c:pt>
                <c:pt idx="10145">
                  <c:v>47.969299999999997</c:v>
                </c:pt>
                <c:pt idx="10146">
                  <c:v>46.6858</c:v>
                </c:pt>
                <c:pt idx="10147">
                  <c:v>45.599699999999999</c:v>
                </c:pt>
                <c:pt idx="10148">
                  <c:v>44.677500000000002</c:v>
                </c:pt>
                <c:pt idx="10149">
                  <c:v>43.856999999999999</c:v>
                </c:pt>
                <c:pt idx="10150">
                  <c:v>43.368299999999998</c:v>
                </c:pt>
                <c:pt idx="10151">
                  <c:v>43.1295</c:v>
                </c:pt>
                <c:pt idx="10152">
                  <c:v>42.891300000000001</c:v>
                </c:pt>
                <c:pt idx="10153">
                  <c:v>42.733899999999998</c:v>
                </c:pt>
                <c:pt idx="10154">
                  <c:v>42.883499999999998</c:v>
                </c:pt>
                <c:pt idx="10155">
                  <c:v>43.203800000000001</c:v>
                </c:pt>
                <c:pt idx="10156">
                  <c:v>43.435099999999998</c:v>
                </c:pt>
                <c:pt idx="10157">
                  <c:v>43.433700000000002</c:v>
                </c:pt>
                <c:pt idx="10158">
                  <c:v>43.546700000000001</c:v>
                </c:pt>
                <c:pt idx="10159">
                  <c:v>44.078099999999999</c:v>
                </c:pt>
                <c:pt idx="10160">
                  <c:v>44.774799999999999</c:v>
                </c:pt>
                <c:pt idx="10161">
                  <c:v>45.573399999999999</c:v>
                </c:pt>
                <c:pt idx="10162">
                  <c:v>46.1999</c:v>
                </c:pt>
                <c:pt idx="10163">
                  <c:v>46.941099999999999</c:v>
                </c:pt>
                <c:pt idx="10164">
                  <c:v>47.738100000000003</c:v>
                </c:pt>
                <c:pt idx="10165">
                  <c:v>48.449300000000001</c:v>
                </c:pt>
                <c:pt idx="10166">
                  <c:v>48.698799999999999</c:v>
                </c:pt>
                <c:pt idx="10167">
                  <c:v>49.252400000000002</c:v>
                </c:pt>
                <c:pt idx="10168">
                  <c:v>50.2468</c:v>
                </c:pt>
                <c:pt idx="10169">
                  <c:v>51.663600000000002</c:v>
                </c:pt>
                <c:pt idx="10170">
                  <c:v>52.901699999999998</c:v>
                </c:pt>
                <c:pt idx="10171">
                  <c:v>54.054099999999998</c:v>
                </c:pt>
                <c:pt idx="10172">
                  <c:v>55.363500000000002</c:v>
                </c:pt>
                <c:pt idx="10173">
                  <c:v>56.608800000000002</c:v>
                </c:pt>
                <c:pt idx="10174">
                  <c:v>58.198999999999998</c:v>
                </c:pt>
                <c:pt idx="10175">
                  <c:v>60.307699999999997</c:v>
                </c:pt>
                <c:pt idx="10176">
                  <c:v>62.240499999999997</c:v>
                </c:pt>
                <c:pt idx="10177">
                  <c:v>64.097800000000007</c:v>
                </c:pt>
                <c:pt idx="10178">
                  <c:v>66.301100000000005</c:v>
                </c:pt>
                <c:pt idx="10179">
                  <c:v>69.084800000000001</c:v>
                </c:pt>
                <c:pt idx="10180">
                  <c:v>72.165999999999997</c:v>
                </c:pt>
                <c:pt idx="10181">
                  <c:v>75.278000000000006</c:v>
                </c:pt>
                <c:pt idx="10182">
                  <c:v>78.774600000000007</c:v>
                </c:pt>
                <c:pt idx="10183">
                  <c:v>82.546999999999997</c:v>
                </c:pt>
                <c:pt idx="10184">
                  <c:v>86.656400000000005</c:v>
                </c:pt>
                <c:pt idx="10185">
                  <c:v>91.676500000000004</c:v>
                </c:pt>
                <c:pt idx="10186">
                  <c:v>97.167500000000004</c:v>
                </c:pt>
                <c:pt idx="10187">
                  <c:v>102.88800000000001</c:v>
                </c:pt>
                <c:pt idx="10188">
                  <c:v>109.41200000000001</c:v>
                </c:pt>
                <c:pt idx="10189">
                  <c:v>116.768</c:v>
                </c:pt>
                <c:pt idx="10190">
                  <c:v>125.02800000000001</c:v>
                </c:pt>
                <c:pt idx="10191">
                  <c:v>134.739</c:v>
                </c:pt>
                <c:pt idx="10192">
                  <c:v>146.60499999999999</c:v>
                </c:pt>
                <c:pt idx="10193">
                  <c:v>160.68199999999999</c:v>
                </c:pt>
                <c:pt idx="10194">
                  <c:v>177.84200000000001</c:v>
                </c:pt>
                <c:pt idx="10195">
                  <c:v>198.74100000000001</c:v>
                </c:pt>
                <c:pt idx="10196">
                  <c:v>223.16</c:v>
                </c:pt>
                <c:pt idx="10197">
                  <c:v>252.01499999999999</c:v>
                </c:pt>
                <c:pt idx="10198">
                  <c:v>285.399</c:v>
                </c:pt>
                <c:pt idx="10199">
                  <c:v>322.96499999999997</c:v>
                </c:pt>
                <c:pt idx="10200">
                  <c:v>363.41500000000002</c:v>
                </c:pt>
                <c:pt idx="10201">
                  <c:v>405.02699999999999</c:v>
                </c:pt>
                <c:pt idx="10202">
                  <c:v>445.82600000000002</c:v>
                </c:pt>
                <c:pt idx="10203">
                  <c:v>483.86799999999999</c:v>
                </c:pt>
                <c:pt idx="10204">
                  <c:v>516.00400000000002</c:v>
                </c:pt>
                <c:pt idx="10205">
                  <c:v>539.13</c:v>
                </c:pt>
                <c:pt idx="10206">
                  <c:v>551.99699999999996</c:v>
                </c:pt>
                <c:pt idx="10207">
                  <c:v>553.91899999999998</c:v>
                </c:pt>
                <c:pt idx="10208">
                  <c:v>544.072</c:v>
                </c:pt>
                <c:pt idx="10209">
                  <c:v>522.16499999999996</c:v>
                </c:pt>
                <c:pt idx="10210">
                  <c:v>489.85899999999998</c:v>
                </c:pt>
                <c:pt idx="10211">
                  <c:v>450.303</c:v>
                </c:pt>
                <c:pt idx="10212">
                  <c:v>406.42099999999999</c:v>
                </c:pt>
                <c:pt idx="10213">
                  <c:v>360.33300000000003</c:v>
                </c:pt>
                <c:pt idx="10214">
                  <c:v>314.07600000000002</c:v>
                </c:pt>
                <c:pt idx="10215">
                  <c:v>271.37700000000001</c:v>
                </c:pt>
                <c:pt idx="10216">
                  <c:v>233.417</c:v>
                </c:pt>
                <c:pt idx="10217">
                  <c:v>199.97800000000001</c:v>
                </c:pt>
                <c:pt idx="10218">
                  <c:v>172.02</c:v>
                </c:pt>
                <c:pt idx="10219">
                  <c:v>149.53700000000001</c:v>
                </c:pt>
                <c:pt idx="10220">
                  <c:v>131.83699999999999</c:v>
                </c:pt>
                <c:pt idx="10221">
                  <c:v>118.066</c:v>
                </c:pt>
                <c:pt idx="10222">
                  <c:v>107.358</c:v>
                </c:pt>
                <c:pt idx="10223">
                  <c:v>99.168300000000002</c:v>
                </c:pt>
                <c:pt idx="10224">
                  <c:v>92.787300000000002</c:v>
                </c:pt>
                <c:pt idx="10225">
                  <c:v>87.444400000000002</c:v>
                </c:pt>
                <c:pt idx="10226">
                  <c:v>83.3048</c:v>
                </c:pt>
                <c:pt idx="10227">
                  <c:v>80.355999999999995</c:v>
                </c:pt>
                <c:pt idx="10228">
                  <c:v>78.075199999999995</c:v>
                </c:pt>
                <c:pt idx="10229">
                  <c:v>75.959199999999996</c:v>
                </c:pt>
                <c:pt idx="10230">
                  <c:v>74.5411</c:v>
                </c:pt>
                <c:pt idx="10231">
                  <c:v>73.892499999999998</c:v>
                </c:pt>
                <c:pt idx="10232">
                  <c:v>73.510199999999998</c:v>
                </c:pt>
                <c:pt idx="10233">
                  <c:v>73.505600000000001</c:v>
                </c:pt>
                <c:pt idx="10234">
                  <c:v>73.770700000000005</c:v>
                </c:pt>
                <c:pt idx="10235">
                  <c:v>74.333500000000001</c:v>
                </c:pt>
                <c:pt idx="10236">
                  <c:v>75.465299999999999</c:v>
                </c:pt>
                <c:pt idx="10237">
                  <c:v>77.356899999999996</c:v>
                </c:pt>
                <c:pt idx="10238">
                  <c:v>79.890600000000006</c:v>
                </c:pt>
                <c:pt idx="10239">
                  <c:v>82.772499999999994</c:v>
                </c:pt>
                <c:pt idx="10240">
                  <c:v>86.220200000000006</c:v>
                </c:pt>
                <c:pt idx="10241">
                  <c:v>90.287000000000006</c:v>
                </c:pt>
                <c:pt idx="10242">
                  <c:v>94.924999999999997</c:v>
                </c:pt>
                <c:pt idx="10243">
                  <c:v>99.7547</c:v>
                </c:pt>
                <c:pt idx="10244">
                  <c:v>105.533</c:v>
                </c:pt>
                <c:pt idx="10245">
                  <c:v>113.057</c:v>
                </c:pt>
                <c:pt idx="10246">
                  <c:v>122.33</c:v>
                </c:pt>
                <c:pt idx="10247">
                  <c:v>133.31100000000001</c:v>
                </c:pt>
                <c:pt idx="10248">
                  <c:v>146.79400000000001</c:v>
                </c:pt>
                <c:pt idx="10249">
                  <c:v>163.232</c:v>
                </c:pt>
                <c:pt idx="10250">
                  <c:v>183.47800000000001</c:v>
                </c:pt>
                <c:pt idx="10251">
                  <c:v>208.02099999999999</c:v>
                </c:pt>
                <c:pt idx="10252">
                  <c:v>236.26</c:v>
                </c:pt>
                <c:pt idx="10253">
                  <c:v>268.67899999999997</c:v>
                </c:pt>
                <c:pt idx="10254">
                  <c:v>305.13</c:v>
                </c:pt>
                <c:pt idx="10255">
                  <c:v>344.10599999999999</c:v>
                </c:pt>
                <c:pt idx="10256">
                  <c:v>384.04599999999999</c:v>
                </c:pt>
                <c:pt idx="10257">
                  <c:v>422.959</c:v>
                </c:pt>
                <c:pt idx="10258">
                  <c:v>459.26299999999998</c:v>
                </c:pt>
                <c:pt idx="10259">
                  <c:v>489.84800000000001</c:v>
                </c:pt>
                <c:pt idx="10260">
                  <c:v>511.95</c:v>
                </c:pt>
                <c:pt idx="10261">
                  <c:v>523.726</c:v>
                </c:pt>
                <c:pt idx="10262">
                  <c:v>524.87900000000002</c:v>
                </c:pt>
                <c:pt idx="10263">
                  <c:v>515.01</c:v>
                </c:pt>
                <c:pt idx="10264">
                  <c:v>493.87</c:v>
                </c:pt>
                <c:pt idx="10265">
                  <c:v>463.25700000000001</c:v>
                </c:pt>
                <c:pt idx="10266">
                  <c:v>425.75200000000001</c:v>
                </c:pt>
                <c:pt idx="10267">
                  <c:v>383.56599999999997</c:v>
                </c:pt>
                <c:pt idx="10268">
                  <c:v>339.34399999999999</c:v>
                </c:pt>
                <c:pt idx="10269">
                  <c:v>295.86200000000002</c:v>
                </c:pt>
                <c:pt idx="10270">
                  <c:v>255.77799999999999</c:v>
                </c:pt>
                <c:pt idx="10271">
                  <c:v>220.28700000000001</c:v>
                </c:pt>
                <c:pt idx="10272">
                  <c:v>189.13200000000001</c:v>
                </c:pt>
                <c:pt idx="10273">
                  <c:v>162.74199999999999</c:v>
                </c:pt>
                <c:pt idx="10274">
                  <c:v>141.63999999999999</c:v>
                </c:pt>
                <c:pt idx="10275">
                  <c:v>125.08499999999999</c:v>
                </c:pt>
                <c:pt idx="10276">
                  <c:v>112.273</c:v>
                </c:pt>
                <c:pt idx="10277">
                  <c:v>102.377</c:v>
                </c:pt>
                <c:pt idx="10278">
                  <c:v>94.269000000000005</c:v>
                </c:pt>
                <c:pt idx="10279">
                  <c:v>87.722399999999993</c:v>
                </c:pt>
                <c:pt idx="10280">
                  <c:v>82.249499999999998</c:v>
                </c:pt>
                <c:pt idx="10281">
                  <c:v>77.477500000000006</c:v>
                </c:pt>
                <c:pt idx="10282">
                  <c:v>73.298400000000001</c:v>
                </c:pt>
                <c:pt idx="10283">
                  <c:v>69.423599999999993</c:v>
                </c:pt>
                <c:pt idx="10284">
                  <c:v>65.48</c:v>
                </c:pt>
                <c:pt idx="10285">
                  <c:v>61.632899999999999</c:v>
                </c:pt>
                <c:pt idx="10286">
                  <c:v>58.322099999999999</c:v>
                </c:pt>
                <c:pt idx="10287">
                  <c:v>55.261000000000003</c:v>
                </c:pt>
                <c:pt idx="10288">
                  <c:v>52.543599999999998</c:v>
                </c:pt>
                <c:pt idx="10289">
                  <c:v>50.101999999999997</c:v>
                </c:pt>
                <c:pt idx="10290">
                  <c:v>48.040300000000002</c:v>
                </c:pt>
                <c:pt idx="10291">
                  <c:v>46.442300000000003</c:v>
                </c:pt>
                <c:pt idx="10292">
                  <c:v>44.941800000000001</c:v>
                </c:pt>
                <c:pt idx="10293">
                  <c:v>43.612099999999998</c:v>
                </c:pt>
                <c:pt idx="10294">
                  <c:v>42.413499999999999</c:v>
                </c:pt>
                <c:pt idx="10295">
                  <c:v>41.283499999999997</c:v>
                </c:pt>
                <c:pt idx="10296">
                  <c:v>40.9572</c:v>
                </c:pt>
                <c:pt idx="10297">
                  <c:v>41.045499999999997</c:v>
                </c:pt>
                <c:pt idx="10298">
                  <c:v>41.087600000000002</c:v>
                </c:pt>
                <c:pt idx="10299">
                  <c:v>41.434899999999999</c:v>
                </c:pt>
                <c:pt idx="10300">
                  <c:v>41.954799999999999</c:v>
                </c:pt>
                <c:pt idx="10301">
                  <c:v>42.0916</c:v>
                </c:pt>
                <c:pt idx="10302">
                  <c:v>42.174799999999998</c:v>
                </c:pt>
                <c:pt idx="10303">
                  <c:v>42.220999999999997</c:v>
                </c:pt>
                <c:pt idx="10304">
                  <c:v>42.173000000000002</c:v>
                </c:pt>
                <c:pt idx="10305">
                  <c:v>42.425600000000003</c:v>
                </c:pt>
                <c:pt idx="10306">
                  <c:v>42.810099999999998</c:v>
                </c:pt>
                <c:pt idx="10307">
                  <c:v>42.886899999999997</c:v>
                </c:pt>
                <c:pt idx="10308">
                  <c:v>43.3093</c:v>
                </c:pt>
                <c:pt idx="10309">
                  <c:v>44.134599999999999</c:v>
                </c:pt>
                <c:pt idx="10310">
                  <c:v>44.872999999999998</c:v>
                </c:pt>
                <c:pt idx="10311">
                  <c:v>45.648299999999999</c:v>
                </c:pt>
                <c:pt idx="10312">
                  <c:v>46.382100000000001</c:v>
                </c:pt>
                <c:pt idx="10313">
                  <c:v>47.403100000000002</c:v>
                </c:pt>
                <c:pt idx="10314">
                  <c:v>48.572499999999998</c:v>
                </c:pt>
                <c:pt idx="10315">
                  <c:v>49.6905</c:v>
                </c:pt>
                <c:pt idx="10316">
                  <c:v>50.929900000000004</c:v>
                </c:pt>
                <c:pt idx="10317">
                  <c:v>52.270499999999998</c:v>
                </c:pt>
                <c:pt idx="10318">
                  <c:v>53.345799999999997</c:v>
                </c:pt>
                <c:pt idx="10319">
                  <c:v>54.237200000000001</c:v>
                </c:pt>
                <c:pt idx="10320">
                  <c:v>55.249000000000002</c:v>
                </c:pt>
                <c:pt idx="10321">
                  <c:v>57.003100000000003</c:v>
                </c:pt>
                <c:pt idx="10322">
                  <c:v>59.169800000000002</c:v>
                </c:pt>
                <c:pt idx="10323">
                  <c:v>61.488799999999998</c:v>
                </c:pt>
                <c:pt idx="10324">
                  <c:v>63.982999999999997</c:v>
                </c:pt>
                <c:pt idx="10325">
                  <c:v>66.442400000000006</c:v>
                </c:pt>
                <c:pt idx="10326">
                  <c:v>69.605999999999995</c:v>
                </c:pt>
                <c:pt idx="10327">
                  <c:v>73.619299999999996</c:v>
                </c:pt>
                <c:pt idx="10328">
                  <c:v>78.0749</c:v>
                </c:pt>
                <c:pt idx="10329">
                  <c:v>82.788300000000007</c:v>
                </c:pt>
                <c:pt idx="10330">
                  <c:v>87.6828</c:v>
                </c:pt>
                <c:pt idx="10331">
                  <c:v>93.031199999999998</c:v>
                </c:pt>
                <c:pt idx="10332">
                  <c:v>98.784199999999998</c:v>
                </c:pt>
                <c:pt idx="10333">
                  <c:v>105.238</c:v>
                </c:pt>
                <c:pt idx="10334">
                  <c:v>112.852</c:v>
                </c:pt>
                <c:pt idx="10335">
                  <c:v>121.367</c:v>
                </c:pt>
                <c:pt idx="10336">
                  <c:v>131.41399999999999</c:v>
                </c:pt>
                <c:pt idx="10337">
                  <c:v>144.173</c:v>
                </c:pt>
                <c:pt idx="10338">
                  <c:v>159.851</c:v>
                </c:pt>
                <c:pt idx="10339">
                  <c:v>178.49799999999999</c:v>
                </c:pt>
                <c:pt idx="10340">
                  <c:v>200.62</c:v>
                </c:pt>
                <c:pt idx="10341">
                  <c:v>226.64599999999999</c:v>
                </c:pt>
                <c:pt idx="10342">
                  <c:v>256.43299999999999</c:v>
                </c:pt>
                <c:pt idx="10343">
                  <c:v>289.87799999999999</c:v>
                </c:pt>
                <c:pt idx="10344">
                  <c:v>325.89299999999997</c:v>
                </c:pt>
                <c:pt idx="10345">
                  <c:v>362.56</c:v>
                </c:pt>
                <c:pt idx="10346">
                  <c:v>398.13099999999997</c:v>
                </c:pt>
                <c:pt idx="10347">
                  <c:v>430.96899999999999</c:v>
                </c:pt>
                <c:pt idx="10348">
                  <c:v>459.06</c:v>
                </c:pt>
                <c:pt idx="10349">
                  <c:v>479.75099999999998</c:v>
                </c:pt>
                <c:pt idx="10350">
                  <c:v>490.64100000000002</c:v>
                </c:pt>
                <c:pt idx="10351">
                  <c:v>491.25299999999999</c:v>
                </c:pt>
                <c:pt idx="10352">
                  <c:v>481.52</c:v>
                </c:pt>
                <c:pt idx="10353">
                  <c:v>461.488</c:v>
                </c:pt>
                <c:pt idx="10354">
                  <c:v>432.38200000000001</c:v>
                </c:pt>
                <c:pt idx="10355">
                  <c:v>396.43200000000002</c:v>
                </c:pt>
                <c:pt idx="10356">
                  <c:v>356.57100000000003</c:v>
                </c:pt>
                <c:pt idx="10357">
                  <c:v>314.935</c:v>
                </c:pt>
                <c:pt idx="10358">
                  <c:v>273.06299999999999</c:v>
                </c:pt>
                <c:pt idx="10359">
                  <c:v>233.57</c:v>
                </c:pt>
                <c:pt idx="10360">
                  <c:v>198.26599999999999</c:v>
                </c:pt>
                <c:pt idx="10361">
                  <c:v>167.89400000000001</c:v>
                </c:pt>
                <c:pt idx="10362">
                  <c:v>142.464</c:v>
                </c:pt>
                <c:pt idx="10363">
                  <c:v>121.79300000000001</c:v>
                </c:pt>
                <c:pt idx="10364">
                  <c:v>105.02800000000001</c:v>
                </c:pt>
                <c:pt idx="10365">
                  <c:v>91.630399999999995</c:v>
                </c:pt>
                <c:pt idx="10366">
                  <c:v>81.052400000000006</c:v>
                </c:pt>
                <c:pt idx="10367">
                  <c:v>72.561599999999999</c:v>
                </c:pt>
                <c:pt idx="10368">
                  <c:v>65.847700000000003</c:v>
                </c:pt>
                <c:pt idx="10369">
                  <c:v>60.240900000000003</c:v>
                </c:pt>
                <c:pt idx="10370">
                  <c:v>55.619199999999999</c:v>
                </c:pt>
                <c:pt idx="10371">
                  <c:v>51.629899999999999</c:v>
                </c:pt>
                <c:pt idx="10372">
                  <c:v>48.502299999999998</c:v>
                </c:pt>
                <c:pt idx="10373">
                  <c:v>45.730400000000003</c:v>
                </c:pt>
                <c:pt idx="10374">
                  <c:v>43.116</c:v>
                </c:pt>
                <c:pt idx="10375">
                  <c:v>40.840600000000002</c:v>
                </c:pt>
                <c:pt idx="10376">
                  <c:v>39.143099999999997</c:v>
                </c:pt>
                <c:pt idx="10377">
                  <c:v>37.061399999999999</c:v>
                </c:pt>
                <c:pt idx="10378">
                  <c:v>35.381700000000002</c:v>
                </c:pt>
                <c:pt idx="10379">
                  <c:v>33.7639</c:v>
                </c:pt>
                <c:pt idx="10380">
                  <c:v>32.1295</c:v>
                </c:pt>
                <c:pt idx="10381">
                  <c:v>31.026</c:v>
                </c:pt>
                <c:pt idx="10382">
                  <c:v>30.237200000000001</c:v>
                </c:pt>
                <c:pt idx="10383">
                  <c:v>29.418299999999999</c:v>
                </c:pt>
                <c:pt idx="10384">
                  <c:v>28.674900000000001</c:v>
                </c:pt>
                <c:pt idx="10385">
                  <c:v>28.082100000000001</c:v>
                </c:pt>
                <c:pt idx="10386">
                  <c:v>27.6602</c:v>
                </c:pt>
                <c:pt idx="10387">
                  <c:v>27.363900000000001</c:v>
                </c:pt>
                <c:pt idx="10388">
                  <c:v>27.155200000000001</c:v>
                </c:pt>
                <c:pt idx="10389">
                  <c:v>26.982800000000001</c:v>
                </c:pt>
                <c:pt idx="10390">
                  <c:v>26.5274</c:v>
                </c:pt>
                <c:pt idx="10391">
                  <c:v>25.704000000000001</c:v>
                </c:pt>
                <c:pt idx="10392">
                  <c:v>25.333200000000001</c:v>
                </c:pt>
                <c:pt idx="10393">
                  <c:v>25.1068</c:v>
                </c:pt>
                <c:pt idx="10394">
                  <c:v>25.024899999999999</c:v>
                </c:pt>
                <c:pt idx="10395">
                  <c:v>25.2332</c:v>
                </c:pt>
                <c:pt idx="10396">
                  <c:v>25.3567</c:v>
                </c:pt>
                <c:pt idx="10397">
                  <c:v>25.050999999999998</c:v>
                </c:pt>
                <c:pt idx="10398">
                  <c:v>25.079499999999999</c:v>
                </c:pt>
                <c:pt idx="10399">
                  <c:v>25.383800000000001</c:v>
                </c:pt>
                <c:pt idx="10400">
                  <c:v>25.245200000000001</c:v>
                </c:pt>
                <c:pt idx="10401">
                  <c:v>25.025300000000001</c:v>
                </c:pt>
                <c:pt idx="10402">
                  <c:v>25.114000000000001</c:v>
                </c:pt>
                <c:pt idx="10403">
                  <c:v>25.4145</c:v>
                </c:pt>
                <c:pt idx="10404">
                  <c:v>25.651199999999999</c:v>
                </c:pt>
                <c:pt idx="10405">
                  <c:v>25.619299999999999</c:v>
                </c:pt>
                <c:pt idx="10406">
                  <c:v>25.437899999999999</c:v>
                </c:pt>
                <c:pt idx="10407">
                  <c:v>25.5259</c:v>
                </c:pt>
                <c:pt idx="10408">
                  <c:v>25.8035</c:v>
                </c:pt>
                <c:pt idx="10409">
                  <c:v>25.633400000000002</c:v>
                </c:pt>
                <c:pt idx="10410">
                  <c:v>25.347799999999999</c:v>
                </c:pt>
                <c:pt idx="10411">
                  <c:v>25.4864</c:v>
                </c:pt>
                <c:pt idx="10412">
                  <c:v>25.531099999999999</c:v>
                </c:pt>
                <c:pt idx="10413">
                  <c:v>25.484100000000002</c:v>
                </c:pt>
                <c:pt idx="10414">
                  <c:v>26.108000000000001</c:v>
                </c:pt>
                <c:pt idx="10415">
                  <c:v>26.560400000000001</c:v>
                </c:pt>
                <c:pt idx="10416">
                  <c:v>26.514299999999999</c:v>
                </c:pt>
                <c:pt idx="10417">
                  <c:v>26.830400000000001</c:v>
                </c:pt>
                <c:pt idx="10418">
                  <c:v>27.437100000000001</c:v>
                </c:pt>
                <c:pt idx="10419">
                  <c:v>27.881399999999999</c:v>
                </c:pt>
                <c:pt idx="10420">
                  <c:v>28.2074</c:v>
                </c:pt>
                <c:pt idx="10421">
                  <c:v>29.0307</c:v>
                </c:pt>
                <c:pt idx="10422">
                  <c:v>29.866599999999998</c:v>
                </c:pt>
                <c:pt idx="10423">
                  <c:v>30.008099999999999</c:v>
                </c:pt>
                <c:pt idx="10424">
                  <c:v>29.718599999999999</c:v>
                </c:pt>
                <c:pt idx="10425">
                  <c:v>29.3035</c:v>
                </c:pt>
                <c:pt idx="10426">
                  <c:v>28.8065</c:v>
                </c:pt>
                <c:pt idx="10427">
                  <c:v>27.996700000000001</c:v>
                </c:pt>
                <c:pt idx="10428">
                  <c:v>27.112400000000001</c:v>
                </c:pt>
                <c:pt idx="10429">
                  <c:v>26.182200000000002</c:v>
                </c:pt>
                <c:pt idx="10430">
                  <c:v>25.323699999999999</c:v>
                </c:pt>
                <c:pt idx="10431">
                  <c:v>24.228000000000002</c:v>
                </c:pt>
                <c:pt idx="10432">
                  <c:v>23.220400000000001</c:v>
                </c:pt>
                <c:pt idx="10433">
                  <c:v>22.4116</c:v>
                </c:pt>
                <c:pt idx="10434">
                  <c:v>21.496200000000002</c:v>
                </c:pt>
                <c:pt idx="10435">
                  <c:v>21.252300000000002</c:v>
                </c:pt>
                <c:pt idx="10436">
                  <c:v>21.159800000000001</c:v>
                </c:pt>
                <c:pt idx="10437">
                  <c:v>20.522300000000001</c:v>
                </c:pt>
                <c:pt idx="10438">
                  <c:v>20.031700000000001</c:v>
                </c:pt>
                <c:pt idx="10439">
                  <c:v>19.526599999999998</c:v>
                </c:pt>
                <c:pt idx="10440">
                  <c:v>19.301100000000002</c:v>
                </c:pt>
                <c:pt idx="10441">
                  <c:v>19.0992</c:v>
                </c:pt>
                <c:pt idx="10442">
                  <c:v>18.880600000000001</c:v>
                </c:pt>
                <c:pt idx="10443">
                  <c:v>18.456399999999999</c:v>
                </c:pt>
                <c:pt idx="10444">
                  <c:v>18.181100000000001</c:v>
                </c:pt>
                <c:pt idx="10445">
                  <c:v>17.983799999999999</c:v>
                </c:pt>
                <c:pt idx="10446">
                  <c:v>17.902200000000001</c:v>
                </c:pt>
                <c:pt idx="10447">
                  <c:v>18.254300000000001</c:v>
                </c:pt>
                <c:pt idx="10448">
                  <c:v>18.419499999999999</c:v>
                </c:pt>
                <c:pt idx="10449">
                  <c:v>18.517099999999999</c:v>
                </c:pt>
                <c:pt idx="10450">
                  <c:v>18.737100000000002</c:v>
                </c:pt>
                <c:pt idx="10451">
                  <c:v>18.879899999999999</c:v>
                </c:pt>
                <c:pt idx="10452">
                  <c:v>18.703299999999999</c:v>
                </c:pt>
                <c:pt idx="10453">
                  <c:v>18.3978</c:v>
                </c:pt>
                <c:pt idx="10454">
                  <c:v>18.290800000000001</c:v>
                </c:pt>
                <c:pt idx="10455">
                  <c:v>18.100000000000001</c:v>
                </c:pt>
                <c:pt idx="10456">
                  <c:v>17.8766</c:v>
                </c:pt>
                <c:pt idx="10457">
                  <c:v>17.6816</c:v>
                </c:pt>
                <c:pt idx="10458">
                  <c:v>17.528300000000002</c:v>
                </c:pt>
                <c:pt idx="10459">
                  <c:v>17.598299999999998</c:v>
                </c:pt>
                <c:pt idx="10460">
                  <c:v>17.548100000000002</c:v>
                </c:pt>
                <c:pt idx="10461">
                  <c:v>17.261500000000002</c:v>
                </c:pt>
                <c:pt idx="10462">
                  <c:v>17.0383</c:v>
                </c:pt>
                <c:pt idx="10463">
                  <c:v>17.125800000000002</c:v>
                </c:pt>
                <c:pt idx="10464">
                  <c:v>17.4298</c:v>
                </c:pt>
                <c:pt idx="10465">
                  <c:v>17.6404</c:v>
                </c:pt>
                <c:pt idx="10466">
                  <c:v>17.8003</c:v>
                </c:pt>
                <c:pt idx="10467">
                  <c:v>17.741099999999999</c:v>
                </c:pt>
                <c:pt idx="10468">
                  <c:v>17.375399999999999</c:v>
                </c:pt>
                <c:pt idx="10469">
                  <c:v>17.056100000000001</c:v>
                </c:pt>
                <c:pt idx="10470">
                  <c:v>16.539300000000001</c:v>
                </c:pt>
                <c:pt idx="10471">
                  <c:v>15.913500000000001</c:v>
                </c:pt>
                <c:pt idx="10472">
                  <c:v>15.897399999999999</c:v>
                </c:pt>
                <c:pt idx="10473">
                  <c:v>15.907500000000001</c:v>
                </c:pt>
                <c:pt idx="10474">
                  <c:v>15.750500000000001</c:v>
                </c:pt>
                <c:pt idx="10475">
                  <c:v>15.8712</c:v>
                </c:pt>
                <c:pt idx="10476">
                  <c:v>16.572600000000001</c:v>
                </c:pt>
                <c:pt idx="10477">
                  <c:v>16.952999999999999</c:v>
                </c:pt>
                <c:pt idx="10478">
                  <c:v>16.7303</c:v>
                </c:pt>
                <c:pt idx="10479">
                  <c:v>16.512</c:v>
                </c:pt>
                <c:pt idx="10480">
                  <c:v>16.697199999999999</c:v>
                </c:pt>
                <c:pt idx="10481">
                  <c:v>16.847300000000001</c:v>
                </c:pt>
                <c:pt idx="10482">
                  <c:v>16.530799999999999</c:v>
                </c:pt>
                <c:pt idx="10483">
                  <c:v>16.014600000000002</c:v>
                </c:pt>
                <c:pt idx="10484">
                  <c:v>15.709099999999999</c:v>
                </c:pt>
                <c:pt idx="10485">
                  <c:v>15.7425</c:v>
                </c:pt>
                <c:pt idx="10486">
                  <c:v>16.1645</c:v>
                </c:pt>
                <c:pt idx="10487">
                  <c:v>16.4436</c:v>
                </c:pt>
                <c:pt idx="10488">
                  <c:v>16.380199999999999</c:v>
                </c:pt>
                <c:pt idx="10489">
                  <c:v>16.193300000000001</c:v>
                </c:pt>
                <c:pt idx="10490">
                  <c:v>16.258099999999999</c:v>
                </c:pt>
                <c:pt idx="10491">
                  <c:v>16.463100000000001</c:v>
                </c:pt>
                <c:pt idx="10492">
                  <c:v>16.288699999999999</c:v>
                </c:pt>
                <c:pt idx="10493">
                  <c:v>16.317699999999999</c:v>
                </c:pt>
                <c:pt idx="10494">
                  <c:v>16.098800000000001</c:v>
                </c:pt>
                <c:pt idx="10495">
                  <c:v>15.9331</c:v>
                </c:pt>
                <c:pt idx="10496">
                  <c:v>15.888999999999999</c:v>
                </c:pt>
                <c:pt idx="10497">
                  <c:v>15.8001</c:v>
                </c:pt>
                <c:pt idx="10498">
                  <c:v>15.6434</c:v>
                </c:pt>
                <c:pt idx="10499">
                  <c:v>15.6982</c:v>
                </c:pt>
                <c:pt idx="10500">
                  <c:v>15.8066</c:v>
                </c:pt>
                <c:pt idx="10501">
                  <c:v>15.8771</c:v>
                </c:pt>
                <c:pt idx="10502">
                  <c:v>15.9361</c:v>
                </c:pt>
                <c:pt idx="10503">
                  <c:v>15.870200000000001</c:v>
                </c:pt>
                <c:pt idx="10504">
                  <c:v>15.7804</c:v>
                </c:pt>
                <c:pt idx="10505">
                  <c:v>15.821</c:v>
                </c:pt>
                <c:pt idx="10506">
                  <c:v>15.688700000000001</c:v>
                </c:pt>
                <c:pt idx="10507">
                  <c:v>15.5588</c:v>
                </c:pt>
                <c:pt idx="10508">
                  <c:v>15.2866</c:v>
                </c:pt>
                <c:pt idx="10509">
                  <c:v>15.269</c:v>
                </c:pt>
                <c:pt idx="10510">
                  <c:v>15.136699999999999</c:v>
                </c:pt>
                <c:pt idx="10511">
                  <c:v>14.647</c:v>
                </c:pt>
                <c:pt idx="10512">
                  <c:v>14.520200000000001</c:v>
                </c:pt>
                <c:pt idx="10513">
                  <c:v>14.692</c:v>
                </c:pt>
                <c:pt idx="10514">
                  <c:v>14.9831</c:v>
                </c:pt>
                <c:pt idx="10515">
                  <c:v>15.118600000000001</c:v>
                </c:pt>
                <c:pt idx="10516">
                  <c:v>15.286199999999999</c:v>
                </c:pt>
                <c:pt idx="10517">
                  <c:v>15.6904</c:v>
                </c:pt>
                <c:pt idx="10518">
                  <c:v>16.097200000000001</c:v>
                </c:pt>
                <c:pt idx="10519">
                  <c:v>16.1539</c:v>
                </c:pt>
                <c:pt idx="10520">
                  <c:v>15.7942</c:v>
                </c:pt>
                <c:pt idx="10521">
                  <c:v>15.6776</c:v>
                </c:pt>
                <c:pt idx="10522">
                  <c:v>15.6172</c:v>
                </c:pt>
                <c:pt idx="10523">
                  <c:v>15.4314</c:v>
                </c:pt>
                <c:pt idx="10524">
                  <c:v>14.841699999999999</c:v>
                </c:pt>
                <c:pt idx="10525">
                  <c:v>14.544700000000001</c:v>
                </c:pt>
                <c:pt idx="10526">
                  <c:v>14.9032</c:v>
                </c:pt>
                <c:pt idx="10527">
                  <c:v>15.298999999999999</c:v>
                </c:pt>
                <c:pt idx="10528">
                  <c:v>15.145099999999999</c:v>
                </c:pt>
                <c:pt idx="10529">
                  <c:v>14.9663</c:v>
                </c:pt>
                <c:pt idx="10530">
                  <c:v>15.1759</c:v>
                </c:pt>
                <c:pt idx="10531">
                  <c:v>15.3536</c:v>
                </c:pt>
                <c:pt idx="10532">
                  <c:v>14.9031</c:v>
                </c:pt>
                <c:pt idx="10533">
                  <c:v>14.2889</c:v>
                </c:pt>
                <c:pt idx="10534">
                  <c:v>14.442399999999999</c:v>
                </c:pt>
                <c:pt idx="10535">
                  <c:v>14.938000000000001</c:v>
                </c:pt>
                <c:pt idx="10536">
                  <c:v>15.289400000000001</c:v>
                </c:pt>
                <c:pt idx="10537">
                  <c:v>15.329700000000001</c:v>
                </c:pt>
                <c:pt idx="10538">
                  <c:v>15.329599999999999</c:v>
                </c:pt>
                <c:pt idx="10539">
                  <c:v>15.095599999999999</c:v>
                </c:pt>
                <c:pt idx="10540">
                  <c:v>15.007099999999999</c:v>
                </c:pt>
                <c:pt idx="10541">
                  <c:v>15.097899999999999</c:v>
                </c:pt>
                <c:pt idx="10542">
                  <c:v>14.934900000000001</c:v>
                </c:pt>
                <c:pt idx="10543">
                  <c:v>14.9666</c:v>
                </c:pt>
                <c:pt idx="10544">
                  <c:v>15.0891</c:v>
                </c:pt>
                <c:pt idx="10545">
                  <c:v>14.741</c:v>
                </c:pt>
                <c:pt idx="10546">
                  <c:v>14.631399999999999</c:v>
                </c:pt>
                <c:pt idx="10547">
                  <c:v>14.5631</c:v>
                </c:pt>
                <c:pt idx="10548">
                  <c:v>14.0061</c:v>
                </c:pt>
                <c:pt idx="10549">
                  <c:v>13.7661</c:v>
                </c:pt>
                <c:pt idx="10550">
                  <c:v>13.786</c:v>
                </c:pt>
                <c:pt idx="10551">
                  <c:v>13.7037</c:v>
                </c:pt>
                <c:pt idx="10552">
                  <c:v>13.522</c:v>
                </c:pt>
                <c:pt idx="10553">
                  <c:v>13.650700000000001</c:v>
                </c:pt>
                <c:pt idx="10554">
                  <c:v>13.862</c:v>
                </c:pt>
                <c:pt idx="10555">
                  <c:v>13.998200000000001</c:v>
                </c:pt>
                <c:pt idx="10556">
                  <c:v>13.976699999999999</c:v>
                </c:pt>
                <c:pt idx="10557">
                  <c:v>13.882400000000001</c:v>
                </c:pt>
                <c:pt idx="10558">
                  <c:v>13.648</c:v>
                </c:pt>
                <c:pt idx="10559">
                  <c:v>13.7552</c:v>
                </c:pt>
                <c:pt idx="10560">
                  <c:v>13.6347</c:v>
                </c:pt>
                <c:pt idx="10561">
                  <c:v>13.7631</c:v>
                </c:pt>
                <c:pt idx="10562">
                  <c:v>13.8658</c:v>
                </c:pt>
                <c:pt idx="10563">
                  <c:v>13.892099999999999</c:v>
                </c:pt>
                <c:pt idx="10564">
                  <c:v>14.015000000000001</c:v>
                </c:pt>
                <c:pt idx="10565">
                  <c:v>14.0175</c:v>
                </c:pt>
                <c:pt idx="10566">
                  <c:v>13.980499999999999</c:v>
                </c:pt>
                <c:pt idx="10567">
                  <c:v>14.03</c:v>
                </c:pt>
                <c:pt idx="10568">
                  <c:v>14.2004</c:v>
                </c:pt>
                <c:pt idx="10569">
                  <c:v>14.1989</c:v>
                </c:pt>
                <c:pt idx="10570">
                  <c:v>14.220599999999999</c:v>
                </c:pt>
                <c:pt idx="10571">
                  <c:v>14.2651</c:v>
                </c:pt>
                <c:pt idx="10572">
                  <c:v>13.993499999999999</c:v>
                </c:pt>
                <c:pt idx="10573">
                  <c:v>13.383100000000001</c:v>
                </c:pt>
                <c:pt idx="10574">
                  <c:v>13.2348</c:v>
                </c:pt>
                <c:pt idx="10575">
                  <c:v>13.741</c:v>
                </c:pt>
                <c:pt idx="10576">
                  <c:v>13.86</c:v>
                </c:pt>
                <c:pt idx="10577">
                  <c:v>14.021100000000001</c:v>
                </c:pt>
                <c:pt idx="10578">
                  <c:v>14.0449</c:v>
                </c:pt>
                <c:pt idx="10579">
                  <c:v>14.1511</c:v>
                </c:pt>
                <c:pt idx="10580">
                  <c:v>14.229699999999999</c:v>
                </c:pt>
                <c:pt idx="10581">
                  <c:v>14.310499999999999</c:v>
                </c:pt>
                <c:pt idx="10582">
                  <c:v>14.341799999999999</c:v>
                </c:pt>
                <c:pt idx="10583">
                  <c:v>14.2652</c:v>
                </c:pt>
                <c:pt idx="10584">
                  <c:v>14.2486</c:v>
                </c:pt>
                <c:pt idx="10585">
                  <c:v>14.3262</c:v>
                </c:pt>
                <c:pt idx="10586">
                  <c:v>14.3592</c:v>
                </c:pt>
                <c:pt idx="10587">
                  <c:v>14.250400000000001</c:v>
                </c:pt>
                <c:pt idx="10588">
                  <c:v>14.0444</c:v>
                </c:pt>
                <c:pt idx="10589">
                  <c:v>13.9049</c:v>
                </c:pt>
                <c:pt idx="10590">
                  <c:v>13.8614</c:v>
                </c:pt>
                <c:pt idx="10591">
                  <c:v>14.1142</c:v>
                </c:pt>
                <c:pt idx="10592">
                  <c:v>14.312099999999999</c:v>
                </c:pt>
                <c:pt idx="10593">
                  <c:v>14.3726</c:v>
                </c:pt>
                <c:pt idx="10594">
                  <c:v>14.620100000000001</c:v>
                </c:pt>
                <c:pt idx="10595">
                  <c:v>14.6264</c:v>
                </c:pt>
                <c:pt idx="10596">
                  <c:v>14.286199999999999</c:v>
                </c:pt>
                <c:pt idx="10597">
                  <c:v>14.0487</c:v>
                </c:pt>
                <c:pt idx="10598">
                  <c:v>14.164199999999999</c:v>
                </c:pt>
                <c:pt idx="10599">
                  <c:v>14.324299999999999</c:v>
                </c:pt>
                <c:pt idx="10600">
                  <c:v>14.188499999999999</c:v>
                </c:pt>
                <c:pt idx="10601">
                  <c:v>13.9221</c:v>
                </c:pt>
                <c:pt idx="10602">
                  <c:v>13.805400000000001</c:v>
                </c:pt>
                <c:pt idx="10603">
                  <c:v>13.511200000000001</c:v>
                </c:pt>
                <c:pt idx="10604">
                  <c:v>13.7309</c:v>
                </c:pt>
                <c:pt idx="10605">
                  <c:v>14.2439</c:v>
                </c:pt>
                <c:pt idx="10606">
                  <c:v>14.482200000000001</c:v>
                </c:pt>
                <c:pt idx="10607">
                  <c:v>14.4687</c:v>
                </c:pt>
                <c:pt idx="10608">
                  <c:v>14.0055</c:v>
                </c:pt>
                <c:pt idx="10609">
                  <c:v>13.8231</c:v>
                </c:pt>
                <c:pt idx="10610">
                  <c:v>13.7514</c:v>
                </c:pt>
                <c:pt idx="10611">
                  <c:v>13.618499999999999</c:v>
                </c:pt>
                <c:pt idx="10612">
                  <c:v>13.565099999999999</c:v>
                </c:pt>
                <c:pt idx="10613">
                  <c:v>13.7209</c:v>
                </c:pt>
                <c:pt idx="10614">
                  <c:v>13.928599999999999</c:v>
                </c:pt>
                <c:pt idx="10615">
                  <c:v>13.948</c:v>
                </c:pt>
                <c:pt idx="10616">
                  <c:v>14.114699999999999</c:v>
                </c:pt>
                <c:pt idx="10617">
                  <c:v>14.071899999999999</c:v>
                </c:pt>
                <c:pt idx="10618">
                  <c:v>13.9529</c:v>
                </c:pt>
                <c:pt idx="10619">
                  <c:v>13.9717</c:v>
                </c:pt>
                <c:pt idx="10620">
                  <c:v>13.9785</c:v>
                </c:pt>
                <c:pt idx="10621">
                  <c:v>14.1302</c:v>
                </c:pt>
                <c:pt idx="10622">
                  <c:v>14.3832</c:v>
                </c:pt>
                <c:pt idx="10623">
                  <c:v>14.534000000000001</c:v>
                </c:pt>
                <c:pt idx="10624">
                  <c:v>14.369899999999999</c:v>
                </c:pt>
                <c:pt idx="10625">
                  <c:v>14.1563</c:v>
                </c:pt>
                <c:pt idx="10626">
                  <c:v>13.959099999999999</c:v>
                </c:pt>
                <c:pt idx="10627">
                  <c:v>13.5732</c:v>
                </c:pt>
                <c:pt idx="10628">
                  <c:v>13.501300000000001</c:v>
                </c:pt>
                <c:pt idx="10629">
                  <c:v>13.6173</c:v>
                </c:pt>
                <c:pt idx="10630">
                  <c:v>13.894</c:v>
                </c:pt>
                <c:pt idx="10631">
                  <c:v>13.704800000000001</c:v>
                </c:pt>
                <c:pt idx="10632">
                  <c:v>13.458399999999999</c:v>
                </c:pt>
                <c:pt idx="10633">
                  <c:v>13.559200000000001</c:v>
                </c:pt>
                <c:pt idx="10634">
                  <c:v>13.709899999999999</c:v>
                </c:pt>
                <c:pt idx="10635">
                  <c:v>13.9086</c:v>
                </c:pt>
                <c:pt idx="10636">
                  <c:v>14.1441</c:v>
                </c:pt>
                <c:pt idx="10637">
                  <c:v>14.077</c:v>
                </c:pt>
                <c:pt idx="10638">
                  <c:v>14.2918</c:v>
                </c:pt>
                <c:pt idx="10639">
                  <c:v>14.420299999999999</c:v>
                </c:pt>
                <c:pt idx="10640">
                  <c:v>14.0116</c:v>
                </c:pt>
                <c:pt idx="10641">
                  <c:v>13.5936</c:v>
                </c:pt>
                <c:pt idx="10642">
                  <c:v>13.0898</c:v>
                </c:pt>
                <c:pt idx="10643">
                  <c:v>13.0487</c:v>
                </c:pt>
                <c:pt idx="10644">
                  <c:v>13.289199999999999</c:v>
                </c:pt>
                <c:pt idx="10645">
                  <c:v>13.422599999999999</c:v>
                </c:pt>
                <c:pt idx="10646">
                  <c:v>13.5876</c:v>
                </c:pt>
                <c:pt idx="10647">
                  <c:v>13.5646</c:v>
                </c:pt>
                <c:pt idx="10648">
                  <c:v>13.555099999999999</c:v>
                </c:pt>
                <c:pt idx="10649">
                  <c:v>13.542</c:v>
                </c:pt>
                <c:pt idx="10650">
                  <c:v>13.7342</c:v>
                </c:pt>
                <c:pt idx="10651">
                  <c:v>13.8064</c:v>
                </c:pt>
                <c:pt idx="10652">
                  <c:v>13.938800000000001</c:v>
                </c:pt>
                <c:pt idx="10653">
                  <c:v>14.0166</c:v>
                </c:pt>
                <c:pt idx="10654">
                  <c:v>14.2224</c:v>
                </c:pt>
                <c:pt idx="10655">
                  <c:v>14.549200000000001</c:v>
                </c:pt>
                <c:pt idx="10656">
                  <c:v>14.5413</c:v>
                </c:pt>
                <c:pt idx="10657">
                  <c:v>14.375400000000001</c:v>
                </c:pt>
                <c:pt idx="10658">
                  <c:v>14.3246</c:v>
                </c:pt>
                <c:pt idx="10659">
                  <c:v>14.1523</c:v>
                </c:pt>
                <c:pt idx="10660">
                  <c:v>13.7151</c:v>
                </c:pt>
                <c:pt idx="10661">
                  <c:v>13.692600000000001</c:v>
                </c:pt>
                <c:pt idx="10662">
                  <c:v>13.746499999999999</c:v>
                </c:pt>
                <c:pt idx="10663">
                  <c:v>13.6145</c:v>
                </c:pt>
                <c:pt idx="10664">
                  <c:v>13.5299</c:v>
                </c:pt>
                <c:pt idx="10665">
                  <c:v>13.5029</c:v>
                </c:pt>
                <c:pt idx="10666">
                  <c:v>13.297499999999999</c:v>
                </c:pt>
                <c:pt idx="10667">
                  <c:v>13.411</c:v>
                </c:pt>
                <c:pt idx="10668">
                  <c:v>13.6275</c:v>
                </c:pt>
                <c:pt idx="10669">
                  <c:v>13.644</c:v>
                </c:pt>
                <c:pt idx="10670">
                  <c:v>13.611800000000001</c:v>
                </c:pt>
                <c:pt idx="10671">
                  <c:v>13.93</c:v>
                </c:pt>
                <c:pt idx="10672">
                  <c:v>14.237399999999999</c:v>
                </c:pt>
                <c:pt idx="10673">
                  <c:v>14.32</c:v>
                </c:pt>
                <c:pt idx="10674">
                  <c:v>14.3934</c:v>
                </c:pt>
                <c:pt idx="10675">
                  <c:v>14.9625</c:v>
                </c:pt>
                <c:pt idx="10676">
                  <c:v>14.8909</c:v>
                </c:pt>
                <c:pt idx="10677">
                  <c:v>14.4901</c:v>
                </c:pt>
                <c:pt idx="10678">
                  <c:v>14.206300000000001</c:v>
                </c:pt>
                <c:pt idx="10679">
                  <c:v>14.1995</c:v>
                </c:pt>
                <c:pt idx="10680">
                  <c:v>14.171099999999999</c:v>
                </c:pt>
                <c:pt idx="10681">
                  <c:v>13.731199999999999</c:v>
                </c:pt>
                <c:pt idx="10682">
                  <c:v>13.461</c:v>
                </c:pt>
                <c:pt idx="10683">
                  <c:v>13.9754</c:v>
                </c:pt>
                <c:pt idx="10684">
                  <c:v>14.287800000000001</c:v>
                </c:pt>
                <c:pt idx="10685">
                  <c:v>14.200900000000001</c:v>
                </c:pt>
                <c:pt idx="10686">
                  <c:v>14.376300000000001</c:v>
                </c:pt>
                <c:pt idx="10687">
                  <c:v>14.218999999999999</c:v>
                </c:pt>
                <c:pt idx="10688">
                  <c:v>13.933999999999999</c:v>
                </c:pt>
                <c:pt idx="10689">
                  <c:v>13.663600000000001</c:v>
                </c:pt>
                <c:pt idx="10690">
                  <c:v>13.708399999999999</c:v>
                </c:pt>
                <c:pt idx="10691">
                  <c:v>13.789899999999999</c:v>
                </c:pt>
                <c:pt idx="10692">
                  <c:v>13.5098</c:v>
                </c:pt>
                <c:pt idx="10693">
                  <c:v>13.4748</c:v>
                </c:pt>
                <c:pt idx="10694">
                  <c:v>13.4694</c:v>
                </c:pt>
                <c:pt idx="10695">
                  <c:v>13.374499999999999</c:v>
                </c:pt>
                <c:pt idx="10696">
                  <c:v>13.516400000000001</c:v>
                </c:pt>
                <c:pt idx="10697">
                  <c:v>13.2982</c:v>
                </c:pt>
                <c:pt idx="10698">
                  <c:v>13.1907</c:v>
                </c:pt>
                <c:pt idx="10699">
                  <c:v>13.416700000000001</c:v>
                </c:pt>
                <c:pt idx="10700">
                  <c:v>13.3962</c:v>
                </c:pt>
                <c:pt idx="10701">
                  <c:v>13.4589</c:v>
                </c:pt>
                <c:pt idx="10702">
                  <c:v>13.762</c:v>
                </c:pt>
                <c:pt idx="10703">
                  <c:v>13.756</c:v>
                </c:pt>
                <c:pt idx="10704">
                  <c:v>13.490600000000001</c:v>
                </c:pt>
                <c:pt idx="10705">
                  <c:v>13.279400000000001</c:v>
                </c:pt>
                <c:pt idx="10706">
                  <c:v>13.1883</c:v>
                </c:pt>
                <c:pt idx="10707">
                  <c:v>13.3284</c:v>
                </c:pt>
                <c:pt idx="10708">
                  <c:v>13.2546</c:v>
                </c:pt>
                <c:pt idx="10709">
                  <c:v>13.1915</c:v>
                </c:pt>
                <c:pt idx="10710">
                  <c:v>13.345000000000001</c:v>
                </c:pt>
                <c:pt idx="10711">
                  <c:v>13.431900000000001</c:v>
                </c:pt>
                <c:pt idx="10712">
                  <c:v>13.769399999999999</c:v>
                </c:pt>
                <c:pt idx="10713">
                  <c:v>14.2615</c:v>
                </c:pt>
                <c:pt idx="10714">
                  <c:v>14.779500000000001</c:v>
                </c:pt>
                <c:pt idx="10715">
                  <c:v>15.0038</c:v>
                </c:pt>
                <c:pt idx="10716">
                  <c:v>14.903499999999999</c:v>
                </c:pt>
                <c:pt idx="10717">
                  <c:v>14.732200000000001</c:v>
                </c:pt>
                <c:pt idx="10718">
                  <c:v>14.7037</c:v>
                </c:pt>
                <c:pt idx="10719">
                  <c:v>14.849500000000001</c:v>
                </c:pt>
                <c:pt idx="10720">
                  <c:v>14.6493</c:v>
                </c:pt>
                <c:pt idx="10721">
                  <c:v>14.5334</c:v>
                </c:pt>
                <c:pt idx="10722">
                  <c:v>14.439399999999999</c:v>
                </c:pt>
                <c:pt idx="10723">
                  <c:v>14.125500000000001</c:v>
                </c:pt>
                <c:pt idx="10724">
                  <c:v>14.029</c:v>
                </c:pt>
                <c:pt idx="10725">
                  <c:v>14.363799999999999</c:v>
                </c:pt>
                <c:pt idx="10726">
                  <c:v>14.9468</c:v>
                </c:pt>
                <c:pt idx="10727">
                  <c:v>15.2476</c:v>
                </c:pt>
                <c:pt idx="10728">
                  <c:v>15.0572</c:v>
                </c:pt>
                <c:pt idx="10729">
                  <c:v>14.815</c:v>
                </c:pt>
                <c:pt idx="10730">
                  <c:v>14.667400000000001</c:v>
                </c:pt>
                <c:pt idx="10731">
                  <c:v>14.826700000000001</c:v>
                </c:pt>
                <c:pt idx="10732">
                  <c:v>15.105499999999999</c:v>
                </c:pt>
                <c:pt idx="10733">
                  <c:v>15.3146</c:v>
                </c:pt>
                <c:pt idx="10734">
                  <c:v>15.351699999999999</c:v>
                </c:pt>
                <c:pt idx="10735">
                  <c:v>15.3597</c:v>
                </c:pt>
                <c:pt idx="10736">
                  <c:v>15.552199999999999</c:v>
                </c:pt>
                <c:pt idx="10737">
                  <c:v>15.858700000000001</c:v>
                </c:pt>
                <c:pt idx="10738">
                  <c:v>16.051500000000001</c:v>
                </c:pt>
                <c:pt idx="10739">
                  <c:v>16.1554</c:v>
                </c:pt>
                <c:pt idx="10740">
                  <c:v>16.241900000000001</c:v>
                </c:pt>
                <c:pt idx="10741">
                  <c:v>16.2699</c:v>
                </c:pt>
                <c:pt idx="10742">
                  <c:v>16.2334</c:v>
                </c:pt>
                <c:pt idx="10743">
                  <c:v>15.9221</c:v>
                </c:pt>
                <c:pt idx="10744">
                  <c:v>15.757099999999999</c:v>
                </c:pt>
                <c:pt idx="10745">
                  <c:v>15.670299999999999</c:v>
                </c:pt>
                <c:pt idx="10746">
                  <c:v>15.496600000000001</c:v>
                </c:pt>
                <c:pt idx="10747">
                  <c:v>15.257099999999999</c:v>
                </c:pt>
                <c:pt idx="10748">
                  <c:v>15.0024</c:v>
                </c:pt>
                <c:pt idx="10749">
                  <c:v>14.579499999999999</c:v>
                </c:pt>
                <c:pt idx="10750">
                  <c:v>14.3619</c:v>
                </c:pt>
                <c:pt idx="10751">
                  <c:v>14.2517</c:v>
                </c:pt>
                <c:pt idx="10752">
                  <c:v>14.0235</c:v>
                </c:pt>
                <c:pt idx="10753">
                  <c:v>14.045999999999999</c:v>
                </c:pt>
                <c:pt idx="10754">
                  <c:v>14.053000000000001</c:v>
                </c:pt>
                <c:pt idx="10755">
                  <c:v>14.1806</c:v>
                </c:pt>
                <c:pt idx="10756">
                  <c:v>14.249700000000001</c:v>
                </c:pt>
                <c:pt idx="10757">
                  <c:v>14.083</c:v>
                </c:pt>
                <c:pt idx="10758">
                  <c:v>13.7562</c:v>
                </c:pt>
                <c:pt idx="10759">
                  <c:v>13.4444</c:v>
                </c:pt>
                <c:pt idx="10760">
                  <c:v>13.6412</c:v>
                </c:pt>
                <c:pt idx="10761">
                  <c:v>13.8367</c:v>
                </c:pt>
                <c:pt idx="10762">
                  <c:v>13.9377</c:v>
                </c:pt>
                <c:pt idx="10763">
                  <c:v>13.790900000000001</c:v>
                </c:pt>
                <c:pt idx="10764">
                  <c:v>13.521800000000001</c:v>
                </c:pt>
                <c:pt idx="10765">
                  <c:v>13.334300000000001</c:v>
                </c:pt>
                <c:pt idx="10766">
                  <c:v>13.4016</c:v>
                </c:pt>
                <c:pt idx="10767">
                  <c:v>13.581</c:v>
                </c:pt>
                <c:pt idx="10768">
                  <c:v>13.962199999999999</c:v>
                </c:pt>
                <c:pt idx="10769">
                  <c:v>14.178900000000001</c:v>
                </c:pt>
                <c:pt idx="10770">
                  <c:v>14.293699999999999</c:v>
                </c:pt>
                <c:pt idx="10771">
                  <c:v>14.0715</c:v>
                </c:pt>
                <c:pt idx="10772">
                  <c:v>13.861700000000001</c:v>
                </c:pt>
                <c:pt idx="10773">
                  <c:v>14.005100000000001</c:v>
                </c:pt>
                <c:pt idx="10774">
                  <c:v>14.039899999999999</c:v>
                </c:pt>
                <c:pt idx="10775">
                  <c:v>13.8874</c:v>
                </c:pt>
                <c:pt idx="10776">
                  <c:v>13.777699999999999</c:v>
                </c:pt>
                <c:pt idx="10777">
                  <c:v>13.727399999999999</c:v>
                </c:pt>
                <c:pt idx="10778">
                  <c:v>13.6706</c:v>
                </c:pt>
                <c:pt idx="10779">
                  <c:v>13.539099999999999</c:v>
                </c:pt>
                <c:pt idx="10780">
                  <c:v>13.5406</c:v>
                </c:pt>
                <c:pt idx="10781">
                  <c:v>13.619300000000001</c:v>
                </c:pt>
                <c:pt idx="10782">
                  <c:v>13.7096</c:v>
                </c:pt>
                <c:pt idx="10783">
                  <c:v>13.858599999999999</c:v>
                </c:pt>
                <c:pt idx="10784">
                  <c:v>13.782299999999999</c:v>
                </c:pt>
                <c:pt idx="10785">
                  <c:v>13.37</c:v>
                </c:pt>
                <c:pt idx="10786">
                  <c:v>13.2623</c:v>
                </c:pt>
                <c:pt idx="10787">
                  <c:v>13.367599999999999</c:v>
                </c:pt>
                <c:pt idx="10788">
                  <c:v>13.421099999999999</c:v>
                </c:pt>
                <c:pt idx="10789">
                  <c:v>13.383599999999999</c:v>
                </c:pt>
                <c:pt idx="10790">
                  <c:v>13.410500000000001</c:v>
                </c:pt>
                <c:pt idx="10791">
                  <c:v>13.7324</c:v>
                </c:pt>
                <c:pt idx="10792">
                  <c:v>13.985200000000001</c:v>
                </c:pt>
                <c:pt idx="10793">
                  <c:v>14.1243</c:v>
                </c:pt>
                <c:pt idx="10794">
                  <c:v>13.7171</c:v>
                </c:pt>
                <c:pt idx="10795">
                  <c:v>13.329800000000001</c:v>
                </c:pt>
                <c:pt idx="10796">
                  <c:v>13.671099999999999</c:v>
                </c:pt>
                <c:pt idx="10797">
                  <c:v>13.8043</c:v>
                </c:pt>
                <c:pt idx="10798">
                  <c:v>13.668100000000001</c:v>
                </c:pt>
                <c:pt idx="10799">
                  <c:v>13.696999999999999</c:v>
                </c:pt>
                <c:pt idx="10800">
                  <c:v>13.8537</c:v>
                </c:pt>
                <c:pt idx="10801">
                  <c:v>13.9915</c:v>
                </c:pt>
                <c:pt idx="10802">
                  <c:v>13.8003</c:v>
                </c:pt>
                <c:pt idx="10803">
                  <c:v>13.788600000000001</c:v>
                </c:pt>
                <c:pt idx="10804">
                  <c:v>13.7477</c:v>
                </c:pt>
                <c:pt idx="10805">
                  <c:v>13.8957</c:v>
                </c:pt>
                <c:pt idx="10806">
                  <c:v>13.8559</c:v>
                </c:pt>
                <c:pt idx="10807">
                  <c:v>13.905900000000001</c:v>
                </c:pt>
                <c:pt idx="10808">
                  <c:v>14.026300000000001</c:v>
                </c:pt>
                <c:pt idx="10809">
                  <c:v>14.101100000000001</c:v>
                </c:pt>
                <c:pt idx="10810">
                  <c:v>13.9339</c:v>
                </c:pt>
                <c:pt idx="10811">
                  <c:v>13.6214</c:v>
                </c:pt>
                <c:pt idx="10812">
                  <c:v>13.571999999999999</c:v>
                </c:pt>
                <c:pt idx="10813">
                  <c:v>13.774900000000001</c:v>
                </c:pt>
                <c:pt idx="10814">
                  <c:v>13.7149</c:v>
                </c:pt>
                <c:pt idx="10815">
                  <c:v>13.4421</c:v>
                </c:pt>
                <c:pt idx="10816">
                  <c:v>13.7531</c:v>
                </c:pt>
                <c:pt idx="10817">
                  <c:v>14.0075</c:v>
                </c:pt>
                <c:pt idx="10818">
                  <c:v>13.996</c:v>
                </c:pt>
                <c:pt idx="10819">
                  <c:v>14.032999999999999</c:v>
                </c:pt>
                <c:pt idx="10820">
                  <c:v>14.0959</c:v>
                </c:pt>
                <c:pt idx="10821">
                  <c:v>14.215</c:v>
                </c:pt>
                <c:pt idx="10822">
                  <c:v>14.654400000000001</c:v>
                </c:pt>
                <c:pt idx="10823">
                  <c:v>15.3909</c:v>
                </c:pt>
                <c:pt idx="10824">
                  <c:v>15.7927</c:v>
                </c:pt>
                <c:pt idx="10825">
                  <c:v>15.529400000000001</c:v>
                </c:pt>
                <c:pt idx="10826">
                  <c:v>15.2683</c:v>
                </c:pt>
                <c:pt idx="10827">
                  <c:v>15.297700000000001</c:v>
                </c:pt>
                <c:pt idx="10828">
                  <c:v>15.330299999999999</c:v>
                </c:pt>
                <c:pt idx="10829">
                  <c:v>15.627599999999999</c:v>
                </c:pt>
                <c:pt idx="10830">
                  <c:v>15.7669</c:v>
                </c:pt>
                <c:pt idx="10831">
                  <c:v>15.831099999999999</c:v>
                </c:pt>
                <c:pt idx="10832">
                  <c:v>15.923999999999999</c:v>
                </c:pt>
                <c:pt idx="10833">
                  <c:v>15.853199999999999</c:v>
                </c:pt>
                <c:pt idx="10834">
                  <c:v>15.6342</c:v>
                </c:pt>
                <c:pt idx="10835">
                  <c:v>15.650700000000001</c:v>
                </c:pt>
                <c:pt idx="10836">
                  <c:v>15.5937</c:v>
                </c:pt>
                <c:pt idx="10837">
                  <c:v>15.2136</c:v>
                </c:pt>
                <c:pt idx="10838">
                  <c:v>14.578200000000001</c:v>
                </c:pt>
                <c:pt idx="10839">
                  <c:v>14.2135</c:v>
                </c:pt>
                <c:pt idx="10840">
                  <c:v>14.1503</c:v>
                </c:pt>
                <c:pt idx="10841">
                  <c:v>14.1015</c:v>
                </c:pt>
                <c:pt idx="10842">
                  <c:v>13.942600000000001</c:v>
                </c:pt>
                <c:pt idx="10843">
                  <c:v>13.8527</c:v>
                </c:pt>
                <c:pt idx="10844">
                  <c:v>13.8947</c:v>
                </c:pt>
                <c:pt idx="10845">
                  <c:v>13.7963</c:v>
                </c:pt>
                <c:pt idx="10846">
                  <c:v>13.7684</c:v>
                </c:pt>
                <c:pt idx="10847">
                  <c:v>13.762499999999999</c:v>
                </c:pt>
                <c:pt idx="10848">
                  <c:v>13.863099999999999</c:v>
                </c:pt>
                <c:pt idx="10849">
                  <c:v>13.8194</c:v>
                </c:pt>
                <c:pt idx="10850">
                  <c:v>13.8527</c:v>
                </c:pt>
                <c:pt idx="10851">
                  <c:v>13.7403</c:v>
                </c:pt>
                <c:pt idx="10852">
                  <c:v>13.547700000000001</c:v>
                </c:pt>
                <c:pt idx="10853">
                  <c:v>13.5313</c:v>
                </c:pt>
                <c:pt idx="10854">
                  <c:v>13.7369</c:v>
                </c:pt>
                <c:pt idx="10855">
                  <c:v>13.9572</c:v>
                </c:pt>
                <c:pt idx="10856">
                  <c:v>14.301299999999999</c:v>
                </c:pt>
                <c:pt idx="10857">
                  <c:v>14.3447</c:v>
                </c:pt>
                <c:pt idx="10858">
                  <c:v>14.2004</c:v>
                </c:pt>
                <c:pt idx="10859">
                  <c:v>14.0357</c:v>
                </c:pt>
                <c:pt idx="10860">
                  <c:v>13.877700000000001</c:v>
                </c:pt>
                <c:pt idx="10861">
                  <c:v>13.7834</c:v>
                </c:pt>
                <c:pt idx="10862">
                  <c:v>14.229900000000001</c:v>
                </c:pt>
                <c:pt idx="10863">
                  <c:v>14.802</c:v>
                </c:pt>
                <c:pt idx="10864">
                  <c:v>14.989100000000001</c:v>
                </c:pt>
                <c:pt idx="10865">
                  <c:v>14.951599999999999</c:v>
                </c:pt>
                <c:pt idx="10866">
                  <c:v>14.704800000000001</c:v>
                </c:pt>
                <c:pt idx="10867">
                  <c:v>14.5479</c:v>
                </c:pt>
                <c:pt idx="10868">
                  <c:v>14.5252</c:v>
                </c:pt>
                <c:pt idx="10869">
                  <c:v>14.328799999999999</c:v>
                </c:pt>
                <c:pt idx="10870">
                  <c:v>14.2393</c:v>
                </c:pt>
                <c:pt idx="10871">
                  <c:v>14.512499999999999</c:v>
                </c:pt>
                <c:pt idx="10872">
                  <c:v>14.9352</c:v>
                </c:pt>
                <c:pt idx="10873">
                  <c:v>14.9329</c:v>
                </c:pt>
                <c:pt idx="10874">
                  <c:v>15.057399999999999</c:v>
                </c:pt>
                <c:pt idx="10875">
                  <c:v>15.1074</c:v>
                </c:pt>
                <c:pt idx="10876">
                  <c:v>14.9893</c:v>
                </c:pt>
                <c:pt idx="10877">
                  <c:v>15.1699</c:v>
                </c:pt>
                <c:pt idx="10878">
                  <c:v>15.4526</c:v>
                </c:pt>
                <c:pt idx="10879">
                  <c:v>15.6936</c:v>
                </c:pt>
                <c:pt idx="10880">
                  <c:v>15.887</c:v>
                </c:pt>
                <c:pt idx="10881">
                  <c:v>15.7903</c:v>
                </c:pt>
                <c:pt idx="10882">
                  <c:v>15.4733</c:v>
                </c:pt>
                <c:pt idx="10883">
                  <c:v>15.381399999999999</c:v>
                </c:pt>
                <c:pt idx="10884">
                  <c:v>15.4588</c:v>
                </c:pt>
                <c:pt idx="10885">
                  <c:v>15.561500000000001</c:v>
                </c:pt>
                <c:pt idx="10886">
                  <c:v>15.825799999999999</c:v>
                </c:pt>
                <c:pt idx="10887">
                  <c:v>15.895300000000001</c:v>
                </c:pt>
                <c:pt idx="10888">
                  <c:v>15.871499999999999</c:v>
                </c:pt>
                <c:pt idx="10889">
                  <c:v>15.7857</c:v>
                </c:pt>
                <c:pt idx="10890">
                  <c:v>15.613799999999999</c:v>
                </c:pt>
                <c:pt idx="10891">
                  <c:v>15.5014</c:v>
                </c:pt>
                <c:pt idx="10892">
                  <c:v>15.545199999999999</c:v>
                </c:pt>
                <c:pt idx="10893">
                  <c:v>15.8491</c:v>
                </c:pt>
                <c:pt idx="10894">
                  <c:v>16.1067</c:v>
                </c:pt>
                <c:pt idx="10895">
                  <c:v>15.989599999999999</c:v>
                </c:pt>
                <c:pt idx="10896">
                  <c:v>15.7827</c:v>
                </c:pt>
                <c:pt idx="10897">
                  <c:v>15.6129</c:v>
                </c:pt>
                <c:pt idx="10898">
                  <c:v>15.2126</c:v>
                </c:pt>
                <c:pt idx="10899">
                  <c:v>15.0379</c:v>
                </c:pt>
                <c:pt idx="10900">
                  <c:v>15.0723</c:v>
                </c:pt>
                <c:pt idx="10901">
                  <c:v>15.348699999999999</c:v>
                </c:pt>
                <c:pt idx="10902">
                  <c:v>15.524800000000001</c:v>
                </c:pt>
                <c:pt idx="10903">
                  <c:v>15.3134</c:v>
                </c:pt>
                <c:pt idx="10904">
                  <c:v>14.964399999999999</c:v>
                </c:pt>
                <c:pt idx="10905">
                  <c:v>14.4918</c:v>
                </c:pt>
                <c:pt idx="10906">
                  <c:v>14.1386</c:v>
                </c:pt>
                <c:pt idx="10907">
                  <c:v>13.9499</c:v>
                </c:pt>
                <c:pt idx="10908">
                  <c:v>13.8253</c:v>
                </c:pt>
                <c:pt idx="10909">
                  <c:v>13.888199999999999</c:v>
                </c:pt>
                <c:pt idx="10910">
                  <c:v>14.000999999999999</c:v>
                </c:pt>
                <c:pt idx="10911">
                  <c:v>13.844799999999999</c:v>
                </c:pt>
                <c:pt idx="10912">
                  <c:v>13.9825</c:v>
                </c:pt>
                <c:pt idx="10913">
                  <c:v>14.1616</c:v>
                </c:pt>
                <c:pt idx="10914">
                  <c:v>14.3269</c:v>
                </c:pt>
                <c:pt idx="10915">
                  <c:v>14.764699999999999</c:v>
                </c:pt>
                <c:pt idx="10916">
                  <c:v>14.855399999999999</c:v>
                </c:pt>
                <c:pt idx="10917">
                  <c:v>14.9956</c:v>
                </c:pt>
                <c:pt idx="10918">
                  <c:v>14.7027</c:v>
                </c:pt>
                <c:pt idx="10919">
                  <c:v>13.8896</c:v>
                </c:pt>
                <c:pt idx="10920">
                  <c:v>13.7471</c:v>
                </c:pt>
                <c:pt idx="10921">
                  <c:v>14.093400000000001</c:v>
                </c:pt>
                <c:pt idx="10922">
                  <c:v>14.4907</c:v>
                </c:pt>
                <c:pt idx="10923">
                  <c:v>14.574400000000001</c:v>
                </c:pt>
                <c:pt idx="10924">
                  <c:v>14.5229</c:v>
                </c:pt>
                <c:pt idx="10925">
                  <c:v>14.5419</c:v>
                </c:pt>
                <c:pt idx="10926">
                  <c:v>14.5158</c:v>
                </c:pt>
                <c:pt idx="10927">
                  <c:v>14.7311</c:v>
                </c:pt>
                <c:pt idx="10928">
                  <c:v>14.985200000000001</c:v>
                </c:pt>
                <c:pt idx="10929">
                  <c:v>15.1806</c:v>
                </c:pt>
                <c:pt idx="10930">
                  <c:v>14.995799999999999</c:v>
                </c:pt>
                <c:pt idx="10931">
                  <c:v>14.6121</c:v>
                </c:pt>
                <c:pt idx="10932">
                  <c:v>14.2652</c:v>
                </c:pt>
                <c:pt idx="10933">
                  <c:v>14.423500000000001</c:v>
                </c:pt>
                <c:pt idx="10934">
                  <c:v>14.620699999999999</c:v>
                </c:pt>
                <c:pt idx="10935">
                  <c:v>14.4598</c:v>
                </c:pt>
                <c:pt idx="10936">
                  <c:v>14.370900000000001</c:v>
                </c:pt>
                <c:pt idx="10937">
                  <c:v>14.56</c:v>
                </c:pt>
                <c:pt idx="10938">
                  <c:v>14.8042</c:v>
                </c:pt>
                <c:pt idx="10939">
                  <c:v>15.1517</c:v>
                </c:pt>
                <c:pt idx="10940">
                  <c:v>15.1012</c:v>
                </c:pt>
                <c:pt idx="10941">
                  <c:v>15.080299999999999</c:v>
                </c:pt>
                <c:pt idx="10942">
                  <c:v>15.138500000000001</c:v>
                </c:pt>
                <c:pt idx="10943">
                  <c:v>15.146800000000001</c:v>
                </c:pt>
                <c:pt idx="10944">
                  <c:v>15.2935</c:v>
                </c:pt>
                <c:pt idx="10945">
                  <c:v>15.5395</c:v>
                </c:pt>
                <c:pt idx="10946">
                  <c:v>15.2949</c:v>
                </c:pt>
                <c:pt idx="10947">
                  <c:v>15.175800000000001</c:v>
                </c:pt>
                <c:pt idx="10948">
                  <c:v>15.4084</c:v>
                </c:pt>
                <c:pt idx="10949">
                  <c:v>15.442399999999999</c:v>
                </c:pt>
                <c:pt idx="10950">
                  <c:v>15.4922</c:v>
                </c:pt>
                <c:pt idx="10951">
                  <c:v>15.407299999999999</c:v>
                </c:pt>
                <c:pt idx="10952">
                  <c:v>15.156000000000001</c:v>
                </c:pt>
                <c:pt idx="10953">
                  <c:v>15.077999999999999</c:v>
                </c:pt>
                <c:pt idx="10954">
                  <c:v>15.3004</c:v>
                </c:pt>
                <c:pt idx="10955">
                  <c:v>15.5761</c:v>
                </c:pt>
                <c:pt idx="10956">
                  <c:v>15.825100000000001</c:v>
                </c:pt>
                <c:pt idx="10957">
                  <c:v>15.6425</c:v>
                </c:pt>
                <c:pt idx="10958">
                  <c:v>15.4826</c:v>
                </c:pt>
                <c:pt idx="10959">
                  <c:v>15.815899999999999</c:v>
                </c:pt>
                <c:pt idx="10960">
                  <c:v>16.095500000000001</c:v>
                </c:pt>
                <c:pt idx="10961">
                  <c:v>16.102900000000002</c:v>
                </c:pt>
                <c:pt idx="10962">
                  <c:v>16.190899999999999</c:v>
                </c:pt>
                <c:pt idx="10963">
                  <c:v>16.7148</c:v>
                </c:pt>
                <c:pt idx="10964">
                  <c:v>17.239899999999999</c:v>
                </c:pt>
                <c:pt idx="10965">
                  <c:v>17.159700000000001</c:v>
                </c:pt>
                <c:pt idx="10966">
                  <c:v>17.1433</c:v>
                </c:pt>
                <c:pt idx="10967">
                  <c:v>17.413</c:v>
                </c:pt>
                <c:pt idx="10968">
                  <c:v>17.737300000000001</c:v>
                </c:pt>
                <c:pt idx="10969">
                  <c:v>18.035699999999999</c:v>
                </c:pt>
                <c:pt idx="10970">
                  <c:v>18.13</c:v>
                </c:pt>
                <c:pt idx="10971">
                  <c:v>17.853200000000001</c:v>
                </c:pt>
                <c:pt idx="10972">
                  <c:v>17.978000000000002</c:v>
                </c:pt>
                <c:pt idx="10973">
                  <c:v>18.247900000000001</c:v>
                </c:pt>
                <c:pt idx="10974">
                  <c:v>18.1693</c:v>
                </c:pt>
                <c:pt idx="10975">
                  <c:v>17.7728</c:v>
                </c:pt>
                <c:pt idx="10976">
                  <c:v>17.662199999999999</c:v>
                </c:pt>
                <c:pt idx="10977">
                  <c:v>17.6311</c:v>
                </c:pt>
                <c:pt idx="10978">
                  <c:v>17.8231</c:v>
                </c:pt>
                <c:pt idx="10979">
                  <c:v>17.841000000000001</c:v>
                </c:pt>
                <c:pt idx="10980">
                  <c:v>17.409099999999999</c:v>
                </c:pt>
                <c:pt idx="10981">
                  <c:v>16.848099999999999</c:v>
                </c:pt>
                <c:pt idx="10982">
                  <c:v>16.598099999999999</c:v>
                </c:pt>
                <c:pt idx="10983">
                  <c:v>16.475200000000001</c:v>
                </c:pt>
                <c:pt idx="10984">
                  <c:v>16.3263</c:v>
                </c:pt>
                <c:pt idx="10985">
                  <c:v>16.131</c:v>
                </c:pt>
                <c:pt idx="10986">
                  <c:v>15.9641</c:v>
                </c:pt>
                <c:pt idx="10987">
                  <c:v>15.699299999999999</c:v>
                </c:pt>
                <c:pt idx="10988">
                  <c:v>15.642099999999999</c:v>
                </c:pt>
                <c:pt idx="10989">
                  <c:v>15.5199</c:v>
                </c:pt>
                <c:pt idx="10990">
                  <c:v>15.686</c:v>
                </c:pt>
                <c:pt idx="10991">
                  <c:v>15.728300000000001</c:v>
                </c:pt>
                <c:pt idx="10992">
                  <c:v>15.3637</c:v>
                </c:pt>
                <c:pt idx="10993">
                  <c:v>15.1309</c:v>
                </c:pt>
                <c:pt idx="10994">
                  <c:v>15.5007</c:v>
                </c:pt>
                <c:pt idx="10995">
                  <c:v>15.6235</c:v>
                </c:pt>
                <c:pt idx="10996">
                  <c:v>15.583500000000001</c:v>
                </c:pt>
                <c:pt idx="10997">
                  <c:v>15.6236</c:v>
                </c:pt>
                <c:pt idx="10998">
                  <c:v>15.351599999999999</c:v>
                </c:pt>
                <c:pt idx="10999">
                  <c:v>15.2294</c:v>
                </c:pt>
                <c:pt idx="11000">
                  <c:v>15.4427</c:v>
                </c:pt>
                <c:pt idx="11001">
                  <c:v>15.472</c:v>
                </c:pt>
                <c:pt idx="11002">
                  <c:v>15.1553</c:v>
                </c:pt>
                <c:pt idx="11003">
                  <c:v>14.808299999999999</c:v>
                </c:pt>
                <c:pt idx="11004">
                  <c:v>14.7118</c:v>
                </c:pt>
                <c:pt idx="11005">
                  <c:v>14.802199999999999</c:v>
                </c:pt>
                <c:pt idx="11006">
                  <c:v>15.1333</c:v>
                </c:pt>
                <c:pt idx="11007">
                  <c:v>15.4139</c:v>
                </c:pt>
                <c:pt idx="11008">
                  <c:v>15.3468</c:v>
                </c:pt>
                <c:pt idx="11009">
                  <c:v>15.446099999999999</c:v>
                </c:pt>
                <c:pt idx="11010">
                  <c:v>15.636900000000001</c:v>
                </c:pt>
                <c:pt idx="11011">
                  <c:v>15.839399999999999</c:v>
                </c:pt>
                <c:pt idx="11012">
                  <c:v>16.257000000000001</c:v>
                </c:pt>
                <c:pt idx="11013">
                  <c:v>16.444500000000001</c:v>
                </c:pt>
                <c:pt idx="11014">
                  <c:v>16.438199999999998</c:v>
                </c:pt>
                <c:pt idx="11015">
                  <c:v>16.6052</c:v>
                </c:pt>
                <c:pt idx="11016">
                  <c:v>16.758400000000002</c:v>
                </c:pt>
                <c:pt idx="11017">
                  <c:v>16.739100000000001</c:v>
                </c:pt>
                <c:pt idx="11018">
                  <c:v>16.067499999999999</c:v>
                </c:pt>
                <c:pt idx="11019">
                  <c:v>15.7354</c:v>
                </c:pt>
                <c:pt idx="11020">
                  <c:v>15.874599999999999</c:v>
                </c:pt>
                <c:pt idx="11021">
                  <c:v>16.0364</c:v>
                </c:pt>
                <c:pt idx="11022">
                  <c:v>16.052900000000001</c:v>
                </c:pt>
                <c:pt idx="11023">
                  <c:v>15.9092</c:v>
                </c:pt>
                <c:pt idx="11024">
                  <c:v>15.9937</c:v>
                </c:pt>
                <c:pt idx="11025">
                  <c:v>16.368600000000001</c:v>
                </c:pt>
                <c:pt idx="11026">
                  <c:v>16.2498</c:v>
                </c:pt>
                <c:pt idx="11027">
                  <c:v>15.8743</c:v>
                </c:pt>
                <c:pt idx="11028">
                  <c:v>15.58</c:v>
                </c:pt>
                <c:pt idx="11029">
                  <c:v>15.7102</c:v>
                </c:pt>
                <c:pt idx="11030">
                  <c:v>15.8569</c:v>
                </c:pt>
                <c:pt idx="11031">
                  <c:v>16.2117</c:v>
                </c:pt>
                <c:pt idx="11032">
                  <c:v>16.331</c:v>
                </c:pt>
                <c:pt idx="11033">
                  <c:v>15.938599999999999</c:v>
                </c:pt>
                <c:pt idx="11034">
                  <c:v>15.683</c:v>
                </c:pt>
                <c:pt idx="11035">
                  <c:v>15.809900000000001</c:v>
                </c:pt>
                <c:pt idx="11036">
                  <c:v>15.8721</c:v>
                </c:pt>
                <c:pt idx="11037">
                  <c:v>15.7315</c:v>
                </c:pt>
                <c:pt idx="11038">
                  <c:v>15.4625</c:v>
                </c:pt>
                <c:pt idx="11039">
                  <c:v>15.2164</c:v>
                </c:pt>
                <c:pt idx="11040">
                  <c:v>15.231299999999999</c:v>
                </c:pt>
                <c:pt idx="11041">
                  <c:v>15.377599999999999</c:v>
                </c:pt>
                <c:pt idx="11042">
                  <c:v>15.4734</c:v>
                </c:pt>
                <c:pt idx="11043">
                  <c:v>15.274800000000001</c:v>
                </c:pt>
                <c:pt idx="11044">
                  <c:v>15.2133</c:v>
                </c:pt>
                <c:pt idx="11045">
                  <c:v>15.245200000000001</c:v>
                </c:pt>
                <c:pt idx="11046">
                  <c:v>15.3651</c:v>
                </c:pt>
                <c:pt idx="11047">
                  <c:v>15.618600000000001</c:v>
                </c:pt>
                <c:pt idx="11048">
                  <c:v>15.7005</c:v>
                </c:pt>
                <c:pt idx="11049">
                  <c:v>15.5762</c:v>
                </c:pt>
                <c:pt idx="11050">
                  <c:v>15.225</c:v>
                </c:pt>
                <c:pt idx="11051">
                  <c:v>15.3459</c:v>
                </c:pt>
                <c:pt idx="11052">
                  <c:v>15.6678</c:v>
                </c:pt>
                <c:pt idx="11053">
                  <c:v>15.9451</c:v>
                </c:pt>
                <c:pt idx="11054">
                  <c:v>16.185500000000001</c:v>
                </c:pt>
                <c:pt idx="11055">
                  <c:v>16.1691</c:v>
                </c:pt>
                <c:pt idx="11056">
                  <c:v>16.1572</c:v>
                </c:pt>
                <c:pt idx="11057">
                  <c:v>16.341899999999999</c:v>
                </c:pt>
                <c:pt idx="11058">
                  <c:v>16.461500000000001</c:v>
                </c:pt>
                <c:pt idx="11059">
                  <c:v>16.6477</c:v>
                </c:pt>
                <c:pt idx="11060">
                  <c:v>16.757000000000001</c:v>
                </c:pt>
                <c:pt idx="11061">
                  <c:v>16.690799999999999</c:v>
                </c:pt>
                <c:pt idx="11062">
                  <c:v>16.475999999999999</c:v>
                </c:pt>
                <c:pt idx="11063">
                  <c:v>16.3111</c:v>
                </c:pt>
                <c:pt idx="11064">
                  <c:v>16.172999999999998</c:v>
                </c:pt>
                <c:pt idx="11065">
                  <c:v>15.892899999999999</c:v>
                </c:pt>
                <c:pt idx="11066">
                  <c:v>15.603999999999999</c:v>
                </c:pt>
                <c:pt idx="11067">
                  <c:v>15.4803</c:v>
                </c:pt>
                <c:pt idx="11068">
                  <c:v>15.543799999999999</c:v>
                </c:pt>
                <c:pt idx="11069">
                  <c:v>15.5084</c:v>
                </c:pt>
                <c:pt idx="11070">
                  <c:v>15.5984</c:v>
                </c:pt>
                <c:pt idx="11071">
                  <c:v>15.8108</c:v>
                </c:pt>
                <c:pt idx="11072">
                  <c:v>16.1113</c:v>
                </c:pt>
                <c:pt idx="11073">
                  <c:v>16.573399999999999</c:v>
                </c:pt>
                <c:pt idx="11074">
                  <c:v>17.106999999999999</c:v>
                </c:pt>
                <c:pt idx="11075">
                  <c:v>17.130600000000001</c:v>
                </c:pt>
                <c:pt idx="11076">
                  <c:v>16.901</c:v>
                </c:pt>
                <c:pt idx="11077">
                  <c:v>16.858000000000001</c:v>
                </c:pt>
                <c:pt idx="11078">
                  <c:v>16.7483</c:v>
                </c:pt>
                <c:pt idx="11079">
                  <c:v>16.756699999999999</c:v>
                </c:pt>
                <c:pt idx="11080">
                  <c:v>16.782299999999999</c:v>
                </c:pt>
                <c:pt idx="11081">
                  <c:v>17.007200000000001</c:v>
                </c:pt>
                <c:pt idx="11082">
                  <c:v>17.269500000000001</c:v>
                </c:pt>
                <c:pt idx="11083">
                  <c:v>17.169899999999998</c:v>
                </c:pt>
                <c:pt idx="11084">
                  <c:v>17.179099999999998</c:v>
                </c:pt>
                <c:pt idx="11085">
                  <c:v>16.913799999999998</c:v>
                </c:pt>
                <c:pt idx="11086">
                  <c:v>16.779299999999999</c:v>
                </c:pt>
                <c:pt idx="11087">
                  <c:v>17.0215</c:v>
                </c:pt>
                <c:pt idx="11088">
                  <c:v>17.412800000000001</c:v>
                </c:pt>
                <c:pt idx="11089">
                  <c:v>17.6357</c:v>
                </c:pt>
                <c:pt idx="11090">
                  <c:v>17.694199999999999</c:v>
                </c:pt>
                <c:pt idx="11091">
                  <c:v>17.687899999999999</c:v>
                </c:pt>
                <c:pt idx="11092">
                  <c:v>17.802600000000002</c:v>
                </c:pt>
                <c:pt idx="11093">
                  <c:v>18.008299999999998</c:v>
                </c:pt>
                <c:pt idx="11094">
                  <c:v>18.543600000000001</c:v>
                </c:pt>
                <c:pt idx="11095">
                  <c:v>19.127199999999998</c:v>
                </c:pt>
                <c:pt idx="11096">
                  <c:v>19.896000000000001</c:v>
                </c:pt>
                <c:pt idx="11097">
                  <c:v>20.248899999999999</c:v>
                </c:pt>
                <c:pt idx="11098">
                  <c:v>20.398399999999999</c:v>
                </c:pt>
                <c:pt idx="11099">
                  <c:v>20.700099999999999</c:v>
                </c:pt>
                <c:pt idx="11100">
                  <c:v>20.8096</c:v>
                </c:pt>
                <c:pt idx="11101">
                  <c:v>21.162600000000001</c:v>
                </c:pt>
                <c:pt idx="11102">
                  <c:v>21.619499999999999</c:v>
                </c:pt>
                <c:pt idx="11103">
                  <c:v>21.579799999999999</c:v>
                </c:pt>
                <c:pt idx="11104">
                  <c:v>21.316099999999999</c:v>
                </c:pt>
                <c:pt idx="11105">
                  <c:v>21.1053</c:v>
                </c:pt>
                <c:pt idx="11106">
                  <c:v>20.893000000000001</c:v>
                </c:pt>
                <c:pt idx="11107">
                  <c:v>20.514099999999999</c:v>
                </c:pt>
                <c:pt idx="11108">
                  <c:v>20.3476</c:v>
                </c:pt>
                <c:pt idx="11109">
                  <c:v>20.3949</c:v>
                </c:pt>
                <c:pt idx="11110">
                  <c:v>20.667200000000001</c:v>
                </c:pt>
                <c:pt idx="11111">
                  <c:v>20.792100000000001</c:v>
                </c:pt>
                <c:pt idx="11112">
                  <c:v>20.914999999999999</c:v>
                </c:pt>
                <c:pt idx="11113">
                  <c:v>20.836400000000001</c:v>
                </c:pt>
                <c:pt idx="11114">
                  <c:v>20.5746</c:v>
                </c:pt>
                <c:pt idx="11115">
                  <c:v>20.483599999999999</c:v>
                </c:pt>
                <c:pt idx="11116">
                  <c:v>20.588000000000001</c:v>
                </c:pt>
                <c:pt idx="11117">
                  <c:v>20.7835</c:v>
                </c:pt>
                <c:pt idx="11118">
                  <c:v>21.0503</c:v>
                </c:pt>
                <c:pt idx="11119">
                  <c:v>21.327200000000001</c:v>
                </c:pt>
                <c:pt idx="11120">
                  <c:v>21.8627</c:v>
                </c:pt>
                <c:pt idx="11121">
                  <c:v>22.451799999999999</c:v>
                </c:pt>
                <c:pt idx="11122">
                  <c:v>22.848400000000002</c:v>
                </c:pt>
                <c:pt idx="11123">
                  <c:v>23.078099999999999</c:v>
                </c:pt>
                <c:pt idx="11124">
                  <c:v>23.166399999999999</c:v>
                </c:pt>
                <c:pt idx="11125">
                  <c:v>23.391100000000002</c:v>
                </c:pt>
                <c:pt idx="11126">
                  <c:v>23.014399999999998</c:v>
                </c:pt>
                <c:pt idx="11127">
                  <c:v>22.298500000000001</c:v>
                </c:pt>
                <c:pt idx="11128">
                  <c:v>21.644600000000001</c:v>
                </c:pt>
                <c:pt idx="11129">
                  <c:v>21.340699999999998</c:v>
                </c:pt>
                <c:pt idx="11130">
                  <c:v>20.839300000000001</c:v>
                </c:pt>
                <c:pt idx="11131">
                  <c:v>19.933700000000002</c:v>
                </c:pt>
                <c:pt idx="11132">
                  <c:v>19.430099999999999</c:v>
                </c:pt>
                <c:pt idx="11133">
                  <c:v>19.4453</c:v>
                </c:pt>
                <c:pt idx="11134">
                  <c:v>19.0092</c:v>
                </c:pt>
                <c:pt idx="11135">
                  <c:v>18.576899999999998</c:v>
                </c:pt>
                <c:pt idx="11136">
                  <c:v>18.314299999999999</c:v>
                </c:pt>
                <c:pt idx="11137">
                  <c:v>18.197600000000001</c:v>
                </c:pt>
                <c:pt idx="11138">
                  <c:v>18.453600000000002</c:v>
                </c:pt>
                <c:pt idx="11139">
                  <c:v>18.690100000000001</c:v>
                </c:pt>
                <c:pt idx="11140">
                  <c:v>18.7529</c:v>
                </c:pt>
                <c:pt idx="11141">
                  <c:v>18.639299999999999</c:v>
                </c:pt>
                <c:pt idx="11142">
                  <c:v>18.533999999999999</c:v>
                </c:pt>
                <c:pt idx="11143">
                  <c:v>18.4908</c:v>
                </c:pt>
                <c:pt idx="11144">
                  <c:v>18.6312</c:v>
                </c:pt>
                <c:pt idx="11145">
                  <c:v>19.028199999999998</c:v>
                </c:pt>
                <c:pt idx="11146">
                  <c:v>18.973299999999998</c:v>
                </c:pt>
                <c:pt idx="11147">
                  <c:v>18.674099999999999</c:v>
                </c:pt>
                <c:pt idx="11148">
                  <c:v>18.912700000000001</c:v>
                </c:pt>
                <c:pt idx="11149">
                  <c:v>19.247399999999999</c:v>
                </c:pt>
                <c:pt idx="11150">
                  <c:v>19.432400000000001</c:v>
                </c:pt>
                <c:pt idx="11151">
                  <c:v>19.351500000000001</c:v>
                </c:pt>
                <c:pt idx="11152">
                  <c:v>19.1356</c:v>
                </c:pt>
                <c:pt idx="11153">
                  <c:v>19.316700000000001</c:v>
                </c:pt>
                <c:pt idx="11154">
                  <c:v>19.730799999999999</c:v>
                </c:pt>
                <c:pt idx="11155">
                  <c:v>19.936199999999999</c:v>
                </c:pt>
                <c:pt idx="11156">
                  <c:v>19.751200000000001</c:v>
                </c:pt>
                <c:pt idx="11157">
                  <c:v>20.014399999999998</c:v>
                </c:pt>
                <c:pt idx="11158">
                  <c:v>20.1343</c:v>
                </c:pt>
                <c:pt idx="11159">
                  <c:v>20.052099999999999</c:v>
                </c:pt>
                <c:pt idx="11160">
                  <c:v>20.206499999999998</c:v>
                </c:pt>
                <c:pt idx="11161">
                  <c:v>20.335799999999999</c:v>
                </c:pt>
                <c:pt idx="11162">
                  <c:v>20.4876</c:v>
                </c:pt>
                <c:pt idx="11163">
                  <c:v>20.663499999999999</c:v>
                </c:pt>
                <c:pt idx="11164">
                  <c:v>20.688500000000001</c:v>
                </c:pt>
                <c:pt idx="11165">
                  <c:v>20.742699999999999</c:v>
                </c:pt>
                <c:pt idx="11166">
                  <c:v>21.309100000000001</c:v>
                </c:pt>
                <c:pt idx="11167">
                  <c:v>21.6647</c:v>
                </c:pt>
                <c:pt idx="11168">
                  <c:v>22.1267</c:v>
                </c:pt>
                <c:pt idx="11169">
                  <c:v>22.495699999999999</c:v>
                </c:pt>
                <c:pt idx="11170">
                  <c:v>22.969000000000001</c:v>
                </c:pt>
                <c:pt idx="11171">
                  <c:v>23.293700000000001</c:v>
                </c:pt>
                <c:pt idx="11172">
                  <c:v>23.513500000000001</c:v>
                </c:pt>
                <c:pt idx="11173">
                  <c:v>24.0015</c:v>
                </c:pt>
                <c:pt idx="11174">
                  <c:v>24.4085</c:v>
                </c:pt>
                <c:pt idx="11175">
                  <c:v>24.729199999999999</c:v>
                </c:pt>
                <c:pt idx="11176">
                  <c:v>25.103000000000002</c:v>
                </c:pt>
                <c:pt idx="11177">
                  <c:v>25.415199999999999</c:v>
                </c:pt>
                <c:pt idx="11178">
                  <c:v>25.297599999999999</c:v>
                </c:pt>
                <c:pt idx="11179">
                  <c:v>24.903700000000001</c:v>
                </c:pt>
                <c:pt idx="11180">
                  <c:v>24.609000000000002</c:v>
                </c:pt>
                <c:pt idx="11181">
                  <c:v>24.302099999999999</c:v>
                </c:pt>
                <c:pt idx="11182">
                  <c:v>24.114999999999998</c:v>
                </c:pt>
                <c:pt idx="11183">
                  <c:v>24.0898</c:v>
                </c:pt>
                <c:pt idx="11184">
                  <c:v>24.1723</c:v>
                </c:pt>
                <c:pt idx="11185">
                  <c:v>24.396899999999999</c:v>
                </c:pt>
                <c:pt idx="11186">
                  <c:v>24.560500000000001</c:v>
                </c:pt>
                <c:pt idx="11187">
                  <c:v>24.4209</c:v>
                </c:pt>
                <c:pt idx="11188">
                  <c:v>23.920500000000001</c:v>
                </c:pt>
                <c:pt idx="11189">
                  <c:v>23.363299999999999</c:v>
                </c:pt>
                <c:pt idx="11190">
                  <c:v>22.754899999999999</c:v>
                </c:pt>
                <c:pt idx="11191">
                  <c:v>22.468299999999999</c:v>
                </c:pt>
                <c:pt idx="11192">
                  <c:v>22.632300000000001</c:v>
                </c:pt>
                <c:pt idx="11193">
                  <c:v>22.495699999999999</c:v>
                </c:pt>
                <c:pt idx="11194">
                  <c:v>22.150200000000002</c:v>
                </c:pt>
                <c:pt idx="11195">
                  <c:v>21.7776</c:v>
                </c:pt>
                <c:pt idx="11196">
                  <c:v>21.115200000000002</c:v>
                </c:pt>
                <c:pt idx="11197">
                  <c:v>20.862300000000001</c:v>
                </c:pt>
                <c:pt idx="11198">
                  <c:v>20.460999999999999</c:v>
                </c:pt>
                <c:pt idx="11199">
                  <c:v>20.107299999999999</c:v>
                </c:pt>
                <c:pt idx="11200">
                  <c:v>19.992999999999999</c:v>
                </c:pt>
                <c:pt idx="11201">
                  <c:v>20.081</c:v>
                </c:pt>
                <c:pt idx="11202">
                  <c:v>19.976500000000001</c:v>
                </c:pt>
                <c:pt idx="11203">
                  <c:v>19.821100000000001</c:v>
                </c:pt>
                <c:pt idx="11204">
                  <c:v>19.718800000000002</c:v>
                </c:pt>
                <c:pt idx="11205">
                  <c:v>20.086500000000001</c:v>
                </c:pt>
                <c:pt idx="11206">
                  <c:v>20.129300000000001</c:v>
                </c:pt>
                <c:pt idx="11207">
                  <c:v>19.839300000000001</c:v>
                </c:pt>
                <c:pt idx="11208">
                  <c:v>19.135400000000001</c:v>
                </c:pt>
                <c:pt idx="11209">
                  <c:v>18.698499999999999</c:v>
                </c:pt>
                <c:pt idx="11210">
                  <c:v>18.595600000000001</c:v>
                </c:pt>
                <c:pt idx="11211">
                  <c:v>18.532299999999999</c:v>
                </c:pt>
                <c:pt idx="11212">
                  <c:v>18.760999999999999</c:v>
                </c:pt>
                <c:pt idx="11213">
                  <c:v>18.927900000000001</c:v>
                </c:pt>
                <c:pt idx="11214">
                  <c:v>19.296600000000002</c:v>
                </c:pt>
                <c:pt idx="11215">
                  <c:v>19.590900000000001</c:v>
                </c:pt>
                <c:pt idx="11216">
                  <c:v>19.488099999999999</c:v>
                </c:pt>
                <c:pt idx="11217">
                  <c:v>19.3675</c:v>
                </c:pt>
                <c:pt idx="11218">
                  <c:v>19.3614</c:v>
                </c:pt>
                <c:pt idx="11219">
                  <c:v>19.725899999999999</c:v>
                </c:pt>
                <c:pt idx="11220">
                  <c:v>19.959199999999999</c:v>
                </c:pt>
                <c:pt idx="11221">
                  <c:v>19.914200000000001</c:v>
                </c:pt>
                <c:pt idx="11222">
                  <c:v>19.862400000000001</c:v>
                </c:pt>
                <c:pt idx="11223">
                  <c:v>19.8005</c:v>
                </c:pt>
                <c:pt idx="11224">
                  <c:v>19.860199999999999</c:v>
                </c:pt>
                <c:pt idx="11225">
                  <c:v>20.045400000000001</c:v>
                </c:pt>
                <c:pt idx="11226">
                  <c:v>20.086400000000001</c:v>
                </c:pt>
                <c:pt idx="11227">
                  <c:v>19.881599999999999</c:v>
                </c:pt>
                <c:pt idx="11228">
                  <c:v>19.685099999999998</c:v>
                </c:pt>
                <c:pt idx="11229">
                  <c:v>19.555800000000001</c:v>
                </c:pt>
                <c:pt idx="11230">
                  <c:v>19.772200000000002</c:v>
                </c:pt>
                <c:pt idx="11231">
                  <c:v>19.957100000000001</c:v>
                </c:pt>
                <c:pt idx="11232">
                  <c:v>19.969899999999999</c:v>
                </c:pt>
                <c:pt idx="11233">
                  <c:v>19.737200000000001</c:v>
                </c:pt>
                <c:pt idx="11234">
                  <c:v>19.441500000000001</c:v>
                </c:pt>
                <c:pt idx="11235">
                  <c:v>19.183399999999999</c:v>
                </c:pt>
                <c:pt idx="11236">
                  <c:v>18.7652</c:v>
                </c:pt>
                <c:pt idx="11237">
                  <c:v>18.731100000000001</c:v>
                </c:pt>
                <c:pt idx="11238">
                  <c:v>18.971699999999998</c:v>
                </c:pt>
                <c:pt idx="11239">
                  <c:v>19.395399999999999</c:v>
                </c:pt>
                <c:pt idx="11240">
                  <c:v>19.686599999999999</c:v>
                </c:pt>
                <c:pt idx="11241">
                  <c:v>19.368600000000001</c:v>
                </c:pt>
                <c:pt idx="11242">
                  <c:v>19.186399999999999</c:v>
                </c:pt>
                <c:pt idx="11243">
                  <c:v>19.293900000000001</c:v>
                </c:pt>
                <c:pt idx="11244">
                  <c:v>19.518799999999999</c:v>
                </c:pt>
                <c:pt idx="11245">
                  <c:v>19.613199999999999</c:v>
                </c:pt>
                <c:pt idx="11246">
                  <c:v>19.9648</c:v>
                </c:pt>
                <c:pt idx="11247">
                  <c:v>20.016200000000001</c:v>
                </c:pt>
                <c:pt idx="11248">
                  <c:v>19.983000000000001</c:v>
                </c:pt>
                <c:pt idx="11249">
                  <c:v>20.463000000000001</c:v>
                </c:pt>
                <c:pt idx="11250">
                  <c:v>20.654</c:v>
                </c:pt>
                <c:pt idx="11251">
                  <c:v>20.5761</c:v>
                </c:pt>
                <c:pt idx="11252">
                  <c:v>20.186900000000001</c:v>
                </c:pt>
                <c:pt idx="11253">
                  <c:v>19.938099999999999</c:v>
                </c:pt>
                <c:pt idx="11254">
                  <c:v>20.12</c:v>
                </c:pt>
                <c:pt idx="11255">
                  <c:v>20.236899999999999</c:v>
                </c:pt>
                <c:pt idx="11256">
                  <c:v>20.104800000000001</c:v>
                </c:pt>
                <c:pt idx="11257">
                  <c:v>19.8809</c:v>
                </c:pt>
                <c:pt idx="11258">
                  <c:v>19.830500000000001</c:v>
                </c:pt>
                <c:pt idx="11259">
                  <c:v>19.9255</c:v>
                </c:pt>
                <c:pt idx="11260">
                  <c:v>20.136199999999999</c:v>
                </c:pt>
                <c:pt idx="11261">
                  <c:v>20.404399999999999</c:v>
                </c:pt>
                <c:pt idx="11262">
                  <c:v>20.533300000000001</c:v>
                </c:pt>
                <c:pt idx="11263">
                  <c:v>20.5746</c:v>
                </c:pt>
                <c:pt idx="11264">
                  <c:v>20.7668</c:v>
                </c:pt>
                <c:pt idx="11265">
                  <c:v>21.229600000000001</c:v>
                </c:pt>
                <c:pt idx="11266">
                  <c:v>21.237300000000001</c:v>
                </c:pt>
                <c:pt idx="11267">
                  <c:v>21.2559</c:v>
                </c:pt>
                <c:pt idx="11268">
                  <c:v>21.325800000000001</c:v>
                </c:pt>
                <c:pt idx="11269">
                  <c:v>21.7913</c:v>
                </c:pt>
                <c:pt idx="11270">
                  <c:v>22.511399999999998</c:v>
                </c:pt>
                <c:pt idx="11271">
                  <c:v>22.9589</c:v>
                </c:pt>
                <c:pt idx="11272">
                  <c:v>23.445599999999999</c:v>
                </c:pt>
                <c:pt idx="11273">
                  <c:v>23.849699999999999</c:v>
                </c:pt>
                <c:pt idx="11274">
                  <c:v>24.1449</c:v>
                </c:pt>
                <c:pt idx="11275">
                  <c:v>24.3339</c:v>
                </c:pt>
                <c:pt idx="11276">
                  <c:v>24.256</c:v>
                </c:pt>
                <c:pt idx="11277">
                  <c:v>23.782</c:v>
                </c:pt>
                <c:pt idx="11278">
                  <c:v>23.380099999999999</c:v>
                </c:pt>
                <c:pt idx="11279">
                  <c:v>22.7531</c:v>
                </c:pt>
                <c:pt idx="11280">
                  <c:v>22.290299999999998</c:v>
                </c:pt>
                <c:pt idx="11281">
                  <c:v>22.063099999999999</c:v>
                </c:pt>
                <c:pt idx="11282">
                  <c:v>21.6767</c:v>
                </c:pt>
                <c:pt idx="11283">
                  <c:v>21.6553</c:v>
                </c:pt>
                <c:pt idx="11284">
                  <c:v>21.767700000000001</c:v>
                </c:pt>
                <c:pt idx="11285">
                  <c:v>21.886900000000001</c:v>
                </c:pt>
                <c:pt idx="11286">
                  <c:v>21.9312</c:v>
                </c:pt>
                <c:pt idx="11287">
                  <c:v>21.610900000000001</c:v>
                </c:pt>
                <c:pt idx="11288">
                  <c:v>21.357500000000002</c:v>
                </c:pt>
                <c:pt idx="11289">
                  <c:v>21.551600000000001</c:v>
                </c:pt>
                <c:pt idx="11290">
                  <c:v>21.765000000000001</c:v>
                </c:pt>
                <c:pt idx="11291">
                  <c:v>21.829799999999999</c:v>
                </c:pt>
                <c:pt idx="11292">
                  <c:v>21.9377</c:v>
                </c:pt>
                <c:pt idx="11293">
                  <c:v>21.688500000000001</c:v>
                </c:pt>
                <c:pt idx="11294">
                  <c:v>21.241</c:v>
                </c:pt>
                <c:pt idx="11295">
                  <c:v>21.242899999999999</c:v>
                </c:pt>
                <c:pt idx="11296">
                  <c:v>21.129899999999999</c:v>
                </c:pt>
                <c:pt idx="11297">
                  <c:v>21.074200000000001</c:v>
                </c:pt>
                <c:pt idx="11298">
                  <c:v>21.069600000000001</c:v>
                </c:pt>
                <c:pt idx="11299">
                  <c:v>20.899699999999999</c:v>
                </c:pt>
                <c:pt idx="11300">
                  <c:v>20.935199999999998</c:v>
                </c:pt>
                <c:pt idx="11301">
                  <c:v>20.818999999999999</c:v>
                </c:pt>
                <c:pt idx="11302">
                  <c:v>20.8919</c:v>
                </c:pt>
                <c:pt idx="11303">
                  <c:v>21.3474</c:v>
                </c:pt>
                <c:pt idx="11304">
                  <c:v>21.5763</c:v>
                </c:pt>
                <c:pt idx="11305">
                  <c:v>21.5564</c:v>
                </c:pt>
                <c:pt idx="11306">
                  <c:v>21.491900000000001</c:v>
                </c:pt>
                <c:pt idx="11307">
                  <c:v>21.404399999999999</c:v>
                </c:pt>
                <c:pt idx="11308">
                  <c:v>21.356100000000001</c:v>
                </c:pt>
                <c:pt idx="11309">
                  <c:v>21.535900000000002</c:v>
                </c:pt>
                <c:pt idx="11310">
                  <c:v>21.450500000000002</c:v>
                </c:pt>
                <c:pt idx="11311">
                  <c:v>21.425000000000001</c:v>
                </c:pt>
                <c:pt idx="11312">
                  <c:v>21.4605</c:v>
                </c:pt>
                <c:pt idx="11313">
                  <c:v>21.268799999999999</c:v>
                </c:pt>
                <c:pt idx="11314">
                  <c:v>21.5932</c:v>
                </c:pt>
                <c:pt idx="11315">
                  <c:v>22.2624</c:v>
                </c:pt>
                <c:pt idx="11316">
                  <c:v>22.552700000000002</c:v>
                </c:pt>
                <c:pt idx="11317">
                  <c:v>22.695699999999999</c:v>
                </c:pt>
                <c:pt idx="11318">
                  <c:v>22.632300000000001</c:v>
                </c:pt>
                <c:pt idx="11319">
                  <c:v>22.3612</c:v>
                </c:pt>
                <c:pt idx="11320">
                  <c:v>22.4452</c:v>
                </c:pt>
                <c:pt idx="11321">
                  <c:v>22.420100000000001</c:v>
                </c:pt>
                <c:pt idx="11322">
                  <c:v>22.2788</c:v>
                </c:pt>
                <c:pt idx="11323">
                  <c:v>22.1814</c:v>
                </c:pt>
                <c:pt idx="11324">
                  <c:v>22.274899999999999</c:v>
                </c:pt>
                <c:pt idx="11325">
                  <c:v>22.4482</c:v>
                </c:pt>
                <c:pt idx="11326">
                  <c:v>22.522600000000001</c:v>
                </c:pt>
                <c:pt idx="11327">
                  <c:v>22.566400000000002</c:v>
                </c:pt>
                <c:pt idx="11328">
                  <c:v>22.5566</c:v>
                </c:pt>
                <c:pt idx="11329">
                  <c:v>22.8721</c:v>
                </c:pt>
                <c:pt idx="11330">
                  <c:v>23.568899999999999</c:v>
                </c:pt>
                <c:pt idx="11331">
                  <c:v>23.920999999999999</c:v>
                </c:pt>
                <c:pt idx="11332">
                  <c:v>23.930399999999999</c:v>
                </c:pt>
                <c:pt idx="11333">
                  <c:v>23.893799999999999</c:v>
                </c:pt>
                <c:pt idx="11334">
                  <c:v>24.090199999999999</c:v>
                </c:pt>
                <c:pt idx="11335">
                  <c:v>24.427900000000001</c:v>
                </c:pt>
                <c:pt idx="11336">
                  <c:v>24.590399999999999</c:v>
                </c:pt>
                <c:pt idx="11337">
                  <c:v>24.6206</c:v>
                </c:pt>
                <c:pt idx="11338">
                  <c:v>24.476400000000002</c:v>
                </c:pt>
                <c:pt idx="11339">
                  <c:v>24.508099999999999</c:v>
                </c:pt>
                <c:pt idx="11340">
                  <c:v>24.845600000000001</c:v>
                </c:pt>
                <c:pt idx="11341">
                  <c:v>24.9892</c:v>
                </c:pt>
                <c:pt idx="11342">
                  <c:v>24.812000000000001</c:v>
                </c:pt>
                <c:pt idx="11343">
                  <c:v>24.561900000000001</c:v>
                </c:pt>
                <c:pt idx="11344">
                  <c:v>24.285299999999999</c:v>
                </c:pt>
                <c:pt idx="11345">
                  <c:v>24.148599999999998</c:v>
                </c:pt>
                <c:pt idx="11346">
                  <c:v>24.2852</c:v>
                </c:pt>
                <c:pt idx="11347">
                  <c:v>24.601800000000001</c:v>
                </c:pt>
                <c:pt idx="11348">
                  <c:v>24.8474</c:v>
                </c:pt>
                <c:pt idx="11349">
                  <c:v>24.9588</c:v>
                </c:pt>
                <c:pt idx="11350">
                  <c:v>24.798100000000002</c:v>
                </c:pt>
                <c:pt idx="11351">
                  <c:v>25.049700000000001</c:v>
                </c:pt>
                <c:pt idx="11352">
                  <c:v>25.635000000000002</c:v>
                </c:pt>
                <c:pt idx="11353">
                  <c:v>25.930599999999998</c:v>
                </c:pt>
                <c:pt idx="11354">
                  <c:v>26.063500000000001</c:v>
                </c:pt>
                <c:pt idx="11355">
                  <c:v>26.144300000000001</c:v>
                </c:pt>
                <c:pt idx="11356">
                  <c:v>26.115300000000001</c:v>
                </c:pt>
                <c:pt idx="11357">
                  <c:v>25.9542</c:v>
                </c:pt>
                <c:pt idx="11358">
                  <c:v>25.616800000000001</c:v>
                </c:pt>
                <c:pt idx="11359">
                  <c:v>25.357199999999999</c:v>
                </c:pt>
                <c:pt idx="11360">
                  <c:v>25.204699999999999</c:v>
                </c:pt>
                <c:pt idx="11361">
                  <c:v>25.027100000000001</c:v>
                </c:pt>
                <c:pt idx="11362">
                  <c:v>24.912199999999999</c:v>
                </c:pt>
                <c:pt idx="11363">
                  <c:v>25.036200000000001</c:v>
                </c:pt>
                <c:pt idx="11364">
                  <c:v>25.743300000000001</c:v>
                </c:pt>
                <c:pt idx="11365">
                  <c:v>26.168399999999998</c:v>
                </c:pt>
                <c:pt idx="11366">
                  <c:v>26.1508</c:v>
                </c:pt>
                <c:pt idx="11367">
                  <c:v>26.4389</c:v>
                </c:pt>
                <c:pt idx="11368">
                  <c:v>26.858799999999999</c:v>
                </c:pt>
                <c:pt idx="11369">
                  <c:v>26.932500000000001</c:v>
                </c:pt>
                <c:pt idx="11370">
                  <c:v>27.036300000000001</c:v>
                </c:pt>
                <c:pt idx="11371">
                  <c:v>27.3489</c:v>
                </c:pt>
                <c:pt idx="11372">
                  <c:v>27.3522</c:v>
                </c:pt>
                <c:pt idx="11373">
                  <c:v>27.107700000000001</c:v>
                </c:pt>
                <c:pt idx="11374">
                  <c:v>27.128799999999998</c:v>
                </c:pt>
                <c:pt idx="11375">
                  <c:v>27.310400000000001</c:v>
                </c:pt>
                <c:pt idx="11376">
                  <c:v>27.566600000000001</c:v>
                </c:pt>
                <c:pt idx="11377">
                  <c:v>27.710100000000001</c:v>
                </c:pt>
                <c:pt idx="11378">
                  <c:v>27.618600000000001</c:v>
                </c:pt>
                <c:pt idx="11379">
                  <c:v>27.445499999999999</c:v>
                </c:pt>
                <c:pt idx="11380">
                  <c:v>27.466699999999999</c:v>
                </c:pt>
                <c:pt idx="11381">
                  <c:v>27.683499999999999</c:v>
                </c:pt>
                <c:pt idx="11382">
                  <c:v>27.6326</c:v>
                </c:pt>
                <c:pt idx="11383">
                  <c:v>27.649000000000001</c:v>
                </c:pt>
                <c:pt idx="11384">
                  <c:v>27.540500000000002</c:v>
                </c:pt>
                <c:pt idx="11385">
                  <c:v>27.668099999999999</c:v>
                </c:pt>
                <c:pt idx="11386">
                  <c:v>27.654800000000002</c:v>
                </c:pt>
                <c:pt idx="11387">
                  <c:v>27.790700000000001</c:v>
                </c:pt>
                <c:pt idx="11388">
                  <c:v>27.962900000000001</c:v>
                </c:pt>
                <c:pt idx="11389">
                  <c:v>28.319600000000001</c:v>
                </c:pt>
                <c:pt idx="11390">
                  <c:v>28.9739</c:v>
                </c:pt>
                <c:pt idx="11391">
                  <c:v>29.5548</c:v>
                </c:pt>
                <c:pt idx="11392">
                  <c:v>29.8368</c:v>
                </c:pt>
                <c:pt idx="11393">
                  <c:v>29.8827</c:v>
                </c:pt>
                <c:pt idx="11394">
                  <c:v>29.892900000000001</c:v>
                </c:pt>
                <c:pt idx="11395">
                  <c:v>29.6281</c:v>
                </c:pt>
                <c:pt idx="11396">
                  <c:v>29.481200000000001</c:v>
                </c:pt>
                <c:pt idx="11397">
                  <c:v>29.747199999999999</c:v>
                </c:pt>
                <c:pt idx="11398">
                  <c:v>30.0624</c:v>
                </c:pt>
                <c:pt idx="11399">
                  <c:v>30.404199999999999</c:v>
                </c:pt>
                <c:pt idx="11400">
                  <c:v>30.925000000000001</c:v>
                </c:pt>
                <c:pt idx="11401">
                  <c:v>31.190899999999999</c:v>
                </c:pt>
                <c:pt idx="11402">
                  <c:v>31.180199999999999</c:v>
                </c:pt>
                <c:pt idx="11403">
                  <c:v>31.099299999999999</c:v>
                </c:pt>
                <c:pt idx="11404">
                  <c:v>31.059100000000001</c:v>
                </c:pt>
                <c:pt idx="11405">
                  <c:v>31.270499999999998</c:v>
                </c:pt>
                <c:pt idx="11406">
                  <c:v>31.691500000000001</c:v>
                </c:pt>
                <c:pt idx="11407">
                  <c:v>31.795000000000002</c:v>
                </c:pt>
                <c:pt idx="11408">
                  <c:v>32.0062</c:v>
                </c:pt>
                <c:pt idx="11409">
                  <c:v>32.180100000000003</c:v>
                </c:pt>
                <c:pt idx="11410">
                  <c:v>32.170499999999997</c:v>
                </c:pt>
                <c:pt idx="11411">
                  <c:v>32.084400000000002</c:v>
                </c:pt>
                <c:pt idx="11412">
                  <c:v>32.013300000000001</c:v>
                </c:pt>
                <c:pt idx="11413">
                  <c:v>31.8736</c:v>
                </c:pt>
                <c:pt idx="11414">
                  <c:v>31.444299999999998</c:v>
                </c:pt>
                <c:pt idx="11415">
                  <c:v>31.134399999999999</c:v>
                </c:pt>
                <c:pt idx="11416">
                  <c:v>31.251999999999999</c:v>
                </c:pt>
                <c:pt idx="11417">
                  <c:v>31.4937</c:v>
                </c:pt>
                <c:pt idx="11418">
                  <c:v>31.512499999999999</c:v>
                </c:pt>
                <c:pt idx="11419">
                  <c:v>31.26</c:v>
                </c:pt>
                <c:pt idx="11420">
                  <c:v>31.062100000000001</c:v>
                </c:pt>
                <c:pt idx="11421">
                  <c:v>31.122499999999999</c:v>
                </c:pt>
                <c:pt idx="11422">
                  <c:v>31.590399999999999</c:v>
                </c:pt>
                <c:pt idx="11423">
                  <c:v>31.995000000000001</c:v>
                </c:pt>
                <c:pt idx="11424">
                  <c:v>32.095999999999997</c:v>
                </c:pt>
                <c:pt idx="11425">
                  <c:v>32.292900000000003</c:v>
                </c:pt>
                <c:pt idx="11426">
                  <c:v>32.620399999999997</c:v>
                </c:pt>
                <c:pt idx="11427">
                  <c:v>33.037700000000001</c:v>
                </c:pt>
                <c:pt idx="11428">
                  <c:v>33.108899999999998</c:v>
                </c:pt>
                <c:pt idx="11429">
                  <c:v>32.991599999999998</c:v>
                </c:pt>
                <c:pt idx="11430">
                  <c:v>32.861600000000003</c:v>
                </c:pt>
                <c:pt idx="11431">
                  <c:v>32.7164</c:v>
                </c:pt>
                <c:pt idx="11432">
                  <c:v>32.695</c:v>
                </c:pt>
                <c:pt idx="11433">
                  <c:v>32.9114</c:v>
                </c:pt>
                <c:pt idx="11434">
                  <c:v>32.842799999999997</c:v>
                </c:pt>
                <c:pt idx="11435">
                  <c:v>32.6614</c:v>
                </c:pt>
                <c:pt idx="11436">
                  <c:v>32.546100000000003</c:v>
                </c:pt>
                <c:pt idx="11437">
                  <c:v>32.188099999999999</c:v>
                </c:pt>
                <c:pt idx="11438">
                  <c:v>31.783999999999999</c:v>
                </c:pt>
                <c:pt idx="11439">
                  <c:v>31.664100000000001</c:v>
                </c:pt>
                <c:pt idx="11440">
                  <c:v>31.808700000000002</c:v>
                </c:pt>
                <c:pt idx="11441">
                  <c:v>31.920300000000001</c:v>
                </c:pt>
                <c:pt idx="11442">
                  <c:v>31.852699999999999</c:v>
                </c:pt>
                <c:pt idx="11443">
                  <c:v>31.8371</c:v>
                </c:pt>
                <c:pt idx="11444">
                  <c:v>31.903700000000001</c:v>
                </c:pt>
                <c:pt idx="11445">
                  <c:v>32.039400000000001</c:v>
                </c:pt>
                <c:pt idx="11446">
                  <c:v>31.742899999999999</c:v>
                </c:pt>
                <c:pt idx="11447">
                  <c:v>31.902799999999999</c:v>
                </c:pt>
                <c:pt idx="11448">
                  <c:v>32.276899999999998</c:v>
                </c:pt>
                <c:pt idx="11449">
                  <c:v>32.275399999999998</c:v>
                </c:pt>
                <c:pt idx="11450">
                  <c:v>32.383699999999997</c:v>
                </c:pt>
                <c:pt idx="11451">
                  <c:v>32.469099999999997</c:v>
                </c:pt>
                <c:pt idx="11452">
                  <c:v>32.006100000000004</c:v>
                </c:pt>
                <c:pt idx="11453">
                  <c:v>31.519400000000001</c:v>
                </c:pt>
                <c:pt idx="11454">
                  <c:v>31.425899999999999</c:v>
                </c:pt>
                <c:pt idx="11455">
                  <c:v>31.545200000000001</c:v>
                </c:pt>
                <c:pt idx="11456">
                  <c:v>31.704599999999999</c:v>
                </c:pt>
                <c:pt idx="11457">
                  <c:v>31.902000000000001</c:v>
                </c:pt>
                <c:pt idx="11458">
                  <c:v>32.1967</c:v>
                </c:pt>
                <c:pt idx="11459">
                  <c:v>32.459000000000003</c:v>
                </c:pt>
                <c:pt idx="11460">
                  <c:v>32.751800000000003</c:v>
                </c:pt>
                <c:pt idx="11461">
                  <c:v>33.077599999999997</c:v>
                </c:pt>
                <c:pt idx="11462">
                  <c:v>33.571899999999999</c:v>
                </c:pt>
                <c:pt idx="11463">
                  <c:v>33.793599999999998</c:v>
                </c:pt>
                <c:pt idx="11464">
                  <c:v>34.075099999999999</c:v>
                </c:pt>
                <c:pt idx="11465">
                  <c:v>34.194400000000002</c:v>
                </c:pt>
                <c:pt idx="11466">
                  <c:v>33.979399999999998</c:v>
                </c:pt>
                <c:pt idx="11467">
                  <c:v>34.158200000000001</c:v>
                </c:pt>
                <c:pt idx="11468">
                  <c:v>34.523800000000001</c:v>
                </c:pt>
                <c:pt idx="11469">
                  <c:v>35.2806</c:v>
                </c:pt>
                <c:pt idx="11470">
                  <c:v>36.009399999999999</c:v>
                </c:pt>
                <c:pt idx="11471">
                  <c:v>36.495600000000003</c:v>
                </c:pt>
                <c:pt idx="11472">
                  <c:v>36.57</c:v>
                </c:pt>
                <c:pt idx="11473">
                  <c:v>36.221800000000002</c:v>
                </c:pt>
                <c:pt idx="11474">
                  <c:v>36.000900000000001</c:v>
                </c:pt>
                <c:pt idx="11475">
                  <c:v>35.997100000000003</c:v>
                </c:pt>
                <c:pt idx="11476">
                  <c:v>36.294400000000003</c:v>
                </c:pt>
                <c:pt idx="11477">
                  <c:v>36.079700000000003</c:v>
                </c:pt>
                <c:pt idx="11478">
                  <c:v>35.599299999999999</c:v>
                </c:pt>
                <c:pt idx="11479">
                  <c:v>35.143099999999997</c:v>
                </c:pt>
                <c:pt idx="11480">
                  <c:v>34.896900000000002</c:v>
                </c:pt>
                <c:pt idx="11481">
                  <c:v>34.835999999999999</c:v>
                </c:pt>
                <c:pt idx="11482">
                  <c:v>34.448999999999998</c:v>
                </c:pt>
                <c:pt idx="11483">
                  <c:v>34.087200000000003</c:v>
                </c:pt>
                <c:pt idx="11484">
                  <c:v>34.050600000000003</c:v>
                </c:pt>
                <c:pt idx="11485">
                  <c:v>33.9831</c:v>
                </c:pt>
                <c:pt idx="11486">
                  <c:v>33.720500000000001</c:v>
                </c:pt>
                <c:pt idx="11487">
                  <c:v>33.764200000000002</c:v>
                </c:pt>
                <c:pt idx="11488">
                  <c:v>33.987000000000002</c:v>
                </c:pt>
                <c:pt idx="11489">
                  <c:v>33.9968</c:v>
                </c:pt>
                <c:pt idx="11490">
                  <c:v>34.027799999999999</c:v>
                </c:pt>
                <c:pt idx="11491">
                  <c:v>33.925400000000003</c:v>
                </c:pt>
                <c:pt idx="11492">
                  <c:v>34.081000000000003</c:v>
                </c:pt>
                <c:pt idx="11493">
                  <c:v>34.280099999999997</c:v>
                </c:pt>
                <c:pt idx="11494">
                  <c:v>34.164200000000001</c:v>
                </c:pt>
                <c:pt idx="11495">
                  <c:v>34.233499999999999</c:v>
                </c:pt>
                <c:pt idx="11496">
                  <c:v>34.746499999999997</c:v>
                </c:pt>
                <c:pt idx="11497">
                  <c:v>34.520800000000001</c:v>
                </c:pt>
                <c:pt idx="11498">
                  <c:v>33.955199999999998</c:v>
                </c:pt>
                <c:pt idx="11499">
                  <c:v>33.904899999999998</c:v>
                </c:pt>
                <c:pt idx="11500">
                  <c:v>33.834800000000001</c:v>
                </c:pt>
                <c:pt idx="11501">
                  <c:v>33.467300000000002</c:v>
                </c:pt>
                <c:pt idx="11502">
                  <c:v>33.565600000000003</c:v>
                </c:pt>
                <c:pt idx="11503">
                  <c:v>33.531300000000002</c:v>
                </c:pt>
                <c:pt idx="11504">
                  <c:v>33.298900000000003</c:v>
                </c:pt>
                <c:pt idx="11505">
                  <c:v>33.450299999999999</c:v>
                </c:pt>
                <c:pt idx="11506">
                  <c:v>33.545299999999997</c:v>
                </c:pt>
                <c:pt idx="11507">
                  <c:v>33.361800000000002</c:v>
                </c:pt>
                <c:pt idx="11508">
                  <c:v>33.374099999999999</c:v>
                </c:pt>
                <c:pt idx="11509">
                  <c:v>33.6357</c:v>
                </c:pt>
                <c:pt idx="11510">
                  <c:v>34.344200000000001</c:v>
                </c:pt>
                <c:pt idx="11511">
                  <c:v>34.622199999999999</c:v>
                </c:pt>
                <c:pt idx="11512">
                  <c:v>34.660800000000002</c:v>
                </c:pt>
                <c:pt idx="11513">
                  <c:v>34.9497</c:v>
                </c:pt>
                <c:pt idx="11514">
                  <c:v>35.168100000000003</c:v>
                </c:pt>
                <c:pt idx="11515">
                  <c:v>35.227800000000002</c:v>
                </c:pt>
                <c:pt idx="11516">
                  <c:v>35.587200000000003</c:v>
                </c:pt>
                <c:pt idx="11517">
                  <c:v>36.034100000000002</c:v>
                </c:pt>
                <c:pt idx="11518">
                  <c:v>36.261800000000001</c:v>
                </c:pt>
                <c:pt idx="11519">
                  <c:v>36.474899999999998</c:v>
                </c:pt>
                <c:pt idx="11520">
                  <c:v>36.859099999999998</c:v>
                </c:pt>
                <c:pt idx="11521">
                  <c:v>37.179299999999998</c:v>
                </c:pt>
                <c:pt idx="11522">
                  <c:v>37.427</c:v>
                </c:pt>
                <c:pt idx="11523">
                  <c:v>37.350999999999999</c:v>
                </c:pt>
                <c:pt idx="11524">
                  <c:v>37.320599999999999</c:v>
                </c:pt>
                <c:pt idx="11525">
                  <c:v>37.360199999999999</c:v>
                </c:pt>
                <c:pt idx="11526">
                  <c:v>37.558300000000003</c:v>
                </c:pt>
                <c:pt idx="11527">
                  <c:v>37.730200000000004</c:v>
                </c:pt>
                <c:pt idx="11528">
                  <c:v>37.848700000000001</c:v>
                </c:pt>
                <c:pt idx="11529">
                  <c:v>38.0276</c:v>
                </c:pt>
                <c:pt idx="11530">
                  <c:v>38.203299999999999</c:v>
                </c:pt>
                <c:pt idx="11531">
                  <c:v>38.525199999999998</c:v>
                </c:pt>
                <c:pt idx="11532">
                  <c:v>38.6509</c:v>
                </c:pt>
                <c:pt idx="11533">
                  <c:v>38.719099999999997</c:v>
                </c:pt>
                <c:pt idx="11534">
                  <c:v>38.737099999999998</c:v>
                </c:pt>
                <c:pt idx="11535">
                  <c:v>38.905000000000001</c:v>
                </c:pt>
                <c:pt idx="11536">
                  <c:v>39.3474</c:v>
                </c:pt>
                <c:pt idx="11537">
                  <c:v>39.869700000000002</c:v>
                </c:pt>
                <c:pt idx="11538">
                  <c:v>40.270499999999998</c:v>
                </c:pt>
                <c:pt idx="11539">
                  <c:v>40.2408</c:v>
                </c:pt>
                <c:pt idx="11540">
                  <c:v>40.108800000000002</c:v>
                </c:pt>
                <c:pt idx="11541">
                  <c:v>40.3125</c:v>
                </c:pt>
                <c:pt idx="11542">
                  <c:v>40.3992</c:v>
                </c:pt>
                <c:pt idx="11543">
                  <c:v>40.060200000000002</c:v>
                </c:pt>
                <c:pt idx="11544">
                  <c:v>40.355200000000004</c:v>
                </c:pt>
                <c:pt idx="11545">
                  <c:v>40.6004</c:v>
                </c:pt>
                <c:pt idx="11546">
                  <c:v>40.628999999999998</c:v>
                </c:pt>
                <c:pt idx="11547">
                  <c:v>41.067</c:v>
                </c:pt>
                <c:pt idx="11548">
                  <c:v>41.334899999999998</c:v>
                </c:pt>
                <c:pt idx="11549">
                  <c:v>41.475099999999998</c:v>
                </c:pt>
                <c:pt idx="11550">
                  <c:v>41.318800000000003</c:v>
                </c:pt>
                <c:pt idx="11551">
                  <c:v>41.253399999999999</c:v>
                </c:pt>
                <c:pt idx="11552">
                  <c:v>41.405900000000003</c:v>
                </c:pt>
                <c:pt idx="11553">
                  <c:v>41.192</c:v>
                </c:pt>
                <c:pt idx="11554">
                  <c:v>41.012</c:v>
                </c:pt>
                <c:pt idx="11555">
                  <c:v>41.223399999999998</c:v>
                </c:pt>
                <c:pt idx="11556">
                  <c:v>41.508400000000002</c:v>
                </c:pt>
                <c:pt idx="11557">
                  <c:v>41.541200000000003</c:v>
                </c:pt>
                <c:pt idx="11558">
                  <c:v>41.510800000000003</c:v>
                </c:pt>
                <c:pt idx="11559">
                  <c:v>41.334000000000003</c:v>
                </c:pt>
                <c:pt idx="11560">
                  <c:v>41.363900000000001</c:v>
                </c:pt>
                <c:pt idx="11561">
                  <c:v>41.838299999999997</c:v>
                </c:pt>
                <c:pt idx="11562">
                  <c:v>42.327100000000002</c:v>
                </c:pt>
                <c:pt idx="11563">
                  <c:v>42.272199999999998</c:v>
                </c:pt>
                <c:pt idx="11564">
                  <c:v>42.102400000000003</c:v>
                </c:pt>
                <c:pt idx="11565">
                  <c:v>41.984499999999997</c:v>
                </c:pt>
                <c:pt idx="11566">
                  <c:v>41.904600000000002</c:v>
                </c:pt>
                <c:pt idx="11567">
                  <c:v>41.869799999999998</c:v>
                </c:pt>
                <c:pt idx="11568">
                  <c:v>42.166800000000002</c:v>
                </c:pt>
                <c:pt idx="11569">
                  <c:v>42.242100000000001</c:v>
                </c:pt>
                <c:pt idx="11570">
                  <c:v>42.284599999999998</c:v>
                </c:pt>
                <c:pt idx="11571">
                  <c:v>42.761800000000001</c:v>
                </c:pt>
                <c:pt idx="11572">
                  <c:v>42.772300000000001</c:v>
                </c:pt>
                <c:pt idx="11573">
                  <c:v>42.668599999999998</c:v>
                </c:pt>
                <c:pt idx="11574">
                  <c:v>42.783900000000003</c:v>
                </c:pt>
                <c:pt idx="11575">
                  <c:v>42.735199999999999</c:v>
                </c:pt>
                <c:pt idx="11576">
                  <c:v>42.661200000000001</c:v>
                </c:pt>
                <c:pt idx="11577">
                  <c:v>42.756599999999999</c:v>
                </c:pt>
                <c:pt idx="11578">
                  <c:v>43.0229</c:v>
                </c:pt>
                <c:pt idx="11579">
                  <c:v>43.280799999999999</c:v>
                </c:pt>
                <c:pt idx="11580">
                  <c:v>43.469700000000003</c:v>
                </c:pt>
                <c:pt idx="11581">
                  <c:v>43.618600000000001</c:v>
                </c:pt>
                <c:pt idx="11582">
                  <c:v>43.849299999999999</c:v>
                </c:pt>
                <c:pt idx="11583">
                  <c:v>43.902200000000001</c:v>
                </c:pt>
                <c:pt idx="11584">
                  <c:v>44.1038</c:v>
                </c:pt>
                <c:pt idx="11585">
                  <c:v>44.267099999999999</c:v>
                </c:pt>
                <c:pt idx="11586">
                  <c:v>44.428899999999999</c:v>
                </c:pt>
                <c:pt idx="11587">
                  <c:v>44.951000000000001</c:v>
                </c:pt>
                <c:pt idx="11588">
                  <c:v>45.197299999999998</c:v>
                </c:pt>
                <c:pt idx="11589">
                  <c:v>45.232300000000002</c:v>
                </c:pt>
                <c:pt idx="11590">
                  <c:v>45.39</c:v>
                </c:pt>
                <c:pt idx="11591">
                  <c:v>45.491100000000003</c:v>
                </c:pt>
                <c:pt idx="11592">
                  <c:v>45.598500000000001</c:v>
                </c:pt>
                <c:pt idx="11593">
                  <c:v>45.837800000000001</c:v>
                </c:pt>
                <c:pt idx="11594">
                  <c:v>46.174500000000002</c:v>
                </c:pt>
                <c:pt idx="11595">
                  <c:v>46.603099999999998</c:v>
                </c:pt>
                <c:pt idx="11596">
                  <c:v>47.425199999999997</c:v>
                </c:pt>
                <c:pt idx="11597">
                  <c:v>48.488399999999999</c:v>
                </c:pt>
                <c:pt idx="11598">
                  <c:v>49.100700000000003</c:v>
                </c:pt>
                <c:pt idx="11599">
                  <c:v>49.881999999999998</c:v>
                </c:pt>
                <c:pt idx="11600">
                  <c:v>51.109900000000003</c:v>
                </c:pt>
                <c:pt idx="11601">
                  <c:v>51.986499999999999</c:v>
                </c:pt>
                <c:pt idx="11602">
                  <c:v>52.332799999999999</c:v>
                </c:pt>
                <c:pt idx="11603">
                  <c:v>52.921599999999998</c:v>
                </c:pt>
                <c:pt idx="11604">
                  <c:v>53.532600000000002</c:v>
                </c:pt>
                <c:pt idx="11605">
                  <c:v>53.852800000000002</c:v>
                </c:pt>
                <c:pt idx="11606">
                  <c:v>54.131799999999998</c:v>
                </c:pt>
                <c:pt idx="11607">
                  <c:v>54.2605</c:v>
                </c:pt>
                <c:pt idx="11608">
                  <c:v>54.195999999999998</c:v>
                </c:pt>
                <c:pt idx="11609">
                  <c:v>54.054900000000004</c:v>
                </c:pt>
                <c:pt idx="11610">
                  <c:v>53.984499999999997</c:v>
                </c:pt>
                <c:pt idx="11611">
                  <c:v>53.938600000000001</c:v>
                </c:pt>
                <c:pt idx="11612">
                  <c:v>54.076999999999998</c:v>
                </c:pt>
                <c:pt idx="11613">
                  <c:v>54.717300000000002</c:v>
                </c:pt>
                <c:pt idx="11614">
                  <c:v>55.2346</c:v>
                </c:pt>
                <c:pt idx="11615">
                  <c:v>55.694600000000001</c:v>
                </c:pt>
                <c:pt idx="11616">
                  <c:v>56.279200000000003</c:v>
                </c:pt>
                <c:pt idx="11617">
                  <c:v>56.591200000000001</c:v>
                </c:pt>
                <c:pt idx="11618">
                  <c:v>56.903500000000001</c:v>
                </c:pt>
                <c:pt idx="11619">
                  <c:v>56.900599999999997</c:v>
                </c:pt>
                <c:pt idx="11620">
                  <c:v>56.765900000000002</c:v>
                </c:pt>
                <c:pt idx="11621">
                  <c:v>56.741399999999999</c:v>
                </c:pt>
                <c:pt idx="11622">
                  <c:v>56.934899999999999</c:v>
                </c:pt>
                <c:pt idx="11623">
                  <c:v>56.968499999999999</c:v>
                </c:pt>
                <c:pt idx="11624">
                  <c:v>56.5503</c:v>
                </c:pt>
                <c:pt idx="11625">
                  <c:v>56.511699999999998</c:v>
                </c:pt>
                <c:pt idx="11626">
                  <c:v>56.5702</c:v>
                </c:pt>
                <c:pt idx="11627">
                  <c:v>56.618600000000001</c:v>
                </c:pt>
                <c:pt idx="11628">
                  <c:v>57.008099999999999</c:v>
                </c:pt>
                <c:pt idx="11629">
                  <c:v>57.490099999999998</c:v>
                </c:pt>
                <c:pt idx="11630">
                  <c:v>57.996200000000002</c:v>
                </c:pt>
                <c:pt idx="11631">
                  <c:v>58.559600000000003</c:v>
                </c:pt>
                <c:pt idx="11632">
                  <c:v>59.017899999999997</c:v>
                </c:pt>
                <c:pt idx="11633">
                  <c:v>59.534199999999998</c:v>
                </c:pt>
                <c:pt idx="11634">
                  <c:v>59.754800000000003</c:v>
                </c:pt>
                <c:pt idx="11635">
                  <c:v>60.2239</c:v>
                </c:pt>
                <c:pt idx="11636">
                  <c:v>60.810200000000002</c:v>
                </c:pt>
                <c:pt idx="11637">
                  <c:v>61.156300000000002</c:v>
                </c:pt>
                <c:pt idx="11638">
                  <c:v>61.262799999999999</c:v>
                </c:pt>
                <c:pt idx="11639">
                  <c:v>61.434399999999997</c:v>
                </c:pt>
                <c:pt idx="11640">
                  <c:v>61.634799999999998</c:v>
                </c:pt>
                <c:pt idx="11641">
                  <c:v>62.072499999999998</c:v>
                </c:pt>
                <c:pt idx="11642">
                  <c:v>62.438800000000001</c:v>
                </c:pt>
                <c:pt idx="11643">
                  <c:v>62.700099999999999</c:v>
                </c:pt>
                <c:pt idx="11644">
                  <c:v>62.897100000000002</c:v>
                </c:pt>
                <c:pt idx="11645">
                  <c:v>62.735199999999999</c:v>
                </c:pt>
                <c:pt idx="11646">
                  <c:v>62.295400000000001</c:v>
                </c:pt>
                <c:pt idx="11647">
                  <c:v>61.751399999999997</c:v>
                </c:pt>
                <c:pt idx="11648">
                  <c:v>61.152500000000003</c:v>
                </c:pt>
                <c:pt idx="11649">
                  <c:v>60.583799999999997</c:v>
                </c:pt>
                <c:pt idx="11650">
                  <c:v>60.533999999999999</c:v>
                </c:pt>
                <c:pt idx="11651">
                  <c:v>60.1372</c:v>
                </c:pt>
                <c:pt idx="11652">
                  <c:v>59.429499999999997</c:v>
                </c:pt>
                <c:pt idx="11653">
                  <c:v>59.172600000000003</c:v>
                </c:pt>
                <c:pt idx="11654">
                  <c:v>59.289299999999997</c:v>
                </c:pt>
                <c:pt idx="11655">
                  <c:v>59.457999999999998</c:v>
                </c:pt>
                <c:pt idx="11656">
                  <c:v>59.879899999999999</c:v>
                </c:pt>
                <c:pt idx="11657">
                  <c:v>59.9375</c:v>
                </c:pt>
                <c:pt idx="11658">
                  <c:v>59.892899999999997</c:v>
                </c:pt>
                <c:pt idx="11659">
                  <c:v>59.757599999999996</c:v>
                </c:pt>
                <c:pt idx="11660">
                  <c:v>59.616900000000001</c:v>
                </c:pt>
                <c:pt idx="11661">
                  <c:v>59.941699999999997</c:v>
                </c:pt>
                <c:pt idx="11662">
                  <c:v>60.026299999999999</c:v>
                </c:pt>
                <c:pt idx="11663">
                  <c:v>59.925400000000003</c:v>
                </c:pt>
                <c:pt idx="11664">
                  <c:v>60.208399999999997</c:v>
                </c:pt>
                <c:pt idx="11665">
                  <c:v>60.854599999999998</c:v>
                </c:pt>
                <c:pt idx="11666">
                  <c:v>61.368299999999998</c:v>
                </c:pt>
                <c:pt idx="11667">
                  <c:v>61.541400000000003</c:v>
                </c:pt>
                <c:pt idx="11668">
                  <c:v>61.702300000000001</c:v>
                </c:pt>
                <c:pt idx="11669">
                  <c:v>61.92</c:v>
                </c:pt>
                <c:pt idx="11670">
                  <c:v>62.547800000000002</c:v>
                </c:pt>
                <c:pt idx="11671">
                  <c:v>63.067700000000002</c:v>
                </c:pt>
                <c:pt idx="11672">
                  <c:v>63.516800000000003</c:v>
                </c:pt>
                <c:pt idx="11673">
                  <c:v>63.387999999999998</c:v>
                </c:pt>
                <c:pt idx="11674">
                  <c:v>63.196199999999997</c:v>
                </c:pt>
                <c:pt idx="11675">
                  <c:v>63.524700000000003</c:v>
                </c:pt>
                <c:pt idx="11676">
                  <c:v>63.929699999999997</c:v>
                </c:pt>
                <c:pt idx="11677">
                  <c:v>64.217299999999994</c:v>
                </c:pt>
                <c:pt idx="11678">
                  <c:v>64.572100000000006</c:v>
                </c:pt>
                <c:pt idx="11679">
                  <c:v>65.313900000000004</c:v>
                </c:pt>
                <c:pt idx="11680">
                  <c:v>65.862099999999998</c:v>
                </c:pt>
                <c:pt idx="11681">
                  <c:v>66.281800000000004</c:v>
                </c:pt>
                <c:pt idx="11682">
                  <c:v>66.697400000000002</c:v>
                </c:pt>
                <c:pt idx="11683">
                  <c:v>67.334999999999994</c:v>
                </c:pt>
                <c:pt idx="11684">
                  <c:v>68.1554</c:v>
                </c:pt>
                <c:pt idx="11685">
                  <c:v>69.164500000000004</c:v>
                </c:pt>
                <c:pt idx="11686">
                  <c:v>69.785700000000006</c:v>
                </c:pt>
                <c:pt idx="11687">
                  <c:v>70.246200000000002</c:v>
                </c:pt>
                <c:pt idx="11688">
                  <c:v>71.346100000000007</c:v>
                </c:pt>
                <c:pt idx="11689">
                  <c:v>72.386399999999995</c:v>
                </c:pt>
                <c:pt idx="11690">
                  <c:v>73.600800000000007</c:v>
                </c:pt>
                <c:pt idx="11691">
                  <c:v>74.606499999999997</c:v>
                </c:pt>
                <c:pt idx="11692">
                  <c:v>74.8596</c:v>
                </c:pt>
                <c:pt idx="11693">
                  <c:v>75.309799999999996</c:v>
                </c:pt>
                <c:pt idx="11694">
                  <c:v>75.951499999999996</c:v>
                </c:pt>
                <c:pt idx="11695">
                  <c:v>76.991</c:v>
                </c:pt>
                <c:pt idx="11696">
                  <c:v>77.880099999999999</c:v>
                </c:pt>
                <c:pt idx="11697">
                  <c:v>78.717699999999994</c:v>
                </c:pt>
                <c:pt idx="11698">
                  <c:v>79.441100000000006</c:v>
                </c:pt>
                <c:pt idx="11699">
                  <c:v>80.022099999999995</c:v>
                </c:pt>
                <c:pt idx="11700">
                  <c:v>80.981999999999999</c:v>
                </c:pt>
                <c:pt idx="11701">
                  <c:v>82.186000000000007</c:v>
                </c:pt>
                <c:pt idx="11702">
                  <c:v>83.368899999999996</c:v>
                </c:pt>
                <c:pt idx="11703">
                  <c:v>84.685100000000006</c:v>
                </c:pt>
                <c:pt idx="11704">
                  <c:v>85.7774</c:v>
                </c:pt>
                <c:pt idx="11705">
                  <c:v>87.100399999999993</c:v>
                </c:pt>
                <c:pt idx="11706">
                  <c:v>88.451099999999997</c:v>
                </c:pt>
                <c:pt idx="11707">
                  <c:v>89.67</c:v>
                </c:pt>
                <c:pt idx="11708">
                  <c:v>91.258399999999995</c:v>
                </c:pt>
                <c:pt idx="11709">
                  <c:v>92.817400000000006</c:v>
                </c:pt>
                <c:pt idx="11710">
                  <c:v>94.172200000000004</c:v>
                </c:pt>
                <c:pt idx="11711">
                  <c:v>95.606200000000001</c:v>
                </c:pt>
                <c:pt idx="11712">
                  <c:v>97.401700000000005</c:v>
                </c:pt>
                <c:pt idx="11713">
                  <c:v>99.440299999999993</c:v>
                </c:pt>
                <c:pt idx="11714">
                  <c:v>101.36499999999999</c:v>
                </c:pt>
                <c:pt idx="11715">
                  <c:v>103.104</c:v>
                </c:pt>
                <c:pt idx="11716">
                  <c:v>105.199</c:v>
                </c:pt>
                <c:pt idx="11717">
                  <c:v>107.602</c:v>
                </c:pt>
                <c:pt idx="11718">
                  <c:v>109.78100000000001</c:v>
                </c:pt>
                <c:pt idx="11719">
                  <c:v>112.066</c:v>
                </c:pt>
                <c:pt idx="11720">
                  <c:v>114.637</c:v>
                </c:pt>
                <c:pt idx="11721">
                  <c:v>117.863</c:v>
                </c:pt>
                <c:pt idx="11722">
                  <c:v>121.6</c:v>
                </c:pt>
                <c:pt idx="11723">
                  <c:v>125.273</c:v>
                </c:pt>
                <c:pt idx="11724">
                  <c:v>128.643</c:v>
                </c:pt>
                <c:pt idx="11725">
                  <c:v>132.072</c:v>
                </c:pt>
                <c:pt idx="11726">
                  <c:v>136.054</c:v>
                </c:pt>
                <c:pt idx="11727">
                  <c:v>140.45099999999999</c:v>
                </c:pt>
                <c:pt idx="11728">
                  <c:v>145.37</c:v>
                </c:pt>
                <c:pt idx="11729">
                  <c:v>150.80099999999999</c:v>
                </c:pt>
                <c:pt idx="11730">
                  <c:v>156.839</c:v>
                </c:pt>
                <c:pt idx="11731">
                  <c:v>163.24700000000001</c:v>
                </c:pt>
                <c:pt idx="11732">
                  <c:v>170.221</c:v>
                </c:pt>
                <c:pt idx="11733">
                  <c:v>177.928</c:v>
                </c:pt>
                <c:pt idx="11734">
                  <c:v>186.52500000000001</c:v>
                </c:pt>
                <c:pt idx="11735">
                  <c:v>196.36</c:v>
                </c:pt>
                <c:pt idx="11736">
                  <c:v>207.84800000000001</c:v>
                </c:pt>
                <c:pt idx="11737">
                  <c:v>220.96100000000001</c:v>
                </c:pt>
                <c:pt idx="11738">
                  <c:v>235.18</c:v>
                </c:pt>
                <c:pt idx="11739">
                  <c:v>250.685</c:v>
                </c:pt>
                <c:pt idx="11740">
                  <c:v>267.73700000000002</c:v>
                </c:pt>
                <c:pt idx="11741">
                  <c:v>286.30900000000003</c:v>
                </c:pt>
                <c:pt idx="11742">
                  <c:v>305.58600000000001</c:v>
                </c:pt>
                <c:pt idx="11743">
                  <c:v>324.66699999999997</c:v>
                </c:pt>
                <c:pt idx="11744">
                  <c:v>343.827</c:v>
                </c:pt>
                <c:pt idx="11745">
                  <c:v>363.29500000000002</c:v>
                </c:pt>
                <c:pt idx="11746">
                  <c:v>383.28399999999999</c:v>
                </c:pt>
                <c:pt idx="11747">
                  <c:v>404.01299999999998</c:v>
                </c:pt>
                <c:pt idx="11748">
                  <c:v>426.327</c:v>
                </c:pt>
                <c:pt idx="11749">
                  <c:v>452.44900000000001</c:v>
                </c:pt>
                <c:pt idx="11750">
                  <c:v>484.07100000000003</c:v>
                </c:pt>
                <c:pt idx="11751">
                  <c:v>522.98699999999997</c:v>
                </c:pt>
                <c:pt idx="11752">
                  <c:v>571.79600000000005</c:v>
                </c:pt>
                <c:pt idx="11753">
                  <c:v>631.59</c:v>
                </c:pt>
                <c:pt idx="11754">
                  <c:v>702.32299999999998</c:v>
                </c:pt>
                <c:pt idx="11755">
                  <c:v>785.23199999999997</c:v>
                </c:pt>
                <c:pt idx="11756">
                  <c:v>879.73</c:v>
                </c:pt>
                <c:pt idx="11757">
                  <c:v>981.899</c:v>
                </c:pt>
                <c:pt idx="11758">
                  <c:v>1084.71</c:v>
                </c:pt>
                <c:pt idx="11759">
                  <c:v>1183.3</c:v>
                </c:pt>
                <c:pt idx="11760">
                  <c:v>1274.9100000000001</c:v>
                </c:pt>
                <c:pt idx="11761">
                  <c:v>1353.62</c:v>
                </c:pt>
                <c:pt idx="11762">
                  <c:v>1410.08</c:v>
                </c:pt>
                <c:pt idx="11763">
                  <c:v>1437.93</c:v>
                </c:pt>
                <c:pt idx="11764">
                  <c:v>1439.15</c:v>
                </c:pt>
                <c:pt idx="11765">
                  <c:v>1418.14</c:v>
                </c:pt>
                <c:pt idx="11766">
                  <c:v>1373.4</c:v>
                </c:pt>
                <c:pt idx="11767">
                  <c:v>1305.81</c:v>
                </c:pt>
                <c:pt idx="11768">
                  <c:v>1224.8</c:v>
                </c:pt>
                <c:pt idx="11769">
                  <c:v>1140.56</c:v>
                </c:pt>
                <c:pt idx="11770">
                  <c:v>1057.4100000000001</c:v>
                </c:pt>
                <c:pt idx="11771">
                  <c:v>977.07100000000003</c:v>
                </c:pt>
                <c:pt idx="11772">
                  <c:v>903.62800000000004</c:v>
                </c:pt>
                <c:pt idx="11773">
                  <c:v>841.73</c:v>
                </c:pt>
                <c:pt idx="11774">
                  <c:v>791.21799999999996</c:v>
                </c:pt>
                <c:pt idx="11775">
                  <c:v>749.03899999999999</c:v>
                </c:pt>
                <c:pt idx="11776">
                  <c:v>713.61699999999996</c:v>
                </c:pt>
                <c:pt idx="11777">
                  <c:v>682.85400000000004</c:v>
                </c:pt>
                <c:pt idx="11778">
                  <c:v>653.89099999999996</c:v>
                </c:pt>
                <c:pt idx="11779">
                  <c:v>623.03099999999995</c:v>
                </c:pt>
                <c:pt idx="11780">
                  <c:v>589.029</c:v>
                </c:pt>
                <c:pt idx="11781">
                  <c:v>553.03200000000004</c:v>
                </c:pt>
                <c:pt idx="11782">
                  <c:v>515.26</c:v>
                </c:pt>
                <c:pt idx="11783">
                  <c:v>475.06799999999998</c:v>
                </c:pt>
                <c:pt idx="11784">
                  <c:v>435.13</c:v>
                </c:pt>
                <c:pt idx="11785">
                  <c:v>398.13900000000001</c:v>
                </c:pt>
                <c:pt idx="11786">
                  <c:v>365.13099999999997</c:v>
                </c:pt>
                <c:pt idx="11787">
                  <c:v>336.59</c:v>
                </c:pt>
                <c:pt idx="11788">
                  <c:v>312.79000000000002</c:v>
                </c:pt>
                <c:pt idx="11789">
                  <c:v>294.11099999999999</c:v>
                </c:pt>
                <c:pt idx="11790">
                  <c:v>280.255</c:v>
                </c:pt>
                <c:pt idx="11791">
                  <c:v>270.94600000000003</c:v>
                </c:pt>
                <c:pt idx="11792">
                  <c:v>264.685</c:v>
                </c:pt>
                <c:pt idx="11793">
                  <c:v>261.09399999999999</c:v>
                </c:pt>
                <c:pt idx="11794">
                  <c:v>260.101</c:v>
                </c:pt>
                <c:pt idx="11795">
                  <c:v>261.02499999999998</c:v>
                </c:pt>
                <c:pt idx="11796">
                  <c:v>263.637</c:v>
                </c:pt>
                <c:pt idx="11797">
                  <c:v>268.07400000000001</c:v>
                </c:pt>
                <c:pt idx="11798">
                  <c:v>274.20400000000001</c:v>
                </c:pt>
                <c:pt idx="11799">
                  <c:v>281.94400000000002</c:v>
                </c:pt>
                <c:pt idx="11800">
                  <c:v>291.83699999999999</c:v>
                </c:pt>
                <c:pt idx="11801">
                  <c:v>304.97800000000001</c:v>
                </c:pt>
                <c:pt idx="11802">
                  <c:v>321.40600000000001</c:v>
                </c:pt>
                <c:pt idx="11803">
                  <c:v>341.66199999999998</c:v>
                </c:pt>
                <c:pt idx="11804">
                  <c:v>366.459</c:v>
                </c:pt>
                <c:pt idx="11805">
                  <c:v>395.80599999999998</c:v>
                </c:pt>
                <c:pt idx="11806">
                  <c:v>429.58100000000002</c:v>
                </c:pt>
                <c:pt idx="11807">
                  <c:v>467.98599999999999</c:v>
                </c:pt>
                <c:pt idx="11808">
                  <c:v>510.69400000000002</c:v>
                </c:pt>
                <c:pt idx="11809">
                  <c:v>556.31799999999998</c:v>
                </c:pt>
                <c:pt idx="11810">
                  <c:v>603.53899999999999</c:v>
                </c:pt>
                <c:pt idx="11811">
                  <c:v>650.88800000000003</c:v>
                </c:pt>
                <c:pt idx="11812">
                  <c:v>697.32399999999996</c:v>
                </c:pt>
                <c:pt idx="11813">
                  <c:v>741.92</c:v>
                </c:pt>
                <c:pt idx="11814">
                  <c:v>782.81799999999998</c:v>
                </c:pt>
                <c:pt idx="11815">
                  <c:v>819.85400000000004</c:v>
                </c:pt>
                <c:pt idx="11816">
                  <c:v>855.03800000000001</c:v>
                </c:pt>
                <c:pt idx="11817">
                  <c:v>891.85299999999995</c:v>
                </c:pt>
                <c:pt idx="11818">
                  <c:v>932.66399999999999</c:v>
                </c:pt>
                <c:pt idx="11819">
                  <c:v>979.21500000000003</c:v>
                </c:pt>
                <c:pt idx="11820">
                  <c:v>1036.02</c:v>
                </c:pt>
                <c:pt idx="11821">
                  <c:v>1108.18</c:v>
                </c:pt>
                <c:pt idx="11822">
                  <c:v>1196.05</c:v>
                </c:pt>
                <c:pt idx="11823">
                  <c:v>1295.4100000000001</c:v>
                </c:pt>
                <c:pt idx="11824">
                  <c:v>1403.16</c:v>
                </c:pt>
                <c:pt idx="11825">
                  <c:v>1517.57</c:v>
                </c:pt>
                <c:pt idx="11826">
                  <c:v>1632.24</c:v>
                </c:pt>
                <c:pt idx="11827">
                  <c:v>1735.6</c:v>
                </c:pt>
                <c:pt idx="11828">
                  <c:v>1815.77</c:v>
                </c:pt>
                <c:pt idx="11829">
                  <c:v>1867.68</c:v>
                </c:pt>
                <c:pt idx="11830">
                  <c:v>1889.83</c:v>
                </c:pt>
                <c:pt idx="11831">
                  <c:v>1876.44</c:v>
                </c:pt>
                <c:pt idx="11832">
                  <c:v>1820.82</c:v>
                </c:pt>
                <c:pt idx="11833">
                  <c:v>1726.53</c:v>
                </c:pt>
                <c:pt idx="11834">
                  <c:v>1606.58</c:v>
                </c:pt>
                <c:pt idx="11835">
                  <c:v>1470</c:v>
                </c:pt>
                <c:pt idx="11836">
                  <c:v>1319.75</c:v>
                </c:pt>
                <c:pt idx="11837">
                  <c:v>1165.1199999999999</c:v>
                </c:pt>
                <c:pt idx="11838">
                  <c:v>1020.38</c:v>
                </c:pt>
                <c:pt idx="11839">
                  <c:v>892.88599999999997</c:v>
                </c:pt>
                <c:pt idx="11840">
                  <c:v>782.77499999999998</c:v>
                </c:pt>
                <c:pt idx="11841">
                  <c:v>690.19100000000003</c:v>
                </c:pt>
                <c:pt idx="11842">
                  <c:v>616.39800000000002</c:v>
                </c:pt>
                <c:pt idx="11843">
                  <c:v>559.04300000000001</c:v>
                </c:pt>
                <c:pt idx="11844">
                  <c:v>514.19000000000005</c:v>
                </c:pt>
                <c:pt idx="11845">
                  <c:v>478.34500000000003</c:v>
                </c:pt>
                <c:pt idx="11846">
                  <c:v>447.89400000000001</c:v>
                </c:pt>
                <c:pt idx="11847">
                  <c:v>419.89100000000002</c:v>
                </c:pt>
                <c:pt idx="11848">
                  <c:v>392.524</c:v>
                </c:pt>
                <c:pt idx="11849">
                  <c:v>365.78500000000003</c:v>
                </c:pt>
                <c:pt idx="11850">
                  <c:v>339.21600000000001</c:v>
                </c:pt>
                <c:pt idx="11851">
                  <c:v>312.02100000000002</c:v>
                </c:pt>
                <c:pt idx="11852">
                  <c:v>284.87200000000001</c:v>
                </c:pt>
                <c:pt idx="11853">
                  <c:v>258.97399999999999</c:v>
                </c:pt>
                <c:pt idx="11854">
                  <c:v>235.64599999999999</c:v>
                </c:pt>
                <c:pt idx="11855">
                  <c:v>214.655</c:v>
                </c:pt>
                <c:pt idx="11856">
                  <c:v>196.00800000000001</c:v>
                </c:pt>
                <c:pt idx="11857">
                  <c:v>180.59299999999999</c:v>
                </c:pt>
                <c:pt idx="11858">
                  <c:v>168.23599999999999</c:v>
                </c:pt>
                <c:pt idx="11859">
                  <c:v>158.51400000000001</c:v>
                </c:pt>
                <c:pt idx="11860">
                  <c:v>150.56800000000001</c:v>
                </c:pt>
                <c:pt idx="11861">
                  <c:v>143.72499999999999</c:v>
                </c:pt>
                <c:pt idx="11862">
                  <c:v>137.696</c:v>
                </c:pt>
                <c:pt idx="11863">
                  <c:v>132.267</c:v>
                </c:pt>
                <c:pt idx="11864">
                  <c:v>127.973</c:v>
                </c:pt>
                <c:pt idx="11865">
                  <c:v>124.565</c:v>
                </c:pt>
                <c:pt idx="11866">
                  <c:v>121.742</c:v>
                </c:pt>
                <c:pt idx="11867">
                  <c:v>119.376</c:v>
                </c:pt>
                <c:pt idx="11868">
                  <c:v>116.98</c:v>
                </c:pt>
                <c:pt idx="11869">
                  <c:v>114.645</c:v>
                </c:pt>
                <c:pt idx="11870">
                  <c:v>112.45</c:v>
                </c:pt>
                <c:pt idx="11871">
                  <c:v>110.605</c:v>
                </c:pt>
                <c:pt idx="11872">
                  <c:v>109.386</c:v>
                </c:pt>
                <c:pt idx="11873">
                  <c:v>107.76</c:v>
                </c:pt>
                <c:pt idx="11874">
                  <c:v>106.176</c:v>
                </c:pt>
                <c:pt idx="11875">
                  <c:v>105.121</c:v>
                </c:pt>
                <c:pt idx="11876">
                  <c:v>104.498</c:v>
                </c:pt>
                <c:pt idx="11877">
                  <c:v>104.104</c:v>
                </c:pt>
                <c:pt idx="11878">
                  <c:v>104.19199999999999</c:v>
                </c:pt>
                <c:pt idx="11879">
                  <c:v>104.51300000000001</c:v>
                </c:pt>
                <c:pt idx="11880">
                  <c:v>105.00700000000001</c:v>
                </c:pt>
                <c:pt idx="11881">
                  <c:v>105.74</c:v>
                </c:pt>
                <c:pt idx="11882">
                  <c:v>106.331</c:v>
                </c:pt>
                <c:pt idx="11883">
                  <c:v>106.854</c:v>
                </c:pt>
                <c:pt idx="11884">
                  <c:v>107.645</c:v>
                </c:pt>
                <c:pt idx="11885">
                  <c:v>108.812</c:v>
                </c:pt>
                <c:pt idx="11886">
                  <c:v>109.664</c:v>
                </c:pt>
                <c:pt idx="11887">
                  <c:v>110.15600000000001</c:v>
                </c:pt>
                <c:pt idx="11888">
                  <c:v>110.435</c:v>
                </c:pt>
                <c:pt idx="11889">
                  <c:v>110.43600000000001</c:v>
                </c:pt>
                <c:pt idx="11890">
                  <c:v>110.56399999999999</c:v>
                </c:pt>
                <c:pt idx="11891">
                  <c:v>110.434</c:v>
                </c:pt>
                <c:pt idx="11892">
                  <c:v>109.672</c:v>
                </c:pt>
                <c:pt idx="11893">
                  <c:v>108.541</c:v>
                </c:pt>
                <c:pt idx="11894">
                  <c:v>107.417</c:v>
                </c:pt>
                <c:pt idx="11895">
                  <c:v>106.078</c:v>
                </c:pt>
                <c:pt idx="11896">
                  <c:v>104.834</c:v>
                </c:pt>
                <c:pt idx="11897">
                  <c:v>103.61799999999999</c:v>
                </c:pt>
                <c:pt idx="11898">
                  <c:v>102.629</c:v>
                </c:pt>
                <c:pt idx="11899">
                  <c:v>102.125</c:v>
                </c:pt>
                <c:pt idx="11900">
                  <c:v>101.599</c:v>
                </c:pt>
                <c:pt idx="11901">
                  <c:v>101.00700000000001</c:v>
                </c:pt>
                <c:pt idx="11902">
                  <c:v>100.46899999999999</c:v>
                </c:pt>
                <c:pt idx="11903">
                  <c:v>99.825000000000003</c:v>
                </c:pt>
                <c:pt idx="11904">
                  <c:v>99.132199999999997</c:v>
                </c:pt>
                <c:pt idx="11905">
                  <c:v>98.673000000000002</c:v>
                </c:pt>
                <c:pt idx="11906">
                  <c:v>97.897000000000006</c:v>
                </c:pt>
                <c:pt idx="11907">
                  <c:v>97.140199999999993</c:v>
                </c:pt>
                <c:pt idx="11908">
                  <c:v>96.785499999999999</c:v>
                </c:pt>
                <c:pt idx="11909">
                  <c:v>96.347499999999997</c:v>
                </c:pt>
                <c:pt idx="11910">
                  <c:v>95.929599999999994</c:v>
                </c:pt>
                <c:pt idx="11911">
                  <c:v>95.495400000000004</c:v>
                </c:pt>
                <c:pt idx="11912">
                  <c:v>95.173699999999997</c:v>
                </c:pt>
                <c:pt idx="11913">
                  <c:v>95.044799999999995</c:v>
                </c:pt>
                <c:pt idx="11914">
                  <c:v>94.645200000000003</c:v>
                </c:pt>
                <c:pt idx="11915">
                  <c:v>94.1601</c:v>
                </c:pt>
                <c:pt idx="11916">
                  <c:v>94.3446</c:v>
                </c:pt>
                <c:pt idx="11917">
                  <c:v>94.423599999999993</c:v>
                </c:pt>
                <c:pt idx="11918">
                  <c:v>94.293800000000005</c:v>
                </c:pt>
                <c:pt idx="11919">
                  <c:v>94.144300000000001</c:v>
                </c:pt>
                <c:pt idx="11920">
                  <c:v>94.099599999999995</c:v>
                </c:pt>
                <c:pt idx="11921">
                  <c:v>94.556200000000004</c:v>
                </c:pt>
                <c:pt idx="11922">
                  <c:v>94.621700000000004</c:v>
                </c:pt>
                <c:pt idx="11923">
                  <c:v>94.687200000000004</c:v>
                </c:pt>
                <c:pt idx="11924">
                  <c:v>94.838899999999995</c:v>
                </c:pt>
                <c:pt idx="11925">
                  <c:v>94.6404</c:v>
                </c:pt>
                <c:pt idx="11926">
                  <c:v>94.610799999999998</c:v>
                </c:pt>
                <c:pt idx="11927">
                  <c:v>94.530799999999999</c:v>
                </c:pt>
                <c:pt idx="11928">
                  <c:v>94.421099999999996</c:v>
                </c:pt>
                <c:pt idx="11929">
                  <c:v>94.566000000000003</c:v>
                </c:pt>
                <c:pt idx="11930">
                  <c:v>94.874300000000005</c:v>
                </c:pt>
                <c:pt idx="11931">
                  <c:v>95.300799999999995</c:v>
                </c:pt>
                <c:pt idx="11932">
                  <c:v>95.634</c:v>
                </c:pt>
                <c:pt idx="11933">
                  <c:v>96.347800000000007</c:v>
                </c:pt>
                <c:pt idx="11934">
                  <c:v>97.165700000000001</c:v>
                </c:pt>
                <c:pt idx="11935">
                  <c:v>97.803200000000004</c:v>
                </c:pt>
                <c:pt idx="11936">
                  <c:v>98.362399999999994</c:v>
                </c:pt>
                <c:pt idx="11937">
                  <c:v>99.100499999999997</c:v>
                </c:pt>
                <c:pt idx="11938">
                  <c:v>99.972499999999997</c:v>
                </c:pt>
                <c:pt idx="11939">
                  <c:v>100.629</c:v>
                </c:pt>
                <c:pt idx="11940">
                  <c:v>101.31399999999999</c:v>
                </c:pt>
                <c:pt idx="11941">
                  <c:v>102.246</c:v>
                </c:pt>
                <c:pt idx="11942">
                  <c:v>103.316</c:v>
                </c:pt>
                <c:pt idx="11943">
                  <c:v>104.16800000000001</c:v>
                </c:pt>
                <c:pt idx="11944">
                  <c:v>104.771</c:v>
                </c:pt>
                <c:pt idx="11945">
                  <c:v>105.217</c:v>
                </c:pt>
                <c:pt idx="11946">
                  <c:v>106.072</c:v>
                </c:pt>
                <c:pt idx="11947">
                  <c:v>107.354</c:v>
                </c:pt>
                <c:pt idx="11948">
                  <c:v>108.875</c:v>
                </c:pt>
                <c:pt idx="11949">
                  <c:v>110.211</c:v>
                </c:pt>
                <c:pt idx="11950">
                  <c:v>111.705</c:v>
                </c:pt>
                <c:pt idx="11951">
                  <c:v>113.358</c:v>
                </c:pt>
                <c:pt idx="11952">
                  <c:v>114.613</c:v>
                </c:pt>
                <c:pt idx="11953">
                  <c:v>115.795</c:v>
                </c:pt>
                <c:pt idx="11954">
                  <c:v>117.053</c:v>
                </c:pt>
                <c:pt idx="11955">
                  <c:v>118.506</c:v>
                </c:pt>
                <c:pt idx="11956">
                  <c:v>119.69199999999999</c:v>
                </c:pt>
                <c:pt idx="11957">
                  <c:v>120.742</c:v>
                </c:pt>
                <c:pt idx="11958">
                  <c:v>121.89</c:v>
                </c:pt>
                <c:pt idx="11959">
                  <c:v>123.071</c:v>
                </c:pt>
                <c:pt idx="11960">
                  <c:v>124.124</c:v>
                </c:pt>
                <c:pt idx="11961">
                  <c:v>125.14400000000001</c:v>
                </c:pt>
                <c:pt idx="11962">
                  <c:v>126.459</c:v>
                </c:pt>
                <c:pt idx="11963">
                  <c:v>128.27699999999999</c:v>
                </c:pt>
                <c:pt idx="11964">
                  <c:v>130.148</c:v>
                </c:pt>
                <c:pt idx="11965">
                  <c:v>131.87299999999999</c:v>
                </c:pt>
                <c:pt idx="11966">
                  <c:v>133.71899999999999</c:v>
                </c:pt>
                <c:pt idx="11967">
                  <c:v>136.005</c:v>
                </c:pt>
                <c:pt idx="11968">
                  <c:v>138.24</c:v>
                </c:pt>
                <c:pt idx="11969">
                  <c:v>140.232</c:v>
                </c:pt>
                <c:pt idx="11970">
                  <c:v>142.57900000000001</c:v>
                </c:pt>
                <c:pt idx="11971">
                  <c:v>144.91</c:v>
                </c:pt>
                <c:pt idx="11972">
                  <c:v>147.041</c:v>
                </c:pt>
                <c:pt idx="11973">
                  <c:v>149.22300000000001</c:v>
                </c:pt>
                <c:pt idx="11974">
                  <c:v>151.63300000000001</c:v>
                </c:pt>
                <c:pt idx="11975">
                  <c:v>154.48699999999999</c:v>
                </c:pt>
                <c:pt idx="11976">
                  <c:v>157.49700000000001</c:v>
                </c:pt>
                <c:pt idx="11977">
                  <c:v>160.322</c:v>
                </c:pt>
                <c:pt idx="11978">
                  <c:v>162.47</c:v>
                </c:pt>
                <c:pt idx="11979">
                  <c:v>164.03399999999999</c:v>
                </c:pt>
                <c:pt idx="11980">
                  <c:v>165.209</c:v>
                </c:pt>
                <c:pt idx="11981">
                  <c:v>165.733</c:v>
                </c:pt>
                <c:pt idx="11982">
                  <c:v>165.73500000000001</c:v>
                </c:pt>
                <c:pt idx="11983">
                  <c:v>165.26499999999999</c:v>
                </c:pt>
                <c:pt idx="11984">
                  <c:v>165.078</c:v>
                </c:pt>
                <c:pt idx="11985">
                  <c:v>165.47200000000001</c:v>
                </c:pt>
                <c:pt idx="11986">
                  <c:v>166.809</c:v>
                </c:pt>
                <c:pt idx="11987">
                  <c:v>169.43799999999999</c:v>
                </c:pt>
                <c:pt idx="11988">
                  <c:v>173.22900000000001</c:v>
                </c:pt>
                <c:pt idx="11989">
                  <c:v>177.75700000000001</c:v>
                </c:pt>
                <c:pt idx="11990">
                  <c:v>183.38900000000001</c:v>
                </c:pt>
                <c:pt idx="11991">
                  <c:v>190.16399999999999</c:v>
                </c:pt>
                <c:pt idx="11992">
                  <c:v>198.10400000000001</c:v>
                </c:pt>
                <c:pt idx="11993">
                  <c:v>206.065</c:v>
                </c:pt>
                <c:pt idx="11994">
                  <c:v>213.03100000000001</c:v>
                </c:pt>
                <c:pt idx="11995">
                  <c:v>219.298</c:v>
                </c:pt>
                <c:pt idx="11996">
                  <c:v>225.40299999999999</c:v>
                </c:pt>
                <c:pt idx="11997">
                  <c:v>230.84700000000001</c:v>
                </c:pt>
                <c:pt idx="11998">
                  <c:v>233.02199999999999</c:v>
                </c:pt>
                <c:pt idx="11999">
                  <c:v>230.363</c:v>
                </c:pt>
                <c:pt idx="12000">
                  <c:v>225.30199999999999</c:v>
                </c:pt>
                <c:pt idx="12001">
                  <c:v>220.81899999999999</c:v>
                </c:pt>
                <c:pt idx="12002">
                  <c:v>217.727</c:v>
                </c:pt>
                <c:pt idx="12003">
                  <c:v>215.49299999999999</c:v>
                </c:pt>
                <c:pt idx="12004">
                  <c:v>212.32300000000001</c:v>
                </c:pt>
                <c:pt idx="12005">
                  <c:v>208.62200000000001</c:v>
                </c:pt>
                <c:pt idx="12006">
                  <c:v>206.251</c:v>
                </c:pt>
                <c:pt idx="12007">
                  <c:v>205.75800000000001</c:v>
                </c:pt>
                <c:pt idx="12008">
                  <c:v>206.2</c:v>
                </c:pt>
                <c:pt idx="12009">
                  <c:v>207.16200000000001</c:v>
                </c:pt>
                <c:pt idx="12010">
                  <c:v>208.98400000000001</c:v>
                </c:pt>
                <c:pt idx="12011">
                  <c:v>211.32499999999999</c:v>
                </c:pt>
                <c:pt idx="12012">
                  <c:v>212.70099999999999</c:v>
                </c:pt>
                <c:pt idx="12013">
                  <c:v>212.059</c:v>
                </c:pt>
                <c:pt idx="12014">
                  <c:v>209.49299999999999</c:v>
                </c:pt>
                <c:pt idx="12015">
                  <c:v>206.66800000000001</c:v>
                </c:pt>
                <c:pt idx="12016">
                  <c:v>204.958</c:v>
                </c:pt>
                <c:pt idx="12017">
                  <c:v>204.803</c:v>
                </c:pt>
                <c:pt idx="12018">
                  <c:v>205.685</c:v>
                </c:pt>
                <c:pt idx="12019">
                  <c:v>207.761</c:v>
                </c:pt>
                <c:pt idx="12020">
                  <c:v>211.55699999999999</c:v>
                </c:pt>
                <c:pt idx="12021">
                  <c:v>217.04599999999999</c:v>
                </c:pt>
                <c:pt idx="12022">
                  <c:v>223.81</c:v>
                </c:pt>
                <c:pt idx="12023">
                  <c:v>231.75899999999999</c:v>
                </c:pt>
                <c:pt idx="12024">
                  <c:v>240.97399999999999</c:v>
                </c:pt>
                <c:pt idx="12025">
                  <c:v>251.7</c:v>
                </c:pt>
                <c:pt idx="12026">
                  <c:v>264.58600000000001</c:v>
                </c:pt>
                <c:pt idx="12027">
                  <c:v>280.34800000000001</c:v>
                </c:pt>
                <c:pt idx="12028">
                  <c:v>298.21499999999997</c:v>
                </c:pt>
                <c:pt idx="12029">
                  <c:v>317.90699999999998</c:v>
                </c:pt>
                <c:pt idx="12030">
                  <c:v>339.99799999999999</c:v>
                </c:pt>
                <c:pt idx="12031">
                  <c:v>364.42500000000001</c:v>
                </c:pt>
                <c:pt idx="12032">
                  <c:v>390.95299999999997</c:v>
                </c:pt>
                <c:pt idx="12033">
                  <c:v>415.81900000000002</c:v>
                </c:pt>
                <c:pt idx="12034">
                  <c:v>434.87400000000002</c:v>
                </c:pt>
                <c:pt idx="12035">
                  <c:v>450.029</c:v>
                </c:pt>
                <c:pt idx="12036">
                  <c:v>464.60500000000002</c:v>
                </c:pt>
                <c:pt idx="12037">
                  <c:v>477.24900000000002</c:v>
                </c:pt>
                <c:pt idx="12038">
                  <c:v>482.17700000000002</c:v>
                </c:pt>
                <c:pt idx="12039">
                  <c:v>475.12400000000002</c:v>
                </c:pt>
                <c:pt idx="12040">
                  <c:v>460.77</c:v>
                </c:pt>
                <c:pt idx="12041">
                  <c:v>446.64299999999997</c:v>
                </c:pt>
                <c:pt idx="12042">
                  <c:v>435.678</c:v>
                </c:pt>
                <c:pt idx="12043">
                  <c:v>427.745</c:v>
                </c:pt>
                <c:pt idx="12044">
                  <c:v>423.07499999999999</c:v>
                </c:pt>
                <c:pt idx="12045">
                  <c:v>421.78199999999998</c:v>
                </c:pt>
                <c:pt idx="12046">
                  <c:v>422.38799999999998</c:v>
                </c:pt>
                <c:pt idx="12047">
                  <c:v>423.928</c:v>
                </c:pt>
                <c:pt idx="12048">
                  <c:v>426.767</c:v>
                </c:pt>
                <c:pt idx="12049">
                  <c:v>431.089</c:v>
                </c:pt>
                <c:pt idx="12050">
                  <c:v>435.608</c:v>
                </c:pt>
                <c:pt idx="12051">
                  <c:v>437.41899999999998</c:v>
                </c:pt>
                <c:pt idx="12052">
                  <c:v>436.06599999999997</c:v>
                </c:pt>
                <c:pt idx="12053">
                  <c:v>435.38099999999997</c:v>
                </c:pt>
                <c:pt idx="12054">
                  <c:v>439.66699999999997</c:v>
                </c:pt>
                <c:pt idx="12055">
                  <c:v>449.60500000000002</c:v>
                </c:pt>
                <c:pt idx="12056">
                  <c:v>463.79</c:v>
                </c:pt>
                <c:pt idx="12057">
                  <c:v>481.39699999999999</c:v>
                </c:pt>
                <c:pt idx="12058">
                  <c:v>502.75700000000001</c:v>
                </c:pt>
                <c:pt idx="12059">
                  <c:v>529.21600000000001</c:v>
                </c:pt>
                <c:pt idx="12060">
                  <c:v>560.87800000000004</c:v>
                </c:pt>
                <c:pt idx="12061">
                  <c:v>595.95699999999999</c:v>
                </c:pt>
                <c:pt idx="12062">
                  <c:v>633.98599999999999</c:v>
                </c:pt>
                <c:pt idx="12063">
                  <c:v>678.78599999999994</c:v>
                </c:pt>
                <c:pt idx="12064">
                  <c:v>735.28099999999995</c:v>
                </c:pt>
                <c:pt idx="12065">
                  <c:v>805.12900000000002</c:v>
                </c:pt>
                <c:pt idx="12066">
                  <c:v>883.41899999999998</c:v>
                </c:pt>
                <c:pt idx="12067">
                  <c:v>962.68700000000001</c:v>
                </c:pt>
                <c:pt idx="12068">
                  <c:v>1043.54</c:v>
                </c:pt>
                <c:pt idx="12069">
                  <c:v>1127.3699999999999</c:v>
                </c:pt>
                <c:pt idx="12070">
                  <c:v>1204.49</c:v>
                </c:pt>
                <c:pt idx="12071">
                  <c:v>1259.08</c:v>
                </c:pt>
                <c:pt idx="12072">
                  <c:v>1282.95</c:v>
                </c:pt>
                <c:pt idx="12073">
                  <c:v>1283.79</c:v>
                </c:pt>
                <c:pt idx="12074">
                  <c:v>1273.48</c:v>
                </c:pt>
                <c:pt idx="12075">
                  <c:v>1251.23</c:v>
                </c:pt>
                <c:pt idx="12076">
                  <c:v>1213.49</c:v>
                </c:pt>
                <c:pt idx="12077">
                  <c:v>1170.8800000000001</c:v>
                </c:pt>
                <c:pt idx="12078">
                  <c:v>1141.0999999999999</c:v>
                </c:pt>
                <c:pt idx="12079">
                  <c:v>1133.68</c:v>
                </c:pt>
                <c:pt idx="12080">
                  <c:v>1146.83</c:v>
                </c:pt>
                <c:pt idx="12081">
                  <c:v>1172.4100000000001</c:v>
                </c:pt>
                <c:pt idx="12082">
                  <c:v>1197.8699999999999</c:v>
                </c:pt>
                <c:pt idx="12083">
                  <c:v>1218.5999999999999</c:v>
                </c:pt>
                <c:pt idx="12084">
                  <c:v>1240.76</c:v>
                </c:pt>
                <c:pt idx="12085">
                  <c:v>1268.1099999999999</c:v>
                </c:pt>
                <c:pt idx="12086">
                  <c:v>1297.3399999999999</c:v>
                </c:pt>
                <c:pt idx="12087">
                  <c:v>1316.39</c:v>
                </c:pt>
                <c:pt idx="12088">
                  <c:v>1317.38</c:v>
                </c:pt>
                <c:pt idx="12089">
                  <c:v>1299.1099999999999</c:v>
                </c:pt>
                <c:pt idx="12090">
                  <c:v>1259.6500000000001</c:v>
                </c:pt>
                <c:pt idx="12091">
                  <c:v>1201.42</c:v>
                </c:pt>
                <c:pt idx="12092">
                  <c:v>1127.6400000000001</c:v>
                </c:pt>
                <c:pt idx="12093">
                  <c:v>1043.44</c:v>
                </c:pt>
                <c:pt idx="12094">
                  <c:v>961.54700000000003</c:v>
                </c:pt>
                <c:pt idx="12095">
                  <c:v>892.12599999999998</c:v>
                </c:pt>
                <c:pt idx="12096">
                  <c:v>839.23699999999997</c:v>
                </c:pt>
                <c:pt idx="12097">
                  <c:v>804.63400000000001</c:v>
                </c:pt>
                <c:pt idx="12098">
                  <c:v>789.14700000000005</c:v>
                </c:pt>
                <c:pt idx="12099">
                  <c:v>792.83900000000006</c:v>
                </c:pt>
                <c:pt idx="12100">
                  <c:v>815.005</c:v>
                </c:pt>
                <c:pt idx="12101">
                  <c:v>855.47199999999998</c:v>
                </c:pt>
                <c:pt idx="12102">
                  <c:v>914.60299999999995</c:v>
                </c:pt>
                <c:pt idx="12103">
                  <c:v>993.64</c:v>
                </c:pt>
                <c:pt idx="12104">
                  <c:v>1094.17</c:v>
                </c:pt>
                <c:pt idx="12105">
                  <c:v>1216.04</c:v>
                </c:pt>
                <c:pt idx="12106">
                  <c:v>1355.77</c:v>
                </c:pt>
                <c:pt idx="12107">
                  <c:v>1508.77</c:v>
                </c:pt>
                <c:pt idx="12108">
                  <c:v>1672.53</c:v>
                </c:pt>
                <c:pt idx="12109">
                  <c:v>1843.13</c:v>
                </c:pt>
                <c:pt idx="12110">
                  <c:v>2010.37</c:v>
                </c:pt>
                <c:pt idx="12111">
                  <c:v>2154.73</c:v>
                </c:pt>
                <c:pt idx="12112">
                  <c:v>2259.1999999999998</c:v>
                </c:pt>
                <c:pt idx="12113">
                  <c:v>2321.44</c:v>
                </c:pt>
                <c:pt idx="12114">
                  <c:v>2345.86</c:v>
                </c:pt>
                <c:pt idx="12115">
                  <c:v>2337.6</c:v>
                </c:pt>
                <c:pt idx="12116">
                  <c:v>2294.3200000000002</c:v>
                </c:pt>
                <c:pt idx="12117">
                  <c:v>2210.4899999999998</c:v>
                </c:pt>
                <c:pt idx="12118">
                  <c:v>2091.9699999999998</c:v>
                </c:pt>
                <c:pt idx="12119">
                  <c:v>1956.42</c:v>
                </c:pt>
                <c:pt idx="12120">
                  <c:v>1835.17</c:v>
                </c:pt>
                <c:pt idx="12121">
                  <c:v>1759.22</c:v>
                </c:pt>
                <c:pt idx="12122">
                  <c:v>1740.23</c:v>
                </c:pt>
                <c:pt idx="12123">
                  <c:v>1773.79</c:v>
                </c:pt>
                <c:pt idx="12124">
                  <c:v>1849.04</c:v>
                </c:pt>
                <c:pt idx="12125">
                  <c:v>1947.53</c:v>
                </c:pt>
                <c:pt idx="12126">
                  <c:v>2048.61</c:v>
                </c:pt>
                <c:pt idx="12127">
                  <c:v>2144.88</c:v>
                </c:pt>
                <c:pt idx="12128">
                  <c:v>2236.09</c:v>
                </c:pt>
                <c:pt idx="12129">
                  <c:v>2315.3000000000002</c:v>
                </c:pt>
                <c:pt idx="12130">
                  <c:v>2362.62</c:v>
                </c:pt>
                <c:pt idx="12131">
                  <c:v>2347.94</c:v>
                </c:pt>
                <c:pt idx="12132">
                  <c:v>2262.2399999999998</c:v>
                </c:pt>
                <c:pt idx="12133">
                  <c:v>2128.62</c:v>
                </c:pt>
                <c:pt idx="12134">
                  <c:v>1986.01</c:v>
                </c:pt>
                <c:pt idx="12135">
                  <c:v>1860.36</c:v>
                </c:pt>
                <c:pt idx="12136">
                  <c:v>1752.3</c:v>
                </c:pt>
                <c:pt idx="12137">
                  <c:v>1663.29</c:v>
                </c:pt>
                <c:pt idx="12138">
                  <c:v>1591.41</c:v>
                </c:pt>
                <c:pt idx="12139">
                  <c:v>1525.59</c:v>
                </c:pt>
                <c:pt idx="12140">
                  <c:v>1439.57</c:v>
                </c:pt>
                <c:pt idx="12141">
                  <c:v>1305.8599999999999</c:v>
                </c:pt>
                <c:pt idx="12142">
                  <c:v>1146.1300000000001</c:v>
                </c:pt>
                <c:pt idx="12143">
                  <c:v>1004.85</c:v>
                </c:pt>
                <c:pt idx="12144">
                  <c:v>897.17</c:v>
                </c:pt>
                <c:pt idx="12145">
                  <c:v>812.26199999999994</c:v>
                </c:pt>
                <c:pt idx="12146">
                  <c:v>740.26599999999996</c:v>
                </c:pt>
                <c:pt idx="12147">
                  <c:v>682.84199999999998</c:v>
                </c:pt>
                <c:pt idx="12148">
                  <c:v>642.01</c:v>
                </c:pt>
                <c:pt idx="12149">
                  <c:v>613.96500000000003</c:v>
                </c:pt>
                <c:pt idx="12150">
                  <c:v>594.75800000000004</c:v>
                </c:pt>
                <c:pt idx="12151">
                  <c:v>583.03899999999999</c:v>
                </c:pt>
                <c:pt idx="12152">
                  <c:v>576.37400000000002</c:v>
                </c:pt>
                <c:pt idx="12153">
                  <c:v>570.40700000000004</c:v>
                </c:pt>
                <c:pt idx="12154">
                  <c:v>558.00800000000004</c:v>
                </c:pt>
                <c:pt idx="12155">
                  <c:v>537.00699999999995</c:v>
                </c:pt>
                <c:pt idx="12156">
                  <c:v>514.20899999999995</c:v>
                </c:pt>
                <c:pt idx="12157">
                  <c:v>494.78899999999999</c:v>
                </c:pt>
                <c:pt idx="12158">
                  <c:v>477.84500000000003</c:v>
                </c:pt>
                <c:pt idx="12159">
                  <c:v>461.17099999999999</c:v>
                </c:pt>
                <c:pt idx="12160">
                  <c:v>444.65699999999998</c:v>
                </c:pt>
                <c:pt idx="12161">
                  <c:v>429.98099999999999</c:v>
                </c:pt>
                <c:pt idx="12162">
                  <c:v>417.93299999999999</c:v>
                </c:pt>
                <c:pt idx="12163">
                  <c:v>408.42599999999999</c:v>
                </c:pt>
                <c:pt idx="12164">
                  <c:v>401.71600000000001</c:v>
                </c:pt>
                <c:pt idx="12165">
                  <c:v>396.61099999999999</c:v>
                </c:pt>
                <c:pt idx="12166">
                  <c:v>390.767</c:v>
                </c:pt>
                <c:pt idx="12167">
                  <c:v>380.60700000000003</c:v>
                </c:pt>
                <c:pt idx="12168">
                  <c:v>365.012</c:v>
                </c:pt>
                <c:pt idx="12169">
                  <c:v>346.77</c:v>
                </c:pt>
                <c:pt idx="12170">
                  <c:v>328.94900000000001</c:v>
                </c:pt>
                <c:pt idx="12171">
                  <c:v>314.01900000000001</c:v>
                </c:pt>
                <c:pt idx="12172">
                  <c:v>302.72800000000001</c:v>
                </c:pt>
                <c:pt idx="12173">
                  <c:v>295.03100000000001</c:v>
                </c:pt>
                <c:pt idx="12174">
                  <c:v>290.65699999999998</c:v>
                </c:pt>
                <c:pt idx="12175">
                  <c:v>289.14400000000001</c:v>
                </c:pt>
                <c:pt idx="12176">
                  <c:v>289.61500000000001</c:v>
                </c:pt>
                <c:pt idx="12177">
                  <c:v>291.47500000000002</c:v>
                </c:pt>
                <c:pt idx="12178">
                  <c:v>294.29399999999998</c:v>
                </c:pt>
                <c:pt idx="12179">
                  <c:v>298.07</c:v>
                </c:pt>
                <c:pt idx="12180">
                  <c:v>302.49099999999999</c:v>
                </c:pt>
                <c:pt idx="12181">
                  <c:v>306.798</c:v>
                </c:pt>
                <c:pt idx="12182">
                  <c:v>311.28800000000001</c:v>
                </c:pt>
                <c:pt idx="12183">
                  <c:v>316.28699999999998</c:v>
                </c:pt>
                <c:pt idx="12184">
                  <c:v>321.44600000000003</c:v>
                </c:pt>
                <c:pt idx="12185">
                  <c:v>327.05200000000002</c:v>
                </c:pt>
                <c:pt idx="12186">
                  <c:v>334.04300000000001</c:v>
                </c:pt>
                <c:pt idx="12187">
                  <c:v>343.411</c:v>
                </c:pt>
                <c:pt idx="12188">
                  <c:v>355.63799999999998</c:v>
                </c:pt>
                <c:pt idx="12189">
                  <c:v>371.22199999999998</c:v>
                </c:pt>
                <c:pt idx="12190">
                  <c:v>390.72899999999998</c:v>
                </c:pt>
                <c:pt idx="12191">
                  <c:v>413.47899999999998</c:v>
                </c:pt>
                <c:pt idx="12192">
                  <c:v>439.39699999999999</c:v>
                </c:pt>
                <c:pt idx="12193">
                  <c:v>468.08699999999999</c:v>
                </c:pt>
                <c:pt idx="12194">
                  <c:v>498.72199999999998</c:v>
                </c:pt>
                <c:pt idx="12195">
                  <c:v>530.95100000000002</c:v>
                </c:pt>
                <c:pt idx="12196">
                  <c:v>564.01700000000005</c:v>
                </c:pt>
                <c:pt idx="12197">
                  <c:v>596.60699999999997</c:v>
                </c:pt>
                <c:pt idx="12198">
                  <c:v>627.61</c:v>
                </c:pt>
                <c:pt idx="12199">
                  <c:v>657.56799999999998</c:v>
                </c:pt>
                <c:pt idx="12200">
                  <c:v>688.91099999999994</c:v>
                </c:pt>
                <c:pt idx="12201">
                  <c:v>723.35699999999997</c:v>
                </c:pt>
                <c:pt idx="12202">
                  <c:v>762.53700000000003</c:v>
                </c:pt>
                <c:pt idx="12203">
                  <c:v>809.92700000000002</c:v>
                </c:pt>
                <c:pt idx="12204">
                  <c:v>871.077</c:v>
                </c:pt>
                <c:pt idx="12205">
                  <c:v>950.149</c:v>
                </c:pt>
                <c:pt idx="12206">
                  <c:v>1048.98</c:v>
                </c:pt>
                <c:pt idx="12207">
                  <c:v>1167.05</c:v>
                </c:pt>
                <c:pt idx="12208">
                  <c:v>1302.07</c:v>
                </c:pt>
                <c:pt idx="12209">
                  <c:v>1449.01</c:v>
                </c:pt>
                <c:pt idx="12210">
                  <c:v>1600.89</c:v>
                </c:pt>
                <c:pt idx="12211">
                  <c:v>1748.61</c:v>
                </c:pt>
                <c:pt idx="12212">
                  <c:v>1880.96</c:v>
                </c:pt>
                <c:pt idx="12213">
                  <c:v>1985.36</c:v>
                </c:pt>
                <c:pt idx="12214">
                  <c:v>2051.4699999999998</c:v>
                </c:pt>
                <c:pt idx="12215">
                  <c:v>2074.4</c:v>
                </c:pt>
                <c:pt idx="12216">
                  <c:v>2053.59</c:v>
                </c:pt>
                <c:pt idx="12217">
                  <c:v>1991.31</c:v>
                </c:pt>
                <c:pt idx="12218">
                  <c:v>1890.47</c:v>
                </c:pt>
                <c:pt idx="12219">
                  <c:v>1758.96</c:v>
                </c:pt>
                <c:pt idx="12220">
                  <c:v>1611.18</c:v>
                </c:pt>
                <c:pt idx="12221">
                  <c:v>1461.5</c:v>
                </c:pt>
                <c:pt idx="12222">
                  <c:v>1320.08</c:v>
                </c:pt>
                <c:pt idx="12223">
                  <c:v>1194.0899999999999</c:v>
                </c:pt>
                <c:pt idx="12224">
                  <c:v>1087.49</c:v>
                </c:pt>
                <c:pt idx="12225">
                  <c:v>1002.34</c:v>
                </c:pt>
                <c:pt idx="12226">
                  <c:v>937.46299999999997</c:v>
                </c:pt>
                <c:pt idx="12227">
                  <c:v>889.89499999999998</c:v>
                </c:pt>
                <c:pt idx="12228">
                  <c:v>854.47400000000005</c:v>
                </c:pt>
                <c:pt idx="12229">
                  <c:v>825.35500000000002</c:v>
                </c:pt>
                <c:pt idx="12230">
                  <c:v>797.22299999999996</c:v>
                </c:pt>
                <c:pt idx="12231">
                  <c:v>765.85</c:v>
                </c:pt>
                <c:pt idx="12232">
                  <c:v>728.60799999999995</c:v>
                </c:pt>
                <c:pt idx="12233">
                  <c:v>685.798</c:v>
                </c:pt>
                <c:pt idx="12234">
                  <c:v>638.64099999999996</c:v>
                </c:pt>
                <c:pt idx="12235">
                  <c:v>588.02800000000002</c:v>
                </c:pt>
                <c:pt idx="12236">
                  <c:v>535.673</c:v>
                </c:pt>
                <c:pt idx="12237">
                  <c:v>485.20400000000001</c:v>
                </c:pt>
                <c:pt idx="12238">
                  <c:v>439.29199999999997</c:v>
                </c:pt>
                <c:pt idx="12239">
                  <c:v>399.58800000000002</c:v>
                </c:pt>
                <c:pt idx="12240">
                  <c:v>366.774</c:v>
                </c:pt>
                <c:pt idx="12241">
                  <c:v>340.73399999999998</c:v>
                </c:pt>
                <c:pt idx="12242">
                  <c:v>321.32600000000002</c:v>
                </c:pt>
                <c:pt idx="12243">
                  <c:v>307.25599999999997</c:v>
                </c:pt>
                <c:pt idx="12244">
                  <c:v>297.20800000000003</c:v>
                </c:pt>
                <c:pt idx="12245">
                  <c:v>290.34800000000001</c:v>
                </c:pt>
                <c:pt idx="12246">
                  <c:v>286.18200000000002</c:v>
                </c:pt>
                <c:pt idx="12247">
                  <c:v>284.15899999999999</c:v>
                </c:pt>
                <c:pt idx="12248">
                  <c:v>283.459</c:v>
                </c:pt>
                <c:pt idx="12249">
                  <c:v>284.39</c:v>
                </c:pt>
                <c:pt idx="12250">
                  <c:v>286.94</c:v>
                </c:pt>
                <c:pt idx="12251">
                  <c:v>291.43799999999999</c:v>
                </c:pt>
                <c:pt idx="12252">
                  <c:v>297.64600000000002</c:v>
                </c:pt>
                <c:pt idx="12253">
                  <c:v>305.84399999999999</c:v>
                </c:pt>
                <c:pt idx="12254">
                  <c:v>316.58300000000003</c:v>
                </c:pt>
                <c:pt idx="12255">
                  <c:v>330.34899999999999</c:v>
                </c:pt>
                <c:pt idx="12256">
                  <c:v>348.31400000000002</c:v>
                </c:pt>
                <c:pt idx="12257">
                  <c:v>370.85</c:v>
                </c:pt>
                <c:pt idx="12258">
                  <c:v>398.10599999999999</c:v>
                </c:pt>
                <c:pt idx="12259">
                  <c:v>430.35500000000002</c:v>
                </c:pt>
                <c:pt idx="12260">
                  <c:v>467.45</c:v>
                </c:pt>
                <c:pt idx="12261">
                  <c:v>508.339</c:v>
                </c:pt>
                <c:pt idx="12262">
                  <c:v>551.52700000000004</c:v>
                </c:pt>
                <c:pt idx="12263">
                  <c:v>595.90499999999997</c:v>
                </c:pt>
                <c:pt idx="12264">
                  <c:v>639.79999999999995</c:v>
                </c:pt>
                <c:pt idx="12265">
                  <c:v>681.33399999999995</c:v>
                </c:pt>
                <c:pt idx="12266">
                  <c:v>718.91200000000003</c:v>
                </c:pt>
                <c:pt idx="12267">
                  <c:v>751.59199999999998</c:v>
                </c:pt>
                <c:pt idx="12268">
                  <c:v>780.428</c:v>
                </c:pt>
                <c:pt idx="12269">
                  <c:v>808.04899999999998</c:v>
                </c:pt>
                <c:pt idx="12270">
                  <c:v>837.20600000000002</c:v>
                </c:pt>
                <c:pt idx="12271">
                  <c:v>870.65700000000004</c:v>
                </c:pt>
                <c:pt idx="12272">
                  <c:v>911.55200000000002</c:v>
                </c:pt>
                <c:pt idx="12273">
                  <c:v>962.50900000000001</c:v>
                </c:pt>
                <c:pt idx="12274">
                  <c:v>1025.07</c:v>
                </c:pt>
                <c:pt idx="12275">
                  <c:v>1098.6199999999999</c:v>
                </c:pt>
                <c:pt idx="12276">
                  <c:v>1180.5999999999999</c:v>
                </c:pt>
                <c:pt idx="12277">
                  <c:v>1265.51</c:v>
                </c:pt>
                <c:pt idx="12278">
                  <c:v>1346.34</c:v>
                </c:pt>
                <c:pt idx="12279">
                  <c:v>1415.41</c:v>
                </c:pt>
                <c:pt idx="12280">
                  <c:v>1467.1</c:v>
                </c:pt>
                <c:pt idx="12281">
                  <c:v>1496.61</c:v>
                </c:pt>
                <c:pt idx="12282">
                  <c:v>1498.3</c:v>
                </c:pt>
                <c:pt idx="12283">
                  <c:v>1467.58</c:v>
                </c:pt>
                <c:pt idx="12284">
                  <c:v>1404.79</c:v>
                </c:pt>
                <c:pt idx="12285">
                  <c:v>1315.77</c:v>
                </c:pt>
                <c:pt idx="12286">
                  <c:v>1208.04</c:v>
                </c:pt>
                <c:pt idx="12287">
                  <c:v>1089.07</c:v>
                </c:pt>
                <c:pt idx="12288">
                  <c:v>964.75800000000004</c:v>
                </c:pt>
                <c:pt idx="12289">
                  <c:v>841.66399999999999</c:v>
                </c:pt>
                <c:pt idx="12290">
                  <c:v>727.98400000000004</c:v>
                </c:pt>
                <c:pt idx="12291">
                  <c:v>629.23400000000004</c:v>
                </c:pt>
                <c:pt idx="12292">
                  <c:v>547.99900000000002</c:v>
                </c:pt>
                <c:pt idx="12293">
                  <c:v>484.38299999999998</c:v>
                </c:pt>
                <c:pt idx="12294">
                  <c:v>436.43900000000002</c:v>
                </c:pt>
                <c:pt idx="12295">
                  <c:v>400.63</c:v>
                </c:pt>
                <c:pt idx="12296">
                  <c:v>373.85500000000002</c:v>
                </c:pt>
                <c:pt idx="12297">
                  <c:v>352.80399999999997</c:v>
                </c:pt>
                <c:pt idx="12298">
                  <c:v>334.49</c:v>
                </c:pt>
                <c:pt idx="12299">
                  <c:v>317.40600000000001</c:v>
                </c:pt>
                <c:pt idx="12300">
                  <c:v>300.19499999999999</c:v>
                </c:pt>
                <c:pt idx="12301">
                  <c:v>282.488</c:v>
                </c:pt>
                <c:pt idx="12302">
                  <c:v>264.142</c:v>
                </c:pt>
                <c:pt idx="12303">
                  <c:v>245.57</c:v>
                </c:pt>
                <c:pt idx="12304">
                  <c:v>227.33600000000001</c:v>
                </c:pt>
                <c:pt idx="12305">
                  <c:v>209.422</c:v>
                </c:pt>
                <c:pt idx="12306">
                  <c:v>192.47</c:v>
                </c:pt>
                <c:pt idx="12307">
                  <c:v>177.46600000000001</c:v>
                </c:pt>
                <c:pt idx="12308">
                  <c:v>164.86199999999999</c:v>
                </c:pt>
                <c:pt idx="12309">
                  <c:v>154.53399999999999</c:v>
                </c:pt>
                <c:pt idx="12310">
                  <c:v>146.11600000000001</c:v>
                </c:pt>
                <c:pt idx="12311">
                  <c:v>139.786</c:v>
                </c:pt>
                <c:pt idx="12312">
                  <c:v>134.56</c:v>
                </c:pt>
                <c:pt idx="12313">
                  <c:v>130.083</c:v>
                </c:pt>
                <c:pt idx="12314">
                  <c:v>126.735</c:v>
                </c:pt>
                <c:pt idx="12315">
                  <c:v>123.73399999999999</c:v>
                </c:pt>
                <c:pt idx="12316">
                  <c:v>120.754</c:v>
                </c:pt>
                <c:pt idx="12317">
                  <c:v>118.39400000000001</c:v>
                </c:pt>
                <c:pt idx="12318">
                  <c:v>116.381</c:v>
                </c:pt>
                <c:pt idx="12319">
                  <c:v>114.623</c:v>
                </c:pt>
                <c:pt idx="12320">
                  <c:v>113.102</c:v>
                </c:pt>
                <c:pt idx="12321">
                  <c:v>111.387</c:v>
                </c:pt>
                <c:pt idx="12322">
                  <c:v>109.39700000000001</c:v>
                </c:pt>
                <c:pt idx="12323">
                  <c:v>107.842</c:v>
                </c:pt>
                <c:pt idx="12324">
                  <c:v>106.974</c:v>
                </c:pt>
                <c:pt idx="12325">
                  <c:v>106.3</c:v>
                </c:pt>
                <c:pt idx="12326">
                  <c:v>105.313</c:v>
                </c:pt>
                <c:pt idx="12327">
                  <c:v>104.431</c:v>
                </c:pt>
                <c:pt idx="12328">
                  <c:v>104.03</c:v>
                </c:pt>
                <c:pt idx="12329">
                  <c:v>104.108</c:v>
                </c:pt>
                <c:pt idx="12330">
                  <c:v>103.944</c:v>
                </c:pt>
                <c:pt idx="12331">
                  <c:v>103.578</c:v>
                </c:pt>
                <c:pt idx="12332">
                  <c:v>102.69799999999999</c:v>
                </c:pt>
                <c:pt idx="12333">
                  <c:v>101.399</c:v>
                </c:pt>
                <c:pt idx="12334">
                  <c:v>100.295</c:v>
                </c:pt>
                <c:pt idx="12335">
                  <c:v>99.265000000000001</c:v>
                </c:pt>
                <c:pt idx="12336">
                  <c:v>98.191500000000005</c:v>
                </c:pt>
                <c:pt idx="12337">
                  <c:v>97.0334</c:v>
                </c:pt>
                <c:pt idx="12338">
                  <c:v>95.636700000000005</c:v>
                </c:pt>
                <c:pt idx="12339">
                  <c:v>94.138900000000007</c:v>
                </c:pt>
                <c:pt idx="12340">
                  <c:v>92.874099999999999</c:v>
                </c:pt>
                <c:pt idx="12341">
                  <c:v>92.094700000000003</c:v>
                </c:pt>
                <c:pt idx="12342">
                  <c:v>91.290300000000002</c:v>
                </c:pt>
                <c:pt idx="12343">
                  <c:v>89.8797</c:v>
                </c:pt>
                <c:pt idx="12344">
                  <c:v>89.095200000000006</c:v>
                </c:pt>
                <c:pt idx="12345">
                  <c:v>88.942400000000006</c:v>
                </c:pt>
                <c:pt idx="12346">
                  <c:v>88.785499999999999</c:v>
                </c:pt>
                <c:pt idx="12347">
                  <c:v>88.883799999999994</c:v>
                </c:pt>
                <c:pt idx="12348">
                  <c:v>89.166799999999995</c:v>
                </c:pt>
                <c:pt idx="12349">
                  <c:v>89.060599999999994</c:v>
                </c:pt>
                <c:pt idx="12350">
                  <c:v>88.962900000000005</c:v>
                </c:pt>
                <c:pt idx="12351">
                  <c:v>88.751999999999995</c:v>
                </c:pt>
                <c:pt idx="12352">
                  <c:v>88.555499999999995</c:v>
                </c:pt>
                <c:pt idx="12353">
                  <c:v>88.835499999999996</c:v>
                </c:pt>
                <c:pt idx="12354">
                  <c:v>89.594300000000004</c:v>
                </c:pt>
                <c:pt idx="12355">
                  <c:v>90.117999999999995</c:v>
                </c:pt>
                <c:pt idx="12356">
                  <c:v>90.405600000000007</c:v>
                </c:pt>
                <c:pt idx="12357">
                  <c:v>90.574399999999997</c:v>
                </c:pt>
                <c:pt idx="12358">
                  <c:v>91.140199999999993</c:v>
                </c:pt>
                <c:pt idx="12359">
                  <c:v>92.297399999999996</c:v>
                </c:pt>
                <c:pt idx="12360">
                  <c:v>93.703199999999995</c:v>
                </c:pt>
                <c:pt idx="12361">
                  <c:v>95.756799999999998</c:v>
                </c:pt>
                <c:pt idx="12362">
                  <c:v>98.227800000000002</c:v>
                </c:pt>
                <c:pt idx="12363">
                  <c:v>101.09</c:v>
                </c:pt>
                <c:pt idx="12364">
                  <c:v>104.20399999999999</c:v>
                </c:pt>
                <c:pt idx="12365">
                  <c:v>107.005</c:v>
                </c:pt>
                <c:pt idx="12366">
                  <c:v>109.46899999999999</c:v>
                </c:pt>
                <c:pt idx="12367">
                  <c:v>111.64700000000001</c:v>
                </c:pt>
                <c:pt idx="12368">
                  <c:v>113.123</c:v>
                </c:pt>
                <c:pt idx="12369">
                  <c:v>113.628</c:v>
                </c:pt>
                <c:pt idx="12370">
                  <c:v>113.465</c:v>
                </c:pt>
                <c:pt idx="12371">
                  <c:v>112.38800000000001</c:v>
                </c:pt>
                <c:pt idx="12372">
                  <c:v>110.39100000000001</c:v>
                </c:pt>
                <c:pt idx="12373">
                  <c:v>107.673</c:v>
                </c:pt>
                <c:pt idx="12374">
                  <c:v>104.67</c:v>
                </c:pt>
                <c:pt idx="12375">
                  <c:v>102.009</c:v>
                </c:pt>
                <c:pt idx="12376">
                  <c:v>99.707400000000007</c:v>
                </c:pt>
                <c:pt idx="12377">
                  <c:v>97.301900000000003</c:v>
                </c:pt>
                <c:pt idx="12378">
                  <c:v>95.218199999999996</c:v>
                </c:pt>
                <c:pt idx="12379">
                  <c:v>93.823700000000002</c:v>
                </c:pt>
                <c:pt idx="12380">
                  <c:v>92.989199999999997</c:v>
                </c:pt>
                <c:pt idx="12381">
                  <c:v>92.553399999999996</c:v>
                </c:pt>
                <c:pt idx="12382">
                  <c:v>92.171800000000005</c:v>
                </c:pt>
                <c:pt idx="12383">
                  <c:v>91.735200000000006</c:v>
                </c:pt>
                <c:pt idx="12384">
                  <c:v>91.312100000000001</c:v>
                </c:pt>
                <c:pt idx="12385">
                  <c:v>90.654300000000006</c:v>
                </c:pt>
                <c:pt idx="12386">
                  <c:v>89.467399999999998</c:v>
                </c:pt>
                <c:pt idx="12387">
                  <c:v>87.804000000000002</c:v>
                </c:pt>
                <c:pt idx="12388">
                  <c:v>86.4268</c:v>
                </c:pt>
                <c:pt idx="12389">
                  <c:v>84.871499999999997</c:v>
                </c:pt>
                <c:pt idx="12390">
                  <c:v>82.994500000000002</c:v>
                </c:pt>
                <c:pt idx="12391">
                  <c:v>81.287099999999995</c:v>
                </c:pt>
                <c:pt idx="12392">
                  <c:v>80.343100000000007</c:v>
                </c:pt>
                <c:pt idx="12393">
                  <c:v>79.929000000000002</c:v>
                </c:pt>
                <c:pt idx="12394">
                  <c:v>79.199600000000004</c:v>
                </c:pt>
                <c:pt idx="12395">
                  <c:v>78.628200000000007</c:v>
                </c:pt>
                <c:pt idx="12396">
                  <c:v>77.997500000000002</c:v>
                </c:pt>
                <c:pt idx="12397">
                  <c:v>77.559200000000004</c:v>
                </c:pt>
                <c:pt idx="12398">
                  <c:v>77.432100000000005</c:v>
                </c:pt>
                <c:pt idx="12399">
                  <c:v>77.770799999999994</c:v>
                </c:pt>
                <c:pt idx="12400">
                  <c:v>78.029899999999998</c:v>
                </c:pt>
                <c:pt idx="12401">
                  <c:v>77.449200000000005</c:v>
                </c:pt>
                <c:pt idx="12402">
                  <c:v>76.639099999999999</c:v>
                </c:pt>
                <c:pt idx="12403">
                  <c:v>76.489500000000007</c:v>
                </c:pt>
                <c:pt idx="12404">
                  <c:v>76.795299999999997</c:v>
                </c:pt>
                <c:pt idx="12405">
                  <c:v>76.387799999999999</c:v>
                </c:pt>
                <c:pt idx="12406">
                  <c:v>75.649000000000001</c:v>
                </c:pt>
                <c:pt idx="12407">
                  <c:v>75.207999999999998</c:v>
                </c:pt>
                <c:pt idx="12408">
                  <c:v>75.151600000000002</c:v>
                </c:pt>
                <c:pt idx="12409">
                  <c:v>75.308800000000005</c:v>
                </c:pt>
                <c:pt idx="12410">
                  <c:v>75.480500000000006</c:v>
                </c:pt>
                <c:pt idx="12411">
                  <c:v>75.960599999999999</c:v>
                </c:pt>
                <c:pt idx="12412">
                  <c:v>76.552400000000006</c:v>
                </c:pt>
                <c:pt idx="12413">
                  <c:v>77.384699999999995</c:v>
                </c:pt>
                <c:pt idx="12414">
                  <c:v>78.054599999999994</c:v>
                </c:pt>
                <c:pt idx="12415">
                  <c:v>78.557299999999998</c:v>
                </c:pt>
                <c:pt idx="12416">
                  <c:v>78.955100000000002</c:v>
                </c:pt>
                <c:pt idx="12417">
                  <c:v>79.471999999999994</c:v>
                </c:pt>
                <c:pt idx="12418">
                  <c:v>80.222099999999998</c:v>
                </c:pt>
                <c:pt idx="12419">
                  <c:v>80.629300000000001</c:v>
                </c:pt>
                <c:pt idx="12420">
                  <c:v>80.994600000000005</c:v>
                </c:pt>
                <c:pt idx="12421">
                  <c:v>81.508700000000005</c:v>
                </c:pt>
                <c:pt idx="12422">
                  <c:v>82.119100000000003</c:v>
                </c:pt>
                <c:pt idx="12423">
                  <c:v>82.513199999999998</c:v>
                </c:pt>
                <c:pt idx="12424">
                  <c:v>82.626400000000004</c:v>
                </c:pt>
                <c:pt idx="12425">
                  <c:v>82.569800000000001</c:v>
                </c:pt>
                <c:pt idx="12426">
                  <c:v>83.121200000000002</c:v>
                </c:pt>
                <c:pt idx="12427">
                  <c:v>84.100999999999999</c:v>
                </c:pt>
                <c:pt idx="12428">
                  <c:v>84.968999999999994</c:v>
                </c:pt>
                <c:pt idx="12429">
                  <c:v>85.780100000000004</c:v>
                </c:pt>
                <c:pt idx="12430">
                  <c:v>86.865099999999998</c:v>
                </c:pt>
                <c:pt idx="12431">
                  <c:v>88.2209</c:v>
                </c:pt>
                <c:pt idx="12432">
                  <c:v>89.743799999999993</c:v>
                </c:pt>
                <c:pt idx="12433">
                  <c:v>91.065200000000004</c:v>
                </c:pt>
                <c:pt idx="12434">
                  <c:v>92.118399999999994</c:v>
                </c:pt>
                <c:pt idx="12435">
                  <c:v>92.715100000000007</c:v>
                </c:pt>
                <c:pt idx="12436">
                  <c:v>93.125600000000006</c:v>
                </c:pt>
                <c:pt idx="12437">
                  <c:v>93.093000000000004</c:v>
                </c:pt>
                <c:pt idx="12438">
                  <c:v>92.489900000000006</c:v>
                </c:pt>
                <c:pt idx="12439">
                  <c:v>90.990899999999996</c:v>
                </c:pt>
                <c:pt idx="12440">
                  <c:v>88.940399999999997</c:v>
                </c:pt>
                <c:pt idx="12441">
                  <c:v>86.742099999999994</c:v>
                </c:pt>
                <c:pt idx="12442">
                  <c:v>84.572199999999995</c:v>
                </c:pt>
                <c:pt idx="12443">
                  <c:v>82.391199999999998</c:v>
                </c:pt>
                <c:pt idx="12444">
                  <c:v>79.965000000000003</c:v>
                </c:pt>
                <c:pt idx="12445">
                  <c:v>78.142899999999997</c:v>
                </c:pt>
                <c:pt idx="12446">
                  <c:v>76.722399999999993</c:v>
                </c:pt>
                <c:pt idx="12447">
                  <c:v>75.366500000000002</c:v>
                </c:pt>
                <c:pt idx="12448">
                  <c:v>74.366299999999995</c:v>
                </c:pt>
                <c:pt idx="12449">
                  <c:v>73.700500000000005</c:v>
                </c:pt>
                <c:pt idx="12450">
                  <c:v>73.191000000000003</c:v>
                </c:pt>
                <c:pt idx="12451">
                  <c:v>72.605999999999995</c:v>
                </c:pt>
                <c:pt idx="12452">
                  <c:v>71.971599999999995</c:v>
                </c:pt>
                <c:pt idx="12453">
                  <c:v>71.103899999999996</c:v>
                </c:pt>
                <c:pt idx="12454">
                  <c:v>70.339200000000005</c:v>
                </c:pt>
                <c:pt idx="12455">
                  <c:v>69.512200000000007</c:v>
                </c:pt>
                <c:pt idx="12456">
                  <c:v>68.545400000000001</c:v>
                </c:pt>
                <c:pt idx="12457">
                  <c:v>67.477000000000004</c:v>
                </c:pt>
                <c:pt idx="12458">
                  <c:v>66.345600000000005</c:v>
                </c:pt>
                <c:pt idx="12459">
                  <c:v>65.253699999999995</c:v>
                </c:pt>
                <c:pt idx="12460">
                  <c:v>64.1053</c:v>
                </c:pt>
                <c:pt idx="12461">
                  <c:v>63.108600000000003</c:v>
                </c:pt>
                <c:pt idx="12462">
                  <c:v>62.714700000000001</c:v>
                </c:pt>
                <c:pt idx="12463">
                  <c:v>62.761099999999999</c:v>
                </c:pt>
                <c:pt idx="12464">
                  <c:v>62.6068</c:v>
                </c:pt>
                <c:pt idx="12465">
                  <c:v>62.552399999999999</c:v>
                </c:pt>
                <c:pt idx="12466">
                  <c:v>62.552999999999997</c:v>
                </c:pt>
                <c:pt idx="12467">
                  <c:v>63.065300000000001</c:v>
                </c:pt>
                <c:pt idx="12468">
                  <c:v>63.782200000000003</c:v>
                </c:pt>
                <c:pt idx="12469">
                  <c:v>64.250799999999998</c:v>
                </c:pt>
                <c:pt idx="12470">
                  <c:v>64.127200000000002</c:v>
                </c:pt>
                <c:pt idx="12471">
                  <c:v>63.901899999999998</c:v>
                </c:pt>
                <c:pt idx="12472">
                  <c:v>63.834400000000002</c:v>
                </c:pt>
                <c:pt idx="12473">
                  <c:v>63.862900000000003</c:v>
                </c:pt>
                <c:pt idx="12474">
                  <c:v>63.522399999999998</c:v>
                </c:pt>
                <c:pt idx="12475">
                  <c:v>62.946199999999997</c:v>
                </c:pt>
                <c:pt idx="12476">
                  <c:v>62.363500000000002</c:v>
                </c:pt>
                <c:pt idx="12477">
                  <c:v>62.359499999999997</c:v>
                </c:pt>
                <c:pt idx="12478">
                  <c:v>62.078600000000002</c:v>
                </c:pt>
                <c:pt idx="12479">
                  <c:v>61.6785</c:v>
                </c:pt>
                <c:pt idx="12480">
                  <c:v>61.576999999999998</c:v>
                </c:pt>
                <c:pt idx="12481">
                  <c:v>61.581600000000002</c:v>
                </c:pt>
                <c:pt idx="12482">
                  <c:v>61.413699999999999</c:v>
                </c:pt>
                <c:pt idx="12483">
                  <c:v>61.397599999999997</c:v>
                </c:pt>
                <c:pt idx="12484">
                  <c:v>62.169800000000002</c:v>
                </c:pt>
                <c:pt idx="12485">
                  <c:v>63.372199999999999</c:v>
                </c:pt>
                <c:pt idx="12486">
                  <c:v>64.629800000000003</c:v>
                </c:pt>
                <c:pt idx="12487">
                  <c:v>66.221100000000007</c:v>
                </c:pt>
                <c:pt idx="12488">
                  <c:v>67.915000000000006</c:v>
                </c:pt>
                <c:pt idx="12489">
                  <c:v>69.099400000000003</c:v>
                </c:pt>
                <c:pt idx="12490">
                  <c:v>69.602500000000006</c:v>
                </c:pt>
                <c:pt idx="12491">
                  <c:v>69.709400000000002</c:v>
                </c:pt>
                <c:pt idx="12492">
                  <c:v>69.997600000000006</c:v>
                </c:pt>
                <c:pt idx="12493">
                  <c:v>70.183899999999994</c:v>
                </c:pt>
                <c:pt idx="12494">
                  <c:v>69.452799999999996</c:v>
                </c:pt>
                <c:pt idx="12495">
                  <c:v>67.236900000000006</c:v>
                </c:pt>
                <c:pt idx="12496">
                  <c:v>64.933800000000005</c:v>
                </c:pt>
                <c:pt idx="12497">
                  <c:v>62.999000000000002</c:v>
                </c:pt>
                <c:pt idx="12498">
                  <c:v>61.3932</c:v>
                </c:pt>
                <c:pt idx="12499">
                  <c:v>60.432400000000001</c:v>
                </c:pt>
                <c:pt idx="12500">
                  <c:v>60.033700000000003</c:v>
                </c:pt>
                <c:pt idx="12501">
                  <c:v>59.871400000000001</c:v>
                </c:pt>
                <c:pt idx="12502">
                  <c:v>59.376100000000001</c:v>
                </c:pt>
                <c:pt idx="12503">
                  <c:v>59.091999999999999</c:v>
                </c:pt>
                <c:pt idx="12504">
                  <c:v>59.019100000000002</c:v>
                </c:pt>
                <c:pt idx="12505">
                  <c:v>58.193100000000001</c:v>
                </c:pt>
                <c:pt idx="12506">
                  <c:v>57.2089</c:v>
                </c:pt>
                <c:pt idx="12507">
                  <c:v>56.675699999999999</c:v>
                </c:pt>
                <c:pt idx="12508">
                  <c:v>56.536799999999999</c:v>
                </c:pt>
                <c:pt idx="12509">
                  <c:v>56.706499999999998</c:v>
                </c:pt>
                <c:pt idx="12510">
                  <c:v>56.654800000000002</c:v>
                </c:pt>
                <c:pt idx="12511">
                  <c:v>56.569099999999999</c:v>
                </c:pt>
                <c:pt idx="12512">
                  <c:v>56.673999999999999</c:v>
                </c:pt>
                <c:pt idx="12513">
                  <c:v>56.975999999999999</c:v>
                </c:pt>
                <c:pt idx="12514">
                  <c:v>56.765799999999999</c:v>
                </c:pt>
                <c:pt idx="12515">
                  <c:v>56.365699999999997</c:v>
                </c:pt>
                <c:pt idx="12516">
                  <c:v>55.948099999999997</c:v>
                </c:pt>
                <c:pt idx="12517">
                  <c:v>55.7423</c:v>
                </c:pt>
                <c:pt idx="12518">
                  <c:v>55.350999999999999</c:v>
                </c:pt>
                <c:pt idx="12519">
                  <c:v>54.998899999999999</c:v>
                </c:pt>
                <c:pt idx="12520">
                  <c:v>54.849800000000002</c:v>
                </c:pt>
                <c:pt idx="12521">
                  <c:v>54.701500000000003</c:v>
                </c:pt>
                <c:pt idx="12522">
                  <c:v>54.808999999999997</c:v>
                </c:pt>
                <c:pt idx="12523">
                  <c:v>55.216500000000003</c:v>
                </c:pt>
                <c:pt idx="12524">
                  <c:v>55.381</c:v>
                </c:pt>
                <c:pt idx="12525">
                  <c:v>55.288400000000003</c:v>
                </c:pt>
                <c:pt idx="12526">
                  <c:v>54.755000000000003</c:v>
                </c:pt>
                <c:pt idx="12527">
                  <c:v>54.015900000000002</c:v>
                </c:pt>
                <c:pt idx="12528">
                  <c:v>53.659799999999997</c:v>
                </c:pt>
                <c:pt idx="12529">
                  <c:v>53.299100000000003</c:v>
                </c:pt>
                <c:pt idx="12530">
                  <c:v>52.847499999999997</c:v>
                </c:pt>
                <c:pt idx="12531">
                  <c:v>52.134300000000003</c:v>
                </c:pt>
                <c:pt idx="12532">
                  <c:v>51.776600000000002</c:v>
                </c:pt>
                <c:pt idx="12533">
                  <c:v>51.559800000000003</c:v>
                </c:pt>
                <c:pt idx="12534">
                  <c:v>51.338000000000001</c:v>
                </c:pt>
                <c:pt idx="12535">
                  <c:v>50.8902</c:v>
                </c:pt>
                <c:pt idx="12536">
                  <c:v>50.2986</c:v>
                </c:pt>
                <c:pt idx="12537">
                  <c:v>49.875100000000003</c:v>
                </c:pt>
                <c:pt idx="12538">
                  <c:v>50.123100000000001</c:v>
                </c:pt>
                <c:pt idx="12539">
                  <c:v>50.608499999999999</c:v>
                </c:pt>
                <c:pt idx="12540">
                  <c:v>50.534799999999997</c:v>
                </c:pt>
                <c:pt idx="12541">
                  <c:v>50.613199999999999</c:v>
                </c:pt>
                <c:pt idx="12542">
                  <c:v>50.690600000000003</c:v>
                </c:pt>
                <c:pt idx="12543">
                  <c:v>50.535600000000002</c:v>
                </c:pt>
                <c:pt idx="12544">
                  <c:v>50.335700000000003</c:v>
                </c:pt>
                <c:pt idx="12545">
                  <c:v>50.185200000000002</c:v>
                </c:pt>
                <c:pt idx="12546">
                  <c:v>50.401000000000003</c:v>
                </c:pt>
                <c:pt idx="12547">
                  <c:v>50.290399999999998</c:v>
                </c:pt>
                <c:pt idx="12548">
                  <c:v>50.028399999999998</c:v>
                </c:pt>
                <c:pt idx="12549">
                  <c:v>49.9604</c:v>
                </c:pt>
                <c:pt idx="12550">
                  <c:v>49.958399999999997</c:v>
                </c:pt>
                <c:pt idx="12551">
                  <c:v>50.175800000000002</c:v>
                </c:pt>
                <c:pt idx="12552">
                  <c:v>50.426900000000003</c:v>
                </c:pt>
                <c:pt idx="12553">
                  <c:v>50.441499999999998</c:v>
                </c:pt>
                <c:pt idx="12554">
                  <c:v>50.280900000000003</c:v>
                </c:pt>
                <c:pt idx="12555">
                  <c:v>49.893999999999998</c:v>
                </c:pt>
                <c:pt idx="12556">
                  <c:v>49.764200000000002</c:v>
                </c:pt>
                <c:pt idx="12557">
                  <c:v>49.838000000000001</c:v>
                </c:pt>
                <c:pt idx="12558">
                  <c:v>49.547199999999997</c:v>
                </c:pt>
                <c:pt idx="12559">
                  <c:v>49.532299999999999</c:v>
                </c:pt>
                <c:pt idx="12560">
                  <c:v>49.693899999999999</c:v>
                </c:pt>
                <c:pt idx="12561">
                  <c:v>49.8264</c:v>
                </c:pt>
                <c:pt idx="12562">
                  <c:v>50.052599999999998</c:v>
                </c:pt>
                <c:pt idx="12563">
                  <c:v>50.361199999999997</c:v>
                </c:pt>
                <c:pt idx="12564">
                  <c:v>50.305599999999998</c:v>
                </c:pt>
                <c:pt idx="12565">
                  <c:v>49.922699999999999</c:v>
                </c:pt>
                <c:pt idx="12566">
                  <c:v>49.9664</c:v>
                </c:pt>
                <c:pt idx="12567">
                  <c:v>50.074199999999998</c:v>
                </c:pt>
                <c:pt idx="12568">
                  <c:v>49.846600000000002</c:v>
                </c:pt>
                <c:pt idx="12569">
                  <c:v>49.840299999999999</c:v>
                </c:pt>
                <c:pt idx="12570">
                  <c:v>50.206600000000002</c:v>
                </c:pt>
                <c:pt idx="12571">
                  <c:v>50.488199999999999</c:v>
                </c:pt>
                <c:pt idx="12572">
                  <c:v>50.829000000000001</c:v>
                </c:pt>
                <c:pt idx="12573">
                  <c:v>51.066800000000001</c:v>
                </c:pt>
                <c:pt idx="12574">
                  <c:v>51.215400000000002</c:v>
                </c:pt>
                <c:pt idx="12575">
                  <c:v>51.247500000000002</c:v>
                </c:pt>
                <c:pt idx="12576">
                  <c:v>51.304600000000001</c:v>
                </c:pt>
                <c:pt idx="12577">
                  <c:v>51.565600000000003</c:v>
                </c:pt>
                <c:pt idx="12578">
                  <c:v>51.926299999999998</c:v>
                </c:pt>
                <c:pt idx="12579">
                  <c:v>52.0687</c:v>
                </c:pt>
                <c:pt idx="12580">
                  <c:v>52.349299999999999</c:v>
                </c:pt>
                <c:pt idx="12581">
                  <c:v>52.219700000000003</c:v>
                </c:pt>
                <c:pt idx="12582">
                  <c:v>51.839599999999997</c:v>
                </c:pt>
                <c:pt idx="12583">
                  <c:v>51.710900000000002</c:v>
                </c:pt>
                <c:pt idx="12584">
                  <c:v>51.968000000000004</c:v>
                </c:pt>
                <c:pt idx="12585">
                  <c:v>52.431699999999999</c:v>
                </c:pt>
                <c:pt idx="12586">
                  <c:v>52.466200000000001</c:v>
                </c:pt>
                <c:pt idx="12587">
                  <c:v>52.408200000000001</c:v>
                </c:pt>
                <c:pt idx="12588">
                  <c:v>52.954799999999999</c:v>
                </c:pt>
                <c:pt idx="12589">
                  <c:v>53.285200000000003</c:v>
                </c:pt>
                <c:pt idx="12590">
                  <c:v>53.130400000000002</c:v>
                </c:pt>
                <c:pt idx="12591">
                  <c:v>53.0443</c:v>
                </c:pt>
                <c:pt idx="12592">
                  <c:v>52.767699999999998</c:v>
                </c:pt>
                <c:pt idx="12593">
                  <c:v>52.648099999999999</c:v>
                </c:pt>
                <c:pt idx="12594">
                  <c:v>52.919499999999999</c:v>
                </c:pt>
                <c:pt idx="12595">
                  <c:v>52.7027</c:v>
                </c:pt>
                <c:pt idx="12596">
                  <c:v>52.368000000000002</c:v>
                </c:pt>
                <c:pt idx="12597">
                  <c:v>52.1907</c:v>
                </c:pt>
                <c:pt idx="12598">
                  <c:v>52.143300000000004</c:v>
                </c:pt>
                <c:pt idx="12599">
                  <c:v>52.278799999999997</c:v>
                </c:pt>
                <c:pt idx="12600">
                  <c:v>52.697200000000002</c:v>
                </c:pt>
                <c:pt idx="12601">
                  <c:v>53.0657</c:v>
                </c:pt>
                <c:pt idx="12602">
                  <c:v>53.4208</c:v>
                </c:pt>
                <c:pt idx="12603">
                  <c:v>53.943899999999999</c:v>
                </c:pt>
                <c:pt idx="12604">
                  <c:v>54.4465</c:v>
                </c:pt>
                <c:pt idx="12605">
                  <c:v>54.391199999999998</c:v>
                </c:pt>
                <c:pt idx="12606">
                  <c:v>54.3645</c:v>
                </c:pt>
                <c:pt idx="12607">
                  <c:v>54.810899999999997</c:v>
                </c:pt>
                <c:pt idx="12608">
                  <c:v>55.5319</c:v>
                </c:pt>
                <c:pt idx="12609">
                  <c:v>56.304499999999997</c:v>
                </c:pt>
                <c:pt idx="12610">
                  <c:v>56.918900000000001</c:v>
                </c:pt>
                <c:pt idx="12611">
                  <c:v>57.473700000000001</c:v>
                </c:pt>
                <c:pt idx="12612">
                  <c:v>57.624299999999998</c:v>
                </c:pt>
                <c:pt idx="12613">
                  <c:v>58.027299999999997</c:v>
                </c:pt>
                <c:pt idx="12614">
                  <c:v>58.580100000000002</c:v>
                </c:pt>
                <c:pt idx="12615">
                  <c:v>58.790399999999998</c:v>
                </c:pt>
                <c:pt idx="12616">
                  <c:v>59.164900000000003</c:v>
                </c:pt>
                <c:pt idx="12617">
                  <c:v>59.064500000000002</c:v>
                </c:pt>
                <c:pt idx="12618">
                  <c:v>58.792900000000003</c:v>
                </c:pt>
                <c:pt idx="12619">
                  <c:v>58.938000000000002</c:v>
                </c:pt>
                <c:pt idx="12620">
                  <c:v>59.409500000000001</c:v>
                </c:pt>
                <c:pt idx="12621">
                  <c:v>59.410800000000002</c:v>
                </c:pt>
                <c:pt idx="12622">
                  <c:v>58.962200000000003</c:v>
                </c:pt>
                <c:pt idx="12623">
                  <c:v>58.869900000000001</c:v>
                </c:pt>
                <c:pt idx="12624">
                  <c:v>59.195300000000003</c:v>
                </c:pt>
                <c:pt idx="12625">
                  <c:v>59.503100000000003</c:v>
                </c:pt>
                <c:pt idx="12626">
                  <c:v>60.077100000000002</c:v>
                </c:pt>
                <c:pt idx="12627">
                  <c:v>60.530799999999999</c:v>
                </c:pt>
                <c:pt idx="12628">
                  <c:v>60.405099999999997</c:v>
                </c:pt>
                <c:pt idx="12629">
                  <c:v>60.437800000000003</c:v>
                </c:pt>
                <c:pt idx="12630">
                  <c:v>60.670900000000003</c:v>
                </c:pt>
                <c:pt idx="12631">
                  <c:v>61.047899999999998</c:v>
                </c:pt>
                <c:pt idx="12632">
                  <c:v>61.185600000000001</c:v>
                </c:pt>
                <c:pt idx="12633">
                  <c:v>60.965400000000002</c:v>
                </c:pt>
                <c:pt idx="12634">
                  <c:v>60.774999999999999</c:v>
                </c:pt>
                <c:pt idx="12635">
                  <c:v>60.760599999999997</c:v>
                </c:pt>
                <c:pt idx="12636">
                  <c:v>60.824399999999997</c:v>
                </c:pt>
                <c:pt idx="12637">
                  <c:v>61.036799999999999</c:v>
                </c:pt>
                <c:pt idx="12638">
                  <c:v>61.265500000000003</c:v>
                </c:pt>
                <c:pt idx="12639">
                  <c:v>61.6768</c:v>
                </c:pt>
                <c:pt idx="12640">
                  <c:v>62.383400000000002</c:v>
                </c:pt>
                <c:pt idx="12641">
                  <c:v>62.976999999999997</c:v>
                </c:pt>
                <c:pt idx="12642">
                  <c:v>63.244399999999999</c:v>
                </c:pt>
                <c:pt idx="12643">
                  <c:v>63.6539</c:v>
                </c:pt>
                <c:pt idx="12644">
                  <c:v>64.136700000000005</c:v>
                </c:pt>
                <c:pt idx="12645">
                  <c:v>64.320400000000006</c:v>
                </c:pt>
                <c:pt idx="12646">
                  <c:v>64.773499999999999</c:v>
                </c:pt>
                <c:pt idx="12647">
                  <c:v>65.297200000000004</c:v>
                </c:pt>
                <c:pt idx="12648">
                  <c:v>65.738399999999999</c:v>
                </c:pt>
                <c:pt idx="12649">
                  <c:v>66.054199999999994</c:v>
                </c:pt>
                <c:pt idx="12650">
                  <c:v>66.601299999999995</c:v>
                </c:pt>
                <c:pt idx="12651">
                  <c:v>67.299599999999998</c:v>
                </c:pt>
                <c:pt idx="12652">
                  <c:v>67.914400000000001</c:v>
                </c:pt>
                <c:pt idx="12653">
                  <c:v>68.443600000000004</c:v>
                </c:pt>
                <c:pt idx="12654">
                  <c:v>69.029899999999998</c:v>
                </c:pt>
                <c:pt idx="12655">
                  <c:v>69.715900000000005</c:v>
                </c:pt>
                <c:pt idx="12656">
                  <c:v>70.072000000000003</c:v>
                </c:pt>
                <c:pt idx="12657">
                  <c:v>70.379000000000005</c:v>
                </c:pt>
                <c:pt idx="12658">
                  <c:v>70.660700000000006</c:v>
                </c:pt>
                <c:pt idx="12659">
                  <c:v>71.375399999999999</c:v>
                </c:pt>
                <c:pt idx="12660">
                  <c:v>72.183899999999994</c:v>
                </c:pt>
                <c:pt idx="12661">
                  <c:v>72.875699999999995</c:v>
                </c:pt>
                <c:pt idx="12662">
                  <c:v>73.310699999999997</c:v>
                </c:pt>
                <c:pt idx="12663">
                  <c:v>73.730900000000005</c:v>
                </c:pt>
                <c:pt idx="12664">
                  <c:v>74.423699999999997</c:v>
                </c:pt>
                <c:pt idx="12665">
                  <c:v>75.418099999999995</c:v>
                </c:pt>
                <c:pt idx="12666">
                  <c:v>76.793099999999995</c:v>
                </c:pt>
                <c:pt idx="12667">
                  <c:v>77.995800000000003</c:v>
                </c:pt>
                <c:pt idx="12668">
                  <c:v>79.066299999999998</c:v>
                </c:pt>
                <c:pt idx="12669">
                  <c:v>80.061800000000005</c:v>
                </c:pt>
                <c:pt idx="12670">
                  <c:v>81.095299999999995</c:v>
                </c:pt>
                <c:pt idx="12671">
                  <c:v>82.643900000000002</c:v>
                </c:pt>
                <c:pt idx="12672">
                  <c:v>84.227000000000004</c:v>
                </c:pt>
                <c:pt idx="12673">
                  <c:v>85.729799999999997</c:v>
                </c:pt>
                <c:pt idx="12674">
                  <c:v>87.320999999999998</c:v>
                </c:pt>
                <c:pt idx="12675">
                  <c:v>89.825500000000005</c:v>
                </c:pt>
                <c:pt idx="12676">
                  <c:v>92.852199999999996</c:v>
                </c:pt>
                <c:pt idx="12677">
                  <c:v>95.482600000000005</c:v>
                </c:pt>
                <c:pt idx="12678">
                  <c:v>97.978800000000007</c:v>
                </c:pt>
                <c:pt idx="12679">
                  <c:v>100.498</c:v>
                </c:pt>
                <c:pt idx="12680">
                  <c:v>102.68300000000001</c:v>
                </c:pt>
                <c:pt idx="12681">
                  <c:v>104.31</c:v>
                </c:pt>
                <c:pt idx="12682">
                  <c:v>105.16500000000001</c:v>
                </c:pt>
                <c:pt idx="12683">
                  <c:v>106.08799999999999</c:v>
                </c:pt>
                <c:pt idx="12684">
                  <c:v>107.357</c:v>
                </c:pt>
                <c:pt idx="12685">
                  <c:v>108.42400000000001</c:v>
                </c:pt>
                <c:pt idx="12686">
                  <c:v>109.137</c:v>
                </c:pt>
                <c:pt idx="12687">
                  <c:v>109.892</c:v>
                </c:pt>
                <c:pt idx="12688">
                  <c:v>110.363</c:v>
                </c:pt>
                <c:pt idx="12689">
                  <c:v>110.904</c:v>
                </c:pt>
                <c:pt idx="12690">
                  <c:v>112.08</c:v>
                </c:pt>
                <c:pt idx="12691">
                  <c:v>113.348</c:v>
                </c:pt>
                <c:pt idx="12692">
                  <c:v>115.18</c:v>
                </c:pt>
                <c:pt idx="12693">
                  <c:v>117.71599999999999</c:v>
                </c:pt>
                <c:pt idx="12694">
                  <c:v>120.464</c:v>
                </c:pt>
                <c:pt idx="12695">
                  <c:v>122.938</c:v>
                </c:pt>
                <c:pt idx="12696">
                  <c:v>125.223</c:v>
                </c:pt>
                <c:pt idx="12697">
                  <c:v>127.358</c:v>
                </c:pt>
                <c:pt idx="12698">
                  <c:v>129.43899999999999</c:v>
                </c:pt>
                <c:pt idx="12699">
                  <c:v>132.327</c:v>
                </c:pt>
                <c:pt idx="12700">
                  <c:v>136.036</c:v>
                </c:pt>
                <c:pt idx="12701">
                  <c:v>139.89099999999999</c:v>
                </c:pt>
                <c:pt idx="12702">
                  <c:v>143.57599999999999</c:v>
                </c:pt>
                <c:pt idx="12703">
                  <c:v>147.184</c:v>
                </c:pt>
                <c:pt idx="12704">
                  <c:v>150.71899999999999</c:v>
                </c:pt>
                <c:pt idx="12705">
                  <c:v>153.184</c:v>
                </c:pt>
                <c:pt idx="12706">
                  <c:v>153.96600000000001</c:v>
                </c:pt>
                <c:pt idx="12707">
                  <c:v>152.58799999999999</c:v>
                </c:pt>
                <c:pt idx="12708">
                  <c:v>150.28299999999999</c:v>
                </c:pt>
                <c:pt idx="12709">
                  <c:v>148.96899999999999</c:v>
                </c:pt>
                <c:pt idx="12710">
                  <c:v>149.084</c:v>
                </c:pt>
                <c:pt idx="12711">
                  <c:v>150.42699999999999</c:v>
                </c:pt>
                <c:pt idx="12712">
                  <c:v>152.61699999999999</c:v>
                </c:pt>
                <c:pt idx="12713">
                  <c:v>156.09</c:v>
                </c:pt>
                <c:pt idx="12714">
                  <c:v>160.62</c:v>
                </c:pt>
                <c:pt idx="12715">
                  <c:v>165.42599999999999</c:v>
                </c:pt>
                <c:pt idx="12716">
                  <c:v>170.82400000000001</c:v>
                </c:pt>
                <c:pt idx="12717">
                  <c:v>177.065</c:v>
                </c:pt>
                <c:pt idx="12718">
                  <c:v>183.87100000000001</c:v>
                </c:pt>
                <c:pt idx="12719">
                  <c:v>191.74100000000001</c:v>
                </c:pt>
                <c:pt idx="12720">
                  <c:v>200.53</c:v>
                </c:pt>
                <c:pt idx="12721">
                  <c:v>210.51</c:v>
                </c:pt>
                <c:pt idx="12722">
                  <c:v>222.125</c:v>
                </c:pt>
                <c:pt idx="12723">
                  <c:v>235.21700000000001</c:v>
                </c:pt>
                <c:pt idx="12724">
                  <c:v>249.14099999999999</c:v>
                </c:pt>
                <c:pt idx="12725">
                  <c:v>264.08999999999997</c:v>
                </c:pt>
                <c:pt idx="12726">
                  <c:v>280.709</c:v>
                </c:pt>
                <c:pt idx="12727">
                  <c:v>298.73899999999998</c:v>
                </c:pt>
                <c:pt idx="12728">
                  <c:v>316.89999999999998</c:v>
                </c:pt>
                <c:pt idx="12729">
                  <c:v>332.96300000000002</c:v>
                </c:pt>
                <c:pt idx="12730">
                  <c:v>346.37099999999998</c:v>
                </c:pt>
                <c:pt idx="12731">
                  <c:v>359.55900000000003</c:v>
                </c:pt>
                <c:pt idx="12732">
                  <c:v>374.58600000000001</c:v>
                </c:pt>
                <c:pt idx="12733">
                  <c:v>391.73200000000003</c:v>
                </c:pt>
                <c:pt idx="12734">
                  <c:v>408.53699999999998</c:v>
                </c:pt>
                <c:pt idx="12735">
                  <c:v>423.142</c:v>
                </c:pt>
                <c:pt idx="12736">
                  <c:v>436.76799999999997</c:v>
                </c:pt>
                <c:pt idx="12737">
                  <c:v>453.32400000000001</c:v>
                </c:pt>
                <c:pt idx="12738">
                  <c:v>478.14100000000002</c:v>
                </c:pt>
                <c:pt idx="12739">
                  <c:v>514.24199999999996</c:v>
                </c:pt>
                <c:pt idx="12740">
                  <c:v>561.99</c:v>
                </c:pt>
                <c:pt idx="12741">
                  <c:v>620.15599999999995</c:v>
                </c:pt>
                <c:pt idx="12742">
                  <c:v>687.77300000000002</c:v>
                </c:pt>
                <c:pt idx="12743">
                  <c:v>766.31100000000004</c:v>
                </c:pt>
                <c:pt idx="12744">
                  <c:v>854.51400000000001</c:v>
                </c:pt>
                <c:pt idx="12745">
                  <c:v>946.07399999999996</c:v>
                </c:pt>
                <c:pt idx="12746">
                  <c:v>1030.52</c:v>
                </c:pt>
                <c:pt idx="12747">
                  <c:v>1106.07</c:v>
                </c:pt>
                <c:pt idx="12748">
                  <c:v>1174.3800000000001</c:v>
                </c:pt>
                <c:pt idx="12749">
                  <c:v>1224.6300000000001</c:v>
                </c:pt>
                <c:pt idx="12750">
                  <c:v>1237.21</c:v>
                </c:pt>
                <c:pt idx="12751">
                  <c:v>1194.8599999999999</c:v>
                </c:pt>
                <c:pt idx="12752">
                  <c:v>1110.26</c:v>
                </c:pt>
                <c:pt idx="12753">
                  <c:v>1021.22</c:v>
                </c:pt>
                <c:pt idx="12754">
                  <c:v>951.38900000000001</c:v>
                </c:pt>
                <c:pt idx="12755">
                  <c:v>900.43200000000002</c:v>
                </c:pt>
                <c:pt idx="12756">
                  <c:v>855.49900000000002</c:v>
                </c:pt>
                <c:pt idx="12757">
                  <c:v>806.69500000000005</c:v>
                </c:pt>
                <c:pt idx="12758">
                  <c:v>757.87099999999998</c:v>
                </c:pt>
                <c:pt idx="12759">
                  <c:v>719.76900000000001</c:v>
                </c:pt>
                <c:pt idx="12760">
                  <c:v>698.76099999999997</c:v>
                </c:pt>
                <c:pt idx="12761">
                  <c:v>694.64599999999996</c:v>
                </c:pt>
                <c:pt idx="12762">
                  <c:v>704.94100000000003</c:v>
                </c:pt>
                <c:pt idx="12763">
                  <c:v>724.86800000000005</c:v>
                </c:pt>
                <c:pt idx="12764">
                  <c:v>750.94399999999996</c:v>
                </c:pt>
                <c:pt idx="12765">
                  <c:v>782.05799999999999</c:v>
                </c:pt>
                <c:pt idx="12766">
                  <c:v>816.47699999999998</c:v>
                </c:pt>
                <c:pt idx="12767">
                  <c:v>849.58199999999999</c:v>
                </c:pt>
                <c:pt idx="12768">
                  <c:v>875.01099999999997</c:v>
                </c:pt>
                <c:pt idx="12769">
                  <c:v>890.57899999999995</c:v>
                </c:pt>
                <c:pt idx="12770">
                  <c:v>900.86800000000005</c:v>
                </c:pt>
                <c:pt idx="12771">
                  <c:v>912.77800000000002</c:v>
                </c:pt>
                <c:pt idx="12772">
                  <c:v>928.072</c:v>
                </c:pt>
                <c:pt idx="12773">
                  <c:v>945.10799999999995</c:v>
                </c:pt>
                <c:pt idx="12774">
                  <c:v>958.19</c:v>
                </c:pt>
                <c:pt idx="12775">
                  <c:v>959.32600000000002</c:v>
                </c:pt>
                <c:pt idx="12776">
                  <c:v>944.19200000000001</c:v>
                </c:pt>
                <c:pt idx="12777">
                  <c:v>916.90099999999995</c:v>
                </c:pt>
                <c:pt idx="12778">
                  <c:v>891.74</c:v>
                </c:pt>
                <c:pt idx="12779">
                  <c:v>880.10299999999995</c:v>
                </c:pt>
                <c:pt idx="12780">
                  <c:v>882.14400000000001</c:v>
                </c:pt>
                <c:pt idx="12781">
                  <c:v>889.51</c:v>
                </c:pt>
                <c:pt idx="12782">
                  <c:v>892.93399999999997</c:v>
                </c:pt>
                <c:pt idx="12783">
                  <c:v>890.31</c:v>
                </c:pt>
                <c:pt idx="12784">
                  <c:v>887.77200000000005</c:v>
                </c:pt>
                <c:pt idx="12785">
                  <c:v>891.46</c:v>
                </c:pt>
                <c:pt idx="12786">
                  <c:v>898.93700000000001</c:v>
                </c:pt>
                <c:pt idx="12787">
                  <c:v>897.20100000000002</c:v>
                </c:pt>
                <c:pt idx="12788">
                  <c:v>870.39499999999998</c:v>
                </c:pt>
                <c:pt idx="12789">
                  <c:v>820.99099999999999</c:v>
                </c:pt>
                <c:pt idx="12790">
                  <c:v>768.03200000000004</c:v>
                </c:pt>
                <c:pt idx="12791">
                  <c:v>723.86400000000003</c:v>
                </c:pt>
                <c:pt idx="12792">
                  <c:v>686.86500000000001</c:v>
                </c:pt>
                <c:pt idx="12793">
                  <c:v>651.16800000000001</c:v>
                </c:pt>
                <c:pt idx="12794">
                  <c:v>617.98099999999999</c:v>
                </c:pt>
                <c:pt idx="12795">
                  <c:v>592.73299999999995</c:v>
                </c:pt>
                <c:pt idx="12796">
                  <c:v>577.24300000000005</c:v>
                </c:pt>
                <c:pt idx="12797">
                  <c:v>570.125</c:v>
                </c:pt>
                <c:pt idx="12798">
                  <c:v>569.07500000000005</c:v>
                </c:pt>
                <c:pt idx="12799">
                  <c:v>571.59100000000001</c:v>
                </c:pt>
                <c:pt idx="12800">
                  <c:v>575.14300000000003</c:v>
                </c:pt>
                <c:pt idx="12801">
                  <c:v>582.13800000000003</c:v>
                </c:pt>
                <c:pt idx="12802">
                  <c:v>599.04999999999995</c:v>
                </c:pt>
                <c:pt idx="12803">
                  <c:v>630.57799999999997</c:v>
                </c:pt>
                <c:pt idx="12804">
                  <c:v>677.83299999999997</c:v>
                </c:pt>
                <c:pt idx="12805">
                  <c:v>739.72299999999996</c:v>
                </c:pt>
                <c:pt idx="12806">
                  <c:v>811.71500000000003</c:v>
                </c:pt>
                <c:pt idx="12807">
                  <c:v>885.64200000000005</c:v>
                </c:pt>
                <c:pt idx="12808">
                  <c:v>953.80100000000004</c:v>
                </c:pt>
                <c:pt idx="12809">
                  <c:v>1015.34</c:v>
                </c:pt>
                <c:pt idx="12810">
                  <c:v>1067.51</c:v>
                </c:pt>
                <c:pt idx="12811">
                  <c:v>1095.05</c:v>
                </c:pt>
                <c:pt idx="12812">
                  <c:v>1082.25</c:v>
                </c:pt>
                <c:pt idx="12813">
                  <c:v>1028.79</c:v>
                </c:pt>
                <c:pt idx="12814">
                  <c:v>954.15</c:v>
                </c:pt>
                <c:pt idx="12815">
                  <c:v>878.36099999999999</c:v>
                </c:pt>
                <c:pt idx="12816">
                  <c:v>804.97</c:v>
                </c:pt>
                <c:pt idx="12817">
                  <c:v>733.96400000000006</c:v>
                </c:pt>
                <c:pt idx="12818">
                  <c:v>676.69500000000005</c:v>
                </c:pt>
                <c:pt idx="12819">
                  <c:v>643.53899999999999</c:v>
                </c:pt>
                <c:pt idx="12820">
                  <c:v>635.37199999999996</c:v>
                </c:pt>
                <c:pt idx="12821">
                  <c:v>648.69600000000003</c:v>
                </c:pt>
                <c:pt idx="12822">
                  <c:v>679.41399999999999</c:v>
                </c:pt>
                <c:pt idx="12823">
                  <c:v>719.73099999999999</c:v>
                </c:pt>
                <c:pt idx="12824">
                  <c:v>757.50699999999995</c:v>
                </c:pt>
                <c:pt idx="12825">
                  <c:v>789.495</c:v>
                </c:pt>
                <c:pt idx="12826">
                  <c:v>818.15499999999997</c:v>
                </c:pt>
                <c:pt idx="12827">
                  <c:v>837.59400000000005</c:v>
                </c:pt>
                <c:pt idx="12828">
                  <c:v>832.91700000000003</c:v>
                </c:pt>
                <c:pt idx="12829">
                  <c:v>786.78300000000002</c:v>
                </c:pt>
                <c:pt idx="12830">
                  <c:v>705.029</c:v>
                </c:pt>
                <c:pt idx="12831">
                  <c:v>615.45299999999997</c:v>
                </c:pt>
                <c:pt idx="12832">
                  <c:v>535.71400000000006</c:v>
                </c:pt>
                <c:pt idx="12833">
                  <c:v>468.55</c:v>
                </c:pt>
                <c:pt idx="12834">
                  <c:v>412.572</c:v>
                </c:pt>
                <c:pt idx="12835">
                  <c:v>365.40600000000001</c:v>
                </c:pt>
                <c:pt idx="12836">
                  <c:v>326.11500000000001</c:v>
                </c:pt>
                <c:pt idx="12837">
                  <c:v>294.80599999999998</c:v>
                </c:pt>
                <c:pt idx="12838">
                  <c:v>270.18900000000002</c:v>
                </c:pt>
                <c:pt idx="12839">
                  <c:v>250.423</c:v>
                </c:pt>
                <c:pt idx="12840">
                  <c:v>233.64099999999999</c:v>
                </c:pt>
                <c:pt idx="12841">
                  <c:v>218.30600000000001</c:v>
                </c:pt>
                <c:pt idx="12842">
                  <c:v>204.452</c:v>
                </c:pt>
                <c:pt idx="12843">
                  <c:v>192.50200000000001</c:v>
                </c:pt>
                <c:pt idx="12844">
                  <c:v>181.77</c:v>
                </c:pt>
                <c:pt idx="12845">
                  <c:v>172.376</c:v>
                </c:pt>
                <c:pt idx="12846">
                  <c:v>164.578</c:v>
                </c:pt>
                <c:pt idx="12847">
                  <c:v>158.80799999999999</c:v>
                </c:pt>
                <c:pt idx="12848">
                  <c:v>154.86000000000001</c:v>
                </c:pt>
                <c:pt idx="12849">
                  <c:v>152.63399999999999</c:v>
                </c:pt>
                <c:pt idx="12850">
                  <c:v>152.09200000000001</c:v>
                </c:pt>
                <c:pt idx="12851">
                  <c:v>152.58000000000001</c:v>
                </c:pt>
                <c:pt idx="12852">
                  <c:v>153.226</c:v>
                </c:pt>
                <c:pt idx="12853">
                  <c:v>153.15100000000001</c:v>
                </c:pt>
                <c:pt idx="12854">
                  <c:v>152.31100000000001</c:v>
                </c:pt>
                <c:pt idx="12855">
                  <c:v>151.07</c:v>
                </c:pt>
                <c:pt idx="12856">
                  <c:v>148.964</c:v>
                </c:pt>
                <c:pt idx="12857">
                  <c:v>144.81800000000001</c:v>
                </c:pt>
                <c:pt idx="12858">
                  <c:v>137.76499999999999</c:v>
                </c:pt>
                <c:pt idx="12859">
                  <c:v>129.12</c:v>
                </c:pt>
                <c:pt idx="12860">
                  <c:v>121.367</c:v>
                </c:pt>
                <c:pt idx="12861">
                  <c:v>115.595</c:v>
                </c:pt>
                <c:pt idx="12862">
                  <c:v>111.581</c:v>
                </c:pt>
                <c:pt idx="12863">
                  <c:v>109.051</c:v>
                </c:pt>
                <c:pt idx="12864">
                  <c:v>107.271</c:v>
                </c:pt>
                <c:pt idx="12865">
                  <c:v>106.169</c:v>
                </c:pt>
                <c:pt idx="12866">
                  <c:v>105.73699999999999</c:v>
                </c:pt>
                <c:pt idx="12867">
                  <c:v>105.129</c:v>
                </c:pt>
                <c:pt idx="12868">
                  <c:v>104.197</c:v>
                </c:pt>
                <c:pt idx="12869">
                  <c:v>103.038</c:v>
                </c:pt>
                <c:pt idx="12870">
                  <c:v>101.71599999999999</c:v>
                </c:pt>
                <c:pt idx="12871">
                  <c:v>100.211</c:v>
                </c:pt>
                <c:pt idx="12872">
                  <c:v>98.031599999999997</c:v>
                </c:pt>
                <c:pt idx="12873">
                  <c:v>95.442700000000002</c:v>
                </c:pt>
                <c:pt idx="12874">
                  <c:v>93.524000000000001</c:v>
                </c:pt>
                <c:pt idx="12875">
                  <c:v>92.715800000000002</c:v>
                </c:pt>
                <c:pt idx="12876">
                  <c:v>92.494399999999999</c:v>
                </c:pt>
                <c:pt idx="12877">
                  <c:v>92.764700000000005</c:v>
                </c:pt>
                <c:pt idx="12878">
                  <c:v>93.094999999999999</c:v>
                </c:pt>
                <c:pt idx="12879">
                  <c:v>93.297799999999995</c:v>
                </c:pt>
                <c:pt idx="12880">
                  <c:v>93.426199999999994</c:v>
                </c:pt>
                <c:pt idx="12881">
                  <c:v>93.055999999999997</c:v>
                </c:pt>
                <c:pt idx="12882">
                  <c:v>92.053799999999995</c:v>
                </c:pt>
                <c:pt idx="12883">
                  <c:v>90.885000000000005</c:v>
                </c:pt>
                <c:pt idx="12884">
                  <c:v>90.072100000000006</c:v>
                </c:pt>
                <c:pt idx="12885">
                  <c:v>89.264600000000002</c:v>
                </c:pt>
                <c:pt idx="12886">
                  <c:v>87.694000000000003</c:v>
                </c:pt>
                <c:pt idx="12887">
                  <c:v>85.312600000000003</c:v>
                </c:pt>
                <c:pt idx="12888">
                  <c:v>82.515199999999993</c:v>
                </c:pt>
                <c:pt idx="12889">
                  <c:v>79.575000000000003</c:v>
                </c:pt>
                <c:pt idx="12890">
                  <c:v>76.787099999999995</c:v>
                </c:pt>
                <c:pt idx="12891">
                  <c:v>74.535600000000002</c:v>
                </c:pt>
                <c:pt idx="12892">
                  <c:v>72.625100000000003</c:v>
                </c:pt>
                <c:pt idx="12893">
                  <c:v>70.770700000000005</c:v>
                </c:pt>
                <c:pt idx="12894">
                  <c:v>68.949299999999994</c:v>
                </c:pt>
                <c:pt idx="12895">
                  <c:v>67.0227</c:v>
                </c:pt>
                <c:pt idx="12896">
                  <c:v>65.342799999999997</c:v>
                </c:pt>
                <c:pt idx="12897">
                  <c:v>64.286199999999994</c:v>
                </c:pt>
                <c:pt idx="12898">
                  <c:v>63.711500000000001</c:v>
                </c:pt>
                <c:pt idx="12899">
                  <c:v>63.150300000000001</c:v>
                </c:pt>
                <c:pt idx="12900">
                  <c:v>62.347900000000003</c:v>
                </c:pt>
                <c:pt idx="12901">
                  <c:v>61.5792</c:v>
                </c:pt>
                <c:pt idx="12902">
                  <c:v>61.025700000000001</c:v>
                </c:pt>
                <c:pt idx="12903">
                  <c:v>60.669499999999999</c:v>
                </c:pt>
                <c:pt idx="12904">
                  <c:v>59.908299999999997</c:v>
                </c:pt>
                <c:pt idx="12905">
                  <c:v>58.713000000000001</c:v>
                </c:pt>
                <c:pt idx="12906">
                  <c:v>57.773499999999999</c:v>
                </c:pt>
                <c:pt idx="12907">
                  <c:v>57.254600000000003</c:v>
                </c:pt>
                <c:pt idx="12908">
                  <c:v>56.885800000000003</c:v>
                </c:pt>
                <c:pt idx="12909">
                  <c:v>56.2164</c:v>
                </c:pt>
                <c:pt idx="12910">
                  <c:v>55.719099999999997</c:v>
                </c:pt>
                <c:pt idx="12911">
                  <c:v>55.676200000000001</c:v>
                </c:pt>
                <c:pt idx="12912">
                  <c:v>55.678699999999999</c:v>
                </c:pt>
                <c:pt idx="12913">
                  <c:v>55.582799999999999</c:v>
                </c:pt>
                <c:pt idx="12914">
                  <c:v>55.726399999999998</c:v>
                </c:pt>
                <c:pt idx="12915">
                  <c:v>55.703800000000001</c:v>
                </c:pt>
                <c:pt idx="12916">
                  <c:v>55.365499999999997</c:v>
                </c:pt>
                <c:pt idx="12917">
                  <c:v>54.703099999999999</c:v>
                </c:pt>
                <c:pt idx="12918">
                  <c:v>54.091000000000001</c:v>
                </c:pt>
                <c:pt idx="12919">
                  <c:v>53.970500000000001</c:v>
                </c:pt>
                <c:pt idx="12920">
                  <c:v>53.7712</c:v>
                </c:pt>
                <c:pt idx="12921">
                  <c:v>53.115200000000002</c:v>
                </c:pt>
                <c:pt idx="12922">
                  <c:v>52.558399999999999</c:v>
                </c:pt>
                <c:pt idx="12923">
                  <c:v>51.927399999999999</c:v>
                </c:pt>
                <c:pt idx="12924">
                  <c:v>51.235799999999998</c:v>
                </c:pt>
                <c:pt idx="12925">
                  <c:v>50.551200000000001</c:v>
                </c:pt>
                <c:pt idx="12926">
                  <c:v>49.441899999999997</c:v>
                </c:pt>
                <c:pt idx="12927">
                  <c:v>48.7</c:v>
                </c:pt>
                <c:pt idx="12928">
                  <c:v>48.553100000000001</c:v>
                </c:pt>
                <c:pt idx="12929">
                  <c:v>48.6417</c:v>
                </c:pt>
                <c:pt idx="12930">
                  <c:v>48.572099999999999</c:v>
                </c:pt>
                <c:pt idx="12931">
                  <c:v>48.180999999999997</c:v>
                </c:pt>
                <c:pt idx="12932">
                  <c:v>48.108699999999999</c:v>
                </c:pt>
                <c:pt idx="12933">
                  <c:v>48.012700000000002</c:v>
                </c:pt>
                <c:pt idx="12934">
                  <c:v>47.557000000000002</c:v>
                </c:pt>
                <c:pt idx="12935">
                  <c:v>46.821399999999997</c:v>
                </c:pt>
                <c:pt idx="12936">
                  <c:v>46.070599999999999</c:v>
                </c:pt>
                <c:pt idx="12937">
                  <c:v>45.677999999999997</c:v>
                </c:pt>
                <c:pt idx="12938">
                  <c:v>45.518000000000001</c:v>
                </c:pt>
                <c:pt idx="12939">
                  <c:v>45.530099999999997</c:v>
                </c:pt>
                <c:pt idx="12940">
                  <c:v>45.553699999999999</c:v>
                </c:pt>
                <c:pt idx="12941">
                  <c:v>45.427999999999997</c:v>
                </c:pt>
                <c:pt idx="12942">
                  <c:v>45.207000000000001</c:v>
                </c:pt>
                <c:pt idx="12943">
                  <c:v>45.091900000000003</c:v>
                </c:pt>
                <c:pt idx="12944">
                  <c:v>45.136299999999999</c:v>
                </c:pt>
                <c:pt idx="12945">
                  <c:v>45.073500000000003</c:v>
                </c:pt>
                <c:pt idx="12946">
                  <c:v>45.338200000000001</c:v>
                </c:pt>
                <c:pt idx="12947">
                  <c:v>45.604900000000001</c:v>
                </c:pt>
                <c:pt idx="12948">
                  <c:v>45.805700000000002</c:v>
                </c:pt>
                <c:pt idx="12949">
                  <c:v>46.013199999999998</c:v>
                </c:pt>
                <c:pt idx="12950">
                  <c:v>45.9846</c:v>
                </c:pt>
                <c:pt idx="12951">
                  <c:v>46.031799999999997</c:v>
                </c:pt>
                <c:pt idx="12952">
                  <c:v>46.012</c:v>
                </c:pt>
                <c:pt idx="12953">
                  <c:v>45.7729</c:v>
                </c:pt>
                <c:pt idx="12954">
                  <c:v>45.659799999999997</c:v>
                </c:pt>
                <c:pt idx="12955">
                  <c:v>46.078099999999999</c:v>
                </c:pt>
                <c:pt idx="12956">
                  <c:v>46.593200000000003</c:v>
                </c:pt>
                <c:pt idx="12957">
                  <c:v>47.178100000000001</c:v>
                </c:pt>
                <c:pt idx="12958">
                  <c:v>47.831499999999998</c:v>
                </c:pt>
                <c:pt idx="12959">
                  <c:v>48.439799999999998</c:v>
                </c:pt>
                <c:pt idx="12960">
                  <c:v>49.4039</c:v>
                </c:pt>
                <c:pt idx="12961">
                  <c:v>50.596699999999998</c:v>
                </c:pt>
                <c:pt idx="12962">
                  <c:v>51.676099999999998</c:v>
                </c:pt>
                <c:pt idx="12963">
                  <c:v>52.449800000000003</c:v>
                </c:pt>
                <c:pt idx="12964">
                  <c:v>52.949800000000003</c:v>
                </c:pt>
                <c:pt idx="12965">
                  <c:v>52.950099999999999</c:v>
                </c:pt>
                <c:pt idx="12966">
                  <c:v>52.425699999999999</c:v>
                </c:pt>
                <c:pt idx="12967">
                  <c:v>51.1295</c:v>
                </c:pt>
                <c:pt idx="12968">
                  <c:v>49.557899999999997</c:v>
                </c:pt>
                <c:pt idx="12969">
                  <c:v>48.331200000000003</c:v>
                </c:pt>
                <c:pt idx="12970">
                  <c:v>46.747900000000001</c:v>
                </c:pt>
                <c:pt idx="12971">
                  <c:v>45.056699999999999</c:v>
                </c:pt>
                <c:pt idx="12972">
                  <c:v>44.108400000000003</c:v>
                </c:pt>
                <c:pt idx="12973">
                  <c:v>43.4925</c:v>
                </c:pt>
                <c:pt idx="12974">
                  <c:v>43.013300000000001</c:v>
                </c:pt>
                <c:pt idx="12975">
                  <c:v>42.802</c:v>
                </c:pt>
                <c:pt idx="12976">
                  <c:v>42.683</c:v>
                </c:pt>
                <c:pt idx="12977">
                  <c:v>42.859299999999998</c:v>
                </c:pt>
                <c:pt idx="12978">
                  <c:v>43.081099999999999</c:v>
                </c:pt>
                <c:pt idx="12979">
                  <c:v>42.976999999999997</c:v>
                </c:pt>
                <c:pt idx="12980">
                  <c:v>42.826099999999997</c:v>
                </c:pt>
                <c:pt idx="12981">
                  <c:v>42.486699999999999</c:v>
                </c:pt>
                <c:pt idx="12982">
                  <c:v>42.360900000000001</c:v>
                </c:pt>
                <c:pt idx="12983">
                  <c:v>42.340600000000002</c:v>
                </c:pt>
                <c:pt idx="12984">
                  <c:v>42.217199999999998</c:v>
                </c:pt>
                <c:pt idx="12985">
                  <c:v>42.0381</c:v>
                </c:pt>
                <c:pt idx="12986">
                  <c:v>41.680500000000002</c:v>
                </c:pt>
                <c:pt idx="12987">
                  <c:v>41.087600000000002</c:v>
                </c:pt>
                <c:pt idx="12988">
                  <c:v>40.259</c:v>
                </c:pt>
                <c:pt idx="12989">
                  <c:v>39.103299999999997</c:v>
                </c:pt>
                <c:pt idx="12990">
                  <c:v>37.948399999999999</c:v>
                </c:pt>
                <c:pt idx="12991">
                  <c:v>37.125500000000002</c:v>
                </c:pt>
                <c:pt idx="12992">
                  <c:v>36.493200000000002</c:v>
                </c:pt>
                <c:pt idx="12993">
                  <c:v>35.831699999999998</c:v>
                </c:pt>
                <c:pt idx="12994">
                  <c:v>35.3431</c:v>
                </c:pt>
                <c:pt idx="12995">
                  <c:v>34.798200000000001</c:v>
                </c:pt>
                <c:pt idx="12996">
                  <c:v>34.468000000000004</c:v>
                </c:pt>
                <c:pt idx="12997">
                  <c:v>34.101100000000002</c:v>
                </c:pt>
                <c:pt idx="12998">
                  <c:v>33.590899999999998</c:v>
                </c:pt>
                <c:pt idx="12999">
                  <c:v>33.364800000000002</c:v>
                </c:pt>
                <c:pt idx="13000">
                  <c:v>33.146799999999999</c:v>
                </c:pt>
                <c:pt idx="13001">
                  <c:v>33.082599999999999</c:v>
                </c:pt>
                <c:pt idx="13002">
                  <c:v>33.492800000000003</c:v>
                </c:pt>
                <c:pt idx="13003">
                  <c:v>33.259</c:v>
                </c:pt>
                <c:pt idx="13004">
                  <c:v>32.846699999999998</c:v>
                </c:pt>
                <c:pt idx="13005">
                  <c:v>32.767099999999999</c:v>
                </c:pt>
                <c:pt idx="13006">
                  <c:v>32.942999999999998</c:v>
                </c:pt>
                <c:pt idx="13007">
                  <c:v>32.942900000000002</c:v>
                </c:pt>
                <c:pt idx="13008">
                  <c:v>32.553600000000003</c:v>
                </c:pt>
                <c:pt idx="13009">
                  <c:v>32.4985</c:v>
                </c:pt>
                <c:pt idx="13010">
                  <c:v>32.972200000000001</c:v>
                </c:pt>
                <c:pt idx="13011">
                  <c:v>33.142800000000001</c:v>
                </c:pt>
                <c:pt idx="13012">
                  <c:v>33.206400000000002</c:v>
                </c:pt>
                <c:pt idx="13013">
                  <c:v>33.296100000000003</c:v>
                </c:pt>
                <c:pt idx="13014">
                  <c:v>33.3705</c:v>
                </c:pt>
                <c:pt idx="13015">
                  <c:v>33.668300000000002</c:v>
                </c:pt>
                <c:pt idx="13016">
                  <c:v>34.0259</c:v>
                </c:pt>
                <c:pt idx="13017">
                  <c:v>33.864800000000002</c:v>
                </c:pt>
                <c:pt idx="13018">
                  <c:v>33.438000000000002</c:v>
                </c:pt>
                <c:pt idx="13019">
                  <c:v>33.1496</c:v>
                </c:pt>
                <c:pt idx="13020">
                  <c:v>33.043900000000001</c:v>
                </c:pt>
                <c:pt idx="13021">
                  <c:v>33.217599999999997</c:v>
                </c:pt>
                <c:pt idx="13022">
                  <c:v>33.387700000000002</c:v>
                </c:pt>
                <c:pt idx="13023">
                  <c:v>33.442399999999999</c:v>
                </c:pt>
                <c:pt idx="13024">
                  <c:v>33.452300000000001</c:v>
                </c:pt>
                <c:pt idx="13025">
                  <c:v>33.549199999999999</c:v>
                </c:pt>
                <c:pt idx="13026">
                  <c:v>33.498600000000003</c:v>
                </c:pt>
                <c:pt idx="13027">
                  <c:v>33.677599999999998</c:v>
                </c:pt>
                <c:pt idx="13028">
                  <c:v>34.304000000000002</c:v>
                </c:pt>
                <c:pt idx="13029">
                  <c:v>35.269199999999998</c:v>
                </c:pt>
                <c:pt idx="13030">
                  <c:v>36.072299999999998</c:v>
                </c:pt>
                <c:pt idx="13031">
                  <c:v>36.205199999999998</c:v>
                </c:pt>
                <c:pt idx="13032">
                  <c:v>36.068300000000001</c:v>
                </c:pt>
                <c:pt idx="13033">
                  <c:v>35.872799999999998</c:v>
                </c:pt>
                <c:pt idx="13034">
                  <c:v>35.900199999999998</c:v>
                </c:pt>
                <c:pt idx="13035">
                  <c:v>35.556899999999999</c:v>
                </c:pt>
                <c:pt idx="13036">
                  <c:v>34.8001</c:v>
                </c:pt>
                <c:pt idx="13037">
                  <c:v>34.001800000000003</c:v>
                </c:pt>
                <c:pt idx="13038">
                  <c:v>33.226399999999998</c:v>
                </c:pt>
                <c:pt idx="13039">
                  <c:v>32.631399999999999</c:v>
                </c:pt>
                <c:pt idx="13040">
                  <c:v>32.067500000000003</c:v>
                </c:pt>
                <c:pt idx="13041">
                  <c:v>31.462700000000002</c:v>
                </c:pt>
                <c:pt idx="13042">
                  <c:v>31.364100000000001</c:v>
                </c:pt>
                <c:pt idx="13043">
                  <c:v>31.715699999999998</c:v>
                </c:pt>
                <c:pt idx="13044">
                  <c:v>31.6797</c:v>
                </c:pt>
                <c:pt idx="13045">
                  <c:v>31.308800000000002</c:v>
                </c:pt>
                <c:pt idx="13046">
                  <c:v>30.6629</c:v>
                </c:pt>
                <c:pt idx="13047">
                  <c:v>30.087</c:v>
                </c:pt>
                <c:pt idx="13048">
                  <c:v>29.6052</c:v>
                </c:pt>
                <c:pt idx="13049">
                  <c:v>29.438300000000002</c:v>
                </c:pt>
                <c:pt idx="13050">
                  <c:v>29.5364</c:v>
                </c:pt>
                <c:pt idx="13051">
                  <c:v>29.508700000000001</c:v>
                </c:pt>
                <c:pt idx="13052">
                  <c:v>29.383800000000001</c:v>
                </c:pt>
                <c:pt idx="13053">
                  <c:v>29.1799</c:v>
                </c:pt>
                <c:pt idx="13054">
                  <c:v>28.902799999999999</c:v>
                </c:pt>
                <c:pt idx="13055">
                  <c:v>28.759799999999998</c:v>
                </c:pt>
                <c:pt idx="13056">
                  <c:v>28.617599999999999</c:v>
                </c:pt>
                <c:pt idx="13057">
                  <c:v>28.735700000000001</c:v>
                </c:pt>
                <c:pt idx="13058">
                  <c:v>29.074999999999999</c:v>
                </c:pt>
                <c:pt idx="13059">
                  <c:v>28.899100000000001</c:v>
                </c:pt>
                <c:pt idx="13060">
                  <c:v>28.629799999999999</c:v>
                </c:pt>
                <c:pt idx="13061">
                  <c:v>28.399699999999999</c:v>
                </c:pt>
                <c:pt idx="13062">
                  <c:v>28.213000000000001</c:v>
                </c:pt>
                <c:pt idx="13063">
                  <c:v>28.087800000000001</c:v>
                </c:pt>
                <c:pt idx="13064">
                  <c:v>27.802199999999999</c:v>
                </c:pt>
                <c:pt idx="13065">
                  <c:v>27.860800000000001</c:v>
                </c:pt>
                <c:pt idx="13066">
                  <c:v>28.3812</c:v>
                </c:pt>
                <c:pt idx="13067">
                  <c:v>28.691199999999998</c:v>
                </c:pt>
                <c:pt idx="13068">
                  <c:v>28.6951</c:v>
                </c:pt>
                <c:pt idx="13069">
                  <c:v>28.709199999999999</c:v>
                </c:pt>
                <c:pt idx="13070">
                  <c:v>28.594799999999999</c:v>
                </c:pt>
                <c:pt idx="13071">
                  <c:v>28.381</c:v>
                </c:pt>
                <c:pt idx="13072">
                  <c:v>27.839099999999998</c:v>
                </c:pt>
                <c:pt idx="13073">
                  <c:v>27.424199999999999</c:v>
                </c:pt>
                <c:pt idx="13074">
                  <c:v>27.4312</c:v>
                </c:pt>
                <c:pt idx="13075">
                  <c:v>27.354800000000001</c:v>
                </c:pt>
                <c:pt idx="13076">
                  <c:v>27.277200000000001</c:v>
                </c:pt>
                <c:pt idx="13077">
                  <c:v>27.779399999999999</c:v>
                </c:pt>
                <c:pt idx="13078">
                  <c:v>28.125</c:v>
                </c:pt>
                <c:pt idx="13079">
                  <c:v>28.1279</c:v>
                </c:pt>
                <c:pt idx="13080">
                  <c:v>27.910299999999999</c:v>
                </c:pt>
                <c:pt idx="13081">
                  <c:v>27.584499999999998</c:v>
                </c:pt>
                <c:pt idx="13082">
                  <c:v>27.247699999999998</c:v>
                </c:pt>
                <c:pt idx="13083">
                  <c:v>27.2837</c:v>
                </c:pt>
                <c:pt idx="13084">
                  <c:v>27.245699999999999</c:v>
                </c:pt>
                <c:pt idx="13085">
                  <c:v>27.046700000000001</c:v>
                </c:pt>
                <c:pt idx="13086">
                  <c:v>27.363900000000001</c:v>
                </c:pt>
                <c:pt idx="13087">
                  <c:v>27.605399999999999</c:v>
                </c:pt>
                <c:pt idx="13088">
                  <c:v>27.4331</c:v>
                </c:pt>
                <c:pt idx="13089">
                  <c:v>27.238</c:v>
                </c:pt>
                <c:pt idx="13090">
                  <c:v>27.2927</c:v>
                </c:pt>
                <c:pt idx="13091">
                  <c:v>26.944400000000002</c:v>
                </c:pt>
                <c:pt idx="13092">
                  <c:v>26.499400000000001</c:v>
                </c:pt>
                <c:pt idx="13093">
                  <c:v>26.765499999999999</c:v>
                </c:pt>
                <c:pt idx="13094">
                  <c:v>27.4238</c:v>
                </c:pt>
                <c:pt idx="13095">
                  <c:v>27.4422</c:v>
                </c:pt>
                <c:pt idx="13096">
                  <c:v>27.026199999999999</c:v>
                </c:pt>
                <c:pt idx="13097">
                  <c:v>26.7608</c:v>
                </c:pt>
                <c:pt idx="13098">
                  <c:v>26.850100000000001</c:v>
                </c:pt>
                <c:pt idx="13099">
                  <c:v>26.891500000000001</c:v>
                </c:pt>
                <c:pt idx="13100">
                  <c:v>26.506799999999998</c:v>
                </c:pt>
                <c:pt idx="13101">
                  <c:v>26.311199999999999</c:v>
                </c:pt>
                <c:pt idx="13102">
                  <c:v>26.222000000000001</c:v>
                </c:pt>
                <c:pt idx="13103">
                  <c:v>26.0213</c:v>
                </c:pt>
                <c:pt idx="13104">
                  <c:v>26.143899999999999</c:v>
                </c:pt>
                <c:pt idx="13105">
                  <c:v>26.226500000000001</c:v>
                </c:pt>
                <c:pt idx="13106">
                  <c:v>26.335000000000001</c:v>
                </c:pt>
                <c:pt idx="13107">
                  <c:v>26.273199999999999</c:v>
                </c:pt>
                <c:pt idx="13108">
                  <c:v>26.2226</c:v>
                </c:pt>
                <c:pt idx="13109">
                  <c:v>26.118400000000001</c:v>
                </c:pt>
                <c:pt idx="13110">
                  <c:v>26.121099999999998</c:v>
                </c:pt>
                <c:pt idx="13111">
                  <c:v>26.116399999999999</c:v>
                </c:pt>
                <c:pt idx="13112">
                  <c:v>25.760300000000001</c:v>
                </c:pt>
                <c:pt idx="13113">
                  <c:v>25.534099999999999</c:v>
                </c:pt>
                <c:pt idx="13114">
                  <c:v>25.624099999999999</c:v>
                </c:pt>
                <c:pt idx="13115">
                  <c:v>25.7088</c:v>
                </c:pt>
                <c:pt idx="13116">
                  <c:v>25.527799999999999</c:v>
                </c:pt>
                <c:pt idx="13117">
                  <c:v>25.578399999999998</c:v>
                </c:pt>
                <c:pt idx="13118">
                  <c:v>25.489799999999999</c:v>
                </c:pt>
                <c:pt idx="13119">
                  <c:v>25.0825</c:v>
                </c:pt>
                <c:pt idx="13120">
                  <c:v>24.8704</c:v>
                </c:pt>
                <c:pt idx="13121">
                  <c:v>25.117799999999999</c:v>
                </c:pt>
                <c:pt idx="13122">
                  <c:v>25.303899999999999</c:v>
                </c:pt>
                <c:pt idx="13123">
                  <c:v>25.374700000000001</c:v>
                </c:pt>
                <c:pt idx="13124">
                  <c:v>25.542000000000002</c:v>
                </c:pt>
                <c:pt idx="13125">
                  <c:v>25.815300000000001</c:v>
                </c:pt>
                <c:pt idx="13126">
                  <c:v>25.838699999999999</c:v>
                </c:pt>
                <c:pt idx="13127">
                  <c:v>25.551600000000001</c:v>
                </c:pt>
                <c:pt idx="13128">
                  <c:v>24.9665</c:v>
                </c:pt>
                <c:pt idx="13129">
                  <c:v>25.122599999999998</c:v>
                </c:pt>
                <c:pt idx="13130">
                  <c:v>25.528300000000002</c:v>
                </c:pt>
                <c:pt idx="13131">
                  <c:v>25.7303</c:v>
                </c:pt>
                <c:pt idx="13132">
                  <c:v>26.003499999999999</c:v>
                </c:pt>
                <c:pt idx="13133">
                  <c:v>26.247800000000002</c:v>
                </c:pt>
                <c:pt idx="13134">
                  <c:v>26.0807</c:v>
                </c:pt>
                <c:pt idx="13135">
                  <c:v>25.697900000000001</c:v>
                </c:pt>
                <c:pt idx="13136">
                  <c:v>25.618099999999998</c:v>
                </c:pt>
                <c:pt idx="13137">
                  <c:v>25.598400000000002</c:v>
                </c:pt>
                <c:pt idx="13138">
                  <c:v>25.669</c:v>
                </c:pt>
                <c:pt idx="13139">
                  <c:v>25.963999999999999</c:v>
                </c:pt>
                <c:pt idx="13140">
                  <c:v>25.9055</c:v>
                </c:pt>
                <c:pt idx="13141">
                  <c:v>25.643699999999999</c:v>
                </c:pt>
                <c:pt idx="13142">
                  <c:v>25.363900000000001</c:v>
                </c:pt>
                <c:pt idx="13143">
                  <c:v>25.549900000000001</c:v>
                </c:pt>
                <c:pt idx="13144">
                  <c:v>26.066199999999998</c:v>
                </c:pt>
                <c:pt idx="13145">
                  <c:v>26.588999999999999</c:v>
                </c:pt>
                <c:pt idx="13146">
                  <c:v>27.380600000000001</c:v>
                </c:pt>
                <c:pt idx="13147">
                  <c:v>28.461099999999998</c:v>
                </c:pt>
                <c:pt idx="13148">
                  <c:v>29.3703</c:v>
                </c:pt>
                <c:pt idx="13149">
                  <c:v>29.988399999999999</c:v>
                </c:pt>
                <c:pt idx="13150">
                  <c:v>30.7301</c:v>
                </c:pt>
                <c:pt idx="13151">
                  <c:v>31.559200000000001</c:v>
                </c:pt>
                <c:pt idx="13152">
                  <c:v>32.3093</c:v>
                </c:pt>
                <c:pt idx="13153">
                  <c:v>32.4893</c:v>
                </c:pt>
                <c:pt idx="13154">
                  <c:v>32.250999999999998</c:v>
                </c:pt>
                <c:pt idx="13155">
                  <c:v>32.285400000000003</c:v>
                </c:pt>
                <c:pt idx="13156">
                  <c:v>32.632800000000003</c:v>
                </c:pt>
                <c:pt idx="13157">
                  <c:v>32.5717</c:v>
                </c:pt>
                <c:pt idx="13158">
                  <c:v>32.1738</c:v>
                </c:pt>
                <c:pt idx="13159">
                  <c:v>32.038200000000003</c:v>
                </c:pt>
                <c:pt idx="13160">
                  <c:v>31.857500000000002</c:v>
                </c:pt>
                <c:pt idx="13161">
                  <c:v>31.729500000000002</c:v>
                </c:pt>
                <c:pt idx="13162">
                  <c:v>31.821400000000001</c:v>
                </c:pt>
                <c:pt idx="13163">
                  <c:v>31.786999999999999</c:v>
                </c:pt>
                <c:pt idx="13164">
                  <c:v>31.2239</c:v>
                </c:pt>
                <c:pt idx="13165">
                  <c:v>30.260200000000001</c:v>
                </c:pt>
                <c:pt idx="13166">
                  <c:v>29.639299999999999</c:v>
                </c:pt>
                <c:pt idx="13167">
                  <c:v>29.141500000000001</c:v>
                </c:pt>
                <c:pt idx="13168">
                  <c:v>28.7944</c:v>
                </c:pt>
                <c:pt idx="13169">
                  <c:v>28.400600000000001</c:v>
                </c:pt>
                <c:pt idx="13170">
                  <c:v>27.846699999999998</c:v>
                </c:pt>
                <c:pt idx="13171">
                  <c:v>27.861000000000001</c:v>
                </c:pt>
                <c:pt idx="13172">
                  <c:v>27.8644</c:v>
                </c:pt>
                <c:pt idx="13173">
                  <c:v>27.4084</c:v>
                </c:pt>
                <c:pt idx="13174">
                  <c:v>26.853899999999999</c:v>
                </c:pt>
                <c:pt idx="13175">
                  <c:v>26.7867</c:v>
                </c:pt>
                <c:pt idx="13176">
                  <c:v>26.682700000000001</c:v>
                </c:pt>
                <c:pt idx="13177">
                  <c:v>26.2895</c:v>
                </c:pt>
                <c:pt idx="13178">
                  <c:v>26.069800000000001</c:v>
                </c:pt>
                <c:pt idx="13179">
                  <c:v>25.779900000000001</c:v>
                </c:pt>
                <c:pt idx="13180">
                  <c:v>25.395099999999999</c:v>
                </c:pt>
                <c:pt idx="13181">
                  <c:v>24.963100000000001</c:v>
                </c:pt>
                <c:pt idx="13182">
                  <c:v>24.319500000000001</c:v>
                </c:pt>
                <c:pt idx="13183">
                  <c:v>24.0716</c:v>
                </c:pt>
                <c:pt idx="13184">
                  <c:v>24.061199999999999</c:v>
                </c:pt>
                <c:pt idx="13185">
                  <c:v>24.059000000000001</c:v>
                </c:pt>
                <c:pt idx="13186">
                  <c:v>23.973099999999999</c:v>
                </c:pt>
                <c:pt idx="13187">
                  <c:v>23.792999999999999</c:v>
                </c:pt>
                <c:pt idx="13188">
                  <c:v>23.731100000000001</c:v>
                </c:pt>
                <c:pt idx="13189">
                  <c:v>24.062799999999999</c:v>
                </c:pt>
                <c:pt idx="13190">
                  <c:v>24.504999999999999</c:v>
                </c:pt>
                <c:pt idx="13191">
                  <c:v>24.492999999999999</c:v>
                </c:pt>
                <c:pt idx="13192">
                  <c:v>24.249500000000001</c:v>
                </c:pt>
                <c:pt idx="13193">
                  <c:v>24.066199999999998</c:v>
                </c:pt>
                <c:pt idx="13194">
                  <c:v>24.246099999999998</c:v>
                </c:pt>
                <c:pt idx="13195">
                  <c:v>24.902000000000001</c:v>
                </c:pt>
                <c:pt idx="13196">
                  <c:v>25.380400000000002</c:v>
                </c:pt>
                <c:pt idx="13197">
                  <c:v>25.522500000000001</c:v>
                </c:pt>
                <c:pt idx="13198">
                  <c:v>25.585899999999999</c:v>
                </c:pt>
                <c:pt idx="13199">
                  <c:v>25.697500000000002</c:v>
                </c:pt>
                <c:pt idx="13200">
                  <c:v>26.188199999999998</c:v>
                </c:pt>
                <c:pt idx="13201">
                  <c:v>26.613199999999999</c:v>
                </c:pt>
                <c:pt idx="13202">
                  <c:v>26.723800000000001</c:v>
                </c:pt>
                <c:pt idx="13203">
                  <c:v>26.629899999999999</c:v>
                </c:pt>
                <c:pt idx="13204">
                  <c:v>26.933299999999999</c:v>
                </c:pt>
                <c:pt idx="13205">
                  <c:v>27.430700000000002</c:v>
                </c:pt>
                <c:pt idx="13206">
                  <c:v>27.693200000000001</c:v>
                </c:pt>
                <c:pt idx="13207">
                  <c:v>27.9754</c:v>
                </c:pt>
                <c:pt idx="13208">
                  <c:v>28.155999999999999</c:v>
                </c:pt>
                <c:pt idx="13209">
                  <c:v>28.432300000000001</c:v>
                </c:pt>
                <c:pt idx="13210">
                  <c:v>28.722000000000001</c:v>
                </c:pt>
                <c:pt idx="13211">
                  <c:v>28.751200000000001</c:v>
                </c:pt>
                <c:pt idx="13212">
                  <c:v>28.8855</c:v>
                </c:pt>
                <c:pt idx="13213">
                  <c:v>29.603100000000001</c:v>
                </c:pt>
                <c:pt idx="13214">
                  <c:v>30.297799999999999</c:v>
                </c:pt>
                <c:pt idx="13215">
                  <c:v>30.846900000000002</c:v>
                </c:pt>
                <c:pt idx="13216">
                  <c:v>31.322399999999998</c:v>
                </c:pt>
                <c:pt idx="13217">
                  <c:v>31.739799999999999</c:v>
                </c:pt>
                <c:pt idx="13218">
                  <c:v>32.044499999999999</c:v>
                </c:pt>
                <c:pt idx="13219">
                  <c:v>32.486899999999999</c:v>
                </c:pt>
                <c:pt idx="13220">
                  <c:v>32.922199999999997</c:v>
                </c:pt>
                <c:pt idx="13221">
                  <c:v>33.508699999999997</c:v>
                </c:pt>
                <c:pt idx="13222">
                  <c:v>33.676200000000001</c:v>
                </c:pt>
                <c:pt idx="13223">
                  <c:v>33.348999999999997</c:v>
                </c:pt>
                <c:pt idx="13224">
                  <c:v>33.406799999999997</c:v>
                </c:pt>
                <c:pt idx="13225">
                  <c:v>33.728299999999997</c:v>
                </c:pt>
                <c:pt idx="13226">
                  <c:v>33.7684</c:v>
                </c:pt>
                <c:pt idx="13227">
                  <c:v>33.433900000000001</c:v>
                </c:pt>
                <c:pt idx="13228">
                  <c:v>33.023800000000001</c:v>
                </c:pt>
                <c:pt idx="13229">
                  <c:v>33.134799999999998</c:v>
                </c:pt>
                <c:pt idx="13230">
                  <c:v>33.8125</c:v>
                </c:pt>
                <c:pt idx="13231">
                  <c:v>34.416200000000003</c:v>
                </c:pt>
                <c:pt idx="13232">
                  <c:v>34.413899999999998</c:v>
                </c:pt>
                <c:pt idx="13233">
                  <c:v>33.989699999999999</c:v>
                </c:pt>
                <c:pt idx="13234">
                  <c:v>33.357700000000001</c:v>
                </c:pt>
                <c:pt idx="13235">
                  <c:v>32.804699999999997</c:v>
                </c:pt>
                <c:pt idx="13236">
                  <c:v>32.537799999999997</c:v>
                </c:pt>
                <c:pt idx="13237">
                  <c:v>32.211300000000001</c:v>
                </c:pt>
                <c:pt idx="13238">
                  <c:v>31.25</c:v>
                </c:pt>
                <c:pt idx="13239">
                  <c:v>29.736499999999999</c:v>
                </c:pt>
                <c:pt idx="13240">
                  <c:v>28.8704</c:v>
                </c:pt>
                <c:pt idx="13241">
                  <c:v>28.677900000000001</c:v>
                </c:pt>
                <c:pt idx="13242">
                  <c:v>28.704000000000001</c:v>
                </c:pt>
                <c:pt idx="13243">
                  <c:v>28.4953</c:v>
                </c:pt>
                <c:pt idx="13244">
                  <c:v>28.174299999999999</c:v>
                </c:pt>
                <c:pt idx="13245">
                  <c:v>27.785</c:v>
                </c:pt>
                <c:pt idx="13246">
                  <c:v>27.428799999999999</c:v>
                </c:pt>
                <c:pt idx="13247">
                  <c:v>27.273</c:v>
                </c:pt>
                <c:pt idx="13248">
                  <c:v>26.987400000000001</c:v>
                </c:pt>
                <c:pt idx="13249">
                  <c:v>26.689699999999998</c:v>
                </c:pt>
                <c:pt idx="13250">
                  <c:v>26.508500000000002</c:v>
                </c:pt>
                <c:pt idx="13251">
                  <c:v>26.397099999999998</c:v>
                </c:pt>
                <c:pt idx="13252">
                  <c:v>26.625599999999999</c:v>
                </c:pt>
                <c:pt idx="13253">
                  <c:v>27.2089</c:v>
                </c:pt>
                <c:pt idx="13254">
                  <c:v>27.7745</c:v>
                </c:pt>
                <c:pt idx="13255">
                  <c:v>27.846499999999999</c:v>
                </c:pt>
                <c:pt idx="13256">
                  <c:v>28.152000000000001</c:v>
                </c:pt>
                <c:pt idx="13257">
                  <c:v>28.867799999999999</c:v>
                </c:pt>
                <c:pt idx="13258">
                  <c:v>29.528500000000001</c:v>
                </c:pt>
                <c:pt idx="13259">
                  <c:v>30.5139</c:v>
                </c:pt>
                <c:pt idx="13260">
                  <c:v>31.491700000000002</c:v>
                </c:pt>
                <c:pt idx="13261">
                  <c:v>32.251800000000003</c:v>
                </c:pt>
                <c:pt idx="13262">
                  <c:v>33.346800000000002</c:v>
                </c:pt>
                <c:pt idx="13263">
                  <c:v>34.2166</c:v>
                </c:pt>
                <c:pt idx="13264">
                  <c:v>34.427199999999999</c:v>
                </c:pt>
                <c:pt idx="13265">
                  <c:v>33.896599999999999</c:v>
                </c:pt>
                <c:pt idx="13266">
                  <c:v>32.950600000000001</c:v>
                </c:pt>
                <c:pt idx="13267">
                  <c:v>32.197800000000001</c:v>
                </c:pt>
                <c:pt idx="13268">
                  <c:v>31.657299999999999</c:v>
                </c:pt>
                <c:pt idx="13269">
                  <c:v>31.626999999999999</c:v>
                </c:pt>
                <c:pt idx="13270">
                  <c:v>31.753699999999998</c:v>
                </c:pt>
                <c:pt idx="13271">
                  <c:v>31.933499999999999</c:v>
                </c:pt>
                <c:pt idx="13272">
                  <c:v>32.643300000000004</c:v>
                </c:pt>
                <c:pt idx="13273">
                  <c:v>33.802</c:v>
                </c:pt>
                <c:pt idx="13274">
                  <c:v>34.795099999999998</c:v>
                </c:pt>
                <c:pt idx="13275">
                  <c:v>35.588900000000002</c:v>
                </c:pt>
                <c:pt idx="13276">
                  <c:v>36.0366</c:v>
                </c:pt>
                <c:pt idx="13277">
                  <c:v>36.207299999999996</c:v>
                </c:pt>
                <c:pt idx="13278">
                  <c:v>35.558300000000003</c:v>
                </c:pt>
                <c:pt idx="13279">
                  <c:v>34.620699999999999</c:v>
                </c:pt>
                <c:pt idx="13280">
                  <c:v>33.687100000000001</c:v>
                </c:pt>
                <c:pt idx="13281">
                  <c:v>32.680599999999998</c:v>
                </c:pt>
                <c:pt idx="13282">
                  <c:v>31.703199999999999</c:v>
                </c:pt>
                <c:pt idx="13283">
                  <c:v>30.8249</c:v>
                </c:pt>
                <c:pt idx="13284">
                  <c:v>30.488499999999998</c:v>
                </c:pt>
                <c:pt idx="13285">
                  <c:v>30.566400000000002</c:v>
                </c:pt>
                <c:pt idx="13286">
                  <c:v>30.393599999999999</c:v>
                </c:pt>
                <c:pt idx="13287">
                  <c:v>30.532599999999999</c:v>
                </c:pt>
                <c:pt idx="13288">
                  <c:v>31.0916</c:v>
                </c:pt>
                <c:pt idx="13289">
                  <c:v>31.412800000000001</c:v>
                </c:pt>
                <c:pt idx="13290">
                  <c:v>31.378799999999998</c:v>
                </c:pt>
                <c:pt idx="13291">
                  <c:v>31.3169</c:v>
                </c:pt>
                <c:pt idx="13292">
                  <c:v>31.413599999999999</c:v>
                </c:pt>
                <c:pt idx="13293">
                  <c:v>31.3978</c:v>
                </c:pt>
                <c:pt idx="13294">
                  <c:v>31.0107</c:v>
                </c:pt>
                <c:pt idx="13295">
                  <c:v>30.312200000000001</c:v>
                </c:pt>
                <c:pt idx="13296">
                  <c:v>29.275700000000001</c:v>
                </c:pt>
                <c:pt idx="13297">
                  <c:v>28.401800000000001</c:v>
                </c:pt>
                <c:pt idx="13298">
                  <c:v>28.223400000000002</c:v>
                </c:pt>
                <c:pt idx="13299">
                  <c:v>28.236499999999999</c:v>
                </c:pt>
                <c:pt idx="13300">
                  <c:v>27.787700000000001</c:v>
                </c:pt>
                <c:pt idx="13301">
                  <c:v>27.302199999999999</c:v>
                </c:pt>
                <c:pt idx="13302">
                  <c:v>27.208300000000001</c:v>
                </c:pt>
                <c:pt idx="13303">
                  <c:v>27.4011</c:v>
                </c:pt>
                <c:pt idx="13304">
                  <c:v>27.224799999999998</c:v>
                </c:pt>
                <c:pt idx="13305">
                  <c:v>27.0547</c:v>
                </c:pt>
                <c:pt idx="13306">
                  <c:v>27.015799999999999</c:v>
                </c:pt>
                <c:pt idx="13307">
                  <c:v>27.169599999999999</c:v>
                </c:pt>
                <c:pt idx="13308">
                  <c:v>27.392700000000001</c:v>
                </c:pt>
                <c:pt idx="13309">
                  <c:v>27.2547</c:v>
                </c:pt>
                <c:pt idx="13310">
                  <c:v>27.0228</c:v>
                </c:pt>
                <c:pt idx="13311">
                  <c:v>26.6358</c:v>
                </c:pt>
                <c:pt idx="13312">
                  <c:v>26.2517</c:v>
                </c:pt>
                <c:pt idx="13313">
                  <c:v>26.305499999999999</c:v>
                </c:pt>
                <c:pt idx="13314">
                  <c:v>26.4207</c:v>
                </c:pt>
                <c:pt idx="13315">
                  <c:v>26.536899999999999</c:v>
                </c:pt>
                <c:pt idx="13316">
                  <c:v>26.505099999999999</c:v>
                </c:pt>
                <c:pt idx="13317">
                  <c:v>26.502800000000001</c:v>
                </c:pt>
                <c:pt idx="13318">
                  <c:v>26.979500000000002</c:v>
                </c:pt>
                <c:pt idx="13319">
                  <c:v>27.202000000000002</c:v>
                </c:pt>
                <c:pt idx="13320">
                  <c:v>27.117799999999999</c:v>
                </c:pt>
                <c:pt idx="13321">
                  <c:v>27.2468</c:v>
                </c:pt>
                <c:pt idx="13322">
                  <c:v>27.427800000000001</c:v>
                </c:pt>
                <c:pt idx="13323">
                  <c:v>27.428100000000001</c:v>
                </c:pt>
                <c:pt idx="13324">
                  <c:v>26.8795</c:v>
                </c:pt>
                <c:pt idx="13325">
                  <c:v>26.278600000000001</c:v>
                </c:pt>
                <c:pt idx="13326">
                  <c:v>25.8368</c:v>
                </c:pt>
                <c:pt idx="13327">
                  <c:v>25.3796</c:v>
                </c:pt>
                <c:pt idx="13328">
                  <c:v>25.015999999999998</c:v>
                </c:pt>
                <c:pt idx="13329">
                  <c:v>24.7561</c:v>
                </c:pt>
                <c:pt idx="13330">
                  <c:v>24.969200000000001</c:v>
                </c:pt>
                <c:pt idx="13331">
                  <c:v>25.097300000000001</c:v>
                </c:pt>
                <c:pt idx="13332">
                  <c:v>25.113499999999998</c:v>
                </c:pt>
                <c:pt idx="13333">
                  <c:v>24.978000000000002</c:v>
                </c:pt>
                <c:pt idx="13334">
                  <c:v>25.175799999999999</c:v>
                </c:pt>
                <c:pt idx="13335">
                  <c:v>25.458300000000001</c:v>
                </c:pt>
                <c:pt idx="13336">
                  <c:v>25.654699999999998</c:v>
                </c:pt>
                <c:pt idx="13337">
                  <c:v>26.152799999999999</c:v>
                </c:pt>
                <c:pt idx="13338">
                  <c:v>27.0198</c:v>
                </c:pt>
                <c:pt idx="13339">
                  <c:v>27.637699999999999</c:v>
                </c:pt>
                <c:pt idx="13340">
                  <c:v>27.632300000000001</c:v>
                </c:pt>
                <c:pt idx="13341">
                  <c:v>27.368500000000001</c:v>
                </c:pt>
                <c:pt idx="13342">
                  <c:v>26.801600000000001</c:v>
                </c:pt>
                <c:pt idx="13343">
                  <c:v>25.8413</c:v>
                </c:pt>
                <c:pt idx="13344">
                  <c:v>24.815799999999999</c:v>
                </c:pt>
                <c:pt idx="13345">
                  <c:v>23.4907</c:v>
                </c:pt>
                <c:pt idx="13346">
                  <c:v>22.262499999999999</c:v>
                </c:pt>
                <c:pt idx="13347">
                  <c:v>21.429500000000001</c:v>
                </c:pt>
                <c:pt idx="13348">
                  <c:v>21.0215</c:v>
                </c:pt>
                <c:pt idx="13349">
                  <c:v>20.536999999999999</c:v>
                </c:pt>
                <c:pt idx="13350">
                  <c:v>19.9649</c:v>
                </c:pt>
                <c:pt idx="13351">
                  <c:v>19.878799999999998</c:v>
                </c:pt>
                <c:pt idx="13352">
                  <c:v>20.048200000000001</c:v>
                </c:pt>
                <c:pt idx="13353">
                  <c:v>20.2273</c:v>
                </c:pt>
                <c:pt idx="13354">
                  <c:v>20.150700000000001</c:v>
                </c:pt>
                <c:pt idx="13355">
                  <c:v>19.9057</c:v>
                </c:pt>
                <c:pt idx="13356">
                  <c:v>19.6234</c:v>
                </c:pt>
                <c:pt idx="13357">
                  <c:v>19.005700000000001</c:v>
                </c:pt>
                <c:pt idx="13358">
                  <c:v>18.649100000000001</c:v>
                </c:pt>
                <c:pt idx="13359">
                  <c:v>18.232399999999998</c:v>
                </c:pt>
                <c:pt idx="13360">
                  <c:v>18.27</c:v>
                </c:pt>
                <c:pt idx="13361">
                  <c:v>18.352699999999999</c:v>
                </c:pt>
                <c:pt idx="13362">
                  <c:v>18.209399999999999</c:v>
                </c:pt>
                <c:pt idx="13363">
                  <c:v>18.1494</c:v>
                </c:pt>
                <c:pt idx="13364">
                  <c:v>18.004799999999999</c:v>
                </c:pt>
                <c:pt idx="13365">
                  <c:v>17.822500000000002</c:v>
                </c:pt>
                <c:pt idx="13366">
                  <c:v>17.738299999999999</c:v>
                </c:pt>
                <c:pt idx="13367">
                  <c:v>17.603999999999999</c:v>
                </c:pt>
                <c:pt idx="13368">
                  <c:v>17.470600000000001</c:v>
                </c:pt>
                <c:pt idx="13369">
                  <c:v>17.801100000000002</c:v>
                </c:pt>
                <c:pt idx="13370">
                  <c:v>18.396000000000001</c:v>
                </c:pt>
                <c:pt idx="13371">
                  <c:v>18.390899999999998</c:v>
                </c:pt>
                <c:pt idx="13372">
                  <c:v>18.1265</c:v>
                </c:pt>
                <c:pt idx="13373">
                  <c:v>18.0656</c:v>
                </c:pt>
                <c:pt idx="13374">
                  <c:v>18.189499999999999</c:v>
                </c:pt>
                <c:pt idx="13375">
                  <c:v>18.2804</c:v>
                </c:pt>
                <c:pt idx="13376">
                  <c:v>18.558199999999999</c:v>
                </c:pt>
                <c:pt idx="13377">
                  <c:v>18.819400000000002</c:v>
                </c:pt>
                <c:pt idx="13378">
                  <c:v>18.633900000000001</c:v>
                </c:pt>
                <c:pt idx="13379">
                  <c:v>18.478200000000001</c:v>
                </c:pt>
                <c:pt idx="13380">
                  <c:v>18.1738</c:v>
                </c:pt>
                <c:pt idx="13381">
                  <c:v>17.957699999999999</c:v>
                </c:pt>
                <c:pt idx="13382">
                  <c:v>17.9651</c:v>
                </c:pt>
                <c:pt idx="13383">
                  <c:v>18.1342</c:v>
                </c:pt>
                <c:pt idx="13384">
                  <c:v>18.279199999999999</c:v>
                </c:pt>
                <c:pt idx="13385">
                  <c:v>18.435600000000001</c:v>
                </c:pt>
                <c:pt idx="13386">
                  <c:v>18.933900000000001</c:v>
                </c:pt>
                <c:pt idx="13387">
                  <c:v>19.5154</c:v>
                </c:pt>
                <c:pt idx="13388">
                  <c:v>19.8733</c:v>
                </c:pt>
                <c:pt idx="13389">
                  <c:v>19.8643</c:v>
                </c:pt>
                <c:pt idx="13390">
                  <c:v>20.167300000000001</c:v>
                </c:pt>
                <c:pt idx="13391">
                  <c:v>20.901399999999999</c:v>
                </c:pt>
                <c:pt idx="13392">
                  <c:v>21.544899999999998</c:v>
                </c:pt>
                <c:pt idx="13393">
                  <c:v>22.2408</c:v>
                </c:pt>
                <c:pt idx="13394">
                  <c:v>22.8063</c:v>
                </c:pt>
                <c:pt idx="13395">
                  <c:v>23.367899999999999</c:v>
                </c:pt>
                <c:pt idx="13396">
                  <c:v>23.682200000000002</c:v>
                </c:pt>
                <c:pt idx="13397">
                  <c:v>23.438600000000001</c:v>
                </c:pt>
                <c:pt idx="13398">
                  <c:v>23.266200000000001</c:v>
                </c:pt>
                <c:pt idx="13399">
                  <c:v>23.137</c:v>
                </c:pt>
                <c:pt idx="13400">
                  <c:v>23.156700000000001</c:v>
                </c:pt>
                <c:pt idx="13401">
                  <c:v>23.549499999999998</c:v>
                </c:pt>
                <c:pt idx="13402">
                  <c:v>23.654299999999999</c:v>
                </c:pt>
                <c:pt idx="13403">
                  <c:v>23.7394</c:v>
                </c:pt>
                <c:pt idx="13404">
                  <c:v>24.308199999999999</c:v>
                </c:pt>
                <c:pt idx="13405">
                  <c:v>24.307500000000001</c:v>
                </c:pt>
                <c:pt idx="13406">
                  <c:v>24.153099999999998</c:v>
                </c:pt>
                <c:pt idx="13407">
                  <c:v>24.0168</c:v>
                </c:pt>
                <c:pt idx="13408">
                  <c:v>23.611899999999999</c:v>
                </c:pt>
                <c:pt idx="13409">
                  <c:v>23.683399999999999</c:v>
                </c:pt>
                <c:pt idx="13410">
                  <c:v>23.869700000000002</c:v>
                </c:pt>
                <c:pt idx="13411">
                  <c:v>23.852699999999999</c:v>
                </c:pt>
                <c:pt idx="13412">
                  <c:v>23.844899999999999</c:v>
                </c:pt>
                <c:pt idx="13413">
                  <c:v>23.8843</c:v>
                </c:pt>
                <c:pt idx="13414">
                  <c:v>23.803000000000001</c:v>
                </c:pt>
                <c:pt idx="13415">
                  <c:v>23.800999999999998</c:v>
                </c:pt>
                <c:pt idx="13416">
                  <c:v>23.6496</c:v>
                </c:pt>
                <c:pt idx="13417">
                  <c:v>23.0001</c:v>
                </c:pt>
                <c:pt idx="13418">
                  <c:v>22.572399999999998</c:v>
                </c:pt>
                <c:pt idx="13419">
                  <c:v>22.1845</c:v>
                </c:pt>
                <c:pt idx="13420">
                  <c:v>21.589300000000001</c:v>
                </c:pt>
                <c:pt idx="13421">
                  <c:v>21.1389</c:v>
                </c:pt>
                <c:pt idx="13422">
                  <c:v>21.120799999999999</c:v>
                </c:pt>
                <c:pt idx="13423">
                  <c:v>21.185700000000001</c:v>
                </c:pt>
                <c:pt idx="13424">
                  <c:v>21.2454</c:v>
                </c:pt>
                <c:pt idx="13425">
                  <c:v>21.180900000000001</c:v>
                </c:pt>
                <c:pt idx="13426">
                  <c:v>20.991399999999999</c:v>
                </c:pt>
                <c:pt idx="13427">
                  <c:v>20.565300000000001</c:v>
                </c:pt>
                <c:pt idx="13428">
                  <c:v>20.0975</c:v>
                </c:pt>
                <c:pt idx="13429">
                  <c:v>20.087599999999998</c:v>
                </c:pt>
                <c:pt idx="13430">
                  <c:v>20.1294</c:v>
                </c:pt>
                <c:pt idx="13431">
                  <c:v>19.9422</c:v>
                </c:pt>
                <c:pt idx="13432">
                  <c:v>19.366700000000002</c:v>
                </c:pt>
                <c:pt idx="13433">
                  <c:v>18.849699999999999</c:v>
                </c:pt>
                <c:pt idx="13434">
                  <c:v>18.819800000000001</c:v>
                </c:pt>
                <c:pt idx="13435">
                  <c:v>18.6708</c:v>
                </c:pt>
                <c:pt idx="13436">
                  <c:v>18.625499999999999</c:v>
                </c:pt>
                <c:pt idx="13437">
                  <c:v>18.553100000000001</c:v>
                </c:pt>
                <c:pt idx="13438">
                  <c:v>18.2056</c:v>
                </c:pt>
                <c:pt idx="13439">
                  <c:v>17.977599999999999</c:v>
                </c:pt>
                <c:pt idx="13440">
                  <c:v>18.041799999999999</c:v>
                </c:pt>
                <c:pt idx="13441">
                  <c:v>18.241099999999999</c:v>
                </c:pt>
                <c:pt idx="13442">
                  <c:v>18.792100000000001</c:v>
                </c:pt>
                <c:pt idx="13443">
                  <c:v>19.179099999999998</c:v>
                </c:pt>
                <c:pt idx="13444">
                  <c:v>19.456199999999999</c:v>
                </c:pt>
                <c:pt idx="13445">
                  <c:v>19.5259</c:v>
                </c:pt>
                <c:pt idx="13446">
                  <c:v>19.564599999999999</c:v>
                </c:pt>
                <c:pt idx="13447">
                  <c:v>19.914000000000001</c:v>
                </c:pt>
                <c:pt idx="13448">
                  <c:v>20.2392</c:v>
                </c:pt>
                <c:pt idx="13449">
                  <c:v>20.696999999999999</c:v>
                </c:pt>
                <c:pt idx="13450">
                  <c:v>21.201000000000001</c:v>
                </c:pt>
                <c:pt idx="13451">
                  <c:v>21.223600000000001</c:v>
                </c:pt>
                <c:pt idx="13452">
                  <c:v>21.150500000000001</c:v>
                </c:pt>
                <c:pt idx="13453">
                  <c:v>21.366299999999999</c:v>
                </c:pt>
                <c:pt idx="13454">
                  <c:v>21.550599999999999</c:v>
                </c:pt>
                <c:pt idx="13455">
                  <c:v>21.561299999999999</c:v>
                </c:pt>
                <c:pt idx="13456">
                  <c:v>21.619</c:v>
                </c:pt>
                <c:pt idx="13457">
                  <c:v>21.920100000000001</c:v>
                </c:pt>
                <c:pt idx="13458">
                  <c:v>22.000299999999999</c:v>
                </c:pt>
                <c:pt idx="13459">
                  <c:v>22.057500000000001</c:v>
                </c:pt>
                <c:pt idx="13460">
                  <c:v>22.135200000000001</c:v>
                </c:pt>
                <c:pt idx="13461">
                  <c:v>22.1617</c:v>
                </c:pt>
                <c:pt idx="13462">
                  <c:v>22.540800000000001</c:v>
                </c:pt>
                <c:pt idx="13463">
                  <c:v>22.8962</c:v>
                </c:pt>
                <c:pt idx="13464">
                  <c:v>23.206600000000002</c:v>
                </c:pt>
                <c:pt idx="13465">
                  <c:v>23.386199999999999</c:v>
                </c:pt>
                <c:pt idx="13466">
                  <c:v>22.9177</c:v>
                </c:pt>
                <c:pt idx="13467">
                  <c:v>22.494199999999999</c:v>
                </c:pt>
                <c:pt idx="13468">
                  <c:v>22.293900000000001</c:v>
                </c:pt>
                <c:pt idx="13469">
                  <c:v>22.1402</c:v>
                </c:pt>
                <c:pt idx="13470">
                  <c:v>21.961500000000001</c:v>
                </c:pt>
                <c:pt idx="13471">
                  <c:v>22.006599999999999</c:v>
                </c:pt>
                <c:pt idx="13472">
                  <c:v>22.131599999999999</c:v>
                </c:pt>
                <c:pt idx="13473">
                  <c:v>21.883400000000002</c:v>
                </c:pt>
                <c:pt idx="13474">
                  <c:v>21.6646</c:v>
                </c:pt>
                <c:pt idx="13475">
                  <c:v>21.27</c:v>
                </c:pt>
                <c:pt idx="13476">
                  <c:v>20.6401</c:v>
                </c:pt>
                <c:pt idx="13477">
                  <c:v>20.430700000000002</c:v>
                </c:pt>
                <c:pt idx="13478">
                  <c:v>20.199400000000001</c:v>
                </c:pt>
                <c:pt idx="13479">
                  <c:v>19.8401</c:v>
                </c:pt>
                <c:pt idx="13480">
                  <c:v>19.643799999999999</c:v>
                </c:pt>
                <c:pt idx="13481">
                  <c:v>19.1876</c:v>
                </c:pt>
                <c:pt idx="13482">
                  <c:v>18.454799999999999</c:v>
                </c:pt>
                <c:pt idx="13483">
                  <c:v>17.849799999999998</c:v>
                </c:pt>
                <c:pt idx="13484">
                  <c:v>17.7258</c:v>
                </c:pt>
                <c:pt idx="13485">
                  <c:v>17.775099999999998</c:v>
                </c:pt>
                <c:pt idx="13486">
                  <c:v>17.780999999999999</c:v>
                </c:pt>
                <c:pt idx="13487">
                  <c:v>17.924700000000001</c:v>
                </c:pt>
                <c:pt idx="13488">
                  <c:v>17.827400000000001</c:v>
                </c:pt>
                <c:pt idx="13489">
                  <c:v>17.6708</c:v>
                </c:pt>
                <c:pt idx="13490">
                  <c:v>17.767099999999999</c:v>
                </c:pt>
                <c:pt idx="13491">
                  <c:v>17.759399999999999</c:v>
                </c:pt>
                <c:pt idx="13492">
                  <c:v>17.543099999999999</c:v>
                </c:pt>
                <c:pt idx="13493">
                  <c:v>17.190300000000001</c:v>
                </c:pt>
                <c:pt idx="13494">
                  <c:v>16.8811</c:v>
                </c:pt>
                <c:pt idx="13495">
                  <c:v>16.689</c:v>
                </c:pt>
                <c:pt idx="13496">
                  <c:v>16.543399999999998</c:v>
                </c:pt>
                <c:pt idx="13497">
                  <c:v>16.4374</c:v>
                </c:pt>
                <c:pt idx="13498">
                  <c:v>16.480399999999999</c:v>
                </c:pt>
                <c:pt idx="13499">
                  <c:v>16.351500000000001</c:v>
                </c:pt>
                <c:pt idx="13500">
                  <c:v>16.056799999999999</c:v>
                </c:pt>
                <c:pt idx="13501">
                  <c:v>15.6968</c:v>
                </c:pt>
                <c:pt idx="13502">
                  <c:v>15.517099999999999</c:v>
                </c:pt>
                <c:pt idx="13503">
                  <c:v>14.897500000000001</c:v>
                </c:pt>
                <c:pt idx="13504">
                  <c:v>14.6485</c:v>
                </c:pt>
                <c:pt idx="13505">
                  <c:v>14.7981</c:v>
                </c:pt>
                <c:pt idx="13506">
                  <c:v>15.101000000000001</c:v>
                </c:pt>
                <c:pt idx="13507">
                  <c:v>15.438700000000001</c:v>
                </c:pt>
                <c:pt idx="13508">
                  <c:v>15.761799999999999</c:v>
                </c:pt>
                <c:pt idx="13509">
                  <c:v>15.876899999999999</c:v>
                </c:pt>
                <c:pt idx="13510">
                  <c:v>15.958399999999999</c:v>
                </c:pt>
                <c:pt idx="13511">
                  <c:v>15.7438</c:v>
                </c:pt>
                <c:pt idx="13512">
                  <c:v>15.189500000000001</c:v>
                </c:pt>
                <c:pt idx="13513">
                  <c:v>14.858000000000001</c:v>
                </c:pt>
                <c:pt idx="13514">
                  <c:v>14.805099999999999</c:v>
                </c:pt>
                <c:pt idx="13515">
                  <c:v>14.7349</c:v>
                </c:pt>
                <c:pt idx="13516">
                  <c:v>14.6007</c:v>
                </c:pt>
                <c:pt idx="13517">
                  <c:v>14.6927</c:v>
                </c:pt>
                <c:pt idx="13518">
                  <c:v>14.921900000000001</c:v>
                </c:pt>
                <c:pt idx="13519">
                  <c:v>14.870900000000001</c:v>
                </c:pt>
                <c:pt idx="13520">
                  <c:v>14.858700000000001</c:v>
                </c:pt>
                <c:pt idx="13521">
                  <c:v>14.9436</c:v>
                </c:pt>
                <c:pt idx="13522">
                  <c:v>14.6557</c:v>
                </c:pt>
                <c:pt idx="13523">
                  <c:v>14.5055</c:v>
                </c:pt>
                <c:pt idx="13524">
                  <c:v>14.61</c:v>
                </c:pt>
                <c:pt idx="13525">
                  <c:v>14.536199999999999</c:v>
                </c:pt>
                <c:pt idx="13526">
                  <c:v>14.36</c:v>
                </c:pt>
                <c:pt idx="13527">
                  <c:v>14.5726</c:v>
                </c:pt>
                <c:pt idx="13528">
                  <c:v>15.0436</c:v>
                </c:pt>
                <c:pt idx="13529">
                  <c:v>15.575699999999999</c:v>
                </c:pt>
                <c:pt idx="13530">
                  <c:v>16.1479</c:v>
                </c:pt>
                <c:pt idx="13531">
                  <c:v>16.848600000000001</c:v>
                </c:pt>
                <c:pt idx="13532">
                  <c:v>17.580200000000001</c:v>
                </c:pt>
                <c:pt idx="13533">
                  <c:v>18.096800000000002</c:v>
                </c:pt>
                <c:pt idx="13534">
                  <c:v>18.7639</c:v>
                </c:pt>
                <c:pt idx="13535">
                  <c:v>19.537299999999998</c:v>
                </c:pt>
                <c:pt idx="13536">
                  <c:v>20.545500000000001</c:v>
                </c:pt>
                <c:pt idx="13537">
                  <c:v>21.658100000000001</c:v>
                </c:pt>
                <c:pt idx="13538">
                  <c:v>22.677099999999999</c:v>
                </c:pt>
                <c:pt idx="13539">
                  <c:v>23.3309</c:v>
                </c:pt>
                <c:pt idx="13540">
                  <c:v>23.804200000000002</c:v>
                </c:pt>
                <c:pt idx="13541">
                  <c:v>24.128900000000002</c:v>
                </c:pt>
                <c:pt idx="13542">
                  <c:v>24.1966</c:v>
                </c:pt>
                <c:pt idx="13543">
                  <c:v>23.4892</c:v>
                </c:pt>
                <c:pt idx="13544">
                  <c:v>22.0382</c:v>
                </c:pt>
                <c:pt idx="13545">
                  <c:v>20.682600000000001</c:v>
                </c:pt>
                <c:pt idx="13546">
                  <c:v>19.359100000000002</c:v>
                </c:pt>
                <c:pt idx="13547">
                  <c:v>18.097999999999999</c:v>
                </c:pt>
                <c:pt idx="13548">
                  <c:v>17.213999999999999</c:v>
                </c:pt>
                <c:pt idx="13549">
                  <c:v>16.480799999999999</c:v>
                </c:pt>
                <c:pt idx="13550">
                  <c:v>15.8117</c:v>
                </c:pt>
                <c:pt idx="13551">
                  <c:v>15.2707</c:v>
                </c:pt>
                <c:pt idx="13552">
                  <c:v>14.582000000000001</c:v>
                </c:pt>
                <c:pt idx="13553">
                  <c:v>14.0054</c:v>
                </c:pt>
                <c:pt idx="13554">
                  <c:v>13.7659</c:v>
                </c:pt>
                <c:pt idx="13555">
                  <c:v>14.068099999999999</c:v>
                </c:pt>
                <c:pt idx="13556">
                  <c:v>14.33</c:v>
                </c:pt>
                <c:pt idx="13557">
                  <c:v>14.2362</c:v>
                </c:pt>
                <c:pt idx="13558">
                  <c:v>14.1092</c:v>
                </c:pt>
                <c:pt idx="13559">
                  <c:v>13.8238</c:v>
                </c:pt>
                <c:pt idx="13560">
                  <c:v>13.784700000000001</c:v>
                </c:pt>
                <c:pt idx="13561">
                  <c:v>13.745900000000001</c:v>
                </c:pt>
                <c:pt idx="13562">
                  <c:v>13.392899999999999</c:v>
                </c:pt>
                <c:pt idx="13563">
                  <c:v>13.1486</c:v>
                </c:pt>
                <c:pt idx="13564">
                  <c:v>12.8809</c:v>
                </c:pt>
                <c:pt idx="13565">
                  <c:v>12.7666</c:v>
                </c:pt>
                <c:pt idx="13566">
                  <c:v>12.9254</c:v>
                </c:pt>
                <c:pt idx="13567">
                  <c:v>13.4878</c:v>
                </c:pt>
                <c:pt idx="13568">
                  <c:v>13.856299999999999</c:v>
                </c:pt>
                <c:pt idx="13569">
                  <c:v>13.8735</c:v>
                </c:pt>
                <c:pt idx="13570">
                  <c:v>13.597099999999999</c:v>
                </c:pt>
                <c:pt idx="13571">
                  <c:v>13.407400000000001</c:v>
                </c:pt>
                <c:pt idx="13572">
                  <c:v>13.205299999999999</c:v>
                </c:pt>
                <c:pt idx="13573">
                  <c:v>13.1196</c:v>
                </c:pt>
                <c:pt idx="13574">
                  <c:v>13.3332</c:v>
                </c:pt>
                <c:pt idx="13575">
                  <c:v>13.2681</c:v>
                </c:pt>
                <c:pt idx="13576">
                  <c:v>12.970700000000001</c:v>
                </c:pt>
                <c:pt idx="13577">
                  <c:v>12.9483</c:v>
                </c:pt>
                <c:pt idx="13578">
                  <c:v>13.128500000000001</c:v>
                </c:pt>
                <c:pt idx="13579">
                  <c:v>12.983000000000001</c:v>
                </c:pt>
                <c:pt idx="13580">
                  <c:v>12.635999999999999</c:v>
                </c:pt>
                <c:pt idx="13581">
                  <c:v>12.774800000000001</c:v>
                </c:pt>
                <c:pt idx="13582">
                  <c:v>13.053100000000001</c:v>
                </c:pt>
                <c:pt idx="13583">
                  <c:v>13.034800000000001</c:v>
                </c:pt>
                <c:pt idx="13584">
                  <c:v>12.8551</c:v>
                </c:pt>
                <c:pt idx="13585">
                  <c:v>12.637499999999999</c:v>
                </c:pt>
                <c:pt idx="13586">
                  <c:v>12.723000000000001</c:v>
                </c:pt>
                <c:pt idx="13587">
                  <c:v>13.204800000000001</c:v>
                </c:pt>
                <c:pt idx="13588">
                  <c:v>13.0464</c:v>
                </c:pt>
                <c:pt idx="13589">
                  <c:v>12.4856</c:v>
                </c:pt>
                <c:pt idx="13590">
                  <c:v>12.212199999999999</c:v>
                </c:pt>
                <c:pt idx="13591">
                  <c:v>12.005000000000001</c:v>
                </c:pt>
                <c:pt idx="13592">
                  <c:v>11.7828</c:v>
                </c:pt>
                <c:pt idx="13593">
                  <c:v>11.694599999999999</c:v>
                </c:pt>
                <c:pt idx="13594">
                  <c:v>11.8965</c:v>
                </c:pt>
                <c:pt idx="13595">
                  <c:v>12.1028</c:v>
                </c:pt>
                <c:pt idx="13596">
                  <c:v>12.085100000000001</c:v>
                </c:pt>
                <c:pt idx="13597">
                  <c:v>11.8687</c:v>
                </c:pt>
                <c:pt idx="13598">
                  <c:v>11.6425</c:v>
                </c:pt>
                <c:pt idx="13599">
                  <c:v>11.449</c:v>
                </c:pt>
                <c:pt idx="13600">
                  <c:v>11.5205</c:v>
                </c:pt>
                <c:pt idx="13601">
                  <c:v>11.8941</c:v>
                </c:pt>
                <c:pt idx="13602">
                  <c:v>12.3285</c:v>
                </c:pt>
                <c:pt idx="13603">
                  <c:v>12.2943</c:v>
                </c:pt>
                <c:pt idx="13604">
                  <c:v>12.102499999999999</c:v>
                </c:pt>
                <c:pt idx="13605">
                  <c:v>11.779400000000001</c:v>
                </c:pt>
                <c:pt idx="13606">
                  <c:v>11.4941</c:v>
                </c:pt>
                <c:pt idx="13607">
                  <c:v>11.803100000000001</c:v>
                </c:pt>
                <c:pt idx="13608">
                  <c:v>11.7601</c:v>
                </c:pt>
                <c:pt idx="13609">
                  <c:v>11.5787</c:v>
                </c:pt>
                <c:pt idx="13610">
                  <c:v>11.880599999999999</c:v>
                </c:pt>
                <c:pt idx="13611">
                  <c:v>11.857200000000001</c:v>
                </c:pt>
                <c:pt idx="13612">
                  <c:v>11.4085</c:v>
                </c:pt>
                <c:pt idx="13613">
                  <c:v>11.210699999999999</c:v>
                </c:pt>
                <c:pt idx="13614">
                  <c:v>11.026400000000001</c:v>
                </c:pt>
                <c:pt idx="13615">
                  <c:v>11.2608</c:v>
                </c:pt>
                <c:pt idx="13616">
                  <c:v>11.7575</c:v>
                </c:pt>
                <c:pt idx="13617">
                  <c:v>11.815300000000001</c:v>
                </c:pt>
                <c:pt idx="13618">
                  <c:v>11.679399999999999</c:v>
                </c:pt>
                <c:pt idx="13619">
                  <c:v>11.5297</c:v>
                </c:pt>
                <c:pt idx="13620">
                  <c:v>11.635199999999999</c:v>
                </c:pt>
                <c:pt idx="13621">
                  <c:v>11.854100000000001</c:v>
                </c:pt>
                <c:pt idx="13622">
                  <c:v>11.8871</c:v>
                </c:pt>
                <c:pt idx="13623">
                  <c:v>12.1112</c:v>
                </c:pt>
                <c:pt idx="13624">
                  <c:v>11.954499999999999</c:v>
                </c:pt>
                <c:pt idx="13625">
                  <c:v>11.7181</c:v>
                </c:pt>
                <c:pt idx="13626">
                  <c:v>12.1137</c:v>
                </c:pt>
                <c:pt idx="13627">
                  <c:v>12.457599999999999</c:v>
                </c:pt>
                <c:pt idx="13628">
                  <c:v>12.4734</c:v>
                </c:pt>
                <c:pt idx="13629">
                  <c:v>12.415900000000001</c:v>
                </c:pt>
                <c:pt idx="13630">
                  <c:v>12.304500000000001</c:v>
                </c:pt>
                <c:pt idx="13631">
                  <c:v>12.1387</c:v>
                </c:pt>
                <c:pt idx="13632">
                  <c:v>11.805899999999999</c:v>
                </c:pt>
                <c:pt idx="13633">
                  <c:v>11.8178</c:v>
                </c:pt>
                <c:pt idx="13634">
                  <c:v>11.963100000000001</c:v>
                </c:pt>
                <c:pt idx="13635">
                  <c:v>12.021100000000001</c:v>
                </c:pt>
                <c:pt idx="13636">
                  <c:v>12.035500000000001</c:v>
                </c:pt>
                <c:pt idx="13637">
                  <c:v>12.096500000000001</c:v>
                </c:pt>
                <c:pt idx="13638">
                  <c:v>12.326700000000001</c:v>
                </c:pt>
                <c:pt idx="13639">
                  <c:v>12.7385</c:v>
                </c:pt>
                <c:pt idx="13640">
                  <c:v>12.8927</c:v>
                </c:pt>
                <c:pt idx="13641">
                  <c:v>12.3619</c:v>
                </c:pt>
                <c:pt idx="13642">
                  <c:v>11.9358</c:v>
                </c:pt>
                <c:pt idx="13643">
                  <c:v>11.724399999999999</c:v>
                </c:pt>
                <c:pt idx="13644">
                  <c:v>11.628500000000001</c:v>
                </c:pt>
                <c:pt idx="13645">
                  <c:v>11.9129</c:v>
                </c:pt>
                <c:pt idx="13646">
                  <c:v>11.896100000000001</c:v>
                </c:pt>
                <c:pt idx="13647">
                  <c:v>12.02</c:v>
                </c:pt>
                <c:pt idx="13648">
                  <c:v>12.101800000000001</c:v>
                </c:pt>
                <c:pt idx="13649">
                  <c:v>12.2148</c:v>
                </c:pt>
                <c:pt idx="13650">
                  <c:v>12.250400000000001</c:v>
                </c:pt>
                <c:pt idx="13651">
                  <c:v>12.078099999999999</c:v>
                </c:pt>
                <c:pt idx="13652">
                  <c:v>12.0228</c:v>
                </c:pt>
                <c:pt idx="13653">
                  <c:v>12.020899999999999</c:v>
                </c:pt>
                <c:pt idx="13654">
                  <c:v>12.131</c:v>
                </c:pt>
                <c:pt idx="13655">
                  <c:v>12.3</c:v>
                </c:pt>
                <c:pt idx="13656">
                  <c:v>12.248200000000001</c:v>
                </c:pt>
                <c:pt idx="13657">
                  <c:v>12.1494</c:v>
                </c:pt>
                <c:pt idx="13658">
                  <c:v>12.4084</c:v>
                </c:pt>
                <c:pt idx="13659">
                  <c:v>12.5563</c:v>
                </c:pt>
                <c:pt idx="13660">
                  <c:v>12.2935</c:v>
                </c:pt>
                <c:pt idx="13661">
                  <c:v>12.1251</c:v>
                </c:pt>
                <c:pt idx="13662">
                  <c:v>11.963900000000001</c:v>
                </c:pt>
                <c:pt idx="13663">
                  <c:v>11.8062</c:v>
                </c:pt>
                <c:pt idx="13664">
                  <c:v>11.7704</c:v>
                </c:pt>
                <c:pt idx="13665">
                  <c:v>12.226800000000001</c:v>
                </c:pt>
                <c:pt idx="13666">
                  <c:v>12.566700000000001</c:v>
                </c:pt>
                <c:pt idx="13667">
                  <c:v>12.600199999999999</c:v>
                </c:pt>
                <c:pt idx="13668">
                  <c:v>12.626899999999999</c:v>
                </c:pt>
                <c:pt idx="13669">
                  <c:v>12.4693</c:v>
                </c:pt>
                <c:pt idx="13670">
                  <c:v>12.102499999999999</c:v>
                </c:pt>
                <c:pt idx="13671">
                  <c:v>11.9648</c:v>
                </c:pt>
                <c:pt idx="13672">
                  <c:v>12.195499999999999</c:v>
                </c:pt>
                <c:pt idx="13673">
                  <c:v>12.543699999999999</c:v>
                </c:pt>
                <c:pt idx="13674">
                  <c:v>12.563800000000001</c:v>
                </c:pt>
                <c:pt idx="13675">
                  <c:v>12.4262</c:v>
                </c:pt>
                <c:pt idx="13676">
                  <c:v>12.3934</c:v>
                </c:pt>
                <c:pt idx="13677">
                  <c:v>12.3287</c:v>
                </c:pt>
                <c:pt idx="13678">
                  <c:v>12.1731</c:v>
                </c:pt>
                <c:pt idx="13679">
                  <c:v>12.4053</c:v>
                </c:pt>
                <c:pt idx="13680">
                  <c:v>12.878</c:v>
                </c:pt>
                <c:pt idx="13681">
                  <c:v>13.338800000000001</c:v>
                </c:pt>
                <c:pt idx="13682">
                  <c:v>13.486700000000001</c:v>
                </c:pt>
                <c:pt idx="13683">
                  <c:v>13.5871</c:v>
                </c:pt>
                <c:pt idx="13684">
                  <c:v>13.5288</c:v>
                </c:pt>
                <c:pt idx="13685">
                  <c:v>13.426399999999999</c:v>
                </c:pt>
                <c:pt idx="13686">
                  <c:v>13.5581</c:v>
                </c:pt>
                <c:pt idx="13687">
                  <c:v>13.3606</c:v>
                </c:pt>
                <c:pt idx="13688">
                  <c:v>12.782299999999999</c:v>
                </c:pt>
                <c:pt idx="13689">
                  <c:v>12.218999999999999</c:v>
                </c:pt>
                <c:pt idx="13690">
                  <c:v>12.0975</c:v>
                </c:pt>
                <c:pt idx="13691">
                  <c:v>12.3001</c:v>
                </c:pt>
                <c:pt idx="13692">
                  <c:v>12.444599999999999</c:v>
                </c:pt>
                <c:pt idx="13693">
                  <c:v>12.5002</c:v>
                </c:pt>
                <c:pt idx="13694">
                  <c:v>12.1126</c:v>
                </c:pt>
                <c:pt idx="13695">
                  <c:v>11.815099999999999</c:v>
                </c:pt>
                <c:pt idx="13696">
                  <c:v>11.839399999999999</c:v>
                </c:pt>
                <c:pt idx="13697">
                  <c:v>12.0091</c:v>
                </c:pt>
                <c:pt idx="13698">
                  <c:v>12.2681</c:v>
                </c:pt>
                <c:pt idx="13699">
                  <c:v>12.2121</c:v>
                </c:pt>
                <c:pt idx="13700">
                  <c:v>11.9358</c:v>
                </c:pt>
                <c:pt idx="13701">
                  <c:v>11.6892</c:v>
                </c:pt>
                <c:pt idx="13702">
                  <c:v>11.4438</c:v>
                </c:pt>
                <c:pt idx="13703">
                  <c:v>11.4498</c:v>
                </c:pt>
                <c:pt idx="13704">
                  <c:v>11.5571</c:v>
                </c:pt>
                <c:pt idx="13705">
                  <c:v>11.670299999999999</c:v>
                </c:pt>
                <c:pt idx="13706">
                  <c:v>11.7675</c:v>
                </c:pt>
                <c:pt idx="13707">
                  <c:v>11.925000000000001</c:v>
                </c:pt>
                <c:pt idx="13708">
                  <c:v>11.9016</c:v>
                </c:pt>
                <c:pt idx="13709">
                  <c:v>11.452999999999999</c:v>
                </c:pt>
                <c:pt idx="13710">
                  <c:v>11.0153</c:v>
                </c:pt>
                <c:pt idx="13711">
                  <c:v>11.048299999999999</c:v>
                </c:pt>
                <c:pt idx="13712">
                  <c:v>11.3788</c:v>
                </c:pt>
                <c:pt idx="13713">
                  <c:v>11.810700000000001</c:v>
                </c:pt>
                <c:pt idx="13714">
                  <c:v>12.1393</c:v>
                </c:pt>
                <c:pt idx="13715">
                  <c:v>12.091100000000001</c:v>
                </c:pt>
                <c:pt idx="13716">
                  <c:v>11.9839</c:v>
                </c:pt>
                <c:pt idx="13717">
                  <c:v>11.759499999999999</c:v>
                </c:pt>
                <c:pt idx="13718">
                  <c:v>11.4788</c:v>
                </c:pt>
                <c:pt idx="13719">
                  <c:v>11.3208</c:v>
                </c:pt>
                <c:pt idx="13720">
                  <c:v>11.260999999999999</c:v>
                </c:pt>
                <c:pt idx="13721">
                  <c:v>11.503299999999999</c:v>
                </c:pt>
                <c:pt idx="13722">
                  <c:v>11.809799999999999</c:v>
                </c:pt>
                <c:pt idx="13723">
                  <c:v>12.035299999999999</c:v>
                </c:pt>
                <c:pt idx="13724">
                  <c:v>12.0335</c:v>
                </c:pt>
                <c:pt idx="13725">
                  <c:v>11.970499999999999</c:v>
                </c:pt>
                <c:pt idx="13726">
                  <c:v>11.784700000000001</c:v>
                </c:pt>
                <c:pt idx="13727">
                  <c:v>11.822100000000001</c:v>
                </c:pt>
                <c:pt idx="13728">
                  <c:v>12.1434</c:v>
                </c:pt>
                <c:pt idx="13729">
                  <c:v>12.5358</c:v>
                </c:pt>
                <c:pt idx="13730">
                  <c:v>12.7402</c:v>
                </c:pt>
                <c:pt idx="13731">
                  <c:v>12.599299999999999</c:v>
                </c:pt>
                <c:pt idx="13732">
                  <c:v>12.2758</c:v>
                </c:pt>
                <c:pt idx="13733">
                  <c:v>12.2171</c:v>
                </c:pt>
                <c:pt idx="13734">
                  <c:v>12.5298</c:v>
                </c:pt>
                <c:pt idx="13735">
                  <c:v>12.6434</c:v>
                </c:pt>
                <c:pt idx="13736">
                  <c:v>12.789199999999999</c:v>
                </c:pt>
                <c:pt idx="13737">
                  <c:v>12.8093</c:v>
                </c:pt>
                <c:pt idx="13738">
                  <c:v>12.723100000000001</c:v>
                </c:pt>
                <c:pt idx="13739">
                  <c:v>12.663600000000001</c:v>
                </c:pt>
                <c:pt idx="13740">
                  <c:v>12.5336</c:v>
                </c:pt>
                <c:pt idx="13741">
                  <c:v>12.624000000000001</c:v>
                </c:pt>
                <c:pt idx="13742">
                  <c:v>12.749499999999999</c:v>
                </c:pt>
                <c:pt idx="13743">
                  <c:v>12.8323</c:v>
                </c:pt>
                <c:pt idx="13744">
                  <c:v>12.832100000000001</c:v>
                </c:pt>
                <c:pt idx="13745">
                  <c:v>12.7971</c:v>
                </c:pt>
                <c:pt idx="13746">
                  <c:v>12.5128</c:v>
                </c:pt>
                <c:pt idx="13747">
                  <c:v>12.2325</c:v>
                </c:pt>
                <c:pt idx="13748">
                  <c:v>11.980499999999999</c:v>
                </c:pt>
                <c:pt idx="13749">
                  <c:v>12.002599999999999</c:v>
                </c:pt>
                <c:pt idx="13750">
                  <c:v>12.0558</c:v>
                </c:pt>
                <c:pt idx="13751">
                  <c:v>11.8887</c:v>
                </c:pt>
                <c:pt idx="13752">
                  <c:v>11.457700000000001</c:v>
                </c:pt>
                <c:pt idx="13753">
                  <c:v>10.924799999999999</c:v>
                </c:pt>
                <c:pt idx="13754">
                  <c:v>10.865</c:v>
                </c:pt>
                <c:pt idx="13755">
                  <c:v>10.964399999999999</c:v>
                </c:pt>
                <c:pt idx="13756">
                  <c:v>11.067</c:v>
                </c:pt>
                <c:pt idx="13757">
                  <c:v>11.3277</c:v>
                </c:pt>
                <c:pt idx="13758">
                  <c:v>11.4598</c:v>
                </c:pt>
                <c:pt idx="13759">
                  <c:v>11.286</c:v>
                </c:pt>
                <c:pt idx="13760">
                  <c:v>11.006</c:v>
                </c:pt>
                <c:pt idx="13761">
                  <c:v>10.5816</c:v>
                </c:pt>
                <c:pt idx="13762">
                  <c:v>10.429399999999999</c:v>
                </c:pt>
                <c:pt idx="13763">
                  <c:v>10.601900000000001</c:v>
                </c:pt>
                <c:pt idx="13764">
                  <c:v>10.8698</c:v>
                </c:pt>
                <c:pt idx="13765">
                  <c:v>10.7165</c:v>
                </c:pt>
                <c:pt idx="13766">
                  <c:v>11.1287</c:v>
                </c:pt>
                <c:pt idx="13767">
                  <c:v>11.573</c:v>
                </c:pt>
                <c:pt idx="13768">
                  <c:v>11.710699999999999</c:v>
                </c:pt>
                <c:pt idx="13769">
                  <c:v>11.9278</c:v>
                </c:pt>
                <c:pt idx="13770">
                  <c:v>12.056900000000001</c:v>
                </c:pt>
                <c:pt idx="13771">
                  <c:v>11.9284</c:v>
                </c:pt>
                <c:pt idx="13772">
                  <c:v>11.716799999999999</c:v>
                </c:pt>
                <c:pt idx="13773">
                  <c:v>11.5793</c:v>
                </c:pt>
                <c:pt idx="13774">
                  <c:v>11.6889</c:v>
                </c:pt>
                <c:pt idx="13775">
                  <c:v>11.4994</c:v>
                </c:pt>
                <c:pt idx="13776">
                  <c:v>11.373799999999999</c:v>
                </c:pt>
                <c:pt idx="13777">
                  <c:v>11.2416</c:v>
                </c:pt>
                <c:pt idx="13778">
                  <c:v>10.820600000000001</c:v>
                </c:pt>
                <c:pt idx="13779">
                  <c:v>10.776999999999999</c:v>
                </c:pt>
                <c:pt idx="13780">
                  <c:v>10.996600000000001</c:v>
                </c:pt>
                <c:pt idx="13781">
                  <c:v>11.011799999999999</c:v>
                </c:pt>
                <c:pt idx="13782">
                  <c:v>10.7159</c:v>
                </c:pt>
                <c:pt idx="13783">
                  <c:v>10.632</c:v>
                </c:pt>
                <c:pt idx="13784">
                  <c:v>10.2827</c:v>
                </c:pt>
                <c:pt idx="13785">
                  <c:v>9.8640899999999991</c:v>
                </c:pt>
                <c:pt idx="13786">
                  <c:v>9.9218299999999999</c:v>
                </c:pt>
                <c:pt idx="13787">
                  <c:v>10.1844</c:v>
                </c:pt>
                <c:pt idx="13788">
                  <c:v>10.291700000000001</c:v>
                </c:pt>
                <c:pt idx="13789">
                  <c:v>9.9289900000000006</c:v>
                </c:pt>
                <c:pt idx="13790">
                  <c:v>9.5485199999999999</c:v>
                </c:pt>
                <c:pt idx="13791">
                  <c:v>9.7903500000000001</c:v>
                </c:pt>
                <c:pt idx="13792">
                  <c:v>9.9847699999999993</c:v>
                </c:pt>
                <c:pt idx="13793">
                  <c:v>9.7975899999999996</c:v>
                </c:pt>
                <c:pt idx="13794">
                  <c:v>9.6954899999999995</c:v>
                </c:pt>
                <c:pt idx="13795">
                  <c:v>9.9970499999999998</c:v>
                </c:pt>
                <c:pt idx="13796">
                  <c:v>10.323600000000001</c:v>
                </c:pt>
                <c:pt idx="13797">
                  <c:v>10.4041</c:v>
                </c:pt>
                <c:pt idx="13798">
                  <c:v>9.9102899999999998</c:v>
                </c:pt>
                <c:pt idx="13799">
                  <c:v>9.3958999999999993</c:v>
                </c:pt>
                <c:pt idx="13800">
                  <c:v>9.3576300000000003</c:v>
                </c:pt>
                <c:pt idx="13801">
                  <c:v>9.64283</c:v>
                </c:pt>
                <c:pt idx="13802">
                  <c:v>9.9777799999999992</c:v>
                </c:pt>
                <c:pt idx="13803">
                  <c:v>9.9797600000000006</c:v>
                </c:pt>
                <c:pt idx="13804">
                  <c:v>10.142899999999999</c:v>
                </c:pt>
                <c:pt idx="13805">
                  <c:v>10.1922</c:v>
                </c:pt>
                <c:pt idx="13806">
                  <c:v>9.92197</c:v>
                </c:pt>
                <c:pt idx="13807">
                  <c:v>9.7472700000000003</c:v>
                </c:pt>
                <c:pt idx="13808">
                  <c:v>9.6464499999999997</c:v>
                </c:pt>
                <c:pt idx="13809">
                  <c:v>9.75441</c:v>
                </c:pt>
                <c:pt idx="13810">
                  <c:v>10.2485</c:v>
                </c:pt>
                <c:pt idx="13811">
                  <c:v>10.3599</c:v>
                </c:pt>
                <c:pt idx="13812">
                  <c:v>10.460800000000001</c:v>
                </c:pt>
                <c:pt idx="13813">
                  <c:v>10.4903</c:v>
                </c:pt>
                <c:pt idx="13814">
                  <c:v>10.540100000000001</c:v>
                </c:pt>
                <c:pt idx="13815">
                  <c:v>10.8691</c:v>
                </c:pt>
                <c:pt idx="13816">
                  <c:v>10.789899999999999</c:v>
                </c:pt>
                <c:pt idx="13817">
                  <c:v>10.3866</c:v>
                </c:pt>
                <c:pt idx="13818">
                  <c:v>10.0222</c:v>
                </c:pt>
                <c:pt idx="13819">
                  <c:v>9.9079300000000003</c:v>
                </c:pt>
                <c:pt idx="13820">
                  <c:v>10.114599999999999</c:v>
                </c:pt>
                <c:pt idx="13821">
                  <c:v>10.3073</c:v>
                </c:pt>
                <c:pt idx="13822">
                  <c:v>10.0831</c:v>
                </c:pt>
                <c:pt idx="13823">
                  <c:v>9.8412199999999999</c:v>
                </c:pt>
                <c:pt idx="13824">
                  <c:v>9.5517199999999995</c:v>
                </c:pt>
                <c:pt idx="13825">
                  <c:v>9.4489400000000003</c:v>
                </c:pt>
                <c:pt idx="13826">
                  <c:v>9.6713699999999996</c:v>
                </c:pt>
                <c:pt idx="13827">
                  <c:v>9.8177800000000008</c:v>
                </c:pt>
                <c:pt idx="13828">
                  <c:v>9.9002099999999995</c:v>
                </c:pt>
                <c:pt idx="13829">
                  <c:v>9.6394599999999997</c:v>
                </c:pt>
                <c:pt idx="13830">
                  <c:v>9.4468300000000003</c:v>
                </c:pt>
                <c:pt idx="13831">
                  <c:v>9.3866999999999994</c:v>
                </c:pt>
                <c:pt idx="13832">
                  <c:v>9.6455199999999994</c:v>
                </c:pt>
                <c:pt idx="13833">
                  <c:v>9.9980799999999999</c:v>
                </c:pt>
                <c:pt idx="13834">
                  <c:v>10.067600000000001</c:v>
                </c:pt>
                <c:pt idx="13835">
                  <c:v>9.8554999999999993</c:v>
                </c:pt>
                <c:pt idx="13836">
                  <c:v>9.7847200000000001</c:v>
                </c:pt>
                <c:pt idx="13837">
                  <c:v>9.6475200000000001</c:v>
                </c:pt>
                <c:pt idx="13838">
                  <c:v>9.4689899999999998</c:v>
                </c:pt>
                <c:pt idx="13839">
                  <c:v>9.44801</c:v>
                </c:pt>
                <c:pt idx="13840">
                  <c:v>9.7328600000000005</c:v>
                </c:pt>
                <c:pt idx="13841">
                  <c:v>9.7051800000000004</c:v>
                </c:pt>
                <c:pt idx="13842">
                  <c:v>9.6060599999999994</c:v>
                </c:pt>
                <c:pt idx="13843">
                  <c:v>9.7273599999999991</c:v>
                </c:pt>
                <c:pt idx="13844">
                  <c:v>9.7999200000000002</c:v>
                </c:pt>
                <c:pt idx="13845">
                  <c:v>9.7651599999999998</c:v>
                </c:pt>
                <c:pt idx="13846">
                  <c:v>9.8445400000000003</c:v>
                </c:pt>
                <c:pt idx="13847">
                  <c:v>9.7001000000000008</c:v>
                </c:pt>
                <c:pt idx="13848">
                  <c:v>9.4253099999999996</c:v>
                </c:pt>
                <c:pt idx="13849">
                  <c:v>9.2120300000000004</c:v>
                </c:pt>
                <c:pt idx="13850">
                  <c:v>8.9057399999999998</c:v>
                </c:pt>
                <c:pt idx="13851">
                  <c:v>8.8048000000000002</c:v>
                </c:pt>
                <c:pt idx="13852">
                  <c:v>9.0911000000000008</c:v>
                </c:pt>
                <c:pt idx="13853">
                  <c:v>9.4575099999999992</c:v>
                </c:pt>
                <c:pt idx="13854">
                  <c:v>9.4009699999999992</c:v>
                </c:pt>
                <c:pt idx="13855">
                  <c:v>9.4470500000000008</c:v>
                </c:pt>
                <c:pt idx="13856">
                  <c:v>9.6755600000000008</c:v>
                </c:pt>
                <c:pt idx="13857">
                  <c:v>9.4032300000000006</c:v>
                </c:pt>
                <c:pt idx="13858">
                  <c:v>9.1409199999999995</c:v>
                </c:pt>
                <c:pt idx="13859">
                  <c:v>9.0890900000000006</c:v>
                </c:pt>
                <c:pt idx="13860">
                  <c:v>9.3051899999999996</c:v>
                </c:pt>
                <c:pt idx="13861">
                  <c:v>9.5144800000000007</c:v>
                </c:pt>
                <c:pt idx="13862">
                  <c:v>9.5176200000000009</c:v>
                </c:pt>
                <c:pt idx="13863">
                  <c:v>9.3891500000000008</c:v>
                </c:pt>
                <c:pt idx="13864">
                  <c:v>9.52745</c:v>
                </c:pt>
                <c:pt idx="13865">
                  <c:v>9.5064700000000002</c:v>
                </c:pt>
                <c:pt idx="13866">
                  <c:v>9.4430099999999992</c:v>
                </c:pt>
                <c:pt idx="13867">
                  <c:v>9.7772699999999997</c:v>
                </c:pt>
                <c:pt idx="13868">
                  <c:v>9.8225599999999993</c:v>
                </c:pt>
                <c:pt idx="13869">
                  <c:v>9.8892900000000008</c:v>
                </c:pt>
                <c:pt idx="13870">
                  <c:v>10.2049</c:v>
                </c:pt>
                <c:pt idx="13871">
                  <c:v>10.245699999999999</c:v>
                </c:pt>
                <c:pt idx="13872">
                  <c:v>10.0886</c:v>
                </c:pt>
                <c:pt idx="13873">
                  <c:v>10.2239</c:v>
                </c:pt>
                <c:pt idx="13874">
                  <c:v>10.1455</c:v>
                </c:pt>
                <c:pt idx="13875">
                  <c:v>9.9547100000000004</c:v>
                </c:pt>
                <c:pt idx="13876">
                  <c:v>9.8742300000000007</c:v>
                </c:pt>
                <c:pt idx="13877">
                  <c:v>9.8066999999999993</c:v>
                </c:pt>
                <c:pt idx="13878">
                  <c:v>9.9252900000000004</c:v>
                </c:pt>
                <c:pt idx="13879">
                  <c:v>10.2469</c:v>
                </c:pt>
                <c:pt idx="13880">
                  <c:v>10.131600000000001</c:v>
                </c:pt>
                <c:pt idx="13881">
                  <c:v>10.025499999999999</c:v>
                </c:pt>
                <c:pt idx="13882">
                  <c:v>9.8894500000000001</c:v>
                </c:pt>
                <c:pt idx="13883">
                  <c:v>10.0228</c:v>
                </c:pt>
                <c:pt idx="13884">
                  <c:v>10.151300000000001</c:v>
                </c:pt>
                <c:pt idx="13885">
                  <c:v>10.1936</c:v>
                </c:pt>
                <c:pt idx="13886">
                  <c:v>10.1264</c:v>
                </c:pt>
                <c:pt idx="13887">
                  <c:v>9.8311100000000007</c:v>
                </c:pt>
                <c:pt idx="13888">
                  <c:v>9.6926900000000007</c:v>
                </c:pt>
                <c:pt idx="13889">
                  <c:v>9.8419100000000004</c:v>
                </c:pt>
                <c:pt idx="13890">
                  <c:v>9.6857000000000006</c:v>
                </c:pt>
                <c:pt idx="13891">
                  <c:v>9.3103899999999999</c:v>
                </c:pt>
                <c:pt idx="13892">
                  <c:v>9.2245600000000003</c:v>
                </c:pt>
                <c:pt idx="13893">
                  <c:v>9.3501899999999996</c:v>
                </c:pt>
                <c:pt idx="13894">
                  <c:v>9.3876200000000001</c:v>
                </c:pt>
                <c:pt idx="13895">
                  <c:v>9.52515</c:v>
                </c:pt>
                <c:pt idx="13896">
                  <c:v>9.7482199999999999</c:v>
                </c:pt>
                <c:pt idx="13897">
                  <c:v>9.6426700000000007</c:v>
                </c:pt>
                <c:pt idx="13898">
                  <c:v>9.6644500000000004</c:v>
                </c:pt>
                <c:pt idx="13899">
                  <c:v>9.6170100000000005</c:v>
                </c:pt>
                <c:pt idx="13900">
                  <c:v>9.65869</c:v>
                </c:pt>
                <c:pt idx="13901">
                  <c:v>9.6294799999999992</c:v>
                </c:pt>
                <c:pt idx="13902">
                  <c:v>9.5194200000000002</c:v>
                </c:pt>
                <c:pt idx="13903">
                  <c:v>9.6336300000000001</c:v>
                </c:pt>
                <c:pt idx="13904">
                  <c:v>9.7149000000000001</c:v>
                </c:pt>
                <c:pt idx="13905">
                  <c:v>9.4585399999999993</c:v>
                </c:pt>
                <c:pt idx="13906">
                  <c:v>9.1787100000000006</c:v>
                </c:pt>
                <c:pt idx="13907">
                  <c:v>8.6901899999999994</c:v>
                </c:pt>
                <c:pt idx="13908">
                  <c:v>8.3764800000000008</c:v>
                </c:pt>
                <c:pt idx="13909">
                  <c:v>8.7011699999999994</c:v>
                </c:pt>
                <c:pt idx="13910">
                  <c:v>8.7951200000000007</c:v>
                </c:pt>
                <c:pt idx="13911">
                  <c:v>8.7589100000000002</c:v>
                </c:pt>
                <c:pt idx="13912">
                  <c:v>9.0511300000000006</c:v>
                </c:pt>
                <c:pt idx="13913">
                  <c:v>9.2047899999999991</c:v>
                </c:pt>
                <c:pt idx="13914">
                  <c:v>9.1535100000000007</c:v>
                </c:pt>
                <c:pt idx="13915">
                  <c:v>8.9362399999999997</c:v>
                </c:pt>
                <c:pt idx="13916">
                  <c:v>8.8406500000000001</c:v>
                </c:pt>
                <c:pt idx="13917">
                  <c:v>8.9530600000000007</c:v>
                </c:pt>
                <c:pt idx="13918">
                  <c:v>9.0540900000000004</c:v>
                </c:pt>
                <c:pt idx="13919">
                  <c:v>8.8414800000000007</c:v>
                </c:pt>
                <c:pt idx="13920">
                  <c:v>8.5727700000000002</c:v>
                </c:pt>
                <c:pt idx="13921">
                  <c:v>8.4267900000000004</c:v>
                </c:pt>
                <c:pt idx="13922">
                  <c:v>8.9244199999999996</c:v>
                </c:pt>
                <c:pt idx="13923">
                  <c:v>9.5025499999999994</c:v>
                </c:pt>
                <c:pt idx="13924">
                  <c:v>9.7307199999999998</c:v>
                </c:pt>
                <c:pt idx="13925">
                  <c:v>9.67666</c:v>
                </c:pt>
                <c:pt idx="13926">
                  <c:v>9.60229</c:v>
                </c:pt>
                <c:pt idx="13927">
                  <c:v>9.3392300000000006</c:v>
                </c:pt>
                <c:pt idx="13928">
                  <c:v>9.1853700000000007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3711-46F4-99CF-4CCD6CE389B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71630720"/>
        <c:axId val="71629760"/>
      </c:scatterChart>
      <c:valAx>
        <c:axId val="71630720"/>
        <c:scaling>
          <c:orientation val="maxMin"/>
          <c:max val="8"/>
          <c:min val="3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/>
                </a:solidFill>
                <a:latin typeface="Avenir LT Std 45 Book" panose="020B0502020203020204" pitchFamily="34" charset="0"/>
                <a:ea typeface="+mn-ea"/>
                <a:cs typeface="+mn-cs"/>
              </a:defRPr>
            </a:pPr>
            <a:endParaRPr lang="en-US"/>
          </a:p>
        </c:txPr>
        <c:crossAx val="71629760"/>
        <c:crosses val="autoZero"/>
        <c:crossBetween val="midCat"/>
      </c:valAx>
      <c:valAx>
        <c:axId val="71629760"/>
        <c:scaling>
          <c:orientation val="minMax"/>
        </c:scaling>
        <c:delete val="1"/>
        <c:axPos val="r"/>
        <c:numFmt formatCode="General" sourceLinked="1"/>
        <c:majorTickMark val="none"/>
        <c:minorTickMark val="none"/>
        <c:tickLblPos val="nextTo"/>
        <c:crossAx val="71630720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spPr>
            <a:ln w="1270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'Se-M_eth1x, met1x'!$A$1:$A$13929</c:f>
              <c:numCache>
                <c:formatCode>General</c:formatCode>
                <c:ptCount val="13929"/>
                <c:pt idx="0">
                  <c:v>3.5777000000000001</c:v>
                </c:pt>
                <c:pt idx="1">
                  <c:v>3.5779999999999998</c:v>
                </c:pt>
                <c:pt idx="2">
                  <c:v>3.5783100000000001</c:v>
                </c:pt>
                <c:pt idx="3">
                  <c:v>3.5786099999999998</c:v>
                </c:pt>
                <c:pt idx="4">
                  <c:v>3.5789200000000001</c:v>
                </c:pt>
                <c:pt idx="5">
                  <c:v>3.5792299999999999</c:v>
                </c:pt>
                <c:pt idx="6">
                  <c:v>3.5795300000000001</c:v>
                </c:pt>
                <c:pt idx="7">
                  <c:v>3.5798399999999999</c:v>
                </c:pt>
                <c:pt idx="8">
                  <c:v>3.5801400000000001</c:v>
                </c:pt>
                <c:pt idx="9">
                  <c:v>3.5804499999999999</c:v>
                </c:pt>
                <c:pt idx="10">
                  <c:v>3.5807500000000001</c:v>
                </c:pt>
                <c:pt idx="11">
                  <c:v>3.5810599999999999</c:v>
                </c:pt>
                <c:pt idx="12">
                  <c:v>3.5813600000000001</c:v>
                </c:pt>
                <c:pt idx="13">
                  <c:v>3.5816699999999999</c:v>
                </c:pt>
                <c:pt idx="14">
                  <c:v>3.5819700000000001</c:v>
                </c:pt>
                <c:pt idx="15">
                  <c:v>3.5822799999999999</c:v>
                </c:pt>
                <c:pt idx="16">
                  <c:v>3.5825800000000001</c:v>
                </c:pt>
                <c:pt idx="17">
                  <c:v>3.5828899999999999</c:v>
                </c:pt>
                <c:pt idx="18">
                  <c:v>3.5832000000000002</c:v>
                </c:pt>
                <c:pt idx="19">
                  <c:v>3.5834999999999999</c:v>
                </c:pt>
                <c:pt idx="20">
                  <c:v>3.5838100000000002</c:v>
                </c:pt>
                <c:pt idx="21">
                  <c:v>3.5841099999999999</c:v>
                </c:pt>
                <c:pt idx="22">
                  <c:v>3.5844200000000002</c:v>
                </c:pt>
                <c:pt idx="23">
                  <c:v>3.5847199999999999</c:v>
                </c:pt>
                <c:pt idx="24">
                  <c:v>3.5850300000000002</c:v>
                </c:pt>
                <c:pt idx="25">
                  <c:v>3.5853299999999999</c:v>
                </c:pt>
                <c:pt idx="26">
                  <c:v>3.5856400000000002</c:v>
                </c:pt>
                <c:pt idx="27">
                  <c:v>3.5859399999999999</c:v>
                </c:pt>
                <c:pt idx="28">
                  <c:v>3.5862500000000002</c:v>
                </c:pt>
                <c:pt idx="29">
                  <c:v>3.58656</c:v>
                </c:pt>
                <c:pt idx="30">
                  <c:v>3.5868600000000002</c:v>
                </c:pt>
                <c:pt idx="31">
                  <c:v>3.58717</c:v>
                </c:pt>
                <c:pt idx="32">
                  <c:v>3.5874700000000002</c:v>
                </c:pt>
                <c:pt idx="33">
                  <c:v>3.58778</c:v>
                </c:pt>
                <c:pt idx="34">
                  <c:v>3.5880800000000002</c:v>
                </c:pt>
                <c:pt idx="35">
                  <c:v>3.58839</c:v>
                </c:pt>
                <c:pt idx="36">
                  <c:v>3.5886900000000002</c:v>
                </c:pt>
                <c:pt idx="37">
                  <c:v>3.589</c:v>
                </c:pt>
                <c:pt idx="38">
                  <c:v>3.5893000000000002</c:v>
                </c:pt>
                <c:pt idx="39">
                  <c:v>3.58961</c:v>
                </c:pt>
                <c:pt idx="40">
                  <c:v>3.5899100000000002</c:v>
                </c:pt>
                <c:pt idx="41">
                  <c:v>3.59022</c:v>
                </c:pt>
                <c:pt idx="42">
                  <c:v>3.5905300000000002</c:v>
                </c:pt>
                <c:pt idx="43">
                  <c:v>3.59083</c:v>
                </c:pt>
                <c:pt idx="44">
                  <c:v>3.5911400000000002</c:v>
                </c:pt>
                <c:pt idx="45">
                  <c:v>3.59144</c:v>
                </c:pt>
                <c:pt idx="46">
                  <c:v>3.5917500000000002</c:v>
                </c:pt>
                <c:pt idx="47">
                  <c:v>3.59205</c:v>
                </c:pt>
                <c:pt idx="48">
                  <c:v>3.5923600000000002</c:v>
                </c:pt>
                <c:pt idx="49">
                  <c:v>3.59266</c:v>
                </c:pt>
                <c:pt idx="50">
                  <c:v>3.5929700000000002</c:v>
                </c:pt>
                <c:pt idx="51">
                  <c:v>3.59327</c:v>
                </c:pt>
                <c:pt idx="52">
                  <c:v>3.5935800000000002</c:v>
                </c:pt>
                <c:pt idx="53">
                  <c:v>3.59388</c:v>
                </c:pt>
                <c:pt idx="54">
                  <c:v>3.5941900000000002</c:v>
                </c:pt>
                <c:pt idx="55">
                  <c:v>3.5945</c:v>
                </c:pt>
                <c:pt idx="56">
                  <c:v>3.5948000000000002</c:v>
                </c:pt>
                <c:pt idx="57">
                  <c:v>3.59511</c:v>
                </c:pt>
                <c:pt idx="58">
                  <c:v>3.5954100000000002</c:v>
                </c:pt>
                <c:pt idx="59">
                  <c:v>3.59572</c:v>
                </c:pt>
                <c:pt idx="60">
                  <c:v>3.5960200000000002</c:v>
                </c:pt>
                <c:pt idx="61">
                  <c:v>3.59633</c:v>
                </c:pt>
                <c:pt idx="62">
                  <c:v>3.5966300000000002</c:v>
                </c:pt>
                <c:pt idx="63">
                  <c:v>3.59694</c:v>
                </c:pt>
                <c:pt idx="64">
                  <c:v>3.5972400000000002</c:v>
                </c:pt>
                <c:pt idx="65">
                  <c:v>3.59755</c:v>
                </c:pt>
                <c:pt idx="66">
                  <c:v>3.5978500000000002</c:v>
                </c:pt>
                <c:pt idx="67">
                  <c:v>3.59816</c:v>
                </c:pt>
                <c:pt idx="68">
                  <c:v>3.5984699999999998</c:v>
                </c:pt>
                <c:pt idx="69">
                  <c:v>3.59877</c:v>
                </c:pt>
                <c:pt idx="70">
                  <c:v>3.5990799999999998</c:v>
                </c:pt>
                <c:pt idx="71">
                  <c:v>3.59938</c:v>
                </c:pt>
                <c:pt idx="72">
                  <c:v>3.5996899999999998</c:v>
                </c:pt>
                <c:pt idx="73">
                  <c:v>3.59999</c:v>
                </c:pt>
                <c:pt idx="74">
                  <c:v>3.6002999999999998</c:v>
                </c:pt>
                <c:pt idx="75">
                  <c:v>3.6006</c:v>
                </c:pt>
                <c:pt idx="76">
                  <c:v>3.6009099999999998</c:v>
                </c:pt>
                <c:pt idx="77">
                  <c:v>3.60121</c:v>
                </c:pt>
                <c:pt idx="78">
                  <c:v>3.6015199999999998</c:v>
                </c:pt>
                <c:pt idx="79">
                  <c:v>3.60182</c:v>
                </c:pt>
                <c:pt idx="80">
                  <c:v>3.6021299999999998</c:v>
                </c:pt>
                <c:pt idx="81">
                  <c:v>3.6024400000000001</c:v>
                </c:pt>
                <c:pt idx="82">
                  <c:v>3.6027399999999998</c:v>
                </c:pt>
                <c:pt idx="83">
                  <c:v>3.6030500000000001</c:v>
                </c:pt>
                <c:pt idx="84">
                  <c:v>3.6033499999999998</c:v>
                </c:pt>
                <c:pt idx="85">
                  <c:v>3.6036600000000001</c:v>
                </c:pt>
                <c:pt idx="86">
                  <c:v>3.6039599999999998</c:v>
                </c:pt>
                <c:pt idx="87">
                  <c:v>3.6042700000000001</c:v>
                </c:pt>
                <c:pt idx="88">
                  <c:v>3.6045699999999998</c:v>
                </c:pt>
                <c:pt idx="89">
                  <c:v>3.6048800000000001</c:v>
                </c:pt>
                <c:pt idx="90">
                  <c:v>3.6051799999999998</c:v>
                </c:pt>
                <c:pt idx="91">
                  <c:v>3.6054900000000001</c:v>
                </c:pt>
                <c:pt idx="92">
                  <c:v>3.6057999999999999</c:v>
                </c:pt>
                <c:pt idx="93">
                  <c:v>3.6061000000000001</c:v>
                </c:pt>
                <c:pt idx="94">
                  <c:v>3.6064099999999999</c:v>
                </c:pt>
                <c:pt idx="95">
                  <c:v>3.6067100000000001</c:v>
                </c:pt>
                <c:pt idx="96">
                  <c:v>3.6070199999999999</c:v>
                </c:pt>
                <c:pt idx="97">
                  <c:v>3.6073200000000001</c:v>
                </c:pt>
                <c:pt idx="98">
                  <c:v>3.6076299999999999</c:v>
                </c:pt>
                <c:pt idx="99">
                  <c:v>3.6079300000000001</c:v>
                </c:pt>
                <c:pt idx="100">
                  <c:v>3.6082399999999999</c:v>
                </c:pt>
                <c:pt idx="101">
                  <c:v>3.6085400000000001</c:v>
                </c:pt>
                <c:pt idx="102">
                  <c:v>3.6088499999999999</c:v>
                </c:pt>
                <c:pt idx="103">
                  <c:v>3.6091500000000001</c:v>
                </c:pt>
                <c:pt idx="104">
                  <c:v>3.6094599999999999</c:v>
                </c:pt>
                <c:pt idx="105">
                  <c:v>3.6097700000000001</c:v>
                </c:pt>
                <c:pt idx="106">
                  <c:v>3.6100699999999999</c:v>
                </c:pt>
                <c:pt idx="107">
                  <c:v>3.6103800000000001</c:v>
                </c:pt>
                <c:pt idx="108">
                  <c:v>3.6106799999999999</c:v>
                </c:pt>
                <c:pt idx="109">
                  <c:v>3.6109900000000001</c:v>
                </c:pt>
                <c:pt idx="110">
                  <c:v>3.6112899999999999</c:v>
                </c:pt>
                <c:pt idx="111">
                  <c:v>3.6116000000000001</c:v>
                </c:pt>
                <c:pt idx="112">
                  <c:v>3.6118999999999999</c:v>
                </c:pt>
                <c:pt idx="113">
                  <c:v>3.6122100000000001</c:v>
                </c:pt>
                <c:pt idx="114">
                  <c:v>3.6125099999999999</c:v>
                </c:pt>
                <c:pt idx="115">
                  <c:v>3.6128200000000001</c:v>
                </c:pt>
                <c:pt idx="116">
                  <c:v>3.6131199999999999</c:v>
                </c:pt>
                <c:pt idx="117">
                  <c:v>3.6134300000000001</c:v>
                </c:pt>
                <c:pt idx="118">
                  <c:v>3.61374</c:v>
                </c:pt>
                <c:pt idx="119">
                  <c:v>3.6140400000000001</c:v>
                </c:pt>
                <c:pt idx="120">
                  <c:v>3.61435</c:v>
                </c:pt>
                <c:pt idx="121">
                  <c:v>3.6146500000000001</c:v>
                </c:pt>
                <c:pt idx="122">
                  <c:v>3.61496</c:v>
                </c:pt>
                <c:pt idx="123">
                  <c:v>3.6152600000000001</c:v>
                </c:pt>
                <c:pt idx="124">
                  <c:v>3.61557</c:v>
                </c:pt>
                <c:pt idx="125">
                  <c:v>3.6158700000000001</c:v>
                </c:pt>
                <c:pt idx="126">
                  <c:v>3.6161799999999999</c:v>
                </c:pt>
                <c:pt idx="127">
                  <c:v>3.6164800000000001</c:v>
                </c:pt>
                <c:pt idx="128">
                  <c:v>3.6167899999999999</c:v>
                </c:pt>
                <c:pt idx="129">
                  <c:v>3.6170900000000001</c:v>
                </c:pt>
                <c:pt idx="130">
                  <c:v>3.6173999999999999</c:v>
                </c:pt>
                <c:pt idx="131">
                  <c:v>3.6177100000000002</c:v>
                </c:pt>
                <c:pt idx="132">
                  <c:v>3.6180099999999999</c:v>
                </c:pt>
                <c:pt idx="133">
                  <c:v>3.6183200000000002</c:v>
                </c:pt>
                <c:pt idx="134">
                  <c:v>3.6186199999999999</c:v>
                </c:pt>
                <c:pt idx="135">
                  <c:v>3.6189300000000002</c:v>
                </c:pt>
                <c:pt idx="136">
                  <c:v>3.6192299999999999</c:v>
                </c:pt>
                <c:pt idx="137">
                  <c:v>3.6195400000000002</c:v>
                </c:pt>
                <c:pt idx="138">
                  <c:v>3.6198399999999999</c:v>
                </c:pt>
                <c:pt idx="139">
                  <c:v>3.6201500000000002</c:v>
                </c:pt>
                <c:pt idx="140">
                  <c:v>3.6204499999999999</c:v>
                </c:pt>
                <c:pt idx="141">
                  <c:v>3.6207600000000002</c:v>
                </c:pt>
                <c:pt idx="142">
                  <c:v>3.62107</c:v>
                </c:pt>
                <c:pt idx="143">
                  <c:v>3.6213700000000002</c:v>
                </c:pt>
                <c:pt idx="144">
                  <c:v>3.62168</c:v>
                </c:pt>
                <c:pt idx="145">
                  <c:v>3.6219800000000002</c:v>
                </c:pt>
                <c:pt idx="146">
                  <c:v>3.62229</c:v>
                </c:pt>
                <c:pt idx="147">
                  <c:v>3.6225900000000002</c:v>
                </c:pt>
                <c:pt idx="148">
                  <c:v>3.6229</c:v>
                </c:pt>
                <c:pt idx="149">
                  <c:v>3.6232000000000002</c:v>
                </c:pt>
                <c:pt idx="150">
                  <c:v>3.62351</c:v>
                </c:pt>
                <c:pt idx="151">
                  <c:v>3.6238100000000002</c:v>
                </c:pt>
                <c:pt idx="152">
                  <c:v>3.62412</c:v>
                </c:pt>
                <c:pt idx="153">
                  <c:v>3.6244200000000002</c:v>
                </c:pt>
                <c:pt idx="154">
                  <c:v>3.62473</c:v>
                </c:pt>
                <c:pt idx="155">
                  <c:v>3.6250399999999998</c:v>
                </c:pt>
                <c:pt idx="156">
                  <c:v>3.62534</c:v>
                </c:pt>
                <c:pt idx="157">
                  <c:v>3.6256499999999998</c:v>
                </c:pt>
                <c:pt idx="158">
                  <c:v>3.62595</c:v>
                </c:pt>
                <c:pt idx="159">
                  <c:v>3.6262599999999998</c:v>
                </c:pt>
                <c:pt idx="160">
                  <c:v>3.62656</c:v>
                </c:pt>
                <c:pt idx="161">
                  <c:v>3.6268699999999998</c:v>
                </c:pt>
                <c:pt idx="162">
                  <c:v>3.62717</c:v>
                </c:pt>
                <c:pt idx="163">
                  <c:v>3.6274799999999998</c:v>
                </c:pt>
                <c:pt idx="164">
                  <c:v>3.62778</c:v>
                </c:pt>
                <c:pt idx="165">
                  <c:v>3.6280899999999998</c:v>
                </c:pt>
                <c:pt idx="166">
                  <c:v>3.62839</c:v>
                </c:pt>
                <c:pt idx="167">
                  <c:v>3.6286999999999998</c:v>
                </c:pt>
                <c:pt idx="168">
                  <c:v>3.6290100000000001</c:v>
                </c:pt>
                <c:pt idx="169">
                  <c:v>3.6293099999999998</c:v>
                </c:pt>
                <c:pt idx="170">
                  <c:v>3.6296200000000001</c:v>
                </c:pt>
                <c:pt idx="171">
                  <c:v>3.6299199999999998</c:v>
                </c:pt>
                <c:pt idx="172">
                  <c:v>3.6302300000000001</c:v>
                </c:pt>
                <c:pt idx="173">
                  <c:v>3.6305299999999998</c:v>
                </c:pt>
                <c:pt idx="174">
                  <c:v>3.6308400000000001</c:v>
                </c:pt>
                <c:pt idx="175">
                  <c:v>3.6311399999999998</c:v>
                </c:pt>
                <c:pt idx="176">
                  <c:v>3.6314500000000001</c:v>
                </c:pt>
                <c:pt idx="177">
                  <c:v>3.6317499999999998</c:v>
                </c:pt>
                <c:pt idx="178">
                  <c:v>3.6320600000000001</c:v>
                </c:pt>
                <c:pt idx="179">
                  <c:v>3.6323599999999998</c:v>
                </c:pt>
                <c:pt idx="180">
                  <c:v>3.6326700000000001</c:v>
                </c:pt>
                <c:pt idx="181">
                  <c:v>3.6329799999999999</c:v>
                </c:pt>
                <c:pt idx="182">
                  <c:v>3.6332800000000001</c:v>
                </c:pt>
                <c:pt idx="183">
                  <c:v>3.6335899999999999</c:v>
                </c:pt>
                <c:pt idx="184">
                  <c:v>3.6338900000000001</c:v>
                </c:pt>
                <c:pt idx="185">
                  <c:v>3.6341999999999999</c:v>
                </c:pt>
                <c:pt idx="186">
                  <c:v>3.6345000000000001</c:v>
                </c:pt>
                <c:pt idx="187">
                  <c:v>3.6348099999999999</c:v>
                </c:pt>
                <c:pt idx="188">
                  <c:v>3.6351100000000001</c:v>
                </c:pt>
                <c:pt idx="189">
                  <c:v>3.6354199999999999</c:v>
                </c:pt>
                <c:pt idx="190">
                  <c:v>3.6357200000000001</c:v>
                </c:pt>
                <c:pt idx="191">
                  <c:v>3.6360299999999999</c:v>
                </c:pt>
                <c:pt idx="192">
                  <c:v>3.6363300000000001</c:v>
                </c:pt>
                <c:pt idx="193">
                  <c:v>3.6366399999999999</c:v>
                </c:pt>
                <c:pt idx="194">
                  <c:v>3.6369500000000001</c:v>
                </c:pt>
                <c:pt idx="195">
                  <c:v>3.6372499999999999</c:v>
                </c:pt>
                <c:pt idx="196">
                  <c:v>3.6375600000000001</c:v>
                </c:pt>
                <c:pt idx="197">
                  <c:v>3.6378599999999999</c:v>
                </c:pt>
                <c:pt idx="198">
                  <c:v>3.6381700000000001</c:v>
                </c:pt>
                <c:pt idx="199">
                  <c:v>3.6384699999999999</c:v>
                </c:pt>
                <c:pt idx="200">
                  <c:v>3.6387800000000001</c:v>
                </c:pt>
                <c:pt idx="201">
                  <c:v>3.6390799999999999</c:v>
                </c:pt>
                <c:pt idx="202">
                  <c:v>3.6393900000000001</c:v>
                </c:pt>
                <c:pt idx="203">
                  <c:v>3.6396899999999999</c:v>
                </c:pt>
                <c:pt idx="204">
                  <c:v>3.64</c:v>
                </c:pt>
                <c:pt idx="205">
                  <c:v>3.6403099999999999</c:v>
                </c:pt>
                <c:pt idx="206">
                  <c:v>3.6406100000000001</c:v>
                </c:pt>
                <c:pt idx="207">
                  <c:v>3.6409199999999999</c:v>
                </c:pt>
                <c:pt idx="208">
                  <c:v>3.6412200000000001</c:v>
                </c:pt>
                <c:pt idx="209">
                  <c:v>3.6415299999999999</c:v>
                </c:pt>
                <c:pt idx="210">
                  <c:v>3.6418300000000001</c:v>
                </c:pt>
                <c:pt idx="211">
                  <c:v>3.6421399999999999</c:v>
                </c:pt>
                <c:pt idx="212">
                  <c:v>3.6424400000000001</c:v>
                </c:pt>
                <c:pt idx="213">
                  <c:v>3.6427499999999999</c:v>
                </c:pt>
                <c:pt idx="214">
                  <c:v>3.6430500000000001</c:v>
                </c:pt>
                <c:pt idx="215">
                  <c:v>3.6433599999999999</c:v>
                </c:pt>
                <c:pt idx="216">
                  <c:v>3.6436600000000001</c:v>
                </c:pt>
                <c:pt idx="217">
                  <c:v>3.6439699999999999</c:v>
                </c:pt>
                <c:pt idx="218">
                  <c:v>3.6442800000000002</c:v>
                </c:pt>
                <c:pt idx="219">
                  <c:v>3.6445799999999999</c:v>
                </c:pt>
                <c:pt idx="220">
                  <c:v>3.6448900000000002</c:v>
                </c:pt>
                <c:pt idx="221">
                  <c:v>3.6451899999999999</c:v>
                </c:pt>
                <c:pt idx="222">
                  <c:v>3.6455000000000002</c:v>
                </c:pt>
                <c:pt idx="223">
                  <c:v>3.6457999999999999</c:v>
                </c:pt>
                <c:pt idx="224">
                  <c:v>3.6461100000000002</c:v>
                </c:pt>
                <c:pt idx="225">
                  <c:v>3.6464099999999999</c:v>
                </c:pt>
                <c:pt idx="226">
                  <c:v>3.6467200000000002</c:v>
                </c:pt>
                <c:pt idx="227">
                  <c:v>3.6470199999999999</c:v>
                </c:pt>
                <c:pt idx="228">
                  <c:v>3.6473300000000002</c:v>
                </c:pt>
                <c:pt idx="229">
                  <c:v>3.6476299999999999</c:v>
                </c:pt>
                <c:pt idx="230">
                  <c:v>3.6479400000000002</c:v>
                </c:pt>
                <c:pt idx="231">
                  <c:v>3.64825</c:v>
                </c:pt>
                <c:pt idx="232">
                  <c:v>3.6485500000000002</c:v>
                </c:pt>
                <c:pt idx="233">
                  <c:v>3.64886</c:v>
                </c:pt>
                <c:pt idx="234">
                  <c:v>3.6491600000000002</c:v>
                </c:pt>
                <c:pt idx="235">
                  <c:v>3.64947</c:v>
                </c:pt>
                <c:pt idx="236">
                  <c:v>3.6497700000000002</c:v>
                </c:pt>
                <c:pt idx="237">
                  <c:v>3.65008</c:v>
                </c:pt>
                <c:pt idx="238">
                  <c:v>3.6503800000000002</c:v>
                </c:pt>
                <c:pt idx="239">
                  <c:v>3.65069</c:v>
                </c:pt>
                <c:pt idx="240">
                  <c:v>3.6509900000000002</c:v>
                </c:pt>
                <c:pt idx="241">
                  <c:v>3.6513</c:v>
                </c:pt>
                <c:pt idx="242">
                  <c:v>3.6516000000000002</c:v>
                </c:pt>
                <c:pt idx="243">
                  <c:v>3.65191</c:v>
                </c:pt>
                <c:pt idx="244">
                  <c:v>3.6522199999999998</c:v>
                </c:pt>
                <c:pt idx="245">
                  <c:v>3.65252</c:v>
                </c:pt>
                <c:pt idx="246">
                  <c:v>3.6528299999999998</c:v>
                </c:pt>
                <c:pt idx="247">
                  <c:v>3.65313</c:v>
                </c:pt>
                <c:pt idx="248">
                  <c:v>3.6534399999999998</c:v>
                </c:pt>
                <c:pt idx="249">
                  <c:v>3.65374</c:v>
                </c:pt>
                <c:pt idx="250">
                  <c:v>3.6540499999999998</c:v>
                </c:pt>
                <c:pt idx="251">
                  <c:v>3.65435</c:v>
                </c:pt>
                <c:pt idx="252">
                  <c:v>3.6546599999999998</c:v>
                </c:pt>
                <c:pt idx="253">
                  <c:v>3.65496</c:v>
                </c:pt>
                <c:pt idx="254">
                  <c:v>3.6552699999999998</c:v>
                </c:pt>
                <c:pt idx="255">
                  <c:v>3.65557</c:v>
                </c:pt>
                <c:pt idx="256">
                  <c:v>3.6558799999999998</c:v>
                </c:pt>
                <c:pt idx="257">
                  <c:v>3.6561900000000001</c:v>
                </c:pt>
                <c:pt idx="258">
                  <c:v>3.6564899999999998</c:v>
                </c:pt>
                <c:pt idx="259">
                  <c:v>3.6568000000000001</c:v>
                </c:pt>
                <c:pt idx="260">
                  <c:v>3.6570999999999998</c:v>
                </c:pt>
                <c:pt idx="261">
                  <c:v>3.65741</c:v>
                </c:pt>
                <c:pt idx="262">
                  <c:v>3.6577099999999998</c:v>
                </c:pt>
                <c:pt idx="263">
                  <c:v>3.65802</c:v>
                </c:pt>
                <c:pt idx="264">
                  <c:v>3.6583199999999998</c:v>
                </c:pt>
                <c:pt idx="265">
                  <c:v>3.65863</c:v>
                </c:pt>
                <c:pt idx="266">
                  <c:v>3.6589299999999998</c:v>
                </c:pt>
                <c:pt idx="267">
                  <c:v>3.65924</c:v>
                </c:pt>
                <c:pt idx="268">
                  <c:v>3.6595499999999999</c:v>
                </c:pt>
                <c:pt idx="269">
                  <c:v>3.65985</c:v>
                </c:pt>
                <c:pt idx="270">
                  <c:v>3.6601599999999999</c:v>
                </c:pt>
                <c:pt idx="271">
                  <c:v>3.66046</c:v>
                </c:pt>
                <c:pt idx="272">
                  <c:v>3.6607699999999999</c:v>
                </c:pt>
                <c:pt idx="273">
                  <c:v>3.66107</c:v>
                </c:pt>
                <c:pt idx="274">
                  <c:v>3.6613799999999999</c:v>
                </c:pt>
                <c:pt idx="275">
                  <c:v>3.66168</c:v>
                </c:pt>
                <c:pt idx="276">
                  <c:v>3.6619899999999999</c:v>
                </c:pt>
                <c:pt idx="277">
                  <c:v>3.66229</c:v>
                </c:pt>
                <c:pt idx="278">
                  <c:v>3.6625999999999999</c:v>
                </c:pt>
                <c:pt idx="279">
                  <c:v>3.6629</c:v>
                </c:pt>
                <c:pt idx="280">
                  <c:v>3.6632099999999999</c:v>
                </c:pt>
                <c:pt idx="281">
                  <c:v>3.6635200000000001</c:v>
                </c:pt>
                <c:pt idx="282">
                  <c:v>3.6638199999999999</c:v>
                </c:pt>
                <c:pt idx="283">
                  <c:v>3.6641300000000001</c:v>
                </c:pt>
                <c:pt idx="284">
                  <c:v>3.6644299999999999</c:v>
                </c:pt>
                <c:pt idx="285">
                  <c:v>3.6647400000000001</c:v>
                </c:pt>
                <c:pt idx="286">
                  <c:v>3.6650399999999999</c:v>
                </c:pt>
                <c:pt idx="287">
                  <c:v>3.6653500000000001</c:v>
                </c:pt>
                <c:pt idx="288">
                  <c:v>3.6656499999999999</c:v>
                </c:pt>
                <c:pt idx="289">
                  <c:v>3.6659600000000001</c:v>
                </c:pt>
                <c:pt idx="290">
                  <c:v>3.6662599999999999</c:v>
                </c:pt>
                <c:pt idx="291">
                  <c:v>3.6665700000000001</c:v>
                </c:pt>
                <c:pt idx="292">
                  <c:v>3.6668699999999999</c:v>
                </c:pt>
                <c:pt idx="293">
                  <c:v>3.6671800000000001</c:v>
                </c:pt>
                <c:pt idx="294">
                  <c:v>3.6674899999999999</c:v>
                </c:pt>
                <c:pt idx="295">
                  <c:v>3.6677900000000001</c:v>
                </c:pt>
                <c:pt idx="296">
                  <c:v>3.6680999999999999</c:v>
                </c:pt>
                <c:pt idx="297">
                  <c:v>3.6684000000000001</c:v>
                </c:pt>
                <c:pt idx="298">
                  <c:v>3.6687099999999999</c:v>
                </c:pt>
                <c:pt idx="299">
                  <c:v>3.6690100000000001</c:v>
                </c:pt>
                <c:pt idx="300">
                  <c:v>3.6693199999999999</c:v>
                </c:pt>
                <c:pt idx="301">
                  <c:v>3.6696200000000001</c:v>
                </c:pt>
                <c:pt idx="302">
                  <c:v>3.6699299999999999</c:v>
                </c:pt>
                <c:pt idx="303">
                  <c:v>3.6702300000000001</c:v>
                </c:pt>
                <c:pt idx="304">
                  <c:v>3.6705399999999999</c:v>
                </c:pt>
                <c:pt idx="305">
                  <c:v>3.6708400000000001</c:v>
                </c:pt>
                <c:pt idx="306">
                  <c:v>3.6711499999999999</c:v>
                </c:pt>
                <c:pt idx="307">
                  <c:v>3.6714600000000002</c:v>
                </c:pt>
                <c:pt idx="308">
                  <c:v>3.6717599999999999</c:v>
                </c:pt>
                <c:pt idx="309">
                  <c:v>3.6720700000000002</c:v>
                </c:pt>
                <c:pt idx="310">
                  <c:v>3.6723699999999999</c:v>
                </c:pt>
                <c:pt idx="311">
                  <c:v>3.6726800000000002</c:v>
                </c:pt>
                <c:pt idx="312">
                  <c:v>3.6729799999999999</c:v>
                </c:pt>
                <c:pt idx="313">
                  <c:v>3.6732900000000002</c:v>
                </c:pt>
                <c:pt idx="314">
                  <c:v>3.6735899999999999</c:v>
                </c:pt>
                <c:pt idx="315">
                  <c:v>3.6739000000000002</c:v>
                </c:pt>
                <c:pt idx="316">
                  <c:v>3.6741999999999999</c:v>
                </c:pt>
                <c:pt idx="317">
                  <c:v>3.6745100000000002</c:v>
                </c:pt>
                <c:pt idx="318">
                  <c:v>3.6748099999999999</c:v>
                </c:pt>
                <c:pt idx="319">
                  <c:v>3.6751200000000002</c:v>
                </c:pt>
                <c:pt idx="320">
                  <c:v>3.67543</c:v>
                </c:pt>
                <c:pt idx="321">
                  <c:v>3.6757300000000002</c:v>
                </c:pt>
                <c:pt idx="322">
                  <c:v>3.67604</c:v>
                </c:pt>
                <c:pt idx="323">
                  <c:v>3.6763400000000002</c:v>
                </c:pt>
                <c:pt idx="324">
                  <c:v>3.67665</c:v>
                </c:pt>
                <c:pt idx="325">
                  <c:v>3.6769500000000002</c:v>
                </c:pt>
                <c:pt idx="326">
                  <c:v>3.67726</c:v>
                </c:pt>
                <c:pt idx="327">
                  <c:v>3.6775600000000002</c:v>
                </c:pt>
                <c:pt idx="328">
                  <c:v>3.67787</c:v>
                </c:pt>
                <c:pt idx="329">
                  <c:v>3.6781700000000002</c:v>
                </c:pt>
                <c:pt idx="330">
                  <c:v>3.67848</c:v>
                </c:pt>
                <c:pt idx="331">
                  <c:v>3.6787899999999998</c:v>
                </c:pt>
                <c:pt idx="332">
                  <c:v>3.67909</c:v>
                </c:pt>
                <c:pt idx="333">
                  <c:v>3.6793999999999998</c:v>
                </c:pt>
                <c:pt idx="334">
                  <c:v>3.6797</c:v>
                </c:pt>
                <c:pt idx="335">
                  <c:v>3.6800099999999998</c:v>
                </c:pt>
                <c:pt idx="336">
                  <c:v>3.68031</c:v>
                </c:pt>
                <c:pt idx="337">
                  <c:v>3.6806199999999998</c:v>
                </c:pt>
                <c:pt idx="338">
                  <c:v>3.68092</c:v>
                </c:pt>
                <c:pt idx="339">
                  <c:v>3.6812299999999998</c:v>
                </c:pt>
                <c:pt idx="340">
                  <c:v>3.68153</c:v>
                </c:pt>
                <c:pt idx="341">
                  <c:v>3.6818399999999998</c:v>
                </c:pt>
                <c:pt idx="342">
                  <c:v>3.68214</c:v>
                </c:pt>
                <c:pt idx="343">
                  <c:v>3.6824499999999998</c:v>
                </c:pt>
                <c:pt idx="344">
                  <c:v>3.68276</c:v>
                </c:pt>
                <c:pt idx="345">
                  <c:v>3.6830599999999998</c:v>
                </c:pt>
                <c:pt idx="346">
                  <c:v>3.68337</c:v>
                </c:pt>
                <c:pt idx="347">
                  <c:v>3.6836700000000002</c:v>
                </c:pt>
                <c:pt idx="348">
                  <c:v>3.68398</c:v>
                </c:pt>
                <c:pt idx="349">
                  <c:v>3.6842800000000002</c:v>
                </c:pt>
                <c:pt idx="350">
                  <c:v>3.68459</c:v>
                </c:pt>
                <c:pt idx="351">
                  <c:v>3.6848900000000002</c:v>
                </c:pt>
                <c:pt idx="352">
                  <c:v>3.6852</c:v>
                </c:pt>
                <c:pt idx="353">
                  <c:v>3.6855000000000002</c:v>
                </c:pt>
                <c:pt idx="354">
                  <c:v>3.68581</c:v>
                </c:pt>
                <c:pt idx="355">
                  <c:v>3.6861100000000002</c:v>
                </c:pt>
                <c:pt idx="356">
                  <c:v>3.68642</c:v>
                </c:pt>
                <c:pt idx="357">
                  <c:v>3.6867299999999998</c:v>
                </c:pt>
                <c:pt idx="358">
                  <c:v>3.68703</c:v>
                </c:pt>
                <c:pt idx="359">
                  <c:v>3.6873399999999998</c:v>
                </c:pt>
                <c:pt idx="360">
                  <c:v>3.68764</c:v>
                </c:pt>
                <c:pt idx="361">
                  <c:v>3.6879499999999998</c:v>
                </c:pt>
                <c:pt idx="362">
                  <c:v>3.68825</c:v>
                </c:pt>
                <c:pt idx="363">
                  <c:v>3.6885599999999998</c:v>
                </c:pt>
                <c:pt idx="364">
                  <c:v>3.68886</c:v>
                </c:pt>
                <c:pt idx="365">
                  <c:v>3.6891699999999998</c:v>
                </c:pt>
                <c:pt idx="366">
                  <c:v>3.68947</c:v>
                </c:pt>
                <c:pt idx="367">
                  <c:v>3.6897799999999998</c:v>
                </c:pt>
                <c:pt idx="368">
                  <c:v>3.69008</c:v>
                </c:pt>
                <c:pt idx="369">
                  <c:v>3.6903899999999998</c:v>
                </c:pt>
                <c:pt idx="370">
                  <c:v>3.6907000000000001</c:v>
                </c:pt>
                <c:pt idx="371">
                  <c:v>3.6909999999999998</c:v>
                </c:pt>
                <c:pt idx="372">
                  <c:v>3.6913100000000001</c:v>
                </c:pt>
                <c:pt idx="373">
                  <c:v>3.6916099999999998</c:v>
                </c:pt>
                <c:pt idx="374">
                  <c:v>3.6919200000000001</c:v>
                </c:pt>
                <c:pt idx="375">
                  <c:v>3.6922199999999998</c:v>
                </c:pt>
                <c:pt idx="376">
                  <c:v>3.6925300000000001</c:v>
                </c:pt>
                <c:pt idx="377">
                  <c:v>3.6928299999999998</c:v>
                </c:pt>
                <c:pt idx="378">
                  <c:v>3.6931400000000001</c:v>
                </c:pt>
                <c:pt idx="379">
                  <c:v>3.6934399999999998</c:v>
                </c:pt>
                <c:pt idx="380">
                  <c:v>3.6937500000000001</c:v>
                </c:pt>
                <c:pt idx="381">
                  <c:v>3.6940599999999999</c:v>
                </c:pt>
                <c:pt idx="382">
                  <c:v>3.6943600000000001</c:v>
                </c:pt>
                <c:pt idx="383">
                  <c:v>3.6946699999999999</c:v>
                </c:pt>
                <c:pt idx="384">
                  <c:v>3.6949700000000001</c:v>
                </c:pt>
                <c:pt idx="385">
                  <c:v>3.6952799999999999</c:v>
                </c:pt>
                <c:pt idx="386">
                  <c:v>3.6955800000000001</c:v>
                </c:pt>
                <c:pt idx="387">
                  <c:v>3.6958899999999999</c:v>
                </c:pt>
                <c:pt idx="388">
                  <c:v>3.6961900000000001</c:v>
                </c:pt>
                <c:pt idx="389">
                  <c:v>3.6964999999999999</c:v>
                </c:pt>
                <c:pt idx="390">
                  <c:v>3.6968000000000001</c:v>
                </c:pt>
                <c:pt idx="391">
                  <c:v>3.6971099999999999</c:v>
                </c:pt>
                <c:pt idx="392">
                  <c:v>3.6974100000000001</c:v>
                </c:pt>
                <c:pt idx="393">
                  <c:v>3.6977199999999999</c:v>
                </c:pt>
                <c:pt idx="394">
                  <c:v>3.6980300000000002</c:v>
                </c:pt>
                <c:pt idx="395">
                  <c:v>3.6983299999999999</c:v>
                </c:pt>
                <c:pt idx="396">
                  <c:v>3.6986400000000001</c:v>
                </c:pt>
                <c:pt idx="397">
                  <c:v>3.6989399999999999</c:v>
                </c:pt>
                <c:pt idx="398">
                  <c:v>3.6992500000000001</c:v>
                </c:pt>
                <c:pt idx="399">
                  <c:v>3.6995499999999999</c:v>
                </c:pt>
                <c:pt idx="400">
                  <c:v>3.6998600000000001</c:v>
                </c:pt>
                <c:pt idx="401">
                  <c:v>3.7001599999999999</c:v>
                </c:pt>
                <c:pt idx="402">
                  <c:v>3.7004700000000001</c:v>
                </c:pt>
                <c:pt idx="403">
                  <c:v>3.7007699999999999</c:v>
                </c:pt>
                <c:pt idx="404">
                  <c:v>3.7010800000000001</c:v>
                </c:pt>
                <c:pt idx="405">
                  <c:v>3.7013799999999999</c:v>
                </c:pt>
                <c:pt idx="406">
                  <c:v>3.7016900000000001</c:v>
                </c:pt>
                <c:pt idx="407">
                  <c:v>3.702</c:v>
                </c:pt>
                <c:pt idx="408">
                  <c:v>3.7023000000000001</c:v>
                </c:pt>
                <c:pt idx="409">
                  <c:v>3.70261</c:v>
                </c:pt>
                <c:pt idx="410">
                  <c:v>3.7029100000000001</c:v>
                </c:pt>
                <c:pt idx="411">
                  <c:v>3.70322</c:v>
                </c:pt>
                <c:pt idx="412">
                  <c:v>3.7035200000000001</c:v>
                </c:pt>
                <c:pt idx="413">
                  <c:v>3.70383</c:v>
                </c:pt>
                <c:pt idx="414">
                  <c:v>3.7041300000000001</c:v>
                </c:pt>
                <c:pt idx="415">
                  <c:v>3.70444</c:v>
                </c:pt>
                <c:pt idx="416">
                  <c:v>3.7047400000000001</c:v>
                </c:pt>
                <c:pt idx="417">
                  <c:v>3.70505</c:v>
                </c:pt>
                <c:pt idx="418">
                  <c:v>3.7053500000000001</c:v>
                </c:pt>
                <c:pt idx="419">
                  <c:v>3.70566</c:v>
                </c:pt>
                <c:pt idx="420">
                  <c:v>3.7059700000000002</c:v>
                </c:pt>
                <c:pt idx="421">
                  <c:v>3.70627</c:v>
                </c:pt>
                <c:pt idx="422">
                  <c:v>3.7065800000000002</c:v>
                </c:pt>
                <c:pt idx="423">
                  <c:v>3.70688</c:v>
                </c:pt>
                <c:pt idx="424">
                  <c:v>3.7071900000000002</c:v>
                </c:pt>
                <c:pt idx="425">
                  <c:v>3.70749</c:v>
                </c:pt>
                <c:pt idx="426">
                  <c:v>3.7078000000000002</c:v>
                </c:pt>
                <c:pt idx="427">
                  <c:v>3.7081</c:v>
                </c:pt>
                <c:pt idx="428">
                  <c:v>3.7084100000000002</c:v>
                </c:pt>
                <c:pt idx="429">
                  <c:v>3.70871</c:v>
                </c:pt>
                <c:pt idx="430">
                  <c:v>3.7090200000000002</c:v>
                </c:pt>
                <c:pt idx="431">
                  <c:v>3.70932</c:v>
                </c:pt>
                <c:pt idx="432">
                  <c:v>3.7096300000000002</c:v>
                </c:pt>
                <c:pt idx="433">
                  <c:v>3.70994</c:v>
                </c:pt>
                <c:pt idx="434">
                  <c:v>3.7102400000000002</c:v>
                </c:pt>
                <c:pt idx="435">
                  <c:v>3.71055</c:v>
                </c:pt>
                <c:pt idx="436">
                  <c:v>3.7108500000000002</c:v>
                </c:pt>
                <c:pt idx="437">
                  <c:v>3.71116</c:v>
                </c:pt>
                <c:pt idx="438">
                  <c:v>3.7114600000000002</c:v>
                </c:pt>
                <c:pt idx="439">
                  <c:v>3.71177</c:v>
                </c:pt>
                <c:pt idx="440">
                  <c:v>3.7120700000000002</c:v>
                </c:pt>
                <c:pt idx="441">
                  <c:v>3.71238</c:v>
                </c:pt>
                <c:pt idx="442">
                  <c:v>3.7126800000000002</c:v>
                </c:pt>
                <c:pt idx="443">
                  <c:v>3.71299</c:v>
                </c:pt>
                <c:pt idx="444">
                  <c:v>3.7132999999999998</c:v>
                </c:pt>
                <c:pt idx="445">
                  <c:v>3.7136</c:v>
                </c:pt>
                <c:pt idx="446">
                  <c:v>3.7139099999999998</c:v>
                </c:pt>
                <c:pt idx="447">
                  <c:v>3.71421</c:v>
                </c:pt>
                <c:pt idx="448">
                  <c:v>3.7145199999999998</c:v>
                </c:pt>
                <c:pt idx="449">
                  <c:v>3.71482</c:v>
                </c:pt>
                <c:pt idx="450">
                  <c:v>3.7151299999999998</c:v>
                </c:pt>
                <c:pt idx="451">
                  <c:v>3.71543</c:v>
                </c:pt>
                <c:pt idx="452">
                  <c:v>3.7157399999999998</c:v>
                </c:pt>
                <c:pt idx="453">
                  <c:v>3.71604</c:v>
                </c:pt>
                <c:pt idx="454">
                  <c:v>3.7163499999999998</c:v>
                </c:pt>
                <c:pt idx="455">
                  <c:v>3.71665</c:v>
                </c:pt>
                <c:pt idx="456">
                  <c:v>3.7169599999999998</c:v>
                </c:pt>
                <c:pt idx="457">
                  <c:v>3.7172700000000001</c:v>
                </c:pt>
                <c:pt idx="458">
                  <c:v>3.7175699999999998</c:v>
                </c:pt>
                <c:pt idx="459">
                  <c:v>3.7178800000000001</c:v>
                </c:pt>
                <c:pt idx="460">
                  <c:v>3.7181799999999998</c:v>
                </c:pt>
                <c:pt idx="461">
                  <c:v>3.7184900000000001</c:v>
                </c:pt>
                <c:pt idx="462">
                  <c:v>3.7187899999999998</c:v>
                </c:pt>
                <c:pt idx="463">
                  <c:v>3.7191000000000001</c:v>
                </c:pt>
                <c:pt idx="464">
                  <c:v>3.7193999999999998</c:v>
                </c:pt>
                <c:pt idx="465">
                  <c:v>3.7197100000000001</c:v>
                </c:pt>
                <c:pt idx="466">
                  <c:v>3.7200099999999998</c:v>
                </c:pt>
                <c:pt idx="467">
                  <c:v>3.7203200000000001</c:v>
                </c:pt>
                <c:pt idx="468">
                  <c:v>3.7206199999999998</c:v>
                </c:pt>
                <c:pt idx="469">
                  <c:v>3.7209300000000001</c:v>
                </c:pt>
                <c:pt idx="470">
                  <c:v>3.7212399999999999</c:v>
                </c:pt>
                <c:pt idx="471">
                  <c:v>3.7215400000000001</c:v>
                </c:pt>
                <c:pt idx="472">
                  <c:v>3.7218499999999999</c:v>
                </c:pt>
                <c:pt idx="473">
                  <c:v>3.7221500000000001</c:v>
                </c:pt>
                <c:pt idx="474">
                  <c:v>3.7224599999999999</c:v>
                </c:pt>
                <c:pt idx="475">
                  <c:v>3.7227600000000001</c:v>
                </c:pt>
                <c:pt idx="476">
                  <c:v>3.7230699999999999</c:v>
                </c:pt>
                <c:pt idx="477">
                  <c:v>3.7233700000000001</c:v>
                </c:pt>
                <c:pt idx="478">
                  <c:v>3.7236799999999999</c:v>
                </c:pt>
                <c:pt idx="479">
                  <c:v>3.7239800000000001</c:v>
                </c:pt>
                <c:pt idx="480">
                  <c:v>3.7242899999999999</c:v>
                </c:pt>
                <c:pt idx="481">
                  <c:v>3.7245900000000001</c:v>
                </c:pt>
                <c:pt idx="482">
                  <c:v>3.7248999999999999</c:v>
                </c:pt>
                <c:pt idx="483">
                  <c:v>3.7252100000000001</c:v>
                </c:pt>
                <c:pt idx="484">
                  <c:v>3.7255099999999999</c:v>
                </c:pt>
                <c:pt idx="485">
                  <c:v>3.7258200000000001</c:v>
                </c:pt>
                <c:pt idx="486">
                  <c:v>3.7261199999999999</c:v>
                </c:pt>
                <c:pt idx="487">
                  <c:v>3.7264300000000001</c:v>
                </c:pt>
                <c:pt idx="488">
                  <c:v>3.7267299999999999</c:v>
                </c:pt>
                <c:pt idx="489">
                  <c:v>3.7270400000000001</c:v>
                </c:pt>
                <c:pt idx="490">
                  <c:v>3.7273399999999999</c:v>
                </c:pt>
                <c:pt idx="491">
                  <c:v>3.7276500000000001</c:v>
                </c:pt>
                <c:pt idx="492">
                  <c:v>3.7279499999999999</c:v>
                </c:pt>
                <c:pt idx="493">
                  <c:v>3.7282600000000001</c:v>
                </c:pt>
                <c:pt idx="494">
                  <c:v>3.7285599999999999</c:v>
                </c:pt>
                <c:pt idx="495">
                  <c:v>3.7288700000000001</c:v>
                </c:pt>
                <c:pt idx="496">
                  <c:v>3.7291799999999999</c:v>
                </c:pt>
                <c:pt idx="497">
                  <c:v>3.7294800000000001</c:v>
                </c:pt>
                <c:pt idx="498">
                  <c:v>3.7297899999999999</c:v>
                </c:pt>
                <c:pt idx="499">
                  <c:v>3.7300900000000001</c:v>
                </c:pt>
                <c:pt idx="500">
                  <c:v>3.7303999999999999</c:v>
                </c:pt>
                <c:pt idx="501">
                  <c:v>3.7307000000000001</c:v>
                </c:pt>
                <c:pt idx="502">
                  <c:v>3.7310099999999999</c:v>
                </c:pt>
                <c:pt idx="503">
                  <c:v>3.7313100000000001</c:v>
                </c:pt>
                <c:pt idx="504">
                  <c:v>3.7316199999999999</c:v>
                </c:pt>
                <c:pt idx="505">
                  <c:v>3.7319200000000001</c:v>
                </c:pt>
                <c:pt idx="506">
                  <c:v>3.7322299999999999</c:v>
                </c:pt>
                <c:pt idx="507">
                  <c:v>3.7325400000000002</c:v>
                </c:pt>
                <c:pt idx="508">
                  <c:v>3.7328399999999999</c:v>
                </c:pt>
                <c:pt idx="509">
                  <c:v>3.7331500000000002</c:v>
                </c:pt>
                <c:pt idx="510">
                  <c:v>3.7334499999999999</c:v>
                </c:pt>
                <c:pt idx="511">
                  <c:v>3.7337600000000002</c:v>
                </c:pt>
                <c:pt idx="512">
                  <c:v>3.7340599999999999</c:v>
                </c:pt>
                <c:pt idx="513">
                  <c:v>3.7343700000000002</c:v>
                </c:pt>
                <c:pt idx="514">
                  <c:v>3.7346699999999999</c:v>
                </c:pt>
                <c:pt idx="515">
                  <c:v>3.7349800000000002</c:v>
                </c:pt>
                <c:pt idx="516">
                  <c:v>3.7352799999999999</c:v>
                </c:pt>
                <c:pt idx="517">
                  <c:v>3.7355900000000002</c:v>
                </c:pt>
                <c:pt idx="518">
                  <c:v>3.7358899999999999</c:v>
                </c:pt>
                <c:pt idx="519">
                  <c:v>3.7362000000000002</c:v>
                </c:pt>
                <c:pt idx="520">
                  <c:v>3.73651</c:v>
                </c:pt>
                <c:pt idx="521">
                  <c:v>3.7368100000000002</c:v>
                </c:pt>
                <c:pt idx="522">
                  <c:v>3.73712</c:v>
                </c:pt>
                <c:pt idx="523">
                  <c:v>3.7374200000000002</c:v>
                </c:pt>
                <c:pt idx="524">
                  <c:v>3.73773</c:v>
                </c:pt>
                <c:pt idx="525">
                  <c:v>3.7380300000000002</c:v>
                </c:pt>
                <c:pt idx="526">
                  <c:v>3.73834</c:v>
                </c:pt>
                <c:pt idx="527">
                  <c:v>3.7386400000000002</c:v>
                </c:pt>
                <c:pt idx="528">
                  <c:v>3.73895</c:v>
                </c:pt>
                <c:pt idx="529">
                  <c:v>3.7392500000000002</c:v>
                </c:pt>
                <c:pt idx="530">
                  <c:v>3.73956</c:v>
                </c:pt>
                <c:pt idx="531">
                  <c:v>3.7398600000000002</c:v>
                </c:pt>
                <c:pt idx="532">
                  <c:v>3.74017</c:v>
                </c:pt>
                <c:pt idx="533">
                  <c:v>3.7404799999999998</c:v>
                </c:pt>
                <c:pt idx="534">
                  <c:v>3.74078</c:v>
                </c:pt>
                <c:pt idx="535">
                  <c:v>3.7410899999999998</c:v>
                </c:pt>
                <c:pt idx="536">
                  <c:v>3.74139</c:v>
                </c:pt>
                <c:pt idx="537">
                  <c:v>3.7416999999999998</c:v>
                </c:pt>
                <c:pt idx="538">
                  <c:v>3.742</c:v>
                </c:pt>
                <c:pt idx="539">
                  <c:v>3.7423099999999998</c:v>
                </c:pt>
                <c:pt idx="540">
                  <c:v>3.74261</c:v>
                </c:pt>
                <c:pt idx="541">
                  <c:v>3.7429199999999998</c:v>
                </c:pt>
                <c:pt idx="542">
                  <c:v>3.74322</c:v>
                </c:pt>
                <c:pt idx="543">
                  <c:v>3.7435299999999998</c:v>
                </c:pt>
                <c:pt idx="544">
                  <c:v>3.74383</c:v>
                </c:pt>
                <c:pt idx="545">
                  <c:v>3.7441399999999998</c:v>
                </c:pt>
                <c:pt idx="546">
                  <c:v>3.7444500000000001</c:v>
                </c:pt>
                <c:pt idx="547">
                  <c:v>3.7447499999999998</c:v>
                </c:pt>
                <c:pt idx="548">
                  <c:v>3.7450600000000001</c:v>
                </c:pt>
                <c:pt idx="549">
                  <c:v>3.7453599999999998</c:v>
                </c:pt>
                <c:pt idx="550">
                  <c:v>3.7456700000000001</c:v>
                </c:pt>
                <c:pt idx="551">
                  <c:v>3.7459699999999998</c:v>
                </c:pt>
                <c:pt idx="552">
                  <c:v>3.7462800000000001</c:v>
                </c:pt>
                <c:pt idx="553">
                  <c:v>3.7465799999999998</c:v>
                </c:pt>
                <c:pt idx="554">
                  <c:v>3.7468900000000001</c:v>
                </c:pt>
                <c:pt idx="555">
                  <c:v>3.7471899999999998</c:v>
                </c:pt>
                <c:pt idx="556">
                  <c:v>3.7475000000000001</c:v>
                </c:pt>
                <c:pt idx="557">
                  <c:v>3.7478099999999999</c:v>
                </c:pt>
                <c:pt idx="558">
                  <c:v>3.7481100000000001</c:v>
                </c:pt>
                <c:pt idx="559">
                  <c:v>3.7484199999999999</c:v>
                </c:pt>
                <c:pt idx="560">
                  <c:v>3.7487200000000001</c:v>
                </c:pt>
                <c:pt idx="561">
                  <c:v>3.7490299999999999</c:v>
                </c:pt>
                <c:pt idx="562">
                  <c:v>3.7493300000000001</c:v>
                </c:pt>
                <c:pt idx="563">
                  <c:v>3.7496399999999999</c:v>
                </c:pt>
                <c:pt idx="564">
                  <c:v>3.7499400000000001</c:v>
                </c:pt>
                <c:pt idx="565">
                  <c:v>3.7502499999999999</c:v>
                </c:pt>
                <c:pt idx="566">
                  <c:v>3.7505500000000001</c:v>
                </c:pt>
                <c:pt idx="567">
                  <c:v>3.7508599999999999</c:v>
                </c:pt>
                <c:pt idx="568">
                  <c:v>3.75116</c:v>
                </c:pt>
                <c:pt idx="569">
                  <c:v>3.7514699999999999</c:v>
                </c:pt>
                <c:pt idx="570">
                  <c:v>3.7517800000000001</c:v>
                </c:pt>
                <c:pt idx="571">
                  <c:v>3.7520799999999999</c:v>
                </c:pt>
                <c:pt idx="572">
                  <c:v>3.7523900000000001</c:v>
                </c:pt>
                <c:pt idx="573">
                  <c:v>3.7526899999999999</c:v>
                </c:pt>
                <c:pt idx="574">
                  <c:v>3.7530000000000001</c:v>
                </c:pt>
                <c:pt idx="575">
                  <c:v>3.7532999999999999</c:v>
                </c:pt>
                <c:pt idx="576">
                  <c:v>3.7536100000000001</c:v>
                </c:pt>
                <c:pt idx="577">
                  <c:v>3.7539099999999999</c:v>
                </c:pt>
                <c:pt idx="578">
                  <c:v>3.7542200000000001</c:v>
                </c:pt>
                <c:pt idx="579">
                  <c:v>3.7545199999999999</c:v>
                </c:pt>
                <c:pt idx="580">
                  <c:v>3.7548300000000001</c:v>
                </c:pt>
                <c:pt idx="581">
                  <c:v>3.7551299999999999</c:v>
                </c:pt>
                <c:pt idx="582">
                  <c:v>3.7554400000000001</c:v>
                </c:pt>
                <c:pt idx="583">
                  <c:v>3.7557499999999999</c:v>
                </c:pt>
                <c:pt idx="584">
                  <c:v>3.7560500000000001</c:v>
                </c:pt>
                <c:pt idx="585">
                  <c:v>3.7563599999999999</c:v>
                </c:pt>
                <c:pt idx="586">
                  <c:v>3.7566600000000001</c:v>
                </c:pt>
                <c:pt idx="587">
                  <c:v>3.7569699999999999</c:v>
                </c:pt>
                <c:pt idx="588">
                  <c:v>3.7572700000000001</c:v>
                </c:pt>
                <c:pt idx="589">
                  <c:v>3.7575799999999999</c:v>
                </c:pt>
                <c:pt idx="590">
                  <c:v>3.7578800000000001</c:v>
                </c:pt>
                <c:pt idx="591">
                  <c:v>3.7581899999999999</c:v>
                </c:pt>
                <c:pt idx="592">
                  <c:v>3.7584900000000001</c:v>
                </c:pt>
                <c:pt idx="593">
                  <c:v>3.7587999999999999</c:v>
                </c:pt>
                <c:pt idx="594">
                  <c:v>3.7591000000000001</c:v>
                </c:pt>
                <c:pt idx="595">
                  <c:v>3.7594099999999999</c:v>
                </c:pt>
                <c:pt idx="596">
                  <c:v>3.7597200000000002</c:v>
                </c:pt>
                <c:pt idx="597">
                  <c:v>3.7600199999999999</c:v>
                </c:pt>
                <c:pt idx="598">
                  <c:v>3.7603300000000002</c:v>
                </c:pt>
                <c:pt idx="599">
                  <c:v>3.7606299999999999</c:v>
                </c:pt>
                <c:pt idx="600">
                  <c:v>3.7609400000000002</c:v>
                </c:pt>
                <c:pt idx="601">
                  <c:v>3.7612399999999999</c:v>
                </c:pt>
                <c:pt idx="602">
                  <c:v>3.7615500000000002</c:v>
                </c:pt>
                <c:pt idx="603">
                  <c:v>3.7618499999999999</c:v>
                </c:pt>
                <c:pt idx="604">
                  <c:v>3.7621600000000002</c:v>
                </c:pt>
                <c:pt idx="605">
                  <c:v>3.7624599999999999</c:v>
                </c:pt>
                <c:pt idx="606">
                  <c:v>3.7627700000000002</c:v>
                </c:pt>
                <c:pt idx="607">
                  <c:v>3.7630699999999999</c:v>
                </c:pt>
                <c:pt idx="608">
                  <c:v>3.7633800000000002</c:v>
                </c:pt>
                <c:pt idx="609">
                  <c:v>3.76369</c:v>
                </c:pt>
                <c:pt idx="610">
                  <c:v>3.7639900000000002</c:v>
                </c:pt>
                <c:pt idx="611">
                  <c:v>3.7643</c:v>
                </c:pt>
                <c:pt idx="612">
                  <c:v>3.7646000000000002</c:v>
                </c:pt>
                <c:pt idx="613">
                  <c:v>3.76491</c:v>
                </c:pt>
                <c:pt idx="614">
                  <c:v>3.7652100000000002</c:v>
                </c:pt>
                <c:pt idx="615">
                  <c:v>3.76552</c:v>
                </c:pt>
                <c:pt idx="616">
                  <c:v>3.7658200000000002</c:v>
                </c:pt>
                <c:pt idx="617">
                  <c:v>3.76613</c:v>
                </c:pt>
                <c:pt idx="618">
                  <c:v>3.7664300000000002</c:v>
                </c:pt>
                <c:pt idx="619">
                  <c:v>3.76674</c:v>
                </c:pt>
                <c:pt idx="620">
                  <c:v>3.7670499999999998</c:v>
                </c:pt>
                <c:pt idx="621">
                  <c:v>3.76735</c:v>
                </c:pt>
                <c:pt idx="622">
                  <c:v>3.7676599999999998</c:v>
                </c:pt>
                <c:pt idx="623">
                  <c:v>3.76796</c:v>
                </c:pt>
                <c:pt idx="624">
                  <c:v>3.7682699999999998</c:v>
                </c:pt>
                <c:pt idx="625">
                  <c:v>3.76857</c:v>
                </c:pt>
                <c:pt idx="626">
                  <c:v>3.7688799999999998</c:v>
                </c:pt>
                <c:pt idx="627">
                  <c:v>3.76918</c:v>
                </c:pt>
                <c:pt idx="628">
                  <c:v>3.7694899999999998</c:v>
                </c:pt>
                <c:pt idx="629">
                  <c:v>3.76979</c:v>
                </c:pt>
                <c:pt idx="630">
                  <c:v>3.7700999999999998</c:v>
                </c:pt>
                <c:pt idx="631">
                  <c:v>3.7704</c:v>
                </c:pt>
                <c:pt idx="632">
                  <c:v>3.7707099999999998</c:v>
                </c:pt>
                <c:pt idx="633">
                  <c:v>3.77102</c:v>
                </c:pt>
                <c:pt idx="634">
                  <c:v>3.7713199999999998</c:v>
                </c:pt>
                <c:pt idx="635">
                  <c:v>3.77163</c:v>
                </c:pt>
                <c:pt idx="636">
                  <c:v>3.7719299999999998</c:v>
                </c:pt>
                <c:pt idx="637">
                  <c:v>3.77224</c:v>
                </c:pt>
                <c:pt idx="638">
                  <c:v>3.7725399999999998</c:v>
                </c:pt>
                <c:pt idx="639">
                  <c:v>3.77285</c:v>
                </c:pt>
                <c:pt idx="640">
                  <c:v>3.7731499999999998</c:v>
                </c:pt>
                <c:pt idx="641">
                  <c:v>3.77346</c:v>
                </c:pt>
                <c:pt idx="642">
                  <c:v>3.7737599999999998</c:v>
                </c:pt>
                <c:pt idx="643">
                  <c:v>3.77407</c:v>
                </c:pt>
                <c:pt idx="644">
                  <c:v>3.7743699999999998</c:v>
                </c:pt>
                <c:pt idx="645">
                  <c:v>3.77468</c:v>
                </c:pt>
                <c:pt idx="646">
                  <c:v>3.7749899999999998</c:v>
                </c:pt>
                <c:pt idx="647">
                  <c:v>3.77529</c:v>
                </c:pt>
                <c:pt idx="648">
                  <c:v>3.7755999999999998</c:v>
                </c:pt>
                <c:pt idx="649">
                  <c:v>3.7759</c:v>
                </c:pt>
                <c:pt idx="650">
                  <c:v>3.7762099999999998</c:v>
                </c:pt>
                <c:pt idx="651">
                  <c:v>3.77651</c:v>
                </c:pt>
                <c:pt idx="652">
                  <c:v>3.7768199999999998</c:v>
                </c:pt>
                <c:pt idx="653">
                  <c:v>3.77712</c:v>
                </c:pt>
                <c:pt idx="654">
                  <c:v>3.7774299999999998</c:v>
                </c:pt>
                <c:pt idx="655">
                  <c:v>3.77773</c:v>
                </c:pt>
                <c:pt idx="656">
                  <c:v>3.7780399999999998</c:v>
                </c:pt>
                <c:pt idx="657">
                  <c:v>3.77834</c:v>
                </c:pt>
                <c:pt idx="658">
                  <c:v>3.7786499999999998</c:v>
                </c:pt>
                <c:pt idx="659">
                  <c:v>3.7789600000000001</c:v>
                </c:pt>
                <c:pt idx="660">
                  <c:v>3.7792599999999998</c:v>
                </c:pt>
                <c:pt idx="661">
                  <c:v>3.7795700000000001</c:v>
                </c:pt>
                <c:pt idx="662">
                  <c:v>3.7798699999999998</c:v>
                </c:pt>
                <c:pt idx="663">
                  <c:v>3.7801800000000001</c:v>
                </c:pt>
                <c:pt idx="664">
                  <c:v>3.7804799999999998</c:v>
                </c:pt>
                <c:pt idx="665">
                  <c:v>3.7807900000000001</c:v>
                </c:pt>
                <c:pt idx="666">
                  <c:v>3.7810899999999998</c:v>
                </c:pt>
                <c:pt idx="667">
                  <c:v>3.7814000000000001</c:v>
                </c:pt>
                <c:pt idx="668">
                  <c:v>3.7816999999999998</c:v>
                </c:pt>
                <c:pt idx="669">
                  <c:v>3.7820100000000001</c:v>
                </c:pt>
                <c:pt idx="670">
                  <c:v>3.7823099999999998</c:v>
                </c:pt>
                <c:pt idx="671">
                  <c:v>3.7826200000000001</c:v>
                </c:pt>
                <c:pt idx="672">
                  <c:v>3.7829299999999999</c:v>
                </c:pt>
                <c:pt idx="673">
                  <c:v>3.7832300000000001</c:v>
                </c:pt>
                <c:pt idx="674">
                  <c:v>3.7835399999999999</c:v>
                </c:pt>
                <c:pt idx="675">
                  <c:v>3.7838400000000001</c:v>
                </c:pt>
                <c:pt idx="676">
                  <c:v>3.7841499999999999</c:v>
                </c:pt>
                <c:pt idx="677">
                  <c:v>3.7844500000000001</c:v>
                </c:pt>
                <c:pt idx="678">
                  <c:v>3.7847599999999999</c:v>
                </c:pt>
                <c:pt idx="679">
                  <c:v>3.7850600000000001</c:v>
                </c:pt>
                <c:pt idx="680">
                  <c:v>3.7853699999999999</c:v>
                </c:pt>
                <c:pt idx="681">
                  <c:v>3.7856700000000001</c:v>
                </c:pt>
                <c:pt idx="682">
                  <c:v>3.7859799999999999</c:v>
                </c:pt>
                <c:pt idx="683">
                  <c:v>3.7862900000000002</c:v>
                </c:pt>
                <c:pt idx="684">
                  <c:v>3.7865899999999999</c:v>
                </c:pt>
                <c:pt idx="685">
                  <c:v>3.7869000000000002</c:v>
                </c:pt>
                <c:pt idx="686">
                  <c:v>3.7871999999999999</c:v>
                </c:pt>
                <c:pt idx="687">
                  <c:v>3.7875100000000002</c:v>
                </c:pt>
                <c:pt idx="688">
                  <c:v>3.7878099999999999</c:v>
                </c:pt>
                <c:pt idx="689">
                  <c:v>3.7881200000000002</c:v>
                </c:pt>
                <c:pt idx="690">
                  <c:v>3.7884199999999999</c:v>
                </c:pt>
                <c:pt idx="691">
                  <c:v>3.7887300000000002</c:v>
                </c:pt>
                <c:pt idx="692">
                  <c:v>3.7890299999999999</c:v>
                </c:pt>
                <c:pt idx="693">
                  <c:v>3.7893400000000002</c:v>
                </c:pt>
                <c:pt idx="694">
                  <c:v>3.7896399999999999</c:v>
                </c:pt>
                <c:pt idx="695">
                  <c:v>3.7899500000000002</c:v>
                </c:pt>
                <c:pt idx="696">
                  <c:v>3.79026</c:v>
                </c:pt>
                <c:pt idx="697">
                  <c:v>3.7905600000000002</c:v>
                </c:pt>
                <c:pt idx="698">
                  <c:v>3.79087</c:v>
                </c:pt>
                <c:pt idx="699">
                  <c:v>3.7911700000000002</c:v>
                </c:pt>
                <c:pt idx="700">
                  <c:v>3.79148</c:v>
                </c:pt>
                <c:pt idx="701">
                  <c:v>3.7917800000000002</c:v>
                </c:pt>
                <c:pt idx="702">
                  <c:v>3.79209</c:v>
                </c:pt>
                <c:pt idx="703">
                  <c:v>3.7923900000000001</c:v>
                </c:pt>
                <c:pt idx="704">
                  <c:v>3.7927</c:v>
                </c:pt>
                <c:pt idx="705">
                  <c:v>3.7930000000000001</c:v>
                </c:pt>
                <c:pt idx="706">
                  <c:v>3.79331</c:v>
                </c:pt>
                <c:pt idx="707">
                  <c:v>3.7936100000000001</c:v>
                </c:pt>
                <c:pt idx="708">
                  <c:v>3.79392</c:v>
                </c:pt>
                <c:pt idx="709">
                  <c:v>3.7942300000000002</c:v>
                </c:pt>
                <c:pt idx="710">
                  <c:v>3.79453</c:v>
                </c:pt>
                <c:pt idx="711">
                  <c:v>3.7948400000000002</c:v>
                </c:pt>
                <c:pt idx="712">
                  <c:v>3.79514</c:v>
                </c:pt>
                <c:pt idx="713">
                  <c:v>3.7954500000000002</c:v>
                </c:pt>
                <c:pt idx="714">
                  <c:v>3.79575</c:v>
                </c:pt>
                <c:pt idx="715">
                  <c:v>3.7960600000000002</c:v>
                </c:pt>
                <c:pt idx="716">
                  <c:v>3.79636</c:v>
                </c:pt>
                <c:pt idx="717">
                  <c:v>3.7966700000000002</c:v>
                </c:pt>
                <c:pt idx="718">
                  <c:v>3.79697</c:v>
                </c:pt>
                <c:pt idx="719">
                  <c:v>3.7972800000000002</c:v>
                </c:pt>
                <c:pt idx="720">
                  <c:v>3.79758</c:v>
                </c:pt>
                <c:pt idx="721">
                  <c:v>3.7978900000000002</c:v>
                </c:pt>
                <c:pt idx="722">
                  <c:v>3.7982</c:v>
                </c:pt>
                <c:pt idx="723">
                  <c:v>3.7985000000000002</c:v>
                </c:pt>
                <c:pt idx="724">
                  <c:v>3.79881</c:v>
                </c:pt>
                <c:pt idx="725">
                  <c:v>3.7991100000000002</c:v>
                </c:pt>
                <c:pt idx="726">
                  <c:v>3.79942</c:v>
                </c:pt>
                <c:pt idx="727">
                  <c:v>3.7997200000000002</c:v>
                </c:pt>
                <c:pt idx="728">
                  <c:v>3.80003</c:v>
                </c:pt>
                <c:pt idx="729">
                  <c:v>3.8003300000000002</c:v>
                </c:pt>
                <c:pt idx="730">
                  <c:v>3.80064</c:v>
                </c:pt>
                <c:pt idx="731">
                  <c:v>3.8009400000000002</c:v>
                </c:pt>
                <c:pt idx="732">
                  <c:v>3.80125</c:v>
                </c:pt>
                <c:pt idx="733">
                  <c:v>3.8015599999999998</c:v>
                </c:pt>
                <c:pt idx="734">
                  <c:v>3.80186</c:v>
                </c:pt>
                <c:pt idx="735">
                  <c:v>3.8021699999999998</c:v>
                </c:pt>
                <c:pt idx="736">
                  <c:v>3.80247</c:v>
                </c:pt>
                <c:pt idx="737">
                  <c:v>3.8027799999999998</c:v>
                </c:pt>
                <c:pt idx="738">
                  <c:v>3.80308</c:v>
                </c:pt>
                <c:pt idx="739">
                  <c:v>3.8033899999999998</c:v>
                </c:pt>
                <c:pt idx="740">
                  <c:v>3.80369</c:v>
                </c:pt>
                <c:pt idx="741">
                  <c:v>3.8039999999999998</c:v>
                </c:pt>
                <c:pt idx="742">
                  <c:v>3.8043</c:v>
                </c:pt>
                <c:pt idx="743">
                  <c:v>3.8046099999999998</c:v>
                </c:pt>
                <c:pt idx="744">
                  <c:v>3.80491</c:v>
                </c:pt>
                <c:pt idx="745">
                  <c:v>3.8052199999999998</c:v>
                </c:pt>
                <c:pt idx="746">
                  <c:v>3.8055300000000001</c:v>
                </c:pt>
                <c:pt idx="747">
                  <c:v>3.8058299999999998</c:v>
                </c:pt>
                <c:pt idx="748">
                  <c:v>3.8061400000000001</c:v>
                </c:pt>
                <c:pt idx="749">
                  <c:v>3.8064399999999998</c:v>
                </c:pt>
                <c:pt idx="750">
                  <c:v>3.8067500000000001</c:v>
                </c:pt>
                <c:pt idx="751">
                  <c:v>3.8070499999999998</c:v>
                </c:pt>
                <c:pt idx="752">
                  <c:v>3.8073600000000001</c:v>
                </c:pt>
                <c:pt idx="753">
                  <c:v>3.8076599999999998</c:v>
                </c:pt>
                <c:pt idx="754">
                  <c:v>3.8079700000000001</c:v>
                </c:pt>
                <c:pt idx="755">
                  <c:v>3.8082699999999998</c:v>
                </c:pt>
                <c:pt idx="756">
                  <c:v>3.8085800000000001</c:v>
                </c:pt>
                <c:pt idx="757">
                  <c:v>3.8088799999999998</c:v>
                </c:pt>
                <c:pt idx="758">
                  <c:v>3.8091900000000001</c:v>
                </c:pt>
                <c:pt idx="759">
                  <c:v>3.8094999999999999</c:v>
                </c:pt>
                <c:pt idx="760">
                  <c:v>3.8098000000000001</c:v>
                </c:pt>
                <c:pt idx="761">
                  <c:v>3.8101099999999999</c:v>
                </c:pt>
                <c:pt idx="762">
                  <c:v>3.8104100000000001</c:v>
                </c:pt>
                <c:pt idx="763">
                  <c:v>3.8107199999999999</c:v>
                </c:pt>
                <c:pt idx="764">
                  <c:v>3.8110200000000001</c:v>
                </c:pt>
                <c:pt idx="765">
                  <c:v>3.8113299999999999</c:v>
                </c:pt>
                <c:pt idx="766">
                  <c:v>3.8116300000000001</c:v>
                </c:pt>
                <c:pt idx="767">
                  <c:v>3.8119399999999999</c:v>
                </c:pt>
                <c:pt idx="768">
                  <c:v>3.8122400000000001</c:v>
                </c:pt>
                <c:pt idx="769">
                  <c:v>3.8125499999999999</c:v>
                </c:pt>
                <c:pt idx="770">
                  <c:v>3.8128500000000001</c:v>
                </c:pt>
                <c:pt idx="771">
                  <c:v>3.8131599999999999</c:v>
                </c:pt>
                <c:pt idx="772">
                  <c:v>3.8134700000000001</c:v>
                </c:pt>
                <c:pt idx="773">
                  <c:v>3.8137699999999999</c:v>
                </c:pt>
                <c:pt idx="774">
                  <c:v>3.8140800000000001</c:v>
                </c:pt>
                <c:pt idx="775">
                  <c:v>3.8143799999999999</c:v>
                </c:pt>
                <c:pt idx="776">
                  <c:v>3.8146900000000001</c:v>
                </c:pt>
                <c:pt idx="777">
                  <c:v>3.8149899999999999</c:v>
                </c:pt>
                <c:pt idx="778">
                  <c:v>3.8153000000000001</c:v>
                </c:pt>
                <c:pt idx="779">
                  <c:v>3.8155999999999999</c:v>
                </c:pt>
                <c:pt idx="780">
                  <c:v>3.8159100000000001</c:v>
                </c:pt>
                <c:pt idx="781">
                  <c:v>3.8162099999999999</c:v>
                </c:pt>
                <c:pt idx="782">
                  <c:v>3.8165200000000001</c:v>
                </c:pt>
                <c:pt idx="783">
                  <c:v>3.8168199999999999</c:v>
                </c:pt>
                <c:pt idx="784">
                  <c:v>3.8171300000000001</c:v>
                </c:pt>
                <c:pt idx="785">
                  <c:v>3.8174399999999999</c:v>
                </c:pt>
                <c:pt idx="786">
                  <c:v>3.8177400000000001</c:v>
                </c:pt>
                <c:pt idx="787">
                  <c:v>3.8180499999999999</c:v>
                </c:pt>
                <c:pt idx="788">
                  <c:v>3.8183500000000001</c:v>
                </c:pt>
                <c:pt idx="789">
                  <c:v>3.8186599999999999</c:v>
                </c:pt>
                <c:pt idx="790">
                  <c:v>3.8189600000000001</c:v>
                </c:pt>
                <c:pt idx="791">
                  <c:v>3.8192699999999999</c:v>
                </c:pt>
                <c:pt idx="792">
                  <c:v>3.8195700000000001</c:v>
                </c:pt>
                <c:pt idx="793">
                  <c:v>3.8198799999999999</c:v>
                </c:pt>
                <c:pt idx="794">
                  <c:v>3.8201800000000001</c:v>
                </c:pt>
                <c:pt idx="795">
                  <c:v>3.8204899999999999</c:v>
                </c:pt>
                <c:pt idx="796">
                  <c:v>3.8208000000000002</c:v>
                </c:pt>
                <c:pt idx="797">
                  <c:v>3.8210999999999999</c:v>
                </c:pt>
                <c:pt idx="798">
                  <c:v>3.8214100000000002</c:v>
                </c:pt>
                <c:pt idx="799">
                  <c:v>3.8217099999999999</c:v>
                </c:pt>
                <c:pt idx="800">
                  <c:v>3.8220200000000002</c:v>
                </c:pt>
                <c:pt idx="801">
                  <c:v>3.8223199999999999</c:v>
                </c:pt>
                <c:pt idx="802">
                  <c:v>3.8226300000000002</c:v>
                </c:pt>
                <c:pt idx="803">
                  <c:v>3.8229299999999999</c:v>
                </c:pt>
                <c:pt idx="804">
                  <c:v>3.8232400000000002</c:v>
                </c:pt>
                <c:pt idx="805">
                  <c:v>3.8235399999999999</c:v>
                </c:pt>
                <c:pt idx="806">
                  <c:v>3.8238500000000002</c:v>
                </c:pt>
                <c:pt idx="807">
                  <c:v>3.8241499999999999</c:v>
                </c:pt>
                <c:pt idx="808">
                  <c:v>3.8244600000000002</c:v>
                </c:pt>
                <c:pt idx="809">
                  <c:v>3.82477</c:v>
                </c:pt>
                <c:pt idx="810">
                  <c:v>3.8250700000000002</c:v>
                </c:pt>
                <c:pt idx="811">
                  <c:v>3.82538</c:v>
                </c:pt>
                <c:pt idx="812">
                  <c:v>3.8256800000000002</c:v>
                </c:pt>
                <c:pt idx="813">
                  <c:v>3.82599</c:v>
                </c:pt>
                <c:pt idx="814">
                  <c:v>3.8262900000000002</c:v>
                </c:pt>
                <c:pt idx="815">
                  <c:v>3.8266</c:v>
                </c:pt>
                <c:pt idx="816">
                  <c:v>3.8269000000000002</c:v>
                </c:pt>
                <c:pt idx="817">
                  <c:v>3.82721</c:v>
                </c:pt>
                <c:pt idx="818">
                  <c:v>3.8275100000000002</c:v>
                </c:pt>
                <c:pt idx="819">
                  <c:v>3.82782</c:v>
                </c:pt>
                <c:pt idx="820">
                  <c:v>3.8281200000000002</c:v>
                </c:pt>
                <c:pt idx="821">
                  <c:v>3.82843</c:v>
                </c:pt>
                <c:pt idx="822">
                  <c:v>3.8287399999999998</c:v>
                </c:pt>
                <c:pt idx="823">
                  <c:v>3.82904</c:v>
                </c:pt>
                <c:pt idx="824">
                  <c:v>3.8293499999999998</c:v>
                </c:pt>
                <c:pt idx="825">
                  <c:v>3.82965</c:v>
                </c:pt>
                <c:pt idx="826">
                  <c:v>3.8299599999999998</c:v>
                </c:pt>
                <c:pt idx="827">
                  <c:v>3.83026</c:v>
                </c:pt>
                <c:pt idx="828">
                  <c:v>3.8305699999999998</c:v>
                </c:pt>
                <c:pt idx="829">
                  <c:v>3.83087</c:v>
                </c:pt>
                <c:pt idx="830">
                  <c:v>3.8311799999999998</c:v>
                </c:pt>
                <c:pt idx="831">
                  <c:v>3.83148</c:v>
                </c:pt>
                <c:pt idx="832">
                  <c:v>3.8317899999999998</c:v>
                </c:pt>
                <c:pt idx="833">
                  <c:v>3.83209</c:v>
                </c:pt>
                <c:pt idx="834">
                  <c:v>3.8323999999999998</c:v>
                </c:pt>
                <c:pt idx="835">
                  <c:v>3.8327100000000001</c:v>
                </c:pt>
                <c:pt idx="836">
                  <c:v>3.8330099999999998</c:v>
                </c:pt>
                <c:pt idx="837">
                  <c:v>3.8333200000000001</c:v>
                </c:pt>
                <c:pt idx="838">
                  <c:v>3.8336199999999998</c:v>
                </c:pt>
                <c:pt idx="839">
                  <c:v>3.8339300000000001</c:v>
                </c:pt>
                <c:pt idx="840">
                  <c:v>3.8342299999999998</c:v>
                </c:pt>
                <c:pt idx="841">
                  <c:v>3.8345400000000001</c:v>
                </c:pt>
                <c:pt idx="842">
                  <c:v>3.8348399999999998</c:v>
                </c:pt>
                <c:pt idx="843">
                  <c:v>3.8351500000000001</c:v>
                </c:pt>
                <c:pt idx="844">
                  <c:v>3.8354499999999998</c:v>
                </c:pt>
                <c:pt idx="845">
                  <c:v>3.8357600000000001</c:v>
                </c:pt>
                <c:pt idx="846">
                  <c:v>3.8360599999999998</c:v>
                </c:pt>
                <c:pt idx="847">
                  <c:v>3.8363700000000001</c:v>
                </c:pt>
                <c:pt idx="848">
                  <c:v>3.8366799999999999</c:v>
                </c:pt>
                <c:pt idx="849">
                  <c:v>3.8369800000000001</c:v>
                </c:pt>
                <c:pt idx="850">
                  <c:v>3.8372899999999999</c:v>
                </c:pt>
                <c:pt idx="851">
                  <c:v>3.8375900000000001</c:v>
                </c:pt>
                <c:pt idx="852">
                  <c:v>3.8378999999999999</c:v>
                </c:pt>
                <c:pt idx="853">
                  <c:v>3.8382000000000001</c:v>
                </c:pt>
                <c:pt idx="854">
                  <c:v>3.8385099999999999</c:v>
                </c:pt>
                <c:pt idx="855">
                  <c:v>3.8388100000000001</c:v>
                </c:pt>
                <c:pt idx="856">
                  <c:v>3.8391199999999999</c:v>
                </c:pt>
                <c:pt idx="857">
                  <c:v>3.8394200000000001</c:v>
                </c:pt>
                <c:pt idx="858">
                  <c:v>3.8397299999999999</c:v>
                </c:pt>
                <c:pt idx="859">
                  <c:v>3.8400400000000001</c:v>
                </c:pt>
                <c:pt idx="860">
                  <c:v>3.8403399999999999</c:v>
                </c:pt>
                <c:pt idx="861">
                  <c:v>3.8406500000000001</c:v>
                </c:pt>
                <c:pt idx="862">
                  <c:v>3.8409499999999999</c:v>
                </c:pt>
                <c:pt idx="863">
                  <c:v>3.8412600000000001</c:v>
                </c:pt>
                <c:pt idx="864">
                  <c:v>3.8415599999999999</c:v>
                </c:pt>
                <c:pt idx="865">
                  <c:v>3.8418700000000001</c:v>
                </c:pt>
                <c:pt idx="866">
                  <c:v>3.8421699999999999</c:v>
                </c:pt>
                <c:pt idx="867">
                  <c:v>3.8424800000000001</c:v>
                </c:pt>
                <c:pt idx="868">
                  <c:v>3.8427799999999999</c:v>
                </c:pt>
                <c:pt idx="869">
                  <c:v>3.8430900000000001</c:v>
                </c:pt>
                <c:pt idx="870">
                  <c:v>3.8433899999999999</c:v>
                </c:pt>
                <c:pt idx="871">
                  <c:v>3.8437000000000001</c:v>
                </c:pt>
                <c:pt idx="872">
                  <c:v>3.8440099999999999</c:v>
                </c:pt>
                <c:pt idx="873">
                  <c:v>3.8443100000000001</c:v>
                </c:pt>
                <c:pt idx="874">
                  <c:v>3.8446199999999999</c:v>
                </c:pt>
                <c:pt idx="875">
                  <c:v>3.8449200000000001</c:v>
                </c:pt>
                <c:pt idx="876">
                  <c:v>3.8452299999999999</c:v>
                </c:pt>
                <c:pt idx="877">
                  <c:v>3.8455300000000001</c:v>
                </c:pt>
                <c:pt idx="878">
                  <c:v>3.8458399999999999</c:v>
                </c:pt>
                <c:pt idx="879">
                  <c:v>3.8461400000000001</c:v>
                </c:pt>
                <c:pt idx="880">
                  <c:v>3.8464499999999999</c:v>
                </c:pt>
                <c:pt idx="881">
                  <c:v>3.8467500000000001</c:v>
                </c:pt>
                <c:pt idx="882">
                  <c:v>3.8470599999999999</c:v>
                </c:pt>
                <c:pt idx="883">
                  <c:v>3.8473600000000001</c:v>
                </c:pt>
                <c:pt idx="884">
                  <c:v>3.8476699999999999</c:v>
                </c:pt>
                <c:pt idx="885">
                  <c:v>3.8479800000000002</c:v>
                </c:pt>
                <c:pt idx="886">
                  <c:v>3.8482799999999999</c:v>
                </c:pt>
                <c:pt idx="887">
                  <c:v>3.8485900000000002</c:v>
                </c:pt>
                <c:pt idx="888">
                  <c:v>3.8488899999999999</c:v>
                </c:pt>
                <c:pt idx="889">
                  <c:v>3.8492000000000002</c:v>
                </c:pt>
                <c:pt idx="890">
                  <c:v>3.8494999999999999</c:v>
                </c:pt>
                <c:pt idx="891">
                  <c:v>3.8498100000000002</c:v>
                </c:pt>
                <c:pt idx="892">
                  <c:v>3.8501099999999999</c:v>
                </c:pt>
                <c:pt idx="893">
                  <c:v>3.8504200000000002</c:v>
                </c:pt>
                <c:pt idx="894">
                  <c:v>3.8507199999999999</c:v>
                </c:pt>
                <c:pt idx="895">
                  <c:v>3.8510300000000002</c:v>
                </c:pt>
                <c:pt idx="896">
                  <c:v>3.8513299999999999</c:v>
                </c:pt>
                <c:pt idx="897">
                  <c:v>3.8516400000000002</c:v>
                </c:pt>
                <c:pt idx="898">
                  <c:v>3.85195</c:v>
                </c:pt>
                <c:pt idx="899">
                  <c:v>3.8522500000000002</c:v>
                </c:pt>
                <c:pt idx="900">
                  <c:v>3.85256</c:v>
                </c:pt>
                <c:pt idx="901">
                  <c:v>3.8528600000000002</c:v>
                </c:pt>
                <c:pt idx="902">
                  <c:v>3.85317</c:v>
                </c:pt>
                <c:pt idx="903">
                  <c:v>3.8534700000000002</c:v>
                </c:pt>
                <c:pt idx="904">
                  <c:v>3.85378</c:v>
                </c:pt>
                <c:pt idx="905">
                  <c:v>3.8540800000000002</c:v>
                </c:pt>
                <c:pt idx="906">
                  <c:v>3.85439</c:v>
                </c:pt>
                <c:pt idx="907">
                  <c:v>3.8546900000000002</c:v>
                </c:pt>
                <c:pt idx="908">
                  <c:v>3.855</c:v>
                </c:pt>
                <c:pt idx="909">
                  <c:v>3.8553000000000002</c:v>
                </c:pt>
                <c:pt idx="910">
                  <c:v>3.85561</c:v>
                </c:pt>
                <c:pt idx="911">
                  <c:v>3.8559199999999998</c:v>
                </c:pt>
                <c:pt idx="912">
                  <c:v>3.85622</c:v>
                </c:pt>
                <c:pt idx="913">
                  <c:v>3.8565299999999998</c:v>
                </c:pt>
                <c:pt idx="914">
                  <c:v>3.85683</c:v>
                </c:pt>
                <c:pt idx="915">
                  <c:v>3.8571399999999998</c:v>
                </c:pt>
                <c:pt idx="916">
                  <c:v>3.85744</c:v>
                </c:pt>
                <c:pt idx="917">
                  <c:v>3.8577499999999998</c:v>
                </c:pt>
                <c:pt idx="918">
                  <c:v>3.85805</c:v>
                </c:pt>
                <c:pt idx="919">
                  <c:v>3.8583599999999998</c:v>
                </c:pt>
                <c:pt idx="920">
                  <c:v>3.85866</c:v>
                </c:pt>
                <c:pt idx="921">
                  <c:v>3.8589699999999998</c:v>
                </c:pt>
                <c:pt idx="922">
                  <c:v>3.85928</c:v>
                </c:pt>
                <c:pt idx="923">
                  <c:v>3.8595799999999998</c:v>
                </c:pt>
                <c:pt idx="924">
                  <c:v>3.85989</c:v>
                </c:pt>
                <c:pt idx="925">
                  <c:v>3.8601899999999998</c:v>
                </c:pt>
                <c:pt idx="926">
                  <c:v>3.8605</c:v>
                </c:pt>
                <c:pt idx="927">
                  <c:v>3.8607999999999998</c:v>
                </c:pt>
                <c:pt idx="928">
                  <c:v>3.86111</c:v>
                </c:pt>
                <c:pt idx="929">
                  <c:v>3.8614099999999998</c:v>
                </c:pt>
                <c:pt idx="930">
                  <c:v>3.86172</c:v>
                </c:pt>
                <c:pt idx="931">
                  <c:v>3.8620199999999998</c:v>
                </c:pt>
                <c:pt idx="932">
                  <c:v>3.86233</c:v>
                </c:pt>
                <c:pt idx="933">
                  <c:v>3.8626299999999998</c:v>
                </c:pt>
                <c:pt idx="934">
                  <c:v>3.86294</c:v>
                </c:pt>
                <c:pt idx="935">
                  <c:v>3.8632499999999999</c:v>
                </c:pt>
                <c:pt idx="936">
                  <c:v>3.86355</c:v>
                </c:pt>
                <c:pt idx="937">
                  <c:v>3.8638599999999999</c:v>
                </c:pt>
                <c:pt idx="938">
                  <c:v>3.86416</c:v>
                </c:pt>
                <c:pt idx="939">
                  <c:v>3.8644699999999998</c:v>
                </c:pt>
                <c:pt idx="940">
                  <c:v>3.86477</c:v>
                </c:pt>
                <c:pt idx="941">
                  <c:v>3.8650799999999998</c:v>
                </c:pt>
                <c:pt idx="942">
                  <c:v>3.86538</c:v>
                </c:pt>
                <c:pt idx="943">
                  <c:v>3.8656899999999998</c:v>
                </c:pt>
                <c:pt idx="944">
                  <c:v>3.86599</c:v>
                </c:pt>
                <c:pt idx="945">
                  <c:v>3.8662999999999998</c:v>
                </c:pt>
                <c:pt idx="946">
                  <c:v>3.8666</c:v>
                </c:pt>
                <c:pt idx="947">
                  <c:v>3.8669099999999998</c:v>
                </c:pt>
                <c:pt idx="948">
                  <c:v>3.8672200000000001</c:v>
                </c:pt>
                <c:pt idx="949">
                  <c:v>3.8675199999999998</c:v>
                </c:pt>
                <c:pt idx="950">
                  <c:v>3.8678300000000001</c:v>
                </c:pt>
                <c:pt idx="951">
                  <c:v>3.8681299999999998</c:v>
                </c:pt>
                <c:pt idx="952">
                  <c:v>3.8684400000000001</c:v>
                </c:pt>
                <c:pt idx="953">
                  <c:v>3.8687399999999998</c:v>
                </c:pt>
                <c:pt idx="954">
                  <c:v>3.8690500000000001</c:v>
                </c:pt>
                <c:pt idx="955">
                  <c:v>3.8693499999999998</c:v>
                </c:pt>
                <c:pt idx="956">
                  <c:v>3.8696600000000001</c:v>
                </c:pt>
                <c:pt idx="957">
                  <c:v>3.8699599999999998</c:v>
                </c:pt>
                <c:pt idx="958">
                  <c:v>3.8702700000000001</c:v>
                </c:pt>
                <c:pt idx="959">
                  <c:v>3.8705699999999998</c:v>
                </c:pt>
                <c:pt idx="960">
                  <c:v>3.8708800000000001</c:v>
                </c:pt>
                <c:pt idx="961">
                  <c:v>3.8711899999999999</c:v>
                </c:pt>
                <c:pt idx="962">
                  <c:v>3.8714900000000001</c:v>
                </c:pt>
                <c:pt idx="963">
                  <c:v>3.8717999999999999</c:v>
                </c:pt>
                <c:pt idx="964">
                  <c:v>3.8721000000000001</c:v>
                </c:pt>
                <c:pt idx="965">
                  <c:v>3.8724099999999999</c:v>
                </c:pt>
                <c:pt idx="966">
                  <c:v>3.8727100000000001</c:v>
                </c:pt>
                <c:pt idx="967">
                  <c:v>3.8730199999999999</c:v>
                </c:pt>
                <c:pt idx="968">
                  <c:v>3.8733200000000001</c:v>
                </c:pt>
                <c:pt idx="969">
                  <c:v>3.8736299999999999</c:v>
                </c:pt>
                <c:pt idx="970">
                  <c:v>3.8739300000000001</c:v>
                </c:pt>
                <c:pt idx="971">
                  <c:v>3.8742399999999999</c:v>
                </c:pt>
                <c:pt idx="972">
                  <c:v>3.8745500000000002</c:v>
                </c:pt>
                <c:pt idx="973">
                  <c:v>3.8748499999999999</c:v>
                </c:pt>
                <c:pt idx="974">
                  <c:v>3.8751600000000002</c:v>
                </c:pt>
                <c:pt idx="975">
                  <c:v>3.8754599999999999</c:v>
                </c:pt>
                <c:pt idx="976">
                  <c:v>3.8757700000000002</c:v>
                </c:pt>
                <c:pt idx="977">
                  <c:v>3.8760699999999999</c:v>
                </c:pt>
                <c:pt idx="978">
                  <c:v>3.8763800000000002</c:v>
                </c:pt>
                <c:pt idx="979">
                  <c:v>3.8766799999999999</c:v>
                </c:pt>
                <c:pt idx="980">
                  <c:v>3.8769900000000002</c:v>
                </c:pt>
                <c:pt idx="981">
                  <c:v>3.8772899999999999</c:v>
                </c:pt>
                <c:pt idx="982">
                  <c:v>3.8776000000000002</c:v>
                </c:pt>
                <c:pt idx="983">
                  <c:v>3.8778999999999999</c:v>
                </c:pt>
                <c:pt idx="984">
                  <c:v>3.8782100000000002</c:v>
                </c:pt>
                <c:pt idx="985">
                  <c:v>3.87852</c:v>
                </c:pt>
                <c:pt idx="986">
                  <c:v>3.8788200000000002</c:v>
                </c:pt>
                <c:pt idx="987">
                  <c:v>3.87913</c:v>
                </c:pt>
                <c:pt idx="988">
                  <c:v>3.8794300000000002</c:v>
                </c:pt>
                <c:pt idx="989">
                  <c:v>3.87974</c:v>
                </c:pt>
                <c:pt idx="990">
                  <c:v>3.8800400000000002</c:v>
                </c:pt>
                <c:pt idx="991">
                  <c:v>3.88035</c:v>
                </c:pt>
                <c:pt idx="992">
                  <c:v>3.8806500000000002</c:v>
                </c:pt>
                <c:pt idx="993">
                  <c:v>3.88096</c:v>
                </c:pt>
                <c:pt idx="994">
                  <c:v>3.8812600000000002</c:v>
                </c:pt>
                <c:pt idx="995">
                  <c:v>3.88157</c:v>
                </c:pt>
                <c:pt idx="996">
                  <c:v>3.8818700000000002</c:v>
                </c:pt>
                <c:pt idx="997">
                  <c:v>3.88218</c:v>
                </c:pt>
                <c:pt idx="998">
                  <c:v>3.8824900000000002</c:v>
                </c:pt>
                <c:pt idx="999">
                  <c:v>3.88279</c:v>
                </c:pt>
                <c:pt idx="1000">
                  <c:v>3.8831000000000002</c:v>
                </c:pt>
                <c:pt idx="1001">
                  <c:v>3.8834</c:v>
                </c:pt>
                <c:pt idx="1002">
                  <c:v>3.8837100000000002</c:v>
                </c:pt>
                <c:pt idx="1003">
                  <c:v>3.88401</c:v>
                </c:pt>
                <c:pt idx="1004">
                  <c:v>3.8843200000000002</c:v>
                </c:pt>
                <c:pt idx="1005">
                  <c:v>3.88462</c:v>
                </c:pt>
                <c:pt idx="1006">
                  <c:v>3.8849300000000002</c:v>
                </c:pt>
                <c:pt idx="1007">
                  <c:v>3.88523</c:v>
                </c:pt>
                <c:pt idx="1008">
                  <c:v>3.8855400000000002</c:v>
                </c:pt>
                <c:pt idx="1009">
                  <c:v>3.88584</c:v>
                </c:pt>
                <c:pt idx="1010">
                  <c:v>3.8861500000000002</c:v>
                </c:pt>
                <c:pt idx="1011">
                  <c:v>3.88646</c:v>
                </c:pt>
                <c:pt idx="1012">
                  <c:v>3.8867600000000002</c:v>
                </c:pt>
                <c:pt idx="1013">
                  <c:v>3.88707</c:v>
                </c:pt>
                <c:pt idx="1014">
                  <c:v>3.8873700000000002</c:v>
                </c:pt>
                <c:pt idx="1015">
                  <c:v>3.88768</c:v>
                </c:pt>
                <c:pt idx="1016">
                  <c:v>3.8879800000000002</c:v>
                </c:pt>
                <c:pt idx="1017">
                  <c:v>3.88829</c:v>
                </c:pt>
                <c:pt idx="1018">
                  <c:v>3.8885900000000002</c:v>
                </c:pt>
                <c:pt idx="1019">
                  <c:v>3.8889</c:v>
                </c:pt>
                <c:pt idx="1020">
                  <c:v>3.8892000000000002</c:v>
                </c:pt>
                <c:pt idx="1021">
                  <c:v>3.88951</c:v>
                </c:pt>
                <c:pt idx="1022">
                  <c:v>3.8898100000000002</c:v>
                </c:pt>
                <c:pt idx="1023">
                  <c:v>3.89012</c:v>
                </c:pt>
                <c:pt idx="1024">
                  <c:v>3.8904299999999998</c:v>
                </c:pt>
                <c:pt idx="1025">
                  <c:v>3.89073</c:v>
                </c:pt>
                <c:pt idx="1026">
                  <c:v>3.8910399999999998</c:v>
                </c:pt>
                <c:pt idx="1027">
                  <c:v>3.89134</c:v>
                </c:pt>
                <c:pt idx="1028">
                  <c:v>3.8916499999999998</c:v>
                </c:pt>
                <c:pt idx="1029">
                  <c:v>3.89195</c:v>
                </c:pt>
                <c:pt idx="1030">
                  <c:v>3.8922599999999998</c:v>
                </c:pt>
                <c:pt idx="1031">
                  <c:v>3.89256</c:v>
                </c:pt>
                <c:pt idx="1032">
                  <c:v>3.8928699999999998</c:v>
                </c:pt>
                <c:pt idx="1033">
                  <c:v>3.89317</c:v>
                </c:pt>
                <c:pt idx="1034">
                  <c:v>3.8934799999999998</c:v>
                </c:pt>
                <c:pt idx="1035">
                  <c:v>3.8937900000000001</c:v>
                </c:pt>
                <c:pt idx="1036">
                  <c:v>3.8940899999999998</c:v>
                </c:pt>
                <c:pt idx="1037">
                  <c:v>3.8944000000000001</c:v>
                </c:pt>
                <c:pt idx="1038">
                  <c:v>3.8946999999999998</c:v>
                </c:pt>
                <c:pt idx="1039">
                  <c:v>3.8950100000000001</c:v>
                </c:pt>
                <c:pt idx="1040">
                  <c:v>3.8953099999999998</c:v>
                </c:pt>
                <c:pt idx="1041">
                  <c:v>3.8956200000000001</c:v>
                </c:pt>
                <c:pt idx="1042">
                  <c:v>3.8959199999999998</c:v>
                </c:pt>
                <c:pt idx="1043">
                  <c:v>3.8962300000000001</c:v>
                </c:pt>
                <c:pt idx="1044">
                  <c:v>3.8965299999999998</c:v>
                </c:pt>
                <c:pt idx="1045">
                  <c:v>3.8968400000000001</c:v>
                </c:pt>
                <c:pt idx="1046">
                  <c:v>3.8971399999999998</c:v>
                </c:pt>
                <c:pt idx="1047">
                  <c:v>3.8974500000000001</c:v>
                </c:pt>
                <c:pt idx="1048">
                  <c:v>3.8977599999999999</c:v>
                </c:pt>
                <c:pt idx="1049">
                  <c:v>3.8980600000000001</c:v>
                </c:pt>
                <c:pt idx="1050">
                  <c:v>3.8983699999999999</c:v>
                </c:pt>
                <c:pt idx="1051">
                  <c:v>3.8986700000000001</c:v>
                </c:pt>
                <c:pt idx="1052">
                  <c:v>3.8989799999999999</c:v>
                </c:pt>
                <c:pt idx="1053">
                  <c:v>3.8992800000000001</c:v>
                </c:pt>
                <c:pt idx="1054">
                  <c:v>3.8995899999999999</c:v>
                </c:pt>
                <c:pt idx="1055">
                  <c:v>3.8998900000000001</c:v>
                </c:pt>
                <c:pt idx="1056">
                  <c:v>3.9001999999999999</c:v>
                </c:pt>
                <c:pt idx="1057">
                  <c:v>3.9005000000000001</c:v>
                </c:pt>
                <c:pt idx="1058">
                  <c:v>3.9008099999999999</c:v>
                </c:pt>
                <c:pt idx="1059">
                  <c:v>3.9011100000000001</c:v>
                </c:pt>
                <c:pt idx="1060">
                  <c:v>3.9014199999999999</c:v>
                </c:pt>
                <c:pt idx="1061">
                  <c:v>3.9017300000000001</c:v>
                </c:pt>
                <c:pt idx="1062">
                  <c:v>3.9020299999999999</c:v>
                </c:pt>
                <c:pt idx="1063">
                  <c:v>3.9023400000000001</c:v>
                </c:pt>
                <c:pt idx="1064">
                  <c:v>3.9026399999999999</c:v>
                </c:pt>
                <c:pt idx="1065">
                  <c:v>3.9029500000000001</c:v>
                </c:pt>
                <c:pt idx="1066">
                  <c:v>3.9032499999999999</c:v>
                </c:pt>
                <c:pt idx="1067">
                  <c:v>3.9035600000000001</c:v>
                </c:pt>
                <c:pt idx="1068">
                  <c:v>3.9038599999999999</c:v>
                </c:pt>
                <c:pt idx="1069">
                  <c:v>3.9041700000000001</c:v>
                </c:pt>
                <c:pt idx="1070">
                  <c:v>3.9044699999999999</c:v>
                </c:pt>
                <c:pt idx="1071">
                  <c:v>3.9047800000000001</c:v>
                </c:pt>
                <c:pt idx="1072">
                  <c:v>3.9050799999999999</c:v>
                </c:pt>
                <c:pt idx="1073">
                  <c:v>3.9053900000000001</c:v>
                </c:pt>
                <c:pt idx="1074">
                  <c:v>3.9056999999999999</c:v>
                </c:pt>
                <c:pt idx="1075">
                  <c:v>3.9060000000000001</c:v>
                </c:pt>
                <c:pt idx="1076">
                  <c:v>3.9063099999999999</c:v>
                </c:pt>
                <c:pt idx="1077">
                  <c:v>3.9066100000000001</c:v>
                </c:pt>
                <c:pt idx="1078">
                  <c:v>3.9069199999999999</c:v>
                </c:pt>
                <c:pt idx="1079">
                  <c:v>3.9072200000000001</c:v>
                </c:pt>
                <c:pt idx="1080">
                  <c:v>3.9075299999999999</c:v>
                </c:pt>
                <c:pt idx="1081">
                  <c:v>3.9078300000000001</c:v>
                </c:pt>
                <c:pt idx="1082">
                  <c:v>3.9081399999999999</c:v>
                </c:pt>
                <c:pt idx="1083">
                  <c:v>3.9084400000000001</c:v>
                </c:pt>
                <c:pt idx="1084">
                  <c:v>3.9087499999999999</c:v>
                </c:pt>
                <c:pt idx="1085">
                  <c:v>3.9090500000000001</c:v>
                </c:pt>
                <c:pt idx="1086">
                  <c:v>3.9093599999999999</c:v>
                </c:pt>
                <c:pt idx="1087">
                  <c:v>3.9096700000000002</c:v>
                </c:pt>
                <c:pt idx="1088">
                  <c:v>3.9099699999999999</c:v>
                </c:pt>
                <c:pt idx="1089">
                  <c:v>3.9102800000000002</c:v>
                </c:pt>
                <c:pt idx="1090">
                  <c:v>3.9105799999999999</c:v>
                </c:pt>
                <c:pt idx="1091">
                  <c:v>3.9108900000000002</c:v>
                </c:pt>
                <c:pt idx="1092">
                  <c:v>3.9111899999999999</c:v>
                </c:pt>
                <c:pt idx="1093">
                  <c:v>3.9115000000000002</c:v>
                </c:pt>
                <c:pt idx="1094">
                  <c:v>3.9117999999999999</c:v>
                </c:pt>
                <c:pt idx="1095">
                  <c:v>3.9121100000000002</c:v>
                </c:pt>
                <c:pt idx="1096">
                  <c:v>3.9124099999999999</c:v>
                </c:pt>
                <c:pt idx="1097">
                  <c:v>3.9127200000000002</c:v>
                </c:pt>
                <c:pt idx="1098">
                  <c:v>3.91303</c:v>
                </c:pt>
                <c:pt idx="1099">
                  <c:v>3.9133300000000002</c:v>
                </c:pt>
                <c:pt idx="1100">
                  <c:v>3.91364</c:v>
                </c:pt>
                <c:pt idx="1101">
                  <c:v>3.9139400000000002</c:v>
                </c:pt>
                <c:pt idx="1102">
                  <c:v>3.91425</c:v>
                </c:pt>
                <c:pt idx="1103">
                  <c:v>3.9145500000000002</c:v>
                </c:pt>
                <c:pt idx="1104">
                  <c:v>3.91486</c:v>
                </c:pt>
                <c:pt idx="1105">
                  <c:v>3.9151600000000002</c:v>
                </c:pt>
                <c:pt idx="1106">
                  <c:v>3.91547</c:v>
                </c:pt>
                <c:pt idx="1107">
                  <c:v>3.9157700000000002</c:v>
                </c:pt>
                <c:pt idx="1108">
                  <c:v>3.91608</c:v>
                </c:pt>
                <c:pt idx="1109">
                  <c:v>3.9163800000000002</c:v>
                </c:pt>
                <c:pt idx="1110">
                  <c:v>3.91669</c:v>
                </c:pt>
                <c:pt idx="1111">
                  <c:v>3.9169999999999998</c:v>
                </c:pt>
                <c:pt idx="1112">
                  <c:v>3.9173</c:v>
                </c:pt>
                <c:pt idx="1113">
                  <c:v>3.9176099999999998</c:v>
                </c:pt>
                <c:pt idx="1114">
                  <c:v>3.91791</c:v>
                </c:pt>
                <c:pt idx="1115">
                  <c:v>3.9182199999999998</c:v>
                </c:pt>
                <c:pt idx="1116">
                  <c:v>3.91852</c:v>
                </c:pt>
                <c:pt idx="1117">
                  <c:v>3.9188299999999998</c:v>
                </c:pt>
                <c:pt idx="1118">
                  <c:v>3.91913</c:v>
                </c:pt>
                <c:pt idx="1119">
                  <c:v>3.9194399999999998</c:v>
                </c:pt>
                <c:pt idx="1120">
                  <c:v>3.91974</c:v>
                </c:pt>
                <c:pt idx="1121">
                  <c:v>3.9200499999999998</c:v>
                </c:pt>
                <c:pt idx="1122">
                  <c:v>3.92035</c:v>
                </c:pt>
                <c:pt idx="1123">
                  <c:v>3.9206599999999998</c:v>
                </c:pt>
                <c:pt idx="1124">
                  <c:v>3.9209700000000001</c:v>
                </c:pt>
                <c:pt idx="1125">
                  <c:v>3.9212699999999998</c:v>
                </c:pt>
                <c:pt idx="1126">
                  <c:v>3.9215800000000001</c:v>
                </c:pt>
                <c:pt idx="1127">
                  <c:v>3.9218799999999998</c:v>
                </c:pt>
                <c:pt idx="1128">
                  <c:v>3.9221900000000001</c:v>
                </c:pt>
                <c:pt idx="1129">
                  <c:v>3.9224899999999998</c:v>
                </c:pt>
                <c:pt idx="1130">
                  <c:v>3.9228000000000001</c:v>
                </c:pt>
                <c:pt idx="1131">
                  <c:v>3.9230999999999998</c:v>
                </c:pt>
                <c:pt idx="1132">
                  <c:v>3.9234100000000001</c:v>
                </c:pt>
                <c:pt idx="1133">
                  <c:v>3.9237099999999998</c:v>
                </c:pt>
                <c:pt idx="1134">
                  <c:v>3.9240200000000001</c:v>
                </c:pt>
                <c:pt idx="1135">
                  <c:v>3.9243199999999998</c:v>
                </c:pt>
                <c:pt idx="1136">
                  <c:v>3.9246300000000001</c:v>
                </c:pt>
                <c:pt idx="1137">
                  <c:v>3.9249399999999999</c:v>
                </c:pt>
                <c:pt idx="1138">
                  <c:v>3.9252400000000001</c:v>
                </c:pt>
                <c:pt idx="1139">
                  <c:v>3.9255499999999999</c:v>
                </c:pt>
                <c:pt idx="1140">
                  <c:v>3.9258500000000001</c:v>
                </c:pt>
                <c:pt idx="1141">
                  <c:v>3.9261599999999999</c:v>
                </c:pt>
                <c:pt idx="1142">
                  <c:v>3.9264600000000001</c:v>
                </c:pt>
                <c:pt idx="1143">
                  <c:v>3.9267699999999999</c:v>
                </c:pt>
                <c:pt idx="1144">
                  <c:v>3.9270700000000001</c:v>
                </c:pt>
                <c:pt idx="1145">
                  <c:v>3.9273799999999999</c:v>
                </c:pt>
                <c:pt idx="1146">
                  <c:v>3.9276800000000001</c:v>
                </c:pt>
                <c:pt idx="1147">
                  <c:v>3.9279899999999999</c:v>
                </c:pt>
                <c:pt idx="1148">
                  <c:v>3.9283000000000001</c:v>
                </c:pt>
                <c:pt idx="1149">
                  <c:v>3.9285999999999999</c:v>
                </c:pt>
                <c:pt idx="1150">
                  <c:v>3.9289100000000001</c:v>
                </c:pt>
                <c:pt idx="1151">
                  <c:v>3.9292099999999999</c:v>
                </c:pt>
                <c:pt idx="1152">
                  <c:v>3.9295200000000001</c:v>
                </c:pt>
                <c:pt idx="1153">
                  <c:v>3.9298199999999999</c:v>
                </c:pt>
                <c:pt idx="1154">
                  <c:v>3.9301300000000001</c:v>
                </c:pt>
                <c:pt idx="1155">
                  <c:v>3.9304299999999999</c:v>
                </c:pt>
                <c:pt idx="1156">
                  <c:v>3.9307400000000001</c:v>
                </c:pt>
                <c:pt idx="1157">
                  <c:v>3.9310399999999999</c:v>
                </c:pt>
                <c:pt idx="1158">
                  <c:v>3.9313500000000001</c:v>
                </c:pt>
                <c:pt idx="1159">
                  <c:v>3.9316499999999999</c:v>
                </c:pt>
                <c:pt idx="1160">
                  <c:v>3.9319600000000001</c:v>
                </c:pt>
                <c:pt idx="1161">
                  <c:v>3.9322699999999999</c:v>
                </c:pt>
                <c:pt idx="1162">
                  <c:v>3.9325700000000001</c:v>
                </c:pt>
                <c:pt idx="1163">
                  <c:v>3.9328799999999999</c:v>
                </c:pt>
                <c:pt idx="1164">
                  <c:v>3.9331800000000001</c:v>
                </c:pt>
                <c:pt idx="1165">
                  <c:v>3.9334899999999999</c:v>
                </c:pt>
                <c:pt idx="1166">
                  <c:v>3.9337900000000001</c:v>
                </c:pt>
                <c:pt idx="1167">
                  <c:v>3.9340999999999999</c:v>
                </c:pt>
                <c:pt idx="1168">
                  <c:v>3.9344000000000001</c:v>
                </c:pt>
                <c:pt idx="1169">
                  <c:v>3.9347099999999999</c:v>
                </c:pt>
                <c:pt idx="1170">
                  <c:v>3.9350100000000001</c:v>
                </c:pt>
                <c:pt idx="1171">
                  <c:v>3.9353199999999999</c:v>
                </c:pt>
                <c:pt idx="1172">
                  <c:v>3.9356200000000001</c:v>
                </c:pt>
                <c:pt idx="1173">
                  <c:v>3.9359299999999999</c:v>
                </c:pt>
                <c:pt idx="1174">
                  <c:v>3.9362400000000002</c:v>
                </c:pt>
                <c:pt idx="1175">
                  <c:v>3.9365399999999999</c:v>
                </c:pt>
                <c:pt idx="1176">
                  <c:v>3.9368500000000002</c:v>
                </c:pt>
                <c:pt idx="1177">
                  <c:v>3.9371499999999999</c:v>
                </c:pt>
                <c:pt idx="1178">
                  <c:v>3.9374600000000002</c:v>
                </c:pt>
                <c:pt idx="1179">
                  <c:v>3.9377599999999999</c:v>
                </c:pt>
                <c:pt idx="1180">
                  <c:v>3.9380700000000002</c:v>
                </c:pt>
                <c:pt idx="1181">
                  <c:v>3.9383699999999999</c:v>
                </c:pt>
                <c:pt idx="1182">
                  <c:v>3.9386800000000002</c:v>
                </c:pt>
                <c:pt idx="1183">
                  <c:v>3.9389799999999999</c:v>
                </c:pt>
                <c:pt idx="1184">
                  <c:v>3.9392900000000002</c:v>
                </c:pt>
                <c:pt idx="1185">
                  <c:v>3.9395899999999999</c:v>
                </c:pt>
                <c:pt idx="1186">
                  <c:v>3.9399000000000002</c:v>
                </c:pt>
                <c:pt idx="1187">
                  <c:v>3.94021</c:v>
                </c:pt>
                <c:pt idx="1188">
                  <c:v>3.9405100000000002</c:v>
                </c:pt>
                <c:pt idx="1189">
                  <c:v>3.94082</c:v>
                </c:pt>
                <c:pt idx="1190">
                  <c:v>3.9411200000000002</c:v>
                </c:pt>
                <c:pt idx="1191">
                  <c:v>3.94143</c:v>
                </c:pt>
                <c:pt idx="1192">
                  <c:v>3.9417300000000002</c:v>
                </c:pt>
                <c:pt idx="1193">
                  <c:v>3.94204</c:v>
                </c:pt>
                <c:pt idx="1194">
                  <c:v>3.9423400000000002</c:v>
                </c:pt>
                <c:pt idx="1195">
                  <c:v>3.94265</c:v>
                </c:pt>
                <c:pt idx="1196">
                  <c:v>3.9429500000000002</c:v>
                </c:pt>
                <c:pt idx="1197">
                  <c:v>3.94326</c:v>
                </c:pt>
                <c:pt idx="1198">
                  <c:v>3.9435600000000002</c:v>
                </c:pt>
                <c:pt idx="1199">
                  <c:v>3.94387</c:v>
                </c:pt>
                <c:pt idx="1200">
                  <c:v>3.9441799999999998</c:v>
                </c:pt>
                <c:pt idx="1201">
                  <c:v>3.94448</c:v>
                </c:pt>
                <c:pt idx="1202">
                  <c:v>3.9447899999999998</c:v>
                </c:pt>
                <c:pt idx="1203">
                  <c:v>3.94509</c:v>
                </c:pt>
                <c:pt idx="1204">
                  <c:v>3.9453999999999998</c:v>
                </c:pt>
                <c:pt idx="1205">
                  <c:v>3.9457</c:v>
                </c:pt>
                <c:pt idx="1206">
                  <c:v>3.9460099999999998</c:v>
                </c:pt>
                <c:pt idx="1207">
                  <c:v>3.94631</c:v>
                </c:pt>
                <c:pt idx="1208">
                  <c:v>3.9466199999999998</c:v>
                </c:pt>
                <c:pt idx="1209">
                  <c:v>3.94692</c:v>
                </c:pt>
                <c:pt idx="1210">
                  <c:v>3.9472299999999998</c:v>
                </c:pt>
                <c:pt idx="1211">
                  <c:v>3.94754</c:v>
                </c:pt>
                <c:pt idx="1212">
                  <c:v>3.9478399999999998</c:v>
                </c:pt>
                <c:pt idx="1213">
                  <c:v>3.94815</c:v>
                </c:pt>
                <c:pt idx="1214">
                  <c:v>3.9484499999999998</c:v>
                </c:pt>
                <c:pt idx="1215">
                  <c:v>3.94876</c:v>
                </c:pt>
                <c:pt idx="1216">
                  <c:v>3.9490599999999998</c:v>
                </c:pt>
                <c:pt idx="1217">
                  <c:v>3.94937</c:v>
                </c:pt>
                <c:pt idx="1218">
                  <c:v>3.9496699999999998</c:v>
                </c:pt>
                <c:pt idx="1219">
                  <c:v>3.94998</c:v>
                </c:pt>
                <c:pt idx="1220">
                  <c:v>3.9502799999999998</c:v>
                </c:pt>
                <c:pt idx="1221">
                  <c:v>3.95059</c:v>
                </c:pt>
                <c:pt idx="1222">
                  <c:v>3.9508899999999998</c:v>
                </c:pt>
                <c:pt idx="1223">
                  <c:v>3.9512</c:v>
                </c:pt>
                <c:pt idx="1224">
                  <c:v>3.9515099999999999</c:v>
                </c:pt>
                <c:pt idx="1225">
                  <c:v>3.95181</c:v>
                </c:pt>
                <c:pt idx="1226">
                  <c:v>3.9521199999999999</c:v>
                </c:pt>
                <c:pt idx="1227">
                  <c:v>3.95242</c:v>
                </c:pt>
                <c:pt idx="1228">
                  <c:v>3.9527299999999999</c:v>
                </c:pt>
                <c:pt idx="1229">
                  <c:v>3.95303</c:v>
                </c:pt>
                <c:pt idx="1230">
                  <c:v>3.9533399999999999</c:v>
                </c:pt>
                <c:pt idx="1231">
                  <c:v>3.95364</c:v>
                </c:pt>
                <c:pt idx="1232">
                  <c:v>3.9539499999999999</c:v>
                </c:pt>
                <c:pt idx="1233">
                  <c:v>3.95425</c:v>
                </c:pt>
                <c:pt idx="1234">
                  <c:v>3.9545599999999999</c:v>
                </c:pt>
                <c:pt idx="1235">
                  <c:v>3.95486</c:v>
                </c:pt>
                <c:pt idx="1236">
                  <c:v>3.9551699999999999</c:v>
                </c:pt>
                <c:pt idx="1237">
                  <c:v>3.9554800000000001</c:v>
                </c:pt>
                <c:pt idx="1238">
                  <c:v>3.9557799999999999</c:v>
                </c:pt>
                <c:pt idx="1239">
                  <c:v>3.9560900000000001</c:v>
                </c:pt>
                <c:pt idx="1240">
                  <c:v>3.9563899999999999</c:v>
                </c:pt>
                <c:pt idx="1241">
                  <c:v>3.9567000000000001</c:v>
                </c:pt>
                <c:pt idx="1242">
                  <c:v>3.9569999999999999</c:v>
                </c:pt>
                <c:pt idx="1243">
                  <c:v>3.9573100000000001</c:v>
                </c:pt>
                <c:pt idx="1244">
                  <c:v>3.9576099999999999</c:v>
                </c:pt>
                <c:pt idx="1245">
                  <c:v>3.9579200000000001</c:v>
                </c:pt>
                <c:pt idx="1246">
                  <c:v>3.9582199999999998</c:v>
                </c:pt>
                <c:pt idx="1247">
                  <c:v>3.9585300000000001</c:v>
                </c:pt>
                <c:pt idx="1248">
                  <c:v>3.9588299999999998</c:v>
                </c:pt>
                <c:pt idx="1249">
                  <c:v>3.9591400000000001</c:v>
                </c:pt>
                <c:pt idx="1250">
                  <c:v>3.9594499999999999</c:v>
                </c:pt>
                <c:pt idx="1251">
                  <c:v>3.9597500000000001</c:v>
                </c:pt>
                <c:pt idx="1252">
                  <c:v>3.9600599999999999</c:v>
                </c:pt>
                <c:pt idx="1253">
                  <c:v>3.9603600000000001</c:v>
                </c:pt>
                <c:pt idx="1254">
                  <c:v>3.9606699999999999</c:v>
                </c:pt>
                <c:pt idx="1255">
                  <c:v>3.9609700000000001</c:v>
                </c:pt>
                <c:pt idx="1256">
                  <c:v>3.9612799999999999</c:v>
                </c:pt>
                <c:pt idx="1257">
                  <c:v>3.9615800000000001</c:v>
                </c:pt>
                <c:pt idx="1258">
                  <c:v>3.9618899999999999</c:v>
                </c:pt>
                <c:pt idx="1259">
                  <c:v>3.9621900000000001</c:v>
                </c:pt>
                <c:pt idx="1260">
                  <c:v>3.9624999999999999</c:v>
                </c:pt>
                <c:pt idx="1261">
                  <c:v>3.9628000000000001</c:v>
                </c:pt>
                <c:pt idx="1262">
                  <c:v>3.9631099999999999</c:v>
                </c:pt>
                <c:pt idx="1263">
                  <c:v>3.9634200000000002</c:v>
                </c:pt>
                <c:pt idx="1264">
                  <c:v>3.9637199999999999</c:v>
                </c:pt>
                <c:pt idx="1265">
                  <c:v>3.9640300000000002</c:v>
                </c:pt>
                <c:pt idx="1266">
                  <c:v>3.9643299999999999</c:v>
                </c:pt>
                <c:pt idx="1267">
                  <c:v>3.9646400000000002</c:v>
                </c:pt>
                <c:pt idx="1268">
                  <c:v>3.9649399999999999</c:v>
                </c:pt>
                <c:pt idx="1269">
                  <c:v>3.9652500000000002</c:v>
                </c:pt>
                <c:pt idx="1270">
                  <c:v>3.9655499999999999</c:v>
                </c:pt>
                <c:pt idx="1271">
                  <c:v>3.9658600000000002</c:v>
                </c:pt>
                <c:pt idx="1272">
                  <c:v>3.9661599999999999</c:v>
                </c:pt>
                <c:pt idx="1273">
                  <c:v>3.9664700000000002</c:v>
                </c:pt>
                <c:pt idx="1274">
                  <c:v>3.96678</c:v>
                </c:pt>
                <c:pt idx="1275">
                  <c:v>3.9670800000000002</c:v>
                </c:pt>
                <c:pt idx="1276">
                  <c:v>3.96739</c:v>
                </c:pt>
                <c:pt idx="1277">
                  <c:v>3.9676900000000002</c:v>
                </c:pt>
                <c:pt idx="1278">
                  <c:v>3.968</c:v>
                </c:pt>
                <c:pt idx="1279">
                  <c:v>3.9683000000000002</c:v>
                </c:pt>
                <c:pt idx="1280">
                  <c:v>3.96861</c:v>
                </c:pt>
                <c:pt idx="1281">
                  <c:v>3.9689100000000002</c:v>
                </c:pt>
                <c:pt idx="1282">
                  <c:v>3.96922</c:v>
                </c:pt>
                <c:pt idx="1283">
                  <c:v>3.9695200000000002</c:v>
                </c:pt>
                <c:pt idx="1284">
                  <c:v>3.96983</c:v>
                </c:pt>
                <c:pt idx="1285">
                  <c:v>3.9701300000000002</c:v>
                </c:pt>
                <c:pt idx="1286">
                  <c:v>3.97044</c:v>
                </c:pt>
                <c:pt idx="1287">
                  <c:v>3.9707499999999998</c:v>
                </c:pt>
                <c:pt idx="1288">
                  <c:v>3.97105</c:v>
                </c:pt>
                <c:pt idx="1289">
                  <c:v>3.9713599999999998</c:v>
                </c:pt>
                <c:pt idx="1290">
                  <c:v>3.97166</c:v>
                </c:pt>
                <c:pt idx="1291">
                  <c:v>3.9719699999999998</c:v>
                </c:pt>
                <c:pt idx="1292">
                  <c:v>3.97227</c:v>
                </c:pt>
                <c:pt idx="1293">
                  <c:v>3.9725799999999998</c:v>
                </c:pt>
                <c:pt idx="1294">
                  <c:v>3.97288</c:v>
                </c:pt>
                <c:pt idx="1295">
                  <c:v>3.9731900000000002</c:v>
                </c:pt>
                <c:pt idx="1296">
                  <c:v>3.97349</c:v>
                </c:pt>
                <c:pt idx="1297">
                  <c:v>3.9738000000000002</c:v>
                </c:pt>
                <c:pt idx="1298">
                  <c:v>3.9741</c:v>
                </c:pt>
                <c:pt idx="1299">
                  <c:v>3.9744100000000002</c:v>
                </c:pt>
                <c:pt idx="1300">
                  <c:v>3.97472</c:v>
                </c:pt>
                <c:pt idx="1301">
                  <c:v>3.9750200000000002</c:v>
                </c:pt>
                <c:pt idx="1302">
                  <c:v>3.97533</c:v>
                </c:pt>
                <c:pt idx="1303">
                  <c:v>3.9756300000000002</c:v>
                </c:pt>
                <c:pt idx="1304">
                  <c:v>3.97594</c:v>
                </c:pt>
                <c:pt idx="1305">
                  <c:v>3.9762400000000002</c:v>
                </c:pt>
                <c:pt idx="1306">
                  <c:v>3.97655</c:v>
                </c:pt>
                <c:pt idx="1307">
                  <c:v>3.9768500000000002</c:v>
                </c:pt>
                <c:pt idx="1308">
                  <c:v>3.97716</c:v>
                </c:pt>
                <c:pt idx="1309">
                  <c:v>3.9774600000000002</c:v>
                </c:pt>
                <c:pt idx="1310">
                  <c:v>3.97777</c:v>
                </c:pt>
                <c:pt idx="1311">
                  <c:v>3.9780700000000002</c:v>
                </c:pt>
                <c:pt idx="1312">
                  <c:v>3.97838</c:v>
                </c:pt>
                <c:pt idx="1313">
                  <c:v>3.9786899999999998</c:v>
                </c:pt>
                <c:pt idx="1314">
                  <c:v>3.97899</c:v>
                </c:pt>
                <c:pt idx="1315">
                  <c:v>3.9792999999999998</c:v>
                </c:pt>
                <c:pt idx="1316">
                  <c:v>3.9796</c:v>
                </c:pt>
                <c:pt idx="1317">
                  <c:v>3.9799099999999998</c:v>
                </c:pt>
                <c:pt idx="1318">
                  <c:v>3.98021</c:v>
                </c:pt>
                <c:pt idx="1319">
                  <c:v>3.9805199999999998</c:v>
                </c:pt>
                <c:pt idx="1320">
                  <c:v>3.98082</c:v>
                </c:pt>
                <c:pt idx="1321">
                  <c:v>3.9811299999999998</c:v>
                </c:pt>
                <c:pt idx="1322">
                  <c:v>3.98143</c:v>
                </c:pt>
                <c:pt idx="1323">
                  <c:v>3.9817399999999998</c:v>
                </c:pt>
                <c:pt idx="1324">
                  <c:v>3.98204</c:v>
                </c:pt>
                <c:pt idx="1325">
                  <c:v>3.9823499999999998</c:v>
                </c:pt>
                <c:pt idx="1326">
                  <c:v>3.9826600000000001</c:v>
                </c:pt>
                <c:pt idx="1327">
                  <c:v>3.9829599999999998</c:v>
                </c:pt>
                <c:pt idx="1328">
                  <c:v>3.9832700000000001</c:v>
                </c:pt>
                <c:pt idx="1329">
                  <c:v>3.9835699999999998</c:v>
                </c:pt>
                <c:pt idx="1330">
                  <c:v>3.9838800000000001</c:v>
                </c:pt>
                <c:pt idx="1331">
                  <c:v>3.9841799999999998</c:v>
                </c:pt>
                <c:pt idx="1332">
                  <c:v>3.9844900000000001</c:v>
                </c:pt>
                <c:pt idx="1333">
                  <c:v>3.9847899999999998</c:v>
                </c:pt>
                <c:pt idx="1334">
                  <c:v>3.9851000000000001</c:v>
                </c:pt>
                <c:pt idx="1335">
                  <c:v>3.9853999999999998</c:v>
                </c:pt>
                <c:pt idx="1336">
                  <c:v>3.9857100000000001</c:v>
                </c:pt>
                <c:pt idx="1337">
                  <c:v>3.9860199999999999</c:v>
                </c:pt>
                <c:pt idx="1338">
                  <c:v>3.9863200000000001</c:v>
                </c:pt>
                <c:pt idx="1339">
                  <c:v>3.9866299999999999</c:v>
                </c:pt>
                <c:pt idx="1340">
                  <c:v>3.9869300000000001</c:v>
                </c:pt>
                <c:pt idx="1341">
                  <c:v>3.9872399999999999</c:v>
                </c:pt>
                <c:pt idx="1342">
                  <c:v>3.9875400000000001</c:v>
                </c:pt>
                <c:pt idx="1343">
                  <c:v>3.9878499999999999</c:v>
                </c:pt>
                <c:pt idx="1344">
                  <c:v>3.9881500000000001</c:v>
                </c:pt>
                <c:pt idx="1345">
                  <c:v>3.9884599999999999</c:v>
                </c:pt>
                <c:pt idx="1346">
                  <c:v>3.9887600000000001</c:v>
                </c:pt>
                <c:pt idx="1347">
                  <c:v>3.9890699999999999</c:v>
                </c:pt>
                <c:pt idx="1348">
                  <c:v>3.9893700000000001</c:v>
                </c:pt>
                <c:pt idx="1349">
                  <c:v>3.9896799999999999</c:v>
                </c:pt>
                <c:pt idx="1350">
                  <c:v>3.9899900000000001</c:v>
                </c:pt>
                <c:pt idx="1351">
                  <c:v>3.9902899999999999</c:v>
                </c:pt>
                <c:pt idx="1352">
                  <c:v>3.9906000000000001</c:v>
                </c:pt>
                <c:pt idx="1353">
                  <c:v>3.9908999999999999</c:v>
                </c:pt>
                <c:pt idx="1354">
                  <c:v>3.9912100000000001</c:v>
                </c:pt>
                <c:pt idx="1355">
                  <c:v>3.9915099999999999</c:v>
                </c:pt>
                <c:pt idx="1356">
                  <c:v>3.9918200000000001</c:v>
                </c:pt>
                <c:pt idx="1357">
                  <c:v>3.9921199999999999</c:v>
                </c:pt>
                <c:pt idx="1358">
                  <c:v>3.9924300000000001</c:v>
                </c:pt>
                <c:pt idx="1359">
                  <c:v>3.9927299999999999</c:v>
                </c:pt>
                <c:pt idx="1360">
                  <c:v>3.9930400000000001</c:v>
                </c:pt>
                <c:pt idx="1361">
                  <c:v>3.9933399999999999</c:v>
                </c:pt>
                <c:pt idx="1362">
                  <c:v>3.9936500000000001</c:v>
                </c:pt>
                <c:pt idx="1363">
                  <c:v>3.99396</c:v>
                </c:pt>
                <c:pt idx="1364">
                  <c:v>3.9942600000000001</c:v>
                </c:pt>
                <c:pt idx="1365">
                  <c:v>3.99457</c:v>
                </c:pt>
                <c:pt idx="1366">
                  <c:v>3.9948700000000001</c:v>
                </c:pt>
                <c:pt idx="1367">
                  <c:v>3.99518</c:v>
                </c:pt>
                <c:pt idx="1368">
                  <c:v>3.9954800000000001</c:v>
                </c:pt>
                <c:pt idx="1369">
                  <c:v>3.99579</c:v>
                </c:pt>
                <c:pt idx="1370">
                  <c:v>3.9960900000000001</c:v>
                </c:pt>
                <c:pt idx="1371">
                  <c:v>3.9964</c:v>
                </c:pt>
                <c:pt idx="1372">
                  <c:v>3.9967000000000001</c:v>
                </c:pt>
                <c:pt idx="1373">
                  <c:v>3.99701</c:v>
                </c:pt>
                <c:pt idx="1374">
                  <c:v>3.9973100000000001</c:v>
                </c:pt>
                <c:pt idx="1375">
                  <c:v>3.99762</c:v>
                </c:pt>
                <c:pt idx="1376">
                  <c:v>3.9979300000000002</c:v>
                </c:pt>
                <c:pt idx="1377">
                  <c:v>3.99823</c:v>
                </c:pt>
                <c:pt idx="1378">
                  <c:v>3.9985400000000002</c:v>
                </c:pt>
                <c:pt idx="1379">
                  <c:v>3.99884</c:v>
                </c:pt>
                <c:pt idx="1380">
                  <c:v>3.9991500000000002</c:v>
                </c:pt>
                <c:pt idx="1381">
                  <c:v>3.9994499999999999</c:v>
                </c:pt>
                <c:pt idx="1382">
                  <c:v>3.9997600000000002</c:v>
                </c:pt>
                <c:pt idx="1383">
                  <c:v>4.0000600000000004</c:v>
                </c:pt>
                <c:pt idx="1384">
                  <c:v>4.0003700000000002</c:v>
                </c:pt>
                <c:pt idx="1385">
                  <c:v>4.0006700000000004</c:v>
                </c:pt>
                <c:pt idx="1386">
                  <c:v>4.0009800000000002</c:v>
                </c:pt>
                <c:pt idx="1387">
                  <c:v>4.00129</c:v>
                </c:pt>
                <c:pt idx="1388">
                  <c:v>4.0015900000000002</c:v>
                </c:pt>
                <c:pt idx="1389">
                  <c:v>4.0019</c:v>
                </c:pt>
                <c:pt idx="1390">
                  <c:v>4.0022000000000002</c:v>
                </c:pt>
                <c:pt idx="1391">
                  <c:v>4.00251</c:v>
                </c:pt>
                <c:pt idx="1392">
                  <c:v>4.0028100000000002</c:v>
                </c:pt>
                <c:pt idx="1393">
                  <c:v>4.00312</c:v>
                </c:pt>
                <c:pt idx="1394">
                  <c:v>4.0034200000000002</c:v>
                </c:pt>
                <c:pt idx="1395">
                  <c:v>4.00373</c:v>
                </c:pt>
                <c:pt idx="1396">
                  <c:v>4.0040300000000002</c:v>
                </c:pt>
                <c:pt idx="1397">
                  <c:v>4.00434</c:v>
                </c:pt>
                <c:pt idx="1398">
                  <c:v>4.0046400000000002</c:v>
                </c:pt>
                <c:pt idx="1399">
                  <c:v>4.00495</c:v>
                </c:pt>
                <c:pt idx="1400">
                  <c:v>4.0052599999999998</c:v>
                </c:pt>
                <c:pt idx="1401">
                  <c:v>4.00556</c:v>
                </c:pt>
                <c:pt idx="1402">
                  <c:v>4.0058699999999998</c:v>
                </c:pt>
                <c:pt idx="1403">
                  <c:v>4.00617</c:v>
                </c:pt>
                <c:pt idx="1404">
                  <c:v>4.0064799999999998</c:v>
                </c:pt>
                <c:pt idx="1405">
                  <c:v>4.00678</c:v>
                </c:pt>
                <c:pt idx="1406">
                  <c:v>4.0070899999999998</c:v>
                </c:pt>
                <c:pt idx="1407">
                  <c:v>4.00739</c:v>
                </c:pt>
                <c:pt idx="1408">
                  <c:v>4.0076999999999998</c:v>
                </c:pt>
                <c:pt idx="1409">
                  <c:v>4.008</c:v>
                </c:pt>
                <c:pt idx="1410">
                  <c:v>4.0083099999999998</c:v>
                </c:pt>
                <c:pt idx="1411">
                  <c:v>4.00861</c:v>
                </c:pt>
                <c:pt idx="1412">
                  <c:v>4.0089199999999998</c:v>
                </c:pt>
                <c:pt idx="1413">
                  <c:v>4.0092299999999996</c:v>
                </c:pt>
                <c:pt idx="1414">
                  <c:v>4.0095299999999998</c:v>
                </c:pt>
                <c:pt idx="1415">
                  <c:v>4.0098399999999996</c:v>
                </c:pt>
                <c:pt idx="1416">
                  <c:v>4.0101399999999998</c:v>
                </c:pt>
                <c:pt idx="1417">
                  <c:v>4.0104499999999996</c:v>
                </c:pt>
                <c:pt idx="1418">
                  <c:v>4.0107499999999998</c:v>
                </c:pt>
                <c:pt idx="1419">
                  <c:v>4.0110599999999996</c:v>
                </c:pt>
                <c:pt idx="1420">
                  <c:v>4.0113599999999998</c:v>
                </c:pt>
                <c:pt idx="1421">
                  <c:v>4.0116699999999996</c:v>
                </c:pt>
                <c:pt idx="1422">
                  <c:v>4.0119699999999998</c:v>
                </c:pt>
                <c:pt idx="1423">
                  <c:v>4.0122799999999996</c:v>
                </c:pt>
                <c:pt idx="1424">
                  <c:v>4.0125799999999998</c:v>
                </c:pt>
                <c:pt idx="1425">
                  <c:v>4.0128899999999996</c:v>
                </c:pt>
                <c:pt idx="1426">
                  <c:v>4.0132000000000003</c:v>
                </c:pt>
                <c:pt idx="1427">
                  <c:v>4.0134999999999996</c:v>
                </c:pt>
                <c:pt idx="1428">
                  <c:v>4.0138100000000003</c:v>
                </c:pt>
                <c:pt idx="1429">
                  <c:v>4.0141099999999996</c:v>
                </c:pt>
                <c:pt idx="1430">
                  <c:v>4.0144200000000003</c:v>
                </c:pt>
                <c:pt idx="1431">
                  <c:v>4.0147199999999996</c:v>
                </c:pt>
                <c:pt idx="1432">
                  <c:v>4.0150300000000003</c:v>
                </c:pt>
                <c:pt idx="1433">
                  <c:v>4.0153299999999996</c:v>
                </c:pt>
                <c:pt idx="1434">
                  <c:v>4.0156400000000003</c:v>
                </c:pt>
                <c:pt idx="1435">
                  <c:v>4.0159399999999996</c:v>
                </c:pt>
                <c:pt idx="1436">
                  <c:v>4.0162500000000003</c:v>
                </c:pt>
                <c:pt idx="1437">
                  <c:v>4.0165499999999996</c:v>
                </c:pt>
                <c:pt idx="1438">
                  <c:v>4.0168600000000003</c:v>
                </c:pt>
                <c:pt idx="1439">
                  <c:v>4.0171700000000001</c:v>
                </c:pt>
                <c:pt idx="1440">
                  <c:v>4.0174700000000003</c:v>
                </c:pt>
                <c:pt idx="1441">
                  <c:v>4.0177800000000001</c:v>
                </c:pt>
                <c:pt idx="1442">
                  <c:v>4.0180800000000003</c:v>
                </c:pt>
                <c:pt idx="1443">
                  <c:v>4.0183900000000001</c:v>
                </c:pt>
                <c:pt idx="1444">
                  <c:v>4.0186900000000003</c:v>
                </c:pt>
                <c:pt idx="1445">
                  <c:v>4.0190000000000001</c:v>
                </c:pt>
                <c:pt idx="1446">
                  <c:v>4.0193000000000003</c:v>
                </c:pt>
                <c:pt idx="1447">
                  <c:v>4.0196100000000001</c:v>
                </c:pt>
                <c:pt idx="1448">
                  <c:v>4.0199100000000003</c:v>
                </c:pt>
                <c:pt idx="1449">
                  <c:v>4.0202200000000001</c:v>
                </c:pt>
                <c:pt idx="1450">
                  <c:v>4.0205299999999999</c:v>
                </c:pt>
                <c:pt idx="1451">
                  <c:v>4.0208300000000001</c:v>
                </c:pt>
                <c:pt idx="1452">
                  <c:v>4.0211399999999999</c:v>
                </c:pt>
                <c:pt idx="1453">
                  <c:v>4.0214400000000001</c:v>
                </c:pt>
                <c:pt idx="1454">
                  <c:v>4.0217499999999999</c:v>
                </c:pt>
                <c:pt idx="1455">
                  <c:v>4.0220500000000001</c:v>
                </c:pt>
                <c:pt idx="1456">
                  <c:v>4.0223599999999999</c:v>
                </c:pt>
                <c:pt idx="1457">
                  <c:v>4.0226600000000001</c:v>
                </c:pt>
                <c:pt idx="1458">
                  <c:v>4.0229699999999999</c:v>
                </c:pt>
                <c:pt idx="1459">
                  <c:v>4.0232700000000001</c:v>
                </c:pt>
                <c:pt idx="1460">
                  <c:v>4.0235799999999999</c:v>
                </c:pt>
                <c:pt idx="1461">
                  <c:v>4.0238800000000001</c:v>
                </c:pt>
                <c:pt idx="1462">
                  <c:v>4.0241899999999999</c:v>
                </c:pt>
                <c:pt idx="1463">
                  <c:v>4.0244999999999997</c:v>
                </c:pt>
                <c:pt idx="1464">
                  <c:v>4.0247999999999999</c:v>
                </c:pt>
                <c:pt idx="1465">
                  <c:v>4.0251099999999997</c:v>
                </c:pt>
                <c:pt idx="1466">
                  <c:v>4.0254099999999999</c:v>
                </c:pt>
                <c:pt idx="1467">
                  <c:v>4.0257199999999997</c:v>
                </c:pt>
                <c:pt idx="1468">
                  <c:v>4.0260199999999999</c:v>
                </c:pt>
                <c:pt idx="1469">
                  <c:v>4.0263299999999997</c:v>
                </c:pt>
                <c:pt idx="1470">
                  <c:v>4.0266299999999999</c:v>
                </c:pt>
                <c:pt idx="1471">
                  <c:v>4.0269399999999997</c:v>
                </c:pt>
                <c:pt idx="1472">
                  <c:v>4.0272399999999999</c:v>
                </c:pt>
                <c:pt idx="1473">
                  <c:v>4.0275499999999997</c:v>
                </c:pt>
                <c:pt idx="1474">
                  <c:v>4.0278499999999999</c:v>
                </c:pt>
                <c:pt idx="1475">
                  <c:v>4.0281599999999997</c:v>
                </c:pt>
                <c:pt idx="1476">
                  <c:v>4.0284700000000004</c:v>
                </c:pt>
                <c:pt idx="1477">
                  <c:v>4.0287699999999997</c:v>
                </c:pt>
                <c:pt idx="1478">
                  <c:v>4.0290800000000004</c:v>
                </c:pt>
                <c:pt idx="1479">
                  <c:v>4.0293799999999997</c:v>
                </c:pt>
                <c:pt idx="1480">
                  <c:v>4.0296900000000004</c:v>
                </c:pt>
                <c:pt idx="1481">
                  <c:v>4.0299899999999997</c:v>
                </c:pt>
                <c:pt idx="1482">
                  <c:v>4.0303000000000004</c:v>
                </c:pt>
                <c:pt idx="1483">
                  <c:v>4.0305999999999997</c:v>
                </c:pt>
                <c:pt idx="1484">
                  <c:v>4.0309100000000004</c:v>
                </c:pt>
                <c:pt idx="1485">
                  <c:v>4.0312099999999997</c:v>
                </c:pt>
                <c:pt idx="1486">
                  <c:v>4.0315200000000004</c:v>
                </c:pt>
                <c:pt idx="1487">
                  <c:v>4.0318199999999997</c:v>
                </c:pt>
                <c:pt idx="1488">
                  <c:v>4.0321300000000004</c:v>
                </c:pt>
                <c:pt idx="1489">
                  <c:v>4.0324400000000002</c:v>
                </c:pt>
                <c:pt idx="1490">
                  <c:v>4.0327400000000004</c:v>
                </c:pt>
                <c:pt idx="1491">
                  <c:v>4.0330500000000002</c:v>
                </c:pt>
                <c:pt idx="1492">
                  <c:v>4.0333500000000004</c:v>
                </c:pt>
                <c:pt idx="1493">
                  <c:v>4.0336600000000002</c:v>
                </c:pt>
                <c:pt idx="1494">
                  <c:v>4.0339600000000004</c:v>
                </c:pt>
                <c:pt idx="1495">
                  <c:v>4.0342700000000002</c:v>
                </c:pt>
                <c:pt idx="1496">
                  <c:v>4.0345700000000004</c:v>
                </c:pt>
                <c:pt idx="1497">
                  <c:v>4.0348800000000002</c:v>
                </c:pt>
                <c:pt idx="1498">
                  <c:v>4.0351800000000004</c:v>
                </c:pt>
                <c:pt idx="1499">
                  <c:v>4.0354900000000002</c:v>
                </c:pt>
                <c:pt idx="1500">
                  <c:v>4.0357900000000004</c:v>
                </c:pt>
                <c:pt idx="1501">
                  <c:v>4.0361000000000002</c:v>
                </c:pt>
                <c:pt idx="1502">
                  <c:v>4.0364100000000001</c:v>
                </c:pt>
                <c:pt idx="1503">
                  <c:v>4.0367100000000002</c:v>
                </c:pt>
                <c:pt idx="1504">
                  <c:v>4.0370200000000001</c:v>
                </c:pt>
                <c:pt idx="1505">
                  <c:v>4.0373200000000002</c:v>
                </c:pt>
                <c:pt idx="1506">
                  <c:v>4.0376300000000001</c:v>
                </c:pt>
                <c:pt idx="1507">
                  <c:v>4.0379300000000002</c:v>
                </c:pt>
                <c:pt idx="1508">
                  <c:v>4.0382400000000001</c:v>
                </c:pt>
                <c:pt idx="1509">
                  <c:v>4.0385400000000002</c:v>
                </c:pt>
                <c:pt idx="1510">
                  <c:v>4.0388500000000001</c:v>
                </c:pt>
                <c:pt idx="1511">
                  <c:v>4.0391500000000002</c:v>
                </c:pt>
                <c:pt idx="1512">
                  <c:v>4.0394600000000001</c:v>
                </c:pt>
                <c:pt idx="1513">
                  <c:v>4.0397699999999999</c:v>
                </c:pt>
                <c:pt idx="1514">
                  <c:v>4.0400700000000001</c:v>
                </c:pt>
                <c:pt idx="1515">
                  <c:v>4.0403799999999999</c:v>
                </c:pt>
                <c:pt idx="1516">
                  <c:v>4.04068</c:v>
                </c:pt>
                <c:pt idx="1517">
                  <c:v>4.0409899999999999</c:v>
                </c:pt>
                <c:pt idx="1518">
                  <c:v>4.04129</c:v>
                </c:pt>
                <c:pt idx="1519">
                  <c:v>4.0415999999999999</c:v>
                </c:pt>
                <c:pt idx="1520">
                  <c:v>4.0419</c:v>
                </c:pt>
                <c:pt idx="1521">
                  <c:v>4.0422099999999999</c:v>
                </c:pt>
                <c:pt idx="1522">
                  <c:v>4.04251</c:v>
                </c:pt>
                <c:pt idx="1523">
                  <c:v>4.0428199999999999</c:v>
                </c:pt>
                <c:pt idx="1524">
                  <c:v>4.04312</c:v>
                </c:pt>
                <c:pt idx="1525">
                  <c:v>4.0434299999999999</c:v>
                </c:pt>
                <c:pt idx="1526">
                  <c:v>4.0437399999999997</c:v>
                </c:pt>
                <c:pt idx="1527">
                  <c:v>4.0440399999999999</c:v>
                </c:pt>
                <c:pt idx="1528">
                  <c:v>4.0443499999999997</c:v>
                </c:pt>
                <c:pt idx="1529">
                  <c:v>4.0446499999999999</c:v>
                </c:pt>
                <c:pt idx="1530">
                  <c:v>4.0449599999999997</c:v>
                </c:pt>
                <c:pt idx="1531">
                  <c:v>4.0452599999999999</c:v>
                </c:pt>
                <c:pt idx="1532">
                  <c:v>4.0455699999999997</c:v>
                </c:pt>
                <c:pt idx="1533">
                  <c:v>4.0458699999999999</c:v>
                </c:pt>
                <c:pt idx="1534">
                  <c:v>4.0461799999999997</c:v>
                </c:pt>
                <c:pt idx="1535">
                  <c:v>4.0464799999999999</c:v>
                </c:pt>
                <c:pt idx="1536">
                  <c:v>4.0467899999999997</c:v>
                </c:pt>
                <c:pt idx="1537">
                  <c:v>4.0470899999999999</c:v>
                </c:pt>
                <c:pt idx="1538">
                  <c:v>4.0473999999999997</c:v>
                </c:pt>
                <c:pt idx="1539">
                  <c:v>4.0477100000000004</c:v>
                </c:pt>
                <c:pt idx="1540">
                  <c:v>4.0480099999999997</c:v>
                </c:pt>
                <c:pt idx="1541">
                  <c:v>4.0483200000000004</c:v>
                </c:pt>
                <c:pt idx="1542">
                  <c:v>4.0486199999999997</c:v>
                </c:pt>
                <c:pt idx="1543">
                  <c:v>4.0489300000000004</c:v>
                </c:pt>
                <c:pt idx="1544">
                  <c:v>4.0492299999999997</c:v>
                </c:pt>
                <c:pt idx="1545">
                  <c:v>4.0495400000000004</c:v>
                </c:pt>
                <c:pt idx="1546">
                  <c:v>4.0498399999999997</c:v>
                </c:pt>
                <c:pt idx="1547">
                  <c:v>4.0501500000000004</c:v>
                </c:pt>
                <c:pt idx="1548">
                  <c:v>4.0504499999999997</c:v>
                </c:pt>
                <c:pt idx="1549">
                  <c:v>4.0507600000000004</c:v>
                </c:pt>
                <c:pt idx="1550">
                  <c:v>4.0510599999999997</c:v>
                </c:pt>
                <c:pt idx="1551">
                  <c:v>4.0513700000000004</c:v>
                </c:pt>
                <c:pt idx="1552">
                  <c:v>4.0516800000000002</c:v>
                </c:pt>
                <c:pt idx="1553">
                  <c:v>4.0519800000000004</c:v>
                </c:pt>
                <c:pt idx="1554">
                  <c:v>4.0522900000000002</c:v>
                </c:pt>
                <c:pt idx="1555">
                  <c:v>4.0525900000000004</c:v>
                </c:pt>
                <c:pt idx="1556">
                  <c:v>4.0529000000000002</c:v>
                </c:pt>
                <c:pt idx="1557">
                  <c:v>4.0532000000000004</c:v>
                </c:pt>
                <c:pt idx="1558">
                  <c:v>4.0535100000000002</c:v>
                </c:pt>
                <c:pt idx="1559">
                  <c:v>4.0538100000000004</c:v>
                </c:pt>
                <c:pt idx="1560">
                  <c:v>4.0541200000000002</c:v>
                </c:pt>
                <c:pt idx="1561">
                  <c:v>4.0544200000000004</c:v>
                </c:pt>
                <c:pt idx="1562">
                  <c:v>4.0547300000000002</c:v>
                </c:pt>
                <c:pt idx="1563">
                  <c:v>4.05504</c:v>
                </c:pt>
                <c:pt idx="1564">
                  <c:v>4.0553400000000002</c:v>
                </c:pt>
                <c:pt idx="1565">
                  <c:v>4.05565</c:v>
                </c:pt>
                <c:pt idx="1566">
                  <c:v>4.0559500000000002</c:v>
                </c:pt>
                <c:pt idx="1567">
                  <c:v>4.05626</c:v>
                </c:pt>
                <c:pt idx="1568">
                  <c:v>4.0565600000000002</c:v>
                </c:pt>
                <c:pt idx="1569">
                  <c:v>4.05687</c:v>
                </c:pt>
                <c:pt idx="1570">
                  <c:v>4.0571700000000002</c:v>
                </c:pt>
                <c:pt idx="1571">
                  <c:v>4.05748</c:v>
                </c:pt>
                <c:pt idx="1572">
                  <c:v>4.0577800000000002</c:v>
                </c:pt>
                <c:pt idx="1573">
                  <c:v>4.05809</c:v>
                </c:pt>
                <c:pt idx="1574">
                  <c:v>4.0583900000000002</c:v>
                </c:pt>
                <c:pt idx="1575">
                  <c:v>4.0587</c:v>
                </c:pt>
                <c:pt idx="1576">
                  <c:v>4.0590099999999998</c:v>
                </c:pt>
                <c:pt idx="1577">
                  <c:v>4.05931</c:v>
                </c:pt>
                <c:pt idx="1578">
                  <c:v>4.0596199999999998</c:v>
                </c:pt>
                <c:pt idx="1579">
                  <c:v>4.05992</c:v>
                </c:pt>
                <c:pt idx="1580">
                  <c:v>4.0602299999999998</c:v>
                </c:pt>
                <c:pt idx="1581">
                  <c:v>4.06053</c:v>
                </c:pt>
                <c:pt idx="1582">
                  <c:v>4.0608399999999998</c:v>
                </c:pt>
                <c:pt idx="1583">
                  <c:v>4.06114</c:v>
                </c:pt>
                <c:pt idx="1584">
                  <c:v>4.0614499999999998</c:v>
                </c:pt>
                <c:pt idx="1585">
                  <c:v>4.06175</c:v>
                </c:pt>
                <c:pt idx="1586">
                  <c:v>4.0620599999999998</c:v>
                </c:pt>
                <c:pt idx="1587">
                  <c:v>4.06236</c:v>
                </c:pt>
                <c:pt idx="1588">
                  <c:v>4.0626699999999998</c:v>
                </c:pt>
                <c:pt idx="1589">
                  <c:v>4.0629799999999996</c:v>
                </c:pt>
                <c:pt idx="1590">
                  <c:v>4.0632799999999998</c:v>
                </c:pt>
                <c:pt idx="1591">
                  <c:v>4.0635899999999996</c:v>
                </c:pt>
                <c:pt idx="1592">
                  <c:v>4.0638899999999998</c:v>
                </c:pt>
                <c:pt idx="1593">
                  <c:v>4.0641999999999996</c:v>
                </c:pt>
                <c:pt idx="1594">
                  <c:v>4.0644999999999998</c:v>
                </c:pt>
                <c:pt idx="1595">
                  <c:v>4.0648099999999996</c:v>
                </c:pt>
                <c:pt idx="1596">
                  <c:v>4.0651099999999998</c:v>
                </c:pt>
                <c:pt idx="1597">
                  <c:v>4.0654199999999996</c:v>
                </c:pt>
                <c:pt idx="1598">
                  <c:v>4.0657199999999998</c:v>
                </c:pt>
                <c:pt idx="1599">
                  <c:v>4.0660299999999996</c:v>
                </c:pt>
                <c:pt idx="1600">
                  <c:v>4.0663299999999998</c:v>
                </c:pt>
                <c:pt idx="1601">
                  <c:v>4.0666399999999996</c:v>
                </c:pt>
                <c:pt idx="1602">
                  <c:v>4.0669500000000003</c:v>
                </c:pt>
                <c:pt idx="1603">
                  <c:v>4.0672499999999996</c:v>
                </c:pt>
                <c:pt idx="1604">
                  <c:v>4.0675600000000003</c:v>
                </c:pt>
                <c:pt idx="1605">
                  <c:v>4.0678599999999996</c:v>
                </c:pt>
                <c:pt idx="1606">
                  <c:v>4.0681700000000003</c:v>
                </c:pt>
                <c:pt idx="1607">
                  <c:v>4.0684699999999996</c:v>
                </c:pt>
                <c:pt idx="1608">
                  <c:v>4.0687800000000003</c:v>
                </c:pt>
                <c:pt idx="1609">
                  <c:v>4.0690799999999996</c:v>
                </c:pt>
                <c:pt idx="1610">
                  <c:v>4.0693900000000003</c:v>
                </c:pt>
                <c:pt idx="1611">
                  <c:v>4.0696899999999996</c:v>
                </c:pt>
                <c:pt idx="1612">
                  <c:v>4.07</c:v>
                </c:pt>
                <c:pt idx="1613">
                  <c:v>4.0702999999999996</c:v>
                </c:pt>
                <c:pt idx="1614">
                  <c:v>4.0706100000000003</c:v>
                </c:pt>
                <c:pt idx="1615">
                  <c:v>4.0709200000000001</c:v>
                </c:pt>
                <c:pt idx="1616">
                  <c:v>4.0712200000000003</c:v>
                </c:pt>
                <c:pt idx="1617">
                  <c:v>4.0715300000000001</c:v>
                </c:pt>
                <c:pt idx="1618">
                  <c:v>4.0718300000000003</c:v>
                </c:pt>
                <c:pt idx="1619">
                  <c:v>4.0721400000000001</c:v>
                </c:pt>
                <c:pt idx="1620">
                  <c:v>4.0724400000000003</c:v>
                </c:pt>
                <c:pt idx="1621">
                  <c:v>4.0727500000000001</c:v>
                </c:pt>
                <c:pt idx="1622">
                  <c:v>4.0730500000000003</c:v>
                </c:pt>
                <c:pt idx="1623">
                  <c:v>4.0733600000000001</c:v>
                </c:pt>
                <c:pt idx="1624">
                  <c:v>4.0736600000000003</c:v>
                </c:pt>
                <c:pt idx="1625">
                  <c:v>4.0739700000000001</c:v>
                </c:pt>
                <c:pt idx="1626">
                  <c:v>4.0742799999999999</c:v>
                </c:pt>
                <c:pt idx="1627">
                  <c:v>4.0745800000000001</c:v>
                </c:pt>
                <c:pt idx="1628">
                  <c:v>4.0748899999999999</c:v>
                </c:pt>
                <c:pt idx="1629">
                  <c:v>4.0751900000000001</c:v>
                </c:pt>
                <c:pt idx="1630">
                  <c:v>4.0754999999999999</c:v>
                </c:pt>
                <c:pt idx="1631">
                  <c:v>4.0758000000000001</c:v>
                </c:pt>
                <c:pt idx="1632">
                  <c:v>4.0761099999999999</c:v>
                </c:pt>
                <c:pt idx="1633">
                  <c:v>4.0764100000000001</c:v>
                </c:pt>
                <c:pt idx="1634">
                  <c:v>4.0767199999999999</c:v>
                </c:pt>
                <c:pt idx="1635">
                  <c:v>4.0770200000000001</c:v>
                </c:pt>
                <c:pt idx="1636">
                  <c:v>4.0773299999999999</c:v>
                </c:pt>
                <c:pt idx="1637">
                  <c:v>4.0776300000000001</c:v>
                </c:pt>
                <c:pt idx="1638">
                  <c:v>4.0779399999999999</c:v>
                </c:pt>
                <c:pt idx="1639">
                  <c:v>4.0782499999999997</c:v>
                </c:pt>
                <c:pt idx="1640">
                  <c:v>4.0785499999999999</c:v>
                </c:pt>
                <c:pt idx="1641">
                  <c:v>4.0788599999999997</c:v>
                </c:pt>
                <c:pt idx="1642">
                  <c:v>4.0791599999999999</c:v>
                </c:pt>
                <c:pt idx="1643">
                  <c:v>4.0794699999999997</c:v>
                </c:pt>
                <c:pt idx="1644">
                  <c:v>4.0797699999999999</c:v>
                </c:pt>
                <c:pt idx="1645">
                  <c:v>4.0800799999999997</c:v>
                </c:pt>
                <c:pt idx="1646">
                  <c:v>4.0803799999999999</c:v>
                </c:pt>
                <c:pt idx="1647">
                  <c:v>4.0806899999999997</c:v>
                </c:pt>
                <c:pt idx="1648">
                  <c:v>4.0809899999999999</c:v>
                </c:pt>
                <c:pt idx="1649">
                  <c:v>4.0812999999999997</c:v>
                </c:pt>
                <c:pt idx="1650">
                  <c:v>4.0815999999999999</c:v>
                </c:pt>
                <c:pt idx="1651">
                  <c:v>4.0819099999999997</c:v>
                </c:pt>
                <c:pt idx="1652">
                  <c:v>4.0822200000000004</c:v>
                </c:pt>
                <c:pt idx="1653">
                  <c:v>4.0825199999999997</c:v>
                </c:pt>
                <c:pt idx="1654">
                  <c:v>4.0828300000000004</c:v>
                </c:pt>
                <c:pt idx="1655">
                  <c:v>4.0831299999999997</c:v>
                </c:pt>
                <c:pt idx="1656">
                  <c:v>4.0834400000000004</c:v>
                </c:pt>
                <c:pt idx="1657">
                  <c:v>4.0837399999999997</c:v>
                </c:pt>
                <c:pt idx="1658">
                  <c:v>4.0840500000000004</c:v>
                </c:pt>
                <c:pt idx="1659">
                  <c:v>4.0843499999999997</c:v>
                </c:pt>
                <c:pt idx="1660">
                  <c:v>4.0846600000000004</c:v>
                </c:pt>
                <c:pt idx="1661">
                  <c:v>4.0849599999999997</c:v>
                </c:pt>
                <c:pt idx="1662">
                  <c:v>4.0852700000000004</c:v>
                </c:pt>
                <c:pt idx="1663">
                  <c:v>4.0855699999999997</c:v>
                </c:pt>
                <c:pt idx="1664">
                  <c:v>4.0858800000000004</c:v>
                </c:pt>
                <c:pt idx="1665">
                  <c:v>4.0861900000000002</c:v>
                </c:pt>
                <c:pt idx="1666">
                  <c:v>4.0864900000000004</c:v>
                </c:pt>
                <c:pt idx="1667">
                  <c:v>4.0868000000000002</c:v>
                </c:pt>
                <c:pt idx="1668">
                  <c:v>4.0871000000000004</c:v>
                </c:pt>
                <c:pt idx="1669">
                  <c:v>4.0874100000000002</c:v>
                </c:pt>
                <c:pt idx="1670">
                  <c:v>4.0877100000000004</c:v>
                </c:pt>
                <c:pt idx="1671">
                  <c:v>4.0880200000000002</c:v>
                </c:pt>
                <c:pt idx="1672">
                  <c:v>4.0883200000000004</c:v>
                </c:pt>
                <c:pt idx="1673">
                  <c:v>4.0886300000000002</c:v>
                </c:pt>
                <c:pt idx="1674">
                  <c:v>4.0889300000000004</c:v>
                </c:pt>
                <c:pt idx="1675">
                  <c:v>4.0892400000000002</c:v>
                </c:pt>
                <c:pt idx="1676">
                  <c:v>4.0895400000000004</c:v>
                </c:pt>
                <c:pt idx="1677">
                  <c:v>4.0898500000000002</c:v>
                </c:pt>
                <c:pt idx="1678">
                  <c:v>4.09016</c:v>
                </c:pt>
                <c:pt idx="1679">
                  <c:v>4.0904600000000002</c:v>
                </c:pt>
                <c:pt idx="1680">
                  <c:v>4.09077</c:v>
                </c:pt>
                <c:pt idx="1681">
                  <c:v>4.0910700000000002</c:v>
                </c:pt>
                <c:pt idx="1682">
                  <c:v>4.09138</c:v>
                </c:pt>
                <c:pt idx="1683">
                  <c:v>4.0916800000000002</c:v>
                </c:pt>
                <c:pt idx="1684">
                  <c:v>4.09199</c:v>
                </c:pt>
                <c:pt idx="1685">
                  <c:v>4.0922900000000002</c:v>
                </c:pt>
                <c:pt idx="1686">
                  <c:v>4.0926</c:v>
                </c:pt>
                <c:pt idx="1687">
                  <c:v>4.0929000000000002</c:v>
                </c:pt>
                <c:pt idx="1688">
                  <c:v>4.09321</c:v>
                </c:pt>
                <c:pt idx="1689">
                  <c:v>4.0935199999999998</c:v>
                </c:pt>
                <c:pt idx="1690">
                  <c:v>4.09382</c:v>
                </c:pt>
                <c:pt idx="1691">
                  <c:v>4.0941299999999998</c:v>
                </c:pt>
                <c:pt idx="1692">
                  <c:v>4.09443</c:v>
                </c:pt>
                <c:pt idx="1693">
                  <c:v>4.0947399999999998</c:v>
                </c:pt>
                <c:pt idx="1694">
                  <c:v>4.09504</c:v>
                </c:pt>
                <c:pt idx="1695">
                  <c:v>4.0953499999999998</c:v>
                </c:pt>
                <c:pt idx="1696">
                  <c:v>4.09565</c:v>
                </c:pt>
                <c:pt idx="1697">
                  <c:v>4.0959599999999998</c:v>
                </c:pt>
                <c:pt idx="1698">
                  <c:v>4.09626</c:v>
                </c:pt>
                <c:pt idx="1699">
                  <c:v>4.0965699999999998</c:v>
                </c:pt>
                <c:pt idx="1700">
                  <c:v>4.09687</c:v>
                </c:pt>
                <c:pt idx="1701">
                  <c:v>4.0971799999999998</c:v>
                </c:pt>
                <c:pt idx="1702">
                  <c:v>4.0974899999999996</c:v>
                </c:pt>
                <c:pt idx="1703">
                  <c:v>4.0977899999999998</c:v>
                </c:pt>
                <c:pt idx="1704">
                  <c:v>4.0980999999999996</c:v>
                </c:pt>
                <c:pt idx="1705">
                  <c:v>4.0983999999999998</c:v>
                </c:pt>
                <c:pt idx="1706">
                  <c:v>4.0987099999999996</c:v>
                </c:pt>
                <c:pt idx="1707">
                  <c:v>4.0990099999999998</c:v>
                </c:pt>
                <c:pt idx="1708">
                  <c:v>4.0993199999999996</c:v>
                </c:pt>
                <c:pt idx="1709">
                  <c:v>4.0996199999999998</c:v>
                </c:pt>
                <c:pt idx="1710">
                  <c:v>4.0999299999999996</c:v>
                </c:pt>
                <c:pt idx="1711">
                  <c:v>4.1002299999999998</c:v>
                </c:pt>
                <c:pt idx="1712">
                  <c:v>4.1005399999999996</c:v>
                </c:pt>
                <c:pt idx="1713">
                  <c:v>4.1008399999999998</c:v>
                </c:pt>
                <c:pt idx="1714">
                  <c:v>4.1011499999999996</c:v>
                </c:pt>
                <c:pt idx="1715">
                  <c:v>4.1014600000000003</c:v>
                </c:pt>
                <c:pt idx="1716">
                  <c:v>4.1017599999999996</c:v>
                </c:pt>
                <c:pt idx="1717">
                  <c:v>4.1020700000000003</c:v>
                </c:pt>
                <c:pt idx="1718">
                  <c:v>4.1023699999999996</c:v>
                </c:pt>
                <c:pt idx="1719">
                  <c:v>4.1026800000000003</c:v>
                </c:pt>
                <c:pt idx="1720">
                  <c:v>4.1029799999999996</c:v>
                </c:pt>
                <c:pt idx="1721">
                  <c:v>4.1032900000000003</c:v>
                </c:pt>
                <c:pt idx="1722">
                  <c:v>4.1035899999999996</c:v>
                </c:pt>
                <c:pt idx="1723">
                  <c:v>4.1039000000000003</c:v>
                </c:pt>
                <c:pt idx="1724">
                  <c:v>4.1041999999999996</c:v>
                </c:pt>
                <c:pt idx="1725">
                  <c:v>4.1045100000000003</c:v>
                </c:pt>
                <c:pt idx="1726">
                  <c:v>4.1048099999999996</c:v>
                </c:pt>
                <c:pt idx="1727">
                  <c:v>4.1051200000000003</c:v>
                </c:pt>
                <c:pt idx="1728">
                  <c:v>4.1054300000000001</c:v>
                </c:pt>
                <c:pt idx="1729">
                  <c:v>4.1057300000000003</c:v>
                </c:pt>
                <c:pt idx="1730">
                  <c:v>4.1060400000000001</c:v>
                </c:pt>
                <c:pt idx="1731">
                  <c:v>4.1063400000000003</c:v>
                </c:pt>
                <c:pt idx="1732">
                  <c:v>4.1066500000000001</c:v>
                </c:pt>
                <c:pt idx="1733">
                  <c:v>4.1069500000000003</c:v>
                </c:pt>
                <c:pt idx="1734">
                  <c:v>4.1072600000000001</c:v>
                </c:pt>
                <c:pt idx="1735">
                  <c:v>4.1075600000000003</c:v>
                </c:pt>
                <c:pt idx="1736">
                  <c:v>4.1078700000000001</c:v>
                </c:pt>
                <c:pt idx="1737">
                  <c:v>4.1081700000000003</c:v>
                </c:pt>
                <c:pt idx="1738">
                  <c:v>4.1084800000000001</c:v>
                </c:pt>
                <c:pt idx="1739">
                  <c:v>4.1087899999999999</c:v>
                </c:pt>
                <c:pt idx="1740">
                  <c:v>4.1090900000000001</c:v>
                </c:pt>
                <c:pt idx="1741">
                  <c:v>4.1093999999999999</c:v>
                </c:pt>
                <c:pt idx="1742">
                  <c:v>4.1097000000000001</c:v>
                </c:pt>
                <c:pt idx="1743">
                  <c:v>4.1100099999999999</c:v>
                </c:pt>
                <c:pt idx="1744">
                  <c:v>4.1103100000000001</c:v>
                </c:pt>
                <c:pt idx="1745">
                  <c:v>4.1106199999999999</c:v>
                </c:pt>
                <c:pt idx="1746">
                  <c:v>4.1109200000000001</c:v>
                </c:pt>
                <c:pt idx="1747">
                  <c:v>4.1112299999999999</c:v>
                </c:pt>
                <c:pt idx="1748">
                  <c:v>4.1115300000000001</c:v>
                </c:pt>
                <c:pt idx="1749">
                  <c:v>4.1118399999999999</c:v>
                </c:pt>
                <c:pt idx="1750">
                  <c:v>4.1121400000000001</c:v>
                </c:pt>
                <c:pt idx="1751">
                  <c:v>4.1124499999999999</c:v>
                </c:pt>
                <c:pt idx="1752">
                  <c:v>4.1127599999999997</c:v>
                </c:pt>
                <c:pt idx="1753">
                  <c:v>4.1130599999999999</c:v>
                </c:pt>
                <c:pt idx="1754">
                  <c:v>4.1133699999999997</c:v>
                </c:pt>
                <c:pt idx="1755">
                  <c:v>4.1136699999999999</c:v>
                </c:pt>
                <c:pt idx="1756">
                  <c:v>4.1139799999999997</c:v>
                </c:pt>
                <c:pt idx="1757">
                  <c:v>4.1142799999999999</c:v>
                </c:pt>
                <c:pt idx="1758">
                  <c:v>4.1145899999999997</c:v>
                </c:pt>
                <c:pt idx="1759">
                  <c:v>4.1148899999999999</c:v>
                </c:pt>
                <c:pt idx="1760">
                  <c:v>4.1151999999999997</c:v>
                </c:pt>
                <c:pt idx="1761">
                  <c:v>4.1154999999999999</c:v>
                </c:pt>
                <c:pt idx="1762">
                  <c:v>4.1158099999999997</c:v>
                </c:pt>
                <c:pt idx="1763">
                  <c:v>4.1161099999999999</c:v>
                </c:pt>
                <c:pt idx="1764">
                  <c:v>4.1164199999999997</c:v>
                </c:pt>
                <c:pt idx="1765">
                  <c:v>4.1167299999999996</c:v>
                </c:pt>
                <c:pt idx="1766">
                  <c:v>4.1170299999999997</c:v>
                </c:pt>
                <c:pt idx="1767">
                  <c:v>4.1173400000000004</c:v>
                </c:pt>
                <c:pt idx="1768">
                  <c:v>4.1176399999999997</c:v>
                </c:pt>
                <c:pt idx="1769">
                  <c:v>4.1179500000000004</c:v>
                </c:pt>
                <c:pt idx="1770">
                  <c:v>4.1182499999999997</c:v>
                </c:pt>
                <c:pt idx="1771">
                  <c:v>4.1185600000000004</c:v>
                </c:pt>
                <c:pt idx="1772">
                  <c:v>4.1188599999999997</c:v>
                </c:pt>
                <c:pt idx="1773">
                  <c:v>4.1191700000000004</c:v>
                </c:pt>
                <c:pt idx="1774">
                  <c:v>4.1194699999999997</c:v>
                </c:pt>
                <c:pt idx="1775">
                  <c:v>4.1197800000000004</c:v>
                </c:pt>
                <c:pt idx="1776">
                  <c:v>4.1200799999999997</c:v>
                </c:pt>
                <c:pt idx="1777">
                  <c:v>4.1203900000000004</c:v>
                </c:pt>
                <c:pt idx="1778">
                  <c:v>4.1207000000000003</c:v>
                </c:pt>
                <c:pt idx="1779">
                  <c:v>4.1210000000000004</c:v>
                </c:pt>
                <c:pt idx="1780">
                  <c:v>4.1213100000000003</c:v>
                </c:pt>
                <c:pt idx="1781">
                  <c:v>4.1216100000000004</c:v>
                </c:pt>
                <c:pt idx="1782">
                  <c:v>4.1219200000000003</c:v>
                </c:pt>
                <c:pt idx="1783">
                  <c:v>4.1222200000000004</c:v>
                </c:pt>
                <c:pt idx="1784">
                  <c:v>4.1225300000000002</c:v>
                </c:pt>
                <c:pt idx="1785">
                  <c:v>4.1228300000000004</c:v>
                </c:pt>
                <c:pt idx="1786">
                  <c:v>4.1231400000000002</c:v>
                </c:pt>
                <c:pt idx="1787">
                  <c:v>4.1234400000000004</c:v>
                </c:pt>
                <c:pt idx="1788">
                  <c:v>4.1237500000000002</c:v>
                </c:pt>
                <c:pt idx="1789">
                  <c:v>4.1240500000000004</c:v>
                </c:pt>
                <c:pt idx="1790">
                  <c:v>4.1243600000000002</c:v>
                </c:pt>
                <c:pt idx="1791">
                  <c:v>4.1246700000000001</c:v>
                </c:pt>
                <c:pt idx="1792">
                  <c:v>4.1249700000000002</c:v>
                </c:pt>
                <c:pt idx="1793">
                  <c:v>4.1252800000000001</c:v>
                </c:pt>
                <c:pt idx="1794">
                  <c:v>4.1255800000000002</c:v>
                </c:pt>
                <c:pt idx="1795">
                  <c:v>4.1258900000000001</c:v>
                </c:pt>
                <c:pt idx="1796">
                  <c:v>4.1261900000000002</c:v>
                </c:pt>
                <c:pt idx="1797">
                  <c:v>4.1265000000000001</c:v>
                </c:pt>
                <c:pt idx="1798">
                  <c:v>4.1268000000000002</c:v>
                </c:pt>
                <c:pt idx="1799">
                  <c:v>4.1271100000000001</c:v>
                </c:pt>
                <c:pt idx="1800">
                  <c:v>4.1274100000000002</c:v>
                </c:pt>
                <c:pt idx="1801">
                  <c:v>4.1277200000000001</c:v>
                </c:pt>
                <c:pt idx="1802">
                  <c:v>4.1280299999999999</c:v>
                </c:pt>
                <c:pt idx="1803">
                  <c:v>4.1283300000000001</c:v>
                </c:pt>
                <c:pt idx="1804">
                  <c:v>4.1286399999999999</c:v>
                </c:pt>
                <c:pt idx="1805">
                  <c:v>4.1289400000000001</c:v>
                </c:pt>
                <c:pt idx="1806">
                  <c:v>4.1292499999999999</c:v>
                </c:pt>
                <c:pt idx="1807">
                  <c:v>4.1295500000000001</c:v>
                </c:pt>
                <c:pt idx="1808">
                  <c:v>4.1298599999999999</c:v>
                </c:pt>
                <c:pt idx="1809">
                  <c:v>4.1301600000000001</c:v>
                </c:pt>
                <c:pt idx="1810">
                  <c:v>4.1304699999999999</c:v>
                </c:pt>
                <c:pt idx="1811">
                  <c:v>4.1307700000000001</c:v>
                </c:pt>
                <c:pt idx="1812">
                  <c:v>4.1310799999999999</c:v>
                </c:pt>
                <c:pt idx="1813">
                  <c:v>4.1313800000000001</c:v>
                </c:pt>
                <c:pt idx="1814">
                  <c:v>4.1316899999999999</c:v>
                </c:pt>
                <c:pt idx="1815">
                  <c:v>4.1319999999999997</c:v>
                </c:pt>
                <c:pt idx="1816">
                  <c:v>4.1322999999999999</c:v>
                </c:pt>
                <c:pt idx="1817">
                  <c:v>4.1326099999999997</c:v>
                </c:pt>
                <c:pt idx="1818">
                  <c:v>4.1329099999999999</c:v>
                </c:pt>
                <c:pt idx="1819">
                  <c:v>4.1332199999999997</c:v>
                </c:pt>
                <c:pt idx="1820">
                  <c:v>4.1335199999999999</c:v>
                </c:pt>
                <c:pt idx="1821">
                  <c:v>4.1338299999999997</c:v>
                </c:pt>
                <c:pt idx="1822">
                  <c:v>4.1341299999999999</c:v>
                </c:pt>
                <c:pt idx="1823">
                  <c:v>4.1344399999999997</c:v>
                </c:pt>
                <c:pt idx="1824">
                  <c:v>4.1347399999999999</c:v>
                </c:pt>
                <c:pt idx="1825">
                  <c:v>4.1350499999999997</c:v>
                </c:pt>
                <c:pt idx="1826">
                  <c:v>4.1353499999999999</c:v>
                </c:pt>
                <c:pt idx="1827">
                  <c:v>4.1356599999999997</c:v>
                </c:pt>
                <c:pt idx="1828">
                  <c:v>4.1359700000000004</c:v>
                </c:pt>
                <c:pt idx="1829">
                  <c:v>4.1362699999999997</c:v>
                </c:pt>
                <c:pt idx="1830">
                  <c:v>4.1365800000000004</c:v>
                </c:pt>
                <c:pt idx="1831">
                  <c:v>4.1368799999999997</c:v>
                </c:pt>
                <c:pt idx="1832">
                  <c:v>4.1371900000000004</c:v>
                </c:pt>
                <c:pt idx="1833">
                  <c:v>4.1374899999999997</c:v>
                </c:pt>
                <c:pt idx="1834">
                  <c:v>4.1378000000000004</c:v>
                </c:pt>
                <c:pt idx="1835">
                  <c:v>4.1380999999999997</c:v>
                </c:pt>
                <c:pt idx="1836">
                  <c:v>4.1384100000000004</c:v>
                </c:pt>
                <c:pt idx="1837">
                  <c:v>4.1387099999999997</c:v>
                </c:pt>
                <c:pt idx="1838">
                  <c:v>4.1390200000000004</c:v>
                </c:pt>
                <c:pt idx="1839">
                  <c:v>4.1393199999999997</c:v>
                </c:pt>
                <c:pt idx="1840">
                  <c:v>4.1396300000000004</c:v>
                </c:pt>
                <c:pt idx="1841">
                  <c:v>4.1399400000000002</c:v>
                </c:pt>
                <c:pt idx="1842">
                  <c:v>4.1402400000000004</c:v>
                </c:pt>
                <c:pt idx="1843">
                  <c:v>4.1405500000000002</c:v>
                </c:pt>
                <c:pt idx="1844">
                  <c:v>4.1408500000000004</c:v>
                </c:pt>
                <c:pt idx="1845">
                  <c:v>4.1411600000000002</c:v>
                </c:pt>
                <c:pt idx="1846">
                  <c:v>4.1414600000000004</c:v>
                </c:pt>
                <c:pt idx="1847">
                  <c:v>4.1417700000000002</c:v>
                </c:pt>
                <c:pt idx="1848">
                  <c:v>4.1420700000000004</c:v>
                </c:pt>
                <c:pt idx="1849">
                  <c:v>4.1423800000000002</c:v>
                </c:pt>
                <c:pt idx="1850">
                  <c:v>4.1426800000000004</c:v>
                </c:pt>
                <c:pt idx="1851">
                  <c:v>4.1429900000000002</c:v>
                </c:pt>
                <c:pt idx="1852">
                  <c:v>4.1432900000000004</c:v>
                </c:pt>
                <c:pt idx="1853">
                  <c:v>4.1436000000000002</c:v>
                </c:pt>
                <c:pt idx="1854">
                  <c:v>4.14391</c:v>
                </c:pt>
                <c:pt idx="1855">
                  <c:v>4.1442100000000002</c:v>
                </c:pt>
                <c:pt idx="1856">
                  <c:v>4.14452</c:v>
                </c:pt>
                <c:pt idx="1857">
                  <c:v>4.1448200000000002</c:v>
                </c:pt>
                <c:pt idx="1858">
                  <c:v>4.14513</c:v>
                </c:pt>
                <c:pt idx="1859">
                  <c:v>4.1454300000000002</c:v>
                </c:pt>
                <c:pt idx="1860">
                  <c:v>4.14574</c:v>
                </c:pt>
                <c:pt idx="1861">
                  <c:v>4.1460400000000002</c:v>
                </c:pt>
                <c:pt idx="1862">
                  <c:v>4.14635</c:v>
                </c:pt>
                <c:pt idx="1863">
                  <c:v>4.1466500000000002</c:v>
                </c:pt>
                <c:pt idx="1864">
                  <c:v>4.14696</c:v>
                </c:pt>
                <c:pt idx="1865">
                  <c:v>4.1472699999999998</c:v>
                </c:pt>
                <c:pt idx="1866">
                  <c:v>4.14757</c:v>
                </c:pt>
                <c:pt idx="1867">
                  <c:v>4.1478799999999998</c:v>
                </c:pt>
                <c:pt idx="1868">
                  <c:v>4.14818</c:v>
                </c:pt>
                <c:pt idx="1869">
                  <c:v>4.1484899999999998</c:v>
                </c:pt>
                <c:pt idx="1870">
                  <c:v>4.14879</c:v>
                </c:pt>
                <c:pt idx="1871">
                  <c:v>4.1490999999999998</c:v>
                </c:pt>
                <c:pt idx="1872">
                  <c:v>4.1494</c:v>
                </c:pt>
                <c:pt idx="1873">
                  <c:v>4.1497099999999998</c:v>
                </c:pt>
                <c:pt idx="1874">
                  <c:v>4.15001</c:v>
                </c:pt>
                <c:pt idx="1875">
                  <c:v>4.1503199999999998</c:v>
                </c:pt>
                <c:pt idx="1876">
                  <c:v>4.15062</c:v>
                </c:pt>
                <c:pt idx="1877">
                  <c:v>4.1509299999999998</c:v>
                </c:pt>
                <c:pt idx="1878">
                  <c:v>4.1512399999999996</c:v>
                </c:pt>
                <c:pt idx="1879">
                  <c:v>4.1515399999999998</c:v>
                </c:pt>
                <c:pt idx="1880">
                  <c:v>4.1518499999999996</c:v>
                </c:pt>
                <c:pt idx="1881">
                  <c:v>4.1521499999999998</c:v>
                </c:pt>
                <c:pt idx="1882">
                  <c:v>4.1524599999999996</c:v>
                </c:pt>
                <c:pt idx="1883">
                  <c:v>4.1527599999999998</c:v>
                </c:pt>
                <c:pt idx="1884">
                  <c:v>4.1530699999999996</c:v>
                </c:pt>
                <c:pt idx="1885">
                  <c:v>4.1533699999999998</c:v>
                </c:pt>
                <c:pt idx="1886">
                  <c:v>4.1536799999999996</c:v>
                </c:pt>
                <c:pt idx="1887">
                  <c:v>4.1539799999999998</c:v>
                </c:pt>
                <c:pt idx="1888">
                  <c:v>4.1542899999999996</c:v>
                </c:pt>
                <c:pt idx="1889">
                  <c:v>4.1545899999999998</c:v>
                </c:pt>
                <c:pt idx="1890">
                  <c:v>4.1548999999999996</c:v>
                </c:pt>
                <c:pt idx="1891">
                  <c:v>4.1552100000000003</c:v>
                </c:pt>
                <c:pt idx="1892">
                  <c:v>4.1555099999999996</c:v>
                </c:pt>
                <c:pt idx="1893">
                  <c:v>4.1558200000000003</c:v>
                </c:pt>
                <c:pt idx="1894">
                  <c:v>4.1561199999999996</c:v>
                </c:pt>
                <c:pt idx="1895">
                  <c:v>4.1564300000000003</c:v>
                </c:pt>
                <c:pt idx="1896">
                  <c:v>4.1567299999999996</c:v>
                </c:pt>
                <c:pt idx="1897">
                  <c:v>4.1570400000000003</c:v>
                </c:pt>
                <c:pt idx="1898">
                  <c:v>4.1573399999999996</c:v>
                </c:pt>
                <c:pt idx="1899">
                  <c:v>4.1576500000000003</c:v>
                </c:pt>
                <c:pt idx="1900">
                  <c:v>4.1579499999999996</c:v>
                </c:pt>
                <c:pt idx="1901">
                  <c:v>4.1582600000000003</c:v>
                </c:pt>
                <c:pt idx="1902">
                  <c:v>4.1585599999999996</c:v>
                </c:pt>
                <c:pt idx="1903">
                  <c:v>4.1588700000000003</c:v>
                </c:pt>
                <c:pt idx="1904">
                  <c:v>4.1591800000000001</c:v>
                </c:pt>
                <c:pt idx="1905">
                  <c:v>4.1594800000000003</c:v>
                </c:pt>
                <c:pt idx="1906">
                  <c:v>4.1597900000000001</c:v>
                </c:pt>
                <c:pt idx="1907">
                  <c:v>4.1600900000000003</c:v>
                </c:pt>
                <c:pt idx="1908">
                  <c:v>4.1604000000000001</c:v>
                </c:pt>
                <c:pt idx="1909">
                  <c:v>4.1607000000000003</c:v>
                </c:pt>
                <c:pt idx="1910">
                  <c:v>4.1610100000000001</c:v>
                </c:pt>
                <c:pt idx="1911">
                  <c:v>4.1613100000000003</c:v>
                </c:pt>
                <c:pt idx="1912">
                  <c:v>4.1616200000000001</c:v>
                </c:pt>
                <c:pt idx="1913">
                  <c:v>4.1619200000000003</c:v>
                </c:pt>
                <c:pt idx="1914">
                  <c:v>4.1622300000000001</c:v>
                </c:pt>
                <c:pt idx="1915">
                  <c:v>4.1625300000000003</c:v>
                </c:pt>
                <c:pt idx="1916">
                  <c:v>4.1628400000000001</c:v>
                </c:pt>
                <c:pt idx="1917">
                  <c:v>4.1631499999999999</c:v>
                </c:pt>
                <c:pt idx="1918">
                  <c:v>4.1634500000000001</c:v>
                </c:pt>
                <c:pt idx="1919">
                  <c:v>4.1637599999999999</c:v>
                </c:pt>
                <c:pt idx="1920">
                  <c:v>4.1640600000000001</c:v>
                </c:pt>
                <c:pt idx="1921">
                  <c:v>4.1643699999999999</c:v>
                </c:pt>
                <c:pt idx="1922">
                  <c:v>4.1646700000000001</c:v>
                </c:pt>
                <c:pt idx="1923">
                  <c:v>4.1649799999999999</c:v>
                </c:pt>
                <c:pt idx="1924">
                  <c:v>4.1652800000000001</c:v>
                </c:pt>
                <c:pt idx="1925">
                  <c:v>4.1655899999999999</c:v>
                </c:pt>
                <c:pt idx="1926">
                  <c:v>4.1658900000000001</c:v>
                </c:pt>
                <c:pt idx="1927">
                  <c:v>4.1661999999999999</c:v>
                </c:pt>
                <c:pt idx="1928">
                  <c:v>4.1665099999999997</c:v>
                </c:pt>
                <c:pt idx="1929">
                  <c:v>4.1668099999999999</c:v>
                </c:pt>
                <c:pt idx="1930">
                  <c:v>4.1671199999999997</c:v>
                </c:pt>
                <c:pt idx="1931">
                  <c:v>4.1674199999999999</c:v>
                </c:pt>
                <c:pt idx="1932">
                  <c:v>4.1677299999999997</c:v>
                </c:pt>
                <c:pt idx="1933">
                  <c:v>4.1680299999999999</c:v>
                </c:pt>
                <c:pt idx="1934">
                  <c:v>4.1683399999999997</c:v>
                </c:pt>
                <c:pt idx="1935">
                  <c:v>4.1686399999999999</c:v>
                </c:pt>
                <c:pt idx="1936">
                  <c:v>4.1689499999999997</c:v>
                </c:pt>
                <c:pt idx="1937">
                  <c:v>4.1692499999999999</c:v>
                </c:pt>
                <c:pt idx="1938">
                  <c:v>4.1695599999999997</c:v>
                </c:pt>
                <c:pt idx="1939">
                  <c:v>4.1698599999999999</c:v>
                </c:pt>
                <c:pt idx="1940">
                  <c:v>4.1701699999999997</c:v>
                </c:pt>
                <c:pt idx="1941">
                  <c:v>4.1704800000000004</c:v>
                </c:pt>
                <c:pt idx="1942">
                  <c:v>4.1707799999999997</c:v>
                </c:pt>
                <c:pt idx="1943">
                  <c:v>4.1710900000000004</c:v>
                </c:pt>
                <c:pt idx="1944">
                  <c:v>4.1713899999999997</c:v>
                </c:pt>
                <c:pt idx="1945">
                  <c:v>4.1717000000000004</c:v>
                </c:pt>
                <c:pt idx="1946">
                  <c:v>4.1719999999999997</c:v>
                </c:pt>
                <c:pt idx="1947">
                  <c:v>4.1723100000000004</c:v>
                </c:pt>
                <c:pt idx="1948">
                  <c:v>4.1726099999999997</c:v>
                </c:pt>
                <c:pt idx="1949">
                  <c:v>4.1729200000000004</c:v>
                </c:pt>
                <c:pt idx="1950">
                  <c:v>4.1732199999999997</c:v>
                </c:pt>
                <c:pt idx="1951">
                  <c:v>4.1735300000000004</c:v>
                </c:pt>
                <c:pt idx="1952">
                  <c:v>4.1738299999999997</c:v>
                </c:pt>
                <c:pt idx="1953">
                  <c:v>4.1741400000000004</c:v>
                </c:pt>
                <c:pt idx="1954">
                  <c:v>4.1744500000000002</c:v>
                </c:pt>
                <c:pt idx="1955">
                  <c:v>4.1747500000000004</c:v>
                </c:pt>
                <c:pt idx="1956">
                  <c:v>4.1750600000000002</c:v>
                </c:pt>
                <c:pt idx="1957">
                  <c:v>4.1753600000000004</c:v>
                </c:pt>
                <c:pt idx="1958">
                  <c:v>4.1756700000000002</c:v>
                </c:pt>
                <c:pt idx="1959">
                  <c:v>4.1759700000000004</c:v>
                </c:pt>
                <c:pt idx="1960">
                  <c:v>4.1762800000000002</c:v>
                </c:pt>
                <c:pt idx="1961">
                  <c:v>4.1765800000000004</c:v>
                </c:pt>
                <c:pt idx="1962">
                  <c:v>4.1768900000000002</c:v>
                </c:pt>
                <c:pt idx="1963">
                  <c:v>4.1771900000000004</c:v>
                </c:pt>
                <c:pt idx="1964">
                  <c:v>4.1775000000000002</c:v>
                </c:pt>
                <c:pt idx="1965">
                  <c:v>4.1778000000000004</c:v>
                </c:pt>
                <c:pt idx="1966">
                  <c:v>4.1781100000000002</c:v>
                </c:pt>
                <c:pt idx="1967">
                  <c:v>4.17842</c:v>
                </c:pt>
                <c:pt idx="1968">
                  <c:v>4.1787200000000002</c:v>
                </c:pt>
                <c:pt idx="1969">
                  <c:v>4.17903</c:v>
                </c:pt>
                <c:pt idx="1970">
                  <c:v>4.1793300000000002</c:v>
                </c:pt>
                <c:pt idx="1971">
                  <c:v>4.17964</c:v>
                </c:pt>
                <c:pt idx="1972">
                  <c:v>4.1799400000000002</c:v>
                </c:pt>
                <c:pt idx="1973">
                  <c:v>4.18025</c:v>
                </c:pt>
                <c:pt idx="1974">
                  <c:v>4.1805500000000002</c:v>
                </c:pt>
                <c:pt idx="1975">
                  <c:v>4.18086</c:v>
                </c:pt>
                <c:pt idx="1976">
                  <c:v>4.1811600000000002</c:v>
                </c:pt>
                <c:pt idx="1977">
                  <c:v>4.18147</c:v>
                </c:pt>
                <c:pt idx="1978">
                  <c:v>4.1817799999999998</c:v>
                </c:pt>
                <c:pt idx="1979">
                  <c:v>4.18208</c:v>
                </c:pt>
                <c:pt idx="1980">
                  <c:v>4.1823899999999998</c:v>
                </c:pt>
                <c:pt idx="1981">
                  <c:v>4.18269</c:v>
                </c:pt>
                <c:pt idx="1982">
                  <c:v>4.1829999999999998</c:v>
                </c:pt>
                <c:pt idx="1983">
                  <c:v>4.1833</c:v>
                </c:pt>
                <c:pt idx="1984">
                  <c:v>4.1836099999999998</c:v>
                </c:pt>
                <c:pt idx="1985">
                  <c:v>4.18391</c:v>
                </c:pt>
                <c:pt idx="1986">
                  <c:v>4.1842199999999998</c:v>
                </c:pt>
                <c:pt idx="1987">
                  <c:v>4.18452</c:v>
                </c:pt>
                <c:pt idx="1988">
                  <c:v>4.1848299999999998</c:v>
                </c:pt>
                <c:pt idx="1989">
                  <c:v>4.18513</c:v>
                </c:pt>
                <c:pt idx="1990">
                  <c:v>4.1854399999999998</c:v>
                </c:pt>
                <c:pt idx="1991">
                  <c:v>4.1857499999999996</c:v>
                </c:pt>
                <c:pt idx="1992">
                  <c:v>4.1860499999999998</c:v>
                </c:pt>
                <c:pt idx="1993">
                  <c:v>4.1863599999999996</c:v>
                </c:pt>
                <c:pt idx="1994">
                  <c:v>4.1866599999999998</c:v>
                </c:pt>
                <c:pt idx="1995">
                  <c:v>4.1869699999999996</c:v>
                </c:pt>
                <c:pt idx="1996">
                  <c:v>4.1872699999999998</c:v>
                </c:pt>
                <c:pt idx="1997">
                  <c:v>4.1875799999999996</c:v>
                </c:pt>
                <c:pt idx="1998">
                  <c:v>4.1878799999999998</c:v>
                </c:pt>
                <c:pt idx="1999">
                  <c:v>4.1881899999999996</c:v>
                </c:pt>
                <c:pt idx="2000">
                  <c:v>4.1884899999999998</c:v>
                </c:pt>
                <c:pt idx="2001">
                  <c:v>4.1887999999999996</c:v>
                </c:pt>
                <c:pt idx="2002">
                  <c:v>4.1890999999999998</c:v>
                </c:pt>
                <c:pt idx="2003">
                  <c:v>4.1894099999999996</c:v>
                </c:pt>
                <c:pt idx="2004">
                  <c:v>4.1897200000000003</c:v>
                </c:pt>
                <c:pt idx="2005">
                  <c:v>4.1900199999999996</c:v>
                </c:pt>
                <c:pt idx="2006">
                  <c:v>4.1903300000000003</c:v>
                </c:pt>
                <c:pt idx="2007">
                  <c:v>4.1906299999999996</c:v>
                </c:pt>
                <c:pt idx="2008">
                  <c:v>4.1909400000000003</c:v>
                </c:pt>
                <c:pt idx="2009">
                  <c:v>4.1912399999999996</c:v>
                </c:pt>
                <c:pt idx="2010">
                  <c:v>4.1915500000000003</c:v>
                </c:pt>
                <c:pt idx="2011">
                  <c:v>4.1918499999999996</c:v>
                </c:pt>
                <c:pt idx="2012">
                  <c:v>4.1921600000000003</c:v>
                </c:pt>
                <c:pt idx="2013">
                  <c:v>4.1924599999999996</c:v>
                </c:pt>
                <c:pt idx="2014">
                  <c:v>4.1927700000000003</c:v>
                </c:pt>
                <c:pt idx="2015">
                  <c:v>4.1930699999999996</c:v>
                </c:pt>
                <c:pt idx="2016">
                  <c:v>4.1933800000000003</c:v>
                </c:pt>
                <c:pt idx="2017">
                  <c:v>4.1936900000000001</c:v>
                </c:pt>
                <c:pt idx="2018">
                  <c:v>4.1939900000000003</c:v>
                </c:pt>
                <c:pt idx="2019">
                  <c:v>4.1943000000000001</c:v>
                </c:pt>
                <c:pt idx="2020">
                  <c:v>4.1946000000000003</c:v>
                </c:pt>
                <c:pt idx="2021">
                  <c:v>4.1949100000000001</c:v>
                </c:pt>
                <c:pt idx="2022">
                  <c:v>4.1952100000000003</c:v>
                </c:pt>
                <c:pt idx="2023">
                  <c:v>4.1955200000000001</c:v>
                </c:pt>
                <c:pt idx="2024">
                  <c:v>4.1958200000000003</c:v>
                </c:pt>
                <c:pt idx="2025">
                  <c:v>4.1961300000000001</c:v>
                </c:pt>
                <c:pt idx="2026">
                  <c:v>4.1964300000000003</c:v>
                </c:pt>
                <c:pt idx="2027">
                  <c:v>4.1967400000000001</c:v>
                </c:pt>
                <c:pt idx="2028">
                  <c:v>4.1970400000000003</c:v>
                </c:pt>
                <c:pt idx="2029">
                  <c:v>4.1973500000000001</c:v>
                </c:pt>
                <c:pt idx="2030">
                  <c:v>4.1976599999999999</c:v>
                </c:pt>
                <c:pt idx="2031">
                  <c:v>4.1979600000000001</c:v>
                </c:pt>
                <c:pt idx="2032">
                  <c:v>4.1982699999999999</c:v>
                </c:pt>
                <c:pt idx="2033">
                  <c:v>4.1985700000000001</c:v>
                </c:pt>
                <c:pt idx="2034">
                  <c:v>4.1988799999999999</c:v>
                </c:pt>
                <c:pt idx="2035">
                  <c:v>4.1991800000000001</c:v>
                </c:pt>
                <c:pt idx="2036">
                  <c:v>4.1994899999999999</c:v>
                </c:pt>
                <c:pt idx="2037">
                  <c:v>4.1997900000000001</c:v>
                </c:pt>
                <c:pt idx="2038">
                  <c:v>4.2000999999999999</c:v>
                </c:pt>
                <c:pt idx="2039">
                  <c:v>4.2004000000000001</c:v>
                </c:pt>
                <c:pt idx="2040">
                  <c:v>4.2007099999999999</c:v>
                </c:pt>
                <c:pt idx="2041">
                  <c:v>4.2010199999999998</c:v>
                </c:pt>
                <c:pt idx="2042">
                  <c:v>4.2013199999999999</c:v>
                </c:pt>
                <c:pt idx="2043">
                  <c:v>4.2016299999999998</c:v>
                </c:pt>
                <c:pt idx="2044">
                  <c:v>4.2019299999999999</c:v>
                </c:pt>
                <c:pt idx="2045">
                  <c:v>4.2022399999999998</c:v>
                </c:pt>
                <c:pt idx="2046">
                  <c:v>4.2025399999999999</c:v>
                </c:pt>
                <c:pt idx="2047">
                  <c:v>4.2028499999999998</c:v>
                </c:pt>
                <c:pt idx="2048">
                  <c:v>4.2031499999999999</c:v>
                </c:pt>
                <c:pt idx="2049">
                  <c:v>4.2034599999999998</c:v>
                </c:pt>
                <c:pt idx="2050">
                  <c:v>4.2037599999999999</c:v>
                </c:pt>
                <c:pt idx="2051">
                  <c:v>4.2040699999999998</c:v>
                </c:pt>
                <c:pt idx="2052">
                  <c:v>4.2043699999999999</c:v>
                </c:pt>
                <c:pt idx="2053">
                  <c:v>4.2046799999999998</c:v>
                </c:pt>
                <c:pt idx="2054">
                  <c:v>4.2049899999999996</c:v>
                </c:pt>
                <c:pt idx="2055">
                  <c:v>4.2052899999999998</c:v>
                </c:pt>
                <c:pt idx="2056">
                  <c:v>4.2055999999999996</c:v>
                </c:pt>
                <c:pt idx="2057">
                  <c:v>4.2058999999999997</c:v>
                </c:pt>
                <c:pt idx="2058">
                  <c:v>4.2062099999999996</c:v>
                </c:pt>
                <c:pt idx="2059">
                  <c:v>4.2065099999999997</c:v>
                </c:pt>
                <c:pt idx="2060">
                  <c:v>4.2068199999999996</c:v>
                </c:pt>
                <c:pt idx="2061">
                  <c:v>4.2071199999999997</c:v>
                </c:pt>
                <c:pt idx="2062">
                  <c:v>4.2074299999999996</c:v>
                </c:pt>
                <c:pt idx="2063">
                  <c:v>4.2077299999999997</c:v>
                </c:pt>
                <c:pt idx="2064">
                  <c:v>4.2080399999999996</c:v>
                </c:pt>
                <c:pt idx="2065">
                  <c:v>4.2083399999999997</c:v>
                </c:pt>
                <c:pt idx="2066">
                  <c:v>4.2086499999999996</c:v>
                </c:pt>
                <c:pt idx="2067">
                  <c:v>4.2089600000000003</c:v>
                </c:pt>
                <c:pt idx="2068">
                  <c:v>4.2092599999999996</c:v>
                </c:pt>
                <c:pt idx="2069">
                  <c:v>4.2095700000000003</c:v>
                </c:pt>
                <c:pt idx="2070">
                  <c:v>4.2098699999999996</c:v>
                </c:pt>
                <c:pt idx="2071">
                  <c:v>4.2101800000000003</c:v>
                </c:pt>
                <c:pt idx="2072">
                  <c:v>4.2104799999999996</c:v>
                </c:pt>
                <c:pt idx="2073">
                  <c:v>4.2107900000000003</c:v>
                </c:pt>
                <c:pt idx="2074">
                  <c:v>4.2110900000000004</c:v>
                </c:pt>
                <c:pt idx="2075">
                  <c:v>4.2114000000000003</c:v>
                </c:pt>
                <c:pt idx="2076">
                  <c:v>4.2117000000000004</c:v>
                </c:pt>
                <c:pt idx="2077">
                  <c:v>4.2120100000000003</c:v>
                </c:pt>
                <c:pt idx="2078">
                  <c:v>4.2123100000000004</c:v>
                </c:pt>
                <c:pt idx="2079">
                  <c:v>4.2126200000000003</c:v>
                </c:pt>
                <c:pt idx="2080">
                  <c:v>4.2129300000000001</c:v>
                </c:pt>
                <c:pt idx="2081">
                  <c:v>4.2132300000000003</c:v>
                </c:pt>
                <c:pt idx="2082">
                  <c:v>4.2135400000000001</c:v>
                </c:pt>
                <c:pt idx="2083">
                  <c:v>4.2138400000000003</c:v>
                </c:pt>
                <c:pt idx="2084">
                  <c:v>4.2141500000000001</c:v>
                </c:pt>
                <c:pt idx="2085">
                  <c:v>4.2144500000000003</c:v>
                </c:pt>
                <c:pt idx="2086">
                  <c:v>4.2147600000000001</c:v>
                </c:pt>
                <c:pt idx="2087">
                  <c:v>4.2150600000000003</c:v>
                </c:pt>
                <c:pt idx="2088">
                  <c:v>4.2153700000000001</c:v>
                </c:pt>
                <c:pt idx="2089">
                  <c:v>4.2156700000000003</c:v>
                </c:pt>
                <c:pt idx="2090">
                  <c:v>4.2159800000000001</c:v>
                </c:pt>
                <c:pt idx="2091">
                  <c:v>4.2162800000000002</c:v>
                </c:pt>
                <c:pt idx="2092">
                  <c:v>4.2165900000000001</c:v>
                </c:pt>
                <c:pt idx="2093">
                  <c:v>4.2168999999999999</c:v>
                </c:pt>
                <c:pt idx="2094">
                  <c:v>4.2172000000000001</c:v>
                </c:pt>
                <c:pt idx="2095">
                  <c:v>4.2175099999999999</c:v>
                </c:pt>
                <c:pt idx="2096">
                  <c:v>4.2178100000000001</c:v>
                </c:pt>
                <c:pt idx="2097">
                  <c:v>4.2181199999999999</c:v>
                </c:pt>
                <c:pt idx="2098">
                  <c:v>4.2184200000000001</c:v>
                </c:pt>
                <c:pt idx="2099">
                  <c:v>4.2187299999999999</c:v>
                </c:pt>
                <c:pt idx="2100">
                  <c:v>4.2190300000000001</c:v>
                </c:pt>
                <c:pt idx="2101">
                  <c:v>4.2193399999999999</c:v>
                </c:pt>
                <c:pt idx="2102">
                  <c:v>4.2196400000000001</c:v>
                </c:pt>
                <c:pt idx="2103">
                  <c:v>4.2199499999999999</c:v>
                </c:pt>
                <c:pt idx="2104">
                  <c:v>4.2202599999999997</c:v>
                </c:pt>
                <c:pt idx="2105">
                  <c:v>4.2205599999999999</c:v>
                </c:pt>
                <c:pt idx="2106">
                  <c:v>4.2208699999999997</c:v>
                </c:pt>
                <c:pt idx="2107">
                  <c:v>4.2211699999999999</c:v>
                </c:pt>
                <c:pt idx="2108">
                  <c:v>4.2214799999999997</c:v>
                </c:pt>
                <c:pt idx="2109">
                  <c:v>4.2217799999999999</c:v>
                </c:pt>
                <c:pt idx="2110">
                  <c:v>4.2220899999999997</c:v>
                </c:pt>
                <c:pt idx="2111">
                  <c:v>4.2223899999999999</c:v>
                </c:pt>
                <c:pt idx="2112">
                  <c:v>4.2226999999999997</c:v>
                </c:pt>
                <c:pt idx="2113">
                  <c:v>4.2229999999999999</c:v>
                </c:pt>
                <c:pt idx="2114">
                  <c:v>4.2233099999999997</c:v>
                </c:pt>
                <c:pt idx="2115">
                  <c:v>4.2236099999999999</c:v>
                </c:pt>
                <c:pt idx="2116">
                  <c:v>4.2239199999999997</c:v>
                </c:pt>
                <c:pt idx="2117">
                  <c:v>4.2242300000000004</c:v>
                </c:pt>
                <c:pt idx="2118">
                  <c:v>4.2245299999999997</c:v>
                </c:pt>
                <c:pt idx="2119">
                  <c:v>4.2248400000000004</c:v>
                </c:pt>
                <c:pt idx="2120">
                  <c:v>4.2251399999999997</c:v>
                </c:pt>
                <c:pt idx="2121">
                  <c:v>4.2254500000000004</c:v>
                </c:pt>
                <c:pt idx="2122">
                  <c:v>4.2257499999999997</c:v>
                </c:pt>
                <c:pt idx="2123">
                  <c:v>4.2260600000000004</c:v>
                </c:pt>
                <c:pt idx="2124">
                  <c:v>4.2263599999999997</c:v>
                </c:pt>
                <c:pt idx="2125">
                  <c:v>4.2266700000000004</c:v>
                </c:pt>
                <c:pt idx="2126">
                  <c:v>4.2269699999999997</c:v>
                </c:pt>
                <c:pt idx="2127">
                  <c:v>4.2272800000000004</c:v>
                </c:pt>
                <c:pt idx="2128">
                  <c:v>4.2275799999999997</c:v>
                </c:pt>
                <c:pt idx="2129">
                  <c:v>4.2278900000000004</c:v>
                </c:pt>
                <c:pt idx="2130">
                  <c:v>4.2282000000000002</c:v>
                </c:pt>
                <c:pt idx="2131">
                  <c:v>4.2285000000000004</c:v>
                </c:pt>
                <c:pt idx="2132">
                  <c:v>4.2288100000000002</c:v>
                </c:pt>
                <c:pt idx="2133">
                  <c:v>4.2291100000000004</c:v>
                </c:pt>
                <c:pt idx="2134">
                  <c:v>4.2294200000000002</c:v>
                </c:pt>
                <c:pt idx="2135">
                  <c:v>4.2297200000000004</c:v>
                </c:pt>
                <c:pt idx="2136">
                  <c:v>4.2300300000000002</c:v>
                </c:pt>
                <c:pt idx="2137">
                  <c:v>4.2303300000000004</c:v>
                </c:pt>
                <c:pt idx="2138">
                  <c:v>4.2306400000000002</c:v>
                </c:pt>
                <c:pt idx="2139">
                  <c:v>4.2309400000000004</c:v>
                </c:pt>
                <c:pt idx="2140">
                  <c:v>4.2312500000000002</c:v>
                </c:pt>
                <c:pt idx="2141">
                  <c:v>4.2315500000000004</c:v>
                </c:pt>
                <c:pt idx="2142">
                  <c:v>4.2318600000000002</c:v>
                </c:pt>
                <c:pt idx="2143">
                  <c:v>4.23217</c:v>
                </c:pt>
                <c:pt idx="2144">
                  <c:v>4.2324700000000002</c:v>
                </c:pt>
                <c:pt idx="2145">
                  <c:v>4.23278</c:v>
                </c:pt>
                <c:pt idx="2146">
                  <c:v>4.2330800000000002</c:v>
                </c:pt>
                <c:pt idx="2147">
                  <c:v>4.23339</c:v>
                </c:pt>
                <c:pt idx="2148">
                  <c:v>4.2336900000000002</c:v>
                </c:pt>
                <c:pt idx="2149">
                  <c:v>4.234</c:v>
                </c:pt>
                <c:pt idx="2150">
                  <c:v>4.2343000000000002</c:v>
                </c:pt>
                <c:pt idx="2151">
                  <c:v>4.23461</c:v>
                </c:pt>
                <c:pt idx="2152">
                  <c:v>4.2349100000000002</c:v>
                </c:pt>
                <c:pt idx="2153">
                  <c:v>4.23522</c:v>
                </c:pt>
                <c:pt idx="2154">
                  <c:v>4.2355299999999998</c:v>
                </c:pt>
                <c:pt idx="2155">
                  <c:v>4.23583</c:v>
                </c:pt>
                <c:pt idx="2156">
                  <c:v>4.2361399999999998</c:v>
                </c:pt>
                <c:pt idx="2157">
                  <c:v>4.23644</c:v>
                </c:pt>
                <c:pt idx="2158">
                  <c:v>4.2367499999999998</c:v>
                </c:pt>
                <c:pt idx="2159">
                  <c:v>4.23705</c:v>
                </c:pt>
                <c:pt idx="2160">
                  <c:v>4.2373599999999998</c:v>
                </c:pt>
                <c:pt idx="2161">
                  <c:v>4.23766</c:v>
                </c:pt>
                <c:pt idx="2162">
                  <c:v>4.2379699999999998</c:v>
                </c:pt>
                <c:pt idx="2163">
                  <c:v>4.23827</c:v>
                </c:pt>
                <c:pt idx="2164">
                  <c:v>4.2385799999999998</c:v>
                </c:pt>
                <c:pt idx="2165">
                  <c:v>4.23888</c:v>
                </c:pt>
                <c:pt idx="2166">
                  <c:v>4.2391899999999998</c:v>
                </c:pt>
                <c:pt idx="2167">
                  <c:v>4.2394999999999996</c:v>
                </c:pt>
                <c:pt idx="2168">
                  <c:v>4.2397999999999998</c:v>
                </c:pt>
                <c:pt idx="2169">
                  <c:v>4.2401099999999996</c:v>
                </c:pt>
                <c:pt idx="2170">
                  <c:v>4.2404099999999998</c:v>
                </c:pt>
                <c:pt idx="2171">
                  <c:v>4.2407199999999996</c:v>
                </c:pt>
                <c:pt idx="2172">
                  <c:v>4.2410199999999998</c:v>
                </c:pt>
                <c:pt idx="2173">
                  <c:v>4.2413299999999996</c:v>
                </c:pt>
                <c:pt idx="2174">
                  <c:v>4.2416299999999998</c:v>
                </c:pt>
                <c:pt idx="2175">
                  <c:v>4.2419399999999996</c:v>
                </c:pt>
                <c:pt idx="2176">
                  <c:v>4.2422399999999998</c:v>
                </c:pt>
                <c:pt idx="2177">
                  <c:v>4.2425499999999996</c:v>
                </c:pt>
                <c:pt idx="2178">
                  <c:v>4.2428499999999998</c:v>
                </c:pt>
                <c:pt idx="2179">
                  <c:v>4.2431599999999996</c:v>
                </c:pt>
                <c:pt idx="2180">
                  <c:v>4.2434700000000003</c:v>
                </c:pt>
                <c:pt idx="2181">
                  <c:v>4.2437699999999996</c:v>
                </c:pt>
                <c:pt idx="2182">
                  <c:v>4.2440800000000003</c:v>
                </c:pt>
                <c:pt idx="2183">
                  <c:v>4.2443799999999996</c:v>
                </c:pt>
                <c:pt idx="2184">
                  <c:v>4.2446900000000003</c:v>
                </c:pt>
                <c:pt idx="2185">
                  <c:v>4.2449899999999996</c:v>
                </c:pt>
                <c:pt idx="2186">
                  <c:v>4.2453000000000003</c:v>
                </c:pt>
                <c:pt idx="2187">
                  <c:v>4.2455999999999996</c:v>
                </c:pt>
                <c:pt idx="2188">
                  <c:v>4.2459100000000003</c:v>
                </c:pt>
                <c:pt idx="2189">
                  <c:v>4.2462099999999996</c:v>
                </c:pt>
                <c:pt idx="2190">
                  <c:v>4.2465200000000003</c:v>
                </c:pt>
                <c:pt idx="2191">
                  <c:v>4.2468199999999996</c:v>
                </c:pt>
                <c:pt idx="2192">
                  <c:v>4.2471300000000003</c:v>
                </c:pt>
                <c:pt idx="2193">
                  <c:v>4.2474400000000001</c:v>
                </c:pt>
                <c:pt idx="2194">
                  <c:v>4.2477400000000003</c:v>
                </c:pt>
                <c:pt idx="2195">
                  <c:v>4.2480500000000001</c:v>
                </c:pt>
                <c:pt idx="2196">
                  <c:v>4.2483500000000003</c:v>
                </c:pt>
                <c:pt idx="2197">
                  <c:v>4.2486600000000001</c:v>
                </c:pt>
                <c:pt idx="2198">
                  <c:v>4.2489600000000003</c:v>
                </c:pt>
                <c:pt idx="2199">
                  <c:v>4.2492700000000001</c:v>
                </c:pt>
                <c:pt idx="2200">
                  <c:v>4.2495700000000003</c:v>
                </c:pt>
                <c:pt idx="2201">
                  <c:v>4.2498800000000001</c:v>
                </c:pt>
                <c:pt idx="2202">
                  <c:v>4.2501800000000003</c:v>
                </c:pt>
                <c:pt idx="2203">
                  <c:v>4.2504900000000001</c:v>
                </c:pt>
                <c:pt idx="2204">
                  <c:v>4.2507900000000003</c:v>
                </c:pt>
                <c:pt idx="2205">
                  <c:v>4.2511000000000001</c:v>
                </c:pt>
                <c:pt idx="2206">
                  <c:v>4.2514099999999999</c:v>
                </c:pt>
                <c:pt idx="2207">
                  <c:v>4.2517100000000001</c:v>
                </c:pt>
                <c:pt idx="2208">
                  <c:v>4.2520199999999999</c:v>
                </c:pt>
                <c:pt idx="2209">
                  <c:v>4.2523200000000001</c:v>
                </c:pt>
                <c:pt idx="2210">
                  <c:v>4.2526299999999999</c:v>
                </c:pt>
                <c:pt idx="2211">
                  <c:v>4.2529300000000001</c:v>
                </c:pt>
                <c:pt idx="2212">
                  <c:v>4.2532399999999999</c:v>
                </c:pt>
                <c:pt idx="2213">
                  <c:v>4.2535400000000001</c:v>
                </c:pt>
                <c:pt idx="2214">
                  <c:v>4.2538499999999999</c:v>
                </c:pt>
                <c:pt idx="2215">
                  <c:v>4.2541500000000001</c:v>
                </c:pt>
                <c:pt idx="2216">
                  <c:v>4.2544599999999999</c:v>
                </c:pt>
                <c:pt idx="2217">
                  <c:v>4.2547699999999997</c:v>
                </c:pt>
                <c:pt idx="2218">
                  <c:v>4.2550699999999999</c:v>
                </c:pt>
                <c:pt idx="2219">
                  <c:v>4.2553799999999997</c:v>
                </c:pt>
                <c:pt idx="2220">
                  <c:v>4.2556799999999999</c:v>
                </c:pt>
                <c:pt idx="2221">
                  <c:v>4.2559899999999997</c:v>
                </c:pt>
                <c:pt idx="2222">
                  <c:v>4.2562899999999999</c:v>
                </c:pt>
                <c:pt idx="2223">
                  <c:v>4.2565999999999997</c:v>
                </c:pt>
                <c:pt idx="2224">
                  <c:v>4.2568999999999999</c:v>
                </c:pt>
                <c:pt idx="2225">
                  <c:v>4.2572099999999997</c:v>
                </c:pt>
                <c:pt idx="2226">
                  <c:v>4.2575099999999999</c:v>
                </c:pt>
                <c:pt idx="2227">
                  <c:v>4.2578199999999997</c:v>
                </c:pt>
                <c:pt idx="2228">
                  <c:v>4.2581199999999999</c:v>
                </c:pt>
                <c:pt idx="2229">
                  <c:v>4.2584299999999997</c:v>
                </c:pt>
                <c:pt idx="2230">
                  <c:v>4.2587400000000004</c:v>
                </c:pt>
                <c:pt idx="2231">
                  <c:v>4.2590399999999997</c:v>
                </c:pt>
                <c:pt idx="2232">
                  <c:v>4.2593500000000004</c:v>
                </c:pt>
                <c:pt idx="2233">
                  <c:v>4.2596499999999997</c:v>
                </c:pt>
                <c:pt idx="2234">
                  <c:v>4.2599600000000004</c:v>
                </c:pt>
                <c:pt idx="2235">
                  <c:v>4.2602599999999997</c:v>
                </c:pt>
                <c:pt idx="2236">
                  <c:v>4.2605700000000004</c:v>
                </c:pt>
                <c:pt idx="2237">
                  <c:v>4.2608699999999997</c:v>
                </c:pt>
                <c:pt idx="2238">
                  <c:v>4.2611800000000004</c:v>
                </c:pt>
                <c:pt idx="2239">
                  <c:v>4.2614799999999997</c:v>
                </c:pt>
                <c:pt idx="2240">
                  <c:v>4.2617900000000004</c:v>
                </c:pt>
                <c:pt idx="2241">
                  <c:v>4.2620899999999997</c:v>
                </c:pt>
                <c:pt idx="2242">
                  <c:v>4.2624000000000004</c:v>
                </c:pt>
                <c:pt idx="2243">
                  <c:v>4.2627100000000002</c:v>
                </c:pt>
                <c:pt idx="2244">
                  <c:v>4.2630100000000004</c:v>
                </c:pt>
                <c:pt idx="2245">
                  <c:v>4.2633200000000002</c:v>
                </c:pt>
                <c:pt idx="2246">
                  <c:v>4.2636200000000004</c:v>
                </c:pt>
                <c:pt idx="2247">
                  <c:v>4.2639300000000002</c:v>
                </c:pt>
                <c:pt idx="2248">
                  <c:v>4.2642300000000004</c:v>
                </c:pt>
                <c:pt idx="2249">
                  <c:v>4.2645400000000002</c:v>
                </c:pt>
                <c:pt idx="2250">
                  <c:v>4.2648400000000004</c:v>
                </c:pt>
                <c:pt idx="2251">
                  <c:v>4.2651500000000002</c:v>
                </c:pt>
                <c:pt idx="2252">
                  <c:v>4.2654500000000004</c:v>
                </c:pt>
                <c:pt idx="2253">
                  <c:v>4.2657600000000002</c:v>
                </c:pt>
                <c:pt idx="2254">
                  <c:v>4.2660600000000004</c:v>
                </c:pt>
                <c:pt idx="2255">
                  <c:v>4.2663700000000002</c:v>
                </c:pt>
                <c:pt idx="2256">
                  <c:v>4.26668</c:v>
                </c:pt>
                <c:pt idx="2257">
                  <c:v>4.2669800000000002</c:v>
                </c:pt>
                <c:pt idx="2258">
                  <c:v>4.26729</c:v>
                </c:pt>
                <c:pt idx="2259">
                  <c:v>4.2675900000000002</c:v>
                </c:pt>
                <c:pt idx="2260">
                  <c:v>4.2679</c:v>
                </c:pt>
                <c:pt idx="2261">
                  <c:v>4.2682000000000002</c:v>
                </c:pt>
                <c:pt idx="2262">
                  <c:v>4.26851</c:v>
                </c:pt>
                <c:pt idx="2263">
                  <c:v>4.2688100000000002</c:v>
                </c:pt>
                <c:pt idx="2264">
                  <c:v>4.26912</c:v>
                </c:pt>
                <c:pt idx="2265">
                  <c:v>4.2694200000000002</c:v>
                </c:pt>
                <c:pt idx="2266">
                  <c:v>4.26973</c:v>
                </c:pt>
                <c:pt idx="2267">
                  <c:v>4.2700300000000002</c:v>
                </c:pt>
                <c:pt idx="2268">
                  <c:v>4.27034</c:v>
                </c:pt>
                <c:pt idx="2269">
                  <c:v>4.2706499999999998</c:v>
                </c:pt>
                <c:pt idx="2270">
                  <c:v>4.27095</c:v>
                </c:pt>
                <c:pt idx="2271">
                  <c:v>4.2712599999999998</c:v>
                </c:pt>
                <c:pt idx="2272">
                  <c:v>4.27156</c:v>
                </c:pt>
                <c:pt idx="2273">
                  <c:v>4.2718699999999998</c:v>
                </c:pt>
                <c:pt idx="2274">
                  <c:v>4.27217</c:v>
                </c:pt>
                <c:pt idx="2275">
                  <c:v>4.2724799999999998</c:v>
                </c:pt>
                <c:pt idx="2276">
                  <c:v>4.27278</c:v>
                </c:pt>
                <c:pt idx="2277">
                  <c:v>4.2730899999999998</c:v>
                </c:pt>
                <c:pt idx="2278">
                  <c:v>4.27339</c:v>
                </c:pt>
                <c:pt idx="2279">
                  <c:v>4.2736999999999998</c:v>
                </c:pt>
                <c:pt idx="2280">
                  <c:v>4.2740099999999996</c:v>
                </c:pt>
                <c:pt idx="2281">
                  <c:v>4.2743099999999998</c:v>
                </c:pt>
                <c:pt idx="2282">
                  <c:v>4.2746199999999996</c:v>
                </c:pt>
                <c:pt idx="2283">
                  <c:v>4.2749199999999998</c:v>
                </c:pt>
                <c:pt idx="2284">
                  <c:v>4.2752299999999996</c:v>
                </c:pt>
                <c:pt idx="2285">
                  <c:v>4.2755299999999998</c:v>
                </c:pt>
                <c:pt idx="2286">
                  <c:v>4.2758399999999996</c:v>
                </c:pt>
                <c:pt idx="2287">
                  <c:v>4.2761399999999998</c:v>
                </c:pt>
                <c:pt idx="2288">
                  <c:v>4.2764499999999996</c:v>
                </c:pt>
                <c:pt idx="2289">
                  <c:v>4.2767499999999998</c:v>
                </c:pt>
                <c:pt idx="2290">
                  <c:v>4.2770599999999996</c:v>
                </c:pt>
                <c:pt idx="2291">
                  <c:v>4.2773599999999998</c:v>
                </c:pt>
                <c:pt idx="2292">
                  <c:v>4.2776699999999996</c:v>
                </c:pt>
                <c:pt idx="2293">
                  <c:v>4.2779800000000003</c:v>
                </c:pt>
                <c:pt idx="2294">
                  <c:v>4.2782799999999996</c:v>
                </c:pt>
                <c:pt idx="2295">
                  <c:v>4.2785900000000003</c:v>
                </c:pt>
                <c:pt idx="2296">
                  <c:v>4.2788899999999996</c:v>
                </c:pt>
                <c:pt idx="2297">
                  <c:v>4.2792000000000003</c:v>
                </c:pt>
                <c:pt idx="2298">
                  <c:v>4.2794999999999996</c:v>
                </c:pt>
                <c:pt idx="2299">
                  <c:v>4.2798100000000003</c:v>
                </c:pt>
                <c:pt idx="2300">
                  <c:v>4.2801099999999996</c:v>
                </c:pt>
                <c:pt idx="2301">
                  <c:v>4.2804200000000003</c:v>
                </c:pt>
                <c:pt idx="2302">
                  <c:v>4.2807199999999996</c:v>
                </c:pt>
                <c:pt idx="2303">
                  <c:v>4.2810300000000003</c:v>
                </c:pt>
                <c:pt idx="2304">
                  <c:v>4.2813299999999996</c:v>
                </c:pt>
                <c:pt idx="2305">
                  <c:v>4.2816400000000003</c:v>
                </c:pt>
                <c:pt idx="2306">
                  <c:v>4.2819500000000001</c:v>
                </c:pt>
                <c:pt idx="2307">
                  <c:v>4.2822500000000003</c:v>
                </c:pt>
                <c:pt idx="2308">
                  <c:v>4.2825600000000001</c:v>
                </c:pt>
                <c:pt idx="2309">
                  <c:v>4.2828600000000003</c:v>
                </c:pt>
                <c:pt idx="2310">
                  <c:v>4.2831700000000001</c:v>
                </c:pt>
                <c:pt idx="2311">
                  <c:v>4.2834700000000003</c:v>
                </c:pt>
                <c:pt idx="2312">
                  <c:v>4.2837800000000001</c:v>
                </c:pt>
                <c:pt idx="2313">
                  <c:v>4.2840800000000003</c:v>
                </c:pt>
                <c:pt idx="2314">
                  <c:v>4.2843900000000001</c:v>
                </c:pt>
                <c:pt idx="2315">
                  <c:v>4.2846900000000003</c:v>
                </c:pt>
                <c:pt idx="2316">
                  <c:v>4.2850000000000001</c:v>
                </c:pt>
                <c:pt idx="2317">
                  <c:v>4.2853000000000003</c:v>
                </c:pt>
                <c:pt idx="2318">
                  <c:v>4.2856100000000001</c:v>
                </c:pt>
                <c:pt idx="2319">
                  <c:v>4.28592</c:v>
                </c:pt>
                <c:pt idx="2320">
                  <c:v>4.2862200000000001</c:v>
                </c:pt>
                <c:pt idx="2321">
                  <c:v>4.28653</c:v>
                </c:pt>
                <c:pt idx="2322">
                  <c:v>4.2868300000000001</c:v>
                </c:pt>
                <c:pt idx="2323">
                  <c:v>4.28714</c:v>
                </c:pt>
                <c:pt idx="2324">
                  <c:v>4.2874400000000001</c:v>
                </c:pt>
                <c:pt idx="2325">
                  <c:v>4.28775</c:v>
                </c:pt>
                <c:pt idx="2326">
                  <c:v>4.2880500000000001</c:v>
                </c:pt>
                <c:pt idx="2327">
                  <c:v>4.2883599999999999</c:v>
                </c:pt>
                <c:pt idx="2328">
                  <c:v>4.2886600000000001</c:v>
                </c:pt>
                <c:pt idx="2329">
                  <c:v>4.2889699999999999</c:v>
                </c:pt>
                <c:pt idx="2330">
                  <c:v>4.2892799999999998</c:v>
                </c:pt>
                <c:pt idx="2331">
                  <c:v>4.2895799999999999</c:v>
                </c:pt>
                <c:pt idx="2332">
                  <c:v>4.2898899999999998</c:v>
                </c:pt>
                <c:pt idx="2333">
                  <c:v>4.2901899999999999</c:v>
                </c:pt>
                <c:pt idx="2334">
                  <c:v>4.2904999999999998</c:v>
                </c:pt>
                <c:pt idx="2335">
                  <c:v>4.2907999999999999</c:v>
                </c:pt>
                <c:pt idx="2336">
                  <c:v>4.2911099999999998</c:v>
                </c:pt>
                <c:pt idx="2337">
                  <c:v>4.2914099999999999</c:v>
                </c:pt>
                <c:pt idx="2338">
                  <c:v>4.2917199999999998</c:v>
                </c:pt>
                <c:pt idx="2339">
                  <c:v>4.2920199999999999</c:v>
                </c:pt>
                <c:pt idx="2340">
                  <c:v>4.2923299999999998</c:v>
                </c:pt>
                <c:pt idx="2341">
                  <c:v>4.2926299999999999</c:v>
                </c:pt>
                <c:pt idx="2342">
                  <c:v>4.2929399999999998</c:v>
                </c:pt>
                <c:pt idx="2343">
                  <c:v>4.2932499999999996</c:v>
                </c:pt>
                <c:pt idx="2344">
                  <c:v>4.2935499999999998</c:v>
                </c:pt>
                <c:pt idx="2345">
                  <c:v>4.2938599999999996</c:v>
                </c:pt>
                <c:pt idx="2346">
                  <c:v>4.2941599999999998</c:v>
                </c:pt>
                <c:pt idx="2347">
                  <c:v>4.2944699999999996</c:v>
                </c:pt>
                <c:pt idx="2348">
                  <c:v>4.2947699999999998</c:v>
                </c:pt>
                <c:pt idx="2349">
                  <c:v>4.2950799999999996</c:v>
                </c:pt>
                <c:pt idx="2350">
                  <c:v>4.2953799999999998</c:v>
                </c:pt>
                <c:pt idx="2351">
                  <c:v>4.2956899999999996</c:v>
                </c:pt>
                <c:pt idx="2352">
                  <c:v>4.2959899999999998</c:v>
                </c:pt>
                <c:pt idx="2353">
                  <c:v>4.2962999999999996</c:v>
                </c:pt>
                <c:pt idx="2354">
                  <c:v>4.2965999999999998</c:v>
                </c:pt>
                <c:pt idx="2355">
                  <c:v>4.2969099999999996</c:v>
                </c:pt>
                <c:pt idx="2356">
                  <c:v>4.2972200000000003</c:v>
                </c:pt>
                <c:pt idx="2357">
                  <c:v>4.2975199999999996</c:v>
                </c:pt>
                <c:pt idx="2358">
                  <c:v>4.2978300000000003</c:v>
                </c:pt>
                <c:pt idx="2359">
                  <c:v>4.2981299999999996</c:v>
                </c:pt>
                <c:pt idx="2360">
                  <c:v>4.2984400000000003</c:v>
                </c:pt>
                <c:pt idx="2361">
                  <c:v>4.2987399999999996</c:v>
                </c:pt>
                <c:pt idx="2362">
                  <c:v>4.2990500000000003</c:v>
                </c:pt>
                <c:pt idx="2363">
                  <c:v>4.2993499999999996</c:v>
                </c:pt>
                <c:pt idx="2364">
                  <c:v>4.2996600000000003</c:v>
                </c:pt>
                <c:pt idx="2365">
                  <c:v>4.2999599999999996</c:v>
                </c:pt>
                <c:pt idx="2366">
                  <c:v>4.3002700000000003</c:v>
                </c:pt>
                <c:pt idx="2367">
                  <c:v>4.3005699999999996</c:v>
                </c:pt>
                <c:pt idx="2368">
                  <c:v>4.3008800000000003</c:v>
                </c:pt>
                <c:pt idx="2369">
                  <c:v>4.3011900000000001</c:v>
                </c:pt>
                <c:pt idx="2370">
                  <c:v>4.3014900000000003</c:v>
                </c:pt>
                <c:pt idx="2371">
                  <c:v>4.3018000000000001</c:v>
                </c:pt>
                <c:pt idx="2372">
                  <c:v>4.3021000000000003</c:v>
                </c:pt>
                <c:pt idx="2373">
                  <c:v>4.3024100000000001</c:v>
                </c:pt>
                <c:pt idx="2374">
                  <c:v>4.3027100000000003</c:v>
                </c:pt>
                <c:pt idx="2375">
                  <c:v>4.3030200000000001</c:v>
                </c:pt>
                <c:pt idx="2376">
                  <c:v>4.3033200000000003</c:v>
                </c:pt>
                <c:pt idx="2377">
                  <c:v>4.3036300000000001</c:v>
                </c:pt>
                <c:pt idx="2378">
                  <c:v>4.3039300000000003</c:v>
                </c:pt>
                <c:pt idx="2379">
                  <c:v>4.3042400000000001</c:v>
                </c:pt>
                <c:pt idx="2380">
                  <c:v>4.3045400000000003</c:v>
                </c:pt>
                <c:pt idx="2381">
                  <c:v>4.3048500000000001</c:v>
                </c:pt>
                <c:pt idx="2382">
                  <c:v>4.3051599999999999</c:v>
                </c:pt>
                <c:pt idx="2383">
                  <c:v>4.3054600000000001</c:v>
                </c:pt>
                <c:pt idx="2384">
                  <c:v>4.3057699999999999</c:v>
                </c:pt>
                <c:pt idx="2385">
                  <c:v>4.3060700000000001</c:v>
                </c:pt>
                <c:pt idx="2386">
                  <c:v>4.3063799999999999</c:v>
                </c:pt>
                <c:pt idx="2387">
                  <c:v>4.3066800000000001</c:v>
                </c:pt>
                <c:pt idx="2388">
                  <c:v>4.3069899999999999</c:v>
                </c:pt>
                <c:pt idx="2389">
                  <c:v>4.3072900000000001</c:v>
                </c:pt>
                <c:pt idx="2390">
                  <c:v>4.3075999999999999</c:v>
                </c:pt>
                <c:pt idx="2391">
                  <c:v>4.3079000000000001</c:v>
                </c:pt>
                <c:pt idx="2392">
                  <c:v>4.3082099999999999</c:v>
                </c:pt>
                <c:pt idx="2393">
                  <c:v>4.3085199999999997</c:v>
                </c:pt>
                <c:pt idx="2394">
                  <c:v>4.3088199999999999</c:v>
                </c:pt>
                <c:pt idx="2395">
                  <c:v>4.3091299999999997</c:v>
                </c:pt>
                <c:pt idx="2396">
                  <c:v>4.3094299999999999</c:v>
                </c:pt>
                <c:pt idx="2397">
                  <c:v>4.3097399999999997</c:v>
                </c:pt>
                <c:pt idx="2398">
                  <c:v>4.3100399999999999</c:v>
                </c:pt>
                <c:pt idx="2399">
                  <c:v>4.3103499999999997</c:v>
                </c:pt>
                <c:pt idx="2400">
                  <c:v>4.3106499999999999</c:v>
                </c:pt>
                <c:pt idx="2401">
                  <c:v>4.3109599999999997</c:v>
                </c:pt>
                <c:pt idx="2402">
                  <c:v>4.3112599999999999</c:v>
                </c:pt>
                <c:pt idx="2403">
                  <c:v>4.3115699999999997</c:v>
                </c:pt>
                <c:pt idx="2404">
                  <c:v>4.3118699999999999</c:v>
                </c:pt>
                <c:pt idx="2405">
                  <c:v>4.3121799999999997</c:v>
                </c:pt>
                <c:pt idx="2406">
                  <c:v>4.3124900000000004</c:v>
                </c:pt>
                <c:pt idx="2407">
                  <c:v>4.3127899999999997</c:v>
                </c:pt>
                <c:pt idx="2408">
                  <c:v>4.3131000000000004</c:v>
                </c:pt>
                <c:pt idx="2409">
                  <c:v>4.3133999999999997</c:v>
                </c:pt>
                <c:pt idx="2410">
                  <c:v>4.3137100000000004</c:v>
                </c:pt>
                <c:pt idx="2411">
                  <c:v>4.3140099999999997</c:v>
                </c:pt>
                <c:pt idx="2412">
                  <c:v>4.3143200000000004</c:v>
                </c:pt>
                <c:pt idx="2413">
                  <c:v>4.3146199999999997</c:v>
                </c:pt>
                <c:pt idx="2414">
                  <c:v>4.3149300000000004</c:v>
                </c:pt>
                <c:pt idx="2415">
                  <c:v>4.3152299999999997</c:v>
                </c:pt>
                <c:pt idx="2416">
                  <c:v>4.3155400000000004</c:v>
                </c:pt>
                <c:pt idx="2417">
                  <c:v>4.3158399999999997</c:v>
                </c:pt>
                <c:pt idx="2418">
                  <c:v>4.3161500000000004</c:v>
                </c:pt>
                <c:pt idx="2419">
                  <c:v>4.3164600000000002</c:v>
                </c:pt>
                <c:pt idx="2420">
                  <c:v>4.3167600000000004</c:v>
                </c:pt>
                <c:pt idx="2421">
                  <c:v>4.3170700000000002</c:v>
                </c:pt>
                <c:pt idx="2422">
                  <c:v>4.3173700000000004</c:v>
                </c:pt>
                <c:pt idx="2423">
                  <c:v>4.3176800000000002</c:v>
                </c:pt>
                <c:pt idx="2424">
                  <c:v>4.3179800000000004</c:v>
                </c:pt>
                <c:pt idx="2425">
                  <c:v>4.3182900000000002</c:v>
                </c:pt>
                <c:pt idx="2426">
                  <c:v>4.3185900000000004</c:v>
                </c:pt>
                <c:pt idx="2427">
                  <c:v>4.3189000000000002</c:v>
                </c:pt>
                <c:pt idx="2428">
                  <c:v>4.3192000000000004</c:v>
                </c:pt>
                <c:pt idx="2429">
                  <c:v>4.3195100000000002</c:v>
                </c:pt>
                <c:pt idx="2430">
                  <c:v>4.3198100000000004</c:v>
                </c:pt>
                <c:pt idx="2431">
                  <c:v>4.3201200000000002</c:v>
                </c:pt>
                <c:pt idx="2432">
                  <c:v>4.32043</c:v>
                </c:pt>
                <c:pt idx="2433">
                  <c:v>4.3207300000000002</c:v>
                </c:pt>
                <c:pt idx="2434">
                  <c:v>4.32104</c:v>
                </c:pt>
                <c:pt idx="2435">
                  <c:v>4.3213400000000002</c:v>
                </c:pt>
                <c:pt idx="2436">
                  <c:v>4.32165</c:v>
                </c:pt>
                <c:pt idx="2437">
                  <c:v>4.3219500000000002</c:v>
                </c:pt>
                <c:pt idx="2438">
                  <c:v>4.32226</c:v>
                </c:pt>
                <c:pt idx="2439">
                  <c:v>4.3225600000000002</c:v>
                </c:pt>
                <c:pt idx="2440">
                  <c:v>4.32287</c:v>
                </c:pt>
                <c:pt idx="2441">
                  <c:v>4.3231700000000002</c:v>
                </c:pt>
                <c:pt idx="2442">
                  <c:v>4.32348</c:v>
                </c:pt>
                <c:pt idx="2443">
                  <c:v>4.3237800000000002</c:v>
                </c:pt>
                <c:pt idx="2444">
                  <c:v>4.32409</c:v>
                </c:pt>
                <c:pt idx="2445">
                  <c:v>4.3243999999999998</c:v>
                </c:pt>
                <c:pt idx="2446">
                  <c:v>4.3247</c:v>
                </c:pt>
                <c:pt idx="2447">
                  <c:v>4.3250099999999998</c:v>
                </c:pt>
                <c:pt idx="2448">
                  <c:v>4.32531</c:v>
                </c:pt>
                <c:pt idx="2449">
                  <c:v>4.3256199999999998</c:v>
                </c:pt>
                <c:pt idx="2450">
                  <c:v>4.32592</c:v>
                </c:pt>
                <c:pt idx="2451">
                  <c:v>4.3262299999999998</c:v>
                </c:pt>
                <c:pt idx="2452">
                  <c:v>4.32653</c:v>
                </c:pt>
                <c:pt idx="2453">
                  <c:v>4.3268399999999998</c:v>
                </c:pt>
                <c:pt idx="2454">
                  <c:v>4.32714</c:v>
                </c:pt>
                <c:pt idx="2455">
                  <c:v>4.3274499999999998</c:v>
                </c:pt>
                <c:pt idx="2456">
                  <c:v>4.3277599999999996</c:v>
                </c:pt>
                <c:pt idx="2457">
                  <c:v>4.3280599999999998</c:v>
                </c:pt>
                <c:pt idx="2458">
                  <c:v>4.3283699999999996</c:v>
                </c:pt>
                <c:pt idx="2459">
                  <c:v>4.3286699999999998</c:v>
                </c:pt>
                <c:pt idx="2460">
                  <c:v>4.3289799999999996</c:v>
                </c:pt>
                <c:pt idx="2461">
                  <c:v>4.3292799999999998</c:v>
                </c:pt>
                <c:pt idx="2462">
                  <c:v>4.3295899999999996</c:v>
                </c:pt>
                <c:pt idx="2463">
                  <c:v>4.3298899999999998</c:v>
                </c:pt>
                <c:pt idx="2464">
                  <c:v>4.3301999999999996</c:v>
                </c:pt>
                <c:pt idx="2465">
                  <c:v>4.3304999999999998</c:v>
                </c:pt>
                <c:pt idx="2466">
                  <c:v>4.3308099999999996</c:v>
                </c:pt>
                <c:pt idx="2467">
                  <c:v>4.3311099999999998</c:v>
                </c:pt>
                <c:pt idx="2468">
                  <c:v>4.3314199999999996</c:v>
                </c:pt>
                <c:pt idx="2469">
                  <c:v>4.3317300000000003</c:v>
                </c:pt>
                <c:pt idx="2470">
                  <c:v>4.3320299999999996</c:v>
                </c:pt>
                <c:pt idx="2471">
                  <c:v>4.3323400000000003</c:v>
                </c:pt>
                <c:pt idx="2472">
                  <c:v>4.3326399999999996</c:v>
                </c:pt>
                <c:pt idx="2473">
                  <c:v>4.3329500000000003</c:v>
                </c:pt>
                <c:pt idx="2474">
                  <c:v>4.3332499999999996</c:v>
                </c:pt>
                <c:pt idx="2475">
                  <c:v>4.3335600000000003</c:v>
                </c:pt>
                <c:pt idx="2476">
                  <c:v>4.3338599999999996</c:v>
                </c:pt>
                <c:pt idx="2477">
                  <c:v>4.3341700000000003</c:v>
                </c:pt>
                <c:pt idx="2478">
                  <c:v>4.3344699999999996</c:v>
                </c:pt>
                <c:pt idx="2479">
                  <c:v>4.3347800000000003</c:v>
                </c:pt>
                <c:pt idx="2480">
                  <c:v>4.3350799999999996</c:v>
                </c:pt>
                <c:pt idx="2481">
                  <c:v>4.3353900000000003</c:v>
                </c:pt>
                <c:pt idx="2482">
                  <c:v>4.3357000000000001</c:v>
                </c:pt>
                <c:pt idx="2483">
                  <c:v>4.3360000000000003</c:v>
                </c:pt>
                <c:pt idx="2484">
                  <c:v>4.3363100000000001</c:v>
                </c:pt>
                <c:pt idx="2485">
                  <c:v>4.3366100000000003</c:v>
                </c:pt>
                <c:pt idx="2486">
                  <c:v>4.3369200000000001</c:v>
                </c:pt>
                <c:pt idx="2487">
                  <c:v>4.3372200000000003</c:v>
                </c:pt>
                <c:pt idx="2488">
                  <c:v>4.3375300000000001</c:v>
                </c:pt>
                <c:pt idx="2489">
                  <c:v>4.3378300000000003</c:v>
                </c:pt>
                <c:pt idx="2490">
                  <c:v>4.3381400000000001</c:v>
                </c:pt>
                <c:pt idx="2491">
                  <c:v>4.3384400000000003</c:v>
                </c:pt>
                <c:pt idx="2492">
                  <c:v>4.3387500000000001</c:v>
                </c:pt>
                <c:pt idx="2493">
                  <c:v>4.3390500000000003</c:v>
                </c:pt>
                <c:pt idx="2494">
                  <c:v>4.3393600000000001</c:v>
                </c:pt>
                <c:pt idx="2495">
                  <c:v>4.3396699999999999</c:v>
                </c:pt>
                <c:pt idx="2496">
                  <c:v>4.3399700000000001</c:v>
                </c:pt>
                <c:pt idx="2497">
                  <c:v>4.3402799999999999</c:v>
                </c:pt>
                <c:pt idx="2498">
                  <c:v>4.3405800000000001</c:v>
                </c:pt>
                <c:pt idx="2499">
                  <c:v>4.3408899999999999</c:v>
                </c:pt>
                <c:pt idx="2500">
                  <c:v>4.3411900000000001</c:v>
                </c:pt>
                <c:pt idx="2501">
                  <c:v>4.3414999999999999</c:v>
                </c:pt>
                <c:pt idx="2502">
                  <c:v>4.3418000000000001</c:v>
                </c:pt>
                <c:pt idx="2503">
                  <c:v>4.3421099999999999</c:v>
                </c:pt>
                <c:pt idx="2504">
                  <c:v>4.3424100000000001</c:v>
                </c:pt>
                <c:pt idx="2505">
                  <c:v>4.3427199999999999</c:v>
                </c:pt>
                <c:pt idx="2506">
                  <c:v>4.3430200000000001</c:v>
                </c:pt>
                <c:pt idx="2507">
                  <c:v>4.3433299999999999</c:v>
                </c:pt>
                <c:pt idx="2508">
                  <c:v>4.3436399999999997</c:v>
                </c:pt>
                <c:pt idx="2509">
                  <c:v>4.3439399999999999</c:v>
                </c:pt>
                <c:pt idx="2510">
                  <c:v>4.3442499999999997</c:v>
                </c:pt>
                <c:pt idx="2511">
                  <c:v>4.3445499999999999</c:v>
                </c:pt>
                <c:pt idx="2512">
                  <c:v>4.3448599999999997</c:v>
                </c:pt>
                <c:pt idx="2513">
                  <c:v>4.3451599999999999</c:v>
                </c:pt>
                <c:pt idx="2514">
                  <c:v>4.3454699999999997</c:v>
                </c:pt>
                <c:pt idx="2515">
                  <c:v>4.3457699999999999</c:v>
                </c:pt>
                <c:pt idx="2516">
                  <c:v>4.3460799999999997</c:v>
                </c:pt>
                <c:pt idx="2517">
                  <c:v>4.3463799999999999</c:v>
                </c:pt>
                <c:pt idx="2518">
                  <c:v>4.3466899999999997</c:v>
                </c:pt>
                <c:pt idx="2519">
                  <c:v>4.3470000000000004</c:v>
                </c:pt>
                <c:pt idx="2520">
                  <c:v>4.3472999999999997</c:v>
                </c:pt>
                <c:pt idx="2521">
                  <c:v>4.3476100000000004</c:v>
                </c:pt>
                <c:pt idx="2522">
                  <c:v>4.3479099999999997</c:v>
                </c:pt>
                <c:pt idx="2523">
                  <c:v>4.3482200000000004</c:v>
                </c:pt>
                <c:pt idx="2524">
                  <c:v>4.3485199999999997</c:v>
                </c:pt>
                <c:pt idx="2525">
                  <c:v>4.3488300000000004</c:v>
                </c:pt>
                <c:pt idx="2526">
                  <c:v>4.3491299999999997</c:v>
                </c:pt>
                <c:pt idx="2527">
                  <c:v>4.3494400000000004</c:v>
                </c:pt>
                <c:pt idx="2528">
                  <c:v>4.3497399999999997</c:v>
                </c:pt>
                <c:pt idx="2529">
                  <c:v>4.3500500000000004</c:v>
                </c:pt>
                <c:pt idx="2530">
                  <c:v>4.3503499999999997</c:v>
                </c:pt>
                <c:pt idx="2531">
                  <c:v>4.3506600000000004</c:v>
                </c:pt>
                <c:pt idx="2532">
                  <c:v>4.3509700000000002</c:v>
                </c:pt>
                <c:pt idx="2533">
                  <c:v>4.3512700000000004</c:v>
                </c:pt>
                <c:pt idx="2534">
                  <c:v>4.3515800000000002</c:v>
                </c:pt>
                <c:pt idx="2535">
                  <c:v>4.3518800000000004</c:v>
                </c:pt>
                <c:pt idx="2536">
                  <c:v>4.3521900000000002</c:v>
                </c:pt>
                <c:pt idx="2537">
                  <c:v>4.3524900000000004</c:v>
                </c:pt>
                <c:pt idx="2538">
                  <c:v>4.3528000000000002</c:v>
                </c:pt>
                <c:pt idx="2539">
                  <c:v>4.3531000000000004</c:v>
                </c:pt>
                <c:pt idx="2540">
                  <c:v>4.3534100000000002</c:v>
                </c:pt>
                <c:pt idx="2541">
                  <c:v>4.3537100000000004</c:v>
                </c:pt>
                <c:pt idx="2542">
                  <c:v>4.3540200000000002</c:v>
                </c:pt>
                <c:pt idx="2543">
                  <c:v>4.3543200000000004</c:v>
                </c:pt>
                <c:pt idx="2544">
                  <c:v>4.3546300000000002</c:v>
                </c:pt>
                <c:pt idx="2545">
                  <c:v>4.35494</c:v>
                </c:pt>
                <c:pt idx="2546">
                  <c:v>4.3552400000000002</c:v>
                </c:pt>
                <c:pt idx="2547">
                  <c:v>4.35555</c:v>
                </c:pt>
                <c:pt idx="2548">
                  <c:v>4.3558500000000002</c:v>
                </c:pt>
                <c:pt idx="2549">
                  <c:v>4.35616</c:v>
                </c:pt>
                <c:pt idx="2550">
                  <c:v>4.3564600000000002</c:v>
                </c:pt>
                <c:pt idx="2551">
                  <c:v>4.35677</c:v>
                </c:pt>
                <c:pt idx="2552">
                  <c:v>4.3570700000000002</c:v>
                </c:pt>
                <c:pt idx="2553">
                  <c:v>4.35738</c:v>
                </c:pt>
                <c:pt idx="2554">
                  <c:v>4.3576800000000002</c:v>
                </c:pt>
                <c:pt idx="2555">
                  <c:v>4.35799</c:v>
                </c:pt>
                <c:pt idx="2556">
                  <c:v>4.3582900000000002</c:v>
                </c:pt>
                <c:pt idx="2557">
                  <c:v>4.3586</c:v>
                </c:pt>
                <c:pt idx="2558">
                  <c:v>4.3589099999999998</c:v>
                </c:pt>
                <c:pt idx="2559">
                  <c:v>4.35921</c:v>
                </c:pt>
                <c:pt idx="2560">
                  <c:v>4.3595199999999998</c:v>
                </c:pt>
                <c:pt idx="2561">
                  <c:v>4.35982</c:v>
                </c:pt>
                <c:pt idx="2562">
                  <c:v>4.3601299999999998</c:v>
                </c:pt>
                <c:pt idx="2563">
                  <c:v>4.36043</c:v>
                </c:pt>
                <c:pt idx="2564">
                  <c:v>4.3607399999999998</c:v>
                </c:pt>
                <c:pt idx="2565">
                  <c:v>4.36104</c:v>
                </c:pt>
                <c:pt idx="2566">
                  <c:v>4.3613499999999998</c:v>
                </c:pt>
                <c:pt idx="2567">
                  <c:v>4.36165</c:v>
                </c:pt>
                <c:pt idx="2568">
                  <c:v>4.3619599999999998</c:v>
                </c:pt>
                <c:pt idx="2569">
                  <c:v>4.3622699999999996</c:v>
                </c:pt>
                <c:pt idx="2570">
                  <c:v>4.3625699999999998</c:v>
                </c:pt>
                <c:pt idx="2571">
                  <c:v>4.3628799999999996</c:v>
                </c:pt>
                <c:pt idx="2572">
                  <c:v>4.3631799999999998</c:v>
                </c:pt>
                <c:pt idx="2573">
                  <c:v>4.3634899999999996</c:v>
                </c:pt>
                <c:pt idx="2574">
                  <c:v>4.3637899999999998</c:v>
                </c:pt>
                <c:pt idx="2575">
                  <c:v>4.3640999999999996</c:v>
                </c:pt>
                <c:pt idx="2576">
                  <c:v>4.3643999999999998</c:v>
                </c:pt>
                <c:pt idx="2577">
                  <c:v>4.3647099999999996</c:v>
                </c:pt>
                <c:pt idx="2578">
                  <c:v>4.3650099999999998</c:v>
                </c:pt>
                <c:pt idx="2579">
                  <c:v>4.3653199999999996</c:v>
                </c:pt>
                <c:pt idx="2580">
                  <c:v>4.3656199999999998</c:v>
                </c:pt>
                <c:pt idx="2581">
                  <c:v>4.3659299999999996</c:v>
                </c:pt>
                <c:pt idx="2582">
                  <c:v>4.3662400000000003</c:v>
                </c:pt>
                <c:pt idx="2583">
                  <c:v>4.3665399999999996</c:v>
                </c:pt>
                <c:pt idx="2584">
                  <c:v>4.3668500000000003</c:v>
                </c:pt>
                <c:pt idx="2585">
                  <c:v>4.3671499999999996</c:v>
                </c:pt>
                <c:pt idx="2586">
                  <c:v>4.3674600000000003</c:v>
                </c:pt>
                <c:pt idx="2587">
                  <c:v>4.3677599999999996</c:v>
                </c:pt>
                <c:pt idx="2588">
                  <c:v>4.3680700000000003</c:v>
                </c:pt>
                <c:pt idx="2589">
                  <c:v>4.3683699999999996</c:v>
                </c:pt>
                <c:pt idx="2590">
                  <c:v>4.3686800000000003</c:v>
                </c:pt>
                <c:pt idx="2591">
                  <c:v>4.3689799999999996</c:v>
                </c:pt>
                <c:pt idx="2592">
                  <c:v>4.3692900000000003</c:v>
                </c:pt>
                <c:pt idx="2593">
                  <c:v>4.3695899999999996</c:v>
                </c:pt>
                <c:pt idx="2594">
                  <c:v>4.3699000000000003</c:v>
                </c:pt>
                <c:pt idx="2595">
                  <c:v>4.3702100000000002</c:v>
                </c:pt>
                <c:pt idx="2596">
                  <c:v>4.3705100000000003</c:v>
                </c:pt>
                <c:pt idx="2597">
                  <c:v>4.3708200000000001</c:v>
                </c:pt>
                <c:pt idx="2598">
                  <c:v>4.3711200000000003</c:v>
                </c:pt>
                <c:pt idx="2599">
                  <c:v>4.3714300000000001</c:v>
                </c:pt>
                <c:pt idx="2600">
                  <c:v>4.3717300000000003</c:v>
                </c:pt>
                <c:pt idx="2601">
                  <c:v>4.3720400000000001</c:v>
                </c:pt>
                <c:pt idx="2602">
                  <c:v>4.3723400000000003</c:v>
                </c:pt>
                <c:pt idx="2603">
                  <c:v>4.3726500000000001</c:v>
                </c:pt>
                <c:pt idx="2604">
                  <c:v>4.3729500000000003</c:v>
                </c:pt>
                <c:pt idx="2605">
                  <c:v>4.3732600000000001</c:v>
                </c:pt>
                <c:pt idx="2606">
                  <c:v>4.3735600000000003</c:v>
                </c:pt>
                <c:pt idx="2607">
                  <c:v>4.3738700000000001</c:v>
                </c:pt>
                <c:pt idx="2608">
                  <c:v>4.37418</c:v>
                </c:pt>
                <c:pt idx="2609">
                  <c:v>4.3744800000000001</c:v>
                </c:pt>
                <c:pt idx="2610">
                  <c:v>4.37479</c:v>
                </c:pt>
                <c:pt idx="2611">
                  <c:v>4.3750900000000001</c:v>
                </c:pt>
                <c:pt idx="2612">
                  <c:v>4.3754</c:v>
                </c:pt>
                <c:pt idx="2613">
                  <c:v>4.3757000000000001</c:v>
                </c:pt>
                <c:pt idx="2614">
                  <c:v>4.37601</c:v>
                </c:pt>
                <c:pt idx="2615">
                  <c:v>4.3763100000000001</c:v>
                </c:pt>
                <c:pt idx="2616">
                  <c:v>4.37662</c:v>
                </c:pt>
                <c:pt idx="2617">
                  <c:v>4.3769200000000001</c:v>
                </c:pt>
                <c:pt idx="2618">
                  <c:v>4.37723</c:v>
                </c:pt>
                <c:pt idx="2619">
                  <c:v>4.3775300000000001</c:v>
                </c:pt>
                <c:pt idx="2620">
                  <c:v>4.37784</c:v>
                </c:pt>
                <c:pt idx="2621">
                  <c:v>4.3781499999999998</c:v>
                </c:pt>
                <c:pt idx="2622">
                  <c:v>4.37845</c:v>
                </c:pt>
                <c:pt idx="2623">
                  <c:v>4.3787599999999998</c:v>
                </c:pt>
                <c:pt idx="2624">
                  <c:v>4.37906</c:v>
                </c:pt>
                <c:pt idx="2625">
                  <c:v>4.3793699999999998</c:v>
                </c:pt>
                <c:pt idx="2626">
                  <c:v>4.37967</c:v>
                </c:pt>
                <c:pt idx="2627">
                  <c:v>4.3799799999999998</c:v>
                </c:pt>
                <c:pt idx="2628">
                  <c:v>4.38028</c:v>
                </c:pt>
                <c:pt idx="2629">
                  <c:v>4.3805899999999998</c:v>
                </c:pt>
                <c:pt idx="2630">
                  <c:v>4.38089</c:v>
                </c:pt>
                <c:pt idx="2631">
                  <c:v>4.3811999999999998</c:v>
                </c:pt>
                <c:pt idx="2632">
                  <c:v>4.3815099999999996</c:v>
                </c:pt>
                <c:pt idx="2633">
                  <c:v>4.3818099999999998</c:v>
                </c:pt>
                <c:pt idx="2634">
                  <c:v>4.3821199999999996</c:v>
                </c:pt>
                <c:pt idx="2635">
                  <c:v>4.3824199999999998</c:v>
                </c:pt>
                <c:pt idx="2636">
                  <c:v>4.3827299999999996</c:v>
                </c:pt>
                <c:pt idx="2637">
                  <c:v>4.3830299999999998</c:v>
                </c:pt>
                <c:pt idx="2638">
                  <c:v>4.3833399999999996</c:v>
                </c:pt>
                <c:pt idx="2639">
                  <c:v>4.3836399999999998</c:v>
                </c:pt>
                <c:pt idx="2640">
                  <c:v>4.3839499999999996</c:v>
                </c:pt>
                <c:pt idx="2641">
                  <c:v>4.3842499999999998</c:v>
                </c:pt>
                <c:pt idx="2642">
                  <c:v>4.3845599999999996</c:v>
                </c:pt>
                <c:pt idx="2643">
                  <c:v>4.3848599999999998</c:v>
                </c:pt>
                <c:pt idx="2644">
                  <c:v>4.3851699999999996</c:v>
                </c:pt>
                <c:pt idx="2645">
                  <c:v>4.3854800000000003</c:v>
                </c:pt>
                <c:pt idx="2646">
                  <c:v>4.3857799999999996</c:v>
                </c:pt>
                <c:pt idx="2647">
                  <c:v>4.3860900000000003</c:v>
                </c:pt>
                <c:pt idx="2648">
                  <c:v>4.3863899999999996</c:v>
                </c:pt>
                <c:pt idx="2649">
                  <c:v>4.3867000000000003</c:v>
                </c:pt>
                <c:pt idx="2650">
                  <c:v>4.3869999999999996</c:v>
                </c:pt>
                <c:pt idx="2651">
                  <c:v>4.3873100000000003</c:v>
                </c:pt>
                <c:pt idx="2652">
                  <c:v>4.3876099999999996</c:v>
                </c:pt>
                <c:pt idx="2653">
                  <c:v>4.3879200000000003</c:v>
                </c:pt>
                <c:pt idx="2654">
                  <c:v>4.3882199999999996</c:v>
                </c:pt>
                <c:pt idx="2655">
                  <c:v>4.3885300000000003</c:v>
                </c:pt>
                <c:pt idx="2656">
                  <c:v>4.3888299999999996</c:v>
                </c:pt>
                <c:pt idx="2657">
                  <c:v>4.3891400000000003</c:v>
                </c:pt>
                <c:pt idx="2658">
                  <c:v>4.3894500000000001</c:v>
                </c:pt>
                <c:pt idx="2659">
                  <c:v>4.3897500000000003</c:v>
                </c:pt>
                <c:pt idx="2660">
                  <c:v>4.3900600000000001</c:v>
                </c:pt>
                <c:pt idx="2661">
                  <c:v>4.3903600000000003</c:v>
                </c:pt>
                <c:pt idx="2662">
                  <c:v>4.3906700000000001</c:v>
                </c:pt>
                <c:pt idx="2663">
                  <c:v>4.3909700000000003</c:v>
                </c:pt>
                <c:pt idx="2664">
                  <c:v>4.3912800000000001</c:v>
                </c:pt>
                <c:pt idx="2665">
                  <c:v>4.3915800000000003</c:v>
                </c:pt>
                <c:pt idx="2666">
                  <c:v>4.3918900000000001</c:v>
                </c:pt>
                <c:pt idx="2667">
                  <c:v>4.3921900000000003</c:v>
                </c:pt>
                <c:pt idx="2668">
                  <c:v>4.3925000000000001</c:v>
                </c:pt>
                <c:pt idx="2669">
                  <c:v>4.3928000000000003</c:v>
                </c:pt>
                <c:pt idx="2670">
                  <c:v>4.3931100000000001</c:v>
                </c:pt>
                <c:pt idx="2671">
                  <c:v>4.3934199999999999</c:v>
                </c:pt>
                <c:pt idx="2672">
                  <c:v>4.3937200000000001</c:v>
                </c:pt>
                <c:pt idx="2673">
                  <c:v>4.3940299999999999</c:v>
                </c:pt>
                <c:pt idx="2674">
                  <c:v>4.3943300000000001</c:v>
                </c:pt>
                <c:pt idx="2675">
                  <c:v>4.3946399999999999</c:v>
                </c:pt>
                <c:pt idx="2676">
                  <c:v>4.3949400000000001</c:v>
                </c:pt>
                <c:pt idx="2677">
                  <c:v>4.3952499999999999</c:v>
                </c:pt>
                <c:pt idx="2678">
                  <c:v>4.3955500000000001</c:v>
                </c:pt>
                <c:pt idx="2679">
                  <c:v>4.3958599999999999</c:v>
                </c:pt>
                <c:pt idx="2680">
                  <c:v>4.3961600000000001</c:v>
                </c:pt>
                <c:pt idx="2681">
                  <c:v>4.3964699999999999</c:v>
                </c:pt>
                <c:pt idx="2682">
                  <c:v>4.3967700000000001</c:v>
                </c:pt>
                <c:pt idx="2683">
                  <c:v>4.3970799999999999</c:v>
                </c:pt>
                <c:pt idx="2684">
                  <c:v>4.3973899999999997</c:v>
                </c:pt>
                <c:pt idx="2685">
                  <c:v>4.3976899999999999</c:v>
                </c:pt>
                <c:pt idx="2686">
                  <c:v>4.3979999999999997</c:v>
                </c:pt>
                <c:pt idx="2687">
                  <c:v>4.3982999999999999</c:v>
                </c:pt>
                <c:pt idx="2688">
                  <c:v>4.3986099999999997</c:v>
                </c:pt>
                <c:pt idx="2689">
                  <c:v>4.3989099999999999</c:v>
                </c:pt>
                <c:pt idx="2690">
                  <c:v>4.3992199999999997</c:v>
                </c:pt>
                <c:pt idx="2691">
                  <c:v>4.3995199999999999</c:v>
                </c:pt>
                <c:pt idx="2692">
                  <c:v>4.3998299999999997</c:v>
                </c:pt>
                <c:pt idx="2693">
                  <c:v>4.4001299999999999</c:v>
                </c:pt>
                <c:pt idx="2694">
                  <c:v>4.4004399999999997</c:v>
                </c:pt>
                <c:pt idx="2695">
                  <c:v>4.4007500000000004</c:v>
                </c:pt>
                <c:pt idx="2696">
                  <c:v>4.4010499999999997</c:v>
                </c:pt>
                <c:pt idx="2697">
                  <c:v>4.4013600000000004</c:v>
                </c:pt>
                <c:pt idx="2698">
                  <c:v>4.4016599999999997</c:v>
                </c:pt>
                <c:pt idx="2699">
                  <c:v>4.4019700000000004</c:v>
                </c:pt>
                <c:pt idx="2700">
                  <c:v>4.4022699999999997</c:v>
                </c:pt>
                <c:pt idx="2701">
                  <c:v>4.4025800000000004</c:v>
                </c:pt>
                <c:pt idx="2702">
                  <c:v>4.4028799999999997</c:v>
                </c:pt>
                <c:pt idx="2703">
                  <c:v>4.4031900000000004</c:v>
                </c:pt>
                <c:pt idx="2704">
                  <c:v>4.4034899999999997</c:v>
                </c:pt>
                <c:pt idx="2705">
                  <c:v>4.4038000000000004</c:v>
                </c:pt>
                <c:pt idx="2706">
                  <c:v>4.4040999999999997</c:v>
                </c:pt>
                <c:pt idx="2707">
                  <c:v>4.4044100000000004</c:v>
                </c:pt>
                <c:pt idx="2708">
                  <c:v>4.4047200000000002</c:v>
                </c:pt>
                <c:pt idx="2709">
                  <c:v>4.4050200000000004</c:v>
                </c:pt>
                <c:pt idx="2710">
                  <c:v>4.4053300000000002</c:v>
                </c:pt>
                <c:pt idx="2711">
                  <c:v>4.4056300000000004</c:v>
                </c:pt>
                <c:pt idx="2712">
                  <c:v>4.4059400000000002</c:v>
                </c:pt>
                <c:pt idx="2713">
                  <c:v>4.4062400000000004</c:v>
                </c:pt>
                <c:pt idx="2714">
                  <c:v>4.4065500000000002</c:v>
                </c:pt>
                <c:pt idx="2715">
                  <c:v>4.4068500000000004</c:v>
                </c:pt>
                <c:pt idx="2716">
                  <c:v>4.4071600000000002</c:v>
                </c:pt>
                <c:pt idx="2717">
                  <c:v>4.4074600000000004</c:v>
                </c:pt>
                <c:pt idx="2718">
                  <c:v>4.4077700000000002</c:v>
                </c:pt>
                <c:pt idx="2719">
                  <c:v>4.4080700000000004</c:v>
                </c:pt>
                <c:pt idx="2720">
                  <c:v>4.4083800000000002</c:v>
                </c:pt>
                <c:pt idx="2721">
                  <c:v>4.40869</c:v>
                </c:pt>
                <c:pt idx="2722">
                  <c:v>4.4089900000000002</c:v>
                </c:pt>
                <c:pt idx="2723">
                  <c:v>4.4093</c:v>
                </c:pt>
                <c:pt idx="2724">
                  <c:v>4.4096000000000002</c:v>
                </c:pt>
                <c:pt idx="2725">
                  <c:v>4.40991</c:v>
                </c:pt>
                <c:pt idx="2726">
                  <c:v>4.4102100000000002</c:v>
                </c:pt>
                <c:pt idx="2727">
                  <c:v>4.41052</c:v>
                </c:pt>
                <c:pt idx="2728">
                  <c:v>4.4108200000000002</c:v>
                </c:pt>
                <c:pt idx="2729">
                  <c:v>4.41113</c:v>
                </c:pt>
                <c:pt idx="2730">
                  <c:v>4.4114300000000002</c:v>
                </c:pt>
                <c:pt idx="2731">
                  <c:v>4.41174</c:v>
                </c:pt>
                <c:pt idx="2732">
                  <c:v>4.4120400000000002</c:v>
                </c:pt>
                <c:pt idx="2733">
                  <c:v>4.41235</c:v>
                </c:pt>
                <c:pt idx="2734">
                  <c:v>4.4126599999999998</c:v>
                </c:pt>
                <c:pt idx="2735">
                  <c:v>4.41296</c:v>
                </c:pt>
                <c:pt idx="2736">
                  <c:v>4.4132699999999998</c:v>
                </c:pt>
                <c:pt idx="2737">
                  <c:v>4.41357</c:v>
                </c:pt>
                <c:pt idx="2738">
                  <c:v>4.4138799999999998</c:v>
                </c:pt>
                <c:pt idx="2739">
                  <c:v>4.41418</c:v>
                </c:pt>
                <c:pt idx="2740">
                  <c:v>4.4144899999999998</c:v>
                </c:pt>
                <c:pt idx="2741">
                  <c:v>4.41479</c:v>
                </c:pt>
                <c:pt idx="2742">
                  <c:v>4.4150999999999998</c:v>
                </c:pt>
                <c:pt idx="2743">
                  <c:v>4.4154</c:v>
                </c:pt>
                <c:pt idx="2744">
                  <c:v>4.4157099999999998</c:v>
                </c:pt>
                <c:pt idx="2745">
                  <c:v>4.4160199999999996</c:v>
                </c:pt>
                <c:pt idx="2746">
                  <c:v>4.4163199999999998</c:v>
                </c:pt>
                <c:pt idx="2747">
                  <c:v>4.4166299999999996</c:v>
                </c:pt>
                <c:pt idx="2748">
                  <c:v>4.4169299999999998</c:v>
                </c:pt>
                <c:pt idx="2749">
                  <c:v>4.4172399999999996</c:v>
                </c:pt>
                <c:pt idx="2750">
                  <c:v>4.4175399999999998</c:v>
                </c:pt>
                <c:pt idx="2751">
                  <c:v>4.4178499999999996</c:v>
                </c:pt>
                <c:pt idx="2752">
                  <c:v>4.4181499999999998</c:v>
                </c:pt>
                <c:pt idx="2753">
                  <c:v>4.4184599999999996</c:v>
                </c:pt>
                <c:pt idx="2754">
                  <c:v>4.4187599999999998</c:v>
                </c:pt>
                <c:pt idx="2755">
                  <c:v>4.4190699999999996</c:v>
                </c:pt>
                <c:pt idx="2756">
                  <c:v>4.4193699999999998</c:v>
                </c:pt>
                <c:pt idx="2757">
                  <c:v>4.4196799999999996</c:v>
                </c:pt>
                <c:pt idx="2758">
                  <c:v>4.4199900000000003</c:v>
                </c:pt>
                <c:pt idx="2759">
                  <c:v>4.4202899999999996</c:v>
                </c:pt>
                <c:pt idx="2760">
                  <c:v>4.4206000000000003</c:v>
                </c:pt>
                <c:pt idx="2761">
                  <c:v>4.4208999999999996</c:v>
                </c:pt>
                <c:pt idx="2762">
                  <c:v>4.4212100000000003</c:v>
                </c:pt>
                <c:pt idx="2763">
                  <c:v>4.4215099999999996</c:v>
                </c:pt>
                <c:pt idx="2764">
                  <c:v>4.4218200000000003</c:v>
                </c:pt>
                <c:pt idx="2765">
                  <c:v>4.4221199999999996</c:v>
                </c:pt>
                <c:pt idx="2766">
                  <c:v>4.4224300000000003</c:v>
                </c:pt>
                <c:pt idx="2767">
                  <c:v>4.4227299999999996</c:v>
                </c:pt>
                <c:pt idx="2768">
                  <c:v>4.4230400000000003</c:v>
                </c:pt>
                <c:pt idx="2769">
                  <c:v>4.4233399999999996</c:v>
                </c:pt>
                <c:pt idx="2770">
                  <c:v>4.4236500000000003</c:v>
                </c:pt>
                <c:pt idx="2771">
                  <c:v>4.4239600000000001</c:v>
                </c:pt>
                <c:pt idx="2772">
                  <c:v>4.4242600000000003</c:v>
                </c:pt>
                <c:pt idx="2773">
                  <c:v>4.4245700000000001</c:v>
                </c:pt>
                <c:pt idx="2774">
                  <c:v>4.4248700000000003</c:v>
                </c:pt>
                <c:pt idx="2775">
                  <c:v>4.4251800000000001</c:v>
                </c:pt>
                <c:pt idx="2776">
                  <c:v>4.4254800000000003</c:v>
                </c:pt>
                <c:pt idx="2777">
                  <c:v>4.4257900000000001</c:v>
                </c:pt>
                <c:pt idx="2778">
                  <c:v>4.4260900000000003</c:v>
                </c:pt>
                <c:pt idx="2779">
                  <c:v>4.4264000000000001</c:v>
                </c:pt>
                <c:pt idx="2780">
                  <c:v>4.4267000000000003</c:v>
                </c:pt>
                <c:pt idx="2781">
                  <c:v>4.4270100000000001</c:v>
                </c:pt>
                <c:pt idx="2782">
                  <c:v>4.4273100000000003</c:v>
                </c:pt>
                <c:pt idx="2783">
                  <c:v>4.4276200000000001</c:v>
                </c:pt>
                <c:pt idx="2784">
                  <c:v>4.4279299999999999</c:v>
                </c:pt>
                <c:pt idx="2785">
                  <c:v>4.4282300000000001</c:v>
                </c:pt>
                <c:pt idx="2786">
                  <c:v>4.4285399999999999</c:v>
                </c:pt>
                <c:pt idx="2787">
                  <c:v>4.4288400000000001</c:v>
                </c:pt>
                <c:pt idx="2788">
                  <c:v>4.4291499999999999</c:v>
                </c:pt>
                <c:pt idx="2789">
                  <c:v>4.4294500000000001</c:v>
                </c:pt>
                <c:pt idx="2790">
                  <c:v>4.4297599999999999</c:v>
                </c:pt>
                <c:pt idx="2791">
                  <c:v>4.4300600000000001</c:v>
                </c:pt>
                <c:pt idx="2792">
                  <c:v>4.4303699999999999</c:v>
                </c:pt>
                <c:pt idx="2793">
                  <c:v>4.4306700000000001</c:v>
                </c:pt>
                <c:pt idx="2794">
                  <c:v>4.4309799999999999</c:v>
                </c:pt>
                <c:pt idx="2795">
                  <c:v>4.4312800000000001</c:v>
                </c:pt>
                <c:pt idx="2796">
                  <c:v>4.4315899999999999</c:v>
                </c:pt>
                <c:pt idx="2797">
                  <c:v>4.4318999999999997</c:v>
                </c:pt>
                <c:pt idx="2798">
                  <c:v>4.4321999999999999</c:v>
                </c:pt>
                <c:pt idx="2799">
                  <c:v>4.4325099999999997</c:v>
                </c:pt>
                <c:pt idx="2800">
                  <c:v>4.4328099999999999</c:v>
                </c:pt>
                <c:pt idx="2801">
                  <c:v>4.4331199999999997</c:v>
                </c:pt>
                <c:pt idx="2802">
                  <c:v>4.4334199999999999</c:v>
                </c:pt>
                <c:pt idx="2803">
                  <c:v>4.4337299999999997</c:v>
                </c:pt>
                <c:pt idx="2804">
                  <c:v>4.4340299999999999</c:v>
                </c:pt>
                <c:pt idx="2805">
                  <c:v>4.4343399999999997</c:v>
                </c:pt>
                <c:pt idx="2806">
                  <c:v>4.4346399999999999</c:v>
                </c:pt>
                <c:pt idx="2807">
                  <c:v>4.4349499999999997</c:v>
                </c:pt>
                <c:pt idx="2808">
                  <c:v>4.4352600000000004</c:v>
                </c:pt>
                <c:pt idx="2809">
                  <c:v>4.4355599999999997</c:v>
                </c:pt>
                <c:pt idx="2810">
                  <c:v>4.4358700000000004</c:v>
                </c:pt>
                <c:pt idx="2811">
                  <c:v>4.4361699999999997</c:v>
                </c:pt>
                <c:pt idx="2812">
                  <c:v>4.4364800000000004</c:v>
                </c:pt>
                <c:pt idx="2813">
                  <c:v>4.4367799999999997</c:v>
                </c:pt>
                <c:pt idx="2814">
                  <c:v>4.4370900000000004</c:v>
                </c:pt>
                <c:pt idx="2815">
                  <c:v>4.4373899999999997</c:v>
                </c:pt>
                <c:pt idx="2816">
                  <c:v>4.4377000000000004</c:v>
                </c:pt>
                <c:pt idx="2817">
                  <c:v>4.4379999999999997</c:v>
                </c:pt>
                <c:pt idx="2818">
                  <c:v>4.4383100000000004</c:v>
                </c:pt>
                <c:pt idx="2819">
                  <c:v>4.4386099999999997</c:v>
                </c:pt>
                <c:pt idx="2820">
                  <c:v>4.4389200000000004</c:v>
                </c:pt>
                <c:pt idx="2821">
                  <c:v>4.4392300000000002</c:v>
                </c:pt>
                <c:pt idx="2822">
                  <c:v>4.4395300000000004</c:v>
                </c:pt>
                <c:pt idx="2823">
                  <c:v>4.4398400000000002</c:v>
                </c:pt>
                <c:pt idx="2824">
                  <c:v>4.4401400000000004</c:v>
                </c:pt>
                <c:pt idx="2825">
                  <c:v>4.4404500000000002</c:v>
                </c:pt>
                <c:pt idx="2826">
                  <c:v>4.4407500000000004</c:v>
                </c:pt>
                <c:pt idx="2827">
                  <c:v>4.4410600000000002</c:v>
                </c:pt>
                <c:pt idx="2828">
                  <c:v>4.4413600000000004</c:v>
                </c:pt>
                <c:pt idx="2829">
                  <c:v>4.4416700000000002</c:v>
                </c:pt>
                <c:pt idx="2830">
                  <c:v>4.4419700000000004</c:v>
                </c:pt>
                <c:pt idx="2831">
                  <c:v>4.4422800000000002</c:v>
                </c:pt>
                <c:pt idx="2832">
                  <c:v>4.4425800000000004</c:v>
                </c:pt>
                <c:pt idx="2833">
                  <c:v>4.4428900000000002</c:v>
                </c:pt>
                <c:pt idx="2834">
                  <c:v>4.4432</c:v>
                </c:pt>
                <c:pt idx="2835">
                  <c:v>4.4435000000000002</c:v>
                </c:pt>
                <c:pt idx="2836">
                  <c:v>4.44381</c:v>
                </c:pt>
                <c:pt idx="2837">
                  <c:v>4.4441100000000002</c:v>
                </c:pt>
                <c:pt idx="2838">
                  <c:v>4.44442</c:v>
                </c:pt>
                <c:pt idx="2839">
                  <c:v>4.4447200000000002</c:v>
                </c:pt>
                <c:pt idx="2840">
                  <c:v>4.44503</c:v>
                </c:pt>
                <c:pt idx="2841">
                  <c:v>4.4453300000000002</c:v>
                </c:pt>
                <c:pt idx="2842">
                  <c:v>4.44564</c:v>
                </c:pt>
                <c:pt idx="2843">
                  <c:v>4.4459400000000002</c:v>
                </c:pt>
                <c:pt idx="2844">
                  <c:v>4.44625</c:v>
                </c:pt>
                <c:pt idx="2845">
                  <c:v>4.4465500000000002</c:v>
                </c:pt>
                <c:pt idx="2846">
                  <c:v>4.44686</c:v>
                </c:pt>
                <c:pt idx="2847">
                  <c:v>4.4471699999999998</c:v>
                </c:pt>
                <c:pt idx="2848">
                  <c:v>4.44747</c:v>
                </c:pt>
                <c:pt idx="2849">
                  <c:v>4.4477799999999998</c:v>
                </c:pt>
                <c:pt idx="2850">
                  <c:v>4.44808</c:v>
                </c:pt>
                <c:pt idx="2851">
                  <c:v>4.4483899999999998</c:v>
                </c:pt>
                <c:pt idx="2852">
                  <c:v>4.44869</c:v>
                </c:pt>
                <c:pt idx="2853">
                  <c:v>4.4489999999999998</c:v>
                </c:pt>
                <c:pt idx="2854">
                  <c:v>4.4493</c:v>
                </c:pt>
                <c:pt idx="2855">
                  <c:v>4.4496099999999998</c:v>
                </c:pt>
                <c:pt idx="2856">
                  <c:v>4.44991</c:v>
                </c:pt>
                <c:pt idx="2857">
                  <c:v>4.4502199999999998</c:v>
                </c:pt>
                <c:pt idx="2858">
                  <c:v>4.45052</c:v>
                </c:pt>
                <c:pt idx="2859">
                  <c:v>4.4508299999999998</c:v>
                </c:pt>
                <c:pt idx="2860">
                  <c:v>4.4511399999999997</c:v>
                </c:pt>
                <c:pt idx="2861">
                  <c:v>4.4514399999999998</c:v>
                </c:pt>
                <c:pt idx="2862">
                  <c:v>4.4517499999999997</c:v>
                </c:pt>
                <c:pt idx="2863">
                  <c:v>4.4520499999999998</c:v>
                </c:pt>
                <c:pt idx="2864">
                  <c:v>4.4523599999999997</c:v>
                </c:pt>
                <c:pt idx="2865">
                  <c:v>4.4526599999999998</c:v>
                </c:pt>
                <c:pt idx="2866">
                  <c:v>4.4529699999999997</c:v>
                </c:pt>
                <c:pt idx="2867">
                  <c:v>4.4532699999999998</c:v>
                </c:pt>
                <c:pt idx="2868">
                  <c:v>4.4535799999999997</c:v>
                </c:pt>
                <c:pt idx="2869">
                  <c:v>4.4538799999999998</c:v>
                </c:pt>
                <c:pt idx="2870">
                  <c:v>4.4541899999999996</c:v>
                </c:pt>
                <c:pt idx="2871">
                  <c:v>4.4545000000000003</c:v>
                </c:pt>
                <c:pt idx="2872">
                  <c:v>4.4547999999999996</c:v>
                </c:pt>
                <c:pt idx="2873">
                  <c:v>4.4551100000000003</c:v>
                </c:pt>
                <c:pt idx="2874">
                  <c:v>4.4554099999999996</c:v>
                </c:pt>
                <c:pt idx="2875">
                  <c:v>4.4557200000000003</c:v>
                </c:pt>
                <c:pt idx="2876">
                  <c:v>4.4560199999999996</c:v>
                </c:pt>
                <c:pt idx="2877">
                  <c:v>4.4563300000000003</c:v>
                </c:pt>
                <c:pt idx="2878">
                  <c:v>4.4566299999999996</c:v>
                </c:pt>
                <c:pt idx="2879">
                  <c:v>4.4569400000000003</c:v>
                </c:pt>
                <c:pt idx="2880">
                  <c:v>4.4572399999999996</c:v>
                </c:pt>
                <c:pt idx="2881">
                  <c:v>4.4575500000000003</c:v>
                </c:pt>
                <c:pt idx="2882">
                  <c:v>4.4578499999999996</c:v>
                </c:pt>
                <c:pt idx="2883">
                  <c:v>4.4581600000000003</c:v>
                </c:pt>
                <c:pt idx="2884">
                  <c:v>4.4584700000000002</c:v>
                </c:pt>
                <c:pt idx="2885">
                  <c:v>4.4587700000000003</c:v>
                </c:pt>
                <c:pt idx="2886">
                  <c:v>4.4590800000000002</c:v>
                </c:pt>
                <c:pt idx="2887">
                  <c:v>4.4593800000000003</c:v>
                </c:pt>
                <c:pt idx="2888">
                  <c:v>4.4596900000000002</c:v>
                </c:pt>
                <c:pt idx="2889">
                  <c:v>4.4599900000000003</c:v>
                </c:pt>
                <c:pt idx="2890">
                  <c:v>4.4603000000000002</c:v>
                </c:pt>
                <c:pt idx="2891">
                  <c:v>4.4606000000000003</c:v>
                </c:pt>
                <c:pt idx="2892">
                  <c:v>4.4609100000000002</c:v>
                </c:pt>
                <c:pt idx="2893">
                  <c:v>4.4612100000000003</c:v>
                </c:pt>
                <c:pt idx="2894">
                  <c:v>4.4615200000000002</c:v>
                </c:pt>
                <c:pt idx="2895">
                  <c:v>4.4618200000000003</c:v>
                </c:pt>
                <c:pt idx="2896">
                  <c:v>4.4621300000000002</c:v>
                </c:pt>
                <c:pt idx="2897">
                  <c:v>4.46244</c:v>
                </c:pt>
                <c:pt idx="2898">
                  <c:v>4.4627400000000002</c:v>
                </c:pt>
                <c:pt idx="2899">
                  <c:v>4.46305</c:v>
                </c:pt>
                <c:pt idx="2900">
                  <c:v>4.4633500000000002</c:v>
                </c:pt>
                <c:pt idx="2901">
                  <c:v>4.46366</c:v>
                </c:pt>
                <c:pt idx="2902">
                  <c:v>4.4639600000000002</c:v>
                </c:pt>
                <c:pt idx="2903">
                  <c:v>4.46427</c:v>
                </c:pt>
                <c:pt idx="2904">
                  <c:v>4.4645700000000001</c:v>
                </c:pt>
                <c:pt idx="2905">
                  <c:v>4.46488</c:v>
                </c:pt>
                <c:pt idx="2906">
                  <c:v>4.4651800000000001</c:v>
                </c:pt>
                <c:pt idx="2907">
                  <c:v>4.46549</c:v>
                </c:pt>
                <c:pt idx="2908">
                  <c:v>4.4657900000000001</c:v>
                </c:pt>
                <c:pt idx="2909">
                  <c:v>4.4661</c:v>
                </c:pt>
                <c:pt idx="2910">
                  <c:v>4.4664099999999998</c:v>
                </c:pt>
                <c:pt idx="2911">
                  <c:v>4.46671</c:v>
                </c:pt>
                <c:pt idx="2912">
                  <c:v>4.4670199999999998</c:v>
                </c:pt>
                <c:pt idx="2913">
                  <c:v>4.46732</c:v>
                </c:pt>
                <c:pt idx="2914">
                  <c:v>4.4676299999999998</c:v>
                </c:pt>
                <c:pt idx="2915">
                  <c:v>4.46793</c:v>
                </c:pt>
                <c:pt idx="2916">
                  <c:v>4.4682399999999998</c:v>
                </c:pt>
                <c:pt idx="2917">
                  <c:v>4.46854</c:v>
                </c:pt>
                <c:pt idx="2918">
                  <c:v>4.4688499999999998</c:v>
                </c:pt>
                <c:pt idx="2919">
                  <c:v>4.46915</c:v>
                </c:pt>
                <c:pt idx="2920">
                  <c:v>4.4694599999999998</c:v>
                </c:pt>
                <c:pt idx="2921">
                  <c:v>4.4697699999999996</c:v>
                </c:pt>
                <c:pt idx="2922">
                  <c:v>4.4700699999999998</c:v>
                </c:pt>
                <c:pt idx="2923">
                  <c:v>4.4703799999999996</c:v>
                </c:pt>
                <c:pt idx="2924">
                  <c:v>4.4706799999999998</c:v>
                </c:pt>
                <c:pt idx="2925">
                  <c:v>4.4709899999999996</c:v>
                </c:pt>
                <c:pt idx="2926">
                  <c:v>4.4712899999999998</c:v>
                </c:pt>
                <c:pt idx="2927">
                  <c:v>4.4715999999999996</c:v>
                </c:pt>
                <c:pt idx="2928">
                  <c:v>4.4718999999999998</c:v>
                </c:pt>
                <c:pt idx="2929">
                  <c:v>4.4722099999999996</c:v>
                </c:pt>
                <c:pt idx="2930">
                  <c:v>4.4725099999999998</c:v>
                </c:pt>
                <c:pt idx="2931">
                  <c:v>4.4728199999999996</c:v>
                </c:pt>
                <c:pt idx="2932">
                  <c:v>4.4731199999999998</c:v>
                </c:pt>
                <c:pt idx="2933">
                  <c:v>4.4734299999999996</c:v>
                </c:pt>
                <c:pt idx="2934">
                  <c:v>4.4737400000000003</c:v>
                </c:pt>
                <c:pt idx="2935">
                  <c:v>4.4740399999999996</c:v>
                </c:pt>
                <c:pt idx="2936">
                  <c:v>4.4743500000000003</c:v>
                </c:pt>
                <c:pt idx="2937">
                  <c:v>4.4746499999999996</c:v>
                </c:pt>
                <c:pt idx="2938">
                  <c:v>4.4749600000000003</c:v>
                </c:pt>
                <c:pt idx="2939">
                  <c:v>4.4752599999999996</c:v>
                </c:pt>
                <c:pt idx="2940">
                  <c:v>4.4755700000000003</c:v>
                </c:pt>
                <c:pt idx="2941">
                  <c:v>4.4758699999999996</c:v>
                </c:pt>
                <c:pt idx="2942">
                  <c:v>4.4761800000000003</c:v>
                </c:pt>
                <c:pt idx="2943">
                  <c:v>4.4764799999999996</c:v>
                </c:pt>
                <c:pt idx="2944">
                  <c:v>4.4767900000000003</c:v>
                </c:pt>
                <c:pt idx="2945">
                  <c:v>4.4770899999999996</c:v>
                </c:pt>
                <c:pt idx="2946">
                  <c:v>4.4774000000000003</c:v>
                </c:pt>
                <c:pt idx="2947">
                  <c:v>4.4777100000000001</c:v>
                </c:pt>
                <c:pt idx="2948">
                  <c:v>4.4780100000000003</c:v>
                </c:pt>
                <c:pt idx="2949">
                  <c:v>4.4783200000000001</c:v>
                </c:pt>
                <c:pt idx="2950">
                  <c:v>4.4786200000000003</c:v>
                </c:pt>
                <c:pt idx="2951">
                  <c:v>4.4789300000000001</c:v>
                </c:pt>
                <c:pt idx="2952">
                  <c:v>4.4792300000000003</c:v>
                </c:pt>
                <c:pt idx="2953">
                  <c:v>4.4795400000000001</c:v>
                </c:pt>
                <c:pt idx="2954">
                  <c:v>4.4798400000000003</c:v>
                </c:pt>
                <c:pt idx="2955">
                  <c:v>4.4801500000000001</c:v>
                </c:pt>
                <c:pt idx="2956">
                  <c:v>4.4804500000000003</c:v>
                </c:pt>
                <c:pt idx="2957">
                  <c:v>4.4807600000000001</c:v>
                </c:pt>
                <c:pt idx="2958">
                  <c:v>4.4810600000000003</c:v>
                </c:pt>
                <c:pt idx="2959">
                  <c:v>4.4813700000000001</c:v>
                </c:pt>
                <c:pt idx="2960">
                  <c:v>4.4816799999999999</c:v>
                </c:pt>
                <c:pt idx="2961">
                  <c:v>4.4819800000000001</c:v>
                </c:pt>
                <c:pt idx="2962">
                  <c:v>4.4822899999999999</c:v>
                </c:pt>
                <c:pt idx="2963">
                  <c:v>4.4825900000000001</c:v>
                </c:pt>
                <c:pt idx="2964">
                  <c:v>4.4828999999999999</c:v>
                </c:pt>
                <c:pt idx="2965">
                  <c:v>4.4832000000000001</c:v>
                </c:pt>
                <c:pt idx="2966">
                  <c:v>4.4835099999999999</c:v>
                </c:pt>
                <c:pt idx="2967">
                  <c:v>4.4838100000000001</c:v>
                </c:pt>
                <c:pt idx="2968">
                  <c:v>4.4841199999999999</c:v>
                </c:pt>
                <c:pt idx="2969">
                  <c:v>4.4844200000000001</c:v>
                </c:pt>
                <c:pt idx="2970">
                  <c:v>4.4847299999999999</c:v>
                </c:pt>
                <c:pt idx="2971">
                  <c:v>4.4850300000000001</c:v>
                </c:pt>
                <c:pt idx="2972">
                  <c:v>4.4853399999999999</c:v>
                </c:pt>
                <c:pt idx="2973">
                  <c:v>4.4856499999999997</c:v>
                </c:pt>
                <c:pt idx="2974">
                  <c:v>4.4859499999999999</c:v>
                </c:pt>
                <c:pt idx="2975">
                  <c:v>4.4862599999999997</c:v>
                </c:pt>
                <c:pt idx="2976">
                  <c:v>4.4865599999999999</c:v>
                </c:pt>
                <c:pt idx="2977">
                  <c:v>4.4868699999999997</c:v>
                </c:pt>
                <c:pt idx="2978">
                  <c:v>4.4871699999999999</c:v>
                </c:pt>
                <c:pt idx="2979">
                  <c:v>4.4874799999999997</c:v>
                </c:pt>
                <c:pt idx="2980">
                  <c:v>4.4877799999999999</c:v>
                </c:pt>
                <c:pt idx="2981">
                  <c:v>4.4880899999999997</c:v>
                </c:pt>
                <c:pt idx="2982">
                  <c:v>4.4883899999999999</c:v>
                </c:pt>
                <c:pt idx="2983">
                  <c:v>4.4886999999999997</c:v>
                </c:pt>
                <c:pt idx="2984">
                  <c:v>4.4890100000000004</c:v>
                </c:pt>
                <c:pt idx="2985">
                  <c:v>4.4893099999999997</c:v>
                </c:pt>
                <c:pt idx="2986">
                  <c:v>4.4896200000000004</c:v>
                </c:pt>
                <c:pt idx="2987">
                  <c:v>4.4899199999999997</c:v>
                </c:pt>
                <c:pt idx="2988">
                  <c:v>4.4902300000000004</c:v>
                </c:pt>
                <c:pt idx="2989">
                  <c:v>4.4905299999999997</c:v>
                </c:pt>
                <c:pt idx="2990">
                  <c:v>4.4908400000000004</c:v>
                </c:pt>
                <c:pt idx="2991">
                  <c:v>4.4911399999999997</c:v>
                </c:pt>
                <c:pt idx="2992">
                  <c:v>4.4914500000000004</c:v>
                </c:pt>
                <c:pt idx="2993">
                  <c:v>4.4917499999999997</c:v>
                </c:pt>
                <c:pt idx="2994">
                  <c:v>4.4920600000000004</c:v>
                </c:pt>
                <c:pt idx="2995">
                  <c:v>4.4923599999999997</c:v>
                </c:pt>
                <c:pt idx="2996">
                  <c:v>4.4926700000000004</c:v>
                </c:pt>
                <c:pt idx="2997">
                  <c:v>4.4929800000000002</c:v>
                </c:pt>
                <c:pt idx="2998">
                  <c:v>4.4932800000000004</c:v>
                </c:pt>
                <c:pt idx="2999">
                  <c:v>4.4935900000000002</c:v>
                </c:pt>
                <c:pt idx="3000">
                  <c:v>4.4938900000000004</c:v>
                </c:pt>
                <c:pt idx="3001">
                  <c:v>4.4942000000000002</c:v>
                </c:pt>
                <c:pt idx="3002">
                  <c:v>4.4945000000000004</c:v>
                </c:pt>
                <c:pt idx="3003">
                  <c:v>4.4948100000000002</c:v>
                </c:pt>
                <c:pt idx="3004">
                  <c:v>4.4951100000000004</c:v>
                </c:pt>
                <c:pt idx="3005">
                  <c:v>4.4954200000000002</c:v>
                </c:pt>
                <c:pt idx="3006">
                  <c:v>4.4957200000000004</c:v>
                </c:pt>
                <c:pt idx="3007">
                  <c:v>4.4960300000000002</c:v>
                </c:pt>
                <c:pt idx="3008">
                  <c:v>4.4963300000000004</c:v>
                </c:pt>
                <c:pt idx="3009">
                  <c:v>4.4966400000000002</c:v>
                </c:pt>
                <c:pt idx="3010">
                  <c:v>4.49695</c:v>
                </c:pt>
                <c:pt idx="3011">
                  <c:v>4.4972500000000002</c:v>
                </c:pt>
                <c:pt idx="3012">
                  <c:v>4.49756</c:v>
                </c:pt>
                <c:pt idx="3013">
                  <c:v>4.4978600000000002</c:v>
                </c:pt>
                <c:pt idx="3014">
                  <c:v>4.49817</c:v>
                </c:pt>
                <c:pt idx="3015">
                  <c:v>4.4984700000000002</c:v>
                </c:pt>
                <c:pt idx="3016">
                  <c:v>4.49878</c:v>
                </c:pt>
                <c:pt idx="3017">
                  <c:v>4.4990800000000002</c:v>
                </c:pt>
                <c:pt idx="3018">
                  <c:v>4.49939</c:v>
                </c:pt>
                <c:pt idx="3019">
                  <c:v>4.4996900000000002</c:v>
                </c:pt>
                <c:pt idx="3020">
                  <c:v>4.5</c:v>
                </c:pt>
                <c:pt idx="3021">
                  <c:v>4.5003000000000002</c:v>
                </c:pt>
                <c:pt idx="3022">
                  <c:v>4.50061</c:v>
                </c:pt>
                <c:pt idx="3023">
                  <c:v>4.5009199999999998</c:v>
                </c:pt>
                <c:pt idx="3024">
                  <c:v>4.50122</c:v>
                </c:pt>
                <c:pt idx="3025">
                  <c:v>4.5015299999999998</c:v>
                </c:pt>
                <c:pt idx="3026">
                  <c:v>4.50183</c:v>
                </c:pt>
                <c:pt idx="3027">
                  <c:v>4.5021399999999998</c:v>
                </c:pt>
                <c:pt idx="3028">
                  <c:v>4.50244</c:v>
                </c:pt>
                <c:pt idx="3029">
                  <c:v>4.5027499999999998</c:v>
                </c:pt>
                <c:pt idx="3030">
                  <c:v>4.50305</c:v>
                </c:pt>
                <c:pt idx="3031">
                  <c:v>4.5033599999999998</c:v>
                </c:pt>
                <c:pt idx="3032">
                  <c:v>4.50366</c:v>
                </c:pt>
                <c:pt idx="3033">
                  <c:v>4.5039699999999998</c:v>
                </c:pt>
                <c:pt idx="3034">
                  <c:v>4.50427</c:v>
                </c:pt>
                <c:pt idx="3035">
                  <c:v>4.5045799999999998</c:v>
                </c:pt>
                <c:pt idx="3036">
                  <c:v>4.5048899999999996</c:v>
                </c:pt>
                <c:pt idx="3037">
                  <c:v>4.5051899999999998</c:v>
                </c:pt>
                <c:pt idx="3038">
                  <c:v>4.5054999999999996</c:v>
                </c:pt>
                <c:pt idx="3039">
                  <c:v>4.5057999999999998</c:v>
                </c:pt>
                <c:pt idx="3040">
                  <c:v>4.5061099999999996</c:v>
                </c:pt>
                <c:pt idx="3041">
                  <c:v>4.5064099999999998</c:v>
                </c:pt>
                <c:pt idx="3042">
                  <c:v>4.5067199999999996</c:v>
                </c:pt>
                <c:pt idx="3043">
                  <c:v>4.5070199999999998</c:v>
                </c:pt>
                <c:pt idx="3044">
                  <c:v>4.5073299999999996</c:v>
                </c:pt>
                <c:pt idx="3045">
                  <c:v>4.5076299999999998</c:v>
                </c:pt>
                <c:pt idx="3046">
                  <c:v>4.5079399999999996</c:v>
                </c:pt>
                <c:pt idx="3047">
                  <c:v>4.5082500000000003</c:v>
                </c:pt>
                <c:pt idx="3048">
                  <c:v>4.5085499999999996</c:v>
                </c:pt>
                <c:pt idx="3049">
                  <c:v>4.5088600000000003</c:v>
                </c:pt>
                <c:pt idx="3050">
                  <c:v>4.5091599999999996</c:v>
                </c:pt>
                <c:pt idx="3051">
                  <c:v>4.5094700000000003</c:v>
                </c:pt>
                <c:pt idx="3052">
                  <c:v>4.5097699999999996</c:v>
                </c:pt>
                <c:pt idx="3053">
                  <c:v>4.5100800000000003</c:v>
                </c:pt>
                <c:pt idx="3054">
                  <c:v>4.5103799999999996</c:v>
                </c:pt>
                <c:pt idx="3055">
                  <c:v>4.5106900000000003</c:v>
                </c:pt>
                <c:pt idx="3056">
                  <c:v>4.5109899999999996</c:v>
                </c:pt>
                <c:pt idx="3057">
                  <c:v>4.5113000000000003</c:v>
                </c:pt>
                <c:pt idx="3058">
                  <c:v>4.5115999999999996</c:v>
                </c:pt>
                <c:pt idx="3059">
                  <c:v>4.5119100000000003</c:v>
                </c:pt>
                <c:pt idx="3060">
                  <c:v>4.5122200000000001</c:v>
                </c:pt>
                <c:pt idx="3061">
                  <c:v>4.5125200000000003</c:v>
                </c:pt>
                <c:pt idx="3062">
                  <c:v>4.5128300000000001</c:v>
                </c:pt>
                <c:pt idx="3063">
                  <c:v>4.5131300000000003</c:v>
                </c:pt>
                <c:pt idx="3064">
                  <c:v>4.5134400000000001</c:v>
                </c:pt>
                <c:pt idx="3065">
                  <c:v>4.5137400000000003</c:v>
                </c:pt>
                <c:pt idx="3066">
                  <c:v>4.5140500000000001</c:v>
                </c:pt>
                <c:pt idx="3067">
                  <c:v>4.5143500000000003</c:v>
                </c:pt>
                <c:pt idx="3068">
                  <c:v>4.5146600000000001</c:v>
                </c:pt>
                <c:pt idx="3069">
                  <c:v>4.5149600000000003</c:v>
                </c:pt>
                <c:pt idx="3070">
                  <c:v>4.5152700000000001</c:v>
                </c:pt>
                <c:pt idx="3071">
                  <c:v>4.5155700000000003</c:v>
                </c:pt>
                <c:pt idx="3072">
                  <c:v>4.5158800000000001</c:v>
                </c:pt>
                <c:pt idx="3073">
                  <c:v>4.5161899999999999</c:v>
                </c:pt>
                <c:pt idx="3074">
                  <c:v>4.5164900000000001</c:v>
                </c:pt>
                <c:pt idx="3075">
                  <c:v>4.5167999999999999</c:v>
                </c:pt>
                <c:pt idx="3076">
                  <c:v>4.5171000000000001</c:v>
                </c:pt>
                <c:pt idx="3077">
                  <c:v>4.5174099999999999</c:v>
                </c:pt>
                <c:pt idx="3078">
                  <c:v>4.5177100000000001</c:v>
                </c:pt>
                <c:pt idx="3079">
                  <c:v>4.5180199999999999</c:v>
                </c:pt>
                <c:pt idx="3080">
                  <c:v>4.5183200000000001</c:v>
                </c:pt>
                <c:pt idx="3081">
                  <c:v>4.5186299999999999</c:v>
                </c:pt>
                <c:pt idx="3082">
                  <c:v>4.5189300000000001</c:v>
                </c:pt>
                <c:pt idx="3083">
                  <c:v>4.5192399999999999</c:v>
                </c:pt>
                <c:pt idx="3084">
                  <c:v>4.5195400000000001</c:v>
                </c:pt>
                <c:pt idx="3085">
                  <c:v>4.5198499999999999</c:v>
                </c:pt>
                <c:pt idx="3086">
                  <c:v>4.5201599999999997</c:v>
                </c:pt>
                <c:pt idx="3087">
                  <c:v>4.5204599999999999</c:v>
                </c:pt>
                <c:pt idx="3088">
                  <c:v>4.5207699999999997</c:v>
                </c:pt>
                <c:pt idx="3089">
                  <c:v>4.5210699999999999</c:v>
                </c:pt>
                <c:pt idx="3090">
                  <c:v>4.5213799999999997</c:v>
                </c:pt>
                <c:pt idx="3091">
                  <c:v>4.5216799999999999</c:v>
                </c:pt>
                <c:pt idx="3092">
                  <c:v>4.5219899999999997</c:v>
                </c:pt>
                <c:pt idx="3093">
                  <c:v>4.5222899999999999</c:v>
                </c:pt>
                <c:pt idx="3094">
                  <c:v>4.5225999999999997</c:v>
                </c:pt>
                <c:pt idx="3095">
                  <c:v>4.5228999999999999</c:v>
                </c:pt>
                <c:pt idx="3096">
                  <c:v>4.5232099999999997</c:v>
                </c:pt>
                <c:pt idx="3097">
                  <c:v>4.5235099999999999</c:v>
                </c:pt>
                <c:pt idx="3098">
                  <c:v>4.5238199999999997</c:v>
                </c:pt>
                <c:pt idx="3099">
                  <c:v>4.5241300000000004</c:v>
                </c:pt>
                <c:pt idx="3100">
                  <c:v>4.5244299999999997</c:v>
                </c:pt>
                <c:pt idx="3101">
                  <c:v>4.5247400000000004</c:v>
                </c:pt>
                <c:pt idx="3102">
                  <c:v>4.5250399999999997</c:v>
                </c:pt>
                <c:pt idx="3103">
                  <c:v>4.5253500000000004</c:v>
                </c:pt>
                <c:pt idx="3104">
                  <c:v>4.5256499999999997</c:v>
                </c:pt>
                <c:pt idx="3105">
                  <c:v>4.5259600000000004</c:v>
                </c:pt>
                <c:pt idx="3106">
                  <c:v>4.5262599999999997</c:v>
                </c:pt>
                <c:pt idx="3107">
                  <c:v>4.5265700000000004</c:v>
                </c:pt>
                <c:pt idx="3108">
                  <c:v>4.5268699999999997</c:v>
                </c:pt>
                <c:pt idx="3109">
                  <c:v>4.5271800000000004</c:v>
                </c:pt>
                <c:pt idx="3110">
                  <c:v>4.5274900000000002</c:v>
                </c:pt>
                <c:pt idx="3111">
                  <c:v>4.5277900000000004</c:v>
                </c:pt>
                <c:pt idx="3112">
                  <c:v>4.5281000000000002</c:v>
                </c:pt>
                <c:pt idx="3113">
                  <c:v>4.5284000000000004</c:v>
                </c:pt>
                <c:pt idx="3114">
                  <c:v>4.5287100000000002</c:v>
                </c:pt>
                <c:pt idx="3115">
                  <c:v>4.5290100000000004</c:v>
                </c:pt>
                <c:pt idx="3116">
                  <c:v>4.5293200000000002</c:v>
                </c:pt>
                <c:pt idx="3117">
                  <c:v>4.5296200000000004</c:v>
                </c:pt>
                <c:pt idx="3118">
                  <c:v>4.5299300000000002</c:v>
                </c:pt>
                <c:pt idx="3119">
                  <c:v>4.5302300000000004</c:v>
                </c:pt>
                <c:pt idx="3120">
                  <c:v>4.5305400000000002</c:v>
                </c:pt>
                <c:pt idx="3121">
                  <c:v>4.5308400000000004</c:v>
                </c:pt>
                <c:pt idx="3122">
                  <c:v>4.5311500000000002</c:v>
                </c:pt>
                <c:pt idx="3123">
                  <c:v>4.53146</c:v>
                </c:pt>
                <c:pt idx="3124">
                  <c:v>4.5317600000000002</c:v>
                </c:pt>
                <c:pt idx="3125">
                  <c:v>4.53207</c:v>
                </c:pt>
                <c:pt idx="3126">
                  <c:v>4.5323700000000002</c:v>
                </c:pt>
                <c:pt idx="3127">
                  <c:v>4.53268</c:v>
                </c:pt>
                <c:pt idx="3128">
                  <c:v>4.5329800000000002</c:v>
                </c:pt>
                <c:pt idx="3129">
                  <c:v>4.53329</c:v>
                </c:pt>
                <c:pt idx="3130">
                  <c:v>4.5335900000000002</c:v>
                </c:pt>
                <c:pt idx="3131">
                  <c:v>4.5339</c:v>
                </c:pt>
                <c:pt idx="3132">
                  <c:v>4.5342000000000002</c:v>
                </c:pt>
                <c:pt idx="3133">
                  <c:v>4.53451</c:v>
                </c:pt>
                <c:pt idx="3134">
                  <c:v>4.5348100000000002</c:v>
                </c:pt>
                <c:pt idx="3135">
                  <c:v>4.53512</c:v>
                </c:pt>
                <c:pt idx="3136">
                  <c:v>4.5354299999999999</c:v>
                </c:pt>
                <c:pt idx="3137">
                  <c:v>4.53573</c:v>
                </c:pt>
                <c:pt idx="3138">
                  <c:v>4.5360399999999998</c:v>
                </c:pt>
                <c:pt idx="3139">
                  <c:v>4.53634</c:v>
                </c:pt>
                <c:pt idx="3140">
                  <c:v>4.5366499999999998</c:v>
                </c:pt>
                <c:pt idx="3141">
                  <c:v>4.53695</c:v>
                </c:pt>
                <c:pt idx="3142">
                  <c:v>4.5372599999999998</c:v>
                </c:pt>
                <c:pt idx="3143">
                  <c:v>4.53756</c:v>
                </c:pt>
                <c:pt idx="3144">
                  <c:v>4.5378699999999998</c:v>
                </c:pt>
                <c:pt idx="3145">
                  <c:v>4.53817</c:v>
                </c:pt>
                <c:pt idx="3146">
                  <c:v>4.5384799999999998</c:v>
                </c:pt>
                <c:pt idx="3147">
                  <c:v>4.53878</c:v>
                </c:pt>
                <c:pt idx="3148">
                  <c:v>4.5390899999999998</c:v>
                </c:pt>
                <c:pt idx="3149">
                  <c:v>4.5393999999999997</c:v>
                </c:pt>
                <c:pt idx="3150">
                  <c:v>4.5396999999999998</c:v>
                </c:pt>
                <c:pt idx="3151">
                  <c:v>4.5400099999999997</c:v>
                </c:pt>
                <c:pt idx="3152">
                  <c:v>4.5403099999999998</c:v>
                </c:pt>
                <c:pt idx="3153">
                  <c:v>4.5406199999999997</c:v>
                </c:pt>
                <c:pt idx="3154">
                  <c:v>4.5409199999999998</c:v>
                </c:pt>
                <c:pt idx="3155">
                  <c:v>4.5412299999999997</c:v>
                </c:pt>
                <c:pt idx="3156">
                  <c:v>4.5415299999999998</c:v>
                </c:pt>
                <c:pt idx="3157">
                  <c:v>4.5418399999999997</c:v>
                </c:pt>
                <c:pt idx="3158">
                  <c:v>4.5421399999999998</c:v>
                </c:pt>
                <c:pt idx="3159">
                  <c:v>4.5424499999999997</c:v>
                </c:pt>
                <c:pt idx="3160">
                  <c:v>4.5427600000000004</c:v>
                </c:pt>
                <c:pt idx="3161">
                  <c:v>4.5430599999999997</c:v>
                </c:pt>
                <c:pt idx="3162">
                  <c:v>4.5433700000000004</c:v>
                </c:pt>
                <c:pt idx="3163">
                  <c:v>4.5436699999999997</c:v>
                </c:pt>
                <c:pt idx="3164">
                  <c:v>4.5439800000000004</c:v>
                </c:pt>
                <c:pt idx="3165">
                  <c:v>4.5442799999999997</c:v>
                </c:pt>
                <c:pt idx="3166">
                  <c:v>4.5445900000000004</c:v>
                </c:pt>
                <c:pt idx="3167">
                  <c:v>4.5448899999999997</c:v>
                </c:pt>
                <c:pt idx="3168">
                  <c:v>4.5452000000000004</c:v>
                </c:pt>
                <c:pt idx="3169">
                  <c:v>4.5454999999999997</c:v>
                </c:pt>
                <c:pt idx="3170">
                  <c:v>4.5458100000000004</c:v>
                </c:pt>
                <c:pt idx="3171">
                  <c:v>4.5461099999999997</c:v>
                </c:pt>
                <c:pt idx="3172">
                  <c:v>4.5464200000000003</c:v>
                </c:pt>
                <c:pt idx="3173">
                  <c:v>4.5467300000000002</c:v>
                </c:pt>
                <c:pt idx="3174">
                  <c:v>4.5470300000000003</c:v>
                </c:pt>
                <c:pt idx="3175">
                  <c:v>4.5473400000000002</c:v>
                </c:pt>
                <c:pt idx="3176">
                  <c:v>4.5476400000000003</c:v>
                </c:pt>
                <c:pt idx="3177">
                  <c:v>4.5479500000000002</c:v>
                </c:pt>
                <c:pt idx="3178">
                  <c:v>4.5482500000000003</c:v>
                </c:pt>
                <c:pt idx="3179">
                  <c:v>4.5485600000000002</c:v>
                </c:pt>
                <c:pt idx="3180">
                  <c:v>4.5488600000000003</c:v>
                </c:pt>
                <c:pt idx="3181">
                  <c:v>4.5491700000000002</c:v>
                </c:pt>
                <c:pt idx="3182">
                  <c:v>4.5494700000000003</c:v>
                </c:pt>
                <c:pt idx="3183">
                  <c:v>4.5497800000000002</c:v>
                </c:pt>
                <c:pt idx="3184">
                  <c:v>4.5500800000000003</c:v>
                </c:pt>
                <c:pt idx="3185">
                  <c:v>4.5503900000000002</c:v>
                </c:pt>
                <c:pt idx="3186">
                  <c:v>4.5507</c:v>
                </c:pt>
                <c:pt idx="3187">
                  <c:v>4.5510000000000002</c:v>
                </c:pt>
                <c:pt idx="3188">
                  <c:v>4.55131</c:v>
                </c:pt>
                <c:pt idx="3189">
                  <c:v>4.5516100000000002</c:v>
                </c:pt>
                <c:pt idx="3190">
                  <c:v>4.55192</c:v>
                </c:pt>
                <c:pt idx="3191">
                  <c:v>4.5522200000000002</c:v>
                </c:pt>
                <c:pt idx="3192">
                  <c:v>4.55253</c:v>
                </c:pt>
                <c:pt idx="3193">
                  <c:v>4.5528300000000002</c:v>
                </c:pt>
                <c:pt idx="3194">
                  <c:v>4.55314</c:v>
                </c:pt>
                <c:pt idx="3195">
                  <c:v>4.5534400000000002</c:v>
                </c:pt>
                <c:pt idx="3196">
                  <c:v>4.55375</c:v>
                </c:pt>
                <c:pt idx="3197">
                  <c:v>4.5540500000000002</c:v>
                </c:pt>
                <c:pt idx="3198">
                  <c:v>4.55436</c:v>
                </c:pt>
                <c:pt idx="3199">
                  <c:v>4.5546699999999998</c:v>
                </c:pt>
                <c:pt idx="3200">
                  <c:v>4.55497</c:v>
                </c:pt>
                <c:pt idx="3201">
                  <c:v>4.5552799999999998</c:v>
                </c:pt>
                <c:pt idx="3202">
                  <c:v>4.55558</c:v>
                </c:pt>
                <c:pt idx="3203">
                  <c:v>4.5558899999999998</c:v>
                </c:pt>
                <c:pt idx="3204">
                  <c:v>4.55619</c:v>
                </c:pt>
                <c:pt idx="3205">
                  <c:v>4.5564999999999998</c:v>
                </c:pt>
                <c:pt idx="3206">
                  <c:v>4.5568</c:v>
                </c:pt>
                <c:pt idx="3207">
                  <c:v>4.5571099999999998</c:v>
                </c:pt>
                <c:pt idx="3208">
                  <c:v>4.55741</c:v>
                </c:pt>
                <c:pt idx="3209">
                  <c:v>4.5577199999999998</c:v>
                </c:pt>
                <c:pt idx="3210">
                  <c:v>4.55802</c:v>
                </c:pt>
                <c:pt idx="3211">
                  <c:v>4.5583299999999998</c:v>
                </c:pt>
                <c:pt idx="3212">
                  <c:v>4.5586399999999996</c:v>
                </c:pt>
                <c:pt idx="3213">
                  <c:v>4.5589399999999998</c:v>
                </c:pt>
                <c:pt idx="3214">
                  <c:v>4.5592499999999996</c:v>
                </c:pt>
                <c:pt idx="3215">
                  <c:v>4.5595499999999998</c:v>
                </c:pt>
                <c:pt idx="3216">
                  <c:v>4.5598599999999996</c:v>
                </c:pt>
                <c:pt idx="3217">
                  <c:v>4.5601599999999998</c:v>
                </c:pt>
                <c:pt idx="3218">
                  <c:v>4.5604699999999996</c:v>
                </c:pt>
                <c:pt idx="3219">
                  <c:v>4.5607699999999998</c:v>
                </c:pt>
                <c:pt idx="3220">
                  <c:v>4.5610799999999996</c:v>
                </c:pt>
                <c:pt idx="3221">
                  <c:v>4.5613799999999998</c:v>
                </c:pt>
                <c:pt idx="3222">
                  <c:v>4.5616899999999996</c:v>
                </c:pt>
                <c:pt idx="3223">
                  <c:v>4.5620000000000003</c:v>
                </c:pt>
                <c:pt idx="3224">
                  <c:v>4.5622999999999996</c:v>
                </c:pt>
                <c:pt idx="3225">
                  <c:v>4.5626100000000003</c:v>
                </c:pt>
                <c:pt idx="3226">
                  <c:v>4.5629099999999996</c:v>
                </c:pt>
                <c:pt idx="3227">
                  <c:v>4.5632200000000003</c:v>
                </c:pt>
                <c:pt idx="3228">
                  <c:v>4.5635199999999996</c:v>
                </c:pt>
                <c:pt idx="3229">
                  <c:v>4.5638300000000003</c:v>
                </c:pt>
                <c:pt idx="3230">
                  <c:v>4.5641299999999996</c:v>
                </c:pt>
                <c:pt idx="3231">
                  <c:v>4.5644400000000003</c:v>
                </c:pt>
                <c:pt idx="3232">
                  <c:v>4.5647399999999996</c:v>
                </c:pt>
                <c:pt idx="3233">
                  <c:v>4.5650500000000003</c:v>
                </c:pt>
                <c:pt idx="3234">
                  <c:v>4.5653499999999996</c:v>
                </c:pt>
                <c:pt idx="3235">
                  <c:v>4.5656600000000003</c:v>
                </c:pt>
                <c:pt idx="3236">
                  <c:v>4.5659700000000001</c:v>
                </c:pt>
                <c:pt idx="3237">
                  <c:v>4.5662700000000003</c:v>
                </c:pt>
                <c:pt idx="3238">
                  <c:v>4.5665800000000001</c:v>
                </c:pt>
                <c:pt idx="3239">
                  <c:v>4.5668800000000003</c:v>
                </c:pt>
                <c:pt idx="3240">
                  <c:v>4.5671900000000001</c:v>
                </c:pt>
                <c:pt idx="3241">
                  <c:v>4.5674900000000003</c:v>
                </c:pt>
                <c:pt idx="3242">
                  <c:v>4.5678000000000001</c:v>
                </c:pt>
                <c:pt idx="3243">
                  <c:v>4.5681000000000003</c:v>
                </c:pt>
                <c:pt idx="3244">
                  <c:v>4.5684100000000001</c:v>
                </c:pt>
                <c:pt idx="3245">
                  <c:v>4.5687100000000003</c:v>
                </c:pt>
                <c:pt idx="3246">
                  <c:v>4.5690200000000001</c:v>
                </c:pt>
                <c:pt idx="3247">
                  <c:v>4.5693200000000003</c:v>
                </c:pt>
                <c:pt idx="3248">
                  <c:v>4.5696300000000001</c:v>
                </c:pt>
                <c:pt idx="3249">
                  <c:v>4.5699399999999999</c:v>
                </c:pt>
                <c:pt idx="3250">
                  <c:v>4.5702400000000001</c:v>
                </c:pt>
                <c:pt idx="3251">
                  <c:v>4.5705499999999999</c:v>
                </c:pt>
                <c:pt idx="3252">
                  <c:v>4.5708500000000001</c:v>
                </c:pt>
                <c:pt idx="3253">
                  <c:v>4.5711599999999999</c:v>
                </c:pt>
                <c:pt idx="3254">
                  <c:v>4.5714600000000001</c:v>
                </c:pt>
                <c:pt idx="3255">
                  <c:v>4.5717699999999999</c:v>
                </c:pt>
                <c:pt idx="3256">
                  <c:v>4.5720700000000001</c:v>
                </c:pt>
                <c:pt idx="3257">
                  <c:v>4.5723799999999999</c:v>
                </c:pt>
                <c:pt idx="3258">
                  <c:v>4.5726800000000001</c:v>
                </c:pt>
                <c:pt idx="3259">
                  <c:v>4.5729899999999999</c:v>
                </c:pt>
                <c:pt idx="3260">
                  <c:v>4.5732900000000001</c:v>
                </c:pt>
                <c:pt idx="3261">
                  <c:v>4.5735999999999999</c:v>
                </c:pt>
                <c:pt idx="3262">
                  <c:v>4.5739099999999997</c:v>
                </c:pt>
                <c:pt idx="3263">
                  <c:v>4.5742099999999999</c:v>
                </c:pt>
                <c:pt idx="3264">
                  <c:v>4.5745199999999997</c:v>
                </c:pt>
                <c:pt idx="3265">
                  <c:v>4.5748199999999999</c:v>
                </c:pt>
                <c:pt idx="3266">
                  <c:v>4.5751299999999997</c:v>
                </c:pt>
                <c:pt idx="3267">
                  <c:v>4.5754299999999999</c:v>
                </c:pt>
                <c:pt idx="3268">
                  <c:v>4.5757399999999997</c:v>
                </c:pt>
                <c:pt idx="3269">
                  <c:v>4.5760399999999999</c:v>
                </c:pt>
                <c:pt idx="3270">
                  <c:v>4.5763499999999997</c:v>
                </c:pt>
                <c:pt idx="3271">
                  <c:v>4.5766499999999999</c:v>
                </c:pt>
                <c:pt idx="3272">
                  <c:v>4.5769599999999997</c:v>
                </c:pt>
                <c:pt idx="3273">
                  <c:v>4.5772599999999999</c:v>
                </c:pt>
                <c:pt idx="3274">
                  <c:v>4.5775699999999997</c:v>
                </c:pt>
                <c:pt idx="3275">
                  <c:v>4.5778800000000004</c:v>
                </c:pt>
                <c:pt idx="3276">
                  <c:v>4.5781799999999997</c:v>
                </c:pt>
                <c:pt idx="3277">
                  <c:v>4.5784900000000004</c:v>
                </c:pt>
                <c:pt idx="3278">
                  <c:v>4.5787899999999997</c:v>
                </c:pt>
                <c:pt idx="3279">
                  <c:v>4.5791000000000004</c:v>
                </c:pt>
                <c:pt idx="3280">
                  <c:v>4.5793999999999997</c:v>
                </c:pt>
                <c:pt idx="3281">
                  <c:v>4.5797100000000004</c:v>
                </c:pt>
                <c:pt idx="3282">
                  <c:v>4.5800099999999997</c:v>
                </c:pt>
                <c:pt idx="3283">
                  <c:v>4.5803200000000004</c:v>
                </c:pt>
                <c:pt idx="3284">
                  <c:v>4.5806199999999997</c:v>
                </c:pt>
                <c:pt idx="3285">
                  <c:v>4.5809300000000004</c:v>
                </c:pt>
                <c:pt idx="3286">
                  <c:v>4.5812400000000002</c:v>
                </c:pt>
                <c:pt idx="3287">
                  <c:v>4.5815400000000004</c:v>
                </c:pt>
                <c:pt idx="3288">
                  <c:v>4.5818500000000002</c:v>
                </c:pt>
                <c:pt idx="3289">
                  <c:v>4.5821500000000004</c:v>
                </c:pt>
                <c:pt idx="3290">
                  <c:v>4.5824600000000002</c:v>
                </c:pt>
                <c:pt idx="3291">
                  <c:v>4.5827600000000004</c:v>
                </c:pt>
                <c:pt idx="3292">
                  <c:v>4.5830700000000002</c:v>
                </c:pt>
                <c:pt idx="3293">
                  <c:v>4.5833700000000004</c:v>
                </c:pt>
                <c:pt idx="3294">
                  <c:v>4.5836800000000002</c:v>
                </c:pt>
                <c:pt idx="3295">
                  <c:v>4.5839800000000004</c:v>
                </c:pt>
                <c:pt idx="3296">
                  <c:v>4.5842900000000002</c:v>
                </c:pt>
                <c:pt idx="3297">
                  <c:v>4.5845900000000004</c:v>
                </c:pt>
                <c:pt idx="3298">
                  <c:v>4.5849000000000002</c:v>
                </c:pt>
                <c:pt idx="3299">
                  <c:v>4.58521</c:v>
                </c:pt>
                <c:pt idx="3300">
                  <c:v>4.5855100000000002</c:v>
                </c:pt>
                <c:pt idx="3301">
                  <c:v>4.58582</c:v>
                </c:pt>
                <c:pt idx="3302">
                  <c:v>4.5861200000000002</c:v>
                </c:pt>
                <c:pt idx="3303">
                  <c:v>4.58643</c:v>
                </c:pt>
                <c:pt idx="3304">
                  <c:v>4.5867300000000002</c:v>
                </c:pt>
                <c:pt idx="3305">
                  <c:v>4.58704</c:v>
                </c:pt>
                <c:pt idx="3306">
                  <c:v>4.5873400000000002</c:v>
                </c:pt>
                <c:pt idx="3307">
                  <c:v>4.58765</c:v>
                </c:pt>
                <c:pt idx="3308">
                  <c:v>4.5879500000000002</c:v>
                </c:pt>
                <c:pt idx="3309">
                  <c:v>4.58826</c:v>
                </c:pt>
                <c:pt idx="3310">
                  <c:v>4.5885600000000002</c:v>
                </c:pt>
                <c:pt idx="3311">
                  <c:v>4.58887</c:v>
                </c:pt>
                <c:pt idx="3312">
                  <c:v>4.5891799999999998</c:v>
                </c:pt>
                <c:pt idx="3313">
                  <c:v>4.58948</c:v>
                </c:pt>
                <c:pt idx="3314">
                  <c:v>4.5897899999999998</c:v>
                </c:pt>
                <c:pt idx="3315">
                  <c:v>4.59009</c:v>
                </c:pt>
                <c:pt idx="3316">
                  <c:v>4.5903999999999998</c:v>
                </c:pt>
                <c:pt idx="3317">
                  <c:v>4.5907</c:v>
                </c:pt>
                <c:pt idx="3318">
                  <c:v>4.5910099999999998</c:v>
                </c:pt>
                <c:pt idx="3319">
                  <c:v>4.59131</c:v>
                </c:pt>
                <c:pt idx="3320">
                  <c:v>4.5916199999999998</c:v>
                </c:pt>
                <c:pt idx="3321">
                  <c:v>4.59192</c:v>
                </c:pt>
                <c:pt idx="3322">
                  <c:v>4.5922299999999998</c:v>
                </c:pt>
                <c:pt idx="3323">
                  <c:v>4.59253</c:v>
                </c:pt>
                <c:pt idx="3324">
                  <c:v>4.5928399999999998</c:v>
                </c:pt>
                <c:pt idx="3325">
                  <c:v>4.5931499999999996</c:v>
                </c:pt>
                <c:pt idx="3326">
                  <c:v>4.5934499999999998</c:v>
                </c:pt>
                <c:pt idx="3327">
                  <c:v>4.5937599999999996</c:v>
                </c:pt>
                <c:pt idx="3328">
                  <c:v>4.5940599999999998</c:v>
                </c:pt>
                <c:pt idx="3329">
                  <c:v>4.5943699999999996</c:v>
                </c:pt>
                <c:pt idx="3330">
                  <c:v>4.5946699999999998</c:v>
                </c:pt>
                <c:pt idx="3331">
                  <c:v>4.5949799999999996</c:v>
                </c:pt>
                <c:pt idx="3332">
                  <c:v>4.5952799999999998</c:v>
                </c:pt>
                <c:pt idx="3333">
                  <c:v>4.5955899999999996</c:v>
                </c:pt>
                <c:pt idx="3334">
                  <c:v>4.5958899999999998</c:v>
                </c:pt>
                <c:pt idx="3335">
                  <c:v>4.5961999999999996</c:v>
                </c:pt>
                <c:pt idx="3336">
                  <c:v>4.5965100000000003</c:v>
                </c:pt>
                <c:pt idx="3337">
                  <c:v>4.5968099999999996</c:v>
                </c:pt>
                <c:pt idx="3338">
                  <c:v>4.5971200000000003</c:v>
                </c:pt>
                <c:pt idx="3339">
                  <c:v>4.5974199999999996</c:v>
                </c:pt>
                <c:pt idx="3340">
                  <c:v>4.5977300000000003</c:v>
                </c:pt>
                <c:pt idx="3341">
                  <c:v>4.5980299999999996</c:v>
                </c:pt>
                <c:pt idx="3342">
                  <c:v>4.5983400000000003</c:v>
                </c:pt>
                <c:pt idx="3343">
                  <c:v>4.5986399999999996</c:v>
                </c:pt>
                <c:pt idx="3344">
                  <c:v>4.5989500000000003</c:v>
                </c:pt>
                <c:pt idx="3345">
                  <c:v>4.5992499999999996</c:v>
                </c:pt>
                <c:pt idx="3346">
                  <c:v>4.5995600000000003</c:v>
                </c:pt>
                <c:pt idx="3347">
                  <c:v>4.5998599999999996</c:v>
                </c:pt>
                <c:pt idx="3348">
                  <c:v>4.6001700000000003</c:v>
                </c:pt>
                <c:pt idx="3349">
                  <c:v>4.6004800000000001</c:v>
                </c:pt>
                <c:pt idx="3350">
                  <c:v>4.6007800000000003</c:v>
                </c:pt>
                <c:pt idx="3351">
                  <c:v>4.6010900000000001</c:v>
                </c:pt>
                <c:pt idx="3352">
                  <c:v>4.6013900000000003</c:v>
                </c:pt>
                <c:pt idx="3353">
                  <c:v>4.6017000000000001</c:v>
                </c:pt>
                <c:pt idx="3354">
                  <c:v>4.6020000000000003</c:v>
                </c:pt>
                <c:pt idx="3355">
                  <c:v>4.6023100000000001</c:v>
                </c:pt>
                <c:pt idx="3356">
                  <c:v>4.6026100000000003</c:v>
                </c:pt>
                <c:pt idx="3357">
                  <c:v>4.6029200000000001</c:v>
                </c:pt>
                <c:pt idx="3358">
                  <c:v>4.6032200000000003</c:v>
                </c:pt>
                <c:pt idx="3359">
                  <c:v>4.6035300000000001</c:v>
                </c:pt>
                <c:pt idx="3360">
                  <c:v>4.6038300000000003</c:v>
                </c:pt>
                <c:pt idx="3361">
                  <c:v>4.6041400000000001</c:v>
                </c:pt>
                <c:pt idx="3362">
                  <c:v>4.6044499999999999</c:v>
                </c:pt>
                <c:pt idx="3363">
                  <c:v>4.6047500000000001</c:v>
                </c:pt>
                <c:pt idx="3364">
                  <c:v>4.6050599999999999</c:v>
                </c:pt>
                <c:pt idx="3365">
                  <c:v>4.6053600000000001</c:v>
                </c:pt>
                <c:pt idx="3366">
                  <c:v>4.6056699999999999</c:v>
                </c:pt>
                <c:pt idx="3367">
                  <c:v>4.6059700000000001</c:v>
                </c:pt>
                <c:pt idx="3368">
                  <c:v>4.6062799999999999</c:v>
                </c:pt>
                <c:pt idx="3369">
                  <c:v>4.6065800000000001</c:v>
                </c:pt>
                <c:pt idx="3370">
                  <c:v>4.6068899999999999</c:v>
                </c:pt>
                <c:pt idx="3371">
                  <c:v>4.6071900000000001</c:v>
                </c:pt>
                <c:pt idx="3372">
                  <c:v>4.6074999999999999</c:v>
                </c:pt>
                <c:pt idx="3373">
                  <c:v>4.6078000000000001</c:v>
                </c:pt>
                <c:pt idx="3374">
                  <c:v>4.6081099999999999</c:v>
                </c:pt>
                <c:pt idx="3375">
                  <c:v>4.6084199999999997</c:v>
                </c:pt>
                <c:pt idx="3376">
                  <c:v>4.6087199999999999</c:v>
                </c:pt>
                <c:pt idx="3377">
                  <c:v>4.6090299999999997</c:v>
                </c:pt>
                <c:pt idx="3378">
                  <c:v>4.6093299999999999</c:v>
                </c:pt>
                <c:pt idx="3379">
                  <c:v>4.6096399999999997</c:v>
                </c:pt>
                <c:pt idx="3380">
                  <c:v>4.6099399999999999</c:v>
                </c:pt>
                <c:pt idx="3381">
                  <c:v>4.6102499999999997</c:v>
                </c:pt>
                <c:pt idx="3382">
                  <c:v>4.6105499999999999</c:v>
                </c:pt>
                <c:pt idx="3383">
                  <c:v>4.6108599999999997</c:v>
                </c:pt>
                <c:pt idx="3384">
                  <c:v>4.6111599999999999</c:v>
                </c:pt>
                <c:pt idx="3385">
                  <c:v>4.6114699999999997</c:v>
                </c:pt>
                <c:pt idx="3386">
                  <c:v>4.6117699999999999</c:v>
                </c:pt>
                <c:pt idx="3387">
                  <c:v>4.6120799999999997</c:v>
                </c:pt>
                <c:pt idx="3388">
                  <c:v>4.6123900000000004</c:v>
                </c:pt>
                <c:pt idx="3389">
                  <c:v>4.6126899999999997</c:v>
                </c:pt>
                <c:pt idx="3390">
                  <c:v>4.6130000000000004</c:v>
                </c:pt>
                <c:pt idx="3391">
                  <c:v>4.6132999999999997</c:v>
                </c:pt>
                <c:pt idx="3392">
                  <c:v>4.6136100000000004</c:v>
                </c:pt>
                <c:pt idx="3393">
                  <c:v>4.6139099999999997</c:v>
                </c:pt>
                <c:pt idx="3394">
                  <c:v>4.6142200000000004</c:v>
                </c:pt>
                <c:pt idx="3395">
                  <c:v>4.6145199999999997</c:v>
                </c:pt>
                <c:pt idx="3396">
                  <c:v>4.6148300000000004</c:v>
                </c:pt>
                <c:pt idx="3397">
                  <c:v>4.6151299999999997</c:v>
                </c:pt>
                <c:pt idx="3398">
                  <c:v>4.6154400000000004</c:v>
                </c:pt>
                <c:pt idx="3399">
                  <c:v>4.6157500000000002</c:v>
                </c:pt>
                <c:pt idx="3400">
                  <c:v>4.6160500000000004</c:v>
                </c:pt>
                <c:pt idx="3401">
                  <c:v>4.6163600000000002</c:v>
                </c:pt>
                <c:pt idx="3402">
                  <c:v>4.6166600000000004</c:v>
                </c:pt>
                <c:pt idx="3403">
                  <c:v>4.6169700000000002</c:v>
                </c:pt>
                <c:pt idx="3404">
                  <c:v>4.6172700000000004</c:v>
                </c:pt>
                <c:pt idx="3405">
                  <c:v>4.6175800000000002</c:v>
                </c:pt>
                <c:pt idx="3406">
                  <c:v>4.6178800000000004</c:v>
                </c:pt>
                <c:pt idx="3407">
                  <c:v>4.6181900000000002</c:v>
                </c:pt>
                <c:pt idx="3408">
                  <c:v>4.6184900000000004</c:v>
                </c:pt>
                <c:pt idx="3409">
                  <c:v>4.6188000000000002</c:v>
                </c:pt>
                <c:pt idx="3410">
                  <c:v>4.6191000000000004</c:v>
                </c:pt>
                <c:pt idx="3411">
                  <c:v>4.6194100000000002</c:v>
                </c:pt>
                <c:pt idx="3412">
                  <c:v>4.61972</c:v>
                </c:pt>
                <c:pt idx="3413">
                  <c:v>4.6200200000000002</c:v>
                </c:pt>
                <c:pt idx="3414">
                  <c:v>4.62033</c:v>
                </c:pt>
                <c:pt idx="3415">
                  <c:v>4.6206300000000002</c:v>
                </c:pt>
                <c:pt idx="3416">
                  <c:v>4.62094</c:v>
                </c:pt>
                <c:pt idx="3417">
                  <c:v>4.6212400000000002</c:v>
                </c:pt>
                <c:pt idx="3418">
                  <c:v>4.62155</c:v>
                </c:pt>
                <c:pt idx="3419">
                  <c:v>4.6218500000000002</c:v>
                </c:pt>
                <c:pt idx="3420">
                  <c:v>4.62216</c:v>
                </c:pt>
                <c:pt idx="3421">
                  <c:v>4.6224600000000002</c:v>
                </c:pt>
                <c:pt idx="3422">
                  <c:v>4.62277</c:v>
                </c:pt>
                <c:pt idx="3423">
                  <c:v>4.6230700000000002</c:v>
                </c:pt>
                <c:pt idx="3424">
                  <c:v>4.62338</c:v>
                </c:pt>
                <c:pt idx="3425">
                  <c:v>4.6236899999999999</c:v>
                </c:pt>
                <c:pt idx="3426">
                  <c:v>4.62399</c:v>
                </c:pt>
                <c:pt idx="3427">
                  <c:v>4.6242999999999999</c:v>
                </c:pt>
                <c:pt idx="3428">
                  <c:v>4.6246</c:v>
                </c:pt>
                <c:pt idx="3429">
                  <c:v>4.6249099999999999</c:v>
                </c:pt>
                <c:pt idx="3430">
                  <c:v>4.62521</c:v>
                </c:pt>
                <c:pt idx="3431">
                  <c:v>4.6255199999999999</c:v>
                </c:pt>
                <c:pt idx="3432">
                  <c:v>4.62582</c:v>
                </c:pt>
                <c:pt idx="3433">
                  <c:v>4.6261299999999999</c:v>
                </c:pt>
                <c:pt idx="3434">
                  <c:v>4.62643</c:v>
                </c:pt>
                <c:pt idx="3435">
                  <c:v>4.6267399999999999</c:v>
                </c:pt>
                <c:pt idx="3436">
                  <c:v>4.62704</c:v>
                </c:pt>
                <c:pt idx="3437">
                  <c:v>4.6273499999999999</c:v>
                </c:pt>
                <c:pt idx="3438">
                  <c:v>4.6276599999999997</c:v>
                </c:pt>
                <c:pt idx="3439">
                  <c:v>4.6279599999999999</c:v>
                </c:pt>
                <c:pt idx="3440">
                  <c:v>4.6282699999999997</c:v>
                </c:pt>
                <c:pt idx="3441">
                  <c:v>4.6285699999999999</c:v>
                </c:pt>
                <c:pt idx="3442">
                  <c:v>4.6288799999999997</c:v>
                </c:pt>
                <c:pt idx="3443">
                  <c:v>4.6291799999999999</c:v>
                </c:pt>
                <c:pt idx="3444">
                  <c:v>4.6294899999999997</c:v>
                </c:pt>
                <c:pt idx="3445">
                  <c:v>4.6297899999999998</c:v>
                </c:pt>
                <c:pt idx="3446">
                  <c:v>4.6300999999999997</c:v>
                </c:pt>
                <c:pt idx="3447">
                  <c:v>4.6303999999999998</c:v>
                </c:pt>
                <c:pt idx="3448">
                  <c:v>4.6307099999999997</c:v>
                </c:pt>
                <c:pt idx="3449">
                  <c:v>4.6310099999999998</c:v>
                </c:pt>
                <c:pt idx="3450">
                  <c:v>4.6313199999999997</c:v>
                </c:pt>
                <c:pt idx="3451">
                  <c:v>4.6316300000000004</c:v>
                </c:pt>
                <c:pt idx="3452">
                  <c:v>4.6319299999999997</c:v>
                </c:pt>
                <c:pt idx="3453">
                  <c:v>4.6322400000000004</c:v>
                </c:pt>
                <c:pt idx="3454">
                  <c:v>4.6325399999999997</c:v>
                </c:pt>
                <c:pt idx="3455">
                  <c:v>4.6328500000000004</c:v>
                </c:pt>
                <c:pt idx="3456">
                  <c:v>4.6331499999999997</c:v>
                </c:pt>
                <c:pt idx="3457">
                  <c:v>4.6334600000000004</c:v>
                </c:pt>
                <c:pt idx="3458">
                  <c:v>4.6337599999999997</c:v>
                </c:pt>
                <c:pt idx="3459">
                  <c:v>4.6340700000000004</c:v>
                </c:pt>
                <c:pt idx="3460">
                  <c:v>4.6343699999999997</c:v>
                </c:pt>
                <c:pt idx="3461">
                  <c:v>4.6346800000000004</c:v>
                </c:pt>
                <c:pt idx="3462">
                  <c:v>4.6349900000000002</c:v>
                </c:pt>
                <c:pt idx="3463">
                  <c:v>4.6352900000000004</c:v>
                </c:pt>
                <c:pt idx="3464">
                  <c:v>4.6356000000000002</c:v>
                </c:pt>
                <c:pt idx="3465">
                  <c:v>4.6359000000000004</c:v>
                </c:pt>
                <c:pt idx="3466">
                  <c:v>4.6362100000000002</c:v>
                </c:pt>
                <c:pt idx="3467">
                  <c:v>4.6365100000000004</c:v>
                </c:pt>
                <c:pt idx="3468">
                  <c:v>4.6368200000000002</c:v>
                </c:pt>
                <c:pt idx="3469">
                  <c:v>4.6371200000000004</c:v>
                </c:pt>
                <c:pt idx="3470">
                  <c:v>4.6374300000000002</c:v>
                </c:pt>
                <c:pt idx="3471">
                  <c:v>4.6377300000000004</c:v>
                </c:pt>
                <c:pt idx="3472">
                  <c:v>4.6380400000000002</c:v>
                </c:pt>
                <c:pt idx="3473">
                  <c:v>4.6383400000000004</c:v>
                </c:pt>
                <c:pt idx="3474">
                  <c:v>4.6386500000000002</c:v>
                </c:pt>
                <c:pt idx="3475">
                  <c:v>4.63896</c:v>
                </c:pt>
                <c:pt idx="3476">
                  <c:v>4.6392600000000002</c:v>
                </c:pt>
                <c:pt idx="3477">
                  <c:v>4.63957</c:v>
                </c:pt>
                <c:pt idx="3478">
                  <c:v>4.6398700000000002</c:v>
                </c:pt>
                <c:pt idx="3479">
                  <c:v>4.64018</c:v>
                </c:pt>
                <c:pt idx="3480">
                  <c:v>4.6404800000000002</c:v>
                </c:pt>
                <c:pt idx="3481">
                  <c:v>4.64079</c:v>
                </c:pt>
                <c:pt idx="3482">
                  <c:v>4.6410900000000002</c:v>
                </c:pt>
                <c:pt idx="3483">
                  <c:v>4.6414</c:v>
                </c:pt>
                <c:pt idx="3484">
                  <c:v>4.6417000000000002</c:v>
                </c:pt>
                <c:pt idx="3485">
                  <c:v>4.64201</c:v>
                </c:pt>
                <c:pt idx="3486">
                  <c:v>4.6423100000000002</c:v>
                </c:pt>
                <c:pt idx="3487">
                  <c:v>4.64262</c:v>
                </c:pt>
                <c:pt idx="3488">
                  <c:v>4.6429299999999998</c:v>
                </c:pt>
                <c:pt idx="3489">
                  <c:v>4.64323</c:v>
                </c:pt>
                <c:pt idx="3490">
                  <c:v>4.6435399999999998</c:v>
                </c:pt>
                <c:pt idx="3491">
                  <c:v>4.64384</c:v>
                </c:pt>
                <c:pt idx="3492">
                  <c:v>4.6441499999999998</c:v>
                </c:pt>
                <c:pt idx="3493">
                  <c:v>4.64445</c:v>
                </c:pt>
                <c:pt idx="3494">
                  <c:v>4.6447599999999998</c:v>
                </c:pt>
                <c:pt idx="3495">
                  <c:v>4.64506</c:v>
                </c:pt>
                <c:pt idx="3496">
                  <c:v>4.6453699999999998</c:v>
                </c:pt>
                <c:pt idx="3497">
                  <c:v>4.64567</c:v>
                </c:pt>
                <c:pt idx="3498">
                  <c:v>4.6459799999999998</c:v>
                </c:pt>
                <c:pt idx="3499">
                  <c:v>4.64628</c:v>
                </c:pt>
                <c:pt idx="3500">
                  <c:v>4.6465899999999998</c:v>
                </c:pt>
                <c:pt idx="3501">
                  <c:v>4.6468999999999996</c:v>
                </c:pt>
                <c:pt idx="3502">
                  <c:v>4.6471999999999998</c:v>
                </c:pt>
                <c:pt idx="3503">
                  <c:v>4.6475099999999996</c:v>
                </c:pt>
                <c:pt idx="3504">
                  <c:v>4.6478099999999998</c:v>
                </c:pt>
                <c:pt idx="3505">
                  <c:v>4.6481199999999996</c:v>
                </c:pt>
                <c:pt idx="3506">
                  <c:v>4.6484199999999998</c:v>
                </c:pt>
                <c:pt idx="3507">
                  <c:v>4.6487299999999996</c:v>
                </c:pt>
                <c:pt idx="3508">
                  <c:v>4.6490299999999998</c:v>
                </c:pt>
                <c:pt idx="3509">
                  <c:v>4.6493399999999996</c:v>
                </c:pt>
                <c:pt idx="3510">
                  <c:v>4.6496399999999998</c:v>
                </c:pt>
                <c:pt idx="3511">
                  <c:v>4.6499499999999996</c:v>
                </c:pt>
                <c:pt idx="3512">
                  <c:v>4.6502499999999998</c:v>
                </c:pt>
                <c:pt idx="3513">
                  <c:v>4.6505599999999996</c:v>
                </c:pt>
                <c:pt idx="3514">
                  <c:v>4.6508700000000003</c:v>
                </c:pt>
                <c:pt idx="3515">
                  <c:v>4.6511699999999996</c:v>
                </c:pt>
                <c:pt idx="3516">
                  <c:v>4.6514800000000003</c:v>
                </c:pt>
                <c:pt idx="3517">
                  <c:v>4.6517799999999996</c:v>
                </c:pt>
                <c:pt idx="3518">
                  <c:v>4.6520900000000003</c:v>
                </c:pt>
                <c:pt idx="3519">
                  <c:v>4.6523899999999996</c:v>
                </c:pt>
                <c:pt idx="3520">
                  <c:v>4.6527000000000003</c:v>
                </c:pt>
                <c:pt idx="3521">
                  <c:v>4.6529999999999996</c:v>
                </c:pt>
                <c:pt idx="3522">
                  <c:v>4.6533100000000003</c:v>
                </c:pt>
                <c:pt idx="3523">
                  <c:v>4.6536099999999996</c:v>
                </c:pt>
                <c:pt idx="3524">
                  <c:v>4.6539200000000003</c:v>
                </c:pt>
                <c:pt idx="3525">
                  <c:v>4.6542300000000001</c:v>
                </c:pt>
                <c:pt idx="3526">
                  <c:v>4.6545300000000003</c:v>
                </c:pt>
                <c:pt idx="3527">
                  <c:v>4.6548400000000001</c:v>
                </c:pt>
                <c:pt idx="3528">
                  <c:v>4.6551400000000003</c:v>
                </c:pt>
                <c:pt idx="3529">
                  <c:v>4.6554500000000001</c:v>
                </c:pt>
                <c:pt idx="3530">
                  <c:v>4.6557500000000003</c:v>
                </c:pt>
                <c:pt idx="3531">
                  <c:v>4.6560600000000001</c:v>
                </c:pt>
                <c:pt idx="3532">
                  <c:v>4.6563600000000003</c:v>
                </c:pt>
                <c:pt idx="3533">
                  <c:v>4.6566700000000001</c:v>
                </c:pt>
                <c:pt idx="3534">
                  <c:v>4.6569700000000003</c:v>
                </c:pt>
                <c:pt idx="3535">
                  <c:v>4.6572800000000001</c:v>
                </c:pt>
                <c:pt idx="3536">
                  <c:v>4.6575800000000003</c:v>
                </c:pt>
                <c:pt idx="3537">
                  <c:v>4.6578900000000001</c:v>
                </c:pt>
                <c:pt idx="3538">
                  <c:v>4.6581999999999999</c:v>
                </c:pt>
                <c:pt idx="3539">
                  <c:v>4.6585000000000001</c:v>
                </c:pt>
                <c:pt idx="3540">
                  <c:v>4.6588099999999999</c:v>
                </c:pt>
                <c:pt idx="3541">
                  <c:v>4.6591100000000001</c:v>
                </c:pt>
                <c:pt idx="3542">
                  <c:v>4.6594199999999999</c:v>
                </c:pt>
                <c:pt idx="3543">
                  <c:v>4.6597200000000001</c:v>
                </c:pt>
                <c:pt idx="3544">
                  <c:v>4.6600299999999999</c:v>
                </c:pt>
                <c:pt idx="3545">
                  <c:v>4.6603300000000001</c:v>
                </c:pt>
                <c:pt idx="3546">
                  <c:v>4.6606399999999999</c:v>
                </c:pt>
                <c:pt idx="3547">
                  <c:v>4.6609400000000001</c:v>
                </c:pt>
                <c:pt idx="3548">
                  <c:v>4.6612499999999999</c:v>
                </c:pt>
                <c:pt idx="3549">
                  <c:v>4.6615500000000001</c:v>
                </c:pt>
                <c:pt idx="3550">
                  <c:v>4.6618599999999999</c:v>
                </c:pt>
                <c:pt idx="3551">
                  <c:v>4.6621699999999997</c:v>
                </c:pt>
                <c:pt idx="3552">
                  <c:v>4.6624699999999999</c:v>
                </c:pt>
                <c:pt idx="3553">
                  <c:v>4.6627799999999997</c:v>
                </c:pt>
                <c:pt idx="3554">
                  <c:v>4.6630799999999999</c:v>
                </c:pt>
                <c:pt idx="3555">
                  <c:v>4.6633899999999997</c:v>
                </c:pt>
                <c:pt idx="3556">
                  <c:v>4.6636899999999999</c:v>
                </c:pt>
                <c:pt idx="3557">
                  <c:v>4.6639999999999997</c:v>
                </c:pt>
                <c:pt idx="3558">
                  <c:v>4.6642999999999999</c:v>
                </c:pt>
                <c:pt idx="3559">
                  <c:v>4.6646099999999997</c:v>
                </c:pt>
                <c:pt idx="3560">
                  <c:v>4.6649099999999999</c:v>
                </c:pt>
                <c:pt idx="3561">
                  <c:v>4.6652199999999997</c:v>
                </c:pt>
                <c:pt idx="3562">
                  <c:v>4.6655199999999999</c:v>
                </c:pt>
                <c:pt idx="3563">
                  <c:v>4.6658299999999997</c:v>
                </c:pt>
                <c:pt idx="3564">
                  <c:v>4.6661400000000004</c:v>
                </c:pt>
                <c:pt idx="3565">
                  <c:v>4.6664399999999997</c:v>
                </c:pt>
                <c:pt idx="3566">
                  <c:v>4.6667500000000004</c:v>
                </c:pt>
                <c:pt idx="3567">
                  <c:v>4.6670499999999997</c:v>
                </c:pt>
                <c:pt idx="3568">
                  <c:v>4.6673600000000004</c:v>
                </c:pt>
                <c:pt idx="3569">
                  <c:v>4.6676599999999997</c:v>
                </c:pt>
                <c:pt idx="3570">
                  <c:v>4.6679700000000004</c:v>
                </c:pt>
                <c:pt idx="3571">
                  <c:v>4.6682699999999997</c:v>
                </c:pt>
                <c:pt idx="3572">
                  <c:v>4.6685800000000004</c:v>
                </c:pt>
                <c:pt idx="3573">
                  <c:v>4.6688799999999997</c:v>
                </c:pt>
                <c:pt idx="3574">
                  <c:v>4.6691900000000004</c:v>
                </c:pt>
                <c:pt idx="3575">
                  <c:v>4.6695000000000002</c:v>
                </c:pt>
                <c:pt idx="3576">
                  <c:v>4.6698000000000004</c:v>
                </c:pt>
                <c:pt idx="3577">
                  <c:v>4.6701100000000002</c:v>
                </c:pt>
                <c:pt idx="3578">
                  <c:v>4.6704100000000004</c:v>
                </c:pt>
                <c:pt idx="3579">
                  <c:v>4.6707200000000002</c:v>
                </c:pt>
                <c:pt idx="3580">
                  <c:v>4.6710200000000004</c:v>
                </c:pt>
                <c:pt idx="3581">
                  <c:v>4.6713300000000002</c:v>
                </c:pt>
                <c:pt idx="3582">
                  <c:v>4.6716300000000004</c:v>
                </c:pt>
                <c:pt idx="3583">
                  <c:v>4.6719400000000002</c:v>
                </c:pt>
                <c:pt idx="3584">
                  <c:v>4.6722400000000004</c:v>
                </c:pt>
                <c:pt idx="3585">
                  <c:v>4.6725500000000002</c:v>
                </c:pt>
                <c:pt idx="3586">
                  <c:v>4.6728500000000004</c:v>
                </c:pt>
                <c:pt idx="3587">
                  <c:v>4.6731600000000002</c:v>
                </c:pt>
                <c:pt idx="3588">
                  <c:v>4.67347</c:v>
                </c:pt>
                <c:pt idx="3589">
                  <c:v>4.6737700000000002</c:v>
                </c:pt>
                <c:pt idx="3590">
                  <c:v>4.67408</c:v>
                </c:pt>
                <c:pt idx="3591">
                  <c:v>4.6743800000000002</c:v>
                </c:pt>
                <c:pt idx="3592">
                  <c:v>4.67469</c:v>
                </c:pt>
                <c:pt idx="3593">
                  <c:v>4.6749900000000002</c:v>
                </c:pt>
                <c:pt idx="3594">
                  <c:v>4.6753</c:v>
                </c:pt>
                <c:pt idx="3595">
                  <c:v>4.6756000000000002</c:v>
                </c:pt>
                <c:pt idx="3596">
                  <c:v>4.67591</c:v>
                </c:pt>
                <c:pt idx="3597">
                  <c:v>4.6762100000000002</c:v>
                </c:pt>
                <c:pt idx="3598">
                  <c:v>4.67652</c:v>
                </c:pt>
                <c:pt idx="3599">
                  <c:v>4.6768200000000002</c:v>
                </c:pt>
                <c:pt idx="3600">
                  <c:v>4.67713</c:v>
                </c:pt>
                <c:pt idx="3601">
                  <c:v>4.6774399999999998</c:v>
                </c:pt>
                <c:pt idx="3602">
                  <c:v>4.67774</c:v>
                </c:pt>
                <c:pt idx="3603">
                  <c:v>4.6780499999999998</c:v>
                </c:pt>
                <c:pt idx="3604">
                  <c:v>4.67835</c:v>
                </c:pt>
                <c:pt idx="3605">
                  <c:v>4.6786599999999998</c:v>
                </c:pt>
                <c:pt idx="3606">
                  <c:v>4.67896</c:v>
                </c:pt>
                <c:pt idx="3607">
                  <c:v>4.6792699999999998</c:v>
                </c:pt>
                <c:pt idx="3608">
                  <c:v>4.67957</c:v>
                </c:pt>
                <c:pt idx="3609">
                  <c:v>4.6798799999999998</c:v>
                </c:pt>
                <c:pt idx="3610">
                  <c:v>4.68018</c:v>
                </c:pt>
                <c:pt idx="3611">
                  <c:v>4.6804899999999998</c:v>
                </c:pt>
                <c:pt idx="3612">
                  <c:v>4.68079</c:v>
                </c:pt>
                <c:pt idx="3613">
                  <c:v>4.6810999999999998</c:v>
                </c:pt>
                <c:pt idx="3614">
                  <c:v>4.6814099999999996</c:v>
                </c:pt>
                <c:pt idx="3615">
                  <c:v>4.6817099999999998</c:v>
                </c:pt>
                <c:pt idx="3616">
                  <c:v>4.6820199999999996</c:v>
                </c:pt>
                <c:pt idx="3617">
                  <c:v>4.6823199999999998</c:v>
                </c:pt>
                <c:pt idx="3618">
                  <c:v>4.6826299999999996</c:v>
                </c:pt>
                <c:pt idx="3619">
                  <c:v>4.6829299999999998</c:v>
                </c:pt>
                <c:pt idx="3620">
                  <c:v>4.6832399999999996</c:v>
                </c:pt>
                <c:pt idx="3621">
                  <c:v>4.6835399999999998</c:v>
                </c:pt>
                <c:pt idx="3622">
                  <c:v>4.6838499999999996</c:v>
                </c:pt>
                <c:pt idx="3623">
                  <c:v>4.6841499999999998</c:v>
                </c:pt>
                <c:pt idx="3624">
                  <c:v>4.6844599999999996</c:v>
                </c:pt>
                <c:pt idx="3625">
                  <c:v>4.6847599999999998</c:v>
                </c:pt>
                <c:pt idx="3626">
                  <c:v>4.6850699999999996</c:v>
                </c:pt>
                <c:pt idx="3627">
                  <c:v>4.6853800000000003</c:v>
                </c:pt>
                <c:pt idx="3628">
                  <c:v>4.6856799999999996</c:v>
                </c:pt>
                <c:pt idx="3629">
                  <c:v>4.6859900000000003</c:v>
                </c:pt>
                <c:pt idx="3630">
                  <c:v>4.6862899999999996</c:v>
                </c:pt>
                <c:pt idx="3631">
                  <c:v>4.6866000000000003</c:v>
                </c:pt>
                <c:pt idx="3632">
                  <c:v>4.6868999999999996</c:v>
                </c:pt>
                <c:pt idx="3633">
                  <c:v>4.6872100000000003</c:v>
                </c:pt>
                <c:pt idx="3634">
                  <c:v>4.6875099999999996</c:v>
                </c:pt>
                <c:pt idx="3635">
                  <c:v>4.6878200000000003</c:v>
                </c:pt>
                <c:pt idx="3636">
                  <c:v>4.6881199999999996</c:v>
                </c:pt>
                <c:pt idx="3637">
                  <c:v>4.6884300000000003</c:v>
                </c:pt>
                <c:pt idx="3638">
                  <c:v>4.6887400000000001</c:v>
                </c:pt>
                <c:pt idx="3639">
                  <c:v>4.6890400000000003</c:v>
                </c:pt>
                <c:pt idx="3640">
                  <c:v>4.6893500000000001</c:v>
                </c:pt>
                <c:pt idx="3641">
                  <c:v>4.6896500000000003</c:v>
                </c:pt>
                <c:pt idx="3642">
                  <c:v>4.6899600000000001</c:v>
                </c:pt>
                <c:pt idx="3643">
                  <c:v>4.6902600000000003</c:v>
                </c:pt>
                <c:pt idx="3644">
                  <c:v>4.6905700000000001</c:v>
                </c:pt>
                <c:pt idx="3645">
                  <c:v>4.6908700000000003</c:v>
                </c:pt>
                <c:pt idx="3646">
                  <c:v>4.6911800000000001</c:v>
                </c:pt>
                <c:pt idx="3647">
                  <c:v>4.6914800000000003</c:v>
                </c:pt>
                <c:pt idx="3648">
                  <c:v>4.6917900000000001</c:v>
                </c:pt>
                <c:pt idx="3649">
                  <c:v>4.6920900000000003</c:v>
                </c:pt>
                <c:pt idx="3650">
                  <c:v>4.6924000000000001</c:v>
                </c:pt>
                <c:pt idx="3651">
                  <c:v>4.6927099999999999</c:v>
                </c:pt>
                <c:pt idx="3652">
                  <c:v>4.6930100000000001</c:v>
                </c:pt>
                <c:pt idx="3653">
                  <c:v>4.6933199999999999</c:v>
                </c:pt>
                <c:pt idx="3654">
                  <c:v>4.6936200000000001</c:v>
                </c:pt>
                <c:pt idx="3655">
                  <c:v>4.6939299999999999</c:v>
                </c:pt>
                <c:pt idx="3656">
                  <c:v>4.6942300000000001</c:v>
                </c:pt>
                <c:pt idx="3657">
                  <c:v>4.6945399999999999</c:v>
                </c:pt>
                <c:pt idx="3658">
                  <c:v>4.6948400000000001</c:v>
                </c:pt>
                <c:pt idx="3659">
                  <c:v>4.6951499999999999</c:v>
                </c:pt>
                <c:pt idx="3660">
                  <c:v>4.6954500000000001</c:v>
                </c:pt>
                <c:pt idx="3661">
                  <c:v>4.6957599999999999</c:v>
                </c:pt>
                <c:pt idx="3662">
                  <c:v>4.6960600000000001</c:v>
                </c:pt>
                <c:pt idx="3663">
                  <c:v>4.6963699999999999</c:v>
                </c:pt>
                <c:pt idx="3664">
                  <c:v>4.6966799999999997</c:v>
                </c:pt>
                <c:pt idx="3665">
                  <c:v>4.6969799999999999</c:v>
                </c:pt>
                <c:pt idx="3666">
                  <c:v>4.6972899999999997</c:v>
                </c:pt>
                <c:pt idx="3667">
                  <c:v>4.6975899999999999</c:v>
                </c:pt>
                <c:pt idx="3668">
                  <c:v>4.6978999999999997</c:v>
                </c:pt>
                <c:pt idx="3669">
                  <c:v>4.6981999999999999</c:v>
                </c:pt>
                <c:pt idx="3670">
                  <c:v>4.6985099999999997</c:v>
                </c:pt>
                <c:pt idx="3671">
                  <c:v>4.6988099999999999</c:v>
                </c:pt>
                <c:pt idx="3672">
                  <c:v>4.6991199999999997</c:v>
                </c:pt>
                <c:pt idx="3673">
                  <c:v>4.6994199999999999</c:v>
                </c:pt>
                <c:pt idx="3674">
                  <c:v>4.6997299999999997</c:v>
                </c:pt>
                <c:pt idx="3675">
                  <c:v>4.7000299999999999</c:v>
                </c:pt>
                <c:pt idx="3676">
                  <c:v>4.7003399999999997</c:v>
                </c:pt>
                <c:pt idx="3677">
                  <c:v>4.7006500000000004</c:v>
                </c:pt>
                <c:pt idx="3678">
                  <c:v>4.7009499999999997</c:v>
                </c:pt>
                <c:pt idx="3679">
                  <c:v>4.7012600000000004</c:v>
                </c:pt>
                <c:pt idx="3680">
                  <c:v>4.7015599999999997</c:v>
                </c:pt>
                <c:pt idx="3681">
                  <c:v>4.7018700000000004</c:v>
                </c:pt>
                <c:pt idx="3682">
                  <c:v>4.7021699999999997</c:v>
                </c:pt>
                <c:pt idx="3683">
                  <c:v>4.7024800000000004</c:v>
                </c:pt>
                <c:pt idx="3684">
                  <c:v>4.7027799999999997</c:v>
                </c:pt>
                <c:pt idx="3685">
                  <c:v>4.7030900000000004</c:v>
                </c:pt>
                <c:pt idx="3686">
                  <c:v>4.7033899999999997</c:v>
                </c:pt>
                <c:pt idx="3687">
                  <c:v>4.7037000000000004</c:v>
                </c:pt>
                <c:pt idx="3688">
                  <c:v>4.7039999999999997</c:v>
                </c:pt>
                <c:pt idx="3689">
                  <c:v>4.7043100000000004</c:v>
                </c:pt>
                <c:pt idx="3690">
                  <c:v>4.7046200000000002</c:v>
                </c:pt>
                <c:pt idx="3691">
                  <c:v>4.7049200000000004</c:v>
                </c:pt>
                <c:pt idx="3692">
                  <c:v>4.7052300000000002</c:v>
                </c:pt>
                <c:pt idx="3693">
                  <c:v>4.7055300000000004</c:v>
                </c:pt>
                <c:pt idx="3694">
                  <c:v>4.7058400000000002</c:v>
                </c:pt>
                <c:pt idx="3695">
                  <c:v>4.7061400000000004</c:v>
                </c:pt>
                <c:pt idx="3696">
                  <c:v>4.7064500000000002</c:v>
                </c:pt>
                <c:pt idx="3697">
                  <c:v>4.7067500000000004</c:v>
                </c:pt>
                <c:pt idx="3698">
                  <c:v>4.7070600000000002</c:v>
                </c:pt>
                <c:pt idx="3699">
                  <c:v>4.7073600000000004</c:v>
                </c:pt>
                <c:pt idx="3700">
                  <c:v>4.7076700000000002</c:v>
                </c:pt>
                <c:pt idx="3701">
                  <c:v>4.7079800000000001</c:v>
                </c:pt>
                <c:pt idx="3702">
                  <c:v>4.7082800000000002</c:v>
                </c:pt>
                <c:pt idx="3703">
                  <c:v>4.7085900000000001</c:v>
                </c:pt>
                <c:pt idx="3704">
                  <c:v>4.7088900000000002</c:v>
                </c:pt>
                <c:pt idx="3705">
                  <c:v>4.7092000000000001</c:v>
                </c:pt>
                <c:pt idx="3706">
                  <c:v>4.7095000000000002</c:v>
                </c:pt>
                <c:pt idx="3707">
                  <c:v>4.7098100000000001</c:v>
                </c:pt>
                <c:pt idx="3708">
                  <c:v>4.7101100000000002</c:v>
                </c:pt>
                <c:pt idx="3709">
                  <c:v>4.7104200000000001</c:v>
                </c:pt>
                <c:pt idx="3710">
                  <c:v>4.7107200000000002</c:v>
                </c:pt>
                <c:pt idx="3711">
                  <c:v>4.7110300000000001</c:v>
                </c:pt>
                <c:pt idx="3712">
                  <c:v>4.7113300000000002</c:v>
                </c:pt>
                <c:pt idx="3713">
                  <c:v>4.7116400000000001</c:v>
                </c:pt>
                <c:pt idx="3714">
                  <c:v>4.7119499999999999</c:v>
                </c:pt>
                <c:pt idx="3715">
                  <c:v>4.71225</c:v>
                </c:pt>
                <c:pt idx="3716">
                  <c:v>4.7125599999999999</c:v>
                </c:pt>
                <c:pt idx="3717">
                  <c:v>4.71286</c:v>
                </c:pt>
                <c:pt idx="3718">
                  <c:v>4.7131699999999999</c:v>
                </c:pt>
                <c:pt idx="3719">
                  <c:v>4.71347</c:v>
                </c:pt>
                <c:pt idx="3720">
                  <c:v>4.7137799999999999</c:v>
                </c:pt>
                <c:pt idx="3721">
                  <c:v>4.71408</c:v>
                </c:pt>
                <c:pt idx="3722">
                  <c:v>4.7143899999999999</c:v>
                </c:pt>
                <c:pt idx="3723">
                  <c:v>4.71469</c:v>
                </c:pt>
                <c:pt idx="3724">
                  <c:v>4.7149999999999999</c:v>
                </c:pt>
                <c:pt idx="3725">
                  <c:v>4.7153</c:v>
                </c:pt>
                <c:pt idx="3726">
                  <c:v>4.7156099999999999</c:v>
                </c:pt>
                <c:pt idx="3727">
                  <c:v>4.7159199999999997</c:v>
                </c:pt>
                <c:pt idx="3728">
                  <c:v>4.7162199999999999</c:v>
                </c:pt>
                <c:pt idx="3729">
                  <c:v>4.7165299999999997</c:v>
                </c:pt>
                <c:pt idx="3730">
                  <c:v>4.7168299999999999</c:v>
                </c:pt>
                <c:pt idx="3731">
                  <c:v>4.7171399999999997</c:v>
                </c:pt>
                <c:pt idx="3732">
                  <c:v>4.7174399999999999</c:v>
                </c:pt>
                <c:pt idx="3733">
                  <c:v>4.7177499999999997</c:v>
                </c:pt>
                <c:pt idx="3734">
                  <c:v>4.7180499999999999</c:v>
                </c:pt>
                <c:pt idx="3735">
                  <c:v>4.7183599999999997</c:v>
                </c:pt>
                <c:pt idx="3736">
                  <c:v>4.7186599999999999</c:v>
                </c:pt>
                <c:pt idx="3737">
                  <c:v>4.7189699999999997</c:v>
                </c:pt>
                <c:pt idx="3738">
                  <c:v>4.7192699999999999</c:v>
                </c:pt>
                <c:pt idx="3739">
                  <c:v>4.7195799999999997</c:v>
                </c:pt>
                <c:pt idx="3740">
                  <c:v>4.7198900000000004</c:v>
                </c:pt>
                <c:pt idx="3741">
                  <c:v>4.7201899999999997</c:v>
                </c:pt>
                <c:pt idx="3742">
                  <c:v>4.7205000000000004</c:v>
                </c:pt>
                <c:pt idx="3743">
                  <c:v>4.7207999999999997</c:v>
                </c:pt>
                <c:pt idx="3744">
                  <c:v>4.7211100000000004</c:v>
                </c:pt>
                <c:pt idx="3745">
                  <c:v>4.7214099999999997</c:v>
                </c:pt>
                <c:pt idx="3746">
                  <c:v>4.7217200000000004</c:v>
                </c:pt>
                <c:pt idx="3747">
                  <c:v>4.7220199999999997</c:v>
                </c:pt>
                <c:pt idx="3748">
                  <c:v>4.7223300000000004</c:v>
                </c:pt>
                <c:pt idx="3749">
                  <c:v>4.7226299999999997</c:v>
                </c:pt>
                <c:pt idx="3750">
                  <c:v>4.7229400000000004</c:v>
                </c:pt>
                <c:pt idx="3751">
                  <c:v>4.7232500000000002</c:v>
                </c:pt>
                <c:pt idx="3752">
                  <c:v>4.7235500000000004</c:v>
                </c:pt>
                <c:pt idx="3753">
                  <c:v>4.7238600000000002</c:v>
                </c:pt>
                <c:pt idx="3754">
                  <c:v>4.7241600000000004</c:v>
                </c:pt>
                <c:pt idx="3755">
                  <c:v>4.7244700000000002</c:v>
                </c:pt>
                <c:pt idx="3756">
                  <c:v>4.7247700000000004</c:v>
                </c:pt>
                <c:pt idx="3757">
                  <c:v>4.7250800000000002</c:v>
                </c:pt>
                <c:pt idx="3758">
                  <c:v>4.7253800000000004</c:v>
                </c:pt>
                <c:pt idx="3759">
                  <c:v>4.7256900000000002</c:v>
                </c:pt>
                <c:pt idx="3760">
                  <c:v>4.7259900000000004</c:v>
                </c:pt>
                <c:pt idx="3761">
                  <c:v>4.7263000000000002</c:v>
                </c:pt>
                <c:pt idx="3762">
                  <c:v>4.7266000000000004</c:v>
                </c:pt>
                <c:pt idx="3763">
                  <c:v>4.7269100000000002</c:v>
                </c:pt>
                <c:pt idx="3764">
                  <c:v>4.72722</c:v>
                </c:pt>
                <c:pt idx="3765">
                  <c:v>4.7275200000000002</c:v>
                </c:pt>
                <c:pt idx="3766">
                  <c:v>4.72783</c:v>
                </c:pt>
                <c:pt idx="3767">
                  <c:v>4.7281300000000002</c:v>
                </c:pt>
                <c:pt idx="3768">
                  <c:v>4.72844</c:v>
                </c:pt>
                <c:pt idx="3769">
                  <c:v>4.7287400000000002</c:v>
                </c:pt>
                <c:pt idx="3770">
                  <c:v>4.72905</c:v>
                </c:pt>
                <c:pt idx="3771">
                  <c:v>4.7293500000000002</c:v>
                </c:pt>
                <c:pt idx="3772">
                  <c:v>4.72966</c:v>
                </c:pt>
                <c:pt idx="3773">
                  <c:v>4.7299600000000002</c:v>
                </c:pt>
                <c:pt idx="3774">
                  <c:v>4.73027</c:v>
                </c:pt>
                <c:pt idx="3775">
                  <c:v>4.7305700000000002</c:v>
                </c:pt>
                <c:pt idx="3776">
                  <c:v>4.73088</c:v>
                </c:pt>
                <c:pt idx="3777">
                  <c:v>4.7311899999999998</c:v>
                </c:pt>
                <c:pt idx="3778">
                  <c:v>4.73149</c:v>
                </c:pt>
                <c:pt idx="3779">
                  <c:v>4.7317999999999998</c:v>
                </c:pt>
                <c:pt idx="3780">
                  <c:v>4.7321</c:v>
                </c:pt>
                <c:pt idx="3781">
                  <c:v>4.7324099999999998</c:v>
                </c:pt>
                <c:pt idx="3782">
                  <c:v>4.73271</c:v>
                </c:pt>
                <c:pt idx="3783">
                  <c:v>4.7330199999999998</c:v>
                </c:pt>
                <c:pt idx="3784">
                  <c:v>4.73332</c:v>
                </c:pt>
                <c:pt idx="3785">
                  <c:v>4.7336299999999998</c:v>
                </c:pt>
                <c:pt idx="3786">
                  <c:v>4.73393</c:v>
                </c:pt>
                <c:pt idx="3787">
                  <c:v>4.7342399999999998</c:v>
                </c:pt>
                <c:pt idx="3788">
                  <c:v>4.73454</c:v>
                </c:pt>
                <c:pt idx="3789">
                  <c:v>4.7348499999999998</c:v>
                </c:pt>
                <c:pt idx="3790">
                  <c:v>4.7351599999999996</c:v>
                </c:pt>
                <c:pt idx="3791">
                  <c:v>4.7354599999999998</c:v>
                </c:pt>
                <c:pt idx="3792">
                  <c:v>4.7357699999999996</c:v>
                </c:pt>
                <c:pt idx="3793">
                  <c:v>4.7360699999999998</c:v>
                </c:pt>
                <c:pt idx="3794">
                  <c:v>4.7363799999999996</c:v>
                </c:pt>
                <c:pt idx="3795">
                  <c:v>4.7366799999999998</c:v>
                </c:pt>
                <c:pt idx="3796">
                  <c:v>4.7369899999999996</c:v>
                </c:pt>
                <c:pt idx="3797">
                  <c:v>4.7372899999999998</c:v>
                </c:pt>
                <c:pt idx="3798">
                  <c:v>4.7375999999999996</c:v>
                </c:pt>
                <c:pt idx="3799">
                  <c:v>4.7378999999999998</c:v>
                </c:pt>
                <c:pt idx="3800">
                  <c:v>4.7382099999999996</c:v>
                </c:pt>
                <c:pt idx="3801">
                  <c:v>4.7385099999999998</c:v>
                </c:pt>
                <c:pt idx="3802">
                  <c:v>4.7388199999999996</c:v>
                </c:pt>
                <c:pt idx="3803">
                  <c:v>4.7391300000000003</c:v>
                </c:pt>
                <c:pt idx="3804">
                  <c:v>4.7394299999999996</c:v>
                </c:pt>
                <c:pt idx="3805">
                  <c:v>4.7397400000000003</c:v>
                </c:pt>
                <c:pt idx="3806">
                  <c:v>4.7400399999999996</c:v>
                </c:pt>
                <c:pt idx="3807">
                  <c:v>4.7403500000000003</c:v>
                </c:pt>
                <c:pt idx="3808">
                  <c:v>4.7406499999999996</c:v>
                </c:pt>
                <c:pt idx="3809">
                  <c:v>4.7409600000000003</c:v>
                </c:pt>
                <c:pt idx="3810">
                  <c:v>4.7412599999999996</c:v>
                </c:pt>
                <c:pt idx="3811">
                  <c:v>4.7415700000000003</c:v>
                </c:pt>
                <c:pt idx="3812">
                  <c:v>4.7418699999999996</c:v>
                </c:pt>
                <c:pt idx="3813">
                  <c:v>4.7421800000000003</c:v>
                </c:pt>
                <c:pt idx="3814">
                  <c:v>4.7424900000000001</c:v>
                </c:pt>
                <c:pt idx="3815">
                  <c:v>4.7427900000000003</c:v>
                </c:pt>
                <c:pt idx="3816">
                  <c:v>4.7431000000000001</c:v>
                </c:pt>
                <c:pt idx="3817">
                  <c:v>4.7434000000000003</c:v>
                </c:pt>
                <c:pt idx="3818">
                  <c:v>4.7437100000000001</c:v>
                </c:pt>
                <c:pt idx="3819">
                  <c:v>4.7440100000000003</c:v>
                </c:pt>
                <c:pt idx="3820">
                  <c:v>4.7443200000000001</c:v>
                </c:pt>
                <c:pt idx="3821">
                  <c:v>4.7446200000000003</c:v>
                </c:pt>
                <c:pt idx="3822">
                  <c:v>4.7449300000000001</c:v>
                </c:pt>
                <c:pt idx="3823">
                  <c:v>4.7452300000000003</c:v>
                </c:pt>
                <c:pt idx="3824">
                  <c:v>4.7455400000000001</c:v>
                </c:pt>
                <c:pt idx="3825">
                  <c:v>4.7458400000000003</c:v>
                </c:pt>
                <c:pt idx="3826">
                  <c:v>4.7461500000000001</c:v>
                </c:pt>
                <c:pt idx="3827">
                  <c:v>4.7464599999999999</c:v>
                </c:pt>
                <c:pt idx="3828">
                  <c:v>4.7467600000000001</c:v>
                </c:pt>
                <c:pt idx="3829">
                  <c:v>4.7470699999999999</c:v>
                </c:pt>
                <c:pt idx="3830">
                  <c:v>4.7473700000000001</c:v>
                </c:pt>
                <c:pt idx="3831">
                  <c:v>4.7476799999999999</c:v>
                </c:pt>
                <c:pt idx="3832">
                  <c:v>4.7479800000000001</c:v>
                </c:pt>
                <c:pt idx="3833">
                  <c:v>4.7482899999999999</c:v>
                </c:pt>
                <c:pt idx="3834">
                  <c:v>4.7485900000000001</c:v>
                </c:pt>
                <c:pt idx="3835">
                  <c:v>4.7488999999999999</c:v>
                </c:pt>
                <c:pt idx="3836">
                  <c:v>4.7492000000000001</c:v>
                </c:pt>
                <c:pt idx="3837">
                  <c:v>4.7495099999999999</c:v>
                </c:pt>
                <c:pt idx="3838">
                  <c:v>4.7498100000000001</c:v>
                </c:pt>
                <c:pt idx="3839">
                  <c:v>4.7501199999999999</c:v>
                </c:pt>
                <c:pt idx="3840">
                  <c:v>4.7504299999999997</c:v>
                </c:pt>
                <c:pt idx="3841">
                  <c:v>4.7507299999999999</c:v>
                </c:pt>
                <c:pt idx="3842">
                  <c:v>4.7510399999999997</c:v>
                </c:pt>
                <c:pt idx="3843">
                  <c:v>4.7513399999999999</c:v>
                </c:pt>
                <c:pt idx="3844">
                  <c:v>4.7516499999999997</c:v>
                </c:pt>
                <c:pt idx="3845">
                  <c:v>4.7519499999999999</c:v>
                </c:pt>
                <c:pt idx="3846">
                  <c:v>4.7522599999999997</c:v>
                </c:pt>
                <c:pt idx="3847">
                  <c:v>4.7525599999999999</c:v>
                </c:pt>
                <c:pt idx="3848">
                  <c:v>4.7528699999999997</c:v>
                </c:pt>
                <c:pt idx="3849">
                  <c:v>4.7531699999999999</c:v>
                </c:pt>
                <c:pt idx="3850">
                  <c:v>4.7534799999999997</c:v>
                </c:pt>
                <c:pt idx="3851">
                  <c:v>4.7537799999999999</c:v>
                </c:pt>
                <c:pt idx="3852">
                  <c:v>4.7540899999999997</c:v>
                </c:pt>
                <c:pt idx="3853">
                  <c:v>4.7544000000000004</c:v>
                </c:pt>
                <c:pt idx="3854">
                  <c:v>4.7546999999999997</c:v>
                </c:pt>
                <c:pt idx="3855">
                  <c:v>4.7550100000000004</c:v>
                </c:pt>
                <c:pt idx="3856">
                  <c:v>4.7553099999999997</c:v>
                </c:pt>
                <c:pt idx="3857">
                  <c:v>4.7556200000000004</c:v>
                </c:pt>
                <c:pt idx="3858">
                  <c:v>4.7559199999999997</c:v>
                </c:pt>
                <c:pt idx="3859">
                  <c:v>4.7562300000000004</c:v>
                </c:pt>
                <c:pt idx="3860">
                  <c:v>4.7565299999999997</c:v>
                </c:pt>
                <c:pt idx="3861">
                  <c:v>4.7568400000000004</c:v>
                </c:pt>
                <c:pt idx="3862">
                  <c:v>4.7571399999999997</c:v>
                </c:pt>
                <c:pt idx="3863">
                  <c:v>4.7574500000000004</c:v>
                </c:pt>
                <c:pt idx="3864">
                  <c:v>4.7577499999999997</c:v>
                </c:pt>
                <c:pt idx="3865">
                  <c:v>4.7580600000000004</c:v>
                </c:pt>
                <c:pt idx="3866">
                  <c:v>4.7583700000000002</c:v>
                </c:pt>
                <c:pt idx="3867">
                  <c:v>4.7586700000000004</c:v>
                </c:pt>
                <c:pt idx="3868">
                  <c:v>4.7589800000000002</c:v>
                </c:pt>
                <c:pt idx="3869">
                  <c:v>4.7592800000000004</c:v>
                </c:pt>
                <c:pt idx="3870">
                  <c:v>4.7595900000000002</c:v>
                </c:pt>
                <c:pt idx="3871">
                  <c:v>4.7598900000000004</c:v>
                </c:pt>
                <c:pt idx="3872">
                  <c:v>4.7602000000000002</c:v>
                </c:pt>
                <c:pt idx="3873">
                  <c:v>4.7605000000000004</c:v>
                </c:pt>
                <c:pt idx="3874">
                  <c:v>4.7608100000000002</c:v>
                </c:pt>
                <c:pt idx="3875">
                  <c:v>4.7611100000000004</c:v>
                </c:pt>
                <c:pt idx="3876">
                  <c:v>4.7614200000000002</c:v>
                </c:pt>
                <c:pt idx="3877">
                  <c:v>4.76173</c:v>
                </c:pt>
                <c:pt idx="3878">
                  <c:v>4.7620300000000002</c:v>
                </c:pt>
                <c:pt idx="3879">
                  <c:v>4.76234</c:v>
                </c:pt>
                <c:pt idx="3880">
                  <c:v>4.7626400000000002</c:v>
                </c:pt>
                <c:pt idx="3881">
                  <c:v>4.76295</c:v>
                </c:pt>
                <c:pt idx="3882">
                  <c:v>4.7632500000000002</c:v>
                </c:pt>
                <c:pt idx="3883">
                  <c:v>4.76356</c:v>
                </c:pt>
                <c:pt idx="3884">
                  <c:v>4.7638600000000002</c:v>
                </c:pt>
                <c:pt idx="3885">
                  <c:v>4.76417</c:v>
                </c:pt>
                <c:pt idx="3886">
                  <c:v>4.7644700000000002</c:v>
                </c:pt>
                <c:pt idx="3887">
                  <c:v>4.76478</c:v>
                </c:pt>
                <c:pt idx="3888">
                  <c:v>4.7650800000000002</c:v>
                </c:pt>
                <c:pt idx="3889">
                  <c:v>4.76539</c:v>
                </c:pt>
                <c:pt idx="3890">
                  <c:v>4.7656999999999998</c:v>
                </c:pt>
                <c:pt idx="3891">
                  <c:v>4.766</c:v>
                </c:pt>
                <c:pt idx="3892">
                  <c:v>4.7663099999999998</c:v>
                </c:pt>
                <c:pt idx="3893">
                  <c:v>4.76661</c:v>
                </c:pt>
                <c:pt idx="3894">
                  <c:v>4.7669199999999998</c:v>
                </c:pt>
                <c:pt idx="3895">
                  <c:v>4.76722</c:v>
                </c:pt>
                <c:pt idx="3896">
                  <c:v>4.7675299999999998</c:v>
                </c:pt>
                <c:pt idx="3897">
                  <c:v>4.76783</c:v>
                </c:pt>
                <c:pt idx="3898">
                  <c:v>4.7681399999999998</c:v>
                </c:pt>
                <c:pt idx="3899">
                  <c:v>4.76844</c:v>
                </c:pt>
                <c:pt idx="3900">
                  <c:v>4.7687499999999998</c:v>
                </c:pt>
                <c:pt idx="3901">
                  <c:v>4.76905</c:v>
                </c:pt>
                <c:pt idx="3902">
                  <c:v>4.7693599999999998</c:v>
                </c:pt>
                <c:pt idx="3903">
                  <c:v>4.7696699999999996</c:v>
                </c:pt>
                <c:pt idx="3904">
                  <c:v>4.7699699999999998</c:v>
                </c:pt>
                <c:pt idx="3905">
                  <c:v>4.7702799999999996</c:v>
                </c:pt>
                <c:pt idx="3906">
                  <c:v>4.7705799999999998</c:v>
                </c:pt>
                <c:pt idx="3907">
                  <c:v>4.7708899999999996</c:v>
                </c:pt>
                <c:pt idx="3908">
                  <c:v>4.7711899999999998</c:v>
                </c:pt>
                <c:pt idx="3909">
                  <c:v>4.7714999999999996</c:v>
                </c:pt>
                <c:pt idx="3910">
                  <c:v>4.7717999999999998</c:v>
                </c:pt>
                <c:pt idx="3911">
                  <c:v>4.7721099999999996</c:v>
                </c:pt>
                <c:pt idx="3912">
                  <c:v>4.7724099999999998</c:v>
                </c:pt>
                <c:pt idx="3913">
                  <c:v>4.7727199999999996</c:v>
                </c:pt>
                <c:pt idx="3914">
                  <c:v>4.7730199999999998</c:v>
                </c:pt>
                <c:pt idx="3915">
                  <c:v>4.7733299999999996</c:v>
                </c:pt>
                <c:pt idx="3916">
                  <c:v>4.7736400000000003</c:v>
                </c:pt>
                <c:pt idx="3917">
                  <c:v>4.7739399999999996</c:v>
                </c:pt>
                <c:pt idx="3918">
                  <c:v>4.7742500000000003</c:v>
                </c:pt>
                <c:pt idx="3919">
                  <c:v>4.7745499999999996</c:v>
                </c:pt>
                <c:pt idx="3920">
                  <c:v>4.7748600000000003</c:v>
                </c:pt>
                <c:pt idx="3921">
                  <c:v>4.7751599999999996</c:v>
                </c:pt>
                <c:pt idx="3922">
                  <c:v>4.7754700000000003</c:v>
                </c:pt>
                <c:pt idx="3923">
                  <c:v>4.7757699999999996</c:v>
                </c:pt>
                <c:pt idx="3924">
                  <c:v>4.7760800000000003</c:v>
                </c:pt>
                <c:pt idx="3925">
                  <c:v>4.7763799999999996</c:v>
                </c:pt>
                <c:pt idx="3926">
                  <c:v>4.7766900000000003</c:v>
                </c:pt>
                <c:pt idx="3927">
                  <c:v>4.7770000000000001</c:v>
                </c:pt>
                <c:pt idx="3928">
                  <c:v>4.7773000000000003</c:v>
                </c:pt>
                <c:pt idx="3929">
                  <c:v>4.7776100000000001</c:v>
                </c:pt>
                <c:pt idx="3930">
                  <c:v>4.7779100000000003</c:v>
                </c:pt>
                <c:pt idx="3931">
                  <c:v>4.7782200000000001</c:v>
                </c:pt>
                <c:pt idx="3932">
                  <c:v>4.7785200000000003</c:v>
                </c:pt>
                <c:pt idx="3933">
                  <c:v>4.7788300000000001</c:v>
                </c:pt>
                <c:pt idx="3934">
                  <c:v>4.7791300000000003</c:v>
                </c:pt>
                <c:pt idx="3935">
                  <c:v>4.7794400000000001</c:v>
                </c:pt>
                <c:pt idx="3936">
                  <c:v>4.7797400000000003</c:v>
                </c:pt>
                <c:pt idx="3937">
                  <c:v>4.7800500000000001</c:v>
                </c:pt>
                <c:pt idx="3938">
                  <c:v>4.7803500000000003</c:v>
                </c:pt>
                <c:pt idx="3939">
                  <c:v>4.7806600000000001</c:v>
                </c:pt>
                <c:pt idx="3940">
                  <c:v>4.7809699999999999</c:v>
                </c:pt>
                <c:pt idx="3941">
                  <c:v>4.7812700000000001</c:v>
                </c:pt>
                <c:pt idx="3942">
                  <c:v>4.7815799999999999</c:v>
                </c:pt>
                <c:pt idx="3943">
                  <c:v>4.7818800000000001</c:v>
                </c:pt>
                <c:pt idx="3944">
                  <c:v>4.7821899999999999</c:v>
                </c:pt>
                <c:pt idx="3945">
                  <c:v>4.7824900000000001</c:v>
                </c:pt>
                <c:pt idx="3946">
                  <c:v>4.7827999999999999</c:v>
                </c:pt>
                <c:pt idx="3947">
                  <c:v>4.7831000000000001</c:v>
                </c:pt>
                <c:pt idx="3948">
                  <c:v>4.7834099999999999</c:v>
                </c:pt>
                <c:pt idx="3949">
                  <c:v>4.7837100000000001</c:v>
                </c:pt>
                <c:pt idx="3950">
                  <c:v>4.7840199999999999</c:v>
                </c:pt>
                <c:pt idx="3951">
                  <c:v>4.7843200000000001</c:v>
                </c:pt>
                <c:pt idx="3952">
                  <c:v>4.7846299999999999</c:v>
                </c:pt>
                <c:pt idx="3953">
                  <c:v>4.7849399999999997</c:v>
                </c:pt>
                <c:pt idx="3954">
                  <c:v>4.7852399999999999</c:v>
                </c:pt>
                <c:pt idx="3955">
                  <c:v>4.7855499999999997</c:v>
                </c:pt>
                <c:pt idx="3956">
                  <c:v>4.7858499999999999</c:v>
                </c:pt>
                <c:pt idx="3957">
                  <c:v>4.7861599999999997</c:v>
                </c:pt>
                <c:pt idx="3958">
                  <c:v>4.7864599999999999</c:v>
                </c:pt>
                <c:pt idx="3959">
                  <c:v>4.7867699999999997</c:v>
                </c:pt>
                <c:pt idx="3960">
                  <c:v>4.7870699999999999</c:v>
                </c:pt>
                <c:pt idx="3961">
                  <c:v>4.7873799999999997</c:v>
                </c:pt>
                <c:pt idx="3962">
                  <c:v>4.7876799999999999</c:v>
                </c:pt>
                <c:pt idx="3963">
                  <c:v>4.7879899999999997</c:v>
                </c:pt>
                <c:pt idx="3964">
                  <c:v>4.7882899999999999</c:v>
                </c:pt>
                <c:pt idx="3965">
                  <c:v>4.7885999999999997</c:v>
                </c:pt>
                <c:pt idx="3966">
                  <c:v>4.7889099999999996</c:v>
                </c:pt>
                <c:pt idx="3967">
                  <c:v>4.7892099999999997</c:v>
                </c:pt>
                <c:pt idx="3968">
                  <c:v>4.7895200000000004</c:v>
                </c:pt>
                <c:pt idx="3969">
                  <c:v>4.7898199999999997</c:v>
                </c:pt>
                <c:pt idx="3970">
                  <c:v>4.7901300000000004</c:v>
                </c:pt>
                <c:pt idx="3971">
                  <c:v>4.7904299999999997</c:v>
                </c:pt>
                <c:pt idx="3972">
                  <c:v>4.7907400000000004</c:v>
                </c:pt>
                <c:pt idx="3973">
                  <c:v>4.7910399999999997</c:v>
                </c:pt>
                <c:pt idx="3974">
                  <c:v>4.7913500000000004</c:v>
                </c:pt>
                <c:pt idx="3975">
                  <c:v>4.7916499999999997</c:v>
                </c:pt>
                <c:pt idx="3976">
                  <c:v>4.7919600000000004</c:v>
                </c:pt>
                <c:pt idx="3977">
                  <c:v>4.7922599999999997</c:v>
                </c:pt>
                <c:pt idx="3978">
                  <c:v>4.7925700000000004</c:v>
                </c:pt>
                <c:pt idx="3979">
                  <c:v>4.7928800000000003</c:v>
                </c:pt>
                <c:pt idx="3980">
                  <c:v>4.7931800000000004</c:v>
                </c:pt>
                <c:pt idx="3981">
                  <c:v>4.7934900000000003</c:v>
                </c:pt>
                <c:pt idx="3982">
                  <c:v>4.7937900000000004</c:v>
                </c:pt>
                <c:pt idx="3983">
                  <c:v>4.7941000000000003</c:v>
                </c:pt>
                <c:pt idx="3984">
                  <c:v>4.7944000000000004</c:v>
                </c:pt>
                <c:pt idx="3985">
                  <c:v>4.7947100000000002</c:v>
                </c:pt>
                <c:pt idx="3986">
                  <c:v>4.7950100000000004</c:v>
                </c:pt>
                <c:pt idx="3987">
                  <c:v>4.7953200000000002</c:v>
                </c:pt>
                <c:pt idx="3988">
                  <c:v>4.7956200000000004</c:v>
                </c:pt>
                <c:pt idx="3989">
                  <c:v>4.7959300000000002</c:v>
                </c:pt>
                <c:pt idx="3990">
                  <c:v>4.7962400000000001</c:v>
                </c:pt>
                <c:pt idx="3991">
                  <c:v>4.7965400000000002</c:v>
                </c:pt>
                <c:pt idx="3992">
                  <c:v>4.7968500000000001</c:v>
                </c:pt>
                <c:pt idx="3993">
                  <c:v>4.7971500000000002</c:v>
                </c:pt>
                <c:pt idx="3994">
                  <c:v>4.7974600000000001</c:v>
                </c:pt>
                <c:pt idx="3995">
                  <c:v>4.7977600000000002</c:v>
                </c:pt>
                <c:pt idx="3996">
                  <c:v>4.7980700000000001</c:v>
                </c:pt>
                <c:pt idx="3997">
                  <c:v>4.7983700000000002</c:v>
                </c:pt>
                <c:pt idx="3998">
                  <c:v>4.7986800000000001</c:v>
                </c:pt>
                <c:pt idx="3999">
                  <c:v>4.7989800000000002</c:v>
                </c:pt>
                <c:pt idx="4000">
                  <c:v>4.7992900000000001</c:v>
                </c:pt>
                <c:pt idx="4001">
                  <c:v>4.7995900000000002</c:v>
                </c:pt>
                <c:pt idx="4002">
                  <c:v>4.7999000000000001</c:v>
                </c:pt>
                <c:pt idx="4003">
                  <c:v>4.8002099999999999</c:v>
                </c:pt>
                <c:pt idx="4004">
                  <c:v>4.8005100000000001</c:v>
                </c:pt>
                <c:pt idx="4005">
                  <c:v>4.8008199999999999</c:v>
                </c:pt>
                <c:pt idx="4006">
                  <c:v>4.8011200000000001</c:v>
                </c:pt>
                <c:pt idx="4007">
                  <c:v>4.8014299999999999</c:v>
                </c:pt>
                <c:pt idx="4008">
                  <c:v>4.8017300000000001</c:v>
                </c:pt>
                <c:pt idx="4009">
                  <c:v>4.8020399999999999</c:v>
                </c:pt>
                <c:pt idx="4010">
                  <c:v>4.8023400000000001</c:v>
                </c:pt>
                <c:pt idx="4011">
                  <c:v>4.8026499999999999</c:v>
                </c:pt>
                <c:pt idx="4012">
                  <c:v>4.8029500000000001</c:v>
                </c:pt>
                <c:pt idx="4013">
                  <c:v>4.8032599999999999</c:v>
                </c:pt>
                <c:pt idx="4014">
                  <c:v>4.8035600000000001</c:v>
                </c:pt>
                <c:pt idx="4015">
                  <c:v>4.8038699999999999</c:v>
                </c:pt>
                <c:pt idx="4016">
                  <c:v>4.8041799999999997</c:v>
                </c:pt>
                <c:pt idx="4017">
                  <c:v>4.8044799999999999</c:v>
                </c:pt>
                <c:pt idx="4018">
                  <c:v>4.8047899999999997</c:v>
                </c:pt>
                <c:pt idx="4019">
                  <c:v>4.8050899999999999</c:v>
                </c:pt>
                <c:pt idx="4020">
                  <c:v>4.8053999999999997</c:v>
                </c:pt>
                <c:pt idx="4021">
                  <c:v>4.8056999999999999</c:v>
                </c:pt>
                <c:pt idx="4022">
                  <c:v>4.8060099999999997</c:v>
                </c:pt>
                <c:pt idx="4023">
                  <c:v>4.8063099999999999</c:v>
                </c:pt>
                <c:pt idx="4024">
                  <c:v>4.8066199999999997</c:v>
                </c:pt>
                <c:pt idx="4025">
                  <c:v>4.8069199999999999</c:v>
                </c:pt>
                <c:pt idx="4026">
                  <c:v>4.8072299999999997</c:v>
                </c:pt>
                <c:pt idx="4027">
                  <c:v>4.8075299999999999</c:v>
                </c:pt>
                <c:pt idx="4028">
                  <c:v>4.8078399999999997</c:v>
                </c:pt>
                <c:pt idx="4029">
                  <c:v>4.8081500000000004</c:v>
                </c:pt>
                <c:pt idx="4030">
                  <c:v>4.8084499999999997</c:v>
                </c:pt>
                <c:pt idx="4031">
                  <c:v>4.8087600000000004</c:v>
                </c:pt>
                <c:pt idx="4032">
                  <c:v>4.8090599999999997</c:v>
                </c:pt>
                <c:pt idx="4033">
                  <c:v>4.8093700000000004</c:v>
                </c:pt>
                <c:pt idx="4034">
                  <c:v>4.8096699999999997</c:v>
                </c:pt>
                <c:pt idx="4035">
                  <c:v>4.8099800000000004</c:v>
                </c:pt>
                <c:pt idx="4036">
                  <c:v>4.8102799999999997</c:v>
                </c:pt>
                <c:pt idx="4037">
                  <c:v>4.8105900000000004</c:v>
                </c:pt>
                <c:pt idx="4038">
                  <c:v>4.8108899999999997</c:v>
                </c:pt>
                <c:pt idx="4039">
                  <c:v>4.8112000000000004</c:v>
                </c:pt>
                <c:pt idx="4040">
                  <c:v>4.8114999999999997</c:v>
                </c:pt>
                <c:pt idx="4041">
                  <c:v>4.8118100000000004</c:v>
                </c:pt>
                <c:pt idx="4042">
                  <c:v>4.8121200000000002</c:v>
                </c:pt>
                <c:pt idx="4043">
                  <c:v>4.8124200000000004</c:v>
                </c:pt>
                <c:pt idx="4044">
                  <c:v>4.8127300000000002</c:v>
                </c:pt>
                <c:pt idx="4045">
                  <c:v>4.8130300000000004</c:v>
                </c:pt>
                <c:pt idx="4046">
                  <c:v>4.8133400000000002</c:v>
                </c:pt>
                <c:pt idx="4047">
                  <c:v>4.8136400000000004</c:v>
                </c:pt>
                <c:pt idx="4048">
                  <c:v>4.8139500000000002</c:v>
                </c:pt>
                <c:pt idx="4049">
                  <c:v>4.8142500000000004</c:v>
                </c:pt>
                <c:pt idx="4050">
                  <c:v>4.8145600000000002</c:v>
                </c:pt>
                <c:pt idx="4051">
                  <c:v>4.8148600000000004</c:v>
                </c:pt>
                <c:pt idx="4052">
                  <c:v>4.8151700000000002</c:v>
                </c:pt>
                <c:pt idx="4053">
                  <c:v>4.81548</c:v>
                </c:pt>
                <c:pt idx="4054">
                  <c:v>4.8157800000000002</c:v>
                </c:pt>
                <c:pt idx="4055">
                  <c:v>4.81609</c:v>
                </c:pt>
                <c:pt idx="4056">
                  <c:v>4.8163900000000002</c:v>
                </c:pt>
                <c:pt idx="4057">
                  <c:v>4.8167</c:v>
                </c:pt>
                <c:pt idx="4058">
                  <c:v>4.8170000000000002</c:v>
                </c:pt>
                <c:pt idx="4059">
                  <c:v>4.81731</c:v>
                </c:pt>
                <c:pt idx="4060">
                  <c:v>4.8176100000000002</c:v>
                </c:pt>
                <c:pt idx="4061">
                  <c:v>4.81792</c:v>
                </c:pt>
                <c:pt idx="4062">
                  <c:v>4.8182200000000002</c:v>
                </c:pt>
                <c:pt idx="4063">
                  <c:v>4.81853</c:v>
                </c:pt>
                <c:pt idx="4064">
                  <c:v>4.8188300000000002</c:v>
                </c:pt>
                <c:pt idx="4065">
                  <c:v>4.81914</c:v>
                </c:pt>
                <c:pt idx="4066">
                  <c:v>4.8194499999999998</c:v>
                </c:pt>
                <c:pt idx="4067">
                  <c:v>4.81975</c:v>
                </c:pt>
                <c:pt idx="4068">
                  <c:v>4.8200599999999998</c:v>
                </c:pt>
                <c:pt idx="4069">
                  <c:v>4.82036</c:v>
                </c:pt>
                <c:pt idx="4070">
                  <c:v>4.8206699999999998</c:v>
                </c:pt>
                <c:pt idx="4071">
                  <c:v>4.82097</c:v>
                </c:pt>
                <c:pt idx="4072">
                  <c:v>4.8212799999999998</c:v>
                </c:pt>
                <c:pt idx="4073">
                  <c:v>4.82158</c:v>
                </c:pt>
                <c:pt idx="4074">
                  <c:v>4.8218899999999998</c:v>
                </c:pt>
                <c:pt idx="4075">
                  <c:v>4.82219</c:v>
                </c:pt>
                <c:pt idx="4076">
                  <c:v>4.8224999999999998</c:v>
                </c:pt>
                <c:pt idx="4077">
                  <c:v>4.8228</c:v>
                </c:pt>
                <c:pt idx="4078">
                  <c:v>4.8231099999999998</c:v>
                </c:pt>
                <c:pt idx="4079">
                  <c:v>4.8234199999999996</c:v>
                </c:pt>
                <c:pt idx="4080">
                  <c:v>4.8237199999999998</c:v>
                </c:pt>
                <c:pt idx="4081">
                  <c:v>4.8240299999999996</c:v>
                </c:pt>
                <c:pt idx="4082">
                  <c:v>4.8243299999999998</c:v>
                </c:pt>
                <c:pt idx="4083">
                  <c:v>4.8246399999999996</c:v>
                </c:pt>
                <c:pt idx="4084">
                  <c:v>4.8249399999999998</c:v>
                </c:pt>
                <c:pt idx="4085">
                  <c:v>4.8252499999999996</c:v>
                </c:pt>
                <c:pt idx="4086">
                  <c:v>4.8255499999999998</c:v>
                </c:pt>
                <c:pt idx="4087">
                  <c:v>4.8258599999999996</c:v>
                </c:pt>
                <c:pt idx="4088">
                  <c:v>4.8261599999999998</c:v>
                </c:pt>
                <c:pt idx="4089">
                  <c:v>4.8264699999999996</c:v>
                </c:pt>
                <c:pt idx="4090">
                  <c:v>4.8267699999999998</c:v>
                </c:pt>
                <c:pt idx="4091">
                  <c:v>4.8270799999999996</c:v>
                </c:pt>
                <c:pt idx="4092">
                  <c:v>4.8273900000000003</c:v>
                </c:pt>
                <c:pt idx="4093">
                  <c:v>4.8276899999999996</c:v>
                </c:pt>
                <c:pt idx="4094">
                  <c:v>4.8280000000000003</c:v>
                </c:pt>
                <c:pt idx="4095">
                  <c:v>4.8282999999999996</c:v>
                </c:pt>
                <c:pt idx="4096">
                  <c:v>4.8286100000000003</c:v>
                </c:pt>
                <c:pt idx="4097">
                  <c:v>4.8289099999999996</c:v>
                </c:pt>
                <c:pt idx="4098">
                  <c:v>4.8292200000000003</c:v>
                </c:pt>
                <c:pt idx="4099">
                  <c:v>4.8295199999999996</c:v>
                </c:pt>
                <c:pt idx="4100">
                  <c:v>4.8298300000000003</c:v>
                </c:pt>
                <c:pt idx="4101">
                  <c:v>4.8301299999999996</c:v>
                </c:pt>
                <c:pt idx="4102">
                  <c:v>4.8304400000000003</c:v>
                </c:pt>
                <c:pt idx="4103">
                  <c:v>4.8307399999999996</c:v>
                </c:pt>
                <c:pt idx="4104">
                  <c:v>4.8310500000000003</c:v>
                </c:pt>
                <c:pt idx="4105">
                  <c:v>4.8313600000000001</c:v>
                </c:pt>
                <c:pt idx="4106">
                  <c:v>4.8316600000000003</c:v>
                </c:pt>
                <c:pt idx="4107">
                  <c:v>4.8319700000000001</c:v>
                </c:pt>
                <c:pt idx="4108">
                  <c:v>4.8322700000000003</c:v>
                </c:pt>
                <c:pt idx="4109">
                  <c:v>4.8325800000000001</c:v>
                </c:pt>
                <c:pt idx="4110">
                  <c:v>4.8328800000000003</c:v>
                </c:pt>
                <c:pt idx="4111">
                  <c:v>4.8331900000000001</c:v>
                </c:pt>
                <c:pt idx="4112">
                  <c:v>4.8334900000000003</c:v>
                </c:pt>
                <c:pt idx="4113">
                  <c:v>4.8338000000000001</c:v>
                </c:pt>
                <c:pt idx="4114">
                  <c:v>4.8341000000000003</c:v>
                </c:pt>
                <c:pt idx="4115">
                  <c:v>4.8344100000000001</c:v>
                </c:pt>
                <c:pt idx="4116">
                  <c:v>4.8347199999999999</c:v>
                </c:pt>
                <c:pt idx="4117">
                  <c:v>4.8350200000000001</c:v>
                </c:pt>
                <c:pt idx="4118">
                  <c:v>4.8353299999999999</c:v>
                </c:pt>
                <c:pt idx="4119">
                  <c:v>4.8356300000000001</c:v>
                </c:pt>
                <c:pt idx="4120">
                  <c:v>4.8359399999999999</c:v>
                </c:pt>
                <c:pt idx="4121">
                  <c:v>4.8362400000000001</c:v>
                </c:pt>
                <c:pt idx="4122">
                  <c:v>4.8365499999999999</c:v>
                </c:pt>
                <c:pt idx="4123">
                  <c:v>4.8368500000000001</c:v>
                </c:pt>
                <c:pt idx="4124">
                  <c:v>4.8371599999999999</c:v>
                </c:pt>
                <c:pt idx="4125">
                  <c:v>4.8374600000000001</c:v>
                </c:pt>
                <c:pt idx="4126">
                  <c:v>4.8377699999999999</c:v>
                </c:pt>
                <c:pt idx="4127">
                  <c:v>4.8380700000000001</c:v>
                </c:pt>
                <c:pt idx="4128">
                  <c:v>4.8383799999999999</c:v>
                </c:pt>
                <c:pt idx="4129">
                  <c:v>4.8386899999999997</c:v>
                </c:pt>
                <c:pt idx="4130">
                  <c:v>4.8389899999999999</c:v>
                </c:pt>
                <c:pt idx="4131">
                  <c:v>4.8392999999999997</c:v>
                </c:pt>
                <c:pt idx="4132">
                  <c:v>4.8395999999999999</c:v>
                </c:pt>
                <c:pt idx="4133">
                  <c:v>4.8399099999999997</c:v>
                </c:pt>
                <c:pt idx="4134">
                  <c:v>4.8402099999999999</c:v>
                </c:pt>
                <c:pt idx="4135">
                  <c:v>4.8405199999999997</c:v>
                </c:pt>
                <c:pt idx="4136">
                  <c:v>4.8408199999999999</c:v>
                </c:pt>
                <c:pt idx="4137">
                  <c:v>4.8411299999999997</c:v>
                </c:pt>
                <c:pt idx="4138">
                  <c:v>4.8414299999999999</c:v>
                </c:pt>
                <c:pt idx="4139">
                  <c:v>4.8417399999999997</c:v>
                </c:pt>
                <c:pt idx="4140">
                  <c:v>4.8420399999999999</c:v>
                </c:pt>
                <c:pt idx="4141">
                  <c:v>4.8423499999999997</c:v>
                </c:pt>
                <c:pt idx="4142">
                  <c:v>4.8426600000000004</c:v>
                </c:pt>
                <c:pt idx="4143">
                  <c:v>4.8429599999999997</c:v>
                </c:pt>
                <c:pt idx="4144">
                  <c:v>4.8432700000000004</c:v>
                </c:pt>
                <c:pt idx="4145">
                  <c:v>4.8435699999999997</c:v>
                </c:pt>
                <c:pt idx="4146">
                  <c:v>4.8438800000000004</c:v>
                </c:pt>
                <c:pt idx="4147">
                  <c:v>4.8441799999999997</c:v>
                </c:pt>
                <c:pt idx="4148">
                  <c:v>4.8444900000000004</c:v>
                </c:pt>
                <c:pt idx="4149">
                  <c:v>4.8447899999999997</c:v>
                </c:pt>
                <c:pt idx="4150">
                  <c:v>4.8451000000000004</c:v>
                </c:pt>
                <c:pt idx="4151">
                  <c:v>4.8453999999999997</c:v>
                </c:pt>
                <c:pt idx="4152">
                  <c:v>4.8457100000000004</c:v>
                </c:pt>
                <c:pt idx="4153">
                  <c:v>4.8460099999999997</c:v>
                </c:pt>
                <c:pt idx="4154">
                  <c:v>4.8463200000000004</c:v>
                </c:pt>
                <c:pt idx="4155">
                  <c:v>4.8466300000000002</c:v>
                </c:pt>
                <c:pt idx="4156">
                  <c:v>4.8469300000000004</c:v>
                </c:pt>
                <c:pt idx="4157">
                  <c:v>4.8472400000000002</c:v>
                </c:pt>
                <c:pt idx="4158">
                  <c:v>4.8475400000000004</c:v>
                </c:pt>
                <c:pt idx="4159">
                  <c:v>4.8478500000000002</c:v>
                </c:pt>
                <c:pt idx="4160">
                  <c:v>4.8481500000000004</c:v>
                </c:pt>
                <c:pt idx="4161">
                  <c:v>4.8484600000000002</c:v>
                </c:pt>
                <c:pt idx="4162">
                  <c:v>4.8487600000000004</c:v>
                </c:pt>
                <c:pt idx="4163">
                  <c:v>4.8490700000000002</c:v>
                </c:pt>
                <c:pt idx="4164">
                  <c:v>4.8493700000000004</c:v>
                </c:pt>
                <c:pt idx="4165">
                  <c:v>4.8496800000000002</c:v>
                </c:pt>
                <c:pt idx="4166">
                  <c:v>4.84999</c:v>
                </c:pt>
                <c:pt idx="4167">
                  <c:v>4.8502900000000002</c:v>
                </c:pt>
                <c:pt idx="4168">
                  <c:v>4.8506</c:v>
                </c:pt>
                <c:pt idx="4169">
                  <c:v>4.8509000000000002</c:v>
                </c:pt>
                <c:pt idx="4170">
                  <c:v>4.85121</c:v>
                </c:pt>
                <c:pt idx="4171">
                  <c:v>4.8515100000000002</c:v>
                </c:pt>
                <c:pt idx="4172">
                  <c:v>4.85182</c:v>
                </c:pt>
                <c:pt idx="4173">
                  <c:v>4.8521200000000002</c:v>
                </c:pt>
                <c:pt idx="4174">
                  <c:v>4.85243</c:v>
                </c:pt>
                <c:pt idx="4175">
                  <c:v>4.8527300000000002</c:v>
                </c:pt>
                <c:pt idx="4176">
                  <c:v>4.85304</c:v>
                </c:pt>
                <c:pt idx="4177">
                  <c:v>4.8533400000000002</c:v>
                </c:pt>
                <c:pt idx="4178">
                  <c:v>4.85365</c:v>
                </c:pt>
                <c:pt idx="4179">
                  <c:v>4.8539599999999998</c:v>
                </c:pt>
                <c:pt idx="4180">
                  <c:v>4.85426</c:v>
                </c:pt>
                <c:pt idx="4181">
                  <c:v>4.8545699999999998</c:v>
                </c:pt>
                <c:pt idx="4182">
                  <c:v>4.85487</c:v>
                </c:pt>
                <c:pt idx="4183">
                  <c:v>4.8551799999999998</c:v>
                </c:pt>
                <c:pt idx="4184">
                  <c:v>4.85548</c:v>
                </c:pt>
                <c:pt idx="4185">
                  <c:v>4.8557899999999998</c:v>
                </c:pt>
                <c:pt idx="4186">
                  <c:v>4.85609</c:v>
                </c:pt>
                <c:pt idx="4187">
                  <c:v>4.8563999999999998</c:v>
                </c:pt>
                <c:pt idx="4188">
                  <c:v>4.8567</c:v>
                </c:pt>
                <c:pt idx="4189">
                  <c:v>4.8570099999999998</c:v>
                </c:pt>
                <c:pt idx="4190">
                  <c:v>4.85731</c:v>
                </c:pt>
                <c:pt idx="4191">
                  <c:v>4.8576199999999998</c:v>
                </c:pt>
                <c:pt idx="4192">
                  <c:v>4.8579299999999996</c:v>
                </c:pt>
                <c:pt idx="4193">
                  <c:v>4.8582299999999998</c:v>
                </c:pt>
                <c:pt idx="4194">
                  <c:v>4.8585399999999996</c:v>
                </c:pt>
                <c:pt idx="4195">
                  <c:v>4.8588399999999998</c:v>
                </c:pt>
                <c:pt idx="4196">
                  <c:v>4.8591499999999996</c:v>
                </c:pt>
                <c:pt idx="4197">
                  <c:v>4.8594499999999998</c:v>
                </c:pt>
                <c:pt idx="4198">
                  <c:v>4.8597599999999996</c:v>
                </c:pt>
                <c:pt idx="4199">
                  <c:v>4.8600599999999998</c:v>
                </c:pt>
                <c:pt idx="4200">
                  <c:v>4.8603699999999996</c:v>
                </c:pt>
                <c:pt idx="4201">
                  <c:v>4.8606699999999998</c:v>
                </c:pt>
                <c:pt idx="4202">
                  <c:v>4.8609799999999996</c:v>
                </c:pt>
                <c:pt idx="4203">
                  <c:v>4.8612799999999998</c:v>
                </c:pt>
                <c:pt idx="4204">
                  <c:v>4.8615899999999996</c:v>
                </c:pt>
                <c:pt idx="4205">
                  <c:v>4.8619000000000003</c:v>
                </c:pt>
                <c:pt idx="4206">
                  <c:v>4.8621999999999996</c:v>
                </c:pt>
                <c:pt idx="4207">
                  <c:v>4.8625100000000003</c:v>
                </c:pt>
                <c:pt idx="4208">
                  <c:v>4.8628099999999996</c:v>
                </c:pt>
                <c:pt idx="4209">
                  <c:v>4.8631200000000003</c:v>
                </c:pt>
                <c:pt idx="4210">
                  <c:v>4.8634199999999996</c:v>
                </c:pt>
                <c:pt idx="4211">
                  <c:v>4.8637300000000003</c:v>
                </c:pt>
                <c:pt idx="4212">
                  <c:v>4.8640299999999996</c:v>
                </c:pt>
                <c:pt idx="4213">
                  <c:v>4.8643400000000003</c:v>
                </c:pt>
                <c:pt idx="4214">
                  <c:v>4.8646399999999996</c:v>
                </c:pt>
                <c:pt idx="4215">
                  <c:v>4.8649500000000003</c:v>
                </c:pt>
                <c:pt idx="4216">
                  <c:v>4.8652499999999996</c:v>
                </c:pt>
                <c:pt idx="4217">
                  <c:v>4.8655600000000003</c:v>
                </c:pt>
                <c:pt idx="4218">
                  <c:v>4.8658700000000001</c:v>
                </c:pt>
                <c:pt idx="4219">
                  <c:v>4.8661700000000003</c:v>
                </c:pt>
                <c:pt idx="4220">
                  <c:v>4.8664800000000001</c:v>
                </c:pt>
                <c:pt idx="4221">
                  <c:v>4.8667800000000003</c:v>
                </c:pt>
                <c:pt idx="4222">
                  <c:v>4.8670900000000001</c:v>
                </c:pt>
                <c:pt idx="4223">
                  <c:v>4.8673900000000003</c:v>
                </c:pt>
                <c:pt idx="4224">
                  <c:v>4.8677000000000001</c:v>
                </c:pt>
                <c:pt idx="4225">
                  <c:v>4.8680000000000003</c:v>
                </c:pt>
                <c:pt idx="4226">
                  <c:v>4.8683100000000001</c:v>
                </c:pt>
                <c:pt idx="4227">
                  <c:v>4.8686100000000003</c:v>
                </c:pt>
                <c:pt idx="4228">
                  <c:v>4.8689200000000001</c:v>
                </c:pt>
                <c:pt idx="4229">
                  <c:v>4.8692299999999999</c:v>
                </c:pt>
                <c:pt idx="4230">
                  <c:v>4.8695300000000001</c:v>
                </c:pt>
                <c:pt idx="4231">
                  <c:v>4.8698399999999999</c:v>
                </c:pt>
                <c:pt idx="4232">
                  <c:v>4.8701400000000001</c:v>
                </c:pt>
                <c:pt idx="4233">
                  <c:v>4.8704499999999999</c:v>
                </c:pt>
                <c:pt idx="4234">
                  <c:v>4.8707500000000001</c:v>
                </c:pt>
                <c:pt idx="4235">
                  <c:v>4.8710599999999999</c:v>
                </c:pt>
                <c:pt idx="4236">
                  <c:v>4.8713600000000001</c:v>
                </c:pt>
                <c:pt idx="4237">
                  <c:v>4.8716699999999999</c:v>
                </c:pt>
                <c:pt idx="4238">
                  <c:v>4.8719700000000001</c:v>
                </c:pt>
                <c:pt idx="4239">
                  <c:v>4.8722799999999999</c:v>
                </c:pt>
                <c:pt idx="4240">
                  <c:v>4.8725800000000001</c:v>
                </c:pt>
                <c:pt idx="4241">
                  <c:v>4.8728899999999999</c:v>
                </c:pt>
                <c:pt idx="4242">
                  <c:v>4.8731999999999998</c:v>
                </c:pt>
                <c:pt idx="4243">
                  <c:v>4.8734999999999999</c:v>
                </c:pt>
                <c:pt idx="4244">
                  <c:v>4.8738099999999998</c:v>
                </c:pt>
                <c:pt idx="4245">
                  <c:v>4.8741099999999999</c:v>
                </c:pt>
                <c:pt idx="4246">
                  <c:v>4.8744199999999998</c:v>
                </c:pt>
                <c:pt idx="4247">
                  <c:v>4.8747199999999999</c:v>
                </c:pt>
                <c:pt idx="4248">
                  <c:v>4.8750299999999998</c:v>
                </c:pt>
                <c:pt idx="4249">
                  <c:v>4.8753299999999999</c:v>
                </c:pt>
                <c:pt idx="4250">
                  <c:v>4.8756399999999998</c:v>
                </c:pt>
                <c:pt idx="4251">
                  <c:v>4.8759399999999999</c:v>
                </c:pt>
                <c:pt idx="4252">
                  <c:v>4.8762499999999998</c:v>
                </c:pt>
                <c:pt idx="4253">
                  <c:v>4.8765499999999999</c:v>
                </c:pt>
                <c:pt idx="4254">
                  <c:v>4.8768599999999998</c:v>
                </c:pt>
                <c:pt idx="4255">
                  <c:v>4.8771699999999996</c:v>
                </c:pt>
                <c:pt idx="4256">
                  <c:v>4.8774699999999998</c:v>
                </c:pt>
                <c:pt idx="4257">
                  <c:v>4.8777799999999996</c:v>
                </c:pt>
                <c:pt idx="4258">
                  <c:v>4.8780799999999997</c:v>
                </c:pt>
                <c:pt idx="4259">
                  <c:v>4.8783899999999996</c:v>
                </c:pt>
                <c:pt idx="4260">
                  <c:v>4.8786899999999997</c:v>
                </c:pt>
                <c:pt idx="4261">
                  <c:v>4.8789999999999996</c:v>
                </c:pt>
                <c:pt idx="4262">
                  <c:v>4.8792999999999997</c:v>
                </c:pt>
                <c:pt idx="4263">
                  <c:v>4.8796099999999996</c:v>
                </c:pt>
                <c:pt idx="4264">
                  <c:v>4.8799099999999997</c:v>
                </c:pt>
                <c:pt idx="4265">
                  <c:v>4.8802199999999996</c:v>
                </c:pt>
                <c:pt idx="4266">
                  <c:v>4.8805199999999997</c:v>
                </c:pt>
                <c:pt idx="4267">
                  <c:v>4.8808299999999996</c:v>
                </c:pt>
                <c:pt idx="4268">
                  <c:v>4.8811400000000003</c:v>
                </c:pt>
                <c:pt idx="4269">
                  <c:v>4.8814399999999996</c:v>
                </c:pt>
                <c:pt idx="4270">
                  <c:v>4.8817500000000003</c:v>
                </c:pt>
                <c:pt idx="4271">
                  <c:v>4.8820499999999996</c:v>
                </c:pt>
                <c:pt idx="4272">
                  <c:v>4.8823600000000003</c:v>
                </c:pt>
                <c:pt idx="4273">
                  <c:v>4.8826599999999996</c:v>
                </c:pt>
                <c:pt idx="4274">
                  <c:v>4.8829700000000003</c:v>
                </c:pt>
                <c:pt idx="4275">
                  <c:v>4.8832700000000004</c:v>
                </c:pt>
                <c:pt idx="4276">
                  <c:v>4.8835800000000003</c:v>
                </c:pt>
                <c:pt idx="4277">
                  <c:v>4.8838800000000004</c:v>
                </c:pt>
                <c:pt idx="4278">
                  <c:v>4.8841900000000003</c:v>
                </c:pt>
                <c:pt idx="4279">
                  <c:v>4.8844900000000004</c:v>
                </c:pt>
                <c:pt idx="4280">
                  <c:v>4.8848000000000003</c:v>
                </c:pt>
                <c:pt idx="4281">
                  <c:v>4.8851100000000001</c:v>
                </c:pt>
                <c:pt idx="4282">
                  <c:v>4.8854100000000003</c:v>
                </c:pt>
                <c:pt idx="4283">
                  <c:v>4.8857200000000001</c:v>
                </c:pt>
                <c:pt idx="4284">
                  <c:v>4.8860200000000003</c:v>
                </c:pt>
                <c:pt idx="4285">
                  <c:v>4.8863300000000001</c:v>
                </c:pt>
                <c:pt idx="4286">
                  <c:v>4.8866300000000003</c:v>
                </c:pt>
                <c:pt idx="4287">
                  <c:v>4.8869400000000001</c:v>
                </c:pt>
                <c:pt idx="4288">
                  <c:v>4.8872400000000003</c:v>
                </c:pt>
                <c:pt idx="4289">
                  <c:v>4.8875500000000001</c:v>
                </c:pt>
                <c:pt idx="4290">
                  <c:v>4.8878500000000003</c:v>
                </c:pt>
                <c:pt idx="4291">
                  <c:v>4.8881600000000001</c:v>
                </c:pt>
                <c:pt idx="4292">
                  <c:v>4.8884699999999999</c:v>
                </c:pt>
                <c:pt idx="4293">
                  <c:v>4.8887700000000001</c:v>
                </c:pt>
                <c:pt idx="4294">
                  <c:v>4.8890799999999999</c:v>
                </c:pt>
                <c:pt idx="4295">
                  <c:v>4.8893800000000001</c:v>
                </c:pt>
                <c:pt idx="4296">
                  <c:v>4.8896899999999999</c:v>
                </c:pt>
                <c:pt idx="4297">
                  <c:v>4.8899900000000001</c:v>
                </c:pt>
                <c:pt idx="4298">
                  <c:v>4.8902999999999999</c:v>
                </c:pt>
                <c:pt idx="4299">
                  <c:v>4.8906000000000001</c:v>
                </c:pt>
                <c:pt idx="4300">
                  <c:v>4.8909099999999999</c:v>
                </c:pt>
                <c:pt idx="4301">
                  <c:v>4.8912100000000001</c:v>
                </c:pt>
                <c:pt idx="4302">
                  <c:v>4.8915199999999999</c:v>
                </c:pt>
                <c:pt idx="4303">
                  <c:v>4.8918200000000001</c:v>
                </c:pt>
                <c:pt idx="4304">
                  <c:v>4.8921299999999999</c:v>
                </c:pt>
                <c:pt idx="4305">
                  <c:v>4.8924399999999997</c:v>
                </c:pt>
                <c:pt idx="4306">
                  <c:v>4.8927399999999999</c:v>
                </c:pt>
                <c:pt idx="4307">
                  <c:v>4.8930499999999997</c:v>
                </c:pt>
                <c:pt idx="4308">
                  <c:v>4.8933499999999999</c:v>
                </c:pt>
                <c:pt idx="4309">
                  <c:v>4.8936599999999997</c:v>
                </c:pt>
                <c:pt idx="4310">
                  <c:v>4.8939599999999999</c:v>
                </c:pt>
                <c:pt idx="4311">
                  <c:v>4.8942699999999997</c:v>
                </c:pt>
                <c:pt idx="4312">
                  <c:v>4.8945699999999999</c:v>
                </c:pt>
                <c:pt idx="4313">
                  <c:v>4.8948799999999997</c:v>
                </c:pt>
                <c:pt idx="4314">
                  <c:v>4.8951799999999999</c:v>
                </c:pt>
                <c:pt idx="4315">
                  <c:v>4.8954899999999997</c:v>
                </c:pt>
                <c:pt idx="4316">
                  <c:v>4.8957899999999999</c:v>
                </c:pt>
                <c:pt idx="4317">
                  <c:v>4.8960999999999997</c:v>
                </c:pt>
                <c:pt idx="4318">
                  <c:v>4.8964100000000004</c:v>
                </c:pt>
                <c:pt idx="4319">
                  <c:v>4.8967099999999997</c:v>
                </c:pt>
                <c:pt idx="4320">
                  <c:v>4.8970200000000004</c:v>
                </c:pt>
                <c:pt idx="4321">
                  <c:v>4.8973199999999997</c:v>
                </c:pt>
                <c:pt idx="4322">
                  <c:v>4.8976300000000004</c:v>
                </c:pt>
                <c:pt idx="4323">
                  <c:v>4.8979299999999997</c:v>
                </c:pt>
                <c:pt idx="4324">
                  <c:v>4.8982400000000004</c:v>
                </c:pt>
                <c:pt idx="4325">
                  <c:v>4.8985399999999997</c:v>
                </c:pt>
                <c:pt idx="4326">
                  <c:v>4.8988500000000004</c:v>
                </c:pt>
                <c:pt idx="4327">
                  <c:v>4.8991499999999997</c:v>
                </c:pt>
                <c:pt idx="4328">
                  <c:v>4.8994600000000004</c:v>
                </c:pt>
                <c:pt idx="4329">
                  <c:v>4.8997599999999997</c:v>
                </c:pt>
                <c:pt idx="4330">
                  <c:v>4.9000700000000004</c:v>
                </c:pt>
                <c:pt idx="4331">
                  <c:v>4.9003800000000002</c:v>
                </c:pt>
                <c:pt idx="4332">
                  <c:v>4.9006800000000004</c:v>
                </c:pt>
                <c:pt idx="4333">
                  <c:v>4.9009900000000002</c:v>
                </c:pt>
                <c:pt idx="4334">
                  <c:v>4.9012900000000004</c:v>
                </c:pt>
                <c:pt idx="4335">
                  <c:v>4.9016000000000002</c:v>
                </c:pt>
                <c:pt idx="4336">
                  <c:v>4.9019000000000004</c:v>
                </c:pt>
                <c:pt idx="4337">
                  <c:v>4.9022100000000002</c:v>
                </c:pt>
                <c:pt idx="4338">
                  <c:v>4.9025100000000004</c:v>
                </c:pt>
                <c:pt idx="4339">
                  <c:v>4.9028200000000002</c:v>
                </c:pt>
                <c:pt idx="4340">
                  <c:v>4.9031200000000004</c:v>
                </c:pt>
                <c:pt idx="4341">
                  <c:v>4.9034300000000002</c:v>
                </c:pt>
                <c:pt idx="4342">
                  <c:v>4.90374</c:v>
                </c:pt>
                <c:pt idx="4343">
                  <c:v>4.9040400000000002</c:v>
                </c:pt>
                <c:pt idx="4344">
                  <c:v>4.90435</c:v>
                </c:pt>
                <c:pt idx="4345">
                  <c:v>4.9046500000000002</c:v>
                </c:pt>
                <c:pt idx="4346">
                  <c:v>4.90496</c:v>
                </c:pt>
                <c:pt idx="4347">
                  <c:v>4.9052600000000002</c:v>
                </c:pt>
                <c:pt idx="4348">
                  <c:v>4.90557</c:v>
                </c:pt>
                <c:pt idx="4349">
                  <c:v>4.9058700000000002</c:v>
                </c:pt>
                <c:pt idx="4350">
                  <c:v>4.90618</c:v>
                </c:pt>
                <c:pt idx="4351">
                  <c:v>4.9064800000000002</c:v>
                </c:pt>
                <c:pt idx="4352">
                  <c:v>4.90679</c:v>
                </c:pt>
                <c:pt idx="4353">
                  <c:v>4.9070900000000002</c:v>
                </c:pt>
                <c:pt idx="4354">
                  <c:v>4.9074</c:v>
                </c:pt>
                <c:pt idx="4355">
                  <c:v>4.9077099999999998</c:v>
                </c:pt>
                <c:pt idx="4356">
                  <c:v>4.90801</c:v>
                </c:pt>
                <c:pt idx="4357">
                  <c:v>4.9083199999999998</c:v>
                </c:pt>
                <c:pt idx="4358">
                  <c:v>4.90862</c:v>
                </c:pt>
                <c:pt idx="4359">
                  <c:v>4.9089299999999998</c:v>
                </c:pt>
                <c:pt idx="4360">
                  <c:v>4.90923</c:v>
                </c:pt>
                <c:pt idx="4361">
                  <c:v>4.9095399999999998</c:v>
                </c:pt>
                <c:pt idx="4362">
                  <c:v>4.90984</c:v>
                </c:pt>
                <c:pt idx="4363">
                  <c:v>4.9101499999999998</c:v>
                </c:pt>
                <c:pt idx="4364">
                  <c:v>4.91045</c:v>
                </c:pt>
                <c:pt idx="4365">
                  <c:v>4.9107599999999998</c:v>
                </c:pt>
                <c:pt idx="4366">
                  <c:v>4.91106</c:v>
                </c:pt>
                <c:pt idx="4367">
                  <c:v>4.9113699999999998</c:v>
                </c:pt>
                <c:pt idx="4368">
                  <c:v>4.9116799999999996</c:v>
                </c:pt>
                <c:pt idx="4369">
                  <c:v>4.9119799999999998</c:v>
                </c:pt>
                <c:pt idx="4370">
                  <c:v>4.9122899999999996</c:v>
                </c:pt>
                <c:pt idx="4371">
                  <c:v>4.9125899999999998</c:v>
                </c:pt>
                <c:pt idx="4372">
                  <c:v>4.9128999999999996</c:v>
                </c:pt>
                <c:pt idx="4373">
                  <c:v>4.9131999999999998</c:v>
                </c:pt>
                <c:pt idx="4374">
                  <c:v>4.9135099999999996</c:v>
                </c:pt>
                <c:pt idx="4375">
                  <c:v>4.9138099999999998</c:v>
                </c:pt>
                <c:pt idx="4376">
                  <c:v>4.9141199999999996</c:v>
                </c:pt>
                <c:pt idx="4377">
                  <c:v>4.9144199999999998</c:v>
                </c:pt>
                <c:pt idx="4378">
                  <c:v>4.9147299999999996</c:v>
                </c:pt>
                <c:pt idx="4379">
                  <c:v>4.9150299999999998</c:v>
                </c:pt>
                <c:pt idx="4380">
                  <c:v>4.9153399999999996</c:v>
                </c:pt>
                <c:pt idx="4381">
                  <c:v>4.9156500000000003</c:v>
                </c:pt>
                <c:pt idx="4382">
                  <c:v>4.9159499999999996</c:v>
                </c:pt>
                <c:pt idx="4383">
                  <c:v>4.9162600000000003</c:v>
                </c:pt>
                <c:pt idx="4384">
                  <c:v>4.9165599999999996</c:v>
                </c:pt>
                <c:pt idx="4385">
                  <c:v>4.9168700000000003</c:v>
                </c:pt>
                <c:pt idx="4386">
                  <c:v>4.9171699999999996</c:v>
                </c:pt>
                <c:pt idx="4387">
                  <c:v>4.9174800000000003</c:v>
                </c:pt>
                <c:pt idx="4388">
                  <c:v>4.9177799999999996</c:v>
                </c:pt>
                <c:pt idx="4389">
                  <c:v>4.9180900000000003</c:v>
                </c:pt>
                <c:pt idx="4390">
                  <c:v>4.9183899999999996</c:v>
                </c:pt>
                <c:pt idx="4391">
                  <c:v>4.9187000000000003</c:v>
                </c:pt>
                <c:pt idx="4392">
                  <c:v>4.9189999999999996</c:v>
                </c:pt>
                <c:pt idx="4393">
                  <c:v>4.9193100000000003</c:v>
                </c:pt>
                <c:pt idx="4394">
                  <c:v>4.9196200000000001</c:v>
                </c:pt>
                <c:pt idx="4395">
                  <c:v>4.9199200000000003</c:v>
                </c:pt>
                <c:pt idx="4396">
                  <c:v>4.9202300000000001</c:v>
                </c:pt>
                <c:pt idx="4397">
                  <c:v>4.9205300000000003</c:v>
                </c:pt>
                <c:pt idx="4398">
                  <c:v>4.9208400000000001</c:v>
                </c:pt>
                <c:pt idx="4399">
                  <c:v>4.9211400000000003</c:v>
                </c:pt>
                <c:pt idx="4400">
                  <c:v>4.9214500000000001</c:v>
                </c:pt>
                <c:pt idx="4401">
                  <c:v>4.9217500000000003</c:v>
                </c:pt>
                <c:pt idx="4402">
                  <c:v>4.9220600000000001</c:v>
                </c:pt>
                <c:pt idx="4403">
                  <c:v>4.9223600000000003</c:v>
                </c:pt>
                <c:pt idx="4404">
                  <c:v>4.9226700000000001</c:v>
                </c:pt>
                <c:pt idx="4405">
                  <c:v>4.9229799999999999</c:v>
                </c:pt>
                <c:pt idx="4406">
                  <c:v>4.9232800000000001</c:v>
                </c:pt>
                <c:pt idx="4407">
                  <c:v>4.9235899999999999</c:v>
                </c:pt>
                <c:pt idx="4408">
                  <c:v>4.9238900000000001</c:v>
                </c:pt>
                <c:pt idx="4409">
                  <c:v>4.9241999999999999</c:v>
                </c:pt>
                <c:pt idx="4410">
                  <c:v>4.9245000000000001</c:v>
                </c:pt>
                <c:pt idx="4411">
                  <c:v>4.9248099999999999</c:v>
                </c:pt>
                <c:pt idx="4412">
                  <c:v>4.9251100000000001</c:v>
                </c:pt>
                <c:pt idx="4413">
                  <c:v>4.9254199999999999</c:v>
                </c:pt>
                <c:pt idx="4414">
                  <c:v>4.9257200000000001</c:v>
                </c:pt>
                <c:pt idx="4415">
                  <c:v>4.9260299999999999</c:v>
                </c:pt>
                <c:pt idx="4416">
                  <c:v>4.9263300000000001</c:v>
                </c:pt>
                <c:pt idx="4417">
                  <c:v>4.9266399999999999</c:v>
                </c:pt>
                <c:pt idx="4418">
                  <c:v>4.9269499999999997</c:v>
                </c:pt>
                <c:pt idx="4419">
                  <c:v>4.9272499999999999</c:v>
                </c:pt>
                <c:pt idx="4420">
                  <c:v>4.9275599999999997</c:v>
                </c:pt>
                <c:pt idx="4421">
                  <c:v>4.9278599999999999</c:v>
                </c:pt>
                <c:pt idx="4422">
                  <c:v>4.9281699999999997</c:v>
                </c:pt>
                <c:pt idx="4423">
                  <c:v>4.9284699999999999</c:v>
                </c:pt>
                <c:pt idx="4424">
                  <c:v>4.9287799999999997</c:v>
                </c:pt>
                <c:pt idx="4425">
                  <c:v>4.9290799999999999</c:v>
                </c:pt>
                <c:pt idx="4426">
                  <c:v>4.9293899999999997</c:v>
                </c:pt>
                <c:pt idx="4427">
                  <c:v>4.9296899999999999</c:v>
                </c:pt>
                <c:pt idx="4428">
                  <c:v>4.93</c:v>
                </c:pt>
                <c:pt idx="4429">
                  <c:v>4.9302999999999999</c:v>
                </c:pt>
                <c:pt idx="4430">
                  <c:v>4.9306099999999997</c:v>
                </c:pt>
                <c:pt idx="4431">
                  <c:v>4.9309200000000004</c:v>
                </c:pt>
                <c:pt idx="4432">
                  <c:v>4.9312199999999997</c:v>
                </c:pt>
                <c:pt idx="4433">
                  <c:v>4.9315300000000004</c:v>
                </c:pt>
                <c:pt idx="4434">
                  <c:v>4.9318299999999997</c:v>
                </c:pt>
                <c:pt idx="4435">
                  <c:v>4.9321400000000004</c:v>
                </c:pt>
                <c:pt idx="4436">
                  <c:v>4.9324399999999997</c:v>
                </c:pt>
                <c:pt idx="4437">
                  <c:v>4.9327500000000004</c:v>
                </c:pt>
                <c:pt idx="4438">
                  <c:v>4.9330499999999997</c:v>
                </c:pt>
                <c:pt idx="4439">
                  <c:v>4.9333600000000004</c:v>
                </c:pt>
                <c:pt idx="4440">
                  <c:v>4.9336599999999997</c:v>
                </c:pt>
                <c:pt idx="4441">
                  <c:v>4.9339700000000004</c:v>
                </c:pt>
                <c:pt idx="4442">
                  <c:v>4.9342699999999997</c:v>
                </c:pt>
                <c:pt idx="4443">
                  <c:v>4.9345800000000004</c:v>
                </c:pt>
                <c:pt idx="4444">
                  <c:v>4.9348900000000002</c:v>
                </c:pt>
                <c:pt idx="4445">
                  <c:v>4.9351900000000004</c:v>
                </c:pt>
                <c:pt idx="4446">
                  <c:v>4.9355000000000002</c:v>
                </c:pt>
                <c:pt idx="4447">
                  <c:v>4.9358000000000004</c:v>
                </c:pt>
                <c:pt idx="4448">
                  <c:v>4.9361100000000002</c:v>
                </c:pt>
                <c:pt idx="4449">
                  <c:v>4.9364100000000004</c:v>
                </c:pt>
                <c:pt idx="4450">
                  <c:v>4.9367200000000002</c:v>
                </c:pt>
                <c:pt idx="4451">
                  <c:v>4.9370200000000004</c:v>
                </c:pt>
                <c:pt idx="4452">
                  <c:v>4.9373300000000002</c:v>
                </c:pt>
                <c:pt idx="4453">
                  <c:v>4.9376300000000004</c:v>
                </c:pt>
                <c:pt idx="4454">
                  <c:v>4.9379400000000002</c:v>
                </c:pt>
                <c:pt idx="4455">
                  <c:v>4.9382400000000004</c:v>
                </c:pt>
                <c:pt idx="4456">
                  <c:v>4.9385500000000002</c:v>
                </c:pt>
                <c:pt idx="4457">
                  <c:v>4.93886</c:v>
                </c:pt>
                <c:pt idx="4458">
                  <c:v>4.9391600000000002</c:v>
                </c:pt>
                <c:pt idx="4459">
                  <c:v>4.93947</c:v>
                </c:pt>
                <c:pt idx="4460">
                  <c:v>4.9397700000000002</c:v>
                </c:pt>
                <c:pt idx="4461">
                  <c:v>4.94008</c:v>
                </c:pt>
                <c:pt idx="4462">
                  <c:v>4.9403800000000002</c:v>
                </c:pt>
                <c:pt idx="4463">
                  <c:v>4.94069</c:v>
                </c:pt>
                <c:pt idx="4464">
                  <c:v>4.9409900000000002</c:v>
                </c:pt>
                <c:pt idx="4465">
                  <c:v>4.9413</c:v>
                </c:pt>
                <c:pt idx="4466">
                  <c:v>4.9416000000000002</c:v>
                </c:pt>
                <c:pt idx="4467">
                  <c:v>4.94191</c:v>
                </c:pt>
                <c:pt idx="4468">
                  <c:v>4.9422199999999998</c:v>
                </c:pt>
                <c:pt idx="4469">
                  <c:v>4.94252</c:v>
                </c:pt>
                <c:pt idx="4470">
                  <c:v>4.9428299999999998</c:v>
                </c:pt>
                <c:pt idx="4471">
                  <c:v>4.94313</c:v>
                </c:pt>
                <c:pt idx="4472">
                  <c:v>4.9434399999999998</c:v>
                </c:pt>
                <c:pt idx="4473">
                  <c:v>4.94374</c:v>
                </c:pt>
                <c:pt idx="4474">
                  <c:v>4.9440499999999998</c:v>
                </c:pt>
                <c:pt idx="4475">
                  <c:v>4.94435</c:v>
                </c:pt>
                <c:pt idx="4476">
                  <c:v>4.9446599999999998</c:v>
                </c:pt>
                <c:pt idx="4477">
                  <c:v>4.94496</c:v>
                </c:pt>
                <c:pt idx="4478">
                  <c:v>4.9452699999999998</c:v>
                </c:pt>
                <c:pt idx="4479">
                  <c:v>4.94557</c:v>
                </c:pt>
                <c:pt idx="4480">
                  <c:v>4.9458799999999998</c:v>
                </c:pt>
                <c:pt idx="4481">
                  <c:v>4.9461899999999996</c:v>
                </c:pt>
                <c:pt idx="4482">
                  <c:v>4.9464899999999998</c:v>
                </c:pt>
                <c:pt idx="4483">
                  <c:v>4.9467999999999996</c:v>
                </c:pt>
                <c:pt idx="4484">
                  <c:v>4.9470999999999998</c:v>
                </c:pt>
                <c:pt idx="4485">
                  <c:v>4.9474099999999996</c:v>
                </c:pt>
                <c:pt idx="4486">
                  <c:v>4.9477099999999998</c:v>
                </c:pt>
                <c:pt idx="4487">
                  <c:v>4.9480199999999996</c:v>
                </c:pt>
                <c:pt idx="4488">
                  <c:v>4.9483199999999998</c:v>
                </c:pt>
                <c:pt idx="4489">
                  <c:v>4.9486299999999996</c:v>
                </c:pt>
                <c:pt idx="4490">
                  <c:v>4.9489299999999998</c:v>
                </c:pt>
                <c:pt idx="4491">
                  <c:v>4.9492399999999996</c:v>
                </c:pt>
                <c:pt idx="4492">
                  <c:v>4.9495399999999998</c:v>
                </c:pt>
                <c:pt idx="4493">
                  <c:v>4.9498499999999996</c:v>
                </c:pt>
                <c:pt idx="4494">
                  <c:v>4.9501600000000003</c:v>
                </c:pt>
                <c:pt idx="4495">
                  <c:v>4.9504599999999996</c:v>
                </c:pt>
                <c:pt idx="4496">
                  <c:v>4.9507700000000003</c:v>
                </c:pt>
                <c:pt idx="4497">
                  <c:v>4.9510699999999996</c:v>
                </c:pt>
                <c:pt idx="4498">
                  <c:v>4.9513800000000003</c:v>
                </c:pt>
                <c:pt idx="4499">
                  <c:v>4.9516799999999996</c:v>
                </c:pt>
                <c:pt idx="4500">
                  <c:v>4.9519900000000003</c:v>
                </c:pt>
                <c:pt idx="4501">
                  <c:v>4.9522899999999996</c:v>
                </c:pt>
                <c:pt idx="4502">
                  <c:v>4.9526000000000003</c:v>
                </c:pt>
                <c:pt idx="4503">
                  <c:v>4.9528999999999996</c:v>
                </c:pt>
                <c:pt idx="4504">
                  <c:v>4.9532100000000003</c:v>
                </c:pt>
                <c:pt idx="4505">
                  <c:v>4.9535099999999996</c:v>
                </c:pt>
                <c:pt idx="4506">
                  <c:v>4.9538200000000003</c:v>
                </c:pt>
                <c:pt idx="4507">
                  <c:v>4.9541300000000001</c:v>
                </c:pt>
                <c:pt idx="4508">
                  <c:v>4.9544300000000003</c:v>
                </c:pt>
                <c:pt idx="4509">
                  <c:v>4.9547400000000001</c:v>
                </c:pt>
                <c:pt idx="4510">
                  <c:v>4.9550400000000003</c:v>
                </c:pt>
                <c:pt idx="4511">
                  <c:v>4.9553500000000001</c:v>
                </c:pt>
                <c:pt idx="4512">
                  <c:v>4.9556500000000003</c:v>
                </c:pt>
                <c:pt idx="4513">
                  <c:v>4.9559600000000001</c:v>
                </c:pt>
                <c:pt idx="4514">
                  <c:v>4.9562600000000003</c:v>
                </c:pt>
                <c:pt idx="4515">
                  <c:v>4.9565700000000001</c:v>
                </c:pt>
                <c:pt idx="4516">
                  <c:v>4.9568700000000003</c:v>
                </c:pt>
                <c:pt idx="4517">
                  <c:v>4.9571800000000001</c:v>
                </c:pt>
                <c:pt idx="4518">
                  <c:v>4.95749</c:v>
                </c:pt>
                <c:pt idx="4519">
                  <c:v>4.9577900000000001</c:v>
                </c:pt>
                <c:pt idx="4520">
                  <c:v>4.9581</c:v>
                </c:pt>
                <c:pt idx="4521">
                  <c:v>4.9584000000000001</c:v>
                </c:pt>
                <c:pt idx="4522">
                  <c:v>4.95871</c:v>
                </c:pt>
                <c:pt idx="4523">
                  <c:v>4.9590100000000001</c:v>
                </c:pt>
                <c:pt idx="4524">
                  <c:v>4.95932</c:v>
                </c:pt>
                <c:pt idx="4525">
                  <c:v>4.9596200000000001</c:v>
                </c:pt>
                <c:pt idx="4526">
                  <c:v>4.9599299999999999</c:v>
                </c:pt>
                <c:pt idx="4527">
                  <c:v>4.9602300000000001</c:v>
                </c:pt>
                <c:pt idx="4528">
                  <c:v>4.9605399999999999</c:v>
                </c:pt>
                <c:pt idx="4529">
                  <c:v>4.9608400000000001</c:v>
                </c:pt>
                <c:pt idx="4530">
                  <c:v>4.9611499999999999</c:v>
                </c:pt>
                <c:pt idx="4531">
                  <c:v>4.9614599999999998</c:v>
                </c:pt>
                <c:pt idx="4532">
                  <c:v>4.9617599999999999</c:v>
                </c:pt>
                <c:pt idx="4533">
                  <c:v>4.9620699999999998</c:v>
                </c:pt>
                <c:pt idx="4534">
                  <c:v>4.9623699999999999</c:v>
                </c:pt>
                <c:pt idx="4535">
                  <c:v>4.9626799999999998</c:v>
                </c:pt>
                <c:pt idx="4536">
                  <c:v>4.9629799999999999</c:v>
                </c:pt>
                <c:pt idx="4537">
                  <c:v>4.9632899999999998</c:v>
                </c:pt>
                <c:pt idx="4538">
                  <c:v>4.9635899999999999</c:v>
                </c:pt>
                <c:pt idx="4539">
                  <c:v>4.9638999999999998</c:v>
                </c:pt>
                <c:pt idx="4540">
                  <c:v>4.9641999999999999</c:v>
                </c:pt>
                <c:pt idx="4541">
                  <c:v>4.9645099999999998</c:v>
                </c:pt>
                <c:pt idx="4542">
                  <c:v>4.9648099999999999</c:v>
                </c:pt>
                <c:pt idx="4543">
                  <c:v>4.9651199999999998</c:v>
                </c:pt>
                <c:pt idx="4544">
                  <c:v>4.9654299999999996</c:v>
                </c:pt>
                <c:pt idx="4545">
                  <c:v>4.9657299999999998</c:v>
                </c:pt>
                <c:pt idx="4546">
                  <c:v>4.9660399999999996</c:v>
                </c:pt>
                <c:pt idx="4547">
                  <c:v>4.9663399999999998</c:v>
                </c:pt>
                <c:pt idx="4548">
                  <c:v>4.9666499999999996</c:v>
                </c:pt>
                <c:pt idx="4549">
                  <c:v>4.9669499999999998</c:v>
                </c:pt>
                <c:pt idx="4550">
                  <c:v>4.9672599999999996</c:v>
                </c:pt>
                <c:pt idx="4551">
                  <c:v>4.9675599999999998</c:v>
                </c:pt>
                <c:pt idx="4552">
                  <c:v>4.9678699999999996</c:v>
                </c:pt>
                <c:pt idx="4553">
                  <c:v>4.9681699999999998</c:v>
                </c:pt>
                <c:pt idx="4554">
                  <c:v>4.9684799999999996</c:v>
                </c:pt>
                <c:pt idx="4555">
                  <c:v>4.9687799999999998</c:v>
                </c:pt>
                <c:pt idx="4556">
                  <c:v>4.9690899999999996</c:v>
                </c:pt>
                <c:pt idx="4557">
                  <c:v>4.9694000000000003</c:v>
                </c:pt>
                <c:pt idx="4558">
                  <c:v>4.9696999999999996</c:v>
                </c:pt>
                <c:pt idx="4559">
                  <c:v>4.9700100000000003</c:v>
                </c:pt>
                <c:pt idx="4560">
                  <c:v>4.9703099999999996</c:v>
                </c:pt>
                <c:pt idx="4561">
                  <c:v>4.9706200000000003</c:v>
                </c:pt>
                <c:pt idx="4562">
                  <c:v>4.9709199999999996</c:v>
                </c:pt>
                <c:pt idx="4563">
                  <c:v>4.9712300000000003</c:v>
                </c:pt>
                <c:pt idx="4564">
                  <c:v>4.9715299999999996</c:v>
                </c:pt>
                <c:pt idx="4565">
                  <c:v>4.9718400000000003</c:v>
                </c:pt>
                <c:pt idx="4566">
                  <c:v>4.9721399999999996</c:v>
                </c:pt>
                <c:pt idx="4567">
                  <c:v>4.9724500000000003</c:v>
                </c:pt>
                <c:pt idx="4568">
                  <c:v>4.9727499999999996</c:v>
                </c:pt>
                <c:pt idx="4569">
                  <c:v>4.9730600000000003</c:v>
                </c:pt>
                <c:pt idx="4570">
                  <c:v>4.9733700000000001</c:v>
                </c:pt>
                <c:pt idx="4571">
                  <c:v>4.9736700000000003</c:v>
                </c:pt>
                <c:pt idx="4572">
                  <c:v>4.9739800000000001</c:v>
                </c:pt>
                <c:pt idx="4573">
                  <c:v>4.9742800000000003</c:v>
                </c:pt>
                <c:pt idx="4574">
                  <c:v>4.9745900000000001</c:v>
                </c:pt>
                <c:pt idx="4575">
                  <c:v>4.9748900000000003</c:v>
                </c:pt>
                <c:pt idx="4576">
                  <c:v>4.9752000000000001</c:v>
                </c:pt>
                <c:pt idx="4577">
                  <c:v>4.9755000000000003</c:v>
                </c:pt>
                <c:pt idx="4578">
                  <c:v>4.9758100000000001</c:v>
                </c:pt>
                <c:pt idx="4579">
                  <c:v>4.9761100000000003</c:v>
                </c:pt>
                <c:pt idx="4580">
                  <c:v>4.9764200000000001</c:v>
                </c:pt>
                <c:pt idx="4581">
                  <c:v>4.9767299999999999</c:v>
                </c:pt>
                <c:pt idx="4582">
                  <c:v>4.9770300000000001</c:v>
                </c:pt>
                <c:pt idx="4583">
                  <c:v>4.9773399999999999</c:v>
                </c:pt>
                <c:pt idx="4584">
                  <c:v>4.9776400000000001</c:v>
                </c:pt>
                <c:pt idx="4585">
                  <c:v>4.9779499999999999</c:v>
                </c:pt>
                <c:pt idx="4586">
                  <c:v>4.9782500000000001</c:v>
                </c:pt>
                <c:pt idx="4587">
                  <c:v>4.9785599999999999</c:v>
                </c:pt>
                <c:pt idx="4588">
                  <c:v>4.9788600000000001</c:v>
                </c:pt>
                <c:pt idx="4589">
                  <c:v>4.9791699999999999</c:v>
                </c:pt>
                <c:pt idx="4590">
                  <c:v>4.9794700000000001</c:v>
                </c:pt>
                <c:pt idx="4591">
                  <c:v>4.9797799999999999</c:v>
                </c:pt>
                <c:pt idx="4592">
                  <c:v>4.9800800000000001</c:v>
                </c:pt>
                <c:pt idx="4593">
                  <c:v>4.9803899999999999</c:v>
                </c:pt>
                <c:pt idx="4594">
                  <c:v>4.9806999999999997</c:v>
                </c:pt>
                <c:pt idx="4595">
                  <c:v>4.9809999999999999</c:v>
                </c:pt>
                <c:pt idx="4596">
                  <c:v>4.9813099999999997</c:v>
                </c:pt>
                <c:pt idx="4597">
                  <c:v>4.9816099999999999</c:v>
                </c:pt>
                <c:pt idx="4598">
                  <c:v>4.9819199999999997</c:v>
                </c:pt>
                <c:pt idx="4599">
                  <c:v>4.9822199999999999</c:v>
                </c:pt>
                <c:pt idx="4600">
                  <c:v>4.9825299999999997</c:v>
                </c:pt>
                <c:pt idx="4601">
                  <c:v>4.9828299999999999</c:v>
                </c:pt>
                <c:pt idx="4602">
                  <c:v>4.9831399999999997</c:v>
                </c:pt>
                <c:pt idx="4603">
                  <c:v>4.9834399999999999</c:v>
                </c:pt>
                <c:pt idx="4604">
                  <c:v>4.9837499999999997</c:v>
                </c:pt>
                <c:pt idx="4605">
                  <c:v>4.9840499999999999</c:v>
                </c:pt>
                <c:pt idx="4606">
                  <c:v>4.9843599999999997</c:v>
                </c:pt>
                <c:pt idx="4607">
                  <c:v>4.9846700000000004</c:v>
                </c:pt>
                <c:pt idx="4608">
                  <c:v>4.9849699999999997</c:v>
                </c:pt>
                <c:pt idx="4609">
                  <c:v>4.9852800000000004</c:v>
                </c:pt>
                <c:pt idx="4610">
                  <c:v>4.9855799999999997</c:v>
                </c:pt>
                <c:pt idx="4611">
                  <c:v>4.9858900000000004</c:v>
                </c:pt>
                <c:pt idx="4612">
                  <c:v>4.9861899999999997</c:v>
                </c:pt>
                <c:pt idx="4613">
                  <c:v>4.9865000000000004</c:v>
                </c:pt>
                <c:pt idx="4614">
                  <c:v>4.9867999999999997</c:v>
                </c:pt>
                <c:pt idx="4615">
                  <c:v>4.9871100000000004</c:v>
                </c:pt>
                <c:pt idx="4616">
                  <c:v>4.9874099999999997</c:v>
                </c:pt>
                <c:pt idx="4617">
                  <c:v>4.9877200000000004</c:v>
                </c:pt>
                <c:pt idx="4618">
                  <c:v>4.9880199999999997</c:v>
                </c:pt>
                <c:pt idx="4619">
                  <c:v>4.9883300000000004</c:v>
                </c:pt>
                <c:pt idx="4620">
                  <c:v>4.9886400000000002</c:v>
                </c:pt>
                <c:pt idx="4621">
                  <c:v>4.9889400000000004</c:v>
                </c:pt>
                <c:pt idx="4622">
                  <c:v>4.9892500000000002</c:v>
                </c:pt>
                <c:pt idx="4623">
                  <c:v>4.9895500000000004</c:v>
                </c:pt>
                <c:pt idx="4624">
                  <c:v>4.9898600000000002</c:v>
                </c:pt>
                <c:pt idx="4625">
                  <c:v>4.9901600000000004</c:v>
                </c:pt>
                <c:pt idx="4626">
                  <c:v>4.9904700000000002</c:v>
                </c:pt>
                <c:pt idx="4627">
                  <c:v>4.9907700000000004</c:v>
                </c:pt>
                <c:pt idx="4628">
                  <c:v>4.9910800000000002</c:v>
                </c:pt>
                <c:pt idx="4629">
                  <c:v>4.9913800000000004</c:v>
                </c:pt>
                <c:pt idx="4630">
                  <c:v>4.9916900000000002</c:v>
                </c:pt>
                <c:pt idx="4631">
                  <c:v>4.9919900000000004</c:v>
                </c:pt>
                <c:pt idx="4632">
                  <c:v>4.9923000000000002</c:v>
                </c:pt>
                <c:pt idx="4633">
                  <c:v>4.99261</c:v>
                </c:pt>
                <c:pt idx="4634">
                  <c:v>4.9929100000000002</c:v>
                </c:pt>
                <c:pt idx="4635">
                  <c:v>4.99322</c:v>
                </c:pt>
                <c:pt idx="4636">
                  <c:v>4.9935200000000002</c:v>
                </c:pt>
                <c:pt idx="4637">
                  <c:v>4.99383</c:v>
                </c:pt>
                <c:pt idx="4638">
                  <c:v>4.9941300000000002</c:v>
                </c:pt>
                <c:pt idx="4639">
                  <c:v>4.99444</c:v>
                </c:pt>
                <c:pt idx="4640">
                  <c:v>4.9947400000000002</c:v>
                </c:pt>
                <c:pt idx="4641">
                  <c:v>4.99505</c:v>
                </c:pt>
                <c:pt idx="4642">
                  <c:v>4.9953500000000002</c:v>
                </c:pt>
                <c:pt idx="4643">
                  <c:v>4.99566</c:v>
                </c:pt>
                <c:pt idx="4644">
                  <c:v>4.9959699999999998</c:v>
                </c:pt>
                <c:pt idx="4645">
                  <c:v>4.99627</c:v>
                </c:pt>
                <c:pt idx="4646">
                  <c:v>4.9965799999999998</c:v>
                </c:pt>
                <c:pt idx="4647">
                  <c:v>4.99688</c:v>
                </c:pt>
                <c:pt idx="4648">
                  <c:v>4.9971899999999998</c:v>
                </c:pt>
                <c:pt idx="4649">
                  <c:v>4.99749</c:v>
                </c:pt>
                <c:pt idx="4650">
                  <c:v>4.9977999999999998</c:v>
                </c:pt>
                <c:pt idx="4651">
                  <c:v>4.9981</c:v>
                </c:pt>
                <c:pt idx="4652">
                  <c:v>4.9984099999999998</c:v>
                </c:pt>
                <c:pt idx="4653">
                  <c:v>4.99871</c:v>
                </c:pt>
                <c:pt idx="4654">
                  <c:v>4.9990199999999998</c:v>
                </c:pt>
                <c:pt idx="4655">
                  <c:v>4.99932</c:v>
                </c:pt>
                <c:pt idx="4656">
                  <c:v>4.9996299999999998</c:v>
                </c:pt>
                <c:pt idx="4657">
                  <c:v>4.9999399999999996</c:v>
                </c:pt>
                <c:pt idx="4658">
                  <c:v>5.0002399999999998</c:v>
                </c:pt>
                <c:pt idx="4659">
                  <c:v>5.0005499999999996</c:v>
                </c:pt>
                <c:pt idx="4660">
                  <c:v>5.0008499999999998</c:v>
                </c:pt>
                <c:pt idx="4661">
                  <c:v>5.0011599999999996</c:v>
                </c:pt>
                <c:pt idx="4662">
                  <c:v>5.0014599999999998</c:v>
                </c:pt>
                <c:pt idx="4663">
                  <c:v>5.0017699999999996</c:v>
                </c:pt>
                <c:pt idx="4664">
                  <c:v>5.0020699999999998</c:v>
                </c:pt>
                <c:pt idx="4665">
                  <c:v>5.0023799999999996</c:v>
                </c:pt>
                <c:pt idx="4666">
                  <c:v>5.0026799999999998</c:v>
                </c:pt>
                <c:pt idx="4667">
                  <c:v>5.0029899999999996</c:v>
                </c:pt>
                <c:pt idx="4668">
                  <c:v>5.0032899999999998</c:v>
                </c:pt>
                <c:pt idx="4669">
                  <c:v>5.0035999999999996</c:v>
                </c:pt>
                <c:pt idx="4670">
                  <c:v>5.0039100000000003</c:v>
                </c:pt>
                <c:pt idx="4671">
                  <c:v>5.0042099999999996</c:v>
                </c:pt>
                <c:pt idx="4672">
                  <c:v>5.0045200000000003</c:v>
                </c:pt>
                <c:pt idx="4673">
                  <c:v>5.0048199999999996</c:v>
                </c:pt>
                <c:pt idx="4674">
                  <c:v>5.0051300000000003</c:v>
                </c:pt>
                <c:pt idx="4675">
                  <c:v>5.0054299999999996</c:v>
                </c:pt>
                <c:pt idx="4676">
                  <c:v>5.0057400000000003</c:v>
                </c:pt>
                <c:pt idx="4677">
                  <c:v>5.0060399999999996</c:v>
                </c:pt>
                <c:pt idx="4678">
                  <c:v>5.0063500000000003</c:v>
                </c:pt>
                <c:pt idx="4679">
                  <c:v>5.0066499999999996</c:v>
                </c:pt>
                <c:pt idx="4680">
                  <c:v>5.0069600000000003</c:v>
                </c:pt>
                <c:pt idx="4681">
                  <c:v>5.0072599999999996</c:v>
                </c:pt>
                <c:pt idx="4682">
                  <c:v>5.0075700000000003</c:v>
                </c:pt>
                <c:pt idx="4683">
                  <c:v>5.0078800000000001</c:v>
                </c:pt>
                <c:pt idx="4684">
                  <c:v>5.0081800000000003</c:v>
                </c:pt>
                <c:pt idx="4685">
                  <c:v>5.0084900000000001</c:v>
                </c:pt>
                <c:pt idx="4686">
                  <c:v>5.0087900000000003</c:v>
                </c:pt>
                <c:pt idx="4687">
                  <c:v>5.0091000000000001</c:v>
                </c:pt>
                <c:pt idx="4688">
                  <c:v>5.0094000000000003</c:v>
                </c:pt>
                <c:pt idx="4689">
                  <c:v>5.0097100000000001</c:v>
                </c:pt>
                <c:pt idx="4690">
                  <c:v>5.0100100000000003</c:v>
                </c:pt>
                <c:pt idx="4691">
                  <c:v>5.0103200000000001</c:v>
                </c:pt>
                <c:pt idx="4692">
                  <c:v>5.0106200000000003</c:v>
                </c:pt>
                <c:pt idx="4693">
                  <c:v>5.0109300000000001</c:v>
                </c:pt>
                <c:pt idx="4694">
                  <c:v>5.0112300000000003</c:v>
                </c:pt>
                <c:pt idx="4695">
                  <c:v>5.0115400000000001</c:v>
                </c:pt>
                <c:pt idx="4696">
                  <c:v>5.0118499999999999</c:v>
                </c:pt>
                <c:pt idx="4697">
                  <c:v>5.0121500000000001</c:v>
                </c:pt>
                <c:pt idx="4698">
                  <c:v>5.0124599999999999</c:v>
                </c:pt>
                <c:pt idx="4699">
                  <c:v>5.0127600000000001</c:v>
                </c:pt>
                <c:pt idx="4700">
                  <c:v>5.0130699999999999</c:v>
                </c:pt>
                <c:pt idx="4701">
                  <c:v>5.0133700000000001</c:v>
                </c:pt>
                <c:pt idx="4702">
                  <c:v>5.0136799999999999</c:v>
                </c:pt>
                <c:pt idx="4703">
                  <c:v>5.0139800000000001</c:v>
                </c:pt>
                <c:pt idx="4704">
                  <c:v>5.0142899999999999</c:v>
                </c:pt>
                <c:pt idx="4705">
                  <c:v>5.0145900000000001</c:v>
                </c:pt>
                <c:pt idx="4706">
                  <c:v>5.0148999999999999</c:v>
                </c:pt>
                <c:pt idx="4707">
                  <c:v>5.0152099999999997</c:v>
                </c:pt>
                <c:pt idx="4708">
                  <c:v>5.0155099999999999</c:v>
                </c:pt>
                <c:pt idx="4709">
                  <c:v>5.0158199999999997</c:v>
                </c:pt>
                <c:pt idx="4710">
                  <c:v>5.0161199999999999</c:v>
                </c:pt>
                <c:pt idx="4711">
                  <c:v>5.0164299999999997</c:v>
                </c:pt>
                <c:pt idx="4712">
                  <c:v>5.0167299999999999</c:v>
                </c:pt>
                <c:pt idx="4713">
                  <c:v>5.0170399999999997</c:v>
                </c:pt>
                <c:pt idx="4714">
                  <c:v>5.0173399999999999</c:v>
                </c:pt>
                <c:pt idx="4715">
                  <c:v>5.0176499999999997</c:v>
                </c:pt>
                <c:pt idx="4716">
                  <c:v>5.0179499999999999</c:v>
                </c:pt>
                <c:pt idx="4717">
                  <c:v>5.0182599999999997</c:v>
                </c:pt>
                <c:pt idx="4718">
                  <c:v>5.0185599999999999</c:v>
                </c:pt>
                <c:pt idx="4719">
                  <c:v>5.0188699999999997</c:v>
                </c:pt>
                <c:pt idx="4720">
                  <c:v>5.0191800000000004</c:v>
                </c:pt>
                <c:pt idx="4721">
                  <c:v>5.0194799999999997</c:v>
                </c:pt>
                <c:pt idx="4722">
                  <c:v>5.0197900000000004</c:v>
                </c:pt>
                <c:pt idx="4723">
                  <c:v>5.0200899999999997</c:v>
                </c:pt>
                <c:pt idx="4724">
                  <c:v>5.0204000000000004</c:v>
                </c:pt>
                <c:pt idx="4725">
                  <c:v>5.0206999999999997</c:v>
                </c:pt>
                <c:pt idx="4726">
                  <c:v>5.0210100000000004</c:v>
                </c:pt>
                <c:pt idx="4727">
                  <c:v>5.0213099999999997</c:v>
                </c:pt>
                <c:pt idx="4728">
                  <c:v>5.0216200000000004</c:v>
                </c:pt>
                <c:pt idx="4729">
                  <c:v>5.0219199999999997</c:v>
                </c:pt>
                <c:pt idx="4730">
                  <c:v>5.0222300000000004</c:v>
                </c:pt>
                <c:pt idx="4731">
                  <c:v>5.0225299999999997</c:v>
                </c:pt>
                <c:pt idx="4732">
                  <c:v>5.0228400000000004</c:v>
                </c:pt>
                <c:pt idx="4733">
                  <c:v>5.0231500000000002</c:v>
                </c:pt>
                <c:pt idx="4734">
                  <c:v>5.0234500000000004</c:v>
                </c:pt>
                <c:pt idx="4735">
                  <c:v>5.0237600000000002</c:v>
                </c:pt>
                <c:pt idx="4736">
                  <c:v>5.0240600000000004</c:v>
                </c:pt>
                <c:pt idx="4737">
                  <c:v>5.0243700000000002</c:v>
                </c:pt>
                <c:pt idx="4738">
                  <c:v>5.0246700000000004</c:v>
                </c:pt>
                <c:pt idx="4739">
                  <c:v>5.0249800000000002</c:v>
                </c:pt>
                <c:pt idx="4740">
                  <c:v>5.0252800000000004</c:v>
                </c:pt>
                <c:pt idx="4741">
                  <c:v>5.0255900000000002</c:v>
                </c:pt>
                <c:pt idx="4742">
                  <c:v>5.0258900000000004</c:v>
                </c:pt>
                <c:pt idx="4743">
                  <c:v>5.0262000000000002</c:v>
                </c:pt>
                <c:pt idx="4744">
                  <c:v>5.0265000000000004</c:v>
                </c:pt>
                <c:pt idx="4745">
                  <c:v>5.0268100000000002</c:v>
                </c:pt>
                <c:pt idx="4746">
                  <c:v>5.02712</c:v>
                </c:pt>
                <c:pt idx="4747">
                  <c:v>5.0274200000000002</c:v>
                </c:pt>
                <c:pt idx="4748">
                  <c:v>5.02773</c:v>
                </c:pt>
                <c:pt idx="4749">
                  <c:v>5.0280300000000002</c:v>
                </c:pt>
                <c:pt idx="4750">
                  <c:v>5.02834</c:v>
                </c:pt>
                <c:pt idx="4751">
                  <c:v>5.0286400000000002</c:v>
                </c:pt>
                <c:pt idx="4752">
                  <c:v>5.02895</c:v>
                </c:pt>
                <c:pt idx="4753">
                  <c:v>5.0292500000000002</c:v>
                </c:pt>
                <c:pt idx="4754">
                  <c:v>5.02956</c:v>
                </c:pt>
                <c:pt idx="4755">
                  <c:v>5.0298600000000002</c:v>
                </c:pt>
                <c:pt idx="4756">
                  <c:v>5.03017</c:v>
                </c:pt>
                <c:pt idx="4757">
                  <c:v>5.0304799999999998</c:v>
                </c:pt>
                <c:pt idx="4758">
                  <c:v>5.03078</c:v>
                </c:pt>
                <c:pt idx="4759">
                  <c:v>5.0310899999999998</c:v>
                </c:pt>
                <c:pt idx="4760">
                  <c:v>5.03139</c:v>
                </c:pt>
                <c:pt idx="4761">
                  <c:v>5.0316999999999998</c:v>
                </c:pt>
                <c:pt idx="4762">
                  <c:v>5.032</c:v>
                </c:pt>
                <c:pt idx="4763">
                  <c:v>5.0323099999999998</c:v>
                </c:pt>
                <c:pt idx="4764">
                  <c:v>5.03261</c:v>
                </c:pt>
                <c:pt idx="4765">
                  <c:v>5.0329199999999998</c:v>
                </c:pt>
                <c:pt idx="4766">
                  <c:v>5.03322</c:v>
                </c:pt>
                <c:pt idx="4767">
                  <c:v>5.0335299999999998</c:v>
                </c:pt>
                <c:pt idx="4768">
                  <c:v>5.03383</c:v>
                </c:pt>
                <c:pt idx="4769">
                  <c:v>5.0341399999999998</c:v>
                </c:pt>
                <c:pt idx="4770">
                  <c:v>5.0344499999999996</c:v>
                </c:pt>
                <c:pt idx="4771">
                  <c:v>5.0347499999999998</c:v>
                </c:pt>
                <c:pt idx="4772">
                  <c:v>5.0350599999999996</c:v>
                </c:pt>
                <c:pt idx="4773">
                  <c:v>5.0353599999999998</c:v>
                </c:pt>
                <c:pt idx="4774">
                  <c:v>5.0356699999999996</c:v>
                </c:pt>
                <c:pt idx="4775">
                  <c:v>5.0359699999999998</c:v>
                </c:pt>
                <c:pt idx="4776">
                  <c:v>5.0362799999999996</c:v>
                </c:pt>
                <c:pt idx="4777">
                  <c:v>5.0365799999999998</c:v>
                </c:pt>
                <c:pt idx="4778">
                  <c:v>5.0368899999999996</c:v>
                </c:pt>
                <c:pt idx="4779">
                  <c:v>5.0371899999999998</c:v>
                </c:pt>
                <c:pt idx="4780">
                  <c:v>5.0374999999999996</c:v>
                </c:pt>
                <c:pt idx="4781">
                  <c:v>5.0377999999999998</c:v>
                </c:pt>
                <c:pt idx="4782">
                  <c:v>5.0381099999999996</c:v>
                </c:pt>
                <c:pt idx="4783">
                  <c:v>5.0384200000000003</c:v>
                </c:pt>
                <c:pt idx="4784">
                  <c:v>5.0387199999999996</c:v>
                </c:pt>
                <c:pt idx="4785">
                  <c:v>5.0390300000000003</c:v>
                </c:pt>
                <c:pt idx="4786">
                  <c:v>5.0393299999999996</c:v>
                </c:pt>
                <c:pt idx="4787">
                  <c:v>5.0396400000000003</c:v>
                </c:pt>
                <c:pt idx="4788">
                  <c:v>5.0399399999999996</c:v>
                </c:pt>
                <c:pt idx="4789">
                  <c:v>5.0402500000000003</c:v>
                </c:pt>
                <c:pt idx="4790">
                  <c:v>5.0405499999999996</c:v>
                </c:pt>
                <c:pt idx="4791">
                  <c:v>5.0408600000000003</c:v>
                </c:pt>
                <c:pt idx="4792">
                  <c:v>5.0411599999999996</c:v>
                </c:pt>
                <c:pt idx="4793">
                  <c:v>5.0414700000000003</c:v>
                </c:pt>
                <c:pt idx="4794">
                  <c:v>5.0417699999999996</c:v>
                </c:pt>
                <c:pt idx="4795">
                  <c:v>5.0420800000000003</c:v>
                </c:pt>
                <c:pt idx="4796">
                  <c:v>5.0423900000000001</c:v>
                </c:pt>
                <c:pt idx="4797">
                  <c:v>5.0426900000000003</c:v>
                </c:pt>
                <c:pt idx="4798">
                  <c:v>5.0430000000000001</c:v>
                </c:pt>
                <c:pt idx="4799">
                  <c:v>5.0433000000000003</c:v>
                </c:pt>
                <c:pt idx="4800">
                  <c:v>5.0436100000000001</c:v>
                </c:pt>
                <c:pt idx="4801">
                  <c:v>5.0439100000000003</c:v>
                </c:pt>
                <c:pt idx="4802">
                  <c:v>5.0442200000000001</c:v>
                </c:pt>
                <c:pt idx="4803">
                  <c:v>5.0445200000000003</c:v>
                </c:pt>
                <c:pt idx="4804">
                  <c:v>5.0448300000000001</c:v>
                </c:pt>
                <c:pt idx="4805">
                  <c:v>5.0451300000000003</c:v>
                </c:pt>
                <c:pt idx="4806">
                  <c:v>5.0454400000000001</c:v>
                </c:pt>
                <c:pt idx="4807">
                  <c:v>5.0457400000000003</c:v>
                </c:pt>
                <c:pt idx="4808">
                  <c:v>5.0460500000000001</c:v>
                </c:pt>
                <c:pt idx="4809">
                  <c:v>5.04636</c:v>
                </c:pt>
                <c:pt idx="4810">
                  <c:v>5.0466600000000001</c:v>
                </c:pt>
                <c:pt idx="4811">
                  <c:v>5.04697</c:v>
                </c:pt>
                <c:pt idx="4812">
                  <c:v>5.0472700000000001</c:v>
                </c:pt>
                <c:pt idx="4813">
                  <c:v>5.04758</c:v>
                </c:pt>
                <c:pt idx="4814">
                  <c:v>5.0478800000000001</c:v>
                </c:pt>
                <c:pt idx="4815">
                  <c:v>5.04819</c:v>
                </c:pt>
                <c:pt idx="4816">
                  <c:v>5.0484900000000001</c:v>
                </c:pt>
                <c:pt idx="4817">
                  <c:v>5.0488</c:v>
                </c:pt>
                <c:pt idx="4818">
                  <c:v>5.0491000000000001</c:v>
                </c:pt>
                <c:pt idx="4819">
                  <c:v>5.04941</c:v>
                </c:pt>
                <c:pt idx="4820">
                  <c:v>5.0497199999999998</c:v>
                </c:pt>
                <c:pt idx="4821">
                  <c:v>5.05002</c:v>
                </c:pt>
                <c:pt idx="4822">
                  <c:v>5.0503299999999998</c:v>
                </c:pt>
                <c:pt idx="4823">
                  <c:v>5.05063</c:v>
                </c:pt>
                <c:pt idx="4824">
                  <c:v>5.0509399999999998</c:v>
                </c:pt>
                <c:pt idx="4825">
                  <c:v>5.05124</c:v>
                </c:pt>
                <c:pt idx="4826">
                  <c:v>5.0515499999999998</c:v>
                </c:pt>
                <c:pt idx="4827">
                  <c:v>5.05185</c:v>
                </c:pt>
                <c:pt idx="4828">
                  <c:v>5.0521599999999998</c:v>
                </c:pt>
                <c:pt idx="4829">
                  <c:v>5.05246</c:v>
                </c:pt>
                <c:pt idx="4830">
                  <c:v>5.0527699999999998</c:v>
                </c:pt>
                <c:pt idx="4831">
                  <c:v>5.05307</c:v>
                </c:pt>
                <c:pt idx="4832">
                  <c:v>5.0533799999999998</c:v>
                </c:pt>
                <c:pt idx="4833">
                  <c:v>5.0536899999999996</c:v>
                </c:pt>
                <c:pt idx="4834">
                  <c:v>5.0539899999999998</c:v>
                </c:pt>
                <c:pt idx="4835">
                  <c:v>5.0542999999999996</c:v>
                </c:pt>
                <c:pt idx="4836">
                  <c:v>5.0545999999999998</c:v>
                </c:pt>
                <c:pt idx="4837">
                  <c:v>5.0549099999999996</c:v>
                </c:pt>
                <c:pt idx="4838">
                  <c:v>5.0552099999999998</c:v>
                </c:pt>
                <c:pt idx="4839">
                  <c:v>5.0555199999999996</c:v>
                </c:pt>
                <c:pt idx="4840">
                  <c:v>5.0558199999999998</c:v>
                </c:pt>
                <c:pt idx="4841">
                  <c:v>5.0561299999999996</c:v>
                </c:pt>
                <c:pt idx="4842">
                  <c:v>5.0564299999999998</c:v>
                </c:pt>
                <c:pt idx="4843">
                  <c:v>5.0567399999999996</c:v>
                </c:pt>
                <c:pt idx="4844">
                  <c:v>5.0570399999999998</c:v>
                </c:pt>
                <c:pt idx="4845">
                  <c:v>5.0573499999999996</c:v>
                </c:pt>
                <c:pt idx="4846">
                  <c:v>5.0576600000000003</c:v>
                </c:pt>
                <c:pt idx="4847">
                  <c:v>5.0579599999999996</c:v>
                </c:pt>
                <c:pt idx="4848">
                  <c:v>5.0582700000000003</c:v>
                </c:pt>
                <c:pt idx="4849">
                  <c:v>5.0585699999999996</c:v>
                </c:pt>
                <c:pt idx="4850">
                  <c:v>5.0588800000000003</c:v>
                </c:pt>
                <c:pt idx="4851">
                  <c:v>5.0591799999999996</c:v>
                </c:pt>
                <c:pt idx="4852">
                  <c:v>5.0594900000000003</c:v>
                </c:pt>
                <c:pt idx="4853">
                  <c:v>5.0597899999999996</c:v>
                </c:pt>
                <c:pt idx="4854">
                  <c:v>5.0601000000000003</c:v>
                </c:pt>
                <c:pt idx="4855">
                  <c:v>5.0603999999999996</c:v>
                </c:pt>
                <c:pt idx="4856">
                  <c:v>5.0607100000000003</c:v>
                </c:pt>
                <c:pt idx="4857">
                  <c:v>5.0610099999999996</c:v>
                </c:pt>
                <c:pt idx="4858">
                  <c:v>5.0613200000000003</c:v>
                </c:pt>
                <c:pt idx="4859">
                  <c:v>5.0616300000000001</c:v>
                </c:pt>
                <c:pt idx="4860">
                  <c:v>5.0619300000000003</c:v>
                </c:pt>
                <c:pt idx="4861">
                  <c:v>5.0622400000000001</c:v>
                </c:pt>
                <c:pt idx="4862">
                  <c:v>5.0625400000000003</c:v>
                </c:pt>
                <c:pt idx="4863">
                  <c:v>5.0628500000000001</c:v>
                </c:pt>
                <c:pt idx="4864">
                  <c:v>5.0631500000000003</c:v>
                </c:pt>
                <c:pt idx="4865">
                  <c:v>5.0634600000000001</c:v>
                </c:pt>
                <c:pt idx="4866">
                  <c:v>5.0637600000000003</c:v>
                </c:pt>
                <c:pt idx="4867">
                  <c:v>5.0640700000000001</c:v>
                </c:pt>
                <c:pt idx="4868">
                  <c:v>5.0643700000000003</c:v>
                </c:pt>
                <c:pt idx="4869">
                  <c:v>5.0646800000000001</c:v>
                </c:pt>
                <c:pt idx="4870">
                  <c:v>5.0649800000000003</c:v>
                </c:pt>
                <c:pt idx="4871">
                  <c:v>5.0652900000000001</c:v>
                </c:pt>
                <c:pt idx="4872">
                  <c:v>5.0655999999999999</c:v>
                </c:pt>
                <c:pt idx="4873">
                  <c:v>5.0659000000000001</c:v>
                </c:pt>
                <c:pt idx="4874">
                  <c:v>5.0662099999999999</c:v>
                </c:pt>
                <c:pt idx="4875">
                  <c:v>5.0665100000000001</c:v>
                </c:pt>
                <c:pt idx="4876">
                  <c:v>5.0668199999999999</c:v>
                </c:pt>
                <c:pt idx="4877">
                  <c:v>5.0671200000000001</c:v>
                </c:pt>
                <c:pt idx="4878">
                  <c:v>5.0674299999999999</c:v>
                </c:pt>
                <c:pt idx="4879">
                  <c:v>5.0677300000000001</c:v>
                </c:pt>
                <c:pt idx="4880">
                  <c:v>5.0680399999999999</c:v>
                </c:pt>
                <c:pt idx="4881">
                  <c:v>5.0683400000000001</c:v>
                </c:pt>
                <c:pt idx="4882">
                  <c:v>5.0686499999999999</c:v>
                </c:pt>
                <c:pt idx="4883">
                  <c:v>5.0689599999999997</c:v>
                </c:pt>
                <c:pt idx="4884">
                  <c:v>5.0692599999999999</c:v>
                </c:pt>
                <c:pt idx="4885">
                  <c:v>5.0695699999999997</c:v>
                </c:pt>
                <c:pt idx="4886">
                  <c:v>5.0698699999999999</c:v>
                </c:pt>
                <c:pt idx="4887">
                  <c:v>5.0701799999999997</c:v>
                </c:pt>
                <c:pt idx="4888">
                  <c:v>5.0704799999999999</c:v>
                </c:pt>
                <c:pt idx="4889">
                  <c:v>5.0707899999999997</c:v>
                </c:pt>
                <c:pt idx="4890">
                  <c:v>5.0710899999999999</c:v>
                </c:pt>
                <c:pt idx="4891">
                  <c:v>5.0713999999999997</c:v>
                </c:pt>
                <c:pt idx="4892">
                  <c:v>5.0716999999999999</c:v>
                </c:pt>
                <c:pt idx="4893">
                  <c:v>5.0720099999999997</c:v>
                </c:pt>
                <c:pt idx="4894">
                  <c:v>5.0723099999999999</c:v>
                </c:pt>
                <c:pt idx="4895">
                  <c:v>5.0726199999999997</c:v>
                </c:pt>
                <c:pt idx="4896">
                  <c:v>5.0729300000000004</c:v>
                </c:pt>
                <c:pt idx="4897">
                  <c:v>5.0732299999999997</c:v>
                </c:pt>
                <c:pt idx="4898">
                  <c:v>5.0735400000000004</c:v>
                </c:pt>
                <c:pt idx="4899">
                  <c:v>5.0738399999999997</c:v>
                </c:pt>
                <c:pt idx="4900">
                  <c:v>5.0741500000000004</c:v>
                </c:pt>
                <c:pt idx="4901">
                  <c:v>5.0744499999999997</c:v>
                </c:pt>
                <c:pt idx="4902">
                  <c:v>5.0747600000000004</c:v>
                </c:pt>
                <c:pt idx="4903">
                  <c:v>5.0750599999999997</c:v>
                </c:pt>
                <c:pt idx="4904">
                  <c:v>5.0753700000000004</c:v>
                </c:pt>
                <c:pt idx="4905">
                  <c:v>5.0756699999999997</c:v>
                </c:pt>
                <c:pt idx="4906">
                  <c:v>5.0759800000000004</c:v>
                </c:pt>
                <c:pt idx="4907">
                  <c:v>5.0762799999999997</c:v>
                </c:pt>
                <c:pt idx="4908">
                  <c:v>5.0765900000000004</c:v>
                </c:pt>
                <c:pt idx="4909">
                  <c:v>5.0769000000000002</c:v>
                </c:pt>
                <c:pt idx="4910">
                  <c:v>5.0772000000000004</c:v>
                </c:pt>
                <c:pt idx="4911">
                  <c:v>5.0775100000000002</c:v>
                </c:pt>
                <c:pt idx="4912">
                  <c:v>5.0778100000000004</c:v>
                </c:pt>
                <c:pt idx="4913">
                  <c:v>5.0781200000000002</c:v>
                </c:pt>
                <c:pt idx="4914">
                  <c:v>5.0784200000000004</c:v>
                </c:pt>
                <c:pt idx="4915">
                  <c:v>5.0787300000000002</c:v>
                </c:pt>
                <c:pt idx="4916">
                  <c:v>5.0790300000000004</c:v>
                </c:pt>
                <c:pt idx="4917">
                  <c:v>5.0793400000000002</c:v>
                </c:pt>
                <c:pt idx="4918">
                  <c:v>5.0796400000000004</c:v>
                </c:pt>
                <c:pt idx="4919">
                  <c:v>5.0799500000000002</c:v>
                </c:pt>
                <c:pt idx="4920">
                  <c:v>5.0802500000000004</c:v>
                </c:pt>
                <c:pt idx="4921">
                  <c:v>5.0805600000000002</c:v>
                </c:pt>
                <c:pt idx="4922">
                  <c:v>5.08087</c:v>
                </c:pt>
                <c:pt idx="4923">
                  <c:v>5.0811700000000002</c:v>
                </c:pt>
                <c:pt idx="4924">
                  <c:v>5.08148</c:v>
                </c:pt>
                <c:pt idx="4925">
                  <c:v>5.0817800000000002</c:v>
                </c:pt>
                <c:pt idx="4926">
                  <c:v>5.08209</c:v>
                </c:pt>
                <c:pt idx="4927">
                  <c:v>5.0823900000000002</c:v>
                </c:pt>
                <c:pt idx="4928">
                  <c:v>5.0827</c:v>
                </c:pt>
                <c:pt idx="4929">
                  <c:v>5.0830000000000002</c:v>
                </c:pt>
                <c:pt idx="4930">
                  <c:v>5.08331</c:v>
                </c:pt>
                <c:pt idx="4931">
                  <c:v>5.0836100000000002</c:v>
                </c:pt>
                <c:pt idx="4932">
                  <c:v>5.08392</c:v>
                </c:pt>
                <c:pt idx="4933">
                  <c:v>5.0842299999999998</c:v>
                </c:pt>
                <c:pt idx="4934">
                  <c:v>5.08453</c:v>
                </c:pt>
                <c:pt idx="4935">
                  <c:v>5.0848399999999998</c:v>
                </c:pt>
                <c:pt idx="4936">
                  <c:v>5.08514</c:v>
                </c:pt>
                <c:pt idx="4937">
                  <c:v>5.0854499999999998</c:v>
                </c:pt>
                <c:pt idx="4938">
                  <c:v>5.08575</c:v>
                </c:pt>
                <c:pt idx="4939">
                  <c:v>5.0860599999999998</c:v>
                </c:pt>
                <c:pt idx="4940">
                  <c:v>5.08636</c:v>
                </c:pt>
                <c:pt idx="4941">
                  <c:v>5.0866699999999998</c:v>
                </c:pt>
                <c:pt idx="4942">
                  <c:v>5.08697</c:v>
                </c:pt>
                <c:pt idx="4943">
                  <c:v>5.0872799999999998</c:v>
                </c:pt>
                <c:pt idx="4944">
                  <c:v>5.08758</c:v>
                </c:pt>
                <c:pt idx="4945">
                  <c:v>5.0878899999999998</c:v>
                </c:pt>
                <c:pt idx="4946">
                  <c:v>5.0881999999999996</c:v>
                </c:pt>
                <c:pt idx="4947">
                  <c:v>5.0884999999999998</c:v>
                </c:pt>
                <c:pt idx="4948">
                  <c:v>5.0888099999999996</c:v>
                </c:pt>
                <c:pt idx="4949">
                  <c:v>5.0891099999999998</c:v>
                </c:pt>
                <c:pt idx="4950">
                  <c:v>5.0894199999999996</c:v>
                </c:pt>
                <c:pt idx="4951">
                  <c:v>5.0897199999999998</c:v>
                </c:pt>
                <c:pt idx="4952">
                  <c:v>5.0900299999999996</c:v>
                </c:pt>
                <c:pt idx="4953">
                  <c:v>5.0903299999999998</c:v>
                </c:pt>
                <c:pt idx="4954">
                  <c:v>5.0906399999999996</c:v>
                </c:pt>
                <c:pt idx="4955">
                  <c:v>5.0909399999999998</c:v>
                </c:pt>
                <c:pt idx="4956">
                  <c:v>5.0912499999999996</c:v>
                </c:pt>
                <c:pt idx="4957">
                  <c:v>5.0915499999999998</c:v>
                </c:pt>
                <c:pt idx="4958">
                  <c:v>5.0918599999999996</c:v>
                </c:pt>
                <c:pt idx="4959">
                  <c:v>5.0921700000000003</c:v>
                </c:pt>
                <c:pt idx="4960">
                  <c:v>5.0924699999999996</c:v>
                </c:pt>
                <c:pt idx="4961">
                  <c:v>5.0927800000000003</c:v>
                </c:pt>
                <c:pt idx="4962">
                  <c:v>5.0930799999999996</c:v>
                </c:pt>
                <c:pt idx="4963">
                  <c:v>5.0933900000000003</c:v>
                </c:pt>
                <c:pt idx="4964">
                  <c:v>5.0936899999999996</c:v>
                </c:pt>
                <c:pt idx="4965">
                  <c:v>5.0940000000000003</c:v>
                </c:pt>
                <c:pt idx="4966">
                  <c:v>5.0942999999999996</c:v>
                </c:pt>
                <c:pt idx="4967">
                  <c:v>5.0946100000000003</c:v>
                </c:pt>
                <c:pt idx="4968">
                  <c:v>5.0949099999999996</c:v>
                </c:pt>
                <c:pt idx="4969">
                  <c:v>5.0952200000000003</c:v>
                </c:pt>
                <c:pt idx="4970">
                  <c:v>5.0955199999999996</c:v>
                </c:pt>
                <c:pt idx="4971">
                  <c:v>5.0958300000000003</c:v>
                </c:pt>
                <c:pt idx="4972">
                  <c:v>5.0961400000000001</c:v>
                </c:pt>
                <c:pt idx="4973">
                  <c:v>5.0964400000000003</c:v>
                </c:pt>
                <c:pt idx="4974">
                  <c:v>5.0967500000000001</c:v>
                </c:pt>
                <c:pt idx="4975">
                  <c:v>5.0970500000000003</c:v>
                </c:pt>
                <c:pt idx="4976">
                  <c:v>5.0973600000000001</c:v>
                </c:pt>
                <c:pt idx="4977">
                  <c:v>5.0976600000000003</c:v>
                </c:pt>
                <c:pt idx="4978">
                  <c:v>5.0979700000000001</c:v>
                </c:pt>
                <c:pt idx="4979">
                  <c:v>5.0982700000000003</c:v>
                </c:pt>
                <c:pt idx="4980">
                  <c:v>5.0985800000000001</c:v>
                </c:pt>
                <c:pt idx="4981">
                  <c:v>5.0988800000000003</c:v>
                </c:pt>
                <c:pt idx="4982">
                  <c:v>5.0991900000000001</c:v>
                </c:pt>
                <c:pt idx="4983">
                  <c:v>5.0994900000000003</c:v>
                </c:pt>
                <c:pt idx="4984">
                  <c:v>5.0998000000000001</c:v>
                </c:pt>
                <c:pt idx="4985">
                  <c:v>5.1001099999999999</c:v>
                </c:pt>
                <c:pt idx="4986">
                  <c:v>5.1004100000000001</c:v>
                </c:pt>
                <c:pt idx="4987">
                  <c:v>5.1007199999999999</c:v>
                </c:pt>
                <c:pt idx="4988">
                  <c:v>5.1010200000000001</c:v>
                </c:pt>
                <c:pt idx="4989">
                  <c:v>5.1013299999999999</c:v>
                </c:pt>
                <c:pt idx="4990">
                  <c:v>5.1016300000000001</c:v>
                </c:pt>
                <c:pt idx="4991">
                  <c:v>5.1019399999999999</c:v>
                </c:pt>
                <c:pt idx="4992">
                  <c:v>5.1022400000000001</c:v>
                </c:pt>
                <c:pt idx="4993">
                  <c:v>5.1025499999999999</c:v>
                </c:pt>
                <c:pt idx="4994">
                  <c:v>5.1028500000000001</c:v>
                </c:pt>
                <c:pt idx="4995">
                  <c:v>5.1031599999999999</c:v>
                </c:pt>
                <c:pt idx="4996">
                  <c:v>5.1034699999999997</c:v>
                </c:pt>
                <c:pt idx="4997">
                  <c:v>5.1037699999999999</c:v>
                </c:pt>
                <c:pt idx="4998">
                  <c:v>5.1040799999999997</c:v>
                </c:pt>
                <c:pt idx="4999">
                  <c:v>5.1043799999999999</c:v>
                </c:pt>
                <c:pt idx="5000">
                  <c:v>5.1046899999999997</c:v>
                </c:pt>
                <c:pt idx="5001">
                  <c:v>5.1049899999999999</c:v>
                </c:pt>
                <c:pt idx="5002">
                  <c:v>5.1052999999999997</c:v>
                </c:pt>
                <c:pt idx="5003">
                  <c:v>5.1055999999999999</c:v>
                </c:pt>
                <c:pt idx="5004">
                  <c:v>5.1059099999999997</c:v>
                </c:pt>
                <c:pt idx="5005">
                  <c:v>5.1062099999999999</c:v>
                </c:pt>
                <c:pt idx="5006">
                  <c:v>5.1065199999999997</c:v>
                </c:pt>
                <c:pt idx="5007">
                  <c:v>5.1068199999999999</c:v>
                </c:pt>
                <c:pt idx="5008">
                  <c:v>5.1071299999999997</c:v>
                </c:pt>
                <c:pt idx="5009">
                  <c:v>5.1074400000000004</c:v>
                </c:pt>
                <c:pt idx="5010">
                  <c:v>5.1077399999999997</c:v>
                </c:pt>
                <c:pt idx="5011">
                  <c:v>5.1080500000000004</c:v>
                </c:pt>
                <c:pt idx="5012">
                  <c:v>5.1083499999999997</c:v>
                </c:pt>
                <c:pt idx="5013">
                  <c:v>5.1086600000000004</c:v>
                </c:pt>
                <c:pt idx="5014">
                  <c:v>5.1089599999999997</c:v>
                </c:pt>
                <c:pt idx="5015">
                  <c:v>5.1092700000000004</c:v>
                </c:pt>
                <c:pt idx="5016">
                  <c:v>5.1095699999999997</c:v>
                </c:pt>
                <c:pt idx="5017">
                  <c:v>5.1098800000000004</c:v>
                </c:pt>
                <c:pt idx="5018">
                  <c:v>5.1101799999999997</c:v>
                </c:pt>
                <c:pt idx="5019">
                  <c:v>5.1104900000000004</c:v>
                </c:pt>
                <c:pt idx="5020">
                  <c:v>5.1107899999999997</c:v>
                </c:pt>
                <c:pt idx="5021">
                  <c:v>5.1111000000000004</c:v>
                </c:pt>
                <c:pt idx="5022">
                  <c:v>5.1114100000000002</c:v>
                </c:pt>
                <c:pt idx="5023">
                  <c:v>5.1117100000000004</c:v>
                </c:pt>
                <c:pt idx="5024">
                  <c:v>5.1120200000000002</c:v>
                </c:pt>
                <c:pt idx="5025">
                  <c:v>5.1123200000000004</c:v>
                </c:pt>
                <c:pt idx="5026">
                  <c:v>5.1126300000000002</c:v>
                </c:pt>
                <c:pt idx="5027">
                  <c:v>5.1129300000000004</c:v>
                </c:pt>
                <c:pt idx="5028">
                  <c:v>5.1132400000000002</c:v>
                </c:pt>
                <c:pt idx="5029">
                  <c:v>5.1135400000000004</c:v>
                </c:pt>
                <c:pt idx="5030">
                  <c:v>5.1138500000000002</c:v>
                </c:pt>
                <c:pt idx="5031">
                  <c:v>5.1141500000000004</c:v>
                </c:pt>
                <c:pt idx="5032">
                  <c:v>5.1144600000000002</c:v>
                </c:pt>
                <c:pt idx="5033">
                  <c:v>5.1147600000000004</c:v>
                </c:pt>
                <c:pt idx="5034">
                  <c:v>5.1150700000000002</c:v>
                </c:pt>
                <c:pt idx="5035">
                  <c:v>5.11538</c:v>
                </c:pt>
                <c:pt idx="5036">
                  <c:v>5.1156800000000002</c:v>
                </c:pt>
                <c:pt idx="5037">
                  <c:v>5.11599</c:v>
                </c:pt>
                <c:pt idx="5038">
                  <c:v>5.1162900000000002</c:v>
                </c:pt>
                <c:pt idx="5039">
                  <c:v>5.1166</c:v>
                </c:pt>
                <c:pt idx="5040">
                  <c:v>5.1169000000000002</c:v>
                </c:pt>
                <c:pt idx="5041">
                  <c:v>5.11721</c:v>
                </c:pt>
                <c:pt idx="5042">
                  <c:v>5.1175100000000002</c:v>
                </c:pt>
                <c:pt idx="5043">
                  <c:v>5.11782</c:v>
                </c:pt>
                <c:pt idx="5044">
                  <c:v>5.1181200000000002</c:v>
                </c:pt>
                <c:pt idx="5045">
                  <c:v>5.11843</c:v>
                </c:pt>
                <c:pt idx="5046">
                  <c:v>5.1187300000000002</c:v>
                </c:pt>
                <c:pt idx="5047">
                  <c:v>5.11904</c:v>
                </c:pt>
                <c:pt idx="5048">
                  <c:v>5.1193499999999998</c:v>
                </c:pt>
                <c:pt idx="5049">
                  <c:v>5.11965</c:v>
                </c:pt>
                <c:pt idx="5050">
                  <c:v>5.1199599999999998</c:v>
                </c:pt>
                <c:pt idx="5051">
                  <c:v>5.12026</c:v>
                </c:pt>
                <c:pt idx="5052">
                  <c:v>5.1205699999999998</c:v>
                </c:pt>
                <c:pt idx="5053">
                  <c:v>5.12087</c:v>
                </c:pt>
                <c:pt idx="5054">
                  <c:v>5.1211799999999998</c:v>
                </c:pt>
                <c:pt idx="5055">
                  <c:v>5.12148</c:v>
                </c:pt>
                <c:pt idx="5056">
                  <c:v>5.1217899999999998</c:v>
                </c:pt>
                <c:pt idx="5057">
                  <c:v>5.12209</c:v>
                </c:pt>
                <c:pt idx="5058">
                  <c:v>5.1223999999999998</c:v>
                </c:pt>
                <c:pt idx="5059">
                  <c:v>5.1227099999999997</c:v>
                </c:pt>
                <c:pt idx="5060">
                  <c:v>5.1230099999999998</c:v>
                </c:pt>
                <c:pt idx="5061">
                  <c:v>5.1233199999999997</c:v>
                </c:pt>
                <c:pt idx="5062">
                  <c:v>5.1236199999999998</c:v>
                </c:pt>
                <c:pt idx="5063">
                  <c:v>5.1239299999999997</c:v>
                </c:pt>
                <c:pt idx="5064">
                  <c:v>5.1242299999999998</c:v>
                </c:pt>
                <c:pt idx="5065">
                  <c:v>5.1245399999999997</c:v>
                </c:pt>
                <c:pt idx="5066">
                  <c:v>5.1248399999999998</c:v>
                </c:pt>
                <c:pt idx="5067">
                  <c:v>5.1251499999999997</c:v>
                </c:pt>
                <c:pt idx="5068">
                  <c:v>5.1254499999999998</c:v>
                </c:pt>
                <c:pt idx="5069">
                  <c:v>5.1257599999999996</c:v>
                </c:pt>
                <c:pt idx="5070">
                  <c:v>5.1260599999999998</c:v>
                </c:pt>
                <c:pt idx="5071">
                  <c:v>5.1263699999999996</c:v>
                </c:pt>
                <c:pt idx="5072">
                  <c:v>5.1266800000000003</c:v>
                </c:pt>
                <c:pt idx="5073">
                  <c:v>5.1269799999999996</c:v>
                </c:pt>
                <c:pt idx="5074">
                  <c:v>5.1272900000000003</c:v>
                </c:pt>
                <c:pt idx="5075">
                  <c:v>5.1275899999999996</c:v>
                </c:pt>
                <c:pt idx="5076">
                  <c:v>5.1279000000000003</c:v>
                </c:pt>
                <c:pt idx="5077">
                  <c:v>5.1281999999999996</c:v>
                </c:pt>
                <c:pt idx="5078">
                  <c:v>5.1285100000000003</c:v>
                </c:pt>
                <c:pt idx="5079">
                  <c:v>5.1288099999999996</c:v>
                </c:pt>
                <c:pt idx="5080">
                  <c:v>5.1291200000000003</c:v>
                </c:pt>
                <c:pt idx="5081">
                  <c:v>5.1294199999999996</c:v>
                </c:pt>
                <c:pt idx="5082">
                  <c:v>5.1297300000000003</c:v>
                </c:pt>
                <c:pt idx="5083">
                  <c:v>5.1300299999999996</c:v>
                </c:pt>
                <c:pt idx="5084">
                  <c:v>5.1303400000000003</c:v>
                </c:pt>
                <c:pt idx="5085">
                  <c:v>5.1306500000000002</c:v>
                </c:pt>
                <c:pt idx="5086">
                  <c:v>5.1309500000000003</c:v>
                </c:pt>
                <c:pt idx="5087">
                  <c:v>5.1312600000000002</c:v>
                </c:pt>
                <c:pt idx="5088">
                  <c:v>5.1315600000000003</c:v>
                </c:pt>
                <c:pt idx="5089">
                  <c:v>5.1318700000000002</c:v>
                </c:pt>
                <c:pt idx="5090">
                  <c:v>5.1321700000000003</c:v>
                </c:pt>
                <c:pt idx="5091">
                  <c:v>5.1324800000000002</c:v>
                </c:pt>
                <c:pt idx="5092">
                  <c:v>5.1327800000000003</c:v>
                </c:pt>
                <c:pt idx="5093">
                  <c:v>5.1330900000000002</c:v>
                </c:pt>
                <c:pt idx="5094">
                  <c:v>5.1333900000000003</c:v>
                </c:pt>
                <c:pt idx="5095">
                  <c:v>5.1337000000000002</c:v>
                </c:pt>
                <c:pt idx="5096">
                  <c:v>5.1340000000000003</c:v>
                </c:pt>
                <c:pt idx="5097">
                  <c:v>5.1343100000000002</c:v>
                </c:pt>
                <c:pt idx="5098">
                  <c:v>5.13462</c:v>
                </c:pt>
                <c:pt idx="5099">
                  <c:v>5.1349200000000002</c:v>
                </c:pt>
                <c:pt idx="5100">
                  <c:v>5.13523</c:v>
                </c:pt>
                <c:pt idx="5101">
                  <c:v>5.1355300000000002</c:v>
                </c:pt>
                <c:pt idx="5102">
                  <c:v>5.13584</c:v>
                </c:pt>
                <c:pt idx="5103">
                  <c:v>5.1361400000000001</c:v>
                </c:pt>
                <c:pt idx="5104">
                  <c:v>5.13645</c:v>
                </c:pt>
                <c:pt idx="5105">
                  <c:v>5.1367500000000001</c:v>
                </c:pt>
                <c:pt idx="5106">
                  <c:v>5.13706</c:v>
                </c:pt>
                <c:pt idx="5107">
                  <c:v>5.1373600000000001</c:v>
                </c:pt>
                <c:pt idx="5108">
                  <c:v>5.13767</c:v>
                </c:pt>
                <c:pt idx="5109">
                  <c:v>5.1379700000000001</c:v>
                </c:pt>
                <c:pt idx="5110">
                  <c:v>5.13828</c:v>
                </c:pt>
                <c:pt idx="5111">
                  <c:v>5.1385899999999998</c:v>
                </c:pt>
                <c:pt idx="5112">
                  <c:v>5.13889</c:v>
                </c:pt>
                <c:pt idx="5113">
                  <c:v>5.1391999999999998</c:v>
                </c:pt>
                <c:pt idx="5114">
                  <c:v>5.1395</c:v>
                </c:pt>
                <c:pt idx="5115">
                  <c:v>5.1398099999999998</c:v>
                </c:pt>
                <c:pt idx="5116">
                  <c:v>5.14011</c:v>
                </c:pt>
                <c:pt idx="5117">
                  <c:v>5.1404199999999998</c:v>
                </c:pt>
                <c:pt idx="5118">
                  <c:v>5.14072</c:v>
                </c:pt>
                <c:pt idx="5119">
                  <c:v>5.1410299999999998</c:v>
                </c:pt>
                <c:pt idx="5120">
                  <c:v>5.14133</c:v>
                </c:pt>
                <c:pt idx="5121">
                  <c:v>5.1416399999999998</c:v>
                </c:pt>
                <c:pt idx="5122">
                  <c:v>5.1419499999999996</c:v>
                </c:pt>
                <c:pt idx="5123">
                  <c:v>5.1422499999999998</c:v>
                </c:pt>
                <c:pt idx="5124">
                  <c:v>5.1425599999999996</c:v>
                </c:pt>
                <c:pt idx="5125">
                  <c:v>5.1428599999999998</c:v>
                </c:pt>
                <c:pt idx="5126">
                  <c:v>5.1431699999999996</c:v>
                </c:pt>
                <c:pt idx="5127">
                  <c:v>5.1434699999999998</c:v>
                </c:pt>
                <c:pt idx="5128">
                  <c:v>5.1437799999999996</c:v>
                </c:pt>
                <c:pt idx="5129">
                  <c:v>5.1440799999999998</c:v>
                </c:pt>
                <c:pt idx="5130">
                  <c:v>5.1443899999999996</c:v>
                </c:pt>
                <c:pt idx="5131">
                  <c:v>5.1446899999999998</c:v>
                </c:pt>
                <c:pt idx="5132">
                  <c:v>5.1449999999999996</c:v>
                </c:pt>
                <c:pt idx="5133">
                  <c:v>5.1452999999999998</c:v>
                </c:pt>
                <c:pt idx="5134">
                  <c:v>5.1456099999999996</c:v>
                </c:pt>
                <c:pt idx="5135">
                  <c:v>5.1459200000000003</c:v>
                </c:pt>
                <c:pt idx="5136">
                  <c:v>5.1462199999999996</c:v>
                </c:pt>
                <c:pt idx="5137">
                  <c:v>5.1465300000000003</c:v>
                </c:pt>
                <c:pt idx="5138">
                  <c:v>5.1468299999999996</c:v>
                </c:pt>
                <c:pt idx="5139">
                  <c:v>5.1471400000000003</c:v>
                </c:pt>
                <c:pt idx="5140">
                  <c:v>5.1474399999999996</c:v>
                </c:pt>
                <c:pt idx="5141">
                  <c:v>5.1477500000000003</c:v>
                </c:pt>
                <c:pt idx="5142">
                  <c:v>5.1480499999999996</c:v>
                </c:pt>
                <c:pt idx="5143">
                  <c:v>5.1483600000000003</c:v>
                </c:pt>
                <c:pt idx="5144">
                  <c:v>5.1486599999999996</c:v>
                </c:pt>
                <c:pt idx="5145">
                  <c:v>5.1489700000000003</c:v>
                </c:pt>
                <c:pt idx="5146">
                  <c:v>5.1492699999999996</c:v>
                </c:pt>
                <c:pt idx="5147">
                  <c:v>5.1495800000000003</c:v>
                </c:pt>
                <c:pt idx="5148">
                  <c:v>5.1498900000000001</c:v>
                </c:pt>
                <c:pt idx="5149">
                  <c:v>5.1501900000000003</c:v>
                </c:pt>
                <c:pt idx="5150">
                  <c:v>5.1505000000000001</c:v>
                </c:pt>
                <c:pt idx="5151">
                  <c:v>5.1508000000000003</c:v>
                </c:pt>
                <c:pt idx="5152">
                  <c:v>5.1511100000000001</c:v>
                </c:pt>
                <c:pt idx="5153">
                  <c:v>5.1514100000000003</c:v>
                </c:pt>
                <c:pt idx="5154">
                  <c:v>5.1517200000000001</c:v>
                </c:pt>
                <c:pt idx="5155">
                  <c:v>5.1520200000000003</c:v>
                </c:pt>
                <c:pt idx="5156">
                  <c:v>5.1523300000000001</c:v>
                </c:pt>
                <c:pt idx="5157">
                  <c:v>5.1526300000000003</c:v>
                </c:pt>
                <c:pt idx="5158">
                  <c:v>5.1529400000000001</c:v>
                </c:pt>
                <c:pt idx="5159">
                  <c:v>5.1532400000000003</c:v>
                </c:pt>
                <c:pt idx="5160">
                  <c:v>5.1535500000000001</c:v>
                </c:pt>
                <c:pt idx="5161">
                  <c:v>5.1538599999999999</c:v>
                </c:pt>
                <c:pt idx="5162">
                  <c:v>5.1541600000000001</c:v>
                </c:pt>
                <c:pt idx="5163">
                  <c:v>5.1544699999999999</c:v>
                </c:pt>
                <c:pt idx="5164">
                  <c:v>5.1547700000000001</c:v>
                </c:pt>
                <c:pt idx="5165">
                  <c:v>5.1550799999999999</c:v>
                </c:pt>
                <c:pt idx="5166">
                  <c:v>5.1553800000000001</c:v>
                </c:pt>
                <c:pt idx="5167">
                  <c:v>5.1556899999999999</c:v>
                </c:pt>
                <c:pt idx="5168">
                  <c:v>5.1559900000000001</c:v>
                </c:pt>
                <c:pt idx="5169">
                  <c:v>5.1562999999999999</c:v>
                </c:pt>
                <c:pt idx="5170">
                  <c:v>5.1566000000000001</c:v>
                </c:pt>
                <c:pt idx="5171">
                  <c:v>5.1569099999999999</c:v>
                </c:pt>
                <c:pt idx="5172">
                  <c:v>5.1572199999999997</c:v>
                </c:pt>
                <c:pt idx="5173">
                  <c:v>5.1575199999999999</c:v>
                </c:pt>
                <c:pt idx="5174">
                  <c:v>5.1578299999999997</c:v>
                </c:pt>
                <c:pt idx="5175">
                  <c:v>5.1581299999999999</c:v>
                </c:pt>
                <c:pt idx="5176">
                  <c:v>5.1584399999999997</c:v>
                </c:pt>
                <c:pt idx="5177">
                  <c:v>5.1587399999999999</c:v>
                </c:pt>
                <c:pt idx="5178">
                  <c:v>5.1590499999999997</c:v>
                </c:pt>
                <c:pt idx="5179">
                  <c:v>5.1593499999999999</c:v>
                </c:pt>
                <c:pt idx="5180">
                  <c:v>5.1596599999999997</c:v>
                </c:pt>
                <c:pt idx="5181">
                  <c:v>5.1599599999999999</c:v>
                </c:pt>
                <c:pt idx="5182">
                  <c:v>5.1602699999999997</c:v>
                </c:pt>
                <c:pt idx="5183">
                  <c:v>5.1605699999999999</c:v>
                </c:pt>
                <c:pt idx="5184">
                  <c:v>5.1608799999999997</c:v>
                </c:pt>
                <c:pt idx="5185">
                  <c:v>5.1611900000000004</c:v>
                </c:pt>
                <c:pt idx="5186">
                  <c:v>5.1614899999999997</c:v>
                </c:pt>
                <c:pt idx="5187">
                  <c:v>5.1618000000000004</c:v>
                </c:pt>
                <c:pt idx="5188">
                  <c:v>5.1620999999999997</c:v>
                </c:pt>
                <c:pt idx="5189">
                  <c:v>5.1624100000000004</c:v>
                </c:pt>
                <c:pt idx="5190">
                  <c:v>5.1627099999999997</c:v>
                </c:pt>
                <c:pt idx="5191">
                  <c:v>5.1630200000000004</c:v>
                </c:pt>
                <c:pt idx="5192">
                  <c:v>5.1633199999999997</c:v>
                </c:pt>
                <c:pt idx="5193">
                  <c:v>5.1636300000000004</c:v>
                </c:pt>
                <c:pt idx="5194">
                  <c:v>5.1639299999999997</c:v>
                </c:pt>
                <c:pt idx="5195">
                  <c:v>5.1642400000000004</c:v>
                </c:pt>
                <c:pt idx="5196">
                  <c:v>5.1645399999999997</c:v>
                </c:pt>
                <c:pt idx="5197">
                  <c:v>5.1648500000000004</c:v>
                </c:pt>
                <c:pt idx="5198">
                  <c:v>5.1651600000000002</c:v>
                </c:pt>
                <c:pt idx="5199">
                  <c:v>5.1654600000000004</c:v>
                </c:pt>
                <c:pt idx="5200">
                  <c:v>5.1657700000000002</c:v>
                </c:pt>
                <c:pt idx="5201">
                  <c:v>5.1660700000000004</c:v>
                </c:pt>
                <c:pt idx="5202">
                  <c:v>5.1663800000000002</c:v>
                </c:pt>
                <c:pt idx="5203">
                  <c:v>5.1666800000000004</c:v>
                </c:pt>
                <c:pt idx="5204">
                  <c:v>5.1669900000000002</c:v>
                </c:pt>
                <c:pt idx="5205">
                  <c:v>5.1672900000000004</c:v>
                </c:pt>
                <c:pt idx="5206">
                  <c:v>5.1676000000000002</c:v>
                </c:pt>
                <c:pt idx="5207">
                  <c:v>5.1679000000000004</c:v>
                </c:pt>
                <c:pt idx="5208">
                  <c:v>5.1682100000000002</c:v>
                </c:pt>
                <c:pt idx="5209">
                  <c:v>5.1685100000000004</c:v>
                </c:pt>
                <c:pt idx="5210">
                  <c:v>5.1688200000000002</c:v>
                </c:pt>
                <c:pt idx="5211">
                  <c:v>5.16913</c:v>
                </c:pt>
                <c:pt idx="5212">
                  <c:v>5.1694300000000002</c:v>
                </c:pt>
                <c:pt idx="5213">
                  <c:v>5.16974</c:v>
                </c:pt>
                <c:pt idx="5214">
                  <c:v>5.1700400000000002</c:v>
                </c:pt>
                <c:pt idx="5215">
                  <c:v>5.17035</c:v>
                </c:pt>
                <c:pt idx="5216">
                  <c:v>5.1706500000000002</c:v>
                </c:pt>
                <c:pt idx="5217">
                  <c:v>5.17096</c:v>
                </c:pt>
                <c:pt idx="5218">
                  <c:v>5.1712600000000002</c:v>
                </c:pt>
                <c:pt idx="5219">
                  <c:v>5.17157</c:v>
                </c:pt>
                <c:pt idx="5220">
                  <c:v>5.1718700000000002</c:v>
                </c:pt>
                <c:pt idx="5221">
                  <c:v>5.17218</c:v>
                </c:pt>
                <c:pt idx="5222">
                  <c:v>5.1724800000000002</c:v>
                </c:pt>
                <c:pt idx="5223">
                  <c:v>5.17279</c:v>
                </c:pt>
                <c:pt idx="5224">
                  <c:v>5.1730999999999998</c:v>
                </c:pt>
                <c:pt idx="5225">
                  <c:v>5.1734</c:v>
                </c:pt>
                <c:pt idx="5226">
                  <c:v>5.1737099999999998</c:v>
                </c:pt>
                <c:pt idx="5227">
                  <c:v>5.17401</c:v>
                </c:pt>
                <c:pt idx="5228">
                  <c:v>5.1743199999999998</c:v>
                </c:pt>
                <c:pt idx="5229">
                  <c:v>5.17462</c:v>
                </c:pt>
                <c:pt idx="5230">
                  <c:v>5.1749299999999998</c:v>
                </c:pt>
                <c:pt idx="5231">
                  <c:v>5.17523</c:v>
                </c:pt>
                <c:pt idx="5232">
                  <c:v>5.1755399999999998</c:v>
                </c:pt>
                <c:pt idx="5233">
                  <c:v>5.17584</c:v>
                </c:pt>
                <c:pt idx="5234">
                  <c:v>5.1761499999999998</c:v>
                </c:pt>
                <c:pt idx="5235">
                  <c:v>5.1764599999999996</c:v>
                </c:pt>
                <c:pt idx="5236">
                  <c:v>5.1767599999999998</c:v>
                </c:pt>
                <c:pt idx="5237">
                  <c:v>5.1770699999999996</c:v>
                </c:pt>
                <c:pt idx="5238">
                  <c:v>5.1773699999999998</c:v>
                </c:pt>
                <c:pt idx="5239">
                  <c:v>5.1776799999999996</c:v>
                </c:pt>
                <c:pt idx="5240">
                  <c:v>5.1779799999999998</c:v>
                </c:pt>
                <c:pt idx="5241">
                  <c:v>5.1782899999999996</c:v>
                </c:pt>
                <c:pt idx="5242">
                  <c:v>5.1785899999999998</c:v>
                </c:pt>
                <c:pt idx="5243">
                  <c:v>5.1788999999999996</c:v>
                </c:pt>
                <c:pt idx="5244">
                  <c:v>5.1791999999999998</c:v>
                </c:pt>
                <c:pt idx="5245">
                  <c:v>5.1795099999999996</c:v>
                </c:pt>
                <c:pt idx="5246">
                  <c:v>5.1798099999999998</c:v>
                </c:pt>
                <c:pt idx="5247">
                  <c:v>5.1801199999999996</c:v>
                </c:pt>
                <c:pt idx="5248">
                  <c:v>5.1804300000000003</c:v>
                </c:pt>
                <c:pt idx="5249">
                  <c:v>5.1807299999999996</c:v>
                </c:pt>
                <c:pt idx="5250">
                  <c:v>5.1810400000000003</c:v>
                </c:pt>
                <c:pt idx="5251">
                  <c:v>5.1813399999999996</c:v>
                </c:pt>
                <c:pt idx="5252">
                  <c:v>5.1816500000000003</c:v>
                </c:pt>
                <c:pt idx="5253">
                  <c:v>5.1819499999999996</c:v>
                </c:pt>
                <c:pt idx="5254">
                  <c:v>5.1822600000000003</c:v>
                </c:pt>
                <c:pt idx="5255">
                  <c:v>5.1825599999999996</c:v>
                </c:pt>
                <c:pt idx="5256">
                  <c:v>5.1828700000000003</c:v>
                </c:pt>
                <c:pt idx="5257">
                  <c:v>5.1831699999999996</c:v>
                </c:pt>
                <c:pt idx="5258">
                  <c:v>5.1834800000000003</c:v>
                </c:pt>
                <c:pt idx="5259">
                  <c:v>5.1837799999999996</c:v>
                </c:pt>
                <c:pt idx="5260">
                  <c:v>5.1840900000000003</c:v>
                </c:pt>
                <c:pt idx="5261">
                  <c:v>5.1844000000000001</c:v>
                </c:pt>
                <c:pt idx="5262">
                  <c:v>5.1847000000000003</c:v>
                </c:pt>
                <c:pt idx="5263">
                  <c:v>5.1850100000000001</c:v>
                </c:pt>
                <c:pt idx="5264">
                  <c:v>5.1853100000000003</c:v>
                </c:pt>
                <c:pt idx="5265">
                  <c:v>5.1856200000000001</c:v>
                </c:pt>
                <c:pt idx="5266">
                  <c:v>5.1859200000000003</c:v>
                </c:pt>
                <c:pt idx="5267">
                  <c:v>5.1862300000000001</c:v>
                </c:pt>
                <c:pt idx="5268">
                  <c:v>5.1865300000000003</c:v>
                </c:pt>
                <c:pt idx="5269">
                  <c:v>5.1868400000000001</c:v>
                </c:pt>
                <c:pt idx="5270">
                  <c:v>5.1871400000000003</c:v>
                </c:pt>
                <c:pt idx="5271">
                  <c:v>5.1874500000000001</c:v>
                </c:pt>
                <c:pt idx="5272">
                  <c:v>5.1877500000000003</c:v>
                </c:pt>
                <c:pt idx="5273">
                  <c:v>5.1880600000000001</c:v>
                </c:pt>
                <c:pt idx="5274">
                  <c:v>5.1883699999999999</c:v>
                </c:pt>
                <c:pt idx="5275">
                  <c:v>5.1886700000000001</c:v>
                </c:pt>
                <c:pt idx="5276">
                  <c:v>5.1889799999999999</c:v>
                </c:pt>
                <c:pt idx="5277">
                  <c:v>5.1892800000000001</c:v>
                </c:pt>
                <c:pt idx="5278">
                  <c:v>5.1895899999999999</c:v>
                </c:pt>
                <c:pt idx="5279">
                  <c:v>5.1898900000000001</c:v>
                </c:pt>
                <c:pt idx="5280">
                  <c:v>5.1901999999999999</c:v>
                </c:pt>
                <c:pt idx="5281">
                  <c:v>5.1905000000000001</c:v>
                </c:pt>
                <c:pt idx="5282">
                  <c:v>5.1908099999999999</c:v>
                </c:pt>
                <c:pt idx="5283">
                  <c:v>5.1911100000000001</c:v>
                </c:pt>
                <c:pt idx="5284">
                  <c:v>5.1914199999999999</c:v>
                </c:pt>
                <c:pt idx="5285">
                  <c:v>5.1917200000000001</c:v>
                </c:pt>
                <c:pt idx="5286">
                  <c:v>5.1920299999999999</c:v>
                </c:pt>
                <c:pt idx="5287">
                  <c:v>5.1923399999999997</c:v>
                </c:pt>
                <c:pt idx="5288">
                  <c:v>5.1926399999999999</c:v>
                </c:pt>
                <c:pt idx="5289">
                  <c:v>5.1929499999999997</c:v>
                </c:pt>
                <c:pt idx="5290">
                  <c:v>5.1932499999999999</c:v>
                </c:pt>
                <c:pt idx="5291">
                  <c:v>5.1935599999999997</c:v>
                </c:pt>
                <c:pt idx="5292">
                  <c:v>5.1938599999999999</c:v>
                </c:pt>
                <c:pt idx="5293">
                  <c:v>5.1941699999999997</c:v>
                </c:pt>
                <c:pt idx="5294">
                  <c:v>5.1944699999999999</c:v>
                </c:pt>
                <c:pt idx="5295">
                  <c:v>5.1947799999999997</c:v>
                </c:pt>
                <c:pt idx="5296">
                  <c:v>5.1950799999999999</c:v>
                </c:pt>
                <c:pt idx="5297">
                  <c:v>5.1953899999999997</c:v>
                </c:pt>
                <c:pt idx="5298">
                  <c:v>5.1957000000000004</c:v>
                </c:pt>
                <c:pt idx="5299">
                  <c:v>5.1959999999999997</c:v>
                </c:pt>
                <c:pt idx="5300">
                  <c:v>5.1963100000000004</c:v>
                </c:pt>
                <c:pt idx="5301">
                  <c:v>5.1966099999999997</c:v>
                </c:pt>
                <c:pt idx="5302">
                  <c:v>5.1969200000000004</c:v>
                </c:pt>
                <c:pt idx="5303">
                  <c:v>5.1972199999999997</c:v>
                </c:pt>
                <c:pt idx="5304">
                  <c:v>5.1975300000000004</c:v>
                </c:pt>
                <c:pt idx="5305">
                  <c:v>5.1978299999999997</c:v>
                </c:pt>
                <c:pt idx="5306">
                  <c:v>5.1981400000000004</c:v>
                </c:pt>
                <c:pt idx="5307">
                  <c:v>5.1984399999999997</c:v>
                </c:pt>
                <c:pt idx="5308">
                  <c:v>5.1987500000000004</c:v>
                </c:pt>
                <c:pt idx="5309">
                  <c:v>5.1990499999999997</c:v>
                </c:pt>
                <c:pt idx="5310">
                  <c:v>5.1993600000000004</c:v>
                </c:pt>
                <c:pt idx="5311">
                  <c:v>5.1996700000000002</c:v>
                </c:pt>
                <c:pt idx="5312">
                  <c:v>5.1999700000000004</c:v>
                </c:pt>
                <c:pt idx="5313">
                  <c:v>5.2002800000000002</c:v>
                </c:pt>
                <c:pt idx="5314">
                  <c:v>5.2005800000000004</c:v>
                </c:pt>
                <c:pt idx="5315">
                  <c:v>5.2008900000000002</c:v>
                </c:pt>
                <c:pt idx="5316">
                  <c:v>5.2011900000000004</c:v>
                </c:pt>
                <c:pt idx="5317">
                  <c:v>5.2015000000000002</c:v>
                </c:pt>
                <c:pt idx="5318">
                  <c:v>5.2018000000000004</c:v>
                </c:pt>
                <c:pt idx="5319">
                  <c:v>5.2021100000000002</c:v>
                </c:pt>
                <c:pt idx="5320">
                  <c:v>5.2024100000000004</c:v>
                </c:pt>
                <c:pt idx="5321">
                  <c:v>5.2027200000000002</c:v>
                </c:pt>
                <c:pt idx="5322">
                  <c:v>5.2030200000000004</c:v>
                </c:pt>
                <c:pt idx="5323">
                  <c:v>5.2033300000000002</c:v>
                </c:pt>
                <c:pt idx="5324">
                  <c:v>5.20364</c:v>
                </c:pt>
                <c:pt idx="5325">
                  <c:v>5.2039400000000002</c:v>
                </c:pt>
                <c:pt idx="5326">
                  <c:v>5.20425</c:v>
                </c:pt>
                <c:pt idx="5327">
                  <c:v>5.2045500000000002</c:v>
                </c:pt>
                <c:pt idx="5328">
                  <c:v>5.20486</c:v>
                </c:pt>
                <c:pt idx="5329">
                  <c:v>5.2051600000000002</c:v>
                </c:pt>
                <c:pt idx="5330">
                  <c:v>5.20547</c:v>
                </c:pt>
                <c:pt idx="5331">
                  <c:v>5.2057700000000002</c:v>
                </c:pt>
                <c:pt idx="5332">
                  <c:v>5.20608</c:v>
                </c:pt>
                <c:pt idx="5333">
                  <c:v>5.2063800000000002</c:v>
                </c:pt>
                <c:pt idx="5334">
                  <c:v>5.20669</c:v>
                </c:pt>
                <c:pt idx="5335">
                  <c:v>5.2069900000000002</c:v>
                </c:pt>
                <c:pt idx="5336">
                  <c:v>5.2073</c:v>
                </c:pt>
                <c:pt idx="5337">
                  <c:v>5.2076099999999999</c:v>
                </c:pt>
                <c:pt idx="5338">
                  <c:v>5.20791</c:v>
                </c:pt>
                <c:pt idx="5339">
                  <c:v>5.2082199999999998</c:v>
                </c:pt>
                <c:pt idx="5340">
                  <c:v>5.20852</c:v>
                </c:pt>
                <c:pt idx="5341">
                  <c:v>5.2088299999999998</c:v>
                </c:pt>
                <c:pt idx="5342">
                  <c:v>5.20913</c:v>
                </c:pt>
                <c:pt idx="5343">
                  <c:v>5.2094399999999998</c:v>
                </c:pt>
                <c:pt idx="5344">
                  <c:v>5.20974</c:v>
                </c:pt>
                <c:pt idx="5345">
                  <c:v>5.2100499999999998</c:v>
                </c:pt>
                <c:pt idx="5346">
                  <c:v>5.21035</c:v>
                </c:pt>
                <c:pt idx="5347">
                  <c:v>5.2106599999999998</c:v>
                </c:pt>
                <c:pt idx="5348">
                  <c:v>5.2109699999999997</c:v>
                </c:pt>
                <c:pt idx="5349">
                  <c:v>5.2112699999999998</c:v>
                </c:pt>
                <c:pt idx="5350">
                  <c:v>5.2115799999999997</c:v>
                </c:pt>
                <c:pt idx="5351">
                  <c:v>5.2118799999999998</c:v>
                </c:pt>
                <c:pt idx="5352">
                  <c:v>5.2121899999999997</c:v>
                </c:pt>
                <c:pt idx="5353">
                  <c:v>5.2124899999999998</c:v>
                </c:pt>
                <c:pt idx="5354">
                  <c:v>5.2127999999999997</c:v>
                </c:pt>
                <c:pt idx="5355">
                  <c:v>5.2130999999999998</c:v>
                </c:pt>
                <c:pt idx="5356">
                  <c:v>5.2134099999999997</c:v>
                </c:pt>
                <c:pt idx="5357">
                  <c:v>5.2137099999999998</c:v>
                </c:pt>
                <c:pt idx="5358">
                  <c:v>5.2140199999999997</c:v>
                </c:pt>
                <c:pt idx="5359">
                  <c:v>5.2143199999999998</c:v>
                </c:pt>
                <c:pt idx="5360">
                  <c:v>5.2146299999999997</c:v>
                </c:pt>
                <c:pt idx="5361">
                  <c:v>5.2149400000000004</c:v>
                </c:pt>
                <c:pt idx="5362">
                  <c:v>5.2152399999999997</c:v>
                </c:pt>
                <c:pt idx="5363">
                  <c:v>5.2155500000000004</c:v>
                </c:pt>
                <c:pt idx="5364">
                  <c:v>5.2158499999999997</c:v>
                </c:pt>
                <c:pt idx="5365">
                  <c:v>5.2161600000000004</c:v>
                </c:pt>
                <c:pt idx="5366">
                  <c:v>5.2164599999999997</c:v>
                </c:pt>
                <c:pt idx="5367">
                  <c:v>5.2167700000000004</c:v>
                </c:pt>
                <c:pt idx="5368">
                  <c:v>5.2170699999999997</c:v>
                </c:pt>
                <c:pt idx="5369">
                  <c:v>5.2173800000000004</c:v>
                </c:pt>
                <c:pt idx="5370">
                  <c:v>5.2176799999999997</c:v>
                </c:pt>
                <c:pt idx="5371">
                  <c:v>5.2179900000000004</c:v>
                </c:pt>
                <c:pt idx="5372">
                  <c:v>5.2182899999999997</c:v>
                </c:pt>
                <c:pt idx="5373">
                  <c:v>5.2186000000000003</c:v>
                </c:pt>
                <c:pt idx="5374">
                  <c:v>5.2189100000000002</c:v>
                </c:pt>
                <c:pt idx="5375">
                  <c:v>5.2192100000000003</c:v>
                </c:pt>
                <c:pt idx="5376">
                  <c:v>5.2195200000000002</c:v>
                </c:pt>
                <c:pt idx="5377">
                  <c:v>5.2198200000000003</c:v>
                </c:pt>
                <c:pt idx="5378">
                  <c:v>5.2201300000000002</c:v>
                </c:pt>
                <c:pt idx="5379">
                  <c:v>5.2204300000000003</c:v>
                </c:pt>
                <c:pt idx="5380">
                  <c:v>5.2207400000000002</c:v>
                </c:pt>
                <c:pt idx="5381">
                  <c:v>5.2210400000000003</c:v>
                </c:pt>
                <c:pt idx="5382">
                  <c:v>5.2213500000000002</c:v>
                </c:pt>
                <c:pt idx="5383">
                  <c:v>5.2216500000000003</c:v>
                </c:pt>
                <c:pt idx="5384">
                  <c:v>5.2219600000000002</c:v>
                </c:pt>
                <c:pt idx="5385">
                  <c:v>5.2222600000000003</c:v>
                </c:pt>
                <c:pt idx="5386">
                  <c:v>5.2225700000000002</c:v>
                </c:pt>
                <c:pt idx="5387">
                  <c:v>5.22288</c:v>
                </c:pt>
                <c:pt idx="5388">
                  <c:v>5.2231800000000002</c:v>
                </c:pt>
                <c:pt idx="5389">
                  <c:v>5.22349</c:v>
                </c:pt>
                <c:pt idx="5390">
                  <c:v>5.2237900000000002</c:v>
                </c:pt>
                <c:pt idx="5391">
                  <c:v>5.2241</c:v>
                </c:pt>
                <c:pt idx="5392">
                  <c:v>5.2244000000000002</c:v>
                </c:pt>
                <c:pt idx="5393">
                  <c:v>5.22471</c:v>
                </c:pt>
                <c:pt idx="5394">
                  <c:v>5.2250100000000002</c:v>
                </c:pt>
                <c:pt idx="5395">
                  <c:v>5.22532</c:v>
                </c:pt>
                <c:pt idx="5396">
                  <c:v>5.2256200000000002</c:v>
                </c:pt>
                <c:pt idx="5397">
                  <c:v>5.22593</c:v>
                </c:pt>
                <c:pt idx="5398">
                  <c:v>5.2262300000000002</c:v>
                </c:pt>
                <c:pt idx="5399">
                  <c:v>5.22654</c:v>
                </c:pt>
                <c:pt idx="5400">
                  <c:v>5.2268499999999998</c:v>
                </c:pt>
                <c:pt idx="5401">
                  <c:v>5.22715</c:v>
                </c:pt>
                <c:pt idx="5402">
                  <c:v>5.2274599999999998</c:v>
                </c:pt>
                <c:pt idx="5403">
                  <c:v>5.22776</c:v>
                </c:pt>
                <c:pt idx="5404">
                  <c:v>5.2280699999999998</c:v>
                </c:pt>
                <c:pt idx="5405">
                  <c:v>5.22837</c:v>
                </c:pt>
                <c:pt idx="5406">
                  <c:v>5.2286799999999998</c:v>
                </c:pt>
                <c:pt idx="5407">
                  <c:v>5.22898</c:v>
                </c:pt>
                <c:pt idx="5408">
                  <c:v>5.2292899999999998</c:v>
                </c:pt>
                <c:pt idx="5409">
                  <c:v>5.22959</c:v>
                </c:pt>
                <c:pt idx="5410">
                  <c:v>5.2298999999999998</c:v>
                </c:pt>
                <c:pt idx="5411">
                  <c:v>5.2302099999999996</c:v>
                </c:pt>
                <c:pt idx="5412">
                  <c:v>5.2305099999999998</c:v>
                </c:pt>
                <c:pt idx="5413">
                  <c:v>5.2308199999999996</c:v>
                </c:pt>
                <c:pt idx="5414">
                  <c:v>5.2311199999999998</c:v>
                </c:pt>
                <c:pt idx="5415">
                  <c:v>5.2314299999999996</c:v>
                </c:pt>
                <c:pt idx="5416">
                  <c:v>5.2317299999999998</c:v>
                </c:pt>
                <c:pt idx="5417">
                  <c:v>5.2320399999999996</c:v>
                </c:pt>
                <c:pt idx="5418">
                  <c:v>5.2323399999999998</c:v>
                </c:pt>
                <c:pt idx="5419">
                  <c:v>5.2326499999999996</c:v>
                </c:pt>
                <c:pt idx="5420">
                  <c:v>5.2329499999999998</c:v>
                </c:pt>
                <c:pt idx="5421">
                  <c:v>5.2332599999999996</c:v>
                </c:pt>
                <c:pt idx="5422">
                  <c:v>5.2335599999999998</c:v>
                </c:pt>
                <c:pt idx="5423">
                  <c:v>5.2338699999999996</c:v>
                </c:pt>
                <c:pt idx="5424">
                  <c:v>5.2341800000000003</c:v>
                </c:pt>
                <c:pt idx="5425">
                  <c:v>5.2344799999999996</c:v>
                </c:pt>
                <c:pt idx="5426">
                  <c:v>5.2347900000000003</c:v>
                </c:pt>
                <c:pt idx="5427">
                  <c:v>5.2350899999999996</c:v>
                </c:pt>
                <c:pt idx="5428">
                  <c:v>5.2354000000000003</c:v>
                </c:pt>
                <c:pt idx="5429">
                  <c:v>5.2356999999999996</c:v>
                </c:pt>
                <c:pt idx="5430">
                  <c:v>5.2360100000000003</c:v>
                </c:pt>
                <c:pt idx="5431">
                  <c:v>5.2363099999999996</c:v>
                </c:pt>
                <c:pt idx="5432">
                  <c:v>5.2366200000000003</c:v>
                </c:pt>
                <c:pt idx="5433">
                  <c:v>5.2369199999999996</c:v>
                </c:pt>
                <c:pt idx="5434">
                  <c:v>5.2372300000000003</c:v>
                </c:pt>
                <c:pt idx="5435">
                  <c:v>5.2375299999999996</c:v>
                </c:pt>
                <c:pt idx="5436">
                  <c:v>5.2378400000000003</c:v>
                </c:pt>
                <c:pt idx="5437">
                  <c:v>5.2381500000000001</c:v>
                </c:pt>
                <c:pt idx="5438">
                  <c:v>5.2384500000000003</c:v>
                </c:pt>
                <c:pt idx="5439">
                  <c:v>5.2387600000000001</c:v>
                </c:pt>
                <c:pt idx="5440">
                  <c:v>5.2390600000000003</c:v>
                </c:pt>
                <c:pt idx="5441">
                  <c:v>5.2393700000000001</c:v>
                </c:pt>
                <c:pt idx="5442">
                  <c:v>5.2396700000000003</c:v>
                </c:pt>
                <c:pt idx="5443">
                  <c:v>5.2399800000000001</c:v>
                </c:pt>
                <c:pt idx="5444">
                  <c:v>5.2402800000000003</c:v>
                </c:pt>
                <c:pt idx="5445">
                  <c:v>5.2405900000000001</c:v>
                </c:pt>
                <c:pt idx="5446">
                  <c:v>5.2408900000000003</c:v>
                </c:pt>
                <c:pt idx="5447">
                  <c:v>5.2412000000000001</c:v>
                </c:pt>
                <c:pt idx="5448">
                  <c:v>5.2415000000000003</c:v>
                </c:pt>
                <c:pt idx="5449">
                  <c:v>5.2418100000000001</c:v>
                </c:pt>
                <c:pt idx="5450">
                  <c:v>5.2421199999999999</c:v>
                </c:pt>
                <c:pt idx="5451">
                  <c:v>5.2424200000000001</c:v>
                </c:pt>
                <c:pt idx="5452">
                  <c:v>5.2427299999999999</c:v>
                </c:pt>
                <c:pt idx="5453">
                  <c:v>5.2430300000000001</c:v>
                </c:pt>
                <c:pt idx="5454">
                  <c:v>5.2433399999999999</c:v>
                </c:pt>
                <c:pt idx="5455">
                  <c:v>5.2436400000000001</c:v>
                </c:pt>
                <c:pt idx="5456">
                  <c:v>5.2439499999999999</c:v>
                </c:pt>
                <c:pt idx="5457">
                  <c:v>5.2442500000000001</c:v>
                </c:pt>
                <c:pt idx="5458">
                  <c:v>5.2445599999999999</c:v>
                </c:pt>
                <c:pt idx="5459">
                  <c:v>5.2448600000000001</c:v>
                </c:pt>
                <c:pt idx="5460">
                  <c:v>5.2451699999999999</c:v>
                </c:pt>
                <c:pt idx="5461">
                  <c:v>5.2454700000000001</c:v>
                </c:pt>
                <c:pt idx="5462">
                  <c:v>5.2457799999999999</c:v>
                </c:pt>
                <c:pt idx="5463">
                  <c:v>5.2460899999999997</c:v>
                </c:pt>
                <c:pt idx="5464">
                  <c:v>5.2463899999999999</c:v>
                </c:pt>
                <c:pt idx="5465">
                  <c:v>5.2466999999999997</c:v>
                </c:pt>
                <c:pt idx="5466">
                  <c:v>5.2469999999999999</c:v>
                </c:pt>
                <c:pt idx="5467">
                  <c:v>5.2473099999999997</c:v>
                </c:pt>
                <c:pt idx="5468">
                  <c:v>5.2476099999999999</c:v>
                </c:pt>
                <c:pt idx="5469">
                  <c:v>5.2479199999999997</c:v>
                </c:pt>
                <c:pt idx="5470">
                  <c:v>5.2482199999999999</c:v>
                </c:pt>
                <c:pt idx="5471">
                  <c:v>5.2485299999999997</c:v>
                </c:pt>
                <c:pt idx="5472">
                  <c:v>5.2488299999999999</c:v>
                </c:pt>
                <c:pt idx="5473">
                  <c:v>5.2491399999999997</c:v>
                </c:pt>
                <c:pt idx="5474">
                  <c:v>5.2494500000000004</c:v>
                </c:pt>
                <c:pt idx="5475">
                  <c:v>5.2497499999999997</c:v>
                </c:pt>
                <c:pt idx="5476">
                  <c:v>5.2500600000000004</c:v>
                </c:pt>
                <c:pt idx="5477">
                  <c:v>5.2503599999999997</c:v>
                </c:pt>
                <c:pt idx="5478">
                  <c:v>5.2506700000000004</c:v>
                </c:pt>
                <c:pt idx="5479">
                  <c:v>5.2509699999999997</c:v>
                </c:pt>
                <c:pt idx="5480">
                  <c:v>5.2512800000000004</c:v>
                </c:pt>
                <c:pt idx="5481">
                  <c:v>5.2515799999999997</c:v>
                </c:pt>
                <c:pt idx="5482">
                  <c:v>5.2518900000000004</c:v>
                </c:pt>
                <c:pt idx="5483">
                  <c:v>5.2521899999999997</c:v>
                </c:pt>
                <c:pt idx="5484">
                  <c:v>5.2525000000000004</c:v>
                </c:pt>
                <c:pt idx="5485">
                  <c:v>5.2527999999999997</c:v>
                </c:pt>
                <c:pt idx="5486">
                  <c:v>5.2531100000000004</c:v>
                </c:pt>
                <c:pt idx="5487">
                  <c:v>5.2534200000000002</c:v>
                </c:pt>
                <c:pt idx="5488">
                  <c:v>5.2537200000000004</c:v>
                </c:pt>
                <c:pt idx="5489">
                  <c:v>5.2540300000000002</c:v>
                </c:pt>
                <c:pt idx="5490">
                  <c:v>5.2543300000000004</c:v>
                </c:pt>
                <c:pt idx="5491">
                  <c:v>5.2546400000000002</c:v>
                </c:pt>
                <c:pt idx="5492">
                  <c:v>5.2549400000000004</c:v>
                </c:pt>
                <c:pt idx="5493">
                  <c:v>5.2552500000000002</c:v>
                </c:pt>
                <c:pt idx="5494">
                  <c:v>5.2555500000000004</c:v>
                </c:pt>
                <c:pt idx="5495">
                  <c:v>5.2558600000000002</c:v>
                </c:pt>
                <c:pt idx="5496">
                  <c:v>5.2561600000000004</c:v>
                </c:pt>
                <c:pt idx="5497">
                  <c:v>5.2564700000000002</c:v>
                </c:pt>
                <c:pt idx="5498">
                  <c:v>5.2567700000000004</c:v>
                </c:pt>
                <c:pt idx="5499">
                  <c:v>5.2570800000000002</c:v>
                </c:pt>
                <c:pt idx="5500">
                  <c:v>5.25739</c:v>
                </c:pt>
                <c:pt idx="5501">
                  <c:v>5.2576900000000002</c:v>
                </c:pt>
                <c:pt idx="5502">
                  <c:v>5.258</c:v>
                </c:pt>
                <c:pt idx="5503">
                  <c:v>5.2583000000000002</c:v>
                </c:pt>
                <c:pt idx="5504">
                  <c:v>5.25861</c:v>
                </c:pt>
                <c:pt idx="5505">
                  <c:v>5.2589100000000002</c:v>
                </c:pt>
                <c:pt idx="5506">
                  <c:v>5.25922</c:v>
                </c:pt>
                <c:pt idx="5507">
                  <c:v>5.2595200000000002</c:v>
                </c:pt>
                <c:pt idx="5508">
                  <c:v>5.25983</c:v>
                </c:pt>
                <c:pt idx="5509">
                  <c:v>5.2601300000000002</c:v>
                </c:pt>
                <c:pt idx="5510">
                  <c:v>5.26044</c:v>
                </c:pt>
                <c:pt idx="5511">
                  <c:v>5.2607400000000002</c:v>
                </c:pt>
                <c:pt idx="5512">
                  <c:v>5.26105</c:v>
                </c:pt>
                <c:pt idx="5513">
                  <c:v>5.2613599999999998</c:v>
                </c:pt>
                <c:pt idx="5514">
                  <c:v>5.26166</c:v>
                </c:pt>
                <c:pt idx="5515">
                  <c:v>5.2619699999999998</c:v>
                </c:pt>
                <c:pt idx="5516">
                  <c:v>5.26227</c:v>
                </c:pt>
                <c:pt idx="5517">
                  <c:v>5.2625799999999998</c:v>
                </c:pt>
                <c:pt idx="5518">
                  <c:v>5.26288</c:v>
                </c:pt>
                <c:pt idx="5519">
                  <c:v>5.2631899999999998</c:v>
                </c:pt>
                <c:pt idx="5520">
                  <c:v>5.26349</c:v>
                </c:pt>
                <c:pt idx="5521">
                  <c:v>5.2637999999999998</c:v>
                </c:pt>
                <c:pt idx="5522">
                  <c:v>5.2641</c:v>
                </c:pt>
                <c:pt idx="5523">
                  <c:v>5.2644099999999998</c:v>
                </c:pt>
                <c:pt idx="5524">
                  <c:v>5.2647199999999996</c:v>
                </c:pt>
                <c:pt idx="5525">
                  <c:v>5.2650199999999998</c:v>
                </c:pt>
                <c:pt idx="5526">
                  <c:v>5.2653299999999996</c:v>
                </c:pt>
                <c:pt idx="5527">
                  <c:v>5.2656299999999998</c:v>
                </c:pt>
                <c:pt idx="5528">
                  <c:v>5.2659399999999996</c:v>
                </c:pt>
                <c:pt idx="5529">
                  <c:v>5.2662399999999998</c:v>
                </c:pt>
                <c:pt idx="5530">
                  <c:v>5.2665499999999996</c:v>
                </c:pt>
                <c:pt idx="5531">
                  <c:v>5.2668499999999998</c:v>
                </c:pt>
                <c:pt idx="5532">
                  <c:v>5.2671599999999996</c:v>
                </c:pt>
                <c:pt idx="5533">
                  <c:v>5.2674599999999998</c:v>
                </c:pt>
                <c:pt idx="5534">
                  <c:v>5.2677699999999996</c:v>
                </c:pt>
                <c:pt idx="5535">
                  <c:v>5.2680699999999998</c:v>
                </c:pt>
                <c:pt idx="5536">
                  <c:v>5.2683799999999996</c:v>
                </c:pt>
                <c:pt idx="5537">
                  <c:v>5.2686900000000003</c:v>
                </c:pt>
                <c:pt idx="5538">
                  <c:v>5.2689899999999996</c:v>
                </c:pt>
                <c:pt idx="5539">
                  <c:v>5.2693000000000003</c:v>
                </c:pt>
                <c:pt idx="5540">
                  <c:v>5.2695999999999996</c:v>
                </c:pt>
                <c:pt idx="5541">
                  <c:v>5.2699100000000003</c:v>
                </c:pt>
                <c:pt idx="5542">
                  <c:v>5.2702099999999996</c:v>
                </c:pt>
                <c:pt idx="5543">
                  <c:v>5.2705200000000003</c:v>
                </c:pt>
                <c:pt idx="5544">
                  <c:v>5.2708199999999996</c:v>
                </c:pt>
                <c:pt idx="5545">
                  <c:v>5.2711300000000003</c:v>
                </c:pt>
                <c:pt idx="5546">
                  <c:v>5.2714299999999996</c:v>
                </c:pt>
                <c:pt idx="5547">
                  <c:v>5.2717400000000003</c:v>
                </c:pt>
                <c:pt idx="5548">
                  <c:v>5.2720399999999996</c:v>
                </c:pt>
                <c:pt idx="5549">
                  <c:v>5.2723500000000003</c:v>
                </c:pt>
                <c:pt idx="5550">
                  <c:v>5.2726600000000001</c:v>
                </c:pt>
                <c:pt idx="5551">
                  <c:v>5.2729600000000003</c:v>
                </c:pt>
                <c:pt idx="5552">
                  <c:v>5.2732700000000001</c:v>
                </c:pt>
                <c:pt idx="5553">
                  <c:v>5.2735700000000003</c:v>
                </c:pt>
                <c:pt idx="5554">
                  <c:v>5.2738800000000001</c:v>
                </c:pt>
                <c:pt idx="5555">
                  <c:v>5.2741800000000003</c:v>
                </c:pt>
                <c:pt idx="5556">
                  <c:v>5.2744900000000001</c:v>
                </c:pt>
                <c:pt idx="5557">
                  <c:v>5.2747900000000003</c:v>
                </c:pt>
                <c:pt idx="5558">
                  <c:v>5.2751000000000001</c:v>
                </c:pt>
                <c:pt idx="5559">
                  <c:v>5.2754000000000003</c:v>
                </c:pt>
                <c:pt idx="5560">
                  <c:v>5.2757100000000001</c:v>
                </c:pt>
                <c:pt idx="5561">
                  <c:v>5.2760100000000003</c:v>
                </c:pt>
                <c:pt idx="5562">
                  <c:v>5.2763200000000001</c:v>
                </c:pt>
                <c:pt idx="5563">
                  <c:v>5.2766299999999999</c:v>
                </c:pt>
                <c:pt idx="5564">
                  <c:v>5.2769300000000001</c:v>
                </c:pt>
                <c:pt idx="5565">
                  <c:v>5.2772399999999999</c:v>
                </c:pt>
                <c:pt idx="5566">
                  <c:v>5.2775400000000001</c:v>
                </c:pt>
                <c:pt idx="5567">
                  <c:v>5.2778499999999999</c:v>
                </c:pt>
                <c:pt idx="5568">
                  <c:v>5.2781500000000001</c:v>
                </c:pt>
                <c:pt idx="5569">
                  <c:v>5.2784599999999999</c:v>
                </c:pt>
                <c:pt idx="5570">
                  <c:v>5.2787600000000001</c:v>
                </c:pt>
                <c:pt idx="5571">
                  <c:v>5.2790699999999999</c:v>
                </c:pt>
                <c:pt idx="5572">
                  <c:v>5.2793700000000001</c:v>
                </c:pt>
                <c:pt idx="5573">
                  <c:v>5.2796799999999999</c:v>
                </c:pt>
                <c:pt idx="5574">
                  <c:v>5.2799800000000001</c:v>
                </c:pt>
                <c:pt idx="5575">
                  <c:v>5.2802899999999999</c:v>
                </c:pt>
                <c:pt idx="5576">
                  <c:v>5.2805999999999997</c:v>
                </c:pt>
                <c:pt idx="5577">
                  <c:v>5.2808999999999999</c:v>
                </c:pt>
                <c:pt idx="5578">
                  <c:v>5.2812099999999997</c:v>
                </c:pt>
                <c:pt idx="5579">
                  <c:v>5.2815099999999999</c:v>
                </c:pt>
                <c:pt idx="5580">
                  <c:v>5.2818199999999997</c:v>
                </c:pt>
                <c:pt idx="5581">
                  <c:v>5.2821199999999999</c:v>
                </c:pt>
                <c:pt idx="5582">
                  <c:v>5.2824299999999997</c:v>
                </c:pt>
                <c:pt idx="5583">
                  <c:v>5.2827299999999999</c:v>
                </c:pt>
                <c:pt idx="5584">
                  <c:v>5.2830399999999997</c:v>
                </c:pt>
                <c:pt idx="5585">
                  <c:v>5.2833399999999999</c:v>
                </c:pt>
                <c:pt idx="5586">
                  <c:v>5.2836499999999997</c:v>
                </c:pt>
                <c:pt idx="5587">
                  <c:v>5.2839600000000004</c:v>
                </c:pt>
                <c:pt idx="5588">
                  <c:v>5.2842599999999997</c:v>
                </c:pt>
                <c:pt idx="5589">
                  <c:v>5.2845700000000004</c:v>
                </c:pt>
                <c:pt idx="5590">
                  <c:v>5.2848699999999997</c:v>
                </c:pt>
                <c:pt idx="5591">
                  <c:v>5.2851800000000004</c:v>
                </c:pt>
                <c:pt idx="5592">
                  <c:v>5.2854799999999997</c:v>
                </c:pt>
                <c:pt idx="5593">
                  <c:v>5.2857900000000004</c:v>
                </c:pt>
                <c:pt idx="5594">
                  <c:v>5.2860899999999997</c:v>
                </c:pt>
                <c:pt idx="5595">
                  <c:v>5.2864000000000004</c:v>
                </c:pt>
                <c:pt idx="5596">
                  <c:v>5.2866999999999997</c:v>
                </c:pt>
                <c:pt idx="5597">
                  <c:v>5.2870100000000004</c:v>
                </c:pt>
                <c:pt idx="5598">
                  <c:v>5.2873099999999997</c:v>
                </c:pt>
                <c:pt idx="5599">
                  <c:v>5.2876200000000004</c:v>
                </c:pt>
                <c:pt idx="5600">
                  <c:v>5.2879300000000002</c:v>
                </c:pt>
                <c:pt idx="5601">
                  <c:v>5.2882300000000004</c:v>
                </c:pt>
                <c:pt idx="5602">
                  <c:v>5.2885400000000002</c:v>
                </c:pt>
                <c:pt idx="5603">
                  <c:v>5.2888400000000004</c:v>
                </c:pt>
                <c:pt idx="5604">
                  <c:v>5.2891500000000002</c:v>
                </c:pt>
                <c:pt idx="5605">
                  <c:v>5.2894500000000004</c:v>
                </c:pt>
                <c:pt idx="5606">
                  <c:v>5.2897600000000002</c:v>
                </c:pt>
                <c:pt idx="5607">
                  <c:v>5.2900600000000004</c:v>
                </c:pt>
                <c:pt idx="5608">
                  <c:v>5.2903700000000002</c:v>
                </c:pt>
                <c:pt idx="5609">
                  <c:v>5.2906700000000004</c:v>
                </c:pt>
                <c:pt idx="5610">
                  <c:v>5.2909800000000002</c:v>
                </c:pt>
                <c:pt idx="5611">
                  <c:v>5.2912800000000004</c:v>
                </c:pt>
                <c:pt idx="5612">
                  <c:v>5.2915900000000002</c:v>
                </c:pt>
                <c:pt idx="5613">
                  <c:v>5.2919</c:v>
                </c:pt>
                <c:pt idx="5614">
                  <c:v>5.2922000000000002</c:v>
                </c:pt>
                <c:pt idx="5615">
                  <c:v>5.29251</c:v>
                </c:pt>
                <c:pt idx="5616">
                  <c:v>5.2928100000000002</c:v>
                </c:pt>
                <c:pt idx="5617">
                  <c:v>5.29312</c:v>
                </c:pt>
                <c:pt idx="5618">
                  <c:v>5.2934200000000002</c:v>
                </c:pt>
                <c:pt idx="5619">
                  <c:v>5.29373</c:v>
                </c:pt>
                <c:pt idx="5620">
                  <c:v>5.2940300000000002</c:v>
                </c:pt>
                <c:pt idx="5621">
                  <c:v>5.29434</c:v>
                </c:pt>
                <c:pt idx="5622">
                  <c:v>5.2946400000000002</c:v>
                </c:pt>
                <c:pt idx="5623">
                  <c:v>5.29495</c:v>
                </c:pt>
                <c:pt idx="5624">
                  <c:v>5.2952500000000002</c:v>
                </c:pt>
                <c:pt idx="5625">
                  <c:v>5.29556</c:v>
                </c:pt>
                <c:pt idx="5626">
                  <c:v>5.2958699999999999</c:v>
                </c:pt>
                <c:pt idx="5627">
                  <c:v>5.29617</c:v>
                </c:pt>
                <c:pt idx="5628">
                  <c:v>5.2964799999999999</c:v>
                </c:pt>
                <c:pt idx="5629">
                  <c:v>5.29678</c:v>
                </c:pt>
                <c:pt idx="5630">
                  <c:v>5.2970899999999999</c:v>
                </c:pt>
                <c:pt idx="5631">
                  <c:v>5.29739</c:v>
                </c:pt>
                <c:pt idx="5632">
                  <c:v>5.2976999999999999</c:v>
                </c:pt>
                <c:pt idx="5633">
                  <c:v>5.298</c:v>
                </c:pt>
                <c:pt idx="5634">
                  <c:v>5.2983099999999999</c:v>
                </c:pt>
                <c:pt idx="5635">
                  <c:v>5.29861</c:v>
                </c:pt>
                <c:pt idx="5636">
                  <c:v>5.2989199999999999</c:v>
                </c:pt>
                <c:pt idx="5637">
                  <c:v>5.29922</c:v>
                </c:pt>
                <c:pt idx="5638">
                  <c:v>5.2995299999999999</c:v>
                </c:pt>
                <c:pt idx="5639">
                  <c:v>5.2998399999999997</c:v>
                </c:pt>
                <c:pt idx="5640">
                  <c:v>5.3001399999999999</c:v>
                </c:pt>
                <c:pt idx="5641">
                  <c:v>5.3004499999999997</c:v>
                </c:pt>
                <c:pt idx="5642">
                  <c:v>5.3007499999999999</c:v>
                </c:pt>
                <c:pt idx="5643">
                  <c:v>5.3010599999999997</c:v>
                </c:pt>
                <c:pt idx="5644">
                  <c:v>5.3013599999999999</c:v>
                </c:pt>
                <c:pt idx="5645">
                  <c:v>5.3016699999999997</c:v>
                </c:pt>
                <c:pt idx="5646">
                  <c:v>5.3019699999999998</c:v>
                </c:pt>
                <c:pt idx="5647">
                  <c:v>5.3022799999999997</c:v>
                </c:pt>
                <c:pt idx="5648">
                  <c:v>5.3025799999999998</c:v>
                </c:pt>
                <c:pt idx="5649">
                  <c:v>5.3028899999999997</c:v>
                </c:pt>
                <c:pt idx="5650">
                  <c:v>5.3032000000000004</c:v>
                </c:pt>
                <c:pt idx="5651">
                  <c:v>5.3034999999999997</c:v>
                </c:pt>
                <c:pt idx="5652">
                  <c:v>5.3038100000000004</c:v>
                </c:pt>
                <c:pt idx="5653">
                  <c:v>5.3041099999999997</c:v>
                </c:pt>
                <c:pt idx="5654">
                  <c:v>5.3044200000000004</c:v>
                </c:pt>
                <c:pt idx="5655">
                  <c:v>5.3047199999999997</c:v>
                </c:pt>
                <c:pt idx="5656">
                  <c:v>5.3050300000000004</c:v>
                </c:pt>
                <c:pt idx="5657">
                  <c:v>5.3053299999999997</c:v>
                </c:pt>
                <c:pt idx="5658">
                  <c:v>5.3056400000000004</c:v>
                </c:pt>
                <c:pt idx="5659">
                  <c:v>5.3059399999999997</c:v>
                </c:pt>
                <c:pt idx="5660">
                  <c:v>5.3062500000000004</c:v>
                </c:pt>
                <c:pt idx="5661">
                  <c:v>5.3065499999999997</c:v>
                </c:pt>
                <c:pt idx="5662">
                  <c:v>5.3068600000000004</c:v>
                </c:pt>
                <c:pt idx="5663">
                  <c:v>5.3071700000000002</c:v>
                </c:pt>
                <c:pt idx="5664">
                  <c:v>5.3074700000000004</c:v>
                </c:pt>
                <c:pt idx="5665">
                  <c:v>5.3077800000000002</c:v>
                </c:pt>
                <c:pt idx="5666">
                  <c:v>5.3080800000000004</c:v>
                </c:pt>
                <c:pt idx="5667">
                  <c:v>5.3083900000000002</c:v>
                </c:pt>
                <c:pt idx="5668">
                  <c:v>5.3086900000000004</c:v>
                </c:pt>
                <c:pt idx="5669">
                  <c:v>5.3090000000000002</c:v>
                </c:pt>
                <c:pt idx="5670">
                  <c:v>5.3093000000000004</c:v>
                </c:pt>
                <c:pt idx="5671">
                  <c:v>5.3096100000000002</c:v>
                </c:pt>
                <c:pt idx="5672">
                  <c:v>5.3099100000000004</c:v>
                </c:pt>
                <c:pt idx="5673">
                  <c:v>5.3102200000000002</c:v>
                </c:pt>
                <c:pt idx="5674">
                  <c:v>5.3105200000000004</c:v>
                </c:pt>
                <c:pt idx="5675">
                  <c:v>5.3108300000000002</c:v>
                </c:pt>
                <c:pt idx="5676">
                  <c:v>5.31114</c:v>
                </c:pt>
                <c:pt idx="5677">
                  <c:v>5.3114400000000002</c:v>
                </c:pt>
                <c:pt idx="5678">
                  <c:v>5.31175</c:v>
                </c:pt>
                <c:pt idx="5679">
                  <c:v>5.3120500000000002</c:v>
                </c:pt>
                <c:pt idx="5680">
                  <c:v>5.31236</c:v>
                </c:pt>
                <c:pt idx="5681">
                  <c:v>5.3126600000000002</c:v>
                </c:pt>
                <c:pt idx="5682">
                  <c:v>5.31297</c:v>
                </c:pt>
                <c:pt idx="5683">
                  <c:v>5.3132700000000002</c:v>
                </c:pt>
                <c:pt idx="5684">
                  <c:v>5.31358</c:v>
                </c:pt>
                <c:pt idx="5685">
                  <c:v>5.3138800000000002</c:v>
                </c:pt>
                <c:pt idx="5686">
                  <c:v>5.31419</c:v>
                </c:pt>
                <c:pt idx="5687">
                  <c:v>5.3144900000000002</c:v>
                </c:pt>
                <c:pt idx="5688">
                  <c:v>5.3148</c:v>
                </c:pt>
                <c:pt idx="5689">
                  <c:v>5.3151099999999998</c:v>
                </c:pt>
                <c:pt idx="5690">
                  <c:v>5.31541</c:v>
                </c:pt>
                <c:pt idx="5691">
                  <c:v>5.3157199999999998</c:v>
                </c:pt>
                <c:pt idx="5692">
                  <c:v>5.31602</c:v>
                </c:pt>
                <c:pt idx="5693">
                  <c:v>5.3163299999999998</c:v>
                </c:pt>
                <c:pt idx="5694">
                  <c:v>5.31663</c:v>
                </c:pt>
                <c:pt idx="5695">
                  <c:v>5.3169399999999998</c:v>
                </c:pt>
                <c:pt idx="5696">
                  <c:v>5.31724</c:v>
                </c:pt>
                <c:pt idx="5697">
                  <c:v>5.3175499999999998</c:v>
                </c:pt>
                <c:pt idx="5698">
                  <c:v>5.31785</c:v>
                </c:pt>
                <c:pt idx="5699">
                  <c:v>5.3181599999999998</c:v>
                </c:pt>
                <c:pt idx="5700">
                  <c:v>5.31846</c:v>
                </c:pt>
                <c:pt idx="5701">
                  <c:v>5.3187699999999998</c:v>
                </c:pt>
                <c:pt idx="5702">
                  <c:v>5.3190799999999996</c:v>
                </c:pt>
                <c:pt idx="5703">
                  <c:v>5.3193799999999998</c:v>
                </c:pt>
                <c:pt idx="5704">
                  <c:v>5.3196899999999996</c:v>
                </c:pt>
                <c:pt idx="5705">
                  <c:v>5.3199899999999998</c:v>
                </c:pt>
                <c:pt idx="5706">
                  <c:v>5.3202999999999996</c:v>
                </c:pt>
                <c:pt idx="5707">
                  <c:v>5.3205999999999998</c:v>
                </c:pt>
                <c:pt idx="5708">
                  <c:v>5.3209099999999996</c:v>
                </c:pt>
                <c:pt idx="5709">
                  <c:v>5.3212099999999998</c:v>
                </c:pt>
                <c:pt idx="5710">
                  <c:v>5.3215199999999996</c:v>
                </c:pt>
                <c:pt idx="5711">
                  <c:v>5.3218199999999998</c:v>
                </c:pt>
                <c:pt idx="5712">
                  <c:v>5.3221299999999996</c:v>
                </c:pt>
                <c:pt idx="5713">
                  <c:v>5.3224400000000003</c:v>
                </c:pt>
                <c:pt idx="5714">
                  <c:v>5.3227399999999996</c:v>
                </c:pt>
                <c:pt idx="5715">
                  <c:v>5.3230500000000003</c:v>
                </c:pt>
                <c:pt idx="5716">
                  <c:v>5.3233499999999996</c:v>
                </c:pt>
                <c:pt idx="5717">
                  <c:v>5.3236600000000003</c:v>
                </c:pt>
                <c:pt idx="5718">
                  <c:v>5.3239599999999996</c:v>
                </c:pt>
                <c:pt idx="5719">
                  <c:v>5.3242700000000003</c:v>
                </c:pt>
                <c:pt idx="5720">
                  <c:v>5.3245699999999996</c:v>
                </c:pt>
                <c:pt idx="5721">
                  <c:v>5.3248800000000003</c:v>
                </c:pt>
                <c:pt idx="5722">
                  <c:v>5.3251799999999996</c:v>
                </c:pt>
                <c:pt idx="5723">
                  <c:v>5.3254900000000003</c:v>
                </c:pt>
                <c:pt idx="5724">
                  <c:v>5.3257899999999996</c:v>
                </c:pt>
                <c:pt idx="5725">
                  <c:v>5.3261000000000003</c:v>
                </c:pt>
                <c:pt idx="5726">
                  <c:v>5.3264100000000001</c:v>
                </c:pt>
                <c:pt idx="5727">
                  <c:v>5.3267100000000003</c:v>
                </c:pt>
                <c:pt idx="5728">
                  <c:v>5.3270200000000001</c:v>
                </c:pt>
                <c:pt idx="5729">
                  <c:v>5.3273200000000003</c:v>
                </c:pt>
                <c:pt idx="5730">
                  <c:v>5.3276300000000001</c:v>
                </c:pt>
                <c:pt idx="5731">
                  <c:v>5.3279300000000003</c:v>
                </c:pt>
                <c:pt idx="5732">
                  <c:v>5.3282400000000001</c:v>
                </c:pt>
                <c:pt idx="5733">
                  <c:v>5.3285400000000003</c:v>
                </c:pt>
                <c:pt idx="5734">
                  <c:v>5.3288500000000001</c:v>
                </c:pt>
                <c:pt idx="5735">
                  <c:v>5.3291500000000003</c:v>
                </c:pt>
                <c:pt idx="5736">
                  <c:v>5.3294600000000001</c:v>
                </c:pt>
                <c:pt idx="5737">
                  <c:v>5.3297600000000003</c:v>
                </c:pt>
                <c:pt idx="5738">
                  <c:v>5.3300700000000001</c:v>
                </c:pt>
                <c:pt idx="5739">
                  <c:v>5.3303799999999999</c:v>
                </c:pt>
                <c:pt idx="5740">
                  <c:v>5.3306800000000001</c:v>
                </c:pt>
                <c:pt idx="5741">
                  <c:v>5.3309899999999999</c:v>
                </c:pt>
                <c:pt idx="5742">
                  <c:v>5.3312900000000001</c:v>
                </c:pt>
                <c:pt idx="5743">
                  <c:v>5.3315999999999999</c:v>
                </c:pt>
                <c:pt idx="5744">
                  <c:v>5.3319000000000001</c:v>
                </c:pt>
                <c:pt idx="5745">
                  <c:v>5.3322099999999999</c:v>
                </c:pt>
                <c:pt idx="5746">
                  <c:v>5.3325100000000001</c:v>
                </c:pt>
                <c:pt idx="5747">
                  <c:v>5.3328199999999999</c:v>
                </c:pt>
                <c:pt idx="5748">
                  <c:v>5.3331200000000001</c:v>
                </c:pt>
                <c:pt idx="5749">
                  <c:v>5.3334299999999999</c:v>
                </c:pt>
                <c:pt idx="5750">
                  <c:v>5.3337300000000001</c:v>
                </c:pt>
                <c:pt idx="5751">
                  <c:v>5.3340399999999999</c:v>
                </c:pt>
                <c:pt idx="5752">
                  <c:v>5.3343499999999997</c:v>
                </c:pt>
                <c:pt idx="5753">
                  <c:v>5.3346499999999999</c:v>
                </c:pt>
                <c:pt idx="5754">
                  <c:v>5.3349599999999997</c:v>
                </c:pt>
                <c:pt idx="5755">
                  <c:v>5.3352599999999999</c:v>
                </c:pt>
                <c:pt idx="5756">
                  <c:v>5.3355699999999997</c:v>
                </c:pt>
                <c:pt idx="5757">
                  <c:v>5.3358699999999999</c:v>
                </c:pt>
                <c:pt idx="5758">
                  <c:v>5.3361799999999997</c:v>
                </c:pt>
                <c:pt idx="5759">
                  <c:v>5.3364799999999999</c:v>
                </c:pt>
                <c:pt idx="5760">
                  <c:v>5.3367899999999997</c:v>
                </c:pt>
                <c:pt idx="5761">
                  <c:v>5.3370899999999999</c:v>
                </c:pt>
                <c:pt idx="5762">
                  <c:v>5.3373999999999997</c:v>
                </c:pt>
                <c:pt idx="5763">
                  <c:v>5.3377100000000004</c:v>
                </c:pt>
                <c:pt idx="5764">
                  <c:v>5.3380099999999997</c:v>
                </c:pt>
                <c:pt idx="5765">
                  <c:v>5.3383200000000004</c:v>
                </c:pt>
                <c:pt idx="5766">
                  <c:v>5.3386199999999997</c:v>
                </c:pt>
                <c:pt idx="5767">
                  <c:v>5.3389300000000004</c:v>
                </c:pt>
                <c:pt idx="5768">
                  <c:v>5.3392299999999997</c:v>
                </c:pt>
                <c:pt idx="5769">
                  <c:v>5.3395400000000004</c:v>
                </c:pt>
                <c:pt idx="5770">
                  <c:v>5.3398399999999997</c:v>
                </c:pt>
                <c:pt idx="5771">
                  <c:v>5.3401500000000004</c:v>
                </c:pt>
                <c:pt idx="5772">
                  <c:v>5.3404499999999997</c:v>
                </c:pt>
                <c:pt idx="5773">
                  <c:v>5.3407600000000004</c:v>
                </c:pt>
                <c:pt idx="5774">
                  <c:v>5.3410599999999997</c:v>
                </c:pt>
                <c:pt idx="5775">
                  <c:v>5.3413700000000004</c:v>
                </c:pt>
                <c:pt idx="5776">
                  <c:v>5.3416800000000002</c:v>
                </c:pt>
                <c:pt idx="5777">
                  <c:v>5.3419800000000004</c:v>
                </c:pt>
                <c:pt idx="5778">
                  <c:v>5.3422900000000002</c:v>
                </c:pt>
                <c:pt idx="5779">
                  <c:v>5.3425900000000004</c:v>
                </c:pt>
                <c:pt idx="5780">
                  <c:v>5.3429000000000002</c:v>
                </c:pt>
                <c:pt idx="5781">
                  <c:v>5.3432000000000004</c:v>
                </c:pt>
                <c:pt idx="5782">
                  <c:v>5.3435100000000002</c:v>
                </c:pt>
                <c:pt idx="5783">
                  <c:v>5.3438100000000004</c:v>
                </c:pt>
                <c:pt idx="5784">
                  <c:v>5.3441200000000002</c:v>
                </c:pt>
                <c:pt idx="5785">
                  <c:v>5.3444200000000004</c:v>
                </c:pt>
                <c:pt idx="5786">
                  <c:v>5.3447300000000002</c:v>
                </c:pt>
                <c:pt idx="5787">
                  <c:v>5.3450300000000004</c:v>
                </c:pt>
                <c:pt idx="5788">
                  <c:v>5.3453400000000002</c:v>
                </c:pt>
                <c:pt idx="5789">
                  <c:v>5.34565</c:v>
                </c:pt>
                <c:pt idx="5790">
                  <c:v>5.3459500000000002</c:v>
                </c:pt>
                <c:pt idx="5791">
                  <c:v>5.34626</c:v>
                </c:pt>
                <c:pt idx="5792">
                  <c:v>5.3465600000000002</c:v>
                </c:pt>
                <c:pt idx="5793">
                  <c:v>5.34687</c:v>
                </c:pt>
                <c:pt idx="5794">
                  <c:v>5.3471700000000002</c:v>
                </c:pt>
                <c:pt idx="5795">
                  <c:v>5.34748</c:v>
                </c:pt>
                <c:pt idx="5796">
                  <c:v>5.3477800000000002</c:v>
                </c:pt>
                <c:pt idx="5797">
                  <c:v>5.34809</c:v>
                </c:pt>
                <c:pt idx="5798">
                  <c:v>5.3483900000000002</c:v>
                </c:pt>
                <c:pt idx="5799">
                  <c:v>5.3487</c:v>
                </c:pt>
                <c:pt idx="5800">
                  <c:v>5.3490000000000002</c:v>
                </c:pt>
                <c:pt idx="5801">
                  <c:v>5.34931</c:v>
                </c:pt>
                <c:pt idx="5802">
                  <c:v>5.3496199999999998</c:v>
                </c:pt>
                <c:pt idx="5803">
                  <c:v>5.34992</c:v>
                </c:pt>
                <c:pt idx="5804">
                  <c:v>5.3502299999999998</c:v>
                </c:pt>
                <c:pt idx="5805">
                  <c:v>5.35053</c:v>
                </c:pt>
                <c:pt idx="5806">
                  <c:v>5.3508399999999998</c:v>
                </c:pt>
                <c:pt idx="5807">
                  <c:v>5.35114</c:v>
                </c:pt>
                <c:pt idx="5808">
                  <c:v>5.3514499999999998</c:v>
                </c:pt>
                <c:pt idx="5809">
                  <c:v>5.35175</c:v>
                </c:pt>
                <c:pt idx="5810">
                  <c:v>5.3520599999999998</c:v>
                </c:pt>
                <c:pt idx="5811">
                  <c:v>5.35236</c:v>
                </c:pt>
                <c:pt idx="5812">
                  <c:v>5.3526699999999998</c:v>
                </c:pt>
                <c:pt idx="5813">
                  <c:v>5.35297</c:v>
                </c:pt>
                <c:pt idx="5814">
                  <c:v>5.3532799999999998</c:v>
                </c:pt>
                <c:pt idx="5815">
                  <c:v>5.3535899999999996</c:v>
                </c:pt>
                <c:pt idx="5816">
                  <c:v>5.3538899999999998</c:v>
                </c:pt>
                <c:pt idx="5817">
                  <c:v>5.3541999999999996</c:v>
                </c:pt>
                <c:pt idx="5818">
                  <c:v>5.3544999999999998</c:v>
                </c:pt>
                <c:pt idx="5819">
                  <c:v>5.3548099999999996</c:v>
                </c:pt>
                <c:pt idx="5820">
                  <c:v>5.3551099999999998</c:v>
                </c:pt>
                <c:pt idx="5821">
                  <c:v>5.3554199999999996</c:v>
                </c:pt>
                <c:pt idx="5822">
                  <c:v>5.3557199999999998</c:v>
                </c:pt>
                <c:pt idx="5823">
                  <c:v>5.3560299999999996</c:v>
                </c:pt>
                <c:pt idx="5824">
                  <c:v>5.3563299999999998</c:v>
                </c:pt>
                <c:pt idx="5825">
                  <c:v>5.3566399999999996</c:v>
                </c:pt>
                <c:pt idx="5826">
                  <c:v>5.3569500000000003</c:v>
                </c:pt>
                <c:pt idx="5827">
                  <c:v>5.3572499999999996</c:v>
                </c:pt>
                <c:pt idx="5828">
                  <c:v>5.3575600000000003</c:v>
                </c:pt>
                <c:pt idx="5829">
                  <c:v>5.3578599999999996</c:v>
                </c:pt>
                <c:pt idx="5830">
                  <c:v>5.3581700000000003</c:v>
                </c:pt>
                <c:pt idx="5831">
                  <c:v>5.3584699999999996</c:v>
                </c:pt>
                <c:pt idx="5832">
                  <c:v>5.3587800000000003</c:v>
                </c:pt>
                <c:pt idx="5833">
                  <c:v>5.3590799999999996</c:v>
                </c:pt>
                <c:pt idx="5834">
                  <c:v>5.3593900000000003</c:v>
                </c:pt>
                <c:pt idx="5835">
                  <c:v>5.3596899999999996</c:v>
                </c:pt>
                <c:pt idx="5836">
                  <c:v>5.36</c:v>
                </c:pt>
                <c:pt idx="5837">
                  <c:v>5.3602999999999996</c:v>
                </c:pt>
                <c:pt idx="5838">
                  <c:v>5.3606100000000003</c:v>
                </c:pt>
                <c:pt idx="5839">
                  <c:v>5.3609200000000001</c:v>
                </c:pt>
                <c:pt idx="5840">
                  <c:v>5.3612200000000003</c:v>
                </c:pt>
                <c:pt idx="5841">
                  <c:v>5.3615300000000001</c:v>
                </c:pt>
                <c:pt idx="5842">
                  <c:v>5.3618300000000003</c:v>
                </c:pt>
                <c:pt idx="5843">
                  <c:v>5.3621400000000001</c:v>
                </c:pt>
                <c:pt idx="5844">
                  <c:v>5.3624400000000003</c:v>
                </c:pt>
                <c:pt idx="5845">
                  <c:v>5.3627500000000001</c:v>
                </c:pt>
                <c:pt idx="5846">
                  <c:v>5.3630500000000003</c:v>
                </c:pt>
                <c:pt idx="5847">
                  <c:v>5.3633600000000001</c:v>
                </c:pt>
                <c:pt idx="5848">
                  <c:v>5.3636600000000003</c:v>
                </c:pt>
                <c:pt idx="5849">
                  <c:v>5.3639700000000001</c:v>
                </c:pt>
                <c:pt idx="5850">
                  <c:v>5.3642700000000003</c:v>
                </c:pt>
                <c:pt idx="5851">
                  <c:v>5.3645800000000001</c:v>
                </c:pt>
                <c:pt idx="5852">
                  <c:v>5.3648899999999999</c:v>
                </c:pt>
                <c:pt idx="5853">
                  <c:v>5.3651900000000001</c:v>
                </c:pt>
                <c:pt idx="5854">
                  <c:v>5.3654999999999999</c:v>
                </c:pt>
                <c:pt idx="5855">
                  <c:v>5.3658000000000001</c:v>
                </c:pt>
                <c:pt idx="5856">
                  <c:v>5.3661099999999999</c:v>
                </c:pt>
                <c:pt idx="5857">
                  <c:v>5.3664100000000001</c:v>
                </c:pt>
                <c:pt idx="5858">
                  <c:v>5.3667199999999999</c:v>
                </c:pt>
                <c:pt idx="5859">
                  <c:v>5.3670200000000001</c:v>
                </c:pt>
                <c:pt idx="5860">
                  <c:v>5.3673299999999999</c:v>
                </c:pt>
                <c:pt idx="5861">
                  <c:v>5.3676300000000001</c:v>
                </c:pt>
                <c:pt idx="5862">
                  <c:v>5.3679399999999999</c:v>
                </c:pt>
                <c:pt idx="5863">
                  <c:v>5.3682400000000001</c:v>
                </c:pt>
                <c:pt idx="5864">
                  <c:v>5.3685499999999999</c:v>
                </c:pt>
                <c:pt idx="5865">
                  <c:v>5.3688599999999997</c:v>
                </c:pt>
                <c:pt idx="5866">
                  <c:v>5.3691599999999999</c:v>
                </c:pt>
                <c:pt idx="5867">
                  <c:v>5.3694699999999997</c:v>
                </c:pt>
                <c:pt idx="5868">
                  <c:v>5.3697699999999999</c:v>
                </c:pt>
                <c:pt idx="5869">
                  <c:v>5.3700799999999997</c:v>
                </c:pt>
                <c:pt idx="5870">
                  <c:v>5.3703799999999999</c:v>
                </c:pt>
                <c:pt idx="5871">
                  <c:v>5.3706899999999997</c:v>
                </c:pt>
                <c:pt idx="5872">
                  <c:v>5.3709899999999999</c:v>
                </c:pt>
                <c:pt idx="5873">
                  <c:v>5.3712999999999997</c:v>
                </c:pt>
                <c:pt idx="5874">
                  <c:v>5.3715999999999999</c:v>
                </c:pt>
                <c:pt idx="5875">
                  <c:v>5.3719099999999997</c:v>
                </c:pt>
                <c:pt idx="5876">
                  <c:v>5.3722099999999999</c:v>
                </c:pt>
                <c:pt idx="5877">
                  <c:v>5.3725199999999997</c:v>
                </c:pt>
                <c:pt idx="5878">
                  <c:v>5.3728300000000004</c:v>
                </c:pt>
                <c:pt idx="5879">
                  <c:v>5.3731299999999997</c:v>
                </c:pt>
                <c:pt idx="5880">
                  <c:v>5.3734400000000004</c:v>
                </c:pt>
                <c:pt idx="5881">
                  <c:v>5.3737399999999997</c:v>
                </c:pt>
                <c:pt idx="5882">
                  <c:v>5.3740500000000004</c:v>
                </c:pt>
                <c:pt idx="5883">
                  <c:v>5.3743499999999997</c:v>
                </c:pt>
                <c:pt idx="5884">
                  <c:v>5.3746600000000004</c:v>
                </c:pt>
                <c:pt idx="5885">
                  <c:v>5.3749599999999997</c:v>
                </c:pt>
                <c:pt idx="5886">
                  <c:v>5.3752700000000004</c:v>
                </c:pt>
                <c:pt idx="5887">
                  <c:v>5.3755699999999997</c:v>
                </c:pt>
                <c:pt idx="5888">
                  <c:v>5.3758800000000004</c:v>
                </c:pt>
                <c:pt idx="5889">
                  <c:v>5.3761900000000002</c:v>
                </c:pt>
                <c:pt idx="5890">
                  <c:v>5.3764900000000004</c:v>
                </c:pt>
                <c:pt idx="5891">
                  <c:v>5.3768000000000002</c:v>
                </c:pt>
                <c:pt idx="5892">
                  <c:v>5.3771000000000004</c:v>
                </c:pt>
                <c:pt idx="5893">
                  <c:v>5.3774100000000002</c:v>
                </c:pt>
                <c:pt idx="5894">
                  <c:v>5.3777100000000004</c:v>
                </c:pt>
                <c:pt idx="5895">
                  <c:v>5.3780200000000002</c:v>
                </c:pt>
                <c:pt idx="5896">
                  <c:v>5.3783200000000004</c:v>
                </c:pt>
                <c:pt idx="5897">
                  <c:v>5.3786300000000002</c:v>
                </c:pt>
                <c:pt idx="5898">
                  <c:v>5.3789300000000004</c:v>
                </c:pt>
                <c:pt idx="5899">
                  <c:v>5.3792400000000002</c:v>
                </c:pt>
                <c:pt idx="5900">
                  <c:v>5.3795400000000004</c:v>
                </c:pt>
                <c:pt idx="5901">
                  <c:v>5.3798500000000002</c:v>
                </c:pt>
                <c:pt idx="5902">
                  <c:v>5.3801600000000001</c:v>
                </c:pt>
                <c:pt idx="5903">
                  <c:v>5.3804600000000002</c:v>
                </c:pt>
                <c:pt idx="5904">
                  <c:v>5.3807700000000001</c:v>
                </c:pt>
                <c:pt idx="5905">
                  <c:v>5.3810700000000002</c:v>
                </c:pt>
                <c:pt idx="5906">
                  <c:v>5.3813800000000001</c:v>
                </c:pt>
                <c:pt idx="5907">
                  <c:v>5.3816800000000002</c:v>
                </c:pt>
                <c:pt idx="5908">
                  <c:v>5.3819900000000001</c:v>
                </c:pt>
                <c:pt idx="5909">
                  <c:v>5.3822900000000002</c:v>
                </c:pt>
                <c:pt idx="5910">
                  <c:v>5.3826000000000001</c:v>
                </c:pt>
                <c:pt idx="5911">
                  <c:v>5.3829000000000002</c:v>
                </c:pt>
                <c:pt idx="5912">
                  <c:v>5.3832100000000001</c:v>
                </c:pt>
                <c:pt idx="5913">
                  <c:v>5.3835100000000002</c:v>
                </c:pt>
                <c:pt idx="5914">
                  <c:v>5.3838200000000001</c:v>
                </c:pt>
                <c:pt idx="5915">
                  <c:v>5.3841299999999999</c:v>
                </c:pt>
                <c:pt idx="5916">
                  <c:v>5.38443</c:v>
                </c:pt>
                <c:pt idx="5917">
                  <c:v>5.3847399999999999</c:v>
                </c:pt>
                <c:pt idx="5918">
                  <c:v>5.38504</c:v>
                </c:pt>
                <c:pt idx="5919">
                  <c:v>5.3853499999999999</c:v>
                </c:pt>
                <c:pt idx="5920">
                  <c:v>5.38565</c:v>
                </c:pt>
                <c:pt idx="5921">
                  <c:v>5.3859599999999999</c:v>
                </c:pt>
                <c:pt idx="5922">
                  <c:v>5.38626</c:v>
                </c:pt>
                <c:pt idx="5923">
                  <c:v>5.3865699999999999</c:v>
                </c:pt>
                <c:pt idx="5924">
                  <c:v>5.38687</c:v>
                </c:pt>
                <c:pt idx="5925">
                  <c:v>5.3871799999999999</c:v>
                </c:pt>
                <c:pt idx="5926">
                  <c:v>5.38748</c:v>
                </c:pt>
                <c:pt idx="5927">
                  <c:v>5.3877899999999999</c:v>
                </c:pt>
                <c:pt idx="5928">
                  <c:v>5.3880999999999997</c:v>
                </c:pt>
                <c:pt idx="5929">
                  <c:v>5.3883999999999999</c:v>
                </c:pt>
                <c:pt idx="5930">
                  <c:v>5.3887099999999997</c:v>
                </c:pt>
                <c:pt idx="5931">
                  <c:v>5.3890099999999999</c:v>
                </c:pt>
                <c:pt idx="5932">
                  <c:v>5.3893199999999997</c:v>
                </c:pt>
                <c:pt idx="5933">
                  <c:v>5.3896199999999999</c:v>
                </c:pt>
                <c:pt idx="5934">
                  <c:v>5.3899299999999997</c:v>
                </c:pt>
                <c:pt idx="5935">
                  <c:v>5.3902299999999999</c:v>
                </c:pt>
                <c:pt idx="5936">
                  <c:v>5.3905399999999997</c:v>
                </c:pt>
                <c:pt idx="5937">
                  <c:v>5.3908399999999999</c:v>
                </c:pt>
                <c:pt idx="5938">
                  <c:v>5.3911499999999997</c:v>
                </c:pt>
                <c:pt idx="5939">
                  <c:v>5.3914600000000004</c:v>
                </c:pt>
                <c:pt idx="5940">
                  <c:v>5.3917599999999997</c:v>
                </c:pt>
                <c:pt idx="5941">
                  <c:v>5.3920700000000004</c:v>
                </c:pt>
                <c:pt idx="5942">
                  <c:v>5.3923699999999997</c:v>
                </c:pt>
                <c:pt idx="5943">
                  <c:v>5.3926800000000004</c:v>
                </c:pt>
                <c:pt idx="5944">
                  <c:v>5.3929799999999997</c:v>
                </c:pt>
                <c:pt idx="5945">
                  <c:v>5.3932900000000004</c:v>
                </c:pt>
                <c:pt idx="5946">
                  <c:v>5.3935899999999997</c:v>
                </c:pt>
                <c:pt idx="5947">
                  <c:v>5.3939000000000004</c:v>
                </c:pt>
                <c:pt idx="5948">
                  <c:v>5.3941999999999997</c:v>
                </c:pt>
                <c:pt idx="5949">
                  <c:v>5.3945100000000004</c:v>
                </c:pt>
                <c:pt idx="5950">
                  <c:v>5.3948099999999997</c:v>
                </c:pt>
                <c:pt idx="5951">
                  <c:v>5.3951200000000004</c:v>
                </c:pt>
                <c:pt idx="5952">
                  <c:v>5.3954300000000002</c:v>
                </c:pt>
                <c:pt idx="5953">
                  <c:v>5.3957300000000004</c:v>
                </c:pt>
                <c:pt idx="5954">
                  <c:v>5.3960400000000002</c:v>
                </c:pt>
                <c:pt idx="5955">
                  <c:v>5.3963400000000004</c:v>
                </c:pt>
                <c:pt idx="5956">
                  <c:v>5.3966500000000002</c:v>
                </c:pt>
                <c:pt idx="5957">
                  <c:v>5.3969500000000004</c:v>
                </c:pt>
                <c:pt idx="5958">
                  <c:v>5.3972600000000002</c:v>
                </c:pt>
                <c:pt idx="5959">
                  <c:v>5.3975600000000004</c:v>
                </c:pt>
                <c:pt idx="5960">
                  <c:v>5.3978700000000002</c:v>
                </c:pt>
                <c:pt idx="5961">
                  <c:v>5.3981700000000004</c:v>
                </c:pt>
                <c:pt idx="5962">
                  <c:v>5.3984800000000002</c:v>
                </c:pt>
                <c:pt idx="5963">
                  <c:v>5.3987800000000004</c:v>
                </c:pt>
                <c:pt idx="5964">
                  <c:v>5.3990900000000002</c:v>
                </c:pt>
                <c:pt idx="5965">
                  <c:v>5.3994</c:v>
                </c:pt>
                <c:pt idx="5966">
                  <c:v>5.3997000000000002</c:v>
                </c:pt>
                <c:pt idx="5967">
                  <c:v>5.40001</c:v>
                </c:pt>
                <c:pt idx="5968">
                  <c:v>5.4003100000000002</c:v>
                </c:pt>
                <c:pt idx="5969">
                  <c:v>5.40062</c:v>
                </c:pt>
                <c:pt idx="5970">
                  <c:v>5.4009200000000002</c:v>
                </c:pt>
                <c:pt idx="5971">
                  <c:v>5.40123</c:v>
                </c:pt>
                <c:pt idx="5972">
                  <c:v>5.4015300000000002</c:v>
                </c:pt>
                <c:pt idx="5973">
                  <c:v>5.40184</c:v>
                </c:pt>
                <c:pt idx="5974">
                  <c:v>5.4021400000000002</c:v>
                </c:pt>
                <c:pt idx="5975">
                  <c:v>5.40245</c:v>
                </c:pt>
                <c:pt idx="5976">
                  <c:v>5.4027500000000002</c:v>
                </c:pt>
                <c:pt idx="5977">
                  <c:v>5.40306</c:v>
                </c:pt>
                <c:pt idx="5978">
                  <c:v>5.4033699999999998</c:v>
                </c:pt>
                <c:pt idx="5979">
                  <c:v>5.40367</c:v>
                </c:pt>
                <c:pt idx="5980">
                  <c:v>5.4039799999999998</c:v>
                </c:pt>
                <c:pt idx="5981">
                  <c:v>5.40428</c:v>
                </c:pt>
                <c:pt idx="5982">
                  <c:v>5.4045899999999998</c:v>
                </c:pt>
                <c:pt idx="5983">
                  <c:v>5.40489</c:v>
                </c:pt>
                <c:pt idx="5984">
                  <c:v>5.4051999999999998</c:v>
                </c:pt>
                <c:pt idx="5985">
                  <c:v>5.4055</c:v>
                </c:pt>
                <c:pt idx="5986">
                  <c:v>5.4058099999999998</c:v>
                </c:pt>
                <c:pt idx="5987">
                  <c:v>5.40611</c:v>
                </c:pt>
                <c:pt idx="5988">
                  <c:v>5.4064199999999998</c:v>
                </c:pt>
                <c:pt idx="5989">
                  <c:v>5.40672</c:v>
                </c:pt>
                <c:pt idx="5990">
                  <c:v>5.4070299999999998</c:v>
                </c:pt>
                <c:pt idx="5991">
                  <c:v>5.4073399999999996</c:v>
                </c:pt>
                <c:pt idx="5992">
                  <c:v>5.4076399999999998</c:v>
                </c:pt>
                <c:pt idx="5993">
                  <c:v>5.4079499999999996</c:v>
                </c:pt>
                <c:pt idx="5994">
                  <c:v>5.4082499999999998</c:v>
                </c:pt>
                <c:pt idx="5995">
                  <c:v>5.4085599999999996</c:v>
                </c:pt>
                <c:pt idx="5996">
                  <c:v>5.4088599999999998</c:v>
                </c:pt>
                <c:pt idx="5997">
                  <c:v>5.4091699999999996</c:v>
                </c:pt>
                <c:pt idx="5998">
                  <c:v>5.4094699999999998</c:v>
                </c:pt>
                <c:pt idx="5999">
                  <c:v>5.4097799999999996</c:v>
                </c:pt>
                <c:pt idx="6000">
                  <c:v>5.4100799999999998</c:v>
                </c:pt>
                <c:pt idx="6001">
                  <c:v>5.4103899999999996</c:v>
                </c:pt>
                <c:pt idx="6002">
                  <c:v>5.4107000000000003</c:v>
                </c:pt>
                <c:pt idx="6003">
                  <c:v>5.4109999999999996</c:v>
                </c:pt>
                <c:pt idx="6004">
                  <c:v>5.4113100000000003</c:v>
                </c:pt>
                <c:pt idx="6005">
                  <c:v>5.4116099999999996</c:v>
                </c:pt>
                <c:pt idx="6006">
                  <c:v>5.4119200000000003</c:v>
                </c:pt>
                <c:pt idx="6007">
                  <c:v>5.4122199999999996</c:v>
                </c:pt>
                <c:pt idx="6008">
                  <c:v>5.4125300000000003</c:v>
                </c:pt>
                <c:pt idx="6009">
                  <c:v>5.4128299999999996</c:v>
                </c:pt>
                <c:pt idx="6010">
                  <c:v>5.4131400000000003</c:v>
                </c:pt>
                <c:pt idx="6011">
                  <c:v>5.4134399999999996</c:v>
                </c:pt>
                <c:pt idx="6012">
                  <c:v>5.4137500000000003</c:v>
                </c:pt>
                <c:pt idx="6013">
                  <c:v>5.4140499999999996</c:v>
                </c:pt>
                <c:pt idx="6014">
                  <c:v>5.4143600000000003</c:v>
                </c:pt>
                <c:pt idx="6015">
                  <c:v>5.4146700000000001</c:v>
                </c:pt>
                <c:pt idx="6016">
                  <c:v>5.4149700000000003</c:v>
                </c:pt>
                <c:pt idx="6017">
                  <c:v>5.4152800000000001</c:v>
                </c:pt>
                <c:pt idx="6018">
                  <c:v>5.4155800000000003</c:v>
                </c:pt>
                <c:pt idx="6019">
                  <c:v>5.4158900000000001</c:v>
                </c:pt>
                <c:pt idx="6020">
                  <c:v>5.4161900000000003</c:v>
                </c:pt>
                <c:pt idx="6021">
                  <c:v>5.4165000000000001</c:v>
                </c:pt>
                <c:pt idx="6022">
                  <c:v>5.4168000000000003</c:v>
                </c:pt>
                <c:pt idx="6023">
                  <c:v>5.4171100000000001</c:v>
                </c:pt>
                <c:pt idx="6024">
                  <c:v>5.4174100000000003</c:v>
                </c:pt>
                <c:pt idx="6025">
                  <c:v>5.4177200000000001</c:v>
                </c:pt>
                <c:pt idx="6026">
                  <c:v>5.4180200000000003</c:v>
                </c:pt>
                <c:pt idx="6027">
                  <c:v>5.4183300000000001</c:v>
                </c:pt>
                <c:pt idx="6028">
                  <c:v>5.4186399999999999</c:v>
                </c:pt>
                <c:pt idx="6029">
                  <c:v>5.4189400000000001</c:v>
                </c:pt>
                <c:pt idx="6030">
                  <c:v>5.4192499999999999</c:v>
                </c:pt>
                <c:pt idx="6031">
                  <c:v>5.4195500000000001</c:v>
                </c:pt>
                <c:pt idx="6032">
                  <c:v>5.4198599999999999</c:v>
                </c:pt>
                <c:pt idx="6033">
                  <c:v>5.4201600000000001</c:v>
                </c:pt>
                <c:pt idx="6034">
                  <c:v>5.4204699999999999</c:v>
                </c:pt>
                <c:pt idx="6035">
                  <c:v>5.4207700000000001</c:v>
                </c:pt>
                <c:pt idx="6036">
                  <c:v>5.4210799999999999</c:v>
                </c:pt>
                <c:pt idx="6037">
                  <c:v>5.4213800000000001</c:v>
                </c:pt>
                <c:pt idx="6038">
                  <c:v>5.4216899999999999</c:v>
                </c:pt>
                <c:pt idx="6039">
                  <c:v>5.4219900000000001</c:v>
                </c:pt>
                <c:pt idx="6040">
                  <c:v>5.4222999999999999</c:v>
                </c:pt>
                <c:pt idx="6041">
                  <c:v>5.4226099999999997</c:v>
                </c:pt>
                <c:pt idx="6042">
                  <c:v>5.4229099999999999</c:v>
                </c:pt>
                <c:pt idx="6043">
                  <c:v>5.4232199999999997</c:v>
                </c:pt>
                <c:pt idx="6044">
                  <c:v>5.4235199999999999</c:v>
                </c:pt>
                <c:pt idx="6045">
                  <c:v>5.4238299999999997</c:v>
                </c:pt>
                <c:pt idx="6046">
                  <c:v>5.4241299999999999</c:v>
                </c:pt>
                <c:pt idx="6047">
                  <c:v>5.4244399999999997</c:v>
                </c:pt>
                <c:pt idx="6048">
                  <c:v>5.4247399999999999</c:v>
                </c:pt>
                <c:pt idx="6049">
                  <c:v>5.4250499999999997</c:v>
                </c:pt>
                <c:pt idx="6050">
                  <c:v>5.4253499999999999</c:v>
                </c:pt>
                <c:pt idx="6051">
                  <c:v>5.4256599999999997</c:v>
                </c:pt>
                <c:pt idx="6052">
                  <c:v>5.4259599999999999</c:v>
                </c:pt>
                <c:pt idx="6053">
                  <c:v>5.4262699999999997</c:v>
                </c:pt>
                <c:pt idx="6054">
                  <c:v>5.4265800000000004</c:v>
                </c:pt>
                <c:pt idx="6055">
                  <c:v>5.4268799999999997</c:v>
                </c:pt>
                <c:pt idx="6056">
                  <c:v>5.4271900000000004</c:v>
                </c:pt>
                <c:pt idx="6057">
                  <c:v>5.4274899999999997</c:v>
                </c:pt>
                <c:pt idx="6058">
                  <c:v>5.4278000000000004</c:v>
                </c:pt>
                <c:pt idx="6059">
                  <c:v>5.4280999999999997</c:v>
                </c:pt>
                <c:pt idx="6060">
                  <c:v>5.4284100000000004</c:v>
                </c:pt>
                <c:pt idx="6061">
                  <c:v>5.4287099999999997</c:v>
                </c:pt>
                <c:pt idx="6062">
                  <c:v>5.4290200000000004</c:v>
                </c:pt>
                <c:pt idx="6063">
                  <c:v>5.4293199999999997</c:v>
                </c:pt>
                <c:pt idx="6064">
                  <c:v>5.4296300000000004</c:v>
                </c:pt>
                <c:pt idx="6065">
                  <c:v>5.4299400000000002</c:v>
                </c:pt>
                <c:pt idx="6066">
                  <c:v>5.4302400000000004</c:v>
                </c:pt>
                <c:pt idx="6067">
                  <c:v>5.4305500000000002</c:v>
                </c:pt>
                <c:pt idx="6068">
                  <c:v>5.4308500000000004</c:v>
                </c:pt>
                <c:pt idx="6069">
                  <c:v>5.4311600000000002</c:v>
                </c:pt>
                <c:pt idx="6070">
                  <c:v>5.4314600000000004</c:v>
                </c:pt>
                <c:pt idx="6071">
                  <c:v>5.4317700000000002</c:v>
                </c:pt>
                <c:pt idx="6072">
                  <c:v>5.4320700000000004</c:v>
                </c:pt>
                <c:pt idx="6073">
                  <c:v>5.4323800000000002</c:v>
                </c:pt>
                <c:pt idx="6074">
                  <c:v>5.4326800000000004</c:v>
                </c:pt>
                <c:pt idx="6075">
                  <c:v>5.4329900000000002</c:v>
                </c:pt>
                <c:pt idx="6076">
                  <c:v>5.4332900000000004</c:v>
                </c:pt>
                <c:pt idx="6077">
                  <c:v>5.4336000000000002</c:v>
                </c:pt>
                <c:pt idx="6078">
                  <c:v>5.43391</c:v>
                </c:pt>
                <c:pt idx="6079">
                  <c:v>5.4342100000000002</c:v>
                </c:pt>
                <c:pt idx="6080">
                  <c:v>5.43452</c:v>
                </c:pt>
                <c:pt idx="6081">
                  <c:v>5.4348200000000002</c:v>
                </c:pt>
                <c:pt idx="6082">
                  <c:v>5.43513</c:v>
                </c:pt>
                <c:pt idx="6083">
                  <c:v>5.4354300000000002</c:v>
                </c:pt>
                <c:pt idx="6084">
                  <c:v>5.43574</c:v>
                </c:pt>
                <c:pt idx="6085">
                  <c:v>5.4360400000000002</c:v>
                </c:pt>
                <c:pt idx="6086">
                  <c:v>5.43635</c:v>
                </c:pt>
                <c:pt idx="6087">
                  <c:v>5.4366500000000002</c:v>
                </c:pt>
                <c:pt idx="6088">
                  <c:v>5.43696</c:v>
                </c:pt>
                <c:pt idx="6089">
                  <c:v>5.4372600000000002</c:v>
                </c:pt>
                <c:pt idx="6090">
                  <c:v>5.43757</c:v>
                </c:pt>
                <c:pt idx="6091">
                  <c:v>5.4378799999999998</c:v>
                </c:pt>
                <c:pt idx="6092">
                  <c:v>5.43818</c:v>
                </c:pt>
                <c:pt idx="6093">
                  <c:v>5.4384899999999998</c:v>
                </c:pt>
                <c:pt idx="6094">
                  <c:v>5.43879</c:v>
                </c:pt>
                <c:pt idx="6095">
                  <c:v>5.4390999999999998</c:v>
                </c:pt>
                <c:pt idx="6096">
                  <c:v>5.4394</c:v>
                </c:pt>
                <c:pt idx="6097">
                  <c:v>5.4397099999999998</c:v>
                </c:pt>
                <c:pt idx="6098">
                  <c:v>5.44001</c:v>
                </c:pt>
                <c:pt idx="6099">
                  <c:v>5.4403199999999998</c:v>
                </c:pt>
                <c:pt idx="6100">
                  <c:v>5.44062</c:v>
                </c:pt>
                <c:pt idx="6101">
                  <c:v>5.4409299999999998</c:v>
                </c:pt>
                <c:pt idx="6102">
                  <c:v>5.44123</c:v>
                </c:pt>
                <c:pt idx="6103">
                  <c:v>5.4415399999999998</c:v>
                </c:pt>
                <c:pt idx="6104">
                  <c:v>5.4418499999999996</c:v>
                </c:pt>
                <c:pt idx="6105">
                  <c:v>5.4421499999999998</c:v>
                </c:pt>
                <c:pt idx="6106">
                  <c:v>5.4424599999999996</c:v>
                </c:pt>
                <c:pt idx="6107">
                  <c:v>5.4427599999999998</c:v>
                </c:pt>
                <c:pt idx="6108">
                  <c:v>5.4430699999999996</c:v>
                </c:pt>
                <c:pt idx="6109">
                  <c:v>5.4433699999999998</c:v>
                </c:pt>
                <c:pt idx="6110">
                  <c:v>5.4436799999999996</c:v>
                </c:pt>
                <c:pt idx="6111">
                  <c:v>5.4439799999999998</c:v>
                </c:pt>
                <c:pt idx="6112">
                  <c:v>5.4442899999999996</c:v>
                </c:pt>
                <c:pt idx="6113">
                  <c:v>5.4445899999999998</c:v>
                </c:pt>
                <c:pt idx="6114">
                  <c:v>5.4448999999999996</c:v>
                </c:pt>
                <c:pt idx="6115">
                  <c:v>5.4452100000000003</c:v>
                </c:pt>
                <c:pt idx="6116">
                  <c:v>5.4455099999999996</c:v>
                </c:pt>
                <c:pt idx="6117">
                  <c:v>5.4458200000000003</c:v>
                </c:pt>
                <c:pt idx="6118">
                  <c:v>5.4461199999999996</c:v>
                </c:pt>
                <c:pt idx="6119">
                  <c:v>5.4464300000000003</c:v>
                </c:pt>
                <c:pt idx="6120">
                  <c:v>5.4467299999999996</c:v>
                </c:pt>
                <c:pt idx="6121">
                  <c:v>5.4470400000000003</c:v>
                </c:pt>
                <c:pt idx="6122">
                  <c:v>5.4473399999999996</c:v>
                </c:pt>
                <c:pt idx="6123">
                  <c:v>5.4476500000000003</c:v>
                </c:pt>
                <c:pt idx="6124">
                  <c:v>5.4479499999999996</c:v>
                </c:pt>
                <c:pt idx="6125">
                  <c:v>5.4482600000000003</c:v>
                </c:pt>
                <c:pt idx="6126">
                  <c:v>5.4485599999999996</c:v>
                </c:pt>
                <c:pt idx="6127">
                  <c:v>5.4488700000000003</c:v>
                </c:pt>
                <c:pt idx="6128">
                  <c:v>5.4491800000000001</c:v>
                </c:pt>
                <c:pt idx="6129">
                  <c:v>5.4494800000000003</c:v>
                </c:pt>
                <c:pt idx="6130">
                  <c:v>5.4497900000000001</c:v>
                </c:pt>
                <c:pt idx="6131">
                  <c:v>5.4500900000000003</c:v>
                </c:pt>
                <c:pt idx="6132">
                  <c:v>5.4504000000000001</c:v>
                </c:pt>
                <c:pt idx="6133">
                  <c:v>5.4507000000000003</c:v>
                </c:pt>
                <c:pt idx="6134">
                  <c:v>5.4510100000000001</c:v>
                </c:pt>
                <c:pt idx="6135">
                  <c:v>5.4513100000000003</c:v>
                </c:pt>
                <c:pt idx="6136">
                  <c:v>5.4516200000000001</c:v>
                </c:pt>
                <c:pt idx="6137">
                  <c:v>5.4519200000000003</c:v>
                </c:pt>
                <c:pt idx="6138">
                  <c:v>5.4522300000000001</c:v>
                </c:pt>
                <c:pt idx="6139">
                  <c:v>5.4525300000000003</c:v>
                </c:pt>
                <c:pt idx="6140">
                  <c:v>5.4528400000000001</c:v>
                </c:pt>
                <c:pt idx="6141">
                  <c:v>5.4531499999999999</c:v>
                </c:pt>
                <c:pt idx="6142">
                  <c:v>5.4534500000000001</c:v>
                </c:pt>
                <c:pt idx="6143">
                  <c:v>5.4537599999999999</c:v>
                </c:pt>
                <c:pt idx="6144">
                  <c:v>5.4540600000000001</c:v>
                </c:pt>
                <c:pt idx="6145">
                  <c:v>5.4543699999999999</c:v>
                </c:pt>
                <c:pt idx="6146">
                  <c:v>5.4546700000000001</c:v>
                </c:pt>
                <c:pt idx="6147">
                  <c:v>5.4549799999999999</c:v>
                </c:pt>
                <c:pt idx="6148">
                  <c:v>5.4552800000000001</c:v>
                </c:pt>
                <c:pt idx="6149">
                  <c:v>5.4555899999999999</c:v>
                </c:pt>
                <c:pt idx="6150">
                  <c:v>5.4558900000000001</c:v>
                </c:pt>
                <c:pt idx="6151">
                  <c:v>5.4561999999999999</c:v>
                </c:pt>
                <c:pt idx="6152">
                  <c:v>5.4565000000000001</c:v>
                </c:pt>
                <c:pt idx="6153">
                  <c:v>5.4568099999999999</c:v>
                </c:pt>
                <c:pt idx="6154">
                  <c:v>5.4571199999999997</c:v>
                </c:pt>
                <c:pt idx="6155">
                  <c:v>5.4574199999999999</c:v>
                </c:pt>
                <c:pt idx="6156">
                  <c:v>5.4577299999999997</c:v>
                </c:pt>
                <c:pt idx="6157">
                  <c:v>5.4580299999999999</c:v>
                </c:pt>
                <c:pt idx="6158">
                  <c:v>5.4583399999999997</c:v>
                </c:pt>
                <c:pt idx="6159">
                  <c:v>5.4586399999999999</c:v>
                </c:pt>
                <c:pt idx="6160">
                  <c:v>5.4589499999999997</c:v>
                </c:pt>
                <c:pt idx="6161">
                  <c:v>5.4592499999999999</c:v>
                </c:pt>
                <c:pt idx="6162">
                  <c:v>5.4595599999999997</c:v>
                </c:pt>
                <c:pt idx="6163">
                  <c:v>5.4598599999999999</c:v>
                </c:pt>
                <c:pt idx="6164">
                  <c:v>5.4601699999999997</c:v>
                </c:pt>
                <c:pt idx="6165">
                  <c:v>5.4604699999999999</c:v>
                </c:pt>
                <c:pt idx="6166">
                  <c:v>5.4607799999999997</c:v>
                </c:pt>
                <c:pt idx="6167">
                  <c:v>5.4610900000000004</c:v>
                </c:pt>
                <c:pt idx="6168">
                  <c:v>5.4613899999999997</c:v>
                </c:pt>
                <c:pt idx="6169">
                  <c:v>5.4617000000000004</c:v>
                </c:pt>
                <c:pt idx="6170">
                  <c:v>5.4619999999999997</c:v>
                </c:pt>
                <c:pt idx="6171">
                  <c:v>5.4623100000000004</c:v>
                </c:pt>
                <c:pt idx="6172">
                  <c:v>5.4626099999999997</c:v>
                </c:pt>
                <c:pt idx="6173">
                  <c:v>5.4629200000000004</c:v>
                </c:pt>
                <c:pt idx="6174">
                  <c:v>5.4632199999999997</c:v>
                </c:pt>
                <c:pt idx="6175">
                  <c:v>5.4635300000000004</c:v>
                </c:pt>
                <c:pt idx="6176">
                  <c:v>5.4638299999999997</c:v>
                </c:pt>
                <c:pt idx="6177">
                  <c:v>5.4641400000000004</c:v>
                </c:pt>
                <c:pt idx="6178">
                  <c:v>5.4644500000000003</c:v>
                </c:pt>
                <c:pt idx="6179">
                  <c:v>5.4647500000000004</c:v>
                </c:pt>
                <c:pt idx="6180">
                  <c:v>5.4650600000000003</c:v>
                </c:pt>
                <c:pt idx="6181">
                  <c:v>5.4653600000000004</c:v>
                </c:pt>
                <c:pt idx="6182">
                  <c:v>5.4656700000000003</c:v>
                </c:pt>
                <c:pt idx="6183">
                  <c:v>5.4659700000000004</c:v>
                </c:pt>
                <c:pt idx="6184">
                  <c:v>5.4662800000000002</c:v>
                </c:pt>
                <c:pt idx="6185">
                  <c:v>5.4665800000000004</c:v>
                </c:pt>
                <c:pt idx="6186">
                  <c:v>5.4668900000000002</c:v>
                </c:pt>
                <c:pt idx="6187">
                  <c:v>5.4671900000000004</c:v>
                </c:pt>
                <c:pt idx="6188">
                  <c:v>5.4675000000000002</c:v>
                </c:pt>
                <c:pt idx="6189">
                  <c:v>5.4678000000000004</c:v>
                </c:pt>
                <c:pt idx="6190">
                  <c:v>5.4681100000000002</c:v>
                </c:pt>
                <c:pt idx="6191">
                  <c:v>5.4684200000000001</c:v>
                </c:pt>
                <c:pt idx="6192">
                  <c:v>5.4687200000000002</c:v>
                </c:pt>
                <c:pt idx="6193">
                  <c:v>5.4690300000000001</c:v>
                </c:pt>
                <c:pt idx="6194">
                  <c:v>5.4693300000000002</c:v>
                </c:pt>
                <c:pt idx="6195">
                  <c:v>5.4696400000000001</c:v>
                </c:pt>
                <c:pt idx="6196">
                  <c:v>5.4699400000000002</c:v>
                </c:pt>
                <c:pt idx="6197">
                  <c:v>5.4702500000000001</c:v>
                </c:pt>
                <c:pt idx="6198">
                  <c:v>5.4705500000000002</c:v>
                </c:pt>
                <c:pt idx="6199">
                  <c:v>5.4708600000000001</c:v>
                </c:pt>
                <c:pt idx="6200">
                  <c:v>5.4711600000000002</c:v>
                </c:pt>
                <c:pt idx="6201">
                  <c:v>5.4714700000000001</c:v>
                </c:pt>
                <c:pt idx="6202">
                  <c:v>5.4717700000000002</c:v>
                </c:pt>
                <c:pt idx="6203">
                  <c:v>5.4720800000000001</c:v>
                </c:pt>
                <c:pt idx="6204">
                  <c:v>5.4723899999999999</c:v>
                </c:pt>
                <c:pt idx="6205">
                  <c:v>5.4726900000000001</c:v>
                </c:pt>
                <c:pt idx="6206">
                  <c:v>5.4729999999999999</c:v>
                </c:pt>
                <c:pt idx="6207">
                  <c:v>5.4733000000000001</c:v>
                </c:pt>
                <c:pt idx="6208">
                  <c:v>5.4736099999999999</c:v>
                </c:pt>
                <c:pt idx="6209">
                  <c:v>5.4739100000000001</c:v>
                </c:pt>
                <c:pt idx="6210">
                  <c:v>5.4742199999999999</c:v>
                </c:pt>
                <c:pt idx="6211">
                  <c:v>5.4745200000000001</c:v>
                </c:pt>
                <c:pt idx="6212">
                  <c:v>5.4748299999999999</c:v>
                </c:pt>
                <c:pt idx="6213">
                  <c:v>5.4751300000000001</c:v>
                </c:pt>
                <c:pt idx="6214">
                  <c:v>5.4754399999999999</c:v>
                </c:pt>
                <c:pt idx="6215">
                  <c:v>5.4757400000000001</c:v>
                </c:pt>
                <c:pt idx="6216">
                  <c:v>5.4760499999999999</c:v>
                </c:pt>
                <c:pt idx="6217">
                  <c:v>5.4763599999999997</c:v>
                </c:pt>
                <c:pt idx="6218">
                  <c:v>5.4766599999999999</c:v>
                </c:pt>
                <c:pt idx="6219">
                  <c:v>5.4769699999999997</c:v>
                </c:pt>
                <c:pt idx="6220">
                  <c:v>5.4772699999999999</c:v>
                </c:pt>
                <c:pt idx="6221">
                  <c:v>5.4775799999999997</c:v>
                </c:pt>
                <c:pt idx="6222">
                  <c:v>5.4778799999999999</c:v>
                </c:pt>
                <c:pt idx="6223">
                  <c:v>5.4781899999999997</c:v>
                </c:pt>
                <c:pt idx="6224">
                  <c:v>5.4784899999999999</c:v>
                </c:pt>
                <c:pt idx="6225">
                  <c:v>5.4787999999999997</c:v>
                </c:pt>
                <c:pt idx="6226">
                  <c:v>5.4790999999999999</c:v>
                </c:pt>
                <c:pt idx="6227">
                  <c:v>5.4794099999999997</c:v>
                </c:pt>
                <c:pt idx="6228">
                  <c:v>5.4797099999999999</c:v>
                </c:pt>
                <c:pt idx="6229">
                  <c:v>5.4800199999999997</c:v>
                </c:pt>
                <c:pt idx="6230">
                  <c:v>5.4803300000000004</c:v>
                </c:pt>
                <c:pt idx="6231">
                  <c:v>5.4806299999999997</c:v>
                </c:pt>
                <c:pt idx="6232">
                  <c:v>5.4809400000000004</c:v>
                </c:pt>
                <c:pt idx="6233">
                  <c:v>5.4812399999999997</c:v>
                </c:pt>
                <c:pt idx="6234">
                  <c:v>5.4815500000000004</c:v>
                </c:pt>
                <c:pt idx="6235">
                  <c:v>5.4818499999999997</c:v>
                </c:pt>
                <c:pt idx="6236">
                  <c:v>5.4821600000000004</c:v>
                </c:pt>
                <c:pt idx="6237">
                  <c:v>5.4824599999999997</c:v>
                </c:pt>
                <c:pt idx="6238">
                  <c:v>5.4827700000000004</c:v>
                </c:pt>
                <c:pt idx="6239">
                  <c:v>5.4830699999999997</c:v>
                </c:pt>
                <c:pt idx="6240">
                  <c:v>5.4833800000000004</c:v>
                </c:pt>
                <c:pt idx="6241">
                  <c:v>5.4836900000000002</c:v>
                </c:pt>
                <c:pt idx="6242">
                  <c:v>5.4839900000000004</c:v>
                </c:pt>
                <c:pt idx="6243">
                  <c:v>5.4843000000000002</c:v>
                </c:pt>
                <c:pt idx="6244">
                  <c:v>5.4846000000000004</c:v>
                </c:pt>
                <c:pt idx="6245">
                  <c:v>5.4849100000000002</c:v>
                </c:pt>
                <c:pt idx="6246">
                  <c:v>5.4852100000000004</c:v>
                </c:pt>
                <c:pt idx="6247">
                  <c:v>5.4855200000000002</c:v>
                </c:pt>
                <c:pt idx="6248">
                  <c:v>5.4858200000000004</c:v>
                </c:pt>
                <c:pt idx="6249">
                  <c:v>5.4861300000000002</c:v>
                </c:pt>
                <c:pt idx="6250">
                  <c:v>5.4864300000000004</c:v>
                </c:pt>
                <c:pt idx="6251">
                  <c:v>5.4867400000000002</c:v>
                </c:pt>
                <c:pt idx="6252">
                  <c:v>5.4870400000000004</c:v>
                </c:pt>
                <c:pt idx="6253">
                  <c:v>5.4873500000000002</c:v>
                </c:pt>
                <c:pt idx="6254">
                  <c:v>5.48766</c:v>
                </c:pt>
                <c:pt idx="6255">
                  <c:v>5.4879600000000002</c:v>
                </c:pt>
                <c:pt idx="6256">
                  <c:v>5.48827</c:v>
                </c:pt>
                <c:pt idx="6257">
                  <c:v>5.4885700000000002</c:v>
                </c:pt>
                <c:pt idx="6258">
                  <c:v>5.48888</c:v>
                </c:pt>
                <c:pt idx="6259">
                  <c:v>5.4891800000000002</c:v>
                </c:pt>
                <c:pt idx="6260">
                  <c:v>5.48949</c:v>
                </c:pt>
                <c:pt idx="6261">
                  <c:v>5.4897900000000002</c:v>
                </c:pt>
                <c:pt idx="6262">
                  <c:v>5.4901</c:v>
                </c:pt>
                <c:pt idx="6263">
                  <c:v>5.4904000000000002</c:v>
                </c:pt>
                <c:pt idx="6264">
                  <c:v>5.49071</c:v>
                </c:pt>
                <c:pt idx="6265">
                  <c:v>5.4910100000000002</c:v>
                </c:pt>
                <c:pt idx="6266">
                  <c:v>5.49132</c:v>
                </c:pt>
                <c:pt idx="6267">
                  <c:v>5.4916299999999998</c:v>
                </c:pt>
                <c:pt idx="6268">
                  <c:v>5.49193</c:v>
                </c:pt>
                <c:pt idx="6269">
                  <c:v>5.4922399999999998</c:v>
                </c:pt>
                <c:pt idx="6270">
                  <c:v>5.49254</c:v>
                </c:pt>
                <c:pt idx="6271">
                  <c:v>5.4928499999999998</c:v>
                </c:pt>
                <c:pt idx="6272">
                  <c:v>5.49315</c:v>
                </c:pt>
                <c:pt idx="6273">
                  <c:v>5.4934599999999998</c:v>
                </c:pt>
                <c:pt idx="6274">
                  <c:v>5.49376</c:v>
                </c:pt>
                <c:pt idx="6275">
                  <c:v>5.4940699999999998</c:v>
                </c:pt>
                <c:pt idx="6276">
                  <c:v>5.49437</c:v>
                </c:pt>
                <c:pt idx="6277">
                  <c:v>5.4946799999999998</c:v>
                </c:pt>
                <c:pt idx="6278">
                  <c:v>5.49498</c:v>
                </c:pt>
                <c:pt idx="6279">
                  <c:v>5.4952899999999998</c:v>
                </c:pt>
                <c:pt idx="6280">
                  <c:v>5.4955999999999996</c:v>
                </c:pt>
                <c:pt idx="6281">
                  <c:v>5.4958999999999998</c:v>
                </c:pt>
                <c:pt idx="6282">
                  <c:v>5.4962099999999996</c:v>
                </c:pt>
                <c:pt idx="6283">
                  <c:v>5.4965099999999998</c:v>
                </c:pt>
                <c:pt idx="6284">
                  <c:v>5.4968199999999996</c:v>
                </c:pt>
                <c:pt idx="6285">
                  <c:v>5.4971199999999998</c:v>
                </c:pt>
                <c:pt idx="6286">
                  <c:v>5.4974299999999996</c:v>
                </c:pt>
                <c:pt idx="6287">
                  <c:v>5.4977299999999998</c:v>
                </c:pt>
                <c:pt idx="6288">
                  <c:v>5.4980399999999996</c:v>
                </c:pt>
                <c:pt idx="6289">
                  <c:v>5.4983399999999998</c:v>
                </c:pt>
                <c:pt idx="6290">
                  <c:v>5.4986499999999996</c:v>
                </c:pt>
                <c:pt idx="6291">
                  <c:v>5.4989499999999998</c:v>
                </c:pt>
                <c:pt idx="6292">
                  <c:v>5.4992599999999996</c:v>
                </c:pt>
                <c:pt idx="6293">
                  <c:v>5.4995700000000003</c:v>
                </c:pt>
                <c:pt idx="6294">
                  <c:v>5.4998699999999996</c:v>
                </c:pt>
                <c:pt idx="6295">
                  <c:v>5.5001800000000003</c:v>
                </c:pt>
                <c:pt idx="6296">
                  <c:v>5.5004799999999996</c:v>
                </c:pt>
                <c:pt idx="6297">
                  <c:v>5.5007900000000003</c:v>
                </c:pt>
                <c:pt idx="6298">
                  <c:v>5.5010899999999996</c:v>
                </c:pt>
                <c:pt idx="6299">
                  <c:v>5.5014000000000003</c:v>
                </c:pt>
                <c:pt idx="6300">
                  <c:v>5.5016999999999996</c:v>
                </c:pt>
                <c:pt idx="6301">
                  <c:v>5.5020100000000003</c:v>
                </c:pt>
                <c:pt idx="6302">
                  <c:v>5.5023099999999996</c:v>
                </c:pt>
                <c:pt idx="6303">
                  <c:v>5.5026200000000003</c:v>
                </c:pt>
                <c:pt idx="6304">
                  <c:v>5.5029300000000001</c:v>
                </c:pt>
                <c:pt idx="6305">
                  <c:v>5.5032300000000003</c:v>
                </c:pt>
                <c:pt idx="6306">
                  <c:v>5.5035400000000001</c:v>
                </c:pt>
                <c:pt idx="6307">
                  <c:v>5.5038400000000003</c:v>
                </c:pt>
                <c:pt idx="6308">
                  <c:v>5.5041500000000001</c:v>
                </c:pt>
                <c:pt idx="6309">
                  <c:v>5.5044500000000003</c:v>
                </c:pt>
                <c:pt idx="6310">
                  <c:v>5.5047600000000001</c:v>
                </c:pt>
                <c:pt idx="6311">
                  <c:v>5.5050600000000003</c:v>
                </c:pt>
                <c:pt idx="6312">
                  <c:v>5.5053700000000001</c:v>
                </c:pt>
                <c:pt idx="6313">
                  <c:v>5.5056700000000003</c:v>
                </c:pt>
                <c:pt idx="6314">
                  <c:v>5.5059800000000001</c:v>
                </c:pt>
                <c:pt idx="6315">
                  <c:v>5.5062800000000003</c:v>
                </c:pt>
                <c:pt idx="6316">
                  <c:v>5.5065900000000001</c:v>
                </c:pt>
                <c:pt idx="6317">
                  <c:v>5.5068999999999999</c:v>
                </c:pt>
                <c:pt idx="6318">
                  <c:v>5.5072000000000001</c:v>
                </c:pt>
                <c:pt idx="6319">
                  <c:v>5.5075099999999999</c:v>
                </c:pt>
                <c:pt idx="6320">
                  <c:v>5.5078100000000001</c:v>
                </c:pt>
                <c:pt idx="6321">
                  <c:v>5.5081199999999999</c:v>
                </c:pt>
                <c:pt idx="6322">
                  <c:v>5.5084200000000001</c:v>
                </c:pt>
                <c:pt idx="6323">
                  <c:v>5.5087299999999999</c:v>
                </c:pt>
                <c:pt idx="6324">
                  <c:v>5.5090300000000001</c:v>
                </c:pt>
                <c:pt idx="6325">
                  <c:v>5.5093399999999999</c:v>
                </c:pt>
                <c:pt idx="6326">
                  <c:v>5.5096400000000001</c:v>
                </c:pt>
                <c:pt idx="6327">
                  <c:v>5.5099499999999999</c:v>
                </c:pt>
                <c:pt idx="6328">
                  <c:v>5.5102500000000001</c:v>
                </c:pt>
                <c:pt idx="6329">
                  <c:v>5.5105599999999999</c:v>
                </c:pt>
                <c:pt idx="6330">
                  <c:v>5.5108699999999997</c:v>
                </c:pt>
                <c:pt idx="6331">
                  <c:v>5.5111699999999999</c:v>
                </c:pt>
                <c:pt idx="6332">
                  <c:v>5.5114799999999997</c:v>
                </c:pt>
                <c:pt idx="6333">
                  <c:v>5.5117799999999999</c:v>
                </c:pt>
                <c:pt idx="6334">
                  <c:v>5.5120899999999997</c:v>
                </c:pt>
                <c:pt idx="6335">
                  <c:v>5.5123899999999999</c:v>
                </c:pt>
                <c:pt idx="6336">
                  <c:v>5.5126999999999997</c:v>
                </c:pt>
                <c:pt idx="6337">
                  <c:v>5.5129999999999999</c:v>
                </c:pt>
                <c:pt idx="6338">
                  <c:v>5.5133099999999997</c:v>
                </c:pt>
                <c:pt idx="6339">
                  <c:v>5.5136099999999999</c:v>
                </c:pt>
                <c:pt idx="6340">
                  <c:v>5.5139199999999997</c:v>
                </c:pt>
                <c:pt idx="6341">
                  <c:v>5.5142199999999999</c:v>
                </c:pt>
                <c:pt idx="6342">
                  <c:v>5.5145299999999997</c:v>
                </c:pt>
                <c:pt idx="6343">
                  <c:v>5.5148400000000004</c:v>
                </c:pt>
                <c:pt idx="6344">
                  <c:v>5.5151399999999997</c:v>
                </c:pt>
                <c:pt idx="6345">
                  <c:v>5.5154500000000004</c:v>
                </c:pt>
                <c:pt idx="6346">
                  <c:v>5.5157499999999997</c:v>
                </c:pt>
                <c:pt idx="6347">
                  <c:v>5.5160600000000004</c:v>
                </c:pt>
                <c:pt idx="6348">
                  <c:v>5.5163599999999997</c:v>
                </c:pt>
                <c:pt idx="6349">
                  <c:v>5.5166700000000004</c:v>
                </c:pt>
                <c:pt idx="6350">
                  <c:v>5.5169699999999997</c:v>
                </c:pt>
                <c:pt idx="6351">
                  <c:v>5.5172800000000004</c:v>
                </c:pt>
                <c:pt idx="6352">
                  <c:v>5.5175799999999997</c:v>
                </c:pt>
                <c:pt idx="6353">
                  <c:v>5.5178900000000004</c:v>
                </c:pt>
                <c:pt idx="6354">
                  <c:v>5.5182000000000002</c:v>
                </c:pt>
                <c:pt idx="6355">
                  <c:v>5.5185000000000004</c:v>
                </c:pt>
                <c:pt idx="6356">
                  <c:v>5.5188100000000002</c:v>
                </c:pt>
                <c:pt idx="6357">
                  <c:v>5.5191100000000004</c:v>
                </c:pt>
                <c:pt idx="6358">
                  <c:v>5.5194200000000002</c:v>
                </c:pt>
                <c:pt idx="6359">
                  <c:v>5.5197200000000004</c:v>
                </c:pt>
                <c:pt idx="6360">
                  <c:v>5.5200300000000002</c:v>
                </c:pt>
                <c:pt idx="6361">
                  <c:v>5.5203300000000004</c:v>
                </c:pt>
                <c:pt idx="6362">
                  <c:v>5.5206400000000002</c:v>
                </c:pt>
                <c:pt idx="6363">
                  <c:v>5.5209400000000004</c:v>
                </c:pt>
                <c:pt idx="6364">
                  <c:v>5.5212500000000002</c:v>
                </c:pt>
                <c:pt idx="6365">
                  <c:v>5.5215500000000004</c:v>
                </c:pt>
                <c:pt idx="6366">
                  <c:v>5.5218600000000002</c:v>
                </c:pt>
                <c:pt idx="6367">
                  <c:v>5.52217</c:v>
                </c:pt>
                <c:pt idx="6368">
                  <c:v>5.5224700000000002</c:v>
                </c:pt>
                <c:pt idx="6369">
                  <c:v>5.52278</c:v>
                </c:pt>
                <c:pt idx="6370">
                  <c:v>5.5230800000000002</c:v>
                </c:pt>
                <c:pt idx="6371">
                  <c:v>5.52339</c:v>
                </c:pt>
                <c:pt idx="6372">
                  <c:v>5.5236900000000002</c:v>
                </c:pt>
                <c:pt idx="6373">
                  <c:v>5.524</c:v>
                </c:pt>
                <c:pt idx="6374">
                  <c:v>5.5243000000000002</c:v>
                </c:pt>
                <c:pt idx="6375">
                  <c:v>5.52461</c:v>
                </c:pt>
                <c:pt idx="6376">
                  <c:v>5.5249100000000002</c:v>
                </c:pt>
                <c:pt idx="6377">
                  <c:v>5.52522</c:v>
                </c:pt>
                <c:pt idx="6378">
                  <c:v>5.5255200000000002</c:v>
                </c:pt>
                <c:pt idx="6379">
                  <c:v>5.52583</c:v>
                </c:pt>
                <c:pt idx="6380">
                  <c:v>5.5261399999999998</c:v>
                </c:pt>
                <c:pt idx="6381">
                  <c:v>5.52644</c:v>
                </c:pt>
                <c:pt idx="6382">
                  <c:v>5.5267499999999998</c:v>
                </c:pt>
                <c:pt idx="6383">
                  <c:v>5.52705</c:v>
                </c:pt>
                <c:pt idx="6384">
                  <c:v>5.5273599999999998</c:v>
                </c:pt>
                <c:pt idx="6385">
                  <c:v>5.52766</c:v>
                </c:pt>
                <c:pt idx="6386">
                  <c:v>5.5279699999999998</c:v>
                </c:pt>
                <c:pt idx="6387">
                  <c:v>5.52827</c:v>
                </c:pt>
                <c:pt idx="6388">
                  <c:v>5.5285799999999998</c:v>
                </c:pt>
                <c:pt idx="6389">
                  <c:v>5.52888</c:v>
                </c:pt>
                <c:pt idx="6390">
                  <c:v>5.5291899999999998</c:v>
                </c:pt>
                <c:pt idx="6391">
                  <c:v>5.52949</c:v>
                </c:pt>
                <c:pt idx="6392">
                  <c:v>5.5297999999999998</c:v>
                </c:pt>
                <c:pt idx="6393">
                  <c:v>5.5301099999999996</c:v>
                </c:pt>
                <c:pt idx="6394">
                  <c:v>5.5304099999999998</c:v>
                </c:pt>
                <c:pt idx="6395">
                  <c:v>5.5307199999999996</c:v>
                </c:pt>
                <c:pt idx="6396">
                  <c:v>5.5310199999999998</c:v>
                </c:pt>
                <c:pt idx="6397">
                  <c:v>5.5313299999999996</c:v>
                </c:pt>
                <c:pt idx="6398">
                  <c:v>5.5316299999999998</c:v>
                </c:pt>
                <c:pt idx="6399">
                  <c:v>5.5319399999999996</c:v>
                </c:pt>
                <c:pt idx="6400">
                  <c:v>5.5322399999999998</c:v>
                </c:pt>
                <c:pt idx="6401">
                  <c:v>5.5325499999999996</c:v>
                </c:pt>
                <c:pt idx="6402">
                  <c:v>5.5328499999999998</c:v>
                </c:pt>
                <c:pt idx="6403">
                  <c:v>5.5331599999999996</c:v>
                </c:pt>
                <c:pt idx="6404">
                  <c:v>5.5334599999999998</c:v>
                </c:pt>
                <c:pt idx="6405">
                  <c:v>5.5337699999999996</c:v>
                </c:pt>
                <c:pt idx="6406">
                  <c:v>5.5340800000000003</c:v>
                </c:pt>
                <c:pt idx="6407">
                  <c:v>5.5343799999999996</c:v>
                </c:pt>
                <c:pt idx="6408">
                  <c:v>5.5346900000000003</c:v>
                </c:pt>
                <c:pt idx="6409">
                  <c:v>5.5349899999999996</c:v>
                </c:pt>
                <c:pt idx="6410">
                  <c:v>5.5353000000000003</c:v>
                </c:pt>
                <c:pt idx="6411">
                  <c:v>5.5355999999999996</c:v>
                </c:pt>
                <c:pt idx="6412">
                  <c:v>5.5359100000000003</c:v>
                </c:pt>
                <c:pt idx="6413">
                  <c:v>5.5362099999999996</c:v>
                </c:pt>
                <c:pt idx="6414">
                  <c:v>5.5365200000000003</c:v>
                </c:pt>
                <c:pt idx="6415">
                  <c:v>5.5368199999999996</c:v>
                </c:pt>
                <c:pt idx="6416">
                  <c:v>5.5371300000000003</c:v>
                </c:pt>
                <c:pt idx="6417">
                  <c:v>5.5374400000000001</c:v>
                </c:pt>
                <c:pt idx="6418">
                  <c:v>5.5377400000000003</c:v>
                </c:pt>
                <c:pt idx="6419">
                  <c:v>5.5380500000000001</c:v>
                </c:pt>
                <c:pt idx="6420">
                  <c:v>5.5383500000000003</c:v>
                </c:pt>
                <c:pt idx="6421">
                  <c:v>5.5386600000000001</c:v>
                </c:pt>
                <c:pt idx="6422">
                  <c:v>5.5389600000000003</c:v>
                </c:pt>
                <c:pt idx="6423">
                  <c:v>5.5392700000000001</c:v>
                </c:pt>
                <c:pt idx="6424">
                  <c:v>5.5395700000000003</c:v>
                </c:pt>
                <c:pt idx="6425">
                  <c:v>5.5398800000000001</c:v>
                </c:pt>
                <c:pt idx="6426">
                  <c:v>5.5401800000000003</c:v>
                </c:pt>
                <c:pt idx="6427">
                  <c:v>5.5404900000000001</c:v>
                </c:pt>
                <c:pt idx="6428">
                  <c:v>5.5407900000000003</c:v>
                </c:pt>
                <c:pt idx="6429">
                  <c:v>5.5411000000000001</c:v>
                </c:pt>
                <c:pt idx="6430">
                  <c:v>5.5414099999999999</c:v>
                </c:pt>
                <c:pt idx="6431">
                  <c:v>5.5417100000000001</c:v>
                </c:pt>
                <c:pt idx="6432">
                  <c:v>5.5420199999999999</c:v>
                </c:pt>
                <c:pt idx="6433">
                  <c:v>5.5423200000000001</c:v>
                </c:pt>
                <c:pt idx="6434">
                  <c:v>5.5426299999999999</c:v>
                </c:pt>
                <c:pt idx="6435">
                  <c:v>5.5429300000000001</c:v>
                </c:pt>
                <c:pt idx="6436">
                  <c:v>5.5432399999999999</c:v>
                </c:pt>
                <c:pt idx="6437">
                  <c:v>5.5435400000000001</c:v>
                </c:pt>
                <c:pt idx="6438">
                  <c:v>5.5438499999999999</c:v>
                </c:pt>
                <c:pt idx="6439">
                  <c:v>5.5441500000000001</c:v>
                </c:pt>
                <c:pt idx="6440">
                  <c:v>5.5444599999999999</c:v>
                </c:pt>
                <c:pt idx="6441">
                  <c:v>5.5447600000000001</c:v>
                </c:pt>
                <c:pt idx="6442">
                  <c:v>5.5450699999999999</c:v>
                </c:pt>
                <c:pt idx="6443">
                  <c:v>5.5453799999999998</c:v>
                </c:pt>
                <c:pt idx="6444">
                  <c:v>5.5456799999999999</c:v>
                </c:pt>
                <c:pt idx="6445">
                  <c:v>5.5459899999999998</c:v>
                </c:pt>
                <c:pt idx="6446">
                  <c:v>5.5462899999999999</c:v>
                </c:pt>
                <c:pt idx="6447">
                  <c:v>5.5465999999999998</c:v>
                </c:pt>
                <c:pt idx="6448">
                  <c:v>5.5468999999999999</c:v>
                </c:pt>
                <c:pt idx="6449">
                  <c:v>5.5472099999999998</c:v>
                </c:pt>
                <c:pt idx="6450">
                  <c:v>5.5475099999999999</c:v>
                </c:pt>
                <c:pt idx="6451">
                  <c:v>5.5478199999999998</c:v>
                </c:pt>
                <c:pt idx="6452">
                  <c:v>5.5481199999999999</c:v>
                </c:pt>
                <c:pt idx="6453">
                  <c:v>5.5484299999999998</c:v>
                </c:pt>
                <c:pt idx="6454">
                  <c:v>5.5487299999999999</c:v>
                </c:pt>
                <c:pt idx="6455">
                  <c:v>5.5490399999999998</c:v>
                </c:pt>
                <c:pt idx="6456">
                  <c:v>5.5493499999999996</c:v>
                </c:pt>
                <c:pt idx="6457">
                  <c:v>5.5496499999999997</c:v>
                </c:pt>
                <c:pt idx="6458">
                  <c:v>5.5499599999999996</c:v>
                </c:pt>
                <c:pt idx="6459">
                  <c:v>5.5502599999999997</c:v>
                </c:pt>
                <c:pt idx="6460">
                  <c:v>5.5505699999999996</c:v>
                </c:pt>
                <c:pt idx="6461">
                  <c:v>5.5508699999999997</c:v>
                </c:pt>
                <c:pt idx="6462">
                  <c:v>5.5511799999999996</c:v>
                </c:pt>
                <c:pt idx="6463">
                  <c:v>5.5514799999999997</c:v>
                </c:pt>
                <c:pt idx="6464">
                  <c:v>5.5517899999999996</c:v>
                </c:pt>
                <c:pt idx="6465">
                  <c:v>5.5520899999999997</c:v>
                </c:pt>
                <c:pt idx="6466">
                  <c:v>5.5523999999999996</c:v>
                </c:pt>
                <c:pt idx="6467">
                  <c:v>5.5526999999999997</c:v>
                </c:pt>
                <c:pt idx="6468">
                  <c:v>5.5530099999999996</c:v>
                </c:pt>
                <c:pt idx="6469">
                  <c:v>5.5533200000000003</c:v>
                </c:pt>
                <c:pt idx="6470">
                  <c:v>5.5536199999999996</c:v>
                </c:pt>
                <c:pt idx="6471">
                  <c:v>5.5539300000000003</c:v>
                </c:pt>
                <c:pt idx="6472">
                  <c:v>5.5542299999999996</c:v>
                </c:pt>
                <c:pt idx="6473">
                  <c:v>5.5545400000000003</c:v>
                </c:pt>
                <c:pt idx="6474">
                  <c:v>5.5548400000000004</c:v>
                </c:pt>
                <c:pt idx="6475">
                  <c:v>5.5551500000000003</c:v>
                </c:pt>
                <c:pt idx="6476">
                  <c:v>5.5554500000000004</c:v>
                </c:pt>
                <c:pt idx="6477">
                  <c:v>5.5557600000000003</c:v>
                </c:pt>
                <c:pt idx="6478">
                  <c:v>5.5560600000000004</c:v>
                </c:pt>
                <c:pt idx="6479">
                  <c:v>5.5563700000000003</c:v>
                </c:pt>
                <c:pt idx="6480">
                  <c:v>5.5566800000000001</c:v>
                </c:pt>
                <c:pt idx="6481">
                  <c:v>5.5569800000000003</c:v>
                </c:pt>
                <c:pt idx="6482">
                  <c:v>5.5572900000000001</c:v>
                </c:pt>
                <c:pt idx="6483">
                  <c:v>5.5575900000000003</c:v>
                </c:pt>
                <c:pt idx="6484">
                  <c:v>5.5579000000000001</c:v>
                </c:pt>
                <c:pt idx="6485">
                  <c:v>5.5582000000000003</c:v>
                </c:pt>
                <c:pt idx="6486">
                  <c:v>5.5585100000000001</c:v>
                </c:pt>
                <c:pt idx="6487">
                  <c:v>5.5588100000000003</c:v>
                </c:pt>
                <c:pt idx="6488">
                  <c:v>5.5591200000000001</c:v>
                </c:pt>
                <c:pt idx="6489">
                  <c:v>5.5594200000000003</c:v>
                </c:pt>
                <c:pt idx="6490">
                  <c:v>5.5597300000000001</c:v>
                </c:pt>
                <c:pt idx="6491">
                  <c:v>5.5600300000000002</c:v>
                </c:pt>
                <c:pt idx="6492">
                  <c:v>5.5603400000000001</c:v>
                </c:pt>
                <c:pt idx="6493">
                  <c:v>5.5606499999999999</c:v>
                </c:pt>
                <c:pt idx="6494">
                  <c:v>5.5609500000000001</c:v>
                </c:pt>
                <c:pt idx="6495">
                  <c:v>5.5612599999999999</c:v>
                </c:pt>
                <c:pt idx="6496">
                  <c:v>5.5615600000000001</c:v>
                </c:pt>
                <c:pt idx="6497">
                  <c:v>5.5618699999999999</c:v>
                </c:pt>
                <c:pt idx="6498">
                  <c:v>5.5621700000000001</c:v>
                </c:pt>
                <c:pt idx="6499">
                  <c:v>5.5624799999999999</c:v>
                </c:pt>
                <c:pt idx="6500">
                  <c:v>5.5627800000000001</c:v>
                </c:pt>
                <c:pt idx="6501">
                  <c:v>5.5630899999999999</c:v>
                </c:pt>
                <c:pt idx="6502">
                  <c:v>5.5633900000000001</c:v>
                </c:pt>
                <c:pt idx="6503">
                  <c:v>5.5636999999999999</c:v>
                </c:pt>
                <c:pt idx="6504">
                  <c:v>5.5640000000000001</c:v>
                </c:pt>
                <c:pt idx="6505">
                  <c:v>5.5643099999999999</c:v>
                </c:pt>
                <c:pt idx="6506">
                  <c:v>5.5646199999999997</c:v>
                </c:pt>
                <c:pt idx="6507">
                  <c:v>5.5649199999999999</c:v>
                </c:pt>
                <c:pt idx="6508">
                  <c:v>5.5652299999999997</c:v>
                </c:pt>
                <c:pt idx="6509">
                  <c:v>5.5655299999999999</c:v>
                </c:pt>
                <c:pt idx="6510">
                  <c:v>5.5658399999999997</c:v>
                </c:pt>
                <c:pt idx="6511">
                  <c:v>5.5661399999999999</c:v>
                </c:pt>
                <c:pt idx="6512">
                  <c:v>5.5664499999999997</c:v>
                </c:pt>
                <c:pt idx="6513">
                  <c:v>5.5667499999999999</c:v>
                </c:pt>
                <c:pt idx="6514">
                  <c:v>5.5670599999999997</c:v>
                </c:pt>
                <c:pt idx="6515">
                  <c:v>5.5673599999999999</c:v>
                </c:pt>
                <c:pt idx="6516">
                  <c:v>5.5676699999999997</c:v>
                </c:pt>
                <c:pt idx="6517">
                  <c:v>5.5679699999999999</c:v>
                </c:pt>
                <c:pt idx="6518">
                  <c:v>5.5682799999999997</c:v>
                </c:pt>
                <c:pt idx="6519">
                  <c:v>5.5685900000000004</c:v>
                </c:pt>
                <c:pt idx="6520">
                  <c:v>5.5688899999999997</c:v>
                </c:pt>
                <c:pt idx="6521">
                  <c:v>5.5692000000000004</c:v>
                </c:pt>
                <c:pt idx="6522">
                  <c:v>5.5694999999999997</c:v>
                </c:pt>
                <c:pt idx="6523">
                  <c:v>5.5698100000000004</c:v>
                </c:pt>
                <c:pt idx="6524">
                  <c:v>5.5701099999999997</c:v>
                </c:pt>
                <c:pt idx="6525">
                  <c:v>5.5704200000000004</c:v>
                </c:pt>
                <c:pt idx="6526">
                  <c:v>5.5707199999999997</c:v>
                </c:pt>
                <c:pt idx="6527">
                  <c:v>5.5710300000000004</c:v>
                </c:pt>
                <c:pt idx="6528">
                  <c:v>5.5713299999999997</c:v>
                </c:pt>
                <c:pt idx="6529">
                  <c:v>5.5716400000000004</c:v>
                </c:pt>
                <c:pt idx="6530">
                  <c:v>5.5719500000000002</c:v>
                </c:pt>
                <c:pt idx="6531">
                  <c:v>5.5722500000000004</c:v>
                </c:pt>
                <c:pt idx="6532">
                  <c:v>5.5725600000000002</c:v>
                </c:pt>
                <c:pt idx="6533">
                  <c:v>5.5728600000000004</c:v>
                </c:pt>
                <c:pt idx="6534">
                  <c:v>5.5731700000000002</c:v>
                </c:pt>
                <c:pt idx="6535">
                  <c:v>5.5734700000000004</c:v>
                </c:pt>
                <c:pt idx="6536">
                  <c:v>5.5737800000000002</c:v>
                </c:pt>
                <c:pt idx="6537">
                  <c:v>5.5740800000000004</c:v>
                </c:pt>
                <c:pt idx="6538">
                  <c:v>5.5743900000000002</c:v>
                </c:pt>
                <c:pt idx="6539">
                  <c:v>5.5746900000000004</c:v>
                </c:pt>
                <c:pt idx="6540">
                  <c:v>5.5750000000000002</c:v>
                </c:pt>
                <c:pt idx="6541">
                  <c:v>5.5753000000000004</c:v>
                </c:pt>
                <c:pt idx="6542">
                  <c:v>5.5756100000000002</c:v>
                </c:pt>
                <c:pt idx="6543">
                  <c:v>5.57592</c:v>
                </c:pt>
                <c:pt idx="6544">
                  <c:v>5.5762200000000002</c:v>
                </c:pt>
                <c:pt idx="6545">
                  <c:v>5.57653</c:v>
                </c:pt>
                <c:pt idx="6546">
                  <c:v>5.5768300000000002</c:v>
                </c:pt>
                <c:pt idx="6547">
                  <c:v>5.57714</c:v>
                </c:pt>
                <c:pt idx="6548">
                  <c:v>5.5774400000000002</c:v>
                </c:pt>
                <c:pt idx="6549">
                  <c:v>5.57775</c:v>
                </c:pt>
                <c:pt idx="6550">
                  <c:v>5.5780500000000002</c:v>
                </c:pt>
                <c:pt idx="6551">
                  <c:v>5.57836</c:v>
                </c:pt>
                <c:pt idx="6552">
                  <c:v>5.5786600000000002</c:v>
                </c:pt>
                <c:pt idx="6553">
                  <c:v>5.57897</c:v>
                </c:pt>
                <c:pt idx="6554">
                  <c:v>5.5792700000000002</c:v>
                </c:pt>
                <c:pt idx="6555">
                  <c:v>5.57958</c:v>
                </c:pt>
                <c:pt idx="6556">
                  <c:v>5.5798899999999998</c:v>
                </c:pt>
                <c:pt idx="6557">
                  <c:v>5.58019</c:v>
                </c:pt>
                <c:pt idx="6558">
                  <c:v>5.5804999999999998</c:v>
                </c:pt>
                <c:pt idx="6559">
                  <c:v>5.5808</c:v>
                </c:pt>
                <c:pt idx="6560">
                  <c:v>5.5811099999999998</c:v>
                </c:pt>
                <c:pt idx="6561">
                  <c:v>5.58141</c:v>
                </c:pt>
                <c:pt idx="6562">
                  <c:v>5.5817199999999998</c:v>
                </c:pt>
                <c:pt idx="6563">
                  <c:v>5.58202</c:v>
                </c:pt>
                <c:pt idx="6564">
                  <c:v>5.5823299999999998</c:v>
                </c:pt>
                <c:pt idx="6565">
                  <c:v>5.58263</c:v>
                </c:pt>
                <c:pt idx="6566">
                  <c:v>5.5829399999999998</c:v>
                </c:pt>
                <c:pt idx="6567">
                  <c:v>5.58324</c:v>
                </c:pt>
                <c:pt idx="6568">
                  <c:v>5.5835499999999998</c:v>
                </c:pt>
                <c:pt idx="6569">
                  <c:v>5.5838599999999996</c:v>
                </c:pt>
                <c:pt idx="6570">
                  <c:v>5.5841599999999998</c:v>
                </c:pt>
                <c:pt idx="6571">
                  <c:v>5.5844699999999996</c:v>
                </c:pt>
                <c:pt idx="6572">
                  <c:v>5.5847699999999998</c:v>
                </c:pt>
                <c:pt idx="6573">
                  <c:v>5.5850799999999996</c:v>
                </c:pt>
                <c:pt idx="6574">
                  <c:v>5.5853799999999998</c:v>
                </c:pt>
                <c:pt idx="6575">
                  <c:v>5.5856899999999996</c:v>
                </c:pt>
                <c:pt idx="6576">
                  <c:v>5.5859899999999998</c:v>
                </c:pt>
                <c:pt idx="6577">
                  <c:v>5.5862999999999996</c:v>
                </c:pt>
                <c:pt idx="6578">
                  <c:v>5.5865999999999998</c:v>
                </c:pt>
                <c:pt idx="6579">
                  <c:v>5.5869099999999996</c:v>
                </c:pt>
                <c:pt idx="6580">
                  <c:v>5.5872099999999998</c:v>
                </c:pt>
                <c:pt idx="6581">
                  <c:v>5.5875199999999996</c:v>
                </c:pt>
                <c:pt idx="6582">
                  <c:v>5.5878300000000003</c:v>
                </c:pt>
                <c:pt idx="6583">
                  <c:v>5.5881299999999996</c:v>
                </c:pt>
                <c:pt idx="6584">
                  <c:v>5.5884400000000003</c:v>
                </c:pt>
                <c:pt idx="6585">
                  <c:v>5.5887399999999996</c:v>
                </c:pt>
                <c:pt idx="6586">
                  <c:v>5.5890500000000003</c:v>
                </c:pt>
                <c:pt idx="6587">
                  <c:v>5.5893499999999996</c:v>
                </c:pt>
                <c:pt idx="6588">
                  <c:v>5.5896600000000003</c:v>
                </c:pt>
                <c:pt idx="6589">
                  <c:v>5.5899599999999996</c:v>
                </c:pt>
                <c:pt idx="6590">
                  <c:v>5.5902700000000003</c:v>
                </c:pt>
                <c:pt idx="6591">
                  <c:v>5.5905699999999996</c:v>
                </c:pt>
                <c:pt idx="6592">
                  <c:v>5.5908800000000003</c:v>
                </c:pt>
                <c:pt idx="6593">
                  <c:v>5.5911900000000001</c:v>
                </c:pt>
                <c:pt idx="6594">
                  <c:v>5.5914900000000003</c:v>
                </c:pt>
                <c:pt idx="6595">
                  <c:v>5.5918000000000001</c:v>
                </c:pt>
                <c:pt idx="6596">
                  <c:v>5.5921000000000003</c:v>
                </c:pt>
                <c:pt idx="6597">
                  <c:v>5.5924100000000001</c:v>
                </c:pt>
                <c:pt idx="6598">
                  <c:v>5.5927100000000003</c:v>
                </c:pt>
                <c:pt idx="6599">
                  <c:v>5.5930200000000001</c:v>
                </c:pt>
                <c:pt idx="6600">
                  <c:v>5.5933200000000003</c:v>
                </c:pt>
                <c:pt idx="6601">
                  <c:v>5.5936300000000001</c:v>
                </c:pt>
                <c:pt idx="6602">
                  <c:v>5.5939300000000003</c:v>
                </c:pt>
                <c:pt idx="6603">
                  <c:v>5.5942400000000001</c:v>
                </c:pt>
                <c:pt idx="6604">
                  <c:v>5.5945400000000003</c:v>
                </c:pt>
                <c:pt idx="6605">
                  <c:v>5.5948500000000001</c:v>
                </c:pt>
                <c:pt idx="6606">
                  <c:v>5.5951599999999999</c:v>
                </c:pt>
                <c:pt idx="6607">
                  <c:v>5.5954600000000001</c:v>
                </c:pt>
                <c:pt idx="6608">
                  <c:v>5.5957699999999999</c:v>
                </c:pt>
                <c:pt idx="6609">
                  <c:v>5.5960700000000001</c:v>
                </c:pt>
                <c:pt idx="6610">
                  <c:v>5.5963799999999999</c:v>
                </c:pt>
                <c:pt idx="6611">
                  <c:v>5.5966800000000001</c:v>
                </c:pt>
                <c:pt idx="6612">
                  <c:v>5.5969899999999999</c:v>
                </c:pt>
                <c:pt idx="6613">
                  <c:v>5.5972900000000001</c:v>
                </c:pt>
                <c:pt idx="6614">
                  <c:v>5.5975999999999999</c:v>
                </c:pt>
                <c:pt idx="6615">
                  <c:v>5.5979000000000001</c:v>
                </c:pt>
                <c:pt idx="6616">
                  <c:v>5.5982099999999999</c:v>
                </c:pt>
                <c:pt idx="6617">
                  <c:v>5.5985100000000001</c:v>
                </c:pt>
                <c:pt idx="6618">
                  <c:v>5.5988199999999999</c:v>
                </c:pt>
                <c:pt idx="6619">
                  <c:v>5.5991299999999997</c:v>
                </c:pt>
                <c:pt idx="6620">
                  <c:v>5.5994299999999999</c:v>
                </c:pt>
                <c:pt idx="6621">
                  <c:v>5.5997399999999997</c:v>
                </c:pt>
                <c:pt idx="6622">
                  <c:v>5.6000399999999999</c:v>
                </c:pt>
                <c:pt idx="6623">
                  <c:v>5.6003499999999997</c:v>
                </c:pt>
                <c:pt idx="6624">
                  <c:v>5.6006499999999999</c:v>
                </c:pt>
                <c:pt idx="6625">
                  <c:v>5.6009599999999997</c:v>
                </c:pt>
                <c:pt idx="6626">
                  <c:v>5.6012599999999999</c:v>
                </c:pt>
                <c:pt idx="6627">
                  <c:v>5.6015699999999997</c:v>
                </c:pt>
                <c:pt idx="6628">
                  <c:v>5.6018699999999999</c:v>
                </c:pt>
                <c:pt idx="6629">
                  <c:v>5.6021799999999997</c:v>
                </c:pt>
                <c:pt idx="6630">
                  <c:v>5.6024799999999999</c:v>
                </c:pt>
                <c:pt idx="6631">
                  <c:v>5.6027899999999997</c:v>
                </c:pt>
                <c:pt idx="6632">
                  <c:v>5.6031000000000004</c:v>
                </c:pt>
                <c:pt idx="6633">
                  <c:v>5.6033999999999997</c:v>
                </c:pt>
                <c:pt idx="6634">
                  <c:v>5.6037100000000004</c:v>
                </c:pt>
                <c:pt idx="6635">
                  <c:v>5.6040099999999997</c:v>
                </c:pt>
                <c:pt idx="6636">
                  <c:v>5.6043200000000004</c:v>
                </c:pt>
                <c:pt idx="6637">
                  <c:v>5.6046199999999997</c:v>
                </c:pt>
                <c:pt idx="6638">
                  <c:v>5.6049300000000004</c:v>
                </c:pt>
                <c:pt idx="6639">
                  <c:v>5.6052299999999997</c:v>
                </c:pt>
                <c:pt idx="6640">
                  <c:v>5.6055400000000004</c:v>
                </c:pt>
                <c:pt idx="6641">
                  <c:v>5.6058399999999997</c:v>
                </c:pt>
                <c:pt idx="6642">
                  <c:v>5.6061500000000004</c:v>
                </c:pt>
                <c:pt idx="6643">
                  <c:v>5.6064499999999997</c:v>
                </c:pt>
                <c:pt idx="6644">
                  <c:v>5.6067600000000004</c:v>
                </c:pt>
                <c:pt idx="6645">
                  <c:v>5.6070700000000002</c:v>
                </c:pt>
                <c:pt idx="6646">
                  <c:v>5.6073700000000004</c:v>
                </c:pt>
                <c:pt idx="6647">
                  <c:v>5.6076800000000002</c:v>
                </c:pt>
                <c:pt idx="6648">
                  <c:v>5.6079800000000004</c:v>
                </c:pt>
                <c:pt idx="6649">
                  <c:v>5.6082900000000002</c:v>
                </c:pt>
                <c:pt idx="6650">
                  <c:v>5.6085900000000004</c:v>
                </c:pt>
                <c:pt idx="6651">
                  <c:v>5.6089000000000002</c:v>
                </c:pt>
                <c:pt idx="6652">
                  <c:v>5.6092000000000004</c:v>
                </c:pt>
                <c:pt idx="6653">
                  <c:v>5.6095100000000002</c:v>
                </c:pt>
                <c:pt idx="6654">
                  <c:v>5.6098100000000004</c:v>
                </c:pt>
                <c:pt idx="6655">
                  <c:v>5.6101200000000002</c:v>
                </c:pt>
                <c:pt idx="6656">
                  <c:v>5.61043</c:v>
                </c:pt>
                <c:pt idx="6657">
                  <c:v>5.6107300000000002</c:v>
                </c:pt>
                <c:pt idx="6658">
                  <c:v>5.61104</c:v>
                </c:pt>
                <c:pt idx="6659">
                  <c:v>5.6113400000000002</c:v>
                </c:pt>
                <c:pt idx="6660">
                  <c:v>5.61165</c:v>
                </c:pt>
                <c:pt idx="6661">
                  <c:v>5.6119500000000002</c:v>
                </c:pt>
                <c:pt idx="6662">
                  <c:v>5.61226</c:v>
                </c:pt>
                <c:pt idx="6663">
                  <c:v>5.6125600000000002</c:v>
                </c:pt>
                <c:pt idx="6664">
                  <c:v>5.61287</c:v>
                </c:pt>
                <c:pt idx="6665">
                  <c:v>5.6131700000000002</c:v>
                </c:pt>
                <c:pt idx="6666">
                  <c:v>5.61348</c:v>
                </c:pt>
                <c:pt idx="6667">
                  <c:v>5.6137800000000002</c:v>
                </c:pt>
                <c:pt idx="6668">
                  <c:v>5.61409</c:v>
                </c:pt>
                <c:pt idx="6669">
                  <c:v>5.6143999999999998</c:v>
                </c:pt>
                <c:pt idx="6670">
                  <c:v>5.6147</c:v>
                </c:pt>
                <c:pt idx="6671">
                  <c:v>5.6150099999999998</c:v>
                </c:pt>
                <c:pt idx="6672">
                  <c:v>5.61531</c:v>
                </c:pt>
                <c:pt idx="6673">
                  <c:v>5.6156199999999998</c:v>
                </c:pt>
                <c:pt idx="6674">
                  <c:v>5.61592</c:v>
                </c:pt>
                <c:pt idx="6675">
                  <c:v>5.6162299999999998</c:v>
                </c:pt>
                <c:pt idx="6676">
                  <c:v>5.61653</c:v>
                </c:pt>
                <c:pt idx="6677">
                  <c:v>5.6168399999999998</c:v>
                </c:pt>
                <c:pt idx="6678">
                  <c:v>5.61714</c:v>
                </c:pt>
                <c:pt idx="6679">
                  <c:v>5.6174499999999998</c:v>
                </c:pt>
                <c:pt idx="6680">
                  <c:v>5.61775</c:v>
                </c:pt>
                <c:pt idx="6681">
                  <c:v>5.6180599999999998</c:v>
                </c:pt>
                <c:pt idx="6682">
                  <c:v>5.6183699999999996</c:v>
                </c:pt>
                <c:pt idx="6683">
                  <c:v>5.6186699999999998</c:v>
                </c:pt>
                <c:pt idx="6684">
                  <c:v>5.6189799999999996</c:v>
                </c:pt>
                <c:pt idx="6685">
                  <c:v>5.6192799999999998</c:v>
                </c:pt>
                <c:pt idx="6686">
                  <c:v>5.6195899999999996</c:v>
                </c:pt>
                <c:pt idx="6687">
                  <c:v>5.6198899999999998</c:v>
                </c:pt>
                <c:pt idx="6688">
                  <c:v>5.6201999999999996</c:v>
                </c:pt>
                <c:pt idx="6689">
                  <c:v>5.6204999999999998</c:v>
                </c:pt>
                <c:pt idx="6690">
                  <c:v>5.6208099999999996</c:v>
                </c:pt>
                <c:pt idx="6691">
                  <c:v>5.6211099999999998</c:v>
                </c:pt>
                <c:pt idx="6692">
                  <c:v>5.6214199999999996</c:v>
                </c:pt>
                <c:pt idx="6693">
                  <c:v>5.6217199999999998</c:v>
                </c:pt>
                <c:pt idx="6694">
                  <c:v>5.6220299999999996</c:v>
                </c:pt>
                <c:pt idx="6695">
                  <c:v>5.6223400000000003</c:v>
                </c:pt>
                <c:pt idx="6696">
                  <c:v>5.6226399999999996</c:v>
                </c:pt>
                <c:pt idx="6697">
                  <c:v>5.6229500000000003</c:v>
                </c:pt>
                <c:pt idx="6698">
                  <c:v>5.6232499999999996</c:v>
                </c:pt>
                <c:pt idx="6699">
                  <c:v>5.6235600000000003</c:v>
                </c:pt>
                <c:pt idx="6700">
                  <c:v>5.6238599999999996</c:v>
                </c:pt>
                <c:pt idx="6701">
                  <c:v>5.6241700000000003</c:v>
                </c:pt>
                <c:pt idx="6702">
                  <c:v>5.6244699999999996</c:v>
                </c:pt>
                <c:pt idx="6703">
                  <c:v>5.6247800000000003</c:v>
                </c:pt>
                <c:pt idx="6704">
                  <c:v>5.6250799999999996</c:v>
                </c:pt>
                <c:pt idx="6705">
                  <c:v>5.6253900000000003</c:v>
                </c:pt>
                <c:pt idx="6706">
                  <c:v>5.6256899999999996</c:v>
                </c:pt>
                <c:pt idx="6707">
                  <c:v>5.6260000000000003</c:v>
                </c:pt>
                <c:pt idx="6708">
                  <c:v>5.6263100000000001</c:v>
                </c:pt>
                <c:pt idx="6709">
                  <c:v>5.6266100000000003</c:v>
                </c:pt>
                <c:pt idx="6710">
                  <c:v>5.6269200000000001</c:v>
                </c:pt>
                <c:pt idx="6711">
                  <c:v>5.6272200000000003</c:v>
                </c:pt>
                <c:pt idx="6712">
                  <c:v>5.6275300000000001</c:v>
                </c:pt>
                <c:pt idx="6713">
                  <c:v>5.6278300000000003</c:v>
                </c:pt>
                <c:pt idx="6714">
                  <c:v>5.6281400000000001</c:v>
                </c:pt>
                <c:pt idx="6715">
                  <c:v>5.6284400000000003</c:v>
                </c:pt>
                <c:pt idx="6716">
                  <c:v>5.6287500000000001</c:v>
                </c:pt>
                <c:pt idx="6717">
                  <c:v>5.6290500000000003</c:v>
                </c:pt>
                <c:pt idx="6718">
                  <c:v>5.6293600000000001</c:v>
                </c:pt>
                <c:pt idx="6719">
                  <c:v>5.62967</c:v>
                </c:pt>
                <c:pt idx="6720">
                  <c:v>5.6299700000000001</c:v>
                </c:pt>
                <c:pt idx="6721">
                  <c:v>5.63028</c:v>
                </c:pt>
                <c:pt idx="6722">
                  <c:v>5.6305800000000001</c:v>
                </c:pt>
                <c:pt idx="6723">
                  <c:v>5.63089</c:v>
                </c:pt>
                <c:pt idx="6724">
                  <c:v>5.6311900000000001</c:v>
                </c:pt>
                <c:pt idx="6725">
                  <c:v>5.6315</c:v>
                </c:pt>
                <c:pt idx="6726">
                  <c:v>5.6318000000000001</c:v>
                </c:pt>
                <c:pt idx="6727">
                  <c:v>5.6321099999999999</c:v>
                </c:pt>
                <c:pt idx="6728">
                  <c:v>5.6324100000000001</c:v>
                </c:pt>
                <c:pt idx="6729">
                  <c:v>5.6327199999999999</c:v>
                </c:pt>
                <c:pt idx="6730">
                  <c:v>5.6330200000000001</c:v>
                </c:pt>
                <c:pt idx="6731">
                  <c:v>5.6333299999999999</c:v>
                </c:pt>
                <c:pt idx="6732">
                  <c:v>5.6336399999999998</c:v>
                </c:pt>
                <c:pt idx="6733">
                  <c:v>5.6339399999999999</c:v>
                </c:pt>
                <c:pt idx="6734">
                  <c:v>5.6342499999999998</c:v>
                </c:pt>
                <c:pt idx="6735">
                  <c:v>5.6345499999999999</c:v>
                </c:pt>
                <c:pt idx="6736">
                  <c:v>5.6348599999999998</c:v>
                </c:pt>
                <c:pt idx="6737">
                  <c:v>5.6351599999999999</c:v>
                </c:pt>
                <c:pt idx="6738">
                  <c:v>5.6354699999999998</c:v>
                </c:pt>
                <c:pt idx="6739">
                  <c:v>5.6357699999999999</c:v>
                </c:pt>
                <c:pt idx="6740">
                  <c:v>5.6360799999999998</c:v>
                </c:pt>
                <c:pt idx="6741">
                  <c:v>5.6363799999999999</c:v>
                </c:pt>
                <c:pt idx="6742">
                  <c:v>5.6366899999999998</c:v>
                </c:pt>
                <c:pt idx="6743">
                  <c:v>5.6369899999999999</c:v>
                </c:pt>
                <c:pt idx="6744">
                  <c:v>5.6372999999999998</c:v>
                </c:pt>
                <c:pt idx="6745">
                  <c:v>5.6376099999999996</c:v>
                </c:pt>
                <c:pt idx="6746">
                  <c:v>5.6379099999999998</c:v>
                </c:pt>
                <c:pt idx="6747">
                  <c:v>5.6382199999999996</c:v>
                </c:pt>
                <c:pt idx="6748">
                  <c:v>5.6385199999999998</c:v>
                </c:pt>
                <c:pt idx="6749">
                  <c:v>5.6388299999999996</c:v>
                </c:pt>
                <c:pt idx="6750">
                  <c:v>5.6391299999999998</c:v>
                </c:pt>
                <c:pt idx="6751">
                  <c:v>5.6394399999999996</c:v>
                </c:pt>
                <c:pt idx="6752">
                  <c:v>5.6397399999999998</c:v>
                </c:pt>
                <c:pt idx="6753">
                  <c:v>5.6400499999999996</c:v>
                </c:pt>
                <c:pt idx="6754">
                  <c:v>5.6403499999999998</c:v>
                </c:pt>
                <c:pt idx="6755">
                  <c:v>5.6406599999999996</c:v>
                </c:pt>
                <c:pt idx="6756">
                  <c:v>5.6409599999999998</c:v>
                </c:pt>
                <c:pt idx="6757">
                  <c:v>5.6412699999999996</c:v>
                </c:pt>
                <c:pt idx="6758">
                  <c:v>5.6415800000000003</c:v>
                </c:pt>
                <c:pt idx="6759">
                  <c:v>5.6418799999999996</c:v>
                </c:pt>
                <c:pt idx="6760">
                  <c:v>5.6421900000000003</c:v>
                </c:pt>
                <c:pt idx="6761">
                  <c:v>5.6424899999999996</c:v>
                </c:pt>
                <c:pt idx="6762">
                  <c:v>5.6428000000000003</c:v>
                </c:pt>
                <c:pt idx="6763">
                  <c:v>5.6430999999999996</c:v>
                </c:pt>
                <c:pt idx="6764">
                  <c:v>5.6434100000000003</c:v>
                </c:pt>
                <c:pt idx="6765">
                  <c:v>5.6437099999999996</c:v>
                </c:pt>
                <c:pt idx="6766">
                  <c:v>5.6440200000000003</c:v>
                </c:pt>
                <c:pt idx="6767">
                  <c:v>5.6443199999999996</c:v>
                </c:pt>
                <c:pt idx="6768">
                  <c:v>5.6446300000000003</c:v>
                </c:pt>
                <c:pt idx="6769">
                  <c:v>5.6449400000000001</c:v>
                </c:pt>
                <c:pt idx="6770">
                  <c:v>5.6452400000000003</c:v>
                </c:pt>
                <c:pt idx="6771">
                  <c:v>5.6455500000000001</c:v>
                </c:pt>
                <c:pt idx="6772">
                  <c:v>5.6458500000000003</c:v>
                </c:pt>
                <c:pt idx="6773">
                  <c:v>5.6461600000000001</c:v>
                </c:pt>
                <c:pt idx="6774">
                  <c:v>5.6464600000000003</c:v>
                </c:pt>
                <c:pt idx="6775">
                  <c:v>5.6467700000000001</c:v>
                </c:pt>
                <c:pt idx="6776">
                  <c:v>5.6470700000000003</c:v>
                </c:pt>
                <c:pt idx="6777">
                  <c:v>5.6473800000000001</c:v>
                </c:pt>
                <c:pt idx="6778">
                  <c:v>5.6476800000000003</c:v>
                </c:pt>
                <c:pt idx="6779">
                  <c:v>5.6479900000000001</c:v>
                </c:pt>
                <c:pt idx="6780">
                  <c:v>5.6482900000000003</c:v>
                </c:pt>
                <c:pt idx="6781">
                  <c:v>5.6486000000000001</c:v>
                </c:pt>
                <c:pt idx="6782">
                  <c:v>5.6489099999999999</c:v>
                </c:pt>
                <c:pt idx="6783">
                  <c:v>5.6492100000000001</c:v>
                </c:pt>
                <c:pt idx="6784">
                  <c:v>5.6495199999999999</c:v>
                </c:pt>
                <c:pt idx="6785">
                  <c:v>5.6498200000000001</c:v>
                </c:pt>
                <c:pt idx="6786">
                  <c:v>5.6501299999999999</c:v>
                </c:pt>
                <c:pt idx="6787">
                  <c:v>5.6504300000000001</c:v>
                </c:pt>
                <c:pt idx="6788">
                  <c:v>5.6507399999999999</c:v>
                </c:pt>
                <c:pt idx="6789">
                  <c:v>5.6510400000000001</c:v>
                </c:pt>
                <c:pt idx="6790">
                  <c:v>5.6513499999999999</c:v>
                </c:pt>
                <c:pt idx="6791">
                  <c:v>5.6516500000000001</c:v>
                </c:pt>
                <c:pt idx="6792">
                  <c:v>5.6519599999999999</c:v>
                </c:pt>
                <c:pt idx="6793">
                  <c:v>5.6522600000000001</c:v>
                </c:pt>
                <c:pt idx="6794">
                  <c:v>5.6525699999999999</c:v>
                </c:pt>
                <c:pt idx="6795">
                  <c:v>5.6528799999999997</c:v>
                </c:pt>
                <c:pt idx="6796">
                  <c:v>5.6531799999999999</c:v>
                </c:pt>
                <c:pt idx="6797">
                  <c:v>5.6534899999999997</c:v>
                </c:pt>
                <c:pt idx="6798">
                  <c:v>5.6537899999999999</c:v>
                </c:pt>
                <c:pt idx="6799">
                  <c:v>5.6540999999999997</c:v>
                </c:pt>
                <c:pt idx="6800">
                  <c:v>5.6543999999999999</c:v>
                </c:pt>
                <c:pt idx="6801">
                  <c:v>5.6547099999999997</c:v>
                </c:pt>
                <c:pt idx="6802">
                  <c:v>5.6550099999999999</c:v>
                </c:pt>
                <c:pt idx="6803">
                  <c:v>5.6553199999999997</c:v>
                </c:pt>
                <c:pt idx="6804">
                  <c:v>5.6556199999999999</c:v>
                </c:pt>
                <c:pt idx="6805">
                  <c:v>5.6559299999999997</c:v>
                </c:pt>
                <c:pt idx="6806">
                  <c:v>5.6562299999999999</c:v>
                </c:pt>
                <c:pt idx="6807">
                  <c:v>5.6565399999999997</c:v>
                </c:pt>
                <c:pt idx="6808">
                  <c:v>5.6568500000000004</c:v>
                </c:pt>
                <c:pt idx="6809">
                  <c:v>5.6571499999999997</c:v>
                </c:pt>
                <c:pt idx="6810">
                  <c:v>5.6574600000000004</c:v>
                </c:pt>
                <c:pt idx="6811">
                  <c:v>5.6577599999999997</c:v>
                </c:pt>
                <c:pt idx="6812">
                  <c:v>5.6580700000000004</c:v>
                </c:pt>
                <c:pt idx="6813">
                  <c:v>5.6583699999999997</c:v>
                </c:pt>
                <c:pt idx="6814">
                  <c:v>5.6586800000000004</c:v>
                </c:pt>
                <c:pt idx="6815">
                  <c:v>5.6589799999999997</c:v>
                </c:pt>
                <c:pt idx="6816">
                  <c:v>5.6592900000000004</c:v>
                </c:pt>
                <c:pt idx="6817">
                  <c:v>5.6595899999999997</c:v>
                </c:pt>
                <c:pt idx="6818">
                  <c:v>5.6599000000000004</c:v>
                </c:pt>
                <c:pt idx="6819">
                  <c:v>5.6601999999999997</c:v>
                </c:pt>
                <c:pt idx="6820">
                  <c:v>5.6605100000000004</c:v>
                </c:pt>
                <c:pt idx="6821">
                  <c:v>5.6608200000000002</c:v>
                </c:pt>
                <c:pt idx="6822">
                  <c:v>5.6611200000000004</c:v>
                </c:pt>
                <c:pt idx="6823">
                  <c:v>5.6614300000000002</c:v>
                </c:pt>
                <c:pt idx="6824">
                  <c:v>5.6617300000000004</c:v>
                </c:pt>
                <c:pt idx="6825">
                  <c:v>5.6620400000000002</c:v>
                </c:pt>
                <c:pt idx="6826">
                  <c:v>5.6623400000000004</c:v>
                </c:pt>
                <c:pt idx="6827">
                  <c:v>5.6626500000000002</c:v>
                </c:pt>
                <c:pt idx="6828">
                  <c:v>5.6629500000000004</c:v>
                </c:pt>
                <c:pt idx="6829">
                  <c:v>5.6632600000000002</c:v>
                </c:pt>
                <c:pt idx="6830">
                  <c:v>5.6635600000000004</c:v>
                </c:pt>
                <c:pt idx="6831">
                  <c:v>5.6638700000000002</c:v>
                </c:pt>
                <c:pt idx="6832">
                  <c:v>5.66418</c:v>
                </c:pt>
                <c:pt idx="6833">
                  <c:v>5.6644800000000002</c:v>
                </c:pt>
                <c:pt idx="6834">
                  <c:v>5.66479</c:v>
                </c:pt>
                <c:pt idx="6835">
                  <c:v>5.6650900000000002</c:v>
                </c:pt>
                <c:pt idx="6836">
                  <c:v>5.6654</c:v>
                </c:pt>
                <c:pt idx="6837">
                  <c:v>5.6657000000000002</c:v>
                </c:pt>
                <c:pt idx="6838">
                  <c:v>5.66601</c:v>
                </c:pt>
                <c:pt idx="6839">
                  <c:v>5.6663100000000002</c:v>
                </c:pt>
                <c:pt idx="6840">
                  <c:v>5.66662</c:v>
                </c:pt>
                <c:pt idx="6841">
                  <c:v>5.6669200000000002</c:v>
                </c:pt>
                <c:pt idx="6842">
                  <c:v>5.66723</c:v>
                </c:pt>
                <c:pt idx="6843">
                  <c:v>5.6675300000000002</c:v>
                </c:pt>
                <c:pt idx="6844">
                  <c:v>5.66784</c:v>
                </c:pt>
                <c:pt idx="6845">
                  <c:v>5.6681499999999998</c:v>
                </c:pt>
                <c:pt idx="6846">
                  <c:v>5.66845</c:v>
                </c:pt>
                <c:pt idx="6847">
                  <c:v>5.6687599999999998</c:v>
                </c:pt>
                <c:pt idx="6848">
                  <c:v>5.66906</c:v>
                </c:pt>
                <c:pt idx="6849">
                  <c:v>5.6693699999999998</c:v>
                </c:pt>
                <c:pt idx="6850">
                  <c:v>5.66967</c:v>
                </c:pt>
                <c:pt idx="6851">
                  <c:v>5.6699799999999998</c:v>
                </c:pt>
                <c:pt idx="6852">
                  <c:v>5.67028</c:v>
                </c:pt>
                <c:pt idx="6853">
                  <c:v>5.6705899999999998</c:v>
                </c:pt>
                <c:pt idx="6854">
                  <c:v>5.67089</c:v>
                </c:pt>
                <c:pt idx="6855">
                  <c:v>5.6711999999999998</c:v>
                </c:pt>
                <c:pt idx="6856">
                  <c:v>5.6715</c:v>
                </c:pt>
                <c:pt idx="6857">
                  <c:v>5.6718099999999998</c:v>
                </c:pt>
                <c:pt idx="6858">
                  <c:v>5.6721199999999996</c:v>
                </c:pt>
                <c:pt idx="6859">
                  <c:v>5.6724199999999998</c:v>
                </c:pt>
                <c:pt idx="6860">
                  <c:v>5.6727299999999996</c:v>
                </c:pt>
                <c:pt idx="6861">
                  <c:v>5.6730299999999998</c:v>
                </c:pt>
                <c:pt idx="6862">
                  <c:v>5.6733399999999996</c:v>
                </c:pt>
                <c:pt idx="6863">
                  <c:v>5.6736399999999998</c:v>
                </c:pt>
                <c:pt idx="6864">
                  <c:v>5.6739499999999996</c:v>
                </c:pt>
                <c:pt idx="6865">
                  <c:v>5.6742499999999998</c:v>
                </c:pt>
                <c:pt idx="6866">
                  <c:v>5.6745599999999996</c:v>
                </c:pt>
                <c:pt idx="6867">
                  <c:v>5.6748599999999998</c:v>
                </c:pt>
                <c:pt idx="6868">
                  <c:v>5.6751699999999996</c:v>
                </c:pt>
                <c:pt idx="6869">
                  <c:v>5.6754699999999998</c:v>
                </c:pt>
                <c:pt idx="6870">
                  <c:v>5.6757799999999996</c:v>
                </c:pt>
                <c:pt idx="6871">
                  <c:v>5.6760900000000003</c:v>
                </c:pt>
                <c:pt idx="6872">
                  <c:v>5.6763899999999996</c:v>
                </c:pt>
                <c:pt idx="6873">
                  <c:v>5.6767000000000003</c:v>
                </c:pt>
                <c:pt idx="6874">
                  <c:v>5.6769999999999996</c:v>
                </c:pt>
                <c:pt idx="6875">
                  <c:v>5.6773100000000003</c:v>
                </c:pt>
                <c:pt idx="6876">
                  <c:v>5.6776099999999996</c:v>
                </c:pt>
                <c:pt idx="6877">
                  <c:v>5.6779200000000003</c:v>
                </c:pt>
                <c:pt idx="6878">
                  <c:v>5.6782199999999996</c:v>
                </c:pt>
                <c:pt idx="6879">
                  <c:v>5.6785300000000003</c:v>
                </c:pt>
                <c:pt idx="6880">
                  <c:v>5.6788299999999996</c:v>
                </c:pt>
                <c:pt idx="6881">
                  <c:v>5.6791400000000003</c:v>
                </c:pt>
                <c:pt idx="6882">
                  <c:v>5.6794399999999996</c:v>
                </c:pt>
                <c:pt idx="6883">
                  <c:v>5.6797500000000003</c:v>
                </c:pt>
                <c:pt idx="6884">
                  <c:v>5.6800600000000001</c:v>
                </c:pt>
                <c:pt idx="6885">
                  <c:v>5.6803600000000003</c:v>
                </c:pt>
                <c:pt idx="6886">
                  <c:v>5.6806700000000001</c:v>
                </c:pt>
                <c:pt idx="6887">
                  <c:v>5.6809700000000003</c:v>
                </c:pt>
                <c:pt idx="6888">
                  <c:v>5.6812800000000001</c:v>
                </c:pt>
                <c:pt idx="6889">
                  <c:v>5.6815800000000003</c:v>
                </c:pt>
                <c:pt idx="6890">
                  <c:v>5.6818900000000001</c:v>
                </c:pt>
                <c:pt idx="6891">
                  <c:v>5.6821900000000003</c:v>
                </c:pt>
                <c:pt idx="6892">
                  <c:v>5.6825000000000001</c:v>
                </c:pt>
                <c:pt idx="6893">
                  <c:v>5.6828000000000003</c:v>
                </c:pt>
                <c:pt idx="6894">
                  <c:v>5.6831100000000001</c:v>
                </c:pt>
                <c:pt idx="6895">
                  <c:v>5.6834199999999999</c:v>
                </c:pt>
                <c:pt idx="6896">
                  <c:v>5.6837200000000001</c:v>
                </c:pt>
                <c:pt idx="6897">
                  <c:v>5.6840299999999999</c:v>
                </c:pt>
                <c:pt idx="6898">
                  <c:v>5.6843300000000001</c:v>
                </c:pt>
                <c:pt idx="6899">
                  <c:v>5.6846399999999999</c:v>
                </c:pt>
                <c:pt idx="6900">
                  <c:v>5.6849400000000001</c:v>
                </c:pt>
                <c:pt idx="6901">
                  <c:v>5.6852499999999999</c:v>
                </c:pt>
                <c:pt idx="6902">
                  <c:v>5.6855500000000001</c:v>
                </c:pt>
                <c:pt idx="6903">
                  <c:v>5.6858599999999999</c:v>
                </c:pt>
                <c:pt idx="6904">
                  <c:v>5.6861600000000001</c:v>
                </c:pt>
                <c:pt idx="6905">
                  <c:v>5.6864699999999999</c:v>
                </c:pt>
                <c:pt idx="6906">
                  <c:v>5.6867700000000001</c:v>
                </c:pt>
                <c:pt idx="6907">
                  <c:v>5.6870799999999999</c:v>
                </c:pt>
                <c:pt idx="6908">
                  <c:v>5.6873899999999997</c:v>
                </c:pt>
                <c:pt idx="6909">
                  <c:v>5.6876899999999999</c:v>
                </c:pt>
                <c:pt idx="6910">
                  <c:v>5.6879999999999997</c:v>
                </c:pt>
                <c:pt idx="6911">
                  <c:v>5.6882999999999999</c:v>
                </c:pt>
                <c:pt idx="6912">
                  <c:v>5.6886099999999997</c:v>
                </c:pt>
                <c:pt idx="6913">
                  <c:v>5.6889099999999999</c:v>
                </c:pt>
                <c:pt idx="6914">
                  <c:v>5.6892199999999997</c:v>
                </c:pt>
                <c:pt idx="6915">
                  <c:v>5.6895199999999999</c:v>
                </c:pt>
                <c:pt idx="6916">
                  <c:v>5.6898299999999997</c:v>
                </c:pt>
                <c:pt idx="6917">
                  <c:v>5.6901299999999999</c:v>
                </c:pt>
                <c:pt idx="6918">
                  <c:v>5.6904399999999997</c:v>
                </c:pt>
                <c:pt idx="6919">
                  <c:v>5.6907399999999999</c:v>
                </c:pt>
                <c:pt idx="6920">
                  <c:v>5.6910499999999997</c:v>
                </c:pt>
                <c:pt idx="6921">
                  <c:v>5.6913600000000004</c:v>
                </c:pt>
                <c:pt idx="6922">
                  <c:v>5.6916599999999997</c:v>
                </c:pt>
                <c:pt idx="6923">
                  <c:v>5.6919700000000004</c:v>
                </c:pt>
                <c:pt idx="6924">
                  <c:v>5.6922699999999997</c:v>
                </c:pt>
                <c:pt idx="6925">
                  <c:v>5.6925800000000004</c:v>
                </c:pt>
                <c:pt idx="6926">
                  <c:v>5.6928799999999997</c:v>
                </c:pt>
                <c:pt idx="6927">
                  <c:v>5.6931900000000004</c:v>
                </c:pt>
                <c:pt idx="6928">
                  <c:v>5.6934899999999997</c:v>
                </c:pt>
                <c:pt idx="6929">
                  <c:v>5.6938000000000004</c:v>
                </c:pt>
                <c:pt idx="6930">
                  <c:v>5.6940999999999997</c:v>
                </c:pt>
                <c:pt idx="6931">
                  <c:v>5.6944100000000004</c:v>
                </c:pt>
                <c:pt idx="6932">
                  <c:v>5.6947099999999997</c:v>
                </c:pt>
                <c:pt idx="6933">
                  <c:v>5.6950200000000004</c:v>
                </c:pt>
                <c:pt idx="6934">
                  <c:v>5.6953300000000002</c:v>
                </c:pt>
                <c:pt idx="6935">
                  <c:v>5.6956300000000004</c:v>
                </c:pt>
                <c:pt idx="6936">
                  <c:v>5.6959400000000002</c:v>
                </c:pt>
                <c:pt idx="6937">
                  <c:v>5.6962400000000004</c:v>
                </c:pt>
                <c:pt idx="6938">
                  <c:v>5.6965500000000002</c:v>
                </c:pt>
                <c:pt idx="6939">
                  <c:v>5.6968500000000004</c:v>
                </c:pt>
                <c:pt idx="6940">
                  <c:v>5.6971600000000002</c:v>
                </c:pt>
                <c:pt idx="6941">
                  <c:v>5.6974600000000004</c:v>
                </c:pt>
                <c:pt idx="6942">
                  <c:v>5.6977700000000002</c:v>
                </c:pt>
                <c:pt idx="6943">
                  <c:v>5.6980700000000004</c:v>
                </c:pt>
                <c:pt idx="6944">
                  <c:v>5.6983800000000002</c:v>
                </c:pt>
                <c:pt idx="6945">
                  <c:v>5.69869</c:v>
                </c:pt>
                <c:pt idx="6946">
                  <c:v>5.6989900000000002</c:v>
                </c:pt>
                <c:pt idx="6947">
                  <c:v>5.6993</c:v>
                </c:pt>
                <c:pt idx="6948">
                  <c:v>5.6996000000000002</c:v>
                </c:pt>
                <c:pt idx="6949">
                  <c:v>5.69991</c:v>
                </c:pt>
                <c:pt idx="6950">
                  <c:v>5.7002100000000002</c:v>
                </c:pt>
                <c:pt idx="6951">
                  <c:v>5.70052</c:v>
                </c:pt>
                <c:pt idx="6952">
                  <c:v>5.7008200000000002</c:v>
                </c:pt>
                <c:pt idx="6953">
                  <c:v>5.70113</c:v>
                </c:pt>
                <c:pt idx="6954">
                  <c:v>5.7014300000000002</c:v>
                </c:pt>
                <c:pt idx="6955">
                  <c:v>5.70174</c:v>
                </c:pt>
                <c:pt idx="6956">
                  <c:v>5.7020400000000002</c:v>
                </c:pt>
                <c:pt idx="6957">
                  <c:v>5.70235</c:v>
                </c:pt>
                <c:pt idx="6958">
                  <c:v>5.7026599999999998</c:v>
                </c:pt>
                <c:pt idx="6959">
                  <c:v>5.70296</c:v>
                </c:pt>
                <c:pt idx="6960">
                  <c:v>5.7032699999999998</c:v>
                </c:pt>
                <c:pt idx="6961">
                  <c:v>5.70357</c:v>
                </c:pt>
                <c:pt idx="6962">
                  <c:v>5.7038799999999998</c:v>
                </c:pt>
                <c:pt idx="6963">
                  <c:v>5.70418</c:v>
                </c:pt>
                <c:pt idx="6964">
                  <c:v>5.7044899999999998</c:v>
                </c:pt>
                <c:pt idx="6965">
                  <c:v>5.70479</c:v>
                </c:pt>
                <c:pt idx="6966">
                  <c:v>5.7050999999999998</c:v>
                </c:pt>
                <c:pt idx="6967">
                  <c:v>5.7054</c:v>
                </c:pt>
                <c:pt idx="6968">
                  <c:v>5.7057099999999998</c:v>
                </c:pt>
                <c:pt idx="6969">
                  <c:v>5.70601</c:v>
                </c:pt>
                <c:pt idx="6970">
                  <c:v>5.7063199999999998</c:v>
                </c:pt>
                <c:pt idx="6971">
                  <c:v>5.7066299999999996</c:v>
                </c:pt>
                <c:pt idx="6972">
                  <c:v>5.7069299999999998</c:v>
                </c:pt>
                <c:pt idx="6973">
                  <c:v>5.7072399999999996</c:v>
                </c:pt>
                <c:pt idx="6974">
                  <c:v>5.7075399999999998</c:v>
                </c:pt>
                <c:pt idx="6975">
                  <c:v>5.7078499999999996</c:v>
                </c:pt>
                <c:pt idx="6976">
                  <c:v>5.7081499999999998</c:v>
                </c:pt>
                <c:pt idx="6977">
                  <c:v>5.7084599999999996</c:v>
                </c:pt>
                <c:pt idx="6978">
                  <c:v>5.7087599999999998</c:v>
                </c:pt>
                <c:pt idx="6979">
                  <c:v>5.7090699999999996</c:v>
                </c:pt>
                <c:pt idx="6980">
                  <c:v>5.7093699999999998</c:v>
                </c:pt>
                <c:pt idx="6981">
                  <c:v>5.7096799999999996</c:v>
                </c:pt>
                <c:pt idx="6982">
                  <c:v>5.7099799999999998</c:v>
                </c:pt>
                <c:pt idx="6983">
                  <c:v>5.7102899999999996</c:v>
                </c:pt>
                <c:pt idx="6984">
                  <c:v>5.7106000000000003</c:v>
                </c:pt>
                <c:pt idx="6985">
                  <c:v>5.7108999999999996</c:v>
                </c:pt>
                <c:pt idx="6986">
                  <c:v>5.7112100000000003</c:v>
                </c:pt>
                <c:pt idx="6987">
                  <c:v>5.7115099999999996</c:v>
                </c:pt>
                <c:pt idx="6988">
                  <c:v>5.7118200000000003</c:v>
                </c:pt>
                <c:pt idx="6989">
                  <c:v>5.7121199999999996</c:v>
                </c:pt>
                <c:pt idx="6990">
                  <c:v>5.7124300000000003</c:v>
                </c:pt>
                <c:pt idx="6991">
                  <c:v>5.7127299999999996</c:v>
                </c:pt>
                <c:pt idx="6992">
                  <c:v>5.7130400000000003</c:v>
                </c:pt>
                <c:pt idx="6993">
                  <c:v>5.7133399999999996</c:v>
                </c:pt>
                <c:pt idx="6994">
                  <c:v>5.7136500000000003</c:v>
                </c:pt>
                <c:pt idx="6995">
                  <c:v>5.7139499999999996</c:v>
                </c:pt>
                <c:pt idx="6996">
                  <c:v>5.7142600000000003</c:v>
                </c:pt>
                <c:pt idx="6997">
                  <c:v>5.7145700000000001</c:v>
                </c:pt>
                <c:pt idx="6998">
                  <c:v>5.7148700000000003</c:v>
                </c:pt>
                <c:pt idx="6999">
                  <c:v>5.7151800000000001</c:v>
                </c:pt>
                <c:pt idx="7000">
                  <c:v>5.7154800000000003</c:v>
                </c:pt>
                <c:pt idx="7001">
                  <c:v>5.7157900000000001</c:v>
                </c:pt>
                <c:pt idx="7002">
                  <c:v>5.7160900000000003</c:v>
                </c:pt>
                <c:pt idx="7003">
                  <c:v>5.7164000000000001</c:v>
                </c:pt>
                <c:pt idx="7004">
                  <c:v>5.7167000000000003</c:v>
                </c:pt>
                <c:pt idx="7005">
                  <c:v>5.7170100000000001</c:v>
                </c:pt>
                <c:pt idx="7006">
                  <c:v>5.7173100000000003</c:v>
                </c:pt>
                <c:pt idx="7007">
                  <c:v>5.7176200000000001</c:v>
                </c:pt>
                <c:pt idx="7008">
                  <c:v>5.71793</c:v>
                </c:pt>
                <c:pt idx="7009">
                  <c:v>5.7182300000000001</c:v>
                </c:pt>
                <c:pt idx="7010">
                  <c:v>5.71854</c:v>
                </c:pt>
                <c:pt idx="7011">
                  <c:v>5.7188400000000001</c:v>
                </c:pt>
                <c:pt idx="7012">
                  <c:v>5.71915</c:v>
                </c:pt>
                <c:pt idx="7013">
                  <c:v>5.7194500000000001</c:v>
                </c:pt>
                <c:pt idx="7014">
                  <c:v>5.71976</c:v>
                </c:pt>
                <c:pt idx="7015">
                  <c:v>5.7200600000000001</c:v>
                </c:pt>
                <c:pt idx="7016">
                  <c:v>5.72037</c:v>
                </c:pt>
                <c:pt idx="7017">
                  <c:v>5.7206700000000001</c:v>
                </c:pt>
                <c:pt idx="7018">
                  <c:v>5.72098</c:v>
                </c:pt>
                <c:pt idx="7019">
                  <c:v>5.7212800000000001</c:v>
                </c:pt>
                <c:pt idx="7020">
                  <c:v>5.72159</c:v>
                </c:pt>
                <c:pt idx="7021">
                  <c:v>5.7218999999999998</c:v>
                </c:pt>
                <c:pt idx="7022">
                  <c:v>5.7222</c:v>
                </c:pt>
                <c:pt idx="7023">
                  <c:v>5.7225099999999998</c:v>
                </c:pt>
                <c:pt idx="7024">
                  <c:v>5.72281</c:v>
                </c:pt>
                <c:pt idx="7025">
                  <c:v>5.7231199999999998</c:v>
                </c:pt>
                <c:pt idx="7026">
                  <c:v>5.72342</c:v>
                </c:pt>
                <c:pt idx="7027">
                  <c:v>5.7237299999999998</c:v>
                </c:pt>
                <c:pt idx="7028">
                  <c:v>5.72403</c:v>
                </c:pt>
                <c:pt idx="7029">
                  <c:v>5.7243399999999998</c:v>
                </c:pt>
                <c:pt idx="7030">
                  <c:v>5.72464</c:v>
                </c:pt>
                <c:pt idx="7031">
                  <c:v>5.7249499999999998</c:v>
                </c:pt>
                <c:pt idx="7032">
                  <c:v>5.72525</c:v>
                </c:pt>
                <c:pt idx="7033">
                  <c:v>5.7255599999999998</c:v>
                </c:pt>
                <c:pt idx="7034">
                  <c:v>5.7258699999999996</c:v>
                </c:pt>
                <c:pt idx="7035">
                  <c:v>5.7261699999999998</c:v>
                </c:pt>
                <c:pt idx="7036">
                  <c:v>5.7264799999999996</c:v>
                </c:pt>
                <c:pt idx="7037">
                  <c:v>5.7267799999999998</c:v>
                </c:pt>
                <c:pt idx="7038">
                  <c:v>5.7270899999999996</c:v>
                </c:pt>
                <c:pt idx="7039">
                  <c:v>5.7273899999999998</c:v>
                </c:pt>
                <c:pt idx="7040">
                  <c:v>5.7276999999999996</c:v>
                </c:pt>
                <c:pt idx="7041">
                  <c:v>5.7279999999999998</c:v>
                </c:pt>
                <c:pt idx="7042">
                  <c:v>5.7283099999999996</c:v>
                </c:pt>
                <c:pt idx="7043">
                  <c:v>5.7286099999999998</c:v>
                </c:pt>
                <c:pt idx="7044">
                  <c:v>5.7289199999999996</c:v>
                </c:pt>
                <c:pt idx="7045">
                  <c:v>5.7292199999999998</c:v>
                </c:pt>
                <c:pt idx="7046">
                  <c:v>5.7295299999999996</c:v>
                </c:pt>
                <c:pt idx="7047">
                  <c:v>5.7298400000000003</c:v>
                </c:pt>
                <c:pt idx="7048">
                  <c:v>5.7301399999999996</c:v>
                </c:pt>
                <c:pt idx="7049">
                  <c:v>5.7304500000000003</c:v>
                </c:pt>
                <c:pt idx="7050">
                  <c:v>5.7307499999999996</c:v>
                </c:pt>
                <c:pt idx="7051">
                  <c:v>5.7310600000000003</c:v>
                </c:pt>
                <c:pt idx="7052">
                  <c:v>5.7313599999999996</c:v>
                </c:pt>
                <c:pt idx="7053">
                  <c:v>5.7316700000000003</c:v>
                </c:pt>
                <c:pt idx="7054">
                  <c:v>5.7319699999999996</c:v>
                </c:pt>
                <c:pt idx="7055">
                  <c:v>5.7322800000000003</c:v>
                </c:pt>
                <c:pt idx="7056">
                  <c:v>5.7325799999999996</c:v>
                </c:pt>
                <c:pt idx="7057">
                  <c:v>5.7328900000000003</c:v>
                </c:pt>
                <c:pt idx="7058">
                  <c:v>5.7331899999999996</c:v>
                </c:pt>
                <c:pt idx="7059">
                  <c:v>5.7335000000000003</c:v>
                </c:pt>
                <c:pt idx="7060">
                  <c:v>5.7338100000000001</c:v>
                </c:pt>
                <c:pt idx="7061">
                  <c:v>5.7341100000000003</c:v>
                </c:pt>
                <c:pt idx="7062">
                  <c:v>5.7344200000000001</c:v>
                </c:pt>
                <c:pt idx="7063">
                  <c:v>5.7347200000000003</c:v>
                </c:pt>
                <c:pt idx="7064">
                  <c:v>5.7350300000000001</c:v>
                </c:pt>
                <c:pt idx="7065">
                  <c:v>5.7353300000000003</c:v>
                </c:pt>
                <c:pt idx="7066">
                  <c:v>5.7356400000000001</c:v>
                </c:pt>
                <c:pt idx="7067">
                  <c:v>5.7359400000000003</c:v>
                </c:pt>
                <c:pt idx="7068">
                  <c:v>5.7362500000000001</c:v>
                </c:pt>
                <c:pt idx="7069">
                  <c:v>5.7365500000000003</c:v>
                </c:pt>
                <c:pt idx="7070">
                  <c:v>5.7368600000000001</c:v>
                </c:pt>
                <c:pt idx="7071">
                  <c:v>5.7371699999999999</c:v>
                </c:pt>
                <c:pt idx="7072">
                  <c:v>5.7374700000000001</c:v>
                </c:pt>
                <c:pt idx="7073">
                  <c:v>5.7377799999999999</c:v>
                </c:pt>
                <c:pt idx="7074">
                  <c:v>5.7380800000000001</c:v>
                </c:pt>
                <c:pt idx="7075">
                  <c:v>5.7383899999999999</c:v>
                </c:pt>
                <c:pt idx="7076">
                  <c:v>5.7386900000000001</c:v>
                </c:pt>
                <c:pt idx="7077">
                  <c:v>5.7389999999999999</c:v>
                </c:pt>
                <c:pt idx="7078">
                  <c:v>5.7393000000000001</c:v>
                </c:pt>
                <c:pt idx="7079">
                  <c:v>5.7396099999999999</c:v>
                </c:pt>
                <c:pt idx="7080">
                  <c:v>5.7399100000000001</c:v>
                </c:pt>
                <c:pt idx="7081">
                  <c:v>5.7402199999999999</c:v>
                </c:pt>
                <c:pt idx="7082">
                  <c:v>5.7405200000000001</c:v>
                </c:pt>
                <c:pt idx="7083">
                  <c:v>5.7408299999999999</c:v>
                </c:pt>
                <c:pt idx="7084">
                  <c:v>5.7411399999999997</c:v>
                </c:pt>
                <c:pt idx="7085">
                  <c:v>5.7414399999999999</c:v>
                </c:pt>
                <c:pt idx="7086">
                  <c:v>5.7417499999999997</c:v>
                </c:pt>
                <c:pt idx="7087">
                  <c:v>5.7420499999999999</c:v>
                </c:pt>
                <c:pt idx="7088">
                  <c:v>5.7423599999999997</c:v>
                </c:pt>
                <c:pt idx="7089">
                  <c:v>5.7426599999999999</c:v>
                </c:pt>
                <c:pt idx="7090">
                  <c:v>5.7429699999999997</c:v>
                </c:pt>
                <c:pt idx="7091">
                  <c:v>5.7432699999999999</c:v>
                </c:pt>
                <c:pt idx="7092">
                  <c:v>5.7435799999999997</c:v>
                </c:pt>
                <c:pt idx="7093">
                  <c:v>5.7438799999999999</c:v>
                </c:pt>
                <c:pt idx="7094">
                  <c:v>5.7441899999999997</c:v>
                </c:pt>
                <c:pt idx="7095">
                  <c:v>5.7444899999999999</c:v>
                </c:pt>
                <c:pt idx="7096">
                  <c:v>5.7447999999999997</c:v>
                </c:pt>
                <c:pt idx="7097">
                  <c:v>5.7451100000000004</c:v>
                </c:pt>
                <c:pt idx="7098">
                  <c:v>5.7454099999999997</c:v>
                </c:pt>
                <c:pt idx="7099">
                  <c:v>5.7457200000000004</c:v>
                </c:pt>
                <c:pt idx="7100">
                  <c:v>5.7460199999999997</c:v>
                </c:pt>
                <c:pt idx="7101">
                  <c:v>5.7463300000000004</c:v>
                </c:pt>
                <c:pt idx="7102">
                  <c:v>5.7466299999999997</c:v>
                </c:pt>
                <c:pt idx="7103">
                  <c:v>5.7469400000000004</c:v>
                </c:pt>
                <c:pt idx="7104">
                  <c:v>5.7472399999999997</c:v>
                </c:pt>
                <c:pt idx="7105">
                  <c:v>5.7475500000000004</c:v>
                </c:pt>
                <c:pt idx="7106">
                  <c:v>5.7478499999999997</c:v>
                </c:pt>
                <c:pt idx="7107">
                  <c:v>5.7481600000000004</c:v>
                </c:pt>
                <c:pt idx="7108">
                  <c:v>5.7484599999999997</c:v>
                </c:pt>
                <c:pt idx="7109">
                  <c:v>5.7487700000000004</c:v>
                </c:pt>
                <c:pt idx="7110">
                  <c:v>5.7490800000000002</c:v>
                </c:pt>
                <c:pt idx="7111">
                  <c:v>5.7493800000000004</c:v>
                </c:pt>
                <c:pt idx="7112">
                  <c:v>5.7496900000000002</c:v>
                </c:pt>
                <c:pt idx="7113">
                  <c:v>5.7499900000000004</c:v>
                </c:pt>
                <c:pt idx="7114">
                  <c:v>5.7503000000000002</c:v>
                </c:pt>
                <c:pt idx="7115">
                  <c:v>5.7506000000000004</c:v>
                </c:pt>
                <c:pt idx="7116">
                  <c:v>5.7509100000000002</c:v>
                </c:pt>
                <c:pt idx="7117">
                  <c:v>5.7512100000000004</c:v>
                </c:pt>
                <c:pt idx="7118">
                  <c:v>5.7515200000000002</c:v>
                </c:pt>
                <c:pt idx="7119">
                  <c:v>5.7518200000000004</c:v>
                </c:pt>
                <c:pt idx="7120">
                  <c:v>5.7521300000000002</c:v>
                </c:pt>
                <c:pt idx="7121">
                  <c:v>5.75244</c:v>
                </c:pt>
                <c:pt idx="7122">
                  <c:v>5.7527400000000002</c:v>
                </c:pt>
                <c:pt idx="7123">
                  <c:v>5.75305</c:v>
                </c:pt>
                <c:pt idx="7124">
                  <c:v>5.7533500000000002</c:v>
                </c:pt>
                <c:pt idx="7125">
                  <c:v>5.75366</c:v>
                </c:pt>
                <c:pt idx="7126">
                  <c:v>5.7539600000000002</c:v>
                </c:pt>
                <c:pt idx="7127">
                  <c:v>5.75427</c:v>
                </c:pt>
                <c:pt idx="7128">
                  <c:v>5.7545700000000002</c:v>
                </c:pt>
                <c:pt idx="7129">
                  <c:v>5.75488</c:v>
                </c:pt>
                <c:pt idx="7130">
                  <c:v>5.7551800000000002</c:v>
                </c:pt>
                <c:pt idx="7131">
                  <c:v>5.75549</c:v>
                </c:pt>
                <c:pt idx="7132">
                  <c:v>5.7557900000000002</c:v>
                </c:pt>
                <c:pt idx="7133">
                  <c:v>5.7561</c:v>
                </c:pt>
                <c:pt idx="7134">
                  <c:v>5.7564099999999998</c:v>
                </c:pt>
                <c:pt idx="7135">
                  <c:v>5.75671</c:v>
                </c:pt>
                <c:pt idx="7136">
                  <c:v>5.7570199999999998</c:v>
                </c:pt>
                <c:pt idx="7137">
                  <c:v>5.75732</c:v>
                </c:pt>
                <c:pt idx="7138">
                  <c:v>5.7576299999999998</c:v>
                </c:pt>
                <c:pt idx="7139">
                  <c:v>5.75793</c:v>
                </c:pt>
                <c:pt idx="7140">
                  <c:v>5.7582399999999998</c:v>
                </c:pt>
                <c:pt idx="7141">
                  <c:v>5.75854</c:v>
                </c:pt>
                <c:pt idx="7142">
                  <c:v>5.7588499999999998</c:v>
                </c:pt>
                <c:pt idx="7143">
                  <c:v>5.75915</c:v>
                </c:pt>
                <c:pt idx="7144">
                  <c:v>5.7594599999999998</c:v>
                </c:pt>
                <c:pt idx="7145">
                  <c:v>5.75976</c:v>
                </c:pt>
                <c:pt idx="7146">
                  <c:v>5.7600699999999998</c:v>
                </c:pt>
                <c:pt idx="7147">
                  <c:v>5.7603799999999996</c:v>
                </c:pt>
                <c:pt idx="7148">
                  <c:v>5.7606799999999998</c:v>
                </c:pt>
                <c:pt idx="7149">
                  <c:v>5.7609899999999996</c:v>
                </c:pt>
                <c:pt idx="7150">
                  <c:v>5.7612899999999998</c:v>
                </c:pt>
                <c:pt idx="7151">
                  <c:v>5.7615999999999996</c:v>
                </c:pt>
                <c:pt idx="7152">
                  <c:v>5.7618999999999998</c:v>
                </c:pt>
                <c:pt idx="7153">
                  <c:v>5.7622099999999996</c:v>
                </c:pt>
                <c:pt idx="7154">
                  <c:v>5.7625099999999998</c:v>
                </c:pt>
                <c:pt idx="7155">
                  <c:v>5.7628199999999996</c:v>
                </c:pt>
                <c:pt idx="7156">
                  <c:v>5.7631199999999998</c:v>
                </c:pt>
                <c:pt idx="7157">
                  <c:v>5.7634299999999996</c:v>
                </c:pt>
                <c:pt idx="7158">
                  <c:v>5.7637299999999998</c:v>
                </c:pt>
                <c:pt idx="7159">
                  <c:v>5.7640399999999996</c:v>
                </c:pt>
                <c:pt idx="7160">
                  <c:v>5.7643500000000003</c:v>
                </c:pt>
                <c:pt idx="7161">
                  <c:v>5.7646499999999996</c:v>
                </c:pt>
                <c:pt idx="7162">
                  <c:v>5.7649600000000003</c:v>
                </c:pt>
                <c:pt idx="7163">
                  <c:v>5.7652599999999996</c:v>
                </c:pt>
                <c:pt idx="7164">
                  <c:v>5.7655700000000003</c:v>
                </c:pt>
                <c:pt idx="7165">
                  <c:v>5.7658699999999996</c:v>
                </c:pt>
                <c:pt idx="7166">
                  <c:v>5.7661800000000003</c:v>
                </c:pt>
                <c:pt idx="7167">
                  <c:v>5.7664799999999996</c:v>
                </c:pt>
                <c:pt idx="7168">
                  <c:v>5.7667900000000003</c:v>
                </c:pt>
                <c:pt idx="7169">
                  <c:v>5.7670899999999996</c:v>
                </c:pt>
                <c:pt idx="7170">
                  <c:v>5.7674000000000003</c:v>
                </c:pt>
                <c:pt idx="7171">
                  <c:v>5.7676999999999996</c:v>
                </c:pt>
                <c:pt idx="7172">
                  <c:v>5.7680100000000003</c:v>
                </c:pt>
                <c:pt idx="7173">
                  <c:v>5.7683200000000001</c:v>
                </c:pt>
                <c:pt idx="7174">
                  <c:v>5.7686200000000003</c:v>
                </c:pt>
                <c:pt idx="7175">
                  <c:v>5.7689300000000001</c:v>
                </c:pt>
                <c:pt idx="7176">
                  <c:v>5.7692300000000003</c:v>
                </c:pt>
                <c:pt idx="7177">
                  <c:v>5.7695400000000001</c:v>
                </c:pt>
                <c:pt idx="7178">
                  <c:v>5.7698400000000003</c:v>
                </c:pt>
                <c:pt idx="7179">
                  <c:v>5.7701500000000001</c:v>
                </c:pt>
                <c:pt idx="7180">
                  <c:v>5.7704500000000003</c:v>
                </c:pt>
                <c:pt idx="7181">
                  <c:v>5.7707600000000001</c:v>
                </c:pt>
                <c:pt idx="7182">
                  <c:v>5.7710600000000003</c:v>
                </c:pt>
                <c:pt idx="7183">
                  <c:v>5.7713700000000001</c:v>
                </c:pt>
                <c:pt idx="7184">
                  <c:v>5.7716799999999999</c:v>
                </c:pt>
                <c:pt idx="7185">
                  <c:v>5.7719800000000001</c:v>
                </c:pt>
                <c:pt idx="7186">
                  <c:v>5.7722899999999999</c:v>
                </c:pt>
                <c:pt idx="7187">
                  <c:v>5.7725900000000001</c:v>
                </c:pt>
                <c:pt idx="7188">
                  <c:v>5.7728999999999999</c:v>
                </c:pt>
                <c:pt idx="7189">
                  <c:v>5.7732000000000001</c:v>
                </c:pt>
                <c:pt idx="7190">
                  <c:v>5.7735099999999999</c:v>
                </c:pt>
                <c:pt idx="7191">
                  <c:v>5.7738100000000001</c:v>
                </c:pt>
                <c:pt idx="7192">
                  <c:v>5.7741199999999999</c:v>
                </c:pt>
                <c:pt idx="7193">
                  <c:v>5.7744200000000001</c:v>
                </c:pt>
                <c:pt idx="7194">
                  <c:v>5.7747299999999999</c:v>
                </c:pt>
                <c:pt idx="7195">
                  <c:v>5.7750300000000001</c:v>
                </c:pt>
                <c:pt idx="7196">
                  <c:v>5.7753399999999999</c:v>
                </c:pt>
                <c:pt idx="7197">
                  <c:v>5.7756499999999997</c:v>
                </c:pt>
                <c:pt idx="7198">
                  <c:v>5.7759499999999999</c:v>
                </c:pt>
                <c:pt idx="7199">
                  <c:v>5.7762599999999997</c:v>
                </c:pt>
                <c:pt idx="7200">
                  <c:v>5.7765599999999999</c:v>
                </c:pt>
                <c:pt idx="7201">
                  <c:v>5.7768699999999997</c:v>
                </c:pt>
                <c:pt idx="7202">
                  <c:v>5.7771699999999999</c:v>
                </c:pt>
                <c:pt idx="7203">
                  <c:v>5.7774799999999997</c:v>
                </c:pt>
                <c:pt idx="7204">
                  <c:v>5.7777799999999999</c:v>
                </c:pt>
                <c:pt idx="7205">
                  <c:v>5.7780899999999997</c:v>
                </c:pt>
                <c:pt idx="7206">
                  <c:v>5.7783899999999999</c:v>
                </c:pt>
                <c:pt idx="7207">
                  <c:v>5.7786999999999997</c:v>
                </c:pt>
                <c:pt idx="7208">
                  <c:v>5.7789999999999999</c:v>
                </c:pt>
                <c:pt idx="7209">
                  <c:v>5.7793099999999997</c:v>
                </c:pt>
                <c:pt idx="7210">
                  <c:v>5.7796200000000004</c:v>
                </c:pt>
                <c:pt idx="7211">
                  <c:v>5.7799199999999997</c:v>
                </c:pt>
                <c:pt idx="7212">
                  <c:v>5.7802300000000004</c:v>
                </c:pt>
                <c:pt idx="7213">
                  <c:v>5.7805299999999997</c:v>
                </c:pt>
                <c:pt idx="7214">
                  <c:v>5.7808400000000004</c:v>
                </c:pt>
                <c:pt idx="7215">
                  <c:v>5.7811399999999997</c:v>
                </c:pt>
                <c:pt idx="7216">
                  <c:v>5.7814500000000004</c:v>
                </c:pt>
                <c:pt idx="7217">
                  <c:v>5.7817499999999997</c:v>
                </c:pt>
                <c:pt idx="7218">
                  <c:v>5.7820600000000004</c:v>
                </c:pt>
                <c:pt idx="7219">
                  <c:v>5.7823599999999997</c:v>
                </c:pt>
                <c:pt idx="7220">
                  <c:v>5.7826700000000004</c:v>
                </c:pt>
                <c:pt idx="7221">
                  <c:v>5.7829699999999997</c:v>
                </c:pt>
                <c:pt idx="7222">
                  <c:v>5.7832800000000004</c:v>
                </c:pt>
                <c:pt idx="7223">
                  <c:v>5.7835900000000002</c:v>
                </c:pt>
                <c:pt idx="7224">
                  <c:v>5.7838900000000004</c:v>
                </c:pt>
                <c:pt idx="7225">
                  <c:v>5.7842000000000002</c:v>
                </c:pt>
                <c:pt idx="7226">
                  <c:v>5.7845000000000004</c:v>
                </c:pt>
                <c:pt idx="7227">
                  <c:v>5.7848100000000002</c:v>
                </c:pt>
                <c:pt idx="7228">
                  <c:v>5.7851100000000004</c:v>
                </c:pt>
                <c:pt idx="7229">
                  <c:v>5.7854200000000002</c:v>
                </c:pt>
                <c:pt idx="7230">
                  <c:v>5.7857200000000004</c:v>
                </c:pt>
                <c:pt idx="7231">
                  <c:v>5.7860300000000002</c:v>
                </c:pt>
                <c:pt idx="7232">
                  <c:v>5.7863300000000004</c:v>
                </c:pt>
                <c:pt idx="7233">
                  <c:v>5.7866400000000002</c:v>
                </c:pt>
                <c:pt idx="7234">
                  <c:v>5.7869400000000004</c:v>
                </c:pt>
                <c:pt idx="7235">
                  <c:v>5.7872500000000002</c:v>
                </c:pt>
                <c:pt idx="7236">
                  <c:v>5.78756</c:v>
                </c:pt>
                <c:pt idx="7237">
                  <c:v>5.7878600000000002</c:v>
                </c:pt>
                <c:pt idx="7238">
                  <c:v>5.78817</c:v>
                </c:pt>
                <c:pt idx="7239">
                  <c:v>5.7884700000000002</c:v>
                </c:pt>
                <c:pt idx="7240">
                  <c:v>5.78878</c:v>
                </c:pt>
                <c:pt idx="7241">
                  <c:v>5.7890800000000002</c:v>
                </c:pt>
                <c:pt idx="7242">
                  <c:v>5.78939</c:v>
                </c:pt>
                <c:pt idx="7243">
                  <c:v>5.7896900000000002</c:v>
                </c:pt>
                <c:pt idx="7244">
                  <c:v>5.79</c:v>
                </c:pt>
                <c:pt idx="7245">
                  <c:v>5.7903000000000002</c:v>
                </c:pt>
                <c:pt idx="7246">
                  <c:v>5.79061</c:v>
                </c:pt>
                <c:pt idx="7247">
                  <c:v>5.7909199999999998</c:v>
                </c:pt>
                <c:pt idx="7248">
                  <c:v>5.79122</c:v>
                </c:pt>
                <c:pt idx="7249">
                  <c:v>5.7915299999999998</c:v>
                </c:pt>
                <c:pt idx="7250">
                  <c:v>5.79183</c:v>
                </c:pt>
                <c:pt idx="7251">
                  <c:v>5.7921399999999998</c:v>
                </c:pt>
                <c:pt idx="7252">
                  <c:v>5.79244</c:v>
                </c:pt>
                <c:pt idx="7253">
                  <c:v>5.7927499999999998</c:v>
                </c:pt>
                <c:pt idx="7254">
                  <c:v>5.79305</c:v>
                </c:pt>
                <c:pt idx="7255">
                  <c:v>5.7933599999999998</c:v>
                </c:pt>
                <c:pt idx="7256">
                  <c:v>5.79366</c:v>
                </c:pt>
                <c:pt idx="7257">
                  <c:v>5.7939699999999998</c:v>
                </c:pt>
                <c:pt idx="7258">
                  <c:v>5.79427</c:v>
                </c:pt>
                <c:pt idx="7259">
                  <c:v>5.7945799999999998</c:v>
                </c:pt>
                <c:pt idx="7260">
                  <c:v>5.7948899999999997</c:v>
                </c:pt>
                <c:pt idx="7261">
                  <c:v>5.7951899999999998</c:v>
                </c:pt>
                <c:pt idx="7262">
                  <c:v>5.7954999999999997</c:v>
                </c:pt>
                <c:pt idx="7263">
                  <c:v>5.7957999999999998</c:v>
                </c:pt>
                <c:pt idx="7264">
                  <c:v>5.7961099999999997</c:v>
                </c:pt>
                <c:pt idx="7265">
                  <c:v>5.7964099999999998</c:v>
                </c:pt>
                <c:pt idx="7266">
                  <c:v>5.7967199999999997</c:v>
                </c:pt>
                <c:pt idx="7267">
                  <c:v>5.7970199999999998</c:v>
                </c:pt>
                <c:pt idx="7268">
                  <c:v>5.7973299999999997</c:v>
                </c:pt>
                <c:pt idx="7269">
                  <c:v>5.7976299999999998</c:v>
                </c:pt>
                <c:pt idx="7270">
                  <c:v>5.7979399999999996</c:v>
                </c:pt>
                <c:pt idx="7271">
                  <c:v>5.7982399999999998</c:v>
                </c:pt>
                <c:pt idx="7272">
                  <c:v>5.7985499999999996</c:v>
                </c:pt>
                <c:pt idx="7273">
                  <c:v>5.7988600000000003</c:v>
                </c:pt>
                <c:pt idx="7274">
                  <c:v>5.7991599999999996</c:v>
                </c:pt>
                <c:pt idx="7275">
                  <c:v>5.7994700000000003</c:v>
                </c:pt>
                <c:pt idx="7276">
                  <c:v>5.7997699999999996</c:v>
                </c:pt>
                <c:pt idx="7277">
                  <c:v>5.8000800000000003</c:v>
                </c:pt>
                <c:pt idx="7278">
                  <c:v>5.8003799999999996</c:v>
                </c:pt>
                <c:pt idx="7279">
                  <c:v>5.8006900000000003</c:v>
                </c:pt>
                <c:pt idx="7280">
                  <c:v>5.8009899999999996</c:v>
                </c:pt>
                <c:pt idx="7281">
                  <c:v>5.8013000000000003</c:v>
                </c:pt>
                <c:pt idx="7282">
                  <c:v>5.8015999999999996</c:v>
                </c:pt>
                <c:pt idx="7283">
                  <c:v>5.8019100000000003</c:v>
                </c:pt>
                <c:pt idx="7284">
                  <c:v>5.8022099999999996</c:v>
                </c:pt>
                <c:pt idx="7285">
                  <c:v>5.8025200000000003</c:v>
                </c:pt>
                <c:pt idx="7286">
                  <c:v>5.8028300000000002</c:v>
                </c:pt>
                <c:pt idx="7287">
                  <c:v>5.8031300000000003</c:v>
                </c:pt>
                <c:pt idx="7288">
                  <c:v>5.8034400000000002</c:v>
                </c:pt>
                <c:pt idx="7289">
                  <c:v>5.8037400000000003</c:v>
                </c:pt>
                <c:pt idx="7290">
                  <c:v>5.8040500000000002</c:v>
                </c:pt>
                <c:pt idx="7291">
                  <c:v>5.8043500000000003</c:v>
                </c:pt>
                <c:pt idx="7292">
                  <c:v>5.8046600000000002</c:v>
                </c:pt>
                <c:pt idx="7293">
                  <c:v>5.8049600000000003</c:v>
                </c:pt>
                <c:pt idx="7294">
                  <c:v>5.8052700000000002</c:v>
                </c:pt>
                <c:pt idx="7295">
                  <c:v>5.8055700000000003</c:v>
                </c:pt>
                <c:pt idx="7296">
                  <c:v>5.8058800000000002</c:v>
                </c:pt>
                <c:pt idx="7297">
                  <c:v>5.8061800000000003</c:v>
                </c:pt>
                <c:pt idx="7298">
                  <c:v>5.8064900000000002</c:v>
                </c:pt>
                <c:pt idx="7299">
                  <c:v>5.8068</c:v>
                </c:pt>
                <c:pt idx="7300">
                  <c:v>5.8071000000000002</c:v>
                </c:pt>
                <c:pt idx="7301">
                  <c:v>5.80741</c:v>
                </c:pt>
                <c:pt idx="7302">
                  <c:v>5.8077100000000002</c:v>
                </c:pt>
                <c:pt idx="7303">
                  <c:v>5.80802</c:v>
                </c:pt>
                <c:pt idx="7304">
                  <c:v>5.8083200000000001</c:v>
                </c:pt>
                <c:pt idx="7305">
                  <c:v>5.80863</c:v>
                </c:pt>
                <c:pt idx="7306">
                  <c:v>5.8089300000000001</c:v>
                </c:pt>
                <c:pt idx="7307">
                  <c:v>5.80924</c:v>
                </c:pt>
                <c:pt idx="7308">
                  <c:v>5.8095400000000001</c:v>
                </c:pt>
                <c:pt idx="7309">
                  <c:v>5.80985</c:v>
                </c:pt>
                <c:pt idx="7310">
                  <c:v>5.8101599999999998</c:v>
                </c:pt>
                <c:pt idx="7311">
                  <c:v>5.81046</c:v>
                </c:pt>
                <c:pt idx="7312">
                  <c:v>5.8107699999999998</c:v>
                </c:pt>
                <c:pt idx="7313">
                  <c:v>5.81107</c:v>
                </c:pt>
                <c:pt idx="7314">
                  <c:v>5.8113799999999998</c:v>
                </c:pt>
                <c:pt idx="7315">
                  <c:v>5.81168</c:v>
                </c:pt>
                <c:pt idx="7316">
                  <c:v>5.8119899999999998</c:v>
                </c:pt>
                <c:pt idx="7317">
                  <c:v>5.81229</c:v>
                </c:pt>
                <c:pt idx="7318">
                  <c:v>5.8125999999999998</c:v>
                </c:pt>
                <c:pt idx="7319">
                  <c:v>5.8129</c:v>
                </c:pt>
                <c:pt idx="7320">
                  <c:v>5.8132099999999998</c:v>
                </c:pt>
                <c:pt idx="7321">
                  <c:v>5.81351</c:v>
                </c:pt>
                <c:pt idx="7322">
                  <c:v>5.8138199999999998</c:v>
                </c:pt>
                <c:pt idx="7323">
                  <c:v>5.8141299999999996</c:v>
                </c:pt>
                <c:pt idx="7324">
                  <c:v>5.8144299999999998</c:v>
                </c:pt>
                <c:pt idx="7325">
                  <c:v>5.8147399999999996</c:v>
                </c:pt>
                <c:pt idx="7326">
                  <c:v>5.8150399999999998</c:v>
                </c:pt>
                <c:pt idx="7327">
                  <c:v>5.8153499999999996</c:v>
                </c:pt>
                <c:pt idx="7328">
                  <c:v>5.8156499999999998</c:v>
                </c:pt>
                <c:pt idx="7329">
                  <c:v>5.8159599999999996</c:v>
                </c:pt>
                <c:pt idx="7330">
                  <c:v>5.8162599999999998</c:v>
                </c:pt>
                <c:pt idx="7331">
                  <c:v>5.8165699999999996</c:v>
                </c:pt>
                <c:pt idx="7332">
                  <c:v>5.8168699999999998</c:v>
                </c:pt>
                <c:pt idx="7333">
                  <c:v>5.8171799999999996</c:v>
                </c:pt>
                <c:pt idx="7334">
                  <c:v>5.8174799999999998</c:v>
                </c:pt>
                <c:pt idx="7335">
                  <c:v>5.8177899999999996</c:v>
                </c:pt>
                <c:pt idx="7336">
                  <c:v>5.8181000000000003</c:v>
                </c:pt>
                <c:pt idx="7337">
                  <c:v>5.8183999999999996</c:v>
                </c:pt>
                <c:pt idx="7338">
                  <c:v>5.8187100000000003</c:v>
                </c:pt>
                <c:pt idx="7339">
                  <c:v>5.8190099999999996</c:v>
                </c:pt>
                <c:pt idx="7340">
                  <c:v>5.8193200000000003</c:v>
                </c:pt>
                <c:pt idx="7341">
                  <c:v>5.8196199999999996</c:v>
                </c:pt>
                <c:pt idx="7342">
                  <c:v>5.8199300000000003</c:v>
                </c:pt>
                <c:pt idx="7343">
                  <c:v>5.8202299999999996</c:v>
                </c:pt>
                <c:pt idx="7344">
                  <c:v>5.8205400000000003</c:v>
                </c:pt>
                <c:pt idx="7345">
                  <c:v>5.8208399999999996</c:v>
                </c:pt>
                <c:pt idx="7346">
                  <c:v>5.8211500000000003</c:v>
                </c:pt>
                <c:pt idx="7347">
                  <c:v>5.8214499999999996</c:v>
                </c:pt>
                <c:pt idx="7348">
                  <c:v>5.8217600000000003</c:v>
                </c:pt>
                <c:pt idx="7349">
                  <c:v>5.8220700000000001</c:v>
                </c:pt>
                <c:pt idx="7350">
                  <c:v>5.8223700000000003</c:v>
                </c:pt>
                <c:pt idx="7351">
                  <c:v>5.8226800000000001</c:v>
                </c:pt>
                <c:pt idx="7352">
                  <c:v>5.8229800000000003</c:v>
                </c:pt>
                <c:pt idx="7353">
                  <c:v>5.8232900000000001</c:v>
                </c:pt>
                <c:pt idx="7354">
                  <c:v>5.8235900000000003</c:v>
                </c:pt>
                <c:pt idx="7355">
                  <c:v>5.8239000000000001</c:v>
                </c:pt>
                <c:pt idx="7356">
                  <c:v>5.8242000000000003</c:v>
                </c:pt>
                <c:pt idx="7357">
                  <c:v>5.8245100000000001</c:v>
                </c:pt>
                <c:pt idx="7358">
                  <c:v>5.8248100000000003</c:v>
                </c:pt>
                <c:pt idx="7359">
                  <c:v>5.8251200000000001</c:v>
                </c:pt>
                <c:pt idx="7360">
                  <c:v>5.8254299999999999</c:v>
                </c:pt>
                <c:pt idx="7361">
                  <c:v>5.8257300000000001</c:v>
                </c:pt>
                <c:pt idx="7362">
                  <c:v>5.8260399999999999</c:v>
                </c:pt>
                <c:pt idx="7363">
                  <c:v>5.8263400000000001</c:v>
                </c:pt>
                <c:pt idx="7364">
                  <c:v>5.8266499999999999</c:v>
                </c:pt>
                <c:pt idx="7365">
                  <c:v>5.8269500000000001</c:v>
                </c:pt>
                <c:pt idx="7366">
                  <c:v>5.8272599999999999</c:v>
                </c:pt>
                <c:pt idx="7367">
                  <c:v>5.8275600000000001</c:v>
                </c:pt>
                <c:pt idx="7368">
                  <c:v>5.8278699999999999</c:v>
                </c:pt>
                <c:pt idx="7369">
                  <c:v>5.8281700000000001</c:v>
                </c:pt>
                <c:pt idx="7370">
                  <c:v>5.8284799999999999</c:v>
                </c:pt>
                <c:pt idx="7371">
                  <c:v>5.8287800000000001</c:v>
                </c:pt>
                <c:pt idx="7372">
                  <c:v>5.8290899999999999</c:v>
                </c:pt>
                <c:pt idx="7373">
                  <c:v>5.8293999999999997</c:v>
                </c:pt>
                <c:pt idx="7374">
                  <c:v>5.8296999999999999</c:v>
                </c:pt>
                <c:pt idx="7375">
                  <c:v>5.8300099999999997</c:v>
                </c:pt>
                <c:pt idx="7376">
                  <c:v>5.8303099999999999</c:v>
                </c:pt>
                <c:pt idx="7377">
                  <c:v>5.8306199999999997</c:v>
                </c:pt>
                <c:pt idx="7378">
                  <c:v>5.8309199999999999</c:v>
                </c:pt>
                <c:pt idx="7379">
                  <c:v>5.8312299999999997</c:v>
                </c:pt>
                <c:pt idx="7380">
                  <c:v>5.8315299999999999</c:v>
                </c:pt>
                <c:pt idx="7381">
                  <c:v>5.8318399999999997</c:v>
                </c:pt>
                <c:pt idx="7382">
                  <c:v>5.8321399999999999</c:v>
                </c:pt>
                <c:pt idx="7383">
                  <c:v>5.8324499999999997</c:v>
                </c:pt>
                <c:pt idx="7384">
                  <c:v>5.8327499999999999</c:v>
                </c:pt>
                <c:pt idx="7385">
                  <c:v>5.8330599999999997</c:v>
                </c:pt>
                <c:pt idx="7386">
                  <c:v>5.8333700000000004</c:v>
                </c:pt>
                <c:pt idx="7387">
                  <c:v>5.8336699999999997</c:v>
                </c:pt>
                <c:pt idx="7388">
                  <c:v>5.8339800000000004</c:v>
                </c:pt>
                <c:pt idx="7389">
                  <c:v>5.8342799999999997</c:v>
                </c:pt>
                <c:pt idx="7390">
                  <c:v>5.8345900000000004</c:v>
                </c:pt>
                <c:pt idx="7391">
                  <c:v>5.8348899999999997</c:v>
                </c:pt>
                <c:pt idx="7392">
                  <c:v>5.8352000000000004</c:v>
                </c:pt>
                <c:pt idx="7393">
                  <c:v>5.8354999999999997</c:v>
                </c:pt>
                <c:pt idx="7394">
                  <c:v>5.8358100000000004</c:v>
                </c:pt>
                <c:pt idx="7395">
                  <c:v>5.8361099999999997</c:v>
                </c:pt>
                <c:pt idx="7396">
                  <c:v>5.8364200000000004</c:v>
                </c:pt>
                <c:pt idx="7397">
                  <c:v>5.8367199999999997</c:v>
                </c:pt>
                <c:pt idx="7398">
                  <c:v>5.8370300000000004</c:v>
                </c:pt>
                <c:pt idx="7399">
                  <c:v>5.8373400000000002</c:v>
                </c:pt>
                <c:pt idx="7400">
                  <c:v>5.8376400000000004</c:v>
                </c:pt>
                <c:pt idx="7401">
                  <c:v>5.8379500000000002</c:v>
                </c:pt>
                <c:pt idx="7402">
                  <c:v>5.8382500000000004</c:v>
                </c:pt>
                <c:pt idx="7403">
                  <c:v>5.8385600000000002</c:v>
                </c:pt>
                <c:pt idx="7404">
                  <c:v>5.8388600000000004</c:v>
                </c:pt>
                <c:pt idx="7405">
                  <c:v>5.8391700000000002</c:v>
                </c:pt>
                <c:pt idx="7406">
                  <c:v>5.8394700000000004</c:v>
                </c:pt>
                <c:pt idx="7407">
                  <c:v>5.8397800000000002</c:v>
                </c:pt>
                <c:pt idx="7408">
                  <c:v>5.8400800000000004</c:v>
                </c:pt>
                <c:pt idx="7409">
                  <c:v>5.8403900000000002</c:v>
                </c:pt>
                <c:pt idx="7410">
                  <c:v>5.8406900000000004</c:v>
                </c:pt>
                <c:pt idx="7411">
                  <c:v>5.8410000000000002</c:v>
                </c:pt>
                <c:pt idx="7412">
                  <c:v>5.84131</c:v>
                </c:pt>
                <c:pt idx="7413">
                  <c:v>5.8416100000000002</c:v>
                </c:pt>
                <c:pt idx="7414">
                  <c:v>5.84192</c:v>
                </c:pt>
                <c:pt idx="7415">
                  <c:v>5.8422200000000002</c:v>
                </c:pt>
                <c:pt idx="7416">
                  <c:v>5.84253</c:v>
                </c:pt>
                <c:pt idx="7417">
                  <c:v>5.8428300000000002</c:v>
                </c:pt>
                <c:pt idx="7418">
                  <c:v>5.84314</c:v>
                </c:pt>
                <c:pt idx="7419">
                  <c:v>5.8434400000000002</c:v>
                </c:pt>
                <c:pt idx="7420">
                  <c:v>5.84375</c:v>
                </c:pt>
                <c:pt idx="7421">
                  <c:v>5.8440500000000002</c:v>
                </c:pt>
                <c:pt idx="7422">
                  <c:v>5.84436</c:v>
                </c:pt>
                <c:pt idx="7423">
                  <c:v>5.8446699999999998</c:v>
                </c:pt>
                <c:pt idx="7424">
                  <c:v>5.84497</c:v>
                </c:pt>
                <c:pt idx="7425">
                  <c:v>5.8452799999999998</c:v>
                </c:pt>
                <c:pt idx="7426">
                  <c:v>5.84558</c:v>
                </c:pt>
                <c:pt idx="7427">
                  <c:v>5.8458899999999998</c:v>
                </c:pt>
                <c:pt idx="7428">
                  <c:v>5.84619</c:v>
                </c:pt>
                <c:pt idx="7429">
                  <c:v>5.8464999999999998</c:v>
                </c:pt>
                <c:pt idx="7430">
                  <c:v>5.8468</c:v>
                </c:pt>
                <c:pt idx="7431">
                  <c:v>5.8471099999999998</c:v>
                </c:pt>
                <c:pt idx="7432">
                  <c:v>5.84741</c:v>
                </c:pt>
                <c:pt idx="7433">
                  <c:v>5.8477199999999998</c:v>
                </c:pt>
                <c:pt idx="7434">
                  <c:v>5.84802</c:v>
                </c:pt>
                <c:pt idx="7435">
                  <c:v>5.8483299999999998</c:v>
                </c:pt>
                <c:pt idx="7436">
                  <c:v>5.8486399999999996</c:v>
                </c:pt>
                <c:pt idx="7437">
                  <c:v>5.8489399999999998</c:v>
                </c:pt>
                <c:pt idx="7438">
                  <c:v>5.8492499999999996</c:v>
                </c:pt>
                <c:pt idx="7439">
                  <c:v>5.8495499999999998</c:v>
                </c:pt>
                <c:pt idx="7440">
                  <c:v>5.8498599999999996</c:v>
                </c:pt>
                <c:pt idx="7441">
                  <c:v>5.8501599999999998</c:v>
                </c:pt>
                <c:pt idx="7442">
                  <c:v>5.8504699999999996</c:v>
                </c:pt>
                <c:pt idx="7443">
                  <c:v>5.8507699999999998</c:v>
                </c:pt>
                <c:pt idx="7444">
                  <c:v>5.8510799999999996</c:v>
                </c:pt>
                <c:pt idx="7445">
                  <c:v>5.8513799999999998</c:v>
                </c:pt>
                <c:pt idx="7446">
                  <c:v>5.8516899999999996</c:v>
                </c:pt>
                <c:pt idx="7447">
                  <c:v>5.8519899999999998</c:v>
                </c:pt>
                <c:pt idx="7448">
                  <c:v>5.8522999999999996</c:v>
                </c:pt>
                <c:pt idx="7449">
                  <c:v>5.8526100000000003</c:v>
                </c:pt>
                <c:pt idx="7450">
                  <c:v>5.8529099999999996</c:v>
                </c:pt>
                <c:pt idx="7451">
                  <c:v>5.8532200000000003</c:v>
                </c:pt>
                <c:pt idx="7452">
                  <c:v>5.8535199999999996</c:v>
                </c:pt>
                <c:pt idx="7453">
                  <c:v>5.8538300000000003</c:v>
                </c:pt>
                <c:pt idx="7454">
                  <c:v>5.8541299999999996</c:v>
                </c:pt>
                <c:pt idx="7455">
                  <c:v>5.8544400000000003</c:v>
                </c:pt>
                <c:pt idx="7456">
                  <c:v>5.8547399999999996</c:v>
                </c:pt>
                <c:pt idx="7457">
                  <c:v>5.8550500000000003</c:v>
                </c:pt>
                <c:pt idx="7458">
                  <c:v>5.8553499999999996</c:v>
                </c:pt>
                <c:pt idx="7459">
                  <c:v>5.8556600000000003</c:v>
                </c:pt>
                <c:pt idx="7460">
                  <c:v>5.8559599999999996</c:v>
                </c:pt>
                <c:pt idx="7461">
                  <c:v>5.8562700000000003</c:v>
                </c:pt>
                <c:pt idx="7462">
                  <c:v>5.8565800000000001</c:v>
                </c:pt>
                <c:pt idx="7463">
                  <c:v>5.8568800000000003</c:v>
                </c:pt>
                <c:pt idx="7464">
                  <c:v>5.8571900000000001</c:v>
                </c:pt>
                <c:pt idx="7465">
                  <c:v>5.8574900000000003</c:v>
                </c:pt>
                <c:pt idx="7466">
                  <c:v>5.8578000000000001</c:v>
                </c:pt>
                <c:pt idx="7467">
                  <c:v>5.8581000000000003</c:v>
                </c:pt>
                <c:pt idx="7468">
                  <c:v>5.8584100000000001</c:v>
                </c:pt>
                <c:pt idx="7469">
                  <c:v>5.8587100000000003</c:v>
                </c:pt>
                <c:pt idx="7470">
                  <c:v>5.8590200000000001</c:v>
                </c:pt>
                <c:pt idx="7471">
                  <c:v>5.8593200000000003</c:v>
                </c:pt>
                <c:pt idx="7472">
                  <c:v>5.8596300000000001</c:v>
                </c:pt>
                <c:pt idx="7473">
                  <c:v>5.8599300000000003</c:v>
                </c:pt>
                <c:pt idx="7474">
                  <c:v>5.8602400000000001</c:v>
                </c:pt>
                <c:pt idx="7475">
                  <c:v>5.8605499999999999</c:v>
                </c:pt>
                <c:pt idx="7476">
                  <c:v>5.8608500000000001</c:v>
                </c:pt>
                <c:pt idx="7477">
                  <c:v>5.8611599999999999</c:v>
                </c:pt>
                <c:pt idx="7478">
                  <c:v>5.8614600000000001</c:v>
                </c:pt>
                <c:pt idx="7479">
                  <c:v>5.8617699999999999</c:v>
                </c:pt>
                <c:pt idx="7480">
                  <c:v>5.8620700000000001</c:v>
                </c:pt>
                <c:pt idx="7481">
                  <c:v>5.8623799999999999</c:v>
                </c:pt>
                <c:pt idx="7482">
                  <c:v>5.8626800000000001</c:v>
                </c:pt>
                <c:pt idx="7483">
                  <c:v>5.8629899999999999</c:v>
                </c:pt>
                <c:pt idx="7484">
                  <c:v>5.8632900000000001</c:v>
                </c:pt>
                <c:pt idx="7485">
                  <c:v>5.8635999999999999</c:v>
                </c:pt>
                <c:pt idx="7486">
                  <c:v>5.8639099999999997</c:v>
                </c:pt>
                <c:pt idx="7487">
                  <c:v>5.8642099999999999</c:v>
                </c:pt>
                <c:pt idx="7488">
                  <c:v>5.8645199999999997</c:v>
                </c:pt>
                <c:pt idx="7489">
                  <c:v>5.8648199999999999</c:v>
                </c:pt>
                <c:pt idx="7490">
                  <c:v>5.8651299999999997</c:v>
                </c:pt>
                <c:pt idx="7491">
                  <c:v>5.8654299999999999</c:v>
                </c:pt>
                <c:pt idx="7492">
                  <c:v>5.8657399999999997</c:v>
                </c:pt>
                <c:pt idx="7493">
                  <c:v>5.8660399999999999</c:v>
                </c:pt>
                <c:pt idx="7494">
                  <c:v>5.8663499999999997</c:v>
                </c:pt>
                <c:pt idx="7495">
                  <c:v>5.8666499999999999</c:v>
                </c:pt>
                <c:pt idx="7496">
                  <c:v>5.8669599999999997</c:v>
                </c:pt>
                <c:pt idx="7497">
                  <c:v>5.8672599999999999</c:v>
                </c:pt>
                <c:pt idx="7498">
                  <c:v>5.8675699999999997</c:v>
                </c:pt>
                <c:pt idx="7499">
                  <c:v>5.8678800000000004</c:v>
                </c:pt>
                <c:pt idx="7500">
                  <c:v>5.8681799999999997</c:v>
                </c:pt>
                <c:pt idx="7501">
                  <c:v>5.8684900000000004</c:v>
                </c:pt>
                <c:pt idx="7502">
                  <c:v>5.8687899999999997</c:v>
                </c:pt>
                <c:pt idx="7503">
                  <c:v>5.8691000000000004</c:v>
                </c:pt>
                <c:pt idx="7504">
                  <c:v>5.8693999999999997</c:v>
                </c:pt>
                <c:pt idx="7505">
                  <c:v>5.8697100000000004</c:v>
                </c:pt>
                <c:pt idx="7506">
                  <c:v>5.8700099999999997</c:v>
                </c:pt>
                <c:pt idx="7507">
                  <c:v>5.8703200000000004</c:v>
                </c:pt>
                <c:pt idx="7508">
                  <c:v>5.8706199999999997</c:v>
                </c:pt>
                <c:pt idx="7509">
                  <c:v>5.8709300000000004</c:v>
                </c:pt>
                <c:pt idx="7510">
                  <c:v>5.8712299999999997</c:v>
                </c:pt>
                <c:pt idx="7511">
                  <c:v>5.8715400000000004</c:v>
                </c:pt>
                <c:pt idx="7512">
                  <c:v>5.8718500000000002</c:v>
                </c:pt>
                <c:pt idx="7513">
                  <c:v>5.8721500000000004</c:v>
                </c:pt>
                <c:pt idx="7514">
                  <c:v>5.8724600000000002</c:v>
                </c:pt>
                <c:pt idx="7515">
                  <c:v>5.8727600000000004</c:v>
                </c:pt>
                <c:pt idx="7516">
                  <c:v>5.8730700000000002</c:v>
                </c:pt>
                <c:pt idx="7517">
                  <c:v>5.8733700000000004</c:v>
                </c:pt>
                <c:pt idx="7518">
                  <c:v>5.8736800000000002</c:v>
                </c:pt>
                <c:pt idx="7519">
                  <c:v>5.8739800000000004</c:v>
                </c:pt>
                <c:pt idx="7520">
                  <c:v>5.8742900000000002</c:v>
                </c:pt>
                <c:pt idx="7521">
                  <c:v>5.8745900000000004</c:v>
                </c:pt>
                <c:pt idx="7522">
                  <c:v>5.8749000000000002</c:v>
                </c:pt>
                <c:pt idx="7523">
                  <c:v>5.8752000000000004</c:v>
                </c:pt>
                <c:pt idx="7524">
                  <c:v>5.8755100000000002</c:v>
                </c:pt>
                <c:pt idx="7525">
                  <c:v>5.87582</c:v>
                </c:pt>
                <c:pt idx="7526">
                  <c:v>5.8761200000000002</c:v>
                </c:pt>
                <c:pt idx="7527">
                  <c:v>5.87643</c:v>
                </c:pt>
                <c:pt idx="7528">
                  <c:v>5.8767300000000002</c:v>
                </c:pt>
                <c:pt idx="7529">
                  <c:v>5.87704</c:v>
                </c:pt>
                <c:pt idx="7530">
                  <c:v>5.8773400000000002</c:v>
                </c:pt>
                <c:pt idx="7531">
                  <c:v>5.87765</c:v>
                </c:pt>
                <c:pt idx="7532">
                  <c:v>5.8779500000000002</c:v>
                </c:pt>
                <c:pt idx="7533">
                  <c:v>5.87826</c:v>
                </c:pt>
                <c:pt idx="7534">
                  <c:v>5.8785600000000002</c:v>
                </c:pt>
                <c:pt idx="7535">
                  <c:v>5.87887</c:v>
                </c:pt>
                <c:pt idx="7536">
                  <c:v>5.8791799999999999</c:v>
                </c:pt>
                <c:pt idx="7537">
                  <c:v>5.87948</c:v>
                </c:pt>
                <c:pt idx="7538">
                  <c:v>5.8797899999999998</c:v>
                </c:pt>
                <c:pt idx="7539">
                  <c:v>5.88009</c:v>
                </c:pt>
                <c:pt idx="7540">
                  <c:v>5.8803999999999998</c:v>
                </c:pt>
                <c:pt idx="7541">
                  <c:v>5.8807</c:v>
                </c:pt>
                <c:pt idx="7542">
                  <c:v>5.8810099999999998</c:v>
                </c:pt>
                <c:pt idx="7543">
                  <c:v>5.88131</c:v>
                </c:pt>
                <c:pt idx="7544">
                  <c:v>5.8816199999999998</c:v>
                </c:pt>
                <c:pt idx="7545">
                  <c:v>5.88192</c:v>
                </c:pt>
                <c:pt idx="7546">
                  <c:v>5.8822299999999998</c:v>
                </c:pt>
                <c:pt idx="7547">
                  <c:v>5.88253</c:v>
                </c:pt>
                <c:pt idx="7548">
                  <c:v>5.8828399999999998</c:v>
                </c:pt>
                <c:pt idx="7549">
                  <c:v>5.8831499999999997</c:v>
                </c:pt>
                <c:pt idx="7550">
                  <c:v>5.8834499999999998</c:v>
                </c:pt>
                <c:pt idx="7551">
                  <c:v>5.8837599999999997</c:v>
                </c:pt>
                <c:pt idx="7552">
                  <c:v>5.8840599999999998</c:v>
                </c:pt>
                <c:pt idx="7553">
                  <c:v>5.8843699999999997</c:v>
                </c:pt>
                <c:pt idx="7554">
                  <c:v>5.8846699999999998</c:v>
                </c:pt>
                <c:pt idx="7555">
                  <c:v>5.8849799999999997</c:v>
                </c:pt>
                <c:pt idx="7556">
                  <c:v>5.8852799999999998</c:v>
                </c:pt>
                <c:pt idx="7557">
                  <c:v>5.8855899999999997</c:v>
                </c:pt>
                <c:pt idx="7558">
                  <c:v>5.8858899999999998</c:v>
                </c:pt>
                <c:pt idx="7559">
                  <c:v>5.8861999999999997</c:v>
                </c:pt>
                <c:pt idx="7560">
                  <c:v>5.8864999999999998</c:v>
                </c:pt>
                <c:pt idx="7561">
                  <c:v>5.8868099999999997</c:v>
                </c:pt>
                <c:pt idx="7562">
                  <c:v>5.8871200000000004</c:v>
                </c:pt>
                <c:pt idx="7563">
                  <c:v>5.8874199999999997</c:v>
                </c:pt>
                <c:pt idx="7564">
                  <c:v>5.8877300000000004</c:v>
                </c:pt>
                <c:pt idx="7565">
                  <c:v>5.8880299999999997</c:v>
                </c:pt>
                <c:pt idx="7566">
                  <c:v>5.8883400000000004</c:v>
                </c:pt>
                <c:pt idx="7567">
                  <c:v>5.8886399999999997</c:v>
                </c:pt>
                <c:pt idx="7568">
                  <c:v>5.8889500000000004</c:v>
                </c:pt>
                <c:pt idx="7569">
                  <c:v>5.8892499999999997</c:v>
                </c:pt>
                <c:pt idx="7570">
                  <c:v>5.8895600000000004</c:v>
                </c:pt>
                <c:pt idx="7571">
                  <c:v>5.8898599999999997</c:v>
                </c:pt>
                <c:pt idx="7572">
                  <c:v>5.8901700000000003</c:v>
                </c:pt>
                <c:pt idx="7573">
                  <c:v>5.8904699999999997</c:v>
                </c:pt>
                <c:pt idx="7574">
                  <c:v>5.8907800000000003</c:v>
                </c:pt>
                <c:pt idx="7575">
                  <c:v>5.8910900000000002</c:v>
                </c:pt>
                <c:pt idx="7576">
                  <c:v>5.8913900000000003</c:v>
                </c:pt>
                <c:pt idx="7577">
                  <c:v>5.8917000000000002</c:v>
                </c:pt>
                <c:pt idx="7578">
                  <c:v>5.8920000000000003</c:v>
                </c:pt>
                <c:pt idx="7579">
                  <c:v>5.8923100000000002</c:v>
                </c:pt>
                <c:pt idx="7580">
                  <c:v>5.8926100000000003</c:v>
                </c:pt>
                <c:pt idx="7581">
                  <c:v>5.8929200000000002</c:v>
                </c:pt>
                <c:pt idx="7582">
                  <c:v>5.8932200000000003</c:v>
                </c:pt>
                <c:pt idx="7583">
                  <c:v>5.8935300000000002</c:v>
                </c:pt>
                <c:pt idx="7584">
                  <c:v>5.8938300000000003</c:v>
                </c:pt>
                <c:pt idx="7585">
                  <c:v>5.8941400000000002</c:v>
                </c:pt>
                <c:pt idx="7586">
                  <c:v>5.8944400000000003</c:v>
                </c:pt>
                <c:pt idx="7587">
                  <c:v>5.8947500000000002</c:v>
                </c:pt>
                <c:pt idx="7588">
                  <c:v>5.89506</c:v>
                </c:pt>
                <c:pt idx="7589">
                  <c:v>5.8953600000000002</c:v>
                </c:pt>
                <c:pt idx="7590">
                  <c:v>5.89567</c:v>
                </c:pt>
                <c:pt idx="7591">
                  <c:v>5.8959700000000002</c:v>
                </c:pt>
                <c:pt idx="7592">
                  <c:v>5.89628</c:v>
                </c:pt>
                <c:pt idx="7593">
                  <c:v>5.8965800000000002</c:v>
                </c:pt>
                <c:pt idx="7594">
                  <c:v>5.89689</c:v>
                </c:pt>
                <c:pt idx="7595">
                  <c:v>5.8971900000000002</c:v>
                </c:pt>
                <c:pt idx="7596">
                  <c:v>5.8975</c:v>
                </c:pt>
                <c:pt idx="7597">
                  <c:v>5.8978000000000002</c:v>
                </c:pt>
                <c:pt idx="7598">
                  <c:v>5.89811</c:v>
                </c:pt>
                <c:pt idx="7599">
                  <c:v>5.8984199999999998</c:v>
                </c:pt>
                <c:pt idx="7600">
                  <c:v>5.89872</c:v>
                </c:pt>
                <c:pt idx="7601">
                  <c:v>5.8990299999999998</c:v>
                </c:pt>
                <c:pt idx="7602">
                  <c:v>5.89933</c:v>
                </c:pt>
                <c:pt idx="7603">
                  <c:v>5.8996399999999998</c:v>
                </c:pt>
                <c:pt idx="7604">
                  <c:v>5.89994</c:v>
                </c:pt>
                <c:pt idx="7605">
                  <c:v>5.9002499999999998</c:v>
                </c:pt>
                <c:pt idx="7606">
                  <c:v>5.90055</c:v>
                </c:pt>
                <c:pt idx="7607">
                  <c:v>5.9008599999999998</c:v>
                </c:pt>
                <c:pt idx="7608">
                  <c:v>5.90116</c:v>
                </c:pt>
                <c:pt idx="7609">
                  <c:v>5.9014699999999998</c:v>
                </c:pt>
                <c:pt idx="7610">
                  <c:v>5.90177</c:v>
                </c:pt>
                <c:pt idx="7611">
                  <c:v>5.9020799999999998</c:v>
                </c:pt>
                <c:pt idx="7612">
                  <c:v>5.9023899999999996</c:v>
                </c:pt>
                <c:pt idx="7613">
                  <c:v>5.9026899999999998</c:v>
                </c:pt>
                <c:pt idx="7614">
                  <c:v>5.9029999999999996</c:v>
                </c:pt>
                <c:pt idx="7615">
                  <c:v>5.9032999999999998</c:v>
                </c:pt>
                <c:pt idx="7616">
                  <c:v>5.9036099999999996</c:v>
                </c:pt>
                <c:pt idx="7617">
                  <c:v>5.9039099999999998</c:v>
                </c:pt>
                <c:pt idx="7618">
                  <c:v>5.9042199999999996</c:v>
                </c:pt>
                <c:pt idx="7619">
                  <c:v>5.9045199999999998</c:v>
                </c:pt>
                <c:pt idx="7620">
                  <c:v>5.9048299999999996</c:v>
                </c:pt>
                <c:pt idx="7621">
                  <c:v>5.9051299999999998</c:v>
                </c:pt>
                <c:pt idx="7622">
                  <c:v>5.9054399999999996</c:v>
                </c:pt>
                <c:pt idx="7623">
                  <c:v>5.9057399999999998</c:v>
                </c:pt>
                <c:pt idx="7624">
                  <c:v>5.9060499999999996</c:v>
                </c:pt>
                <c:pt idx="7625">
                  <c:v>5.9063600000000003</c:v>
                </c:pt>
                <c:pt idx="7626">
                  <c:v>5.9066599999999996</c:v>
                </c:pt>
                <c:pt idx="7627">
                  <c:v>5.9069700000000003</c:v>
                </c:pt>
                <c:pt idx="7628">
                  <c:v>5.9072699999999996</c:v>
                </c:pt>
                <c:pt idx="7629">
                  <c:v>5.9075800000000003</c:v>
                </c:pt>
                <c:pt idx="7630">
                  <c:v>5.9078799999999996</c:v>
                </c:pt>
                <c:pt idx="7631">
                  <c:v>5.9081900000000003</c:v>
                </c:pt>
                <c:pt idx="7632">
                  <c:v>5.9084899999999996</c:v>
                </c:pt>
                <c:pt idx="7633">
                  <c:v>5.9088000000000003</c:v>
                </c:pt>
                <c:pt idx="7634">
                  <c:v>5.9090999999999996</c:v>
                </c:pt>
                <c:pt idx="7635">
                  <c:v>5.9094100000000003</c:v>
                </c:pt>
                <c:pt idx="7636">
                  <c:v>5.9097099999999996</c:v>
                </c:pt>
                <c:pt idx="7637">
                  <c:v>5.9100200000000003</c:v>
                </c:pt>
                <c:pt idx="7638">
                  <c:v>5.9103300000000001</c:v>
                </c:pt>
                <c:pt idx="7639">
                  <c:v>5.9106300000000003</c:v>
                </c:pt>
                <c:pt idx="7640">
                  <c:v>5.9109400000000001</c:v>
                </c:pt>
                <c:pt idx="7641">
                  <c:v>5.9112400000000003</c:v>
                </c:pt>
                <c:pt idx="7642">
                  <c:v>5.9115500000000001</c:v>
                </c:pt>
                <c:pt idx="7643">
                  <c:v>5.9118500000000003</c:v>
                </c:pt>
                <c:pt idx="7644">
                  <c:v>5.9121600000000001</c:v>
                </c:pt>
                <c:pt idx="7645">
                  <c:v>5.9124600000000003</c:v>
                </c:pt>
                <c:pt idx="7646">
                  <c:v>5.9127700000000001</c:v>
                </c:pt>
                <c:pt idx="7647">
                  <c:v>5.9130700000000003</c:v>
                </c:pt>
                <c:pt idx="7648">
                  <c:v>5.9133800000000001</c:v>
                </c:pt>
                <c:pt idx="7649">
                  <c:v>5.9136800000000003</c:v>
                </c:pt>
                <c:pt idx="7650">
                  <c:v>5.9139900000000001</c:v>
                </c:pt>
                <c:pt idx="7651">
                  <c:v>5.9142999999999999</c:v>
                </c:pt>
                <c:pt idx="7652">
                  <c:v>5.9146000000000001</c:v>
                </c:pt>
                <c:pt idx="7653">
                  <c:v>5.9149099999999999</c:v>
                </c:pt>
                <c:pt idx="7654">
                  <c:v>5.9152100000000001</c:v>
                </c:pt>
                <c:pt idx="7655">
                  <c:v>5.9155199999999999</c:v>
                </c:pt>
                <c:pt idx="7656">
                  <c:v>5.9158200000000001</c:v>
                </c:pt>
                <c:pt idx="7657">
                  <c:v>5.9161299999999999</c:v>
                </c:pt>
                <c:pt idx="7658">
                  <c:v>5.9164300000000001</c:v>
                </c:pt>
                <c:pt idx="7659">
                  <c:v>5.9167399999999999</c:v>
                </c:pt>
                <c:pt idx="7660">
                  <c:v>5.9170400000000001</c:v>
                </c:pt>
                <c:pt idx="7661">
                  <c:v>5.9173499999999999</c:v>
                </c:pt>
                <c:pt idx="7662">
                  <c:v>5.9176599999999997</c:v>
                </c:pt>
                <c:pt idx="7663">
                  <c:v>5.9179599999999999</c:v>
                </c:pt>
                <c:pt idx="7664">
                  <c:v>5.9182699999999997</c:v>
                </c:pt>
                <c:pt idx="7665">
                  <c:v>5.9185699999999999</c:v>
                </c:pt>
                <c:pt idx="7666">
                  <c:v>5.9188799999999997</c:v>
                </c:pt>
                <c:pt idx="7667">
                  <c:v>5.9191799999999999</c:v>
                </c:pt>
                <c:pt idx="7668">
                  <c:v>5.9194899999999997</c:v>
                </c:pt>
                <c:pt idx="7669">
                  <c:v>5.9197899999999999</c:v>
                </c:pt>
                <c:pt idx="7670">
                  <c:v>5.9200999999999997</c:v>
                </c:pt>
                <c:pt idx="7671">
                  <c:v>5.9203999999999999</c:v>
                </c:pt>
                <c:pt idx="7672">
                  <c:v>5.9207099999999997</c:v>
                </c:pt>
                <c:pt idx="7673">
                  <c:v>5.9210099999999999</c:v>
                </c:pt>
                <c:pt idx="7674">
                  <c:v>5.9213199999999997</c:v>
                </c:pt>
                <c:pt idx="7675">
                  <c:v>5.9216300000000004</c:v>
                </c:pt>
                <c:pt idx="7676">
                  <c:v>5.9219299999999997</c:v>
                </c:pt>
                <c:pt idx="7677">
                  <c:v>5.9222400000000004</c:v>
                </c:pt>
                <c:pt idx="7678">
                  <c:v>5.9225399999999997</c:v>
                </c:pt>
                <c:pt idx="7679">
                  <c:v>5.9228500000000004</c:v>
                </c:pt>
                <c:pt idx="7680">
                  <c:v>5.9231499999999997</c:v>
                </c:pt>
                <c:pt idx="7681">
                  <c:v>5.9234600000000004</c:v>
                </c:pt>
                <c:pt idx="7682">
                  <c:v>5.9237599999999997</c:v>
                </c:pt>
                <c:pt idx="7683">
                  <c:v>5.9240700000000004</c:v>
                </c:pt>
                <c:pt idx="7684">
                  <c:v>5.9243699999999997</c:v>
                </c:pt>
                <c:pt idx="7685">
                  <c:v>5.9246800000000004</c:v>
                </c:pt>
                <c:pt idx="7686">
                  <c:v>5.9249799999999997</c:v>
                </c:pt>
                <c:pt idx="7687">
                  <c:v>5.9252900000000004</c:v>
                </c:pt>
                <c:pt idx="7688">
                  <c:v>5.9256000000000002</c:v>
                </c:pt>
                <c:pt idx="7689">
                  <c:v>5.9259000000000004</c:v>
                </c:pt>
                <c:pt idx="7690">
                  <c:v>5.9262100000000002</c:v>
                </c:pt>
                <c:pt idx="7691">
                  <c:v>5.9265100000000004</c:v>
                </c:pt>
                <c:pt idx="7692">
                  <c:v>5.9268200000000002</c:v>
                </c:pt>
                <c:pt idx="7693">
                  <c:v>5.9271200000000004</c:v>
                </c:pt>
                <c:pt idx="7694">
                  <c:v>5.9274300000000002</c:v>
                </c:pt>
                <c:pt idx="7695">
                  <c:v>5.9277300000000004</c:v>
                </c:pt>
                <c:pt idx="7696">
                  <c:v>5.9280400000000002</c:v>
                </c:pt>
                <c:pt idx="7697">
                  <c:v>5.9283400000000004</c:v>
                </c:pt>
                <c:pt idx="7698">
                  <c:v>5.9286500000000002</c:v>
                </c:pt>
                <c:pt idx="7699">
                  <c:v>5.9289500000000004</c:v>
                </c:pt>
                <c:pt idx="7700">
                  <c:v>5.9292600000000002</c:v>
                </c:pt>
                <c:pt idx="7701">
                  <c:v>5.92957</c:v>
                </c:pt>
                <c:pt idx="7702">
                  <c:v>5.9298700000000002</c:v>
                </c:pt>
                <c:pt idx="7703">
                  <c:v>5.93018</c:v>
                </c:pt>
                <c:pt idx="7704">
                  <c:v>5.9304800000000002</c:v>
                </c:pt>
                <c:pt idx="7705">
                  <c:v>5.93079</c:v>
                </c:pt>
                <c:pt idx="7706">
                  <c:v>5.9310900000000002</c:v>
                </c:pt>
                <c:pt idx="7707">
                  <c:v>5.9314</c:v>
                </c:pt>
                <c:pt idx="7708">
                  <c:v>5.9317000000000002</c:v>
                </c:pt>
                <c:pt idx="7709">
                  <c:v>5.93201</c:v>
                </c:pt>
                <c:pt idx="7710">
                  <c:v>5.9323100000000002</c:v>
                </c:pt>
                <c:pt idx="7711">
                  <c:v>5.93262</c:v>
                </c:pt>
                <c:pt idx="7712">
                  <c:v>5.9329299999999998</c:v>
                </c:pt>
                <c:pt idx="7713">
                  <c:v>5.93323</c:v>
                </c:pt>
                <c:pt idx="7714">
                  <c:v>5.9335399999999998</c:v>
                </c:pt>
                <c:pt idx="7715">
                  <c:v>5.93384</c:v>
                </c:pt>
                <c:pt idx="7716">
                  <c:v>5.9341499999999998</c:v>
                </c:pt>
                <c:pt idx="7717">
                  <c:v>5.93445</c:v>
                </c:pt>
                <c:pt idx="7718">
                  <c:v>5.9347599999999998</c:v>
                </c:pt>
                <c:pt idx="7719">
                  <c:v>5.93506</c:v>
                </c:pt>
                <c:pt idx="7720">
                  <c:v>5.9353699999999998</c:v>
                </c:pt>
                <c:pt idx="7721">
                  <c:v>5.93567</c:v>
                </c:pt>
                <c:pt idx="7722">
                  <c:v>5.9359799999999998</c:v>
                </c:pt>
                <c:pt idx="7723">
                  <c:v>5.93628</c:v>
                </c:pt>
                <c:pt idx="7724">
                  <c:v>5.9365899999999998</c:v>
                </c:pt>
                <c:pt idx="7725">
                  <c:v>5.9368999999999996</c:v>
                </c:pt>
                <c:pt idx="7726">
                  <c:v>5.9371999999999998</c:v>
                </c:pt>
                <c:pt idx="7727">
                  <c:v>5.9375099999999996</c:v>
                </c:pt>
                <c:pt idx="7728">
                  <c:v>5.9378099999999998</c:v>
                </c:pt>
                <c:pt idx="7729">
                  <c:v>5.9381199999999996</c:v>
                </c:pt>
                <c:pt idx="7730">
                  <c:v>5.9384199999999998</c:v>
                </c:pt>
                <c:pt idx="7731">
                  <c:v>5.9387299999999996</c:v>
                </c:pt>
                <c:pt idx="7732">
                  <c:v>5.9390299999999998</c:v>
                </c:pt>
                <c:pt idx="7733">
                  <c:v>5.9393399999999996</c:v>
                </c:pt>
                <c:pt idx="7734">
                  <c:v>5.9396399999999998</c:v>
                </c:pt>
                <c:pt idx="7735">
                  <c:v>5.9399499999999996</c:v>
                </c:pt>
                <c:pt idx="7736">
                  <c:v>5.9402499999999998</c:v>
                </c:pt>
                <c:pt idx="7737">
                  <c:v>5.9405599999999996</c:v>
                </c:pt>
                <c:pt idx="7738">
                  <c:v>5.9408700000000003</c:v>
                </c:pt>
                <c:pt idx="7739">
                  <c:v>5.9411699999999996</c:v>
                </c:pt>
                <c:pt idx="7740">
                  <c:v>5.9414800000000003</c:v>
                </c:pt>
                <c:pt idx="7741">
                  <c:v>5.9417799999999996</c:v>
                </c:pt>
                <c:pt idx="7742">
                  <c:v>5.9420900000000003</c:v>
                </c:pt>
                <c:pt idx="7743">
                  <c:v>5.9423899999999996</c:v>
                </c:pt>
                <c:pt idx="7744">
                  <c:v>5.9427000000000003</c:v>
                </c:pt>
                <c:pt idx="7745">
                  <c:v>5.9429999999999996</c:v>
                </c:pt>
                <c:pt idx="7746">
                  <c:v>5.9433100000000003</c:v>
                </c:pt>
                <c:pt idx="7747">
                  <c:v>5.9436099999999996</c:v>
                </c:pt>
                <c:pt idx="7748">
                  <c:v>5.9439200000000003</c:v>
                </c:pt>
                <c:pt idx="7749">
                  <c:v>5.9442199999999996</c:v>
                </c:pt>
                <c:pt idx="7750">
                  <c:v>5.9445300000000003</c:v>
                </c:pt>
                <c:pt idx="7751">
                  <c:v>5.9448400000000001</c:v>
                </c:pt>
                <c:pt idx="7752">
                  <c:v>5.9451400000000003</c:v>
                </c:pt>
                <c:pt idx="7753">
                  <c:v>5.9454500000000001</c:v>
                </c:pt>
                <c:pt idx="7754">
                  <c:v>5.9457500000000003</c:v>
                </c:pt>
                <c:pt idx="7755">
                  <c:v>5.9460600000000001</c:v>
                </c:pt>
                <c:pt idx="7756">
                  <c:v>5.9463600000000003</c:v>
                </c:pt>
                <c:pt idx="7757">
                  <c:v>5.9466700000000001</c:v>
                </c:pt>
                <c:pt idx="7758">
                  <c:v>5.9469700000000003</c:v>
                </c:pt>
                <c:pt idx="7759">
                  <c:v>5.9472800000000001</c:v>
                </c:pt>
                <c:pt idx="7760">
                  <c:v>5.9475800000000003</c:v>
                </c:pt>
                <c:pt idx="7761">
                  <c:v>5.9478900000000001</c:v>
                </c:pt>
                <c:pt idx="7762">
                  <c:v>5.9481900000000003</c:v>
                </c:pt>
                <c:pt idx="7763">
                  <c:v>5.9485000000000001</c:v>
                </c:pt>
                <c:pt idx="7764">
                  <c:v>5.9488099999999999</c:v>
                </c:pt>
                <c:pt idx="7765">
                  <c:v>5.9491100000000001</c:v>
                </c:pt>
                <c:pt idx="7766">
                  <c:v>5.9494199999999999</c:v>
                </c:pt>
                <c:pt idx="7767">
                  <c:v>5.9497200000000001</c:v>
                </c:pt>
                <c:pt idx="7768">
                  <c:v>5.9500299999999999</c:v>
                </c:pt>
                <c:pt idx="7769">
                  <c:v>5.9503300000000001</c:v>
                </c:pt>
                <c:pt idx="7770">
                  <c:v>5.9506399999999999</c:v>
                </c:pt>
                <c:pt idx="7771">
                  <c:v>5.9509400000000001</c:v>
                </c:pt>
                <c:pt idx="7772">
                  <c:v>5.9512499999999999</c:v>
                </c:pt>
                <c:pt idx="7773">
                  <c:v>5.9515500000000001</c:v>
                </c:pt>
                <c:pt idx="7774">
                  <c:v>5.9518599999999999</c:v>
                </c:pt>
                <c:pt idx="7775">
                  <c:v>5.9521699999999997</c:v>
                </c:pt>
                <c:pt idx="7776">
                  <c:v>5.9524699999999999</c:v>
                </c:pt>
                <c:pt idx="7777">
                  <c:v>5.9527799999999997</c:v>
                </c:pt>
                <c:pt idx="7778">
                  <c:v>5.9530799999999999</c:v>
                </c:pt>
                <c:pt idx="7779">
                  <c:v>5.9533899999999997</c:v>
                </c:pt>
                <c:pt idx="7780">
                  <c:v>5.9536899999999999</c:v>
                </c:pt>
                <c:pt idx="7781">
                  <c:v>5.9539999999999997</c:v>
                </c:pt>
                <c:pt idx="7782">
                  <c:v>5.9542999999999999</c:v>
                </c:pt>
                <c:pt idx="7783">
                  <c:v>5.9546099999999997</c:v>
                </c:pt>
                <c:pt idx="7784">
                  <c:v>5.9549099999999999</c:v>
                </c:pt>
                <c:pt idx="7785">
                  <c:v>5.9552199999999997</c:v>
                </c:pt>
                <c:pt idx="7786">
                  <c:v>5.9555199999999999</c:v>
                </c:pt>
                <c:pt idx="7787">
                  <c:v>5.9558299999999997</c:v>
                </c:pt>
                <c:pt idx="7788">
                  <c:v>5.9561400000000004</c:v>
                </c:pt>
                <c:pt idx="7789">
                  <c:v>5.9564399999999997</c:v>
                </c:pt>
                <c:pt idx="7790">
                  <c:v>5.9567500000000004</c:v>
                </c:pt>
                <c:pt idx="7791">
                  <c:v>5.9570499999999997</c:v>
                </c:pt>
                <c:pt idx="7792">
                  <c:v>5.9573600000000004</c:v>
                </c:pt>
                <c:pt idx="7793">
                  <c:v>5.9576599999999997</c:v>
                </c:pt>
                <c:pt idx="7794">
                  <c:v>5.9579700000000004</c:v>
                </c:pt>
                <c:pt idx="7795">
                  <c:v>5.9582699999999997</c:v>
                </c:pt>
                <c:pt idx="7796">
                  <c:v>5.9585800000000004</c:v>
                </c:pt>
                <c:pt idx="7797">
                  <c:v>5.9588799999999997</c:v>
                </c:pt>
                <c:pt idx="7798">
                  <c:v>5.9591900000000004</c:v>
                </c:pt>
                <c:pt idx="7799">
                  <c:v>5.9594899999999997</c:v>
                </c:pt>
                <c:pt idx="7800">
                  <c:v>5.9598000000000004</c:v>
                </c:pt>
                <c:pt idx="7801">
                  <c:v>5.9601100000000002</c:v>
                </c:pt>
                <c:pt idx="7802">
                  <c:v>5.9604100000000004</c:v>
                </c:pt>
                <c:pt idx="7803">
                  <c:v>5.9607200000000002</c:v>
                </c:pt>
                <c:pt idx="7804">
                  <c:v>5.9610200000000004</c:v>
                </c:pt>
                <c:pt idx="7805">
                  <c:v>5.9613300000000002</c:v>
                </c:pt>
                <c:pt idx="7806">
                  <c:v>5.9616300000000004</c:v>
                </c:pt>
                <c:pt idx="7807">
                  <c:v>5.9619400000000002</c:v>
                </c:pt>
                <c:pt idx="7808">
                  <c:v>5.9622400000000004</c:v>
                </c:pt>
                <c:pt idx="7809">
                  <c:v>5.9625500000000002</c:v>
                </c:pt>
                <c:pt idx="7810">
                  <c:v>5.9628500000000004</c:v>
                </c:pt>
                <c:pt idx="7811">
                  <c:v>5.9631600000000002</c:v>
                </c:pt>
                <c:pt idx="7812">
                  <c:v>5.9634600000000004</c:v>
                </c:pt>
                <c:pt idx="7813">
                  <c:v>5.9637700000000002</c:v>
                </c:pt>
                <c:pt idx="7814">
                  <c:v>5.96408</c:v>
                </c:pt>
                <c:pt idx="7815">
                  <c:v>5.9643800000000002</c:v>
                </c:pt>
                <c:pt idx="7816">
                  <c:v>5.96469</c:v>
                </c:pt>
                <c:pt idx="7817">
                  <c:v>5.9649900000000002</c:v>
                </c:pt>
                <c:pt idx="7818">
                  <c:v>5.9653</c:v>
                </c:pt>
                <c:pt idx="7819">
                  <c:v>5.9656000000000002</c:v>
                </c:pt>
                <c:pt idx="7820">
                  <c:v>5.96591</c:v>
                </c:pt>
                <c:pt idx="7821">
                  <c:v>5.9662100000000002</c:v>
                </c:pt>
                <c:pt idx="7822">
                  <c:v>5.96652</c:v>
                </c:pt>
                <c:pt idx="7823">
                  <c:v>5.9668200000000002</c:v>
                </c:pt>
                <c:pt idx="7824">
                  <c:v>5.96713</c:v>
                </c:pt>
                <c:pt idx="7825">
                  <c:v>5.9674300000000002</c:v>
                </c:pt>
                <c:pt idx="7826">
                  <c:v>5.96774</c:v>
                </c:pt>
                <c:pt idx="7827">
                  <c:v>5.9680499999999999</c:v>
                </c:pt>
                <c:pt idx="7828">
                  <c:v>5.96835</c:v>
                </c:pt>
                <c:pt idx="7829">
                  <c:v>5.9686599999999999</c:v>
                </c:pt>
                <c:pt idx="7830">
                  <c:v>5.96896</c:v>
                </c:pt>
                <c:pt idx="7831">
                  <c:v>5.9692699999999999</c:v>
                </c:pt>
                <c:pt idx="7832">
                  <c:v>5.96957</c:v>
                </c:pt>
                <c:pt idx="7833">
                  <c:v>5.9698799999999999</c:v>
                </c:pt>
                <c:pt idx="7834">
                  <c:v>5.97018</c:v>
                </c:pt>
                <c:pt idx="7835">
                  <c:v>5.9704899999999999</c:v>
                </c:pt>
                <c:pt idx="7836">
                  <c:v>5.97079</c:v>
                </c:pt>
                <c:pt idx="7837">
                  <c:v>5.9710999999999999</c:v>
                </c:pt>
                <c:pt idx="7838">
                  <c:v>5.9714099999999997</c:v>
                </c:pt>
                <c:pt idx="7839">
                  <c:v>5.9717099999999999</c:v>
                </c:pt>
                <c:pt idx="7840">
                  <c:v>5.9720199999999997</c:v>
                </c:pt>
                <c:pt idx="7841">
                  <c:v>5.9723199999999999</c:v>
                </c:pt>
                <c:pt idx="7842">
                  <c:v>5.9726299999999997</c:v>
                </c:pt>
                <c:pt idx="7843">
                  <c:v>5.9729299999999999</c:v>
                </c:pt>
                <c:pt idx="7844">
                  <c:v>5.9732399999999997</c:v>
                </c:pt>
                <c:pt idx="7845">
                  <c:v>5.9735399999999998</c:v>
                </c:pt>
                <c:pt idx="7846">
                  <c:v>5.9738499999999997</c:v>
                </c:pt>
                <c:pt idx="7847">
                  <c:v>5.9741499999999998</c:v>
                </c:pt>
                <c:pt idx="7848">
                  <c:v>5.9744599999999997</c:v>
                </c:pt>
                <c:pt idx="7849">
                  <c:v>5.9747599999999998</c:v>
                </c:pt>
                <c:pt idx="7850">
                  <c:v>5.9750699999999997</c:v>
                </c:pt>
                <c:pt idx="7851">
                  <c:v>5.9753800000000004</c:v>
                </c:pt>
                <c:pt idx="7852">
                  <c:v>5.9756799999999997</c:v>
                </c:pt>
                <c:pt idx="7853">
                  <c:v>5.9759900000000004</c:v>
                </c:pt>
                <c:pt idx="7854">
                  <c:v>5.9762899999999997</c:v>
                </c:pt>
                <c:pt idx="7855">
                  <c:v>5.9766000000000004</c:v>
                </c:pt>
                <c:pt idx="7856">
                  <c:v>5.9768999999999997</c:v>
                </c:pt>
                <c:pt idx="7857">
                  <c:v>5.9772100000000004</c:v>
                </c:pt>
                <c:pt idx="7858">
                  <c:v>5.9775099999999997</c:v>
                </c:pt>
                <c:pt idx="7859">
                  <c:v>5.9778200000000004</c:v>
                </c:pt>
                <c:pt idx="7860">
                  <c:v>5.9781199999999997</c:v>
                </c:pt>
                <c:pt idx="7861">
                  <c:v>5.9784300000000004</c:v>
                </c:pt>
                <c:pt idx="7862">
                  <c:v>5.9787299999999997</c:v>
                </c:pt>
                <c:pt idx="7863">
                  <c:v>5.9790400000000004</c:v>
                </c:pt>
                <c:pt idx="7864">
                  <c:v>5.9793500000000002</c:v>
                </c:pt>
                <c:pt idx="7865">
                  <c:v>5.9796500000000004</c:v>
                </c:pt>
                <c:pt idx="7866">
                  <c:v>5.9799600000000002</c:v>
                </c:pt>
                <c:pt idx="7867">
                  <c:v>5.9802600000000004</c:v>
                </c:pt>
                <c:pt idx="7868">
                  <c:v>5.9805700000000002</c:v>
                </c:pt>
                <c:pt idx="7869">
                  <c:v>5.9808700000000004</c:v>
                </c:pt>
                <c:pt idx="7870">
                  <c:v>5.9811800000000002</c:v>
                </c:pt>
                <c:pt idx="7871">
                  <c:v>5.9814800000000004</c:v>
                </c:pt>
                <c:pt idx="7872">
                  <c:v>5.9817900000000002</c:v>
                </c:pt>
                <c:pt idx="7873">
                  <c:v>5.9820900000000004</c:v>
                </c:pt>
                <c:pt idx="7874">
                  <c:v>5.9824000000000002</c:v>
                </c:pt>
                <c:pt idx="7875">
                  <c:v>5.9827000000000004</c:v>
                </c:pt>
                <c:pt idx="7876">
                  <c:v>5.9830100000000002</c:v>
                </c:pt>
                <c:pt idx="7877">
                  <c:v>5.98332</c:v>
                </c:pt>
                <c:pt idx="7878">
                  <c:v>5.9836200000000002</c:v>
                </c:pt>
                <c:pt idx="7879">
                  <c:v>5.98393</c:v>
                </c:pt>
                <c:pt idx="7880">
                  <c:v>5.9842300000000002</c:v>
                </c:pt>
                <c:pt idx="7881">
                  <c:v>5.98454</c:v>
                </c:pt>
                <c:pt idx="7882">
                  <c:v>5.9848400000000002</c:v>
                </c:pt>
                <c:pt idx="7883">
                  <c:v>5.98515</c:v>
                </c:pt>
                <c:pt idx="7884">
                  <c:v>5.9854500000000002</c:v>
                </c:pt>
                <c:pt idx="7885">
                  <c:v>5.98576</c:v>
                </c:pt>
                <c:pt idx="7886">
                  <c:v>5.9860600000000002</c:v>
                </c:pt>
                <c:pt idx="7887">
                  <c:v>5.98637</c:v>
                </c:pt>
                <c:pt idx="7888">
                  <c:v>5.9866700000000002</c:v>
                </c:pt>
                <c:pt idx="7889">
                  <c:v>5.98698</c:v>
                </c:pt>
                <c:pt idx="7890">
                  <c:v>5.9872899999999998</c:v>
                </c:pt>
                <c:pt idx="7891">
                  <c:v>5.98759</c:v>
                </c:pt>
                <c:pt idx="7892">
                  <c:v>5.9878999999999998</c:v>
                </c:pt>
                <c:pt idx="7893">
                  <c:v>5.9882</c:v>
                </c:pt>
                <c:pt idx="7894">
                  <c:v>5.9885099999999998</c:v>
                </c:pt>
                <c:pt idx="7895">
                  <c:v>5.98881</c:v>
                </c:pt>
                <c:pt idx="7896">
                  <c:v>5.9891199999999998</c:v>
                </c:pt>
                <c:pt idx="7897">
                  <c:v>5.98942</c:v>
                </c:pt>
                <c:pt idx="7898">
                  <c:v>5.9897299999999998</c:v>
                </c:pt>
                <c:pt idx="7899">
                  <c:v>5.99003</c:v>
                </c:pt>
                <c:pt idx="7900">
                  <c:v>5.9903399999999998</c:v>
                </c:pt>
                <c:pt idx="7901">
                  <c:v>5.9906499999999996</c:v>
                </c:pt>
                <c:pt idx="7902">
                  <c:v>5.9909499999999998</c:v>
                </c:pt>
                <c:pt idx="7903">
                  <c:v>5.9912599999999996</c:v>
                </c:pt>
                <c:pt idx="7904">
                  <c:v>5.9915599999999998</c:v>
                </c:pt>
                <c:pt idx="7905">
                  <c:v>5.9918699999999996</c:v>
                </c:pt>
                <c:pt idx="7906">
                  <c:v>5.9921699999999998</c:v>
                </c:pt>
                <c:pt idx="7907">
                  <c:v>5.9924799999999996</c:v>
                </c:pt>
                <c:pt idx="7908">
                  <c:v>5.9927799999999998</c:v>
                </c:pt>
                <c:pt idx="7909">
                  <c:v>5.9930899999999996</c:v>
                </c:pt>
                <c:pt idx="7910">
                  <c:v>5.9933899999999998</c:v>
                </c:pt>
                <c:pt idx="7911">
                  <c:v>5.9936999999999996</c:v>
                </c:pt>
                <c:pt idx="7912">
                  <c:v>5.9939999999999998</c:v>
                </c:pt>
                <c:pt idx="7913">
                  <c:v>5.9943099999999996</c:v>
                </c:pt>
                <c:pt idx="7914">
                  <c:v>5.9946200000000003</c:v>
                </c:pt>
                <c:pt idx="7915">
                  <c:v>5.9949199999999996</c:v>
                </c:pt>
                <c:pt idx="7916">
                  <c:v>5.9952300000000003</c:v>
                </c:pt>
                <c:pt idx="7917">
                  <c:v>5.9955299999999996</c:v>
                </c:pt>
                <c:pt idx="7918">
                  <c:v>5.9958400000000003</c:v>
                </c:pt>
                <c:pt idx="7919">
                  <c:v>5.9961399999999996</c:v>
                </c:pt>
                <c:pt idx="7920">
                  <c:v>5.9964500000000003</c:v>
                </c:pt>
                <c:pt idx="7921">
                  <c:v>5.9967499999999996</c:v>
                </c:pt>
                <c:pt idx="7922">
                  <c:v>5.9970600000000003</c:v>
                </c:pt>
                <c:pt idx="7923">
                  <c:v>5.9973599999999996</c:v>
                </c:pt>
                <c:pt idx="7924">
                  <c:v>5.9976700000000003</c:v>
                </c:pt>
                <c:pt idx="7925">
                  <c:v>5.9979699999999996</c:v>
                </c:pt>
                <c:pt idx="7926">
                  <c:v>5.9982800000000003</c:v>
                </c:pt>
                <c:pt idx="7927">
                  <c:v>5.9985900000000001</c:v>
                </c:pt>
                <c:pt idx="7928">
                  <c:v>5.9988900000000003</c:v>
                </c:pt>
                <c:pt idx="7929">
                  <c:v>5.9992000000000001</c:v>
                </c:pt>
                <c:pt idx="7930">
                  <c:v>5.9995000000000003</c:v>
                </c:pt>
                <c:pt idx="7931">
                  <c:v>5.9998100000000001</c:v>
                </c:pt>
                <c:pt idx="7932">
                  <c:v>6.0001100000000003</c:v>
                </c:pt>
                <c:pt idx="7933">
                  <c:v>6.0004200000000001</c:v>
                </c:pt>
                <c:pt idx="7934">
                  <c:v>6.0007200000000003</c:v>
                </c:pt>
                <c:pt idx="7935">
                  <c:v>6.0010300000000001</c:v>
                </c:pt>
                <c:pt idx="7936">
                  <c:v>6.0013300000000003</c:v>
                </c:pt>
                <c:pt idx="7937">
                  <c:v>6.0016400000000001</c:v>
                </c:pt>
                <c:pt idx="7938">
                  <c:v>6.0019400000000003</c:v>
                </c:pt>
                <c:pt idx="7939">
                  <c:v>6.0022500000000001</c:v>
                </c:pt>
                <c:pt idx="7940">
                  <c:v>6.0025599999999999</c:v>
                </c:pt>
                <c:pt idx="7941">
                  <c:v>6.0028600000000001</c:v>
                </c:pt>
                <c:pt idx="7942">
                  <c:v>6.0031699999999999</c:v>
                </c:pt>
                <c:pt idx="7943">
                  <c:v>6.0034700000000001</c:v>
                </c:pt>
                <c:pt idx="7944">
                  <c:v>6.0037799999999999</c:v>
                </c:pt>
                <c:pt idx="7945">
                  <c:v>6.0040800000000001</c:v>
                </c:pt>
                <c:pt idx="7946">
                  <c:v>6.0043899999999999</c:v>
                </c:pt>
                <c:pt idx="7947">
                  <c:v>6.0046900000000001</c:v>
                </c:pt>
                <c:pt idx="7948">
                  <c:v>6.0049999999999999</c:v>
                </c:pt>
                <c:pt idx="7949">
                  <c:v>6.0053000000000001</c:v>
                </c:pt>
                <c:pt idx="7950">
                  <c:v>6.0056099999999999</c:v>
                </c:pt>
                <c:pt idx="7951">
                  <c:v>6.0059199999999997</c:v>
                </c:pt>
                <c:pt idx="7952">
                  <c:v>6.0062199999999999</c:v>
                </c:pt>
                <c:pt idx="7953">
                  <c:v>6.0065299999999997</c:v>
                </c:pt>
                <c:pt idx="7954">
                  <c:v>6.0068299999999999</c:v>
                </c:pt>
                <c:pt idx="7955">
                  <c:v>6.0071399999999997</c:v>
                </c:pt>
                <c:pt idx="7956">
                  <c:v>6.0074399999999999</c:v>
                </c:pt>
                <c:pt idx="7957">
                  <c:v>6.0077499999999997</c:v>
                </c:pt>
                <c:pt idx="7958">
                  <c:v>6.0080499999999999</c:v>
                </c:pt>
                <c:pt idx="7959">
                  <c:v>6.0083599999999997</c:v>
                </c:pt>
                <c:pt idx="7960">
                  <c:v>6.0086599999999999</c:v>
                </c:pt>
                <c:pt idx="7961">
                  <c:v>6.0089699999999997</c:v>
                </c:pt>
                <c:pt idx="7962">
                  <c:v>6.0092699999999999</c:v>
                </c:pt>
                <c:pt idx="7963">
                  <c:v>6.0095799999999997</c:v>
                </c:pt>
                <c:pt idx="7964">
                  <c:v>6.0098900000000004</c:v>
                </c:pt>
                <c:pt idx="7965">
                  <c:v>6.0101899999999997</c:v>
                </c:pt>
                <c:pt idx="7966">
                  <c:v>6.0105000000000004</c:v>
                </c:pt>
                <c:pt idx="7967">
                  <c:v>6.0107999999999997</c:v>
                </c:pt>
                <c:pt idx="7968">
                  <c:v>6.0111100000000004</c:v>
                </c:pt>
                <c:pt idx="7969">
                  <c:v>6.0114099999999997</c:v>
                </c:pt>
                <c:pt idx="7970">
                  <c:v>6.0117200000000004</c:v>
                </c:pt>
                <c:pt idx="7971">
                  <c:v>6.0120199999999997</c:v>
                </c:pt>
                <c:pt idx="7972">
                  <c:v>6.0123300000000004</c:v>
                </c:pt>
                <c:pt idx="7973">
                  <c:v>6.0126299999999997</c:v>
                </c:pt>
                <c:pt idx="7974">
                  <c:v>6.0129400000000004</c:v>
                </c:pt>
                <c:pt idx="7975">
                  <c:v>6.0132399999999997</c:v>
                </c:pt>
                <c:pt idx="7976">
                  <c:v>6.0135500000000004</c:v>
                </c:pt>
                <c:pt idx="7977">
                  <c:v>6.0138600000000002</c:v>
                </c:pt>
                <c:pt idx="7978">
                  <c:v>6.0141600000000004</c:v>
                </c:pt>
                <c:pt idx="7979">
                  <c:v>6.0144700000000002</c:v>
                </c:pt>
                <c:pt idx="7980">
                  <c:v>6.0147700000000004</c:v>
                </c:pt>
                <c:pt idx="7981">
                  <c:v>6.0150800000000002</c:v>
                </c:pt>
                <c:pt idx="7982">
                  <c:v>6.0153800000000004</c:v>
                </c:pt>
                <c:pt idx="7983">
                  <c:v>6.0156900000000002</c:v>
                </c:pt>
                <c:pt idx="7984">
                  <c:v>6.0159900000000004</c:v>
                </c:pt>
                <c:pt idx="7985">
                  <c:v>6.0163000000000002</c:v>
                </c:pt>
                <c:pt idx="7986">
                  <c:v>6.0166000000000004</c:v>
                </c:pt>
                <c:pt idx="7987">
                  <c:v>6.0169100000000002</c:v>
                </c:pt>
                <c:pt idx="7988">
                  <c:v>6.0172100000000004</c:v>
                </c:pt>
                <c:pt idx="7989">
                  <c:v>6.0175200000000002</c:v>
                </c:pt>
                <c:pt idx="7990">
                  <c:v>6.01783</c:v>
                </c:pt>
                <c:pt idx="7991">
                  <c:v>6.0181300000000002</c:v>
                </c:pt>
                <c:pt idx="7992">
                  <c:v>6.01844</c:v>
                </c:pt>
                <c:pt idx="7993">
                  <c:v>6.0187400000000002</c:v>
                </c:pt>
                <c:pt idx="7994">
                  <c:v>6.01905</c:v>
                </c:pt>
                <c:pt idx="7995">
                  <c:v>6.0193500000000002</c:v>
                </c:pt>
                <c:pt idx="7996">
                  <c:v>6.01966</c:v>
                </c:pt>
                <c:pt idx="7997">
                  <c:v>6.0199600000000002</c:v>
                </c:pt>
                <c:pt idx="7998">
                  <c:v>6.02027</c:v>
                </c:pt>
                <c:pt idx="7999">
                  <c:v>6.0205700000000002</c:v>
                </c:pt>
                <c:pt idx="8000">
                  <c:v>6.02088</c:v>
                </c:pt>
                <c:pt idx="8001">
                  <c:v>6.0211800000000002</c:v>
                </c:pt>
                <c:pt idx="8002">
                  <c:v>6.02149</c:v>
                </c:pt>
                <c:pt idx="8003">
                  <c:v>6.0217999999999998</c:v>
                </c:pt>
                <c:pt idx="8004">
                  <c:v>6.0221</c:v>
                </c:pt>
                <c:pt idx="8005">
                  <c:v>6.0224099999999998</c:v>
                </c:pt>
                <c:pt idx="8006">
                  <c:v>6.02271</c:v>
                </c:pt>
                <c:pt idx="8007">
                  <c:v>6.0230199999999998</c:v>
                </c:pt>
                <c:pt idx="8008">
                  <c:v>6.02332</c:v>
                </c:pt>
                <c:pt idx="8009">
                  <c:v>6.0236299999999998</c:v>
                </c:pt>
                <c:pt idx="8010">
                  <c:v>6.02393</c:v>
                </c:pt>
                <c:pt idx="8011">
                  <c:v>6.0242399999999998</c:v>
                </c:pt>
                <c:pt idx="8012">
                  <c:v>6.02454</c:v>
                </c:pt>
                <c:pt idx="8013">
                  <c:v>6.0248499999999998</c:v>
                </c:pt>
                <c:pt idx="8014">
                  <c:v>6.0251599999999996</c:v>
                </c:pt>
                <c:pt idx="8015">
                  <c:v>6.0254599999999998</c:v>
                </c:pt>
                <c:pt idx="8016">
                  <c:v>6.0257699999999996</c:v>
                </c:pt>
                <c:pt idx="8017">
                  <c:v>6.0260699999999998</c:v>
                </c:pt>
                <c:pt idx="8018">
                  <c:v>6.0263799999999996</c:v>
                </c:pt>
                <c:pt idx="8019">
                  <c:v>6.0266799999999998</c:v>
                </c:pt>
                <c:pt idx="8020">
                  <c:v>6.0269899999999996</c:v>
                </c:pt>
                <c:pt idx="8021">
                  <c:v>6.0272899999999998</c:v>
                </c:pt>
                <c:pt idx="8022">
                  <c:v>6.0275999999999996</c:v>
                </c:pt>
                <c:pt idx="8023">
                  <c:v>6.0278999999999998</c:v>
                </c:pt>
                <c:pt idx="8024">
                  <c:v>6.0282099999999996</c:v>
                </c:pt>
                <c:pt idx="8025">
                  <c:v>6.0285099999999998</c:v>
                </c:pt>
                <c:pt idx="8026">
                  <c:v>6.0288199999999996</c:v>
                </c:pt>
                <c:pt idx="8027">
                  <c:v>6.0291300000000003</c:v>
                </c:pt>
                <c:pt idx="8028">
                  <c:v>6.0294299999999996</c:v>
                </c:pt>
                <c:pt idx="8029">
                  <c:v>6.0297400000000003</c:v>
                </c:pt>
                <c:pt idx="8030">
                  <c:v>6.0300399999999996</c:v>
                </c:pt>
                <c:pt idx="8031">
                  <c:v>6.0303500000000003</c:v>
                </c:pt>
                <c:pt idx="8032">
                  <c:v>6.0306499999999996</c:v>
                </c:pt>
                <c:pt idx="8033">
                  <c:v>6.0309600000000003</c:v>
                </c:pt>
                <c:pt idx="8034">
                  <c:v>6.0312599999999996</c:v>
                </c:pt>
                <c:pt idx="8035">
                  <c:v>6.0315700000000003</c:v>
                </c:pt>
                <c:pt idx="8036">
                  <c:v>6.0318699999999996</c:v>
                </c:pt>
                <c:pt idx="8037">
                  <c:v>6.0321800000000003</c:v>
                </c:pt>
                <c:pt idx="8038">
                  <c:v>6.0324799999999996</c:v>
                </c:pt>
                <c:pt idx="8039">
                  <c:v>6.0327900000000003</c:v>
                </c:pt>
                <c:pt idx="8040">
                  <c:v>6.0331000000000001</c:v>
                </c:pt>
                <c:pt idx="8041">
                  <c:v>6.0334000000000003</c:v>
                </c:pt>
                <c:pt idx="8042">
                  <c:v>6.0337100000000001</c:v>
                </c:pt>
                <c:pt idx="8043">
                  <c:v>6.0340100000000003</c:v>
                </c:pt>
                <c:pt idx="8044">
                  <c:v>6.0343200000000001</c:v>
                </c:pt>
                <c:pt idx="8045">
                  <c:v>6.0346200000000003</c:v>
                </c:pt>
                <c:pt idx="8046">
                  <c:v>6.0349300000000001</c:v>
                </c:pt>
                <c:pt idx="8047">
                  <c:v>6.0352300000000003</c:v>
                </c:pt>
                <c:pt idx="8048">
                  <c:v>6.0355400000000001</c:v>
                </c:pt>
                <c:pt idx="8049">
                  <c:v>6.0358400000000003</c:v>
                </c:pt>
                <c:pt idx="8050">
                  <c:v>6.0361500000000001</c:v>
                </c:pt>
                <c:pt idx="8051">
                  <c:v>6.0364500000000003</c:v>
                </c:pt>
                <c:pt idx="8052">
                  <c:v>6.0367600000000001</c:v>
                </c:pt>
                <c:pt idx="8053">
                  <c:v>6.0370699999999999</c:v>
                </c:pt>
                <c:pt idx="8054">
                  <c:v>6.0373700000000001</c:v>
                </c:pt>
                <c:pt idx="8055">
                  <c:v>6.0376799999999999</c:v>
                </c:pt>
                <c:pt idx="8056">
                  <c:v>6.0379800000000001</c:v>
                </c:pt>
                <c:pt idx="8057">
                  <c:v>6.0382899999999999</c:v>
                </c:pt>
                <c:pt idx="8058">
                  <c:v>6.0385900000000001</c:v>
                </c:pt>
                <c:pt idx="8059">
                  <c:v>6.0388999999999999</c:v>
                </c:pt>
                <c:pt idx="8060">
                  <c:v>6.0392000000000001</c:v>
                </c:pt>
                <c:pt idx="8061">
                  <c:v>6.0395099999999999</c:v>
                </c:pt>
                <c:pt idx="8062">
                  <c:v>6.0398100000000001</c:v>
                </c:pt>
                <c:pt idx="8063">
                  <c:v>6.0401199999999999</c:v>
                </c:pt>
                <c:pt idx="8064">
                  <c:v>6.0404200000000001</c:v>
                </c:pt>
                <c:pt idx="8065">
                  <c:v>6.0407299999999999</c:v>
                </c:pt>
                <c:pt idx="8066">
                  <c:v>6.0410399999999997</c:v>
                </c:pt>
                <c:pt idx="8067">
                  <c:v>6.0413399999999999</c:v>
                </c:pt>
                <c:pt idx="8068">
                  <c:v>6.0416499999999997</c:v>
                </c:pt>
                <c:pt idx="8069">
                  <c:v>6.0419499999999999</c:v>
                </c:pt>
                <c:pt idx="8070">
                  <c:v>6.0422599999999997</c:v>
                </c:pt>
                <c:pt idx="8071">
                  <c:v>6.0425599999999999</c:v>
                </c:pt>
                <c:pt idx="8072">
                  <c:v>6.0428699999999997</c:v>
                </c:pt>
                <c:pt idx="8073">
                  <c:v>6.0431699999999999</c:v>
                </c:pt>
                <c:pt idx="8074">
                  <c:v>6.0434799999999997</c:v>
                </c:pt>
                <c:pt idx="8075">
                  <c:v>6.0437799999999999</c:v>
                </c:pt>
                <c:pt idx="8076">
                  <c:v>6.0440899999999997</c:v>
                </c:pt>
                <c:pt idx="8077">
                  <c:v>6.0444000000000004</c:v>
                </c:pt>
                <c:pt idx="8078">
                  <c:v>6.0446999999999997</c:v>
                </c:pt>
                <c:pt idx="8079">
                  <c:v>6.0450100000000004</c:v>
                </c:pt>
                <c:pt idx="8080">
                  <c:v>6.0453099999999997</c:v>
                </c:pt>
                <c:pt idx="8081">
                  <c:v>6.0456200000000004</c:v>
                </c:pt>
                <c:pt idx="8082">
                  <c:v>6.0459199999999997</c:v>
                </c:pt>
                <c:pt idx="8083">
                  <c:v>6.0462300000000004</c:v>
                </c:pt>
                <c:pt idx="8084">
                  <c:v>6.0465299999999997</c:v>
                </c:pt>
                <c:pt idx="8085">
                  <c:v>6.0468400000000004</c:v>
                </c:pt>
                <c:pt idx="8086">
                  <c:v>6.0471399999999997</c:v>
                </c:pt>
                <c:pt idx="8087">
                  <c:v>6.0474500000000004</c:v>
                </c:pt>
                <c:pt idx="8088">
                  <c:v>6.0477499999999997</c:v>
                </c:pt>
                <c:pt idx="8089">
                  <c:v>6.0480600000000004</c:v>
                </c:pt>
                <c:pt idx="8090">
                  <c:v>6.0483700000000002</c:v>
                </c:pt>
                <c:pt idx="8091">
                  <c:v>6.0486700000000004</c:v>
                </c:pt>
                <c:pt idx="8092">
                  <c:v>6.0489800000000002</c:v>
                </c:pt>
                <c:pt idx="8093">
                  <c:v>6.0492800000000004</c:v>
                </c:pt>
                <c:pt idx="8094">
                  <c:v>6.0495900000000002</c:v>
                </c:pt>
                <c:pt idx="8095">
                  <c:v>6.0498900000000004</c:v>
                </c:pt>
                <c:pt idx="8096">
                  <c:v>6.0502000000000002</c:v>
                </c:pt>
                <c:pt idx="8097">
                  <c:v>6.0505000000000004</c:v>
                </c:pt>
                <c:pt idx="8098">
                  <c:v>6.0508100000000002</c:v>
                </c:pt>
                <c:pt idx="8099">
                  <c:v>6.0511100000000004</c:v>
                </c:pt>
                <c:pt idx="8100">
                  <c:v>6.0514200000000002</c:v>
                </c:pt>
                <c:pt idx="8101">
                  <c:v>6.0517200000000004</c:v>
                </c:pt>
                <c:pt idx="8102">
                  <c:v>6.0520300000000002</c:v>
                </c:pt>
                <c:pt idx="8103">
                  <c:v>6.0523400000000001</c:v>
                </c:pt>
                <c:pt idx="8104">
                  <c:v>6.0526400000000002</c:v>
                </c:pt>
                <c:pt idx="8105">
                  <c:v>6.0529500000000001</c:v>
                </c:pt>
                <c:pt idx="8106">
                  <c:v>6.0532500000000002</c:v>
                </c:pt>
                <c:pt idx="8107">
                  <c:v>6.0535600000000001</c:v>
                </c:pt>
                <c:pt idx="8108">
                  <c:v>6.0538600000000002</c:v>
                </c:pt>
                <c:pt idx="8109">
                  <c:v>6.0541700000000001</c:v>
                </c:pt>
                <c:pt idx="8110">
                  <c:v>6.0544700000000002</c:v>
                </c:pt>
                <c:pt idx="8111">
                  <c:v>6.0547800000000001</c:v>
                </c:pt>
                <c:pt idx="8112">
                  <c:v>6.0550800000000002</c:v>
                </c:pt>
                <c:pt idx="8113">
                  <c:v>6.0553900000000001</c:v>
                </c:pt>
                <c:pt idx="8114">
                  <c:v>6.0556900000000002</c:v>
                </c:pt>
                <c:pt idx="8115">
                  <c:v>6.056</c:v>
                </c:pt>
                <c:pt idx="8116">
                  <c:v>6.0563099999999999</c:v>
                </c:pt>
                <c:pt idx="8117">
                  <c:v>6.05661</c:v>
                </c:pt>
                <c:pt idx="8118">
                  <c:v>6.0569199999999999</c:v>
                </c:pt>
                <c:pt idx="8119">
                  <c:v>6.05722</c:v>
                </c:pt>
                <c:pt idx="8120">
                  <c:v>6.0575299999999999</c:v>
                </c:pt>
                <c:pt idx="8121">
                  <c:v>6.05783</c:v>
                </c:pt>
                <c:pt idx="8122">
                  <c:v>6.0581399999999999</c:v>
                </c:pt>
                <c:pt idx="8123">
                  <c:v>6.05844</c:v>
                </c:pt>
                <c:pt idx="8124">
                  <c:v>6.0587499999999999</c:v>
                </c:pt>
                <c:pt idx="8125">
                  <c:v>6.05905</c:v>
                </c:pt>
                <c:pt idx="8126">
                  <c:v>6.0593599999999999</c:v>
                </c:pt>
                <c:pt idx="8127">
                  <c:v>6.0596699999999997</c:v>
                </c:pt>
                <c:pt idx="8128">
                  <c:v>6.0599699999999999</c:v>
                </c:pt>
                <c:pt idx="8129">
                  <c:v>6.0602799999999997</c:v>
                </c:pt>
                <c:pt idx="8130">
                  <c:v>6.0605799999999999</c:v>
                </c:pt>
                <c:pt idx="8131">
                  <c:v>6.0608899999999997</c:v>
                </c:pt>
                <c:pt idx="8132">
                  <c:v>6.0611899999999999</c:v>
                </c:pt>
                <c:pt idx="8133">
                  <c:v>6.0614999999999997</c:v>
                </c:pt>
                <c:pt idx="8134">
                  <c:v>6.0617999999999999</c:v>
                </c:pt>
                <c:pt idx="8135">
                  <c:v>6.0621099999999997</c:v>
                </c:pt>
                <c:pt idx="8136">
                  <c:v>6.0624099999999999</c:v>
                </c:pt>
                <c:pt idx="8137">
                  <c:v>6.0627199999999997</c:v>
                </c:pt>
                <c:pt idx="8138">
                  <c:v>6.0630199999999999</c:v>
                </c:pt>
                <c:pt idx="8139">
                  <c:v>6.0633299999999997</c:v>
                </c:pt>
                <c:pt idx="8140">
                  <c:v>6.0636400000000004</c:v>
                </c:pt>
                <c:pt idx="8141">
                  <c:v>6.0639399999999997</c:v>
                </c:pt>
                <c:pt idx="8142">
                  <c:v>6.0642500000000004</c:v>
                </c:pt>
                <c:pt idx="8143">
                  <c:v>6.0645499999999997</c:v>
                </c:pt>
                <c:pt idx="8144">
                  <c:v>6.0648600000000004</c:v>
                </c:pt>
                <c:pt idx="8145">
                  <c:v>6.0651599999999997</c:v>
                </c:pt>
                <c:pt idx="8146">
                  <c:v>6.0654700000000004</c:v>
                </c:pt>
                <c:pt idx="8147">
                  <c:v>6.0657699999999997</c:v>
                </c:pt>
                <c:pt idx="8148">
                  <c:v>6.0660800000000004</c:v>
                </c:pt>
                <c:pt idx="8149">
                  <c:v>6.0663799999999997</c:v>
                </c:pt>
                <c:pt idx="8150">
                  <c:v>6.0666900000000004</c:v>
                </c:pt>
                <c:pt idx="8151">
                  <c:v>6.0669899999999997</c:v>
                </c:pt>
                <c:pt idx="8152">
                  <c:v>6.0673000000000004</c:v>
                </c:pt>
                <c:pt idx="8153">
                  <c:v>6.0676100000000002</c:v>
                </c:pt>
                <c:pt idx="8154">
                  <c:v>6.0679100000000004</c:v>
                </c:pt>
                <c:pt idx="8155">
                  <c:v>6.0682200000000002</c:v>
                </c:pt>
                <c:pt idx="8156">
                  <c:v>6.0685200000000004</c:v>
                </c:pt>
                <c:pt idx="8157">
                  <c:v>6.0688300000000002</c:v>
                </c:pt>
                <c:pt idx="8158">
                  <c:v>6.0691300000000004</c:v>
                </c:pt>
                <c:pt idx="8159">
                  <c:v>6.0694400000000002</c:v>
                </c:pt>
                <c:pt idx="8160">
                  <c:v>6.0697400000000004</c:v>
                </c:pt>
                <c:pt idx="8161">
                  <c:v>6.0700500000000002</c:v>
                </c:pt>
                <c:pt idx="8162">
                  <c:v>6.0703500000000004</c:v>
                </c:pt>
                <c:pt idx="8163">
                  <c:v>6.0706600000000002</c:v>
                </c:pt>
                <c:pt idx="8164">
                  <c:v>6.0709600000000004</c:v>
                </c:pt>
                <c:pt idx="8165">
                  <c:v>6.0712700000000002</c:v>
                </c:pt>
                <c:pt idx="8166">
                  <c:v>6.07158</c:v>
                </c:pt>
                <c:pt idx="8167">
                  <c:v>6.0718800000000002</c:v>
                </c:pt>
                <c:pt idx="8168">
                  <c:v>6.07219</c:v>
                </c:pt>
                <c:pt idx="8169">
                  <c:v>6.0724900000000002</c:v>
                </c:pt>
                <c:pt idx="8170">
                  <c:v>6.0728</c:v>
                </c:pt>
                <c:pt idx="8171">
                  <c:v>6.0731000000000002</c:v>
                </c:pt>
                <c:pt idx="8172">
                  <c:v>6.07341</c:v>
                </c:pt>
                <c:pt idx="8173">
                  <c:v>6.0737100000000002</c:v>
                </c:pt>
                <c:pt idx="8174">
                  <c:v>6.07402</c:v>
                </c:pt>
                <c:pt idx="8175">
                  <c:v>6.0743200000000002</c:v>
                </c:pt>
                <c:pt idx="8176">
                  <c:v>6.07463</c:v>
                </c:pt>
                <c:pt idx="8177">
                  <c:v>6.0749300000000002</c:v>
                </c:pt>
                <c:pt idx="8178">
                  <c:v>6.07524</c:v>
                </c:pt>
                <c:pt idx="8179">
                  <c:v>6.0755499999999998</c:v>
                </c:pt>
                <c:pt idx="8180">
                  <c:v>6.07585</c:v>
                </c:pt>
                <c:pt idx="8181">
                  <c:v>6.0761599999999998</c:v>
                </c:pt>
                <c:pt idx="8182">
                  <c:v>6.07646</c:v>
                </c:pt>
                <c:pt idx="8183">
                  <c:v>6.0767699999999998</c:v>
                </c:pt>
                <c:pt idx="8184">
                  <c:v>6.07707</c:v>
                </c:pt>
                <c:pt idx="8185">
                  <c:v>6.0773799999999998</c:v>
                </c:pt>
                <c:pt idx="8186">
                  <c:v>6.07768</c:v>
                </c:pt>
                <c:pt idx="8187">
                  <c:v>6.0779899999999998</c:v>
                </c:pt>
                <c:pt idx="8188">
                  <c:v>6.07829</c:v>
                </c:pt>
                <c:pt idx="8189">
                  <c:v>6.0785999999999998</c:v>
                </c:pt>
                <c:pt idx="8190">
                  <c:v>6.0789099999999996</c:v>
                </c:pt>
                <c:pt idx="8191">
                  <c:v>6.0792099999999998</c:v>
                </c:pt>
                <c:pt idx="8192">
                  <c:v>6.0795199999999996</c:v>
                </c:pt>
                <c:pt idx="8193">
                  <c:v>6.0798199999999998</c:v>
                </c:pt>
                <c:pt idx="8194">
                  <c:v>6.0801299999999996</c:v>
                </c:pt>
                <c:pt idx="8195">
                  <c:v>6.0804299999999998</c:v>
                </c:pt>
                <c:pt idx="8196">
                  <c:v>6.0807399999999996</c:v>
                </c:pt>
                <c:pt idx="8197">
                  <c:v>6.0810399999999998</c:v>
                </c:pt>
                <c:pt idx="8198">
                  <c:v>6.0813499999999996</c:v>
                </c:pt>
                <c:pt idx="8199">
                  <c:v>6.0816499999999998</c:v>
                </c:pt>
                <c:pt idx="8200">
                  <c:v>6.0819599999999996</c:v>
                </c:pt>
                <c:pt idx="8201">
                  <c:v>6.0822599999999998</c:v>
                </c:pt>
                <c:pt idx="8202">
                  <c:v>6.0825699999999996</c:v>
                </c:pt>
                <c:pt idx="8203">
                  <c:v>6.0828800000000003</c:v>
                </c:pt>
                <c:pt idx="8204">
                  <c:v>6.0831799999999996</c:v>
                </c:pt>
                <c:pt idx="8205">
                  <c:v>6.0834900000000003</c:v>
                </c:pt>
                <c:pt idx="8206">
                  <c:v>6.0837899999999996</c:v>
                </c:pt>
                <c:pt idx="8207">
                  <c:v>6.0841000000000003</c:v>
                </c:pt>
                <c:pt idx="8208">
                  <c:v>6.0843999999999996</c:v>
                </c:pt>
                <c:pt idx="8209">
                  <c:v>6.0847100000000003</c:v>
                </c:pt>
                <c:pt idx="8210">
                  <c:v>6.0850099999999996</c:v>
                </c:pt>
                <c:pt idx="8211">
                  <c:v>6.0853200000000003</c:v>
                </c:pt>
                <c:pt idx="8212">
                  <c:v>6.0856199999999996</c:v>
                </c:pt>
                <c:pt idx="8213">
                  <c:v>6.0859300000000003</c:v>
                </c:pt>
                <c:pt idx="8214">
                  <c:v>6.0862299999999996</c:v>
                </c:pt>
                <c:pt idx="8215">
                  <c:v>6.0865400000000003</c:v>
                </c:pt>
                <c:pt idx="8216">
                  <c:v>6.0868500000000001</c:v>
                </c:pt>
                <c:pt idx="8217">
                  <c:v>6.0871500000000003</c:v>
                </c:pt>
                <c:pt idx="8218">
                  <c:v>6.0874600000000001</c:v>
                </c:pt>
                <c:pt idx="8219">
                  <c:v>6.0877600000000003</c:v>
                </c:pt>
                <c:pt idx="8220">
                  <c:v>6.0880700000000001</c:v>
                </c:pt>
                <c:pt idx="8221">
                  <c:v>6.0883700000000003</c:v>
                </c:pt>
                <c:pt idx="8222">
                  <c:v>6.0886800000000001</c:v>
                </c:pt>
                <c:pt idx="8223">
                  <c:v>6.0889800000000003</c:v>
                </c:pt>
                <c:pt idx="8224">
                  <c:v>6.0892900000000001</c:v>
                </c:pt>
                <c:pt idx="8225">
                  <c:v>6.0895900000000003</c:v>
                </c:pt>
                <c:pt idx="8226">
                  <c:v>6.0899000000000001</c:v>
                </c:pt>
                <c:pt idx="8227">
                  <c:v>6.0902000000000003</c:v>
                </c:pt>
                <c:pt idx="8228">
                  <c:v>6.0905100000000001</c:v>
                </c:pt>
                <c:pt idx="8229">
                  <c:v>6.0908199999999999</c:v>
                </c:pt>
                <c:pt idx="8230">
                  <c:v>6.0911200000000001</c:v>
                </c:pt>
                <c:pt idx="8231">
                  <c:v>6.0914299999999999</c:v>
                </c:pt>
                <c:pt idx="8232">
                  <c:v>6.0917300000000001</c:v>
                </c:pt>
                <c:pt idx="8233">
                  <c:v>6.0920399999999999</c:v>
                </c:pt>
                <c:pt idx="8234">
                  <c:v>6.0923400000000001</c:v>
                </c:pt>
                <c:pt idx="8235">
                  <c:v>6.0926499999999999</c:v>
                </c:pt>
                <c:pt idx="8236">
                  <c:v>6.0929500000000001</c:v>
                </c:pt>
                <c:pt idx="8237">
                  <c:v>6.0932599999999999</c:v>
                </c:pt>
                <c:pt idx="8238">
                  <c:v>6.0935600000000001</c:v>
                </c:pt>
                <c:pt idx="8239">
                  <c:v>6.0938699999999999</c:v>
                </c:pt>
                <c:pt idx="8240">
                  <c:v>6.0941700000000001</c:v>
                </c:pt>
                <c:pt idx="8241">
                  <c:v>6.0944799999999999</c:v>
                </c:pt>
                <c:pt idx="8242">
                  <c:v>6.0947899999999997</c:v>
                </c:pt>
                <c:pt idx="8243">
                  <c:v>6.0950899999999999</c:v>
                </c:pt>
                <c:pt idx="8244">
                  <c:v>6.0953999999999997</c:v>
                </c:pt>
                <c:pt idx="8245">
                  <c:v>6.0956999999999999</c:v>
                </c:pt>
                <c:pt idx="8246">
                  <c:v>6.0960099999999997</c:v>
                </c:pt>
                <c:pt idx="8247">
                  <c:v>6.0963099999999999</c:v>
                </c:pt>
                <c:pt idx="8248">
                  <c:v>6.0966199999999997</c:v>
                </c:pt>
                <c:pt idx="8249">
                  <c:v>6.0969199999999999</c:v>
                </c:pt>
                <c:pt idx="8250">
                  <c:v>6.0972299999999997</c:v>
                </c:pt>
                <c:pt idx="8251">
                  <c:v>6.0975299999999999</c:v>
                </c:pt>
                <c:pt idx="8252">
                  <c:v>6.0978399999999997</c:v>
                </c:pt>
                <c:pt idx="8253">
                  <c:v>6.0981500000000004</c:v>
                </c:pt>
                <c:pt idx="8254">
                  <c:v>6.0984499999999997</c:v>
                </c:pt>
                <c:pt idx="8255">
                  <c:v>6.0987600000000004</c:v>
                </c:pt>
                <c:pt idx="8256">
                  <c:v>6.0990599999999997</c:v>
                </c:pt>
                <c:pt idx="8257">
                  <c:v>6.0993700000000004</c:v>
                </c:pt>
                <c:pt idx="8258">
                  <c:v>6.0996699999999997</c:v>
                </c:pt>
                <c:pt idx="8259">
                  <c:v>6.0999800000000004</c:v>
                </c:pt>
                <c:pt idx="8260">
                  <c:v>6.1002799999999997</c:v>
                </c:pt>
                <c:pt idx="8261">
                  <c:v>6.1005900000000004</c:v>
                </c:pt>
                <c:pt idx="8262">
                  <c:v>6.1008899999999997</c:v>
                </c:pt>
                <c:pt idx="8263">
                  <c:v>6.1012000000000004</c:v>
                </c:pt>
                <c:pt idx="8264">
                  <c:v>6.1014999999999997</c:v>
                </c:pt>
                <c:pt idx="8265">
                  <c:v>6.1018100000000004</c:v>
                </c:pt>
                <c:pt idx="8266">
                  <c:v>6.1021200000000002</c:v>
                </c:pt>
                <c:pt idx="8267">
                  <c:v>6.1024200000000004</c:v>
                </c:pt>
                <c:pt idx="8268">
                  <c:v>6.1027300000000002</c:v>
                </c:pt>
                <c:pt idx="8269">
                  <c:v>6.1030300000000004</c:v>
                </c:pt>
                <c:pt idx="8270">
                  <c:v>6.1033400000000002</c:v>
                </c:pt>
                <c:pt idx="8271">
                  <c:v>6.1036400000000004</c:v>
                </c:pt>
                <c:pt idx="8272">
                  <c:v>6.1039500000000002</c:v>
                </c:pt>
                <c:pt idx="8273">
                  <c:v>6.1042500000000004</c:v>
                </c:pt>
                <c:pt idx="8274">
                  <c:v>6.1045600000000002</c:v>
                </c:pt>
                <c:pt idx="8275">
                  <c:v>6.1048600000000004</c:v>
                </c:pt>
                <c:pt idx="8276">
                  <c:v>6.1051700000000002</c:v>
                </c:pt>
                <c:pt idx="8277">
                  <c:v>6.1054700000000004</c:v>
                </c:pt>
                <c:pt idx="8278">
                  <c:v>6.1057800000000002</c:v>
                </c:pt>
                <c:pt idx="8279">
                  <c:v>6.10609</c:v>
                </c:pt>
                <c:pt idx="8280">
                  <c:v>6.1063900000000002</c:v>
                </c:pt>
                <c:pt idx="8281">
                  <c:v>6.1067</c:v>
                </c:pt>
                <c:pt idx="8282">
                  <c:v>6.1070000000000002</c:v>
                </c:pt>
                <c:pt idx="8283">
                  <c:v>6.10731</c:v>
                </c:pt>
                <c:pt idx="8284">
                  <c:v>6.1076100000000002</c:v>
                </c:pt>
                <c:pt idx="8285">
                  <c:v>6.10792</c:v>
                </c:pt>
                <c:pt idx="8286">
                  <c:v>6.1082200000000002</c:v>
                </c:pt>
                <c:pt idx="8287">
                  <c:v>6.10853</c:v>
                </c:pt>
                <c:pt idx="8288">
                  <c:v>6.1088300000000002</c:v>
                </c:pt>
                <c:pt idx="8289">
                  <c:v>6.10914</c:v>
                </c:pt>
                <c:pt idx="8290">
                  <c:v>6.1094400000000002</c:v>
                </c:pt>
                <c:pt idx="8291">
                  <c:v>6.10975</c:v>
                </c:pt>
                <c:pt idx="8292">
                  <c:v>6.1100599999999998</c:v>
                </c:pt>
                <c:pt idx="8293">
                  <c:v>6.11036</c:v>
                </c:pt>
                <c:pt idx="8294">
                  <c:v>6.1106699999999998</c:v>
                </c:pt>
                <c:pt idx="8295">
                  <c:v>6.11097</c:v>
                </c:pt>
                <c:pt idx="8296">
                  <c:v>6.1112799999999998</c:v>
                </c:pt>
                <c:pt idx="8297">
                  <c:v>6.11158</c:v>
                </c:pt>
                <c:pt idx="8298">
                  <c:v>6.1118899999999998</c:v>
                </c:pt>
                <c:pt idx="8299">
                  <c:v>6.11219</c:v>
                </c:pt>
                <c:pt idx="8300">
                  <c:v>6.1124999999999998</c:v>
                </c:pt>
                <c:pt idx="8301">
                  <c:v>6.1128</c:v>
                </c:pt>
                <c:pt idx="8302">
                  <c:v>6.1131099999999998</c:v>
                </c:pt>
                <c:pt idx="8303">
                  <c:v>6.1134199999999996</c:v>
                </c:pt>
                <c:pt idx="8304">
                  <c:v>6.1137199999999998</c:v>
                </c:pt>
                <c:pt idx="8305">
                  <c:v>6.1140299999999996</c:v>
                </c:pt>
                <c:pt idx="8306">
                  <c:v>6.1143299999999998</c:v>
                </c:pt>
                <c:pt idx="8307">
                  <c:v>6.1146399999999996</c:v>
                </c:pt>
                <c:pt idx="8308">
                  <c:v>6.1149399999999998</c:v>
                </c:pt>
                <c:pt idx="8309">
                  <c:v>6.1152499999999996</c:v>
                </c:pt>
                <c:pt idx="8310">
                  <c:v>6.1155499999999998</c:v>
                </c:pt>
                <c:pt idx="8311">
                  <c:v>6.1158599999999996</c:v>
                </c:pt>
                <c:pt idx="8312">
                  <c:v>6.1161599999999998</c:v>
                </c:pt>
                <c:pt idx="8313">
                  <c:v>6.1164699999999996</c:v>
                </c:pt>
                <c:pt idx="8314">
                  <c:v>6.1167699999999998</c:v>
                </c:pt>
                <c:pt idx="8315">
                  <c:v>6.1170799999999996</c:v>
                </c:pt>
                <c:pt idx="8316">
                  <c:v>6.1173900000000003</c:v>
                </c:pt>
                <c:pt idx="8317">
                  <c:v>6.1176899999999996</c:v>
                </c:pt>
                <c:pt idx="8318">
                  <c:v>6.1180000000000003</c:v>
                </c:pt>
                <c:pt idx="8319">
                  <c:v>6.1182999999999996</c:v>
                </c:pt>
                <c:pt idx="8320">
                  <c:v>6.1186100000000003</c:v>
                </c:pt>
                <c:pt idx="8321">
                  <c:v>6.1189099999999996</c:v>
                </c:pt>
                <c:pt idx="8322">
                  <c:v>6.1192200000000003</c:v>
                </c:pt>
                <c:pt idx="8323">
                  <c:v>6.1195199999999996</c:v>
                </c:pt>
                <c:pt idx="8324">
                  <c:v>6.1198300000000003</c:v>
                </c:pt>
                <c:pt idx="8325">
                  <c:v>6.1201299999999996</c:v>
                </c:pt>
                <c:pt idx="8326">
                  <c:v>6.1204400000000003</c:v>
                </c:pt>
                <c:pt idx="8327">
                  <c:v>6.1207399999999996</c:v>
                </c:pt>
                <c:pt idx="8328">
                  <c:v>6.1210500000000003</c:v>
                </c:pt>
                <c:pt idx="8329">
                  <c:v>6.1213600000000001</c:v>
                </c:pt>
                <c:pt idx="8330">
                  <c:v>6.1216600000000003</c:v>
                </c:pt>
                <c:pt idx="8331">
                  <c:v>6.1219700000000001</c:v>
                </c:pt>
                <c:pt idx="8332">
                  <c:v>6.1222700000000003</c:v>
                </c:pt>
                <c:pt idx="8333">
                  <c:v>6.1225800000000001</c:v>
                </c:pt>
                <c:pt idx="8334">
                  <c:v>6.1228800000000003</c:v>
                </c:pt>
                <c:pt idx="8335">
                  <c:v>6.1231900000000001</c:v>
                </c:pt>
                <c:pt idx="8336">
                  <c:v>6.1234900000000003</c:v>
                </c:pt>
                <c:pt idx="8337">
                  <c:v>6.1238000000000001</c:v>
                </c:pt>
                <c:pt idx="8338">
                  <c:v>6.1241000000000003</c:v>
                </c:pt>
                <c:pt idx="8339">
                  <c:v>6.1244100000000001</c:v>
                </c:pt>
                <c:pt idx="8340">
                  <c:v>6.1247100000000003</c:v>
                </c:pt>
                <c:pt idx="8341">
                  <c:v>6.1250200000000001</c:v>
                </c:pt>
                <c:pt idx="8342">
                  <c:v>6.1253299999999999</c:v>
                </c:pt>
                <c:pt idx="8343">
                  <c:v>6.1256300000000001</c:v>
                </c:pt>
                <c:pt idx="8344">
                  <c:v>6.1259399999999999</c:v>
                </c:pt>
                <c:pt idx="8345">
                  <c:v>6.1262400000000001</c:v>
                </c:pt>
                <c:pt idx="8346">
                  <c:v>6.1265499999999999</c:v>
                </c:pt>
                <c:pt idx="8347">
                  <c:v>6.1268500000000001</c:v>
                </c:pt>
                <c:pt idx="8348">
                  <c:v>6.1271599999999999</c:v>
                </c:pt>
                <c:pt idx="8349">
                  <c:v>6.1274600000000001</c:v>
                </c:pt>
                <c:pt idx="8350">
                  <c:v>6.1277699999999999</c:v>
                </c:pt>
                <c:pt idx="8351">
                  <c:v>6.1280700000000001</c:v>
                </c:pt>
                <c:pt idx="8352">
                  <c:v>6.1283799999999999</c:v>
                </c:pt>
                <c:pt idx="8353">
                  <c:v>6.1286800000000001</c:v>
                </c:pt>
                <c:pt idx="8354">
                  <c:v>6.1289899999999999</c:v>
                </c:pt>
                <c:pt idx="8355">
                  <c:v>6.1292999999999997</c:v>
                </c:pt>
                <c:pt idx="8356">
                  <c:v>6.1295999999999999</c:v>
                </c:pt>
                <c:pt idx="8357">
                  <c:v>6.1299099999999997</c:v>
                </c:pt>
                <c:pt idx="8358">
                  <c:v>6.1302099999999999</c:v>
                </c:pt>
                <c:pt idx="8359">
                  <c:v>6.1305199999999997</c:v>
                </c:pt>
                <c:pt idx="8360">
                  <c:v>6.1308199999999999</c:v>
                </c:pt>
                <c:pt idx="8361">
                  <c:v>6.1311299999999997</c:v>
                </c:pt>
                <c:pt idx="8362">
                  <c:v>6.1314299999999999</c:v>
                </c:pt>
                <c:pt idx="8363">
                  <c:v>6.1317399999999997</c:v>
                </c:pt>
                <c:pt idx="8364">
                  <c:v>6.1320399999999999</c:v>
                </c:pt>
                <c:pt idx="8365">
                  <c:v>6.1323499999999997</c:v>
                </c:pt>
                <c:pt idx="8366">
                  <c:v>6.1326599999999996</c:v>
                </c:pt>
                <c:pt idx="8367">
                  <c:v>6.1329599999999997</c:v>
                </c:pt>
                <c:pt idx="8368">
                  <c:v>6.1332700000000004</c:v>
                </c:pt>
                <c:pt idx="8369">
                  <c:v>6.1335699999999997</c:v>
                </c:pt>
                <c:pt idx="8370">
                  <c:v>6.1338800000000004</c:v>
                </c:pt>
                <c:pt idx="8371">
                  <c:v>6.1341799999999997</c:v>
                </c:pt>
                <c:pt idx="8372">
                  <c:v>6.1344900000000004</c:v>
                </c:pt>
                <c:pt idx="8373">
                  <c:v>6.1347899999999997</c:v>
                </c:pt>
                <c:pt idx="8374">
                  <c:v>6.1351000000000004</c:v>
                </c:pt>
                <c:pt idx="8375">
                  <c:v>6.1353999999999997</c:v>
                </c:pt>
                <c:pt idx="8376">
                  <c:v>6.1357100000000004</c:v>
                </c:pt>
                <c:pt idx="8377">
                  <c:v>6.1360099999999997</c:v>
                </c:pt>
                <c:pt idx="8378">
                  <c:v>6.1363200000000004</c:v>
                </c:pt>
                <c:pt idx="8379">
                  <c:v>6.1366300000000003</c:v>
                </c:pt>
                <c:pt idx="8380">
                  <c:v>6.1369300000000004</c:v>
                </c:pt>
                <c:pt idx="8381">
                  <c:v>6.1372400000000003</c:v>
                </c:pt>
                <c:pt idx="8382">
                  <c:v>6.1375400000000004</c:v>
                </c:pt>
                <c:pt idx="8383">
                  <c:v>6.1378500000000003</c:v>
                </c:pt>
                <c:pt idx="8384">
                  <c:v>6.1381500000000004</c:v>
                </c:pt>
                <c:pt idx="8385">
                  <c:v>6.1384600000000002</c:v>
                </c:pt>
                <c:pt idx="8386">
                  <c:v>6.1387600000000004</c:v>
                </c:pt>
                <c:pt idx="8387">
                  <c:v>6.1390700000000002</c:v>
                </c:pt>
                <c:pt idx="8388">
                  <c:v>6.1393700000000004</c:v>
                </c:pt>
                <c:pt idx="8389">
                  <c:v>6.1396800000000002</c:v>
                </c:pt>
                <c:pt idx="8390">
                  <c:v>6.1399800000000004</c:v>
                </c:pt>
                <c:pt idx="8391">
                  <c:v>6.1402900000000002</c:v>
                </c:pt>
                <c:pt idx="8392">
                  <c:v>6.1406000000000001</c:v>
                </c:pt>
                <c:pt idx="8393">
                  <c:v>6.1409000000000002</c:v>
                </c:pt>
                <c:pt idx="8394">
                  <c:v>6.1412100000000001</c:v>
                </c:pt>
                <c:pt idx="8395">
                  <c:v>6.1415100000000002</c:v>
                </c:pt>
                <c:pt idx="8396">
                  <c:v>6.1418200000000001</c:v>
                </c:pt>
                <c:pt idx="8397">
                  <c:v>6.1421200000000002</c:v>
                </c:pt>
                <c:pt idx="8398">
                  <c:v>6.1424300000000001</c:v>
                </c:pt>
                <c:pt idx="8399">
                  <c:v>6.1427300000000002</c:v>
                </c:pt>
                <c:pt idx="8400">
                  <c:v>6.1430400000000001</c:v>
                </c:pt>
                <c:pt idx="8401">
                  <c:v>6.1433400000000002</c:v>
                </c:pt>
                <c:pt idx="8402">
                  <c:v>6.1436500000000001</c:v>
                </c:pt>
                <c:pt idx="8403">
                  <c:v>6.1439500000000002</c:v>
                </c:pt>
                <c:pt idx="8404">
                  <c:v>6.1442600000000001</c:v>
                </c:pt>
                <c:pt idx="8405">
                  <c:v>6.1445699999999999</c:v>
                </c:pt>
                <c:pt idx="8406">
                  <c:v>6.1448700000000001</c:v>
                </c:pt>
                <c:pt idx="8407">
                  <c:v>6.1451799999999999</c:v>
                </c:pt>
                <c:pt idx="8408">
                  <c:v>6.1454800000000001</c:v>
                </c:pt>
                <c:pt idx="8409">
                  <c:v>6.1457899999999999</c:v>
                </c:pt>
                <c:pt idx="8410">
                  <c:v>6.1460900000000001</c:v>
                </c:pt>
                <c:pt idx="8411">
                  <c:v>6.1463999999999999</c:v>
                </c:pt>
                <c:pt idx="8412">
                  <c:v>6.1467000000000001</c:v>
                </c:pt>
                <c:pt idx="8413">
                  <c:v>6.1470099999999999</c:v>
                </c:pt>
                <c:pt idx="8414">
                  <c:v>6.1473100000000001</c:v>
                </c:pt>
                <c:pt idx="8415">
                  <c:v>6.1476199999999999</c:v>
                </c:pt>
                <c:pt idx="8416">
                  <c:v>6.1479200000000001</c:v>
                </c:pt>
                <c:pt idx="8417">
                  <c:v>6.1482299999999999</c:v>
                </c:pt>
                <c:pt idx="8418">
                  <c:v>6.1485399999999997</c:v>
                </c:pt>
                <c:pt idx="8419">
                  <c:v>6.1488399999999999</c:v>
                </c:pt>
                <c:pt idx="8420">
                  <c:v>6.1491499999999997</c:v>
                </c:pt>
                <c:pt idx="8421">
                  <c:v>6.1494499999999999</c:v>
                </c:pt>
                <c:pt idx="8422">
                  <c:v>6.1497599999999997</c:v>
                </c:pt>
                <c:pt idx="8423">
                  <c:v>6.1500599999999999</c:v>
                </c:pt>
                <c:pt idx="8424">
                  <c:v>6.1503699999999997</c:v>
                </c:pt>
                <c:pt idx="8425">
                  <c:v>6.1506699999999999</c:v>
                </c:pt>
                <c:pt idx="8426">
                  <c:v>6.1509799999999997</c:v>
                </c:pt>
                <c:pt idx="8427">
                  <c:v>6.1512799999999999</c:v>
                </c:pt>
                <c:pt idx="8428">
                  <c:v>6.1515899999999997</c:v>
                </c:pt>
                <c:pt idx="8429">
                  <c:v>6.1519000000000004</c:v>
                </c:pt>
                <c:pt idx="8430">
                  <c:v>6.1521999999999997</c:v>
                </c:pt>
                <c:pt idx="8431">
                  <c:v>6.1525100000000004</c:v>
                </c:pt>
                <c:pt idx="8432">
                  <c:v>6.1528099999999997</c:v>
                </c:pt>
                <c:pt idx="8433">
                  <c:v>6.1531200000000004</c:v>
                </c:pt>
                <c:pt idx="8434">
                  <c:v>6.1534199999999997</c:v>
                </c:pt>
                <c:pt idx="8435">
                  <c:v>6.1537300000000004</c:v>
                </c:pt>
                <c:pt idx="8436">
                  <c:v>6.1540299999999997</c:v>
                </c:pt>
                <c:pt idx="8437">
                  <c:v>6.1543400000000004</c:v>
                </c:pt>
                <c:pt idx="8438">
                  <c:v>6.1546399999999997</c:v>
                </c:pt>
                <c:pt idx="8439">
                  <c:v>6.1549500000000004</c:v>
                </c:pt>
                <c:pt idx="8440">
                  <c:v>6.1552499999999997</c:v>
                </c:pt>
                <c:pt idx="8441">
                  <c:v>6.1555600000000004</c:v>
                </c:pt>
                <c:pt idx="8442">
                  <c:v>6.1558700000000002</c:v>
                </c:pt>
                <c:pt idx="8443">
                  <c:v>6.1561700000000004</c:v>
                </c:pt>
                <c:pt idx="8444">
                  <c:v>6.1564800000000002</c:v>
                </c:pt>
                <c:pt idx="8445">
                  <c:v>6.1567800000000004</c:v>
                </c:pt>
                <c:pt idx="8446">
                  <c:v>6.1570900000000002</c:v>
                </c:pt>
                <c:pt idx="8447">
                  <c:v>6.1573900000000004</c:v>
                </c:pt>
                <c:pt idx="8448">
                  <c:v>6.1577000000000002</c:v>
                </c:pt>
                <c:pt idx="8449">
                  <c:v>6.1580000000000004</c:v>
                </c:pt>
                <c:pt idx="8450">
                  <c:v>6.1583100000000002</c:v>
                </c:pt>
                <c:pt idx="8451">
                  <c:v>6.1586100000000004</c:v>
                </c:pt>
                <c:pt idx="8452">
                  <c:v>6.1589200000000002</c:v>
                </c:pt>
                <c:pt idx="8453">
                  <c:v>6.1592200000000004</c:v>
                </c:pt>
                <c:pt idx="8454">
                  <c:v>6.1595300000000002</c:v>
                </c:pt>
                <c:pt idx="8455">
                  <c:v>6.15984</c:v>
                </c:pt>
                <c:pt idx="8456">
                  <c:v>6.1601400000000002</c:v>
                </c:pt>
                <c:pt idx="8457">
                  <c:v>6.16045</c:v>
                </c:pt>
                <c:pt idx="8458">
                  <c:v>6.1607500000000002</c:v>
                </c:pt>
                <c:pt idx="8459">
                  <c:v>6.16106</c:v>
                </c:pt>
                <c:pt idx="8460">
                  <c:v>6.1613600000000002</c:v>
                </c:pt>
                <c:pt idx="8461">
                  <c:v>6.16167</c:v>
                </c:pt>
                <c:pt idx="8462">
                  <c:v>6.1619700000000002</c:v>
                </c:pt>
                <c:pt idx="8463">
                  <c:v>6.16228</c:v>
                </c:pt>
                <c:pt idx="8464">
                  <c:v>6.1625800000000002</c:v>
                </c:pt>
                <c:pt idx="8465">
                  <c:v>6.16289</c:v>
                </c:pt>
                <c:pt idx="8466">
                  <c:v>6.1631900000000002</c:v>
                </c:pt>
                <c:pt idx="8467">
                  <c:v>6.1635</c:v>
                </c:pt>
                <c:pt idx="8468">
                  <c:v>6.1638099999999998</c:v>
                </c:pt>
                <c:pt idx="8469">
                  <c:v>6.16411</c:v>
                </c:pt>
                <c:pt idx="8470">
                  <c:v>6.1644199999999998</c:v>
                </c:pt>
                <c:pt idx="8471">
                  <c:v>6.16472</c:v>
                </c:pt>
                <c:pt idx="8472">
                  <c:v>6.1650299999999998</c:v>
                </c:pt>
                <c:pt idx="8473">
                  <c:v>6.16533</c:v>
                </c:pt>
                <c:pt idx="8474">
                  <c:v>6.1656399999999998</c:v>
                </c:pt>
                <c:pt idx="8475">
                  <c:v>6.16594</c:v>
                </c:pt>
                <c:pt idx="8476">
                  <c:v>6.1662499999999998</c:v>
                </c:pt>
                <c:pt idx="8477">
                  <c:v>6.16655</c:v>
                </c:pt>
                <c:pt idx="8478">
                  <c:v>6.1668599999999998</c:v>
                </c:pt>
                <c:pt idx="8479">
                  <c:v>6.16716</c:v>
                </c:pt>
                <c:pt idx="8480">
                  <c:v>6.1674699999999998</c:v>
                </c:pt>
                <c:pt idx="8481">
                  <c:v>6.1677799999999996</c:v>
                </c:pt>
                <c:pt idx="8482">
                  <c:v>6.1680799999999998</c:v>
                </c:pt>
                <c:pt idx="8483">
                  <c:v>6.1683899999999996</c:v>
                </c:pt>
                <c:pt idx="8484">
                  <c:v>6.1686899999999998</c:v>
                </c:pt>
                <c:pt idx="8485">
                  <c:v>6.1689999999999996</c:v>
                </c:pt>
                <c:pt idx="8486">
                  <c:v>6.1692999999999998</c:v>
                </c:pt>
                <c:pt idx="8487">
                  <c:v>6.1696099999999996</c:v>
                </c:pt>
                <c:pt idx="8488">
                  <c:v>6.1699099999999998</c:v>
                </c:pt>
                <c:pt idx="8489">
                  <c:v>6.1702199999999996</c:v>
                </c:pt>
                <c:pt idx="8490">
                  <c:v>6.1705199999999998</c:v>
                </c:pt>
                <c:pt idx="8491">
                  <c:v>6.1708299999999996</c:v>
                </c:pt>
                <c:pt idx="8492">
                  <c:v>6.1711400000000003</c:v>
                </c:pt>
                <c:pt idx="8493">
                  <c:v>6.1714399999999996</c:v>
                </c:pt>
                <c:pt idx="8494">
                  <c:v>6.1717500000000003</c:v>
                </c:pt>
                <c:pt idx="8495">
                  <c:v>6.1720499999999996</c:v>
                </c:pt>
                <c:pt idx="8496">
                  <c:v>6.1723600000000003</c:v>
                </c:pt>
                <c:pt idx="8497">
                  <c:v>6.1726599999999996</c:v>
                </c:pt>
                <c:pt idx="8498">
                  <c:v>6.1729700000000003</c:v>
                </c:pt>
                <c:pt idx="8499">
                  <c:v>6.1732699999999996</c:v>
                </c:pt>
                <c:pt idx="8500">
                  <c:v>6.1735800000000003</c:v>
                </c:pt>
                <c:pt idx="8501">
                  <c:v>6.1738799999999996</c:v>
                </c:pt>
                <c:pt idx="8502">
                  <c:v>6.1741900000000003</c:v>
                </c:pt>
                <c:pt idx="8503">
                  <c:v>6.1744899999999996</c:v>
                </c:pt>
                <c:pt idx="8504">
                  <c:v>6.1748000000000003</c:v>
                </c:pt>
                <c:pt idx="8505">
                  <c:v>6.1751100000000001</c:v>
                </c:pt>
                <c:pt idx="8506">
                  <c:v>6.1754100000000003</c:v>
                </c:pt>
                <c:pt idx="8507">
                  <c:v>6.1757200000000001</c:v>
                </c:pt>
                <c:pt idx="8508">
                  <c:v>6.1760200000000003</c:v>
                </c:pt>
                <c:pt idx="8509">
                  <c:v>6.1763300000000001</c:v>
                </c:pt>
                <c:pt idx="8510">
                  <c:v>6.1766300000000003</c:v>
                </c:pt>
                <c:pt idx="8511">
                  <c:v>6.1769400000000001</c:v>
                </c:pt>
                <c:pt idx="8512">
                  <c:v>6.1772400000000003</c:v>
                </c:pt>
                <c:pt idx="8513">
                  <c:v>6.1775500000000001</c:v>
                </c:pt>
                <c:pt idx="8514">
                  <c:v>6.1778500000000003</c:v>
                </c:pt>
                <c:pt idx="8515">
                  <c:v>6.1781600000000001</c:v>
                </c:pt>
                <c:pt idx="8516">
                  <c:v>6.1784600000000003</c:v>
                </c:pt>
                <c:pt idx="8517">
                  <c:v>6.1787700000000001</c:v>
                </c:pt>
                <c:pt idx="8518">
                  <c:v>6.1790799999999999</c:v>
                </c:pt>
                <c:pt idx="8519">
                  <c:v>6.1793800000000001</c:v>
                </c:pt>
                <c:pt idx="8520">
                  <c:v>6.1796899999999999</c:v>
                </c:pt>
                <c:pt idx="8521">
                  <c:v>6.1799900000000001</c:v>
                </c:pt>
                <c:pt idx="8522">
                  <c:v>6.1802999999999999</c:v>
                </c:pt>
                <c:pt idx="8523">
                  <c:v>6.1806000000000001</c:v>
                </c:pt>
                <c:pt idx="8524">
                  <c:v>6.1809099999999999</c:v>
                </c:pt>
                <c:pt idx="8525">
                  <c:v>6.1812100000000001</c:v>
                </c:pt>
                <c:pt idx="8526">
                  <c:v>6.1815199999999999</c:v>
                </c:pt>
                <c:pt idx="8527">
                  <c:v>6.1818200000000001</c:v>
                </c:pt>
                <c:pt idx="8528">
                  <c:v>6.1821299999999999</c:v>
                </c:pt>
                <c:pt idx="8529">
                  <c:v>6.1824300000000001</c:v>
                </c:pt>
                <c:pt idx="8530">
                  <c:v>6.1827399999999999</c:v>
                </c:pt>
                <c:pt idx="8531">
                  <c:v>6.1830499999999997</c:v>
                </c:pt>
                <c:pt idx="8532">
                  <c:v>6.1833499999999999</c:v>
                </c:pt>
                <c:pt idx="8533">
                  <c:v>6.1836599999999997</c:v>
                </c:pt>
                <c:pt idx="8534">
                  <c:v>6.1839599999999999</c:v>
                </c:pt>
                <c:pt idx="8535">
                  <c:v>6.1842699999999997</c:v>
                </c:pt>
                <c:pt idx="8536">
                  <c:v>6.1845699999999999</c:v>
                </c:pt>
                <c:pt idx="8537">
                  <c:v>6.1848799999999997</c:v>
                </c:pt>
                <c:pt idx="8538">
                  <c:v>6.1851799999999999</c:v>
                </c:pt>
                <c:pt idx="8539">
                  <c:v>6.1854899999999997</c:v>
                </c:pt>
                <c:pt idx="8540">
                  <c:v>6.1857899999999999</c:v>
                </c:pt>
                <c:pt idx="8541">
                  <c:v>6.1860999999999997</c:v>
                </c:pt>
                <c:pt idx="8542">
                  <c:v>6.1864100000000004</c:v>
                </c:pt>
                <c:pt idx="8543">
                  <c:v>6.1867099999999997</c:v>
                </c:pt>
                <c:pt idx="8544">
                  <c:v>6.1870200000000004</c:v>
                </c:pt>
                <c:pt idx="8545">
                  <c:v>6.1873199999999997</c:v>
                </c:pt>
                <c:pt idx="8546">
                  <c:v>6.1876300000000004</c:v>
                </c:pt>
                <c:pt idx="8547">
                  <c:v>6.1879299999999997</c:v>
                </c:pt>
                <c:pt idx="8548">
                  <c:v>6.1882400000000004</c:v>
                </c:pt>
                <c:pt idx="8549">
                  <c:v>6.1885399999999997</c:v>
                </c:pt>
                <c:pt idx="8550">
                  <c:v>6.1888500000000004</c:v>
                </c:pt>
                <c:pt idx="8551">
                  <c:v>6.1891499999999997</c:v>
                </c:pt>
                <c:pt idx="8552">
                  <c:v>6.1894600000000004</c:v>
                </c:pt>
                <c:pt idx="8553">
                  <c:v>6.1897599999999997</c:v>
                </c:pt>
                <c:pt idx="8554">
                  <c:v>6.1900700000000004</c:v>
                </c:pt>
                <c:pt idx="8555">
                  <c:v>6.1903800000000002</c:v>
                </c:pt>
                <c:pt idx="8556">
                  <c:v>6.1906800000000004</c:v>
                </c:pt>
                <c:pt idx="8557">
                  <c:v>6.1909900000000002</c:v>
                </c:pt>
                <c:pt idx="8558">
                  <c:v>6.1912900000000004</c:v>
                </c:pt>
                <c:pt idx="8559">
                  <c:v>6.1916000000000002</c:v>
                </c:pt>
                <c:pt idx="8560">
                  <c:v>6.1919000000000004</c:v>
                </c:pt>
                <c:pt idx="8561">
                  <c:v>6.1922100000000002</c:v>
                </c:pt>
                <c:pt idx="8562">
                  <c:v>6.1925100000000004</c:v>
                </c:pt>
                <c:pt idx="8563">
                  <c:v>6.1928200000000002</c:v>
                </c:pt>
                <c:pt idx="8564">
                  <c:v>6.1931200000000004</c:v>
                </c:pt>
                <c:pt idx="8565">
                  <c:v>6.1934300000000002</c:v>
                </c:pt>
                <c:pt idx="8566">
                  <c:v>6.1937300000000004</c:v>
                </c:pt>
                <c:pt idx="8567">
                  <c:v>6.1940400000000002</c:v>
                </c:pt>
                <c:pt idx="8568">
                  <c:v>6.19435</c:v>
                </c:pt>
                <c:pt idx="8569">
                  <c:v>6.1946500000000002</c:v>
                </c:pt>
                <c:pt idx="8570">
                  <c:v>6.19496</c:v>
                </c:pt>
                <c:pt idx="8571">
                  <c:v>6.1952600000000002</c:v>
                </c:pt>
                <c:pt idx="8572">
                  <c:v>6.19557</c:v>
                </c:pt>
                <c:pt idx="8573">
                  <c:v>6.1958700000000002</c:v>
                </c:pt>
                <c:pt idx="8574">
                  <c:v>6.19618</c:v>
                </c:pt>
                <c:pt idx="8575">
                  <c:v>6.1964800000000002</c:v>
                </c:pt>
                <c:pt idx="8576">
                  <c:v>6.19679</c:v>
                </c:pt>
                <c:pt idx="8577">
                  <c:v>6.1970900000000002</c:v>
                </c:pt>
                <c:pt idx="8578">
                  <c:v>6.1974</c:v>
                </c:pt>
                <c:pt idx="8579">
                  <c:v>6.1977000000000002</c:v>
                </c:pt>
                <c:pt idx="8580">
                  <c:v>6.19801</c:v>
                </c:pt>
                <c:pt idx="8581">
                  <c:v>6.1983199999999998</c:v>
                </c:pt>
                <c:pt idx="8582">
                  <c:v>6.19862</c:v>
                </c:pt>
                <c:pt idx="8583">
                  <c:v>6.1989299999999998</c:v>
                </c:pt>
                <c:pt idx="8584">
                  <c:v>6.19923</c:v>
                </c:pt>
                <c:pt idx="8585">
                  <c:v>6.1995399999999998</c:v>
                </c:pt>
                <c:pt idx="8586">
                  <c:v>6.19984</c:v>
                </c:pt>
                <c:pt idx="8587">
                  <c:v>6.2001499999999998</c:v>
                </c:pt>
                <c:pt idx="8588">
                  <c:v>6.20045</c:v>
                </c:pt>
                <c:pt idx="8589">
                  <c:v>6.2007599999999998</c:v>
                </c:pt>
                <c:pt idx="8590">
                  <c:v>6.20106</c:v>
                </c:pt>
                <c:pt idx="8591">
                  <c:v>6.2013699999999998</c:v>
                </c:pt>
                <c:pt idx="8592">
                  <c:v>6.20167</c:v>
                </c:pt>
                <c:pt idx="8593">
                  <c:v>6.2019799999999998</c:v>
                </c:pt>
                <c:pt idx="8594">
                  <c:v>6.2022899999999996</c:v>
                </c:pt>
                <c:pt idx="8595">
                  <c:v>6.2025899999999998</c:v>
                </c:pt>
                <c:pt idx="8596">
                  <c:v>6.2028999999999996</c:v>
                </c:pt>
                <c:pt idx="8597">
                  <c:v>6.2031999999999998</c:v>
                </c:pt>
                <c:pt idx="8598">
                  <c:v>6.2035099999999996</c:v>
                </c:pt>
                <c:pt idx="8599">
                  <c:v>6.2038099999999998</c:v>
                </c:pt>
                <c:pt idx="8600">
                  <c:v>6.2041199999999996</c:v>
                </c:pt>
                <c:pt idx="8601">
                  <c:v>6.2044199999999998</c:v>
                </c:pt>
                <c:pt idx="8602">
                  <c:v>6.2047299999999996</c:v>
                </c:pt>
                <c:pt idx="8603">
                  <c:v>6.2050299999999998</c:v>
                </c:pt>
                <c:pt idx="8604">
                  <c:v>6.2053399999999996</c:v>
                </c:pt>
                <c:pt idx="8605">
                  <c:v>6.2056500000000003</c:v>
                </c:pt>
                <c:pt idx="8606">
                  <c:v>6.2059499999999996</c:v>
                </c:pt>
                <c:pt idx="8607">
                  <c:v>6.2062600000000003</c:v>
                </c:pt>
                <c:pt idx="8608">
                  <c:v>6.2065599999999996</c:v>
                </c:pt>
                <c:pt idx="8609">
                  <c:v>6.2068700000000003</c:v>
                </c:pt>
                <c:pt idx="8610">
                  <c:v>6.2071699999999996</c:v>
                </c:pt>
                <c:pt idx="8611">
                  <c:v>6.2074800000000003</c:v>
                </c:pt>
                <c:pt idx="8612">
                  <c:v>6.2077799999999996</c:v>
                </c:pt>
                <c:pt idx="8613">
                  <c:v>6.2080900000000003</c:v>
                </c:pt>
                <c:pt idx="8614">
                  <c:v>6.2083899999999996</c:v>
                </c:pt>
                <c:pt idx="8615">
                  <c:v>6.2087000000000003</c:v>
                </c:pt>
                <c:pt idx="8616">
                  <c:v>6.2089999999999996</c:v>
                </c:pt>
                <c:pt idx="8617">
                  <c:v>6.2093100000000003</c:v>
                </c:pt>
                <c:pt idx="8618">
                  <c:v>6.2096200000000001</c:v>
                </c:pt>
                <c:pt idx="8619">
                  <c:v>6.2099200000000003</c:v>
                </c:pt>
                <c:pt idx="8620">
                  <c:v>6.2102300000000001</c:v>
                </c:pt>
                <c:pt idx="8621">
                  <c:v>6.2105300000000003</c:v>
                </c:pt>
                <c:pt idx="8622">
                  <c:v>6.2108400000000001</c:v>
                </c:pt>
                <c:pt idx="8623">
                  <c:v>6.2111400000000003</c:v>
                </c:pt>
                <c:pt idx="8624">
                  <c:v>6.2114500000000001</c:v>
                </c:pt>
                <c:pt idx="8625">
                  <c:v>6.2117500000000003</c:v>
                </c:pt>
                <c:pt idx="8626">
                  <c:v>6.2120600000000001</c:v>
                </c:pt>
                <c:pt idx="8627">
                  <c:v>6.2123600000000003</c:v>
                </c:pt>
                <c:pt idx="8628">
                  <c:v>6.2126700000000001</c:v>
                </c:pt>
                <c:pt idx="8629">
                  <c:v>6.2129700000000003</c:v>
                </c:pt>
                <c:pt idx="8630">
                  <c:v>6.2132800000000001</c:v>
                </c:pt>
                <c:pt idx="8631">
                  <c:v>6.2135899999999999</c:v>
                </c:pt>
                <c:pt idx="8632">
                  <c:v>6.2138900000000001</c:v>
                </c:pt>
                <c:pt idx="8633">
                  <c:v>6.2141999999999999</c:v>
                </c:pt>
                <c:pt idx="8634">
                  <c:v>6.2145000000000001</c:v>
                </c:pt>
                <c:pt idx="8635">
                  <c:v>6.2148099999999999</c:v>
                </c:pt>
                <c:pt idx="8636">
                  <c:v>6.2151100000000001</c:v>
                </c:pt>
                <c:pt idx="8637">
                  <c:v>6.2154199999999999</c:v>
                </c:pt>
                <c:pt idx="8638">
                  <c:v>6.2157200000000001</c:v>
                </c:pt>
                <c:pt idx="8639">
                  <c:v>6.2160299999999999</c:v>
                </c:pt>
                <c:pt idx="8640">
                  <c:v>6.2163300000000001</c:v>
                </c:pt>
                <c:pt idx="8641">
                  <c:v>6.2166399999999999</c:v>
                </c:pt>
                <c:pt idx="8642">
                  <c:v>6.2169400000000001</c:v>
                </c:pt>
                <c:pt idx="8643">
                  <c:v>6.2172499999999999</c:v>
                </c:pt>
                <c:pt idx="8644">
                  <c:v>6.2175599999999998</c:v>
                </c:pt>
                <c:pt idx="8645">
                  <c:v>6.2178599999999999</c:v>
                </c:pt>
                <c:pt idx="8646">
                  <c:v>6.2181699999999998</c:v>
                </c:pt>
                <c:pt idx="8647">
                  <c:v>6.2184699999999999</c:v>
                </c:pt>
                <c:pt idx="8648">
                  <c:v>6.2187799999999998</c:v>
                </c:pt>
                <c:pt idx="8649">
                  <c:v>6.2190799999999999</c:v>
                </c:pt>
                <c:pt idx="8650">
                  <c:v>6.2193899999999998</c:v>
                </c:pt>
                <c:pt idx="8651">
                  <c:v>6.2196899999999999</c:v>
                </c:pt>
                <c:pt idx="8652">
                  <c:v>6.22</c:v>
                </c:pt>
                <c:pt idx="8653">
                  <c:v>6.2202999999999999</c:v>
                </c:pt>
                <c:pt idx="8654">
                  <c:v>6.2206099999999998</c:v>
                </c:pt>
                <c:pt idx="8655">
                  <c:v>6.2209099999999999</c:v>
                </c:pt>
                <c:pt idx="8656">
                  <c:v>6.2212199999999998</c:v>
                </c:pt>
                <c:pt idx="8657">
                  <c:v>6.2215299999999996</c:v>
                </c:pt>
                <c:pt idx="8658">
                  <c:v>6.2218299999999997</c:v>
                </c:pt>
                <c:pt idx="8659">
                  <c:v>6.2221399999999996</c:v>
                </c:pt>
                <c:pt idx="8660">
                  <c:v>6.2224399999999997</c:v>
                </c:pt>
                <c:pt idx="8661">
                  <c:v>6.2227499999999996</c:v>
                </c:pt>
                <c:pt idx="8662">
                  <c:v>6.2230499999999997</c:v>
                </c:pt>
                <c:pt idx="8663">
                  <c:v>6.2233599999999996</c:v>
                </c:pt>
                <c:pt idx="8664">
                  <c:v>6.2236599999999997</c:v>
                </c:pt>
                <c:pt idx="8665">
                  <c:v>6.2239699999999996</c:v>
                </c:pt>
                <c:pt idx="8666">
                  <c:v>6.2242699999999997</c:v>
                </c:pt>
                <c:pt idx="8667">
                  <c:v>6.2245799999999996</c:v>
                </c:pt>
                <c:pt idx="8668">
                  <c:v>6.2248900000000003</c:v>
                </c:pt>
                <c:pt idx="8669">
                  <c:v>6.2251899999999996</c:v>
                </c:pt>
                <c:pt idx="8670">
                  <c:v>6.2255000000000003</c:v>
                </c:pt>
                <c:pt idx="8671">
                  <c:v>6.2257999999999996</c:v>
                </c:pt>
                <c:pt idx="8672">
                  <c:v>6.2261100000000003</c:v>
                </c:pt>
                <c:pt idx="8673">
                  <c:v>6.2264099999999996</c:v>
                </c:pt>
                <c:pt idx="8674">
                  <c:v>6.2267200000000003</c:v>
                </c:pt>
                <c:pt idx="8675">
                  <c:v>6.2270200000000004</c:v>
                </c:pt>
                <c:pt idx="8676">
                  <c:v>6.2273300000000003</c:v>
                </c:pt>
                <c:pt idx="8677">
                  <c:v>6.2276300000000004</c:v>
                </c:pt>
                <c:pt idx="8678">
                  <c:v>6.2279400000000003</c:v>
                </c:pt>
                <c:pt idx="8679">
                  <c:v>6.2282400000000004</c:v>
                </c:pt>
                <c:pt idx="8680">
                  <c:v>6.2285500000000003</c:v>
                </c:pt>
                <c:pt idx="8681">
                  <c:v>6.2288600000000001</c:v>
                </c:pt>
                <c:pt idx="8682">
                  <c:v>6.2291600000000003</c:v>
                </c:pt>
                <c:pt idx="8683">
                  <c:v>6.2294700000000001</c:v>
                </c:pt>
                <c:pt idx="8684">
                  <c:v>6.2297700000000003</c:v>
                </c:pt>
                <c:pt idx="8685">
                  <c:v>6.2300800000000001</c:v>
                </c:pt>
                <c:pt idx="8686">
                  <c:v>6.2303800000000003</c:v>
                </c:pt>
                <c:pt idx="8687">
                  <c:v>6.2306900000000001</c:v>
                </c:pt>
                <c:pt idx="8688">
                  <c:v>6.2309900000000003</c:v>
                </c:pt>
                <c:pt idx="8689">
                  <c:v>6.2313000000000001</c:v>
                </c:pt>
                <c:pt idx="8690">
                  <c:v>6.2316000000000003</c:v>
                </c:pt>
                <c:pt idx="8691">
                  <c:v>6.2319100000000001</c:v>
                </c:pt>
                <c:pt idx="8692">
                  <c:v>6.2322100000000002</c:v>
                </c:pt>
                <c:pt idx="8693">
                  <c:v>6.2325200000000001</c:v>
                </c:pt>
                <c:pt idx="8694">
                  <c:v>6.2328299999999999</c:v>
                </c:pt>
                <c:pt idx="8695">
                  <c:v>6.2331300000000001</c:v>
                </c:pt>
                <c:pt idx="8696">
                  <c:v>6.2334399999999999</c:v>
                </c:pt>
                <c:pt idx="8697">
                  <c:v>6.2337400000000001</c:v>
                </c:pt>
                <c:pt idx="8698">
                  <c:v>6.2340499999999999</c:v>
                </c:pt>
                <c:pt idx="8699">
                  <c:v>6.2343500000000001</c:v>
                </c:pt>
                <c:pt idx="8700">
                  <c:v>6.2346599999999999</c:v>
                </c:pt>
                <c:pt idx="8701">
                  <c:v>6.2349600000000001</c:v>
                </c:pt>
                <c:pt idx="8702">
                  <c:v>6.2352699999999999</c:v>
                </c:pt>
                <c:pt idx="8703">
                  <c:v>6.2355700000000001</c:v>
                </c:pt>
                <c:pt idx="8704">
                  <c:v>6.2358799999999999</c:v>
                </c:pt>
                <c:pt idx="8705">
                  <c:v>6.2361800000000001</c:v>
                </c:pt>
                <c:pt idx="8706">
                  <c:v>6.2364899999999999</c:v>
                </c:pt>
                <c:pt idx="8707">
                  <c:v>6.2367999999999997</c:v>
                </c:pt>
                <c:pt idx="8708">
                  <c:v>6.2370999999999999</c:v>
                </c:pt>
                <c:pt idx="8709">
                  <c:v>6.2374099999999997</c:v>
                </c:pt>
                <c:pt idx="8710">
                  <c:v>6.2377099999999999</c:v>
                </c:pt>
                <c:pt idx="8711">
                  <c:v>6.2380199999999997</c:v>
                </c:pt>
                <c:pt idx="8712">
                  <c:v>6.2383199999999999</c:v>
                </c:pt>
                <c:pt idx="8713">
                  <c:v>6.2386299999999997</c:v>
                </c:pt>
                <c:pt idx="8714">
                  <c:v>6.2389299999999999</c:v>
                </c:pt>
                <c:pt idx="8715">
                  <c:v>6.2392399999999997</c:v>
                </c:pt>
                <c:pt idx="8716">
                  <c:v>6.2395399999999999</c:v>
                </c:pt>
                <c:pt idx="8717">
                  <c:v>6.2398499999999997</c:v>
                </c:pt>
                <c:pt idx="8718">
                  <c:v>6.2401600000000004</c:v>
                </c:pt>
                <c:pt idx="8719">
                  <c:v>6.2404599999999997</c:v>
                </c:pt>
                <c:pt idx="8720">
                  <c:v>6.2407700000000004</c:v>
                </c:pt>
                <c:pt idx="8721">
                  <c:v>6.2410699999999997</c:v>
                </c:pt>
                <c:pt idx="8722">
                  <c:v>6.2413800000000004</c:v>
                </c:pt>
                <c:pt idx="8723">
                  <c:v>6.2416799999999997</c:v>
                </c:pt>
                <c:pt idx="8724">
                  <c:v>6.2419900000000004</c:v>
                </c:pt>
                <c:pt idx="8725">
                  <c:v>6.2422899999999997</c:v>
                </c:pt>
                <c:pt idx="8726">
                  <c:v>6.2426000000000004</c:v>
                </c:pt>
                <c:pt idx="8727">
                  <c:v>6.2428999999999997</c:v>
                </c:pt>
                <c:pt idx="8728">
                  <c:v>6.2432100000000004</c:v>
                </c:pt>
                <c:pt idx="8729">
                  <c:v>6.2435099999999997</c:v>
                </c:pt>
                <c:pt idx="8730">
                  <c:v>6.2438200000000004</c:v>
                </c:pt>
                <c:pt idx="8731">
                  <c:v>6.2441300000000002</c:v>
                </c:pt>
                <c:pt idx="8732">
                  <c:v>6.2444300000000004</c:v>
                </c:pt>
                <c:pt idx="8733">
                  <c:v>6.2447400000000002</c:v>
                </c:pt>
                <c:pt idx="8734">
                  <c:v>6.2450400000000004</c:v>
                </c:pt>
                <c:pt idx="8735">
                  <c:v>6.2453500000000002</c:v>
                </c:pt>
                <c:pt idx="8736">
                  <c:v>6.2456500000000004</c:v>
                </c:pt>
                <c:pt idx="8737">
                  <c:v>6.2459600000000002</c:v>
                </c:pt>
                <c:pt idx="8738">
                  <c:v>6.2462600000000004</c:v>
                </c:pt>
                <c:pt idx="8739">
                  <c:v>6.2465700000000002</c:v>
                </c:pt>
                <c:pt idx="8740">
                  <c:v>6.2468700000000004</c:v>
                </c:pt>
                <c:pt idx="8741">
                  <c:v>6.2471800000000002</c:v>
                </c:pt>
                <c:pt idx="8742">
                  <c:v>6.2474800000000004</c:v>
                </c:pt>
                <c:pt idx="8743">
                  <c:v>6.2477900000000002</c:v>
                </c:pt>
                <c:pt idx="8744">
                  <c:v>6.2481</c:v>
                </c:pt>
                <c:pt idx="8745">
                  <c:v>6.2484000000000002</c:v>
                </c:pt>
                <c:pt idx="8746">
                  <c:v>6.24871</c:v>
                </c:pt>
                <c:pt idx="8747">
                  <c:v>6.2490100000000002</c:v>
                </c:pt>
                <c:pt idx="8748">
                  <c:v>6.24932</c:v>
                </c:pt>
                <c:pt idx="8749">
                  <c:v>6.2496200000000002</c:v>
                </c:pt>
                <c:pt idx="8750">
                  <c:v>6.24993</c:v>
                </c:pt>
                <c:pt idx="8751">
                  <c:v>6.2502300000000002</c:v>
                </c:pt>
                <c:pt idx="8752">
                  <c:v>6.25054</c:v>
                </c:pt>
                <c:pt idx="8753">
                  <c:v>6.2508400000000002</c:v>
                </c:pt>
                <c:pt idx="8754">
                  <c:v>6.25115</c:v>
                </c:pt>
                <c:pt idx="8755">
                  <c:v>6.2514500000000002</c:v>
                </c:pt>
                <c:pt idx="8756">
                  <c:v>6.25176</c:v>
                </c:pt>
                <c:pt idx="8757">
                  <c:v>6.2520699999999998</c:v>
                </c:pt>
                <c:pt idx="8758">
                  <c:v>6.25237</c:v>
                </c:pt>
                <c:pt idx="8759">
                  <c:v>6.2526799999999998</c:v>
                </c:pt>
                <c:pt idx="8760">
                  <c:v>6.25298</c:v>
                </c:pt>
                <c:pt idx="8761">
                  <c:v>6.2532899999999998</c:v>
                </c:pt>
                <c:pt idx="8762">
                  <c:v>6.25359</c:v>
                </c:pt>
                <c:pt idx="8763">
                  <c:v>6.2538999999999998</c:v>
                </c:pt>
                <c:pt idx="8764">
                  <c:v>6.2542</c:v>
                </c:pt>
                <c:pt idx="8765">
                  <c:v>6.2545099999999998</c:v>
                </c:pt>
                <c:pt idx="8766">
                  <c:v>6.25481</c:v>
                </c:pt>
                <c:pt idx="8767">
                  <c:v>6.2551199999999998</c:v>
                </c:pt>
                <c:pt idx="8768">
                  <c:v>6.25542</c:v>
                </c:pt>
                <c:pt idx="8769">
                  <c:v>6.2557299999999998</c:v>
                </c:pt>
                <c:pt idx="8770">
                  <c:v>6.2560399999999996</c:v>
                </c:pt>
                <c:pt idx="8771">
                  <c:v>6.2563399999999998</c:v>
                </c:pt>
                <c:pt idx="8772">
                  <c:v>6.2566499999999996</c:v>
                </c:pt>
                <c:pt idx="8773">
                  <c:v>6.2569499999999998</c:v>
                </c:pt>
                <c:pt idx="8774">
                  <c:v>6.2572599999999996</c:v>
                </c:pt>
                <c:pt idx="8775">
                  <c:v>6.2575599999999998</c:v>
                </c:pt>
                <c:pt idx="8776">
                  <c:v>6.2578699999999996</c:v>
                </c:pt>
                <c:pt idx="8777">
                  <c:v>6.2581699999999998</c:v>
                </c:pt>
                <c:pt idx="8778">
                  <c:v>6.2584799999999996</c:v>
                </c:pt>
                <c:pt idx="8779">
                  <c:v>6.2587799999999998</c:v>
                </c:pt>
                <c:pt idx="8780">
                  <c:v>6.2590899999999996</c:v>
                </c:pt>
                <c:pt idx="8781">
                  <c:v>6.2594000000000003</c:v>
                </c:pt>
                <c:pt idx="8782">
                  <c:v>6.2596999999999996</c:v>
                </c:pt>
                <c:pt idx="8783">
                  <c:v>6.2600100000000003</c:v>
                </c:pt>
                <c:pt idx="8784">
                  <c:v>6.2603099999999996</c:v>
                </c:pt>
                <c:pt idx="8785">
                  <c:v>6.2606200000000003</c:v>
                </c:pt>
                <c:pt idx="8786">
                  <c:v>6.2609199999999996</c:v>
                </c:pt>
                <c:pt idx="8787">
                  <c:v>6.2612300000000003</c:v>
                </c:pt>
                <c:pt idx="8788">
                  <c:v>6.2615299999999996</c:v>
                </c:pt>
                <c:pt idx="8789">
                  <c:v>6.2618400000000003</c:v>
                </c:pt>
                <c:pt idx="8790">
                  <c:v>6.2621399999999996</c:v>
                </c:pt>
                <c:pt idx="8791">
                  <c:v>6.2624500000000003</c:v>
                </c:pt>
                <c:pt idx="8792">
                  <c:v>6.2627499999999996</c:v>
                </c:pt>
                <c:pt idx="8793">
                  <c:v>6.2630600000000003</c:v>
                </c:pt>
                <c:pt idx="8794">
                  <c:v>6.2633700000000001</c:v>
                </c:pt>
                <c:pt idx="8795">
                  <c:v>6.2636700000000003</c:v>
                </c:pt>
                <c:pt idx="8796">
                  <c:v>6.2639800000000001</c:v>
                </c:pt>
                <c:pt idx="8797">
                  <c:v>6.2642800000000003</c:v>
                </c:pt>
                <c:pt idx="8798">
                  <c:v>6.2645900000000001</c:v>
                </c:pt>
                <c:pt idx="8799">
                  <c:v>6.2648900000000003</c:v>
                </c:pt>
                <c:pt idx="8800">
                  <c:v>6.2652000000000001</c:v>
                </c:pt>
                <c:pt idx="8801">
                  <c:v>6.2655000000000003</c:v>
                </c:pt>
                <c:pt idx="8802">
                  <c:v>6.2658100000000001</c:v>
                </c:pt>
                <c:pt idx="8803">
                  <c:v>6.2661100000000003</c:v>
                </c:pt>
                <c:pt idx="8804">
                  <c:v>6.2664200000000001</c:v>
                </c:pt>
                <c:pt idx="8805">
                  <c:v>6.2667200000000003</c:v>
                </c:pt>
                <c:pt idx="8806">
                  <c:v>6.2670300000000001</c:v>
                </c:pt>
                <c:pt idx="8807">
                  <c:v>6.2673399999999999</c:v>
                </c:pt>
                <c:pt idx="8808">
                  <c:v>6.2676400000000001</c:v>
                </c:pt>
                <c:pt idx="8809">
                  <c:v>6.2679499999999999</c:v>
                </c:pt>
                <c:pt idx="8810">
                  <c:v>6.2682500000000001</c:v>
                </c:pt>
                <c:pt idx="8811">
                  <c:v>6.2685599999999999</c:v>
                </c:pt>
                <c:pt idx="8812">
                  <c:v>6.2688600000000001</c:v>
                </c:pt>
                <c:pt idx="8813">
                  <c:v>6.2691699999999999</c:v>
                </c:pt>
                <c:pt idx="8814">
                  <c:v>6.2694700000000001</c:v>
                </c:pt>
                <c:pt idx="8815">
                  <c:v>6.2697799999999999</c:v>
                </c:pt>
                <c:pt idx="8816">
                  <c:v>6.2700800000000001</c:v>
                </c:pt>
                <c:pt idx="8817">
                  <c:v>6.2703899999999999</c:v>
                </c:pt>
                <c:pt idx="8818">
                  <c:v>6.2706900000000001</c:v>
                </c:pt>
                <c:pt idx="8819">
                  <c:v>6.2709999999999999</c:v>
                </c:pt>
                <c:pt idx="8820">
                  <c:v>6.2713099999999997</c:v>
                </c:pt>
                <c:pt idx="8821">
                  <c:v>6.2716099999999999</c:v>
                </c:pt>
                <c:pt idx="8822">
                  <c:v>6.2719199999999997</c:v>
                </c:pt>
                <c:pt idx="8823">
                  <c:v>6.2722199999999999</c:v>
                </c:pt>
                <c:pt idx="8824">
                  <c:v>6.2725299999999997</c:v>
                </c:pt>
                <c:pt idx="8825">
                  <c:v>6.2728299999999999</c:v>
                </c:pt>
                <c:pt idx="8826">
                  <c:v>6.2731399999999997</c:v>
                </c:pt>
                <c:pt idx="8827">
                  <c:v>6.2734399999999999</c:v>
                </c:pt>
                <c:pt idx="8828">
                  <c:v>6.2737499999999997</c:v>
                </c:pt>
                <c:pt idx="8829">
                  <c:v>6.2740499999999999</c:v>
                </c:pt>
                <c:pt idx="8830">
                  <c:v>6.2743599999999997</c:v>
                </c:pt>
                <c:pt idx="8831">
                  <c:v>6.2746599999999999</c:v>
                </c:pt>
                <c:pt idx="8832">
                  <c:v>6.2749699999999997</c:v>
                </c:pt>
                <c:pt idx="8833">
                  <c:v>6.2752800000000004</c:v>
                </c:pt>
                <c:pt idx="8834">
                  <c:v>6.2755799999999997</c:v>
                </c:pt>
                <c:pt idx="8835">
                  <c:v>6.2758900000000004</c:v>
                </c:pt>
                <c:pt idx="8836">
                  <c:v>6.2761899999999997</c:v>
                </c:pt>
                <c:pt idx="8837">
                  <c:v>6.2765000000000004</c:v>
                </c:pt>
                <c:pt idx="8838">
                  <c:v>6.2767999999999997</c:v>
                </c:pt>
                <c:pt idx="8839">
                  <c:v>6.2771100000000004</c:v>
                </c:pt>
                <c:pt idx="8840">
                  <c:v>6.2774099999999997</c:v>
                </c:pt>
                <c:pt idx="8841">
                  <c:v>6.2777200000000004</c:v>
                </c:pt>
                <c:pt idx="8842">
                  <c:v>6.2780199999999997</c:v>
                </c:pt>
                <c:pt idx="8843">
                  <c:v>6.2783300000000004</c:v>
                </c:pt>
                <c:pt idx="8844">
                  <c:v>6.2786400000000002</c:v>
                </c:pt>
                <c:pt idx="8845">
                  <c:v>6.2789400000000004</c:v>
                </c:pt>
                <c:pt idx="8846">
                  <c:v>6.2792500000000002</c:v>
                </c:pt>
                <c:pt idx="8847">
                  <c:v>6.2795500000000004</c:v>
                </c:pt>
                <c:pt idx="8848">
                  <c:v>6.2798600000000002</c:v>
                </c:pt>
                <c:pt idx="8849">
                  <c:v>6.2801600000000004</c:v>
                </c:pt>
                <c:pt idx="8850">
                  <c:v>6.2804700000000002</c:v>
                </c:pt>
                <c:pt idx="8851">
                  <c:v>6.2807700000000004</c:v>
                </c:pt>
                <c:pt idx="8852">
                  <c:v>6.2810800000000002</c:v>
                </c:pt>
                <c:pt idx="8853">
                  <c:v>6.2813800000000004</c:v>
                </c:pt>
                <c:pt idx="8854">
                  <c:v>6.2816900000000002</c:v>
                </c:pt>
                <c:pt idx="8855">
                  <c:v>6.2819900000000004</c:v>
                </c:pt>
                <c:pt idx="8856">
                  <c:v>6.2823000000000002</c:v>
                </c:pt>
                <c:pt idx="8857">
                  <c:v>6.28261</c:v>
                </c:pt>
                <c:pt idx="8858">
                  <c:v>6.2829100000000002</c:v>
                </c:pt>
                <c:pt idx="8859">
                  <c:v>6.28322</c:v>
                </c:pt>
                <c:pt idx="8860">
                  <c:v>6.2835200000000002</c:v>
                </c:pt>
                <c:pt idx="8861">
                  <c:v>6.28383</c:v>
                </c:pt>
                <c:pt idx="8862">
                  <c:v>6.2841300000000002</c:v>
                </c:pt>
                <c:pt idx="8863">
                  <c:v>6.28444</c:v>
                </c:pt>
                <c:pt idx="8864">
                  <c:v>6.2847400000000002</c:v>
                </c:pt>
                <c:pt idx="8865">
                  <c:v>6.28505</c:v>
                </c:pt>
                <c:pt idx="8866">
                  <c:v>6.2853500000000002</c:v>
                </c:pt>
                <c:pt idx="8867">
                  <c:v>6.28566</c:v>
                </c:pt>
                <c:pt idx="8868">
                  <c:v>6.2859600000000002</c:v>
                </c:pt>
                <c:pt idx="8869">
                  <c:v>6.28627</c:v>
                </c:pt>
                <c:pt idx="8870">
                  <c:v>6.2865799999999998</c:v>
                </c:pt>
                <c:pt idx="8871">
                  <c:v>6.28688</c:v>
                </c:pt>
                <c:pt idx="8872">
                  <c:v>6.2871899999999998</c:v>
                </c:pt>
                <c:pt idx="8873">
                  <c:v>6.28749</c:v>
                </c:pt>
                <c:pt idx="8874">
                  <c:v>6.2877999999999998</c:v>
                </c:pt>
                <c:pt idx="8875">
                  <c:v>6.2881</c:v>
                </c:pt>
                <c:pt idx="8876">
                  <c:v>6.2884099999999998</c:v>
                </c:pt>
                <c:pt idx="8877">
                  <c:v>6.28871</c:v>
                </c:pt>
                <c:pt idx="8878">
                  <c:v>6.2890199999999998</c:v>
                </c:pt>
                <c:pt idx="8879">
                  <c:v>6.28932</c:v>
                </c:pt>
                <c:pt idx="8880">
                  <c:v>6.2896299999999998</c:v>
                </c:pt>
                <c:pt idx="8881">
                  <c:v>6.28993</c:v>
                </c:pt>
                <c:pt idx="8882">
                  <c:v>6.2902399999999998</c:v>
                </c:pt>
                <c:pt idx="8883">
                  <c:v>6.2905499999999996</c:v>
                </c:pt>
                <c:pt idx="8884">
                  <c:v>6.2908499999999998</c:v>
                </c:pt>
                <c:pt idx="8885">
                  <c:v>6.2911599999999996</c:v>
                </c:pt>
                <c:pt idx="8886">
                  <c:v>6.2914599999999998</c:v>
                </c:pt>
                <c:pt idx="8887">
                  <c:v>6.2917699999999996</c:v>
                </c:pt>
                <c:pt idx="8888">
                  <c:v>6.2920699999999998</c:v>
                </c:pt>
                <c:pt idx="8889">
                  <c:v>6.2923799999999996</c:v>
                </c:pt>
                <c:pt idx="8890">
                  <c:v>6.2926799999999998</c:v>
                </c:pt>
                <c:pt idx="8891">
                  <c:v>6.2929899999999996</c:v>
                </c:pt>
                <c:pt idx="8892">
                  <c:v>6.2932899999999998</c:v>
                </c:pt>
                <c:pt idx="8893">
                  <c:v>6.2935999999999996</c:v>
                </c:pt>
                <c:pt idx="8894">
                  <c:v>6.2938999999999998</c:v>
                </c:pt>
                <c:pt idx="8895">
                  <c:v>6.2942099999999996</c:v>
                </c:pt>
                <c:pt idx="8896">
                  <c:v>6.2945200000000003</c:v>
                </c:pt>
                <c:pt idx="8897">
                  <c:v>6.2948199999999996</c:v>
                </c:pt>
                <c:pt idx="8898">
                  <c:v>6.2951300000000003</c:v>
                </c:pt>
                <c:pt idx="8899">
                  <c:v>6.2954299999999996</c:v>
                </c:pt>
                <c:pt idx="8900">
                  <c:v>6.2957400000000003</c:v>
                </c:pt>
                <c:pt idx="8901">
                  <c:v>6.2960399999999996</c:v>
                </c:pt>
                <c:pt idx="8902">
                  <c:v>6.2963500000000003</c:v>
                </c:pt>
                <c:pt idx="8903">
                  <c:v>6.2966499999999996</c:v>
                </c:pt>
                <c:pt idx="8904">
                  <c:v>6.2969600000000003</c:v>
                </c:pt>
                <c:pt idx="8905">
                  <c:v>6.2972599999999996</c:v>
                </c:pt>
                <c:pt idx="8906">
                  <c:v>6.2975700000000003</c:v>
                </c:pt>
                <c:pt idx="8907">
                  <c:v>6.2978800000000001</c:v>
                </c:pt>
                <c:pt idx="8908">
                  <c:v>6.2981800000000003</c:v>
                </c:pt>
                <c:pt idx="8909">
                  <c:v>6.2984900000000001</c:v>
                </c:pt>
                <c:pt idx="8910">
                  <c:v>6.2987900000000003</c:v>
                </c:pt>
                <c:pt idx="8911">
                  <c:v>6.2991000000000001</c:v>
                </c:pt>
                <c:pt idx="8912">
                  <c:v>6.2994000000000003</c:v>
                </c:pt>
                <c:pt idx="8913">
                  <c:v>6.2997100000000001</c:v>
                </c:pt>
                <c:pt idx="8914">
                  <c:v>6.3000100000000003</c:v>
                </c:pt>
                <c:pt idx="8915">
                  <c:v>6.3003200000000001</c:v>
                </c:pt>
                <c:pt idx="8916">
                  <c:v>6.3006200000000003</c:v>
                </c:pt>
                <c:pt idx="8917">
                  <c:v>6.3009300000000001</c:v>
                </c:pt>
                <c:pt idx="8918">
                  <c:v>6.3012300000000003</c:v>
                </c:pt>
                <c:pt idx="8919">
                  <c:v>6.3015400000000001</c:v>
                </c:pt>
                <c:pt idx="8920">
                  <c:v>6.30185</c:v>
                </c:pt>
                <c:pt idx="8921">
                  <c:v>6.3021500000000001</c:v>
                </c:pt>
                <c:pt idx="8922">
                  <c:v>6.30246</c:v>
                </c:pt>
                <c:pt idx="8923">
                  <c:v>6.3027600000000001</c:v>
                </c:pt>
                <c:pt idx="8924">
                  <c:v>6.30307</c:v>
                </c:pt>
                <c:pt idx="8925">
                  <c:v>6.3033700000000001</c:v>
                </c:pt>
                <c:pt idx="8926">
                  <c:v>6.3036799999999999</c:v>
                </c:pt>
                <c:pt idx="8927">
                  <c:v>6.3039800000000001</c:v>
                </c:pt>
                <c:pt idx="8928">
                  <c:v>6.3042899999999999</c:v>
                </c:pt>
                <c:pt idx="8929">
                  <c:v>6.3045900000000001</c:v>
                </c:pt>
                <c:pt idx="8930">
                  <c:v>6.3048999999999999</c:v>
                </c:pt>
                <c:pt idx="8931">
                  <c:v>6.3052000000000001</c:v>
                </c:pt>
                <c:pt idx="8932">
                  <c:v>6.3055099999999999</c:v>
                </c:pt>
                <c:pt idx="8933">
                  <c:v>6.3058199999999998</c:v>
                </c:pt>
                <c:pt idx="8934">
                  <c:v>6.3061199999999999</c:v>
                </c:pt>
                <c:pt idx="8935">
                  <c:v>6.3064299999999998</c:v>
                </c:pt>
                <c:pt idx="8936">
                  <c:v>6.3067299999999999</c:v>
                </c:pt>
                <c:pt idx="8937">
                  <c:v>6.3070399999999998</c:v>
                </c:pt>
                <c:pt idx="8938">
                  <c:v>6.3073399999999999</c:v>
                </c:pt>
                <c:pt idx="8939">
                  <c:v>6.3076499999999998</c:v>
                </c:pt>
                <c:pt idx="8940">
                  <c:v>6.3079499999999999</c:v>
                </c:pt>
                <c:pt idx="8941">
                  <c:v>6.3082599999999998</c:v>
                </c:pt>
                <c:pt idx="8942">
                  <c:v>6.3085599999999999</c:v>
                </c:pt>
                <c:pt idx="8943">
                  <c:v>6.3088699999999998</c:v>
                </c:pt>
                <c:pt idx="8944">
                  <c:v>6.3091699999999999</c:v>
                </c:pt>
                <c:pt idx="8945">
                  <c:v>6.3094799999999998</c:v>
                </c:pt>
                <c:pt idx="8946">
                  <c:v>6.3097899999999996</c:v>
                </c:pt>
                <c:pt idx="8947">
                  <c:v>6.3100899999999998</c:v>
                </c:pt>
                <c:pt idx="8948">
                  <c:v>6.3103999999999996</c:v>
                </c:pt>
                <c:pt idx="8949">
                  <c:v>6.3106999999999998</c:v>
                </c:pt>
                <c:pt idx="8950">
                  <c:v>6.3110099999999996</c:v>
                </c:pt>
                <c:pt idx="8951">
                  <c:v>6.3113099999999998</c:v>
                </c:pt>
                <c:pt idx="8952">
                  <c:v>6.3116199999999996</c:v>
                </c:pt>
                <c:pt idx="8953">
                  <c:v>6.3119199999999998</c:v>
                </c:pt>
                <c:pt idx="8954">
                  <c:v>6.3122299999999996</c:v>
                </c:pt>
                <c:pt idx="8955">
                  <c:v>6.3125299999999998</c:v>
                </c:pt>
                <c:pt idx="8956">
                  <c:v>6.3128399999999996</c:v>
                </c:pt>
                <c:pt idx="8957">
                  <c:v>6.3131500000000003</c:v>
                </c:pt>
                <c:pt idx="8958">
                  <c:v>6.3134499999999996</c:v>
                </c:pt>
                <c:pt idx="8959">
                  <c:v>6.3137600000000003</c:v>
                </c:pt>
                <c:pt idx="8960">
                  <c:v>6.3140599999999996</c:v>
                </c:pt>
                <c:pt idx="8961">
                  <c:v>6.3143700000000003</c:v>
                </c:pt>
                <c:pt idx="8962">
                  <c:v>6.3146699999999996</c:v>
                </c:pt>
                <c:pt idx="8963">
                  <c:v>6.3149800000000003</c:v>
                </c:pt>
                <c:pt idx="8964">
                  <c:v>6.3152799999999996</c:v>
                </c:pt>
                <c:pt idx="8965">
                  <c:v>6.3155900000000003</c:v>
                </c:pt>
                <c:pt idx="8966">
                  <c:v>6.3158899999999996</c:v>
                </c:pt>
                <c:pt idx="8967">
                  <c:v>6.3162000000000003</c:v>
                </c:pt>
                <c:pt idx="8968">
                  <c:v>6.3164999999999996</c:v>
                </c:pt>
                <c:pt idx="8969">
                  <c:v>6.3168100000000003</c:v>
                </c:pt>
                <c:pt idx="8970">
                  <c:v>6.3171200000000001</c:v>
                </c:pt>
                <c:pt idx="8971">
                  <c:v>6.3174200000000003</c:v>
                </c:pt>
                <c:pt idx="8972">
                  <c:v>6.3177300000000001</c:v>
                </c:pt>
                <c:pt idx="8973">
                  <c:v>6.3180300000000003</c:v>
                </c:pt>
                <c:pt idx="8974">
                  <c:v>6.3183400000000001</c:v>
                </c:pt>
                <c:pt idx="8975">
                  <c:v>6.3186400000000003</c:v>
                </c:pt>
                <c:pt idx="8976">
                  <c:v>6.3189500000000001</c:v>
                </c:pt>
                <c:pt idx="8977">
                  <c:v>6.3192500000000003</c:v>
                </c:pt>
                <c:pt idx="8978">
                  <c:v>6.3195600000000001</c:v>
                </c:pt>
                <c:pt idx="8979">
                  <c:v>6.3198600000000003</c:v>
                </c:pt>
                <c:pt idx="8980">
                  <c:v>6.3201700000000001</c:v>
                </c:pt>
                <c:pt idx="8981">
                  <c:v>6.3204700000000003</c:v>
                </c:pt>
                <c:pt idx="8982">
                  <c:v>6.3207800000000001</c:v>
                </c:pt>
                <c:pt idx="8983">
                  <c:v>6.3210899999999999</c:v>
                </c:pt>
                <c:pt idx="8984">
                  <c:v>6.3213900000000001</c:v>
                </c:pt>
                <c:pt idx="8985">
                  <c:v>6.3216999999999999</c:v>
                </c:pt>
                <c:pt idx="8986">
                  <c:v>6.3220000000000001</c:v>
                </c:pt>
                <c:pt idx="8987">
                  <c:v>6.3223099999999999</c:v>
                </c:pt>
                <c:pt idx="8988">
                  <c:v>6.3226100000000001</c:v>
                </c:pt>
                <c:pt idx="8989">
                  <c:v>6.3229199999999999</c:v>
                </c:pt>
                <c:pt idx="8990">
                  <c:v>6.3232200000000001</c:v>
                </c:pt>
                <c:pt idx="8991">
                  <c:v>6.3235299999999999</c:v>
                </c:pt>
                <c:pt idx="8992">
                  <c:v>6.3238300000000001</c:v>
                </c:pt>
                <c:pt idx="8993">
                  <c:v>6.3241399999999999</c:v>
                </c:pt>
                <c:pt idx="8994">
                  <c:v>6.3244400000000001</c:v>
                </c:pt>
                <c:pt idx="8995">
                  <c:v>6.3247499999999999</c:v>
                </c:pt>
                <c:pt idx="8996">
                  <c:v>6.3250599999999997</c:v>
                </c:pt>
                <c:pt idx="8997">
                  <c:v>6.3253599999999999</c:v>
                </c:pt>
                <c:pt idx="8998">
                  <c:v>6.3256699999999997</c:v>
                </c:pt>
                <c:pt idx="8999">
                  <c:v>6.3259699999999999</c:v>
                </c:pt>
                <c:pt idx="9000">
                  <c:v>6.3262799999999997</c:v>
                </c:pt>
                <c:pt idx="9001">
                  <c:v>6.3265799999999999</c:v>
                </c:pt>
                <c:pt idx="9002">
                  <c:v>6.3268899999999997</c:v>
                </c:pt>
                <c:pt idx="9003">
                  <c:v>6.3271899999999999</c:v>
                </c:pt>
                <c:pt idx="9004">
                  <c:v>6.3274999999999997</c:v>
                </c:pt>
                <c:pt idx="9005">
                  <c:v>6.3277999999999999</c:v>
                </c:pt>
                <c:pt idx="9006">
                  <c:v>6.3281099999999997</c:v>
                </c:pt>
                <c:pt idx="9007">
                  <c:v>6.3284099999999999</c:v>
                </c:pt>
                <c:pt idx="9008">
                  <c:v>6.3287199999999997</c:v>
                </c:pt>
                <c:pt idx="9009">
                  <c:v>6.3290300000000004</c:v>
                </c:pt>
                <c:pt idx="9010">
                  <c:v>6.3293299999999997</c:v>
                </c:pt>
                <c:pt idx="9011">
                  <c:v>6.3296400000000004</c:v>
                </c:pt>
                <c:pt idx="9012">
                  <c:v>6.3299399999999997</c:v>
                </c:pt>
                <c:pt idx="9013">
                  <c:v>6.3302500000000004</c:v>
                </c:pt>
                <c:pt idx="9014">
                  <c:v>6.3305499999999997</c:v>
                </c:pt>
                <c:pt idx="9015">
                  <c:v>6.3308600000000004</c:v>
                </c:pt>
                <c:pt idx="9016">
                  <c:v>6.3311599999999997</c:v>
                </c:pt>
                <c:pt idx="9017">
                  <c:v>6.3314700000000004</c:v>
                </c:pt>
                <c:pt idx="9018">
                  <c:v>6.3317699999999997</c:v>
                </c:pt>
                <c:pt idx="9019">
                  <c:v>6.3320800000000004</c:v>
                </c:pt>
                <c:pt idx="9020">
                  <c:v>6.3323900000000002</c:v>
                </c:pt>
                <c:pt idx="9021">
                  <c:v>6.3326900000000004</c:v>
                </c:pt>
                <c:pt idx="9022">
                  <c:v>6.3330000000000002</c:v>
                </c:pt>
                <c:pt idx="9023">
                  <c:v>6.3333000000000004</c:v>
                </c:pt>
                <c:pt idx="9024">
                  <c:v>6.3336100000000002</c:v>
                </c:pt>
                <c:pt idx="9025">
                  <c:v>6.3339100000000004</c:v>
                </c:pt>
                <c:pt idx="9026">
                  <c:v>6.3342200000000002</c:v>
                </c:pt>
                <c:pt idx="9027">
                  <c:v>6.3345200000000004</c:v>
                </c:pt>
                <c:pt idx="9028">
                  <c:v>6.3348300000000002</c:v>
                </c:pt>
                <c:pt idx="9029">
                  <c:v>6.3351300000000004</c:v>
                </c:pt>
                <c:pt idx="9030">
                  <c:v>6.3354400000000002</c:v>
                </c:pt>
                <c:pt idx="9031">
                  <c:v>6.3357400000000004</c:v>
                </c:pt>
                <c:pt idx="9032">
                  <c:v>6.3360500000000002</c:v>
                </c:pt>
                <c:pt idx="9033">
                  <c:v>6.33636</c:v>
                </c:pt>
                <c:pt idx="9034">
                  <c:v>6.3366600000000002</c:v>
                </c:pt>
                <c:pt idx="9035">
                  <c:v>6.33697</c:v>
                </c:pt>
                <c:pt idx="9036">
                  <c:v>6.3372700000000002</c:v>
                </c:pt>
                <c:pt idx="9037">
                  <c:v>6.33758</c:v>
                </c:pt>
                <c:pt idx="9038">
                  <c:v>6.3378800000000002</c:v>
                </c:pt>
                <c:pt idx="9039">
                  <c:v>6.33819</c:v>
                </c:pt>
                <c:pt idx="9040">
                  <c:v>6.3384900000000002</c:v>
                </c:pt>
                <c:pt idx="9041">
                  <c:v>6.3388</c:v>
                </c:pt>
                <c:pt idx="9042">
                  <c:v>6.3391000000000002</c:v>
                </c:pt>
                <c:pt idx="9043">
                  <c:v>6.33941</c:v>
                </c:pt>
                <c:pt idx="9044">
                  <c:v>6.3397100000000002</c:v>
                </c:pt>
                <c:pt idx="9045">
                  <c:v>6.34002</c:v>
                </c:pt>
                <c:pt idx="9046">
                  <c:v>6.3403299999999998</c:v>
                </c:pt>
                <c:pt idx="9047">
                  <c:v>6.34063</c:v>
                </c:pt>
                <c:pt idx="9048">
                  <c:v>6.3409399999999998</c:v>
                </c:pt>
                <c:pt idx="9049">
                  <c:v>6.34124</c:v>
                </c:pt>
                <c:pt idx="9050">
                  <c:v>6.3415499999999998</c:v>
                </c:pt>
                <c:pt idx="9051">
                  <c:v>6.34185</c:v>
                </c:pt>
                <c:pt idx="9052">
                  <c:v>6.3421599999999998</c:v>
                </c:pt>
                <c:pt idx="9053">
                  <c:v>6.34246</c:v>
                </c:pt>
                <c:pt idx="9054">
                  <c:v>6.3427699999999998</c:v>
                </c:pt>
                <c:pt idx="9055">
                  <c:v>6.34307</c:v>
                </c:pt>
                <c:pt idx="9056">
                  <c:v>6.3433799999999998</c:v>
                </c:pt>
                <c:pt idx="9057">
                  <c:v>6.34368</c:v>
                </c:pt>
                <c:pt idx="9058">
                  <c:v>6.3439899999999998</c:v>
                </c:pt>
                <c:pt idx="9059">
                  <c:v>6.3442999999999996</c:v>
                </c:pt>
                <c:pt idx="9060">
                  <c:v>6.3445999999999998</c:v>
                </c:pt>
                <c:pt idx="9061">
                  <c:v>6.3449099999999996</c:v>
                </c:pt>
                <c:pt idx="9062">
                  <c:v>6.3452099999999998</c:v>
                </c:pt>
                <c:pt idx="9063">
                  <c:v>6.3455199999999996</c:v>
                </c:pt>
                <c:pt idx="9064">
                  <c:v>6.3458199999999998</c:v>
                </c:pt>
                <c:pt idx="9065">
                  <c:v>6.3461299999999996</c:v>
                </c:pt>
                <c:pt idx="9066">
                  <c:v>6.3464299999999998</c:v>
                </c:pt>
                <c:pt idx="9067">
                  <c:v>6.3467399999999996</c:v>
                </c:pt>
                <c:pt idx="9068">
                  <c:v>6.3470399999999998</c:v>
                </c:pt>
                <c:pt idx="9069">
                  <c:v>6.3473499999999996</c:v>
                </c:pt>
                <c:pt idx="9070">
                  <c:v>6.3476499999999998</c:v>
                </c:pt>
                <c:pt idx="9071">
                  <c:v>6.3479599999999996</c:v>
                </c:pt>
                <c:pt idx="9072">
                  <c:v>6.3482700000000003</c:v>
                </c:pt>
                <c:pt idx="9073">
                  <c:v>6.3485699999999996</c:v>
                </c:pt>
                <c:pt idx="9074">
                  <c:v>6.3488800000000003</c:v>
                </c:pt>
                <c:pt idx="9075">
                  <c:v>6.3491799999999996</c:v>
                </c:pt>
                <c:pt idx="9076">
                  <c:v>6.3494900000000003</c:v>
                </c:pt>
                <c:pt idx="9077">
                  <c:v>6.3497899999999996</c:v>
                </c:pt>
                <c:pt idx="9078">
                  <c:v>6.3501000000000003</c:v>
                </c:pt>
                <c:pt idx="9079">
                  <c:v>6.3503999999999996</c:v>
                </c:pt>
                <c:pt idx="9080">
                  <c:v>6.3507100000000003</c:v>
                </c:pt>
                <c:pt idx="9081">
                  <c:v>6.3510099999999996</c:v>
                </c:pt>
                <c:pt idx="9082">
                  <c:v>6.3513200000000003</c:v>
                </c:pt>
                <c:pt idx="9083">
                  <c:v>6.3516300000000001</c:v>
                </c:pt>
                <c:pt idx="9084">
                  <c:v>6.3519300000000003</c:v>
                </c:pt>
                <c:pt idx="9085">
                  <c:v>6.3522400000000001</c:v>
                </c:pt>
                <c:pt idx="9086">
                  <c:v>6.3525400000000003</c:v>
                </c:pt>
                <c:pt idx="9087">
                  <c:v>6.3528500000000001</c:v>
                </c:pt>
                <c:pt idx="9088">
                  <c:v>6.3531500000000003</c:v>
                </c:pt>
                <c:pt idx="9089">
                  <c:v>6.3534600000000001</c:v>
                </c:pt>
                <c:pt idx="9090">
                  <c:v>6.3537600000000003</c:v>
                </c:pt>
                <c:pt idx="9091">
                  <c:v>6.3540700000000001</c:v>
                </c:pt>
                <c:pt idx="9092">
                  <c:v>6.3543700000000003</c:v>
                </c:pt>
                <c:pt idx="9093">
                  <c:v>6.3546800000000001</c:v>
                </c:pt>
                <c:pt idx="9094">
                  <c:v>6.3549800000000003</c:v>
                </c:pt>
                <c:pt idx="9095">
                  <c:v>6.3552900000000001</c:v>
                </c:pt>
                <c:pt idx="9096">
                  <c:v>6.3555999999999999</c:v>
                </c:pt>
                <c:pt idx="9097">
                  <c:v>6.3559000000000001</c:v>
                </c:pt>
                <c:pt idx="9098">
                  <c:v>6.3562099999999999</c:v>
                </c:pt>
                <c:pt idx="9099">
                  <c:v>6.3565100000000001</c:v>
                </c:pt>
                <c:pt idx="9100">
                  <c:v>6.3568199999999999</c:v>
                </c:pt>
                <c:pt idx="9101">
                  <c:v>6.3571200000000001</c:v>
                </c:pt>
                <c:pt idx="9102">
                  <c:v>6.3574299999999999</c:v>
                </c:pt>
                <c:pt idx="9103">
                  <c:v>6.3577300000000001</c:v>
                </c:pt>
                <c:pt idx="9104">
                  <c:v>6.3580399999999999</c:v>
                </c:pt>
                <c:pt idx="9105">
                  <c:v>6.3583400000000001</c:v>
                </c:pt>
                <c:pt idx="9106">
                  <c:v>6.3586499999999999</c:v>
                </c:pt>
                <c:pt idx="9107">
                  <c:v>6.3589500000000001</c:v>
                </c:pt>
                <c:pt idx="9108">
                  <c:v>6.3592599999999999</c:v>
                </c:pt>
                <c:pt idx="9109">
                  <c:v>6.3595699999999997</c:v>
                </c:pt>
                <c:pt idx="9110">
                  <c:v>6.3598699999999999</c:v>
                </c:pt>
                <c:pt idx="9111">
                  <c:v>6.3601799999999997</c:v>
                </c:pt>
                <c:pt idx="9112">
                  <c:v>6.3604799999999999</c:v>
                </c:pt>
                <c:pt idx="9113">
                  <c:v>6.3607899999999997</c:v>
                </c:pt>
                <c:pt idx="9114">
                  <c:v>6.3610899999999999</c:v>
                </c:pt>
                <c:pt idx="9115">
                  <c:v>6.3613999999999997</c:v>
                </c:pt>
                <c:pt idx="9116">
                  <c:v>6.3616999999999999</c:v>
                </c:pt>
                <c:pt idx="9117">
                  <c:v>6.3620099999999997</c:v>
                </c:pt>
                <c:pt idx="9118">
                  <c:v>6.3623099999999999</c:v>
                </c:pt>
                <c:pt idx="9119">
                  <c:v>6.3626199999999997</c:v>
                </c:pt>
                <c:pt idx="9120">
                  <c:v>6.3629199999999999</c:v>
                </c:pt>
                <c:pt idx="9121">
                  <c:v>6.3632299999999997</c:v>
                </c:pt>
                <c:pt idx="9122">
                  <c:v>6.3635400000000004</c:v>
                </c:pt>
                <c:pt idx="9123">
                  <c:v>6.3638399999999997</c:v>
                </c:pt>
                <c:pt idx="9124">
                  <c:v>6.3641500000000004</c:v>
                </c:pt>
                <c:pt idx="9125">
                  <c:v>6.3644499999999997</c:v>
                </c:pt>
                <c:pt idx="9126">
                  <c:v>6.3647600000000004</c:v>
                </c:pt>
                <c:pt idx="9127">
                  <c:v>6.3650599999999997</c:v>
                </c:pt>
                <c:pt idx="9128">
                  <c:v>6.3653700000000004</c:v>
                </c:pt>
                <c:pt idx="9129">
                  <c:v>6.3656699999999997</c:v>
                </c:pt>
                <c:pt idx="9130">
                  <c:v>6.3659800000000004</c:v>
                </c:pt>
                <c:pt idx="9131">
                  <c:v>6.3662799999999997</c:v>
                </c:pt>
                <c:pt idx="9132">
                  <c:v>6.3665900000000004</c:v>
                </c:pt>
                <c:pt idx="9133">
                  <c:v>6.3669000000000002</c:v>
                </c:pt>
                <c:pt idx="9134">
                  <c:v>6.3672000000000004</c:v>
                </c:pt>
                <c:pt idx="9135">
                  <c:v>6.3675100000000002</c:v>
                </c:pt>
                <c:pt idx="9136">
                  <c:v>6.3678100000000004</c:v>
                </c:pt>
                <c:pt idx="9137">
                  <c:v>6.3681200000000002</c:v>
                </c:pt>
                <c:pt idx="9138">
                  <c:v>6.3684200000000004</c:v>
                </c:pt>
                <c:pt idx="9139">
                  <c:v>6.3687300000000002</c:v>
                </c:pt>
                <c:pt idx="9140">
                  <c:v>6.3690300000000004</c:v>
                </c:pt>
                <c:pt idx="9141">
                  <c:v>6.3693400000000002</c:v>
                </c:pt>
                <c:pt idx="9142">
                  <c:v>6.3696400000000004</c:v>
                </c:pt>
                <c:pt idx="9143">
                  <c:v>6.3699500000000002</c:v>
                </c:pt>
                <c:pt idx="9144">
                  <c:v>6.3702500000000004</c:v>
                </c:pt>
                <c:pt idx="9145">
                  <c:v>6.3705600000000002</c:v>
                </c:pt>
                <c:pt idx="9146">
                  <c:v>6.37087</c:v>
                </c:pt>
                <c:pt idx="9147">
                  <c:v>6.3711700000000002</c:v>
                </c:pt>
                <c:pt idx="9148">
                  <c:v>6.37148</c:v>
                </c:pt>
                <c:pt idx="9149">
                  <c:v>6.3717800000000002</c:v>
                </c:pt>
                <c:pt idx="9150">
                  <c:v>6.37209</c:v>
                </c:pt>
                <c:pt idx="9151">
                  <c:v>6.3723900000000002</c:v>
                </c:pt>
                <c:pt idx="9152">
                  <c:v>6.3727</c:v>
                </c:pt>
                <c:pt idx="9153">
                  <c:v>6.3730000000000002</c:v>
                </c:pt>
                <c:pt idx="9154">
                  <c:v>6.37331</c:v>
                </c:pt>
                <c:pt idx="9155">
                  <c:v>6.3736100000000002</c:v>
                </c:pt>
                <c:pt idx="9156">
                  <c:v>6.37392</c:v>
                </c:pt>
                <c:pt idx="9157">
                  <c:v>6.3742200000000002</c:v>
                </c:pt>
                <c:pt idx="9158">
                  <c:v>6.37453</c:v>
                </c:pt>
                <c:pt idx="9159">
                  <c:v>6.3748399999999998</c:v>
                </c:pt>
                <c:pt idx="9160">
                  <c:v>6.37514</c:v>
                </c:pt>
                <c:pt idx="9161">
                  <c:v>6.3754499999999998</c:v>
                </c:pt>
                <c:pt idx="9162">
                  <c:v>6.37575</c:v>
                </c:pt>
                <c:pt idx="9163">
                  <c:v>6.3760599999999998</c:v>
                </c:pt>
                <c:pt idx="9164">
                  <c:v>6.37636</c:v>
                </c:pt>
                <c:pt idx="9165">
                  <c:v>6.3766699999999998</c:v>
                </c:pt>
                <c:pt idx="9166">
                  <c:v>6.37697</c:v>
                </c:pt>
                <c:pt idx="9167">
                  <c:v>6.3772799999999998</c:v>
                </c:pt>
                <c:pt idx="9168">
                  <c:v>6.37758</c:v>
                </c:pt>
                <c:pt idx="9169">
                  <c:v>6.3778899999999998</c:v>
                </c:pt>
                <c:pt idx="9170">
                  <c:v>6.37819</c:v>
                </c:pt>
                <c:pt idx="9171">
                  <c:v>6.3784999999999998</c:v>
                </c:pt>
                <c:pt idx="9172">
                  <c:v>6.3788099999999996</c:v>
                </c:pt>
                <c:pt idx="9173">
                  <c:v>6.3791099999999998</c:v>
                </c:pt>
                <c:pt idx="9174">
                  <c:v>6.3794199999999996</c:v>
                </c:pt>
                <c:pt idx="9175">
                  <c:v>6.3797199999999998</c:v>
                </c:pt>
                <c:pt idx="9176">
                  <c:v>6.3800299999999996</c:v>
                </c:pt>
                <c:pt idx="9177">
                  <c:v>6.3803299999999998</c:v>
                </c:pt>
                <c:pt idx="9178">
                  <c:v>6.3806399999999996</c:v>
                </c:pt>
                <c:pt idx="9179">
                  <c:v>6.3809399999999998</c:v>
                </c:pt>
                <c:pt idx="9180">
                  <c:v>6.3812499999999996</c:v>
                </c:pt>
                <c:pt idx="9181">
                  <c:v>6.3815499999999998</c:v>
                </c:pt>
                <c:pt idx="9182">
                  <c:v>6.3818599999999996</c:v>
                </c:pt>
                <c:pt idx="9183">
                  <c:v>6.3821599999999998</c:v>
                </c:pt>
                <c:pt idx="9184">
                  <c:v>6.3824699999999996</c:v>
                </c:pt>
                <c:pt idx="9185">
                  <c:v>6.3827800000000003</c:v>
                </c:pt>
                <c:pt idx="9186">
                  <c:v>6.3830799999999996</c:v>
                </c:pt>
                <c:pt idx="9187">
                  <c:v>6.3833900000000003</c:v>
                </c:pt>
                <c:pt idx="9188">
                  <c:v>6.3836899999999996</c:v>
                </c:pt>
                <c:pt idx="9189">
                  <c:v>6.3840000000000003</c:v>
                </c:pt>
                <c:pt idx="9190">
                  <c:v>6.3842999999999996</c:v>
                </c:pt>
                <c:pt idx="9191">
                  <c:v>6.3846100000000003</c:v>
                </c:pt>
                <c:pt idx="9192">
                  <c:v>6.3849099999999996</c:v>
                </c:pt>
                <c:pt idx="9193">
                  <c:v>6.3852200000000003</c:v>
                </c:pt>
                <c:pt idx="9194">
                  <c:v>6.3855199999999996</c:v>
                </c:pt>
                <c:pt idx="9195">
                  <c:v>6.3858300000000003</c:v>
                </c:pt>
                <c:pt idx="9196">
                  <c:v>6.3861400000000001</c:v>
                </c:pt>
                <c:pt idx="9197">
                  <c:v>6.3864400000000003</c:v>
                </c:pt>
                <c:pt idx="9198">
                  <c:v>6.3867500000000001</c:v>
                </c:pt>
                <c:pt idx="9199">
                  <c:v>6.3870500000000003</c:v>
                </c:pt>
                <c:pt idx="9200">
                  <c:v>6.3873600000000001</c:v>
                </c:pt>
                <c:pt idx="9201">
                  <c:v>6.3876600000000003</c:v>
                </c:pt>
                <c:pt idx="9202">
                  <c:v>6.3879700000000001</c:v>
                </c:pt>
                <c:pt idx="9203">
                  <c:v>6.3882700000000003</c:v>
                </c:pt>
                <c:pt idx="9204">
                  <c:v>6.3885800000000001</c:v>
                </c:pt>
                <c:pt idx="9205">
                  <c:v>6.3888800000000003</c:v>
                </c:pt>
                <c:pt idx="9206">
                  <c:v>6.3891900000000001</c:v>
                </c:pt>
                <c:pt idx="9207">
                  <c:v>6.3894900000000003</c:v>
                </c:pt>
                <c:pt idx="9208">
                  <c:v>6.3898000000000001</c:v>
                </c:pt>
                <c:pt idx="9209">
                  <c:v>6.39011</c:v>
                </c:pt>
                <c:pt idx="9210">
                  <c:v>6.3904100000000001</c:v>
                </c:pt>
                <c:pt idx="9211">
                  <c:v>6.39072</c:v>
                </c:pt>
                <c:pt idx="9212">
                  <c:v>6.3910200000000001</c:v>
                </c:pt>
                <c:pt idx="9213">
                  <c:v>6.39133</c:v>
                </c:pt>
                <c:pt idx="9214">
                  <c:v>6.3916300000000001</c:v>
                </c:pt>
                <c:pt idx="9215">
                  <c:v>6.39194</c:v>
                </c:pt>
                <c:pt idx="9216">
                  <c:v>6.3922400000000001</c:v>
                </c:pt>
                <c:pt idx="9217">
                  <c:v>6.39255</c:v>
                </c:pt>
                <c:pt idx="9218">
                  <c:v>6.3928500000000001</c:v>
                </c:pt>
                <c:pt idx="9219">
                  <c:v>6.39316</c:v>
                </c:pt>
                <c:pt idx="9220">
                  <c:v>6.3934600000000001</c:v>
                </c:pt>
                <c:pt idx="9221">
                  <c:v>6.39377</c:v>
                </c:pt>
                <c:pt idx="9222">
                  <c:v>6.3940799999999998</c:v>
                </c:pt>
                <c:pt idx="9223">
                  <c:v>6.39438</c:v>
                </c:pt>
                <c:pt idx="9224">
                  <c:v>6.3946899999999998</c:v>
                </c:pt>
                <c:pt idx="9225">
                  <c:v>6.39499</c:v>
                </c:pt>
                <c:pt idx="9226">
                  <c:v>6.3952999999999998</c:v>
                </c:pt>
                <c:pt idx="9227">
                  <c:v>6.3956</c:v>
                </c:pt>
                <c:pt idx="9228">
                  <c:v>6.3959099999999998</c:v>
                </c:pt>
                <c:pt idx="9229">
                  <c:v>6.39621</c:v>
                </c:pt>
                <c:pt idx="9230">
                  <c:v>6.3965199999999998</c:v>
                </c:pt>
                <c:pt idx="9231">
                  <c:v>6.39682</c:v>
                </c:pt>
                <c:pt idx="9232">
                  <c:v>6.3971299999999998</c:v>
                </c:pt>
                <c:pt idx="9233">
                  <c:v>6.3974299999999999</c:v>
                </c:pt>
                <c:pt idx="9234">
                  <c:v>6.3977399999999998</c:v>
                </c:pt>
                <c:pt idx="9235">
                  <c:v>6.3980499999999996</c:v>
                </c:pt>
                <c:pt idx="9236">
                  <c:v>6.3983499999999998</c:v>
                </c:pt>
                <c:pt idx="9237">
                  <c:v>6.3986599999999996</c:v>
                </c:pt>
                <c:pt idx="9238">
                  <c:v>6.3989599999999998</c:v>
                </c:pt>
                <c:pt idx="9239">
                  <c:v>6.3992699999999996</c:v>
                </c:pt>
                <c:pt idx="9240">
                  <c:v>6.3995699999999998</c:v>
                </c:pt>
                <c:pt idx="9241">
                  <c:v>6.3998799999999996</c:v>
                </c:pt>
                <c:pt idx="9242">
                  <c:v>6.4001799999999998</c:v>
                </c:pt>
                <c:pt idx="9243">
                  <c:v>6.4004899999999996</c:v>
                </c:pt>
                <c:pt idx="9244">
                  <c:v>6.4007899999999998</c:v>
                </c:pt>
                <c:pt idx="9245">
                  <c:v>6.4010999999999996</c:v>
                </c:pt>
                <c:pt idx="9246">
                  <c:v>6.4013999999999998</c:v>
                </c:pt>
                <c:pt idx="9247">
                  <c:v>6.4017099999999996</c:v>
                </c:pt>
                <c:pt idx="9248">
                  <c:v>6.4020200000000003</c:v>
                </c:pt>
                <c:pt idx="9249">
                  <c:v>6.4023199999999996</c:v>
                </c:pt>
                <c:pt idx="9250">
                  <c:v>6.4026300000000003</c:v>
                </c:pt>
                <c:pt idx="9251">
                  <c:v>6.4029299999999996</c:v>
                </c:pt>
                <c:pt idx="9252">
                  <c:v>6.4032400000000003</c:v>
                </c:pt>
                <c:pt idx="9253">
                  <c:v>6.4035399999999996</c:v>
                </c:pt>
                <c:pt idx="9254">
                  <c:v>6.4038500000000003</c:v>
                </c:pt>
                <c:pt idx="9255">
                  <c:v>6.4041499999999996</c:v>
                </c:pt>
                <c:pt idx="9256">
                  <c:v>6.4044600000000003</c:v>
                </c:pt>
                <c:pt idx="9257">
                  <c:v>6.4047599999999996</c:v>
                </c:pt>
                <c:pt idx="9258">
                  <c:v>6.4050700000000003</c:v>
                </c:pt>
                <c:pt idx="9259">
                  <c:v>6.4053800000000001</c:v>
                </c:pt>
                <c:pt idx="9260">
                  <c:v>6.4056800000000003</c:v>
                </c:pt>
                <c:pt idx="9261">
                  <c:v>6.4059900000000001</c:v>
                </c:pt>
                <c:pt idx="9262">
                  <c:v>6.4062900000000003</c:v>
                </c:pt>
                <c:pt idx="9263">
                  <c:v>6.4066000000000001</c:v>
                </c:pt>
                <c:pt idx="9264">
                  <c:v>6.4069000000000003</c:v>
                </c:pt>
                <c:pt idx="9265">
                  <c:v>6.4072100000000001</c:v>
                </c:pt>
                <c:pt idx="9266">
                  <c:v>6.4075100000000003</c:v>
                </c:pt>
                <c:pt idx="9267">
                  <c:v>6.4078200000000001</c:v>
                </c:pt>
                <c:pt idx="9268">
                  <c:v>6.4081200000000003</c:v>
                </c:pt>
                <c:pt idx="9269">
                  <c:v>6.4084300000000001</c:v>
                </c:pt>
                <c:pt idx="9270">
                  <c:v>6.4087300000000003</c:v>
                </c:pt>
                <c:pt idx="9271">
                  <c:v>6.4090400000000001</c:v>
                </c:pt>
                <c:pt idx="9272">
                  <c:v>6.4093499999999999</c:v>
                </c:pt>
                <c:pt idx="9273">
                  <c:v>6.4096500000000001</c:v>
                </c:pt>
                <c:pt idx="9274">
                  <c:v>6.4099599999999999</c:v>
                </c:pt>
                <c:pt idx="9275">
                  <c:v>6.4102600000000001</c:v>
                </c:pt>
                <c:pt idx="9276">
                  <c:v>6.4105699999999999</c:v>
                </c:pt>
                <c:pt idx="9277">
                  <c:v>6.4108700000000001</c:v>
                </c:pt>
                <c:pt idx="9278">
                  <c:v>6.4111799999999999</c:v>
                </c:pt>
                <c:pt idx="9279">
                  <c:v>6.4114800000000001</c:v>
                </c:pt>
                <c:pt idx="9280">
                  <c:v>6.4117899999999999</c:v>
                </c:pt>
                <c:pt idx="9281">
                  <c:v>6.4120900000000001</c:v>
                </c:pt>
                <c:pt idx="9282">
                  <c:v>6.4123999999999999</c:v>
                </c:pt>
                <c:pt idx="9283">
                  <c:v>6.4127000000000001</c:v>
                </c:pt>
                <c:pt idx="9284">
                  <c:v>6.4130099999999999</c:v>
                </c:pt>
                <c:pt idx="9285">
                  <c:v>6.4133199999999997</c:v>
                </c:pt>
                <c:pt idx="9286">
                  <c:v>6.4136199999999999</c:v>
                </c:pt>
                <c:pt idx="9287">
                  <c:v>6.4139299999999997</c:v>
                </c:pt>
                <c:pt idx="9288">
                  <c:v>6.4142299999999999</c:v>
                </c:pt>
                <c:pt idx="9289">
                  <c:v>6.4145399999999997</c:v>
                </c:pt>
                <c:pt idx="9290">
                  <c:v>6.4148399999999999</c:v>
                </c:pt>
                <c:pt idx="9291">
                  <c:v>6.4151499999999997</c:v>
                </c:pt>
                <c:pt idx="9292">
                  <c:v>6.4154499999999999</c:v>
                </c:pt>
                <c:pt idx="9293">
                  <c:v>6.4157599999999997</c:v>
                </c:pt>
                <c:pt idx="9294">
                  <c:v>6.4160599999999999</c:v>
                </c:pt>
                <c:pt idx="9295">
                  <c:v>6.4163699999999997</c:v>
                </c:pt>
                <c:pt idx="9296">
                  <c:v>6.4166699999999999</c:v>
                </c:pt>
                <c:pt idx="9297">
                  <c:v>6.4169799999999997</c:v>
                </c:pt>
                <c:pt idx="9298">
                  <c:v>6.4172900000000004</c:v>
                </c:pt>
                <c:pt idx="9299">
                  <c:v>6.4175899999999997</c:v>
                </c:pt>
                <c:pt idx="9300">
                  <c:v>6.4179000000000004</c:v>
                </c:pt>
                <c:pt idx="9301">
                  <c:v>6.4181999999999997</c:v>
                </c:pt>
                <c:pt idx="9302">
                  <c:v>6.4185100000000004</c:v>
                </c:pt>
                <c:pt idx="9303">
                  <c:v>6.4188099999999997</c:v>
                </c:pt>
                <c:pt idx="9304">
                  <c:v>6.4191200000000004</c:v>
                </c:pt>
                <c:pt idx="9305">
                  <c:v>6.4194199999999997</c:v>
                </c:pt>
                <c:pt idx="9306">
                  <c:v>6.4197300000000004</c:v>
                </c:pt>
                <c:pt idx="9307">
                  <c:v>6.4200299999999997</c:v>
                </c:pt>
                <c:pt idx="9308">
                  <c:v>6.4203400000000004</c:v>
                </c:pt>
                <c:pt idx="9309">
                  <c:v>6.4206500000000002</c:v>
                </c:pt>
                <c:pt idx="9310">
                  <c:v>6.4209500000000004</c:v>
                </c:pt>
                <c:pt idx="9311">
                  <c:v>6.4212600000000002</c:v>
                </c:pt>
                <c:pt idx="9312">
                  <c:v>6.4215600000000004</c:v>
                </c:pt>
                <c:pt idx="9313">
                  <c:v>6.4218700000000002</c:v>
                </c:pt>
                <c:pt idx="9314">
                  <c:v>6.4221700000000004</c:v>
                </c:pt>
                <c:pt idx="9315">
                  <c:v>6.4224800000000002</c:v>
                </c:pt>
                <c:pt idx="9316">
                  <c:v>6.4227800000000004</c:v>
                </c:pt>
                <c:pt idx="9317">
                  <c:v>6.4230900000000002</c:v>
                </c:pt>
                <c:pt idx="9318">
                  <c:v>6.4233900000000004</c:v>
                </c:pt>
                <c:pt idx="9319">
                  <c:v>6.4237000000000002</c:v>
                </c:pt>
                <c:pt idx="9320">
                  <c:v>6.4240000000000004</c:v>
                </c:pt>
                <c:pt idx="9321">
                  <c:v>6.4243100000000002</c:v>
                </c:pt>
                <c:pt idx="9322">
                  <c:v>6.42462</c:v>
                </c:pt>
                <c:pt idx="9323">
                  <c:v>6.4249200000000002</c:v>
                </c:pt>
                <c:pt idx="9324">
                  <c:v>6.42523</c:v>
                </c:pt>
                <c:pt idx="9325">
                  <c:v>6.4255300000000002</c:v>
                </c:pt>
                <c:pt idx="9326">
                  <c:v>6.42584</c:v>
                </c:pt>
                <c:pt idx="9327">
                  <c:v>6.4261400000000002</c:v>
                </c:pt>
                <c:pt idx="9328">
                  <c:v>6.42645</c:v>
                </c:pt>
                <c:pt idx="9329">
                  <c:v>6.4267500000000002</c:v>
                </c:pt>
                <c:pt idx="9330">
                  <c:v>6.42706</c:v>
                </c:pt>
                <c:pt idx="9331">
                  <c:v>6.4273600000000002</c:v>
                </c:pt>
                <c:pt idx="9332">
                  <c:v>6.42767</c:v>
                </c:pt>
                <c:pt idx="9333">
                  <c:v>6.4279700000000002</c:v>
                </c:pt>
                <c:pt idx="9334">
                  <c:v>6.42828</c:v>
                </c:pt>
                <c:pt idx="9335">
                  <c:v>6.4285899999999998</c:v>
                </c:pt>
                <c:pt idx="9336">
                  <c:v>6.42889</c:v>
                </c:pt>
                <c:pt idx="9337">
                  <c:v>6.4291999999999998</c:v>
                </c:pt>
                <c:pt idx="9338">
                  <c:v>6.4295</c:v>
                </c:pt>
                <c:pt idx="9339">
                  <c:v>6.4298099999999998</c:v>
                </c:pt>
                <c:pt idx="9340">
                  <c:v>6.43011</c:v>
                </c:pt>
                <c:pt idx="9341">
                  <c:v>6.4304199999999998</c:v>
                </c:pt>
                <c:pt idx="9342">
                  <c:v>6.43072</c:v>
                </c:pt>
                <c:pt idx="9343">
                  <c:v>6.4310299999999998</c:v>
                </c:pt>
                <c:pt idx="9344">
                  <c:v>6.43133</c:v>
                </c:pt>
                <c:pt idx="9345">
                  <c:v>6.4316399999999998</c:v>
                </c:pt>
                <c:pt idx="9346">
                  <c:v>6.43194</c:v>
                </c:pt>
                <c:pt idx="9347">
                  <c:v>6.4322499999999998</c:v>
                </c:pt>
                <c:pt idx="9348">
                  <c:v>6.4325599999999996</c:v>
                </c:pt>
                <c:pt idx="9349">
                  <c:v>6.4328599999999998</c:v>
                </c:pt>
                <c:pt idx="9350">
                  <c:v>6.4331699999999996</c:v>
                </c:pt>
                <c:pt idx="9351">
                  <c:v>6.4334699999999998</c:v>
                </c:pt>
                <c:pt idx="9352">
                  <c:v>6.4337799999999996</c:v>
                </c:pt>
                <c:pt idx="9353">
                  <c:v>6.4340799999999998</c:v>
                </c:pt>
                <c:pt idx="9354">
                  <c:v>6.4343899999999996</c:v>
                </c:pt>
                <c:pt idx="9355">
                  <c:v>6.4346899999999998</c:v>
                </c:pt>
                <c:pt idx="9356">
                  <c:v>6.4349999999999996</c:v>
                </c:pt>
                <c:pt idx="9357">
                  <c:v>6.4352999999999998</c:v>
                </c:pt>
                <c:pt idx="9358">
                  <c:v>6.4356099999999996</c:v>
                </c:pt>
                <c:pt idx="9359">
                  <c:v>6.4359099999999998</c:v>
                </c:pt>
                <c:pt idx="9360">
                  <c:v>6.4362199999999996</c:v>
                </c:pt>
                <c:pt idx="9361">
                  <c:v>6.4365300000000003</c:v>
                </c:pt>
                <c:pt idx="9362">
                  <c:v>6.4368299999999996</c:v>
                </c:pt>
                <c:pt idx="9363">
                  <c:v>6.4371400000000003</c:v>
                </c:pt>
                <c:pt idx="9364">
                  <c:v>6.4374399999999996</c:v>
                </c:pt>
                <c:pt idx="9365">
                  <c:v>6.4377500000000003</c:v>
                </c:pt>
                <c:pt idx="9366">
                  <c:v>6.4380499999999996</c:v>
                </c:pt>
                <c:pt idx="9367">
                  <c:v>6.4383600000000003</c:v>
                </c:pt>
                <c:pt idx="9368">
                  <c:v>6.4386599999999996</c:v>
                </c:pt>
                <c:pt idx="9369">
                  <c:v>6.4389700000000003</c:v>
                </c:pt>
                <c:pt idx="9370">
                  <c:v>6.4392699999999996</c:v>
                </c:pt>
                <c:pt idx="9371">
                  <c:v>6.4395800000000003</c:v>
                </c:pt>
                <c:pt idx="9372">
                  <c:v>6.4398900000000001</c:v>
                </c:pt>
                <c:pt idx="9373">
                  <c:v>6.4401900000000003</c:v>
                </c:pt>
                <c:pt idx="9374">
                  <c:v>6.4405000000000001</c:v>
                </c:pt>
                <c:pt idx="9375">
                  <c:v>6.4408000000000003</c:v>
                </c:pt>
                <c:pt idx="9376">
                  <c:v>6.4411100000000001</c:v>
                </c:pt>
                <c:pt idx="9377">
                  <c:v>6.4414100000000003</c:v>
                </c:pt>
                <c:pt idx="9378">
                  <c:v>6.4417200000000001</c:v>
                </c:pt>
                <c:pt idx="9379">
                  <c:v>6.4420200000000003</c:v>
                </c:pt>
                <c:pt idx="9380">
                  <c:v>6.4423300000000001</c:v>
                </c:pt>
                <c:pt idx="9381">
                  <c:v>6.4426300000000003</c:v>
                </c:pt>
                <c:pt idx="9382">
                  <c:v>6.4429400000000001</c:v>
                </c:pt>
                <c:pt idx="9383">
                  <c:v>6.4432400000000003</c:v>
                </c:pt>
                <c:pt idx="9384">
                  <c:v>6.4435500000000001</c:v>
                </c:pt>
                <c:pt idx="9385">
                  <c:v>6.4438599999999999</c:v>
                </c:pt>
                <c:pt idx="9386">
                  <c:v>6.4441600000000001</c:v>
                </c:pt>
                <c:pt idx="9387">
                  <c:v>6.4444699999999999</c:v>
                </c:pt>
                <c:pt idx="9388">
                  <c:v>6.4447700000000001</c:v>
                </c:pt>
                <c:pt idx="9389">
                  <c:v>6.4450799999999999</c:v>
                </c:pt>
                <c:pt idx="9390">
                  <c:v>6.4453800000000001</c:v>
                </c:pt>
                <c:pt idx="9391">
                  <c:v>6.4456899999999999</c:v>
                </c:pt>
                <c:pt idx="9392">
                  <c:v>6.4459900000000001</c:v>
                </c:pt>
                <c:pt idx="9393">
                  <c:v>6.4462999999999999</c:v>
                </c:pt>
                <c:pt idx="9394">
                  <c:v>6.4466000000000001</c:v>
                </c:pt>
                <c:pt idx="9395">
                  <c:v>6.4469099999999999</c:v>
                </c:pt>
                <c:pt idx="9396">
                  <c:v>6.4472100000000001</c:v>
                </c:pt>
                <c:pt idx="9397">
                  <c:v>6.4475199999999999</c:v>
                </c:pt>
                <c:pt idx="9398">
                  <c:v>6.4478299999999997</c:v>
                </c:pt>
                <c:pt idx="9399">
                  <c:v>6.4481299999999999</c:v>
                </c:pt>
                <c:pt idx="9400">
                  <c:v>6.4484399999999997</c:v>
                </c:pt>
                <c:pt idx="9401">
                  <c:v>6.4487399999999999</c:v>
                </c:pt>
                <c:pt idx="9402">
                  <c:v>6.4490499999999997</c:v>
                </c:pt>
                <c:pt idx="9403">
                  <c:v>6.4493499999999999</c:v>
                </c:pt>
                <c:pt idx="9404">
                  <c:v>6.4496599999999997</c:v>
                </c:pt>
                <c:pt idx="9405">
                  <c:v>6.4499599999999999</c:v>
                </c:pt>
                <c:pt idx="9406">
                  <c:v>6.4502699999999997</c:v>
                </c:pt>
                <c:pt idx="9407">
                  <c:v>6.4505699999999999</c:v>
                </c:pt>
                <c:pt idx="9408">
                  <c:v>6.4508799999999997</c:v>
                </c:pt>
                <c:pt idx="9409">
                  <c:v>6.4511799999999999</c:v>
                </c:pt>
                <c:pt idx="9410">
                  <c:v>6.4514899999999997</c:v>
                </c:pt>
                <c:pt idx="9411">
                  <c:v>6.4518000000000004</c:v>
                </c:pt>
                <c:pt idx="9412">
                  <c:v>6.4520999999999997</c:v>
                </c:pt>
                <c:pt idx="9413">
                  <c:v>6.4524100000000004</c:v>
                </c:pt>
                <c:pt idx="9414">
                  <c:v>6.4527099999999997</c:v>
                </c:pt>
                <c:pt idx="9415">
                  <c:v>6.4530200000000004</c:v>
                </c:pt>
                <c:pt idx="9416">
                  <c:v>6.4533199999999997</c:v>
                </c:pt>
                <c:pt idx="9417">
                  <c:v>6.4536300000000004</c:v>
                </c:pt>
                <c:pt idx="9418">
                  <c:v>6.4539299999999997</c:v>
                </c:pt>
                <c:pt idx="9419">
                  <c:v>6.4542400000000004</c:v>
                </c:pt>
                <c:pt idx="9420">
                  <c:v>6.4545399999999997</c:v>
                </c:pt>
                <c:pt idx="9421">
                  <c:v>6.4548500000000004</c:v>
                </c:pt>
                <c:pt idx="9422">
                  <c:v>6.4551499999999997</c:v>
                </c:pt>
                <c:pt idx="9423">
                  <c:v>6.4554600000000004</c:v>
                </c:pt>
                <c:pt idx="9424">
                  <c:v>6.4557700000000002</c:v>
                </c:pt>
                <c:pt idx="9425">
                  <c:v>6.4560700000000004</c:v>
                </c:pt>
                <c:pt idx="9426">
                  <c:v>6.4563800000000002</c:v>
                </c:pt>
                <c:pt idx="9427">
                  <c:v>6.4566800000000004</c:v>
                </c:pt>
                <c:pt idx="9428">
                  <c:v>6.4569900000000002</c:v>
                </c:pt>
                <c:pt idx="9429">
                  <c:v>6.4572900000000004</c:v>
                </c:pt>
                <c:pt idx="9430">
                  <c:v>6.4576000000000002</c:v>
                </c:pt>
                <c:pt idx="9431">
                  <c:v>6.4579000000000004</c:v>
                </c:pt>
                <c:pt idx="9432">
                  <c:v>6.4582100000000002</c:v>
                </c:pt>
                <c:pt idx="9433">
                  <c:v>6.4585100000000004</c:v>
                </c:pt>
                <c:pt idx="9434">
                  <c:v>6.4588200000000002</c:v>
                </c:pt>
                <c:pt idx="9435">
                  <c:v>6.45913</c:v>
                </c:pt>
                <c:pt idx="9436">
                  <c:v>6.4594300000000002</c:v>
                </c:pt>
                <c:pt idx="9437">
                  <c:v>6.45974</c:v>
                </c:pt>
                <c:pt idx="9438">
                  <c:v>6.4600400000000002</c:v>
                </c:pt>
                <c:pt idx="9439">
                  <c:v>6.46035</c:v>
                </c:pt>
                <c:pt idx="9440">
                  <c:v>6.4606500000000002</c:v>
                </c:pt>
                <c:pt idx="9441">
                  <c:v>6.46096</c:v>
                </c:pt>
                <c:pt idx="9442">
                  <c:v>6.4612600000000002</c:v>
                </c:pt>
                <c:pt idx="9443">
                  <c:v>6.46157</c:v>
                </c:pt>
                <c:pt idx="9444">
                  <c:v>6.4618700000000002</c:v>
                </c:pt>
                <c:pt idx="9445">
                  <c:v>6.46218</c:v>
                </c:pt>
                <c:pt idx="9446">
                  <c:v>6.4624800000000002</c:v>
                </c:pt>
                <c:pt idx="9447">
                  <c:v>6.46279</c:v>
                </c:pt>
                <c:pt idx="9448">
                  <c:v>6.4630999999999998</c:v>
                </c:pt>
                <c:pt idx="9449">
                  <c:v>6.4634</c:v>
                </c:pt>
                <c:pt idx="9450">
                  <c:v>6.4637099999999998</c:v>
                </c:pt>
                <c:pt idx="9451">
                  <c:v>6.46401</c:v>
                </c:pt>
                <c:pt idx="9452">
                  <c:v>6.4643199999999998</c:v>
                </c:pt>
                <c:pt idx="9453">
                  <c:v>6.46462</c:v>
                </c:pt>
                <c:pt idx="9454">
                  <c:v>6.4649299999999998</c:v>
                </c:pt>
                <c:pt idx="9455">
                  <c:v>6.46523</c:v>
                </c:pt>
                <c:pt idx="9456">
                  <c:v>6.4655399999999998</c:v>
                </c:pt>
                <c:pt idx="9457">
                  <c:v>6.46584</c:v>
                </c:pt>
                <c:pt idx="9458">
                  <c:v>6.4661499999999998</c:v>
                </c:pt>
                <c:pt idx="9459">
                  <c:v>6.46645</c:v>
                </c:pt>
                <c:pt idx="9460">
                  <c:v>6.4667599999999998</c:v>
                </c:pt>
                <c:pt idx="9461">
                  <c:v>6.4670699999999997</c:v>
                </c:pt>
                <c:pt idx="9462">
                  <c:v>6.4673699999999998</c:v>
                </c:pt>
                <c:pt idx="9463">
                  <c:v>6.4676799999999997</c:v>
                </c:pt>
                <c:pt idx="9464">
                  <c:v>6.4679799999999998</c:v>
                </c:pt>
                <c:pt idx="9465">
                  <c:v>6.4682899999999997</c:v>
                </c:pt>
                <c:pt idx="9466">
                  <c:v>6.4685899999999998</c:v>
                </c:pt>
                <c:pt idx="9467">
                  <c:v>6.4688999999999997</c:v>
                </c:pt>
                <c:pt idx="9468">
                  <c:v>6.4691999999999998</c:v>
                </c:pt>
                <c:pt idx="9469">
                  <c:v>6.4695099999999996</c:v>
                </c:pt>
                <c:pt idx="9470">
                  <c:v>6.4698099999999998</c:v>
                </c:pt>
                <c:pt idx="9471">
                  <c:v>6.4701199999999996</c:v>
                </c:pt>
                <c:pt idx="9472">
                  <c:v>6.4704199999999998</c:v>
                </c:pt>
                <c:pt idx="9473">
                  <c:v>6.4707299999999996</c:v>
                </c:pt>
                <c:pt idx="9474">
                  <c:v>6.4710400000000003</c:v>
                </c:pt>
                <c:pt idx="9475">
                  <c:v>6.4713399999999996</c:v>
                </c:pt>
                <c:pt idx="9476">
                  <c:v>6.4716500000000003</c:v>
                </c:pt>
                <c:pt idx="9477">
                  <c:v>6.4719499999999996</c:v>
                </c:pt>
                <c:pt idx="9478">
                  <c:v>6.4722600000000003</c:v>
                </c:pt>
                <c:pt idx="9479">
                  <c:v>6.4725599999999996</c:v>
                </c:pt>
                <c:pt idx="9480">
                  <c:v>6.4728700000000003</c:v>
                </c:pt>
                <c:pt idx="9481">
                  <c:v>6.4731699999999996</c:v>
                </c:pt>
                <c:pt idx="9482">
                  <c:v>6.4734800000000003</c:v>
                </c:pt>
                <c:pt idx="9483">
                  <c:v>6.4737799999999996</c:v>
                </c:pt>
                <c:pt idx="9484">
                  <c:v>6.4740900000000003</c:v>
                </c:pt>
                <c:pt idx="9485">
                  <c:v>6.4743899999999996</c:v>
                </c:pt>
                <c:pt idx="9486">
                  <c:v>6.4747000000000003</c:v>
                </c:pt>
                <c:pt idx="9487">
                  <c:v>6.4750100000000002</c:v>
                </c:pt>
                <c:pt idx="9488">
                  <c:v>6.4753100000000003</c:v>
                </c:pt>
                <c:pt idx="9489">
                  <c:v>6.4756200000000002</c:v>
                </c:pt>
                <c:pt idx="9490">
                  <c:v>6.4759200000000003</c:v>
                </c:pt>
                <c:pt idx="9491">
                  <c:v>6.4762300000000002</c:v>
                </c:pt>
                <c:pt idx="9492">
                  <c:v>6.4765300000000003</c:v>
                </c:pt>
                <c:pt idx="9493">
                  <c:v>6.4768400000000002</c:v>
                </c:pt>
                <c:pt idx="9494">
                  <c:v>6.4771400000000003</c:v>
                </c:pt>
                <c:pt idx="9495">
                  <c:v>6.4774500000000002</c:v>
                </c:pt>
                <c:pt idx="9496">
                  <c:v>6.4777500000000003</c:v>
                </c:pt>
                <c:pt idx="9497">
                  <c:v>6.4780600000000002</c:v>
                </c:pt>
                <c:pt idx="9498">
                  <c:v>6.47837</c:v>
                </c:pt>
                <c:pt idx="9499">
                  <c:v>6.4786700000000002</c:v>
                </c:pt>
                <c:pt idx="9500">
                  <c:v>6.47898</c:v>
                </c:pt>
                <c:pt idx="9501">
                  <c:v>6.4792800000000002</c:v>
                </c:pt>
                <c:pt idx="9502">
                  <c:v>6.47959</c:v>
                </c:pt>
                <c:pt idx="9503">
                  <c:v>6.4798900000000001</c:v>
                </c:pt>
                <c:pt idx="9504">
                  <c:v>6.4802</c:v>
                </c:pt>
                <c:pt idx="9505">
                  <c:v>6.4805000000000001</c:v>
                </c:pt>
                <c:pt idx="9506">
                  <c:v>6.48081</c:v>
                </c:pt>
                <c:pt idx="9507">
                  <c:v>6.4811100000000001</c:v>
                </c:pt>
                <c:pt idx="9508">
                  <c:v>6.48142</c:v>
                </c:pt>
                <c:pt idx="9509">
                  <c:v>6.4817200000000001</c:v>
                </c:pt>
                <c:pt idx="9510">
                  <c:v>6.48203</c:v>
                </c:pt>
                <c:pt idx="9511">
                  <c:v>6.4823399999999998</c:v>
                </c:pt>
                <c:pt idx="9512">
                  <c:v>6.48264</c:v>
                </c:pt>
                <c:pt idx="9513">
                  <c:v>6.4829499999999998</c:v>
                </c:pt>
                <c:pt idx="9514">
                  <c:v>6.48325</c:v>
                </c:pt>
                <c:pt idx="9515">
                  <c:v>6.4835599999999998</c:v>
                </c:pt>
                <c:pt idx="9516">
                  <c:v>6.48386</c:v>
                </c:pt>
                <c:pt idx="9517">
                  <c:v>6.4841699999999998</c:v>
                </c:pt>
                <c:pt idx="9518">
                  <c:v>6.48447</c:v>
                </c:pt>
                <c:pt idx="9519">
                  <c:v>6.4847799999999998</c:v>
                </c:pt>
                <c:pt idx="9520">
                  <c:v>6.48508</c:v>
                </c:pt>
                <c:pt idx="9521">
                  <c:v>6.4853899999999998</c:v>
                </c:pt>
                <c:pt idx="9522">
                  <c:v>6.48569</c:v>
                </c:pt>
                <c:pt idx="9523">
                  <c:v>6.4859999999999998</c:v>
                </c:pt>
                <c:pt idx="9524">
                  <c:v>6.4863099999999996</c:v>
                </c:pt>
                <c:pt idx="9525">
                  <c:v>6.4866099999999998</c:v>
                </c:pt>
                <c:pt idx="9526">
                  <c:v>6.4869199999999996</c:v>
                </c:pt>
                <c:pt idx="9527">
                  <c:v>6.4872199999999998</c:v>
                </c:pt>
                <c:pt idx="9528">
                  <c:v>6.4875299999999996</c:v>
                </c:pt>
                <c:pt idx="9529">
                  <c:v>6.4878299999999998</c:v>
                </c:pt>
                <c:pt idx="9530">
                  <c:v>6.4881399999999996</c:v>
                </c:pt>
                <c:pt idx="9531">
                  <c:v>6.4884399999999998</c:v>
                </c:pt>
                <c:pt idx="9532">
                  <c:v>6.4887499999999996</c:v>
                </c:pt>
                <c:pt idx="9533">
                  <c:v>6.4890499999999998</c:v>
                </c:pt>
                <c:pt idx="9534">
                  <c:v>6.4893599999999996</c:v>
                </c:pt>
                <c:pt idx="9535">
                  <c:v>6.4896599999999998</c:v>
                </c:pt>
                <c:pt idx="9536">
                  <c:v>6.4899699999999996</c:v>
                </c:pt>
                <c:pt idx="9537">
                  <c:v>6.4902800000000003</c:v>
                </c:pt>
                <c:pt idx="9538">
                  <c:v>6.4905799999999996</c:v>
                </c:pt>
                <c:pt idx="9539">
                  <c:v>6.4908900000000003</c:v>
                </c:pt>
                <c:pt idx="9540">
                  <c:v>6.4911899999999996</c:v>
                </c:pt>
                <c:pt idx="9541">
                  <c:v>6.4915000000000003</c:v>
                </c:pt>
                <c:pt idx="9542">
                  <c:v>6.4917999999999996</c:v>
                </c:pt>
                <c:pt idx="9543">
                  <c:v>6.4921100000000003</c:v>
                </c:pt>
                <c:pt idx="9544">
                  <c:v>6.4924099999999996</c:v>
                </c:pt>
                <c:pt idx="9545">
                  <c:v>6.4927200000000003</c:v>
                </c:pt>
                <c:pt idx="9546">
                  <c:v>6.4930199999999996</c:v>
                </c:pt>
                <c:pt idx="9547">
                  <c:v>6.4933300000000003</c:v>
                </c:pt>
                <c:pt idx="9548">
                  <c:v>6.4936400000000001</c:v>
                </c:pt>
                <c:pt idx="9549">
                  <c:v>6.4939400000000003</c:v>
                </c:pt>
                <c:pt idx="9550">
                  <c:v>6.4942500000000001</c:v>
                </c:pt>
                <c:pt idx="9551">
                  <c:v>6.4945500000000003</c:v>
                </c:pt>
                <c:pt idx="9552">
                  <c:v>6.4948600000000001</c:v>
                </c:pt>
                <c:pt idx="9553">
                  <c:v>6.4951600000000003</c:v>
                </c:pt>
                <c:pt idx="9554">
                  <c:v>6.4954700000000001</c:v>
                </c:pt>
                <c:pt idx="9555">
                  <c:v>6.4957700000000003</c:v>
                </c:pt>
                <c:pt idx="9556">
                  <c:v>6.4960800000000001</c:v>
                </c:pt>
                <c:pt idx="9557">
                  <c:v>6.4963800000000003</c:v>
                </c:pt>
                <c:pt idx="9558">
                  <c:v>6.4966900000000001</c:v>
                </c:pt>
                <c:pt idx="9559">
                  <c:v>6.4969900000000003</c:v>
                </c:pt>
                <c:pt idx="9560">
                  <c:v>6.4973000000000001</c:v>
                </c:pt>
                <c:pt idx="9561">
                  <c:v>6.4976099999999999</c:v>
                </c:pt>
                <c:pt idx="9562">
                  <c:v>6.4979100000000001</c:v>
                </c:pt>
                <c:pt idx="9563">
                  <c:v>6.4982199999999999</c:v>
                </c:pt>
                <c:pt idx="9564">
                  <c:v>6.4985200000000001</c:v>
                </c:pt>
                <c:pt idx="9565">
                  <c:v>6.4988299999999999</c:v>
                </c:pt>
                <c:pt idx="9566">
                  <c:v>6.4991300000000001</c:v>
                </c:pt>
                <c:pt idx="9567">
                  <c:v>6.4994399999999999</c:v>
                </c:pt>
                <c:pt idx="9568">
                  <c:v>6.4997400000000001</c:v>
                </c:pt>
                <c:pt idx="9569">
                  <c:v>6.5000499999999999</c:v>
                </c:pt>
                <c:pt idx="9570">
                  <c:v>6.5003500000000001</c:v>
                </c:pt>
                <c:pt idx="9571">
                  <c:v>6.5006599999999999</c:v>
                </c:pt>
                <c:pt idx="9572">
                  <c:v>6.5009600000000001</c:v>
                </c:pt>
                <c:pt idx="9573">
                  <c:v>6.5012699999999999</c:v>
                </c:pt>
                <c:pt idx="9574">
                  <c:v>6.5015799999999997</c:v>
                </c:pt>
                <c:pt idx="9575">
                  <c:v>6.5018799999999999</c:v>
                </c:pt>
                <c:pt idx="9576">
                  <c:v>6.5021899999999997</c:v>
                </c:pt>
                <c:pt idx="9577">
                  <c:v>6.5024899999999999</c:v>
                </c:pt>
                <c:pt idx="9578">
                  <c:v>6.5027999999999997</c:v>
                </c:pt>
                <c:pt idx="9579">
                  <c:v>6.5030999999999999</c:v>
                </c:pt>
                <c:pt idx="9580">
                  <c:v>6.5034099999999997</c:v>
                </c:pt>
                <c:pt idx="9581">
                  <c:v>6.5037099999999999</c:v>
                </c:pt>
                <c:pt idx="9582">
                  <c:v>6.5040199999999997</c:v>
                </c:pt>
                <c:pt idx="9583">
                  <c:v>6.5043199999999999</c:v>
                </c:pt>
                <c:pt idx="9584">
                  <c:v>6.5046299999999997</c:v>
                </c:pt>
                <c:pt idx="9585">
                  <c:v>6.5049299999999999</c:v>
                </c:pt>
                <c:pt idx="9586">
                  <c:v>6.5052399999999997</c:v>
                </c:pt>
                <c:pt idx="9587">
                  <c:v>6.5055500000000004</c:v>
                </c:pt>
                <c:pt idx="9588">
                  <c:v>6.5058499999999997</c:v>
                </c:pt>
                <c:pt idx="9589">
                  <c:v>6.5061600000000004</c:v>
                </c:pt>
                <c:pt idx="9590">
                  <c:v>6.5064599999999997</c:v>
                </c:pt>
                <c:pt idx="9591">
                  <c:v>6.5067700000000004</c:v>
                </c:pt>
                <c:pt idx="9592">
                  <c:v>6.5070699999999997</c:v>
                </c:pt>
                <c:pt idx="9593">
                  <c:v>6.5073800000000004</c:v>
                </c:pt>
                <c:pt idx="9594">
                  <c:v>6.5076799999999997</c:v>
                </c:pt>
                <c:pt idx="9595">
                  <c:v>6.5079900000000004</c:v>
                </c:pt>
                <c:pt idx="9596">
                  <c:v>6.5082899999999997</c:v>
                </c:pt>
                <c:pt idx="9597">
                  <c:v>6.5086000000000004</c:v>
                </c:pt>
                <c:pt idx="9598">
                  <c:v>6.5088999999999997</c:v>
                </c:pt>
                <c:pt idx="9599">
                  <c:v>6.5092100000000004</c:v>
                </c:pt>
                <c:pt idx="9600">
                  <c:v>6.5095200000000002</c:v>
                </c:pt>
                <c:pt idx="9601">
                  <c:v>6.5098200000000004</c:v>
                </c:pt>
                <c:pt idx="9602">
                  <c:v>6.5101300000000002</c:v>
                </c:pt>
                <c:pt idx="9603">
                  <c:v>6.5104300000000004</c:v>
                </c:pt>
                <c:pt idx="9604">
                  <c:v>6.5107400000000002</c:v>
                </c:pt>
                <c:pt idx="9605">
                  <c:v>6.5110400000000004</c:v>
                </c:pt>
                <c:pt idx="9606">
                  <c:v>6.5113500000000002</c:v>
                </c:pt>
                <c:pt idx="9607">
                  <c:v>6.5116500000000004</c:v>
                </c:pt>
                <c:pt idx="9608">
                  <c:v>6.5119600000000002</c:v>
                </c:pt>
                <c:pt idx="9609">
                  <c:v>6.5122600000000004</c:v>
                </c:pt>
                <c:pt idx="9610">
                  <c:v>6.5125700000000002</c:v>
                </c:pt>
                <c:pt idx="9611">
                  <c:v>6.51288</c:v>
                </c:pt>
                <c:pt idx="9612">
                  <c:v>6.5131800000000002</c:v>
                </c:pt>
                <c:pt idx="9613">
                  <c:v>6.51349</c:v>
                </c:pt>
                <c:pt idx="9614">
                  <c:v>6.5137900000000002</c:v>
                </c:pt>
                <c:pt idx="9615">
                  <c:v>6.5141</c:v>
                </c:pt>
                <c:pt idx="9616">
                  <c:v>6.5144000000000002</c:v>
                </c:pt>
                <c:pt idx="9617">
                  <c:v>6.51471</c:v>
                </c:pt>
                <c:pt idx="9618">
                  <c:v>6.5150100000000002</c:v>
                </c:pt>
                <c:pt idx="9619">
                  <c:v>6.51532</c:v>
                </c:pt>
                <c:pt idx="9620">
                  <c:v>6.5156200000000002</c:v>
                </c:pt>
                <c:pt idx="9621">
                  <c:v>6.51593</c:v>
                </c:pt>
                <c:pt idx="9622">
                  <c:v>6.5162300000000002</c:v>
                </c:pt>
                <c:pt idx="9623">
                  <c:v>6.51654</c:v>
                </c:pt>
                <c:pt idx="9624">
                  <c:v>6.5168499999999998</c:v>
                </c:pt>
                <c:pt idx="9625">
                  <c:v>6.51715</c:v>
                </c:pt>
                <c:pt idx="9626">
                  <c:v>6.5174599999999998</c:v>
                </c:pt>
                <c:pt idx="9627">
                  <c:v>6.51776</c:v>
                </c:pt>
                <c:pt idx="9628">
                  <c:v>6.5180699999999998</c:v>
                </c:pt>
                <c:pt idx="9629">
                  <c:v>6.51837</c:v>
                </c:pt>
                <c:pt idx="9630">
                  <c:v>6.5186799999999998</c:v>
                </c:pt>
                <c:pt idx="9631">
                  <c:v>6.51898</c:v>
                </c:pt>
                <c:pt idx="9632">
                  <c:v>6.5192899999999998</c:v>
                </c:pt>
                <c:pt idx="9633">
                  <c:v>6.51959</c:v>
                </c:pt>
                <c:pt idx="9634">
                  <c:v>6.5198999999999998</c:v>
                </c:pt>
                <c:pt idx="9635">
                  <c:v>6.5202</c:v>
                </c:pt>
                <c:pt idx="9636">
                  <c:v>6.5205099999999998</c:v>
                </c:pt>
                <c:pt idx="9637">
                  <c:v>6.5208199999999996</c:v>
                </c:pt>
                <c:pt idx="9638">
                  <c:v>6.5211199999999998</c:v>
                </c:pt>
                <c:pt idx="9639">
                  <c:v>6.5214299999999996</c:v>
                </c:pt>
                <c:pt idx="9640">
                  <c:v>6.5217299999999998</c:v>
                </c:pt>
                <c:pt idx="9641">
                  <c:v>6.5220399999999996</c:v>
                </c:pt>
                <c:pt idx="9642">
                  <c:v>6.5223399999999998</c:v>
                </c:pt>
                <c:pt idx="9643">
                  <c:v>6.5226499999999996</c:v>
                </c:pt>
                <c:pt idx="9644">
                  <c:v>6.5229499999999998</c:v>
                </c:pt>
                <c:pt idx="9645">
                  <c:v>6.5232599999999996</c:v>
                </c:pt>
                <c:pt idx="9646">
                  <c:v>6.5235599999999998</c:v>
                </c:pt>
                <c:pt idx="9647">
                  <c:v>6.5238699999999996</c:v>
                </c:pt>
                <c:pt idx="9648">
                  <c:v>6.5241699999999998</c:v>
                </c:pt>
                <c:pt idx="9649">
                  <c:v>6.5244799999999996</c:v>
                </c:pt>
                <c:pt idx="9650">
                  <c:v>6.5247900000000003</c:v>
                </c:pt>
                <c:pt idx="9651">
                  <c:v>6.5250899999999996</c:v>
                </c:pt>
                <c:pt idx="9652">
                  <c:v>6.5254000000000003</c:v>
                </c:pt>
                <c:pt idx="9653">
                  <c:v>6.5256999999999996</c:v>
                </c:pt>
                <c:pt idx="9654">
                  <c:v>6.5260100000000003</c:v>
                </c:pt>
                <c:pt idx="9655">
                  <c:v>6.5263099999999996</c:v>
                </c:pt>
                <c:pt idx="9656">
                  <c:v>6.5266200000000003</c:v>
                </c:pt>
                <c:pt idx="9657">
                  <c:v>6.5269199999999996</c:v>
                </c:pt>
                <c:pt idx="9658">
                  <c:v>6.5272300000000003</c:v>
                </c:pt>
                <c:pt idx="9659">
                  <c:v>6.5275299999999996</c:v>
                </c:pt>
                <c:pt idx="9660">
                  <c:v>6.5278400000000003</c:v>
                </c:pt>
                <c:pt idx="9661">
                  <c:v>6.5281399999999996</c:v>
                </c:pt>
                <c:pt idx="9662">
                  <c:v>6.5284500000000003</c:v>
                </c:pt>
                <c:pt idx="9663">
                  <c:v>6.5287600000000001</c:v>
                </c:pt>
                <c:pt idx="9664">
                  <c:v>6.5290600000000003</c:v>
                </c:pt>
                <c:pt idx="9665">
                  <c:v>6.5293700000000001</c:v>
                </c:pt>
                <c:pt idx="9666">
                  <c:v>6.5296700000000003</c:v>
                </c:pt>
                <c:pt idx="9667">
                  <c:v>6.5299800000000001</c:v>
                </c:pt>
                <c:pt idx="9668">
                  <c:v>6.5302800000000003</c:v>
                </c:pt>
                <c:pt idx="9669">
                  <c:v>6.5305900000000001</c:v>
                </c:pt>
                <c:pt idx="9670">
                  <c:v>6.5308900000000003</c:v>
                </c:pt>
                <c:pt idx="9671">
                  <c:v>6.5312000000000001</c:v>
                </c:pt>
                <c:pt idx="9672">
                  <c:v>6.5315000000000003</c:v>
                </c:pt>
                <c:pt idx="9673">
                  <c:v>6.5318100000000001</c:v>
                </c:pt>
                <c:pt idx="9674">
                  <c:v>6.5321199999999999</c:v>
                </c:pt>
                <c:pt idx="9675">
                  <c:v>6.5324200000000001</c:v>
                </c:pt>
                <c:pt idx="9676">
                  <c:v>6.5327299999999999</c:v>
                </c:pt>
                <c:pt idx="9677">
                  <c:v>6.5330300000000001</c:v>
                </c:pt>
                <c:pt idx="9678">
                  <c:v>6.5333399999999999</c:v>
                </c:pt>
                <c:pt idx="9679">
                  <c:v>6.5336400000000001</c:v>
                </c:pt>
                <c:pt idx="9680">
                  <c:v>6.5339499999999999</c:v>
                </c:pt>
                <c:pt idx="9681">
                  <c:v>6.5342500000000001</c:v>
                </c:pt>
                <c:pt idx="9682">
                  <c:v>6.5345599999999999</c:v>
                </c:pt>
                <c:pt idx="9683">
                  <c:v>6.5348600000000001</c:v>
                </c:pt>
                <c:pt idx="9684">
                  <c:v>6.5351699999999999</c:v>
                </c:pt>
                <c:pt idx="9685">
                  <c:v>6.5354700000000001</c:v>
                </c:pt>
                <c:pt idx="9686">
                  <c:v>6.5357799999999999</c:v>
                </c:pt>
                <c:pt idx="9687">
                  <c:v>6.5360899999999997</c:v>
                </c:pt>
                <c:pt idx="9688">
                  <c:v>6.5363899999999999</c:v>
                </c:pt>
                <c:pt idx="9689">
                  <c:v>6.5366999999999997</c:v>
                </c:pt>
                <c:pt idx="9690">
                  <c:v>6.5369999999999999</c:v>
                </c:pt>
                <c:pt idx="9691">
                  <c:v>6.5373099999999997</c:v>
                </c:pt>
                <c:pt idx="9692">
                  <c:v>6.5376099999999999</c:v>
                </c:pt>
                <c:pt idx="9693">
                  <c:v>6.5379199999999997</c:v>
                </c:pt>
                <c:pt idx="9694">
                  <c:v>6.5382199999999999</c:v>
                </c:pt>
                <c:pt idx="9695">
                  <c:v>6.5385299999999997</c:v>
                </c:pt>
                <c:pt idx="9696">
                  <c:v>6.5388299999999999</c:v>
                </c:pt>
                <c:pt idx="9697">
                  <c:v>6.5391399999999997</c:v>
                </c:pt>
                <c:pt idx="9698">
                  <c:v>6.5394399999999999</c:v>
                </c:pt>
                <c:pt idx="9699">
                  <c:v>6.5397499999999997</c:v>
                </c:pt>
                <c:pt idx="9700">
                  <c:v>6.5400600000000004</c:v>
                </c:pt>
                <c:pt idx="9701">
                  <c:v>6.5403599999999997</c:v>
                </c:pt>
                <c:pt idx="9702">
                  <c:v>6.5406700000000004</c:v>
                </c:pt>
                <c:pt idx="9703">
                  <c:v>6.5409699999999997</c:v>
                </c:pt>
                <c:pt idx="9704">
                  <c:v>6.5412800000000004</c:v>
                </c:pt>
                <c:pt idx="9705">
                  <c:v>6.5415799999999997</c:v>
                </c:pt>
                <c:pt idx="9706">
                  <c:v>6.5418900000000004</c:v>
                </c:pt>
                <c:pt idx="9707">
                  <c:v>6.5421899999999997</c:v>
                </c:pt>
                <c:pt idx="9708">
                  <c:v>6.5425000000000004</c:v>
                </c:pt>
                <c:pt idx="9709">
                  <c:v>6.5427999999999997</c:v>
                </c:pt>
                <c:pt idx="9710">
                  <c:v>6.5431100000000004</c:v>
                </c:pt>
                <c:pt idx="9711">
                  <c:v>6.5434099999999997</c:v>
                </c:pt>
                <c:pt idx="9712">
                  <c:v>6.5437200000000004</c:v>
                </c:pt>
                <c:pt idx="9713">
                  <c:v>6.5440300000000002</c:v>
                </c:pt>
                <c:pt idx="9714">
                  <c:v>6.5443300000000004</c:v>
                </c:pt>
                <c:pt idx="9715">
                  <c:v>6.5446400000000002</c:v>
                </c:pt>
                <c:pt idx="9716">
                  <c:v>6.5449400000000004</c:v>
                </c:pt>
                <c:pt idx="9717">
                  <c:v>6.5452500000000002</c:v>
                </c:pt>
                <c:pt idx="9718">
                  <c:v>6.5455500000000004</c:v>
                </c:pt>
                <c:pt idx="9719">
                  <c:v>6.5458600000000002</c:v>
                </c:pt>
                <c:pt idx="9720">
                  <c:v>6.5461600000000004</c:v>
                </c:pt>
                <c:pt idx="9721">
                  <c:v>6.5464700000000002</c:v>
                </c:pt>
                <c:pt idx="9722">
                  <c:v>6.5467700000000004</c:v>
                </c:pt>
                <c:pt idx="9723">
                  <c:v>6.5470800000000002</c:v>
                </c:pt>
                <c:pt idx="9724">
                  <c:v>6.54739</c:v>
                </c:pt>
                <c:pt idx="9725">
                  <c:v>6.5476900000000002</c:v>
                </c:pt>
                <c:pt idx="9726">
                  <c:v>6.548</c:v>
                </c:pt>
                <c:pt idx="9727">
                  <c:v>6.5483000000000002</c:v>
                </c:pt>
                <c:pt idx="9728">
                  <c:v>6.54861</c:v>
                </c:pt>
                <c:pt idx="9729">
                  <c:v>6.5489100000000002</c:v>
                </c:pt>
                <c:pt idx="9730">
                  <c:v>6.54922</c:v>
                </c:pt>
                <c:pt idx="9731">
                  <c:v>6.5495200000000002</c:v>
                </c:pt>
                <c:pt idx="9732">
                  <c:v>6.54983</c:v>
                </c:pt>
                <c:pt idx="9733">
                  <c:v>6.5501300000000002</c:v>
                </c:pt>
                <c:pt idx="9734">
                  <c:v>6.55044</c:v>
                </c:pt>
                <c:pt idx="9735">
                  <c:v>6.5507400000000002</c:v>
                </c:pt>
                <c:pt idx="9736">
                  <c:v>6.55105</c:v>
                </c:pt>
                <c:pt idx="9737">
                  <c:v>6.5513599999999999</c:v>
                </c:pt>
                <c:pt idx="9738">
                  <c:v>6.55166</c:v>
                </c:pt>
                <c:pt idx="9739">
                  <c:v>6.5519699999999998</c:v>
                </c:pt>
                <c:pt idx="9740">
                  <c:v>6.55227</c:v>
                </c:pt>
                <c:pt idx="9741">
                  <c:v>6.5525799999999998</c:v>
                </c:pt>
                <c:pt idx="9742">
                  <c:v>6.55288</c:v>
                </c:pt>
                <c:pt idx="9743">
                  <c:v>6.5531899999999998</c:v>
                </c:pt>
                <c:pt idx="9744">
                  <c:v>6.55349</c:v>
                </c:pt>
                <c:pt idx="9745">
                  <c:v>6.5537999999999998</c:v>
                </c:pt>
                <c:pt idx="9746">
                  <c:v>6.5541</c:v>
                </c:pt>
                <c:pt idx="9747">
                  <c:v>6.5544099999999998</c:v>
                </c:pt>
                <c:pt idx="9748">
                  <c:v>6.55471</c:v>
                </c:pt>
                <c:pt idx="9749">
                  <c:v>6.5550199999999998</c:v>
                </c:pt>
                <c:pt idx="9750">
                  <c:v>6.5553299999999997</c:v>
                </c:pt>
                <c:pt idx="9751">
                  <c:v>6.5556299999999998</c:v>
                </c:pt>
                <c:pt idx="9752">
                  <c:v>6.5559399999999997</c:v>
                </c:pt>
                <c:pt idx="9753">
                  <c:v>6.5562399999999998</c:v>
                </c:pt>
                <c:pt idx="9754">
                  <c:v>6.5565499999999997</c:v>
                </c:pt>
                <c:pt idx="9755">
                  <c:v>6.5568499999999998</c:v>
                </c:pt>
                <c:pt idx="9756">
                  <c:v>6.5571599999999997</c:v>
                </c:pt>
                <c:pt idx="9757">
                  <c:v>6.5574599999999998</c:v>
                </c:pt>
                <c:pt idx="9758">
                  <c:v>6.5577699999999997</c:v>
                </c:pt>
                <c:pt idx="9759">
                  <c:v>6.5580699999999998</c:v>
                </c:pt>
                <c:pt idx="9760">
                  <c:v>6.5583799999999997</c:v>
                </c:pt>
                <c:pt idx="9761">
                  <c:v>6.5586799999999998</c:v>
                </c:pt>
                <c:pt idx="9762">
                  <c:v>6.5589899999999997</c:v>
                </c:pt>
                <c:pt idx="9763">
                  <c:v>6.5593000000000004</c:v>
                </c:pt>
                <c:pt idx="9764">
                  <c:v>6.5595999999999997</c:v>
                </c:pt>
                <c:pt idx="9765">
                  <c:v>6.5599100000000004</c:v>
                </c:pt>
                <c:pt idx="9766">
                  <c:v>6.5602099999999997</c:v>
                </c:pt>
                <c:pt idx="9767">
                  <c:v>6.5605200000000004</c:v>
                </c:pt>
                <c:pt idx="9768">
                  <c:v>6.5608199999999997</c:v>
                </c:pt>
                <c:pt idx="9769">
                  <c:v>6.5611300000000004</c:v>
                </c:pt>
                <c:pt idx="9770">
                  <c:v>6.5614299999999997</c:v>
                </c:pt>
                <c:pt idx="9771">
                  <c:v>6.5617400000000004</c:v>
                </c:pt>
                <c:pt idx="9772">
                  <c:v>6.5620399999999997</c:v>
                </c:pt>
                <c:pt idx="9773">
                  <c:v>6.5623500000000003</c:v>
                </c:pt>
                <c:pt idx="9774">
                  <c:v>6.5626499999999997</c:v>
                </c:pt>
                <c:pt idx="9775">
                  <c:v>6.5629600000000003</c:v>
                </c:pt>
                <c:pt idx="9776">
                  <c:v>6.5632700000000002</c:v>
                </c:pt>
                <c:pt idx="9777">
                  <c:v>6.5635700000000003</c:v>
                </c:pt>
                <c:pt idx="9778">
                  <c:v>6.5638800000000002</c:v>
                </c:pt>
                <c:pt idx="9779">
                  <c:v>6.5641800000000003</c:v>
                </c:pt>
                <c:pt idx="9780">
                  <c:v>6.5644900000000002</c:v>
                </c:pt>
                <c:pt idx="9781">
                  <c:v>6.5647900000000003</c:v>
                </c:pt>
                <c:pt idx="9782">
                  <c:v>6.5651000000000002</c:v>
                </c:pt>
                <c:pt idx="9783">
                  <c:v>6.5654000000000003</c:v>
                </c:pt>
                <c:pt idx="9784">
                  <c:v>6.5657100000000002</c:v>
                </c:pt>
                <c:pt idx="9785">
                  <c:v>6.5660100000000003</c:v>
                </c:pt>
                <c:pt idx="9786">
                  <c:v>6.5663200000000002</c:v>
                </c:pt>
                <c:pt idx="9787">
                  <c:v>6.56663</c:v>
                </c:pt>
                <c:pt idx="9788">
                  <c:v>6.5669300000000002</c:v>
                </c:pt>
                <c:pt idx="9789">
                  <c:v>6.56724</c:v>
                </c:pt>
                <c:pt idx="9790">
                  <c:v>6.5675400000000002</c:v>
                </c:pt>
                <c:pt idx="9791">
                  <c:v>6.56785</c:v>
                </c:pt>
                <c:pt idx="9792">
                  <c:v>6.5681500000000002</c:v>
                </c:pt>
                <c:pt idx="9793">
                  <c:v>6.56846</c:v>
                </c:pt>
                <c:pt idx="9794">
                  <c:v>6.5687600000000002</c:v>
                </c:pt>
                <c:pt idx="9795">
                  <c:v>6.56907</c:v>
                </c:pt>
                <c:pt idx="9796">
                  <c:v>6.5693700000000002</c:v>
                </c:pt>
                <c:pt idx="9797">
                  <c:v>6.56968</c:v>
                </c:pt>
                <c:pt idx="9798">
                  <c:v>6.5699800000000002</c:v>
                </c:pt>
                <c:pt idx="9799">
                  <c:v>6.57029</c:v>
                </c:pt>
                <c:pt idx="9800">
                  <c:v>6.5705999999999998</c:v>
                </c:pt>
                <c:pt idx="9801">
                  <c:v>6.5709</c:v>
                </c:pt>
                <c:pt idx="9802">
                  <c:v>6.5712099999999998</c:v>
                </c:pt>
                <c:pt idx="9803">
                  <c:v>6.57151</c:v>
                </c:pt>
                <c:pt idx="9804">
                  <c:v>6.5718199999999998</c:v>
                </c:pt>
                <c:pt idx="9805">
                  <c:v>6.57212</c:v>
                </c:pt>
                <c:pt idx="9806">
                  <c:v>6.5724299999999998</c:v>
                </c:pt>
                <c:pt idx="9807">
                  <c:v>6.57273</c:v>
                </c:pt>
                <c:pt idx="9808">
                  <c:v>6.5730399999999998</c:v>
                </c:pt>
                <c:pt idx="9809">
                  <c:v>6.57334</c:v>
                </c:pt>
                <c:pt idx="9810">
                  <c:v>6.5736499999999998</c:v>
                </c:pt>
                <c:pt idx="9811">
                  <c:v>6.57395</c:v>
                </c:pt>
                <c:pt idx="9812">
                  <c:v>6.5742599999999998</c:v>
                </c:pt>
                <c:pt idx="9813">
                  <c:v>6.5745699999999996</c:v>
                </c:pt>
                <c:pt idx="9814">
                  <c:v>6.5748699999999998</c:v>
                </c:pt>
                <c:pt idx="9815">
                  <c:v>6.5751799999999996</c:v>
                </c:pt>
                <c:pt idx="9816">
                  <c:v>6.5754799999999998</c:v>
                </c:pt>
                <c:pt idx="9817">
                  <c:v>6.5757899999999996</c:v>
                </c:pt>
                <c:pt idx="9818">
                  <c:v>6.5760899999999998</c:v>
                </c:pt>
                <c:pt idx="9819">
                  <c:v>6.5763999999999996</c:v>
                </c:pt>
                <c:pt idx="9820">
                  <c:v>6.5766999999999998</c:v>
                </c:pt>
                <c:pt idx="9821">
                  <c:v>6.5770099999999996</c:v>
                </c:pt>
                <c:pt idx="9822">
                  <c:v>6.5773099999999998</c:v>
                </c:pt>
                <c:pt idx="9823">
                  <c:v>6.5776199999999996</c:v>
                </c:pt>
                <c:pt idx="9824">
                  <c:v>6.5779199999999998</c:v>
                </c:pt>
                <c:pt idx="9825">
                  <c:v>6.5782299999999996</c:v>
                </c:pt>
                <c:pt idx="9826">
                  <c:v>6.5785400000000003</c:v>
                </c:pt>
                <c:pt idx="9827">
                  <c:v>6.5788399999999996</c:v>
                </c:pt>
                <c:pt idx="9828">
                  <c:v>6.5791500000000003</c:v>
                </c:pt>
                <c:pt idx="9829">
                  <c:v>6.5794499999999996</c:v>
                </c:pt>
                <c:pt idx="9830">
                  <c:v>6.5797600000000003</c:v>
                </c:pt>
                <c:pt idx="9831">
                  <c:v>6.5800599999999996</c:v>
                </c:pt>
                <c:pt idx="9832">
                  <c:v>6.5803700000000003</c:v>
                </c:pt>
                <c:pt idx="9833">
                  <c:v>6.5806699999999996</c:v>
                </c:pt>
                <c:pt idx="9834">
                  <c:v>6.5809800000000003</c:v>
                </c:pt>
                <c:pt idx="9835">
                  <c:v>6.5812799999999996</c:v>
                </c:pt>
                <c:pt idx="9836">
                  <c:v>6.5815900000000003</c:v>
                </c:pt>
                <c:pt idx="9837">
                  <c:v>6.5818899999999996</c:v>
                </c:pt>
                <c:pt idx="9838">
                  <c:v>6.5822000000000003</c:v>
                </c:pt>
                <c:pt idx="9839">
                  <c:v>6.5825100000000001</c:v>
                </c:pt>
                <c:pt idx="9840">
                  <c:v>6.5828100000000003</c:v>
                </c:pt>
                <c:pt idx="9841">
                  <c:v>6.5831200000000001</c:v>
                </c:pt>
                <c:pt idx="9842">
                  <c:v>6.5834200000000003</c:v>
                </c:pt>
                <c:pt idx="9843">
                  <c:v>6.5837300000000001</c:v>
                </c:pt>
                <c:pt idx="9844">
                  <c:v>6.5840300000000003</c:v>
                </c:pt>
                <c:pt idx="9845">
                  <c:v>6.5843400000000001</c:v>
                </c:pt>
                <c:pt idx="9846">
                  <c:v>6.5846400000000003</c:v>
                </c:pt>
                <c:pt idx="9847">
                  <c:v>6.5849500000000001</c:v>
                </c:pt>
                <c:pt idx="9848">
                  <c:v>6.5852500000000003</c:v>
                </c:pt>
                <c:pt idx="9849">
                  <c:v>6.5855600000000001</c:v>
                </c:pt>
                <c:pt idx="9850">
                  <c:v>6.5858699999999999</c:v>
                </c:pt>
                <c:pt idx="9851">
                  <c:v>6.5861700000000001</c:v>
                </c:pt>
                <c:pt idx="9852">
                  <c:v>6.5864799999999999</c:v>
                </c:pt>
                <c:pt idx="9853">
                  <c:v>6.5867800000000001</c:v>
                </c:pt>
                <c:pt idx="9854">
                  <c:v>6.5870899999999999</c:v>
                </c:pt>
                <c:pt idx="9855">
                  <c:v>6.5873900000000001</c:v>
                </c:pt>
                <c:pt idx="9856">
                  <c:v>6.5876999999999999</c:v>
                </c:pt>
                <c:pt idx="9857">
                  <c:v>6.5880000000000001</c:v>
                </c:pt>
                <c:pt idx="9858">
                  <c:v>6.5883099999999999</c:v>
                </c:pt>
                <c:pt idx="9859">
                  <c:v>6.5886100000000001</c:v>
                </c:pt>
                <c:pt idx="9860">
                  <c:v>6.5889199999999999</c:v>
                </c:pt>
                <c:pt idx="9861">
                  <c:v>6.5892200000000001</c:v>
                </c:pt>
                <c:pt idx="9862">
                  <c:v>6.5895299999999999</c:v>
                </c:pt>
                <c:pt idx="9863">
                  <c:v>6.5898399999999997</c:v>
                </c:pt>
                <c:pt idx="9864">
                  <c:v>6.5901399999999999</c:v>
                </c:pt>
                <c:pt idx="9865">
                  <c:v>6.5904499999999997</c:v>
                </c:pt>
                <c:pt idx="9866">
                  <c:v>6.5907499999999999</c:v>
                </c:pt>
                <c:pt idx="9867">
                  <c:v>6.5910599999999997</c:v>
                </c:pt>
                <c:pt idx="9868">
                  <c:v>6.5913599999999999</c:v>
                </c:pt>
                <c:pt idx="9869">
                  <c:v>6.5916699999999997</c:v>
                </c:pt>
                <c:pt idx="9870">
                  <c:v>6.5919699999999999</c:v>
                </c:pt>
                <c:pt idx="9871">
                  <c:v>6.5922799999999997</c:v>
                </c:pt>
                <c:pt idx="9872">
                  <c:v>6.5925799999999999</c:v>
                </c:pt>
                <c:pt idx="9873">
                  <c:v>6.5928899999999997</c:v>
                </c:pt>
                <c:pt idx="9874">
                  <c:v>6.5931899999999999</c:v>
                </c:pt>
                <c:pt idx="9875">
                  <c:v>6.5934999999999997</c:v>
                </c:pt>
                <c:pt idx="9876">
                  <c:v>6.5938100000000004</c:v>
                </c:pt>
                <c:pt idx="9877">
                  <c:v>6.5941099999999997</c:v>
                </c:pt>
                <c:pt idx="9878">
                  <c:v>6.5944200000000004</c:v>
                </c:pt>
                <c:pt idx="9879">
                  <c:v>6.5947199999999997</c:v>
                </c:pt>
                <c:pt idx="9880">
                  <c:v>6.5950300000000004</c:v>
                </c:pt>
                <c:pt idx="9881">
                  <c:v>6.5953299999999997</c:v>
                </c:pt>
                <c:pt idx="9882">
                  <c:v>6.5956400000000004</c:v>
                </c:pt>
                <c:pt idx="9883">
                  <c:v>6.5959399999999997</c:v>
                </c:pt>
                <c:pt idx="9884">
                  <c:v>6.5962500000000004</c:v>
                </c:pt>
                <c:pt idx="9885">
                  <c:v>6.5965499999999997</c:v>
                </c:pt>
                <c:pt idx="9886">
                  <c:v>6.5968600000000004</c:v>
                </c:pt>
                <c:pt idx="9887">
                  <c:v>6.5971599999999997</c:v>
                </c:pt>
                <c:pt idx="9888">
                  <c:v>6.5974700000000004</c:v>
                </c:pt>
                <c:pt idx="9889">
                  <c:v>6.5977800000000002</c:v>
                </c:pt>
                <c:pt idx="9890">
                  <c:v>6.5980800000000004</c:v>
                </c:pt>
                <c:pt idx="9891">
                  <c:v>6.5983900000000002</c:v>
                </c:pt>
                <c:pt idx="9892">
                  <c:v>6.5986900000000004</c:v>
                </c:pt>
                <c:pt idx="9893">
                  <c:v>6.5990000000000002</c:v>
                </c:pt>
                <c:pt idx="9894">
                  <c:v>6.5993000000000004</c:v>
                </c:pt>
                <c:pt idx="9895">
                  <c:v>6.5996100000000002</c:v>
                </c:pt>
                <c:pt idx="9896">
                  <c:v>6.5999100000000004</c:v>
                </c:pt>
                <c:pt idx="9897">
                  <c:v>6.6002200000000002</c:v>
                </c:pt>
                <c:pt idx="9898">
                  <c:v>6.6005200000000004</c:v>
                </c:pt>
                <c:pt idx="9899">
                  <c:v>6.6008300000000002</c:v>
                </c:pt>
                <c:pt idx="9900">
                  <c:v>6.60114</c:v>
                </c:pt>
                <c:pt idx="9901">
                  <c:v>6.6014400000000002</c:v>
                </c:pt>
                <c:pt idx="9902">
                  <c:v>6.60175</c:v>
                </c:pt>
                <c:pt idx="9903">
                  <c:v>6.6020500000000002</c:v>
                </c:pt>
                <c:pt idx="9904">
                  <c:v>6.60236</c:v>
                </c:pt>
                <c:pt idx="9905">
                  <c:v>6.6026600000000002</c:v>
                </c:pt>
                <c:pt idx="9906">
                  <c:v>6.60297</c:v>
                </c:pt>
                <c:pt idx="9907">
                  <c:v>6.6032700000000002</c:v>
                </c:pt>
                <c:pt idx="9908">
                  <c:v>6.60358</c:v>
                </c:pt>
                <c:pt idx="9909">
                  <c:v>6.6038800000000002</c:v>
                </c:pt>
                <c:pt idx="9910">
                  <c:v>6.60419</c:v>
                </c:pt>
                <c:pt idx="9911">
                  <c:v>6.6044900000000002</c:v>
                </c:pt>
                <c:pt idx="9912">
                  <c:v>6.6048</c:v>
                </c:pt>
                <c:pt idx="9913">
                  <c:v>6.6051099999999998</c:v>
                </c:pt>
                <c:pt idx="9914">
                  <c:v>6.60541</c:v>
                </c:pt>
                <c:pt idx="9915">
                  <c:v>6.6057199999999998</c:v>
                </c:pt>
                <c:pt idx="9916">
                  <c:v>6.60602</c:v>
                </c:pt>
                <c:pt idx="9917">
                  <c:v>6.6063299999999998</c:v>
                </c:pt>
                <c:pt idx="9918">
                  <c:v>6.60663</c:v>
                </c:pt>
                <c:pt idx="9919">
                  <c:v>6.6069399999999998</c:v>
                </c:pt>
                <c:pt idx="9920">
                  <c:v>6.60724</c:v>
                </c:pt>
                <c:pt idx="9921">
                  <c:v>6.6075499999999998</c:v>
                </c:pt>
                <c:pt idx="9922">
                  <c:v>6.60785</c:v>
                </c:pt>
                <c:pt idx="9923">
                  <c:v>6.6081599999999998</c:v>
                </c:pt>
                <c:pt idx="9924">
                  <c:v>6.60846</c:v>
                </c:pt>
                <c:pt idx="9925">
                  <c:v>6.6087699999999998</c:v>
                </c:pt>
                <c:pt idx="9926">
                  <c:v>6.6090799999999996</c:v>
                </c:pt>
                <c:pt idx="9927">
                  <c:v>6.6093799999999998</c:v>
                </c:pt>
                <c:pt idx="9928">
                  <c:v>6.6096899999999996</c:v>
                </c:pt>
                <c:pt idx="9929">
                  <c:v>6.6099899999999998</c:v>
                </c:pt>
                <c:pt idx="9930">
                  <c:v>6.6102999999999996</c:v>
                </c:pt>
                <c:pt idx="9931">
                  <c:v>6.6105999999999998</c:v>
                </c:pt>
                <c:pt idx="9932">
                  <c:v>6.6109099999999996</c:v>
                </c:pt>
                <c:pt idx="9933">
                  <c:v>6.6112099999999998</c:v>
                </c:pt>
                <c:pt idx="9934">
                  <c:v>6.6115199999999996</c:v>
                </c:pt>
                <c:pt idx="9935">
                  <c:v>6.6118199999999998</c:v>
                </c:pt>
                <c:pt idx="9936">
                  <c:v>6.6121299999999996</c:v>
                </c:pt>
                <c:pt idx="9937">
                  <c:v>6.6124299999999998</c:v>
                </c:pt>
                <c:pt idx="9938">
                  <c:v>6.6127399999999996</c:v>
                </c:pt>
                <c:pt idx="9939">
                  <c:v>6.6130500000000003</c:v>
                </c:pt>
                <c:pt idx="9940">
                  <c:v>6.6133499999999996</c:v>
                </c:pt>
                <c:pt idx="9941">
                  <c:v>6.6136600000000003</c:v>
                </c:pt>
                <c:pt idx="9942">
                  <c:v>6.6139599999999996</c:v>
                </c:pt>
                <c:pt idx="9943">
                  <c:v>6.6142700000000003</c:v>
                </c:pt>
                <c:pt idx="9944">
                  <c:v>6.6145699999999996</c:v>
                </c:pt>
                <c:pt idx="9945">
                  <c:v>6.6148800000000003</c:v>
                </c:pt>
                <c:pt idx="9946">
                  <c:v>6.6151799999999996</c:v>
                </c:pt>
                <c:pt idx="9947">
                  <c:v>6.6154900000000003</c:v>
                </c:pt>
                <c:pt idx="9948">
                  <c:v>6.6157899999999996</c:v>
                </c:pt>
                <c:pt idx="9949">
                  <c:v>6.6161000000000003</c:v>
                </c:pt>
                <c:pt idx="9950">
                  <c:v>6.6163999999999996</c:v>
                </c:pt>
                <c:pt idx="9951">
                  <c:v>6.6167100000000003</c:v>
                </c:pt>
                <c:pt idx="9952">
                  <c:v>6.6170200000000001</c:v>
                </c:pt>
                <c:pt idx="9953">
                  <c:v>6.6173200000000003</c:v>
                </c:pt>
                <c:pt idx="9954">
                  <c:v>6.6176300000000001</c:v>
                </c:pt>
                <c:pt idx="9955">
                  <c:v>6.6179300000000003</c:v>
                </c:pt>
                <c:pt idx="9956">
                  <c:v>6.6182400000000001</c:v>
                </c:pt>
                <c:pt idx="9957">
                  <c:v>6.6185400000000003</c:v>
                </c:pt>
                <c:pt idx="9958">
                  <c:v>6.6188500000000001</c:v>
                </c:pt>
                <c:pt idx="9959">
                  <c:v>6.6191500000000003</c:v>
                </c:pt>
                <c:pt idx="9960">
                  <c:v>6.6194600000000001</c:v>
                </c:pt>
                <c:pt idx="9961">
                  <c:v>6.6197600000000003</c:v>
                </c:pt>
                <c:pt idx="9962">
                  <c:v>6.6200700000000001</c:v>
                </c:pt>
                <c:pt idx="9963">
                  <c:v>6.6203799999999999</c:v>
                </c:pt>
                <c:pt idx="9964">
                  <c:v>6.6206800000000001</c:v>
                </c:pt>
                <c:pt idx="9965">
                  <c:v>6.6209899999999999</c:v>
                </c:pt>
                <c:pt idx="9966">
                  <c:v>6.6212900000000001</c:v>
                </c:pt>
                <c:pt idx="9967">
                  <c:v>6.6215999999999999</c:v>
                </c:pt>
                <c:pt idx="9968">
                  <c:v>6.6219000000000001</c:v>
                </c:pt>
                <c:pt idx="9969">
                  <c:v>6.6222099999999999</c:v>
                </c:pt>
                <c:pt idx="9970">
                  <c:v>6.6225100000000001</c:v>
                </c:pt>
                <c:pt idx="9971">
                  <c:v>6.6228199999999999</c:v>
                </c:pt>
                <c:pt idx="9972">
                  <c:v>6.6231200000000001</c:v>
                </c:pt>
                <c:pt idx="9973">
                  <c:v>6.6234299999999999</c:v>
                </c:pt>
                <c:pt idx="9974">
                  <c:v>6.6237300000000001</c:v>
                </c:pt>
                <c:pt idx="9975">
                  <c:v>6.6240399999999999</c:v>
                </c:pt>
                <c:pt idx="9976">
                  <c:v>6.6243499999999997</c:v>
                </c:pt>
                <c:pt idx="9977">
                  <c:v>6.6246499999999999</c:v>
                </c:pt>
                <c:pt idx="9978">
                  <c:v>6.6249599999999997</c:v>
                </c:pt>
                <c:pt idx="9979">
                  <c:v>6.6252599999999999</c:v>
                </c:pt>
                <c:pt idx="9980">
                  <c:v>6.6255699999999997</c:v>
                </c:pt>
                <c:pt idx="9981">
                  <c:v>6.6258699999999999</c:v>
                </c:pt>
                <c:pt idx="9982">
                  <c:v>6.6261799999999997</c:v>
                </c:pt>
                <c:pt idx="9983">
                  <c:v>6.6264799999999999</c:v>
                </c:pt>
                <c:pt idx="9984">
                  <c:v>6.6267899999999997</c:v>
                </c:pt>
                <c:pt idx="9985">
                  <c:v>6.6270899999999999</c:v>
                </c:pt>
                <c:pt idx="9986">
                  <c:v>6.6273999999999997</c:v>
                </c:pt>
                <c:pt idx="9987">
                  <c:v>6.6276999999999999</c:v>
                </c:pt>
                <c:pt idx="9988">
                  <c:v>6.6280099999999997</c:v>
                </c:pt>
                <c:pt idx="9989">
                  <c:v>6.6283200000000004</c:v>
                </c:pt>
                <c:pt idx="9990">
                  <c:v>6.6286199999999997</c:v>
                </c:pt>
                <c:pt idx="9991">
                  <c:v>6.6289300000000004</c:v>
                </c:pt>
                <c:pt idx="9992">
                  <c:v>6.6292299999999997</c:v>
                </c:pt>
                <c:pt idx="9993">
                  <c:v>6.6295400000000004</c:v>
                </c:pt>
                <c:pt idx="9994">
                  <c:v>6.6298399999999997</c:v>
                </c:pt>
                <c:pt idx="9995">
                  <c:v>6.6301500000000004</c:v>
                </c:pt>
                <c:pt idx="9996">
                  <c:v>6.6304499999999997</c:v>
                </c:pt>
                <c:pt idx="9997">
                  <c:v>6.6307600000000004</c:v>
                </c:pt>
                <c:pt idx="9998">
                  <c:v>6.6310599999999997</c:v>
                </c:pt>
                <c:pt idx="9999">
                  <c:v>6.6313700000000004</c:v>
                </c:pt>
                <c:pt idx="10000">
                  <c:v>6.6316699999999997</c:v>
                </c:pt>
                <c:pt idx="10001">
                  <c:v>6.6319800000000004</c:v>
                </c:pt>
                <c:pt idx="10002">
                  <c:v>6.6322900000000002</c:v>
                </c:pt>
                <c:pt idx="10003">
                  <c:v>6.6325900000000004</c:v>
                </c:pt>
                <c:pt idx="10004">
                  <c:v>6.6329000000000002</c:v>
                </c:pt>
                <c:pt idx="10005">
                  <c:v>6.6332000000000004</c:v>
                </c:pt>
                <c:pt idx="10006">
                  <c:v>6.6335100000000002</c:v>
                </c:pt>
                <c:pt idx="10007">
                  <c:v>6.6338100000000004</c:v>
                </c:pt>
                <c:pt idx="10008">
                  <c:v>6.6341200000000002</c:v>
                </c:pt>
                <c:pt idx="10009">
                  <c:v>6.6344200000000004</c:v>
                </c:pt>
                <c:pt idx="10010">
                  <c:v>6.6347300000000002</c:v>
                </c:pt>
                <c:pt idx="10011">
                  <c:v>6.6350300000000004</c:v>
                </c:pt>
                <c:pt idx="10012">
                  <c:v>6.6353400000000002</c:v>
                </c:pt>
                <c:pt idx="10013">
                  <c:v>6.6356400000000004</c:v>
                </c:pt>
                <c:pt idx="10014">
                  <c:v>6.6359500000000002</c:v>
                </c:pt>
                <c:pt idx="10015">
                  <c:v>6.63626</c:v>
                </c:pt>
                <c:pt idx="10016">
                  <c:v>6.6365600000000002</c:v>
                </c:pt>
                <c:pt idx="10017">
                  <c:v>6.63687</c:v>
                </c:pt>
                <c:pt idx="10018">
                  <c:v>6.6371700000000002</c:v>
                </c:pt>
                <c:pt idx="10019">
                  <c:v>6.63748</c:v>
                </c:pt>
                <c:pt idx="10020">
                  <c:v>6.6377800000000002</c:v>
                </c:pt>
                <c:pt idx="10021">
                  <c:v>6.63809</c:v>
                </c:pt>
                <c:pt idx="10022">
                  <c:v>6.6383900000000002</c:v>
                </c:pt>
                <c:pt idx="10023">
                  <c:v>6.6387</c:v>
                </c:pt>
                <c:pt idx="10024">
                  <c:v>6.6390000000000002</c:v>
                </c:pt>
                <c:pt idx="10025">
                  <c:v>6.63931</c:v>
                </c:pt>
                <c:pt idx="10026">
                  <c:v>6.6396199999999999</c:v>
                </c:pt>
                <c:pt idx="10027">
                  <c:v>6.63992</c:v>
                </c:pt>
                <c:pt idx="10028">
                  <c:v>6.6402299999999999</c:v>
                </c:pt>
                <c:pt idx="10029">
                  <c:v>6.64053</c:v>
                </c:pt>
                <c:pt idx="10030">
                  <c:v>6.6408399999999999</c:v>
                </c:pt>
                <c:pt idx="10031">
                  <c:v>6.64114</c:v>
                </c:pt>
                <c:pt idx="10032">
                  <c:v>6.6414499999999999</c:v>
                </c:pt>
                <c:pt idx="10033">
                  <c:v>6.64175</c:v>
                </c:pt>
                <c:pt idx="10034">
                  <c:v>6.6420599999999999</c:v>
                </c:pt>
                <c:pt idx="10035">
                  <c:v>6.64236</c:v>
                </c:pt>
                <c:pt idx="10036">
                  <c:v>6.6426699999999999</c:v>
                </c:pt>
                <c:pt idx="10037">
                  <c:v>6.64297</c:v>
                </c:pt>
                <c:pt idx="10038">
                  <c:v>6.6432799999999999</c:v>
                </c:pt>
                <c:pt idx="10039">
                  <c:v>6.6435899999999997</c:v>
                </c:pt>
                <c:pt idx="10040">
                  <c:v>6.6438899999999999</c:v>
                </c:pt>
                <c:pt idx="10041">
                  <c:v>6.6441999999999997</c:v>
                </c:pt>
                <c:pt idx="10042">
                  <c:v>6.6444999999999999</c:v>
                </c:pt>
                <c:pt idx="10043">
                  <c:v>6.6448099999999997</c:v>
                </c:pt>
                <c:pt idx="10044">
                  <c:v>6.6451099999999999</c:v>
                </c:pt>
                <c:pt idx="10045">
                  <c:v>6.6454199999999997</c:v>
                </c:pt>
                <c:pt idx="10046">
                  <c:v>6.6457199999999998</c:v>
                </c:pt>
                <c:pt idx="10047">
                  <c:v>6.6460299999999997</c:v>
                </c:pt>
                <c:pt idx="10048">
                  <c:v>6.6463299999999998</c:v>
                </c:pt>
                <c:pt idx="10049">
                  <c:v>6.6466399999999997</c:v>
                </c:pt>
                <c:pt idx="10050">
                  <c:v>6.6469399999999998</c:v>
                </c:pt>
                <c:pt idx="10051">
                  <c:v>6.6472499999999997</c:v>
                </c:pt>
                <c:pt idx="10052">
                  <c:v>6.6475600000000004</c:v>
                </c:pt>
                <c:pt idx="10053">
                  <c:v>6.6478599999999997</c:v>
                </c:pt>
                <c:pt idx="10054">
                  <c:v>6.6481700000000004</c:v>
                </c:pt>
                <c:pt idx="10055">
                  <c:v>6.6484699999999997</c:v>
                </c:pt>
                <c:pt idx="10056">
                  <c:v>6.6487800000000004</c:v>
                </c:pt>
                <c:pt idx="10057">
                  <c:v>6.6490799999999997</c:v>
                </c:pt>
                <c:pt idx="10058">
                  <c:v>6.6493900000000004</c:v>
                </c:pt>
                <c:pt idx="10059">
                  <c:v>6.6496899999999997</c:v>
                </c:pt>
                <c:pt idx="10060">
                  <c:v>6.65</c:v>
                </c:pt>
                <c:pt idx="10061">
                  <c:v>6.6502999999999997</c:v>
                </c:pt>
                <c:pt idx="10062">
                  <c:v>6.6506100000000004</c:v>
                </c:pt>
                <c:pt idx="10063">
                  <c:v>6.6509099999999997</c:v>
                </c:pt>
                <c:pt idx="10064">
                  <c:v>6.6512200000000004</c:v>
                </c:pt>
                <c:pt idx="10065">
                  <c:v>6.6515300000000002</c:v>
                </c:pt>
                <c:pt idx="10066">
                  <c:v>6.6518300000000004</c:v>
                </c:pt>
                <c:pt idx="10067">
                  <c:v>6.6521400000000002</c:v>
                </c:pt>
                <c:pt idx="10068">
                  <c:v>6.6524400000000004</c:v>
                </c:pt>
                <c:pt idx="10069">
                  <c:v>6.6527500000000002</c:v>
                </c:pt>
                <c:pt idx="10070">
                  <c:v>6.6530500000000004</c:v>
                </c:pt>
                <c:pt idx="10071">
                  <c:v>6.6533600000000002</c:v>
                </c:pt>
                <c:pt idx="10072">
                  <c:v>6.6536600000000004</c:v>
                </c:pt>
                <c:pt idx="10073">
                  <c:v>6.6539700000000002</c:v>
                </c:pt>
                <c:pt idx="10074">
                  <c:v>6.6542700000000004</c:v>
                </c:pt>
                <c:pt idx="10075">
                  <c:v>6.6545800000000002</c:v>
                </c:pt>
                <c:pt idx="10076">
                  <c:v>6.6548800000000004</c:v>
                </c:pt>
                <c:pt idx="10077">
                  <c:v>6.6551900000000002</c:v>
                </c:pt>
                <c:pt idx="10078">
                  <c:v>6.6555</c:v>
                </c:pt>
                <c:pt idx="10079">
                  <c:v>6.6558000000000002</c:v>
                </c:pt>
                <c:pt idx="10080">
                  <c:v>6.65611</c:v>
                </c:pt>
                <c:pt idx="10081">
                  <c:v>6.6564100000000002</c:v>
                </c:pt>
                <c:pt idx="10082">
                  <c:v>6.65672</c:v>
                </c:pt>
                <c:pt idx="10083">
                  <c:v>6.6570200000000002</c:v>
                </c:pt>
                <c:pt idx="10084">
                  <c:v>6.65733</c:v>
                </c:pt>
                <c:pt idx="10085">
                  <c:v>6.6576300000000002</c:v>
                </c:pt>
                <c:pt idx="10086">
                  <c:v>6.65794</c:v>
                </c:pt>
                <c:pt idx="10087">
                  <c:v>6.6582400000000002</c:v>
                </c:pt>
                <c:pt idx="10088">
                  <c:v>6.65855</c:v>
                </c:pt>
                <c:pt idx="10089">
                  <c:v>6.6588599999999998</c:v>
                </c:pt>
                <c:pt idx="10090">
                  <c:v>6.65916</c:v>
                </c:pt>
                <c:pt idx="10091">
                  <c:v>6.6594699999999998</c:v>
                </c:pt>
                <c:pt idx="10092">
                  <c:v>6.65977</c:v>
                </c:pt>
                <c:pt idx="10093">
                  <c:v>6.6600799999999998</c:v>
                </c:pt>
                <c:pt idx="10094">
                  <c:v>6.66038</c:v>
                </c:pt>
                <c:pt idx="10095">
                  <c:v>6.6606899999999998</c:v>
                </c:pt>
                <c:pt idx="10096">
                  <c:v>6.66099</c:v>
                </c:pt>
                <c:pt idx="10097">
                  <c:v>6.6612999999999998</c:v>
                </c:pt>
                <c:pt idx="10098">
                  <c:v>6.6616</c:v>
                </c:pt>
                <c:pt idx="10099">
                  <c:v>6.6619099999999998</c:v>
                </c:pt>
                <c:pt idx="10100">
                  <c:v>6.66221</c:v>
                </c:pt>
                <c:pt idx="10101">
                  <c:v>6.6625199999999998</c:v>
                </c:pt>
                <c:pt idx="10102">
                  <c:v>6.6628299999999996</c:v>
                </c:pt>
                <c:pt idx="10103">
                  <c:v>6.6631299999999998</c:v>
                </c:pt>
                <c:pt idx="10104">
                  <c:v>6.6634399999999996</c:v>
                </c:pt>
                <c:pt idx="10105">
                  <c:v>6.6637399999999998</c:v>
                </c:pt>
                <c:pt idx="10106">
                  <c:v>6.6640499999999996</c:v>
                </c:pt>
                <c:pt idx="10107">
                  <c:v>6.6643499999999998</c:v>
                </c:pt>
                <c:pt idx="10108">
                  <c:v>6.6646599999999996</c:v>
                </c:pt>
                <c:pt idx="10109">
                  <c:v>6.6649599999999998</c:v>
                </c:pt>
                <c:pt idx="10110">
                  <c:v>6.6652699999999996</c:v>
                </c:pt>
                <c:pt idx="10111">
                  <c:v>6.6655699999999998</c:v>
                </c:pt>
                <c:pt idx="10112">
                  <c:v>6.6658799999999996</c:v>
                </c:pt>
                <c:pt idx="10113">
                  <c:v>6.6661799999999998</c:v>
                </c:pt>
                <c:pt idx="10114">
                  <c:v>6.6664899999999996</c:v>
                </c:pt>
                <c:pt idx="10115">
                  <c:v>6.6668000000000003</c:v>
                </c:pt>
                <c:pt idx="10116">
                  <c:v>6.6670999999999996</c:v>
                </c:pt>
                <c:pt idx="10117">
                  <c:v>6.6674100000000003</c:v>
                </c:pt>
                <c:pt idx="10118">
                  <c:v>6.6677099999999996</c:v>
                </c:pt>
                <c:pt idx="10119">
                  <c:v>6.6680200000000003</c:v>
                </c:pt>
                <c:pt idx="10120">
                  <c:v>6.6683199999999996</c:v>
                </c:pt>
                <c:pt idx="10121">
                  <c:v>6.6686300000000003</c:v>
                </c:pt>
                <c:pt idx="10122">
                  <c:v>6.6689299999999996</c:v>
                </c:pt>
                <c:pt idx="10123">
                  <c:v>6.6692400000000003</c:v>
                </c:pt>
                <c:pt idx="10124">
                  <c:v>6.6695399999999996</c:v>
                </c:pt>
                <c:pt idx="10125">
                  <c:v>6.6698500000000003</c:v>
                </c:pt>
                <c:pt idx="10126">
                  <c:v>6.6701499999999996</c:v>
                </c:pt>
                <c:pt idx="10127">
                  <c:v>6.6704600000000003</c:v>
                </c:pt>
                <c:pt idx="10128">
                  <c:v>6.6707700000000001</c:v>
                </c:pt>
                <c:pt idx="10129">
                  <c:v>6.6710700000000003</c:v>
                </c:pt>
                <c:pt idx="10130">
                  <c:v>6.6713800000000001</c:v>
                </c:pt>
                <c:pt idx="10131">
                  <c:v>6.6716800000000003</c:v>
                </c:pt>
                <c:pt idx="10132">
                  <c:v>6.6719900000000001</c:v>
                </c:pt>
                <c:pt idx="10133">
                  <c:v>6.6722900000000003</c:v>
                </c:pt>
                <c:pt idx="10134">
                  <c:v>6.6726000000000001</c:v>
                </c:pt>
                <c:pt idx="10135">
                  <c:v>6.6729000000000003</c:v>
                </c:pt>
                <c:pt idx="10136">
                  <c:v>6.6732100000000001</c:v>
                </c:pt>
                <c:pt idx="10137">
                  <c:v>6.6735100000000003</c:v>
                </c:pt>
                <c:pt idx="10138">
                  <c:v>6.6738200000000001</c:v>
                </c:pt>
                <c:pt idx="10139">
                  <c:v>6.6741299999999999</c:v>
                </c:pt>
                <c:pt idx="10140">
                  <c:v>6.6744300000000001</c:v>
                </c:pt>
                <c:pt idx="10141">
                  <c:v>6.6747399999999999</c:v>
                </c:pt>
                <c:pt idx="10142">
                  <c:v>6.6750400000000001</c:v>
                </c:pt>
                <c:pt idx="10143">
                  <c:v>6.6753499999999999</c:v>
                </c:pt>
                <c:pt idx="10144">
                  <c:v>6.6756500000000001</c:v>
                </c:pt>
                <c:pt idx="10145">
                  <c:v>6.6759599999999999</c:v>
                </c:pt>
                <c:pt idx="10146">
                  <c:v>6.6762600000000001</c:v>
                </c:pt>
                <c:pt idx="10147">
                  <c:v>6.6765699999999999</c:v>
                </c:pt>
                <c:pt idx="10148">
                  <c:v>6.6768700000000001</c:v>
                </c:pt>
                <c:pt idx="10149">
                  <c:v>6.6771799999999999</c:v>
                </c:pt>
                <c:pt idx="10150">
                  <c:v>6.6774800000000001</c:v>
                </c:pt>
                <c:pt idx="10151">
                  <c:v>6.6777899999999999</c:v>
                </c:pt>
                <c:pt idx="10152">
                  <c:v>6.6780999999999997</c:v>
                </c:pt>
                <c:pt idx="10153">
                  <c:v>6.6783999999999999</c:v>
                </c:pt>
                <c:pt idx="10154">
                  <c:v>6.6787099999999997</c:v>
                </c:pt>
                <c:pt idx="10155">
                  <c:v>6.6790099999999999</c:v>
                </c:pt>
                <c:pt idx="10156">
                  <c:v>6.6793199999999997</c:v>
                </c:pt>
                <c:pt idx="10157">
                  <c:v>6.6796199999999999</c:v>
                </c:pt>
                <c:pt idx="10158">
                  <c:v>6.6799299999999997</c:v>
                </c:pt>
                <c:pt idx="10159">
                  <c:v>6.6802299999999999</c:v>
                </c:pt>
                <c:pt idx="10160">
                  <c:v>6.6805399999999997</c:v>
                </c:pt>
                <c:pt idx="10161">
                  <c:v>6.6808399999999999</c:v>
                </c:pt>
                <c:pt idx="10162">
                  <c:v>6.6811499999999997</c:v>
                </c:pt>
                <c:pt idx="10163">
                  <c:v>6.6814499999999999</c:v>
                </c:pt>
                <c:pt idx="10164">
                  <c:v>6.6817599999999997</c:v>
                </c:pt>
                <c:pt idx="10165">
                  <c:v>6.6820700000000004</c:v>
                </c:pt>
                <c:pt idx="10166">
                  <c:v>6.6823699999999997</c:v>
                </c:pt>
                <c:pt idx="10167">
                  <c:v>6.6826800000000004</c:v>
                </c:pt>
                <c:pt idx="10168">
                  <c:v>6.6829799999999997</c:v>
                </c:pt>
                <c:pt idx="10169">
                  <c:v>6.6832900000000004</c:v>
                </c:pt>
                <c:pt idx="10170">
                  <c:v>6.6835899999999997</c:v>
                </c:pt>
                <c:pt idx="10171">
                  <c:v>6.6839000000000004</c:v>
                </c:pt>
                <c:pt idx="10172">
                  <c:v>6.6841999999999997</c:v>
                </c:pt>
                <c:pt idx="10173">
                  <c:v>6.6845100000000004</c:v>
                </c:pt>
                <c:pt idx="10174">
                  <c:v>6.6848099999999997</c:v>
                </c:pt>
                <c:pt idx="10175">
                  <c:v>6.6851200000000004</c:v>
                </c:pt>
                <c:pt idx="10176">
                  <c:v>6.6854199999999997</c:v>
                </c:pt>
                <c:pt idx="10177">
                  <c:v>6.6857300000000004</c:v>
                </c:pt>
                <c:pt idx="10178">
                  <c:v>6.6860400000000002</c:v>
                </c:pt>
                <c:pt idx="10179">
                  <c:v>6.6863400000000004</c:v>
                </c:pt>
                <c:pt idx="10180">
                  <c:v>6.6866500000000002</c:v>
                </c:pt>
                <c:pt idx="10181">
                  <c:v>6.6869500000000004</c:v>
                </c:pt>
                <c:pt idx="10182">
                  <c:v>6.6872600000000002</c:v>
                </c:pt>
                <c:pt idx="10183">
                  <c:v>6.6875600000000004</c:v>
                </c:pt>
                <c:pt idx="10184">
                  <c:v>6.6878700000000002</c:v>
                </c:pt>
                <c:pt idx="10185">
                  <c:v>6.6881700000000004</c:v>
                </c:pt>
                <c:pt idx="10186">
                  <c:v>6.6884800000000002</c:v>
                </c:pt>
                <c:pt idx="10187">
                  <c:v>6.6887800000000004</c:v>
                </c:pt>
                <c:pt idx="10188">
                  <c:v>6.6890900000000002</c:v>
                </c:pt>
                <c:pt idx="10189">
                  <c:v>6.6893900000000004</c:v>
                </c:pt>
                <c:pt idx="10190">
                  <c:v>6.6897000000000002</c:v>
                </c:pt>
                <c:pt idx="10191">
                  <c:v>6.69001</c:v>
                </c:pt>
                <c:pt idx="10192">
                  <c:v>6.6903100000000002</c:v>
                </c:pt>
                <c:pt idx="10193">
                  <c:v>6.69062</c:v>
                </c:pt>
                <c:pt idx="10194">
                  <c:v>6.6909200000000002</c:v>
                </c:pt>
                <c:pt idx="10195">
                  <c:v>6.69123</c:v>
                </c:pt>
                <c:pt idx="10196">
                  <c:v>6.6915300000000002</c:v>
                </c:pt>
                <c:pt idx="10197">
                  <c:v>6.69184</c:v>
                </c:pt>
                <c:pt idx="10198">
                  <c:v>6.6921400000000002</c:v>
                </c:pt>
                <c:pt idx="10199">
                  <c:v>6.69245</c:v>
                </c:pt>
                <c:pt idx="10200">
                  <c:v>6.6927500000000002</c:v>
                </c:pt>
                <c:pt idx="10201">
                  <c:v>6.69306</c:v>
                </c:pt>
                <c:pt idx="10202">
                  <c:v>6.6933699999999998</c:v>
                </c:pt>
                <c:pt idx="10203">
                  <c:v>6.69367</c:v>
                </c:pt>
                <c:pt idx="10204">
                  <c:v>6.6939799999999998</c:v>
                </c:pt>
                <c:pt idx="10205">
                  <c:v>6.69428</c:v>
                </c:pt>
                <c:pt idx="10206">
                  <c:v>6.6945899999999998</c:v>
                </c:pt>
                <c:pt idx="10207">
                  <c:v>6.69489</c:v>
                </c:pt>
                <c:pt idx="10208">
                  <c:v>6.6951999999999998</c:v>
                </c:pt>
                <c:pt idx="10209">
                  <c:v>6.6955</c:v>
                </c:pt>
                <c:pt idx="10210">
                  <c:v>6.6958099999999998</c:v>
                </c:pt>
                <c:pt idx="10211">
                  <c:v>6.69611</c:v>
                </c:pt>
                <c:pt idx="10212">
                  <c:v>6.6964199999999998</c:v>
                </c:pt>
                <c:pt idx="10213">
                  <c:v>6.69672</c:v>
                </c:pt>
                <c:pt idx="10214">
                  <c:v>6.6970299999999998</c:v>
                </c:pt>
                <c:pt idx="10215">
                  <c:v>6.6973399999999996</c:v>
                </c:pt>
                <c:pt idx="10216">
                  <c:v>6.6976399999999998</c:v>
                </c:pt>
                <c:pt idx="10217">
                  <c:v>6.6979499999999996</c:v>
                </c:pt>
                <c:pt idx="10218">
                  <c:v>6.6982499999999998</c:v>
                </c:pt>
                <c:pt idx="10219">
                  <c:v>6.6985599999999996</c:v>
                </c:pt>
                <c:pt idx="10220">
                  <c:v>6.6988599999999998</c:v>
                </c:pt>
                <c:pt idx="10221">
                  <c:v>6.6991699999999996</c:v>
                </c:pt>
                <c:pt idx="10222">
                  <c:v>6.6994699999999998</c:v>
                </c:pt>
                <c:pt idx="10223">
                  <c:v>6.6997799999999996</c:v>
                </c:pt>
                <c:pt idx="10224">
                  <c:v>6.7000799999999998</c:v>
                </c:pt>
                <c:pt idx="10225">
                  <c:v>6.7003899999999996</c:v>
                </c:pt>
                <c:pt idx="10226">
                  <c:v>6.7006899999999998</c:v>
                </c:pt>
                <c:pt idx="10227">
                  <c:v>6.7009999999999996</c:v>
                </c:pt>
                <c:pt idx="10228">
                  <c:v>6.7013100000000003</c:v>
                </c:pt>
                <c:pt idx="10229">
                  <c:v>6.7016099999999996</c:v>
                </c:pt>
                <c:pt idx="10230">
                  <c:v>6.7019200000000003</c:v>
                </c:pt>
                <c:pt idx="10231">
                  <c:v>6.7022199999999996</c:v>
                </c:pt>
                <c:pt idx="10232">
                  <c:v>6.7025300000000003</c:v>
                </c:pt>
                <c:pt idx="10233">
                  <c:v>6.7028299999999996</c:v>
                </c:pt>
                <c:pt idx="10234">
                  <c:v>6.7031400000000003</c:v>
                </c:pt>
                <c:pt idx="10235">
                  <c:v>6.7034399999999996</c:v>
                </c:pt>
                <c:pt idx="10236">
                  <c:v>6.7037500000000003</c:v>
                </c:pt>
                <c:pt idx="10237">
                  <c:v>6.7040499999999996</c:v>
                </c:pt>
                <c:pt idx="10238">
                  <c:v>6.7043600000000003</c:v>
                </c:pt>
                <c:pt idx="10239">
                  <c:v>6.7046599999999996</c:v>
                </c:pt>
                <c:pt idx="10240">
                  <c:v>6.7049700000000003</c:v>
                </c:pt>
                <c:pt idx="10241">
                  <c:v>6.7052800000000001</c:v>
                </c:pt>
                <c:pt idx="10242">
                  <c:v>6.7055800000000003</c:v>
                </c:pt>
                <c:pt idx="10243">
                  <c:v>6.7058900000000001</c:v>
                </c:pt>
                <c:pt idx="10244">
                  <c:v>6.7061900000000003</c:v>
                </c:pt>
                <c:pt idx="10245">
                  <c:v>6.7065000000000001</c:v>
                </c:pt>
                <c:pt idx="10246">
                  <c:v>6.7068000000000003</c:v>
                </c:pt>
                <c:pt idx="10247">
                  <c:v>6.7071100000000001</c:v>
                </c:pt>
                <c:pt idx="10248">
                  <c:v>6.7074100000000003</c:v>
                </c:pt>
                <c:pt idx="10249">
                  <c:v>6.7077200000000001</c:v>
                </c:pt>
                <c:pt idx="10250">
                  <c:v>6.7080200000000003</c:v>
                </c:pt>
                <c:pt idx="10251">
                  <c:v>6.7083300000000001</c:v>
                </c:pt>
                <c:pt idx="10252">
                  <c:v>6.7086300000000003</c:v>
                </c:pt>
                <c:pt idx="10253">
                  <c:v>6.7089400000000001</c:v>
                </c:pt>
                <c:pt idx="10254">
                  <c:v>6.7092499999999999</c:v>
                </c:pt>
                <c:pt idx="10255">
                  <c:v>6.7095500000000001</c:v>
                </c:pt>
                <c:pt idx="10256">
                  <c:v>6.7098599999999999</c:v>
                </c:pt>
                <c:pt idx="10257">
                  <c:v>6.7101600000000001</c:v>
                </c:pt>
                <c:pt idx="10258">
                  <c:v>6.7104699999999999</c:v>
                </c:pt>
                <c:pt idx="10259">
                  <c:v>6.7107700000000001</c:v>
                </c:pt>
                <c:pt idx="10260">
                  <c:v>6.7110799999999999</c:v>
                </c:pt>
                <c:pt idx="10261">
                  <c:v>6.7113800000000001</c:v>
                </c:pt>
                <c:pt idx="10262">
                  <c:v>6.7116899999999999</c:v>
                </c:pt>
                <c:pt idx="10263">
                  <c:v>6.7119900000000001</c:v>
                </c:pt>
                <c:pt idx="10264">
                  <c:v>6.7122999999999999</c:v>
                </c:pt>
                <c:pt idx="10265">
                  <c:v>6.7126099999999997</c:v>
                </c:pt>
                <c:pt idx="10266">
                  <c:v>6.7129099999999999</c:v>
                </c:pt>
                <c:pt idx="10267">
                  <c:v>6.7132199999999997</c:v>
                </c:pt>
                <c:pt idx="10268">
                  <c:v>6.7135199999999999</c:v>
                </c:pt>
                <c:pt idx="10269">
                  <c:v>6.7138299999999997</c:v>
                </c:pt>
                <c:pt idx="10270">
                  <c:v>6.7141299999999999</c:v>
                </c:pt>
                <c:pt idx="10271">
                  <c:v>6.7144399999999997</c:v>
                </c:pt>
                <c:pt idx="10272">
                  <c:v>6.7147399999999999</c:v>
                </c:pt>
                <c:pt idx="10273">
                  <c:v>6.7150499999999997</c:v>
                </c:pt>
                <c:pt idx="10274">
                  <c:v>6.7153499999999999</c:v>
                </c:pt>
                <c:pt idx="10275">
                  <c:v>6.7156599999999997</c:v>
                </c:pt>
                <c:pt idx="10276">
                  <c:v>6.7159599999999999</c:v>
                </c:pt>
                <c:pt idx="10277">
                  <c:v>6.7162699999999997</c:v>
                </c:pt>
                <c:pt idx="10278">
                  <c:v>6.7165800000000004</c:v>
                </c:pt>
                <c:pt idx="10279">
                  <c:v>6.7168799999999997</c:v>
                </c:pt>
                <c:pt idx="10280">
                  <c:v>6.7171900000000004</c:v>
                </c:pt>
                <c:pt idx="10281">
                  <c:v>6.7174899999999997</c:v>
                </c:pt>
                <c:pt idx="10282">
                  <c:v>6.7178000000000004</c:v>
                </c:pt>
                <c:pt idx="10283">
                  <c:v>6.7180999999999997</c:v>
                </c:pt>
                <c:pt idx="10284">
                  <c:v>6.7184100000000004</c:v>
                </c:pt>
                <c:pt idx="10285">
                  <c:v>6.7187099999999997</c:v>
                </c:pt>
                <c:pt idx="10286">
                  <c:v>6.7190200000000004</c:v>
                </c:pt>
                <c:pt idx="10287">
                  <c:v>6.7193199999999997</c:v>
                </c:pt>
                <c:pt idx="10288">
                  <c:v>6.7196300000000004</c:v>
                </c:pt>
                <c:pt idx="10289">
                  <c:v>6.7199299999999997</c:v>
                </c:pt>
                <c:pt idx="10290">
                  <c:v>6.7202400000000004</c:v>
                </c:pt>
                <c:pt idx="10291">
                  <c:v>6.7205500000000002</c:v>
                </c:pt>
                <c:pt idx="10292">
                  <c:v>6.7208500000000004</c:v>
                </c:pt>
                <c:pt idx="10293">
                  <c:v>6.7211600000000002</c:v>
                </c:pt>
                <c:pt idx="10294">
                  <c:v>6.7214600000000004</c:v>
                </c:pt>
                <c:pt idx="10295">
                  <c:v>6.7217700000000002</c:v>
                </c:pt>
                <c:pt idx="10296">
                  <c:v>6.7220700000000004</c:v>
                </c:pt>
                <c:pt idx="10297">
                  <c:v>6.7223800000000002</c:v>
                </c:pt>
                <c:pt idx="10298">
                  <c:v>6.7226800000000004</c:v>
                </c:pt>
                <c:pt idx="10299">
                  <c:v>6.7229900000000002</c:v>
                </c:pt>
                <c:pt idx="10300">
                  <c:v>6.7232900000000004</c:v>
                </c:pt>
                <c:pt idx="10301">
                  <c:v>6.7236000000000002</c:v>
                </c:pt>
                <c:pt idx="10302">
                  <c:v>6.7239000000000004</c:v>
                </c:pt>
                <c:pt idx="10303">
                  <c:v>6.7242100000000002</c:v>
                </c:pt>
                <c:pt idx="10304">
                  <c:v>6.7245200000000001</c:v>
                </c:pt>
                <c:pt idx="10305">
                  <c:v>6.7248200000000002</c:v>
                </c:pt>
                <c:pt idx="10306">
                  <c:v>6.7251300000000001</c:v>
                </c:pt>
                <c:pt idx="10307">
                  <c:v>6.7254300000000002</c:v>
                </c:pt>
                <c:pt idx="10308">
                  <c:v>6.7257400000000001</c:v>
                </c:pt>
                <c:pt idx="10309">
                  <c:v>6.7260400000000002</c:v>
                </c:pt>
                <c:pt idx="10310">
                  <c:v>6.7263500000000001</c:v>
                </c:pt>
                <c:pt idx="10311">
                  <c:v>6.7266500000000002</c:v>
                </c:pt>
                <c:pt idx="10312">
                  <c:v>6.7269600000000001</c:v>
                </c:pt>
                <c:pt idx="10313">
                  <c:v>6.7272600000000002</c:v>
                </c:pt>
                <c:pt idx="10314">
                  <c:v>6.7275700000000001</c:v>
                </c:pt>
                <c:pt idx="10315">
                  <c:v>6.7278799999999999</c:v>
                </c:pt>
                <c:pt idx="10316">
                  <c:v>6.72818</c:v>
                </c:pt>
                <c:pt idx="10317">
                  <c:v>6.7284899999999999</c:v>
                </c:pt>
                <c:pt idx="10318">
                  <c:v>6.72879</c:v>
                </c:pt>
                <c:pt idx="10319">
                  <c:v>6.7290999999999999</c:v>
                </c:pt>
                <c:pt idx="10320">
                  <c:v>6.7294</c:v>
                </c:pt>
                <c:pt idx="10321">
                  <c:v>6.7297099999999999</c:v>
                </c:pt>
                <c:pt idx="10322">
                  <c:v>6.73001</c:v>
                </c:pt>
                <c:pt idx="10323">
                  <c:v>6.7303199999999999</c:v>
                </c:pt>
                <c:pt idx="10324">
                  <c:v>6.73062</c:v>
                </c:pt>
                <c:pt idx="10325">
                  <c:v>6.7309299999999999</c:v>
                </c:pt>
                <c:pt idx="10326">
                  <c:v>6.73123</c:v>
                </c:pt>
                <c:pt idx="10327">
                  <c:v>6.7315399999999999</c:v>
                </c:pt>
                <c:pt idx="10328">
                  <c:v>6.7318499999999997</c:v>
                </c:pt>
                <c:pt idx="10329">
                  <c:v>6.7321499999999999</c:v>
                </c:pt>
                <c:pt idx="10330">
                  <c:v>6.7324599999999997</c:v>
                </c:pt>
                <c:pt idx="10331">
                  <c:v>6.7327599999999999</c:v>
                </c:pt>
                <c:pt idx="10332">
                  <c:v>6.7330699999999997</c:v>
                </c:pt>
                <c:pt idx="10333">
                  <c:v>6.7333699999999999</c:v>
                </c:pt>
                <c:pt idx="10334">
                  <c:v>6.7336799999999997</c:v>
                </c:pt>
                <c:pt idx="10335">
                  <c:v>6.7339799999999999</c:v>
                </c:pt>
                <c:pt idx="10336">
                  <c:v>6.7342899999999997</c:v>
                </c:pt>
                <c:pt idx="10337">
                  <c:v>6.7345899999999999</c:v>
                </c:pt>
                <c:pt idx="10338">
                  <c:v>6.7348999999999997</c:v>
                </c:pt>
                <c:pt idx="10339">
                  <c:v>6.7351999999999999</c:v>
                </c:pt>
                <c:pt idx="10340">
                  <c:v>6.7355099999999997</c:v>
                </c:pt>
                <c:pt idx="10341">
                  <c:v>6.7358200000000004</c:v>
                </c:pt>
                <c:pt idx="10342">
                  <c:v>6.7361199999999997</c:v>
                </c:pt>
                <c:pt idx="10343">
                  <c:v>6.7364300000000004</c:v>
                </c:pt>
                <c:pt idx="10344">
                  <c:v>6.7367299999999997</c:v>
                </c:pt>
                <c:pt idx="10345">
                  <c:v>6.7370400000000004</c:v>
                </c:pt>
                <c:pt idx="10346">
                  <c:v>6.7373399999999997</c:v>
                </c:pt>
                <c:pt idx="10347">
                  <c:v>6.7376500000000004</c:v>
                </c:pt>
                <c:pt idx="10348">
                  <c:v>6.7379499999999997</c:v>
                </c:pt>
                <c:pt idx="10349">
                  <c:v>6.7382600000000004</c:v>
                </c:pt>
                <c:pt idx="10350">
                  <c:v>6.7385599999999997</c:v>
                </c:pt>
                <c:pt idx="10351">
                  <c:v>6.7388700000000004</c:v>
                </c:pt>
                <c:pt idx="10352">
                  <c:v>6.7391699999999997</c:v>
                </c:pt>
                <c:pt idx="10353">
                  <c:v>6.7394800000000004</c:v>
                </c:pt>
                <c:pt idx="10354">
                  <c:v>6.7397900000000002</c:v>
                </c:pt>
                <c:pt idx="10355">
                  <c:v>6.7400900000000004</c:v>
                </c:pt>
                <c:pt idx="10356">
                  <c:v>6.7404000000000002</c:v>
                </c:pt>
                <c:pt idx="10357">
                  <c:v>6.7407000000000004</c:v>
                </c:pt>
                <c:pt idx="10358">
                  <c:v>6.7410100000000002</c:v>
                </c:pt>
                <c:pt idx="10359">
                  <c:v>6.7413100000000004</c:v>
                </c:pt>
                <c:pt idx="10360">
                  <c:v>6.7416200000000002</c:v>
                </c:pt>
                <c:pt idx="10361">
                  <c:v>6.7419200000000004</c:v>
                </c:pt>
                <c:pt idx="10362">
                  <c:v>6.7422300000000002</c:v>
                </c:pt>
                <c:pt idx="10363">
                  <c:v>6.7425300000000004</c:v>
                </c:pt>
                <c:pt idx="10364">
                  <c:v>6.7428400000000002</c:v>
                </c:pt>
                <c:pt idx="10365">
                  <c:v>6.7431400000000004</c:v>
                </c:pt>
                <c:pt idx="10366">
                  <c:v>6.7434500000000002</c:v>
                </c:pt>
                <c:pt idx="10367">
                  <c:v>6.74376</c:v>
                </c:pt>
                <c:pt idx="10368">
                  <c:v>6.7440600000000002</c:v>
                </c:pt>
                <c:pt idx="10369">
                  <c:v>6.74437</c:v>
                </c:pt>
                <c:pt idx="10370">
                  <c:v>6.7446700000000002</c:v>
                </c:pt>
                <c:pt idx="10371">
                  <c:v>6.74498</c:v>
                </c:pt>
                <c:pt idx="10372">
                  <c:v>6.7452800000000002</c:v>
                </c:pt>
                <c:pt idx="10373">
                  <c:v>6.74559</c:v>
                </c:pt>
                <c:pt idx="10374">
                  <c:v>6.7458900000000002</c:v>
                </c:pt>
                <c:pt idx="10375">
                  <c:v>6.7462</c:v>
                </c:pt>
                <c:pt idx="10376">
                  <c:v>6.7465000000000002</c:v>
                </c:pt>
                <c:pt idx="10377">
                  <c:v>6.74681</c:v>
                </c:pt>
                <c:pt idx="10378">
                  <c:v>6.7471199999999998</c:v>
                </c:pt>
                <c:pt idx="10379">
                  <c:v>6.74742</c:v>
                </c:pt>
                <c:pt idx="10380">
                  <c:v>6.7477299999999998</c:v>
                </c:pt>
                <c:pt idx="10381">
                  <c:v>6.74803</c:v>
                </c:pt>
                <c:pt idx="10382">
                  <c:v>6.7483399999999998</c:v>
                </c:pt>
                <c:pt idx="10383">
                  <c:v>6.74864</c:v>
                </c:pt>
                <c:pt idx="10384">
                  <c:v>6.7489499999999998</c:v>
                </c:pt>
                <c:pt idx="10385">
                  <c:v>6.74925</c:v>
                </c:pt>
                <c:pt idx="10386">
                  <c:v>6.7495599999999998</c:v>
                </c:pt>
                <c:pt idx="10387">
                  <c:v>6.74986</c:v>
                </c:pt>
                <c:pt idx="10388">
                  <c:v>6.7501699999999998</c:v>
                </c:pt>
                <c:pt idx="10389">
                  <c:v>6.75047</c:v>
                </c:pt>
                <c:pt idx="10390">
                  <c:v>6.7507799999999998</c:v>
                </c:pt>
                <c:pt idx="10391">
                  <c:v>6.7510899999999996</c:v>
                </c:pt>
                <c:pt idx="10392">
                  <c:v>6.7513899999999998</c:v>
                </c:pt>
                <c:pt idx="10393">
                  <c:v>6.7516999999999996</c:v>
                </c:pt>
                <c:pt idx="10394">
                  <c:v>6.7519999999999998</c:v>
                </c:pt>
                <c:pt idx="10395">
                  <c:v>6.7523099999999996</c:v>
                </c:pt>
                <c:pt idx="10396">
                  <c:v>6.7526099999999998</c:v>
                </c:pt>
                <c:pt idx="10397">
                  <c:v>6.7529199999999996</c:v>
                </c:pt>
                <c:pt idx="10398">
                  <c:v>6.7532199999999998</c:v>
                </c:pt>
                <c:pt idx="10399">
                  <c:v>6.7535299999999996</c:v>
                </c:pt>
                <c:pt idx="10400">
                  <c:v>6.7538299999999998</c:v>
                </c:pt>
                <c:pt idx="10401">
                  <c:v>6.7541399999999996</c:v>
                </c:pt>
                <c:pt idx="10402">
                  <c:v>6.7544399999999998</c:v>
                </c:pt>
                <c:pt idx="10403">
                  <c:v>6.7547499999999996</c:v>
                </c:pt>
                <c:pt idx="10404">
                  <c:v>6.7550600000000003</c:v>
                </c:pt>
                <c:pt idx="10405">
                  <c:v>6.7553599999999996</c:v>
                </c:pt>
                <c:pt idx="10406">
                  <c:v>6.7556700000000003</c:v>
                </c:pt>
                <c:pt idx="10407">
                  <c:v>6.7559699999999996</c:v>
                </c:pt>
                <c:pt idx="10408">
                  <c:v>6.7562800000000003</c:v>
                </c:pt>
                <c:pt idx="10409">
                  <c:v>6.7565799999999996</c:v>
                </c:pt>
                <c:pt idx="10410">
                  <c:v>6.7568900000000003</c:v>
                </c:pt>
                <c:pt idx="10411">
                  <c:v>6.7571899999999996</c:v>
                </c:pt>
                <c:pt idx="10412">
                  <c:v>6.7575000000000003</c:v>
                </c:pt>
                <c:pt idx="10413">
                  <c:v>6.7577999999999996</c:v>
                </c:pt>
                <c:pt idx="10414">
                  <c:v>6.7581100000000003</c:v>
                </c:pt>
                <c:pt idx="10415">
                  <c:v>6.7584099999999996</c:v>
                </c:pt>
                <c:pt idx="10416">
                  <c:v>6.7587200000000003</c:v>
                </c:pt>
                <c:pt idx="10417">
                  <c:v>6.7590300000000001</c:v>
                </c:pt>
                <c:pt idx="10418">
                  <c:v>6.7593300000000003</c:v>
                </c:pt>
                <c:pt idx="10419">
                  <c:v>6.7596400000000001</c:v>
                </c:pt>
                <c:pt idx="10420">
                  <c:v>6.7599400000000003</c:v>
                </c:pt>
                <c:pt idx="10421">
                  <c:v>6.7602500000000001</c:v>
                </c:pt>
                <c:pt idx="10422">
                  <c:v>6.7605500000000003</c:v>
                </c:pt>
                <c:pt idx="10423">
                  <c:v>6.7608600000000001</c:v>
                </c:pt>
                <c:pt idx="10424">
                  <c:v>6.7611600000000003</c:v>
                </c:pt>
                <c:pt idx="10425">
                  <c:v>6.7614700000000001</c:v>
                </c:pt>
                <c:pt idx="10426">
                  <c:v>6.7617700000000003</c:v>
                </c:pt>
                <c:pt idx="10427">
                  <c:v>6.7620800000000001</c:v>
                </c:pt>
                <c:pt idx="10428">
                  <c:v>6.7623800000000003</c:v>
                </c:pt>
                <c:pt idx="10429">
                  <c:v>6.7626900000000001</c:v>
                </c:pt>
                <c:pt idx="10430">
                  <c:v>6.7629999999999999</c:v>
                </c:pt>
                <c:pt idx="10431">
                  <c:v>6.7633000000000001</c:v>
                </c:pt>
                <c:pt idx="10432">
                  <c:v>6.7636099999999999</c:v>
                </c:pt>
                <c:pt idx="10433">
                  <c:v>6.7639100000000001</c:v>
                </c:pt>
                <c:pt idx="10434">
                  <c:v>6.7642199999999999</c:v>
                </c:pt>
                <c:pt idx="10435">
                  <c:v>6.7645200000000001</c:v>
                </c:pt>
                <c:pt idx="10436">
                  <c:v>6.7648299999999999</c:v>
                </c:pt>
                <c:pt idx="10437">
                  <c:v>6.7651300000000001</c:v>
                </c:pt>
                <c:pt idx="10438">
                  <c:v>6.7654399999999999</c:v>
                </c:pt>
                <c:pt idx="10439">
                  <c:v>6.7657400000000001</c:v>
                </c:pt>
                <c:pt idx="10440">
                  <c:v>6.7660499999999999</c:v>
                </c:pt>
                <c:pt idx="10441">
                  <c:v>6.7663599999999997</c:v>
                </c:pt>
                <c:pt idx="10442">
                  <c:v>6.7666599999999999</c:v>
                </c:pt>
                <c:pt idx="10443">
                  <c:v>6.7669699999999997</c:v>
                </c:pt>
                <c:pt idx="10444">
                  <c:v>6.7672699999999999</c:v>
                </c:pt>
                <c:pt idx="10445">
                  <c:v>6.7675799999999997</c:v>
                </c:pt>
                <c:pt idx="10446">
                  <c:v>6.7678799999999999</c:v>
                </c:pt>
                <c:pt idx="10447">
                  <c:v>6.7681899999999997</c:v>
                </c:pt>
                <c:pt idx="10448">
                  <c:v>6.7684899999999999</c:v>
                </c:pt>
                <c:pt idx="10449">
                  <c:v>6.7687999999999997</c:v>
                </c:pt>
                <c:pt idx="10450">
                  <c:v>6.7690999999999999</c:v>
                </c:pt>
                <c:pt idx="10451">
                  <c:v>6.7694099999999997</c:v>
                </c:pt>
                <c:pt idx="10452">
                  <c:v>6.7697099999999999</c:v>
                </c:pt>
                <c:pt idx="10453">
                  <c:v>6.7700199999999997</c:v>
                </c:pt>
                <c:pt idx="10454">
                  <c:v>6.7703300000000004</c:v>
                </c:pt>
                <c:pt idx="10455">
                  <c:v>6.7706299999999997</c:v>
                </c:pt>
                <c:pt idx="10456">
                  <c:v>6.7709400000000004</c:v>
                </c:pt>
                <c:pt idx="10457">
                  <c:v>6.7712399999999997</c:v>
                </c:pt>
                <c:pt idx="10458">
                  <c:v>6.7715500000000004</c:v>
                </c:pt>
                <c:pt idx="10459">
                  <c:v>6.7718499999999997</c:v>
                </c:pt>
                <c:pt idx="10460">
                  <c:v>6.7721600000000004</c:v>
                </c:pt>
                <c:pt idx="10461">
                  <c:v>6.7724599999999997</c:v>
                </c:pt>
                <c:pt idx="10462">
                  <c:v>6.7727700000000004</c:v>
                </c:pt>
                <c:pt idx="10463">
                  <c:v>6.7730699999999997</c:v>
                </c:pt>
                <c:pt idx="10464">
                  <c:v>6.7733800000000004</c:v>
                </c:pt>
                <c:pt idx="10465">
                  <c:v>6.7736799999999997</c:v>
                </c:pt>
                <c:pt idx="10466">
                  <c:v>6.7739900000000004</c:v>
                </c:pt>
                <c:pt idx="10467">
                  <c:v>6.7743000000000002</c:v>
                </c:pt>
                <c:pt idx="10468">
                  <c:v>6.7746000000000004</c:v>
                </c:pt>
                <c:pt idx="10469">
                  <c:v>6.7749100000000002</c:v>
                </c:pt>
                <c:pt idx="10470">
                  <c:v>6.7752100000000004</c:v>
                </c:pt>
                <c:pt idx="10471">
                  <c:v>6.7755200000000002</c:v>
                </c:pt>
                <c:pt idx="10472">
                  <c:v>6.7758200000000004</c:v>
                </c:pt>
                <c:pt idx="10473">
                  <c:v>6.7761300000000002</c:v>
                </c:pt>
                <c:pt idx="10474">
                  <c:v>6.7764300000000004</c:v>
                </c:pt>
                <c:pt idx="10475">
                  <c:v>6.7767400000000002</c:v>
                </c:pt>
                <c:pt idx="10476">
                  <c:v>6.7770400000000004</c:v>
                </c:pt>
                <c:pt idx="10477">
                  <c:v>6.7773500000000002</c:v>
                </c:pt>
                <c:pt idx="10478">
                  <c:v>6.7776500000000004</c:v>
                </c:pt>
                <c:pt idx="10479">
                  <c:v>6.7779600000000002</c:v>
                </c:pt>
                <c:pt idx="10480">
                  <c:v>6.77827</c:v>
                </c:pt>
                <c:pt idx="10481">
                  <c:v>6.7785700000000002</c:v>
                </c:pt>
                <c:pt idx="10482">
                  <c:v>6.77888</c:v>
                </c:pt>
                <c:pt idx="10483">
                  <c:v>6.7791800000000002</c:v>
                </c:pt>
                <c:pt idx="10484">
                  <c:v>6.77949</c:v>
                </c:pt>
                <c:pt idx="10485">
                  <c:v>6.7797900000000002</c:v>
                </c:pt>
                <c:pt idx="10486">
                  <c:v>6.7801</c:v>
                </c:pt>
                <c:pt idx="10487">
                  <c:v>6.7804000000000002</c:v>
                </c:pt>
                <c:pt idx="10488">
                  <c:v>6.78071</c:v>
                </c:pt>
                <c:pt idx="10489">
                  <c:v>6.7810100000000002</c:v>
                </c:pt>
                <c:pt idx="10490">
                  <c:v>6.78132</c:v>
                </c:pt>
                <c:pt idx="10491">
                  <c:v>6.7816200000000002</c:v>
                </c:pt>
                <c:pt idx="10492">
                  <c:v>6.78193</c:v>
                </c:pt>
                <c:pt idx="10493">
                  <c:v>6.7822399999999998</c:v>
                </c:pt>
                <c:pt idx="10494">
                  <c:v>6.78254</c:v>
                </c:pt>
                <c:pt idx="10495">
                  <c:v>6.7828499999999998</c:v>
                </c:pt>
                <c:pt idx="10496">
                  <c:v>6.78315</c:v>
                </c:pt>
                <c:pt idx="10497">
                  <c:v>6.7834599999999998</c:v>
                </c:pt>
                <c:pt idx="10498">
                  <c:v>6.78376</c:v>
                </c:pt>
                <c:pt idx="10499">
                  <c:v>6.7840699999999998</c:v>
                </c:pt>
                <c:pt idx="10500">
                  <c:v>6.78437</c:v>
                </c:pt>
                <c:pt idx="10501">
                  <c:v>6.7846799999999998</c:v>
                </c:pt>
                <c:pt idx="10502">
                  <c:v>6.78498</c:v>
                </c:pt>
                <c:pt idx="10503">
                  <c:v>6.7852899999999998</c:v>
                </c:pt>
                <c:pt idx="10504">
                  <c:v>6.7855999999999996</c:v>
                </c:pt>
                <c:pt idx="10505">
                  <c:v>6.7858999999999998</c:v>
                </c:pt>
                <c:pt idx="10506">
                  <c:v>6.7862099999999996</c:v>
                </c:pt>
                <c:pt idx="10507">
                  <c:v>6.7865099999999998</c:v>
                </c:pt>
                <c:pt idx="10508">
                  <c:v>6.7868199999999996</c:v>
                </c:pt>
                <c:pt idx="10509">
                  <c:v>6.7871199999999998</c:v>
                </c:pt>
                <c:pt idx="10510">
                  <c:v>6.7874299999999996</c:v>
                </c:pt>
                <c:pt idx="10511">
                  <c:v>6.7877299999999998</c:v>
                </c:pt>
                <c:pt idx="10512">
                  <c:v>6.7880399999999996</c:v>
                </c:pt>
                <c:pt idx="10513">
                  <c:v>6.7883399999999998</c:v>
                </c:pt>
                <c:pt idx="10514">
                  <c:v>6.7886499999999996</c:v>
                </c:pt>
                <c:pt idx="10515">
                  <c:v>6.7889499999999998</c:v>
                </c:pt>
                <c:pt idx="10516">
                  <c:v>6.7892599999999996</c:v>
                </c:pt>
                <c:pt idx="10517">
                  <c:v>6.7895700000000003</c:v>
                </c:pt>
                <c:pt idx="10518">
                  <c:v>6.7898699999999996</c:v>
                </c:pt>
                <c:pt idx="10519">
                  <c:v>6.7901800000000003</c:v>
                </c:pt>
                <c:pt idx="10520">
                  <c:v>6.7904799999999996</c:v>
                </c:pt>
                <c:pt idx="10521">
                  <c:v>6.7907900000000003</c:v>
                </c:pt>
                <c:pt idx="10522">
                  <c:v>6.7910899999999996</c:v>
                </c:pt>
                <c:pt idx="10523">
                  <c:v>6.7914000000000003</c:v>
                </c:pt>
                <c:pt idx="10524">
                  <c:v>6.7916999999999996</c:v>
                </c:pt>
                <c:pt idx="10525">
                  <c:v>6.7920100000000003</c:v>
                </c:pt>
                <c:pt idx="10526">
                  <c:v>6.7923099999999996</c:v>
                </c:pt>
                <c:pt idx="10527">
                  <c:v>6.7926200000000003</c:v>
                </c:pt>
                <c:pt idx="10528">
                  <c:v>6.7929199999999996</c:v>
                </c:pt>
                <c:pt idx="10529">
                  <c:v>6.7932300000000003</c:v>
                </c:pt>
                <c:pt idx="10530">
                  <c:v>6.7935400000000001</c:v>
                </c:pt>
                <c:pt idx="10531">
                  <c:v>6.7938400000000003</c:v>
                </c:pt>
                <c:pt idx="10532">
                  <c:v>6.7941500000000001</c:v>
                </c:pt>
                <c:pt idx="10533">
                  <c:v>6.7944500000000003</c:v>
                </c:pt>
                <c:pt idx="10534">
                  <c:v>6.7947600000000001</c:v>
                </c:pt>
                <c:pt idx="10535">
                  <c:v>6.7950600000000003</c:v>
                </c:pt>
                <c:pt idx="10536">
                  <c:v>6.7953700000000001</c:v>
                </c:pt>
                <c:pt idx="10537">
                  <c:v>6.7956700000000003</c:v>
                </c:pt>
                <c:pt idx="10538">
                  <c:v>6.7959800000000001</c:v>
                </c:pt>
                <c:pt idx="10539">
                  <c:v>6.7962800000000003</c:v>
                </c:pt>
                <c:pt idx="10540">
                  <c:v>6.7965900000000001</c:v>
                </c:pt>
                <c:pt idx="10541">
                  <c:v>6.7968900000000003</c:v>
                </c:pt>
                <c:pt idx="10542">
                  <c:v>6.7972000000000001</c:v>
                </c:pt>
                <c:pt idx="10543">
                  <c:v>6.7975099999999999</c:v>
                </c:pt>
                <c:pt idx="10544">
                  <c:v>6.7978100000000001</c:v>
                </c:pt>
                <c:pt idx="10545">
                  <c:v>6.7981199999999999</c:v>
                </c:pt>
                <c:pt idx="10546">
                  <c:v>6.7984200000000001</c:v>
                </c:pt>
                <c:pt idx="10547">
                  <c:v>6.7987299999999999</c:v>
                </c:pt>
                <c:pt idx="10548">
                  <c:v>6.7990300000000001</c:v>
                </c:pt>
                <c:pt idx="10549">
                  <c:v>6.7993399999999999</c:v>
                </c:pt>
                <c:pt idx="10550">
                  <c:v>6.7996400000000001</c:v>
                </c:pt>
                <c:pt idx="10551">
                  <c:v>6.7999499999999999</c:v>
                </c:pt>
                <c:pt idx="10552">
                  <c:v>6.8002500000000001</c:v>
                </c:pt>
                <c:pt idx="10553">
                  <c:v>6.8005599999999999</c:v>
                </c:pt>
                <c:pt idx="10554">
                  <c:v>6.8008699999999997</c:v>
                </c:pt>
                <c:pt idx="10555">
                  <c:v>6.8011699999999999</c:v>
                </c:pt>
                <c:pt idx="10556">
                  <c:v>6.8014799999999997</c:v>
                </c:pt>
                <c:pt idx="10557">
                  <c:v>6.8017799999999999</c:v>
                </c:pt>
                <c:pt idx="10558">
                  <c:v>6.8020899999999997</c:v>
                </c:pt>
                <c:pt idx="10559">
                  <c:v>6.8023899999999999</c:v>
                </c:pt>
                <c:pt idx="10560">
                  <c:v>6.8026999999999997</c:v>
                </c:pt>
                <c:pt idx="10561">
                  <c:v>6.8029999999999999</c:v>
                </c:pt>
                <c:pt idx="10562">
                  <c:v>6.8033099999999997</c:v>
                </c:pt>
                <c:pt idx="10563">
                  <c:v>6.8036099999999999</c:v>
                </c:pt>
                <c:pt idx="10564">
                  <c:v>6.8039199999999997</c:v>
                </c:pt>
                <c:pt idx="10565">
                  <c:v>6.8042199999999999</c:v>
                </c:pt>
                <c:pt idx="10566">
                  <c:v>6.8045299999999997</c:v>
                </c:pt>
                <c:pt idx="10567">
                  <c:v>6.8048400000000004</c:v>
                </c:pt>
                <c:pt idx="10568">
                  <c:v>6.8051399999999997</c:v>
                </c:pt>
                <c:pt idx="10569">
                  <c:v>6.8054500000000004</c:v>
                </c:pt>
                <c:pt idx="10570">
                  <c:v>6.8057499999999997</c:v>
                </c:pt>
                <c:pt idx="10571">
                  <c:v>6.8060600000000004</c:v>
                </c:pt>
                <c:pt idx="10572">
                  <c:v>6.8063599999999997</c:v>
                </c:pt>
                <c:pt idx="10573">
                  <c:v>6.8066700000000004</c:v>
                </c:pt>
                <c:pt idx="10574">
                  <c:v>6.8069699999999997</c:v>
                </c:pt>
                <c:pt idx="10575">
                  <c:v>6.8072800000000004</c:v>
                </c:pt>
                <c:pt idx="10576">
                  <c:v>6.8075799999999997</c:v>
                </c:pt>
                <c:pt idx="10577">
                  <c:v>6.8078900000000004</c:v>
                </c:pt>
                <c:pt idx="10578">
                  <c:v>6.8081899999999997</c:v>
                </c:pt>
                <c:pt idx="10579">
                  <c:v>6.8085000000000004</c:v>
                </c:pt>
                <c:pt idx="10580">
                  <c:v>6.8088100000000003</c:v>
                </c:pt>
                <c:pt idx="10581">
                  <c:v>6.8091100000000004</c:v>
                </c:pt>
                <c:pt idx="10582">
                  <c:v>6.8094200000000003</c:v>
                </c:pt>
                <c:pt idx="10583">
                  <c:v>6.8097200000000004</c:v>
                </c:pt>
                <c:pt idx="10584">
                  <c:v>6.8100300000000002</c:v>
                </c:pt>
                <c:pt idx="10585">
                  <c:v>6.8103300000000004</c:v>
                </c:pt>
                <c:pt idx="10586">
                  <c:v>6.8106400000000002</c:v>
                </c:pt>
                <c:pt idx="10587">
                  <c:v>6.8109400000000004</c:v>
                </c:pt>
                <c:pt idx="10588">
                  <c:v>6.8112500000000002</c:v>
                </c:pt>
                <c:pt idx="10589">
                  <c:v>6.8115500000000004</c:v>
                </c:pt>
                <c:pt idx="10590">
                  <c:v>6.8118600000000002</c:v>
                </c:pt>
                <c:pt idx="10591">
                  <c:v>6.8121600000000004</c:v>
                </c:pt>
                <c:pt idx="10592">
                  <c:v>6.8124700000000002</c:v>
                </c:pt>
                <c:pt idx="10593">
                  <c:v>6.8127800000000001</c:v>
                </c:pt>
                <c:pt idx="10594">
                  <c:v>6.8130800000000002</c:v>
                </c:pt>
                <c:pt idx="10595">
                  <c:v>6.8133900000000001</c:v>
                </c:pt>
                <c:pt idx="10596">
                  <c:v>6.8136900000000002</c:v>
                </c:pt>
                <c:pt idx="10597">
                  <c:v>6.8140000000000001</c:v>
                </c:pt>
                <c:pt idx="10598">
                  <c:v>6.8143000000000002</c:v>
                </c:pt>
                <c:pt idx="10599">
                  <c:v>6.8146100000000001</c:v>
                </c:pt>
                <c:pt idx="10600">
                  <c:v>6.8149100000000002</c:v>
                </c:pt>
                <c:pt idx="10601">
                  <c:v>6.8152200000000001</c:v>
                </c:pt>
                <c:pt idx="10602">
                  <c:v>6.8155200000000002</c:v>
                </c:pt>
                <c:pt idx="10603">
                  <c:v>6.8158300000000001</c:v>
                </c:pt>
                <c:pt idx="10604">
                  <c:v>6.8161300000000002</c:v>
                </c:pt>
                <c:pt idx="10605">
                  <c:v>6.8164400000000001</c:v>
                </c:pt>
                <c:pt idx="10606">
                  <c:v>6.8167499999999999</c:v>
                </c:pt>
                <c:pt idx="10607">
                  <c:v>6.8170500000000001</c:v>
                </c:pt>
                <c:pt idx="10608">
                  <c:v>6.8173599999999999</c:v>
                </c:pt>
                <c:pt idx="10609">
                  <c:v>6.8176600000000001</c:v>
                </c:pt>
                <c:pt idx="10610">
                  <c:v>6.8179699999999999</c:v>
                </c:pt>
                <c:pt idx="10611">
                  <c:v>6.8182700000000001</c:v>
                </c:pt>
                <c:pt idx="10612">
                  <c:v>6.8185799999999999</c:v>
                </c:pt>
                <c:pt idx="10613">
                  <c:v>6.8188800000000001</c:v>
                </c:pt>
                <c:pt idx="10614">
                  <c:v>6.8191899999999999</c:v>
                </c:pt>
                <c:pt idx="10615">
                  <c:v>6.8194900000000001</c:v>
                </c:pt>
                <c:pt idx="10616">
                  <c:v>6.8197999999999999</c:v>
                </c:pt>
                <c:pt idx="10617">
                  <c:v>6.8201099999999997</c:v>
                </c:pt>
                <c:pt idx="10618">
                  <c:v>6.8204099999999999</c:v>
                </c:pt>
                <c:pt idx="10619">
                  <c:v>6.8207199999999997</c:v>
                </c:pt>
                <c:pt idx="10620">
                  <c:v>6.8210199999999999</c:v>
                </c:pt>
                <c:pt idx="10621">
                  <c:v>6.8213299999999997</c:v>
                </c:pt>
                <c:pt idx="10622">
                  <c:v>6.8216299999999999</c:v>
                </c:pt>
                <c:pt idx="10623">
                  <c:v>6.8219399999999997</c:v>
                </c:pt>
                <c:pt idx="10624">
                  <c:v>6.8222399999999999</c:v>
                </c:pt>
                <c:pt idx="10625">
                  <c:v>6.8225499999999997</c:v>
                </c:pt>
                <c:pt idx="10626">
                  <c:v>6.8228499999999999</c:v>
                </c:pt>
                <c:pt idx="10627">
                  <c:v>6.8231599999999997</c:v>
                </c:pt>
                <c:pt idx="10628">
                  <c:v>6.8234599999999999</c:v>
                </c:pt>
                <c:pt idx="10629">
                  <c:v>6.8237699999999997</c:v>
                </c:pt>
                <c:pt idx="10630">
                  <c:v>6.8240800000000004</c:v>
                </c:pt>
                <c:pt idx="10631">
                  <c:v>6.8243799999999997</c:v>
                </c:pt>
                <c:pt idx="10632">
                  <c:v>6.8246900000000004</c:v>
                </c:pt>
                <c:pt idx="10633">
                  <c:v>6.8249899999999997</c:v>
                </c:pt>
                <c:pt idx="10634">
                  <c:v>6.8253000000000004</c:v>
                </c:pt>
                <c:pt idx="10635">
                  <c:v>6.8255999999999997</c:v>
                </c:pt>
                <c:pt idx="10636">
                  <c:v>6.8259100000000004</c:v>
                </c:pt>
                <c:pt idx="10637">
                  <c:v>6.8262099999999997</c:v>
                </c:pt>
                <c:pt idx="10638">
                  <c:v>6.8265200000000004</c:v>
                </c:pt>
                <c:pt idx="10639">
                  <c:v>6.8268199999999997</c:v>
                </c:pt>
                <c:pt idx="10640">
                  <c:v>6.8271300000000004</c:v>
                </c:pt>
                <c:pt idx="10641">
                  <c:v>6.8274299999999997</c:v>
                </c:pt>
                <c:pt idx="10642">
                  <c:v>6.8277400000000004</c:v>
                </c:pt>
                <c:pt idx="10643">
                  <c:v>6.8280500000000002</c:v>
                </c:pt>
                <c:pt idx="10644">
                  <c:v>6.8283500000000004</c:v>
                </c:pt>
                <c:pt idx="10645">
                  <c:v>6.8286600000000002</c:v>
                </c:pt>
                <c:pt idx="10646">
                  <c:v>6.8289600000000004</c:v>
                </c:pt>
                <c:pt idx="10647">
                  <c:v>6.8292700000000002</c:v>
                </c:pt>
                <c:pt idx="10648">
                  <c:v>6.8295700000000004</c:v>
                </c:pt>
                <c:pt idx="10649">
                  <c:v>6.8298800000000002</c:v>
                </c:pt>
                <c:pt idx="10650">
                  <c:v>6.8301800000000004</c:v>
                </c:pt>
                <c:pt idx="10651">
                  <c:v>6.8304900000000002</c:v>
                </c:pt>
                <c:pt idx="10652">
                  <c:v>6.8307900000000004</c:v>
                </c:pt>
                <c:pt idx="10653">
                  <c:v>6.8311000000000002</c:v>
                </c:pt>
                <c:pt idx="10654">
                  <c:v>6.8314000000000004</c:v>
                </c:pt>
                <c:pt idx="10655">
                  <c:v>6.8317100000000002</c:v>
                </c:pt>
                <c:pt idx="10656">
                  <c:v>6.83202</c:v>
                </c:pt>
                <c:pt idx="10657">
                  <c:v>6.8323200000000002</c:v>
                </c:pt>
                <c:pt idx="10658">
                  <c:v>6.83263</c:v>
                </c:pt>
                <c:pt idx="10659">
                  <c:v>6.8329300000000002</c:v>
                </c:pt>
                <c:pt idx="10660">
                  <c:v>6.83324</c:v>
                </c:pt>
                <c:pt idx="10661">
                  <c:v>6.8335400000000002</c:v>
                </c:pt>
                <c:pt idx="10662">
                  <c:v>6.83385</c:v>
                </c:pt>
                <c:pt idx="10663">
                  <c:v>6.8341500000000002</c:v>
                </c:pt>
                <c:pt idx="10664">
                  <c:v>6.83446</c:v>
                </c:pt>
                <c:pt idx="10665">
                  <c:v>6.8347600000000002</c:v>
                </c:pt>
                <c:pt idx="10666">
                  <c:v>6.83507</c:v>
                </c:pt>
                <c:pt idx="10667">
                  <c:v>6.8353700000000002</c:v>
                </c:pt>
                <c:pt idx="10668">
                  <c:v>6.83568</c:v>
                </c:pt>
                <c:pt idx="10669">
                  <c:v>6.8359899999999998</c:v>
                </c:pt>
                <c:pt idx="10670">
                  <c:v>6.83629</c:v>
                </c:pt>
                <c:pt idx="10671">
                  <c:v>6.8365999999999998</c:v>
                </c:pt>
                <c:pt idx="10672">
                  <c:v>6.8369</c:v>
                </c:pt>
                <c:pt idx="10673">
                  <c:v>6.8372099999999998</c:v>
                </c:pt>
                <c:pt idx="10674">
                  <c:v>6.83751</c:v>
                </c:pt>
                <c:pt idx="10675">
                  <c:v>6.8378199999999998</c:v>
                </c:pt>
                <c:pt idx="10676">
                  <c:v>6.83812</c:v>
                </c:pt>
                <c:pt idx="10677">
                  <c:v>6.8384299999999998</c:v>
                </c:pt>
                <c:pt idx="10678">
                  <c:v>6.83873</c:v>
                </c:pt>
                <c:pt idx="10679">
                  <c:v>6.8390399999999998</c:v>
                </c:pt>
                <c:pt idx="10680">
                  <c:v>6.8393499999999996</c:v>
                </c:pt>
                <c:pt idx="10681">
                  <c:v>6.8396499999999998</c:v>
                </c:pt>
                <c:pt idx="10682">
                  <c:v>6.8399599999999996</c:v>
                </c:pt>
                <c:pt idx="10683">
                  <c:v>6.8402599999999998</c:v>
                </c:pt>
                <c:pt idx="10684">
                  <c:v>6.8405699999999996</c:v>
                </c:pt>
                <c:pt idx="10685">
                  <c:v>6.8408699999999998</c:v>
                </c:pt>
                <c:pt idx="10686">
                  <c:v>6.8411799999999996</c:v>
                </c:pt>
                <c:pt idx="10687">
                  <c:v>6.8414799999999998</c:v>
                </c:pt>
                <c:pt idx="10688">
                  <c:v>6.8417899999999996</c:v>
                </c:pt>
                <c:pt idx="10689">
                  <c:v>6.8420899999999998</c:v>
                </c:pt>
                <c:pt idx="10690">
                  <c:v>6.8423999999999996</c:v>
                </c:pt>
                <c:pt idx="10691">
                  <c:v>6.8426999999999998</c:v>
                </c:pt>
                <c:pt idx="10692">
                  <c:v>6.8430099999999996</c:v>
                </c:pt>
                <c:pt idx="10693">
                  <c:v>6.8433200000000003</c:v>
                </c:pt>
                <c:pt idx="10694">
                  <c:v>6.8436199999999996</c:v>
                </c:pt>
                <c:pt idx="10695">
                  <c:v>6.8439300000000003</c:v>
                </c:pt>
                <c:pt idx="10696">
                  <c:v>6.8442299999999996</c:v>
                </c:pt>
                <c:pt idx="10697">
                  <c:v>6.8445400000000003</c:v>
                </c:pt>
                <c:pt idx="10698">
                  <c:v>6.8448399999999996</c:v>
                </c:pt>
                <c:pt idx="10699">
                  <c:v>6.8451500000000003</c:v>
                </c:pt>
                <c:pt idx="10700">
                  <c:v>6.8454499999999996</c:v>
                </c:pt>
                <c:pt idx="10701">
                  <c:v>6.8457600000000003</c:v>
                </c:pt>
                <c:pt idx="10702">
                  <c:v>6.8460599999999996</c:v>
                </c:pt>
                <c:pt idx="10703">
                  <c:v>6.8463700000000003</c:v>
                </c:pt>
                <c:pt idx="10704">
                  <c:v>6.8466699999999996</c:v>
                </c:pt>
                <c:pt idx="10705">
                  <c:v>6.8469800000000003</c:v>
                </c:pt>
                <c:pt idx="10706">
                  <c:v>6.8472900000000001</c:v>
                </c:pt>
                <c:pt idx="10707">
                  <c:v>6.8475900000000003</c:v>
                </c:pt>
                <c:pt idx="10708">
                  <c:v>6.8479000000000001</c:v>
                </c:pt>
                <c:pt idx="10709">
                  <c:v>6.8482000000000003</c:v>
                </c:pt>
                <c:pt idx="10710">
                  <c:v>6.8485100000000001</c:v>
                </c:pt>
                <c:pt idx="10711">
                  <c:v>6.8488100000000003</c:v>
                </c:pt>
                <c:pt idx="10712">
                  <c:v>6.8491200000000001</c:v>
                </c:pt>
                <c:pt idx="10713">
                  <c:v>6.8494200000000003</c:v>
                </c:pt>
                <c:pt idx="10714">
                  <c:v>6.8497300000000001</c:v>
                </c:pt>
                <c:pt idx="10715">
                  <c:v>6.8500300000000003</c:v>
                </c:pt>
                <c:pt idx="10716">
                  <c:v>6.8503400000000001</c:v>
                </c:pt>
                <c:pt idx="10717">
                  <c:v>6.8506400000000003</c:v>
                </c:pt>
                <c:pt idx="10718">
                  <c:v>6.8509500000000001</c:v>
                </c:pt>
                <c:pt idx="10719">
                  <c:v>6.8512599999999999</c:v>
                </c:pt>
                <c:pt idx="10720">
                  <c:v>6.8515600000000001</c:v>
                </c:pt>
                <c:pt idx="10721">
                  <c:v>6.8518699999999999</c:v>
                </c:pt>
                <c:pt idx="10722">
                  <c:v>6.8521700000000001</c:v>
                </c:pt>
                <c:pt idx="10723">
                  <c:v>6.8524799999999999</c:v>
                </c:pt>
                <c:pt idx="10724">
                  <c:v>6.8527800000000001</c:v>
                </c:pt>
                <c:pt idx="10725">
                  <c:v>6.8530899999999999</c:v>
                </c:pt>
                <c:pt idx="10726">
                  <c:v>6.8533900000000001</c:v>
                </c:pt>
                <c:pt idx="10727">
                  <c:v>6.8536999999999999</c:v>
                </c:pt>
                <c:pt idx="10728">
                  <c:v>6.8540000000000001</c:v>
                </c:pt>
                <c:pt idx="10729">
                  <c:v>6.8543099999999999</c:v>
                </c:pt>
                <c:pt idx="10730">
                  <c:v>6.8546199999999997</c:v>
                </c:pt>
                <c:pt idx="10731">
                  <c:v>6.8549199999999999</c:v>
                </c:pt>
                <c:pt idx="10732">
                  <c:v>6.8552299999999997</c:v>
                </c:pt>
                <c:pt idx="10733">
                  <c:v>6.8555299999999999</c:v>
                </c:pt>
                <c:pt idx="10734">
                  <c:v>6.8558399999999997</c:v>
                </c:pt>
                <c:pt idx="10735">
                  <c:v>6.8561399999999999</c:v>
                </c:pt>
                <c:pt idx="10736">
                  <c:v>6.8564499999999997</c:v>
                </c:pt>
                <c:pt idx="10737">
                  <c:v>6.8567499999999999</c:v>
                </c:pt>
                <c:pt idx="10738">
                  <c:v>6.8570599999999997</c:v>
                </c:pt>
                <c:pt idx="10739">
                  <c:v>6.8573599999999999</c:v>
                </c:pt>
                <c:pt idx="10740">
                  <c:v>6.8576699999999997</c:v>
                </c:pt>
                <c:pt idx="10741">
                  <c:v>6.8579699999999999</c:v>
                </c:pt>
                <c:pt idx="10742">
                  <c:v>6.8582799999999997</c:v>
                </c:pt>
                <c:pt idx="10743">
                  <c:v>6.8585900000000004</c:v>
                </c:pt>
                <c:pt idx="10744">
                  <c:v>6.8588899999999997</c:v>
                </c:pt>
                <c:pt idx="10745">
                  <c:v>6.8592000000000004</c:v>
                </c:pt>
                <c:pt idx="10746">
                  <c:v>6.8594999999999997</c:v>
                </c:pt>
                <c:pt idx="10747">
                  <c:v>6.8598100000000004</c:v>
                </c:pt>
                <c:pt idx="10748">
                  <c:v>6.8601099999999997</c:v>
                </c:pt>
                <c:pt idx="10749">
                  <c:v>6.8604200000000004</c:v>
                </c:pt>
                <c:pt idx="10750">
                  <c:v>6.8607199999999997</c:v>
                </c:pt>
                <c:pt idx="10751">
                  <c:v>6.8610300000000004</c:v>
                </c:pt>
                <c:pt idx="10752">
                  <c:v>6.8613299999999997</c:v>
                </c:pt>
                <c:pt idx="10753">
                  <c:v>6.8616400000000004</c:v>
                </c:pt>
                <c:pt idx="10754">
                  <c:v>6.8619399999999997</c:v>
                </c:pt>
                <c:pt idx="10755">
                  <c:v>6.8622500000000004</c:v>
                </c:pt>
                <c:pt idx="10756">
                  <c:v>6.8625600000000002</c:v>
                </c:pt>
                <c:pt idx="10757">
                  <c:v>6.8628600000000004</c:v>
                </c:pt>
                <c:pt idx="10758">
                  <c:v>6.8631700000000002</c:v>
                </c:pt>
                <c:pt idx="10759">
                  <c:v>6.8634700000000004</c:v>
                </c:pt>
                <c:pt idx="10760">
                  <c:v>6.8637800000000002</c:v>
                </c:pt>
                <c:pt idx="10761">
                  <c:v>6.8640800000000004</c:v>
                </c:pt>
                <c:pt idx="10762">
                  <c:v>6.8643900000000002</c:v>
                </c:pt>
                <c:pt idx="10763">
                  <c:v>6.8646900000000004</c:v>
                </c:pt>
                <c:pt idx="10764">
                  <c:v>6.8650000000000002</c:v>
                </c:pt>
                <c:pt idx="10765">
                  <c:v>6.8653000000000004</c:v>
                </c:pt>
                <c:pt idx="10766">
                  <c:v>6.8656100000000002</c:v>
                </c:pt>
                <c:pt idx="10767">
                  <c:v>6.8659100000000004</c:v>
                </c:pt>
                <c:pt idx="10768">
                  <c:v>6.8662200000000002</c:v>
                </c:pt>
                <c:pt idx="10769">
                  <c:v>6.86653</c:v>
                </c:pt>
                <c:pt idx="10770">
                  <c:v>6.8668300000000002</c:v>
                </c:pt>
                <c:pt idx="10771">
                  <c:v>6.86714</c:v>
                </c:pt>
                <c:pt idx="10772">
                  <c:v>6.8674400000000002</c:v>
                </c:pt>
                <c:pt idx="10773">
                  <c:v>6.86775</c:v>
                </c:pt>
                <c:pt idx="10774">
                  <c:v>6.8680500000000002</c:v>
                </c:pt>
                <c:pt idx="10775">
                  <c:v>6.86836</c:v>
                </c:pt>
                <c:pt idx="10776">
                  <c:v>6.8686600000000002</c:v>
                </c:pt>
                <c:pt idx="10777">
                  <c:v>6.86897</c:v>
                </c:pt>
                <c:pt idx="10778">
                  <c:v>6.8692700000000002</c:v>
                </c:pt>
                <c:pt idx="10779">
                  <c:v>6.86958</c:v>
                </c:pt>
                <c:pt idx="10780">
                  <c:v>6.8698800000000002</c:v>
                </c:pt>
                <c:pt idx="10781">
                  <c:v>6.87019</c:v>
                </c:pt>
                <c:pt idx="10782">
                  <c:v>6.8704999999999998</c:v>
                </c:pt>
                <c:pt idx="10783">
                  <c:v>6.8708</c:v>
                </c:pt>
                <c:pt idx="10784">
                  <c:v>6.8711099999999998</c:v>
                </c:pt>
                <c:pt idx="10785">
                  <c:v>6.87141</c:v>
                </c:pt>
                <c:pt idx="10786">
                  <c:v>6.8717199999999998</c:v>
                </c:pt>
                <c:pt idx="10787">
                  <c:v>6.87202</c:v>
                </c:pt>
                <c:pt idx="10788">
                  <c:v>6.8723299999999998</c:v>
                </c:pt>
                <c:pt idx="10789">
                  <c:v>6.87263</c:v>
                </c:pt>
                <c:pt idx="10790">
                  <c:v>6.8729399999999998</c:v>
                </c:pt>
                <c:pt idx="10791">
                  <c:v>6.87324</c:v>
                </c:pt>
                <c:pt idx="10792">
                  <c:v>6.8735499999999998</c:v>
                </c:pt>
                <c:pt idx="10793">
                  <c:v>6.8738599999999996</c:v>
                </c:pt>
                <c:pt idx="10794">
                  <c:v>6.8741599999999998</c:v>
                </c:pt>
                <c:pt idx="10795">
                  <c:v>6.8744699999999996</c:v>
                </c:pt>
                <c:pt idx="10796">
                  <c:v>6.8747699999999998</c:v>
                </c:pt>
                <c:pt idx="10797">
                  <c:v>6.8750799999999996</c:v>
                </c:pt>
                <c:pt idx="10798">
                  <c:v>6.8753799999999998</c:v>
                </c:pt>
                <c:pt idx="10799">
                  <c:v>6.8756899999999996</c:v>
                </c:pt>
                <c:pt idx="10800">
                  <c:v>6.8759899999999998</c:v>
                </c:pt>
                <c:pt idx="10801">
                  <c:v>6.8762999999999996</c:v>
                </c:pt>
                <c:pt idx="10802">
                  <c:v>6.8765999999999998</c:v>
                </c:pt>
                <c:pt idx="10803">
                  <c:v>6.8769099999999996</c:v>
                </c:pt>
                <c:pt idx="10804">
                  <c:v>6.8772099999999998</c:v>
                </c:pt>
                <c:pt idx="10805">
                  <c:v>6.8775199999999996</c:v>
                </c:pt>
                <c:pt idx="10806">
                  <c:v>6.8778300000000003</c:v>
                </c:pt>
                <c:pt idx="10807">
                  <c:v>6.8781299999999996</c:v>
                </c:pt>
                <c:pt idx="10808">
                  <c:v>6.8784400000000003</c:v>
                </c:pt>
                <c:pt idx="10809">
                  <c:v>6.8787399999999996</c:v>
                </c:pt>
                <c:pt idx="10810">
                  <c:v>6.8790500000000003</c:v>
                </c:pt>
                <c:pt idx="10811">
                  <c:v>6.8793499999999996</c:v>
                </c:pt>
                <c:pt idx="10812">
                  <c:v>6.8796600000000003</c:v>
                </c:pt>
                <c:pt idx="10813">
                  <c:v>6.8799599999999996</c:v>
                </c:pt>
                <c:pt idx="10814">
                  <c:v>6.8802700000000003</c:v>
                </c:pt>
                <c:pt idx="10815">
                  <c:v>6.8805699999999996</c:v>
                </c:pt>
                <c:pt idx="10816">
                  <c:v>6.8808800000000003</c:v>
                </c:pt>
                <c:pt idx="10817">
                  <c:v>6.8811799999999996</c:v>
                </c:pt>
                <c:pt idx="10818">
                  <c:v>6.8814900000000003</c:v>
                </c:pt>
                <c:pt idx="10819">
                  <c:v>6.8818000000000001</c:v>
                </c:pt>
                <c:pt idx="10820">
                  <c:v>6.8821000000000003</c:v>
                </c:pt>
                <c:pt idx="10821">
                  <c:v>6.8824100000000001</c:v>
                </c:pt>
                <c:pt idx="10822">
                  <c:v>6.8827100000000003</c:v>
                </c:pt>
                <c:pt idx="10823">
                  <c:v>6.8830200000000001</c:v>
                </c:pt>
                <c:pt idx="10824">
                  <c:v>6.8833200000000003</c:v>
                </c:pt>
                <c:pt idx="10825">
                  <c:v>6.8836300000000001</c:v>
                </c:pt>
                <c:pt idx="10826">
                  <c:v>6.8839300000000003</c:v>
                </c:pt>
                <c:pt idx="10827">
                  <c:v>6.8842400000000001</c:v>
                </c:pt>
                <c:pt idx="10828">
                  <c:v>6.8845400000000003</c:v>
                </c:pt>
                <c:pt idx="10829">
                  <c:v>6.8848500000000001</c:v>
                </c:pt>
                <c:pt idx="10830">
                  <c:v>6.8851500000000003</c:v>
                </c:pt>
                <c:pt idx="10831">
                  <c:v>6.8854600000000001</c:v>
                </c:pt>
                <c:pt idx="10832">
                  <c:v>6.8857699999999999</c:v>
                </c:pt>
                <c:pt idx="10833">
                  <c:v>6.8860700000000001</c:v>
                </c:pt>
                <c:pt idx="10834">
                  <c:v>6.8863799999999999</c:v>
                </c:pt>
                <c:pt idx="10835">
                  <c:v>6.8866800000000001</c:v>
                </c:pt>
                <c:pt idx="10836">
                  <c:v>6.8869899999999999</c:v>
                </c:pt>
                <c:pt idx="10837">
                  <c:v>6.8872900000000001</c:v>
                </c:pt>
                <c:pt idx="10838">
                  <c:v>6.8875999999999999</c:v>
                </c:pt>
                <c:pt idx="10839">
                  <c:v>6.8879000000000001</c:v>
                </c:pt>
                <c:pt idx="10840">
                  <c:v>6.8882099999999999</c:v>
                </c:pt>
                <c:pt idx="10841">
                  <c:v>6.8885100000000001</c:v>
                </c:pt>
                <c:pt idx="10842">
                  <c:v>6.8888199999999999</c:v>
                </c:pt>
                <c:pt idx="10843">
                  <c:v>6.8891200000000001</c:v>
                </c:pt>
                <c:pt idx="10844">
                  <c:v>6.8894299999999999</c:v>
                </c:pt>
                <c:pt idx="10845">
                  <c:v>6.8897399999999998</c:v>
                </c:pt>
                <c:pt idx="10846">
                  <c:v>6.8900399999999999</c:v>
                </c:pt>
                <c:pt idx="10847">
                  <c:v>6.8903499999999998</c:v>
                </c:pt>
                <c:pt idx="10848">
                  <c:v>6.8906499999999999</c:v>
                </c:pt>
                <c:pt idx="10849">
                  <c:v>6.8909599999999998</c:v>
                </c:pt>
                <c:pt idx="10850">
                  <c:v>6.8912599999999999</c:v>
                </c:pt>
                <c:pt idx="10851">
                  <c:v>6.8915699999999998</c:v>
                </c:pt>
                <c:pt idx="10852">
                  <c:v>6.8918699999999999</c:v>
                </c:pt>
                <c:pt idx="10853">
                  <c:v>6.8921799999999998</c:v>
                </c:pt>
                <c:pt idx="10854">
                  <c:v>6.8924799999999999</c:v>
                </c:pt>
                <c:pt idx="10855">
                  <c:v>6.8927899999999998</c:v>
                </c:pt>
                <c:pt idx="10856">
                  <c:v>6.8930999999999996</c:v>
                </c:pt>
                <c:pt idx="10857">
                  <c:v>6.8933999999999997</c:v>
                </c:pt>
                <c:pt idx="10858">
                  <c:v>6.8937099999999996</c:v>
                </c:pt>
                <c:pt idx="10859">
                  <c:v>6.8940099999999997</c:v>
                </c:pt>
                <c:pt idx="10860">
                  <c:v>6.8943199999999996</c:v>
                </c:pt>
                <c:pt idx="10861">
                  <c:v>6.8946199999999997</c:v>
                </c:pt>
                <c:pt idx="10862">
                  <c:v>6.8949299999999996</c:v>
                </c:pt>
                <c:pt idx="10863">
                  <c:v>6.8952299999999997</c:v>
                </c:pt>
                <c:pt idx="10864">
                  <c:v>6.8955399999999996</c:v>
                </c:pt>
                <c:pt idx="10865">
                  <c:v>6.8958399999999997</c:v>
                </c:pt>
                <c:pt idx="10866">
                  <c:v>6.8961499999999996</c:v>
                </c:pt>
                <c:pt idx="10867">
                  <c:v>6.8964499999999997</c:v>
                </c:pt>
                <c:pt idx="10868">
                  <c:v>6.8967599999999996</c:v>
                </c:pt>
                <c:pt idx="10869">
                  <c:v>6.8970700000000003</c:v>
                </c:pt>
                <c:pt idx="10870">
                  <c:v>6.8973699999999996</c:v>
                </c:pt>
                <c:pt idx="10871">
                  <c:v>6.8976800000000003</c:v>
                </c:pt>
                <c:pt idx="10872">
                  <c:v>6.8979799999999996</c:v>
                </c:pt>
                <c:pt idx="10873">
                  <c:v>6.8982900000000003</c:v>
                </c:pt>
                <c:pt idx="10874">
                  <c:v>6.8985900000000004</c:v>
                </c:pt>
                <c:pt idx="10875">
                  <c:v>6.8989000000000003</c:v>
                </c:pt>
                <c:pt idx="10876">
                  <c:v>6.8992000000000004</c:v>
                </c:pt>
                <c:pt idx="10877">
                  <c:v>6.8995100000000003</c:v>
                </c:pt>
                <c:pt idx="10878">
                  <c:v>6.8998100000000004</c:v>
                </c:pt>
                <c:pt idx="10879">
                  <c:v>6.9001200000000003</c:v>
                </c:pt>
                <c:pt idx="10880">
                  <c:v>6.9004200000000004</c:v>
                </c:pt>
                <c:pt idx="10881">
                  <c:v>6.9007300000000003</c:v>
                </c:pt>
                <c:pt idx="10882">
                  <c:v>6.9010400000000001</c:v>
                </c:pt>
                <c:pt idx="10883">
                  <c:v>6.9013400000000003</c:v>
                </c:pt>
                <c:pt idx="10884">
                  <c:v>6.9016500000000001</c:v>
                </c:pt>
                <c:pt idx="10885">
                  <c:v>6.9019500000000003</c:v>
                </c:pt>
                <c:pt idx="10886">
                  <c:v>6.9022600000000001</c:v>
                </c:pt>
                <c:pt idx="10887">
                  <c:v>6.9025600000000003</c:v>
                </c:pt>
                <c:pt idx="10888">
                  <c:v>6.9028700000000001</c:v>
                </c:pt>
                <c:pt idx="10889">
                  <c:v>6.9031700000000003</c:v>
                </c:pt>
                <c:pt idx="10890">
                  <c:v>6.9034800000000001</c:v>
                </c:pt>
                <c:pt idx="10891">
                  <c:v>6.9037800000000002</c:v>
                </c:pt>
                <c:pt idx="10892">
                  <c:v>6.9040900000000001</c:v>
                </c:pt>
                <c:pt idx="10893">
                  <c:v>6.9043900000000002</c:v>
                </c:pt>
                <c:pt idx="10894">
                  <c:v>6.9047000000000001</c:v>
                </c:pt>
                <c:pt idx="10895">
                  <c:v>6.9050099999999999</c:v>
                </c:pt>
                <c:pt idx="10896">
                  <c:v>6.9053100000000001</c:v>
                </c:pt>
                <c:pt idx="10897">
                  <c:v>6.9056199999999999</c:v>
                </c:pt>
                <c:pt idx="10898">
                  <c:v>6.9059200000000001</c:v>
                </c:pt>
                <c:pt idx="10899">
                  <c:v>6.9062299999999999</c:v>
                </c:pt>
                <c:pt idx="10900">
                  <c:v>6.9065300000000001</c:v>
                </c:pt>
                <c:pt idx="10901">
                  <c:v>6.9068399999999999</c:v>
                </c:pt>
                <c:pt idx="10902">
                  <c:v>6.9071400000000001</c:v>
                </c:pt>
                <c:pt idx="10903">
                  <c:v>6.9074499999999999</c:v>
                </c:pt>
                <c:pt idx="10904">
                  <c:v>6.9077500000000001</c:v>
                </c:pt>
                <c:pt idx="10905">
                  <c:v>6.9080599999999999</c:v>
                </c:pt>
                <c:pt idx="10906">
                  <c:v>6.9083699999999997</c:v>
                </c:pt>
                <c:pt idx="10907">
                  <c:v>6.9086699999999999</c:v>
                </c:pt>
                <c:pt idx="10908">
                  <c:v>6.9089799999999997</c:v>
                </c:pt>
                <c:pt idx="10909">
                  <c:v>6.9092799999999999</c:v>
                </c:pt>
                <c:pt idx="10910">
                  <c:v>6.9095899999999997</c:v>
                </c:pt>
                <c:pt idx="10911">
                  <c:v>6.9098899999999999</c:v>
                </c:pt>
                <c:pt idx="10912">
                  <c:v>6.9101999999999997</c:v>
                </c:pt>
                <c:pt idx="10913">
                  <c:v>6.9104999999999999</c:v>
                </c:pt>
                <c:pt idx="10914">
                  <c:v>6.9108099999999997</c:v>
                </c:pt>
                <c:pt idx="10915">
                  <c:v>6.9111099999999999</c:v>
                </c:pt>
                <c:pt idx="10916">
                  <c:v>6.9114199999999997</c:v>
                </c:pt>
                <c:pt idx="10917">
                  <c:v>6.9117199999999999</c:v>
                </c:pt>
                <c:pt idx="10918">
                  <c:v>6.9120299999999997</c:v>
                </c:pt>
                <c:pt idx="10919">
                  <c:v>6.9123400000000004</c:v>
                </c:pt>
                <c:pt idx="10920">
                  <c:v>6.9126399999999997</c:v>
                </c:pt>
                <c:pt idx="10921">
                  <c:v>6.9129500000000004</c:v>
                </c:pt>
                <c:pt idx="10922">
                  <c:v>6.9132499999999997</c:v>
                </c:pt>
                <c:pt idx="10923">
                  <c:v>6.9135600000000004</c:v>
                </c:pt>
                <c:pt idx="10924">
                  <c:v>6.9138599999999997</c:v>
                </c:pt>
                <c:pt idx="10925">
                  <c:v>6.9141700000000004</c:v>
                </c:pt>
                <c:pt idx="10926">
                  <c:v>6.9144699999999997</c:v>
                </c:pt>
                <c:pt idx="10927">
                  <c:v>6.9147800000000004</c:v>
                </c:pt>
                <c:pt idx="10928">
                  <c:v>6.9150799999999997</c:v>
                </c:pt>
                <c:pt idx="10929">
                  <c:v>6.9153900000000004</c:v>
                </c:pt>
                <c:pt idx="10930">
                  <c:v>6.9156899999999997</c:v>
                </c:pt>
                <c:pt idx="10931">
                  <c:v>6.9160000000000004</c:v>
                </c:pt>
                <c:pt idx="10932">
                  <c:v>6.9163100000000002</c:v>
                </c:pt>
                <c:pt idx="10933">
                  <c:v>6.9166100000000004</c:v>
                </c:pt>
                <c:pt idx="10934">
                  <c:v>6.9169200000000002</c:v>
                </c:pt>
                <c:pt idx="10935">
                  <c:v>6.9172200000000004</c:v>
                </c:pt>
                <c:pt idx="10936">
                  <c:v>6.9175300000000002</c:v>
                </c:pt>
                <c:pt idx="10937">
                  <c:v>6.9178300000000004</c:v>
                </c:pt>
                <c:pt idx="10938">
                  <c:v>6.9181400000000002</c:v>
                </c:pt>
                <c:pt idx="10939">
                  <c:v>6.9184400000000004</c:v>
                </c:pt>
                <c:pt idx="10940">
                  <c:v>6.9187500000000002</c:v>
                </c:pt>
                <c:pt idx="10941">
                  <c:v>6.9190500000000004</c:v>
                </c:pt>
                <c:pt idx="10942">
                  <c:v>6.9193600000000002</c:v>
                </c:pt>
                <c:pt idx="10943">
                  <c:v>6.9196600000000004</c:v>
                </c:pt>
                <c:pt idx="10944">
                  <c:v>6.9199700000000002</c:v>
                </c:pt>
                <c:pt idx="10945">
                  <c:v>6.92028</c:v>
                </c:pt>
                <c:pt idx="10946">
                  <c:v>6.9205800000000002</c:v>
                </c:pt>
                <c:pt idx="10947">
                  <c:v>6.92089</c:v>
                </c:pt>
                <c:pt idx="10948">
                  <c:v>6.9211900000000002</c:v>
                </c:pt>
                <c:pt idx="10949">
                  <c:v>6.9215</c:v>
                </c:pt>
                <c:pt idx="10950">
                  <c:v>6.9218000000000002</c:v>
                </c:pt>
                <c:pt idx="10951">
                  <c:v>6.92211</c:v>
                </c:pt>
                <c:pt idx="10952">
                  <c:v>6.9224100000000002</c:v>
                </c:pt>
                <c:pt idx="10953">
                  <c:v>6.92272</c:v>
                </c:pt>
                <c:pt idx="10954">
                  <c:v>6.9230200000000002</c:v>
                </c:pt>
                <c:pt idx="10955">
                  <c:v>6.92333</c:v>
                </c:pt>
                <c:pt idx="10956">
                  <c:v>6.9236300000000002</c:v>
                </c:pt>
                <c:pt idx="10957">
                  <c:v>6.92394</c:v>
                </c:pt>
                <c:pt idx="10958">
                  <c:v>6.9242499999999998</c:v>
                </c:pt>
                <c:pt idx="10959">
                  <c:v>6.92455</c:v>
                </c:pt>
                <c:pt idx="10960">
                  <c:v>6.9248599999999998</c:v>
                </c:pt>
                <c:pt idx="10961">
                  <c:v>6.92516</c:v>
                </c:pt>
                <c:pt idx="10962">
                  <c:v>6.9254699999999998</c:v>
                </c:pt>
                <c:pt idx="10963">
                  <c:v>6.92577</c:v>
                </c:pt>
                <c:pt idx="10964">
                  <c:v>6.9260799999999998</c:v>
                </c:pt>
                <c:pt idx="10965">
                  <c:v>6.92638</c:v>
                </c:pt>
                <c:pt idx="10966">
                  <c:v>6.9266899999999998</c:v>
                </c:pt>
                <c:pt idx="10967">
                  <c:v>6.92699</c:v>
                </c:pt>
                <c:pt idx="10968">
                  <c:v>6.9272999999999998</c:v>
                </c:pt>
                <c:pt idx="10969">
                  <c:v>6.9276099999999996</c:v>
                </c:pt>
                <c:pt idx="10970">
                  <c:v>6.9279099999999998</c:v>
                </c:pt>
                <c:pt idx="10971">
                  <c:v>6.9282199999999996</c:v>
                </c:pt>
                <c:pt idx="10972">
                  <c:v>6.9285199999999998</c:v>
                </c:pt>
                <c:pt idx="10973">
                  <c:v>6.9288299999999996</c:v>
                </c:pt>
                <c:pt idx="10974">
                  <c:v>6.9291299999999998</c:v>
                </c:pt>
                <c:pt idx="10975">
                  <c:v>6.9294399999999996</c:v>
                </c:pt>
                <c:pt idx="10976">
                  <c:v>6.9297399999999998</c:v>
                </c:pt>
                <c:pt idx="10977">
                  <c:v>6.9300499999999996</c:v>
                </c:pt>
                <c:pt idx="10978">
                  <c:v>6.9303499999999998</c:v>
                </c:pt>
                <c:pt idx="10979">
                  <c:v>6.9306599999999996</c:v>
                </c:pt>
                <c:pt idx="10980">
                  <c:v>6.9309599999999998</c:v>
                </c:pt>
                <c:pt idx="10981">
                  <c:v>6.9312699999999996</c:v>
                </c:pt>
                <c:pt idx="10982">
                  <c:v>6.9315800000000003</c:v>
                </c:pt>
                <c:pt idx="10983">
                  <c:v>6.9318799999999996</c:v>
                </c:pt>
                <c:pt idx="10984">
                  <c:v>6.9321900000000003</c:v>
                </c:pt>
                <c:pt idx="10985">
                  <c:v>6.9324899999999996</c:v>
                </c:pt>
                <c:pt idx="10986">
                  <c:v>6.9328000000000003</c:v>
                </c:pt>
                <c:pt idx="10987">
                  <c:v>6.9330999999999996</c:v>
                </c:pt>
                <c:pt idx="10988">
                  <c:v>6.9334100000000003</c:v>
                </c:pt>
                <c:pt idx="10989">
                  <c:v>6.9337099999999996</c:v>
                </c:pt>
                <c:pt idx="10990">
                  <c:v>6.9340200000000003</c:v>
                </c:pt>
                <c:pt idx="10991">
                  <c:v>6.9343199999999996</c:v>
                </c:pt>
                <c:pt idx="10992">
                  <c:v>6.9346300000000003</c:v>
                </c:pt>
                <c:pt idx="10993">
                  <c:v>6.9349299999999996</c:v>
                </c:pt>
                <c:pt idx="10994">
                  <c:v>6.9352400000000003</c:v>
                </c:pt>
                <c:pt idx="10995">
                  <c:v>6.9355500000000001</c:v>
                </c:pt>
                <c:pt idx="10996">
                  <c:v>6.9358500000000003</c:v>
                </c:pt>
                <c:pt idx="10997">
                  <c:v>6.9361600000000001</c:v>
                </c:pt>
                <c:pt idx="10998">
                  <c:v>6.9364600000000003</c:v>
                </c:pt>
                <c:pt idx="10999">
                  <c:v>6.9367700000000001</c:v>
                </c:pt>
                <c:pt idx="11000">
                  <c:v>6.9370700000000003</c:v>
                </c:pt>
                <c:pt idx="11001">
                  <c:v>6.9373800000000001</c:v>
                </c:pt>
                <c:pt idx="11002">
                  <c:v>6.9376800000000003</c:v>
                </c:pt>
                <c:pt idx="11003">
                  <c:v>6.9379900000000001</c:v>
                </c:pt>
                <c:pt idx="11004">
                  <c:v>6.9382900000000003</c:v>
                </c:pt>
                <c:pt idx="11005">
                  <c:v>6.9386000000000001</c:v>
                </c:pt>
                <c:pt idx="11006">
                  <c:v>6.9389000000000003</c:v>
                </c:pt>
                <c:pt idx="11007">
                  <c:v>6.9392100000000001</c:v>
                </c:pt>
                <c:pt idx="11008">
                  <c:v>6.9395199999999999</c:v>
                </c:pt>
                <c:pt idx="11009">
                  <c:v>6.9398200000000001</c:v>
                </c:pt>
                <c:pt idx="11010">
                  <c:v>6.9401299999999999</c:v>
                </c:pt>
                <c:pt idx="11011">
                  <c:v>6.9404300000000001</c:v>
                </c:pt>
                <c:pt idx="11012">
                  <c:v>6.9407399999999999</c:v>
                </c:pt>
                <c:pt idx="11013">
                  <c:v>6.9410400000000001</c:v>
                </c:pt>
                <c:pt idx="11014">
                  <c:v>6.9413499999999999</c:v>
                </c:pt>
                <c:pt idx="11015">
                  <c:v>6.9416500000000001</c:v>
                </c:pt>
                <c:pt idx="11016">
                  <c:v>6.9419599999999999</c:v>
                </c:pt>
                <c:pt idx="11017">
                  <c:v>6.9422600000000001</c:v>
                </c:pt>
                <c:pt idx="11018">
                  <c:v>6.9425699999999999</c:v>
                </c:pt>
                <c:pt idx="11019">
                  <c:v>6.9428700000000001</c:v>
                </c:pt>
                <c:pt idx="11020">
                  <c:v>6.9431799999999999</c:v>
                </c:pt>
                <c:pt idx="11021">
                  <c:v>6.9434899999999997</c:v>
                </c:pt>
                <c:pt idx="11022">
                  <c:v>6.9437899999999999</c:v>
                </c:pt>
                <c:pt idx="11023">
                  <c:v>6.9440999999999997</c:v>
                </c:pt>
                <c:pt idx="11024">
                  <c:v>6.9443999999999999</c:v>
                </c:pt>
                <c:pt idx="11025">
                  <c:v>6.9447099999999997</c:v>
                </c:pt>
                <c:pt idx="11026">
                  <c:v>6.9450099999999999</c:v>
                </c:pt>
                <c:pt idx="11027">
                  <c:v>6.9453199999999997</c:v>
                </c:pt>
                <c:pt idx="11028">
                  <c:v>6.9456199999999999</c:v>
                </c:pt>
                <c:pt idx="11029">
                  <c:v>6.9459299999999997</c:v>
                </c:pt>
                <c:pt idx="11030">
                  <c:v>6.9462299999999999</c:v>
                </c:pt>
                <c:pt idx="11031">
                  <c:v>6.9465399999999997</c:v>
                </c:pt>
                <c:pt idx="11032">
                  <c:v>6.9468500000000004</c:v>
                </c:pt>
                <c:pt idx="11033">
                  <c:v>6.9471499999999997</c:v>
                </c:pt>
                <c:pt idx="11034">
                  <c:v>6.9474600000000004</c:v>
                </c:pt>
                <c:pt idx="11035">
                  <c:v>6.9477599999999997</c:v>
                </c:pt>
                <c:pt idx="11036">
                  <c:v>6.9480700000000004</c:v>
                </c:pt>
                <c:pt idx="11037">
                  <c:v>6.9483699999999997</c:v>
                </c:pt>
                <c:pt idx="11038">
                  <c:v>6.9486800000000004</c:v>
                </c:pt>
                <c:pt idx="11039">
                  <c:v>6.9489799999999997</c:v>
                </c:pt>
                <c:pt idx="11040">
                  <c:v>6.9492900000000004</c:v>
                </c:pt>
                <c:pt idx="11041">
                  <c:v>6.9495899999999997</c:v>
                </c:pt>
                <c:pt idx="11042">
                  <c:v>6.9499000000000004</c:v>
                </c:pt>
                <c:pt idx="11043">
                  <c:v>6.9501999999999997</c:v>
                </c:pt>
                <c:pt idx="11044">
                  <c:v>6.9505100000000004</c:v>
                </c:pt>
                <c:pt idx="11045">
                  <c:v>6.9508200000000002</c:v>
                </c:pt>
                <c:pt idx="11046">
                  <c:v>6.9511200000000004</c:v>
                </c:pt>
                <c:pt idx="11047">
                  <c:v>6.9514300000000002</c:v>
                </c:pt>
                <c:pt idx="11048">
                  <c:v>6.9517300000000004</c:v>
                </c:pt>
                <c:pt idx="11049">
                  <c:v>6.9520400000000002</c:v>
                </c:pt>
                <c:pt idx="11050">
                  <c:v>6.9523400000000004</c:v>
                </c:pt>
                <c:pt idx="11051">
                  <c:v>6.9526500000000002</c:v>
                </c:pt>
                <c:pt idx="11052">
                  <c:v>6.9529500000000004</c:v>
                </c:pt>
                <c:pt idx="11053">
                  <c:v>6.9532600000000002</c:v>
                </c:pt>
                <c:pt idx="11054">
                  <c:v>6.9535600000000004</c:v>
                </c:pt>
                <c:pt idx="11055">
                  <c:v>6.9538700000000002</c:v>
                </c:pt>
                <c:pt idx="11056">
                  <c:v>6.9541700000000004</c:v>
                </c:pt>
                <c:pt idx="11057">
                  <c:v>6.9544800000000002</c:v>
                </c:pt>
                <c:pt idx="11058">
                  <c:v>6.95479</c:v>
                </c:pt>
                <c:pt idx="11059">
                  <c:v>6.9550900000000002</c:v>
                </c:pt>
                <c:pt idx="11060">
                  <c:v>6.9554</c:v>
                </c:pt>
                <c:pt idx="11061">
                  <c:v>6.9557000000000002</c:v>
                </c:pt>
                <c:pt idx="11062">
                  <c:v>6.95601</c:v>
                </c:pt>
                <c:pt idx="11063">
                  <c:v>6.9563100000000002</c:v>
                </c:pt>
                <c:pt idx="11064">
                  <c:v>6.95662</c:v>
                </c:pt>
                <c:pt idx="11065">
                  <c:v>6.9569200000000002</c:v>
                </c:pt>
                <c:pt idx="11066">
                  <c:v>6.95723</c:v>
                </c:pt>
                <c:pt idx="11067">
                  <c:v>6.9575300000000002</c:v>
                </c:pt>
                <c:pt idx="11068">
                  <c:v>6.95784</c:v>
                </c:pt>
                <c:pt idx="11069">
                  <c:v>6.9581400000000002</c:v>
                </c:pt>
                <c:pt idx="11070">
                  <c:v>6.95845</c:v>
                </c:pt>
                <c:pt idx="11071">
                  <c:v>6.9587599999999998</c:v>
                </c:pt>
                <c:pt idx="11072">
                  <c:v>6.95906</c:v>
                </c:pt>
                <c:pt idx="11073">
                  <c:v>6.9593699999999998</c:v>
                </c:pt>
                <c:pt idx="11074">
                  <c:v>6.95967</c:v>
                </c:pt>
                <c:pt idx="11075">
                  <c:v>6.9599799999999998</c:v>
                </c:pt>
                <c:pt idx="11076">
                  <c:v>6.96028</c:v>
                </c:pt>
                <c:pt idx="11077">
                  <c:v>6.9605899999999998</c:v>
                </c:pt>
                <c:pt idx="11078">
                  <c:v>6.96089</c:v>
                </c:pt>
                <c:pt idx="11079">
                  <c:v>6.9611999999999998</c:v>
                </c:pt>
                <c:pt idx="11080">
                  <c:v>6.9615</c:v>
                </c:pt>
                <c:pt idx="11081">
                  <c:v>6.9618099999999998</c:v>
                </c:pt>
                <c:pt idx="11082">
                  <c:v>6.96211</c:v>
                </c:pt>
                <c:pt idx="11083">
                  <c:v>6.9624199999999998</c:v>
                </c:pt>
                <c:pt idx="11084">
                  <c:v>6.9627299999999996</c:v>
                </c:pt>
                <c:pt idx="11085">
                  <c:v>6.9630299999999998</c:v>
                </c:pt>
                <c:pt idx="11086">
                  <c:v>6.9633399999999996</c:v>
                </c:pt>
                <c:pt idx="11087">
                  <c:v>6.9636399999999998</c:v>
                </c:pt>
                <c:pt idx="11088">
                  <c:v>6.9639499999999996</c:v>
                </c:pt>
                <c:pt idx="11089">
                  <c:v>6.9642499999999998</c:v>
                </c:pt>
                <c:pt idx="11090">
                  <c:v>6.9645599999999996</c:v>
                </c:pt>
                <c:pt idx="11091">
                  <c:v>6.9648599999999998</c:v>
                </c:pt>
                <c:pt idx="11092">
                  <c:v>6.9651699999999996</c:v>
                </c:pt>
                <c:pt idx="11093">
                  <c:v>6.9654699999999998</c:v>
                </c:pt>
                <c:pt idx="11094">
                  <c:v>6.9657799999999996</c:v>
                </c:pt>
                <c:pt idx="11095">
                  <c:v>6.9660900000000003</c:v>
                </c:pt>
                <c:pt idx="11096">
                  <c:v>6.9663899999999996</c:v>
                </c:pt>
                <c:pt idx="11097">
                  <c:v>6.9667000000000003</c:v>
                </c:pt>
                <c:pt idx="11098">
                  <c:v>6.9669999999999996</c:v>
                </c:pt>
                <c:pt idx="11099">
                  <c:v>6.9673100000000003</c:v>
                </c:pt>
                <c:pt idx="11100">
                  <c:v>6.9676099999999996</c:v>
                </c:pt>
                <c:pt idx="11101">
                  <c:v>6.9679200000000003</c:v>
                </c:pt>
                <c:pt idx="11102">
                  <c:v>6.9682199999999996</c:v>
                </c:pt>
                <c:pt idx="11103">
                  <c:v>6.9685300000000003</c:v>
                </c:pt>
                <c:pt idx="11104">
                  <c:v>6.9688299999999996</c:v>
                </c:pt>
                <c:pt idx="11105">
                  <c:v>6.9691400000000003</c:v>
                </c:pt>
                <c:pt idx="11106">
                  <c:v>6.9694399999999996</c:v>
                </c:pt>
                <c:pt idx="11107">
                  <c:v>6.9697500000000003</c:v>
                </c:pt>
                <c:pt idx="11108">
                  <c:v>6.9700600000000001</c:v>
                </c:pt>
                <c:pt idx="11109">
                  <c:v>6.9703600000000003</c:v>
                </c:pt>
                <c:pt idx="11110">
                  <c:v>6.9706700000000001</c:v>
                </c:pt>
                <c:pt idx="11111">
                  <c:v>6.9709700000000003</c:v>
                </c:pt>
                <c:pt idx="11112">
                  <c:v>6.9712800000000001</c:v>
                </c:pt>
                <c:pt idx="11113">
                  <c:v>6.9715800000000003</c:v>
                </c:pt>
                <c:pt idx="11114">
                  <c:v>6.9718900000000001</c:v>
                </c:pt>
                <c:pt idx="11115">
                  <c:v>6.9721900000000003</c:v>
                </c:pt>
                <c:pt idx="11116">
                  <c:v>6.9725000000000001</c:v>
                </c:pt>
                <c:pt idx="11117">
                  <c:v>6.9728000000000003</c:v>
                </c:pt>
                <c:pt idx="11118">
                  <c:v>6.9731100000000001</c:v>
                </c:pt>
                <c:pt idx="11119">
                  <c:v>6.9734100000000003</c:v>
                </c:pt>
                <c:pt idx="11120">
                  <c:v>6.9737200000000001</c:v>
                </c:pt>
                <c:pt idx="11121">
                  <c:v>6.97403</c:v>
                </c:pt>
                <c:pt idx="11122">
                  <c:v>6.9743300000000001</c:v>
                </c:pt>
                <c:pt idx="11123">
                  <c:v>6.97464</c:v>
                </c:pt>
                <c:pt idx="11124">
                  <c:v>6.9749400000000001</c:v>
                </c:pt>
                <c:pt idx="11125">
                  <c:v>6.97525</c:v>
                </c:pt>
                <c:pt idx="11126">
                  <c:v>6.9755500000000001</c:v>
                </c:pt>
                <c:pt idx="11127">
                  <c:v>6.9758599999999999</c:v>
                </c:pt>
                <c:pt idx="11128">
                  <c:v>6.9761600000000001</c:v>
                </c:pt>
                <c:pt idx="11129">
                  <c:v>6.9764699999999999</c:v>
                </c:pt>
                <c:pt idx="11130">
                  <c:v>6.9767700000000001</c:v>
                </c:pt>
                <c:pt idx="11131">
                  <c:v>6.9770799999999999</c:v>
                </c:pt>
                <c:pt idx="11132">
                  <c:v>6.9773800000000001</c:v>
                </c:pt>
                <c:pt idx="11133">
                  <c:v>6.9776899999999999</c:v>
                </c:pt>
                <c:pt idx="11134">
                  <c:v>6.9779999999999998</c:v>
                </c:pt>
                <c:pt idx="11135">
                  <c:v>6.9782999999999999</c:v>
                </c:pt>
                <c:pt idx="11136">
                  <c:v>6.9786099999999998</c:v>
                </c:pt>
                <c:pt idx="11137">
                  <c:v>6.9789099999999999</c:v>
                </c:pt>
                <c:pt idx="11138">
                  <c:v>6.9792199999999998</c:v>
                </c:pt>
                <c:pt idx="11139">
                  <c:v>6.9795199999999999</c:v>
                </c:pt>
                <c:pt idx="11140">
                  <c:v>6.9798299999999998</c:v>
                </c:pt>
                <c:pt idx="11141">
                  <c:v>6.9801299999999999</c:v>
                </c:pt>
                <c:pt idx="11142">
                  <c:v>6.9804399999999998</c:v>
                </c:pt>
                <c:pt idx="11143">
                  <c:v>6.9807399999999999</c:v>
                </c:pt>
                <c:pt idx="11144">
                  <c:v>6.9810499999999998</c:v>
                </c:pt>
                <c:pt idx="11145">
                  <c:v>6.9813599999999996</c:v>
                </c:pt>
                <c:pt idx="11146">
                  <c:v>6.9816599999999998</c:v>
                </c:pt>
                <c:pt idx="11147">
                  <c:v>6.9819699999999996</c:v>
                </c:pt>
                <c:pt idx="11148">
                  <c:v>6.9822699999999998</c:v>
                </c:pt>
                <c:pt idx="11149">
                  <c:v>6.9825799999999996</c:v>
                </c:pt>
                <c:pt idx="11150">
                  <c:v>6.9828799999999998</c:v>
                </c:pt>
                <c:pt idx="11151">
                  <c:v>6.9831899999999996</c:v>
                </c:pt>
                <c:pt idx="11152">
                  <c:v>6.9834899999999998</c:v>
                </c:pt>
                <c:pt idx="11153">
                  <c:v>6.9837999999999996</c:v>
                </c:pt>
                <c:pt idx="11154">
                  <c:v>6.9840999999999998</c:v>
                </c:pt>
                <c:pt idx="11155">
                  <c:v>6.9844099999999996</c:v>
                </c:pt>
                <c:pt idx="11156">
                  <c:v>6.9847099999999998</c:v>
                </c:pt>
                <c:pt idx="11157">
                  <c:v>6.9850199999999996</c:v>
                </c:pt>
                <c:pt idx="11158">
                  <c:v>6.9853300000000003</c:v>
                </c:pt>
                <c:pt idx="11159">
                  <c:v>6.9856299999999996</c:v>
                </c:pt>
                <c:pt idx="11160">
                  <c:v>6.9859400000000003</c:v>
                </c:pt>
                <c:pt idx="11161">
                  <c:v>6.9862399999999996</c:v>
                </c:pt>
                <c:pt idx="11162">
                  <c:v>6.9865500000000003</c:v>
                </c:pt>
                <c:pt idx="11163">
                  <c:v>6.9868499999999996</c:v>
                </c:pt>
                <c:pt idx="11164">
                  <c:v>6.9871600000000003</c:v>
                </c:pt>
                <c:pt idx="11165">
                  <c:v>6.9874599999999996</c:v>
                </c:pt>
                <c:pt idx="11166">
                  <c:v>6.9877700000000003</c:v>
                </c:pt>
                <c:pt idx="11167">
                  <c:v>6.9880699999999996</c:v>
                </c:pt>
                <c:pt idx="11168">
                  <c:v>6.9883800000000003</c:v>
                </c:pt>
                <c:pt idx="11169">
                  <c:v>6.9886799999999996</c:v>
                </c:pt>
                <c:pt idx="11170">
                  <c:v>6.9889900000000003</c:v>
                </c:pt>
                <c:pt idx="11171">
                  <c:v>6.9893000000000001</c:v>
                </c:pt>
                <c:pt idx="11172">
                  <c:v>6.9896000000000003</c:v>
                </c:pt>
                <c:pt idx="11173">
                  <c:v>6.9899100000000001</c:v>
                </c:pt>
                <c:pt idx="11174">
                  <c:v>6.9902100000000003</c:v>
                </c:pt>
                <c:pt idx="11175">
                  <c:v>6.9905200000000001</c:v>
                </c:pt>
                <c:pt idx="11176">
                  <c:v>6.9908200000000003</c:v>
                </c:pt>
                <c:pt idx="11177">
                  <c:v>6.9911300000000001</c:v>
                </c:pt>
                <c:pt idx="11178">
                  <c:v>6.9914300000000003</c:v>
                </c:pt>
                <c:pt idx="11179">
                  <c:v>6.9917400000000001</c:v>
                </c:pt>
                <c:pt idx="11180">
                  <c:v>6.9920400000000003</c:v>
                </c:pt>
                <c:pt idx="11181">
                  <c:v>6.9923500000000001</c:v>
                </c:pt>
                <c:pt idx="11182">
                  <c:v>6.9926500000000003</c:v>
                </c:pt>
                <c:pt idx="11183">
                  <c:v>6.9929600000000001</c:v>
                </c:pt>
                <c:pt idx="11184">
                  <c:v>6.9932699999999999</c:v>
                </c:pt>
                <c:pt idx="11185">
                  <c:v>6.9935700000000001</c:v>
                </c:pt>
                <c:pt idx="11186">
                  <c:v>6.9938799999999999</c:v>
                </c:pt>
                <c:pt idx="11187">
                  <c:v>6.9941800000000001</c:v>
                </c:pt>
                <c:pt idx="11188">
                  <c:v>6.9944899999999999</c:v>
                </c:pt>
                <c:pt idx="11189">
                  <c:v>6.9947900000000001</c:v>
                </c:pt>
                <c:pt idx="11190">
                  <c:v>6.9950999999999999</c:v>
                </c:pt>
                <c:pt idx="11191">
                  <c:v>6.9954000000000001</c:v>
                </c:pt>
                <c:pt idx="11192">
                  <c:v>6.9957099999999999</c:v>
                </c:pt>
                <c:pt idx="11193">
                  <c:v>6.9960100000000001</c:v>
                </c:pt>
                <c:pt idx="11194">
                  <c:v>6.9963199999999999</c:v>
                </c:pt>
                <c:pt idx="11195">
                  <c:v>6.9966200000000001</c:v>
                </c:pt>
                <c:pt idx="11196">
                  <c:v>6.9969299999999999</c:v>
                </c:pt>
                <c:pt idx="11197">
                  <c:v>6.9972399999999997</c:v>
                </c:pt>
                <c:pt idx="11198">
                  <c:v>6.9975399999999999</c:v>
                </c:pt>
                <c:pt idx="11199">
                  <c:v>6.9978499999999997</c:v>
                </c:pt>
                <c:pt idx="11200">
                  <c:v>6.9981499999999999</c:v>
                </c:pt>
                <c:pt idx="11201">
                  <c:v>6.9984599999999997</c:v>
                </c:pt>
                <c:pt idx="11202">
                  <c:v>6.9987599999999999</c:v>
                </c:pt>
                <c:pt idx="11203">
                  <c:v>6.9990699999999997</c:v>
                </c:pt>
                <c:pt idx="11204">
                  <c:v>6.9993699999999999</c:v>
                </c:pt>
                <c:pt idx="11205">
                  <c:v>6.9996799999999997</c:v>
                </c:pt>
                <c:pt idx="11206">
                  <c:v>6.9999799999999999</c:v>
                </c:pt>
                <c:pt idx="11207">
                  <c:v>7.0002899999999997</c:v>
                </c:pt>
                <c:pt idx="11208">
                  <c:v>7.0006000000000004</c:v>
                </c:pt>
                <c:pt idx="11209">
                  <c:v>7.0008999999999997</c:v>
                </c:pt>
                <c:pt idx="11210">
                  <c:v>7.0012100000000004</c:v>
                </c:pt>
                <c:pt idx="11211">
                  <c:v>7.0015099999999997</c:v>
                </c:pt>
                <c:pt idx="11212">
                  <c:v>7.0018200000000004</c:v>
                </c:pt>
                <c:pt idx="11213">
                  <c:v>7.0021199999999997</c:v>
                </c:pt>
                <c:pt idx="11214">
                  <c:v>7.0024300000000004</c:v>
                </c:pt>
                <c:pt idx="11215">
                  <c:v>7.0027299999999997</c:v>
                </c:pt>
                <c:pt idx="11216">
                  <c:v>7.0030400000000004</c:v>
                </c:pt>
                <c:pt idx="11217">
                  <c:v>7.0033399999999997</c:v>
                </c:pt>
                <c:pt idx="11218">
                  <c:v>7.0036500000000004</c:v>
                </c:pt>
                <c:pt idx="11219">
                  <c:v>7.0039499999999997</c:v>
                </c:pt>
                <c:pt idx="11220">
                  <c:v>7.0042600000000004</c:v>
                </c:pt>
                <c:pt idx="11221">
                  <c:v>7.0045700000000002</c:v>
                </c:pt>
                <c:pt idx="11222">
                  <c:v>7.0048700000000004</c:v>
                </c:pt>
                <c:pt idx="11223">
                  <c:v>7.0051800000000002</c:v>
                </c:pt>
                <c:pt idx="11224">
                  <c:v>7.0054800000000004</c:v>
                </c:pt>
                <c:pt idx="11225">
                  <c:v>7.0057900000000002</c:v>
                </c:pt>
                <c:pt idx="11226">
                  <c:v>7.0060900000000004</c:v>
                </c:pt>
                <c:pt idx="11227">
                  <c:v>7.0064000000000002</c:v>
                </c:pt>
                <c:pt idx="11228">
                  <c:v>7.0067000000000004</c:v>
                </c:pt>
                <c:pt idx="11229">
                  <c:v>7.0070100000000002</c:v>
                </c:pt>
                <c:pt idx="11230">
                  <c:v>7.0073100000000004</c:v>
                </c:pt>
                <c:pt idx="11231">
                  <c:v>7.0076200000000002</c:v>
                </c:pt>
                <c:pt idx="11232">
                  <c:v>7.0079200000000004</c:v>
                </c:pt>
                <c:pt idx="11233">
                  <c:v>7.0082300000000002</c:v>
                </c:pt>
                <c:pt idx="11234">
                  <c:v>7.00854</c:v>
                </c:pt>
                <c:pt idx="11235">
                  <c:v>7.0088400000000002</c:v>
                </c:pt>
                <c:pt idx="11236">
                  <c:v>7.00915</c:v>
                </c:pt>
                <c:pt idx="11237">
                  <c:v>7.0094500000000002</c:v>
                </c:pt>
                <c:pt idx="11238">
                  <c:v>7.00976</c:v>
                </c:pt>
                <c:pt idx="11239">
                  <c:v>7.0100600000000002</c:v>
                </c:pt>
                <c:pt idx="11240">
                  <c:v>7.01037</c:v>
                </c:pt>
                <c:pt idx="11241">
                  <c:v>7.0106700000000002</c:v>
                </c:pt>
                <c:pt idx="11242">
                  <c:v>7.01098</c:v>
                </c:pt>
                <c:pt idx="11243">
                  <c:v>7.0112800000000002</c:v>
                </c:pt>
                <c:pt idx="11244">
                  <c:v>7.01159</c:v>
                </c:pt>
                <c:pt idx="11245">
                  <c:v>7.0118900000000002</c:v>
                </c:pt>
                <c:pt idx="11246">
                  <c:v>7.0122</c:v>
                </c:pt>
                <c:pt idx="11247">
                  <c:v>7.0125099999999998</c:v>
                </c:pt>
                <c:pt idx="11248">
                  <c:v>7.01281</c:v>
                </c:pt>
                <c:pt idx="11249">
                  <c:v>7.0131199999999998</c:v>
                </c:pt>
                <c:pt idx="11250">
                  <c:v>7.01342</c:v>
                </c:pt>
                <c:pt idx="11251">
                  <c:v>7.0137299999999998</c:v>
                </c:pt>
                <c:pt idx="11252">
                  <c:v>7.01403</c:v>
                </c:pt>
                <c:pt idx="11253">
                  <c:v>7.0143399999999998</c:v>
                </c:pt>
                <c:pt idx="11254">
                  <c:v>7.01464</c:v>
                </c:pt>
                <c:pt idx="11255">
                  <c:v>7.0149499999999998</c:v>
                </c:pt>
                <c:pt idx="11256">
                  <c:v>7.01525</c:v>
                </c:pt>
                <c:pt idx="11257">
                  <c:v>7.0155599999999998</c:v>
                </c:pt>
                <c:pt idx="11258">
                  <c:v>7.01586</c:v>
                </c:pt>
                <c:pt idx="11259">
                  <c:v>7.0161699999999998</c:v>
                </c:pt>
                <c:pt idx="11260">
                  <c:v>7.0164799999999996</c:v>
                </c:pt>
                <c:pt idx="11261">
                  <c:v>7.0167799999999998</c:v>
                </c:pt>
                <c:pt idx="11262">
                  <c:v>7.0170899999999996</c:v>
                </c:pt>
                <c:pt idx="11263">
                  <c:v>7.0173899999999998</c:v>
                </c:pt>
                <c:pt idx="11264">
                  <c:v>7.0176999999999996</c:v>
                </c:pt>
                <c:pt idx="11265">
                  <c:v>7.0179999999999998</c:v>
                </c:pt>
                <c:pt idx="11266">
                  <c:v>7.0183099999999996</c:v>
                </c:pt>
                <c:pt idx="11267">
                  <c:v>7.0186099999999998</c:v>
                </c:pt>
                <c:pt idx="11268">
                  <c:v>7.0189199999999996</c:v>
                </c:pt>
                <c:pt idx="11269">
                  <c:v>7.0192199999999998</c:v>
                </c:pt>
                <c:pt idx="11270">
                  <c:v>7.0195299999999996</c:v>
                </c:pt>
                <c:pt idx="11271">
                  <c:v>7.0198400000000003</c:v>
                </c:pt>
                <c:pt idx="11272">
                  <c:v>7.0201399999999996</c:v>
                </c:pt>
                <c:pt idx="11273">
                  <c:v>7.0204500000000003</c:v>
                </c:pt>
                <c:pt idx="11274">
                  <c:v>7.0207499999999996</c:v>
                </c:pt>
                <c:pt idx="11275">
                  <c:v>7.0210600000000003</c:v>
                </c:pt>
                <c:pt idx="11276">
                  <c:v>7.0213599999999996</c:v>
                </c:pt>
                <c:pt idx="11277">
                  <c:v>7.0216700000000003</c:v>
                </c:pt>
                <c:pt idx="11278">
                  <c:v>7.0219699999999996</c:v>
                </c:pt>
                <c:pt idx="11279">
                  <c:v>7.0222800000000003</c:v>
                </c:pt>
                <c:pt idx="11280">
                  <c:v>7.0225799999999996</c:v>
                </c:pt>
                <c:pt idx="11281">
                  <c:v>7.0228900000000003</c:v>
                </c:pt>
                <c:pt idx="11282">
                  <c:v>7.0231899999999996</c:v>
                </c:pt>
                <c:pt idx="11283">
                  <c:v>7.0235000000000003</c:v>
                </c:pt>
                <c:pt idx="11284">
                  <c:v>7.0238100000000001</c:v>
                </c:pt>
                <c:pt idx="11285">
                  <c:v>7.0241100000000003</c:v>
                </c:pt>
                <c:pt idx="11286">
                  <c:v>7.0244200000000001</c:v>
                </c:pt>
                <c:pt idx="11287">
                  <c:v>7.0247200000000003</c:v>
                </c:pt>
                <c:pt idx="11288">
                  <c:v>7.0250300000000001</c:v>
                </c:pt>
                <c:pt idx="11289">
                  <c:v>7.0253300000000003</c:v>
                </c:pt>
                <c:pt idx="11290">
                  <c:v>7.0256400000000001</c:v>
                </c:pt>
                <c:pt idx="11291">
                  <c:v>7.0259400000000003</c:v>
                </c:pt>
                <c:pt idx="11292">
                  <c:v>7.0262500000000001</c:v>
                </c:pt>
                <c:pt idx="11293">
                  <c:v>7.0265500000000003</c:v>
                </c:pt>
                <c:pt idx="11294">
                  <c:v>7.0268600000000001</c:v>
                </c:pt>
                <c:pt idx="11295">
                  <c:v>7.0271600000000003</c:v>
                </c:pt>
                <c:pt idx="11296">
                  <c:v>7.0274700000000001</c:v>
                </c:pt>
                <c:pt idx="11297">
                  <c:v>7.0277799999999999</c:v>
                </c:pt>
                <c:pt idx="11298">
                  <c:v>7.0280800000000001</c:v>
                </c:pt>
                <c:pt idx="11299">
                  <c:v>7.0283899999999999</c:v>
                </c:pt>
                <c:pt idx="11300">
                  <c:v>7.0286900000000001</c:v>
                </c:pt>
                <c:pt idx="11301">
                  <c:v>7.0289999999999999</c:v>
                </c:pt>
                <c:pt idx="11302">
                  <c:v>7.0293000000000001</c:v>
                </c:pt>
                <c:pt idx="11303">
                  <c:v>7.0296099999999999</c:v>
                </c:pt>
                <c:pt idx="11304">
                  <c:v>7.0299100000000001</c:v>
                </c:pt>
                <c:pt idx="11305">
                  <c:v>7.0302199999999999</c:v>
                </c:pt>
                <c:pt idx="11306">
                  <c:v>7.0305200000000001</c:v>
                </c:pt>
                <c:pt idx="11307">
                  <c:v>7.0308299999999999</c:v>
                </c:pt>
                <c:pt idx="11308">
                  <c:v>7.0311300000000001</c:v>
                </c:pt>
                <c:pt idx="11309">
                  <c:v>7.0314399999999999</c:v>
                </c:pt>
                <c:pt idx="11310">
                  <c:v>7.0317499999999997</c:v>
                </c:pt>
                <c:pt idx="11311">
                  <c:v>7.0320499999999999</c:v>
                </c:pt>
                <c:pt idx="11312">
                  <c:v>7.0323599999999997</c:v>
                </c:pt>
                <c:pt idx="11313">
                  <c:v>7.0326599999999999</c:v>
                </c:pt>
                <c:pt idx="11314">
                  <c:v>7.0329699999999997</c:v>
                </c:pt>
                <c:pt idx="11315">
                  <c:v>7.0332699999999999</c:v>
                </c:pt>
                <c:pt idx="11316">
                  <c:v>7.0335799999999997</c:v>
                </c:pt>
                <c:pt idx="11317">
                  <c:v>7.0338799999999999</c:v>
                </c:pt>
                <c:pt idx="11318">
                  <c:v>7.0341899999999997</c:v>
                </c:pt>
                <c:pt idx="11319">
                  <c:v>7.0344899999999999</c:v>
                </c:pt>
                <c:pt idx="11320">
                  <c:v>7.0347999999999997</c:v>
                </c:pt>
                <c:pt idx="11321">
                  <c:v>7.0351100000000004</c:v>
                </c:pt>
                <c:pt idx="11322">
                  <c:v>7.0354099999999997</c:v>
                </c:pt>
                <c:pt idx="11323">
                  <c:v>7.0357200000000004</c:v>
                </c:pt>
                <c:pt idx="11324">
                  <c:v>7.0360199999999997</c:v>
                </c:pt>
                <c:pt idx="11325">
                  <c:v>7.0363300000000004</c:v>
                </c:pt>
                <c:pt idx="11326">
                  <c:v>7.0366299999999997</c:v>
                </c:pt>
                <c:pt idx="11327">
                  <c:v>7.0369400000000004</c:v>
                </c:pt>
                <c:pt idx="11328">
                  <c:v>7.0372399999999997</c:v>
                </c:pt>
                <c:pt idx="11329">
                  <c:v>7.0375500000000004</c:v>
                </c:pt>
                <c:pt idx="11330">
                  <c:v>7.0378499999999997</c:v>
                </c:pt>
                <c:pt idx="11331">
                  <c:v>7.0381600000000004</c:v>
                </c:pt>
                <c:pt idx="11332">
                  <c:v>7.0384599999999997</c:v>
                </c:pt>
                <c:pt idx="11333">
                  <c:v>7.0387700000000004</c:v>
                </c:pt>
                <c:pt idx="11334">
                  <c:v>7.0390800000000002</c:v>
                </c:pt>
                <c:pt idx="11335">
                  <c:v>7.0393800000000004</c:v>
                </c:pt>
                <c:pt idx="11336">
                  <c:v>7.0396900000000002</c:v>
                </c:pt>
                <c:pt idx="11337">
                  <c:v>7.0399900000000004</c:v>
                </c:pt>
                <c:pt idx="11338">
                  <c:v>7.0403000000000002</c:v>
                </c:pt>
                <c:pt idx="11339">
                  <c:v>7.0406000000000004</c:v>
                </c:pt>
                <c:pt idx="11340">
                  <c:v>7.0409100000000002</c:v>
                </c:pt>
                <c:pt idx="11341">
                  <c:v>7.0412100000000004</c:v>
                </c:pt>
                <c:pt idx="11342">
                  <c:v>7.0415200000000002</c:v>
                </c:pt>
                <c:pt idx="11343">
                  <c:v>7.0418200000000004</c:v>
                </c:pt>
                <c:pt idx="11344">
                  <c:v>7.0421300000000002</c:v>
                </c:pt>
                <c:pt idx="11345">
                  <c:v>7.0424300000000004</c:v>
                </c:pt>
                <c:pt idx="11346">
                  <c:v>7.0427400000000002</c:v>
                </c:pt>
                <c:pt idx="11347">
                  <c:v>7.04305</c:v>
                </c:pt>
                <c:pt idx="11348">
                  <c:v>7.0433500000000002</c:v>
                </c:pt>
                <c:pt idx="11349">
                  <c:v>7.04366</c:v>
                </c:pt>
                <c:pt idx="11350">
                  <c:v>7.0439600000000002</c:v>
                </c:pt>
                <c:pt idx="11351">
                  <c:v>7.04427</c:v>
                </c:pt>
                <c:pt idx="11352">
                  <c:v>7.0445700000000002</c:v>
                </c:pt>
                <c:pt idx="11353">
                  <c:v>7.04488</c:v>
                </c:pt>
                <c:pt idx="11354">
                  <c:v>7.0451800000000002</c:v>
                </c:pt>
                <c:pt idx="11355">
                  <c:v>7.04549</c:v>
                </c:pt>
                <c:pt idx="11356">
                  <c:v>7.0457900000000002</c:v>
                </c:pt>
                <c:pt idx="11357">
                  <c:v>7.0461</c:v>
                </c:pt>
                <c:pt idx="11358">
                  <c:v>7.0464000000000002</c:v>
                </c:pt>
                <c:pt idx="11359">
                  <c:v>7.04671</c:v>
                </c:pt>
                <c:pt idx="11360">
                  <c:v>7.0470199999999998</c:v>
                </c:pt>
                <c:pt idx="11361">
                  <c:v>7.04732</c:v>
                </c:pt>
                <c:pt idx="11362">
                  <c:v>7.0476299999999998</c:v>
                </c:pt>
                <c:pt idx="11363">
                  <c:v>7.04793</c:v>
                </c:pt>
                <c:pt idx="11364">
                  <c:v>7.0482399999999998</c:v>
                </c:pt>
                <c:pt idx="11365">
                  <c:v>7.04854</c:v>
                </c:pt>
                <c:pt idx="11366">
                  <c:v>7.0488499999999998</c:v>
                </c:pt>
                <c:pt idx="11367">
                  <c:v>7.04915</c:v>
                </c:pt>
                <c:pt idx="11368">
                  <c:v>7.0494599999999998</c:v>
                </c:pt>
                <c:pt idx="11369">
                  <c:v>7.04976</c:v>
                </c:pt>
                <c:pt idx="11370">
                  <c:v>7.0500699999999998</c:v>
                </c:pt>
                <c:pt idx="11371">
                  <c:v>7.05037</c:v>
                </c:pt>
                <c:pt idx="11372">
                  <c:v>7.0506799999999998</c:v>
                </c:pt>
                <c:pt idx="11373">
                  <c:v>7.0509899999999996</c:v>
                </c:pt>
                <c:pt idx="11374">
                  <c:v>7.0512899999999998</c:v>
                </c:pt>
                <c:pt idx="11375">
                  <c:v>7.0515999999999996</c:v>
                </c:pt>
                <c:pt idx="11376">
                  <c:v>7.0518999999999998</c:v>
                </c:pt>
                <c:pt idx="11377">
                  <c:v>7.0522099999999996</c:v>
                </c:pt>
                <c:pt idx="11378">
                  <c:v>7.0525099999999998</c:v>
                </c:pt>
                <c:pt idx="11379">
                  <c:v>7.0528199999999996</c:v>
                </c:pt>
                <c:pt idx="11380">
                  <c:v>7.0531199999999998</c:v>
                </c:pt>
                <c:pt idx="11381">
                  <c:v>7.0534299999999996</c:v>
                </c:pt>
                <c:pt idx="11382">
                  <c:v>7.0537299999999998</c:v>
                </c:pt>
                <c:pt idx="11383">
                  <c:v>7.0540399999999996</c:v>
                </c:pt>
                <c:pt idx="11384">
                  <c:v>7.0543500000000003</c:v>
                </c:pt>
                <c:pt idx="11385">
                  <c:v>7.0546499999999996</c:v>
                </c:pt>
                <c:pt idx="11386">
                  <c:v>7.0549600000000003</c:v>
                </c:pt>
                <c:pt idx="11387">
                  <c:v>7.0552599999999996</c:v>
                </c:pt>
                <c:pt idx="11388">
                  <c:v>7.0555700000000003</c:v>
                </c:pt>
                <c:pt idx="11389">
                  <c:v>7.0558699999999996</c:v>
                </c:pt>
                <c:pt idx="11390">
                  <c:v>7.0561800000000003</c:v>
                </c:pt>
                <c:pt idx="11391">
                  <c:v>7.0564799999999996</c:v>
                </c:pt>
                <c:pt idx="11392">
                  <c:v>7.0567900000000003</c:v>
                </c:pt>
                <c:pt idx="11393">
                  <c:v>7.0570899999999996</c:v>
                </c:pt>
                <c:pt idx="11394">
                  <c:v>7.0574000000000003</c:v>
                </c:pt>
                <c:pt idx="11395">
                  <c:v>7.0576999999999996</c:v>
                </c:pt>
                <c:pt idx="11396">
                  <c:v>7.0580100000000003</c:v>
                </c:pt>
                <c:pt idx="11397">
                  <c:v>7.0583200000000001</c:v>
                </c:pt>
                <c:pt idx="11398">
                  <c:v>7.0586200000000003</c:v>
                </c:pt>
                <c:pt idx="11399">
                  <c:v>7.0589300000000001</c:v>
                </c:pt>
                <c:pt idx="11400">
                  <c:v>7.0592300000000003</c:v>
                </c:pt>
                <c:pt idx="11401">
                  <c:v>7.0595400000000001</c:v>
                </c:pt>
                <c:pt idx="11402">
                  <c:v>7.0598400000000003</c:v>
                </c:pt>
                <c:pt idx="11403">
                  <c:v>7.0601500000000001</c:v>
                </c:pt>
                <c:pt idx="11404">
                  <c:v>7.0604500000000003</c:v>
                </c:pt>
                <c:pt idx="11405">
                  <c:v>7.0607600000000001</c:v>
                </c:pt>
                <c:pt idx="11406">
                  <c:v>7.0610600000000003</c:v>
                </c:pt>
                <c:pt idx="11407">
                  <c:v>7.0613700000000001</c:v>
                </c:pt>
                <c:pt idx="11408">
                  <c:v>7.0616700000000003</c:v>
                </c:pt>
                <c:pt idx="11409">
                  <c:v>7.0619800000000001</c:v>
                </c:pt>
                <c:pt idx="11410">
                  <c:v>7.06229</c:v>
                </c:pt>
                <c:pt idx="11411">
                  <c:v>7.0625900000000001</c:v>
                </c:pt>
                <c:pt idx="11412">
                  <c:v>7.0629</c:v>
                </c:pt>
                <c:pt idx="11413">
                  <c:v>7.0632000000000001</c:v>
                </c:pt>
                <c:pt idx="11414">
                  <c:v>7.06351</c:v>
                </c:pt>
                <c:pt idx="11415">
                  <c:v>7.0638100000000001</c:v>
                </c:pt>
                <c:pt idx="11416">
                  <c:v>7.06412</c:v>
                </c:pt>
                <c:pt idx="11417">
                  <c:v>7.0644200000000001</c:v>
                </c:pt>
                <c:pt idx="11418">
                  <c:v>7.06473</c:v>
                </c:pt>
                <c:pt idx="11419">
                  <c:v>7.0650300000000001</c:v>
                </c:pt>
                <c:pt idx="11420">
                  <c:v>7.06534</c:v>
                </c:pt>
                <c:pt idx="11421">
                  <c:v>7.0656400000000001</c:v>
                </c:pt>
                <c:pt idx="11422">
                  <c:v>7.06595</c:v>
                </c:pt>
                <c:pt idx="11423">
                  <c:v>7.0662599999999998</c:v>
                </c:pt>
                <c:pt idx="11424">
                  <c:v>7.06656</c:v>
                </c:pt>
                <c:pt idx="11425">
                  <c:v>7.0668699999999998</c:v>
                </c:pt>
                <c:pt idx="11426">
                  <c:v>7.06717</c:v>
                </c:pt>
                <c:pt idx="11427">
                  <c:v>7.0674799999999998</c:v>
                </c:pt>
                <c:pt idx="11428">
                  <c:v>7.06778</c:v>
                </c:pt>
                <c:pt idx="11429">
                  <c:v>7.0680899999999998</c:v>
                </c:pt>
                <c:pt idx="11430">
                  <c:v>7.06839</c:v>
                </c:pt>
                <c:pt idx="11431">
                  <c:v>7.0686999999999998</c:v>
                </c:pt>
                <c:pt idx="11432">
                  <c:v>7.069</c:v>
                </c:pt>
                <c:pt idx="11433">
                  <c:v>7.0693099999999998</c:v>
                </c:pt>
                <c:pt idx="11434">
                  <c:v>7.0696099999999999</c:v>
                </c:pt>
                <c:pt idx="11435">
                  <c:v>7.0699199999999998</c:v>
                </c:pt>
                <c:pt idx="11436">
                  <c:v>7.0702299999999996</c:v>
                </c:pt>
                <c:pt idx="11437">
                  <c:v>7.0705299999999998</c:v>
                </c:pt>
                <c:pt idx="11438">
                  <c:v>7.0708399999999996</c:v>
                </c:pt>
                <c:pt idx="11439">
                  <c:v>7.0711399999999998</c:v>
                </c:pt>
                <c:pt idx="11440">
                  <c:v>7.0714499999999996</c:v>
                </c:pt>
                <c:pt idx="11441">
                  <c:v>7.0717499999999998</c:v>
                </c:pt>
                <c:pt idx="11442">
                  <c:v>7.0720599999999996</c:v>
                </c:pt>
                <c:pt idx="11443">
                  <c:v>7.0723599999999998</c:v>
                </c:pt>
                <c:pt idx="11444">
                  <c:v>7.0726699999999996</c:v>
                </c:pt>
                <c:pt idx="11445">
                  <c:v>7.0729699999999998</c:v>
                </c:pt>
                <c:pt idx="11446">
                  <c:v>7.0732799999999996</c:v>
                </c:pt>
                <c:pt idx="11447">
                  <c:v>7.0735900000000003</c:v>
                </c:pt>
                <c:pt idx="11448">
                  <c:v>7.0738899999999996</c:v>
                </c:pt>
                <c:pt idx="11449">
                  <c:v>7.0742000000000003</c:v>
                </c:pt>
                <c:pt idx="11450">
                  <c:v>7.0744999999999996</c:v>
                </c:pt>
                <c:pt idx="11451">
                  <c:v>7.0748100000000003</c:v>
                </c:pt>
                <c:pt idx="11452">
                  <c:v>7.0751099999999996</c:v>
                </c:pt>
                <c:pt idx="11453">
                  <c:v>7.0754200000000003</c:v>
                </c:pt>
                <c:pt idx="11454">
                  <c:v>7.0757199999999996</c:v>
                </c:pt>
                <c:pt idx="11455">
                  <c:v>7.0760300000000003</c:v>
                </c:pt>
                <c:pt idx="11456">
                  <c:v>7.0763299999999996</c:v>
                </c:pt>
                <c:pt idx="11457">
                  <c:v>7.0766400000000003</c:v>
                </c:pt>
                <c:pt idx="11458">
                  <c:v>7.0769399999999996</c:v>
                </c:pt>
                <c:pt idx="11459">
                  <c:v>7.0772500000000003</c:v>
                </c:pt>
                <c:pt idx="11460">
                  <c:v>7.0775600000000001</c:v>
                </c:pt>
                <c:pt idx="11461">
                  <c:v>7.0778600000000003</c:v>
                </c:pt>
                <c:pt idx="11462">
                  <c:v>7.0781700000000001</c:v>
                </c:pt>
                <c:pt idx="11463">
                  <c:v>7.0784700000000003</c:v>
                </c:pt>
                <c:pt idx="11464">
                  <c:v>7.0787800000000001</c:v>
                </c:pt>
                <c:pt idx="11465">
                  <c:v>7.0790800000000003</c:v>
                </c:pt>
                <c:pt idx="11466">
                  <c:v>7.0793900000000001</c:v>
                </c:pt>
                <c:pt idx="11467">
                  <c:v>7.0796900000000003</c:v>
                </c:pt>
                <c:pt idx="11468">
                  <c:v>7.08</c:v>
                </c:pt>
                <c:pt idx="11469">
                  <c:v>7.0803000000000003</c:v>
                </c:pt>
                <c:pt idx="11470">
                  <c:v>7.0806100000000001</c:v>
                </c:pt>
                <c:pt idx="11471">
                  <c:v>7.0809100000000003</c:v>
                </c:pt>
                <c:pt idx="11472">
                  <c:v>7.0812200000000001</c:v>
                </c:pt>
                <c:pt idx="11473">
                  <c:v>7.0815299999999999</c:v>
                </c:pt>
                <c:pt idx="11474">
                  <c:v>7.0818300000000001</c:v>
                </c:pt>
                <c:pt idx="11475">
                  <c:v>7.0821399999999999</c:v>
                </c:pt>
                <c:pt idx="11476">
                  <c:v>7.0824400000000001</c:v>
                </c:pt>
                <c:pt idx="11477">
                  <c:v>7.0827499999999999</c:v>
                </c:pt>
                <c:pt idx="11478">
                  <c:v>7.0830500000000001</c:v>
                </c:pt>
                <c:pt idx="11479">
                  <c:v>7.0833599999999999</c:v>
                </c:pt>
                <c:pt idx="11480">
                  <c:v>7.0836600000000001</c:v>
                </c:pt>
                <c:pt idx="11481">
                  <c:v>7.0839699999999999</c:v>
                </c:pt>
                <c:pt idx="11482">
                  <c:v>7.0842700000000001</c:v>
                </c:pt>
                <c:pt idx="11483">
                  <c:v>7.0845799999999999</c:v>
                </c:pt>
                <c:pt idx="11484">
                  <c:v>7.0848800000000001</c:v>
                </c:pt>
                <c:pt idx="11485">
                  <c:v>7.0851899999999999</c:v>
                </c:pt>
                <c:pt idx="11486">
                  <c:v>7.0854999999999997</c:v>
                </c:pt>
                <c:pt idx="11487">
                  <c:v>7.0857999999999999</c:v>
                </c:pt>
                <c:pt idx="11488">
                  <c:v>7.0861099999999997</c:v>
                </c:pt>
                <c:pt idx="11489">
                  <c:v>7.0864099999999999</c:v>
                </c:pt>
                <c:pt idx="11490">
                  <c:v>7.0867199999999997</c:v>
                </c:pt>
                <c:pt idx="11491">
                  <c:v>7.0870199999999999</c:v>
                </c:pt>
                <c:pt idx="11492">
                  <c:v>7.0873299999999997</c:v>
                </c:pt>
                <c:pt idx="11493">
                  <c:v>7.0876299999999999</c:v>
                </c:pt>
                <c:pt idx="11494">
                  <c:v>7.0879399999999997</c:v>
                </c:pt>
                <c:pt idx="11495">
                  <c:v>7.0882399999999999</c:v>
                </c:pt>
                <c:pt idx="11496">
                  <c:v>7.0885499999999997</c:v>
                </c:pt>
                <c:pt idx="11497">
                  <c:v>7.0888600000000004</c:v>
                </c:pt>
                <c:pt idx="11498">
                  <c:v>7.0891599999999997</c:v>
                </c:pt>
                <c:pt idx="11499">
                  <c:v>7.0894700000000004</c:v>
                </c:pt>
                <c:pt idx="11500">
                  <c:v>7.0897699999999997</c:v>
                </c:pt>
                <c:pt idx="11501">
                  <c:v>7.0900800000000004</c:v>
                </c:pt>
                <c:pt idx="11502">
                  <c:v>7.0903799999999997</c:v>
                </c:pt>
                <c:pt idx="11503">
                  <c:v>7.0906900000000004</c:v>
                </c:pt>
                <c:pt idx="11504">
                  <c:v>7.0909899999999997</c:v>
                </c:pt>
                <c:pt idx="11505">
                  <c:v>7.0913000000000004</c:v>
                </c:pt>
                <c:pt idx="11506">
                  <c:v>7.0915999999999997</c:v>
                </c:pt>
                <c:pt idx="11507">
                  <c:v>7.0919100000000004</c:v>
                </c:pt>
                <c:pt idx="11508">
                  <c:v>7.0922099999999997</c:v>
                </c:pt>
                <c:pt idx="11509">
                  <c:v>7.0925200000000004</c:v>
                </c:pt>
                <c:pt idx="11510">
                  <c:v>7.0928300000000002</c:v>
                </c:pt>
                <c:pt idx="11511">
                  <c:v>7.0931300000000004</c:v>
                </c:pt>
                <c:pt idx="11512">
                  <c:v>7.0934400000000002</c:v>
                </c:pt>
                <c:pt idx="11513">
                  <c:v>7.0937400000000004</c:v>
                </c:pt>
                <c:pt idx="11514">
                  <c:v>7.0940500000000002</c:v>
                </c:pt>
                <c:pt idx="11515">
                  <c:v>7.0943500000000004</c:v>
                </c:pt>
                <c:pt idx="11516">
                  <c:v>7.0946600000000002</c:v>
                </c:pt>
                <c:pt idx="11517">
                  <c:v>7.0949600000000004</c:v>
                </c:pt>
                <c:pt idx="11518">
                  <c:v>7.0952700000000002</c:v>
                </c:pt>
                <c:pt idx="11519">
                  <c:v>7.0955700000000004</c:v>
                </c:pt>
                <c:pt idx="11520">
                  <c:v>7.0958800000000002</c:v>
                </c:pt>
                <c:pt idx="11521">
                  <c:v>7.0961800000000004</c:v>
                </c:pt>
                <c:pt idx="11522">
                  <c:v>7.0964900000000002</c:v>
                </c:pt>
                <c:pt idx="11523">
                  <c:v>7.0968</c:v>
                </c:pt>
                <c:pt idx="11524">
                  <c:v>7.0971000000000002</c:v>
                </c:pt>
                <c:pt idx="11525">
                  <c:v>7.09741</c:v>
                </c:pt>
                <c:pt idx="11526">
                  <c:v>7.0977100000000002</c:v>
                </c:pt>
                <c:pt idx="11527">
                  <c:v>7.09802</c:v>
                </c:pt>
                <c:pt idx="11528">
                  <c:v>7.0983200000000002</c:v>
                </c:pt>
                <c:pt idx="11529">
                  <c:v>7.09863</c:v>
                </c:pt>
                <c:pt idx="11530">
                  <c:v>7.0989300000000002</c:v>
                </c:pt>
                <c:pt idx="11531">
                  <c:v>7.09924</c:v>
                </c:pt>
                <c:pt idx="11532">
                  <c:v>7.0995400000000002</c:v>
                </c:pt>
                <c:pt idx="11533">
                  <c:v>7.09985</c:v>
                </c:pt>
                <c:pt idx="11534">
                  <c:v>7.1001500000000002</c:v>
                </c:pt>
                <c:pt idx="11535">
                  <c:v>7.10046</c:v>
                </c:pt>
                <c:pt idx="11536">
                  <c:v>7.1007699999999998</c:v>
                </c:pt>
                <c:pt idx="11537">
                  <c:v>7.10107</c:v>
                </c:pt>
                <c:pt idx="11538">
                  <c:v>7.1013799999999998</c:v>
                </c:pt>
                <c:pt idx="11539">
                  <c:v>7.10168</c:v>
                </c:pt>
                <c:pt idx="11540">
                  <c:v>7.1019899999999998</c:v>
                </c:pt>
                <c:pt idx="11541">
                  <c:v>7.10229</c:v>
                </c:pt>
                <c:pt idx="11542">
                  <c:v>7.1025999999999998</c:v>
                </c:pt>
                <c:pt idx="11543">
                  <c:v>7.1029</c:v>
                </c:pt>
                <c:pt idx="11544">
                  <c:v>7.1032099999999998</c:v>
                </c:pt>
                <c:pt idx="11545">
                  <c:v>7.10351</c:v>
                </c:pt>
                <c:pt idx="11546">
                  <c:v>7.1038199999999998</c:v>
                </c:pt>
                <c:pt idx="11547">
                  <c:v>7.10412</c:v>
                </c:pt>
                <c:pt idx="11548">
                  <c:v>7.1044299999999998</c:v>
                </c:pt>
                <c:pt idx="11549">
                  <c:v>7.1047399999999996</c:v>
                </c:pt>
                <c:pt idx="11550">
                  <c:v>7.1050399999999998</c:v>
                </c:pt>
                <c:pt idx="11551">
                  <c:v>7.1053499999999996</c:v>
                </c:pt>
                <c:pt idx="11552">
                  <c:v>7.1056499999999998</c:v>
                </c:pt>
                <c:pt idx="11553">
                  <c:v>7.1059599999999996</c:v>
                </c:pt>
                <c:pt idx="11554">
                  <c:v>7.1062599999999998</c:v>
                </c:pt>
                <c:pt idx="11555">
                  <c:v>7.1065699999999996</c:v>
                </c:pt>
                <c:pt idx="11556">
                  <c:v>7.1068699999999998</c:v>
                </c:pt>
                <c:pt idx="11557">
                  <c:v>7.1071799999999996</c:v>
                </c:pt>
                <c:pt idx="11558">
                  <c:v>7.1074799999999998</c:v>
                </c:pt>
                <c:pt idx="11559">
                  <c:v>7.1077899999999996</c:v>
                </c:pt>
                <c:pt idx="11560">
                  <c:v>7.1081000000000003</c:v>
                </c:pt>
                <c:pt idx="11561">
                  <c:v>7.1083999999999996</c:v>
                </c:pt>
                <c:pt idx="11562">
                  <c:v>7.1087100000000003</c:v>
                </c:pt>
                <c:pt idx="11563">
                  <c:v>7.1090099999999996</c:v>
                </c:pt>
                <c:pt idx="11564">
                  <c:v>7.1093200000000003</c:v>
                </c:pt>
                <c:pt idx="11565">
                  <c:v>7.1096199999999996</c:v>
                </c:pt>
                <c:pt idx="11566">
                  <c:v>7.1099300000000003</c:v>
                </c:pt>
                <c:pt idx="11567">
                  <c:v>7.1102299999999996</c:v>
                </c:pt>
                <c:pt idx="11568">
                  <c:v>7.1105400000000003</c:v>
                </c:pt>
                <c:pt idx="11569">
                  <c:v>7.1108399999999996</c:v>
                </c:pt>
                <c:pt idx="11570">
                  <c:v>7.1111500000000003</c:v>
                </c:pt>
                <c:pt idx="11571">
                  <c:v>7.1114499999999996</c:v>
                </c:pt>
                <c:pt idx="11572">
                  <c:v>7.1117600000000003</c:v>
                </c:pt>
                <c:pt idx="11573">
                  <c:v>7.1120700000000001</c:v>
                </c:pt>
                <c:pt idx="11574">
                  <c:v>7.1123700000000003</c:v>
                </c:pt>
                <c:pt idx="11575">
                  <c:v>7.1126800000000001</c:v>
                </c:pt>
                <c:pt idx="11576">
                  <c:v>7.1129800000000003</c:v>
                </c:pt>
                <c:pt idx="11577">
                  <c:v>7.1132900000000001</c:v>
                </c:pt>
                <c:pt idx="11578">
                  <c:v>7.1135900000000003</c:v>
                </c:pt>
                <c:pt idx="11579">
                  <c:v>7.1139000000000001</c:v>
                </c:pt>
                <c:pt idx="11580">
                  <c:v>7.1142000000000003</c:v>
                </c:pt>
                <c:pt idx="11581">
                  <c:v>7.1145100000000001</c:v>
                </c:pt>
                <c:pt idx="11582">
                  <c:v>7.1148100000000003</c:v>
                </c:pt>
                <c:pt idx="11583">
                  <c:v>7.1151200000000001</c:v>
                </c:pt>
                <c:pt idx="11584">
                  <c:v>7.1154200000000003</c:v>
                </c:pt>
                <c:pt idx="11585">
                  <c:v>7.1157300000000001</c:v>
                </c:pt>
                <c:pt idx="11586">
                  <c:v>7.1160399999999999</c:v>
                </c:pt>
                <c:pt idx="11587">
                  <c:v>7.1163400000000001</c:v>
                </c:pt>
                <c:pt idx="11588">
                  <c:v>7.1166499999999999</c:v>
                </c:pt>
                <c:pt idx="11589">
                  <c:v>7.1169500000000001</c:v>
                </c:pt>
                <c:pt idx="11590">
                  <c:v>7.1172599999999999</c:v>
                </c:pt>
                <c:pt idx="11591">
                  <c:v>7.1175600000000001</c:v>
                </c:pt>
                <c:pt idx="11592">
                  <c:v>7.1178699999999999</c:v>
                </c:pt>
                <c:pt idx="11593">
                  <c:v>7.1181700000000001</c:v>
                </c:pt>
                <c:pt idx="11594">
                  <c:v>7.1184799999999999</c:v>
                </c:pt>
                <c:pt idx="11595">
                  <c:v>7.1187800000000001</c:v>
                </c:pt>
                <c:pt idx="11596">
                  <c:v>7.1190899999999999</c:v>
                </c:pt>
                <c:pt idx="11597">
                  <c:v>7.1193900000000001</c:v>
                </c:pt>
                <c:pt idx="11598">
                  <c:v>7.1196999999999999</c:v>
                </c:pt>
                <c:pt idx="11599">
                  <c:v>7.1200099999999997</c:v>
                </c:pt>
                <c:pt idx="11600">
                  <c:v>7.1203099999999999</c:v>
                </c:pt>
                <c:pt idx="11601">
                  <c:v>7.1206199999999997</c:v>
                </c:pt>
                <c:pt idx="11602">
                  <c:v>7.1209199999999999</c:v>
                </c:pt>
                <c:pt idx="11603">
                  <c:v>7.1212299999999997</c:v>
                </c:pt>
                <c:pt idx="11604">
                  <c:v>7.1215299999999999</c:v>
                </c:pt>
                <c:pt idx="11605">
                  <c:v>7.1218399999999997</c:v>
                </c:pt>
                <c:pt idx="11606">
                  <c:v>7.1221399999999999</c:v>
                </c:pt>
                <c:pt idx="11607">
                  <c:v>7.1224499999999997</c:v>
                </c:pt>
                <c:pt idx="11608">
                  <c:v>7.1227499999999999</c:v>
                </c:pt>
                <c:pt idx="11609">
                  <c:v>7.1230599999999997</c:v>
                </c:pt>
                <c:pt idx="11610">
                  <c:v>7.1233599999999999</c:v>
                </c:pt>
                <c:pt idx="11611">
                  <c:v>7.1236699999999997</c:v>
                </c:pt>
                <c:pt idx="11612">
                  <c:v>7.1239800000000004</c:v>
                </c:pt>
                <c:pt idx="11613">
                  <c:v>7.1242799999999997</c:v>
                </c:pt>
                <c:pt idx="11614">
                  <c:v>7.1245900000000004</c:v>
                </c:pt>
                <c:pt idx="11615">
                  <c:v>7.1248899999999997</c:v>
                </c:pt>
                <c:pt idx="11616">
                  <c:v>7.1252000000000004</c:v>
                </c:pt>
                <c:pt idx="11617">
                  <c:v>7.1254999999999997</c:v>
                </c:pt>
                <c:pt idx="11618">
                  <c:v>7.1258100000000004</c:v>
                </c:pt>
                <c:pt idx="11619">
                  <c:v>7.1261099999999997</c:v>
                </c:pt>
                <c:pt idx="11620">
                  <c:v>7.1264200000000004</c:v>
                </c:pt>
                <c:pt idx="11621">
                  <c:v>7.1267199999999997</c:v>
                </c:pt>
                <c:pt idx="11622">
                  <c:v>7.1270300000000004</c:v>
                </c:pt>
                <c:pt idx="11623">
                  <c:v>7.1273400000000002</c:v>
                </c:pt>
                <c:pt idx="11624">
                  <c:v>7.1276400000000004</c:v>
                </c:pt>
                <c:pt idx="11625">
                  <c:v>7.1279500000000002</c:v>
                </c:pt>
                <c:pt idx="11626">
                  <c:v>7.1282500000000004</c:v>
                </c:pt>
                <c:pt idx="11627">
                  <c:v>7.1285600000000002</c:v>
                </c:pt>
                <c:pt idx="11628">
                  <c:v>7.1288600000000004</c:v>
                </c:pt>
                <c:pt idx="11629">
                  <c:v>7.1291700000000002</c:v>
                </c:pt>
                <c:pt idx="11630">
                  <c:v>7.1294700000000004</c:v>
                </c:pt>
                <c:pt idx="11631">
                  <c:v>7.1297800000000002</c:v>
                </c:pt>
                <c:pt idx="11632">
                  <c:v>7.1300800000000004</c:v>
                </c:pt>
                <c:pt idx="11633">
                  <c:v>7.1303900000000002</c:v>
                </c:pt>
                <c:pt idx="11634">
                  <c:v>7.1306900000000004</c:v>
                </c:pt>
                <c:pt idx="11635">
                  <c:v>7.1310000000000002</c:v>
                </c:pt>
                <c:pt idx="11636">
                  <c:v>7.13131</c:v>
                </c:pt>
                <c:pt idx="11637">
                  <c:v>7.1316100000000002</c:v>
                </c:pt>
                <c:pt idx="11638">
                  <c:v>7.13192</c:v>
                </c:pt>
                <c:pt idx="11639">
                  <c:v>7.1322200000000002</c:v>
                </c:pt>
                <c:pt idx="11640">
                  <c:v>7.13253</c:v>
                </c:pt>
                <c:pt idx="11641">
                  <c:v>7.1328300000000002</c:v>
                </c:pt>
                <c:pt idx="11642">
                  <c:v>7.13314</c:v>
                </c:pt>
                <c:pt idx="11643">
                  <c:v>7.1334400000000002</c:v>
                </c:pt>
                <c:pt idx="11644">
                  <c:v>7.13375</c:v>
                </c:pt>
                <c:pt idx="11645">
                  <c:v>7.1340500000000002</c:v>
                </c:pt>
                <c:pt idx="11646">
                  <c:v>7.13436</c:v>
                </c:pt>
                <c:pt idx="11647">
                  <c:v>7.1346600000000002</c:v>
                </c:pt>
                <c:pt idx="11648">
                  <c:v>7.13497</c:v>
                </c:pt>
                <c:pt idx="11649">
                  <c:v>7.1352799999999998</c:v>
                </c:pt>
                <c:pt idx="11650">
                  <c:v>7.13558</c:v>
                </c:pt>
                <c:pt idx="11651">
                  <c:v>7.1358899999999998</c:v>
                </c:pt>
                <c:pt idx="11652">
                  <c:v>7.13619</c:v>
                </c:pt>
                <c:pt idx="11653">
                  <c:v>7.1364999999999998</c:v>
                </c:pt>
                <c:pt idx="11654">
                  <c:v>7.1368</c:v>
                </c:pt>
                <c:pt idx="11655">
                  <c:v>7.1371099999999998</c:v>
                </c:pt>
                <c:pt idx="11656">
                  <c:v>7.13741</c:v>
                </c:pt>
                <c:pt idx="11657">
                  <c:v>7.1377199999999998</c:v>
                </c:pt>
                <c:pt idx="11658">
                  <c:v>7.13802</c:v>
                </c:pt>
                <c:pt idx="11659">
                  <c:v>7.1383299999999998</c:v>
                </c:pt>
                <c:pt idx="11660">
                  <c:v>7.13863</c:v>
                </c:pt>
                <c:pt idx="11661">
                  <c:v>7.1389399999999998</c:v>
                </c:pt>
                <c:pt idx="11662">
                  <c:v>7.1392499999999997</c:v>
                </c:pt>
                <c:pt idx="11663">
                  <c:v>7.1395499999999998</c:v>
                </c:pt>
                <c:pt idx="11664">
                  <c:v>7.1398599999999997</c:v>
                </c:pt>
                <c:pt idx="11665">
                  <c:v>7.1401599999999998</c:v>
                </c:pt>
                <c:pt idx="11666">
                  <c:v>7.1404699999999997</c:v>
                </c:pt>
                <c:pt idx="11667">
                  <c:v>7.1407699999999998</c:v>
                </c:pt>
                <c:pt idx="11668">
                  <c:v>7.1410799999999997</c:v>
                </c:pt>
                <c:pt idx="11669">
                  <c:v>7.1413799999999998</c:v>
                </c:pt>
                <c:pt idx="11670">
                  <c:v>7.1416899999999996</c:v>
                </c:pt>
                <c:pt idx="11671">
                  <c:v>7.1419899999999998</c:v>
                </c:pt>
                <c:pt idx="11672">
                  <c:v>7.1422999999999996</c:v>
                </c:pt>
                <c:pt idx="11673">
                  <c:v>7.1425999999999998</c:v>
                </c:pt>
                <c:pt idx="11674">
                  <c:v>7.1429099999999996</c:v>
                </c:pt>
                <c:pt idx="11675">
                  <c:v>7.1432200000000003</c:v>
                </c:pt>
                <c:pt idx="11676">
                  <c:v>7.1435199999999996</c:v>
                </c:pt>
                <c:pt idx="11677">
                  <c:v>7.1438300000000003</c:v>
                </c:pt>
                <c:pt idx="11678">
                  <c:v>7.1441299999999996</c:v>
                </c:pt>
                <c:pt idx="11679">
                  <c:v>7.1444400000000003</c:v>
                </c:pt>
                <c:pt idx="11680">
                  <c:v>7.1447399999999996</c:v>
                </c:pt>
                <c:pt idx="11681">
                  <c:v>7.1450500000000003</c:v>
                </c:pt>
                <c:pt idx="11682">
                  <c:v>7.1453499999999996</c:v>
                </c:pt>
                <c:pt idx="11683">
                  <c:v>7.1456600000000003</c:v>
                </c:pt>
                <c:pt idx="11684">
                  <c:v>7.1459599999999996</c:v>
                </c:pt>
                <c:pt idx="11685">
                  <c:v>7.1462700000000003</c:v>
                </c:pt>
                <c:pt idx="11686">
                  <c:v>7.1465800000000002</c:v>
                </c:pt>
                <c:pt idx="11687">
                  <c:v>7.1468800000000003</c:v>
                </c:pt>
                <c:pt idx="11688">
                  <c:v>7.1471900000000002</c:v>
                </c:pt>
                <c:pt idx="11689">
                  <c:v>7.1474900000000003</c:v>
                </c:pt>
                <c:pt idx="11690">
                  <c:v>7.1478000000000002</c:v>
                </c:pt>
                <c:pt idx="11691">
                  <c:v>7.1481000000000003</c:v>
                </c:pt>
                <c:pt idx="11692">
                  <c:v>7.1484100000000002</c:v>
                </c:pt>
                <c:pt idx="11693">
                  <c:v>7.1487100000000003</c:v>
                </c:pt>
                <c:pt idx="11694">
                  <c:v>7.1490200000000002</c:v>
                </c:pt>
                <c:pt idx="11695">
                  <c:v>7.1493200000000003</c:v>
                </c:pt>
                <c:pt idx="11696">
                  <c:v>7.1496300000000002</c:v>
                </c:pt>
                <c:pt idx="11697">
                  <c:v>7.1499300000000003</c:v>
                </c:pt>
                <c:pt idx="11698">
                  <c:v>7.1502400000000002</c:v>
                </c:pt>
                <c:pt idx="11699">
                  <c:v>7.15055</c:v>
                </c:pt>
                <c:pt idx="11700">
                  <c:v>7.1508500000000002</c:v>
                </c:pt>
                <c:pt idx="11701">
                  <c:v>7.15116</c:v>
                </c:pt>
                <c:pt idx="11702">
                  <c:v>7.1514600000000002</c:v>
                </c:pt>
                <c:pt idx="11703">
                  <c:v>7.15177</c:v>
                </c:pt>
                <c:pt idx="11704">
                  <c:v>7.1520700000000001</c:v>
                </c:pt>
                <c:pt idx="11705">
                  <c:v>7.15238</c:v>
                </c:pt>
                <c:pt idx="11706">
                  <c:v>7.1526800000000001</c:v>
                </c:pt>
                <c:pt idx="11707">
                  <c:v>7.15299</c:v>
                </c:pt>
                <c:pt idx="11708">
                  <c:v>7.1532900000000001</c:v>
                </c:pt>
                <c:pt idx="11709">
                  <c:v>7.1536</c:v>
                </c:pt>
                <c:pt idx="11710">
                  <c:v>7.1539000000000001</c:v>
                </c:pt>
                <c:pt idx="11711">
                  <c:v>7.15421</c:v>
                </c:pt>
                <c:pt idx="11712">
                  <c:v>7.1545199999999998</c:v>
                </c:pt>
                <c:pt idx="11713">
                  <c:v>7.15482</c:v>
                </c:pt>
                <c:pt idx="11714">
                  <c:v>7.1551299999999998</c:v>
                </c:pt>
                <c:pt idx="11715">
                  <c:v>7.15543</c:v>
                </c:pt>
                <c:pt idx="11716">
                  <c:v>7.1557399999999998</c:v>
                </c:pt>
                <c:pt idx="11717">
                  <c:v>7.15604</c:v>
                </c:pt>
                <c:pt idx="11718">
                  <c:v>7.1563499999999998</c:v>
                </c:pt>
                <c:pt idx="11719">
                  <c:v>7.15665</c:v>
                </c:pt>
                <c:pt idx="11720">
                  <c:v>7.1569599999999998</c:v>
                </c:pt>
                <c:pt idx="11721">
                  <c:v>7.15726</c:v>
                </c:pt>
                <c:pt idx="11722">
                  <c:v>7.1575699999999998</c:v>
                </c:pt>
                <c:pt idx="11723">
                  <c:v>7.15787</c:v>
                </c:pt>
                <c:pt idx="11724">
                  <c:v>7.1581799999999998</c:v>
                </c:pt>
                <c:pt idx="11725">
                  <c:v>7.1584899999999996</c:v>
                </c:pt>
                <c:pt idx="11726">
                  <c:v>7.1587899999999998</c:v>
                </c:pt>
                <c:pt idx="11727">
                  <c:v>7.1590999999999996</c:v>
                </c:pt>
                <c:pt idx="11728">
                  <c:v>7.1593999999999998</c:v>
                </c:pt>
                <c:pt idx="11729">
                  <c:v>7.1597099999999996</c:v>
                </c:pt>
                <c:pt idx="11730">
                  <c:v>7.1600099999999998</c:v>
                </c:pt>
                <c:pt idx="11731">
                  <c:v>7.1603199999999996</c:v>
                </c:pt>
                <c:pt idx="11732">
                  <c:v>7.1606199999999998</c:v>
                </c:pt>
                <c:pt idx="11733">
                  <c:v>7.1609299999999996</c:v>
                </c:pt>
                <c:pt idx="11734">
                  <c:v>7.1612299999999998</c:v>
                </c:pt>
                <c:pt idx="11735">
                  <c:v>7.1615399999999996</c:v>
                </c:pt>
                <c:pt idx="11736">
                  <c:v>7.1618500000000003</c:v>
                </c:pt>
                <c:pt idx="11737">
                  <c:v>7.1621499999999996</c:v>
                </c:pt>
                <c:pt idx="11738">
                  <c:v>7.1624600000000003</c:v>
                </c:pt>
                <c:pt idx="11739">
                  <c:v>7.1627599999999996</c:v>
                </c:pt>
                <c:pt idx="11740">
                  <c:v>7.1630700000000003</c:v>
                </c:pt>
                <c:pt idx="11741">
                  <c:v>7.1633699999999996</c:v>
                </c:pt>
                <c:pt idx="11742">
                  <c:v>7.1636800000000003</c:v>
                </c:pt>
                <c:pt idx="11743">
                  <c:v>7.1639799999999996</c:v>
                </c:pt>
                <c:pt idx="11744">
                  <c:v>7.1642900000000003</c:v>
                </c:pt>
                <c:pt idx="11745">
                  <c:v>7.1645899999999996</c:v>
                </c:pt>
                <c:pt idx="11746">
                  <c:v>7.1649000000000003</c:v>
                </c:pt>
                <c:pt idx="11747">
                  <c:v>7.1651999999999996</c:v>
                </c:pt>
                <c:pt idx="11748">
                  <c:v>7.1655100000000003</c:v>
                </c:pt>
                <c:pt idx="11749">
                  <c:v>7.1658200000000001</c:v>
                </c:pt>
                <c:pt idx="11750">
                  <c:v>7.1661200000000003</c:v>
                </c:pt>
                <c:pt idx="11751">
                  <c:v>7.1664300000000001</c:v>
                </c:pt>
                <c:pt idx="11752">
                  <c:v>7.1667300000000003</c:v>
                </c:pt>
                <c:pt idx="11753">
                  <c:v>7.1670400000000001</c:v>
                </c:pt>
                <c:pt idx="11754">
                  <c:v>7.1673400000000003</c:v>
                </c:pt>
                <c:pt idx="11755">
                  <c:v>7.1676500000000001</c:v>
                </c:pt>
                <c:pt idx="11756">
                  <c:v>7.1679500000000003</c:v>
                </c:pt>
                <c:pt idx="11757">
                  <c:v>7.1682600000000001</c:v>
                </c:pt>
                <c:pt idx="11758">
                  <c:v>7.1685600000000003</c:v>
                </c:pt>
                <c:pt idx="11759">
                  <c:v>7.1688700000000001</c:v>
                </c:pt>
                <c:pt idx="11760">
                  <c:v>7.1691700000000003</c:v>
                </c:pt>
                <c:pt idx="11761">
                  <c:v>7.1694800000000001</c:v>
                </c:pt>
                <c:pt idx="11762">
                  <c:v>7.1697899999999999</c:v>
                </c:pt>
                <c:pt idx="11763">
                  <c:v>7.1700900000000001</c:v>
                </c:pt>
                <c:pt idx="11764">
                  <c:v>7.1703999999999999</c:v>
                </c:pt>
                <c:pt idx="11765">
                  <c:v>7.1707000000000001</c:v>
                </c:pt>
                <c:pt idx="11766">
                  <c:v>7.1710099999999999</c:v>
                </c:pt>
                <c:pt idx="11767">
                  <c:v>7.1713100000000001</c:v>
                </c:pt>
                <c:pt idx="11768">
                  <c:v>7.1716199999999999</c:v>
                </c:pt>
                <c:pt idx="11769">
                  <c:v>7.1719200000000001</c:v>
                </c:pt>
                <c:pt idx="11770">
                  <c:v>7.1722299999999999</c:v>
                </c:pt>
                <c:pt idx="11771">
                  <c:v>7.1725300000000001</c:v>
                </c:pt>
                <c:pt idx="11772">
                  <c:v>7.1728399999999999</c:v>
                </c:pt>
                <c:pt idx="11773">
                  <c:v>7.1731400000000001</c:v>
                </c:pt>
                <c:pt idx="11774">
                  <c:v>7.1734499999999999</c:v>
                </c:pt>
                <c:pt idx="11775">
                  <c:v>7.1737599999999997</c:v>
                </c:pt>
                <c:pt idx="11776">
                  <c:v>7.1740599999999999</c:v>
                </c:pt>
                <c:pt idx="11777">
                  <c:v>7.1743699999999997</c:v>
                </c:pt>
                <c:pt idx="11778">
                  <c:v>7.1746699999999999</c:v>
                </c:pt>
                <c:pt idx="11779">
                  <c:v>7.1749799999999997</c:v>
                </c:pt>
                <c:pt idx="11780">
                  <c:v>7.1752799999999999</c:v>
                </c:pt>
                <c:pt idx="11781">
                  <c:v>7.1755899999999997</c:v>
                </c:pt>
                <c:pt idx="11782">
                  <c:v>7.1758899999999999</c:v>
                </c:pt>
                <c:pt idx="11783">
                  <c:v>7.1761999999999997</c:v>
                </c:pt>
                <c:pt idx="11784">
                  <c:v>7.1764999999999999</c:v>
                </c:pt>
                <c:pt idx="11785">
                  <c:v>7.1768099999999997</c:v>
                </c:pt>
                <c:pt idx="11786">
                  <c:v>7.1771099999999999</c:v>
                </c:pt>
                <c:pt idx="11787">
                  <c:v>7.1774199999999997</c:v>
                </c:pt>
                <c:pt idx="11788">
                  <c:v>7.1777300000000004</c:v>
                </c:pt>
                <c:pt idx="11789">
                  <c:v>7.1780299999999997</c:v>
                </c:pt>
                <c:pt idx="11790">
                  <c:v>7.1783400000000004</c:v>
                </c:pt>
                <c:pt idx="11791">
                  <c:v>7.1786399999999997</c:v>
                </c:pt>
                <c:pt idx="11792">
                  <c:v>7.1789500000000004</c:v>
                </c:pt>
                <c:pt idx="11793">
                  <c:v>7.1792499999999997</c:v>
                </c:pt>
                <c:pt idx="11794">
                  <c:v>7.1795600000000004</c:v>
                </c:pt>
                <c:pt idx="11795">
                  <c:v>7.1798599999999997</c:v>
                </c:pt>
                <c:pt idx="11796">
                  <c:v>7.1801700000000004</c:v>
                </c:pt>
                <c:pt idx="11797">
                  <c:v>7.1804699999999997</c:v>
                </c:pt>
                <c:pt idx="11798">
                  <c:v>7.1807800000000004</c:v>
                </c:pt>
                <c:pt idx="11799">
                  <c:v>7.1810900000000002</c:v>
                </c:pt>
                <c:pt idx="11800">
                  <c:v>7.1813900000000004</c:v>
                </c:pt>
                <c:pt idx="11801">
                  <c:v>7.1817000000000002</c:v>
                </c:pt>
                <c:pt idx="11802">
                  <c:v>7.1820000000000004</c:v>
                </c:pt>
                <c:pt idx="11803">
                  <c:v>7.1823100000000002</c:v>
                </c:pt>
                <c:pt idx="11804">
                  <c:v>7.1826100000000004</c:v>
                </c:pt>
                <c:pt idx="11805">
                  <c:v>7.1829200000000002</c:v>
                </c:pt>
                <c:pt idx="11806">
                  <c:v>7.1832200000000004</c:v>
                </c:pt>
                <c:pt idx="11807">
                  <c:v>7.1835300000000002</c:v>
                </c:pt>
                <c:pt idx="11808">
                  <c:v>7.1838300000000004</c:v>
                </c:pt>
                <c:pt idx="11809">
                  <c:v>7.1841400000000002</c:v>
                </c:pt>
                <c:pt idx="11810">
                  <c:v>7.1844400000000004</c:v>
                </c:pt>
                <c:pt idx="11811">
                  <c:v>7.1847500000000002</c:v>
                </c:pt>
                <c:pt idx="11812">
                  <c:v>7.18506</c:v>
                </c:pt>
                <c:pt idx="11813">
                  <c:v>7.1853600000000002</c:v>
                </c:pt>
                <c:pt idx="11814">
                  <c:v>7.18567</c:v>
                </c:pt>
                <c:pt idx="11815">
                  <c:v>7.1859700000000002</c:v>
                </c:pt>
                <c:pt idx="11816">
                  <c:v>7.18628</c:v>
                </c:pt>
                <c:pt idx="11817">
                  <c:v>7.1865800000000002</c:v>
                </c:pt>
                <c:pt idx="11818">
                  <c:v>7.18689</c:v>
                </c:pt>
                <c:pt idx="11819">
                  <c:v>7.1871900000000002</c:v>
                </c:pt>
                <c:pt idx="11820">
                  <c:v>7.1875</c:v>
                </c:pt>
                <c:pt idx="11821">
                  <c:v>7.1878000000000002</c:v>
                </c:pt>
                <c:pt idx="11822">
                  <c:v>7.18811</c:v>
                </c:pt>
                <c:pt idx="11823">
                  <c:v>7.1884100000000002</c:v>
                </c:pt>
                <c:pt idx="11824">
                  <c:v>7.18872</c:v>
                </c:pt>
                <c:pt idx="11825">
                  <c:v>7.1890299999999998</c:v>
                </c:pt>
                <c:pt idx="11826">
                  <c:v>7.18933</c:v>
                </c:pt>
                <c:pt idx="11827">
                  <c:v>7.1896399999999998</c:v>
                </c:pt>
                <c:pt idx="11828">
                  <c:v>7.18994</c:v>
                </c:pt>
                <c:pt idx="11829">
                  <c:v>7.1902499999999998</c:v>
                </c:pt>
                <c:pt idx="11830">
                  <c:v>7.19055</c:v>
                </c:pt>
                <c:pt idx="11831">
                  <c:v>7.1908599999999998</c:v>
                </c:pt>
                <c:pt idx="11832">
                  <c:v>7.19116</c:v>
                </c:pt>
                <c:pt idx="11833">
                  <c:v>7.1914699999999998</c:v>
                </c:pt>
                <c:pt idx="11834">
                  <c:v>7.19177</c:v>
                </c:pt>
                <c:pt idx="11835">
                  <c:v>7.1920799999999998</c:v>
                </c:pt>
                <c:pt idx="11836">
                  <c:v>7.19238</c:v>
                </c:pt>
                <c:pt idx="11837">
                  <c:v>7.1926899999999998</c:v>
                </c:pt>
                <c:pt idx="11838">
                  <c:v>7.1929999999999996</c:v>
                </c:pt>
                <c:pt idx="11839">
                  <c:v>7.1932999999999998</c:v>
                </c:pt>
                <c:pt idx="11840">
                  <c:v>7.1936099999999996</c:v>
                </c:pt>
                <c:pt idx="11841">
                  <c:v>7.1939099999999998</c:v>
                </c:pt>
                <c:pt idx="11842">
                  <c:v>7.1942199999999996</c:v>
                </c:pt>
                <c:pt idx="11843">
                  <c:v>7.1945199999999998</c:v>
                </c:pt>
                <c:pt idx="11844">
                  <c:v>7.1948299999999996</c:v>
                </c:pt>
                <c:pt idx="11845">
                  <c:v>7.1951299999999998</c:v>
                </c:pt>
                <c:pt idx="11846">
                  <c:v>7.1954399999999996</c:v>
                </c:pt>
                <c:pt idx="11847">
                  <c:v>7.1957399999999998</c:v>
                </c:pt>
                <c:pt idx="11848">
                  <c:v>7.1960499999999996</c:v>
                </c:pt>
                <c:pt idx="11849">
                  <c:v>7.1963499999999998</c:v>
                </c:pt>
                <c:pt idx="11850">
                  <c:v>7.1966599999999996</c:v>
                </c:pt>
                <c:pt idx="11851">
                  <c:v>7.1969700000000003</c:v>
                </c:pt>
                <c:pt idx="11852">
                  <c:v>7.1972699999999996</c:v>
                </c:pt>
                <c:pt idx="11853">
                  <c:v>7.1975800000000003</c:v>
                </c:pt>
                <c:pt idx="11854">
                  <c:v>7.1978799999999996</c:v>
                </c:pt>
                <c:pt idx="11855">
                  <c:v>7.1981900000000003</c:v>
                </c:pt>
                <c:pt idx="11856">
                  <c:v>7.1984899999999996</c:v>
                </c:pt>
                <c:pt idx="11857">
                  <c:v>7.1988000000000003</c:v>
                </c:pt>
                <c:pt idx="11858">
                  <c:v>7.1990999999999996</c:v>
                </c:pt>
                <c:pt idx="11859">
                  <c:v>7.1994100000000003</c:v>
                </c:pt>
                <c:pt idx="11860">
                  <c:v>7.1997099999999996</c:v>
                </c:pt>
                <c:pt idx="11861">
                  <c:v>7.2000200000000003</c:v>
                </c:pt>
                <c:pt idx="11862">
                  <c:v>7.2003300000000001</c:v>
                </c:pt>
                <c:pt idx="11863">
                  <c:v>7.2006300000000003</c:v>
                </c:pt>
                <c:pt idx="11864">
                  <c:v>7.2009400000000001</c:v>
                </c:pt>
                <c:pt idx="11865">
                  <c:v>7.2012400000000003</c:v>
                </c:pt>
                <c:pt idx="11866">
                  <c:v>7.2015500000000001</c:v>
                </c:pt>
                <c:pt idx="11867">
                  <c:v>7.2018500000000003</c:v>
                </c:pt>
                <c:pt idx="11868">
                  <c:v>7.2021600000000001</c:v>
                </c:pt>
                <c:pt idx="11869">
                  <c:v>7.2024600000000003</c:v>
                </c:pt>
                <c:pt idx="11870">
                  <c:v>7.2027700000000001</c:v>
                </c:pt>
                <c:pt idx="11871">
                  <c:v>7.2030700000000003</c:v>
                </c:pt>
                <c:pt idx="11872">
                  <c:v>7.2033800000000001</c:v>
                </c:pt>
                <c:pt idx="11873">
                  <c:v>7.2036800000000003</c:v>
                </c:pt>
                <c:pt idx="11874">
                  <c:v>7.2039900000000001</c:v>
                </c:pt>
                <c:pt idx="11875">
                  <c:v>7.2042999999999999</c:v>
                </c:pt>
                <c:pt idx="11876">
                  <c:v>7.2046000000000001</c:v>
                </c:pt>
                <c:pt idx="11877">
                  <c:v>7.2049099999999999</c:v>
                </c:pt>
                <c:pt idx="11878">
                  <c:v>7.2052100000000001</c:v>
                </c:pt>
                <c:pt idx="11879">
                  <c:v>7.2055199999999999</c:v>
                </c:pt>
                <c:pt idx="11880">
                  <c:v>7.2058200000000001</c:v>
                </c:pt>
                <c:pt idx="11881">
                  <c:v>7.2061299999999999</c:v>
                </c:pt>
                <c:pt idx="11882">
                  <c:v>7.2064300000000001</c:v>
                </c:pt>
                <c:pt idx="11883">
                  <c:v>7.2067399999999999</c:v>
                </c:pt>
                <c:pt idx="11884">
                  <c:v>7.2070400000000001</c:v>
                </c:pt>
                <c:pt idx="11885">
                  <c:v>7.2073499999999999</c:v>
                </c:pt>
                <c:pt idx="11886">
                  <c:v>7.2076500000000001</c:v>
                </c:pt>
                <c:pt idx="11887">
                  <c:v>7.2079599999999999</c:v>
                </c:pt>
                <c:pt idx="11888">
                  <c:v>7.2082699999999997</c:v>
                </c:pt>
                <c:pt idx="11889">
                  <c:v>7.2085699999999999</c:v>
                </c:pt>
                <c:pt idx="11890">
                  <c:v>7.2088799999999997</c:v>
                </c:pt>
                <c:pt idx="11891">
                  <c:v>7.2091799999999999</c:v>
                </c:pt>
                <c:pt idx="11892">
                  <c:v>7.2094899999999997</c:v>
                </c:pt>
                <c:pt idx="11893">
                  <c:v>7.2097899999999999</c:v>
                </c:pt>
                <c:pt idx="11894">
                  <c:v>7.2100999999999997</c:v>
                </c:pt>
                <c:pt idx="11895">
                  <c:v>7.2103999999999999</c:v>
                </c:pt>
                <c:pt idx="11896">
                  <c:v>7.2107099999999997</c:v>
                </c:pt>
                <c:pt idx="11897">
                  <c:v>7.2110099999999999</c:v>
                </c:pt>
                <c:pt idx="11898">
                  <c:v>7.2113199999999997</c:v>
                </c:pt>
                <c:pt idx="11899">
                  <c:v>7.2116199999999999</c:v>
                </c:pt>
                <c:pt idx="11900">
                  <c:v>7.2119299999999997</c:v>
                </c:pt>
                <c:pt idx="11901">
                  <c:v>7.2122400000000004</c:v>
                </c:pt>
                <c:pt idx="11902">
                  <c:v>7.2125399999999997</c:v>
                </c:pt>
                <c:pt idx="11903">
                  <c:v>7.2128500000000004</c:v>
                </c:pt>
                <c:pt idx="11904">
                  <c:v>7.2131499999999997</c:v>
                </c:pt>
                <c:pt idx="11905">
                  <c:v>7.2134600000000004</c:v>
                </c:pt>
                <c:pt idx="11906">
                  <c:v>7.2137599999999997</c:v>
                </c:pt>
                <c:pt idx="11907">
                  <c:v>7.2140700000000004</c:v>
                </c:pt>
                <c:pt idx="11908">
                  <c:v>7.2143699999999997</c:v>
                </c:pt>
                <c:pt idx="11909">
                  <c:v>7.2146800000000004</c:v>
                </c:pt>
                <c:pt idx="11910">
                  <c:v>7.2149799999999997</c:v>
                </c:pt>
                <c:pt idx="11911">
                  <c:v>7.2152900000000004</c:v>
                </c:pt>
                <c:pt idx="11912">
                  <c:v>7.2156000000000002</c:v>
                </c:pt>
                <c:pt idx="11913">
                  <c:v>7.2159000000000004</c:v>
                </c:pt>
                <c:pt idx="11914">
                  <c:v>7.2162100000000002</c:v>
                </c:pt>
                <c:pt idx="11915">
                  <c:v>7.2165100000000004</c:v>
                </c:pt>
                <c:pt idx="11916">
                  <c:v>7.2168200000000002</c:v>
                </c:pt>
                <c:pt idx="11917">
                  <c:v>7.2171200000000004</c:v>
                </c:pt>
                <c:pt idx="11918">
                  <c:v>7.2174300000000002</c:v>
                </c:pt>
                <c:pt idx="11919">
                  <c:v>7.2177300000000004</c:v>
                </c:pt>
                <c:pt idx="11920">
                  <c:v>7.2180400000000002</c:v>
                </c:pt>
                <c:pt idx="11921">
                  <c:v>7.2183400000000004</c:v>
                </c:pt>
                <c:pt idx="11922">
                  <c:v>7.2186500000000002</c:v>
                </c:pt>
                <c:pt idx="11923">
                  <c:v>7.2189500000000004</c:v>
                </c:pt>
                <c:pt idx="11924">
                  <c:v>7.2192600000000002</c:v>
                </c:pt>
                <c:pt idx="11925">
                  <c:v>7.21957</c:v>
                </c:pt>
                <c:pt idx="11926">
                  <c:v>7.2198700000000002</c:v>
                </c:pt>
                <c:pt idx="11927">
                  <c:v>7.22018</c:v>
                </c:pt>
                <c:pt idx="11928">
                  <c:v>7.2204800000000002</c:v>
                </c:pt>
                <c:pt idx="11929">
                  <c:v>7.22079</c:v>
                </c:pt>
                <c:pt idx="11930">
                  <c:v>7.2210900000000002</c:v>
                </c:pt>
                <c:pt idx="11931">
                  <c:v>7.2214</c:v>
                </c:pt>
                <c:pt idx="11932">
                  <c:v>7.2217000000000002</c:v>
                </c:pt>
                <c:pt idx="11933">
                  <c:v>7.22201</c:v>
                </c:pt>
                <c:pt idx="11934">
                  <c:v>7.2223100000000002</c:v>
                </c:pt>
                <c:pt idx="11935">
                  <c:v>7.22262</c:v>
                </c:pt>
                <c:pt idx="11936">
                  <c:v>7.2229200000000002</c:v>
                </c:pt>
                <c:pt idx="11937">
                  <c:v>7.22323</c:v>
                </c:pt>
                <c:pt idx="11938">
                  <c:v>7.2235399999999998</c:v>
                </c:pt>
                <c:pt idx="11939">
                  <c:v>7.22384</c:v>
                </c:pt>
                <c:pt idx="11940">
                  <c:v>7.2241499999999998</c:v>
                </c:pt>
                <c:pt idx="11941">
                  <c:v>7.22445</c:v>
                </c:pt>
                <c:pt idx="11942">
                  <c:v>7.2247599999999998</c:v>
                </c:pt>
                <c:pt idx="11943">
                  <c:v>7.22506</c:v>
                </c:pt>
                <c:pt idx="11944">
                  <c:v>7.2253699999999998</c:v>
                </c:pt>
                <c:pt idx="11945">
                  <c:v>7.22567</c:v>
                </c:pt>
                <c:pt idx="11946">
                  <c:v>7.2259799999999998</c:v>
                </c:pt>
                <c:pt idx="11947">
                  <c:v>7.22628</c:v>
                </c:pt>
                <c:pt idx="11948">
                  <c:v>7.2265899999999998</c:v>
                </c:pt>
                <c:pt idx="11949">
                  <c:v>7.22689</c:v>
                </c:pt>
                <c:pt idx="11950">
                  <c:v>7.2271999999999998</c:v>
                </c:pt>
                <c:pt idx="11951">
                  <c:v>7.2275099999999997</c:v>
                </c:pt>
                <c:pt idx="11952">
                  <c:v>7.2278099999999998</c:v>
                </c:pt>
                <c:pt idx="11953">
                  <c:v>7.2281199999999997</c:v>
                </c:pt>
                <c:pt idx="11954">
                  <c:v>7.2284199999999998</c:v>
                </c:pt>
                <c:pt idx="11955">
                  <c:v>7.2287299999999997</c:v>
                </c:pt>
                <c:pt idx="11956">
                  <c:v>7.2290299999999998</c:v>
                </c:pt>
                <c:pt idx="11957">
                  <c:v>7.2293399999999997</c:v>
                </c:pt>
                <c:pt idx="11958">
                  <c:v>7.2296399999999998</c:v>
                </c:pt>
                <c:pt idx="11959">
                  <c:v>7.2299499999999997</c:v>
                </c:pt>
                <c:pt idx="11960">
                  <c:v>7.2302499999999998</c:v>
                </c:pt>
                <c:pt idx="11961">
                  <c:v>7.2305599999999997</c:v>
                </c:pt>
                <c:pt idx="11962">
                  <c:v>7.2308599999999998</c:v>
                </c:pt>
                <c:pt idx="11963">
                  <c:v>7.2311699999999997</c:v>
                </c:pt>
                <c:pt idx="11964">
                  <c:v>7.2314800000000004</c:v>
                </c:pt>
                <c:pt idx="11965">
                  <c:v>7.2317799999999997</c:v>
                </c:pt>
                <c:pt idx="11966">
                  <c:v>7.2320900000000004</c:v>
                </c:pt>
                <c:pt idx="11967">
                  <c:v>7.2323899999999997</c:v>
                </c:pt>
                <c:pt idx="11968">
                  <c:v>7.2327000000000004</c:v>
                </c:pt>
                <c:pt idx="11969">
                  <c:v>7.2329999999999997</c:v>
                </c:pt>
                <c:pt idx="11970">
                  <c:v>7.2333100000000004</c:v>
                </c:pt>
                <c:pt idx="11971">
                  <c:v>7.2336099999999997</c:v>
                </c:pt>
                <c:pt idx="11972">
                  <c:v>7.2339200000000003</c:v>
                </c:pt>
                <c:pt idx="11973">
                  <c:v>7.2342199999999997</c:v>
                </c:pt>
                <c:pt idx="11974">
                  <c:v>7.2345300000000003</c:v>
                </c:pt>
                <c:pt idx="11975">
                  <c:v>7.2348400000000002</c:v>
                </c:pt>
                <c:pt idx="11976">
                  <c:v>7.2351400000000003</c:v>
                </c:pt>
                <c:pt idx="11977">
                  <c:v>7.2354500000000002</c:v>
                </c:pt>
                <c:pt idx="11978">
                  <c:v>7.2357500000000003</c:v>
                </c:pt>
                <c:pt idx="11979">
                  <c:v>7.2360600000000002</c:v>
                </c:pt>
                <c:pt idx="11980">
                  <c:v>7.2363600000000003</c:v>
                </c:pt>
                <c:pt idx="11981">
                  <c:v>7.2366700000000002</c:v>
                </c:pt>
                <c:pt idx="11982">
                  <c:v>7.2369700000000003</c:v>
                </c:pt>
                <c:pt idx="11983">
                  <c:v>7.2372800000000002</c:v>
                </c:pt>
                <c:pt idx="11984">
                  <c:v>7.2375800000000003</c:v>
                </c:pt>
                <c:pt idx="11985">
                  <c:v>7.2378900000000002</c:v>
                </c:pt>
                <c:pt idx="11986">
                  <c:v>7.2381900000000003</c:v>
                </c:pt>
                <c:pt idx="11987">
                  <c:v>7.2385000000000002</c:v>
                </c:pt>
                <c:pt idx="11988">
                  <c:v>7.23881</c:v>
                </c:pt>
                <c:pt idx="11989">
                  <c:v>7.2391100000000002</c:v>
                </c:pt>
                <c:pt idx="11990">
                  <c:v>7.23942</c:v>
                </c:pt>
                <c:pt idx="11991">
                  <c:v>7.2397200000000002</c:v>
                </c:pt>
                <c:pt idx="11992">
                  <c:v>7.24003</c:v>
                </c:pt>
                <c:pt idx="11993">
                  <c:v>7.2403300000000002</c:v>
                </c:pt>
                <c:pt idx="11994">
                  <c:v>7.24064</c:v>
                </c:pt>
                <c:pt idx="11995">
                  <c:v>7.2409400000000002</c:v>
                </c:pt>
                <c:pt idx="11996">
                  <c:v>7.24125</c:v>
                </c:pt>
                <c:pt idx="11997">
                  <c:v>7.2415500000000002</c:v>
                </c:pt>
                <c:pt idx="11998">
                  <c:v>7.24186</c:v>
                </c:pt>
                <c:pt idx="11999">
                  <c:v>7.2421600000000002</c:v>
                </c:pt>
                <c:pt idx="12000">
                  <c:v>7.24247</c:v>
                </c:pt>
                <c:pt idx="12001">
                  <c:v>7.2427799999999998</c:v>
                </c:pt>
                <c:pt idx="12002">
                  <c:v>7.24308</c:v>
                </c:pt>
                <c:pt idx="12003">
                  <c:v>7.2433899999999998</c:v>
                </c:pt>
                <c:pt idx="12004">
                  <c:v>7.24369</c:v>
                </c:pt>
                <c:pt idx="12005">
                  <c:v>7.2439999999999998</c:v>
                </c:pt>
                <c:pt idx="12006">
                  <c:v>7.2443</c:v>
                </c:pt>
                <c:pt idx="12007">
                  <c:v>7.2446099999999998</c:v>
                </c:pt>
                <c:pt idx="12008">
                  <c:v>7.24491</c:v>
                </c:pt>
                <c:pt idx="12009">
                  <c:v>7.2452199999999998</c:v>
                </c:pt>
                <c:pt idx="12010">
                  <c:v>7.24552</c:v>
                </c:pt>
                <c:pt idx="12011">
                  <c:v>7.2458299999999998</c:v>
                </c:pt>
                <c:pt idx="12012">
                  <c:v>7.24613</c:v>
                </c:pt>
                <c:pt idx="12013">
                  <c:v>7.2464399999999998</c:v>
                </c:pt>
                <c:pt idx="12014">
                  <c:v>7.2467499999999996</c:v>
                </c:pt>
                <c:pt idx="12015">
                  <c:v>7.2470499999999998</c:v>
                </c:pt>
                <c:pt idx="12016">
                  <c:v>7.2473599999999996</c:v>
                </c:pt>
                <c:pt idx="12017">
                  <c:v>7.2476599999999998</c:v>
                </c:pt>
                <c:pt idx="12018">
                  <c:v>7.2479699999999996</c:v>
                </c:pt>
                <c:pt idx="12019">
                  <c:v>7.2482699999999998</c:v>
                </c:pt>
                <c:pt idx="12020">
                  <c:v>7.2485799999999996</c:v>
                </c:pt>
                <c:pt idx="12021">
                  <c:v>7.2488799999999998</c:v>
                </c:pt>
                <c:pt idx="12022">
                  <c:v>7.2491899999999996</c:v>
                </c:pt>
                <c:pt idx="12023">
                  <c:v>7.2494899999999998</c:v>
                </c:pt>
                <c:pt idx="12024">
                  <c:v>7.2497999999999996</c:v>
                </c:pt>
                <c:pt idx="12025">
                  <c:v>7.2500999999999998</c:v>
                </c:pt>
                <c:pt idx="12026">
                  <c:v>7.2504099999999996</c:v>
                </c:pt>
                <c:pt idx="12027">
                  <c:v>7.2507200000000003</c:v>
                </c:pt>
                <c:pt idx="12028">
                  <c:v>7.2510199999999996</c:v>
                </c:pt>
                <c:pt idx="12029">
                  <c:v>7.2513300000000003</c:v>
                </c:pt>
                <c:pt idx="12030">
                  <c:v>7.2516299999999996</c:v>
                </c:pt>
                <c:pt idx="12031">
                  <c:v>7.2519400000000003</c:v>
                </c:pt>
                <c:pt idx="12032">
                  <c:v>7.2522399999999996</c:v>
                </c:pt>
                <c:pt idx="12033">
                  <c:v>7.2525500000000003</c:v>
                </c:pt>
                <c:pt idx="12034">
                  <c:v>7.2528499999999996</c:v>
                </c:pt>
                <c:pt idx="12035">
                  <c:v>7.2531600000000003</c:v>
                </c:pt>
                <c:pt idx="12036">
                  <c:v>7.2534599999999996</c:v>
                </c:pt>
                <c:pt idx="12037">
                  <c:v>7.2537700000000003</c:v>
                </c:pt>
                <c:pt idx="12038">
                  <c:v>7.2540800000000001</c:v>
                </c:pt>
                <c:pt idx="12039">
                  <c:v>7.2543800000000003</c:v>
                </c:pt>
                <c:pt idx="12040">
                  <c:v>7.2546900000000001</c:v>
                </c:pt>
                <c:pt idx="12041">
                  <c:v>7.2549900000000003</c:v>
                </c:pt>
                <c:pt idx="12042">
                  <c:v>7.2553000000000001</c:v>
                </c:pt>
                <c:pt idx="12043">
                  <c:v>7.2556000000000003</c:v>
                </c:pt>
                <c:pt idx="12044">
                  <c:v>7.2559100000000001</c:v>
                </c:pt>
                <c:pt idx="12045">
                  <c:v>7.2562100000000003</c:v>
                </c:pt>
                <c:pt idx="12046">
                  <c:v>7.2565200000000001</c:v>
                </c:pt>
                <c:pt idx="12047">
                  <c:v>7.2568200000000003</c:v>
                </c:pt>
                <c:pt idx="12048">
                  <c:v>7.2571300000000001</c:v>
                </c:pt>
                <c:pt idx="12049">
                  <c:v>7.2574300000000003</c:v>
                </c:pt>
                <c:pt idx="12050">
                  <c:v>7.2577400000000001</c:v>
                </c:pt>
                <c:pt idx="12051">
                  <c:v>7.2580499999999999</c:v>
                </c:pt>
                <c:pt idx="12052">
                  <c:v>7.2583500000000001</c:v>
                </c:pt>
                <c:pt idx="12053">
                  <c:v>7.2586599999999999</c:v>
                </c:pt>
                <c:pt idx="12054">
                  <c:v>7.2589600000000001</c:v>
                </c:pt>
                <c:pt idx="12055">
                  <c:v>7.2592699999999999</c:v>
                </c:pt>
                <c:pt idx="12056">
                  <c:v>7.2595700000000001</c:v>
                </c:pt>
                <c:pt idx="12057">
                  <c:v>7.2598799999999999</c:v>
                </c:pt>
                <c:pt idx="12058">
                  <c:v>7.2601800000000001</c:v>
                </c:pt>
                <c:pt idx="12059">
                  <c:v>7.2604899999999999</c:v>
                </c:pt>
                <c:pt idx="12060">
                  <c:v>7.2607900000000001</c:v>
                </c:pt>
                <c:pt idx="12061">
                  <c:v>7.2610999999999999</c:v>
                </c:pt>
                <c:pt idx="12062">
                  <c:v>7.2614000000000001</c:v>
                </c:pt>
                <c:pt idx="12063">
                  <c:v>7.2617099999999999</c:v>
                </c:pt>
                <c:pt idx="12064">
                  <c:v>7.2620199999999997</c:v>
                </c:pt>
                <c:pt idx="12065">
                  <c:v>7.2623199999999999</c:v>
                </c:pt>
                <c:pt idx="12066">
                  <c:v>7.2626299999999997</c:v>
                </c:pt>
                <c:pt idx="12067">
                  <c:v>7.2629299999999999</c:v>
                </c:pt>
                <c:pt idx="12068">
                  <c:v>7.2632399999999997</c:v>
                </c:pt>
                <c:pt idx="12069">
                  <c:v>7.2635399999999999</c:v>
                </c:pt>
                <c:pt idx="12070">
                  <c:v>7.2638499999999997</c:v>
                </c:pt>
                <c:pt idx="12071">
                  <c:v>7.2641499999999999</c:v>
                </c:pt>
                <c:pt idx="12072">
                  <c:v>7.2644599999999997</c:v>
                </c:pt>
                <c:pt idx="12073">
                  <c:v>7.2647599999999999</c:v>
                </c:pt>
                <c:pt idx="12074">
                  <c:v>7.2650699999999997</c:v>
                </c:pt>
                <c:pt idx="12075">
                  <c:v>7.2653699999999999</c:v>
                </c:pt>
                <c:pt idx="12076">
                  <c:v>7.2656799999999997</c:v>
                </c:pt>
                <c:pt idx="12077">
                  <c:v>7.2659900000000004</c:v>
                </c:pt>
                <c:pt idx="12078">
                  <c:v>7.2662899999999997</c:v>
                </c:pt>
                <c:pt idx="12079">
                  <c:v>7.2666000000000004</c:v>
                </c:pt>
                <c:pt idx="12080">
                  <c:v>7.2668999999999997</c:v>
                </c:pt>
                <c:pt idx="12081">
                  <c:v>7.2672100000000004</c:v>
                </c:pt>
                <c:pt idx="12082">
                  <c:v>7.2675099999999997</c:v>
                </c:pt>
                <c:pt idx="12083">
                  <c:v>7.2678200000000004</c:v>
                </c:pt>
                <c:pt idx="12084">
                  <c:v>7.2681199999999997</c:v>
                </c:pt>
                <c:pt idx="12085">
                  <c:v>7.2684300000000004</c:v>
                </c:pt>
                <c:pt idx="12086">
                  <c:v>7.2687299999999997</c:v>
                </c:pt>
                <c:pt idx="12087">
                  <c:v>7.2690400000000004</c:v>
                </c:pt>
                <c:pt idx="12088">
                  <c:v>7.2693500000000002</c:v>
                </c:pt>
                <c:pt idx="12089">
                  <c:v>7.2696500000000004</c:v>
                </c:pt>
                <c:pt idx="12090">
                  <c:v>7.2699600000000002</c:v>
                </c:pt>
                <c:pt idx="12091">
                  <c:v>7.2702600000000004</c:v>
                </c:pt>
                <c:pt idx="12092">
                  <c:v>7.2705700000000002</c:v>
                </c:pt>
                <c:pt idx="12093">
                  <c:v>7.2708700000000004</c:v>
                </c:pt>
                <c:pt idx="12094">
                  <c:v>7.2711800000000002</c:v>
                </c:pt>
                <c:pt idx="12095">
                  <c:v>7.2714800000000004</c:v>
                </c:pt>
                <c:pt idx="12096">
                  <c:v>7.2717900000000002</c:v>
                </c:pt>
                <c:pt idx="12097">
                  <c:v>7.2720900000000004</c:v>
                </c:pt>
                <c:pt idx="12098">
                  <c:v>7.2724000000000002</c:v>
                </c:pt>
                <c:pt idx="12099">
                  <c:v>7.2727000000000004</c:v>
                </c:pt>
                <c:pt idx="12100">
                  <c:v>7.2730100000000002</c:v>
                </c:pt>
                <c:pt idx="12101">
                  <c:v>7.27332</c:v>
                </c:pt>
                <c:pt idx="12102">
                  <c:v>7.2736200000000002</c:v>
                </c:pt>
                <c:pt idx="12103">
                  <c:v>7.27393</c:v>
                </c:pt>
                <c:pt idx="12104">
                  <c:v>7.2742300000000002</c:v>
                </c:pt>
                <c:pt idx="12105">
                  <c:v>7.27454</c:v>
                </c:pt>
                <c:pt idx="12106">
                  <c:v>7.2748400000000002</c:v>
                </c:pt>
                <c:pt idx="12107">
                  <c:v>7.27515</c:v>
                </c:pt>
                <c:pt idx="12108">
                  <c:v>7.2754500000000002</c:v>
                </c:pt>
                <c:pt idx="12109">
                  <c:v>7.27576</c:v>
                </c:pt>
                <c:pt idx="12110">
                  <c:v>7.2760600000000002</c:v>
                </c:pt>
                <c:pt idx="12111">
                  <c:v>7.27637</c:v>
                </c:pt>
                <c:pt idx="12112">
                  <c:v>7.2766700000000002</c:v>
                </c:pt>
                <c:pt idx="12113">
                  <c:v>7.27698</c:v>
                </c:pt>
                <c:pt idx="12114">
                  <c:v>7.2772899999999998</c:v>
                </c:pt>
                <c:pt idx="12115">
                  <c:v>7.27759</c:v>
                </c:pt>
                <c:pt idx="12116">
                  <c:v>7.2778999999999998</c:v>
                </c:pt>
                <c:pt idx="12117">
                  <c:v>7.2782</c:v>
                </c:pt>
                <c:pt idx="12118">
                  <c:v>7.2785099999999998</c:v>
                </c:pt>
                <c:pt idx="12119">
                  <c:v>7.27881</c:v>
                </c:pt>
                <c:pt idx="12120">
                  <c:v>7.2791199999999998</c:v>
                </c:pt>
                <c:pt idx="12121">
                  <c:v>7.27942</c:v>
                </c:pt>
                <c:pt idx="12122">
                  <c:v>7.2797299999999998</c:v>
                </c:pt>
                <c:pt idx="12123">
                  <c:v>7.28003</c:v>
                </c:pt>
                <c:pt idx="12124">
                  <c:v>7.2803399999999998</c:v>
                </c:pt>
                <c:pt idx="12125">
                  <c:v>7.28064</c:v>
                </c:pt>
                <c:pt idx="12126">
                  <c:v>7.2809499999999998</c:v>
                </c:pt>
                <c:pt idx="12127">
                  <c:v>7.2812599999999996</c:v>
                </c:pt>
                <c:pt idx="12128">
                  <c:v>7.2815599999999998</c:v>
                </c:pt>
                <c:pt idx="12129">
                  <c:v>7.2818699999999996</c:v>
                </c:pt>
                <c:pt idx="12130">
                  <c:v>7.2821699999999998</c:v>
                </c:pt>
                <c:pt idx="12131">
                  <c:v>7.2824799999999996</c:v>
                </c:pt>
                <c:pt idx="12132">
                  <c:v>7.2827799999999998</c:v>
                </c:pt>
                <c:pt idx="12133">
                  <c:v>7.2830899999999996</c:v>
                </c:pt>
                <c:pt idx="12134">
                  <c:v>7.2833899999999998</c:v>
                </c:pt>
                <c:pt idx="12135">
                  <c:v>7.2836999999999996</c:v>
                </c:pt>
                <c:pt idx="12136">
                  <c:v>7.2839999999999998</c:v>
                </c:pt>
                <c:pt idx="12137">
                  <c:v>7.2843099999999996</c:v>
                </c:pt>
                <c:pt idx="12138">
                  <c:v>7.2846099999999998</c:v>
                </c:pt>
                <c:pt idx="12139">
                  <c:v>7.2849199999999996</c:v>
                </c:pt>
                <c:pt idx="12140">
                  <c:v>7.2852300000000003</c:v>
                </c:pt>
                <c:pt idx="12141">
                  <c:v>7.2855299999999996</c:v>
                </c:pt>
                <c:pt idx="12142">
                  <c:v>7.2858400000000003</c:v>
                </c:pt>
                <c:pt idx="12143">
                  <c:v>7.2861399999999996</c:v>
                </c:pt>
                <c:pt idx="12144">
                  <c:v>7.2864500000000003</c:v>
                </c:pt>
                <c:pt idx="12145">
                  <c:v>7.2867499999999996</c:v>
                </c:pt>
                <c:pt idx="12146">
                  <c:v>7.2870600000000003</c:v>
                </c:pt>
                <c:pt idx="12147">
                  <c:v>7.2873599999999996</c:v>
                </c:pt>
                <c:pt idx="12148">
                  <c:v>7.2876700000000003</c:v>
                </c:pt>
                <c:pt idx="12149">
                  <c:v>7.2879699999999996</c:v>
                </c:pt>
                <c:pt idx="12150">
                  <c:v>7.2882800000000003</c:v>
                </c:pt>
                <c:pt idx="12151">
                  <c:v>7.2885900000000001</c:v>
                </c:pt>
                <c:pt idx="12152">
                  <c:v>7.2888900000000003</c:v>
                </c:pt>
                <c:pt idx="12153">
                  <c:v>7.2892000000000001</c:v>
                </c:pt>
                <c:pt idx="12154">
                  <c:v>7.2895000000000003</c:v>
                </c:pt>
                <c:pt idx="12155">
                  <c:v>7.2898100000000001</c:v>
                </c:pt>
                <c:pt idx="12156">
                  <c:v>7.2901100000000003</c:v>
                </c:pt>
                <c:pt idx="12157">
                  <c:v>7.2904200000000001</c:v>
                </c:pt>
                <c:pt idx="12158">
                  <c:v>7.2907200000000003</c:v>
                </c:pt>
                <c:pt idx="12159">
                  <c:v>7.2910300000000001</c:v>
                </c:pt>
                <c:pt idx="12160">
                  <c:v>7.2913300000000003</c:v>
                </c:pt>
                <c:pt idx="12161">
                  <c:v>7.2916400000000001</c:v>
                </c:pt>
                <c:pt idx="12162">
                  <c:v>7.2919400000000003</c:v>
                </c:pt>
                <c:pt idx="12163">
                  <c:v>7.2922500000000001</c:v>
                </c:pt>
                <c:pt idx="12164">
                  <c:v>7.2925599999999999</c:v>
                </c:pt>
                <c:pt idx="12165">
                  <c:v>7.2928600000000001</c:v>
                </c:pt>
                <c:pt idx="12166">
                  <c:v>7.2931699999999999</c:v>
                </c:pt>
                <c:pt idx="12167">
                  <c:v>7.2934700000000001</c:v>
                </c:pt>
                <c:pt idx="12168">
                  <c:v>7.2937799999999999</c:v>
                </c:pt>
                <c:pt idx="12169">
                  <c:v>7.2940800000000001</c:v>
                </c:pt>
                <c:pt idx="12170">
                  <c:v>7.2943899999999999</c:v>
                </c:pt>
                <c:pt idx="12171">
                  <c:v>7.2946900000000001</c:v>
                </c:pt>
                <c:pt idx="12172">
                  <c:v>7.2949999999999999</c:v>
                </c:pt>
                <c:pt idx="12173">
                  <c:v>7.2953000000000001</c:v>
                </c:pt>
                <c:pt idx="12174">
                  <c:v>7.2956099999999999</c:v>
                </c:pt>
                <c:pt idx="12175">
                  <c:v>7.2959100000000001</c:v>
                </c:pt>
                <c:pt idx="12176">
                  <c:v>7.2962199999999999</c:v>
                </c:pt>
                <c:pt idx="12177">
                  <c:v>7.2965299999999997</c:v>
                </c:pt>
                <c:pt idx="12178">
                  <c:v>7.2968299999999999</c:v>
                </c:pt>
                <c:pt idx="12179">
                  <c:v>7.2971399999999997</c:v>
                </c:pt>
                <c:pt idx="12180">
                  <c:v>7.2974399999999999</c:v>
                </c:pt>
                <c:pt idx="12181">
                  <c:v>7.2977499999999997</c:v>
                </c:pt>
                <c:pt idx="12182">
                  <c:v>7.2980499999999999</c:v>
                </c:pt>
                <c:pt idx="12183">
                  <c:v>7.2983599999999997</c:v>
                </c:pt>
                <c:pt idx="12184">
                  <c:v>7.2986599999999999</c:v>
                </c:pt>
                <c:pt idx="12185">
                  <c:v>7.2989699999999997</c:v>
                </c:pt>
                <c:pt idx="12186">
                  <c:v>7.2992699999999999</c:v>
                </c:pt>
                <c:pt idx="12187">
                  <c:v>7.2995799999999997</c:v>
                </c:pt>
                <c:pt idx="12188">
                  <c:v>7.2998799999999999</c:v>
                </c:pt>
                <c:pt idx="12189">
                  <c:v>7.3001899999999997</c:v>
                </c:pt>
                <c:pt idx="12190">
                  <c:v>7.3005000000000004</c:v>
                </c:pt>
                <c:pt idx="12191">
                  <c:v>7.3007999999999997</c:v>
                </c:pt>
                <c:pt idx="12192">
                  <c:v>7.3011100000000004</c:v>
                </c:pt>
                <c:pt idx="12193">
                  <c:v>7.3014099999999997</c:v>
                </c:pt>
                <c:pt idx="12194">
                  <c:v>7.3017200000000004</c:v>
                </c:pt>
                <c:pt idx="12195">
                  <c:v>7.3020199999999997</c:v>
                </c:pt>
                <c:pt idx="12196">
                  <c:v>7.3023300000000004</c:v>
                </c:pt>
                <c:pt idx="12197">
                  <c:v>7.3026299999999997</c:v>
                </c:pt>
                <c:pt idx="12198">
                  <c:v>7.3029400000000004</c:v>
                </c:pt>
                <c:pt idx="12199">
                  <c:v>7.3032399999999997</c:v>
                </c:pt>
                <c:pt idx="12200">
                  <c:v>7.3035500000000004</c:v>
                </c:pt>
                <c:pt idx="12201">
                  <c:v>7.3038499999999997</c:v>
                </c:pt>
                <c:pt idx="12202">
                  <c:v>7.3041600000000004</c:v>
                </c:pt>
                <c:pt idx="12203">
                  <c:v>7.3044700000000002</c:v>
                </c:pt>
                <c:pt idx="12204">
                  <c:v>7.3047700000000004</c:v>
                </c:pt>
                <c:pt idx="12205">
                  <c:v>7.3050800000000002</c:v>
                </c:pt>
                <c:pt idx="12206">
                  <c:v>7.3053800000000004</c:v>
                </c:pt>
                <c:pt idx="12207">
                  <c:v>7.3056900000000002</c:v>
                </c:pt>
                <c:pt idx="12208">
                  <c:v>7.3059900000000004</c:v>
                </c:pt>
                <c:pt idx="12209">
                  <c:v>7.3063000000000002</c:v>
                </c:pt>
                <c:pt idx="12210">
                  <c:v>7.3066000000000004</c:v>
                </c:pt>
                <c:pt idx="12211">
                  <c:v>7.3069100000000002</c:v>
                </c:pt>
                <c:pt idx="12212">
                  <c:v>7.3072100000000004</c:v>
                </c:pt>
                <c:pt idx="12213">
                  <c:v>7.3075200000000002</c:v>
                </c:pt>
                <c:pt idx="12214">
                  <c:v>7.30783</c:v>
                </c:pt>
                <c:pt idx="12215">
                  <c:v>7.3081300000000002</c:v>
                </c:pt>
                <c:pt idx="12216">
                  <c:v>7.30844</c:v>
                </c:pt>
                <c:pt idx="12217">
                  <c:v>7.3087400000000002</c:v>
                </c:pt>
                <c:pt idx="12218">
                  <c:v>7.30905</c:v>
                </c:pt>
                <c:pt idx="12219">
                  <c:v>7.3093500000000002</c:v>
                </c:pt>
                <c:pt idx="12220">
                  <c:v>7.30966</c:v>
                </c:pt>
                <c:pt idx="12221">
                  <c:v>7.3099600000000002</c:v>
                </c:pt>
                <c:pt idx="12222">
                  <c:v>7.31027</c:v>
                </c:pt>
                <c:pt idx="12223">
                  <c:v>7.3105700000000002</c:v>
                </c:pt>
                <c:pt idx="12224">
                  <c:v>7.31088</c:v>
                </c:pt>
                <c:pt idx="12225">
                  <c:v>7.3111800000000002</c:v>
                </c:pt>
                <c:pt idx="12226">
                  <c:v>7.31149</c:v>
                </c:pt>
                <c:pt idx="12227">
                  <c:v>7.3117999999999999</c:v>
                </c:pt>
                <c:pt idx="12228">
                  <c:v>7.3121</c:v>
                </c:pt>
                <c:pt idx="12229">
                  <c:v>7.3124099999999999</c:v>
                </c:pt>
                <c:pt idx="12230">
                  <c:v>7.31271</c:v>
                </c:pt>
                <c:pt idx="12231">
                  <c:v>7.3130199999999999</c:v>
                </c:pt>
                <c:pt idx="12232">
                  <c:v>7.31332</c:v>
                </c:pt>
                <c:pt idx="12233">
                  <c:v>7.3136299999999999</c:v>
                </c:pt>
                <c:pt idx="12234">
                  <c:v>7.31393</c:v>
                </c:pt>
                <c:pt idx="12235">
                  <c:v>7.3142399999999999</c:v>
                </c:pt>
                <c:pt idx="12236">
                  <c:v>7.31454</c:v>
                </c:pt>
                <c:pt idx="12237">
                  <c:v>7.3148499999999999</c:v>
                </c:pt>
                <c:pt idx="12238">
                  <c:v>7.31515</c:v>
                </c:pt>
                <c:pt idx="12239">
                  <c:v>7.3154599999999999</c:v>
                </c:pt>
                <c:pt idx="12240">
                  <c:v>7.3157699999999997</c:v>
                </c:pt>
                <c:pt idx="12241">
                  <c:v>7.3160699999999999</c:v>
                </c:pt>
                <c:pt idx="12242">
                  <c:v>7.3163799999999997</c:v>
                </c:pt>
                <c:pt idx="12243">
                  <c:v>7.3166799999999999</c:v>
                </c:pt>
                <c:pt idx="12244">
                  <c:v>7.3169899999999997</c:v>
                </c:pt>
                <c:pt idx="12245">
                  <c:v>7.3172899999999998</c:v>
                </c:pt>
                <c:pt idx="12246">
                  <c:v>7.3175999999999997</c:v>
                </c:pt>
                <c:pt idx="12247">
                  <c:v>7.3178999999999998</c:v>
                </c:pt>
                <c:pt idx="12248">
                  <c:v>7.3182099999999997</c:v>
                </c:pt>
                <c:pt idx="12249">
                  <c:v>7.3185099999999998</c:v>
                </c:pt>
                <c:pt idx="12250">
                  <c:v>7.3188199999999997</c:v>
                </c:pt>
                <c:pt idx="12251">
                  <c:v>7.3191199999999998</c:v>
                </c:pt>
                <c:pt idx="12252">
                  <c:v>7.3194299999999997</c:v>
                </c:pt>
                <c:pt idx="12253">
                  <c:v>7.3197400000000004</c:v>
                </c:pt>
                <c:pt idx="12254">
                  <c:v>7.3200399999999997</c:v>
                </c:pt>
                <c:pt idx="12255">
                  <c:v>7.3203500000000004</c:v>
                </c:pt>
                <c:pt idx="12256">
                  <c:v>7.3206499999999997</c:v>
                </c:pt>
                <c:pt idx="12257">
                  <c:v>7.3209600000000004</c:v>
                </c:pt>
                <c:pt idx="12258">
                  <c:v>7.3212599999999997</c:v>
                </c:pt>
                <c:pt idx="12259">
                  <c:v>7.3215700000000004</c:v>
                </c:pt>
                <c:pt idx="12260">
                  <c:v>7.3218699999999997</c:v>
                </c:pt>
                <c:pt idx="12261">
                  <c:v>7.3221800000000004</c:v>
                </c:pt>
                <c:pt idx="12262">
                  <c:v>7.3224799999999997</c:v>
                </c:pt>
                <c:pt idx="12263">
                  <c:v>7.3227900000000004</c:v>
                </c:pt>
                <c:pt idx="12264">
                  <c:v>7.3230899999999997</c:v>
                </c:pt>
                <c:pt idx="12265">
                  <c:v>7.3234000000000004</c:v>
                </c:pt>
                <c:pt idx="12266">
                  <c:v>7.3237100000000002</c:v>
                </c:pt>
                <c:pt idx="12267">
                  <c:v>7.3240100000000004</c:v>
                </c:pt>
                <c:pt idx="12268">
                  <c:v>7.3243200000000002</c:v>
                </c:pt>
                <c:pt idx="12269">
                  <c:v>7.3246200000000004</c:v>
                </c:pt>
                <c:pt idx="12270">
                  <c:v>7.3249300000000002</c:v>
                </c:pt>
                <c:pt idx="12271">
                  <c:v>7.3252300000000004</c:v>
                </c:pt>
                <c:pt idx="12272">
                  <c:v>7.3255400000000002</c:v>
                </c:pt>
                <c:pt idx="12273">
                  <c:v>7.3258400000000004</c:v>
                </c:pt>
                <c:pt idx="12274">
                  <c:v>7.3261500000000002</c:v>
                </c:pt>
                <c:pt idx="12275">
                  <c:v>7.3264500000000004</c:v>
                </c:pt>
                <c:pt idx="12276">
                  <c:v>7.3267600000000002</c:v>
                </c:pt>
                <c:pt idx="12277">
                  <c:v>7.32707</c:v>
                </c:pt>
                <c:pt idx="12278">
                  <c:v>7.3273700000000002</c:v>
                </c:pt>
                <c:pt idx="12279">
                  <c:v>7.32768</c:v>
                </c:pt>
                <c:pt idx="12280">
                  <c:v>7.3279800000000002</c:v>
                </c:pt>
                <c:pt idx="12281">
                  <c:v>7.32829</c:v>
                </c:pt>
                <c:pt idx="12282">
                  <c:v>7.3285900000000002</c:v>
                </c:pt>
                <c:pt idx="12283">
                  <c:v>7.3289</c:v>
                </c:pt>
                <c:pt idx="12284">
                  <c:v>7.3292000000000002</c:v>
                </c:pt>
                <c:pt idx="12285">
                  <c:v>7.32951</c:v>
                </c:pt>
                <c:pt idx="12286">
                  <c:v>7.3298100000000002</c:v>
                </c:pt>
                <c:pt idx="12287">
                  <c:v>7.33012</c:v>
                </c:pt>
                <c:pt idx="12288">
                  <c:v>7.3304200000000002</c:v>
                </c:pt>
                <c:pt idx="12289">
                  <c:v>7.33073</c:v>
                </c:pt>
                <c:pt idx="12290">
                  <c:v>7.3310399999999998</c:v>
                </c:pt>
                <c:pt idx="12291">
                  <c:v>7.33134</c:v>
                </c:pt>
                <c:pt idx="12292">
                  <c:v>7.3316499999999998</c:v>
                </c:pt>
                <c:pt idx="12293">
                  <c:v>7.33195</c:v>
                </c:pt>
                <c:pt idx="12294">
                  <c:v>7.3322599999999998</c:v>
                </c:pt>
                <c:pt idx="12295">
                  <c:v>7.33256</c:v>
                </c:pt>
                <c:pt idx="12296">
                  <c:v>7.3328699999999998</c:v>
                </c:pt>
                <c:pt idx="12297">
                  <c:v>7.33317</c:v>
                </c:pt>
                <c:pt idx="12298">
                  <c:v>7.3334799999999998</c:v>
                </c:pt>
                <c:pt idx="12299">
                  <c:v>7.33378</c:v>
                </c:pt>
                <c:pt idx="12300">
                  <c:v>7.3340899999999998</c:v>
                </c:pt>
                <c:pt idx="12301">
                  <c:v>7.33439</c:v>
                </c:pt>
                <c:pt idx="12302">
                  <c:v>7.3346999999999998</c:v>
                </c:pt>
                <c:pt idx="12303">
                  <c:v>7.3350099999999996</c:v>
                </c:pt>
                <c:pt idx="12304">
                  <c:v>7.3353099999999998</c:v>
                </c:pt>
                <c:pt idx="12305">
                  <c:v>7.3356199999999996</c:v>
                </c:pt>
                <c:pt idx="12306">
                  <c:v>7.3359199999999998</c:v>
                </c:pt>
                <c:pt idx="12307">
                  <c:v>7.3362299999999996</c:v>
                </c:pt>
                <c:pt idx="12308">
                  <c:v>7.3365299999999998</c:v>
                </c:pt>
                <c:pt idx="12309">
                  <c:v>7.3368399999999996</c:v>
                </c:pt>
                <c:pt idx="12310">
                  <c:v>7.3371399999999998</c:v>
                </c:pt>
                <c:pt idx="12311">
                  <c:v>7.3374499999999996</c:v>
                </c:pt>
                <c:pt idx="12312">
                  <c:v>7.3377499999999998</c:v>
                </c:pt>
                <c:pt idx="12313">
                  <c:v>7.3380599999999996</c:v>
                </c:pt>
                <c:pt idx="12314">
                  <c:v>7.3383599999999998</c:v>
                </c:pt>
                <c:pt idx="12315">
                  <c:v>7.3386699999999996</c:v>
                </c:pt>
                <c:pt idx="12316">
                  <c:v>7.3389800000000003</c:v>
                </c:pt>
                <c:pt idx="12317">
                  <c:v>7.3392799999999996</c:v>
                </c:pt>
                <c:pt idx="12318">
                  <c:v>7.3395900000000003</c:v>
                </c:pt>
                <c:pt idx="12319">
                  <c:v>7.3398899999999996</c:v>
                </c:pt>
                <c:pt idx="12320">
                  <c:v>7.3402000000000003</c:v>
                </c:pt>
                <c:pt idx="12321">
                  <c:v>7.3404999999999996</c:v>
                </c:pt>
                <c:pt idx="12322">
                  <c:v>7.3408100000000003</c:v>
                </c:pt>
                <c:pt idx="12323">
                  <c:v>7.3411099999999996</c:v>
                </c:pt>
                <c:pt idx="12324">
                  <c:v>7.3414200000000003</c:v>
                </c:pt>
                <c:pt idx="12325">
                  <c:v>7.3417199999999996</c:v>
                </c:pt>
                <c:pt idx="12326">
                  <c:v>7.3420300000000003</c:v>
                </c:pt>
                <c:pt idx="12327">
                  <c:v>7.3423400000000001</c:v>
                </c:pt>
                <c:pt idx="12328">
                  <c:v>7.3426400000000003</c:v>
                </c:pt>
                <c:pt idx="12329">
                  <c:v>7.3429500000000001</c:v>
                </c:pt>
                <c:pt idx="12330">
                  <c:v>7.3432500000000003</c:v>
                </c:pt>
                <c:pt idx="12331">
                  <c:v>7.3435600000000001</c:v>
                </c:pt>
                <c:pt idx="12332">
                  <c:v>7.3438600000000003</c:v>
                </c:pt>
                <c:pt idx="12333">
                  <c:v>7.3441700000000001</c:v>
                </c:pt>
                <c:pt idx="12334">
                  <c:v>7.3444700000000003</c:v>
                </c:pt>
                <c:pt idx="12335">
                  <c:v>7.3447800000000001</c:v>
                </c:pt>
                <c:pt idx="12336">
                  <c:v>7.3450800000000003</c:v>
                </c:pt>
                <c:pt idx="12337">
                  <c:v>7.3453900000000001</c:v>
                </c:pt>
                <c:pt idx="12338">
                  <c:v>7.3456900000000003</c:v>
                </c:pt>
                <c:pt idx="12339">
                  <c:v>7.3460000000000001</c:v>
                </c:pt>
                <c:pt idx="12340">
                  <c:v>7.3463099999999999</c:v>
                </c:pt>
                <c:pt idx="12341">
                  <c:v>7.3466100000000001</c:v>
                </c:pt>
                <c:pt idx="12342">
                  <c:v>7.3469199999999999</c:v>
                </c:pt>
                <c:pt idx="12343">
                  <c:v>7.3472200000000001</c:v>
                </c:pt>
                <c:pt idx="12344">
                  <c:v>7.3475299999999999</c:v>
                </c:pt>
                <c:pt idx="12345">
                  <c:v>7.3478300000000001</c:v>
                </c:pt>
                <c:pt idx="12346">
                  <c:v>7.3481399999999999</c:v>
                </c:pt>
                <c:pt idx="12347">
                  <c:v>7.3484400000000001</c:v>
                </c:pt>
                <c:pt idx="12348">
                  <c:v>7.3487499999999999</c:v>
                </c:pt>
                <c:pt idx="12349">
                  <c:v>7.3490500000000001</c:v>
                </c:pt>
                <c:pt idx="12350">
                  <c:v>7.3493599999999999</c:v>
                </c:pt>
                <c:pt idx="12351">
                  <c:v>7.3496600000000001</c:v>
                </c:pt>
                <c:pt idx="12352">
                  <c:v>7.3499699999999999</c:v>
                </c:pt>
                <c:pt idx="12353">
                  <c:v>7.3502799999999997</c:v>
                </c:pt>
                <c:pt idx="12354">
                  <c:v>7.3505799999999999</c:v>
                </c:pt>
                <c:pt idx="12355">
                  <c:v>7.3508899999999997</c:v>
                </c:pt>
                <c:pt idx="12356">
                  <c:v>7.3511899999999999</c:v>
                </c:pt>
                <c:pt idx="12357">
                  <c:v>7.3514999999999997</c:v>
                </c:pt>
                <c:pt idx="12358">
                  <c:v>7.3517999999999999</c:v>
                </c:pt>
                <c:pt idx="12359">
                  <c:v>7.3521099999999997</c:v>
                </c:pt>
                <c:pt idx="12360">
                  <c:v>7.3524099999999999</c:v>
                </c:pt>
                <c:pt idx="12361">
                  <c:v>7.3527199999999997</c:v>
                </c:pt>
                <c:pt idx="12362">
                  <c:v>7.3530199999999999</c:v>
                </c:pt>
                <c:pt idx="12363">
                  <c:v>7.3533299999999997</c:v>
                </c:pt>
                <c:pt idx="12364">
                  <c:v>7.3536299999999999</c:v>
                </c:pt>
                <c:pt idx="12365">
                  <c:v>7.3539399999999997</c:v>
                </c:pt>
                <c:pt idx="12366">
                  <c:v>7.3542500000000004</c:v>
                </c:pt>
                <c:pt idx="12367">
                  <c:v>7.3545499999999997</c:v>
                </c:pt>
                <c:pt idx="12368">
                  <c:v>7.3548600000000004</c:v>
                </c:pt>
                <c:pt idx="12369">
                  <c:v>7.3551599999999997</c:v>
                </c:pt>
                <c:pt idx="12370">
                  <c:v>7.3554700000000004</c:v>
                </c:pt>
                <c:pt idx="12371">
                  <c:v>7.3557699999999997</c:v>
                </c:pt>
                <c:pt idx="12372">
                  <c:v>7.3560800000000004</c:v>
                </c:pt>
                <c:pt idx="12373">
                  <c:v>7.3563799999999997</c:v>
                </c:pt>
                <c:pt idx="12374">
                  <c:v>7.3566900000000004</c:v>
                </c:pt>
                <c:pt idx="12375">
                  <c:v>7.3569899999999997</c:v>
                </c:pt>
                <c:pt idx="12376">
                  <c:v>7.3573000000000004</c:v>
                </c:pt>
                <c:pt idx="12377">
                  <c:v>7.3575999999999997</c:v>
                </c:pt>
                <c:pt idx="12378">
                  <c:v>7.3579100000000004</c:v>
                </c:pt>
                <c:pt idx="12379">
                  <c:v>7.3582200000000002</c:v>
                </c:pt>
                <c:pt idx="12380">
                  <c:v>7.3585200000000004</c:v>
                </c:pt>
                <c:pt idx="12381">
                  <c:v>7.3588300000000002</c:v>
                </c:pt>
                <c:pt idx="12382">
                  <c:v>7.3591300000000004</c:v>
                </c:pt>
                <c:pt idx="12383">
                  <c:v>7.3594400000000002</c:v>
                </c:pt>
                <c:pt idx="12384">
                  <c:v>7.3597400000000004</c:v>
                </c:pt>
                <c:pt idx="12385">
                  <c:v>7.3600500000000002</c:v>
                </c:pt>
                <c:pt idx="12386">
                  <c:v>7.3603500000000004</c:v>
                </c:pt>
                <c:pt idx="12387">
                  <c:v>7.3606600000000002</c:v>
                </c:pt>
                <c:pt idx="12388">
                  <c:v>7.3609600000000004</c:v>
                </c:pt>
                <c:pt idx="12389">
                  <c:v>7.3612700000000002</c:v>
                </c:pt>
                <c:pt idx="12390">
                  <c:v>7.36158</c:v>
                </c:pt>
                <c:pt idx="12391">
                  <c:v>7.3618800000000002</c:v>
                </c:pt>
                <c:pt idx="12392">
                  <c:v>7.36219</c:v>
                </c:pt>
                <c:pt idx="12393">
                  <c:v>7.3624900000000002</c:v>
                </c:pt>
                <c:pt idx="12394">
                  <c:v>7.3628</c:v>
                </c:pt>
                <c:pt idx="12395">
                  <c:v>7.3631000000000002</c:v>
                </c:pt>
                <c:pt idx="12396">
                  <c:v>7.36341</c:v>
                </c:pt>
                <c:pt idx="12397">
                  <c:v>7.3637100000000002</c:v>
                </c:pt>
                <c:pt idx="12398">
                  <c:v>7.36402</c:v>
                </c:pt>
                <c:pt idx="12399">
                  <c:v>7.3643200000000002</c:v>
                </c:pt>
                <c:pt idx="12400">
                  <c:v>7.36463</c:v>
                </c:pt>
                <c:pt idx="12401">
                  <c:v>7.3649300000000002</c:v>
                </c:pt>
                <c:pt idx="12402">
                  <c:v>7.36524</c:v>
                </c:pt>
                <c:pt idx="12403">
                  <c:v>7.3655499999999998</c:v>
                </c:pt>
                <c:pt idx="12404">
                  <c:v>7.36585</c:v>
                </c:pt>
                <c:pt idx="12405">
                  <c:v>7.3661599999999998</c:v>
                </c:pt>
                <c:pt idx="12406">
                  <c:v>7.36646</c:v>
                </c:pt>
                <c:pt idx="12407">
                  <c:v>7.3667699999999998</c:v>
                </c:pt>
                <c:pt idx="12408">
                  <c:v>7.36707</c:v>
                </c:pt>
                <c:pt idx="12409">
                  <c:v>7.3673799999999998</c:v>
                </c:pt>
                <c:pt idx="12410">
                  <c:v>7.36768</c:v>
                </c:pt>
                <c:pt idx="12411">
                  <c:v>7.3679899999999998</c:v>
                </c:pt>
                <c:pt idx="12412">
                  <c:v>7.36829</c:v>
                </c:pt>
                <c:pt idx="12413">
                  <c:v>7.3685999999999998</c:v>
                </c:pt>
                <c:pt idx="12414">
                  <c:v>7.3689</c:v>
                </c:pt>
                <c:pt idx="12415">
                  <c:v>7.3692099999999998</c:v>
                </c:pt>
                <c:pt idx="12416">
                  <c:v>7.3695199999999996</c:v>
                </c:pt>
                <c:pt idx="12417">
                  <c:v>7.3698199999999998</c:v>
                </c:pt>
                <c:pt idx="12418">
                  <c:v>7.3701299999999996</c:v>
                </c:pt>
                <c:pt idx="12419">
                  <c:v>7.3704299999999998</c:v>
                </c:pt>
                <c:pt idx="12420">
                  <c:v>7.3707399999999996</c:v>
                </c:pt>
                <c:pt idx="12421">
                  <c:v>7.3710399999999998</c:v>
                </c:pt>
                <c:pt idx="12422">
                  <c:v>7.3713499999999996</c:v>
                </c:pt>
                <c:pt idx="12423">
                  <c:v>7.3716499999999998</c:v>
                </c:pt>
                <c:pt idx="12424">
                  <c:v>7.3719599999999996</c:v>
                </c:pt>
                <c:pt idx="12425">
                  <c:v>7.3722599999999998</c:v>
                </c:pt>
                <c:pt idx="12426">
                  <c:v>7.3725699999999996</c:v>
                </c:pt>
                <c:pt idx="12427">
                  <c:v>7.3728699999999998</c:v>
                </c:pt>
                <c:pt idx="12428">
                  <c:v>7.3731799999999996</c:v>
                </c:pt>
                <c:pt idx="12429">
                  <c:v>7.3734900000000003</c:v>
                </c:pt>
                <c:pt idx="12430">
                  <c:v>7.3737899999999996</c:v>
                </c:pt>
                <c:pt idx="12431">
                  <c:v>7.3741000000000003</c:v>
                </c:pt>
                <c:pt idx="12432">
                  <c:v>7.3743999999999996</c:v>
                </c:pt>
                <c:pt idx="12433">
                  <c:v>7.3747100000000003</c:v>
                </c:pt>
                <c:pt idx="12434">
                  <c:v>7.3750099999999996</c:v>
                </c:pt>
                <c:pt idx="12435">
                  <c:v>7.3753200000000003</c:v>
                </c:pt>
                <c:pt idx="12436">
                  <c:v>7.3756199999999996</c:v>
                </c:pt>
                <c:pt idx="12437">
                  <c:v>7.3759300000000003</c:v>
                </c:pt>
                <c:pt idx="12438">
                  <c:v>7.3762299999999996</c:v>
                </c:pt>
                <c:pt idx="12439">
                  <c:v>7.3765400000000003</c:v>
                </c:pt>
                <c:pt idx="12440">
                  <c:v>7.3768399999999996</c:v>
                </c:pt>
                <c:pt idx="12441">
                  <c:v>7.3771500000000003</c:v>
                </c:pt>
                <c:pt idx="12442">
                  <c:v>7.3774600000000001</c:v>
                </c:pt>
                <c:pt idx="12443">
                  <c:v>7.3777600000000003</c:v>
                </c:pt>
                <c:pt idx="12444">
                  <c:v>7.3780700000000001</c:v>
                </c:pt>
                <c:pt idx="12445">
                  <c:v>7.3783700000000003</c:v>
                </c:pt>
                <c:pt idx="12446">
                  <c:v>7.3786800000000001</c:v>
                </c:pt>
                <c:pt idx="12447">
                  <c:v>7.3789800000000003</c:v>
                </c:pt>
                <c:pt idx="12448">
                  <c:v>7.3792900000000001</c:v>
                </c:pt>
                <c:pt idx="12449">
                  <c:v>7.3795900000000003</c:v>
                </c:pt>
                <c:pt idx="12450">
                  <c:v>7.3799000000000001</c:v>
                </c:pt>
                <c:pt idx="12451">
                  <c:v>7.3802000000000003</c:v>
                </c:pt>
                <c:pt idx="12452">
                  <c:v>7.3805100000000001</c:v>
                </c:pt>
                <c:pt idx="12453">
                  <c:v>7.3808199999999999</c:v>
                </c:pt>
                <c:pt idx="12454">
                  <c:v>7.3811200000000001</c:v>
                </c:pt>
                <c:pt idx="12455">
                  <c:v>7.3814299999999999</c:v>
                </c:pt>
                <c:pt idx="12456">
                  <c:v>7.3817300000000001</c:v>
                </c:pt>
                <c:pt idx="12457">
                  <c:v>7.3820399999999999</c:v>
                </c:pt>
                <c:pt idx="12458">
                  <c:v>7.3823400000000001</c:v>
                </c:pt>
                <c:pt idx="12459">
                  <c:v>7.3826499999999999</c:v>
                </c:pt>
                <c:pt idx="12460">
                  <c:v>7.3829500000000001</c:v>
                </c:pt>
                <c:pt idx="12461">
                  <c:v>7.3832599999999999</c:v>
                </c:pt>
                <c:pt idx="12462">
                  <c:v>7.3835600000000001</c:v>
                </c:pt>
                <c:pt idx="12463">
                  <c:v>7.3838699999999999</c:v>
                </c:pt>
                <c:pt idx="12464">
                  <c:v>7.3841700000000001</c:v>
                </c:pt>
                <c:pt idx="12465">
                  <c:v>7.3844799999999999</c:v>
                </c:pt>
                <c:pt idx="12466">
                  <c:v>7.3847899999999997</c:v>
                </c:pt>
                <c:pt idx="12467">
                  <c:v>7.3850899999999999</c:v>
                </c:pt>
                <c:pt idx="12468">
                  <c:v>7.3853999999999997</c:v>
                </c:pt>
                <c:pt idx="12469">
                  <c:v>7.3856999999999999</c:v>
                </c:pt>
                <c:pt idx="12470">
                  <c:v>7.3860099999999997</c:v>
                </c:pt>
                <c:pt idx="12471">
                  <c:v>7.3863099999999999</c:v>
                </c:pt>
                <c:pt idx="12472">
                  <c:v>7.3866199999999997</c:v>
                </c:pt>
                <c:pt idx="12473">
                  <c:v>7.3869199999999999</c:v>
                </c:pt>
                <c:pt idx="12474">
                  <c:v>7.3872299999999997</c:v>
                </c:pt>
                <c:pt idx="12475">
                  <c:v>7.3875299999999999</c:v>
                </c:pt>
                <c:pt idx="12476">
                  <c:v>7.3878399999999997</c:v>
                </c:pt>
                <c:pt idx="12477">
                  <c:v>7.3881399999999999</c:v>
                </c:pt>
                <c:pt idx="12478">
                  <c:v>7.3884499999999997</c:v>
                </c:pt>
                <c:pt idx="12479">
                  <c:v>7.3887600000000004</c:v>
                </c:pt>
                <c:pt idx="12480">
                  <c:v>7.3890599999999997</c:v>
                </c:pt>
                <c:pt idx="12481">
                  <c:v>7.3893700000000004</c:v>
                </c:pt>
                <c:pt idx="12482">
                  <c:v>7.3896699999999997</c:v>
                </c:pt>
                <c:pt idx="12483">
                  <c:v>7.3899800000000004</c:v>
                </c:pt>
                <c:pt idx="12484">
                  <c:v>7.3902799999999997</c:v>
                </c:pt>
                <c:pt idx="12485">
                  <c:v>7.3905900000000004</c:v>
                </c:pt>
                <c:pt idx="12486">
                  <c:v>7.3908899999999997</c:v>
                </c:pt>
                <c:pt idx="12487">
                  <c:v>7.3912000000000004</c:v>
                </c:pt>
                <c:pt idx="12488">
                  <c:v>7.3914999999999997</c:v>
                </c:pt>
                <c:pt idx="12489">
                  <c:v>7.3918100000000004</c:v>
                </c:pt>
                <c:pt idx="12490">
                  <c:v>7.3921099999999997</c:v>
                </c:pt>
                <c:pt idx="12491">
                  <c:v>7.3924200000000004</c:v>
                </c:pt>
                <c:pt idx="12492">
                  <c:v>7.3927300000000002</c:v>
                </c:pt>
                <c:pt idx="12493">
                  <c:v>7.3930300000000004</c:v>
                </c:pt>
                <c:pt idx="12494">
                  <c:v>7.3933400000000002</c:v>
                </c:pt>
                <c:pt idx="12495">
                  <c:v>7.3936400000000004</c:v>
                </c:pt>
                <c:pt idx="12496">
                  <c:v>7.3939500000000002</c:v>
                </c:pt>
                <c:pt idx="12497">
                  <c:v>7.3942500000000004</c:v>
                </c:pt>
                <c:pt idx="12498">
                  <c:v>7.3945600000000002</c:v>
                </c:pt>
                <c:pt idx="12499">
                  <c:v>7.3948600000000004</c:v>
                </c:pt>
                <c:pt idx="12500">
                  <c:v>7.3951700000000002</c:v>
                </c:pt>
                <c:pt idx="12501">
                  <c:v>7.3954700000000004</c:v>
                </c:pt>
                <c:pt idx="12502">
                  <c:v>7.3957800000000002</c:v>
                </c:pt>
                <c:pt idx="12503">
                  <c:v>7.3960900000000001</c:v>
                </c:pt>
                <c:pt idx="12504">
                  <c:v>7.3963900000000002</c:v>
                </c:pt>
                <c:pt idx="12505">
                  <c:v>7.3967000000000001</c:v>
                </c:pt>
                <c:pt idx="12506">
                  <c:v>7.3970000000000002</c:v>
                </c:pt>
                <c:pt idx="12507">
                  <c:v>7.3973100000000001</c:v>
                </c:pt>
                <c:pt idx="12508">
                  <c:v>7.3976100000000002</c:v>
                </c:pt>
                <c:pt idx="12509">
                  <c:v>7.3979200000000001</c:v>
                </c:pt>
                <c:pt idx="12510">
                  <c:v>7.3982200000000002</c:v>
                </c:pt>
                <c:pt idx="12511">
                  <c:v>7.3985300000000001</c:v>
                </c:pt>
                <c:pt idx="12512">
                  <c:v>7.3988300000000002</c:v>
                </c:pt>
                <c:pt idx="12513">
                  <c:v>7.3991400000000001</c:v>
                </c:pt>
                <c:pt idx="12514">
                  <c:v>7.3994400000000002</c:v>
                </c:pt>
                <c:pt idx="12515">
                  <c:v>7.39975</c:v>
                </c:pt>
                <c:pt idx="12516">
                  <c:v>7.4000599999999999</c:v>
                </c:pt>
                <c:pt idx="12517">
                  <c:v>7.40036</c:v>
                </c:pt>
                <c:pt idx="12518">
                  <c:v>7.4006699999999999</c:v>
                </c:pt>
                <c:pt idx="12519">
                  <c:v>7.40097</c:v>
                </c:pt>
                <c:pt idx="12520">
                  <c:v>7.4012799999999999</c:v>
                </c:pt>
                <c:pt idx="12521">
                  <c:v>7.40158</c:v>
                </c:pt>
                <c:pt idx="12522">
                  <c:v>7.4018899999999999</c:v>
                </c:pt>
                <c:pt idx="12523">
                  <c:v>7.40219</c:v>
                </c:pt>
                <c:pt idx="12524">
                  <c:v>7.4024999999999999</c:v>
                </c:pt>
                <c:pt idx="12525">
                  <c:v>7.4028</c:v>
                </c:pt>
                <c:pt idx="12526">
                  <c:v>7.4031099999999999</c:v>
                </c:pt>
                <c:pt idx="12527">
                  <c:v>7.40341</c:v>
                </c:pt>
                <c:pt idx="12528">
                  <c:v>7.4037199999999999</c:v>
                </c:pt>
                <c:pt idx="12529">
                  <c:v>7.4040299999999997</c:v>
                </c:pt>
                <c:pt idx="12530">
                  <c:v>7.4043299999999999</c:v>
                </c:pt>
                <c:pt idx="12531">
                  <c:v>7.4046399999999997</c:v>
                </c:pt>
                <c:pt idx="12532">
                  <c:v>7.4049399999999999</c:v>
                </c:pt>
                <c:pt idx="12533">
                  <c:v>7.4052499999999997</c:v>
                </c:pt>
                <c:pt idx="12534">
                  <c:v>7.4055499999999999</c:v>
                </c:pt>
                <c:pt idx="12535">
                  <c:v>7.4058599999999997</c:v>
                </c:pt>
                <c:pt idx="12536">
                  <c:v>7.4061599999999999</c:v>
                </c:pt>
                <c:pt idx="12537">
                  <c:v>7.4064699999999997</c:v>
                </c:pt>
                <c:pt idx="12538">
                  <c:v>7.4067699999999999</c:v>
                </c:pt>
                <c:pt idx="12539">
                  <c:v>7.4070799999999997</c:v>
                </c:pt>
                <c:pt idx="12540">
                  <c:v>7.4073799999999999</c:v>
                </c:pt>
                <c:pt idx="12541">
                  <c:v>7.4076899999999997</c:v>
                </c:pt>
                <c:pt idx="12542">
                  <c:v>7.4080000000000004</c:v>
                </c:pt>
                <c:pt idx="12543">
                  <c:v>7.4082999999999997</c:v>
                </c:pt>
                <c:pt idx="12544">
                  <c:v>7.4086100000000004</c:v>
                </c:pt>
                <c:pt idx="12545">
                  <c:v>7.4089099999999997</c:v>
                </c:pt>
                <c:pt idx="12546">
                  <c:v>7.4092200000000004</c:v>
                </c:pt>
                <c:pt idx="12547">
                  <c:v>7.4095199999999997</c:v>
                </c:pt>
                <c:pt idx="12548">
                  <c:v>7.4098300000000004</c:v>
                </c:pt>
                <c:pt idx="12549">
                  <c:v>7.4101299999999997</c:v>
                </c:pt>
                <c:pt idx="12550">
                  <c:v>7.4104400000000004</c:v>
                </c:pt>
                <c:pt idx="12551">
                  <c:v>7.4107399999999997</c:v>
                </c:pt>
                <c:pt idx="12552">
                  <c:v>7.4110500000000004</c:v>
                </c:pt>
                <c:pt idx="12553">
                  <c:v>7.4113499999999997</c:v>
                </c:pt>
                <c:pt idx="12554">
                  <c:v>7.4116600000000004</c:v>
                </c:pt>
                <c:pt idx="12555">
                  <c:v>7.4119700000000002</c:v>
                </c:pt>
                <c:pt idx="12556">
                  <c:v>7.4122700000000004</c:v>
                </c:pt>
                <c:pt idx="12557">
                  <c:v>7.4125800000000002</c:v>
                </c:pt>
                <c:pt idx="12558">
                  <c:v>7.4128800000000004</c:v>
                </c:pt>
                <c:pt idx="12559">
                  <c:v>7.4131900000000002</c:v>
                </c:pt>
                <c:pt idx="12560">
                  <c:v>7.4134900000000004</c:v>
                </c:pt>
                <c:pt idx="12561">
                  <c:v>7.4138000000000002</c:v>
                </c:pt>
                <c:pt idx="12562">
                  <c:v>7.4141000000000004</c:v>
                </c:pt>
                <c:pt idx="12563">
                  <c:v>7.4144100000000002</c:v>
                </c:pt>
                <c:pt idx="12564">
                  <c:v>7.4147100000000004</c:v>
                </c:pt>
                <c:pt idx="12565">
                  <c:v>7.4150200000000002</c:v>
                </c:pt>
                <c:pt idx="12566">
                  <c:v>7.41533</c:v>
                </c:pt>
                <c:pt idx="12567">
                  <c:v>7.4156300000000002</c:v>
                </c:pt>
                <c:pt idx="12568">
                  <c:v>7.41594</c:v>
                </c:pt>
                <c:pt idx="12569">
                  <c:v>7.4162400000000002</c:v>
                </c:pt>
                <c:pt idx="12570">
                  <c:v>7.41655</c:v>
                </c:pt>
                <c:pt idx="12571">
                  <c:v>7.4168500000000002</c:v>
                </c:pt>
                <c:pt idx="12572">
                  <c:v>7.41716</c:v>
                </c:pt>
                <c:pt idx="12573">
                  <c:v>7.4174600000000002</c:v>
                </c:pt>
                <c:pt idx="12574">
                  <c:v>7.41777</c:v>
                </c:pt>
                <c:pt idx="12575">
                  <c:v>7.4180700000000002</c:v>
                </c:pt>
                <c:pt idx="12576">
                  <c:v>7.41838</c:v>
                </c:pt>
                <c:pt idx="12577">
                  <c:v>7.4186800000000002</c:v>
                </c:pt>
                <c:pt idx="12578">
                  <c:v>7.41899</c:v>
                </c:pt>
                <c:pt idx="12579">
                  <c:v>7.4192999999999998</c:v>
                </c:pt>
                <c:pt idx="12580">
                  <c:v>7.4196</c:v>
                </c:pt>
                <c:pt idx="12581">
                  <c:v>7.4199099999999998</c:v>
                </c:pt>
                <c:pt idx="12582">
                  <c:v>7.42021</c:v>
                </c:pt>
                <c:pt idx="12583">
                  <c:v>7.4205199999999998</c:v>
                </c:pt>
                <c:pt idx="12584">
                  <c:v>7.42082</c:v>
                </c:pt>
                <c:pt idx="12585">
                  <c:v>7.4211299999999998</c:v>
                </c:pt>
                <c:pt idx="12586">
                  <c:v>7.42143</c:v>
                </c:pt>
                <c:pt idx="12587">
                  <c:v>7.4217399999999998</c:v>
                </c:pt>
                <c:pt idx="12588">
                  <c:v>7.42204</c:v>
                </c:pt>
                <c:pt idx="12589">
                  <c:v>7.4223499999999998</c:v>
                </c:pt>
                <c:pt idx="12590">
                  <c:v>7.42265</c:v>
                </c:pt>
                <c:pt idx="12591">
                  <c:v>7.4229599999999998</c:v>
                </c:pt>
                <c:pt idx="12592">
                  <c:v>7.4232699999999996</c:v>
                </c:pt>
                <c:pt idx="12593">
                  <c:v>7.4235699999999998</c:v>
                </c:pt>
                <c:pt idx="12594">
                  <c:v>7.4238799999999996</c:v>
                </c:pt>
                <c:pt idx="12595">
                  <c:v>7.4241799999999998</c:v>
                </c:pt>
                <c:pt idx="12596">
                  <c:v>7.4244899999999996</c:v>
                </c:pt>
                <c:pt idx="12597">
                  <c:v>7.4247899999999998</c:v>
                </c:pt>
                <c:pt idx="12598">
                  <c:v>7.4250999999999996</c:v>
                </c:pt>
                <c:pt idx="12599">
                  <c:v>7.4253999999999998</c:v>
                </c:pt>
                <c:pt idx="12600">
                  <c:v>7.4257099999999996</c:v>
                </c:pt>
                <c:pt idx="12601">
                  <c:v>7.4260099999999998</c:v>
                </c:pt>
                <c:pt idx="12602">
                  <c:v>7.4263199999999996</c:v>
                </c:pt>
                <c:pt idx="12603">
                  <c:v>7.4266199999999998</c:v>
                </c:pt>
                <c:pt idx="12604">
                  <c:v>7.4269299999999996</c:v>
                </c:pt>
                <c:pt idx="12605">
                  <c:v>7.4272400000000003</c:v>
                </c:pt>
                <c:pt idx="12606">
                  <c:v>7.4275399999999996</c:v>
                </c:pt>
                <c:pt idx="12607">
                  <c:v>7.4278500000000003</c:v>
                </c:pt>
                <c:pt idx="12608">
                  <c:v>7.4281499999999996</c:v>
                </c:pt>
                <c:pt idx="12609">
                  <c:v>7.4284600000000003</c:v>
                </c:pt>
                <c:pt idx="12610">
                  <c:v>7.4287599999999996</c:v>
                </c:pt>
                <c:pt idx="12611">
                  <c:v>7.4290700000000003</c:v>
                </c:pt>
                <c:pt idx="12612">
                  <c:v>7.4293699999999996</c:v>
                </c:pt>
                <c:pt idx="12613">
                  <c:v>7.4296800000000003</c:v>
                </c:pt>
                <c:pt idx="12614">
                  <c:v>7.4299799999999996</c:v>
                </c:pt>
                <c:pt idx="12615">
                  <c:v>7.4302900000000003</c:v>
                </c:pt>
                <c:pt idx="12616">
                  <c:v>7.4305899999999996</c:v>
                </c:pt>
                <c:pt idx="12617">
                  <c:v>7.4309000000000003</c:v>
                </c:pt>
                <c:pt idx="12618">
                  <c:v>7.4312100000000001</c:v>
                </c:pt>
                <c:pt idx="12619">
                  <c:v>7.4315100000000003</c:v>
                </c:pt>
                <c:pt idx="12620">
                  <c:v>7.4318200000000001</c:v>
                </c:pt>
                <c:pt idx="12621">
                  <c:v>7.4321200000000003</c:v>
                </c:pt>
                <c:pt idx="12622">
                  <c:v>7.4324300000000001</c:v>
                </c:pt>
                <c:pt idx="12623">
                  <c:v>7.4327300000000003</c:v>
                </c:pt>
                <c:pt idx="12624">
                  <c:v>7.4330400000000001</c:v>
                </c:pt>
                <c:pt idx="12625">
                  <c:v>7.4333400000000003</c:v>
                </c:pt>
                <c:pt idx="12626">
                  <c:v>7.4336500000000001</c:v>
                </c:pt>
                <c:pt idx="12627">
                  <c:v>7.4339500000000003</c:v>
                </c:pt>
                <c:pt idx="12628">
                  <c:v>7.4342600000000001</c:v>
                </c:pt>
                <c:pt idx="12629">
                  <c:v>7.4345699999999999</c:v>
                </c:pt>
                <c:pt idx="12630">
                  <c:v>7.4348700000000001</c:v>
                </c:pt>
                <c:pt idx="12631">
                  <c:v>7.4351799999999999</c:v>
                </c:pt>
                <c:pt idx="12632">
                  <c:v>7.4354800000000001</c:v>
                </c:pt>
                <c:pt idx="12633">
                  <c:v>7.4357899999999999</c:v>
                </c:pt>
                <c:pt idx="12634">
                  <c:v>7.4360900000000001</c:v>
                </c:pt>
                <c:pt idx="12635">
                  <c:v>7.4363999999999999</c:v>
                </c:pt>
                <c:pt idx="12636">
                  <c:v>7.4367000000000001</c:v>
                </c:pt>
                <c:pt idx="12637">
                  <c:v>7.4370099999999999</c:v>
                </c:pt>
                <c:pt idx="12638">
                  <c:v>7.4373100000000001</c:v>
                </c:pt>
                <c:pt idx="12639">
                  <c:v>7.4376199999999999</c:v>
                </c:pt>
                <c:pt idx="12640">
                  <c:v>7.4379200000000001</c:v>
                </c:pt>
                <c:pt idx="12641">
                  <c:v>7.4382299999999999</c:v>
                </c:pt>
                <c:pt idx="12642">
                  <c:v>7.4385399999999997</c:v>
                </c:pt>
                <c:pt idx="12643">
                  <c:v>7.4388399999999999</c:v>
                </c:pt>
                <c:pt idx="12644">
                  <c:v>7.4391499999999997</c:v>
                </c:pt>
                <c:pt idx="12645">
                  <c:v>7.4394499999999999</c:v>
                </c:pt>
                <c:pt idx="12646">
                  <c:v>7.4397599999999997</c:v>
                </c:pt>
                <c:pt idx="12647">
                  <c:v>7.4400599999999999</c:v>
                </c:pt>
                <c:pt idx="12648">
                  <c:v>7.4403699999999997</c:v>
                </c:pt>
                <c:pt idx="12649">
                  <c:v>7.4406699999999999</c:v>
                </c:pt>
                <c:pt idx="12650">
                  <c:v>7.4409799999999997</c:v>
                </c:pt>
                <c:pt idx="12651">
                  <c:v>7.4412799999999999</c:v>
                </c:pt>
                <c:pt idx="12652">
                  <c:v>7.4415899999999997</c:v>
                </c:pt>
                <c:pt idx="12653">
                  <c:v>7.4418899999999999</c:v>
                </c:pt>
                <c:pt idx="12654">
                  <c:v>7.4421999999999997</c:v>
                </c:pt>
                <c:pt idx="12655">
                  <c:v>7.4425100000000004</c:v>
                </c:pt>
                <c:pt idx="12656">
                  <c:v>7.4428099999999997</c:v>
                </c:pt>
                <c:pt idx="12657">
                  <c:v>7.4431200000000004</c:v>
                </c:pt>
                <c:pt idx="12658">
                  <c:v>7.4434199999999997</c:v>
                </c:pt>
                <c:pt idx="12659">
                  <c:v>7.4437300000000004</c:v>
                </c:pt>
                <c:pt idx="12660">
                  <c:v>7.4440299999999997</c:v>
                </c:pt>
                <c:pt idx="12661">
                  <c:v>7.4443400000000004</c:v>
                </c:pt>
                <c:pt idx="12662">
                  <c:v>7.4446399999999997</c:v>
                </c:pt>
                <c:pt idx="12663">
                  <c:v>7.4449500000000004</c:v>
                </c:pt>
                <c:pt idx="12664">
                  <c:v>7.4452499999999997</c:v>
                </c:pt>
                <c:pt idx="12665">
                  <c:v>7.4455600000000004</c:v>
                </c:pt>
                <c:pt idx="12666">
                  <c:v>7.4458599999999997</c:v>
                </c:pt>
                <c:pt idx="12667">
                  <c:v>7.4461700000000004</c:v>
                </c:pt>
                <c:pt idx="12668">
                  <c:v>7.4464800000000002</c:v>
                </c:pt>
                <c:pt idx="12669">
                  <c:v>7.4467800000000004</c:v>
                </c:pt>
                <c:pt idx="12670">
                  <c:v>7.4470900000000002</c:v>
                </c:pt>
                <c:pt idx="12671">
                  <c:v>7.4473900000000004</c:v>
                </c:pt>
                <c:pt idx="12672">
                  <c:v>7.4477000000000002</c:v>
                </c:pt>
                <c:pt idx="12673">
                  <c:v>7.4480000000000004</c:v>
                </c:pt>
                <c:pt idx="12674">
                  <c:v>7.4483100000000002</c:v>
                </c:pt>
                <c:pt idx="12675">
                  <c:v>7.4486100000000004</c:v>
                </c:pt>
                <c:pt idx="12676">
                  <c:v>7.4489200000000002</c:v>
                </c:pt>
                <c:pt idx="12677">
                  <c:v>7.4492200000000004</c:v>
                </c:pt>
                <c:pt idx="12678">
                  <c:v>7.4495300000000002</c:v>
                </c:pt>
                <c:pt idx="12679">
                  <c:v>7.4498300000000004</c:v>
                </c:pt>
                <c:pt idx="12680">
                  <c:v>7.4501400000000002</c:v>
                </c:pt>
                <c:pt idx="12681">
                  <c:v>7.45045</c:v>
                </c:pt>
                <c:pt idx="12682">
                  <c:v>7.4507500000000002</c:v>
                </c:pt>
                <c:pt idx="12683">
                  <c:v>7.45106</c:v>
                </c:pt>
                <c:pt idx="12684">
                  <c:v>7.4513600000000002</c:v>
                </c:pt>
                <c:pt idx="12685">
                  <c:v>7.45167</c:v>
                </c:pt>
                <c:pt idx="12686">
                  <c:v>7.4519700000000002</c:v>
                </c:pt>
                <c:pt idx="12687">
                  <c:v>7.45228</c:v>
                </c:pt>
                <c:pt idx="12688">
                  <c:v>7.4525800000000002</c:v>
                </c:pt>
                <c:pt idx="12689">
                  <c:v>7.45289</c:v>
                </c:pt>
                <c:pt idx="12690">
                  <c:v>7.4531900000000002</c:v>
                </c:pt>
                <c:pt idx="12691">
                  <c:v>7.4535</c:v>
                </c:pt>
                <c:pt idx="12692">
                  <c:v>7.4538099999999998</c:v>
                </c:pt>
                <c:pt idx="12693">
                  <c:v>7.45411</c:v>
                </c:pt>
                <c:pt idx="12694">
                  <c:v>7.4544199999999998</c:v>
                </c:pt>
                <c:pt idx="12695">
                  <c:v>7.45472</c:v>
                </c:pt>
                <c:pt idx="12696">
                  <c:v>7.4550299999999998</c:v>
                </c:pt>
                <c:pt idx="12697">
                  <c:v>7.45533</c:v>
                </c:pt>
                <c:pt idx="12698">
                  <c:v>7.4556399999999998</c:v>
                </c:pt>
                <c:pt idx="12699">
                  <c:v>7.45594</c:v>
                </c:pt>
                <c:pt idx="12700">
                  <c:v>7.4562499999999998</c:v>
                </c:pt>
                <c:pt idx="12701">
                  <c:v>7.45655</c:v>
                </c:pt>
                <c:pt idx="12702">
                  <c:v>7.4568599999999998</c:v>
                </c:pt>
                <c:pt idx="12703">
                  <c:v>7.45716</c:v>
                </c:pt>
                <c:pt idx="12704">
                  <c:v>7.4574699999999998</c:v>
                </c:pt>
                <c:pt idx="12705">
                  <c:v>7.4577799999999996</c:v>
                </c:pt>
                <c:pt idx="12706">
                  <c:v>7.4580799999999998</c:v>
                </c:pt>
                <c:pt idx="12707">
                  <c:v>7.4583899999999996</c:v>
                </c:pt>
                <c:pt idx="12708">
                  <c:v>7.4586899999999998</c:v>
                </c:pt>
                <c:pt idx="12709">
                  <c:v>7.4589999999999996</c:v>
                </c:pt>
                <c:pt idx="12710">
                  <c:v>7.4592999999999998</c:v>
                </c:pt>
                <c:pt idx="12711">
                  <c:v>7.4596099999999996</c:v>
                </c:pt>
                <c:pt idx="12712">
                  <c:v>7.4599099999999998</c:v>
                </c:pt>
                <c:pt idx="12713">
                  <c:v>7.4602199999999996</c:v>
                </c:pt>
                <c:pt idx="12714">
                  <c:v>7.4605199999999998</c:v>
                </c:pt>
                <c:pt idx="12715">
                  <c:v>7.4608299999999996</c:v>
                </c:pt>
                <c:pt idx="12716">
                  <c:v>7.4611299999999998</c:v>
                </c:pt>
                <c:pt idx="12717">
                  <c:v>7.4614399999999996</c:v>
                </c:pt>
                <c:pt idx="12718">
                  <c:v>7.4617500000000003</c:v>
                </c:pt>
                <c:pt idx="12719">
                  <c:v>7.4620499999999996</c:v>
                </c:pt>
                <c:pt idx="12720">
                  <c:v>7.4623600000000003</c:v>
                </c:pt>
                <c:pt idx="12721">
                  <c:v>7.4626599999999996</c:v>
                </c:pt>
                <c:pt idx="12722">
                  <c:v>7.4629700000000003</c:v>
                </c:pt>
                <c:pt idx="12723">
                  <c:v>7.4632699999999996</c:v>
                </c:pt>
                <c:pt idx="12724">
                  <c:v>7.4635800000000003</c:v>
                </c:pt>
                <c:pt idx="12725">
                  <c:v>7.4638799999999996</c:v>
                </c:pt>
                <c:pt idx="12726">
                  <c:v>7.4641900000000003</c:v>
                </c:pt>
                <c:pt idx="12727">
                  <c:v>7.4644899999999996</c:v>
                </c:pt>
                <c:pt idx="12728">
                  <c:v>7.4648000000000003</c:v>
                </c:pt>
                <c:pt idx="12729">
                  <c:v>7.4650999999999996</c:v>
                </c:pt>
                <c:pt idx="12730">
                  <c:v>7.4654100000000003</c:v>
                </c:pt>
                <c:pt idx="12731">
                  <c:v>7.4657200000000001</c:v>
                </c:pt>
                <c:pt idx="12732">
                  <c:v>7.4660200000000003</c:v>
                </c:pt>
                <c:pt idx="12733">
                  <c:v>7.4663300000000001</c:v>
                </c:pt>
                <c:pt idx="12734">
                  <c:v>7.4666300000000003</c:v>
                </c:pt>
                <c:pt idx="12735">
                  <c:v>7.4669400000000001</c:v>
                </c:pt>
                <c:pt idx="12736">
                  <c:v>7.4672400000000003</c:v>
                </c:pt>
                <c:pt idx="12737">
                  <c:v>7.4675500000000001</c:v>
                </c:pt>
                <c:pt idx="12738">
                  <c:v>7.4678500000000003</c:v>
                </c:pt>
                <c:pt idx="12739">
                  <c:v>7.4681600000000001</c:v>
                </c:pt>
                <c:pt idx="12740">
                  <c:v>7.4684600000000003</c:v>
                </c:pt>
                <c:pt idx="12741">
                  <c:v>7.4687700000000001</c:v>
                </c:pt>
                <c:pt idx="12742">
                  <c:v>7.4690799999999999</c:v>
                </c:pt>
                <c:pt idx="12743">
                  <c:v>7.4693800000000001</c:v>
                </c:pt>
                <c:pt idx="12744">
                  <c:v>7.4696899999999999</c:v>
                </c:pt>
                <c:pt idx="12745">
                  <c:v>7.4699900000000001</c:v>
                </c:pt>
                <c:pt idx="12746">
                  <c:v>7.4702999999999999</c:v>
                </c:pt>
                <c:pt idx="12747">
                  <c:v>7.4706000000000001</c:v>
                </c:pt>
                <c:pt idx="12748">
                  <c:v>7.4709099999999999</c:v>
                </c:pt>
                <c:pt idx="12749">
                  <c:v>7.4712100000000001</c:v>
                </c:pt>
                <c:pt idx="12750">
                  <c:v>7.4715199999999999</c:v>
                </c:pt>
                <c:pt idx="12751">
                  <c:v>7.4718200000000001</c:v>
                </c:pt>
                <c:pt idx="12752">
                  <c:v>7.4721299999999999</c:v>
                </c:pt>
                <c:pt idx="12753">
                  <c:v>7.4724300000000001</c:v>
                </c:pt>
                <c:pt idx="12754">
                  <c:v>7.4727399999999999</c:v>
                </c:pt>
                <c:pt idx="12755">
                  <c:v>7.4730499999999997</c:v>
                </c:pt>
                <c:pt idx="12756">
                  <c:v>7.4733499999999999</c:v>
                </c:pt>
                <c:pt idx="12757">
                  <c:v>7.4736599999999997</c:v>
                </c:pt>
                <c:pt idx="12758">
                  <c:v>7.4739599999999999</c:v>
                </c:pt>
                <c:pt idx="12759">
                  <c:v>7.4742699999999997</c:v>
                </c:pt>
                <c:pt idx="12760">
                  <c:v>7.4745699999999999</c:v>
                </c:pt>
                <c:pt idx="12761">
                  <c:v>7.4748799999999997</c:v>
                </c:pt>
                <c:pt idx="12762">
                  <c:v>7.4751799999999999</c:v>
                </c:pt>
                <c:pt idx="12763">
                  <c:v>7.4754899999999997</c:v>
                </c:pt>
                <c:pt idx="12764">
                  <c:v>7.4757899999999999</c:v>
                </c:pt>
                <c:pt idx="12765">
                  <c:v>7.4760999999999997</c:v>
                </c:pt>
                <c:pt idx="12766">
                  <c:v>7.4763999999999999</c:v>
                </c:pt>
                <c:pt idx="12767">
                  <c:v>7.4767099999999997</c:v>
                </c:pt>
                <c:pt idx="12768">
                  <c:v>7.4770200000000004</c:v>
                </c:pt>
                <c:pt idx="12769">
                  <c:v>7.4773199999999997</c:v>
                </c:pt>
                <c:pt idx="12770">
                  <c:v>7.4776300000000004</c:v>
                </c:pt>
                <c:pt idx="12771">
                  <c:v>7.4779299999999997</c:v>
                </c:pt>
                <c:pt idx="12772">
                  <c:v>7.4782400000000004</c:v>
                </c:pt>
                <c:pt idx="12773">
                  <c:v>7.4785399999999997</c:v>
                </c:pt>
                <c:pt idx="12774">
                  <c:v>7.4788500000000004</c:v>
                </c:pt>
                <c:pt idx="12775">
                  <c:v>7.4791499999999997</c:v>
                </c:pt>
                <c:pt idx="12776">
                  <c:v>7.4794600000000004</c:v>
                </c:pt>
                <c:pt idx="12777">
                  <c:v>7.4797599999999997</c:v>
                </c:pt>
                <c:pt idx="12778">
                  <c:v>7.4800700000000004</c:v>
                </c:pt>
                <c:pt idx="12779">
                  <c:v>7.4803699999999997</c:v>
                </c:pt>
                <c:pt idx="12780">
                  <c:v>7.4806800000000004</c:v>
                </c:pt>
                <c:pt idx="12781">
                  <c:v>7.4809900000000003</c:v>
                </c:pt>
                <c:pt idx="12782">
                  <c:v>7.4812900000000004</c:v>
                </c:pt>
                <c:pt idx="12783">
                  <c:v>7.4816000000000003</c:v>
                </c:pt>
                <c:pt idx="12784">
                  <c:v>7.4819000000000004</c:v>
                </c:pt>
                <c:pt idx="12785">
                  <c:v>7.4822100000000002</c:v>
                </c:pt>
                <c:pt idx="12786">
                  <c:v>7.4825100000000004</c:v>
                </c:pt>
                <c:pt idx="12787">
                  <c:v>7.4828200000000002</c:v>
                </c:pt>
                <c:pt idx="12788">
                  <c:v>7.4831200000000004</c:v>
                </c:pt>
                <c:pt idx="12789">
                  <c:v>7.4834300000000002</c:v>
                </c:pt>
                <c:pt idx="12790">
                  <c:v>7.4837300000000004</c:v>
                </c:pt>
                <c:pt idx="12791">
                  <c:v>7.4840400000000002</c:v>
                </c:pt>
                <c:pt idx="12792">
                  <c:v>7.4843400000000004</c:v>
                </c:pt>
                <c:pt idx="12793">
                  <c:v>7.4846500000000002</c:v>
                </c:pt>
                <c:pt idx="12794">
                  <c:v>7.4849600000000001</c:v>
                </c:pt>
                <c:pt idx="12795">
                  <c:v>7.4852600000000002</c:v>
                </c:pt>
                <c:pt idx="12796">
                  <c:v>7.4855700000000001</c:v>
                </c:pt>
                <c:pt idx="12797">
                  <c:v>7.4858700000000002</c:v>
                </c:pt>
                <c:pt idx="12798">
                  <c:v>7.4861800000000001</c:v>
                </c:pt>
                <c:pt idx="12799">
                  <c:v>7.4864800000000002</c:v>
                </c:pt>
                <c:pt idx="12800">
                  <c:v>7.4867900000000001</c:v>
                </c:pt>
                <c:pt idx="12801">
                  <c:v>7.4870900000000002</c:v>
                </c:pt>
                <c:pt idx="12802">
                  <c:v>7.4874000000000001</c:v>
                </c:pt>
                <c:pt idx="12803">
                  <c:v>7.4877000000000002</c:v>
                </c:pt>
                <c:pt idx="12804">
                  <c:v>7.4880100000000001</c:v>
                </c:pt>
                <c:pt idx="12805">
                  <c:v>7.4883199999999999</c:v>
                </c:pt>
                <c:pt idx="12806">
                  <c:v>7.4886200000000001</c:v>
                </c:pt>
                <c:pt idx="12807">
                  <c:v>7.4889299999999999</c:v>
                </c:pt>
                <c:pt idx="12808">
                  <c:v>7.4892300000000001</c:v>
                </c:pt>
                <c:pt idx="12809">
                  <c:v>7.4895399999999999</c:v>
                </c:pt>
                <c:pt idx="12810">
                  <c:v>7.4898400000000001</c:v>
                </c:pt>
                <c:pt idx="12811">
                  <c:v>7.4901499999999999</c:v>
                </c:pt>
                <c:pt idx="12812">
                  <c:v>7.4904500000000001</c:v>
                </c:pt>
                <c:pt idx="12813">
                  <c:v>7.4907599999999999</c:v>
                </c:pt>
                <c:pt idx="12814">
                  <c:v>7.4910600000000001</c:v>
                </c:pt>
                <c:pt idx="12815">
                  <c:v>7.4913699999999999</c:v>
                </c:pt>
                <c:pt idx="12816">
                  <c:v>7.4916700000000001</c:v>
                </c:pt>
                <c:pt idx="12817">
                  <c:v>7.4919799999999999</c:v>
                </c:pt>
                <c:pt idx="12818">
                  <c:v>7.4922899999999997</c:v>
                </c:pt>
                <c:pt idx="12819">
                  <c:v>7.4925899999999999</c:v>
                </c:pt>
                <c:pt idx="12820">
                  <c:v>7.4928999999999997</c:v>
                </c:pt>
                <c:pt idx="12821">
                  <c:v>7.4931999999999999</c:v>
                </c:pt>
                <c:pt idx="12822">
                  <c:v>7.4935099999999997</c:v>
                </c:pt>
                <c:pt idx="12823">
                  <c:v>7.4938099999999999</c:v>
                </c:pt>
                <c:pt idx="12824">
                  <c:v>7.4941199999999997</c:v>
                </c:pt>
                <c:pt idx="12825">
                  <c:v>7.4944199999999999</c:v>
                </c:pt>
                <c:pt idx="12826">
                  <c:v>7.4947299999999997</c:v>
                </c:pt>
                <c:pt idx="12827">
                  <c:v>7.4950299999999999</c:v>
                </c:pt>
                <c:pt idx="12828">
                  <c:v>7.4953399999999997</c:v>
                </c:pt>
                <c:pt idx="12829">
                  <c:v>7.4956399999999999</c:v>
                </c:pt>
                <c:pt idx="12830">
                  <c:v>7.4959499999999997</c:v>
                </c:pt>
                <c:pt idx="12831">
                  <c:v>7.4962600000000004</c:v>
                </c:pt>
                <c:pt idx="12832">
                  <c:v>7.4965599999999997</c:v>
                </c:pt>
                <c:pt idx="12833">
                  <c:v>7.4968700000000004</c:v>
                </c:pt>
                <c:pt idx="12834">
                  <c:v>7.4971699999999997</c:v>
                </c:pt>
                <c:pt idx="12835">
                  <c:v>7.4974800000000004</c:v>
                </c:pt>
                <c:pt idx="12836">
                  <c:v>7.4977799999999997</c:v>
                </c:pt>
                <c:pt idx="12837">
                  <c:v>7.4980900000000004</c:v>
                </c:pt>
                <c:pt idx="12838">
                  <c:v>7.4983899999999997</c:v>
                </c:pt>
                <c:pt idx="12839">
                  <c:v>7.4987000000000004</c:v>
                </c:pt>
                <c:pt idx="12840">
                  <c:v>7.4989999999999997</c:v>
                </c:pt>
                <c:pt idx="12841">
                  <c:v>7.4993100000000004</c:v>
                </c:pt>
                <c:pt idx="12842">
                  <c:v>7.4996099999999997</c:v>
                </c:pt>
                <c:pt idx="12843">
                  <c:v>7.4999200000000004</c:v>
                </c:pt>
                <c:pt idx="12844">
                  <c:v>7.5002300000000002</c:v>
                </c:pt>
                <c:pt idx="12845">
                  <c:v>7.5005300000000004</c:v>
                </c:pt>
                <c:pt idx="12846">
                  <c:v>7.5008400000000002</c:v>
                </c:pt>
                <c:pt idx="12847">
                  <c:v>7.5011400000000004</c:v>
                </c:pt>
                <c:pt idx="12848">
                  <c:v>7.5014500000000002</c:v>
                </c:pt>
                <c:pt idx="12849">
                  <c:v>7.5017500000000004</c:v>
                </c:pt>
                <c:pt idx="12850">
                  <c:v>7.5020600000000002</c:v>
                </c:pt>
                <c:pt idx="12851">
                  <c:v>7.5023600000000004</c:v>
                </c:pt>
                <c:pt idx="12852">
                  <c:v>7.5026700000000002</c:v>
                </c:pt>
                <c:pt idx="12853">
                  <c:v>7.5029700000000004</c:v>
                </c:pt>
                <c:pt idx="12854">
                  <c:v>7.5032800000000002</c:v>
                </c:pt>
                <c:pt idx="12855">
                  <c:v>7.5035800000000004</c:v>
                </c:pt>
                <c:pt idx="12856">
                  <c:v>7.5038900000000002</c:v>
                </c:pt>
                <c:pt idx="12857">
                  <c:v>7.5042</c:v>
                </c:pt>
                <c:pt idx="12858">
                  <c:v>7.5045000000000002</c:v>
                </c:pt>
                <c:pt idx="12859">
                  <c:v>7.50481</c:v>
                </c:pt>
                <c:pt idx="12860">
                  <c:v>7.5051100000000002</c:v>
                </c:pt>
                <c:pt idx="12861">
                  <c:v>7.50542</c:v>
                </c:pt>
                <c:pt idx="12862">
                  <c:v>7.5057200000000002</c:v>
                </c:pt>
                <c:pt idx="12863">
                  <c:v>7.50603</c:v>
                </c:pt>
                <c:pt idx="12864">
                  <c:v>7.5063300000000002</c:v>
                </c:pt>
                <c:pt idx="12865">
                  <c:v>7.50664</c:v>
                </c:pt>
                <c:pt idx="12866">
                  <c:v>7.5069400000000002</c:v>
                </c:pt>
                <c:pt idx="12867">
                  <c:v>7.50725</c:v>
                </c:pt>
                <c:pt idx="12868">
                  <c:v>7.5075599999999998</c:v>
                </c:pt>
                <c:pt idx="12869">
                  <c:v>7.50786</c:v>
                </c:pt>
                <c:pt idx="12870">
                  <c:v>7.5081699999999998</c:v>
                </c:pt>
                <c:pt idx="12871">
                  <c:v>7.50847</c:v>
                </c:pt>
                <c:pt idx="12872">
                  <c:v>7.5087799999999998</c:v>
                </c:pt>
                <c:pt idx="12873">
                  <c:v>7.50908</c:v>
                </c:pt>
                <c:pt idx="12874">
                  <c:v>7.5093899999999998</c:v>
                </c:pt>
                <c:pt idx="12875">
                  <c:v>7.50969</c:v>
                </c:pt>
                <c:pt idx="12876">
                  <c:v>7.51</c:v>
                </c:pt>
                <c:pt idx="12877">
                  <c:v>7.5103</c:v>
                </c:pt>
                <c:pt idx="12878">
                  <c:v>7.5106099999999998</c:v>
                </c:pt>
                <c:pt idx="12879">
                  <c:v>7.51091</c:v>
                </c:pt>
                <c:pt idx="12880">
                  <c:v>7.5112199999999998</c:v>
                </c:pt>
                <c:pt idx="12881">
                  <c:v>7.5115299999999996</c:v>
                </c:pt>
                <c:pt idx="12882">
                  <c:v>7.5118299999999998</c:v>
                </c:pt>
                <c:pt idx="12883">
                  <c:v>7.5121399999999996</c:v>
                </c:pt>
                <c:pt idx="12884">
                  <c:v>7.5124399999999998</c:v>
                </c:pt>
                <c:pt idx="12885">
                  <c:v>7.5127499999999996</c:v>
                </c:pt>
                <c:pt idx="12886">
                  <c:v>7.5130499999999998</c:v>
                </c:pt>
                <c:pt idx="12887">
                  <c:v>7.5133599999999996</c:v>
                </c:pt>
                <c:pt idx="12888">
                  <c:v>7.5136599999999998</c:v>
                </c:pt>
                <c:pt idx="12889">
                  <c:v>7.5139699999999996</c:v>
                </c:pt>
                <c:pt idx="12890">
                  <c:v>7.5142699999999998</c:v>
                </c:pt>
                <c:pt idx="12891">
                  <c:v>7.5145799999999996</c:v>
                </c:pt>
                <c:pt idx="12892">
                  <c:v>7.5148799999999998</c:v>
                </c:pt>
                <c:pt idx="12893">
                  <c:v>7.5151899999999996</c:v>
                </c:pt>
                <c:pt idx="12894">
                  <c:v>7.5155000000000003</c:v>
                </c:pt>
                <c:pt idx="12895">
                  <c:v>7.5157999999999996</c:v>
                </c:pt>
                <c:pt idx="12896">
                  <c:v>7.5161100000000003</c:v>
                </c:pt>
                <c:pt idx="12897">
                  <c:v>7.5164099999999996</c:v>
                </c:pt>
                <c:pt idx="12898">
                  <c:v>7.5167200000000003</c:v>
                </c:pt>
                <c:pt idx="12899">
                  <c:v>7.5170199999999996</c:v>
                </c:pt>
                <c:pt idx="12900">
                  <c:v>7.5173300000000003</c:v>
                </c:pt>
                <c:pt idx="12901">
                  <c:v>7.5176299999999996</c:v>
                </c:pt>
                <c:pt idx="12902">
                  <c:v>7.5179400000000003</c:v>
                </c:pt>
                <c:pt idx="12903">
                  <c:v>7.5182399999999996</c:v>
                </c:pt>
                <c:pt idx="12904">
                  <c:v>7.5185500000000003</c:v>
                </c:pt>
                <c:pt idx="12905">
                  <c:v>7.5188499999999996</c:v>
                </c:pt>
                <c:pt idx="12906">
                  <c:v>7.5191600000000003</c:v>
                </c:pt>
                <c:pt idx="12907">
                  <c:v>7.5194700000000001</c:v>
                </c:pt>
                <c:pt idx="12908">
                  <c:v>7.5197700000000003</c:v>
                </c:pt>
                <c:pt idx="12909">
                  <c:v>7.5200800000000001</c:v>
                </c:pt>
                <c:pt idx="12910">
                  <c:v>7.5203800000000003</c:v>
                </c:pt>
                <c:pt idx="12911">
                  <c:v>7.5206900000000001</c:v>
                </c:pt>
                <c:pt idx="12912">
                  <c:v>7.5209900000000003</c:v>
                </c:pt>
                <c:pt idx="12913">
                  <c:v>7.5213000000000001</c:v>
                </c:pt>
                <c:pt idx="12914">
                  <c:v>7.5216000000000003</c:v>
                </c:pt>
                <c:pt idx="12915">
                  <c:v>7.5219100000000001</c:v>
                </c:pt>
                <c:pt idx="12916">
                  <c:v>7.5222100000000003</c:v>
                </c:pt>
                <c:pt idx="12917">
                  <c:v>7.5225200000000001</c:v>
                </c:pt>
                <c:pt idx="12918">
                  <c:v>7.5228299999999999</c:v>
                </c:pt>
                <c:pt idx="12919">
                  <c:v>7.5231300000000001</c:v>
                </c:pt>
                <c:pt idx="12920">
                  <c:v>7.5234399999999999</c:v>
                </c:pt>
                <c:pt idx="12921">
                  <c:v>7.5237400000000001</c:v>
                </c:pt>
                <c:pt idx="12922">
                  <c:v>7.5240499999999999</c:v>
                </c:pt>
                <c:pt idx="12923">
                  <c:v>7.5243500000000001</c:v>
                </c:pt>
                <c:pt idx="12924">
                  <c:v>7.5246599999999999</c:v>
                </c:pt>
                <c:pt idx="12925">
                  <c:v>7.5249600000000001</c:v>
                </c:pt>
                <c:pt idx="12926">
                  <c:v>7.5252699999999999</c:v>
                </c:pt>
                <c:pt idx="12927">
                  <c:v>7.5255700000000001</c:v>
                </c:pt>
                <c:pt idx="12928">
                  <c:v>7.5258799999999999</c:v>
                </c:pt>
                <c:pt idx="12929">
                  <c:v>7.5261800000000001</c:v>
                </c:pt>
                <c:pt idx="12930">
                  <c:v>7.5264899999999999</c:v>
                </c:pt>
                <c:pt idx="12931">
                  <c:v>7.5267999999999997</c:v>
                </c:pt>
                <c:pt idx="12932">
                  <c:v>7.5270999999999999</c:v>
                </c:pt>
                <c:pt idx="12933">
                  <c:v>7.5274099999999997</c:v>
                </c:pt>
                <c:pt idx="12934">
                  <c:v>7.5277099999999999</c:v>
                </c:pt>
                <c:pt idx="12935">
                  <c:v>7.5280199999999997</c:v>
                </c:pt>
                <c:pt idx="12936">
                  <c:v>7.5283199999999999</c:v>
                </c:pt>
                <c:pt idx="12937">
                  <c:v>7.5286299999999997</c:v>
                </c:pt>
                <c:pt idx="12938">
                  <c:v>7.5289299999999999</c:v>
                </c:pt>
                <c:pt idx="12939">
                  <c:v>7.5292399999999997</c:v>
                </c:pt>
                <c:pt idx="12940">
                  <c:v>7.5295399999999999</c:v>
                </c:pt>
                <c:pt idx="12941">
                  <c:v>7.5298499999999997</c:v>
                </c:pt>
                <c:pt idx="12942">
                  <c:v>7.5301499999999999</c:v>
                </c:pt>
                <c:pt idx="12943">
                  <c:v>7.5304599999999997</c:v>
                </c:pt>
                <c:pt idx="12944">
                  <c:v>7.5307700000000004</c:v>
                </c:pt>
                <c:pt idx="12945">
                  <c:v>7.5310699999999997</c:v>
                </c:pt>
                <c:pt idx="12946">
                  <c:v>7.5313800000000004</c:v>
                </c:pt>
                <c:pt idx="12947">
                  <c:v>7.5316799999999997</c:v>
                </c:pt>
                <c:pt idx="12948">
                  <c:v>7.5319900000000004</c:v>
                </c:pt>
                <c:pt idx="12949">
                  <c:v>7.5322899999999997</c:v>
                </c:pt>
                <c:pt idx="12950">
                  <c:v>7.5326000000000004</c:v>
                </c:pt>
                <c:pt idx="12951">
                  <c:v>7.5328999999999997</c:v>
                </c:pt>
                <c:pt idx="12952">
                  <c:v>7.5332100000000004</c:v>
                </c:pt>
                <c:pt idx="12953">
                  <c:v>7.5335099999999997</c:v>
                </c:pt>
                <c:pt idx="12954">
                  <c:v>7.5338200000000004</c:v>
                </c:pt>
                <c:pt idx="12955">
                  <c:v>7.5341199999999997</c:v>
                </c:pt>
                <c:pt idx="12956">
                  <c:v>7.5344300000000004</c:v>
                </c:pt>
                <c:pt idx="12957">
                  <c:v>7.5347400000000002</c:v>
                </c:pt>
                <c:pt idx="12958">
                  <c:v>7.5350400000000004</c:v>
                </c:pt>
                <c:pt idx="12959">
                  <c:v>7.5353500000000002</c:v>
                </c:pt>
                <c:pt idx="12960">
                  <c:v>7.5356500000000004</c:v>
                </c:pt>
                <c:pt idx="12961">
                  <c:v>7.5359600000000002</c:v>
                </c:pt>
                <c:pt idx="12962">
                  <c:v>7.5362600000000004</c:v>
                </c:pt>
                <c:pt idx="12963">
                  <c:v>7.5365700000000002</c:v>
                </c:pt>
                <c:pt idx="12964">
                  <c:v>7.5368700000000004</c:v>
                </c:pt>
                <c:pt idx="12965">
                  <c:v>7.5371800000000002</c:v>
                </c:pt>
                <c:pt idx="12966">
                  <c:v>7.5374800000000004</c:v>
                </c:pt>
                <c:pt idx="12967">
                  <c:v>7.5377900000000002</c:v>
                </c:pt>
                <c:pt idx="12968">
                  <c:v>7.5380900000000004</c:v>
                </c:pt>
                <c:pt idx="12969">
                  <c:v>7.5384000000000002</c:v>
                </c:pt>
                <c:pt idx="12970">
                  <c:v>7.53871</c:v>
                </c:pt>
                <c:pt idx="12971">
                  <c:v>7.5390100000000002</c:v>
                </c:pt>
                <c:pt idx="12972">
                  <c:v>7.53932</c:v>
                </c:pt>
                <c:pt idx="12973">
                  <c:v>7.5396200000000002</c:v>
                </c:pt>
                <c:pt idx="12974">
                  <c:v>7.53993</c:v>
                </c:pt>
                <c:pt idx="12975">
                  <c:v>7.5402300000000002</c:v>
                </c:pt>
                <c:pt idx="12976">
                  <c:v>7.54054</c:v>
                </c:pt>
                <c:pt idx="12977">
                  <c:v>7.5408400000000002</c:v>
                </c:pt>
                <c:pt idx="12978">
                  <c:v>7.54115</c:v>
                </c:pt>
                <c:pt idx="12979">
                  <c:v>7.5414500000000002</c:v>
                </c:pt>
                <c:pt idx="12980">
                  <c:v>7.54176</c:v>
                </c:pt>
                <c:pt idx="12981">
                  <c:v>7.5420699999999998</c:v>
                </c:pt>
                <c:pt idx="12982">
                  <c:v>7.54237</c:v>
                </c:pt>
                <c:pt idx="12983">
                  <c:v>7.5426799999999998</c:v>
                </c:pt>
                <c:pt idx="12984">
                  <c:v>7.54298</c:v>
                </c:pt>
                <c:pt idx="12985">
                  <c:v>7.5432899999999998</c:v>
                </c:pt>
                <c:pt idx="12986">
                  <c:v>7.54359</c:v>
                </c:pt>
                <c:pt idx="12987">
                  <c:v>7.5438999999999998</c:v>
                </c:pt>
                <c:pt idx="12988">
                  <c:v>7.5442</c:v>
                </c:pt>
                <c:pt idx="12989">
                  <c:v>7.5445099999999998</c:v>
                </c:pt>
                <c:pt idx="12990">
                  <c:v>7.54481</c:v>
                </c:pt>
                <c:pt idx="12991">
                  <c:v>7.5451199999999998</c:v>
                </c:pt>
                <c:pt idx="12992">
                  <c:v>7.54542</c:v>
                </c:pt>
                <c:pt idx="12993">
                  <c:v>7.5457299999999998</c:v>
                </c:pt>
                <c:pt idx="12994">
                  <c:v>7.5460399999999996</c:v>
                </c:pt>
                <c:pt idx="12995">
                  <c:v>7.5463399999999998</c:v>
                </c:pt>
                <c:pt idx="12996">
                  <c:v>7.5466499999999996</c:v>
                </c:pt>
                <c:pt idx="12997">
                  <c:v>7.5469499999999998</c:v>
                </c:pt>
                <c:pt idx="12998">
                  <c:v>7.5472599999999996</c:v>
                </c:pt>
                <c:pt idx="12999">
                  <c:v>7.5475599999999998</c:v>
                </c:pt>
                <c:pt idx="13000">
                  <c:v>7.5478699999999996</c:v>
                </c:pt>
                <c:pt idx="13001">
                  <c:v>7.5481699999999998</c:v>
                </c:pt>
                <c:pt idx="13002">
                  <c:v>7.5484799999999996</c:v>
                </c:pt>
                <c:pt idx="13003">
                  <c:v>7.5487799999999998</c:v>
                </c:pt>
                <c:pt idx="13004">
                  <c:v>7.5490899999999996</c:v>
                </c:pt>
                <c:pt idx="13005">
                  <c:v>7.5493899999999998</c:v>
                </c:pt>
                <c:pt idx="13006">
                  <c:v>7.5496999999999996</c:v>
                </c:pt>
                <c:pt idx="13007">
                  <c:v>7.5500100000000003</c:v>
                </c:pt>
                <c:pt idx="13008">
                  <c:v>7.5503099999999996</c:v>
                </c:pt>
                <c:pt idx="13009">
                  <c:v>7.5506200000000003</c:v>
                </c:pt>
                <c:pt idx="13010">
                  <c:v>7.5509199999999996</c:v>
                </c:pt>
                <c:pt idx="13011">
                  <c:v>7.5512300000000003</c:v>
                </c:pt>
                <c:pt idx="13012">
                  <c:v>7.5515299999999996</c:v>
                </c:pt>
                <c:pt idx="13013">
                  <c:v>7.5518400000000003</c:v>
                </c:pt>
                <c:pt idx="13014">
                  <c:v>7.5521399999999996</c:v>
                </c:pt>
                <c:pt idx="13015">
                  <c:v>7.5524500000000003</c:v>
                </c:pt>
                <c:pt idx="13016">
                  <c:v>7.5527499999999996</c:v>
                </c:pt>
                <c:pt idx="13017">
                  <c:v>7.5530600000000003</c:v>
                </c:pt>
                <c:pt idx="13018">
                  <c:v>7.5533599999999996</c:v>
                </c:pt>
                <c:pt idx="13019">
                  <c:v>7.5536700000000003</c:v>
                </c:pt>
                <c:pt idx="13020">
                  <c:v>7.5539800000000001</c:v>
                </c:pt>
                <c:pt idx="13021">
                  <c:v>7.5542800000000003</c:v>
                </c:pt>
                <c:pt idx="13022">
                  <c:v>7.5545900000000001</c:v>
                </c:pt>
                <c:pt idx="13023">
                  <c:v>7.5548900000000003</c:v>
                </c:pt>
                <c:pt idx="13024">
                  <c:v>7.5552000000000001</c:v>
                </c:pt>
                <c:pt idx="13025">
                  <c:v>7.5555000000000003</c:v>
                </c:pt>
                <c:pt idx="13026">
                  <c:v>7.5558100000000001</c:v>
                </c:pt>
                <c:pt idx="13027">
                  <c:v>7.5561100000000003</c:v>
                </c:pt>
                <c:pt idx="13028">
                  <c:v>7.5564200000000001</c:v>
                </c:pt>
                <c:pt idx="13029">
                  <c:v>7.5567200000000003</c:v>
                </c:pt>
                <c:pt idx="13030">
                  <c:v>7.5570300000000001</c:v>
                </c:pt>
                <c:pt idx="13031">
                  <c:v>7.5573300000000003</c:v>
                </c:pt>
                <c:pt idx="13032">
                  <c:v>7.5576400000000001</c:v>
                </c:pt>
                <c:pt idx="13033">
                  <c:v>7.5579499999999999</c:v>
                </c:pt>
                <c:pt idx="13034">
                  <c:v>7.5582500000000001</c:v>
                </c:pt>
                <c:pt idx="13035">
                  <c:v>7.5585599999999999</c:v>
                </c:pt>
                <c:pt idx="13036">
                  <c:v>7.5588600000000001</c:v>
                </c:pt>
                <c:pt idx="13037">
                  <c:v>7.5591699999999999</c:v>
                </c:pt>
                <c:pt idx="13038">
                  <c:v>7.5594700000000001</c:v>
                </c:pt>
                <c:pt idx="13039">
                  <c:v>7.5597799999999999</c:v>
                </c:pt>
                <c:pt idx="13040">
                  <c:v>7.5600800000000001</c:v>
                </c:pt>
                <c:pt idx="13041">
                  <c:v>7.5603899999999999</c:v>
                </c:pt>
                <c:pt idx="13042">
                  <c:v>7.5606900000000001</c:v>
                </c:pt>
                <c:pt idx="13043">
                  <c:v>7.5609999999999999</c:v>
                </c:pt>
                <c:pt idx="13044">
                  <c:v>7.5613099999999998</c:v>
                </c:pt>
                <c:pt idx="13045">
                  <c:v>7.5616099999999999</c:v>
                </c:pt>
                <c:pt idx="13046">
                  <c:v>7.5619199999999998</c:v>
                </c:pt>
                <c:pt idx="13047">
                  <c:v>7.5622199999999999</c:v>
                </c:pt>
                <c:pt idx="13048">
                  <c:v>7.5625299999999998</c:v>
                </c:pt>
                <c:pt idx="13049">
                  <c:v>7.5628299999999999</c:v>
                </c:pt>
                <c:pt idx="13050">
                  <c:v>7.5631399999999998</c:v>
                </c:pt>
                <c:pt idx="13051">
                  <c:v>7.5634399999999999</c:v>
                </c:pt>
                <c:pt idx="13052">
                  <c:v>7.5637499999999998</c:v>
                </c:pt>
                <c:pt idx="13053">
                  <c:v>7.5640499999999999</c:v>
                </c:pt>
                <c:pt idx="13054">
                  <c:v>7.5643599999999998</c:v>
                </c:pt>
                <c:pt idx="13055">
                  <c:v>7.5646599999999999</c:v>
                </c:pt>
                <c:pt idx="13056">
                  <c:v>7.5649699999999998</c:v>
                </c:pt>
                <c:pt idx="13057">
                  <c:v>7.5652799999999996</c:v>
                </c:pt>
                <c:pt idx="13058">
                  <c:v>7.5655799999999997</c:v>
                </c:pt>
                <c:pt idx="13059">
                  <c:v>7.5658899999999996</c:v>
                </c:pt>
                <c:pt idx="13060">
                  <c:v>7.5661899999999997</c:v>
                </c:pt>
                <c:pt idx="13061">
                  <c:v>7.5664999999999996</c:v>
                </c:pt>
                <c:pt idx="13062">
                  <c:v>7.5667999999999997</c:v>
                </c:pt>
                <c:pt idx="13063">
                  <c:v>7.5671099999999996</c:v>
                </c:pt>
                <c:pt idx="13064">
                  <c:v>7.5674099999999997</c:v>
                </c:pt>
                <c:pt idx="13065">
                  <c:v>7.5677199999999996</c:v>
                </c:pt>
                <c:pt idx="13066">
                  <c:v>7.5680199999999997</c:v>
                </c:pt>
                <c:pt idx="13067">
                  <c:v>7.5683299999999996</c:v>
                </c:pt>
                <c:pt idx="13068">
                  <c:v>7.5686299999999997</c:v>
                </c:pt>
                <c:pt idx="13069">
                  <c:v>7.5689399999999996</c:v>
                </c:pt>
                <c:pt idx="13070">
                  <c:v>7.5692500000000003</c:v>
                </c:pt>
                <c:pt idx="13071">
                  <c:v>7.5695499999999996</c:v>
                </c:pt>
                <c:pt idx="13072">
                  <c:v>7.5698600000000003</c:v>
                </c:pt>
                <c:pt idx="13073">
                  <c:v>7.5701599999999996</c:v>
                </c:pt>
                <c:pt idx="13074">
                  <c:v>7.5704700000000003</c:v>
                </c:pt>
                <c:pt idx="13075">
                  <c:v>7.5707700000000004</c:v>
                </c:pt>
                <c:pt idx="13076">
                  <c:v>7.5710800000000003</c:v>
                </c:pt>
                <c:pt idx="13077">
                  <c:v>7.5713800000000004</c:v>
                </c:pt>
                <c:pt idx="13078">
                  <c:v>7.5716900000000003</c:v>
                </c:pt>
                <c:pt idx="13079">
                  <c:v>7.5719900000000004</c:v>
                </c:pt>
                <c:pt idx="13080">
                  <c:v>7.5723000000000003</c:v>
                </c:pt>
                <c:pt idx="13081">
                  <c:v>7.5726000000000004</c:v>
                </c:pt>
                <c:pt idx="13082">
                  <c:v>7.5729100000000003</c:v>
                </c:pt>
                <c:pt idx="13083">
                  <c:v>7.5732200000000001</c:v>
                </c:pt>
                <c:pt idx="13084">
                  <c:v>7.5735200000000003</c:v>
                </c:pt>
                <c:pt idx="13085">
                  <c:v>7.5738300000000001</c:v>
                </c:pt>
                <c:pt idx="13086">
                  <c:v>7.5741300000000003</c:v>
                </c:pt>
                <c:pt idx="13087">
                  <c:v>7.5744400000000001</c:v>
                </c:pt>
                <c:pt idx="13088">
                  <c:v>7.5747400000000003</c:v>
                </c:pt>
                <c:pt idx="13089">
                  <c:v>7.5750500000000001</c:v>
                </c:pt>
                <c:pt idx="13090">
                  <c:v>7.5753500000000003</c:v>
                </c:pt>
                <c:pt idx="13091">
                  <c:v>7.5756600000000001</c:v>
                </c:pt>
                <c:pt idx="13092">
                  <c:v>7.5759600000000002</c:v>
                </c:pt>
                <c:pt idx="13093">
                  <c:v>7.5762700000000001</c:v>
                </c:pt>
                <c:pt idx="13094">
                  <c:v>7.5765799999999999</c:v>
                </c:pt>
                <c:pt idx="13095">
                  <c:v>7.5768800000000001</c:v>
                </c:pt>
                <c:pt idx="13096">
                  <c:v>7.5771899999999999</c:v>
                </c:pt>
                <c:pt idx="13097">
                  <c:v>7.5774900000000001</c:v>
                </c:pt>
                <c:pt idx="13098">
                  <c:v>7.5777999999999999</c:v>
                </c:pt>
                <c:pt idx="13099">
                  <c:v>7.5781000000000001</c:v>
                </c:pt>
                <c:pt idx="13100">
                  <c:v>7.5784099999999999</c:v>
                </c:pt>
                <c:pt idx="13101">
                  <c:v>7.5787100000000001</c:v>
                </c:pt>
                <c:pt idx="13102">
                  <c:v>7.5790199999999999</c:v>
                </c:pt>
                <c:pt idx="13103">
                  <c:v>7.5793200000000001</c:v>
                </c:pt>
                <c:pt idx="13104">
                  <c:v>7.5796299999999999</c:v>
                </c:pt>
                <c:pt idx="13105">
                  <c:v>7.5799300000000001</c:v>
                </c:pt>
                <c:pt idx="13106">
                  <c:v>7.5802399999999999</c:v>
                </c:pt>
                <c:pt idx="13107">
                  <c:v>7.5805499999999997</c:v>
                </c:pt>
                <c:pt idx="13108">
                  <c:v>7.5808499999999999</c:v>
                </c:pt>
                <c:pt idx="13109">
                  <c:v>7.5811599999999997</c:v>
                </c:pt>
                <c:pt idx="13110">
                  <c:v>7.5814599999999999</c:v>
                </c:pt>
                <c:pt idx="13111">
                  <c:v>7.5817699999999997</c:v>
                </c:pt>
                <c:pt idx="13112">
                  <c:v>7.5820699999999999</c:v>
                </c:pt>
                <c:pt idx="13113">
                  <c:v>7.5823799999999997</c:v>
                </c:pt>
                <c:pt idx="13114">
                  <c:v>7.5826799999999999</c:v>
                </c:pt>
                <c:pt idx="13115">
                  <c:v>7.5829899999999997</c:v>
                </c:pt>
                <c:pt idx="13116">
                  <c:v>7.5832899999999999</c:v>
                </c:pt>
                <c:pt idx="13117">
                  <c:v>7.5835999999999997</c:v>
                </c:pt>
                <c:pt idx="13118">
                  <c:v>7.5838999999999999</c:v>
                </c:pt>
                <c:pt idx="13119">
                  <c:v>7.5842099999999997</c:v>
                </c:pt>
                <c:pt idx="13120">
                  <c:v>7.5845200000000004</c:v>
                </c:pt>
                <c:pt idx="13121">
                  <c:v>7.5848199999999997</c:v>
                </c:pt>
                <c:pt idx="13122">
                  <c:v>7.5851300000000004</c:v>
                </c:pt>
                <c:pt idx="13123">
                  <c:v>7.5854299999999997</c:v>
                </c:pt>
                <c:pt idx="13124">
                  <c:v>7.5857400000000004</c:v>
                </c:pt>
                <c:pt idx="13125">
                  <c:v>7.5860399999999997</c:v>
                </c:pt>
                <c:pt idx="13126">
                  <c:v>7.5863500000000004</c:v>
                </c:pt>
                <c:pt idx="13127">
                  <c:v>7.5866499999999997</c:v>
                </c:pt>
                <c:pt idx="13128">
                  <c:v>7.5869600000000004</c:v>
                </c:pt>
                <c:pt idx="13129">
                  <c:v>7.5872599999999997</c:v>
                </c:pt>
                <c:pt idx="13130">
                  <c:v>7.5875700000000004</c:v>
                </c:pt>
                <c:pt idx="13131">
                  <c:v>7.5878699999999997</c:v>
                </c:pt>
                <c:pt idx="13132">
                  <c:v>7.5881800000000004</c:v>
                </c:pt>
                <c:pt idx="13133">
                  <c:v>7.5884900000000002</c:v>
                </c:pt>
                <c:pt idx="13134">
                  <c:v>7.5887900000000004</c:v>
                </c:pt>
                <c:pt idx="13135">
                  <c:v>7.5891000000000002</c:v>
                </c:pt>
                <c:pt idx="13136">
                  <c:v>7.5894000000000004</c:v>
                </c:pt>
                <c:pt idx="13137">
                  <c:v>7.5897100000000002</c:v>
                </c:pt>
                <c:pt idx="13138">
                  <c:v>7.5900100000000004</c:v>
                </c:pt>
                <c:pt idx="13139">
                  <c:v>7.5903200000000002</c:v>
                </c:pt>
                <c:pt idx="13140">
                  <c:v>7.5906200000000004</c:v>
                </c:pt>
                <c:pt idx="13141">
                  <c:v>7.5909300000000002</c:v>
                </c:pt>
                <c:pt idx="13142">
                  <c:v>7.5912300000000004</c:v>
                </c:pt>
                <c:pt idx="13143">
                  <c:v>7.5915400000000002</c:v>
                </c:pt>
                <c:pt idx="13144">
                  <c:v>7.5918400000000004</c:v>
                </c:pt>
                <c:pt idx="13145">
                  <c:v>7.5921500000000002</c:v>
                </c:pt>
                <c:pt idx="13146">
                  <c:v>7.59246</c:v>
                </c:pt>
                <c:pt idx="13147">
                  <c:v>7.5927600000000002</c:v>
                </c:pt>
                <c:pt idx="13148">
                  <c:v>7.59307</c:v>
                </c:pt>
                <c:pt idx="13149">
                  <c:v>7.5933700000000002</c:v>
                </c:pt>
                <c:pt idx="13150">
                  <c:v>7.59368</c:v>
                </c:pt>
                <c:pt idx="13151">
                  <c:v>7.5939800000000002</c:v>
                </c:pt>
                <c:pt idx="13152">
                  <c:v>7.59429</c:v>
                </c:pt>
                <c:pt idx="13153">
                  <c:v>7.5945900000000002</c:v>
                </c:pt>
                <c:pt idx="13154">
                  <c:v>7.5949</c:v>
                </c:pt>
                <c:pt idx="13155">
                  <c:v>7.5952000000000002</c:v>
                </c:pt>
                <c:pt idx="13156">
                  <c:v>7.59551</c:v>
                </c:pt>
                <c:pt idx="13157">
                  <c:v>7.5958199999999998</c:v>
                </c:pt>
                <c:pt idx="13158">
                  <c:v>7.59612</c:v>
                </c:pt>
                <c:pt idx="13159">
                  <c:v>7.5964299999999998</c:v>
                </c:pt>
                <c:pt idx="13160">
                  <c:v>7.59673</c:v>
                </c:pt>
                <c:pt idx="13161">
                  <c:v>7.5970399999999998</c:v>
                </c:pt>
                <c:pt idx="13162">
                  <c:v>7.59734</c:v>
                </c:pt>
                <c:pt idx="13163">
                  <c:v>7.5976499999999998</c:v>
                </c:pt>
                <c:pt idx="13164">
                  <c:v>7.59795</c:v>
                </c:pt>
                <c:pt idx="13165">
                  <c:v>7.5982599999999998</c:v>
                </c:pt>
                <c:pt idx="13166">
                  <c:v>7.59856</c:v>
                </c:pt>
                <c:pt idx="13167">
                  <c:v>7.5988699999999998</c:v>
                </c:pt>
                <c:pt idx="13168">
                  <c:v>7.59917</c:v>
                </c:pt>
                <c:pt idx="13169">
                  <c:v>7.5994799999999998</c:v>
                </c:pt>
                <c:pt idx="13170">
                  <c:v>7.5997899999999996</c:v>
                </c:pt>
                <c:pt idx="13171">
                  <c:v>7.6000899999999998</c:v>
                </c:pt>
                <c:pt idx="13172">
                  <c:v>7.6003999999999996</c:v>
                </c:pt>
                <c:pt idx="13173">
                  <c:v>7.6006999999999998</c:v>
                </c:pt>
                <c:pt idx="13174">
                  <c:v>7.6010099999999996</c:v>
                </c:pt>
                <c:pt idx="13175">
                  <c:v>7.6013099999999998</c:v>
                </c:pt>
                <c:pt idx="13176">
                  <c:v>7.6016199999999996</c:v>
                </c:pt>
                <c:pt idx="13177">
                  <c:v>7.6019199999999998</c:v>
                </c:pt>
                <c:pt idx="13178">
                  <c:v>7.6022299999999996</c:v>
                </c:pt>
                <c:pt idx="13179">
                  <c:v>7.6025299999999998</c:v>
                </c:pt>
                <c:pt idx="13180">
                  <c:v>7.6028399999999996</c:v>
                </c:pt>
                <c:pt idx="13181">
                  <c:v>7.6031399999999998</c:v>
                </c:pt>
                <c:pt idx="13182">
                  <c:v>7.6034499999999996</c:v>
                </c:pt>
                <c:pt idx="13183">
                  <c:v>7.6037600000000003</c:v>
                </c:pt>
                <c:pt idx="13184">
                  <c:v>7.6040599999999996</c:v>
                </c:pt>
                <c:pt idx="13185">
                  <c:v>7.6043700000000003</c:v>
                </c:pt>
                <c:pt idx="13186">
                  <c:v>7.6046699999999996</c:v>
                </c:pt>
                <c:pt idx="13187">
                  <c:v>7.6049800000000003</c:v>
                </c:pt>
                <c:pt idx="13188">
                  <c:v>7.6052799999999996</c:v>
                </c:pt>
                <c:pt idx="13189">
                  <c:v>7.6055900000000003</c:v>
                </c:pt>
                <c:pt idx="13190">
                  <c:v>7.6058899999999996</c:v>
                </c:pt>
                <c:pt idx="13191">
                  <c:v>7.6062000000000003</c:v>
                </c:pt>
                <c:pt idx="13192">
                  <c:v>7.6064999999999996</c:v>
                </c:pt>
                <c:pt idx="13193">
                  <c:v>7.6068100000000003</c:v>
                </c:pt>
                <c:pt idx="13194">
                  <c:v>7.6071099999999996</c:v>
                </c:pt>
                <c:pt idx="13195">
                  <c:v>7.6074200000000003</c:v>
                </c:pt>
                <c:pt idx="13196">
                  <c:v>7.6077300000000001</c:v>
                </c:pt>
                <c:pt idx="13197">
                  <c:v>7.6080300000000003</c:v>
                </c:pt>
                <c:pt idx="13198">
                  <c:v>7.6083400000000001</c:v>
                </c:pt>
                <c:pt idx="13199">
                  <c:v>7.6086400000000003</c:v>
                </c:pt>
                <c:pt idx="13200">
                  <c:v>7.6089500000000001</c:v>
                </c:pt>
                <c:pt idx="13201">
                  <c:v>7.6092500000000003</c:v>
                </c:pt>
                <c:pt idx="13202">
                  <c:v>7.6095600000000001</c:v>
                </c:pt>
                <c:pt idx="13203">
                  <c:v>7.6098600000000003</c:v>
                </c:pt>
                <c:pt idx="13204">
                  <c:v>7.6101700000000001</c:v>
                </c:pt>
                <c:pt idx="13205">
                  <c:v>7.6104700000000003</c:v>
                </c:pt>
                <c:pt idx="13206">
                  <c:v>7.6107800000000001</c:v>
                </c:pt>
                <c:pt idx="13207">
                  <c:v>7.6110800000000003</c:v>
                </c:pt>
                <c:pt idx="13208">
                  <c:v>7.6113900000000001</c:v>
                </c:pt>
                <c:pt idx="13209">
                  <c:v>7.6116999999999999</c:v>
                </c:pt>
                <c:pt idx="13210">
                  <c:v>7.6120000000000001</c:v>
                </c:pt>
                <c:pt idx="13211">
                  <c:v>7.6123099999999999</c:v>
                </c:pt>
                <c:pt idx="13212">
                  <c:v>7.6126100000000001</c:v>
                </c:pt>
                <c:pt idx="13213">
                  <c:v>7.6129199999999999</c:v>
                </c:pt>
                <c:pt idx="13214">
                  <c:v>7.6132200000000001</c:v>
                </c:pt>
                <c:pt idx="13215">
                  <c:v>7.6135299999999999</c:v>
                </c:pt>
                <c:pt idx="13216">
                  <c:v>7.6138300000000001</c:v>
                </c:pt>
                <c:pt idx="13217">
                  <c:v>7.6141399999999999</c:v>
                </c:pt>
                <c:pt idx="13218">
                  <c:v>7.6144400000000001</c:v>
                </c:pt>
                <c:pt idx="13219">
                  <c:v>7.6147499999999999</c:v>
                </c:pt>
                <c:pt idx="13220">
                  <c:v>7.6150599999999997</c:v>
                </c:pt>
                <c:pt idx="13221">
                  <c:v>7.6153599999999999</c:v>
                </c:pt>
                <c:pt idx="13222">
                  <c:v>7.6156699999999997</c:v>
                </c:pt>
                <c:pt idx="13223">
                  <c:v>7.6159699999999999</c:v>
                </c:pt>
                <c:pt idx="13224">
                  <c:v>7.6162799999999997</c:v>
                </c:pt>
                <c:pt idx="13225">
                  <c:v>7.6165799999999999</c:v>
                </c:pt>
                <c:pt idx="13226">
                  <c:v>7.6168899999999997</c:v>
                </c:pt>
                <c:pt idx="13227">
                  <c:v>7.6171899999999999</c:v>
                </c:pt>
                <c:pt idx="13228">
                  <c:v>7.6174999999999997</c:v>
                </c:pt>
                <c:pt idx="13229">
                  <c:v>7.6177999999999999</c:v>
                </c:pt>
                <c:pt idx="13230">
                  <c:v>7.6181099999999997</c:v>
                </c:pt>
                <c:pt idx="13231">
                  <c:v>7.6184099999999999</c:v>
                </c:pt>
                <c:pt idx="13232">
                  <c:v>7.6187199999999997</c:v>
                </c:pt>
                <c:pt idx="13233">
                  <c:v>7.6190300000000004</c:v>
                </c:pt>
                <c:pt idx="13234">
                  <c:v>7.6193299999999997</c:v>
                </c:pt>
                <c:pt idx="13235">
                  <c:v>7.6196400000000004</c:v>
                </c:pt>
                <c:pt idx="13236">
                  <c:v>7.6199399999999997</c:v>
                </c:pt>
                <c:pt idx="13237">
                  <c:v>7.6202500000000004</c:v>
                </c:pt>
                <c:pt idx="13238">
                  <c:v>7.6205499999999997</c:v>
                </c:pt>
                <c:pt idx="13239">
                  <c:v>7.6208600000000004</c:v>
                </c:pt>
                <c:pt idx="13240">
                  <c:v>7.6211599999999997</c:v>
                </c:pt>
                <c:pt idx="13241">
                  <c:v>7.6214700000000004</c:v>
                </c:pt>
                <c:pt idx="13242">
                  <c:v>7.6217699999999997</c:v>
                </c:pt>
                <c:pt idx="13243">
                  <c:v>7.6220800000000004</c:v>
                </c:pt>
                <c:pt idx="13244">
                  <c:v>7.6223799999999997</c:v>
                </c:pt>
                <c:pt idx="13245">
                  <c:v>7.6226900000000004</c:v>
                </c:pt>
                <c:pt idx="13246">
                  <c:v>7.6230000000000002</c:v>
                </c:pt>
                <c:pt idx="13247">
                  <c:v>7.6233000000000004</c:v>
                </c:pt>
                <c:pt idx="13248">
                  <c:v>7.6236100000000002</c:v>
                </c:pt>
                <c:pt idx="13249">
                  <c:v>7.6239100000000004</c:v>
                </c:pt>
                <c:pt idx="13250">
                  <c:v>7.6242200000000002</c:v>
                </c:pt>
                <c:pt idx="13251">
                  <c:v>7.6245200000000004</c:v>
                </c:pt>
                <c:pt idx="13252">
                  <c:v>7.6248300000000002</c:v>
                </c:pt>
                <c:pt idx="13253">
                  <c:v>7.6251300000000004</c:v>
                </c:pt>
                <c:pt idx="13254">
                  <c:v>7.6254400000000002</c:v>
                </c:pt>
                <c:pt idx="13255">
                  <c:v>7.6257400000000004</c:v>
                </c:pt>
                <c:pt idx="13256">
                  <c:v>7.6260500000000002</c:v>
                </c:pt>
                <c:pt idx="13257">
                  <c:v>7.6263500000000004</c:v>
                </c:pt>
                <c:pt idx="13258">
                  <c:v>7.6266600000000002</c:v>
                </c:pt>
                <c:pt idx="13259">
                  <c:v>7.62697</c:v>
                </c:pt>
                <c:pt idx="13260">
                  <c:v>7.6272700000000002</c:v>
                </c:pt>
                <c:pt idx="13261">
                  <c:v>7.62758</c:v>
                </c:pt>
                <c:pt idx="13262">
                  <c:v>7.6278800000000002</c:v>
                </c:pt>
                <c:pt idx="13263">
                  <c:v>7.62819</c:v>
                </c:pt>
                <c:pt idx="13264">
                  <c:v>7.6284900000000002</c:v>
                </c:pt>
                <c:pt idx="13265">
                  <c:v>7.6288</c:v>
                </c:pt>
                <c:pt idx="13266">
                  <c:v>7.6291000000000002</c:v>
                </c:pt>
                <c:pt idx="13267">
                  <c:v>7.62941</c:v>
                </c:pt>
                <c:pt idx="13268">
                  <c:v>7.6297100000000002</c:v>
                </c:pt>
                <c:pt idx="13269">
                  <c:v>7.63002</c:v>
                </c:pt>
                <c:pt idx="13270">
                  <c:v>7.6303200000000002</c:v>
                </c:pt>
                <c:pt idx="13271">
                  <c:v>7.63063</c:v>
                </c:pt>
                <c:pt idx="13272">
                  <c:v>7.6309399999999998</c:v>
                </c:pt>
                <c:pt idx="13273">
                  <c:v>7.63124</c:v>
                </c:pt>
                <c:pt idx="13274">
                  <c:v>7.6315499999999998</c:v>
                </c:pt>
                <c:pt idx="13275">
                  <c:v>7.63185</c:v>
                </c:pt>
                <c:pt idx="13276">
                  <c:v>7.6321599999999998</c:v>
                </c:pt>
                <c:pt idx="13277">
                  <c:v>7.63246</c:v>
                </c:pt>
                <c:pt idx="13278">
                  <c:v>7.6327699999999998</c:v>
                </c:pt>
                <c:pt idx="13279">
                  <c:v>7.63307</c:v>
                </c:pt>
                <c:pt idx="13280">
                  <c:v>7.6333799999999998</c:v>
                </c:pt>
                <c:pt idx="13281">
                  <c:v>7.63368</c:v>
                </c:pt>
                <c:pt idx="13282">
                  <c:v>7.6339899999999998</c:v>
                </c:pt>
                <c:pt idx="13283">
                  <c:v>7.6342999999999996</c:v>
                </c:pt>
                <c:pt idx="13284">
                  <c:v>7.6345999999999998</c:v>
                </c:pt>
                <c:pt idx="13285">
                  <c:v>7.6349099999999996</c:v>
                </c:pt>
                <c:pt idx="13286">
                  <c:v>7.6352099999999998</c:v>
                </c:pt>
                <c:pt idx="13287">
                  <c:v>7.6355199999999996</c:v>
                </c:pt>
                <c:pt idx="13288">
                  <c:v>7.6358199999999998</c:v>
                </c:pt>
                <c:pt idx="13289">
                  <c:v>7.6361299999999996</c:v>
                </c:pt>
                <c:pt idx="13290">
                  <c:v>7.6364299999999998</c:v>
                </c:pt>
                <c:pt idx="13291">
                  <c:v>7.6367399999999996</c:v>
                </c:pt>
                <c:pt idx="13292">
                  <c:v>7.6370399999999998</c:v>
                </c:pt>
                <c:pt idx="13293">
                  <c:v>7.6373499999999996</c:v>
                </c:pt>
                <c:pt idx="13294">
                  <c:v>7.6376499999999998</c:v>
                </c:pt>
                <c:pt idx="13295">
                  <c:v>7.6379599999999996</c:v>
                </c:pt>
                <c:pt idx="13296">
                  <c:v>7.6382700000000003</c:v>
                </c:pt>
                <c:pt idx="13297">
                  <c:v>7.6385699999999996</c:v>
                </c:pt>
                <c:pt idx="13298">
                  <c:v>7.6388800000000003</c:v>
                </c:pt>
                <c:pt idx="13299">
                  <c:v>7.6391799999999996</c:v>
                </c:pt>
                <c:pt idx="13300">
                  <c:v>7.6394900000000003</c:v>
                </c:pt>
                <c:pt idx="13301">
                  <c:v>7.6397899999999996</c:v>
                </c:pt>
                <c:pt idx="13302">
                  <c:v>7.6401000000000003</c:v>
                </c:pt>
                <c:pt idx="13303">
                  <c:v>7.6403999999999996</c:v>
                </c:pt>
                <c:pt idx="13304">
                  <c:v>7.6407100000000003</c:v>
                </c:pt>
                <c:pt idx="13305">
                  <c:v>7.6410099999999996</c:v>
                </c:pt>
                <c:pt idx="13306">
                  <c:v>7.6413200000000003</c:v>
                </c:pt>
                <c:pt idx="13307">
                  <c:v>7.6416199999999996</c:v>
                </c:pt>
                <c:pt idx="13308">
                  <c:v>7.6419300000000003</c:v>
                </c:pt>
                <c:pt idx="13309">
                  <c:v>7.6422400000000001</c:v>
                </c:pt>
                <c:pt idx="13310">
                  <c:v>7.6425400000000003</c:v>
                </c:pt>
                <c:pt idx="13311">
                  <c:v>7.6428500000000001</c:v>
                </c:pt>
                <c:pt idx="13312">
                  <c:v>7.6431500000000003</c:v>
                </c:pt>
                <c:pt idx="13313">
                  <c:v>7.6434600000000001</c:v>
                </c:pt>
                <c:pt idx="13314">
                  <c:v>7.6437600000000003</c:v>
                </c:pt>
                <c:pt idx="13315">
                  <c:v>7.6440700000000001</c:v>
                </c:pt>
                <c:pt idx="13316">
                  <c:v>7.6443700000000003</c:v>
                </c:pt>
                <c:pt idx="13317">
                  <c:v>7.6446800000000001</c:v>
                </c:pt>
                <c:pt idx="13318">
                  <c:v>7.6449800000000003</c:v>
                </c:pt>
                <c:pt idx="13319">
                  <c:v>7.6452900000000001</c:v>
                </c:pt>
                <c:pt idx="13320">
                  <c:v>7.6455900000000003</c:v>
                </c:pt>
                <c:pt idx="13321">
                  <c:v>7.6459000000000001</c:v>
                </c:pt>
                <c:pt idx="13322">
                  <c:v>7.64621</c:v>
                </c:pt>
                <c:pt idx="13323">
                  <c:v>7.6465100000000001</c:v>
                </c:pt>
                <c:pt idx="13324">
                  <c:v>7.64682</c:v>
                </c:pt>
                <c:pt idx="13325">
                  <c:v>7.6471200000000001</c:v>
                </c:pt>
                <c:pt idx="13326">
                  <c:v>7.6474299999999999</c:v>
                </c:pt>
                <c:pt idx="13327">
                  <c:v>7.6477300000000001</c:v>
                </c:pt>
                <c:pt idx="13328">
                  <c:v>7.6480399999999999</c:v>
                </c:pt>
                <c:pt idx="13329">
                  <c:v>7.6483400000000001</c:v>
                </c:pt>
                <c:pt idx="13330">
                  <c:v>7.6486499999999999</c:v>
                </c:pt>
                <c:pt idx="13331">
                  <c:v>7.6489500000000001</c:v>
                </c:pt>
                <c:pt idx="13332">
                  <c:v>7.6492599999999999</c:v>
                </c:pt>
                <c:pt idx="13333">
                  <c:v>7.6495699999999998</c:v>
                </c:pt>
                <c:pt idx="13334">
                  <c:v>7.6498699999999999</c:v>
                </c:pt>
                <c:pt idx="13335">
                  <c:v>7.6501799999999998</c:v>
                </c:pt>
                <c:pt idx="13336">
                  <c:v>7.6504799999999999</c:v>
                </c:pt>
                <c:pt idx="13337">
                  <c:v>7.6507899999999998</c:v>
                </c:pt>
                <c:pt idx="13338">
                  <c:v>7.6510899999999999</c:v>
                </c:pt>
                <c:pt idx="13339">
                  <c:v>7.6513999999999998</c:v>
                </c:pt>
                <c:pt idx="13340">
                  <c:v>7.6516999999999999</c:v>
                </c:pt>
                <c:pt idx="13341">
                  <c:v>7.6520099999999998</c:v>
                </c:pt>
                <c:pt idx="13342">
                  <c:v>7.6523099999999999</c:v>
                </c:pt>
                <c:pt idx="13343">
                  <c:v>7.6526199999999998</c:v>
                </c:pt>
                <c:pt idx="13344">
                  <c:v>7.6529199999999999</c:v>
                </c:pt>
                <c:pt idx="13345">
                  <c:v>7.6532299999999998</c:v>
                </c:pt>
                <c:pt idx="13346">
                  <c:v>7.6535399999999996</c:v>
                </c:pt>
                <c:pt idx="13347">
                  <c:v>7.6538399999999998</c:v>
                </c:pt>
                <c:pt idx="13348">
                  <c:v>7.6541499999999996</c:v>
                </c:pt>
                <c:pt idx="13349">
                  <c:v>7.6544499999999998</c:v>
                </c:pt>
                <c:pt idx="13350">
                  <c:v>7.6547599999999996</c:v>
                </c:pt>
                <c:pt idx="13351">
                  <c:v>7.6550599999999998</c:v>
                </c:pt>
                <c:pt idx="13352">
                  <c:v>7.6553699999999996</c:v>
                </c:pt>
                <c:pt idx="13353">
                  <c:v>7.6556699999999998</c:v>
                </c:pt>
                <c:pt idx="13354">
                  <c:v>7.6559799999999996</c:v>
                </c:pt>
                <c:pt idx="13355">
                  <c:v>7.6562799999999998</c:v>
                </c:pt>
                <c:pt idx="13356">
                  <c:v>7.6565899999999996</c:v>
                </c:pt>
                <c:pt idx="13357">
                  <c:v>7.6568899999999998</c:v>
                </c:pt>
                <c:pt idx="13358">
                  <c:v>7.6571999999999996</c:v>
                </c:pt>
                <c:pt idx="13359">
                  <c:v>7.6575100000000003</c:v>
                </c:pt>
                <c:pt idx="13360">
                  <c:v>7.6578099999999996</c:v>
                </c:pt>
                <c:pt idx="13361">
                  <c:v>7.6581200000000003</c:v>
                </c:pt>
                <c:pt idx="13362">
                  <c:v>7.6584199999999996</c:v>
                </c:pt>
                <c:pt idx="13363">
                  <c:v>7.6587300000000003</c:v>
                </c:pt>
                <c:pt idx="13364">
                  <c:v>7.6590299999999996</c:v>
                </c:pt>
                <c:pt idx="13365">
                  <c:v>7.6593400000000003</c:v>
                </c:pt>
                <c:pt idx="13366">
                  <c:v>7.6596399999999996</c:v>
                </c:pt>
                <c:pt idx="13367">
                  <c:v>7.6599500000000003</c:v>
                </c:pt>
                <c:pt idx="13368">
                  <c:v>7.6602499999999996</c:v>
                </c:pt>
                <c:pt idx="13369">
                  <c:v>7.6605600000000003</c:v>
                </c:pt>
                <c:pt idx="13370">
                  <c:v>7.6608599999999996</c:v>
                </c:pt>
                <c:pt idx="13371">
                  <c:v>7.6611700000000003</c:v>
                </c:pt>
                <c:pt idx="13372">
                  <c:v>7.6614800000000001</c:v>
                </c:pt>
                <c:pt idx="13373">
                  <c:v>7.6617800000000003</c:v>
                </c:pt>
                <c:pt idx="13374">
                  <c:v>7.6620900000000001</c:v>
                </c:pt>
                <c:pt idx="13375">
                  <c:v>7.6623900000000003</c:v>
                </c:pt>
                <c:pt idx="13376">
                  <c:v>7.6627000000000001</c:v>
                </c:pt>
                <c:pt idx="13377">
                  <c:v>7.6630000000000003</c:v>
                </c:pt>
                <c:pt idx="13378">
                  <c:v>7.6633100000000001</c:v>
                </c:pt>
                <c:pt idx="13379">
                  <c:v>7.6636100000000003</c:v>
                </c:pt>
                <c:pt idx="13380">
                  <c:v>7.6639200000000001</c:v>
                </c:pt>
                <c:pt idx="13381">
                  <c:v>7.6642200000000003</c:v>
                </c:pt>
                <c:pt idx="13382">
                  <c:v>7.6645300000000001</c:v>
                </c:pt>
                <c:pt idx="13383">
                  <c:v>7.6648300000000003</c:v>
                </c:pt>
                <c:pt idx="13384">
                  <c:v>7.6651400000000001</c:v>
                </c:pt>
                <c:pt idx="13385">
                  <c:v>7.6654499999999999</c:v>
                </c:pt>
                <c:pt idx="13386">
                  <c:v>7.6657500000000001</c:v>
                </c:pt>
                <c:pt idx="13387">
                  <c:v>7.6660599999999999</c:v>
                </c:pt>
                <c:pt idx="13388">
                  <c:v>7.6663600000000001</c:v>
                </c:pt>
                <c:pt idx="13389">
                  <c:v>7.6666699999999999</c:v>
                </c:pt>
                <c:pt idx="13390">
                  <c:v>7.6669700000000001</c:v>
                </c:pt>
                <c:pt idx="13391">
                  <c:v>7.6672799999999999</c:v>
                </c:pt>
                <c:pt idx="13392">
                  <c:v>7.6675800000000001</c:v>
                </c:pt>
                <c:pt idx="13393">
                  <c:v>7.6678899999999999</c:v>
                </c:pt>
                <c:pt idx="13394">
                  <c:v>7.6681900000000001</c:v>
                </c:pt>
                <c:pt idx="13395">
                  <c:v>7.6684999999999999</c:v>
                </c:pt>
                <c:pt idx="13396">
                  <c:v>7.6688099999999997</c:v>
                </c:pt>
                <c:pt idx="13397">
                  <c:v>7.6691099999999999</c:v>
                </c:pt>
                <c:pt idx="13398">
                  <c:v>7.6694199999999997</c:v>
                </c:pt>
                <c:pt idx="13399">
                  <c:v>7.6697199999999999</c:v>
                </c:pt>
                <c:pt idx="13400">
                  <c:v>7.6700299999999997</c:v>
                </c:pt>
                <c:pt idx="13401">
                  <c:v>7.6703299999999999</c:v>
                </c:pt>
                <c:pt idx="13402">
                  <c:v>7.6706399999999997</c:v>
                </c:pt>
                <c:pt idx="13403">
                  <c:v>7.6709399999999999</c:v>
                </c:pt>
                <c:pt idx="13404">
                  <c:v>7.6712499999999997</c:v>
                </c:pt>
                <c:pt idx="13405">
                  <c:v>7.6715499999999999</c:v>
                </c:pt>
                <c:pt idx="13406">
                  <c:v>7.6718599999999997</c:v>
                </c:pt>
                <c:pt idx="13407">
                  <c:v>7.6721599999999999</c:v>
                </c:pt>
                <c:pt idx="13408">
                  <c:v>7.6724699999999997</c:v>
                </c:pt>
                <c:pt idx="13409">
                  <c:v>7.6727800000000004</c:v>
                </c:pt>
                <c:pt idx="13410">
                  <c:v>7.6730799999999997</c:v>
                </c:pt>
                <c:pt idx="13411">
                  <c:v>7.6733900000000004</c:v>
                </c:pt>
                <c:pt idx="13412">
                  <c:v>7.6736899999999997</c:v>
                </c:pt>
                <c:pt idx="13413">
                  <c:v>7.6740000000000004</c:v>
                </c:pt>
                <c:pt idx="13414">
                  <c:v>7.6742999999999997</c:v>
                </c:pt>
                <c:pt idx="13415">
                  <c:v>7.6746100000000004</c:v>
                </c:pt>
                <c:pt idx="13416">
                  <c:v>7.6749099999999997</c:v>
                </c:pt>
                <c:pt idx="13417">
                  <c:v>7.6752200000000004</c:v>
                </c:pt>
                <c:pt idx="13418">
                  <c:v>7.6755199999999997</c:v>
                </c:pt>
                <c:pt idx="13419">
                  <c:v>7.6758300000000004</c:v>
                </c:pt>
                <c:pt idx="13420">
                  <c:v>7.6761299999999997</c:v>
                </c:pt>
                <c:pt idx="13421">
                  <c:v>7.6764400000000004</c:v>
                </c:pt>
                <c:pt idx="13422">
                  <c:v>7.6767500000000002</c:v>
                </c:pt>
                <c:pt idx="13423">
                  <c:v>7.6770500000000004</c:v>
                </c:pt>
                <c:pt idx="13424">
                  <c:v>7.6773600000000002</c:v>
                </c:pt>
                <c:pt idx="13425">
                  <c:v>7.6776600000000004</c:v>
                </c:pt>
                <c:pt idx="13426">
                  <c:v>7.6779700000000002</c:v>
                </c:pt>
                <c:pt idx="13427">
                  <c:v>7.6782700000000004</c:v>
                </c:pt>
                <c:pt idx="13428">
                  <c:v>7.6785800000000002</c:v>
                </c:pt>
                <c:pt idx="13429">
                  <c:v>7.6788800000000004</c:v>
                </c:pt>
                <c:pt idx="13430">
                  <c:v>7.6791900000000002</c:v>
                </c:pt>
                <c:pt idx="13431">
                  <c:v>7.6794900000000004</c:v>
                </c:pt>
                <c:pt idx="13432">
                  <c:v>7.6798000000000002</c:v>
                </c:pt>
                <c:pt idx="13433">
                  <c:v>7.6801000000000004</c:v>
                </c:pt>
                <c:pt idx="13434">
                  <c:v>7.6804100000000002</c:v>
                </c:pt>
                <c:pt idx="13435">
                  <c:v>7.68072</c:v>
                </c:pt>
                <c:pt idx="13436">
                  <c:v>7.6810200000000002</c:v>
                </c:pt>
                <c:pt idx="13437">
                  <c:v>7.68133</c:v>
                </c:pt>
                <c:pt idx="13438">
                  <c:v>7.6816300000000002</c:v>
                </c:pt>
                <c:pt idx="13439">
                  <c:v>7.68194</c:v>
                </c:pt>
                <c:pt idx="13440">
                  <c:v>7.6822400000000002</c:v>
                </c:pt>
                <c:pt idx="13441">
                  <c:v>7.68255</c:v>
                </c:pt>
                <c:pt idx="13442">
                  <c:v>7.6828500000000002</c:v>
                </c:pt>
                <c:pt idx="13443">
                  <c:v>7.68316</c:v>
                </c:pt>
                <c:pt idx="13444">
                  <c:v>7.6834600000000002</c:v>
                </c:pt>
                <c:pt idx="13445">
                  <c:v>7.68377</c:v>
                </c:pt>
                <c:pt idx="13446">
                  <c:v>7.6840700000000002</c:v>
                </c:pt>
                <c:pt idx="13447">
                  <c:v>7.68438</c:v>
                </c:pt>
                <c:pt idx="13448">
                  <c:v>7.6846899999999998</c:v>
                </c:pt>
                <c:pt idx="13449">
                  <c:v>7.68499</c:v>
                </c:pt>
                <c:pt idx="13450">
                  <c:v>7.6852999999999998</c:v>
                </c:pt>
                <c:pt idx="13451">
                  <c:v>7.6856</c:v>
                </c:pt>
                <c:pt idx="13452">
                  <c:v>7.6859099999999998</c:v>
                </c:pt>
                <c:pt idx="13453">
                  <c:v>7.68621</c:v>
                </c:pt>
                <c:pt idx="13454">
                  <c:v>7.6865199999999998</c:v>
                </c:pt>
                <c:pt idx="13455">
                  <c:v>7.68682</c:v>
                </c:pt>
                <c:pt idx="13456">
                  <c:v>7.6871299999999998</c:v>
                </c:pt>
                <c:pt idx="13457">
                  <c:v>7.68743</c:v>
                </c:pt>
                <c:pt idx="13458">
                  <c:v>7.6877399999999998</c:v>
                </c:pt>
                <c:pt idx="13459">
                  <c:v>7.6880499999999996</c:v>
                </c:pt>
                <c:pt idx="13460">
                  <c:v>7.6883499999999998</c:v>
                </c:pt>
                <c:pt idx="13461">
                  <c:v>7.6886599999999996</c:v>
                </c:pt>
                <c:pt idx="13462">
                  <c:v>7.6889599999999998</c:v>
                </c:pt>
                <c:pt idx="13463">
                  <c:v>7.6892699999999996</c:v>
                </c:pt>
                <c:pt idx="13464">
                  <c:v>7.6895699999999998</c:v>
                </c:pt>
                <c:pt idx="13465">
                  <c:v>7.6898799999999996</c:v>
                </c:pt>
                <c:pt idx="13466">
                  <c:v>7.6901799999999998</c:v>
                </c:pt>
                <c:pt idx="13467">
                  <c:v>7.6904899999999996</c:v>
                </c:pt>
                <c:pt idx="13468">
                  <c:v>7.6907899999999998</c:v>
                </c:pt>
                <c:pt idx="13469">
                  <c:v>7.6910999999999996</c:v>
                </c:pt>
                <c:pt idx="13470">
                  <c:v>7.6913999999999998</c:v>
                </c:pt>
                <c:pt idx="13471">
                  <c:v>7.6917099999999996</c:v>
                </c:pt>
                <c:pt idx="13472">
                  <c:v>7.6920200000000003</c:v>
                </c:pt>
                <c:pt idx="13473">
                  <c:v>7.6923199999999996</c:v>
                </c:pt>
                <c:pt idx="13474">
                  <c:v>7.6926300000000003</c:v>
                </c:pt>
                <c:pt idx="13475">
                  <c:v>7.6929299999999996</c:v>
                </c:pt>
                <c:pt idx="13476">
                  <c:v>7.6932400000000003</c:v>
                </c:pt>
                <c:pt idx="13477">
                  <c:v>7.6935399999999996</c:v>
                </c:pt>
                <c:pt idx="13478">
                  <c:v>7.6938500000000003</c:v>
                </c:pt>
                <c:pt idx="13479">
                  <c:v>7.6941499999999996</c:v>
                </c:pt>
                <c:pt idx="13480">
                  <c:v>7.6944600000000003</c:v>
                </c:pt>
                <c:pt idx="13481">
                  <c:v>7.6947599999999996</c:v>
                </c:pt>
                <c:pt idx="13482">
                  <c:v>7.6950700000000003</c:v>
                </c:pt>
                <c:pt idx="13483">
                  <c:v>7.6953699999999996</c:v>
                </c:pt>
                <c:pt idx="13484">
                  <c:v>7.6956800000000003</c:v>
                </c:pt>
                <c:pt idx="13485">
                  <c:v>7.6959900000000001</c:v>
                </c:pt>
                <c:pt idx="13486">
                  <c:v>7.6962900000000003</c:v>
                </c:pt>
                <c:pt idx="13487">
                  <c:v>7.6966000000000001</c:v>
                </c:pt>
                <c:pt idx="13488">
                  <c:v>7.6969000000000003</c:v>
                </c:pt>
                <c:pt idx="13489">
                  <c:v>7.6972100000000001</c:v>
                </c:pt>
                <c:pt idx="13490">
                  <c:v>7.6975100000000003</c:v>
                </c:pt>
                <c:pt idx="13491">
                  <c:v>7.6978200000000001</c:v>
                </c:pt>
                <c:pt idx="13492">
                  <c:v>7.6981200000000003</c:v>
                </c:pt>
                <c:pt idx="13493">
                  <c:v>7.6984300000000001</c:v>
                </c:pt>
                <c:pt idx="13494">
                  <c:v>7.6987300000000003</c:v>
                </c:pt>
                <c:pt idx="13495">
                  <c:v>7.6990400000000001</c:v>
                </c:pt>
                <c:pt idx="13496">
                  <c:v>7.6993400000000003</c:v>
                </c:pt>
                <c:pt idx="13497">
                  <c:v>7.6996500000000001</c:v>
                </c:pt>
                <c:pt idx="13498">
                  <c:v>7.6999599999999999</c:v>
                </c:pt>
                <c:pt idx="13499">
                  <c:v>7.7002600000000001</c:v>
                </c:pt>
                <c:pt idx="13500">
                  <c:v>7.7005699999999999</c:v>
                </c:pt>
                <c:pt idx="13501">
                  <c:v>7.7008700000000001</c:v>
                </c:pt>
                <c:pt idx="13502">
                  <c:v>7.7011799999999999</c:v>
                </c:pt>
                <c:pt idx="13503">
                  <c:v>7.7014800000000001</c:v>
                </c:pt>
                <c:pt idx="13504">
                  <c:v>7.7017899999999999</c:v>
                </c:pt>
                <c:pt idx="13505">
                  <c:v>7.7020900000000001</c:v>
                </c:pt>
                <c:pt idx="13506">
                  <c:v>7.7023999999999999</c:v>
                </c:pt>
                <c:pt idx="13507">
                  <c:v>7.7027000000000001</c:v>
                </c:pt>
                <c:pt idx="13508">
                  <c:v>7.7030099999999999</c:v>
                </c:pt>
                <c:pt idx="13509">
                  <c:v>7.7033199999999997</c:v>
                </c:pt>
                <c:pt idx="13510">
                  <c:v>7.7036199999999999</c:v>
                </c:pt>
                <c:pt idx="13511">
                  <c:v>7.7039299999999997</c:v>
                </c:pt>
                <c:pt idx="13512">
                  <c:v>7.7042299999999999</c:v>
                </c:pt>
                <c:pt idx="13513">
                  <c:v>7.7045399999999997</c:v>
                </c:pt>
                <c:pt idx="13514">
                  <c:v>7.7048399999999999</c:v>
                </c:pt>
                <c:pt idx="13515">
                  <c:v>7.7051499999999997</c:v>
                </c:pt>
                <c:pt idx="13516">
                  <c:v>7.7054499999999999</c:v>
                </c:pt>
                <c:pt idx="13517">
                  <c:v>7.7057599999999997</c:v>
                </c:pt>
                <c:pt idx="13518">
                  <c:v>7.7060599999999999</c:v>
                </c:pt>
                <c:pt idx="13519">
                  <c:v>7.7063699999999997</c:v>
                </c:pt>
                <c:pt idx="13520">
                  <c:v>7.7066699999999999</c:v>
                </c:pt>
                <c:pt idx="13521">
                  <c:v>7.7069799999999997</c:v>
                </c:pt>
                <c:pt idx="13522">
                  <c:v>7.7072900000000004</c:v>
                </c:pt>
                <c:pt idx="13523">
                  <c:v>7.7075899999999997</c:v>
                </c:pt>
                <c:pt idx="13524">
                  <c:v>7.7079000000000004</c:v>
                </c:pt>
                <c:pt idx="13525">
                  <c:v>7.7081999999999997</c:v>
                </c:pt>
                <c:pt idx="13526">
                  <c:v>7.7085100000000004</c:v>
                </c:pt>
                <c:pt idx="13527">
                  <c:v>7.7088099999999997</c:v>
                </c:pt>
                <c:pt idx="13528">
                  <c:v>7.7091200000000004</c:v>
                </c:pt>
                <c:pt idx="13529">
                  <c:v>7.7094199999999997</c:v>
                </c:pt>
                <c:pt idx="13530">
                  <c:v>7.7097300000000004</c:v>
                </c:pt>
                <c:pt idx="13531">
                  <c:v>7.7100299999999997</c:v>
                </c:pt>
                <c:pt idx="13532">
                  <c:v>7.7103400000000004</c:v>
                </c:pt>
                <c:pt idx="13533">
                  <c:v>7.7106399999999997</c:v>
                </c:pt>
                <c:pt idx="13534">
                  <c:v>7.7109500000000004</c:v>
                </c:pt>
                <c:pt idx="13535">
                  <c:v>7.7112600000000002</c:v>
                </c:pt>
                <c:pt idx="13536">
                  <c:v>7.7115600000000004</c:v>
                </c:pt>
                <c:pt idx="13537">
                  <c:v>7.7118700000000002</c:v>
                </c:pt>
                <c:pt idx="13538">
                  <c:v>7.7121700000000004</c:v>
                </c:pt>
                <c:pt idx="13539">
                  <c:v>7.7124800000000002</c:v>
                </c:pt>
                <c:pt idx="13540">
                  <c:v>7.7127800000000004</c:v>
                </c:pt>
                <c:pt idx="13541">
                  <c:v>7.7130900000000002</c:v>
                </c:pt>
                <c:pt idx="13542">
                  <c:v>7.7133900000000004</c:v>
                </c:pt>
                <c:pt idx="13543">
                  <c:v>7.7137000000000002</c:v>
                </c:pt>
                <c:pt idx="13544">
                  <c:v>7.7140000000000004</c:v>
                </c:pt>
                <c:pt idx="13545">
                  <c:v>7.7143100000000002</c:v>
                </c:pt>
                <c:pt idx="13546">
                  <c:v>7.7146100000000004</c:v>
                </c:pt>
                <c:pt idx="13547">
                  <c:v>7.7149200000000002</c:v>
                </c:pt>
                <c:pt idx="13548">
                  <c:v>7.71523</c:v>
                </c:pt>
                <c:pt idx="13549">
                  <c:v>7.7155300000000002</c:v>
                </c:pt>
                <c:pt idx="13550">
                  <c:v>7.71584</c:v>
                </c:pt>
                <c:pt idx="13551">
                  <c:v>7.7161400000000002</c:v>
                </c:pt>
                <c:pt idx="13552">
                  <c:v>7.71645</c:v>
                </c:pt>
                <c:pt idx="13553">
                  <c:v>7.7167500000000002</c:v>
                </c:pt>
                <c:pt idx="13554">
                  <c:v>7.71706</c:v>
                </c:pt>
                <c:pt idx="13555">
                  <c:v>7.7173600000000002</c:v>
                </c:pt>
                <c:pt idx="13556">
                  <c:v>7.71767</c:v>
                </c:pt>
                <c:pt idx="13557">
                  <c:v>7.7179700000000002</c:v>
                </c:pt>
                <c:pt idx="13558">
                  <c:v>7.71828</c:v>
                </c:pt>
                <c:pt idx="13559">
                  <c:v>7.7185800000000002</c:v>
                </c:pt>
                <c:pt idx="13560">
                  <c:v>7.71889</c:v>
                </c:pt>
                <c:pt idx="13561">
                  <c:v>7.7191999999999998</c:v>
                </c:pt>
                <c:pt idx="13562">
                  <c:v>7.7195</c:v>
                </c:pt>
                <c:pt idx="13563">
                  <c:v>7.7198099999999998</c:v>
                </c:pt>
                <c:pt idx="13564">
                  <c:v>7.72011</c:v>
                </c:pt>
                <c:pt idx="13565">
                  <c:v>7.7204199999999998</c:v>
                </c:pt>
                <c:pt idx="13566">
                  <c:v>7.72072</c:v>
                </c:pt>
                <c:pt idx="13567">
                  <c:v>7.7210299999999998</c:v>
                </c:pt>
                <c:pt idx="13568">
                  <c:v>7.72133</c:v>
                </c:pt>
                <c:pt idx="13569">
                  <c:v>7.7216399999999998</c:v>
                </c:pt>
                <c:pt idx="13570">
                  <c:v>7.72194</c:v>
                </c:pt>
                <c:pt idx="13571">
                  <c:v>7.7222499999999998</c:v>
                </c:pt>
                <c:pt idx="13572">
                  <c:v>7.7225599999999996</c:v>
                </c:pt>
                <c:pt idx="13573">
                  <c:v>7.7228599999999998</c:v>
                </c:pt>
                <c:pt idx="13574">
                  <c:v>7.7231699999999996</c:v>
                </c:pt>
                <c:pt idx="13575">
                  <c:v>7.7234699999999998</c:v>
                </c:pt>
                <c:pt idx="13576">
                  <c:v>7.7237799999999996</c:v>
                </c:pt>
                <c:pt idx="13577">
                  <c:v>7.7240799999999998</c:v>
                </c:pt>
                <c:pt idx="13578">
                  <c:v>7.7243899999999996</c:v>
                </c:pt>
                <c:pt idx="13579">
                  <c:v>7.7246899999999998</c:v>
                </c:pt>
                <c:pt idx="13580">
                  <c:v>7.7249999999999996</c:v>
                </c:pt>
                <c:pt idx="13581">
                  <c:v>7.7252999999999998</c:v>
                </c:pt>
                <c:pt idx="13582">
                  <c:v>7.7256099999999996</c:v>
                </c:pt>
                <c:pt idx="13583">
                  <c:v>7.7259099999999998</c:v>
                </c:pt>
                <c:pt idx="13584">
                  <c:v>7.7262199999999996</c:v>
                </c:pt>
                <c:pt idx="13585">
                  <c:v>7.7265300000000003</c:v>
                </c:pt>
                <c:pt idx="13586">
                  <c:v>7.7268299999999996</c:v>
                </c:pt>
                <c:pt idx="13587">
                  <c:v>7.7271400000000003</c:v>
                </c:pt>
                <c:pt idx="13588">
                  <c:v>7.7274399999999996</c:v>
                </c:pt>
                <c:pt idx="13589">
                  <c:v>7.7277500000000003</c:v>
                </c:pt>
                <c:pt idx="13590">
                  <c:v>7.7280499999999996</c:v>
                </c:pt>
                <c:pt idx="13591">
                  <c:v>7.7283600000000003</c:v>
                </c:pt>
                <c:pt idx="13592">
                  <c:v>7.7286599999999996</c:v>
                </c:pt>
                <c:pt idx="13593">
                  <c:v>7.7289700000000003</c:v>
                </c:pt>
                <c:pt idx="13594">
                  <c:v>7.7292699999999996</c:v>
                </c:pt>
                <c:pt idx="13595">
                  <c:v>7.7295800000000003</c:v>
                </c:pt>
                <c:pt idx="13596">
                  <c:v>7.7298799999999996</c:v>
                </c:pt>
                <c:pt idx="13597">
                  <c:v>7.7301900000000003</c:v>
                </c:pt>
                <c:pt idx="13598">
                  <c:v>7.7305000000000001</c:v>
                </c:pt>
                <c:pt idx="13599">
                  <c:v>7.7308000000000003</c:v>
                </c:pt>
                <c:pt idx="13600">
                  <c:v>7.7311100000000001</c:v>
                </c:pt>
                <c:pt idx="13601">
                  <c:v>7.7314100000000003</c:v>
                </c:pt>
                <c:pt idx="13602">
                  <c:v>7.7317200000000001</c:v>
                </c:pt>
                <c:pt idx="13603">
                  <c:v>7.7320200000000003</c:v>
                </c:pt>
                <c:pt idx="13604">
                  <c:v>7.7323300000000001</c:v>
                </c:pt>
                <c:pt idx="13605">
                  <c:v>7.7326300000000003</c:v>
                </c:pt>
                <c:pt idx="13606">
                  <c:v>7.7329400000000001</c:v>
                </c:pt>
                <c:pt idx="13607">
                  <c:v>7.7332400000000003</c:v>
                </c:pt>
                <c:pt idx="13608">
                  <c:v>7.7335500000000001</c:v>
                </c:pt>
                <c:pt idx="13609">
                  <c:v>7.7338500000000003</c:v>
                </c:pt>
                <c:pt idx="13610">
                  <c:v>7.7341600000000001</c:v>
                </c:pt>
                <c:pt idx="13611">
                  <c:v>7.73447</c:v>
                </c:pt>
                <c:pt idx="13612">
                  <c:v>7.7347700000000001</c:v>
                </c:pt>
                <c:pt idx="13613">
                  <c:v>7.73508</c:v>
                </c:pt>
                <c:pt idx="13614">
                  <c:v>7.7353800000000001</c:v>
                </c:pt>
                <c:pt idx="13615">
                  <c:v>7.73569</c:v>
                </c:pt>
                <c:pt idx="13616">
                  <c:v>7.7359900000000001</c:v>
                </c:pt>
                <c:pt idx="13617">
                  <c:v>7.7363</c:v>
                </c:pt>
                <c:pt idx="13618">
                  <c:v>7.7366000000000001</c:v>
                </c:pt>
                <c:pt idx="13619">
                  <c:v>7.73691</c:v>
                </c:pt>
                <c:pt idx="13620">
                  <c:v>7.7372100000000001</c:v>
                </c:pt>
                <c:pt idx="13621">
                  <c:v>7.73752</c:v>
                </c:pt>
                <c:pt idx="13622">
                  <c:v>7.7378200000000001</c:v>
                </c:pt>
                <c:pt idx="13623">
                  <c:v>7.73813</c:v>
                </c:pt>
                <c:pt idx="13624">
                  <c:v>7.7384399999999998</c:v>
                </c:pt>
                <c:pt idx="13625">
                  <c:v>7.73874</c:v>
                </c:pt>
                <c:pt idx="13626">
                  <c:v>7.7390499999999998</c:v>
                </c:pt>
                <c:pt idx="13627">
                  <c:v>7.73935</c:v>
                </c:pt>
                <c:pt idx="13628">
                  <c:v>7.7396599999999998</c:v>
                </c:pt>
                <c:pt idx="13629">
                  <c:v>7.73996</c:v>
                </c:pt>
                <c:pt idx="13630">
                  <c:v>7.7402699999999998</c:v>
                </c:pt>
                <c:pt idx="13631">
                  <c:v>7.74057</c:v>
                </c:pt>
                <c:pt idx="13632">
                  <c:v>7.7408799999999998</c:v>
                </c:pt>
                <c:pt idx="13633">
                  <c:v>7.7411799999999999</c:v>
                </c:pt>
                <c:pt idx="13634">
                  <c:v>7.7414899999999998</c:v>
                </c:pt>
                <c:pt idx="13635">
                  <c:v>7.7417999999999996</c:v>
                </c:pt>
                <c:pt idx="13636">
                  <c:v>7.7420999999999998</c:v>
                </c:pt>
                <c:pt idx="13637">
                  <c:v>7.7424099999999996</c:v>
                </c:pt>
                <c:pt idx="13638">
                  <c:v>7.7427099999999998</c:v>
                </c:pt>
                <c:pt idx="13639">
                  <c:v>7.7430199999999996</c:v>
                </c:pt>
                <c:pt idx="13640">
                  <c:v>7.7433199999999998</c:v>
                </c:pt>
                <c:pt idx="13641">
                  <c:v>7.7436299999999996</c:v>
                </c:pt>
                <c:pt idx="13642">
                  <c:v>7.7439299999999998</c:v>
                </c:pt>
                <c:pt idx="13643">
                  <c:v>7.7442399999999996</c:v>
                </c:pt>
                <c:pt idx="13644">
                  <c:v>7.7445399999999998</c:v>
                </c:pt>
                <c:pt idx="13645">
                  <c:v>7.7448499999999996</c:v>
                </c:pt>
                <c:pt idx="13646">
                  <c:v>7.7451499999999998</c:v>
                </c:pt>
                <c:pt idx="13647">
                  <c:v>7.7454599999999996</c:v>
                </c:pt>
                <c:pt idx="13648">
                  <c:v>7.7457700000000003</c:v>
                </c:pt>
                <c:pt idx="13649">
                  <c:v>7.7460699999999996</c:v>
                </c:pt>
                <c:pt idx="13650">
                  <c:v>7.7463800000000003</c:v>
                </c:pt>
                <c:pt idx="13651">
                  <c:v>7.7466799999999996</c:v>
                </c:pt>
                <c:pt idx="13652">
                  <c:v>7.7469900000000003</c:v>
                </c:pt>
                <c:pt idx="13653">
                  <c:v>7.7472899999999996</c:v>
                </c:pt>
                <c:pt idx="13654">
                  <c:v>7.7476000000000003</c:v>
                </c:pt>
                <c:pt idx="13655">
                  <c:v>7.7478999999999996</c:v>
                </c:pt>
                <c:pt idx="13656">
                  <c:v>7.7482100000000003</c:v>
                </c:pt>
                <c:pt idx="13657">
                  <c:v>7.7485099999999996</c:v>
                </c:pt>
                <c:pt idx="13658">
                  <c:v>7.7488200000000003</c:v>
                </c:pt>
                <c:pt idx="13659">
                  <c:v>7.7491199999999996</c:v>
                </c:pt>
                <c:pt idx="13660">
                  <c:v>7.7494300000000003</c:v>
                </c:pt>
                <c:pt idx="13661">
                  <c:v>7.7497400000000001</c:v>
                </c:pt>
                <c:pt idx="13662">
                  <c:v>7.7500400000000003</c:v>
                </c:pt>
                <c:pt idx="13663">
                  <c:v>7.7503500000000001</c:v>
                </c:pt>
                <c:pt idx="13664">
                  <c:v>7.7506500000000003</c:v>
                </c:pt>
                <c:pt idx="13665">
                  <c:v>7.7509600000000001</c:v>
                </c:pt>
                <c:pt idx="13666">
                  <c:v>7.7512600000000003</c:v>
                </c:pt>
                <c:pt idx="13667">
                  <c:v>7.7515700000000001</c:v>
                </c:pt>
                <c:pt idx="13668">
                  <c:v>7.7518700000000003</c:v>
                </c:pt>
                <c:pt idx="13669">
                  <c:v>7.7521800000000001</c:v>
                </c:pt>
                <c:pt idx="13670">
                  <c:v>7.7524800000000003</c:v>
                </c:pt>
                <c:pt idx="13671">
                  <c:v>7.7527900000000001</c:v>
                </c:pt>
                <c:pt idx="13672">
                  <c:v>7.7530900000000003</c:v>
                </c:pt>
                <c:pt idx="13673">
                  <c:v>7.7534000000000001</c:v>
                </c:pt>
                <c:pt idx="13674">
                  <c:v>7.7537099999999999</c:v>
                </c:pt>
                <c:pt idx="13675">
                  <c:v>7.7540100000000001</c:v>
                </c:pt>
                <c:pt idx="13676">
                  <c:v>7.7543199999999999</c:v>
                </c:pt>
                <c:pt idx="13677">
                  <c:v>7.7546200000000001</c:v>
                </c:pt>
                <c:pt idx="13678">
                  <c:v>7.7549299999999999</c:v>
                </c:pt>
                <c:pt idx="13679">
                  <c:v>7.7552300000000001</c:v>
                </c:pt>
                <c:pt idx="13680">
                  <c:v>7.7555399999999999</c:v>
                </c:pt>
                <c:pt idx="13681">
                  <c:v>7.7558400000000001</c:v>
                </c:pt>
                <c:pt idx="13682">
                  <c:v>7.7561499999999999</c:v>
                </c:pt>
                <c:pt idx="13683">
                  <c:v>7.7564500000000001</c:v>
                </c:pt>
                <c:pt idx="13684">
                  <c:v>7.7567599999999999</c:v>
                </c:pt>
                <c:pt idx="13685">
                  <c:v>7.7570699999999997</c:v>
                </c:pt>
                <c:pt idx="13686">
                  <c:v>7.7573699999999999</c:v>
                </c:pt>
                <c:pt idx="13687">
                  <c:v>7.7576799999999997</c:v>
                </c:pt>
                <c:pt idx="13688">
                  <c:v>7.7579799999999999</c:v>
                </c:pt>
                <c:pt idx="13689">
                  <c:v>7.7582899999999997</c:v>
                </c:pt>
                <c:pt idx="13690">
                  <c:v>7.7585899999999999</c:v>
                </c:pt>
                <c:pt idx="13691">
                  <c:v>7.7588999999999997</c:v>
                </c:pt>
                <c:pt idx="13692">
                  <c:v>7.7591999999999999</c:v>
                </c:pt>
                <c:pt idx="13693">
                  <c:v>7.7595099999999997</c:v>
                </c:pt>
                <c:pt idx="13694">
                  <c:v>7.7598099999999999</c:v>
                </c:pt>
                <c:pt idx="13695">
                  <c:v>7.7601199999999997</c:v>
                </c:pt>
                <c:pt idx="13696">
                  <c:v>7.7604199999999999</c:v>
                </c:pt>
                <c:pt idx="13697">
                  <c:v>7.7607299999999997</c:v>
                </c:pt>
                <c:pt idx="13698">
                  <c:v>7.7610400000000004</c:v>
                </c:pt>
                <c:pt idx="13699">
                  <c:v>7.7613399999999997</c:v>
                </c:pt>
                <c:pt idx="13700">
                  <c:v>7.7616500000000004</c:v>
                </c:pt>
                <c:pt idx="13701">
                  <c:v>7.7619499999999997</c:v>
                </c:pt>
                <c:pt idx="13702">
                  <c:v>7.7622600000000004</c:v>
                </c:pt>
                <c:pt idx="13703">
                  <c:v>7.7625599999999997</c:v>
                </c:pt>
                <c:pt idx="13704">
                  <c:v>7.7628700000000004</c:v>
                </c:pt>
                <c:pt idx="13705">
                  <c:v>7.7631699999999997</c:v>
                </c:pt>
                <c:pt idx="13706">
                  <c:v>7.7634800000000004</c:v>
                </c:pt>
                <c:pt idx="13707">
                  <c:v>7.7637799999999997</c:v>
                </c:pt>
                <c:pt idx="13708">
                  <c:v>7.7640900000000004</c:v>
                </c:pt>
                <c:pt idx="13709">
                  <c:v>7.7643899999999997</c:v>
                </c:pt>
                <c:pt idx="13710">
                  <c:v>7.7647000000000004</c:v>
                </c:pt>
                <c:pt idx="13711">
                  <c:v>7.7650100000000002</c:v>
                </c:pt>
                <c:pt idx="13712">
                  <c:v>7.7653100000000004</c:v>
                </c:pt>
                <c:pt idx="13713">
                  <c:v>7.7656200000000002</c:v>
                </c:pt>
                <c:pt idx="13714">
                  <c:v>7.7659200000000004</c:v>
                </c:pt>
                <c:pt idx="13715">
                  <c:v>7.7662300000000002</c:v>
                </c:pt>
                <c:pt idx="13716">
                  <c:v>7.7665300000000004</c:v>
                </c:pt>
                <c:pt idx="13717">
                  <c:v>7.7668400000000002</c:v>
                </c:pt>
                <c:pt idx="13718">
                  <c:v>7.7671400000000004</c:v>
                </c:pt>
                <c:pt idx="13719">
                  <c:v>7.7674500000000002</c:v>
                </c:pt>
                <c:pt idx="13720">
                  <c:v>7.7677500000000004</c:v>
                </c:pt>
                <c:pt idx="13721">
                  <c:v>7.7680600000000002</c:v>
                </c:pt>
                <c:pt idx="13722">
                  <c:v>7.7683600000000004</c:v>
                </c:pt>
                <c:pt idx="13723">
                  <c:v>7.7686700000000002</c:v>
                </c:pt>
                <c:pt idx="13724">
                  <c:v>7.76898</c:v>
                </c:pt>
                <c:pt idx="13725">
                  <c:v>7.7692800000000002</c:v>
                </c:pt>
                <c:pt idx="13726">
                  <c:v>7.76959</c:v>
                </c:pt>
                <c:pt idx="13727">
                  <c:v>7.7698900000000002</c:v>
                </c:pt>
                <c:pt idx="13728">
                  <c:v>7.7702</c:v>
                </c:pt>
                <c:pt idx="13729">
                  <c:v>7.7705000000000002</c:v>
                </c:pt>
                <c:pt idx="13730">
                  <c:v>7.77081</c:v>
                </c:pt>
                <c:pt idx="13731">
                  <c:v>7.7711100000000002</c:v>
                </c:pt>
                <c:pt idx="13732">
                  <c:v>7.77142</c:v>
                </c:pt>
                <c:pt idx="13733">
                  <c:v>7.7717200000000002</c:v>
                </c:pt>
                <c:pt idx="13734">
                  <c:v>7.77203</c:v>
                </c:pt>
                <c:pt idx="13735">
                  <c:v>7.7723300000000002</c:v>
                </c:pt>
                <c:pt idx="13736">
                  <c:v>7.77264</c:v>
                </c:pt>
                <c:pt idx="13737">
                  <c:v>7.7729499999999998</c:v>
                </c:pt>
                <c:pt idx="13738">
                  <c:v>7.77325</c:v>
                </c:pt>
                <c:pt idx="13739">
                  <c:v>7.7735599999999998</c:v>
                </c:pt>
                <c:pt idx="13740">
                  <c:v>7.77386</c:v>
                </c:pt>
                <c:pt idx="13741">
                  <c:v>7.7741699999999998</c:v>
                </c:pt>
                <c:pt idx="13742">
                  <c:v>7.77447</c:v>
                </c:pt>
                <c:pt idx="13743">
                  <c:v>7.7747799999999998</c:v>
                </c:pt>
                <c:pt idx="13744">
                  <c:v>7.77508</c:v>
                </c:pt>
                <c:pt idx="13745">
                  <c:v>7.7753899999999998</c:v>
                </c:pt>
                <c:pt idx="13746">
                  <c:v>7.77569</c:v>
                </c:pt>
                <c:pt idx="13747">
                  <c:v>7.7759999999999998</c:v>
                </c:pt>
                <c:pt idx="13748">
                  <c:v>7.7763099999999996</c:v>
                </c:pt>
                <c:pt idx="13749">
                  <c:v>7.7766099999999998</c:v>
                </c:pt>
                <c:pt idx="13750">
                  <c:v>7.7769199999999996</c:v>
                </c:pt>
                <c:pt idx="13751">
                  <c:v>7.7772199999999998</c:v>
                </c:pt>
                <c:pt idx="13752">
                  <c:v>7.7775299999999996</c:v>
                </c:pt>
                <c:pt idx="13753">
                  <c:v>7.7778299999999998</c:v>
                </c:pt>
                <c:pt idx="13754">
                  <c:v>7.7781399999999996</c:v>
                </c:pt>
                <c:pt idx="13755">
                  <c:v>7.7784399999999998</c:v>
                </c:pt>
                <c:pt idx="13756">
                  <c:v>7.7787499999999996</c:v>
                </c:pt>
                <c:pt idx="13757">
                  <c:v>7.7790499999999998</c:v>
                </c:pt>
                <c:pt idx="13758">
                  <c:v>7.7793599999999996</c:v>
                </c:pt>
                <c:pt idx="13759">
                  <c:v>7.7796599999999998</c:v>
                </c:pt>
                <c:pt idx="13760">
                  <c:v>7.7799699999999996</c:v>
                </c:pt>
                <c:pt idx="13761">
                  <c:v>7.7802800000000003</c:v>
                </c:pt>
                <c:pt idx="13762">
                  <c:v>7.7805799999999996</c:v>
                </c:pt>
                <c:pt idx="13763">
                  <c:v>7.7808900000000003</c:v>
                </c:pt>
                <c:pt idx="13764">
                  <c:v>7.7811899999999996</c:v>
                </c:pt>
                <c:pt idx="13765">
                  <c:v>7.7815000000000003</c:v>
                </c:pt>
                <c:pt idx="13766">
                  <c:v>7.7817999999999996</c:v>
                </c:pt>
                <c:pt idx="13767">
                  <c:v>7.7821100000000003</c:v>
                </c:pt>
                <c:pt idx="13768">
                  <c:v>7.7824099999999996</c:v>
                </c:pt>
                <c:pt idx="13769">
                  <c:v>7.7827200000000003</c:v>
                </c:pt>
                <c:pt idx="13770">
                  <c:v>7.7830199999999996</c:v>
                </c:pt>
                <c:pt idx="13771">
                  <c:v>7.7833300000000003</c:v>
                </c:pt>
                <c:pt idx="13772">
                  <c:v>7.7836299999999996</c:v>
                </c:pt>
                <c:pt idx="13773">
                  <c:v>7.7839400000000003</c:v>
                </c:pt>
                <c:pt idx="13774">
                  <c:v>7.7842500000000001</c:v>
                </c:pt>
                <c:pt idx="13775">
                  <c:v>7.7845500000000003</c:v>
                </c:pt>
                <c:pt idx="13776">
                  <c:v>7.7848600000000001</c:v>
                </c:pt>
                <c:pt idx="13777">
                  <c:v>7.7851600000000003</c:v>
                </c:pt>
                <c:pt idx="13778">
                  <c:v>7.7854700000000001</c:v>
                </c:pt>
                <c:pt idx="13779">
                  <c:v>7.7857700000000003</c:v>
                </c:pt>
                <c:pt idx="13780">
                  <c:v>7.7860800000000001</c:v>
                </c:pt>
                <c:pt idx="13781">
                  <c:v>7.7863800000000003</c:v>
                </c:pt>
                <c:pt idx="13782">
                  <c:v>7.7866900000000001</c:v>
                </c:pt>
                <c:pt idx="13783">
                  <c:v>7.7869900000000003</c:v>
                </c:pt>
                <c:pt idx="13784">
                  <c:v>7.7873000000000001</c:v>
                </c:pt>
                <c:pt idx="13785">
                  <c:v>7.7876000000000003</c:v>
                </c:pt>
                <c:pt idx="13786">
                  <c:v>7.7879100000000001</c:v>
                </c:pt>
                <c:pt idx="13787">
                  <c:v>7.7882199999999999</c:v>
                </c:pt>
                <c:pt idx="13788">
                  <c:v>7.7885200000000001</c:v>
                </c:pt>
                <c:pt idx="13789">
                  <c:v>7.7888299999999999</c:v>
                </c:pt>
                <c:pt idx="13790">
                  <c:v>7.7891300000000001</c:v>
                </c:pt>
                <c:pt idx="13791">
                  <c:v>7.7894399999999999</c:v>
                </c:pt>
                <c:pt idx="13792">
                  <c:v>7.7897400000000001</c:v>
                </c:pt>
                <c:pt idx="13793">
                  <c:v>7.7900499999999999</c:v>
                </c:pt>
                <c:pt idx="13794">
                  <c:v>7.7903500000000001</c:v>
                </c:pt>
                <c:pt idx="13795">
                  <c:v>7.7906599999999999</c:v>
                </c:pt>
                <c:pt idx="13796">
                  <c:v>7.7909600000000001</c:v>
                </c:pt>
                <c:pt idx="13797">
                  <c:v>7.7912699999999999</c:v>
                </c:pt>
                <c:pt idx="13798">
                  <c:v>7.7915700000000001</c:v>
                </c:pt>
                <c:pt idx="13799">
                  <c:v>7.7918799999999999</c:v>
                </c:pt>
                <c:pt idx="13800">
                  <c:v>7.7921899999999997</c:v>
                </c:pt>
                <c:pt idx="13801">
                  <c:v>7.7924899999999999</c:v>
                </c:pt>
                <c:pt idx="13802">
                  <c:v>7.7927999999999997</c:v>
                </c:pt>
                <c:pt idx="13803">
                  <c:v>7.7930999999999999</c:v>
                </c:pt>
                <c:pt idx="13804">
                  <c:v>7.7934099999999997</c:v>
                </c:pt>
                <c:pt idx="13805">
                  <c:v>7.7937099999999999</c:v>
                </c:pt>
                <c:pt idx="13806">
                  <c:v>7.7940199999999997</c:v>
                </c:pt>
                <c:pt idx="13807">
                  <c:v>7.7943199999999999</c:v>
                </c:pt>
                <c:pt idx="13808">
                  <c:v>7.7946299999999997</c:v>
                </c:pt>
                <c:pt idx="13809">
                  <c:v>7.7949299999999999</c:v>
                </c:pt>
                <c:pt idx="13810">
                  <c:v>7.7952399999999997</c:v>
                </c:pt>
                <c:pt idx="13811">
                  <c:v>7.7955500000000004</c:v>
                </c:pt>
                <c:pt idx="13812">
                  <c:v>7.7958499999999997</c:v>
                </c:pt>
                <c:pt idx="13813">
                  <c:v>7.7961600000000004</c:v>
                </c:pt>
                <c:pt idx="13814">
                  <c:v>7.7964599999999997</c:v>
                </c:pt>
                <c:pt idx="13815">
                  <c:v>7.7967700000000004</c:v>
                </c:pt>
                <c:pt idx="13816">
                  <c:v>7.7970699999999997</c:v>
                </c:pt>
                <c:pt idx="13817">
                  <c:v>7.7973800000000004</c:v>
                </c:pt>
                <c:pt idx="13818">
                  <c:v>7.7976799999999997</c:v>
                </c:pt>
                <c:pt idx="13819">
                  <c:v>7.7979900000000004</c:v>
                </c:pt>
                <c:pt idx="13820">
                  <c:v>7.7982899999999997</c:v>
                </c:pt>
                <c:pt idx="13821">
                  <c:v>7.7986000000000004</c:v>
                </c:pt>
                <c:pt idx="13822">
                  <c:v>7.7988999999999997</c:v>
                </c:pt>
                <c:pt idx="13823">
                  <c:v>7.7992100000000004</c:v>
                </c:pt>
                <c:pt idx="13824">
                  <c:v>7.7995200000000002</c:v>
                </c:pt>
                <c:pt idx="13825">
                  <c:v>7.7998200000000004</c:v>
                </c:pt>
                <c:pt idx="13826">
                  <c:v>7.8001300000000002</c:v>
                </c:pt>
                <c:pt idx="13827">
                  <c:v>7.8004300000000004</c:v>
                </c:pt>
                <c:pt idx="13828">
                  <c:v>7.8007400000000002</c:v>
                </c:pt>
                <c:pt idx="13829">
                  <c:v>7.8010400000000004</c:v>
                </c:pt>
                <c:pt idx="13830">
                  <c:v>7.8013500000000002</c:v>
                </c:pt>
                <c:pt idx="13831">
                  <c:v>7.8016500000000004</c:v>
                </c:pt>
                <c:pt idx="13832">
                  <c:v>7.8019600000000002</c:v>
                </c:pt>
                <c:pt idx="13833">
                  <c:v>7.8022600000000004</c:v>
                </c:pt>
                <c:pt idx="13834">
                  <c:v>7.8025700000000002</c:v>
                </c:pt>
                <c:pt idx="13835">
                  <c:v>7.8028700000000004</c:v>
                </c:pt>
                <c:pt idx="13836">
                  <c:v>7.8031800000000002</c:v>
                </c:pt>
                <c:pt idx="13837">
                  <c:v>7.80349</c:v>
                </c:pt>
                <c:pt idx="13838">
                  <c:v>7.8037900000000002</c:v>
                </c:pt>
                <c:pt idx="13839">
                  <c:v>7.8041</c:v>
                </c:pt>
                <c:pt idx="13840">
                  <c:v>7.8044000000000002</c:v>
                </c:pt>
                <c:pt idx="13841">
                  <c:v>7.80471</c:v>
                </c:pt>
                <c:pt idx="13842">
                  <c:v>7.8050100000000002</c:v>
                </c:pt>
                <c:pt idx="13843">
                  <c:v>7.80532</c:v>
                </c:pt>
                <c:pt idx="13844">
                  <c:v>7.8056200000000002</c:v>
                </c:pt>
                <c:pt idx="13845">
                  <c:v>7.80593</c:v>
                </c:pt>
                <c:pt idx="13846">
                  <c:v>7.8062300000000002</c:v>
                </c:pt>
                <c:pt idx="13847">
                  <c:v>7.80654</c:v>
                </c:pt>
                <c:pt idx="13848">
                  <c:v>7.8068400000000002</c:v>
                </c:pt>
                <c:pt idx="13849">
                  <c:v>7.80715</c:v>
                </c:pt>
                <c:pt idx="13850">
                  <c:v>7.8074599999999998</c:v>
                </c:pt>
                <c:pt idx="13851">
                  <c:v>7.80776</c:v>
                </c:pt>
                <c:pt idx="13852">
                  <c:v>7.8080699999999998</c:v>
                </c:pt>
                <c:pt idx="13853">
                  <c:v>7.80837</c:v>
                </c:pt>
                <c:pt idx="13854">
                  <c:v>7.8086799999999998</c:v>
                </c:pt>
                <c:pt idx="13855">
                  <c:v>7.80898</c:v>
                </c:pt>
                <c:pt idx="13856">
                  <c:v>7.8092899999999998</c:v>
                </c:pt>
                <c:pt idx="13857">
                  <c:v>7.80959</c:v>
                </c:pt>
                <c:pt idx="13858">
                  <c:v>7.8098999999999998</c:v>
                </c:pt>
                <c:pt idx="13859">
                  <c:v>7.8102</c:v>
                </c:pt>
                <c:pt idx="13860">
                  <c:v>7.8105099999999998</c:v>
                </c:pt>
                <c:pt idx="13861">
                  <c:v>7.81081</c:v>
                </c:pt>
                <c:pt idx="13862">
                  <c:v>7.8111199999999998</c:v>
                </c:pt>
                <c:pt idx="13863">
                  <c:v>7.8114299999999997</c:v>
                </c:pt>
                <c:pt idx="13864">
                  <c:v>7.8117299999999998</c:v>
                </c:pt>
                <c:pt idx="13865">
                  <c:v>7.8120399999999997</c:v>
                </c:pt>
                <c:pt idx="13866">
                  <c:v>7.8123399999999998</c:v>
                </c:pt>
                <c:pt idx="13867">
                  <c:v>7.8126499999999997</c:v>
                </c:pt>
                <c:pt idx="13868">
                  <c:v>7.8129499999999998</c:v>
                </c:pt>
                <c:pt idx="13869">
                  <c:v>7.8132599999999996</c:v>
                </c:pt>
                <c:pt idx="13870">
                  <c:v>7.8135599999999998</c:v>
                </c:pt>
                <c:pt idx="13871">
                  <c:v>7.8138699999999996</c:v>
                </c:pt>
                <c:pt idx="13872">
                  <c:v>7.8141699999999998</c:v>
                </c:pt>
                <c:pt idx="13873">
                  <c:v>7.8144799999999996</c:v>
                </c:pt>
                <c:pt idx="13874">
                  <c:v>7.8147900000000003</c:v>
                </c:pt>
                <c:pt idx="13875">
                  <c:v>7.8150899999999996</c:v>
                </c:pt>
                <c:pt idx="13876">
                  <c:v>7.8154000000000003</c:v>
                </c:pt>
                <c:pt idx="13877">
                  <c:v>7.8156999999999996</c:v>
                </c:pt>
                <c:pt idx="13878">
                  <c:v>7.8160100000000003</c:v>
                </c:pt>
                <c:pt idx="13879">
                  <c:v>7.8163099999999996</c:v>
                </c:pt>
                <c:pt idx="13880">
                  <c:v>7.8166200000000003</c:v>
                </c:pt>
                <c:pt idx="13881">
                  <c:v>7.8169199999999996</c:v>
                </c:pt>
                <c:pt idx="13882">
                  <c:v>7.8172300000000003</c:v>
                </c:pt>
                <c:pt idx="13883">
                  <c:v>7.8175299999999996</c:v>
                </c:pt>
                <c:pt idx="13884">
                  <c:v>7.8178400000000003</c:v>
                </c:pt>
                <c:pt idx="13885">
                  <c:v>7.8181399999999996</c:v>
                </c:pt>
                <c:pt idx="13886">
                  <c:v>7.8184500000000003</c:v>
                </c:pt>
                <c:pt idx="13887">
                  <c:v>7.8187600000000002</c:v>
                </c:pt>
                <c:pt idx="13888">
                  <c:v>7.8190600000000003</c:v>
                </c:pt>
                <c:pt idx="13889">
                  <c:v>7.8193700000000002</c:v>
                </c:pt>
                <c:pt idx="13890">
                  <c:v>7.8196700000000003</c:v>
                </c:pt>
                <c:pt idx="13891">
                  <c:v>7.8199800000000002</c:v>
                </c:pt>
                <c:pt idx="13892">
                  <c:v>7.8202800000000003</c:v>
                </c:pt>
                <c:pt idx="13893">
                  <c:v>7.8205900000000002</c:v>
                </c:pt>
                <c:pt idx="13894">
                  <c:v>7.8208900000000003</c:v>
                </c:pt>
                <c:pt idx="13895">
                  <c:v>7.8212000000000002</c:v>
                </c:pt>
                <c:pt idx="13896">
                  <c:v>7.8215000000000003</c:v>
                </c:pt>
                <c:pt idx="13897">
                  <c:v>7.8218100000000002</c:v>
                </c:pt>
                <c:pt idx="13898">
                  <c:v>7.8221100000000003</c:v>
                </c:pt>
                <c:pt idx="13899">
                  <c:v>7.8224200000000002</c:v>
                </c:pt>
                <c:pt idx="13900">
                  <c:v>7.82273</c:v>
                </c:pt>
                <c:pt idx="13901">
                  <c:v>7.8230300000000002</c:v>
                </c:pt>
                <c:pt idx="13902">
                  <c:v>7.82334</c:v>
                </c:pt>
                <c:pt idx="13903">
                  <c:v>7.8236400000000001</c:v>
                </c:pt>
                <c:pt idx="13904">
                  <c:v>7.82395</c:v>
                </c:pt>
                <c:pt idx="13905">
                  <c:v>7.8242500000000001</c:v>
                </c:pt>
                <c:pt idx="13906">
                  <c:v>7.82456</c:v>
                </c:pt>
                <c:pt idx="13907">
                  <c:v>7.8248600000000001</c:v>
                </c:pt>
                <c:pt idx="13908">
                  <c:v>7.82517</c:v>
                </c:pt>
                <c:pt idx="13909">
                  <c:v>7.8254700000000001</c:v>
                </c:pt>
                <c:pt idx="13910">
                  <c:v>7.82578</c:v>
                </c:pt>
                <c:pt idx="13911">
                  <c:v>7.8260800000000001</c:v>
                </c:pt>
                <c:pt idx="13912">
                  <c:v>7.82639</c:v>
                </c:pt>
                <c:pt idx="13913">
                  <c:v>7.8266999999999998</c:v>
                </c:pt>
                <c:pt idx="13914">
                  <c:v>7.827</c:v>
                </c:pt>
                <c:pt idx="13915">
                  <c:v>7.8273099999999998</c:v>
                </c:pt>
                <c:pt idx="13916">
                  <c:v>7.82761</c:v>
                </c:pt>
                <c:pt idx="13917">
                  <c:v>7.8279199999999998</c:v>
                </c:pt>
                <c:pt idx="13918">
                  <c:v>7.82822</c:v>
                </c:pt>
                <c:pt idx="13919">
                  <c:v>7.8285299999999998</c:v>
                </c:pt>
                <c:pt idx="13920">
                  <c:v>7.82883</c:v>
                </c:pt>
                <c:pt idx="13921">
                  <c:v>7.8291399999999998</c:v>
                </c:pt>
                <c:pt idx="13922">
                  <c:v>7.82944</c:v>
                </c:pt>
                <c:pt idx="13923">
                  <c:v>7.8297499999999998</c:v>
                </c:pt>
                <c:pt idx="13924">
                  <c:v>7.8300599999999996</c:v>
                </c:pt>
                <c:pt idx="13925">
                  <c:v>7.8303599999999998</c:v>
                </c:pt>
                <c:pt idx="13926">
                  <c:v>7.8306699999999996</c:v>
                </c:pt>
                <c:pt idx="13927">
                  <c:v>7.8309699999999998</c:v>
                </c:pt>
                <c:pt idx="13928">
                  <c:v>7.8312799999999996</c:v>
                </c:pt>
              </c:numCache>
            </c:numRef>
          </c:xVal>
          <c:yVal>
            <c:numRef>
              <c:f>'Se-M_eth1x, met1x'!$B$1:$B$13929</c:f>
              <c:numCache>
                <c:formatCode>General</c:formatCode>
                <c:ptCount val="13929"/>
                <c:pt idx="0">
                  <c:v>11.809200000000001</c:v>
                </c:pt>
                <c:pt idx="1">
                  <c:v>11.5345</c:v>
                </c:pt>
                <c:pt idx="2">
                  <c:v>11.2974</c:v>
                </c:pt>
                <c:pt idx="3">
                  <c:v>11.1732</c:v>
                </c:pt>
                <c:pt idx="4">
                  <c:v>11.3513</c:v>
                </c:pt>
                <c:pt idx="5">
                  <c:v>11.4983</c:v>
                </c:pt>
                <c:pt idx="6">
                  <c:v>11.958500000000001</c:v>
                </c:pt>
                <c:pt idx="7">
                  <c:v>12.2285</c:v>
                </c:pt>
                <c:pt idx="8">
                  <c:v>11.8787</c:v>
                </c:pt>
                <c:pt idx="9">
                  <c:v>11.7263</c:v>
                </c:pt>
                <c:pt idx="10">
                  <c:v>11.484</c:v>
                </c:pt>
                <c:pt idx="11">
                  <c:v>11.462199999999999</c:v>
                </c:pt>
                <c:pt idx="12">
                  <c:v>11.4931</c:v>
                </c:pt>
                <c:pt idx="13">
                  <c:v>11.0779</c:v>
                </c:pt>
                <c:pt idx="14">
                  <c:v>11.1517</c:v>
                </c:pt>
                <c:pt idx="15">
                  <c:v>11.289899999999999</c:v>
                </c:pt>
                <c:pt idx="16">
                  <c:v>11.150499999999999</c:v>
                </c:pt>
                <c:pt idx="17">
                  <c:v>10.9725</c:v>
                </c:pt>
                <c:pt idx="18">
                  <c:v>10.984299999999999</c:v>
                </c:pt>
                <c:pt idx="19">
                  <c:v>11.1195</c:v>
                </c:pt>
                <c:pt idx="20">
                  <c:v>10.7582</c:v>
                </c:pt>
                <c:pt idx="21">
                  <c:v>10.450799999999999</c:v>
                </c:pt>
                <c:pt idx="22">
                  <c:v>10.2073</c:v>
                </c:pt>
                <c:pt idx="23">
                  <c:v>10.2963</c:v>
                </c:pt>
                <c:pt idx="24">
                  <c:v>10.4796</c:v>
                </c:pt>
                <c:pt idx="25">
                  <c:v>10.360300000000001</c:v>
                </c:pt>
                <c:pt idx="26">
                  <c:v>10.0305</c:v>
                </c:pt>
                <c:pt idx="27">
                  <c:v>9.9629100000000008</c:v>
                </c:pt>
                <c:pt idx="28">
                  <c:v>10.0604</c:v>
                </c:pt>
                <c:pt idx="29">
                  <c:v>10.1989</c:v>
                </c:pt>
                <c:pt idx="30">
                  <c:v>10.349299999999999</c:v>
                </c:pt>
                <c:pt idx="31">
                  <c:v>10.157400000000001</c:v>
                </c:pt>
                <c:pt idx="32">
                  <c:v>9.8435699999999997</c:v>
                </c:pt>
                <c:pt idx="33">
                  <c:v>9.9535499999999999</c:v>
                </c:pt>
                <c:pt idx="34">
                  <c:v>10.2072</c:v>
                </c:pt>
                <c:pt idx="35">
                  <c:v>10.454499999999999</c:v>
                </c:pt>
                <c:pt idx="36">
                  <c:v>10.1412</c:v>
                </c:pt>
                <c:pt idx="37">
                  <c:v>9.5439799999999995</c:v>
                </c:pt>
                <c:pt idx="38">
                  <c:v>9.4989799999999995</c:v>
                </c:pt>
                <c:pt idx="39">
                  <c:v>9.6108200000000004</c:v>
                </c:pt>
                <c:pt idx="40">
                  <c:v>9.7966300000000004</c:v>
                </c:pt>
                <c:pt idx="41">
                  <c:v>10.058</c:v>
                </c:pt>
                <c:pt idx="42">
                  <c:v>10.095000000000001</c:v>
                </c:pt>
                <c:pt idx="43">
                  <c:v>10.2425</c:v>
                </c:pt>
                <c:pt idx="44">
                  <c:v>10.713699999999999</c:v>
                </c:pt>
                <c:pt idx="45">
                  <c:v>10.8902</c:v>
                </c:pt>
                <c:pt idx="46">
                  <c:v>10.789099999999999</c:v>
                </c:pt>
                <c:pt idx="47">
                  <c:v>10.8733</c:v>
                </c:pt>
                <c:pt idx="48">
                  <c:v>10.8993</c:v>
                </c:pt>
                <c:pt idx="49">
                  <c:v>10.721</c:v>
                </c:pt>
                <c:pt idx="50">
                  <c:v>10.4724</c:v>
                </c:pt>
                <c:pt idx="51">
                  <c:v>10.3172</c:v>
                </c:pt>
                <c:pt idx="52">
                  <c:v>9.9880499999999994</c:v>
                </c:pt>
                <c:pt idx="53">
                  <c:v>9.7970100000000002</c:v>
                </c:pt>
                <c:pt idx="54">
                  <c:v>9.8137600000000003</c:v>
                </c:pt>
                <c:pt idx="55">
                  <c:v>10.1302</c:v>
                </c:pt>
                <c:pt idx="56">
                  <c:v>10.4436</c:v>
                </c:pt>
                <c:pt idx="57">
                  <c:v>10.4701</c:v>
                </c:pt>
                <c:pt idx="58">
                  <c:v>10.3886</c:v>
                </c:pt>
                <c:pt idx="59">
                  <c:v>10.2239</c:v>
                </c:pt>
                <c:pt idx="60">
                  <c:v>10.024900000000001</c:v>
                </c:pt>
                <c:pt idx="61">
                  <c:v>10.034800000000001</c:v>
                </c:pt>
                <c:pt idx="62">
                  <c:v>10.180099999999999</c:v>
                </c:pt>
                <c:pt idx="63">
                  <c:v>10.0562</c:v>
                </c:pt>
                <c:pt idx="64">
                  <c:v>10.3224</c:v>
                </c:pt>
                <c:pt idx="65">
                  <c:v>10.418699999999999</c:v>
                </c:pt>
                <c:pt idx="66">
                  <c:v>10.4024</c:v>
                </c:pt>
                <c:pt idx="67">
                  <c:v>10.436199999999999</c:v>
                </c:pt>
                <c:pt idx="68">
                  <c:v>10.239599999999999</c:v>
                </c:pt>
                <c:pt idx="69">
                  <c:v>10.191000000000001</c:v>
                </c:pt>
                <c:pt idx="70">
                  <c:v>10.2135</c:v>
                </c:pt>
                <c:pt idx="71">
                  <c:v>10.3466</c:v>
                </c:pt>
                <c:pt idx="72">
                  <c:v>10.179399999999999</c:v>
                </c:pt>
                <c:pt idx="73">
                  <c:v>9.6625399999999999</c:v>
                </c:pt>
                <c:pt idx="74">
                  <c:v>9.3781400000000001</c:v>
                </c:pt>
                <c:pt idx="75">
                  <c:v>9.5711899999999996</c:v>
                </c:pt>
                <c:pt idx="76">
                  <c:v>9.7420100000000005</c:v>
                </c:pt>
                <c:pt idx="77">
                  <c:v>9.8324700000000007</c:v>
                </c:pt>
                <c:pt idx="78">
                  <c:v>9.7443399999999993</c:v>
                </c:pt>
                <c:pt idx="79">
                  <c:v>9.3716699999999999</c:v>
                </c:pt>
                <c:pt idx="80">
                  <c:v>9.2375500000000006</c:v>
                </c:pt>
                <c:pt idx="81">
                  <c:v>9.5057200000000002</c:v>
                </c:pt>
                <c:pt idx="82">
                  <c:v>9.1837700000000009</c:v>
                </c:pt>
                <c:pt idx="83">
                  <c:v>8.8434799999999996</c:v>
                </c:pt>
                <c:pt idx="84">
                  <c:v>9.0374800000000004</c:v>
                </c:pt>
                <c:pt idx="85">
                  <c:v>9.4017700000000008</c:v>
                </c:pt>
                <c:pt idx="86">
                  <c:v>9.6375700000000002</c:v>
                </c:pt>
                <c:pt idx="87">
                  <c:v>9.5140700000000002</c:v>
                </c:pt>
                <c:pt idx="88">
                  <c:v>9.1167099999999994</c:v>
                </c:pt>
                <c:pt idx="89">
                  <c:v>8.9894099999999995</c:v>
                </c:pt>
                <c:pt idx="90">
                  <c:v>8.9873100000000008</c:v>
                </c:pt>
                <c:pt idx="91">
                  <c:v>9.1510400000000001</c:v>
                </c:pt>
                <c:pt idx="92">
                  <c:v>9.5261499999999995</c:v>
                </c:pt>
                <c:pt idx="93">
                  <c:v>9.7194099999999999</c:v>
                </c:pt>
                <c:pt idx="94">
                  <c:v>9.8862299999999994</c:v>
                </c:pt>
                <c:pt idx="95">
                  <c:v>9.7916699999999999</c:v>
                </c:pt>
                <c:pt idx="96">
                  <c:v>9.3383400000000005</c:v>
                </c:pt>
                <c:pt idx="97">
                  <c:v>9.1138999999999992</c:v>
                </c:pt>
                <c:pt idx="98">
                  <c:v>9.2748799999999996</c:v>
                </c:pt>
                <c:pt idx="99">
                  <c:v>9.3664799999999993</c:v>
                </c:pt>
                <c:pt idx="100">
                  <c:v>9.3149599999999992</c:v>
                </c:pt>
                <c:pt idx="101">
                  <c:v>9.0890500000000003</c:v>
                </c:pt>
                <c:pt idx="102">
                  <c:v>9.1233599999999999</c:v>
                </c:pt>
                <c:pt idx="103">
                  <c:v>9.3810300000000009</c:v>
                </c:pt>
                <c:pt idx="104">
                  <c:v>9.4178200000000007</c:v>
                </c:pt>
                <c:pt idx="105">
                  <c:v>9.3798999999999992</c:v>
                </c:pt>
                <c:pt idx="106">
                  <c:v>9.4293700000000005</c:v>
                </c:pt>
                <c:pt idx="107">
                  <c:v>9.2019300000000008</c:v>
                </c:pt>
                <c:pt idx="108">
                  <c:v>8.9842499999999994</c:v>
                </c:pt>
                <c:pt idx="109">
                  <c:v>9.3010999999999999</c:v>
                </c:pt>
                <c:pt idx="110">
                  <c:v>9.4868699999999997</c:v>
                </c:pt>
                <c:pt idx="111">
                  <c:v>9.5123499999999996</c:v>
                </c:pt>
                <c:pt idx="112">
                  <c:v>9.2093600000000002</c:v>
                </c:pt>
                <c:pt idx="113">
                  <c:v>9.0841600000000007</c:v>
                </c:pt>
                <c:pt idx="114">
                  <c:v>9.0106999999999999</c:v>
                </c:pt>
                <c:pt idx="115">
                  <c:v>9.0609900000000003</c:v>
                </c:pt>
                <c:pt idx="116">
                  <c:v>9.3280799999999999</c:v>
                </c:pt>
                <c:pt idx="117">
                  <c:v>9.2315100000000001</c:v>
                </c:pt>
                <c:pt idx="118">
                  <c:v>9.1592900000000004</c:v>
                </c:pt>
                <c:pt idx="119">
                  <c:v>9.2105399999999999</c:v>
                </c:pt>
                <c:pt idx="120">
                  <c:v>8.9378600000000006</c:v>
                </c:pt>
                <c:pt idx="121">
                  <c:v>8.4916999999999998</c:v>
                </c:pt>
                <c:pt idx="122">
                  <c:v>8.1616199999999992</c:v>
                </c:pt>
                <c:pt idx="123">
                  <c:v>8.0946800000000003</c:v>
                </c:pt>
                <c:pt idx="124">
                  <c:v>8.2798499999999997</c:v>
                </c:pt>
                <c:pt idx="125">
                  <c:v>8.5965000000000007</c:v>
                </c:pt>
                <c:pt idx="126">
                  <c:v>8.9527000000000001</c:v>
                </c:pt>
                <c:pt idx="127">
                  <c:v>9.2021099999999993</c:v>
                </c:pt>
                <c:pt idx="128">
                  <c:v>9.3299099999999999</c:v>
                </c:pt>
                <c:pt idx="129">
                  <c:v>9.4996399999999994</c:v>
                </c:pt>
                <c:pt idx="130">
                  <c:v>9.64086</c:v>
                </c:pt>
                <c:pt idx="131">
                  <c:v>9.7842599999999997</c:v>
                </c:pt>
                <c:pt idx="132">
                  <c:v>9.9069699999999994</c:v>
                </c:pt>
                <c:pt idx="133">
                  <c:v>10.3902</c:v>
                </c:pt>
                <c:pt idx="134">
                  <c:v>10.718400000000001</c:v>
                </c:pt>
                <c:pt idx="135">
                  <c:v>10.4354</c:v>
                </c:pt>
                <c:pt idx="136">
                  <c:v>10.086399999999999</c:v>
                </c:pt>
                <c:pt idx="137">
                  <c:v>9.7303300000000004</c:v>
                </c:pt>
                <c:pt idx="138">
                  <c:v>9.9123699999999992</c:v>
                </c:pt>
                <c:pt idx="139">
                  <c:v>9.8396399999999993</c:v>
                </c:pt>
                <c:pt idx="140">
                  <c:v>9.5466200000000008</c:v>
                </c:pt>
                <c:pt idx="141">
                  <c:v>9.4434799999999992</c:v>
                </c:pt>
                <c:pt idx="142">
                  <c:v>9.2267499999999991</c:v>
                </c:pt>
                <c:pt idx="143">
                  <c:v>9.3101299999999991</c:v>
                </c:pt>
                <c:pt idx="144">
                  <c:v>9.6993899999999993</c:v>
                </c:pt>
                <c:pt idx="145">
                  <c:v>9.5098900000000004</c:v>
                </c:pt>
                <c:pt idx="146">
                  <c:v>9.4902300000000004</c:v>
                </c:pt>
                <c:pt idx="147">
                  <c:v>9.3358399999999993</c:v>
                </c:pt>
                <c:pt idx="148">
                  <c:v>8.9883600000000001</c:v>
                </c:pt>
                <c:pt idx="149">
                  <c:v>8.9047199999999993</c:v>
                </c:pt>
                <c:pt idx="150">
                  <c:v>9.0744100000000003</c:v>
                </c:pt>
                <c:pt idx="151">
                  <c:v>9.5257500000000004</c:v>
                </c:pt>
                <c:pt idx="152">
                  <c:v>9.8027899999999999</c:v>
                </c:pt>
                <c:pt idx="153">
                  <c:v>10.0464</c:v>
                </c:pt>
                <c:pt idx="154">
                  <c:v>9.9580199999999994</c:v>
                </c:pt>
                <c:pt idx="155">
                  <c:v>9.6486599999999996</c:v>
                </c:pt>
                <c:pt idx="156">
                  <c:v>9.7017799999999994</c:v>
                </c:pt>
                <c:pt idx="157">
                  <c:v>9.9647699999999997</c:v>
                </c:pt>
                <c:pt idx="158">
                  <c:v>9.9709299999999992</c:v>
                </c:pt>
                <c:pt idx="159">
                  <c:v>9.76004</c:v>
                </c:pt>
                <c:pt idx="160">
                  <c:v>9.4122800000000009</c:v>
                </c:pt>
                <c:pt idx="161">
                  <c:v>9.3456200000000003</c:v>
                </c:pt>
                <c:pt idx="162">
                  <c:v>9.1429899999999993</c:v>
                </c:pt>
                <c:pt idx="163">
                  <c:v>9.0028699999999997</c:v>
                </c:pt>
                <c:pt idx="164">
                  <c:v>8.7730399999999999</c:v>
                </c:pt>
                <c:pt idx="165">
                  <c:v>8.8118599999999994</c:v>
                </c:pt>
                <c:pt idx="166">
                  <c:v>8.8596699999999995</c:v>
                </c:pt>
                <c:pt idx="167">
                  <c:v>9.1131200000000003</c:v>
                </c:pt>
                <c:pt idx="168">
                  <c:v>9.4500700000000002</c:v>
                </c:pt>
                <c:pt idx="169">
                  <c:v>9.6874500000000001</c:v>
                </c:pt>
                <c:pt idx="170">
                  <c:v>9.5517299999999992</c:v>
                </c:pt>
                <c:pt idx="171">
                  <c:v>9.2591900000000003</c:v>
                </c:pt>
                <c:pt idx="172">
                  <c:v>9.2894699999999997</c:v>
                </c:pt>
                <c:pt idx="173">
                  <c:v>9.4651099999999992</c:v>
                </c:pt>
                <c:pt idx="174">
                  <c:v>9.4085199999999993</c:v>
                </c:pt>
                <c:pt idx="175">
                  <c:v>9.5034600000000005</c:v>
                </c:pt>
                <c:pt idx="176">
                  <c:v>9.7692399999999999</c:v>
                </c:pt>
                <c:pt idx="177">
                  <c:v>9.6786999999999992</c:v>
                </c:pt>
                <c:pt idx="178">
                  <c:v>9.6638999999999999</c:v>
                </c:pt>
                <c:pt idx="179">
                  <c:v>9.4594100000000001</c:v>
                </c:pt>
                <c:pt idx="180">
                  <c:v>9.2459600000000002</c:v>
                </c:pt>
                <c:pt idx="181">
                  <c:v>9.2185799999999993</c:v>
                </c:pt>
                <c:pt idx="182">
                  <c:v>9.1092600000000008</c:v>
                </c:pt>
                <c:pt idx="183">
                  <c:v>9.1936599999999995</c:v>
                </c:pt>
                <c:pt idx="184">
                  <c:v>9.6991499999999995</c:v>
                </c:pt>
                <c:pt idx="185">
                  <c:v>9.8498000000000001</c:v>
                </c:pt>
                <c:pt idx="186">
                  <c:v>9.5262399999999996</c:v>
                </c:pt>
                <c:pt idx="187">
                  <c:v>9.20838</c:v>
                </c:pt>
                <c:pt idx="188">
                  <c:v>9.1901100000000007</c:v>
                </c:pt>
                <c:pt idx="189">
                  <c:v>9.2661200000000008</c:v>
                </c:pt>
                <c:pt idx="190">
                  <c:v>9.4819899999999997</c:v>
                </c:pt>
                <c:pt idx="191">
                  <c:v>9.6432400000000005</c:v>
                </c:pt>
                <c:pt idx="192">
                  <c:v>9.7796299999999992</c:v>
                </c:pt>
                <c:pt idx="193">
                  <c:v>9.8458900000000007</c:v>
                </c:pt>
                <c:pt idx="194">
                  <c:v>9.7970100000000002</c:v>
                </c:pt>
                <c:pt idx="195">
                  <c:v>9.7005800000000004</c:v>
                </c:pt>
                <c:pt idx="196">
                  <c:v>9.4001300000000008</c:v>
                </c:pt>
                <c:pt idx="197">
                  <c:v>9.6461199999999998</c:v>
                </c:pt>
                <c:pt idx="198">
                  <c:v>9.6176300000000001</c:v>
                </c:pt>
                <c:pt idx="199">
                  <c:v>9.3380899999999993</c:v>
                </c:pt>
                <c:pt idx="200">
                  <c:v>9.3786799999999992</c:v>
                </c:pt>
                <c:pt idx="201">
                  <c:v>9.5101499999999994</c:v>
                </c:pt>
                <c:pt idx="202">
                  <c:v>9.0783299999999993</c:v>
                </c:pt>
                <c:pt idx="203">
                  <c:v>8.6615599999999997</c:v>
                </c:pt>
                <c:pt idx="204">
                  <c:v>8.4668700000000001</c:v>
                </c:pt>
                <c:pt idx="205">
                  <c:v>8.4891500000000004</c:v>
                </c:pt>
                <c:pt idx="206">
                  <c:v>8.5835899999999992</c:v>
                </c:pt>
                <c:pt idx="207">
                  <c:v>8.8363499999999995</c:v>
                </c:pt>
                <c:pt idx="208">
                  <c:v>9.1989000000000001</c:v>
                </c:pt>
                <c:pt idx="209">
                  <c:v>9.4468800000000002</c:v>
                </c:pt>
                <c:pt idx="210">
                  <c:v>9.5052000000000003</c:v>
                </c:pt>
                <c:pt idx="211">
                  <c:v>9.6638900000000003</c:v>
                </c:pt>
                <c:pt idx="212">
                  <c:v>9.74329</c:v>
                </c:pt>
                <c:pt idx="213">
                  <c:v>9.4658899999999999</c:v>
                </c:pt>
                <c:pt idx="214">
                  <c:v>9.2337600000000002</c:v>
                </c:pt>
                <c:pt idx="215">
                  <c:v>9.3522700000000007</c:v>
                </c:pt>
                <c:pt idx="216">
                  <c:v>9.5458599999999993</c:v>
                </c:pt>
                <c:pt idx="217">
                  <c:v>9.3246699999999993</c:v>
                </c:pt>
                <c:pt idx="218">
                  <c:v>9.0767100000000003</c:v>
                </c:pt>
                <c:pt idx="219">
                  <c:v>9.4224200000000007</c:v>
                </c:pt>
                <c:pt idx="220">
                  <c:v>9.7389899999999994</c:v>
                </c:pt>
                <c:pt idx="221">
                  <c:v>9.9272299999999998</c:v>
                </c:pt>
                <c:pt idx="222">
                  <c:v>9.79345</c:v>
                </c:pt>
                <c:pt idx="223">
                  <c:v>9.4959900000000008</c:v>
                </c:pt>
                <c:pt idx="224">
                  <c:v>9.2753200000000007</c:v>
                </c:pt>
                <c:pt idx="225">
                  <c:v>9.2140199999999997</c:v>
                </c:pt>
                <c:pt idx="226">
                  <c:v>9.46326</c:v>
                </c:pt>
                <c:pt idx="227">
                  <c:v>9.6114899999999999</c:v>
                </c:pt>
                <c:pt idx="228">
                  <c:v>9.3820999999999994</c:v>
                </c:pt>
                <c:pt idx="229">
                  <c:v>9.25413</c:v>
                </c:pt>
                <c:pt idx="230">
                  <c:v>9.3806600000000007</c:v>
                </c:pt>
                <c:pt idx="231">
                  <c:v>9.2436199999999999</c:v>
                </c:pt>
                <c:pt idx="232">
                  <c:v>9.1299700000000001</c:v>
                </c:pt>
                <c:pt idx="233">
                  <c:v>9.1761700000000008</c:v>
                </c:pt>
                <c:pt idx="234">
                  <c:v>9.3466000000000005</c:v>
                </c:pt>
                <c:pt idx="235">
                  <c:v>9.7351200000000002</c:v>
                </c:pt>
                <c:pt idx="236">
                  <c:v>9.8762799999999995</c:v>
                </c:pt>
                <c:pt idx="237">
                  <c:v>9.9316200000000006</c:v>
                </c:pt>
                <c:pt idx="238">
                  <c:v>9.8101800000000008</c:v>
                </c:pt>
                <c:pt idx="239">
                  <c:v>9.8224900000000002</c:v>
                </c:pt>
                <c:pt idx="240">
                  <c:v>9.97255</c:v>
                </c:pt>
                <c:pt idx="241">
                  <c:v>9.9861799999999992</c:v>
                </c:pt>
                <c:pt idx="242">
                  <c:v>9.7099899999999995</c:v>
                </c:pt>
                <c:pt idx="243">
                  <c:v>9.5181500000000003</c:v>
                </c:pt>
                <c:pt idx="244">
                  <c:v>9.4207800000000006</c:v>
                </c:pt>
                <c:pt idx="245">
                  <c:v>9.2385800000000007</c:v>
                </c:pt>
                <c:pt idx="246">
                  <c:v>9.28491</c:v>
                </c:pt>
                <c:pt idx="247">
                  <c:v>9.4711599999999994</c:v>
                </c:pt>
                <c:pt idx="248">
                  <c:v>9.4759700000000002</c:v>
                </c:pt>
                <c:pt idx="249">
                  <c:v>9.5898500000000002</c:v>
                </c:pt>
                <c:pt idx="250">
                  <c:v>9.7778700000000001</c:v>
                </c:pt>
                <c:pt idx="251">
                  <c:v>9.6704399999999993</c:v>
                </c:pt>
                <c:pt idx="252">
                  <c:v>9.7053700000000003</c:v>
                </c:pt>
                <c:pt idx="253">
                  <c:v>9.7602100000000007</c:v>
                </c:pt>
                <c:pt idx="254">
                  <c:v>9.7330299999999994</c:v>
                </c:pt>
                <c:pt idx="255">
                  <c:v>9.7768499999999996</c:v>
                </c:pt>
                <c:pt idx="256">
                  <c:v>9.7334800000000001</c:v>
                </c:pt>
                <c:pt idx="257">
                  <c:v>9.7572100000000006</c:v>
                </c:pt>
                <c:pt idx="258">
                  <c:v>9.7589500000000005</c:v>
                </c:pt>
                <c:pt idx="259">
                  <c:v>9.7632100000000008</c:v>
                </c:pt>
                <c:pt idx="260">
                  <c:v>9.8070900000000005</c:v>
                </c:pt>
                <c:pt idx="261">
                  <c:v>9.4569100000000006</c:v>
                </c:pt>
                <c:pt idx="262">
                  <c:v>9.1802399999999995</c:v>
                </c:pt>
                <c:pt idx="263">
                  <c:v>9.1585599999999996</c:v>
                </c:pt>
                <c:pt idx="264">
                  <c:v>9.3389199999999999</c:v>
                </c:pt>
                <c:pt idx="265">
                  <c:v>9.0735600000000005</c:v>
                </c:pt>
                <c:pt idx="266">
                  <c:v>9.2650299999999994</c:v>
                </c:pt>
                <c:pt idx="267">
                  <c:v>9.4260099999999998</c:v>
                </c:pt>
                <c:pt idx="268">
                  <c:v>9.4636700000000005</c:v>
                </c:pt>
                <c:pt idx="269">
                  <c:v>9.8898399999999995</c:v>
                </c:pt>
                <c:pt idx="270">
                  <c:v>9.8098399999999994</c:v>
                </c:pt>
                <c:pt idx="271">
                  <c:v>9.5924200000000006</c:v>
                </c:pt>
                <c:pt idx="272">
                  <c:v>9.62683</c:v>
                </c:pt>
                <c:pt idx="273">
                  <c:v>9.6809200000000004</c:v>
                </c:pt>
                <c:pt idx="274">
                  <c:v>9.8468300000000006</c:v>
                </c:pt>
                <c:pt idx="275">
                  <c:v>9.7088400000000004</c:v>
                </c:pt>
                <c:pt idx="276">
                  <c:v>9.3490000000000002</c:v>
                </c:pt>
                <c:pt idx="277">
                  <c:v>9.5687200000000008</c:v>
                </c:pt>
                <c:pt idx="278">
                  <c:v>10.0206</c:v>
                </c:pt>
                <c:pt idx="279">
                  <c:v>10.3064</c:v>
                </c:pt>
                <c:pt idx="280">
                  <c:v>10.272399999999999</c:v>
                </c:pt>
                <c:pt idx="281">
                  <c:v>10.0396</c:v>
                </c:pt>
                <c:pt idx="282">
                  <c:v>9.8186800000000005</c:v>
                </c:pt>
                <c:pt idx="283">
                  <c:v>9.8213000000000008</c:v>
                </c:pt>
                <c:pt idx="284">
                  <c:v>10.0687</c:v>
                </c:pt>
                <c:pt idx="285">
                  <c:v>10.2881</c:v>
                </c:pt>
                <c:pt idx="286">
                  <c:v>10.341699999999999</c:v>
                </c:pt>
                <c:pt idx="287">
                  <c:v>10.4177</c:v>
                </c:pt>
                <c:pt idx="288">
                  <c:v>10.657</c:v>
                </c:pt>
                <c:pt idx="289">
                  <c:v>10.631500000000001</c:v>
                </c:pt>
                <c:pt idx="290">
                  <c:v>10.217700000000001</c:v>
                </c:pt>
                <c:pt idx="291">
                  <c:v>10.159700000000001</c:v>
                </c:pt>
                <c:pt idx="292">
                  <c:v>10.5665</c:v>
                </c:pt>
                <c:pt idx="293">
                  <c:v>10.4171</c:v>
                </c:pt>
                <c:pt idx="294">
                  <c:v>10.0876</c:v>
                </c:pt>
                <c:pt idx="295">
                  <c:v>9.7899899999999995</c:v>
                </c:pt>
                <c:pt idx="296">
                  <c:v>9.5984999999999996</c:v>
                </c:pt>
                <c:pt idx="297">
                  <c:v>9.5189299999999992</c:v>
                </c:pt>
                <c:pt idx="298">
                  <c:v>9.6095500000000005</c:v>
                </c:pt>
                <c:pt idx="299">
                  <c:v>10.2689</c:v>
                </c:pt>
                <c:pt idx="300">
                  <c:v>10.9787</c:v>
                </c:pt>
                <c:pt idx="301">
                  <c:v>11.0261</c:v>
                </c:pt>
                <c:pt idx="302">
                  <c:v>11.1073</c:v>
                </c:pt>
                <c:pt idx="303">
                  <c:v>11.059699999999999</c:v>
                </c:pt>
                <c:pt idx="304">
                  <c:v>11.2623</c:v>
                </c:pt>
                <c:pt idx="305">
                  <c:v>11.6439</c:v>
                </c:pt>
                <c:pt idx="306">
                  <c:v>11.6046</c:v>
                </c:pt>
                <c:pt idx="307">
                  <c:v>11.4351</c:v>
                </c:pt>
                <c:pt idx="308">
                  <c:v>11.103400000000001</c:v>
                </c:pt>
                <c:pt idx="309">
                  <c:v>10.5166</c:v>
                </c:pt>
                <c:pt idx="310">
                  <c:v>10.2258</c:v>
                </c:pt>
                <c:pt idx="311">
                  <c:v>9.8048699999999993</c:v>
                </c:pt>
                <c:pt idx="312">
                  <c:v>9.8185300000000009</c:v>
                </c:pt>
                <c:pt idx="313">
                  <c:v>10.172599999999999</c:v>
                </c:pt>
                <c:pt idx="314">
                  <c:v>10.4209</c:v>
                </c:pt>
                <c:pt idx="315">
                  <c:v>10.2807</c:v>
                </c:pt>
                <c:pt idx="316">
                  <c:v>10.182499999999999</c:v>
                </c:pt>
                <c:pt idx="317">
                  <c:v>10.4665</c:v>
                </c:pt>
                <c:pt idx="318">
                  <c:v>10.8895</c:v>
                </c:pt>
                <c:pt idx="319">
                  <c:v>11.160600000000001</c:v>
                </c:pt>
                <c:pt idx="320">
                  <c:v>11.273099999999999</c:v>
                </c:pt>
                <c:pt idx="321">
                  <c:v>11.494899999999999</c:v>
                </c:pt>
                <c:pt idx="322">
                  <c:v>11.4026</c:v>
                </c:pt>
                <c:pt idx="323">
                  <c:v>11.726800000000001</c:v>
                </c:pt>
                <c:pt idx="324">
                  <c:v>11.965299999999999</c:v>
                </c:pt>
                <c:pt idx="325">
                  <c:v>12.112399999999999</c:v>
                </c:pt>
                <c:pt idx="326">
                  <c:v>12.198</c:v>
                </c:pt>
                <c:pt idx="327">
                  <c:v>11.801500000000001</c:v>
                </c:pt>
                <c:pt idx="328">
                  <c:v>11.215199999999999</c:v>
                </c:pt>
                <c:pt idx="329">
                  <c:v>10.9329</c:v>
                </c:pt>
                <c:pt idx="330">
                  <c:v>11.0968</c:v>
                </c:pt>
                <c:pt idx="331">
                  <c:v>11.192299999999999</c:v>
                </c:pt>
                <c:pt idx="332">
                  <c:v>11.075900000000001</c:v>
                </c:pt>
                <c:pt idx="333">
                  <c:v>11.2874</c:v>
                </c:pt>
                <c:pt idx="334">
                  <c:v>11.395200000000001</c:v>
                </c:pt>
                <c:pt idx="335">
                  <c:v>11.1113</c:v>
                </c:pt>
                <c:pt idx="336">
                  <c:v>10.9587</c:v>
                </c:pt>
                <c:pt idx="337">
                  <c:v>11.102399999999999</c:v>
                </c:pt>
                <c:pt idx="338">
                  <c:v>11.1121</c:v>
                </c:pt>
                <c:pt idx="339">
                  <c:v>11.3384</c:v>
                </c:pt>
                <c:pt idx="340">
                  <c:v>12.203200000000001</c:v>
                </c:pt>
                <c:pt idx="341">
                  <c:v>12.72</c:v>
                </c:pt>
                <c:pt idx="342">
                  <c:v>12.859</c:v>
                </c:pt>
                <c:pt idx="343">
                  <c:v>12.711</c:v>
                </c:pt>
                <c:pt idx="344">
                  <c:v>12.9017</c:v>
                </c:pt>
                <c:pt idx="345">
                  <c:v>13.2325</c:v>
                </c:pt>
                <c:pt idx="346">
                  <c:v>13.0497</c:v>
                </c:pt>
                <c:pt idx="347">
                  <c:v>12.680199999999999</c:v>
                </c:pt>
                <c:pt idx="348">
                  <c:v>12.725099999999999</c:v>
                </c:pt>
                <c:pt idx="349">
                  <c:v>12.960599999999999</c:v>
                </c:pt>
                <c:pt idx="350">
                  <c:v>12.716200000000001</c:v>
                </c:pt>
                <c:pt idx="351">
                  <c:v>12.4354</c:v>
                </c:pt>
                <c:pt idx="352">
                  <c:v>12.403</c:v>
                </c:pt>
                <c:pt idx="353">
                  <c:v>12.3858</c:v>
                </c:pt>
                <c:pt idx="354">
                  <c:v>12.4262</c:v>
                </c:pt>
                <c:pt idx="355">
                  <c:v>12.457599999999999</c:v>
                </c:pt>
                <c:pt idx="356">
                  <c:v>12.3635</c:v>
                </c:pt>
                <c:pt idx="357">
                  <c:v>12.533799999999999</c:v>
                </c:pt>
                <c:pt idx="358">
                  <c:v>13.147500000000001</c:v>
                </c:pt>
                <c:pt idx="359">
                  <c:v>13.491400000000001</c:v>
                </c:pt>
                <c:pt idx="360">
                  <c:v>13.754200000000001</c:v>
                </c:pt>
                <c:pt idx="361">
                  <c:v>14.1073</c:v>
                </c:pt>
                <c:pt idx="362">
                  <c:v>14.144299999999999</c:v>
                </c:pt>
                <c:pt idx="363">
                  <c:v>14.178100000000001</c:v>
                </c:pt>
                <c:pt idx="364">
                  <c:v>14.4887</c:v>
                </c:pt>
                <c:pt idx="365">
                  <c:v>14.5977</c:v>
                </c:pt>
                <c:pt idx="366">
                  <c:v>14.5289</c:v>
                </c:pt>
                <c:pt idx="367">
                  <c:v>14.6114</c:v>
                </c:pt>
                <c:pt idx="368">
                  <c:v>14.3704</c:v>
                </c:pt>
                <c:pt idx="369">
                  <c:v>14.362399999999999</c:v>
                </c:pt>
                <c:pt idx="370">
                  <c:v>14.7448</c:v>
                </c:pt>
                <c:pt idx="371">
                  <c:v>14.8636</c:v>
                </c:pt>
                <c:pt idx="372">
                  <c:v>14.9702</c:v>
                </c:pt>
                <c:pt idx="373">
                  <c:v>14.8414</c:v>
                </c:pt>
                <c:pt idx="374">
                  <c:v>14.885899999999999</c:v>
                </c:pt>
                <c:pt idx="375">
                  <c:v>15.1844</c:v>
                </c:pt>
                <c:pt idx="376">
                  <c:v>15.1509</c:v>
                </c:pt>
                <c:pt idx="377">
                  <c:v>15.08</c:v>
                </c:pt>
                <c:pt idx="378">
                  <c:v>14.9255</c:v>
                </c:pt>
                <c:pt idx="379">
                  <c:v>14.65</c:v>
                </c:pt>
                <c:pt idx="380">
                  <c:v>14.5418</c:v>
                </c:pt>
                <c:pt idx="381">
                  <c:v>14.675700000000001</c:v>
                </c:pt>
                <c:pt idx="382">
                  <c:v>14.6189</c:v>
                </c:pt>
                <c:pt idx="383">
                  <c:v>14.3963</c:v>
                </c:pt>
                <c:pt idx="384">
                  <c:v>14.2967</c:v>
                </c:pt>
                <c:pt idx="385">
                  <c:v>14.511100000000001</c:v>
                </c:pt>
                <c:pt idx="386">
                  <c:v>14.584199999999999</c:v>
                </c:pt>
                <c:pt idx="387">
                  <c:v>14.3971</c:v>
                </c:pt>
                <c:pt idx="388">
                  <c:v>14.2166</c:v>
                </c:pt>
                <c:pt idx="389">
                  <c:v>14.441599999999999</c:v>
                </c:pt>
                <c:pt idx="390">
                  <c:v>14.775499999999999</c:v>
                </c:pt>
                <c:pt idx="391">
                  <c:v>14.7249</c:v>
                </c:pt>
                <c:pt idx="392">
                  <c:v>14.715999999999999</c:v>
                </c:pt>
                <c:pt idx="393">
                  <c:v>14.8344</c:v>
                </c:pt>
                <c:pt idx="394">
                  <c:v>14.536799999999999</c:v>
                </c:pt>
                <c:pt idx="395">
                  <c:v>14.199400000000001</c:v>
                </c:pt>
                <c:pt idx="396">
                  <c:v>14.1096</c:v>
                </c:pt>
                <c:pt idx="397">
                  <c:v>14.123799999999999</c:v>
                </c:pt>
                <c:pt idx="398">
                  <c:v>13.932399999999999</c:v>
                </c:pt>
                <c:pt idx="399">
                  <c:v>13.8157</c:v>
                </c:pt>
                <c:pt idx="400">
                  <c:v>13.901999999999999</c:v>
                </c:pt>
                <c:pt idx="401">
                  <c:v>14.0824</c:v>
                </c:pt>
                <c:pt idx="402">
                  <c:v>14.3283</c:v>
                </c:pt>
                <c:pt idx="403">
                  <c:v>14.480399999999999</c:v>
                </c:pt>
                <c:pt idx="404">
                  <c:v>14.520200000000001</c:v>
                </c:pt>
                <c:pt idx="405">
                  <c:v>14.463800000000001</c:v>
                </c:pt>
                <c:pt idx="406">
                  <c:v>14.484500000000001</c:v>
                </c:pt>
                <c:pt idx="407">
                  <c:v>14.632099999999999</c:v>
                </c:pt>
                <c:pt idx="408">
                  <c:v>14.518800000000001</c:v>
                </c:pt>
                <c:pt idx="409">
                  <c:v>14.5387</c:v>
                </c:pt>
                <c:pt idx="410">
                  <c:v>14.844200000000001</c:v>
                </c:pt>
                <c:pt idx="411">
                  <c:v>14.7743</c:v>
                </c:pt>
                <c:pt idx="412">
                  <c:v>15.0025</c:v>
                </c:pt>
                <c:pt idx="413">
                  <c:v>15.899900000000001</c:v>
                </c:pt>
                <c:pt idx="414">
                  <c:v>16.376799999999999</c:v>
                </c:pt>
                <c:pt idx="415">
                  <c:v>16.698699999999999</c:v>
                </c:pt>
                <c:pt idx="416">
                  <c:v>16.530999999999999</c:v>
                </c:pt>
                <c:pt idx="417">
                  <c:v>16.254100000000001</c:v>
                </c:pt>
                <c:pt idx="418">
                  <c:v>16.3687</c:v>
                </c:pt>
                <c:pt idx="419">
                  <c:v>16.424099999999999</c:v>
                </c:pt>
                <c:pt idx="420">
                  <c:v>16.590599999999998</c:v>
                </c:pt>
                <c:pt idx="421">
                  <c:v>16.6691</c:v>
                </c:pt>
                <c:pt idx="422">
                  <c:v>16.822500000000002</c:v>
                </c:pt>
                <c:pt idx="423">
                  <c:v>16.946100000000001</c:v>
                </c:pt>
                <c:pt idx="424">
                  <c:v>17.038399999999999</c:v>
                </c:pt>
                <c:pt idx="425">
                  <c:v>17.344899999999999</c:v>
                </c:pt>
                <c:pt idx="426">
                  <c:v>18.0505</c:v>
                </c:pt>
                <c:pt idx="427">
                  <c:v>18.947299999999998</c:v>
                </c:pt>
                <c:pt idx="428">
                  <c:v>19.213100000000001</c:v>
                </c:pt>
                <c:pt idx="429">
                  <c:v>18.7715</c:v>
                </c:pt>
                <c:pt idx="430">
                  <c:v>18.995000000000001</c:v>
                </c:pt>
                <c:pt idx="431">
                  <c:v>19.819900000000001</c:v>
                </c:pt>
                <c:pt idx="432">
                  <c:v>20.487500000000001</c:v>
                </c:pt>
                <c:pt idx="433">
                  <c:v>21.134</c:v>
                </c:pt>
                <c:pt idx="434">
                  <c:v>21.215299999999999</c:v>
                </c:pt>
                <c:pt idx="435">
                  <c:v>21.2074</c:v>
                </c:pt>
                <c:pt idx="436">
                  <c:v>21.388200000000001</c:v>
                </c:pt>
                <c:pt idx="437">
                  <c:v>21.398299999999999</c:v>
                </c:pt>
                <c:pt idx="438">
                  <c:v>21.5593</c:v>
                </c:pt>
                <c:pt idx="439">
                  <c:v>22.143699999999999</c:v>
                </c:pt>
                <c:pt idx="440">
                  <c:v>22.7272</c:v>
                </c:pt>
                <c:pt idx="441">
                  <c:v>23.639299999999999</c:v>
                </c:pt>
                <c:pt idx="442">
                  <c:v>24.097999999999999</c:v>
                </c:pt>
                <c:pt idx="443">
                  <c:v>24.321300000000001</c:v>
                </c:pt>
                <c:pt idx="444">
                  <c:v>24.719000000000001</c:v>
                </c:pt>
                <c:pt idx="445">
                  <c:v>25.5716</c:v>
                </c:pt>
                <c:pt idx="446">
                  <c:v>26.657499999999999</c:v>
                </c:pt>
                <c:pt idx="447">
                  <c:v>27.352599999999999</c:v>
                </c:pt>
                <c:pt idx="448">
                  <c:v>27.770199999999999</c:v>
                </c:pt>
                <c:pt idx="449">
                  <c:v>28.468</c:v>
                </c:pt>
                <c:pt idx="450">
                  <c:v>29.3901</c:v>
                </c:pt>
                <c:pt idx="451">
                  <c:v>29.692399999999999</c:v>
                </c:pt>
                <c:pt idx="452">
                  <c:v>30.189299999999999</c:v>
                </c:pt>
                <c:pt idx="453">
                  <c:v>31.3432</c:v>
                </c:pt>
                <c:pt idx="454">
                  <c:v>32.664099999999998</c:v>
                </c:pt>
                <c:pt idx="455">
                  <c:v>34.026699999999998</c:v>
                </c:pt>
                <c:pt idx="456">
                  <c:v>35.318300000000001</c:v>
                </c:pt>
                <c:pt idx="457">
                  <c:v>36.827199999999998</c:v>
                </c:pt>
                <c:pt idx="458">
                  <c:v>38.586100000000002</c:v>
                </c:pt>
                <c:pt idx="459">
                  <c:v>39.953299999999999</c:v>
                </c:pt>
                <c:pt idx="460">
                  <c:v>41.4724</c:v>
                </c:pt>
                <c:pt idx="461">
                  <c:v>43.3232</c:v>
                </c:pt>
                <c:pt idx="462">
                  <c:v>45.420499999999997</c:v>
                </c:pt>
                <c:pt idx="463">
                  <c:v>47.659599999999998</c:v>
                </c:pt>
                <c:pt idx="464">
                  <c:v>50.2121</c:v>
                </c:pt>
                <c:pt idx="465">
                  <c:v>52.663400000000003</c:v>
                </c:pt>
                <c:pt idx="466">
                  <c:v>54.842599999999997</c:v>
                </c:pt>
                <c:pt idx="467">
                  <c:v>57.355200000000004</c:v>
                </c:pt>
                <c:pt idx="468">
                  <c:v>60.270899999999997</c:v>
                </c:pt>
                <c:pt idx="469">
                  <c:v>62.819600000000001</c:v>
                </c:pt>
                <c:pt idx="470">
                  <c:v>65.076499999999996</c:v>
                </c:pt>
                <c:pt idx="471">
                  <c:v>66.948099999999997</c:v>
                </c:pt>
                <c:pt idx="472">
                  <c:v>68.788799999999995</c:v>
                </c:pt>
                <c:pt idx="473">
                  <c:v>70.860299999999995</c:v>
                </c:pt>
                <c:pt idx="474">
                  <c:v>72.486800000000002</c:v>
                </c:pt>
                <c:pt idx="475">
                  <c:v>73.402199999999993</c:v>
                </c:pt>
                <c:pt idx="476">
                  <c:v>73.928299999999993</c:v>
                </c:pt>
                <c:pt idx="477">
                  <c:v>74.202299999999994</c:v>
                </c:pt>
                <c:pt idx="478">
                  <c:v>73.864800000000002</c:v>
                </c:pt>
                <c:pt idx="479">
                  <c:v>73.1892</c:v>
                </c:pt>
                <c:pt idx="480">
                  <c:v>72.741</c:v>
                </c:pt>
                <c:pt idx="481">
                  <c:v>72.177000000000007</c:v>
                </c:pt>
                <c:pt idx="482">
                  <c:v>71.1935</c:v>
                </c:pt>
                <c:pt idx="483">
                  <c:v>70.024699999999996</c:v>
                </c:pt>
                <c:pt idx="484">
                  <c:v>68.618799999999993</c:v>
                </c:pt>
                <c:pt idx="485">
                  <c:v>66.921700000000001</c:v>
                </c:pt>
                <c:pt idx="486">
                  <c:v>65.273399999999995</c:v>
                </c:pt>
                <c:pt idx="487">
                  <c:v>64.0227</c:v>
                </c:pt>
                <c:pt idx="488">
                  <c:v>62.731400000000001</c:v>
                </c:pt>
                <c:pt idx="489">
                  <c:v>61.134099999999997</c:v>
                </c:pt>
                <c:pt idx="490">
                  <c:v>59.497300000000003</c:v>
                </c:pt>
                <c:pt idx="491">
                  <c:v>58.466799999999999</c:v>
                </c:pt>
                <c:pt idx="492">
                  <c:v>57.8872</c:v>
                </c:pt>
                <c:pt idx="493">
                  <c:v>57.380400000000002</c:v>
                </c:pt>
                <c:pt idx="494">
                  <c:v>57.141500000000001</c:v>
                </c:pt>
                <c:pt idx="495">
                  <c:v>56.914999999999999</c:v>
                </c:pt>
                <c:pt idx="496">
                  <c:v>57.320500000000003</c:v>
                </c:pt>
                <c:pt idx="497">
                  <c:v>57.933999999999997</c:v>
                </c:pt>
                <c:pt idx="498">
                  <c:v>57.972000000000001</c:v>
                </c:pt>
                <c:pt idx="499">
                  <c:v>58.276800000000001</c:v>
                </c:pt>
                <c:pt idx="500">
                  <c:v>59.112299999999998</c:v>
                </c:pt>
                <c:pt idx="501">
                  <c:v>60.194800000000001</c:v>
                </c:pt>
                <c:pt idx="502">
                  <c:v>61.4758</c:v>
                </c:pt>
                <c:pt idx="503">
                  <c:v>63.354399999999998</c:v>
                </c:pt>
                <c:pt idx="504">
                  <c:v>65.538899999999998</c:v>
                </c:pt>
                <c:pt idx="505">
                  <c:v>67.807500000000005</c:v>
                </c:pt>
                <c:pt idx="506">
                  <c:v>70.685400000000001</c:v>
                </c:pt>
                <c:pt idx="507">
                  <c:v>74.442800000000005</c:v>
                </c:pt>
                <c:pt idx="508">
                  <c:v>78.781899999999993</c:v>
                </c:pt>
                <c:pt idx="509">
                  <c:v>83.817999999999998</c:v>
                </c:pt>
                <c:pt idx="510">
                  <c:v>89.866299999999995</c:v>
                </c:pt>
                <c:pt idx="511">
                  <c:v>97.044600000000003</c:v>
                </c:pt>
                <c:pt idx="512">
                  <c:v>104.965</c:v>
                </c:pt>
                <c:pt idx="513">
                  <c:v>113.687</c:v>
                </c:pt>
                <c:pt idx="514">
                  <c:v>123.56699999999999</c:v>
                </c:pt>
                <c:pt idx="515">
                  <c:v>133.797</c:v>
                </c:pt>
                <c:pt idx="516">
                  <c:v>144.08699999999999</c:v>
                </c:pt>
                <c:pt idx="517">
                  <c:v>154.696</c:v>
                </c:pt>
                <c:pt idx="518">
                  <c:v>164.53299999999999</c:v>
                </c:pt>
                <c:pt idx="519">
                  <c:v>172.846</c:v>
                </c:pt>
                <c:pt idx="520">
                  <c:v>179.42699999999999</c:v>
                </c:pt>
                <c:pt idx="521">
                  <c:v>184.35</c:v>
                </c:pt>
                <c:pt idx="522">
                  <c:v>187.95500000000001</c:v>
                </c:pt>
                <c:pt idx="523">
                  <c:v>190.56</c:v>
                </c:pt>
                <c:pt idx="524">
                  <c:v>191.637</c:v>
                </c:pt>
                <c:pt idx="525">
                  <c:v>191.322</c:v>
                </c:pt>
                <c:pt idx="526">
                  <c:v>190.465</c:v>
                </c:pt>
                <c:pt idx="527">
                  <c:v>189.35599999999999</c:v>
                </c:pt>
                <c:pt idx="528">
                  <c:v>188.16200000000001</c:v>
                </c:pt>
                <c:pt idx="529">
                  <c:v>187.24799999999999</c:v>
                </c:pt>
                <c:pt idx="530">
                  <c:v>186.774</c:v>
                </c:pt>
                <c:pt idx="531">
                  <c:v>186.35300000000001</c:v>
                </c:pt>
                <c:pt idx="532">
                  <c:v>185.97900000000001</c:v>
                </c:pt>
                <c:pt idx="533">
                  <c:v>185.31100000000001</c:v>
                </c:pt>
                <c:pt idx="534">
                  <c:v>183.76</c:v>
                </c:pt>
                <c:pt idx="535">
                  <c:v>181.40299999999999</c:v>
                </c:pt>
                <c:pt idx="536">
                  <c:v>178.53200000000001</c:v>
                </c:pt>
                <c:pt idx="537">
                  <c:v>174.79599999999999</c:v>
                </c:pt>
                <c:pt idx="538">
                  <c:v>170.24600000000001</c:v>
                </c:pt>
                <c:pt idx="539">
                  <c:v>164.792</c:v>
                </c:pt>
                <c:pt idx="540">
                  <c:v>158.44800000000001</c:v>
                </c:pt>
                <c:pt idx="541">
                  <c:v>151.84299999999999</c:v>
                </c:pt>
                <c:pt idx="542">
                  <c:v>145.38399999999999</c:v>
                </c:pt>
                <c:pt idx="543">
                  <c:v>138.81100000000001</c:v>
                </c:pt>
                <c:pt idx="544">
                  <c:v>131.964</c:v>
                </c:pt>
                <c:pt idx="545">
                  <c:v>125.301</c:v>
                </c:pt>
                <c:pt idx="546">
                  <c:v>119.334</c:v>
                </c:pt>
                <c:pt idx="547">
                  <c:v>113.535</c:v>
                </c:pt>
                <c:pt idx="548">
                  <c:v>108</c:v>
                </c:pt>
                <c:pt idx="549">
                  <c:v>103.11199999999999</c:v>
                </c:pt>
                <c:pt idx="550">
                  <c:v>98.451599999999999</c:v>
                </c:pt>
                <c:pt idx="551">
                  <c:v>93.803700000000006</c:v>
                </c:pt>
                <c:pt idx="552">
                  <c:v>89.787499999999994</c:v>
                </c:pt>
                <c:pt idx="553">
                  <c:v>86.277699999999996</c:v>
                </c:pt>
                <c:pt idx="554">
                  <c:v>83.613100000000003</c:v>
                </c:pt>
                <c:pt idx="555">
                  <c:v>81.322400000000002</c:v>
                </c:pt>
                <c:pt idx="556">
                  <c:v>78.890699999999995</c:v>
                </c:pt>
                <c:pt idx="557">
                  <c:v>76.450100000000006</c:v>
                </c:pt>
                <c:pt idx="558">
                  <c:v>74.440100000000001</c:v>
                </c:pt>
                <c:pt idx="559">
                  <c:v>73.334100000000007</c:v>
                </c:pt>
                <c:pt idx="560">
                  <c:v>72.378500000000003</c:v>
                </c:pt>
                <c:pt idx="561">
                  <c:v>71.747600000000006</c:v>
                </c:pt>
                <c:pt idx="562">
                  <c:v>71.819999999999993</c:v>
                </c:pt>
                <c:pt idx="563">
                  <c:v>72.1798</c:v>
                </c:pt>
                <c:pt idx="564">
                  <c:v>72.887</c:v>
                </c:pt>
                <c:pt idx="565">
                  <c:v>73.5916</c:v>
                </c:pt>
                <c:pt idx="566">
                  <c:v>74.409400000000005</c:v>
                </c:pt>
                <c:pt idx="567">
                  <c:v>75.696100000000001</c:v>
                </c:pt>
                <c:pt idx="568">
                  <c:v>77.110200000000006</c:v>
                </c:pt>
                <c:pt idx="569">
                  <c:v>78.616900000000001</c:v>
                </c:pt>
                <c:pt idx="570">
                  <c:v>80.656599999999997</c:v>
                </c:pt>
                <c:pt idx="571">
                  <c:v>83.037700000000001</c:v>
                </c:pt>
                <c:pt idx="572">
                  <c:v>85.835099999999997</c:v>
                </c:pt>
                <c:pt idx="573">
                  <c:v>88.876300000000001</c:v>
                </c:pt>
                <c:pt idx="574">
                  <c:v>92.022400000000005</c:v>
                </c:pt>
                <c:pt idx="575">
                  <c:v>95.486400000000003</c:v>
                </c:pt>
                <c:pt idx="576">
                  <c:v>98.936499999999995</c:v>
                </c:pt>
                <c:pt idx="577">
                  <c:v>102.961</c:v>
                </c:pt>
                <c:pt idx="578">
                  <c:v>107.455</c:v>
                </c:pt>
                <c:pt idx="579">
                  <c:v>112.18300000000001</c:v>
                </c:pt>
                <c:pt idx="580">
                  <c:v>117.22799999999999</c:v>
                </c:pt>
                <c:pt idx="581">
                  <c:v>122.43300000000001</c:v>
                </c:pt>
                <c:pt idx="582">
                  <c:v>128.054</c:v>
                </c:pt>
                <c:pt idx="583">
                  <c:v>133.65799999999999</c:v>
                </c:pt>
                <c:pt idx="584">
                  <c:v>139.15600000000001</c:v>
                </c:pt>
                <c:pt idx="585">
                  <c:v>144.58099999999999</c:v>
                </c:pt>
                <c:pt idx="586">
                  <c:v>149.50399999999999</c:v>
                </c:pt>
                <c:pt idx="587">
                  <c:v>153.84200000000001</c:v>
                </c:pt>
                <c:pt idx="588">
                  <c:v>157.589</c:v>
                </c:pt>
                <c:pt idx="589">
                  <c:v>160.774</c:v>
                </c:pt>
                <c:pt idx="590">
                  <c:v>163.494</c:v>
                </c:pt>
                <c:pt idx="591">
                  <c:v>164.93</c:v>
                </c:pt>
                <c:pt idx="592">
                  <c:v>164.68600000000001</c:v>
                </c:pt>
                <c:pt idx="593">
                  <c:v>163.547</c:v>
                </c:pt>
                <c:pt idx="594">
                  <c:v>161.351</c:v>
                </c:pt>
                <c:pt idx="595">
                  <c:v>157.58000000000001</c:v>
                </c:pt>
                <c:pt idx="596">
                  <c:v>152.82499999999999</c:v>
                </c:pt>
                <c:pt idx="597">
                  <c:v>147.465</c:v>
                </c:pt>
                <c:pt idx="598">
                  <c:v>141.34299999999999</c:v>
                </c:pt>
                <c:pt idx="599">
                  <c:v>135.13399999999999</c:v>
                </c:pt>
                <c:pt idx="600">
                  <c:v>129.071</c:v>
                </c:pt>
                <c:pt idx="601">
                  <c:v>122.718</c:v>
                </c:pt>
                <c:pt idx="602">
                  <c:v>115.982</c:v>
                </c:pt>
                <c:pt idx="603">
                  <c:v>109.346</c:v>
                </c:pt>
                <c:pt idx="604">
                  <c:v>103.03400000000001</c:v>
                </c:pt>
                <c:pt idx="605">
                  <c:v>97.087800000000001</c:v>
                </c:pt>
                <c:pt idx="606">
                  <c:v>91.233000000000004</c:v>
                </c:pt>
                <c:pt idx="607">
                  <c:v>86.115799999999993</c:v>
                </c:pt>
                <c:pt idx="608">
                  <c:v>81.334199999999996</c:v>
                </c:pt>
                <c:pt idx="609">
                  <c:v>76.703000000000003</c:v>
                </c:pt>
                <c:pt idx="610">
                  <c:v>72.774199999999993</c:v>
                </c:pt>
                <c:pt idx="611">
                  <c:v>69.28</c:v>
                </c:pt>
                <c:pt idx="612">
                  <c:v>65.997100000000003</c:v>
                </c:pt>
                <c:pt idx="613">
                  <c:v>62.706600000000002</c:v>
                </c:pt>
                <c:pt idx="614">
                  <c:v>59.506700000000002</c:v>
                </c:pt>
                <c:pt idx="615">
                  <c:v>56.8904</c:v>
                </c:pt>
                <c:pt idx="616">
                  <c:v>54.574100000000001</c:v>
                </c:pt>
                <c:pt idx="617">
                  <c:v>52.685299999999998</c:v>
                </c:pt>
                <c:pt idx="618">
                  <c:v>50.940600000000003</c:v>
                </c:pt>
                <c:pt idx="619">
                  <c:v>49.582299999999996</c:v>
                </c:pt>
                <c:pt idx="620">
                  <c:v>48.6098</c:v>
                </c:pt>
                <c:pt idx="621">
                  <c:v>47.524299999999997</c:v>
                </c:pt>
                <c:pt idx="622">
                  <c:v>46.287799999999997</c:v>
                </c:pt>
                <c:pt idx="623">
                  <c:v>45.215400000000002</c:v>
                </c:pt>
                <c:pt idx="624">
                  <c:v>44.500300000000003</c:v>
                </c:pt>
                <c:pt idx="625">
                  <c:v>44.107999999999997</c:v>
                </c:pt>
                <c:pt idx="626">
                  <c:v>43.7271</c:v>
                </c:pt>
                <c:pt idx="627">
                  <c:v>43.421900000000001</c:v>
                </c:pt>
                <c:pt idx="628">
                  <c:v>43.6755</c:v>
                </c:pt>
                <c:pt idx="629">
                  <c:v>44.182600000000001</c:v>
                </c:pt>
                <c:pt idx="630">
                  <c:v>44.658499999999997</c:v>
                </c:pt>
                <c:pt idx="631">
                  <c:v>44.786299999999997</c:v>
                </c:pt>
                <c:pt idx="632">
                  <c:v>45.179600000000001</c:v>
                </c:pt>
                <c:pt idx="633">
                  <c:v>46.020600000000002</c:v>
                </c:pt>
                <c:pt idx="634">
                  <c:v>47.024500000000003</c:v>
                </c:pt>
                <c:pt idx="635">
                  <c:v>47.914000000000001</c:v>
                </c:pt>
                <c:pt idx="636">
                  <c:v>48.777799999999999</c:v>
                </c:pt>
                <c:pt idx="637">
                  <c:v>50.176600000000001</c:v>
                </c:pt>
                <c:pt idx="638">
                  <c:v>52.144199999999998</c:v>
                </c:pt>
                <c:pt idx="639">
                  <c:v>53.699199999999998</c:v>
                </c:pt>
                <c:pt idx="640">
                  <c:v>55.273400000000002</c:v>
                </c:pt>
                <c:pt idx="641">
                  <c:v>56.889099999999999</c:v>
                </c:pt>
                <c:pt idx="642">
                  <c:v>58.332500000000003</c:v>
                </c:pt>
                <c:pt idx="643">
                  <c:v>59.869599999999998</c:v>
                </c:pt>
                <c:pt idx="644">
                  <c:v>61.371299999999998</c:v>
                </c:pt>
                <c:pt idx="645">
                  <c:v>62.748699999999999</c:v>
                </c:pt>
                <c:pt idx="646">
                  <c:v>63.976199999999999</c:v>
                </c:pt>
                <c:pt idx="647">
                  <c:v>65.166700000000006</c:v>
                </c:pt>
                <c:pt idx="648">
                  <c:v>65.647199999999998</c:v>
                </c:pt>
                <c:pt idx="649">
                  <c:v>65.687899999999999</c:v>
                </c:pt>
                <c:pt idx="650">
                  <c:v>65.053200000000004</c:v>
                </c:pt>
                <c:pt idx="651">
                  <c:v>63.678100000000001</c:v>
                </c:pt>
                <c:pt idx="652">
                  <c:v>62.270200000000003</c:v>
                </c:pt>
                <c:pt idx="653">
                  <c:v>60.275700000000001</c:v>
                </c:pt>
                <c:pt idx="654">
                  <c:v>58.528399999999998</c:v>
                </c:pt>
                <c:pt idx="655">
                  <c:v>56.964199999999998</c:v>
                </c:pt>
                <c:pt idx="656">
                  <c:v>54.720300000000002</c:v>
                </c:pt>
                <c:pt idx="657">
                  <c:v>52.459699999999998</c:v>
                </c:pt>
                <c:pt idx="658">
                  <c:v>50.331099999999999</c:v>
                </c:pt>
                <c:pt idx="659">
                  <c:v>48.276400000000002</c:v>
                </c:pt>
                <c:pt idx="660">
                  <c:v>45.912500000000001</c:v>
                </c:pt>
                <c:pt idx="661">
                  <c:v>43.453000000000003</c:v>
                </c:pt>
                <c:pt idx="662">
                  <c:v>41.246000000000002</c:v>
                </c:pt>
                <c:pt idx="663">
                  <c:v>38.904000000000003</c:v>
                </c:pt>
                <c:pt idx="664">
                  <c:v>36.930500000000002</c:v>
                </c:pt>
                <c:pt idx="665">
                  <c:v>35.238199999999999</c:v>
                </c:pt>
                <c:pt idx="666">
                  <c:v>33.434699999999999</c:v>
                </c:pt>
                <c:pt idx="667">
                  <c:v>31.781300000000002</c:v>
                </c:pt>
                <c:pt idx="668">
                  <c:v>29.986499999999999</c:v>
                </c:pt>
                <c:pt idx="669">
                  <c:v>28.514500000000002</c:v>
                </c:pt>
                <c:pt idx="670">
                  <c:v>27.5307</c:v>
                </c:pt>
                <c:pt idx="671">
                  <c:v>26.391500000000001</c:v>
                </c:pt>
                <c:pt idx="672">
                  <c:v>25.407299999999999</c:v>
                </c:pt>
                <c:pt idx="673">
                  <c:v>24.3904</c:v>
                </c:pt>
                <c:pt idx="674">
                  <c:v>23.407</c:v>
                </c:pt>
                <c:pt idx="675">
                  <c:v>22.4255</c:v>
                </c:pt>
                <c:pt idx="676">
                  <c:v>21.8447</c:v>
                </c:pt>
                <c:pt idx="677">
                  <c:v>21.6938</c:v>
                </c:pt>
                <c:pt idx="678">
                  <c:v>21.2011</c:v>
                </c:pt>
                <c:pt idx="679">
                  <c:v>20.397200000000002</c:v>
                </c:pt>
                <c:pt idx="680">
                  <c:v>19.454499999999999</c:v>
                </c:pt>
                <c:pt idx="681">
                  <c:v>18.8019</c:v>
                </c:pt>
                <c:pt idx="682">
                  <c:v>18.3872</c:v>
                </c:pt>
                <c:pt idx="683">
                  <c:v>17.501300000000001</c:v>
                </c:pt>
                <c:pt idx="684">
                  <c:v>17.1282</c:v>
                </c:pt>
                <c:pt idx="685">
                  <c:v>17.276800000000001</c:v>
                </c:pt>
                <c:pt idx="686">
                  <c:v>17.432500000000001</c:v>
                </c:pt>
                <c:pt idx="687">
                  <c:v>17.310099999999998</c:v>
                </c:pt>
                <c:pt idx="688">
                  <c:v>16.787500000000001</c:v>
                </c:pt>
                <c:pt idx="689">
                  <c:v>16.308499999999999</c:v>
                </c:pt>
                <c:pt idx="690">
                  <c:v>16.1721</c:v>
                </c:pt>
                <c:pt idx="691">
                  <c:v>15.899100000000001</c:v>
                </c:pt>
                <c:pt idx="692">
                  <c:v>15.552300000000001</c:v>
                </c:pt>
                <c:pt idx="693">
                  <c:v>15.300599999999999</c:v>
                </c:pt>
                <c:pt idx="694">
                  <c:v>15.221500000000001</c:v>
                </c:pt>
                <c:pt idx="695">
                  <c:v>14.9161</c:v>
                </c:pt>
                <c:pt idx="696">
                  <c:v>14.485300000000001</c:v>
                </c:pt>
                <c:pt idx="697">
                  <c:v>14.257300000000001</c:v>
                </c:pt>
                <c:pt idx="698">
                  <c:v>14.1084</c:v>
                </c:pt>
                <c:pt idx="699">
                  <c:v>14.038600000000001</c:v>
                </c:pt>
                <c:pt idx="700">
                  <c:v>13.9519</c:v>
                </c:pt>
                <c:pt idx="701">
                  <c:v>13.91</c:v>
                </c:pt>
                <c:pt idx="702">
                  <c:v>13.934100000000001</c:v>
                </c:pt>
                <c:pt idx="703">
                  <c:v>14.0306</c:v>
                </c:pt>
                <c:pt idx="704">
                  <c:v>14.143599999999999</c:v>
                </c:pt>
                <c:pt idx="705">
                  <c:v>14.0075</c:v>
                </c:pt>
                <c:pt idx="706">
                  <c:v>13.6472</c:v>
                </c:pt>
                <c:pt idx="707">
                  <c:v>13.744300000000001</c:v>
                </c:pt>
                <c:pt idx="708">
                  <c:v>13.690799999999999</c:v>
                </c:pt>
                <c:pt idx="709">
                  <c:v>13.644</c:v>
                </c:pt>
                <c:pt idx="710">
                  <c:v>13.7652</c:v>
                </c:pt>
                <c:pt idx="711">
                  <c:v>13.4015</c:v>
                </c:pt>
                <c:pt idx="712">
                  <c:v>13.2585</c:v>
                </c:pt>
                <c:pt idx="713">
                  <c:v>13.354200000000001</c:v>
                </c:pt>
                <c:pt idx="714">
                  <c:v>13.648</c:v>
                </c:pt>
                <c:pt idx="715">
                  <c:v>13.545199999999999</c:v>
                </c:pt>
                <c:pt idx="716">
                  <c:v>12.963900000000001</c:v>
                </c:pt>
                <c:pt idx="717">
                  <c:v>12.7095</c:v>
                </c:pt>
                <c:pt idx="718">
                  <c:v>12.684699999999999</c:v>
                </c:pt>
                <c:pt idx="719">
                  <c:v>13.0885</c:v>
                </c:pt>
                <c:pt idx="720">
                  <c:v>13.3969</c:v>
                </c:pt>
                <c:pt idx="721">
                  <c:v>13.510400000000001</c:v>
                </c:pt>
                <c:pt idx="722">
                  <c:v>13.4825</c:v>
                </c:pt>
                <c:pt idx="723">
                  <c:v>13.1616</c:v>
                </c:pt>
                <c:pt idx="724">
                  <c:v>12.6508</c:v>
                </c:pt>
                <c:pt idx="725">
                  <c:v>11.918900000000001</c:v>
                </c:pt>
                <c:pt idx="726">
                  <c:v>11.2804</c:v>
                </c:pt>
                <c:pt idx="727">
                  <c:v>10.7806</c:v>
                </c:pt>
                <c:pt idx="728">
                  <c:v>11.004</c:v>
                </c:pt>
                <c:pt idx="729">
                  <c:v>11.8634</c:v>
                </c:pt>
                <c:pt idx="730">
                  <c:v>12.4185</c:v>
                </c:pt>
                <c:pt idx="731">
                  <c:v>12.492599999999999</c:v>
                </c:pt>
                <c:pt idx="732">
                  <c:v>12.3164</c:v>
                </c:pt>
                <c:pt idx="733">
                  <c:v>11.984299999999999</c:v>
                </c:pt>
                <c:pt idx="734">
                  <c:v>11.765599999999999</c:v>
                </c:pt>
                <c:pt idx="735">
                  <c:v>11.811199999999999</c:v>
                </c:pt>
                <c:pt idx="736">
                  <c:v>11.901</c:v>
                </c:pt>
                <c:pt idx="737">
                  <c:v>11.860200000000001</c:v>
                </c:pt>
                <c:pt idx="738">
                  <c:v>11.9992</c:v>
                </c:pt>
                <c:pt idx="739">
                  <c:v>12.0396</c:v>
                </c:pt>
                <c:pt idx="740">
                  <c:v>12.218400000000001</c:v>
                </c:pt>
                <c:pt idx="741">
                  <c:v>12.334199999999999</c:v>
                </c:pt>
                <c:pt idx="742">
                  <c:v>12.162100000000001</c:v>
                </c:pt>
                <c:pt idx="743">
                  <c:v>11.8925</c:v>
                </c:pt>
                <c:pt idx="744">
                  <c:v>11.5481</c:v>
                </c:pt>
                <c:pt idx="745">
                  <c:v>11.372299999999999</c:v>
                </c:pt>
                <c:pt idx="746">
                  <c:v>11.6638</c:v>
                </c:pt>
                <c:pt idx="747">
                  <c:v>11.946400000000001</c:v>
                </c:pt>
                <c:pt idx="748">
                  <c:v>11.5707</c:v>
                </c:pt>
                <c:pt idx="749">
                  <c:v>11.297000000000001</c:v>
                </c:pt>
                <c:pt idx="750">
                  <c:v>11.546099999999999</c:v>
                </c:pt>
                <c:pt idx="751">
                  <c:v>11.932399999999999</c:v>
                </c:pt>
                <c:pt idx="752">
                  <c:v>11.942</c:v>
                </c:pt>
                <c:pt idx="753">
                  <c:v>11.3759</c:v>
                </c:pt>
                <c:pt idx="754">
                  <c:v>10.977399999999999</c:v>
                </c:pt>
                <c:pt idx="755">
                  <c:v>11.1869</c:v>
                </c:pt>
                <c:pt idx="756">
                  <c:v>11.4932</c:v>
                </c:pt>
                <c:pt idx="757">
                  <c:v>11.269299999999999</c:v>
                </c:pt>
                <c:pt idx="758">
                  <c:v>10.803000000000001</c:v>
                </c:pt>
                <c:pt idx="759">
                  <c:v>10.614000000000001</c:v>
                </c:pt>
                <c:pt idx="760">
                  <c:v>10.6075</c:v>
                </c:pt>
                <c:pt idx="761">
                  <c:v>10.522500000000001</c:v>
                </c:pt>
                <c:pt idx="762">
                  <c:v>10.5411</c:v>
                </c:pt>
                <c:pt idx="763">
                  <c:v>10.918799999999999</c:v>
                </c:pt>
                <c:pt idx="764">
                  <c:v>10.9443</c:v>
                </c:pt>
                <c:pt idx="765">
                  <c:v>10.786099999999999</c:v>
                </c:pt>
                <c:pt idx="766">
                  <c:v>10.5647</c:v>
                </c:pt>
                <c:pt idx="767">
                  <c:v>10.541700000000001</c:v>
                </c:pt>
                <c:pt idx="768">
                  <c:v>10.611700000000001</c:v>
                </c:pt>
                <c:pt idx="769">
                  <c:v>10.6043</c:v>
                </c:pt>
                <c:pt idx="770">
                  <c:v>10.8462</c:v>
                </c:pt>
                <c:pt idx="771">
                  <c:v>10.997400000000001</c:v>
                </c:pt>
                <c:pt idx="772">
                  <c:v>11.0505</c:v>
                </c:pt>
                <c:pt idx="773">
                  <c:v>10.788399999999999</c:v>
                </c:pt>
                <c:pt idx="774">
                  <c:v>10.585900000000001</c:v>
                </c:pt>
                <c:pt idx="775">
                  <c:v>10.5459</c:v>
                </c:pt>
                <c:pt idx="776">
                  <c:v>10.3207</c:v>
                </c:pt>
                <c:pt idx="777">
                  <c:v>10.163600000000001</c:v>
                </c:pt>
                <c:pt idx="778">
                  <c:v>10.150499999999999</c:v>
                </c:pt>
                <c:pt idx="779">
                  <c:v>10.2204</c:v>
                </c:pt>
                <c:pt idx="780">
                  <c:v>10.228899999999999</c:v>
                </c:pt>
                <c:pt idx="781">
                  <c:v>10.412800000000001</c:v>
                </c:pt>
                <c:pt idx="782">
                  <c:v>10.1851</c:v>
                </c:pt>
                <c:pt idx="783">
                  <c:v>9.7338900000000006</c:v>
                </c:pt>
                <c:pt idx="784">
                  <c:v>10.027100000000001</c:v>
                </c:pt>
                <c:pt idx="785">
                  <c:v>10.387600000000001</c:v>
                </c:pt>
                <c:pt idx="786">
                  <c:v>10.0457</c:v>
                </c:pt>
                <c:pt idx="787">
                  <c:v>10.015000000000001</c:v>
                </c:pt>
                <c:pt idx="788">
                  <c:v>10.3126</c:v>
                </c:pt>
                <c:pt idx="789">
                  <c:v>10.44</c:v>
                </c:pt>
                <c:pt idx="790">
                  <c:v>10.686500000000001</c:v>
                </c:pt>
                <c:pt idx="791">
                  <c:v>10.5901</c:v>
                </c:pt>
                <c:pt idx="792">
                  <c:v>10.5634</c:v>
                </c:pt>
                <c:pt idx="793">
                  <c:v>10.6007</c:v>
                </c:pt>
                <c:pt idx="794">
                  <c:v>10.802899999999999</c:v>
                </c:pt>
                <c:pt idx="795">
                  <c:v>10.9383</c:v>
                </c:pt>
                <c:pt idx="796">
                  <c:v>10.5939</c:v>
                </c:pt>
                <c:pt idx="797">
                  <c:v>10.5532</c:v>
                </c:pt>
                <c:pt idx="798">
                  <c:v>10.475899999999999</c:v>
                </c:pt>
                <c:pt idx="799">
                  <c:v>10.084</c:v>
                </c:pt>
                <c:pt idx="800">
                  <c:v>9.8329500000000003</c:v>
                </c:pt>
                <c:pt idx="801">
                  <c:v>10.077400000000001</c:v>
                </c:pt>
                <c:pt idx="802">
                  <c:v>10.4354</c:v>
                </c:pt>
                <c:pt idx="803">
                  <c:v>10.457100000000001</c:v>
                </c:pt>
                <c:pt idx="804">
                  <c:v>10.3643</c:v>
                </c:pt>
                <c:pt idx="805">
                  <c:v>10.2379</c:v>
                </c:pt>
                <c:pt idx="806">
                  <c:v>10.061</c:v>
                </c:pt>
                <c:pt idx="807">
                  <c:v>9.8705599999999993</c:v>
                </c:pt>
                <c:pt idx="808">
                  <c:v>9.9116400000000002</c:v>
                </c:pt>
                <c:pt idx="809">
                  <c:v>9.9860900000000008</c:v>
                </c:pt>
                <c:pt idx="810">
                  <c:v>10.010199999999999</c:v>
                </c:pt>
                <c:pt idx="811">
                  <c:v>10.108000000000001</c:v>
                </c:pt>
                <c:pt idx="812">
                  <c:v>10.0016</c:v>
                </c:pt>
                <c:pt idx="813">
                  <c:v>10.172499999999999</c:v>
                </c:pt>
                <c:pt idx="814">
                  <c:v>10.427</c:v>
                </c:pt>
                <c:pt idx="815">
                  <c:v>10.2919</c:v>
                </c:pt>
                <c:pt idx="816">
                  <c:v>10.195499999999999</c:v>
                </c:pt>
                <c:pt idx="817">
                  <c:v>10.440799999999999</c:v>
                </c:pt>
                <c:pt idx="818">
                  <c:v>10.4305</c:v>
                </c:pt>
                <c:pt idx="819">
                  <c:v>10.299099999999999</c:v>
                </c:pt>
                <c:pt idx="820">
                  <c:v>10.1616</c:v>
                </c:pt>
                <c:pt idx="821">
                  <c:v>9.9387899999999991</c:v>
                </c:pt>
                <c:pt idx="822">
                  <c:v>9.7097200000000008</c:v>
                </c:pt>
                <c:pt idx="823">
                  <c:v>9.3665099999999999</c:v>
                </c:pt>
                <c:pt idx="824">
                  <c:v>9.4287299999999998</c:v>
                </c:pt>
                <c:pt idx="825">
                  <c:v>9.6386299999999991</c:v>
                </c:pt>
                <c:pt idx="826">
                  <c:v>9.8432999999999993</c:v>
                </c:pt>
                <c:pt idx="827">
                  <c:v>9.8723299999999998</c:v>
                </c:pt>
                <c:pt idx="828">
                  <c:v>10.2615</c:v>
                </c:pt>
                <c:pt idx="829">
                  <c:v>10.4435</c:v>
                </c:pt>
                <c:pt idx="830">
                  <c:v>10.030799999999999</c:v>
                </c:pt>
                <c:pt idx="831">
                  <c:v>9.8063199999999995</c:v>
                </c:pt>
                <c:pt idx="832">
                  <c:v>9.7513699999999996</c:v>
                </c:pt>
                <c:pt idx="833">
                  <c:v>9.6602399999999999</c:v>
                </c:pt>
                <c:pt idx="834">
                  <c:v>9.5873799999999996</c:v>
                </c:pt>
                <c:pt idx="835">
                  <c:v>9.6576000000000004</c:v>
                </c:pt>
                <c:pt idx="836">
                  <c:v>9.8378700000000006</c:v>
                </c:pt>
                <c:pt idx="837">
                  <c:v>9.9570000000000007</c:v>
                </c:pt>
                <c:pt idx="838">
                  <c:v>9.8631100000000007</c:v>
                </c:pt>
                <c:pt idx="839">
                  <c:v>10.073</c:v>
                </c:pt>
                <c:pt idx="840">
                  <c:v>10.355600000000001</c:v>
                </c:pt>
                <c:pt idx="841">
                  <c:v>10.3193</c:v>
                </c:pt>
                <c:pt idx="842">
                  <c:v>9.9335900000000006</c:v>
                </c:pt>
                <c:pt idx="843">
                  <c:v>9.5672899999999998</c:v>
                </c:pt>
                <c:pt idx="844">
                  <c:v>9.4177700000000009</c:v>
                </c:pt>
                <c:pt idx="845">
                  <c:v>9.6049500000000005</c:v>
                </c:pt>
                <c:pt idx="846">
                  <c:v>9.7145700000000001</c:v>
                </c:pt>
                <c:pt idx="847">
                  <c:v>9.9332399999999996</c:v>
                </c:pt>
                <c:pt idx="848">
                  <c:v>10.480499999999999</c:v>
                </c:pt>
                <c:pt idx="849">
                  <c:v>10.7117</c:v>
                </c:pt>
                <c:pt idx="850">
                  <c:v>10.5557</c:v>
                </c:pt>
                <c:pt idx="851">
                  <c:v>10.2492</c:v>
                </c:pt>
                <c:pt idx="852">
                  <c:v>9.95913</c:v>
                </c:pt>
                <c:pt idx="853">
                  <c:v>9.7036200000000008</c:v>
                </c:pt>
                <c:pt idx="854">
                  <c:v>9.6486499999999999</c:v>
                </c:pt>
                <c:pt idx="855">
                  <c:v>9.7656299999999998</c:v>
                </c:pt>
                <c:pt idx="856">
                  <c:v>9.9559899999999999</c:v>
                </c:pt>
                <c:pt idx="857">
                  <c:v>10.0435</c:v>
                </c:pt>
                <c:pt idx="858">
                  <c:v>10.027200000000001</c:v>
                </c:pt>
                <c:pt idx="859">
                  <c:v>10.0464</c:v>
                </c:pt>
                <c:pt idx="860">
                  <c:v>10.051299999999999</c:v>
                </c:pt>
                <c:pt idx="861">
                  <c:v>10.1389</c:v>
                </c:pt>
                <c:pt idx="862">
                  <c:v>10.255599999999999</c:v>
                </c:pt>
                <c:pt idx="863">
                  <c:v>10.351599999999999</c:v>
                </c:pt>
                <c:pt idx="864">
                  <c:v>10.291700000000001</c:v>
                </c:pt>
                <c:pt idx="865">
                  <c:v>10.196199999999999</c:v>
                </c:pt>
                <c:pt idx="866">
                  <c:v>9.8154800000000009</c:v>
                </c:pt>
                <c:pt idx="867">
                  <c:v>9.7430500000000002</c:v>
                </c:pt>
                <c:pt idx="868">
                  <c:v>10.2676</c:v>
                </c:pt>
                <c:pt idx="869">
                  <c:v>10.346299999999999</c:v>
                </c:pt>
                <c:pt idx="870">
                  <c:v>10.071400000000001</c:v>
                </c:pt>
                <c:pt idx="871">
                  <c:v>9.97898</c:v>
                </c:pt>
                <c:pt idx="872">
                  <c:v>10.056800000000001</c:v>
                </c:pt>
                <c:pt idx="873">
                  <c:v>10.155200000000001</c:v>
                </c:pt>
                <c:pt idx="874">
                  <c:v>10.3858</c:v>
                </c:pt>
                <c:pt idx="875">
                  <c:v>10.283899999999999</c:v>
                </c:pt>
                <c:pt idx="876">
                  <c:v>9.9083400000000008</c:v>
                </c:pt>
                <c:pt idx="877">
                  <c:v>9.82728</c:v>
                </c:pt>
                <c:pt idx="878">
                  <c:v>9.7488700000000001</c:v>
                </c:pt>
                <c:pt idx="879">
                  <c:v>9.7546400000000002</c:v>
                </c:pt>
                <c:pt idx="880">
                  <c:v>9.8987300000000005</c:v>
                </c:pt>
                <c:pt idx="881">
                  <c:v>10.089700000000001</c:v>
                </c:pt>
                <c:pt idx="882">
                  <c:v>10.122199999999999</c:v>
                </c:pt>
                <c:pt idx="883">
                  <c:v>9.9796200000000006</c:v>
                </c:pt>
                <c:pt idx="884">
                  <c:v>10.0037</c:v>
                </c:pt>
                <c:pt idx="885">
                  <c:v>9.9810700000000008</c:v>
                </c:pt>
                <c:pt idx="886">
                  <c:v>9.8492599999999992</c:v>
                </c:pt>
                <c:pt idx="887">
                  <c:v>10.030900000000001</c:v>
                </c:pt>
                <c:pt idx="888">
                  <c:v>10.361000000000001</c:v>
                </c:pt>
                <c:pt idx="889">
                  <c:v>10.294</c:v>
                </c:pt>
                <c:pt idx="890">
                  <c:v>10.0025</c:v>
                </c:pt>
                <c:pt idx="891">
                  <c:v>10.337400000000001</c:v>
                </c:pt>
                <c:pt idx="892">
                  <c:v>10.5222</c:v>
                </c:pt>
                <c:pt idx="893">
                  <c:v>10.208299999999999</c:v>
                </c:pt>
                <c:pt idx="894">
                  <c:v>9.9638299999999997</c:v>
                </c:pt>
                <c:pt idx="895">
                  <c:v>9.8221799999999995</c:v>
                </c:pt>
                <c:pt idx="896">
                  <c:v>10.0169</c:v>
                </c:pt>
                <c:pt idx="897">
                  <c:v>10.141299999999999</c:v>
                </c:pt>
                <c:pt idx="898">
                  <c:v>9.9341799999999996</c:v>
                </c:pt>
                <c:pt idx="899">
                  <c:v>9.7079000000000004</c:v>
                </c:pt>
                <c:pt idx="900">
                  <c:v>9.5390099999999993</c:v>
                </c:pt>
                <c:pt idx="901">
                  <c:v>9.7043700000000008</c:v>
                </c:pt>
                <c:pt idx="902">
                  <c:v>9.7228200000000005</c:v>
                </c:pt>
                <c:pt idx="903">
                  <c:v>9.5544799999999999</c:v>
                </c:pt>
                <c:pt idx="904">
                  <c:v>9.7307699999999997</c:v>
                </c:pt>
                <c:pt idx="905">
                  <c:v>10.1919</c:v>
                </c:pt>
                <c:pt idx="906">
                  <c:v>10.420299999999999</c:v>
                </c:pt>
                <c:pt idx="907">
                  <c:v>10.3598</c:v>
                </c:pt>
                <c:pt idx="908">
                  <c:v>10.253299999999999</c:v>
                </c:pt>
                <c:pt idx="909">
                  <c:v>10.138500000000001</c:v>
                </c:pt>
                <c:pt idx="910">
                  <c:v>10.304</c:v>
                </c:pt>
                <c:pt idx="911">
                  <c:v>10.651300000000001</c:v>
                </c:pt>
                <c:pt idx="912">
                  <c:v>10.6454</c:v>
                </c:pt>
                <c:pt idx="913">
                  <c:v>9.99709</c:v>
                </c:pt>
                <c:pt idx="914">
                  <c:v>9.5883000000000003</c:v>
                </c:pt>
                <c:pt idx="915">
                  <c:v>9.5410900000000005</c:v>
                </c:pt>
                <c:pt idx="916">
                  <c:v>9.5869800000000005</c:v>
                </c:pt>
                <c:pt idx="917">
                  <c:v>9.7314000000000007</c:v>
                </c:pt>
                <c:pt idx="918">
                  <c:v>9.7811000000000003</c:v>
                </c:pt>
                <c:pt idx="919">
                  <c:v>9.5889699999999998</c:v>
                </c:pt>
                <c:pt idx="920">
                  <c:v>9.6323799999999995</c:v>
                </c:pt>
                <c:pt idx="921">
                  <c:v>10.0678</c:v>
                </c:pt>
                <c:pt idx="922">
                  <c:v>10.2864</c:v>
                </c:pt>
                <c:pt idx="923">
                  <c:v>10.1149</c:v>
                </c:pt>
                <c:pt idx="924">
                  <c:v>10.1477</c:v>
                </c:pt>
                <c:pt idx="925">
                  <c:v>10.4725</c:v>
                </c:pt>
                <c:pt idx="926">
                  <c:v>10.6149</c:v>
                </c:pt>
                <c:pt idx="927">
                  <c:v>10.2126</c:v>
                </c:pt>
                <c:pt idx="928">
                  <c:v>10.182</c:v>
                </c:pt>
                <c:pt idx="929">
                  <c:v>10.4459</c:v>
                </c:pt>
                <c:pt idx="930">
                  <c:v>10.9514</c:v>
                </c:pt>
                <c:pt idx="931">
                  <c:v>11.2585</c:v>
                </c:pt>
                <c:pt idx="932">
                  <c:v>11.0792</c:v>
                </c:pt>
                <c:pt idx="933">
                  <c:v>10.889200000000001</c:v>
                </c:pt>
                <c:pt idx="934">
                  <c:v>10.8917</c:v>
                </c:pt>
                <c:pt idx="935">
                  <c:v>10.673999999999999</c:v>
                </c:pt>
                <c:pt idx="936">
                  <c:v>10.739000000000001</c:v>
                </c:pt>
                <c:pt idx="937">
                  <c:v>10.6883</c:v>
                </c:pt>
                <c:pt idx="938">
                  <c:v>10.303100000000001</c:v>
                </c:pt>
                <c:pt idx="939">
                  <c:v>9.9191900000000004</c:v>
                </c:pt>
                <c:pt idx="940">
                  <c:v>9.7794100000000004</c:v>
                </c:pt>
                <c:pt idx="941">
                  <c:v>9.7808200000000003</c:v>
                </c:pt>
                <c:pt idx="942">
                  <c:v>9.7644000000000002</c:v>
                </c:pt>
                <c:pt idx="943">
                  <c:v>9.4723400000000009</c:v>
                </c:pt>
                <c:pt idx="944">
                  <c:v>9.3446400000000001</c:v>
                </c:pt>
                <c:pt idx="945">
                  <c:v>9.7084299999999999</c:v>
                </c:pt>
                <c:pt idx="946">
                  <c:v>9.4805200000000003</c:v>
                </c:pt>
                <c:pt idx="947">
                  <c:v>9.2690999999999999</c:v>
                </c:pt>
                <c:pt idx="948">
                  <c:v>9.5110799999999998</c:v>
                </c:pt>
                <c:pt idx="949">
                  <c:v>10.054399999999999</c:v>
                </c:pt>
                <c:pt idx="950">
                  <c:v>10.276999999999999</c:v>
                </c:pt>
                <c:pt idx="951">
                  <c:v>9.9196200000000001</c:v>
                </c:pt>
                <c:pt idx="952">
                  <c:v>9.32606</c:v>
                </c:pt>
                <c:pt idx="953">
                  <c:v>9.2504200000000001</c:v>
                </c:pt>
                <c:pt idx="954">
                  <c:v>9.5473300000000005</c:v>
                </c:pt>
                <c:pt idx="955">
                  <c:v>9.8407099999999996</c:v>
                </c:pt>
                <c:pt idx="956">
                  <c:v>10.074299999999999</c:v>
                </c:pt>
                <c:pt idx="957">
                  <c:v>10.048</c:v>
                </c:pt>
                <c:pt idx="958">
                  <c:v>9.9392899999999997</c:v>
                </c:pt>
                <c:pt idx="959">
                  <c:v>9.8390000000000004</c:v>
                </c:pt>
                <c:pt idx="960">
                  <c:v>9.9281299999999995</c:v>
                </c:pt>
                <c:pt idx="961">
                  <c:v>10.1839</c:v>
                </c:pt>
                <c:pt idx="962">
                  <c:v>10.3622</c:v>
                </c:pt>
                <c:pt idx="963">
                  <c:v>10.0335</c:v>
                </c:pt>
                <c:pt idx="964">
                  <c:v>9.8374400000000009</c:v>
                </c:pt>
                <c:pt idx="965">
                  <c:v>10.254899999999999</c:v>
                </c:pt>
                <c:pt idx="966">
                  <c:v>10.5025</c:v>
                </c:pt>
                <c:pt idx="967">
                  <c:v>10.4451</c:v>
                </c:pt>
                <c:pt idx="968">
                  <c:v>10.360900000000001</c:v>
                </c:pt>
                <c:pt idx="969">
                  <c:v>10.642200000000001</c:v>
                </c:pt>
                <c:pt idx="970">
                  <c:v>10.8184</c:v>
                </c:pt>
                <c:pt idx="971">
                  <c:v>10.8155</c:v>
                </c:pt>
                <c:pt idx="972">
                  <c:v>11.0984</c:v>
                </c:pt>
                <c:pt idx="973">
                  <c:v>11.472099999999999</c:v>
                </c:pt>
                <c:pt idx="974">
                  <c:v>12.115600000000001</c:v>
                </c:pt>
                <c:pt idx="975">
                  <c:v>12.7843</c:v>
                </c:pt>
                <c:pt idx="976">
                  <c:v>12.9284</c:v>
                </c:pt>
                <c:pt idx="977">
                  <c:v>13.069699999999999</c:v>
                </c:pt>
                <c:pt idx="978">
                  <c:v>13.235099999999999</c:v>
                </c:pt>
                <c:pt idx="979">
                  <c:v>13.7155</c:v>
                </c:pt>
                <c:pt idx="980">
                  <c:v>14.6785</c:v>
                </c:pt>
                <c:pt idx="981">
                  <c:v>15.900399999999999</c:v>
                </c:pt>
                <c:pt idx="982">
                  <c:v>17.193999999999999</c:v>
                </c:pt>
                <c:pt idx="983">
                  <c:v>18.112200000000001</c:v>
                </c:pt>
                <c:pt idx="984">
                  <c:v>18.741</c:v>
                </c:pt>
                <c:pt idx="985">
                  <c:v>19.3886</c:v>
                </c:pt>
                <c:pt idx="986">
                  <c:v>20.292400000000001</c:v>
                </c:pt>
                <c:pt idx="987">
                  <c:v>21.279199999999999</c:v>
                </c:pt>
                <c:pt idx="988">
                  <c:v>21.835899999999999</c:v>
                </c:pt>
                <c:pt idx="989">
                  <c:v>21.9026</c:v>
                </c:pt>
                <c:pt idx="990">
                  <c:v>21.670500000000001</c:v>
                </c:pt>
                <c:pt idx="991">
                  <c:v>21.055700000000002</c:v>
                </c:pt>
                <c:pt idx="992">
                  <c:v>20.279599999999999</c:v>
                </c:pt>
                <c:pt idx="993">
                  <c:v>19.562899999999999</c:v>
                </c:pt>
                <c:pt idx="994">
                  <c:v>18.625399999999999</c:v>
                </c:pt>
                <c:pt idx="995">
                  <c:v>17.542200000000001</c:v>
                </c:pt>
                <c:pt idx="996">
                  <c:v>16.350999999999999</c:v>
                </c:pt>
                <c:pt idx="997">
                  <c:v>15.261100000000001</c:v>
                </c:pt>
                <c:pt idx="998">
                  <c:v>14.3649</c:v>
                </c:pt>
                <c:pt idx="999">
                  <c:v>13.754300000000001</c:v>
                </c:pt>
                <c:pt idx="1000">
                  <c:v>13.319900000000001</c:v>
                </c:pt>
                <c:pt idx="1001">
                  <c:v>13.006</c:v>
                </c:pt>
                <c:pt idx="1002">
                  <c:v>12.7272</c:v>
                </c:pt>
                <c:pt idx="1003">
                  <c:v>12.581</c:v>
                </c:pt>
                <c:pt idx="1004">
                  <c:v>12.521800000000001</c:v>
                </c:pt>
                <c:pt idx="1005">
                  <c:v>12.332100000000001</c:v>
                </c:pt>
                <c:pt idx="1006">
                  <c:v>12.079800000000001</c:v>
                </c:pt>
                <c:pt idx="1007">
                  <c:v>12.0671</c:v>
                </c:pt>
                <c:pt idx="1008">
                  <c:v>11.889799999999999</c:v>
                </c:pt>
                <c:pt idx="1009">
                  <c:v>11.579800000000001</c:v>
                </c:pt>
                <c:pt idx="1010">
                  <c:v>11.2897</c:v>
                </c:pt>
                <c:pt idx="1011">
                  <c:v>10.9328</c:v>
                </c:pt>
                <c:pt idx="1012">
                  <c:v>10.8993</c:v>
                </c:pt>
                <c:pt idx="1013">
                  <c:v>10.940300000000001</c:v>
                </c:pt>
                <c:pt idx="1014">
                  <c:v>11.0222</c:v>
                </c:pt>
                <c:pt idx="1015">
                  <c:v>11.0373</c:v>
                </c:pt>
                <c:pt idx="1016">
                  <c:v>10.8559</c:v>
                </c:pt>
                <c:pt idx="1017">
                  <c:v>10.986499999999999</c:v>
                </c:pt>
                <c:pt idx="1018">
                  <c:v>10.979100000000001</c:v>
                </c:pt>
                <c:pt idx="1019">
                  <c:v>11.021599999999999</c:v>
                </c:pt>
                <c:pt idx="1020">
                  <c:v>10.7888</c:v>
                </c:pt>
                <c:pt idx="1021">
                  <c:v>10.5113</c:v>
                </c:pt>
                <c:pt idx="1022">
                  <c:v>10.355700000000001</c:v>
                </c:pt>
                <c:pt idx="1023">
                  <c:v>10.327999999999999</c:v>
                </c:pt>
                <c:pt idx="1024">
                  <c:v>10.450200000000001</c:v>
                </c:pt>
                <c:pt idx="1025">
                  <c:v>10.6059</c:v>
                </c:pt>
                <c:pt idx="1026">
                  <c:v>10.8963</c:v>
                </c:pt>
                <c:pt idx="1027">
                  <c:v>11.013299999999999</c:v>
                </c:pt>
                <c:pt idx="1028">
                  <c:v>10.7555</c:v>
                </c:pt>
                <c:pt idx="1029">
                  <c:v>10.428900000000001</c:v>
                </c:pt>
                <c:pt idx="1030">
                  <c:v>10.4275</c:v>
                </c:pt>
                <c:pt idx="1031">
                  <c:v>10.381</c:v>
                </c:pt>
                <c:pt idx="1032">
                  <c:v>10.3904</c:v>
                </c:pt>
                <c:pt idx="1033">
                  <c:v>10.593999999999999</c:v>
                </c:pt>
                <c:pt idx="1034">
                  <c:v>10.603300000000001</c:v>
                </c:pt>
                <c:pt idx="1035">
                  <c:v>10.6374</c:v>
                </c:pt>
                <c:pt idx="1036">
                  <c:v>10.8278</c:v>
                </c:pt>
                <c:pt idx="1037">
                  <c:v>10.784599999999999</c:v>
                </c:pt>
                <c:pt idx="1038">
                  <c:v>10.610200000000001</c:v>
                </c:pt>
                <c:pt idx="1039">
                  <c:v>11.052899999999999</c:v>
                </c:pt>
                <c:pt idx="1040">
                  <c:v>11.6784</c:v>
                </c:pt>
                <c:pt idx="1041">
                  <c:v>11.492800000000001</c:v>
                </c:pt>
                <c:pt idx="1042">
                  <c:v>11.129300000000001</c:v>
                </c:pt>
                <c:pt idx="1043">
                  <c:v>10.9421</c:v>
                </c:pt>
                <c:pt idx="1044">
                  <c:v>10.803100000000001</c:v>
                </c:pt>
                <c:pt idx="1045">
                  <c:v>10.9277</c:v>
                </c:pt>
                <c:pt idx="1046">
                  <c:v>10.960900000000001</c:v>
                </c:pt>
                <c:pt idx="1047">
                  <c:v>10.6975</c:v>
                </c:pt>
                <c:pt idx="1048">
                  <c:v>10.681699999999999</c:v>
                </c:pt>
                <c:pt idx="1049">
                  <c:v>11.134</c:v>
                </c:pt>
                <c:pt idx="1050">
                  <c:v>11.347300000000001</c:v>
                </c:pt>
                <c:pt idx="1051">
                  <c:v>11.240500000000001</c:v>
                </c:pt>
                <c:pt idx="1052">
                  <c:v>11.083399999999999</c:v>
                </c:pt>
                <c:pt idx="1053">
                  <c:v>11.2171</c:v>
                </c:pt>
                <c:pt idx="1054">
                  <c:v>11.096299999999999</c:v>
                </c:pt>
                <c:pt idx="1055">
                  <c:v>10.878</c:v>
                </c:pt>
                <c:pt idx="1056">
                  <c:v>10.7341</c:v>
                </c:pt>
                <c:pt idx="1057">
                  <c:v>10.5175</c:v>
                </c:pt>
                <c:pt idx="1058">
                  <c:v>10.3109</c:v>
                </c:pt>
                <c:pt idx="1059">
                  <c:v>10.2262</c:v>
                </c:pt>
                <c:pt idx="1060">
                  <c:v>10.329700000000001</c:v>
                </c:pt>
                <c:pt idx="1061">
                  <c:v>10.229100000000001</c:v>
                </c:pt>
                <c:pt idx="1062">
                  <c:v>10.2889</c:v>
                </c:pt>
                <c:pt idx="1063">
                  <c:v>10.324400000000001</c:v>
                </c:pt>
                <c:pt idx="1064">
                  <c:v>10.1713</c:v>
                </c:pt>
                <c:pt idx="1065">
                  <c:v>10.1472</c:v>
                </c:pt>
                <c:pt idx="1066">
                  <c:v>10.307399999999999</c:v>
                </c:pt>
                <c:pt idx="1067">
                  <c:v>10.6098</c:v>
                </c:pt>
                <c:pt idx="1068">
                  <c:v>10.5839</c:v>
                </c:pt>
                <c:pt idx="1069">
                  <c:v>10.5128</c:v>
                </c:pt>
                <c:pt idx="1070">
                  <c:v>10.3073</c:v>
                </c:pt>
                <c:pt idx="1071">
                  <c:v>10.240600000000001</c:v>
                </c:pt>
                <c:pt idx="1072">
                  <c:v>10.432600000000001</c:v>
                </c:pt>
                <c:pt idx="1073">
                  <c:v>10.8078</c:v>
                </c:pt>
                <c:pt idx="1074">
                  <c:v>10.924899999999999</c:v>
                </c:pt>
                <c:pt idx="1075">
                  <c:v>10.7872</c:v>
                </c:pt>
                <c:pt idx="1076">
                  <c:v>10.7287</c:v>
                </c:pt>
                <c:pt idx="1077">
                  <c:v>10.669499999999999</c:v>
                </c:pt>
                <c:pt idx="1078">
                  <c:v>10.337300000000001</c:v>
                </c:pt>
                <c:pt idx="1079">
                  <c:v>10.1663</c:v>
                </c:pt>
                <c:pt idx="1080">
                  <c:v>10.6257</c:v>
                </c:pt>
                <c:pt idx="1081">
                  <c:v>10.8613</c:v>
                </c:pt>
                <c:pt idx="1082">
                  <c:v>10.809699999999999</c:v>
                </c:pt>
                <c:pt idx="1083">
                  <c:v>10.882099999999999</c:v>
                </c:pt>
                <c:pt idx="1084">
                  <c:v>10.598699999999999</c:v>
                </c:pt>
                <c:pt idx="1085">
                  <c:v>10.368499999999999</c:v>
                </c:pt>
                <c:pt idx="1086">
                  <c:v>10.5189</c:v>
                </c:pt>
                <c:pt idx="1087">
                  <c:v>10.757</c:v>
                </c:pt>
                <c:pt idx="1088">
                  <c:v>10.7881</c:v>
                </c:pt>
                <c:pt idx="1089">
                  <c:v>10.7355</c:v>
                </c:pt>
                <c:pt idx="1090">
                  <c:v>10.910299999999999</c:v>
                </c:pt>
                <c:pt idx="1091">
                  <c:v>10.962199999999999</c:v>
                </c:pt>
                <c:pt idx="1092">
                  <c:v>11.3668</c:v>
                </c:pt>
                <c:pt idx="1093">
                  <c:v>11.7538</c:v>
                </c:pt>
                <c:pt idx="1094">
                  <c:v>12.199199999999999</c:v>
                </c:pt>
                <c:pt idx="1095">
                  <c:v>12.16</c:v>
                </c:pt>
                <c:pt idx="1096">
                  <c:v>11.8527</c:v>
                </c:pt>
                <c:pt idx="1097">
                  <c:v>11.896599999999999</c:v>
                </c:pt>
                <c:pt idx="1098">
                  <c:v>11.954000000000001</c:v>
                </c:pt>
                <c:pt idx="1099">
                  <c:v>11.8627</c:v>
                </c:pt>
                <c:pt idx="1100">
                  <c:v>11.7159</c:v>
                </c:pt>
                <c:pt idx="1101">
                  <c:v>11.6873</c:v>
                </c:pt>
                <c:pt idx="1102">
                  <c:v>11.8398</c:v>
                </c:pt>
                <c:pt idx="1103">
                  <c:v>11.8803</c:v>
                </c:pt>
                <c:pt idx="1104">
                  <c:v>11.666600000000001</c:v>
                </c:pt>
                <c:pt idx="1105">
                  <c:v>11.440300000000001</c:v>
                </c:pt>
                <c:pt idx="1106">
                  <c:v>11.4384</c:v>
                </c:pt>
                <c:pt idx="1107">
                  <c:v>11.327299999999999</c:v>
                </c:pt>
                <c:pt idx="1108">
                  <c:v>11.055</c:v>
                </c:pt>
                <c:pt idx="1109">
                  <c:v>11.0322</c:v>
                </c:pt>
                <c:pt idx="1110">
                  <c:v>11.234400000000001</c:v>
                </c:pt>
                <c:pt idx="1111">
                  <c:v>11.661799999999999</c:v>
                </c:pt>
                <c:pt idx="1112">
                  <c:v>12.071099999999999</c:v>
                </c:pt>
                <c:pt idx="1113">
                  <c:v>12.2235</c:v>
                </c:pt>
                <c:pt idx="1114">
                  <c:v>12.039099999999999</c:v>
                </c:pt>
                <c:pt idx="1115">
                  <c:v>11.573399999999999</c:v>
                </c:pt>
                <c:pt idx="1116">
                  <c:v>11.277200000000001</c:v>
                </c:pt>
                <c:pt idx="1117">
                  <c:v>11.2182</c:v>
                </c:pt>
                <c:pt idx="1118">
                  <c:v>11.2119</c:v>
                </c:pt>
                <c:pt idx="1119">
                  <c:v>11.338200000000001</c:v>
                </c:pt>
                <c:pt idx="1120">
                  <c:v>11.2965</c:v>
                </c:pt>
                <c:pt idx="1121">
                  <c:v>11.0373</c:v>
                </c:pt>
                <c:pt idx="1122">
                  <c:v>11.007</c:v>
                </c:pt>
                <c:pt idx="1123">
                  <c:v>11.062799999999999</c:v>
                </c:pt>
                <c:pt idx="1124">
                  <c:v>11.1607</c:v>
                </c:pt>
                <c:pt idx="1125">
                  <c:v>11.5586</c:v>
                </c:pt>
                <c:pt idx="1126">
                  <c:v>11.7037</c:v>
                </c:pt>
                <c:pt idx="1127">
                  <c:v>11.520300000000001</c:v>
                </c:pt>
                <c:pt idx="1128">
                  <c:v>11.6044</c:v>
                </c:pt>
                <c:pt idx="1129">
                  <c:v>11.4613</c:v>
                </c:pt>
                <c:pt idx="1130">
                  <c:v>11.276199999999999</c:v>
                </c:pt>
                <c:pt idx="1131">
                  <c:v>11.346299999999999</c:v>
                </c:pt>
                <c:pt idx="1132">
                  <c:v>11.332700000000001</c:v>
                </c:pt>
                <c:pt idx="1133">
                  <c:v>11.4535</c:v>
                </c:pt>
                <c:pt idx="1134">
                  <c:v>11.566800000000001</c:v>
                </c:pt>
                <c:pt idx="1135">
                  <c:v>11.459</c:v>
                </c:pt>
                <c:pt idx="1136">
                  <c:v>11.6038</c:v>
                </c:pt>
                <c:pt idx="1137">
                  <c:v>11.6404</c:v>
                </c:pt>
                <c:pt idx="1138">
                  <c:v>11.509600000000001</c:v>
                </c:pt>
                <c:pt idx="1139">
                  <c:v>11.5137</c:v>
                </c:pt>
                <c:pt idx="1140">
                  <c:v>11.628399999999999</c:v>
                </c:pt>
                <c:pt idx="1141">
                  <c:v>11.7949</c:v>
                </c:pt>
                <c:pt idx="1142">
                  <c:v>12.062200000000001</c:v>
                </c:pt>
                <c:pt idx="1143">
                  <c:v>12.369300000000001</c:v>
                </c:pt>
                <c:pt idx="1144">
                  <c:v>12.2529</c:v>
                </c:pt>
                <c:pt idx="1145">
                  <c:v>11.984</c:v>
                </c:pt>
                <c:pt idx="1146">
                  <c:v>11.7096</c:v>
                </c:pt>
                <c:pt idx="1147">
                  <c:v>11.4369</c:v>
                </c:pt>
                <c:pt idx="1148">
                  <c:v>11.287000000000001</c:v>
                </c:pt>
                <c:pt idx="1149">
                  <c:v>11.180199999999999</c:v>
                </c:pt>
                <c:pt idx="1150">
                  <c:v>11.3171</c:v>
                </c:pt>
                <c:pt idx="1151">
                  <c:v>11.912100000000001</c:v>
                </c:pt>
                <c:pt idx="1152">
                  <c:v>12.3209</c:v>
                </c:pt>
                <c:pt idx="1153">
                  <c:v>12.1639</c:v>
                </c:pt>
                <c:pt idx="1154">
                  <c:v>12.388</c:v>
                </c:pt>
                <c:pt idx="1155">
                  <c:v>12.801299999999999</c:v>
                </c:pt>
                <c:pt idx="1156">
                  <c:v>13.042199999999999</c:v>
                </c:pt>
                <c:pt idx="1157">
                  <c:v>13.2925</c:v>
                </c:pt>
                <c:pt idx="1158">
                  <c:v>13.3797</c:v>
                </c:pt>
                <c:pt idx="1159">
                  <c:v>13.647500000000001</c:v>
                </c:pt>
                <c:pt idx="1160">
                  <c:v>13.5519</c:v>
                </c:pt>
                <c:pt idx="1161">
                  <c:v>13.231199999999999</c:v>
                </c:pt>
                <c:pt idx="1162">
                  <c:v>12.898199999999999</c:v>
                </c:pt>
                <c:pt idx="1163">
                  <c:v>13.0837</c:v>
                </c:pt>
                <c:pt idx="1164">
                  <c:v>13.045400000000001</c:v>
                </c:pt>
                <c:pt idx="1165">
                  <c:v>12.914899999999999</c:v>
                </c:pt>
                <c:pt idx="1166">
                  <c:v>13.161099999999999</c:v>
                </c:pt>
                <c:pt idx="1167">
                  <c:v>13.462300000000001</c:v>
                </c:pt>
                <c:pt idx="1168">
                  <c:v>13.626200000000001</c:v>
                </c:pt>
                <c:pt idx="1169">
                  <c:v>13.825200000000001</c:v>
                </c:pt>
                <c:pt idx="1170">
                  <c:v>14.0924</c:v>
                </c:pt>
                <c:pt idx="1171">
                  <c:v>14.236499999999999</c:v>
                </c:pt>
                <c:pt idx="1172">
                  <c:v>14.483499999999999</c:v>
                </c:pt>
                <c:pt idx="1173">
                  <c:v>14.676500000000001</c:v>
                </c:pt>
                <c:pt idx="1174">
                  <c:v>14.939399999999999</c:v>
                </c:pt>
                <c:pt idx="1175">
                  <c:v>15.4636</c:v>
                </c:pt>
                <c:pt idx="1176">
                  <c:v>16.196400000000001</c:v>
                </c:pt>
                <c:pt idx="1177">
                  <c:v>16.624400000000001</c:v>
                </c:pt>
                <c:pt idx="1178">
                  <c:v>17.1495</c:v>
                </c:pt>
                <c:pt idx="1179">
                  <c:v>18.016999999999999</c:v>
                </c:pt>
                <c:pt idx="1180">
                  <c:v>19.0884</c:v>
                </c:pt>
                <c:pt idx="1181">
                  <c:v>20.3901</c:v>
                </c:pt>
                <c:pt idx="1182">
                  <c:v>21.863199999999999</c:v>
                </c:pt>
                <c:pt idx="1183">
                  <c:v>23.661799999999999</c:v>
                </c:pt>
                <c:pt idx="1184">
                  <c:v>25.9817</c:v>
                </c:pt>
                <c:pt idx="1185">
                  <c:v>27.675999999999998</c:v>
                </c:pt>
                <c:pt idx="1186">
                  <c:v>28.675799999999999</c:v>
                </c:pt>
                <c:pt idx="1187">
                  <c:v>30.010200000000001</c:v>
                </c:pt>
                <c:pt idx="1188">
                  <c:v>31.009699999999999</c:v>
                </c:pt>
                <c:pt idx="1189">
                  <c:v>31.5</c:v>
                </c:pt>
                <c:pt idx="1190">
                  <c:v>31.1769</c:v>
                </c:pt>
                <c:pt idx="1191">
                  <c:v>30.603999999999999</c:v>
                </c:pt>
                <c:pt idx="1192">
                  <c:v>29.659500000000001</c:v>
                </c:pt>
                <c:pt idx="1193">
                  <c:v>28.117999999999999</c:v>
                </c:pt>
                <c:pt idx="1194">
                  <c:v>26.664300000000001</c:v>
                </c:pt>
                <c:pt idx="1195">
                  <c:v>25.017099999999999</c:v>
                </c:pt>
                <c:pt idx="1196">
                  <c:v>23.0609</c:v>
                </c:pt>
                <c:pt idx="1197">
                  <c:v>21.352499999999999</c:v>
                </c:pt>
                <c:pt idx="1198">
                  <c:v>19.8611</c:v>
                </c:pt>
                <c:pt idx="1199">
                  <c:v>18.616499999999998</c:v>
                </c:pt>
                <c:pt idx="1200">
                  <c:v>17.377099999999999</c:v>
                </c:pt>
                <c:pt idx="1201">
                  <c:v>16.132300000000001</c:v>
                </c:pt>
                <c:pt idx="1202">
                  <c:v>15.010400000000001</c:v>
                </c:pt>
                <c:pt idx="1203">
                  <c:v>14.1586</c:v>
                </c:pt>
                <c:pt idx="1204">
                  <c:v>13.921099999999999</c:v>
                </c:pt>
                <c:pt idx="1205">
                  <c:v>13.9438</c:v>
                </c:pt>
                <c:pt idx="1206">
                  <c:v>13.6432</c:v>
                </c:pt>
                <c:pt idx="1207">
                  <c:v>13.3254</c:v>
                </c:pt>
                <c:pt idx="1208">
                  <c:v>13.189</c:v>
                </c:pt>
                <c:pt idx="1209">
                  <c:v>13.1488</c:v>
                </c:pt>
                <c:pt idx="1210">
                  <c:v>12.9108</c:v>
                </c:pt>
                <c:pt idx="1211">
                  <c:v>12.750299999999999</c:v>
                </c:pt>
                <c:pt idx="1212">
                  <c:v>12.436</c:v>
                </c:pt>
                <c:pt idx="1213">
                  <c:v>11.8728</c:v>
                </c:pt>
                <c:pt idx="1214">
                  <c:v>11.7224</c:v>
                </c:pt>
                <c:pt idx="1215">
                  <c:v>11.750500000000001</c:v>
                </c:pt>
                <c:pt idx="1216">
                  <c:v>12.0626</c:v>
                </c:pt>
                <c:pt idx="1217">
                  <c:v>12.269299999999999</c:v>
                </c:pt>
                <c:pt idx="1218">
                  <c:v>12.4956</c:v>
                </c:pt>
                <c:pt idx="1219">
                  <c:v>12.363200000000001</c:v>
                </c:pt>
                <c:pt idx="1220">
                  <c:v>11.887</c:v>
                </c:pt>
                <c:pt idx="1221">
                  <c:v>11.507999999999999</c:v>
                </c:pt>
                <c:pt idx="1222">
                  <c:v>11.371499999999999</c:v>
                </c:pt>
                <c:pt idx="1223">
                  <c:v>11.1769</c:v>
                </c:pt>
                <c:pt idx="1224">
                  <c:v>11.47</c:v>
                </c:pt>
                <c:pt idx="1225">
                  <c:v>11.9183</c:v>
                </c:pt>
                <c:pt idx="1226">
                  <c:v>12.060600000000001</c:v>
                </c:pt>
                <c:pt idx="1227">
                  <c:v>12.0977</c:v>
                </c:pt>
                <c:pt idx="1228">
                  <c:v>11.871700000000001</c:v>
                </c:pt>
                <c:pt idx="1229">
                  <c:v>11.3634</c:v>
                </c:pt>
                <c:pt idx="1230">
                  <c:v>11.6586</c:v>
                </c:pt>
                <c:pt idx="1231">
                  <c:v>12.090299999999999</c:v>
                </c:pt>
                <c:pt idx="1232">
                  <c:v>12.214499999999999</c:v>
                </c:pt>
                <c:pt idx="1233">
                  <c:v>12.345000000000001</c:v>
                </c:pt>
                <c:pt idx="1234">
                  <c:v>12.448399999999999</c:v>
                </c:pt>
                <c:pt idx="1235">
                  <c:v>12.4817</c:v>
                </c:pt>
                <c:pt idx="1236">
                  <c:v>12.459199999999999</c:v>
                </c:pt>
                <c:pt idx="1237">
                  <c:v>12.3782</c:v>
                </c:pt>
                <c:pt idx="1238">
                  <c:v>12.2705</c:v>
                </c:pt>
                <c:pt idx="1239">
                  <c:v>12.082800000000001</c:v>
                </c:pt>
                <c:pt idx="1240">
                  <c:v>11.9084</c:v>
                </c:pt>
                <c:pt idx="1241">
                  <c:v>12.1166</c:v>
                </c:pt>
                <c:pt idx="1242">
                  <c:v>12.039199999999999</c:v>
                </c:pt>
                <c:pt idx="1243">
                  <c:v>11.8879</c:v>
                </c:pt>
                <c:pt idx="1244">
                  <c:v>12.2241</c:v>
                </c:pt>
                <c:pt idx="1245">
                  <c:v>12.5977</c:v>
                </c:pt>
                <c:pt idx="1246">
                  <c:v>12.6622</c:v>
                </c:pt>
                <c:pt idx="1247">
                  <c:v>12.8247</c:v>
                </c:pt>
                <c:pt idx="1248">
                  <c:v>12.757300000000001</c:v>
                </c:pt>
                <c:pt idx="1249">
                  <c:v>12.4085</c:v>
                </c:pt>
                <c:pt idx="1250">
                  <c:v>12.269</c:v>
                </c:pt>
                <c:pt idx="1251">
                  <c:v>12.7661</c:v>
                </c:pt>
                <c:pt idx="1252">
                  <c:v>13.074400000000001</c:v>
                </c:pt>
                <c:pt idx="1253">
                  <c:v>12.7157</c:v>
                </c:pt>
                <c:pt idx="1254">
                  <c:v>12.101699999999999</c:v>
                </c:pt>
                <c:pt idx="1255">
                  <c:v>11.73</c:v>
                </c:pt>
                <c:pt idx="1256">
                  <c:v>11.6081</c:v>
                </c:pt>
                <c:pt idx="1257">
                  <c:v>11.8759</c:v>
                </c:pt>
                <c:pt idx="1258">
                  <c:v>11.759499999999999</c:v>
                </c:pt>
                <c:pt idx="1259">
                  <c:v>11.549799999999999</c:v>
                </c:pt>
                <c:pt idx="1260">
                  <c:v>11.369400000000001</c:v>
                </c:pt>
                <c:pt idx="1261">
                  <c:v>11.3156</c:v>
                </c:pt>
                <c:pt idx="1262">
                  <c:v>11.5549</c:v>
                </c:pt>
                <c:pt idx="1263">
                  <c:v>12.097</c:v>
                </c:pt>
                <c:pt idx="1264">
                  <c:v>12.332599999999999</c:v>
                </c:pt>
                <c:pt idx="1265">
                  <c:v>12.136799999999999</c:v>
                </c:pt>
                <c:pt idx="1266">
                  <c:v>11.9488</c:v>
                </c:pt>
                <c:pt idx="1267">
                  <c:v>11.5344</c:v>
                </c:pt>
                <c:pt idx="1268">
                  <c:v>11.1851</c:v>
                </c:pt>
                <c:pt idx="1269">
                  <c:v>11.132400000000001</c:v>
                </c:pt>
                <c:pt idx="1270">
                  <c:v>11.495200000000001</c:v>
                </c:pt>
                <c:pt idx="1271">
                  <c:v>11.778499999999999</c:v>
                </c:pt>
                <c:pt idx="1272">
                  <c:v>11.8477</c:v>
                </c:pt>
                <c:pt idx="1273">
                  <c:v>11.965299999999999</c:v>
                </c:pt>
                <c:pt idx="1274">
                  <c:v>11.8127</c:v>
                </c:pt>
                <c:pt idx="1275">
                  <c:v>11.707100000000001</c:v>
                </c:pt>
                <c:pt idx="1276">
                  <c:v>12.0283</c:v>
                </c:pt>
                <c:pt idx="1277">
                  <c:v>11.964399999999999</c:v>
                </c:pt>
                <c:pt idx="1278">
                  <c:v>11.490399999999999</c:v>
                </c:pt>
                <c:pt idx="1279">
                  <c:v>11.013299999999999</c:v>
                </c:pt>
                <c:pt idx="1280">
                  <c:v>10.990500000000001</c:v>
                </c:pt>
                <c:pt idx="1281">
                  <c:v>11.241099999999999</c:v>
                </c:pt>
                <c:pt idx="1282">
                  <c:v>11.1556</c:v>
                </c:pt>
                <c:pt idx="1283">
                  <c:v>11.206</c:v>
                </c:pt>
                <c:pt idx="1284">
                  <c:v>11.388500000000001</c:v>
                </c:pt>
                <c:pt idx="1285">
                  <c:v>11.367599999999999</c:v>
                </c:pt>
                <c:pt idx="1286">
                  <c:v>11.541600000000001</c:v>
                </c:pt>
                <c:pt idx="1287">
                  <c:v>11.8003</c:v>
                </c:pt>
                <c:pt idx="1288">
                  <c:v>12.1288</c:v>
                </c:pt>
                <c:pt idx="1289">
                  <c:v>12.5909</c:v>
                </c:pt>
                <c:pt idx="1290">
                  <c:v>12.688800000000001</c:v>
                </c:pt>
                <c:pt idx="1291">
                  <c:v>12.7064</c:v>
                </c:pt>
                <c:pt idx="1292">
                  <c:v>12.617900000000001</c:v>
                </c:pt>
                <c:pt idx="1293">
                  <c:v>12.5755</c:v>
                </c:pt>
                <c:pt idx="1294">
                  <c:v>12.995799999999999</c:v>
                </c:pt>
                <c:pt idx="1295">
                  <c:v>13.523400000000001</c:v>
                </c:pt>
                <c:pt idx="1296">
                  <c:v>13.5886</c:v>
                </c:pt>
                <c:pt idx="1297">
                  <c:v>12.911799999999999</c:v>
                </c:pt>
                <c:pt idx="1298">
                  <c:v>12.5016</c:v>
                </c:pt>
                <c:pt idx="1299">
                  <c:v>12.5268</c:v>
                </c:pt>
                <c:pt idx="1300">
                  <c:v>12.420400000000001</c:v>
                </c:pt>
                <c:pt idx="1301">
                  <c:v>12.238300000000001</c:v>
                </c:pt>
                <c:pt idx="1302">
                  <c:v>12.4278</c:v>
                </c:pt>
                <c:pt idx="1303">
                  <c:v>12.4033</c:v>
                </c:pt>
                <c:pt idx="1304">
                  <c:v>12.375</c:v>
                </c:pt>
                <c:pt idx="1305">
                  <c:v>12.4902</c:v>
                </c:pt>
                <c:pt idx="1306">
                  <c:v>12.2433</c:v>
                </c:pt>
                <c:pt idx="1307">
                  <c:v>12.111499999999999</c:v>
                </c:pt>
                <c:pt idx="1308">
                  <c:v>12.2921</c:v>
                </c:pt>
                <c:pt idx="1309">
                  <c:v>12.451499999999999</c:v>
                </c:pt>
                <c:pt idx="1310">
                  <c:v>12.341699999999999</c:v>
                </c:pt>
                <c:pt idx="1311">
                  <c:v>12.198600000000001</c:v>
                </c:pt>
                <c:pt idx="1312">
                  <c:v>11.976699999999999</c:v>
                </c:pt>
                <c:pt idx="1313">
                  <c:v>11.807499999999999</c:v>
                </c:pt>
                <c:pt idx="1314">
                  <c:v>11.9373</c:v>
                </c:pt>
                <c:pt idx="1315">
                  <c:v>12.3294</c:v>
                </c:pt>
                <c:pt idx="1316">
                  <c:v>12.3385</c:v>
                </c:pt>
                <c:pt idx="1317">
                  <c:v>12.0867</c:v>
                </c:pt>
                <c:pt idx="1318">
                  <c:v>11.951700000000001</c:v>
                </c:pt>
                <c:pt idx="1319">
                  <c:v>12.103199999999999</c:v>
                </c:pt>
                <c:pt idx="1320">
                  <c:v>12.2943</c:v>
                </c:pt>
                <c:pt idx="1321">
                  <c:v>12.0977</c:v>
                </c:pt>
                <c:pt idx="1322">
                  <c:v>11.7782</c:v>
                </c:pt>
                <c:pt idx="1323">
                  <c:v>11.4678</c:v>
                </c:pt>
                <c:pt idx="1324">
                  <c:v>11.3307</c:v>
                </c:pt>
                <c:pt idx="1325">
                  <c:v>11.409599999999999</c:v>
                </c:pt>
                <c:pt idx="1326">
                  <c:v>11.8409</c:v>
                </c:pt>
                <c:pt idx="1327">
                  <c:v>12.003399999999999</c:v>
                </c:pt>
                <c:pt idx="1328">
                  <c:v>12.117699999999999</c:v>
                </c:pt>
                <c:pt idx="1329">
                  <c:v>12.3508</c:v>
                </c:pt>
                <c:pt idx="1330">
                  <c:v>12.426500000000001</c:v>
                </c:pt>
                <c:pt idx="1331">
                  <c:v>12.1516</c:v>
                </c:pt>
                <c:pt idx="1332">
                  <c:v>11.716699999999999</c:v>
                </c:pt>
                <c:pt idx="1333">
                  <c:v>11.6797</c:v>
                </c:pt>
                <c:pt idx="1334">
                  <c:v>12.0543</c:v>
                </c:pt>
                <c:pt idx="1335">
                  <c:v>12.2631</c:v>
                </c:pt>
                <c:pt idx="1336">
                  <c:v>12.4201</c:v>
                </c:pt>
                <c:pt idx="1337">
                  <c:v>12.6143</c:v>
                </c:pt>
                <c:pt idx="1338">
                  <c:v>12.725099999999999</c:v>
                </c:pt>
                <c:pt idx="1339">
                  <c:v>12.6305</c:v>
                </c:pt>
                <c:pt idx="1340">
                  <c:v>12.8794</c:v>
                </c:pt>
                <c:pt idx="1341">
                  <c:v>13.1899</c:v>
                </c:pt>
                <c:pt idx="1342">
                  <c:v>13.348699999999999</c:v>
                </c:pt>
                <c:pt idx="1343">
                  <c:v>13.687099999999999</c:v>
                </c:pt>
                <c:pt idx="1344">
                  <c:v>14.054399999999999</c:v>
                </c:pt>
                <c:pt idx="1345">
                  <c:v>13.7819</c:v>
                </c:pt>
                <c:pt idx="1346">
                  <c:v>13.057600000000001</c:v>
                </c:pt>
                <c:pt idx="1347">
                  <c:v>12.663500000000001</c:v>
                </c:pt>
                <c:pt idx="1348">
                  <c:v>12.9855</c:v>
                </c:pt>
                <c:pt idx="1349">
                  <c:v>12.9034</c:v>
                </c:pt>
                <c:pt idx="1350">
                  <c:v>12.269299999999999</c:v>
                </c:pt>
                <c:pt idx="1351">
                  <c:v>12.200699999999999</c:v>
                </c:pt>
                <c:pt idx="1352">
                  <c:v>12.6471</c:v>
                </c:pt>
                <c:pt idx="1353">
                  <c:v>12.7454</c:v>
                </c:pt>
                <c:pt idx="1354">
                  <c:v>12.372199999999999</c:v>
                </c:pt>
                <c:pt idx="1355">
                  <c:v>12.485300000000001</c:v>
                </c:pt>
                <c:pt idx="1356">
                  <c:v>13.202199999999999</c:v>
                </c:pt>
                <c:pt idx="1357">
                  <c:v>13.4077</c:v>
                </c:pt>
                <c:pt idx="1358">
                  <c:v>13.2309</c:v>
                </c:pt>
                <c:pt idx="1359">
                  <c:v>12.774100000000001</c:v>
                </c:pt>
                <c:pt idx="1360">
                  <c:v>12.935700000000001</c:v>
                </c:pt>
                <c:pt idx="1361">
                  <c:v>13.2392</c:v>
                </c:pt>
                <c:pt idx="1362">
                  <c:v>13.073</c:v>
                </c:pt>
                <c:pt idx="1363">
                  <c:v>12.8012</c:v>
                </c:pt>
                <c:pt idx="1364">
                  <c:v>13.008699999999999</c:v>
                </c:pt>
                <c:pt idx="1365">
                  <c:v>13.3409</c:v>
                </c:pt>
                <c:pt idx="1366">
                  <c:v>13.3086</c:v>
                </c:pt>
                <c:pt idx="1367">
                  <c:v>13.193899999999999</c:v>
                </c:pt>
                <c:pt idx="1368">
                  <c:v>13.5006</c:v>
                </c:pt>
                <c:pt idx="1369">
                  <c:v>13.8749</c:v>
                </c:pt>
                <c:pt idx="1370">
                  <c:v>14.2203</c:v>
                </c:pt>
                <c:pt idx="1371">
                  <c:v>14.058199999999999</c:v>
                </c:pt>
                <c:pt idx="1372">
                  <c:v>13.6358</c:v>
                </c:pt>
                <c:pt idx="1373">
                  <c:v>13.6341</c:v>
                </c:pt>
                <c:pt idx="1374">
                  <c:v>13.4671</c:v>
                </c:pt>
                <c:pt idx="1375">
                  <c:v>13.1258</c:v>
                </c:pt>
                <c:pt idx="1376">
                  <c:v>12.91</c:v>
                </c:pt>
                <c:pt idx="1377">
                  <c:v>12.904500000000001</c:v>
                </c:pt>
                <c:pt idx="1378">
                  <c:v>13.0854</c:v>
                </c:pt>
                <c:pt idx="1379">
                  <c:v>13.145300000000001</c:v>
                </c:pt>
                <c:pt idx="1380">
                  <c:v>12.6623</c:v>
                </c:pt>
                <c:pt idx="1381">
                  <c:v>12.6435</c:v>
                </c:pt>
                <c:pt idx="1382">
                  <c:v>12.9145</c:v>
                </c:pt>
                <c:pt idx="1383">
                  <c:v>13.099500000000001</c:v>
                </c:pt>
                <c:pt idx="1384">
                  <c:v>13.268000000000001</c:v>
                </c:pt>
                <c:pt idx="1385">
                  <c:v>13.3466</c:v>
                </c:pt>
                <c:pt idx="1386">
                  <c:v>13.250999999999999</c:v>
                </c:pt>
                <c:pt idx="1387">
                  <c:v>13.1121</c:v>
                </c:pt>
                <c:pt idx="1388">
                  <c:v>12.996700000000001</c:v>
                </c:pt>
                <c:pt idx="1389">
                  <c:v>13.145200000000001</c:v>
                </c:pt>
                <c:pt idx="1390">
                  <c:v>13.5951</c:v>
                </c:pt>
                <c:pt idx="1391">
                  <c:v>13.8322</c:v>
                </c:pt>
                <c:pt idx="1392">
                  <c:v>13.4495</c:v>
                </c:pt>
                <c:pt idx="1393">
                  <c:v>13.0426</c:v>
                </c:pt>
                <c:pt idx="1394">
                  <c:v>12.985799999999999</c:v>
                </c:pt>
                <c:pt idx="1395">
                  <c:v>13.290699999999999</c:v>
                </c:pt>
                <c:pt idx="1396">
                  <c:v>13.820600000000001</c:v>
                </c:pt>
                <c:pt idx="1397">
                  <c:v>14.0168</c:v>
                </c:pt>
                <c:pt idx="1398">
                  <c:v>14.049300000000001</c:v>
                </c:pt>
                <c:pt idx="1399">
                  <c:v>14.101900000000001</c:v>
                </c:pt>
                <c:pt idx="1400">
                  <c:v>14.259</c:v>
                </c:pt>
                <c:pt idx="1401">
                  <c:v>14.5206</c:v>
                </c:pt>
                <c:pt idx="1402">
                  <c:v>14.485200000000001</c:v>
                </c:pt>
                <c:pt idx="1403">
                  <c:v>14.336499999999999</c:v>
                </c:pt>
                <c:pt idx="1404">
                  <c:v>14.196400000000001</c:v>
                </c:pt>
                <c:pt idx="1405">
                  <c:v>14.0738</c:v>
                </c:pt>
                <c:pt idx="1406">
                  <c:v>14.263299999999999</c:v>
                </c:pt>
                <c:pt idx="1407">
                  <c:v>14.3902</c:v>
                </c:pt>
                <c:pt idx="1408">
                  <c:v>14.242599999999999</c:v>
                </c:pt>
                <c:pt idx="1409">
                  <c:v>14.1792</c:v>
                </c:pt>
                <c:pt idx="1410">
                  <c:v>14.078099999999999</c:v>
                </c:pt>
                <c:pt idx="1411">
                  <c:v>13.9474</c:v>
                </c:pt>
                <c:pt idx="1412">
                  <c:v>13.936500000000001</c:v>
                </c:pt>
                <c:pt idx="1413">
                  <c:v>13.783099999999999</c:v>
                </c:pt>
                <c:pt idx="1414">
                  <c:v>13.9633</c:v>
                </c:pt>
                <c:pt idx="1415">
                  <c:v>14.2536</c:v>
                </c:pt>
                <c:pt idx="1416">
                  <c:v>14.2371</c:v>
                </c:pt>
                <c:pt idx="1417">
                  <c:v>14.122</c:v>
                </c:pt>
                <c:pt idx="1418">
                  <c:v>13.889900000000001</c:v>
                </c:pt>
                <c:pt idx="1419">
                  <c:v>13.7082</c:v>
                </c:pt>
                <c:pt idx="1420">
                  <c:v>13.7202</c:v>
                </c:pt>
                <c:pt idx="1421">
                  <c:v>13.722300000000001</c:v>
                </c:pt>
                <c:pt idx="1422">
                  <c:v>13.7386</c:v>
                </c:pt>
                <c:pt idx="1423">
                  <c:v>14.1381</c:v>
                </c:pt>
                <c:pt idx="1424">
                  <c:v>14.675599999999999</c:v>
                </c:pt>
                <c:pt idx="1425">
                  <c:v>14.5093</c:v>
                </c:pt>
                <c:pt idx="1426">
                  <c:v>13.964</c:v>
                </c:pt>
                <c:pt idx="1427">
                  <c:v>13.629899999999999</c:v>
                </c:pt>
                <c:pt idx="1428">
                  <c:v>13.492699999999999</c:v>
                </c:pt>
                <c:pt idx="1429">
                  <c:v>13.353999999999999</c:v>
                </c:pt>
                <c:pt idx="1430">
                  <c:v>13.205</c:v>
                </c:pt>
                <c:pt idx="1431">
                  <c:v>13.297800000000001</c:v>
                </c:pt>
                <c:pt idx="1432">
                  <c:v>13.640599999999999</c:v>
                </c:pt>
                <c:pt idx="1433">
                  <c:v>13.8668</c:v>
                </c:pt>
                <c:pt idx="1434">
                  <c:v>13.8093</c:v>
                </c:pt>
                <c:pt idx="1435">
                  <c:v>13.7813</c:v>
                </c:pt>
                <c:pt idx="1436">
                  <c:v>13.873699999999999</c:v>
                </c:pt>
                <c:pt idx="1437">
                  <c:v>14.0626</c:v>
                </c:pt>
                <c:pt idx="1438">
                  <c:v>14.4148</c:v>
                </c:pt>
                <c:pt idx="1439">
                  <c:v>14.477499999999999</c:v>
                </c:pt>
                <c:pt idx="1440">
                  <c:v>14.458299999999999</c:v>
                </c:pt>
                <c:pt idx="1441">
                  <c:v>14.196099999999999</c:v>
                </c:pt>
                <c:pt idx="1442">
                  <c:v>13.8514</c:v>
                </c:pt>
                <c:pt idx="1443">
                  <c:v>13.8764</c:v>
                </c:pt>
                <c:pt idx="1444">
                  <c:v>14.3636</c:v>
                </c:pt>
                <c:pt idx="1445">
                  <c:v>14.620100000000001</c:v>
                </c:pt>
                <c:pt idx="1446">
                  <c:v>14.629</c:v>
                </c:pt>
                <c:pt idx="1447">
                  <c:v>14.702400000000001</c:v>
                </c:pt>
                <c:pt idx="1448">
                  <c:v>14.7697</c:v>
                </c:pt>
                <c:pt idx="1449">
                  <c:v>14.7319</c:v>
                </c:pt>
                <c:pt idx="1450">
                  <c:v>14.525</c:v>
                </c:pt>
                <c:pt idx="1451">
                  <c:v>14.3299</c:v>
                </c:pt>
                <c:pt idx="1452">
                  <c:v>14.083</c:v>
                </c:pt>
                <c:pt idx="1453">
                  <c:v>14.130599999999999</c:v>
                </c:pt>
                <c:pt idx="1454">
                  <c:v>14.392099999999999</c:v>
                </c:pt>
                <c:pt idx="1455">
                  <c:v>14.7058</c:v>
                </c:pt>
                <c:pt idx="1456">
                  <c:v>14.911</c:v>
                </c:pt>
                <c:pt idx="1457">
                  <c:v>14.814399999999999</c:v>
                </c:pt>
                <c:pt idx="1458">
                  <c:v>14.6119</c:v>
                </c:pt>
                <c:pt idx="1459">
                  <c:v>14.716200000000001</c:v>
                </c:pt>
                <c:pt idx="1460">
                  <c:v>14.7278</c:v>
                </c:pt>
                <c:pt idx="1461">
                  <c:v>14.7371</c:v>
                </c:pt>
                <c:pt idx="1462">
                  <c:v>14.8873</c:v>
                </c:pt>
                <c:pt idx="1463">
                  <c:v>14.8688</c:v>
                </c:pt>
                <c:pt idx="1464">
                  <c:v>14.808</c:v>
                </c:pt>
                <c:pt idx="1465">
                  <c:v>14.744999999999999</c:v>
                </c:pt>
                <c:pt idx="1466">
                  <c:v>14.9613</c:v>
                </c:pt>
                <c:pt idx="1467">
                  <c:v>14.960699999999999</c:v>
                </c:pt>
                <c:pt idx="1468">
                  <c:v>14.6501</c:v>
                </c:pt>
                <c:pt idx="1469">
                  <c:v>14.679399999999999</c:v>
                </c:pt>
                <c:pt idx="1470">
                  <c:v>14.916</c:v>
                </c:pt>
                <c:pt idx="1471">
                  <c:v>15.015499999999999</c:v>
                </c:pt>
                <c:pt idx="1472">
                  <c:v>15.3345</c:v>
                </c:pt>
                <c:pt idx="1473">
                  <c:v>15.377800000000001</c:v>
                </c:pt>
                <c:pt idx="1474">
                  <c:v>14.8977</c:v>
                </c:pt>
                <c:pt idx="1475">
                  <c:v>14.756</c:v>
                </c:pt>
                <c:pt idx="1476">
                  <c:v>14.653600000000001</c:v>
                </c:pt>
                <c:pt idx="1477">
                  <c:v>14.8751</c:v>
                </c:pt>
                <c:pt idx="1478">
                  <c:v>15.1972</c:v>
                </c:pt>
                <c:pt idx="1479">
                  <c:v>15.1778</c:v>
                </c:pt>
                <c:pt idx="1480">
                  <c:v>15.2408</c:v>
                </c:pt>
                <c:pt idx="1481">
                  <c:v>15.275</c:v>
                </c:pt>
                <c:pt idx="1482">
                  <c:v>15.019600000000001</c:v>
                </c:pt>
                <c:pt idx="1483">
                  <c:v>15.1472</c:v>
                </c:pt>
                <c:pt idx="1484">
                  <c:v>15.3202</c:v>
                </c:pt>
                <c:pt idx="1485">
                  <c:v>15.3063</c:v>
                </c:pt>
                <c:pt idx="1486">
                  <c:v>15.450699999999999</c:v>
                </c:pt>
                <c:pt idx="1487">
                  <c:v>15.532400000000001</c:v>
                </c:pt>
                <c:pt idx="1488">
                  <c:v>15.7364</c:v>
                </c:pt>
                <c:pt idx="1489">
                  <c:v>16.226099999999999</c:v>
                </c:pt>
                <c:pt idx="1490">
                  <c:v>16.5139</c:v>
                </c:pt>
                <c:pt idx="1491">
                  <c:v>16.364100000000001</c:v>
                </c:pt>
                <c:pt idx="1492">
                  <c:v>16.140499999999999</c:v>
                </c:pt>
                <c:pt idx="1493">
                  <c:v>16.103200000000001</c:v>
                </c:pt>
                <c:pt idx="1494">
                  <c:v>16.3249</c:v>
                </c:pt>
                <c:pt idx="1495">
                  <c:v>16.556899999999999</c:v>
                </c:pt>
                <c:pt idx="1496">
                  <c:v>16.756</c:v>
                </c:pt>
                <c:pt idx="1497">
                  <c:v>16.8034</c:v>
                </c:pt>
                <c:pt idx="1498">
                  <c:v>16.790500000000002</c:v>
                </c:pt>
                <c:pt idx="1499">
                  <c:v>16.943999999999999</c:v>
                </c:pt>
                <c:pt idx="1500">
                  <c:v>17.023199999999999</c:v>
                </c:pt>
                <c:pt idx="1501">
                  <c:v>17.254200000000001</c:v>
                </c:pt>
                <c:pt idx="1502">
                  <c:v>17.7226</c:v>
                </c:pt>
                <c:pt idx="1503">
                  <c:v>18.130500000000001</c:v>
                </c:pt>
                <c:pt idx="1504">
                  <c:v>18.286999999999999</c:v>
                </c:pt>
                <c:pt idx="1505">
                  <c:v>18.5199</c:v>
                </c:pt>
                <c:pt idx="1506">
                  <c:v>18.539100000000001</c:v>
                </c:pt>
                <c:pt idx="1507">
                  <c:v>18.227799999999998</c:v>
                </c:pt>
                <c:pt idx="1508">
                  <c:v>18.046199999999999</c:v>
                </c:pt>
                <c:pt idx="1509">
                  <c:v>18.11</c:v>
                </c:pt>
                <c:pt idx="1510">
                  <c:v>18.278099999999998</c:v>
                </c:pt>
                <c:pt idx="1511">
                  <c:v>18.178899999999999</c:v>
                </c:pt>
                <c:pt idx="1512">
                  <c:v>17.626999999999999</c:v>
                </c:pt>
                <c:pt idx="1513">
                  <c:v>17.426300000000001</c:v>
                </c:pt>
                <c:pt idx="1514">
                  <c:v>17.4236</c:v>
                </c:pt>
                <c:pt idx="1515">
                  <c:v>17.479399999999998</c:v>
                </c:pt>
                <c:pt idx="1516">
                  <c:v>17.578600000000002</c:v>
                </c:pt>
                <c:pt idx="1517">
                  <c:v>17.546800000000001</c:v>
                </c:pt>
                <c:pt idx="1518">
                  <c:v>17.7074</c:v>
                </c:pt>
                <c:pt idx="1519">
                  <c:v>18.3081</c:v>
                </c:pt>
                <c:pt idx="1520">
                  <c:v>18.8767</c:v>
                </c:pt>
                <c:pt idx="1521">
                  <c:v>18.706099999999999</c:v>
                </c:pt>
                <c:pt idx="1522">
                  <c:v>18.3614</c:v>
                </c:pt>
                <c:pt idx="1523">
                  <c:v>18.297499999999999</c:v>
                </c:pt>
                <c:pt idx="1524">
                  <c:v>18.2864</c:v>
                </c:pt>
                <c:pt idx="1525">
                  <c:v>18.581</c:v>
                </c:pt>
                <c:pt idx="1526">
                  <c:v>18.445599999999999</c:v>
                </c:pt>
                <c:pt idx="1527">
                  <c:v>18.154</c:v>
                </c:pt>
                <c:pt idx="1528">
                  <c:v>18.362300000000001</c:v>
                </c:pt>
                <c:pt idx="1529">
                  <c:v>18.816700000000001</c:v>
                </c:pt>
                <c:pt idx="1530">
                  <c:v>19.184799999999999</c:v>
                </c:pt>
                <c:pt idx="1531">
                  <c:v>19.088999999999999</c:v>
                </c:pt>
                <c:pt idx="1532">
                  <c:v>18.980899999999998</c:v>
                </c:pt>
                <c:pt idx="1533">
                  <c:v>19.226400000000002</c:v>
                </c:pt>
                <c:pt idx="1534">
                  <c:v>19.127700000000001</c:v>
                </c:pt>
                <c:pt idx="1535">
                  <c:v>19.0991</c:v>
                </c:pt>
                <c:pt idx="1536">
                  <c:v>19.311699999999998</c:v>
                </c:pt>
                <c:pt idx="1537">
                  <c:v>19.6038</c:v>
                </c:pt>
                <c:pt idx="1538">
                  <c:v>20.178999999999998</c:v>
                </c:pt>
                <c:pt idx="1539">
                  <c:v>20.350899999999999</c:v>
                </c:pt>
                <c:pt idx="1540">
                  <c:v>20.289200000000001</c:v>
                </c:pt>
                <c:pt idx="1541">
                  <c:v>20.4556</c:v>
                </c:pt>
                <c:pt idx="1542">
                  <c:v>20.4787</c:v>
                </c:pt>
                <c:pt idx="1543">
                  <c:v>20.233799999999999</c:v>
                </c:pt>
                <c:pt idx="1544">
                  <c:v>20.0596</c:v>
                </c:pt>
                <c:pt idx="1545">
                  <c:v>20.092300000000002</c:v>
                </c:pt>
                <c:pt idx="1546">
                  <c:v>20.466000000000001</c:v>
                </c:pt>
                <c:pt idx="1547">
                  <c:v>20.819099999999999</c:v>
                </c:pt>
                <c:pt idx="1548">
                  <c:v>20.9024</c:v>
                </c:pt>
                <c:pt idx="1549">
                  <c:v>21.113399999999999</c:v>
                </c:pt>
                <c:pt idx="1550">
                  <c:v>21.305299999999999</c:v>
                </c:pt>
                <c:pt idx="1551">
                  <c:v>21.406700000000001</c:v>
                </c:pt>
                <c:pt idx="1552">
                  <c:v>21.480399999999999</c:v>
                </c:pt>
                <c:pt idx="1553">
                  <c:v>21.450199999999999</c:v>
                </c:pt>
                <c:pt idx="1554">
                  <c:v>21.415299999999998</c:v>
                </c:pt>
                <c:pt idx="1555">
                  <c:v>21.307200000000002</c:v>
                </c:pt>
                <c:pt idx="1556">
                  <c:v>21.386399999999998</c:v>
                </c:pt>
                <c:pt idx="1557">
                  <c:v>21.468299999999999</c:v>
                </c:pt>
                <c:pt idx="1558">
                  <c:v>21.434000000000001</c:v>
                </c:pt>
                <c:pt idx="1559">
                  <c:v>20.854700000000001</c:v>
                </c:pt>
                <c:pt idx="1560">
                  <c:v>20.505099999999999</c:v>
                </c:pt>
                <c:pt idx="1561">
                  <c:v>20.419899999999998</c:v>
                </c:pt>
                <c:pt idx="1562">
                  <c:v>20.427199999999999</c:v>
                </c:pt>
                <c:pt idx="1563">
                  <c:v>20.7119</c:v>
                </c:pt>
                <c:pt idx="1564">
                  <c:v>21.358899999999998</c:v>
                </c:pt>
                <c:pt idx="1565">
                  <c:v>21.917999999999999</c:v>
                </c:pt>
                <c:pt idx="1566">
                  <c:v>22.060600000000001</c:v>
                </c:pt>
                <c:pt idx="1567">
                  <c:v>22.273599999999998</c:v>
                </c:pt>
                <c:pt idx="1568">
                  <c:v>22.462800000000001</c:v>
                </c:pt>
                <c:pt idx="1569">
                  <c:v>22.472300000000001</c:v>
                </c:pt>
                <c:pt idx="1570">
                  <c:v>22.206199999999999</c:v>
                </c:pt>
                <c:pt idx="1571">
                  <c:v>21.9695</c:v>
                </c:pt>
                <c:pt idx="1572">
                  <c:v>22.0273</c:v>
                </c:pt>
                <c:pt idx="1573">
                  <c:v>21.996300000000002</c:v>
                </c:pt>
                <c:pt idx="1574">
                  <c:v>21.6797</c:v>
                </c:pt>
                <c:pt idx="1575">
                  <c:v>21.481000000000002</c:v>
                </c:pt>
                <c:pt idx="1576">
                  <c:v>21.575199999999999</c:v>
                </c:pt>
                <c:pt idx="1577">
                  <c:v>21.666499999999999</c:v>
                </c:pt>
                <c:pt idx="1578">
                  <c:v>22.060400000000001</c:v>
                </c:pt>
                <c:pt idx="1579">
                  <c:v>22.653600000000001</c:v>
                </c:pt>
                <c:pt idx="1580">
                  <c:v>23.235700000000001</c:v>
                </c:pt>
                <c:pt idx="1581">
                  <c:v>23.7226</c:v>
                </c:pt>
                <c:pt idx="1582">
                  <c:v>24.008299999999998</c:v>
                </c:pt>
                <c:pt idx="1583">
                  <c:v>24.104399999999998</c:v>
                </c:pt>
                <c:pt idx="1584">
                  <c:v>24.244</c:v>
                </c:pt>
                <c:pt idx="1585">
                  <c:v>24.387499999999999</c:v>
                </c:pt>
                <c:pt idx="1586">
                  <c:v>24.624400000000001</c:v>
                </c:pt>
                <c:pt idx="1587">
                  <c:v>24.815999999999999</c:v>
                </c:pt>
                <c:pt idx="1588">
                  <c:v>24.621300000000002</c:v>
                </c:pt>
                <c:pt idx="1589">
                  <c:v>24.655100000000001</c:v>
                </c:pt>
                <c:pt idx="1590">
                  <c:v>25.0289</c:v>
                </c:pt>
                <c:pt idx="1591">
                  <c:v>25.619199999999999</c:v>
                </c:pt>
                <c:pt idx="1592">
                  <c:v>26.106400000000001</c:v>
                </c:pt>
                <c:pt idx="1593">
                  <c:v>26.390999999999998</c:v>
                </c:pt>
                <c:pt idx="1594">
                  <c:v>26.3934</c:v>
                </c:pt>
                <c:pt idx="1595">
                  <c:v>26.454799999999999</c:v>
                </c:pt>
                <c:pt idx="1596">
                  <c:v>26.7545</c:v>
                </c:pt>
                <c:pt idx="1597">
                  <c:v>27.339099999999998</c:v>
                </c:pt>
                <c:pt idx="1598">
                  <c:v>27.6936</c:v>
                </c:pt>
                <c:pt idx="1599">
                  <c:v>27.858499999999999</c:v>
                </c:pt>
                <c:pt idx="1600">
                  <c:v>28.0428</c:v>
                </c:pt>
                <c:pt idx="1601">
                  <c:v>28.0213</c:v>
                </c:pt>
                <c:pt idx="1602">
                  <c:v>28.023499999999999</c:v>
                </c:pt>
                <c:pt idx="1603">
                  <c:v>28.344000000000001</c:v>
                </c:pt>
                <c:pt idx="1604">
                  <c:v>28.724</c:v>
                </c:pt>
                <c:pt idx="1605">
                  <c:v>28.9343</c:v>
                </c:pt>
                <c:pt idx="1606">
                  <c:v>28.853100000000001</c:v>
                </c:pt>
                <c:pt idx="1607">
                  <c:v>28.527899999999999</c:v>
                </c:pt>
                <c:pt idx="1608">
                  <c:v>28.612100000000002</c:v>
                </c:pt>
                <c:pt idx="1609">
                  <c:v>28.9209</c:v>
                </c:pt>
                <c:pt idx="1610">
                  <c:v>29.006399999999999</c:v>
                </c:pt>
                <c:pt idx="1611">
                  <c:v>29.0837</c:v>
                </c:pt>
                <c:pt idx="1612">
                  <c:v>29.035799999999998</c:v>
                </c:pt>
                <c:pt idx="1613">
                  <c:v>29.104800000000001</c:v>
                </c:pt>
                <c:pt idx="1614">
                  <c:v>29.427800000000001</c:v>
                </c:pt>
                <c:pt idx="1615">
                  <c:v>29.411300000000001</c:v>
                </c:pt>
                <c:pt idx="1616">
                  <c:v>29.025200000000002</c:v>
                </c:pt>
                <c:pt idx="1617">
                  <c:v>29.174900000000001</c:v>
                </c:pt>
                <c:pt idx="1618">
                  <c:v>29.692499999999999</c:v>
                </c:pt>
                <c:pt idx="1619">
                  <c:v>29.8948</c:v>
                </c:pt>
                <c:pt idx="1620">
                  <c:v>30.1953</c:v>
                </c:pt>
                <c:pt idx="1621">
                  <c:v>30.3858</c:v>
                </c:pt>
                <c:pt idx="1622">
                  <c:v>30.769500000000001</c:v>
                </c:pt>
                <c:pt idx="1623">
                  <c:v>31.444700000000001</c:v>
                </c:pt>
                <c:pt idx="1624">
                  <c:v>31.7928</c:v>
                </c:pt>
                <c:pt idx="1625">
                  <c:v>31.710999999999999</c:v>
                </c:pt>
                <c:pt idx="1626">
                  <c:v>31.862100000000002</c:v>
                </c:pt>
                <c:pt idx="1627">
                  <c:v>32.216500000000003</c:v>
                </c:pt>
                <c:pt idx="1628">
                  <c:v>32.331699999999998</c:v>
                </c:pt>
                <c:pt idx="1629">
                  <c:v>32.101100000000002</c:v>
                </c:pt>
                <c:pt idx="1630">
                  <c:v>31.9681</c:v>
                </c:pt>
                <c:pt idx="1631">
                  <c:v>31.920200000000001</c:v>
                </c:pt>
                <c:pt idx="1632">
                  <c:v>31.926300000000001</c:v>
                </c:pt>
                <c:pt idx="1633">
                  <c:v>31.9345</c:v>
                </c:pt>
                <c:pt idx="1634">
                  <c:v>31.8156</c:v>
                </c:pt>
                <c:pt idx="1635">
                  <c:v>31.892399999999999</c:v>
                </c:pt>
                <c:pt idx="1636">
                  <c:v>31.861599999999999</c:v>
                </c:pt>
                <c:pt idx="1637">
                  <c:v>32.005099999999999</c:v>
                </c:pt>
                <c:pt idx="1638">
                  <c:v>32.463099999999997</c:v>
                </c:pt>
                <c:pt idx="1639">
                  <c:v>32.979100000000003</c:v>
                </c:pt>
                <c:pt idx="1640">
                  <c:v>33.354500000000002</c:v>
                </c:pt>
                <c:pt idx="1641">
                  <c:v>33.870800000000003</c:v>
                </c:pt>
                <c:pt idx="1642">
                  <c:v>34.183</c:v>
                </c:pt>
                <c:pt idx="1643">
                  <c:v>34.467500000000001</c:v>
                </c:pt>
                <c:pt idx="1644">
                  <c:v>34.917000000000002</c:v>
                </c:pt>
                <c:pt idx="1645">
                  <c:v>35.338900000000002</c:v>
                </c:pt>
                <c:pt idx="1646">
                  <c:v>35.954099999999997</c:v>
                </c:pt>
                <c:pt idx="1647">
                  <c:v>36.460299999999997</c:v>
                </c:pt>
                <c:pt idx="1648">
                  <c:v>36.5334</c:v>
                </c:pt>
                <c:pt idx="1649">
                  <c:v>36.736400000000003</c:v>
                </c:pt>
                <c:pt idx="1650">
                  <c:v>37.225000000000001</c:v>
                </c:pt>
                <c:pt idx="1651">
                  <c:v>37.9191</c:v>
                </c:pt>
                <c:pt idx="1652">
                  <c:v>38.369100000000003</c:v>
                </c:pt>
                <c:pt idx="1653">
                  <c:v>38.7684</c:v>
                </c:pt>
                <c:pt idx="1654">
                  <c:v>39.590200000000003</c:v>
                </c:pt>
                <c:pt idx="1655">
                  <c:v>40.251100000000001</c:v>
                </c:pt>
                <c:pt idx="1656">
                  <c:v>40.767000000000003</c:v>
                </c:pt>
                <c:pt idx="1657">
                  <c:v>41.547699999999999</c:v>
                </c:pt>
                <c:pt idx="1658">
                  <c:v>41.738300000000002</c:v>
                </c:pt>
                <c:pt idx="1659">
                  <c:v>41.8292</c:v>
                </c:pt>
                <c:pt idx="1660">
                  <c:v>42.201500000000003</c:v>
                </c:pt>
                <c:pt idx="1661">
                  <c:v>42.507800000000003</c:v>
                </c:pt>
                <c:pt idx="1662">
                  <c:v>42.725299999999997</c:v>
                </c:pt>
                <c:pt idx="1663">
                  <c:v>43.134</c:v>
                </c:pt>
                <c:pt idx="1664">
                  <c:v>43.229199999999999</c:v>
                </c:pt>
                <c:pt idx="1665">
                  <c:v>43.476300000000002</c:v>
                </c:pt>
                <c:pt idx="1666">
                  <c:v>44.081299999999999</c:v>
                </c:pt>
                <c:pt idx="1667">
                  <c:v>44.675199999999997</c:v>
                </c:pt>
                <c:pt idx="1668">
                  <c:v>45.243899999999996</c:v>
                </c:pt>
                <c:pt idx="1669">
                  <c:v>45.698900000000002</c:v>
                </c:pt>
                <c:pt idx="1670">
                  <c:v>45.661099999999998</c:v>
                </c:pt>
                <c:pt idx="1671">
                  <c:v>45.972000000000001</c:v>
                </c:pt>
                <c:pt idx="1672">
                  <c:v>46.848599999999998</c:v>
                </c:pt>
                <c:pt idx="1673">
                  <c:v>47.822099999999999</c:v>
                </c:pt>
                <c:pt idx="1674">
                  <c:v>48.448099999999997</c:v>
                </c:pt>
                <c:pt idx="1675">
                  <c:v>48.990600000000001</c:v>
                </c:pt>
                <c:pt idx="1676">
                  <c:v>49.707000000000001</c:v>
                </c:pt>
                <c:pt idx="1677">
                  <c:v>50.474400000000003</c:v>
                </c:pt>
                <c:pt idx="1678">
                  <c:v>51.148400000000002</c:v>
                </c:pt>
                <c:pt idx="1679">
                  <c:v>51.912100000000002</c:v>
                </c:pt>
                <c:pt idx="1680">
                  <c:v>52.205599999999997</c:v>
                </c:pt>
                <c:pt idx="1681">
                  <c:v>52.404800000000002</c:v>
                </c:pt>
                <c:pt idx="1682">
                  <c:v>52.759500000000003</c:v>
                </c:pt>
                <c:pt idx="1683">
                  <c:v>53.1706</c:v>
                </c:pt>
                <c:pt idx="1684">
                  <c:v>53.473500000000001</c:v>
                </c:pt>
                <c:pt idx="1685">
                  <c:v>53.752000000000002</c:v>
                </c:pt>
                <c:pt idx="1686">
                  <c:v>54.478999999999999</c:v>
                </c:pt>
                <c:pt idx="1687">
                  <c:v>55.120800000000003</c:v>
                </c:pt>
                <c:pt idx="1688">
                  <c:v>55.9636</c:v>
                </c:pt>
                <c:pt idx="1689">
                  <c:v>56.770499999999998</c:v>
                </c:pt>
                <c:pt idx="1690">
                  <c:v>57.718899999999998</c:v>
                </c:pt>
                <c:pt idx="1691">
                  <c:v>58.7851</c:v>
                </c:pt>
                <c:pt idx="1692">
                  <c:v>59.8902</c:v>
                </c:pt>
                <c:pt idx="1693">
                  <c:v>60.962200000000003</c:v>
                </c:pt>
                <c:pt idx="1694">
                  <c:v>62.196100000000001</c:v>
                </c:pt>
                <c:pt idx="1695">
                  <c:v>63.359699999999997</c:v>
                </c:pt>
                <c:pt idx="1696">
                  <c:v>64.904200000000003</c:v>
                </c:pt>
                <c:pt idx="1697">
                  <c:v>66.739500000000007</c:v>
                </c:pt>
                <c:pt idx="1698">
                  <c:v>68.682100000000005</c:v>
                </c:pt>
                <c:pt idx="1699">
                  <c:v>70.585899999999995</c:v>
                </c:pt>
                <c:pt idx="1700">
                  <c:v>72.561099999999996</c:v>
                </c:pt>
                <c:pt idx="1701">
                  <c:v>74.552800000000005</c:v>
                </c:pt>
                <c:pt idx="1702">
                  <c:v>76.266599999999997</c:v>
                </c:pt>
                <c:pt idx="1703">
                  <c:v>78.067099999999996</c:v>
                </c:pt>
                <c:pt idx="1704">
                  <c:v>80.238100000000003</c:v>
                </c:pt>
                <c:pt idx="1705">
                  <c:v>82.12</c:v>
                </c:pt>
                <c:pt idx="1706">
                  <c:v>83.814700000000002</c:v>
                </c:pt>
                <c:pt idx="1707">
                  <c:v>85.245699999999999</c:v>
                </c:pt>
                <c:pt idx="1708">
                  <c:v>86.494699999999995</c:v>
                </c:pt>
                <c:pt idx="1709">
                  <c:v>87.636700000000005</c:v>
                </c:pt>
                <c:pt idx="1710">
                  <c:v>88.528300000000002</c:v>
                </c:pt>
                <c:pt idx="1711">
                  <c:v>89.586100000000002</c:v>
                </c:pt>
                <c:pt idx="1712">
                  <c:v>90.564899999999994</c:v>
                </c:pt>
                <c:pt idx="1713">
                  <c:v>91.536199999999994</c:v>
                </c:pt>
                <c:pt idx="1714">
                  <c:v>92.840100000000007</c:v>
                </c:pt>
                <c:pt idx="1715">
                  <c:v>94.547600000000003</c:v>
                </c:pt>
                <c:pt idx="1716">
                  <c:v>96.428200000000004</c:v>
                </c:pt>
                <c:pt idx="1717">
                  <c:v>98.593100000000007</c:v>
                </c:pt>
                <c:pt idx="1718">
                  <c:v>100.696</c:v>
                </c:pt>
                <c:pt idx="1719">
                  <c:v>102.93</c:v>
                </c:pt>
                <c:pt idx="1720">
                  <c:v>105.947</c:v>
                </c:pt>
                <c:pt idx="1721">
                  <c:v>109.524</c:v>
                </c:pt>
                <c:pt idx="1722">
                  <c:v>113.58199999999999</c:v>
                </c:pt>
                <c:pt idx="1723">
                  <c:v>118.791</c:v>
                </c:pt>
                <c:pt idx="1724">
                  <c:v>124.932</c:v>
                </c:pt>
                <c:pt idx="1725">
                  <c:v>132.34899999999999</c:v>
                </c:pt>
                <c:pt idx="1726">
                  <c:v>141.61000000000001</c:v>
                </c:pt>
                <c:pt idx="1727">
                  <c:v>152.32499999999999</c:v>
                </c:pt>
                <c:pt idx="1728">
                  <c:v>164.685</c:v>
                </c:pt>
                <c:pt idx="1729">
                  <c:v>178.78800000000001</c:v>
                </c:pt>
                <c:pt idx="1730">
                  <c:v>193.749</c:v>
                </c:pt>
                <c:pt idx="1731">
                  <c:v>209.52</c:v>
                </c:pt>
                <c:pt idx="1732">
                  <c:v>225.80799999999999</c:v>
                </c:pt>
                <c:pt idx="1733">
                  <c:v>241.839</c:v>
                </c:pt>
                <c:pt idx="1734">
                  <c:v>256.40699999999998</c:v>
                </c:pt>
                <c:pt idx="1735">
                  <c:v>268.96899999999999</c:v>
                </c:pt>
                <c:pt idx="1736">
                  <c:v>278.66800000000001</c:v>
                </c:pt>
                <c:pt idx="1737">
                  <c:v>284.76600000000002</c:v>
                </c:pt>
                <c:pt idx="1738">
                  <c:v>286.77300000000002</c:v>
                </c:pt>
                <c:pt idx="1739">
                  <c:v>284.71699999999998</c:v>
                </c:pt>
                <c:pt idx="1740">
                  <c:v>279.32499999999999</c:v>
                </c:pt>
                <c:pt idx="1741">
                  <c:v>271.88299999999998</c:v>
                </c:pt>
                <c:pt idx="1742">
                  <c:v>263.31400000000002</c:v>
                </c:pt>
                <c:pt idx="1743">
                  <c:v>254.179</c:v>
                </c:pt>
                <c:pt idx="1744">
                  <c:v>246.21700000000001</c:v>
                </c:pt>
                <c:pt idx="1745">
                  <c:v>239.75399999999999</c:v>
                </c:pt>
                <c:pt idx="1746">
                  <c:v>234.60300000000001</c:v>
                </c:pt>
                <c:pt idx="1747">
                  <c:v>232.09299999999999</c:v>
                </c:pt>
                <c:pt idx="1748">
                  <c:v>232.57400000000001</c:v>
                </c:pt>
                <c:pt idx="1749">
                  <c:v>235.36</c:v>
                </c:pt>
                <c:pt idx="1750">
                  <c:v>240.62200000000001</c:v>
                </c:pt>
                <c:pt idx="1751">
                  <c:v>248.10400000000001</c:v>
                </c:pt>
                <c:pt idx="1752">
                  <c:v>257.64299999999997</c:v>
                </c:pt>
                <c:pt idx="1753">
                  <c:v>268.899</c:v>
                </c:pt>
                <c:pt idx="1754">
                  <c:v>281.904</c:v>
                </c:pt>
                <c:pt idx="1755">
                  <c:v>297.26</c:v>
                </c:pt>
                <c:pt idx="1756">
                  <c:v>314.59899999999999</c:v>
                </c:pt>
                <c:pt idx="1757">
                  <c:v>333.7</c:v>
                </c:pt>
                <c:pt idx="1758">
                  <c:v>354.35</c:v>
                </c:pt>
                <c:pt idx="1759">
                  <c:v>376.565</c:v>
                </c:pt>
                <c:pt idx="1760">
                  <c:v>400.97500000000002</c:v>
                </c:pt>
                <c:pt idx="1761">
                  <c:v>426.82900000000001</c:v>
                </c:pt>
                <c:pt idx="1762">
                  <c:v>454.64299999999997</c:v>
                </c:pt>
                <c:pt idx="1763">
                  <c:v>485.428</c:v>
                </c:pt>
                <c:pt idx="1764">
                  <c:v>519.11800000000005</c:v>
                </c:pt>
                <c:pt idx="1765">
                  <c:v>557.41800000000001</c:v>
                </c:pt>
                <c:pt idx="1766">
                  <c:v>602.60199999999998</c:v>
                </c:pt>
                <c:pt idx="1767">
                  <c:v>656.44399999999996</c:v>
                </c:pt>
                <c:pt idx="1768">
                  <c:v>722.00800000000004</c:v>
                </c:pt>
                <c:pt idx="1769">
                  <c:v>803.78</c:v>
                </c:pt>
                <c:pt idx="1770">
                  <c:v>906.50900000000001</c:v>
                </c:pt>
                <c:pt idx="1771">
                  <c:v>1035.01</c:v>
                </c:pt>
                <c:pt idx="1772">
                  <c:v>1194.21</c:v>
                </c:pt>
                <c:pt idx="1773">
                  <c:v>1388.26</c:v>
                </c:pt>
                <c:pt idx="1774">
                  <c:v>1619.43</c:v>
                </c:pt>
                <c:pt idx="1775">
                  <c:v>1887.3</c:v>
                </c:pt>
                <c:pt idx="1776">
                  <c:v>2188.7199999999998</c:v>
                </c:pt>
                <c:pt idx="1777">
                  <c:v>2515.63</c:v>
                </c:pt>
                <c:pt idx="1778">
                  <c:v>2854.72</c:v>
                </c:pt>
                <c:pt idx="1779">
                  <c:v>3188.11</c:v>
                </c:pt>
                <c:pt idx="1780">
                  <c:v>3493.47</c:v>
                </c:pt>
                <c:pt idx="1781">
                  <c:v>3747.29</c:v>
                </c:pt>
                <c:pt idx="1782">
                  <c:v>3928.81</c:v>
                </c:pt>
                <c:pt idx="1783">
                  <c:v>4021.11</c:v>
                </c:pt>
                <c:pt idx="1784">
                  <c:v>4013.6</c:v>
                </c:pt>
                <c:pt idx="1785">
                  <c:v>3903.55</c:v>
                </c:pt>
                <c:pt idx="1786">
                  <c:v>3698.32</c:v>
                </c:pt>
                <c:pt idx="1787">
                  <c:v>3414.04</c:v>
                </c:pt>
                <c:pt idx="1788">
                  <c:v>3073.59</c:v>
                </c:pt>
                <c:pt idx="1789">
                  <c:v>2703.69</c:v>
                </c:pt>
                <c:pt idx="1790">
                  <c:v>2329.44</c:v>
                </c:pt>
                <c:pt idx="1791">
                  <c:v>1972.16</c:v>
                </c:pt>
                <c:pt idx="1792">
                  <c:v>1648.33</c:v>
                </c:pt>
                <c:pt idx="1793">
                  <c:v>1367.92</c:v>
                </c:pt>
                <c:pt idx="1794">
                  <c:v>1134.26</c:v>
                </c:pt>
                <c:pt idx="1795">
                  <c:v>945.55200000000002</c:v>
                </c:pt>
                <c:pt idx="1796">
                  <c:v>796.66099999999994</c:v>
                </c:pt>
                <c:pt idx="1797">
                  <c:v>679.82299999999998</c:v>
                </c:pt>
                <c:pt idx="1798">
                  <c:v>587.51700000000005</c:v>
                </c:pt>
                <c:pt idx="1799">
                  <c:v>514.27700000000004</c:v>
                </c:pt>
                <c:pt idx="1800">
                  <c:v>455.20600000000002</c:v>
                </c:pt>
                <c:pt idx="1801">
                  <c:v>406.30399999999997</c:v>
                </c:pt>
                <c:pt idx="1802">
                  <c:v>365.63799999999998</c:v>
                </c:pt>
                <c:pt idx="1803">
                  <c:v>330.83499999999998</c:v>
                </c:pt>
                <c:pt idx="1804">
                  <c:v>300.73099999999999</c:v>
                </c:pt>
                <c:pt idx="1805">
                  <c:v>274.98</c:v>
                </c:pt>
                <c:pt idx="1806">
                  <c:v>252.821</c:v>
                </c:pt>
                <c:pt idx="1807">
                  <c:v>233.012</c:v>
                </c:pt>
                <c:pt idx="1808">
                  <c:v>215.16399999999999</c:v>
                </c:pt>
                <c:pt idx="1809">
                  <c:v>199.17099999999999</c:v>
                </c:pt>
                <c:pt idx="1810">
                  <c:v>184.76300000000001</c:v>
                </c:pt>
                <c:pt idx="1811">
                  <c:v>172.68199999999999</c:v>
                </c:pt>
                <c:pt idx="1812">
                  <c:v>162.52799999999999</c:v>
                </c:pt>
                <c:pt idx="1813">
                  <c:v>154.27000000000001</c:v>
                </c:pt>
                <c:pt idx="1814">
                  <c:v>147.81800000000001</c:v>
                </c:pt>
                <c:pt idx="1815">
                  <c:v>143.173</c:v>
                </c:pt>
                <c:pt idx="1816">
                  <c:v>140.322</c:v>
                </c:pt>
                <c:pt idx="1817">
                  <c:v>139.34800000000001</c:v>
                </c:pt>
                <c:pt idx="1818">
                  <c:v>140.38900000000001</c:v>
                </c:pt>
                <c:pt idx="1819">
                  <c:v>143.41499999999999</c:v>
                </c:pt>
                <c:pt idx="1820">
                  <c:v>148.29499999999999</c:v>
                </c:pt>
                <c:pt idx="1821">
                  <c:v>155.25399999999999</c:v>
                </c:pt>
                <c:pt idx="1822">
                  <c:v>164.215</c:v>
                </c:pt>
                <c:pt idx="1823">
                  <c:v>174.44399999999999</c:v>
                </c:pt>
                <c:pt idx="1824">
                  <c:v>185.822</c:v>
                </c:pt>
                <c:pt idx="1825">
                  <c:v>197.99299999999999</c:v>
                </c:pt>
                <c:pt idx="1826">
                  <c:v>209.85599999999999</c:v>
                </c:pt>
                <c:pt idx="1827">
                  <c:v>220.04599999999999</c:v>
                </c:pt>
                <c:pt idx="1828">
                  <c:v>228.03299999999999</c:v>
                </c:pt>
                <c:pt idx="1829">
                  <c:v>233.22300000000001</c:v>
                </c:pt>
                <c:pt idx="1830">
                  <c:v>234.65799999999999</c:v>
                </c:pt>
                <c:pt idx="1831">
                  <c:v>232.24799999999999</c:v>
                </c:pt>
                <c:pt idx="1832">
                  <c:v>226.041</c:v>
                </c:pt>
                <c:pt idx="1833">
                  <c:v>215.73099999999999</c:v>
                </c:pt>
                <c:pt idx="1834">
                  <c:v>202.411</c:v>
                </c:pt>
                <c:pt idx="1835">
                  <c:v>187.721</c:v>
                </c:pt>
                <c:pt idx="1836">
                  <c:v>172.29300000000001</c:v>
                </c:pt>
                <c:pt idx="1837">
                  <c:v>156.59899999999999</c:v>
                </c:pt>
                <c:pt idx="1838">
                  <c:v>141.745</c:v>
                </c:pt>
                <c:pt idx="1839">
                  <c:v>128.55099999999999</c:v>
                </c:pt>
                <c:pt idx="1840">
                  <c:v>117.562</c:v>
                </c:pt>
                <c:pt idx="1841">
                  <c:v>107.986</c:v>
                </c:pt>
                <c:pt idx="1842">
                  <c:v>99.746399999999994</c:v>
                </c:pt>
                <c:pt idx="1843">
                  <c:v>92.858800000000002</c:v>
                </c:pt>
                <c:pt idx="1844">
                  <c:v>87.406800000000004</c:v>
                </c:pt>
                <c:pt idx="1845">
                  <c:v>83.631200000000007</c:v>
                </c:pt>
                <c:pt idx="1846">
                  <c:v>80.373199999999997</c:v>
                </c:pt>
                <c:pt idx="1847">
                  <c:v>77.370800000000003</c:v>
                </c:pt>
                <c:pt idx="1848">
                  <c:v>74.440600000000003</c:v>
                </c:pt>
                <c:pt idx="1849">
                  <c:v>71.473299999999995</c:v>
                </c:pt>
                <c:pt idx="1850">
                  <c:v>68.955799999999996</c:v>
                </c:pt>
                <c:pt idx="1851">
                  <c:v>66.866100000000003</c:v>
                </c:pt>
                <c:pt idx="1852">
                  <c:v>64.981999999999999</c:v>
                </c:pt>
                <c:pt idx="1853">
                  <c:v>63.285899999999998</c:v>
                </c:pt>
                <c:pt idx="1854">
                  <c:v>61.720999999999997</c:v>
                </c:pt>
                <c:pt idx="1855">
                  <c:v>59.853200000000001</c:v>
                </c:pt>
                <c:pt idx="1856">
                  <c:v>58.103900000000003</c:v>
                </c:pt>
                <c:pt idx="1857">
                  <c:v>56.840499999999999</c:v>
                </c:pt>
                <c:pt idx="1858">
                  <c:v>55.631700000000002</c:v>
                </c:pt>
                <c:pt idx="1859">
                  <c:v>54.405700000000003</c:v>
                </c:pt>
                <c:pt idx="1860">
                  <c:v>53.776200000000003</c:v>
                </c:pt>
                <c:pt idx="1861">
                  <c:v>53.456099999999999</c:v>
                </c:pt>
                <c:pt idx="1862">
                  <c:v>52.738900000000001</c:v>
                </c:pt>
                <c:pt idx="1863">
                  <c:v>51.5321</c:v>
                </c:pt>
                <c:pt idx="1864">
                  <c:v>50.322800000000001</c:v>
                </c:pt>
                <c:pt idx="1865">
                  <c:v>49.6995</c:v>
                </c:pt>
                <c:pt idx="1866">
                  <c:v>49.207999999999998</c:v>
                </c:pt>
                <c:pt idx="1867">
                  <c:v>48.733600000000003</c:v>
                </c:pt>
                <c:pt idx="1868">
                  <c:v>48.0563</c:v>
                </c:pt>
                <c:pt idx="1869">
                  <c:v>47.138800000000003</c:v>
                </c:pt>
                <c:pt idx="1870">
                  <c:v>46.4985</c:v>
                </c:pt>
                <c:pt idx="1871">
                  <c:v>46.253700000000002</c:v>
                </c:pt>
                <c:pt idx="1872">
                  <c:v>46.2438</c:v>
                </c:pt>
                <c:pt idx="1873">
                  <c:v>46.064100000000003</c:v>
                </c:pt>
                <c:pt idx="1874">
                  <c:v>45.784599999999998</c:v>
                </c:pt>
                <c:pt idx="1875">
                  <c:v>45.448099999999997</c:v>
                </c:pt>
                <c:pt idx="1876">
                  <c:v>45.192399999999999</c:v>
                </c:pt>
                <c:pt idx="1877">
                  <c:v>44.938699999999997</c:v>
                </c:pt>
                <c:pt idx="1878">
                  <c:v>44.756300000000003</c:v>
                </c:pt>
                <c:pt idx="1879">
                  <c:v>44.434699999999999</c:v>
                </c:pt>
                <c:pt idx="1880">
                  <c:v>44.043700000000001</c:v>
                </c:pt>
                <c:pt idx="1881">
                  <c:v>43.654499999999999</c:v>
                </c:pt>
                <c:pt idx="1882">
                  <c:v>42.900399999999998</c:v>
                </c:pt>
                <c:pt idx="1883">
                  <c:v>42.218699999999998</c:v>
                </c:pt>
                <c:pt idx="1884">
                  <c:v>42.1128</c:v>
                </c:pt>
                <c:pt idx="1885">
                  <c:v>42.0732</c:v>
                </c:pt>
                <c:pt idx="1886">
                  <c:v>41.978900000000003</c:v>
                </c:pt>
                <c:pt idx="1887">
                  <c:v>41.957099999999997</c:v>
                </c:pt>
                <c:pt idx="1888">
                  <c:v>41.960500000000003</c:v>
                </c:pt>
                <c:pt idx="1889">
                  <c:v>42.015999999999998</c:v>
                </c:pt>
                <c:pt idx="1890">
                  <c:v>42.0167</c:v>
                </c:pt>
                <c:pt idx="1891">
                  <c:v>42.605400000000003</c:v>
                </c:pt>
                <c:pt idx="1892">
                  <c:v>43.680100000000003</c:v>
                </c:pt>
                <c:pt idx="1893">
                  <c:v>44.774999999999999</c:v>
                </c:pt>
                <c:pt idx="1894">
                  <c:v>46.128300000000003</c:v>
                </c:pt>
                <c:pt idx="1895">
                  <c:v>47.536000000000001</c:v>
                </c:pt>
                <c:pt idx="1896">
                  <c:v>48.961100000000002</c:v>
                </c:pt>
                <c:pt idx="1897">
                  <c:v>51.076099999999997</c:v>
                </c:pt>
                <c:pt idx="1898">
                  <c:v>53.006799999999998</c:v>
                </c:pt>
                <c:pt idx="1899">
                  <c:v>54.6569</c:v>
                </c:pt>
                <c:pt idx="1900">
                  <c:v>56.354199999999999</c:v>
                </c:pt>
                <c:pt idx="1901">
                  <c:v>57.651600000000002</c:v>
                </c:pt>
                <c:pt idx="1902">
                  <c:v>58.319899999999997</c:v>
                </c:pt>
                <c:pt idx="1903">
                  <c:v>58.479100000000003</c:v>
                </c:pt>
                <c:pt idx="1904">
                  <c:v>58.137799999999999</c:v>
                </c:pt>
                <c:pt idx="1905">
                  <c:v>57.356499999999997</c:v>
                </c:pt>
                <c:pt idx="1906">
                  <c:v>55.863799999999998</c:v>
                </c:pt>
                <c:pt idx="1907">
                  <c:v>53.752099999999999</c:v>
                </c:pt>
                <c:pt idx="1908">
                  <c:v>51.165300000000002</c:v>
                </c:pt>
                <c:pt idx="1909">
                  <c:v>48.969700000000003</c:v>
                </c:pt>
                <c:pt idx="1910">
                  <c:v>46.810200000000002</c:v>
                </c:pt>
                <c:pt idx="1911">
                  <c:v>44.3504</c:v>
                </c:pt>
                <c:pt idx="1912">
                  <c:v>41.960900000000002</c:v>
                </c:pt>
                <c:pt idx="1913">
                  <c:v>40.190800000000003</c:v>
                </c:pt>
                <c:pt idx="1914">
                  <c:v>39.063099999999999</c:v>
                </c:pt>
                <c:pt idx="1915">
                  <c:v>38.107999999999997</c:v>
                </c:pt>
                <c:pt idx="1916">
                  <c:v>37.328800000000001</c:v>
                </c:pt>
                <c:pt idx="1917">
                  <c:v>36.533200000000001</c:v>
                </c:pt>
                <c:pt idx="1918">
                  <c:v>35.960299999999997</c:v>
                </c:pt>
                <c:pt idx="1919">
                  <c:v>35.811599999999999</c:v>
                </c:pt>
                <c:pt idx="1920">
                  <c:v>35.450299999999999</c:v>
                </c:pt>
                <c:pt idx="1921">
                  <c:v>34.975200000000001</c:v>
                </c:pt>
                <c:pt idx="1922">
                  <c:v>35.1265</c:v>
                </c:pt>
                <c:pt idx="1923">
                  <c:v>34.965800000000002</c:v>
                </c:pt>
                <c:pt idx="1924">
                  <c:v>33.907899999999998</c:v>
                </c:pt>
                <c:pt idx="1925">
                  <c:v>32.929400000000001</c:v>
                </c:pt>
                <c:pt idx="1926">
                  <c:v>32.634700000000002</c:v>
                </c:pt>
                <c:pt idx="1927">
                  <c:v>32.422699999999999</c:v>
                </c:pt>
                <c:pt idx="1928">
                  <c:v>32.431699999999999</c:v>
                </c:pt>
                <c:pt idx="1929">
                  <c:v>32.261400000000002</c:v>
                </c:pt>
                <c:pt idx="1930">
                  <c:v>31.847300000000001</c:v>
                </c:pt>
                <c:pt idx="1931">
                  <c:v>31.455300000000001</c:v>
                </c:pt>
                <c:pt idx="1932">
                  <c:v>31.0745</c:v>
                </c:pt>
                <c:pt idx="1933">
                  <c:v>30.656199999999998</c:v>
                </c:pt>
                <c:pt idx="1934">
                  <c:v>30.341799999999999</c:v>
                </c:pt>
                <c:pt idx="1935">
                  <c:v>30.097799999999999</c:v>
                </c:pt>
                <c:pt idx="1936">
                  <c:v>29.6585</c:v>
                </c:pt>
                <c:pt idx="1937">
                  <c:v>29.2531</c:v>
                </c:pt>
                <c:pt idx="1938">
                  <c:v>28.840800000000002</c:v>
                </c:pt>
                <c:pt idx="1939">
                  <c:v>28.4634</c:v>
                </c:pt>
                <c:pt idx="1940">
                  <c:v>28.364899999999999</c:v>
                </c:pt>
                <c:pt idx="1941">
                  <c:v>28.041499999999999</c:v>
                </c:pt>
                <c:pt idx="1942">
                  <c:v>27.590499999999999</c:v>
                </c:pt>
                <c:pt idx="1943">
                  <c:v>27.276599999999998</c:v>
                </c:pt>
                <c:pt idx="1944">
                  <c:v>27.0595</c:v>
                </c:pt>
                <c:pt idx="1945">
                  <c:v>27.1174</c:v>
                </c:pt>
                <c:pt idx="1946">
                  <c:v>27.395399999999999</c:v>
                </c:pt>
                <c:pt idx="1947">
                  <c:v>27.441800000000001</c:v>
                </c:pt>
                <c:pt idx="1948">
                  <c:v>27.288</c:v>
                </c:pt>
                <c:pt idx="1949">
                  <c:v>27.278400000000001</c:v>
                </c:pt>
                <c:pt idx="1950">
                  <c:v>27.366499999999998</c:v>
                </c:pt>
                <c:pt idx="1951">
                  <c:v>27.406300000000002</c:v>
                </c:pt>
                <c:pt idx="1952">
                  <c:v>27.271699999999999</c:v>
                </c:pt>
                <c:pt idx="1953">
                  <c:v>27.038599999999999</c:v>
                </c:pt>
                <c:pt idx="1954">
                  <c:v>26.937100000000001</c:v>
                </c:pt>
                <c:pt idx="1955">
                  <c:v>26.967600000000001</c:v>
                </c:pt>
                <c:pt idx="1956">
                  <c:v>26.8796</c:v>
                </c:pt>
                <c:pt idx="1957">
                  <c:v>26.645800000000001</c:v>
                </c:pt>
                <c:pt idx="1958">
                  <c:v>26.302700000000002</c:v>
                </c:pt>
                <c:pt idx="1959">
                  <c:v>25.879100000000001</c:v>
                </c:pt>
                <c:pt idx="1960">
                  <c:v>25.387899999999998</c:v>
                </c:pt>
                <c:pt idx="1961">
                  <c:v>25.3049</c:v>
                </c:pt>
                <c:pt idx="1962">
                  <c:v>25.3887</c:v>
                </c:pt>
                <c:pt idx="1963">
                  <c:v>25.1767</c:v>
                </c:pt>
                <c:pt idx="1964">
                  <c:v>24.567399999999999</c:v>
                </c:pt>
                <c:pt idx="1965">
                  <c:v>24.172000000000001</c:v>
                </c:pt>
                <c:pt idx="1966">
                  <c:v>24.0685</c:v>
                </c:pt>
                <c:pt idx="1967">
                  <c:v>23.8872</c:v>
                </c:pt>
                <c:pt idx="1968">
                  <c:v>23.569700000000001</c:v>
                </c:pt>
                <c:pt idx="1969">
                  <c:v>23.207799999999999</c:v>
                </c:pt>
                <c:pt idx="1970">
                  <c:v>22.806000000000001</c:v>
                </c:pt>
                <c:pt idx="1971">
                  <c:v>22.523900000000001</c:v>
                </c:pt>
                <c:pt idx="1972">
                  <c:v>22.1816</c:v>
                </c:pt>
                <c:pt idx="1973">
                  <c:v>22.328399999999998</c:v>
                </c:pt>
                <c:pt idx="1974">
                  <c:v>22.719100000000001</c:v>
                </c:pt>
                <c:pt idx="1975">
                  <c:v>22.777699999999999</c:v>
                </c:pt>
                <c:pt idx="1976">
                  <c:v>22.8428</c:v>
                </c:pt>
                <c:pt idx="1977">
                  <c:v>23.3139</c:v>
                </c:pt>
                <c:pt idx="1978">
                  <c:v>23.749300000000002</c:v>
                </c:pt>
                <c:pt idx="1979">
                  <c:v>24.057400000000001</c:v>
                </c:pt>
                <c:pt idx="1980">
                  <c:v>24.170400000000001</c:v>
                </c:pt>
                <c:pt idx="1981">
                  <c:v>23.726600000000001</c:v>
                </c:pt>
                <c:pt idx="1982">
                  <c:v>23.381699999999999</c:v>
                </c:pt>
                <c:pt idx="1983">
                  <c:v>23.451899999999998</c:v>
                </c:pt>
                <c:pt idx="1984">
                  <c:v>23.5549</c:v>
                </c:pt>
                <c:pt idx="1985">
                  <c:v>23.7653</c:v>
                </c:pt>
                <c:pt idx="1986">
                  <c:v>24.170999999999999</c:v>
                </c:pt>
                <c:pt idx="1987">
                  <c:v>24.162600000000001</c:v>
                </c:pt>
                <c:pt idx="1988">
                  <c:v>23.907699999999998</c:v>
                </c:pt>
                <c:pt idx="1989">
                  <c:v>23.855799999999999</c:v>
                </c:pt>
                <c:pt idx="1990">
                  <c:v>23.677900000000001</c:v>
                </c:pt>
                <c:pt idx="1991">
                  <c:v>23.390799999999999</c:v>
                </c:pt>
                <c:pt idx="1992">
                  <c:v>23.1309</c:v>
                </c:pt>
                <c:pt idx="1993">
                  <c:v>23.030999999999999</c:v>
                </c:pt>
                <c:pt idx="1994">
                  <c:v>23.1843</c:v>
                </c:pt>
                <c:pt idx="1995">
                  <c:v>23.166499999999999</c:v>
                </c:pt>
                <c:pt idx="1996">
                  <c:v>22.933700000000002</c:v>
                </c:pt>
                <c:pt idx="1997">
                  <c:v>22.684699999999999</c:v>
                </c:pt>
                <c:pt idx="1998">
                  <c:v>22.534600000000001</c:v>
                </c:pt>
                <c:pt idx="1999">
                  <c:v>22.712199999999999</c:v>
                </c:pt>
                <c:pt idx="2000">
                  <c:v>22.6767</c:v>
                </c:pt>
                <c:pt idx="2001">
                  <c:v>22.351800000000001</c:v>
                </c:pt>
                <c:pt idx="2002">
                  <c:v>22.3154</c:v>
                </c:pt>
                <c:pt idx="2003">
                  <c:v>22.109100000000002</c:v>
                </c:pt>
                <c:pt idx="2004">
                  <c:v>21.704799999999999</c:v>
                </c:pt>
                <c:pt idx="2005">
                  <c:v>21.3645</c:v>
                </c:pt>
                <c:pt idx="2006">
                  <c:v>21.0321</c:v>
                </c:pt>
                <c:pt idx="2007">
                  <c:v>21.014399999999998</c:v>
                </c:pt>
                <c:pt idx="2008">
                  <c:v>20.788699999999999</c:v>
                </c:pt>
                <c:pt idx="2009">
                  <c:v>20.479099999999999</c:v>
                </c:pt>
                <c:pt idx="2010">
                  <c:v>20.515999999999998</c:v>
                </c:pt>
                <c:pt idx="2011">
                  <c:v>20.4589</c:v>
                </c:pt>
                <c:pt idx="2012">
                  <c:v>20.3004</c:v>
                </c:pt>
                <c:pt idx="2013">
                  <c:v>20.0749</c:v>
                </c:pt>
                <c:pt idx="2014">
                  <c:v>19.743099999999998</c:v>
                </c:pt>
                <c:pt idx="2015">
                  <c:v>19.502099999999999</c:v>
                </c:pt>
                <c:pt idx="2016">
                  <c:v>19.253499999999999</c:v>
                </c:pt>
                <c:pt idx="2017">
                  <c:v>19.340499999999999</c:v>
                </c:pt>
                <c:pt idx="2018">
                  <c:v>19.8475</c:v>
                </c:pt>
                <c:pt idx="2019">
                  <c:v>19.970600000000001</c:v>
                </c:pt>
                <c:pt idx="2020">
                  <c:v>19.4573</c:v>
                </c:pt>
                <c:pt idx="2021">
                  <c:v>18.896899999999999</c:v>
                </c:pt>
                <c:pt idx="2022">
                  <c:v>18.821300000000001</c:v>
                </c:pt>
                <c:pt idx="2023">
                  <c:v>18.836200000000002</c:v>
                </c:pt>
                <c:pt idx="2024">
                  <c:v>18.651299999999999</c:v>
                </c:pt>
                <c:pt idx="2025">
                  <c:v>18.4498</c:v>
                </c:pt>
                <c:pt idx="2026">
                  <c:v>18.337599999999998</c:v>
                </c:pt>
                <c:pt idx="2027">
                  <c:v>18.409199999999998</c:v>
                </c:pt>
                <c:pt idx="2028">
                  <c:v>18.776499999999999</c:v>
                </c:pt>
                <c:pt idx="2029">
                  <c:v>18.715</c:v>
                </c:pt>
                <c:pt idx="2030">
                  <c:v>18.732199999999999</c:v>
                </c:pt>
                <c:pt idx="2031">
                  <c:v>18.801100000000002</c:v>
                </c:pt>
                <c:pt idx="2032">
                  <c:v>18.824300000000001</c:v>
                </c:pt>
                <c:pt idx="2033">
                  <c:v>19.1736</c:v>
                </c:pt>
                <c:pt idx="2034">
                  <c:v>19.407499999999999</c:v>
                </c:pt>
                <c:pt idx="2035">
                  <c:v>19.325900000000001</c:v>
                </c:pt>
                <c:pt idx="2036">
                  <c:v>18.9956</c:v>
                </c:pt>
                <c:pt idx="2037">
                  <c:v>18.973099999999999</c:v>
                </c:pt>
                <c:pt idx="2038">
                  <c:v>19.239100000000001</c:v>
                </c:pt>
                <c:pt idx="2039">
                  <c:v>19.223500000000001</c:v>
                </c:pt>
                <c:pt idx="2040">
                  <c:v>19.111000000000001</c:v>
                </c:pt>
                <c:pt idx="2041">
                  <c:v>18.858899999999998</c:v>
                </c:pt>
                <c:pt idx="2042">
                  <c:v>18.492999999999999</c:v>
                </c:pt>
                <c:pt idx="2043">
                  <c:v>18.4817</c:v>
                </c:pt>
                <c:pt idx="2044">
                  <c:v>18.8733</c:v>
                </c:pt>
                <c:pt idx="2045">
                  <c:v>19.287099999999999</c:v>
                </c:pt>
                <c:pt idx="2046">
                  <c:v>18.933299999999999</c:v>
                </c:pt>
                <c:pt idx="2047">
                  <c:v>18.7438</c:v>
                </c:pt>
                <c:pt idx="2048">
                  <c:v>18.817599999999999</c:v>
                </c:pt>
                <c:pt idx="2049">
                  <c:v>18.561699999999998</c:v>
                </c:pt>
                <c:pt idx="2050">
                  <c:v>18.325800000000001</c:v>
                </c:pt>
                <c:pt idx="2051">
                  <c:v>18.6157</c:v>
                </c:pt>
                <c:pt idx="2052">
                  <c:v>18.515599999999999</c:v>
                </c:pt>
                <c:pt idx="2053">
                  <c:v>18.295000000000002</c:v>
                </c:pt>
                <c:pt idx="2054">
                  <c:v>18.4086</c:v>
                </c:pt>
                <c:pt idx="2055">
                  <c:v>18.7361</c:v>
                </c:pt>
                <c:pt idx="2056">
                  <c:v>19.2989</c:v>
                </c:pt>
                <c:pt idx="2057">
                  <c:v>19.584399999999999</c:v>
                </c:pt>
                <c:pt idx="2058">
                  <c:v>19.6617</c:v>
                </c:pt>
                <c:pt idx="2059">
                  <c:v>19.598600000000001</c:v>
                </c:pt>
                <c:pt idx="2060">
                  <c:v>19.2956</c:v>
                </c:pt>
                <c:pt idx="2061">
                  <c:v>18.920100000000001</c:v>
                </c:pt>
                <c:pt idx="2062">
                  <c:v>18.5913</c:v>
                </c:pt>
                <c:pt idx="2063">
                  <c:v>18.376799999999999</c:v>
                </c:pt>
                <c:pt idx="2064">
                  <c:v>18.372599999999998</c:v>
                </c:pt>
                <c:pt idx="2065">
                  <c:v>18.483899999999998</c:v>
                </c:pt>
                <c:pt idx="2066">
                  <c:v>18.327200000000001</c:v>
                </c:pt>
                <c:pt idx="2067">
                  <c:v>17.898399999999999</c:v>
                </c:pt>
                <c:pt idx="2068">
                  <c:v>17.657599999999999</c:v>
                </c:pt>
                <c:pt idx="2069">
                  <c:v>17.3581</c:v>
                </c:pt>
                <c:pt idx="2070">
                  <c:v>17.379799999999999</c:v>
                </c:pt>
                <c:pt idx="2071">
                  <c:v>17.260400000000001</c:v>
                </c:pt>
                <c:pt idx="2072">
                  <c:v>17.2166</c:v>
                </c:pt>
                <c:pt idx="2073">
                  <c:v>17.200500000000002</c:v>
                </c:pt>
                <c:pt idx="2074">
                  <c:v>17.0215</c:v>
                </c:pt>
                <c:pt idx="2075">
                  <c:v>16.82</c:v>
                </c:pt>
                <c:pt idx="2076">
                  <c:v>16.855899999999998</c:v>
                </c:pt>
                <c:pt idx="2077">
                  <c:v>16.890799999999999</c:v>
                </c:pt>
                <c:pt idx="2078">
                  <c:v>16.817799999999998</c:v>
                </c:pt>
                <c:pt idx="2079">
                  <c:v>16.9115</c:v>
                </c:pt>
                <c:pt idx="2080">
                  <c:v>17.166499999999999</c:v>
                </c:pt>
                <c:pt idx="2081">
                  <c:v>17.431799999999999</c:v>
                </c:pt>
                <c:pt idx="2082">
                  <c:v>17.3687</c:v>
                </c:pt>
                <c:pt idx="2083">
                  <c:v>17.250399999999999</c:v>
                </c:pt>
                <c:pt idx="2084">
                  <c:v>17.386199999999999</c:v>
                </c:pt>
                <c:pt idx="2085">
                  <c:v>17.211300000000001</c:v>
                </c:pt>
                <c:pt idx="2086">
                  <c:v>17.009699999999999</c:v>
                </c:pt>
                <c:pt idx="2087">
                  <c:v>16.952100000000002</c:v>
                </c:pt>
                <c:pt idx="2088">
                  <c:v>17.187799999999999</c:v>
                </c:pt>
                <c:pt idx="2089">
                  <c:v>17.340699999999998</c:v>
                </c:pt>
                <c:pt idx="2090">
                  <c:v>17.0701</c:v>
                </c:pt>
                <c:pt idx="2091">
                  <c:v>16.822700000000001</c:v>
                </c:pt>
                <c:pt idx="2092">
                  <c:v>16.6632</c:v>
                </c:pt>
                <c:pt idx="2093">
                  <c:v>16.578299999999999</c:v>
                </c:pt>
                <c:pt idx="2094">
                  <c:v>16.5809</c:v>
                </c:pt>
                <c:pt idx="2095">
                  <c:v>16.600300000000001</c:v>
                </c:pt>
                <c:pt idx="2096">
                  <c:v>16.915199999999999</c:v>
                </c:pt>
                <c:pt idx="2097">
                  <c:v>17.1767</c:v>
                </c:pt>
                <c:pt idx="2098">
                  <c:v>17.1723</c:v>
                </c:pt>
                <c:pt idx="2099">
                  <c:v>16.989599999999999</c:v>
                </c:pt>
                <c:pt idx="2100">
                  <c:v>17.1965</c:v>
                </c:pt>
                <c:pt idx="2101">
                  <c:v>17.1402</c:v>
                </c:pt>
                <c:pt idx="2102">
                  <c:v>16.782299999999999</c:v>
                </c:pt>
                <c:pt idx="2103">
                  <c:v>16.719100000000001</c:v>
                </c:pt>
                <c:pt idx="2104">
                  <c:v>16.718599999999999</c:v>
                </c:pt>
                <c:pt idx="2105">
                  <c:v>16.734300000000001</c:v>
                </c:pt>
                <c:pt idx="2106">
                  <c:v>16.813700000000001</c:v>
                </c:pt>
                <c:pt idx="2107">
                  <c:v>16.695799999999998</c:v>
                </c:pt>
                <c:pt idx="2108">
                  <c:v>16.4008</c:v>
                </c:pt>
                <c:pt idx="2109">
                  <c:v>16.3141</c:v>
                </c:pt>
                <c:pt idx="2110">
                  <c:v>16.6035</c:v>
                </c:pt>
                <c:pt idx="2111">
                  <c:v>16.665199999999999</c:v>
                </c:pt>
                <c:pt idx="2112">
                  <c:v>16.390599999999999</c:v>
                </c:pt>
                <c:pt idx="2113">
                  <c:v>16.157</c:v>
                </c:pt>
                <c:pt idx="2114">
                  <c:v>16.197500000000002</c:v>
                </c:pt>
                <c:pt idx="2115">
                  <c:v>16.369900000000001</c:v>
                </c:pt>
                <c:pt idx="2116">
                  <c:v>16.298999999999999</c:v>
                </c:pt>
                <c:pt idx="2117">
                  <c:v>16.045200000000001</c:v>
                </c:pt>
                <c:pt idx="2118">
                  <c:v>15.799899999999999</c:v>
                </c:pt>
                <c:pt idx="2119">
                  <c:v>15.4053</c:v>
                </c:pt>
                <c:pt idx="2120">
                  <c:v>15.081099999999999</c:v>
                </c:pt>
                <c:pt idx="2121">
                  <c:v>15.3316</c:v>
                </c:pt>
                <c:pt idx="2122">
                  <c:v>15.9064</c:v>
                </c:pt>
                <c:pt idx="2123">
                  <c:v>16.097899999999999</c:v>
                </c:pt>
                <c:pt idx="2124">
                  <c:v>15.908300000000001</c:v>
                </c:pt>
                <c:pt idx="2125">
                  <c:v>15.696</c:v>
                </c:pt>
                <c:pt idx="2126">
                  <c:v>15.817500000000001</c:v>
                </c:pt>
                <c:pt idx="2127">
                  <c:v>16.0502</c:v>
                </c:pt>
                <c:pt idx="2128">
                  <c:v>16.309999999999999</c:v>
                </c:pt>
                <c:pt idx="2129">
                  <c:v>16.5867</c:v>
                </c:pt>
                <c:pt idx="2130">
                  <c:v>16.842199999999998</c:v>
                </c:pt>
                <c:pt idx="2131">
                  <c:v>16.848600000000001</c:v>
                </c:pt>
                <c:pt idx="2132">
                  <c:v>16.680900000000001</c:v>
                </c:pt>
                <c:pt idx="2133">
                  <c:v>16.358499999999999</c:v>
                </c:pt>
                <c:pt idx="2134">
                  <c:v>16.019600000000001</c:v>
                </c:pt>
                <c:pt idx="2135">
                  <c:v>16.225000000000001</c:v>
                </c:pt>
                <c:pt idx="2136">
                  <c:v>16.936800000000002</c:v>
                </c:pt>
                <c:pt idx="2137">
                  <c:v>17.228899999999999</c:v>
                </c:pt>
                <c:pt idx="2138">
                  <c:v>16.957799999999999</c:v>
                </c:pt>
                <c:pt idx="2139">
                  <c:v>16.627099999999999</c:v>
                </c:pt>
                <c:pt idx="2140">
                  <c:v>16.657800000000002</c:v>
                </c:pt>
                <c:pt idx="2141">
                  <c:v>16.577200000000001</c:v>
                </c:pt>
                <c:pt idx="2142">
                  <c:v>16.224699999999999</c:v>
                </c:pt>
                <c:pt idx="2143">
                  <c:v>16.384799999999998</c:v>
                </c:pt>
                <c:pt idx="2144">
                  <c:v>16.2803</c:v>
                </c:pt>
                <c:pt idx="2145">
                  <c:v>16.152000000000001</c:v>
                </c:pt>
                <c:pt idx="2146">
                  <c:v>16.0852</c:v>
                </c:pt>
                <c:pt idx="2147">
                  <c:v>16.308700000000002</c:v>
                </c:pt>
                <c:pt idx="2148">
                  <c:v>16.478000000000002</c:v>
                </c:pt>
                <c:pt idx="2149">
                  <c:v>16.331</c:v>
                </c:pt>
                <c:pt idx="2150">
                  <c:v>15.9558</c:v>
                </c:pt>
                <c:pt idx="2151">
                  <c:v>15.702</c:v>
                </c:pt>
                <c:pt idx="2152">
                  <c:v>15.7432</c:v>
                </c:pt>
                <c:pt idx="2153">
                  <c:v>15.6759</c:v>
                </c:pt>
                <c:pt idx="2154">
                  <c:v>15.648999999999999</c:v>
                </c:pt>
                <c:pt idx="2155">
                  <c:v>15.567600000000001</c:v>
                </c:pt>
                <c:pt idx="2156">
                  <c:v>15.3207</c:v>
                </c:pt>
                <c:pt idx="2157">
                  <c:v>15.0901</c:v>
                </c:pt>
                <c:pt idx="2158">
                  <c:v>15.154999999999999</c:v>
                </c:pt>
                <c:pt idx="2159">
                  <c:v>15.207100000000001</c:v>
                </c:pt>
                <c:pt idx="2160">
                  <c:v>15.170400000000001</c:v>
                </c:pt>
                <c:pt idx="2161">
                  <c:v>15.1447</c:v>
                </c:pt>
                <c:pt idx="2162">
                  <c:v>15.4488</c:v>
                </c:pt>
                <c:pt idx="2163">
                  <c:v>15.7157</c:v>
                </c:pt>
                <c:pt idx="2164">
                  <c:v>15.886699999999999</c:v>
                </c:pt>
                <c:pt idx="2165">
                  <c:v>16.051600000000001</c:v>
                </c:pt>
                <c:pt idx="2166">
                  <c:v>16.0502</c:v>
                </c:pt>
                <c:pt idx="2167">
                  <c:v>15.8979</c:v>
                </c:pt>
                <c:pt idx="2168">
                  <c:v>16.1294</c:v>
                </c:pt>
                <c:pt idx="2169">
                  <c:v>15.950799999999999</c:v>
                </c:pt>
                <c:pt idx="2170">
                  <c:v>15.8818</c:v>
                </c:pt>
                <c:pt idx="2171">
                  <c:v>16.2468</c:v>
                </c:pt>
                <c:pt idx="2172">
                  <c:v>16.159700000000001</c:v>
                </c:pt>
                <c:pt idx="2173">
                  <c:v>16.434000000000001</c:v>
                </c:pt>
                <c:pt idx="2174">
                  <c:v>16.974900000000002</c:v>
                </c:pt>
                <c:pt idx="2175">
                  <c:v>17.7319</c:v>
                </c:pt>
                <c:pt idx="2176">
                  <c:v>18.1873</c:v>
                </c:pt>
                <c:pt idx="2177">
                  <c:v>18.461400000000001</c:v>
                </c:pt>
                <c:pt idx="2178">
                  <c:v>18.784099999999999</c:v>
                </c:pt>
                <c:pt idx="2179">
                  <c:v>19.203299999999999</c:v>
                </c:pt>
                <c:pt idx="2180">
                  <c:v>19.648900000000001</c:v>
                </c:pt>
                <c:pt idx="2181">
                  <c:v>20.032399999999999</c:v>
                </c:pt>
                <c:pt idx="2182">
                  <c:v>19.903700000000001</c:v>
                </c:pt>
                <c:pt idx="2183">
                  <c:v>19.662099999999999</c:v>
                </c:pt>
                <c:pt idx="2184">
                  <c:v>19.793500000000002</c:v>
                </c:pt>
                <c:pt idx="2185">
                  <c:v>19.7851</c:v>
                </c:pt>
                <c:pt idx="2186">
                  <c:v>20.119800000000001</c:v>
                </c:pt>
                <c:pt idx="2187">
                  <c:v>20.505199999999999</c:v>
                </c:pt>
                <c:pt idx="2188">
                  <c:v>20.963899999999999</c:v>
                </c:pt>
                <c:pt idx="2189">
                  <c:v>21.4832</c:v>
                </c:pt>
                <c:pt idx="2190">
                  <c:v>22.180700000000002</c:v>
                </c:pt>
                <c:pt idx="2191">
                  <c:v>23.1509</c:v>
                </c:pt>
                <c:pt idx="2192">
                  <c:v>24.328600000000002</c:v>
                </c:pt>
                <c:pt idx="2193">
                  <c:v>25.534199999999998</c:v>
                </c:pt>
                <c:pt idx="2194">
                  <c:v>26.750299999999999</c:v>
                </c:pt>
                <c:pt idx="2195">
                  <c:v>27.684999999999999</c:v>
                </c:pt>
                <c:pt idx="2196">
                  <c:v>28.179300000000001</c:v>
                </c:pt>
                <c:pt idx="2197">
                  <c:v>28.844000000000001</c:v>
                </c:pt>
                <c:pt idx="2198">
                  <c:v>29.375299999999999</c:v>
                </c:pt>
                <c:pt idx="2199">
                  <c:v>30.113299999999999</c:v>
                </c:pt>
                <c:pt idx="2200">
                  <c:v>30.8233</c:v>
                </c:pt>
                <c:pt idx="2201">
                  <c:v>30.971900000000002</c:v>
                </c:pt>
                <c:pt idx="2202">
                  <c:v>30.255800000000001</c:v>
                </c:pt>
                <c:pt idx="2203">
                  <c:v>29.0349</c:v>
                </c:pt>
                <c:pt idx="2204">
                  <c:v>27.374099999999999</c:v>
                </c:pt>
                <c:pt idx="2205">
                  <c:v>25.828800000000001</c:v>
                </c:pt>
                <c:pt idx="2206">
                  <c:v>24.2608</c:v>
                </c:pt>
                <c:pt idx="2207">
                  <c:v>22.369399999999999</c:v>
                </c:pt>
                <c:pt idx="2208">
                  <c:v>20.667000000000002</c:v>
                </c:pt>
                <c:pt idx="2209">
                  <c:v>19.240600000000001</c:v>
                </c:pt>
                <c:pt idx="2210">
                  <c:v>18.383500000000002</c:v>
                </c:pt>
                <c:pt idx="2211">
                  <c:v>17.637</c:v>
                </c:pt>
                <c:pt idx="2212">
                  <c:v>16.696999999999999</c:v>
                </c:pt>
                <c:pt idx="2213">
                  <c:v>15.589399999999999</c:v>
                </c:pt>
                <c:pt idx="2214">
                  <c:v>14.834300000000001</c:v>
                </c:pt>
                <c:pt idx="2215">
                  <c:v>14.5061</c:v>
                </c:pt>
                <c:pt idx="2216">
                  <c:v>14.4964</c:v>
                </c:pt>
                <c:pt idx="2217">
                  <c:v>14.3908</c:v>
                </c:pt>
                <c:pt idx="2218">
                  <c:v>14.2851</c:v>
                </c:pt>
                <c:pt idx="2219">
                  <c:v>14.329800000000001</c:v>
                </c:pt>
                <c:pt idx="2220">
                  <c:v>14.206799999999999</c:v>
                </c:pt>
                <c:pt idx="2221">
                  <c:v>13.9636</c:v>
                </c:pt>
                <c:pt idx="2222">
                  <c:v>13.8828</c:v>
                </c:pt>
                <c:pt idx="2223">
                  <c:v>13.887700000000001</c:v>
                </c:pt>
                <c:pt idx="2224">
                  <c:v>13.712199999999999</c:v>
                </c:pt>
                <c:pt idx="2225">
                  <c:v>13.6244</c:v>
                </c:pt>
                <c:pt idx="2226">
                  <c:v>13.5284</c:v>
                </c:pt>
                <c:pt idx="2227">
                  <c:v>13.826000000000001</c:v>
                </c:pt>
                <c:pt idx="2228">
                  <c:v>14.2768</c:v>
                </c:pt>
                <c:pt idx="2229">
                  <c:v>14.6562</c:v>
                </c:pt>
                <c:pt idx="2230">
                  <c:v>14.8149</c:v>
                </c:pt>
                <c:pt idx="2231">
                  <c:v>14.767899999999999</c:v>
                </c:pt>
                <c:pt idx="2232">
                  <c:v>14.7989</c:v>
                </c:pt>
                <c:pt idx="2233">
                  <c:v>14.8872</c:v>
                </c:pt>
                <c:pt idx="2234">
                  <c:v>14.6547</c:v>
                </c:pt>
                <c:pt idx="2235">
                  <c:v>14.350099999999999</c:v>
                </c:pt>
                <c:pt idx="2236">
                  <c:v>14.1952</c:v>
                </c:pt>
                <c:pt idx="2237">
                  <c:v>14.168200000000001</c:v>
                </c:pt>
                <c:pt idx="2238">
                  <c:v>13.947699999999999</c:v>
                </c:pt>
                <c:pt idx="2239">
                  <c:v>13.7158</c:v>
                </c:pt>
                <c:pt idx="2240">
                  <c:v>13.5497</c:v>
                </c:pt>
                <c:pt idx="2241">
                  <c:v>13.6709</c:v>
                </c:pt>
                <c:pt idx="2242">
                  <c:v>13.9443</c:v>
                </c:pt>
                <c:pt idx="2243">
                  <c:v>13.9177</c:v>
                </c:pt>
                <c:pt idx="2244">
                  <c:v>13.555300000000001</c:v>
                </c:pt>
                <c:pt idx="2245">
                  <c:v>13.0601</c:v>
                </c:pt>
                <c:pt idx="2246">
                  <c:v>12.6633</c:v>
                </c:pt>
                <c:pt idx="2247">
                  <c:v>12.6234</c:v>
                </c:pt>
                <c:pt idx="2248">
                  <c:v>13.1548</c:v>
                </c:pt>
                <c:pt idx="2249">
                  <c:v>13.576599999999999</c:v>
                </c:pt>
                <c:pt idx="2250">
                  <c:v>13.726100000000001</c:v>
                </c:pt>
                <c:pt idx="2251">
                  <c:v>13.882099999999999</c:v>
                </c:pt>
                <c:pt idx="2252">
                  <c:v>13.933999999999999</c:v>
                </c:pt>
                <c:pt idx="2253">
                  <c:v>13.473599999999999</c:v>
                </c:pt>
                <c:pt idx="2254">
                  <c:v>13.1418</c:v>
                </c:pt>
                <c:pt idx="2255">
                  <c:v>13.5519</c:v>
                </c:pt>
                <c:pt idx="2256">
                  <c:v>13.7127</c:v>
                </c:pt>
                <c:pt idx="2257">
                  <c:v>13.9773</c:v>
                </c:pt>
                <c:pt idx="2258">
                  <c:v>13.9856</c:v>
                </c:pt>
                <c:pt idx="2259">
                  <c:v>14.003299999999999</c:v>
                </c:pt>
                <c:pt idx="2260">
                  <c:v>14.0189</c:v>
                </c:pt>
                <c:pt idx="2261">
                  <c:v>13.829700000000001</c:v>
                </c:pt>
                <c:pt idx="2262">
                  <c:v>13.63</c:v>
                </c:pt>
                <c:pt idx="2263">
                  <c:v>13.468</c:v>
                </c:pt>
                <c:pt idx="2264">
                  <c:v>13.2936</c:v>
                </c:pt>
                <c:pt idx="2265">
                  <c:v>13.2544</c:v>
                </c:pt>
                <c:pt idx="2266">
                  <c:v>13.114800000000001</c:v>
                </c:pt>
                <c:pt idx="2267">
                  <c:v>13.1426</c:v>
                </c:pt>
                <c:pt idx="2268">
                  <c:v>13.1808</c:v>
                </c:pt>
                <c:pt idx="2269">
                  <c:v>13.096500000000001</c:v>
                </c:pt>
                <c:pt idx="2270">
                  <c:v>13.058199999999999</c:v>
                </c:pt>
                <c:pt idx="2271">
                  <c:v>13.1031</c:v>
                </c:pt>
                <c:pt idx="2272">
                  <c:v>13.282999999999999</c:v>
                </c:pt>
                <c:pt idx="2273">
                  <c:v>13.579700000000001</c:v>
                </c:pt>
                <c:pt idx="2274">
                  <c:v>13.8606</c:v>
                </c:pt>
                <c:pt idx="2275">
                  <c:v>14.0768</c:v>
                </c:pt>
                <c:pt idx="2276">
                  <c:v>14.166</c:v>
                </c:pt>
                <c:pt idx="2277">
                  <c:v>14.1983</c:v>
                </c:pt>
                <c:pt idx="2278">
                  <c:v>14.0456</c:v>
                </c:pt>
                <c:pt idx="2279">
                  <c:v>13.5809</c:v>
                </c:pt>
                <c:pt idx="2280">
                  <c:v>13.1769</c:v>
                </c:pt>
                <c:pt idx="2281">
                  <c:v>13.047499999999999</c:v>
                </c:pt>
                <c:pt idx="2282">
                  <c:v>12.7973</c:v>
                </c:pt>
                <c:pt idx="2283">
                  <c:v>12.777100000000001</c:v>
                </c:pt>
                <c:pt idx="2284">
                  <c:v>13.0427</c:v>
                </c:pt>
                <c:pt idx="2285">
                  <c:v>12.990399999999999</c:v>
                </c:pt>
                <c:pt idx="2286">
                  <c:v>12.846500000000001</c:v>
                </c:pt>
                <c:pt idx="2287">
                  <c:v>12.962899999999999</c:v>
                </c:pt>
                <c:pt idx="2288">
                  <c:v>13.2294</c:v>
                </c:pt>
                <c:pt idx="2289">
                  <c:v>13.3079</c:v>
                </c:pt>
                <c:pt idx="2290">
                  <c:v>13.559100000000001</c:v>
                </c:pt>
                <c:pt idx="2291">
                  <c:v>13.789</c:v>
                </c:pt>
                <c:pt idx="2292">
                  <c:v>13.917899999999999</c:v>
                </c:pt>
                <c:pt idx="2293">
                  <c:v>13.651899999999999</c:v>
                </c:pt>
                <c:pt idx="2294">
                  <c:v>13.143599999999999</c:v>
                </c:pt>
                <c:pt idx="2295">
                  <c:v>12.9901</c:v>
                </c:pt>
                <c:pt idx="2296">
                  <c:v>12.8055</c:v>
                </c:pt>
                <c:pt idx="2297">
                  <c:v>12.6685</c:v>
                </c:pt>
                <c:pt idx="2298">
                  <c:v>12.762600000000001</c:v>
                </c:pt>
                <c:pt idx="2299">
                  <c:v>13.046799999999999</c:v>
                </c:pt>
                <c:pt idx="2300">
                  <c:v>13.3749</c:v>
                </c:pt>
                <c:pt idx="2301">
                  <c:v>13.6829</c:v>
                </c:pt>
                <c:pt idx="2302">
                  <c:v>14.0068</c:v>
                </c:pt>
                <c:pt idx="2303">
                  <c:v>14.0718</c:v>
                </c:pt>
                <c:pt idx="2304">
                  <c:v>13.732200000000001</c:v>
                </c:pt>
                <c:pt idx="2305">
                  <c:v>13.3546</c:v>
                </c:pt>
                <c:pt idx="2306">
                  <c:v>13.2438</c:v>
                </c:pt>
                <c:pt idx="2307">
                  <c:v>13.105600000000001</c:v>
                </c:pt>
                <c:pt idx="2308">
                  <c:v>12.9642</c:v>
                </c:pt>
                <c:pt idx="2309">
                  <c:v>12.7704</c:v>
                </c:pt>
                <c:pt idx="2310">
                  <c:v>12.6591</c:v>
                </c:pt>
                <c:pt idx="2311">
                  <c:v>12.706200000000001</c:v>
                </c:pt>
                <c:pt idx="2312">
                  <c:v>12.770099999999999</c:v>
                </c:pt>
                <c:pt idx="2313">
                  <c:v>12.9276</c:v>
                </c:pt>
                <c:pt idx="2314">
                  <c:v>13.2798</c:v>
                </c:pt>
                <c:pt idx="2315">
                  <c:v>13.616899999999999</c:v>
                </c:pt>
                <c:pt idx="2316">
                  <c:v>13.8207</c:v>
                </c:pt>
                <c:pt idx="2317">
                  <c:v>13.6393</c:v>
                </c:pt>
                <c:pt idx="2318">
                  <c:v>13.5159</c:v>
                </c:pt>
                <c:pt idx="2319">
                  <c:v>13.8788</c:v>
                </c:pt>
                <c:pt idx="2320">
                  <c:v>14.198600000000001</c:v>
                </c:pt>
                <c:pt idx="2321">
                  <c:v>13.7203</c:v>
                </c:pt>
                <c:pt idx="2322">
                  <c:v>13.165100000000001</c:v>
                </c:pt>
                <c:pt idx="2323">
                  <c:v>13.036300000000001</c:v>
                </c:pt>
                <c:pt idx="2324">
                  <c:v>13.079800000000001</c:v>
                </c:pt>
                <c:pt idx="2325">
                  <c:v>12.887600000000001</c:v>
                </c:pt>
                <c:pt idx="2326">
                  <c:v>12.805</c:v>
                </c:pt>
                <c:pt idx="2327">
                  <c:v>13.1073</c:v>
                </c:pt>
                <c:pt idx="2328">
                  <c:v>13.1523</c:v>
                </c:pt>
                <c:pt idx="2329">
                  <c:v>12.8454</c:v>
                </c:pt>
                <c:pt idx="2330">
                  <c:v>13.1915</c:v>
                </c:pt>
                <c:pt idx="2331">
                  <c:v>13.114599999999999</c:v>
                </c:pt>
                <c:pt idx="2332">
                  <c:v>12.764900000000001</c:v>
                </c:pt>
                <c:pt idx="2333">
                  <c:v>12.661099999999999</c:v>
                </c:pt>
                <c:pt idx="2334">
                  <c:v>12.786899999999999</c:v>
                </c:pt>
                <c:pt idx="2335">
                  <c:v>13.385</c:v>
                </c:pt>
                <c:pt idx="2336">
                  <c:v>13.8317</c:v>
                </c:pt>
                <c:pt idx="2337">
                  <c:v>13.989000000000001</c:v>
                </c:pt>
                <c:pt idx="2338">
                  <c:v>13.696099999999999</c:v>
                </c:pt>
                <c:pt idx="2339">
                  <c:v>13.3751</c:v>
                </c:pt>
                <c:pt idx="2340">
                  <c:v>13.193300000000001</c:v>
                </c:pt>
                <c:pt idx="2341">
                  <c:v>13.035600000000001</c:v>
                </c:pt>
                <c:pt idx="2342">
                  <c:v>13.440099999999999</c:v>
                </c:pt>
                <c:pt idx="2343">
                  <c:v>13.536199999999999</c:v>
                </c:pt>
                <c:pt idx="2344">
                  <c:v>13.3512</c:v>
                </c:pt>
                <c:pt idx="2345">
                  <c:v>13.4863</c:v>
                </c:pt>
                <c:pt idx="2346">
                  <c:v>13.831099999999999</c:v>
                </c:pt>
                <c:pt idx="2347">
                  <c:v>14.2113</c:v>
                </c:pt>
                <c:pt idx="2348">
                  <c:v>14.7529</c:v>
                </c:pt>
                <c:pt idx="2349">
                  <c:v>15.365</c:v>
                </c:pt>
                <c:pt idx="2350">
                  <c:v>15.9857</c:v>
                </c:pt>
                <c:pt idx="2351">
                  <c:v>16.423400000000001</c:v>
                </c:pt>
                <c:pt idx="2352">
                  <c:v>16.790500000000002</c:v>
                </c:pt>
                <c:pt idx="2353">
                  <c:v>17.4026</c:v>
                </c:pt>
                <c:pt idx="2354">
                  <c:v>18.442499999999999</c:v>
                </c:pt>
                <c:pt idx="2355">
                  <c:v>19.707999999999998</c:v>
                </c:pt>
                <c:pt idx="2356">
                  <c:v>21.0777</c:v>
                </c:pt>
                <c:pt idx="2357">
                  <c:v>22.7044</c:v>
                </c:pt>
                <c:pt idx="2358">
                  <c:v>24.018899999999999</c:v>
                </c:pt>
                <c:pt idx="2359">
                  <c:v>25.192499999999999</c:v>
                </c:pt>
                <c:pt idx="2360">
                  <c:v>26.718699999999998</c:v>
                </c:pt>
                <c:pt idx="2361">
                  <c:v>28.290500000000002</c:v>
                </c:pt>
                <c:pt idx="2362">
                  <c:v>29.767900000000001</c:v>
                </c:pt>
                <c:pt idx="2363">
                  <c:v>30.867799999999999</c:v>
                </c:pt>
                <c:pt idx="2364">
                  <c:v>31.255199999999999</c:v>
                </c:pt>
                <c:pt idx="2365">
                  <c:v>31.415299999999998</c:v>
                </c:pt>
                <c:pt idx="2366">
                  <c:v>31.491800000000001</c:v>
                </c:pt>
                <c:pt idx="2367">
                  <c:v>30.927499999999998</c:v>
                </c:pt>
                <c:pt idx="2368">
                  <c:v>29.3643</c:v>
                </c:pt>
                <c:pt idx="2369">
                  <c:v>27.069400000000002</c:v>
                </c:pt>
                <c:pt idx="2370">
                  <c:v>24.6509</c:v>
                </c:pt>
                <c:pt idx="2371">
                  <c:v>23.0379</c:v>
                </c:pt>
                <c:pt idx="2372">
                  <c:v>21.438600000000001</c:v>
                </c:pt>
                <c:pt idx="2373">
                  <c:v>20.110499999999998</c:v>
                </c:pt>
                <c:pt idx="2374">
                  <c:v>18.8887</c:v>
                </c:pt>
                <c:pt idx="2375">
                  <c:v>17.763100000000001</c:v>
                </c:pt>
                <c:pt idx="2376">
                  <c:v>17.0321</c:v>
                </c:pt>
                <c:pt idx="2377">
                  <c:v>16.351500000000001</c:v>
                </c:pt>
                <c:pt idx="2378">
                  <c:v>15.4665</c:v>
                </c:pt>
                <c:pt idx="2379">
                  <c:v>14.6181</c:v>
                </c:pt>
                <c:pt idx="2380">
                  <c:v>13.9261</c:v>
                </c:pt>
                <c:pt idx="2381">
                  <c:v>13.462899999999999</c:v>
                </c:pt>
                <c:pt idx="2382">
                  <c:v>13.278499999999999</c:v>
                </c:pt>
                <c:pt idx="2383">
                  <c:v>12.9572</c:v>
                </c:pt>
                <c:pt idx="2384">
                  <c:v>12.844900000000001</c:v>
                </c:pt>
                <c:pt idx="2385">
                  <c:v>12.8157</c:v>
                </c:pt>
                <c:pt idx="2386">
                  <c:v>12.5731</c:v>
                </c:pt>
                <c:pt idx="2387">
                  <c:v>12.136200000000001</c:v>
                </c:pt>
                <c:pt idx="2388">
                  <c:v>11.789300000000001</c:v>
                </c:pt>
                <c:pt idx="2389">
                  <c:v>11.6898</c:v>
                </c:pt>
                <c:pt idx="2390">
                  <c:v>11.7462</c:v>
                </c:pt>
                <c:pt idx="2391">
                  <c:v>11.218299999999999</c:v>
                </c:pt>
                <c:pt idx="2392">
                  <c:v>11.052300000000001</c:v>
                </c:pt>
                <c:pt idx="2393">
                  <c:v>11.3264</c:v>
                </c:pt>
                <c:pt idx="2394">
                  <c:v>11.392200000000001</c:v>
                </c:pt>
                <c:pt idx="2395">
                  <c:v>11.326599999999999</c:v>
                </c:pt>
                <c:pt idx="2396">
                  <c:v>11.541</c:v>
                </c:pt>
                <c:pt idx="2397">
                  <c:v>11.643000000000001</c:v>
                </c:pt>
                <c:pt idx="2398">
                  <c:v>11.549899999999999</c:v>
                </c:pt>
                <c:pt idx="2399">
                  <c:v>11.442600000000001</c:v>
                </c:pt>
                <c:pt idx="2400">
                  <c:v>11.2254</c:v>
                </c:pt>
                <c:pt idx="2401">
                  <c:v>11.3405</c:v>
                </c:pt>
                <c:pt idx="2402">
                  <c:v>11.6717</c:v>
                </c:pt>
                <c:pt idx="2403">
                  <c:v>11.7796</c:v>
                </c:pt>
                <c:pt idx="2404">
                  <c:v>11.703099999999999</c:v>
                </c:pt>
                <c:pt idx="2405">
                  <c:v>11.4565</c:v>
                </c:pt>
                <c:pt idx="2406">
                  <c:v>11.413500000000001</c:v>
                </c:pt>
                <c:pt idx="2407">
                  <c:v>11.572800000000001</c:v>
                </c:pt>
                <c:pt idx="2408">
                  <c:v>11.8653</c:v>
                </c:pt>
                <c:pt idx="2409">
                  <c:v>11.909800000000001</c:v>
                </c:pt>
                <c:pt idx="2410">
                  <c:v>11.9214</c:v>
                </c:pt>
                <c:pt idx="2411">
                  <c:v>12.2287</c:v>
                </c:pt>
                <c:pt idx="2412">
                  <c:v>12.373200000000001</c:v>
                </c:pt>
                <c:pt idx="2413">
                  <c:v>12.4765</c:v>
                </c:pt>
                <c:pt idx="2414">
                  <c:v>12.3353</c:v>
                </c:pt>
                <c:pt idx="2415">
                  <c:v>12.0913</c:v>
                </c:pt>
                <c:pt idx="2416">
                  <c:v>11.786099999999999</c:v>
                </c:pt>
                <c:pt idx="2417">
                  <c:v>11.6006</c:v>
                </c:pt>
                <c:pt idx="2418">
                  <c:v>11.3483</c:v>
                </c:pt>
                <c:pt idx="2419">
                  <c:v>10.9983</c:v>
                </c:pt>
                <c:pt idx="2420">
                  <c:v>10.7654</c:v>
                </c:pt>
                <c:pt idx="2421">
                  <c:v>10.9359</c:v>
                </c:pt>
                <c:pt idx="2422">
                  <c:v>11.1326</c:v>
                </c:pt>
                <c:pt idx="2423">
                  <c:v>11.0259</c:v>
                </c:pt>
                <c:pt idx="2424">
                  <c:v>10.6898</c:v>
                </c:pt>
                <c:pt idx="2425">
                  <c:v>10.6153</c:v>
                </c:pt>
                <c:pt idx="2426">
                  <c:v>10.6252</c:v>
                </c:pt>
                <c:pt idx="2427">
                  <c:v>10.469200000000001</c:v>
                </c:pt>
                <c:pt idx="2428">
                  <c:v>10.124599999999999</c:v>
                </c:pt>
                <c:pt idx="2429">
                  <c:v>9.6656899999999997</c:v>
                </c:pt>
                <c:pt idx="2430">
                  <c:v>9.75014</c:v>
                </c:pt>
                <c:pt idx="2431">
                  <c:v>9.6066800000000008</c:v>
                </c:pt>
                <c:pt idx="2432">
                  <c:v>9.4059899999999992</c:v>
                </c:pt>
                <c:pt idx="2433">
                  <c:v>9.7699300000000004</c:v>
                </c:pt>
                <c:pt idx="2434">
                  <c:v>10.063000000000001</c:v>
                </c:pt>
                <c:pt idx="2435">
                  <c:v>10.3132</c:v>
                </c:pt>
                <c:pt idx="2436">
                  <c:v>10.2767</c:v>
                </c:pt>
                <c:pt idx="2437">
                  <c:v>10.2616</c:v>
                </c:pt>
                <c:pt idx="2438">
                  <c:v>10.5047</c:v>
                </c:pt>
                <c:pt idx="2439">
                  <c:v>11.0297</c:v>
                </c:pt>
                <c:pt idx="2440">
                  <c:v>11.2737</c:v>
                </c:pt>
                <c:pt idx="2441">
                  <c:v>11.29</c:v>
                </c:pt>
                <c:pt idx="2442">
                  <c:v>10.8729</c:v>
                </c:pt>
                <c:pt idx="2443">
                  <c:v>10.561</c:v>
                </c:pt>
                <c:pt idx="2444">
                  <c:v>10.607200000000001</c:v>
                </c:pt>
                <c:pt idx="2445">
                  <c:v>10.629</c:v>
                </c:pt>
                <c:pt idx="2446">
                  <c:v>10.6478</c:v>
                </c:pt>
                <c:pt idx="2447">
                  <c:v>10.583500000000001</c:v>
                </c:pt>
                <c:pt idx="2448">
                  <c:v>10.588900000000001</c:v>
                </c:pt>
                <c:pt idx="2449">
                  <c:v>10.920400000000001</c:v>
                </c:pt>
                <c:pt idx="2450">
                  <c:v>11.1822</c:v>
                </c:pt>
                <c:pt idx="2451">
                  <c:v>11.214</c:v>
                </c:pt>
                <c:pt idx="2452">
                  <c:v>11.2416</c:v>
                </c:pt>
                <c:pt idx="2453">
                  <c:v>11.210100000000001</c:v>
                </c:pt>
                <c:pt idx="2454">
                  <c:v>10.9077</c:v>
                </c:pt>
                <c:pt idx="2455">
                  <c:v>10.2889</c:v>
                </c:pt>
                <c:pt idx="2456">
                  <c:v>10.5002</c:v>
                </c:pt>
                <c:pt idx="2457">
                  <c:v>10.8207</c:v>
                </c:pt>
                <c:pt idx="2458">
                  <c:v>10.7433</c:v>
                </c:pt>
                <c:pt idx="2459">
                  <c:v>10.6418</c:v>
                </c:pt>
                <c:pt idx="2460">
                  <c:v>10.709899999999999</c:v>
                </c:pt>
                <c:pt idx="2461">
                  <c:v>11.117699999999999</c:v>
                </c:pt>
                <c:pt idx="2462">
                  <c:v>11.343299999999999</c:v>
                </c:pt>
                <c:pt idx="2463">
                  <c:v>10.8955</c:v>
                </c:pt>
                <c:pt idx="2464">
                  <c:v>10.558400000000001</c:v>
                </c:pt>
                <c:pt idx="2465">
                  <c:v>10.6677</c:v>
                </c:pt>
                <c:pt idx="2466">
                  <c:v>10.888299999999999</c:v>
                </c:pt>
                <c:pt idx="2467">
                  <c:v>10.9526</c:v>
                </c:pt>
                <c:pt idx="2468">
                  <c:v>10.927099999999999</c:v>
                </c:pt>
                <c:pt idx="2469">
                  <c:v>10.9116</c:v>
                </c:pt>
                <c:pt idx="2470">
                  <c:v>10.475099999999999</c:v>
                </c:pt>
                <c:pt idx="2471">
                  <c:v>9.7324300000000008</c:v>
                </c:pt>
                <c:pt idx="2472">
                  <c:v>9.4370200000000004</c:v>
                </c:pt>
                <c:pt idx="2473">
                  <c:v>9.6511899999999997</c:v>
                </c:pt>
                <c:pt idx="2474">
                  <c:v>9.8803800000000006</c:v>
                </c:pt>
                <c:pt idx="2475">
                  <c:v>10.001099999999999</c:v>
                </c:pt>
                <c:pt idx="2476">
                  <c:v>9.9935799999999997</c:v>
                </c:pt>
                <c:pt idx="2477">
                  <c:v>9.6894600000000004</c:v>
                </c:pt>
                <c:pt idx="2478">
                  <c:v>9.8018000000000001</c:v>
                </c:pt>
                <c:pt idx="2479">
                  <c:v>10.018000000000001</c:v>
                </c:pt>
                <c:pt idx="2480">
                  <c:v>10.061500000000001</c:v>
                </c:pt>
                <c:pt idx="2481">
                  <c:v>10.180400000000001</c:v>
                </c:pt>
                <c:pt idx="2482">
                  <c:v>10.344799999999999</c:v>
                </c:pt>
                <c:pt idx="2483">
                  <c:v>10.623200000000001</c:v>
                </c:pt>
                <c:pt idx="2484">
                  <c:v>10.863300000000001</c:v>
                </c:pt>
                <c:pt idx="2485">
                  <c:v>10.721299999999999</c:v>
                </c:pt>
                <c:pt idx="2486">
                  <c:v>10.6074</c:v>
                </c:pt>
                <c:pt idx="2487">
                  <c:v>10.633800000000001</c:v>
                </c:pt>
                <c:pt idx="2488">
                  <c:v>10.693899999999999</c:v>
                </c:pt>
                <c:pt idx="2489">
                  <c:v>10.4229</c:v>
                </c:pt>
                <c:pt idx="2490">
                  <c:v>10.270200000000001</c:v>
                </c:pt>
                <c:pt idx="2491">
                  <c:v>10.327</c:v>
                </c:pt>
                <c:pt idx="2492">
                  <c:v>9.9516399999999994</c:v>
                </c:pt>
                <c:pt idx="2493">
                  <c:v>9.9861699999999995</c:v>
                </c:pt>
                <c:pt idx="2494">
                  <c:v>10.0326</c:v>
                </c:pt>
                <c:pt idx="2495">
                  <c:v>9.8420699999999997</c:v>
                </c:pt>
                <c:pt idx="2496">
                  <c:v>9.9354600000000008</c:v>
                </c:pt>
                <c:pt idx="2497">
                  <c:v>10.058400000000001</c:v>
                </c:pt>
                <c:pt idx="2498">
                  <c:v>9.9826200000000007</c:v>
                </c:pt>
                <c:pt idx="2499">
                  <c:v>9.9762199999999996</c:v>
                </c:pt>
                <c:pt idx="2500">
                  <c:v>10.2235</c:v>
                </c:pt>
                <c:pt idx="2501">
                  <c:v>10.3032</c:v>
                </c:pt>
                <c:pt idx="2502">
                  <c:v>10.2653</c:v>
                </c:pt>
                <c:pt idx="2503">
                  <c:v>10.088900000000001</c:v>
                </c:pt>
                <c:pt idx="2504">
                  <c:v>9.7920700000000007</c:v>
                </c:pt>
                <c:pt idx="2505">
                  <c:v>9.9487199999999998</c:v>
                </c:pt>
                <c:pt idx="2506">
                  <c:v>9.8062000000000005</c:v>
                </c:pt>
                <c:pt idx="2507">
                  <c:v>9.8643099999999997</c:v>
                </c:pt>
                <c:pt idx="2508">
                  <c:v>9.9585500000000007</c:v>
                </c:pt>
                <c:pt idx="2509">
                  <c:v>9.8168799999999994</c:v>
                </c:pt>
                <c:pt idx="2510">
                  <c:v>9.7164699999999993</c:v>
                </c:pt>
                <c:pt idx="2511">
                  <c:v>9.87561</c:v>
                </c:pt>
                <c:pt idx="2512">
                  <c:v>9.9436400000000003</c:v>
                </c:pt>
                <c:pt idx="2513">
                  <c:v>9.8239699999999992</c:v>
                </c:pt>
                <c:pt idx="2514">
                  <c:v>9.8750599999999995</c:v>
                </c:pt>
                <c:pt idx="2515">
                  <c:v>10.091799999999999</c:v>
                </c:pt>
                <c:pt idx="2516">
                  <c:v>10.4032</c:v>
                </c:pt>
                <c:pt idx="2517">
                  <c:v>10.1044</c:v>
                </c:pt>
                <c:pt idx="2518">
                  <c:v>9.5591899999999992</c:v>
                </c:pt>
                <c:pt idx="2519">
                  <c:v>9.59849</c:v>
                </c:pt>
                <c:pt idx="2520">
                  <c:v>9.8729899999999997</c:v>
                </c:pt>
                <c:pt idx="2521">
                  <c:v>9.9030900000000006</c:v>
                </c:pt>
                <c:pt idx="2522">
                  <c:v>9.8072300000000006</c:v>
                </c:pt>
                <c:pt idx="2523">
                  <c:v>9.7329100000000004</c:v>
                </c:pt>
                <c:pt idx="2524">
                  <c:v>9.4231400000000001</c:v>
                </c:pt>
                <c:pt idx="2525">
                  <c:v>9.3134200000000007</c:v>
                </c:pt>
                <c:pt idx="2526">
                  <c:v>9.3398599999999998</c:v>
                </c:pt>
                <c:pt idx="2527">
                  <c:v>9.4659800000000001</c:v>
                </c:pt>
                <c:pt idx="2528">
                  <c:v>9.3197899999999994</c:v>
                </c:pt>
                <c:pt idx="2529">
                  <c:v>9.0610599999999994</c:v>
                </c:pt>
                <c:pt idx="2530">
                  <c:v>9.2525999999999993</c:v>
                </c:pt>
                <c:pt idx="2531">
                  <c:v>9.3361300000000007</c:v>
                </c:pt>
                <c:pt idx="2532">
                  <c:v>9.17469</c:v>
                </c:pt>
                <c:pt idx="2533">
                  <c:v>9.2162900000000008</c:v>
                </c:pt>
                <c:pt idx="2534">
                  <c:v>9.1178799999999995</c:v>
                </c:pt>
                <c:pt idx="2535">
                  <c:v>9.2942599999999995</c:v>
                </c:pt>
                <c:pt idx="2536">
                  <c:v>9.6618499999999994</c:v>
                </c:pt>
                <c:pt idx="2537">
                  <c:v>9.8917599999999997</c:v>
                </c:pt>
                <c:pt idx="2538">
                  <c:v>10.0046</c:v>
                </c:pt>
                <c:pt idx="2539">
                  <c:v>10.023999999999999</c:v>
                </c:pt>
                <c:pt idx="2540">
                  <c:v>10.2699</c:v>
                </c:pt>
                <c:pt idx="2541">
                  <c:v>10.201599999999999</c:v>
                </c:pt>
                <c:pt idx="2542">
                  <c:v>10.098000000000001</c:v>
                </c:pt>
                <c:pt idx="2543">
                  <c:v>9.9445800000000002</c:v>
                </c:pt>
                <c:pt idx="2544">
                  <c:v>9.8375199999999996</c:v>
                </c:pt>
                <c:pt idx="2545">
                  <c:v>9.3824299999999994</c:v>
                </c:pt>
                <c:pt idx="2546">
                  <c:v>8.7452900000000007</c:v>
                </c:pt>
                <c:pt idx="2547">
                  <c:v>8.8733599999999999</c:v>
                </c:pt>
                <c:pt idx="2548">
                  <c:v>9.2863399999999992</c:v>
                </c:pt>
                <c:pt idx="2549">
                  <c:v>9.3929399999999994</c:v>
                </c:pt>
                <c:pt idx="2550">
                  <c:v>9.3497400000000006</c:v>
                </c:pt>
                <c:pt idx="2551">
                  <c:v>9.4246400000000001</c:v>
                </c:pt>
                <c:pt idx="2552">
                  <c:v>9.1727399999999992</c:v>
                </c:pt>
                <c:pt idx="2553">
                  <c:v>8.98766</c:v>
                </c:pt>
                <c:pt idx="2554">
                  <c:v>9.3930299999999995</c:v>
                </c:pt>
                <c:pt idx="2555">
                  <c:v>9.6882699999999993</c:v>
                </c:pt>
                <c:pt idx="2556">
                  <c:v>9.6803600000000003</c:v>
                </c:pt>
                <c:pt idx="2557">
                  <c:v>9.4834899999999998</c:v>
                </c:pt>
                <c:pt idx="2558">
                  <c:v>9.1644400000000008</c:v>
                </c:pt>
                <c:pt idx="2559">
                  <c:v>8.8794900000000005</c:v>
                </c:pt>
                <c:pt idx="2560">
                  <c:v>8.6236800000000002</c:v>
                </c:pt>
                <c:pt idx="2561">
                  <c:v>8.6810200000000002</c:v>
                </c:pt>
                <c:pt idx="2562">
                  <c:v>8.8498300000000008</c:v>
                </c:pt>
                <c:pt idx="2563">
                  <c:v>8.9173500000000008</c:v>
                </c:pt>
                <c:pt idx="2564">
                  <c:v>9.1861499999999996</c:v>
                </c:pt>
                <c:pt idx="2565">
                  <c:v>9.14344</c:v>
                </c:pt>
                <c:pt idx="2566">
                  <c:v>9.1451600000000006</c:v>
                </c:pt>
                <c:pt idx="2567">
                  <c:v>9.3192599999999999</c:v>
                </c:pt>
                <c:pt idx="2568">
                  <c:v>9.5130800000000004</c:v>
                </c:pt>
                <c:pt idx="2569">
                  <c:v>9.3931799999999992</c:v>
                </c:pt>
                <c:pt idx="2570">
                  <c:v>8.91296</c:v>
                </c:pt>
                <c:pt idx="2571">
                  <c:v>9.0609999999999999</c:v>
                </c:pt>
                <c:pt idx="2572">
                  <c:v>9.2871600000000001</c:v>
                </c:pt>
                <c:pt idx="2573">
                  <c:v>9.1721500000000002</c:v>
                </c:pt>
                <c:pt idx="2574">
                  <c:v>9.0450499999999998</c:v>
                </c:pt>
                <c:pt idx="2575">
                  <c:v>9.2164599999999997</c:v>
                </c:pt>
                <c:pt idx="2576">
                  <c:v>9.6662800000000004</c:v>
                </c:pt>
                <c:pt idx="2577">
                  <c:v>9.7257200000000008</c:v>
                </c:pt>
                <c:pt idx="2578">
                  <c:v>9.7068899999999996</c:v>
                </c:pt>
                <c:pt idx="2579">
                  <c:v>9.4373400000000007</c:v>
                </c:pt>
                <c:pt idx="2580">
                  <c:v>9.0965500000000006</c:v>
                </c:pt>
                <c:pt idx="2581">
                  <c:v>8.9297799999999992</c:v>
                </c:pt>
                <c:pt idx="2582">
                  <c:v>8.7118000000000002</c:v>
                </c:pt>
                <c:pt idx="2583">
                  <c:v>8.5695200000000007</c:v>
                </c:pt>
                <c:pt idx="2584">
                  <c:v>8.4870099999999997</c:v>
                </c:pt>
                <c:pt idx="2585">
                  <c:v>8.7231400000000008</c:v>
                </c:pt>
                <c:pt idx="2586">
                  <c:v>8.9521499999999996</c:v>
                </c:pt>
                <c:pt idx="2587">
                  <c:v>9.2570099999999993</c:v>
                </c:pt>
                <c:pt idx="2588">
                  <c:v>9.2030200000000004</c:v>
                </c:pt>
                <c:pt idx="2589">
                  <c:v>9.0226900000000008</c:v>
                </c:pt>
                <c:pt idx="2590">
                  <c:v>8.9087399999999999</c:v>
                </c:pt>
                <c:pt idx="2591">
                  <c:v>8.88523</c:v>
                </c:pt>
                <c:pt idx="2592">
                  <c:v>9.1118699999999997</c:v>
                </c:pt>
                <c:pt idx="2593">
                  <c:v>9.4864700000000006</c:v>
                </c:pt>
                <c:pt idx="2594">
                  <c:v>9.4824599999999997</c:v>
                </c:pt>
                <c:pt idx="2595">
                  <c:v>9.2433399999999999</c:v>
                </c:pt>
                <c:pt idx="2596">
                  <c:v>9.4170200000000008</c:v>
                </c:pt>
                <c:pt idx="2597">
                  <c:v>9.4112799999999996</c:v>
                </c:pt>
                <c:pt idx="2598">
                  <c:v>9.2333700000000007</c:v>
                </c:pt>
                <c:pt idx="2599">
                  <c:v>8.7912199999999991</c:v>
                </c:pt>
                <c:pt idx="2600">
                  <c:v>8.6263100000000001</c:v>
                </c:pt>
                <c:pt idx="2601">
                  <c:v>8.8170699999999993</c:v>
                </c:pt>
                <c:pt idx="2602">
                  <c:v>9.0359700000000007</c:v>
                </c:pt>
                <c:pt idx="2603">
                  <c:v>9.21251</c:v>
                </c:pt>
                <c:pt idx="2604">
                  <c:v>9.0209399999999995</c:v>
                </c:pt>
                <c:pt idx="2605">
                  <c:v>8.4698799999999999</c:v>
                </c:pt>
                <c:pt idx="2606">
                  <c:v>8.1359700000000004</c:v>
                </c:pt>
                <c:pt idx="2607">
                  <c:v>8.3544800000000006</c:v>
                </c:pt>
                <c:pt idx="2608">
                  <c:v>8.5867299999999993</c:v>
                </c:pt>
                <c:pt idx="2609">
                  <c:v>8.6153099999999991</c:v>
                </c:pt>
                <c:pt idx="2610">
                  <c:v>8.4561299999999999</c:v>
                </c:pt>
                <c:pt idx="2611">
                  <c:v>8.2055600000000002</c:v>
                </c:pt>
                <c:pt idx="2612">
                  <c:v>8.19679</c:v>
                </c:pt>
                <c:pt idx="2613">
                  <c:v>8.1693899999999999</c:v>
                </c:pt>
                <c:pt idx="2614">
                  <c:v>8.2061600000000006</c:v>
                </c:pt>
                <c:pt idx="2615">
                  <c:v>8.6473600000000008</c:v>
                </c:pt>
                <c:pt idx="2616">
                  <c:v>8.7959499999999995</c:v>
                </c:pt>
                <c:pt idx="2617">
                  <c:v>8.5435499999999998</c:v>
                </c:pt>
                <c:pt idx="2618">
                  <c:v>8.4716500000000003</c:v>
                </c:pt>
                <c:pt idx="2619">
                  <c:v>8.4942799999999998</c:v>
                </c:pt>
                <c:pt idx="2620">
                  <c:v>8.8606599999999993</c:v>
                </c:pt>
                <c:pt idx="2621">
                  <c:v>9.3333999999999993</c:v>
                </c:pt>
                <c:pt idx="2622">
                  <c:v>9.2340499999999999</c:v>
                </c:pt>
                <c:pt idx="2623">
                  <c:v>9.2608899999999998</c:v>
                </c:pt>
                <c:pt idx="2624">
                  <c:v>9.2848199999999999</c:v>
                </c:pt>
                <c:pt idx="2625">
                  <c:v>9.4965899999999994</c:v>
                </c:pt>
                <c:pt idx="2626">
                  <c:v>9.7825299999999995</c:v>
                </c:pt>
                <c:pt idx="2627">
                  <c:v>9.8492700000000006</c:v>
                </c:pt>
                <c:pt idx="2628">
                  <c:v>9.7288200000000007</c:v>
                </c:pt>
                <c:pt idx="2629">
                  <c:v>9.5672099999999993</c:v>
                </c:pt>
                <c:pt idx="2630">
                  <c:v>9.2622900000000001</c:v>
                </c:pt>
                <c:pt idx="2631">
                  <c:v>9.1607099999999999</c:v>
                </c:pt>
                <c:pt idx="2632">
                  <c:v>9.3343299999999996</c:v>
                </c:pt>
                <c:pt idx="2633">
                  <c:v>9.25943</c:v>
                </c:pt>
                <c:pt idx="2634">
                  <c:v>9.1122099999999993</c:v>
                </c:pt>
                <c:pt idx="2635">
                  <c:v>8.8529499999999999</c:v>
                </c:pt>
                <c:pt idx="2636">
                  <c:v>8.8114399999999993</c:v>
                </c:pt>
                <c:pt idx="2637">
                  <c:v>9.0003399999999996</c:v>
                </c:pt>
                <c:pt idx="2638">
                  <c:v>8.8289299999999997</c:v>
                </c:pt>
                <c:pt idx="2639">
                  <c:v>8.8053600000000003</c:v>
                </c:pt>
                <c:pt idx="2640">
                  <c:v>9.0282199999999992</c:v>
                </c:pt>
                <c:pt idx="2641">
                  <c:v>8.9904600000000006</c:v>
                </c:pt>
                <c:pt idx="2642">
                  <c:v>8.8293499999999998</c:v>
                </c:pt>
                <c:pt idx="2643">
                  <c:v>8.6732499999999995</c:v>
                </c:pt>
                <c:pt idx="2644">
                  <c:v>8.4809800000000006</c:v>
                </c:pt>
                <c:pt idx="2645">
                  <c:v>8.4642300000000006</c:v>
                </c:pt>
                <c:pt idx="2646">
                  <c:v>8.3911200000000008</c:v>
                </c:pt>
                <c:pt idx="2647">
                  <c:v>8.4357500000000005</c:v>
                </c:pt>
                <c:pt idx="2648">
                  <c:v>8.2521400000000007</c:v>
                </c:pt>
                <c:pt idx="2649">
                  <c:v>8.1779600000000006</c:v>
                </c:pt>
                <c:pt idx="2650">
                  <c:v>8.2874300000000005</c:v>
                </c:pt>
                <c:pt idx="2651">
                  <c:v>8.3160900000000009</c:v>
                </c:pt>
                <c:pt idx="2652">
                  <c:v>8.1460100000000004</c:v>
                </c:pt>
                <c:pt idx="2653">
                  <c:v>8.1281499999999998</c:v>
                </c:pt>
                <c:pt idx="2654">
                  <c:v>8.2793899999999994</c:v>
                </c:pt>
                <c:pt idx="2655">
                  <c:v>8.3217300000000005</c:v>
                </c:pt>
                <c:pt idx="2656">
                  <c:v>8.4130800000000008</c:v>
                </c:pt>
                <c:pt idx="2657">
                  <c:v>8.4645899999999994</c:v>
                </c:pt>
                <c:pt idx="2658">
                  <c:v>8.4857499999999995</c:v>
                </c:pt>
                <c:pt idx="2659">
                  <c:v>8.7452299999999994</c:v>
                </c:pt>
                <c:pt idx="2660">
                  <c:v>8.8939299999999992</c:v>
                </c:pt>
                <c:pt idx="2661">
                  <c:v>9.0873699999999999</c:v>
                </c:pt>
                <c:pt idx="2662">
                  <c:v>8.9658499999999997</c:v>
                </c:pt>
                <c:pt idx="2663">
                  <c:v>8.6794399999999996</c:v>
                </c:pt>
                <c:pt idx="2664">
                  <c:v>8.8093400000000006</c:v>
                </c:pt>
                <c:pt idx="2665">
                  <c:v>8.8278300000000005</c:v>
                </c:pt>
                <c:pt idx="2666">
                  <c:v>8.8247300000000006</c:v>
                </c:pt>
                <c:pt idx="2667">
                  <c:v>8.8089600000000008</c:v>
                </c:pt>
                <c:pt idx="2668">
                  <c:v>8.9745500000000007</c:v>
                </c:pt>
                <c:pt idx="2669">
                  <c:v>8.8860600000000005</c:v>
                </c:pt>
                <c:pt idx="2670">
                  <c:v>8.9905200000000001</c:v>
                </c:pt>
                <c:pt idx="2671">
                  <c:v>8.9832999999999998</c:v>
                </c:pt>
                <c:pt idx="2672">
                  <c:v>8.6248100000000001</c:v>
                </c:pt>
                <c:pt idx="2673">
                  <c:v>8.3067399999999996</c:v>
                </c:pt>
                <c:pt idx="2674">
                  <c:v>8.35337</c:v>
                </c:pt>
                <c:pt idx="2675">
                  <c:v>8.32911</c:v>
                </c:pt>
                <c:pt idx="2676">
                  <c:v>8.0560399999999994</c:v>
                </c:pt>
                <c:pt idx="2677">
                  <c:v>8.0231899999999996</c:v>
                </c:pt>
                <c:pt idx="2678">
                  <c:v>8.0143900000000006</c:v>
                </c:pt>
                <c:pt idx="2679">
                  <c:v>8.0561299999999996</c:v>
                </c:pt>
                <c:pt idx="2680">
                  <c:v>7.9258600000000001</c:v>
                </c:pt>
                <c:pt idx="2681">
                  <c:v>7.7369199999999996</c:v>
                </c:pt>
                <c:pt idx="2682">
                  <c:v>7.6481700000000004</c:v>
                </c:pt>
                <c:pt idx="2683">
                  <c:v>7.65341</c:v>
                </c:pt>
                <c:pt idx="2684">
                  <c:v>7.5686099999999996</c:v>
                </c:pt>
                <c:pt idx="2685">
                  <c:v>7.8040200000000004</c:v>
                </c:pt>
                <c:pt idx="2686">
                  <c:v>8.2414799999999993</c:v>
                </c:pt>
                <c:pt idx="2687">
                  <c:v>8.2859300000000005</c:v>
                </c:pt>
                <c:pt idx="2688">
                  <c:v>8.00854</c:v>
                </c:pt>
                <c:pt idx="2689">
                  <c:v>7.7650100000000002</c:v>
                </c:pt>
                <c:pt idx="2690">
                  <c:v>7.9208600000000002</c:v>
                </c:pt>
                <c:pt idx="2691">
                  <c:v>8.3156599999999994</c:v>
                </c:pt>
                <c:pt idx="2692">
                  <c:v>8.4946199999999994</c:v>
                </c:pt>
                <c:pt idx="2693">
                  <c:v>8.2673000000000005</c:v>
                </c:pt>
                <c:pt idx="2694">
                  <c:v>8.4927700000000002</c:v>
                </c:pt>
                <c:pt idx="2695">
                  <c:v>8.8677799999999998</c:v>
                </c:pt>
                <c:pt idx="2696">
                  <c:v>9.2153399999999994</c:v>
                </c:pt>
                <c:pt idx="2697">
                  <c:v>9.1834500000000006</c:v>
                </c:pt>
                <c:pt idx="2698">
                  <c:v>8.7340599999999995</c:v>
                </c:pt>
                <c:pt idx="2699">
                  <c:v>8.6579200000000007</c:v>
                </c:pt>
                <c:pt idx="2700">
                  <c:v>8.4926600000000008</c:v>
                </c:pt>
                <c:pt idx="2701">
                  <c:v>8.3846299999999996</c:v>
                </c:pt>
                <c:pt idx="2702">
                  <c:v>8.4382400000000004</c:v>
                </c:pt>
                <c:pt idx="2703">
                  <c:v>8.5334699999999994</c:v>
                </c:pt>
                <c:pt idx="2704">
                  <c:v>8.7431300000000007</c:v>
                </c:pt>
                <c:pt idx="2705">
                  <c:v>9.0527300000000004</c:v>
                </c:pt>
                <c:pt idx="2706">
                  <c:v>9.2496500000000008</c:v>
                </c:pt>
                <c:pt idx="2707">
                  <c:v>8.8902000000000001</c:v>
                </c:pt>
                <c:pt idx="2708">
                  <c:v>8.4401799999999998</c:v>
                </c:pt>
                <c:pt idx="2709">
                  <c:v>8.2430599999999998</c:v>
                </c:pt>
                <c:pt idx="2710">
                  <c:v>8.2096499999999999</c:v>
                </c:pt>
                <c:pt idx="2711">
                  <c:v>8.0069599999999994</c:v>
                </c:pt>
                <c:pt idx="2712">
                  <c:v>8.1366399999999999</c:v>
                </c:pt>
                <c:pt idx="2713">
                  <c:v>8.1110500000000005</c:v>
                </c:pt>
                <c:pt idx="2714">
                  <c:v>8.0900200000000009</c:v>
                </c:pt>
                <c:pt idx="2715">
                  <c:v>8.4131099999999996</c:v>
                </c:pt>
                <c:pt idx="2716">
                  <c:v>9.0627700000000004</c:v>
                </c:pt>
                <c:pt idx="2717">
                  <c:v>9.4953500000000002</c:v>
                </c:pt>
                <c:pt idx="2718">
                  <c:v>8.9746299999999994</c:v>
                </c:pt>
                <c:pt idx="2719">
                  <c:v>8.4252900000000004</c:v>
                </c:pt>
                <c:pt idx="2720">
                  <c:v>8.3084299999999995</c:v>
                </c:pt>
                <c:pt idx="2721">
                  <c:v>8.7539599999999993</c:v>
                </c:pt>
                <c:pt idx="2722">
                  <c:v>9.1200500000000009</c:v>
                </c:pt>
                <c:pt idx="2723">
                  <c:v>8.9830199999999998</c:v>
                </c:pt>
                <c:pt idx="2724">
                  <c:v>8.9330200000000008</c:v>
                </c:pt>
                <c:pt idx="2725">
                  <c:v>9.0209499999999991</c:v>
                </c:pt>
                <c:pt idx="2726">
                  <c:v>8.9459499999999998</c:v>
                </c:pt>
                <c:pt idx="2727">
                  <c:v>8.7394599999999993</c:v>
                </c:pt>
                <c:pt idx="2728">
                  <c:v>8.7748899999999992</c:v>
                </c:pt>
                <c:pt idx="2729">
                  <c:v>8.8336299999999994</c:v>
                </c:pt>
                <c:pt idx="2730">
                  <c:v>8.6802100000000006</c:v>
                </c:pt>
                <c:pt idx="2731">
                  <c:v>8.4193499999999997</c:v>
                </c:pt>
                <c:pt idx="2732">
                  <c:v>8.2647600000000008</c:v>
                </c:pt>
                <c:pt idx="2733">
                  <c:v>8.3955599999999997</c:v>
                </c:pt>
                <c:pt idx="2734">
                  <c:v>8.6986600000000003</c:v>
                </c:pt>
                <c:pt idx="2735">
                  <c:v>8.8847400000000007</c:v>
                </c:pt>
                <c:pt idx="2736">
                  <c:v>8.7128499999999995</c:v>
                </c:pt>
                <c:pt idx="2737">
                  <c:v>8.5440199999999997</c:v>
                </c:pt>
                <c:pt idx="2738">
                  <c:v>8.2844300000000004</c:v>
                </c:pt>
                <c:pt idx="2739">
                  <c:v>7.8444599999999998</c:v>
                </c:pt>
                <c:pt idx="2740">
                  <c:v>7.7927200000000001</c:v>
                </c:pt>
                <c:pt idx="2741">
                  <c:v>7.7029100000000001</c:v>
                </c:pt>
                <c:pt idx="2742">
                  <c:v>7.83474</c:v>
                </c:pt>
                <c:pt idx="2743">
                  <c:v>7.9954999999999998</c:v>
                </c:pt>
                <c:pt idx="2744">
                  <c:v>8.0308700000000002</c:v>
                </c:pt>
                <c:pt idx="2745">
                  <c:v>8.1891599999999993</c:v>
                </c:pt>
                <c:pt idx="2746">
                  <c:v>8.3491800000000005</c:v>
                </c:pt>
                <c:pt idx="2747">
                  <c:v>8.6726500000000009</c:v>
                </c:pt>
                <c:pt idx="2748">
                  <c:v>8.6775800000000007</c:v>
                </c:pt>
                <c:pt idx="2749">
                  <c:v>8.6263400000000008</c:v>
                </c:pt>
                <c:pt idx="2750">
                  <c:v>8.9305000000000003</c:v>
                </c:pt>
                <c:pt idx="2751">
                  <c:v>8.6935400000000005</c:v>
                </c:pt>
                <c:pt idx="2752">
                  <c:v>8.0376700000000003</c:v>
                </c:pt>
                <c:pt idx="2753">
                  <c:v>7.7343900000000003</c:v>
                </c:pt>
                <c:pt idx="2754">
                  <c:v>8.1303000000000001</c:v>
                </c:pt>
                <c:pt idx="2755">
                  <c:v>8.5094499999999993</c:v>
                </c:pt>
                <c:pt idx="2756">
                  <c:v>8.32395</c:v>
                </c:pt>
                <c:pt idx="2757">
                  <c:v>8.1075199999999992</c:v>
                </c:pt>
                <c:pt idx="2758">
                  <c:v>8.3826499999999999</c:v>
                </c:pt>
                <c:pt idx="2759">
                  <c:v>8.7967600000000008</c:v>
                </c:pt>
                <c:pt idx="2760">
                  <c:v>9.0795399999999997</c:v>
                </c:pt>
                <c:pt idx="2761">
                  <c:v>9.3920700000000004</c:v>
                </c:pt>
                <c:pt idx="2762">
                  <c:v>9.0397800000000004</c:v>
                </c:pt>
                <c:pt idx="2763">
                  <c:v>8.6631400000000003</c:v>
                </c:pt>
                <c:pt idx="2764">
                  <c:v>8.7257800000000003</c:v>
                </c:pt>
                <c:pt idx="2765">
                  <c:v>8.8542500000000004</c:v>
                </c:pt>
                <c:pt idx="2766">
                  <c:v>8.9597999999999995</c:v>
                </c:pt>
                <c:pt idx="2767">
                  <c:v>8.9958600000000004</c:v>
                </c:pt>
                <c:pt idx="2768">
                  <c:v>9.0243300000000009</c:v>
                </c:pt>
                <c:pt idx="2769">
                  <c:v>9.0819200000000002</c:v>
                </c:pt>
                <c:pt idx="2770">
                  <c:v>9.0173100000000002</c:v>
                </c:pt>
                <c:pt idx="2771">
                  <c:v>8.8661899999999996</c:v>
                </c:pt>
                <c:pt idx="2772">
                  <c:v>8.6532599999999995</c:v>
                </c:pt>
                <c:pt idx="2773">
                  <c:v>8.5786800000000003</c:v>
                </c:pt>
                <c:pt idx="2774">
                  <c:v>8.7578600000000009</c:v>
                </c:pt>
                <c:pt idx="2775">
                  <c:v>8.8595600000000001</c:v>
                </c:pt>
                <c:pt idx="2776">
                  <c:v>8.7945600000000006</c:v>
                </c:pt>
                <c:pt idx="2777">
                  <c:v>8.6745800000000006</c:v>
                </c:pt>
                <c:pt idx="2778">
                  <c:v>8.9693799999999992</c:v>
                </c:pt>
                <c:pt idx="2779">
                  <c:v>8.9369800000000001</c:v>
                </c:pt>
                <c:pt idx="2780">
                  <c:v>8.7062500000000007</c:v>
                </c:pt>
                <c:pt idx="2781">
                  <c:v>8.7204099999999993</c:v>
                </c:pt>
                <c:pt idx="2782">
                  <c:v>8.4576200000000004</c:v>
                </c:pt>
                <c:pt idx="2783">
                  <c:v>8.1537299999999995</c:v>
                </c:pt>
                <c:pt idx="2784">
                  <c:v>8.08995</c:v>
                </c:pt>
                <c:pt idx="2785">
                  <c:v>8.3429300000000008</c:v>
                </c:pt>
                <c:pt idx="2786">
                  <c:v>8.5091400000000004</c:v>
                </c:pt>
                <c:pt idx="2787">
                  <c:v>8.6262299999999996</c:v>
                </c:pt>
                <c:pt idx="2788">
                  <c:v>8.6772500000000008</c:v>
                </c:pt>
                <c:pt idx="2789">
                  <c:v>8.4242100000000004</c:v>
                </c:pt>
                <c:pt idx="2790">
                  <c:v>8.4231200000000008</c:v>
                </c:pt>
                <c:pt idx="2791">
                  <c:v>8.5513300000000001</c:v>
                </c:pt>
                <c:pt idx="2792">
                  <c:v>8.1787899999999993</c:v>
                </c:pt>
                <c:pt idx="2793">
                  <c:v>8.0945199999999993</c:v>
                </c:pt>
                <c:pt idx="2794">
                  <c:v>8.4208800000000004</c:v>
                </c:pt>
                <c:pt idx="2795">
                  <c:v>8.6133600000000001</c:v>
                </c:pt>
                <c:pt idx="2796">
                  <c:v>8.6202400000000008</c:v>
                </c:pt>
                <c:pt idx="2797">
                  <c:v>8.3511299999999995</c:v>
                </c:pt>
                <c:pt idx="2798">
                  <c:v>8.3391300000000008</c:v>
                </c:pt>
                <c:pt idx="2799">
                  <c:v>8.7625499999999992</c:v>
                </c:pt>
                <c:pt idx="2800">
                  <c:v>8.9608399999999993</c:v>
                </c:pt>
                <c:pt idx="2801">
                  <c:v>8.6489399999999996</c:v>
                </c:pt>
                <c:pt idx="2802">
                  <c:v>8.6115200000000005</c:v>
                </c:pt>
                <c:pt idx="2803">
                  <c:v>8.8276599999999998</c:v>
                </c:pt>
                <c:pt idx="2804">
                  <c:v>8.9255200000000006</c:v>
                </c:pt>
                <c:pt idx="2805">
                  <c:v>9.09361</c:v>
                </c:pt>
                <c:pt idx="2806">
                  <c:v>9.3983899999999991</c:v>
                </c:pt>
                <c:pt idx="2807">
                  <c:v>9.4217300000000002</c:v>
                </c:pt>
                <c:pt idx="2808">
                  <c:v>9.2757299999999994</c:v>
                </c:pt>
                <c:pt idx="2809">
                  <c:v>9.3684499999999993</c:v>
                </c:pt>
                <c:pt idx="2810">
                  <c:v>9.3944899999999993</c:v>
                </c:pt>
                <c:pt idx="2811">
                  <c:v>9.7119300000000006</c:v>
                </c:pt>
                <c:pt idx="2812">
                  <c:v>10.213800000000001</c:v>
                </c:pt>
                <c:pt idx="2813">
                  <c:v>10.4772</c:v>
                </c:pt>
                <c:pt idx="2814">
                  <c:v>10.342700000000001</c:v>
                </c:pt>
                <c:pt idx="2815">
                  <c:v>9.9957100000000008</c:v>
                </c:pt>
                <c:pt idx="2816">
                  <c:v>9.9497199999999992</c:v>
                </c:pt>
                <c:pt idx="2817">
                  <c:v>9.9423999999999992</c:v>
                </c:pt>
                <c:pt idx="2818">
                  <c:v>10.010199999999999</c:v>
                </c:pt>
                <c:pt idx="2819">
                  <c:v>10.1082</c:v>
                </c:pt>
                <c:pt idx="2820">
                  <c:v>10.218299999999999</c:v>
                </c:pt>
                <c:pt idx="2821">
                  <c:v>10.1098</c:v>
                </c:pt>
                <c:pt idx="2822">
                  <c:v>9.9555399999999992</c:v>
                </c:pt>
                <c:pt idx="2823">
                  <c:v>9.8962699999999995</c:v>
                </c:pt>
                <c:pt idx="2824">
                  <c:v>9.8510899999999992</c:v>
                </c:pt>
                <c:pt idx="2825">
                  <c:v>9.9085300000000007</c:v>
                </c:pt>
                <c:pt idx="2826">
                  <c:v>9.7706199999999992</c:v>
                </c:pt>
                <c:pt idx="2827">
                  <c:v>9.82822</c:v>
                </c:pt>
                <c:pt idx="2828">
                  <c:v>9.7412799999999997</c:v>
                </c:pt>
                <c:pt idx="2829">
                  <c:v>9.8022899999999993</c:v>
                </c:pt>
                <c:pt idx="2830">
                  <c:v>9.8318600000000007</c:v>
                </c:pt>
                <c:pt idx="2831">
                  <c:v>9.8400599999999994</c:v>
                </c:pt>
                <c:pt idx="2832">
                  <c:v>9.6546900000000004</c:v>
                </c:pt>
                <c:pt idx="2833">
                  <c:v>8.9544300000000003</c:v>
                </c:pt>
                <c:pt idx="2834">
                  <c:v>8.1965000000000003</c:v>
                </c:pt>
                <c:pt idx="2835">
                  <c:v>7.8124399999999996</c:v>
                </c:pt>
                <c:pt idx="2836">
                  <c:v>7.5813499999999996</c:v>
                </c:pt>
                <c:pt idx="2837">
                  <c:v>7.8150500000000003</c:v>
                </c:pt>
                <c:pt idx="2838">
                  <c:v>8.1541300000000003</c:v>
                </c:pt>
                <c:pt idx="2839">
                  <c:v>8.2444500000000005</c:v>
                </c:pt>
                <c:pt idx="2840">
                  <c:v>8.2984000000000009</c:v>
                </c:pt>
                <c:pt idx="2841">
                  <c:v>7.9965099999999998</c:v>
                </c:pt>
                <c:pt idx="2842">
                  <c:v>8.0637000000000008</c:v>
                </c:pt>
                <c:pt idx="2843">
                  <c:v>8.0993600000000008</c:v>
                </c:pt>
                <c:pt idx="2844">
                  <c:v>7.84422</c:v>
                </c:pt>
                <c:pt idx="2845">
                  <c:v>7.6347100000000001</c:v>
                </c:pt>
                <c:pt idx="2846">
                  <c:v>7.8550300000000002</c:v>
                </c:pt>
                <c:pt idx="2847">
                  <c:v>7.9912400000000003</c:v>
                </c:pt>
                <c:pt idx="2848">
                  <c:v>8.2759699999999992</c:v>
                </c:pt>
                <c:pt idx="2849">
                  <c:v>8.5750600000000006</c:v>
                </c:pt>
                <c:pt idx="2850">
                  <c:v>8.7802600000000002</c:v>
                </c:pt>
                <c:pt idx="2851">
                  <c:v>8.3632600000000004</c:v>
                </c:pt>
                <c:pt idx="2852">
                  <c:v>8.2553000000000001</c:v>
                </c:pt>
                <c:pt idx="2853">
                  <c:v>8.8027499999999996</c:v>
                </c:pt>
                <c:pt idx="2854">
                  <c:v>8.9704599999999992</c:v>
                </c:pt>
                <c:pt idx="2855">
                  <c:v>8.8196200000000005</c:v>
                </c:pt>
                <c:pt idx="2856">
                  <c:v>8.6505299999999998</c:v>
                </c:pt>
                <c:pt idx="2857">
                  <c:v>8.4960000000000004</c:v>
                </c:pt>
                <c:pt idx="2858">
                  <c:v>8.1698699999999995</c:v>
                </c:pt>
                <c:pt idx="2859">
                  <c:v>8.0554100000000002</c:v>
                </c:pt>
                <c:pt idx="2860">
                  <c:v>8.2587399999999995</c:v>
                </c:pt>
                <c:pt idx="2861">
                  <c:v>8.29603</c:v>
                </c:pt>
                <c:pt idx="2862">
                  <c:v>8.2161200000000001</c:v>
                </c:pt>
                <c:pt idx="2863">
                  <c:v>8.1685599999999994</c:v>
                </c:pt>
                <c:pt idx="2864">
                  <c:v>8.1864600000000003</c:v>
                </c:pt>
                <c:pt idx="2865">
                  <c:v>8.3337400000000006</c:v>
                </c:pt>
                <c:pt idx="2866">
                  <c:v>8.4370799999999999</c:v>
                </c:pt>
                <c:pt idx="2867">
                  <c:v>8.3096499999999995</c:v>
                </c:pt>
                <c:pt idx="2868">
                  <c:v>8.2585999999999995</c:v>
                </c:pt>
                <c:pt idx="2869">
                  <c:v>8.2325300000000006</c:v>
                </c:pt>
                <c:pt idx="2870">
                  <c:v>8.3804800000000004</c:v>
                </c:pt>
                <c:pt idx="2871">
                  <c:v>8.7736599999999996</c:v>
                </c:pt>
                <c:pt idx="2872">
                  <c:v>8.9636099999999992</c:v>
                </c:pt>
                <c:pt idx="2873">
                  <c:v>8.7452000000000005</c:v>
                </c:pt>
                <c:pt idx="2874">
                  <c:v>8.5309600000000003</c:v>
                </c:pt>
                <c:pt idx="2875">
                  <c:v>8.6127699999999994</c:v>
                </c:pt>
                <c:pt idx="2876">
                  <c:v>9.0713299999999997</c:v>
                </c:pt>
                <c:pt idx="2877">
                  <c:v>9.3122399999999992</c:v>
                </c:pt>
                <c:pt idx="2878">
                  <c:v>9.2305700000000002</c:v>
                </c:pt>
                <c:pt idx="2879">
                  <c:v>8.9175900000000006</c:v>
                </c:pt>
                <c:pt idx="2880">
                  <c:v>9.1789799999999993</c:v>
                </c:pt>
                <c:pt idx="2881">
                  <c:v>9.8120799999999999</c:v>
                </c:pt>
                <c:pt idx="2882">
                  <c:v>9.6940799999999996</c:v>
                </c:pt>
                <c:pt idx="2883">
                  <c:v>9.4324200000000005</c:v>
                </c:pt>
                <c:pt idx="2884">
                  <c:v>9.2765799999999992</c:v>
                </c:pt>
                <c:pt idx="2885">
                  <c:v>9.1951599999999996</c:v>
                </c:pt>
                <c:pt idx="2886">
                  <c:v>9.0189400000000006</c:v>
                </c:pt>
                <c:pt idx="2887">
                  <c:v>8.7669899999999998</c:v>
                </c:pt>
                <c:pt idx="2888">
                  <c:v>8.5427</c:v>
                </c:pt>
                <c:pt idx="2889">
                  <c:v>8.4018599999999992</c:v>
                </c:pt>
                <c:pt idx="2890">
                  <c:v>8.64635</c:v>
                </c:pt>
                <c:pt idx="2891">
                  <c:v>8.3961699999999997</c:v>
                </c:pt>
                <c:pt idx="2892">
                  <c:v>7.9904500000000001</c:v>
                </c:pt>
                <c:pt idx="2893">
                  <c:v>8.3735400000000002</c:v>
                </c:pt>
                <c:pt idx="2894">
                  <c:v>8.9445399999999999</c:v>
                </c:pt>
                <c:pt idx="2895">
                  <c:v>8.7360000000000007</c:v>
                </c:pt>
                <c:pt idx="2896">
                  <c:v>7.9691599999999996</c:v>
                </c:pt>
                <c:pt idx="2897">
                  <c:v>7.8359199999999998</c:v>
                </c:pt>
                <c:pt idx="2898">
                  <c:v>8.0172899999999991</c:v>
                </c:pt>
                <c:pt idx="2899">
                  <c:v>8.4989399999999993</c:v>
                </c:pt>
                <c:pt idx="2900">
                  <c:v>8.7317499999999999</c:v>
                </c:pt>
                <c:pt idx="2901">
                  <c:v>8.4258699999999997</c:v>
                </c:pt>
                <c:pt idx="2902">
                  <c:v>8.4287600000000005</c:v>
                </c:pt>
                <c:pt idx="2903">
                  <c:v>8.6209000000000007</c:v>
                </c:pt>
                <c:pt idx="2904">
                  <c:v>8.6166099999999997</c:v>
                </c:pt>
                <c:pt idx="2905">
                  <c:v>8.4727899999999998</c:v>
                </c:pt>
                <c:pt idx="2906">
                  <c:v>8.5887399999999996</c:v>
                </c:pt>
                <c:pt idx="2907">
                  <c:v>8.8315000000000001</c:v>
                </c:pt>
                <c:pt idx="2908">
                  <c:v>8.7583500000000001</c:v>
                </c:pt>
                <c:pt idx="2909">
                  <c:v>8.4893900000000002</c:v>
                </c:pt>
                <c:pt idx="2910">
                  <c:v>8.3436800000000009</c:v>
                </c:pt>
                <c:pt idx="2911">
                  <c:v>8.3080400000000001</c:v>
                </c:pt>
                <c:pt idx="2912">
                  <c:v>8.0211500000000004</c:v>
                </c:pt>
                <c:pt idx="2913">
                  <c:v>7.7564900000000003</c:v>
                </c:pt>
                <c:pt idx="2914">
                  <c:v>8.0135000000000005</c:v>
                </c:pt>
                <c:pt idx="2915">
                  <c:v>8.5503699999999991</c:v>
                </c:pt>
                <c:pt idx="2916">
                  <c:v>8.7391799999999993</c:v>
                </c:pt>
                <c:pt idx="2917">
                  <c:v>8.3856999999999999</c:v>
                </c:pt>
                <c:pt idx="2918">
                  <c:v>8.1092700000000004</c:v>
                </c:pt>
                <c:pt idx="2919">
                  <c:v>7.7554100000000004</c:v>
                </c:pt>
                <c:pt idx="2920">
                  <c:v>7.4843200000000003</c:v>
                </c:pt>
                <c:pt idx="2921">
                  <c:v>7.4236800000000001</c:v>
                </c:pt>
                <c:pt idx="2922">
                  <c:v>7.5454299999999996</c:v>
                </c:pt>
                <c:pt idx="2923">
                  <c:v>7.5601399999999996</c:v>
                </c:pt>
                <c:pt idx="2924">
                  <c:v>7.7104200000000001</c:v>
                </c:pt>
                <c:pt idx="2925">
                  <c:v>7.8645699999999996</c:v>
                </c:pt>
                <c:pt idx="2926">
                  <c:v>8.3359000000000005</c:v>
                </c:pt>
                <c:pt idx="2927">
                  <c:v>8.6423699999999997</c:v>
                </c:pt>
                <c:pt idx="2928">
                  <c:v>8.4974500000000006</c:v>
                </c:pt>
                <c:pt idx="2929">
                  <c:v>8.2560699999999994</c:v>
                </c:pt>
                <c:pt idx="2930">
                  <c:v>8.1993399999999994</c:v>
                </c:pt>
                <c:pt idx="2931">
                  <c:v>8.6541399999999999</c:v>
                </c:pt>
                <c:pt idx="2932">
                  <c:v>9.2155199999999997</c:v>
                </c:pt>
                <c:pt idx="2933">
                  <c:v>9.3369900000000001</c:v>
                </c:pt>
                <c:pt idx="2934">
                  <c:v>9.17028</c:v>
                </c:pt>
                <c:pt idx="2935">
                  <c:v>9.0159000000000002</c:v>
                </c:pt>
                <c:pt idx="2936">
                  <c:v>8.99526</c:v>
                </c:pt>
                <c:pt idx="2937">
                  <c:v>8.8818599999999996</c:v>
                </c:pt>
                <c:pt idx="2938">
                  <c:v>8.5326599999999999</c:v>
                </c:pt>
                <c:pt idx="2939">
                  <c:v>8.51098</c:v>
                </c:pt>
                <c:pt idx="2940">
                  <c:v>8.6764500000000009</c:v>
                </c:pt>
                <c:pt idx="2941">
                  <c:v>8.4497999999999998</c:v>
                </c:pt>
                <c:pt idx="2942">
                  <c:v>8.1806699999999992</c:v>
                </c:pt>
                <c:pt idx="2943">
                  <c:v>8.2557600000000004</c:v>
                </c:pt>
                <c:pt idx="2944">
                  <c:v>8.1580899999999996</c:v>
                </c:pt>
                <c:pt idx="2945">
                  <c:v>7.8575400000000002</c:v>
                </c:pt>
                <c:pt idx="2946">
                  <c:v>7.9631999999999996</c:v>
                </c:pt>
                <c:pt idx="2947">
                  <c:v>8.2918400000000005</c:v>
                </c:pt>
                <c:pt idx="2948">
                  <c:v>8.2659500000000001</c:v>
                </c:pt>
                <c:pt idx="2949">
                  <c:v>7.9531799999999997</c:v>
                </c:pt>
                <c:pt idx="2950">
                  <c:v>7.81358</c:v>
                </c:pt>
                <c:pt idx="2951">
                  <c:v>7.8342700000000001</c:v>
                </c:pt>
                <c:pt idx="2952">
                  <c:v>7.8211500000000003</c:v>
                </c:pt>
                <c:pt idx="2953">
                  <c:v>7.8576300000000003</c:v>
                </c:pt>
                <c:pt idx="2954">
                  <c:v>7.7272600000000002</c:v>
                </c:pt>
                <c:pt idx="2955">
                  <c:v>7.3795400000000004</c:v>
                </c:pt>
                <c:pt idx="2956">
                  <c:v>7.1258800000000004</c:v>
                </c:pt>
                <c:pt idx="2957">
                  <c:v>7.1702899999999996</c:v>
                </c:pt>
                <c:pt idx="2958">
                  <c:v>7.17422</c:v>
                </c:pt>
                <c:pt idx="2959">
                  <c:v>7.1660199999999996</c:v>
                </c:pt>
                <c:pt idx="2960">
                  <c:v>7.5060799999999999</c:v>
                </c:pt>
                <c:pt idx="2961">
                  <c:v>7.7590300000000001</c:v>
                </c:pt>
                <c:pt idx="2962">
                  <c:v>7.8017500000000002</c:v>
                </c:pt>
                <c:pt idx="2963">
                  <c:v>7.9511399999999997</c:v>
                </c:pt>
                <c:pt idx="2964">
                  <c:v>8.0635899999999996</c:v>
                </c:pt>
                <c:pt idx="2965">
                  <c:v>8.2130299999999998</c:v>
                </c:pt>
                <c:pt idx="2966">
                  <c:v>8.2767800000000005</c:v>
                </c:pt>
                <c:pt idx="2967">
                  <c:v>8.0398899999999998</c:v>
                </c:pt>
                <c:pt idx="2968">
                  <c:v>7.9132300000000004</c:v>
                </c:pt>
                <c:pt idx="2969">
                  <c:v>7.9114500000000003</c:v>
                </c:pt>
                <c:pt idx="2970">
                  <c:v>7.9873500000000002</c:v>
                </c:pt>
                <c:pt idx="2971">
                  <c:v>7.9093099999999996</c:v>
                </c:pt>
                <c:pt idx="2972">
                  <c:v>7.8492199999999999</c:v>
                </c:pt>
                <c:pt idx="2973">
                  <c:v>8.0465199999999992</c:v>
                </c:pt>
                <c:pt idx="2974">
                  <c:v>8.1456499999999998</c:v>
                </c:pt>
                <c:pt idx="2975">
                  <c:v>8.05809</c:v>
                </c:pt>
                <c:pt idx="2976">
                  <c:v>8.2891399999999997</c:v>
                </c:pt>
                <c:pt idx="2977">
                  <c:v>8.6652000000000005</c:v>
                </c:pt>
                <c:pt idx="2978">
                  <c:v>8.3206900000000008</c:v>
                </c:pt>
                <c:pt idx="2979">
                  <c:v>7.8158399999999997</c:v>
                </c:pt>
                <c:pt idx="2980">
                  <c:v>7.7945599999999997</c:v>
                </c:pt>
                <c:pt idx="2981">
                  <c:v>7.8137100000000004</c:v>
                </c:pt>
                <c:pt idx="2982">
                  <c:v>7.9159899999999999</c:v>
                </c:pt>
                <c:pt idx="2983">
                  <c:v>7.9256000000000002</c:v>
                </c:pt>
                <c:pt idx="2984">
                  <c:v>7.8519300000000003</c:v>
                </c:pt>
                <c:pt idx="2985">
                  <c:v>7.8531899999999997</c:v>
                </c:pt>
                <c:pt idx="2986">
                  <c:v>7.9433199999999999</c:v>
                </c:pt>
                <c:pt idx="2987">
                  <c:v>8.2966700000000007</c:v>
                </c:pt>
                <c:pt idx="2988">
                  <c:v>8.4380699999999997</c:v>
                </c:pt>
                <c:pt idx="2989">
                  <c:v>7.5526200000000001</c:v>
                </c:pt>
                <c:pt idx="2990">
                  <c:v>6.8916199999999996</c:v>
                </c:pt>
                <c:pt idx="2991">
                  <c:v>7.2637299999999998</c:v>
                </c:pt>
                <c:pt idx="2992">
                  <c:v>7.7599499999999999</c:v>
                </c:pt>
                <c:pt idx="2993">
                  <c:v>8.1862999999999992</c:v>
                </c:pt>
                <c:pt idx="2994">
                  <c:v>8.1877600000000008</c:v>
                </c:pt>
                <c:pt idx="2995">
                  <c:v>7.8791200000000003</c:v>
                </c:pt>
                <c:pt idx="2996">
                  <c:v>7.7228700000000003</c:v>
                </c:pt>
                <c:pt idx="2997">
                  <c:v>7.8108899999999997</c:v>
                </c:pt>
                <c:pt idx="2998">
                  <c:v>7.6980700000000004</c:v>
                </c:pt>
                <c:pt idx="2999">
                  <c:v>7.6600599999999996</c:v>
                </c:pt>
                <c:pt idx="3000">
                  <c:v>7.7145200000000003</c:v>
                </c:pt>
                <c:pt idx="3001">
                  <c:v>7.5632799999999998</c:v>
                </c:pt>
                <c:pt idx="3002">
                  <c:v>7.6254499999999998</c:v>
                </c:pt>
                <c:pt idx="3003">
                  <c:v>7.7447900000000001</c:v>
                </c:pt>
                <c:pt idx="3004">
                  <c:v>7.4650499999999997</c:v>
                </c:pt>
                <c:pt idx="3005">
                  <c:v>7.17394</c:v>
                </c:pt>
                <c:pt idx="3006">
                  <c:v>7.4394200000000001</c:v>
                </c:pt>
                <c:pt idx="3007">
                  <c:v>7.6170299999999997</c:v>
                </c:pt>
                <c:pt idx="3008">
                  <c:v>7.8323799999999997</c:v>
                </c:pt>
                <c:pt idx="3009">
                  <c:v>7.7278500000000001</c:v>
                </c:pt>
                <c:pt idx="3010">
                  <c:v>7.6691399999999996</c:v>
                </c:pt>
                <c:pt idx="3011">
                  <c:v>7.5376500000000002</c:v>
                </c:pt>
                <c:pt idx="3012">
                  <c:v>7.3159400000000003</c:v>
                </c:pt>
                <c:pt idx="3013">
                  <c:v>7.3546800000000001</c:v>
                </c:pt>
                <c:pt idx="3014">
                  <c:v>7.2551500000000004</c:v>
                </c:pt>
                <c:pt idx="3015">
                  <c:v>7.1456099999999996</c:v>
                </c:pt>
                <c:pt idx="3016">
                  <c:v>7.3362999999999996</c:v>
                </c:pt>
                <c:pt idx="3017">
                  <c:v>7.1780499999999998</c:v>
                </c:pt>
                <c:pt idx="3018">
                  <c:v>6.7416400000000003</c:v>
                </c:pt>
                <c:pt idx="3019">
                  <c:v>6.4390900000000002</c:v>
                </c:pt>
                <c:pt idx="3020">
                  <c:v>6.4990800000000002</c:v>
                </c:pt>
                <c:pt idx="3021">
                  <c:v>6.8554300000000001</c:v>
                </c:pt>
                <c:pt idx="3022">
                  <c:v>7.1842699999999997</c:v>
                </c:pt>
                <c:pt idx="3023">
                  <c:v>7.3996000000000004</c:v>
                </c:pt>
                <c:pt idx="3024">
                  <c:v>7.1082599999999996</c:v>
                </c:pt>
                <c:pt idx="3025">
                  <c:v>7.17537</c:v>
                </c:pt>
                <c:pt idx="3026">
                  <c:v>7.2732099999999997</c:v>
                </c:pt>
                <c:pt idx="3027">
                  <c:v>7.0648200000000001</c:v>
                </c:pt>
                <c:pt idx="3028">
                  <c:v>7.1968800000000002</c:v>
                </c:pt>
                <c:pt idx="3029">
                  <c:v>7.26065</c:v>
                </c:pt>
                <c:pt idx="3030">
                  <c:v>7.1917200000000001</c:v>
                </c:pt>
                <c:pt idx="3031">
                  <c:v>7.0441799999999999</c:v>
                </c:pt>
                <c:pt idx="3032">
                  <c:v>6.9335300000000002</c:v>
                </c:pt>
                <c:pt idx="3033">
                  <c:v>7.5078899999999997</c:v>
                </c:pt>
                <c:pt idx="3034">
                  <c:v>7.9531700000000001</c:v>
                </c:pt>
                <c:pt idx="3035">
                  <c:v>7.8985300000000001</c:v>
                </c:pt>
                <c:pt idx="3036">
                  <c:v>7.7835700000000001</c:v>
                </c:pt>
                <c:pt idx="3037">
                  <c:v>7.8620900000000002</c:v>
                </c:pt>
                <c:pt idx="3038">
                  <c:v>7.8295899999999996</c:v>
                </c:pt>
                <c:pt idx="3039">
                  <c:v>7.5212000000000003</c:v>
                </c:pt>
                <c:pt idx="3040">
                  <c:v>7.3092699999999997</c:v>
                </c:pt>
                <c:pt idx="3041">
                  <c:v>7.2335900000000004</c:v>
                </c:pt>
                <c:pt idx="3042">
                  <c:v>7.36531</c:v>
                </c:pt>
                <c:pt idx="3043">
                  <c:v>7.6221899999999998</c:v>
                </c:pt>
                <c:pt idx="3044">
                  <c:v>7.7214499999999999</c:v>
                </c:pt>
                <c:pt idx="3045">
                  <c:v>7.7978399999999999</c:v>
                </c:pt>
                <c:pt idx="3046">
                  <c:v>7.9483499999999996</c:v>
                </c:pt>
                <c:pt idx="3047">
                  <c:v>8.2493700000000008</c:v>
                </c:pt>
                <c:pt idx="3048">
                  <c:v>8.3211099999999991</c:v>
                </c:pt>
                <c:pt idx="3049">
                  <c:v>8.6393500000000003</c:v>
                </c:pt>
                <c:pt idx="3050">
                  <c:v>8.5290499999999998</c:v>
                </c:pt>
                <c:pt idx="3051">
                  <c:v>8.0075299999999991</c:v>
                </c:pt>
                <c:pt idx="3052">
                  <c:v>7.5726800000000001</c:v>
                </c:pt>
                <c:pt idx="3053">
                  <c:v>7.7925599999999999</c:v>
                </c:pt>
                <c:pt idx="3054">
                  <c:v>8.0111399999999993</c:v>
                </c:pt>
                <c:pt idx="3055">
                  <c:v>7.9011500000000003</c:v>
                </c:pt>
                <c:pt idx="3056">
                  <c:v>7.8593099999999998</c:v>
                </c:pt>
                <c:pt idx="3057">
                  <c:v>7.7827099999999998</c:v>
                </c:pt>
                <c:pt idx="3058">
                  <c:v>7.6934899999999997</c:v>
                </c:pt>
                <c:pt idx="3059">
                  <c:v>7.9374000000000002</c:v>
                </c:pt>
                <c:pt idx="3060">
                  <c:v>8.2068899999999996</c:v>
                </c:pt>
                <c:pt idx="3061">
                  <c:v>8.3716000000000008</c:v>
                </c:pt>
                <c:pt idx="3062">
                  <c:v>8.2825299999999995</c:v>
                </c:pt>
                <c:pt idx="3063">
                  <c:v>8.1556300000000004</c:v>
                </c:pt>
                <c:pt idx="3064">
                  <c:v>8.1139600000000005</c:v>
                </c:pt>
                <c:pt idx="3065">
                  <c:v>8.1681100000000004</c:v>
                </c:pt>
                <c:pt idx="3066">
                  <c:v>8.1250900000000001</c:v>
                </c:pt>
                <c:pt idx="3067">
                  <c:v>8.1340000000000003</c:v>
                </c:pt>
                <c:pt idx="3068">
                  <c:v>8.0981199999999998</c:v>
                </c:pt>
                <c:pt idx="3069">
                  <c:v>7.8169599999999999</c:v>
                </c:pt>
                <c:pt idx="3070">
                  <c:v>7.6452900000000001</c:v>
                </c:pt>
                <c:pt idx="3071">
                  <c:v>8.0733099999999993</c:v>
                </c:pt>
                <c:pt idx="3072">
                  <c:v>8.2967200000000005</c:v>
                </c:pt>
                <c:pt idx="3073">
                  <c:v>8.44787</c:v>
                </c:pt>
                <c:pt idx="3074">
                  <c:v>8.3269800000000007</c:v>
                </c:pt>
                <c:pt idx="3075">
                  <c:v>8.2158899999999999</c:v>
                </c:pt>
                <c:pt idx="3076">
                  <c:v>8.2182399999999998</c:v>
                </c:pt>
                <c:pt idx="3077">
                  <c:v>8.2307100000000002</c:v>
                </c:pt>
                <c:pt idx="3078">
                  <c:v>8.3822600000000005</c:v>
                </c:pt>
                <c:pt idx="3079">
                  <c:v>8.6136599999999994</c:v>
                </c:pt>
                <c:pt idx="3080">
                  <c:v>8.6302400000000006</c:v>
                </c:pt>
                <c:pt idx="3081">
                  <c:v>8.6791</c:v>
                </c:pt>
                <c:pt idx="3082">
                  <c:v>8.5889699999999998</c:v>
                </c:pt>
                <c:pt idx="3083">
                  <c:v>8.6715599999999995</c:v>
                </c:pt>
                <c:pt idx="3084">
                  <c:v>9.1730400000000003</c:v>
                </c:pt>
                <c:pt idx="3085">
                  <c:v>9.3951200000000004</c:v>
                </c:pt>
                <c:pt idx="3086">
                  <c:v>9.7184299999999997</c:v>
                </c:pt>
                <c:pt idx="3087">
                  <c:v>10.220599999999999</c:v>
                </c:pt>
                <c:pt idx="3088">
                  <c:v>10.756399999999999</c:v>
                </c:pt>
                <c:pt idx="3089">
                  <c:v>11.1936</c:v>
                </c:pt>
                <c:pt idx="3090">
                  <c:v>11.621499999999999</c:v>
                </c:pt>
                <c:pt idx="3091">
                  <c:v>12.1538</c:v>
                </c:pt>
                <c:pt idx="3092">
                  <c:v>12.5062</c:v>
                </c:pt>
                <c:pt idx="3093">
                  <c:v>12.751799999999999</c:v>
                </c:pt>
                <c:pt idx="3094">
                  <c:v>13.032</c:v>
                </c:pt>
                <c:pt idx="3095">
                  <c:v>12.882</c:v>
                </c:pt>
                <c:pt idx="3096">
                  <c:v>12.502800000000001</c:v>
                </c:pt>
                <c:pt idx="3097">
                  <c:v>11.8149</c:v>
                </c:pt>
                <c:pt idx="3098">
                  <c:v>11.401300000000001</c:v>
                </c:pt>
                <c:pt idx="3099">
                  <c:v>11.142200000000001</c:v>
                </c:pt>
                <c:pt idx="3100">
                  <c:v>10.228300000000001</c:v>
                </c:pt>
                <c:pt idx="3101">
                  <c:v>9.6034400000000009</c:v>
                </c:pt>
                <c:pt idx="3102">
                  <c:v>9.2899499999999993</c:v>
                </c:pt>
                <c:pt idx="3103">
                  <c:v>8.9452800000000003</c:v>
                </c:pt>
                <c:pt idx="3104">
                  <c:v>8.6213700000000006</c:v>
                </c:pt>
                <c:pt idx="3105">
                  <c:v>8.8338800000000006</c:v>
                </c:pt>
                <c:pt idx="3106">
                  <c:v>8.7546300000000006</c:v>
                </c:pt>
                <c:pt idx="3107">
                  <c:v>8.5601599999999998</c:v>
                </c:pt>
                <c:pt idx="3108">
                  <c:v>8.4249700000000001</c:v>
                </c:pt>
                <c:pt idx="3109">
                  <c:v>8.1425800000000006</c:v>
                </c:pt>
                <c:pt idx="3110">
                  <c:v>7.8952799999999996</c:v>
                </c:pt>
                <c:pt idx="3111">
                  <c:v>7.5849099999999998</c:v>
                </c:pt>
                <c:pt idx="3112">
                  <c:v>7.7720200000000004</c:v>
                </c:pt>
                <c:pt idx="3113">
                  <c:v>8.2546900000000001</c:v>
                </c:pt>
                <c:pt idx="3114">
                  <c:v>8.4502299999999995</c:v>
                </c:pt>
                <c:pt idx="3115">
                  <c:v>8.2395499999999995</c:v>
                </c:pt>
                <c:pt idx="3116">
                  <c:v>8.29162</c:v>
                </c:pt>
                <c:pt idx="3117">
                  <c:v>8.3368699999999993</c:v>
                </c:pt>
                <c:pt idx="3118">
                  <c:v>8.01769</c:v>
                </c:pt>
                <c:pt idx="3119">
                  <c:v>7.78939</c:v>
                </c:pt>
                <c:pt idx="3120">
                  <c:v>7.5015700000000001</c:v>
                </c:pt>
                <c:pt idx="3121">
                  <c:v>7.4729099999999997</c:v>
                </c:pt>
                <c:pt idx="3122">
                  <c:v>7.6023399999999999</c:v>
                </c:pt>
                <c:pt idx="3123">
                  <c:v>7.6225800000000001</c:v>
                </c:pt>
                <c:pt idx="3124">
                  <c:v>7.4801099999999998</c:v>
                </c:pt>
                <c:pt idx="3125">
                  <c:v>7.6767200000000004</c:v>
                </c:pt>
                <c:pt idx="3126">
                  <c:v>7.9761800000000003</c:v>
                </c:pt>
                <c:pt idx="3127">
                  <c:v>7.9286899999999996</c:v>
                </c:pt>
                <c:pt idx="3128">
                  <c:v>7.7647599999999999</c:v>
                </c:pt>
                <c:pt idx="3129">
                  <c:v>7.3900499999999996</c:v>
                </c:pt>
                <c:pt idx="3130">
                  <c:v>7.4652500000000002</c:v>
                </c:pt>
                <c:pt idx="3131">
                  <c:v>7.7368600000000001</c:v>
                </c:pt>
                <c:pt idx="3132">
                  <c:v>7.8601099999999997</c:v>
                </c:pt>
                <c:pt idx="3133">
                  <c:v>7.7704000000000004</c:v>
                </c:pt>
                <c:pt idx="3134">
                  <c:v>7.4868600000000001</c:v>
                </c:pt>
                <c:pt idx="3135">
                  <c:v>7.30701</c:v>
                </c:pt>
                <c:pt idx="3136">
                  <c:v>7.2908299999999997</c:v>
                </c:pt>
                <c:pt idx="3137">
                  <c:v>7.1624400000000001</c:v>
                </c:pt>
                <c:pt idx="3138">
                  <c:v>6.8720499999999998</c:v>
                </c:pt>
                <c:pt idx="3139">
                  <c:v>6.8495900000000001</c:v>
                </c:pt>
                <c:pt idx="3140">
                  <c:v>7.0286400000000002</c:v>
                </c:pt>
                <c:pt idx="3141">
                  <c:v>6.8888699999999998</c:v>
                </c:pt>
                <c:pt idx="3142">
                  <c:v>6.8967999999999998</c:v>
                </c:pt>
                <c:pt idx="3143">
                  <c:v>6.66167</c:v>
                </c:pt>
                <c:pt idx="3144">
                  <c:v>6.4768800000000004</c:v>
                </c:pt>
                <c:pt idx="3145">
                  <c:v>6.6597299999999997</c:v>
                </c:pt>
                <c:pt idx="3146">
                  <c:v>6.8556800000000004</c:v>
                </c:pt>
                <c:pt idx="3147">
                  <c:v>6.7309299999999999</c:v>
                </c:pt>
                <c:pt idx="3148">
                  <c:v>6.64832</c:v>
                </c:pt>
                <c:pt idx="3149">
                  <c:v>6.8183299999999996</c:v>
                </c:pt>
                <c:pt idx="3150">
                  <c:v>6.8900300000000003</c:v>
                </c:pt>
                <c:pt idx="3151">
                  <c:v>6.8223399999999996</c:v>
                </c:pt>
                <c:pt idx="3152">
                  <c:v>6.6532099999999996</c:v>
                </c:pt>
                <c:pt idx="3153">
                  <c:v>6.9655300000000002</c:v>
                </c:pt>
                <c:pt idx="3154">
                  <c:v>7.2871800000000002</c:v>
                </c:pt>
                <c:pt idx="3155">
                  <c:v>7.1934399999999998</c:v>
                </c:pt>
                <c:pt idx="3156">
                  <c:v>6.9549599999999998</c:v>
                </c:pt>
                <c:pt idx="3157">
                  <c:v>6.6614599999999999</c:v>
                </c:pt>
                <c:pt idx="3158">
                  <c:v>6.7551100000000002</c:v>
                </c:pt>
                <c:pt idx="3159">
                  <c:v>7.2009999999999996</c:v>
                </c:pt>
                <c:pt idx="3160">
                  <c:v>7.3962899999999996</c:v>
                </c:pt>
                <c:pt idx="3161">
                  <c:v>7.6427500000000004</c:v>
                </c:pt>
                <c:pt idx="3162">
                  <c:v>7.6143099999999997</c:v>
                </c:pt>
                <c:pt idx="3163">
                  <c:v>7.5340699999999998</c:v>
                </c:pt>
                <c:pt idx="3164">
                  <c:v>7.4279599999999997</c:v>
                </c:pt>
                <c:pt idx="3165">
                  <c:v>7.2575900000000004</c:v>
                </c:pt>
                <c:pt idx="3166">
                  <c:v>7.1230000000000002</c:v>
                </c:pt>
                <c:pt idx="3167">
                  <c:v>7.3246799999999999</c:v>
                </c:pt>
                <c:pt idx="3168">
                  <c:v>7.7202200000000003</c:v>
                </c:pt>
                <c:pt idx="3169">
                  <c:v>7.6016899999999996</c:v>
                </c:pt>
                <c:pt idx="3170">
                  <c:v>7.1499899999999998</c:v>
                </c:pt>
                <c:pt idx="3171">
                  <c:v>7.0431800000000004</c:v>
                </c:pt>
                <c:pt idx="3172">
                  <c:v>7.2071500000000004</c:v>
                </c:pt>
                <c:pt idx="3173">
                  <c:v>7.4086800000000004</c:v>
                </c:pt>
                <c:pt idx="3174">
                  <c:v>7.6914699999999998</c:v>
                </c:pt>
                <c:pt idx="3175">
                  <c:v>7.6125800000000003</c:v>
                </c:pt>
                <c:pt idx="3176">
                  <c:v>7.52881</c:v>
                </c:pt>
                <c:pt idx="3177">
                  <c:v>7.70573</c:v>
                </c:pt>
                <c:pt idx="3178">
                  <c:v>7.6157300000000001</c:v>
                </c:pt>
                <c:pt idx="3179">
                  <c:v>7.7207100000000004</c:v>
                </c:pt>
                <c:pt idx="3180">
                  <c:v>8.0079799999999999</c:v>
                </c:pt>
                <c:pt idx="3181">
                  <c:v>7.9197600000000001</c:v>
                </c:pt>
                <c:pt idx="3182">
                  <c:v>7.63523</c:v>
                </c:pt>
                <c:pt idx="3183">
                  <c:v>7.3505500000000001</c:v>
                </c:pt>
                <c:pt idx="3184">
                  <c:v>7.1292099999999996</c:v>
                </c:pt>
                <c:pt idx="3185">
                  <c:v>7.12995</c:v>
                </c:pt>
                <c:pt idx="3186">
                  <c:v>7.1495100000000003</c:v>
                </c:pt>
                <c:pt idx="3187">
                  <c:v>7.2498800000000001</c:v>
                </c:pt>
                <c:pt idx="3188">
                  <c:v>7.5208700000000004</c:v>
                </c:pt>
                <c:pt idx="3189">
                  <c:v>7.9553799999999999</c:v>
                </c:pt>
                <c:pt idx="3190">
                  <c:v>8.2442499999999992</c:v>
                </c:pt>
                <c:pt idx="3191">
                  <c:v>8.3306100000000001</c:v>
                </c:pt>
                <c:pt idx="3192">
                  <c:v>8.0253899999999998</c:v>
                </c:pt>
                <c:pt idx="3193">
                  <c:v>7.5534499999999998</c:v>
                </c:pt>
                <c:pt idx="3194">
                  <c:v>7.2827500000000001</c:v>
                </c:pt>
                <c:pt idx="3195">
                  <c:v>7.1237000000000004</c:v>
                </c:pt>
                <c:pt idx="3196">
                  <c:v>7.0529500000000001</c:v>
                </c:pt>
                <c:pt idx="3197">
                  <c:v>7.0749599999999999</c:v>
                </c:pt>
                <c:pt idx="3198">
                  <c:v>6.94198</c:v>
                </c:pt>
                <c:pt idx="3199">
                  <c:v>6.9574999999999996</c:v>
                </c:pt>
                <c:pt idx="3200">
                  <c:v>7.0010199999999996</c:v>
                </c:pt>
                <c:pt idx="3201">
                  <c:v>6.9776400000000001</c:v>
                </c:pt>
                <c:pt idx="3202">
                  <c:v>7.2838000000000003</c:v>
                </c:pt>
                <c:pt idx="3203">
                  <c:v>7.5425800000000001</c:v>
                </c:pt>
                <c:pt idx="3204">
                  <c:v>7.6278499999999996</c:v>
                </c:pt>
                <c:pt idx="3205">
                  <c:v>7.62615</c:v>
                </c:pt>
                <c:pt idx="3206">
                  <c:v>7.3990400000000003</c:v>
                </c:pt>
                <c:pt idx="3207">
                  <c:v>7.3636699999999999</c:v>
                </c:pt>
                <c:pt idx="3208">
                  <c:v>7.4162100000000004</c:v>
                </c:pt>
                <c:pt idx="3209">
                  <c:v>7.4178300000000004</c:v>
                </c:pt>
                <c:pt idx="3210">
                  <c:v>7.4283400000000004</c:v>
                </c:pt>
                <c:pt idx="3211">
                  <c:v>7.4278399999999998</c:v>
                </c:pt>
                <c:pt idx="3212">
                  <c:v>7.3896600000000001</c:v>
                </c:pt>
                <c:pt idx="3213">
                  <c:v>7.0621200000000002</c:v>
                </c:pt>
                <c:pt idx="3214">
                  <c:v>6.7152799999999999</c:v>
                </c:pt>
                <c:pt idx="3215">
                  <c:v>6.7327300000000001</c:v>
                </c:pt>
                <c:pt idx="3216">
                  <c:v>6.8716400000000002</c:v>
                </c:pt>
                <c:pt idx="3217">
                  <c:v>7.0440199999999997</c:v>
                </c:pt>
                <c:pt idx="3218">
                  <c:v>7.3012100000000002</c:v>
                </c:pt>
                <c:pt idx="3219">
                  <c:v>7.4440299999999997</c:v>
                </c:pt>
                <c:pt idx="3220">
                  <c:v>7.3486399999999996</c:v>
                </c:pt>
                <c:pt idx="3221">
                  <c:v>7.3822799999999997</c:v>
                </c:pt>
                <c:pt idx="3222">
                  <c:v>7.6192799999999998</c:v>
                </c:pt>
                <c:pt idx="3223">
                  <c:v>7.9650800000000004</c:v>
                </c:pt>
                <c:pt idx="3224">
                  <c:v>7.9161900000000003</c:v>
                </c:pt>
                <c:pt idx="3225">
                  <c:v>7.3908500000000004</c:v>
                </c:pt>
                <c:pt idx="3226">
                  <c:v>6.9786799999999998</c:v>
                </c:pt>
                <c:pt idx="3227">
                  <c:v>6.7353100000000001</c:v>
                </c:pt>
                <c:pt idx="3228">
                  <c:v>6.8201700000000001</c:v>
                </c:pt>
                <c:pt idx="3229">
                  <c:v>6.8766299999999996</c:v>
                </c:pt>
                <c:pt idx="3230">
                  <c:v>7.16934</c:v>
                </c:pt>
                <c:pt idx="3231">
                  <c:v>7.32179</c:v>
                </c:pt>
                <c:pt idx="3232">
                  <c:v>7.1642900000000003</c:v>
                </c:pt>
                <c:pt idx="3233">
                  <c:v>6.9189100000000003</c:v>
                </c:pt>
                <c:pt idx="3234">
                  <c:v>6.9716800000000001</c:v>
                </c:pt>
                <c:pt idx="3235">
                  <c:v>6.7650600000000001</c:v>
                </c:pt>
                <c:pt idx="3236">
                  <c:v>6.5315399999999997</c:v>
                </c:pt>
                <c:pt idx="3237">
                  <c:v>6.4534500000000001</c:v>
                </c:pt>
                <c:pt idx="3238">
                  <c:v>6.6707299999999998</c:v>
                </c:pt>
                <c:pt idx="3239">
                  <c:v>7.0939399999999999</c:v>
                </c:pt>
                <c:pt idx="3240">
                  <c:v>7.3820699999999997</c:v>
                </c:pt>
                <c:pt idx="3241">
                  <c:v>7.3024300000000002</c:v>
                </c:pt>
                <c:pt idx="3242">
                  <c:v>7.2556599999999998</c:v>
                </c:pt>
                <c:pt idx="3243">
                  <c:v>7.4470099999999997</c:v>
                </c:pt>
                <c:pt idx="3244">
                  <c:v>7.6860999999999997</c:v>
                </c:pt>
                <c:pt idx="3245">
                  <c:v>7.4889099999999997</c:v>
                </c:pt>
                <c:pt idx="3246">
                  <c:v>6.9531900000000002</c:v>
                </c:pt>
                <c:pt idx="3247">
                  <c:v>6.6285100000000003</c:v>
                </c:pt>
                <c:pt idx="3248">
                  <c:v>6.6581999999999999</c:v>
                </c:pt>
                <c:pt idx="3249">
                  <c:v>7.0971000000000002</c:v>
                </c:pt>
                <c:pt idx="3250">
                  <c:v>7.7270399999999997</c:v>
                </c:pt>
                <c:pt idx="3251">
                  <c:v>8.0986499999999992</c:v>
                </c:pt>
                <c:pt idx="3252">
                  <c:v>7.8470500000000003</c:v>
                </c:pt>
                <c:pt idx="3253">
                  <c:v>7.8168899999999999</c:v>
                </c:pt>
                <c:pt idx="3254">
                  <c:v>7.9672499999999999</c:v>
                </c:pt>
                <c:pt idx="3255">
                  <c:v>7.4959300000000004</c:v>
                </c:pt>
                <c:pt idx="3256">
                  <c:v>6.9005099999999997</c:v>
                </c:pt>
                <c:pt idx="3257">
                  <c:v>6.5225299999999997</c:v>
                </c:pt>
                <c:pt idx="3258">
                  <c:v>6.4555499999999997</c:v>
                </c:pt>
                <c:pt idx="3259">
                  <c:v>6.83772</c:v>
                </c:pt>
                <c:pt idx="3260">
                  <c:v>7.0666399999999996</c:v>
                </c:pt>
                <c:pt idx="3261">
                  <c:v>6.9607000000000001</c:v>
                </c:pt>
                <c:pt idx="3262">
                  <c:v>6.83202</c:v>
                </c:pt>
                <c:pt idx="3263">
                  <c:v>6.5701900000000002</c:v>
                </c:pt>
                <c:pt idx="3264">
                  <c:v>6.6698899999999997</c:v>
                </c:pt>
                <c:pt idx="3265">
                  <c:v>6.9549200000000004</c:v>
                </c:pt>
                <c:pt idx="3266">
                  <c:v>6.7687999999999997</c:v>
                </c:pt>
                <c:pt idx="3267">
                  <c:v>6.7310400000000001</c:v>
                </c:pt>
                <c:pt idx="3268">
                  <c:v>6.7664799999999996</c:v>
                </c:pt>
                <c:pt idx="3269">
                  <c:v>6.5122</c:v>
                </c:pt>
                <c:pt idx="3270">
                  <c:v>6.36944</c:v>
                </c:pt>
                <c:pt idx="3271">
                  <c:v>6.5049799999999998</c:v>
                </c:pt>
                <c:pt idx="3272">
                  <c:v>6.72485</c:v>
                </c:pt>
                <c:pt idx="3273">
                  <c:v>6.8254900000000003</c:v>
                </c:pt>
                <c:pt idx="3274">
                  <c:v>6.65266</c:v>
                </c:pt>
                <c:pt idx="3275">
                  <c:v>6.6645599999999998</c:v>
                </c:pt>
                <c:pt idx="3276">
                  <c:v>6.7568400000000004</c:v>
                </c:pt>
                <c:pt idx="3277">
                  <c:v>6.4122599999999998</c:v>
                </c:pt>
                <c:pt idx="3278">
                  <c:v>6.2663099999999998</c:v>
                </c:pt>
                <c:pt idx="3279">
                  <c:v>6.3705999999999996</c:v>
                </c:pt>
                <c:pt idx="3280">
                  <c:v>6.9253900000000002</c:v>
                </c:pt>
                <c:pt idx="3281">
                  <c:v>7.2557200000000002</c:v>
                </c:pt>
                <c:pt idx="3282">
                  <c:v>7.2041399999999998</c:v>
                </c:pt>
                <c:pt idx="3283">
                  <c:v>7.2489999999999997</c:v>
                </c:pt>
                <c:pt idx="3284">
                  <c:v>7.1352500000000001</c:v>
                </c:pt>
                <c:pt idx="3285">
                  <c:v>7.1431699999999996</c:v>
                </c:pt>
                <c:pt idx="3286">
                  <c:v>7.2851699999999999</c:v>
                </c:pt>
                <c:pt idx="3287">
                  <c:v>7.3739299999999997</c:v>
                </c:pt>
                <c:pt idx="3288">
                  <c:v>7.5365799999999998</c:v>
                </c:pt>
                <c:pt idx="3289">
                  <c:v>7.8853200000000001</c:v>
                </c:pt>
                <c:pt idx="3290">
                  <c:v>7.8589500000000001</c:v>
                </c:pt>
                <c:pt idx="3291">
                  <c:v>7.3535599999999999</c:v>
                </c:pt>
                <c:pt idx="3292">
                  <c:v>6.8600899999999996</c:v>
                </c:pt>
                <c:pt idx="3293">
                  <c:v>7.0261899999999997</c:v>
                </c:pt>
                <c:pt idx="3294">
                  <c:v>7.3230399999999998</c:v>
                </c:pt>
                <c:pt idx="3295">
                  <c:v>7.4300899999999999</c:v>
                </c:pt>
                <c:pt idx="3296">
                  <c:v>7.5169699999999997</c:v>
                </c:pt>
                <c:pt idx="3297">
                  <c:v>7.2927999999999997</c:v>
                </c:pt>
                <c:pt idx="3298">
                  <c:v>6.8079799999999997</c:v>
                </c:pt>
                <c:pt idx="3299">
                  <c:v>6.5372700000000004</c:v>
                </c:pt>
                <c:pt idx="3300">
                  <c:v>6.54122</c:v>
                </c:pt>
                <c:pt idx="3301">
                  <c:v>6.3626500000000004</c:v>
                </c:pt>
                <c:pt idx="3302">
                  <c:v>6.1863599999999996</c:v>
                </c:pt>
                <c:pt idx="3303">
                  <c:v>6.6397000000000004</c:v>
                </c:pt>
                <c:pt idx="3304">
                  <c:v>6.9140800000000002</c:v>
                </c:pt>
                <c:pt idx="3305">
                  <c:v>6.9815399999999999</c:v>
                </c:pt>
                <c:pt idx="3306">
                  <c:v>6.8389300000000004</c:v>
                </c:pt>
                <c:pt idx="3307">
                  <c:v>6.8935399999999998</c:v>
                </c:pt>
                <c:pt idx="3308">
                  <c:v>7.28538</c:v>
                </c:pt>
                <c:pt idx="3309">
                  <c:v>7.5506799999999998</c:v>
                </c:pt>
                <c:pt idx="3310">
                  <c:v>7.5501100000000001</c:v>
                </c:pt>
                <c:pt idx="3311">
                  <c:v>7.6506999999999996</c:v>
                </c:pt>
                <c:pt idx="3312">
                  <c:v>7.7426300000000001</c:v>
                </c:pt>
                <c:pt idx="3313">
                  <c:v>7.6072300000000004</c:v>
                </c:pt>
                <c:pt idx="3314">
                  <c:v>7.1558000000000002</c:v>
                </c:pt>
                <c:pt idx="3315">
                  <c:v>6.7562100000000003</c:v>
                </c:pt>
                <c:pt idx="3316">
                  <c:v>6.6571400000000001</c:v>
                </c:pt>
                <c:pt idx="3317">
                  <c:v>6.7428499999999998</c:v>
                </c:pt>
                <c:pt idx="3318">
                  <c:v>6.9126700000000003</c:v>
                </c:pt>
                <c:pt idx="3319">
                  <c:v>6.9932999999999996</c:v>
                </c:pt>
                <c:pt idx="3320">
                  <c:v>6.8231599999999997</c:v>
                </c:pt>
                <c:pt idx="3321">
                  <c:v>6.8237800000000002</c:v>
                </c:pt>
                <c:pt idx="3322">
                  <c:v>6.9395699999999998</c:v>
                </c:pt>
                <c:pt idx="3323">
                  <c:v>6.5620700000000003</c:v>
                </c:pt>
                <c:pt idx="3324">
                  <c:v>6.4929199999999998</c:v>
                </c:pt>
                <c:pt idx="3325">
                  <c:v>6.9002100000000004</c:v>
                </c:pt>
                <c:pt idx="3326">
                  <c:v>7.5082000000000004</c:v>
                </c:pt>
                <c:pt idx="3327">
                  <c:v>7.8877199999999998</c:v>
                </c:pt>
                <c:pt idx="3328">
                  <c:v>7.8207700000000004</c:v>
                </c:pt>
                <c:pt idx="3329">
                  <c:v>7.5498200000000004</c:v>
                </c:pt>
                <c:pt idx="3330">
                  <c:v>7.5636000000000001</c:v>
                </c:pt>
                <c:pt idx="3331">
                  <c:v>7.7138999999999998</c:v>
                </c:pt>
                <c:pt idx="3332">
                  <c:v>7.9205199999999998</c:v>
                </c:pt>
                <c:pt idx="3333">
                  <c:v>8.0108499999999996</c:v>
                </c:pt>
                <c:pt idx="3334">
                  <c:v>7.8650599999999997</c:v>
                </c:pt>
                <c:pt idx="3335">
                  <c:v>7.3835199999999999</c:v>
                </c:pt>
                <c:pt idx="3336">
                  <c:v>6.9591500000000002</c:v>
                </c:pt>
                <c:pt idx="3337">
                  <c:v>6.8726799999999999</c:v>
                </c:pt>
                <c:pt idx="3338">
                  <c:v>7.29589</c:v>
                </c:pt>
                <c:pt idx="3339">
                  <c:v>7.7074999999999996</c:v>
                </c:pt>
                <c:pt idx="3340">
                  <c:v>8.0325100000000003</c:v>
                </c:pt>
                <c:pt idx="3341">
                  <c:v>7.9895300000000002</c:v>
                </c:pt>
                <c:pt idx="3342">
                  <c:v>7.5205099999999998</c:v>
                </c:pt>
                <c:pt idx="3343">
                  <c:v>7.5922200000000002</c:v>
                </c:pt>
                <c:pt idx="3344">
                  <c:v>7.6289800000000003</c:v>
                </c:pt>
                <c:pt idx="3345">
                  <c:v>7.4364699999999999</c:v>
                </c:pt>
                <c:pt idx="3346">
                  <c:v>7.1477500000000003</c:v>
                </c:pt>
                <c:pt idx="3347">
                  <c:v>6.8029299999999999</c:v>
                </c:pt>
                <c:pt idx="3348">
                  <c:v>6.9396899999999997</c:v>
                </c:pt>
                <c:pt idx="3349">
                  <c:v>7.04068</c:v>
                </c:pt>
                <c:pt idx="3350">
                  <c:v>7.0848100000000001</c:v>
                </c:pt>
                <c:pt idx="3351">
                  <c:v>6.8706800000000001</c:v>
                </c:pt>
                <c:pt idx="3352">
                  <c:v>6.5468000000000002</c:v>
                </c:pt>
                <c:pt idx="3353">
                  <c:v>6.3515899999999998</c:v>
                </c:pt>
                <c:pt idx="3354">
                  <c:v>6.3560400000000001</c:v>
                </c:pt>
                <c:pt idx="3355">
                  <c:v>6.48841</c:v>
                </c:pt>
                <c:pt idx="3356">
                  <c:v>6.5556200000000002</c:v>
                </c:pt>
                <c:pt idx="3357">
                  <c:v>6.8571999999999997</c:v>
                </c:pt>
                <c:pt idx="3358">
                  <c:v>6.9874799999999997</c:v>
                </c:pt>
                <c:pt idx="3359">
                  <c:v>7.0887799999999999</c:v>
                </c:pt>
                <c:pt idx="3360">
                  <c:v>7.0580100000000003</c:v>
                </c:pt>
                <c:pt idx="3361">
                  <c:v>7.1315099999999996</c:v>
                </c:pt>
                <c:pt idx="3362">
                  <c:v>7.0958300000000003</c:v>
                </c:pt>
                <c:pt idx="3363">
                  <c:v>7.0523999999999996</c:v>
                </c:pt>
                <c:pt idx="3364">
                  <c:v>7.0060000000000002</c:v>
                </c:pt>
                <c:pt idx="3365">
                  <c:v>6.8605600000000004</c:v>
                </c:pt>
                <c:pt idx="3366">
                  <c:v>6.9447900000000002</c:v>
                </c:pt>
                <c:pt idx="3367">
                  <c:v>6.9450399999999997</c:v>
                </c:pt>
                <c:pt idx="3368">
                  <c:v>7.0077299999999996</c:v>
                </c:pt>
                <c:pt idx="3369">
                  <c:v>7.2661800000000003</c:v>
                </c:pt>
                <c:pt idx="3370">
                  <c:v>7.5769099999999998</c:v>
                </c:pt>
                <c:pt idx="3371">
                  <c:v>7.4298799999999998</c:v>
                </c:pt>
                <c:pt idx="3372">
                  <c:v>7.2093800000000003</c:v>
                </c:pt>
                <c:pt idx="3373">
                  <c:v>7.2802499999999997</c:v>
                </c:pt>
                <c:pt idx="3374">
                  <c:v>7.12676</c:v>
                </c:pt>
                <c:pt idx="3375">
                  <c:v>7.2352400000000001</c:v>
                </c:pt>
                <c:pt idx="3376">
                  <c:v>7.42279</c:v>
                </c:pt>
                <c:pt idx="3377">
                  <c:v>7.3213100000000004</c:v>
                </c:pt>
                <c:pt idx="3378">
                  <c:v>6.8936200000000003</c:v>
                </c:pt>
                <c:pt idx="3379">
                  <c:v>6.6052999999999997</c:v>
                </c:pt>
                <c:pt idx="3380">
                  <c:v>6.9311499999999997</c:v>
                </c:pt>
                <c:pt idx="3381">
                  <c:v>7.2251500000000002</c:v>
                </c:pt>
                <c:pt idx="3382">
                  <c:v>7.3726099999999999</c:v>
                </c:pt>
                <c:pt idx="3383">
                  <c:v>7.2329400000000001</c:v>
                </c:pt>
                <c:pt idx="3384">
                  <c:v>6.6561000000000003</c:v>
                </c:pt>
                <c:pt idx="3385">
                  <c:v>5.9501600000000003</c:v>
                </c:pt>
                <c:pt idx="3386">
                  <c:v>5.5995499999999998</c:v>
                </c:pt>
                <c:pt idx="3387">
                  <c:v>5.7622</c:v>
                </c:pt>
                <c:pt idx="3388">
                  <c:v>6.3383799999999999</c:v>
                </c:pt>
                <c:pt idx="3389">
                  <c:v>6.7527299999999997</c:v>
                </c:pt>
                <c:pt idx="3390">
                  <c:v>6.8158399999999997</c:v>
                </c:pt>
                <c:pt idx="3391">
                  <c:v>6.8320699999999999</c:v>
                </c:pt>
                <c:pt idx="3392">
                  <c:v>6.9479699999999998</c:v>
                </c:pt>
                <c:pt idx="3393">
                  <c:v>7.0714800000000002</c:v>
                </c:pt>
                <c:pt idx="3394">
                  <c:v>6.9978999999999996</c:v>
                </c:pt>
                <c:pt idx="3395">
                  <c:v>6.8649100000000001</c:v>
                </c:pt>
                <c:pt idx="3396">
                  <c:v>6.9141399999999997</c:v>
                </c:pt>
                <c:pt idx="3397">
                  <c:v>6.7531299999999996</c:v>
                </c:pt>
                <c:pt idx="3398">
                  <c:v>6.5793600000000003</c:v>
                </c:pt>
                <c:pt idx="3399">
                  <c:v>6.7488200000000003</c:v>
                </c:pt>
                <c:pt idx="3400">
                  <c:v>7.07552</c:v>
                </c:pt>
                <c:pt idx="3401">
                  <c:v>6.9929699999999997</c:v>
                </c:pt>
                <c:pt idx="3402">
                  <c:v>6.9478600000000004</c:v>
                </c:pt>
                <c:pt idx="3403">
                  <c:v>6.7874100000000004</c:v>
                </c:pt>
                <c:pt idx="3404">
                  <c:v>6.6810099999999997</c:v>
                </c:pt>
                <c:pt idx="3405">
                  <c:v>7.1358300000000003</c:v>
                </c:pt>
                <c:pt idx="3406">
                  <c:v>7.5531300000000003</c:v>
                </c:pt>
                <c:pt idx="3407">
                  <c:v>7.51661</c:v>
                </c:pt>
                <c:pt idx="3408">
                  <c:v>7.0741100000000001</c:v>
                </c:pt>
                <c:pt idx="3409">
                  <c:v>6.9576799999999999</c:v>
                </c:pt>
                <c:pt idx="3410">
                  <c:v>6.9775700000000001</c:v>
                </c:pt>
                <c:pt idx="3411">
                  <c:v>6.8540599999999996</c:v>
                </c:pt>
                <c:pt idx="3412">
                  <c:v>6.7521399999999998</c:v>
                </c:pt>
                <c:pt idx="3413">
                  <c:v>6.9196499999999999</c:v>
                </c:pt>
                <c:pt idx="3414">
                  <c:v>7.3348500000000003</c:v>
                </c:pt>
                <c:pt idx="3415">
                  <c:v>7.5700700000000003</c:v>
                </c:pt>
                <c:pt idx="3416">
                  <c:v>7.3514600000000003</c:v>
                </c:pt>
                <c:pt idx="3417">
                  <c:v>7.11808</c:v>
                </c:pt>
                <c:pt idx="3418">
                  <c:v>7.1000399999999999</c:v>
                </c:pt>
                <c:pt idx="3419">
                  <c:v>6.7803699999999996</c:v>
                </c:pt>
                <c:pt idx="3420">
                  <c:v>6.4186500000000004</c:v>
                </c:pt>
                <c:pt idx="3421">
                  <c:v>6.6128299999999998</c:v>
                </c:pt>
                <c:pt idx="3422">
                  <c:v>7.1185200000000002</c:v>
                </c:pt>
                <c:pt idx="3423">
                  <c:v>7.1442699999999997</c:v>
                </c:pt>
                <c:pt idx="3424">
                  <c:v>6.9651300000000003</c:v>
                </c:pt>
                <c:pt idx="3425">
                  <c:v>7.0583099999999996</c:v>
                </c:pt>
                <c:pt idx="3426">
                  <c:v>6.7719199999999997</c:v>
                </c:pt>
                <c:pt idx="3427">
                  <c:v>6.3138699999999996</c:v>
                </c:pt>
                <c:pt idx="3428">
                  <c:v>6.2396599999999998</c:v>
                </c:pt>
                <c:pt idx="3429">
                  <c:v>6.3123899999999997</c:v>
                </c:pt>
                <c:pt idx="3430">
                  <c:v>6.0601799999999999</c:v>
                </c:pt>
                <c:pt idx="3431">
                  <c:v>6.1049899999999999</c:v>
                </c:pt>
                <c:pt idx="3432">
                  <c:v>6.7085999999999997</c:v>
                </c:pt>
                <c:pt idx="3433">
                  <c:v>7.1284400000000003</c:v>
                </c:pt>
                <c:pt idx="3434">
                  <c:v>7.0196899999999998</c:v>
                </c:pt>
                <c:pt idx="3435">
                  <c:v>7.2961400000000003</c:v>
                </c:pt>
                <c:pt idx="3436">
                  <c:v>7.4527799999999997</c:v>
                </c:pt>
                <c:pt idx="3437">
                  <c:v>7.0471700000000004</c:v>
                </c:pt>
                <c:pt idx="3438">
                  <c:v>6.7775299999999996</c:v>
                </c:pt>
                <c:pt idx="3439">
                  <c:v>6.6874000000000002</c:v>
                </c:pt>
                <c:pt idx="3440">
                  <c:v>7.1793899999999997</c:v>
                </c:pt>
                <c:pt idx="3441">
                  <c:v>7.5130699999999999</c:v>
                </c:pt>
                <c:pt idx="3442">
                  <c:v>7.3733000000000004</c:v>
                </c:pt>
                <c:pt idx="3443">
                  <c:v>6.9317900000000003</c:v>
                </c:pt>
                <c:pt idx="3444">
                  <c:v>6.4217899999999997</c:v>
                </c:pt>
                <c:pt idx="3445">
                  <c:v>5.9470700000000001</c:v>
                </c:pt>
                <c:pt idx="3446">
                  <c:v>5.9877399999999996</c:v>
                </c:pt>
                <c:pt idx="3447">
                  <c:v>6.3121600000000004</c:v>
                </c:pt>
                <c:pt idx="3448">
                  <c:v>6.1724300000000003</c:v>
                </c:pt>
                <c:pt idx="3449">
                  <c:v>5.9297800000000001</c:v>
                </c:pt>
                <c:pt idx="3450">
                  <c:v>6.0415900000000002</c:v>
                </c:pt>
                <c:pt idx="3451">
                  <c:v>6.2210999999999999</c:v>
                </c:pt>
                <c:pt idx="3452">
                  <c:v>6.1994100000000003</c:v>
                </c:pt>
                <c:pt idx="3453">
                  <c:v>6.0826799999999999</c:v>
                </c:pt>
                <c:pt idx="3454">
                  <c:v>6.0576999999999996</c:v>
                </c:pt>
                <c:pt idx="3455">
                  <c:v>5.8330399999999996</c:v>
                </c:pt>
                <c:pt idx="3456">
                  <c:v>6.27698</c:v>
                </c:pt>
                <c:pt idx="3457">
                  <c:v>6.8312299999999997</c:v>
                </c:pt>
                <c:pt idx="3458">
                  <c:v>6.5893600000000001</c:v>
                </c:pt>
                <c:pt idx="3459">
                  <c:v>6.5256299999999996</c:v>
                </c:pt>
                <c:pt idx="3460">
                  <c:v>6.8722799999999999</c:v>
                </c:pt>
                <c:pt idx="3461">
                  <c:v>7.01335</c:v>
                </c:pt>
                <c:pt idx="3462">
                  <c:v>6.6010499999999999</c:v>
                </c:pt>
                <c:pt idx="3463">
                  <c:v>6.4771099999999997</c:v>
                </c:pt>
                <c:pt idx="3464">
                  <c:v>6.7648200000000003</c:v>
                </c:pt>
                <c:pt idx="3465">
                  <c:v>6.8116300000000001</c:v>
                </c:pt>
                <c:pt idx="3466">
                  <c:v>6.5957299999999996</c:v>
                </c:pt>
                <c:pt idx="3467">
                  <c:v>6.20153</c:v>
                </c:pt>
                <c:pt idx="3468">
                  <c:v>6.1866000000000003</c:v>
                </c:pt>
                <c:pt idx="3469">
                  <c:v>6.3558199999999996</c:v>
                </c:pt>
                <c:pt idx="3470">
                  <c:v>6.65144</c:v>
                </c:pt>
                <c:pt idx="3471">
                  <c:v>6.9184999999999999</c:v>
                </c:pt>
                <c:pt idx="3472">
                  <c:v>6.6125299999999996</c:v>
                </c:pt>
                <c:pt idx="3473">
                  <c:v>6.5919699999999999</c:v>
                </c:pt>
                <c:pt idx="3474">
                  <c:v>6.6291599999999997</c:v>
                </c:pt>
                <c:pt idx="3475">
                  <c:v>6.2877200000000002</c:v>
                </c:pt>
                <c:pt idx="3476">
                  <c:v>6.2721299999999998</c:v>
                </c:pt>
                <c:pt idx="3477">
                  <c:v>6.5565699999999998</c:v>
                </c:pt>
                <c:pt idx="3478">
                  <c:v>6.9188900000000002</c:v>
                </c:pt>
                <c:pt idx="3479">
                  <c:v>6.7433199999999998</c:v>
                </c:pt>
                <c:pt idx="3480">
                  <c:v>6.3643400000000003</c:v>
                </c:pt>
                <c:pt idx="3481">
                  <c:v>6.3884600000000002</c:v>
                </c:pt>
                <c:pt idx="3482">
                  <c:v>6.43973</c:v>
                </c:pt>
                <c:pt idx="3483">
                  <c:v>6.3523699999999996</c:v>
                </c:pt>
                <c:pt idx="3484">
                  <c:v>6.1574900000000001</c:v>
                </c:pt>
                <c:pt idx="3485">
                  <c:v>5.86137</c:v>
                </c:pt>
                <c:pt idx="3486">
                  <c:v>5.9014899999999999</c:v>
                </c:pt>
                <c:pt idx="3487">
                  <c:v>6.2869400000000004</c:v>
                </c:pt>
                <c:pt idx="3488">
                  <c:v>6.3548400000000003</c:v>
                </c:pt>
                <c:pt idx="3489">
                  <c:v>5.8591899999999999</c:v>
                </c:pt>
                <c:pt idx="3490">
                  <c:v>5.5909800000000001</c:v>
                </c:pt>
                <c:pt idx="3491">
                  <c:v>5.5948399999999996</c:v>
                </c:pt>
                <c:pt idx="3492">
                  <c:v>5.6178900000000001</c:v>
                </c:pt>
                <c:pt idx="3493">
                  <c:v>5.8346900000000002</c:v>
                </c:pt>
                <c:pt idx="3494">
                  <c:v>6.09192</c:v>
                </c:pt>
                <c:pt idx="3495">
                  <c:v>6.3305999999999996</c:v>
                </c:pt>
                <c:pt idx="3496">
                  <c:v>6.6065300000000002</c:v>
                </c:pt>
                <c:pt idx="3497">
                  <c:v>6.7498899999999997</c:v>
                </c:pt>
                <c:pt idx="3498">
                  <c:v>6.8262999999999998</c:v>
                </c:pt>
                <c:pt idx="3499">
                  <c:v>6.7618499999999999</c:v>
                </c:pt>
                <c:pt idx="3500">
                  <c:v>6.6756200000000003</c:v>
                </c:pt>
                <c:pt idx="3501">
                  <c:v>6.8078000000000003</c:v>
                </c:pt>
                <c:pt idx="3502">
                  <c:v>6.7026000000000003</c:v>
                </c:pt>
                <c:pt idx="3503">
                  <c:v>6.4397599999999997</c:v>
                </c:pt>
                <c:pt idx="3504">
                  <c:v>6.4307400000000001</c:v>
                </c:pt>
                <c:pt idx="3505">
                  <c:v>6.3364799999999999</c:v>
                </c:pt>
                <c:pt idx="3506">
                  <c:v>6.1679599999999999</c:v>
                </c:pt>
                <c:pt idx="3507">
                  <c:v>6.2313200000000002</c:v>
                </c:pt>
                <c:pt idx="3508">
                  <c:v>6.4451000000000001</c:v>
                </c:pt>
                <c:pt idx="3509">
                  <c:v>6.5415000000000001</c:v>
                </c:pt>
                <c:pt idx="3510">
                  <c:v>6.6406099999999997</c:v>
                </c:pt>
                <c:pt idx="3511">
                  <c:v>6.7354000000000003</c:v>
                </c:pt>
                <c:pt idx="3512">
                  <c:v>6.6829499999999999</c:v>
                </c:pt>
                <c:pt idx="3513">
                  <c:v>6.5990000000000002</c:v>
                </c:pt>
                <c:pt idx="3514">
                  <c:v>6.4314600000000004</c:v>
                </c:pt>
                <c:pt idx="3515">
                  <c:v>6.6131000000000002</c:v>
                </c:pt>
                <c:pt idx="3516">
                  <c:v>6.8589200000000003</c:v>
                </c:pt>
                <c:pt idx="3517">
                  <c:v>7.0078500000000004</c:v>
                </c:pt>
                <c:pt idx="3518">
                  <c:v>7.14689</c:v>
                </c:pt>
                <c:pt idx="3519">
                  <c:v>7.1472199999999999</c:v>
                </c:pt>
                <c:pt idx="3520">
                  <c:v>6.9909400000000002</c:v>
                </c:pt>
                <c:pt idx="3521">
                  <c:v>6.9043799999999997</c:v>
                </c:pt>
                <c:pt idx="3522">
                  <c:v>6.7949700000000002</c:v>
                </c:pt>
                <c:pt idx="3523">
                  <c:v>6.6902499999999998</c:v>
                </c:pt>
                <c:pt idx="3524">
                  <c:v>6.8008899999999999</c:v>
                </c:pt>
                <c:pt idx="3525">
                  <c:v>7.2576999999999998</c:v>
                </c:pt>
                <c:pt idx="3526">
                  <c:v>7.5080999999999998</c:v>
                </c:pt>
                <c:pt idx="3527">
                  <c:v>7.2864300000000002</c:v>
                </c:pt>
                <c:pt idx="3528">
                  <c:v>7.1887100000000004</c:v>
                </c:pt>
                <c:pt idx="3529">
                  <c:v>7.2764100000000003</c:v>
                </c:pt>
                <c:pt idx="3530">
                  <c:v>7.0553999999999997</c:v>
                </c:pt>
                <c:pt idx="3531">
                  <c:v>6.8101500000000001</c:v>
                </c:pt>
                <c:pt idx="3532">
                  <c:v>6.6663800000000002</c:v>
                </c:pt>
                <c:pt idx="3533">
                  <c:v>6.3484400000000001</c:v>
                </c:pt>
                <c:pt idx="3534">
                  <c:v>6.29962</c:v>
                </c:pt>
                <c:pt idx="3535">
                  <c:v>6.39445</c:v>
                </c:pt>
                <c:pt idx="3536">
                  <c:v>6.7763999999999998</c:v>
                </c:pt>
                <c:pt idx="3537">
                  <c:v>7.07524</c:v>
                </c:pt>
                <c:pt idx="3538">
                  <c:v>6.8828800000000001</c:v>
                </c:pt>
                <c:pt idx="3539">
                  <c:v>6.8836399999999998</c:v>
                </c:pt>
                <c:pt idx="3540">
                  <c:v>6.9443900000000003</c:v>
                </c:pt>
                <c:pt idx="3541">
                  <c:v>6.6727800000000004</c:v>
                </c:pt>
                <c:pt idx="3542">
                  <c:v>6.6100500000000002</c:v>
                </c:pt>
                <c:pt idx="3543">
                  <c:v>6.9409099999999997</c:v>
                </c:pt>
                <c:pt idx="3544">
                  <c:v>7.0083599999999997</c:v>
                </c:pt>
                <c:pt idx="3545">
                  <c:v>6.7126799999999998</c:v>
                </c:pt>
                <c:pt idx="3546">
                  <c:v>6.5689500000000001</c:v>
                </c:pt>
                <c:pt idx="3547">
                  <c:v>6.6387900000000002</c:v>
                </c:pt>
                <c:pt idx="3548">
                  <c:v>6.6722999999999999</c:v>
                </c:pt>
                <c:pt idx="3549">
                  <c:v>6.7099299999999999</c:v>
                </c:pt>
                <c:pt idx="3550">
                  <c:v>6.6064400000000001</c:v>
                </c:pt>
                <c:pt idx="3551">
                  <c:v>6.5575999999999999</c:v>
                </c:pt>
                <c:pt idx="3552">
                  <c:v>6.2439499999999999</c:v>
                </c:pt>
                <c:pt idx="3553">
                  <c:v>5.9208999999999996</c:v>
                </c:pt>
                <c:pt idx="3554">
                  <c:v>5.9335300000000002</c:v>
                </c:pt>
                <c:pt idx="3555">
                  <c:v>6.0753199999999996</c:v>
                </c:pt>
                <c:pt idx="3556">
                  <c:v>6.3546100000000001</c:v>
                </c:pt>
                <c:pt idx="3557">
                  <c:v>6.3877800000000002</c:v>
                </c:pt>
                <c:pt idx="3558">
                  <c:v>6.5425000000000004</c:v>
                </c:pt>
                <c:pt idx="3559">
                  <c:v>6.7678900000000004</c:v>
                </c:pt>
                <c:pt idx="3560">
                  <c:v>6.7785900000000003</c:v>
                </c:pt>
                <c:pt idx="3561">
                  <c:v>6.5112899999999998</c:v>
                </c:pt>
                <c:pt idx="3562">
                  <c:v>6.2014399999999998</c:v>
                </c:pt>
                <c:pt idx="3563">
                  <c:v>6.4751099999999999</c:v>
                </c:pt>
                <c:pt idx="3564">
                  <c:v>6.9813999999999998</c:v>
                </c:pt>
                <c:pt idx="3565">
                  <c:v>6.8926800000000004</c:v>
                </c:pt>
                <c:pt idx="3566">
                  <c:v>6.7742100000000001</c:v>
                </c:pt>
                <c:pt idx="3567">
                  <c:v>7.0179200000000002</c:v>
                </c:pt>
                <c:pt idx="3568">
                  <c:v>6.9912700000000001</c:v>
                </c:pt>
                <c:pt idx="3569">
                  <c:v>6.7684100000000003</c:v>
                </c:pt>
                <c:pt idx="3570">
                  <c:v>6.6685400000000001</c:v>
                </c:pt>
                <c:pt idx="3571">
                  <c:v>6.5872400000000004</c:v>
                </c:pt>
                <c:pt idx="3572">
                  <c:v>6.5170500000000002</c:v>
                </c:pt>
                <c:pt idx="3573">
                  <c:v>6.3960699999999999</c:v>
                </c:pt>
                <c:pt idx="3574">
                  <c:v>6.4487100000000002</c:v>
                </c:pt>
                <c:pt idx="3575">
                  <c:v>6.3820600000000001</c:v>
                </c:pt>
                <c:pt idx="3576">
                  <c:v>6.3016500000000004</c:v>
                </c:pt>
                <c:pt idx="3577">
                  <c:v>6.1456400000000002</c:v>
                </c:pt>
                <c:pt idx="3578">
                  <c:v>6.2039999999999997</c:v>
                </c:pt>
                <c:pt idx="3579">
                  <c:v>6.4477000000000002</c:v>
                </c:pt>
                <c:pt idx="3580">
                  <c:v>6.42563</c:v>
                </c:pt>
                <c:pt idx="3581">
                  <c:v>6.3755600000000001</c:v>
                </c:pt>
                <c:pt idx="3582">
                  <c:v>6.5111400000000001</c:v>
                </c:pt>
                <c:pt idx="3583">
                  <c:v>6.1276900000000003</c:v>
                </c:pt>
                <c:pt idx="3584">
                  <c:v>6.05192</c:v>
                </c:pt>
                <c:pt idx="3585">
                  <c:v>6.4700699999999998</c:v>
                </c:pt>
                <c:pt idx="3586">
                  <c:v>6.66587</c:v>
                </c:pt>
                <c:pt idx="3587">
                  <c:v>6.8039100000000001</c:v>
                </c:pt>
                <c:pt idx="3588">
                  <c:v>6.8805500000000004</c:v>
                </c:pt>
                <c:pt idx="3589">
                  <c:v>6.7252000000000001</c:v>
                </c:pt>
                <c:pt idx="3590">
                  <c:v>6.7603200000000001</c:v>
                </c:pt>
                <c:pt idx="3591">
                  <c:v>7.1130000000000004</c:v>
                </c:pt>
                <c:pt idx="3592">
                  <c:v>7.3227200000000003</c:v>
                </c:pt>
                <c:pt idx="3593">
                  <c:v>7.5669199999999996</c:v>
                </c:pt>
                <c:pt idx="3594">
                  <c:v>7.4135200000000001</c:v>
                </c:pt>
                <c:pt idx="3595">
                  <c:v>7.0434099999999997</c:v>
                </c:pt>
                <c:pt idx="3596">
                  <c:v>6.7547499999999996</c:v>
                </c:pt>
                <c:pt idx="3597">
                  <c:v>6.7259700000000002</c:v>
                </c:pt>
                <c:pt idx="3598">
                  <c:v>6.8852000000000002</c:v>
                </c:pt>
                <c:pt idx="3599">
                  <c:v>6.8635599999999997</c:v>
                </c:pt>
                <c:pt idx="3600">
                  <c:v>6.5214400000000001</c:v>
                </c:pt>
                <c:pt idx="3601">
                  <c:v>6.0982799999999999</c:v>
                </c:pt>
                <c:pt idx="3602">
                  <c:v>5.9975300000000002</c:v>
                </c:pt>
                <c:pt idx="3603">
                  <c:v>6.0855199999999998</c:v>
                </c:pt>
                <c:pt idx="3604">
                  <c:v>6.4479499999999996</c:v>
                </c:pt>
                <c:pt idx="3605">
                  <c:v>6.8986900000000002</c:v>
                </c:pt>
                <c:pt idx="3606">
                  <c:v>7.1166099999999997</c:v>
                </c:pt>
                <c:pt idx="3607">
                  <c:v>7.1226099999999999</c:v>
                </c:pt>
                <c:pt idx="3608">
                  <c:v>6.8031100000000002</c:v>
                </c:pt>
                <c:pt idx="3609">
                  <c:v>6.52752</c:v>
                </c:pt>
                <c:pt idx="3610">
                  <c:v>6.5336499999999997</c:v>
                </c:pt>
                <c:pt idx="3611">
                  <c:v>6.6971600000000002</c:v>
                </c:pt>
                <c:pt idx="3612">
                  <c:v>6.8496699999999997</c:v>
                </c:pt>
                <c:pt idx="3613">
                  <c:v>6.6775399999999996</c:v>
                </c:pt>
                <c:pt idx="3614">
                  <c:v>6.7743399999999996</c:v>
                </c:pt>
                <c:pt idx="3615">
                  <c:v>6.8053100000000004</c:v>
                </c:pt>
                <c:pt idx="3616">
                  <c:v>6.8977300000000001</c:v>
                </c:pt>
                <c:pt idx="3617">
                  <c:v>6.8457499999999998</c:v>
                </c:pt>
                <c:pt idx="3618">
                  <c:v>7.0397299999999996</c:v>
                </c:pt>
                <c:pt idx="3619">
                  <c:v>7.2916400000000001</c:v>
                </c:pt>
                <c:pt idx="3620">
                  <c:v>7.31874</c:v>
                </c:pt>
                <c:pt idx="3621">
                  <c:v>6.90754</c:v>
                </c:pt>
                <c:pt idx="3622">
                  <c:v>6.6489000000000003</c:v>
                </c:pt>
                <c:pt idx="3623">
                  <c:v>6.4745999999999997</c:v>
                </c:pt>
                <c:pt idx="3624">
                  <c:v>6.7081099999999996</c:v>
                </c:pt>
                <c:pt idx="3625">
                  <c:v>7.0043199999999999</c:v>
                </c:pt>
                <c:pt idx="3626">
                  <c:v>7.0801800000000004</c:v>
                </c:pt>
                <c:pt idx="3627">
                  <c:v>7.0656800000000004</c:v>
                </c:pt>
                <c:pt idx="3628">
                  <c:v>6.8630599999999999</c:v>
                </c:pt>
                <c:pt idx="3629">
                  <c:v>6.9411500000000004</c:v>
                </c:pt>
                <c:pt idx="3630">
                  <c:v>6.6956499999999997</c:v>
                </c:pt>
                <c:pt idx="3631">
                  <c:v>6.2674599999999998</c:v>
                </c:pt>
                <c:pt idx="3632">
                  <c:v>6.3335900000000001</c:v>
                </c:pt>
                <c:pt idx="3633">
                  <c:v>6.52128</c:v>
                </c:pt>
                <c:pt idx="3634">
                  <c:v>6.4006699999999999</c:v>
                </c:pt>
                <c:pt idx="3635">
                  <c:v>6.1132600000000004</c:v>
                </c:pt>
                <c:pt idx="3636">
                  <c:v>6.2011700000000003</c:v>
                </c:pt>
                <c:pt idx="3637">
                  <c:v>6.2004999999999999</c:v>
                </c:pt>
                <c:pt idx="3638">
                  <c:v>5.9097900000000001</c:v>
                </c:pt>
                <c:pt idx="3639">
                  <c:v>6.1308600000000002</c:v>
                </c:pt>
                <c:pt idx="3640">
                  <c:v>6.2996600000000003</c:v>
                </c:pt>
                <c:pt idx="3641">
                  <c:v>6.2463199999999999</c:v>
                </c:pt>
                <c:pt idx="3642">
                  <c:v>6.4636300000000002</c:v>
                </c:pt>
                <c:pt idx="3643">
                  <c:v>6.45099</c:v>
                </c:pt>
                <c:pt idx="3644">
                  <c:v>6.1986800000000004</c:v>
                </c:pt>
                <c:pt idx="3645">
                  <c:v>6.4675700000000003</c:v>
                </c:pt>
                <c:pt idx="3646">
                  <c:v>6.7861700000000003</c:v>
                </c:pt>
                <c:pt idx="3647">
                  <c:v>6.6018400000000002</c:v>
                </c:pt>
                <c:pt idx="3648">
                  <c:v>6.6126100000000001</c:v>
                </c:pt>
                <c:pt idx="3649">
                  <c:v>7.0638500000000004</c:v>
                </c:pt>
                <c:pt idx="3650">
                  <c:v>7.2318100000000003</c:v>
                </c:pt>
                <c:pt idx="3651">
                  <c:v>7.0442499999999999</c:v>
                </c:pt>
                <c:pt idx="3652">
                  <c:v>7.0255999999999998</c:v>
                </c:pt>
                <c:pt idx="3653">
                  <c:v>7.0945799999999997</c:v>
                </c:pt>
                <c:pt idx="3654">
                  <c:v>6.8436500000000002</c:v>
                </c:pt>
                <c:pt idx="3655">
                  <c:v>6.9634499999999999</c:v>
                </c:pt>
                <c:pt idx="3656">
                  <c:v>6.8529</c:v>
                </c:pt>
                <c:pt idx="3657">
                  <c:v>6.6598300000000004</c:v>
                </c:pt>
                <c:pt idx="3658">
                  <c:v>6.8367100000000001</c:v>
                </c:pt>
                <c:pt idx="3659">
                  <c:v>7.2503099999999998</c:v>
                </c:pt>
                <c:pt idx="3660">
                  <c:v>7.1935000000000002</c:v>
                </c:pt>
                <c:pt idx="3661">
                  <c:v>6.9516999999999998</c:v>
                </c:pt>
                <c:pt idx="3662">
                  <c:v>6.6541100000000002</c:v>
                </c:pt>
                <c:pt idx="3663">
                  <c:v>6.32233</c:v>
                </c:pt>
                <c:pt idx="3664">
                  <c:v>6.4584000000000001</c:v>
                </c:pt>
                <c:pt idx="3665">
                  <c:v>6.6569599999999998</c:v>
                </c:pt>
                <c:pt idx="3666">
                  <c:v>6.5912899999999999</c:v>
                </c:pt>
                <c:pt idx="3667">
                  <c:v>6.3172300000000003</c:v>
                </c:pt>
                <c:pt idx="3668">
                  <c:v>6.2012200000000002</c:v>
                </c:pt>
                <c:pt idx="3669">
                  <c:v>6.03268</c:v>
                </c:pt>
                <c:pt idx="3670">
                  <c:v>5.6571600000000002</c:v>
                </c:pt>
                <c:pt idx="3671">
                  <c:v>5.5628399999999996</c:v>
                </c:pt>
                <c:pt idx="3672">
                  <c:v>5.6827100000000002</c:v>
                </c:pt>
                <c:pt idx="3673">
                  <c:v>5.9388699999999996</c:v>
                </c:pt>
                <c:pt idx="3674">
                  <c:v>6.3806399999999996</c:v>
                </c:pt>
                <c:pt idx="3675">
                  <c:v>6.4996799999999997</c:v>
                </c:pt>
                <c:pt idx="3676">
                  <c:v>6.7210900000000002</c:v>
                </c:pt>
                <c:pt idx="3677">
                  <c:v>6.9953799999999999</c:v>
                </c:pt>
                <c:pt idx="3678">
                  <c:v>6.85494</c:v>
                </c:pt>
                <c:pt idx="3679">
                  <c:v>6.4464699999999997</c:v>
                </c:pt>
                <c:pt idx="3680">
                  <c:v>6.2826599999999999</c:v>
                </c:pt>
                <c:pt idx="3681">
                  <c:v>6.43072</c:v>
                </c:pt>
                <c:pt idx="3682">
                  <c:v>6.5419299999999998</c:v>
                </c:pt>
                <c:pt idx="3683">
                  <c:v>6.3257399999999997</c:v>
                </c:pt>
                <c:pt idx="3684">
                  <c:v>6.3125499999999999</c:v>
                </c:pt>
                <c:pt idx="3685">
                  <c:v>6.5806399999999998</c:v>
                </c:pt>
                <c:pt idx="3686">
                  <c:v>6.6448</c:v>
                </c:pt>
                <c:pt idx="3687">
                  <c:v>6.4481400000000004</c:v>
                </c:pt>
                <c:pt idx="3688">
                  <c:v>6.1774399999999998</c:v>
                </c:pt>
                <c:pt idx="3689">
                  <c:v>6.1741299999999999</c:v>
                </c:pt>
                <c:pt idx="3690">
                  <c:v>6.1092000000000004</c:v>
                </c:pt>
                <c:pt idx="3691">
                  <c:v>5.9669299999999996</c:v>
                </c:pt>
                <c:pt idx="3692">
                  <c:v>5.91622</c:v>
                </c:pt>
                <c:pt idx="3693">
                  <c:v>6.1362699999999997</c:v>
                </c:pt>
                <c:pt idx="3694">
                  <c:v>6.3203300000000002</c:v>
                </c:pt>
                <c:pt idx="3695">
                  <c:v>6.3549800000000003</c:v>
                </c:pt>
                <c:pt idx="3696">
                  <c:v>6.4882</c:v>
                </c:pt>
                <c:pt idx="3697">
                  <c:v>6.5977600000000001</c:v>
                </c:pt>
                <c:pt idx="3698">
                  <c:v>6.47675</c:v>
                </c:pt>
                <c:pt idx="3699">
                  <c:v>6.4276299999999997</c:v>
                </c:pt>
                <c:pt idx="3700">
                  <c:v>6.31515</c:v>
                </c:pt>
                <c:pt idx="3701">
                  <c:v>6.45</c:v>
                </c:pt>
                <c:pt idx="3702">
                  <c:v>6.7867800000000003</c:v>
                </c:pt>
                <c:pt idx="3703">
                  <c:v>6.9002699999999999</c:v>
                </c:pt>
                <c:pt idx="3704">
                  <c:v>6.86104</c:v>
                </c:pt>
                <c:pt idx="3705">
                  <c:v>6.6982400000000002</c:v>
                </c:pt>
                <c:pt idx="3706">
                  <c:v>6.63687</c:v>
                </c:pt>
                <c:pt idx="3707">
                  <c:v>6.1708400000000001</c:v>
                </c:pt>
                <c:pt idx="3708">
                  <c:v>5.9349600000000002</c:v>
                </c:pt>
                <c:pt idx="3709">
                  <c:v>6.2423700000000002</c:v>
                </c:pt>
                <c:pt idx="3710">
                  <c:v>6.3286699999999998</c:v>
                </c:pt>
                <c:pt idx="3711">
                  <c:v>6.2495700000000003</c:v>
                </c:pt>
                <c:pt idx="3712">
                  <c:v>6.3121099999999997</c:v>
                </c:pt>
                <c:pt idx="3713">
                  <c:v>6.4075800000000003</c:v>
                </c:pt>
                <c:pt idx="3714">
                  <c:v>6.4817099999999996</c:v>
                </c:pt>
                <c:pt idx="3715">
                  <c:v>6.4225000000000003</c:v>
                </c:pt>
                <c:pt idx="3716">
                  <c:v>6.3627799999999999</c:v>
                </c:pt>
                <c:pt idx="3717">
                  <c:v>6.3967299999999998</c:v>
                </c:pt>
                <c:pt idx="3718">
                  <c:v>6.2392500000000002</c:v>
                </c:pt>
                <c:pt idx="3719">
                  <c:v>5.9247300000000003</c:v>
                </c:pt>
                <c:pt idx="3720">
                  <c:v>5.9192299999999998</c:v>
                </c:pt>
                <c:pt idx="3721">
                  <c:v>6.2499799999999999</c:v>
                </c:pt>
                <c:pt idx="3722">
                  <c:v>6.3841299999999999</c:v>
                </c:pt>
                <c:pt idx="3723">
                  <c:v>6.4642099999999996</c:v>
                </c:pt>
                <c:pt idx="3724">
                  <c:v>6.8813800000000001</c:v>
                </c:pt>
                <c:pt idx="3725">
                  <c:v>7.15937</c:v>
                </c:pt>
                <c:pt idx="3726">
                  <c:v>7.1773100000000003</c:v>
                </c:pt>
                <c:pt idx="3727">
                  <c:v>7.1711299999999998</c:v>
                </c:pt>
                <c:pt idx="3728">
                  <c:v>6.9801200000000003</c:v>
                </c:pt>
                <c:pt idx="3729">
                  <c:v>6.4244000000000003</c:v>
                </c:pt>
                <c:pt idx="3730">
                  <c:v>5.9234799999999996</c:v>
                </c:pt>
                <c:pt idx="3731">
                  <c:v>5.4810100000000004</c:v>
                </c:pt>
                <c:pt idx="3732">
                  <c:v>5.5281399999999996</c:v>
                </c:pt>
                <c:pt idx="3733">
                  <c:v>5.8894500000000001</c:v>
                </c:pt>
                <c:pt idx="3734">
                  <c:v>6.3957199999999998</c:v>
                </c:pt>
                <c:pt idx="3735">
                  <c:v>7.05253</c:v>
                </c:pt>
                <c:pt idx="3736">
                  <c:v>7.0751299999999997</c:v>
                </c:pt>
                <c:pt idx="3737">
                  <c:v>6.8419600000000003</c:v>
                </c:pt>
                <c:pt idx="3738">
                  <c:v>6.4789500000000002</c:v>
                </c:pt>
                <c:pt idx="3739">
                  <c:v>6.2406600000000001</c:v>
                </c:pt>
                <c:pt idx="3740">
                  <c:v>6.3416699999999997</c:v>
                </c:pt>
                <c:pt idx="3741">
                  <c:v>6.44285</c:v>
                </c:pt>
                <c:pt idx="3742">
                  <c:v>6.4685600000000001</c:v>
                </c:pt>
                <c:pt idx="3743">
                  <c:v>6.2598700000000003</c:v>
                </c:pt>
                <c:pt idx="3744">
                  <c:v>6.2638800000000003</c:v>
                </c:pt>
                <c:pt idx="3745">
                  <c:v>6.2380800000000001</c:v>
                </c:pt>
                <c:pt idx="3746">
                  <c:v>5.8977199999999996</c:v>
                </c:pt>
                <c:pt idx="3747">
                  <c:v>6.2441300000000002</c:v>
                </c:pt>
                <c:pt idx="3748">
                  <c:v>6.5682700000000001</c:v>
                </c:pt>
                <c:pt idx="3749">
                  <c:v>6.5885199999999999</c:v>
                </c:pt>
                <c:pt idx="3750">
                  <c:v>6.6385899999999998</c:v>
                </c:pt>
                <c:pt idx="3751">
                  <c:v>6.9479300000000004</c:v>
                </c:pt>
                <c:pt idx="3752">
                  <c:v>6.9682399999999998</c:v>
                </c:pt>
                <c:pt idx="3753">
                  <c:v>6.5861700000000001</c:v>
                </c:pt>
                <c:pt idx="3754">
                  <c:v>6.48123</c:v>
                </c:pt>
                <c:pt idx="3755">
                  <c:v>6.3979900000000001</c:v>
                </c:pt>
                <c:pt idx="3756">
                  <c:v>6.2366700000000002</c:v>
                </c:pt>
                <c:pt idx="3757">
                  <c:v>6.2594200000000004</c:v>
                </c:pt>
                <c:pt idx="3758">
                  <c:v>6.3788</c:v>
                </c:pt>
                <c:pt idx="3759">
                  <c:v>6.8127000000000004</c:v>
                </c:pt>
                <c:pt idx="3760">
                  <c:v>6.8202999999999996</c:v>
                </c:pt>
                <c:pt idx="3761">
                  <c:v>6.6567999999999996</c:v>
                </c:pt>
                <c:pt idx="3762">
                  <c:v>6.7309400000000004</c:v>
                </c:pt>
                <c:pt idx="3763">
                  <c:v>6.7466900000000001</c:v>
                </c:pt>
                <c:pt idx="3764">
                  <c:v>6.6382099999999999</c:v>
                </c:pt>
                <c:pt idx="3765">
                  <c:v>6.83413</c:v>
                </c:pt>
                <c:pt idx="3766">
                  <c:v>6.8450199999999999</c:v>
                </c:pt>
                <c:pt idx="3767">
                  <c:v>6.66404</c:v>
                </c:pt>
                <c:pt idx="3768">
                  <c:v>6.3544099999999997</c:v>
                </c:pt>
                <c:pt idx="3769">
                  <c:v>6.31616</c:v>
                </c:pt>
                <c:pt idx="3770">
                  <c:v>6.6024200000000004</c:v>
                </c:pt>
                <c:pt idx="3771">
                  <c:v>7.1205499999999997</c:v>
                </c:pt>
                <c:pt idx="3772">
                  <c:v>7.2165999999999997</c:v>
                </c:pt>
                <c:pt idx="3773">
                  <c:v>6.9881000000000002</c:v>
                </c:pt>
                <c:pt idx="3774">
                  <c:v>7.1287599999999998</c:v>
                </c:pt>
                <c:pt idx="3775">
                  <c:v>7.3241699999999996</c:v>
                </c:pt>
                <c:pt idx="3776">
                  <c:v>7.2552599999999998</c:v>
                </c:pt>
                <c:pt idx="3777">
                  <c:v>6.9069000000000003</c:v>
                </c:pt>
                <c:pt idx="3778">
                  <c:v>6.2550800000000004</c:v>
                </c:pt>
                <c:pt idx="3779">
                  <c:v>5.7722699999999998</c:v>
                </c:pt>
                <c:pt idx="3780">
                  <c:v>5.9111399999999996</c:v>
                </c:pt>
                <c:pt idx="3781">
                  <c:v>6.1339199999999998</c:v>
                </c:pt>
                <c:pt idx="3782">
                  <c:v>6.4947100000000004</c:v>
                </c:pt>
                <c:pt idx="3783">
                  <c:v>6.94285</c:v>
                </c:pt>
                <c:pt idx="3784">
                  <c:v>7.2174500000000004</c:v>
                </c:pt>
                <c:pt idx="3785">
                  <c:v>7.5251799999999998</c:v>
                </c:pt>
                <c:pt idx="3786">
                  <c:v>7.5484</c:v>
                </c:pt>
                <c:pt idx="3787">
                  <c:v>7.2576799999999997</c:v>
                </c:pt>
                <c:pt idx="3788">
                  <c:v>6.9848499999999998</c:v>
                </c:pt>
                <c:pt idx="3789">
                  <c:v>7.09335</c:v>
                </c:pt>
                <c:pt idx="3790">
                  <c:v>7.1498600000000003</c:v>
                </c:pt>
                <c:pt idx="3791">
                  <c:v>6.8280399999999997</c:v>
                </c:pt>
                <c:pt idx="3792">
                  <c:v>6.53972</c:v>
                </c:pt>
                <c:pt idx="3793">
                  <c:v>6.3870399999999998</c:v>
                </c:pt>
                <c:pt idx="3794">
                  <c:v>6.3083299999999998</c:v>
                </c:pt>
                <c:pt idx="3795">
                  <c:v>6.3281499999999999</c:v>
                </c:pt>
                <c:pt idx="3796">
                  <c:v>6.2665800000000003</c:v>
                </c:pt>
                <c:pt idx="3797">
                  <c:v>6.2322800000000003</c:v>
                </c:pt>
                <c:pt idx="3798">
                  <c:v>6.6347199999999997</c:v>
                </c:pt>
                <c:pt idx="3799">
                  <c:v>6.8875500000000001</c:v>
                </c:pt>
                <c:pt idx="3800">
                  <c:v>7.0705200000000001</c:v>
                </c:pt>
                <c:pt idx="3801">
                  <c:v>7.2937500000000002</c:v>
                </c:pt>
                <c:pt idx="3802">
                  <c:v>7.0795500000000002</c:v>
                </c:pt>
                <c:pt idx="3803">
                  <c:v>6.8545299999999996</c:v>
                </c:pt>
                <c:pt idx="3804">
                  <c:v>6.7639300000000002</c:v>
                </c:pt>
                <c:pt idx="3805">
                  <c:v>6.6411600000000002</c:v>
                </c:pt>
                <c:pt idx="3806">
                  <c:v>6.5129900000000003</c:v>
                </c:pt>
                <c:pt idx="3807">
                  <c:v>6.3128700000000002</c:v>
                </c:pt>
                <c:pt idx="3808">
                  <c:v>6.1633500000000003</c:v>
                </c:pt>
                <c:pt idx="3809">
                  <c:v>6.4827700000000004</c:v>
                </c:pt>
                <c:pt idx="3810">
                  <c:v>6.7894399999999999</c:v>
                </c:pt>
                <c:pt idx="3811">
                  <c:v>6.6028900000000004</c:v>
                </c:pt>
                <c:pt idx="3812">
                  <c:v>6.5096999999999996</c:v>
                </c:pt>
                <c:pt idx="3813">
                  <c:v>6.6241599999999998</c:v>
                </c:pt>
                <c:pt idx="3814">
                  <c:v>6.6825400000000004</c:v>
                </c:pt>
                <c:pt idx="3815">
                  <c:v>6.7400200000000003</c:v>
                </c:pt>
                <c:pt idx="3816">
                  <c:v>6.6732899999999997</c:v>
                </c:pt>
                <c:pt idx="3817">
                  <c:v>6.7432100000000004</c:v>
                </c:pt>
                <c:pt idx="3818">
                  <c:v>7.1197499999999998</c:v>
                </c:pt>
                <c:pt idx="3819">
                  <c:v>7.4905400000000002</c:v>
                </c:pt>
                <c:pt idx="3820">
                  <c:v>7.5844500000000004</c:v>
                </c:pt>
                <c:pt idx="3821">
                  <c:v>7.2418399999999998</c:v>
                </c:pt>
                <c:pt idx="3822">
                  <c:v>6.5395399999999997</c:v>
                </c:pt>
                <c:pt idx="3823">
                  <c:v>5.9223299999999997</c:v>
                </c:pt>
                <c:pt idx="3824">
                  <c:v>5.8256899999999998</c:v>
                </c:pt>
                <c:pt idx="3825">
                  <c:v>5.8750099999999996</c:v>
                </c:pt>
                <c:pt idx="3826">
                  <c:v>5.7582599999999999</c:v>
                </c:pt>
                <c:pt idx="3827">
                  <c:v>5.8334200000000003</c:v>
                </c:pt>
                <c:pt idx="3828">
                  <c:v>6.08751</c:v>
                </c:pt>
                <c:pt idx="3829">
                  <c:v>6.1918100000000003</c:v>
                </c:pt>
                <c:pt idx="3830">
                  <c:v>6.3402399999999997</c:v>
                </c:pt>
                <c:pt idx="3831">
                  <c:v>6.5912499999999996</c:v>
                </c:pt>
                <c:pt idx="3832">
                  <c:v>6.2924499999999997</c:v>
                </c:pt>
                <c:pt idx="3833">
                  <c:v>5.9418600000000001</c:v>
                </c:pt>
                <c:pt idx="3834">
                  <c:v>5.9648899999999996</c:v>
                </c:pt>
                <c:pt idx="3835">
                  <c:v>6.4706900000000003</c:v>
                </c:pt>
                <c:pt idx="3836">
                  <c:v>6.5958699999999997</c:v>
                </c:pt>
                <c:pt idx="3837">
                  <c:v>6.4631999999999996</c:v>
                </c:pt>
                <c:pt idx="3838">
                  <c:v>6.4171500000000004</c:v>
                </c:pt>
                <c:pt idx="3839">
                  <c:v>6.2293200000000004</c:v>
                </c:pt>
                <c:pt idx="3840">
                  <c:v>6.2179799999999998</c:v>
                </c:pt>
                <c:pt idx="3841">
                  <c:v>6.2730499999999996</c:v>
                </c:pt>
                <c:pt idx="3842">
                  <c:v>6.3300999999999998</c:v>
                </c:pt>
                <c:pt idx="3843">
                  <c:v>6.6180000000000003</c:v>
                </c:pt>
                <c:pt idx="3844">
                  <c:v>6.6343800000000002</c:v>
                </c:pt>
                <c:pt idx="3845">
                  <c:v>6.7378</c:v>
                </c:pt>
                <c:pt idx="3846">
                  <c:v>6.8322599999999998</c:v>
                </c:pt>
                <c:pt idx="3847">
                  <c:v>6.5247299999999999</c:v>
                </c:pt>
                <c:pt idx="3848">
                  <c:v>6.0885100000000003</c:v>
                </c:pt>
                <c:pt idx="3849">
                  <c:v>5.8971299999999998</c:v>
                </c:pt>
                <c:pt idx="3850">
                  <c:v>5.8715099999999998</c:v>
                </c:pt>
                <c:pt idx="3851">
                  <c:v>6.18614</c:v>
                </c:pt>
                <c:pt idx="3852">
                  <c:v>6.3457699999999999</c:v>
                </c:pt>
                <c:pt idx="3853">
                  <c:v>6.4129699999999996</c:v>
                </c:pt>
                <c:pt idx="3854">
                  <c:v>6.2707899999999999</c:v>
                </c:pt>
                <c:pt idx="3855">
                  <c:v>6.3053100000000004</c:v>
                </c:pt>
                <c:pt idx="3856">
                  <c:v>6.6593600000000004</c:v>
                </c:pt>
                <c:pt idx="3857">
                  <c:v>6.9685100000000002</c:v>
                </c:pt>
                <c:pt idx="3858">
                  <c:v>6.8700599999999996</c:v>
                </c:pt>
                <c:pt idx="3859">
                  <c:v>6.74092</c:v>
                </c:pt>
                <c:pt idx="3860">
                  <c:v>6.8953300000000004</c:v>
                </c:pt>
                <c:pt idx="3861">
                  <c:v>7.0180499999999997</c:v>
                </c:pt>
                <c:pt idx="3862">
                  <c:v>6.6521400000000002</c:v>
                </c:pt>
                <c:pt idx="3863">
                  <c:v>6.48522</c:v>
                </c:pt>
                <c:pt idx="3864">
                  <c:v>6.3980300000000003</c:v>
                </c:pt>
                <c:pt idx="3865">
                  <c:v>6.4223299999999997</c:v>
                </c:pt>
                <c:pt idx="3866">
                  <c:v>6.5162100000000001</c:v>
                </c:pt>
                <c:pt idx="3867">
                  <c:v>6.1057600000000001</c:v>
                </c:pt>
                <c:pt idx="3868">
                  <c:v>5.8366300000000004</c:v>
                </c:pt>
                <c:pt idx="3869">
                  <c:v>5.8453200000000001</c:v>
                </c:pt>
                <c:pt idx="3870">
                  <c:v>6.3047300000000002</c:v>
                </c:pt>
                <c:pt idx="3871">
                  <c:v>6.93628</c:v>
                </c:pt>
                <c:pt idx="3872">
                  <c:v>6.89785</c:v>
                </c:pt>
                <c:pt idx="3873">
                  <c:v>6.84267</c:v>
                </c:pt>
                <c:pt idx="3874">
                  <c:v>6.7390699999999999</c:v>
                </c:pt>
                <c:pt idx="3875">
                  <c:v>6.5264899999999999</c:v>
                </c:pt>
                <c:pt idx="3876">
                  <c:v>6.6369100000000003</c:v>
                </c:pt>
                <c:pt idx="3877">
                  <c:v>6.7413699999999999</c:v>
                </c:pt>
                <c:pt idx="3878">
                  <c:v>6.6794399999999996</c:v>
                </c:pt>
                <c:pt idx="3879">
                  <c:v>6.56806</c:v>
                </c:pt>
                <c:pt idx="3880">
                  <c:v>6.5307899999999997</c:v>
                </c:pt>
                <c:pt idx="3881">
                  <c:v>6.5785499999999999</c:v>
                </c:pt>
                <c:pt idx="3882">
                  <c:v>6.4455400000000003</c:v>
                </c:pt>
                <c:pt idx="3883">
                  <c:v>5.9389799999999999</c:v>
                </c:pt>
                <c:pt idx="3884">
                  <c:v>6.1558700000000002</c:v>
                </c:pt>
                <c:pt idx="3885">
                  <c:v>6.5138199999999999</c:v>
                </c:pt>
                <c:pt idx="3886">
                  <c:v>6.6090299999999997</c:v>
                </c:pt>
                <c:pt idx="3887">
                  <c:v>6.6604000000000001</c:v>
                </c:pt>
                <c:pt idx="3888">
                  <c:v>6.5061499999999999</c:v>
                </c:pt>
                <c:pt idx="3889">
                  <c:v>6.3188599999999999</c:v>
                </c:pt>
                <c:pt idx="3890">
                  <c:v>6.3514600000000003</c:v>
                </c:pt>
                <c:pt idx="3891">
                  <c:v>6.4358300000000002</c:v>
                </c:pt>
                <c:pt idx="3892">
                  <c:v>6.5860799999999999</c:v>
                </c:pt>
                <c:pt idx="3893">
                  <c:v>6.5416600000000003</c:v>
                </c:pt>
                <c:pt idx="3894">
                  <c:v>6.6166</c:v>
                </c:pt>
                <c:pt idx="3895">
                  <c:v>7.0634399999999999</c:v>
                </c:pt>
                <c:pt idx="3896">
                  <c:v>7.3090099999999998</c:v>
                </c:pt>
                <c:pt idx="3897">
                  <c:v>7.0127499999999996</c:v>
                </c:pt>
                <c:pt idx="3898">
                  <c:v>6.5372599999999998</c:v>
                </c:pt>
                <c:pt idx="3899">
                  <c:v>6.4083300000000003</c:v>
                </c:pt>
                <c:pt idx="3900">
                  <c:v>6.5003099999999998</c:v>
                </c:pt>
                <c:pt idx="3901">
                  <c:v>6.5065499999999998</c:v>
                </c:pt>
                <c:pt idx="3902">
                  <c:v>6.6627799999999997</c:v>
                </c:pt>
                <c:pt idx="3903">
                  <c:v>6.8928500000000001</c:v>
                </c:pt>
                <c:pt idx="3904">
                  <c:v>7.0884999999999998</c:v>
                </c:pt>
                <c:pt idx="3905">
                  <c:v>7.0484299999999998</c:v>
                </c:pt>
                <c:pt idx="3906">
                  <c:v>6.5019999999999998</c:v>
                </c:pt>
                <c:pt idx="3907">
                  <c:v>6.0575400000000004</c:v>
                </c:pt>
                <c:pt idx="3908">
                  <c:v>5.9948100000000002</c:v>
                </c:pt>
                <c:pt idx="3909">
                  <c:v>6.3276000000000003</c:v>
                </c:pt>
                <c:pt idx="3910">
                  <c:v>6.4364400000000002</c:v>
                </c:pt>
                <c:pt idx="3911">
                  <c:v>6.2719399999999998</c:v>
                </c:pt>
                <c:pt idx="3912">
                  <c:v>6.4108299999999998</c:v>
                </c:pt>
                <c:pt idx="3913">
                  <c:v>6.5974700000000004</c:v>
                </c:pt>
                <c:pt idx="3914">
                  <c:v>6.80023</c:v>
                </c:pt>
                <c:pt idx="3915">
                  <c:v>6.8276599999999998</c:v>
                </c:pt>
                <c:pt idx="3916">
                  <c:v>6.9727600000000001</c:v>
                </c:pt>
                <c:pt idx="3917">
                  <c:v>7.1266800000000003</c:v>
                </c:pt>
                <c:pt idx="3918">
                  <c:v>6.6308800000000003</c:v>
                </c:pt>
                <c:pt idx="3919">
                  <c:v>6.2381000000000002</c:v>
                </c:pt>
                <c:pt idx="3920">
                  <c:v>6.4024200000000002</c:v>
                </c:pt>
                <c:pt idx="3921">
                  <c:v>6.4077299999999999</c:v>
                </c:pt>
                <c:pt idx="3922">
                  <c:v>6.3528599999999997</c:v>
                </c:pt>
                <c:pt idx="3923">
                  <c:v>6.2400200000000003</c:v>
                </c:pt>
                <c:pt idx="3924">
                  <c:v>5.9631699999999999</c:v>
                </c:pt>
                <c:pt idx="3925">
                  <c:v>6.1134199999999996</c:v>
                </c:pt>
                <c:pt idx="3926">
                  <c:v>6.5830099999999998</c:v>
                </c:pt>
                <c:pt idx="3927">
                  <c:v>6.6895600000000002</c:v>
                </c:pt>
                <c:pt idx="3928">
                  <c:v>6.7904900000000001</c:v>
                </c:pt>
                <c:pt idx="3929">
                  <c:v>6.7377900000000004</c:v>
                </c:pt>
                <c:pt idx="3930">
                  <c:v>6.5524899999999997</c:v>
                </c:pt>
                <c:pt idx="3931">
                  <c:v>6.5826700000000002</c:v>
                </c:pt>
                <c:pt idx="3932">
                  <c:v>6.7557499999999999</c:v>
                </c:pt>
                <c:pt idx="3933">
                  <c:v>7.0726500000000003</c:v>
                </c:pt>
                <c:pt idx="3934">
                  <c:v>7.0425199999999997</c:v>
                </c:pt>
                <c:pt idx="3935">
                  <c:v>6.9319699999999997</c:v>
                </c:pt>
                <c:pt idx="3936">
                  <c:v>6.5353399999999997</c:v>
                </c:pt>
                <c:pt idx="3937">
                  <c:v>6.1682800000000002</c:v>
                </c:pt>
                <c:pt idx="3938">
                  <c:v>6.2296100000000001</c:v>
                </c:pt>
                <c:pt idx="3939">
                  <c:v>6.1496700000000004</c:v>
                </c:pt>
                <c:pt idx="3940">
                  <c:v>6.2175700000000003</c:v>
                </c:pt>
                <c:pt idx="3941">
                  <c:v>6.4953799999999999</c:v>
                </c:pt>
                <c:pt idx="3942">
                  <c:v>6.7718600000000002</c:v>
                </c:pt>
                <c:pt idx="3943">
                  <c:v>6.6786000000000003</c:v>
                </c:pt>
                <c:pt idx="3944">
                  <c:v>6.82606</c:v>
                </c:pt>
                <c:pt idx="3945">
                  <c:v>6.9325700000000001</c:v>
                </c:pt>
                <c:pt idx="3946">
                  <c:v>6.4297300000000002</c:v>
                </c:pt>
                <c:pt idx="3947">
                  <c:v>5.88483</c:v>
                </c:pt>
                <c:pt idx="3948">
                  <c:v>5.7782200000000001</c:v>
                </c:pt>
                <c:pt idx="3949">
                  <c:v>5.9796399999999998</c:v>
                </c:pt>
                <c:pt idx="3950">
                  <c:v>5.8963799999999997</c:v>
                </c:pt>
                <c:pt idx="3951">
                  <c:v>5.65029</c:v>
                </c:pt>
                <c:pt idx="3952">
                  <c:v>5.37988</c:v>
                </c:pt>
                <c:pt idx="3953">
                  <c:v>5.7611600000000003</c:v>
                </c:pt>
                <c:pt idx="3954">
                  <c:v>6.3841900000000003</c:v>
                </c:pt>
                <c:pt idx="3955">
                  <c:v>6.4655399999999998</c:v>
                </c:pt>
                <c:pt idx="3956">
                  <c:v>6.2753300000000003</c:v>
                </c:pt>
                <c:pt idx="3957">
                  <c:v>6.36564</c:v>
                </c:pt>
                <c:pt idx="3958">
                  <c:v>6.38978</c:v>
                </c:pt>
                <c:pt idx="3959">
                  <c:v>6.35426</c:v>
                </c:pt>
                <c:pt idx="3960">
                  <c:v>6.4670500000000004</c:v>
                </c:pt>
                <c:pt idx="3961">
                  <c:v>6.6520299999999999</c:v>
                </c:pt>
                <c:pt idx="3962">
                  <c:v>6.9547100000000004</c:v>
                </c:pt>
                <c:pt idx="3963">
                  <c:v>7.2274599999999998</c:v>
                </c:pt>
                <c:pt idx="3964">
                  <c:v>7.2903000000000002</c:v>
                </c:pt>
                <c:pt idx="3965">
                  <c:v>7.3671100000000003</c:v>
                </c:pt>
                <c:pt idx="3966">
                  <c:v>7.2874499999999998</c:v>
                </c:pt>
                <c:pt idx="3967">
                  <c:v>6.8967799999999997</c:v>
                </c:pt>
                <c:pt idx="3968">
                  <c:v>6.7070299999999996</c:v>
                </c:pt>
                <c:pt idx="3969">
                  <c:v>6.5744800000000003</c:v>
                </c:pt>
                <c:pt idx="3970">
                  <c:v>6.53756</c:v>
                </c:pt>
                <c:pt idx="3971">
                  <c:v>6.5444899999999997</c:v>
                </c:pt>
                <c:pt idx="3972">
                  <c:v>6.3747100000000003</c:v>
                </c:pt>
                <c:pt idx="3973">
                  <c:v>6.14377</c:v>
                </c:pt>
                <c:pt idx="3974">
                  <c:v>6.1253000000000002</c:v>
                </c:pt>
                <c:pt idx="3975">
                  <c:v>6.3964800000000004</c:v>
                </c:pt>
                <c:pt idx="3976">
                  <c:v>6.2248000000000001</c:v>
                </c:pt>
                <c:pt idx="3977">
                  <c:v>6.0315899999999996</c:v>
                </c:pt>
                <c:pt idx="3978">
                  <c:v>6.1247100000000003</c:v>
                </c:pt>
                <c:pt idx="3979">
                  <c:v>6.0407700000000002</c:v>
                </c:pt>
                <c:pt idx="3980">
                  <c:v>6.0482699999999996</c:v>
                </c:pt>
                <c:pt idx="3981">
                  <c:v>6.17455</c:v>
                </c:pt>
                <c:pt idx="3982">
                  <c:v>6.1271100000000001</c:v>
                </c:pt>
                <c:pt idx="3983">
                  <c:v>5.9313799999999999</c:v>
                </c:pt>
                <c:pt idx="3984">
                  <c:v>5.9346500000000004</c:v>
                </c:pt>
                <c:pt idx="3985">
                  <c:v>5.7018599999999999</c:v>
                </c:pt>
                <c:pt idx="3986">
                  <c:v>5.8560100000000004</c:v>
                </c:pt>
                <c:pt idx="3987">
                  <c:v>6.1189400000000003</c:v>
                </c:pt>
                <c:pt idx="3988">
                  <c:v>6.3183999999999996</c:v>
                </c:pt>
                <c:pt idx="3989">
                  <c:v>6.5921900000000004</c:v>
                </c:pt>
                <c:pt idx="3990">
                  <c:v>6.5467199999999997</c:v>
                </c:pt>
                <c:pt idx="3991">
                  <c:v>6.1625199999999998</c:v>
                </c:pt>
                <c:pt idx="3992">
                  <c:v>5.8637199999999998</c:v>
                </c:pt>
                <c:pt idx="3993">
                  <c:v>5.7183599999999997</c:v>
                </c:pt>
                <c:pt idx="3994">
                  <c:v>5.9237799999999998</c:v>
                </c:pt>
                <c:pt idx="3995">
                  <c:v>6.5538400000000001</c:v>
                </c:pt>
                <c:pt idx="3996">
                  <c:v>7.0175299999999998</c:v>
                </c:pt>
                <c:pt idx="3997">
                  <c:v>7.0033000000000003</c:v>
                </c:pt>
                <c:pt idx="3998">
                  <c:v>6.8510499999999999</c:v>
                </c:pt>
                <c:pt idx="3999">
                  <c:v>6.8918799999999996</c:v>
                </c:pt>
                <c:pt idx="4000">
                  <c:v>6.7166199999999998</c:v>
                </c:pt>
                <c:pt idx="4001">
                  <c:v>6.3954199999999997</c:v>
                </c:pt>
                <c:pt idx="4002">
                  <c:v>6.2351400000000003</c:v>
                </c:pt>
                <c:pt idx="4003">
                  <c:v>6.2648000000000001</c:v>
                </c:pt>
                <c:pt idx="4004">
                  <c:v>6.1755000000000004</c:v>
                </c:pt>
                <c:pt idx="4005">
                  <c:v>6.0615399999999999</c:v>
                </c:pt>
                <c:pt idx="4006">
                  <c:v>6.1426999999999996</c:v>
                </c:pt>
                <c:pt idx="4007">
                  <c:v>6.3718399999999997</c:v>
                </c:pt>
                <c:pt idx="4008">
                  <c:v>6.3802599999999998</c:v>
                </c:pt>
                <c:pt idx="4009">
                  <c:v>6.3943300000000001</c:v>
                </c:pt>
                <c:pt idx="4010">
                  <c:v>6.7823399999999996</c:v>
                </c:pt>
                <c:pt idx="4011">
                  <c:v>6.9145099999999999</c:v>
                </c:pt>
                <c:pt idx="4012">
                  <c:v>6.6328899999999997</c:v>
                </c:pt>
                <c:pt idx="4013">
                  <c:v>6.4959300000000004</c:v>
                </c:pt>
                <c:pt idx="4014">
                  <c:v>6.5899400000000004</c:v>
                </c:pt>
                <c:pt idx="4015">
                  <c:v>6.4641700000000002</c:v>
                </c:pt>
                <c:pt idx="4016">
                  <c:v>6.5934900000000001</c:v>
                </c:pt>
                <c:pt idx="4017">
                  <c:v>6.7241099999999996</c:v>
                </c:pt>
                <c:pt idx="4018">
                  <c:v>7.0751900000000001</c:v>
                </c:pt>
                <c:pt idx="4019">
                  <c:v>7.2700699999999996</c:v>
                </c:pt>
                <c:pt idx="4020">
                  <c:v>7.0917399999999997</c:v>
                </c:pt>
                <c:pt idx="4021">
                  <c:v>6.9231999999999996</c:v>
                </c:pt>
                <c:pt idx="4022">
                  <c:v>6.7358200000000004</c:v>
                </c:pt>
                <c:pt idx="4023">
                  <c:v>6.4102300000000003</c:v>
                </c:pt>
                <c:pt idx="4024">
                  <c:v>6.2974100000000002</c:v>
                </c:pt>
                <c:pt idx="4025">
                  <c:v>6.3771300000000002</c:v>
                </c:pt>
                <c:pt idx="4026">
                  <c:v>6.4534200000000004</c:v>
                </c:pt>
                <c:pt idx="4027">
                  <c:v>6.6283300000000001</c:v>
                </c:pt>
                <c:pt idx="4028">
                  <c:v>6.6295200000000003</c:v>
                </c:pt>
                <c:pt idx="4029">
                  <c:v>6.4548699999999997</c:v>
                </c:pt>
                <c:pt idx="4030">
                  <c:v>6.2361899999999997</c:v>
                </c:pt>
                <c:pt idx="4031">
                  <c:v>6.3111699999999997</c:v>
                </c:pt>
                <c:pt idx="4032">
                  <c:v>6.5872700000000002</c:v>
                </c:pt>
                <c:pt idx="4033">
                  <c:v>6.7704599999999999</c:v>
                </c:pt>
                <c:pt idx="4034">
                  <c:v>6.9546799999999998</c:v>
                </c:pt>
                <c:pt idx="4035">
                  <c:v>6.8477499999999996</c:v>
                </c:pt>
                <c:pt idx="4036">
                  <c:v>6.6019399999999999</c:v>
                </c:pt>
                <c:pt idx="4037">
                  <c:v>6.2103400000000004</c:v>
                </c:pt>
                <c:pt idx="4038">
                  <c:v>6.0505199999999997</c:v>
                </c:pt>
                <c:pt idx="4039">
                  <c:v>6.1493200000000003</c:v>
                </c:pt>
                <c:pt idx="4040">
                  <c:v>5.9950200000000002</c:v>
                </c:pt>
                <c:pt idx="4041">
                  <c:v>6.09</c:v>
                </c:pt>
                <c:pt idx="4042">
                  <c:v>6.2426300000000001</c:v>
                </c:pt>
                <c:pt idx="4043">
                  <c:v>6.0837599999999998</c:v>
                </c:pt>
                <c:pt idx="4044">
                  <c:v>6.1476899999999999</c:v>
                </c:pt>
                <c:pt idx="4045">
                  <c:v>6.1093400000000004</c:v>
                </c:pt>
                <c:pt idx="4046">
                  <c:v>5.8172300000000003</c:v>
                </c:pt>
                <c:pt idx="4047">
                  <c:v>5.7610900000000003</c:v>
                </c:pt>
                <c:pt idx="4048">
                  <c:v>5.9977299999999998</c:v>
                </c:pt>
                <c:pt idx="4049">
                  <c:v>5.6514199999999999</c:v>
                </c:pt>
                <c:pt idx="4050">
                  <c:v>5.4041800000000002</c:v>
                </c:pt>
                <c:pt idx="4051">
                  <c:v>5.7054900000000002</c:v>
                </c:pt>
                <c:pt idx="4052">
                  <c:v>6.2505300000000004</c:v>
                </c:pt>
                <c:pt idx="4053">
                  <c:v>6.7754099999999999</c:v>
                </c:pt>
                <c:pt idx="4054">
                  <c:v>6.7532800000000002</c:v>
                </c:pt>
                <c:pt idx="4055">
                  <c:v>6.4896200000000004</c:v>
                </c:pt>
                <c:pt idx="4056">
                  <c:v>6.40543</c:v>
                </c:pt>
                <c:pt idx="4057">
                  <c:v>6.2412000000000001</c:v>
                </c:pt>
                <c:pt idx="4058">
                  <c:v>6.0518000000000001</c:v>
                </c:pt>
                <c:pt idx="4059">
                  <c:v>6.2066100000000004</c:v>
                </c:pt>
                <c:pt idx="4060">
                  <c:v>6.4603200000000003</c:v>
                </c:pt>
                <c:pt idx="4061">
                  <c:v>6.4422100000000002</c:v>
                </c:pt>
                <c:pt idx="4062">
                  <c:v>6.2469599999999996</c:v>
                </c:pt>
                <c:pt idx="4063">
                  <c:v>6.3934600000000001</c:v>
                </c:pt>
                <c:pt idx="4064">
                  <c:v>6.4271500000000001</c:v>
                </c:pt>
                <c:pt idx="4065">
                  <c:v>6.1561300000000001</c:v>
                </c:pt>
                <c:pt idx="4066">
                  <c:v>6.1214000000000004</c:v>
                </c:pt>
                <c:pt idx="4067">
                  <c:v>6.2887599999999999</c:v>
                </c:pt>
                <c:pt idx="4068">
                  <c:v>6.4391999999999996</c:v>
                </c:pt>
                <c:pt idx="4069">
                  <c:v>6.5340299999999996</c:v>
                </c:pt>
                <c:pt idx="4070">
                  <c:v>6.60602</c:v>
                </c:pt>
                <c:pt idx="4071">
                  <c:v>6.3631399999999996</c:v>
                </c:pt>
                <c:pt idx="4072">
                  <c:v>6.2477600000000004</c:v>
                </c:pt>
                <c:pt idx="4073">
                  <c:v>6.0239799999999999</c:v>
                </c:pt>
                <c:pt idx="4074">
                  <c:v>6.0001899999999999</c:v>
                </c:pt>
                <c:pt idx="4075">
                  <c:v>6.2342300000000002</c:v>
                </c:pt>
                <c:pt idx="4076">
                  <c:v>6.0868399999999996</c:v>
                </c:pt>
                <c:pt idx="4077">
                  <c:v>5.8335699999999999</c:v>
                </c:pt>
                <c:pt idx="4078">
                  <c:v>5.8947599999999998</c:v>
                </c:pt>
                <c:pt idx="4079">
                  <c:v>6.28674</c:v>
                </c:pt>
                <c:pt idx="4080">
                  <c:v>6.1872199999999999</c:v>
                </c:pt>
                <c:pt idx="4081">
                  <c:v>5.9688600000000003</c:v>
                </c:pt>
                <c:pt idx="4082">
                  <c:v>6.1881399999999998</c:v>
                </c:pt>
                <c:pt idx="4083">
                  <c:v>6.3221999999999996</c:v>
                </c:pt>
                <c:pt idx="4084">
                  <c:v>6.38286</c:v>
                </c:pt>
                <c:pt idx="4085">
                  <c:v>6.4988200000000003</c:v>
                </c:pt>
                <c:pt idx="4086">
                  <c:v>6.7296399999999998</c:v>
                </c:pt>
                <c:pt idx="4087">
                  <c:v>6.6346400000000001</c:v>
                </c:pt>
                <c:pt idx="4088">
                  <c:v>6.2823500000000001</c:v>
                </c:pt>
                <c:pt idx="4089">
                  <c:v>6.1855500000000001</c:v>
                </c:pt>
                <c:pt idx="4090">
                  <c:v>6.37934</c:v>
                </c:pt>
                <c:pt idx="4091">
                  <c:v>6.8137600000000003</c:v>
                </c:pt>
                <c:pt idx="4092">
                  <c:v>6.8044500000000001</c:v>
                </c:pt>
                <c:pt idx="4093">
                  <c:v>6.6692</c:v>
                </c:pt>
                <c:pt idx="4094">
                  <c:v>6.6399699999999999</c:v>
                </c:pt>
                <c:pt idx="4095">
                  <c:v>6.5740499999999997</c:v>
                </c:pt>
                <c:pt idx="4096">
                  <c:v>6.5251400000000004</c:v>
                </c:pt>
                <c:pt idx="4097">
                  <c:v>6.3611700000000004</c:v>
                </c:pt>
                <c:pt idx="4098">
                  <c:v>6.3129799999999996</c:v>
                </c:pt>
                <c:pt idx="4099">
                  <c:v>6.4528800000000004</c:v>
                </c:pt>
                <c:pt idx="4100">
                  <c:v>6.3332499999999996</c:v>
                </c:pt>
                <c:pt idx="4101">
                  <c:v>6.4217300000000002</c:v>
                </c:pt>
                <c:pt idx="4102">
                  <c:v>7.0937700000000001</c:v>
                </c:pt>
                <c:pt idx="4103">
                  <c:v>6.9982800000000003</c:v>
                </c:pt>
                <c:pt idx="4104">
                  <c:v>6.2179799999999998</c:v>
                </c:pt>
                <c:pt idx="4105">
                  <c:v>6.0563799999999999</c:v>
                </c:pt>
                <c:pt idx="4106">
                  <c:v>6.3472400000000002</c:v>
                </c:pt>
                <c:pt idx="4107">
                  <c:v>6.3136200000000002</c:v>
                </c:pt>
                <c:pt idx="4108">
                  <c:v>6.3186</c:v>
                </c:pt>
                <c:pt idx="4109">
                  <c:v>6.3515699999999997</c:v>
                </c:pt>
                <c:pt idx="4110">
                  <c:v>6.2769899999999996</c:v>
                </c:pt>
                <c:pt idx="4111">
                  <c:v>6.23088</c:v>
                </c:pt>
                <c:pt idx="4112">
                  <c:v>6.3464400000000003</c:v>
                </c:pt>
                <c:pt idx="4113">
                  <c:v>6.1552199999999999</c:v>
                </c:pt>
                <c:pt idx="4114">
                  <c:v>5.8601299999999998</c:v>
                </c:pt>
                <c:pt idx="4115">
                  <c:v>5.5857999999999999</c:v>
                </c:pt>
                <c:pt idx="4116">
                  <c:v>5.7038399999999996</c:v>
                </c:pt>
                <c:pt idx="4117">
                  <c:v>6.2462</c:v>
                </c:pt>
                <c:pt idx="4118">
                  <c:v>6.4958400000000003</c:v>
                </c:pt>
                <c:pt idx="4119">
                  <c:v>6.4167899999999998</c:v>
                </c:pt>
                <c:pt idx="4120">
                  <c:v>6.0743099999999997</c:v>
                </c:pt>
                <c:pt idx="4121">
                  <c:v>5.85243</c:v>
                </c:pt>
                <c:pt idx="4122">
                  <c:v>5.8820100000000002</c:v>
                </c:pt>
                <c:pt idx="4123">
                  <c:v>6.0593500000000002</c:v>
                </c:pt>
                <c:pt idx="4124">
                  <c:v>6.3361999999999998</c:v>
                </c:pt>
                <c:pt idx="4125">
                  <c:v>6.5974899999999996</c:v>
                </c:pt>
                <c:pt idx="4126">
                  <c:v>6.7825699999999998</c:v>
                </c:pt>
                <c:pt idx="4127">
                  <c:v>6.7328599999999996</c:v>
                </c:pt>
                <c:pt idx="4128">
                  <c:v>6.6005099999999999</c:v>
                </c:pt>
                <c:pt idx="4129">
                  <c:v>6.7696699999999996</c:v>
                </c:pt>
                <c:pt idx="4130">
                  <c:v>6.4208299999999996</c:v>
                </c:pt>
                <c:pt idx="4131">
                  <c:v>6.1054199999999996</c:v>
                </c:pt>
                <c:pt idx="4132">
                  <c:v>6.0273099999999999</c:v>
                </c:pt>
                <c:pt idx="4133">
                  <c:v>5.8677299999999999</c:v>
                </c:pt>
                <c:pt idx="4134">
                  <c:v>5.5702199999999999</c:v>
                </c:pt>
                <c:pt idx="4135">
                  <c:v>5.5546499999999996</c:v>
                </c:pt>
                <c:pt idx="4136">
                  <c:v>5.9742800000000003</c:v>
                </c:pt>
                <c:pt idx="4137">
                  <c:v>6.0120800000000001</c:v>
                </c:pt>
                <c:pt idx="4138">
                  <c:v>6.1721899999999996</c:v>
                </c:pt>
                <c:pt idx="4139">
                  <c:v>6.2215100000000003</c:v>
                </c:pt>
                <c:pt idx="4140">
                  <c:v>6.0913000000000004</c:v>
                </c:pt>
                <c:pt idx="4141">
                  <c:v>6.0503900000000002</c:v>
                </c:pt>
                <c:pt idx="4142">
                  <c:v>6.3666600000000004</c:v>
                </c:pt>
                <c:pt idx="4143">
                  <c:v>6.44998</c:v>
                </c:pt>
                <c:pt idx="4144">
                  <c:v>6.5066899999999999</c:v>
                </c:pt>
                <c:pt idx="4145">
                  <c:v>6.5585899999999997</c:v>
                </c:pt>
                <c:pt idx="4146">
                  <c:v>6.3988800000000001</c:v>
                </c:pt>
                <c:pt idx="4147">
                  <c:v>6.6022499999999997</c:v>
                </c:pt>
                <c:pt idx="4148">
                  <c:v>6.7065299999999999</c:v>
                </c:pt>
                <c:pt idx="4149">
                  <c:v>6.8175100000000004</c:v>
                </c:pt>
                <c:pt idx="4150">
                  <c:v>6.6478200000000003</c:v>
                </c:pt>
                <c:pt idx="4151">
                  <c:v>6.5119100000000003</c:v>
                </c:pt>
                <c:pt idx="4152">
                  <c:v>6.7443999999999997</c:v>
                </c:pt>
                <c:pt idx="4153">
                  <c:v>6.9113800000000003</c:v>
                </c:pt>
                <c:pt idx="4154">
                  <c:v>6.8512399999999998</c:v>
                </c:pt>
                <c:pt idx="4155">
                  <c:v>6.8326599999999997</c:v>
                </c:pt>
                <c:pt idx="4156">
                  <c:v>6.80532</c:v>
                </c:pt>
                <c:pt idx="4157">
                  <c:v>6.6385399999999999</c:v>
                </c:pt>
                <c:pt idx="4158">
                  <c:v>6.4782700000000002</c:v>
                </c:pt>
                <c:pt idx="4159">
                  <c:v>6.2939299999999996</c:v>
                </c:pt>
                <c:pt idx="4160">
                  <c:v>6.5552999999999999</c:v>
                </c:pt>
                <c:pt idx="4161">
                  <c:v>6.6054599999999999</c:v>
                </c:pt>
                <c:pt idx="4162">
                  <c:v>6.5386699999999998</c:v>
                </c:pt>
                <c:pt idx="4163">
                  <c:v>6.8018599999999996</c:v>
                </c:pt>
                <c:pt idx="4164">
                  <c:v>7.1049899999999999</c:v>
                </c:pt>
                <c:pt idx="4165">
                  <c:v>7.2726600000000001</c:v>
                </c:pt>
                <c:pt idx="4166">
                  <c:v>6.8359300000000003</c:v>
                </c:pt>
                <c:pt idx="4167">
                  <c:v>6.4318900000000001</c:v>
                </c:pt>
                <c:pt idx="4168">
                  <c:v>6.2513500000000004</c:v>
                </c:pt>
                <c:pt idx="4169">
                  <c:v>6.2044100000000002</c:v>
                </c:pt>
                <c:pt idx="4170">
                  <c:v>6.4678199999999997</c:v>
                </c:pt>
                <c:pt idx="4171">
                  <c:v>6.8732499999999996</c:v>
                </c:pt>
                <c:pt idx="4172">
                  <c:v>7.1865300000000003</c:v>
                </c:pt>
                <c:pt idx="4173">
                  <c:v>7.1247299999999996</c:v>
                </c:pt>
                <c:pt idx="4174">
                  <c:v>7.1601699999999999</c:v>
                </c:pt>
                <c:pt idx="4175">
                  <c:v>7.2558699999999998</c:v>
                </c:pt>
                <c:pt idx="4176">
                  <c:v>7.0036399999999999</c:v>
                </c:pt>
                <c:pt idx="4177">
                  <c:v>6.8412100000000002</c:v>
                </c:pt>
                <c:pt idx="4178">
                  <c:v>6.8371899999999997</c:v>
                </c:pt>
                <c:pt idx="4179">
                  <c:v>6.7173699999999998</c:v>
                </c:pt>
                <c:pt idx="4180">
                  <c:v>6.4856400000000001</c:v>
                </c:pt>
                <c:pt idx="4181">
                  <c:v>6.3560499999999998</c:v>
                </c:pt>
                <c:pt idx="4182">
                  <c:v>6.4630900000000002</c:v>
                </c:pt>
                <c:pt idx="4183">
                  <c:v>6.5575599999999996</c:v>
                </c:pt>
                <c:pt idx="4184">
                  <c:v>6.5842999999999998</c:v>
                </c:pt>
                <c:pt idx="4185">
                  <c:v>6.53965</c:v>
                </c:pt>
                <c:pt idx="4186">
                  <c:v>6.4083100000000002</c:v>
                </c:pt>
                <c:pt idx="4187">
                  <c:v>6.3741500000000002</c:v>
                </c:pt>
                <c:pt idx="4188">
                  <c:v>6.6835300000000002</c:v>
                </c:pt>
                <c:pt idx="4189">
                  <c:v>7.1414</c:v>
                </c:pt>
                <c:pt idx="4190">
                  <c:v>7.4006299999999996</c:v>
                </c:pt>
                <c:pt idx="4191">
                  <c:v>7.24756</c:v>
                </c:pt>
                <c:pt idx="4192">
                  <c:v>7.1938199999999997</c:v>
                </c:pt>
                <c:pt idx="4193">
                  <c:v>6.8323</c:v>
                </c:pt>
                <c:pt idx="4194">
                  <c:v>6.5085800000000003</c:v>
                </c:pt>
                <c:pt idx="4195">
                  <c:v>6.6489200000000004</c:v>
                </c:pt>
                <c:pt idx="4196">
                  <c:v>6.8514900000000001</c:v>
                </c:pt>
                <c:pt idx="4197">
                  <c:v>6.9356499999999999</c:v>
                </c:pt>
                <c:pt idx="4198">
                  <c:v>6.9365600000000001</c:v>
                </c:pt>
                <c:pt idx="4199">
                  <c:v>6.9977999999999998</c:v>
                </c:pt>
                <c:pt idx="4200">
                  <c:v>7.3843899999999998</c:v>
                </c:pt>
                <c:pt idx="4201">
                  <c:v>7.9947100000000004</c:v>
                </c:pt>
                <c:pt idx="4202">
                  <c:v>7.86388</c:v>
                </c:pt>
                <c:pt idx="4203">
                  <c:v>7.2879500000000004</c:v>
                </c:pt>
                <c:pt idx="4204">
                  <c:v>6.7745699999999998</c:v>
                </c:pt>
                <c:pt idx="4205">
                  <c:v>6.9686700000000004</c:v>
                </c:pt>
                <c:pt idx="4206">
                  <c:v>7.3864999999999998</c:v>
                </c:pt>
                <c:pt idx="4207">
                  <c:v>7.4213899999999997</c:v>
                </c:pt>
                <c:pt idx="4208">
                  <c:v>7.4251800000000001</c:v>
                </c:pt>
                <c:pt idx="4209">
                  <c:v>7.6322799999999997</c:v>
                </c:pt>
                <c:pt idx="4210">
                  <c:v>7.9845499999999996</c:v>
                </c:pt>
                <c:pt idx="4211">
                  <c:v>8.1271599999999999</c:v>
                </c:pt>
                <c:pt idx="4212">
                  <c:v>7.9760099999999996</c:v>
                </c:pt>
                <c:pt idx="4213">
                  <c:v>7.7798499999999997</c:v>
                </c:pt>
                <c:pt idx="4214">
                  <c:v>7.4886200000000001</c:v>
                </c:pt>
                <c:pt idx="4215">
                  <c:v>7.35642</c:v>
                </c:pt>
                <c:pt idx="4216">
                  <c:v>7.4664799999999998</c:v>
                </c:pt>
                <c:pt idx="4217">
                  <c:v>7.5296000000000003</c:v>
                </c:pt>
                <c:pt idx="4218">
                  <c:v>7.4198899999999997</c:v>
                </c:pt>
                <c:pt idx="4219">
                  <c:v>7.37486</c:v>
                </c:pt>
                <c:pt idx="4220">
                  <c:v>7.4952300000000003</c:v>
                </c:pt>
                <c:pt idx="4221">
                  <c:v>7.5975900000000003</c:v>
                </c:pt>
                <c:pt idx="4222">
                  <c:v>7.3054399999999999</c:v>
                </c:pt>
                <c:pt idx="4223">
                  <c:v>6.9322400000000002</c:v>
                </c:pt>
                <c:pt idx="4224">
                  <c:v>6.98217</c:v>
                </c:pt>
                <c:pt idx="4225">
                  <c:v>7.1894900000000002</c:v>
                </c:pt>
                <c:pt idx="4226">
                  <c:v>7.2231199999999998</c:v>
                </c:pt>
                <c:pt idx="4227">
                  <c:v>6.9245900000000002</c:v>
                </c:pt>
                <c:pt idx="4228">
                  <c:v>6.9068399999999999</c:v>
                </c:pt>
                <c:pt idx="4229">
                  <c:v>6.9410299999999996</c:v>
                </c:pt>
                <c:pt idx="4230">
                  <c:v>7.0370999999999997</c:v>
                </c:pt>
                <c:pt idx="4231">
                  <c:v>7.0797299999999996</c:v>
                </c:pt>
                <c:pt idx="4232">
                  <c:v>6.9902800000000003</c:v>
                </c:pt>
                <c:pt idx="4233">
                  <c:v>7.19611</c:v>
                </c:pt>
                <c:pt idx="4234">
                  <c:v>7.4549399999999997</c:v>
                </c:pt>
                <c:pt idx="4235">
                  <c:v>7.2169100000000004</c:v>
                </c:pt>
                <c:pt idx="4236">
                  <c:v>7.1509200000000002</c:v>
                </c:pt>
                <c:pt idx="4237">
                  <c:v>7.2715399999999999</c:v>
                </c:pt>
                <c:pt idx="4238">
                  <c:v>7.5068299999999999</c:v>
                </c:pt>
                <c:pt idx="4239">
                  <c:v>7.6014999999999997</c:v>
                </c:pt>
                <c:pt idx="4240">
                  <c:v>7.39351</c:v>
                </c:pt>
                <c:pt idx="4241">
                  <c:v>7.0959700000000003</c:v>
                </c:pt>
                <c:pt idx="4242">
                  <c:v>6.6976599999999999</c:v>
                </c:pt>
                <c:pt idx="4243">
                  <c:v>6.5527800000000003</c:v>
                </c:pt>
                <c:pt idx="4244">
                  <c:v>6.7683099999999996</c:v>
                </c:pt>
                <c:pt idx="4245">
                  <c:v>6.7704000000000004</c:v>
                </c:pt>
                <c:pt idx="4246">
                  <c:v>6.6417599999999997</c:v>
                </c:pt>
                <c:pt idx="4247">
                  <c:v>6.7362900000000003</c:v>
                </c:pt>
                <c:pt idx="4248">
                  <c:v>7.0369999999999999</c:v>
                </c:pt>
                <c:pt idx="4249">
                  <c:v>7.4341900000000001</c:v>
                </c:pt>
                <c:pt idx="4250">
                  <c:v>7.7554800000000004</c:v>
                </c:pt>
                <c:pt idx="4251">
                  <c:v>7.8006000000000002</c:v>
                </c:pt>
                <c:pt idx="4252">
                  <c:v>7.9107099999999999</c:v>
                </c:pt>
                <c:pt idx="4253">
                  <c:v>7.9246499999999997</c:v>
                </c:pt>
                <c:pt idx="4254">
                  <c:v>7.4426300000000003</c:v>
                </c:pt>
                <c:pt idx="4255">
                  <c:v>7.1941300000000004</c:v>
                </c:pt>
                <c:pt idx="4256">
                  <c:v>7.2035499999999999</c:v>
                </c:pt>
                <c:pt idx="4257">
                  <c:v>7.2099599999999997</c:v>
                </c:pt>
                <c:pt idx="4258">
                  <c:v>7.1614899999999997</c:v>
                </c:pt>
                <c:pt idx="4259">
                  <c:v>7.20343</c:v>
                </c:pt>
                <c:pt idx="4260">
                  <c:v>7.3253700000000004</c:v>
                </c:pt>
                <c:pt idx="4261">
                  <c:v>7.3044399999999996</c:v>
                </c:pt>
                <c:pt idx="4262">
                  <c:v>7.2945700000000002</c:v>
                </c:pt>
                <c:pt idx="4263">
                  <c:v>7.33101</c:v>
                </c:pt>
                <c:pt idx="4264">
                  <c:v>7.2591599999999996</c:v>
                </c:pt>
                <c:pt idx="4265">
                  <c:v>7.0821300000000003</c:v>
                </c:pt>
                <c:pt idx="4266">
                  <c:v>7.1680200000000003</c:v>
                </c:pt>
                <c:pt idx="4267">
                  <c:v>7.1976800000000001</c:v>
                </c:pt>
                <c:pt idx="4268">
                  <c:v>6.7634800000000004</c:v>
                </c:pt>
                <c:pt idx="4269">
                  <c:v>6.5742700000000003</c:v>
                </c:pt>
                <c:pt idx="4270">
                  <c:v>6.7419799999999999</c:v>
                </c:pt>
                <c:pt idx="4271">
                  <c:v>6.8853</c:v>
                </c:pt>
                <c:pt idx="4272">
                  <c:v>6.6718900000000003</c:v>
                </c:pt>
                <c:pt idx="4273">
                  <c:v>6.8442400000000001</c:v>
                </c:pt>
                <c:pt idx="4274">
                  <c:v>7.2534999999999998</c:v>
                </c:pt>
                <c:pt idx="4275">
                  <c:v>7.53057</c:v>
                </c:pt>
                <c:pt idx="4276">
                  <c:v>7.5223800000000001</c:v>
                </c:pt>
                <c:pt idx="4277">
                  <c:v>7.3599100000000002</c:v>
                </c:pt>
                <c:pt idx="4278">
                  <c:v>7.2425100000000002</c:v>
                </c:pt>
                <c:pt idx="4279">
                  <c:v>7.5333500000000004</c:v>
                </c:pt>
                <c:pt idx="4280">
                  <c:v>8.0522299999999998</c:v>
                </c:pt>
                <c:pt idx="4281">
                  <c:v>8.3411600000000004</c:v>
                </c:pt>
                <c:pt idx="4282">
                  <c:v>8.2929300000000001</c:v>
                </c:pt>
                <c:pt idx="4283">
                  <c:v>8.5083599999999997</c:v>
                </c:pt>
                <c:pt idx="4284">
                  <c:v>8.5453100000000006</c:v>
                </c:pt>
                <c:pt idx="4285">
                  <c:v>8.3627000000000002</c:v>
                </c:pt>
                <c:pt idx="4286">
                  <c:v>8.1465499999999995</c:v>
                </c:pt>
                <c:pt idx="4287">
                  <c:v>7.9368699999999999</c:v>
                </c:pt>
                <c:pt idx="4288">
                  <c:v>7.8726799999999999</c:v>
                </c:pt>
                <c:pt idx="4289">
                  <c:v>7.9233399999999996</c:v>
                </c:pt>
                <c:pt idx="4290">
                  <c:v>7.9572399999999996</c:v>
                </c:pt>
                <c:pt idx="4291">
                  <c:v>8.0540400000000005</c:v>
                </c:pt>
                <c:pt idx="4292">
                  <c:v>7.8905900000000004</c:v>
                </c:pt>
                <c:pt idx="4293">
                  <c:v>7.6977599999999997</c:v>
                </c:pt>
                <c:pt idx="4294">
                  <c:v>7.2634699999999999</c:v>
                </c:pt>
                <c:pt idx="4295">
                  <c:v>7.0046799999999996</c:v>
                </c:pt>
                <c:pt idx="4296">
                  <c:v>7.0689399999999996</c:v>
                </c:pt>
                <c:pt idx="4297">
                  <c:v>7.2751000000000001</c:v>
                </c:pt>
                <c:pt idx="4298">
                  <c:v>6.9063400000000001</c:v>
                </c:pt>
                <c:pt idx="4299">
                  <c:v>6.4380199999999999</c:v>
                </c:pt>
                <c:pt idx="4300">
                  <c:v>6.6667800000000002</c:v>
                </c:pt>
                <c:pt idx="4301">
                  <c:v>6.6926699999999997</c:v>
                </c:pt>
                <c:pt idx="4302">
                  <c:v>6.4243100000000002</c:v>
                </c:pt>
                <c:pt idx="4303">
                  <c:v>6.4615999999999998</c:v>
                </c:pt>
                <c:pt idx="4304">
                  <c:v>6.7535499999999997</c:v>
                </c:pt>
                <c:pt idx="4305">
                  <c:v>6.9755000000000003</c:v>
                </c:pt>
                <c:pt idx="4306">
                  <c:v>7.0243500000000001</c:v>
                </c:pt>
                <c:pt idx="4307">
                  <c:v>6.7455100000000003</c:v>
                </c:pt>
                <c:pt idx="4308">
                  <c:v>6.6791700000000001</c:v>
                </c:pt>
                <c:pt idx="4309">
                  <c:v>6.68018</c:v>
                </c:pt>
                <c:pt idx="4310">
                  <c:v>6.8377600000000003</c:v>
                </c:pt>
                <c:pt idx="4311">
                  <c:v>7.1259100000000002</c:v>
                </c:pt>
                <c:pt idx="4312">
                  <c:v>6.9726600000000003</c:v>
                </c:pt>
                <c:pt idx="4313">
                  <c:v>6.89391</c:v>
                </c:pt>
                <c:pt idx="4314">
                  <c:v>6.8254299999999999</c:v>
                </c:pt>
                <c:pt idx="4315">
                  <c:v>6.7117300000000002</c:v>
                </c:pt>
                <c:pt idx="4316">
                  <c:v>6.9536699999999998</c:v>
                </c:pt>
                <c:pt idx="4317">
                  <c:v>7.0869099999999996</c:v>
                </c:pt>
                <c:pt idx="4318">
                  <c:v>7.3217100000000004</c:v>
                </c:pt>
                <c:pt idx="4319">
                  <c:v>7.4388699999999996</c:v>
                </c:pt>
                <c:pt idx="4320">
                  <c:v>7.4114100000000001</c:v>
                </c:pt>
                <c:pt idx="4321">
                  <c:v>7.2220399999999998</c:v>
                </c:pt>
                <c:pt idx="4322">
                  <c:v>6.9780300000000004</c:v>
                </c:pt>
                <c:pt idx="4323">
                  <c:v>6.6642900000000003</c:v>
                </c:pt>
                <c:pt idx="4324">
                  <c:v>6.5710300000000004</c:v>
                </c:pt>
                <c:pt idx="4325">
                  <c:v>6.7763600000000004</c:v>
                </c:pt>
                <c:pt idx="4326">
                  <c:v>6.6717300000000002</c:v>
                </c:pt>
                <c:pt idx="4327">
                  <c:v>6.6998300000000004</c:v>
                </c:pt>
                <c:pt idx="4328">
                  <c:v>6.7555800000000001</c:v>
                </c:pt>
                <c:pt idx="4329">
                  <c:v>6.5829199999999997</c:v>
                </c:pt>
                <c:pt idx="4330">
                  <c:v>6.2608499999999996</c:v>
                </c:pt>
                <c:pt idx="4331">
                  <c:v>6.3453999999999997</c:v>
                </c:pt>
                <c:pt idx="4332">
                  <c:v>6.5225</c:v>
                </c:pt>
                <c:pt idx="4333">
                  <c:v>6.5057099999999997</c:v>
                </c:pt>
                <c:pt idx="4334">
                  <c:v>6.3494099999999998</c:v>
                </c:pt>
                <c:pt idx="4335">
                  <c:v>6.3052900000000003</c:v>
                </c:pt>
                <c:pt idx="4336">
                  <c:v>6.5247299999999999</c:v>
                </c:pt>
                <c:pt idx="4337">
                  <c:v>6.5090500000000002</c:v>
                </c:pt>
                <c:pt idx="4338">
                  <c:v>6.2160000000000002</c:v>
                </c:pt>
                <c:pt idx="4339">
                  <c:v>6.2536300000000002</c:v>
                </c:pt>
                <c:pt idx="4340">
                  <c:v>6.54298</c:v>
                </c:pt>
                <c:pt idx="4341">
                  <c:v>6.9901299999999997</c:v>
                </c:pt>
                <c:pt idx="4342">
                  <c:v>7.2819000000000003</c:v>
                </c:pt>
                <c:pt idx="4343">
                  <c:v>7.5278799999999997</c:v>
                </c:pt>
                <c:pt idx="4344">
                  <c:v>7.2947499999999996</c:v>
                </c:pt>
                <c:pt idx="4345">
                  <c:v>6.9403100000000002</c:v>
                </c:pt>
                <c:pt idx="4346">
                  <c:v>6.9488200000000004</c:v>
                </c:pt>
                <c:pt idx="4347">
                  <c:v>6.9424599999999996</c:v>
                </c:pt>
                <c:pt idx="4348">
                  <c:v>6.9408300000000001</c:v>
                </c:pt>
                <c:pt idx="4349">
                  <c:v>7.0723599999999998</c:v>
                </c:pt>
                <c:pt idx="4350">
                  <c:v>6.9183700000000004</c:v>
                </c:pt>
                <c:pt idx="4351">
                  <c:v>6.4844499999999998</c:v>
                </c:pt>
                <c:pt idx="4352">
                  <c:v>6.6928099999999997</c:v>
                </c:pt>
                <c:pt idx="4353">
                  <c:v>7.1871200000000002</c:v>
                </c:pt>
                <c:pt idx="4354">
                  <c:v>7.2261100000000003</c:v>
                </c:pt>
                <c:pt idx="4355">
                  <c:v>7.3974799999999998</c:v>
                </c:pt>
                <c:pt idx="4356">
                  <c:v>7.3208099999999998</c:v>
                </c:pt>
                <c:pt idx="4357">
                  <c:v>6.9543499999999998</c:v>
                </c:pt>
                <c:pt idx="4358">
                  <c:v>7.2306400000000002</c:v>
                </c:pt>
                <c:pt idx="4359">
                  <c:v>7.53918</c:v>
                </c:pt>
                <c:pt idx="4360">
                  <c:v>7.47241</c:v>
                </c:pt>
                <c:pt idx="4361">
                  <c:v>7.0126999999999997</c:v>
                </c:pt>
                <c:pt idx="4362">
                  <c:v>6.6551200000000001</c:v>
                </c:pt>
                <c:pt idx="4363">
                  <c:v>6.7199400000000002</c:v>
                </c:pt>
                <c:pt idx="4364">
                  <c:v>6.7715500000000004</c:v>
                </c:pt>
                <c:pt idx="4365">
                  <c:v>6.7430099999999999</c:v>
                </c:pt>
                <c:pt idx="4366">
                  <c:v>6.5180999999999996</c:v>
                </c:pt>
                <c:pt idx="4367">
                  <c:v>6.2984200000000001</c:v>
                </c:pt>
                <c:pt idx="4368">
                  <c:v>6.3041999999999998</c:v>
                </c:pt>
                <c:pt idx="4369">
                  <c:v>6.3189200000000003</c:v>
                </c:pt>
                <c:pt idx="4370">
                  <c:v>6.2962100000000003</c:v>
                </c:pt>
                <c:pt idx="4371">
                  <c:v>6.1730900000000002</c:v>
                </c:pt>
                <c:pt idx="4372">
                  <c:v>6.3302300000000002</c:v>
                </c:pt>
                <c:pt idx="4373">
                  <c:v>6.5761000000000003</c:v>
                </c:pt>
                <c:pt idx="4374">
                  <c:v>6.7236500000000001</c:v>
                </c:pt>
                <c:pt idx="4375">
                  <c:v>6.6915800000000001</c:v>
                </c:pt>
                <c:pt idx="4376">
                  <c:v>6.6366800000000001</c:v>
                </c:pt>
                <c:pt idx="4377">
                  <c:v>6.6735600000000002</c:v>
                </c:pt>
                <c:pt idx="4378">
                  <c:v>7.2254199999999997</c:v>
                </c:pt>
                <c:pt idx="4379">
                  <c:v>7.3347699999999998</c:v>
                </c:pt>
                <c:pt idx="4380">
                  <c:v>7.3047800000000001</c:v>
                </c:pt>
                <c:pt idx="4381">
                  <c:v>7.6312699999999998</c:v>
                </c:pt>
                <c:pt idx="4382">
                  <c:v>7.7925000000000004</c:v>
                </c:pt>
                <c:pt idx="4383">
                  <c:v>7.6804800000000002</c:v>
                </c:pt>
                <c:pt idx="4384">
                  <c:v>7.7806699999999998</c:v>
                </c:pt>
                <c:pt idx="4385">
                  <c:v>7.6128200000000001</c:v>
                </c:pt>
                <c:pt idx="4386">
                  <c:v>7.2335799999999999</c:v>
                </c:pt>
                <c:pt idx="4387">
                  <c:v>7.2950600000000003</c:v>
                </c:pt>
                <c:pt idx="4388">
                  <c:v>7.4976799999999999</c:v>
                </c:pt>
                <c:pt idx="4389">
                  <c:v>7.1605400000000001</c:v>
                </c:pt>
                <c:pt idx="4390">
                  <c:v>6.8896600000000001</c:v>
                </c:pt>
                <c:pt idx="4391">
                  <c:v>6.7103099999999998</c:v>
                </c:pt>
                <c:pt idx="4392">
                  <c:v>6.4076399999999998</c:v>
                </c:pt>
                <c:pt idx="4393">
                  <c:v>6.4932999999999996</c:v>
                </c:pt>
                <c:pt idx="4394">
                  <c:v>6.7785799999999998</c:v>
                </c:pt>
                <c:pt idx="4395">
                  <c:v>6.9033600000000002</c:v>
                </c:pt>
                <c:pt idx="4396">
                  <c:v>6.90665</c:v>
                </c:pt>
                <c:pt idx="4397">
                  <c:v>6.8292200000000003</c:v>
                </c:pt>
                <c:pt idx="4398">
                  <c:v>6.5161100000000003</c:v>
                </c:pt>
                <c:pt idx="4399">
                  <c:v>6.2438500000000001</c:v>
                </c:pt>
                <c:pt idx="4400">
                  <c:v>6.0955199999999996</c:v>
                </c:pt>
                <c:pt idx="4401">
                  <c:v>6.3119699999999996</c:v>
                </c:pt>
                <c:pt idx="4402">
                  <c:v>6.5926799999999997</c:v>
                </c:pt>
                <c:pt idx="4403">
                  <c:v>6.6854399999999998</c:v>
                </c:pt>
                <c:pt idx="4404">
                  <c:v>6.7184200000000001</c:v>
                </c:pt>
                <c:pt idx="4405">
                  <c:v>6.72865</c:v>
                </c:pt>
                <c:pt idx="4406">
                  <c:v>6.6983100000000002</c:v>
                </c:pt>
                <c:pt idx="4407">
                  <c:v>6.6523000000000003</c:v>
                </c:pt>
                <c:pt idx="4408">
                  <c:v>6.8355100000000002</c:v>
                </c:pt>
                <c:pt idx="4409">
                  <c:v>7.0773299999999999</c:v>
                </c:pt>
                <c:pt idx="4410">
                  <c:v>6.9452600000000002</c:v>
                </c:pt>
                <c:pt idx="4411">
                  <c:v>6.9387999999999996</c:v>
                </c:pt>
                <c:pt idx="4412">
                  <c:v>6.7556399999999996</c:v>
                </c:pt>
                <c:pt idx="4413">
                  <c:v>6.3010099999999998</c:v>
                </c:pt>
                <c:pt idx="4414">
                  <c:v>6.5051800000000002</c:v>
                </c:pt>
                <c:pt idx="4415">
                  <c:v>6.9933899999999998</c:v>
                </c:pt>
                <c:pt idx="4416">
                  <c:v>7.22865</c:v>
                </c:pt>
                <c:pt idx="4417">
                  <c:v>7.0266200000000003</c:v>
                </c:pt>
                <c:pt idx="4418">
                  <c:v>6.6368499999999999</c:v>
                </c:pt>
                <c:pt idx="4419">
                  <c:v>6.2892200000000003</c:v>
                </c:pt>
                <c:pt idx="4420">
                  <c:v>6.14384</c:v>
                </c:pt>
                <c:pt idx="4421">
                  <c:v>6.2874299999999996</c:v>
                </c:pt>
                <c:pt idx="4422">
                  <c:v>6.6391299999999998</c:v>
                </c:pt>
                <c:pt idx="4423">
                  <c:v>6.7033899999999997</c:v>
                </c:pt>
                <c:pt idx="4424">
                  <c:v>6.6597600000000003</c:v>
                </c:pt>
                <c:pt idx="4425">
                  <c:v>6.6969399999999997</c:v>
                </c:pt>
                <c:pt idx="4426">
                  <c:v>6.66249</c:v>
                </c:pt>
                <c:pt idx="4427">
                  <c:v>6.6889399999999997</c:v>
                </c:pt>
                <c:pt idx="4428">
                  <c:v>6.6805099999999999</c:v>
                </c:pt>
                <c:pt idx="4429">
                  <c:v>6.6325399999999997</c:v>
                </c:pt>
                <c:pt idx="4430">
                  <c:v>6.7345499999999996</c:v>
                </c:pt>
                <c:pt idx="4431">
                  <c:v>6.7140599999999999</c:v>
                </c:pt>
                <c:pt idx="4432">
                  <c:v>6.3090999999999999</c:v>
                </c:pt>
                <c:pt idx="4433">
                  <c:v>6.1179399999999999</c:v>
                </c:pt>
                <c:pt idx="4434">
                  <c:v>6.0701999999999998</c:v>
                </c:pt>
                <c:pt idx="4435">
                  <c:v>6.1995899999999997</c:v>
                </c:pt>
                <c:pt idx="4436">
                  <c:v>6.3222699999999996</c:v>
                </c:pt>
                <c:pt idx="4437">
                  <c:v>6.1374899999999997</c:v>
                </c:pt>
                <c:pt idx="4438">
                  <c:v>6.1390599999999997</c:v>
                </c:pt>
                <c:pt idx="4439">
                  <c:v>6.3580399999999999</c:v>
                </c:pt>
                <c:pt idx="4440">
                  <c:v>6.53939</c:v>
                </c:pt>
                <c:pt idx="4441">
                  <c:v>6.4180700000000002</c:v>
                </c:pt>
                <c:pt idx="4442">
                  <c:v>6.2810699999999997</c:v>
                </c:pt>
                <c:pt idx="4443">
                  <c:v>6.4222200000000003</c:v>
                </c:pt>
                <c:pt idx="4444">
                  <c:v>6.6017999999999999</c:v>
                </c:pt>
                <c:pt idx="4445">
                  <c:v>6.5449000000000002</c:v>
                </c:pt>
                <c:pt idx="4446">
                  <c:v>6.5121799999999999</c:v>
                </c:pt>
                <c:pt idx="4447">
                  <c:v>6.54244</c:v>
                </c:pt>
                <c:pt idx="4448">
                  <c:v>6.5296700000000003</c:v>
                </c:pt>
                <c:pt idx="4449">
                  <c:v>6.4761699999999998</c:v>
                </c:pt>
                <c:pt idx="4450">
                  <c:v>6.5477499999999997</c:v>
                </c:pt>
                <c:pt idx="4451">
                  <c:v>6.4647399999999999</c:v>
                </c:pt>
                <c:pt idx="4452">
                  <c:v>6.7508800000000004</c:v>
                </c:pt>
                <c:pt idx="4453">
                  <c:v>7.2590700000000004</c:v>
                </c:pt>
                <c:pt idx="4454">
                  <c:v>7.4517699999999998</c:v>
                </c:pt>
                <c:pt idx="4455">
                  <c:v>7.2716900000000004</c:v>
                </c:pt>
                <c:pt idx="4456">
                  <c:v>6.9964899999999997</c:v>
                </c:pt>
                <c:pt idx="4457">
                  <c:v>6.8503800000000004</c:v>
                </c:pt>
                <c:pt idx="4458">
                  <c:v>6.9260599999999997</c:v>
                </c:pt>
                <c:pt idx="4459">
                  <c:v>7.0109599999999999</c:v>
                </c:pt>
                <c:pt idx="4460">
                  <c:v>6.8978999999999999</c:v>
                </c:pt>
                <c:pt idx="4461">
                  <c:v>6.6629100000000001</c:v>
                </c:pt>
                <c:pt idx="4462">
                  <c:v>6.7857900000000004</c:v>
                </c:pt>
                <c:pt idx="4463">
                  <c:v>6.8073300000000003</c:v>
                </c:pt>
                <c:pt idx="4464">
                  <c:v>6.7408900000000003</c:v>
                </c:pt>
                <c:pt idx="4465">
                  <c:v>6.5430400000000004</c:v>
                </c:pt>
                <c:pt idx="4466">
                  <c:v>6.5108699999999997</c:v>
                </c:pt>
                <c:pt idx="4467">
                  <c:v>6.4869700000000003</c:v>
                </c:pt>
                <c:pt idx="4468">
                  <c:v>6.1766300000000003</c:v>
                </c:pt>
                <c:pt idx="4469">
                  <c:v>6.0133000000000001</c:v>
                </c:pt>
                <c:pt idx="4470">
                  <c:v>6.0038600000000004</c:v>
                </c:pt>
                <c:pt idx="4471">
                  <c:v>6.2779100000000003</c:v>
                </c:pt>
                <c:pt idx="4472">
                  <c:v>6.4580399999999996</c:v>
                </c:pt>
                <c:pt idx="4473">
                  <c:v>6.6656899999999997</c:v>
                </c:pt>
                <c:pt idx="4474">
                  <c:v>6.7665600000000001</c:v>
                </c:pt>
                <c:pt idx="4475">
                  <c:v>6.6184500000000002</c:v>
                </c:pt>
                <c:pt idx="4476">
                  <c:v>6.5561999999999996</c:v>
                </c:pt>
                <c:pt idx="4477">
                  <c:v>6.5457299999999998</c:v>
                </c:pt>
                <c:pt idx="4478">
                  <c:v>6.6946399999999997</c:v>
                </c:pt>
                <c:pt idx="4479">
                  <c:v>6.6460499999999998</c:v>
                </c:pt>
                <c:pt idx="4480">
                  <c:v>6.4992099999999997</c:v>
                </c:pt>
                <c:pt idx="4481">
                  <c:v>6.42896</c:v>
                </c:pt>
                <c:pt idx="4482">
                  <c:v>6.6945600000000001</c:v>
                </c:pt>
                <c:pt idx="4483">
                  <c:v>6.8654099999999998</c:v>
                </c:pt>
                <c:pt idx="4484">
                  <c:v>6.8934300000000004</c:v>
                </c:pt>
                <c:pt idx="4485">
                  <c:v>7.0285500000000001</c:v>
                </c:pt>
                <c:pt idx="4486">
                  <c:v>6.8901500000000002</c:v>
                </c:pt>
                <c:pt idx="4487">
                  <c:v>6.6953800000000001</c:v>
                </c:pt>
                <c:pt idx="4488">
                  <c:v>6.3680099999999999</c:v>
                </c:pt>
                <c:pt idx="4489">
                  <c:v>6.3594999999999997</c:v>
                </c:pt>
                <c:pt idx="4490">
                  <c:v>6.2086600000000001</c:v>
                </c:pt>
                <c:pt idx="4491">
                  <c:v>6.18696</c:v>
                </c:pt>
                <c:pt idx="4492">
                  <c:v>6.3602999999999996</c:v>
                </c:pt>
                <c:pt idx="4493">
                  <c:v>6.6109499999999999</c:v>
                </c:pt>
                <c:pt idx="4494">
                  <c:v>6.7726100000000002</c:v>
                </c:pt>
                <c:pt idx="4495">
                  <c:v>7.0892999999999997</c:v>
                </c:pt>
                <c:pt idx="4496">
                  <c:v>7.0720999999999998</c:v>
                </c:pt>
                <c:pt idx="4497">
                  <c:v>6.5045999999999999</c:v>
                </c:pt>
                <c:pt idx="4498">
                  <c:v>6.3442600000000002</c:v>
                </c:pt>
                <c:pt idx="4499">
                  <c:v>6.4790599999999996</c:v>
                </c:pt>
                <c:pt idx="4500">
                  <c:v>6.4656599999999997</c:v>
                </c:pt>
                <c:pt idx="4501">
                  <c:v>6.4292299999999996</c:v>
                </c:pt>
                <c:pt idx="4502">
                  <c:v>6.7693199999999996</c:v>
                </c:pt>
                <c:pt idx="4503">
                  <c:v>6.9190399999999999</c:v>
                </c:pt>
                <c:pt idx="4504">
                  <c:v>7.06799</c:v>
                </c:pt>
                <c:pt idx="4505">
                  <c:v>6.9844499999999998</c:v>
                </c:pt>
                <c:pt idx="4506">
                  <c:v>6.7564099999999998</c:v>
                </c:pt>
                <c:pt idx="4507">
                  <c:v>7.0884200000000002</c:v>
                </c:pt>
                <c:pt idx="4508">
                  <c:v>7.6222500000000002</c:v>
                </c:pt>
                <c:pt idx="4509">
                  <c:v>7.6723100000000004</c:v>
                </c:pt>
                <c:pt idx="4510">
                  <c:v>7.5885400000000001</c:v>
                </c:pt>
                <c:pt idx="4511">
                  <c:v>7.6583399999999999</c:v>
                </c:pt>
                <c:pt idx="4512">
                  <c:v>7.4729900000000002</c:v>
                </c:pt>
                <c:pt idx="4513">
                  <c:v>6.9932299999999996</c:v>
                </c:pt>
                <c:pt idx="4514">
                  <c:v>6.7127699999999999</c:v>
                </c:pt>
                <c:pt idx="4515">
                  <c:v>7.0456300000000001</c:v>
                </c:pt>
                <c:pt idx="4516">
                  <c:v>7.2803399999999998</c:v>
                </c:pt>
                <c:pt idx="4517">
                  <c:v>7.1274300000000004</c:v>
                </c:pt>
                <c:pt idx="4518">
                  <c:v>6.7371999999999996</c:v>
                </c:pt>
                <c:pt idx="4519">
                  <c:v>6.3273299999999999</c:v>
                </c:pt>
                <c:pt idx="4520">
                  <c:v>6.1533300000000004</c:v>
                </c:pt>
                <c:pt idx="4521">
                  <c:v>6.4615099999999996</c:v>
                </c:pt>
                <c:pt idx="4522">
                  <c:v>6.6909599999999996</c:v>
                </c:pt>
                <c:pt idx="4523">
                  <c:v>6.6459000000000001</c:v>
                </c:pt>
                <c:pt idx="4524">
                  <c:v>6.7243399999999998</c:v>
                </c:pt>
                <c:pt idx="4525">
                  <c:v>6.5958300000000003</c:v>
                </c:pt>
                <c:pt idx="4526">
                  <c:v>6.4444499999999998</c:v>
                </c:pt>
                <c:pt idx="4527">
                  <c:v>6.4652599999999998</c:v>
                </c:pt>
                <c:pt idx="4528">
                  <c:v>6.5596199999999998</c:v>
                </c:pt>
                <c:pt idx="4529">
                  <c:v>6.6760599999999997</c:v>
                </c:pt>
                <c:pt idx="4530">
                  <c:v>6.5026799999999998</c:v>
                </c:pt>
                <c:pt idx="4531">
                  <c:v>6.9888700000000004</c:v>
                </c:pt>
                <c:pt idx="4532">
                  <c:v>7.51389</c:v>
                </c:pt>
                <c:pt idx="4533">
                  <c:v>7.6069899999999997</c:v>
                </c:pt>
                <c:pt idx="4534">
                  <c:v>7.6028900000000004</c:v>
                </c:pt>
                <c:pt idx="4535">
                  <c:v>7.2157299999999998</c:v>
                </c:pt>
                <c:pt idx="4536">
                  <c:v>6.8084899999999999</c:v>
                </c:pt>
                <c:pt idx="4537">
                  <c:v>6.8472499999999998</c:v>
                </c:pt>
                <c:pt idx="4538">
                  <c:v>7.0718199999999998</c:v>
                </c:pt>
                <c:pt idx="4539">
                  <c:v>7.36313</c:v>
                </c:pt>
                <c:pt idx="4540">
                  <c:v>7.6970900000000002</c:v>
                </c:pt>
                <c:pt idx="4541">
                  <c:v>7.7967500000000003</c:v>
                </c:pt>
                <c:pt idx="4542">
                  <c:v>7.7326499999999996</c:v>
                </c:pt>
                <c:pt idx="4543">
                  <c:v>7.9675099999999999</c:v>
                </c:pt>
                <c:pt idx="4544">
                  <c:v>7.88028</c:v>
                </c:pt>
                <c:pt idx="4545">
                  <c:v>7.8832399999999998</c:v>
                </c:pt>
                <c:pt idx="4546">
                  <c:v>7.70852</c:v>
                </c:pt>
                <c:pt idx="4547">
                  <c:v>7.4973299999999998</c:v>
                </c:pt>
                <c:pt idx="4548">
                  <c:v>7.4372499999999997</c:v>
                </c:pt>
                <c:pt idx="4549">
                  <c:v>7.25746</c:v>
                </c:pt>
                <c:pt idx="4550">
                  <c:v>7.3220200000000002</c:v>
                </c:pt>
                <c:pt idx="4551">
                  <c:v>7.0958199999999998</c:v>
                </c:pt>
                <c:pt idx="4552">
                  <c:v>6.7903399999999996</c:v>
                </c:pt>
                <c:pt idx="4553">
                  <c:v>6.8705299999999996</c:v>
                </c:pt>
                <c:pt idx="4554">
                  <c:v>6.89255</c:v>
                </c:pt>
                <c:pt idx="4555">
                  <c:v>6.6629199999999997</c:v>
                </c:pt>
                <c:pt idx="4556">
                  <c:v>6.6439300000000001</c:v>
                </c:pt>
                <c:pt idx="4557">
                  <c:v>6.8606100000000003</c:v>
                </c:pt>
                <c:pt idx="4558">
                  <c:v>7.2743900000000004</c:v>
                </c:pt>
                <c:pt idx="4559">
                  <c:v>7.3729500000000003</c:v>
                </c:pt>
                <c:pt idx="4560">
                  <c:v>7.1428700000000003</c:v>
                </c:pt>
                <c:pt idx="4561">
                  <c:v>6.5633600000000003</c:v>
                </c:pt>
                <c:pt idx="4562">
                  <c:v>5.9074799999999996</c:v>
                </c:pt>
                <c:pt idx="4563">
                  <c:v>6.0570300000000001</c:v>
                </c:pt>
                <c:pt idx="4564">
                  <c:v>6.6127399999999996</c:v>
                </c:pt>
                <c:pt idx="4565">
                  <c:v>7.10243</c:v>
                </c:pt>
                <c:pt idx="4566">
                  <c:v>7.3276899999999996</c:v>
                </c:pt>
                <c:pt idx="4567">
                  <c:v>7.4879199999999999</c:v>
                </c:pt>
                <c:pt idx="4568">
                  <c:v>7.8009500000000003</c:v>
                </c:pt>
                <c:pt idx="4569">
                  <c:v>8.1175499999999996</c:v>
                </c:pt>
                <c:pt idx="4570">
                  <c:v>7.9479300000000004</c:v>
                </c:pt>
                <c:pt idx="4571">
                  <c:v>7.4135400000000002</c:v>
                </c:pt>
                <c:pt idx="4572">
                  <c:v>6.9053000000000004</c:v>
                </c:pt>
                <c:pt idx="4573">
                  <c:v>6.6918300000000004</c:v>
                </c:pt>
                <c:pt idx="4574">
                  <c:v>6.35344</c:v>
                </c:pt>
                <c:pt idx="4575">
                  <c:v>6.2924499999999997</c:v>
                </c:pt>
                <c:pt idx="4576">
                  <c:v>6.7182000000000004</c:v>
                </c:pt>
                <c:pt idx="4577">
                  <c:v>6.9738199999999999</c:v>
                </c:pt>
                <c:pt idx="4578">
                  <c:v>6.90008</c:v>
                </c:pt>
                <c:pt idx="4579">
                  <c:v>6.6547099999999997</c:v>
                </c:pt>
                <c:pt idx="4580">
                  <c:v>6.6535399999999996</c:v>
                </c:pt>
                <c:pt idx="4581">
                  <c:v>6.6101299999999998</c:v>
                </c:pt>
                <c:pt idx="4582">
                  <c:v>6.5783100000000001</c:v>
                </c:pt>
                <c:pt idx="4583">
                  <c:v>6.8433200000000003</c:v>
                </c:pt>
                <c:pt idx="4584">
                  <c:v>7.0094500000000002</c:v>
                </c:pt>
                <c:pt idx="4585">
                  <c:v>7.2464500000000003</c:v>
                </c:pt>
                <c:pt idx="4586">
                  <c:v>7.5370200000000001</c:v>
                </c:pt>
                <c:pt idx="4587">
                  <c:v>7.6098100000000004</c:v>
                </c:pt>
                <c:pt idx="4588">
                  <c:v>7.41059</c:v>
                </c:pt>
                <c:pt idx="4589">
                  <c:v>7.2322600000000001</c:v>
                </c:pt>
                <c:pt idx="4590">
                  <c:v>7.4561400000000004</c:v>
                </c:pt>
                <c:pt idx="4591">
                  <c:v>7.36348</c:v>
                </c:pt>
                <c:pt idx="4592">
                  <c:v>7.0272699999999997</c:v>
                </c:pt>
                <c:pt idx="4593">
                  <c:v>6.5189500000000002</c:v>
                </c:pt>
                <c:pt idx="4594">
                  <c:v>5.9716500000000003</c:v>
                </c:pt>
                <c:pt idx="4595">
                  <c:v>5.75312</c:v>
                </c:pt>
                <c:pt idx="4596">
                  <c:v>6.0926999999999998</c:v>
                </c:pt>
                <c:pt idx="4597">
                  <c:v>6.5083599999999997</c:v>
                </c:pt>
                <c:pt idx="4598">
                  <c:v>6.7077099999999996</c:v>
                </c:pt>
                <c:pt idx="4599">
                  <c:v>6.7662599999999999</c:v>
                </c:pt>
                <c:pt idx="4600">
                  <c:v>6.5369700000000002</c:v>
                </c:pt>
                <c:pt idx="4601">
                  <c:v>6.3638899999999996</c:v>
                </c:pt>
                <c:pt idx="4602">
                  <c:v>6.3254099999999998</c:v>
                </c:pt>
                <c:pt idx="4603">
                  <c:v>6.4106399999999999</c:v>
                </c:pt>
                <c:pt idx="4604">
                  <c:v>6.5862600000000002</c:v>
                </c:pt>
                <c:pt idx="4605">
                  <c:v>6.8341799999999999</c:v>
                </c:pt>
                <c:pt idx="4606">
                  <c:v>7.0476799999999997</c:v>
                </c:pt>
                <c:pt idx="4607">
                  <c:v>7.0482800000000001</c:v>
                </c:pt>
                <c:pt idx="4608">
                  <c:v>7.2171599999999998</c:v>
                </c:pt>
                <c:pt idx="4609">
                  <c:v>7.5802399999999999</c:v>
                </c:pt>
                <c:pt idx="4610">
                  <c:v>7.82179</c:v>
                </c:pt>
                <c:pt idx="4611">
                  <c:v>7.6712199999999999</c:v>
                </c:pt>
                <c:pt idx="4612">
                  <c:v>7.5342500000000001</c:v>
                </c:pt>
                <c:pt idx="4613">
                  <c:v>7.33371</c:v>
                </c:pt>
                <c:pt idx="4614">
                  <c:v>6.5355600000000003</c:v>
                </c:pt>
                <c:pt idx="4615">
                  <c:v>5.9246699999999999</c:v>
                </c:pt>
                <c:pt idx="4616">
                  <c:v>6.0877400000000002</c:v>
                </c:pt>
                <c:pt idx="4617">
                  <c:v>6.7043999999999997</c:v>
                </c:pt>
                <c:pt idx="4618">
                  <c:v>7.1611599999999997</c:v>
                </c:pt>
                <c:pt idx="4619">
                  <c:v>7.17516</c:v>
                </c:pt>
                <c:pt idx="4620">
                  <c:v>6.9668299999999999</c:v>
                </c:pt>
                <c:pt idx="4621">
                  <c:v>6.7635800000000001</c:v>
                </c:pt>
                <c:pt idx="4622">
                  <c:v>6.7048300000000003</c:v>
                </c:pt>
                <c:pt idx="4623">
                  <c:v>6.7162199999999999</c:v>
                </c:pt>
                <c:pt idx="4624">
                  <c:v>6.6897599999999997</c:v>
                </c:pt>
                <c:pt idx="4625">
                  <c:v>6.2851400000000002</c:v>
                </c:pt>
                <c:pt idx="4626">
                  <c:v>6.2521899999999997</c:v>
                </c:pt>
                <c:pt idx="4627">
                  <c:v>6.8938199999999998</c:v>
                </c:pt>
                <c:pt idx="4628">
                  <c:v>7.3706199999999997</c:v>
                </c:pt>
                <c:pt idx="4629">
                  <c:v>7.4132400000000001</c:v>
                </c:pt>
                <c:pt idx="4630">
                  <c:v>7.1191800000000001</c:v>
                </c:pt>
                <c:pt idx="4631">
                  <c:v>7.0304500000000001</c:v>
                </c:pt>
                <c:pt idx="4632">
                  <c:v>6.8998900000000001</c:v>
                </c:pt>
                <c:pt idx="4633">
                  <c:v>6.7674700000000003</c:v>
                </c:pt>
                <c:pt idx="4634">
                  <c:v>7.0585199999999997</c:v>
                </c:pt>
                <c:pt idx="4635">
                  <c:v>7.2240500000000001</c:v>
                </c:pt>
                <c:pt idx="4636">
                  <c:v>7.5889899999999999</c:v>
                </c:pt>
                <c:pt idx="4637">
                  <c:v>7.59382</c:v>
                </c:pt>
                <c:pt idx="4638">
                  <c:v>7.2548899999999996</c:v>
                </c:pt>
                <c:pt idx="4639">
                  <c:v>6.9965400000000004</c:v>
                </c:pt>
                <c:pt idx="4640">
                  <c:v>6.7128300000000003</c:v>
                </c:pt>
                <c:pt idx="4641">
                  <c:v>6.5722199999999997</c:v>
                </c:pt>
                <c:pt idx="4642">
                  <c:v>6.76736</c:v>
                </c:pt>
                <c:pt idx="4643">
                  <c:v>6.9644700000000004</c:v>
                </c:pt>
                <c:pt idx="4644">
                  <c:v>7.0893199999999998</c:v>
                </c:pt>
                <c:pt idx="4645">
                  <c:v>7.1120000000000001</c:v>
                </c:pt>
                <c:pt idx="4646">
                  <c:v>7.2900999999999998</c:v>
                </c:pt>
                <c:pt idx="4647">
                  <c:v>7.7560000000000002</c:v>
                </c:pt>
                <c:pt idx="4648">
                  <c:v>7.9918699999999996</c:v>
                </c:pt>
                <c:pt idx="4649">
                  <c:v>7.8407999999999998</c:v>
                </c:pt>
                <c:pt idx="4650">
                  <c:v>7.7021699999999997</c:v>
                </c:pt>
                <c:pt idx="4651">
                  <c:v>7.7739500000000001</c:v>
                </c:pt>
                <c:pt idx="4652">
                  <c:v>7.8032500000000002</c:v>
                </c:pt>
                <c:pt idx="4653">
                  <c:v>7.8287899999999997</c:v>
                </c:pt>
                <c:pt idx="4654">
                  <c:v>7.5054699999999999</c:v>
                </c:pt>
                <c:pt idx="4655">
                  <c:v>6.9488500000000002</c:v>
                </c:pt>
                <c:pt idx="4656">
                  <c:v>6.8157899999999998</c:v>
                </c:pt>
                <c:pt idx="4657">
                  <c:v>7.2761899999999997</c:v>
                </c:pt>
                <c:pt idx="4658">
                  <c:v>7.7185800000000002</c:v>
                </c:pt>
                <c:pt idx="4659">
                  <c:v>7.7619499999999997</c:v>
                </c:pt>
                <c:pt idx="4660">
                  <c:v>7.7602399999999996</c:v>
                </c:pt>
                <c:pt idx="4661">
                  <c:v>7.7447600000000003</c:v>
                </c:pt>
                <c:pt idx="4662">
                  <c:v>7.52454</c:v>
                </c:pt>
                <c:pt idx="4663">
                  <c:v>7.3512000000000004</c:v>
                </c:pt>
                <c:pt idx="4664">
                  <c:v>7.1568699999999996</c:v>
                </c:pt>
                <c:pt idx="4665">
                  <c:v>7.0442299999999998</c:v>
                </c:pt>
                <c:pt idx="4666">
                  <c:v>7.0322899999999997</c:v>
                </c:pt>
                <c:pt idx="4667">
                  <c:v>6.6611500000000001</c:v>
                </c:pt>
                <c:pt idx="4668">
                  <c:v>6.7414399999999999</c:v>
                </c:pt>
                <c:pt idx="4669">
                  <c:v>7.4156700000000004</c:v>
                </c:pt>
                <c:pt idx="4670">
                  <c:v>7.7943899999999999</c:v>
                </c:pt>
                <c:pt idx="4671">
                  <c:v>7.8730900000000004</c:v>
                </c:pt>
                <c:pt idx="4672">
                  <c:v>7.7882899999999999</c:v>
                </c:pt>
                <c:pt idx="4673">
                  <c:v>7.4202199999999996</c:v>
                </c:pt>
                <c:pt idx="4674">
                  <c:v>7.0501699999999996</c:v>
                </c:pt>
                <c:pt idx="4675">
                  <c:v>6.9437199999999999</c:v>
                </c:pt>
                <c:pt idx="4676">
                  <c:v>7.0731099999999998</c:v>
                </c:pt>
                <c:pt idx="4677">
                  <c:v>7.1436900000000003</c:v>
                </c:pt>
                <c:pt idx="4678">
                  <c:v>7.1728100000000001</c:v>
                </c:pt>
                <c:pt idx="4679">
                  <c:v>6.7121700000000004</c:v>
                </c:pt>
                <c:pt idx="4680">
                  <c:v>6.2326300000000003</c:v>
                </c:pt>
                <c:pt idx="4681">
                  <c:v>6.4514500000000004</c:v>
                </c:pt>
                <c:pt idx="4682">
                  <c:v>6.2948300000000001</c:v>
                </c:pt>
                <c:pt idx="4683">
                  <c:v>6.18689</c:v>
                </c:pt>
                <c:pt idx="4684">
                  <c:v>6.3885800000000001</c:v>
                </c:pt>
                <c:pt idx="4685">
                  <c:v>6.9868300000000003</c:v>
                </c:pt>
                <c:pt idx="4686">
                  <c:v>7.1707700000000001</c:v>
                </c:pt>
                <c:pt idx="4687">
                  <c:v>6.9564700000000004</c:v>
                </c:pt>
                <c:pt idx="4688">
                  <c:v>6.7759900000000002</c:v>
                </c:pt>
                <c:pt idx="4689">
                  <c:v>7.0754700000000001</c:v>
                </c:pt>
                <c:pt idx="4690">
                  <c:v>7.2714600000000003</c:v>
                </c:pt>
                <c:pt idx="4691">
                  <c:v>7.3423400000000001</c:v>
                </c:pt>
                <c:pt idx="4692">
                  <c:v>7.5190999999999999</c:v>
                </c:pt>
                <c:pt idx="4693">
                  <c:v>7.4635100000000003</c:v>
                </c:pt>
                <c:pt idx="4694">
                  <c:v>7.3203899999999997</c:v>
                </c:pt>
                <c:pt idx="4695">
                  <c:v>7.6612999999999998</c:v>
                </c:pt>
                <c:pt idx="4696">
                  <c:v>7.90151</c:v>
                </c:pt>
                <c:pt idx="4697">
                  <c:v>7.9593499999999997</c:v>
                </c:pt>
                <c:pt idx="4698">
                  <c:v>8.00657</c:v>
                </c:pt>
                <c:pt idx="4699">
                  <c:v>7.9683099999999998</c:v>
                </c:pt>
                <c:pt idx="4700">
                  <c:v>8.1005900000000004</c:v>
                </c:pt>
                <c:pt idx="4701">
                  <c:v>8.2166200000000007</c:v>
                </c:pt>
                <c:pt idx="4702">
                  <c:v>7.9678599999999999</c:v>
                </c:pt>
                <c:pt idx="4703">
                  <c:v>7.8805100000000001</c:v>
                </c:pt>
                <c:pt idx="4704">
                  <c:v>7.9083399999999999</c:v>
                </c:pt>
                <c:pt idx="4705">
                  <c:v>7.6480699999999997</c:v>
                </c:pt>
                <c:pt idx="4706">
                  <c:v>7.5130600000000003</c:v>
                </c:pt>
                <c:pt idx="4707">
                  <c:v>7.5583799999999997</c:v>
                </c:pt>
                <c:pt idx="4708">
                  <c:v>7.9343500000000002</c:v>
                </c:pt>
                <c:pt idx="4709">
                  <c:v>8.3056000000000001</c:v>
                </c:pt>
                <c:pt idx="4710">
                  <c:v>8.5498499999999993</c:v>
                </c:pt>
                <c:pt idx="4711">
                  <c:v>8.4512300000000007</c:v>
                </c:pt>
                <c:pt idx="4712">
                  <c:v>8.1039100000000008</c:v>
                </c:pt>
                <c:pt idx="4713">
                  <c:v>7.9954799999999997</c:v>
                </c:pt>
                <c:pt idx="4714">
                  <c:v>7.8052900000000003</c:v>
                </c:pt>
                <c:pt idx="4715">
                  <c:v>7.5998999999999999</c:v>
                </c:pt>
                <c:pt idx="4716">
                  <c:v>7.8255299999999997</c:v>
                </c:pt>
                <c:pt idx="4717">
                  <c:v>7.9911799999999999</c:v>
                </c:pt>
                <c:pt idx="4718">
                  <c:v>8.0179299999999998</c:v>
                </c:pt>
                <c:pt idx="4719">
                  <c:v>7.7376899999999997</c:v>
                </c:pt>
                <c:pt idx="4720">
                  <c:v>7.6056900000000001</c:v>
                </c:pt>
                <c:pt idx="4721">
                  <c:v>7.6218199999999996</c:v>
                </c:pt>
                <c:pt idx="4722">
                  <c:v>7.5192600000000001</c:v>
                </c:pt>
                <c:pt idx="4723">
                  <c:v>7.7270700000000003</c:v>
                </c:pt>
                <c:pt idx="4724">
                  <c:v>7.8385100000000003</c:v>
                </c:pt>
                <c:pt idx="4725">
                  <c:v>7.8812300000000004</c:v>
                </c:pt>
                <c:pt idx="4726">
                  <c:v>8.1666399999999992</c:v>
                </c:pt>
                <c:pt idx="4727">
                  <c:v>8.3513400000000004</c:v>
                </c:pt>
                <c:pt idx="4728">
                  <c:v>8.3379200000000004</c:v>
                </c:pt>
                <c:pt idx="4729">
                  <c:v>8.5752000000000006</c:v>
                </c:pt>
                <c:pt idx="4730">
                  <c:v>8.6628900000000009</c:v>
                </c:pt>
                <c:pt idx="4731">
                  <c:v>8.5293200000000002</c:v>
                </c:pt>
                <c:pt idx="4732">
                  <c:v>8.4803899999999999</c:v>
                </c:pt>
                <c:pt idx="4733">
                  <c:v>8.7100200000000001</c:v>
                </c:pt>
                <c:pt idx="4734">
                  <c:v>9.0923599999999993</c:v>
                </c:pt>
                <c:pt idx="4735">
                  <c:v>9.3083299999999998</c:v>
                </c:pt>
                <c:pt idx="4736">
                  <c:v>9.1406100000000006</c:v>
                </c:pt>
                <c:pt idx="4737">
                  <c:v>8.9685900000000007</c:v>
                </c:pt>
                <c:pt idx="4738">
                  <c:v>9.0351499999999998</c:v>
                </c:pt>
                <c:pt idx="4739">
                  <c:v>9.1178000000000008</c:v>
                </c:pt>
                <c:pt idx="4740">
                  <c:v>9.8926700000000007</c:v>
                </c:pt>
                <c:pt idx="4741">
                  <c:v>10.661</c:v>
                </c:pt>
                <c:pt idx="4742">
                  <c:v>11.196099999999999</c:v>
                </c:pt>
                <c:pt idx="4743">
                  <c:v>11.659800000000001</c:v>
                </c:pt>
                <c:pt idx="4744">
                  <c:v>12.152699999999999</c:v>
                </c:pt>
                <c:pt idx="4745">
                  <c:v>12.601800000000001</c:v>
                </c:pt>
                <c:pt idx="4746">
                  <c:v>12.5648</c:v>
                </c:pt>
                <c:pt idx="4747">
                  <c:v>12.671200000000001</c:v>
                </c:pt>
                <c:pt idx="4748">
                  <c:v>12.9199</c:v>
                </c:pt>
                <c:pt idx="4749">
                  <c:v>12.787100000000001</c:v>
                </c:pt>
                <c:pt idx="4750">
                  <c:v>12.544</c:v>
                </c:pt>
                <c:pt idx="4751">
                  <c:v>12.2432</c:v>
                </c:pt>
                <c:pt idx="4752">
                  <c:v>12.1983</c:v>
                </c:pt>
                <c:pt idx="4753">
                  <c:v>12.375400000000001</c:v>
                </c:pt>
                <c:pt idx="4754">
                  <c:v>12.4444</c:v>
                </c:pt>
                <c:pt idx="4755">
                  <c:v>12.000299999999999</c:v>
                </c:pt>
                <c:pt idx="4756">
                  <c:v>11.2256</c:v>
                </c:pt>
                <c:pt idx="4757">
                  <c:v>10.370100000000001</c:v>
                </c:pt>
                <c:pt idx="4758">
                  <c:v>9.2905700000000007</c:v>
                </c:pt>
                <c:pt idx="4759">
                  <c:v>8.6204400000000003</c:v>
                </c:pt>
                <c:pt idx="4760">
                  <c:v>8.4964499999999994</c:v>
                </c:pt>
                <c:pt idx="4761">
                  <c:v>8.4102800000000002</c:v>
                </c:pt>
                <c:pt idx="4762">
                  <c:v>8.1501300000000008</c:v>
                </c:pt>
                <c:pt idx="4763">
                  <c:v>8.16934</c:v>
                </c:pt>
                <c:pt idx="4764">
                  <c:v>8.7182300000000001</c:v>
                </c:pt>
                <c:pt idx="4765">
                  <c:v>9.077</c:v>
                </c:pt>
                <c:pt idx="4766">
                  <c:v>8.8098600000000005</c:v>
                </c:pt>
                <c:pt idx="4767">
                  <c:v>8.5038199999999993</c:v>
                </c:pt>
                <c:pt idx="4768">
                  <c:v>8.3604500000000002</c:v>
                </c:pt>
                <c:pt idx="4769">
                  <c:v>8.6443700000000003</c:v>
                </c:pt>
                <c:pt idx="4770">
                  <c:v>8.5261399999999998</c:v>
                </c:pt>
                <c:pt idx="4771">
                  <c:v>8.2854899999999994</c:v>
                </c:pt>
                <c:pt idx="4772">
                  <c:v>7.8084899999999999</c:v>
                </c:pt>
                <c:pt idx="4773">
                  <c:v>7.5298299999999996</c:v>
                </c:pt>
                <c:pt idx="4774">
                  <c:v>7.7919400000000003</c:v>
                </c:pt>
                <c:pt idx="4775">
                  <c:v>7.99573</c:v>
                </c:pt>
                <c:pt idx="4776">
                  <c:v>7.8538600000000001</c:v>
                </c:pt>
                <c:pt idx="4777">
                  <c:v>8.0272500000000004</c:v>
                </c:pt>
                <c:pt idx="4778">
                  <c:v>8.0780200000000004</c:v>
                </c:pt>
                <c:pt idx="4779">
                  <c:v>7.8972300000000004</c:v>
                </c:pt>
                <c:pt idx="4780">
                  <c:v>7.7322199999999999</c:v>
                </c:pt>
                <c:pt idx="4781">
                  <c:v>7.7582000000000004</c:v>
                </c:pt>
                <c:pt idx="4782">
                  <c:v>7.9255000000000004</c:v>
                </c:pt>
                <c:pt idx="4783">
                  <c:v>8.0938800000000004</c:v>
                </c:pt>
                <c:pt idx="4784">
                  <c:v>8.0933100000000007</c:v>
                </c:pt>
                <c:pt idx="4785">
                  <c:v>7.91784</c:v>
                </c:pt>
                <c:pt idx="4786">
                  <c:v>7.8826400000000003</c:v>
                </c:pt>
                <c:pt idx="4787">
                  <c:v>7.7662000000000004</c:v>
                </c:pt>
                <c:pt idx="4788">
                  <c:v>7.8261599999999998</c:v>
                </c:pt>
                <c:pt idx="4789">
                  <c:v>7.9667300000000001</c:v>
                </c:pt>
                <c:pt idx="4790">
                  <c:v>7.9805400000000004</c:v>
                </c:pt>
                <c:pt idx="4791">
                  <c:v>7.6327199999999999</c:v>
                </c:pt>
                <c:pt idx="4792">
                  <c:v>7.4210799999999999</c:v>
                </c:pt>
                <c:pt idx="4793">
                  <c:v>7.5091799999999997</c:v>
                </c:pt>
                <c:pt idx="4794">
                  <c:v>7.2534299999999998</c:v>
                </c:pt>
                <c:pt idx="4795">
                  <c:v>6.9036799999999996</c:v>
                </c:pt>
                <c:pt idx="4796">
                  <c:v>7.0991400000000002</c:v>
                </c:pt>
                <c:pt idx="4797">
                  <c:v>7.5550699999999997</c:v>
                </c:pt>
                <c:pt idx="4798">
                  <c:v>7.8041</c:v>
                </c:pt>
                <c:pt idx="4799">
                  <c:v>7.7734800000000002</c:v>
                </c:pt>
                <c:pt idx="4800">
                  <c:v>7.8676500000000003</c:v>
                </c:pt>
                <c:pt idx="4801">
                  <c:v>8.1642399999999995</c:v>
                </c:pt>
                <c:pt idx="4802">
                  <c:v>8.3872699999999991</c:v>
                </c:pt>
                <c:pt idx="4803">
                  <c:v>8.1662599999999994</c:v>
                </c:pt>
                <c:pt idx="4804">
                  <c:v>8.0798900000000007</c:v>
                </c:pt>
                <c:pt idx="4805">
                  <c:v>8.3986099999999997</c:v>
                </c:pt>
                <c:pt idx="4806">
                  <c:v>8.4897399999999994</c:v>
                </c:pt>
                <c:pt idx="4807">
                  <c:v>8.2866800000000005</c:v>
                </c:pt>
                <c:pt idx="4808">
                  <c:v>8.1013400000000004</c:v>
                </c:pt>
                <c:pt idx="4809">
                  <c:v>7.84145</c:v>
                </c:pt>
                <c:pt idx="4810">
                  <c:v>8.1378799999999991</c:v>
                </c:pt>
                <c:pt idx="4811">
                  <c:v>8.3732600000000001</c:v>
                </c:pt>
                <c:pt idx="4812">
                  <c:v>8.3246199999999995</c:v>
                </c:pt>
                <c:pt idx="4813">
                  <c:v>8.0441199999999995</c:v>
                </c:pt>
                <c:pt idx="4814">
                  <c:v>7.5762</c:v>
                </c:pt>
                <c:pt idx="4815">
                  <c:v>7.5343900000000001</c:v>
                </c:pt>
                <c:pt idx="4816">
                  <c:v>7.9773100000000001</c:v>
                </c:pt>
                <c:pt idx="4817">
                  <c:v>8.4022500000000004</c:v>
                </c:pt>
                <c:pt idx="4818">
                  <c:v>8.6535899999999994</c:v>
                </c:pt>
                <c:pt idx="4819">
                  <c:v>8.5616400000000006</c:v>
                </c:pt>
                <c:pt idx="4820">
                  <c:v>8.2843400000000003</c:v>
                </c:pt>
                <c:pt idx="4821">
                  <c:v>8.1242699999999992</c:v>
                </c:pt>
                <c:pt idx="4822">
                  <c:v>8.4293499999999995</c:v>
                </c:pt>
                <c:pt idx="4823">
                  <c:v>8.8523700000000005</c:v>
                </c:pt>
                <c:pt idx="4824">
                  <c:v>9.0160800000000005</c:v>
                </c:pt>
                <c:pt idx="4825">
                  <c:v>9.0039800000000003</c:v>
                </c:pt>
                <c:pt idx="4826">
                  <c:v>9.0609400000000004</c:v>
                </c:pt>
                <c:pt idx="4827">
                  <c:v>9.4594500000000004</c:v>
                </c:pt>
                <c:pt idx="4828">
                  <c:v>9.8627699999999994</c:v>
                </c:pt>
                <c:pt idx="4829">
                  <c:v>10.2761</c:v>
                </c:pt>
                <c:pt idx="4830">
                  <c:v>10.3925</c:v>
                </c:pt>
                <c:pt idx="4831">
                  <c:v>10.6305</c:v>
                </c:pt>
                <c:pt idx="4832">
                  <c:v>10.9908</c:v>
                </c:pt>
                <c:pt idx="4833">
                  <c:v>11.5204</c:v>
                </c:pt>
                <c:pt idx="4834">
                  <c:v>12.071999999999999</c:v>
                </c:pt>
                <c:pt idx="4835">
                  <c:v>12.552300000000001</c:v>
                </c:pt>
                <c:pt idx="4836">
                  <c:v>12.8592</c:v>
                </c:pt>
                <c:pt idx="4837">
                  <c:v>13.071300000000001</c:v>
                </c:pt>
                <c:pt idx="4838">
                  <c:v>13.285500000000001</c:v>
                </c:pt>
                <c:pt idx="4839">
                  <c:v>13.3415</c:v>
                </c:pt>
                <c:pt idx="4840">
                  <c:v>13.288399999999999</c:v>
                </c:pt>
                <c:pt idx="4841">
                  <c:v>13.0395</c:v>
                </c:pt>
                <c:pt idx="4842">
                  <c:v>12.5829</c:v>
                </c:pt>
                <c:pt idx="4843">
                  <c:v>12.021800000000001</c:v>
                </c:pt>
                <c:pt idx="4844">
                  <c:v>11.675800000000001</c:v>
                </c:pt>
                <c:pt idx="4845">
                  <c:v>11.1083</c:v>
                </c:pt>
                <c:pt idx="4846">
                  <c:v>10.468999999999999</c:v>
                </c:pt>
                <c:pt idx="4847">
                  <c:v>9.9975299999999994</c:v>
                </c:pt>
                <c:pt idx="4848">
                  <c:v>9.8046799999999994</c:v>
                </c:pt>
                <c:pt idx="4849">
                  <c:v>9.7514299999999992</c:v>
                </c:pt>
                <c:pt idx="4850">
                  <c:v>9.6422600000000003</c:v>
                </c:pt>
                <c:pt idx="4851">
                  <c:v>9.3679000000000006</c:v>
                </c:pt>
                <c:pt idx="4852">
                  <c:v>8.9502299999999995</c:v>
                </c:pt>
                <c:pt idx="4853">
                  <c:v>8.68736</c:v>
                </c:pt>
                <c:pt idx="4854">
                  <c:v>8.6842600000000001</c:v>
                </c:pt>
                <c:pt idx="4855">
                  <c:v>8.6588399999999996</c:v>
                </c:pt>
                <c:pt idx="4856">
                  <c:v>8.4079599999999992</c:v>
                </c:pt>
                <c:pt idx="4857">
                  <c:v>8.3813600000000008</c:v>
                </c:pt>
                <c:pt idx="4858">
                  <c:v>8.3894099999999998</c:v>
                </c:pt>
                <c:pt idx="4859">
                  <c:v>8.3292999999999999</c:v>
                </c:pt>
                <c:pt idx="4860">
                  <c:v>8.1305300000000003</c:v>
                </c:pt>
                <c:pt idx="4861">
                  <c:v>7.91493</c:v>
                </c:pt>
                <c:pt idx="4862">
                  <c:v>7.9657499999999999</c:v>
                </c:pt>
                <c:pt idx="4863">
                  <c:v>7.7668999999999997</c:v>
                </c:pt>
                <c:pt idx="4864">
                  <c:v>7.5596899999999998</c:v>
                </c:pt>
                <c:pt idx="4865">
                  <c:v>8.0384399999999996</c:v>
                </c:pt>
                <c:pt idx="4866">
                  <c:v>8.1456199999999992</c:v>
                </c:pt>
                <c:pt idx="4867">
                  <c:v>7.9482299999999997</c:v>
                </c:pt>
                <c:pt idx="4868">
                  <c:v>8.0153800000000004</c:v>
                </c:pt>
                <c:pt idx="4869">
                  <c:v>7.6971299999999996</c:v>
                </c:pt>
                <c:pt idx="4870">
                  <c:v>7.4726299999999997</c:v>
                </c:pt>
                <c:pt idx="4871">
                  <c:v>7.5713999999999997</c:v>
                </c:pt>
                <c:pt idx="4872">
                  <c:v>7.6637399999999998</c:v>
                </c:pt>
                <c:pt idx="4873">
                  <c:v>7.6928799999999997</c:v>
                </c:pt>
                <c:pt idx="4874">
                  <c:v>7.7479699999999996</c:v>
                </c:pt>
                <c:pt idx="4875">
                  <c:v>7.5574599999999998</c:v>
                </c:pt>
                <c:pt idx="4876">
                  <c:v>7.2108299999999996</c:v>
                </c:pt>
                <c:pt idx="4877">
                  <c:v>7.2103799999999998</c:v>
                </c:pt>
                <c:pt idx="4878">
                  <c:v>7.1219000000000001</c:v>
                </c:pt>
                <c:pt idx="4879">
                  <c:v>7.2463100000000003</c:v>
                </c:pt>
                <c:pt idx="4880">
                  <c:v>7.7129500000000002</c:v>
                </c:pt>
                <c:pt idx="4881">
                  <c:v>7.79216</c:v>
                </c:pt>
                <c:pt idx="4882">
                  <c:v>7.9017400000000002</c:v>
                </c:pt>
                <c:pt idx="4883">
                  <c:v>8.1112699999999993</c:v>
                </c:pt>
                <c:pt idx="4884">
                  <c:v>8.3136500000000009</c:v>
                </c:pt>
                <c:pt idx="4885">
                  <c:v>8.2191899999999993</c:v>
                </c:pt>
                <c:pt idx="4886">
                  <c:v>8.1686899999999998</c:v>
                </c:pt>
                <c:pt idx="4887">
                  <c:v>8.2710699999999999</c:v>
                </c:pt>
                <c:pt idx="4888">
                  <c:v>8.3002000000000002</c:v>
                </c:pt>
                <c:pt idx="4889">
                  <c:v>8.21462</c:v>
                </c:pt>
                <c:pt idx="4890">
                  <c:v>8.0271899999999992</c:v>
                </c:pt>
                <c:pt idx="4891">
                  <c:v>7.9013099999999996</c:v>
                </c:pt>
                <c:pt idx="4892">
                  <c:v>7.9751399999999997</c:v>
                </c:pt>
                <c:pt idx="4893">
                  <c:v>7.7465200000000003</c:v>
                </c:pt>
                <c:pt idx="4894">
                  <c:v>7.5492999999999997</c:v>
                </c:pt>
                <c:pt idx="4895">
                  <c:v>7.2206400000000004</c:v>
                </c:pt>
                <c:pt idx="4896">
                  <c:v>7.4153700000000002</c:v>
                </c:pt>
                <c:pt idx="4897">
                  <c:v>7.7736200000000002</c:v>
                </c:pt>
                <c:pt idx="4898">
                  <c:v>7.6501400000000004</c:v>
                </c:pt>
                <c:pt idx="4899">
                  <c:v>7.6941699999999997</c:v>
                </c:pt>
                <c:pt idx="4900">
                  <c:v>7.6555900000000001</c:v>
                </c:pt>
                <c:pt idx="4901">
                  <c:v>7.6212999999999997</c:v>
                </c:pt>
                <c:pt idx="4902">
                  <c:v>7.5316700000000001</c:v>
                </c:pt>
                <c:pt idx="4903">
                  <c:v>7.4405400000000004</c:v>
                </c:pt>
                <c:pt idx="4904">
                  <c:v>7.3324600000000002</c:v>
                </c:pt>
                <c:pt idx="4905">
                  <c:v>7.6162799999999997</c:v>
                </c:pt>
                <c:pt idx="4906">
                  <c:v>8.0763999999999996</c:v>
                </c:pt>
                <c:pt idx="4907">
                  <c:v>8.1809600000000007</c:v>
                </c:pt>
                <c:pt idx="4908">
                  <c:v>8.0388599999999997</c:v>
                </c:pt>
                <c:pt idx="4909">
                  <c:v>8.0676199999999998</c:v>
                </c:pt>
                <c:pt idx="4910">
                  <c:v>8.1850900000000006</c:v>
                </c:pt>
                <c:pt idx="4911">
                  <c:v>7.9960399999999998</c:v>
                </c:pt>
                <c:pt idx="4912">
                  <c:v>7.5366499999999998</c:v>
                </c:pt>
                <c:pt idx="4913">
                  <c:v>7.19611</c:v>
                </c:pt>
                <c:pt idx="4914">
                  <c:v>7.1694300000000002</c:v>
                </c:pt>
                <c:pt idx="4915">
                  <c:v>7.2805299999999997</c:v>
                </c:pt>
                <c:pt idx="4916">
                  <c:v>7.1874099999999999</c:v>
                </c:pt>
                <c:pt idx="4917">
                  <c:v>7.0353500000000002</c:v>
                </c:pt>
                <c:pt idx="4918">
                  <c:v>7.1723400000000002</c:v>
                </c:pt>
                <c:pt idx="4919">
                  <c:v>7.1742999999999997</c:v>
                </c:pt>
                <c:pt idx="4920">
                  <c:v>7.3836000000000004</c:v>
                </c:pt>
                <c:pt idx="4921">
                  <c:v>7.7266199999999996</c:v>
                </c:pt>
                <c:pt idx="4922">
                  <c:v>8.0696499999999993</c:v>
                </c:pt>
                <c:pt idx="4923">
                  <c:v>8.2697800000000008</c:v>
                </c:pt>
                <c:pt idx="4924">
                  <c:v>8.3115699999999997</c:v>
                </c:pt>
                <c:pt idx="4925">
                  <c:v>8.3081399999999999</c:v>
                </c:pt>
                <c:pt idx="4926">
                  <c:v>8.0977499999999996</c:v>
                </c:pt>
                <c:pt idx="4927">
                  <c:v>7.8664800000000001</c:v>
                </c:pt>
                <c:pt idx="4928">
                  <c:v>7.9770500000000002</c:v>
                </c:pt>
                <c:pt idx="4929">
                  <c:v>8.2539800000000003</c:v>
                </c:pt>
                <c:pt idx="4930">
                  <c:v>8.4639600000000002</c:v>
                </c:pt>
                <c:pt idx="4931">
                  <c:v>8.5007699999999993</c:v>
                </c:pt>
                <c:pt idx="4932">
                  <c:v>8.0901700000000005</c:v>
                </c:pt>
                <c:pt idx="4933">
                  <c:v>8.0997400000000006</c:v>
                </c:pt>
                <c:pt idx="4934">
                  <c:v>8.2934699999999992</c:v>
                </c:pt>
                <c:pt idx="4935">
                  <c:v>8.1051800000000007</c:v>
                </c:pt>
                <c:pt idx="4936">
                  <c:v>8.0387900000000005</c:v>
                </c:pt>
                <c:pt idx="4937">
                  <c:v>8.3153100000000002</c:v>
                </c:pt>
                <c:pt idx="4938">
                  <c:v>8.6672499999999992</c:v>
                </c:pt>
                <c:pt idx="4939">
                  <c:v>8.6959400000000002</c:v>
                </c:pt>
                <c:pt idx="4940">
                  <c:v>8.6479800000000004</c:v>
                </c:pt>
                <c:pt idx="4941">
                  <c:v>8.4931599999999996</c:v>
                </c:pt>
                <c:pt idx="4942">
                  <c:v>8.5388599999999997</c:v>
                </c:pt>
                <c:pt idx="4943">
                  <c:v>8.4870800000000006</c:v>
                </c:pt>
                <c:pt idx="4944">
                  <c:v>8.5246399999999998</c:v>
                </c:pt>
                <c:pt idx="4945">
                  <c:v>8.4950399999999995</c:v>
                </c:pt>
                <c:pt idx="4946">
                  <c:v>8.4536499999999997</c:v>
                </c:pt>
                <c:pt idx="4947">
                  <c:v>8.5761099999999999</c:v>
                </c:pt>
                <c:pt idx="4948">
                  <c:v>8.5308200000000003</c:v>
                </c:pt>
                <c:pt idx="4949">
                  <c:v>8.5489800000000002</c:v>
                </c:pt>
                <c:pt idx="4950">
                  <c:v>8.4231499999999997</c:v>
                </c:pt>
                <c:pt idx="4951">
                  <c:v>8.2979800000000008</c:v>
                </c:pt>
                <c:pt idx="4952">
                  <c:v>8.4205299999999994</c:v>
                </c:pt>
                <c:pt idx="4953">
                  <c:v>8.4206900000000005</c:v>
                </c:pt>
                <c:pt idx="4954">
                  <c:v>8.3361199999999993</c:v>
                </c:pt>
                <c:pt idx="4955">
                  <c:v>8.3614599999999992</c:v>
                </c:pt>
                <c:pt idx="4956">
                  <c:v>8.4258100000000002</c:v>
                </c:pt>
                <c:pt idx="4957">
                  <c:v>8.5203199999999999</c:v>
                </c:pt>
                <c:pt idx="4958">
                  <c:v>8.8085799999999992</c:v>
                </c:pt>
                <c:pt idx="4959">
                  <c:v>8.9719800000000003</c:v>
                </c:pt>
                <c:pt idx="4960">
                  <c:v>8.7100600000000004</c:v>
                </c:pt>
                <c:pt idx="4961">
                  <c:v>8.5441000000000003</c:v>
                </c:pt>
                <c:pt idx="4962">
                  <c:v>8.5007900000000003</c:v>
                </c:pt>
                <c:pt idx="4963">
                  <c:v>8.5734399999999997</c:v>
                </c:pt>
                <c:pt idx="4964">
                  <c:v>8.2582500000000003</c:v>
                </c:pt>
                <c:pt idx="4965">
                  <c:v>8.0820900000000009</c:v>
                </c:pt>
                <c:pt idx="4966">
                  <c:v>8.3576499999999996</c:v>
                </c:pt>
                <c:pt idx="4967">
                  <c:v>8.4827600000000007</c:v>
                </c:pt>
                <c:pt idx="4968">
                  <c:v>8.5113599999999998</c:v>
                </c:pt>
                <c:pt idx="4969">
                  <c:v>8.6730199999999993</c:v>
                </c:pt>
                <c:pt idx="4970">
                  <c:v>8.6883999999999997</c:v>
                </c:pt>
                <c:pt idx="4971">
                  <c:v>8.5764300000000002</c:v>
                </c:pt>
                <c:pt idx="4972">
                  <c:v>8.2924699999999998</c:v>
                </c:pt>
                <c:pt idx="4973">
                  <c:v>8.2258300000000002</c:v>
                </c:pt>
                <c:pt idx="4974">
                  <c:v>8.3153799999999993</c:v>
                </c:pt>
                <c:pt idx="4975">
                  <c:v>8.6172000000000004</c:v>
                </c:pt>
                <c:pt idx="4976">
                  <c:v>8.6883999999999997</c:v>
                </c:pt>
                <c:pt idx="4977">
                  <c:v>8.5343400000000003</c:v>
                </c:pt>
                <c:pt idx="4978">
                  <c:v>8.6211599999999997</c:v>
                </c:pt>
                <c:pt idx="4979">
                  <c:v>8.6378699999999995</c:v>
                </c:pt>
                <c:pt idx="4980">
                  <c:v>8.4854699999999994</c:v>
                </c:pt>
                <c:pt idx="4981">
                  <c:v>8.4276599999999995</c:v>
                </c:pt>
                <c:pt idx="4982">
                  <c:v>8.5113699999999994</c:v>
                </c:pt>
                <c:pt idx="4983">
                  <c:v>8.4891100000000002</c:v>
                </c:pt>
                <c:pt idx="4984">
                  <c:v>8.1795100000000005</c:v>
                </c:pt>
                <c:pt idx="4985">
                  <c:v>7.7942400000000003</c:v>
                </c:pt>
                <c:pt idx="4986">
                  <c:v>7.8151400000000004</c:v>
                </c:pt>
                <c:pt idx="4987">
                  <c:v>7.9449699999999996</c:v>
                </c:pt>
                <c:pt idx="4988">
                  <c:v>7.8799400000000004</c:v>
                </c:pt>
                <c:pt idx="4989">
                  <c:v>7.9301599999999999</c:v>
                </c:pt>
                <c:pt idx="4990">
                  <c:v>7.9773500000000004</c:v>
                </c:pt>
                <c:pt idx="4991">
                  <c:v>8.1906300000000005</c:v>
                </c:pt>
                <c:pt idx="4992">
                  <c:v>8.3274399999999993</c:v>
                </c:pt>
                <c:pt idx="4993">
                  <c:v>8.3134700000000006</c:v>
                </c:pt>
                <c:pt idx="4994">
                  <c:v>8.2365100000000009</c:v>
                </c:pt>
                <c:pt idx="4995">
                  <c:v>8.0075800000000008</c:v>
                </c:pt>
                <c:pt idx="4996">
                  <c:v>8.0482399999999998</c:v>
                </c:pt>
                <c:pt idx="4997">
                  <c:v>7.8974599999999997</c:v>
                </c:pt>
                <c:pt idx="4998">
                  <c:v>8.2691499999999998</c:v>
                </c:pt>
                <c:pt idx="4999">
                  <c:v>8.8226200000000006</c:v>
                </c:pt>
                <c:pt idx="5000">
                  <c:v>9.1287800000000008</c:v>
                </c:pt>
                <c:pt idx="5001">
                  <c:v>9.2934099999999997</c:v>
                </c:pt>
                <c:pt idx="5002">
                  <c:v>9.3712199999999992</c:v>
                </c:pt>
                <c:pt idx="5003">
                  <c:v>9.2010100000000001</c:v>
                </c:pt>
                <c:pt idx="5004">
                  <c:v>8.7386300000000006</c:v>
                </c:pt>
                <c:pt idx="5005">
                  <c:v>8.3695599999999999</c:v>
                </c:pt>
                <c:pt idx="5006">
                  <c:v>8.2424599999999995</c:v>
                </c:pt>
                <c:pt idx="5007">
                  <c:v>8.2486499999999996</c:v>
                </c:pt>
                <c:pt idx="5008">
                  <c:v>8.4227699999999999</c:v>
                </c:pt>
                <c:pt idx="5009">
                  <c:v>8.9972799999999999</c:v>
                </c:pt>
                <c:pt idx="5010">
                  <c:v>9.1486599999999996</c:v>
                </c:pt>
                <c:pt idx="5011">
                  <c:v>8.75</c:v>
                </c:pt>
                <c:pt idx="5012">
                  <c:v>8.5081000000000007</c:v>
                </c:pt>
                <c:pt idx="5013">
                  <c:v>8.6431000000000004</c:v>
                </c:pt>
                <c:pt idx="5014">
                  <c:v>8.7343799999999998</c:v>
                </c:pt>
                <c:pt idx="5015">
                  <c:v>8.4118999999999993</c:v>
                </c:pt>
                <c:pt idx="5016">
                  <c:v>8.3153799999999993</c:v>
                </c:pt>
                <c:pt idx="5017">
                  <c:v>8.4651200000000006</c:v>
                </c:pt>
                <c:pt idx="5018">
                  <c:v>8.4962999999999997</c:v>
                </c:pt>
                <c:pt idx="5019">
                  <c:v>8.6778700000000004</c:v>
                </c:pt>
                <c:pt idx="5020">
                  <c:v>8.9684500000000007</c:v>
                </c:pt>
                <c:pt idx="5021">
                  <c:v>9.0705299999999998</c:v>
                </c:pt>
                <c:pt idx="5022">
                  <c:v>8.9527900000000002</c:v>
                </c:pt>
                <c:pt idx="5023">
                  <c:v>8.9443800000000007</c:v>
                </c:pt>
                <c:pt idx="5024">
                  <c:v>8.7593099999999993</c:v>
                </c:pt>
                <c:pt idx="5025">
                  <c:v>8.7739700000000003</c:v>
                </c:pt>
                <c:pt idx="5026">
                  <c:v>8.7887199999999996</c:v>
                </c:pt>
                <c:pt idx="5027">
                  <c:v>8.8165499999999994</c:v>
                </c:pt>
                <c:pt idx="5028">
                  <c:v>8.84863</c:v>
                </c:pt>
                <c:pt idx="5029">
                  <c:v>8.6380400000000002</c:v>
                </c:pt>
                <c:pt idx="5030">
                  <c:v>8.2554200000000009</c:v>
                </c:pt>
                <c:pt idx="5031">
                  <c:v>8.1923399999999997</c:v>
                </c:pt>
                <c:pt idx="5032">
                  <c:v>8.5583299999999998</c:v>
                </c:pt>
                <c:pt idx="5033">
                  <c:v>8.6285900000000009</c:v>
                </c:pt>
                <c:pt idx="5034">
                  <c:v>8.7696199999999997</c:v>
                </c:pt>
                <c:pt idx="5035">
                  <c:v>8.8969299999999993</c:v>
                </c:pt>
                <c:pt idx="5036">
                  <c:v>8.9377499999999994</c:v>
                </c:pt>
                <c:pt idx="5037">
                  <c:v>8.9321199999999994</c:v>
                </c:pt>
                <c:pt idx="5038">
                  <c:v>9.1571499999999997</c:v>
                </c:pt>
                <c:pt idx="5039">
                  <c:v>9.4848599999999994</c:v>
                </c:pt>
                <c:pt idx="5040">
                  <c:v>9.4399599999999992</c:v>
                </c:pt>
                <c:pt idx="5041">
                  <c:v>9.2252799999999997</c:v>
                </c:pt>
                <c:pt idx="5042">
                  <c:v>9.0599399999999992</c:v>
                </c:pt>
                <c:pt idx="5043">
                  <c:v>9.1470500000000001</c:v>
                </c:pt>
                <c:pt idx="5044">
                  <c:v>9.3506400000000003</c:v>
                </c:pt>
                <c:pt idx="5045">
                  <c:v>9.3117300000000007</c:v>
                </c:pt>
                <c:pt idx="5046">
                  <c:v>8.9525299999999994</c:v>
                </c:pt>
                <c:pt idx="5047">
                  <c:v>8.7831200000000003</c:v>
                </c:pt>
                <c:pt idx="5048">
                  <c:v>8.7633600000000005</c:v>
                </c:pt>
                <c:pt idx="5049">
                  <c:v>8.6219699999999992</c:v>
                </c:pt>
                <c:pt idx="5050">
                  <c:v>8.7915200000000002</c:v>
                </c:pt>
                <c:pt idx="5051">
                  <c:v>9.1460799999999995</c:v>
                </c:pt>
                <c:pt idx="5052">
                  <c:v>9.3082200000000004</c:v>
                </c:pt>
                <c:pt idx="5053">
                  <c:v>9.4892900000000004</c:v>
                </c:pt>
                <c:pt idx="5054">
                  <c:v>9.6307700000000001</c:v>
                </c:pt>
                <c:pt idx="5055">
                  <c:v>9.6855700000000002</c:v>
                </c:pt>
                <c:pt idx="5056">
                  <c:v>9.9686400000000006</c:v>
                </c:pt>
                <c:pt idx="5057">
                  <c:v>10.0288</c:v>
                </c:pt>
                <c:pt idx="5058">
                  <c:v>10.118399999999999</c:v>
                </c:pt>
                <c:pt idx="5059">
                  <c:v>9.9805100000000007</c:v>
                </c:pt>
                <c:pt idx="5060">
                  <c:v>9.4629200000000004</c:v>
                </c:pt>
                <c:pt idx="5061">
                  <c:v>9.1122999999999994</c:v>
                </c:pt>
                <c:pt idx="5062">
                  <c:v>8.9508200000000002</c:v>
                </c:pt>
                <c:pt idx="5063">
                  <c:v>9.0726399999999998</c:v>
                </c:pt>
                <c:pt idx="5064">
                  <c:v>9.0077300000000005</c:v>
                </c:pt>
                <c:pt idx="5065">
                  <c:v>8.8278499999999998</c:v>
                </c:pt>
                <c:pt idx="5066">
                  <c:v>8.6841299999999997</c:v>
                </c:pt>
                <c:pt idx="5067">
                  <c:v>8.9290900000000004</c:v>
                </c:pt>
                <c:pt idx="5068">
                  <c:v>9.3397600000000001</c:v>
                </c:pt>
                <c:pt idx="5069">
                  <c:v>9.6622000000000003</c:v>
                </c:pt>
                <c:pt idx="5070">
                  <c:v>9.7768300000000004</c:v>
                </c:pt>
                <c:pt idx="5071">
                  <c:v>9.8502899999999993</c:v>
                </c:pt>
                <c:pt idx="5072">
                  <c:v>9.8724600000000002</c:v>
                </c:pt>
                <c:pt idx="5073">
                  <c:v>10.1219</c:v>
                </c:pt>
                <c:pt idx="5074">
                  <c:v>10.459899999999999</c:v>
                </c:pt>
                <c:pt idx="5075">
                  <c:v>10.486499999999999</c:v>
                </c:pt>
                <c:pt idx="5076">
                  <c:v>10.167</c:v>
                </c:pt>
                <c:pt idx="5077">
                  <c:v>9.8413299999999992</c:v>
                </c:pt>
                <c:pt idx="5078">
                  <c:v>10.0242</c:v>
                </c:pt>
                <c:pt idx="5079">
                  <c:v>9.8489299999999993</c:v>
                </c:pt>
                <c:pt idx="5080">
                  <c:v>9.70303</c:v>
                </c:pt>
                <c:pt idx="5081">
                  <c:v>9.4975900000000006</c:v>
                </c:pt>
                <c:pt idx="5082">
                  <c:v>9.2572600000000005</c:v>
                </c:pt>
                <c:pt idx="5083">
                  <c:v>9.2792999999999992</c:v>
                </c:pt>
                <c:pt idx="5084">
                  <c:v>9.1668099999999999</c:v>
                </c:pt>
                <c:pt idx="5085">
                  <c:v>9.0003100000000007</c:v>
                </c:pt>
                <c:pt idx="5086">
                  <c:v>9.0351900000000001</c:v>
                </c:pt>
                <c:pt idx="5087">
                  <c:v>9.2435299999999998</c:v>
                </c:pt>
                <c:pt idx="5088">
                  <c:v>9.3917199999999994</c:v>
                </c:pt>
                <c:pt idx="5089">
                  <c:v>9.4568399999999997</c:v>
                </c:pt>
                <c:pt idx="5090">
                  <c:v>9.9662500000000005</c:v>
                </c:pt>
                <c:pt idx="5091">
                  <c:v>10.1944</c:v>
                </c:pt>
                <c:pt idx="5092">
                  <c:v>9.7615400000000001</c:v>
                </c:pt>
                <c:pt idx="5093">
                  <c:v>9.6583500000000004</c:v>
                </c:pt>
                <c:pt idx="5094">
                  <c:v>9.8076100000000004</c:v>
                </c:pt>
                <c:pt idx="5095">
                  <c:v>9.8334799999999998</c:v>
                </c:pt>
                <c:pt idx="5096">
                  <c:v>9.5383899999999997</c:v>
                </c:pt>
                <c:pt idx="5097">
                  <c:v>9.5468799999999998</c:v>
                </c:pt>
                <c:pt idx="5098">
                  <c:v>9.7703900000000008</c:v>
                </c:pt>
                <c:pt idx="5099">
                  <c:v>9.7172300000000007</c:v>
                </c:pt>
                <c:pt idx="5100">
                  <c:v>9.7802000000000007</c:v>
                </c:pt>
                <c:pt idx="5101">
                  <c:v>9.9397199999999994</c:v>
                </c:pt>
                <c:pt idx="5102">
                  <c:v>10.076599999999999</c:v>
                </c:pt>
                <c:pt idx="5103">
                  <c:v>10.3619</c:v>
                </c:pt>
                <c:pt idx="5104">
                  <c:v>10.1846</c:v>
                </c:pt>
                <c:pt idx="5105">
                  <c:v>9.8249899999999997</c:v>
                </c:pt>
                <c:pt idx="5106">
                  <c:v>9.6383799999999997</c:v>
                </c:pt>
                <c:pt idx="5107">
                  <c:v>9.6261899999999994</c:v>
                </c:pt>
                <c:pt idx="5108">
                  <c:v>9.6372599999999995</c:v>
                </c:pt>
                <c:pt idx="5109">
                  <c:v>9.7727900000000005</c:v>
                </c:pt>
                <c:pt idx="5110">
                  <c:v>10.1892</c:v>
                </c:pt>
                <c:pt idx="5111">
                  <c:v>10.105600000000001</c:v>
                </c:pt>
                <c:pt idx="5112">
                  <c:v>10.0266</c:v>
                </c:pt>
                <c:pt idx="5113">
                  <c:v>10.093</c:v>
                </c:pt>
                <c:pt idx="5114">
                  <c:v>10.221</c:v>
                </c:pt>
                <c:pt idx="5115">
                  <c:v>10.250400000000001</c:v>
                </c:pt>
                <c:pt idx="5116">
                  <c:v>10.234</c:v>
                </c:pt>
                <c:pt idx="5117">
                  <c:v>10.119199999999999</c:v>
                </c:pt>
                <c:pt idx="5118">
                  <c:v>10.0039</c:v>
                </c:pt>
                <c:pt idx="5119">
                  <c:v>9.9897799999999997</c:v>
                </c:pt>
                <c:pt idx="5120">
                  <c:v>10.281700000000001</c:v>
                </c:pt>
                <c:pt idx="5121">
                  <c:v>10.307600000000001</c:v>
                </c:pt>
                <c:pt idx="5122">
                  <c:v>10.243600000000001</c:v>
                </c:pt>
                <c:pt idx="5123">
                  <c:v>9.8607899999999997</c:v>
                </c:pt>
                <c:pt idx="5124">
                  <c:v>9.4425000000000008</c:v>
                </c:pt>
                <c:pt idx="5125">
                  <c:v>9.1651199999999999</c:v>
                </c:pt>
                <c:pt idx="5126">
                  <c:v>9.3269400000000005</c:v>
                </c:pt>
                <c:pt idx="5127">
                  <c:v>9.86496</c:v>
                </c:pt>
                <c:pt idx="5128">
                  <c:v>10.159700000000001</c:v>
                </c:pt>
                <c:pt idx="5129">
                  <c:v>10.156499999999999</c:v>
                </c:pt>
                <c:pt idx="5130">
                  <c:v>10.036300000000001</c:v>
                </c:pt>
                <c:pt idx="5131">
                  <c:v>9.8921200000000002</c:v>
                </c:pt>
                <c:pt idx="5132">
                  <c:v>10.139900000000001</c:v>
                </c:pt>
                <c:pt idx="5133">
                  <c:v>10.3918</c:v>
                </c:pt>
                <c:pt idx="5134">
                  <c:v>10.4884</c:v>
                </c:pt>
                <c:pt idx="5135">
                  <c:v>10.373100000000001</c:v>
                </c:pt>
                <c:pt idx="5136">
                  <c:v>10.2448</c:v>
                </c:pt>
                <c:pt idx="5137">
                  <c:v>10.275499999999999</c:v>
                </c:pt>
                <c:pt idx="5138">
                  <c:v>10.1883</c:v>
                </c:pt>
                <c:pt idx="5139">
                  <c:v>9.8633100000000002</c:v>
                </c:pt>
                <c:pt idx="5140">
                  <c:v>9.9807900000000007</c:v>
                </c:pt>
                <c:pt idx="5141">
                  <c:v>10.282999999999999</c:v>
                </c:pt>
                <c:pt idx="5142">
                  <c:v>10.619899999999999</c:v>
                </c:pt>
                <c:pt idx="5143">
                  <c:v>10.6386</c:v>
                </c:pt>
                <c:pt idx="5144">
                  <c:v>10.4466</c:v>
                </c:pt>
                <c:pt idx="5145">
                  <c:v>10.2744</c:v>
                </c:pt>
                <c:pt idx="5146">
                  <c:v>10.1601</c:v>
                </c:pt>
                <c:pt idx="5147">
                  <c:v>10.247400000000001</c:v>
                </c:pt>
                <c:pt idx="5148">
                  <c:v>10.415699999999999</c:v>
                </c:pt>
                <c:pt idx="5149">
                  <c:v>10.4032</c:v>
                </c:pt>
                <c:pt idx="5150">
                  <c:v>10.147600000000001</c:v>
                </c:pt>
                <c:pt idx="5151">
                  <c:v>10.097</c:v>
                </c:pt>
                <c:pt idx="5152">
                  <c:v>10.315200000000001</c:v>
                </c:pt>
                <c:pt idx="5153">
                  <c:v>10.5342</c:v>
                </c:pt>
                <c:pt idx="5154">
                  <c:v>10.5093</c:v>
                </c:pt>
                <c:pt idx="5155">
                  <c:v>10.469200000000001</c:v>
                </c:pt>
                <c:pt idx="5156">
                  <c:v>10.5139</c:v>
                </c:pt>
                <c:pt idx="5157">
                  <c:v>10.7493</c:v>
                </c:pt>
                <c:pt idx="5158">
                  <c:v>10.9679</c:v>
                </c:pt>
                <c:pt idx="5159">
                  <c:v>11.100899999999999</c:v>
                </c:pt>
                <c:pt idx="5160">
                  <c:v>11.2028</c:v>
                </c:pt>
                <c:pt idx="5161">
                  <c:v>11.1745</c:v>
                </c:pt>
                <c:pt idx="5162">
                  <c:v>10.911</c:v>
                </c:pt>
                <c:pt idx="5163">
                  <c:v>10.7272</c:v>
                </c:pt>
                <c:pt idx="5164">
                  <c:v>10.763199999999999</c:v>
                </c:pt>
                <c:pt idx="5165">
                  <c:v>10.973000000000001</c:v>
                </c:pt>
                <c:pt idx="5166">
                  <c:v>10.96</c:v>
                </c:pt>
                <c:pt idx="5167">
                  <c:v>10.924099999999999</c:v>
                </c:pt>
                <c:pt idx="5168">
                  <c:v>10.865600000000001</c:v>
                </c:pt>
                <c:pt idx="5169">
                  <c:v>10.930400000000001</c:v>
                </c:pt>
                <c:pt idx="5170">
                  <c:v>11.2441</c:v>
                </c:pt>
                <c:pt idx="5171">
                  <c:v>11.474299999999999</c:v>
                </c:pt>
                <c:pt idx="5172">
                  <c:v>11.580500000000001</c:v>
                </c:pt>
                <c:pt idx="5173">
                  <c:v>11.7264</c:v>
                </c:pt>
                <c:pt idx="5174">
                  <c:v>11.6289</c:v>
                </c:pt>
                <c:pt idx="5175">
                  <c:v>11.5822</c:v>
                </c:pt>
                <c:pt idx="5176">
                  <c:v>11.7674</c:v>
                </c:pt>
                <c:pt idx="5177">
                  <c:v>11.410600000000001</c:v>
                </c:pt>
                <c:pt idx="5178">
                  <c:v>11.3254</c:v>
                </c:pt>
                <c:pt idx="5179">
                  <c:v>11.684699999999999</c:v>
                </c:pt>
                <c:pt idx="5180">
                  <c:v>11.71</c:v>
                </c:pt>
                <c:pt idx="5181">
                  <c:v>11.456899999999999</c:v>
                </c:pt>
                <c:pt idx="5182">
                  <c:v>11.159700000000001</c:v>
                </c:pt>
                <c:pt idx="5183">
                  <c:v>11.413</c:v>
                </c:pt>
                <c:pt idx="5184">
                  <c:v>11.620200000000001</c:v>
                </c:pt>
                <c:pt idx="5185">
                  <c:v>11.9764</c:v>
                </c:pt>
                <c:pt idx="5186">
                  <c:v>12.1534</c:v>
                </c:pt>
                <c:pt idx="5187">
                  <c:v>12.195600000000001</c:v>
                </c:pt>
                <c:pt idx="5188">
                  <c:v>12.2377</c:v>
                </c:pt>
                <c:pt idx="5189">
                  <c:v>11.977499999999999</c:v>
                </c:pt>
                <c:pt idx="5190">
                  <c:v>11.9079</c:v>
                </c:pt>
                <c:pt idx="5191">
                  <c:v>12.1631</c:v>
                </c:pt>
                <c:pt idx="5192">
                  <c:v>12.445499999999999</c:v>
                </c:pt>
                <c:pt idx="5193">
                  <c:v>12.488200000000001</c:v>
                </c:pt>
                <c:pt idx="5194">
                  <c:v>12.160399999999999</c:v>
                </c:pt>
                <c:pt idx="5195">
                  <c:v>12.161899999999999</c:v>
                </c:pt>
                <c:pt idx="5196">
                  <c:v>12.1631</c:v>
                </c:pt>
                <c:pt idx="5197">
                  <c:v>12.2212</c:v>
                </c:pt>
                <c:pt idx="5198">
                  <c:v>12.1785</c:v>
                </c:pt>
                <c:pt idx="5199">
                  <c:v>11.908099999999999</c:v>
                </c:pt>
                <c:pt idx="5200">
                  <c:v>11.7247</c:v>
                </c:pt>
                <c:pt idx="5201">
                  <c:v>11.8371</c:v>
                </c:pt>
                <c:pt idx="5202">
                  <c:v>11.8566</c:v>
                </c:pt>
                <c:pt idx="5203">
                  <c:v>11.9131</c:v>
                </c:pt>
                <c:pt idx="5204">
                  <c:v>12.1532</c:v>
                </c:pt>
                <c:pt idx="5205">
                  <c:v>12.373100000000001</c:v>
                </c:pt>
                <c:pt idx="5206">
                  <c:v>12.554500000000001</c:v>
                </c:pt>
                <c:pt idx="5207">
                  <c:v>12.638299999999999</c:v>
                </c:pt>
                <c:pt idx="5208">
                  <c:v>12.4048</c:v>
                </c:pt>
                <c:pt idx="5209">
                  <c:v>12.1229</c:v>
                </c:pt>
                <c:pt idx="5210">
                  <c:v>12.339499999999999</c:v>
                </c:pt>
                <c:pt idx="5211">
                  <c:v>12.5197</c:v>
                </c:pt>
                <c:pt idx="5212">
                  <c:v>12.6554</c:v>
                </c:pt>
                <c:pt idx="5213">
                  <c:v>12.8515</c:v>
                </c:pt>
                <c:pt idx="5214">
                  <c:v>12.7515</c:v>
                </c:pt>
                <c:pt idx="5215">
                  <c:v>12.6335</c:v>
                </c:pt>
                <c:pt idx="5216">
                  <c:v>12.805099999999999</c:v>
                </c:pt>
                <c:pt idx="5217">
                  <c:v>13.285399999999999</c:v>
                </c:pt>
                <c:pt idx="5218">
                  <c:v>13.7928</c:v>
                </c:pt>
                <c:pt idx="5219">
                  <c:v>13.7859</c:v>
                </c:pt>
                <c:pt idx="5220">
                  <c:v>13.813499999999999</c:v>
                </c:pt>
                <c:pt idx="5221">
                  <c:v>14.066000000000001</c:v>
                </c:pt>
                <c:pt idx="5222">
                  <c:v>14.1807</c:v>
                </c:pt>
                <c:pt idx="5223">
                  <c:v>14.0357</c:v>
                </c:pt>
                <c:pt idx="5224">
                  <c:v>13.905200000000001</c:v>
                </c:pt>
                <c:pt idx="5225">
                  <c:v>14.124700000000001</c:v>
                </c:pt>
                <c:pt idx="5226">
                  <c:v>14.166</c:v>
                </c:pt>
                <c:pt idx="5227">
                  <c:v>14.1549</c:v>
                </c:pt>
                <c:pt idx="5228">
                  <c:v>14.284000000000001</c:v>
                </c:pt>
                <c:pt idx="5229">
                  <c:v>14.4297</c:v>
                </c:pt>
                <c:pt idx="5230">
                  <c:v>14.5616</c:v>
                </c:pt>
                <c:pt idx="5231">
                  <c:v>14.412100000000001</c:v>
                </c:pt>
                <c:pt idx="5232">
                  <c:v>14.379200000000001</c:v>
                </c:pt>
                <c:pt idx="5233">
                  <c:v>14.239100000000001</c:v>
                </c:pt>
                <c:pt idx="5234">
                  <c:v>14.0984</c:v>
                </c:pt>
                <c:pt idx="5235">
                  <c:v>14.1197</c:v>
                </c:pt>
                <c:pt idx="5236">
                  <c:v>13.9903</c:v>
                </c:pt>
                <c:pt idx="5237">
                  <c:v>13.945</c:v>
                </c:pt>
                <c:pt idx="5238">
                  <c:v>14.103400000000001</c:v>
                </c:pt>
                <c:pt idx="5239">
                  <c:v>14.3316</c:v>
                </c:pt>
                <c:pt idx="5240">
                  <c:v>14.178599999999999</c:v>
                </c:pt>
                <c:pt idx="5241">
                  <c:v>14.190799999999999</c:v>
                </c:pt>
                <c:pt idx="5242">
                  <c:v>14.3353</c:v>
                </c:pt>
                <c:pt idx="5243">
                  <c:v>14.481199999999999</c:v>
                </c:pt>
                <c:pt idx="5244">
                  <c:v>14.511799999999999</c:v>
                </c:pt>
                <c:pt idx="5245">
                  <c:v>14.612500000000001</c:v>
                </c:pt>
                <c:pt idx="5246">
                  <c:v>15.1591</c:v>
                </c:pt>
                <c:pt idx="5247">
                  <c:v>15.466799999999999</c:v>
                </c:pt>
                <c:pt idx="5248">
                  <c:v>15.4674</c:v>
                </c:pt>
                <c:pt idx="5249">
                  <c:v>15.422499999999999</c:v>
                </c:pt>
                <c:pt idx="5250">
                  <c:v>15.3401</c:v>
                </c:pt>
                <c:pt idx="5251">
                  <c:v>15.273300000000001</c:v>
                </c:pt>
                <c:pt idx="5252">
                  <c:v>15.216799999999999</c:v>
                </c:pt>
                <c:pt idx="5253">
                  <c:v>15.4603</c:v>
                </c:pt>
                <c:pt idx="5254">
                  <c:v>15.3812</c:v>
                </c:pt>
                <c:pt idx="5255">
                  <c:v>15.3873</c:v>
                </c:pt>
                <c:pt idx="5256">
                  <c:v>15.4513</c:v>
                </c:pt>
                <c:pt idx="5257">
                  <c:v>15.600099999999999</c:v>
                </c:pt>
                <c:pt idx="5258">
                  <c:v>15.4305</c:v>
                </c:pt>
                <c:pt idx="5259">
                  <c:v>14.954800000000001</c:v>
                </c:pt>
                <c:pt idx="5260">
                  <c:v>15.176</c:v>
                </c:pt>
                <c:pt idx="5261">
                  <c:v>15.4316</c:v>
                </c:pt>
                <c:pt idx="5262">
                  <c:v>15.358499999999999</c:v>
                </c:pt>
                <c:pt idx="5263">
                  <c:v>15.871600000000001</c:v>
                </c:pt>
                <c:pt idx="5264">
                  <c:v>16.492599999999999</c:v>
                </c:pt>
                <c:pt idx="5265">
                  <c:v>16.3751</c:v>
                </c:pt>
                <c:pt idx="5266">
                  <c:v>16.195499999999999</c:v>
                </c:pt>
                <c:pt idx="5267">
                  <c:v>16.249400000000001</c:v>
                </c:pt>
                <c:pt idx="5268">
                  <c:v>16.385999999999999</c:v>
                </c:pt>
                <c:pt idx="5269">
                  <c:v>16.515599999999999</c:v>
                </c:pt>
                <c:pt idx="5270">
                  <c:v>16.271799999999999</c:v>
                </c:pt>
                <c:pt idx="5271">
                  <c:v>16.003699999999998</c:v>
                </c:pt>
                <c:pt idx="5272">
                  <c:v>16.1295</c:v>
                </c:pt>
                <c:pt idx="5273">
                  <c:v>16.094200000000001</c:v>
                </c:pt>
                <c:pt idx="5274">
                  <c:v>16.235199999999999</c:v>
                </c:pt>
                <c:pt idx="5275">
                  <c:v>16.772400000000001</c:v>
                </c:pt>
                <c:pt idx="5276">
                  <c:v>16.9025</c:v>
                </c:pt>
                <c:pt idx="5277">
                  <c:v>17.226700000000001</c:v>
                </c:pt>
                <c:pt idx="5278">
                  <c:v>17.620799999999999</c:v>
                </c:pt>
                <c:pt idx="5279">
                  <c:v>17.613099999999999</c:v>
                </c:pt>
                <c:pt idx="5280">
                  <c:v>17.376899999999999</c:v>
                </c:pt>
                <c:pt idx="5281">
                  <c:v>17.21</c:v>
                </c:pt>
                <c:pt idx="5282">
                  <c:v>17.119399999999999</c:v>
                </c:pt>
                <c:pt idx="5283">
                  <c:v>16.916799999999999</c:v>
                </c:pt>
                <c:pt idx="5284">
                  <c:v>17.022099999999998</c:v>
                </c:pt>
                <c:pt idx="5285">
                  <c:v>17.446100000000001</c:v>
                </c:pt>
                <c:pt idx="5286">
                  <c:v>17.7136</c:v>
                </c:pt>
                <c:pt idx="5287">
                  <c:v>17.900600000000001</c:v>
                </c:pt>
                <c:pt idx="5288">
                  <c:v>18.133900000000001</c:v>
                </c:pt>
                <c:pt idx="5289">
                  <c:v>18.1845</c:v>
                </c:pt>
                <c:pt idx="5290">
                  <c:v>18.0594</c:v>
                </c:pt>
                <c:pt idx="5291">
                  <c:v>17.942399999999999</c:v>
                </c:pt>
                <c:pt idx="5292">
                  <c:v>17.894600000000001</c:v>
                </c:pt>
                <c:pt idx="5293">
                  <c:v>18.319800000000001</c:v>
                </c:pt>
                <c:pt idx="5294">
                  <c:v>18.816400000000002</c:v>
                </c:pt>
                <c:pt idx="5295">
                  <c:v>18.7729</c:v>
                </c:pt>
                <c:pt idx="5296">
                  <c:v>18.826799999999999</c:v>
                </c:pt>
                <c:pt idx="5297">
                  <c:v>19.092099999999999</c:v>
                </c:pt>
                <c:pt idx="5298">
                  <c:v>19.0123</c:v>
                </c:pt>
                <c:pt idx="5299">
                  <c:v>19.081299999999999</c:v>
                </c:pt>
                <c:pt idx="5300">
                  <c:v>19.318899999999999</c:v>
                </c:pt>
                <c:pt idx="5301">
                  <c:v>19.338799999999999</c:v>
                </c:pt>
                <c:pt idx="5302">
                  <c:v>19.308399999999999</c:v>
                </c:pt>
                <c:pt idx="5303">
                  <c:v>19.848700000000001</c:v>
                </c:pt>
                <c:pt idx="5304">
                  <c:v>20.4907</c:v>
                </c:pt>
                <c:pt idx="5305">
                  <c:v>20.727699999999999</c:v>
                </c:pt>
                <c:pt idx="5306">
                  <c:v>20.854299999999999</c:v>
                </c:pt>
                <c:pt idx="5307">
                  <c:v>20.928599999999999</c:v>
                </c:pt>
                <c:pt idx="5308">
                  <c:v>21.137899999999998</c:v>
                </c:pt>
                <c:pt idx="5309">
                  <c:v>21.5761</c:v>
                </c:pt>
                <c:pt idx="5310">
                  <c:v>21.999300000000002</c:v>
                </c:pt>
                <c:pt idx="5311">
                  <c:v>22.1052</c:v>
                </c:pt>
                <c:pt idx="5312">
                  <c:v>22.140899999999998</c:v>
                </c:pt>
                <c:pt idx="5313">
                  <c:v>22.2866</c:v>
                </c:pt>
                <c:pt idx="5314">
                  <c:v>22.667999999999999</c:v>
                </c:pt>
                <c:pt idx="5315">
                  <c:v>22.814299999999999</c:v>
                </c:pt>
                <c:pt idx="5316">
                  <c:v>22.807600000000001</c:v>
                </c:pt>
                <c:pt idx="5317">
                  <c:v>22.881499999999999</c:v>
                </c:pt>
                <c:pt idx="5318">
                  <c:v>23.4146</c:v>
                </c:pt>
                <c:pt idx="5319">
                  <c:v>23.625800000000002</c:v>
                </c:pt>
                <c:pt idx="5320">
                  <c:v>23.909800000000001</c:v>
                </c:pt>
                <c:pt idx="5321">
                  <c:v>24.067</c:v>
                </c:pt>
                <c:pt idx="5322">
                  <c:v>24.012499999999999</c:v>
                </c:pt>
                <c:pt idx="5323">
                  <c:v>24.169499999999999</c:v>
                </c:pt>
                <c:pt idx="5324">
                  <c:v>24.3626</c:v>
                </c:pt>
                <c:pt idx="5325">
                  <c:v>24.2989</c:v>
                </c:pt>
                <c:pt idx="5326">
                  <c:v>24.337599999999998</c:v>
                </c:pt>
                <c:pt idx="5327">
                  <c:v>24.1326</c:v>
                </c:pt>
                <c:pt idx="5328">
                  <c:v>24.110099999999999</c:v>
                </c:pt>
                <c:pt idx="5329">
                  <c:v>24.7577</c:v>
                </c:pt>
                <c:pt idx="5330">
                  <c:v>25.3279</c:v>
                </c:pt>
                <c:pt idx="5331">
                  <c:v>25.639800000000001</c:v>
                </c:pt>
                <c:pt idx="5332">
                  <c:v>25.803999999999998</c:v>
                </c:pt>
                <c:pt idx="5333">
                  <c:v>25.968599999999999</c:v>
                </c:pt>
                <c:pt idx="5334">
                  <c:v>26.108699999999999</c:v>
                </c:pt>
                <c:pt idx="5335">
                  <c:v>26.4618</c:v>
                </c:pt>
                <c:pt idx="5336">
                  <c:v>27.283100000000001</c:v>
                </c:pt>
                <c:pt idx="5337">
                  <c:v>27.942499999999999</c:v>
                </c:pt>
                <c:pt idx="5338">
                  <c:v>28.306799999999999</c:v>
                </c:pt>
                <c:pt idx="5339">
                  <c:v>28.688300000000002</c:v>
                </c:pt>
                <c:pt idx="5340">
                  <c:v>28.694400000000002</c:v>
                </c:pt>
                <c:pt idx="5341">
                  <c:v>28.433599999999998</c:v>
                </c:pt>
                <c:pt idx="5342">
                  <c:v>28.55</c:v>
                </c:pt>
                <c:pt idx="5343">
                  <c:v>29.0839</c:v>
                </c:pt>
                <c:pt idx="5344">
                  <c:v>29.944400000000002</c:v>
                </c:pt>
                <c:pt idx="5345">
                  <c:v>30.544899999999998</c:v>
                </c:pt>
                <c:pt idx="5346">
                  <c:v>30.894500000000001</c:v>
                </c:pt>
                <c:pt idx="5347">
                  <c:v>31.098600000000001</c:v>
                </c:pt>
                <c:pt idx="5348">
                  <c:v>31.246600000000001</c:v>
                </c:pt>
                <c:pt idx="5349">
                  <c:v>31.793700000000001</c:v>
                </c:pt>
                <c:pt idx="5350">
                  <c:v>32.405200000000001</c:v>
                </c:pt>
                <c:pt idx="5351">
                  <c:v>32.728000000000002</c:v>
                </c:pt>
                <c:pt idx="5352">
                  <c:v>33.220799999999997</c:v>
                </c:pt>
                <c:pt idx="5353">
                  <c:v>34.2196</c:v>
                </c:pt>
                <c:pt idx="5354">
                  <c:v>35.491599999999998</c:v>
                </c:pt>
                <c:pt idx="5355">
                  <c:v>36.622900000000001</c:v>
                </c:pt>
                <c:pt idx="5356">
                  <c:v>37.530299999999997</c:v>
                </c:pt>
                <c:pt idx="5357">
                  <c:v>38.467700000000001</c:v>
                </c:pt>
                <c:pt idx="5358">
                  <c:v>40.19</c:v>
                </c:pt>
                <c:pt idx="5359">
                  <c:v>41.716299999999997</c:v>
                </c:pt>
                <c:pt idx="5360">
                  <c:v>42.749299999999998</c:v>
                </c:pt>
                <c:pt idx="5361">
                  <c:v>43.866</c:v>
                </c:pt>
                <c:pt idx="5362">
                  <c:v>44.761499999999998</c:v>
                </c:pt>
                <c:pt idx="5363">
                  <c:v>45.322600000000001</c:v>
                </c:pt>
                <c:pt idx="5364">
                  <c:v>46.316699999999997</c:v>
                </c:pt>
                <c:pt idx="5365">
                  <c:v>47.669499999999999</c:v>
                </c:pt>
                <c:pt idx="5366">
                  <c:v>48.612099999999998</c:v>
                </c:pt>
                <c:pt idx="5367">
                  <c:v>49.546700000000001</c:v>
                </c:pt>
                <c:pt idx="5368">
                  <c:v>50.910400000000003</c:v>
                </c:pt>
                <c:pt idx="5369">
                  <c:v>51.931899999999999</c:v>
                </c:pt>
                <c:pt idx="5370">
                  <c:v>52.753300000000003</c:v>
                </c:pt>
                <c:pt idx="5371">
                  <c:v>53.955599999999997</c:v>
                </c:pt>
                <c:pt idx="5372">
                  <c:v>55.314799999999998</c:v>
                </c:pt>
                <c:pt idx="5373">
                  <c:v>56.432600000000001</c:v>
                </c:pt>
                <c:pt idx="5374">
                  <c:v>57.985300000000002</c:v>
                </c:pt>
                <c:pt idx="5375">
                  <c:v>59.572600000000001</c:v>
                </c:pt>
                <c:pt idx="5376">
                  <c:v>61.457000000000001</c:v>
                </c:pt>
                <c:pt idx="5377">
                  <c:v>63.289900000000003</c:v>
                </c:pt>
                <c:pt idx="5378">
                  <c:v>65.028999999999996</c:v>
                </c:pt>
                <c:pt idx="5379">
                  <c:v>67.091700000000003</c:v>
                </c:pt>
                <c:pt idx="5380">
                  <c:v>69.598399999999998</c:v>
                </c:pt>
                <c:pt idx="5381">
                  <c:v>72.392200000000003</c:v>
                </c:pt>
                <c:pt idx="5382">
                  <c:v>75.459100000000007</c:v>
                </c:pt>
                <c:pt idx="5383">
                  <c:v>78.836799999999997</c:v>
                </c:pt>
                <c:pt idx="5384">
                  <c:v>82.112700000000004</c:v>
                </c:pt>
                <c:pt idx="5385">
                  <c:v>85.650800000000004</c:v>
                </c:pt>
                <c:pt idx="5386">
                  <c:v>89.889899999999997</c:v>
                </c:pt>
                <c:pt idx="5387">
                  <c:v>94.893600000000006</c:v>
                </c:pt>
                <c:pt idx="5388">
                  <c:v>100.13200000000001</c:v>
                </c:pt>
                <c:pt idx="5389">
                  <c:v>105.97199999999999</c:v>
                </c:pt>
                <c:pt idx="5390">
                  <c:v>112.84699999999999</c:v>
                </c:pt>
                <c:pt idx="5391">
                  <c:v>120.83499999999999</c:v>
                </c:pt>
                <c:pt idx="5392">
                  <c:v>129.82300000000001</c:v>
                </c:pt>
                <c:pt idx="5393">
                  <c:v>140.35499999999999</c:v>
                </c:pt>
                <c:pt idx="5394">
                  <c:v>152.71299999999999</c:v>
                </c:pt>
                <c:pt idx="5395">
                  <c:v>167.99</c:v>
                </c:pt>
                <c:pt idx="5396">
                  <c:v>186.71100000000001</c:v>
                </c:pt>
                <c:pt idx="5397">
                  <c:v>210.035</c:v>
                </c:pt>
                <c:pt idx="5398">
                  <c:v>239.703</c:v>
                </c:pt>
                <c:pt idx="5399">
                  <c:v>276.697</c:v>
                </c:pt>
                <c:pt idx="5400">
                  <c:v>322.39</c:v>
                </c:pt>
                <c:pt idx="5401">
                  <c:v>377.642</c:v>
                </c:pt>
                <c:pt idx="5402">
                  <c:v>442.50599999999997</c:v>
                </c:pt>
                <c:pt idx="5403">
                  <c:v>516.45100000000002</c:v>
                </c:pt>
                <c:pt idx="5404">
                  <c:v>597.10900000000004</c:v>
                </c:pt>
                <c:pt idx="5405">
                  <c:v>680.077</c:v>
                </c:pt>
                <c:pt idx="5406">
                  <c:v>760.94399999999996</c:v>
                </c:pt>
                <c:pt idx="5407">
                  <c:v>837.85199999999998</c:v>
                </c:pt>
                <c:pt idx="5408">
                  <c:v>907.86699999999996</c:v>
                </c:pt>
                <c:pt idx="5409">
                  <c:v>963.73400000000004</c:v>
                </c:pt>
                <c:pt idx="5410">
                  <c:v>996.4</c:v>
                </c:pt>
                <c:pt idx="5411">
                  <c:v>1002.04</c:v>
                </c:pt>
                <c:pt idx="5412">
                  <c:v>985.63900000000001</c:v>
                </c:pt>
                <c:pt idx="5413">
                  <c:v>958.202</c:v>
                </c:pt>
                <c:pt idx="5414">
                  <c:v>929.06500000000005</c:v>
                </c:pt>
                <c:pt idx="5415">
                  <c:v>901.25400000000002</c:v>
                </c:pt>
                <c:pt idx="5416">
                  <c:v>870.27200000000005</c:v>
                </c:pt>
                <c:pt idx="5417">
                  <c:v>826.17399999999998</c:v>
                </c:pt>
                <c:pt idx="5418">
                  <c:v>759.15</c:v>
                </c:pt>
                <c:pt idx="5419">
                  <c:v>668.91200000000003</c:v>
                </c:pt>
                <c:pt idx="5420">
                  <c:v>566.83199999999999</c:v>
                </c:pt>
                <c:pt idx="5421">
                  <c:v>467.65699999999998</c:v>
                </c:pt>
                <c:pt idx="5422">
                  <c:v>382.2</c:v>
                </c:pt>
                <c:pt idx="5423">
                  <c:v>313.86599999999999</c:v>
                </c:pt>
                <c:pt idx="5424">
                  <c:v>260.69200000000001</c:v>
                </c:pt>
                <c:pt idx="5425">
                  <c:v>219.67599999999999</c:v>
                </c:pt>
                <c:pt idx="5426">
                  <c:v>188.05799999999999</c:v>
                </c:pt>
                <c:pt idx="5427">
                  <c:v>162.977</c:v>
                </c:pt>
                <c:pt idx="5428">
                  <c:v>142.90700000000001</c:v>
                </c:pt>
                <c:pt idx="5429">
                  <c:v>127.32</c:v>
                </c:pt>
                <c:pt idx="5430">
                  <c:v>115.05</c:v>
                </c:pt>
                <c:pt idx="5431">
                  <c:v>104.65900000000001</c:v>
                </c:pt>
                <c:pt idx="5432">
                  <c:v>95.895600000000002</c:v>
                </c:pt>
                <c:pt idx="5433">
                  <c:v>89.132099999999994</c:v>
                </c:pt>
                <c:pt idx="5434">
                  <c:v>83.675600000000003</c:v>
                </c:pt>
                <c:pt idx="5435">
                  <c:v>78.864099999999993</c:v>
                </c:pt>
                <c:pt idx="5436">
                  <c:v>74.795400000000001</c:v>
                </c:pt>
                <c:pt idx="5437">
                  <c:v>71.173299999999998</c:v>
                </c:pt>
                <c:pt idx="5438">
                  <c:v>68.513800000000003</c:v>
                </c:pt>
                <c:pt idx="5439">
                  <c:v>66.780799999999999</c:v>
                </c:pt>
                <c:pt idx="5440">
                  <c:v>65.491500000000002</c:v>
                </c:pt>
                <c:pt idx="5441">
                  <c:v>64.675399999999996</c:v>
                </c:pt>
                <c:pt idx="5442">
                  <c:v>64.155500000000004</c:v>
                </c:pt>
                <c:pt idx="5443">
                  <c:v>64.121499999999997</c:v>
                </c:pt>
                <c:pt idx="5444">
                  <c:v>64.781300000000002</c:v>
                </c:pt>
                <c:pt idx="5445">
                  <c:v>66.368099999999998</c:v>
                </c:pt>
                <c:pt idx="5446">
                  <c:v>68.429199999999994</c:v>
                </c:pt>
                <c:pt idx="5447">
                  <c:v>70.431200000000004</c:v>
                </c:pt>
                <c:pt idx="5448">
                  <c:v>72.534899999999993</c:v>
                </c:pt>
                <c:pt idx="5449">
                  <c:v>75.1143</c:v>
                </c:pt>
                <c:pt idx="5450">
                  <c:v>77.875200000000007</c:v>
                </c:pt>
                <c:pt idx="5451">
                  <c:v>80.150800000000004</c:v>
                </c:pt>
                <c:pt idx="5452">
                  <c:v>82.647000000000006</c:v>
                </c:pt>
                <c:pt idx="5453">
                  <c:v>85.293999999999997</c:v>
                </c:pt>
                <c:pt idx="5454">
                  <c:v>87.329400000000007</c:v>
                </c:pt>
                <c:pt idx="5455">
                  <c:v>88.747900000000001</c:v>
                </c:pt>
                <c:pt idx="5456">
                  <c:v>89.794499999999999</c:v>
                </c:pt>
                <c:pt idx="5457">
                  <c:v>90.695800000000006</c:v>
                </c:pt>
                <c:pt idx="5458">
                  <c:v>91.586299999999994</c:v>
                </c:pt>
                <c:pt idx="5459">
                  <c:v>92.164900000000003</c:v>
                </c:pt>
                <c:pt idx="5460">
                  <c:v>92.408500000000004</c:v>
                </c:pt>
                <c:pt idx="5461">
                  <c:v>92.511600000000001</c:v>
                </c:pt>
                <c:pt idx="5462">
                  <c:v>92.203800000000001</c:v>
                </c:pt>
                <c:pt idx="5463">
                  <c:v>91.046599999999998</c:v>
                </c:pt>
                <c:pt idx="5464">
                  <c:v>89.602999999999994</c:v>
                </c:pt>
                <c:pt idx="5465">
                  <c:v>88.866500000000002</c:v>
                </c:pt>
                <c:pt idx="5466">
                  <c:v>88.559799999999996</c:v>
                </c:pt>
                <c:pt idx="5467">
                  <c:v>88.520600000000002</c:v>
                </c:pt>
                <c:pt idx="5468">
                  <c:v>88.714100000000002</c:v>
                </c:pt>
                <c:pt idx="5469">
                  <c:v>89.465100000000007</c:v>
                </c:pt>
                <c:pt idx="5470">
                  <c:v>91.081199999999995</c:v>
                </c:pt>
                <c:pt idx="5471">
                  <c:v>93.085099999999997</c:v>
                </c:pt>
                <c:pt idx="5472">
                  <c:v>95.294200000000004</c:v>
                </c:pt>
                <c:pt idx="5473">
                  <c:v>97.898700000000005</c:v>
                </c:pt>
                <c:pt idx="5474">
                  <c:v>100.828</c:v>
                </c:pt>
                <c:pt idx="5475">
                  <c:v>104.89</c:v>
                </c:pt>
                <c:pt idx="5476">
                  <c:v>109.607</c:v>
                </c:pt>
                <c:pt idx="5477">
                  <c:v>114.383</c:v>
                </c:pt>
                <c:pt idx="5478">
                  <c:v>119.706</c:v>
                </c:pt>
                <c:pt idx="5479">
                  <c:v>126.193</c:v>
                </c:pt>
                <c:pt idx="5480">
                  <c:v>133.989</c:v>
                </c:pt>
                <c:pt idx="5481">
                  <c:v>143.12299999999999</c:v>
                </c:pt>
                <c:pt idx="5482">
                  <c:v>153.84200000000001</c:v>
                </c:pt>
                <c:pt idx="5483">
                  <c:v>166.50299999999999</c:v>
                </c:pt>
                <c:pt idx="5484">
                  <c:v>181.48</c:v>
                </c:pt>
                <c:pt idx="5485">
                  <c:v>200.63200000000001</c:v>
                </c:pt>
                <c:pt idx="5486">
                  <c:v>224.77199999999999</c:v>
                </c:pt>
                <c:pt idx="5487">
                  <c:v>255.08600000000001</c:v>
                </c:pt>
                <c:pt idx="5488">
                  <c:v>293.01100000000002</c:v>
                </c:pt>
                <c:pt idx="5489">
                  <c:v>339.98599999999999</c:v>
                </c:pt>
                <c:pt idx="5490">
                  <c:v>396.697</c:v>
                </c:pt>
                <c:pt idx="5491">
                  <c:v>463.55399999999997</c:v>
                </c:pt>
                <c:pt idx="5492">
                  <c:v>539.37</c:v>
                </c:pt>
                <c:pt idx="5493">
                  <c:v>621.173</c:v>
                </c:pt>
                <c:pt idx="5494">
                  <c:v>705.04499999999996</c:v>
                </c:pt>
                <c:pt idx="5495">
                  <c:v>787.44299999999998</c:v>
                </c:pt>
                <c:pt idx="5496">
                  <c:v>865.67200000000003</c:v>
                </c:pt>
                <c:pt idx="5497">
                  <c:v>936.90099999999995</c:v>
                </c:pt>
                <c:pt idx="5498">
                  <c:v>993.69899999999996</c:v>
                </c:pt>
                <c:pt idx="5499">
                  <c:v>1027.05</c:v>
                </c:pt>
                <c:pt idx="5500">
                  <c:v>1033.6300000000001</c:v>
                </c:pt>
                <c:pt idx="5501">
                  <c:v>1018.39</c:v>
                </c:pt>
                <c:pt idx="5502">
                  <c:v>991.55499999999995</c:v>
                </c:pt>
                <c:pt idx="5503">
                  <c:v>962.471</c:v>
                </c:pt>
                <c:pt idx="5504">
                  <c:v>934.16300000000001</c:v>
                </c:pt>
                <c:pt idx="5505">
                  <c:v>902.16700000000003</c:v>
                </c:pt>
                <c:pt idx="5506">
                  <c:v>855.51700000000005</c:v>
                </c:pt>
                <c:pt idx="5507">
                  <c:v>784.197</c:v>
                </c:pt>
                <c:pt idx="5508">
                  <c:v>688.35799999999995</c:v>
                </c:pt>
                <c:pt idx="5509">
                  <c:v>580.29399999999998</c:v>
                </c:pt>
                <c:pt idx="5510">
                  <c:v>476.339</c:v>
                </c:pt>
                <c:pt idx="5511">
                  <c:v>387.22199999999998</c:v>
                </c:pt>
                <c:pt idx="5512">
                  <c:v>315.95299999999997</c:v>
                </c:pt>
                <c:pt idx="5513">
                  <c:v>260.38400000000001</c:v>
                </c:pt>
                <c:pt idx="5514">
                  <c:v>217.30099999999999</c:v>
                </c:pt>
                <c:pt idx="5515">
                  <c:v>184.20699999999999</c:v>
                </c:pt>
                <c:pt idx="5516">
                  <c:v>158.11600000000001</c:v>
                </c:pt>
                <c:pt idx="5517">
                  <c:v>137.06700000000001</c:v>
                </c:pt>
                <c:pt idx="5518">
                  <c:v>120.316</c:v>
                </c:pt>
                <c:pt idx="5519">
                  <c:v>106.637</c:v>
                </c:pt>
                <c:pt idx="5520">
                  <c:v>95.299199999999999</c:v>
                </c:pt>
                <c:pt idx="5521">
                  <c:v>86.046400000000006</c:v>
                </c:pt>
                <c:pt idx="5522">
                  <c:v>78.515799999999999</c:v>
                </c:pt>
                <c:pt idx="5523">
                  <c:v>72.439099999999996</c:v>
                </c:pt>
                <c:pt idx="5524">
                  <c:v>67.0334</c:v>
                </c:pt>
                <c:pt idx="5525">
                  <c:v>62.1995</c:v>
                </c:pt>
                <c:pt idx="5526">
                  <c:v>58.341099999999997</c:v>
                </c:pt>
                <c:pt idx="5527">
                  <c:v>55.192599999999999</c:v>
                </c:pt>
                <c:pt idx="5528">
                  <c:v>52.416600000000003</c:v>
                </c:pt>
                <c:pt idx="5529">
                  <c:v>50.2956</c:v>
                </c:pt>
                <c:pt idx="5530">
                  <c:v>48.9315</c:v>
                </c:pt>
                <c:pt idx="5531">
                  <c:v>47.986800000000002</c:v>
                </c:pt>
                <c:pt idx="5532">
                  <c:v>47.098199999999999</c:v>
                </c:pt>
                <c:pt idx="5533">
                  <c:v>46.462299999999999</c:v>
                </c:pt>
                <c:pt idx="5534">
                  <c:v>46.673200000000001</c:v>
                </c:pt>
                <c:pt idx="5535">
                  <c:v>47.1691</c:v>
                </c:pt>
                <c:pt idx="5536">
                  <c:v>47.465000000000003</c:v>
                </c:pt>
                <c:pt idx="5537">
                  <c:v>48.298099999999998</c:v>
                </c:pt>
                <c:pt idx="5538">
                  <c:v>49.729300000000002</c:v>
                </c:pt>
                <c:pt idx="5539">
                  <c:v>51.634099999999997</c:v>
                </c:pt>
                <c:pt idx="5540">
                  <c:v>53.557400000000001</c:v>
                </c:pt>
                <c:pt idx="5541">
                  <c:v>55.063200000000002</c:v>
                </c:pt>
                <c:pt idx="5542">
                  <c:v>56.304600000000001</c:v>
                </c:pt>
                <c:pt idx="5543">
                  <c:v>57.496899999999997</c:v>
                </c:pt>
                <c:pt idx="5544">
                  <c:v>58.488900000000001</c:v>
                </c:pt>
                <c:pt idx="5545">
                  <c:v>58.815100000000001</c:v>
                </c:pt>
                <c:pt idx="5546">
                  <c:v>58.585900000000002</c:v>
                </c:pt>
                <c:pt idx="5547">
                  <c:v>58.2986</c:v>
                </c:pt>
                <c:pt idx="5548">
                  <c:v>57.796500000000002</c:v>
                </c:pt>
                <c:pt idx="5549">
                  <c:v>57.137099999999997</c:v>
                </c:pt>
                <c:pt idx="5550">
                  <c:v>56.064999999999998</c:v>
                </c:pt>
                <c:pt idx="5551">
                  <c:v>54.2971</c:v>
                </c:pt>
                <c:pt idx="5552">
                  <c:v>52.164999999999999</c:v>
                </c:pt>
                <c:pt idx="5553">
                  <c:v>49.693300000000001</c:v>
                </c:pt>
                <c:pt idx="5554">
                  <c:v>47.145200000000003</c:v>
                </c:pt>
                <c:pt idx="5555">
                  <c:v>44.666699999999999</c:v>
                </c:pt>
                <c:pt idx="5556">
                  <c:v>42.353299999999997</c:v>
                </c:pt>
                <c:pt idx="5557">
                  <c:v>40.429000000000002</c:v>
                </c:pt>
                <c:pt idx="5558">
                  <c:v>38.7545</c:v>
                </c:pt>
                <c:pt idx="5559">
                  <c:v>37.254199999999997</c:v>
                </c:pt>
                <c:pt idx="5560">
                  <c:v>36.120600000000003</c:v>
                </c:pt>
                <c:pt idx="5561">
                  <c:v>34.8095</c:v>
                </c:pt>
                <c:pt idx="5562">
                  <c:v>33.730699999999999</c:v>
                </c:pt>
                <c:pt idx="5563">
                  <c:v>32.887300000000003</c:v>
                </c:pt>
                <c:pt idx="5564">
                  <c:v>31.958600000000001</c:v>
                </c:pt>
                <c:pt idx="5565">
                  <c:v>30.978999999999999</c:v>
                </c:pt>
                <c:pt idx="5566">
                  <c:v>30.245200000000001</c:v>
                </c:pt>
                <c:pt idx="5567">
                  <c:v>29.638400000000001</c:v>
                </c:pt>
                <c:pt idx="5568">
                  <c:v>28.880199999999999</c:v>
                </c:pt>
                <c:pt idx="5569">
                  <c:v>28.115600000000001</c:v>
                </c:pt>
                <c:pt idx="5570">
                  <c:v>27.624600000000001</c:v>
                </c:pt>
                <c:pt idx="5571">
                  <c:v>27.515999999999998</c:v>
                </c:pt>
                <c:pt idx="5572">
                  <c:v>27.207699999999999</c:v>
                </c:pt>
                <c:pt idx="5573">
                  <c:v>26.716999999999999</c:v>
                </c:pt>
                <c:pt idx="5574">
                  <c:v>26.314599999999999</c:v>
                </c:pt>
                <c:pt idx="5575">
                  <c:v>26.124300000000002</c:v>
                </c:pt>
                <c:pt idx="5576">
                  <c:v>25.790900000000001</c:v>
                </c:pt>
                <c:pt idx="5577">
                  <c:v>24.964300000000001</c:v>
                </c:pt>
                <c:pt idx="5578">
                  <c:v>24.169</c:v>
                </c:pt>
                <c:pt idx="5579">
                  <c:v>23.775500000000001</c:v>
                </c:pt>
                <c:pt idx="5580">
                  <c:v>23.5349</c:v>
                </c:pt>
                <c:pt idx="5581">
                  <c:v>23.225300000000001</c:v>
                </c:pt>
                <c:pt idx="5582">
                  <c:v>22.9907</c:v>
                </c:pt>
                <c:pt idx="5583">
                  <c:v>22.715299999999999</c:v>
                </c:pt>
                <c:pt idx="5584">
                  <c:v>22.808800000000002</c:v>
                </c:pt>
                <c:pt idx="5585">
                  <c:v>22.685700000000001</c:v>
                </c:pt>
                <c:pt idx="5586">
                  <c:v>22.082000000000001</c:v>
                </c:pt>
                <c:pt idx="5587">
                  <c:v>21.903199999999998</c:v>
                </c:pt>
                <c:pt idx="5588">
                  <c:v>21.786000000000001</c:v>
                </c:pt>
                <c:pt idx="5589">
                  <c:v>21.3932</c:v>
                </c:pt>
                <c:pt idx="5590">
                  <c:v>20.988199999999999</c:v>
                </c:pt>
                <c:pt idx="5591">
                  <c:v>20.4986</c:v>
                </c:pt>
                <c:pt idx="5592">
                  <c:v>20.362400000000001</c:v>
                </c:pt>
                <c:pt idx="5593">
                  <c:v>20.2837</c:v>
                </c:pt>
                <c:pt idx="5594">
                  <c:v>19.9618</c:v>
                </c:pt>
                <c:pt idx="5595">
                  <c:v>19.941099999999999</c:v>
                </c:pt>
                <c:pt idx="5596">
                  <c:v>19.696999999999999</c:v>
                </c:pt>
                <c:pt idx="5597">
                  <c:v>19.469200000000001</c:v>
                </c:pt>
                <c:pt idx="5598">
                  <c:v>19.496600000000001</c:v>
                </c:pt>
                <c:pt idx="5599">
                  <c:v>19.4712</c:v>
                </c:pt>
                <c:pt idx="5600">
                  <c:v>19.604199999999999</c:v>
                </c:pt>
                <c:pt idx="5601">
                  <c:v>19.729399999999998</c:v>
                </c:pt>
                <c:pt idx="5602">
                  <c:v>19.896000000000001</c:v>
                </c:pt>
                <c:pt idx="5603">
                  <c:v>19.625499999999999</c:v>
                </c:pt>
                <c:pt idx="5604">
                  <c:v>19.4682</c:v>
                </c:pt>
                <c:pt idx="5605">
                  <c:v>19.537800000000001</c:v>
                </c:pt>
                <c:pt idx="5606">
                  <c:v>19.7133</c:v>
                </c:pt>
                <c:pt idx="5607">
                  <c:v>19.7639</c:v>
                </c:pt>
                <c:pt idx="5608">
                  <c:v>19.466000000000001</c:v>
                </c:pt>
                <c:pt idx="5609">
                  <c:v>18.946999999999999</c:v>
                </c:pt>
                <c:pt idx="5610">
                  <c:v>18.859500000000001</c:v>
                </c:pt>
                <c:pt idx="5611">
                  <c:v>18.813500000000001</c:v>
                </c:pt>
                <c:pt idx="5612">
                  <c:v>18.905000000000001</c:v>
                </c:pt>
                <c:pt idx="5613">
                  <c:v>19.174199999999999</c:v>
                </c:pt>
                <c:pt idx="5614">
                  <c:v>19.072399999999998</c:v>
                </c:pt>
                <c:pt idx="5615">
                  <c:v>18.9069</c:v>
                </c:pt>
                <c:pt idx="5616">
                  <c:v>18.997900000000001</c:v>
                </c:pt>
                <c:pt idx="5617">
                  <c:v>18.890599999999999</c:v>
                </c:pt>
                <c:pt idx="5618">
                  <c:v>18.984300000000001</c:v>
                </c:pt>
                <c:pt idx="5619">
                  <c:v>18.993600000000001</c:v>
                </c:pt>
                <c:pt idx="5620">
                  <c:v>18.859400000000001</c:v>
                </c:pt>
                <c:pt idx="5621">
                  <c:v>18.676600000000001</c:v>
                </c:pt>
                <c:pt idx="5622">
                  <c:v>18.377300000000002</c:v>
                </c:pt>
                <c:pt idx="5623">
                  <c:v>18.091699999999999</c:v>
                </c:pt>
                <c:pt idx="5624">
                  <c:v>17.348600000000001</c:v>
                </c:pt>
                <c:pt idx="5625">
                  <c:v>16.612200000000001</c:v>
                </c:pt>
                <c:pt idx="5626">
                  <c:v>16.264700000000001</c:v>
                </c:pt>
                <c:pt idx="5627">
                  <c:v>16.197199999999999</c:v>
                </c:pt>
                <c:pt idx="5628">
                  <c:v>16.470500000000001</c:v>
                </c:pt>
                <c:pt idx="5629">
                  <c:v>16.220400000000001</c:v>
                </c:pt>
                <c:pt idx="5630">
                  <c:v>16.500299999999999</c:v>
                </c:pt>
                <c:pt idx="5631">
                  <c:v>16.709800000000001</c:v>
                </c:pt>
                <c:pt idx="5632">
                  <c:v>16.450500000000002</c:v>
                </c:pt>
                <c:pt idx="5633">
                  <c:v>16.359400000000001</c:v>
                </c:pt>
                <c:pt idx="5634">
                  <c:v>16.227699999999999</c:v>
                </c:pt>
                <c:pt idx="5635">
                  <c:v>16.017800000000001</c:v>
                </c:pt>
                <c:pt idx="5636">
                  <c:v>15.9954</c:v>
                </c:pt>
                <c:pt idx="5637">
                  <c:v>16.240400000000001</c:v>
                </c:pt>
                <c:pt idx="5638">
                  <c:v>16.435099999999998</c:v>
                </c:pt>
                <c:pt idx="5639">
                  <c:v>16.023</c:v>
                </c:pt>
                <c:pt idx="5640">
                  <c:v>15.511200000000001</c:v>
                </c:pt>
                <c:pt idx="5641">
                  <c:v>15.402100000000001</c:v>
                </c:pt>
                <c:pt idx="5642">
                  <c:v>15.458500000000001</c:v>
                </c:pt>
                <c:pt idx="5643">
                  <c:v>15.2559</c:v>
                </c:pt>
                <c:pt idx="5644">
                  <c:v>15.1981</c:v>
                </c:pt>
                <c:pt idx="5645">
                  <c:v>15.7142</c:v>
                </c:pt>
                <c:pt idx="5646">
                  <c:v>16.2316</c:v>
                </c:pt>
                <c:pt idx="5647">
                  <c:v>16.473600000000001</c:v>
                </c:pt>
                <c:pt idx="5648">
                  <c:v>16.227699999999999</c:v>
                </c:pt>
                <c:pt idx="5649">
                  <c:v>15.9069</c:v>
                </c:pt>
                <c:pt idx="5650">
                  <c:v>15.672599999999999</c:v>
                </c:pt>
                <c:pt idx="5651">
                  <c:v>15.509</c:v>
                </c:pt>
                <c:pt idx="5652">
                  <c:v>15.411799999999999</c:v>
                </c:pt>
                <c:pt idx="5653">
                  <c:v>15.0365</c:v>
                </c:pt>
                <c:pt idx="5654">
                  <c:v>14.7163</c:v>
                </c:pt>
                <c:pt idx="5655">
                  <c:v>14.988300000000001</c:v>
                </c:pt>
                <c:pt idx="5656">
                  <c:v>15.206799999999999</c:v>
                </c:pt>
                <c:pt idx="5657">
                  <c:v>15.4046</c:v>
                </c:pt>
                <c:pt idx="5658">
                  <c:v>15.177199999999999</c:v>
                </c:pt>
                <c:pt idx="5659">
                  <c:v>14.5898</c:v>
                </c:pt>
                <c:pt idx="5660">
                  <c:v>14.2225</c:v>
                </c:pt>
                <c:pt idx="5661">
                  <c:v>14.3652</c:v>
                </c:pt>
                <c:pt idx="5662">
                  <c:v>14.7003</c:v>
                </c:pt>
                <c:pt idx="5663">
                  <c:v>14.660600000000001</c:v>
                </c:pt>
                <c:pt idx="5664">
                  <c:v>14.499599999999999</c:v>
                </c:pt>
                <c:pt idx="5665">
                  <c:v>14.249700000000001</c:v>
                </c:pt>
                <c:pt idx="5666">
                  <c:v>13.9605</c:v>
                </c:pt>
                <c:pt idx="5667">
                  <c:v>14.003500000000001</c:v>
                </c:pt>
                <c:pt idx="5668">
                  <c:v>14.369300000000001</c:v>
                </c:pt>
                <c:pt idx="5669">
                  <c:v>14.8691</c:v>
                </c:pt>
                <c:pt idx="5670">
                  <c:v>14.952500000000001</c:v>
                </c:pt>
                <c:pt idx="5671">
                  <c:v>14.5779</c:v>
                </c:pt>
                <c:pt idx="5672">
                  <c:v>14.664300000000001</c:v>
                </c:pt>
                <c:pt idx="5673">
                  <c:v>14.5715</c:v>
                </c:pt>
                <c:pt idx="5674">
                  <c:v>14.3453</c:v>
                </c:pt>
                <c:pt idx="5675">
                  <c:v>14.366099999999999</c:v>
                </c:pt>
                <c:pt idx="5676">
                  <c:v>14.4133</c:v>
                </c:pt>
                <c:pt idx="5677">
                  <c:v>14.272399999999999</c:v>
                </c:pt>
                <c:pt idx="5678">
                  <c:v>14.1134</c:v>
                </c:pt>
                <c:pt idx="5679">
                  <c:v>14.049799999999999</c:v>
                </c:pt>
                <c:pt idx="5680">
                  <c:v>13.7432</c:v>
                </c:pt>
                <c:pt idx="5681">
                  <c:v>13.284000000000001</c:v>
                </c:pt>
                <c:pt idx="5682">
                  <c:v>12.996499999999999</c:v>
                </c:pt>
                <c:pt idx="5683">
                  <c:v>13.1967</c:v>
                </c:pt>
                <c:pt idx="5684">
                  <c:v>13.526</c:v>
                </c:pt>
                <c:pt idx="5685">
                  <c:v>13.510899999999999</c:v>
                </c:pt>
                <c:pt idx="5686">
                  <c:v>13.5023</c:v>
                </c:pt>
                <c:pt idx="5687">
                  <c:v>13.7654</c:v>
                </c:pt>
                <c:pt idx="5688">
                  <c:v>13.8695</c:v>
                </c:pt>
                <c:pt idx="5689">
                  <c:v>13.7193</c:v>
                </c:pt>
                <c:pt idx="5690">
                  <c:v>13.5082</c:v>
                </c:pt>
                <c:pt idx="5691">
                  <c:v>13.469099999999999</c:v>
                </c:pt>
                <c:pt idx="5692">
                  <c:v>13.2133</c:v>
                </c:pt>
                <c:pt idx="5693">
                  <c:v>13.2242</c:v>
                </c:pt>
                <c:pt idx="5694">
                  <c:v>13.54</c:v>
                </c:pt>
                <c:pt idx="5695">
                  <c:v>13.557</c:v>
                </c:pt>
                <c:pt idx="5696">
                  <c:v>13.632400000000001</c:v>
                </c:pt>
                <c:pt idx="5697">
                  <c:v>13.4955</c:v>
                </c:pt>
                <c:pt idx="5698">
                  <c:v>13.3592</c:v>
                </c:pt>
                <c:pt idx="5699">
                  <c:v>13.4435</c:v>
                </c:pt>
                <c:pt idx="5700">
                  <c:v>13.8066</c:v>
                </c:pt>
                <c:pt idx="5701">
                  <c:v>13.841799999999999</c:v>
                </c:pt>
                <c:pt idx="5702">
                  <c:v>13.9922</c:v>
                </c:pt>
                <c:pt idx="5703">
                  <c:v>14.3789</c:v>
                </c:pt>
                <c:pt idx="5704">
                  <c:v>14.7112</c:v>
                </c:pt>
                <c:pt idx="5705">
                  <c:v>14.768000000000001</c:v>
                </c:pt>
                <c:pt idx="5706">
                  <c:v>14.4595</c:v>
                </c:pt>
                <c:pt idx="5707">
                  <c:v>14.127800000000001</c:v>
                </c:pt>
                <c:pt idx="5708">
                  <c:v>14.068199999999999</c:v>
                </c:pt>
                <c:pt idx="5709">
                  <c:v>13.7545</c:v>
                </c:pt>
                <c:pt idx="5710">
                  <c:v>13.5511</c:v>
                </c:pt>
                <c:pt idx="5711">
                  <c:v>13.6844</c:v>
                </c:pt>
                <c:pt idx="5712">
                  <c:v>13.8813</c:v>
                </c:pt>
                <c:pt idx="5713">
                  <c:v>13.648300000000001</c:v>
                </c:pt>
                <c:pt idx="5714">
                  <c:v>13.1219</c:v>
                </c:pt>
                <c:pt idx="5715">
                  <c:v>12.817399999999999</c:v>
                </c:pt>
                <c:pt idx="5716">
                  <c:v>12.707800000000001</c:v>
                </c:pt>
                <c:pt idx="5717">
                  <c:v>12.947800000000001</c:v>
                </c:pt>
                <c:pt idx="5718">
                  <c:v>12.7636</c:v>
                </c:pt>
                <c:pt idx="5719">
                  <c:v>12.566800000000001</c:v>
                </c:pt>
                <c:pt idx="5720">
                  <c:v>12.295199999999999</c:v>
                </c:pt>
                <c:pt idx="5721">
                  <c:v>12.3628</c:v>
                </c:pt>
                <c:pt idx="5722">
                  <c:v>12.361700000000001</c:v>
                </c:pt>
                <c:pt idx="5723">
                  <c:v>11.9962</c:v>
                </c:pt>
                <c:pt idx="5724">
                  <c:v>11.9177</c:v>
                </c:pt>
                <c:pt idx="5725">
                  <c:v>12.1899</c:v>
                </c:pt>
                <c:pt idx="5726">
                  <c:v>12.286899999999999</c:v>
                </c:pt>
                <c:pt idx="5727">
                  <c:v>12.0427</c:v>
                </c:pt>
                <c:pt idx="5728">
                  <c:v>11.840199999999999</c:v>
                </c:pt>
                <c:pt idx="5729">
                  <c:v>11.8809</c:v>
                </c:pt>
                <c:pt idx="5730">
                  <c:v>11.536899999999999</c:v>
                </c:pt>
                <c:pt idx="5731">
                  <c:v>11.2409</c:v>
                </c:pt>
                <c:pt idx="5732">
                  <c:v>11.229100000000001</c:v>
                </c:pt>
                <c:pt idx="5733">
                  <c:v>11.594799999999999</c:v>
                </c:pt>
                <c:pt idx="5734">
                  <c:v>11.752599999999999</c:v>
                </c:pt>
                <c:pt idx="5735">
                  <c:v>11.599500000000001</c:v>
                </c:pt>
                <c:pt idx="5736">
                  <c:v>11.0534</c:v>
                </c:pt>
                <c:pt idx="5737">
                  <c:v>10.9581</c:v>
                </c:pt>
                <c:pt idx="5738">
                  <c:v>10.819599999999999</c:v>
                </c:pt>
                <c:pt idx="5739">
                  <c:v>10.476900000000001</c:v>
                </c:pt>
                <c:pt idx="5740">
                  <c:v>10.169600000000001</c:v>
                </c:pt>
                <c:pt idx="5741">
                  <c:v>10.139200000000001</c:v>
                </c:pt>
                <c:pt idx="5742">
                  <c:v>10.4383</c:v>
                </c:pt>
                <c:pt idx="5743">
                  <c:v>10.9937</c:v>
                </c:pt>
                <c:pt idx="5744">
                  <c:v>11.0967</c:v>
                </c:pt>
                <c:pt idx="5745">
                  <c:v>11.1828</c:v>
                </c:pt>
                <c:pt idx="5746">
                  <c:v>11.4453</c:v>
                </c:pt>
                <c:pt idx="5747">
                  <c:v>11.2943</c:v>
                </c:pt>
                <c:pt idx="5748">
                  <c:v>11.2232</c:v>
                </c:pt>
                <c:pt idx="5749">
                  <c:v>11.349500000000001</c:v>
                </c:pt>
                <c:pt idx="5750">
                  <c:v>11.8271</c:v>
                </c:pt>
                <c:pt idx="5751">
                  <c:v>12.121499999999999</c:v>
                </c:pt>
                <c:pt idx="5752">
                  <c:v>12.0753</c:v>
                </c:pt>
                <c:pt idx="5753">
                  <c:v>11.8908</c:v>
                </c:pt>
                <c:pt idx="5754">
                  <c:v>11.2963</c:v>
                </c:pt>
                <c:pt idx="5755">
                  <c:v>11.0877</c:v>
                </c:pt>
                <c:pt idx="5756">
                  <c:v>11.444699999999999</c:v>
                </c:pt>
                <c:pt idx="5757">
                  <c:v>11.3147</c:v>
                </c:pt>
                <c:pt idx="5758">
                  <c:v>11.1853</c:v>
                </c:pt>
                <c:pt idx="5759">
                  <c:v>11.276999999999999</c:v>
                </c:pt>
                <c:pt idx="5760">
                  <c:v>11.3378</c:v>
                </c:pt>
                <c:pt idx="5761">
                  <c:v>11.116899999999999</c:v>
                </c:pt>
                <c:pt idx="5762">
                  <c:v>10.8256</c:v>
                </c:pt>
                <c:pt idx="5763">
                  <c:v>10.786300000000001</c:v>
                </c:pt>
                <c:pt idx="5764">
                  <c:v>11.057600000000001</c:v>
                </c:pt>
                <c:pt idx="5765">
                  <c:v>11.3666</c:v>
                </c:pt>
                <c:pt idx="5766">
                  <c:v>11.4983</c:v>
                </c:pt>
                <c:pt idx="5767">
                  <c:v>11.1623</c:v>
                </c:pt>
                <c:pt idx="5768">
                  <c:v>10.788</c:v>
                </c:pt>
                <c:pt idx="5769">
                  <c:v>10.8536</c:v>
                </c:pt>
                <c:pt idx="5770">
                  <c:v>11.1586</c:v>
                </c:pt>
                <c:pt idx="5771">
                  <c:v>11.6372</c:v>
                </c:pt>
                <c:pt idx="5772">
                  <c:v>11.4856</c:v>
                </c:pt>
                <c:pt idx="5773">
                  <c:v>11.222300000000001</c:v>
                </c:pt>
                <c:pt idx="5774">
                  <c:v>11.008599999999999</c:v>
                </c:pt>
                <c:pt idx="5775">
                  <c:v>10.8987</c:v>
                </c:pt>
                <c:pt idx="5776">
                  <c:v>10.933400000000001</c:v>
                </c:pt>
                <c:pt idx="5777">
                  <c:v>11.054399999999999</c:v>
                </c:pt>
                <c:pt idx="5778">
                  <c:v>11.415900000000001</c:v>
                </c:pt>
                <c:pt idx="5779">
                  <c:v>11.4152</c:v>
                </c:pt>
                <c:pt idx="5780">
                  <c:v>10.953099999999999</c:v>
                </c:pt>
                <c:pt idx="5781">
                  <c:v>10.754899999999999</c:v>
                </c:pt>
                <c:pt idx="5782">
                  <c:v>10.7904</c:v>
                </c:pt>
                <c:pt idx="5783">
                  <c:v>10.843400000000001</c:v>
                </c:pt>
                <c:pt idx="5784">
                  <c:v>11.1364</c:v>
                </c:pt>
                <c:pt idx="5785">
                  <c:v>11.410299999999999</c:v>
                </c:pt>
                <c:pt idx="5786">
                  <c:v>11.592700000000001</c:v>
                </c:pt>
                <c:pt idx="5787">
                  <c:v>11.591900000000001</c:v>
                </c:pt>
                <c:pt idx="5788">
                  <c:v>11.4252</c:v>
                </c:pt>
                <c:pt idx="5789">
                  <c:v>11.049300000000001</c:v>
                </c:pt>
                <c:pt idx="5790">
                  <c:v>10.6691</c:v>
                </c:pt>
                <c:pt idx="5791">
                  <c:v>10.7555</c:v>
                </c:pt>
                <c:pt idx="5792">
                  <c:v>11.0047</c:v>
                </c:pt>
                <c:pt idx="5793">
                  <c:v>11.177099999999999</c:v>
                </c:pt>
                <c:pt idx="5794">
                  <c:v>11.187099999999999</c:v>
                </c:pt>
                <c:pt idx="5795">
                  <c:v>10.91</c:v>
                </c:pt>
                <c:pt idx="5796">
                  <c:v>10.211399999999999</c:v>
                </c:pt>
                <c:pt idx="5797">
                  <c:v>9.7532800000000002</c:v>
                </c:pt>
                <c:pt idx="5798">
                  <c:v>10.025</c:v>
                </c:pt>
                <c:pt idx="5799">
                  <c:v>10.3933</c:v>
                </c:pt>
                <c:pt idx="5800">
                  <c:v>10.405900000000001</c:v>
                </c:pt>
                <c:pt idx="5801">
                  <c:v>10.290699999999999</c:v>
                </c:pt>
                <c:pt idx="5802">
                  <c:v>10.5275</c:v>
                </c:pt>
                <c:pt idx="5803">
                  <c:v>10.742800000000001</c:v>
                </c:pt>
                <c:pt idx="5804">
                  <c:v>10.726900000000001</c:v>
                </c:pt>
                <c:pt idx="5805">
                  <c:v>10.708299999999999</c:v>
                </c:pt>
                <c:pt idx="5806">
                  <c:v>10.8932</c:v>
                </c:pt>
                <c:pt idx="5807">
                  <c:v>11.3482</c:v>
                </c:pt>
                <c:pt idx="5808">
                  <c:v>11.413600000000001</c:v>
                </c:pt>
                <c:pt idx="5809">
                  <c:v>11.084</c:v>
                </c:pt>
                <c:pt idx="5810">
                  <c:v>10.623699999999999</c:v>
                </c:pt>
                <c:pt idx="5811">
                  <c:v>10.360900000000001</c:v>
                </c:pt>
                <c:pt idx="5812">
                  <c:v>10.3637</c:v>
                </c:pt>
                <c:pt idx="5813">
                  <c:v>10.061</c:v>
                </c:pt>
                <c:pt idx="5814">
                  <c:v>9.8897899999999996</c:v>
                </c:pt>
                <c:pt idx="5815">
                  <c:v>10.391400000000001</c:v>
                </c:pt>
                <c:pt idx="5816">
                  <c:v>10.802199999999999</c:v>
                </c:pt>
                <c:pt idx="5817">
                  <c:v>10.847200000000001</c:v>
                </c:pt>
                <c:pt idx="5818">
                  <c:v>10.855399999999999</c:v>
                </c:pt>
                <c:pt idx="5819">
                  <c:v>10.136100000000001</c:v>
                </c:pt>
                <c:pt idx="5820">
                  <c:v>9.8014700000000001</c:v>
                </c:pt>
                <c:pt idx="5821">
                  <c:v>10.165699999999999</c:v>
                </c:pt>
                <c:pt idx="5822">
                  <c:v>10.5578</c:v>
                </c:pt>
                <c:pt idx="5823">
                  <c:v>10.9269</c:v>
                </c:pt>
                <c:pt idx="5824">
                  <c:v>11.0764</c:v>
                </c:pt>
                <c:pt idx="5825">
                  <c:v>11.091900000000001</c:v>
                </c:pt>
                <c:pt idx="5826">
                  <c:v>10.782</c:v>
                </c:pt>
                <c:pt idx="5827">
                  <c:v>10.585599999999999</c:v>
                </c:pt>
                <c:pt idx="5828">
                  <c:v>10.677099999999999</c:v>
                </c:pt>
                <c:pt idx="5829">
                  <c:v>10.613</c:v>
                </c:pt>
                <c:pt idx="5830">
                  <c:v>10.418699999999999</c:v>
                </c:pt>
                <c:pt idx="5831">
                  <c:v>10.2979</c:v>
                </c:pt>
                <c:pt idx="5832">
                  <c:v>10.441800000000001</c:v>
                </c:pt>
                <c:pt idx="5833">
                  <c:v>10.539099999999999</c:v>
                </c:pt>
                <c:pt idx="5834">
                  <c:v>10.4269</c:v>
                </c:pt>
                <c:pt idx="5835">
                  <c:v>10.0524</c:v>
                </c:pt>
                <c:pt idx="5836">
                  <c:v>10.206899999999999</c:v>
                </c:pt>
                <c:pt idx="5837">
                  <c:v>10.3314</c:v>
                </c:pt>
                <c:pt idx="5838">
                  <c:v>10.2865</c:v>
                </c:pt>
                <c:pt idx="5839">
                  <c:v>9.6966999999999999</c:v>
                </c:pt>
                <c:pt idx="5840">
                  <c:v>9.2896599999999996</c:v>
                </c:pt>
                <c:pt idx="5841">
                  <c:v>9.1109399999999994</c:v>
                </c:pt>
                <c:pt idx="5842">
                  <c:v>9.48231</c:v>
                </c:pt>
                <c:pt idx="5843">
                  <c:v>9.9386700000000001</c:v>
                </c:pt>
                <c:pt idx="5844">
                  <c:v>10.168200000000001</c:v>
                </c:pt>
                <c:pt idx="5845">
                  <c:v>10.4916</c:v>
                </c:pt>
                <c:pt idx="5846">
                  <c:v>10.489699999999999</c:v>
                </c:pt>
                <c:pt idx="5847">
                  <c:v>10.223599999999999</c:v>
                </c:pt>
                <c:pt idx="5848">
                  <c:v>10.0641</c:v>
                </c:pt>
                <c:pt idx="5849">
                  <c:v>9.6984899999999996</c:v>
                </c:pt>
                <c:pt idx="5850">
                  <c:v>9.4076500000000003</c:v>
                </c:pt>
                <c:pt idx="5851">
                  <c:v>9.2799899999999997</c:v>
                </c:pt>
                <c:pt idx="5852">
                  <c:v>9.2930299999999999</c:v>
                </c:pt>
                <c:pt idx="5853">
                  <c:v>9.5703700000000005</c:v>
                </c:pt>
                <c:pt idx="5854">
                  <c:v>9.9101900000000001</c:v>
                </c:pt>
                <c:pt idx="5855">
                  <c:v>10.111599999999999</c:v>
                </c:pt>
                <c:pt idx="5856">
                  <c:v>10.038399999999999</c:v>
                </c:pt>
                <c:pt idx="5857">
                  <c:v>9.9117300000000004</c:v>
                </c:pt>
                <c:pt idx="5858">
                  <c:v>9.5636200000000002</c:v>
                </c:pt>
                <c:pt idx="5859">
                  <c:v>9.1010200000000001</c:v>
                </c:pt>
                <c:pt idx="5860">
                  <c:v>9.0143900000000006</c:v>
                </c:pt>
                <c:pt idx="5861">
                  <c:v>8.96922</c:v>
                </c:pt>
                <c:pt idx="5862">
                  <c:v>9.1449599999999993</c:v>
                </c:pt>
                <c:pt idx="5863">
                  <c:v>9.5762300000000007</c:v>
                </c:pt>
                <c:pt idx="5864">
                  <c:v>9.67</c:v>
                </c:pt>
                <c:pt idx="5865">
                  <c:v>9.5259699999999992</c:v>
                </c:pt>
                <c:pt idx="5866">
                  <c:v>9.4709599999999998</c:v>
                </c:pt>
                <c:pt idx="5867">
                  <c:v>9.7721099999999996</c:v>
                </c:pt>
                <c:pt idx="5868">
                  <c:v>10.093500000000001</c:v>
                </c:pt>
                <c:pt idx="5869">
                  <c:v>10.2531</c:v>
                </c:pt>
                <c:pt idx="5870">
                  <c:v>10.104699999999999</c:v>
                </c:pt>
                <c:pt idx="5871">
                  <c:v>10.0647</c:v>
                </c:pt>
                <c:pt idx="5872">
                  <c:v>10.1355</c:v>
                </c:pt>
                <c:pt idx="5873">
                  <c:v>9.9333399999999994</c:v>
                </c:pt>
                <c:pt idx="5874">
                  <c:v>9.7475199999999997</c:v>
                </c:pt>
                <c:pt idx="5875">
                  <c:v>9.7578399999999998</c:v>
                </c:pt>
                <c:pt idx="5876">
                  <c:v>9.8970199999999995</c:v>
                </c:pt>
                <c:pt idx="5877">
                  <c:v>9.8684100000000008</c:v>
                </c:pt>
                <c:pt idx="5878">
                  <c:v>9.9147099999999995</c:v>
                </c:pt>
                <c:pt idx="5879">
                  <c:v>9.7576099999999997</c:v>
                </c:pt>
                <c:pt idx="5880">
                  <c:v>9.3773099999999996</c:v>
                </c:pt>
                <c:pt idx="5881">
                  <c:v>9.5414499999999993</c:v>
                </c:pt>
                <c:pt idx="5882">
                  <c:v>9.7551900000000007</c:v>
                </c:pt>
                <c:pt idx="5883">
                  <c:v>9.9544200000000007</c:v>
                </c:pt>
                <c:pt idx="5884">
                  <c:v>9.8017099999999999</c:v>
                </c:pt>
                <c:pt idx="5885">
                  <c:v>9.4971599999999992</c:v>
                </c:pt>
                <c:pt idx="5886">
                  <c:v>9.5055800000000001</c:v>
                </c:pt>
                <c:pt idx="5887">
                  <c:v>9.6605399999999992</c:v>
                </c:pt>
                <c:pt idx="5888">
                  <c:v>9.8632399999999993</c:v>
                </c:pt>
                <c:pt idx="5889">
                  <c:v>9.9506899999999998</c:v>
                </c:pt>
                <c:pt idx="5890">
                  <c:v>9.9878</c:v>
                </c:pt>
                <c:pt idx="5891">
                  <c:v>9.6849100000000004</c:v>
                </c:pt>
                <c:pt idx="5892">
                  <c:v>9.6136199999999992</c:v>
                </c:pt>
                <c:pt idx="5893">
                  <c:v>10.1448</c:v>
                </c:pt>
                <c:pt idx="5894">
                  <c:v>10.3626</c:v>
                </c:pt>
                <c:pt idx="5895">
                  <c:v>10.23</c:v>
                </c:pt>
                <c:pt idx="5896">
                  <c:v>9.9043799999999997</c:v>
                </c:pt>
                <c:pt idx="5897">
                  <c:v>9.5539199999999997</c:v>
                </c:pt>
                <c:pt idx="5898">
                  <c:v>9.5990199999999994</c:v>
                </c:pt>
                <c:pt idx="5899">
                  <c:v>9.9017800000000005</c:v>
                </c:pt>
                <c:pt idx="5900">
                  <c:v>10.4941</c:v>
                </c:pt>
                <c:pt idx="5901">
                  <c:v>10.6546</c:v>
                </c:pt>
                <c:pt idx="5902">
                  <c:v>10.3497</c:v>
                </c:pt>
                <c:pt idx="5903">
                  <c:v>10.049200000000001</c:v>
                </c:pt>
                <c:pt idx="5904">
                  <c:v>9.7902199999999997</c:v>
                </c:pt>
                <c:pt idx="5905">
                  <c:v>9.6526499999999995</c:v>
                </c:pt>
                <c:pt idx="5906">
                  <c:v>9.9127500000000008</c:v>
                </c:pt>
                <c:pt idx="5907">
                  <c:v>9.8621499999999997</c:v>
                </c:pt>
                <c:pt idx="5908">
                  <c:v>9.7047899999999991</c:v>
                </c:pt>
                <c:pt idx="5909">
                  <c:v>9.6304800000000004</c:v>
                </c:pt>
                <c:pt idx="5910">
                  <c:v>9.59206</c:v>
                </c:pt>
                <c:pt idx="5911">
                  <c:v>9.5534199999999991</c:v>
                </c:pt>
                <c:pt idx="5912">
                  <c:v>9.3721499999999995</c:v>
                </c:pt>
                <c:pt idx="5913">
                  <c:v>9.0390599999999992</c:v>
                </c:pt>
                <c:pt idx="5914">
                  <c:v>9.1262100000000004</c:v>
                </c:pt>
                <c:pt idx="5915">
                  <c:v>9.0615299999999994</c:v>
                </c:pt>
                <c:pt idx="5916">
                  <c:v>8.9534900000000004</c:v>
                </c:pt>
                <c:pt idx="5917">
                  <c:v>8.9857700000000005</c:v>
                </c:pt>
                <c:pt idx="5918">
                  <c:v>9.0853699999999993</c:v>
                </c:pt>
                <c:pt idx="5919">
                  <c:v>9.3683300000000003</c:v>
                </c:pt>
                <c:pt idx="5920">
                  <c:v>9.5295299999999994</c:v>
                </c:pt>
                <c:pt idx="5921">
                  <c:v>9.6978500000000007</c:v>
                </c:pt>
                <c:pt idx="5922">
                  <c:v>9.6678499999999996</c:v>
                </c:pt>
                <c:pt idx="5923">
                  <c:v>9.37669</c:v>
                </c:pt>
                <c:pt idx="5924">
                  <c:v>9.4002199999999991</c:v>
                </c:pt>
                <c:pt idx="5925">
                  <c:v>9.4765499999999996</c:v>
                </c:pt>
                <c:pt idx="5926">
                  <c:v>9.3739899999999992</c:v>
                </c:pt>
                <c:pt idx="5927">
                  <c:v>8.9800199999999997</c:v>
                </c:pt>
                <c:pt idx="5928">
                  <c:v>8.6298200000000005</c:v>
                </c:pt>
                <c:pt idx="5929">
                  <c:v>8.3726299999999991</c:v>
                </c:pt>
                <c:pt idx="5930">
                  <c:v>8.5411199999999994</c:v>
                </c:pt>
                <c:pt idx="5931">
                  <c:v>8.8953799999999994</c:v>
                </c:pt>
                <c:pt idx="5932">
                  <c:v>9.07545</c:v>
                </c:pt>
                <c:pt idx="5933">
                  <c:v>9.2095800000000008</c:v>
                </c:pt>
                <c:pt idx="5934">
                  <c:v>9.1810700000000001</c:v>
                </c:pt>
                <c:pt idx="5935">
                  <c:v>9.2166700000000006</c:v>
                </c:pt>
                <c:pt idx="5936">
                  <c:v>9.4295200000000001</c:v>
                </c:pt>
                <c:pt idx="5937">
                  <c:v>9.4010599999999993</c:v>
                </c:pt>
                <c:pt idx="5938">
                  <c:v>9.2646599999999992</c:v>
                </c:pt>
                <c:pt idx="5939">
                  <c:v>9.1811100000000003</c:v>
                </c:pt>
                <c:pt idx="5940">
                  <c:v>9.0045400000000004</c:v>
                </c:pt>
                <c:pt idx="5941">
                  <c:v>8.9501000000000008</c:v>
                </c:pt>
                <c:pt idx="5942">
                  <c:v>9.2951800000000002</c:v>
                </c:pt>
                <c:pt idx="5943">
                  <c:v>9.6500900000000005</c:v>
                </c:pt>
                <c:pt idx="5944">
                  <c:v>9.4517900000000008</c:v>
                </c:pt>
                <c:pt idx="5945">
                  <c:v>9.3848500000000001</c:v>
                </c:pt>
                <c:pt idx="5946">
                  <c:v>9.5474300000000003</c:v>
                </c:pt>
                <c:pt idx="5947">
                  <c:v>9.7230899999999991</c:v>
                </c:pt>
                <c:pt idx="5948">
                  <c:v>9.4616699999999998</c:v>
                </c:pt>
                <c:pt idx="5949">
                  <c:v>9.3476499999999998</c:v>
                </c:pt>
                <c:pt idx="5950">
                  <c:v>9.5260300000000004</c:v>
                </c:pt>
                <c:pt idx="5951">
                  <c:v>9.5485199999999999</c:v>
                </c:pt>
                <c:pt idx="5952">
                  <c:v>9.1736000000000004</c:v>
                </c:pt>
                <c:pt idx="5953">
                  <c:v>8.8774099999999994</c:v>
                </c:pt>
                <c:pt idx="5954">
                  <c:v>8.8275900000000007</c:v>
                </c:pt>
                <c:pt idx="5955">
                  <c:v>8.82165</c:v>
                </c:pt>
                <c:pt idx="5956">
                  <c:v>9.0163399999999996</c:v>
                </c:pt>
                <c:pt idx="5957">
                  <c:v>9.1180800000000009</c:v>
                </c:pt>
                <c:pt idx="5958">
                  <c:v>9.0107300000000006</c:v>
                </c:pt>
                <c:pt idx="5959">
                  <c:v>8.87486</c:v>
                </c:pt>
                <c:pt idx="5960">
                  <c:v>8.9518000000000004</c:v>
                </c:pt>
                <c:pt idx="5961">
                  <c:v>9.3519900000000007</c:v>
                </c:pt>
                <c:pt idx="5962">
                  <c:v>9.8321299999999994</c:v>
                </c:pt>
                <c:pt idx="5963">
                  <c:v>9.9931999999999999</c:v>
                </c:pt>
                <c:pt idx="5964">
                  <c:v>9.8380100000000006</c:v>
                </c:pt>
                <c:pt idx="5965">
                  <c:v>9.7423500000000001</c:v>
                </c:pt>
                <c:pt idx="5966">
                  <c:v>9.5437100000000008</c:v>
                </c:pt>
                <c:pt idx="5967">
                  <c:v>9.6774400000000007</c:v>
                </c:pt>
                <c:pt idx="5968">
                  <c:v>9.9690600000000007</c:v>
                </c:pt>
                <c:pt idx="5969">
                  <c:v>9.6877300000000002</c:v>
                </c:pt>
                <c:pt idx="5970">
                  <c:v>9.4635899999999999</c:v>
                </c:pt>
                <c:pt idx="5971">
                  <c:v>9.4295000000000009</c:v>
                </c:pt>
                <c:pt idx="5972">
                  <c:v>9.2473100000000006</c:v>
                </c:pt>
                <c:pt idx="5973">
                  <c:v>9.2362000000000002</c:v>
                </c:pt>
                <c:pt idx="5974">
                  <c:v>9.4400600000000008</c:v>
                </c:pt>
                <c:pt idx="5975">
                  <c:v>9.5567499999999992</c:v>
                </c:pt>
                <c:pt idx="5976">
                  <c:v>9.4436400000000003</c:v>
                </c:pt>
                <c:pt idx="5977">
                  <c:v>9.3492700000000006</c:v>
                </c:pt>
                <c:pt idx="5978">
                  <c:v>9.0503300000000007</c:v>
                </c:pt>
                <c:pt idx="5979">
                  <c:v>8.9057600000000008</c:v>
                </c:pt>
                <c:pt idx="5980">
                  <c:v>8.8698399999999999</c:v>
                </c:pt>
                <c:pt idx="5981">
                  <c:v>8.9474999999999998</c:v>
                </c:pt>
                <c:pt idx="5982">
                  <c:v>9.3251200000000001</c:v>
                </c:pt>
                <c:pt idx="5983">
                  <c:v>9.5735499999999991</c:v>
                </c:pt>
                <c:pt idx="5984">
                  <c:v>9.4064800000000002</c:v>
                </c:pt>
                <c:pt idx="5985">
                  <c:v>9.4693799999999992</c:v>
                </c:pt>
                <c:pt idx="5986">
                  <c:v>9.5734300000000001</c:v>
                </c:pt>
                <c:pt idx="5987">
                  <c:v>9.1277399999999993</c:v>
                </c:pt>
                <c:pt idx="5988">
                  <c:v>9.0075000000000003</c:v>
                </c:pt>
                <c:pt idx="5989">
                  <c:v>9.3512799999999991</c:v>
                </c:pt>
                <c:pt idx="5990">
                  <c:v>9.5117600000000007</c:v>
                </c:pt>
                <c:pt idx="5991">
                  <c:v>9.2486499999999996</c:v>
                </c:pt>
                <c:pt idx="5992">
                  <c:v>8.8736999999999995</c:v>
                </c:pt>
                <c:pt idx="5993">
                  <c:v>8.9256600000000006</c:v>
                </c:pt>
                <c:pt idx="5994">
                  <c:v>9.4886400000000002</c:v>
                </c:pt>
                <c:pt idx="5995">
                  <c:v>9.5724499999999999</c:v>
                </c:pt>
                <c:pt idx="5996">
                  <c:v>9.3095999999999997</c:v>
                </c:pt>
                <c:pt idx="5997">
                  <c:v>9.1993500000000008</c:v>
                </c:pt>
                <c:pt idx="5998">
                  <c:v>8.9788800000000002</c:v>
                </c:pt>
                <c:pt idx="5999">
                  <c:v>8.5968599999999995</c:v>
                </c:pt>
                <c:pt idx="6000">
                  <c:v>8.5859199999999998</c:v>
                </c:pt>
                <c:pt idx="6001">
                  <c:v>8.5800900000000002</c:v>
                </c:pt>
                <c:pt idx="6002">
                  <c:v>8.2765699999999995</c:v>
                </c:pt>
                <c:pt idx="6003">
                  <c:v>8.3799700000000001</c:v>
                </c:pt>
                <c:pt idx="6004">
                  <c:v>8.7911900000000003</c:v>
                </c:pt>
                <c:pt idx="6005">
                  <c:v>9.2721300000000006</c:v>
                </c:pt>
                <c:pt idx="6006">
                  <c:v>9.5393699999999999</c:v>
                </c:pt>
                <c:pt idx="6007">
                  <c:v>9.5853000000000002</c:v>
                </c:pt>
                <c:pt idx="6008">
                  <c:v>9.5783000000000005</c:v>
                </c:pt>
                <c:pt idx="6009">
                  <c:v>9.6332000000000004</c:v>
                </c:pt>
                <c:pt idx="6010">
                  <c:v>9.5376100000000008</c:v>
                </c:pt>
                <c:pt idx="6011">
                  <c:v>9.2924100000000003</c:v>
                </c:pt>
                <c:pt idx="6012">
                  <c:v>9.0898900000000005</c:v>
                </c:pt>
                <c:pt idx="6013">
                  <c:v>9.38565</c:v>
                </c:pt>
                <c:pt idx="6014">
                  <c:v>9.4366000000000003</c:v>
                </c:pt>
                <c:pt idx="6015">
                  <c:v>9.3864000000000001</c:v>
                </c:pt>
                <c:pt idx="6016">
                  <c:v>9.6814300000000006</c:v>
                </c:pt>
                <c:pt idx="6017">
                  <c:v>9.8958200000000005</c:v>
                </c:pt>
                <c:pt idx="6018">
                  <c:v>9.3872300000000006</c:v>
                </c:pt>
                <c:pt idx="6019">
                  <c:v>9.0375800000000002</c:v>
                </c:pt>
                <c:pt idx="6020">
                  <c:v>9.45533</c:v>
                </c:pt>
                <c:pt idx="6021">
                  <c:v>9.6236599999999992</c:v>
                </c:pt>
                <c:pt idx="6022">
                  <c:v>9.4963700000000006</c:v>
                </c:pt>
                <c:pt idx="6023">
                  <c:v>9.2657100000000003</c:v>
                </c:pt>
                <c:pt idx="6024">
                  <c:v>8.9090299999999996</c:v>
                </c:pt>
                <c:pt idx="6025">
                  <c:v>8.8738700000000001</c:v>
                </c:pt>
                <c:pt idx="6026">
                  <c:v>9.2881400000000003</c:v>
                </c:pt>
                <c:pt idx="6027">
                  <c:v>9.8603900000000007</c:v>
                </c:pt>
                <c:pt idx="6028">
                  <c:v>9.9059399999999993</c:v>
                </c:pt>
                <c:pt idx="6029">
                  <c:v>9.5472599999999996</c:v>
                </c:pt>
                <c:pt idx="6030">
                  <c:v>9.4209200000000006</c:v>
                </c:pt>
                <c:pt idx="6031">
                  <c:v>9.5349199999999996</c:v>
                </c:pt>
                <c:pt idx="6032">
                  <c:v>9.3025000000000002</c:v>
                </c:pt>
                <c:pt idx="6033">
                  <c:v>9.0849399999999996</c:v>
                </c:pt>
                <c:pt idx="6034">
                  <c:v>9.1238399999999995</c:v>
                </c:pt>
                <c:pt idx="6035">
                  <c:v>9.4709000000000003</c:v>
                </c:pt>
                <c:pt idx="6036">
                  <c:v>9.7991700000000002</c:v>
                </c:pt>
                <c:pt idx="6037">
                  <c:v>9.8354099999999995</c:v>
                </c:pt>
                <c:pt idx="6038">
                  <c:v>9.8438999999999997</c:v>
                </c:pt>
                <c:pt idx="6039">
                  <c:v>9.9374000000000002</c:v>
                </c:pt>
                <c:pt idx="6040">
                  <c:v>9.9468499999999995</c:v>
                </c:pt>
                <c:pt idx="6041">
                  <c:v>9.8019300000000005</c:v>
                </c:pt>
                <c:pt idx="6042">
                  <c:v>9.8168399999999991</c:v>
                </c:pt>
                <c:pt idx="6043">
                  <c:v>9.7826799999999992</c:v>
                </c:pt>
                <c:pt idx="6044">
                  <c:v>9.6378799999999991</c:v>
                </c:pt>
                <c:pt idx="6045">
                  <c:v>9.6792999999999996</c:v>
                </c:pt>
                <c:pt idx="6046">
                  <c:v>10.007199999999999</c:v>
                </c:pt>
                <c:pt idx="6047">
                  <c:v>10.3028</c:v>
                </c:pt>
                <c:pt idx="6048">
                  <c:v>10.717499999999999</c:v>
                </c:pt>
                <c:pt idx="6049">
                  <c:v>10.8796</c:v>
                </c:pt>
                <c:pt idx="6050">
                  <c:v>10.868399999999999</c:v>
                </c:pt>
                <c:pt idx="6051">
                  <c:v>11.2895</c:v>
                </c:pt>
                <c:pt idx="6052">
                  <c:v>11.382999999999999</c:v>
                </c:pt>
                <c:pt idx="6053">
                  <c:v>11.5626</c:v>
                </c:pt>
                <c:pt idx="6054">
                  <c:v>12.118</c:v>
                </c:pt>
                <c:pt idx="6055">
                  <c:v>12.575100000000001</c:v>
                </c:pt>
                <c:pt idx="6056">
                  <c:v>13.06</c:v>
                </c:pt>
                <c:pt idx="6057">
                  <c:v>13.6968</c:v>
                </c:pt>
                <c:pt idx="6058">
                  <c:v>14.1012</c:v>
                </c:pt>
                <c:pt idx="6059">
                  <c:v>14.080399999999999</c:v>
                </c:pt>
                <c:pt idx="6060">
                  <c:v>13.966100000000001</c:v>
                </c:pt>
                <c:pt idx="6061">
                  <c:v>13.742699999999999</c:v>
                </c:pt>
                <c:pt idx="6062">
                  <c:v>13.6121</c:v>
                </c:pt>
                <c:pt idx="6063">
                  <c:v>13.226699999999999</c:v>
                </c:pt>
                <c:pt idx="6064">
                  <c:v>12.692</c:v>
                </c:pt>
                <c:pt idx="6065">
                  <c:v>12.3162</c:v>
                </c:pt>
                <c:pt idx="6066">
                  <c:v>11.9184</c:v>
                </c:pt>
                <c:pt idx="6067">
                  <c:v>11.677899999999999</c:v>
                </c:pt>
                <c:pt idx="6068">
                  <c:v>11.1815</c:v>
                </c:pt>
                <c:pt idx="6069">
                  <c:v>10.6462</c:v>
                </c:pt>
                <c:pt idx="6070">
                  <c:v>10.0867</c:v>
                </c:pt>
                <c:pt idx="6071">
                  <c:v>9.5442499999999999</c:v>
                </c:pt>
                <c:pt idx="6072">
                  <c:v>9.4948999999999995</c:v>
                </c:pt>
                <c:pt idx="6073">
                  <c:v>9.9104299999999999</c:v>
                </c:pt>
                <c:pt idx="6074">
                  <c:v>10.1418</c:v>
                </c:pt>
                <c:pt idx="6075">
                  <c:v>9.7406400000000009</c:v>
                </c:pt>
                <c:pt idx="6076">
                  <c:v>9.1061499999999995</c:v>
                </c:pt>
                <c:pt idx="6077">
                  <c:v>8.7761200000000006</c:v>
                </c:pt>
                <c:pt idx="6078">
                  <c:v>8.7535399999999992</c:v>
                </c:pt>
                <c:pt idx="6079">
                  <c:v>8.6591299999999993</c:v>
                </c:pt>
                <c:pt idx="6080">
                  <c:v>8.5502300000000009</c:v>
                </c:pt>
                <c:pt idx="6081">
                  <c:v>9.0516199999999998</c:v>
                </c:pt>
                <c:pt idx="6082">
                  <c:v>9.4079200000000007</c:v>
                </c:pt>
                <c:pt idx="6083">
                  <c:v>9.1479800000000004</c:v>
                </c:pt>
                <c:pt idx="6084">
                  <c:v>8.9573</c:v>
                </c:pt>
                <c:pt idx="6085">
                  <c:v>8.7700399999999998</c:v>
                </c:pt>
                <c:pt idx="6086">
                  <c:v>8.6570599999999995</c:v>
                </c:pt>
                <c:pt idx="6087">
                  <c:v>8.4994200000000006</c:v>
                </c:pt>
                <c:pt idx="6088">
                  <c:v>8.4132499999999997</c:v>
                </c:pt>
                <c:pt idx="6089">
                  <c:v>8.5983999999999998</c:v>
                </c:pt>
                <c:pt idx="6090">
                  <c:v>8.8611599999999999</c:v>
                </c:pt>
                <c:pt idx="6091">
                  <c:v>8.85107</c:v>
                </c:pt>
                <c:pt idx="6092">
                  <c:v>8.4936900000000009</c:v>
                </c:pt>
                <c:pt idx="6093">
                  <c:v>8.6351700000000005</c:v>
                </c:pt>
                <c:pt idx="6094">
                  <c:v>8.6075199999999992</c:v>
                </c:pt>
                <c:pt idx="6095">
                  <c:v>8.5053400000000003</c:v>
                </c:pt>
                <c:pt idx="6096">
                  <c:v>8.7249400000000001</c:v>
                </c:pt>
                <c:pt idx="6097">
                  <c:v>9.0501900000000006</c:v>
                </c:pt>
                <c:pt idx="6098">
                  <c:v>8.8989100000000008</c:v>
                </c:pt>
                <c:pt idx="6099">
                  <c:v>8.8379100000000008</c:v>
                </c:pt>
                <c:pt idx="6100">
                  <c:v>9.1168999999999993</c:v>
                </c:pt>
                <c:pt idx="6101">
                  <c:v>9.1363900000000005</c:v>
                </c:pt>
                <c:pt idx="6102">
                  <c:v>8.8793399999999991</c:v>
                </c:pt>
                <c:pt idx="6103">
                  <c:v>8.6667100000000001</c:v>
                </c:pt>
                <c:pt idx="6104">
                  <c:v>8.9563799999999993</c:v>
                </c:pt>
                <c:pt idx="6105">
                  <c:v>9.2075999999999993</c:v>
                </c:pt>
                <c:pt idx="6106">
                  <c:v>9.1147200000000002</c:v>
                </c:pt>
                <c:pt idx="6107">
                  <c:v>9.3515499999999996</c:v>
                </c:pt>
                <c:pt idx="6108">
                  <c:v>9.5502800000000008</c:v>
                </c:pt>
                <c:pt idx="6109">
                  <c:v>9.1530799999999992</c:v>
                </c:pt>
                <c:pt idx="6110">
                  <c:v>8.9572199999999995</c:v>
                </c:pt>
                <c:pt idx="6111">
                  <c:v>8.9588300000000007</c:v>
                </c:pt>
                <c:pt idx="6112">
                  <c:v>8.6508599999999998</c:v>
                </c:pt>
                <c:pt idx="6113">
                  <c:v>8.6407500000000006</c:v>
                </c:pt>
                <c:pt idx="6114">
                  <c:v>8.9151399999999992</c:v>
                </c:pt>
                <c:pt idx="6115">
                  <c:v>9.1385100000000001</c:v>
                </c:pt>
                <c:pt idx="6116">
                  <c:v>9.6130300000000002</c:v>
                </c:pt>
                <c:pt idx="6117">
                  <c:v>9.8313199999999998</c:v>
                </c:pt>
                <c:pt idx="6118">
                  <c:v>9.4300899999999999</c:v>
                </c:pt>
                <c:pt idx="6119">
                  <c:v>9.1350599999999993</c:v>
                </c:pt>
                <c:pt idx="6120">
                  <c:v>8.9992699999999992</c:v>
                </c:pt>
                <c:pt idx="6121">
                  <c:v>8.7052099999999992</c:v>
                </c:pt>
                <c:pt idx="6122">
                  <c:v>8.5048700000000004</c:v>
                </c:pt>
                <c:pt idx="6123">
                  <c:v>8.6902200000000001</c:v>
                </c:pt>
                <c:pt idx="6124">
                  <c:v>9.2997300000000003</c:v>
                </c:pt>
                <c:pt idx="6125">
                  <c:v>9.8013100000000009</c:v>
                </c:pt>
                <c:pt idx="6126">
                  <c:v>9.9907500000000002</c:v>
                </c:pt>
                <c:pt idx="6127">
                  <c:v>10.112399999999999</c:v>
                </c:pt>
                <c:pt idx="6128">
                  <c:v>10.248900000000001</c:v>
                </c:pt>
                <c:pt idx="6129">
                  <c:v>10.249700000000001</c:v>
                </c:pt>
                <c:pt idx="6130">
                  <c:v>10.0266</c:v>
                </c:pt>
                <c:pt idx="6131">
                  <c:v>9.8112399999999997</c:v>
                </c:pt>
                <c:pt idx="6132">
                  <c:v>9.9610900000000004</c:v>
                </c:pt>
                <c:pt idx="6133">
                  <c:v>10.1699</c:v>
                </c:pt>
                <c:pt idx="6134">
                  <c:v>10.3271</c:v>
                </c:pt>
                <c:pt idx="6135">
                  <c:v>10.4963</c:v>
                </c:pt>
                <c:pt idx="6136">
                  <c:v>10.395200000000001</c:v>
                </c:pt>
                <c:pt idx="6137">
                  <c:v>10.170400000000001</c:v>
                </c:pt>
                <c:pt idx="6138">
                  <c:v>10.1572</c:v>
                </c:pt>
                <c:pt idx="6139">
                  <c:v>10.6204</c:v>
                </c:pt>
                <c:pt idx="6140">
                  <c:v>11.2768</c:v>
                </c:pt>
                <c:pt idx="6141">
                  <c:v>11.7712</c:v>
                </c:pt>
                <c:pt idx="6142">
                  <c:v>12.437900000000001</c:v>
                </c:pt>
                <c:pt idx="6143">
                  <c:v>12.987</c:v>
                </c:pt>
                <c:pt idx="6144">
                  <c:v>13.059100000000001</c:v>
                </c:pt>
                <c:pt idx="6145">
                  <c:v>13.150399999999999</c:v>
                </c:pt>
                <c:pt idx="6146">
                  <c:v>13.1371</c:v>
                </c:pt>
                <c:pt idx="6147">
                  <c:v>13.3636</c:v>
                </c:pt>
                <c:pt idx="6148">
                  <c:v>13.8687</c:v>
                </c:pt>
                <c:pt idx="6149">
                  <c:v>14.2342</c:v>
                </c:pt>
                <c:pt idx="6150">
                  <c:v>14.021000000000001</c:v>
                </c:pt>
                <c:pt idx="6151">
                  <c:v>13.6516</c:v>
                </c:pt>
                <c:pt idx="6152">
                  <c:v>13.355499999999999</c:v>
                </c:pt>
                <c:pt idx="6153">
                  <c:v>13.1031</c:v>
                </c:pt>
                <c:pt idx="6154">
                  <c:v>12.6768</c:v>
                </c:pt>
                <c:pt idx="6155">
                  <c:v>12.429</c:v>
                </c:pt>
                <c:pt idx="6156">
                  <c:v>12.121</c:v>
                </c:pt>
                <c:pt idx="6157">
                  <c:v>11.5184</c:v>
                </c:pt>
                <c:pt idx="6158">
                  <c:v>11.1693</c:v>
                </c:pt>
                <c:pt idx="6159">
                  <c:v>11.2439</c:v>
                </c:pt>
                <c:pt idx="6160">
                  <c:v>11.2073</c:v>
                </c:pt>
                <c:pt idx="6161">
                  <c:v>10.820499999999999</c:v>
                </c:pt>
                <c:pt idx="6162">
                  <c:v>10.495699999999999</c:v>
                </c:pt>
                <c:pt idx="6163">
                  <c:v>10.339700000000001</c:v>
                </c:pt>
                <c:pt idx="6164">
                  <c:v>10.286300000000001</c:v>
                </c:pt>
                <c:pt idx="6165">
                  <c:v>10.07</c:v>
                </c:pt>
                <c:pt idx="6166">
                  <c:v>9.4075100000000003</c:v>
                </c:pt>
                <c:pt idx="6167">
                  <c:v>9.1474499999999992</c:v>
                </c:pt>
                <c:pt idx="6168">
                  <c:v>9.3975200000000001</c:v>
                </c:pt>
                <c:pt idx="6169">
                  <c:v>9.5377700000000001</c:v>
                </c:pt>
                <c:pt idx="6170">
                  <c:v>9.6143000000000001</c:v>
                </c:pt>
                <c:pt idx="6171">
                  <c:v>9.8633400000000009</c:v>
                </c:pt>
                <c:pt idx="6172">
                  <c:v>9.4290800000000008</c:v>
                </c:pt>
                <c:pt idx="6173">
                  <c:v>8.9995499999999993</c:v>
                </c:pt>
                <c:pt idx="6174">
                  <c:v>8.7629599999999996</c:v>
                </c:pt>
                <c:pt idx="6175">
                  <c:v>8.8245000000000005</c:v>
                </c:pt>
                <c:pt idx="6176">
                  <c:v>8.6385299999999994</c:v>
                </c:pt>
                <c:pt idx="6177">
                  <c:v>8.3172099999999993</c:v>
                </c:pt>
                <c:pt idx="6178">
                  <c:v>8.5295000000000005</c:v>
                </c:pt>
                <c:pt idx="6179">
                  <c:v>8.6542600000000007</c:v>
                </c:pt>
                <c:pt idx="6180">
                  <c:v>8.4778900000000004</c:v>
                </c:pt>
                <c:pt idx="6181">
                  <c:v>8.2888400000000004</c:v>
                </c:pt>
                <c:pt idx="6182">
                  <c:v>8.5124300000000002</c:v>
                </c:pt>
                <c:pt idx="6183">
                  <c:v>8.6452899999999993</c:v>
                </c:pt>
                <c:pt idx="6184">
                  <c:v>8.4918800000000001</c:v>
                </c:pt>
                <c:pt idx="6185">
                  <c:v>8.3676300000000001</c:v>
                </c:pt>
                <c:pt idx="6186">
                  <c:v>8.0491100000000007</c:v>
                </c:pt>
                <c:pt idx="6187">
                  <c:v>8.0685699999999994</c:v>
                </c:pt>
                <c:pt idx="6188">
                  <c:v>8.3706999999999994</c:v>
                </c:pt>
                <c:pt idx="6189">
                  <c:v>8.4367000000000001</c:v>
                </c:pt>
                <c:pt idx="6190">
                  <c:v>8.2491000000000003</c:v>
                </c:pt>
                <c:pt idx="6191">
                  <c:v>8.0436200000000007</c:v>
                </c:pt>
                <c:pt idx="6192">
                  <c:v>8.05457</c:v>
                </c:pt>
                <c:pt idx="6193">
                  <c:v>8.0821699999999996</c:v>
                </c:pt>
                <c:pt idx="6194">
                  <c:v>8.2220399999999998</c:v>
                </c:pt>
                <c:pt idx="6195">
                  <c:v>8.4943299999999997</c:v>
                </c:pt>
                <c:pt idx="6196">
                  <c:v>9.0304000000000002</c:v>
                </c:pt>
                <c:pt idx="6197">
                  <c:v>9.4667200000000005</c:v>
                </c:pt>
                <c:pt idx="6198">
                  <c:v>9.4896200000000004</c:v>
                </c:pt>
                <c:pt idx="6199">
                  <c:v>9.3083600000000004</c:v>
                </c:pt>
                <c:pt idx="6200">
                  <c:v>9.1778999999999993</c:v>
                </c:pt>
                <c:pt idx="6201">
                  <c:v>8.7675099999999997</c:v>
                </c:pt>
                <c:pt idx="6202">
                  <c:v>8.4479500000000005</c:v>
                </c:pt>
                <c:pt idx="6203">
                  <c:v>8.2459399999999992</c:v>
                </c:pt>
                <c:pt idx="6204">
                  <c:v>8.1069200000000006</c:v>
                </c:pt>
                <c:pt idx="6205">
                  <c:v>8.0988799999999994</c:v>
                </c:pt>
                <c:pt idx="6206">
                  <c:v>8.0425799999999992</c:v>
                </c:pt>
                <c:pt idx="6207">
                  <c:v>7.8900699999999997</c:v>
                </c:pt>
                <c:pt idx="6208">
                  <c:v>8.2592199999999991</c:v>
                </c:pt>
                <c:pt idx="6209">
                  <c:v>8.6925600000000003</c:v>
                </c:pt>
                <c:pt idx="6210">
                  <c:v>8.8420500000000004</c:v>
                </c:pt>
                <c:pt idx="6211">
                  <c:v>9.0278500000000008</c:v>
                </c:pt>
                <c:pt idx="6212">
                  <c:v>9.0995899999999992</c:v>
                </c:pt>
                <c:pt idx="6213">
                  <c:v>9.0068400000000004</c:v>
                </c:pt>
                <c:pt idx="6214">
                  <c:v>8.7340900000000001</c:v>
                </c:pt>
                <c:pt idx="6215">
                  <c:v>8.5396099999999997</c:v>
                </c:pt>
                <c:pt idx="6216">
                  <c:v>8.6338699999999999</c:v>
                </c:pt>
                <c:pt idx="6217">
                  <c:v>8.6793999999999993</c:v>
                </c:pt>
                <c:pt idx="6218">
                  <c:v>8.9182699999999997</c:v>
                </c:pt>
                <c:pt idx="6219">
                  <c:v>8.6859800000000007</c:v>
                </c:pt>
                <c:pt idx="6220">
                  <c:v>8.0528899999999997</c:v>
                </c:pt>
                <c:pt idx="6221">
                  <c:v>7.7705500000000001</c:v>
                </c:pt>
                <c:pt idx="6222">
                  <c:v>8.13551</c:v>
                </c:pt>
                <c:pt idx="6223">
                  <c:v>8.5806299999999993</c:v>
                </c:pt>
                <c:pt idx="6224">
                  <c:v>8.7135400000000001</c:v>
                </c:pt>
                <c:pt idx="6225">
                  <c:v>8.7667599999999997</c:v>
                </c:pt>
                <c:pt idx="6226">
                  <c:v>8.8432499999999994</c:v>
                </c:pt>
                <c:pt idx="6227">
                  <c:v>8.5286299999999997</c:v>
                </c:pt>
                <c:pt idx="6228">
                  <c:v>8.2157499999999999</c:v>
                </c:pt>
                <c:pt idx="6229">
                  <c:v>7.8311099999999998</c:v>
                </c:pt>
                <c:pt idx="6230">
                  <c:v>7.4563800000000002</c:v>
                </c:pt>
                <c:pt idx="6231">
                  <c:v>7.6698500000000003</c:v>
                </c:pt>
                <c:pt idx="6232">
                  <c:v>7.9329400000000003</c:v>
                </c:pt>
                <c:pt idx="6233">
                  <c:v>7.92537</c:v>
                </c:pt>
                <c:pt idx="6234">
                  <c:v>7.85975</c:v>
                </c:pt>
                <c:pt idx="6235">
                  <c:v>8.39846</c:v>
                </c:pt>
                <c:pt idx="6236">
                  <c:v>8.9808199999999996</c:v>
                </c:pt>
                <c:pt idx="6237">
                  <c:v>8.8971900000000002</c:v>
                </c:pt>
                <c:pt idx="6238">
                  <c:v>8.7349499999999995</c:v>
                </c:pt>
                <c:pt idx="6239">
                  <c:v>8.7263400000000004</c:v>
                </c:pt>
                <c:pt idx="6240">
                  <c:v>8.8185699999999994</c:v>
                </c:pt>
                <c:pt idx="6241">
                  <c:v>8.7852899999999998</c:v>
                </c:pt>
                <c:pt idx="6242">
                  <c:v>9.0219199999999997</c:v>
                </c:pt>
                <c:pt idx="6243">
                  <c:v>8.9692699999999999</c:v>
                </c:pt>
                <c:pt idx="6244">
                  <c:v>8.7738499999999995</c:v>
                </c:pt>
                <c:pt idx="6245">
                  <c:v>8.70749</c:v>
                </c:pt>
                <c:pt idx="6246">
                  <c:v>8.5831499999999998</c:v>
                </c:pt>
                <c:pt idx="6247">
                  <c:v>8.4338499999999996</c:v>
                </c:pt>
                <c:pt idx="6248">
                  <c:v>8.0991400000000002</c:v>
                </c:pt>
                <c:pt idx="6249">
                  <c:v>7.8506499999999999</c:v>
                </c:pt>
                <c:pt idx="6250">
                  <c:v>8.4995899999999995</c:v>
                </c:pt>
                <c:pt idx="6251">
                  <c:v>9.5608699999999995</c:v>
                </c:pt>
                <c:pt idx="6252">
                  <c:v>10.043200000000001</c:v>
                </c:pt>
                <c:pt idx="6253">
                  <c:v>9.7951200000000007</c:v>
                </c:pt>
                <c:pt idx="6254">
                  <c:v>9.5881699999999999</c:v>
                </c:pt>
                <c:pt idx="6255">
                  <c:v>9.4350000000000005</c:v>
                </c:pt>
                <c:pt idx="6256">
                  <c:v>9.1297700000000006</c:v>
                </c:pt>
                <c:pt idx="6257">
                  <c:v>9.2577400000000001</c:v>
                </c:pt>
                <c:pt idx="6258">
                  <c:v>9.0475300000000001</c:v>
                </c:pt>
                <c:pt idx="6259">
                  <c:v>8.63185</c:v>
                </c:pt>
                <c:pt idx="6260">
                  <c:v>8.7966999999999995</c:v>
                </c:pt>
                <c:pt idx="6261">
                  <c:v>8.9936600000000002</c:v>
                </c:pt>
                <c:pt idx="6262">
                  <c:v>9.1229200000000006</c:v>
                </c:pt>
                <c:pt idx="6263">
                  <c:v>8.9482999999999997</c:v>
                </c:pt>
                <c:pt idx="6264">
                  <c:v>8.5355000000000008</c:v>
                </c:pt>
                <c:pt idx="6265">
                  <c:v>8.5646199999999997</c:v>
                </c:pt>
                <c:pt idx="6266">
                  <c:v>8.3407300000000006</c:v>
                </c:pt>
                <c:pt idx="6267">
                  <c:v>7.9078200000000001</c:v>
                </c:pt>
                <c:pt idx="6268">
                  <c:v>8.0596800000000002</c:v>
                </c:pt>
                <c:pt idx="6269">
                  <c:v>8.3124099999999999</c:v>
                </c:pt>
                <c:pt idx="6270">
                  <c:v>8.0845800000000008</c:v>
                </c:pt>
                <c:pt idx="6271">
                  <c:v>7.9663500000000003</c:v>
                </c:pt>
                <c:pt idx="6272">
                  <c:v>8.2775099999999995</c:v>
                </c:pt>
                <c:pt idx="6273">
                  <c:v>8.6761999999999997</c:v>
                </c:pt>
                <c:pt idx="6274">
                  <c:v>8.8010099999999998</c:v>
                </c:pt>
                <c:pt idx="6275">
                  <c:v>8.7943599999999993</c:v>
                </c:pt>
                <c:pt idx="6276">
                  <c:v>8.6608699999999992</c:v>
                </c:pt>
                <c:pt idx="6277">
                  <c:v>8.3082600000000006</c:v>
                </c:pt>
                <c:pt idx="6278">
                  <c:v>8.4536200000000008</c:v>
                </c:pt>
                <c:pt idx="6279">
                  <c:v>8.9512900000000002</c:v>
                </c:pt>
                <c:pt idx="6280">
                  <c:v>9.2140599999999999</c:v>
                </c:pt>
                <c:pt idx="6281">
                  <c:v>9.2167100000000008</c:v>
                </c:pt>
                <c:pt idx="6282">
                  <c:v>8.9237000000000002</c:v>
                </c:pt>
                <c:pt idx="6283">
                  <c:v>8.4947400000000002</c:v>
                </c:pt>
                <c:pt idx="6284">
                  <c:v>8.2389799999999997</c:v>
                </c:pt>
                <c:pt idx="6285">
                  <c:v>8.2838499999999993</c:v>
                </c:pt>
                <c:pt idx="6286">
                  <c:v>8.4525600000000001</c:v>
                </c:pt>
                <c:pt idx="6287">
                  <c:v>8.3933</c:v>
                </c:pt>
                <c:pt idx="6288">
                  <c:v>8.2569300000000005</c:v>
                </c:pt>
                <c:pt idx="6289">
                  <c:v>8.2325999999999997</c:v>
                </c:pt>
                <c:pt idx="6290">
                  <c:v>8.2956900000000005</c:v>
                </c:pt>
                <c:pt idx="6291">
                  <c:v>8.2445599999999999</c:v>
                </c:pt>
                <c:pt idx="6292">
                  <c:v>7.9828299999999999</c:v>
                </c:pt>
                <c:pt idx="6293">
                  <c:v>8.1970700000000001</c:v>
                </c:pt>
                <c:pt idx="6294">
                  <c:v>8.7414299999999994</c:v>
                </c:pt>
                <c:pt idx="6295">
                  <c:v>9.3616100000000007</c:v>
                </c:pt>
                <c:pt idx="6296">
                  <c:v>9.7357700000000005</c:v>
                </c:pt>
                <c:pt idx="6297">
                  <c:v>9.4460599999999992</c:v>
                </c:pt>
                <c:pt idx="6298">
                  <c:v>8.9479799999999994</c:v>
                </c:pt>
                <c:pt idx="6299">
                  <c:v>8.5746699999999993</c:v>
                </c:pt>
                <c:pt idx="6300">
                  <c:v>8.2581699999999998</c:v>
                </c:pt>
                <c:pt idx="6301">
                  <c:v>7.8107800000000003</c:v>
                </c:pt>
                <c:pt idx="6302">
                  <c:v>7.9412700000000003</c:v>
                </c:pt>
                <c:pt idx="6303">
                  <c:v>8.3475800000000007</c:v>
                </c:pt>
                <c:pt idx="6304">
                  <c:v>8.3724900000000009</c:v>
                </c:pt>
                <c:pt idx="6305">
                  <c:v>8.3446400000000001</c:v>
                </c:pt>
                <c:pt idx="6306">
                  <c:v>8.19435</c:v>
                </c:pt>
                <c:pt idx="6307">
                  <c:v>8.0748599999999993</c:v>
                </c:pt>
                <c:pt idx="6308">
                  <c:v>8.1489999999999991</c:v>
                </c:pt>
                <c:pt idx="6309">
                  <c:v>8.1804400000000008</c:v>
                </c:pt>
                <c:pt idx="6310">
                  <c:v>8.1424000000000003</c:v>
                </c:pt>
                <c:pt idx="6311">
                  <c:v>8.1337399999999995</c:v>
                </c:pt>
                <c:pt idx="6312">
                  <c:v>8.1782500000000002</c:v>
                </c:pt>
                <c:pt idx="6313">
                  <c:v>8.24573</c:v>
                </c:pt>
                <c:pt idx="6314">
                  <c:v>8.4544800000000002</c:v>
                </c:pt>
                <c:pt idx="6315">
                  <c:v>8.4598999999999993</c:v>
                </c:pt>
                <c:pt idx="6316">
                  <c:v>8.6189199999999992</c:v>
                </c:pt>
                <c:pt idx="6317">
                  <c:v>8.5559700000000003</c:v>
                </c:pt>
                <c:pt idx="6318">
                  <c:v>8.1990999999999996</c:v>
                </c:pt>
                <c:pt idx="6319">
                  <c:v>8.0396400000000003</c:v>
                </c:pt>
                <c:pt idx="6320">
                  <c:v>8.0055700000000005</c:v>
                </c:pt>
                <c:pt idx="6321">
                  <c:v>7.8089700000000004</c:v>
                </c:pt>
                <c:pt idx="6322">
                  <c:v>7.7867300000000004</c:v>
                </c:pt>
                <c:pt idx="6323">
                  <c:v>8.3535900000000005</c:v>
                </c:pt>
                <c:pt idx="6324">
                  <c:v>8.6106800000000003</c:v>
                </c:pt>
                <c:pt idx="6325">
                  <c:v>8.6868599999999994</c:v>
                </c:pt>
                <c:pt idx="6326">
                  <c:v>8.6250400000000003</c:v>
                </c:pt>
                <c:pt idx="6327">
                  <c:v>8.4572000000000003</c:v>
                </c:pt>
                <c:pt idx="6328">
                  <c:v>8.5408899999999992</c:v>
                </c:pt>
                <c:pt idx="6329">
                  <c:v>8.8903199999999991</c:v>
                </c:pt>
                <c:pt idx="6330">
                  <c:v>9.2065300000000008</c:v>
                </c:pt>
                <c:pt idx="6331">
                  <c:v>9.2244200000000003</c:v>
                </c:pt>
                <c:pt idx="6332">
                  <c:v>8.9784100000000002</c:v>
                </c:pt>
                <c:pt idx="6333">
                  <c:v>8.5159000000000002</c:v>
                </c:pt>
                <c:pt idx="6334">
                  <c:v>8.2735500000000002</c:v>
                </c:pt>
                <c:pt idx="6335">
                  <c:v>8.4196200000000001</c:v>
                </c:pt>
                <c:pt idx="6336">
                  <c:v>8.5561000000000007</c:v>
                </c:pt>
                <c:pt idx="6337">
                  <c:v>8.6695899999999995</c:v>
                </c:pt>
                <c:pt idx="6338">
                  <c:v>8.9670799999999993</c:v>
                </c:pt>
                <c:pt idx="6339">
                  <c:v>9.3631200000000003</c:v>
                </c:pt>
                <c:pt idx="6340">
                  <c:v>9.4621600000000008</c:v>
                </c:pt>
                <c:pt idx="6341">
                  <c:v>9.1776400000000002</c:v>
                </c:pt>
                <c:pt idx="6342">
                  <c:v>9.0704799999999999</c:v>
                </c:pt>
                <c:pt idx="6343">
                  <c:v>9.1990499999999997</c:v>
                </c:pt>
                <c:pt idx="6344">
                  <c:v>9.2464099999999991</c:v>
                </c:pt>
                <c:pt idx="6345">
                  <c:v>9.2549600000000005</c:v>
                </c:pt>
                <c:pt idx="6346">
                  <c:v>9.4040499999999998</c:v>
                </c:pt>
                <c:pt idx="6347">
                  <c:v>9.8029799999999998</c:v>
                </c:pt>
                <c:pt idx="6348">
                  <c:v>10.157</c:v>
                </c:pt>
                <c:pt idx="6349">
                  <c:v>10.0594</c:v>
                </c:pt>
                <c:pt idx="6350">
                  <c:v>9.7285199999999996</c:v>
                </c:pt>
                <c:pt idx="6351">
                  <c:v>9.7849400000000006</c:v>
                </c:pt>
                <c:pt idx="6352">
                  <c:v>9.9773999999999994</c:v>
                </c:pt>
                <c:pt idx="6353">
                  <c:v>9.8570799999999998</c:v>
                </c:pt>
                <c:pt idx="6354">
                  <c:v>9.5934200000000001</c:v>
                </c:pt>
                <c:pt idx="6355">
                  <c:v>9.34802</c:v>
                </c:pt>
                <c:pt idx="6356">
                  <c:v>9.5597999999999992</c:v>
                </c:pt>
                <c:pt idx="6357">
                  <c:v>9.8493499999999994</c:v>
                </c:pt>
                <c:pt idx="6358">
                  <c:v>10.1167</c:v>
                </c:pt>
                <c:pt idx="6359">
                  <c:v>10.378500000000001</c:v>
                </c:pt>
                <c:pt idx="6360">
                  <c:v>10.766500000000001</c:v>
                </c:pt>
                <c:pt idx="6361">
                  <c:v>11.0572</c:v>
                </c:pt>
                <c:pt idx="6362">
                  <c:v>11.0844</c:v>
                </c:pt>
                <c:pt idx="6363">
                  <c:v>11.564</c:v>
                </c:pt>
                <c:pt idx="6364">
                  <c:v>12.4871</c:v>
                </c:pt>
                <c:pt idx="6365">
                  <c:v>13.345599999999999</c:v>
                </c:pt>
                <c:pt idx="6366">
                  <c:v>13.9274</c:v>
                </c:pt>
                <c:pt idx="6367">
                  <c:v>13.9451</c:v>
                </c:pt>
                <c:pt idx="6368">
                  <c:v>13.8675</c:v>
                </c:pt>
                <c:pt idx="6369">
                  <c:v>14.012600000000001</c:v>
                </c:pt>
                <c:pt idx="6370">
                  <c:v>13.944599999999999</c:v>
                </c:pt>
                <c:pt idx="6371">
                  <c:v>13.7811</c:v>
                </c:pt>
                <c:pt idx="6372">
                  <c:v>13.649800000000001</c:v>
                </c:pt>
                <c:pt idx="6373">
                  <c:v>13.8017</c:v>
                </c:pt>
                <c:pt idx="6374">
                  <c:v>13.571999999999999</c:v>
                </c:pt>
                <c:pt idx="6375">
                  <c:v>13.2332</c:v>
                </c:pt>
                <c:pt idx="6376">
                  <c:v>12.9732</c:v>
                </c:pt>
                <c:pt idx="6377">
                  <c:v>12.4024</c:v>
                </c:pt>
                <c:pt idx="6378">
                  <c:v>11.868399999999999</c:v>
                </c:pt>
                <c:pt idx="6379">
                  <c:v>11.7241</c:v>
                </c:pt>
                <c:pt idx="6380">
                  <c:v>11.639200000000001</c:v>
                </c:pt>
                <c:pt idx="6381">
                  <c:v>11.018800000000001</c:v>
                </c:pt>
                <c:pt idx="6382">
                  <c:v>10.117699999999999</c:v>
                </c:pt>
                <c:pt idx="6383">
                  <c:v>9.6055100000000007</c:v>
                </c:pt>
                <c:pt idx="6384">
                  <c:v>9.3459900000000005</c:v>
                </c:pt>
                <c:pt idx="6385">
                  <c:v>9.29392</c:v>
                </c:pt>
                <c:pt idx="6386">
                  <c:v>9.2969000000000008</c:v>
                </c:pt>
                <c:pt idx="6387">
                  <c:v>9.0150900000000007</c:v>
                </c:pt>
                <c:pt idx="6388">
                  <c:v>8.6540800000000004</c:v>
                </c:pt>
                <c:pt idx="6389">
                  <c:v>8.5615199999999998</c:v>
                </c:pt>
                <c:pt idx="6390">
                  <c:v>8.3985900000000004</c:v>
                </c:pt>
                <c:pt idx="6391">
                  <c:v>8.4485600000000005</c:v>
                </c:pt>
                <c:pt idx="6392">
                  <c:v>8.9224399999999999</c:v>
                </c:pt>
                <c:pt idx="6393">
                  <c:v>9.12636</c:v>
                </c:pt>
                <c:pt idx="6394">
                  <c:v>8.9429400000000001</c:v>
                </c:pt>
                <c:pt idx="6395">
                  <c:v>8.7406000000000006</c:v>
                </c:pt>
                <c:pt idx="6396">
                  <c:v>8.5333699999999997</c:v>
                </c:pt>
                <c:pt idx="6397">
                  <c:v>8.26572</c:v>
                </c:pt>
                <c:pt idx="6398">
                  <c:v>8.3587900000000008</c:v>
                </c:pt>
                <c:pt idx="6399">
                  <c:v>8.4839900000000004</c:v>
                </c:pt>
                <c:pt idx="6400">
                  <c:v>8.3510600000000004</c:v>
                </c:pt>
                <c:pt idx="6401">
                  <c:v>8.0486799999999992</c:v>
                </c:pt>
                <c:pt idx="6402">
                  <c:v>7.8376999999999999</c:v>
                </c:pt>
                <c:pt idx="6403">
                  <c:v>7.8725399999999999</c:v>
                </c:pt>
                <c:pt idx="6404">
                  <c:v>7.9887199999999998</c:v>
                </c:pt>
                <c:pt idx="6405">
                  <c:v>8.02318</c:v>
                </c:pt>
                <c:pt idx="6406">
                  <c:v>8.0531799999999993</c:v>
                </c:pt>
                <c:pt idx="6407">
                  <c:v>8.1258099999999995</c:v>
                </c:pt>
                <c:pt idx="6408">
                  <c:v>8.1892399999999999</c:v>
                </c:pt>
                <c:pt idx="6409">
                  <c:v>8.19</c:v>
                </c:pt>
                <c:pt idx="6410">
                  <c:v>8.2862500000000008</c:v>
                </c:pt>
                <c:pt idx="6411">
                  <c:v>8.5336400000000001</c:v>
                </c:pt>
                <c:pt idx="6412">
                  <c:v>8.6327700000000007</c:v>
                </c:pt>
                <c:pt idx="6413">
                  <c:v>8.5916300000000003</c:v>
                </c:pt>
                <c:pt idx="6414">
                  <c:v>8.4756599999999995</c:v>
                </c:pt>
                <c:pt idx="6415">
                  <c:v>8.6917500000000008</c:v>
                </c:pt>
                <c:pt idx="6416">
                  <c:v>8.7003000000000004</c:v>
                </c:pt>
                <c:pt idx="6417">
                  <c:v>8.12819</c:v>
                </c:pt>
                <c:pt idx="6418">
                  <c:v>8.0450900000000001</c:v>
                </c:pt>
                <c:pt idx="6419">
                  <c:v>8.3530200000000008</c:v>
                </c:pt>
                <c:pt idx="6420">
                  <c:v>8.6101399999999995</c:v>
                </c:pt>
                <c:pt idx="6421">
                  <c:v>9.0094200000000004</c:v>
                </c:pt>
                <c:pt idx="6422">
                  <c:v>9.20289</c:v>
                </c:pt>
                <c:pt idx="6423">
                  <c:v>9.3390699999999995</c:v>
                </c:pt>
                <c:pt idx="6424">
                  <c:v>9.0969599999999993</c:v>
                </c:pt>
                <c:pt idx="6425">
                  <c:v>8.7577300000000005</c:v>
                </c:pt>
                <c:pt idx="6426">
                  <c:v>8.69407</c:v>
                </c:pt>
                <c:pt idx="6427">
                  <c:v>8.6878399999999996</c:v>
                </c:pt>
                <c:pt idx="6428">
                  <c:v>8.7885899999999992</c:v>
                </c:pt>
                <c:pt idx="6429">
                  <c:v>8.7849400000000006</c:v>
                </c:pt>
                <c:pt idx="6430">
                  <c:v>8.9005299999999998</c:v>
                </c:pt>
                <c:pt idx="6431">
                  <c:v>9.3210599999999992</c:v>
                </c:pt>
                <c:pt idx="6432">
                  <c:v>9.2337299999999995</c:v>
                </c:pt>
                <c:pt idx="6433">
                  <c:v>8.9602599999999999</c:v>
                </c:pt>
                <c:pt idx="6434">
                  <c:v>8.9974699999999999</c:v>
                </c:pt>
                <c:pt idx="6435">
                  <c:v>9.1584400000000006</c:v>
                </c:pt>
                <c:pt idx="6436">
                  <c:v>9.1302000000000003</c:v>
                </c:pt>
                <c:pt idx="6437">
                  <c:v>8.6100600000000007</c:v>
                </c:pt>
                <c:pt idx="6438">
                  <c:v>8.5014800000000008</c:v>
                </c:pt>
                <c:pt idx="6439">
                  <c:v>9.0890900000000006</c:v>
                </c:pt>
                <c:pt idx="6440">
                  <c:v>9.5745400000000007</c:v>
                </c:pt>
                <c:pt idx="6441">
                  <c:v>9.5286399999999993</c:v>
                </c:pt>
                <c:pt idx="6442">
                  <c:v>9.4596699999999991</c:v>
                </c:pt>
                <c:pt idx="6443">
                  <c:v>9.1045300000000005</c:v>
                </c:pt>
                <c:pt idx="6444">
                  <c:v>8.8089499999999994</c:v>
                </c:pt>
                <c:pt idx="6445">
                  <c:v>8.6792499999999997</c:v>
                </c:pt>
                <c:pt idx="6446">
                  <c:v>8.6752900000000004</c:v>
                </c:pt>
                <c:pt idx="6447">
                  <c:v>9.1142699999999994</c:v>
                </c:pt>
                <c:pt idx="6448">
                  <c:v>8.8332899999999999</c:v>
                </c:pt>
                <c:pt idx="6449">
                  <c:v>8.4135299999999997</c:v>
                </c:pt>
                <c:pt idx="6450">
                  <c:v>8.6119699999999995</c:v>
                </c:pt>
                <c:pt idx="6451">
                  <c:v>8.6020099999999999</c:v>
                </c:pt>
                <c:pt idx="6452">
                  <c:v>8.7621800000000007</c:v>
                </c:pt>
                <c:pt idx="6453">
                  <c:v>8.7815300000000001</c:v>
                </c:pt>
                <c:pt idx="6454">
                  <c:v>8.8783600000000007</c:v>
                </c:pt>
                <c:pt idx="6455">
                  <c:v>8.9543900000000001</c:v>
                </c:pt>
                <c:pt idx="6456">
                  <c:v>8.8981200000000005</c:v>
                </c:pt>
                <c:pt idx="6457">
                  <c:v>8.7737599999999993</c:v>
                </c:pt>
                <c:pt idx="6458">
                  <c:v>8.6045400000000001</c:v>
                </c:pt>
                <c:pt idx="6459">
                  <c:v>8.5184800000000003</c:v>
                </c:pt>
                <c:pt idx="6460">
                  <c:v>8.7761800000000001</c:v>
                </c:pt>
                <c:pt idx="6461">
                  <c:v>9.2347099999999998</c:v>
                </c:pt>
                <c:pt idx="6462">
                  <c:v>9.2569700000000008</c:v>
                </c:pt>
                <c:pt idx="6463">
                  <c:v>8.8467599999999997</c:v>
                </c:pt>
                <c:pt idx="6464">
                  <c:v>8.5411300000000008</c:v>
                </c:pt>
                <c:pt idx="6465">
                  <c:v>8.66343</c:v>
                </c:pt>
                <c:pt idx="6466">
                  <c:v>8.9818999999999996</c:v>
                </c:pt>
                <c:pt idx="6467">
                  <c:v>9.0008900000000001</c:v>
                </c:pt>
                <c:pt idx="6468">
                  <c:v>9.5429600000000008</c:v>
                </c:pt>
                <c:pt idx="6469">
                  <c:v>9.7354500000000002</c:v>
                </c:pt>
                <c:pt idx="6470">
                  <c:v>9.3144600000000004</c:v>
                </c:pt>
                <c:pt idx="6471">
                  <c:v>9.2184200000000001</c:v>
                </c:pt>
                <c:pt idx="6472">
                  <c:v>9.1243499999999997</c:v>
                </c:pt>
                <c:pt idx="6473">
                  <c:v>8.74681</c:v>
                </c:pt>
                <c:pt idx="6474">
                  <c:v>8.5243599999999997</c:v>
                </c:pt>
                <c:pt idx="6475">
                  <c:v>8.5407799999999998</c:v>
                </c:pt>
                <c:pt idx="6476">
                  <c:v>8.9488099999999999</c:v>
                </c:pt>
                <c:pt idx="6477">
                  <c:v>9.2491599999999998</c:v>
                </c:pt>
                <c:pt idx="6478">
                  <c:v>9.3281700000000001</c:v>
                </c:pt>
                <c:pt idx="6479">
                  <c:v>9.5512499999999996</c:v>
                </c:pt>
                <c:pt idx="6480">
                  <c:v>9.5839099999999995</c:v>
                </c:pt>
                <c:pt idx="6481">
                  <c:v>9.79162</c:v>
                </c:pt>
                <c:pt idx="6482">
                  <c:v>9.6318999999999999</c:v>
                </c:pt>
                <c:pt idx="6483">
                  <c:v>9.3229500000000005</c:v>
                </c:pt>
                <c:pt idx="6484">
                  <c:v>9.2293400000000005</c:v>
                </c:pt>
                <c:pt idx="6485">
                  <c:v>9.19998</c:v>
                </c:pt>
                <c:pt idx="6486">
                  <c:v>9.3215699999999995</c:v>
                </c:pt>
                <c:pt idx="6487">
                  <c:v>9.0958400000000008</c:v>
                </c:pt>
                <c:pt idx="6488">
                  <c:v>8.8402799999999999</c:v>
                </c:pt>
                <c:pt idx="6489">
                  <c:v>8.9008599999999998</c:v>
                </c:pt>
                <c:pt idx="6490">
                  <c:v>8.9844200000000001</c:v>
                </c:pt>
                <c:pt idx="6491">
                  <c:v>8.9274799999999992</c:v>
                </c:pt>
                <c:pt idx="6492">
                  <c:v>8.7427299999999999</c:v>
                </c:pt>
                <c:pt idx="6493">
                  <c:v>8.8832900000000006</c:v>
                </c:pt>
                <c:pt idx="6494">
                  <c:v>8.8752499999999994</c:v>
                </c:pt>
                <c:pt idx="6495">
                  <c:v>8.7438300000000009</c:v>
                </c:pt>
                <c:pt idx="6496">
                  <c:v>8.7919999999999998</c:v>
                </c:pt>
                <c:pt idx="6497">
                  <c:v>9.2021300000000004</c:v>
                </c:pt>
                <c:pt idx="6498">
                  <c:v>9.4741400000000002</c:v>
                </c:pt>
                <c:pt idx="6499">
                  <c:v>9.4097100000000005</c:v>
                </c:pt>
                <c:pt idx="6500">
                  <c:v>9.4725400000000004</c:v>
                </c:pt>
                <c:pt idx="6501">
                  <c:v>9.4915699999999994</c:v>
                </c:pt>
                <c:pt idx="6502">
                  <c:v>9.6668000000000003</c:v>
                </c:pt>
                <c:pt idx="6503">
                  <c:v>9.9435000000000002</c:v>
                </c:pt>
                <c:pt idx="6504">
                  <c:v>10.561999999999999</c:v>
                </c:pt>
                <c:pt idx="6505">
                  <c:v>11.2181</c:v>
                </c:pt>
                <c:pt idx="6506">
                  <c:v>11.707700000000001</c:v>
                </c:pt>
                <c:pt idx="6507">
                  <c:v>11.950699999999999</c:v>
                </c:pt>
                <c:pt idx="6508">
                  <c:v>12.1965</c:v>
                </c:pt>
                <c:pt idx="6509">
                  <c:v>12.661</c:v>
                </c:pt>
                <c:pt idx="6510">
                  <c:v>13.441800000000001</c:v>
                </c:pt>
                <c:pt idx="6511">
                  <c:v>13.877000000000001</c:v>
                </c:pt>
                <c:pt idx="6512">
                  <c:v>14.4428</c:v>
                </c:pt>
                <c:pt idx="6513">
                  <c:v>14.8202</c:v>
                </c:pt>
                <c:pt idx="6514">
                  <c:v>14.7666</c:v>
                </c:pt>
                <c:pt idx="6515">
                  <c:v>14.6182</c:v>
                </c:pt>
                <c:pt idx="6516">
                  <c:v>14.0235</c:v>
                </c:pt>
                <c:pt idx="6517">
                  <c:v>13.6906</c:v>
                </c:pt>
                <c:pt idx="6518">
                  <c:v>13.280200000000001</c:v>
                </c:pt>
                <c:pt idx="6519">
                  <c:v>13.1638</c:v>
                </c:pt>
                <c:pt idx="6520">
                  <c:v>13.303699999999999</c:v>
                </c:pt>
                <c:pt idx="6521">
                  <c:v>13.081899999999999</c:v>
                </c:pt>
                <c:pt idx="6522">
                  <c:v>12.674200000000001</c:v>
                </c:pt>
                <c:pt idx="6523">
                  <c:v>12.1953</c:v>
                </c:pt>
                <c:pt idx="6524">
                  <c:v>11.723800000000001</c:v>
                </c:pt>
                <c:pt idx="6525">
                  <c:v>11.261799999999999</c:v>
                </c:pt>
                <c:pt idx="6526">
                  <c:v>10.8803</c:v>
                </c:pt>
                <c:pt idx="6527">
                  <c:v>10.560600000000001</c:v>
                </c:pt>
                <c:pt idx="6528">
                  <c:v>10.108700000000001</c:v>
                </c:pt>
                <c:pt idx="6529">
                  <c:v>10.0464</c:v>
                </c:pt>
                <c:pt idx="6530">
                  <c:v>10.056100000000001</c:v>
                </c:pt>
                <c:pt idx="6531">
                  <c:v>9.9649900000000002</c:v>
                </c:pt>
                <c:pt idx="6532">
                  <c:v>9.5689700000000002</c:v>
                </c:pt>
                <c:pt idx="6533">
                  <c:v>8.9247899999999998</c:v>
                </c:pt>
                <c:pt idx="6534">
                  <c:v>8.8992100000000001</c:v>
                </c:pt>
                <c:pt idx="6535">
                  <c:v>8.9609100000000002</c:v>
                </c:pt>
                <c:pt idx="6536">
                  <c:v>9.0109300000000001</c:v>
                </c:pt>
                <c:pt idx="6537">
                  <c:v>9.1573899999999995</c:v>
                </c:pt>
                <c:pt idx="6538">
                  <c:v>9.5346100000000007</c:v>
                </c:pt>
                <c:pt idx="6539">
                  <c:v>9.7269000000000005</c:v>
                </c:pt>
                <c:pt idx="6540">
                  <c:v>9.6332100000000001</c:v>
                </c:pt>
                <c:pt idx="6541">
                  <c:v>9.42117</c:v>
                </c:pt>
                <c:pt idx="6542">
                  <c:v>9.5894499999999994</c:v>
                </c:pt>
                <c:pt idx="6543">
                  <c:v>9.8133900000000001</c:v>
                </c:pt>
                <c:pt idx="6544">
                  <c:v>9.8657599999999999</c:v>
                </c:pt>
                <c:pt idx="6545">
                  <c:v>10.205299999999999</c:v>
                </c:pt>
                <c:pt idx="6546">
                  <c:v>9.9907299999999992</c:v>
                </c:pt>
                <c:pt idx="6547">
                  <c:v>9.5577900000000007</c:v>
                </c:pt>
                <c:pt idx="6548">
                  <c:v>9.5309600000000003</c:v>
                </c:pt>
                <c:pt idx="6549">
                  <c:v>9.6326099999999997</c:v>
                </c:pt>
                <c:pt idx="6550">
                  <c:v>9.6044</c:v>
                </c:pt>
                <c:pt idx="6551">
                  <c:v>9.48733</c:v>
                </c:pt>
                <c:pt idx="6552">
                  <c:v>9.6972500000000004</c:v>
                </c:pt>
                <c:pt idx="6553">
                  <c:v>9.9979800000000001</c:v>
                </c:pt>
                <c:pt idx="6554">
                  <c:v>9.7283399999999993</c:v>
                </c:pt>
                <c:pt idx="6555">
                  <c:v>9.2582500000000003</c:v>
                </c:pt>
                <c:pt idx="6556">
                  <c:v>9.0917499999999993</c:v>
                </c:pt>
                <c:pt idx="6557">
                  <c:v>9.1113800000000005</c:v>
                </c:pt>
                <c:pt idx="6558">
                  <c:v>9.0924999999999994</c:v>
                </c:pt>
                <c:pt idx="6559">
                  <c:v>9.1158800000000006</c:v>
                </c:pt>
                <c:pt idx="6560">
                  <c:v>9.1444700000000001</c:v>
                </c:pt>
                <c:pt idx="6561">
                  <c:v>9.2931399999999993</c:v>
                </c:pt>
                <c:pt idx="6562">
                  <c:v>9.4569899999999993</c:v>
                </c:pt>
                <c:pt idx="6563">
                  <c:v>9.3324599999999993</c:v>
                </c:pt>
                <c:pt idx="6564">
                  <c:v>9.2346299999999992</c:v>
                </c:pt>
                <c:pt idx="6565">
                  <c:v>9.0795399999999997</c:v>
                </c:pt>
                <c:pt idx="6566">
                  <c:v>8.9965100000000007</c:v>
                </c:pt>
                <c:pt idx="6567">
                  <c:v>9.1312700000000007</c:v>
                </c:pt>
                <c:pt idx="6568">
                  <c:v>9.4207000000000001</c:v>
                </c:pt>
                <c:pt idx="6569">
                  <c:v>9.5546199999999999</c:v>
                </c:pt>
                <c:pt idx="6570">
                  <c:v>9.4806699999999999</c:v>
                </c:pt>
                <c:pt idx="6571">
                  <c:v>9.4185599999999994</c:v>
                </c:pt>
                <c:pt idx="6572">
                  <c:v>9.5014500000000002</c:v>
                </c:pt>
                <c:pt idx="6573">
                  <c:v>9.2451899999999991</c:v>
                </c:pt>
                <c:pt idx="6574">
                  <c:v>8.6835699999999996</c:v>
                </c:pt>
                <c:pt idx="6575">
                  <c:v>8.8008100000000002</c:v>
                </c:pt>
                <c:pt idx="6576">
                  <c:v>9.2711299999999994</c:v>
                </c:pt>
                <c:pt idx="6577">
                  <c:v>9.3241300000000003</c:v>
                </c:pt>
                <c:pt idx="6578">
                  <c:v>9.1759599999999999</c:v>
                </c:pt>
                <c:pt idx="6579">
                  <c:v>9.0971100000000007</c:v>
                </c:pt>
                <c:pt idx="6580">
                  <c:v>8.8954799999999992</c:v>
                </c:pt>
                <c:pt idx="6581">
                  <c:v>8.8325800000000001</c:v>
                </c:pt>
                <c:pt idx="6582">
                  <c:v>9.0231899999999996</c:v>
                </c:pt>
                <c:pt idx="6583">
                  <c:v>9.2779500000000006</c:v>
                </c:pt>
                <c:pt idx="6584">
                  <c:v>9.5432000000000006</c:v>
                </c:pt>
                <c:pt idx="6585">
                  <c:v>9.5636600000000005</c:v>
                </c:pt>
                <c:pt idx="6586">
                  <c:v>9.4412299999999991</c:v>
                </c:pt>
                <c:pt idx="6587">
                  <c:v>9.4927100000000006</c:v>
                </c:pt>
                <c:pt idx="6588">
                  <c:v>9.4129799999999992</c:v>
                </c:pt>
                <c:pt idx="6589">
                  <c:v>9.0640900000000002</c:v>
                </c:pt>
                <c:pt idx="6590">
                  <c:v>8.8549299999999995</c:v>
                </c:pt>
                <c:pt idx="6591">
                  <c:v>8.7800499999999992</c:v>
                </c:pt>
                <c:pt idx="6592">
                  <c:v>8.8500399999999999</c:v>
                </c:pt>
                <c:pt idx="6593">
                  <c:v>9.0528300000000002</c:v>
                </c:pt>
                <c:pt idx="6594">
                  <c:v>9.05654</c:v>
                </c:pt>
                <c:pt idx="6595">
                  <c:v>9.2343299999999999</c:v>
                </c:pt>
                <c:pt idx="6596">
                  <c:v>9.2820999999999998</c:v>
                </c:pt>
                <c:pt idx="6597">
                  <c:v>9.2123600000000003</c:v>
                </c:pt>
                <c:pt idx="6598">
                  <c:v>9.1683500000000002</c:v>
                </c:pt>
                <c:pt idx="6599">
                  <c:v>9.2161399999999993</c:v>
                </c:pt>
                <c:pt idx="6600">
                  <c:v>9.5365300000000008</c:v>
                </c:pt>
                <c:pt idx="6601">
                  <c:v>9.8437599999999996</c:v>
                </c:pt>
                <c:pt idx="6602">
                  <c:v>9.6392500000000005</c:v>
                </c:pt>
                <c:pt idx="6603">
                  <c:v>9.3291500000000003</c:v>
                </c:pt>
                <c:pt idx="6604">
                  <c:v>9.2259799999999998</c:v>
                </c:pt>
                <c:pt idx="6605">
                  <c:v>9.5870800000000003</c:v>
                </c:pt>
                <c:pt idx="6606">
                  <c:v>9.7407500000000002</c:v>
                </c:pt>
                <c:pt idx="6607">
                  <c:v>9.7708100000000009</c:v>
                </c:pt>
                <c:pt idx="6608">
                  <c:v>9.5849600000000006</c:v>
                </c:pt>
                <c:pt idx="6609">
                  <c:v>9.6419800000000002</c:v>
                </c:pt>
                <c:pt idx="6610">
                  <c:v>9.8075700000000001</c:v>
                </c:pt>
                <c:pt idx="6611">
                  <c:v>9.6676699999999993</c:v>
                </c:pt>
                <c:pt idx="6612">
                  <c:v>9.6805000000000003</c:v>
                </c:pt>
                <c:pt idx="6613">
                  <c:v>9.8609399999999994</c:v>
                </c:pt>
                <c:pt idx="6614">
                  <c:v>9.8817799999999991</c:v>
                </c:pt>
                <c:pt idx="6615">
                  <c:v>9.9791699999999999</c:v>
                </c:pt>
                <c:pt idx="6616">
                  <c:v>9.9888100000000009</c:v>
                </c:pt>
                <c:pt idx="6617">
                  <c:v>10.140499999999999</c:v>
                </c:pt>
                <c:pt idx="6618">
                  <c:v>9.8682200000000009</c:v>
                </c:pt>
                <c:pt idx="6619">
                  <c:v>9.5766500000000008</c:v>
                </c:pt>
                <c:pt idx="6620">
                  <c:v>9.6479999999999997</c:v>
                </c:pt>
                <c:pt idx="6621">
                  <c:v>9.6506500000000006</c:v>
                </c:pt>
                <c:pt idx="6622">
                  <c:v>9.3520900000000005</c:v>
                </c:pt>
                <c:pt idx="6623">
                  <c:v>9.2645800000000005</c:v>
                </c:pt>
                <c:pt idx="6624">
                  <c:v>9.4168500000000002</c:v>
                </c:pt>
                <c:pt idx="6625">
                  <c:v>9.5403199999999995</c:v>
                </c:pt>
                <c:pt idx="6626">
                  <c:v>9.7744</c:v>
                </c:pt>
                <c:pt idx="6627">
                  <c:v>9.7430099999999999</c:v>
                </c:pt>
                <c:pt idx="6628">
                  <c:v>9.3069500000000005</c:v>
                </c:pt>
                <c:pt idx="6629">
                  <c:v>9.1546900000000004</c:v>
                </c:pt>
                <c:pt idx="6630">
                  <c:v>9.3073200000000007</c:v>
                </c:pt>
                <c:pt idx="6631">
                  <c:v>9.3480299999999996</c:v>
                </c:pt>
                <c:pt idx="6632">
                  <c:v>9.2616999999999994</c:v>
                </c:pt>
                <c:pt idx="6633">
                  <c:v>9.2217500000000001</c:v>
                </c:pt>
                <c:pt idx="6634">
                  <c:v>9.5142500000000005</c:v>
                </c:pt>
                <c:pt idx="6635">
                  <c:v>9.9639600000000002</c:v>
                </c:pt>
                <c:pt idx="6636">
                  <c:v>10.2056</c:v>
                </c:pt>
                <c:pt idx="6637">
                  <c:v>10.275499999999999</c:v>
                </c:pt>
                <c:pt idx="6638">
                  <c:v>10.2828</c:v>
                </c:pt>
                <c:pt idx="6639">
                  <c:v>10.2864</c:v>
                </c:pt>
                <c:pt idx="6640">
                  <c:v>10.257300000000001</c:v>
                </c:pt>
                <c:pt idx="6641">
                  <c:v>9.8292000000000002</c:v>
                </c:pt>
                <c:pt idx="6642">
                  <c:v>9.7416099999999997</c:v>
                </c:pt>
                <c:pt idx="6643">
                  <c:v>9.8506999999999998</c:v>
                </c:pt>
                <c:pt idx="6644">
                  <c:v>9.8333300000000001</c:v>
                </c:pt>
                <c:pt idx="6645">
                  <c:v>9.69876</c:v>
                </c:pt>
                <c:pt idx="6646">
                  <c:v>9.7135999999999996</c:v>
                </c:pt>
                <c:pt idx="6647">
                  <c:v>9.7148900000000005</c:v>
                </c:pt>
                <c:pt idx="6648">
                  <c:v>9.7009699999999999</c:v>
                </c:pt>
                <c:pt idx="6649">
                  <c:v>9.7763600000000004</c:v>
                </c:pt>
                <c:pt idx="6650">
                  <c:v>9.9620599999999992</c:v>
                </c:pt>
                <c:pt idx="6651">
                  <c:v>10.058</c:v>
                </c:pt>
                <c:pt idx="6652">
                  <c:v>9.9808000000000003</c:v>
                </c:pt>
                <c:pt idx="6653">
                  <c:v>10.1372</c:v>
                </c:pt>
                <c:pt idx="6654">
                  <c:v>10.3102</c:v>
                </c:pt>
                <c:pt idx="6655">
                  <c:v>10.4816</c:v>
                </c:pt>
                <c:pt idx="6656">
                  <c:v>10.337400000000001</c:v>
                </c:pt>
                <c:pt idx="6657">
                  <c:v>10.323399999999999</c:v>
                </c:pt>
                <c:pt idx="6658">
                  <c:v>10.6343</c:v>
                </c:pt>
                <c:pt idx="6659">
                  <c:v>11.0562</c:v>
                </c:pt>
                <c:pt idx="6660">
                  <c:v>11.2562</c:v>
                </c:pt>
                <c:pt idx="6661">
                  <c:v>11.0181</c:v>
                </c:pt>
                <c:pt idx="6662">
                  <c:v>10.8543</c:v>
                </c:pt>
                <c:pt idx="6663">
                  <c:v>10.8597</c:v>
                </c:pt>
                <c:pt idx="6664">
                  <c:v>10.7882</c:v>
                </c:pt>
                <c:pt idx="6665">
                  <c:v>10.752599999999999</c:v>
                </c:pt>
                <c:pt idx="6666">
                  <c:v>10.1638</c:v>
                </c:pt>
                <c:pt idx="6667">
                  <c:v>9.6447599999999998</c:v>
                </c:pt>
                <c:pt idx="6668">
                  <c:v>9.2079599999999999</c:v>
                </c:pt>
                <c:pt idx="6669">
                  <c:v>8.8786500000000004</c:v>
                </c:pt>
                <c:pt idx="6670">
                  <c:v>8.9664400000000004</c:v>
                </c:pt>
                <c:pt idx="6671">
                  <c:v>9.2468299999999992</c:v>
                </c:pt>
                <c:pt idx="6672">
                  <c:v>9.5228199999999994</c:v>
                </c:pt>
                <c:pt idx="6673">
                  <c:v>9.6119900000000005</c:v>
                </c:pt>
                <c:pt idx="6674">
                  <c:v>9.8600600000000007</c:v>
                </c:pt>
                <c:pt idx="6675">
                  <c:v>10.0467</c:v>
                </c:pt>
                <c:pt idx="6676">
                  <c:v>10.393700000000001</c:v>
                </c:pt>
                <c:pt idx="6677">
                  <c:v>10.770799999999999</c:v>
                </c:pt>
                <c:pt idx="6678">
                  <c:v>10.8506</c:v>
                </c:pt>
                <c:pt idx="6679">
                  <c:v>10.708500000000001</c:v>
                </c:pt>
                <c:pt idx="6680">
                  <c:v>10.3703</c:v>
                </c:pt>
                <c:pt idx="6681">
                  <c:v>10.2323</c:v>
                </c:pt>
                <c:pt idx="6682">
                  <c:v>10.345499999999999</c:v>
                </c:pt>
                <c:pt idx="6683">
                  <c:v>10.4382</c:v>
                </c:pt>
                <c:pt idx="6684">
                  <c:v>10.4238</c:v>
                </c:pt>
                <c:pt idx="6685">
                  <c:v>10.2333</c:v>
                </c:pt>
                <c:pt idx="6686">
                  <c:v>9.9957200000000004</c:v>
                </c:pt>
                <c:pt idx="6687">
                  <c:v>10.048299999999999</c:v>
                </c:pt>
                <c:pt idx="6688">
                  <c:v>10.147500000000001</c:v>
                </c:pt>
                <c:pt idx="6689">
                  <c:v>10.1076</c:v>
                </c:pt>
                <c:pt idx="6690">
                  <c:v>10.350300000000001</c:v>
                </c:pt>
                <c:pt idx="6691">
                  <c:v>10.8217</c:v>
                </c:pt>
                <c:pt idx="6692">
                  <c:v>11.152100000000001</c:v>
                </c:pt>
                <c:pt idx="6693">
                  <c:v>11.044600000000001</c:v>
                </c:pt>
                <c:pt idx="6694">
                  <c:v>10.687099999999999</c:v>
                </c:pt>
                <c:pt idx="6695">
                  <c:v>10.7257</c:v>
                </c:pt>
                <c:pt idx="6696">
                  <c:v>10.8689</c:v>
                </c:pt>
                <c:pt idx="6697">
                  <c:v>10.493499999999999</c:v>
                </c:pt>
                <c:pt idx="6698">
                  <c:v>10.069000000000001</c:v>
                </c:pt>
                <c:pt idx="6699">
                  <c:v>10.138</c:v>
                </c:pt>
                <c:pt idx="6700">
                  <c:v>10.3165</c:v>
                </c:pt>
                <c:pt idx="6701">
                  <c:v>10.357100000000001</c:v>
                </c:pt>
                <c:pt idx="6702">
                  <c:v>10.5238</c:v>
                </c:pt>
                <c:pt idx="6703">
                  <c:v>10.757099999999999</c:v>
                </c:pt>
                <c:pt idx="6704">
                  <c:v>10.7697</c:v>
                </c:pt>
                <c:pt idx="6705">
                  <c:v>10.591200000000001</c:v>
                </c:pt>
                <c:pt idx="6706">
                  <c:v>10.607900000000001</c:v>
                </c:pt>
                <c:pt idx="6707">
                  <c:v>10.940200000000001</c:v>
                </c:pt>
                <c:pt idx="6708">
                  <c:v>11.3161</c:v>
                </c:pt>
                <c:pt idx="6709">
                  <c:v>11.231</c:v>
                </c:pt>
                <c:pt idx="6710">
                  <c:v>11.115</c:v>
                </c:pt>
                <c:pt idx="6711">
                  <c:v>11.1076</c:v>
                </c:pt>
                <c:pt idx="6712">
                  <c:v>10.964</c:v>
                </c:pt>
                <c:pt idx="6713">
                  <c:v>11.1258</c:v>
                </c:pt>
                <c:pt idx="6714">
                  <c:v>11.107200000000001</c:v>
                </c:pt>
                <c:pt idx="6715">
                  <c:v>10.871600000000001</c:v>
                </c:pt>
                <c:pt idx="6716">
                  <c:v>10.5227</c:v>
                </c:pt>
                <c:pt idx="6717">
                  <c:v>9.9631799999999995</c:v>
                </c:pt>
                <c:pt idx="6718">
                  <c:v>9.7319099999999992</c:v>
                </c:pt>
                <c:pt idx="6719">
                  <c:v>10.251200000000001</c:v>
                </c:pt>
                <c:pt idx="6720">
                  <c:v>10.7493</c:v>
                </c:pt>
                <c:pt idx="6721">
                  <c:v>10.6373</c:v>
                </c:pt>
                <c:pt idx="6722">
                  <c:v>10.509600000000001</c:v>
                </c:pt>
                <c:pt idx="6723">
                  <c:v>10.4398</c:v>
                </c:pt>
                <c:pt idx="6724">
                  <c:v>10.4238</c:v>
                </c:pt>
                <c:pt idx="6725">
                  <c:v>10.4467</c:v>
                </c:pt>
                <c:pt idx="6726">
                  <c:v>10.1838</c:v>
                </c:pt>
                <c:pt idx="6727">
                  <c:v>9.9897100000000005</c:v>
                </c:pt>
                <c:pt idx="6728">
                  <c:v>10.395300000000001</c:v>
                </c:pt>
                <c:pt idx="6729">
                  <c:v>10.8954</c:v>
                </c:pt>
                <c:pt idx="6730">
                  <c:v>11.312900000000001</c:v>
                </c:pt>
                <c:pt idx="6731">
                  <c:v>11.3461</c:v>
                </c:pt>
                <c:pt idx="6732">
                  <c:v>11.344200000000001</c:v>
                </c:pt>
                <c:pt idx="6733">
                  <c:v>11.020300000000001</c:v>
                </c:pt>
                <c:pt idx="6734">
                  <c:v>10.672000000000001</c:v>
                </c:pt>
                <c:pt idx="6735">
                  <c:v>10.879</c:v>
                </c:pt>
                <c:pt idx="6736">
                  <c:v>11.0749</c:v>
                </c:pt>
                <c:pt idx="6737">
                  <c:v>10.895</c:v>
                </c:pt>
                <c:pt idx="6738">
                  <c:v>10.6663</c:v>
                </c:pt>
                <c:pt idx="6739">
                  <c:v>10.460599999999999</c:v>
                </c:pt>
                <c:pt idx="6740">
                  <c:v>10.249000000000001</c:v>
                </c:pt>
                <c:pt idx="6741">
                  <c:v>10.1282</c:v>
                </c:pt>
                <c:pt idx="6742">
                  <c:v>10.315300000000001</c:v>
                </c:pt>
                <c:pt idx="6743">
                  <c:v>10.676</c:v>
                </c:pt>
                <c:pt idx="6744">
                  <c:v>10.964600000000001</c:v>
                </c:pt>
                <c:pt idx="6745">
                  <c:v>11.2567</c:v>
                </c:pt>
                <c:pt idx="6746">
                  <c:v>11.476599999999999</c:v>
                </c:pt>
                <c:pt idx="6747">
                  <c:v>11.282500000000001</c:v>
                </c:pt>
                <c:pt idx="6748">
                  <c:v>11.139900000000001</c:v>
                </c:pt>
                <c:pt idx="6749">
                  <c:v>11.2608</c:v>
                </c:pt>
                <c:pt idx="6750">
                  <c:v>11.718299999999999</c:v>
                </c:pt>
                <c:pt idx="6751">
                  <c:v>12.1412</c:v>
                </c:pt>
                <c:pt idx="6752">
                  <c:v>12.164999999999999</c:v>
                </c:pt>
                <c:pt idx="6753">
                  <c:v>11.7803</c:v>
                </c:pt>
                <c:pt idx="6754">
                  <c:v>11.4298</c:v>
                </c:pt>
                <c:pt idx="6755">
                  <c:v>11.3848</c:v>
                </c:pt>
                <c:pt idx="6756">
                  <c:v>11.542899999999999</c:v>
                </c:pt>
                <c:pt idx="6757">
                  <c:v>11.868399999999999</c:v>
                </c:pt>
                <c:pt idx="6758">
                  <c:v>11.8994</c:v>
                </c:pt>
                <c:pt idx="6759">
                  <c:v>11.505100000000001</c:v>
                </c:pt>
                <c:pt idx="6760">
                  <c:v>11.3751</c:v>
                </c:pt>
                <c:pt idx="6761">
                  <c:v>11.8047</c:v>
                </c:pt>
                <c:pt idx="6762">
                  <c:v>12.3482</c:v>
                </c:pt>
                <c:pt idx="6763">
                  <c:v>12.3367</c:v>
                </c:pt>
                <c:pt idx="6764">
                  <c:v>11.885400000000001</c:v>
                </c:pt>
                <c:pt idx="6765">
                  <c:v>11.8301</c:v>
                </c:pt>
                <c:pt idx="6766">
                  <c:v>12.0085</c:v>
                </c:pt>
                <c:pt idx="6767">
                  <c:v>11.9245</c:v>
                </c:pt>
                <c:pt idx="6768">
                  <c:v>11.8079</c:v>
                </c:pt>
                <c:pt idx="6769">
                  <c:v>11.7057</c:v>
                </c:pt>
                <c:pt idx="6770">
                  <c:v>11.951000000000001</c:v>
                </c:pt>
                <c:pt idx="6771">
                  <c:v>12.1639</c:v>
                </c:pt>
                <c:pt idx="6772">
                  <c:v>12.1602</c:v>
                </c:pt>
                <c:pt idx="6773">
                  <c:v>12.1274</c:v>
                </c:pt>
                <c:pt idx="6774">
                  <c:v>12.3019</c:v>
                </c:pt>
                <c:pt idx="6775">
                  <c:v>12.2569</c:v>
                </c:pt>
                <c:pt idx="6776">
                  <c:v>11.754200000000001</c:v>
                </c:pt>
                <c:pt idx="6777">
                  <c:v>11.2813</c:v>
                </c:pt>
                <c:pt idx="6778">
                  <c:v>11.1227</c:v>
                </c:pt>
                <c:pt idx="6779">
                  <c:v>11.4064</c:v>
                </c:pt>
                <c:pt idx="6780">
                  <c:v>11.945</c:v>
                </c:pt>
                <c:pt idx="6781">
                  <c:v>12.038500000000001</c:v>
                </c:pt>
                <c:pt idx="6782">
                  <c:v>11.895</c:v>
                </c:pt>
                <c:pt idx="6783">
                  <c:v>11.764699999999999</c:v>
                </c:pt>
                <c:pt idx="6784">
                  <c:v>11.684799999999999</c:v>
                </c:pt>
                <c:pt idx="6785">
                  <c:v>11.474299999999999</c:v>
                </c:pt>
                <c:pt idx="6786">
                  <c:v>11.3712</c:v>
                </c:pt>
                <c:pt idx="6787">
                  <c:v>11.4377</c:v>
                </c:pt>
                <c:pt idx="6788">
                  <c:v>11.261900000000001</c:v>
                </c:pt>
                <c:pt idx="6789">
                  <c:v>11.242000000000001</c:v>
                </c:pt>
                <c:pt idx="6790">
                  <c:v>11.6981</c:v>
                </c:pt>
                <c:pt idx="6791">
                  <c:v>12.010400000000001</c:v>
                </c:pt>
                <c:pt idx="6792">
                  <c:v>12.040100000000001</c:v>
                </c:pt>
                <c:pt idx="6793">
                  <c:v>11.943099999999999</c:v>
                </c:pt>
                <c:pt idx="6794">
                  <c:v>12.0787</c:v>
                </c:pt>
                <c:pt idx="6795">
                  <c:v>12.285</c:v>
                </c:pt>
                <c:pt idx="6796">
                  <c:v>12.522500000000001</c:v>
                </c:pt>
                <c:pt idx="6797">
                  <c:v>12.457100000000001</c:v>
                </c:pt>
                <c:pt idx="6798">
                  <c:v>12.133900000000001</c:v>
                </c:pt>
                <c:pt idx="6799">
                  <c:v>12.1746</c:v>
                </c:pt>
                <c:pt idx="6800">
                  <c:v>12.4907</c:v>
                </c:pt>
                <c:pt idx="6801">
                  <c:v>12.808</c:v>
                </c:pt>
                <c:pt idx="6802">
                  <c:v>13.0573</c:v>
                </c:pt>
                <c:pt idx="6803">
                  <c:v>13.037000000000001</c:v>
                </c:pt>
                <c:pt idx="6804">
                  <c:v>12.731199999999999</c:v>
                </c:pt>
                <c:pt idx="6805">
                  <c:v>12.557600000000001</c:v>
                </c:pt>
                <c:pt idx="6806">
                  <c:v>12.414199999999999</c:v>
                </c:pt>
                <c:pt idx="6807">
                  <c:v>12.5937</c:v>
                </c:pt>
                <c:pt idx="6808">
                  <c:v>12.8965</c:v>
                </c:pt>
                <c:pt idx="6809">
                  <c:v>12.918799999999999</c:v>
                </c:pt>
                <c:pt idx="6810">
                  <c:v>12.806800000000001</c:v>
                </c:pt>
                <c:pt idx="6811">
                  <c:v>12.821400000000001</c:v>
                </c:pt>
                <c:pt idx="6812">
                  <c:v>12.6821</c:v>
                </c:pt>
                <c:pt idx="6813">
                  <c:v>12.4278</c:v>
                </c:pt>
                <c:pt idx="6814">
                  <c:v>12.1172</c:v>
                </c:pt>
                <c:pt idx="6815">
                  <c:v>12.2736</c:v>
                </c:pt>
                <c:pt idx="6816">
                  <c:v>12.794700000000001</c:v>
                </c:pt>
                <c:pt idx="6817">
                  <c:v>13.4392</c:v>
                </c:pt>
                <c:pt idx="6818">
                  <c:v>14.006</c:v>
                </c:pt>
                <c:pt idx="6819">
                  <c:v>14.0326</c:v>
                </c:pt>
                <c:pt idx="6820">
                  <c:v>13.9156</c:v>
                </c:pt>
                <c:pt idx="6821">
                  <c:v>13.948399999999999</c:v>
                </c:pt>
                <c:pt idx="6822">
                  <c:v>14.045299999999999</c:v>
                </c:pt>
                <c:pt idx="6823">
                  <c:v>13.9915</c:v>
                </c:pt>
                <c:pt idx="6824">
                  <c:v>13.875299999999999</c:v>
                </c:pt>
                <c:pt idx="6825">
                  <c:v>13.763299999999999</c:v>
                </c:pt>
                <c:pt idx="6826">
                  <c:v>13.428000000000001</c:v>
                </c:pt>
                <c:pt idx="6827">
                  <c:v>13.007</c:v>
                </c:pt>
                <c:pt idx="6828">
                  <c:v>12.8254</c:v>
                </c:pt>
                <c:pt idx="6829">
                  <c:v>13.0402</c:v>
                </c:pt>
                <c:pt idx="6830">
                  <c:v>13.117599999999999</c:v>
                </c:pt>
                <c:pt idx="6831">
                  <c:v>13.169600000000001</c:v>
                </c:pt>
                <c:pt idx="6832">
                  <c:v>13.0806</c:v>
                </c:pt>
                <c:pt idx="6833">
                  <c:v>13.096399999999999</c:v>
                </c:pt>
                <c:pt idx="6834">
                  <c:v>13.6051</c:v>
                </c:pt>
                <c:pt idx="6835">
                  <c:v>14.155200000000001</c:v>
                </c:pt>
                <c:pt idx="6836">
                  <c:v>13.959199999999999</c:v>
                </c:pt>
                <c:pt idx="6837">
                  <c:v>13.794499999999999</c:v>
                </c:pt>
                <c:pt idx="6838">
                  <c:v>13.9213</c:v>
                </c:pt>
                <c:pt idx="6839">
                  <c:v>13.829800000000001</c:v>
                </c:pt>
                <c:pt idx="6840">
                  <c:v>13.558299999999999</c:v>
                </c:pt>
                <c:pt idx="6841">
                  <c:v>13.435499999999999</c:v>
                </c:pt>
                <c:pt idx="6842">
                  <c:v>13.641500000000001</c:v>
                </c:pt>
                <c:pt idx="6843">
                  <c:v>14.2113</c:v>
                </c:pt>
                <c:pt idx="6844">
                  <c:v>14.781499999999999</c:v>
                </c:pt>
                <c:pt idx="6845">
                  <c:v>14.573499999999999</c:v>
                </c:pt>
                <c:pt idx="6846">
                  <c:v>14.482799999999999</c:v>
                </c:pt>
                <c:pt idx="6847">
                  <c:v>14.423400000000001</c:v>
                </c:pt>
                <c:pt idx="6848">
                  <c:v>14.611700000000001</c:v>
                </c:pt>
                <c:pt idx="6849">
                  <c:v>15.097899999999999</c:v>
                </c:pt>
                <c:pt idx="6850">
                  <c:v>15.247400000000001</c:v>
                </c:pt>
                <c:pt idx="6851">
                  <c:v>15.260899999999999</c:v>
                </c:pt>
                <c:pt idx="6852">
                  <c:v>15.467000000000001</c:v>
                </c:pt>
                <c:pt idx="6853">
                  <c:v>15.8188</c:v>
                </c:pt>
                <c:pt idx="6854">
                  <c:v>15.835900000000001</c:v>
                </c:pt>
                <c:pt idx="6855">
                  <c:v>15.644299999999999</c:v>
                </c:pt>
                <c:pt idx="6856">
                  <c:v>15.516500000000001</c:v>
                </c:pt>
                <c:pt idx="6857">
                  <c:v>15.3484</c:v>
                </c:pt>
                <c:pt idx="6858">
                  <c:v>15.163500000000001</c:v>
                </c:pt>
                <c:pt idx="6859">
                  <c:v>15.158799999999999</c:v>
                </c:pt>
                <c:pt idx="6860">
                  <c:v>15.3986</c:v>
                </c:pt>
                <c:pt idx="6861">
                  <c:v>15.469200000000001</c:v>
                </c:pt>
                <c:pt idx="6862">
                  <c:v>15.6112</c:v>
                </c:pt>
                <c:pt idx="6863">
                  <c:v>15.2601</c:v>
                </c:pt>
                <c:pt idx="6864">
                  <c:v>15.0868</c:v>
                </c:pt>
                <c:pt idx="6865">
                  <c:v>15.742599999999999</c:v>
                </c:pt>
                <c:pt idx="6866">
                  <c:v>16.361799999999999</c:v>
                </c:pt>
                <c:pt idx="6867">
                  <c:v>16.759</c:v>
                </c:pt>
                <c:pt idx="6868">
                  <c:v>16.956099999999999</c:v>
                </c:pt>
                <c:pt idx="6869">
                  <c:v>16.872900000000001</c:v>
                </c:pt>
                <c:pt idx="6870">
                  <c:v>16.943999999999999</c:v>
                </c:pt>
                <c:pt idx="6871">
                  <c:v>17.091699999999999</c:v>
                </c:pt>
                <c:pt idx="6872">
                  <c:v>17.271999999999998</c:v>
                </c:pt>
                <c:pt idx="6873">
                  <c:v>17.498200000000001</c:v>
                </c:pt>
                <c:pt idx="6874">
                  <c:v>17.6768</c:v>
                </c:pt>
                <c:pt idx="6875">
                  <c:v>17.936299999999999</c:v>
                </c:pt>
                <c:pt idx="6876">
                  <c:v>18.042300000000001</c:v>
                </c:pt>
                <c:pt idx="6877">
                  <c:v>17.911200000000001</c:v>
                </c:pt>
                <c:pt idx="6878">
                  <c:v>18.212</c:v>
                </c:pt>
                <c:pt idx="6879">
                  <c:v>18.711200000000002</c:v>
                </c:pt>
                <c:pt idx="6880">
                  <c:v>18.736899999999999</c:v>
                </c:pt>
                <c:pt idx="6881">
                  <c:v>18.304099999999998</c:v>
                </c:pt>
                <c:pt idx="6882">
                  <c:v>18.274899999999999</c:v>
                </c:pt>
                <c:pt idx="6883">
                  <c:v>18.3521</c:v>
                </c:pt>
                <c:pt idx="6884">
                  <c:v>18.476199999999999</c:v>
                </c:pt>
                <c:pt idx="6885">
                  <c:v>18.536000000000001</c:v>
                </c:pt>
                <c:pt idx="6886">
                  <c:v>18.6751</c:v>
                </c:pt>
                <c:pt idx="6887">
                  <c:v>18.731999999999999</c:v>
                </c:pt>
                <c:pt idx="6888">
                  <c:v>18.4665</c:v>
                </c:pt>
                <c:pt idx="6889">
                  <c:v>18.519300000000001</c:v>
                </c:pt>
                <c:pt idx="6890">
                  <c:v>18.4786</c:v>
                </c:pt>
                <c:pt idx="6891">
                  <c:v>18.511600000000001</c:v>
                </c:pt>
                <c:pt idx="6892">
                  <c:v>18.996500000000001</c:v>
                </c:pt>
                <c:pt idx="6893">
                  <c:v>19.503</c:v>
                </c:pt>
                <c:pt idx="6894">
                  <c:v>19.9177</c:v>
                </c:pt>
                <c:pt idx="6895">
                  <c:v>19.923500000000001</c:v>
                </c:pt>
                <c:pt idx="6896">
                  <c:v>19.587399999999999</c:v>
                </c:pt>
                <c:pt idx="6897">
                  <c:v>19.503900000000002</c:v>
                </c:pt>
                <c:pt idx="6898">
                  <c:v>19.4209</c:v>
                </c:pt>
                <c:pt idx="6899">
                  <c:v>19.4222</c:v>
                </c:pt>
                <c:pt idx="6900">
                  <c:v>19.487500000000001</c:v>
                </c:pt>
                <c:pt idx="6901">
                  <c:v>19.747599999999998</c:v>
                </c:pt>
                <c:pt idx="6902">
                  <c:v>20.0654</c:v>
                </c:pt>
                <c:pt idx="6903">
                  <c:v>20.32</c:v>
                </c:pt>
                <c:pt idx="6904">
                  <c:v>20.482399999999998</c:v>
                </c:pt>
                <c:pt idx="6905">
                  <c:v>20.692799999999998</c:v>
                </c:pt>
                <c:pt idx="6906">
                  <c:v>20.653700000000001</c:v>
                </c:pt>
                <c:pt idx="6907">
                  <c:v>20.831399999999999</c:v>
                </c:pt>
                <c:pt idx="6908">
                  <c:v>21.040800000000001</c:v>
                </c:pt>
                <c:pt idx="6909">
                  <c:v>20.877600000000001</c:v>
                </c:pt>
                <c:pt idx="6910">
                  <c:v>20.581299999999999</c:v>
                </c:pt>
                <c:pt idx="6911">
                  <c:v>20.742599999999999</c:v>
                </c:pt>
                <c:pt idx="6912">
                  <c:v>21.1066</c:v>
                </c:pt>
                <c:pt idx="6913">
                  <c:v>21.377800000000001</c:v>
                </c:pt>
                <c:pt idx="6914">
                  <c:v>21.623799999999999</c:v>
                </c:pt>
                <c:pt idx="6915">
                  <c:v>21.8245</c:v>
                </c:pt>
                <c:pt idx="6916">
                  <c:v>22.0671</c:v>
                </c:pt>
                <c:pt idx="6917">
                  <c:v>22.398499999999999</c:v>
                </c:pt>
                <c:pt idx="6918">
                  <c:v>22.572900000000001</c:v>
                </c:pt>
                <c:pt idx="6919">
                  <c:v>22.544599999999999</c:v>
                </c:pt>
                <c:pt idx="6920">
                  <c:v>22.62</c:v>
                </c:pt>
                <c:pt idx="6921">
                  <c:v>23.0426</c:v>
                </c:pt>
                <c:pt idx="6922">
                  <c:v>23.545000000000002</c:v>
                </c:pt>
                <c:pt idx="6923">
                  <c:v>23.810400000000001</c:v>
                </c:pt>
                <c:pt idx="6924">
                  <c:v>23.8643</c:v>
                </c:pt>
                <c:pt idx="6925">
                  <c:v>23.789200000000001</c:v>
                </c:pt>
                <c:pt idx="6926">
                  <c:v>23.827200000000001</c:v>
                </c:pt>
                <c:pt idx="6927">
                  <c:v>24.051500000000001</c:v>
                </c:pt>
                <c:pt idx="6928">
                  <c:v>24.2791</c:v>
                </c:pt>
                <c:pt idx="6929">
                  <c:v>24.380700000000001</c:v>
                </c:pt>
                <c:pt idx="6930">
                  <c:v>24.4251</c:v>
                </c:pt>
                <c:pt idx="6931">
                  <c:v>24.514399999999998</c:v>
                </c:pt>
                <c:pt idx="6932">
                  <c:v>24.567</c:v>
                </c:pt>
                <c:pt idx="6933">
                  <c:v>24.584499999999998</c:v>
                </c:pt>
                <c:pt idx="6934">
                  <c:v>24.709199999999999</c:v>
                </c:pt>
                <c:pt idx="6935">
                  <c:v>25.079799999999999</c:v>
                </c:pt>
                <c:pt idx="6936">
                  <c:v>25.4284</c:v>
                </c:pt>
                <c:pt idx="6937">
                  <c:v>25.5747</c:v>
                </c:pt>
                <c:pt idx="6938">
                  <c:v>25.880299999999998</c:v>
                </c:pt>
                <c:pt idx="6939">
                  <c:v>26.153400000000001</c:v>
                </c:pt>
                <c:pt idx="6940">
                  <c:v>26.502400000000002</c:v>
                </c:pt>
                <c:pt idx="6941">
                  <c:v>26.807099999999998</c:v>
                </c:pt>
                <c:pt idx="6942">
                  <c:v>27.0181</c:v>
                </c:pt>
                <c:pt idx="6943">
                  <c:v>27.325700000000001</c:v>
                </c:pt>
                <c:pt idx="6944">
                  <c:v>27.888400000000001</c:v>
                </c:pt>
                <c:pt idx="6945">
                  <c:v>28.839099999999998</c:v>
                </c:pt>
                <c:pt idx="6946">
                  <c:v>29.397400000000001</c:v>
                </c:pt>
                <c:pt idx="6947">
                  <c:v>29.6326</c:v>
                </c:pt>
                <c:pt idx="6948">
                  <c:v>30.218800000000002</c:v>
                </c:pt>
                <c:pt idx="6949">
                  <c:v>30.941400000000002</c:v>
                </c:pt>
                <c:pt idx="6950">
                  <c:v>31.6309</c:v>
                </c:pt>
                <c:pt idx="6951">
                  <c:v>32.125100000000003</c:v>
                </c:pt>
                <c:pt idx="6952">
                  <c:v>32.626600000000003</c:v>
                </c:pt>
                <c:pt idx="6953">
                  <c:v>33.297499999999999</c:v>
                </c:pt>
                <c:pt idx="6954">
                  <c:v>33.932899999999997</c:v>
                </c:pt>
                <c:pt idx="6955">
                  <c:v>34.951799999999999</c:v>
                </c:pt>
                <c:pt idx="6956">
                  <c:v>35.468800000000002</c:v>
                </c:pt>
                <c:pt idx="6957">
                  <c:v>36.221899999999998</c:v>
                </c:pt>
                <c:pt idx="6958">
                  <c:v>37.296399999999998</c:v>
                </c:pt>
                <c:pt idx="6959">
                  <c:v>38.0015</c:v>
                </c:pt>
                <c:pt idx="6960">
                  <c:v>38.382199999999997</c:v>
                </c:pt>
                <c:pt idx="6961">
                  <c:v>39.032499999999999</c:v>
                </c:pt>
                <c:pt idx="6962">
                  <c:v>39.869700000000002</c:v>
                </c:pt>
                <c:pt idx="6963">
                  <c:v>40.636400000000002</c:v>
                </c:pt>
                <c:pt idx="6964">
                  <c:v>41.518900000000002</c:v>
                </c:pt>
                <c:pt idx="6965">
                  <c:v>42.921199999999999</c:v>
                </c:pt>
                <c:pt idx="6966">
                  <c:v>44.567399999999999</c:v>
                </c:pt>
                <c:pt idx="6967">
                  <c:v>46.225099999999998</c:v>
                </c:pt>
                <c:pt idx="6968">
                  <c:v>47.7791</c:v>
                </c:pt>
                <c:pt idx="6969">
                  <c:v>49.155500000000004</c:v>
                </c:pt>
                <c:pt idx="6970">
                  <c:v>50.769500000000001</c:v>
                </c:pt>
                <c:pt idx="6971">
                  <c:v>52.7562</c:v>
                </c:pt>
                <c:pt idx="6972">
                  <c:v>55.046399999999998</c:v>
                </c:pt>
                <c:pt idx="6973">
                  <c:v>57.058100000000003</c:v>
                </c:pt>
                <c:pt idx="6974">
                  <c:v>59.4788</c:v>
                </c:pt>
                <c:pt idx="6975">
                  <c:v>62.004199999999997</c:v>
                </c:pt>
                <c:pt idx="6976">
                  <c:v>64.576999999999998</c:v>
                </c:pt>
                <c:pt idx="6977">
                  <c:v>67.464799999999997</c:v>
                </c:pt>
                <c:pt idx="6978">
                  <c:v>70.942099999999996</c:v>
                </c:pt>
                <c:pt idx="6979">
                  <c:v>74.567999999999998</c:v>
                </c:pt>
                <c:pt idx="6980">
                  <c:v>78.028999999999996</c:v>
                </c:pt>
                <c:pt idx="6981">
                  <c:v>81.622200000000007</c:v>
                </c:pt>
                <c:pt idx="6982">
                  <c:v>85.699299999999994</c:v>
                </c:pt>
                <c:pt idx="6983">
                  <c:v>90.123699999999999</c:v>
                </c:pt>
                <c:pt idx="6984">
                  <c:v>94.854299999999995</c:v>
                </c:pt>
                <c:pt idx="6985">
                  <c:v>100.12</c:v>
                </c:pt>
                <c:pt idx="6986">
                  <c:v>105.626</c:v>
                </c:pt>
                <c:pt idx="6987">
                  <c:v>111.895</c:v>
                </c:pt>
                <c:pt idx="6988">
                  <c:v>119.333</c:v>
                </c:pt>
                <c:pt idx="6989">
                  <c:v>127.51</c:v>
                </c:pt>
                <c:pt idx="6990">
                  <c:v>136.36099999999999</c:v>
                </c:pt>
                <c:pt idx="6991">
                  <c:v>146.64500000000001</c:v>
                </c:pt>
                <c:pt idx="6992">
                  <c:v>158.91999999999999</c:v>
                </c:pt>
                <c:pt idx="6993">
                  <c:v>174.00700000000001</c:v>
                </c:pt>
                <c:pt idx="6994">
                  <c:v>193.005</c:v>
                </c:pt>
                <c:pt idx="6995">
                  <c:v>217.18600000000001</c:v>
                </c:pt>
                <c:pt idx="6996">
                  <c:v>247.976</c:v>
                </c:pt>
                <c:pt idx="6997">
                  <c:v>286.94299999999998</c:v>
                </c:pt>
                <c:pt idx="6998">
                  <c:v>334.68900000000002</c:v>
                </c:pt>
                <c:pt idx="6999">
                  <c:v>391.60700000000003</c:v>
                </c:pt>
                <c:pt idx="7000">
                  <c:v>458.25200000000001</c:v>
                </c:pt>
                <c:pt idx="7001">
                  <c:v>533.44799999999998</c:v>
                </c:pt>
                <c:pt idx="7002">
                  <c:v>613.52800000000002</c:v>
                </c:pt>
                <c:pt idx="7003">
                  <c:v>692.89800000000002</c:v>
                </c:pt>
                <c:pt idx="7004">
                  <c:v>768.97699999999998</c:v>
                </c:pt>
                <c:pt idx="7005">
                  <c:v>841.75800000000004</c:v>
                </c:pt>
                <c:pt idx="7006">
                  <c:v>907.32899999999995</c:v>
                </c:pt>
                <c:pt idx="7007">
                  <c:v>955.82500000000005</c:v>
                </c:pt>
                <c:pt idx="7008">
                  <c:v>975.98800000000006</c:v>
                </c:pt>
                <c:pt idx="7009">
                  <c:v>968.03300000000002</c:v>
                </c:pt>
                <c:pt idx="7010">
                  <c:v>943.72199999999998</c:v>
                </c:pt>
                <c:pt idx="7011">
                  <c:v>914.91600000000005</c:v>
                </c:pt>
                <c:pt idx="7012">
                  <c:v>888.38900000000001</c:v>
                </c:pt>
                <c:pt idx="7013">
                  <c:v>864.71799999999996</c:v>
                </c:pt>
                <c:pt idx="7014">
                  <c:v>836.18700000000001</c:v>
                </c:pt>
                <c:pt idx="7015">
                  <c:v>789.20799999999997</c:v>
                </c:pt>
                <c:pt idx="7016">
                  <c:v>712.77099999999996</c:v>
                </c:pt>
                <c:pt idx="7017">
                  <c:v>612.56500000000005</c:v>
                </c:pt>
                <c:pt idx="7018">
                  <c:v>507.77300000000002</c:v>
                </c:pt>
                <c:pt idx="7019">
                  <c:v>414.54399999999998</c:v>
                </c:pt>
                <c:pt idx="7020">
                  <c:v>339.07299999999998</c:v>
                </c:pt>
                <c:pt idx="7021">
                  <c:v>279.827</c:v>
                </c:pt>
                <c:pt idx="7022">
                  <c:v>233.71299999999999</c:v>
                </c:pt>
                <c:pt idx="7023">
                  <c:v>198.47200000000001</c:v>
                </c:pt>
                <c:pt idx="7024">
                  <c:v>171.084</c:v>
                </c:pt>
                <c:pt idx="7025">
                  <c:v>149.06700000000001</c:v>
                </c:pt>
                <c:pt idx="7026">
                  <c:v>131.52099999999999</c:v>
                </c:pt>
                <c:pt idx="7027">
                  <c:v>117.35</c:v>
                </c:pt>
                <c:pt idx="7028">
                  <c:v>105.627</c:v>
                </c:pt>
                <c:pt idx="7029">
                  <c:v>96.008499999999998</c:v>
                </c:pt>
                <c:pt idx="7030">
                  <c:v>87.939899999999994</c:v>
                </c:pt>
                <c:pt idx="7031">
                  <c:v>81.1965</c:v>
                </c:pt>
                <c:pt idx="7032">
                  <c:v>75.278899999999993</c:v>
                </c:pt>
                <c:pt idx="7033">
                  <c:v>70.456599999999995</c:v>
                </c:pt>
                <c:pt idx="7034">
                  <c:v>66.383099999999999</c:v>
                </c:pt>
                <c:pt idx="7035">
                  <c:v>62.588000000000001</c:v>
                </c:pt>
                <c:pt idx="7036">
                  <c:v>59.401200000000003</c:v>
                </c:pt>
                <c:pt idx="7037">
                  <c:v>56.7226</c:v>
                </c:pt>
                <c:pt idx="7038">
                  <c:v>54.547600000000003</c:v>
                </c:pt>
                <c:pt idx="7039">
                  <c:v>52.729199999999999</c:v>
                </c:pt>
                <c:pt idx="7040">
                  <c:v>51.096600000000002</c:v>
                </c:pt>
                <c:pt idx="7041">
                  <c:v>49.532299999999999</c:v>
                </c:pt>
                <c:pt idx="7042">
                  <c:v>48.094900000000003</c:v>
                </c:pt>
                <c:pt idx="7043">
                  <c:v>46.234900000000003</c:v>
                </c:pt>
                <c:pt idx="7044">
                  <c:v>44.180700000000002</c:v>
                </c:pt>
                <c:pt idx="7045">
                  <c:v>42.956299999999999</c:v>
                </c:pt>
                <c:pt idx="7046">
                  <c:v>42.594700000000003</c:v>
                </c:pt>
                <c:pt idx="7047">
                  <c:v>42.199300000000001</c:v>
                </c:pt>
                <c:pt idx="7048">
                  <c:v>41.067799999999998</c:v>
                </c:pt>
                <c:pt idx="7049">
                  <c:v>40.2012</c:v>
                </c:pt>
                <c:pt idx="7050">
                  <c:v>40.037100000000002</c:v>
                </c:pt>
                <c:pt idx="7051">
                  <c:v>40.087899999999998</c:v>
                </c:pt>
                <c:pt idx="7052">
                  <c:v>39.8367</c:v>
                </c:pt>
                <c:pt idx="7053">
                  <c:v>39.3994</c:v>
                </c:pt>
                <c:pt idx="7054">
                  <c:v>39.255899999999997</c:v>
                </c:pt>
                <c:pt idx="7055">
                  <c:v>39.390099999999997</c:v>
                </c:pt>
                <c:pt idx="7056">
                  <c:v>39.492400000000004</c:v>
                </c:pt>
                <c:pt idx="7057">
                  <c:v>39.525599999999997</c:v>
                </c:pt>
                <c:pt idx="7058">
                  <c:v>39.328099999999999</c:v>
                </c:pt>
                <c:pt idx="7059">
                  <c:v>39.704500000000003</c:v>
                </c:pt>
                <c:pt idx="7060">
                  <c:v>40.640300000000003</c:v>
                </c:pt>
                <c:pt idx="7061">
                  <c:v>41.454500000000003</c:v>
                </c:pt>
                <c:pt idx="7062">
                  <c:v>42.395899999999997</c:v>
                </c:pt>
                <c:pt idx="7063">
                  <c:v>43.599499999999999</c:v>
                </c:pt>
                <c:pt idx="7064">
                  <c:v>44.753399999999999</c:v>
                </c:pt>
                <c:pt idx="7065">
                  <c:v>46.3018</c:v>
                </c:pt>
                <c:pt idx="7066">
                  <c:v>47.969000000000001</c:v>
                </c:pt>
                <c:pt idx="7067">
                  <c:v>49.5</c:v>
                </c:pt>
                <c:pt idx="7068">
                  <c:v>50.906399999999998</c:v>
                </c:pt>
                <c:pt idx="7069">
                  <c:v>51.988</c:v>
                </c:pt>
                <c:pt idx="7070">
                  <c:v>53.029400000000003</c:v>
                </c:pt>
                <c:pt idx="7071">
                  <c:v>54.614800000000002</c:v>
                </c:pt>
                <c:pt idx="7072">
                  <c:v>55.8889</c:v>
                </c:pt>
                <c:pt idx="7073">
                  <c:v>55.948</c:v>
                </c:pt>
                <c:pt idx="7074">
                  <c:v>55.510899999999999</c:v>
                </c:pt>
                <c:pt idx="7075">
                  <c:v>54.991</c:v>
                </c:pt>
                <c:pt idx="7076">
                  <c:v>54.556800000000003</c:v>
                </c:pt>
                <c:pt idx="7077">
                  <c:v>53.920999999999999</c:v>
                </c:pt>
                <c:pt idx="7078">
                  <c:v>53.191499999999998</c:v>
                </c:pt>
                <c:pt idx="7079">
                  <c:v>52.245800000000003</c:v>
                </c:pt>
                <c:pt idx="7080">
                  <c:v>50.731999999999999</c:v>
                </c:pt>
                <c:pt idx="7081">
                  <c:v>48.940899999999999</c:v>
                </c:pt>
                <c:pt idx="7082">
                  <c:v>47.437199999999997</c:v>
                </c:pt>
                <c:pt idx="7083">
                  <c:v>46.019399999999997</c:v>
                </c:pt>
                <c:pt idx="7084">
                  <c:v>44.6374</c:v>
                </c:pt>
                <c:pt idx="7085">
                  <c:v>43.593899999999998</c:v>
                </c:pt>
                <c:pt idx="7086">
                  <c:v>43.017800000000001</c:v>
                </c:pt>
                <c:pt idx="7087">
                  <c:v>42.740499999999997</c:v>
                </c:pt>
                <c:pt idx="7088">
                  <c:v>42.624400000000001</c:v>
                </c:pt>
                <c:pt idx="7089">
                  <c:v>42.6815</c:v>
                </c:pt>
                <c:pt idx="7090">
                  <c:v>42.8401</c:v>
                </c:pt>
                <c:pt idx="7091">
                  <c:v>43.025700000000001</c:v>
                </c:pt>
                <c:pt idx="7092">
                  <c:v>43.317900000000002</c:v>
                </c:pt>
                <c:pt idx="7093">
                  <c:v>43.684800000000003</c:v>
                </c:pt>
                <c:pt idx="7094">
                  <c:v>44.050800000000002</c:v>
                </c:pt>
                <c:pt idx="7095">
                  <c:v>44.471400000000003</c:v>
                </c:pt>
                <c:pt idx="7096">
                  <c:v>44.4861</c:v>
                </c:pt>
                <c:pt idx="7097">
                  <c:v>44.356000000000002</c:v>
                </c:pt>
                <c:pt idx="7098">
                  <c:v>44.3827</c:v>
                </c:pt>
                <c:pt idx="7099">
                  <c:v>44.884399999999999</c:v>
                </c:pt>
                <c:pt idx="7100">
                  <c:v>45.643099999999997</c:v>
                </c:pt>
                <c:pt idx="7101">
                  <c:v>46.162199999999999</c:v>
                </c:pt>
                <c:pt idx="7102">
                  <c:v>46.513800000000003</c:v>
                </c:pt>
                <c:pt idx="7103">
                  <c:v>46.545000000000002</c:v>
                </c:pt>
                <c:pt idx="7104">
                  <c:v>46.735700000000001</c:v>
                </c:pt>
                <c:pt idx="7105">
                  <c:v>47.525599999999997</c:v>
                </c:pt>
                <c:pt idx="7106">
                  <c:v>48.876199999999997</c:v>
                </c:pt>
                <c:pt idx="7107">
                  <c:v>49.835299999999997</c:v>
                </c:pt>
                <c:pt idx="7108">
                  <c:v>50.6462</c:v>
                </c:pt>
                <c:pt idx="7109">
                  <c:v>51.649299999999997</c:v>
                </c:pt>
                <c:pt idx="7110">
                  <c:v>52.705100000000002</c:v>
                </c:pt>
                <c:pt idx="7111">
                  <c:v>54.1402</c:v>
                </c:pt>
                <c:pt idx="7112">
                  <c:v>55.466900000000003</c:v>
                </c:pt>
                <c:pt idx="7113">
                  <c:v>56.716799999999999</c:v>
                </c:pt>
                <c:pt idx="7114">
                  <c:v>58.154899999999998</c:v>
                </c:pt>
                <c:pt idx="7115">
                  <c:v>59.938899999999997</c:v>
                </c:pt>
                <c:pt idx="7116">
                  <c:v>62.251800000000003</c:v>
                </c:pt>
                <c:pt idx="7117">
                  <c:v>64.541499999999999</c:v>
                </c:pt>
                <c:pt idx="7118">
                  <c:v>66.643799999999999</c:v>
                </c:pt>
                <c:pt idx="7119">
                  <c:v>69.378699999999995</c:v>
                </c:pt>
                <c:pt idx="7120">
                  <c:v>72.808899999999994</c:v>
                </c:pt>
                <c:pt idx="7121">
                  <c:v>75.922200000000004</c:v>
                </c:pt>
                <c:pt idx="7122">
                  <c:v>79.163300000000007</c:v>
                </c:pt>
                <c:pt idx="7123">
                  <c:v>82.984999999999999</c:v>
                </c:pt>
                <c:pt idx="7124">
                  <c:v>87.011899999999997</c:v>
                </c:pt>
                <c:pt idx="7125">
                  <c:v>91.054000000000002</c:v>
                </c:pt>
                <c:pt idx="7126">
                  <c:v>95.452100000000002</c:v>
                </c:pt>
                <c:pt idx="7127">
                  <c:v>100.02800000000001</c:v>
                </c:pt>
                <c:pt idx="7128">
                  <c:v>105.093</c:v>
                </c:pt>
                <c:pt idx="7129">
                  <c:v>110.67100000000001</c:v>
                </c:pt>
                <c:pt idx="7130">
                  <c:v>116.895</c:v>
                </c:pt>
                <c:pt idx="7131">
                  <c:v>123.98099999999999</c:v>
                </c:pt>
                <c:pt idx="7132">
                  <c:v>131.86500000000001</c:v>
                </c:pt>
                <c:pt idx="7133">
                  <c:v>140.614</c:v>
                </c:pt>
                <c:pt idx="7134">
                  <c:v>150.541</c:v>
                </c:pt>
                <c:pt idx="7135">
                  <c:v>162.05199999999999</c:v>
                </c:pt>
                <c:pt idx="7136">
                  <c:v>175.71199999999999</c:v>
                </c:pt>
                <c:pt idx="7137">
                  <c:v>192.47499999999999</c:v>
                </c:pt>
                <c:pt idx="7138">
                  <c:v>213.43</c:v>
                </c:pt>
                <c:pt idx="7139">
                  <c:v>240.07</c:v>
                </c:pt>
                <c:pt idx="7140">
                  <c:v>274.27199999999999</c:v>
                </c:pt>
                <c:pt idx="7141">
                  <c:v>317.452</c:v>
                </c:pt>
                <c:pt idx="7142">
                  <c:v>370.416</c:v>
                </c:pt>
                <c:pt idx="7143">
                  <c:v>433.56900000000002</c:v>
                </c:pt>
                <c:pt idx="7144">
                  <c:v>506.827</c:v>
                </c:pt>
                <c:pt idx="7145">
                  <c:v>589.68600000000004</c:v>
                </c:pt>
                <c:pt idx="7146">
                  <c:v>678.02099999999996</c:v>
                </c:pt>
                <c:pt idx="7147">
                  <c:v>765.69</c:v>
                </c:pt>
                <c:pt idx="7148">
                  <c:v>848.79499999999996</c:v>
                </c:pt>
                <c:pt idx="7149">
                  <c:v>927.30700000000002</c:v>
                </c:pt>
                <c:pt idx="7150">
                  <c:v>997.78200000000004</c:v>
                </c:pt>
                <c:pt idx="7151">
                  <c:v>1049.07</c:v>
                </c:pt>
                <c:pt idx="7152">
                  <c:v>1068.97</c:v>
                </c:pt>
                <c:pt idx="7153">
                  <c:v>1057.8599999999999</c:v>
                </c:pt>
                <c:pt idx="7154">
                  <c:v>1029.3</c:v>
                </c:pt>
                <c:pt idx="7155">
                  <c:v>996.60900000000004</c:v>
                </c:pt>
                <c:pt idx="7156">
                  <c:v>966.71199999999999</c:v>
                </c:pt>
                <c:pt idx="7157">
                  <c:v>939.30600000000004</c:v>
                </c:pt>
                <c:pt idx="7158">
                  <c:v>906.38699999999994</c:v>
                </c:pt>
                <c:pt idx="7159">
                  <c:v>852.65200000000004</c:v>
                </c:pt>
                <c:pt idx="7160">
                  <c:v>767.21299999999997</c:v>
                </c:pt>
                <c:pt idx="7161">
                  <c:v>657.096</c:v>
                </c:pt>
                <c:pt idx="7162">
                  <c:v>543.00599999999997</c:v>
                </c:pt>
                <c:pt idx="7163">
                  <c:v>441.96100000000001</c:v>
                </c:pt>
                <c:pt idx="7164">
                  <c:v>359.983</c:v>
                </c:pt>
                <c:pt idx="7165">
                  <c:v>295.76299999999998</c:v>
                </c:pt>
                <c:pt idx="7166">
                  <c:v>246.446</c:v>
                </c:pt>
                <c:pt idx="7167">
                  <c:v>208.58</c:v>
                </c:pt>
                <c:pt idx="7168">
                  <c:v>179.00800000000001</c:v>
                </c:pt>
                <c:pt idx="7169">
                  <c:v>155.44999999999999</c:v>
                </c:pt>
                <c:pt idx="7170">
                  <c:v>135.87200000000001</c:v>
                </c:pt>
                <c:pt idx="7171">
                  <c:v>120.166</c:v>
                </c:pt>
                <c:pt idx="7172">
                  <c:v>107.889</c:v>
                </c:pt>
                <c:pt idx="7173">
                  <c:v>97.592299999999994</c:v>
                </c:pt>
                <c:pt idx="7174">
                  <c:v>88.949100000000001</c:v>
                </c:pt>
                <c:pt idx="7175">
                  <c:v>81.4923</c:v>
                </c:pt>
                <c:pt idx="7176">
                  <c:v>75.092699999999994</c:v>
                </c:pt>
                <c:pt idx="7177">
                  <c:v>69.565200000000004</c:v>
                </c:pt>
                <c:pt idx="7178">
                  <c:v>64.807699999999997</c:v>
                </c:pt>
                <c:pt idx="7179">
                  <c:v>61.1937</c:v>
                </c:pt>
                <c:pt idx="7180">
                  <c:v>58.252600000000001</c:v>
                </c:pt>
                <c:pt idx="7181">
                  <c:v>55.332099999999997</c:v>
                </c:pt>
                <c:pt idx="7182">
                  <c:v>52.315199999999997</c:v>
                </c:pt>
                <c:pt idx="7183">
                  <c:v>49.456400000000002</c:v>
                </c:pt>
                <c:pt idx="7184">
                  <c:v>46.953699999999998</c:v>
                </c:pt>
                <c:pt idx="7185">
                  <c:v>44.9938</c:v>
                </c:pt>
                <c:pt idx="7186">
                  <c:v>43.2575</c:v>
                </c:pt>
                <c:pt idx="7187">
                  <c:v>41.466299999999997</c:v>
                </c:pt>
                <c:pt idx="7188">
                  <c:v>39.518700000000003</c:v>
                </c:pt>
                <c:pt idx="7189">
                  <c:v>38.110599999999998</c:v>
                </c:pt>
                <c:pt idx="7190">
                  <c:v>37.269599999999997</c:v>
                </c:pt>
                <c:pt idx="7191">
                  <c:v>36.139400000000002</c:v>
                </c:pt>
                <c:pt idx="7192">
                  <c:v>35.052700000000002</c:v>
                </c:pt>
                <c:pt idx="7193">
                  <c:v>34.189599999999999</c:v>
                </c:pt>
                <c:pt idx="7194">
                  <c:v>33.835299999999997</c:v>
                </c:pt>
                <c:pt idx="7195">
                  <c:v>33.637300000000003</c:v>
                </c:pt>
                <c:pt idx="7196">
                  <c:v>33.28</c:v>
                </c:pt>
                <c:pt idx="7197">
                  <c:v>32.783299999999997</c:v>
                </c:pt>
                <c:pt idx="7198">
                  <c:v>32.493899999999996</c:v>
                </c:pt>
                <c:pt idx="7199">
                  <c:v>32.302999999999997</c:v>
                </c:pt>
                <c:pt idx="7200">
                  <c:v>32.459499999999998</c:v>
                </c:pt>
                <c:pt idx="7201">
                  <c:v>32.804900000000004</c:v>
                </c:pt>
                <c:pt idx="7202">
                  <c:v>32.767600000000002</c:v>
                </c:pt>
                <c:pt idx="7203">
                  <c:v>32.550400000000003</c:v>
                </c:pt>
                <c:pt idx="7204">
                  <c:v>32.854100000000003</c:v>
                </c:pt>
                <c:pt idx="7205">
                  <c:v>33.288400000000003</c:v>
                </c:pt>
                <c:pt idx="7206">
                  <c:v>34.145400000000002</c:v>
                </c:pt>
                <c:pt idx="7207">
                  <c:v>35.416499999999999</c:v>
                </c:pt>
                <c:pt idx="7208">
                  <c:v>36.790799999999997</c:v>
                </c:pt>
                <c:pt idx="7209">
                  <c:v>38.292200000000001</c:v>
                </c:pt>
                <c:pt idx="7210">
                  <c:v>39.784300000000002</c:v>
                </c:pt>
                <c:pt idx="7211">
                  <c:v>41.231699999999996</c:v>
                </c:pt>
                <c:pt idx="7212">
                  <c:v>42.9221</c:v>
                </c:pt>
                <c:pt idx="7213">
                  <c:v>44.6524</c:v>
                </c:pt>
                <c:pt idx="7214">
                  <c:v>46.241700000000002</c:v>
                </c:pt>
                <c:pt idx="7215">
                  <c:v>47.0488</c:v>
                </c:pt>
                <c:pt idx="7216">
                  <c:v>46.836100000000002</c:v>
                </c:pt>
                <c:pt idx="7217">
                  <c:v>46.344499999999996</c:v>
                </c:pt>
                <c:pt idx="7218">
                  <c:v>46.032499999999999</c:v>
                </c:pt>
                <c:pt idx="7219">
                  <c:v>45.463999999999999</c:v>
                </c:pt>
                <c:pt idx="7220">
                  <c:v>44.753900000000002</c:v>
                </c:pt>
                <c:pt idx="7221">
                  <c:v>43.940800000000003</c:v>
                </c:pt>
                <c:pt idx="7222">
                  <c:v>43.030099999999997</c:v>
                </c:pt>
                <c:pt idx="7223">
                  <c:v>41.8018</c:v>
                </c:pt>
                <c:pt idx="7224">
                  <c:v>40.183599999999998</c:v>
                </c:pt>
                <c:pt idx="7225">
                  <c:v>37.929400000000001</c:v>
                </c:pt>
                <c:pt idx="7226">
                  <c:v>35.139800000000001</c:v>
                </c:pt>
                <c:pt idx="7227">
                  <c:v>32.781999999999996</c:v>
                </c:pt>
                <c:pt idx="7228">
                  <c:v>31.153700000000001</c:v>
                </c:pt>
                <c:pt idx="7229">
                  <c:v>29.7928</c:v>
                </c:pt>
                <c:pt idx="7230">
                  <c:v>28.7439</c:v>
                </c:pt>
                <c:pt idx="7231">
                  <c:v>27.772500000000001</c:v>
                </c:pt>
                <c:pt idx="7232">
                  <c:v>27.0319</c:v>
                </c:pt>
                <c:pt idx="7233">
                  <c:v>26.351900000000001</c:v>
                </c:pt>
                <c:pt idx="7234">
                  <c:v>25.8247</c:v>
                </c:pt>
                <c:pt idx="7235">
                  <c:v>25.699400000000001</c:v>
                </c:pt>
                <c:pt idx="7236">
                  <c:v>25.2133</c:v>
                </c:pt>
                <c:pt idx="7237">
                  <c:v>24.7883</c:v>
                </c:pt>
                <c:pt idx="7238">
                  <c:v>24.621099999999998</c:v>
                </c:pt>
                <c:pt idx="7239">
                  <c:v>24.467400000000001</c:v>
                </c:pt>
                <c:pt idx="7240">
                  <c:v>24.1313</c:v>
                </c:pt>
                <c:pt idx="7241">
                  <c:v>23.4207</c:v>
                </c:pt>
                <c:pt idx="7242">
                  <c:v>22.8521</c:v>
                </c:pt>
                <c:pt idx="7243">
                  <c:v>22.8294</c:v>
                </c:pt>
                <c:pt idx="7244">
                  <c:v>22.924800000000001</c:v>
                </c:pt>
                <c:pt idx="7245">
                  <c:v>23.0486</c:v>
                </c:pt>
                <c:pt idx="7246">
                  <c:v>22.703099999999999</c:v>
                </c:pt>
                <c:pt idx="7247">
                  <c:v>21.749500000000001</c:v>
                </c:pt>
                <c:pt idx="7248">
                  <c:v>20.827200000000001</c:v>
                </c:pt>
                <c:pt idx="7249">
                  <c:v>20.723099999999999</c:v>
                </c:pt>
                <c:pt idx="7250">
                  <c:v>20.9193</c:v>
                </c:pt>
                <c:pt idx="7251">
                  <c:v>20.6858</c:v>
                </c:pt>
                <c:pt idx="7252">
                  <c:v>19.932300000000001</c:v>
                </c:pt>
                <c:pt idx="7253">
                  <c:v>19.0078</c:v>
                </c:pt>
                <c:pt idx="7254">
                  <c:v>18.327400000000001</c:v>
                </c:pt>
                <c:pt idx="7255">
                  <c:v>17.735900000000001</c:v>
                </c:pt>
                <c:pt idx="7256">
                  <c:v>17.364899999999999</c:v>
                </c:pt>
                <c:pt idx="7257">
                  <c:v>17.242599999999999</c:v>
                </c:pt>
                <c:pt idx="7258">
                  <c:v>17.195799999999998</c:v>
                </c:pt>
                <c:pt idx="7259">
                  <c:v>17.468599999999999</c:v>
                </c:pt>
                <c:pt idx="7260">
                  <c:v>17.416899999999998</c:v>
                </c:pt>
                <c:pt idx="7261">
                  <c:v>17.139500000000002</c:v>
                </c:pt>
                <c:pt idx="7262">
                  <c:v>16.965499999999999</c:v>
                </c:pt>
                <c:pt idx="7263">
                  <c:v>16.8538</c:v>
                </c:pt>
                <c:pt idx="7264">
                  <c:v>16.701599999999999</c:v>
                </c:pt>
                <c:pt idx="7265">
                  <c:v>16.4908</c:v>
                </c:pt>
                <c:pt idx="7266">
                  <c:v>16.203499999999998</c:v>
                </c:pt>
                <c:pt idx="7267">
                  <c:v>16.460599999999999</c:v>
                </c:pt>
                <c:pt idx="7268">
                  <c:v>17.216000000000001</c:v>
                </c:pt>
                <c:pt idx="7269">
                  <c:v>17.6463</c:v>
                </c:pt>
                <c:pt idx="7270">
                  <c:v>17.460799999999999</c:v>
                </c:pt>
                <c:pt idx="7271">
                  <c:v>17.0032</c:v>
                </c:pt>
                <c:pt idx="7272">
                  <c:v>16.647400000000001</c:v>
                </c:pt>
                <c:pt idx="7273">
                  <c:v>16.331299999999999</c:v>
                </c:pt>
                <c:pt idx="7274">
                  <c:v>16.073899999999998</c:v>
                </c:pt>
                <c:pt idx="7275">
                  <c:v>16.036799999999999</c:v>
                </c:pt>
                <c:pt idx="7276">
                  <c:v>16.148399999999999</c:v>
                </c:pt>
                <c:pt idx="7277">
                  <c:v>16.3079</c:v>
                </c:pt>
                <c:pt idx="7278">
                  <c:v>16.487200000000001</c:v>
                </c:pt>
                <c:pt idx="7279">
                  <c:v>16.313500000000001</c:v>
                </c:pt>
                <c:pt idx="7280">
                  <c:v>15.6241</c:v>
                </c:pt>
                <c:pt idx="7281">
                  <c:v>15.5108</c:v>
                </c:pt>
                <c:pt idx="7282">
                  <c:v>15.825100000000001</c:v>
                </c:pt>
                <c:pt idx="7283">
                  <c:v>16.029199999999999</c:v>
                </c:pt>
                <c:pt idx="7284">
                  <c:v>16.419899999999998</c:v>
                </c:pt>
                <c:pt idx="7285">
                  <c:v>16.5063</c:v>
                </c:pt>
                <c:pt idx="7286">
                  <c:v>16.122599999999998</c:v>
                </c:pt>
                <c:pt idx="7287">
                  <c:v>15.510400000000001</c:v>
                </c:pt>
                <c:pt idx="7288">
                  <c:v>15.288500000000001</c:v>
                </c:pt>
                <c:pt idx="7289">
                  <c:v>15.546900000000001</c:v>
                </c:pt>
                <c:pt idx="7290">
                  <c:v>15.502000000000001</c:v>
                </c:pt>
                <c:pt idx="7291">
                  <c:v>15.7173</c:v>
                </c:pt>
                <c:pt idx="7292">
                  <c:v>16.209299999999999</c:v>
                </c:pt>
                <c:pt idx="7293">
                  <c:v>16.075199999999999</c:v>
                </c:pt>
                <c:pt idx="7294">
                  <c:v>15.7904</c:v>
                </c:pt>
                <c:pt idx="7295">
                  <c:v>15.691599999999999</c:v>
                </c:pt>
                <c:pt idx="7296">
                  <c:v>15.5588</c:v>
                </c:pt>
                <c:pt idx="7297">
                  <c:v>15.355700000000001</c:v>
                </c:pt>
                <c:pt idx="7298">
                  <c:v>15.2484</c:v>
                </c:pt>
                <c:pt idx="7299">
                  <c:v>14.9727</c:v>
                </c:pt>
                <c:pt idx="7300">
                  <c:v>14.6571</c:v>
                </c:pt>
                <c:pt idx="7301">
                  <c:v>14.5829</c:v>
                </c:pt>
                <c:pt idx="7302">
                  <c:v>14.7639</c:v>
                </c:pt>
                <c:pt idx="7303">
                  <c:v>14.8118</c:v>
                </c:pt>
                <c:pt idx="7304">
                  <c:v>15.0146</c:v>
                </c:pt>
                <c:pt idx="7305">
                  <c:v>15.206099999999999</c:v>
                </c:pt>
                <c:pt idx="7306">
                  <c:v>15.165800000000001</c:v>
                </c:pt>
                <c:pt idx="7307">
                  <c:v>14.785299999999999</c:v>
                </c:pt>
                <c:pt idx="7308">
                  <c:v>14.6736</c:v>
                </c:pt>
                <c:pt idx="7309">
                  <c:v>14.7583</c:v>
                </c:pt>
                <c:pt idx="7310">
                  <c:v>14.7829</c:v>
                </c:pt>
                <c:pt idx="7311">
                  <c:v>15.0077</c:v>
                </c:pt>
                <c:pt idx="7312">
                  <c:v>14.549099999999999</c:v>
                </c:pt>
                <c:pt idx="7313">
                  <c:v>14.125400000000001</c:v>
                </c:pt>
                <c:pt idx="7314">
                  <c:v>13.9209</c:v>
                </c:pt>
                <c:pt idx="7315">
                  <c:v>13.831099999999999</c:v>
                </c:pt>
                <c:pt idx="7316">
                  <c:v>13.8498</c:v>
                </c:pt>
                <c:pt idx="7317">
                  <c:v>14.0381</c:v>
                </c:pt>
                <c:pt idx="7318">
                  <c:v>14.2005</c:v>
                </c:pt>
                <c:pt idx="7319">
                  <c:v>14.2674</c:v>
                </c:pt>
                <c:pt idx="7320">
                  <c:v>14.7567</c:v>
                </c:pt>
                <c:pt idx="7321">
                  <c:v>15.3687</c:v>
                </c:pt>
                <c:pt idx="7322">
                  <c:v>15.523199999999999</c:v>
                </c:pt>
                <c:pt idx="7323">
                  <c:v>15.210800000000001</c:v>
                </c:pt>
                <c:pt idx="7324">
                  <c:v>15.212999999999999</c:v>
                </c:pt>
                <c:pt idx="7325">
                  <c:v>15.5291</c:v>
                </c:pt>
                <c:pt idx="7326">
                  <c:v>15.893800000000001</c:v>
                </c:pt>
                <c:pt idx="7327">
                  <c:v>15.6684</c:v>
                </c:pt>
                <c:pt idx="7328">
                  <c:v>15.097300000000001</c:v>
                </c:pt>
                <c:pt idx="7329">
                  <c:v>14.8171</c:v>
                </c:pt>
                <c:pt idx="7330">
                  <c:v>14.792299999999999</c:v>
                </c:pt>
                <c:pt idx="7331">
                  <c:v>14.2326</c:v>
                </c:pt>
                <c:pt idx="7332">
                  <c:v>13.979799999999999</c:v>
                </c:pt>
                <c:pt idx="7333">
                  <c:v>13.831200000000001</c:v>
                </c:pt>
                <c:pt idx="7334">
                  <c:v>13.766299999999999</c:v>
                </c:pt>
                <c:pt idx="7335">
                  <c:v>14.006399999999999</c:v>
                </c:pt>
                <c:pt idx="7336">
                  <c:v>14.0497</c:v>
                </c:pt>
                <c:pt idx="7337">
                  <c:v>13.74</c:v>
                </c:pt>
                <c:pt idx="7338">
                  <c:v>13.554399999999999</c:v>
                </c:pt>
                <c:pt idx="7339">
                  <c:v>13.8146</c:v>
                </c:pt>
                <c:pt idx="7340">
                  <c:v>13.7423</c:v>
                </c:pt>
                <c:pt idx="7341">
                  <c:v>13.088800000000001</c:v>
                </c:pt>
                <c:pt idx="7342">
                  <c:v>12.862399999999999</c:v>
                </c:pt>
                <c:pt idx="7343">
                  <c:v>12.594200000000001</c:v>
                </c:pt>
                <c:pt idx="7344">
                  <c:v>12.3604</c:v>
                </c:pt>
                <c:pt idx="7345">
                  <c:v>12.5458</c:v>
                </c:pt>
                <c:pt idx="7346">
                  <c:v>12.926500000000001</c:v>
                </c:pt>
                <c:pt idx="7347">
                  <c:v>13.299300000000001</c:v>
                </c:pt>
                <c:pt idx="7348">
                  <c:v>13.0534</c:v>
                </c:pt>
                <c:pt idx="7349">
                  <c:v>13.1646</c:v>
                </c:pt>
                <c:pt idx="7350">
                  <c:v>13.304500000000001</c:v>
                </c:pt>
                <c:pt idx="7351">
                  <c:v>13.023899999999999</c:v>
                </c:pt>
                <c:pt idx="7352">
                  <c:v>12.697900000000001</c:v>
                </c:pt>
                <c:pt idx="7353">
                  <c:v>12.7286</c:v>
                </c:pt>
                <c:pt idx="7354">
                  <c:v>12.9595</c:v>
                </c:pt>
                <c:pt idx="7355">
                  <c:v>13.079000000000001</c:v>
                </c:pt>
                <c:pt idx="7356">
                  <c:v>12.957100000000001</c:v>
                </c:pt>
                <c:pt idx="7357">
                  <c:v>12.953099999999999</c:v>
                </c:pt>
                <c:pt idx="7358">
                  <c:v>13.0472</c:v>
                </c:pt>
                <c:pt idx="7359">
                  <c:v>13.047599999999999</c:v>
                </c:pt>
                <c:pt idx="7360">
                  <c:v>12.7874</c:v>
                </c:pt>
                <c:pt idx="7361">
                  <c:v>12.7347</c:v>
                </c:pt>
                <c:pt idx="7362">
                  <c:v>12.678599999999999</c:v>
                </c:pt>
                <c:pt idx="7363">
                  <c:v>12.470700000000001</c:v>
                </c:pt>
                <c:pt idx="7364">
                  <c:v>12.3454</c:v>
                </c:pt>
                <c:pt idx="7365">
                  <c:v>12.3125</c:v>
                </c:pt>
                <c:pt idx="7366">
                  <c:v>12.1892</c:v>
                </c:pt>
                <c:pt idx="7367">
                  <c:v>11.982900000000001</c:v>
                </c:pt>
                <c:pt idx="7368">
                  <c:v>11.828099999999999</c:v>
                </c:pt>
                <c:pt idx="7369">
                  <c:v>11.7464</c:v>
                </c:pt>
                <c:pt idx="7370">
                  <c:v>11.735099999999999</c:v>
                </c:pt>
                <c:pt idx="7371">
                  <c:v>11.7157</c:v>
                </c:pt>
                <c:pt idx="7372">
                  <c:v>11.687099999999999</c:v>
                </c:pt>
                <c:pt idx="7373">
                  <c:v>11.6691</c:v>
                </c:pt>
                <c:pt idx="7374">
                  <c:v>11.3764</c:v>
                </c:pt>
                <c:pt idx="7375">
                  <c:v>11.3188</c:v>
                </c:pt>
                <c:pt idx="7376">
                  <c:v>11.5374</c:v>
                </c:pt>
                <c:pt idx="7377">
                  <c:v>11.582100000000001</c:v>
                </c:pt>
                <c:pt idx="7378">
                  <c:v>11.8193</c:v>
                </c:pt>
                <c:pt idx="7379">
                  <c:v>12.074</c:v>
                </c:pt>
                <c:pt idx="7380">
                  <c:v>12.306100000000001</c:v>
                </c:pt>
                <c:pt idx="7381">
                  <c:v>12.196099999999999</c:v>
                </c:pt>
                <c:pt idx="7382">
                  <c:v>11.9834</c:v>
                </c:pt>
                <c:pt idx="7383">
                  <c:v>11.741199999999999</c:v>
                </c:pt>
                <c:pt idx="7384">
                  <c:v>11.7798</c:v>
                </c:pt>
                <c:pt idx="7385">
                  <c:v>11.803000000000001</c:v>
                </c:pt>
                <c:pt idx="7386">
                  <c:v>11.972</c:v>
                </c:pt>
                <c:pt idx="7387">
                  <c:v>12.2963</c:v>
                </c:pt>
                <c:pt idx="7388">
                  <c:v>12.1031</c:v>
                </c:pt>
                <c:pt idx="7389">
                  <c:v>11.796200000000001</c:v>
                </c:pt>
                <c:pt idx="7390">
                  <c:v>11.9025</c:v>
                </c:pt>
                <c:pt idx="7391">
                  <c:v>11.9886</c:v>
                </c:pt>
                <c:pt idx="7392">
                  <c:v>11.9574</c:v>
                </c:pt>
                <c:pt idx="7393">
                  <c:v>11.832700000000001</c:v>
                </c:pt>
                <c:pt idx="7394">
                  <c:v>11.671099999999999</c:v>
                </c:pt>
                <c:pt idx="7395">
                  <c:v>11.888400000000001</c:v>
                </c:pt>
                <c:pt idx="7396">
                  <c:v>11.785399999999999</c:v>
                </c:pt>
                <c:pt idx="7397">
                  <c:v>11.2285</c:v>
                </c:pt>
                <c:pt idx="7398">
                  <c:v>11.176600000000001</c:v>
                </c:pt>
                <c:pt idx="7399">
                  <c:v>11.526300000000001</c:v>
                </c:pt>
                <c:pt idx="7400">
                  <c:v>11.5989</c:v>
                </c:pt>
                <c:pt idx="7401">
                  <c:v>11.280799999999999</c:v>
                </c:pt>
                <c:pt idx="7402">
                  <c:v>11.216699999999999</c:v>
                </c:pt>
                <c:pt idx="7403">
                  <c:v>11.120100000000001</c:v>
                </c:pt>
                <c:pt idx="7404">
                  <c:v>11.172800000000001</c:v>
                </c:pt>
                <c:pt idx="7405">
                  <c:v>11.3064</c:v>
                </c:pt>
                <c:pt idx="7406">
                  <c:v>11.345599999999999</c:v>
                </c:pt>
                <c:pt idx="7407">
                  <c:v>11.483499999999999</c:v>
                </c:pt>
                <c:pt idx="7408">
                  <c:v>11.5464</c:v>
                </c:pt>
                <c:pt idx="7409">
                  <c:v>11.519399999999999</c:v>
                </c:pt>
                <c:pt idx="7410">
                  <c:v>11.243600000000001</c:v>
                </c:pt>
                <c:pt idx="7411">
                  <c:v>11.077999999999999</c:v>
                </c:pt>
                <c:pt idx="7412">
                  <c:v>11.123900000000001</c:v>
                </c:pt>
                <c:pt idx="7413">
                  <c:v>11.468</c:v>
                </c:pt>
                <c:pt idx="7414">
                  <c:v>11.5189</c:v>
                </c:pt>
                <c:pt idx="7415">
                  <c:v>11.587400000000001</c:v>
                </c:pt>
                <c:pt idx="7416">
                  <c:v>11.33</c:v>
                </c:pt>
                <c:pt idx="7417">
                  <c:v>11.148099999999999</c:v>
                </c:pt>
                <c:pt idx="7418">
                  <c:v>11.0124</c:v>
                </c:pt>
                <c:pt idx="7419">
                  <c:v>10.9558</c:v>
                </c:pt>
                <c:pt idx="7420">
                  <c:v>11.073600000000001</c:v>
                </c:pt>
                <c:pt idx="7421">
                  <c:v>11.6455</c:v>
                </c:pt>
                <c:pt idx="7422">
                  <c:v>11.8994</c:v>
                </c:pt>
                <c:pt idx="7423">
                  <c:v>11.6286</c:v>
                </c:pt>
                <c:pt idx="7424">
                  <c:v>11.1853</c:v>
                </c:pt>
                <c:pt idx="7425">
                  <c:v>10.737299999999999</c:v>
                </c:pt>
                <c:pt idx="7426">
                  <c:v>10.573600000000001</c:v>
                </c:pt>
                <c:pt idx="7427">
                  <c:v>10.569699999999999</c:v>
                </c:pt>
                <c:pt idx="7428">
                  <c:v>10.820600000000001</c:v>
                </c:pt>
                <c:pt idx="7429">
                  <c:v>11.2539</c:v>
                </c:pt>
                <c:pt idx="7430">
                  <c:v>11.3687</c:v>
                </c:pt>
                <c:pt idx="7431">
                  <c:v>11.163500000000001</c:v>
                </c:pt>
                <c:pt idx="7432">
                  <c:v>10.902799999999999</c:v>
                </c:pt>
                <c:pt idx="7433">
                  <c:v>10.447699999999999</c:v>
                </c:pt>
                <c:pt idx="7434">
                  <c:v>10.047700000000001</c:v>
                </c:pt>
                <c:pt idx="7435">
                  <c:v>10.1158</c:v>
                </c:pt>
                <c:pt idx="7436">
                  <c:v>10.3789</c:v>
                </c:pt>
                <c:pt idx="7437">
                  <c:v>10.4057</c:v>
                </c:pt>
                <c:pt idx="7438">
                  <c:v>10.473100000000001</c:v>
                </c:pt>
                <c:pt idx="7439">
                  <c:v>10.6404</c:v>
                </c:pt>
                <c:pt idx="7440">
                  <c:v>10.772600000000001</c:v>
                </c:pt>
                <c:pt idx="7441">
                  <c:v>10.7605</c:v>
                </c:pt>
                <c:pt idx="7442">
                  <c:v>10.702500000000001</c:v>
                </c:pt>
                <c:pt idx="7443">
                  <c:v>10.802199999999999</c:v>
                </c:pt>
                <c:pt idx="7444">
                  <c:v>10.775399999999999</c:v>
                </c:pt>
                <c:pt idx="7445">
                  <c:v>10.4483</c:v>
                </c:pt>
                <c:pt idx="7446">
                  <c:v>10.1966</c:v>
                </c:pt>
                <c:pt idx="7447">
                  <c:v>10.359299999999999</c:v>
                </c:pt>
                <c:pt idx="7448">
                  <c:v>10.5739</c:v>
                </c:pt>
                <c:pt idx="7449">
                  <c:v>11.059799999999999</c:v>
                </c:pt>
                <c:pt idx="7450">
                  <c:v>11.666600000000001</c:v>
                </c:pt>
                <c:pt idx="7451">
                  <c:v>11.829700000000001</c:v>
                </c:pt>
                <c:pt idx="7452">
                  <c:v>11.6928</c:v>
                </c:pt>
                <c:pt idx="7453">
                  <c:v>11.3346</c:v>
                </c:pt>
                <c:pt idx="7454">
                  <c:v>11.291</c:v>
                </c:pt>
                <c:pt idx="7455">
                  <c:v>11.5974</c:v>
                </c:pt>
                <c:pt idx="7456">
                  <c:v>11.2746</c:v>
                </c:pt>
                <c:pt idx="7457">
                  <c:v>10.9762</c:v>
                </c:pt>
                <c:pt idx="7458">
                  <c:v>10.9223</c:v>
                </c:pt>
                <c:pt idx="7459">
                  <c:v>10.722799999999999</c:v>
                </c:pt>
                <c:pt idx="7460">
                  <c:v>10.709899999999999</c:v>
                </c:pt>
                <c:pt idx="7461">
                  <c:v>10.716900000000001</c:v>
                </c:pt>
                <c:pt idx="7462">
                  <c:v>10.550800000000001</c:v>
                </c:pt>
                <c:pt idx="7463">
                  <c:v>10.3833</c:v>
                </c:pt>
                <c:pt idx="7464">
                  <c:v>10.716900000000001</c:v>
                </c:pt>
                <c:pt idx="7465">
                  <c:v>10.940099999999999</c:v>
                </c:pt>
                <c:pt idx="7466">
                  <c:v>10.966100000000001</c:v>
                </c:pt>
                <c:pt idx="7467">
                  <c:v>10.845700000000001</c:v>
                </c:pt>
                <c:pt idx="7468">
                  <c:v>10.460800000000001</c:v>
                </c:pt>
                <c:pt idx="7469">
                  <c:v>10.3718</c:v>
                </c:pt>
                <c:pt idx="7470">
                  <c:v>10.463800000000001</c:v>
                </c:pt>
                <c:pt idx="7471">
                  <c:v>10.253399999999999</c:v>
                </c:pt>
                <c:pt idx="7472">
                  <c:v>10.1189</c:v>
                </c:pt>
                <c:pt idx="7473">
                  <c:v>9.9291499999999999</c:v>
                </c:pt>
                <c:pt idx="7474">
                  <c:v>9.8391500000000001</c:v>
                </c:pt>
                <c:pt idx="7475">
                  <c:v>9.9064800000000002</c:v>
                </c:pt>
                <c:pt idx="7476">
                  <c:v>10.208600000000001</c:v>
                </c:pt>
                <c:pt idx="7477">
                  <c:v>10.2842</c:v>
                </c:pt>
                <c:pt idx="7478">
                  <c:v>10.1105</c:v>
                </c:pt>
                <c:pt idx="7479">
                  <c:v>10.0318</c:v>
                </c:pt>
                <c:pt idx="7480">
                  <c:v>9.8420199999999998</c:v>
                </c:pt>
                <c:pt idx="7481">
                  <c:v>9.6307799999999997</c:v>
                </c:pt>
                <c:pt idx="7482">
                  <c:v>9.4130800000000008</c:v>
                </c:pt>
                <c:pt idx="7483">
                  <c:v>9.57822</c:v>
                </c:pt>
                <c:pt idx="7484">
                  <c:v>9.76647</c:v>
                </c:pt>
                <c:pt idx="7485">
                  <c:v>9.9349100000000004</c:v>
                </c:pt>
                <c:pt idx="7486">
                  <c:v>9.8659199999999991</c:v>
                </c:pt>
                <c:pt idx="7487">
                  <c:v>9.9232800000000001</c:v>
                </c:pt>
                <c:pt idx="7488">
                  <c:v>9.9274199999999997</c:v>
                </c:pt>
                <c:pt idx="7489">
                  <c:v>9.7777200000000004</c:v>
                </c:pt>
                <c:pt idx="7490">
                  <c:v>9.78261</c:v>
                </c:pt>
                <c:pt idx="7491">
                  <c:v>9.4450400000000005</c:v>
                </c:pt>
                <c:pt idx="7492">
                  <c:v>9.33169</c:v>
                </c:pt>
                <c:pt idx="7493">
                  <c:v>9.9156499999999994</c:v>
                </c:pt>
                <c:pt idx="7494">
                  <c:v>10.1912</c:v>
                </c:pt>
                <c:pt idx="7495">
                  <c:v>10.072100000000001</c:v>
                </c:pt>
                <c:pt idx="7496">
                  <c:v>9.8520299999999992</c:v>
                </c:pt>
                <c:pt idx="7497">
                  <c:v>9.7852599999999992</c:v>
                </c:pt>
                <c:pt idx="7498">
                  <c:v>9.9083299999999994</c:v>
                </c:pt>
                <c:pt idx="7499">
                  <c:v>9.9136900000000008</c:v>
                </c:pt>
                <c:pt idx="7500">
                  <c:v>10.222899999999999</c:v>
                </c:pt>
                <c:pt idx="7501">
                  <c:v>10.504300000000001</c:v>
                </c:pt>
                <c:pt idx="7502">
                  <c:v>10.643800000000001</c:v>
                </c:pt>
                <c:pt idx="7503">
                  <c:v>10.2814</c:v>
                </c:pt>
                <c:pt idx="7504">
                  <c:v>9.92272</c:v>
                </c:pt>
                <c:pt idx="7505">
                  <c:v>9.8104200000000006</c:v>
                </c:pt>
                <c:pt idx="7506">
                  <c:v>9.9130099999999999</c:v>
                </c:pt>
                <c:pt idx="7507">
                  <c:v>10.308299999999999</c:v>
                </c:pt>
                <c:pt idx="7508">
                  <c:v>10.389900000000001</c:v>
                </c:pt>
                <c:pt idx="7509">
                  <c:v>10.3645</c:v>
                </c:pt>
                <c:pt idx="7510">
                  <c:v>10.4411</c:v>
                </c:pt>
                <c:pt idx="7511">
                  <c:v>10.472099999999999</c:v>
                </c:pt>
                <c:pt idx="7512">
                  <c:v>10.3172</c:v>
                </c:pt>
                <c:pt idx="7513">
                  <c:v>10.0532</c:v>
                </c:pt>
                <c:pt idx="7514">
                  <c:v>9.6217100000000002</c:v>
                </c:pt>
                <c:pt idx="7515">
                  <c:v>9.4168000000000003</c:v>
                </c:pt>
                <c:pt idx="7516">
                  <c:v>9.4428400000000003</c:v>
                </c:pt>
                <c:pt idx="7517">
                  <c:v>9.4508899999999993</c:v>
                </c:pt>
                <c:pt idx="7518">
                  <c:v>9.0367999999999995</c:v>
                </c:pt>
                <c:pt idx="7519">
                  <c:v>9.4059899999999992</c:v>
                </c:pt>
                <c:pt idx="7520">
                  <c:v>9.9294399999999996</c:v>
                </c:pt>
                <c:pt idx="7521">
                  <c:v>9.7659500000000001</c:v>
                </c:pt>
                <c:pt idx="7522">
                  <c:v>9.5000699999999991</c:v>
                </c:pt>
                <c:pt idx="7523">
                  <c:v>9.3299900000000004</c:v>
                </c:pt>
                <c:pt idx="7524">
                  <c:v>9.6433400000000002</c:v>
                </c:pt>
                <c:pt idx="7525">
                  <c:v>9.7849599999999999</c:v>
                </c:pt>
                <c:pt idx="7526">
                  <c:v>10.0589</c:v>
                </c:pt>
                <c:pt idx="7527">
                  <c:v>10.4452</c:v>
                </c:pt>
                <c:pt idx="7528">
                  <c:v>10.4785</c:v>
                </c:pt>
                <c:pt idx="7529">
                  <c:v>10.174200000000001</c:v>
                </c:pt>
                <c:pt idx="7530">
                  <c:v>9.9302899999999994</c:v>
                </c:pt>
                <c:pt idx="7531">
                  <c:v>9.8814100000000007</c:v>
                </c:pt>
                <c:pt idx="7532">
                  <c:v>9.4582899999999999</c:v>
                </c:pt>
                <c:pt idx="7533">
                  <c:v>9.4420500000000001</c:v>
                </c:pt>
                <c:pt idx="7534">
                  <c:v>9.7613299999999992</c:v>
                </c:pt>
                <c:pt idx="7535">
                  <c:v>10.3225</c:v>
                </c:pt>
                <c:pt idx="7536">
                  <c:v>10.56</c:v>
                </c:pt>
                <c:pt idx="7537">
                  <c:v>10.271800000000001</c:v>
                </c:pt>
                <c:pt idx="7538">
                  <c:v>9.9127200000000002</c:v>
                </c:pt>
                <c:pt idx="7539">
                  <c:v>9.4840400000000002</c:v>
                </c:pt>
                <c:pt idx="7540">
                  <c:v>9.2151700000000005</c:v>
                </c:pt>
                <c:pt idx="7541">
                  <c:v>9.2696699999999996</c:v>
                </c:pt>
                <c:pt idx="7542">
                  <c:v>9.4242399999999993</c:v>
                </c:pt>
                <c:pt idx="7543">
                  <c:v>9.4788700000000006</c:v>
                </c:pt>
                <c:pt idx="7544">
                  <c:v>9.5430100000000007</c:v>
                </c:pt>
                <c:pt idx="7545">
                  <c:v>9.7398299999999995</c:v>
                </c:pt>
                <c:pt idx="7546">
                  <c:v>10.1778</c:v>
                </c:pt>
                <c:pt idx="7547">
                  <c:v>10.569699999999999</c:v>
                </c:pt>
                <c:pt idx="7548">
                  <c:v>10.8279</c:v>
                </c:pt>
                <c:pt idx="7549">
                  <c:v>10.7676</c:v>
                </c:pt>
                <c:pt idx="7550">
                  <c:v>10.584300000000001</c:v>
                </c:pt>
                <c:pt idx="7551">
                  <c:v>10.2905</c:v>
                </c:pt>
                <c:pt idx="7552">
                  <c:v>9.8254699999999993</c:v>
                </c:pt>
                <c:pt idx="7553">
                  <c:v>9.5667799999999996</c:v>
                </c:pt>
                <c:pt idx="7554">
                  <c:v>9.7217900000000004</c:v>
                </c:pt>
                <c:pt idx="7555">
                  <c:v>9.6409099999999999</c:v>
                </c:pt>
                <c:pt idx="7556">
                  <c:v>9.4758499999999994</c:v>
                </c:pt>
                <c:pt idx="7557">
                  <c:v>9.86632</c:v>
                </c:pt>
                <c:pt idx="7558">
                  <c:v>9.8152200000000001</c:v>
                </c:pt>
                <c:pt idx="7559">
                  <c:v>9.4415800000000001</c:v>
                </c:pt>
                <c:pt idx="7560">
                  <c:v>9.6743500000000004</c:v>
                </c:pt>
                <c:pt idx="7561">
                  <c:v>10.028600000000001</c:v>
                </c:pt>
                <c:pt idx="7562">
                  <c:v>9.7659099999999999</c:v>
                </c:pt>
                <c:pt idx="7563">
                  <c:v>9.4847900000000003</c:v>
                </c:pt>
                <c:pt idx="7564">
                  <c:v>9.6942299999999992</c:v>
                </c:pt>
                <c:pt idx="7565">
                  <c:v>10.036099999999999</c:v>
                </c:pt>
                <c:pt idx="7566">
                  <c:v>10.189</c:v>
                </c:pt>
                <c:pt idx="7567">
                  <c:v>10.0184</c:v>
                </c:pt>
                <c:pt idx="7568">
                  <c:v>9.7461400000000005</c:v>
                </c:pt>
                <c:pt idx="7569">
                  <c:v>9.3274799999999995</c:v>
                </c:pt>
                <c:pt idx="7570">
                  <c:v>9.1427800000000001</c:v>
                </c:pt>
                <c:pt idx="7571">
                  <c:v>9.4481900000000003</c:v>
                </c:pt>
                <c:pt idx="7572">
                  <c:v>9.6367200000000004</c:v>
                </c:pt>
                <c:pt idx="7573">
                  <c:v>9.2784499999999994</c:v>
                </c:pt>
                <c:pt idx="7574">
                  <c:v>8.8113399999999995</c:v>
                </c:pt>
                <c:pt idx="7575">
                  <c:v>8.7690699999999993</c:v>
                </c:pt>
                <c:pt idx="7576">
                  <c:v>9.1672999999999991</c:v>
                </c:pt>
                <c:pt idx="7577">
                  <c:v>9.2953799999999998</c:v>
                </c:pt>
                <c:pt idx="7578">
                  <c:v>9.1998499999999996</c:v>
                </c:pt>
                <c:pt idx="7579">
                  <c:v>9.1460299999999997</c:v>
                </c:pt>
                <c:pt idx="7580">
                  <c:v>8.9958500000000008</c:v>
                </c:pt>
                <c:pt idx="7581">
                  <c:v>8.6913900000000002</c:v>
                </c:pt>
                <c:pt idx="7582">
                  <c:v>8.3578600000000005</c:v>
                </c:pt>
                <c:pt idx="7583">
                  <c:v>8.4932800000000004</c:v>
                </c:pt>
                <c:pt idx="7584">
                  <c:v>8.6987100000000002</c:v>
                </c:pt>
                <c:pt idx="7585">
                  <c:v>9.1198700000000006</c:v>
                </c:pt>
                <c:pt idx="7586">
                  <c:v>9.2967600000000008</c:v>
                </c:pt>
                <c:pt idx="7587">
                  <c:v>9.1262100000000004</c:v>
                </c:pt>
                <c:pt idx="7588">
                  <c:v>9.3363700000000005</c:v>
                </c:pt>
                <c:pt idx="7589">
                  <c:v>9.4882100000000005</c:v>
                </c:pt>
                <c:pt idx="7590">
                  <c:v>9.2840900000000008</c:v>
                </c:pt>
                <c:pt idx="7591">
                  <c:v>9.2203999999999997</c:v>
                </c:pt>
                <c:pt idx="7592">
                  <c:v>8.9764800000000005</c:v>
                </c:pt>
                <c:pt idx="7593">
                  <c:v>8.7578099999999992</c:v>
                </c:pt>
                <c:pt idx="7594">
                  <c:v>8.8781499999999998</c:v>
                </c:pt>
                <c:pt idx="7595">
                  <c:v>9.2646999999999995</c:v>
                </c:pt>
                <c:pt idx="7596">
                  <c:v>9.4577799999999996</c:v>
                </c:pt>
                <c:pt idx="7597">
                  <c:v>9.26844</c:v>
                </c:pt>
                <c:pt idx="7598">
                  <c:v>9.4060100000000002</c:v>
                </c:pt>
                <c:pt idx="7599">
                  <c:v>9.7877500000000008</c:v>
                </c:pt>
                <c:pt idx="7600">
                  <c:v>9.82925</c:v>
                </c:pt>
                <c:pt idx="7601">
                  <c:v>9.5223200000000006</c:v>
                </c:pt>
                <c:pt idx="7602">
                  <c:v>9.5376499999999993</c:v>
                </c:pt>
                <c:pt idx="7603">
                  <c:v>9.4924099999999996</c:v>
                </c:pt>
                <c:pt idx="7604">
                  <c:v>9.3242700000000003</c:v>
                </c:pt>
                <c:pt idx="7605">
                  <c:v>9.3883200000000002</c:v>
                </c:pt>
                <c:pt idx="7606">
                  <c:v>9.3604900000000004</c:v>
                </c:pt>
                <c:pt idx="7607">
                  <c:v>9.5631500000000003</c:v>
                </c:pt>
                <c:pt idx="7608">
                  <c:v>9.9323099999999993</c:v>
                </c:pt>
                <c:pt idx="7609">
                  <c:v>9.8969199999999997</c:v>
                </c:pt>
                <c:pt idx="7610">
                  <c:v>9.7211700000000008</c:v>
                </c:pt>
                <c:pt idx="7611">
                  <c:v>9.5893300000000004</c:v>
                </c:pt>
                <c:pt idx="7612">
                  <c:v>9.6339100000000002</c:v>
                </c:pt>
                <c:pt idx="7613">
                  <c:v>9.5266599999999997</c:v>
                </c:pt>
                <c:pt idx="7614">
                  <c:v>9.0363600000000002</c:v>
                </c:pt>
                <c:pt idx="7615">
                  <c:v>8.8241700000000005</c:v>
                </c:pt>
                <c:pt idx="7616">
                  <c:v>9.1299399999999995</c:v>
                </c:pt>
                <c:pt idx="7617">
                  <c:v>9.3952100000000005</c:v>
                </c:pt>
                <c:pt idx="7618">
                  <c:v>9.4832800000000006</c:v>
                </c:pt>
                <c:pt idx="7619">
                  <c:v>9.6483799999999995</c:v>
                </c:pt>
                <c:pt idx="7620">
                  <c:v>9.97607</c:v>
                </c:pt>
                <c:pt idx="7621">
                  <c:v>10.2509</c:v>
                </c:pt>
                <c:pt idx="7622">
                  <c:v>10.438599999999999</c:v>
                </c:pt>
                <c:pt idx="7623">
                  <c:v>10.4785</c:v>
                </c:pt>
                <c:pt idx="7624">
                  <c:v>10.635199999999999</c:v>
                </c:pt>
                <c:pt idx="7625">
                  <c:v>10.735799999999999</c:v>
                </c:pt>
                <c:pt idx="7626">
                  <c:v>11.1463</c:v>
                </c:pt>
                <c:pt idx="7627">
                  <c:v>11.571400000000001</c:v>
                </c:pt>
                <c:pt idx="7628">
                  <c:v>12.1469</c:v>
                </c:pt>
                <c:pt idx="7629">
                  <c:v>12.8956</c:v>
                </c:pt>
                <c:pt idx="7630">
                  <c:v>13.292199999999999</c:v>
                </c:pt>
                <c:pt idx="7631">
                  <c:v>13.295</c:v>
                </c:pt>
                <c:pt idx="7632">
                  <c:v>13.3163</c:v>
                </c:pt>
                <c:pt idx="7633">
                  <c:v>13.5204</c:v>
                </c:pt>
                <c:pt idx="7634">
                  <c:v>13.2782</c:v>
                </c:pt>
                <c:pt idx="7635">
                  <c:v>13.349399999999999</c:v>
                </c:pt>
                <c:pt idx="7636">
                  <c:v>13.883100000000001</c:v>
                </c:pt>
                <c:pt idx="7637">
                  <c:v>13.972300000000001</c:v>
                </c:pt>
                <c:pt idx="7638">
                  <c:v>13.448</c:v>
                </c:pt>
                <c:pt idx="7639">
                  <c:v>13.2888</c:v>
                </c:pt>
                <c:pt idx="7640">
                  <c:v>13.1328</c:v>
                </c:pt>
                <c:pt idx="7641">
                  <c:v>12.3818</c:v>
                </c:pt>
                <c:pt idx="7642">
                  <c:v>11.7677</c:v>
                </c:pt>
                <c:pt idx="7643">
                  <c:v>11.1694</c:v>
                </c:pt>
                <c:pt idx="7644">
                  <c:v>10.580299999999999</c:v>
                </c:pt>
                <c:pt idx="7645">
                  <c:v>10.5587</c:v>
                </c:pt>
                <c:pt idx="7646">
                  <c:v>10.2514</c:v>
                </c:pt>
                <c:pt idx="7647">
                  <c:v>9.7286000000000001</c:v>
                </c:pt>
                <c:pt idx="7648">
                  <c:v>9.6095900000000007</c:v>
                </c:pt>
                <c:pt idx="7649">
                  <c:v>9.5254300000000001</c:v>
                </c:pt>
                <c:pt idx="7650">
                  <c:v>9.3847400000000007</c:v>
                </c:pt>
                <c:pt idx="7651">
                  <c:v>9.2163199999999996</c:v>
                </c:pt>
                <c:pt idx="7652">
                  <c:v>9.0083500000000001</c:v>
                </c:pt>
                <c:pt idx="7653">
                  <c:v>8.7860899999999997</c:v>
                </c:pt>
                <c:pt idx="7654">
                  <c:v>8.6519499999999994</c:v>
                </c:pt>
                <c:pt idx="7655">
                  <c:v>8.5350199999999994</c:v>
                </c:pt>
                <c:pt idx="7656">
                  <c:v>8.4775700000000001</c:v>
                </c:pt>
                <c:pt idx="7657">
                  <c:v>8.6619700000000002</c:v>
                </c:pt>
                <c:pt idx="7658">
                  <c:v>8.6612899999999993</c:v>
                </c:pt>
                <c:pt idx="7659">
                  <c:v>8.5404800000000005</c:v>
                </c:pt>
                <c:pt idx="7660">
                  <c:v>8.7618299999999998</c:v>
                </c:pt>
                <c:pt idx="7661">
                  <c:v>8.6765299999999996</c:v>
                </c:pt>
                <c:pt idx="7662">
                  <c:v>8.4698499999999992</c:v>
                </c:pt>
                <c:pt idx="7663">
                  <c:v>8.4582599999999992</c:v>
                </c:pt>
                <c:pt idx="7664">
                  <c:v>8.9751300000000001</c:v>
                </c:pt>
                <c:pt idx="7665">
                  <c:v>9.4291800000000006</c:v>
                </c:pt>
                <c:pt idx="7666">
                  <c:v>9.8400599999999994</c:v>
                </c:pt>
                <c:pt idx="7667">
                  <c:v>10.1379</c:v>
                </c:pt>
                <c:pt idx="7668">
                  <c:v>9.97729</c:v>
                </c:pt>
                <c:pt idx="7669">
                  <c:v>9.6980699999999995</c:v>
                </c:pt>
                <c:pt idx="7670">
                  <c:v>9.7484699999999993</c:v>
                </c:pt>
                <c:pt idx="7671">
                  <c:v>9.8267500000000005</c:v>
                </c:pt>
                <c:pt idx="7672">
                  <c:v>9.6194199999999999</c:v>
                </c:pt>
                <c:pt idx="7673">
                  <c:v>9.4635200000000008</c:v>
                </c:pt>
                <c:pt idx="7674">
                  <c:v>9.0767900000000008</c:v>
                </c:pt>
                <c:pt idx="7675">
                  <c:v>8.7256900000000002</c:v>
                </c:pt>
                <c:pt idx="7676">
                  <c:v>8.6595800000000001</c:v>
                </c:pt>
                <c:pt idx="7677">
                  <c:v>8.5347299999999997</c:v>
                </c:pt>
                <c:pt idx="7678">
                  <c:v>8.5917600000000007</c:v>
                </c:pt>
                <c:pt idx="7679">
                  <c:v>8.4377800000000001</c:v>
                </c:pt>
                <c:pt idx="7680">
                  <c:v>8.3673500000000001</c:v>
                </c:pt>
                <c:pt idx="7681">
                  <c:v>8.7670499999999993</c:v>
                </c:pt>
                <c:pt idx="7682">
                  <c:v>9.2649899999999992</c:v>
                </c:pt>
                <c:pt idx="7683">
                  <c:v>9.3331300000000006</c:v>
                </c:pt>
                <c:pt idx="7684">
                  <c:v>9.3611299999999993</c:v>
                </c:pt>
                <c:pt idx="7685">
                  <c:v>9.7709600000000005</c:v>
                </c:pt>
                <c:pt idx="7686">
                  <c:v>9.7352299999999996</c:v>
                </c:pt>
                <c:pt idx="7687">
                  <c:v>9.1848799999999997</c:v>
                </c:pt>
                <c:pt idx="7688">
                  <c:v>8.8919099999999993</c:v>
                </c:pt>
                <c:pt idx="7689">
                  <c:v>8.90334</c:v>
                </c:pt>
                <c:pt idx="7690">
                  <c:v>9.1114099999999993</c:v>
                </c:pt>
                <c:pt idx="7691">
                  <c:v>9.3742699999999992</c:v>
                </c:pt>
                <c:pt idx="7692">
                  <c:v>9.01173</c:v>
                </c:pt>
                <c:pt idx="7693">
                  <c:v>8.8752999999999993</c:v>
                </c:pt>
                <c:pt idx="7694">
                  <c:v>9.1088100000000001</c:v>
                </c:pt>
                <c:pt idx="7695">
                  <c:v>9.2834699999999994</c:v>
                </c:pt>
                <c:pt idx="7696">
                  <c:v>9.2323000000000004</c:v>
                </c:pt>
                <c:pt idx="7697">
                  <c:v>8.8695599999999999</c:v>
                </c:pt>
                <c:pt idx="7698">
                  <c:v>8.8437099999999997</c:v>
                </c:pt>
                <c:pt idx="7699">
                  <c:v>9.0340699999999998</c:v>
                </c:pt>
                <c:pt idx="7700">
                  <c:v>9.25244</c:v>
                </c:pt>
                <c:pt idx="7701">
                  <c:v>9.1330899999999993</c:v>
                </c:pt>
                <c:pt idx="7702">
                  <c:v>8.6290899999999997</c:v>
                </c:pt>
                <c:pt idx="7703">
                  <c:v>8.70749</c:v>
                </c:pt>
                <c:pt idx="7704">
                  <c:v>8.8738299999999999</c:v>
                </c:pt>
                <c:pt idx="7705">
                  <c:v>8.9278899999999997</c:v>
                </c:pt>
                <c:pt idx="7706">
                  <c:v>8.9016099999999998</c:v>
                </c:pt>
                <c:pt idx="7707">
                  <c:v>8.67807</c:v>
                </c:pt>
                <c:pt idx="7708">
                  <c:v>8.5416500000000006</c:v>
                </c:pt>
                <c:pt idx="7709">
                  <c:v>8.4522899999999996</c:v>
                </c:pt>
                <c:pt idx="7710">
                  <c:v>8.13523</c:v>
                </c:pt>
                <c:pt idx="7711">
                  <c:v>7.9792100000000001</c:v>
                </c:pt>
                <c:pt idx="7712">
                  <c:v>8.0841899999999995</c:v>
                </c:pt>
                <c:pt idx="7713">
                  <c:v>8.1021699999999992</c:v>
                </c:pt>
                <c:pt idx="7714">
                  <c:v>8.3549100000000003</c:v>
                </c:pt>
                <c:pt idx="7715">
                  <c:v>8.7544000000000004</c:v>
                </c:pt>
                <c:pt idx="7716">
                  <c:v>8.4199199999999994</c:v>
                </c:pt>
                <c:pt idx="7717">
                  <c:v>8.2780500000000004</c:v>
                </c:pt>
                <c:pt idx="7718">
                  <c:v>7.9943299999999997</c:v>
                </c:pt>
                <c:pt idx="7719">
                  <c:v>7.9626099999999997</c:v>
                </c:pt>
                <c:pt idx="7720">
                  <c:v>8.3488500000000005</c:v>
                </c:pt>
                <c:pt idx="7721">
                  <c:v>8.7365200000000005</c:v>
                </c:pt>
                <c:pt idx="7722">
                  <c:v>9.0034600000000005</c:v>
                </c:pt>
                <c:pt idx="7723">
                  <c:v>8.8635099999999998</c:v>
                </c:pt>
                <c:pt idx="7724">
                  <c:v>8.70791</c:v>
                </c:pt>
                <c:pt idx="7725">
                  <c:v>8.7450299999999999</c:v>
                </c:pt>
                <c:pt idx="7726">
                  <c:v>9.0359499999999997</c:v>
                </c:pt>
                <c:pt idx="7727">
                  <c:v>9.0814299999999992</c:v>
                </c:pt>
                <c:pt idx="7728">
                  <c:v>8.8207900000000006</c:v>
                </c:pt>
                <c:pt idx="7729">
                  <c:v>8.5436599999999991</c:v>
                </c:pt>
                <c:pt idx="7730">
                  <c:v>8.2770799999999998</c:v>
                </c:pt>
                <c:pt idx="7731">
                  <c:v>8.0630500000000005</c:v>
                </c:pt>
                <c:pt idx="7732">
                  <c:v>7.9292999999999996</c:v>
                </c:pt>
                <c:pt idx="7733">
                  <c:v>7.8107600000000001</c:v>
                </c:pt>
                <c:pt idx="7734">
                  <c:v>7.7769599999999999</c:v>
                </c:pt>
                <c:pt idx="7735">
                  <c:v>8.0979899999999994</c:v>
                </c:pt>
                <c:pt idx="7736">
                  <c:v>8.1754099999999994</c:v>
                </c:pt>
                <c:pt idx="7737">
                  <c:v>8.3292400000000004</c:v>
                </c:pt>
                <c:pt idx="7738">
                  <c:v>8.3917300000000008</c:v>
                </c:pt>
                <c:pt idx="7739">
                  <c:v>8.2792700000000004</c:v>
                </c:pt>
                <c:pt idx="7740">
                  <c:v>8.0602</c:v>
                </c:pt>
                <c:pt idx="7741">
                  <c:v>7.87094</c:v>
                </c:pt>
                <c:pt idx="7742">
                  <c:v>7.96448</c:v>
                </c:pt>
                <c:pt idx="7743">
                  <c:v>7.9033600000000002</c:v>
                </c:pt>
                <c:pt idx="7744">
                  <c:v>7.9029100000000003</c:v>
                </c:pt>
                <c:pt idx="7745">
                  <c:v>8.1688200000000002</c:v>
                </c:pt>
                <c:pt idx="7746">
                  <c:v>8.5403099999999998</c:v>
                </c:pt>
                <c:pt idx="7747">
                  <c:v>8.7381700000000002</c:v>
                </c:pt>
                <c:pt idx="7748">
                  <c:v>8.8920600000000007</c:v>
                </c:pt>
                <c:pt idx="7749">
                  <c:v>8.7230799999999995</c:v>
                </c:pt>
                <c:pt idx="7750">
                  <c:v>8.9442599999999999</c:v>
                </c:pt>
                <c:pt idx="7751">
                  <c:v>9.1414299999999997</c:v>
                </c:pt>
                <c:pt idx="7752">
                  <c:v>8.8856400000000004</c:v>
                </c:pt>
                <c:pt idx="7753">
                  <c:v>8.7643900000000006</c:v>
                </c:pt>
                <c:pt idx="7754">
                  <c:v>8.58901</c:v>
                </c:pt>
                <c:pt idx="7755">
                  <c:v>8.5662099999999999</c:v>
                </c:pt>
                <c:pt idx="7756">
                  <c:v>8.9375699999999991</c:v>
                </c:pt>
                <c:pt idx="7757">
                  <c:v>9.0310299999999994</c:v>
                </c:pt>
                <c:pt idx="7758">
                  <c:v>8.7866099999999996</c:v>
                </c:pt>
                <c:pt idx="7759">
                  <c:v>8.7394700000000007</c:v>
                </c:pt>
                <c:pt idx="7760">
                  <c:v>9.2346500000000002</c:v>
                </c:pt>
                <c:pt idx="7761">
                  <c:v>9.4370899999999995</c:v>
                </c:pt>
                <c:pt idx="7762">
                  <c:v>9.4338499999999996</c:v>
                </c:pt>
                <c:pt idx="7763">
                  <c:v>9.4687099999999997</c:v>
                </c:pt>
                <c:pt idx="7764">
                  <c:v>9.3444400000000005</c:v>
                </c:pt>
                <c:pt idx="7765">
                  <c:v>9.2793399999999995</c:v>
                </c:pt>
                <c:pt idx="7766">
                  <c:v>9.5378600000000002</c:v>
                </c:pt>
                <c:pt idx="7767">
                  <c:v>10.347899999999999</c:v>
                </c:pt>
                <c:pt idx="7768">
                  <c:v>10.8834</c:v>
                </c:pt>
                <c:pt idx="7769">
                  <c:v>11.197699999999999</c:v>
                </c:pt>
                <c:pt idx="7770">
                  <c:v>11.7445</c:v>
                </c:pt>
                <c:pt idx="7771">
                  <c:v>12.549899999999999</c:v>
                </c:pt>
                <c:pt idx="7772">
                  <c:v>12.92</c:v>
                </c:pt>
                <c:pt idx="7773">
                  <c:v>12.8057</c:v>
                </c:pt>
                <c:pt idx="7774">
                  <c:v>12.7562</c:v>
                </c:pt>
                <c:pt idx="7775">
                  <c:v>12.8802</c:v>
                </c:pt>
                <c:pt idx="7776">
                  <c:v>13.2698</c:v>
                </c:pt>
                <c:pt idx="7777">
                  <c:v>13.4314</c:v>
                </c:pt>
                <c:pt idx="7778">
                  <c:v>13.336399999999999</c:v>
                </c:pt>
                <c:pt idx="7779">
                  <c:v>13.142300000000001</c:v>
                </c:pt>
                <c:pt idx="7780">
                  <c:v>12.965299999999999</c:v>
                </c:pt>
                <c:pt idx="7781">
                  <c:v>12.678000000000001</c:v>
                </c:pt>
                <c:pt idx="7782">
                  <c:v>12.546799999999999</c:v>
                </c:pt>
                <c:pt idx="7783">
                  <c:v>12.391500000000001</c:v>
                </c:pt>
                <c:pt idx="7784">
                  <c:v>11.880699999999999</c:v>
                </c:pt>
                <c:pt idx="7785">
                  <c:v>11.186</c:v>
                </c:pt>
                <c:pt idx="7786">
                  <c:v>10.6617</c:v>
                </c:pt>
                <c:pt idx="7787">
                  <c:v>10.3925</c:v>
                </c:pt>
                <c:pt idx="7788">
                  <c:v>10.048999999999999</c:v>
                </c:pt>
                <c:pt idx="7789">
                  <c:v>9.7059200000000008</c:v>
                </c:pt>
                <c:pt idx="7790">
                  <c:v>9.2655999999999992</c:v>
                </c:pt>
                <c:pt idx="7791">
                  <c:v>8.94407</c:v>
                </c:pt>
                <c:pt idx="7792">
                  <c:v>8.8815399999999993</c:v>
                </c:pt>
                <c:pt idx="7793">
                  <c:v>8.8781499999999998</c:v>
                </c:pt>
                <c:pt idx="7794">
                  <c:v>9.1169100000000007</c:v>
                </c:pt>
                <c:pt idx="7795">
                  <c:v>9.0109100000000009</c:v>
                </c:pt>
                <c:pt idx="7796">
                  <c:v>8.7608499999999996</c:v>
                </c:pt>
                <c:pt idx="7797">
                  <c:v>8.6398299999999999</c:v>
                </c:pt>
                <c:pt idx="7798">
                  <c:v>8.6117399999999993</c:v>
                </c:pt>
                <c:pt idx="7799">
                  <c:v>8.5457199999999993</c:v>
                </c:pt>
                <c:pt idx="7800">
                  <c:v>8.3250799999999998</c:v>
                </c:pt>
                <c:pt idx="7801">
                  <c:v>7.9363200000000003</c:v>
                </c:pt>
                <c:pt idx="7802">
                  <c:v>7.7255200000000004</c:v>
                </c:pt>
                <c:pt idx="7803">
                  <c:v>7.9126399999999997</c:v>
                </c:pt>
                <c:pt idx="7804">
                  <c:v>8.0180799999999994</c:v>
                </c:pt>
                <c:pt idx="7805">
                  <c:v>7.8943500000000002</c:v>
                </c:pt>
                <c:pt idx="7806">
                  <c:v>7.6999700000000004</c:v>
                </c:pt>
                <c:pt idx="7807">
                  <c:v>7.3994099999999996</c:v>
                </c:pt>
                <c:pt idx="7808">
                  <c:v>7.4747899999999996</c:v>
                </c:pt>
                <c:pt idx="7809">
                  <c:v>7.7488700000000001</c:v>
                </c:pt>
                <c:pt idx="7810">
                  <c:v>7.9131799999999997</c:v>
                </c:pt>
                <c:pt idx="7811">
                  <c:v>7.8573899999999997</c:v>
                </c:pt>
                <c:pt idx="7812">
                  <c:v>8.0759100000000004</c:v>
                </c:pt>
                <c:pt idx="7813">
                  <c:v>8.4651999999999994</c:v>
                </c:pt>
                <c:pt idx="7814">
                  <c:v>8.3771599999999999</c:v>
                </c:pt>
                <c:pt idx="7815">
                  <c:v>8.4750499999999995</c:v>
                </c:pt>
                <c:pt idx="7816">
                  <c:v>8.9771099999999997</c:v>
                </c:pt>
                <c:pt idx="7817">
                  <c:v>9.2059099999999994</c:v>
                </c:pt>
                <c:pt idx="7818">
                  <c:v>8.7521599999999999</c:v>
                </c:pt>
                <c:pt idx="7819">
                  <c:v>8.3727</c:v>
                </c:pt>
                <c:pt idx="7820">
                  <c:v>8.19815</c:v>
                </c:pt>
                <c:pt idx="7821">
                  <c:v>8.0618400000000001</c:v>
                </c:pt>
                <c:pt idx="7822">
                  <c:v>8.1307700000000001</c:v>
                </c:pt>
                <c:pt idx="7823">
                  <c:v>8.5046700000000008</c:v>
                </c:pt>
                <c:pt idx="7824">
                  <c:v>9.0269899999999996</c:v>
                </c:pt>
                <c:pt idx="7825">
                  <c:v>9.1850299999999994</c:v>
                </c:pt>
                <c:pt idx="7826">
                  <c:v>9.0808999999999997</c:v>
                </c:pt>
                <c:pt idx="7827">
                  <c:v>8.9524899999999992</c:v>
                </c:pt>
                <c:pt idx="7828">
                  <c:v>8.7448599999999992</c:v>
                </c:pt>
                <c:pt idx="7829">
                  <c:v>8.6475000000000009</c:v>
                </c:pt>
                <c:pt idx="7830">
                  <c:v>8.6379699999999993</c:v>
                </c:pt>
                <c:pt idx="7831">
                  <c:v>8.4306000000000001</c:v>
                </c:pt>
                <c:pt idx="7832">
                  <c:v>8.2378099999999996</c:v>
                </c:pt>
                <c:pt idx="7833">
                  <c:v>8.2296099999999992</c:v>
                </c:pt>
                <c:pt idx="7834">
                  <c:v>8.1504499999999993</c:v>
                </c:pt>
                <c:pt idx="7835">
                  <c:v>8.3169400000000007</c:v>
                </c:pt>
                <c:pt idx="7836">
                  <c:v>8.20946</c:v>
                </c:pt>
                <c:pt idx="7837">
                  <c:v>8.0543600000000009</c:v>
                </c:pt>
                <c:pt idx="7838">
                  <c:v>7.8372400000000004</c:v>
                </c:pt>
                <c:pt idx="7839">
                  <c:v>7.5310899999999998</c:v>
                </c:pt>
                <c:pt idx="7840">
                  <c:v>7.4406499999999998</c:v>
                </c:pt>
                <c:pt idx="7841">
                  <c:v>7.3789199999999999</c:v>
                </c:pt>
                <c:pt idx="7842">
                  <c:v>7.3186</c:v>
                </c:pt>
                <c:pt idx="7843">
                  <c:v>7.4438800000000001</c:v>
                </c:pt>
                <c:pt idx="7844">
                  <c:v>7.6140100000000004</c:v>
                </c:pt>
                <c:pt idx="7845">
                  <c:v>8.0098400000000005</c:v>
                </c:pt>
                <c:pt idx="7846">
                  <c:v>8.2740600000000004</c:v>
                </c:pt>
                <c:pt idx="7847">
                  <c:v>8.5431100000000004</c:v>
                </c:pt>
                <c:pt idx="7848">
                  <c:v>8.5559899999999995</c:v>
                </c:pt>
                <c:pt idx="7849">
                  <c:v>8.5209600000000005</c:v>
                </c:pt>
                <c:pt idx="7850">
                  <c:v>8.59239</c:v>
                </c:pt>
                <c:pt idx="7851">
                  <c:v>8.5095100000000006</c:v>
                </c:pt>
                <c:pt idx="7852">
                  <c:v>8.4440100000000005</c:v>
                </c:pt>
                <c:pt idx="7853">
                  <c:v>8.3797200000000007</c:v>
                </c:pt>
                <c:pt idx="7854">
                  <c:v>8.4638399999999994</c:v>
                </c:pt>
                <c:pt idx="7855">
                  <c:v>8.2274600000000007</c:v>
                </c:pt>
                <c:pt idx="7856">
                  <c:v>8.0590600000000006</c:v>
                </c:pt>
                <c:pt idx="7857">
                  <c:v>7.9924600000000003</c:v>
                </c:pt>
                <c:pt idx="7858">
                  <c:v>7.8841400000000004</c:v>
                </c:pt>
                <c:pt idx="7859">
                  <c:v>8.0659899999999993</c:v>
                </c:pt>
                <c:pt idx="7860">
                  <c:v>8.1346500000000006</c:v>
                </c:pt>
                <c:pt idx="7861">
                  <c:v>8.0324500000000008</c:v>
                </c:pt>
                <c:pt idx="7862">
                  <c:v>8.4473199999999995</c:v>
                </c:pt>
                <c:pt idx="7863">
                  <c:v>8.8388899999999992</c:v>
                </c:pt>
                <c:pt idx="7864">
                  <c:v>8.8437000000000001</c:v>
                </c:pt>
                <c:pt idx="7865">
                  <c:v>8.9688800000000004</c:v>
                </c:pt>
                <c:pt idx="7866">
                  <c:v>8.7990399999999998</c:v>
                </c:pt>
                <c:pt idx="7867">
                  <c:v>8.5027500000000007</c:v>
                </c:pt>
                <c:pt idx="7868">
                  <c:v>8.1090300000000006</c:v>
                </c:pt>
                <c:pt idx="7869">
                  <c:v>8.2486899999999999</c:v>
                </c:pt>
                <c:pt idx="7870">
                  <c:v>8.3910699999999991</c:v>
                </c:pt>
                <c:pt idx="7871">
                  <c:v>8.2235999999999994</c:v>
                </c:pt>
                <c:pt idx="7872">
                  <c:v>8.4280399999999993</c:v>
                </c:pt>
                <c:pt idx="7873">
                  <c:v>8.7584499999999998</c:v>
                </c:pt>
                <c:pt idx="7874">
                  <c:v>8.9725300000000008</c:v>
                </c:pt>
                <c:pt idx="7875">
                  <c:v>8.9301399999999997</c:v>
                </c:pt>
                <c:pt idx="7876">
                  <c:v>8.6493199999999995</c:v>
                </c:pt>
                <c:pt idx="7877">
                  <c:v>7.8892699999999998</c:v>
                </c:pt>
                <c:pt idx="7878">
                  <c:v>7.3945999999999996</c:v>
                </c:pt>
                <c:pt idx="7879">
                  <c:v>7.3043500000000003</c:v>
                </c:pt>
                <c:pt idx="7880">
                  <c:v>7.3871700000000002</c:v>
                </c:pt>
                <c:pt idx="7881">
                  <c:v>7.3833700000000002</c:v>
                </c:pt>
                <c:pt idx="7882">
                  <c:v>7.29657</c:v>
                </c:pt>
                <c:pt idx="7883">
                  <c:v>7.0254899999999996</c:v>
                </c:pt>
                <c:pt idx="7884">
                  <c:v>7.1211000000000002</c:v>
                </c:pt>
                <c:pt idx="7885">
                  <c:v>7.3520300000000001</c:v>
                </c:pt>
                <c:pt idx="7886">
                  <c:v>7.8227700000000002</c:v>
                </c:pt>
                <c:pt idx="7887">
                  <c:v>8.0215599999999991</c:v>
                </c:pt>
                <c:pt idx="7888">
                  <c:v>8.0317100000000003</c:v>
                </c:pt>
                <c:pt idx="7889">
                  <c:v>8.0640800000000006</c:v>
                </c:pt>
                <c:pt idx="7890">
                  <c:v>8.0721799999999995</c:v>
                </c:pt>
                <c:pt idx="7891">
                  <c:v>8.0537899999999993</c:v>
                </c:pt>
                <c:pt idx="7892">
                  <c:v>8.0508600000000001</c:v>
                </c:pt>
                <c:pt idx="7893">
                  <c:v>8.1489600000000006</c:v>
                </c:pt>
                <c:pt idx="7894">
                  <c:v>8.2817699999999999</c:v>
                </c:pt>
                <c:pt idx="7895">
                  <c:v>7.7665699999999998</c:v>
                </c:pt>
                <c:pt idx="7896">
                  <c:v>7.2629999999999999</c:v>
                </c:pt>
                <c:pt idx="7897">
                  <c:v>7.2926500000000001</c:v>
                </c:pt>
                <c:pt idx="7898">
                  <c:v>7.5603499999999997</c:v>
                </c:pt>
                <c:pt idx="7899">
                  <c:v>7.3915699999999998</c:v>
                </c:pt>
                <c:pt idx="7900">
                  <c:v>7.5266799999999998</c:v>
                </c:pt>
                <c:pt idx="7901">
                  <c:v>7.9791100000000004</c:v>
                </c:pt>
                <c:pt idx="7902">
                  <c:v>7.8559900000000003</c:v>
                </c:pt>
                <c:pt idx="7903">
                  <c:v>7.8211500000000003</c:v>
                </c:pt>
                <c:pt idx="7904">
                  <c:v>7.8260100000000001</c:v>
                </c:pt>
                <c:pt idx="7905">
                  <c:v>7.5107900000000001</c:v>
                </c:pt>
                <c:pt idx="7906">
                  <c:v>7.4472899999999997</c:v>
                </c:pt>
                <c:pt idx="7907">
                  <c:v>7.4018699999999997</c:v>
                </c:pt>
                <c:pt idx="7908">
                  <c:v>7.3307799999999999</c:v>
                </c:pt>
                <c:pt idx="7909">
                  <c:v>7.4545000000000003</c:v>
                </c:pt>
                <c:pt idx="7910">
                  <c:v>7.9033300000000004</c:v>
                </c:pt>
                <c:pt idx="7911">
                  <c:v>8.1208399999999994</c:v>
                </c:pt>
                <c:pt idx="7912">
                  <c:v>8.4069500000000001</c:v>
                </c:pt>
                <c:pt idx="7913">
                  <c:v>8.1076800000000002</c:v>
                </c:pt>
                <c:pt idx="7914">
                  <c:v>7.8937099999999996</c:v>
                </c:pt>
                <c:pt idx="7915">
                  <c:v>7.8418999999999999</c:v>
                </c:pt>
                <c:pt idx="7916">
                  <c:v>7.8767100000000001</c:v>
                </c:pt>
                <c:pt idx="7917">
                  <c:v>8.01919</c:v>
                </c:pt>
                <c:pt idx="7918">
                  <c:v>8.15381</c:v>
                </c:pt>
                <c:pt idx="7919">
                  <c:v>8.1791999999999998</c:v>
                </c:pt>
                <c:pt idx="7920">
                  <c:v>8.0881000000000007</c:v>
                </c:pt>
                <c:pt idx="7921">
                  <c:v>7.8881100000000002</c:v>
                </c:pt>
                <c:pt idx="7922">
                  <c:v>7.9594500000000004</c:v>
                </c:pt>
                <c:pt idx="7923">
                  <c:v>8.2362599999999997</c:v>
                </c:pt>
                <c:pt idx="7924">
                  <c:v>8.5068900000000003</c:v>
                </c:pt>
                <c:pt idx="7925">
                  <c:v>8.3782099999999993</c:v>
                </c:pt>
                <c:pt idx="7926">
                  <c:v>7.9007699999999996</c:v>
                </c:pt>
                <c:pt idx="7927">
                  <c:v>7.5567099999999998</c:v>
                </c:pt>
                <c:pt idx="7928">
                  <c:v>7.65069</c:v>
                </c:pt>
                <c:pt idx="7929">
                  <c:v>7.7688300000000003</c:v>
                </c:pt>
                <c:pt idx="7930">
                  <c:v>8.0269300000000001</c:v>
                </c:pt>
                <c:pt idx="7931">
                  <c:v>8.4548100000000002</c:v>
                </c:pt>
                <c:pt idx="7932">
                  <c:v>8.5073000000000008</c:v>
                </c:pt>
                <c:pt idx="7933">
                  <c:v>8.3543099999999999</c:v>
                </c:pt>
                <c:pt idx="7934">
                  <c:v>7.8118400000000001</c:v>
                </c:pt>
                <c:pt idx="7935">
                  <c:v>7.7031599999999996</c:v>
                </c:pt>
                <c:pt idx="7936">
                  <c:v>7.71319</c:v>
                </c:pt>
                <c:pt idx="7937">
                  <c:v>7.7739399999999996</c:v>
                </c:pt>
                <c:pt idx="7938">
                  <c:v>7.82972</c:v>
                </c:pt>
                <c:pt idx="7939">
                  <c:v>7.76837</c:v>
                </c:pt>
                <c:pt idx="7940">
                  <c:v>7.6724399999999999</c:v>
                </c:pt>
                <c:pt idx="7941">
                  <c:v>7.7567000000000004</c:v>
                </c:pt>
                <c:pt idx="7942">
                  <c:v>8.0077599999999993</c:v>
                </c:pt>
                <c:pt idx="7943">
                  <c:v>8.0877599999999994</c:v>
                </c:pt>
                <c:pt idx="7944">
                  <c:v>8.0500699999999998</c:v>
                </c:pt>
                <c:pt idx="7945">
                  <c:v>7.87479</c:v>
                </c:pt>
                <c:pt idx="7946">
                  <c:v>7.7036199999999999</c:v>
                </c:pt>
                <c:pt idx="7947">
                  <c:v>7.6204000000000001</c:v>
                </c:pt>
                <c:pt idx="7948">
                  <c:v>7.5718100000000002</c:v>
                </c:pt>
                <c:pt idx="7949">
                  <c:v>7.5124399999999998</c:v>
                </c:pt>
                <c:pt idx="7950">
                  <c:v>7.4545000000000003</c:v>
                </c:pt>
                <c:pt idx="7951">
                  <c:v>7.5641400000000001</c:v>
                </c:pt>
                <c:pt idx="7952">
                  <c:v>7.5676699999999997</c:v>
                </c:pt>
                <c:pt idx="7953">
                  <c:v>7.4183000000000003</c:v>
                </c:pt>
                <c:pt idx="7954">
                  <c:v>7.35703</c:v>
                </c:pt>
                <c:pt idx="7955">
                  <c:v>7.4550999999999998</c:v>
                </c:pt>
                <c:pt idx="7956">
                  <c:v>7.1656899999999997</c:v>
                </c:pt>
                <c:pt idx="7957">
                  <c:v>7.0712599999999997</c:v>
                </c:pt>
                <c:pt idx="7958">
                  <c:v>7.0713200000000001</c:v>
                </c:pt>
                <c:pt idx="7959">
                  <c:v>7.4009299999999998</c:v>
                </c:pt>
                <c:pt idx="7960">
                  <c:v>7.7185499999999996</c:v>
                </c:pt>
                <c:pt idx="7961">
                  <c:v>7.6354600000000001</c:v>
                </c:pt>
                <c:pt idx="7962">
                  <c:v>7.4039400000000004</c:v>
                </c:pt>
                <c:pt idx="7963">
                  <c:v>7.24282</c:v>
                </c:pt>
                <c:pt idx="7964">
                  <c:v>7.2743599999999997</c:v>
                </c:pt>
                <c:pt idx="7965">
                  <c:v>7.4731500000000004</c:v>
                </c:pt>
                <c:pt idx="7966">
                  <c:v>7.3885199999999998</c:v>
                </c:pt>
                <c:pt idx="7967">
                  <c:v>7.5163900000000003</c:v>
                </c:pt>
                <c:pt idx="7968">
                  <c:v>7.9977</c:v>
                </c:pt>
                <c:pt idx="7969">
                  <c:v>7.9049800000000001</c:v>
                </c:pt>
                <c:pt idx="7970">
                  <c:v>7.3882300000000001</c:v>
                </c:pt>
                <c:pt idx="7971">
                  <c:v>7.1837799999999996</c:v>
                </c:pt>
                <c:pt idx="7972">
                  <c:v>7.5088100000000004</c:v>
                </c:pt>
                <c:pt idx="7973">
                  <c:v>7.7605000000000004</c:v>
                </c:pt>
                <c:pt idx="7974">
                  <c:v>8.0279100000000003</c:v>
                </c:pt>
                <c:pt idx="7975">
                  <c:v>8.0864200000000004</c:v>
                </c:pt>
                <c:pt idx="7976">
                  <c:v>7.8599500000000004</c:v>
                </c:pt>
                <c:pt idx="7977">
                  <c:v>7.9986499999999996</c:v>
                </c:pt>
                <c:pt idx="7978">
                  <c:v>7.8213800000000004</c:v>
                </c:pt>
                <c:pt idx="7979">
                  <c:v>7.3152699999999999</c:v>
                </c:pt>
                <c:pt idx="7980">
                  <c:v>7.0430200000000003</c:v>
                </c:pt>
                <c:pt idx="7981">
                  <c:v>6.8881199999999998</c:v>
                </c:pt>
                <c:pt idx="7982">
                  <c:v>6.6789199999999997</c:v>
                </c:pt>
                <c:pt idx="7983">
                  <c:v>6.3646500000000001</c:v>
                </c:pt>
                <c:pt idx="7984">
                  <c:v>6.5528599999999999</c:v>
                </c:pt>
                <c:pt idx="7985">
                  <c:v>6.9114199999999997</c:v>
                </c:pt>
                <c:pt idx="7986">
                  <c:v>6.82925</c:v>
                </c:pt>
                <c:pt idx="7987">
                  <c:v>6.7965900000000001</c:v>
                </c:pt>
                <c:pt idx="7988">
                  <c:v>7.0944799999999999</c:v>
                </c:pt>
                <c:pt idx="7989">
                  <c:v>7.4132699999999998</c:v>
                </c:pt>
                <c:pt idx="7990">
                  <c:v>7.4221599999999999</c:v>
                </c:pt>
                <c:pt idx="7991">
                  <c:v>7.4474099999999996</c:v>
                </c:pt>
                <c:pt idx="7992">
                  <c:v>7.3203899999999997</c:v>
                </c:pt>
                <c:pt idx="7993">
                  <c:v>7.1823499999999996</c:v>
                </c:pt>
                <c:pt idx="7994">
                  <c:v>7.2351900000000002</c:v>
                </c:pt>
                <c:pt idx="7995">
                  <c:v>7.6332700000000004</c:v>
                </c:pt>
                <c:pt idx="7996">
                  <c:v>7.9003899999999998</c:v>
                </c:pt>
                <c:pt idx="7997">
                  <c:v>8.0624400000000005</c:v>
                </c:pt>
                <c:pt idx="7998">
                  <c:v>8.0110200000000003</c:v>
                </c:pt>
                <c:pt idx="7999">
                  <c:v>7.6372099999999996</c:v>
                </c:pt>
                <c:pt idx="8000">
                  <c:v>7.37507</c:v>
                </c:pt>
                <c:pt idx="8001">
                  <c:v>7.0234199999999998</c:v>
                </c:pt>
                <c:pt idx="8002">
                  <c:v>6.4520400000000002</c:v>
                </c:pt>
                <c:pt idx="8003">
                  <c:v>6.3789100000000003</c:v>
                </c:pt>
                <c:pt idx="8004">
                  <c:v>6.4044999999999996</c:v>
                </c:pt>
                <c:pt idx="8005">
                  <c:v>6.6605499999999997</c:v>
                </c:pt>
                <c:pt idx="8006">
                  <c:v>7.0675800000000004</c:v>
                </c:pt>
                <c:pt idx="8007">
                  <c:v>7.28165</c:v>
                </c:pt>
                <c:pt idx="8008">
                  <c:v>7.4164700000000003</c:v>
                </c:pt>
                <c:pt idx="8009">
                  <c:v>7.4811100000000001</c:v>
                </c:pt>
                <c:pt idx="8010">
                  <c:v>7.58047</c:v>
                </c:pt>
                <c:pt idx="8011">
                  <c:v>7.6167499999999997</c:v>
                </c:pt>
                <c:pt idx="8012">
                  <c:v>7.7031700000000001</c:v>
                </c:pt>
                <c:pt idx="8013">
                  <c:v>7.7236900000000004</c:v>
                </c:pt>
                <c:pt idx="8014">
                  <c:v>7.7085800000000004</c:v>
                </c:pt>
                <c:pt idx="8015">
                  <c:v>7.5138199999999999</c:v>
                </c:pt>
                <c:pt idx="8016">
                  <c:v>7.3805699999999996</c:v>
                </c:pt>
                <c:pt idx="8017">
                  <c:v>7.5675699999999999</c:v>
                </c:pt>
                <c:pt idx="8018">
                  <c:v>7.3176600000000001</c:v>
                </c:pt>
                <c:pt idx="8019">
                  <c:v>7.0566500000000003</c:v>
                </c:pt>
                <c:pt idx="8020">
                  <c:v>7.2161900000000001</c:v>
                </c:pt>
                <c:pt idx="8021">
                  <c:v>7.2971300000000001</c:v>
                </c:pt>
                <c:pt idx="8022">
                  <c:v>7.2476399999999996</c:v>
                </c:pt>
                <c:pt idx="8023">
                  <c:v>7.2754099999999999</c:v>
                </c:pt>
                <c:pt idx="8024">
                  <c:v>7.1518300000000004</c:v>
                </c:pt>
                <c:pt idx="8025">
                  <c:v>6.9378299999999999</c:v>
                </c:pt>
                <c:pt idx="8026">
                  <c:v>7.2910599999999999</c:v>
                </c:pt>
                <c:pt idx="8027">
                  <c:v>7.5400400000000003</c:v>
                </c:pt>
                <c:pt idx="8028">
                  <c:v>7.3443699999999996</c:v>
                </c:pt>
                <c:pt idx="8029">
                  <c:v>7.0904800000000003</c:v>
                </c:pt>
                <c:pt idx="8030">
                  <c:v>7.2630299999999997</c:v>
                </c:pt>
                <c:pt idx="8031">
                  <c:v>7.6495199999999999</c:v>
                </c:pt>
                <c:pt idx="8032">
                  <c:v>7.5625</c:v>
                </c:pt>
                <c:pt idx="8033">
                  <c:v>7.56562</c:v>
                </c:pt>
                <c:pt idx="8034">
                  <c:v>7.9294200000000004</c:v>
                </c:pt>
                <c:pt idx="8035">
                  <c:v>8.1548400000000001</c:v>
                </c:pt>
                <c:pt idx="8036">
                  <c:v>8.0264100000000003</c:v>
                </c:pt>
                <c:pt idx="8037">
                  <c:v>7.9238600000000003</c:v>
                </c:pt>
                <c:pt idx="8038">
                  <c:v>7.8411499999999998</c:v>
                </c:pt>
                <c:pt idx="8039">
                  <c:v>7.8673999999999999</c:v>
                </c:pt>
                <c:pt idx="8040">
                  <c:v>7.6260500000000002</c:v>
                </c:pt>
                <c:pt idx="8041">
                  <c:v>7.3195100000000002</c:v>
                </c:pt>
                <c:pt idx="8042">
                  <c:v>7.1190499999999997</c:v>
                </c:pt>
                <c:pt idx="8043">
                  <c:v>6.9629899999999996</c:v>
                </c:pt>
                <c:pt idx="8044">
                  <c:v>7.0538699999999999</c:v>
                </c:pt>
                <c:pt idx="8045">
                  <c:v>7.1817599999999997</c:v>
                </c:pt>
                <c:pt idx="8046">
                  <c:v>7.0955399999999997</c:v>
                </c:pt>
                <c:pt idx="8047">
                  <c:v>7.1496000000000004</c:v>
                </c:pt>
                <c:pt idx="8048">
                  <c:v>7.1584099999999999</c:v>
                </c:pt>
                <c:pt idx="8049">
                  <c:v>7.1426699999999999</c:v>
                </c:pt>
                <c:pt idx="8050">
                  <c:v>7.0333500000000004</c:v>
                </c:pt>
                <c:pt idx="8051">
                  <c:v>7.1579499999999996</c:v>
                </c:pt>
                <c:pt idx="8052">
                  <c:v>7.3063399999999996</c:v>
                </c:pt>
                <c:pt idx="8053">
                  <c:v>7.3922299999999996</c:v>
                </c:pt>
                <c:pt idx="8054">
                  <c:v>7.3467500000000001</c:v>
                </c:pt>
                <c:pt idx="8055">
                  <c:v>7.0594599999999996</c:v>
                </c:pt>
                <c:pt idx="8056">
                  <c:v>6.7161600000000004</c:v>
                </c:pt>
                <c:pt idx="8057">
                  <c:v>6.8358800000000004</c:v>
                </c:pt>
                <c:pt idx="8058">
                  <c:v>7.1410999999999998</c:v>
                </c:pt>
                <c:pt idx="8059">
                  <c:v>7.3793199999999999</c:v>
                </c:pt>
                <c:pt idx="8060">
                  <c:v>7.5005600000000001</c:v>
                </c:pt>
                <c:pt idx="8061">
                  <c:v>7.5990799999999998</c:v>
                </c:pt>
                <c:pt idx="8062">
                  <c:v>7.6119199999999996</c:v>
                </c:pt>
                <c:pt idx="8063">
                  <c:v>7.57599</c:v>
                </c:pt>
                <c:pt idx="8064">
                  <c:v>7.3696400000000004</c:v>
                </c:pt>
                <c:pt idx="8065">
                  <c:v>7.1099300000000003</c:v>
                </c:pt>
                <c:pt idx="8066">
                  <c:v>7.5572299999999997</c:v>
                </c:pt>
                <c:pt idx="8067">
                  <c:v>8.2053600000000007</c:v>
                </c:pt>
                <c:pt idx="8068">
                  <c:v>8.2543699999999998</c:v>
                </c:pt>
                <c:pt idx="8069">
                  <c:v>7.7723000000000004</c:v>
                </c:pt>
                <c:pt idx="8070">
                  <c:v>7.3369900000000001</c:v>
                </c:pt>
                <c:pt idx="8071">
                  <c:v>7.2123600000000003</c:v>
                </c:pt>
                <c:pt idx="8072">
                  <c:v>7.31806</c:v>
                </c:pt>
                <c:pt idx="8073">
                  <c:v>7.4171699999999996</c:v>
                </c:pt>
                <c:pt idx="8074">
                  <c:v>7.5010199999999996</c:v>
                </c:pt>
                <c:pt idx="8075">
                  <c:v>7.6642999999999999</c:v>
                </c:pt>
                <c:pt idx="8076">
                  <c:v>7.4794099999999997</c:v>
                </c:pt>
                <c:pt idx="8077">
                  <c:v>7.0812900000000001</c:v>
                </c:pt>
                <c:pt idx="8078">
                  <c:v>7.0158100000000001</c:v>
                </c:pt>
                <c:pt idx="8079">
                  <c:v>7.1595500000000003</c:v>
                </c:pt>
                <c:pt idx="8080">
                  <c:v>7.6583500000000004</c:v>
                </c:pt>
                <c:pt idx="8081">
                  <c:v>7.87012</c:v>
                </c:pt>
                <c:pt idx="8082">
                  <c:v>7.8636900000000001</c:v>
                </c:pt>
                <c:pt idx="8083">
                  <c:v>7.8387599999999997</c:v>
                </c:pt>
                <c:pt idx="8084">
                  <c:v>7.6079499999999998</c:v>
                </c:pt>
                <c:pt idx="8085">
                  <c:v>7.5336699999999999</c:v>
                </c:pt>
                <c:pt idx="8086">
                  <c:v>7.3771699999999996</c:v>
                </c:pt>
                <c:pt idx="8087">
                  <c:v>6.8645300000000002</c:v>
                </c:pt>
                <c:pt idx="8088">
                  <c:v>6.5693400000000004</c:v>
                </c:pt>
                <c:pt idx="8089">
                  <c:v>6.6808100000000001</c:v>
                </c:pt>
                <c:pt idx="8090">
                  <c:v>6.9842000000000004</c:v>
                </c:pt>
                <c:pt idx="8091">
                  <c:v>7.41073</c:v>
                </c:pt>
                <c:pt idx="8092">
                  <c:v>7.3073499999999996</c:v>
                </c:pt>
                <c:pt idx="8093">
                  <c:v>6.77339</c:v>
                </c:pt>
                <c:pt idx="8094">
                  <c:v>6.3675499999999996</c:v>
                </c:pt>
                <c:pt idx="8095">
                  <c:v>6.5058699999999998</c:v>
                </c:pt>
                <c:pt idx="8096">
                  <c:v>6.7940899999999997</c:v>
                </c:pt>
                <c:pt idx="8097">
                  <c:v>7.0035299999999996</c:v>
                </c:pt>
                <c:pt idx="8098">
                  <c:v>7.4550299999999998</c:v>
                </c:pt>
                <c:pt idx="8099">
                  <c:v>7.90402</c:v>
                </c:pt>
                <c:pt idx="8100">
                  <c:v>7.7570600000000001</c:v>
                </c:pt>
                <c:pt idx="8101">
                  <c:v>7.3149800000000003</c:v>
                </c:pt>
                <c:pt idx="8102">
                  <c:v>7.1076300000000003</c:v>
                </c:pt>
                <c:pt idx="8103">
                  <c:v>6.9625500000000002</c:v>
                </c:pt>
                <c:pt idx="8104">
                  <c:v>6.7469200000000003</c:v>
                </c:pt>
                <c:pt idx="8105">
                  <c:v>6.8888100000000003</c:v>
                </c:pt>
                <c:pt idx="8106">
                  <c:v>7.16214</c:v>
                </c:pt>
                <c:pt idx="8107">
                  <c:v>7.3416600000000001</c:v>
                </c:pt>
                <c:pt idx="8108">
                  <c:v>7.3161800000000001</c:v>
                </c:pt>
                <c:pt idx="8109">
                  <c:v>7.2733299999999996</c:v>
                </c:pt>
                <c:pt idx="8110">
                  <c:v>7.4429699999999999</c:v>
                </c:pt>
                <c:pt idx="8111">
                  <c:v>7.3565800000000001</c:v>
                </c:pt>
                <c:pt idx="8112">
                  <c:v>7.2197300000000002</c:v>
                </c:pt>
                <c:pt idx="8113">
                  <c:v>6.9482999999999997</c:v>
                </c:pt>
                <c:pt idx="8114">
                  <c:v>7.1968300000000003</c:v>
                </c:pt>
                <c:pt idx="8115">
                  <c:v>7.7422599999999999</c:v>
                </c:pt>
                <c:pt idx="8116">
                  <c:v>8.1937499999999996</c:v>
                </c:pt>
                <c:pt idx="8117">
                  <c:v>8.6698900000000005</c:v>
                </c:pt>
                <c:pt idx="8118">
                  <c:v>8.7437000000000005</c:v>
                </c:pt>
                <c:pt idx="8119">
                  <c:v>8.3170500000000001</c:v>
                </c:pt>
                <c:pt idx="8120">
                  <c:v>7.3865499999999997</c:v>
                </c:pt>
                <c:pt idx="8121">
                  <c:v>6.8959900000000003</c:v>
                </c:pt>
                <c:pt idx="8122">
                  <c:v>6.7853500000000002</c:v>
                </c:pt>
                <c:pt idx="8123">
                  <c:v>6.8870899999999997</c:v>
                </c:pt>
                <c:pt idx="8124">
                  <c:v>7.1952800000000003</c:v>
                </c:pt>
                <c:pt idx="8125">
                  <c:v>7.4606899999999996</c:v>
                </c:pt>
                <c:pt idx="8126">
                  <c:v>7.5667600000000004</c:v>
                </c:pt>
                <c:pt idx="8127">
                  <c:v>7.4603900000000003</c:v>
                </c:pt>
                <c:pt idx="8128">
                  <c:v>6.9547499999999998</c:v>
                </c:pt>
                <c:pt idx="8129">
                  <c:v>6.7141299999999999</c:v>
                </c:pt>
                <c:pt idx="8130">
                  <c:v>6.9573099999999997</c:v>
                </c:pt>
                <c:pt idx="8131">
                  <c:v>7.2642800000000003</c:v>
                </c:pt>
                <c:pt idx="8132">
                  <c:v>7.9426699999999997</c:v>
                </c:pt>
                <c:pt idx="8133">
                  <c:v>8.1873299999999993</c:v>
                </c:pt>
                <c:pt idx="8134">
                  <c:v>7.9913299999999996</c:v>
                </c:pt>
                <c:pt idx="8135">
                  <c:v>7.6068800000000003</c:v>
                </c:pt>
                <c:pt idx="8136">
                  <c:v>7.3751300000000004</c:v>
                </c:pt>
                <c:pt idx="8137">
                  <c:v>7.2376699999999996</c:v>
                </c:pt>
                <c:pt idx="8138">
                  <c:v>7.2222400000000002</c:v>
                </c:pt>
                <c:pt idx="8139">
                  <c:v>6.9024999999999999</c:v>
                </c:pt>
                <c:pt idx="8140">
                  <c:v>6.6251199999999999</c:v>
                </c:pt>
                <c:pt idx="8141">
                  <c:v>6.5528899999999997</c:v>
                </c:pt>
                <c:pt idx="8142">
                  <c:v>6.6452400000000003</c:v>
                </c:pt>
                <c:pt idx="8143">
                  <c:v>6.6012899999999997</c:v>
                </c:pt>
                <c:pt idx="8144">
                  <c:v>6.8998699999999999</c:v>
                </c:pt>
                <c:pt idx="8145">
                  <c:v>6.8414700000000002</c:v>
                </c:pt>
                <c:pt idx="8146">
                  <c:v>6.5174799999999999</c:v>
                </c:pt>
                <c:pt idx="8147">
                  <c:v>6.6811999999999996</c:v>
                </c:pt>
                <c:pt idx="8148">
                  <c:v>6.7830000000000004</c:v>
                </c:pt>
                <c:pt idx="8149">
                  <c:v>6.7957799999999997</c:v>
                </c:pt>
                <c:pt idx="8150">
                  <c:v>6.7055699999999998</c:v>
                </c:pt>
                <c:pt idx="8151">
                  <c:v>6.3871599999999997</c:v>
                </c:pt>
                <c:pt idx="8152">
                  <c:v>6.1368400000000003</c:v>
                </c:pt>
                <c:pt idx="8153">
                  <c:v>6.22349</c:v>
                </c:pt>
                <c:pt idx="8154">
                  <c:v>6.4261600000000003</c:v>
                </c:pt>
                <c:pt idx="8155">
                  <c:v>6.7304500000000003</c:v>
                </c:pt>
                <c:pt idx="8156">
                  <c:v>6.9849500000000004</c:v>
                </c:pt>
                <c:pt idx="8157">
                  <c:v>7.1554900000000004</c:v>
                </c:pt>
                <c:pt idx="8158">
                  <c:v>7.3280399999999997</c:v>
                </c:pt>
                <c:pt idx="8159">
                  <c:v>7.0434599999999996</c:v>
                </c:pt>
                <c:pt idx="8160">
                  <c:v>6.5406000000000004</c:v>
                </c:pt>
                <c:pt idx="8161">
                  <c:v>6.3270799999999996</c:v>
                </c:pt>
                <c:pt idx="8162">
                  <c:v>6.7417499999999997</c:v>
                </c:pt>
                <c:pt idx="8163">
                  <c:v>7.1679000000000004</c:v>
                </c:pt>
                <c:pt idx="8164">
                  <c:v>6.9341900000000001</c:v>
                </c:pt>
                <c:pt idx="8165">
                  <c:v>6.9802299999999997</c:v>
                </c:pt>
                <c:pt idx="8166">
                  <c:v>7.2415399999999996</c:v>
                </c:pt>
                <c:pt idx="8167">
                  <c:v>7.32646</c:v>
                </c:pt>
                <c:pt idx="8168">
                  <c:v>7.2978300000000003</c:v>
                </c:pt>
                <c:pt idx="8169">
                  <c:v>6.9653099999999997</c:v>
                </c:pt>
                <c:pt idx="8170">
                  <c:v>6.4804599999999999</c:v>
                </c:pt>
                <c:pt idx="8171">
                  <c:v>6.3167099999999996</c:v>
                </c:pt>
                <c:pt idx="8172">
                  <c:v>6.4764200000000001</c:v>
                </c:pt>
                <c:pt idx="8173">
                  <c:v>6.6179100000000002</c:v>
                </c:pt>
                <c:pt idx="8174">
                  <c:v>6.7246800000000002</c:v>
                </c:pt>
                <c:pt idx="8175">
                  <c:v>7.2213200000000004</c:v>
                </c:pt>
                <c:pt idx="8176">
                  <c:v>7.7051499999999997</c:v>
                </c:pt>
                <c:pt idx="8177">
                  <c:v>7.8918200000000001</c:v>
                </c:pt>
                <c:pt idx="8178">
                  <c:v>7.9538900000000003</c:v>
                </c:pt>
                <c:pt idx="8179">
                  <c:v>7.71157</c:v>
                </c:pt>
                <c:pt idx="8180">
                  <c:v>7.2816799999999997</c:v>
                </c:pt>
                <c:pt idx="8181">
                  <c:v>6.9183599999999998</c:v>
                </c:pt>
                <c:pt idx="8182">
                  <c:v>7.0167599999999997</c:v>
                </c:pt>
                <c:pt idx="8183">
                  <c:v>7.2854400000000004</c:v>
                </c:pt>
                <c:pt idx="8184">
                  <c:v>7.4853699999999996</c:v>
                </c:pt>
                <c:pt idx="8185">
                  <c:v>7.6255499999999996</c:v>
                </c:pt>
                <c:pt idx="8186">
                  <c:v>7.4321999999999999</c:v>
                </c:pt>
                <c:pt idx="8187">
                  <c:v>7.1276700000000002</c:v>
                </c:pt>
                <c:pt idx="8188">
                  <c:v>6.9554</c:v>
                </c:pt>
                <c:pt idx="8189">
                  <c:v>6.7972700000000001</c:v>
                </c:pt>
                <c:pt idx="8190">
                  <c:v>6.9011300000000002</c:v>
                </c:pt>
                <c:pt idx="8191">
                  <c:v>6.9157299999999999</c:v>
                </c:pt>
                <c:pt idx="8192">
                  <c:v>6.8433400000000004</c:v>
                </c:pt>
                <c:pt idx="8193">
                  <c:v>6.9022100000000002</c:v>
                </c:pt>
                <c:pt idx="8194">
                  <c:v>7.3081500000000004</c:v>
                </c:pt>
                <c:pt idx="8195">
                  <c:v>7.4122199999999996</c:v>
                </c:pt>
                <c:pt idx="8196">
                  <c:v>7.1064999999999996</c:v>
                </c:pt>
                <c:pt idx="8197">
                  <c:v>6.6974299999999998</c:v>
                </c:pt>
                <c:pt idx="8198">
                  <c:v>6.6981200000000003</c:v>
                </c:pt>
                <c:pt idx="8199">
                  <c:v>6.9453500000000004</c:v>
                </c:pt>
                <c:pt idx="8200">
                  <c:v>7.0848000000000004</c:v>
                </c:pt>
                <c:pt idx="8201">
                  <c:v>7.3214100000000002</c:v>
                </c:pt>
                <c:pt idx="8202">
                  <c:v>7.6776999999999997</c:v>
                </c:pt>
                <c:pt idx="8203">
                  <c:v>7.3964100000000004</c:v>
                </c:pt>
                <c:pt idx="8204">
                  <c:v>7.1429799999999997</c:v>
                </c:pt>
                <c:pt idx="8205">
                  <c:v>7.3289900000000001</c:v>
                </c:pt>
                <c:pt idx="8206">
                  <c:v>7.3719599999999996</c:v>
                </c:pt>
                <c:pt idx="8207">
                  <c:v>7.3540099999999997</c:v>
                </c:pt>
                <c:pt idx="8208">
                  <c:v>7.0836800000000002</c:v>
                </c:pt>
                <c:pt idx="8209">
                  <c:v>6.6693800000000003</c:v>
                </c:pt>
                <c:pt idx="8210">
                  <c:v>6.5544399999999996</c:v>
                </c:pt>
                <c:pt idx="8211">
                  <c:v>6.8309300000000004</c:v>
                </c:pt>
                <c:pt idx="8212">
                  <c:v>7.2647500000000003</c:v>
                </c:pt>
                <c:pt idx="8213">
                  <c:v>7.5732400000000002</c:v>
                </c:pt>
                <c:pt idx="8214">
                  <c:v>7.4358300000000002</c:v>
                </c:pt>
                <c:pt idx="8215">
                  <c:v>7.1452600000000004</c:v>
                </c:pt>
                <c:pt idx="8216">
                  <c:v>7.2038900000000003</c:v>
                </c:pt>
                <c:pt idx="8217">
                  <c:v>7.05654</c:v>
                </c:pt>
                <c:pt idx="8218">
                  <c:v>6.9016900000000003</c:v>
                </c:pt>
                <c:pt idx="8219">
                  <c:v>7.1992700000000003</c:v>
                </c:pt>
                <c:pt idx="8220">
                  <c:v>7.26112</c:v>
                </c:pt>
                <c:pt idx="8221">
                  <c:v>6.9809200000000002</c:v>
                </c:pt>
                <c:pt idx="8222">
                  <c:v>6.6937199999999999</c:v>
                </c:pt>
                <c:pt idx="8223">
                  <c:v>6.7292899999999998</c:v>
                </c:pt>
                <c:pt idx="8224">
                  <c:v>7.0218100000000003</c:v>
                </c:pt>
                <c:pt idx="8225">
                  <c:v>7.3201999999999998</c:v>
                </c:pt>
                <c:pt idx="8226">
                  <c:v>7.4954700000000001</c:v>
                </c:pt>
                <c:pt idx="8227">
                  <c:v>7.4524800000000004</c:v>
                </c:pt>
                <c:pt idx="8228">
                  <c:v>7.1097099999999998</c:v>
                </c:pt>
                <c:pt idx="8229">
                  <c:v>6.8637100000000002</c:v>
                </c:pt>
                <c:pt idx="8230">
                  <c:v>6.45939</c:v>
                </c:pt>
                <c:pt idx="8231">
                  <c:v>6.29312</c:v>
                </c:pt>
                <c:pt idx="8232">
                  <c:v>6.4352600000000004</c:v>
                </c:pt>
                <c:pt idx="8233">
                  <c:v>6.3861800000000004</c:v>
                </c:pt>
                <c:pt idx="8234">
                  <c:v>6.1348900000000004</c:v>
                </c:pt>
                <c:pt idx="8235">
                  <c:v>6.3877800000000002</c:v>
                </c:pt>
                <c:pt idx="8236">
                  <c:v>6.9474400000000003</c:v>
                </c:pt>
                <c:pt idx="8237">
                  <c:v>7.1081000000000003</c:v>
                </c:pt>
                <c:pt idx="8238">
                  <c:v>7.0575400000000004</c:v>
                </c:pt>
                <c:pt idx="8239">
                  <c:v>6.9820000000000002</c:v>
                </c:pt>
                <c:pt idx="8240">
                  <c:v>7.1301199999999998</c:v>
                </c:pt>
                <c:pt idx="8241">
                  <c:v>7.3834900000000001</c:v>
                </c:pt>
                <c:pt idx="8242">
                  <c:v>7.5501100000000001</c:v>
                </c:pt>
                <c:pt idx="8243">
                  <c:v>7.6300999999999997</c:v>
                </c:pt>
                <c:pt idx="8244">
                  <c:v>7.5209200000000003</c:v>
                </c:pt>
                <c:pt idx="8245">
                  <c:v>7.6247999999999996</c:v>
                </c:pt>
                <c:pt idx="8246">
                  <c:v>7.7066699999999999</c:v>
                </c:pt>
                <c:pt idx="8247">
                  <c:v>7.3493599999999999</c:v>
                </c:pt>
                <c:pt idx="8248">
                  <c:v>7.1210000000000004</c:v>
                </c:pt>
                <c:pt idx="8249">
                  <c:v>7.55898</c:v>
                </c:pt>
                <c:pt idx="8250">
                  <c:v>7.68527</c:v>
                </c:pt>
                <c:pt idx="8251">
                  <c:v>7.3381299999999996</c:v>
                </c:pt>
                <c:pt idx="8252">
                  <c:v>6.8744199999999998</c:v>
                </c:pt>
                <c:pt idx="8253">
                  <c:v>6.6971600000000002</c:v>
                </c:pt>
                <c:pt idx="8254">
                  <c:v>6.7635100000000001</c:v>
                </c:pt>
                <c:pt idx="8255">
                  <c:v>7.0356800000000002</c:v>
                </c:pt>
                <c:pt idx="8256">
                  <c:v>6.8420399999999999</c:v>
                </c:pt>
                <c:pt idx="8257">
                  <c:v>6.7968999999999999</c:v>
                </c:pt>
                <c:pt idx="8258">
                  <c:v>6.72865</c:v>
                </c:pt>
                <c:pt idx="8259">
                  <c:v>6.3770199999999999</c:v>
                </c:pt>
                <c:pt idx="8260">
                  <c:v>6.2853399999999997</c:v>
                </c:pt>
                <c:pt idx="8261">
                  <c:v>6.7863600000000002</c:v>
                </c:pt>
                <c:pt idx="8262">
                  <c:v>7.2161799999999996</c:v>
                </c:pt>
                <c:pt idx="8263">
                  <c:v>7.2822100000000001</c:v>
                </c:pt>
                <c:pt idx="8264">
                  <c:v>7.5235500000000002</c:v>
                </c:pt>
                <c:pt idx="8265">
                  <c:v>7.6348599999999998</c:v>
                </c:pt>
                <c:pt idx="8266">
                  <c:v>7.4878900000000002</c:v>
                </c:pt>
                <c:pt idx="8267">
                  <c:v>7.3368700000000002</c:v>
                </c:pt>
                <c:pt idx="8268">
                  <c:v>7.4531400000000003</c:v>
                </c:pt>
                <c:pt idx="8269">
                  <c:v>7.4863099999999996</c:v>
                </c:pt>
                <c:pt idx="8270">
                  <c:v>7.15097</c:v>
                </c:pt>
                <c:pt idx="8271">
                  <c:v>6.5601799999999999</c:v>
                </c:pt>
                <c:pt idx="8272">
                  <c:v>6.2248599999999996</c:v>
                </c:pt>
                <c:pt idx="8273">
                  <c:v>6.3578799999999998</c:v>
                </c:pt>
                <c:pt idx="8274">
                  <c:v>6.6599000000000004</c:v>
                </c:pt>
                <c:pt idx="8275">
                  <c:v>6.8112199999999996</c:v>
                </c:pt>
                <c:pt idx="8276">
                  <c:v>6.9229900000000004</c:v>
                </c:pt>
                <c:pt idx="8277">
                  <c:v>6.9657799999999996</c:v>
                </c:pt>
                <c:pt idx="8278">
                  <c:v>6.7843200000000001</c:v>
                </c:pt>
                <c:pt idx="8279">
                  <c:v>6.8571900000000001</c:v>
                </c:pt>
                <c:pt idx="8280">
                  <c:v>7.2986399999999998</c:v>
                </c:pt>
                <c:pt idx="8281">
                  <c:v>7.1087999999999996</c:v>
                </c:pt>
                <c:pt idx="8282">
                  <c:v>6.7150499999999997</c:v>
                </c:pt>
                <c:pt idx="8283">
                  <c:v>6.9513600000000002</c:v>
                </c:pt>
                <c:pt idx="8284">
                  <c:v>6.8158300000000001</c:v>
                </c:pt>
                <c:pt idx="8285">
                  <c:v>6.47614</c:v>
                </c:pt>
                <c:pt idx="8286">
                  <c:v>6.57585</c:v>
                </c:pt>
                <c:pt idx="8287">
                  <c:v>6.5324900000000001</c:v>
                </c:pt>
                <c:pt idx="8288">
                  <c:v>6.3489599999999999</c:v>
                </c:pt>
                <c:pt idx="8289">
                  <c:v>6.4137700000000004</c:v>
                </c:pt>
                <c:pt idx="8290">
                  <c:v>6.3347100000000003</c:v>
                </c:pt>
                <c:pt idx="8291">
                  <c:v>6.41648</c:v>
                </c:pt>
                <c:pt idx="8292">
                  <c:v>6.68194</c:v>
                </c:pt>
                <c:pt idx="8293">
                  <c:v>6.7409100000000004</c:v>
                </c:pt>
                <c:pt idx="8294">
                  <c:v>7.0542400000000001</c:v>
                </c:pt>
                <c:pt idx="8295">
                  <c:v>7.1878299999999999</c:v>
                </c:pt>
                <c:pt idx="8296">
                  <c:v>7.0129000000000001</c:v>
                </c:pt>
                <c:pt idx="8297">
                  <c:v>7.2307499999999996</c:v>
                </c:pt>
                <c:pt idx="8298">
                  <c:v>7.1846899999999998</c:v>
                </c:pt>
                <c:pt idx="8299">
                  <c:v>6.7244400000000004</c:v>
                </c:pt>
                <c:pt idx="8300">
                  <c:v>6.4837600000000002</c:v>
                </c:pt>
                <c:pt idx="8301">
                  <c:v>6.4851299999999998</c:v>
                </c:pt>
                <c:pt idx="8302">
                  <c:v>6.7010500000000004</c:v>
                </c:pt>
                <c:pt idx="8303">
                  <c:v>7.04657</c:v>
                </c:pt>
                <c:pt idx="8304">
                  <c:v>7.4371099999999997</c:v>
                </c:pt>
                <c:pt idx="8305">
                  <c:v>7.4486499999999998</c:v>
                </c:pt>
                <c:pt idx="8306">
                  <c:v>7.1327699999999998</c:v>
                </c:pt>
                <c:pt idx="8307">
                  <c:v>6.8055599999999998</c:v>
                </c:pt>
                <c:pt idx="8308">
                  <c:v>6.7379300000000004</c:v>
                </c:pt>
                <c:pt idx="8309">
                  <c:v>6.6174200000000001</c:v>
                </c:pt>
                <c:pt idx="8310">
                  <c:v>6.5222100000000003</c:v>
                </c:pt>
                <c:pt idx="8311">
                  <c:v>6.9147600000000002</c:v>
                </c:pt>
                <c:pt idx="8312">
                  <c:v>7.1766399999999999</c:v>
                </c:pt>
                <c:pt idx="8313">
                  <c:v>7.0777999999999999</c:v>
                </c:pt>
                <c:pt idx="8314">
                  <c:v>7.0706600000000002</c:v>
                </c:pt>
                <c:pt idx="8315">
                  <c:v>7.0989699999999996</c:v>
                </c:pt>
                <c:pt idx="8316">
                  <c:v>7.2092799999999997</c:v>
                </c:pt>
                <c:pt idx="8317">
                  <c:v>7.39459</c:v>
                </c:pt>
                <c:pt idx="8318">
                  <c:v>7.2426899999999996</c:v>
                </c:pt>
                <c:pt idx="8319">
                  <c:v>6.9631100000000004</c:v>
                </c:pt>
                <c:pt idx="8320">
                  <c:v>7.0602200000000002</c:v>
                </c:pt>
                <c:pt idx="8321">
                  <c:v>7.1405200000000004</c:v>
                </c:pt>
                <c:pt idx="8322">
                  <c:v>6.8555099999999998</c:v>
                </c:pt>
                <c:pt idx="8323">
                  <c:v>6.6854899999999997</c:v>
                </c:pt>
                <c:pt idx="8324">
                  <c:v>6.9065599999999998</c:v>
                </c:pt>
                <c:pt idx="8325">
                  <c:v>7.2247000000000003</c:v>
                </c:pt>
                <c:pt idx="8326">
                  <c:v>7.3144400000000003</c:v>
                </c:pt>
                <c:pt idx="8327">
                  <c:v>7.5539699999999996</c:v>
                </c:pt>
                <c:pt idx="8328">
                  <c:v>7.3197400000000004</c:v>
                </c:pt>
                <c:pt idx="8329">
                  <c:v>6.9833800000000004</c:v>
                </c:pt>
                <c:pt idx="8330">
                  <c:v>6.9592599999999996</c:v>
                </c:pt>
                <c:pt idx="8331">
                  <c:v>6.9099700000000004</c:v>
                </c:pt>
                <c:pt idx="8332">
                  <c:v>6.8653700000000004</c:v>
                </c:pt>
                <c:pt idx="8333">
                  <c:v>6.5034099999999997</c:v>
                </c:pt>
                <c:pt idx="8334">
                  <c:v>6.2773500000000002</c:v>
                </c:pt>
                <c:pt idx="8335">
                  <c:v>6.4529800000000002</c:v>
                </c:pt>
                <c:pt idx="8336">
                  <c:v>6.9465399999999997</c:v>
                </c:pt>
                <c:pt idx="8337">
                  <c:v>7.1196799999999998</c:v>
                </c:pt>
                <c:pt idx="8338">
                  <c:v>7.0864399999999996</c:v>
                </c:pt>
                <c:pt idx="8339">
                  <c:v>7.1500399999999997</c:v>
                </c:pt>
                <c:pt idx="8340">
                  <c:v>7.1918499999999996</c:v>
                </c:pt>
                <c:pt idx="8341">
                  <c:v>7.2666500000000003</c:v>
                </c:pt>
                <c:pt idx="8342">
                  <c:v>7.2663500000000001</c:v>
                </c:pt>
                <c:pt idx="8343">
                  <c:v>7.0855899999999998</c:v>
                </c:pt>
                <c:pt idx="8344">
                  <c:v>6.7356600000000002</c:v>
                </c:pt>
                <c:pt idx="8345">
                  <c:v>6.5179600000000004</c:v>
                </c:pt>
                <c:pt idx="8346">
                  <c:v>6.4846199999999996</c:v>
                </c:pt>
                <c:pt idx="8347">
                  <c:v>6.8027699999999998</c:v>
                </c:pt>
                <c:pt idx="8348">
                  <c:v>6.7606299999999999</c:v>
                </c:pt>
                <c:pt idx="8349">
                  <c:v>6.8799700000000001</c:v>
                </c:pt>
                <c:pt idx="8350">
                  <c:v>6.9640399999999998</c:v>
                </c:pt>
                <c:pt idx="8351">
                  <c:v>7.0344899999999999</c:v>
                </c:pt>
                <c:pt idx="8352">
                  <c:v>7.0845599999999997</c:v>
                </c:pt>
                <c:pt idx="8353">
                  <c:v>6.79739</c:v>
                </c:pt>
                <c:pt idx="8354">
                  <c:v>6.56013</c:v>
                </c:pt>
                <c:pt idx="8355">
                  <c:v>6.4709899999999996</c:v>
                </c:pt>
                <c:pt idx="8356">
                  <c:v>6.4570499999999997</c:v>
                </c:pt>
                <c:pt idx="8357">
                  <c:v>6.5937599999999996</c:v>
                </c:pt>
                <c:pt idx="8358">
                  <c:v>6.7478300000000004</c:v>
                </c:pt>
                <c:pt idx="8359">
                  <c:v>6.5608899999999997</c:v>
                </c:pt>
                <c:pt idx="8360">
                  <c:v>6.3517400000000004</c:v>
                </c:pt>
                <c:pt idx="8361">
                  <c:v>6.6924299999999999</c:v>
                </c:pt>
                <c:pt idx="8362">
                  <c:v>6.6538300000000001</c:v>
                </c:pt>
                <c:pt idx="8363">
                  <c:v>6.6378300000000001</c:v>
                </c:pt>
                <c:pt idx="8364">
                  <c:v>7.08596</c:v>
                </c:pt>
                <c:pt idx="8365">
                  <c:v>7.1095100000000002</c:v>
                </c:pt>
                <c:pt idx="8366">
                  <c:v>6.5986099999999999</c:v>
                </c:pt>
                <c:pt idx="8367">
                  <c:v>6.0608899999999997</c:v>
                </c:pt>
                <c:pt idx="8368">
                  <c:v>6.0078100000000001</c:v>
                </c:pt>
                <c:pt idx="8369">
                  <c:v>6.0590000000000002</c:v>
                </c:pt>
                <c:pt idx="8370">
                  <c:v>6.1990999999999996</c:v>
                </c:pt>
                <c:pt idx="8371">
                  <c:v>6.7345300000000003</c:v>
                </c:pt>
                <c:pt idx="8372">
                  <c:v>7.0643099999999999</c:v>
                </c:pt>
                <c:pt idx="8373">
                  <c:v>6.9531999999999998</c:v>
                </c:pt>
                <c:pt idx="8374">
                  <c:v>6.8964100000000004</c:v>
                </c:pt>
                <c:pt idx="8375">
                  <c:v>6.8313199999999998</c:v>
                </c:pt>
                <c:pt idx="8376">
                  <c:v>6.6764900000000003</c:v>
                </c:pt>
                <c:pt idx="8377">
                  <c:v>6.8262</c:v>
                </c:pt>
                <c:pt idx="8378">
                  <c:v>7.2240500000000001</c:v>
                </c:pt>
                <c:pt idx="8379">
                  <c:v>7.5818399999999997</c:v>
                </c:pt>
                <c:pt idx="8380">
                  <c:v>7.70566</c:v>
                </c:pt>
                <c:pt idx="8381">
                  <c:v>7.6637700000000004</c:v>
                </c:pt>
                <c:pt idx="8382">
                  <c:v>7.6588599999999998</c:v>
                </c:pt>
                <c:pt idx="8383">
                  <c:v>7.6838199999999999</c:v>
                </c:pt>
                <c:pt idx="8384">
                  <c:v>7.5365500000000001</c:v>
                </c:pt>
                <c:pt idx="8385">
                  <c:v>7.4072300000000002</c:v>
                </c:pt>
                <c:pt idx="8386">
                  <c:v>7.2557700000000001</c:v>
                </c:pt>
                <c:pt idx="8387">
                  <c:v>7.0992199999999999</c:v>
                </c:pt>
                <c:pt idx="8388">
                  <c:v>6.7931400000000002</c:v>
                </c:pt>
                <c:pt idx="8389">
                  <c:v>6.62622</c:v>
                </c:pt>
                <c:pt idx="8390">
                  <c:v>6.75413</c:v>
                </c:pt>
                <c:pt idx="8391">
                  <c:v>7.1144699999999998</c:v>
                </c:pt>
                <c:pt idx="8392">
                  <c:v>7.4086499999999997</c:v>
                </c:pt>
                <c:pt idx="8393">
                  <c:v>7.2778200000000002</c:v>
                </c:pt>
                <c:pt idx="8394">
                  <c:v>7.0476000000000001</c:v>
                </c:pt>
                <c:pt idx="8395">
                  <c:v>7.1002599999999996</c:v>
                </c:pt>
                <c:pt idx="8396">
                  <c:v>7.1635200000000001</c:v>
                </c:pt>
                <c:pt idx="8397">
                  <c:v>6.8856200000000003</c:v>
                </c:pt>
                <c:pt idx="8398">
                  <c:v>6.7701799999999999</c:v>
                </c:pt>
                <c:pt idx="8399">
                  <c:v>6.8151599999999997</c:v>
                </c:pt>
                <c:pt idx="8400">
                  <c:v>7.1760799999999998</c:v>
                </c:pt>
                <c:pt idx="8401">
                  <c:v>7.5396400000000003</c:v>
                </c:pt>
                <c:pt idx="8402">
                  <c:v>7.5191499999999998</c:v>
                </c:pt>
                <c:pt idx="8403">
                  <c:v>7.3983299999999996</c:v>
                </c:pt>
                <c:pt idx="8404">
                  <c:v>7.1430300000000004</c:v>
                </c:pt>
                <c:pt idx="8405">
                  <c:v>7.1139799999999997</c:v>
                </c:pt>
                <c:pt idx="8406">
                  <c:v>7.43126</c:v>
                </c:pt>
                <c:pt idx="8407">
                  <c:v>7.5923800000000004</c:v>
                </c:pt>
                <c:pt idx="8408">
                  <c:v>7.3658799999999998</c:v>
                </c:pt>
                <c:pt idx="8409">
                  <c:v>7.0852300000000001</c:v>
                </c:pt>
                <c:pt idx="8410">
                  <c:v>6.8613900000000001</c:v>
                </c:pt>
                <c:pt idx="8411">
                  <c:v>6.9663199999999996</c:v>
                </c:pt>
                <c:pt idx="8412">
                  <c:v>6.9461700000000004</c:v>
                </c:pt>
                <c:pt idx="8413">
                  <c:v>6.9083199999999998</c:v>
                </c:pt>
                <c:pt idx="8414">
                  <c:v>7.2040899999999999</c:v>
                </c:pt>
                <c:pt idx="8415">
                  <c:v>7.2781399999999996</c:v>
                </c:pt>
                <c:pt idx="8416">
                  <c:v>7.1774699999999996</c:v>
                </c:pt>
                <c:pt idx="8417">
                  <c:v>6.9141500000000002</c:v>
                </c:pt>
                <c:pt idx="8418">
                  <c:v>6.9019199999999996</c:v>
                </c:pt>
                <c:pt idx="8419">
                  <c:v>7.0065400000000002</c:v>
                </c:pt>
                <c:pt idx="8420">
                  <c:v>7.2626499999999998</c:v>
                </c:pt>
                <c:pt idx="8421">
                  <c:v>7.2522000000000002</c:v>
                </c:pt>
                <c:pt idx="8422">
                  <c:v>7.1584300000000001</c:v>
                </c:pt>
                <c:pt idx="8423">
                  <c:v>6.9152300000000002</c:v>
                </c:pt>
                <c:pt idx="8424">
                  <c:v>6.5212300000000001</c:v>
                </c:pt>
                <c:pt idx="8425">
                  <c:v>6.2350899999999996</c:v>
                </c:pt>
                <c:pt idx="8426">
                  <c:v>6.03681</c:v>
                </c:pt>
                <c:pt idx="8427">
                  <c:v>5.77705</c:v>
                </c:pt>
                <c:pt idx="8428">
                  <c:v>5.4426600000000001</c:v>
                </c:pt>
                <c:pt idx="8429">
                  <c:v>5.9047000000000001</c:v>
                </c:pt>
                <c:pt idx="8430">
                  <c:v>6.6222500000000002</c:v>
                </c:pt>
                <c:pt idx="8431">
                  <c:v>6.6857199999999999</c:v>
                </c:pt>
                <c:pt idx="8432">
                  <c:v>6.4777300000000002</c:v>
                </c:pt>
                <c:pt idx="8433">
                  <c:v>6.8004499999999997</c:v>
                </c:pt>
                <c:pt idx="8434">
                  <c:v>7.0057099999999997</c:v>
                </c:pt>
                <c:pt idx="8435">
                  <c:v>6.8942100000000002</c:v>
                </c:pt>
                <c:pt idx="8436">
                  <c:v>6.8354999999999997</c:v>
                </c:pt>
                <c:pt idx="8437">
                  <c:v>6.7726300000000004</c:v>
                </c:pt>
                <c:pt idx="8438">
                  <c:v>6.6414799999999996</c:v>
                </c:pt>
                <c:pt idx="8439">
                  <c:v>6.7984900000000001</c:v>
                </c:pt>
                <c:pt idx="8440">
                  <c:v>7.0642199999999997</c:v>
                </c:pt>
                <c:pt idx="8441">
                  <c:v>6.9407300000000003</c:v>
                </c:pt>
                <c:pt idx="8442">
                  <c:v>6.7706999999999997</c:v>
                </c:pt>
                <c:pt idx="8443">
                  <c:v>6.96211</c:v>
                </c:pt>
                <c:pt idx="8444">
                  <c:v>7.0735400000000004</c:v>
                </c:pt>
                <c:pt idx="8445">
                  <c:v>6.70336</c:v>
                </c:pt>
                <c:pt idx="8446">
                  <c:v>6.4704499999999996</c:v>
                </c:pt>
                <c:pt idx="8447">
                  <c:v>6.6654</c:v>
                </c:pt>
                <c:pt idx="8448">
                  <c:v>6.8708099999999996</c:v>
                </c:pt>
                <c:pt idx="8449">
                  <c:v>7.0119600000000002</c:v>
                </c:pt>
                <c:pt idx="8450">
                  <c:v>7.0154300000000003</c:v>
                </c:pt>
                <c:pt idx="8451">
                  <c:v>6.8754999999999997</c:v>
                </c:pt>
                <c:pt idx="8452">
                  <c:v>6.8928099999999999</c:v>
                </c:pt>
                <c:pt idx="8453">
                  <c:v>6.9206099999999999</c:v>
                </c:pt>
                <c:pt idx="8454">
                  <c:v>6.9289500000000004</c:v>
                </c:pt>
                <c:pt idx="8455">
                  <c:v>7.0263999999999998</c:v>
                </c:pt>
                <c:pt idx="8456">
                  <c:v>7.0761900000000004</c:v>
                </c:pt>
                <c:pt idx="8457">
                  <c:v>6.7783800000000003</c:v>
                </c:pt>
                <c:pt idx="8458">
                  <c:v>6.7132699999999996</c:v>
                </c:pt>
                <c:pt idx="8459">
                  <c:v>6.8790899999999997</c:v>
                </c:pt>
                <c:pt idx="8460">
                  <c:v>6.8187899999999999</c:v>
                </c:pt>
                <c:pt idx="8461">
                  <c:v>6.7598399999999996</c:v>
                </c:pt>
                <c:pt idx="8462">
                  <c:v>7.0120800000000001</c:v>
                </c:pt>
                <c:pt idx="8463">
                  <c:v>7.4536699999999998</c:v>
                </c:pt>
                <c:pt idx="8464">
                  <c:v>8.0749700000000004</c:v>
                </c:pt>
                <c:pt idx="8465">
                  <c:v>8.2369699999999995</c:v>
                </c:pt>
                <c:pt idx="8466">
                  <c:v>8.2802600000000002</c:v>
                </c:pt>
                <c:pt idx="8467">
                  <c:v>8.1535600000000006</c:v>
                </c:pt>
                <c:pt idx="8468">
                  <c:v>7.9828900000000003</c:v>
                </c:pt>
                <c:pt idx="8469">
                  <c:v>7.7246699999999997</c:v>
                </c:pt>
                <c:pt idx="8470">
                  <c:v>7.3967799999999997</c:v>
                </c:pt>
                <c:pt idx="8471">
                  <c:v>7.3608200000000004</c:v>
                </c:pt>
                <c:pt idx="8472">
                  <c:v>7.5365900000000003</c:v>
                </c:pt>
                <c:pt idx="8473">
                  <c:v>7.6116799999999998</c:v>
                </c:pt>
                <c:pt idx="8474">
                  <c:v>7.3846100000000003</c:v>
                </c:pt>
                <c:pt idx="8475">
                  <c:v>7.3440599999999998</c:v>
                </c:pt>
                <c:pt idx="8476">
                  <c:v>7.4967499999999996</c:v>
                </c:pt>
                <c:pt idx="8477">
                  <c:v>7.1203799999999999</c:v>
                </c:pt>
                <c:pt idx="8478">
                  <c:v>6.8025799999999998</c:v>
                </c:pt>
                <c:pt idx="8479">
                  <c:v>6.5008400000000002</c:v>
                </c:pt>
                <c:pt idx="8480">
                  <c:v>6.6280200000000002</c:v>
                </c:pt>
                <c:pt idx="8481">
                  <c:v>6.8691199999999997</c:v>
                </c:pt>
                <c:pt idx="8482">
                  <c:v>6.86897</c:v>
                </c:pt>
                <c:pt idx="8483">
                  <c:v>6.9656399999999996</c:v>
                </c:pt>
                <c:pt idx="8484">
                  <c:v>6.9849399999999999</c:v>
                </c:pt>
                <c:pt idx="8485">
                  <c:v>7.1248699999999996</c:v>
                </c:pt>
                <c:pt idx="8486">
                  <c:v>7.4109100000000003</c:v>
                </c:pt>
                <c:pt idx="8487">
                  <c:v>7.1950000000000003</c:v>
                </c:pt>
                <c:pt idx="8488">
                  <c:v>6.8015600000000003</c:v>
                </c:pt>
                <c:pt idx="8489">
                  <c:v>6.8637499999999996</c:v>
                </c:pt>
                <c:pt idx="8490">
                  <c:v>6.9707699999999999</c:v>
                </c:pt>
                <c:pt idx="8491">
                  <c:v>6.87148</c:v>
                </c:pt>
                <c:pt idx="8492">
                  <c:v>6.8317500000000004</c:v>
                </c:pt>
                <c:pt idx="8493">
                  <c:v>6.6295400000000004</c:v>
                </c:pt>
                <c:pt idx="8494">
                  <c:v>6.87385</c:v>
                </c:pt>
                <c:pt idx="8495">
                  <c:v>7.3872200000000001</c:v>
                </c:pt>
                <c:pt idx="8496">
                  <c:v>7.4439599999999997</c:v>
                </c:pt>
                <c:pt idx="8497">
                  <c:v>7.0076400000000003</c:v>
                </c:pt>
                <c:pt idx="8498">
                  <c:v>6.6065399999999999</c:v>
                </c:pt>
                <c:pt idx="8499">
                  <c:v>6.9310900000000002</c:v>
                </c:pt>
                <c:pt idx="8500">
                  <c:v>7.5407099999999998</c:v>
                </c:pt>
                <c:pt idx="8501">
                  <c:v>7.6920999999999999</c:v>
                </c:pt>
                <c:pt idx="8502">
                  <c:v>7.5850400000000002</c:v>
                </c:pt>
                <c:pt idx="8503">
                  <c:v>7.4709099999999999</c:v>
                </c:pt>
                <c:pt idx="8504">
                  <c:v>7.3116899999999996</c:v>
                </c:pt>
                <c:pt idx="8505">
                  <c:v>7.6032299999999999</c:v>
                </c:pt>
                <c:pt idx="8506">
                  <c:v>7.9142999999999999</c:v>
                </c:pt>
                <c:pt idx="8507">
                  <c:v>7.6056600000000003</c:v>
                </c:pt>
                <c:pt idx="8508">
                  <c:v>7.1716800000000003</c:v>
                </c:pt>
                <c:pt idx="8509">
                  <c:v>6.5992300000000004</c:v>
                </c:pt>
                <c:pt idx="8510">
                  <c:v>6.2770900000000003</c:v>
                </c:pt>
                <c:pt idx="8511">
                  <c:v>6.4669400000000001</c:v>
                </c:pt>
                <c:pt idx="8512">
                  <c:v>6.7323300000000001</c:v>
                </c:pt>
                <c:pt idx="8513">
                  <c:v>7.1714200000000003</c:v>
                </c:pt>
                <c:pt idx="8514">
                  <c:v>7.2678500000000001</c:v>
                </c:pt>
                <c:pt idx="8515">
                  <c:v>7.2490899999999998</c:v>
                </c:pt>
                <c:pt idx="8516">
                  <c:v>7.27311</c:v>
                </c:pt>
                <c:pt idx="8517">
                  <c:v>6.9779400000000003</c:v>
                </c:pt>
                <c:pt idx="8518">
                  <c:v>7.16465</c:v>
                </c:pt>
                <c:pt idx="8519">
                  <c:v>7.5305299999999997</c:v>
                </c:pt>
                <c:pt idx="8520">
                  <c:v>7.6458000000000004</c:v>
                </c:pt>
                <c:pt idx="8521">
                  <c:v>7.24186</c:v>
                </c:pt>
                <c:pt idx="8522">
                  <c:v>6.9745499999999998</c:v>
                </c:pt>
                <c:pt idx="8523">
                  <c:v>6.8039100000000001</c:v>
                </c:pt>
                <c:pt idx="8524">
                  <c:v>6.8090400000000004</c:v>
                </c:pt>
                <c:pt idx="8525">
                  <c:v>6.8051899999999996</c:v>
                </c:pt>
                <c:pt idx="8526">
                  <c:v>6.48508</c:v>
                </c:pt>
                <c:pt idx="8527">
                  <c:v>6.4038199999999996</c:v>
                </c:pt>
                <c:pt idx="8528">
                  <c:v>6.5194799999999997</c:v>
                </c:pt>
                <c:pt idx="8529">
                  <c:v>6.9684400000000002</c:v>
                </c:pt>
                <c:pt idx="8530">
                  <c:v>7.2297000000000002</c:v>
                </c:pt>
                <c:pt idx="8531">
                  <c:v>7.1848200000000002</c:v>
                </c:pt>
                <c:pt idx="8532">
                  <c:v>7.3801399999999999</c:v>
                </c:pt>
                <c:pt idx="8533">
                  <c:v>7.3868999999999998</c:v>
                </c:pt>
                <c:pt idx="8534">
                  <c:v>7.4131400000000003</c:v>
                </c:pt>
                <c:pt idx="8535">
                  <c:v>7.4193100000000003</c:v>
                </c:pt>
                <c:pt idx="8536">
                  <c:v>7.2054200000000002</c:v>
                </c:pt>
                <c:pt idx="8537">
                  <c:v>7.2331700000000003</c:v>
                </c:pt>
                <c:pt idx="8538">
                  <c:v>7.3544</c:v>
                </c:pt>
                <c:pt idx="8539">
                  <c:v>7.3182400000000003</c:v>
                </c:pt>
                <c:pt idx="8540">
                  <c:v>7.26783</c:v>
                </c:pt>
                <c:pt idx="8541">
                  <c:v>7.1213100000000003</c:v>
                </c:pt>
                <c:pt idx="8542">
                  <c:v>7.0125900000000003</c:v>
                </c:pt>
                <c:pt idx="8543">
                  <c:v>6.9071800000000003</c:v>
                </c:pt>
                <c:pt idx="8544">
                  <c:v>6.8307200000000003</c:v>
                </c:pt>
                <c:pt idx="8545">
                  <c:v>6.6821700000000002</c:v>
                </c:pt>
                <c:pt idx="8546">
                  <c:v>7.0191499999999998</c:v>
                </c:pt>
                <c:pt idx="8547">
                  <c:v>7.0812600000000003</c:v>
                </c:pt>
                <c:pt idx="8548">
                  <c:v>6.8924500000000002</c:v>
                </c:pt>
                <c:pt idx="8549">
                  <c:v>6.8693299999999997</c:v>
                </c:pt>
                <c:pt idx="8550">
                  <c:v>6.8251999999999997</c:v>
                </c:pt>
                <c:pt idx="8551">
                  <c:v>6.9843799999999998</c:v>
                </c:pt>
                <c:pt idx="8552">
                  <c:v>7.2325900000000001</c:v>
                </c:pt>
                <c:pt idx="8553">
                  <c:v>7.1746600000000003</c:v>
                </c:pt>
                <c:pt idx="8554">
                  <c:v>7.0430000000000001</c:v>
                </c:pt>
                <c:pt idx="8555">
                  <c:v>6.7615299999999996</c:v>
                </c:pt>
                <c:pt idx="8556">
                  <c:v>6.6375400000000004</c:v>
                </c:pt>
                <c:pt idx="8557">
                  <c:v>6.9418199999999999</c:v>
                </c:pt>
                <c:pt idx="8558">
                  <c:v>7.2346599999999999</c:v>
                </c:pt>
                <c:pt idx="8559">
                  <c:v>7.4222200000000003</c:v>
                </c:pt>
                <c:pt idx="8560">
                  <c:v>7.4331699999999996</c:v>
                </c:pt>
                <c:pt idx="8561">
                  <c:v>7.3010099999999998</c:v>
                </c:pt>
                <c:pt idx="8562">
                  <c:v>7.3626399999999999</c:v>
                </c:pt>
                <c:pt idx="8563">
                  <c:v>7.23644</c:v>
                </c:pt>
                <c:pt idx="8564">
                  <c:v>7.2534599999999996</c:v>
                </c:pt>
                <c:pt idx="8565">
                  <c:v>7.5249199999999998</c:v>
                </c:pt>
                <c:pt idx="8566">
                  <c:v>7.5987200000000001</c:v>
                </c:pt>
                <c:pt idx="8567">
                  <c:v>7.6979600000000001</c:v>
                </c:pt>
                <c:pt idx="8568">
                  <c:v>7.6620600000000003</c:v>
                </c:pt>
                <c:pt idx="8569">
                  <c:v>7.6832799999999999</c:v>
                </c:pt>
                <c:pt idx="8570">
                  <c:v>7.4856100000000003</c:v>
                </c:pt>
                <c:pt idx="8571">
                  <c:v>7.33657</c:v>
                </c:pt>
                <c:pt idx="8572">
                  <c:v>7.2682799999999999</c:v>
                </c:pt>
                <c:pt idx="8573">
                  <c:v>7.2171500000000002</c:v>
                </c:pt>
                <c:pt idx="8574">
                  <c:v>7.2233000000000001</c:v>
                </c:pt>
                <c:pt idx="8575">
                  <c:v>7.1092000000000004</c:v>
                </c:pt>
                <c:pt idx="8576">
                  <c:v>7.2091700000000003</c:v>
                </c:pt>
                <c:pt idx="8577">
                  <c:v>7.3551200000000003</c:v>
                </c:pt>
                <c:pt idx="8578">
                  <c:v>7.71434</c:v>
                </c:pt>
                <c:pt idx="8579">
                  <c:v>8.0088299999999997</c:v>
                </c:pt>
                <c:pt idx="8580">
                  <c:v>8.0722299999999994</c:v>
                </c:pt>
                <c:pt idx="8581">
                  <c:v>7.9964000000000004</c:v>
                </c:pt>
                <c:pt idx="8582">
                  <c:v>8.0106999999999999</c:v>
                </c:pt>
                <c:pt idx="8583">
                  <c:v>7.8414000000000001</c:v>
                </c:pt>
                <c:pt idx="8584">
                  <c:v>7.4870900000000002</c:v>
                </c:pt>
                <c:pt idx="8585">
                  <c:v>7.5339600000000004</c:v>
                </c:pt>
                <c:pt idx="8586">
                  <c:v>7.5272100000000002</c:v>
                </c:pt>
                <c:pt idx="8587">
                  <c:v>7.2030000000000003</c:v>
                </c:pt>
                <c:pt idx="8588">
                  <c:v>7.1516900000000003</c:v>
                </c:pt>
                <c:pt idx="8589">
                  <c:v>7.1696600000000004</c:v>
                </c:pt>
                <c:pt idx="8590">
                  <c:v>7.0136700000000003</c:v>
                </c:pt>
                <c:pt idx="8591">
                  <c:v>6.8859500000000002</c:v>
                </c:pt>
                <c:pt idx="8592">
                  <c:v>7.0986399999999996</c:v>
                </c:pt>
                <c:pt idx="8593">
                  <c:v>7.3544200000000002</c:v>
                </c:pt>
                <c:pt idx="8594">
                  <c:v>7.4522399999999998</c:v>
                </c:pt>
                <c:pt idx="8595">
                  <c:v>7.23529</c:v>
                </c:pt>
                <c:pt idx="8596">
                  <c:v>6.9212699999999998</c:v>
                </c:pt>
                <c:pt idx="8597">
                  <c:v>7.0445799999999998</c:v>
                </c:pt>
                <c:pt idx="8598">
                  <c:v>7.03613</c:v>
                </c:pt>
                <c:pt idx="8599">
                  <c:v>6.8811400000000003</c:v>
                </c:pt>
                <c:pt idx="8600">
                  <c:v>6.8908500000000004</c:v>
                </c:pt>
                <c:pt idx="8601">
                  <c:v>6.9054500000000001</c:v>
                </c:pt>
                <c:pt idx="8602">
                  <c:v>6.7547800000000002</c:v>
                </c:pt>
                <c:pt idx="8603">
                  <c:v>6.6023300000000003</c:v>
                </c:pt>
                <c:pt idx="8604">
                  <c:v>6.3618100000000002</c:v>
                </c:pt>
                <c:pt idx="8605">
                  <c:v>6.1574</c:v>
                </c:pt>
                <c:pt idx="8606">
                  <c:v>6.05966</c:v>
                </c:pt>
                <c:pt idx="8607">
                  <c:v>6.5461</c:v>
                </c:pt>
                <c:pt idx="8608">
                  <c:v>6.8249899999999997</c:v>
                </c:pt>
                <c:pt idx="8609">
                  <c:v>7.0415299999999998</c:v>
                </c:pt>
                <c:pt idx="8610">
                  <c:v>7.1379099999999998</c:v>
                </c:pt>
                <c:pt idx="8611">
                  <c:v>7.3268199999999997</c:v>
                </c:pt>
                <c:pt idx="8612">
                  <c:v>7.6190899999999999</c:v>
                </c:pt>
                <c:pt idx="8613">
                  <c:v>7.5198200000000002</c:v>
                </c:pt>
                <c:pt idx="8614">
                  <c:v>7.2745899999999999</c:v>
                </c:pt>
                <c:pt idx="8615">
                  <c:v>7.29514</c:v>
                </c:pt>
                <c:pt idx="8616">
                  <c:v>7.3055899999999996</c:v>
                </c:pt>
                <c:pt idx="8617">
                  <c:v>6.9720300000000002</c:v>
                </c:pt>
                <c:pt idx="8618">
                  <c:v>6.6999500000000003</c:v>
                </c:pt>
                <c:pt idx="8619">
                  <c:v>6.5583200000000001</c:v>
                </c:pt>
                <c:pt idx="8620">
                  <c:v>6.6916799999999999</c:v>
                </c:pt>
                <c:pt idx="8621">
                  <c:v>6.78972</c:v>
                </c:pt>
                <c:pt idx="8622">
                  <c:v>7.0260800000000003</c:v>
                </c:pt>
                <c:pt idx="8623">
                  <c:v>7.2982899999999997</c:v>
                </c:pt>
                <c:pt idx="8624">
                  <c:v>7.5258500000000002</c:v>
                </c:pt>
                <c:pt idx="8625">
                  <c:v>7.5429700000000004</c:v>
                </c:pt>
                <c:pt idx="8626">
                  <c:v>7.0192899999999998</c:v>
                </c:pt>
                <c:pt idx="8627">
                  <c:v>6.6038800000000002</c:v>
                </c:pt>
                <c:pt idx="8628">
                  <c:v>6.6786500000000002</c:v>
                </c:pt>
                <c:pt idx="8629">
                  <c:v>6.8468</c:v>
                </c:pt>
                <c:pt idx="8630">
                  <c:v>7.0500800000000003</c:v>
                </c:pt>
                <c:pt idx="8631">
                  <c:v>7.2919799999999997</c:v>
                </c:pt>
                <c:pt idx="8632">
                  <c:v>7.0029899999999996</c:v>
                </c:pt>
                <c:pt idx="8633">
                  <c:v>6.5733199999999998</c:v>
                </c:pt>
                <c:pt idx="8634">
                  <c:v>6.6188099999999999</c:v>
                </c:pt>
                <c:pt idx="8635">
                  <c:v>7.01403</c:v>
                </c:pt>
                <c:pt idx="8636">
                  <c:v>7.4409599999999996</c:v>
                </c:pt>
                <c:pt idx="8637">
                  <c:v>7.3472999999999997</c:v>
                </c:pt>
                <c:pt idx="8638">
                  <c:v>6.9794400000000003</c:v>
                </c:pt>
                <c:pt idx="8639">
                  <c:v>6.7725400000000002</c:v>
                </c:pt>
                <c:pt idx="8640">
                  <c:v>6.9135400000000002</c:v>
                </c:pt>
                <c:pt idx="8641">
                  <c:v>6.9619400000000002</c:v>
                </c:pt>
                <c:pt idx="8642">
                  <c:v>7.11043</c:v>
                </c:pt>
                <c:pt idx="8643">
                  <c:v>7.3722599999999998</c:v>
                </c:pt>
                <c:pt idx="8644">
                  <c:v>7.1273</c:v>
                </c:pt>
                <c:pt idx="8645">
                  <c:v>6.8188199999999997</c:v>
                </c:pt>
                <c:pt idx="8646">
                  <c:v>6.6053699999999997</c:v>
                </c:pt>
                <c:pt idx="8647">
                  <c:v>6.4290799999999999</c:v>
                </c:pt>
                <c:pt idx="8648">
                  <c:v>6.3234199999999996</c:v>
                </c:pt>
                <c:pt idx="8649">
                  <c:v>6.3138300000000003</c:v>
                </c:pt>
                <c:pt idx="8650">
                  <c:v>6.5583299999999998</c:v>
                </c:pt>
                <c:pt idx="8651">
                  <c:v>6.7491700000000003</c:v>
                </c:pt>
                <c:pt idx="8652">
                  <c:v>6.9185100000000004</c:v>
                </c:pt>
                <c:pt idx="8653">
                  <c:v>6.7729799999999996</c:v>
                </c:pt>
                <c:pt idx="8654">
                  <c:v>6.5377799999999997</c:v>
                </c:pt>
                <c:pt idx="8655">
                  <c:v>6.4750899999999998</c:v>
                </c:pt>
                <c:pt idx="8656">
                  <c:v>6.4893799999999997</c:v>
                </c:pt>
                <c:pt idx="8657">
                  <c:v>6.6309300000000002</c:v>
                </c:pt>
                <c:pt idx="8658">
                  <c:v>6.9962</c:v>
                </c:pt>
                <c:pt idx="8659">
                  <c:v>7.4388300000000003</c:v>
                </c:pt>
                <c:pt idx="8660">
                  <c:v>7.3299399999999997</c:v>
                </c:pt>
                <c:pt idx="8661">
                  <c:v>6.9346899999999998</c:v>
                </c:pt>
                <c:pt idx="8662">
                  <c:v>6.6371799999999999</c:v>
                </c:pt>
                <c:pt idx="8663">
                  <c:v>6.5054999999999996</c:v>
                </c:pt>
                <c:pt idx="8664">
                  <c:v>6.8220499999999999</c:v>
                </c:pt>
                <c:pt idx="8665">
                  <c:v>7.1071200000000001</c:v>
                </c:pt>
                <c:pt idx="8666">
                  <c:v>7.3768799999999999</c:v>
                </c:pt>
                <c:pt idx="8667">
                  <c:v>7.5606499999999999</c:v>
                </c:pt>
                <c:pt idx="8668">
                  <c:v>7.3894500000000001</c:v>
                </c:pt>
                <c:pt idx="8669">
                  <c:v>7.6297699999999997</c:v>
                </c:pt>
                <c:pt idx="8670">
                  <c:v>7.6917400000000002</c:v>
                </c:pt>
                <c:pt idx="8671">
                  <c:v>7.4374200000000004</c:v>
                </c:pt>
                <c:pt idx="8672">
                  <c:v>7.2243500000000003</c:v>
                </c:pt>
                <c:pt idx="8673">
                  <c:v>7.2838500000000002</c:v>
                </c:pt>
                <c:pt idx="8674">
                  <c:v>7.3583400000000001</c:v>
                </c:pt>
                <c:pt idx="8675">
                  <c:v>7.6794799999999999</c:v>
                </c:pt>
                <c:pt idx="8676">
                  <c:v>7.9974999999999996</c:v>
                </c:pt>
                <c:pt idx="8677">
                  <c:v>7.9867900000000001</c:v>
                </c:pt>
                <c:pt idx="8678">
                  <c:v>7.5613400000000004</c:v>
                </c:pt>
                <c:pt idx="8679">
                  <c:v>7.1353</c:v>
                </c:pt>
                <c:pt idx="8680">
                  <c:v>7.0371300000000003</c:v>
                </c:pt>
                <c:pt idx="8681">
                  <c:v>7.2478300000000004</c:v>
                </c:pt>
                <c:pt idx="8682">
                  <c:v>7.1836599999999997</c:v>
                </c:pt>
                <c:pt idx="8683">
                  <c:v>7.1610899999999997</c:v>
                </c:pt>
                <c:pt idx="8684">
                  <c:v>7.1926699999999997</c:v>
                </c:pt>
                <c:pt idx="8685">
                  <c:v>7.1071799999999996</c:v>
                </c:pt>
                <c:pt idx="8686">
                  <c:v>7.1749200000000002</c:v>
                </c:pt>
                <c:pt idx="8687">
                  <c:v>7.0755400000000002</c:v>
                </c:pt>
                <c:pt idx="8688">
                  <c:v>6.8674900000000001</c:v>
                </c:pt>
                <c:pt idx="8689">
                  <c:v>6.8934499999999996</c:v>
                </c:pt>
                <c:pt idx="8690">
                  <c:v>6.9509100000000004</c:v>
                </c:pt>
                <c:pt idx="8691">
                  <c:v>7.0462999999999996</c:v>
                </c:pt>
                <c:pt idx="8692">
                  <c:v>7.1340599999999998</c:v>
                </c:pt>
                <c:pt idx="8693">
                  <c:v>7.15768</c:v>
                </c:pt>
                <c:pt idx="8694">
                  <c:v>7.1841600000000003</c:v>
                </c:pt>
                <c:pt idx="8695">
                  <c:v>7.37019</c:v>
                </c:pt>
                <c:pt idx="8696">
                  <c:v>7.3890500000000001</c:v>
                </c:pt>
                <c:pt idx="8697">
                  <c:v>7.4306999999999999</c:v>
                </c:pt>
                <c:pt idx="8698">
                  <c:v>7.87432</c:v>
                </c:pt>
                <c:pt idx="8699">
                  <c:v>8.0135799999999993</c:v>
                </c:pt>
                <c:pt idx="8700">
                  <c:v>7.8692500000000001</c:v>
                </c:pt>
                <c:pt idx="8701">
                  <c:v>7.8581300000000001</c:v>
                </c:pt>
                <c:pt idx="8702">
                  <c:v>7.7324200000000003</c:v>
                </c:pt>
                <c:pt idx="8703">
                  <c:v>7.6104599999999998</c:v>
                </c:pt>
                <c:pt idx="8704">
                  <c:v>7.4765100000000002</c:v>
                </c:pt>
                <c:pt idx="8705">
                  <c:v>7.5891000000000002</c:v>
                </c:pt>
                <c:pt idx="8706">
                  <c:v>7.5896400000000002</c:v>
                </c:pt>
                <c:pt idx="8707">
                  <c:v>7.2232399999999997</c:v>
                </c:pt>
                <c:pt idx="8708">
                  <c:v>7.04061</c:v>
                </c:pt>
                <c:pt idx="8709">
                  <c:v>6.9856600000000002</c:v>
                </c:pt>
                <c:pt idx="8710">
                  <c:v>6.77372</c:v>
                </c:pt>
                <c:pt idx="8711">
                  <c:v>6.4413600000000004</c:v>
                </c:pt>
                <c:pt idx="8712">
                  <c:v>6.8342200000000002</c:v>
                </c:pt>
                <c:pt idx="8713">
                  <c:v>7.3699199999999996</c:v>
                </c:pt>
                <c:pt idx="8714">
                  <c:v>7.3435699999999997</c:v>
                </c:pt>
                <c:pt idx="8715">
                  <c:v>7.1566400000000003</c:v>
                </c:pt>
                <c:pt idx="8716">
                  <c:v>7.048</c:v>
                </c:pt>
                <c:pt idx="8717">
                  <c:v>6.8463900000000004</c:v>
                </c:pt>
                <c:pt idx="8718">
                  <c:v>6.6001200000000004</c:v>
                </c:pt>
                <c:pt idx="8719">
                  <c:v>6.5669500000000003</c:v>
                </c:pt>
                <c:pt idx="8720">
                  <c:v>6.4915700000000003</c:v>
                </c:pt>
                <c:pt idx="8721">
                  <c:v>6.4228399999999999</c:v>
                </c:pt>
                <c:pt idx="8722">
                  <c:v>6.7933500000000002</c:v>
                </c:pt>
                <c:pt idx="8723">
                  <c:v>6.6996500000000001</c:v>
                </c:pt>
                <c:pt idx="8724">
                  <c:v>6.2352699999999999</c:v>
                </c:pt>
                <c:pt idx="8725">
                  <c:v>6.0200699999999996</c:v>
                </c:pt>
                <c:pt idx="8726">
                  <c:v>6.3777400000000002</c:v>
                </c:pt>
                <c:pt idx="8727">
                  <c:v>6.7127600000000003</c:v>
                </c:pt>
                <c:pt idx="8728">
                  <c:v>6.8455399999999997</c:v>
                </c:pt>
                <c:pt idx="8729">
                  <c:v>7.1944800000000004</c:v>
                </c:pt>
                <c:pt idx="8730">
                  <c:v>7.3351800000000003</c:v>
                </c:pt>
                <c:pt idx="8731">
                  <c:v>7.4386200000000002</c:v>
                </c:pt>
                <c:pt idx="8732">
                  <c:v>7.2360600000000002</c:v>
                </c:pt>
                <c:pt idx="8733">
                  <c:v>6.9965200000000003</c:v>
                </c:pt>
                <c:pt idx="8734">
                  <c:v>6.8852399999999996</c:v>
                </c:pt>
                <c:pt idx="8735">
                  <c:v>6.8011100000000004</c:v>
                </c:pt>
                <c:pt idx="8736">
                  <c:v>6.7319599999999999</c:v>
                </c:pt>
                <c:pt idx="8737">
                  <c:v>6.7057200000000003</c:v>
                </c:pt>
                <c:pt idx="8738">
                  <c:v>6.9267899999999996</c:v>
                </c:pt>
                <c:pt idx="8739">
                  <c:v>7.0390600000000001</c:v>
                </c:pt>
                <c:pt idx="8740">
                  <c:v>7.2756600000000002</c:v>
                </c:pt>
                <c:pt idx="8741">
                  <c:v>7.2168599999999996</c:v>
                </c:pt>
                <c:pt idx="8742">
                  <c:v>7.22079</c:v>
                </c:pt>
                <c:pt idx="8743">
                  <c:v>7.39229</c:v>
                </c:pt>
                <c:pt idx="8744">
                  <c:v>7.4528299999999996</c:v>
                </c:pt>
                <c:pt idx="8745">
                  <c:v>7.5527600000000001</c:v>
                </c:pt>
                <c:pt idx="8746">
                  <c:v>7.5326899999999997</c:v>
                </c:pt>
                <c:pt idx="8747">
                  <c:v>7.4966999999999997</c:v>
                </c:pt>
                <c:pt idx="8748">
                  <c:v>7.6134199999999996</c:v>
                </c:pt>
                <c:pt idx="8749">
                  <c:v>7.7768800000000002</c:v>
                </c:pt>
                <c:pt idx="8750">
                  <c:v>7.8397899999999998</c:v>
                </c:pt>
                <c:pt idx="8751">
                  <c:v>7.71828</c:v>
                </c:pt>
                <c:pt idx="8752">
                  <c:v>7.4403100000000002</c:v>
                </c:pt>
                <c:pt idx="8753">
                  <c:v>7.2572999999999999</c:v>
                </c:pt>
                <c:pt idx="8754">
                  <c:v>7.1423699999999997</c:v>
                </c:pt>
                <c:pt idx="8755">
                  <c:v>7.3237300000000003</c:v>
                </c:pt>
                <c:pt idx="8756">
                  <c:v>7.52956</c:v>
                </c:pt>
                <c:pt idx="8757">
                  <c:v>7.31663</c:v>
                </c:pt>
                <c:pt idx="8758">
                  <c:v>7.3480100000000004</c:v>
                </c:pt>
                <c:pt idx="8759">
                  <c:v>7.4194899999999997</c:v>
                </c:pt>
                <c:pt idx="8760">
                  <c:v>7.5004200000000001</c:v>
                </c:pt>
                <c:pt idx="8761">
                  <c:v>7.5848599999999999</c:v>
                </c:pt>
                <c:pt idx="8762">
                  <c:v>7.2329100000000004</c:v>
                </c:pt>
                <c:pt idx="8763">
                  <c:v>6.9924200000000001</c:v>
                </c:pt>
                <c:pt idx="8764">
                  <c:v>6.6501400000000004</c:v>
                </c:pt>
                <c:pt idx="8765">
                  <c:v>6.6320199999999998</c:v>
                </c:pt>
                <c:pt idx="8766">
                  <c:v>6.7762200000000004</c:v>
                </c:pt>
                <c:pt idx="8767">
                  <c:v>6.7285700000000004</c:v>
                </c:pt>
                <c:pt idx="8768">
                  <c:v>6.7710400000000002</c:v>
                </c:pt>
                <c:pt idx="8769">
                  <c:v>6.8963900000000002</c:v>
                </c:pt>
                <c:pt idx="8770">
                  <c:v>7.5035999999999996</c:v>
                </c:pt>
                <c:pt idx="8771">
                  <c:v>7.7334899999999998</c:v>
                </c:pt>
                <c:pt idx="8772">
                  <c:v>7.5575000000000001</c:v>
                </c:pt>
                <c:pt idx="8773">
                  <c:v>7.5737100000000002</c:v>
                </c:pt>
                <c:pt idx="8774">
                  <c:v>7.1646700000000001</c:v>
                </c:pt>
                <c:pt idx="8775">
                  <c:v>6.9174699999999998</c:v>
                </c:pt>
                <c:pt idx="8776">
                  <c:v>6.9118500000000003</c:v>
                </c:pt>
                <c:pt idx="8777">
                  <c:v>7.3305300000000004</c:v>
                </c:pt>
                <c:pt idx="8778">
                  <c:v>7.4071499999999997</c:v>
                </c:pt>
                <c:pt idx="8779">
                  <c:v>7.4333600000000004</c:v>
                </c:pt>
                <c:pt idx="8780">
                  <c:v>7.4408200000000004</c:v>
                </c:pt>
                <c:pt idx="8781">
                  <c:v>7.4254699999999998</c:v>
                </c:pt>
                <c:pt idx="8782">
                  <c:v>7.2022899999999996</c:v>
                </c:pt>
                <c:pt idx="8783">
                  <c:v>6.7395800000000001</c:v>
                </c:pt>
                <c:pt idx="8784">
                  <c:v>6.7289199999999996</c:v>
                </c:pt>
                <c:pt idx="8785">
                  <c:v>6.9074</c:v>
                </c:pt>
                <c:pt idx="8786">
                  <c:v>7.1655300000000004</c:v>
                </c:pt>
                <c:pt idx="8787">
                  <c:v>7.3201400000000003</c:v>
                </c:pt>
                <c:pt idx="8788">
                  <c:v>7.2408400000000004</c:v>
                </c:pt>
                <c:pt idx="8789">
                  <c:v>7.2518099999999999</c:v>
                </c:pt>
                <c:pt idx="8790">
                  <c:v>7.3082500000000001</c:v>
                </c:pt>
                <c:pt idx="8791">
                  <c:v>7.1205699999999998</c:v>
                </c:pt>
                <c:pt idx="8792">
                  <c:v>7.5229400000000002</c:v>
                </c:pt>
                <c:pt idx="8793">
                  <c:v>7.8864700000000001</c:v>
                </c:pt>
                <c:pt idx="8794">
                  <c:v>7.6216100000000004</c:v>
                </c:pt>
                <c:pt idx="8795">
                  <c:v>7.3462699999999996</c:v>
                </c:pt>
                <c:pt idx="8796">
                  <c:v>7.3748399999999998</c:v>
                </c:pt>
                <c:pt idx="8797">
                  <c:v>7.96408</c:v>
                </c:pt>
                <c:pt idx="8798">
                  <c:v>8.2854299999999999</c:v>
                </c:pt>
                <c:pt idx="8799">
                  <c:v>7.8803900000000002</c:v>
                </c:pt>
                <c:pt idx="8800">
                  <c:v>7.5413100000000002</c:v>
                </c:pt>
                <c:pt idx="8801">
                  <c:v>7.5284000000000004</c:v>
                </c:pt>
                <c:pt idx="8802">
                  <c:v>7.7510599999999998</c:v>
                </c:pt>
                <c:pt idx="8803">
                  <c:v>7.7111799999999997</c:v>
                </c:pt>
                <c:pt idx="8804">
                  <c:v>7.6521100000000004</c:v>
                </c:pt>
                <c:pt idx="8805">
                  <c:v>7.6846199999999998</c:v>
                </c:pt>
                <c:pt idx="8806">
                  <c:v>7.6030800000000003</c:v>
                </c:pt>
                <c:pt idx="8807">
                  <c:v>7.8783599999999998</c:v>
                </c:pt>
                <c:pt idx="8808">
                  <c:v>7.8965300000000003</c:v>
                </c:pt>
                <c:pt idx="8809">
                  <c:v>7.69442</c:v>
                </c:pt>
                <c:pt idx="8810">
                  <c:v>7.1179300000000003</c:v>
                </c:pt>
                <c:pt idx="8811">
                  <c:v>7.2406800000000002</c:v>
                </c:pt>
                <c:pt idx="8812">
                  <c:v>7.4476300000000002</c:v>
                </c:pt>
                <c:pt idx="8813">
                  <c:v>7.0405499999999996</c:v>
                </c:pt>
                <c:pt idx="8814">
                  <c:v>6.8908199999999997</c:v>
                </c:pt>
                <c:pt idx="8815">
                  <c:v>7.1720100000000002</c:v>
                </c:pt>
                <c:pt idx="8816">
                  <c:v>7.5820699999999999</c:v>
                </c:pt>
                <c:pt idx="8817">
                  <c:v>7.5092100000000004</c:v>
                </c:pt>
                <c:pt idx="8818">
                  <c:v>7.0918799999999997</c:v>
                </c:pt>
                <c:pt idx="8819">
                  <c:v>7.1642700000000001</c:v>
                </c:pt>
                <c:pt idx="8820">
                  <c:v>7.1315</c:v>
                </c:pt>
                <c:pt idx="8821">
                  <c:v>7.0551500000000003</c:v>
                </c:pt>
                <c:pt idx="8822">
                  <c:v>7.2217799999999999</c:v>
                </c:pt>
                <c:pt idx="8823">
                  <c:v>7.1649799999999999</c:v>
                </c:pt>
                <c:pt idx="8824">
                  <c:v>6.8281499999999999</c:v>
                </c:pt>
                <c:pt idx="8825">
                  <c:v>6.7871699999999997</c:v>
                </c:pt>
                <c:pt idx="8826">
                  <c:v>6.9096200000000003</c:v>
                </c:pt>
                <c:pt idx="8827">
                  <c:v>7.0081100000000003</c:v>
                </c:pt>
                <c:pt idx="8828">
                  <c:v>6.8601099999999997</c:v>
                </c:pt>
                <c:pt idx="8829">
                  <c:v>6.9359200000000003</c:v>
                </c:pt>
                <c:pt idx="8830">
                  <c:v>6.8929400000000003</c:v>
                </c:pt>
                <c:pt idx="8831">
                  <c:v>6.9383299999999997</c:v>
                </c:pt>
                <c:pt idx="8832">
                  <c:v>7.16709</c:v>
                </c:pt>
                <c:pt idx="8833">
                  <c:v>6.9270800000000001</c:v>
                </c:pt>
                <c:pt idx="8834">
                  <c:v>6.8281700000000001</c:v>
                </c:pt>
                <c:pt idx="8835">
                  <c:v>7.1990299999999996</c:v>
                </c:pt>
                <c:pt idx="8836">
                  <c:v>6.9309000000000003</c:v>
                </c:pt>
                <c:pt idx="8837">
                  <c:v>6.3076699999999999</c:v>
                </c:pt>
                <c:pt idx="8838">
                  <c:v>6.34579</c:v>
                </c:pt>
                <c:pt idx="8839">
                  <c:v>6.5129700000000001</c:v>
                </c:pt>
                <c:pt idx="8840">
                  <c:v>6.5670799999999998</c:v>
                </c:pt>
                <c:pt idx="8841">
                  <c:v>6.6137100000000002</c:v>
                </c:pt>
                <c:pt idx="8842">
                  <c:v>6.8686400000000001</c:v>
                </c:pt>
                <c:pt idx="8843">
                  <c:v>7.34171</c:v>
                </c:pt>
                <c:pt idx="8844">
                  <c:v>7.2383499999999996</c:v>
                </c:pt>
                <c:pt idx="8845">
                  <c:v>6.9800599999999999</c:v>
                </c:pt>
                <c:pt idx="8846">
                  <c:v>6.9546200000000002</c:v>
                </c:pt>
                <c:pt idx="8847">
                  <c:v>7.0004</c:v>
                </c:pt>
                <c:pt idx="8848">
                  <c:v>7.0999699999999999</c:v>
                </c:pt>
                <c:pt idx="8849">
                  <c:v>7.3959200000000003</c:v>
                </c:pt>
                <c:pt idx="8850">
                  <c:v>7.68093</c:v>
                </c:pt>
                <c:pt idx="8851">
                  <c:v>7.1920200000000003</c:v>
                </c:pt>
                <c:pt idx="8852">
                  <c:v>6.5524399999999998</c:v>
                </c:pt>
                <c:pt idx="8853">
                  <c:v>6.4067999999999996</c:v>
                </c:pt>
                <c:pt idx="8854">
                  <c:v>6.8658000000000001</c:v>
                </c:pt>
                <c:pt idx="8855">
                  <c:v>7.3362800000000004</c:v>
                </c:pt>
                <c:pt idx="8856">
                  <c:v>7.3179100000000004</c:v>
                </c:pt>
                <c:pt idx="8857">
                  <c:v>7.1678100000000002</c:v>
                </c:pt>
                <c:pt idx="8858">
                  <c:v>7.0920800000000002</c:v>
                </c:pt>
                <c:pt idx="8859">
                  <c:v>7.1957899999999997</c:v>
                </c:pt>
                <c:pt idx="8860">
                  <c:v>7.3486700000000003</c:v>
                </c:pt>
                <c:pt idx="8861">
                  <c:v>7.5799000000000003</c:v>
                </c:pt>
                <c:pt idx="8862">
                  <c:v>7.7365300000000001</c:v>
                </c:pt>
                <c:pt idx="8863">
                  <c:v>7.8704000000000001</c:v>
                </c:pt>
                <c:pt idx="8864">
                  <c:v>7.8364500000000001</c:v>
                </c:pt>
                <c:pt idx="8865">
                  <c:v>7.51999</c:v>
                </c:pt>
                <c:pt idx="8866">
                  <c:v>7.1714399999999996</c:v>
                </c:pt>
                <c:pt idx="8867">
                  <c:v>7.3006200000000003</c:v>
                </c:pt>
                <c:pt idx="8868">
                  <c:v>7.3163499999999999</c:v>
                </c:pt>
                <c:pt idx="8869">
                  <c:v>6.9836400000000003</c:v>
                </c:pt>
                <c:pt idx="8870">
                  <c:v>6.9907599999999999</c:v>
                </c:pt>
                <c:pt idx="8871">
                  <c:v>6.7239699999999996</c:v>
                </c:pt>
                <c:pt idx="8872">
                  <c:v>6.6451200000000004</c:v>
                </c:pt>
                <c:pt idx="8873">
                  <c:v>7.04331</c:v>
                </c:pt>
                <c:pt idx="8874">
                  <c:v>7.4967699999999997</c:v>
                </c:pt>
                <c:pt idx="8875">
                  <c:v>7.9858099999999999</c:v>
                </c:pt>
                <c:pt idx="8876">
                  <c:v>8.1551799999999997</c:v>
                </c:pt>
                <c:pt idx="8877">
                  <c:v>8.1104599999999998</c:v>
                </c:pt>
                <c:pt idx="8878">
                  <c:v>8.1518599999999992</c:v>
                </c:pt>
                <c:pt idx="8879">
                  <c:v>8.2817900000000009</c:v>
                </c:pt>
                <c:pt idx="8880">
                  <c:v>7.7572700000000001</c:v>
                </c:pt>
                <c:pt idx="8881">
                  <c:v>7.1986299999999996</c:v>
                </c:pt>
                <c:pt idx="8882">
                  <c:v>7.1857800000000003</c:v>
                </c:pt>
                <c:pt idx="8883">
                  <c:v>7.10684</c:v>
                </c:pt>
                <c:pt idx="8884">
                  <c:v>7.0383300000000002</c:v>
                </c:pt>
                <c:pt idx="8885">
                  <c:v>6.8692599999999997</c:v>
                </c:pt>
                <c:pt idx="8886">
                  <c:v>7.0349899999999996</c:v>
                </c:pt>
                <c:pt idx="8887">
                  <c:v>7.07463</c:v>
                </c:pt>
                <c:pt idx="8888">
                  <c:v>7.0139500000000004</c:v>
                </c:pt>
                <c:pt idx="8889">
                  <c:v>6.7556900000000004</c:v>
                </c:pt>
                <c:pt idx="8890">
                  <c:v>6.87425</c:v>
                </c:pt>
                <c:pt idx="8891">
                  <c:v>7.2062200000000001</c:v>
                </c:pt>
                <c:pt idx="8892">
                  <c:v>7.2506399999999998</c:v>
                </c:pt>
                <c:pt idx="8893">
                  <c:v>7.2582800000000001</c:v>
                </c:pt>
                <c:pt idx="8894">
                  <c:v>7.1829200000000002</c:v>
                </c:pt>
                <c:pt idx="8895">
                  <c:v>6.9287400000000003</c:v>
                </c:pt>
                <c:pt idx="8896">
                  <c:v>6.8115800000000002</c:v>
                </c:pt>
                <c:pt idx="8897">
                  <c:v>6.7318199999999999</c:v>
                </c:pt>
                <c:pt idx="8898">
                  <c:v>6.9208699999999999</c:v>
                </c:pt>
                <c:pt idx="8899">
                  <c:v>7.3247400000000003</c:v>
                </c:pt>
                <c:pt idx="8900">
                  <c:v>7.3955599999999997</c:v>
                </c:pt>
                <c:pt idx="8901">
                  <c:v>7.4594800000000001</c:v>
                </c:pt>
                <c:pt idx="8902">
                  <c:v>7.55579</c:v>
                </c:pt>
                <c:pt idx="8903">
                  <c:v>7.7772399999999999</c:v>
                </c:pt>
                <c:pt idx="8904">
                  <c:v>7.7481600000000004</c:v>
                </c:pt>
                <c:pt idx="8905">
                  <c:v>7.60067</c:v>
                </c:pt>
                <c:pt idx="8906">
                  <c:v>7.5969800000000003</c:v>
                </c:pt>
                <c:pt idx="8907">
                  <c:v>7.2993300000000003</c:v>
                </c:pt>
                <c:pt idx="8908">
                  <c:v>7.1161399999999997</c:v>
                </c:pt>
                <c:pt idx="8909">
                  <c:v>7.4596099999999996</c:v>
                </c:pt>
                <c:pt idx="8910">
                  <c:v>7.7311300000000003</c:v>
                </c:pt>
                <c:pt idx="8911">
                  <c:v>7.5922200000000002</c:v>
                </c:pt>
                <c:pt idx="8912">
                  <c:v>7.5452000000000004</c:v>
                </c:pt>
                <c:pt idx="8913">
                  <c:v>7.2663900000000003</c:v>
                </c:pt>
                <c:pt idx="8914">
                  <c:v>7.1866300000000001</c:v>
                </c:pt>
                <c:pt idx="8915">
                  <c:v>7.4875699999999998</c:v>
                </c:pt>
                <c:pt idx="8916">
                  <c:v>7.3612799999999998</c:v>
                </c:pt>
                <c:pt idx="8917">
                  <c:v>7.274</c:v>
                </c:pt>
                <c:pt idx="8918">
                  <c:v>7.3880999999999997</c:v>
                </c:pt>
                <c:pt idx="8919">
                  <c:v>7.6022100000000004</c:v>
                </c:pt>
                <c:pt idx="8920">
                  <c:v>7.4938799999999999</c:v>
                </c:pt>
                <c:pt idx="8921">
                  <c:v>6.9621000000000004</c:v>
                </c:pt>
                <c:pt idx="8922">
                  <c:v>6.9055400000000002</c:v>
                </c:pt>
                <c:pt idx="8923">
                  <c:v>7.0736800000000004</c:v>
                </c:pt>
                <c:pt idx="8924">
                  <c:v>7.2862299999999998</c:v>
                </c:pt>
                <c:pt idx="8925">
                  <c:v>7.0432199999999998</c:v>
                </c:pt>
                <c:pt idx="8926">
                  <c:v>6.7578399999999998</c:v>
                </c:pt>
                <c:pt idx="8927">
                  <c:v>6.4208600000000002</c:v>
                </c:pt>
                <c:pt idx="8928">
                  <c:v>6.5207800000000002</c:v>
                </c:pt>
                <c:pt idx="8929">
                  <c:v>6.6778300000000002</c:v>
                </c:pt>
                <c:pt idx="8930">
                  <c:v>6.59741</c:v>
                </c:pt>
                <c:pt idx="8931">
                  <c:v>6.8394599999999999</c:v>
                </c:pt>
                <c:pt idx="8932">
                  <c:v>6.9714999999999998</c:v>
                </c:pt>
                <c:pt idx="8933">
                  <c:v>6.8588500000000003</c:v>
                </c:pt>
                <c:pt idx="8934">
                  <c:v>6.5050600000000003</c:v>
                </c:pt>
                <c:pt idx="8935">
                  <c:v>6.3411099999999996</c:v>
                </c:pt>
                <c:pt idx="8936">
                  <c:v>6.1816899999999997</c:v>
                </c:pt>
                <c:pt idx="8937">
                  <c:v>5.95817</c:v>
                </c:pt>
                <c:pt idx="8938">
                  <c:v>6.1038800000000002</c:v>
                </c:pt>
                <c:pt idx="8939">
                  <c:v>6.6362199999999998</c:v>
                </c:pt>
                <c:pt idx="8940">
                  <c:v>7.1827800000000002</c:v>
                </c:pt>
                <c:pt idx="8941">
                  <c:v>7.2479199999999997</c:v>
                </c:pt>
                <c:pt idx="8942">
                  <c:v>7.0676399999999999</c:v>
                </c:pt>
                <c:pt idx="8943">
                  <c:v>6.9021100000000004</c:v>
                </c:pt>
                <c:pt idx="8944">
                  <c:v>6.8990099999999996</c:v>
                </c:pt>
                <c:pt idx="8945">
                  <c:v>6.9372299999999996</c:v>
                </c:pt>
                <c:pt idx="8946">
                  <c:v>7.1366899999999998</c:v>
                </c:pt>
                <c:pt idx="8947">
                  <c:v>7.3970099999999999</c:v>
                </c:pt>
                <c:pt idx="8948">
                  <c:v>7.3289900000000001</c:v>
                </c:pt>
                <c:pt idx="8949">
                  <c:v>7.1320399999999999</c:v>
                </c:pt>
                <c:pt idx="8950">
                  <c:v>7.0990500000000001</c:v>
                </c:pt>
                <c:pt idx="8951">
                  <c:v>7.1576399999999998</c:v>
                </c:pt>
                <c:pt idx="8952">
                  <c:v>7.0504100000000003</c:v>
                </c:pt>
                <c:pt idx="8953">
                  <c:v>7.2501100000000003</c:v>
                </c:pt>
                <c:pt idx="8954">
                  <c:v>7.5422700000000003</c:v>
                </c:pt>
                <c:pt idx="8955">
                  <c:v>7.4251699999999996</c:v>
                </c:pt>
                <c:pt idx="8956">
                  <c:v>7.1737099999999998</c:v>
                </c:pt>
                <c:pt idx="8957">
                  <c:v>7.1155200000000001</c:v>
                </c:pt>
                <c:pt idx="8958">
                  <c:v>6.9951499999999998</c:v>
                </c:pt>
                <c:pt idx="8959">
                  <c:v>7.1818200000000001</c:v>
                </c:pt>
                <c:pt idx="8960">
                  <c:v>7.5815700000000001</c:v>
                </c:pt>
                <c:pt idx="8961">
                  <c:v>7.6772900000000002</c:v>
                </c:pt>
                <c:pt idx="8962">
                  <c:v>7.7268100000000004</c:v>
                </c:pt>
                <c:pt idx="8963">
                  <c:v>7.8208900000000003</c:v>
                </c:pt>
                <c:pt idx="8964">
                  <c:v>7.7422700000000004</c:v>
                </c:pt>
                <c:pt idx="8965">
                  <c:v>7.5144099999999998</c:v>
                </c:pt>
                <c:pt idx="8966">
                  <c:v>7.1178999999999997</c:v>
                </c:pt>
                <c:pt idx="8967">
                  <c:v>6.8643200000000002</c:v>
                </c:pt>
                <c:pt idx="8968">
                  <c:v>6.9859999999999998</c:v>
                </c:pt>
                <c:pt idx="8969">
                  <c:v>7.1666699999999999</c:v>
                </c:pt>
                <c:pt idx="8970">
                  <c:v>7.1823300000000003</c:v>
                </c:pt>
                <c:pt idx="8971">
                  <c:v>7.3605900000000002</c:v>
                </c:pt>
                <c:pt idx="8972">
                  <c:v>7.6490999999999998</c:v>
                </c:pt>
                <c:pt idx="8973">
                  <c:v>7.4691099999999997</c:v>
                </c:pt>
                <c:pt idx="8974">
                  <c:v>7.1690300000000002</c:v>
                </c:pt>
                <c:pt idx="8975">
                  <c:v>7.2671299999999999</c:v>
                </c:pt>
                <c:pt idx="8976">
                  <c:v>7.8507999999999996</c:v>
                </c:pt>
                <c:pt idx="8977">
                  <c:v>7.9613399999999999</c:v>
                </c:pt>
                <c:pt idx="8978">
                  <c:v>7.4150900000000002</c:v>
                </c:pt>
                <c:pt idx="8979">
                  <c:v>7.1907199999999998</c:v>
                </c:pt>
                <c:pt idx="8980">
                  <c:v>7.2384300000000001</c:v>
                </c:pt>
                <c:pt idx="8981">
                  <c:v>7.3578599999999996</c:v>
                </c:pt>
                <c:pt idx="8982">
                  <c:v>7.5065400000000002</c:v>
                </c:pt>
                <c:pt idx="8983">
                  <c:v>7.6032599999999997</c:v>
                </c:pt>
                <c:pt idx="8984">
                  <c:v>7.5271999999999997</c:v>
                </c:pt>
                <c:pt idx="8985">
                  <c:v>7.31839</c:v>
                </c:pt>
                <c:pt idx="8986">
                  <c:v>7.0217299999999998</c:v>
                </c:pt>
                <c:pt idx="8987">
                  <c:v>6.9012599999999997</c:v>
                </c:pt>
                <c:pt idx="8988">
                  <c:v>6.6832799999999999</c:v>
                </c:pt>
                <c:pt idx="8989">
                  <c:v>6.62019</c:v>
                </c:pt>
                <c:pt idx="8990">
                  <c:v>6.8371899999999997</c:v>
                </c:pt>
                <c:pt idx="8991">
                  <c:v>7.02583</c:v>
                </c:pt>
                <c:pt idx="8992">
                  <c:v>7.3705499999999997</c:v>
                </c:pt>
                <c:pt idx="8993">
                  <c:v>7.2824</c:v>
                </c:pt>
                <c:pt idx="8994">
                  <c:v>7.2629900000000003</c:v>
                </c:pt>
                <c:pt idx="8995">
                  <c:v>7.4236700000000004</c:v>
                </c:pt>
                <c:pt idx="8996">
                  <c:v>7.3494799999999998</c:v>
                </c:pt>
                <c:pt idx="8997">
                  <c:v>7.4054799999999998</c:v>
                </c:pt>
                <c:pt idx="8998">
                  <c:v>7.7010199999999998</c:v>
                </c:pt>
                <c:pt idx="8999">
                  <c:v>7.9366399999999997</c:v>
                </c:pt>
                <c:pt idx="9000">
                  <c:v>8.0691900000000008</c:v>
                </c:pt>
                <c:pt idx="9001">
                  <c:v>7.9184099999999997</c:v>
                </c:pt>
                <c:pt idx="9002">
                  <c:v>7.5774699999999999</c:v>
                </c:pt>
                <c:pt idx="9003">
                  <c:v>7.5314199999999998</c:v>
                </c:pt>
                <c:pt idx="9004">
                  <c:v>7.65191</c:v>
                </c:pt>
                <c:pt idx="9005">
                  <c:v>7.7662699999999996</c:v>
                </c:pt>
                <c:pt idx="9006">
                  <c:v>7.5032500000000004</c:v>
                </c:pt>
                <c:pt idx="9007">
                  <c:v>7.1212900000000001</c:v>
                </c:pt>
                <c:pt idx="9008">
                  <c:v>7.3441099999999997</c:v>
                </c:pt>
                <c:pt idx="9009">
                  <c:v>7.5361099999999999</c:v>
                </c:pt>
                <c:pt idx="9010">
                  <c:v>7.8553800000000003</c:v>
                </c:pt>
                <c:pt idx="9011">
                  <c:v>7.8772399999999996</c:v>
                </c:pt>
                <c:pt idx="9012">
                  <c:v>7.4902800000000003</c:v>
                </c:pt>
                <c:pt idx="9013">
                  <c:v>7.4728500000000002</c:v>
                </c:pt>
                <c:pt idx="9014">
                  <c:v>7.6862700000000004</c:v>
                </c:pt>
                <c:pt idx="9015">
                  <c:v>7.9619099999999996</c:v>
                </c:pt>
                <c:pt idx="9016">
                  <c:v>8.10121</c:v>
                </c:pt>
                <c:pt idx="9017">
                  <c:v>7.9966400000000002</c:v>
                </c:pt>
                <c:pt idx="9018">
                  <c:v>8.0042100000000005</c:v>
                </c:pt>
                <c:pt idx="9019">
                  <c:v>7.8207300000000002</c:v>
                </c:pt>
                <c:pt idx="9020">
                  <c:v>7.6101299999999998</c:v>
                </c:pt>
                <c:pt idx="9021">
                  <c:v>7.5831200000000001</c:v>
                </c:pt>
                <c:pt idx="9022">
                  <c:v>7.28193</c:v>
                </c:pt>
                <c:pt idx="9023">
                  <c:v>6.9872100000000001</c:v>
                </c:pt>
                <c:pt idx="9024">
                  <c:v>7.0422900000000004</c:v>
                </c:pt>
                <c:pt idx="9025">
                  <c:v>7.3526699999999998</c:v>
                </c:pt>
                <c:pt idx="9026">
                  <c:v>7.52529</c:v>
                </c:pt>
                <c:pt idx="9027">
                  <c:v>7.6786399999999997</c:v>
                </c:pt>
                <c:pt idx="9028">
                  <c:v>7.8428500000000003</c:v>
                </c:pt>
                <c:pt idx="9029">
                  <c:v>8.0471199999999996</c:v>
                </c:pt>
                <c:pt idx="9030">
                  <c:v>8.1473300000000002</c:v>
                </c:pt>
                <c:pt idx="9031">
                  <c:v>8.2281099999999991</c:v>
                </c:pt>
                <c:pt idx="9032">
                  <c:v>8.1513100000000005</c:v>
                </c:pt>
                <c:pt idx="9033">
                  <c:v>7.9269800000000004</c:v>
                </c:pt>
                <c:pt idx="9034">
                  <c:v>7.6021299999999998</c:v>
                </c:pt>
                <c:pt idx="9035">
                  <c:v>7.6233199999999997</c:v>
                </c:pt>
                <c:pt idx="9036">
                  <c:v>7.6446199999999997</c:v>
                </c:pt>
                <c:pt idx="9037">
                  <c:v>7.5511600000000003</c:v>
                </c:pt>
                <c:pt idx="9038">
                  <c:v>7.5063399999999998</c:v>
                </c:pt>
                <c:pt idx="9039">
                  <c:v>7.5731299999999999</c:v>
                </c:pt>
                <c:pt idx="9040">
                  <c:v>7.56304</c:v>
                </c:pt>
                <c:pt idx="9041">
                  <c:v>7.5291899999999998</c:v>
                </c:pt>
                <c:pt idx="9042">
                  <c:v>7.5866100000000003</c:v>
                </c:pt>
                <c:pt idx="9043">
                  <c:v>7.6510499999999997</c:v>
                </c:pt>
                <c:pt idx="9044">
                  <c:v>7.5678000000000001</c:v>
                </c:pt>
                <c:pt idx="9045">
                  <c:v>7.7239000000000004</c:v>
                </c:pt>
                <c:pt idx="9046">
                  <c:v>7.68893</c:v>
                </c:pt>
                <c:pt idx="9047">
                  <c:v>7.6581299999999999</c:v>
                </c:pt>
                <c:pt idx="9048">
                  <c:v>7.8126899999999999</c:v>
                </c:pt>
                <c:pt idx="9049">
                  <c:v>7.7562300000000004</c:v>
                </c:pt>
                <c:pt idx="9050">
                  <c:v>7.4339199999999996</c:v>
                </c:pt>
                <c:pt idx="9051">
                  <c:v>7.1397599999999999</c:v>
                </c:pt>
                <c:pt idx="9052">
                  <c:v>7.1092399999999998</c:v>
                </c:pt>
                <c:pt idx="9053">
                  <c:v>6.8414200000000003</c:v>
                </c:pt>
                <c:pt idx="9054">
                  <c:v>6.4930300000000001</c:v>
                </c:pt>
                <c:pt idx="9055">
                  <c:v>6.4701300000000002</c:v>
                </c:pt>
                <c:pt idx="9056">
                  <c:v>6.6471400000000003</c:v>
                </c:pt>
                <c:pt idx="9057">
                  <c:v>7.0590099999999998</c:v>
                </c:pt>
                <c:pt idx="9058">
                  <c:v>7.7645799999999996</c:v>
                </c:pt>
                <c:pt idx="9059">
                  <c:v>7.8192399999999997</c:v>
                </c:pt>
                <c:pt idx="9060">
                  <c:v>7.3782100000000002</c:v>
                </c:pt>
                <c:pt idx="9061">
                  <c:v>7.1255600000000001</c:v>
                </c:pt>
                <c:pt idx="9062">
                  <c:v>7.0989199999999997</c:v>
                </c:pt>
                <c:pt idx="9063">
                  <c:v>7.11374</c:v>
                </c:pt>
                <c:pt idx="9064">
                  <c:v>7.3215700000000004</c:v>
                </c:pt>
                <c:pt idx="9065">
                  <c:v>7.2100099999999996</c:v>
                </c:pt>
                <c:pt idx="9066">
                  <c:v>6.9641200000000003</c:v>
                </c:pt>
                <c:pt idx="9067">
                  <c:v>6.9616300000000004</c:v>
                </c:pt>
                <c:pt idx="9068">
                  <c:v>7.2816000000000001</c:v>
                </c:pt>
                <c:pt idx="9069">
                  <c:v>7.8856000000000002</c:v>
                </c:pt>
                <c:pt idx="9070">
                  <c:v>7.9258899999999999</c:v>
                </c:pt>
                <c:pt idx="9071">
                  <c:v>7.84375</c:v>
                </c:pt>
                <c:pt idx="9072">
                  <c:v>7.8066599999999999</c:v>
                </c:pt>
                <c:pt idx="9073">
                  <c:v>7.7909100000000002</c:v>
                </c:pt>
                <c:pt idx="9074">
                  <c:v>7.9424599999999996</c:v>
                </c:pt>
                <c:pt idx="9075">
                  <c:v>8.1216200000000001</c:v>
                </c:pt>
                <c:pt idx="9076">
                  <c:v>8.0569600000000001</c:v>
                </c:pt>
                <c:pt idx="9077">
                  <c:v>7.9982899999999999</c:v>
                </c:pt>
                <c:pt idx="9078">
                  <c:v>8.0535399999999999</c:v>
                </c:pt>
                <c:pt idx="9079">
                  <c:v>8.0459399999999999</c:v>
                </c:pt>
                <c:pt idx="9080">
                  <c:v>7.9075300000000004</c:v>
                </c:pt>
                <c:pt idx="9081">
                  <c:v>7.6509400000000003</c:v>
                </c:pt>
                <c:pt idx="9082">
                  <c:v>7.4558999999999997</c:v>
                </c:pt>
                <c:pt idx="9083">
                  <c:v>7.58155</c:v>
                </c:pt>
                <c:pt idx="9084">
                  <c:v>7.6714599999999997</c:v>
                </c:pt>
                <c:pt idx="9085">
                  <c:v>7.3801300000000003</c:v>
                </c:pt>
                <c:pt idx="9086">
                  <c:v>7.1579800000000002</c:v>
                </c:pt>
                <c:pt idx="9087">
                  <c:v>7.0091700000000001</c:v>
                </c:pt>
                <c:pt idx="9088">
                  <c:v>7.1779200000000003</c:v>
                </c:pt>
                <c:pt idx="9089">
                  <c:v>7.5194200000000002</c:v>
                </c:pt>
                <c:pt idx="9090">
                  <c:v>7.9582499999999996</c:v>
                </c:pt>
                <c:pt idx="9091">
                  <c:v>7.93919</c:v>
                </c:pt>
                <c:pt idx="9092">
                  <c:v>7.6475499999999998</c:v>
                </c:pt>
                <c:pt idx="9093">
                  <c:v>7.4870799999999997</c:v>
                </c:pt>
                <c:pt idx="9094">
                  <c:v>7.56562</c:v>
                </c:pt>
                <c:pt idx="9095">
                  <c:v>7.6365999999999996</c:v>
                </c:pt>
                <c:pt idx="9096">
                  <c:v>7.7975300000000001</c:v>
                </c:pt>
                <c:pt idx="9097">
                  <c:v>8.0840599999999991</c:v>
                </c:pt>
                <c:pt idx="9098">
                  <c:v>7.8839499999999996</c:v>
                </c:pt>
                <c:pt idx="9099">
                  <c:v>7.4588200000000002</c:v>
                </c:pt>
                <c:pt idx="9100">
                  <c:v>6.9452699999999998</c:v>
                </c:pt>
                <c:pt idx="9101">
                  <c:v>7.0476900000000002</c:v>
                </c:pt>
                <c:pt idx="9102">
                  <c:v>7.3028300000000002</c:v>
                </c:pt>
                <c:pt idx="9103">
                  <c:v>7.7310800000000004</c:v>
                </c:pt>
                <c:pt idx="9104">
                  <c:v>8.1321899999999996</c:v>
                </c:pt>
                <c:pt idx="9105">
                  <c:v>8.0979200000000002</c:v>
                </c:pt>
                <c:pt idx="9106">
                  <c:v>7.9160300000000001</c:v>
                </c:pt>
                <c:pt idx="9107">
                  <c:v>7.7659700000000003</c:v>
                </c:pt>
                <c:pt idx="9108">
                  <c:v>7.70702</c:v>
                </c:pt>
                <c:pt idx="9109">
                  <c:v>7.6547900000000002</c:v>
                </c:pt>
                <c:pt idx="9110">
                  <c:v>7.5097199999999997</c:v>
                </c:pt>
                <c:pt idx="9111">
                  <c:v>7.3127700000000004</c:v>
                </c:pt>
                <c:pt idx="9112">
                  <c:v>7.27576</c:v>
                </c:pt>
                <c:pt idx="9113">
                  <c:v>7.3792</c:v>
                </c:pt>
                <c:pt idx="9114">
                  <c:v>7.5404099999999996</c:v>
                </c:pt>
                <c:pt idx="9115">
                  <c:v>7.7200800000000003</c:v>
                </c:pt>
                <c:pt idx="9116">
                  <c:v>8.0335800000000006</c:v>
                </c:pt>
                <c:pt idx="9117">
                  <c:v>7.9898800000000003</c:v>
                </c:pt>
                <c:pt idx="9118">
                  <c:v>7.8517200000000003</c:v>
                </c:pt>
                <c:pt idx="9119">
                  <c:v>7.72844</c:v>
                </c:pt>
                <c:pt idx="9120">
                  <c:v>7.7728999999999999</c:v>
                </c:pt>
                <c:pt idx="9121">
                  <c:v>8.0690200000000001</c:v>
                </c:pt>
                <c:pt idx="9122">
                  <c:v>8.26248</c:v>
                </c:pt>
                <c:pt idx="9123">
                  <c:v>8.1918699999999998</c:v>
                </c:pt>
                <c:pt idx="9124">
                  <c:v>8.1364800000000006</c:v>
                </c:pt>
                <c:pt idx="9125">
                  <c:v>8.3351600000000001</c:v>
                </c:pt>
                <c:pt idx="9126">
                  <c:v>8.2741900000000008</c:v>
                </c:pt>
                <c:pt idx="9127">
                  <c:v>7.9011699999999996</c:v>
                </c:pt>
                <c:pt idx="9128">
                  <c:v>7.5562199999999997</c:v>
                </c:pt>
                <c:pt idx="9129">
                  <c:v>7.08894</c:v>
                </c:pt>
                <c:pt idx="9130">
                  <c:v>7.0841599999999998</c:v>
                </c:pt>
                <c:pt idx="9131">
                  <c:v>7.2979700000000003</c:v>
                </c:pt>
                <c:pt idx="9132">
                  <c:v>7.3261399999999997</c:v>
                </c:pt>
                <c:pt idx="9133">
                  <c:v>7.0053900000000002</c:v>
                </c:pt>
                <c:pt idx="9134">
                  <c:v>7.0000400000000003</c:v>
                </c:pt>
                <c:pt idx="9135">
                  <c:v>7.1066200000000004</c:v>
                </c:pt>
                <c:pt idx="9136">
                  <c:v>7.1926600000000001</c:v>
                </c:pt>
                <c:pt idx="9137">
                  <c:v>7.4353499999999997</c:v>
                </c:pt>
                <c:pt idx="9138">
                  <c:v>7.5276800000000001</c:v>
                </c:pt>
                <c:pt idx="9139">
                  <c:v>7.3713300000000004</c:v>
                </c:pt>
                <c:pt idx="9140">
                  <c:v>7.2033800000000001</c:v>
                </c:pt>
                <c:pt idx="9141">
                  <c:v>7.1769400000000001</c:v>
                </c:pt>
                <c:pt idx="9142">
                  <c:v>7.0667299999999997</c:v>
                </c:pt>
                <c:pt idx="9143">
                  <c:v>6.8412800000000002</c:v>
                </c:pt>
                <c:pt idx="9144">
                  <c:v>6.7910599999999999</c:v>
                </c:pt>
                <c:pt idx="9145">
                  <c:v>6.8962199999999996</c:v>
                </c:pt>
                <c:pt idx="9146">
                  <c:v>7.1638200000000003</c:v>
                </c:pt>
                <c:pt idx="9147">
                  <c:v>7.2365399999999998</c:v>
                </c:pt>
                <c:pt idx="9148">
                  <c:v>7.0842400000000003</c:v>
                </c:pt>
                <c:pt idx="9149">
                  <c:v>6.6863099999999998</c:v>
                </c:pt>
                <c:pt idx="9150">
                  <c:v>6.7722300000000004</c:v>
                </c:pt>
                <c:pt idx="9151">
                  <c:v>6.9923200000000003</c:v>
                </c:pt>
                <c:pt idx="9152">
                  <c:v>6.9730600000000003</c:v>
                </c:pt>
                <c:pt idx="9153">
                  <c:v>6.7324799999999998</c:v>
                </c:pt>
                <c:pt idx="9154">
                  <c:v>6.5398100000000001</c:v>
                </c:pt>
                <c:pt idx="9155">
                  <c:v>6.6495800000000003</c:v>
                </c:pt>
                <c:pt idx="9156">
                  <c:v>6.7426500000000003</c:v>
                </c:pt>
                <c:pt idx="9157">
                  <c:v>6.84274</c:v>
                </c:pt>
                <c:pt idx="9158">
                  <c:v>7.0773900000000003</c:v>
                </c:pt>
                <c:pt idx="9159">
                  <c:v>7.5688599999999999</c:v>
                </c:pt>
                <c:pt idx="9160">
                  <c:v>7.37357</c:v>
                </c:pt>
                <c:pt idx="9161">
                  <c:v>7.2502500000000003</c:v>
                </c:pt>
                <c:pt idx="9162">
                  <c:v>7.7094100000000001</c:v>
                </c:pt>
                <c:pt idx="9163">
                  <c:v>8.0993999999999993</c:v>
                </c:pt>
                <c:pt idx="9164">
                  <c:v>8.5184800000000003</c:v>
                </c:pt>
                <c:pt idx="9165">
                  <c:v>8.4357699999999998</c:v>
                </c:pt>
                <c:pt idx="9166">
                  <c:v>8.6078299999999999</c:v>
                </c:pt>
                <c:pt idx="9167">
                  <c:v>8.6626799999999999</c:v>
                </c:pt>
                <c:pt idx="9168">
                  <c:v>8.3153799999999993</c:v>
                </c:pt>
                <c:pt idx="9169">
                  <c:v>7.9463400000000002</c:v>
                </c:pt>
                <c:pt idx="9170">
                  <c:v>7.6598300000000004</c:v>
                </c:pt>
                <c:pt idx="9171">
                  <c:v>7.5362200000000001</c:v>
                </c:pt>
                <c:pt idx="9172">
                  <c:v>7.4562200000000001</c:v>
                </c:pt>
                <c:pt idx="9173">
                  <c:v>7.3350499999999998</c:v>
                </c:pt>
                <c:pt idx="9174">
                  <c:v>7.24268</c:v>
                </c:pt>
                <c:pt idx="9175">
                  <c:v>7.1189200000000001</c:v>
                </c:pt>
                <c:pt idx="9176">
                  <c:v>7.0984999999999996</c:v>
                </c:pt>
                <c:pt idx="9177">
                  <c:v>7.4748400000000004</c:v>
                </c:pt>
                <c:pt idx="9178">
                  <c:v>7.5203300000000004</c:v>
                </c:pt>
                <c:pt idx="9179">
                  <c:v>7.3428899999999997</c:v>
                </c:pt>
                <c:pt idx="9180">
                  <c:v>7.4288999999999996</c:v>
                </c:pt>
                <c:pt idx="9181">
                  <c:v>7.6767099999999999</c:v>
                </c:pt>
                <c:pt idx="9182">
                  <c:v>7.8493599999999999</c:v>
                </c:pt>
                <c:pt idx="9183">
                  <c:v>8.1854200000000006</c:v>
                </c:pt>
                <c:pt idx="9184">
                  <c:v>8.4182600000000001</c:v>
                </c:pt>
                <c:pt idx="9185">
                  <c:v>8.2536900000000006</c:v>
                </c:pt>
                <c:pt idx="9186">
                  <c:v>7.94876</c:v>
                </c:pt>
                <c:pt idx="9187">
                  <c:v>7.7460699999999996</c:v>
                </c:pt>
                <c:pt idx="9188">
                  <c:v>7.76248</c:v>
                </c:pt>
                <c:pt idx="9189">
                  <c:v>7.7988</c:v>
                </c:pt>
                <c:pt idx="9190">
                  <c:v>7.9144899999999998</c:v>
                </c:pt>
                <c:pt idx="9191">
                  <c:v>7.9777899999999997</c:v>
                </c:pt>
                <c:pt idx="9192">
                  <c:v>7.88626</c:v>
                </c:pt>
                <c:pt idx="9193">
                  <c:v>7.5816600000000003</c:v>
                </c:pt>
                <c:pt idx="9194">
                  <c:v>7.2961999999999998</c:v>
                </c:pt>
                <c:pt idx="9195">
                  <c:v>6.98238</c:v>
                </c:pt>
                <c:pt idx="9196">
                  <c:v>7.0368899999999996</c:v>
                </c:pt>
                <c:pt idx="9197">
                  <c:v>7.2028299999999996</c:v>
                </c:pt>
                <c:pt idx="9198">
                  <c:v>7.5111800000000004</c:v>
                </c:pt>
                <c:pt idx="9199">
                  <c:v>7.5239900000000004</c:v>
                </c:pt>
                <c:pt idx="9200">
                  <c:v>7.3058199999999998</c:v>
                </c:pt>
                <c:pt idx="9201">
                  <c:v>7.2447400000000002</c:v>
                </c:pt>
                <c:pt idx="9202">
                  <c:v>7.5586799999999998</c:v>
                </c:pt>
                <c:pt idx="9203">
                  <c:v>7.7773599999999998</c:v>
                </c:pt>
                <c:pt idx="9204">
                  <c:v>7.5674999999999999</c:v>
                </c:pt>
                <c:pt idx="9205">
                  <c:v>7.3698399999999999</c:v>
                </c:pt>
                <c:pt idx="9206">
                  <c:v>7.5368000000000004</c:v>
                </c:pt>
                <c:pt idx="9207">
                  <c:v>7.8624400000000003</c:v>
                </c:pt>
                <c:pt idx="9208">
                  <c:v>7.9061599999999999</c:v>
                </c:pt>
                <c:pt idx="9209">
                  <c:v>7.9020700000000001</c:v>
                </c:pt>
                <c:pt idx="9210">
                  <c:v>7.6593099999999996</c:v>
                </c:pt>
                <c:pt idx="9211">
                  <c:v>7.5048199999999996</c:v>
                </c:pt>
                <c:pt idx="9212">
                  <c:v>7.2409499999999998</c:v>
                </c:pt>
                <c:pt idx="9213">
                  <c:v>6.9931999999999999</c:v>
                </c:pt>
                <c:pt idx="9214">
                  <c:v>7.0949400000000002</c:v>
                </c:pt>
                <c:pt idx="9215">
                  <c:v>7.5163399999999996</c:v>
                </c:pt>
                <c:pt idx="9216">
                  <c:v>8.2088099999999997</c:v>
                </c:pt>
                <c:pt idx="9217">
                  <c:v>8.4386399999999995</c:v>
                </c:pt>
                <c:pt idx="9218">
                  <c:v>8.2142400000000002</c:v>
                </c:pt>
                <c:pt idx="9219">
                  <c:v>7.9870900000000002</c:v>
                </c:pt>
                <c:pt idx="9220">
                  <c:v>7.7750000000000004</c:v>
                </c:pt>
                <c:pt idx="9221">
                  <c:v>7.5201099999999999</c:v>
                </c:pt>
                <c:pt idx="9222">
                  <c:v>7.6541800000000002</c:v>
                </c:pt>
                <c:pt idx="9223">
                  <c:v>7.8983400000000001</c:v>
                </c:pt>
                <c:pt idx="9224">
                  <c:v>7.6531799999999999</c:v>
                </c:pt>
                <c:pt idx="9225">
                  <c:v>7.3570000000000002</c:v>
                </c:pt>
                <c:pt idx="9226">
                  <c:v>7.2136300000000002</c:v>
                </c:pt>
                <c:pt idx="9227">
                  <c:v>7.3542300000000003</c:v>
                </c:pt>
                <c:pt idx="9228">
                  <c:v>7.6406900000000002</c:v>
                </c:pt>
                <c:pt idx="9229">
                  <c:v>7.8367399999999998</c:v>
                </c:pt>
                <c:pt idx="9230">
                  <c:v>7.9347599999999998</c:v>
                </c:pt>
                <c:pt idx="9231">
                  <c:v>8.0683699999999998</c:v>
                </c:pt>
                <c:pt idx="9232">
                  <c:v>8.1791300000000007</c:v>
                </c:pt>
                <c:pt idx="9233">
                  <c:v>7.6108700000000002</c:v>
                </c:pt>
                <c:pt idx="9234">
                  <c:v>7.4201199999999998</c:v>
                </c:pt>
                <c:pt idx="9235">
                  <c:v>7.7359</c:v>
                </c:pt>
                <c:pt idx="9236">
                  <c:v>7.5252600000000003</c:v>
                </c:pt>
                <c:pt idx="9237">
                  <c:v>7.3438100000000004</c:v>
                </c:pt>
                <c:pt idx="9238">
                  <c:v>7.4298299999999999</c:v>
                </c:pt>
                <c:pt idx="9239">
                  <c:v>7.7485200000000001</c:v>
                </c:pt>
                <c:pt idx="9240">
                  <c:v>7.98062</c:v>
                </c:pt>
                <c:pt idx="9241">
                  <c:v>7.9340200000000003</c:v>
                </c:pt>
                <c:pt idx="9242">
                  <c:v>7.7260799999999996</c:v>
                </c:pt>
                <c:pt idx="9243">
                  <c:v>7.7535400000000001</c:v>
                </c:pt>
                <c:pt idx="9244">
                  <c:v>8.1893999999999991</c:v>
                </c:pt>
                <c:pt idx="9245">
                  <c:v>8.8526299999999996</c:v>
                </c:pt>
                <c:pt idx="9246">
                  <c:v>9.1419300000000003</c:v>
                </c:pt>
                <c:pt idx="9247">
                  <c:v>8.9055400000000002</c:v>
                </c:pt>
                <c:pt idx="9248">
                  <c:v>8.8790600000000008</c:v>
                </c:pt>
                <c:pt idx="9249">
                  <c:v>8.71401</c:v>
                </c:pt>
                <c:pt idx="9250">
                  <c:v>8.4192400000000003</c:v>
                </c:pt>
                <c:pt idx="9251">
                  <c:v>8.2413299999999996</c:v>
                </c:pt>
                <c:pt idx="9252">
                  <c:v>8.2731899999999996</c:v>
                </c:pt>
                <c:pt idx="9253">
                  <c:v>8.17943</c:v>
                </c:pt>
                <c:pt idx="9254">
                  <c:v>7.9871499999999997</c:v>
                </c:pt>
                <c:pt idx="9255">
                  <c:v>8.1833399999999994</c:v>
                </c:pt>
                <c:pt idx="9256">
                  <c:v>8.0336700000000008</c:v>
                </c:pt>
                <c:pt idx="9257">
                  <c:v>7.7133399999999996</c:v>
                </c:pt>
                <c:pt idx="9258">
                  <c:v>7.7929599999999999</c:v>
                </c:pt>
                <c:pt idx="9259">
                  <c:v>7.92537</c:v>
                </c:pt>
                <c:pt idx="9260">
                  <c:v>8.0046300000000006</c:v>
                </c:pt>
                <c:pt idx="9261">
                  <c:v>8.0781399999999994</c:v>
                </c:pt>
                <c:pt idx="9262">
                  <c:v>7.8190900000000001</c:v>
                </c:pt>
                <c:pt idx="9263">
                  <c:v>7.6242000000000001</c:v>
                </c:pt>
                <c:pt idx="9264">
                  <c:v>7.5749399999999998</c:v>
                </c:pt>
                <c:pt idx="9265">
                  <c:v>7.3897599999999999</c:v>
                </c:pt>
                <c:pt idx="9266">
                  <c:v>7.3420800000000002</c:v>
                </c:pt>
                <c:pt idx="9267">
                  <c:v>7.6647100000000004</c:v>
                </c:pt>
                <c:pt idx="9268">
                  <c:v>7.8384799999999997</c:v>
                </c:pt>
                <c:pt idx="9269">
                  <c:v>7.79521</c:v>
                </c:pt>
                <c:pt idx="9270">
                  <c:v>7.8497599999999998</c:v>
                </c:pt>
                <c:pt idx="9271">
                  <c:v>7.6932099999999997</c:v>
                </c:pt>
                <c:pt idx="9272">
                  <c:v>7.7533200000000004</c:v>
                </c:pt>
                <c:pt idx="9273">
                  <c:v>7.8265099999999999</c:v>
                </c:pt>
                <c:pt idx="9274">
                  <c:v>7.8364599999999998</c:v>
                </c:pt>
                <c:pt idx="9275">
                  <c:v>8.1773799999999994</c:v>
                </c:pt>
                <c:pt idx="9276">
                  <c:v>8.2423300000000008</c:v>
                </c:pt>
                <c:pt idx="9277">
                  <c:v>8.2415900000000004</c:v>
                </c:pt>
                <c:pt idx="9278">
                  <c:v>7.9630400000000003</c:v>
                </c:pt>
                <c:pt idx="9279">
                  <c:v>7.7369300000000001</c:v>
                </c:pt>
                <c:pt idx="9280">
                  <c:v>7.8943899999999996</c:v>
                </c:pt>
                <c:pt idx="9281">
                  <c:v>8.0000199999999992</c:v>
                </c:pt>
                <c:pt idx="9282">
                  <c:v>8.1767299999999992</c:v>
                </c:pt>
                <c:pt idx="9283">
                  <c:v>8.2788000000000004</c:v>
                </c:pt>
                <c:pt idx="9284">
                  <c:v>8.4441299999999995</c:v>
                </c:pt>
                <c:pt idx="9285">
                  <c:v>8.5925600000000006</c:v>
                </c:pt>
                <c:pt idx="9286">
                  <c:v>8.5312999999999999</c:v>
                </c:pt>
                <c:pt idx="9287">
                  <c:v>8.5166000000000004</c:v>
                </c:pt>
                <c:pt idx="9288">
                  <c:v>8.4681099999999994</c:v>
                </c:pt>
                <c:pt idx="9289">
                  <c:v>8.42042</c:v>
                </c:pt>
                <c:pt idx="9290">
                  <c:v>8.6091800000000003</c:v>
                </c:pt>
                <c:pt idx="9291">
                  <c:v>8.6085899999999995</c:v>
                </c:pt>
                <c:pt idx="9292">
                  <c:v>8.5741899999999998</c:v>
                </c:pt>
                <c:pt idx="9293">
                  <c:v>8.7519600000000004</c:v>
                </c:pt>
                <c:pt idx="9294">
                  <c:v>8.9621300000000002</c:v>
                </c:pt>
                <c:pt idx="9295">
                  <c:v>9.0030599999999996</c:v>
                </c:pt>
                <c:pt idx="9296">
                  <c:v>8.6364900000000002</c:v>
                </c:pt>
                <c:pt idx="9297">
                  <c:v>8.2629000000000001</c:v>
                </c:pt>
                <c:pt idx="9298">
                  <c:v>8.0903600000000004</c:v>
                </c:pt>
                <c:pt idx="9299">
                  <c:v>7.8636799999999996</c:v>
                </c:pt>
                <c:pt idx="9300">
                  <c:v>7.6037299999999997</c:v>
                </c:pt>
                <c:pt idx="9301">
                  <c:v>7.8909700000000003</c:v>
                </c:pt>
                <c:pt idx="9302">
                  <c:v>8.1525700000000008</c:v>
                </c:pt>
                <c:pt idx="9303">
                  <c:v>8.1096000000000004</c:v>
                </c:pt>
                <c:pt idx="9304">
                  <c:v>8.0760000000000005</c:v>
                </c:pt>
                <c:pt idx="9305">
                  <c:v>8.0427300000000006</c:v>
                </c:pt>
                <c:pt idx="9306">
                  <c:v>8.3322400000000005</c:v>
                </c:pt>
                <c:pt idx="9307">
                  <c:v>8.8280799999999999</c:v>
                </c:pt>
                <c:pt idx="9308">
                  <c:v>8.7595500000000008</c:v>
                </c:pt>
                <c:pt idx="9309">
                  <c:v>8.4877900000000004</c:v>
                </c:pt>
                <c:pt idx="9310">
                  <c:v>8.4885000000000002</c:v>
                </c:pt>
                <c:pt idx="9311">
                  <c:v>8.7004300000000008</c:v>
                </c:pt>
                <c:pt idx="9312">
                  <c:v>8.5946499999999997</c:v>
                </c:pt>
                <c:pt idx="9313">
                  <c:v>8.4901999999999997</c:v>
                </c:pt>
                <c:pt idx="9314">
                  <c:v>8.4828600000000005</c:v>
                </c:pt>
                <c:pt idx="9315">
                  <c:v>8.1151400000000002</c:v>
                </c:pt>
                <c:pt idx="9316">
                  <c:v>8.04054</c:v>
                </c:pt>
                <c:pt idx="9317">
                  <c:v>8.1925100000000004</c:v>
                </c:pt>
                <c:pt idx="9318">
                  <c:v>8.3260100000000001</c:v>
                </c:pt>
                <c:pt idx="9319">
                  <c:v>8.2389899999999994</c:v>
                </c:pt>
                <c:pt idx="9320">
                  <c:v>8.31067</c:v>
                </c:pt>
                <c:pt idx="9321">
                  <c:v>8.2399799999999992</c:v>
                </c:pt>
                <c:pt idx="9322">
                  <c:v>7.74831</c:v>
                </c:pt>
                <c:pt idx="9323">
                  <c:v>7.5819200000000002</c:v>
                </c:pt>
                <c:pt idx="9324">
                  <c:v>7.9378000000000002</c:v>
                </c:pt>
                <c:pt idx="9325">
                  <c:v>7.7046799999999998</c:v>
                </c:pt>
                <c:pt idx="9326">
                  <c:v>7.4588999999999999</c:v>
                </c:pt>
                <c:pt idx="9327">
                  <c:v>7.7727500000000003</c:v>
                </c:pt>
                <c:pt idx="9328">
                  <c:v>8.2332199999999993</c:v>
                </c:pt>
                <c:pt idx="9329">
                  <c:v>8.2789400000000004</c:v>
                </c:pt>
                <c:pt idx="9330">
                  <c:v>8.1250599999999995</c:v>
                </c:pt>
                <c:pt idx="9331">
                  <c:v>8.0434800000000006</c:v>
                </c:pt>
                <c:pt idx="9332">
                  <c:v>8.2373499999999993</c:v>
                </c:pt>
                <c:pt idx="9333">
                  <c:v>8.2549499999999991</c:v>
                </c:pt>
                <c:pt idx="9334">
                  <c:v>8.1471199999999993</c:v>
                </c:pt>
                <c:pt idx="9335">
                  <c:v>8.1632400000000001</c:v>
                </c:pt>
                <c:pt idx="9336">
                  <c:v>8.1354500000000005</c:v>
                </c:pt>
                <c:pt idx="9337">
                  <c:v>8.1749100000000006</c:v>
                </c:pt>
                <c:pt idx="9338">
                  <c:v>8.1773199999999999</c:v>
                </c:pt>
                <c:pt idx="9339">
                  <c:v>8.2239799999999992</c:v>
                </c:pt>
                <c:pt idx="9340">
                  <c:v>8.3602600000000002</c:v>
                </c:pt>
                <c:pt idx="9341">
                  <c:v>8.1917799999999996</c:v>
                </c:pt>
                <c:pt idx="9342">
                  <c:v>7.8287500000000003</c:v>
                </c:pt>
                <c:pt idx="9343">
                  <c:v>7.6856499999999999</c:v>
                </c:pt>
                <c:pt idx="9344">
                  <c:v>7.7797499999999999</c:v>
                </c:pt>
                <c:pt idx="9345">
                  <c:v>7.8610100000000003</c:v>
                </c:pt>
                <c:pt idx="9346">
                  <c:v>8.09802</c:v>
                </c:pt>
                <c:pt idx="9347">
                  <c:v>8.4184199999999993</c:v>
                </c:pt>
                <c:pt idx="9348">
                  <c:v>8.5003299999999999</c:v>
                </c:pt>
                <c:pt idx="9349">
                  <c:v>8.63673</c:v>
                </c:pt>
                <c:pt idx="9350">
                  <c:v>8.7477599999999995</c:v>
                </c:pt>
                <c:pt idx="9351">
                  <c:v>8.6215700000000002</c:v>
                </c:pt>
                <c:pt idx="9352">
                  <c:v>8.3275600000000001</c:v>
                </c:pt>
                <c:pt idx="9353">
                  <c:v>8.3932400000000005</c:v>
                </c:pt>
                <c:pt idx="9354">
                  <c:v>8.3681199999999993</c:v>
                </c:pt>
                <c:pt idx="9355">
                  <c:v>8.51112</c:v>
                </c:pt>
                <c:pt idx="9356">
                  <c:v>8.6146600000000007</c:v>
                </c:pt>
                <c:pt idx="9357">
                  <c:v>8.8040400000000005</c:v>
                </c:pt>
                <c:pt idx="9358">
                  <c:v>8.8399300000000007</c:v>
                </c:pt>
                <c:pt idx="9359">
                  <c:v>8.9377099999999992</c:v>
                </c:pt>
                <c:pt idx="9360">
                  <c:v>8.7684300000000004</c:v>
                </c:pt>
                <c:pt idx="9361">
                  <c:v>8.5990800000000007</c:v>
                </c:pt>
                <c:pt idx="9362">
                  <c:v>8.3523399999999999</c:v>
                </c:pt>
                <c:pt idx="9363">
                  <c:v>8.2478800000000003</c:v>
                </c:pt>
                <c:pt idx="9364">
                  <c:v>8.69801</c:v>
                </c:pt>
                <c:pt idx="9365">
                  <c:v>9.0331299999999999</c:v>
                </c:pt>
                <c:pt idx="9366">
                  <c:v>8.7957999999999998</c:v>
                </c:pt>
                <c:pt idx="9367">
                  <c:v>8.3984400000000008</c:v>
                </c:pt>
                <c:pt idx="9368">
                  <c:v>8.1147600000000004</c:v>
                </c:pt>
                <c:pt idx="9369">
                  <c:v>8.1465999999999994</c:v>
                </c:pt>
                <c:pt idx="9370">
                  <c:v>7.9460699999999997</c:v>
                </c:pt>
                <c:pt idx="9371">
                  <c:v>7.7242199999999999</c:v>
                </c:pt>
                <c:pt idx="9372">
                  <c:v>7.85365</c:v>
                </c:pt>
                <c:pt idx="9373">
                  <c:v>8.0363000000000007</c:v>
                </c:pt>
                <c:pt idx="9374">
                  <c:v>8.1189800000000005</c:v>
                </c:pt>
                <c:pt idx="9375">
                  <c:v>8.0303100000000001</c:v>
                </c:pt>
                <c:pt idx="9376">
                  <c:v>7.9805799999999998</c:v>
                </c:pt>
                <c:pt idx="9377">
                  <c:v>8.3564600000000002</c:v>
                </c:pt>
                <c:pt idx="9378">
                  <c:v>8.5840300000000003</c:v>
                </c:pt>
                <c:pt idx="9379">
                  <c:v>8.5959699999999994</c:v>
                </c:pt>
                <c:pt idx="9380">
                  <c:v>8.6415799999999994</c:v>
                </c:pt>
                <c:pt idx="9381">
                  <c:v>8.5345099999999992</c:v>
                </c:pt>
                <c:pt idx="9382">
                  <c:v>8.4139499999999998</c:v>
                </c:pt>
                <c:pt idx="9383">
                  <c:v>8.4440899999999992</c:v>
                </c:pt>
                <c:pt idx="9384">
                  <c:v>8.6088500000000003</c:v>
                </c:pt>
                <c:pt idx="9385">
                  <c:v>8.5808</c:v>
                </c:pt>
                <c:pt idx="9386">
                  <c:v>8.3896999999999995</c:v>
                </c:pt>
                <c:pt idx="9387">
                  <c:v>8.1890300000000007</c:v>
                </c:pt>
                <c:pt idx="9388">
                  <c:v>8.2373399999999997</c:v>
                </c:pt>
                <c:pt idx="9389">
                  <c:v>8.6846499999999995</c:v>
                </c:pt>
                <c:pt idx="9390">
                  <c:v>8.8328199999999999</c:v>
                </c:pt>
                <c:pt idx="9391">
                  <c:v>8.5131899999999998</c:v>
                </c:pt>
                <c:pt idx="9392">
                  <c:v>8.1714500000000001</c:v>
                </c:pt>
                <c:pt idx="9393">
                  <c:v>7.9825999999999997</c:v>
                </c:pt>
                <c:pt idx="9394">
                  <c:v>7.9054000000000002</c:v>
                </c:pt>
                <c:pt idx="9395">
                  <c:v>7.9022600000000001</c:v>
                </c:pt>
                <c:pt idx="9396">
                  <c:v>7.8726900000000004</c:v>
                </c:pt>
                <c:pt idx="9397">
                  <c:v>8.0710700000000006</c:v>
                </c:pt>
                <c:pt idx="9398">
                  <c:v>8.5174400000000006</c:v>
                </c:pt>
                <c:pt idx="9399">
                  <c:v>8.7618200000000002</c:v>
                </c:pt>
                <c:pt idx="9400">
                  <c:v>8.6820599999999999</c:v>
                </c:pt>
                <c:pt idx="9401">
                  <c:v>8.7932100000000002</c:v>
                </c:pt>
                <c:pt idx="9402">
                  <c:v>8.6918299999999995</c:v>
                </c:pt>
                <c:pt idx="9403">
                  <c:v>8.3998399999999993</c:v>
                </c:pt>
                <c:pt idx="9404">
                  <c:v>8.4401100000000007</c:v>
                </c:pt>
                <c:pt idx="9405">
                  <c:v>8.5436800000000002</c:v>
                </c:pt>
                <c:pt idx="9406">
                  <c:v>8.7600499999999997</c:v>
                </c:pt>
                <c:pt idx="9407">
                  <c:v>8.6603200000000005</c:v>
                </c:pt>
                <c:pt idx="9408">
                  <c:v>8.3326600000000006</c:v>
                </c:pt>
                <c:pt idx="9409">
                  <c:v>8.2759499999999999</c:v>
                </c:pt>
                <c:pt idx="9410">
                  <c:v>8.0577799999999993</c:v>
                </c:pt>
                <c:pt idx="9411">
                  <c:v>8.0203500000000005</c:v>
                </c:pt>
                <c:pt idx="9412">
                  <c:v>8.5740700000000007</c:v>
                </c:pt>
                <c:pt idx="9413">
                  <c:v>8.5767000000000007</c:v>
                </c:pt>
                <c:pt idx="9414">
                  <c:v>8.2848199999999999</c:v>
                </c:pt>
                <c:pt idx="9415">
                  <c:v>8.2399199999999997</c:v>
                </c:pt>
                <c:pt idx="9416">
                  <c:v>8.3313199999999998</c:v>
                </c:pt>
                <c:pt idx="9417">
                  <c:v>8.4236400000000007</c:v>
                </c:pt>
                <c:pt idx="9418">
                  <c:v>8.3162199999999995</c:v>
                </c:pt>
                <c:pt idx="9419">
                  <c:v>8.1540300000000006</c:v>
                </c:pt>
                <c:pt idx="9420">
                  <c:v>8.3374799999999993</c:v>
                </c:pt>
                <c:pt idx="9421">
                  <c:v>8.4491499999999995</c:v>
                </c:pt>
                <c:pt idx="9422">
                  <c:v>8.5182000000000002</c:v>
                </c:pt>
                <c:pt idx="9423">
                  <c:v>8.6470599999999997</c:v>
                </c:pt>
                <c:pt idx="9424">
                  <c:v>8.86205</c:v>
                </c:pt>
                <c:pt idx="9425">
                  <c:v>8.8644300000000005</c:v>
                </c:pt>
                <c:pt idx="9426">
                  <c:v>9.0920100000000001</c:v>
                </c:pt>
                <c:pt idx="9427">
                  <c:v>9.1525599999999994</c:v>
                </c:pt>
                <c:pt idx="9428">
                  <c:v>8.9919700000000002</c:v>
                </c:pt>
                <c:pt idx="9429">
                  <c:v>9.0248200000000001</c:v>
                </c:pt>
                <c:pt idx="9430">
                  <c:v>8.9384399999999999</c:v>
                </c:pt>
                <c:pt idx="9431">
                  <c:v>8.5899400000000004</c:v>
                </c:pt>
                <c:pt idx="9432">
                  <c:v>8.3883600000000005</c:v>
                </c:pt>
                <c:pt idx="9433">
                  <c:v>8.51023</c:v>
                </c:pt>
                <c:pt idx="9434">
                  <c:v>8.5108899999999998</c:v>
                </c:pt>
                <c:pt idx="9435">
                  <c:v>8.6635799999999996</c:v>
                </c:pt>
                <c:pt idx="9436">
                  <c:v>8.5820600000000002</c:v>
                </c:pt>
                <c:pt idx="9437">
                  <c:v>8.4632900000000006</c:v>
                </c:pt>
                <c:pt idx="9438">
                  <c:v>8.3625699999999998</c:v>
                </c:pt>
                <c:pt idx="9439">
                  <c:v>8.4026700000000005</c:v>
                </c:pt>
                <c:pt idx="9440">
                  <c:v>8.3854799999999994</c:v>
                </c:pt>
                <c:pt idx="9441">
                  <c:v>8.5252300000000005</c:v>
                </c:pt>
                <c:pt idx="9442">
                  <c:v>8.7123000000000008</c:v>
                </c:pt>
                <c:pt idx="9443">
                  <c:v>8.6476600000000001</c:v>
                </c:pt>
                <c:pt idx="9444">
                  <c:v>8.4306199999999993</c:v>
                </c:pt>
                <c:pt idx="9445">
                  <c:v>8.2189300000000003</c:v>
                </c:pt>
                <c:pt idx="9446">
                  <c:v>8.2200799999999994</c:v>
                </c:pt>
                <c:pt idx="9447">
                  <c:v>8.6056100000000004</c:v>
                </c:pt>
                <c:pt idx="9448">
                  <c:v>8.8246599999999997</c:v>
                </c:pt>
                <c:pt idx="9449">
                  <c:v>9.1183899999999998</c:v>
                </c:pt>
                <c:pt idx="9450">
                  <c:v>9.2685600000000008</c:v>
                </c:pt>
                <c:pt idx="9451">
                  <c:v>9.5516000000000005</c:v>
                </c:pt>
                <c:pt idx="9452">
                  <c:v>9.5176800000000004</c:v>
                </c:pt>
                <c:pt idx="9453">
                  <c:v>8.8847199999999997</c:v>
                </c:pt>
                <c:pt idx="9454">
                  <c:v>8.6587800000000001</c:v>
                </c:pt>
                <c:pt idx="9455">
                  <c:v>8.7047299999999996</c:v>
                </c:pt>
                <c:pt idx="9456">
                  <c:v>8.7692499999999995</c:v>
                </c:pt>
                <c:pt idx="9457">
                  <c:v>9.1801600000000008</c:v>
                </c:pt>
                <c:pt idx="9458">
                  <c:v>9.3186499999999999</c:v>
                </c:pt>
                <c:pt idx="9459">
                  <c:v>9.16465</c:v>
                </c:pt>
                <c:pt idx="9460">
                  <c:v>9.2117799999999992</c:v>
                </c:pt>
                <c:pt idx="9461">
                  <c:v>8.88429</c:v>
                </c:pt>
                <c:pt idx="9462">
                  <c:v>8.5514200000000002</c:v>
                </c:pt>
                <c:pt idx="9463">
                  <c:v>8.3780999999999999</c:v>
                </c:pt>
                <c:pt idx="9464">
                  <c:v>8.3556600000000003</c:v>
                </c:pt>
                <c:pt idx="9465">
                  <c:v>8.4550999999999998</c:v>
                </c:pt>
                <c:pt idx="9466">
                  <c:v>8.4736600000000006</c:v>
                </c:pt>
                <c:pt idx="9467">
                  <c:v>8.5910899999999994</c:v>
                </c:pt>
                <c:pt idx="9468">
                  <c:v>8.7789599999999997</c:v>
                </c:pt>
                <c:pt idx="9469">
                  <c:v>8.9891799999999993</c:v>
                </c:pt>
                <c:pt idx="9470">
                  <c:v>9.2375000000000007</c:v>
                </c:pt>
                <c:pt idx="9471">
                  <c:v>9.2572299999999998</c:v>
                </c:pt>
                <c:pt idx="9472">
                  <c:v>9.3825099999999999</c:v>
                </c:pt>
                <c:pt idx="9473">
                  <c:v>9.83582</c:v>
                </c:pt>
                <c:pt idx="9474">
                  <c:v>10.377800000000001</c:v>
                </c:pt>
                <c:pt idx="9475">
                  <c:v>10.589499999999999</c:v>
                </c:pt>
                <c:pt idx="9476">
                  <c:v>10.815</c:v>
                </c:pt>
                <c:pt idx="9477">
                  <c:v>10.8405</c:v>
                </c:pt>
                <c:pt idx="9478">
                  <c:v>10.667199999999999</c:v>
                </c:pt>
                <c:pt idx="9479">
                  <c:v>10.8925</c:v>
                </c:pt>
                <c:pt idx="9480">
                  <c:v>10.983599999999999</c:v>
                </c:pt>
                <c:pt idx="9481">
                  <c:v>11.1967</c:v>
                </c:pt>
                <c:pt idx="9482">
                  <c:v>11.6731</c:v>
                </c:pt>
                <c:pt idx="9483">
                  <c:v>12.0166</c:v>
                </c:pt>
                <c:pt idx="9484">
                  <c:v>11.9201</c:v>
                </c:pt>
                <c:pt idx="9485">
                  <c:v>11.3508</c:v>
                </c:pt>
                <c:pt idx="9486">
                  <c:v>10.810700000000001</c:v>
                </c:pt>
                <c:pt idx="9487">
                  <c:v>10.1633</c:v>
                </c:pt>
                <c:pt idx="9488">
                  <c:v>9.88645</c:v>
                </c:pt>
                <c:pt idx="9489">
                  <c:v>9.6843000000000004</c:v>
                </c:pt>
                <c:pt idx="9490">
                  <c:v>9.4143600000000003</c:v>
                </c:pt>
                <c:pt idx="9491">
                  <c:v>9.3891899999999993</c:v>
                </c:pt>
                <c:pt idx="9492">
                  <c:v>9.3081200000000006</c:v>
                </c:pt>
                <c:pt idx="9493">
                  <c:v>9.1150599999999997</c:v>
                </c:pt>
                <c:pt idx="9494">
                  <c:v>8.9802</c:v>
                </c:pt>
                <c:pt idx="9495">
                  <c:v>8.6750100000000003</c:v>
                </c:pt>
                <c:pt idx="9496">
                  <c:v>8.7149000000000001</c:v>
                </c:pt>
                <c:pt idx="9497">
                  <c:v>8.8843200000000007</c:v>
                </c:pt>
                <c:pt idx="9498">
                  <c:v>8.7888500000000001</c:v>
                </c:pt>
                <c:pt idx="9499">
                  <c:v>8.5343099999999996</c:v>
                </c:pt>
                <c:pt idx="9500">
                  <c:v>8.4306000000000001</c:v>
                </c:pt>
                <c:pt idx="9501">
                  <c:v>8.6923999999999992</c:v>
                </c:pt>
                <c:pt idx="9502">
                  <c:v>8.7914100000000008</c:v>
                </c:pt>
                <c:pt idx="9503">
                  <c:v>8.8109099999999998</c:v>
                </c:pt>
                <c:pt idx="9504">
                  <c:v>8.6906599999999994</c:v>
                </c:pt>
                <c:pt idx="9505">
                  <c:v>8.4840400000000002</c:v>
                </c:pt>
                <c:pt idx="9506">
                  <c:v>8.4682700000000004</c:v>
                </c:pt>
                <c:pt idx="9507">
                  <c:v>8.2810600000000001</c:v>
                </c:pt>
                <c:pt idx="9508">
                  <c:v>7.6316199999999998</c:v>
                </c:pt>
                <c:pt idx="9509">
                  <c:v>7.4505999999999997</c:v>
                </c:pt>
                <c:pt idx="9510">
                  <c:v>7.8369900000000001</c:v>
                </c:pt>
                <c:pt idx="9511">
                  <c:v>8.0713000000000008</c:v>
                </c:pt>
                <c:pt idx="9512">
                  <c:v>8.1512399999999996</c:v>
                </c:pt>
                <c:pt idx="9513">
                  <c:v>8.1964100000000002</c:v>
                </c:pt>
                <c:pt idx="9514">
                  <c:v>8.2351399999999995</c:v>
                </c:pt>
                <c:pt idx="9515">
                  <c:v>8.0590299999999999</c:v>
                </c:pt>
                <c:pt idx="9516">
                  <c:v>8.1551200000000001</c:v>
                </c:pt>
                <c:pt idx="9517">
                  <c:v>8.4494000000000007</c:v>
                </c:pt>
                <c:pt idx="9518">
                  <c:v>8.5041200000000003</c:v>
                </c:pt>
                <c:pt idx="9519">
                  <c:v>8.2554599999999994</c:v>
                </c:pt>
                <c:pt idx="9520">
                  <c:v>8.2478599999999993</c:v>
                </c:pt>
                <c:pt idx="9521">
                  <c:v>8.5701999999999998</c:v>
                </c:pt>
                <c:pt idx="9522">
                  <c:v>8.4166000000000007</c:v>
                </c:pt>
                <c:pt idx="9523">
                  <c:v>8.3914299999999997</c:v>
                </c:pt>
                <c:pt idx="9524">
                  <c:v>8.4051600000000004</c:v>
                </c:pt>
                <c:pt idx="9525">
                  <c:v>8.5475600000000007</c:v>
                </c:pt>
                <c:pt idx="9526">
                  <c:v>8.5740099999999995</c:v>
                </c:pt>
                <c:pt idx="9527">
                  <c:v>8.4163800000000002</c:v>
                </c:pt>
                <c:pt idx="9528">
                  <c:v>8.4641000000000002</c:v>
                </c:pt>
                <c:pt idx="9529">
                  <c:v>8.5283700000000007</c:v>
                </c:pt>
                <c:pt idx="9530">
                  <c:v>8.7124799999999993</c:v>
                </c:pt>
                <c:pt idx="9531">
                  <c:v>8.5720200000000002</c:v>
                </c:pt>
                <c:pt idx="9532">
                  <c:v>8.4202999999999992</c:v>
                </c:pt>
                <c:pt idx="9533">
                  <c:v>8.5548199999999994</c:v>
                </c:pt>
                <c:pt idx="9534">
                  <c:v>8.7423500000000001</c:v>
                </c:pt>
                <c:pt idx="9535">
                  <c:v>8.8189600000000006</c:v>
                </c:pt>
                <c:pt idx="9536">
                  <c:v>9.16859</c:v>
                </c:pt>
                <c:pt idx="9537">
                  <c:v>9.5999599999999994</c:v>
                </c:pt>
                <c:pt idx="9538">
                  <c:v>9.76905</c:v>
                </c:pt>
                <c:pt idx="9539">
                  <c:v>9.6471900000000002</c:v>
                </c:pt>
                <c:pt idx="9540">
                  <c:v>9.4326000000000008</c:v>
                </c:pt>
                <c:pt idx="9541">
                  <c:v>9.1644900000000007</c:v>
                </c:pt>
                <c:pt idx="9542">
                  <c:v>9.0422700000000003</c:v>
                </c:pt>
                <c:pt idx="9543">
                  <c:v>9.2802399999999992</c:v>
                </c:pt>
                <c:pt idx="9544">
                  <c:v>9.5138400000000001</c:v>
                </c:pt>
                <c:pt idx="9545">
                  <c:v>9.3664500000000004</c:v>
                </c:pt>
                <c:pt idx="9546">
                  <c:v>9.4965700000000002</c:v>
                </c:pt>
                <c:pt idx="9547">
                  <c:v>9.5341400000000007</c:v>
                </c:pt>
                <c:pt idx="9548">
                  <c:v>9.6972400000000007</c:v>
                </c:pt>
                <c:pt idx="9549">
                  <c:v>10.083399999999999</c:v>
                </c:pt>
                <c:pt idx="9550">
                  <c:v>10.0403</c:v>
                </c:pt>
                <c:pt idx="9551">
                  <c:v>10.2925</c:v>
                </c:pt>
                <c:pt idx="9552">
                  <c:v>10.6236</c:v>
                </c:pt>
                <c:pt idx="9553">
                  <c:v>10.378500000000001</c:v>
                </c:pt>
                <c:pt idx="9554">
                  <c:v>9.9611800000000006</c:v>
                </c:pt>
                <c:pt idx="9555">
                  <c:v>9.7112099999999995</c:v>
                </c:pt>
                <c:pt idx="9556">
                  <c:v>9.6572200000000006</c:v>
                </c:pt>
                <c:pt idx="9557">
                  <c:v>9.5670699999999993</c:v>
                </c:pt>
                <c:pt idx="9558">
                  <c:v>9.4413999999999998</c:v>
                </c:pt>
                <c:pt idx="9559">
                  <c:v>9.4654500000000006</c:v>
                </c:pt>
                <c:pt idx="9560">
                  <c:v>9.7987099999999998</c:v>
                </c:pt>
                <c:pt idx="9561">
                  <c:v>10.168799999999999</c:v>
                </c:pt>
                <c:pt idx="9562">
                  <c:v>10.1591</c:v>
                </c:pt>
                <c:pt idx="9563">
                  <c:v>10.026300000000001</c:v>
                </c:pt>
                <c:pt idx="9564">
                  <c:v>10.0898</c:v>
                </c:pt>
                <c:pt idx="9565">
                  <c:v>10.025600000000001</c:v>
                </c:pt>
                <c:pt idx="9566">
                  <c:v>10.2041</c:v>
                </c:pt>
                <c:pt idx="9567">
                  <c:v>10.7653</c:v>
                </c:pt>
                <c:pt idx="9568">
                  <c:v>10.917199999999999</c:v>
                </c:pt>
                <c:pt idx="9569">
                  <c:v>11.1976</c:v>
                </c:pt>
                <c:pt idx="9570">
                  <c:v>11.7097</c:v>
                </c:pt>
                <c:pt idx="9571">
                  <c:v>12.033200000000001</c:v>
                </c:pt>
                <c:pt idx="9572">
                  <c:v>11.893700000000001</c:v>
                </c:pt>
                <c:pt idx="9573">
                  <c:v>11.6235</c:v>
                </c:pt>
                <c:pt idx="9574">
                  <c:v>11.552199999999999</c:v>
                </c:pt>
                <c:pt idx="9575">
                  <c:v>11.304399999999999</c:v>
                </c:pt>
                <c:pt idx="9576">
                  <c:v>10.951499999999999</c:v>
                </c:pt>
                <c:pt idx="9577">
                  <c:v>11.130800000000001</c:v>
                </c:pt>
                <c:pt idx="9578">
                  <c:v>11.000500000000001</c:v>
                </c:pt>
                <c:pt idx="9579">
                  <c:v>10.5375</c:v>
                </c:pt>
                <c:pt idx="9580">
                  <c:v>9.9741</c:v>
                </c:pt>
                <c:pt idx="9581">
                  <c:v>9.8074999999999992</c:v>
                </c:pt>
                <c:pt idx="9582">
                  <c:v>10.019500000000001</c:v>
                </c:pt>
                <c:pt idx="9583">
                  <c:v>9.7277799999999992</c:v>
                </c:pt>
                <c:pt idx="9584">
                  <c:v>9.4882799999999996</c:v>
                </c:pt>
                <c:pt idx="9585">
                  <c:v>9.7237100000000005</c:v>
                </c:pt>
                <c:pt idx="9586">
                  <c:v>9.9978499999999997</c:v>
                </c:pt>
                <c:pt idx="9587">
                  <c:v>10.172700000000001</c:v>
                </c:pt>
                <c:pt idx="9588">
                  <c:v>10.082800000000001</c:v>
                </c:pt>
                <c:pt idx="9589">
                  <c:v>9.86266</c:v>
                </c:pt>
                <c:pt idx="9590">
                  <c:v>9.6349199999999993</c:v>
                </c:pt>
                <c:pt idx="9591">
                  <c:v>9.6635899999999992</c:v>
                </c:pt>
                <c:pt idx="9592">
                  <c:v>9.7447800000000004</c:v>
                </c:pt>
                <c:pt idx="9593">
                  <c:v>9.6973800000000008</c:v>
                </c:pt>
                <c:pt idx="9594">
                  <c:v>9.5363799999999994</c:v>
                </c:pt>
                <c:pt idx="9595">
                  <c:v>9.1960300000000004</c:v>
                </c:pt>
                <c:pt idx="9596">
                  <c:v>9.2622300000000006</c:v>
                </c:pt>
                <c:pt idx="9597">
                  <c:v>9.4277899999999999</c:v>
                </c:pt>
                <c:pt idx="9598">
                  <c:v>9.0422799999999999</c:v>
                </c:pt>
                <c:pt idx="9599">
                  <c:v>9.0147600000000008</c:v>
                </c:pt>
                <c:pt idx="9600">
                  <c:v>9.2627299999999995</c:v>
                </c:pt>
                <c:pt idx="9601">
                  <c:v>9.3619699999999995</c:v>
                </c:pt>
                <c:pt idx="9602">
                  <c:v>9.5632800000000007</c:v>
                </c:pt>
                <c:pt idx="9603">
                  <c:v>9.6662499999999998</c:v>
                </c:pt>
                <c:pt idx="9604">
                  <c:v>9.6699199999999994</c:v>
                </c:pt>
                <c:pt idx="9605">
                  <c:v>9.9982699999999998</c:v>
                </c:pt>
                <c:pt idx="9606">
                  <c:v>10.328099999999999</c:v>
                </c:pt>
                <c:pt idx="9607">
                  <c:v>10.497400000000001</c:v>
                </c:pt>
                <c:pt idx="9608">
                  <c:v>10.630699999999999</c:v>
                </c:pt>
                <c:pt idx="9609">
                  <c:v>10.772600000000001</c:v>
                </c:pt>
                <c:pt idx="9610">
                  <c:v>11.135899999999999</c:v>
                </c:pt>
                <c:pt idx="9611">
                  <c:v>11.0265</c:v>
                </c:pt>
                <c:pt idx="9612">
                  <c:v>10.4864</c:v>
                </c:pt>
                <c:pt idx="9613">
                  <c:v>10.2462</c:v>
                </c:pt>
                <c:pt idx="9614">
                  <c:v>10.3911</c:v>
                </c:pt>
                <c:pt idx="9615">
                  <c:v>10.7723</c:v>
                </c:pt>
                <c:pt idx="9616">
                  <c:v>11.061400000000001</c:v>
                </c:pt>
                <c:pt idx="9617">
                  <c:v>11.268700000000001</c:v>
                </c:pt>
                <c:pt idx="9618">
                  <c:v>11.1678</c:v>
                </c:pt>
                <c:pt idx="9619">
                  <c:v>11.2631</c:v>
                </c:pt>
                <c:pt idx="9620">
                  <c:v>11.431100000000001</c:v>
                </c:pt>
                <c:pt idx="9621">
                  <c:v>11.732100000000001</c:v>
                </c:pt>
                <c:pt idx="9622">
                  <c:v>12.1008</c:v>
                </c:pt>
                <c:pt idx="9623">
                  <c:v>12.2532</c:v>
                </c:pt>
                <c:pt idx="9624">
                  <c:v>12.1553</c:v>
                </c:pt>
                <c:pt idx="9625">
                  <c:v>12.2677</c:v>
                </c:pt>
                <c:pt idx="9626">
                  <c:v>12.236599999999999</c:v>
                </c:pt>
                <c:pt idx="9627">
                  <c:v>11.902900000000001</c:v>
                </c:pt>
                <c:pt idx="9628">
                  <c:v>12.1004</c:v>
                </c:pt>
                <c:pt idx="9629">
                  <c:v>12.2407</c:v>
                </c:pt>
                <c:pt idx="9630">
                  <c:v>11.813000000000001</c:v>
                </c:pt>
                <c:pt idx="9631">
                  <c:v>11.4152</c:v>
                </c:pt>
                <c:pt idx="9632">
                  <c:v>11.200799999999999</c:v>
                </c:pt>
                <c:pt idx="9633">
                  <c:v>10.9582</c:v>
                </c:pt>
                <c:pt idx="9634">
                  <c:v>10.576700000000001</c:v>
                </c:pt>
                <c:pt idx="9635">
                  <c:v>10.347</c:v>
                </c:pt>
                <c:pt idx="9636">
                  <c:v>10.215299999999999</c:v>
                </c:pt>
                <c:pt idx="9637">
                  <c:v>9.9907599999999999</c:v>
                </c:pt>
                <c:pt idx="9638">
                  <c:v>9.8511299999999995</c:v>
                </c:pt>
                <c:pt idx="9639">
                  <c:v>9.5747300000000006</c:v>
                </c:pt>
                <c:pt idx="9640">
                  <c:v>9.6019500000000004</c:v>
                </c:pt>
                <c:pt idx="9641">
                  <c:v>9.8359799999999993</c:v>
                </c:pt>
                <c:pt idx="9642">
                  <c:v>9.7990100000000009</c:v>
                </c:pt>
                <c:pt idx="9643">
                  <c:v>9.92272</c:v>
                </c:pt>
                <c:pt idx="9644">
                  <c:v>10.369400000000001</c:v>
                </c:pt>
                <c:pt idx="9645">
                  <c:v>10.5267</c:v>
                </c:pt>
                <c:pt idx="9646">
                  <c:v>10.0189</c:v>
                </c:pt>
                <c:pt idx="9647">
                  <c:v>9.3724500000000006</c:v>
                </c:pt>
                <c:pt idx="9648">
                  <c:v>9.0517599999999998</c:v>
                </c:pt>
                <c:pt idx="9649">
                  <c:v>8.9702800000000007</c:v>
                </c:pt>
                <c:pt idx="9650">
                  <c:v>9.3642800000000008</c:v>
                </c:pt>
                <c:pt idx="9651">
                  <c:v>9.7028599999999994</c:v>
                </c:pt>
                <c:pt idx="9652">
                  <c:v>9.5437899999999996</c:v>
                </c:pt>
                <c:pt idx="9653">
                  <c:v>9.2664799999999996</c:v>
                </c:pt>
                <c:pt idx="9654">
                  <c:v>9.0720299999999998</c:v>
                </c:pt>
                <c:pt idx="9655">
                  <c:v>9.2756100000000004</c:v>
                </c:pt>
                <c:pt idx="9656">
                  <c:v>9.5949000000000009</c:v>
                </c:pt>
                <c:pt idx="9657">
                  <c:v>9.6961600000000008</c:v>
                </c:pt>
                <c:pt idx="9658">
                  <c:v>9.4301499999999994</c:v>
                </c:pt>
                <c:pt idx="9659">
                  <c:v>8.8914200000000001</c:v>
                </c:pt>
                <c:pt idx="9660">
                  <c:v>8.7167200000000005</c:v>
                </c:pt>
                <c:pt idx="9661">
                  <c:v>8.8420100000000001</c:v>
                </c:pt>
                <c:pt idx="9662">
                  <c:v>8.82728</c:v>
                </c:pt>
                <c:pt idx="9663">
                  <c:v>8.8697099999999995</c:v>
                </c:pt>
                <c:pt idx="9664">
                  <c:v>9.1451399999999996</c:v>
                </c:pt>
                <c:pt idx="9665">
                  <c:v>9.4081200000000003</c:v>
                </c:pt>
                <c:pt idx="9666">
                  <c:v>9.8350200000000001</c:v>
                </c:pt>
                <c:pt idx="9667">
                  <c:v>9.7214600000000004</c:v>
                </c:pt>
                <c:pt idx="9668">
                  <c:v>9.4753299999999996</c:v>
                </c:pt>
                <c:pt idx="9669">
                  <c:v>9.4336300000000008</c:v>
                </c:pt>
                <c:pt idx="9670">
                  <c:v>9.47776</c:v>
                </c:pt>
                <c:pt idx="9671">
                  <c:v>9.5232899999999994</c:v>
                </c:pt>
                <c:pt idx="9672">
                  <c:v>9.8249200000000005</c:v>
                </c:pt>
                <c:pt idx="9673">
                  <c:v>10.2182</c:v>
                </c:pt>
                <c:pt idx="9674">
                  <c:v>9.8874700000000004</c:v>
                </c:pt>
                <c:pt idx="9675">
                  <c:v>9.4396799999999992</c:v>
                </c:pt>
                <c:pt idx="9676">
                  <c:v>9.6508000000000003</c:v>
                </c:pt>
                <c:pt idx="9677">
                  <c:v>9.9767299999999999</c:v>
                </c:pt>
                <c:pt idx="9678">
                  <c:v>9.8231999999999999</c:v>
                </c:pt>
                <c:pt idx="9679">
                  <c:v>9.8686900000000009</c:v>
                </c:pt>
                <c:pt idx="9680">
                  <c:v>9.7984200000000001</c:v>
                </c:pt>
                <c:pt idx="9681">
                  <c:v>9.4487000000000005</c:v>
                </c:pt>
                <c:pt idx="9682">
                  <c:v>9.6488200000000006</c:v>
                </c:pt>
                <c:pt idx="9683">
                  <c:v>9.8115199999999998</c:v>
                </c:pt>
                <c:pt idx="9684">
                  <c:v>9.7373399999999997</c:v>
                </c:pt>
                <c:pt idx="9685">
                  <c:v>9.9924400000000002</c:v>
                </c:pt>
                <c:pt idx="9686">
                  <c:v>10.293900000000001</c:v>
                </c:pt>
                <c:pt idx="9687">
                  <c:v>10.237500000000001</c:v>
                </c:pt>
                <c:pt idx="9688">
                  <c:v>10.2119</c:v>
                </c:pt>
                <c:pt idx="9689">
                  <c:v>10.2003</c:v>
                </c:pt>
                <c:pt idx="9690">
                  <c:v>10.0063</c:v>
                </c:pt>
                <c:pt idx="9691">
                  <c:v>9.8379300000000001</c:v>
                </c:pt>
                <c:pt idx="9692">
                  <c:v>9.7024799999999995</c:v>
                </c:pt>
                <c:pt idx="9693">
                  <c:v>9.9035600000000006</c:v>
                </c:pt>
                <c:pt idx="9694">
                  <c:v>10.1549</c:v>
                </c:pt>
                <c:pt idx="9695">
                  <c:v>10.07</c:v>
                </c:pt>
                <c:pt idx="9696">
                  <c:v>9.8429099999999998</c:v>
                </c:pt>
                <c:pt idx="9697">
                  <c:v>10.1958</c:v>
                </c:pt>
                <c:pt idx="9698">
                  <c:v>10.534599999999999</c:v>
                </c:pt>
                <c:pt idx="9699">
                  <c:v>10.534000000000001</c:v>
                </c:pt>
                <c:pt idx="9700">
                  <c:v>10.819000000000001</c:v>
                </c:pt>
                <c:pt idx="9701">
                  <c:v>10.988300000000001</c:v>
                </c:pt>
                <c:pt idx="9702">
                  <c:v>10.9354</c:v>
                </c:pt>
                <c:pt idx="9703">
                  <c:v>10.6976</c:v>
                </c:pt>
                <c:pt idx="9704">
                  <c:v>10.381500000000001</c:v>
                </c:pt>
                <c:pt idx="9705">
                  <c:v>10.395200000000001</c:v>
                </c:pt>
                <c:pt idx="9706">
                  <c:v>10.598100000000001</c:v>
                </c:pt>
                <c:pt idx="9707">
                  <c:v>10.9053</c:v>
                </c:pt>
                <c:pt idx="9708">
                  <c:v>11.1622</c:v>
                </c:pt>
                <c:pt idx="9709">
                  <c:v>11.7033</c:v>
                </c:pt>
                <c:pt idx="9710">
                  <c:v>12.4207</c:v>
                </c:pt>
                <c:pt idx="9711">
                  <c:v>13.133800000000001</c:v>
                </c:pt>
                <c:pt idx="9712">
                  <c:v>13.6404</c:v>
                </c:pt>
                <c:pt idx="9713">
                  <c:v>13.631399999999999</c:v>
                </c:pt>
                <c:pt idx="9714">
                  <c:v>13.5405</c:v>
                </c:pt>
                <c:pt idx="9715">
                  <c:v>13.3607</c:v>
                </c:pt>
                <c:pt idx="9716">
                  <c:v>13.172499999999999</c:v>
                </c:pt>
                <c:pt idx="9717">
                  <c:v>12.97</c:v>
                </c:pt>
                <c:pt idx="9718">
                  <c:v>12.628399999999999</c:v>
                </c:pt>
                <c:pt idx="9719">
                  <c:v>12.3268</c:v>
                </c:pt>
                <c:pt idx="9720">
                  <c:v>12.2493</c:v>
                </c:pt>
                <c:pt idx="9721">
                  <c:v>12.3485</c:v>
                </c:pt>
                <c:pt idx="9722">
                  <c:v>12.1854</c:v>
                </c:pt>
                <c:pt idx="9723">
                  <c:v>11.64</c:v>
                </c:pt>
                <c:pt idx="9724">
                  <c:v>11.042999999999999</c:v>
                </c:pt>
                <c:pt idx="9725">
                  <c:v>10.789300000000001</c:v>
                </c:pt>
                <c:pt idx="9726">
                  <c:v>11.0184</c:v>
                </c:pt>
                <c:pt idx="9727">
                  <c:v>11.158300000000001</c:v>
                </c:pt>
                <c:pt idx="9728">
                  <c:v>11.0261</c:v>
                </c:pt>
                <c:pt idx="9729">
                  <c:v>10.695499999999999</c:v>
                </c:pt>
                <c:pt idx="9730">
                  <c:v>10.108000000000001</c:v>
                </c:pt>
                <c:pt idx="9731">
                  <c:v>9.6983200000000007</c:v>
                </c:pt>
                <c:pt idx="9732">
                  <c:v>9.2984100000000005</c:v>
                </c:pt>
                <c:pt idx="9733">
                  <c:v>9.1654</c:v>
                </c:pt>
                <c:pt idx="9734">
                  <c:v>9.6091999999999995</c:v>
                </c:pt>
                <c:pt idx="9735">
                  <c:v>10.135199999999999</c:v>
                </c:pt>
                <c:pt idx="9736">
                  <c:v>10.5444</c:v>
                </c:pt>
                <c:pt idx="9737">
                  <c:v>10.6008</c:v>
                </c:pt>
                <c:pt idx="9738">
                  <c:v>10.318099999999999</c:v>
                </c:pt>
                <c:pt idx="9739">
                  <c:v>10.1662</c:v>
                </c:pt>
                <c:pt idx="9740">
                  <c:v>10.200799999999999</c:v>
                </c:pt>
                <c:pt idx="9741">
                  <c:v>10.392200000000001</c:v>
                </c:pt>
                <c:pt idx="9742">
                  <c:v>10.315899999999999</c:v>
                </c:pt>
                <c:pt idx="9743">
                  <c:v>10.2834</c:v>
                </c:pt>
                <c:pt idx="9744">
                  <c:v>10.049300000000001</c:v>
                </c:pt>
                <c:pt idx="9745">
                  <c:v>9.7493800000000004</c:v>
                </c:pt>
                <c:pt idx="9746">
                  <c:v>9.5382999999999996</c:v>
                </c:pt>
                <c:pt idx="9747">
                  <c:v>9.3353800000000007</c:v>
                </c:pt>
                <c:pt idx="9748">
                  <c:v>9.3385499999999997</c:v>
                </c:pt>
                <c:pt idx="9749">
                  <c:v>9.5588099999999994</c:v>
                </c:pt>
                <c:pt idx="9750">
                  <c:v>9.7052600000000009</c:v>
                </c:pt>
                <c:pt idx="9751">
                  <c:v>9.5714600000000001</c:v>
                </c:pt>
                <c:pt idx="9752">
                  <c:v>9.6492699999999996</c:v>
                </c:pt>
                <c:pt idx="9753">
                  <c:v>9.8103700000000007</c:v>
                </c:pt>
                <c:pt idx="9754">
                  <c:v>10.0068</c:v>
                </c:pt>
                <c:pt idx="9755">
                  <c:v>10.3285</c:v>
                </c:pt>
                <c:pt idx="9756">
                  <c:v>10.4605</c:v>
                </c:pt>
                <c:pt idx="9757">
                  <c:v>10.49</c:v>
                </c:pt>
                <c:pt idx="9758">
                  <c:v>10.6745</c:v>
                </c:pt>
                <c:pt idx="9759">
                  <c:v>10.8111</c:v>
                </c:pt>
                <c:pt idx="9760">
                  <c:v>10.998100000000001</c:v>
                </c:pt>
                <c:pt idx="9761">
                  <c:v>11.172000000000001</c:v>
                </c:pt>
                <c:pt idx="9762">
                  <c:v>11.053900000000001</c:v>
                </c:pt>
                <c:pt idx="9763">
                  <c:v>11.343</c:v>
                </c:pt>
                <c:pt idx="9764">
                  <c:v>11.5405</c:v>
                </c:pt>
                <c:pt idx="9765">
                  <c:v>11.4763</c:v>
                </c:pt>
                <c:pt idx="9766">
                  <c:v>11.0846</c:v>
                </c:pt>
                <c:pt idx="9767">
                  <c:v>10.9339</c:v>
                </c:pt>
                <c:pt idx="9768">
                  <c:v>10.905200000000001</c:v>
                </c:pt>
                <c:pt idx="9769">
                  <c:v>10.929</c:v>
                </c:pt>
                <c:pt idx="9770">
                  <c:v>11.0192</c:v>
                </c:pt>
                <c:pt idx="9771">
                  <c:v>10.7105</c:v>
                </c:pt>
                <c:pt idx="9772">
                  <c:v>10.5305</c:v>
                </c:pt>
                <c:pt idx="9773">
                  <c:v>10.7003</c:v>
                </c:pt>
                <c:pt idx="9774">
                  <c:v>11.080299999999999</c:v>
                </c:pt>
                <c:pt idx="9775">
                  <c:v>11.477499999999999</c:v>
                </c:pt>
                <c:pt idx="9776">
                  <c:v>11.480499999999999</c:v>
                </c:pt>
                <c:pt idx="9777">
                  <c:v>11.162599999999999</c:v>
                </c:pt>
                <c:pt idx="9778">
                  <c:v>11.149800000000001</c:v>
                </c:pt>
                <c:pt idx="9779">
                  <c:v>11.315899999999999</c:v>
                </c:pt>
                <c:pt idx="9780">
                  <c:v>11.140599999999999</c:v>
                </c:pt>
                <c:pt idx="9781">
                  <c:v>10.4566</c:v>
                </c:pt>
                <c:pt idx="9782">
                  <c:v>10.3194</c:v>
                </c:pt>
                <c:pt idx="9783">
                  <c:v>10.5237</c:v>
                </c:pt>
                <c:pt idx="9784">
                  <c:v>10.565</c:v>
                </c:pt>
                <c:pt idx="9785">
                  <c:v>10.552099999999999</c:v>
                </c:pt>
                <c:pt idx="9786">
                  <c:v>10.7012</c:v>
                </c:pt>
                <c:pt idx="9787">
                  <c:v>10.599</c:v>
                </c:pt>
                <c:pt idx="9788">
                  <c:v>10.667299999999999</c:v>
                </c:pt>
                <c:pt idx="9789">
                  <c:v>10.624000000000001</c:v>
                </c:pt>
                <c:pt idx="9790">
                  <c:v>10.546900000000001</c:v>
                </c:pt>
                <c:pt idx="9791">
                  <c:v>10.4353</c:v>
                </c:pt>
                <c:pt idx="9792">
                  <c:v>10.2972</c:v>
                </c:pt>
                <c:pt idx="9793">
                  <c:v>10.355600000000001</c:v>
                </c:pt>
                <c:pt idx="9794">
                  <c:v>10.7493</c:v>
                </c:pt>
                <c:pt idx="9795">
                  <c:v>11.2105</c:v>
                </c:pt>
                <c:pt idx="9796">
                  <c:v>11.1844</c:v>
                </c:pt>
                <c:pt idx="9797">
                  <c:v>10.802899999999999</c:v>
                </c:pt>
                <c:pt idx="9798">
                  <c:v>10.956200000000001</c:v>
                </c:pt>
                <c:pt idx="9799">
                  <c:v>11.0197</c:v>
                </c:pt>
                <c:pt idx="9800">
                  <c:v>11.125999999999999</c:v>
                </c:pt>
                <c:pt idx="9801">
                  <c:v>11.033200000000001</c:v>
                </c:pt>
                <c:pt idx="9802">
                  <c:v>11.141999999999999</c:v>
                </c:pt>
                <c:pt idx="9803">
                  <c:v>11.3405</c:v>
                </c:pt>
                <c:pt idx="9804">
                  <c:v>11.4963</c:v>
                </c:pt>
                <c:pt idx="9805">
                  <c:v>11.8908</c:v>
                </c:pt>
                <c:pt idx="9806">
                  <c:v>11.974299999999999</c:v>
                </c:pt>
                <c:pt idx="9807">
                  <c:v>11.7399</c:v>
                </c:pt>
                <c:pt idx="9808">
                  <c:v>11.298400000000001</c:v>
                </c:pt>
                <c:pt idx="9809">
                  <c:v>10.7341</c:v>
                </c:pt>
                <c:pt idx="9810">
                  <c:v>10.4306</c:v>
                </c:pt>
                <c:pt idx="9811">
                  <c:v>10.552099999999999</c:v>
                </c:pt>
                <c:pt idx="9812">
                  <c:v>10.780200000000001</c:v>
                </c:pt>
                <c:pt idx="9813">
                  <c:v>10.866899999999999</c:v>
                </c:pt>
                <c:pt idx="9814">
                  <c:v>10.493600000000001</c:v>
                </c:pt>
                <c:pt idx="9815">
                  <c:v>10.069900000000001</c:v>
                </c:pt>
                <c:pt idx="9816">
                  <c:v>10.4559</c:v>
                </c:pt>
                <c:pt idx="9817">
                  <c:v>11.2539</c:v>
                </c:pt>
                <c:pt idx="9818">
                  <c:v>11.7073</c:v>
                </c:pt>
                <c:pt idx="9819">
                  <c:v>11.8847</c:v>
                </c:pt>
                <c:pt idx="9820">
                  <c:v>11.886799999999999</c:v>
                </c:pt>
                <c:pt idx="9821">
                  <c:v>11.8605</c:v>
                </c:pt>
                <c:pt idx="9822">
                  <c:v>11.821999999999999</c:v>
                </c:pt>
                <c:pt idx="9823">
                  <c:v>11.590299999999999</c:v>
                </c:pt>
                <c:pt idx="9824">
                  <c:v>11.4931</c:v>
                </c:pt>
                <c:pt idx="9825">
                  <c:v>11.4748</c:v>
                </c:pt>
                <c:pt idx="9826">
                  <c:v>11.2919</c:v>
                </c:pt>
                <c:pt idx="9827">
                  <c:v>11.541700000000001</c:v>
                </c:pt>
                <c:pt idx="9828">
                  <c:v>11.77</c:v>
                </c:pt>
                <c:pt idx="9829">
                  <c:v>11.601800000000001</c:v>
                </c:pt>
                <c:pt idx="9830">
                  <c:v>11.3742</c:v>
                </c:pt>
                <c:pt idx="9831">
                  <c:v>11.2706</c:v>
                </c:pt>
                <c:pt idx="9832">
                  <c:v>11.554500000000001</c:v>
                </c:pt>
                <c:pt idx="9833">
                  <c:v>11.8317</c:v>
                </c:pt>
                <c:pt idx="9834">
                  <c:v>11.829599999999999</c:v>
                </c:pt>
                <c:pt idx="9835">
                  <c:v>11.976699999999999</c:v>
                </c:pt>
                <c:pt idx="9836">
                  <c:v>11.923999999999999</c:v>
                </c:pt>
                <c:pt idx="9837">
                  <c:v>12.1471</c:v>
                </c:pt>
                <c:pt idx="9838">
                  <c:v>12.476599999999999</c:v>
                </c:pt>
                <c:pt idx="9839">
                  <c:v>12.423999999999999</c:v>
                </c:pt>
                <c:pt idx="9840">
                  <c:v>12.3055</c:v>
                </c:pt>
                <c:pt idx="9841">
                  <c:v>12.046799999999999</c:v>
                </c:pt>
                <c:pt idx="9842">
                  <c:v>11.8391</c:v>
                </c:pt>
                <c:pt idx="9843">
                  <c:v>11.9223</c:v>
                </c:pt>
                <c:pt idx="9844">
                  <c:v>12.182700000000001</c:v>
                </c:pt>
                <c:pt idx="9845">
                  <c:v>12.1084</c:v>
                </c:pt>
                <c:pt idx="9846">
                  <c:v>11.8438</c:v>
                </c:pt>
                <c:pt idx="9847">
                  <c:v>11.325900000000001</c:v>
                </c:pt>
                <c:pt idx="9848">
                  <c:v>11.145799999999999</c:v>
                </c:pt>
                <c:pt idx="9849">
                  <c:v>11.233499999999999</c:v>
                </c:pt>
                <c:pt idx="9850">
                  <c:v>11.365399999999999</c:v>
                </c:pt>
                <c:pt idx="9851">
                  <c:v>11.6015</c:v>
                </c:pt>
                <c:pt idx="9852">
                  <c:v>11.6639</c:v>
                </c:pt>
                <c:pt idx="9853">
                  <c:v>11.5038</c:v>
                </c:pt>
                <c:pt idx="9854">
                  <c:v>11.1447</c:v>
                </c:pt>
                <c:pt idx="9855">
                  <c:v>11.2219</c:v>
                </c:pt>
                <c:pt idx="9856">
                  <c:v>11.537599999999999</c:v>
                </c:pt>
                <c:pt idx="9857">
                  <c:v>11.553100000000001</c:v>
                </c:pt>
                <c:pt idx="9858">
                  <c:v>11.5898</c:v>
                </c:pt>
                <c:pt idx="9859">
                  <c:v>11.745200000000001</c:v>
                </c:pt>
                <c:pt idx="9860">
                  <c:v>12.332700000000001</c:v>
                </c:pt>
                <c:pt idx="9861">
                  <c:v>12.317299999999999</c:v>
                </c:pt>
                <c:pt idx="9862">
                  <c:v>11.921200000000001</c:v>
                </c:pt>
                <c:pt idx="9863">
                  <c:v>11.861599999999999</c:v>
                </c:pt>
                <c:pt idx="9864">
                  <c:v>12.022399999999999</c:v>
                </c:pt>
                <c:pt idx="9865">
                  <c:v>11.9724</c:v>
                </c:pt>
                <c:pt idx="9866">
                  <c:v>12.0726</c:v>
                </c:pt>
                <c:pt idx="9867">
                  <c:v>12.1656</c:v>
                </c:pt>
                <c:pt idx="9868">
                  <c:v>11.9537</c:v>
                </c:pt>
                <c:pt idx="9869">
                  <c:v>11.668699999999999</c:v>
                </c:pt>
                <c:pt idx="9870">
                  <c:v>11.5159</c:v>
                </c:pt>
                <c:pt idx="9871">
                  <c:v>11.776899999999999</c:v>
                </c:pt>
                <c:pt idx="9872">
                  <c:v>11.9125</c:v>
                </c:pt>
                <c:pt idx="9873">
                  <c:v>12.005000000000001</c:v>
                </c:pt>
                <c:pt idx="9874">
                  <c:v>11.9808</c:v>
                </c:pt>
                <c:pt idx="9875">
                  <c:v>12.0002</c:v>
                </c:pt>
                <c:pt idx="9876">
                  <c:v>12.075699999999999</c:v>
                </c:pt>
                <c:pt idx="9877">
                  <c:v>12.0722</c:v>
                </c:pt>
                <c:pt idx="9878">
                  <c:v>12.4329</c:v>
                </c:pt>
                <c:pt idx="9879">
                  <c:v>12.713200000000001</c:v>
                </c:pt>
                <c:pt idx="9880">
                  <c:v>12.530099999999999</c:v>
                </c:pt>
                <c:pt idx="9881">
                  <c:v>12.228899999999999</c:v>
                </c:pt>
                <c:pt idx="9882">
                  <c:v>12.077500000000001</c:v>
                </c:pt>
                <c:pt idx="9883">
                  <c:v>11.763199999999999</c:v>
                </c:pt>
                <c:pt idx="9884">
                  <c:v>11.4053</c:v>
                </c:pt>
                <c:pt idx="9885">
                  <c:v>11.601800000000001</c:v>
                </c:pt>
                <c:pt idx="9886">
                  <c:v>12.0852</c:v>
                </c:pt>
                <c:pt idx="9887">
                  <c:v>12.4175</c:v>
                </c:pt>
                <c:pt idx="9888">
                  <c:v>12.5329</c:v>
                </c:pt>
                <c:pt idx="9889">
                  <c:v>12.308400000000001</c:v>
                </c:pt>
                <c:pt idx="9890">
                  <c:v>12.142899999999999</c:v>
                </c:pt>
                <c:pt idx="9891">
                  <c:v>11.984500000000001</c:v>
                </c:pt>
                <c:pt idx="9892">
                  <c:v>11.995200000000001</c:v>
                </c:pt>
                <c:pt idx="9893">
                  <c:v>11.848100000000001</c:v>
                </c:pt>
                <c:pt idx="9894">
                  <c:v>11.9368</c:v>
                </c:pt>
                <c:pt idx="9895">
                  <c:v>12.158799999999999</c:v>
                </c:pt>
                <c:pt idx="9896">
                  <c:v>12.2407</c:v>
                </c:pt>
                <c:pt idx="9897">
                  <c:v>12.093500000000001</c:v>
                </c:pt>
                <c:pt idx="9898">
                  <c:v>11.9329</c:v>
                </c:pt>
                <c:pt idx="9899">
                  <c:v>12.052899999999999</c:v>
                </c:pt>
                <c:pt idx="9900">
                  <c:v>12.4649</c:v>
                </c:pt>
                <c:pt idx="9901">
                  <c:v>12.841900000000001</c:v>
                </c:pt>
                <c:pt idx="9902">
                  <c:v>12.928100000000001</c:v>
                </c:pt>
                <c:pt idx="9903">
                  <c:v>12.8797</c:v>
                </c:pt>
                <c:pt idx="9904">
                  <c:v>12.6661</c:v>
                </c:pt>
                <c:pt idx="9905">
                  <c:v>12.654199999999999</c:v>
                </c:pt>
                <c:pt idx="9906">
                  <c:v>12.8368</c:v>
                </c:pt>
                <c:pt idx="9907">
                  <c:v>12.842499999999999</c:v>
                </c:pt>
                <c:pt idx="9908">
                  <c:v>12.427</c:v>
                </c:pt>
                <c:pt idx="9909">
                  <c:v>12.1455</c:v>
                </c:pt>
                <c:pt idx="9910">
                  <c:v>12.4054</c:v>
                </c:pt>
                <c:pt idx="9911">
                  <c:v>12.731</c:v>
                </c:pt>
                <c:pt idx="9912">
                  <c:v>13.0542</c:v>
                </c:pt>
                <c:pt idx="9913">
                  <c:v>13.2387</c:v>
                </c:pt>
                <c:pt idx="9914">
                  <c:v>13.1198</c:v>
                </c:pt>
                <c:pt idx="9915">
                  <c:v>12.9406</c:v>
                </c:pt>
                <c:pt idx="9916">
                  <c:v>12.7164</c:v>
                </c:pt>
                <c:pt idx="9917">
                  <c:v>12.566800000000001</c:v>
                </c:pt>
                <c:pt idx="9918">
                  <c:v>12.908799999999999</c:v>
                </c:pt>
                <c:pt idx="9919">
                  <c:v>13.1738</c:v>
                </c:pt>
                <c:pt idx="9920">
                  <c:v>13.0238</c:v>
                </c:pt>
                <c:pt idx="9921">
                  <c:v>13.044600000000001</c:v>
                </c:pt>
                <c:pt idx="9922">
                  <c:v>13.256399999999999</c:v>
                </c:pt>
                <c:pt idx="9923">
                  <c:v>13.533899999999999</c:v>
                </c:pt>
                <c:pt idx="9924">
                  <c:v>13.954000000000001</c:v>
                </c:pt>
                <c:pt idx="9925">
                  <c:v>13.9168</c:v>
                </c:pt>
                <c:pt idx="9926">
                  <c:v>14.068</c:v>
                </c:pt>
                <c:pt idx="9927">
                  <c:v>14.607900000000001</c:v>
                </c:pt>
                <c:pt idx="9928">
                  <c:v>14.937099999999999</c:v>
                </c:pt>
                <c:pt idx="9929">
                  <c:v>14.874499999999999</c:v>
                </c:pt>
                <c:pt idx="9930">
                  <c:v>14.338100000000001</c:v>
                </c:pt>
                <c:pt idx="9931">
                  <c:v>14.2235</c:v>
                </c:pt>
                <c:pt idx="9932">
                  <c:v>14.302099999999999</c:v>
                </c:pt>
                <c:pt idx="9933">
                  <c:v>14.2683</c:v>
                </c:pt>
                <c:pt idx="9934">
                  <c:v>14.524800000000001</c:v>
                </c:pt>
                <c:pt idx="9935">
                  <c:v>14.716699999999999</c:v>
                </c:pt>
                <c:pt idx="9936">
                  <c:v>14.777100000000001</c:v>
                </c:pt>
                <c:pt idx="9937">
                  <c:v>14.6496</c:v>
                </c:pt>
                <c:pt idx="9938">
                  <c:v>14.358599999999999</c:v>
                </c:pt>
                <c:pt idx="9939">
                  <c:v>14.143800000000001</c:v>
                </c:pt>
                <c:pt idx="9940">
                  <c:v>14.200900000000001</c:v>
                </c:pt>
                <c:pt idx="9941">
                  <c:v>14.2669</c:v>
                </c:pt>
                <c:pt idx="9942">
                  <c:v>14.220800000000001</c:v>
                </c:pt>
                <c:pt idx="9943">
                  <c:v>14.2254</c:v>
                </c:pt>
                <c:pt idx="9944">
                  <c:v>14.379200000000001</c:v>
                </c:pt>
                <c:pt idx="9945">
                  <c:v>14.649800000000001</c:v>
                </c:pt>
                <c:pt idx="9946">
                  <c:v>14.6808</c:v>
                </c:pt>
                <c:pt idx="9947">
                  <c:v>14.556699999999999</c:v>
                </c:pt>
                <c:pt idx="9948">
                  <c:v>14.471</c:v>
                </c:pt>
                <c:pt idx="9949">
                  <c:v>14.1883</c:v>
                </c:pt>
                <c:pt idx="9950">
                  <c:v>13.701499999999999</c:v>
                </c:pt>
                <c:pt idx="9951">
                  <c:v>13.748699999999999</c:v>
                </c:pt>
                <c:pt idx="9952">
                  <c:v>14.209</c:v>
                </c:pt>
                <c:pt idx="9953">
                  <c:v>14.6553</c:v>
                </c:pt>
                <c:pt idx="9954">
                  <c:v>14.7651</c:v>
                </c:pt>
                <c:pt idx="9955">
                  <c:v>14.7361</c:v>
                </c:pt>
                <c:pt idx="9956">
                  <c:v>14.489000000000001</c:v>
                </c:pt>
                <c:pt idx="9957">
                  <c:v>14.4475</c:v>
                </c:pt>
                <c:pt idx="9958">
                  <c:v>14.7363</c:v>
                </c:pt>
                <c:pt idx="9959">
                  <c:v>15.0276</c:v>
                </c:pt>
                <c:pt idx="9960">
                  <c:v>15.196999999999999</c:v>
                </c:pt>
                <c:pt idx="9961">
                  <c:v>15.0594</c:v>
                </c:pt>
                <c:pt idx="9962">
                  <c:v>14.856</c:v>
                </c:pt>
                <c:pt idx="9963">
                  <c:v>14.9642</c:v>
                </c:pt>
                <c:pt idx="9964">
                  <c:v>15.0314</c:v>
                </c:pt>
                <c:pt idx="9965">
                  <c:v>14.925700000000001</c:v>
                </c:pt>
                <c:pt idx="9966">
                  <c:v>14.794600000000001</c:v>
                </c:pt>
                <c:pt idx="9967">
                  <c:v>14.592700000000001</c:v>
                </c:pt>
                <c:pt idx="9968">
                  <c:v>14.65</c:v>
                </c:pt>
                <c:pt idx="9969">
                  <c:v>15.298400000000001</c:v>
                </c:pt>
                <c:pt idx="9970">
                  <c:v>15.8194</c:v>
                </c:pt>
                <c:pt idx="9971">
                  <c:v>15.663399999999999</c:v>
                </c:pt>
                <c:pt idx="9972">
                  <c:v>15.5464</c:v>
                </c:pt>
                <c:pt idx="9973">
                  <c:v>15.406000000000001</c:v>
                </c:pt>
                <c:pt idx="9974">
                  <c:v>15.6028</c:v>
                </c:pt>
                <c:pt idx="9975">
                  <c:v>15.3614</c:v>
                </c:pt>
                <c:pt idx="9976">
                  <c:v>14.946300000000001</c:v>
                </c:pt>
                <c:pt idx="9977">
                  <c:v>15.344099999999999</c:v>
                </c:pt>
                <c:pt idx="9978">
                  <c:v>16.078499999999998</c:v>
                </c:pt>
                <c:pt idx="9979">
                  <c:v>16.635999999999999</c:v>
                </c:pt>
                <c:pt idx="9980">
                  <c:v>16.688400000000001</c:v>
                </c:pt>
                <c:pt idx="9981">
                  <c:v>16.6464</c:v>
                </c:pt>
                <c:pt idx="9982">
                  <c:v>16.6951</c:v>
                </c:pt>
                <c:pt idx="9983">
                  <c:v>16.7319</c:v>
                </c:pt>
                <c:pt idx="9984">
                  <c:v>16.5504</c:v>
                </c:pt>
                <c:pt idx="9985">
                  <c:v>16.598800000000001</c:v>
                </c:pt>
                <c:pt idx="9986">
                  <c:v>16.427600000000002</c:v>
                </c:pt>
                <c:pt idx="9987">
                  <c:v>16.523700000000002</c:v>
                </c:pt>
                <c:pt idx="9988">
                  <c:v>16.9833</c:v>
                </c:pt>
                <c:pt idx="9989">
                  <c:v>17.154299999999999</c:v>
                </c:pt>
                <c:pt idx="9990">
                  <c:v>17.306000000000001</c:v>
                </c:pt>
                <c:pt idx="9991">
                  <c:v>17.452300000000001</c:v>
                </c:pt>
                <c:pt idx="9992">
                  <c:v>17.4481</c:v>
                </c:pt>
                <c:pt idx="9993">
                  <c:v>16.976900000000001</c:v>
                </c:pt>
                <c:pt idx="9994">
                  <c:v>16.933700000000002</c:v>
                </c:pt>
                <c:pt idx="9995">
                  <c:v>16.965</c:v>
                </c:pt>
                <c:pt idx="9996">
                  <c:v>16.911100000000001</c:v>
                </c:pt>
                <c:pt idx="9997">
                  <c:v>17.3048</c:v>
                </c:pt>
                <c:pt idx="9998">
                  <c:v>17.572399999999998</c:v>
                </c:pt>
                <c:pt idx="9999">
                  <c:v>17.631399999999999</c:v>
                </c:pt>
                <c:pt idx="10000">
                  <c:v>17.438700000000001</c:v>
                </c:pt>
                <c:pt idx="10001">
                  <c:v>17.014099999999999</c:v>
                </c:pt>
                <c:pt idx="10002">
                  <c:v>17.013100000000001</c:v>
                </c:pt>
                <c:pt idx="10003">
                  <c:v>17.264199999999999</c:v>
                </c:pt>
                <c:pt idx="10004">
                  <c:v>17.318999999999999</c:v>
                </c:pt>
                <c:pt idx="10005">
                  <c:v>17.479099999999999</c:v>
                </c:pt>
                <c:pt idx="10006">
                  <c:v>17.7836</c:v>
                </c:pt>
                <c:pt idx="10007">
                  <c:v>17.683800000000002</c:v>
                </c:pt>
                <c:pt idx="10008">
                  <c:v>17.410599999999999</c:v>
                </c:pt>
                <c:pt idx="10009">
                  <c:v>17.586400000000001</c:v>
                </c:pt>
                <c:pt idx="10010">
                  <c:v>17.962199999999999</c:v>
                </c:pt>
                <c:pt idx="10011">
                  <c:v>18.455400000000001</c:v>
                </c:pt>
                <c:pt idx="10012">
                  <c:v>18.4404</c:v>
                </c:pt>
                <c:pt idx="10013">
                  <c:v>18.522400000000001</c:v>
                </c:pt>
                <c:pt idx="10014">
                  <c:v>18.5549</c:v>
                </c:pt>
                <c:pt idx="10015">
                  <c:v>18.8444</c:v>
                </c:pt>
                <c:pt idx="10016">
                  <c:v>19.167300000000001</c:v>
                </c:pt>
                <c:pt idx="10017">
                  <c:v>19.303599999999999</c:v>
                </c:pt>
                <c:pt idx="10018">
                  <c:v>19.770700000000001</c:v>
                </c:pt>
                <c:pt idx="10019">
                  <c:v>20.450399999999998</c:v>
                </c:pt>
                <c:pt idx="10020">
                  <c:v>20.569099999999999</c:v>
                </c:pt>
                <c:pt idx="10021">
                  <c:v>20.081299999999999</c:v>
                </c:pt>
                <c:pt idx="10022">
                  <c:v>19.834599999999998</c:v>
                </c:pt>
                <c:pt idx="10023">
                  <c:v>19.722899999999999</c:v>
                </c:pt>
                <c:pt idx="10024">
                  <c:v>20.013300000000001</c:v>
                </c:pt>
                <c:pt idx="10025">
                  <c:v>20.0108</c:v>
                </c:pt>
                <c:pt idx="10026">
                  <c:v>20.085799999999999</c:v>
                </c:pt>
                <c:pt idx="10027">
                  <c:v>20.349499999999999</c:v>
                </c:pt>
                <c:pt idx="10028">
                  <c:v>20.529699999999998</c:v>
                </c:pt>
                <c:pt idx="10029">
                  <c:v>20.4785</c:v>
                </c:pt>
                <c:pt idx="10030">
                  <c:v>20.4831</c:v>
                </c:pt>
                <c:pt idx="10031">
                  <c:v>20.598500000000001</c:v>
                </c:pt>
                <c:pt idx="10032">
                  <c:v>20.818200000000001</c:v>
                </c:pt>
                <c:pt idx="10033">
                  <c:v>20.869299999999999</c:v>
                </c:pt>
                <c:pt idx="10034">
                  <c:v>20.758500000000002</c:v>
                </c:pt>
                <c:pt idx="10035">
                  <c:v>20.927600000000002</c:v>
                </c:pt>
                <c:pt idx="10036">
                  <c:v>21.157499999999999</c:v>
                </c:pt>
                <c:pt idx="10037">
                  <c:v>21.450700000000001</c:v>
                </c:pt>
                <c:pt idx="10038">
                  <c:v>21.810099999999998</c:v>
                </c:pt>
                <c:pt idx="10039">
                  <c:v>22.009699999999999</c:v>
                </c:pt>
                <c:pt idx="10040">
                  <c:v>22.135000000000002</c:v>
                </c:pt>
                <c:pt idx="10041">
                  <c:v>22.213999999999999</c:v>
                </c:pt>
                <c:pt idx="10042">
                  <c:v>22.157499999999999</c:v>
                </c:pt>
                <c:pt idx="10043">
                  <c:v>22.425699999999999</c:v>
                </c:pt>
                <c:pt idx="10044">
                  <c:v>22.728000000000002</c:v>
                </c:pt>
                <c:pt idx="10045">
                  <c:v>22.846399999999999</c:v>
                </c:pt>
                <c:pt idx="10046">
                  <c:v>22.770800000000001</c:v>
                </c:pt>
                <c:pt idx="10047">
                  <c:v>23.064599999999999</c:v>
                </c:pt>
                <c:pt idx="10048">
                  <c:v>23.127800000000001</c:v>
                </c:pt>
                <c:pt idx="10049">
                  <c:v>22.892299999999999</c:v>
                </c:pt>
                <c:pt idx="10050">
                  <c:v>22.673999999999999</c:v>
                </c:pt>
                <c:pt idx="10051">
                  <c:v>23.102399999999999</c:v>
                </c:pt>
                <c:pt idx="10052">
                  <c:v>23.671500000000002</c:v>
                </c:pt>
                <c:pt idx="10053">
                  <c:v>23.950700000000001</c:v>
                </c:pt>
                <c:pt idx="10054">
                  <c:v>24.342099999999999</c:v>
                </c:pt>
                <c:pt idx="10055">
                  <c:v>24.6236</c:v>
                </c:pt>
                <c:pt idx="10056">
                  <c:v>24.857600000000001</c:v>
                </c:pt>
                <c:pt idx="10057">
                  <c:v>25.167000000000002</c:v>
                </c:pt>
                <c:pt idx="10058">
                  <c:v>25.412500000000001</c:v>
                </c:pt>
                <c:pt idx="10059">
                  <c:v>25.598500000000001</c:v>
                </c:pt>
                <c:pt idx="10060">
                  <c:v>26.0307</c:v>
                </c:pt>
                <c:pt idx="10061">
                  <c:v>26.7849</c:v>
                </c:pt>
                <c:pt idx="10062">
                  <c:v>27.3781</c:v>
                </c:pt>
                <c:pt idx="10063">
                  <c:v>27.807500000000001</c:v>
                </c:pt>
                <c:pt idx="10064">
                  <c:v>28.1372</c:v>
                </c:pt>
                <c:pt idx="10065">
                  <c:v>28.492000000000001</c:v>
                </c:pt>
                <c:pt idx="10066">
                  <c:v>28.7226</c:v>
                </c:pt>
                <c:pt idx="10067">
                  <c:v>29.199200000000001</c:v>
                </c:pt>
                <c:pt idx="10068">
                  <c:v>29.944900000000001</c:v>
                </c:pt>
                <c:pt idx="10069">
                  <c:v>30.460599999999999</c:v>
                </c:pt>
                <c:pt idx="10070">
                  <c:v>30.662800000000001</c:v>
                </c:pt>
                <c:pt idx="10071">
                  <c:v>30.935300000000002</c:v>
                </c:pt>
                <c:pt idx="10072">
                  <c:v>31.5334</c:v>
                </c:pt>
                <c:pt idx="10073">
                  <c:v>32.220300000000002</c:v>
                </c:pt>
                <c:pt idx="10074">
                  <c:v>33.1126</c:v>
                </c:pt>
                <c:pt idx="10075">
                  <c:v>34.367400000000004</c:v>
                </c:pt>
                <c:pt idx="10076">
                  <c:v>35.025700000000001</c:v>
                </c:pt>
                <c:pt idx="10077">
                  <c:v>35.797899999999998</c:v>
                </c:pt>
                <c:pt idx="10078">
                  <c:v>37.184699999999999</c:v>
                </c:pt>
                <c:pt idx="10079">
                  <c:v>38.577800000000003</c:v>
                </c:pt>
                <c:pt idx="10080">
                  <c:v>39.7224</c:v>
                </c:pt>
                <c:pt idx="10081">
                  <c:v>40.688499999999998</c:v>
                </c:pt>
                <c:pt idx="10082">
                  <c:v>42.016500000000001</c:v>
                </c:pt>
                <c:pt idx="10083">
                  <c:v>43.450299999999999</c:v>
                </c:pt>
                <c:pt idx="10084">
                  <c:v>44.935699999999997</c:v>
                </c:pt>
                <c:pt idx="10085">
                  <c:v>46.572099999999999</c:v>
                </c:pt>
                <c:pt idx="10086">
                  <c:v>48.557000000000002</c:v>
                </c:pt>
                <c:pt idx="10087">
                  <c:v>50.283499999999997</c:v>
                </c:pt>
                <c:pt idx="10088">
                  <c:v>52.1</c:v>
                </c:pt>
                <c:pt idx="10089">
                  <c:v>54.111600000000003</c:v>
                </c:pt>
                <c:pt idx="10090">
                  <c:v>56.371499999999997</c:v>
                </c:pt>
                <c:pt idx="10091">
                  <c:v>58.972200000000001</c:v>
                </c:pt>
                <c:pt idx="10092">
                  <c:v>61.827199999999998</c:v>
                </c:pt>
                <c:pt idx="10093">
                  <c:v>65.112200000000001</c:v>
                </c:pt>
                <c:pt idx="10094">
                  <c:v>68.5886</c:v>
                </c:pt>
                <c:pt idx="10095">
                  <c:v>72.478700000000003</c:v>
                </c:pt>
                <c:pt idx="10096">
                  <c:v>76.782899999999998</c:v>
                </c:pt>
                <c:pt idx="10097">
                  <c:v>81.421899999999994</c:v>
                </c:pt>
                <c:pt idx="10098">
                  <c:v>86.760800000000003</c:v>
                </c:pt>
                <c:pt idx="10099">
                  <c:v>92.9405</c:v>
                </c:pt>
                <c:pt idx="10100">
                  <c:v>100.09699999999999</c:v>
                </c:pt>
                <c:pt idx="10101">
                  <c:v>108.621</c:v>
                </c:pt>
                <c:pt idx="10102">
                  <c:v>118.861</c:v>
                </c:pt>
                <c:pt idx="10103">
                  <c:v>131.285</c:v>
                </c:pt>
                <c:pt idx="10104">
                  <c:v>146.30500000000001</c:v>
                </c:pt>
                <c:pt idx="10105">
                  <c:v>164.74199999999999</c:v>
                </c:pt>
                <c:pt idx="10106">
                  <c:v>187.16200000000001</c:v>
                </c:pt>
                <c:pt idx="10107">
                  <c:v>213.71100000000001</c:v>
                </c:pt>
                <c:pt idx="10108">
                  <c:v>244.59100000000001</c:v>
                </c:pt>
                <c:pt idx="10109">
                  <c:v>279.93900000000002</c:v>
                </c:pt>
                <c:pt idx="10110">
                  <c:v>319.35399999999998</c:v>
                </c:pt>
                <c:pt idx="10111">
                  <c:v>361.42899999999997</c:v>
                </c:pt>
                <c:pt idx="10112">
                  <c:v>404.03899999999999</c:v>
                </c:pt>
                <c:pt idx="10113">
                  <c:v>446.03800000000001</c:v>
                </c:pt>
                <c:pt idx="10114">
                  <c:v>484.87799999999999</c:v>
                </c:pt>
                <c:pt idx="10115">
                  <c:v>517.596</c:v>
                </c:pt>
                <c:pt idx="10116">
                  <c:v>541.11900000000003</c:v>
                </c:pt>
                <c:pt idx="10117">
                  <c:v>553.61199999999997</c:v>
                </c:pt>
                <c:pt idx="10118">
                  <c:v>554.90800000000002</c:v>
                </c:pt>
                <c:pt idx="10119">
                  <c:v>544.72900000000004</c:v>
                </c:pt>
                <c:pt idx="10120">
                  <c:v>523.14700000000005</c:v>
                </c:pt>
                <c:pt idx="10121">
                  <c:v>491.22899999999998</c:v>
                </c:pt>
                <c:pt idx="10122">
                  <c:v>451.661</c:v>
                </c:pt>
                <c:pt idx="10123">
                  <c:v>407.23700000000002</c:v>
                </c:pt>
                <c:pt idx="10124">
                  <c:v>360.64800000000002</c:v>
                </c:pt>
                <c:pt idx="10125">
                  <c:v>314.20499999999998</c:v>
                </c:pt>
                <c:pt idx="10126">
                  <c:v>270.51499999999999</c:v>
                </c:pt>
                <c:pt idx="10127">
                  <c:v>231.21299999999999</c:v>
                </c:pt>
                <c:pt idx="10128">
                  <c:v>196.73699999999999</c:v>
                </c:pt>
                <c:pt idx="10129">
                  <c:v>167.749</c:v>
                </c:pt>
                <c:pt idx="10130">
                  <c:v>143.99</c:v>
                </c:pt>
                <c:pt idx="10131">
                  <c:v>124.90300000000001</c:v>
                </c:pt>
                <c:pt idx="10132">
                  <c:v>109.86799999999999</c:v>
                </c:pt>
                <c:pt idx="10133">
                  <c:v>98.308300000000003</c:v>
                </c:pt>
                <c:pt idx="10134">
                  <c:v>89.094200000000001</c:v>
                </c:pt>
                <c:pt idx="10135">
                  <c:v>81.658699999999996</c:v>
                </c:pt>
                <c:pt idx="10136">
                  <c:v>75.752499999999998</c:v>
                </c:pt>
                <c:pt idx="10137">
                  <c:v>70.823899999999995</c:v>
                </c:pt>
                <c:pt idx="10138">
                  <c:v>66.448999999999998</c:v>
                </c:pt>
                <c:pt idx="10139">
                  <c:v>62.586500000000001</c:v>
                </c:pt>
                <c:pt idx="10140">
                  <c:v>59.2361</c:v>
                </c:pt>
                <c:pt idx="10141">
                  <c:v>56.597799999999999</c:v>
                </c:pt>
                <c:pt idx="10142">
                  <c:v>54.357599999999998</c:v>
                </c:pt>
                <c:pt idx="10143">
                  <c:v>52.198300000000003</c:v>
                </c:pt>
                <c:pt idx="10144">
                  <c:v>49.920200000000001</c:v>
                </c:pt>
                <c:pt idx="10145">
                  <c:v>47.969299999999997</c:v>
                </c:pt>
                <c:pt idx="10146">
                  <c:v>46.6858</c:v>
                </c:pt>
                <c:pt idx="10147">
                  <c:v>45.599699999999999</c:v>
                </c:pt>
                <c:pt idx="10148">
                  <c:v>44.677500000000002</c:v>
                </c:pt>
                <c:pt idx="10149">
                  <c:v>43.856999999999999</c:v>
                </c:pt>
                <c:pt idx="10150">
                  <c:v>43.368299999999998</c:v>
                </c:pt>
                <c:pt idx="10151">
                  <c:v>43.1295</c:v>
                </c:pt>
                <c:pt idx="10152">
                  <c:v>42.891300000000001</c:v>
                </c:pt>
                <c:pt idx="10153">
                  <c:v>42.733899999999998</c:v>
                </c:pt>
                <c:pt idx="10154">
                  <c:v>42.883499999999998</c:v>
                </c:pt>
                <c:pt idx="10155">
                  <c:v>43.203800000000001</c:v>
                </c:pt>
                <c:pt idx="10156">
                  <c:v>43.435099999999998</c:v>
                </c:pt>
                <c:pt idx="10157">
                  <c:v>43.433700000000002</c:v>
                </c:pt>
                <c:pt idx="10158">
                  <c:v>43.546700000000001</c:v>
                </c:pt>
                <c:pt idx="10159">
                  <c:v>44.078099999999999</c:v>
                </c:pt>
                <c:pt idx="10160">
                  <c:v>44.774799999999999</c:v>
                </c:pt>
                <c:pt idx="10161">
                  <c:v>45.573399999999999</c:v>
                </c:pt>
                <c:pt idx="10162">
                  <c:v>46.1999</c:v>
                </c:pt>
                <c:pt idx="10163">
                  <c:v>46.941099999999999</c:v>
                </c:pt>
                <c:pt idx="10164">
                  <c:v>47.738100000000003</c:v>
                </c:pt>
                <c:pt idx="10165">
                  <c:v>48.449300000000001</c:v>
                </c:pt>
                <c:pt idx="10166">
                  <c:v>48.698799999999999</c:v>
                </c:pt>
                <c:pt idx="10167">
                  <c:v>49.252400000000002</c:v>
                </c:pt>
                <c:pt idx="10168">
                  <c:v>50.2468</c:v>
                </c:pt>
                <c:pt idx="10169">
                  <c:v>51.663600000000002</c:v>
                </c:pt>
                <c:pt idx="10170">
                  <c:v>52.901699999999998</c:v>
                </c:pt>
                <c:pt idx="10171">
                  <c:v>54.054099999999998</c:v>
                </c:pt>
                <c:pt idx="10172">
                  <c:v>55.363500000000002</c:v>
                </c:pt>
                <c:pt idx="10173">
                  <c:v>56.608800000000002</c:v>
                </c:pt>
                <c:pt idx="10174">
                  <c:v>58.198999999999998</c:v>
                </c:pt>
                <c:pt idx="10175">
                  <c:v>60.307699999999997</c:v>
                </c:pt>
                <c:pt idx="10176">
                  <c:v>62.240499999999997</c:v>
                </c:pt>
                <c:pt idx="10177">
                  <c:v>64.097800000000007</c:v>
                </c:pt>
                <c:pt idx="10178">
                  <c:v>66.301100000000005</c:v>
                </c:pt>
                <c:pt idx="10179">
                  <c:v>69.084800000000001</c:v>
                </c:pt>
                <c:pt idx="10180">
                  <c:v>72.165999999999997</c:v>
                </c:pt>
                <c:pt idx="10181">
                  <c:v>75.278000000000006</c:v>
                </c:pt>
                <c:pt idx="10182">
                  <c:v>78.774600000000007</c:v>
                </c:pt>
                <c:pt idx="10183">
                  <c:v>82.546999999999997</c:v>
                </c:pt>
                <c:pt idx="10184">
                  <c:v>86.656400000000005</c:v>
                </c:pt>
                <c:pt idx="10185">
                  <c:v>91.676500000000004</c:v>
                </c:pt>
                <c:pt idx="10186">
                  <c:v>97.167500000000004</c:v>
                </c:pt>
                <c:pt idx="10187">
                  <c:v>102.88800000000001</c:v>
                </c:pt>
                <c:pt idx="10188">
                  <c:v>109.41200000000001</c:v>
                </c:pt>
                <c:pt idx="10189">
                  <c:v>116.768</c:v>
                </c:pt>
                <c:pt idx="10190">
                  <c:v>125.02800000000001</c:v>
                </c:pt>
                <c:pt idx="10191">
                  <c:v>134.739</c:v>
                </c:pt>
                <c:pt idx="10192">
                  <c:v>146.60499999999999</c:v>
                </c:pt>
                <c:pt idx="10193">
                  <c:v>160.68199999999999</c:v>
                </c:pt>
                <c:pt idx="10194">
                  <c:v>177.84200000000001</c:v>
                </c:pt>
                <c:pt idx="10195">
                  <c:v>198.74100000000001</c:v>
                </c:pt>
                <c:pt idx="10196">
                  <c:v>223.16</c:v>
                </c:pt>
                <c:pt idx="10197">
                  <c:v>252.01499999999999</c:v>
                </c:pt>
                <c:pt idx="10198">
                  <c:v>285.399</c:v>
                </c:pt>
                <c:pt idx="10199">
                  <c:v>322.96499999999997</c:v>
                </c:pt>
                <c:pt idx="10200">
                  <c:v>363.41500000000002</c:v>
                </c:pt>
                <c:pt idx="10201">
                  <c:v>405.02699999999999</c:v>
                </c:pt>
                <c:pt idx="10202">
                  <c:v>445.82600000000002</c:v>
                </c:pt>
                <c:pt idx="10203">
                  <c:v>483.86799999999999</c:v>
                </c:pt>
                <c:pt idx="10204">
                  <c:v>516.00400000000002</c:v>
                </c:pt>
                <c:pt idx="10205">
                  <c:v>539.13</c:v>
                </c:pt>
                <c:pt idx="10206">
                  <c:v>551.99699999999996</c:v>
                </c:pt>
                <c:pt idx="10207">
                  <c:v>553.91899999999998</c:v>
                </c:pt>
                <c:pt idx="10208">
                  <c:v>544.072</c:v>
                </c:pt>
                <c:pt idx="10209">
                  <c:v>522.16499999999996</c:v>
                </c:pt>
                <c:pt idx="10210">
                  <c:v>489.85899999999998</c:v>
                </c:pt>
                <c:pt idx="10211">
                  <c:v>450.303</c:v>
                </c:pt>
                <c:pt idx="10212">
                  <c:v>406.42099999999999</c:v>
                </c:pt>
                <c:pt idx="10213">
                  <c:v>360.33300000000003</c:v>
                </c:pt>
                <c:pt idx="10214">
                  <c:v>314.07600000000002</c:v>
                </c:pt>
                <c:pt idx="10215">
                  <c:v>271.37700000000001</c:v>
                </c:pt>
                <c:pt idx="10216">
                  <c:v>233.417</c:v>
                </c:pt>
                <c:pt idx="10217">
                  <c:v>199.97800000000001</c:v>
                </c:pt>
                <c:pt idx="10218">
                  <c:v>172.02</c:v>
                </c:pt>
                <c:pt idx="10219">
                  <c:v>149.53700000000001</c:v>
                </c:pt>
                <c:pt idx="10220">
                  <c:v>131.83699999999999</c:v>
                </c:pt>
                <c:pt idx="10221">
                  <c:v>118.066</c:v>
                </c:pt>
                <c:pt idx="10222">
                  <c:v>107.358</c:v>
                </c:pt>
                <c:pt idx="10223">
                  <c:v>99.168300000000002</c:v>
                </c:pt>
                <c:pt idx="10224">
                  <c:v>92.787300000000002</c:v>
                </c:pt>
                <c:pt idx="10225">
                  <c:v>87.444400000000002</c:v>
                </c:pt>
                <c:pt idx="10226">
                  <c:v>83.3048</c:v>
                </c:pt>
                <c:pt idx="10227">
                  <c:v>80.355999999999995</c:v>
                </c:pt>
                <c:pt idx="10228">
                  <c:v>78.075199999999995</c:v>
                </c:pt>
                <c:pt idx="10229">
                  <c:v>75.959199999999996</c:v>
                </c:pt>
                <c:pt idx="10230">
                  <c:v>74.5411</c:v>
                </c:pt>
                <c:pt idx="10231">
                  <c:v>73.892499999999998</c:v>
                </c:pt>
                <c:pt idx="10232">
                  <c:v>73.510199999999998</c:v>
                </c:pt>
                <c:pt idx="10233">
                  <c:v>73.505600000000001</c:v>
                </c:pt>
                <c:pt idx="10234">
                  <c:v>73.770700000000005</c:v>
                </c:pt>
                <c:pt idx="10235">
                  <c:v>74.333500000000001</c:v>
                </c:pt>
                <c:pt idx="10236">
                  <c:v>75.465299999999999</c:v>
                </c:pt>
                <c:pt idx="10237">
                  <c:v>77.356899999999996</c:v>
                </c:pt>
                <c:pt idx="10238">
                  <c:v>79.890600000000006</c:v>
                </c:pt>
                <c:pt idx="10239">
                  <c:v>82.772499999999994</c:v>
                </c:pt>
                <c:pt idx="10240">
                  <c:v>86.220200000000006</c:v>
                </c:pt>
                <c:pt idx="10241">
                  <c:v>90.287000000000006</c:v>
                </c:pt>
                <c:pt idx="10242">
                  <c:v>94.924999999999997</c:v>
                </c:pt>
                <c:pt idx="10243">
                  <c:v>99.7547</c:v>
                </c:pt>
                <c:pt idx="10244">
                  <c:v>105.533</c:v>
                </c:pt>
                <c:pt idx="10245">
                  <c:v>113.057</c:v>
                </c:pt>
                <c:pt idx="10246">
                  <c:v>122.33</c:v>
                </c:pt>
                <c:pt idx="10247">
                  <c:v>133.31100000000001</c:v>
                </c:pt>
                <c:pt idx="10248">
                  <c:v>146.79400000000001</c:v>
                </c:pt>
                <c:pt idx="10249">
                  <c:v>163.232</c:v>
                </c:pt>
                <c:pt idx="10250">
                  <c:v>183.47800000000001</c:v>
                </c:pt>
                <c:pt idx="10251">
                  <c:v>208.02099999999999</c:v>
                </c:pt>
                <c:pt idx="10252">
                  <c:v>236.26</c:v>
                </c:pt>
                <c:pt idx="10253">
                  <c:v>268.67899999999997</c:v>
                </c:pt>
                <c:pt idx="10254">
                  <c:v>305.13</c:v>
                </c:pt>
                <c:pt idx="10255">
                  <c:v>344.10599999999999</c:v>
                </c:pt>
                <c:pt idx="10256">
                  <c:v>384.04599999999999</c:v>
                </c:pt>
                <c:pt idx="10257">
                  <c:v>422.959</c:v>
                </c:pt>
                <c:pt idx="10258">
                  <c:v>459.26299999999998</c:v>
                </c:pt>
                <c:pt idx="10259">
                  <c:v>489.84800000000001</c:v>
                </c:pt>
                <c:pt idx="10260">
                  <c:v>511.95</c:v>
                </c:pt>
                <c:pt idx="10261">
                  <c:v>523.726</c:v>
                </c:pt>
                <c:pt idx="10262">
                  <c:v>524.87900000000002</c:v>
                </c:pt>
                <c:pt idx="10263">
                  <c:v>515.01</c:v>
                </c:pt>
                <c:pt idx="10264">
                  <c:v>493.87</c:v>
                </c:pt>
                <c:pt idx="10265">
                  <c:v>463.25700000000001</c:v>
                </c:pt>
                <c:pt idx="10266">
                  <c:v>425.75200000000001</c:v>
                </c:pt>
                <c:pt idx="10267">
                  <c:v>383.56599999999997</c:v>
                </c:pt>
                <c:pt idx="10268">
                  <c:v>339.34399999999999</c:v>
                </c:pt>
                <c:pt idx="10269">
                  <c:v>295.86200000000002</c:v>
                </c:pt>
                <c:pt idx="10270">
                  <c:v>255.77799999999999</c:v>
                </c:pt>
                <c:pt idx="10271">
                  <c:v>220.28700000000001</c:v>
                </c:pt>
                <c:pt idx="10272">
                  <c:v>189.13200000000001</c:v>
                </c:pt>
                <c:pt idx="10273">
                  <c:v>162.74199999999999</c:v>
                </c:pt>
                <c:pt idx="10274">
                  <c:v>141.63999999999999</c:v>
                </c:pt>
                <c:pt idx="10275">
                  <c:v>125.08499999999999</c:v>
                </c:pt>
                <c:pt idx="10276">
                  <c:v>112.273</c:v>
                </c:pt>
                <c:pt idx="10277">
                  <c:v>102.377</c:v>
                </c:pt>
                <c:pt idx="10278">
                  <c:v>94.269000000000005</c:v>
                </c:pt>
                <c:pt idx="10279">
                  <c:v>87.722399999999993</c:v>
                </c:pt>
                <c:pt idx="10280">
                  <c:v>82.249499999999998</c:v>
                </c:pt>
                <c:pt idx="10281">
                  <c:v>77.477500000000006</c:v>
                </c:pt>
                <c:pt idx="10282">
                  <c:v>73.298400000000001</c:v>
                </c:pt>
                <c:pt idx="10283">
                  <c:v>69.423599999999993</c:v>
                </c:pt>
                <c:pt idx="10284">
                  <c:v>65.48</c:v>
                </c:pt>
                <c:pt idx="10285">
                  <c:v>61.632899999999999</c:v>
                </c:pt>
                <c:pt idx="10286">
                  <c:v>58.322099999999999</c:v>
                </c:pt>
                <c:pt idx="10287">
                  <c:v>55.261000000000003</c:v>
                </c:pt>
                <c:pt idx="10288">
                  <c:v>52.543599999999998</c:v>
                </c:pt>
                <c:pt idx="10289">
                  <c:v>50.101999999999997</c:v>
                </c:pt>
                <c:pt idx="10290">
                  <c:v>48.040300000000002</c:v>
                </c:pt>
                <c:pt idx="10291">
                  <c:v>46.442300000000003</c:v>
                </c:pt>
                <c:pt idx="10292">
                  <c:v>44.941800000000001</c:v>
                </c:pt>
                <c:pt idx="10293">
                  <c:v>43.612099999999998</c:v>
                </c:pt>
                <c:pt idx="10294">
                  <c:v>42.413499999999999</c:v>
                </c:pt>
                <c:pt idx="10295">
                  <c:v>41.283499999999997</c:v>
                </c:pt>
                <c:pt idx="10296">
                  <c:v>40.9572</c:v>
                </c:pt>
                <c:pt idx="10297">
                  <c:v>41.045499999999997</c:v>
                </c:pt>
                <c:pt idx="10298">
                  <c:v>41.087600000000002</c:v>
                </c:pt>
                <c:pt idx="10299">
                  <c:v>41.434899999999999</c:v>
                </c:pt>
                <c:pt idx="10300">
                  <c:v>41.954799999999999</c:v>
                </c:pt>
                <c:pt idx="10301">
                  <c:v>42.0916</c:v>
                </c:pt>
                <c:pt idx="10302">
                  <c:v>42.174799999999998</c:v>
                </c:pt>
                <c:pt idx="10303">
                  <c:v>42.220999999999997</c:v>
                </c:pt>
                <c:pt idx="10304">
                  <c:v>42.173000000000002</c:v>
                </c:pt>
                <c:pt idx="10305">
                  <c:v>42.425600000000003</c:v>
                </c:pt>
                <c:pt idx="10306">
                  <c:v>42.810099999999998</c:v>
                </c:pt>
                <c:pt idx="10307">
                  <c:v>42.886899999999997</c:v>
                </c:pt>
                <c:pt idx="10308">
                  <c:v>43.3093</c:v>
                </c:pt>
                <c:pt idx="10309">
                  <c:v>44.134599999999999</c:v>
                </c:pt>
                <c:pt idx="10310">
                  <c:v>44.872999999999998</c:v>
                </c:pt>
                <c:pt idx="10311">
                  <c:v>45.648299999999999</c:v>
                </c:pt>
                <c:pt idx="10312">
                  <c:v>46.382100000000001</c:v>
                </c:pt>
                <c:pt idx="10313">
                  <c:v>47.403100000000002</c:v>
                </c:pt>
                <c:pt idx="10314">
                  <c:v>48.572499999999998</c:v>
                </c:pt>
                <c:pt idx="10315">
                  <c:v>49.6905</c:v>
                </c:pt>
                <c:pt idx="10316">
                  <c:v>50.929900000000004</c:v>
                </c:pt>
                <c:pt idx="10317">
                  <c:v>52.270499999999998</c:v>
                </c:pt>
                <c:pt idx="10318">
                  <c:v>53.345799999999997</c:v>
                </c:pt>
                <c:pt idx="10319">
                  <c:v>54.237200000000001</c:v>
                </c:pt>
                <c:pt idx="10320">
                  <c:v>55.249000000000002</c:v>
                </c:pt>
                <c:pt idx="10321">
                  <c:v>57.003100000000003</c:v>
                </c:pt>
                <c:pt idx="10322">
                  <c:v>59.169800000000002</c:v>
                </c:pt>
                <c:pt idx="10323">
                  <c:v>61.488799999999998</c:v>
                </c:pt>
                <c:pt idx="10324">
                  <c:v>63.982999999999997</c:v>
                </c:pt>
                <c:pt idx="10325">
                  <c:v>66.442400000000006</c:v>
                </c:pt>
                <c:pt idx="10326">
                  <c:v>69.605999999999995</c:v>
                </c:pt>
                <c:pt idx="10327">
                  <c:v>73.619299999999996</c:v>
                </c:pt>
                <c:pt idx="10328">
                  <c:v>78.0749</c:v>
                </c:pt>
                <c:pt idx="10329">
                  <c:v>82.788300000000007</c:v>
                </c:pt>
                <c:pt idx="10330">
                  <c:v>87.6828</c:v>
                </c:pt>
                <c:pt idx="10331">
                  <c:v>93.031199999999998</c:v>
                </c:pt>
                <c:pt idx="10332">
                  <c:v>98.784199999999998</c:v>
                </c:pt>
                <c:pt idx="10333">
                  <c:v>105.238</c:v>
                </c:pt>
                <c:pt idx="10334">
                  <c:v>112.852</c:v>
                </c:pt>
                <c:pt idx="10335">
                  <c:v>121.367</c:v>
                </c:pt>
                <c:pt idx="10336">
                  <c:v>131.41399999999999</c:v>
                </c:pt>
                <c:pt idx="10337">
                  <c:v>144.173</c:v>
                </c:pt>
                <c:pt idx="10338">
                  <c:v>159.851</c:v>
                </c:pt>
                <c:pt idx="10339">
                  <c:v>178.49799999999999</c:v>
                </c:pt>
                <c:pt idx="10340">
                  <c:v>200.62</c:v>
                </c:pt>
                <c:pt idx="10341">
                  <c:v>226.64599999999999</c:v>
                </c:pt>
                <c:pt idx="10342">
                  <c:v>256.43299999999999</c:v>
                </c:pt>
                <c:pt idx="10343">
                  <c:v>289.87799999999999</c:v>
                </c:pt>
                <c:pt idx="10344">
                  <c:v>325.89299999999997</c:v>
                </c:pt>
                <c:pt idx="10345">
                  <c:v>362.56</c:v>
                </c:pt>
                <c:pt idx="10346">
                  <c:v>398.13099999999997</c:v>
                </c:pt>
                <c:pt idx="10347">
                  <c:v>430.96899999999999</c:v>
                </c:pt>
                <c:pt idx="10348">
                  <c:v>459.06</c:v>
                </c:pt>
                <c:pt idx="10349">
                  <c:v>479.75099999999998</c:v>
                </c:pt>
                <c:pt idx="10350">
                  <c:v>490.64100000000002</c:v>
                </c:pt>
                <c:pt idx="10351">
                  <c:v>491.25299999999999</c:v>
                </c:pt>
                <c:pt idx="10352">
                  <c:v>481.52</c:v>
                </c:pt>
                <c:pt idx="10353">
                  <c:v>461.488</c:v>
                </c:pt>
                <c:pt idx="10354">
                  <c:v>432.38200000000001</c:v>
                </c:pt>
                <c:pt idx="10355">
                  <c:v>396.43200000000002</c:v>
                </c:pt>
                <c:pt idx="10356">
                  <c:v>356.57100000000003</c:v>
                </c:pt>
                <c:pt idx="10357">
                  <c:v>314.935</c:v>
                </c:pt>
                <c:pt idx="10358">
                  <c:v>273.06299999999999</c:v>
                </c:pt>
                <c:pt idx="10359">
                  <c:v>233.57</c:v>
                </c:pt>
                <c:pt idx="10360">
                  <c:v>198.26599999999999</c:v>
                </c:pt>
                <c:pt idx="10361">
                  <c:v>167.89400000000001</c:v>
                </c:pt>
                <c:pt idx="10362">
                  <c:v>142.464</c:v>
                </c:pt>
                <c:pt idx="10363">
                  <c:v>121.79300000000001</c:v>
                </c:pt>
                <c:pt idx="10364">
                  <c:v>105.02800000000001</c:v>
                </c:pt>
                <c:pt idx="10365">
                  <c:v>91.630399999999995</c:v>
                </c:pt>
                <c:pt idx="10366">
                  <c:v>81.052400000000006</c:v>
                </c:pt>
                <c:pt idx="10367">
                  <c:v>72.561599999999999</c:v>
                </c:pt>
                <c:pt idx="10368">
                  <c:v>65.847700000000003</c:v>
                </c:pt>
                <c:pt idx="10369">
                  <c:v>60.240900000000003</c:v>
                </c:pt>
                <c:pt idx="10370">
                  <c:v>55.619199999999999</c:v>
                </c:pt>
                <c:pt idx="10371">
                  <c:v>51.629899999999999</c:v>
                </c:pt>
                <c:pt idx="10372">
                  <c:v>48.502299999999998</c:v>
                </c:pt>
                <c:pt idx="10373">
                  <c:v>45.730400000000003</c:v>
                </c:pt>
                <c:pt idx="10374">
                  <c:v>43.116</c:v>
                </c:pt>
                <c:pt idx="10375">
                  <c:v>40.840600000000002</c:v>
                </c:pt>
                <c:pt idx="10376">
                  <c:v>39.143099999999997</c:v>
                </c:pt>
                <c:pt idx="10377">
                  <c:v>37.061399999999999</c:v>
                </c:pt>
                <c:pt idx="10378">
                  <c:v>35.381700000000002</c:v>
                </c:pt>
                <c:pt idx="10379">
                  <c:v>33.7639</c:v>
                </c:pt>
                <c:pt idx="10380">
                  <c:v>32.1295</c:v>
                </c:pt>
                <c:pt idx="10381">
                  <c:v>31.026</c:v>
                </c:pt>
                <c:pt idx="10382">
                  <c:v>30.237200000000001</c:v>
                </c:pt>
                <c:pt idx="10383">
                  <c:v>29.418299999999999</c:v>
                </c:pt>
                <c:pt idx="10384">
                  <c:v>28.674900000000001</c:v>
                </c:pt>
                <c:pt idx="10385">
                  <c:v>28.082100000000001</c:v>
                </c:pt>
                <c:pt idx="10386">
                  <c:v>27.6602</c:v>
                </c:pt>
                <c:pt idx="10387">
                  <c:v>27.363900000000001</c:v>
                </c:pt>
                <c:pt idx="10388">
                  <c:v>27.155200000000001</c:v>
                </c:pt>
                <c:pt idx="10389">
                  <c:v>26.982800000000001</c:v>
                </c:pt>
                <c:pt idx="10390">
                  <c:v>26.5274</c:v>
                </c:pt>
                <c:pt idx="10391">
                  <c:v>25.704000000000001</c:v>
                </c:pt>
                <c:pt idx="10392">
                  <c:v>25.333200000000001</c:v>
                </c:pt>
                <c:pt idx="10393">
                  <c:v>25.1068</c:v>
                </c:pt>
                <c:pt idx="10394">
                  <c:v>25.024899999999999</c:v>
                </c:pt>
                <c:pt idx="10395">
                  <c:v>25.2332</c:v>
                </c:pt>
                <c:pt idx="10396">
                  <c:v>25.3567</c:v>
                </c:pt>
                <c:pt idx="10397">
                  <c:v>25.050999999999998</c:v>
                </c:pt>
                <c:pt idx="10398">
                  <c:v>25.079499999999999</c:v>
                </c:pt>
                <c:pt idx="10399">
                  <c:v>25.383800000000001</c:v>
                </c:pt>
                <c:pt idx="10400">
                  <c:v>25.245200000000001</c:v>
                </c:pt>
                <c:pt idx="10401">
                  <c:v>25.025300000000001</c:v>
                </c:pt>
                <c:pt idx="10402">
                  <c:v>25.114000000000001</c:v>
                </c:pt>
                <c:pt idx="10403">
                  <c:v>25.4145</c:v>
                </c:pt>
                <c:pt idx="10404">
                  <c:v>25.651199999999999</c:v>
                </c:pt>
                <c:pt idx="10405">
                  <c:v>25.619299999999999</c:v>
                </c:pt>
                <c:pt idx="10406">
                  <c:v>25.437899999999999</c:v>
                </c:pt>
                <c:pt idx="10407">
                  <c:v>25.5259</c:v>
                </c:pt>
                <c:pt idx="10408">
                  <c:v>25.8035</c:v>
                </c:pt>
                <c:pt idx="10409">
                  <c:v>25.633400000000002</c:v>
                </c:pt>
                <c:pt idx="10410">
                  <c:v>25.347799999999999</c:v>
                </c:pt>
                <c:pt idx="10411">
                  <c:v>25.4864</c:v>
                </c:pt>
                <c:pt idx="10412">
                  <c:v>25.531099999999999</c:v>
                </c:pt>
                <c:pt idx="10413">
                  <c:v>25.484100000000002</c:v>
                </c:pt>
                <c:pt idx="10414">
                  <c:v>26.108000000000001</c:v>
                </c:pt>
                <c:pt idx="10415">
                  <c:v>26.560400000000001</c:v>
                </c:pt>
                <c:pt idx="10416">
                  <c:v>26.514299999999999</c:v>
                </c:pt>
                <c:pt idx="10417">
                  <c:v>26.830400000000001</c:v>
                </c:pt>
                <c:pt idx="10418">
                  <c:v>27.437100000000001</c:v>
                </c:pt>
                <c:pt idx="10419">
                  <c:v>27.881399999999999</c:v>
                </c:pt>
                <c:pt idx="10420">
                  <c:v>28.2074</c:v>
                </c:pt>
                <c:pt idx="10421">
                  <c:v>29.0307</c:v>
                </c:pt>
                <c:pt idx="10422">
                  <c:v>29.866599999999998</c:v>
                </c:pt>
                <c:pt idx="10423">
                  <c:v>30.008099999999999</c:v>
                </c:pt>
                <c:pt idx="10424">
                  <c:v>29.718599999999999</c:v>
                </c:pt>
                <c:pt idx="10425">
                  <c:v>29.3035</c:v>
                </c:pt>
                <c:pt idx="10426">
                  <c:v>28.8065</c:v>
                </c:pt>
                <c:pt idx="10427">
                  <c:v>27.996700000000001</c:v>
                </c:pt>
                <c:pt idx="10428">
                  <c:v>27.112400000000001</c:v>
                </c:pt>
                <c:pt idx="10429">
                  <c:v>26.182200000000002</c:v>
                </c:pt>
                <c:pt idx="10430">
                  <c:v>25.323699999999999</c:v>
                </c:pt>
                <c:pt idx="10431">
                  <c:v>24.228000000000002</c:v>
                </c:pt>
                <c:pt idx="10432">
                  <c:v>23.220400000000001</c:v>
                </c:pt>
                <c:pt idx="10433">
                  <c:v>22.4116</c:v>
                </c:pt>
                <c:pt idx="10434">
                  <c:v>21.496200000000002</c:v>
                </c:pt>
                <c:pt idx="10435">
                  <c:v>21.252300000000002</c:v>
                </c:pt>
                <c:pt idx="10436">
                  <c:v>21.159800000000001</c:v>
                </c:pt>
                <c:pt idx="10437">
                  <c:v>20.522300000000001</c:v>
                </c:pt>
                <c:pt idx="10438">
                  <c:v>20.031700000000001</c:v>
                </c:pt>
                <c:pt idx="10439">
                  <c:v>19.526599999999998</c:v>
                </c:pt>
                <c:pt idx="10440">
                  <c:v>19.301100000000002</c:v>
                </c:pt>
                <c:pt idx="10441">
                  <c:v>19.0992</c:v>
                </c:pt>
                <c:pt idx="10442">
                  <c:v>18.880600000000001</c:v>
                </c:pt>
                <c:pt idx="10443">
                  <c:v>18.456399999999999</c:v>
                </c:pt>
                <c:pt idx="10444">
                  <c:v>18.181100000000001</c:v>
                </c:pt>
                <c:pt idx="10445">
                  <c:v>17.983799999999999</c:v>
                </c:pt>
                <c:pt idx="10446">
                  <c:v>17.902200000000001</c:v>
                </c:pt>
                <c:pt idx="10447">
                  <c:v>18.254300000000001</c:v>
                </c:pt>
                <c:pt idx="10448">
                  <c:v>18.419499999999999</c:v>
                </c:pt>
                <c:pt idx="10449">
                  <c:v>18.517099999999999</c:v>
                </c:pt>
                <c:pt idx="10450">
                  <c:v>18.737100000000002</c:v>
                </c:pt>
                <c:pt idx="10451">
                  <c:v>18.879899999999999</c:v>
                </c:pt>
                <c:pt idx="10452">
                  <c:v>18.703299999999999</c:v>
                </c:pt>
                <c:pt idx="10453">
                  <c:v>18.3978</c:v>
                </c:pt>
                <c:pt idx="10454">
                  <c:v>18.290800000000001</c:v>
                </c:pt>
                <c:pt idx="10455">
                  <c:v>18.100000000000001</c:v>
                </c:pt>
                <c:pt idx="10456">
                  <c:v>17.8766</c:v>
                </c:pt>
                <c:pt idx="10457">
                  <c:v>17.6816</c:v>
                </c:pt>
                <c:pt idx="10458">
                  <c:v>17.528300000000002</c:v>
                </c:pt>
                <c:pt idx="10459">
                  <c:v>17.598299999999998</c:v>
                </c:pt>
                <c:pt idx="10460">
                  <c:v>17.548100000000002</c:v>
                </c:pt>
                <c:pt idx="10461">
                  <c:v>17.261500000000002</c:v>
                </c:pt>
                <c:pt idx="10462">
                  <c:v>17.0383</c:v>
                </c:pt>
                <c:pt idx="10463">
                  <c:v>17.125800000000002</c:v>
                </c:pt>
                <c:pt idx="10464">
                  <c:v>17.4298</c:v>
                </c:pt>
                <c:pt idx="10465">
                  <c:v>17.6404</c:v>
                </c:pt>
                <c:pt idx="10466">
                  <c:v>17.8003</c:v>
                </c:pt>
                <c:pt idx="10467">
                  <c:v>17.741099999999999</c:v>
                </c:pt>
                <c:pt idx="10468">
                  <c:v>17.375399999999999</c:v>
                </c:pt>
                <c:pt idx="10469">
                  <c:v>17.056100000000001</c:v>
                </c:pt>
                <c:pt idx="10470">
                  <c:v>16.539300000000001</c:v>
                </c:pt>
                <c:pt idx="10471">
                  <c:v>15.913500000000001</c:v>
                </c:pt>
                <c:pt idx="10472">
                  <c:v>15.897399999999999</c:v>
                </c:pt>
                <c:pt idx="10473">
                  <c:v>15.907500000000001</c:v>
                </c:pt>
                <c:pt idx="10474">
                  <c:v>15.750500000000001</c:v>
                </c:pt>
                <c:pt idx="10475">
                  <c:v>15.8712</c:v>
                </c:pt>
                <c:pt idx="10476">
                  <c:v>16.572600000000001</c:v>
                </c:pt>
                <c:pt idx="10477">
                  <c:v>16.952999999999999</c:v>
                </c:pt>
                <c:pt idx="10478">
                  <c:v>16.7303</c:v>
                </c:pt>
                <c:pt idx="10479">
                  <c:v>16.512</c:v>
                </c:pt>
                <c:pt idx="10480">
                  <c:v>16.697199999999999</c:v>
                </c:pt>
                <c:pt idx="10481">
                  <c:v>16.847300000000001</c:v>
                </c:pt>
                <c:pt idx="10482">
                  <c:v>16.530799999999999</c:v>
                </c:pt>
                <c:pt idx="10483">
                  <c:v>16.014600000000002</c:v>
                </c:pt>
                <c:pt idx="10484">
                  <c:v>15.709099999999999</c:v>
                </c:pt>
                <c:pt idx="10485">
                  <c:v>15.7425</c:v>
                </c:pt>
                <c:pt idx="10486">
                  <c:v>16.1645</c:v>
                </c:pt>
                <c:pt idx="10487">
                  <c:v>16.4436</c:v>
                </c:pt>
                <c:pt idx="10488">
                  <c:v>16.380199999999999</c:v>
                </c:pt>
                <c:pt idx="10489">
                  <c:v>16.193300000000001</c:v>
                </c:pt>
                <c:pt idx="10490">
                  <c:v>16.258099999999999</c:v>
                </c:pt>
                <c:pt idx="10491">
                  <c:v>16.463100000000001</c:v>
                </c:pt>
                <c:pt idx="10492">
                  <c:v>16.288699999999999</c:v>
                </c:pt>
                <c:pt idx="10493">
                  <c:v>16.317699999999999</c:v>
                </c:pt>
                <c:pt idx="10494">
                  <c:v>16.098800000000001</c:v>
                </c:pt>
                <c:pt idx="10495">
                  <c:v>15.9331</c:v>
                </c:pt>
                <c:pt idx="10496">
                  <c:v>15.888999999999999</c:v>
                </c:pt>
                <c:pt idx="10497">
                  <c:v>15.8001</c:v>
                </c:pt>
                <c:pt idx="10498">
                  <c:v>15.6434</c:v>
                </c:pt>
                <c:pt idx="10499">
                  <c:v>15.6982</c:v>
                </c:pt>
                <c:pt idx="10500">
                  <c:v>15.8066</c:v>
                </c:pt>
                <c:pt idx="10501">
                  <c:v>15.8771</c:v>
                </c:pt>
                <c:pt idx="10502">
                  <c:v>15.9361</c:v>
                </c:pt>
                <c:pt idx="10503">
                  <c:v>15.870200000000001</c:v>
                </c:pt>
                <c:pt idx="10504">
                  <c:v>15.7804</c:v>
                </c:pt>
                <c:pt idx="10505">
                  <c:v>15.821</c:v>
                </c:pt>
                <c:pt idx="10506">
                  <c:v>15.688700000000001</c:v>
                </c:pt>
                <c:pt idx="10507">
                  <c:v>15.5588</c:v>
                </c:pt>
                <c:pt idx="10508">
                  <c:v>15.2866</c:v>
                </c:pt>
                <c:pt idx="10509">
                  <c:v>15.269</c:v>
                </c:pt>
                <c:pt idx="10510">
                  <c:v>15.136699999999999</c:v>
                </c:pt>
                <c:pt idx="10511">
                  <c:v>14.647</c:v>
                </c:pt>
                <c:pt idx="10512">
                  <c:v>14.520200000000001</c:v>
                </c:pt>
                <c:pt idx="10513">
                  <c:v>14.692</c:v>
                </c:pt>
                <c:pt idx="10514">
                  <c:v>14.9831</c:v>
                </c:pt>
                <c:pt idx="10515">
                  <c:v>15.118600000000001</c:v>
                </c:pt>
                <c:pt idx="10516">
                  <c:v>15.286199999999999</c:v>
                </c:pt>
                <c:pt idx="10517">
                  <c:v>15.6904</c:v>
                </c:pt>
                <c:pt idx="10518">
                  <c:v>16.097200000000001</c:v>
                </c:pt>
                <c:pt idx="10519">
                  <c:v>16.1539</c:v>
                </c:pt>
                <c:pt idx="10520">
                  <c:v>15.7942</c:v>
                </c:pt>
                <c:pt idx="10521">
                  <c:v>15.6776</c:v>
                </c:pt>
                <c:pt idx="10522">
                  <c:v>15.6172</c:v>
                </c:pt>
                <c:pt idx="10523">
                  <c:v>15.4314</c:v>
                </c:pt>
                <c:pt idx="10524">
                  <c:v>14.841699999999999</c:v>
                </c:pt>
                <c:pt idx="10525">
                  <c:v>14.544700000000001</c:v>
                </c:pt>
                <c:pt idx="10526">
                  <c:v>14.9032</c:v>
                </c:pt>
                <c:pt idx="10527">
                  <c:v>15.298999999999999</c:v>
                </c:pt>
                <c:pt idx="10528">
                  <c:v>15.145099999999999</c:v>
                </c:pt>
                <c:pt idx="10529">
                  <c:v>14.9663</c:v>
                </c:pt>
                <c:pt idx="10530">
                  <c:v>15.1759</c:v>
                </c:pt>
                <c:pt idx="10531">
                  <c:v>15.3536</c:v>
                </c:pt>
                <c:pt idx="10532">
                  <c:v>14.9031</c:v>
                </c:pt>
                <c:pt idx="10533">
                  <c:v>14.2889</c:v>
                </c:pt>
                <c:pt idx="10534">
                  <c:v>14.442399999999999</c:v>
                </c:pt>
                <c:pt idx="10535">
                  <c:v>14.938000000000001</c:v>
                </c:pt>
                <c:pt idx="10536">
                  <c:v>15.289400000000001</c:v>
                </c:pt>
                <c:pt idx="10537">
                  <c:v>15.329700000000001</c:v>
                </c:pt>
                <c:pt idx="10538">
                  <c:v>15.329599999999999</c:v>
                </c:pt>
                <c:pt idx="10539">
                  <c:v>15.095599999999999</c:v>
                </c:pt>
                <c:pt idx="10540">
                  <c:v>15.007099999999999</c:v>
                </c:pt>
                <c:pt idx="10541">
                  <c:v>15.097899999999999</c:v>
                </c:pt>
                <c:pt idx="10542">
                  <c:v>14.934900000000001</c:v>
                </c:pt>
                <c:pt idx="10543">
                  <c:v>14.9666</c:v>
                </c:pt>
                <c:pt idx="10544">
                  <c:v>15.0891</c:v>
                </c:pt>
                <c:pt idx="10545">
                  <c:v>14.741</c:v>
                </c:pt>
                <c:pt idx="10546">
                  <c:v>14.631399999999999</c:v>
                </c:pt>
                <c:pt idx="10547">
                  <c:v>14.5631</c:v>
                </c:pt>
                <c:pt idx="10548">
                  <c:v>14.0061</c:v>
                </c:pt>
                <c:pt idx="10549">
                  <c:v>13.7661</c:v>
                </c:pt>
                <c:pt idx="10550">
                  <c:v>13.786</c:v>
                </c:pt>
                <c:pt idx="10551">
                  <c:v>13.7037</c:v>
                </c:pt>
                <c:pt idx="10552">
                  <c:v>13.522</c:v>
                </c:pt>
                <c:pt idx="10553">
                  <c:v>13.650700000000001</c:v>
                </c:pt>
                <c:pt idx="10554">
                  <c:v>13.862</c:v>
                </c:pt>
                <c:pt idx="10555">
                  <c:v>13.998200000000001</c:v>
                </c:pt>
                <c:pt idx="10556">
                  <c:v>13.976699999999999</c:v>
                </c:pt>
                <c:pt idx="10557">
                  <c:v>13.882400000000001</c:v>
                </c:pt>
                <c:pt idx="10558">
                  <c:v>13.648</c:v>
                </c:pt>
                <c:pt idx="10559">
                  <c:v>13.7552</c:v>
                </c:pt>
                <c:pt idx="10560">
                  <c:v>13.6347</c:v>
                </c:pt>
                <c:pt idx="10561">
                  <c:v>13.7631</c:v>
                </c:pt>
                <c:pt idx="10562">
                  <c:v>13.8658</c:v>
                </c:pt>
                <c:pt idx="10563">
                  <c:v>13.892099999999999</c:v>
                </c:pt>
                <c:pt idx="10564">
                  <c:v>14.015000000000001</c:v>
                </c:pt>
                <c:pt idx="10565">
                  <c:v>14.0175</c:v>
                </c:pt>
                <c:pt idx="10566">
                  <c:v>13.980499999999999</c:v>
                </c:pt>
                <c:pt idx="10567">
                  <c:v>14.03</c:v>
                </c:pt>
                <c:pt idx="10568">
                  <c:v>14.2004</c:v>
                </c:pt>
                <c:pt idx="10569">
                  <c:v>14.1989</c:v>
                </c:pt>
                <c:pt idx="10570">
                  <c:v>14.220599999999999</c:v>
                </c:pt>
                <c:pt idx="10571">
                  <c:v>14.2651</c:v>
                </c:pt>
                <c:pt idx="10572">
                  <c:v>13.993499999999999</c:v>
                </c:pt>
                <c:pt idx="10573">
                  <c:v>13.383100000000001</c:v>
                </c:pt>
                <c:pt idx="10574">
                  <c:v>13.2348</c:v>
                </c:pt>
                <c:pt idx="10575">
                  <c:v>13.741</c:v>
                </c:pt>
                <c:pt idx="10576">
                  <c:v>13.86</c:v>
                </c:pt>
                <c:pt idx="10577">
                  <c:v>14.021100000000001</c:v>
                </c:pt>
                <c:pt idx="10578">
                  <c:v>14.0449</c:v>
                </c:pt>
                <c:pt idx="10579">
                  <c:v>14.1511</c:v>
                </c:pt>
                <c:pt idx="10580">
                  <c:v>14.229699999999999</c:v>
                </c:pt>
                <c:pt idx="10581">
                  <c:v>14.310499999999999</c:v>
                </c:pt>
                <c:pt idx="10582">
                  <c:v>14.341799999999999</c:v>
                </c:pt>
                <c:pt idx="10583">
                  <c:v>14.2652</c:v>
                </c:pt>
                <c:pt idx="10584">
                  <c:v>14.2486</c:v>
                </c:pt>
                <c:pt idx="10585">
                  <c:v>14.3262</c:v>
                </c:pt>
                <c:pt idx="10586">
                  <c:v>14.3592</c:v>
                </c:pt>
                <c:pt idx="10587">
                  <c:v>14.250400000000001</c:v>
                </c:pt>
                <c:pt idx="10588">
                  <c:v>14.0444</c:v>
                </c:pt>
                <c:pt idx="10589">
                  <c:v>13.9049</c:v>
                </c:pt>
                <c:pt idx="10590">
                  <c:v>13.8614</c:v>
                </c:pt>
                <c:pt idx="10591">
                  <c:v>14.1142</c:v>
                </c:pt>
                <c:pt idx="10592">
                  <c:v>14.312099999999999</c:v>
                </c:pt>
                <c:pt idx="10593">
                  <c:v>14.3726</c:v>
                </c:pt>
                <c:pt idx="10594">
                  <c:v>14.620100000000001</c:v>
                </c:pt>
                <c:pt idx="10595">
                  <c:v>14.6264</c:v>
                </c:pt>
                <c:pt idx="10596">
                  <c:v>14.286199999999999</c:v>
                </c:pt>
                <c:pt idx="10597">
                  <c:v>14.0487</c:v>
                </c:pt>
                <c:pt idx="10598">
                  <c:v>14.164199999999999</c:v>
                </c:pt>
                <c:pt idx="10599">
                  <c:v>14.324299999999999</c:v>
                </c:pt>
                <c:pt idx="10600">
                  <c:v>14.188499999999999</c:v>
                </c:pt>
                <c:pt idx="10601">
                  <c:v>13.9221</c:v>
                </c:pt>
                <c:pt idx="10602">
                  <c:v>13.805400000000001</c:v>
                </c:pt>
                <c:pt idx="10603">
                  <c:v>13.511200000000001</c:v>
                </c:pt>
                <c:pt idx="10604">
                  <c:v>13.7309</c:v>
                </c:pt>
                <c:pt idx="10605">
                  <c:v>14.2439</c:v>
                </c:pt>
                <c:pt idx="10606">
                  <c:v>14.482200000000001</c:v>
                </c:pt>
                <c:pt idx="10607">
                  <c:v>14.4687</c:v>
                </c:pt>
                <c:pt idx="10608">
                  <c:v>14.0055</c:v>
                </c:pt>
                <c:pt idx="10609">
                  <c:v>13.8231</c:v>
                </c:pt>
                <c:pt idx="10610">
                  <c:v>13.7514</c:v>
                </c:pt>
                <c:pt idx="10611">
                  <c:v>13.618499999999999</c:v>
                </c:pt>
                <c:pt idx="10612">
                  <c:v>13.565099999999999</c:v>
                </c:pt>
                <c:pt idx="10613">
                  <c:v>13.7209</c:v>
                </c:pt>
                <c:pt idx="10614">
                  <c:v>13.928599999999999</c:v>
                </c:pt>
                <c:pt idx="10615">
                  <c:v>13.948</c:v>
                </c:pt>
                <c:pt idx="10616">
                  <c:v>14.114699999999999</c:v>
                </c:pt>
                <c:pt idx="10617">
                  <c:v>14.071899999999999</c:v>
                </c:pt>
                <c:pt idx="10618">
                  <c:v>13.9529</c:v>
                </c:pt>
                <c:pt idx="10619">
                  <c:v>13.9717</c:v>
                </c:pt>
                <c:pt idx="10620">
                  <c:v>13.9785</c:v>
                </c:pt>
                <c:pt idx="10621">
                  <c:v>14.1302</c:v>
                </c:pt>
                <c:pt idx="10622">
                  <c:v>14.3832</c:v>
                </c:pt>
                <c:pt idx="10623">
                  <c:v>14.534000000000001</c:v>
                </c:pt>
                <c:pt idx="10624">
                  <c:v>14.369899999999999</c:v>
                </c:pt>
                <c:pt idx="10625">
                  <c:v>14.1563</c:v>
                </c:pt>
                <c:pt idx="10626">
                  <c:v>13.959099999999999</c:v>
                </c:pt>
                <c:pt idx="10627">
                  <c:v>13.5732</c:v>
                </c:pt>
                <c:pt idx="10628">
                  <c:v>13.501300000000001</c:v>
                </c:pt>
                <c:pt idx="10629">
                  <c:v>13.6173</c:v>
                </c:pt>
                <c:pt idx="10630">
                  <c:v>13.894</c:v>
                </c:pt>
                <c:pt idx="10631">
                  <c:v>13.704800000000001</c:v>
                </c:pt>
                <c:pt idx="10632">
                  <c:v>13.458399999999999</c:v>
                </c:pt>
                <c:pt idx="10633">
                  <c:v>13.559200000000001</c:v>
                </c:pt>
                <c:pt idx="10634">
                  <c:v>13.709899999999999</c:v>
                </c:pt>
                <c:pt idx="10635">
                  <c:v>13.9086</c:v>
                </c:pt>
                <c:pt idx="10636">
                  <c:v>14.1441</c:v>
                </c:pt>
                <c:pt idx="10637">
                  <c:v>14.077</c:v>
                </c:pt>
                <c:pt idx="10638">
                  <c:v>14.2918</c:v>
                </c:pt>
                <c:pt idx="10639">
                  <c:v>14.420299999999999</c:v>
                </c:pt>
                <c:pt idx="10640">
                  <c:v>14.0116</c:v>
                </c:pt>
                <c:pt idx="10641">
                  <c:v>13.5936</c:v>
                </c:pt>
                <c:pt idx="10642">
                  <c:v>13.0898</c:v>
                </c:pt>
                <c:pt idx="10643">
                  <c:v>13.0487</c:v>
                </c:pt>
                <c:pt idx="10644">
                  <c:v>13.289199999999999</c:v>
                </c:pt>
                <c:pt idx="10645">
                  <c:v>13.422599999999999</c:v>
                </c:pt>
                <c:pt idx="10646">
                  <c:v>13.5876</c:v>
                </c:pt>
                <c:pt idx="10647">
                  <c:v>13.5646</c:v>
                </c:pt>
                <c:pt idx="10648">
                  <c:v>13.555099999999999</c:v>
                </c:pt>
                <c:pt idx="10649">
                  <c:v>13.542</c:v>
                </c:pt>
                <c:pt idx="10650">
                  <c:v>13.7342</c:v>
                </c:pt>
                <c:pt idx="10651">
                  <c:v>13.8064</c:v>
                </c:pt>
                <c:pt idx="10652">
                  <c:v>13.938800000000001</c:v>
                </c:pt>
                <c:pt idx="10653">
                  <c:v>14.0166</c:v>
                </c:pt>
                <c:pt idx="10654">
                  <c:v>14.2224</c:v>
                </c:pt>
                <c:pt idx="10655">
                  <c:v>14.549200000000001</c:v>
                </c:pt>
                <c:pt idx="10656">
                  <c:v>14.5413</c:v>
                </c:pt>
                <c:pt idx="10657">
                  <c:v>14.375400000000001</c:v>
                </c:pt>
                <c:pt idx="10658">
                  <c:v>14.3246</c:v>
                </c:pt>
                <c:pt idx="10659">
                  <c:v>14.1523</c:v>
                </c:pt>
                <c:pt idx="10660">
                  <c:v>13.7151</c:v>
                </c:pt>
                <c:pt idx="10661">
                  <c:v>13.692600000000001</c:v>
                </c:pt>
                <c:pt idx="10662">
                  <c:v>13.746499999999999</c:v>
                </c:pt>
                <c:pt idx="10663">
                  <c:v>13.6145</c:v>
                </c:pt>
                <c:pt idx="10664">
                  <c:v>13.5299</c:v>
                </c:pt>
                <c:pt idx="10665">
                  <c:v>13.5029</c:v>
                </c:pt>
                <c:pt idx="10666">
                  <c:v>13.297499999999999</c:v>
                </c:pt>
                <c:pt idx="10667">
                  <c:v>13.411</c:v>
                </c:pt>
                <c:pt idx="10668">
                  <c:v>13.6275</c:v>
                </c:pt>
                <c:pt idx="10669">
                  <c:v>13.644</c:v>
                </c:pt>
                <c:pt idx="10670">
                  <c:v>13.611800000000001</c:v>
                </c:pt>
                <c:pt idx="10671">
                  <c:v>13.93</c:v>
                </c:pt>
                <c:pt idx="10672">
                  <c:v>14.237399999999999</c:v>
                </c:pt>
                <c:pt idx="10673">
                  <c:v>14.32</c:v>
                </c:pt>
                <c:pt idx="10674">
                  <c:v>14.3934</c:v>
                </c:pt>
                <c:pt idx="10675">
                  <c:v>14.9625</c:v>
                </c:pt>
                <c:pt idx="10676">
                  <c:v>14.8909</c:v>
                </c:pt>
                <c:pt idx="10677">
                  <c:v>14.4901</c:v>
                </c:pt>
                <c:pt idx="10678">
                  <c:v>14.206300000000001</c:v>
                </c:pt>
                <c:pt idx="10679">
                  <c:v>14.1995</c:v>
                </c:pt>
                <c:pt idx="10680">
                  <c:v>14.171099999999999</c:v>
                </c:pt>
                <c:pt idx="10681">
                  <c:v>13.731199999999999</c:v>
                </c:pt>
                <c:pt idx="10682">
                  <c:v>13.461</c:v>
                </c:pt>
                <c:pt idx="10683">
                  <c:v>13.9754</c:v>
                </c:pt>
                <c:pt idx="10684">
                  <c:v>14.287800000000001</c:v>
                </c:pt>
                <c:pt idx="10685">
                  <c:v>14.200900000000001</c:v>
                </c:pt>
                <c:pt idx="10686">
                  <c:v>14.376300000000001</c:v>
                </c:pt>
                <c:pt idx="10687">
                  <c:v>14.218999999999999</c:v>
                </c:pt>
                <c:pt idx="10688">
                  <c:v>13.933999999999999</c:v>
                </c:pt>
                <c:pt idx="10689">
                  <c:v>13.663600000000001</c:v>
                </c:pt>
                <c:pt idx="10690">
                  <c:v>13.708399999999999</c:v>
                </c:pt>
                <c:pt idx="10691">
                  <c:v>13.789899999999999</c:v>
                </c:pt>
                <c:pt idx="10692">
                  <c:v>13.5098</c:v>
                </c:pt>
                <c:pt idx="10693">
                  <c:v>13.4748</c:v>
                </c:pt>
                <c:pt idx="10694">
                  <c:v>13.4694</c:v>
                </c:pt>
                <c:pt idx="10695">
                  <c:v>13.374499999999999</c:v>
                </c:pt>
                <c:pt idx="10696">
                  <c:v>13.516400000000001</c:v>
                </c:pt>
                <c:pt idx="10697">
                  <c:v>13.2982</c:v>
                </c:pt>
                <c:pt idx="10698">
                  <c:v>13.1907</c:v>
                </c:pt>
                <c:pt idx="10699">
                  <c:v>13.416700000000001</c:v>
                </c:pt>
                <c:pt idx="10700">
                  <c:v>13.3962</c:v>
                </c:pt>
                <c:pt idx="10701">
                  <c:v>13.4589</c:v>
                </c:pt>
                <c:pt idx="10702">
                  <c:v>13.762</c:v>
                </c:pt>
                <c:pt idx="10703">
                  <c:v>13.756</c:v>
                </c:pt>
                <c:pt idx="10704">
                  <c:v>13.490600000000001</c:v>
                </c:pt>
                <c:pt idx="10705">
                  <c:v>13.279400000000001</c:v>
                </c:pt>
                <c:pt idx="10706">
                  <c:v>13.1883</c:v>
                </c:pt>
                <c:pt idx="10707">
                  <c:v>13.3284</c:v>
                </c:pt>
                <c:pt idx="10708">
                  <c:v>13.2546</c:v>
                </c:pt>
                <c:pt idx="10709">
                  <c:v>13.1915</c:v>
                </c:pt>
                <c:pt idx="10710">
                  <c:v>13.345000000000001</c:v>
                </c:pt>
                <c:pt idx="10711">
                  <c:v>13.431900000000001</c:v>
                </c:pt>
                <c:pt idx="10712">
                  <c:v>13.769399999999999</c:v>
                </c:pt>
                <c:pt idx="10713">
                  <c:v>14.2615</c:v>
                </c:pt>
                <c:pt idx="10714">
                  <c:v>14.779500000000001</c:v>
                </c:pt>
                <c:pt idx="10715">
                  <c:v>15.0038</c:v>
                </c:pt>
                <c:pt idx="10716">
                  <c:v>14.903499999999999</c:v>
                </c:pt>
                <c:pt idx="10717">
                  <c:v>14.732200000000001</c:v>
                </c:pt>
                <c:pt idx="10718">
                  <c:v>14.7037</c:v>
                </c:pt>
                <c:pt idx="10719">
                  <c:v>14.849500000000001</c:v>
                </c:pt>
                <c:pt idx="10720">
                  <c:v>14.6493</c:v>
                </c:pt>
                <c:pt idx="10721">
                  <c:v>14.5334</c:v>
                </c:pt>
                <c:pt idx="10722">
                  <c:v>14.439399999999999</c:v>
                </c:pt>
                <c:pt idx="10723">
                  <c:v>14.125500000000001</c:v>
                </c:pt>
                <c:pt idx="10724">
                  <c:v>14.029</c:v>
                </c:pt>
                <c:pt idx="10725">
                  <c:v>14.363799999999999</c:v>
                </c:pt>
                <c:pt idx="10726">
                  <c:v>14.9468</c:v>
                </c:pt>
                <c:pt idx="10727">
                  <c:v>15.2476</c:v>
                </c:pt>
                <c:pt idx="10728">
                  <c:v>15.0572</c:v>
                </c:pt>
                <c:pt idx="10729">
                  <c:v>14.815</c:v>
                </c:pt>
                <c:pt idx="10730">
                  <c:v>14.667400000000001</c:v>
                </c:pt>
                <c:pt idx="10731">
                  <c:v>14.826700000000001</c:v>
                </c:pt>
                <c:pt idx="10732">
                  <c:v>15.105499999999999</c:v>
                </c:pt>
                <c:pt idx="10733">
                  <c:v>15.3146</c:v>
                </c:pt>
                <c:pt idx="10734">
                  <c:v>15.351699999999999</c:v>
                </c:pt>
                <c:pt idx="10735">
                  <c:v>15.3597</c:v>
                </c:pt>
                <c:pt idx="10736">
                  <c:v>15.552199999999999</c:v>
                </c:pt>
                <c:pt idx="10737">
                  <c:v>15.858700000000001</c:v>
                </c:pt>
                <c:pt idx="10738">
                  <c:v>16.051500000000001</c:v>
                </c:pt>
                <c:pt idx="10739">
                  <c:v>16.1554</c:v>
                </c:pt>
                <c:pt idx="10740">
                  <c:v>16.241900000000001</c:v>
                </c:pt>
                <c:pt idx="10741">
                  <c:v>16.2699</c:v>
                </c:pt>
                <c:pt idx="10742">
                  <c:v>16.2334</c:v>
                </c:pt>
                <c:pt idx="10743">
                  <c:v>15.9221</c:v>
                </c:pt>
                <c:pt idx="10744">
                  <c:v>15.757099999999999</c:v>
                </c:pt>
                <c:pt idx="10745">
                  <c:v>15.670299999999999</c:v>
                </c:pt>
                <c:pt idx="10746">
                  <c:v>15.496600000000001</c:v>
                </c:pt>
                <c:pt idx="10747">
                  <c:v>15.257099999999999</c:v>
                </c:pt>
                <c:pt idx="10748">
                  <c:v>15.0024</c:v>
                </c:pt>
                <c:pt idx="10749">
                  <c:v>14.579499999999999</c:v>
                </c:pt>
                <c:pt idx="10750">
                  <c:v>14.3619</c:v>
                </c:pt>
                <c:pt idx="10751">
                  <c:v>14.2517</c:v>
                </c:pt>
                <c:pt idx="10752">
                  <c:v>14.0235</c:v>
                </c:pt>
                <c:pt idx="10753">
                  <c:v>14.045999999999999</c:v>
                </c:pt>
                <c:pt idx="10754">
                  <c:v>14.053000000000001</c:v>
                </c:pt>
                <c:pt idx="10755">
                  <c:v>14.1806</c:v>
                </c:pt>
                <c:pt idx="10756">
                  <c:v>14.249700000000001</c:v>
                </c:pt>
                <c:pt idx="10757">
                  <c:v>14.083</c:v>
                </c:pt>
                <c:pt idx="10758">
                  <c:v>13.7562</c:v>
                </c:pt>
                <c:pt idx="10759">
                  <c:v>13.4444</c:v>
                </c:pt>
                <c:pt idx="10760">
                  <c:v>13.6412</c:v>
                </c:pt>
                <c:pt idx="10761">
                  <c:v>13.8367</c:v>
                </c:pt>
                <c:pt idx="10762">
                  <c:v>13.9377</c:v>
                </c:pt>
                <c:pt idx="10763">
                  <c:v>13.790900000000001</c:v>
                </c:pt>
                <c:pt idx="10764">
                  <c:v>13.521800000000001</c:v>
                </c:pt>
                <c:pt idx="10765">
                  <c:v>13.334300000000001</c:v>
                </c:pt>
                <c:pt idx="10766">
                  <c:v>13.4016</c:v>
                </c:pt>
                <c:pt idx="10767">
                  <c:v>13.581</c:v>
                </c:pt>
                <c:pt idx="10768">
                  <c:v>13.962199999999999</c:v>
                </c:pt>
                <c:pt idx="10769">
                  <c:v>14.178900000000001</c:v>
                </c:pt>
                <c:pt idx="10770">
                  <c:v>14.293699999999999</c:v>
                </c:pt>
                <c:pt idx="10771">
                  <c:v>14.0715</c:v>
                </c:pt>
                <c:pt idx="10772">
                  <c:v>13.861700000000001</c:v>
                </c:pt>
                <c:pt idx="10773">
                  <c:v>14.005100000000001</c:v>
                </c:pt>
                <c:pt idx="10774">
                  <c:v>14.039899999999999</c:v>
                </c:pt>
                <c:pt idx="10775">
                  <c:v>13.8874</c:v>
                </c:pt>
                <c:pt idx="10776">
                  <c:v>13.777699999999999</c:v>
                </c:pt>
                <c:pt idx="10777">
                  <c:v>13.727399999999999</c:v>
                </c:pt>
                <c:pt idx="10778">
                  <c:v>13.6706</c:v>
                </c:pt>
                <c:pt idx="10779">
                  <c:v>13.539099999999999</c:v>
                </c:pt>
                <c:pt idx="10780">
                  <c:v>13.5406</c:v>
                </c:pt>
                <c:pt idx="10781">
                  <c:v>13.619300000000001</c:v>
                </c:pt>
                <c:pt idx="10782">
                  <c:v>13.7096</c:v>
                </c:pt>
                <c:pt idx="10783">
                  <c:v>13.858599999999999</c:v>
                </c:pt>
                <c:pt idx="10784">
                  <c:v>13.782299999999999</c:v>
                </c:pt>
                <c:pt idx="10785">
                  <c:v>13.37</c:v>
                </c:pt>
                <c:pt idx="10786">
                  <c:v>13.2623</c:v>
                </c:pt>
                <c:pt idx="10787">
                  <c:v>13.367599999999999</c:v>
                </c:pt>
                <c:pt idx="10788">
                  <c:v>13.421099999999999</c:v>
                </c:pt>
                <c:pt idx="10789">
                  <c:v>13.383599999999999</c:v>
                </c:pt>
                <c:pt idx="10790">
                  <c:v>13.410500000000001</c:v>
                </c:pt>
                <c:pt idx="10791">
                  <c:v>13.7324</c:v>
                </c:pt>
                <c:pt idx="10792">
                  <c:v>13.985200000000001</c:v>
                </c:pt>
                <c:pt idx="10793">
                  <c:v>14.1243</c:v>
                </c:pt>
                <c:pt idx="10794">
                  <c:v>13.7171</c:v>
                </c:pt>
                <c:pt idx="10795">
                  <c:v>13.329800000000001</c:v>
                </c:pt>
                <c:pt idx="10796">
                  <c:v>13.671099999999999</c:v>
                </c:pt>
                <c:pt idx="10797">
                  <c:v>13.8043</c:v>
                </c:pt>
                <c:pt idx="10798">
                  <c:v>13.668100000000001</c:v>
                </c:pt>
                <c:pt idx="10799">
                  <c:v>13.696999999999999</c:v>
                </c:pt>
                <c:pt idx="10800">
                  <c:v>13.8537</c:v>
                </c:pt>
                <c:pt idx="10801">
                  <c:v>13.9915</c:v>
                </c:pt>
                <c:pt idx="10802">
                  <c:v>13.8003</c:v>
                </c:pt>
                <c:pt idx="10803">
                  <c:v>13.788600000000001</c:v>
                </c:pt>
                <c:pt idx="10804">
                  <c:v>13.7477</c:v>
                </c:pt>
                <c:pt idx="10805">
                  <c:v>13.8957</c:v>
                </c:pt>
                <c:pt idx="10806">
                  <c:v>13.8559</c:v>
                </c:pt>
                <c:pt idx="10807">
                  <c:v>13.905900000000001</c:v>
                </c:pt>
                <c:pt idx="10808">
                  <c:v>14.026300000000001</c:v>
                </c:pt>
                <c:pt idx="10809">
                  <c:v>14.101100000000001</c:v>
                </c:pt>
                <c:pt idx="10810">
                  <c:v>13.9339</c:v>
                </c:pt>
                <c:pt idx="10811">
                  <c:v>13.6214</c:v>
                </c:pt>
                <c:pt idx="10812">
                  <c:v>13.571999999999999</c:v>
                </c:pt>
                <c:pt idx="10813">
                  <c:v>13.774900000000001</c:v>
                </c:pt>
                <c:pt idx="10814">
                  <c:v>13.7149</c:v>
                </c:pt>
                <c:pt idx="10815">
                  <c:v>13.4421</c:v>
                </c:pt>
                <c:pt idx="10816">
                  <c:v>13.7531</c:v>
                </c:pt>
                <c:pt idx="10817">
                  <c:v>14.0075</c:v>
                </c:pt>
                <c:pt idx="10818">
                  <c:v>13.996</c:v>
                </c:pt>
                <c:pt idx="10819">
                  <c:v>14.032999999999999</c:v>
                </c:pt>
                <c:pt idx="10820">
                  <c:v>14.0959</c:v>
                </c:pt>
                <c:pt idx="10821">
                  <c:v>14.215</c:v>
                </c:pt>
                <c:pt idx="10822">
                  <c:v>14.654400000000001</c:v>
                </c:pt>
                <c:pt idx="10823">
                  <c:v>15.3909</c:v>
                </c:pt>
                <c:pt idx="10824">
                  <c:v>15.7927</c:v>
                </c:pt>
                <c:pt idx="10825">
                  <c:v>15.529400000000001</c:v>
                </c:pt>
                <c:pt idx="10826">
                  <c:v>15.2683</c:v>
                </c:pt>
                <c:pt idx="10827">
                  <c:v>15.297700000000001</c:v>
                </c:pt>
                <c:pt idx="10828">
                  <c:v>15.330299999999999</c:v>
                </c:pt>
                <c:pt idx="10829">
                  <c:v>15.627599999999999</c:v>
                </c:pt>
                <c:pt idx="10830">
                  <c:v>15.7669</c:v>
                </c:pt>
                <c:pt idx="10831">
                  <c:v>15.831099999999999</c:v>
                </c:pt>
                <c:pt idx="10832">
                  <c:v>15.923999999999999</c:v>
                </c:pt>
                <c:pt idx="10833">
                  <c:v>15.853199999999999</c:v>
                </c:pt>
                <c:pt idx="10834">
                  <c:v>15.6342</c:v>
                </c:pt>
                <c:pt idx="10835">
                  <c:v>15.650700000000001</c:v>
                </c:pt>
                <c:pt idx="10836">
                  <c:v>15.5937</c:v>
                </c:pt>
                <c:pt idx="10837">
                  <c:v>15.2136</c:v>
                </c:pt>
                <c:pt idx="10838">
                  <c:v>14.578200000000001</c:v>
                </c:pt>
                <c:pt idx="10839">
                  <c:v>14.2135</c:v>
                </c:pt>
                <c:pt idx="10840">
                  <c:v>14.1503</c:v>
                </c:pt>
                <c:pt idx="10841">
                  <c:v>14.1015</c:v>
                </c:pt>
                <c:pt idx="10842">
                  <c:v>13.942600000000001</c:v>
                </c:pt>
                <c:pt idx="10843">
                  <c:v>13.8527</c:v>
                </c:pt>
                <c:pt idx="10844">
                  <c:v>13.8947</c:v>
                </c:pt>
                <c:pt idx="10845">
                  <c:v>13.7963</c:v>
                </c:pt>
                <c:pt idx="10846">
                  <c:v>13.7684</c:v>
                </c:pt>
                <c:pt idx="10847">
                  <c:v>13.762499999999999</c:v>
                </c:pt>
                <c:pt idx="10848">
                  <c:v>13.863099999999999</c:v>
                </c:pt>
                <c:pt idx="10849">
                  <c:v>13.8194</c:v>
                </c:pt>
                <c:pt idx="10850">
                  <c:v>13.8527</c:v>
                </c:pt>
                <c:pt idx="10851">
                  <c:v>13.7403</c:v>
                </c:pt>
                <c:pt idx="10852">
                  <c:v>13.547700000000001</c:v>
                </c:pt>
                <c:pt idx="10853">
                  <c:v>13.5313</c:v>
                </c:pt>
                <c:pt idx="10854">
                  <c:v>13.7369</c:v>
                </c:pt>
                <c:pt idx="10855">
                  <c:v>13.9572</c:v>
                </c:pt>
                <c:pt idx="10856">
                  <c:v>14.301299999999999</c:v>
                </c:pt>
                <c:pt idx="10857">
                  <c:v>14.3447</c:v>
                </c:pt>
                <c:pt idx="10858">
                  <c:v>14.2004</c:v>
                </c:pt>
                <c:pt idx="10859">
                  <c:v>14.0357</c:v>
                </c:pt>
                <c:pt idx="10860">
                  <c:v>13.877700000000001</c:v>
                </c:pt>
                <c:pt idx="10861">
                  <c:v>13.7834</c:v>
                </c:pt>
                <c:pt idx="10862">
                  <c:v>14.229900000000001</c:v>
                </c:pt>
                <c:pt idx="10863">
                  <c:v>14.802</c:v>
                </c:pt>
                <c:pt idx="10864">
                  <c:v>14.989100000000001</c:v>
                </c:pt>
                <c:pt idx="10865">
                  <c:v>14.951599999999999</c:v>
                </c:pt>
                <c:pt idx="10866">
                  <c:v>14.704800000000001</c:v>
                </c:pt>
                <c:pt idx="10867">
                  <c:v>14.5479</c:v>
                </c:pt>
                <c:pt idx="10868">
                  <c:v>14.5252</c:v>
                </c:pt>
                <c:pt idx="10869">
                  <c:v>14.328799999999999</c:v>
                </c:pt>
                <c:pt idx="10870">
                  <c:v>14.2393</c:v>
                </c:pt>
                <c:pt idx="10871">
                  <c:v>14.512499999999999</c:v>
                </c:pt>
                <c:pt idx="10872">
                  <c:v>14.9352</c:v>
                </c:pt>
                <c:pt idx="10873">
                  <c:v>14.9329</c:v>
                </c:pt>
                <c:pt idx="10874">
                  <c:v>15.057399999999999</c:v>
                </c:pt>
                <c:pt idx="10875">
                  <c:v>15.1074</c:v>
                </c:pt>
                <c:pt idx="10876">
                  <c:v>14.9893</c:v>
                </c:pt>
                <c:pt idx="10877">
                  <c:v>15.1699</c:v>
                </c:pt>
                <c:pt idx="10878">
                  <c:v>15.4526</c:v>
                </c:pt>
                <c:pt idx="10879">
                  <c:v>15.6936</c:v>
                </c:pt>
                <c:pt idx="10880">
                  <c:v>15.887</c:v>
                </c:pt>
                <c:pt idx="10881">
                  <c:v>15.7903</c:v>
                </c:pt>
                <c:pt idx="10882">
                  <c:v>15.4733</c:v>
                </c:pt>
                <c:pt idx="10883">
                  <c:v>15.381399999999999</c:v>
                </c:pt>
                <c:pt idx="10884">
                  <c:v>15.4588</c:v>
                </c:pt>
                <c:pt idx="10885">
                  <c:v>15.561500000000001</c:v>
                </c:pt>
                <c:pt idx="10886">
                  <c:v>15.825799999999999</c:v>
                </c:pt>
                <c:pt idx="10887">
                  <c:v>15.895300000000001</c:v>
                </c:pt>
                <c:pt idx="10888">
                  <c:v>15.871499999999999</c:v>
                </c:pt>
                <c:pt idx="10889">
                  <c:v>15.7857</c:v>
                </c:pt>
                <c:pt idx="10890">
                  <c:v>15.613799999999999</c:v>
                </c:pt>
                <c:pt idx="10891">
                  <c:v>15.5014</c:v>
                </c:pt>
                <c:pt idx="10892">
                  <c:v>15.545199999999999</c:v>
                </c:pt>
                <c:pt idx="10893">
                  <c:v>15.8491</c:v>
                </c:pt>
                <c:pt idx="10894">
                  <c:v>16.1067</c:v>
                </c:pt>
                <c:pt idx="10895">
                  <c:v>15.989599999999999</c:v>
                </c:pt>
                <c:pt idx="10896">
                  <c:v>15.7827</c:v>
                </c:pt>
                <c:pt idx="10897">
                  <c:v>15.6129</c:v>
                </c:pt>
                <c:pt idx="10898">
                  <c:v>15.2126</c:v>
                </c:pt>
                <c:pt idx="10899">
                  <c:v>15.0379</c:v>
                </c:pt>
                <c:pt idx="10900">
                  <c:v>15.0723</c:v>
                </c:pt>
                <c:pt idx="10901">
                  <c:v>15.348699999999999</c:v>
                </c:pt>
                <c:pt idx="10902">
                  <c:v>15.524800000000001</c:v>
                </c:pt>
                <c:pt idx="10903">
                  <c:v>15.3134</c:v>
                </c:pt>
                <c:pt idx="10904">
                  <c:v>14.964399999999999</c:v>
                </c:pt>
                <c:pt idx="10905">
                  <c:v>14.4918</c:v>
                </c:pt>
                <c:pt idx="10906">
                  <c:v>14.1386</c:v>
                </c:pt>
                <c:pt idx="10907">
                  <c:v>13.9499</c:v>
                </c:pt>
                <c:pt idx="10908">
                  <c:v>13.8253</c:v>
                </c:pt>
                <c:pt idx="10909">
                  <c:v>13.888199999999999</c:v>
                </c:pt>
                <c:pt idx="10910">
                  <c:v>14.000999999999999</c:v>
                </c:pt>
                <c:pt idx="10911">
                  <c:v>13.844799999999999</c:v>
                </c:pt>
                <c:pt idx="10912">
                  <c:v>13.9825</c:v>
                </c:pt>
                <c:pt idx="10913">
                  <c:v>14.1616</c:v>
                </c:pt>
                <c:pt idx="10914">
                  <c:v>14.3269</c:v>
                </c:pt>
                <c:pt idx="10915">
                  <c:v>14.764699999999999</c:v>
                </c:pt>
                <c:pt idx="10916">
                  <c:v>14.855399999999999</c:v>
                </c:pt>
                <c:pt idx="10917">
                  <c:v>14.9956</c:v>
                </c:pt>
                <c:pt idx="10918">
                  <c:v>14.7027</c:v>
                </c:pt>
                <c:pt idx="10919">
                  <c:v>13.8896</c:v>
                </c:pt>
                <c:pt idx="10920">
                  <c:v>13.7471</c:v>
                </c:pt>
                <c:pt idx="10921">
                  <c:v>14.093400000000001</c:v>
                </c:pt>
                <c:pt idx="10922">
                  <c:v>14.4907</c:v>
                </c:pt>
                <c:pt idx="10923">
                  <c:v>14.574400000000001</c:v>
                </c:pt>
                <c:pt idx="10924">
                  <c:v>14.5229</c:v>
                </c:pt>
                <c:pt idx="10925">
                  <c:v>14.5419</c:v>
                </c:pt>
                <c:pt idx="10926">
                  <c:v>14.5158</c:v>
                </c:pt>
                <c:pt idx="10927">
                  <c:v>14.7311</c:v>
                </c:pt>
                <c:pt idx="10928">
                  <c:v>14.985200000000001</c:v>
                </c:pt>
                <c:pt idx="10929">
                  <c:v>15.1806</c:v>
                </c:pt>
                <c:pt idx="10930">
                  <c:v>14.995799999999999</c:v>
                </c:pt>
                <c:pt idx="10931">
                  <c:v>14.6121</c:v>
                </c:pt>
                <c:pt idx="10932">
                  <c:v>14.2652</c:v>
                </c:pt>
                <c:pt idx="10933">
                  <c:v>14.423500000000001</c:v>
                </c:pt>
                <c:pt idx="10934">
                  <c:v>14.620699999999999</c:v>
                </c:pt>
                <c:pt idx="10935">
                  <c:v>14.4598</c:v>
                </c:pt>
                <c:pt idx="10936">
                  <c:v>14.370900000000001</c:v>
                </c:pt>
                <c:pt idx="10937">
                  <c:v>14.56</c:v>
                </c:pt>
                <c:pt idx="10938">
                  <c:v>14.8042</c:v>
                </c:pt>
                <c:pt idx="10939">
                  <c:v>15.1517</c:v>
                </c:pt>
                <c:pt idx="10940">
                  <c:v>15.1012</c:v>
                </c:pt>
                <c:pt idx="10941">
                  <c:v>15.080299999999999</c:v>
                </c:pt>
                <c:pt idx="10942">
                  <c:v>15.138500000000001</c:v>
                </c:pt>
                <c:pt idx="10943">
                  <c:v>15.146800000000001</c:v>
                </c:pt>
                <c:pt idx="10944">
                  <c:v>15.2935</c:v>
                </c:pt>
                <c:pt idx="10945">
                  <c:v>15.5395</c:v>
                </c:pt>
                <c:pt idx="10946">
                  <c:v>15.2949</c:v>
                </c:pt>
                <c:pt idx="10947">
                  <c:v>15.175800000000001</c:v>
                </c:pt>
                <c:pt idx="10948">
                  <c:v>15.4084</c:v>
                </c:pt>
                <c:pt idx="10949">
                  <c:v>15.442399999999999</c:v>
                </c:pt>
                <c:pt idx="10950">
                  <c:v>15.4922</c:v>
                </c:pt>
                <c:pt idx="10951">
                  <c:v>15.407299999999999</c:v>
                </c:pt>
                <c:pt idx="10952">
                  <c:v>15.156000000000001</c:v>
                </c:pt>
                <c:pt idx="10953">
                  <c:v>15.077999999999999</c:v>
                </c:pt>
                <c:pt idx="10954">
                  <c:v>15.3004</c:v>
                </c:pt>
                <c:pt idx="10955">
                  <c:v>15.5761</c:v>
                </c:pt>
                <c:pt idx="10956">
                  <c:v>15.825100000000001</c:v>
                </c:pt>
                <c:pt idx="10957">
                  <c:v>15.6425</c:v>
                </c:pt>
                <c:pt idx="10958">
                  <c:v>15.4826</c:v>
                </c:pt>
                <c:pt idx="10959">
                  <c:v>15.815899999999999</c:v>
                </c:pt>
                <c:pt idx="10960">
                  <c:v>16.095500000000001</c:v>
                </c:pt>
                <c:pt idx="10961">
                  <c:v>16.102900000000002</c:v>
                </c:pt>
                <c:pt idx="10962">
                  <c:v>16.190899999999999</c:v>
                </c:pt>
                <c:pt idx="10963">
                  <c:v>16.7148</c:v>
                </c:pt>
                <c:pt idx="10964">
                  <c:v>17.239899999999999</c:v>
                </c:pt>
                <c:pt idx="10965">
                  <c:v>17.159700000000001</c:v>
                </c:pt>
                <c:pt idx="10966">
                  <c:v>17.1433</c:v>
                </c:pt>
                <c:pt idx="10967">
                  <c:v>17.413</c:v>
                </c:pt>
                <c:pt idx="10968">
                  <c:v>17.737300000000001</c:v>
                </c:pt>
                <c:pt idx="10969">
                  <c:v>18.035699999999999</c:v>
                </c:pt>
                <c:pt idx="10970">
                  <c:v>18.13</c:v>
                </c:pt>
                <c:pt idx="10971">
                  <c:v>17.853200000000001</c:v>
                </c:pt>
                <c:pt idx="10972">
                  <c:v>17.978000000000002</c:v>
                </c:pt>
                <c:pt idx="10973">
                  <c:v>18.247900000000001</c:v>
                </c:pt>
                <c:pt idx="10974">
                  <c:v>18.1693</c:v>
                </c:pt>
                <c:pt idx="10975">
                  <c:v>17.7728</c:v>
                </c:pt>
                <c:pt idx="10976">
                  <c:v>17.662199999999999</c:v>
                </c:pt>
                <c:pt idx="10977">
                  <c:v>17.6311</c:v>
                </c:pt>
                <c:pt idx="10978">
                  <c:v>17.8231</c:v>
                </c:pt>
                <c:pt idx="10979">
                  <c:v>17.841000000000001</c:v>
                </c:pt>
                <c:pt idx="10980">
                  <c:v>17.409099999999999</c:v>
                </c:pt>
                <c:pt idx="10981">
                  <c:v>16.848099999999999</c:v>
                </c:pt>
                <c:pt idx="10982">
                  <c:v>16.598099999999999</c:v>
                </c:pt>
                <c:pt idx="10983">
                  <c:v>16.475200000000001</c:v>
                </c:pt>
                <c:pt idx="10984">
                  <c:v>16.3263</c:v>
                </c:pt>
                <c:pt idx="10985">
                  <c:v>16.131</c:v>
                </c:pt>
                <c:pt idx="10986">
                  <c:v>15.9641</c:v>
                </c:pt>
                <c:pt idx="10987">
                  <c:v>15.699299999999999</c:v>
                </c:pt>
                <c:pt idx="10988">
                  <c:v>15.642099999999999</c:v>
                </c:pt>
                <c:pt idx="10989">
                  <c:v>15.5199</c:v>
                </c:pt>
                <c:pt idx="10990">
                  <c:v>15.686</c:v>
                </c:pt>
                <c:pt idx="10991">
                  <c:v>15.728300000000001</c:v>
                </c:pt>
                <c:pt idx="10992">
                  <c:v>15.3637</c:v>
                </c:pt>
                <c:pt idx="10993">
                  <c:v>15.1309</c:v>
                </c:pt>
                <c:pt idx="10994">
                  <c:v>15.5007</c:v>
                </c:pt>
                <c:pt idx="10995">
                  <c:v>15.6235</c:v>
                </c:pt>
                <c:pt idx="10996">
                  <c:v>15.583500000000001</c:v>
                </c:pt>
                <c:pt idx="10997">
                  <c:v>15.6236</c:v>
                </c:pt>
                <c:pt idx="10998">
                  <c:v>15.351599999999999</c:v>
                </c:pt>
                <c:pt idx="10999">
                  <c:v>15.2294</c:v>
                </c:pt>
                <c:pt idx="11000">
                  <c:v>15.4427</c:v>
                </c:pt>
                <c:pt idx="11001">
                  <c:v>15.472</c:v>
                </c:pt>
                <c:pt idx="11002">
                  <c:v>15.1553</c:v>
                </c:pt>
                <c:pt idx="11003">
                  <c:v>14.808299999999999</c:v>
                </c:pt>
                <c:pt idx="11004">
                  <c:v>14.7118</c:v>
                </c:pt>
                <c:pt idx="11005">
                  <c:v>14.802199999999999</c:v>
                </c:pt>
                <c:pt idx="11006">
                  <c:v>15.1333</c:v>
                </c:pt>
                <c:pt idx="11007">
                  <c:v>15.4139</c:v>
                </c:pt>
                <c:pt idx="11008">
                  <c:v>15.3468</c:v>
                </c:pt>
                <c:pt idx="11009">
                  <c:v>15.446099999999999</c:v>
                </c:pt>
                <c:pt idx="11010">
                  <c:v>15.636900000000001</c:v>
                </c:pt>
                <c:pt idx="11011">
                  <c:v>15.839399999999999</c:v>
                </c:pt>
                <c:pt idx="11012">
                  <c:v>16.257000000000001</c:v>
                </c:pt>
                <c:pt idx="11013">
                  <c:v>16.444500000000001</c:v>
                </c:pt>
                <c:pt idx="11014">
                  <c:v>16.438199999999998</c:v>
                </c:pt>
                <c:pt idx="11015">
                  <c:v>16.6052</c:v>
                </c:pt>
                <c:pt idx="11016">
                  <c:v>16.758400000000002</c:v>
                </c:pt>
                <c:pt idx="11017">
                  <c:v>16.739100000000001</c:v>
                </c:pt>
                <c:pt idx="11018">
                  <c:v>16.067499999999999</c:v>
                </c:pt>
                <c:pt idx="11019">
                  <c:v>15.7354</c:v>
                </c:pt>
                <c:pt idx="11020">
                  <c:v>15.874599999999999</c:v>
                </c:pt>
                <c:pt idx="11021">
                  <c:v>16.0364</c:v>
                </c:pt>
                <c:pt idx="11022">
                  <c:v>16.052900000000001</c:v>
                </c:pt>
                <c:pt idx="11023">
                  <c:v>15.9092</c:v>
                </c:pt>
                <c:pt idx="11024">
                  <c:v>15.9937</c:v>
                </c:pt>
                <c:pt idx="11025">
                  <c:v>16.368600000000001</c:v>
                </c:pt>
                <c:pt idx="11026">
                  <c:v>16.2498</c:v>
                </c:pt>
                <c:pt idx="11027">
                  <c:v>15.8743</c:v>
                </c:pt>
                <c:pt idx="11028">
                  <c:v>15.58</c:v>
                </c:pt>
                <c:pt idx="11029">
                  <c:v>15.7102</c:v>
                </c:pt>
                <c:pt idx="11030">
                  <c:v>15.8569</c:v>
                </c:pt>
                <c:pt idx="11031">
                  <c:v>16.2117</c:v>
                </c:pt>
                <c:pt idx="11032">
                  <c:v>16.331</c:v>
                </c:pt>
                <c:pt idx="11033">
                  <c:v>15.938599999999999</c:v>
                </c:pt>
                <c:pt idx="11034">
                  <c:v>15.683</c:v>
                </c:pt>
                <c:pt idx="11035">
                  <c:v>15.809900000000001</c:v>
                </c:pt>
                <c:pt idx="11036">
                  <c:v>15.8721</c:v>
                </c:pt>
                <c:pt idx="11037">
                  <c:v>15.7315</c:v>
                </c:pt>
                <c:pt idx="11038">
                  <c:v>15.4625</c:v>
                </c:pt>
                <c:pt idx="11039">
                  <c:v>15.2164</c:v>
                </c:pt>
                <c:pt idx="11040">
                  <c:v>15.231299999999999</c:v>
                </c:pt>
                <c:pt idx="11041">
                  <c:v>15.377599999999999</c:v>
                </c:pt>
                <c:pt idx="11042">
                  <c:v>15.4734</c:v>
                </c:pt>
                <c:pt idx="11043">
                  <c:v>15.274800000000001</c:v>
                </c:pt>
                <c:pt idx="11044">
                  <c:v>15.2133</c:v>
                </c:pt>
                <c:pt idx="11045">
                  <c:v>15.245200000000001</c:v>
                </c:pt>
                <c:pt idx="11046">
                  <c:v>15.3651</c:v>
                </c:pt>
                <c:pt idx="11047">
                  <c:v>15.618600000000001</c:v>
                </c:pt>
                <c:pt idx="11048">
                  <c:v>15.7005</c:v>
                </c:pt>
                <c:pt idx="11049">
                  <c:v>15.5762</c:v>
                </c:pt>
                <c:pt idx="11050">
                  <c:v>15.225</c:v>
                </c:pt>
                <c:pt idx="11051">
                  <c:v>15.3459</c:v>
                </c:pt>
                <c:pt idx="11052">
                  <c:v>15.6678</c:v>
                </c:pt>
                <c:pt idx="11053">
                  <c:v>15.9451</c:v>
                </c:pt>
                <c:pt idx="11054">
                  <c:v>16.185500000000001</c:v>
                </c:pt>
                <c:pt idx="11055">
                  <c:v>16.1691</c:v>
                </c:pt>
                <c:pt idx="11056">
                  <c:v>16.1572</c:v>
                </c:pt>
                <c:pt idx="11057">
                  <c:v>16.341899999999999</c:v>
                </c:pt>
                <c:pt idx="11058">
                  <c:v>16.461500000000001</c:v>
                </c:pt>
                <c:pt idx="11059">
                  <c:v>16.6477</c:v>
                </c:pt>
                <c:pt idx="11060">
                  <c:v>16.757000000000001</c:v>
                </c:pt>
                <c:pt idx="11061">
                  <c:v>16.690799999999999</c:v>
                </c:pt>
                <c:pt idx="11062">
                  <c:v>16.475999999999999</c:v>
                </c:pt>
                <c:pt idx="11063">
                  <c:v>16.3111</c:v>
                </c:pt>
                <c:pt idx="11064">
                  <c:v>16.172999999999998</c:v>
                </c:pt>
                <c:pt idx="11065">
                  <c:v>15.892899999999999</c:v>
                </c:pt>
                <c:pt idx="11066">
                  <c:v>15.603999999999999</c:v>
                </c:pt>
                <c:pt idx="11067">
                  <c:v>15.4803</c:v>
                </c:pt>
                <c:pt idx="11068">
                  <c:v>15.543799999999999</c:v>
                </c:pt>
                <c:pt idx="11069">
                  <c:v>15.5084</c:v>
                </c:pt>
                <c:pt idx="11070">
                  <c:v>15.5984</c:v>
                </c:pt>
                <c:pt idx="11071">
                  <c:v>15.8108</c:v>
                </c:pt>
                <c:pt idx="11072">
                  <c:v>16.1113</c:v>
                </c:pt>
                <c:pt idx="11073">
                  <c:v>16.573399999999999</c:v>
                </c:pt>
                <c:pt idx="11074">
                  <c:v>17.106999999999999</c:v>
                </c:pt>
                <c:pt idx="11075">
                  <c:v>17.130600000000001</c:v>
                </c:pt>
                <c:pt idx="11076">
                  <c:v>16.901</c:v>
                </c:pt>
                <c:pt idx="11077">
                  <c:v>16.858000000000001</c:v>
                </c:pt>
                <c:pt idx="11078">
                  <c:v>16.7483</c:v>
                </c:pt>
                <c:pt idx="11079">
                  <c:v>16.756699999999999</c:v>
                </c:pt>
                <c:pt idx="11080">
                  <c:v>16.782299999999999</c:v>
                </c:pt>
                <c:pt idx="11081">
                  <c:v>17.007200000000001</c:v>
                </c:pt>
                <c:pt idx="11082">
                  <c:v>17.269500000000001</c:v>
                </c:pt>
                <c:pt idx="11083">
                  <c:v>17.169899999999998</c:v>
                </c:pt>
                <c:pt idx="11084">
                  <c:v>17.179099999999998</c:v>
                </c:pt>
                <c:pt idx="11085">
                  <c:v>16.913799999999998</c:v>
                </c:pt>
                <c:pt idx="11086">
                  <c:v>16.779299999999999</c:v>
                </c:pt>
                <c:pt idx="11087">
                  <c:v>17.0215</c:v>
                </c:pt>
                <c:pt idx="11088">
                  <c:v>17.412800000000001</c:v>
                </c:pt>
                <c:pt idx="11089">
                  <c:v>17.6357</c:v>
                </c:pt>
                <c:pt idx="11090">
                  <c:v>17.694199999999999</c:v>
                </c:pt>
                <c:pt idx="11091">
                  <c:v>17.687899999999999</c:v>
                </c:pt>
                <c:pt idx="11092">
                  <c:v>17.802600000000002</c:v>
                </c:pt>
                <c:pt idx="11093">
                  <c:v>18.008299999999998</c:v>
                </c:pt>
                <c:pt idx="11094">
                  <c:v>18.543600000000001</c:v>
                </c:pt>
                <c:pt idx="11095">
                  <c:v>19.127199999999998</c:v>
                </c:pt>
                <c:pt idx="11096">
                  <c:v>19.896000000000001</c:v>
                </c:pt>
                <c:pt idx="11097">
                  <c:v>20.248899999999999</c:v>
                </c:pt>
                <c:pt idx="11098">
                  <c:v>20.398399999999999</c:v>
                </c:pt>
                <c:pt idx="11099">
                  <c:v>20.700099999999999</c:v>
                </c:pt>
                <c:pt idx="11100">
                  <c:v>20.8096</c:v>
                </c:pt>
                <c:pt idx="11101">
                  <c:v>21.162600000000001</c:v>
                </c:pt>
                <c:pt idx="11102">
                  <c:v>21.619499999999999</c:v>
                </c:pt>
                <c:pt idx="11103">
                  <c:v>21.579799999999999</c:v>
                </c:pt>
                <c:pt idx="11104">
                  <c:v>21.316099999999999</c:v>
                </c:pt>
                <c:pt idx="11105">
                  <c:v>21.1053</c:v>
                </c:pt>
                <c:pt idx="11106">
                  <c:v>20.893000000000001</c:v>
                </c:pt>
                <c:pt idx="11107">
                  <c:v>20.514099999999999</c:v>
                </c:pt>
                <c:pt idx="11108">
                  <c:v>20.3476</c:v>
                </c:pt>
                <c:pt idx="11109">
                  <c:v>20.3949</c:v>
                </c:pt>
                <c:pt idx="11110">
                  <c:v>20.667200000000001</c:v>
                </c:pt>
                <c:pt idx="11111">
                  <c:v>20.792100000000001</c:v>
                </c:pt>
                <c:pt idx="11112">
                  <c:v>20.914999999999999</c:v>
                </c:pt>
                <c:pt idx="11113">
                  <c:v>20.836400000000001</c:v>
                </c:pt>
                <c:pt idx="11114">
                  <c:v>20.5746</c:v>
                </c:pt>
                <c:pt idx="11115">
                  <c:v>20.483599999999999</c:v>
                </c:pt>
                <c:pt idx="11116">
                  <c:v>20.588000000000001</c:v>
                </c:pt>
                <c:pt idx="11117">
                  <c:v>20.7835</c:v>
                </c:pt>
                <c:pt idx="11118">
                  <c:v>21.0503</c:v>
                </c:pt>
                <c:pt idx="11119">
                  <c:v>21.327200000000001</c:v>
                </c:pt>
                <c:pt idx="11120">
                  <c:v>21.8627</c:v>
                </c:pt>
                <c:pt idx="11121">
                  <c:v>22.451799999999999</c:v>
                </c:pt>
                <c:pt idx="11122">
                  <c:v>22.848400000000002</c:v>
                </c:pt>
                <c:pt idx="11123">
                  <c:v>23.078099999999999</c:v>
                </c:pt>
                <c:pt idx="11124">
                  <c:v>23.166399999999999</c:v>
                </c:pt>
                <c:pt idx="11125">
                  <c:v>23.391100000000002</c:v>
                </c:pt>
                <c:pt idx="11126">
                  <c:v>23.014399999999998</c:v>
                </c:pt>
                <c:pt idx="11127">
                  <c:v>22.298500000000001</c:v>
                </c:pt>
                <c:pt idx="11128">
                  <c:v>21.644600000000001</c:v>
                </c:pt>
                <c:pt idx="11129">
                  <c:v>21.340699999999998</c:v>
                </c:pt>
                <c:pt idx="11130">
                  <c:v>20.839300000000001</c:v>
                </c:pt>
                <c:pt idx="11131">
                  <c:v>19.933700000000002</c:v>
                </c:pt>
                <c:pt idx="11132">
                  <c:v>19.430099999999999</c:v>
                </c:pt>
                <c:pt idx="11133">
                  <c:v>19.4453</c:v>
                </c:pt>
                <c:pt idx="11134">
                  <c:v>19.0092</c:v>
                </c:pt>
                <c:pt idx="11135">
                  <c:v>18.576899999999998</c:v>
                </c:pt>
                <c:pt idx="11136">
                  <c:v>18.314299999999999</c:v>
                </c:pt>
                <c:pt idx="11137">
                  <c:v>18.197600000000001</c:v>
                </c:pt>
                <c:pt idx="11138">
                  <c:v>18.453600000000002</c:v>
                </c:pt>
                <c:pt idx="11139">
                  <c:v>18.690100000000001</c:v>
                </c:pt>
                <c:pt idx="11140">
                  <c:v>18.7529</c:v>
                </c:pt>
                <c:pt idx="11141">
                  <c:v>18.639299999999999</c:v>
                </c:pt>
                <c:pt idx="11142">
                  <c:v>18.533999999999999</c:v>
                </c:pt>
                <c:pt idx="11143">
                  <c:v>18.4908</c:v>
                </c:pt>
                <c:pt idx="11144">
                  <c:v>18.6312</c:v>
                </c:pt>
                <c:pt idx="11145">
                  <c:v>19.028199999999998</c:v>
                </c:pt>
                <c:pt idx="11146">
                  <c:v>18.973299999999998</c:v>
                </c:pt>
                <c:pt idx="11147">
                  <c:v>18.674099999999999</c:v>
                </c:pt>
                <c:pt idx="11148">
                  <c:v>18.912700000000001</c:v>
                </c:pt>
                <c:pt idx="11149">
                  <c:v>19.247399999999999</c:v>
                </c:pt>
                <c:pt idx="11150">
                  <c:v>19.432400000000001</c:v>
                </c:pt>
                <c:pt idx="11151">
                  <c:v>19.351500000000001</c:v>
                </c:pt>
                <c:pt idx="11152">
                  <c:v>19.1356</c:v>
                </c:pt>
                <c:pt idx="11153">
                  <c:v>19.316700000000001</c:v>
                </c:pt>
                <c:pt idx="11154">
                  <c:v>19.730799999999999</c:v>
                </c:pt>
                <c:pt idx="11155">
                  <c:v>19.936199999999999</c:v>
                </c:pt>
                <c:pt idx="11156">
                  <c:v>19.751200000000001</c:v>
                </c:pt>
                <c:pt idx="11157">
                  <c:v>20.014399999999998</c:v>
                </c:pt>
                <c:pt idx="11158">
                  <c:v>20.1343</c:v>
                </c:pt>
                <c:pt idx="11159">
                  <c:v>20.052099999999999</c:v>
                </c:pt>
                <c:pt idx="11160">
                  <c:v>20.206499999999998</c:v>
                </c:pt>
                <c:pt idx="11161">
                  <c:v>20.335799999999999</c:v>
                </c:pt>
                <c:pt idx="11162">
                  <c:v>20.4876</c:v>
                </c:pt>
                <c:pt idx="11163">
                  <c:v>20.663499999999999</c:v>
                </c:pt>
                <c:pt idx="11164">
                  <c:v>20.688500000000001</c:v>
                </c:pt>
                <c:pt idx="11165">
                  <c:v>20.742699999999999</c:v>
                </c:pt>
                <c:pt idx="11166">
                  <c:v>21.309100000000001</c:v>
                </c:pt>
                <c:pt idx="11167">
                  <c:v>21.6647</c:v>
                </c:pt>
                <c:pt idx="11168">
                  <c:v>22.1267</c:v>
                </c:pt>
                <c:pt idx="11169">
                  <c:v>22.495699999999999</c:v>
                </c:pt>
                <c:pt idx="11170">
                  <c:v>22.969000000000001</c:v>
                </c:pt>
                <c:pt idx="11171">
                  <c:v>23.293700000000001</c:v>
                </c:pt>
                <c:pt idx="11172">
                  <c:v>23.513500000000001</c:v>
                </c:pt>
                <c:pt idx="11173">
                  <c:v>24.0015</c:v>
                </c:pt>
                <c:pt idx="11174">
                  <c:v>24.4085</c:v>
                </c:pt>
                <c:pt idx="11175">
                  <c:v>24.729199999999999</c:v>
                </c:pt>
                <c:pt idx="11176">
                  <c:v>25.103000000000002</c:v>
                </c:pt>
                <c:pt idx="11177">
                  <c:v>25.415199999999999</c:v>
                </c:pt>
                <c:pt idx="11178">
                  <c:v>25.297599999999999</c:v>
                </c:pt>
                <c:pt idx="11179">
                  <c:v>24.903700000000001</c:v>
                </c:pt>
                <c:pt idx="11180">
                  <c:v>24.609000000000002</c:v>
                </c:pt>
                <c:pt idx="11181">
                  <c:v>24.302099999999999</c:v>
                </c:pt>
                <c:pt idx="11182">
                  <c:v>24.114999999999998</c:v>
                </c:pt>
                <c:pt idx="11183">
                  <c:v>24.0898</c:v>
                </c:pt>
                <c:pt idx="11184">
                  <c:v>24.1723</c:v>
                </c:pt>
                <c:pt idx="11185">
                  <c:v>24.396899999999999</c:v>
                </c:pt>
                <c:pt idx="11186">
                  <c:v>24.560500000000001</c:v>
                </c:pt>
                <c:pt idx="11187">
                  <c:v>24.4209</c:v>
                </c:pt>
                <c:pt idx="11188">
                  <c:v>23.920500000000001</c:v>
                </c:pt>
                <c:pt idx="11189">
                  <c:v>23.363299999999999</c:v>
                </c:pt>
                <c:pt idx="11190">
                  <c:v>22.754899999999999</c:v>
                </c:pt>
                <c:pt idx="11191">
                  <c:v>22.468299999999999</c:v>
                </c:pt>
                <c:pt idx="11192">
                  <c:v>22.632300000000001</c:v>
                </c:pt>
                <c:pt idx="11193">
                  <c:v>22.495699999999999</c:v>
                </c:pt>
                <c:pt idx="11194">
                  <c:v>22.150200000000002</c:v>
                </c:pt>
                <c:pt idx="11195">
                  <c:v>21.7776</c:v>
                </c:pt>
                <c:pt idx="11196">
                  <c:v>21.115200000000002</c:v>
                </c:pt>
                <c:pt idx="11197">
                  <c:v>20.862300000000001</c:v>
                </c:pt>
                <c:pt idx="11198">
                  <c:v>20.460999999999999</c:v>
                </c:pt>
                <c:pt idx="11199">
                  <c:v>20.107299999999999</c:v>
                </c:pt>
                <c:pt idx="11200">
                  <c:v>19.992999999999999</c:v>
                </c:pt>
                <c:pt idx="11201">
                  <c:v>20.081</c:v>
                </c:pt>
                <c:pt idx="11202">
                  <c:v>19.976500000000001</c:v>
                </c:pt>
                <c:pt idx="11203">
                  <c:v>19.821100000000001</c:v>
                </c:pt>
                <c:pt idx="11204">
                  <c:v>19.718800000000002</c:v>
                </c:pt>
                <c:pt idx="11205">
                  <c:v>20.086500000000001</c:v>
                </c:pt>
                <c:pt idx="11206">
                  <c:v>20.129300000000001</c:v>
                </c:pt>
                <c:pt idx="11207">
                  <c:v>19.839300000000001</c:v>
                </c:pt>
                <c:pt idx="11208">
                  <c:v>19.135400000000001</c:v>
                </c:pt>
                <c:pt idx="11209">
                  <c:v>18.698499999999999</c:v>
                </c:pt>
                <c:pt idx="11210">
                  <c:v>18.595600000000001</c:v>
                </c:pt>
                <c:pt idx="11211">
                  <c:v>18.532299999999999</c:v>
                </c:pt>
                <c:pt idx="11212">
                  <c:v>18.760999999999999</c:v>
                </c:pt>
                <c:pt idx="11213">
                  <c:v>18.927900000000001</c:v>
                </c:pt>
                <c:pt idx="11214">
                  <c:v>19.296600000000002</c:v>
                </c:pt>
                <c:pt idx="11215">
                  <c:v>19.590900000000001</c:v>
                </c:pt>
                <c:pt idx="11216">
                  <c:v>19.488099999999999</c:v>
                </c:pt>
                <c:pt idx="11217">
                  <c:v>19.3675</c:v>
                </c:pt>
                <c:pt idx="11218">
                  <c:v>19.3614</c:v>
                </c:pt>
                <c:pt idx="11219">
                  <c:v>19.725899999999999</c:v>
                </c:pt>
                <c:pt idx="11220">
                  <c:v>19.959199999999999</c:v>
                </c:pt>
                <c:pt idx="11221">
                  <c:v>19.914200000000001</c:v>
                </c:pt>
                <c:pt idx="11222">
                  <c:v>19.862400000000001</c:v>
                </c:pt>
                <c:pt idx="11223">
                  <c:v>19.8005</c:v>
                </c:pt>
                <c:pt idx="11224">
                  <c:v>19.860199999999999</c:v>
                </c:pt>
                <c:pt idx="11225">
                  <c:v>20.045400000000001</c:v>
                </c:pt>
                <c:pt idx="11226">
                  <c:v>20.086400000000001</c:v>
                </c:pt>
                <c:pt idx="11227">
                  <c:v>19.881599999999999</c:v>
                </c:pt>
                <c:pt idx="11228">
                  <c:v>19.685099999999998</c:v>
                </c:pt>
                <c:pt idx="11229">
                  <c:v>19.555800000000001</c:v>
                </c:pt>
                <c:pt idx="11230">
                  <c:v>19.772200000000002</c:v>
                </c:pt>
                <c:pt idx="11231">
                  <c:v>19.957100000000001</c:v>
                </c:pt>
                <c:pt idx="11232">
                  <c:v>19.969899999999999</c:v>
                </c:pt>
                <c:pt idx="11233">
                  <c:v>19.737200000000001</c:v>
                </c:pt>
                <c:pt idx="11234">
                  <c:v>19.441500000000001</c:v>
                </c:pt>
                <c:pt idx="11235">
                  <c:v>19.183399999999999</c:v>
                </c:pt>
                <c:pt idx="11236">
                  <c:v>18.7652</c:v>
                </c:pt>
                <c:pt idx="11237">
                  <c:v>18.731100000000001</c:v>
                </c:pt>
                <c:pt idx="11238">
                  <c:v>18.971699999999998</c:v>
                </c:pt>
                <c:pt idx="11239">
                  <c:v>19.395399999999999</c:v>
                </c:pt>
                <c:pt idx="11240">
                  <c:v>19.686599999999999</c:v>
                </c:pt>
                <c:pt idx="11241">
                  <c:v>19.368600000000001</c:v>
                </c:pt>
                <c:pt idx="11242">
                  <c:v>19.186399999999999</c:v>
                </c:pt>
                <c:pt idx="11243">
                  <c:v>19.293900000000001</c:v>
                </c:pt>
                <c:pt idx="11244">
                  <c:v>19.518799999999999</c:v>
                </c:pt>
                <c:pt idx="11245">
                  <c:v>19.613199999999999</c:v>
                </c:pt>
                <c:pt idx="11246">
                  <c:v>19.9648</c:v>
                </c:pt>
                <c:pt idx="11247">
                  <c:v>20.016200000000001</c:v>
                </c:pt>
                <c:pt idx="11248">
                  <c:v>19.983000000000001</c:v>
                </c:pt>
                <c:pt idx="11249">
                  <c:v>20.463000000000001</c:v>
                </c:pt>
                <c:pt idx="11250">
                  <c:v>20.654</c:v>
                </c:pt>
                <c:pt idx="11251">
                  <c:v>20.5761</c:v>
                </c:pt>
                <c:pt idx="11252">
                  <c:v>20.186900000000001</c:v>
                </c:pt>
                <c:pt idx="11253">
                  <c:v>19.938099999999999</c:v>
                </c:pt>
                <c:pt idx="11254">
                  <c:v>20.12</c:v>
                </c:pt>
                <c:pt idx="11255">
                  <c:v>20.236899999999999</c:v>
                </c:pt>
                <c:pt idx="11256">
                  <c:v>20.104800000000001</c:v>
                </c:pt>
                <c:pt idx="11257">
                  <c:v>19.8809</c:v>
                </c:pt>
                <c:pt idx="11258">
                  <c:v>19.830500000000001</c:v>
                </c:pt>
                <c:pt idx="11259">
                  <c:v>19.9255</c:v>
                </c:pt>
                <c:pt idx="11260">
                  <c:v>20.136199999999999</c:v>
                </c:pt>
                <c:pt idx="11261">
                  <c:v>20.404399999999999</c:v>
                </c:pt>
                <c:pt idx="11262">
                  <c:v>20.533300000000001</c:v>
                </c:pt>
                <c:pt idx="11263">
                  <c:v>20.5746</c:v>
                </c:pt>
                <c:pt idx="11264">
                  <c:v>20.7668</c:v>
                </c:pt>
                <c:pt idx="11265">
                  <c:v>21.229600000000001</c:v>
                </c:pt>
                <c:pt idx="11266">
                  <c:v>21.237300000000001</c:v>
                </c:pt>
                <c:pt idx="11267">
                  <c:v>21.2559</c:v>
                </c:pt>
                <c:pt idx="11268">
                  <c:v>21.325800000000001</c:v>
                </c:pt>
                <c:pt idx="11269">
                  <c:v>21.7913</c:v>
                </c:pt>
                <c:pt idx="11270">
                  <c:v>22.511399999999998</c:v>
                </c:pt>
                <c:pt idx="11271">
                  <c:v>22.9589</c:v>
                </c:pt>
                <c:pt idx="11272">
                  <c:v>23.445599999999999</c:v>
                </c:pt>
                <c:pt idx="11273">
                  <c:v>23.849699999999999</c:v>
                </c:pt>
                <c:pt idx="11274">
                  <c:v>24.1449</c:v>
                </c:pt>
                <c:pt idx="11275">
                  <c:v>24.3339</c:v>
                </c:pt>
                <c:pt idx="11276">
                  <c:v>24.256</c:v>
                </c:pt>
                <c:pt idx="11277">
                  <c:v>23.782</c:v>
                </c:pt>
                <c:pt idx="11278">
                  <c:v>23.380099999999999</c:v>
                </c:pt>
                <c:pt idx="11279">
                  <c:v>22.7531</c:v>
                </c:pt>
                <c:pt idx="11280">
                  <c:v>22.290299999999998</c:v>
                </c:pt>
                <c:pt idx="11281">
                  <c:v>22.063099999999999</c:v>
                </c:pt>
                <c:pt idx="11282">
                  <c:v>21.6767</c:v>
                </c:pt>
                <c:pt idx="11283">
                  <c:v>21.6553</c:v>
                </c:pt>
                <c:pt idx="11284">
                  <c:v>21.767700000000001</c:v>
                </c:pt>
                <c:pt idx="11285">
                  <c:v>21.886900000000001</c:v>
                </c:pt>
                <c:pt idx="11286">
                  <c:v>21.9312</c:v>
                </c:pt>
                <c:pt idx="11287">
                  <c:v>21.610900000000001</c:v>
                </c:pt>
                <c:pt idx="11288">
                  <c:v>21.357500000000002</c:v>
                </c:pt>
                <c:pt idx="11289">
                  <c:v>21.551600000000001</c:v>
                </c:pt>
                <c:pt idx="11290">
                  <c:v>21.765000000000001</c:v>
                </c:pt>
                <c:pt idx="11291">
                  <c:v>21.829799999999999</c:v>
                </c:pt>
                <c:pt idx="11292">
                  <c:v>21.9377</c:v>
                </c:pt>
                <c:pt idx="11293">
                  <c:v>21.688500000000001</c:v>
                </c:pt>
                <c:pt idx="11294">
                  <c:v>21.241</c:v>
                </c:pt>
                <c:pt idx="11295">
                  <c:v>21.242899999999999</c:v>
                </c:pt>
                <c:pt idx="11296">
                  <c:v>21.129899999999999</c:v>
                </c:pt>
                <c:pt idx="11297">
                  <c:v>21.074200000000001</c:v>
                </c:pt>
                <c:pt idx="11298">
                  <c:v>21.069600000000001</c:v>
                </c:pt>
                <c:pt idx="11299">
                  <c:v>20.899699999999999</c:v>
                </c:pt>
                <c:pt idx="11300">
                  <c:v>20.935199999999998</c:v>
                </c:pt>
                <c:pt idx="11301">
                  <c:v>20.818999999999999</c:v>
                </c:pt>
                <c:pt idx="11302">
                  <c:v>20.8919</c:v>
                </c:pt>
                <c:pt idx="11303">
                  <c:v>21.3474</c:v>
                </c:pt>
                <c:pt idx="11304">
                  <c:v>21.5763</c:v>
                </c:pt>
                <c:pt idx="11305">
                  <c:v>21.5564</c:v>
                </c:pt>
                <c:pt idx="11306">
                  <c:v>21.491900000000001</c:v>
                </c:pt>
                <c:pt idx="11307">
                  <c:v>21.404399999999999</c:v>
                </c:pt>
                <c:pt idx="11308">
                  <c:v>21.356100000000001</c:v>
                </c:pt>
                <c:pt idx="11309">
                  <c:v>21.535900000000002</c:v>
                </c:pt>
                <c:pt idx="11310">
                  <c:v>21.450500000000002</c:v>
                </c:pt>
                <c:pt idx="11311">
                  <c:v>21.425000000000001</c:v>
                </c:pt>
                <c:pt idx="11312">
                  <c:v>21.4605</c:v>
                </c:pt>
                <c:pt idx="11313">
                  <c:v>21.268799999999999</c:v>
                </c:pt>
                <c:pt idx="11314">
                  <c:v>21.5932</c:v>
                </c:pt>
                <c:pt idx="11315">
                  <c:v>22.2624</c:v>
                </c:pt>
                <c:pt idx="11316">
                  <c:v>22.552700000000002</c:v>
                </c:pt>
                <c:pt idx="11317">
                  <c:v>22.695699999999999</c:v>
                </c:pt>
                <c:pt idx="11318">
                  <c:v>22.632300000000001</c:v>
                </c:pt>
                <c:pt idx="11319">
                  <c:v>22.3612</c:v>
                </c:pt>
                <c:pt idx="11320">
                  <c:v>22.4452</c:v>
                </c:pt>
                <c:pt idx="11321">
                  <c:v>22.420100000000001</c:v>
                </c:pt>
                <c:pt idx="11322">
                  <c:v>22.2788</c:v>
                </c:pt>
                <c:pt idx="11323">
                  <c:v>22.1814</c:v>
                </c:pt>
                <c:pt idx="11324">
                  <c:v>22.274899999999999</c:v>
                </c:pt>
                <c:pt idx="11325">
                  <c:v>22.4482</c:v>
                </c:pt>
                <c:pt idx="11326">
                  <c:v>22.522600000000001</c:v>
                </c:pt>
                <c:pt idx="11327">
                  <c:v>22.566400000000002</c:v>
                </c:pt>
                <c:pt idx="11328">
                  <c:v>22.5566</c:v>
                </c:pt>
                <c:pt idx="11329">
                  <c:v>22.8721</c:v>
                </c:pt>
                <c:pt idx="11330">
                  <c:v>23.568899999999999</c:v>
                </c:pt>
                <c:pt idx="11331">
                  <c:v>23.920999999999999</c:v>
                </c:pt>
                <c:pt idx="11332">
                  <c:v>23.930399999999999</c:v>
                </c:pt>
                <c:pt idx="11333">
                  <c:v>23.893799999999999</c:v>
                </c:pt>
                <c:pt idx="11334">
                  <c:v>24.090199999999999</c:v>
                </c:pt>
                <c:pt idx="11335">
                  <c:v>24.427900000000001</c:v>
                </c:pt>
                <c:pt idx="11336">
                  <c:v>24.590399999999999</c:v>
                </c:pt>
                <c:pt idx="11337">
                  <c:v>24.6206</c:v>
                </c:pt>
                <c:pt idx="11338">
                  <c:v>24.476400000000002</c:v>
                </c:pt>
                <c:pt idx="11339">
                  <c:v>24.508099999999999</c:v>
                </c:pt>
                <c:pt idx="11340">
                  <c:v>24.845600000000001</c:v>
                </c:pt>
                <c:pt idx="11341">
                  <c:v>24.9892</c:v>
                </c:pt>
                <c:pt idx="11342">
                  <c:v>24.812000000000001</c:v>
                </c:pt>
                <c:pt idx="11343">
                  <c:v>24.561900000000001</c:v>
                </c:pt>
                <c:pt idx="11344">
                  <c:v>24.285299999999999</c:v>
                </c:pt>
                <c:pt idx="11345">
                  <c:v>24.148599999999998</c:v>
                </c:pt>
                <c:pt idx="11346">
                  <c:v>24.2852</c:v>
                </c:pt>
                <c:pt idx="11347">
                  <c:v>24.601800000000001</c:v>
                </c:pt>
                <c:pt idx="11348">
                  <c:v>24.8474</c:v>
                </c:pt>
                <c:pt idx="11349">
                  <c:v>24.9588</c:v>
                </c:pt>
                <c:pt idx="11350">
                  <c:v>24.798100000000002</c:v>
                </c:pt>
                <c:pt idx="11351">
                  <c:v>25.049700000000001</c:v>
                </c:pt>
                <c:pt idx="11352">
                  <c:v>25.635000000000002</c:v>
                </c:pt>
                <c:pt idx="11353">
                  <c:v>25.930599999999998</c:v>
                </c:pt>
                <c:pt idx="11354">
                  <c:v>26.063500000000001</c:v>
                </c:pt>
                <c:pt idx="11355">
                  <c:v>26.144300000000001</c:v>
                </c:pt>
                <c:pt idx="11356">
                  <c:v>26.115300000000001</c:v>
                </c:pt>
                <c:pt idx="11357">
                  <c:v>25.9542</c:v>
                </c:pt>
                <c:pt idx="11358">
                  <c:v>25.616800000000001</c:v>
                </c:pt>
                <c:pt idx="11359">
                  <c:v>25.357199999999999</c:v>
                </c:pt>
                <c:pt idx="11360">
                  <c:v>25.204699999999999</c:v>
                </c:pt>
                <c:pt idx="11361">
                  <c:v>25.027100000000001</c:v>
                </c:pt>
                <c:pt idx="11362">
                  <c:v>24.912199999999999</c:v>
                </c:pt>
                <c:pt idx="11363">
                  <c:v>25.036200000000001</c:v>
                </c:pt>
                <c:pt idx="11364">
                  <c:v>25.743300000000001</c:v>
                </c:pt>
                <c:pt idx="11365">
                  <c:v>26.168399999999998</c:v>
                </c:pt>
                <c:pt idx="11366">
                  <c:v>26.1508</c:v>
                </c:pt>
                <c:pt idx="11367">
                  <c:v>26.4389</c:v>
                </c:pt>
                <c:pt idx="11368">
                  <c:v>26.858799999999999</c:v>
                </c:pt>
                <c:pt idx="11369">
                  <c:v>26.932500000000001</c:v>
                </c:pt>
                <c:pt idx="11370">
                  <c:v>27.036300000000001</c:v>
                </c:pt>
                <c:pt idx="11371">
                  <c:v>27.3489</c:v>
                </c:pt>
                <c:pt idx="11372">
                  <c:v>27.3522</c:v>
                </c:pt>
                <c:pt idx="11373">
                  <c:v>27.107700000000001</c:v>
                </c:pt>
                <c:pt idx="11374">
                  <c:v>27.128799999999998</c:v>
                </c:pt>
                <c:pt idx="11375">
                  <c:v>27.310400000000001</c:v>
                </c:pt>
                <c:pt idx="11376">
                  <c:v>27.566600000000001</c:v>
                </c:pt>
                <c:pt idx="11377">
                  <c:v>27.710100000000001</c:v>
                </c:pt>
                <c:pt idx="11378">
                  <c:v>27.618600000000001</c:v>
                </c:pt>
                <c:pt idx="11379">
                  <c:v>27.445499999999999</c:v>
                </c:pt>
                <c:pt idx="11380">
                  <c:v>27.466699999999999</c:v>
                </c:pt>
                <c:pt idx="11381">
                  <c:v>27.683499999999999</c:v>
                </c:pt>
                <c:pt idx="11382">
                  <c:v>27.6326</c:v>
                </c:pt>
                <c:pt idx="11383">
                  <c:v>27.649000000000001</c:v>
                </c:pt>
                <c:pt idx="11384">
                  <c:v>27.540500000000002</c:v>
                </c:pt>
                <c:pt idx="11385">
                  <c:v>27.668099999999999</c:v>
                </c:pt>
                <c:pt idx="11386">
                  <c:v>27.654800000000002</c:v>
                </c:pt>
                <c:pt idx="11387">
                  <c:v>27.790700000000001</c:v>
                </c:pt>
                <c:pt idx="11388">
                  <c:v>27.962900000000001</c:v>
                </c:pt>
                <c:pt idx="11389">
                  <c:v>28.319600000000001</c:v>
                </c:pt>
                <c:pt idx="11390">
                  <c:v>28.9739</c:v>
                </c:pt>
                <c:pt idx="11391">
                  <c:v>29.5548</c:v>
                </c:pt>
                <c:pt idx="11392">
                  <c:v>29.8368</c:v>
                </c:pt>
                <c:pt idx="11393">
                  <c:v>29.8827</c:v>
                </c:pt>
                <c:pt idx="11394">
                  <c:v>29.892900000000001</c:v>
                </c:pt>
                <c:pt idx="11395">
                  <c:v>29.6281</c:v>
                </c:pt>
                <c:pt idx="11396">
                  <c:v>29.481200000000001</c:v>
                </c:pt>
                <c:pt idx="11397">
                  <c:v>29.747199999999999</c:v>
                </c:pt>
                <c:pt idx="11398">
                  <c:v>30.0624</c:v>
                </c:pt>
                <c:pt idx="11399">
                  <c:v>30.404199999999999</c:v>
                </c:pt>
                <c:pt idx="11400">
                  <c:v>30.925000000000001</c:v>
                </c:pt>
                <c:pt idx="11401">
                  <c:v>31.190899999999999</c:v>
                </c:pt>
                <c:pt idx="11402">
                  <c:v>31.180199999999999</c:v>
                </c:pt>
                <c:pt idx="11403">
                  <c:v>31.099299999999999</c:v>
                </c:pt>
                <c:pt idx="11404">
                  <c:v>31.059100000000001</c:v>
                </c:pt>
                <c:pt idx="11405">
                  <c:v>31.270499999999998</c:v>
                </c:pt>
                <c:pt idx="11406">
                  <c:v>31.691500000000001</c:v>
                </c:pt>
                <c:pt idx="11407">
                  <c:v>31.795000000000002</c:v>
                </c:pt>
                <c:pt idx="11408">
                  <c:v>32.0062</c:v>
                </c:pt>
                <c:pt idx="11409">
                  <c:v>32.180100000000003</c:v>
                </c:pt>
                <c:pt idx="11410">
                  <c:v>32.170499999999997</c:v>
                </c:pt>
                <c:pt idx="11411">
                  <c:v>32.084400000000002</c:v>
                </c:pt>
                <c:pt idx="11412">
                  <c:v>32.013300000000001</c:v>
                </c:pt>
                <c:pt idx="11413">
                  <c:v>31.8736</c:v>
                </c:pt>
                <c:pt idx="11414">
                  <c:v>31.444299999999998</c:v>
                </c:pt>
                <c:pt idx="11415">
                  <c:v>31.134399999999999</c:v>
                </c:pt>
                <c:pt idx="11416">
                  <c:v>31.251999999999999</c:v>
                </c:pt>
                <c:pt idx="11417">
                  <c:v>31.4937</c:v>
                </c:pt>
                <c:pt idx="11418">
                  <c:v>31.512499999999999</c:v>
                </c:pt>
                <c:pt idx="11419">
                  <c:v>31.26</c:v>
                </c:pt>
                <c:pt idx="11420">
                  <c:v>31.062100000000001</c:v>
                </c:pt>
                <c:pt idx="11421">
                  <c:v>31.122499999999999</c:v>
                </c:pt>
                <c:pt idx="11422">
                  <c:v>31.590399999999999</c:v>
                </c:pt>
                <c:pt idx="11423">
                  <c:v>31.995000000000001</c:v>
                </c:pt>
                <c:pt idx="11424">
                  <c:v>32.095999999999997</c:v>
                </c:pt>
                <c:pt idx="11425">
                  <c:v>32.292900000000003</c:v>
                </c:pt>
                <c:pt idx="11426">
                  <c:v>32.620399999999997</c:v>
                </c:pt>
                <c:pt idx="11427">
                  <c:v>33.037700000000001</c:v>
                </c:pt>
                <c:pt idx="11428">
                  <c:v>33.108899999999998</c:v>
                </c:pt>
                <c:pt idx="11429">
                  <c:v>32.991599999999998</c:v>
                </c:pt>
                <c:pt idx="11430">
                  <c:v>32.861600000000003</c:v>
                </c:pt>
                <c:pt idx="11431">
                  <c:v>32.7164</c:v>
                </c:pt>
                <c:pt idx="11432">
                  <c:v>32.695</c:v>
                </c:pt>
                <c:pt idx="11433">
                  <c:v>32.9114</c:v>
                </c:pt>
                <c:pt idx="11434">
                  <c:v>32.842799999999997</c:v>
                </c:pt>
                <c:pt idx="11435">
                  <c:v>32.6614</c:v>
                </c:pt>
                <c:pt idx="11436">
                  <c:v>32.546100000000003</c:v>
                </c:pt>
                <c:pt idx="11437">
                  <c:v>32.188099999999999</c:v>
                </c:pt>
                <c:pt idx="11438">
                  <c:v>31.783999999999999</c:v>
                </c:pt>
                <c:pt idx="11439">
                  <c:v>31.664100000000001</c:v>
                </c:pt>
                <c:pt idx="11440">
                  <c:v>31.808700000000002</c:v>
                </c:pt>
                <c:pt idx="11441">
                  <c:v>31.920300000000001</c:v>
                </c:pt>
                <c:pt idx="11442">
                  <c:v>31.852699999999999</c:v>
                </c:pt>
                <c:pt idx="11443">
                  <c:v>31.8371</c:v>
                </c:pt>
                <c:pt idx="11444">
                  <c:v>31.903700000000001</c:v>
                </c:pt>
                <c:pt idx="11445">
                  <c:v>32.039400000000001</c:v>
                </c:pt>
                <c:pt idx="11446">
                  <c:v>31.742899999999999</c:v>
                </c:pt>
                <c:pt idx="11447">
                  <c:v>31.902799999999999</c:v>
                </c:pt>
                <c:pt idx="11448">
                  <c:v>32.276899999999998</c:v>
                </c:pt>
                <c:pt idx="11449">
                  <c:v>32.275399999999998</c:v>
                </c:pt>
                <c:pt idx="11450">
                  <c:v>32.383699999999997</c:v>
                </c:pt>
                <c:pt idx="11451">
                  <c:v>32.469099999999997</c:v>
                </c:pt>
                <c:pt idx="11452">
                  <c:v>32.006100000000004</c:v>
                </c:pt>
                <c:pt idx="11453">
                  <c:v>31.519400000000001</c:v>
                </c:pt>
                <c:pt idx="11454">
                  <c:v>31.425899999999999</c:v>
                </c:pt>
                <c:pt idx="11455">
                  <c:v>31.545200000000001</c:v>
                </c:pt>
                <c:pt idx="11456">
                  <c:v>31.704599999999999</c:v>
                </c:pt>
                <c:pt idx="11457">
                  <c:v>31.902000000000001</c:v>
                </c:pt>
                <c:pt idx="11458">
                  <c:v>32.1967</c:v>
                </c:pt>
                <c:pt idx="11459">
                  <c:v>32.459000000000003</c:v>
                </c:pt>
                <c:pt idx="11460">
                  <c:v>32.751800000000003</c:v>
                </c:pt>
                <c:pt idx="11461">
                  <c:v>33.077599999999997</c:v>
                </c:pt>
                <c:pt idx="11462">
                  <c:v>33.571899999999999</c:v>
                </c:pt>
                <c:pt idx="11463">
                  <c:v>33.793599999999998</c:v>
                </c:pt>
                <c:pt idx="11464">
                  <c:v>34.075099999999999</c:v>
                </c:pt>
                <c:pt idx="11465">
                  <c:v>34.194400000000002</c:v>
                </c:pt>
                <c:pt idx="11466">
                  <c:v>33.979399999999998</c:v>
                </c:pt>
                <c:pt idx="11467">
                  <c:v>34.158200000000001</c:v>
                </c:pt>
                <c:pt idx="11468">
                  <c:v>34.523800000000001</c:v>
                </c:pt>
                <c:pt idx="11469">
                  <c:v>35.2806</c:v>
                </c:pt>
                <c:pt idx="11470">
                  <c:v>36.009399999999999</c:v>
                </c:pt>
                <c:pt idx="11471">
                  <c:v>36.495600000000003</c:v>
                </c:pt>
                <c:pt idx="11472">
                  <c:v>36.57</c:v>
                </c:pt>
                <c:pt idx="11473">
                  <c:v>36.221800000000002</c:v>
                </c:pt>
                <c:pt idx="11474">
                  <c:v>36.000900000000001</c:v>
                </c:pt>
                <c:pt idx="11475">
                  <c:v>35.997100000000003</c:v>
                </c:pt>
                <c:pt idx="11476">
                  <c:v>36.294400000000003</c:v>
                </c:pt>
                <c:pt idx="11477">
                  <c:v>36.079700000000003</c:v>
                </c:pt>
                <c:pt idx="11478">
                  <c:v>35.599299999999999</c:v>
                </c:pt>
                <c:pt idx="11479">
                  <c:v>35.143099999999997</c:v>
                </c:pt>
                <c:pt idx="11480">
                  <c:v>34.896900000000002</c:v>
                </c:pt>
                <c:pt idx="11481">
                  <c:v>34.835999999999999</c:v>
                </c:pt>
                <c:pt idx="11482">
                  <c:v>34.448999999999998</c:v>
                </c:pt>
                <c:pt idx="11483">
                  <c:v>34.087200000000003</c:v>
                </c:pt>
                <c:pt idx="11484">
                  <c:v>34.050600000000003</c:v>
                </c:pt>
                <c:pt idx="11485">
                  <c:v>33.9831</c:v>
                </c:pt>
                <c:pt idx="11486">
                  <c:v>33.720500000000001</c:v>
                </c:pt>
                <c:pt idx="11487">
                  <c:v>33.764200000000002</c:v>
                </c:pt>
                <c:pt idx="11488">
                  <c:v>33.987000000000002</c:v>
                </c:pt>
                <c:pt idx="11489">
                  <c:v>33.9968</c:v>
                </c:pt>
                <c:pt idx="11490">
                  <c:v>34.027799999999999</c:v>
                </c:pt>
                <c:pt idx="11491">
                  <c:v>33.925400000000003</c:v>
                </c:pt>
                <c:pt idx="11492">
                  <c:v>34.081000000000003</c:v>
                </c:pt>
                <c:pt idx="11493">
                  <c:v>34.280099999999997</c:v>
                </c:pt>
                <c:pt idx="11494">
                  <c:v>34.164200000000001</c:v>
                </c:pt>
                <c:pt idx="11495">
                  <c:v>34.233499999999999</c:v>
                </c:pt>
                <c:pt idx="11496">
                  <c:v>34.746499999999997</c:v>
                </c:pt>
                <c:pt idx="11497">
                  <c:v>34.520800000000001</c:v>
                </c:pt>
                <c:pt idx="11498">
                  <c:v>33.955199999999998</c:v>
                </c:pt>
                <c:pt idx="11499">
                  <c:v>33.904899999999998</c:v>
                </c:pt>
                <c:pt idx="11500">
                  <c:v>33.834800000000001</c:v>
                </c:pt>
                <c:pt idx="11501">
                  <c:v>33.467300000000002</c:v>
                </c:pt>
                <c:pt idx="11502">
                  <c:v>33.565600000000003</c:v>
                </c:pt>
                <c:pt idx="11503">
                  <c:v>33.531300000000002</c:v>
                </c:pt>
                <c:pt idx="11504">
                  <c:v>33.298900000000003</c:v>
                </c:pt>
                <c:pt idx="11505">
                  <c:v>33.450299999999999</c:v>
                </c:pt>
                <c:pt idx="11506">
                  <c:v>33.545299999999997</c:v>
                </c:pt>
                <c:pt idx="11507">
                  <c:v>33.361800000000002</c:v>
                </c:pt>
                <c:pt idx="11508">
                  <c:v>33.374099999999999</c:v>
                </c:pt>
                <c:pt idx="11509">
                  <c:v>33.6357</c:v>
                </c:pt>
                <c:pt idx="11510">
                  <c:v>34.344200000000001</c:v>
                </c:pt>
                <c:pt idx="11511">
                  <c:v>34.622199999999999</c:v>
                </c:pt>
                <c:pt idx="11512">
                  <c:v>34.660800000000002</c:v>
                </c:pt>
                <c:pt idx="11513">
                  <c:v>34.9497</c:v>
                </c:pt>
                <c:pt idx="11514">
                  <c:v>35.168100000000003</c:v>
                </c:pt>
                <c:pt idx="11515">
                  <c:v>35.227800000000002</c:v>
                </c:pt>
                <c:pt idx="11516">
                  <c:v>35.587200000000003</c:v>
                </c:pt>
                <c:pt idx="11517">
                  <c:v>36.034100000000002</c:v>
                </c:pt>
                <c:pt idx="11518">
                  <c:v>36.261800000000001</c:v>
                </c:pt>
                <c:pt idx="11519">
                  <c:v>36.474899999999998</c:v>
                </c:pt>
                <c:pt idx="11520">
                  <c:v>36.859099999999998</c:v>
                </c:pt>
                <c:pt idx="11521">
                  <c:v>37.179299999999998</c:v>
                </c:pt>
                <c:pt idx="11522">
                  <c:v>37.427</c:v>
                </c:pt>
                <c:pt idx="11523">
                  <c:v>37.350999999999999</c:v>
                </c:pt>
                <c:pt idx="11524">
                  <c:v>37.320599999999999</c:v>
                </c:pt>
                <c:pt idx="11525">
                  <c:v>37.360199999999999</c:v>
                </c:pt>
                <c:pt idx="11526">
                  <c:v>37.558300000000003</c:v>
                </c:pt>
                <c:pt idx="11527">
                  <c:v>37.730200000000004</c:v>
                </c:pt>
                <c:pt idx="11528">
                  <c:v>37.848700000000001</c:v>
                </c:pt>
                <c:pt idx="11529">
                  <c:v>38.0276</c:v>
                </c:pt>
                <c:pt idx="11530">
                  <c:v>38.203299999999999</c:v>
                </c:pt>
                <c:pt idx="11531">
                  <c:v>38.525199999999998</c:v>
                </c:pt>
                <c:pt idx="11532">
                  <c:v>38.6509</c:v>
                </c:pt>
                <c:pt idx="11533">
                  <c:v>38.719099999999997</c:v>
                </c:pt>
                <c:pt idx="11534">
                  <c:v>38.737099999999998</c:v>
                </c:pt>
                <c:pt idx="11535">
                  <c:v>38.905000000000001</c:v>
                </c:pt>
                <c:pt idx="11536">
                  <c:v>39.3474</c:v>
                </c:pt>
                <c:pt idx="11537">
                  <c:v>39.869700000000002</c:v>
                </c:pt>
                <c:pt idx="11538">
                  <c:v>40.270499999999998</c:v>
                </c:pt>
                <c:pt idx="11539">
                  <c:v>40.2408</c:v>
                </c:pt>
                <c:pt idx="11540">
                  <c:v>40.108800000000002</c:v>
                </c:pt>
                <c:pt idx="11541">
                  <c:v>40.3125</c:v>
                </c:pt>
                <c:pt idx="11542">
                  <c:v>40.3992</c:v>
                </c:pt>
                <c:pt idx="11543">
                  <c:v>40.060200000000002</c:v>
                </c:pt>
                <c:pt idx="11544">
                  <c:v>40.355200000000004</c:v>
                </c:pt>
                <c:pt idx="11545">
                  <c:v>40.6004</c:v>
                </c:pt>
                <c:pt idx="11546">
                  <c:v>40.628999999999998</c:v>
                </c:pt>
                <c:pt idx="11547">
                  <c:v>41.067</c:v>
                </c:pt>
                <c:pt idx="11548">
                  <c:v>41.334899999999998</c:v>
                </c:pt>
                <c:pt idx="11549">
                  <c:v>41.475099999999998</c:v>
                </c:pt>
                <c:pt idx="11550">
                  <c:v>41.318800000000003</c:v>
                </c:pt>
                <c:pt idx="11551">
                  <c:v>41.253399999999999</c:v>
                </c:pt>
                <c:pt idx="11552">
                  <c:v>41.405900000000003</c:v>
                </c:pt>
                <c:pt idx="11553">
                  <c:v>41.192</c:v>
                </c:pt>
                <c:pt idx="11554">
                  <c:v>41.012</c:v>
                </c:pt>
                <c:pt idx="11555">
                  <c:v>41.223399999999998</c:v>
                </c:pt>
                <c:pt idx="11556">
                  <c:v>41.508400000000002</c:v>
                </c:pt>
                <c:pt idx="11557">
                  <c:v>41.541200000000003</c:v>
                </c:pt>
                <c:pt idx="11558">
                  <c:v>41.510800000000003</c:v>
                </c:pt>
                <c:pt idx="11559">
                  <c:v>41.334000000000003</c:v>
                </c:pt>
                <c:pt idx="11560">
                  <c:v>41.363900000000001</c:v>
                </c:pt>
                <c:pt idx="11561">
                  <c:v>41.838299999999997</c:v>
                </c:pt>
                <c:pt idx="11562">
                  <c:v>42.327100000000002</c:v>
                </c:pt>
                <c:pt idx="11563">
                  <c:v>42.272199999999998</c:v>
                </c:pt>
                <c:pt idx="11564">
                  <c:v>42.102400000000003</c:v>
                </c:pt>
                <c:pt idx="11565">
                  <c:v>41.984499999999997</c:v>
                </c:pt>
                <c:pt idx="11566">
                  <c:v>41.904600000000002</c:v>
                </c:pt>
                <c:pt idx="11567">
                  <c:v>41.869799999999998</c:v>
                </c:pt>
                <c:pt idx="11568">
                  <c:v>42.166800000000002</c:v>
                </c:pt>
                <c:pt idx="11569">
                  <c:v>42.242100000000001</c:v>
                </c:pt>
                <c:pt idx="11570">
                  <c:v>42.284599999999998</c:v>
                </c:pt>
                <c:pt idx="11571">
                  <c:v>42.761800000000001</c:v>
                </c:pt>
                <c:pt idx="11572">
                  <c:v>42.772300000000001</c:v>
                </c:pt>
                <c:pt idx="11573">
                  <c:v>42.668599999999998</c:v>
                </c:pt>
                <c:pt idx="11574">
                  <c:v>42.783900000000003</c:v>
                </c:pt>
                <c:pt idx="11575">
                  <c:v>42.735199999999999</c:v>
                </c:pt>
                <c:pt idx="11576">
                  <c:v>42.661200000000001</c:v>
                </c:pt>
                <c:pt idx="11577">
                  <c:v>42.756599999999999</c:v>
                </c:pt>
                <c:pt idx="11578">
                  <c:v>43.0229</c:v>
                </c:pt>
                <c:pt idx="11579">
                  <c:v>43.280799999999999</c:v>
                </c:pt>
                <c:pt idx="11580">
                  <c:v>43.469700000000003</c:v>
                </c:pt>
                <c:pt idx="11581">
                  <c:v>43.618600000000001</c:v>
                </c:pt>
                <c:pt idx="11582">
                  <c:v>43.849299999999999</c:v>
                </c:pt>
                <c:pt idx="11583">
                  <c:v>43.902200000000001</c:v>
                </c:pt>
                <c:pt idx="11584">
                  <c:v>44.1038</c:v>
                </c:pt>
                <c:pt idx="11585">
                  <c:v>44.267099999999999</c:v>
                </c:pt>
                <c:pt idx="11586">
                  <c:v>44.428899999999999</c:v>
                </c:pt>
                <c:pt idx="11587">
                  <c:v>44.951000000000001</c:v>
                </c:pt>
                <c:pt idx="11588">
                  <c:v>45.197299999999998</c:v>
                </c:pt>
                <c:pt idx="11589">
                  <c:v>45.232300000000002</c:v>
                </c:pt>
                <c:pt idx="11590">
                  <c:v>45.39</c:v>
                </c:pt>
                <c:pt idx="11591">
                  <c:v>45.491100000000003</c:v>
                </c:pt>
                <c:pt idx="11592">
                  <c:v>45.598500000000001</c:v>
                </c:pt>
                <c:pt idx="11593">
                  <c:v>45.837800000000001</c:v>
                </c:pt>
                <c:pt idx="11594">
                  <c:v>46.174500000000002</c:v>
                </c:pt>
                <c:pt idx="11595">
                  <c:v>46.603099999999998</c:v>
                </c:pt>
                <c:pt idx="11596">
                  <c:v>47.425199999999997</c:v>
                </c:pt>
                <c:pt idx="11597">
                  <c:v>48.488399999999999</c:v>
                </c:pt>
                <c:pt idx="11598">
                  <c:v>49.100700000000003</c:v>
                </c:pt>
                <c:pt idx="11599">
                  <c:v>49.881999999999998</c:v>
                </c:pt>
                <c:pt idx="11600">
                  <c:v>51.109900000000003</c:v>
                </c:pt>
                <c:pt idx="11601">
                  <c:v>51.986499999999999</c:v>
                </c:pt>
                <c:pt idx="11602">
                  <c:v>52.332799999999999</c:v>
                </c:pt>
                <c:pt idx="11603">
                  <c:v>52.921599999999998</c:v>
                </c:pt>
                <c:pt idx="11604">
                  <c:v>53.532600000000002</c:v>
                </c:pt>
                <c:pt idx="11605">
                  <c:v>53.852800000000002</c:v>
                </c:pt>
                <c:pt idx="11606">
                  <c:v>54.131799999999998</c:v>
                </c:pt>
                <c:pt idx="11607">
                  <c:v>54.2605</c:v>
                </c:pt>
                <c:pt idx="11608">
                  <c:v>54.195999999999998</c:v>
                </c:pt>
                <c:pt idx="11609">
                  <c:v>54.054900000000004</c:v>
                </c:pt>
                <c:pt idx="11610">
                  <c:v>53.984499999999997</c:v>
                </c:pt>
                <c:pt idx="11611">
                  <c:v>53.938600000000001</c:v>
                </c:pt>
                <c:pt idx="11612">
                  <c:v>54.076999999999998</c:v>
                </c:pt>
                <c:pt idx="11613">
                  <c:v>54.717300000000002</c:v>
                </c:pt>
                <c:pt idx="11614">
                  <c:v>55.2346</c:v>
                </c:pt>
                <c:pt idx="11615">
                  <c:v>55.694600000000001</c:v>
                </c:pt>
                <c:pt idx="11616">
                  <c:v>56.279200000000003</c:v>
                </c:pt>
                <c:pt idx="11617">
                  <c:v>56.591200000000001</c:v>
                </c:pt>
                <c:pt idx="11618">
                  <c:v>56.903500000000001</c:v>
                </c:pt>
                <c:pt idx="11619">
                  <c:v>56.900599999999997</c:v>
                </c:pt>
                <c:pt idx="11620">
                  <c:v>56.765900000000002</c:v>
                </c:pt>
                <c:pt idx="11621">
                  <c:v>56.741399999999999</c:v>
                </c:pt>
                <c:pt idx="11622">
                  <c:v>56.934899999999999</c:v>
                </c:pt>
                <c:pt idx="11623">
                  <c:v>56.968499999999999</c:v>
                </c:pt>
                <c:pt idx="11624">
                  <c:v>56.5503</c:v>
                </c:pt>
                <c:pt idx="11625">
                  <c:v>56.511699999999998</c:v>
                </c:pt>
                <c:pt idx="11626">
                  <c:v>56.5702</c:v>
                </c:pt>
                <c:pt idx="11627">
                  <c:v>56.618600000000001</c:v>
                </c:pt>
                <c:pt idx="11628">
                  <c:v>57.008099999999999</c:v>
                </c:pt>
                <c:pt idx="11629">
                  <c:v>57.490099999999998</c:v>
                </c:pt>
                <c:pt idx="11630">
                  <c:v>57.996200000000002</c:v>
                </c:pt>
                <c:pt idx="11631">
                  <c:v>58.559600000000003</c:v>
                </c:pt>
                <c:pt idx="11632">
                  <c:v>59.017899999999997</c:v>
                </c:pt>
                <c:pt idx="11633">
                  <c:v>59.534199999999998</c:v>
                </c:pt>
                <c:pt idx="11634">
                  <c:v>59.754800000000003</c:v>
                </c:pt>
                <c:pt idx="11635">
                  <c:v>60.2239</c:v>
                </c:pt>
                <c:pt idx="11636">
                  <c:v>60.810200000000002</c:v>
                </c:pt>
                <c:pt idx="11637">
                  <c:v>61.156300000000002</c:v>
                </c:pt>
                <c:pt idx="11638">
                  <c:v>61.262799999999999</c:v>
                </c:pt>
                <c:pt idx="11639">
                  <c:v>61.434399999999997</c:v>
                </c:pt>
                <c:pt idx="11640">
                  <c:v>61.634799999999998</c:v>
                </c:pt>
                <c:pt idx="11641">
                  <c:v>62.072499999999998</c:v>
                </c:pt>
                <c:pt idx="11642">
                  <c:v>62.438800000000001</c:v>
                </c:pt>
                <c:pt idx="11643">
                  <c:v>62.700099999999999</c:v>
                </c:pt>
                <c:pt idx="11644">
                  <c:v>62.897100000000002</c:v>
                </c:pt>
                <c:pt idx="11645">
                  <c:v>62.735199999999999</c:v>
                </c:pt>
                <c:pt idx="11646">
                  <c:v>62.295400000000001</c:v>
                </c:pt>
                <c:pt idx="11647">
                  <c:v>61.751399999999997</c:v>
                </c:pt>
                <c:pt idx="11648">
                  <c:v>61.152500000000003</c:v>
                </c:pt>
                <c:pt idx="11649">
                  <c:v>60.583799999999997</c:v>
                </c:pt>
                <c:pt idx="11650">
                  <c:v>60.533999999999999</c:v>
                </c:pt>
                <c:pt idx="11651">
                  <c:v>60.1372</c:v>
                </c:pt>
                <c:pt idx="11652">
                  <c:v>59.429499999999997</c:v>
                </c:pt>
                <c:pt idx="11653">
                  <c:v>59.172600000000003</c:v>
                </c:pt>
                <c:pt idx="11654">
                  <c:v>59.289299999999997</c:v>
                </c:pt>
                <c:pt idx="11655">
                  <c:v>59.457999999999998</c:v>
                </c:pt>
                <c:pt idx="11656">
                  <c:v>59.879899999999999</c:v>
                </c:pt>
                <c:pt idx="11657">
                  <c:v>59.9375</c:v>
                </c:pt>
                <c:pt idx="11658">
                  <c:v>59.892899999999997</c:v>
                </c:pt>
                <c:pt idx="11659">
                  <c:v>59.757599999999996</c:v>
                </c:pt>
                <c:pt idx="11660">
                  <c:v>59.616900000000001</c:v>
                </c:pt>
                <c:pt idx="11661">
                  <c:v>59.941699999999997</c:v>
                </c:pt>
                <c:pt idx="11662">
                  <c:v>60.026299999999999</c:v>
                </c:pt>
                <c:pt idx="11663">
                  <c:v>59.925400000000003</c:v>
                </c:pt>
                <c:pt idx="11664">
                  <c:v>60.208399999999997</c:v>
                </c:pt>
                <c:pt idx="11665">
                  <c:v>60.854599999999998</c:v>
                </c:pt>
                <c:pt idx="11666">
                  <c:v>61.368299999999998</c:v>
                </c:pt>
                <c:pt idx="11667">
                  <c:v>61.541400000000003</c:v>
                </c:pt>
                <c:pt idx="11668">
                  <c:v>61.702300000000001</c:v>
                </c:pt>
                <c:pt idx="11669">
                  <c:v>61.92</c:v>
                </c:pt>
                <c:pt idx="11670">
                  <c:v>62.547800000000002</c:v>
                </c:pt>
                <c:pt idx="11671">
                  <c:v>63.067700000000002</c:v>
                </c:pt>
                <c:pt idx="11672">
                  <c:v>63.516800000000003</c:v>
                </c:pt>
                <c:pt idx="11673">
                  <c:v>63.387999999999998</c:v>
                </c:pt>
                <c:pt idx="11674">
                  <c:v>63.196199999999997</c:v>
                </c:pt>
                <c:pt idx="11675">
                  <c:v>63.524700000000003</c:v>
                </c:pt>
                <c:pt idx="11676">
                  <c:v>63.929699999999997</c:v>
                </c:pt>
                <c:pt idx="11677">
                  <c:v>64.217299999999994</c:v>
                </c:pt>
                <c:pt idx="11678">
                  <c:v>64.572100000000006</c:v>
                </c:pt>
                <c:pt idx="11679">
                  <c:v>65.313900000000004</c:v>
                </c:pt>
                <c:pt idx="11680">
                  <c:v>65.862099999999998</c:v>
                </c:pt>
                <c:pt idx="11681">
                  <c:v>66.281800000000004</c:v>
                </c:pt>
                <c:pt idx="11682">
                  <c:v>66.697400000000002</c:v>
                </c:pt>
                <c:pt idx="11683">
                  <c:v>67.334999999999994</c:v>
                </c:pt>
                <c:pt idx="11684">
                  <c:v>68.1554</c:v>
                </c:pt>
                <c:pt idx="11685">
                  <c:v>69.164500000000004</c:v>
                </c:pt>
                <c:pt idx="11686">
                  <c:v>69.785700000000006</c:v>
                </c:pt>
                <c:pt idx="11687">
                  <c:v>70.246200000000002</c:v>
                </c:pt>
                <c:pt idx="11688">
                  <c:v>71.346100000000007</c:v>
                </c:pt>
                <c:pt idx="11689">
                  <c:v>72.386399999999995</c:v>
                </c:pt>
                <c:pt idx="11690">
                  <c:v>73.600800000000007</c:v>
                </c:pt>
                <c:pt idx="11691">
                  <c:v>74.606499999999997</c:v>
                </c:pt>
                <c:pt idx="11692">
                  <c:v>74.8596</c:v>
                </c:pt>
                <c:pt idx="11693">
                  <c:v>75.309799999999996</c:v>
                </c:pt>
                <c:pt idx="11694">
                  <c:v>75.951499999999996</c:v>
                </c:pt>
                <c:pt idx="11695">
                  <c:v>76.991</c:v>
                </c:pt>
                <c:pt idx="11696">
                  <c:v>77.880099999999999</c:v>
                </c:pt>
                <c:pt idx="11697">
                  <c:v>78.717699999999994</c:v>
                </c:pt>
                <c:pt idx="11698">
                  <c:v>79.441100000000006</c:v>
                </c:pt>
                <c:pt idx="11699">
                  <c:v>80.022099999999995</c:v>
                </c:pt>
                <c:pt idx="11700">
                  <c:v>80.981999999999999</c:v>
                </c:pt>
                <c:pt idx="11701">
                  <c:v>82.186000000000007</c:v>
                </c:pt>
                <c:pt idx="11702">
                  <c:v>83.368899999999996</c:v>
                </c:pt>
                <c:pt idx="11703">
                  <c:v>84.685100000000006</c:v>
                </c:pt>
                <c:pt idx="11704">
                  <c:v>85.7774</c:v>
                </c:pt>
                <c:pt idx="11705">
                  <c:v>87.100399999999993</c:v>
                </c:pt>
                <c:pt idx="11706">
                  <c:v>88.451099999999997</c:v>
                </c:pt>
                <c:pt idx="11707">
                  <c:v>89.67</c:v>
                </c:pt>
                <c:pt idx="11708">
                  <c:v>91.258399999999995</c:v>
                </c:pt>
                <c:pt idx="11709">
                  <c:v>92.817400000000006</c:v>
                </c:pt>
                <c:pt idx="11710">
                  <c:v>94.172200000000004</c:v>
                </c:pt>
                <c:pt idx="11711">
                  <c:v>95.606200000000001</c:v>
                </c:pt>
                <c:pt idx="11712">
                  <c:v>97.401700000000005</c:v>
                </c:pt>
                <c:pt idx="11713">
                  <c:v>99.440299999999993</c:v>
                </c:pt>
                <c:pt idx="11714">
                  <c:v>101.36499999999999</c:v>
                </c:pt>
                <c:pt idx="11715">
                  <c:v>103.104</c:v>
                </c:pt>
                <c:pt idx="11716">
                  <c:v>105.199</c:v>
                </c:pt>
                <c:pt idx="11717">
                  <c:v>107.602</c:v>
                </c:pt>
                <c:pt idx="11718">
                  <c:v>109.78100000000001</c:v>
                </c:pt>
                <c:pt idx="11719">
                  <c:v>112.066</c:v>
                </c:pt>
                <c:pt idx="11720">
                  <c:v>114.637</c:v>
                </c:pt>
                <c:pt idx="11721">
                  <c:v>117.863</c:v>
                </c:pt>
                <c:pt idx="11722">
                  <c:v>121.6</c:v>
                </c:pt>
                <c:pt idx="11723">
                  <c:v>125.273</c:v>
                </c:pt>
                <c:pt idx="11724">
                  <c:v>128.643</c:v>
                </c:pt>
                <c:pt idx="11725">
                  <c:v>132.072</c:v>
                </c:pt>
                <c:pt idx="11726">
                  <c:v>136.054</c:v>
                </c:pt>
                <c:pt idx="11727">
                  <c:v>140.45099999999999</c:v>
                </c:pt>
                <c:pt idx="11728">
                  <c:v>145.37</c:v>
                </c:pt>
                <c:pt idx="11729">
                  <c:v>150.80099999999999</c:v>
                </c:pt>
                <c:pt idx="11730">
                  <c:v>156.839</c:v>
                </c:pt>
                <c:pt idx="11731">
                  <c:v>163.24700000000001</c:v>
                </c:pt>
                <c:pt idx="11732">
                  <c:v>170.221</c:v>
                </c:pt>
                <c:pt idx="11733">
                  <c:v>177.928</c:v>
                </c:pt>
                <c:pt idx="11734">
                  <c:v>186.52500000000001</c:v>
                </c:pt>
                <c:pt idx="11735">
                  <c:v>196.36</c:v>
                </c:pt>
                <c:pt idx="11736">
                  <c:v>207.84800000000001</c:v>
                </c:pt>
                <c:pt idx="11737">
                  <c:v>220.96100000000001</c:v>
                </c:pt>
                <c:pt idx="11738">
                  <c:v>235.18</c:v>
                </c:pt>
                <c:pt idx="11739">
                  <c:v>250.685</c:v>
                </c:pt>
                <c:pt idx="11740">
                  <c:v>267.73700000000002</c:v>
                </c:pt>
                <c:pt idx="11741">
                  <c:v>286.30900000000003</c:v>
                </c:pt>
                <c:pt idx="11742">
                  <c:v>305.58600000000001</c:v>
                </c:pt>
                <c:pt idx="11743">
                  <c:v>324.66699999999997</c:v>
                </c:pt>
                <c:pt idx="11744">
                  <c:v>343.827</c:v>
                </c:pt>
                <c:pt idx="11745">
                  <c:v>363.29500000000002</c:v>
                </c:pt>
                <c:pt idx="11746">
                  <c:v>383.28399999999999</c:v>
                </c:pt>
                <c:pt idx="11747">
                  <c:v>404.01299999999998</c:v>
                </c:pt>
                <c:pt idx="11748">
                  <c:v>426.327</c:v>
                </c:pt>
                <c:pt idx="11749">
                  <c:v>452.44900000000001</c:v>
                </c:pt>
                <c:pt idx="11750">
                  <c:v>484.07100000000003</c:v>
                </c:pt>
                <c:pt idx="11751">
                  <c:v>522.98699999999997</c:v>
                </c:pt>
                <c:pt idx="11752">
                  <c:v>571.79600000000005</c:v>
                </c:pt>
                <c:pt idx="11753">
                  <c:v>631.59</c:v>
                </c:pt>
                <c:pt idx="11754">
                  <c:v>702.32299999999998</c:v>
                </c:pt>
                <c:pt idx="11755">
                  <c:v>785.23199999999997</c:v>
                </c:pt>
                <c:pt idx="11756">
                  <c:v>879.73</c:v>
                </c:pt>
                <c:pt idx="11757">
                  <c:v>981.899</c:v>
                </c:pt>
                <c:pt idx="11758">
                  <c:v>1084.71</c:v>
                </c:pt>
                <c:pt idx="11759">
                  <c:v>1183.3</c:v>
                </c:pt>
                <c:pt idx="11760">
                  <c:v>1274.9100000000001</c:v>
                </c:pt>
                <c:pt idx="11761">
                  <c:v>1353.62</c:v>
                </c:pt>
                <c:pt idx="11762">
                  <c:v>1410.08</c:v>
                </c:pt>
                <c:pt idx="11763">
                  <c:v>1437.93</c:v>
                </c:pt>
                <c:pt idx="11764">
                  <c:v>1439.15</c:v>
                </c:pt>
                <c:pt idx="11765">
                  <c:v>1418.14</c:v>
                </c:pt>
                <c:pt idx="11766">
                  <c:v>1373.4</c:v>
                </c:pt>
                <c:pt idx="11767">
                  <c:v>1305.81</c:v>
                </c:pt>
                <c:pt idx="11768">
                  <c:v>1224.8</c:v>
                </c:pt>
                <c:pt idx="11769">
                  <c:v>1140.56</c:v>
                </c:pt>
                <c:pt idx="11770">
                  <c:v>1057.4100000000001</c:v>
                </c:pt>
                <c:pt idx="11771">
                  <c:v>977.07100000000003</c:v>
                </c:pt>
                <c:pt idx="11772">
                  <c:v>903.62800000000004</c:v>
                </c:pt>
                <c:pt idx="11773">
                  <c:v>841.73</c:v>
                </c:pt>
                <c:pt idx="11774">
                  <c:v>791.21799999999996</c:v>
                </c:pt>
                <c:pt idx="11775">
                  <c:v>749.03899999999999</c:v>
                </c:pt>
                <c:pt idx="11776">
                  <c:v>713.61699999999996</c:v>
                </c:pt>
                <c:pt idx="11777">
                  <c:v>682.85400000000004</c:v>
                </c:pt>
                <c:pt idx="11778">
                  <c:v>653.89099999999996</c:v>
                </c:pt>
                <c:pt idx="11779">
                  <c:v>623.03099999999995</c:v>
                </c:pt>
                <c:pt idx="11780">
                  <c:v>589.029</c:v>
                </c:pt>
                <c:pt idx="11781">
                  <c:v>553.03200000000004</c:v>
                </c:pt>
                <c:pt idx="11782">
                  <c:v>515.26</c:v>
                </c:pt>
                <c:pt idx="11783">
                  <c:v>475.06799999999998</c:v>
                </c:pt>
                <c:pt idx="11784">
                  <c:v>435.13</c:v>
                </c:pt>
                <c:pt idx="11785">
                  <c:v>398.13900000000001</c:v>
                </c:pt>
                <c:pt idx="11786">
                  <c:v>365.13099999999997</c:v>
                </c:pt>
                <c:pt idx="11787">
                  <c:v>336.59</c:v>
                </c:pt>
                <c:pt idx="11788">
                  <c:v>312.79000000000002</c:v>
                </c:pt>
                <c:pt idx="11789">
                  <c:v>294.11099999999999</c:v>
                </c:pt>
                <c:pt idx="11790">
                  <c:v>280.255</c:v>
                </c:pt>
                <c:pt idx="11791">
                  <c:v>270.94600000000003</c:v>
                </c:pt>
                <c:pt idx="11792">
                  <c:v>264.685</c:v>
                </c:pt>
                <c:pt idx="11793">
                  <c:v>261.09399999999999</c:v>
                </c:pt>
                <c:pt idx="11794">
                  <c:v>260.101</c:v>
                </c:pt>
                <c:pt idx="11795">
                  <c:v>261.02499999999998</c:v>
                </c:pt>
                <c:pt idx="11796">
                  <c:v>263.637</c:v>
                </c:pt>
                <c:pt idx="11797">
                  <c:v>268.07400000000001</c:v>
                </c:pt>
                <c:pt idx="11798">
                  <c:v>274.20400000000001</c:v>
                </c:pt>
                <c:pt idx="11799">
                  <c:v>281.94400000000002</c:v>
                </c:pt>
                <c:pt idx="11800">
                  <c:v>291.83699999999999</c:v>
                </c:pt>
                <c:pt idx="11801">
                  <c:v>304.97800000000001</c:v>
                </c:pt>
                <c:pt idx="11802">
                  <c:v>321.40600000000001</c:v>
                </c:pt>
                <c:pt idx="11803">
                  <c:v>341.66199999999998</c:v>
                </c:pt>
                <c:pt idx="11804">
                  <c:v>366.459</c:v>
                </c:pt>
                <c:pt idx="11805">
                  <c:v>395.80599999999998</c:v>
                </c:pt>
                <c:pt idx="11806">
                  <c:v>429.58100000000002</c:v>
                </c:pt>
                <c:pt idx="11807">
                  <c:v>467.98599999999999</c:v>
                </c:pt>
                <c:pt idx="11808">
                  <c:v>510.69400000000002</c:v>
                </c:pt>
                <c:pt idx="11809">
                  <c:v>556.31799999999998</c:v>
                </c:pt>
                <c:pt idx="11810">
                  <c:v>603.53899999999999</c:v>
                </c:pt>
                <c:pt idx="11811">
                  <c:v>650.88800000000003</c:v>
                </c:pt>
                <c:pt idx="11812">
                  <c:v>697.32399999999996</c:v>
                </c:pt>
                <c:pt idx="11813">
                  <c:v>741.92</c:v>
                </c:pt>
                <c:pt idx="11814">
                  <c:v>782.81799999999998</c:v>
                </c:pt>
                <c:pt idx="11815">
                  <c:v>819.85400000000004</c:v>
                </c:pt>
                <c:pt idx="11816">
                  <c:v>855.03800000000001</c:v>
                </c:pt>
                <c:pt idx="11817">
                  <c:v>891.85299999999995</c:v>
                </c:pt>
                <c:pt idx="11818">
                  <c:v>932.66399999999999</c:v>
                </c:pt>
                <c:pt idx="11819">
                  <c:v>979.21500000000003</c:v>
                </c:pt>
                <c:pt idx="11820">
                  <c:v>1036.02</c:v>
                </c:pt>
                <c:pt idx="11821">
                  <c:v>1108.18</c:v>
                </c:pt>
                <c:pt idx="11822">
                  <c:v>1196.05</c:v>
                </c:pt>
                <c:pt idx="11823">
                  <c:v>1295.4100000000001</c:v>
                </c:pt>
                <c:pt idx="11824">
                  <c:v>1403.16</c:v>
                </c:pt>
                <c:pt idx="11825">
                  <c:v>1517.57</c:v>
                </c:pt>
                <c:pt idx="11826">
                  <c:v>1632.24</c:v>
                </c:pt>
                <c:pt idx="11827">
                  <c:v>1735.6</c:v>
                </c:pt>
                <c:pt idx="11828">
                  <c:v>1815.77</c:v>
                </c:pt>
                <c:pt idx="11829">
                  <c:v>1867.68</c:v>
                </c:pt>
                <c:pt idx="11830">
                  <c:v>1889.83</c:v>
                </c:pt>
                <c:pt idx="11831">
                  <c:v>1876.44</c:v>
                </c:pt>
                <c:pt idx="11832">
                  <c:v>1820.82</c:v>
                </c:pt>
                <c:pt idx="11833">
                  <c:v>1726.53</c:v>
                </c:pt>
                <c:pt idx="11834">
                  <c:v>1606.58</c:v>
                </c:pt>
                <c:pt idx="11835">
                  <c:v>1470</c:v>
                </c:pt>
                <c:pt idx="11836">
                  <c:v>1319.75</c:v>
                </c:pt>
                <c:pt idx="11837">
                  <c:v>1165.1199999999999</c:v>
                </c:pt>
                <c:pt idx="11838">
                  <c:v>1020.38</c:v>
                </c:pt>
                <c:pt idx="11839">
                  <c:v>892.88599999999997</c:v>
                </c:pt>
                <c:pt idx="11840">
                  <c:v>782.77499999999998</c:v>
                </c:pt>
                <c:pt idx="11841">
                  <c:v>690.19100000000003</c:v>
                </c:pt>
                <c:pt idx="11842">
                  <c:v>616.39800000000002</c:v>
                </c:pt>
                <c:pt idx="11843">
                  <c:v>559.04300000000001</c:v>
                </c:pt>
                <c:pt idx="11844">
                  <c:v>514.19000000000005</c:v>
                </c:pt>
                <c:pt idx="11845">
                  <c:v>478.34500000000003</c:v>
                </c:pt>
                <c:pt idx="11846">
                  <c:v>447.89400000000001</c:v>
                </c:pt>
                <c:pt idx="11847">
                  <c:v>419.89100000000002</c:v>
                </c:pt>
                <c:pt idx="11848">
                  <c:v>392.524</c:v>
                </c:pt>
                <c:pt idx="11849">
                  <c:v>365.78500000000003</c:v>
                </c:pt>
                <c:pt idx="11850">
                  <c:v>339.21600000000001</c:v>
                </c:pt>
                <c:pt idx="11851">
                  <c:v>312.02100000000002</c:v>
                </c:pt>
                <c:pt idx="11852">
                  <c:v>284.87200000000001</c:v>
                </c:pt>
                <c:pt idx="11853">
                  <c:v>258.97399999999999</c:v>
                </c:pt>
                <c:pt idx="11854">
                  <c:v>235.64599999999999</c:v>
                </c:pt>
                <c:pt idx="11855">
                  <c:v>214.655</c:v>
                </c:pt>
                <c:pt idx="11856">
                  <c:v>196.00800000000001</c:v>
                </c:pt>
                <c:pt idx="11857">
                  <c:v>180.59299999999999</c:v>
                </c:pt>
                <c:pt idx="11858">
                  <c:v>168.23599999999999</c:v>
                </c:pt>
                <c:pt idx="11859">
                  <c:v>158.51400000000001</c:v>
                </c:pt>
                <c:pt idx="11860">
                  <c:v>150.56800000000001</c:v>
                </c:pt>
                <c:pt idx="11861">
                  <c:v>143.72499999999999</c:v>
                </c:pt>
                <c:pt idx="11862">
                  <c:v>137.696</c:v>
                </c:pt>
                <c:pt idx="11863">
                  <c:v>132.267</c:v>
                </c:pt>
                <c:pt idx="11864">
                  <c:v>127.973</c:v>
                </c:pt>
                <c:pt idx="11865">
                  <c:v>124.565</c:v>
                </c:pt>
                <c:pt idx="11866">
                  <c:v>121.742</c:v>
                </c:pt>
                <c:pt idx="11867">
                  <c:v>119.376</c:v>
                </c:pt>
                <c:pt idx="11868">
                  <c:v>116.98</c:v>
                </c:pt>
                <c:pt idx="11869">
                  <c:v>114.645</c:v>
                </c:pt>
                <c:pt idx="11870">
                  <c:v>112.45</c:v>
                </c:pt>
                <c:pt idx="11871">
                  <c:v>110.605</c:v>
                </c:pt>
                <c:pt idx="11872">
                  <c:v>109.386</c:v>
                </c:pt>
                <c:pt idx="11873">
                  <c:v>107.76</c:v>
                </c:pt>
                <c:pt idx="11874">
                  <c:v>106.176</c:v>
                </c:pt>
                <c:pt idx="11875">
                  <c:v>105.121</c:v>
                </c:pt>
                <c:pt idx="11876">
                  <c:v>104.498</c:v>
                </c:pt>
                <c:pt idx="11877">
                  <c:v>104.104</c:v>
                </c:pt>
                <c:pt idx="11878">
                  <c:v>104.19199999999999</c:v>
                </c:pt>
                <c:pt idx="11879">
                  <c:v>104.51300000000001</c:v>
                </c:pt>
                <c:pt idx="11880">
                  <c:v>105.00700000000001</c:v>
                </c:pt>
                <c:pt idx="11881">
                  <c:v>105.74</c:v>
                </c:pt>
                <c:pt idx="11882">
                  <c:v>106.331</c:v>
                </c:pt>
                <c:pt idx="11883">
                  <c:v>106.854</c:v>
                </c:pt>
                <c:pt idx="11884">
                  <c:v>107.645</c:v>
                </c:pt>
                <c:pt idx="11885">
                  <c:v>108.812</c:v>
                </c:pt>
                <c:pt idx="11886">
                  <c:v>109.664</c:v>
                </c:pt>
                <c:pt idx="11887">
                  <c:v>110.15600000000001</c:v>
                </c:pt>
                <c:pt idx="11888">
                  <c:v>110.435</c:v>
                </c:pt>
                <c:pt idx="11889">
                  <c:v>110.43600000000001</c:v>
                </c:pt>
                <c:pt idx="11890">
                  <c:v>110.56399999999999</c:v>
                </c:pt>
                <c:pt idx="11891">
                  <c:v>110.434</c:v>
                </c:pt>
                <c:pt idx="11892">
                  <c:v>109.672</c:v>
                </c:pt>
                <c:pt idx="11893">
                  <c:v>108.541</c:v>
                </c:pt>
                <c:pt idx="11894">
                  <c:v>107.417</c:v>
                </c:pt>
                <c:pt idx="11895">
                  <c:v>106.078</c:v>
                </c:pt>
                <c:pt idx="11896">
                  <c:v>104.834</c:v>
                </c:pt>
                <c:pt idx="11897">
                  <c:v>103.61799999999999</c:v>
                </c:pt>
                <c:pt idx="11898">
                  <c:v>102.629</c:v>
                </c:pt>
                <c:pt idx="11899">
                  <c:v>102.125</c:v>
                </c:pt>
                <c:pt idx="11900">
                  <c:v>101.599</c:v>
                </c:pt>
                <c:pt idx="11901">
                  <c:v>101.00700000000001</c:v>
                </c:pt>
                <c:pt idx="11902">
                  <c:v>100.46899999999999</c:v>
                </c:pt>
                <c:pt idx="11903">
                  <c:v>99.825000000000003</c:v>
                </c:pt>
                <c:pt idx="11904">
                  <c:v>99.132199999999997</c:v>
                </c:pt>
                <c:pt idx="11905">
                  <c:v>98.673000000000002</c:v>
                </c:pt>
                <c:pt idx="11906">
                  <c:v>97.897000000000006</c:v>
                </c:pt>
                <c:pt idx="11907">
                  <c:v>97.140199999999993</c:v>
                </c:pt>
                <c:pt idx="11908">
                  <c:v>96.785499999999999</c:v>
                </c:pt>
                <c:pt idx="11909">
                  <c:v>96.347499999999997</c:v>
                </c:pt>
                <c:pt idx="11910">
                  <c:v>95.929599999999994</c:v>
                </c:pt>
                <c:pt idx="11911">
                  <c:v>95.495400000000004</c:v>
                </c:pt>
                <c:pt idx="11912">
                  <c:v>95.173699999999997</c:v>
                </c:pt>
                <c:pt idx="11913">
                  <c:v>95.044799999999995</c:v>
                </c:pt>
                <c:pt idx="11914">
                  <c:v>94.645200000000003</c:v>
                </c:pt>
                <c:pt idx="11915">
                  <c:v>94.1601</c:v>
                </c:pt>
                <c:pt idx="11916">
                  <c:v>94.3446</c:v>
                </c:pt>
                <c:pt idx="11917">
                  <c:v>94.423599999999993</c:v>
                </c:pt>
                <c:pt idx="11918">
                  <c:v>94.293800000000005</c:v>
                </c:pt>
                <c:pt idx="11919">
                  <c:v>94.144300000000001</c:v>
                </c:pt>
                <c:pt idx="11920">
                  <c:v>94.099599999999995</c:v>
                </c:pt>
                <c:pt idx="11921">
                  <c:v>94.556200000000004</c:v>
                </c:pt>
                <c:pt idx="11922">
                  <c:v>94.621700000000004</c:v>
                </c:pt>
                <c:pt idx="11923">
                  <c:v>94.687200000000004</c:v>
                </c:pt>
                <c:pt idx="11924">
                  <c:v>94.838899999999995</c:v>
                </c:pt>
                <c:pt idx="11925">
                  <c:v>94.6404</c:v>
                </c:pt>
                <c:pt idx="11926">
                  <c:v>94.610799999999998</c:v>
                </c:pt>
                <c:pt idx="11927">
                  <c:v>94.530799999999999</c:v>
                </c:pt>
                <c:pt idx="11928">
                  <c:v>94.421099999999996</c:v>
                </c:pt>
                <c:pt idx="11929">
                  <c:v>94.566000000000003</c:v>
                </c:pt>
                <c:pt idx="11930">
                  <c:v>94.874300000000005</c:v>
                </c:pt>
                <c:pt idx="11931">
                  <c:v>95.300799999999995</c:v>
                </c:pt>
                <c:pt idx="11932">
                  <c:v>95.634</c:v>
                </c:pt>
                <c:pt idx="11933">
                  <c:v>96.347800000000007</c:v>
                </c:pt>
                <c:pt idx="11934">
                  <c:v>97.165700000000001</c:v>
                </c:pt>
                <c:pt idx="11935">
                  <c:v>97.803200000000004</c:v>
                </c:pt>
                <c:pt idx="11936">
                  <c:v>98.362399999999994</c:v>
                </c:pt>
                <c:pt idx="11937">
                  <c:v>99.100499999999997</c:v>
                </c:pt>
                <c:pt idx="11938">
                  <c:v>99.972499999999997</c:v>
                </c:pt>
                <c:pt idx="11939">
                  <c:v>100.629</c:v>
                </c:pt>
                <c:pt idx="11940">
                  <c:v>101.31399999999999</c:v>
                </c:pt>
                <c:pt idx="11941">
                  <c:v>102.246</c:v>
                </c:pt>
                <c:pt idx="11942">
                  <c:v>103.316</c:v>
                </c:pt>
                <c:pt idx="11943">
                  <c:v>104.16800000000001</c:v>
                </c:pt>
                <c:pt idx="11944">
                  <c:v>104.771</c:v>
                </c:pt>
                <c:pt idx="11945">
                  <c:v>105.217</c:v>
                </c:pt>
                <c:pt idx="11946">
                  <c:v>106.072</c:v>
                </c:pt>
                <c:pt idx="11947">
                  <c:v>107.354</c:v>
                </c:pt>
                <c:pt idx="11948">
                  <c:v>108.875</c:v>
                </c:pt>
                <c:pt idx="11949">
                  <c:v>110.211</c:v>
                </c:pt>
                <c:pt idx="11950">
                  <c:v>111.705</c:v>
                </c:pt>
                <c:pt idx="11951">
                  <c:v>113.358</c:v>
                </c:pt>
                <c:pt idx="11952">
                  <c:v>114.613</c:v>
                </c:pt>
                <c:pt idx="11953">
                  <c:v>115.795</c:v>
                </c:pt>
                <c:pt idx="11954">
                  <c:v>117.053</c:v>
                </c:pt>
                <c:pt idx="11955">
                  <c:v>118.506</c:v>
                </c:pt>
                <c:pt idx="11956">
                  <c:v>119.69199999999999</c:v>
                </c:pt>
                <c:pt idx="11957">
                  <c:v>120.742</c:v>
                </c:pt>
                <c:pt idx="11958">
                  <c:v>121.89</c:v>
                </c:pt>
                <c:pt idx="11959">
                  <c:v>123.071</c:v>
                </c:pt>
                <c:pt idx="11960">
                  <c:v>124.124</c:v>
                </c:pt>
                <c:pt idx="11961">
                  <c:v>125.14400000000001</c:v>
                </c:pt>
                <c:pt idx="11962">
                  <c:v>126.459</c:v>
                </c:pt>
                <c:pt idx="11963">
                  <c:v>128.27699999999999</c:v>
                </c:pt>
                <c:pt idx="11964">
                  <c:v>130.148</c:v>
                </c:pt>
                <c:pt idx="11965">
                  <c:v>131.87299999999999</c:v>
                </c:pt>
                <c:pt idx="11966">
                  <c:v>133.71899999999999</c:v>
                </c:pt>
                <c:pt idx="11967">
                  <c:v>136.005</c:v>
                </c:pt>
                <c:pt idx="11968">
                  <c:v>138.24</c:v>
                </c:pt>
                <c:pt idx="11969">
                  <c:v>140.232</c:v>
                </c:pt>
                <c:pt idx="11970">
                  <c:v>142.57900000000001</c:v>
                </c:pt>
                <c:pt idx="11971">
                  <c:v>144.91</c:v>
                </c:pt>
                <c:pt idx="11972">
                  <c:v>147.041</c:v>
                </c:pt>
                <c:pt idx="11973">
                  <c:v>149.22300000000001</c:v>
                </c:pt>
                <c:pt idx="11974">
                  <c:v>151.63300000000001</c:v>
                </c:pt>
                <c:pt idx="11975">
                  <c:v>154.48699999999999</c:v>
                </c:pt>
                <c:pt idx="11976">
                  <c:v>157.49700000000001</c:v>
                </c:pt>
                <c:pt idx="11977">
                  <c:v>160.322</c:v>
                </c:pt>
                <c:pt idx="11978">
                  <c:v>162.47</c:v>
                </c:pt>
                <c:pt idx="11979">
                  <c:v>164.03399999999999</c:v>
                </c:pt>
                <c:pt idx="11980">
                  <c:v>165.209</c:v>
                </c:pt>
                <c:pt idx="11981">
                  <c:v>165.733</c:v>
                </c:pt>
                <c:pt idx="11982">
                  <c:v>165.73500000000001</c:v>
                </c:pt>
                <c:pt idx="11983">
                  <c:v>165.26499999999999</c:v>
                </c:pt>
                <c:pt idx="11984">
                  <c:v>165.078</c:v>
                </c:pt>
                <c:pt idx="11985">
                  <c:v>165.47200000000001</c:v>
                </c:pt>
                <c:pt idx="11986">
                  <c:v>166.809</c:v>
                </c:pt>
                <c:pt idx="11987">
                  <c:v>169.43799999999999</c:v>
                </c:pt>
                <c:pt idx="11988">
                  <c:v>173.22900000000001</c:v>
                </c:pt>
                <c:pt idx="11989">
                  <c:v>177.75700000000001</c:v>
                </c:pt>
                <c:pt idx="11990">
                  <c:v>183.38900000000001</c:v>
                </c:pt>
                <c:pt idx="11991">
                  <c:v>190.16399999999999</c:v>
                </c:pt>
                <c:pt idx="11992">
                  <c:v>198.10400000000001</c:v>
                </c:pt>
                <c:pt idx="11993">
                  <c:v>206.065</c:v>
                </c:pt>
                <c:pt idx="11994">
                  <c:v>213.03100000000001</c:v>
                </c:pt>
                <c:pt idx="11995">
                  <c:v>219.298</c:v>
                </c:pt>
                <c:pt idx="11996">
                  <c:v>225.40299999999999</c:v>
                </c:pt>
                <c:pt idx="11997">
                  <c:v>230.84700000000001</c:v>
                </c:pt>
                <c:pt idx="11998">
                  <c:v>233.02199999999999</c:v>
                </c:pt>
                <c:pt idx="11999">
                  <c:v>230.363</c:v>
                </c:pt>
                <c:pt idx="12000">
                  <c:v>225.30199999999999</c:v>
                </c:pt>
                <c:pt idx="12001">
                  <c:v>220.81899999999999</c:v>
                </c:pt>
                <c:pt idx="12002">
                  <c:v>217.727</c:v>
                </c:pt>
                <c:pt idx="12003">
                  <c:v>215.49299999999999</c:v>
                </c:pt>
                <c:pt idx="12004">
                  <c:v>212.32300000000001</c:v>
                </c:pt>
                <c:pt idx="12005">
                  <c:v>208.62200000000001</c:v>
                </c:pt>
                <c:pt idx="12006">
                  <c:v>206.251</c:v>
                </c:pt>
                <c:pt idx="12007">
                  <c:v>205.75800000000001</c:v>
                </c:pt>
                <c:pt idx="12008">
                  <c:v>206.2</c:v>
                </c:pt>
                <c:pt idx="12009">
                  <c:v>207.16200000000001</c:v>
                </c:pt>
                <c:pt idx="12010">
                  <c:v>208.98400000000001</c:v>
                </c:pt>
                <c:pt idx="12011">
                  <c:v>211.32499999999999</c:v>
                </c:pt>
                <c:pt idx="12012">
                  <c:v>212.70099999999999</c:v>
                </c:pt>
                <c:pt idx="12013">
                  <c:v>212.059</c:v>
                </c:pt>
                <c:pt idx="12014">
                  <c:v>209.49299999999999</c:v>
                </c:pt>
                <c:pt idx="12015">
                  <c:v>206.66800000000001</c:v>
                </c:pt>
                <c:pt idx="12016">
                  <c:v>204.958</c:v>
                </c:pt>
                <c:pt idx="12017">
                  <c:v>204.803</c:v>
                </c:pt>
                <c:pt idx="12018">
                  <c:v>205.685</c:v>
                </c:pt>
                <c:pt idx="12019">
                  <c:v>207.761</c:v>
                </c:pt>
                <c:pt idx="12020">
                  <c:v>211.55699999999999</c:v>
                </c:pt>
                <c:pt idx="12021">
                  <c:v>217.04599999999999</c:v>
                </c:pt>
                <c:pt idx="12022">
                  <c:v>223.81</c:v>
                </c:pt>
                <c:pt idx="12023">
                  <c:v>231.75899999999999</c:v>
                </c:pt>
                <c:pt idx="12024">
                  <c:v>240.97399999999999</c:v>
                </c:pt>
                <c:pt idx="12025">
                  <c:v>251.7</c:v>
                </c:pt>
                <c:pt idx="12026">
                  <c:v>264.58600000000001</c:v>
                </c:pt>
                <c:pt idx="12027">
                  <c:v>280.34800000000001</c:v>
                </c:pt>
                <c:pt idx="12028">
                  <c:v>298.21499999999997</c:v>
                </c:pt>
                <c:pt idx="12029">
                  <c:v>317.90699999999998</c:v>
                </c:pt>
                <c:pt idx="12030">
                  <c:v>339.99799999999999</c:v>
                </c:pt>
                <c:pt idx="12031">
                  <c:v>364.42500000000001</c:v>
                </c:pt>
                <c:pt idx="12032">
                  <c:v>390.95299999999997</c:v>
                </c:pt>
                <c:pt idx="12033">
                  <c:v>415.81900000000002</c:v>
                </c:pt>
                <c:pt idx="12034">
                  <c:v>434.87400000000002</c:v>
                </c:pt>
                <c:pt idx="12035">
                  <c:v>450.029</c:v>
                </c:pt>
                <c:pt idx="12036">
                  <c:v>464.60500000000002</c:v>
                </c:pt>
                <c:pt idx="12037">
                  <c:v>477.24900000000002</c:v>
                </c:pt>
                <c:pt idx="12038">
                  <c:v>482.17700000000002</c:v>
                </c:pt>
                <c:pt idx="12039">
                  <c:v>475.12400000000002</c:v>
                </c:pt>
                <c:pt idx="12040">
                  <c:v>460.77</c:v>
                </c:pt>
                <c:pt idx="12041">
                  <c:v>446.64299999999997</c:v>
                </c:pt>
                <c:pt idx="12042">
                  <c:v>435.678</c:v>
                </c:pt>
                <c:pt idx="12043">
                  <c:v>427.745</c:v>
                </c:pt>
                <c:pt idx="12044">
                  <c:v>423.07499999999999</c:v>
                </c:pt>
                <c:pt idx="12045">
                  <c:v>421.78199999999998</c:v>
                </c:pt>
                <c:pt idx="12046">
                  <c:v>422.38799999999998</c:v>
                </c:pt>
                <c:pt idx="12047">
                  <c:v>423.928</c:v>
                </c:pt>
                <c:pt idx="12048">
                  <c:v>426.767</c:v>
                </c:pt>
                <c:pt idx="12049">
                  <c:v>431.089</c:v>
                </c:pt>
                <c:pt idx="12050">
                  <c:v>435.608</c:v>
                </c:pt>
                <c:pt idx="12051">
                  <c:v>437.41899999999998</c:v>
                </c:pt>
                <c:pt idx="12052">
                  <c:v>436.06599999999997</c:v>
                </c:pt>
                <c:pt idx="12053">
                  <c:v>435.38099999999997</c:v>
                </c:pt>
                <c:pt idx="12054">
                  <c:v>439.66699999999997</c:v>
                </c:pt>
                <c:pt idx="12055">
                  <c:v>449.60500000000002</c:v>
                </c:pt>
                <c:pt idx="12056">
                  <c:v>463.79</c:v>
                </c:pt>
                <c:pt idx="12057">
                  <c:v>481.39699999999999</c:v>
                </c:pt>
                <c:pt idx="12058">
                  <c:v>502.75700000000001</c:v>
                </c:pt>
                <c:pt idx="12059">
                  <c:v>529.21600000000001</c:v>
                </c:pt>
                <c:pt idx="12060">
                  <c:v>560.87800000000004</c:v>
                </c:pt>
                <c:pt idx="12061">
                  <c:v>595.95699999999999</c:v>
                </c:pt>
                <c:pt idx="12062">
                  <c:v>633.98599999999999</c:v>
                </c:pt>
                <c:pt idx="12063">
                  <c:v>678.78599999999994</c:v>
                </c:pt>
                <c:pt idx="12064">
                  <c:v>735.28099999999995</c:v>
                </c:pt>
                <c:pt idx="12065">
                  <c:v>805.12900000000002</c:v>
                </c:pt>
                <c:pt idx="12066">
                  <c:v>883.41899999999998</c:v>
                </c:pt>
                <c:pt idx="12067">
                  <c:v>962.68700000000001</c:v>
                </c:pt>
                <c:pt idx="12068">
                  <c:v>1043.54</c:v>
                </c:pt>
                <c:pt idx="12069">
                  <c:v>1127.3699999999999</c:v>
                </c:pt>
                <c:pt idx="12070">
                  <c:v>1204.49</c:v>
                </c:pt>
                <c:pt idx="12071">
                  <c:v>1259.08</c:v>
                </c:pt>
                <c:pt idx="12072">
                  <c:v>1282.95</c:v>
                </c:pt>
                <c:pt idx="12073">
                  <c:v>1283.79</c:v>
                </c:pt>
                <c:pt idx="12074">
                  <c:v>1273.48</c:v>
                </c:pt>
                <c:pt idx="12075">
                  <c:v>1251.23</c:v>
                </c:pt>
                <c:pt idx="12076">
                  <c:v>1213.49</c:v>
                </c:pt>
                <c:pt idx="12077">
                  <c:v>1170.8800000000001</c:v>
                </c:pt>
                <c:pt idx="12078">
                  <c:v>1141.0999999999999</c:v>
                </c:pt>
                <c:pt idx="12079">
                  <c:v>1133.68</c:v>
                </c:pt>
                <c:pt idx="12080">
                  <c:v>1146.83</c:v>
                </c:pt>
                <c:pt idx="12081">
                  <c:v>1172.4100000000001</c:v>
                </c:pt>
                <c:pt idx="12082">
                  <c:v>1197.8699999999999</c:v>
                </c:pt>
                <c:pt idx="12083">
                  <c:v>1218.5999999999999</c:v>
                </c:pt>
                <c:pt idx="12084">
                  <c:v>1240.76</c:v>
                </c:pt>
                <c:pt idx="12085">
                  <c:v>1268.1099999999999</c:v>
                </c:pt>
                <c:pt idx="12086">
                  <c:v>1297.3399999999999</c:v>
                </c:pt>
                <c:pt idx="12087">
                  <c:v>1316.39</c:v>
                </c:pt>
                <c:pt idx="12088">
                  <c:v>1317.38</c:v>
                </c:pt>
                <c:pt idx="12089">
                  <c:v>1299.1099999999999</c:v>
                </c:pt>
                <c:pt idx="12090">
                  <c:v>1259.6500000000001</c:v>
                </c:pt>
                <c:pt idx="12091">
                  <c:v>1201.42</c:v>
                </c:pt>
                <c:pt idx="12092">
                  <c:v>1127.6400000000001</c:v>
                </c:pt>
                <c:pt idx="12093">
                  <c:v>1043.44</c:v>
                </c:pt>
                <c:pt idx="12094">
                  <c:v>961.54700000000003</c:v>
                </c:pt>
                <c:pt idx="12095">
                  <c:v>892.12599999999998</c:v>
                </c:pt>
                <c:pt idx="12096">
                  <c:v>839.23699999999997</c:v>
                </c:pt>
                <c:pt idx="12097">
                  <c:v>804.63400000000001</c:v>
                </c:pt>
                <c:pt idx="12098">
                  <c:v>789.14700000000005</c:v>
                </c:pt>
                <c:pt idx="12099">
                  <c:v>792.83900000000006</c:v>
                </c:pt>
                <c:pt idx="12100">
                  <c:v>815.005</c:v>
                </c:pt>
                <c:pt idx="12101">
                  <c:v>855.47199999999998</c:v>
                </c:pt>
                <c:pt idx="12102">
                  <c:v>914.60299999999995</c:v>
                </c:pt>
                <c:pt idx="12103">
                  <c:v>993.64</c:v>
                </c:pt>
                <c:pt idx="12104">
                  <c:v>1094.17</c:v>
                </c:pt>
                <c:pt idx="12105">
                  <c:v>1216.04</c:v>
                </c:pt>
                <c:pt idx="12106">
                  <c:v>1355.77</c:v>
                </c:pt>
                <c:pt idx="12107">
                  <c:v>1508.77</c:v>
                </c:pt>
                <c:pt idx="12108">
                  <c:v>1672.53</c:v>
                </c:pt>
                <c:pt idx="12109">
                  <c:v>1843.13</c:v>
                </c:pt>
                <c:pt idx="12110">
                  <c:v>2010.37</c:v>
                </c:pt>
                <c:pt idx="12111">
                  <c:v>2154.73</c:v>
                </c:pt>
                <c:pt idx="12112">
                  <c:v>2259.1999999999998</c:v>
                </c:pt>
                <c:pt idx="12113">
                  <c:v>2321.44</c:v>
                </c:pt>
                <c:pt idx="12114">
                  <c:v>2345.86</c:v>
                </c:pt>
                <c:pt idx="12115">
                  <c:v>2337.6</c:v>
                </c:pt>
                <c:pt idx="12116">
                  <c:v>2294.3200000000002</c:v>
                </c:pt>
                <c:pt idx="12117">
                  <c:v>2210.4899999999998</c:v>
                </c:pt>
                <c:pt idx="12118">
                  <c:v>2091.9699999999998</c:v>
                </c:pt>
                <c:pt idx="12119">
                  <c:v>1956.42</c:v>
                </c:pt>
                <c:pt idx="12120">
                  <c:v>1835.17</c:v>
                </c:pt>
                <c:pt idx="12121">
                  <c:v>1759.22</c:v>
                </c:pt>
                <c:pt idx="12122">
                  <c:v>1740.23</c:v>
                </c:pt>
                <c:pt idx="12123">
                  <c:v>1773.79</c:v>
                </c:pt>
                <c:pt idx="12124">
                  <c:v>1849.04</c:v>
                </c:pt>
                <c:pt idx="12125">
                  <c:v>1947.53</c:v>
                </c:pt>
                <c:pt idx="12126">
                  <c:v>2048.61</c:v>
                </c:pt>
                <c:pt idx="12127">
                  <c:v>2144.88</c:v>
                </c:pt>
                <c:pt idx="12128">
                  <c:v>2236.09</c:v>
                </c:pt>
                <c:pt idx="12129">
                  <c:v>2315.3000000000002</c:v>
                </c:pt>
                <c:pt idx="12130">
                  <c:v>2362.62</c:v>
                </c:pt>
                <c:pt idx="12131">
                  <c:v>2347.94</c:v>
                </c:pt>
                <c:pt idx="12132">
                  <c:v>2262.2399999999998</c:v>
                </c:pt>
                <c:pt idx="12133">
                  <c:v>2128.62</c:v>
                </c:pt>
                <c:pt idx="12134">
                  <c:v>1986.01</c:v>
                </c:pt>
                <c:pt idx="12135">
                  <c:v>1860.36</c:v>
                </c:pt>
                <c:pt idx="12136">
                  <c:v>1752.3</c:v>
                </c:pt>
                <c:pt idx="12137">
                  <c:v>1663.29</c:v>
                </c:pt>
                <c:pt idx="12138">
                  <c:v>1591.41</c:v>
                </c:pt>
                <c:pt idx="12139">
                  <c:v>1525.59</c:v>
                </c:pt>
                <c:pt idx="12140">
                  <c:v>1439.57</c:v>
                </c:pt>
                <c:pt idx="12141">
                  <c:v>1305.8599999999999</c:v>
                </c:pt>
                <c:pt idx="12142">
                  <c:v>1146.1300000000001</c:v>
                </c:pt>
                <c:pt idx="12143">
                  <c:v>1004.85</c:v>
                </c:pt>
                <c:pt idx="12144">
                  <c:v>897.17</c:v>
                </c:pt>
                <c:pt idx="12145">
                  <c:v>812.26199999999994</c:v>
                </c:pt>
                <c:pt idx="12146">
                  <c:v>740.26599999999996</c:v>
                </c:pt>
                <c:pt idx="12147">
                  <c:v>682.84199999999998</c:v>
                </c:pt>
                <c:pt idx="12148">
                  <c:v>642.01</c:v>
                </c:pt>
                <c:pt idx="12149">
                  <c:v>613.96500000000003</c:v>
                </c:pt>
                <c:pt idx="12150">
                  <c:v>594.75800000000004</c:v>
                </c:pt>
                <c:pt idx="12151">
                  <c:v>583.03899999999999</c:v>
                </c:pt>
                <c:pt idx="12152">
                  <c:v>576.37400000000002</c:v>
                </c:pt>
                <c:pt idx="12153">
                  <c:v>570.40700000000004</c:v>
                </c:pt>
                <c:pt idx="12154">
                  <c:v>558.00800000000004</c:v>
                </c:pt>
                <c:pt idx="12155">
                  <c:v>537.00699999999995</c:v>
                </c:pt>
                <c:pt idx="12156">
                  <c:v>514.20899999999995</c:v>
                </c:pt>
                <c:pt idx="12157">
                  <c:v>494.78899999999999</c:v>
                </c:pt>
                <c:pt idx="12158">
                  <c:v>477.84500000000003</c:v>
                </c:pt>
                <c:pt idx="12159">
                  <c:v>461.17099999999999</c:v>
                </c:pt>
                <c:pt idx="12160">
                  <c:v>444.65699999999998</c:v>
                </c:pt>
                <c:pt idx="12161">
                  <c:v>429.98099999999999</c:v>
                </c:pt>
                <c:pt idx="12162">
                  <c:v>417.93299999999999</c:v>
                </c:pt>
                <c:pt idx="12163">
                  <c:v>408.42599999999999</c:v>
                </c:pt>
                <c:pt idx="12164">
                  <c:v>401.71600000000001</c:v>
                </c:pt>
                <c:pt idx="12165">
                  <c:v>396.61099999999999</c:v>
                </c:pt>
                <c:pt idx="12166">
                  <c:v>390.767</c:v>
                </c:pt>
                <c:pt idx="12167">
                  <c:v>380.60700000000003</c:v>
                </c:pt>
                <c:pt idx="12168">
                  <c:v>365.012</c:v>
                </c:pt>
                <c:pt idx="12169">
                  <c:v>346.77</c:v>
                </c:pt>
                <c:pt idx="12170">
                  <c:v>328.94900000000001</c:v>
                </c:pt>
                <c:pt idx="12171">
                  <c:v>314.01900000000001</c:v>
                </c:pt>
                <c:pt idx="12172">
                  <c:v>302.72800000000001</c:v>
                </c:pt>
                <c:pt idx="12173">
                  <c:v>295.03100000000001</c:v>
                </c:pt>
                <c:pt idx="12174">
                  <c:v>290.65699999999998</c:v>
                </c:pt>
                <c:pt idx="12175">
                  <c:v>289.14400000000001</c:v>
                </c:pt>
                <c:pt idx="12176">
                  <c:v>289.61500000000001</c:v>
                </c:pt>
                <c:pt idx="12177">
                  <c:v>291.47500000000002</c:v>
                </c:pt>
                <c:pt idx="12178">
                  <c:v>294.29399999999998</c:v>
                </c:pt>
                <c:pt idx="12179">
                  <c:v>298.07</c:v>
                </c:pt>
                <c:pt idx="12180">
                  <c:v>302.49099999999999</c:v>
                </c:pt>
                <c:pt idx="12181">
                  <c:v>306.798</c:v>
                </c:pt>
                <c:pt idx="12182">
                  <c:v>311.28800000000001</c:v>
                </c:pt>
                <c:pt idx="12183">
                  <c:v>316.28699999999998</c:v>
                </c:pt>
                <c:pt idx="12184">
                  <c:v>321.44600000000003</c:v>
                </c:pt>
                <c:pt idx="12185">
                  <c:v>327.05200000000002</c:v>
                </c:pt>
                <c:pt idx="12186">
                  <c:v>334.04300000000001</c:v>
                </c:pt>
                <c:pt idx="12187">
                  <c:v>343.411</c:v>
                </c:pt>
                <c:pt idx="12188">
                  <c:v>355.63799999999998</c:v>
                </c:pt>
                <c:pt idx="12189">
                  <c:v>371.22199999999998</c:v>
                </c:pt>
                <c:pt idx="12190">
                  <c:v>390.72899999999998</c:v>
                </c:pt>
                <c:pt idx="12191">
                  <c:v>413.47899999999998</c:v>
                </c:pt>
                <c:pt idx="12192">
                  <c:v>439.39699999999999</c:v>
                </c:pt>
                <c:pt idx="12193">
                  <c:v>468.08699999999999</c:v>
                </c:pt>
                <c:pt idx="12194">
                  <c:v>498.72199999999998</c:v>
                </c:pt>
                <c:pt idx="12195">
                  <c:v>530.95100000000002</c:v>
                </c:pt>
                <c:pt idx="12196">
                  <c:v>564.01700000000005</c:v>
                </c:pt>
                <c:pt idx="12197">
                  <c:v>596.60699999999997</c:v>
                </c:pt>
                <c:pt idx="12198">
                  <c:v>627.61</c:v>
                </c:pt>
                <c:pt idx="12199">
                  <c:v>657.56799999999998</c:v>
                </c:pt>
                <c:pt idx="12200">
                  <c:v>688.91099999999994</c:v>
                </c:pt>
                <c:pt idx="12201">
                  <c:v>723.35699999999997</c:v>
                </c:pt>
                <c:pt idx="12202">
                  <c:v>762.53700000000003</c:v>
                </c:pt>
                <c:pt idx="12203">
                  <c:v>809.92700000000002</c:v>
                </c:pt>
                <c:pt idx="12204">
                  <c:v>871.077</c:v>
                </c:pt>
                <c:pt idx="12205">
                  <c:v>950.149</c:v>
                </c:pt>
                <c:pt idx="12206">
                  <c:v>1048.98</c:v>
                </c:pt>
                <c:pt idx="12207">
                  <c:v>1167.05</c:v>
                </c:pt>
                <c:pt idx="12208">
                  <c:v>1302.07</c:v>
                </c:pt>
                <c:pt idx="12209">
                  <c:v>1449.01</c:v>
                </c:pt>
                <c:pt idx="12210">
                  <c:v>1600.89</c:v>
                </c:pt>
                <c:pt idx="12211">
                  <c:v>1748.61</c:v>
                </c:pt>
                <c:pt idx="12212">
                  <c:v>1880.96</c:v>
                </c:pt>
                <c:pt idx="12213">
                  <c:v>1985.36</c:v>
                </c:pt>
                <c:pt idx="12214">
                  <c:v>2051.4699999999998</c:v>
                </c:pt>
                <c:pt idx="12215">
                  <c:v>2074.4</c:v>
                </c:pt>
                <c:pt idx="12216">
                  <c:v>2053.59</c:v>
                </c:pt>
                <c:pt idx="12217">
                  <c:v>1991.31</c:v>
                </c:pt>
                <c:pt idx="12218">
                  <c:v>1890.47</c:v>
                </c:pt>
                <c:pt idx="12219">
                  <c:v>1758.96</c:v>
                </c:pt>
                <c:pt idx="12220">
                  <c:v>1611.18</c:v>
                </c:pt>
                <c:pt idx="12221">
                  <c:v>1461.5</c:v>
                </c:pt>
                <c:pt idx="12222">
                  <c:v>1320.08</c:v>
                </c:pt>
                <c:pt idx="12223">
                  <c:v>1194.0899999999999</c:v>
                </c:pt>
                <c:pt idx="12224">
                  <c:v>1087.49</c:v>
                </c:pt>
                <c:pt idx="12225">
                  <c:v>1002.34</c:v>
                </c:pt>
                <c:pt idx="12226">
                  <c:v>937.46299999999997</c:v>
                </c:pt>
                <c:pt idx="12227">
                  <c:v>889.89499999999998</c:v>
                </c:pt>
                <c:pt idx="12228">
                  <c:v>854.47400000000005</c:v>
                </c:pt>
                <c:pt idx="12229">
                  <c:v>825.35500000000002</c:v>
                </c:pt>
                <c:pt idx="12230">
                  <c:v>797.22299999999996</c:v>
                </c:pt>
                <c:pt idx="12231">
                  <c:v>765.85</c:v>
                </c:pt>
                <c:pt idx="12232">
                  <c:v>728.60799999999995</c:v>
                </c:pt>
                <c:pt idx="12233">
                  <c:v>685.798</c:v>
                </c:pt>
                <c:pt idx="12234">
                  <c:v>638.64099999999996</c:v>
                </c:pt>
                <c:pt idx="12235">
                  <c:v>588.02800000000002</c:v>
                </c:pt>
                <c:pt idx="12236">
                  <c:v>535.673</c:v>
                </c:pt>
                <c:pt idx="12237">
                  <c:v>485.20400000000001</c:v>
                </c:pt>
                <c:pt idx="12238">
                  <c:v>439.29199999999997</c:v>
                </c:pt>
                <c:pt idx="12239">
                  <c:v>399.58800000000002</c:v>
                </c:pt>
                <c:pt idx="12240">
                  <c:v>366.774</c:v>
                </c:pt>
                <c:pt idx="12241">
                  <c:v>340.73399999999998</c:v>
                </c:pt>
                <c:pt idx="12242">
                  <c:v>321.32600000000002</c:v>
                </c:pt>
                <c:pt idx="12243">
                  <c:v>307.25599999999997</c:v>
                </c:pt>
                <c:pt idx="12244">
                  <c:v>297.20800000000003</c:v>
                </c:pt>
                <c:pt idx="12245">
                  <c:v>290.34800000000001</c:v>
                </c:pt>
                <c:pt idx="12246">
                  <c:v>286.18200000000002</c:v>
                </c:pt>
                <c:pt idx="12247">
                  <c:v>284.15899999999999</c:v>
                </c:pt>
                <c:pt idx="12248">
                  <c:v>283.459</c:v>
                </c:pt>
                <c:pt idx="12249">
                  <c:v>284.39</c:v>
                </c:pt>
                <c:pt idx="12250">
                  <c:v>286.94</c:v>
                </c:pt>
                <c:pt idx="12251">
                  <c:v>291.43799999999999</c:v>
                </c:pt>
                <c:pt idx="12252">
                  <c:v>297.64600000000002</c:v>
                </c:pt>
                <c:pt idx="12253">
                  <c:v>305.84399999999999</c:v>
                </c:pt>
                <c:pt idx="12254">
                  <c:v>316.58300000000003</c:v>
                </c:pt>
                <c:pt idx="12255">
                  <c:v>330.34899999999999</c:v>
                </c:pt>
                <c:pt idx="12256">
                  <c:v>348.31400000000002</c:v>
                </c:pt>
                <c:pt idx="12257">
                  <c:v>370.85</c:v>
                </c:pt>
                <c:pt idx="12258">
                  <c:v>398.10599999999999</c:v>
                </c:pt>
                <c:pt idx="12259">
                  <c:v>430.35500000000002</c:v>
                </c:pt>
                <c:pt idx="12260">
                  <c:v>467.45</c:v>
                </c:pt>
                <c:pt idx="12261">
                  <c:v>508.339</c:v>
                </c:pt>
                <c:pt idx="12262">
                  <c:v>551.52700000000004</c:v>
                </c:pt>
                <c:pt idx="12263">
                  <c:v>595.90499999999997</c:v>
                </c:pt>
                <c:pt idx="12264">
                  <c:v>639.79999999999995</c:v>
                </c:pt>
                <c:pt idx="12265">
                  <c:v>681.33399999999995</c:v>
                </c:pt>
                <c:pt idx="12266">
                  <c:v>718.91200000000003</c:v>
                </c:pt>
                <c:pt idx="12267">
                  <c:v>751.59199999999998</c:v>
                </c:pt>
                <c:pt idx="12268">
                  <c:v>780.428</c:v>
                </c:pt>
                <c:pt idx="12269">
                  <c:v>808.04899999999998</c:v>
                </c:pt>
                <c:pt idx="12270">
                  <c:v>837.20600000000002</c:v>
                </c:pt>
                <c:pt idx="12271">
                  <c:v>870.65700000000004</c:v>
                </c:pt>
                <c:pt idx="12272">
                  <c:v>911.55200000000002</c:v>
                </c:pt>
                <c:pt idx="12273">
                  <c:v>962.50900000000001</c:v>
                </c:pt>
                <c:pt idx="12274">
                  <c:v>1025.07</c:v>
                </c:pt>
                <c:pt idx="12275">
                  <c:v>1098.6199999999999</c:v>
                </c:pt>
                <c:pt idx="12276">
                  <c:v>1180.5999999999999</c:v>
                </c:pt>
                <c:pt idx="12277">
                  <c:v>1265.51</c:v>
                </c:pt>
                <c:pt idx="12278">
                  <c:v>1346.34</c:v>
                </c:pt>
                <c:pt idx="12279">
                  <c:v>1415.41</c:v>
                </c:pt>
                <c:pt idx="12280">
                  <c:v>1467.1</c:v>
                </c:pt>
                <c:pt idx="12281">
                  <c:v>1496.61</c:v>
                </c:pt>
                <c:pt idx="12282">
                  <c:v>1498.3</c:v>
                </c:pt>
                <c:pt idx="12283">
                  <c:v>1467.58</c:v>
                </c:pt>
                <c:pt idx="12284">
                  <c:v>1404.79</c:v>
                </c:pt>
                <c:pt idx="12285">
                  <c:v>1315.77</c:v>
                </c:pt>
                <c:pt idx="12286">
                  <c:v>1208.04</c:v>
                </c:pt>
                <c:pt idx="12287">
                  <c:v>1089.07</c:v>
                </c:pt>
                <c:pt idx="12288">
                  <c:v>964.75800000000004</c:v>
                </c:pt>
                <c:pt idx="12289">
                  <c:v>841.66399999999999</c:v>
                </c:pt>
                <c:pt idx="12290">
                  <c:v>727.98400000000004</c:v>
                </c:pt>
                <c:pt idx="12291">
                  <c:v>629.23400000000004</c:v>
                </c:pt>
                <c:pt idx="12292">
                  <c:v>547.99900000000002</c:v>
                </c:pt>
                <c:pt idx="12293">
                  <c:v>484.38299999999998</c:v>
                </c:pt>
                <c:pt idx="12294">
                  <c:v>436.43900000000002</c:v>
                </c:pt>
                <c:pt idx="12295">
                  <c:v>400.63</c:v>
                </c:pt>
                <c:pt idx="12296">
                  <c:v>373.85500000000002</c:v>
                </c:pt>
                <c:pt idx="12297">
                  <c:v>352.80399999999997</c:v>
                </c:pt>
                <c:pt idx="12298">
                  <c:v>334.49</c:v>
                </c:pt>
                <c:pt idx="12299">
                  <c:v>317.40600000000001</c:v>
                </c:pt>
                <c:pt idx="12300">
                  <c:v>300.19499999999999</c:v>
                </c:pt>
                <c:pt idx="12301">
                  <c:v>282.488</c:v>
                </c:pt>
                <c:pt idx="12302">
                  <c:v>264.142</c:v>
                </c:pt>
                <c:pt idx="12303">
                  <c:v>245.57</c:v>
                </c:pt>
                <c:pt idx="12304">
                  <c:v>227.33600000000001</c:v>
                </c:pt>
                <c:pt idx="12305">
                  <c:v>209.422</c:v>
                </c:pt>
                <c:pt idx="12306">
                  <c:v>192.47</c:v>
                </c:pt>
                <c:pt idx="12307">
                  <c:v>177.46600000000001</c:v>
                </c:pt>
                <c:pt idx="12308">
                  <c:v>164.86199999999999</c:v>
                </c:pt>
                <c:pt idx="12309">
                  <c:v>154.53399999999999</c:v>
                </c:pt>
                <c:pt idx="12310">
                  <c:v>146.11600000000001</c:v>
                </c:pt>
                <c:pt idx="12311">
                  <c:v>139.786</c:v>
                </c:pt>
                <c:pt idx="12312">
                  <c:v>134.56</c:v>
                </c:pt>
                <c:pt idx="12313">
                  <c:v>130.083</c:v>
                </c:pt>
                <c:pt idx="12314">
                  <c:v>126.735</c:v>
                </c:pt>
                <c:pt idx="12315">
                  <c:v>123.73399999999999</c:v>
                </c:pt>
                <c:pt idx="12316">
                  <c:v>120.754</c:v>
                </c:pt>
                <c:pt idx="12317">
                  <c:v>118.39400000000001</c:v>
                </c:pt>
                <c:pt idx="12318">
                  <c:v>116.381</c:v>
                </c:pt>
                <c:pt idx="12319">
                  <c:v>114.623</c:v>
                </c:pt>
                <c:pt idx="12320">
                  <c:v>113.102</c:v>
                </c:pt>
                <c:pt idx="12321">
                  <c:v>111.387</c:v>
                </c:pt>
                <c:pt idx="12322">
                  <c:v>109.39700000000001</c:v>
                </c:pt>
                <c:pt idx="12323">
                  <c:v>107.842</c:v>
                </c:pt>
                <c:pt idx="12324">
                  <c:v>106.974</c:v>
                </c:pt>
                <c:pt idx="12325">
                  <c:v>106.3</c:v>
                </c:pt>
                <c:pt idx="12326">
                  <c:v>105.313</c:v>
                </c:pt>
                <c:pt idx="12327">
                  <c:v>104.431</c:v>
                </c:pt>
                <c:pt idx="12328">
                  <c:v>104.03</c:v>
                </c:pt>
                <c:pt idx="12329">
                  <c:v>104.108</c:v>
                </c:pt>
                <c:pt idx="12330">
                  <c:v>103.944</c:v>
                </c:pt>
                <c:pt idx="12331">
                  <c:v>103.578</c:v>
                </c:pt>
                <c:pt idx="12332">
                  <c:v>102.69799999999999</c:v>
                </c:pt>
                <c:pt idx="12333">
                  <c:v>101.399</c:v>
                </c:pt>
                <c:pt idx="12334">
                  <c:v>100.295</c:v>
                </c:pt>
                <c:pt idx="12335">
                  <c:v>99.265000000000001</c:v>
                </c:pt>
                <c:pt idx="12336">
                  <c:v>98.191500000000005</c:v>
                </c:pt>
                <c:pt idx="12337">
                  <c:v>97.0334</c:v>
                </c:pt>
                <c:pt idx="12338">
                  <c:v>95.636700000000005</c:v>
                </c:pt>
                <c:pt idx="12339">
                  <c:v>94.138900000000007</c:v>
                </c:pt>
                <c:pt idx="12340">
                  <c:v>92.874099999999999</c:v>
                </c:pt>
                <c:pt idx="12341">
                  <c:v>92.094700000000003</c:v>
                </c:pt>
                <c:pt idx="12342">
                  <c:v>91.290300000000002</c:v>
                </c:pt>
                <c:pt idx="12343">
                  <c:v>89.8797</c:v>
                </c:pt>
                <c:pt idx="12344">
                  <c:v>89.095200000000006</c:v>
                </c:pt>
                <c:pt idx="12345">
                  <c:v>88.942400000000006</c:v>
                </c:pt>
                <c:pt idx="12346">
                  <c:v>88.785499999999999</c:v>
                </c:pt>
                <c:pt idx="12347">
                  <c:v>88.883799999999994</c:v>
                </c:pt>
                <c:pt idx="12348">
                  <c:v>89.166799999999995</c:v>
                </c:pt>
                <c:pt idx="12349">
                  <c:v>89.060599999999994</c:v>
                </c:pt>
                <c:pt idx="12350">
                  <c:v>88.962900000000005</c:v>
                </c:pt>
                <c:pt idx="12351">
                  <c:v>88.751999999999995</c:v>
                </c:pt>
                <c:pt idx="12352">
                  <c:v>88.555499999999995</c:v>
                </c:pt>
                <c:pt idx="12353">
                  <c:v>88.835499999999996</c:v>
                </c:pt>
                <c:pt idx="12354">
                  <c:v>89.594300000000004</c:v>
                </c:pt>
                <c:pt idx="12355">
                  <c:v>90.117999999999995</c:v>
                </c:pt>
                <c:pt idx="12356">
                  <c:v>90.405600000000007</c:v>
                </c:pt>
                <c:pt idx="12357">
                  <c:v>90.574399999999997</c:v>
                </c:pt>
                <c:pt idx="12358">
                  <c:v>91.140199999999993</c:v>
                </c:pt>
                <c:pt idx="12359">
                  <c:v>92.297399999999996</c:v>
                </c:pt>
                <c:pt idx="12360">
                  <c:v>93.703199999999995</c:v>
                </c:pt>
                <c:pt idx="12361">
                  <c:v>95.756799999999998</c:v>
                </c:pt>
                <c:pt idx="12362">
                  <c:v>98.227800000000002</c:v>
                </c:pt>
                <c:pt idx="12363">
                  <c:v>101.09</c:v>
                </c:pt>
                <c:pt idx="12364">
                  <c:v>104.20399999999999</c:v>
                </c:pt>
                <c:pt idx="12365">
                  <c:v>107.005</c:v>
                </c:pt>
                <c:pt idx="12366">
                  <c:v>109.46899999999999</c:v>
                </c:pt>
                <c:pt idx="12367">
                  <c:v>111.64700000000001</c:v>
                </c:pt>
                <c:pt idx="12368">
                  <c:v>113.123</c:v>
                </c:pt>
                <c:pt idx="12369">
                  <c:v>113.628</c:v>
                </c:pt>
                <c:pt idx="12370">
                  <c:v>113.465</c:v>
                </c:pt>
                <c:pt idx="12371">
                  <c:v>112.38800000000001</c:v>
                </c:pt>
                <c:pt idx="12372">
                  <c:v>110.39100000000001</c:v>
                </c:pt>
                <c:pt idx="12373">
                  <c:v>107.673</c:v>
                </c:pt>
                <c:pt idx="12374">
                  <c:v>104.67</c:v>
                </c:pt>
                <c:pt idx="12375">
                  <c:v>102.009</c:v>
                </c:pt>
                <c:pt idx="12376">
                  <c:v>99.707400000000007</c:v>
                </c:pt>
                <c:pt idx="12377">
                  <c:v>97.301900000000003</c:v>
                </c:pt>
                <c:pt idx="12378">
                  <c:v>95.218199999999996</c:v>
                </c:pt>
                <c:pt idx="12379">
                  <c:v>93.823700000000002</c:v>
                </c:pt>
                <c:pt idx="12380">
                  <c:v>92.989199999999997</c:v>
                </c:pt>
                <c:pt idx="12381">
                  <c:v>92.553399999999996</c:v>
                </c:pt>
                <c:pt idx="12382">
                  <c:v>92.171800000000005</c:v>
                </c:pt>
                <c:pt idx="12383">
                  <c:v>91.735200000000006</c:v>
                </c:pt>
                <c:pt idx="12384">
                  <c:v>91.312100000000001</c:v>
                </c:pt>
                <c:pt idx="12385">
                  <c:v>90.654300000000006</c:v>
                </c:pt>
                <c:pt idx="12386">
                  <c:v>89.467399999999998</c:v>
                </c:pt>
                <c:pt idx="12387">
                  <c:v>87.804000000000002</c:v>
                </c:pt>
                <c:pt idx="12388">
                  <c:v>86.4268</c:v>
                </c:pt>
                <c:pt idx="12389">
                  <c:v>84.871499999999997</c:v>
                </c:pt>
                <c:pt idx="12390">
                  <c:v>82.994500000000002</c:v>
                </c:pt>
                <c:pt idx="12391">
                  <c:v>81.287099999999995</c:v>
                </c:pt>
                <c:pt idx="12392">
                  <c:v>80.343100000000007</c:v>
                </c:pt>
                <c:pt idx="12393">
                  <c:v>79.929000000000002</c:v>
                </c:pt>
                <c:pt idx="12394">
                  <c:v>79.199600000000004</c:v>
                </c:pt>
                <c:pt idx="12395">
                  <c:v>78.628200000000007</c:v>
                </c:pt>
                <c:pt idx="12396">
                  <c:v>77.997500000000002</c:v>
                </c:pt>
                <c:pt idx="12397">
                  <c:v>77.559200000000004</c:v>
                </c:pt>
                <c:pt idx="12398">
                  <c:v>77.432100000000005</c:v>
                </c:pt>
                <c:pt idx="12399">
                  <c:v>77.770799999999994</c:v>
                </c:pt>
                <c:pt idx="12400">
                  <c:v>78.029899999999998</c:v>
                </c:pt>
                <c:pt idx="12401">
                  <c:v>77.449200000000005</c:v>
                </c:pt>
                <c:pt idx="12402">
                  <c:v>76.639099999999999</c:v>
                </c:pt>
                <c:pt idx="12403">
                  <c:v>76.489500000000007</c:v>
                </c:pt>
                <c:pt idx="12404">
                  <c:v>76.795299999999997</c:v>
                </c:pt>
                <c:pt idx="12405">
                  <c:v>76.387799999999999</c:v>
                </c:pt>
                <c:pt idx="12406">
                  <c:v>75.649000000000001</c:v>
                </c:pt>
                <c:pt idx="12407">
                  <c:v>75.207999999999998</c:v>
                </c:pt>
                <c:pt idx="12408">
                  <c:v>75.151600000000002</c:v>
                </c:pt>
                <c:pt idx="12409">
                  <c:v>75.308800000000005</c:v>
                </c:pt>
                <c:pt idx="12410">
                  <c:v>75.480500000000006</c:v>
                </c:pt>
                <c:pt idx="12411">
                  <c:v>75.960599999999999</c:v>
                </c:pt>
                <c:pt idx="12412">
                  <c:v>76.552400000000006</c:v>
                </c:pt>
                <c:pt idx="12413">
                  <c:v>77.384699999999995</c:v>
                </c:pt>
                <c:pt idx="12414">
                  <c:v>78.054599999999994</c:v>
                </c:pt>
                <c:pt idx="12415">
                  <c:v>78.557299999999998</c:v>
                </c:pt>
                <c:pt idx="12416">
                  <c:v>78.955100000000002</c:v>
                </c:pt>
                <c:pt idx="12417">
                  <c:v>79.471999999999994</c:v>
                </c:pt>
                <c:pt idx="12418">
                  <c:v>80.222099999999998</c:v>
                </c:pt>
                <c:pt idx="12419">
                  <c:v>80.629300000000001</c:v>
                </c:pt>
                <c:pt idx="12420">
                  <c:v>80.994600000000005</c:v>
                </c:pt>
                <c:pt idx="12421">
                  <c:v>81.508700000000005</c:v>
                </c:pt>
                <c:pt idx="12422">
                  <c:v>82.119100000000003</c:v>
                </c:pt>
                <c:pt idx="12423">
                  <c:v>82.513199999999998</c:v>
                </c:pt>
                <c:pt idx="12424">
                  <c:v>82.626400000000004</c:v>
                </c:pt>
                <c:pt idx="12425">
                  <c:v>82.569800000000001</c:v>
                </c:pt>
                <c:pt idx="12426">
                  <c:v>83.121200000000002</c:v>
                </c:pt>
                <c:pt idx="12427">
                  <c:v>84.100999999999999</c:v>
                </c:pt>
                <c:pt idx="12428">
                  <c:v>84.968999999999994</c:v>
                </c:pt>
                <c:pt idx="12429">
                  <c:v>85.780100000000004</c:v>
                </c:pt>
                <c:pt idx="12430">
                  <c:v>86.865099999999998</c:v>
                </c:pt>
                <c:pt idx="12431">
                  <c:v>88.2209</c:v>
                </c:pt>
                <c:pt idx="12432">
                  <c:v>89.743799999999993</c:v>
                </c:pt>
                <c:pt idx="12433">
                  <c:v>91.065200000000004</c:v>
                </c:pt>
                <c:pt idx="12434">
                  <c:v>92.118399999999994</c:v>
                </c:pt>
                <c:pt idx="12435">
                  <c:v>92.715100000000007</c:v>
                </c:pt>
                <c:pt idx="12436">
                  <c:v>93.125600000000006</c:v>
                </c:pt>
                <c:pt idx="12437">
                  <c:v>93.093000000000004</c:v>
                </c:pt>
                <c:pt idx="12438">
                  <c:v>92.489900000000006</c:v>
                </c:pt>
                <c:pt idx="12439">
                  <c:v>90.990899999999996</c:v>
                </c:pt>
                <c:pt idx="12440">
                  <c:v>88.940399999999997</c:v>
                </c:pt>
                <c:pt idx="12441">
                  <c:v>86.742099999999994</c:v>
                </c:pt>
                <c:pt idx="12442">
                  <c:v>84.572199999999995</c:v>
                </c:pt>
                <c:pt idx="12443">
                  <c:v>82.391199999999998</c:v>
                </c:pt>
                <c:pt idx="12444">
                  <c:v>79.965000000000003</c:v>
                </c:pt>
                <c:pt idx="12445">
                  <c:v>78.142899999999997</c:v>
                </c:pt>
                <c:pt idx="12446">
                  <c:v>76.722399999999993</c:v>
                </c:pt>
                <c:pt idx="12447">
                  <c:v>75.366500000000002</c:v>
                </c:pt>
                <c:pt idx="12448">
                  <c:v>74.366299999999995</c:v>
                </c:pt>
                <c:pt idx="12449">
                  <c:v>73.700500000000005</c:v>
                </c:pt>
                <c:pt idx="12450">
                  <c:v>73.191000000000003</c:v>
                </c:pt>
                <c:pt idx="12451">
                  <c:v>72.605999999999995</c:v>
                </c:pt>
                <c:pt idx="12452">
                  <c:v>71.971599999999995</c:v>
                </c:pt>
                <c:pt idx="12453">
                  <c:v>71.103899999999996</c:v>
                </c:pt>
                <c:pt idx="12454">
                  <c:v>70.339200000000005</c:v>
                </c:pt>
                <c:pt idx="12455">
                  <c:v>69.512200000000007</c:v>
                </c:pt>
                <c:pt idx="12456">
                  <c:v>68.545400000000001</c:v>
                </c:pt>
                <c:pt idx="12457">
                  <c:v>67.477000000000004</c:v>
                </c:pt>
                <c:pt idx="12458">
                  <c:v>66.345600000000005</c:v>
                </c:pt>
                <c:pt idx="12459">
                  <c:v>65.253699999999995</c:v>
                </c:pt>
                <c:pt idx="12460">
                  <c:v>64.1053</c:v>
                </c:pt>
                <c:pt idx="12461">
                  <c:v>63.108600000000003</c:v>
                </c:pt>
                <c:pt idx="12462">
                  <c:v>62.714700000000001</c:v>
                </c:pt>
                <c:pt idx="12463">
                  <c:v>62.761099999999999</c:v>
                </c:pt>
                <c:pt idx="12464">
                  <c:v>62.6068</c:v>
                </c:pt>
                <c:pt idx="12465">
                  <c:v>62.552399999999999</c:v>
                </c:pt>
                <c:pt idx="12466">
                  <c:v>62.552999999999997</c:v>
                </c:pt>
                <c:pt idx="12467">
                  <c:v>63.065300000000001</c:v>
                </c:pt>
                <c:pt idx="12468">
                  <c:v>63.782200000000003</c:v>
                </c:pt>
                <c:pt idx="12469">
                  <c:v>64.250799999999998</c:v>
                </c:pt>
                <c:pt idx="12470">
                  <c:v>64.127200000000002</c:v>
                </c:pt>
                <c:pt idx="12471">
                  <c:v>63.901899999999998</c:v>
                </c:pt>
                <c:pt idx="12472">
                  <c:v>63.834400000000002</c:v>
                </c:pt>
                <c:pt idx="12473">
                  <c:v>63.862900000000003</c:v>
                </c:pt>
                <c:pt idx="12474">
                  <c:v>63.522399999999998</c:v>
                </c:pt>
                <c:pt idx="12475">
                  <c:v>62.946199999999997</c:v>
                </c:pt>
                <c:pt idx="12476">
                  <c:v>62.363500000000002</c:v>
                </c:pt>
                <c:pt idx="12477">
                  <c:v>62.359499999999997</c:v>
                </c:pt>
                <c:pt idx="12478">
                  <c:v>62.078600000000002</c:v>
                </c:pt>
                <c:pt idx="12479">
                  <c:v>61.6785</c:v>
                </c:pt>
                <c:pt idx="12480">
                  <c:v>61.576999999999998</c:v>
                </c:pt>
                <c:pt idx="12481">
                  <c:v>61.581600000000002</c:v>
                </c:pt>
                <c:pt idx="12482">
                  <c:v>61.413699999999999</c:v>
                </c:pt>
                <c:pt idx="12483">
                  <c:v>61.397599999999997</c:v>
                </c:pt>
                <c:pt idx="12484">
                  <c:v>62.169800000000002</c:v>
                </c:pt>
                <c:pt idx="12485">
                  <c:v>63.372199999999999</c:v>
                </c:pt>
                <c:pt idx="12486">
                  <c:v>64.629800000000003</c:v>
                </c:pt>
                <c:pt idx="12487">
                  <c:v>66.221100000000007</c:v>
                </c:pt>
                <c:pt idx="12488">
                  <c:v>67.915000000000006</c:v>
                </c:pt>
                <c:pt idx="12489">
                  <c:v>69.099400000000003</c:v>
                </c:pt>
                <c:pt idx="12490">
                  <c:v>69.602500000000006</c:v>
                </c:pt>
                <c:pt idx="12491">
                  <c:v>69.709400000000002</c:v>
                </c:pt>
                <c:pt idx="12492">
                  <c:v>69.997600000000006</c:v>
                </c:pt>
                <c:pt idx="12493">
                  <c:v>70.183899999999994</c:v>
                </c:pt>
                <c:pt idx="12494">
                  <c:v>69.452799999999996</c:v>
                </c:pt>
                <c:pt idx="12495">
                  <c:v>67.236900000000006</c:v>
                </c:pt>
                <c:pt idx="12496">
                  <c:v>64.933800000000005</c:v>
                </c:pt>
                <c:pt idx="12497">
                  <c:v>62.999000000000002</c:v>
                </c:pt>
                <c:pt idx="12498">
                  <c:v>61.3932</c:v>
                </c:pt>
                <c:pt idx="12499">
                  <c:v>60.432400000000001</c:v>
                </c:pt>
                <c:pt idx="12500">
                  <c:v>60.033700000000003</c:v>
                </c:pt>
                <c:pt idx="12501">
                  <c:v>59.871400000000001</c:v>
                </c:pt>
                <c:pt idx="12502">
                  <c:v>59.376100000000001</c:v>
                </c:pt>
                <c:pt idx="12503">
                  <c:v>59.091999999999999</c:v>
                </c:pt>
                <c:pt idx="12504">
                  <c:v>59.019100000000002</c:v>
                </c:pt>
                <c:pt idx="12505">
                  <c:v>58.193100000000001</c:v>
                </c:pt>
                <c:pt idx="12506">
                  <c:v>57.2089</c:v>
                </c:pt>
                <c:pt idx="12507">
                  <c:v>56.675699999999999</c:v>
                </c:pt>
                <c:pt idx="12508">
                  <c:v>56.536799999999999</c:v>
                </c:pt>
                <c:pt idx="12509">
                  <c:v>56.706499999999998</c:v>
                </c:pt>
                <c:pt idx="12510">
                  <c:v>56.654800000000002</c:v>
                </c:pt>
                <c:pt idx="12511">
                  <c:v>56.569099999999999</c:v>
                </c:pt>
                <c:pt idx="12512">
                  <c:v>56.673999999999999</c:v>
                </c:pt>
                <c:pt idx="12513">
                  <c:v>56.975999999999999</c:v>
                </c:pt>
                <c:pt idx="12514">
                  <c:v>56.765799999999999</c:v>
                </c:pt>
                <c:pt idx="12515">
                  <c:v>56.365699999999997</c:v>
                </c:pt>
                <c:pt idx="12516">
                  <c:v>55.948099999999997</c:v>
                </c:pt>
                <c:pt idx="12517">
                  <c:v>55.7423</c:v>
                </c:pt>
                <c:pt idx="12518">
                  <c:v>55.350999999999999</c:v>
                </c:pt>
                <c:pt idx="12519">
                  <c:v>54.998899999999999</c:v>
                </c:pt>
                <c:pt idx="12520">
                  <c:v>54.849800000000002</c:v>
                </c:pt>
                <c:pt idx="12521">
                  <c:v>54.701500000000003</c:v>
                </c:pt>
                <c:pt idx="12522">
                  <c:v>54.808999999999997</c:v>
                </c:pt>
                <c:pt idx="12523">
                  <c:v>55.216500000000003</c:v>
                </c:pt>
                <c:pt idx="12524">
                  <c:v>55.381</c:v>
                </c:pt>
                <c:pt idx="12525">
                  <c:v>55.288400000000003</c:v>
                </c:pt>
                <c:pt idx="12526">
                  <c:v>54.755000000000003</c:v>
                </c:pt>
                <c:pt idx="12527">
                  <c:v>54.015900000000002</c:v>
                </c:pt>
                <c:pt idx="12528">
                  <c:v>53.659799999999997</c:v>
                </c:pt>
                <c:pt idx="12529">
                  <c:v>53.299100000000003</c:v>
                </c:pt>
                <c:pt idx="12530">
                  <c:v>52.847499999999997</c:v>
                </c:pt>
                <c:pt idx="12531">
                  <c:v>52.134300000000003</c:v>
                </c:pt>
                <c:pt idx="12532">
                  <c:v>51.776600000000002</c:v>
                </c:pt>
                <c:pt idx="12533">
                  <c:v>51.559800000000003</c:v>
                </c:pt>
                <c:pt idx="12534">
                  <c:v>51.338000000000001</c:v>
                </c:pt>
                <c:pt idx="12535">
                  <c:v>50.8902</c:v>
                </c:pt>
                <c:pt idx="12536">
                  <c:v>50.2986</c:v>
                </c:pt>
                <c:pt idx="12537">
                  <c:v>49.875100000000003</c:v>
                </c:pt>
                <c:pt idx="12538">
                  <c:v>50.123100000000001</c:v>
                </c:pt>
                <c:pt idx="12539">
                  <c:v>50.608499999999999</c:v>
                </c:pt>
                <c:pt idx="12540">
                  <c:v>50.534799999999997</c:v>
                </c:pt>
                <c:pt idx="12541">
                  <c:v>50.613199999999999</c:v>
                </c:pt>
                <c:pt idx="12542">
                  <c:v>50.690600000000003</c:v>
                </c:pt>
                <c:pt idx="12543">
                  <c:v>50.535600000000002</c:v>
                </c:pt>
                <c:pt idx="12544">
                  <c:v>50.335700000000003</c:v>
                </c:pt>
                <c:pt idx="12545">
                  <c:v>50.185200000000002</c:v>
                </c:pt>
                <c:pt idx="12546">
                  <c:v>50.401000000000003</c:v>
                </c:pt>
                <c:pt idx="12547">
                  <c:v>50.290399999999998</c:v>
                </c:pt>
                <c:pt idx="12548">
                  <c:v>50.028399999999998</c:v>
                </c:pt>
                <c:pt idx="12549">
                  <c:v>49.9604</c:v>
                </c:pt>
                <c:pt idx="12550">
                  <c:v>49.958399999999997</c:v>
                </c:pt>
                <c:pt idx="12551">
                  <c:v>50.175800000000002</c:v>
                </c:pt>
                <c:pt idx="12552">
                  <c:v>50.426900000000003</c:v>
                </c:pt>
                <c:pt idx="12553">
                  <c:v>50.441499999999998</c:v>
                </c:pt>
                <c:pt idx="12554">
                  <c:v>50.280900000000003</c:v>
                </c:pt>
                <c:pt idx="12555">
                  <c:v>49.893999999999998</c:v>
                </c:pt>
                <c:pt idx="12556">
                  <c:v>49.764200000000002</c:v>
                </c:pt>
                <c:pt idx="12557">
                  <c:v>49.838000000000001</c:v>
                </c:pt>
                <c:pt idx="12558">
                  <c:v>49.547199999999997</c:v>
                </c:pt>
                <c:pt idx="12559">
                  <c:v>49.532299999999999</c:v>
                </c:pt>
                <c:pt idx="12560">
                  <c:v>49.693899999999999</c:v>
                </c:pt>
                <c:pt idx="12561">
                  <c:v>49.8264</c:v>
                </c:pt>
                <c:pt idx="12562">
                  <c:v>50.052599999999998</c:v>
                </c:pt>
                <c:pt idx="12563">
                  <c:v>50.361199999999997</c:v>
                </c:pt>
                <c:pt idx="12564">
                  <c:v>50.305599999999998</c:v>
                </c:pt>
                <c:pt idx="12565">
                  <c:v>49.922699999999999</c:v>
                </c:pt>
                <c:pt idx="12566">
                  <c:v>49.9664</c:v>
                </c:pt>
                <c:pt idx="12567">
                  <c:v>50.074199999999998</c:v>
                </c:pt>
                <c:pt idx="12568">
                  <c:v>49.846600000000002</c:v>
                </c:pt>
                <c:pt idx="12569">
                  <c:v>49.840299999999999</c:v>
                </c:pt>
                <c:pt idx="12570">
                  <c:v>50.206600000000002</c:v>
                </c:pt>
                <c:pt idx="12571">
                  <c:v>50.488199999999999</c:v>
                </c:pt>
                <c:pt idx="12572">
                  <c:v>50.829000000000001</c:v>
                </c:pt>
                <c:pt idx="12573">
                  <c:v>51.066800000000001</c:v>
                </c:pt>
                <c:pt idx="12574">
                  <c:v>51.215400000000002</c:v>
                </c:pt>
                <c:pt idx="12575">
                  <c:v>51.247500000000002</c:v>
                </c:pt>
                <c:pt idx="12576">
                  <c:v>51.304600000000001</c:v>
                </c:pt>
                <c:pt idx="12577">
                  <c:v>51.565600000000003</c:v>
                </c:pt>
                <c:pt idx="12578">
                  <c:v>51.926299999999998</c:v>
                </c:pt>
                <c:pt idx="12579">
                  <c:v>52.0687</c:v>
                </c:pt>
                <c:pt idx="12580">
                  <c:v>52.349299999999999</c:v>
                </c:pt>
                <c:pt idx="12581">
                  <c:v>52.219700000000003</c:v>
                </c:pt>
                <c:pt idx="12582">
                  <c:v>51.839599999999997</c:v>
                </c:pt>
                <c:pt idx="12583">
                  <c:v>51.710900000000002</c:v>
                </c:pt>
                <c:pt idx="12584">
                  <c:v>51.968000000000004</c:v>
                </c:pt>
                <c:pt idx="12585">
                  <c:v>52.431699999999999</c:v>
                </c:pt>
                <c:pt idx="12586">
                  <c:v>52.466200000000001</c:v>
                </c:pt>
                <c:pt idx="12587">
                  <c:v>52.408200000000001</c:v>
                </c:pt>
                <c:pt idx="12588">
                  <c:v>52.954799999999999</c:v>
                </c:pt>
                <c:pt idx="12589">
                  <c:v>53.285200000000003</c:v>
                </c:pt>
                <c:pt idx="12590">
                  <c:v>53.130400000000002</c:v>
                </c:pt>
                <c:pt idx="12591">
                  <c:v>53.0443</c:v>
                </c:pt>
                <c:pt idx="12592">
                  <c:v>52.767699999999998</c:v>
                </c:pt>
                <c:pt idx="12593">
                  <c:v>52.648099999999999</c:v>
                </c:pt>
                <c:pt idx="12594">
                  <c:v>52.919499999999999</c:v>
                </c:pt>
                <c:pt idx="12595">
                  <c:v>52.7027</c:v>
                </c:pt>
                <c:pt idx="12596">
                  <c:v>52.368000000000002</c:v>
                </c:pt>
                <c:pt idx="12597">
                  <c:v>52.1907</c:v>
                </c:pt>
                <c:pt idx="12598">
                  <c:v>52.143300000000004</c:v>
                </c:pt>
                <c:pt idx="12599">
                  <c:v>52.278799999999997</c:v>
                </c:pt>
                <c:pt idx="12600">
                  <c:v>52.697200000000002</c:v>
                </c:pt>
                <c:pt idx="12601">
                  <c:v>53.0657</c:v>
                </c:pt>
                <c:pt idx="12602">
                  <c:v>53.4208</c:v>
                </c:pt>
                <c:pt idx="12603">
                  <c:v>53.943899999999999</c:v>
                </c:pt>
                <c:pt idx="12604">
                  <c:v>54.4465</c:v>
                </c:pt>
                <c:pt idx="12605">
                  <c:v>54.391199999999998</c:v>
                </c:pt>
                <c:pt idx="12606">
                  <c:v>54.3645</c:v>
                </c:pt>
                <c:pt idx="12607">
                  <c:v>54.810899999999997</c:v>
                </c:pt>
                <c:pt idx="12608">
                  <c:v>55.5319</c:v>
                </c:pt>
                <c:pt idx="12609">
                  <c:v>56.304499999999997</c:v>
                </c:pt>
                <c:pt idx="12610">
                  <c:v>56.918900000000001</c:v>
                </c:pt>
                <c:pt idx="12611">
                  <c:v>57.473700000000001</c:v>
                </c:pt>
                <c:pt idx="12612">
                  <c:v>57.624299999999998</c:v>
                </c:pt>
                <c:pt idx="12613">
                  <c:v>58.027299999999997</c:v>
                </c:pt>
                <c:pt idx="12614">
                  <c:v>58.580100000000002</c:v>
                </c:pt>
                <c:pt idx="12615">
                  <c:v>58.790399999999998</c:v>
                </c:pt>
                <c:pt idx="12616">
                  <c:v>59.164900000000003</c:v>
                </c:pt>
                <c:pt idx="12617">
                  <c:v>59.064500000000002</c:v>
                </c:pt>
                <c:pt idx="12618">
                  <c:v>58.792900000000003</c:v>
                </c:pt>
                <c:pt idx="12619">
                  <c:v>58.938000000000002</c:v>
                </c:pt>
                <c:pt idx="12620">
                  <c:v>59.409500000000001</c:v>
                </c:pt>
                <c:pt idx="12621">
                  <c:v>59.410800000000002</c:v>
                </c:pt>
                <c:pt idx="12622">
                  <c:v>58.962200000000003</c:v>
                </c:pt>
                <c:pt idx="12623">
                  <c:v>58.869900000000001</c:v>
                </c:pt>
                <c:pt idx="12624">
                  <c:v>59.195300000000003</c:v>
                </c:pt>
                <c:pt idx="12625">
                  <c:v>59.503100000000003</c:v>
                </c:pt>
                <c:pt idx="12626">
                  <c:v>60.077100000000002</c:v>
                </c:pt>
                <c:pt idx="12627">
                  <c:v>60.530799999999999</c:v>
                </c:pt>
                <c:pt idx="12628">
                  <c:v>60.405099999999997</c:v>
                </c:pt>
                <c:pt idx="12629">
                  <c:v>60.437800000000003</c:v>
                </c:pt>
                <c:pt idx="12630">
                  <c:v>60.670900000000003</c:v>
                </c:pt>
                <c:pt idx="12631">
                  <c:v>61.047899999999998</c:v>
                </c:pt>
                <c:pt idx="12632">
                  <c:v>61.185600000000001</c:v>
                </c:pt>
                <c:pt idx="12633">
                  <c:v>60.965400000000002</c:v>
                </c:pt>
                <c:pt idx="12634">
                  <c:v>60.774999999999999</c:v>
                </c:pt>
                <c:pt idx="12635">
                  <c:v>60.760599999999997</c:v>
                </c:pt>
                <c:pt idx="12636">
                  <c:v>60.824399999999997</c:v>
                </c:pt>
                <c:pt idx="12637">
                  <c:v>61.036799999999999</c:v>
                </c:pt>
                <c:pt idx="12638">
                  <c:v>61.265500000000003</c:v>
                </c:pt>
                <c:pt idx="12639">
                  <c:v>61.6768</c:v>
                </c:pt>
                <c:pt idx="12640">
                  <c:v>62.383400000000002</c:v>
                </c:pt>
                <c:pt idx="12641">
                  <c:v>62.976999999999997</c:v>
                </c:pt>
                <c:pt idx="12642">
                  <c:v>63.244399999999999</c:v>
                </c:pt>
                <c:pt idx="12643">
                  <c:v>63.6539</c:v>
                </c:pt>
                <c:pt idx="12644">
                  <c:v>64.136700000000005</c:v>
                </c:pt>
                <c:pt idx="12645">
                  <c:v>64.320400000000006</c:v>
                </c:pt>
                <c:pt idx="12646">
                  <c:v>64.773499999999999</c:v>
                </c:pt>
                <c:pt idx="12647">
                  <c:v>65.297200000000004</c:v>
                </c:pt>
                <c:pt idx="12648">
                  <c:v>65.738399999999999</c:v>
                </c:pt>
                <c:pt idx="12649">
                  <c:v>66.054199999999994</c:v>
                </c:pt>
                <c:pt idx="12650">
                  <c:v>66.601299999999995</c:v>
                </c:pt>
                <c:pt idx="12651">
                  <c:v>67.299599999999998</c:v>
                </c:pt>
                <c:pt idx="12652">
                  <c:v>67.914400000000001</c:v>
                </c:pt>
                <c:pt idx="12653">
                  <c:v>68.443600000000004</c:v>
                </c:pt>
                <c:pt idx="12654">
                  <c:v>69.029899999999998</c:v>
                </c:pt>
                <c:pt idx="12655">
                  <c:v>69.715900000000005</c:v>
                </c:pt>
                <c:pt idx="12656">
                  <c:v>70.072000000000003</c:v>
                </c:pt>
                <c:pt idx="12657">
                  <c:v>70.379000000000005</c:v>
                </c:pt>
                <c:pt idx="12658">
                  <c:v>70.660700000000006</c:v>
                </c:pt>
                <c:pt idx="12659">
                  <c:v>71.375399999999999</c:v>
                </c:pt>
                <c:pt idx="12660">
                  <c:v>72.183899999999994</c:v>
                </c:pt>
                <c:pt idx="12661">
                  <c:v>72.875699999999995</c:v>
                </c:pt>
                <c:pt idx="12662">
                  <c:v>73.310699999999997</c:v>
                </c:pt>
                <c:pt idx="12663">
                  <c:v>73.730900000000005</c:v>
                </c:pt>
                <c:pt idx="12664">
                  <c:v>74.423699999999997</c:v>
                </c:pt>
                <c:pt idx="12665">
                  <c:v>75.418099999999995</c:v>
                </c:pt>
                <c:pt idx="12666">
                  <c:v>76.793099999999995</c:v>
                </c:pt>
                <c:pt idx="12667">
                  <c:v>77.995800000000003</c:v>
                </c:pt>
                <c:pt idx="12668">
                  <c:v>79.066299999999998</c:v>
                </c:pt>
                <c:pt idx="12669">
                  <c:v>80.061800000000005</c:v>
                </c:pt>
                <c:pt idx="12670">
                  <c:v>81.095299999999995</c:v>
                </c:pt>
                <c:pt idx="12671">
                  <c:v>82.643900000000002</c:v>
                </c:pt>
                <c:pt idx="12672">
                  <c:v>84.227000000000004</c:v>
                </c:pt>
                <c:pt idx="12673">
                  <c:v>85.729799999999997</c:v>
                </c:pt>
                <c:pt idx="12674">
                  <c:v>87.320999999999998</c:v>
                </c:pt>
                <c:pt idx="12675">
                  <c:v>89.825500000000005</c:v>
                </c:pt>
                <c:pt idx="12676">
                  <c:v>92.852199999999996</c:v>
                </c:pt>
                <c:pt idx="12677">
                  <c:v>95.482600000000005</c:v>
                </c:pt>
                <c:pt idx="12678">
                  <c:v>97.978800000000007</c:v>
                </c:pt>
                <c:pt idx="12679">
                  <c:v>100.498</c:v>
                </c:pt>
                <c:pt idx="12680">
                  <c:v>102.68300000000001</c:v>
                </c:pt>
                <c:pt idx="12681">
                  <c:v>104.31</c:v>
                </c:pt>
                <c:pt idx="12682">
                  <c:v>105.16500000000001</c:v>
                </c:pt>
                <c:pt idx="12683">
                  <c:v>106.08799999999999</c:v>
                </c:pt>
                <c:pt idx="12684">
                  <c:v>107.357</c:v>
                </c:pt>
                <c:pt idx="12685">
                  <c:v>108.42400000000001</c:v>
                </c:pt>
                <c:pt idx="12686">
                  <c:v>109.137</c:v>
                </c:pt>
                <c:pt idx="12687">
                  <c:v>109.892</c:v>
                </c:pt>
                <c:pt idx="12688">
                  <c:v>110.363</c:v>
                </c:pt>
                <c:pt idx="12689">
                  <c:v>110.904</c:v>
                </c:pt>
                <c:pt idx="12690">
                  <c:v>112.08</c:v>
                </c:pt>
                <c:pt idx="12691">
                  <c:v>113.348</c:v>
                </c:pt>
                <c:pt idx="12692">
                  <c:v>115.18</c:v>
                </c:pt>
                <c:pt idx="12693">
                  <c:v>117.71599999999999</c:v>
                </c:pt>
                <c:pt idx="12694">
                  <c:v>120.464</c:v>
                </c:pt>
                <c:pt idx="12695">
                  <c:v>122.938</c:v>
                </c:pt>
                <c:pt idx="12696">
                  <c:v>125.223</c:v>
                </c:pt>
                <c:pt idx="12697">
                  <c:v>127.358</c:v>
                </c:pt>
                <c:pt idx="12698">
                  <c:v>129.43899999999999</c:v>
                </c:pt>
                <c:pt idx="12699">
                  <c:v>132.327</c:v>
                </c:pt>
                <c:pt idx="12700">
                  <c:v>136.036</c:v>
                </c:pt>
                <c:pt idx="12701">
                  <c:v>139.89099999999999</c:v>
                </c:pt>
                <c:pt idx="12702">
                  <c:v>143.57599999999999</c:v>
                </c:pt>
                <c:pt idx="12703">
                  <c:v>147.184</c:v>
                </c:pt>
                <c:pt idx="12704">
                  <c:v>150.71899999999999</c:v>
                </c:pt>
                <c:pt idx="12705">
                  <c:v>153.184</c:v>
                </c:pt>
                <c:pt idx="12706">
                  <c:v>153.96600000000001</c:v>
                </c:pt>
                <c:pt idx="12707">
                  <c:v>152.58799999999999</c:v>
                </c:pt>
                <c:pt idx="12708">
                  <c:v>150.28299999999999</c:v>
                </c:pt>
                <c:pt idx="12709">
                  <c:v>148.96899999999999</c:v>
                </c:pt>
                <c:pt idx="12710">
                  <c:v>149.084</c:v>
                </c:pt>
                <c:pt idx="12711">
                  <c:v>150.42699999999999</c:v>
                </c:pt>
                <c:pt idx="12712">
                  <c:v>152.61699999999999</c:v>
                </c:pt>
                <c:pt idx="12713">
                  <c:v>156.09</c:v>
                </c:pt>
                <c:pt idx="12714">
                  <c:v>160.62</c:v>
                </c:pt>
                <c:pt idx="12715">
                  <c:v>165.42599999999999</c:v>
                </c:pt>
                <c:pt idx="12716">
                  <c:v>170.82400000000001</c:v>
                </c:pt>
                <c:pt idx="12717">
                  <c:v>177.065</c:v>
                </c:pt>
                <c:pt idx="12718">
                  <c:v>183.87100000000001</c:v>
                </c:pt>
                <c:pt idx="12719">
                  <c:v>191.74100000000001</c:v>
                </c:pt>
                <c:pt idx="12720">
                  <c:v>200.53</c:v>
                </c:pt>
                <c:pt idx="12721">
                  <c:v>210.51</c:v>
                </c:pt>
                <c:pt idx="12722">
                  <c:v>222.125</c:v>
                </c:pt>
                <c:pt idx="12723">
                  <c:v>235.21700000000001</c:v>
                </c:pt>
                <c:pt idx="12724">
                  <c:v>249.14099999999999</c:v>
                </c:pt>
                <c:pt idx="12725">
                  <c:v>264.08999999999997</c:v>
                </c:pt>
                <c:pt idx="12726">
                  <c:v>280.709</c:v>
                </c:pt>
                <c:pt idx="12727">
                  <c:v>298.73899999999998</c:v>
                </c:pt>
                <c:pt idx="12728">
                  <c:v>316.89999999999998</c:v>
                </c:pt>
                <c:pt idx="12729">
                  <c:v>332.96300000000002</c:v>
                </c:pt>
                <c:pt idx="12730">
                  <c:v>346.37099999999998</c:v>
                </c:pt>
                <c:pt idx="12731">
                  <c:v>359.55900000000003</c:v>
                </c:pt>
                <c:pt idx="12732">
                  <c:v>374.58600000000001</c:v>
                </c:pt>
                <c:pt idx="12733">
                  <c:v>391.73200000000003</c:v>
                </c:pt>
                <c:pt idx="12734">
                  <c:v>408.53699999999998</c:v>
                </c:pt>
                <c:pt idx="12735">
                  <c:v>423.142</c:v>
                </c:pt>
                <c:pt idx="12736">
                  <c:v>436.76799999999997</c:v>
                </c:pt>
                <c:pt idx="12737">
                  <c:v>453.32400000000001</c:v>
                </c:pt>
                <c:pt idx="12738">
                  <c:v>478.14100000000002</c:v>
                </c:pt>
                <c:pt idx="12739">
                  <c:v>514.24199999999996</c:v>
                </c:pt>
                <c:pt idx="12740">
                  <c:v>561.99</c:v>
                </c:pt>
                <c:pt idx="12741">
                  <c:v>620.15599999999995</c:v>
                </c:pt>
                <c:pt idx="12742">
                  <c:v>687.77300000000002</c:v>
                </c:pt>
                <c:pt idx="12743">
                  <c:v>766.31100000000004</c:v>
                </c:pt>
                <c:pt idx="12744">
                  <c:v>854.51400000000001</c:v>
                </c:pt>
                <c:pt idx="12745">
                  <c:v>946.07399999999996</c:v>
                </c:pt>
                <c:pt idx="12746">
                  <c:v>1030.52</c:v>
                </c:pt>
                <c:pt idx="12747">
                  <c:v>1106.07</c:v>
                </c:pt>
                <c:pt idx="12748">
                  <c:v>1174.3800000000001</c:v>
                </c:pt>
                <c:pt idx="12749">
                  <c:v>1224.6300000000001</c:v>
                </c:pt>
                <c:pt idx="12750">
                  <c:v>1237.21</c:v>
                </c:pt>
                <c:pt idx="12751">
                  <c:v>1194.8599999999999</c:v>
                </c:pt>
                <c:pt idx="12752">
                  <c:v>1110.26</c:v>
                </c:pt>
                <c:pt idx="12753">
                  <c:v>1021.22</c:v>
                </c:pt>
                <c:pt idx="12754">
                  <c:v>951.38900000000001</c:v>
                </c:pt>
                <c:pt idx="12755">
                  <c:v>900.43200000000002</c:v>
                </c:pt>
                <c:pt idx="12756">
                  <c:v>855.49900000000002</c:v>
                </c:pt>
                <c:pt idx="12757">
                  <c:v>806.69500000000005</c:v>
                </c:pt>
                <c:pt idx="12758">
                  <c:v>757.87099999999998</c:v>
                </c:pt>
                <c:pt idx="12759">
                  <c:v>719.76900000000001</c:v>
                </c:pt>
                <c:pt idx="12760">
                  <c:v>698.76099999999997</c:v>
                </c:pt>
                <c:pt idx="12761">
                  <c:v>694.64599999999996</c:v>
                </c:pt>
                <c:pt idx="12762">
                  <c:v>704.94100000000003</c:v>
                </c:pt>
                <c:pt idx="12763">
                  <c:v>724.86800000000005</c:v>
                </c:pt>
                <c:pt idx="12764">
                  <c:v>750.94399999999996</c:v>
                </c:pt>
                <c:pt idx="12765">
                  <c:v>782.05799999999999</c:v>
                </c:pt>
                <c:pt idx="12766">
                  <c:v>816.47699999999998</c:v>
                </c:pt>
                <c:pt idx="12767">
                  <c:v>849.58199999999999</c:v>
                </c:pt>
                <c:pt idx="12768">
                  <c:v>875.01099999999997</c:v>
                </c:pt>
                <c:pt idx="12769">
                  <c:v>890.57899999999995</c:v>
                </c:pt>
                <c:pt idx="12770">
                  <c:v>900.86800000000005</c:v>
                </c:pt>
                <c:pt idx="12771">
                  <c:v>912.77800000000002</c:v>
                </c:pt>
                <c:pt idx="12772">
                  <c:v>928.072</c:v>
                </c:pt>
                <c:pt idx="12773">
                  <c:v>945.10799999999995</c:v>
                </c:pt>
                <c:pt idx="12774">
                  <c:v>958.19</c:v>
                </c:pt>
                <c:pt idx="12775">
                  <c:v>959.32600000000002</c:v>
                </c:pt>
                <c:pt idx="12776">
                  <c:v>944.19200000000001</c:v>
                </c:pt>
                <c:pt idx="12777">
                  <c:v>916.90099999999995</c:v>
                </c:pt>
                <c:pt idx="12778">
                  <c:v>891.74</c:v>
                </c:pt>
                <c:pt idx="12779">
                  <c:v>880.10299999999995</c:v>
                </c:pt>
                <c:pt idx="12780">
                  <c:v>882.14400000000001</c:v>
                </c:pt>
                <c:pt idx="12781">
                  <c:v>889.51</c:v>
                </c:pt>
                <c:pt idx="12782">
                  <c:v>892.93399999999997</c:v>
                </c:pt>
                <c:pt idx="12783">
                  <c:v>890.31</c:v>
                </c:pt>
                <c:pt idx="12784">
                  <c:v>887.77200000000005</c:v>
                </c:pt>
                <c:pt idx="12785">
                  <c:v>891.46</c:v>
                </c:pt>
                <c:pt idx="12786">
                  <c:v>898.93700000000001</c:v>
                </c:pt>
                <c:pt idx="12787">
                  <c:v>897.20100000000002</c:v>
                </c:pt>
                <c:pt idx="12788">
                  <c:v>870.39499999999998</c:v>
                </c:pt>
                <c:pt idx="12789">
                  <c:v>820.99099999999999</c:v>
                </c:pt>
                <c:pt idx="12790">
                  <c:v>768.03200000000004</c:v>
                </c:pt>
                <c:pt idx="12791">
                  <c:v>723.86400000000003</c:v>
                </c:pt>
                <c:pt idx="12792">
                  <c:v>686.86500000000001</c:v>
                </c:pt>
                <c:pt idx="12793">
                  <c:v>651.16800000000001</c:v>
                </c:pt>
                <c:pt idx="12794">
                  <c:v>617.98099999999999</c:v>
                </c:pt>
                <c:pt idx="12795">
                  <c:v>592.73299999999995</c:v>
                </c:pt>
                <c:pt idx="12796">
                  <c:v>577.24300000000005</c:v>
                </c:pt>
                <c:pt idx="12797">
                  <c:v>570.125</c:v>
                </c:pt>
                <c:pt idx="12798">
                  <c:v>569.07500000000005</c:v>
                </c:pt>
                <c:pt idx="12799">
                  <c:v>571.59100000000001</c:v>
                </c:pt>
                <c:pt idx="12800">
                  <c:v>575.14300000000003</c:v>
                </c:pt>
                <c:pt idx="12801">
                  <c:v>582.13800000000003</c:v>
                </c:pt>
                <c:pt idx="12802">
                  <c:v>599.04999999999995</c:v>
                </c:pt>
                <c:pt idx="12803">
                  <c:v>630.57799999999997</c:v>
                </c:pt>
                <c:pt idx="12804">
                  <c:v>677.83299999999997</c:v>
                </c:pt>
                <c:pt idx="12805">
                  <c:v>739.72299999999996</c:v>
                </c:pt>
                <c:pt idx="12806">
                  <c:v>811.71500000000003</c:v>
                </c:pt>
                <c:pt idx="12807">
                  <c:v>885.64200000000005</c:v>
                </c:pt>
                <c:pt idx="12808">
                  <c:v>953.80100000000004</c:v>
                </c:pt>
                <c:pt idx="12809">
                  <c:v>1015.34</c:v>
                </c:pt>
                <c:pt idx="12810">
                  <c:v>1067.51</c:v>
                </c:pt>
                <c:pt idx="12811">
                  <c:v>1095.05</c:v>
                </c:pt>
                <c:pt idx="12812">
                  <c:v>1082.25</c:v>
                </c:pt>
                <c:pt idx="12813">
                  <c:v>1028.79</c:v>
                </c:pt>
                <c:pt idx="12814">
                  <c:v>954.15</c:v>
                </c:pt>
                <c:pt idx="12815">
                  <c:v>878.36099999999999</c:v>
                </c:pt>
                <c:pt idx="12816">
                  <c:v>804.97</c:v>
                </c:pt>
                <c:pt idx="12817">
                  <c:v>733.96400000000006</c:v>
                </c:pt>
                <c:pt idx="12818">
                  <c:v>676.69500000000005</c:v>
                </c:pt>
                <c:pt idx="12819">
                  <c:v>643.53899999999999</c:v>
                </c:pt>
                <c:pt idx="12820">
                  <c:v>635.37199999999996</c:v>
                </c:pt>
                <c:pt idx="12821">
                  <c:v>648.69600000000003</c:v>
                </c:pt>
                <c:pt idx="12822">
                  <c:v>679.41399999999999</c:v>
                </c:pt>
                <c:pt idx="12823">
                  <c:v>719.73099999999999</c:v>
                </c:pt>
                <c:pt idx="12824">
                  <c:v>757.50699999999995</c:v>
                </c:pt>
                <c:pt idx="12825">
                  <c:v>789.495</c:v>
                </c:pt>
                <c:pt idx="12826">
                  <c:v>818.15499999999997</c:v>
                </c:pt>
                <c:pt idx="12827">
                  <c:v>837.59400000000005</c:v>
                </c:pt>
                <c:pt idx="12828">
                  <c:v>832.91700000000003</c:v>
                </c:pt>
                <c:pt idx="12829">
                  <c:v>786.78300000000002</c:v>
                </c:pt>
                <c:pt idx="12830">
                  <c:v>705.029</c:v>
                </c:pt>
                <c:pt idx="12831">
                  <c:v>615.45299999999997</c:v>
                </c:pt>
                <c:pt idx="12832">
                  <c:v>535.71400000000006</c:v>
                </c:pt>
                <c:pt idx="12833">
                  <c:v>468.55</c:v>
                </c:pt>
                <c:pt idx="12834">
                  <c:v>412.572</c:v>
                </c:pt>
                <c:pt idx="12835">
                  <c:v>365.40600000000001</c:v>
                </c:pt>
                <c:pt idx="12836">
                  <c:v>326.11500000000001</c:v>
                </c:pt>
                <c:pt idx="12837">
                  <c:v>294.80599999999998</c:v>
                </c:pt>
                <c:pt idx="12838">
                  <c:v>270.18900000000002</c:v>
                </c:pt>
                <c:pt idx="12839">
                  <c:v>250.423</c:v>
                </c:pt>
                <c:pt idx="12840">
                  <c:v>233.64099999999999</c:v>
                </c:pt>
                <c:pt idx="12841">
                  <c:v>218.30600000000001</c:v>
                </c:pt>
                <c:pt idx="12842">
                  <c:v>204.452</c:v>
                </c:pt>
                <c:pt idx="12843">
                  <c:v>192.50200000000001</c:v>
                </c:pt>
                <c:pt idx="12844">
                  <c:v>181.77</c:v>
                </c:pt>
                <c:pt idx="12845">
                  <c:v>172.376</c:v>
                </c:pt>
                <c:pt idx="12846">
                  <c:v>164.578</c:v>
                </c:pt>
                <c:pt idx="12847">
                  <c:v>158.80799999999999</c:v>
                </c:pt>
                <c:pt idx="12848">
                  <c:v>154.86000000000001</c:v>
                </c:pt>
                <c:pt idx="12849">
                  <c:v>152.63399999999999</c:v>
                </c:pt>
                <c:pt idx="12850">
                  <c:v>152.09200000000001</c:v>
                </c:pt>
                <c:pt idx="12851">
                  <c:v>152.58000000000001</c:v>
                </c:pt>
                <c:pt idx="12852">
                  <c:v>153.226</c:v>
                </c:pt>
                <c:pt idx="12853">
                  <c:v>153.15100000000001</c:v>
                </c:pt>
                <c:pt idx="12854">
                  <c:v>152.31100000000001</c:v>
                </c:pt>
                <c:pt idx="12855">
                  <c:v>151.07</c:v>
                </c:pt>
                <c:pt idx="12856">
                  <c:v>148.964</c:v>
                </c:pt>
                <c:pt idx="12857">
                  <c:v>144.81800000000001</c:v>
                </c:pt>
                <c:pt idx="12858">
                  <c:v>137.76499999999999</c:v>
                </c:pt>
                <c:pt idx="12859">
                  <c:v>129.12</c:v>
                </c:pt>
                <c:pt idx="12860">
                  <c:v>121.367</c:v>
                </c:pt>
                <c:pt idx="12861">
                  <c:v>115.595</c:v>
                </c:pt>
                <c:pt idx="12862">
                  <c:v>111.581</c:v>
                </c:pt>
                <c:pt idx="12863">
                  <c:v>109.051</c:v>
                </c:pt>
                <c:pt idx="12864">
                  <c:v>107.271</c:v>
                </c:pt>
                <c:pt idx="12865">
                  <c:v>106.169</c:v>
                </c:pt>
                <c:pt idx="12866">
                  <c:v>105.73699999999999</c:v>
                </c:pt>
                <c:pt idx="12867">
                  <c:v>105.129</c:v>
                </c:pt>
                <c:pt idx="12868">
                  <c:v>104.197</c:v>
                </c:pt>
                <c:pt idx="12869">
                  <c:v>103.038</c:v>
                </c:pt>
                <c:pt idx="12870">
                  <c:v>101.71599999999999</c:v>
                </c:pt>
                <c:pt idx="12871">
                  <c:v>100.211</c:v>
                </c:pt>
                <c:pt idx="12872">
                  <c:v>98.031599999999997</c:v>
                </c:pt>
                <c:pt idx="12873">
                  <c:v>95.442700000000002</c:v>
                </c:pt>
                <c:pt idx="12874">
                  <c:v>93.524000000000001</c:v>
                </c:pt>
                <c:pt idx="12875">
                  <c:v>92.715800000000002</c:v>
                </c:pt>
                <c:pt idx="12876">
                  <c:v>92.494399999999999</c:v>
                </c:pt>
                <c:pt idx="12877">
                  <c:v>92.764700000000005</c:v>
                </c:pt>
                <c:pt idx="12878">
                  <c:v>93.094999999999999</c:v>
                </c:pt>
                <c:pt idx="12879">
                  <c:v>93.297799999999995</c:v>
                </c:pt>
                <c:pt idx="12880">
                  <c:v>93.426199999999994</c:v>
                </c:pt>
                <c:pt idx="12881">
                  <c:v>93.055999999999997</c:v>
                </c:pt>
                <c:pt idx="12882">
                  <c:v>92.053799999999995</c:v>
                </c:pt>
                <c:pt idx="12883">
                  <c:v>90.885000000000005</c:v>
                </c:pt>
                <c:pt idx="12884">
                  <c:v>90.072100000000006</c:v>
                </c:pt>
                <c:pt idx="12885">
                  <c:v>89.264600000000002</c:v>
                </c:pt>
                <c:pt idx="12886">
                  <c:v>87.694000000000003</c:v>
                </c:pt>
                <c:pt idx="12887">
                  <c:v>85.312600000000003</c:v>
                </c:pt>
                <c:pt idx="12888">
                  <c:v>82.515199999999993</c:v>
                </c:pt>
                <c:pt idx="12889">
                  <c:v>79.575000000000003</c:v>
                </c:pt>
                <c:pt idx="12890">
                  <c:v>76.787099999999995</c:v>
                </c:pt>
                <c:pt idx="12891">
                  <c:v>74.535600000000002</c:v>
                </c:pt>
                <c:pt idx="12892">
                  <c:v>72.625100000000003</c:v>
                </c:pt>
                <c:pt idx="12893">
                  <c:v>70.770700000000005</c:v>
                </c:pt>
                <c:pt idx="12894">
                  <c:v>68.949299999999994</c:v>
                </c:pt>
                <c:pt idx="12895">
                  <c:v>67.0227</c:v>
                </c:pt>
                <c:pt idx="12896">
                  <c:v>65.342799999999997</c:v>
                </c:pt>
                <c:pt idx="12897">
                  <c:v>64.286199999999994</c:v>
                </c:pt>
                <c:pt idx="12898">
                  <c:v>63.711500000000001</c:v>
                </c:pt>
                <c:pt idx="12899">
                  <c:v>63.150300000000001</c:v>
                </c:pt>
                <c:pt idx="12900">
                  <c:v>62.347900000000003</c:v>
                </c:pt>
                <c:pt idx="12901">
                  <c:v>61.5792</c:v>
                </c:pt>
                <c:pt idx="12902">
                  <c:v>61.025700000000001</c:v>
                </c:pt>
                <c:pt idx="12903">
                  <c:v>60.669499999999999</c:v>
                </c:pt>
                <c:pt idx="12904">
                  <c:v>59.908299999999997</c:v>
                </c:pt>
                <c:pt idx="12905">
                  <c:v>58.713000000000001</c:v>
                </c:pt>
                <c:pt idx="12906">
                  <c:v>57.773499999999999</c:v>
                </c:pt>
                <c:pt idx="12907">
                  <c:v>57.254600000000003</c:v>
                </c:pt>
                <c:pt idx="12908">
                  <c:v>56.885800000000003</c:v>
                </c:pt>
                <c:pt idx="12909">
                  <c:v>56.2164</c:v>
                </c:pt>
                <c:pt idx="12910">
                  <c:v>55.719099999999997</c:v>
                </c:pt>
                <c:pt idx="12911">
                  <c:v>55.676200000000001</c:v>
                </c:pt>
                <c:pt idx="12912">
                  <c:v>55.678699999999999</c:v>
                </c:pt>
                <c:pt idx="12913">
                  <c:v>55.582799999999999</c:v>
                </c:pt>
                <c:pt idx="12914">
                  <c:v>55.726399999999998</c:v>
                </c:pt>
                <c:pt idx="12915">
                  <c:v>55.703800000000001</c:v>
                </c:pt>
                <c:pt idx="12916">
                  <c:v>55.365499999999997</c:v>
                </c:pt>
                <c:pt idx="12917">
                  <c:v>54.703099999999999</c:v>
                </c:pt>
                <c:pt idx="12918">
                  <c:v>54.091000000000001</c:v>
                </c:pt>
                <c:pt idx="12919">
                  <c:v>53.970500000000001</c:v>
                </c:pt>
                <c:pt idx="12920">
                  <c:v>53.7712</c:v>
                </c:pt>
                <c:pt idx="12921">
                  <c:v>53.115200000000002</c:v>
                </c:pt>
                <c:pt idx="12922">
                  <c:v>52.558399999999999</c:v>
                </c:pt>
                <c:pt idx="12923">
                  <c:v>51.927399999999999</c:v>
                </c:pt>
                <c:pt idx="12924">
                  <c:v>51.235799999999998</c:v>
                </c:pt>
                <c:pt idx="12925">
                  <c:v>50.551200000000001</c:v>
                </c:pt>
                <c:pt idx="12926">
                  <c:v>49.441899999999997</c:v>
                </c:pt>
                <c:pt idx="12927">
                  <c:v>48.7</c:v>
                </c:pt>
                <c:pt idx="12928">
                  <c:v>48.553100000000001</c:v>
                </c:pt>
                <c:pt idx="12929">
                  <c:v>48.6417</c:v>
                </c:pt>
                <c:pt idx="12930">
                  <c:v>48.572099999999999</c:v>
                </c:pt>
                <c:pt idx="12931">
                  <c:v>48.180999999999997</c:v>
                </c:pt>
                <c:pt idx="12932">
                  <c:v>48.108699999999999</c:v>
                </c:pt>
                <c:pt idx="12933">
                  <c:v>48.012700000000002</c:v>
                </c:pt>
                <c:pt idx="12934">
                  <c:v>47.557000000000002</c:v>
                </c:pt>
                <c:pt idx="12935">
                  <c:v>46.821399999999997</c:v>
                </c:pt>
                <c:pt idx="12936">
                  <c:v>46.070599999999999</c:v>
                </c:pt>
                <c:pt idx="12937">
                  <c:v>45.677999999999997</c:v>
                </c:pt>
                <c:pt idx="12938">
                  <c:v>45.518000000000001</c:v>
                </c:pt>
                <c:pt idx="12939">
                  <c:v>45.530099999999997</c:v>
                </c:pt>
                <c:pt idx="12940">
                  <c:v>45.553699999999999</c:v>
                </c:pt>
                <c:pt idx="12941">
                  <c:v>45.427999999999997</c:v>
                </c:pt>
                <c:pt idx="12942">
                  <c:v>45.207000000000001</c:v>
                </c:pt>
                <c:pt idx="12943">
                  <c:v>45.091900000000003</c:v>
                </c:pt>
                <c:pt idx="12944">
                  <c:v>45.136299999999999</c:v>
                </c:pt>
                <c:pt idx="12945">
                  <c:v>45.073500000000003</c:v>
                </c:pt>
                <c:pt idx="12946">
                  <c:v>45.338200000000001</c:v>
                </c:pt>
                <c:pt idx="12947">
                  <c:v>45.604900000000001</c:v>
                </c:pt>
                <c:pt idx="12948">
                  <c:v>45.805700000000002</c:v>
                </c:pt>
                <c:pt idx="12949">
                  <c:v>46.013199999999998</c:v>
                </c:pt>
                <c:pt idx="12950">
                  <c:v>45.9846</c:v>
                </c:pt>
                <c:pt idx="12951">
                  <c:v>46.031799999999997</c:v>
                </c:pt>
                <c:pt idx="12952">
                  <c:v>46.012</c:v>
                </c:pt>
                <c:pt idx="12953">
                  <c:v>45.7729</c:v>
                </c:pt>
                <c:pt idx="12954">
                  <c:v>45.659799999999997</c:v>
                </c:pt>
                <c:pt idx="12955">
                  <c:v>46.078099999999999</c:v>
                </c:pt>
                <c:pt idx="12956">
                  <c:v>46.593200000000003</c:v>
                </c:pt>
                <c:pt idx="12957">
                  <c:v>47.178100000000001</c:v>
                </c:pt>
                <c:pt idx="12958">
                  <c:v>47.831499999999998</c:v>
                </c:pt>
                <c:pt idx="12959">
                  <c:v>48.439799999999998</c:v>
                </c:pt>
                <c:pt idx="12960">
                  <c:v>49.4039</c:v>
                </c:pt>
                <c:pt idx="12961">
                  <c:v>50.596699999999998</c:v>
                </c:pt>
                <c:pt idx="12962">
                  <c:v>51.676099999999998</c:v>
                </c:pt>
                <c:pt idx="12963">
                  <c:v>52.449800000000003</c:v>
                </c:pt>
                <c:pt idx="12964">
                  <c:v>52.949800000000003</c:v>
                </c:pt>
                <c:pt idx="12965">
                  <c:v>52.950099999999999</c:v>
                </c:pt>
                <c:pt idx="12966">
                  <c:v>52.425699999999999</c:v>
                </c:pt>
                <c:pt idx="12967">
                  <c:v>51.1295</c:v>
                </c:pt>
                <c:pt idx="12968">
                  <c:v>49.557899999999997</c:v>
                </c:pt>
                <c:pt idx="12969">
                  <c:v>48.331200000000003</c:v>
                </c:pt>
                <c:pt idx="12970">
                  <c:v>46.747900000000001</c:v>
                </c:pt>
                <c:pt idx="12971">
                  <c:v>45.056699999999999</c:v>
                </c:pt>
                <c:pt idx="12972">
                  <c:v>44.108400000000003</c:v>
                </c:pt>
                <c:pt idx="12973">
                  <c:v>43.4925</c:v>
                </c:pt>
                <c:pt idx="12974">
                  <c:v>43.013300000000001</c:v>
                </c:pt>
                <c:pt idx="12975">
                  <c:v>42.802</c:v>
                </c:pt>
                <c:pt idx="12976">
                  <c:v>42.683</c:v>
                </c:pt>
                <c:pt idx="12977">
                  <c:v>42.859299999999998</c:v>
                </c:pt>
                <c:pt idx="12978">
                  <c:v>43.081099999999999</c:v>
                </c:pt>
                <c:pt idx="12979">
                  <c:v>42.976999999999997</c:v>
                </c:pt>
                <c:pt idx="12980">
                  <c:v>42.826099999999997</c:v>
                </c:pt>
                <c:pt idx="12981">
                  <c:v>42.486699999999999</c:v>
                </c:pt>
                <c:pt idx="12982">
                  <c:v>42.360900000000001</c:v>
                </c:pt>
                <c:pt idx="12983">
                  <c:v>42.340600000000002</c:v>
                </c:pt>
                <c:pt idx="12984">
                  <c:v>42.217199999999998</c:v>
                </c:pt>
                <c:pt idx="12985">
                  <c:v>42.0381</c:v>
                </c:pt>
                <c:pt idx="12986">
                  <c:v>41.680500000000002</c:v>
                </c:pt>
                <c:pt idx="12987">
                  <c:v>41.087600000000002</c:v>
                </c:pt>
                <c:pt idx="12988">
                  <c:v>40.259</c:v>
                </c:pt>
                <c:pt idx="12989">
                  <c:v>39.103299999999997</c:v>
                </c:pt>
                <c:pt idx="12990">
                  <c:v>37.948399999999999</c:v>
                </c:pt>
                <c:pt idx="12991">
                  <c:v>37.125500000000002</c:v>
                </c:pt>
                <c:pt idx="12992">
                  <c:v>36.493200000000002</c:v>
                </c:pt>
                <c:pt idx="12993">
                  <c:v>35.831699999999998</c:v>
                </c:pt>
                <c:pt idx="12994">
                  <c:v>35.3431</c:v>
                </c:pt>
                <c:pt idx="12995">
                  <c:v>34.798200000000001</c:v>
                </c:pt>
                <c:pt idx="12996">
                  <c:v>34.468000000000004</c:v>
                </c:pt>
                <c:pt idx="12997">
                  <c:v>34.101100000000002</c:v>
                </c:pt>
                <c:pt idx="12998">
                  <c:v>33.590899999999998</c:v>
                </c:pt>
                <c:pt idx="12999">
                  <c:v>33.364800000000002</c:v>
                </c:pt>
                <c:pt idx="13000">
                  <c:v>33.146799999999999</c:v>
                </c:pt>
                <c:pt idx="13001">
                  <c:v>33.082599999999999</c:v>
                </c:pt>
                <c:pt idx="13002">
                  <c:v>33.492800000000003</c:v>
                </c:pt>
                <c:pt idx="13003">
                  <c:v>33.259</c:v>
                </c:pt>
                <c:pt idx="13004">
                  <c:v>32.846699999999998</c:v>
                </c:pt>
                <c:pt idx="13005">
                  <c:v>32.767099999999999</c:v>
                </c:pt>
                <c:pt idx="13006">
                  <c:v>32.942999999999998</c:v>
                </c:pt>
                <c:pt idx="13007">
                  <c:v>32.942900000000002</c:v>
                </c:pt>
                <c:pt idx="13008">
                  <c:v>32.553600000000003</c:v>
                </c:pt>
                <c:pt idx="13009">
                  <c:v>32.4985</c:v>
                </c:pt>
                <c:pt idx="13010">
                  <c:v>32.972200000000001</c:v>
                </c:pt>
                <c:pt idx="13011">
                  <c:v>33.142800000000001</c:v>
                </c:pt>
                <c:pt idx="13012">
                  <c:v>33.206400000000002</c:v>
                </c:pt>
                <c:pt idx="13013">
                  <c:v>33.296100000000003</c:v>
                </c:pt>
                <c:pt idx="13014">
                  <c:v>33.3705</c:v>
                </c:pt>
                <c:pt idx="13015">
                  <c:v>33.668300000000002</c:v>
                </c:pt>
                <c:pt idx="13016">
                  <c:v>34.0259</c:v>
                </c:pt>
                <c:pt idx="13017">
                  <c:v>33.864800000000002</c:v>
                </c:pt>
                <c:pt idx="13018">
                  <c:v>33.438000000000002</c:v>
                </c:pt>
                <c:pt idx="13019">
                  <c:v>33.1496</c:v>
                </c:pt>
                <c:pt idx="13020">
                  <c:v>33.043900000000001</c:v>
                </c:pt>
                <c:pt idx="13021">
                  <c:v>33.217599999999997</c:v>
                </c:pt>
                <c:pt idx="13022">
                  <c:v>33.387700000000002</c:v>
                </c:pt>
                <c:pt idx="13023">
                  <c:v>33.442399999999999</c:v>
                </c:pt>
                <c:pt idx="13024">
                  <c:v>33.452300000000001</c:v>
                </c:pt>
                <c:pt idx="13025">
                  <c:v>33.549199999999999</c:v>
                </c:pt>
                <c:pt idx="13026">
                  <c:v>33.498600000000003</c:v>
                </c:pt>
                <c:pt idx="13027">
                  <c:v>33.677599999999998</c:v>
                </c:pt>
                <c:pt idx="13028">
                  <c:v>34.304000000000002</c:v>
                </c:pt>
                <c:pt idx="13029">
                  <c:v>35.269199999999998</c:v>
                </c:pt>
                <c:pt idx="13030">
                  <c:v>36.072299999999998</c:v>
                </c:pt>
                <c:pt idx="13031">
                  <c:v>36.205199999999998</c:v>
                </c:pt>
                <c:pt idx="13032">
                  <c:v>36.068300000000001</c:v>
                </c:pt>
                <c:pt idx="13033">
                  <c:v>35.872799999999998</c:v>
                </c:pt>
                <c:pt idx="13034">
                  <c:v>35.900199999999998</c:v>
                </c:pt>
                <c:pt idx="13035">
                  <c:v>35.556899999999999</c:v>
                </c:pt>
                <c:pt idx="13036">
                  <c:v>34.8001</c:v>
                </c:pt>
                <c:pt idx="13037">
                  <c:v>34.001800000000003</c:v>
                </c:pt>
                <c:pt idx="13038">
                  <c:v>33.226399999999998</c:v>
                </c:pt>
                <c:pt idx="13039">
                  <c:v>32.631399999999999</c:v>
                </c:pt>
                <c:pt idx="13040">
                  <c:v>32.067500000000003</c:v>
                </c:pt>
                <c:pt idx="13041">
                  <c:v>31.462700000000002</c:v>
                </c:pt>
                <c:pt idx="13042">
                  <c:v>31.364100000000001</c:v>
                </c:pt>
                <c:pt idx="13043">
                  <c:v>31.715699999999998</c:v>
                </c:pt>
                <c:pt idx="13044">
                  <c:v>31.6797</c:v>
                </c:pt>
                <c:pt idx="13045">
                  <c:v>31.308800000000002</c:v>
                </c:pt>
                <c:pt idx="13046">
                  <c:v>30.6629</c:v>
                </c:pt>
                <c:pt idx="13047">
                  <c:v>30.087</c:v>
                </c:pt>
                <c:pt idx="13048">
                  <c:v>29.6052</c:v>
                </c:pt>
                <c:pt idx="13049">
                  <c:v>29.438300000000002</c:v>
                </c:pt>
                <c:pt idx="13050">
                  <c:v>29.5364</c:v>
                </c:pt>
                <c:pt idx="13051">
                  <c:v>29.508700000000001</c:v>
                </c:pt>
                <c:pt idx="13052">
                  <c:v>29.383800000000001</c:v>
                </c:pt>
                <c:pt idx="13053">
                  <c:v>29.1799</c:v>
                </c:pt>
                <c:pt idx="13054">
                  <c:v>28.902799999999999</c:v>
                </c:pt>
                <c:pt idx="13055">
                  <c:v>28.759799999999998</c:v>
                </c:pt>
                <c:pt idx="13056">
                  <c:v>28.617599999999999</c:v>
                </c:pt>
                <c:pt idx="13057">
                  <c:v>28.735700000000001</c:v>
                </c:pt>
                <c:pt idx="13058">
                  <c:v>29.074999999999999</c:v>
                </c:pt>
                <c:pt idx="13059">
                  <c:v>28.899100000000001</c:v>
                </c:pt>
                <c:pt idx="13060">
                  <c:v>28.629799999999999</c:v>
                </c:pt>
                <c:pt idx="13061">
                  <c:v>28.399699999999999</c:v>
                </c:pt>
                <c:pt idx="13062">
                  <c:v>28.213000000000001</c:v>
                </c:pt>
                <c:pt idx="13063">
                  <c:v>28.087800000000001</c:v>
                </c:pt>
                <c:pt idx="13064">
                  <c:v>27.802199999999999</c:v>
                </c:pt>
                <c:pt idx="13065">
                  <c:v>27.860800000000001</c:v>
                </c:pt>
                <c:pt idx="13066">
                  <c:v>28.3812</c:v>
                </c:pt>
                <c:pt idx="13067">
                  <c:v>28.691199999999998</c:v>
                </c:pt>
                <c:pt idx="13068">
                  <c:v>28.6951</c:v>
                </c:pt>
                <c:pt idx="13069">
                  <c:v>28.709199999999999</c:v>
                </c:pt>
                <c:pt idx="13070">
                  <c:v>28.594799999999999</c:v>
                </c:pt>
                <c:pt idx="13071">
                  <c:v>28.381</c:v>
                </c:pt>
                <c:pt idx="13072">
                  <c:v>27.839099999999998</c:v>
                </c:pt>
                <c:pt idx="13073">
                  <c:v>27.424199999999999</c:v>
                </c:pt>
                <c:pt idx="13074">
                  <c:v>27.4312</c:v>
                </c:pt>
                <c:pt idx="13075">
                  <c:v>27.354800000000001</c:v>
                </c:pt>
                <c:pt idx="13076">
                  <c:v>27.277200000000001</c:v>
                </c:pt>
                <c:pt idx="13077">
                  <c:v>27.779399999999999</c:v>
                </c:pt>
                <c:pt idx="13078">
                  <c:v>28.125</c:v>
                </c:pt>
                <c:pt idx="13079">
                  <c:v>28.1279</c:v>
                </c:pt>
                <c:pt idx="13080">
                  <c:v>27.910299999999999</c:v>
                </c:pt>
                <c:pt idx="13081">
                  <c:v>27.584499999999998</c:v>
                </c:pt>
                <c:pt idx="13082">
                  <c:v>27.247699999999998</c:v>
                </c:pt>
                <c:pt idx="13083">
                  <c:v>27.2837</c:v>
                </c:pt>
                <c:pt idx="13084">
                  <c:v>27.245699999999999</c:v>
                </c:pt>
                <c:pt idx="13085">
                  <c:v>27.046700000000001</c:v>
                </c:pt>
                <c:pt idx="13086">
                  <c:v>27.363900000000001</c:v>
                </c:pt>
                <c:pt idx="13087">
                  <c:v>27.605399999999999</c:v>
                </c:pt>
                <c:pt idx="13088">
                  <c:v>27.4331</c:v>
                </c:pt>
                <c:pt idx="13089">
                  <c:v>27.238</c:v>
                </c:pt>
                <c:pt idx="13090">
                  <c:v>27.2927</c:v>
                </c:pt>
                <c:pt idx="13091">
                  <c:v>26.944400000000002</c:v>
                </c:pt>
                <c:pt idx="13092">
                  <c:v>26.499400000000001</c:v>
                </c:pt>
                <c:pt idx="13093">
                  <c:v>26.765499999999999</c:v>
                </c:pt>
                <c:pt idx="13094">
                  <c:v>27.4238</c:v>
                </c:pt>
                <c:pt idx="13095">
                  <c:v>27.4422</c:v>
                </c:pt>
                <c:pt idx="13096">
                  <c:v>27.026199999999999</c:v>
                </c:pt>
                <c:pt idx="13097">
                  <c:v>26.7608</c:v>
                </c:pt>
                <c:pt idx="13098">
                  <c:v>26.850100000000001</c:v>
                </c:pt>
                <c:pt idx="13099">
                  <c:v>26.891500000000001</c:v>
                </c:pt>
                <c:pt idx="13100">
                  <c:v>26.506799999999998</c:v>
                </c:pt>
                <c:pt idx="13101">
                  <c:v>26.311199999999999</c:v>
                </c:pt>
                <c:pt idx="13102">
                  <c:v>26.222000000000001</c:v>
                </c:pt>
                <c:pt idx="13103">
                  <c:v>26.0213</c:v>
                </c:pt>
                <c:pt idx="13104">
                  <c:v>26.143899999999999</c:v>
                </c:pt>
                <c:pt idx="13105">
                  <c:v>26.226500000000001</c:v>
                </c:pt>
                <c:pt idx="13106">
                  <c:v>26.335000000000001</c:v>
                </c:pt>
                <c:pt idx="13107">
                  <c:v>26.273199999999999</c:v>
                </c:pt>
                <c:pt idx="13108">
                  <c:v>26.2226</c:v>
                </c:pt>
                <c:pt idx="13109">
                  <c:v>26.118400000000001</c:v>
                </c:pt>
                <c:pt idx="13110">
                  <c:v>26.121099999999998</c:v>
                </c:pt>
                <c:pt idx="13111">
                  <c:v>26.116399999999999</c:v>
                </c:pt>
                <c:pt idx="13112">
                  <c:v>25.760300000000001</c:v>
                </c:pt>
                <c:pt idx="13113">
                  <c:v>25.534099999999999</c:v>
                </c:pt>
                <c:pt idx="13114">
                  <c:v>25.624099999999999</c:v>
                </c:pt>
                <c:pt idx="13115">
                  <c:v>25.7088</c:v>
                </c:pt>
                <c:pt idx="13116">
                  <c:v>25.527799999999999</c:v>
                </c:pt>
                <c:pt idx="13117">
                  <c:v>25.578399999999998</c:v>
                </c:pt>
                <c:pt idx="13118">
                  <c:v>25.489799999999999</c:v>
                </c:pt>
                <c:pt idx="13119">
                  <c:v>25.0825</c:v>
                </c:pt>
                <c:pt idx="13120">
                  <c:v>24.8704</c:v>
                </c:pt>
                <c:pt idx="13121">
                  <c:v>25.117799999999999</c:v>
                </c:pt>
                <c:pt idx="13122">
                  <c:v>25.303899999999999</c:v>
                </c:pt>
                <c:pt idx="13123">
                  <c:v>25.374700000000001</c:v>
                </c:pt>
                <c:pt idx="13124">
                  <c:v>25.542000000000002</c:v>
                </c:pt>
                <c:pt idx="13125">
                  <c:v>25.815300000000001</c:v>
                </c:pt>
                <c:pt idx="13126">
                  <c:v>25.838699999999999</c:v>
                </c:pt>
                <c:pt idx="13127">
                  <c:v>25.551600000000001</c:v>
                </c:pt>
                <c:pt idx="13128">
                  <c:v>24.9665</c:v>
                </c:pt>
                <c:pt idx="13129">
                  <c:v>25.122599999999998</c:v>
                </c:pt>
                <c:pt idx="13130">
                  <c:v>25.528300000000002</c:v>
                </c:pt>
                <c:pt idx="13131">
                  <c:v>25.7303</c:v>
                </c:pt>
                <c:pt idx="13132">
                  <c:v>26.003499999999999</c:v>
                </c:pt>
                <c:pt idx="13133">
                  <c:v>26.247800000000002</c:v>
                </c:pt>
                <c:pt idx="13134">
                  <c:v>26.0807</c:v>
                </c:pt>
                <c:pt idx="13135">
                  <c:v>25.697900000000001</c:v>
                </c:pt>
                <c:pt idx="13136">
                  <c:v>25.618099999999998</c:v>
                </c:pt>
                <c:pt idx="13137">
                  <c:v>25.598400000000002</c:v>
                </c:pt>
                <c:pt idx="13138">
                  <c:v>25.669</c:v>
                </c:pt>
                <c:pt idx="13139">
                  <c:v>25.963999999999999</c:v>
                </c:pt>
                <c:pt idx="13140">
                  <c:v>25.9055</c:v>
                </c:pt>
                <c:pt idx="13141">
                  <c:v>25.643699999999999</c:v>
                </c:pt>
                <c:pt idx="13142">
                  <c:v>25.363900000000001</c:v>
                </c:pt>
                <c:pt idx="13143">
                  <c:v>25.549900000000001</c:v>
                </c:pt>
                <c:pt idx="13144">
                  <c:v>26.066199999999998</c:v>
                </c:pt>
                <c:pt idx="13145">
                  <c:v>26.588999999999999</c:v>
                </c:pt>
                <c:pt idx="13146">
                  <c:v>27.380600000000001</c:v>
                </c:pt>
                <c:pt idx="13147">
                  <c:v>28.461099999999998</c:v>
                </c:pt>
                <c:pt idx="13148">
                  <c:v>29.3703</c:v>
                </c:pt>
                <c:pt idx="13149">
                  <c:v>29.988399999999999</c:v>
                </c:pt>
                <c:pt idx="13150">
                  <c:v>30.7301</c:v>
                </c:pt>
                <c:pt idx="13151">
                  <c:v>31.559200000000001</c:v>
                </c:pt>
                <c:pt idx="13152">
                  <c:v>32.3093</c:v>
                </c:pt>
                <c:pt idx="13153">
                  <c:v>32.4893</c:v>
                </c:pt>
                <c:pt idx="13154">
                  <c:v>32.250999999999998</c:v>
                </c:pt>
                <c:pt idx="13155">
                  <c:v>32.285400000000003</c:v>
                </c:pt>
                <c:pt idx="13156">
                  <c:v>32.632800000000003</c:v>
                </c:pt>
                <c:pt idx="13157">
                  <c:v>32.5717</c:v>
                </c:pt>
                <c:pt idx="13158">
                  <c:v>32.1738</c:v>
                </c:pt>
                <c:pt idx="13159">
                  <c:v>32.038200000000003</c:v>
                </c:pt>
                <c:pt idx="13160">
                  <c:v>31.857500000000002</c:v>
                </c:pt>
                <c:pt idx="13161">
                  <c:v>31.729500000000002</c:v>
                </c:pt>
                <c:pt idx="13162">
                  <c:v>31.821400000000001</c:v>
                </c:pt>
                <c:pt idx="13163">
                  <c:v>31.786999999999999</c:v>
                </c:pt>
                <c:pt idx="13164">
                  <c:v>31.2239</c:v>
                </c:pt>
                <c:pt idx="13165">
                  <c:v>30.260200000000001</c:v>
                </c:pt>
                <c:pt idx="13166">
                  <c:v>29.639299999999999</c:v>
                </c:pt>
                <c:pt idx="13167">
                  <c:v>29.141500000000001</c:v>
                </c:pt>
                <c:pt idx="13168">
                  <c:v>28.7944</c:v>
                </c:pt>
                <c:pt idx="13169">
                  <c:v>28.400600000000001</c:v>
                </c:pt>
                <c:pt idx="13170">
                  <c:v>27.846699999999998</c:v>
                </c:pt>
                <c:pt idx="13171">
                  <c:v>27.861000000000001</c:v>
                </c:pt>
                <c:pt idx="13172">
                  <c:v>27.8644</c:v>
                </c:pt>
                <c:pt idx="13173">
                  <c:v>27.4084</c:v>
                </c:pt>
                <c:pt idx="13174">
                  <c:v>26.853899999999999</c:v>
                </c:pt>
                <c:pt idx="13175">
                  <c:v>26.7867</c:v>
                </c:pt>
                <c:pt idx="13176">
                  <c:v>26.682700000000001</c:v>
                </c:pt>
                <c:pt idx="13177">
                  <c:v>26.2895</c:v>
                </c:pt>
                <c:pt idx="13178">
                  <c:v>26.069800000000001</c:v>
                </c:pt>
                <c:pt idx="13179">
                  <c:v>25.779900000000001</c:v>
                </c:pt>
                <c:pt idx="13180">
                  <c:v>25.395099999999999</c:v>
                </c:pt>
                <c:pt idx="13181">
                  <c:v>24.963100000000001</c:v>
                </c:pt>
                <c:pt idx="13182">
                  <c:v>24.319500000000001</c:v>
                </c:pt>
                <c:pt idx="13183">
                  <c:v>24.0716</c:v>
                </c:pt>
                <c:pt idx="13184">
                  <c:v>24.061199999999999</c:v>
                </c:pt>
                <c:pt idx="13185">
                  <c:v>24.059000000000001</c:v>
                </c:pt>
                <c:pt idx="13186">
                  <c:v>23.973099999999999</c:v>
                </c:pt>
                <c:pt idx="13187">
                  <c:v>23.792999999999999</c:v>
                </c:pt>
                <c:pt idx="13188">
                  <c:v>23.731100000000001</c:v>
                </c:pt>
                <c:pt idx="13189">
                  <c:v>24.062799999999999</c:v>
                </c:pt>
                <c:pt idx="13190">
                  <c:v>24.504999999999999</c:v>
                </c:pt>
                <c:pt idx="13191">
                  <c:v>24.492999999999999</c:v>
                </c:pt>
                <c:pt idx="13192">
                  <c:v>24.249500000000001</c:v>
                </c:pt>
                <c:pt idx="13193">
                  <c:v>24.066199999999998</c:v>
                </c:pt>
                <c:pt idx="13194">
                  <c:v>24.246099999999998</c:v>
                </c:pt>
                <c:pt idx="13195">
                  <c:v>24.902000000000001</c:v>
                </c:pt>
                <c:pt idx="13196">
                  <c:v>25.380400000000002</c:v>
                </c:pt>
                <c:pt idx="13197">
                  <c:v>25.522500000000001</c:v>
                </c:pt>
                <c:pt idx="13198">
                  <c:v>25.585899999999999</c:v>
                </c:pt>
                <c:pt idx="13199">
                  <c:v>25.697500000000002</c:v>
                </c:pt>
                <c:pt idx="13200">
                  <c:v>26.188199999999998</c:v>
                </c:pt>
                <c:pt idx="13201">
                  <c:v>26.613199999999999</c:v>
                </c:pt>
                <c:pt idx="13202">
                  <c:v>26.723800000000001</c:v>
                </c:pt>
                <c:pt idx="13203">
                  <c:v>26.629899999999999</c:v>
                </c:pt>
                <c:pt idx="13204">
                  <c:v>26.933299999999999</c:v>
                </c:pt>
                <c:pt idx="13205">
                  <c:v>27.430700000000002</c:v>
                </c:pt>
                <c:pt idx="13206">
                  <c:v>27.693200000000001</c:v>
                </c:pt>
                <c:pt idx="13207">
                  <c:v>27.9754</c:v>
                </c:pt>
                <c:pt idx="13208">
                  <c:v>28.155999999999999</c:v>
                </c:pt>
                <c:pt idx="13209">
                  <c:v>28.432300000000001</c:v>
                </c:pt>
                <c:pt idx="13210">
                  <c:v>28.722000000000001</c:v>
                </c:pt>
                <c:pt idx="13211">
                  <c:v>28.751200000000001</c:v>
                </c:pt>
                <c:pt idx="13212">
                  <c:v>28.8855</c:v>
                </c:pt>
                <c:pt idx="13213">
                  <c:v>29.603100000000001</c:v>
                </c:pt>
                <c:pt idx="13214">
                  <c:v>30.297799999999999</c:v>
                </c:pt>
                <c:pt idx="13215">
                  <c:v>30.846900000000002</c:v>
                </c:pt>
                <c:pt idx="13216">
                  <c:v>31.322399999999998</c:v>
                </c:pt>
                <c:pt idx="13217">
                  <c:v>31.739799999999999</c:v>
                </c:pt>
                <c:pt idx="13218">
                  <c:v>32.044499999999999</c:v>
                </c:pt>
                <c:pt idx="13219">
                  <c:v>32.486899999999999</c:v>
                </c:pt>
                <c:pt idx="13220">
                  <c:v>32.922199999999997</c:v>
                </c:pt>
                <c:pt idx="13221">
                  <c:v>33.508699999999997</c:v>
                </c:pt>
                <c:pt idx="13222">
                  <c:v>33.676200000000001</c:v>
                </c:pt>
                <c:pt idx="13223">
                  <c:v>33.348999999999997</c:v>
                </c:pt>
                <c:pt idx="13224">
                  <c:v>33.406799999999997</c:v>
                </c:pt>
                <c:pt idx="13225">
                  <c:v>33.728299999999997</c:v>
                </c:pt>
                <c:pt idx="13226">
                  <c:v>33.7684</c:v>
                </c:pt>
                <c:pt idx="13227">
                  <c:v>33.433900000000001</c:v>
                </c:pt>
                <c:pt idx="13228">
                  <c:v>33.023800000000001</c:v>
                </c:pt>
                <c:pt idx="13229">
                  <c:v>33.134799999999998</c:v>
                </c:pt>
                <c:pt idx="13230">
                  <c:v>33.8125</c:v>
                </c:pt>
                <c:pt idx="13231">
                  <c:v>34.416200000000003</c:v>
                </c:pt>
                <c:pt idx="13232">
                  <c:v>34.413899999999998</c:v>
                </c:pt>
                <c:pt idx="13233">
                  <c:v>33.989699999999999</c:v>
                </c:pt>
                <c:pt idx="13234">
                  <c:v>33.357700000000001</c:v>
                </c:pt>
                <c:pt idx="13235">
                  <c:v>32.804699999999997</c:v>
                </c:pt>
                <c:pt idx="13236">
                  <c:v>32.537799999999997</c:v>
                </c:pt>
                <c:pt idx="13237">
                  <c:v>32.211300000000001</c:v>
                </c:pt>
                <c:pt idx="13238">
                  <c:v>31.25</c:v>
                </c:pt>
                <c:pt idx="13239">
                  <c:v>29.736499999999999</c:v>
                </c:pt>
                <c:pt idx="13240">
                  <c:v>28.8704</c:v>
                </c:pt>
                <c:pt idx="13241">
                  <c:v>28.677900000000001</c:v>
                </c:pt>
                <c:pt idx="13242">
                  <c:v>28.704000000000001</c:v>
                </c:pt>
                <c:pt idx="13243">
                  <c:v>28.4953</c:v>
                </c:pt>
                <c:pt idx="13244">
                  <c:v>28.174299999999999</c:v>
                </c:pt>
                <c:pt idx="13245">
                  <c:v>27.785</c:v>
                </c:pt>
                <c:pt idx="13246">
                  <c:v>27.428799999999999</c:v>
                </c:pt>
                <c:pt idx="13247">
                  <c:v>27.273</c:v>
                </c:pt>
                <c:pt idx="13248">
                  <c:v>26.987400000000001</c:v>
                </c:pt>
                <c:pt idx="13249">
                  <c:v>26.689699999999998</c:v>
                </c:pt>
                <c:pt idx="13250">
                  <c:v>26.508500000000002</c:v>
                </c:pt>
                <c:pt idx="13251">
                  <c:v>26.397099999999998</c:v>
                </c:pt>
                <c:pt idx="13252">
                  <c:v>26.625599999999999</c:v>
                </c:pt>
                <c:pt idx="13253">
                  <c:v>27.2089</c:v>
                </c:pt>
                <c:pt idx="13254">
                  <c:v>27.7745</c:v>
                </c:pt>
                <c:pt idx="13255">
                  <c:v>27.846499999999999</c:v>
                </c:pt>
                <c:pt idx="13256">
                  <c:v>28.152000000000001</c:v>
                </c:pt>
                <c:pt idx="13257">
                  <c:v>28.867799999999999</c:v>
                </c:pt>
                <c:pt idx="13258">
                  <c:v>29.528500000000001</c:v>
                </c:pt>
                <c:pt idx="13259">
                  <c:v>30.5139</c:v>
                </c:pt>
                <c:pt idx="13260">
                  <c:v>31.491700000000002</c:v>
                </c:pt>
                <c:pt idx="13261">
                  <c:v>32.251800000000003</c:v>
                </c:pt>
                <c:pt idx="13262">
                  <c:v>33.346800000000002</c:v>
                </c:pt>
                <c:pt idx="13263">
                  <c:v>34.2166</c:v>
                </c:pt>
                <c:pt idx="13264">
                  <c:v>34.427199999999999</c:v>
                </c:pt>
                <c:pt idx="13265">
                  <c:v>33.896599999999999</c:v>
                </c:pt>
                <c:pt idx="13266">
                  <c:v>32.950600000000001</c:v>
                </c:pt>
                <c:pt idx="13267">
                  <c:v>32.197800000000001</c:v>
                </c:pt>
                <c:pt idx="13268">
                  <c:v>31.657299999999999</c:v>
                </c:pt>
                <c:pt idx="13269">
                  <c:v>31.626999999999999</c:v>
                </c:pt>
                <c:pt idx="13270">
                  <c:v>31.753699999999998</c:v>
                </c:pt>
                <c:pt idx="13271">
                  <c:v>31.933499999999999</c:v>
                </c:pt>
                <c:pt idx="13272">
                  <c:v>32.643300000000004</c:v>
                </c:pt>
                <c:pt idx="13273">
                  <c:v>33.802</c:v>
                </c:pt>
                <c:pt idx="13274">
                  <c:v>34.795099999999998</c:v>
                </c:pt>
                <c:pt idx="13275">
                  <c:v>35.588900000000002</c:v>
                </c:pt>
                <c:pt idx="13276">
                  <c:v>36.0366</c:v>
                </c:pt>
                <c:pt idx="13277">
                  <c:v>36.207299999999996</c:v>
                </c:pt>
                <c:pt idx="13278">
                  <c:v>35.558300000000003</c:v>
                </c:pt>
                <c:pt idx="13279">
                  <c:v>34.620699999999999</c:v>
                </c:pt>
                <c:pt idx="13280">
                  <c:v>33.687100000000001</c:v>
                </c:pt>
                <c:pt idx="13281">
                  <c:v>32.680599999999998</c:v>
                </c:pt>
                <c:pt idx="13282">
                  <c:v>31.703199999999999</c:v>
                </c:pt>
                <c:pt idx="13283">
                  <c:v>30.8249</c:v>
                </c:pt>
                <c:pt idx="13284">
                  <c:v>30.488499999999998</c:v>
                </c:pt>
                <c:pt idx="13285">
                  <c:v>30.566400000000002</c:v>
                </c:pt>
                <c:pt idx="13286">
                  <c:v>30.393599999999999</c:v>
                </c:pt>
                <c:pt idx="13287">
                  <c:v>30.532599999999999</c:v>
                </c:pt>
                <c:pt idx="13288">
                  <c:v>31.0916</c:v>
                </c:pt>
                <c:pt idx="13289">
                  <c:v>31.412800000000001</c:v>
                </c:pt>
                <c:pt idx="13290">
                  <c:v>31.378799999999998</c:v>
                </c:pt>
                <c:pt idx="13291">
                  <c:v>31.3169</c:v>
                </c:pt>
                <c:pt idx="13292">
                  <c:v>31.413599999999999</c:v>
                </c:pt>
                <c:pt idx="13293">
                  <c:v>31.3978</c:v>
                </c:pt>
                <c:pt idx="13294">
                  <c:v>31.0107</c:v>
                </c:pt>
                <c:pt idx="13295">
                  <c:v>30.312200000000001</c:v>
                </c:pt>
                <c:pt idx="13296">
                  <c:v>29.275700000000001</c:v>
                </c:pt>
                <c:pt idx="13297">
                  <c:v>28.401800000000001</c:v>
                </c:pt>
                <c:pt idx="13298">
                  <c:v>28.223400000000002</c:v>
                </c:pt>
                <c:pt idx="13299">
                  <c:v>28.236499999999999</c:v>
                </c:pt>
                <c:pt idx="13300">
                  <c:v>27.787700000000001</c:v>
                </c:pt>
                <c:pt idx="13301">
                  <c:v>27.302199999999999</c:v>
                </c:pt>
                <c:pt idx="13302">
                  <c:v>27.208300000000001</c:v>
                </c:pt>
                <c:pt idx="13303">
                  <c:v>27.4011</c:v>
                </c:pt>
                <c:pt idx="13304">
                  <c:v>27.224799999999998</c:v>
                </c:pt>
                <c:pt idx="13305">
                  <c:v>27.0547</c:v>
                </c:pt>
                <c:pt idx="13306">
                  <c:v>27.015799999999999</c:v>
                </c:pt>
                <c:pt idx="13307">
                  <c:v>27.169599999999999</c:v>
                </c:pt>
                <c:pt idx="13308">
                  <c:v>27.392700000000001</c:v>
                </c:pt>
                <c:pt idx="13309">
                  <c:v>27.2547</c:v>
                </c:pt>
                <c:pt idx="13310">
                  <c:v>27.0228</c:v>
                </c:pt>
                <c:pt idx="13311">
                  <c:v>26.6358</c:v>
                </c:pt>
                <c:pt idx="13312">
                  <c:v>26.2517</c:v>
                </c:pt>
                <c:pt idx="13313">
                  <c:v>26.305499999999999</c:v>
                </c:pt>
                <c:pt idx="13314">
                  <c:v>26.4207</c:v>
                </c:pt>
                <c:pt idx="13315">
                  <c:v>26.536899999999999</c:v>
                </c:pt>
                <c:pt idx="13316">
                  <c:v>26.505099999999999</c:v>
                </c:pt>
                <c:pt idx="13317">
                  <c:v>26.502800000000001</c:v>
                </c:pt>
                <c:pt idx="13318">
                  <c:v>26.979500000000002</c:v>
                </c:pt>
                <c:pt idx="13319">
                  <c:v>27.202000000000002</c:v>
                </c:pt>
                <c:pt idx="13320">
                  <c:v>27.117799999999999</c:v>
                </c:pt>
                <c:pt idx="13321">
                  <c:v>27.2468</c:v>
                </c:pt>
                <c:pt idx="13322">
                  <c:v>27.427800000000001</c:v>
                </c:pt>
                <c:pt idx="13323">
                  <c:v>27.428100000000001</c:v>
                </c:pt>
                <c:pt idx="13324">
                  <c:v>26.8795</c:v>
                </c:pt>
                <c:pt idx="13325">
                  <c:v>26.278600000000001</c:v>
                </c:pt>
                <c:pt idx="13326">
                  <c:v>25.8368</c:v>
                </c:pt>
                <c:pt idx="13327">
                  <c:v>25.3796</c:v>
                </c:pt>
                <c:pt idx="13328">
                  <c:v>25.015999999999998</c:v>
                </c:pt>
                <c:pt idx="13329">
                  <c:v>24.7561</c:v>
                </c:pt>
                <c:pt idx="13330">
                  <c:v>24.969200000000001</c:v>
                </c:pt>
                <c:pt idx="13331">
                  <c:v>25.097300000000001</c:v>
                </c:pt>
                <c:pt idx="13332">
                  <c:v>25.113499999999998</c:v>
                </c:pt>
                <c:pt idx="13333">
                  <c:v>24.978000000000002</c:v>
                </c:pt>
                <c:pt idx="13334">
                  <c:v>25.175799999999999</c:v>
                </c:pt>
                <c:pt idx="13335">
                  <c:v>25.458300000000001</c:v>
                </c:pt>
                <c:pt idx="13336">
                  <c:v>25.654699999999998</c:v>
                </c:pt>
                <c:pt idx="13337">
                  <c:v>26.152799999999999</c:v>
                </c:pt>
                <c:pt idx="13338">
                  <c:v>27.0198</c:v>
                </c:pt>
                <c:pt idx="13339">
                  <c:v>27.637699999999999</c:v>
                </c:pt>
                <c:pt idx="13340">
                  <c:v>27.632300000000001</c:v>
                </c:pt>
                <c:pt idx="13341">
                  <c:v>27.368500000000001</c:v>
                </c:pt>
                <c:pt idx="13342">
                  <c:v>26.801600000000001</c:v>
                </c:pt>
                <c:pt idx="13343">
                  <c:v>25.8413</c:v>
                </c:pt>
                <c:pt idx="13344">
                  <c:v>24.815799999999999</c:v>
                </c:pt>
                <c:pt idx="13345">
                  <c:v>23.4907</c:v>
                </c:pt>
                <c:pt idx="13346">
                  <c:v>22.262499999999999</c:v>
                </c:pt>
                <c:pt idx="13347">
                  <c:v>21.429500000000001</c:v>
                </c:pt>
                <c:pt idx="13348">
                  <c:v>21.0215</c:v>
                </c:pt>
                <c:pt idx="13349">
                  <c:v>20.536999999999999</c:v>
                </c:pt>
                <c:pt idx="13350">
                  <c:v>19.9649</c:v>
                </c:pt>
                <c:pt idx="13351">
                  <c:v>19.878799999999998</c:v>
                </c:pt>
                <c:pt idx="13352">
                  <c:v>20.048200000000001</c:v>
                </c:pt>
                <c:pt idx="13353">
                  <c:v>20.2273</c:v>
                </c:pt>
                <c:pt idx="13354">
                  <c:v>20.150700000000001</c:v>
                </c:pt>
                <c:pt idx="13355">
                  <c:v>19.9057</c:v>
                </c:pt>
                <c:pt idx="13356">
                  <c:v>19.6234</c:v>
                </c:pt>
                <c:pt idx="13357">
                  <c:v>19.005700000000001</c:v>
                </c:pt>
                <c:pt idx="13358">
                  <c:v>18.649100000000001</c:v>
                </c:pt>
                <c:pt idx="13359">
                  <c:v>18.232399999999998</c:v>
                </c:pt>
                <c:pt idx="13360">
                  <c:v>18.27</c:v>
                </c:pt>
                <c:pt idx="13361">
                  <c:v>18.352699999999999</c:v>
                </c:pt>
                <c:pt idx="13362">
                  <c:v>18.209399999999999</c:v>
                </c:pt>
                <c:pt idx="13363">
                  <c:v>18.1494</c:v>
                </c:pt>
                <c:pt idx="13364">
                  <c:v>18.004799999999999</c:v>
                </c:pt>
                <c:pt idx="13365">
                  <c:v>17.822500000000002</c:v>
                </c:pt>
                <c:pt idx="13366">
                  <c:v>17.738299999999999</c:v>
                </c:pt>
                <c:pt idx="13367">
                  <c:v>17.603999999999999</c:v>
                </c:pt>
                <c:pt idx="13368">
                  <c:v>17.470600000000001</c:v>
                </c:pt>
                <c:pt idx="13369">
                  <c:v>17.801100000000002</c:v>
                </c:pt>
                <c:pt idx="13370">
                  <c:v>18.396000000000001</c:v>
                </c:pt>
                <c:pt idx="13371">
                  <c:v>18.390899999999998</c:v>
                </c:pt>
                <c:pt idx="13372">
                  <c:v>18.1265</c:v>
                </c:pt>
                <c:pt idx="13373">
                  <c:v>18.0656</c:v>
                </c:pt>
                <c:pt idx="13374">
                  <c:v>18.189499999999999</c:v>
                </c:pt>
                <c:pt idx="13375">
                  <c:v>18.2804</c:v>
                </c:pt>
                <c:pt idx="13376">
                  <c:v>18.558199999999999</c:v>
                </c:pt>
                <c:pt idx="13377">
                  <c:v>18.819400000000002</c:v>
                </c:pt>
                <c:pt idx="13378">
                  <c:v>18.633900000000001</c:v>
                </c:pt>
                <c:pt idx="13379">
                  <c:v>18.478200000000001</c:v>
                </c:pt>
                <c:pt idx="13380">
                  <c:v>18.1738</c:v>
                </c:pt>
                <c:pt idx="13381">
                  <c:v>17.957699999999999</c:v>
                </c:pt>
                <c:pt idx="13382">
                  <c:v>17.9651</c:v>
                </c:pt>
                <c:pt idx="13383">
                  <c:v>18.1342</c:v>
                </c:pt>
                <c:pt idx="13384">
                  <c:v>18.279199999999999</c:v>
                </c:pt>
                <c:pt idx="13385">
                  <c:v>18.435600000000001</c:v>
                </c:pt>
                <c:pt idx="13386">
                  <c:v>18.933900000000001</c:v>
                </c:pt>
                <c:pt idx="13387">
                  <c:v>19.5154</c:v>
                </c:pt>
                <c:pt idx="13388">
                  <c:v>19.8733</c:v>
                </c:pt>
                <c:pt idx="13389">
                  <c:v>19.8643</c:v>
                </c:pt>
                <c:pt idx="13390">
                  <c:v>20.167300000000001</c:v>
                </c:pt>
                <c:pt idx="13391">
                  <c:v>20.901399999999999</c:v>
                </c:pt>
                <c:pt idx="13392">
                  <c:v>21.544899999999998</c:v>
                </c:pt>
                <c:pt idx="13393">
                  <c:v>22.2408</c:v>
                </c:pt>
                <c:pt idx="13394">
                  <c:v>22.8063</c:v>
                </c:pt>
                <c:pt idx="13395">
                  <c:v>23.367899999999999</c:v>
                </c:pt>
                <c:pt idx="13396">
                  <c:v>23.682200000000002</c:v>
                </c:pt>
                <c:pt idx="13397">
                  <c:v>23.438600000000001</c:v>
                </c:pt>
                <c:pt idx="13398">
                  <c:v>23.266200000000001</c:v>
                </c:pt>
                <c:pt idx="13399">
                  <c:v>23.137</c:v>
                </c:pt>
                <c:pt idx="13400">
                  <c:v>23.156700000000001</c:v>
                </c:pt>
                <c:pt idx="13401">
                  <c:v>23.549499999999998</c:v>
                </c:pt>
                <c:pt idx="13402">
                  <c:v>23.654299999999999</c:v>
                </c:pt>
                <c:pt idx="13403">
                  <c:v>23.7394</c:v>
                </c:pt>
                <c:pt idx="13404">
                  <c:v>24.308199999999999</c:v>
                </c:pt>
                <c:pt idx="13405">
                  <c:v>24.307500000000001</c:v>
                </c:pt>
                <c:pt idx="13406">
                  <c:v>24.153099999999998</c:v>
                </c:pt>
                <c:pt idx="13407">
                  <c:v>24.0168</c:v>
                </c:pt>
                <c:pt idx="13408">
                  <c:v>23.611899999999999</c:v>
                </c:pt>
                <c:pt idx="13409">
                  <c:v>23.683399999999999</c:v>
                </c:pt>
                <c:pt idx="13410">
                  <c:v>23.869700000000002</c:v>
                </c:pt>
                <c:pt idx="13411">
                  <c:v>23.852699999999999</c:v>
                </c:pt>
                <c:pt idx="13412">
                  <c:v>23.844899999999999</c:v>
                </c:pt>
                <c:pt idx="13413">
                  <c:v>23.8843</c:v>
                </c:pt>
                <c:pt idx="13414">
                  <c:v>23.803000000000001</c:v>
                </c:pt>
                <c:pt idx="13415">
                  <c:v>23.800999999999998</c:v>
                </c:pt>
                <c:pt idx="13416">
                  <c:v>23.6496</c:v>
                </c:pt>
                <c:pt idx="13417">
                  <c:v>23.0001</c:v>
                </c:pt>
                <c:pt idx="13418">
                  <c:v>22.572399999999998</c:v>
                </c:pt>
                <c:pt idx="13419">
                  <c:v>22.1845</c:v>
                </c:pt>
                <c:pt idx="13420">
                  <c:v>21.589300000000001</c:v>
                </c:pt>
                <c:pt idx="13421">
                  <c:v>21.1389</c:v>
                </c:pt>
                <c:pt idx="13422">
                  <c:v>21.120799999999999</c:v>
                </c:pt>
                <c:pt idx="13423">
                  <c:v>21.185700000000001</c:v>
                </c:pt>
                <c:pt idx="13424">
                  <c:v>21.2454</c:v>
                </c:pt>
                <c:pt idx="13425">
                  <c:v>21.180900000000001</c:v>
                </c:pt>
                <c:pt idx="13426">
                  <c:v>20.991399999999999</c:v>
                </c:pt>
                <c:pt idx="13427">
                  <c:v>20.565300000000001</c:v>
                </c:pt>
                <c:pt idx="13428">
                  <c:v>20.0975</c:v>
                </c:pt>
                <c:pt idx="13429">
                  <c:v>20.087599999999998</c:v>
                </c:pt>
                <c:pt idx="13430">
                  <c:v>20.1294</c:v>
                </c:pt>
                <c:pt idx="13431">
                  <c:v>19.9422</c:v>
                </c:pt>
                <c:pt idx="13432">
                  <c:v>19.366700000000002</c:v>
                </c:pt>
                <c:pt idx="13433">
                  <c:v>18.849699999999999</c:v>
                </c:pt>
                <c:pt idx="13434">
                  <c:v>18.819800000000001</c:v>
                </c:pt>
                <c:pt idx="13435">
                  <c:v>18.6708</c:v>
                </c:pt>
                <c:pt idx="13436">
                  <c:v>18.625499999999999</c:v>
                </c:pt>
                <c:pt idx="13437">
                  <c:v>18.553100000000001</c:v>
                </c:pt>
                <c:pt idx="13438">
                  <c:v>18.2056</c:v>
                </c:pt>
                <c:pt idx="13439">
                  <c:v>17.977599999999999</c:v>
                </c:pt>
                <c:pt idx="13440">
                  <c:v>18.041799999999999</c:v>
                </c:pt>
                <c:pt idx="13441">
                  <c:v>18.241099999999999</c:v>
                </c:pt>
                <c:pt idx="13442">
                  <c:v>18.792100000000001</c:v>
                </c:pt>
                <c:pt idx="13443">
                  <c:v>19.179099999999998</c:v>
                </c:pt>
                <c:pt idx="13444">
                  <c:v>19.456199999999999</c:v>
                </c:pt>
                <c:pt idx="13445">
                  <c:v>19.5259</c:v>
                </c:pt>
                <c:pt idx="13446">
                  <c:v>19.564599999999999</c:v>
                </c:pt>
                <c:pt idx="13447">
                  <c:v>19.914000000000001</c:v>
                </c:pt>
                <c:pt idx="13448">
                  <c:v>20.2392</c:v>
                </c:pt>
                <c:pt idx="13449">
                  <c:v>20.696999999999999</c:v>
                </c:pt>
                <c:pt idx="13450">
                  <c:v>21.201000000000001</c:v>
                </c:pt>
                <c:pt idx="13451">
                  <c:v>21.223600000000001</c:v>
                </c:pt>
                <c:pt idx="13452">
                  <c:v>21.150500000000001</c:v>
                </c:pt>
                <c:pt idx="13453">
                  <c:v>21.366299999999999</c:v>
                </c:pt>
                <c:pt idx="13454">
                  <c:v>21.550599999999999</c:v>
                </c:pt>
                <c:pt idx="13455">
                  <c:v>21.561299999999999</c:v>
                </c:pt>
                <c:pt idx="13456">
                  <c:v>21.619</c:v>
                </c:pt>
                <c:pt idx="13457">
                  <c:v>21.920100000000001</c:v>
                </c:pt>
                <c:pt idx="13458">
                  <c:v>22.000299999999999</c:v>
                </c:pt>
                <c:pt idx="13459">
                  <c:v>22.057500000000001</c:v>
                </c:pt>
                <c:pt idx="13460">
                  <c:v>22.135200000000001</c:v>
                </c:pt>
                <c:pt idx="13461">
                  <c:v>22.1617</c:v>
                </c:pt>
                <c:pt idx="13462">
                  <c:v>22.540800000000001</c:v>
                </c:pt>
                <c:pt idx="13463">
                  <c:v>22.8962</c:v>
                </c:pt>
                <c:pt idx="13464">
                  <c:v>23.206600000000002</c:v>
                </c:pt>
                <c:pt idx="13465">
                  <c:v>23.386199999999999</c:v>
                </c:pt>
                <c:pt idx="13466">
                  <c:v>22.9177</c:v>
                </c:pt>
                <c:pt idx="13467">
                  <c:v>22.494199999999999</c:v>
                </c:pt>
                <c:pt idx="13468">
                  <c:v>22.293900000000001</c:v>
                </c:pt>
                <c:pt idx="13469">
                  <c:v>22.1402</c:v>
                </c:pt>
                <c:pt idx="13470">
                  <c:v>21.961500000000001</c:v>
                </c:pt>
                <c:pt idx="13471">
                  <c:v>22.006599999999999</c:v>
                </c:pt>
                <c:pt idx="13472">
                  <c:v>22.131599999999999</c:v>
                </c:pt>
                <c:pt idx="13473">
                  <c:v>21.883400000000002</c:v>
                </c:pt>
                <c:pt idx="13474">
                  <c:v>21.6646</c:v>
                </c:pt>
                <c:pt idx="13475">
                  <c:v>21.27</c:v>
                </c:pt>
                <c:pt idx="13476">
                  <c:v>20.6401</c:v>
                </c:pt>
                <c:pt idx="13477">
                  <c:v>20.430700000000002</c:v>
                </c:pt>
                <c:pt idx="13478">
                  <c:v>20.199400000000001</c:v>
                </c:pt>
                <c:pt idx="13479">
                  <c:v>19.8401</c:v>
                </c:pt>
                <c:pt idx="13480">
                  <c:v>19.643799999999999</c:v>
                </c:pt>
                <c:pt idx="13481">
                  <c:v>19.1876</c:v>
                </c:pt>
                <c:pt idx="13482">
                  <c:v>18.454799999999999</c:v>
                </c:pt>
                <c:pt idx="13483">
                  <c:v>17.849799999999998</c:v>
                </c:pt>
                <c:pt idx="13484">
                  <c:v>17.7258</c:v>
                </c:pt>
                <c:pt idx="13485">
                  <c:v>17.775099999999998</c:v>
                </c:pt>
                <c:pt idx="13486">
                  <c:v>17.780999999999999</c:v>
                </c:pt>
                <c:pt idx="13487">
                  <c:v>17.924700000000001</c:v>
                </c:pt>
                <c:pt idx="13488">
                  <c:v>17.827400000000001</c:v>
                </c:pt>
                <c:pt idx="13489">
                  <c:v>17.6708</c:v>
                </c:pt>
                <c:pt idx="13490">
                  <c:v>17.767099999999999</c:v>
                </c:pt>
                <c:pt idx="13491">
                  <c:v>17.759399999999999</c:v>
                </c:pt>
                <c:pt idx="13492">
                  <c:v>17.543099999999999</c:v>
                </c:pt>
                <c:pt idx="13493">
                  <c:v>17.190300000000001</c:v>
                </c:pt>
                <c:pt idx="13494">
                  <c:v>16.8811</c:v>
                </c:pt>
                <c:pt idx="13495">
                  <c:v>16.689</c:v>
                </c:pt>
                <c:pt idx="13496">
                  <c:v>16.543399999999998</c:v>
                </c:pt>
                <c:pt idx="13497">
                  <c:v>16.4374</c:v>
                </c:pt>
                <c:pt idx="13498">
                  <c:v>16.480399999999999</c:v>
                </c:pt>
                <c:pt idx="13499">
                  <c:v>16.351500000000001</c:v>
                </c:pt>
                <c:pt idx="13500">
                  <c:v>16.056799999999999</c:v>
                </c:pt>
                <c:pt idx="13501">
                  <c:v>15.6968</c:v>
                </c:pt>
                <c:pt idx="13502">
                  <c:v>15.517099999999999</c:v>
                </c:pt>
                <c:pt idx="13503">
                  <c:v>14.897500000000001</c:v>
                </c:pt>
                <c:pt idx="13504">
                  <c:v>14.6485</c:v>
                </c:pt>
                <c:pt idx="13505">
                  <c:v>14.7981</c:v>
                </c:pt>
                <c:pt idx="13506">
                  <c:v>15.101000000000001</c:v>
                </c:pt>
                <c:pt idx="13507">
                  <c:v>15.438700000000001</c:v>
                </c:pt>
                <c:pt idx="13508">
                  <c:v>15.761799999999999</c:v>
                </c:pt>
                <c:pt idx="13509">
                  <c:v>15.876899999999999</c:v>
                </c:pt>
                <c:pt idx="13510">
                  <c:v>15.958399999999999</c:v>
                </c:pt>
                <c:pt idx="13511">
                  <c:v>15.7438</c:v>
                </c:pt>
                <c:pt idx="13512">
                  <c:v>15.189500000000001</c:v>
                </c:pt>
                <c:pt idx="13513">
                  <c:v>14.858000000000001</c:v>
                </c:pt>
                <c:pt idx="13514">
                  <c:v>14.805099999999999</c:v>
                </c:pt>
                <c:pt idx="13515">
                  <c:v>14.7349</c:v>
                </c:pt>
                <c:pt idx="13516">
                  <c:v>14.6007</c:v>
                </c:pt>
                <c:pt idx="13517">
                  <c:v>14.6927</c:v>
                </c:pt>
                <c:pt idx="13518">
                  <c:v>14.921900000000001</c:v>
                </c:pt>
                <c:pt idx="13519">
                  <c:v>14.870900000000001</c:v>
                </c:pt>
                <c:pt idx="13520">
                  <c:v>14.858700000000001</c:v>
                </c:pt>
                <c:pt idx="13521">
                  <c:v>14.9436</c:v>
                </c:pt>
                <c:pt idx="13522">
                  <c:v>14.6557</c:v>
                </c:pt>
                <c:pt idx="13523">
                  <c:v>14.5055</c:v>
                </c:pt>
                <c:pt idx="13524">
                  <c:v>14.61</c:v>
                </c:pt>
                <c:pt idx="13525">
                  <c:v>14.536199999999999</c:v>
                </c:pt>
                <c:pt idx="13526">
                  <c:v>14.36</c:v>
                </c:pt>
                <c:pt idx="13527">
                  <c:v>14.5726</c:v>
                </c:pt>
                <c:pt idx="13528">
                  <c:v>15.0436</c:v>
                </c:pt>
                <c:pt idx="13529">
                  <c:v>15.575699999999999</c:v>
                </c:pt>
                <c:pt idx="13530">
                  <c:v>16.1479</c:v>
                </c:pt>
                <c:pt idx="13531">
                  <c:v>16.848600000000001</c:v>
                </c:pt>
                <c:pt idx="13532">
                  <c:v>17.580200000000001</c:v>
                </c:pt>
                <c:pt idx="13533">
                  <c:v>18.096800000000002</c:v>
                </c:pt>
                <c:pt idx="13534">
                  <c:v>18.7639</c:v>
                </c:pt>
                <c:pt idx="13535">
                  <c:v>19.537299999999998</c:v>
                </c:pt>
                <c:pt idx="13536">
                  <c:v>20.545500000000001</c:v>
                </c:pt>
                <c:pt idx="13537">
                  <c:v>21.658100000000001</c:v>
                </c:pt>
                <c:pt idx="13538">
                  <c:v>22.677099999999999</c:v>
                </c:pt>
                <c:pt idx="13539">
                  <c:v>23.3309</c:v>
                </c:pt>
                <c:pt idx="13540">
                  <c:v>23.804200000000002</c:v>
                </c:pt>
                <c:pt idx="13541">
                  <c:v>24.128900000000002</c:v>
                </c:pt>
                <c:pt idx="13542">
                  <c:v>24.1966</c:v>
                </c:pt>
                <c:pt idx="13543">
                  <c:v>23.4892</c:v>
                </c:pt>
                <c:pt idx="13544">
                  <c:v>22.0382</c:v>
                </c:pt>
                <c:pt idx="13545">
                  <c:v>20.682600000000001</c:v>
                </c:pt>
                <c:pt idx="13546">
                  <c:v>19.359100000000002</c:v>
                </c:pt>
                <c:pt idx="13547">
                  <c:v>18.097999999999999</c:v>
                </c:pt>
                <c:pt idx="13548">
                  <c:v>17.213999999999999</c:v>
                </c:pt>
                <c:pt idx="13549">
                  <c:v>16.480799999999999</c:v>
                </c:pt>
                <c:pt idx="13550">
                  <c:v>15.8117</c:v>
                </c:pt>
                <c:pt idx="13551">
                  <c:v>15.2707</c:v>
                </c:pt>
                <c:pt idx="13552">
                  <c:v>14.582000000000001</c:v>
                </c:pt>
                <c:pt idx="13553">
                  <c:v>14.0054</c:v>
                </c:pt>
                <c:pt idx="13554">
                  <c:v>13.7659</c:v>
                </c:pt>
                <c:pt idx="13555">
                  <c:v>14.068099999999999</c:v>
                </c:pt>
                <c:pt idx="13556">
                  <c:v>14.33</c:v>
                </c:pt>
                <c:pt idx="13557">
                  <c:v>14.2362</c:v>
                </c:pt>
                <c:pt idx="13558">
                  <c:v>14.1092</c:v>
                </c:pt>
                <c:pt idx="13559">
                  <c:v>13.8238</c:v>
                </c:pt>
                <c:pt idx="13560">
                  <c:v>13.784700000000001</c:v>
                </c:pt>
                <c:pt idx="13561">
                  <c:v>13.745900000000001</c:v>
                </c:pt>
                <c:pt idx="13562">
                  <c:v>13.392899999999999</c:v>
                </c:pt>
                <c:pt idx="13563">
                  <c:v>13.1486</c:v>
                </c:pt>
                <c:pt idx="13564">
                  <c:v>12.8809</c:v>
                </c:pt>
                <c:pt idx="13565">
                  <c:v>12.7666</c:v>
                </c:pt>
                <c:pt idx="13566">
                  <c:v>12.9254</c:v>
                </c:pt>
                <c:pt idx="13567">
                  <c:v>13.4878</c:v>
                </c:pt>
                <c:pt idx="13568">
                  <c:v>13.856299999999999</c:v>
                </c:pt>
                <c:pt idx="13569">
                  <c:v>13.8735</c:v>
                </c:pt>
                <c:pt idx="13570">
                  <c:v>13.597099999999999</c:v>
                </c:pt>
                <c:pt idx="13571">
                  <c:v>13.407400000000001</c:v>
                </c:pt>
                <c:pt idx="13572">
                  <c:v>13.205299999999999</c:v>
                </c:pt>
                <c:pt idx="13573">
                  <c:v>13.1196</c:v>
                </c:pt>
                <c:pt idx="13574">
                  <c:v>13.3332</c:v>
                </c:pt>
                <c:pt idx="13575">
                  <c:v>13.2681</c:v>
                </c:pt>
                <c:pt idx="13576">
                  <c:v>12.970700000000001</c:v>
                </c:pt>
                <c:pt idx="13577">
                  <c:v>12.9483</c:v>
                </c:pt>
                <c:pt idx="13578">
                  <c:v>13.128500000000001</c:v>
                </c:pt>
                <c:pt idx="13579">
                  <c:v>12.983000000000001</c:v>
                </c:pt>
                <c:pt idx="13580">
                  <c:v>12.635999999999999</c:v>
                </c:pt>
                <c:pt idx="13581">
                  <c:v>12.774800000000001</c:v>
                </c:pt>
                <c:pt idx="13582">
                  <c:v>13.053100000000001</c:v>
                </c:pt>
                <c:pt idx="13583">
                  <c:v>13.034800000000001</c:v>
                </c:pt>
                <c:pt idx="13584">
                  <c:v>12.8551</c:v>
                </c:pt>
                <c:pt idx="13585">
                  <c:v>12.637499999999999</c:v>
                </c:pt>
                <c:pt idx="13586">
                  <c:v>12.723000000000001</c:v>
                </c:pt>
                <c:pt idx="13587">
                  <c:v>13.204800000000001</c:v>
                </c:pt>
                <c:pt idx="13588">
                  <c:v>13.0464</c:v>
                </c:pt>
                <c:pt idx="13589">
                  <c:v>12.4856</c:v>
                </c:pt>
                <c:pt idx="13590">
                  <c:v>12.212199999999999</c:v>
                </c:pt>
                <c:pt idx="13591">
                  <c:v>12.005000000000001</c:v>
                </c:pt>
                <c:pt idx="13592">
                  <c:v>11.7828</c:v>
                </c:pt>
                <c:pt idx="13593">
                  <c:v>11.694599999999999</c:v>
                </c:pt>
                <c:pt idx="13594">
                  <c:v>11.8965</c:v>
                </c:pt>
                <c:pt idx="13595">
                  <c:v>12.1028</c:v>
                </c:pt>
                <c:pt idx="13596">
                  <c:v>12.085100000000001</c:v>
                </c:pt>
                <c:pt idx="13597">
                  <c:v>11.8687</c:v>
                </c:pt>
                <c:pt idx="13598">
                  <c:v>11.6425</c:v>
                </c:pt>
                <c:pt idx="13599">
                  <c:v>11.449</c:v>
                </c:pt>
                <c:pt idx="13600">
                  <c:v>11.5205</c:v>
                </c:pt>
                <c:pt idx="13601">
                  <c:v>11.8941</c:v>
                </c:pt>
                <c:pt idx="13602">
                  <c:v>12.3285</c:v>
                </c:pt>
                <c:pt idx="13603">
                  <c:v>12.2943</c:v>
                </c:pt>
                <c:pt idx="13604">
                  <c:v>12.102499999999999</c:v>
                </c:pt>
                <c:pt idx="13605">
                  <c:v>11.779400000000001</c:v>
                </c:pt>
                <c:pt idx="13606">
                  <c:v>11.4941</c:v>
                </c:pt>
                <c:pt idx="13607">
                  <c:v>11.803100000000001</c:v>
                </c:pt>
                <c:pt idx="13608">
                  <c:v>11.7601</c:v>
                </c:pt>
                <c:pt idx="13609">
                  <c:v>11.5787</c:v>
                </c:pt>
                <c:pt idx="13610">
                  <c:v>11.880599999999999</c:v>
                </c:pt>
                <c:pt idx="13611">
                  <c:v>11.857200000000001</c:v>
                </c:pt>
                <c:pt idx="13612">
                  <c:v>11.4085</c:v>
                </c:pt>
                <c:pt idx="13613">
                  <c:v>11.210699999999999</c:v>
                </c:pt>
                <c:pt idx="13614">
                  <c:v>11.026400000000001</c:v>
                </c:pt>
                <c:pt idx="13615">
                  <c:v>11.2608</c:v>
                </c:pt>
                <c:pt idx="13616">
                  <c:v>11.7575</c:v>
                </c:pt>
                <c:pt idx="13617">
                  <c:v>11.815300000000001</c:v>
                </c:pt>
                <c:pt idx="13618">
                  <c:v>11.679399999999999</c:v>
                </c:pt>
                <c:pt idx="13619">
                  <c:v>11.5297</c:v>
                </c:pt>
                <c:pt idx="13620">
                  <c:v>11.635199999999999</c:v>
                </c:pt>
                <c:pt idx="13621">
                  <c:v>11.854100000000001</c:v>
                </c:pt>
                <c:pt idx="13622">
                  <c:v>11.8871</c:v>
                </c:pt>
                <c:pt idx="13623">
                  <c:v>12.1112</c:v>
                </c:pt>
                <c:pt idx="13624">
                  <c:v>11.954499999999999</c:v>
                </c:pt>
                <c:pt idx="13625">
                  <c:v>11.7181</c:v>
                </c:pt>
                <c:pt idx="13626">
                  <c:v>12.1137</c:v>
                </c:pt>
                <c:pt idx="13627">
                  <c:v>12.457599999999999</c:v>
                </c:pt>
                <c:pt idx="13628">
                  <c:v>12.4734</c:v>
                </c:pt>
                <c:pt idx="13629">
                  <c:v>12.415900000000001</c:v>
                </c:pt>
                <c:pt idx="13630">
                  <c:v>12.304500000000001</c:v>
                </c:pt>
                <c:pt idx="13631">
                  <c:v>12.1387</c:v>
                </c:pt>
                <c:pt idx="13632">
                  <c:v>11.805899999999999</c:v>
                </c:pt>
                <c:pt idx="13633">
                  <c:v>11.8178</c:v>
                </c:pt>
                <c:pt idx="13634">
                  <c:v>11.963100000000001</c:v>
                </c:pt>
                <c:pt idx="13635">
                  <c:v>12.021100000000001</c:v>
                </c:pt>
                <c:pt idx="13636">
                  <c:v>12.035500000000001</c:v>
                </c:pt>
                <c:pt idx="13637">
                  <c:v>12.096500000000001</c:v>
                </c:pt>
                <c:pt idx="13638">
                  <c:v>12.326700000000001</c:v>
                </c:pt>
                <c:pt idx="13639">
                  <c:v>12.7385</c:v>
                </c:pt>
                <c:pt idx="13640">
                  <c:v>12.8927</c:v>
                </c:pt>
                <c:pt idx="13641">
                  <c:v>12.3619</c:v>
                </c:pt>
                <c:pt idx="13642">
                  <c:v>11.9358</c:v>
                </c:pt>
                <c:pt idx="13643">
                  <c:v>11.724399999999999</c:v>
                </c:pt>
                <c:pt idx="13644">
                  <c:v>11.628500000000001</c:v>
                </c:pt>
                <c:pt idx="13645">
                  <c:v>11.9129</c:v>
                </c:pt>
                <c:pt idx="13646">
                  <c:v>11.896100000000001</c:v>
                </c:pt>
                <c:pt idx="13647">
                  <c:v>12.02</c:v>
                </c:pt>
                <c:pt idx="13648">
                  <c:v>12.101800000000001</c:v>
                </c:pt>
                <c:pt idx="13649">
                  <c:v>12.2148</c:v>
                </c:pt>
                <c:pt idx="13650">
                  <c:v>12.250400000000001</c:v>
                </c:pt>
                <c:pt idx="13651">
                  <c:v>12.078099999999999</c:v>
                </c:pt>
                <c:pt idx="13652">
                  <c:v>12.0228</c:v>
                </c:pt>
                <c:pt idx="13653">
                  <c:v>12.020899999999999</c:v>
                </c:pt>
                <c:pt idx="13654">
                  <c:v>12.131</c:v>
                </c:pt>
                <c:pt idx="13655">
                  <c:v>12.3</c:v>
                </c:pt>
                <c:pt idx="13656">
                  <c:v>12.248200000000001</c:v>
                </c:pt>
                <c:pt idx="13657">
                  <c:v>12.1494</c:v>
                </c:pt>
                <c:pt idx="13658">
                  <c:v>12.4084</c:v>
                </c:pt>
                <c:pt idx="13659">
                  <c:v>12.5563</c:v>
                </c:pt>
                <c:pt idx="13660">
                  <c:v>12.2935</c:v>
                </c:pt>
                <c:pt idx="13661">
                  <c:v>12.1251</c:v>
                </c:pt>
                <c:pt idx="13662">
                  <c:v>11.963900000000001</c:v>
                </c:pt>
                <c:pt idx="13663">
                  <c:v>11.8062</c:v>
                </c:pt>
                <c:pt idx="13664">
                  <c:v>11.7704</c:v>
                </c:pt>
                <c:pt idx="13665">
                  <c:v>12.226800000000001</c:v>
                </c:pt>
                <c:pt idx="13666">
                  <c:v>12.566700000000001</c:v>
                </c:pt>
                <c:pt idx="13667">
                  <c:v>12.600199999999999</c:v>
                </c:pt>
                <c:pt idx="13668">
                  <c:v>12.626899999999999</c:v>
                </c:pt>
                <c:pt idx="13669">
                  <c:v>12.4693</c:v>
                </c:pt>
                <c:pt idx="13670">
                  <c:v>12.102499999999999</c:v>
                </c:pt>
                <c:pt idx="13671">
                  <c:v>11.9648</c:v>
                </c:pt>
                <c:pt idx="13672">
                  <c:v>12.195499999999999</c:v>
                </c:pt>
                <c:pt idx="13673">
                  <c:v>12.543699999999999</c:v>
                </c:pt>
                <c:pt idx="13674">
                  <c:v>12.563800000000001</c:v>
                </c:pt>
                <c:pt idx="13675">
                  <c:v>12.4262</c:v>
                </c:pt>
                <c:pt idx="13676">
                  <c:v>12.3934</c:v>
                </c:pt>
                <c:pt idx="13677">
                  <c:v>12.3287</c:v>
                </c:pt>
                <c:pt idx="13678">
                  <c:v>12.1731</c:v>
                </c:pt>
                <c:pt idx="13679">
                  <c:v>12.4053</c:v>
                </c:pt>
                <c:pt idx="13680">
                  <c:v>12.878</c:v>
                </c:pt>
                <c:pt idx="13681">
                  <c:v>13.338800000000001</c:v>
                </c:pt>
                <c:pt idx="13682">
                  <c:v>13.486700000000001</c:v>
                </c:pt>
                <c:pt idx="13683">
                  <c:v>13.5871</c:v>
                </c:pt>
                <c:pt idx="13684">
                  <c:v>13.5288</c:v>
                </c:pt>
                <c:pt idx="13685">
                  <c:v>13.426399999999999</c:v>
                </c:pt>
                <c:pt idx="13686">
                  <c:v>13.5581</c:v>
                </c:pt>
                <c:pt idx="13687">
                  <c:v>13.3606</c:v>
                </c:pt>
                <c:pt idx="13688">
                  <c:v>12.782299999999999</c:v>
                </c:pt>
                <c:pt idx="13689">
                  <c:v>12.218999999999999</c:v>
                </c:pt>
                <c:pt idx="13690">
                  <c:v>12.0975</c:v>
                </c:pt>
                <c:pt idx="13691">
                  <c:v>12.3001</c:v>
                </c:pt>
                <c:pt idx="13692">
                  <c:v>12.444599999999999</c:v>
                </c:pt>
                <c:pt idx="13693">
                  <c:v>12.5002</c:v>
                </c:pt>
                <c:pt idx="13694">
                  <c:v>12.1126</c:v>
                </c:pt>
                <c:pt idx="13695">
                  <c:v>11.815099999999999</c:v>
                </c:pt>
                <c:pt idx="13696">
                  <c:v>11.839399999999999</c:v>
                </c:pt>
                <c:pt idx="13697">
                  <c:v>12.0091</c:v>
                </c:pt>
                <c:pt idx="13698">
                  <c:v>12.2681</c:v>
                </c:pt>
                <c:pt idx="13699">
                  <c:v>12.2121</c:v>
                </c:pt>
                <c:pt idx="13700">
                  <c:v>11.9358</c:v>
                </c:pt>
                <c:pt idx="13701">
                  <c:v>11.6892</c:v>
                </c:pt>
                <c:pt idx="13702">
                  <c:v>11.4438</c:v>
                </c:pt>
                <c:pt idx="13703">
                  <c:v>11.4498</c:v>
                </c:pt>
                <c:pt idx="13704">
                  <c:v>11.5571</c:v>
                </c:pt>
                <c:pt idx="13705">
                  <c:v>11.670299999999999</c:v>
                </c:pt>
                <c:pt idx="13706">
                  <c:v>11.7675</c:v>
                </c:pt>
                <c:pt idx="13707">
                  <c:v>11.925000000000001</c:v>
                </c:pt>
                <c:pt idx="13708">
                  <c:v>11.9016</c:v>
                </c:pt>
                <c:pt idx="13709">
                  <c:v>11.452999999999999</c:v>
                </c:pt>
                <c:pt idx="13710">
                  <c:v>11.0153</c:v>
                </c:pt>
                <c:pt idx="13711">
                  <c:v>11.048299999999999</c:v>
                </c:pt>
                <c:pt idx="13712">
                  <c:v>11.3788</c:v>
                </c:pt>
                <c:pt idx="13713">
                  <c:v>11.810700000000001</c:v>
                </c:pt>
                <c:pt idx="13714">
                  <c:v>12.1393</c:v>
                </c:pt>
                <c:pt idx="13715">
                  <c:v>12.091100000000001</c:v>
                </c:pt>
                <c:pt idx="13716">
                  <c:v>11.9839</c:v>
                </c:pt>
                <c:pt idx="13717">
                  <c:v>11.759499999999999</c:v>
                </c:pt>
                <c:pt idx="13718">
                  <c:v>11.4788</c:v>
                </c:pt>
                <c:pt idx="13719">
                  <c:v>11.3208</c:v>
                </c:pt>
                <c:pt idx="13720">
                  <c:v>11.260999999999999</c:v>
                </c:pt>
                <c:pt idx="13721">
                  <c:v>11.503299999999999</c:v>
                </c:pt>
                <c:pt idx="13722">
                  <c:v>11.809799999999999</c:v>
                </c:pt>
                <c:pt idx="13723">
                  <c:v>12.035299999999999</c:v>
                </c:pt>
                <c:pt idx="13724">
                  <c:v>12.0335</c:v>
                </c:pt>
                <c:pt idx="13725">
                  <c:v>11.970499999999999</c:v>
                </c:pt>
                <c:pt idx="13726">
                  <c:v>11.784700000000001</c:v>
                </c:pt>
                <c:pt idx="13727">
                  <c:v>11.822100000000001</c:v>
                </c:pt>
                <c:pt idx="13728">
                  <c:v>12.1434</c:v>
                </c:pt>
                <c:pt idx="13729">
                  <c:v>12.5358</c:v>
                </c:pt>
                <c:pt idx="13730">
                  <c:v>12.7402</c:v>
                </c:pt>
                <c:pt idx="13731">
                  <c:v>12.599299999999999</c:v>
                </c:pt>
                <c:pt idx="13732">
                  <c:v>12.2758</c:v>
                </c:pt>
                <c:pt idx="13733">
                  <c:v>12.2171</c:v>
                </c:pt>
                <c:pt idx="13734">
                  <c:v>12.5298</c:v>
                </c:pt>
                <c:pt idx="13735">
                  <c:v>12.6434</c:v>
                </c:pt>
                <c:pt idx="13736">
                  <c:v>12.789199999999999</c:v>
                </c:pt>
                <c:pt idx="13737">
                  <c:v>12.8093</c:v>
                </c:pt>
                <c:pt idx="13738">
                  <c:v>12.723100000000001</c:v>
                </c:pt>
                <c:pt idx="13739">
                  <c:v>12.663600000000001</c:v>
                </c:pt>
                <c:pt idx="13740">
                  <c:v>12.5336</c:v>
                </c:pt>
                <c:pt idx="13741">
                  <c:v>12.624000000000001</c:v>
                </c:pt>
                <c:pt idx="13742">
                  <c:v>12.749499999999999</c:v>
                </c:pt>
                <c:pt idx="13743">
                  <c:v>12.8323</c:v>
                </c:pt>
                <c:pt idx="13744">
                  <c:v>12.832100000000001</c:v>
                </c:pt>
                <c:pt idx="13745">
                  <c:v>12.7971</c:v>
                </c:pt>
                <c:pt idx="13746">
                  <c:v>12.5128</c:v>
                </c:pt>
                <c:pt idx="13747">
                  <c:v>12.2325</c:v>
                </c:pt>
                <c:pt idx="13748">
                  <c:v>11.980499999999999</c:v>
                </c:pt>
                <c:pt idx="13749">
                  <c:v>12.002599999999999</c:v>
                </c:pt>
                <c:pt idx="13750">
                  <c:v>12.0558</c:v>
                </c:pt>
                <c:pt idx="13751">
                  <c:v>11.8887</c:v>
                </c:pt>
                <c:pt idx="13752">
                  <c:v>11.457700000000001</c:v>
                </c:pt>
                <c:pt idx="13753">
                  <c:v>10.924799999999999</c:v>
                </c:pt>
                <c:pt idx="13754">
                  <c:v>10.865</c:v>
                </c:pt>
                <c:pt idx="13755">
                  <c:v>10.964399999999999</c:v>
                </c:pt>
                <c:pt idx="13756">
                  <c:v>11.067</c:v>
                </c:pt>
                <c:pt idx="13757">
                  <c:v>11.3277</c:v>
                </c:pt>
                <c:pt idx="13758">
                  <c:v>11.4598</c:v>
                </c:pt>
                <c:pt idx="13759">
                  <c:v>11.286</c:v>
                </c:pt>
                <c:pt idx="13760">
                  <c:v>11.006</c:v>
                </c:pt>
                <c:pt idx="13761">
                  <c:v>10.5816</c:v>
                </c:pt>
                <c:pt idx="13762">
                  <c:v>10.429399999999999</c:v>
                </c:pt>
                <c:pt idx="13763">
                  <c:v>10.601900000000001</c:v>
                </c:pt>
                <c:pt idx="13764">
                  <c:v>10.8698</c:v>
                </c:pt>
                <c:pt idx="13765">
                  <c:v>10.7165</c:v>
                </c:pt>
                <c:pt idx="13766">
                  <c:v>11.1287</c:v>
                </c:pt>
                <c:pt idx="13767">
                  <c:v>11.573</c:v>
                </c:pt>
                <c:pt idx="13768">
                  <c:v>11.710699999999999</c:v>
                </c:pt>
                <c:pt idx="13769">
                  <c:v>11.9278</c:v>
                </c:pt>
                <c:pt idx="13770">
                  <c:v>12.056900000000001</c:v>
                </c:pt>
                <c:pt idx="13771">
                  <c:v>11.9284</c:v>
                </c:pt>
                <c:pt idx="13772">
                  <c:v>11.716799999999999</c:v>
                </c:pt>
                <c:pt idx="13773">
                  <c:v>11.5793</c:v>
                </c:pt>
                <c:pt idx="13774">
                  <c:v>11.6889</c:v>
                </c:pt>
                <c:pt idx="13775">
                  <c:v>11.4994</c:v>
                </c:pt>
                <c:pt idx="13776">
                  <c:v>11.373799999999999</c:v>
                </c:pt>
                <c:pt idx="13777">
                  <c:v>11.2416</c:v>
                </c:pt>
                <c:pt idx="13778">
                  <c:v>10.820600000000001</c:v>
                </c:pt>
                <c:pt idx="13779">
                  <c:v>10.776999999999999</c:v>
                </c:pt>
                <c:pt idx="13780">
                  <c:v>10.996600000000001</c:v>
                </c:pt>
                <c:pt idx="13781">
                  <c:v>11.011799999999999</c:v>
                </c:pt>
                <c:pt idx="13782">
                  <c:v>10.7159</c:v>
                </c:pt>
                <c:pt idx="13783">
                  <c:v>10.632</c:v>
                </c:pt>
                <c:pt idx="13784">
                  <c:v>10.2827</c:v>
                </c:pt>
                <c:pt idx="13785">
                  <c:v>9.8640899999999991</c:v>
                </c:pt>
                <c:pt idx="13786">
                  <c:v>9.9218299999999999</c:v>
                </c:pt>
                <c:pt idx="13787">
                  <c:v>10.1844</c:v>
                </c:pt>
                <c:pt idx="13788">
                  <c:v>10.291700000000001</c:v>
                </c:pt>
                <c:pt idx="13789">
                  <c:v>9.9289900000000006</c:v>
                </c:pt>
                <c:pt idx="13790">
                  <c:v>9.5485199999999999</c:v>
                </c:pt>
                <c:pt idx="13791">
                  <c:v>9.7903500000000001</c:v>
                </c:pt>
                <c:pt idx="13792">
                  <c:v>9.9847699999999993</c:v>
                </c:pt>
                <c:pt idx="13793">
                  <c:v>9.7975899999999996</c:v>
                </c:pt>
                <c:pt idx="13794">
                  <c:v>9.6954899999999995</c:v>
                </c:pt>
                <c:pt idx="13795">
                  <c:v>9.9970499999999998</c:v>
                </c:pt>
                <c:pt idx="13796">
                  <c:v>10.323600000000001</c:v>
                </c:pt>
                <c:pt idx="13797">
                  <c:v>10.4041</c:v>
                </c:pt>
                <c:pt idx="13798">
                  <c:v>9.9102899999999998</c:v>
                </c:pt>
                <c:pt idx="13799">
                  <c:v>9.3958999999999993</c:v>
                </c:pt>
                <c:pt idx="13800">
                  <c:v>9.3576300000000003</c:v>
                </c:pt>
                <c:pt idx="13801">
                  <c:v>9.64283</c:v>
                </c:pt>
                <c:pt idx="13802">
                  <c:v>9.9777799999999992</c:v>
                </c:pt>
                <c:pt idx="13803">
                  <c:v>9.9797600000000006</c:v>
                </c:pt>
                <c:pt idx="13804">
                  <c:v>10.142899999999999</c:v>
                </c:pt>
                <c:pt idx="13805">
                  <c:v>10.1922</c:v>
                </c:pt>
                <c:pt idx="13806">
                  <c:v>9.92197</c:v>
                </c:pt>
                <c:pt idx="13807">
                  <c:v>9.7472700000000003</c:v>
                </c:pt>
                <c:pt idx="13808">
                  <c:v>9.6464499999999997</c:v>
                </c:pt>
                <c:pt idx="13809">
                  <c:v>9.75441</c:v>
                </c:pt>
                <c:pt idx="13810">
                  <c:v>10.2485</c:v>
                </c:pt>
                <c:pt idx="13811">
                  <c:v>10.3599</c:v>
                </c:pt>
                <c:pt idx="13812">
                  <c:v>10.460800000000001</c:v>
                </c:pt>
                <c:pt idx="13813">
                  <c:v>10.4903</c:v>
                </c:pt>
                <c:pt idx="13814">
                  <c:v>10.540100000000001</c:v>
                </c:pt>
                <c:pt idx="13815">
                  <c:v>10.8691</c:v>
                </c:pt>
                <c:pt idx="13816">
                  <c:v>10.789899999999999</c:v>
                </c:pt>
                <c:pt idx="13817">
                  <c:v>10.3866</c:v>
                </c:pt>
                <c:pt idx="13818">
                  <c:v>10.0222</c:v>
                </c:pt>
                <c:pt idx="13819">
                  <c:v>9.9079300000000003</c:v>
                </c:pt>
                <c:pt idx="13820">
                  <c:v>10.114599999999999</c:v>
                </c:pt>
                <c:pt idx="13821">
                  <c:v>10.3073</c:v>
                </c:pt>
                <c:pt idx="13822">
                  <c:v>10.0831</c:v>
                </c:pt>
                <c:pt idx="13823">
                  <c:v>9.8412199999999999</c:v>
                </c:pt>
                <c:pt idx="13824">
                  <c:v>9.5517199999999995</c:v>
                </c:pt>
                <c:pt idx="13825">
                  <c:v>9.4489400000000003</c:v>
                </c:pt>
                <c:pt idx="13826">
                  <c:v>9.6713699999999996</c:v>
                </c:pt>
                <c:pt idx="13827">
                  <c:v>9.8177800000000008</c:v>
                </c:pt>
                <c:pt idx="13828">
                  <c:v>9.9002099999999995</c:v>
                </c:pt>
                <c:pt idx="13829">
                  <c:v>9.6394599999999997</c:v>
                </c:pt>
                <c:pt idx="13830">
                  <c:v>9.4468300000000003</c:v>
                </c:pt>
                <c:pt idx="13831">
                  <c:v>9.3866999999999994</c:v>
                </c:pt>
                <c:pt idx="13832">
                  <c:v>9.6455199999999994</c:v>
                </c:pt>
                <c:pt idx="13833">
                  <c:v>9.9980799999999999</c:v>
                </c:pt>
                <c:pt idx="13834">
                  <c:v>10.067600000000001</c:v>
                </c:pt>
                <c:pt idx="13835">
                  <c:v>9.8554999999999993</c:v>
                </c:pt>
                <c:pt idx="13836">
                  <c:v>9.7847200000000001</c:v>
                </c:pt>
                <c:pt idx="13837">
                  <c:v>9.6475200000000001</c:v>
                </c:pt>
                <c:pt idx="13838">
                  <c:v>9.4689899999999998</c:v>
                </c:pt>
                <c:pt idx="13839">
                  <c:v>9.44801</c:v>
                </c:pt>
                <c:pt idx="13840">
                  <c:v>9.7328600000000005</c:v>
                </c:pt>
                <c:pt idx="13841">
                  <c:v>9.7051800000000004</c:v>
                </c:pt>
                <c:pt idx="13842">
                  <c:v>9.6060599999999994</c:v>
                </c:pt>
                <c:pt idx="13843">
                  <c:v>9.7273599999999991</c:v>
                </c:pt>
                <c:pt idx="13844">
                  <c:v>9.7999200000000002</c:v>
                </c:pt>
                <c:pt idx="13845">
                  <c:v>9.7651599999999998</c:v>
                </c:pt>
                <c:pt idx="13846">
                  <c:v>9.8445400000000003</c:v>
                </c:pt>
                <c:pt idx="13847">
                  <c:v>9.7001000000000008</c:v>
                </c:pt>
                <c:pt idx="13848">
                  <c:v>9.4253099999999996</c:v>
                </c:pt>
                <c:pt idx="13849">
                  <c:v>9.2120300000000004</c:v>
                </c:pt>
                <c:pt idx="13850">
                  <c:v>8.9057399999999998</c:v>
                </c:pt>
                <c:pt idx="13851">
                  <c:v>8.8048000000000002</c:v>
                </c:pt>
                <c:pt idx="13852">
                  <c:v>9.0911000000000008</c:v>
                </c:pt>
                <c:pt idx="13853">
                  <c:v>9.4575099999999992</c:v>
                </c:pt>
                <c:pt idx="13854">
                  <c:v>9.4009699999999992</c:v>
                </c:pt>
                <c:pt idx="13855">
                  <c:v>9.4470500000000008</c:v>
                </c:pt>
                <c:pt idx="13856">
                  <c:v>9.6755600000000008</c:v>
                </c:pt>
                <c:pt idx="13857">
                  <c:v>9.4032300000000006</c:v>
                </c:pt>
                <c:pt idx="13858">
                  <c:v>9.1409199999999995</c:v>
                </c:pt>
                <c:pt idx="13859">
                  <c:v>9.0890900000000006</c:v>
                </c:pt>
                <c:pt idx="13860">
                  <c:v>9.3051899999999996</c:v>
                </c:pt>
                <c:pt idx="13861">
                  <c:v>9.5144800000000007</c:v>
                </c:pt>
                <c:pt idx="13862">
                  <c:v>9.5176200000000009</c:v>
                </c:pt>
                <c:pt idx="13863">
                  <c:v>9.3891500000000008</c:v>
                </c:pt>
                <c:pt idx="13864">
                  <c:v>9.52745</c:v>
                </c:pt>
                <c:pt idx="13865">
                  <c:v>9.5064700000000002</c:v>
                </c:pt>
                <c:pt idx="13866">
                  <c:v>9.4430099999999992</c:v>
                </c:pt>
                <c:pt idx="13867">
                  <c:v>9.7772699999999997</c:v>
                </c:pt>
                <c:pt idx="13868">
                  <c:v>9.8225599999999993</c:v>
                </c:pt>
                <c:pt idx="13869">
                  <c:v>9.8892900000000008</c:v>
                </c:pt>
                <c:pt idx="13870">
                  <c:v>10.2049</c:v>
                </c:pt>
                <c:pt idx="13871">
                  <c:v>10.245699999999999</c:v>
                </c:pt>
                <c:pt idx="13872">
                  <c:v>10.0886</c:v>
                </c:pt>
                <c:pt idx="13873">
                  <c:v>10.2239</c:v>
                </c:pt>
                <c:pt idx="13874">
                  <c:v>10.1455</c:v>
                </c:pt>
                <c:pt idx="13875">
                  <c:v>9.9547100000000004</c:v>
                </c:pt>
                <c:pt idx="13876">
                  <c:v>9.8742300000000007</c:v>
                </c:pt>
                <c:pt idx="13877">
                  <c:v>9.8066999999999993</c:v>
                </c:pt>
                <c:pt idx="13878">
                  <c:v>9.9252900000000004</c:v>
                </c:pt>
                <c:pt idx="13879">
                  <c:v>10.2469</c:v>
                </c:pt>
                <c:pt idx="13880">
                  <c:v>10.131600000000001</c:v>
                </c:pt>
                <c:pt idx="13881">
                  <c:v>10.025499999999999</c:v>
                </c:pt>
                <c:pt idx="13882">
                  <c:v>9.8894500000000001</c:v>
                </c:pt>
                <c:pt idx="13883">
                  <c:v>10.0228</c:v>
                </c:pt>
                <c:pt idx="13884">
                  <c:v>10.151300000000001</c:v>
                </c:pt>
                <c:pt idx="13885">
                  <c:v>10.1936</c:v>
                </c:pt>
                <c:pt idx="13886">
                  <c:v>10.1264</c:v>
                </c:pt>
                <c:pt idx="13887">
                  <c:v>9.8311100000000007</c:v>
                </c:pt>
                <c:pt idx="13888">
                  <c:v>9.6926900000000007</c:v>
                </c:pt>
                <c:pt idx="13889">
                  <c:v>9.8419100000000004</c:v>
                </c:pt>
                <c:pt idx="13890">
                  <c:v>9.6857000000000006</c:v>
                </c:pt>
                <c:pt idx="13891">
                  <c:v>9.3103899999999999</c:v>
                </c:pt>
                <c:pt idx="13892">
                  <c:v>9.2245600000000003</c:v>
                </c:pt>
                <c:pt idx="13893">
                  <c:v>9.3501899999999996</c:v>
                </c:pt>
                <c:pt idx="13894">
                  <c:v>9.3876200000000001</c:v>
                </c:pt>
                <c:pt idx="13895">
                  <c:v>9.52515</c:v>
                </c:pt>
                <c:pt idx="13896">
                  <c:v>9.7482199999999999</c:v>
                </c:pt>
                <c:pt idx="13897">
                  <c:v>9.6426700000000007</c:v>
                </c:pt>
                <c:pt idx="13898">
                  <c:v>9.6644500000000004</c:v>
                </c:pt>
                <c:pt idx="13899">
                  <c:v>9.6170100000000005</c:v>
                </c:pt>
                <c:pt idx="13900">
                  <c:v>9.65869</c:v>
                </c:pt>
                <c:pt idx="13901">
                  <c:v>9.6294799999999992</c:v>
                </c:pt>
                <c:pt idx="13902">
                  <c:v>9.5194200000000002</c:v>
                </c:pt>
                <c:pt idx="13903">
                  <c:v>9.6336300000000001</c:v>
                </c:pt>
                <c:pt idx="13904">
                  <c:v>9.7149000000000001</c:v>
                </c:pt>
                <c:pt idx="13905">
                  <c:v>9.4585399999999993</c:v>
                </c:pt>
                <c:pt idx="13906">
                  <c:v>9.1787100000000006</c:v>
                </c:pt>
                <c:pt idx="13907">
                  <c:v>8.6901899999999994</c:v>
                </c:pt>
                <c:pt idx="13908">
                  <c:v>8.3764800000000008</c:v>
                </c:pt>
                <c:pt idx="13909">
                  <c:v>8.7011699999999994</c:v>
                </c:pt>
                <c:pt idx="13910">
                  <c:v>8.7951200000000007</c:v>
                </c:pt>
                <c:pt idx="13911">
                  <c:v>8.7589100000000002</c:v>
                </c:pt>
                <c:pt idx="13912">
                  <c:v>9.0511300000000006</c:v>
                </c:pt>
                <c:pt idx="13913">
                  <c:v>9.2047899999999991</c:v>
                </c:pt>
                <c:pt idx="13914">
                  <c:v>9.1535100000000007</c:v>
                </c:pt>
                <c:pt idx="13915">
                  <c:v>8.9362399999999997</c:v>
                </c:pt>
                <c:pt idx="13916">
                  <c:v>8.8406500000000001</c:v>
                </c:pt>
                <c:pt idx="13917">
                  <c:v>8.9530600000000007</c:v>
                </c:pt>
                <c:pt idx="13918">
                  <c:v>9.0540900000000004</c:v>
                </c:pt>
                <c:pt idx="13919">
                  <c:v>8.8414800000000007</c:v>
                </c:pt>
                <c:pt idx="13920">
                  <c:v>8.5727700000000002</c:v>
                </c:pt>
                <c:pt idx="13921">
                  <c:v>8.4267900000000004</c:v>
                </c:pt>
                <c:pt idx="13922">
                  <c:v>8.9244199999999996</c:v>
                </c:pt>
                <c:pt idx="13923">
                  <c:v>9.5025499999999994</c:v>
                </c:pt>
                <c:pt idx="13924">
                  <c:v>9.7307199999999998</c:v>
                </c:pt>
                <c:pt idx="13925">
                  <c:v>9.67666</c:v>
                </c:pt>
                <c:pt idx="13926">
                  <c:v>9.60229</c:v>
                </c:pt>
                <c:pt idx="13927">
                  <c:v>9.3392300000000006</c:v>
                </c:pt>
                <c:pt idx="13928">
                  <c:v>9.1853700000000007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399E-4E87-BF0B-A341FED2933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71630720"/>
        <c:axId val="71629760"/>
      </c:scatterChart>
      <c:valAx>
        <c:axId val="71630720"/>
        <c:scaling>
          <c:orientation val="maxMin"/>
          <c:max val="7"/>
          <c:min val="5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/>
                </a:solidFill>
                <a:latin typeface="Avenir LT Std 45 Book" panose="020B0502020203020204" pitchFamily="34" charset="0"/>
                <a:ea typeface="+mn-ea"/>
                <a:cs typeface="+mn-cs"/>
              </a:defRPr>
            </a:pPr>
            <a:endParaRPr lang="en-US"/>
          </a:p>
        </c:txPr>
        <c:crossAx val="71629760"/>
        <c:crosses val="autoZero"/>
        <c:crossBetween val="midCat"/>
      </c:valAx>
      <c:valAx>
        <c:axId val="71629760"/>
        <c:scaling>
          <c:orientation val="minMax"/>
          <c:max val="1500"/>
        </c:scaling>
        <c:delete val="1"/>
        <c:axPos val="r"/>
        <c:numFmt formatCode="General" sourceLinked="1"/>
        <c:majorTickMark val="out"/>
        <c:minorTickMark val="none"/>
        <c:tickLblPos val="nextTo"/>
        <c:crossAx val="71630720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spPr>
            <a:ln w="1270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'Se-M_eth1x'!$A$1:$A$13929</c:f>
              <c:numCache>
                <c:formatCode>General</c:formatCode>
                <c:ptCount val="13929"/>
                <c:pt idx="0">
                  <c:v>3.5725099999999999</c:v>
                </c:pt>
                <c:pt idx="1">
                  <c:v>3.57281</c:v>
                </c:pt>
                <c:pt idx="2">
                  <c:v>3.5731199999999999</c:v>
                </c:pt>
                <c:pt idx="3">
                  <c:v>3.57342</c:v>
                </c:pt>
                <c:pt idx="4">
                  <c:v>3.5737299999999999</c:v>
                </c:pt>
                <c:pt idx="5">
                  <c:v>3.57403</c:v>
                </c:pt>
                <c:pt idx="6">
                  <c:v>3.5743399999999999</c:v>
                </c:pt>
                <c:pt idx="7">
                  <c:v>3.57464</c:v>
                </c:pt>
                <c:pt idx="8">
                  <c:v>3.5749499999999999</c:v>
                </c:pt>
                <c:pt idx="9">
                  <c:v>3.5752600000000001</c:v>
                </c:pt>
                <c:pt idx="10">
                  <c:v>3.5755599999999998</c:v>
                </c:pt>
                <c:pt idx="11">
                  <c:v>3.5758700000000001</c:v>
                </c:pt>
                <c:pt idx="12">
                  <c:v>3.5761699999999998</c:v>
                </c:pt>
                <c:pt idx="13">
                  <c:v>3.5764800000000001</c:v>
                </c:pt>
                <c:pt idx="14">
                  <c:v>3.5767799999999998</c:v>
                </c:pt>
                <c:pt idx="15">
                  <c:v>3.5770900000000001</c:v>
                </c:pt>
                <c:pt idx="16">
                  <c:v>3.5773899999999998</c:v>
                </c:pt>
                <c:pt idx="17">
                  <c:v>3.5777000000000001</c:v>
                </c:pt>
                <c:pt idx="18">
                  <c:v>3.5779999999999998</c:v>
                </c:pt>
                <c:pt idx="19">
                  <c:v>3.5783100000000001</c:v>
                </c:pt>
                <c:pt idx="20">
                  <c:v>3.5786099999999998</c:v>
                </c:pt>
                <c:pt idx="21">
                  <c:v>3.5789200000000001</c:v>
                </c:pt>
                <c:pt idx="22">
                  <c:v>3.5792299999999999</c:v>
                </c:pt>
                <c:pt idx="23">
                  <c:v>3.5795300000000001</c:v>
                </c:pt>
                <c:pt idx="24">
                  <c:v>3.5798399999999999</c:v>
                </c:pt>
                <c:pt idx="25">
                  <c:v>3.5801400000000001</c:v>
                </c:pt>
                <c:pt idx="26">
                  <c:v>3.5804499999999999</c:v>
                </c:pt>
                <c:pt idx="27">
                  <c:v>3.5807500000000001</c:v>
                </c:pt>
                <c:pt idx="28">
                  <c:v>3.5810599999999999</c:v>
                </c:pt>
                <c:pt idx="29">
                  <c:v>3.5813600000000001</c:v>
                </c:pt>
                <c:pt idx="30">
                  <c:v>3.5816699999999999</c:v>
                </c:pt>
                <c:pt idx="31">
                  <c:v>3.5819700000000001</c:v>
                </c:pt>
                <c:pt idx="32">
                  <c:v>3.5822799999999999</c:v>
                </c:pt>
                <c:pt idx="33">
                  <c:v>3.5825800000000001</c:v>
                </c:pt>
                <c:pt idx="34">
                  <c:v>3.5828899999999999</c:v>
                </c:pt>
                <c:pt idx="35">
                  <c:v>3.5832000000000002</c:v>
                </c:pt>
                <c:pt idx="36">
                  <c:v>3.5834999999999999</c:v>
                </c:pt>
                <c:pt idx="37">
                  <c:v>3.5838100000000002</c:v>
                </c:pt>
                <c:pt idx="38">
                  <c:v>3.5841099999999999</c:v>
                </c:pt>
                <c:pt idx="39">
                  <c:v>3.5844200000000002</c:v>
                </c:pt>
                <c:pt idx="40">
                  <c:v>3.5847199999999999</c:v>
                </c:pt>
                <c:pt idx="41">
                  <c:v>3.5850300000000002</c:v>
                </c:pt>
                <c:pt idx="42">
                  <c:v>3.5853299999999999</c:v>
                </c:pt>
                <c:pt idx="43">
                  <c:v>3.5856400000000002</c:v>
                </c:pt>
                <c:pt idx="44">
                  <c:v>3.5859399999999999</c:v>
                </c:pt>
                <c:pt idx="45">
                  <c:v>3.5862500000000002</c:v>
                </c:pt>
                <c:pt idx="46">
                  <c:v>3.58656</c:v>
                </c:pt>
                <c:pt idx="47">
                  <c:v>3.5868600000000002</c:v>
                </c:pt>
                <c:pt idx="48">
                  <c:v>3.58717</c:v>
                </c:pt>
                <c:pt idx="49">
                  <c:v>3.5874700000000002</c:v>
                </c:pt>
                <c:pt idx="50">
                  <c:v>3.58778</c:v>
                </c:pt>
                <c:pt idx="51">
                  <c:v>3.5880800000000002</c:v>
                </c:pt>
                <c:pt idx="52">
                  <c:v>3.58839</c:v>
                </c:pt>
                <c:pt idx="53">
                  <c:v>3.5886900000000002</c:v>
                </c:pt>
                <c:pt idx="54">
                  <c:v>3.589</c:v>
                </c:pt>
                <c:pt idx="55">
                  <c:v>3.5893000000000002</c:v>
                </c:pt>
                <c:pt idx="56">
                  <c:v>3.58961</c:v>
                </c:pt>
                <c:pt idx="57">
                  <c:v>3.5899100000000002</c:v>
                </c:pt>
                <c:pt idx="58">
                  <c:v>3.59022</c:v>
                </c:pt>
                <c:pt idx="59">
                  <c:v>3.5905300000000002</c:v>
                </c:pt>
                <c:pt idx="60">
                  <c:v>3.59083</c:v>
                </c:pt>
                <c:pt idx="61">
                  <c:v>3.5911400000000002</c:v>
                </c:pt>
                <c:pt idx="62">
                  <c:v>3.59144</c:v>
                </c:pt>
                <c:pt idx="63">
                  <c:v>3.5917500000000002</c:v>
                </c:pt>
                <c:pt idx="64">
                  <c:v>3.59205</c:v>
                </c:pt>
                <c:pt idx="65">
                  <c:v>3.5923600000000002</c:v>
                </c:pt>
                <c:pt idx="66">
                  <c:v>3.59266</c:v>
                </c:pt>
                <c:pt idx="67">
                  <c:v>3.5929700000000002</c:v>
                </c:pt>
                <c:pt idx="68">
                  <c:v>3.59327</c:v>
                </c:pt>
                <c:pt idx="69">
                  <c:v>3.5935800000000002</c:v>
                </c:pt>
                <c:pt idx="70">
                  <c:v>3.59388</c:v>
                </c:pt>
                <c:pt idx="71">
                  <c:v>3.5941900000000002</c:v>
                </c:pt>
                <c:pt idx="72">
                  <c:v>3.5945</c:v>
                </c:pt>
                <c:pt idx="73">
                  <c:v>3.5948000000000002</c:v>
                </c:pt>
                <c:pt idx="74">
                  <c:v>3.59511</c:v>
                </c:pt>
                <c:pt idx="75">
                  <c:v>3.5954100000000002</c:v>
                </c:pt>
                <c:pt idx="76">
                  <c:v>3.59572</c:v>
                </c:pt>
                <c:pt idx="77">
                  <c:v>3.5960200000000002</c:v>
                </c:pt>
                <c:pt idx="78">
                  <c:v>3.59633</c:v>
                </c:pt>
                <c:pt idx="79">
                  <c:v>3.5966300000000002</c:v>
                </c:pt>
                <c:pt idx="80">
                  <c:v>3.59694</c:v>
                </c:pt>
                <c:pt idx="81">
                  <c:v>3.5972400000000002</c:v>
                </c:pt>
                <c:pt idx="82">
                  <c:v>3.59755</c:v>
                </c:pt>
                <c:pt idx="83">
                  <c:v>3.5978500000000002</c:v>
                </c:pt>
                <c:pt idx="84">
                  <c:v>3.59816</c:v>
                </c:pt>
                <c:pt idx="85">
                  <c:v>3.5984699999999998</c:v>
                </c:pt>
                <c:pt idx="86">
                  <c:v>3.59877</c:v>
                </c:pt>
                <c:pt idx="87">
                  <c:v>3.5990799999999998</c:v>
                </c:pt>
                <c:pt idx="88">
                  <c:v>3.59938</c:v>
                </c:pt>
                <c:pt idx="89">
                  <c:v>3.5996899999999998</c:v>
                </c:pt>
                <c:pt idx="90">
                  <c:v>3.59999</c:v>
                </c:pt>
                <c:pt idx="91">
                  <c:v>3.6002999999999998</c:v>
                </c:pt>
                <c:pt idx="92">
                  <c:v>3.6006</c:v>
                </c:pt>
                <c:pt idx="93">
                  <c:v>3.6009099999999998</c:v>
                </c:pt>
                <c:pt idx="94">
                  <c:v>3.60121</c:v>
                </c:pt>
                <c:pt idx="95">
                  <c:v>3.6015199999999998</c:v>
                </c:pt>
                <c:pt idx="96">
                  <c:v>3.60182</c:v>
                </c:pt>
                <c:pt idx="97">
                  <c:v>3.6021299999999998</c:v>
                </c:pt>
                <c:pt idx="98">
                  <c:v>3.6024400000000001</c:v>
                </c:pt>
                <c:pt idx="99">
                  <c:v>3.6027399999999998</c:v>
                </c:pt>
                <c:pt idx="100">
                  <c:v>3.6030500000000001</c:v>
                </c:pt>
                <c:pt idx="101">
                  <c:v>3.6033499999999998</c:v>
                </c:pt>
                <c:pt idx="102">
                  <c:v>3.6036600000000001</c:v>
                </c:pt>
                <c:pt idx="103">
                  <c:v>3.6039599999999998</c:v>
                </c:pt>
                <c:pt idx="104">
                  <c:v>3.6042700000000001</c:v>
                </c:pt>
                <c:pt idx="105">
                  <c:v>3.6045699999999998</c:v>
                </c:pt>
                <c:pt idx="106">
                  <c:v>3.6048800000000001</c:v>
                </c:pt>
                <c:pt idx="107">
                  <c:v>3.6051799999999998</c:v>
                </c:pt>
                <c:pt idx="108">
                  <c:v>3.6054900000000001</c:v>
                </c:pt>
                <c:pt idx="109">
                  <c:v>3.6057999999999999</c:v>
                </c:pt>
                <c:pt idx="110">
                  <c:v>3.6061000000000001</c:v>
                </c:pt>
                <c:pt idx="111">
                  <c:v>3.6064099999999999</c:v>
                </c:pt>
                <c:pt idx="112">
                  <c:v>3.6067100000000001</c:v>
                </c:pt>
                <c:pt idx="113">
                  <c:v>3.6070199999999999</c:v>
                </c:pt>
                <c:pt idx="114">
                  <c:v>3.6073200000000001</c:v>
                </c:pt>
                <c:pt idx="115">
                  <c:v>3.6076299999999999</c:v>
                </c:pt>
                <c:pt idx="116">
                  <c:v>3.6079300000000001</c:v>
                </c:pt>
                <c:pt idx="117">
                  <c:v>3.6082399999999999</c:v>
                </c:pt>
                <c:pt idx="118">
                  <c:v>3.6085400000000001</c:v>
                </c:pt>
                <c:pt idx="119">
                  <c:v>3.6088499999999999</c:v>
                </c:pt>
                <c:pt idx="120">
                  <c:v>3.6091500000000001</c:v>
                </c:pt>
                <c:pt idx="121">
                  <c:v>3.6094599999999999</c:v>
                </c:pt>
                <c:pt idx="122">
                  <c:v>3.6097700000000001</c:v>
                </c:pt>
                <c:pt idx="123">
                  <c:v>3.6100699999999999</c:v>
                </c:pt>
                <c:pt idx="124">
                  <c:v>3.6103800000000001</c:v>
                </c:pt>
                <c:pt idx="125">
                  <c:v>3.6106799999999999</c:v>
                </c:pt>
                <c:pt idx="126">
                  <c:v>3.6109900000000001</c:v>
                </c:pt>
                <c:pt idx="127">
                  <c:v>3.6112899999999999</c:v>
                </c:pt>
                <c:pt idx="128">
                  <c:v>3.6116000000000001</c:v>
                </c:pt>
                <c:pt idx="129">
                  <c:v>3.6118999999999999</c:v>
                </c:pt>
                <c:pt idx="130">
                  <c:v>3.6122100000000001</c:v>
                </c:pt>
                <c:pt idx="131">
                  <c:v>3.6125099999999999</c:v>
                </c:pt>
                <c:pt idx="132">
                  <c:v>3.6128200000000001</c:v>
                </c:pt>
                <c:pt idx="133">
                  <c:v>3.6131199999999999</c:v>
                </c:pt>
                <c:pt idx="134">
                  <c:v>3.6134300000000001</c:v>
                </c:pt>
                <c:pt idx="135">
                  <c:v>3.61374</c:v>
                </c:pt>
                <c:pt idx="136">
                  <c:v>3.6140400000000001</c:v>
                </c:pt>
                <c:pt idx="137">
                  <c:v>3.61435</c:v>
                </c:pt>
                <c:pt idx="138">
                  <c:v>3.6146500000000001</c:v>
                </c:pt>
                <c:pt idx="139">
                  <c:v>3.61496</c:v>
                </c:pt>
                <c:pt idx="140">
                  <c:v>3.6152600000000001</c:v>
                </c:pt>
                <c:pt idx="141">
                  <c:v>3.61557</c:v>
                </c:pt>
                <c:pt idx="142">
                  <c:v>3.6158700000000001</c:v>
                </c:pt>
                <c:pt idx="143">
                  <c:v>3.6161799999999999</c:v>
                </c:pt>
                <c:pt idx="144">
                  <c:v>3.6164800000000001</c:v>
                </c:pt>
                <c:pt idx="145">
                  <c:v>3.6167899999999999</c:v>
                </c:pt>
                <c:pt idx="146">
                  <c:v>3.6170900000000001</c:v>
                </c:pt>
                <c:pt idx="147">
                  <c:v>3.6173999999999999</c:v>
                </c:pt>
                <c:pt idx="148">
                  <c:v>3.6177100000000002</c:v>
                </c:pt>
                <c:pt idx="149">
                  <c:v>3.6180099999999999</c:v>
                </c:pt>
                <c:pt idx="150">
                  <c:v>3.6183200000000002</c:v>
                </c:pt>
                <c:pt idx="151">
                  <c:v>3.6186199999999999</c:v>
                </c:pt>
                <c:pt idx="152">
                  <c:v>3.6189300000000002</c:v>
                </c:pt>
                <c:pt idx="153">
                  <c:v>3.6192299999999999</c:v>
                </c:pt>
                <c:pt idx="154">
                  <c:v>3.6195400000000002</c:v>
                </c:pt>
                <c:pt idx="155">
                  <c:v>3.6198399999999999</c:v>
                </c:pt>
                <c:pt idx="156">
                  <c:v>3.6201500000000002</c:v>
                </c:pt>
                <c:pt idx="157">
                  <c:v>3.6204499999999999</c:v>
                </c:pt>
                <c:pt idx="158">
                  <c:v>3.6207600000000002</c:v>
                </c:pt>
                <c:pt idx="159">
                  <c:v>3.62107</c:v>
                </c:pt>
                <c:pt idx="160">
                  <c:v>3.6213700000000002</c:v>
                </c:pt>
                <c:pt idx="161">
                  <c:v>3.62168</c:v>
                </c:pt>
                <c:pt idx="162">
                  <c:v>3.6219800000000002</c:v>
                </c:pt>
                <c:pt idx="163">
                  <c:v>3.62229</c:v>
                </c:pt>
                <c:pt idx="164">
                  <c:v>3.6225900000000002</c:v>
                </c:pt>
                <c:pt idx="165">
                  <c:v>3.6229</c:v>
                </c:pt>
                <c:pt idx="166">
                  <c:v>3.6232000000000002</c:v>
                </c:pt>
                <c:pt idx="167">
                  <c:v>3.62351</c:v>
                </c:pt>
                <c:pt idx="168">
                  <c:v>3.6238100000000002</c:v>
                </c:pt>
                <c:pt idx="169">
                  <c:v>3.62412</c:v>
                </c:pt>
                <c:pt idx="170">
                  <c:v>3.6244200000000002</c:v>
                </c:pt>
                <c:pt idx="171">
                  <c:v>3.62473</c:v>
                </c:pt>
                <c:pt idx="172">
                  <c:v>3.6250399999999998</c:v>
                </c:pt>
                <c:pt idx="173">
                  <c:v>3.62534</c:v>
                </c:pt>
                <c:pt idx="174">
                  <c:v>3.6256499999999998</c:v>
                </c:pt>
                <c:pt idx="175">
                  <c:v>3.62595</c:v>
                </c:pt>
                <c:pt idx="176">
                  <c:v>3.6262599999999998</c:v>
                </c:pt>
                <c:pt idx="177">
                  <c:v>3.62656</c:v>
                </c:pt>
                <c:pt idx="178">
                  <c:v>3.6268699999999998</c:v>
                </c:pt>
                <c:pt idx="179">
                  <c:v>3.62717</c:v>
                </c:pt>
                <c:pt idx="180">
                  <c:v>3.6274799999999998</c:v>
                </c:pt>
                <c:pt idx="181">
                  <c:v>3.62778</c:v>
                </c:pt>
                <c:pt idx="182">
                  <c:v>3.6280899999999998</c:v>
                </c:pt>
                <c:pt idx="183">
                  <c:v>3.62839</c:v>
                </c:pt>
                <c:pt idx="184">
                  <c:v>3.6286999999999998</c:v>
                </c:pt>
                <c:pt idx="185">
                  <c:v>3.6290100000000001</c:v>
                </c:pt>
                <c:pt idx="186">
                  <c:v>3.6293099999999998</c:v>
                </c:pt>
                <c:pt idx="187">
                  <c:v>3.6296200000000001</c:v>
                </c:pt>
                <c:pt idx="188">
                  <c:v>3.6299199999999998</c:v>
                </c:pt>
                <c:pt idx="189">
                  <c:v>3.6302300000000001</c:v>
                </c:pt>
                <c:pt idx="190">
                  <c:v>3.6305299999999998</c:v>
                </c:pt>
                <c:pt idx="191">
                  <c:v>3.6308400000000001</c:v>
                </c:pt>
                <c:pt idx="192">
                  <c:v>3.6311399999999998</c:v>
                </c:pt>
                <c:pt idx="193">
                  <c:v>3.6314500000000001</c:v>
                </c:pt>
                <c:pt idx="194">
                  <c:v>3.6317499999999998</c:v>
                </c:pt>
                <c:pt idx="195">
                  <c:v>3.6320600000000001</c:v>
                </c:pt>
                <c:pt idx="196">
                  <c:v>3.6323599999999998</c:v>
                </c:pt>
                <c:pt idx="197">
                  <c:v>3.6326700000000001</c:v>
                </c:pt>
                <c:pt idx="198">
                  <c:v>3.6329799999999999</c:v>
                </c:pt>
                <c:pt idx="199">
                  <c:v>3.6332800000000001</c:v>
                </c:pt>
                <c:pt idx="200">
                  <c:v>3.6335899999999999</c:v>
                </c:pt>
                <c:pt idx="201">
                  <c:v>3.6338900000000001</c:v>
                </c:pt>
                <c:pt idx="202">
                  <c:v>3.6341999999999999</c:v>
                </c:pt>
                <c:pt idx="203">
                  <c:v>3.6345000000000001</c:v>
                </c:pt>
                <c:pt idx="204">
                  <c:v>3.6348099999999999</c:v>
                </c:pt>
                <c:pt idx="205">
                  <c:v>3.6351100000000001</c:v>
                </c:pt>
                <c:pt idx="206">
                  <c:v>3.6354199999999999</c:v>
                </c:pt>
                <c:pt idx="207">
                  <c:v>3.6357200000000001</c:v>
                </c:pt>
                <c:pt idx="208">
                  <c:v>3.6360299999999999</c:v>
                </c:pt>
                <c:pt idx="209">
                  <c:v>3.6363300000000001</c:v>
                </c:pt>
                <c:pt idx="210">
                  <c:v>3.6366399999999999</c:v>
                </c:pt>
                <c:pt idx="211">
                  <c:v>3.6369500000000001</c:v>
                </c:pt>
                <c:pt idx="212">
                  <c:v>3.6372499999999999</c:v>
                </c:pt>
                <c:pt idx="213">
                  <c:v>3.6375600000000001</c:v>
                </c:pt>
                <c:pt idx="214">
                  <c:v>3.6378599999999999</c:v>
                </c:pt>
                <c:pt idx="215">
                  <c:v>3.6381700000000001</c:v>
                </c:pt>
                <c:pt idx="216">
                  <c:v>3.6384699999999999</c:v>
                </c:pt>
                <c:pt idx="217">
                  <c:v>3.6387800000000001</c:v>
                </c:pt>
                <c:pt idx="218">
                  <c:v>3.6390799999999999</c:v>
                </c:pt>
                <c:pt idx="219">
                  <c:v>3.6393900000000001</c:v>
                </c:pt>
                <c:pt idx="220">
                  <c:v>3.6396899999999999</c:v>
                </c:pt>
                <c:pt idx="221">
                  <c:v>3.64</c:v>
                </c:pt>
                <c:pt idx="222">
                  <c:v>3.6403099999999999</c:v>
                </c:pt>
                <c:pt idx="223">
                  <c:v>3.6406100000000001</c:v>
                </c:pt>
                <c:pt idx="224">
                  <c:v>3.6409199999999999</c:v>
                </c:pt>
                <c:pt idx="225">
                  <c:v>3.6412200000000001</c:v>
                </c:pt>
                <c:pt idx="226">
                  <c:v>3.6415299999999999</c:v>
                </c:pt>
                <c:pt idx="227">
                  <c:v>3.6418300000000001</c:v>
                </c:pt>
                <c:pt idx="228">
                  <c:v>3.6421399999999999</c:v>
                </c:pt>
                <c:pt idx="229">
                  <c:v>3.6424400000000001</c:v>
                </c:pt>
                <c:pt idx="230">
                  <c:v>3.6427499999999999</c:v>
                </c:pt>
                <c:pt idx="231">
                  <c:v>3.6430500000000001</c:v>
                </c:pt>
                <c:pt idx="232">
                  <c:v>3.6433599999999999</c:v>
                </c:pt>
                <c:pt idx="233">
                  <c:v>3.6436600000000001</c:v>
                </c:pt>
                <c:pt idx="234">
                  <c:v>3.6439699999999999</c:v>
                </c:pt>
                <c:pt idx="235">
                  <c:v>3.6442800000000002</c:v>
                </c:pt>
                <c:pt idx="236">
                  <c:v>3.6445799999999999</c:v>
                </c:pt>
                <c:pt idx="237">
                  <c:v>3.6448900000000002</c:v>
                </c:pt>
                <c:pt idx="238">
                  <c:v>3.6451899999999999</c:v>
                </c:pt>
                <c:pt idx="239">
                  <c:v>3.6455000000000002</c:v>
                </c:pt>
                <c:pt idx="240">
                  <c:v>3.6457999999999999</c:v>
                </c:pt>
                <c:pt idx="241">
                  <c:v>3.6461100000000002</c:v>
                </c:pt>
                <c:pt idx="242">
                  <c:v>3.6464099999999999</c:v>
                </c:pt>
                <c:pt idx="243">
                  <c:v>3.6467200000000002</c:v>
                </c:pt>
                <c:pt idx="244">
                  <c:v>3.6470199999999999</c:v>
                </c:pt>
                <c:pt idx="245">
                  <c:v>3.6473300000000002</c:v>
                </c:pt>
                <c:pt idx="246">
                  <c:v>3.6476299999999999</c:v>
                </c:pt>
                <c:pt idx="247">
                  <c:v>3.6479400000000002</c:v>
                </c:pt>
                <c:pt idx="248">
                  <c:v>3.64825</c:v>
                </c:pt>
                <c:pt idx="249">
                  <c:v>3.6485500000000002</c:v>
                </c:pt>
                <c:pt idx="250">
                  <c:v>3.64886</c:v>
                </c:pt>
                <c:pt idx="251">
                  <c:v>3.6491600000000002</c:v>
                </c:pt>
                <c:pt idx="252">
                  <c:v>3.64947</c:v>
                </c:pt>
                <c:pt idx="253">
                  <c:v>3.6497700000000002</c:v>
                </c:pt>
                <c:pt idx="254">
                  <c:v>3.65008</c:v>
                </c:pt>
                <c:pt idx="255">
                  <c:v>3.6503800000000002</c:v>
                </c:pt>
                <c:pt idx="256">
                  <c:v>3.65069</c:v>
                </c:pt>
                <c:pt idx="257">
                  <c:v>3.6509900000000002</c:v>
                </c:pt>
                <c:pt idx="258">
                  <c:v>3.6513</c:v>
                </c:pt>
                <c:pt idx="259">
                  <c:v>3.6516000000000002</c:v>
                </c:pt>
                <c:pt idx="260">
                  <c:v>3.65191</c:v>
                </c:pt>
                <c:pt idx="261">
                  <c:v>3.6522199999999998</c:v>
                </c:pt>
                <c:pt idx="262">
                  <c:v>3.65252</c:v>
                </c:pt>
                <c:pt idx="263">
                  <c:v>3.6528299999999998</c:v>
                </c:pt>
                <c:pt idx="264">
                  <c:v>3.65313</c:v>
                </c:pt>
                <c:pt idx="265">
                  <c:v>3.6534399999999998</c:v>
                </c:pt>
                <c:pt idx="266">
                  <c:v>3.65374</c:v>
                </c:pt>
                <c:pt idx="267">
                  <c:v>3.6540499999999998</c:v>
                </c:pt>
                <c:pt idx="268">
                  <c:v>3.65435</c:v>
                </c:pt>
                <c:pt idx="269">
                  <c:v>3.6546599999999998</c:v>
                </c:pt>
                <c:pt idx="270">
                  <c:v>3.65496</c:v>
                </c:pt>
                <c:pt idx="271">
                  <c:v>3.6552699999999998</c:v>
                </c:pt>
                <c:pt idx="272">
                  <c:v>3.65557</c:v>
                </c:pt>
                <c:pt idx="273">
                  <c:v>3.6558799999999998</c:v>
                </c:pt>
                <c:pt idx="274">
                  <c:v>3.6561900000000001</c:v>
                </c:pt>
                <c:pt idx="275">
                  <c:v>3.6564899999999998</c:v>
                </c:pt>
                <c:pt idx="276">
                  <c:v>3.6568000000000001</c:v>
                </c:pt>
                <c:pt idx="277">
                  <c:v>3.6570999999999998</c:v>
                </c:pt>
                <c:pt idx="278">
                  <c:v>3.65741</c:v>
                </c:pt>
                <c:pt idx="279">
                  <c:v>3.6577099999999998</c:v>
                </c:pt>
                <c:pt idx="280">
                  <c:v>3.65802</c:v>
                </c:pt>
                <c:pt idx="281">
                  <c:v>3.6583199999999998</c:v>
                </c:pt>
                <c:pt idx="282">
                  <c:v>3.65863</c:v>
                </c:pt>
                <c:pt idx="283">
                  <c:v>3.6589299999999998</c:v>
                </c:pt>
                <c:pt idx="284">
                  <c:v>3.65924</c:v>
                </c:pt>
                <c:pt idx="285">
                  <c:v>3.6595499999999999</c:v>
                </c:pt>
                <c:pt idx="286">
                  <c:v>3.65985</c:v>
                </c:pt>
                <c:pt idx="287">
                  <c:v>3.6601599999999999</c:v>
                </c:pt>
                <c:pt idx="288">
                  <c:v>3.66046</c:v>
                </c:pt>
                <c:pt idx="289">
                  <c:v>3.6607699999999999</c:v>
                </c:pt>
                <c:pt idx="290">
                  <c:v>3.66107</c:v>
                </c:pt>
                <c:pt idx="291">
                  <c:v>3.6613799999999999</c:v>
                </c:pt>
                <c:pt idx="292">
                  <c:v>3.66168</c:v>
                </c:pt>
                <c:pt idx="293">
                  <c:v>3.6619899999999999</c:v>
                </c:pt>
                <c:pt idx="294">
                  <c:v>3.66229</c:v>
                </c:pt>
                <c:pt idx="295">
                  <c:v>3.6625999999999999</c:v>
                </c:pt>
                <c:pt idx="296">
                  <c:v>3.6629</c:v>
                </c:pt>
                <c:pt idx="297">
                  <c:v>3.6632099999999999</c:v>
                </c:pt>
                <c:pt idx="298">
                  <c:v>3.6635200000000001</c:v>
                </c:pt>
                <c:pt idx="299">
                  <c:v>3.6638199999999999</c:v>
                </c:pt>
                <c:pt idx="300">
                  <c:v>3.6641300000000001</c:v>
                </c:pt>
                <c:pt idx="301">
                  <c:v>3.6644299999999999</c:v>
                </c:pt>
                <c:pt idx="302">
                  <c:v>3.6647400000000001</c:v>
                </c:pt>
                <c:pt idx="303">
                  <c:v>3.6650399999999999</c:v>
                </c:pt>
                <c:pt idx="304">
                  <c:v>3.6653500000000001</c:v>
                </c:pt>
                <c:pt idx="305">
                  <c:v>3.6656499999999999</c:v>
                </c:pt>
                <c:pt idx="306">
                  <c:v>3.6659600000000001</c:v>
                </c:pt>
                <c:pt idx="307">
                  <c:v>3.6662599999999999</c:v>
                </c:pt>
                <c:pt idx="308">
                  <c:v>3.6665700000000001</c:v>
                </c:pt>
                <c:pt idx="309">
                  <c:v>3.6668699999999999</c:v>
                </c:pt>
                <c:pt idx="310">
                  <c:v>3.6671800000000001</c:v>
                </c:pt>
                <c:pt idx="311">
                  <c:v>3.6674899999999999</c:v>
                </c:pt>
                <c:pt idx="312">
                  <c:v>3.6677900000000001</c:v>
                </c:pt>
                <c:pt idx="313">
                  <c:v>3.6680999999999999</c:v>
                </c:pt>
                <c:pt idx="314">
                  <c:v>3.6684000000000001</c:v>
                </c:pt>
                <c:pt idx="315">
                  <c:v>3.6687099999999999</c:v>
                </c:pt>
                <c:pt idx="316">
                  <c:v>3.6690100000000001</c:v>
                </c:pt>
                <c:pt idx="317">
                  <c:v>3.6693199999999999</c:v>
                </c:pt>
                <c:pt idx="318">
                  <c:v>3.6696200000000001</c:v>
                </c:pt>
                <c:pt idx="319">
                  <c:v>3.6699299999999999</c:v>
                </c:pt>
                <c:pt idx="320">
                  <c:v>3.6702300000000001</c:v>
                </c:pt>
                <c:pt idx="321">
                  <c:v>3.6705399999999999</c:v>
                </c:pt>
                <c:pt idx="322">
                  <c:v>3.6708400000000001</c:v>
                </c:pt>
                <c:pt idx="323">
                  <c:v>3.6711499999999999</c:v>
                </c:pt>
                <c:pt idx="324">
                  <c:v>3.6714600000000002</c:v>
                </c:pt>
                <c:pt idx="325">
                  <c:v>3.6717599999999999</c:v>
                </c:pt>
                <c:pt idx="326">
                  <c:v>3.6720700000000002</c:v>
                </c:pt>
                <c:pt idx="327">
                  <c:v>3.6723699999999999</c:v>
                </c:pt>
                <c:pt idx="328">
                  <c:v>3.6726800000000002</c:v>
                </c:pt>
                <c:pt idx="329">
                  <c:v>3.6729799999999999</c:v>
                </c:pt>
                <c:pt idx="330">
                  <c:v>3.6732900000000002</c:v>
                </c:pt>
                <c:pt idx="331">
                  <c:v>3.6735899999999999</c:v>
                </c:pt>
                <c:pt idx="332">
                  <c:v>3.6739000000000002</c:v>
                </c:pt>
                <c:pt idx="333">
                  <c:v>3.6741999999999999</c:v>
                </c:pt>
                <c:pt idx="334">
                  <c:v>3.6745100000000002</c:v>
                </c:pt>
                <c:pt idx="335">
                  <c:v>3.6748099999999999</c:v>
                </c:pt>
                <c:pt idx="336">
                  <c:v>3.6751200000000002</c:v>
                </c:pt>
                <c:pt idx="337">
                  <c:v>3.67543</c:v>
                </c:pt>
                <c:pt idx="338">
                  <c:v>3.6757300000000002</c:v>
                </c:pt>
                <c:pt idx="339">
                  <c:v>3.67604</c:v>
                </c:pt>
                <c:pt idx="340">
                  <c:v>3.6763400000000002</c:v>
                </c:pt>
                <c:pt idx="341">
                  <c:v>3.67665</c:v>
                </c:pt>
                <c:pt idx="342">
                  <c:v>3.6769500000000002</c:v>
                </c:pt>
                <c:pt idx="343">
                  <c:v>3.67726</c:v>
                </c:pt>
                <c:pt idx="344">
                  <c:v>3.6775600000000002</c:v>
                </c:pt>
                <c:pt idx="345">
                  <c:v>3.67787</c:v>
                </c:pt>
                <c:pt idx="346">
                  <c:v>3.6781700000000002</c:v>
                </c:pt>
                <c:pt idx="347">
                  <c:v>3.67848</c:v>
                </c:pt>
                <c:pt idx="348">
                  <c:v>3.6787899999999998</c:v>
                </c:pt>
                <c:pt idx="349">
                  <c:v>3.67909</c:v>
                </c:pt>
                <c:pt idx="350">
                  <c:v>3.6793999999999998</c:v>
                </c:pt>
                <c:pt idx="351">
                  <c:v>3.6797</c:v>
                </c:pt>
                <c:pt idx="352">
                  <c:v>3.6800099999999998</c:v>
                </c:pt>
                <c:pt idx="353">
                  <c:v>3.68031</c:v>
                </c:pt>
                <c:pt idx="354">
                  <c:v>3.6806199999999998</c:v>
                </c:pt>
                <c:pt idx="355">
                  <c:v>3.68092</c:v>
                </c:pt>
                <c:pt idx="356">
                  <c:v>3.6812299999999998</c:v>
                </c:pt>
                <c:pt idx="357">
                  <c:v>3.68153</c:v>
                </c:pt>
                <c:pt idx="358">
                  <c:v>3.6818399999999998</c:v>
                </c:pt>
                <c:pt idx="359">
                  <c:v>3.68214</c:v>
                </c:pt>
                <c:pt idx="360">
                  <c:v>3.6824499999999998</c:v>
                </c:pt>
                <c:pt idx="361">
                  <c:v>3.68276</c:v>
                </c:pt>
                <c:pt idx="362">
                  <c:v>3.6830599999999998</c:v>
                </c:pt>
                <c:pt idx="363">
                  <c:v>3.68337</c:v>
                </c:pt>
                <c:pt idx="364">
                  <c:v>3.6836700000000002</c:v>
                </c:pt>
                <c:pt idx="365">
                  <c:v>3.68398</c:v>
                </c:pt>
                <c:pt idx="366">
                  <c:v>3.6842800000000002</c:v>
                </c:pt>
                <c:pt idx="367">
                  <c:v>3.68459</c:v>
                </c:pt>
                <c:pt idx="368">
                  <c:v>3.6848900000000002</c:v>
                </c:pt>
                <c:pt idx="369">
                  <c:v>3.6852</c:v>
                </c:pt>
                <c:pt idx="370">
                  <c:v>3.6855000000000002</c:v>
                </c:pt>
                <c:pt idx="371">
                  <c:v>3.68581</c:v>
                </c:pt>
                <c:pt idx="372">
                  <c:v>3.6861100000000002</c:v>
                </c:pt>
                <c:pt idx="373">
                  <c:v>3.68642</c:v>
                </c:pt>
                <c:pt idx="374">
                  <c:v>3.6867299999999998</c:v>
                </c:pt>
                <c:pt idx="375">
                  <c:v>3.68703</c:v>
                </c:pt>
                <c:pt idx="376">
                  <c:v>3.6873399999999998</c:v>
                </c:pt>
                <c:pt idx="377">
                  <c:v>3.68764</c:v>
                </c:pt>
                <c:pt idx="378">
                  <c:v>3.6879499999999998</c:v>
                </c:pt>
                <c:pt idx="379">
                  <c:v>3.68825</c:v>
                </c:pt>
                <c:pt idx="380">
                  <c:v>3.6885599999999998</c:v>
                </c:pt>
                <c:pt idx="381">
                  <c:v>3.68886</c:v>
                </c:pt>
                <c:pt idx="382">
                  <c:v>3.6891699999999998</c:v>
                </c:pt>
                <c:pt idx="383">
                  <c:v>3.68947</c:v>
                </c:pt>
                <c:pt idx="384">
                  <c:v>3.6897799999999998</c:v>
                </c:pt>
                <c:pt idx="385">
                  <c:v>3.69008</c:v>
                </c:pt>
                <c:pt idx="386">
                  <c:v>3.6903899999999998</c:v>
                </c:pt>
                <c:pt idx="387">
                  <c:v>3.6907000000000001</c:v>
                </c:pt>
                <c:pt idx="388">
                  <c:v>3.6909999999999998</c:v>
                </c:pt>
                <c:pt idx="389">
                  <c:v>3.6913100000000001</c:v>
                </c:pt>
                <c:pt idx="390">
                  <c:v>3.6916099999999998</c:v>
                </c:pt>
                <c:pt idx="391">
                  <c:v>3.6919200000000001</c:v>
                </c:pt>
                <c:pt idx="392">
                  <c:v>3.6922199999999998</c:v>
                </c:pt>
                <c:pt idx="393">
                  <c:v>3.6925300000000001</c:v>
                </c:pt>
                <c:pt idx="394">
                  <c:v>3.6928299999999998</c:v>
                </c:pt>
                <c:pt idx="395">
                  <c:v>3.6931400000000001</c:v>
                </c:pt>
                <c:pt idx="396">
                  <c:v>3.6934399999999998</c:v>
                </c:pt>
                <c:pt idx="397">
                  <c:v>3.6937500000000001</c:v>
                </c:pt>
                <c:pt idx="398">
                  <c:v>3.6940599999999999</c:v>
                </c:pt>
                <c:pt idx="399">
                  <c:v>3.6943600000000001</c:v>
                </c:pt>
                <c:pt idx="400">
                  <c:v>3.6946699999999999</c:v>
                </c:pt>
                <c:pt idx="401">
                  <c:v>3.6949700000000001</c:v>
                </c:pt>
                <c:pt idx="402">
                  <c:v>3.6952799999999999</c:v>
                </c:pt>
                <c:pt idx="403">
                  <c:v>3.6955800000000001</c:v>
                </c:pt>
                <c:pt idx="404">
                  <c:v>3.6958899999999999</c:v>
                </c:pt>
                <c:pt idx="405">
                  <c:v>3.6961900000000001</c:v>
                </c:pt>
                <c:pt idx="406">
                  <c:v>3.6964999999999999</c:v>
                </c:pt>
                <c:pt idx="407">
                  <c:v>3.6968000000000001</c:v>
                </c:pt>
                <c:pt idx="408">
                  <c:v>3.6971099999999999</c:v>
                </c:pt>
                <c:pt idx="409">
                  <c:v>3.6974100000000001</c:v>
                </c:pt>
                <c:pt idx="410">
                  <c:v>3.6977199999999999</c:v>
                </c:pt>
                <c:pt idx="411">
                  <c:v>3.6980300000000002</c:v>
                </c:pt>
                <c:pt idx="412">
                  <c:v>3.6983299999999999</c:v>
                </c:pt>
                <c:pt idx="413">
                  <c:v>3.6986400000000001</c:v>
                </c:pt>
                <c:pt idx="414">
                  <c:v>3.6989399999999999</c:v>
                </c:pt>
                <c:pt idx="415">
                  <c:v>3.6992500000000001</c:v>
                </c:pt>
                <c:pt idx="416">
                  <c:v>3.6995499999999999</c:v>
                </c:pt>
                <c:pt idx="417">
                  <c:v>3.6998600000000001</c:v>
                </c:pt>
                <c:pt idx="418">
                  <c:v>3.7001599999999999</c:v>
                </c:pt>
                <c:pt idx="419">
                  <c:v>3.7004700000000001</c:v>
                </c:pt>
                <c:pt idx="420">
                  <c:v>3.7007699999999999</c:v>
                </c:pt>
                <c:pt idx="421">
                  <c:v>3.7010800000000001</c:v>
                </c:pt>
                <c:pt idx="422">
                  <c:v>3.7013799999999999</c:v>
                </c:pt>
                <c:pt idx="423">
                  <c:v>3.7016900000000001</c:v>
                </c:pt>
                <c:pt idx="424">
                  <c:v>3.702</c:v>
                </c:pt>
                <c:pt idx="425">
                  <c:v>3.7023000000000001</c:v>
                </c:pt>
                <c:pt idx="426">
                  <c:v>3.70261</c:v>
                </c:pt>
                <c:pt idx="427">
                  <c:v>3.7029100000000001</c:v>
                </c:pt>
                <c:pt idx="428">
                  <c:v>3.70322</c:v>
                </c:pt>
                <c:pt idx="429">
                  <c:v>3.7035200000000001</c:v>
                </c:pt>
                <c:pt idx="430">
                  <c:v>3.70383</c:v>
                </c:pt>
                <c:pt idx="431">
                  <c:v>3.7041300000000001</c:v>
                </c:pt>
                <c:pt idx="432">
                  <c:v>3.70444</c:v>
                </c:pt>
                <c:pt idx="433">
                  <c:v>3.7047400000000001</c:v>
                </c:pt>
                <c:pt idx="434">
                  <c:v>3.70505</c:v>
                </c:pt>
                <c:pt idx="435">
                  <c:v>3.7053500000000001</c:v>
                </c:pt>
                <c:pt idx="436">
                  <c:v>3.70566</c:v>
                </c:pt>
                <c:pt idx="437">
                  <c:v>3.7059700000000002</c:v>
                </c:pt>
                <c:pt idx="438">
                  <c:v>3.70627</c:v>
                </c:pt>
                <c:pt idx="439">
                  <c:v>3.7065800000000002</c:v>
                </c:pt>
                <c:pt idx="440">
                  <c:v>3.70688</c:v>
                </c:pt>
                <c:pt idx="441">
                  <c:v>3.7071900000000002</c:v>
                </c:pt>
                <c:pt idx="442">
                  <c:v>3.70749</c:v>
                </c:pt>
                <c:pt idx="443">
                  <c:v>3.7078000000000002</c:v>
                </c:pt>
                <c:pt idx="444">
                  <c:v>3.7081</c:v>
                </c:pt>
                <c:pt idx="445">
                  <c:v>3.7084100000000002</c:v>
                </c:pt>
                <c:pt idx="446">
                  <c:v>3.70871</c:v>
                </c:pt>
                <c:pt idx="447">
                  <c:v>3.7090200000000002</c:v>
                </c:pt>
                <c:pt idx="448">
                  <c:v>3.70932</c:v>
                </c:pt>
                <c:pt idx="449">
                  <c:v>3.7096300000000002</c:v>
                </c:pt>
                <c:pt idx="450">
                  <c:v>3.70994</c:v>
                </c:pt>
                <c:pt idx="451">
                  <c:v>3.7102400000000002</c:v>
                </c:pt>
                <c:pt idx="452">
                  <c:v>3.71055</c:v>
                </c:pt>
                <c:pt idx="453">
                  <c:v>3.7108500000000002</c:v>
                </c:pt>
                <c:pt idx="454">
                  <c:v>3.71116</c:v>
                </c:pt>
                <c:pt idx="455">
                  <c:v>3.7114600000000002</c:v>
                </c:pt>
                <c:pt idx="456">
                  <c:v>3.71177</c:v>
                </c:pt>
                <c:pt idx="457">
                  <c:v>3.7120700000000002</c:v>
                </c:pt>
                <c:pt idx="458">
                  <c:v>3.71238</c:v>
                </c:pt>
                <c:pt idx="459">
                  <c:v>3.7126800000000002</c:v>
                </c:pt>
                <c:pt idx="460">
                  <c:v>3.71299</c:v>
                </c:pt>
                <c:pt idx="461">
                  <c:v>3.7132999999999998</c:v>
                </c:pt>
                <c:pt idx="462">
                  <c:v>3.7136</c:v>
                </c:pt>
                <c:pt idx="463">
                  <c:v>3.7139099999999998</c:v>
                </c:pt>
                <c:pt idx="464">
                  <c:v>3.71421</c:v>
                </c:pt>
                <c:pt idx="465">
                  <c:v>3.7145199999999998</c:v>
                </c:pt>
                <c:pt idx="466">
                  <c:v>3.71482</c:v>
                </c:pt>
                <c:pt idx="467">
                  <c:v>3.7151299999999998</c:v>
                </c:pt>
                <c:pt idx="468">
                  <c:v>3.71543</c:v>
                </c:pt>
                <c:pt idx="469">
                  <c:v>3.7157399999999998</c:v>
                </c:pt>
                <c:pt idx="470">
                  <c:v>3.71604</c:v>
                </c:pt>
                <c:pt idx="471">
                  <c:v>3.7163499999999998</c:v>
                </c:pt>
                <c:pt idx="472">
                  <c:v>3.71665</c:v>
                </c:pt>
                <c:pt idx="473">
                  <c:v>3.7169599999999998</c:v>
                </c:pt>
                <c:pt idx="474">
                  <c:v>3.7172700000000001</c:v>
                </c:pt>
                <c:pt idx="475">
                  <c:v>3.7175699999999998</c:v>
                </c:pt>
                <c:pt idx="476">
                  <c:v>3.7178800000000001</c:v>
                </c:pt>
                <c:pt idx="477">
                  <c:v>3.7181799999999998</c:v>
                </c:pt>
                <c:pt idx="478">
                  <c:v>3.7184900000000001</c:v>
                </c:pt>
                <c:pt idx="479">
                  <c:v>3.7187899999999998</c:v>
                </c:pt>
                <c:pt idx="480">
                  <c:v>3.7191000000000001</c:v>
                </c:pt>
                <c:pt idx="481">
                  <c:v>3.7193999999999998</c:v>
                </c:pt>
                <c:pt idx="482">
                  <c:v>3.7197100000000001</c:v>
                </c:pt>
                <c:pt idx="483">
                  <c:v>3.7200099999999998</c:v>
                </c:pt>
                <c:pt idx="484">
                  <c:v>3.7203200000000001</c:v>
                </c:pt>
                <c:pt idx="485">
                  <c:v>3.7206199999999998</c:v>
                </c:pt>
                <c:pt idx="486">
                  <c:v>3.7209300000000001</c:v>
                </c:pt>
                <c:pt idx="487">
                  <c:v>3.7212399999999999</c:v>
                </c:pt>
                <c:pt idx="488">
                  <c:v>3.7215400000000001</c:v>
                </c:pt>
                <c:pt idx="489">
                  <c:v>3.7218499999999999</c:v>
                </c:pt>
                <c:pt idx="490">
                  <c:v>3.7221500000000001</c:v>
                </c:pt>
                <c:pt idx="491">
                  <c:v>3.7224599999999999</c:v>
                </c:pt>
                <c:pt idx="492">
                  <c:v>3.7227600000000001</c:v>
                </c:pt>
                <c:pt idx="493">
                  <c:v>3.7230699999999999</c:v>
                </c:pt>
                <c:pt idx="494">
                  <c:v>3.7233700000000001</c:v>
                </c:pt>
                <c:pt idx="495">
                  <c:v>3.7236799999999999</c:v>
                </c:pt>
                <c:pt idx="496">
                  <c:v>3.7239800000000001</c:v>
                </c:pt>
                <c:pt idx="497">
                  <c:v>3.7242899999999999</c:v>
                </c:pt>
                <c:pt idx="498">
                  <c:v>3.7245900000000001</c:v>
                </c:pt>
                <c:pt idx="499">
                  <c:v>3.7248999999999999</c:v>
                </c:pt>
                <c:pt idx="500">
                  <c:v>3.7252100000000001</c:v>
                </c:pt>
                <c:pt idx="501">
                  <c:v>3.7255099999999999</c:v>
                </c:pt>
                <c:pt idx="502">
                  <c:v>3.7258200000000001</c:v>
                </c:pt>
                <c:pt idx="503">
                  <c:v>3.7261199999999999</c:v>
                </c:pt>
                <c:pt idx="504">
                  <c:v>3.7264300000000001</c:v>
                </c:pt>
                <c:pt idx="505">
                  <c:v>3.7267299999999999</c:v>
                </c:pt>
                <c:pt idx="506">
                  <c:v>3.7270400000000001</c:v>
                </c:pt>
                <c:pt idx="507">
                  <c:v>3.7273399999999999</c:v>
                </c:pt>
                <c:pt idx="508">
                  <c:v>3.7276500000000001</c:v>
                </c:pt>
                <c:pt idx="509">
                  <c:v>3.7279499999999999</c:v>
                </c:pt>
                <c:pt idx="510">
                  <c:v>3.7282600000000001</c:v>
                </c:pt>
                <c:pt idx="511">
                  <c:v>3.7285599999999999</c:v>
                </c:pt>
                <c:pt idx="512">
                  <c:v>3.7288700000000001</c:v>
                </c:pt>
                <c:pt idx="513">
                  <c:v>3.7291799999999999</c:v>
                </c:pt>
                <c:pt idx="514">
                  <c:v>3.7294800000000001</c:v>
                </c:pt>
                <c:pt idx="515">
                  <c:v>3.7297899999999999</c:v>
                </c:pt>
                <c:pt idx="516">
                  <c:v>3.7300900000000001</c:v>
                </c:pt>
                <c:pt idx="517">
                  <c:v>3.7303999999999999</c:v>
                </c:pt>
                <c:pt idx="518">
                  <c:v>3.7307000000000001</c:v>
                </c:pt>
                <c:pt idx="519">
                  <c:v>3.7310099999999999</c:v>
                </c:pt>
                <c:pt idx="520">
                  <c:v>3.7313100000000001</c:v>
                </c:pt>
                <c:pt idx="521">
                  <c:v>3.7316199999999999</c:v>
                </c:pt>
                <c:pt idx="522">
                  <c:v>3.7319200000000001</c:v>
                </c:pt>
                <c:pt idx="523">
                  <c:v>3.7322299999999999</c:v>
                </c:pt>
                <c:pt idx="524">
                  <c:v>3.7325400000000002</c:v>
                </c:pt>
                <c:pt idx="525">
                  <c:v>3.7328399999999999</c:v>
                </c:pt>
                <c:pt idx="526">
                  <c:v>3.7331500000000002</c:v>
                </c:pt>
                <c:pt idx="527">
                  <c:v>3.7334499999999999</c:v>
                </c:pt>
                <c:pt idx="528">
                  <c:v>3.7337600000000002</c:v>
                </c:pt>
                <c:pt idx="529">
                  <c:v>3.7340599999999999</c:v>
                </c:pt>
                <c:pt idx="530">
                  <c:v>3.7343700000000002</c:v>
                </c:pt>
                <c:pt idx="531">
                  <c:v>3.7346699999999999</c:v>
                </c:pt>
                <c:pt idx="532">
                  <c:v>3.7349800000000002</c:v>
                </c:pt>
                <c:pt idx="533">
                  <c:v>3.7352799999999999</c:v>
                </c:pt>
                <c:pt idx="534">
                  <c:v>3.7355900000000002</c:v>
                </c:pt>
                <c:pt idx="535">
                  <c:v>3.7358899999999999</c:v>
                </c:pt>
                <c:pt idx="536">
                  <c:v>3.7362000000000002</c:v>
                </c:pt>
                <c:pt idx="537">
                  <c:v>3.73651</c:v>
                </c:pt>
                <c:pt idx="538">
                  <c:v>3.7368100000000002</c:v>
                </c:pt>
                <c:pt idx="539">
                  <c:v>3.73712</c:v>
                </c:pt>
                <c:pt idx="540">
                  <c:v>3.7374200000000002</c:v>
                </c:pt>
                <c:pt idx="541">
                  <c:v>3.73773</c:v>
                </c:pt>
                <c:pt idx="542">
                  <c:v>3.7380300000000002</c:v>
                </c:pt>
                <c:pt idx="543">
                  <c:v>3.73834</c:v>
                </c:pt>
                <c:pt idx="544">
                  <c:v>3.7386400000000002</c:v>
                </c:pt>
                <c:pt idx="545">
                  <c:v>3.73895</c:v>
                </c:pt>
                <c:pt idx="546">
                  <c:v>3.7392500000000002</c:v>
                </c:pt>
                <c:pt idx="547">
                  <c:v>3.73956</c:v>
                </c:pt>
                <c:pt idx="548">
                  <c:v>3.7398600000000002</c:v>
                </c:pt>
                <c:pt idx="549">
                  <c:v>3.74017</c:v>
                </c:pt>
                <c:pt idx="550">
                  <c:v>3.7404799999999998</c:v>
                </c:pt>
                <c:pt idx="551">
                  <c:v>3.74078</c:v>
                </c:pt>
                <c:pt idx="552">
                  <c:v>3.7410899999999998</c:v>
                </c:pt>
                <c:pt idx="553">
                  <c:v>3.74139</c:v>
                </c:pt>
                <c:pt idx="554">
                  <c:v>3.7416999999999998</c:v>
                </c:pt>
                <c:pt idx="555">
                  <c:v>3.742</c:v>
                </c:pt>
                <c:pt idx="556">
                  <c:v>3.7423099999999998</c:v>
                </c:pt>
                <c:pt idx="557">
                  <c:v>3.74261</c:v>
                </c:pt>
                <c:pt idx="558">
                  <c:v>3.7429199999999998</c:v>
                </c:pt>
                <c:pt idx="559">
                  <c:v>3.74322</c:v>
                </c:pt>
                <c:pt idx="560">
                  <c:v>3.7435299999999998</c:v>
                </c:pt>
                <c:pt idx="561">
                  <c:v>3.74383</c:v>
                </c:pt>
                <c:pt idx="562">
                  <c:v>3.7441399999999998</c:v>
                </c:pt>
                <c:pt idx="563">
                  <c:v>3.7444500000000001</c:v>
                </c:pt>
                <c:pt idx="564">
                  <c:v>3.7447499999999998</c:v>
                </c:pt>
                <c:pt idx="565">
                  <c:v>3.7450600000000001</c:v>
                </c:pt>
                <c:pt idx="566">
                  <c:v>3.7453599999999998</c:v>
                </c:pt>
                <c:pt idx="567">
                  <c:v>3.7456700000000001</c:v>
                </c:pt>
                <c:pt idx="568">
                  <c:v>3.7459699999999998</c:v>
                </c:pt>
                <c:pt idx="569">
                  <c:v>3.7462800000000001</c:v>
                </c:pt>
                <c:pt idx="570">
                  <c:v>3.7465799999999998</c:v>
                </c:pt>
                <c:pt idx="571">
                  <c:v>3.7468900000000001</c:v>
                </c:pt>
                <c:pt idx="572">
                  <c:v>3.7471899999999998</c:v>
                </c:pt>
                <c:pt idx="573">
                  <c:v>3.7475000000000001</c:v>
                </c:pt>
                <c:pt idx="574">
                  <c:v>3.7478099999999999</c:v>
                </c:pt>
                <c:pt idx="575">
                  <c:v>3.7481100000000001</c:v>
                </c:pt>
                <c:pt idx="576">
                  <c:v>3.7484199999999999</c:v>
                </c:pt>
                <c:pt idx="577">
                  <c:v>3.7487200000000001</c:v>
                </c:pt>
                <c:pt idx="578">
                  <c:v>3.7490299999999999</c:v>
                </c:pt>
                <c:pt idx="579">
                  <c:v>3.7493300000000001</c:v>
                </c:pt>
                <c:pt idx="580">
                  <c:v>3.7496399999999999</c:v>
                </c:pt>
                <c:pt idx="581">
                  <c:v>3.7499400000000001</c:v>
                </c:pt>
                <c:pt idx="582">
                  <c:v>3.7502499999999999</c:v>
                </c:pt>
                <c:pt idx="583">
                  <c:v>3.7505500000000001</c:v>
                </c:pt>
                <c:pt idx="584">
                  <c:v>3.7508599999999999</c:v>
                </c:pt>
                <c:pt idx="585">
                  <c:v>3.75116</c:v>
                </c:pt>
                <c:pt idx="586">
                  <c:v>3.7514699999999999</c:v>
                </c:pt>
                <c:pt idx="587">
                  <c:v>3.7517800000000001</c:v>
                </c:pt>
                <c:pt idx="588">
                  <c:v>3.7520799999999999</c:v>
                </c:pt>
                <c:pt idx="589">
                  <c:v>3.7523900000000001</c:v>
                </c:pt>
                <c:pt idx="590">
                  <c:v>3.7526899999999999</c:v>
                </c:pt>
                <c:pt idx="591">
                  <c:v>3.7530000000000001</c:v>
                </c:pt>
                <c:pt idx="592">
                  <c:v>3.7532999999999999</c:v>
                </c:pt>
                <c:pt idx="593">
                  <c:v>3.7536100000000001</c:v>
                </c:pt>
                <c:pt idx="594">
                  <c:v>3.7539099999999999</c:v>
                </c:pt>
                <c:pt idx="595">
                  <c:v>3.7542200000000001</c:v>
                </c:pt>
                <c:pt idx="596">
                  <c:v>3.7545199999999999</c:v>
                </c:pt>
                <c:pt idx="597">
                  <c:v>3.7548300000000001</c:v>
                </c:pt>
                <c:pt idx="598">
                  <c:v>3.7551299999999999</c:v>
                </c:pt>
                <c:pt idx="599">
                  <c:v>3.7554400000000001</c:v>
                </c:pt>
                <c:pt idx="600">
                  <c:v>3.7557499999999999</c:v>
                </c:pt>
                <c:pt idx="601">
                  <c:v>3.7560500000000001</c:v>
                </c:pt>
                <c:pt idx="602">
                  <c:v>3.7563599999999999</c:v>
                </c:pt>
                <c:pt idx="603">
                  <c:v>3.7566600000000001</c:v>
                </c:pt>
                <c:pt idx="604">
                  <c:v>3.7569699999999999</c:v>
                </c:pt>
                <c:pt idx="605">
                  <c:v>3.7572700000000001</c:v>
                </c:pt>
                <c:pt idx="606">
                  <c:v>3.7575799999999999</c:v>
                </c:pt>
                <c:pt idx="607">
                  <c:v>3.7578800000000001</c:v>
                </c:pt>
                <c:pt idx="608">
                  <c:v>3.7581899999999999</c:v>
                </c:pt>
                <c:pt idx="609">
                  <c:v>3.7584900000000001</c:v>
                </c:pt>
                <c:pt idx="610">
                  <c:v>3.7587999999999999</c:v>
                </c:pt>
                <c:pt idx="611">
                  <c:v>3.7591000000000001</c:v>
                </c:pt>
                <c:pt idx="612">
                  <c:v>3.7594099999999999</c:v>
                </c:pt>
                <c:pt idx="613">
                  <c:v>3.7597200000000002</c:v>
                </c:pt>
                <c:pt idx="614">
                  <c:v>3.7600199999999999</c:v>
                </c:pt>
                <c:pt idx="615">
                  <c:v>3.7603300000000002</c:v>
                </c:pt>
                <c:pt idx="616">
                  <c:v>3.7606299999999999</c:v>
                </c:pt>
                <c:pt idx="617">
                  <c:v>3.7609400000000002</c:v>
                </c:pt>
                <c:pt idx="618">
                  <c:v>3.7612399999999999</c:v>
                </c:pt>
                <c:pt idx="619">
                  <c:v>3.7615500000000002</c:v>
                </c:pt>
                <c:pt idx="620">
                  <c:v>3.7618499999999999</c:v>
                </c:pt>
                <c:pt idx="621">
                  <c:v>3.7621600000000002</c:v>
                </c:pt>
                <c:pt idx="622">
                  <c:v>3.7624599999999999</c:v>
                </c:pt>
                <c:pt idx="623">
                  <c:v>3.7627700000000002</c:v>
                </c:pt>
                <c:pt idx="624">
                  <c:v>3.7630699999999999</c:v>
                </c:pt>
                <c:pt idx="625">
                  <c:v>3.7633800000000002</c:v>
                </c:pt>
                <c:pt idx="626">
                  <c:v>3.76369</c:v>
                </c:pt>
                <c:pt idx="627">
                  <c:v>3.7639900000000002</c:v>
                </c:pt>
                <c:pt idx="628">
                  <c:v>3.7643</c:v>
                </c:pt>
                <c:pt idx="629">
                  <c:v>3.7646000000000002</c:v>
                </c:pt>
                <c:pt idx="630">
                  <c:v>3.76491</c:v>
                </c:pt>
                <c:pt idx="631">
                  <c:v>3.7652100000000002</c:v>
                </c:pt>
                <c:pt idx="632">
                  <c:v>3.76552</c:v>
                </c:pt>
                <c:pt idx="633">
                  <c:v>3.7658200000000002</c:v>
                </c:pt>
                <c:pt idx="634">
                  <c:v>3.76613</c:v>
                </c:pt>
                <c:pt idx="635">
                  <c:v>3.7664300000000002</c:v>
                </c:pt>
                <c:pt idx="636">
                  <c:v>3.76674</c:v>
                </c:pt>
                <c:pt idx="637">
                  <c:v>3.7670499999999998</c:v>
                </c:pt>
                <c:pt idx="638">
                  <c:v>3.76735</c:v>
                </c:pt>
                <c:pt idx="639">
                  <c:v>3.7676599999999998</c:v>
                </c:pt>
                <c:pt idx="640">
                  <c:v>3.76796</c:v>
                </c:pt>
                <c:pt idx="641">
                  <c:v>3.7682699999999998</c:v>
                </c:pt>
                <c:pt idx="642">
                  <c:v>3.76857</c:v>
                </c:pt>
                <c:pt idx="643">
                  <c:v>3.7688799999999998</c:v>
                </c:pt>
                <c:pt idx="644">
                  <c:v>3.76918</c:v>
                </c:pt>
                <c:pt idx="645">
                  <c:v>3.7694899999999998</c:v>
                </c:pt>
                <c:pt idx="646">
                  <c:v>3.76979</c:v>
                </c:pt>
                <c:pt idx="647">
                  <c:v>3.7700999999999998</c:v>
                </c:pt>
                <c:pt idx="648">
                  <c:v>3.7704</c:v>
                </c:pt>
                <c:pt idx="649">
                  <c:v>3.7707099999999998</c:v>
                </c:pt>
                <c:pt idx="650">
                  <c:v>3.77102</c:v>
                </c:pt>
                <c:pt idx="651">
                  <c:v>3.7713199999999998</c:v>
                </c:pt>
                <c:pt idx="652">
                  <c:v>3.77163</c:v>
                </c:pt>
                <c:pt idx="653">
                  <c:v>3.7719299999999998</c:v>
                </c:pt>
                <c:pt idx="654">
                  <c:v>3.77224</c:v>
                </c:pt>
                <c:pt idx="655">
                  <c:v>3.7725399999999998</c:v>
                </c:pt>
                <c:pt idx="656">
                  <c:v>3.77285</c:v>
                </c:pt>
                <c:pt idx="657">
                  <c:v>3.7731499999999998</c:v>
                </c:pt>
                <c:pt idx="658">
                  <c:v>3.77346</c:v>
                </c:pt>
                <c:pt idx="659">
                  <c:v>3.7737599999999998</c:v>
                </c:pt>
                <c:pt idx="660">
                  <c:v>3.77407</c:v>
                </c:pt>
                <c:pt idx="661">
                  <c:v>3.7743699999999998</c:v>
                </c:pt>
                <c:pt idx="662">
                  <c:v>3.77468</c:v>
                </c:pt>
                <c:pt idx="663">
                  <c:v>3.7749899999999998</c:v>
                </c:pt>
                <c:pt idx="664">
                  <c:v>3.77529</c:v>
                </c:pt>
                <c:pt idx="665">
                  <c:v>3.7755999999999998</c:v>
                </c:pt>
                <c:pt idx="666">
                  <c:v>3.7759</c:v>
                </c:pt>
                <c:pt idx="667">
                  <c:v>3.7762099999999998</c:v>
                </c:pt>
                <c:pt idx="668">
                  <c:v>3.77651</c:v>
                </c:pt>
                <c:pt idx="669">
                  <c:v>3.7768199999999998</c:v>
                </c:pt>
                <c:pt idx="670">
                  <c:v>3.77712</c:v>
                </c:pt>
                <c:pt idx="671">
                  <c:v>3.7774299999999998</c:v>
                </c:pt>
                <c:pt idx="672">
                  <c:v>3.77773</c:v>
                </c:pt>
                <c:pt idx="673">
                  <c:v>3.7780399999999998</c:v>
                </c:pt>
                <c:pt idx="674">
                  <c:v>3.77834</c:v>
                </c:pt>
                <c:pt idx="675">
                  <c:v>3.7786499999999998</c:v>
                </c:pt>
                <c:pt idx="676">
                  <c:v>3.7789600000000001</c:v>
                </c:pt>
                <c:pt idx="677">
                  <c:v>3.7792599999999998</c:v>
                </c:pt>
                <c:pt idx="678">
                  <c:v>3.7795700000000001</c:v>
                </c:pt>
                <c:pt idx="679">
                  <c:v>3.7798699999999998</c:v>
                </c:pt>
                <c:pt idx="680">
                  <c:v>3.7801800000000001</c:v>
                </c:pt>
                <c:pt idx="681">
                  <c:v>3.7804799999999998</c:v>
                </c:pt>
                <c:pt idx="682">
                  <c:v>3.7807900000000001</c:v>
                </c:pt>
                <c:pt idx="683">
                  <c:v>3.7810899999999998</c:v>
                </c:pt>
                <c:pt idx="684">
                  <c:v>3.7814000000000001</c:v>
                </c:pt>
                <c:pt idx="685">
                  <c:v>3.7816999999999998</c:v>
                </c:pt>
                <c:pt idx="686">
                  <c:v>3.7820100000000001</c:v>
                </c:pt>
                <c:pt idx="687">
                  <c:v>3.7823099999999998</c:v>
                </c:pt>
                <c:pt idx="688">
                  <c:v>3.7826200000000001</c:v>
                </c:pt>
                <c:pt idx="689">
                  <c:v>3.7829299999999999</c:v>
                </c:pt>
                <c:pt idx="690">
                  <c:v>3.7832300000000001</c:v>
                </c:pt>
                <c:pt idx="691">
                  <c:v>3.7835399999999999</c:v>
                </c:pt>
                <c:pt idx="692">
                  <c:v>3.7838400000000001</c:v>
                </c:pt>
                <c:pt idx="693">
                  <c:v>3.7841499999999999</c:v>
                </c:pt>
                <c:pt idx="694">
                  <c:v>3.7844500000000001</c:v>
                </c:pt>
                <c:pt idx="695">
                  <c:v>3.7847599999999999</c:v>
                </c:pt>
                <c:pt idx="696">
                  <c:v>3.7850600000000001</c:v>
                </c:pt>
                <c:pt idx="697">
                  <c:v>3.7853699999999999</c:v>
                </c:pt>
                <c:pt idx="698">
                  <c:v>3.7856700000000001</c:v>
                </c:pt>
                <c:pt idx="699">
                  <c:v>3.7859799999999999</c:v>
                </c:pt>
                <c:pt idx="700">
                  <c:v>3.7862900000000002</c:v>
                </c:pt>
                <c:pt idx="701">
                  <c:v>3.7865899999999999</c:v>
                </c:pt>
                <c:pt idx="702">
                  <c:v>3.7869000000000002</c:v>
                </c:pt>
                <c:pt idx="703">
                  <c:v>3.7871999999999999</c:v>
                </c:pt>
                <c:pt idx="704">
                  <c:v>3.7875100000000002</c:v>
                </c:pt>
                <c:pt idx="705">
                  <c:v>3.7878099999999999</c:v>
                </c:pt>
                <c:pt idx="706">
                  <c:v>3.7881200000000002</c:v>
                </c:pt>
                <c:pt idx="707">
                  <c:v>3.7884199999999999</c:v>
                </c:pt>
                <c:pt idx="708">
                  <c:v>3.7887300000000002</c:v>
                </c:pt>
                <c:pt idx="709">
                  <c:v>3.7890299999999999</c:v>
                </c:pt>
                <c:pt idx="710">
                  <c:v>3.7893400000000002</c:v>
                </c:pt>
                <c:pt idx="711">
                  <c:v>3.7896399999999999</c:v>
                </c:pt>
                <c:pt idx="712">
                  <c:v>3.7899500000000002</c:v>
                </c:pt>
                <c:pt idx="713">
                  <c:v>3.79026</c:v>
                </c:pt>
                <c:pt idx="714">
                  <c:v>3.7905600000000002</c:v>
                </c:pt>
                <c:pt idx="715">
                  <c:v>3.79087</c:v>
                </c:pt>
                <c:pt idx="716">
                  <c:v>3.7911700000000002</c:v>
                </c:pt>
                <c:pt idx="717">
                  <c:v>3.79148</c:v>
                </c:pt>
                <c:pt idx="718">
                  <c:v>3.7917800000000002</c:v>
                </c:pt>
                <c:pt idx="719">
                  <c:v>3.79209</c:v>
                </c:pt>
                <c:pt idx="720">
                  <c:v>3.7923900000000001</c:v>
                </c:pt>
                <c:pt idx="721">
                  <c:v>3.7927</c:v>
                </c:pt>
                <c:pt idx="722">
                  <c:v>3.7930000000000001</c:v>
                </c:pt>
                <c:pt idx="723">
                  <c:v>3.79331</c:v>
                </c:pt>
                <c:pt idx="724">
                  <c:v>3.7936100000000001</c:v>
                </c:pt>
                <c:pt idx="725">
                  <c:v>3.79392</c:v>
                </c:pt>
                <c:pt idx="726">
                  <c:v>3.7942300000000002</c:v>
                </c:pt>
                <c:pt idx="727">
                  <c:v>3.79453</c:v>
                </c:pt>
                <c:pt idx="728">
                  <c:v>3.7948400000000002</c:v>
                </c:pt>
                <c:pt idx="729">
                  <c:v>3.79514</c:v>
                </c:pt>
                <c:pt idx="730">
                  <c:v>3.7954500000000002</c:v>
                </c:pt>
                <c:pt idx="731">
                  <c:v>3.79575</c:v>
                </c:pt>
                <c:pt idx="732">
                  <c:v>3.7960600000000002</c:v>
                </c:pt>
                <c:pt idx="733">
                  <c:v>3.79636</c:v>
                </c:pt>
                <c:pt idx="734">
                  <c:v>3.7966700000000002</c:v>
                </c:pt>
                <c:pt idx="735">
                  <c:v>3.79697</c:v>
                </c:pt>
                <c:pt idx="736">
                  <c:v>3.7972800000000002</c:v>
                </c:pt>
                <c:pt idx="737">
                  <c:v>3.79758</c:v>
                </c:pt>
                <c:pt idx="738">
                  <c:v>3.7978900000000002</c:v>
                </c:pt>
                <c:pt idx="739">
                  <c:v>3.7982</c:v>
                </c:pt>
                <c:pt idx="740">
                  <c:v>3.7985000000000002</c:v>
                </c:pt>
                <c:pt idx="741">
                  <c:v>3.79881</c:v>
                </c:pt>
                <c:pt idx="742">
                  <c:v>3.7991100000000002</c:v>
                </c:pt>
                <c:pt idx="743">
                  <c:v>3.79942</c:v>
                </c:pt>
                <c:pt idx="744">
                  <c:v>3.7997200000000002</c:v>
                </c:pt>
                <c:pt idx="745">
                  <c:v>3.80003</c:v>
                </c:pt>
                <c:pt idx="746">
                  <c:v>3.8003300000000002</c:v>
                </c:pt>
                <c:pt idx="747">
                  <c:v>3.80064</c:v>
                </c:pt>
                <c:pt idx="748">
                  <c:v>3.8009400000000002</c:v>
                </c:pt>
                <c:pt idx="749">
                  <c:v>3.80125</c:v>
                </c:pt>
                <c:pt idx="750">
                  <c:v>3.8015599999999998</c:v>
                </c:pt>
                <c:pt idx="751">
                  <c:v>3.80186</c:v>
                </c:pt>
                <c:pt idx="752">
                  <c:v>3.8021699999999998</c:v>
                </c:pt>
                <c:pt idx="753">
                  <c:v>3.80247</c:v>
                </c:pt>
                <c:pt idx="754">
                  <c:v>3.8027799999999998</c:v>
                </c:pt>
                <c:pt idx="755">
                  <c:v>3.80308</c:v>
                </c:pt>
                <c:pt idx="756">
                  <c:v>3.8033899999999998</c:v>
                </c:pt>
                <c:pt idx="757">
                  <c:v>3.80369</c:v>
                </c:pt>
                <c:pt idx="758">
                  <c:v>3.8039999999999998</c:v>
                </c:pt>
                <c:pt idx="759">
                  <c:v>3.8043</c:v>
                </c:pt>
                <c:pt idx="760">
                  <c:v>3.8046099999999998</c:v>
                </c:pt>
                <c:pt idx="761">
                  <c:v>3.80491</c:v>
                </c:pt>
                <c:pt idx="762">
                  <c:v>3.8052199999999998</c:v>
                </c:pt>
                <c:pt idx="763">
                  <c:v>3.8055300000000001</c:v>
                </c:pt>
                <c:pt idx="764">
                  <c:v>3.8058299999999998</c:v>
                </c:pt>
                <c:pt idx="765">
                  <c:v>3.8061400000000001</c:v>
                </c:pt>
                <c:pt idx="766">
                  <c:v>3.8064399999999998</c:v>
                </c:pt>
                <c:pt idx="767">
                  <c:v>3.8067500000000001</c:v>
                </c:pt>
                <c:pt idx="768">
                  <c:v>3.8070499999999998</c:v>
                </c:pt>
                <c:pt idx="769">
                  <c:v>3.8073600000000001</c:v>
                </c:pt>
                <c:pt idx="770">
                  <c:v>3.8076599999999998</c:v>
                </c:pt>
                <c:pt idx="771">
                  <c:v>3.8079700000000001</c:v>
                </c:pt>
                <c:pt idx="772">
                  <c:v>3.8082699999999998</c:v>
                </c:pt>
                <c:pt idx="773">
                  <c:v>3.8085800000000001</c:v>
                </c:pt>
                <c:pt idx="774">
                  <c:v>3.8088799999999998</c:v>
                </c:pt>
                <c:pt idx="775">
                  <c:v>3.8091900000000001</c:v>
                </c:pt>
                <c:pt idx="776">
                  <c:v>3.8094999999999999</c:v>
                </c:pt>
                <c:pt idx="777">
                  <c:v>3.8098000000000001</c:v>
                </c:pt>
                <c:pt idx="778">
                  <c:v>3.8101099999999999</c:v>
                </c:pt>
                <c:pt idx="779">
                  <c:v>3.8104100000000001</c:v>
                </c:pt>
                <c:pt idx="780">
                  <c:v>3.8107199999999999</c:v>
                </c:pt>
                <c:pt idx="781">
                  <c:v>3.8110200000000001</c:v>
                </c:pt>
                <c:pt idx="782">
                  <c:v>3.8113299999999999</c:v>
                </c:pt>
                <c:pt idx="783">
                  <c:v>3.8116300000000001</c:v>
                </c:pt>
                <c:pt idx="784">
                  <c:v>3.8119399999999999</c:v>
                </c:pt>
                <c:pt idx="785">
                  <c:v>3.8122400000000001</c:v>
                </c:pt>
                <c:pt idx="786">
                  <c:v>3.8125499999999999</c:v>
                </c:pt>
                <c:pt idx="787">
                  <c:v>3.8128500000000001</c:v>
                </c:pt>
                <c:pt idx="788">
                  <c:v>3.8131599999999999</c:v>
                </c:pt>
                <c:pt idx="789">
                  <c:v>3.8134700000000001</c:v>
                </c:pt>
                <c:pt idx="790">
                  <c:v>3.8137699999999999</c:v>
                </c:pt>
                <c:pt idx="791">
                  <c:v>3.8140800000000001</c:v>
                </c:pt>
                <c:pt idx="792">
                  <c:v>3.8143799999999999</c:v>
                </c:pt>
                <c:pt idx="793">
                  <c:v>3.8146900000000001</c:v>
                </c:pt>
                <c:pt idx="794">
                  <c:v>3.8149899999999999</c:v>
                </c:pt>
                <c:pt idx="795">
                  <c:v>3.8153000000000001</c:v>
                </c:pt>
                <c:pt idx="796">
                  <c:v>3.8155999999999999</c:v>
                </c:pt>
                <c:pt idx="797">
                  <c:v>3.8159100000000001</c:v>
                </c:pt>
                <c:pt idx="798">
                  <c:v>3.8162099999999999</c:v>
                </c:pt>
                <c:pt idx="799">
                  <c:v>3.8165200000000001</c:v>
                </c:pt>
                <c:pt idx="800">
                  <c:v>3.8168199999999999</c:v>
                </c:pt>
                <c:pt idx="801">
                  <c:v>3.8171300000000001</c:v>
                </c:pt>
                <c:pt idx="802">
                  <c:v>3.8174399999999999</c:v>
                </c:pt>
                <c:pt idx="803">
                  <c:v>3.8177400000000001</c:v>
                </c:pt>
                <c:pt idx="804">
                  <c:v>3.8180499999999999</c:v>
                </c:pt>
                <c:pt idx="805">
                  <c:v>3.8183500000000001</c:v>
                </c:pt>
                <c:pt idx="806">
                  <c:v>3.8186599999999999</c:v>
                </c:pt>
                <c:pt idx="807">
                  <c:v>3.8189600000000001</c:v>
                </c:pt>
                <c:pt idx="808">
                  <c:v>3.8192699999999999</c:v>
                </c:pt>
                <c:pt idx="809">
                  <c:v>3.8195700000000001</c:v>
                </c:pt>
                <c:pt idx="810">
                  <c:v>3.8198799999999999</c:v>
                </c:pt>
                <c:pt idx="811">
                  <c:v>3.8201800000000001</c:v>
                </c:pt>
                <c:pt idx="812">
                  <c:v>3.8204899999999999</c:v>
                </c:pt>
                <c:pt idx="813">
                  <c:v>3.8208000000000002</c:v>
                </c:pt>
                <c:pt idx="814">
                  <c:v>3.8210999999999999</c:v>
                </c:pt>
                <c:pt idx="815">
                  <c:v>3.8214100000000002</c:v>
                </c:pt>
                <c:pt idx="816">
                  <c:v>3.8217099999999999</c:v>
                </c:pt>
                <c:pt idx="817">
                  <c:v>3.8220200000000002</c:v>
                </c:pt>
                <c:pt idx="818">
                  <c:v>3.8223199999999999</c:v>
                </c:pt>
                <c:pt idx="819">
                  <c:v>3.8226300000000002</c:v>
                </c:pt>
                <c:pt idx="820">
                  <c:v>3.8229299999999999</c:v>
                </c:pt>
                <c:pt idx="821">
                  <c:v>3.8232400000000002</c:v>
                </c:pt>
                <c:pt idx="822">
                  <c:v>3.8235399999999999</c:v>
                </c:pt>
                <c:pt idx="823">
                  <c:v>3.8238500000000002</c:v>
                </c:pt>
                <c:pt idx="824">
                  <c:v>3.8241499999999999</c:v>
                </c:pt>
                <c:pt idx="825">
                  <c:v>3.8244600000000002</c:v>
                </c:pt>
                <c:pt idx="826">
                  <c:v>3.82477</c:v>
                </c:pt>
                <c:pt idx="827">
                  <c:v>3.8250700000000002</c:v>
                </c:pt>
                <c:pt idx="828">
                  <c:v>3.82538</c:v>
                </c:pt>
                <c:pt idx="829">
                  <c:v>3.8256800000000002</c:v>
                </c:pt>
                <c:pt idx="830">
                  <c:v>3.82599</c:v>
                </c:pt>
                <c:pt idx="831">
                  <c:v>3.8262900000000002</c:v>
                </c:pt>
                <c:pt idx="832">
                  <c:v>3.8266</c:v>
                </c:pt>
                <c:pt idx="833">
                  <c:v>3.8269000000000002</c:v>
                </c:pt>
                <c:pt idx="834">
                  <c:v>3.82721</c:v>
                </c:pt>
                <c:pt idx="835">
                  <c:v>3.8275100000000002</c:v>
                </c:pt>
                <c:pt idx="836">
                  <c:v>3.82782</c:v>
                </c:pt>
                <c:pt idx="837">
                  <c:v>3.8281200000000002</c:v>
                </c:pt>
                <c:pt idx="838">
                  <c:v>3.82843</c:v>
                </c:pt>
                <c:pt idx="839">
                  <c:v>3.8287399999999998</c:v>
                </c:pt>
                <c:pt idx="840">
                  <c:v>3.82904</c:v>
                </c:pt>
                <c:pt idx="841">
                  <c:v>3.8293499999999998</c:v>
                </c:pt>
                <c:pt idx="842">
                  <c:v>3.82965</c:v>
                </c:pt>
                <c:pt idx="843">
                  <c:v>3.8299599999999998</c:v>
                </c:pt>
                <c:pt idx="844">
                  <c:v>3.83026</c:v>
                </c:pt>
                <c:pt idx="845">
                  <c:v>3.8305699999999998</c:v>
                </c:pt>
                <c:pt idx="846">
                  <c:v>3.83087</c:v>
                </c:pt>
                <c:pt idx="847">
                  <c:v>3.8311799999999998</c:v>
                </c:pt>
                <c:pt idx="848">
                  <c:v>3.83148</c:v>
                </c:pt>
                <c:pt idx="849">
                  <c:v>3.8317899999999998</c:v>
                </c:pt>
                <c:pt idx="850">
                  <c:v>3.83209</c:v>
                </c:pt>
                <c:pt idx="851">
                  <c:v>3.8323999999999998</c:v>
                </c:pt>
                <c:pt idx="852">
                  <c:v>3.8327100000000001</c:v>
                </c:pt>
                <c:pt idx="853">
                  <c:v>3.8330099999999998</c:v>
                </c:pt>
                <c:pt idx="854">
                  <c:v>3.8333200000000001</c:v>
                </c:pt>
                <c:pt idx="855">
                  <c:v>3.8336199999999998</c:v>
                </c:pt>
                <c:pt idx="856">
                  <c:v>3.8339300000000001</c:v>
                </c:pt>
                <c:pt idx="857">
                  <c:v>3.8342299999999998</c:v>
                </c:pt>
                <c:pt idx="858">
                  <c:v>3.8345400000000001</c:v>
                </c:pt>
                <c:pt idx="859">
                  <c:v>3.8348399999999998</c:v>
                </c:pt>
                <c:pt idx="860">
                  <c:v>3.8351500000000001</c:v>
                </c:pt>
                <c:pt idx="861">
                  <c:v>3.8354499999999998</c:v>
                </c:pt>
                <c:pt idx="862">
                  <c:v>3.8357600000000001</c:v>
                </c:pt>
                <c:pt idx="863">
                  <c:v>3.8360599999999998</c:v>
                </c:pt>
                <c:pt idx="864">
                  <c:v>3.8363700000000001</c:v>
                </c:pt>
                <c:pt idx="865">
                  <c:v>3.8366799999999999</c:v>
                </c:pt>
                <c:pt idx="866">
                  <c:v>3.8369800000000001</c:v>
                </c:pt>
                <c:pt idx="867">
                  <c:v>3.8372899999999999</c:v>
                </c:pt>
                <c:pt idx="868">
                  <c:v>3.8375900000000001</c:v>
                </c:pt>
                <c:pt idx="869">
                  <c:v>3.8378999999999999</c:v>
                </c:pt>
                <c:pt idx="870">
                  <c:v>3.8382000000000001</c:v>
                </c:pt>
                <c:pt idx="871">
                  <c:v>3.8385099999999999</c:v>
                </c:pt>
                <c:pt idx="872">
                  <c:v>3.8388100000000001</c:v>
                </c:pt>
                <c:pt idx="873">
                  <c:v>3.8391199999999999</c:v>
                </c:pt>
                <c:pt idx="874">
                  <c:v>3.8394200000000001</c:v>
                </c:pt>
                <c:pt idx="875">
                  <c:v>3.8397299999999999</c:v>
                </c:pt>
                <c:pt idx="876">
                  <c:v>3.8400400000000001</c:v>
                </c:pt>
                <c:pt idx="877">
                  <c:v>3.8403399999999999</c:v>
                </c:pt>
                <c:pt idx="878">
                  <c:v>3.8406500000000001</c:v>
                </c:pt>
                <c:pt idx="879">
                  <c:v>3.8409499999999999</c:v>
                </c:pt>
                <c:pt idx="880">
                  <c:v>3.8412600000000001</c:v>
                </c:pt>
                <c:pt idx="881">
                  <c:v>3.8415599999999999</c:v>
                </c:pt>
                <c:pt idx="882">
                  <c:v>3.8418700000000001</c:v>
                </c:pt>
                <c:pt idx="883">
                  <c:v>3.8421699999999999</c:v>
                </c:pt>
                <c:pt idx="884">
                  <c:v>3.8424800000000001</c:v>
                </c:pt>
                <c:pt idx="885">
                  <c:v>3.8427799999999999</c:v>
                </c:pt>
                <c:pt idx="886">
                  <c:v>3.8430900000000001</c:v>
                </c:pt>
                <c:pt idx="887">
                  <c:v>3.8433899999999999</c:v>
                </c:pt>
                <c:pt idx="888">
                  <c:v>3.8437000000000001</c:v>
                </c:pt>
                <c:pt idx="889">
                  <c:v>3.8440099999999999</c:v>
                </c:pt>
                <c:pt idx="890">
                  <c:v>3.8443100000000001</c:v>
                </c:pt>
                <c:pt idx="891">
                  <c:v>3.8446199999999999</c:v>
                </c:pt>
                <c:pt idx="892">
                  <c:v>3.8449200000000001</c:v>
                </c:pt>
                <c:pt idx="893">
                  <c:v>3.8452299999999999</c:v>
                </c:pt>
                <c:pt idx="894">
                  <c:v>3.8455300000000001</c:v>
                </c:pt>
                <c:pt idx="895">
                  <c:v>3.8458399999999999</c:v>
                </c:pt>
                <c:pt idx="896">
                  <c:v>3.8461400000000001</c:v>
                </c:pt>
                <c:pt idx="897">
                  <c:v>3.8464499999999999</c:v>
                </c:pt>
                <c:pt idx="898">
                  <c:v>3.8467500000000001</c:v>
                </c:pt>
                <c:pt idx="899">
                  <c:v>3.8470599999999999</c:v>
                </c:pt>
                <c:pt idx="900">
                  <c:v>3.8473600000000001</c:v>
                </c:pt>
                <c:pt idx="901">
                  <c:v>3.8476699999999999</c:v>
                </c:pt>
                <c:pt idx="902">
                  <c:v>3.8479800000000002</c:v>
                </c:pt>
                <c:pt idx="903">
                  <c:v>3.8482799999999999</c:v>
                </c:pt>
                <c:pt idx="904">
                  <c:v>3.8485900000000002</c:v>
                </c:pt>
                <c:pt idx="905">
                  <c:v>3.8488899999999999</c:v>
                </c:pt>
                <c:pt idx="906">
                  <c:v>3.8492000000000002</c:v>
                </c:pt>
                <c:pt idx="907">
                  <c:v>3.8494999999999999</c:v>
                </c:pt>
                <c:pt idx="908">
                  <c:v>3.8498100000000002</c:v>
                </c:pt>
                <c:pt idx="909">
                  <c:v>3.8501099999999999</c:v>
                </c:pt>
                <c:pt idx="910">
                  <c:v>3.8504200000000002</c:v>
                </c:pt>
                <c:pt idx="911">
                  <c:v>3.8507199999999999</c:v>
                </c:pt>
                <c:pt idx="912">
                  <c:v>3.8510300000000002</c:v>
                </c:pt>
                <c:pt idx="913">
                  <c:v>3.8513299999999999</c:v>
                </c:pt>
                <c:pt idx="914">
                  <c:v>3.8516400000000002</c:v>
                </c:pt>
                <c:pt idx="915">
                  <c:v>3.85195</c:v>
                </c:pt>
                <c:pt idx="916">
                  <c:v>3.8522500000000002</c:v>
                </c:pt>
                <c:pt idx="917">
                  <c:v>3.85256</c:v>
                </c:pt>
                <c:pt idx="918">
                  <c:v>3.8528600000000002</c:v>
                </c:pt>
                <c:pt idx="919">
                  <c:v>3.85317</c:v>
                </c:pt>
                <c:pt idx="920">
                  <c:v>3.8534700000000002</c:v>
                </c:pt>
                <c:pt idx="921">
                  <c:v>3.85378</c:v>
                </c:pt>
                <c:pt idx="922">
                  <c:v>3.8540800000000002</c:v>
                </c:pt>
                <c:pt idx="923">
                  <c:v>3.85439</c:v>
                </c:pt>
                <c:pt idx="924">
                  <c:v>3.8546900000000002</c:v>
                </c:pt>
                <c:pt idx="925">
                  <c:v>3.855</c:v>
                </c:pt>
                <c:pt idx="926">
                  <c:v>3.8553000000000002</c:v>
                </c:pt>
                <c:pt idx="927">
                  <c:v>3.85561</c:v>
                </c:pt>
                <c:pt idx="928">
                  <c:v>3.8559199999999998</c:v>
                </c:pt>
                <c:pt idx="929">
                  <c:v>3.85622</c:v>
                </c:pt>
                <c:pt idx="930">
                  <c:v>3.8565299999999998</c:v>
                </c:pt>
                <c:pt idx="931">
                  <c:v>3.85683</c:v>
                </c:pt>
                <c:pt idx="932">
                  <c:v>3.8571399999999998</c:v>
                </c:pt>
                <c:pt idx="933">
                  <c:v>3.85744</c:v>
                </c:pt>
                <c:pt idx="934">
                  <c:v>3.8577499999999998</c:v>
                </c:pt>
                <c:pt idx="935">
                  <c:v>3.85805</c:v>
                </c:pt>
                <c:pt idx="936">
                  <c:v>3.8583599999999998</c:v>
                </c:pt>
                <c:pt idx="937">
                  <c:v>3.85866</c:v>
                </c:pt>
                <c:pt idx="938">
                  <c:v>3.8589699999999998</c:v>
                </c:pt>
                <c:pt idx="939">
                  <c:v>3.85928</c:v>
                </c:pt>
                <c:pt idx="940">
                  <c:v>3.8595799999999998</c:v>
                </c:pt>
                <c:pt idx="941">
                  <c:v>3.85989</c:v>
                </c:pt>
                <c:pt idx="942">
                  <c:v>3.8601899999999998</c:v>
                </c:pt>
                <c:pt idx="943">
                  <c:v>3.8605</c:v>
                </c:pt>
                <c:pt idx="944">
                  <c:v>3.8607999999999998</c:v>
                </c:pt>
                <c:pt idx="945">
                  <c:v>3.86111</c:v>
                </c:pt>
                <c:pt idx="946">
                  <c:v>3.8614099999999998</c:v>
                </c:pt>
                <c:pt idx="947">
                  <c:v>3.86172</c:v>
                </c:pt>
                <c:pt idx="948">
                  <c:v>3.8620199999999998</c:v>
                </c:pt>
                <c:pt idx="949">
                  <c:v>3.86233</c:v>
                </c:pt>
                <c:pt idx="950">
                  <c:v>3.8626299999999998</c:v>
                </c:pt>
                <c:pt idx="951">
                  <c:v>3.86294</c:v>
                </c:pt>
                <c:pt idx="952">
                  <c:v>3.8632499999999999</c:v>
                </c:pt>
                <c:pt idx="953">
                  <c:v>3.86355</c:v>
                </c:pt>
                <c:pt idx="954">
                  <c:v>3.8638599999999999</c:v>
                </c:pt>
                <c:pt idx="955">
                  <c:v>3.86416</c:v>
                </c:pt>
                <c:pt idx="956">
                  <c:v>3.8644699999999998</c:v>
                </c:pt>
                <c:pt idx="957">
                  <c:v>3.86477</c:v>
                </c:pt>
                <c:pt idx="958">
                  <c:v>3.8650799999999998</c:v>
                </c:pt>
                <c:pt idx="959">
                  <c:v>3.86538</c:v>
                </c:pt>
                <c:pt idx="960">
                  <c:v>3.8656899999999998</c:v>
                </c:pt>
                <c:pt idx="961">
                  <c:v>3.86599</c:v>
                </c:pt>
                <c:pt idx="962">
                  <c:v>3.8662999999999998</c:v>
                </c:pt>
                <c:pt idx="963">
                  <c:v>3.8666</c:v>
                </c:pt>
                <c:pt idx="964">
                  <c:v>3.8669099999999998</c:v>
                </c:pt>
                <c:pt idx="965">
                  <c:v>3.8672200000000001</c:v>
                </c:pt>
                <c:pt idx="966">
                  <c:v>3.8675199999999998</c:v>
                </c:pt>
                <c:pt idx="967">
                  <c:v>3.8678300000000001</c:v>
                </c:pt>
                <c:pt idx="968">
                  <c:v>3.8681299999999998</c:v>
                </c:pt>
                <c:pt idx="969">
                  <c:v>3.8684400000000001</c:v>
                </c:pt>
                <c:pt idx="970">
                  <c:v>3.8687399999999998</c:v>
                </c:pt>
                <c:pt idx="971">
                  <c:v>3.8690500000000001</c:v>
                </c:pt>
                <c:pt idx="972">
                  <c:v>3.8693499999999998</c:v>
                </c:pt>
                <c:pt idx="973">
                  <c:v>3.8696600000000001</c:v>
                </c:pt>
                <c:pt idx="974">
                  <c:v>3.8699599999999998</c:v>
                </c:pt>
                <c:pt idx="975">
                  <c:v>3.8702700000000001</c:v>
                </c:pt>
                <c:pt idx="976">
                  <c:v>3.8705699999999998</c:v>
                </c:pt>
                <c:pt idx="977">
                  <c:v>3.8708800000000001</c:v>
                </c:pt>
                <c:pt idx="978">
                  <c:v>3.8711899999999999</c:v>
                </c:pt>
                <c:pt idx="979">
                  <c:v>3.8714900000000001</c:v>
                </c:pt>
                <c:pt idx="980">
                  <c:v>3.8717999999999999</c:v>
                </c:pt>
                <c:pt idx="981">
                  <c:v>3.8721000000000001</c:v>
                </c:pt>
                <c:pt idx="982">
                  <c:v>3.8724099999999999</c:v>
                </c:pt>
                <c:pt idx="983">
                  <c:v>3.8727100000000001</c:v>
                </c:pt>
                <c:pt idx="984">
                  <c:v>3.8730199999999999</c:v>
                </c:pt>
                <c:pt idx="985">
                  <c:v>3.8733200000000001</c:v>
                </c:pt>
                <c:pt idx="986">
                  <c:v>3.8736299999999999</c:v>
                </c:pt>
                <c:pt idx="987">
                  <c:v>3.8739300000000001</c:v>
                </c:pt>
                <c:pt idx="988">
                  <c:v>3.8742399999999999</c:v>
                </c:pt>
                <c:pt idx="989">
                  <c:v>3.8745500000000002</c:v>
                </c:pt>
                <c:pt idx="990">
                  <c:v>3.8748499999999999</c:v>
                </c:pt>
                <c:pt idx="991">
                  <c:v>3.8751600000000002</c:v>
                </c:pt>
                <c:pt idx="992">
                  <c:v>3.8754599999999999</c:v>
                </c:pt>
                <c:pt idx="993">
                  <c:v>3.8757700000000002</c:v>
                </c:pt>
                <c:pt idx="994">
                  <c:v>3.8760699999999999</c:v>
                </c:pt>
                <c:pt idx="995">
                  <c:v>3.8763800000000002</c:v>
                </c:pt>
                <c:pt idx="996">
                  <c:v>3.8766799999999999</c:v>
                </c:pt>
                <c:pt idx="997">
                  <c:v>3.8769900000000002</c:v>
                </c:pt>
                <c:pt idx="998">
                  <c:v>3.8772899999999999</c:v>
                </c:pt>
                <c:pt idx="999">
                  <c:v>3.8776000000000002</c:v>
                </c:pt>
                <c:pt idx="1000">
                  <c:v>3.8778999999999999</c:v>
                </c:pt>
                <c:pt idx="1001">
                  <c:v>3.8782100000000002</c:v>
                </c:pt>
                <c:pt idx="1002">
                  <c:v>3.87852</c:v>
                </c:pt>
                <c:pt idx="1003">
                  <c:v>3.8788200000000002</c:v>
                </c:pt>
                <c:pt idx="1004">
                  <c:v>3.87913</c:v>
                </c:pt>
                <c:pt idx="1005">
                  <c:v>3.8794300000000002</c:v>
                </c:pt>
                <c:pt idx="1006">
                  <c:v>3.87974</c:v>
                </c:pt>
                <c:pt idx="1007">
                  <c:v>3.8800400000000002</c:v>
                </c:pt>
                <c:pt idx="1008">
                  <c:v>3.88035</c:v>
                </c:pt>
                <c:pt idx="1009">
                  <c:v>3.8806500000000002</c:v>
                </c:pt>
                <c:pt idx="1010">
                  <c:v>3.88096</c:v>
                </c:pt>
                <c:pt idx="1011">
                  <c:v>3.8812600000000002</c:v>
                </c:pt>
                <c:pt idx="1012">
                  <c:v>3.88157</c:v>
                </c:pt>
                <c:pt idx="1013">
                  <c:v>3.8818700000000002</c:v>
                </c:pt>
                <c:pt idx="1014">
                  <c:v>3.88218</c:v>
                </c:pt>
                <c:pt idx="1015">
                  <c:v>3.8824900000000002</c:v>
                </c:pt>
                <c:pt idx="1016">
                  <c:v>3.88279</c:v>
                </c:pt>
                <c:pt idx="1017">
                  <c:v>3.8831000000000002</c:v>
                </c:pt>
                <c:pt idx="1018">
                  <c:v>3.8834</c:v>
                </c:pt>
                <c:pt idx="1019">
                  <c:v>3.8837100000000002</c:v>
                </c:pt>
                <c:pt idx="1020">
                  <c:v>3.88401</c:v>
                </c:pt>
                <c:pt idx="1021">
                  <c:v>3.8843200000000002</c:v>
                </c:pt>
                <c:pt idx="1022">
                  <c:v>3.88462</c:v>
                </c:pt>
                <c:pt idx="1023">
                  <c:v>3.8849300000000002</c:v>
                </c:pt>
                <c:pt idx="1024">
                  <c:v>3.88523</c:v>
                </c:pt>
                <c:pt idx="1025">
                  <c:v>3.8855400000000002</c:v>
                </c:pt>
                <c:pt idx="1026">
                  <c:v>3.88584</c:v>
                </c:pt>
                <c:pt idx="1027">
                  <c:v>3.8861500000000002</c:v>
                </c:pt>
                <c:pt idx="1028">
                  <c:v>3.88646</c:v>
                </c:pt>
                <c:pt idx="1029">
                  <c:v>3.8867600000000002</c:v>
                </c:pt>
                <c:pt idx="1030">
                  <c:v>3.88707</c:v>
                </c:pt>
                <c:pt idx="1031">
                  <c:v>3.8873700000000002</c:v>
                </c:pt>
                <c:pt idx="1032">
                  <c:v>3.88768</c:v>
                </c:pt>
                <c:pt idx="1033">
                  <c:v>3.8879800000000002</c:v>
                </c:pt>
                <c:pt idx="1034">
                  <c:v>3.88829</c:v>
                </c:pt>
                <c:pt idx="1035">
                  <c:v>3.8885900000000002</c:v>
                </c:pt>
                <c:pt idx="1036">
                  <c:v>3.8889</c:v>
                </c:pt>
                <c:pt idx="1037">
                  <c:v>3.8892000000000002</c:v>
                </c:pt>
                <c:pt idx="1038">
                  <c:v>3.88951</c:v>
                </c:pt>
                <c:pt idx="1039">
                  <c:v>3.8898100000000002</c:v>
                </c:pt>
                <c:pt idx="1040">
                  <c:v>3.89012</c:v>
                </c:pt>
                <c:pt idx="1041">
                  <c:v>3.8904299999999998</c:v>
                </c:pt>
                <c:pt idx="1042">
                  <c:v>3.89073</c:v>
                </c:pt>
                <c:pt idx="1043">
                  <c:v>3.8910399999999998</c:v>
                </c:pt>
                <c:pt idx="1044">
                  <c:v>3.89134</c:v>
                </c:pt>
                <c:pt idx="1045">
                  <c:v>3.8916499999999998</c:v>
                </c:pt>
                <c:pt idx="1046">
                  <c:v>3.89195</c:v>
                </c:pt>
                <c:pt idx="1047">
                  <c:v>3.8922599999999998</c:v>
                </c:pt>
                <c:pt idx="1048">
                  <c:v>3.89256</c:v>
                </c:pt>
                <c:pt idx="1049">
                  <c:v>3.8928699999999998</c:v>
                </c:pt>
                <c:pt idx="1050">
                  <c:v>3.89317</c:v>
                </c:pt>
                <c:pt idx="1051">
                  <c:v>3.8934799999999998</c:v>
                </c:pt>
                <c:pt idx="1052">
                  <c:v>3.8937900000000001</c:v>
                </c:pt>
                <c:pt idx="1053">
                  <c:v>3.8940899999999998</c:v>
                </c:pt>
                <c:pt idx="1054">
                  <c:v>3.8944000000000001</c:v>
                </c:pt>
                <c:pt idx="1055">
                  <c:v>3.8946999999999998</c:v>
                </c:pt>
                <c:pt idx="1056">
                  <c:v>3.8950100000000001</c:v>
                </c:pt>
                <c:pt idx="1057">
                  <c:v>3.8953099999999998</c:v>
                </c:pt>
                <c:pt idx="1058">
                  <c:v>3.8956200000000001</c:v>
                </c:pt>
                <c:pt idx="1059">
                  <c:v>3.8959199999999998</c:v>
                </c:pt>
                <c:pt idx="1060">
                  <c:v>3.8962300000000001</c:v>
                </c:pt>
                <c:pt idx="1061">
                  <c:v>3.8965299999999998</c:v>
                </c:pt>
                <c:pt idx="1062">
                  <c:v>3.8968400000000001</c:v>
                </c:pt>
                <c:pt idx="1063">
                  <c:v>3.8971399999999998</c:v>
                </c:pt>
                <c:pt idx="1064">
                  <c:v>3.8974500000000001</c:v>
                </c:pt>
                <c:pt idx="1065">
                  <c:v>3.8977599999999999</c:v>
                </c:pt>
                <c:pt idx="1066">
                  <c:v>3.8980600000000001</c:v>
                </c:pt>
                <c:pt idx="1067">
                  <c:v>3.8983699999999999</c:v>
                </c:pt>
                <c:pt idx="1068">
                  <c:v>3.8986700000000001</c:v>
                </c:pt>
                <c:pt idx="1069">
                  <c:v>3.8989799999999999</c:v>
                </c:pt>
                <c:pt idx="1070">
                  <c:v>3.8992800000000001</c:v>
                </c:pt>
                <c:pt idx="1071">
                  <c:v>3.8995899999999999</c:v>
                </c:pt>
                <c:pt idx="1072">
                  <c:v>3.8998900000000001</c:v>
                </c:pt>
                <c:pt idx="1073">
                  <c:v>3.9001999999999999</c:v>
                </c:pt>
                <c:pt idx="1074">
                  <c:v>3.9005000000000001</c:v>
                </c:pt>
                <c:pt idx="1075">
                  <c:v>3.9008099999999999</c:v>
                </c:pt>
                <c:pt idx="1076">
                  <c:v>3.9011100000000001</c:v>
                </c:pt>
                <c:pt idx="1077">
                  <c:v>3.9014199999999999</c:v>
                </c:pt>
                <c:pt idx="1078">
                  <c:v>3.9017300000000001</c:v>
                </c:pt>
                <c:pt idx="1079">
                  <c:v>3.9020299999999999</c:v>
                </c:pt>
                <c:pt idx="1080">
                  <c:v>3.9023400000000001</c:v>
                </c:pt>
                <c:pt idx="1081">
                  <c:v>3.9026399999999999</c:v>
                </c:pt>
                <c:pt idx="1082">
                  <c:v>3.9029500000000001</c:v>
                </c:pt>
                <c:pt idx="1083">
                  <c:v>3.9032499999999999</c:v>
                </c:pt>
                <c:pt idx="1084">
                  <c:v>3.9035600000000001</c:v>
                </c:pt>
                <c:pt idx="1085">
                  <c:v>3.9038599999999999</c:v>
                </c:pt>
                <c:pt idx="1086">
                  <c:v>3.9041700000000001</c:v>
                </c:pt>
                <c:pt idx="1087">
                  <c:v>3.9044699999999999</c:v>
                </c:pt>
                <c:pt idx="1088">
                  <c:v>3.9047800000000001</c:v>
                </c:pt>
                <c:pt idx="1089">
                  <c:v>3.9050799999999999</c:v>
                </c:pt>
                <c:pt idx="1090">
                  <c:v>3.9053900000000001</c:v>
                </c:pt>
                <c:pt idx="1091">
                  <c:v>3.9056999999999999</c:v>
                </c:pt>
                <c:pt idx="1092">
                  <c:v>3.9060000000000001</c:v>
                </c:pt>
                <c:pt idx="1093">
                  <c:v>3.9063099999999999</c:v>
                </c:pt>
                <c:pt idx="1094">
                  <c:v>3.9066100000000001</c:v>
                </c:pt>
                <c:pt idx="1095">
                  <c:v>3.9069199999999999</c:v>
                </c:pt>
                <c:pt idx="1096">
                  <c:v>3.9072200000000001</c:v>
                </c:pt>
                <c:pt idx="1097">
                  <c:v>3.9075299999999999</c:v>
                </c:pt>
                <c:pt idx="1098">
                  <c:v>3.9078300000000001</c:v>
                </c:pt>
                <c:pt idx="1099">
                  <c:v>3.9081399999999999</c:v>
                </c:pt>
                <c:pt idx="1100">
                  <c:v>3.9084400000000001</c:v>
                </c:pt>
                <c:pt idx="1101">
                  <c:v>3.9087499999999999</c:v>
                </c:pt>
                <c:pt idx="1102">
                  <c:v>3.9090500000000001</c:v>
                </c:pt>
                <c:pt idx="1103">
                  <c:v>3.9093599999999999</c:v>
                </c:pt>
                <c:pt idx="1104">
                  <c:v>3.9096700000000002</c:v>
                </c:pt>
                <c:pt idx="1105">
                  <c:v>3.9099699999999999</c:v>
                </c:pt>
                <c:pt idx="1106">
                  <c:v>3.9102800000000002</c:v>
                </c:pt>
                <c:pt idx="1107">
                  <c:v>3.9105799999999999</c:v>
                </c:pt>
                <c:pt idx="1108">
                  <c:v>3.9108900000000002</c:v>
                </c:pt>
                <c:pt idx="1109">
                  <c:v>3.9111899999999999</c:v>
                </c:pt>
                <c:pt idx="1110">
                  <c:v>3.9115000000000002</c:v>
                </c:pt>
                <c:pt idx="1111">
                  <c:v>3.9117999999999999</c:v>
                </c:pt>
                <c:pt idx="1112">
                  <c:v>3.9121100000000002</c:v>
                </c:pt>
                <c:pt idx="1113">
                  <c:v>3.9124099999999999</c:v>
                </c:pt>
                <c:pt idx="1114">
                  <c:v>3.9127200000000002</c:v>
                </c:pt>
                <c:pt idx="1115">
                  <c:v>3.91303</c:v>
                </c:pt>
                <c:pt idx="1116">
                  <c:v>3.9133300000000002</c:v>
                </c:pt>
                <c:pt idx="1117">
                  <c:v>3.91364</c:v>
                </c:pt>
                <c:pt idx="1118">
                  <c:v>3.9139400000000002</c:v>
                </c:pt>
                <c:pt idx="1119">
                  <c:v>3.91425</c:v>
                </c:pt>
                <c:pt idx="1120">
                  <c:v>3.9145500000000002</c:v>
                </c:pt>
                <c:pt idx="1121">
                  <c:v>3.91486</c:v>
                </c:pt>
                <c:pt idx="1122">
                  <c:v>3.9151600000000002</c:v>
                </c:pt>
                <c:pt idx="1123">
                  <c:v>3.91547</c:v>
                </c:pt>
                <c:pt idx="1124">
                  <c:v>3.9157700000000002</c:v>
                </c:pt>
                <c:pt idx="1125">
                  <c:v>3.91608</c:v>
                </c:pt>
                <c:pt idx="1126">
                  <c:v>3.9163800000000002</c:v>
                </c:pt>
                <c:pt idx="1127">
                  <c:v>3.91669</c:v>
                </c:pt>
                <c:pt idx="1128">
                  <c:v>3.9169999999999998</c:v>
                </c:pt>
                <c:pt idx="1129">
                  <c:v>3.9173</c:v>
                </c:pt>
                <c:pt idx="1130">
                  <c:v>3.9176099999999998</c:v>
                </c:pt>
                <c:pt idx="1131">
                  <c:v>3.91791</c:v>
                </c:pt>
                <c:pt idx="1132">
                  <c:v>3.9182199999999998</c:v>
                </c:pt>
                <c:pt idx="1133">
                  <c:v>3.91852</c:v>
                </c:pt>
                <c:pt idx="1134">
                  <c:v>3.9188299999999998</c:v>
                </c:pt>
                <c:pt idx="1135">
                  <c:v>3.91913</c:v>
                </c:pt>
                <c:pt idx="1136">
                  <c:v>3.9194399999999998</c:v>
                </c:pt>
                <c:pt idx="1137">
                  <c:v>3.91974</c:v>
                </c:pt>
                <c:pt idx="1138">
                  <c:v>3.9200499999999998</c:v>
                </c:pt>
                <c:pt idx="1139">
                  <c:v>3.92035</c:v>
                </c:pt>
                <c:pt idx="1140">
                  <c:v>3.9206599999999998</c:v>
                </c:pt>
                <c:pt idx="1141">
                  <c:v>3.9209700000000001</c:v>
                </c:pt>
                <c:pt idx="1142">
                  <c:v>3.9212699999999998</c:v>
                </c:pt>
                <c:pt idx="1143">
                  <c:v>3.9215800000000001</c:v>
                </c:pt>
                <c:pt idx="1144">
                  <c:v>3.9218799999999998</c:v>
                </c:pt>
                <c:pt idx="1145">
                  <c:v>3.9221900000000001</c:v>
                </c:pt>
                <c:pt idx="1146">
                  <c:v>3.9224899999999998</c:v>
                </c:pt>
                <c:pt idx="1147">
                  <c:v>3.9228000000000001</c:v>
                </c:pt>
                <c:pt idx="1148">
                  <c:v>3.9230999999999998</c:v>
                </c:pt>
                <c:pt idx="1149">
                  <c:v>3.9234100000000001</c:v>
                </c:pt>
                <c:pt idx="1150">
                  <c:v>3.9237099999999998</c:v>
                </c:pt>
                <c:pt idx="1151">
                  <c:v>3.9240200000000001</c:v>
                </c:pt>
                <c:pt idx="1152">
                  <c:v>3.9243199999999998</c:v>
                </c:pt>
                <c:pt idx="1153">
                  <c:v>3.9246300000000001</c:v>
                </c:pt>
                <c:pt idx="1154">
                  <c:v>3.9249399999999999</c:v>
                </c:pt>
                <c:pt idx="1155">
                  <c:v>3.9252400000000001</c:v>
                </c:pt>
                <c:pt idx="1156">
                  <c:v>3.9255499999999999</c:v>
                </c:pt>
                <c:pt idx="1157">
                  <c:v>3.9258500000000001</c:v>
                </c:pt>
                <c:pt idx="1158">
                  <c:v>3.9261599999999999</c:v>
                </c:pt>
                <c:pt idx="1159">
                  <c:v>3.9264600000000001</c:v>
                </c:pt>
                <c:pt idx="1160">
                  <c:v>3.9267699999999999</c:v>
                </c:pt>
                <c:pt idx="1161">
                  <c:v>3.9270700000000001</c:v>
                </c:pt>
                <c:pt idx="1162">
                  <c:v>3.9273799999999999</c:v>
                </c:pt>
                <c:pt idx="1163">
                  <c:v>3.9276800000000001</c:v>
                </c:pt>
                <c:pt idx="1164">
                  <c:v>3.9279899999999999</c:v>
                </c:pt>
                <c:pt idx="1165">
                  <c:v>3.9283000000000001</c:v>
                </c:pt>
                <c:pt idx="1166">
                  <c:v>3.9285999999999999</c:v>
                </c:pt>
                <c:pt idx="1167">
                  <c:v>3.9289100000000001</c:v>
                </c:pt>
                <c:pt idx="1168">
                  <c:v>3.9292099999999999</c:v>
                </c:pt>
                <c:pt idx="1169">
                  <c:v>3.9295200000000001</c:v>
                </c:pt>
                <c:pt idx="1170">
                  <c:v>3.9298199999999999</c:v>
                </c:pt>
                <c:pt idx="1171">
                  <c:v>3.9301300000000001</c:v>
                </c:pt>
                <c:pt idx="1172">
                  <c:v>3.9304299999999999</c:v>
                </c:pt>
                <c:pt idx="1173">
                  <c:v>3.9307400000000001</c:v>
                </c:pt>
                <c:pt idx="1174">
                  <c:v>3.9310399999999999</c:v>
                </c:pt>
                <c:pt idx="1175">
                  <c:v>3.9313500000000001</c:v>
                </c:pt>
                <c:pt idx="1176">
                  <c:v>3.9316499999999999</c:v>
                </c:pt>
                <c:pt idx="1177">
                  <c:v>3.9319600000000001</c:v>
                </c:pt>
                <c:pt idx="1178">
                  <c:v>3.9322699999999999</c:v>
                </c:pt>
                <c:pt idx="1179">
                  <c:v>3.9325700000000001</c:v>
                </c:pt>
                <c:pt idx="1180">
                  <c:v>3.9328799999999999</c:v>
                </c:pt>
                <c:pt idx="1181">
                  <c:v>3.9331800000000001</c:v>
                </c:pt>
                <c:pt idx="1182">
                  <c:v>3.9334899999999999</c:v>
                </c:pt>
                <c:pt idx="1183">
                  <c:v>3.9337900000000001</c:v>
                </c:pt>
                <c:pt idx="1184">
                  <c:v>3.9340999999999999</c:v>
                </c:pt>
                <c:pt idx="1185">
                  <c:v>3.9344000000000001</c:v>
                </c:pt>
                <c:pt idx="1186">
                  <c:v>3.9347099999999999</c:v>
                </c:pt>
                <c:pt idx="1187">
                  <c:v>3.9350100000000001</c:v>
                </c:pt>
                <c:pt idx="1188">
                  <c:v>3.9353199999999999</c:v>
                </c:pt>
                <c:pt idx="1189">
                  <c:v>3.9356200000000001</c:v>
                </c:pt>
                <c:pt idx="1190">
                  <c:v>3.9359299999999999</c:v>
                </c:pt>
                <c:pt idx="1191">
                  <c:v>3.9362400000000002</c:v>
                </c:pt>
                <c:pt idx="1192">
                  <c:v>3.9365399999999999</c:v>
                </c:pt>
                <c:pt idx="1193">
                  <c:v>3.9368500000000002</c:v>
                </c:pt>
                <c:pt idx="1194">
                  <c:v>3.9371499999999999</c:v>
                </c:pt>
                <c:pt idx="1195">
                  <c:v>3.9374600000000002</c:v>
                </c:pt>
                <c:pt idx="1196">
                  <c:v>3.9377599999999999</c:v>
                </c:pt>
                <c:pt idx="1197">
                  <c:v>3.9380700000000002</c:v>
                </c:pt>
                <c:pt idx="1198">
                  <c:v>3.9383699999999999</c:v>
                </c:pt>
                <c:pt idx="1199">
                  <c:v>3.9386800000000002</c:v>
                </c:pt>
                <c:pt idx="1200">
                  <c:v>3.9389799999999999</c:v>
                </c:pt>
                <c:pt idx="1201">
                  <c:v>3.9392900000000002</c:v>
                </c:pt>
                <c:pt idx="1202">
                  <c:v>3.9395899999999999</c:v>
                </c:pt>
                <c:pt idx="1203">
                  <c:v>3.9399000000000002</c:v>
                </c:pt>
                <c:pt idx="1204">
                  <c:v>3.94021</c:v>
                </c:pt>
                <c:pt idx="1205">
                  <c:v>3.9405100000000002</c:v>
                </c:pt>
                <c:pt idx="1206">
                  <c:v>3.94082</c:v>
                </c:pt>
                <c:pt idx="1207">
                  <c:v>3.9411200000000002</c:v>
                </c:pt>
                <c:pt idx="1208">
                  <c:v>3.94143</c:v>
                </c:pt>
                <c:pt idx="1209">
                  <c:v>3.9417300000000002</c:v>
                </c:pt>
                <c:pt idx="1210">
                  <c:v>3.94204</c:v>
                </c:pt>
                <c:pt idx="1211">
                  <c:v>3.9423400000000002</c:v>
                </c:pt>
                <c:pt idx="1212">
                  <c:v>3.94265</c:v>
                </c:pt>
                <c:pt idx="1213">
                  <c:v>3.9429500000000002</c:v>
                </c:pt>
                <c:pt idx="1214">
                  <c:v>3.94326</c:v>
                </c:pt>
                <c:pt idx="1215">
                  <c:v>3.9435600000000002</c:v>
                </c:pt>
                <c:pt idx="1216">
                  <c:v>3.94387</c:v>
                </c:pt>
                <c:pt idx="1217">
                  <c:v>3.9441799999999998</c:v>
                </c:pt>
                <c:pt idx="1218">
                  <c:v>3.94448</c:v>
                </c:pt>
                <c:pt idx="1219">
                  <c:v>3.9447899999999998</c:v>
                </c:pt>
                <c:pt idx="1220">
                  <c:v>3.94509</c:v>
                </c:pt>
                <c:pt idx="1221">
                  <c:v>3.9453999999999998</c:v>
                </c:pt>
                <c:pt idx="1222">
                  <c:v>3.9457</c:v>
                </c:pt>
                <c:pt idx="1223">
                  <c:v>3.9460099999999998</c:v>
                </c:pt>
                <c:pt idx="1224">
                  <c:v>3.94631</c:v>
                </c:pt>
                <c:pt idx="1225">
                  <c:v>3.9466199999999998</c:v>
                </c:pt>
                <c:pt idx="1226">
                  <c:v>3.94692</c:v>
                </c:pt>
                <c:pt idx="1227">
                  <c:v>3.9472299999999998</c:v>
                </c:pt>
                <c:pt idx="1228">
                  <c:v>3.94754</c:v>
                </c:pt>
                <c:pt idx="1229">
                  <c:v>3.9478399999999998</c:v>
                </c:pt>
                <c:pt idx="1230">
                  <c:v>3.94815</c:v>
                </c:pt>
                <c:pt idx="1231">
                  <c:v>3.9484499999999998</c:v>
                </c:pt>
                <c:pt idx="1232">
                  <c:v>3.94876</c:v>
                </c:pt>
                <c:pt idx="1233">
                  <c:v>3.9490599999999998</c:v>
                </c:pt>
                <c:pt idx="1234">
                  <c:v>3.94937</c:v>
                </c:pt>
                <c:pt idx="1235">
                  <c:v>3.9496699999999998</c:v>
                </c:pt>
                <c:pt idx="1236">
                  <c:v>3.94998</c:v>
                </c:pt>
                <c:pt idx="1237">
                  <c:v>3.9502799999999998</c:v>
                </c:pt>
                <c:pt idx="1238">
                  <c:v>3.95059</c:v>
                </c:pt>
                <c:pt idx="1239">
                  <c:v>3.9508899999999998</c:v>
                </c:pt>
                <c:pt idx="1240">
                  <c:v>3.9512</c:v>
                </c:pt>
                <c:pt idx="1241">
                  <c:v>3.9515099999999999</c:v>
                </c:pt>
                <c:pt idx="1242">
                  <c:v>3.95181</c:v>
                </c:pt>
                <c:pt idx="1243">
                  <c:v>3.9521199999999999</c:v>
                </c:pt>
                <c:pt idx="1244">
                  <c:v>3.95242</c:v>
                </c:pt>
                <c:pt idx="1245">
                  <c:v>3.9527299999999999</c:v>
                </c:pt>
                <c:pt idx="1246">
                  <c:v>3.95303</c:v>
                </c:pt>
                <c:pt idx="1247">
                  <c:v>3.9533399999999999</c:v>
                </c:pt>
                <c:pt idx="1248">
                  <c:v>3.95364</c:v>
                </c:pt>
                <c:pt idx="1249">
                  <c:v>3.9539499999999999</c:v>
                </c:pt>
                <c:pt idx="1250">
                  <c:v>3.95425</c:v>
                </c:pt>
                <c:pt idx="1251">
                  <c:v>3.9545599999999999</c:v>
                </c:pt>
                <c:pt idx="1252">
                  <c:v>3.95486</c:v>
                </c:pt>
                <c:pt idx="1253">
                  <c:v>3.9551699999999999</c:v>
                </c:pt>
                <c:pt idx="1254">
                  <c:v>3.9554800000000001</c:v>
                </c:pt>
                <c:pt idx="1255">
                  <c:v>3.9557799999999999</c:v>
                </c:pt>
                <c:pt idx="1256">
                  <c:v>3.9560900000000001</c:v>
                </c:pt>
                <c:pt idx="1257">
                  <c:v>3.9563899999999999</c:v>
                </c:pt>
                <c:pt idx="1258">
                  <c:v>3.9567000000000001</c:v>
                </c:pt>
                <c:pt idx="1259">
                  <c:v>3.9569999999999999</c:v>
                </c:pt>
                <c:pt idx="1260">
                  <c:v>3.9573100000000001</c:v>
                </c:pt>
                <c:pt idx="1261">
                  <c:v>3.9576099999999999</c:v>
                </c:pt>
                <c:pt idx="1262">
                  <c:v>3.9579200000000001</c:v>
                </c:pt>
                <c:pt idx="1263">
                  <c:v>3.9582199999999998</c:v>
                </c:pt>
                <c:pt idx="1264">
                  <c:v>3.9585300000000001</c:v>
                </c:pt>
                <c:pt idx="1265">
                  <c:v>3.9588299999999998</c:v>
                </c:pt>
                <c:pt idx="1266">
                  <c:v>3.9591400000000001</c:v>
                </c:pt>
                <c:pt idx="1267">
                  <c:v>3.9594499999999999</c:v>
                </c:pt>
                <c:pt idx="1268">
                  <c:v>3.9597500000000001</c:v>
                </c:pt>
                <c:pt idx="1269">
                  <c:v>3.9600599999999999</c:v>
                </c:pt>
                <c:pt idx="1270">
                  <c:v>3.9603600000000001</c:v>
                </c:pt>
                <c:pt idx="1271">
                  <c:v>3.9606699999999999</c:v>
                </c:pt>
                <c:pt idx="1272">
                  <c:v>3.9609700000000001</c:v>
                </c:pt>
                <c:pt idx="1273">
                  <c:v>3.9612799999999999</c:v>
                </c:pt>
                <c:pt idx="1274">
                  <c:v>3.9615800000000001</c:v>
                </c:pt>
                <c:pt idx="1275">
                  <c:v>3.9618899999999999</c:v>
                </c:pt>
                <c:pt idx="1276">
                  <c:v>3.9621900000000001</c:v>
                </c:pt>
                <c:pt idx="1277">
                  <c:v>3.9624999999999999</c:v>
                </c:pt>
                <c:pt idx="1278">
                  <c:v>3.9628000000000001</c:v>
                </c:pt>
                <c:pt idx="1279">
                  <c:v>3.9631099999999999</c:v>
                </c:pt>
                <c:pt idx="1280">
                  <c:v>3.9634200000000002</c:v>
                </c:pt>
                <c:pt idx="1281">
                  <c:v>3.9637199999999999</c:v>
                </c:pt>
                <c:pt idx="1282">
                  <c:v>3.9640300000000002</c:v>
                </c:pt>
                <c:pt idx="1283">
                  <c:v>3.9643299999999999</c:v>
                </c:pt>
                <c:pt idx="1284">
                  <c:v>3.9646400000000002</c:v>
                </c:pt>
                <c:pt idx="1285">
                  <c:v>3.9649399999999999</c:v>
                </c:pt>
                <c:pt idx="1286">
                  <c:v>3.9652500000000002</c:v>
                </c:pt>
                <c:pt idx="1287">
                  <c:v>3.9655499999999999</c:v>
                </c:pt>
                <c:pt idx="1288">
                  <c:v>3.9658600000000002</c:v>
                </c:pt>
                <c:pt idx="1289">
                  <c:v>3.9661599999999999</c:v>
                </c:pt>
                <c:pt idx="1290">
                  <c:v>3.9664700000000002</c:v>
                </c:pt>
                <c:pt idx="1291">
                  <c:v>3.96678</c:v>
                </c:pt>
                <c:pt idx="1292">
                  <c:v>3.9670800000000002</c:v>
                </c:pt>
                <c:pt idx="1293">
                  <c:v>3.96739</c:v>
                </c:pt>
                <c:pt idx="1294">
                  <c:v>3.9676900000000002</c:v>
                </c:pt>
                <c:pt idx="1295">
                  <c:v>3.968</c:v>
                </c:pt>
                <c:pt idx="1296">
                  <c:v>3.9683000000000002</c:v>
                </c:pt>
                <c:pt idx="1297">
                  <c:v>3.96861</c:v>
                </c:pt>
                <c:pt idx="1298">
                  <c:v>3.9689100000000002</c:v>
                </c:pt>
                <c:pt idx="1299">
                  <c:v>3.96922</c:v>
                </c:pt>
                <c:pt idx="1300">
                  <c:v>3.9695200000000002</c:v>
                </c:pt>
                <c:pt idx="1301">
                  <c:v>3.96983</c:v>
                </c:pt>
                <c:pt idx="1302">
                  <c:v>3.9701300000000002</c:v>
                </c:pt>
                <c:pt idx="1303">
                  <c:v>3.97044</c:v>
                </c:pt>
                <c:pt idx="1304">
                  <c:v>3.9707499999999998</c:v>
                </c:pt>
                <c:pt idx="1305">
                  <c:v>3.97105</c:v>
                </c:pt>
                <c:pt idx="1306">
                  <c:v>3.9713599999999998</c:v>
                </c:pt>
                <c:pt idx="1307">
                  <c:v>3.97166</c:v>
                </c:pt>
                <c:pt idx="1308">
                  <c:v>3.9719699999999998</c:v>
                </c:pt>
                <c:pt idx="1309">
                  <c:v>3.97227</c:v>
                </c:pt>
                <c:pt idx="1310">
                  <c:v>3.9725799999999998</c:v>
                </c:pt>
                <c:pt idx="1311">
                  <c:v>3.97288</c:v>
                </c:pt>
                <c:pt idx="1312">
                  <c:v>3.9731900000000002</c:v>
                </c:pt>
                <c:pt idx="1313">
                  <c:v>3.97349</c:v>
                </c:pt>
                <c:pt idx="1314">
                  <c:v>3.9738000000000002</c:v>
                </c:pt>
                <c:pt idx="1315">
                  <c:v>3.9741</c:v>
                </c:pt>
                <c:pt idx="1316">
                  <c:v>3.9744100000000002</c:v>
                </c:pt>
                <c:pt idx="1317">
                  <c:v>3.97472</c:v>
                </c:pt>
                <c:pt idx="1318">
                  <c:v>3.9750200000000002</c:v>
                </c:pt>
                <c:pt idx="1319">
                  <c:v>3.97533</c:v>
                </c:pt>
                <c:pt idx="1320">
                  <c:v>3.9756300000000002</c:v>
                </c:pt>
                <c:pt idx="1321">
                  <c:v>3.97594</c:v>
                </c:pt>
                <c:pt idx="1322">
                  <c:v>3.9762400000000002</c:v>
                </c:pt>
                <c:pt idx="1323">
                  <c:v>3.97655</c:v>
                </c:pt>
                <c:pt idx="1324">
                  <c:v>3.9768500000000002</c:v>
                </c:pt>
                <c:pt idx="1325">
                  <c:v>3.97716</c:v>
                </c:pt>
                <c:pt idx="1326">
                  <c:v>3.9774600000000002</c:v>
                </c:pt>
                <c:pt idx="1327">
                  <c:v>3.97777</c:v>
                </c:pt>
                <c:pt idx="1328">
                  <c:v>3.9780700000000002</c:v>
                </c:pt>
                <c:pt idx="1329">
                  <c:v>3.97838</c:v>
                </c:pt>
                <c:pt idx="1330">
                  <c:v>3.9786899999999998</c:v>
                </c:pt>
                <c:pt idx="1331">
                  <c:v>3.97899</c:v>
                </c:pt>
                <c:pt idx="1332">
                  <c:v>3.9792999999999998</c:v>
                </c:pt>
                <c:pt idx="1333">
                  <c:v>3.9796</c:v>
                </c:pt>
                <c:pt idx="1334">
                  <c:v>3.9799099999999998</c:v>
                </c:pt>
                <c:pt idx="1335">
                  <c:v>3.98021</c:v>
                </c:pt>
                <c:pt idx="1336">
                  <c:v>3.9805199999999998</c:v>
                </c:pt>
                <c:pt idx="1337">
                  <c:v>3.98082</c:v>
                </c:pt>
                <c:pt idx="1338">
                  <c:v>3.9811299999999998</c:v>
                </c:pt>
                <c:pt idx="1339">
                  <c:v>3.98143</c:v>
                </c:pt>
                <c:pt idx="1340">
                  <c:v>3.9817399999999998</c:v>
                </c:pt>
                <c:pt idx="1341">
                  <c:v>3.98204</c:v>
                </c:pt>
                <c:pt idx="1342">
                  <c:v>3.9823499999999998</c:v>
                </c:pt>
                <c:pt idx="1343">
                  <c:v>3.9826600000000001</c:v>
                </c:pt>
                <c:pt idx="1344">
                  <c:v>3.9829599999999998</c:v>
                </c:pt>
                <c:pt idx="1345">
                  <c:v>3.9832700000000001</c:v>
                </c:pt>
                <c:pt idx="1346">
                  <c:v>3.9835699999999998</c:v>
                </c:pt>
                <c:pt idx="1347">
                  <c:v>3.9838800000000001</c:v>
                </c:pt>
                <c:pt idx="1348">
                  <c:v>3.9841799999999998</c:v>
                </c:pt>
                <c:pt idx="1349">
                  <c:v>3.9844900000000001</c:v>
                </c:pt>
                <c:pt idx="1350">
                  <c:v>3.9847899999999998</c:v>
                </c:pt>
                <c:pt idx="1351">
                  <c:v>3.9851000000000001</c:v>
                </c:pt>
                <c:pt idx="1352">
                  <c:v>3.9853999999999998</c:v>
                </c:pt>
                <c:pt idx="1353">
                  <c:v>3.9857100000000001</c:v>
                </c:pt>
                <c:pt idx="1354">
                  <c:v>3.9860199999999999</c:v>
                </c:pt>
                <c:pt idx="1355">
                  <c:v>3.9863200000000001</c:v>
                </c:pt>
                <c:pt idx="1356">
                  <c:v>3.9866299999999999</c:v>
                </c:pt>
                <c:pt idx="1357">
                  <c:v>3.9869300000000001</c:v>
                </c:pt>
                <c:pt idx="1358">
                  <c:v>3.9872399999999999</c:v>
                </c:pt>
                <c:pt idx="1359">
                  <c:v>3.9875400000000001</c:v>
                </c:pt>
                <c:pt idx="1360">
                  <c:v>3.9878499999999999</c:v>
                </c:pt>
                <c:pt idx="1361">
                  <c:v>3.9881500000000001</c:v>
                </c:pt>
                <c:pt idx="1362">
                  <c:v>3.9884599999999999</c:v>
                </c:pt>
                <c:pt idx="1363">
                  <c:v>3.9887600000000001</c:v>
                </c:pt>
                <c:pt idx="1364">
                  <c:v>3.9890699999999999</c:v>
                </c:pt>
                <c:pt idx="1365">
                  <c:v>3.9893700000000001</c:v>
                </c:pt>
                <c:pt idx="1366">
                  <c:v>3.9896799999999999</c:v>
                </c:pt>
                <c:pt idx="1367">
                  <c:v>3.9899900000000001</c:v>
                </c:pt>
                <c:pt idx="1368">
                  <c:v>3.9902899999999999</c:v>
                </c:pt>
                <c:pt idx="1369">
                  <c:v>3.9906000000000001</c:v>
                </c:pt>
                <c:pt idx="1370">
                  <c:v>3.9908999999999999</c:v>
                </c:pt>
                <c:pt idx="1371">
                  <c:v>3.9912100000000001</c:v>
                </c:pt>
                <c:pt idx="1372">
                  <c:v>3.9915099999999999</c:v>
                </c:pt>
                <c:pt idx="1373">
                  <c:v>3.9918200000000001</c:v>
                </c:pt>
                <c:pt idx="1374">
                  <c:v>3.9921199999999999</c:v>
                </c:pt>
                <c:pt idx="1375">
                  <c:v>3.9924300000000001</c:v>
                </c:pt>
                <c:pt idx="1376">
                  <c:v>3.9927299999999999</c:v>
                </c:pt>
                <c:pt idx="1377">
                  <c:v>3.9930400000000001</c:v>
                </c:pt>
                <c:pt idx="1378">
                  <c:v>3.9933399999999999</c:v>
                </c:pt>
                <c:pt idx="1379">
                  <c:v>3.9936500000000001</c:v>
                </c:pt>
                <c:pt idx="1380">
                  <c:v>3.99396</c:v>
                </c:pt>
                <c:pt idx="1381">
                  <c:v>3.9942600000000001</c:v>
                </c:pt>
                <c:pt idx="1382">
                  <c:v>3.99457</c:v>
                </c:pt>
                <c:pt idx="1383">
                  <c:v>3.9948700000000001</c:v>
                </c:pt>
                <c:pt idx="1384">
                  <c:v>3.99518</c:v>
                </c:pt>
                <c:pt idx="1385">
                  <c:v>3.9954800000000001</c:v>
                </c:pt>
                <c:pt idx="1386">
                  <c:v>3.99579</c:v>
                </c:pt>
                <c:pt idx="1387">
                  <c:v>3.9960900000000001</c:v>
                </c:pt>
                <c:pt idx="1388">
                  <c:v>3.9964</c:v>
                </c:pt>
                <c:pt idx="1389">
                  <c:v>3.9967000000000001</c:v>
                </c:pt>
                <c:pt idx="1390">
                  <c:v>3.99701</c:v>
                </c:pt>
                <c:pt idx="1391">
                  <c:v>3.9973100000000001</c:v>
                </c:pt>
                <c:pt idx="1392">
                  <c:v>3.99762</c:v>
                </c:pt>
                <c:pt idx="1393">
                  <c:v>3.9979300000000002</c:v>
                </c:pt>
                <c:pt idx="1394">
                  <c:v>3.99823</c:v>
                </c:pt>
                <c:pt idx="1395">
                  <c:v>3.9985400000000002</c:v>
                </c:pt>
                <c:pt idx="1396">
                  <c:v>3.99884</c:v>
                </c:pt>
                <c:pt idx="1397">
                  <c:v>3.9991500000000002</c:v>
                </c:pt>
                <c:pt idx="1398">
                  <c:v>3.9994499999999999</c:v>
                </c:pt>
                <c:pt idx="1399">
                  <c:v>3.9997600000000002</c:v>
                </c:pt>
                <c:pt idx="1400">
                  <c:v>4.0000600000000004</c:v>
                </c:pt>
                <c:pt idx="1401">
                  <c:v>4.0003700000000002</c:v>
                </c:pt>
                <c:pt idx="1402">
                  <c:v>4.0006700000000004</c:v>
                </c:pt>
                <c:pt idx="1403">
                  <c:v>4.0009800000000002</c:v>
                </c:pt>
                <c:pt idx="1404">
                  <c:v>4.00129</c:v>
                </c:pt>
                <c:pt idx="1405">
                  <c:v>4.0015900000000002</c:v>
                </c:pt>
                <c:pt idx="1406">
                  <c:v>4.0019</c:v>
                </c:pt>
                <c:pt idx="1407">
                  <c:v>4.0022000000000002</c:v>
                </c:pt>
                <c:pt idx="1408">
                  <c:v>4.00251</c:v>
                </c:pt>
                <c:pt idx="1409">
                  <c:v>4.0028100000000002</c:v>
                </c:pt>
                <c:pt idx="1410">
                  <c:v>4.00312</c:v>
                </c:pt>
                <c:pt idx="1411">
                  <c:v>4.0034200000000002</c:v>
                </c:pt>
                <c:pt idx="1412">
                  <c:v>4.00373</c:v>
                </c:pt>
                <c:pt idx="1413">
                  <c:v>4.0040300000000002</c:v>
                </c:pt>
                <c:pt idx="1414">
                  <c:v>4.00434</c:v>
                </c:pt>
                <c:pt idx="1415">
                  <c:v>4.0046400000000002</c:v>
                </c:pt>
                <c:pt idx="1416">
                  <c:v>4.00495</c:v>
                </c:pt>
                <c:pt idx="1417">
                  <c:v>4.0052599999999998</c:v>
                </c:pt>
                <c:pt idx="1418">
                  <c:v>4.00556</c:v>
                </c:pt>
                <c:pt idx="1419">
                  <c:v>4.0058699999999998</c:v>
                </c:pt>
                <c:pt idx="1420">
                  <c:v>4.00617</c:v>
                </c:pt>
                <c:pt idx="1421">
                  <c:v>4.0064799999999998</c:v>
                </c:pt>
                <c:pt idx="1422">
                  <c:v>4.00678</c:v>
                </c:pt>
                <c:pt idx="1423">
                  <c:v>4.0070899999999998</c:v>
                </c:pt>
                <c:pt idx="1424">
                  <c:v>4.00739</c:v>
                </c:pt>
                <c:pt idx="1425">
                  <c:v>4.0076999999999998</c:v>
                </c:pt>
                <c:pt idx="1426">
                  <c:v>4.008</c:v>
                </c:pt>
                <c:pt idx="1427">
                  <c:v>4.0083099999999998</c:v>
                </c:pt>
                <c:pt idx="1428">
                  <c:v>4.00861</c:v>
                </c:pt>
                <c:pt idx="1429">
                  <c:v>4.0089199999999998</c:v>
                </c:pt>
                <c:pt idx="1430">
                  <c:v>4.0092299999999996</c:v>
                </c:pt>
                <c:pt idx="1431">
                  <c:v>4.0095299999999998</c:v>
                </c:pt>
                <c:pt idx="1432">
                  <c:v>4.0098399999999996</c:v>
                </c:pt>
                <c:pt idx="1433">
                  <c:v>4.0101399999999998</c:v>
                </c:pt>
                <c:pt idx="1434">
                  <c:v>4.0104499999999996</c:v>
                </c:pt>
                <c:pt idx="1435">
                  <c:v>4.0107499999999998</c:v>
                </c:pt>
                <c:pt idx="1436">
                  <c:v>4.0110599999999996</c:v>
                </c:pt>
                <c:pt idx="1437">
                  <c:v>4.0113599999999998</c:v>
                </c:pt>
                <c:pt idx="1438">
                  <c:v>4.0116699999999996</c:v>
                </c:pt>
                <c:pt idx="1439">
                  <c:v>4.0119699999999998</c:v>
                </c:pt>
                <c:pt idx="1440">
                  <c:v>4.0122799999999996</c:v>
                </c:pt>
                <c:pt idx="1441">
                  <c:v>4.0125799999999998</c:v>
                </c:pt>
                <c:pt idx="1442">
                  <c:v>4.0128899999999996</c:v>
                </c:pt>
                <c:pt idx="1443">
                  <c:v>4.0132000000000003</c:v>
                </c:pt>
                <c:pt idx="1444">
                  <c:v>4.0134999999999996</c:v>
                </c:pt>
                <c:pt idx="1445">
                  <c:v>4.0138100000000003</c:v>
                </c:pt>
                <c:pt idx="1446">
                  <c:v>4.0141099999999996</c:v>
                </c:pt>
                <c:pt idx="1447">
                  <c:v>4.0144200000000003</c:v>
                </c:pt>
                <c:pt idx="1448">
                  <c:v>4.0147199999999996</c:v>
                </c:pt>
                <c:pt idx="1449">
                  <c:v>4.0150300000000003</c:v>
                </c:pt>
                <c:pt idx="1450">
                  <c:v>4.0153299999999996</c:v>
                </c:pt>
                <c:pt idx="1451">
                  <c:v>4.0156400000000003</c:v>
                </c:pt>
                <c:pt idx="1452">
                  <c:v>4.0159399999999996</c:v>
                </c:pt>
                <c:pt idx="1453">
                  <c:v>4.0162500000000003</c:v>
                </c:pt>
                <c:pt idx="1454">
                  <c:v>4.0165499999999996</c:v>
                </c:pt>
                <c:pt idx="1455">
                  <c:v>4.0168600000000003</c:v>
                </c:pt>
                <c:pt idx="1456">
                  <c:v>4.0171700000000001</c:v>
                </c:pt>
                <c:pt idx="1457">
                  <c:v>4.0174700000000003</c:v>
                </c:pt>
                <c:pt idx="1458">
                  <c:v>4.0177800000000001</c:v>
                </c:pt>
                <c:pt idx="1459">
                  <c:v>4.0180800000000003</c:v>
                </c:pt>
                <c:pt idx="1460">
                  <c:v>4.0183900000000001</c:v>
                </c:pt>
                <c:pt idx="1461">
                  <c:v>4.0186900000000003</c:v>
                </c:pt>
                <c:pt idx="1462">
                  <c:v>4.0190000000000001</c:v>
                </c:pt>
                <c:pt idx="1463">
                  <c:v>4.0193000000000003</c:v>
                </c:pt>
                <c:pt idx="1464">
                  <c:v>4.0196100000000001</c:v>
                </c:pt>
                <c:pt idx="1465">
                  <c:v>4.0199100000000003</c:v>
                </c:pt>
                <c:pt idx="1466">
                  <c:v>4.0202200000000001</c:v>
                </c:pt>
                <c:pt idx="1467">
                  <c:v>4.0205299999999999</c:v>
                </c:pt>
                <c:pt idx="1468">
                  <c:v>4.0208300000000001</c:v>
                </c:pt>
                <c:pt idx="1469">
                  <c:v>4.0211399999999999</c:v>
                </c:pt>
                <c:pt idx="1470">
                  <c:v>4.0214400000000001</c:v>
                </c:pt>
                <c:pt idx="1471">
                  <c:v>4.0217499999999999</c:v>
                </c:pt>
                <c:pt idx="1472">
                  <c:v>4.0220500000000001</c:v>
                </c:pt>
                <c:pt idx="1473">
                  <c:v>4.0223599999999999</c:v>
                </c:pt>
                <c:pt idx="1474">
                  <c:v>4.0226600000000001</c:v>
                </c:pt>
                <c:pt idx="1475">
                  <c:v>4.0229699999999999</c:v>
                </c:pt>
                <c:pt idx="1476">
                  <c:v>4.0232700000000001</c:v>
                </c:pt>
                <c:pt idx="1477">
                  <c:v>4.0235799999999999</c:v>
                </c:pt>
                <c:pt idx="1478">
                  <c:v>4.0238800000000001</c:v>
                </c:pt>
                <c:pt idx="1479">
                  <c:v>4.0241899999999999</c:v>
                </c:pt>
                <c:pt idx="1480">
                  <c:v>4.0244999999999997</c:v>
                </c:pt>
                <c:pt idx="1481">
                  <c:v>4.0247999999999999</c:v>
                </c:pt>
                <c:pt idx="1482">
                  <c:v>4.0251099999999997</c:v>
                </c:pt>
                <c:pt idx="1483">
                  <c:v>4.0254099999999999</c:v>
                </c:pt>
                <c:pt idx="1484">
                  <c:v>4.0257199999999997</c:v>
                </c:pt>
                <c:pt idx="1485">
                  <c:v>4.0260199999999999</c:v>
                </c:pt>
                <c:pt idx="1486">
                  <c:v>4.0263299999999997</c:v>
                </c:pt>
                <c:pt idx="1487">
                  <c:v>4.0266299999999999</c:v>
                </c:pt>
                <c:pt idx="1488">
                  <c:v>4.0269399999999997</c:v>
                </c:pt>
                <c:pt idx="1489">
                  <c:v>4.0272399999999999</c:v>
                </c:pt>
                <c:pt idx="1490">
                  <c:v>4.0275499999999997</c:v>
                </c:pt>
                <c:pt idx="1491">
                  <c:v>4.0278499999999999</c:v>
                </c:pt>
                <c:pt idx="1492">
                  <c:v>4.0281599999999997</c:v>
                </c:pt>
                <c:pt idx="1493">
                  <c:v>4.0284700000000004</c:v>
                </c:pt>
                <c:pt idx="1494">
                  <c:v>4.0287699999999997</c:v>
                </c:pt>
                <c:pt idx="1495">
                  <c:v>4.0290800000000004</c:v>
                </c:pt>
                <c:pt idx="1496">
                  <c:v>4.0293799999999997</c:v>
                </c:pt>
                <c:pt idx="1497">
                  <c:v>4.0296900000000004</c:v>
                </c:pt>
                <c:pt idx="1498">
                  <c:v>4.0299899999999997</c:v>
                </c:pt>
                <c:pt idx="1499">
                  <c:v>4.0303000000000004</c:v>
                </c:pt>
                <c:pt idx="1500">
                  <c:v>4.0305999999999997</c:v>
                </c:pt>
                <c:pt idx="1501">
                  <c:v>4.0309100000000004</c:v>
                </c:pt>
                <c:pt idx="1502">
                  <c:v>4.0312099999999997</c:v>
                </c:pt>
                <c:pt idx="1503">
                  <c:v>4.0315200000000004</c:v>
                </c:pt>
                <c:pt idx="1504">
                  <c:v>4.0318199999999997</c:v>
                </c:pt>
                <c:pt idx="1505">
                  <c:v>4.0321300000000004</c:v>
                </c:pt>
                <c:pt idx="1506">
                  <c:v>4.0324400000000002</c:v>
                </c:pt>
                <c:pt idx="1507">
                  <c:v>4.0327400000000004</c:v>
                </c:pt>
                <c:pt idx="1508">
                  <c:v>4.0330500000000002</c:v>
                </c:pt>
                <c:pt idx="1509">
                  <c:v>4.0333500000000004</c:v>
                </c:pt>
                <c:pt idx="1510">
                  <c:v>4.0336600000000002</c:v>
                </c:pt>
                <c:pt idx="1511">
                  <c:v>4.0339600000000004</c:v>
                </c:pt>
                <c:pt idx="1512">
                  <c:v>4.0342700000000002</c:v>
                </c:pt>
                <c:pt idx="1513">
                  <c:v>4.0345700000000004</c:v>
                </c:pt>
                <c:pt idx="1514">
                  <c:v>4.0348800000000002</c:v>
                </c:pt>
                <c:pt idx="1515">
                  <c:v>4.0351800000000004</c:v>
                </c:pt>
                <c:pt idx="1516">
                  <c:v>4.0354900000000002</c:v>
                </c:pt>
                <c:pt idx="1517">
                  <c:v>4.0357900000000004</c:v>
                </c:pt>
                <c:pt idx="1518">
                  <c:v>4.0361000000000002</c:v>
                </c:pt>
                <c:pt idx="1519">
                  <c:v>4.0364100000000001</c:v>
                </c:pt>
                <c:pt idx="1520">
                  <c:v>4.0367100000000002</c:v>
                </c:pt>
                <c:pt idx="1521">
                  <c:v>4.0370200000000001</c:v>
                </c:pt>
                <c:pt idx="1522">
                  <c:v>4.0373200000000002</c:v>
                </c:pt>
                <c:pt idx="1523">
                  <c:v>4.0376300000000001</c:v>
                </c:pt>
                <c:pt idx="1524">
                  <c:v>4.0379300000000002</c:v>
                </c:pt>
                <c:pt idx="1525">
                  <c:v>4.0382400000000001</c:v>
                </c:pt>
                <c:pt idx="1526">
                  <c:v>4.0385400000000002</c:v>
                </c:pt>
                <c:pt idx="1527">
                  <c:v>4.0388500000000001</c:v>
                </c:pt>
                <c:pt idx="1528">
                  <c:v>4.0391500000000002</c:v>
                </c:pt>
                <c:pt idx="1529">
                  <c:v>4.0394600000000001</c:v>
                </c:pt>
                <c:pt idx="1530">
                  <c:v>4.0397699999999999</c:v>
                </c:pt>
                <c:pt idx="1531">
                  <c:v>4.0400700000000001</c:v>
                </c:pt>
                <c:pt idx="1532">
                  <c:v>4.0403799999999999</c:v>
                </c:pt>
                <c:pt idx="1533">
                  <c:v>4.04068</c:v>
                </c:pt>
                <c:pt idx="1534">
                  <c:v>4.0409899999999999</c:v>
                </c:pt>
                <c:pt idx="1535">
                  <c:v>4.04129</c:v>
                </c:pt>
                <c:pt idx="1536">
                  <c:v>4.0415999999999999</c:v>
                </c:pt>
                <c:pt idx="1537">
                  <c:v>4.0419</c:v>
                </c:pt>
                <c:pt idx="1538">
                  <c:v>4.0422099999999999</c:v>
                </c:pt>
                <c:pt idx="1539">
                  <c:v>4.04251</c:v>
                </c:pt>
                <c:pt idx="1540">
                  <c:v>4.0428199999999999</c:v>
                </c:pt>
                <c:pt idx="1541">
                  <c:v>4.04312</c:v>
                </c:pt>
                <c:pt idx="1542">
                  <c:v>4.0434299999999999</c:v>
                </c:pt>
                <c:pt idx="1543">
                  <c:v>4.0437399999999997</c:v>
                </c:pt>
                <c:pt idx="1544">
                  <c:v>4.0440399999999999</c:v>
                </c:pt>
                <c:pt idx="1545">
                  <c:v>4.0443499999999997</c:v>
                </c:pt>
                <c:pt idx="1546">
                  <c:v>4.0446499999999999</c:v>
                </c:pt>
                <c:pt idx="1547">
                  <c:v>4.0449599999999997</c:v>
                </c:pt>
                <c:pt idx="1548">
                  <c:v>4.0452599999999999</c:v>
                </c:pt>
                <c:pt idx="1549">
                  <c:v>4.0455699999999997</c:v>
                </c:pt>
                <c:pt idx="1550">
                  <c:v>4.0458699999999999</c:v>
                </c:pt>
                <c:pt idx="1551">
                  <c:v>4.0461799999999997</c:v>
                </c:pt>
                <c:pt idx="1552">
                  <c:v>4.0464799999999999</c:v>
                </c:pt>
                <c:pt idx="1553">
                  <c:v>4.0467899999999997</c:v>
                </c:pt>
                <c:pt idx="1554">
                  <c:v>4.0470899999999999</c:v>
                </c:pt>
                <c:pt idx="1555">
                  <c:v>4.0473999999999997</c:v>
                </c:pt>
                <c:pt idx="1556">
                  <c:v>4.0477100000000004</c:v>
                </c:pt>
                <c:pt idx="1557">
                  <c:v>4.0480099999999997</c:v>
                </c:pt>
                <c:pt idx="1558">
                  <c:v>4.0483200000000004</c:v>
                </c:pt>
                <c:pt idx="1559">
                  <c:v>4.0486199999999997</c:v>
                </c:pt>
                <c:pt idx="1560">
                  <c:v>4.0489300000000004</c:v>
                </c:pt>
                <c:pt idx="1561">
                  <c:v>4.0492299999999997</c:v>
                </c:pt>
                <c:pt idx="1562">
                  <c:v>4.0495400000000004</c:v>
                </c:pt>
                <c:pt idx="1563">
                  <c:v>4.0498399999999997</c:v>
                </c:pt>
                <c:pt idx="1564">
                  <c:v>4.0501500000000004</c:v>
                </c:pt>
                <c:pt idx="1565">
                  <c:v>4.0504499999999997</c:v>
                </c:pt>
                <c:pt idx="1566">
                  <c:v>4.0507600000000004</c:v>
                </c:pt>
                <c:pt idx="1567">
                  <c:v>4.0510599999999997</c:v>
                </c:pt>
                <c:pt idx="1568">
                  <c:v>4.0513700000000004</c:v>
                </c:pt>
                <c:pt idx="1569">
                  <c:v>4.0516800000000002</c:v>
                </c:pt>
                <c:pt idx="1570">
                  <c:v>4.0519800000000004</c:v>
                </c:pt>
                <c:pt idx="1571">
                  <c:v>4.0522900000000002</c:v>
                </c:pt>
                <c:pt idx="1572">
                  <c:v>4.0525900000000004</c:v>
                </c:pt>
                <c:pt idx="1573">
                  <c:v>4.0529000000000002</c:v>
                </c:pt>
                <c:pt idx="1574">
                  <c:v>4.0532000000000004</c:v>
                </c:pt>
                <c:pt idx="1575">
                  <c:v>4.0535100000000002</c:v>
                </c:pt>
                <c:pt idx="1576">
                  <c:v>4.0538100000000004</c:v>
                </c:pt>
                <c:pt idx="1577">
                  <c:v>4.0541200000000002</c:v>
                </c:pt>
                <c:pt idx="1578">
                  <c:v>4.0544200000000004</c:v>
                </c:pt>
                <c:pt idx="1579">
                  <c:v>4.0547300000000002</c:v>
                </c:pt>
                <c:pt idx="1580">
                  <c:v>4.05504</c:v>
                </c:pt>
                <c:pt idx="1581">
                  <c:v>4.0553400000000002</c:v>
                </c:pt>
                <c:pt idx="1582">
                  <c:v>4.05565</c:v>
                </c:pt>
                <c:pt idx="1583">
                  <c:v>4.0559500000000002</c:v>
                </c:pt>
                <c:pt idx="1584">
                  <c:v>4.05626</c:v>
                </c:pt>
                <c:pt idx="1585">
                  <c:v>4.0565600000000002</c:v>
                </c:pt>
                <c:pt idx="1586">
                  <c:v>4.05687</c:v>
                </c:pt>
                <c:pt idx="1587">
                  <c:v>4.0571700000000002</c:v>
                </c:pt>
                <c:pt idx="1588">
                  <c:v>4.05748</c:v>
                </c:pt>
                <c:pt idx="1589">
                  <c:v>4.0577800000000002</c:v>
                </c:pt>
                <c:pt idx="1590">
                  <c:v>4.05809</c:v>
                </c:pt>
                <c:pt idx="1591">
                  <c:v>4.0583900000000002</c:v>
                </c:pt>
                <c:pt idx="1592">
                  <c:v>4.0587</c:v>
                </c:pt>
                <c:pt idx="1593">
                  <c:v>4.0590099999999998</c:v>
                </c:pt>
                <c:pt idx="1594">
                  <c:v>4.05931</c:v>
                </c:pt>
                <c:pt idx="1595">
                  <c:v>4.0596199999999998</c:v>
                </c:pt>
                <c:pt idx="1596">
                  <c:v>4.05992</c:v>
                </c:pt>
                <c:pt idx="1597">
                  <c:v>4.0602299999999998</c:v>
                </c:pt>
                <c:pt idx="1598">
                  <c:v>4.06053</c:v>
                </c:pt>
                <c:pt idx="1599">
                  <c:v>4.0608399999999998</c:v>
                </c:pt>
                <c:pt idx="1600">
                  <c:v>4.06114</c:v>
                </c:pt>
                <c:pt idx="1601">
                  <c:v>4.0614499999999998</c:v>
                </c:pt>
                <c:pt idx="1602">
                  <c:v>4.06175</c:v>
                </c:pt>
                <c:pt idx="1603">
                  <c:v>4.0620599999999998</c:v>
                </c:pt>
                <c:pt idx="1604">
                  <c:v>4.06236</c:v>
                </c:pt>
                <c:pt idx="1605">
                  <c:v>4.0626699999999998</c:v>
                </c:pt>
                <c:pt idx="1606">
                  <c:v>4.0629799999999996</c:v>
                </c:pt>
                <c:pt idx="1607">
                  <c:v>4.0632799999999998</c:v>
                </c:pt>
                <c:pt idx="1608">
                  <c:v>4.0635899999999996</c:v>
                </c:pt>
                <c:pt idx="1609">
                  <c:v>4.0638899999999998</c:v>
                </c:pt>
                <c:pt idx="1610">
                  <c:v>4.0641999999999996</c:v>
                </c:pt>
                <c:pt idx="1611">
                  <c:v>4.0644999999999998</c:v>
                </c:pt>
                <c:pt idx="1612">
                  <c:v>4.0648099999999996</c:v>
                </c:pt>
                <c:pt idx="1613">
                  <c:v>4.0651099999999998</c:v>
                </c:pt>
                <c:pt idx="1614">
                  <c:v>4.0654199999999996</c:v>
                </c:pt>
                <c:pt idx="1615">
                  <c:v>4.0657199999999998</c:v>
                </c:pt>
                <c:pt idx="1616">
                  <c:v>4.0660299999999996</c:v>
                </c:pt>
                <c:pt idx="1617">
                  <c:v>4.0663299999999998</c:v>
                </c:pt>
                <c:pt idx="1618">
                  <c:v>4.0666399999999996</c:v>
                </c:pt>
                <c:pt idx="1619">
                  <c:v>4.0669500000000003</c:v>
                </c:pt>
                <c:pt idx="1620">
                  <c:v>4.0672499999999996</c:v>
                </c:pt>
                <c:pt idx="1621">
                  <c:v>4.0675600000000003</c:v>
                </c:pt>
                <c:pt idx="1622">
                  <c:v>4.0678599999999996</c:v>
                </c:pt>
                <c:pt idx="1623">
                  <c:v>4.0681700000000003</c:v>
                </c:pt>
                <c:pt idx="1624">
                  <c:v>4.0684699999999996</c:v>
                </c:pt>
                <c:pt idx="1625">
                  <c:v>4.0687800000000003</c:v>
                </c:pt>
                <c:pt idx="1626">
                  <c:v>4.0690799999999996</c:v>
                </c:pt>
                <c:pt idx="1627">
                  <c:v>4.0693900000000003</c:v>
                </c:pt>
                <c:pt idx="1628">
                  <c:v>4.0696899999999996</c:v>
                </c:pt>
                <c:pt idx="1629">
                  <c:v>4.07</c:v>
                </c:pt>
                <c:pt idx="1630">
                  <c:v>4.0702999999999996</c:v>
                </c:pt>
                <c:pt idx="1631">
                  <c:v>4.0706100000000003</c:v>
                </c:pt>
                <c:pt idx="1632">
                  <c:v>4.0709200000000001</c:v>
                </c:pt>
                <c:pt idx="1633">
                  <c:v>4.0712200000000003</c:v>
                </c:pt>
                <c:pt idx="1634">
                  <c:v>4.0715300000000001</c:v>
                </c:pt>
                <c:pt idx="1635">
                  <c:v>4.0718300000000003</c:v>
                </c:pt>
                <c:pt idx="1636">
                  <c:v>4.0721400000000001</c:v>
                </c:pt>
                <c:pt idx="1637">
                  <c:v>4.0724400000000003</c:v>
                </c:pt>
                <c:pt idx="1638">
                  <c:v>4.0727500000000001</c:v>
                </c:pt>
                <c:pt idx="1639">
                  <c:v>4.0730500000000003</c:v>
                </c:pt>
                <c:pt idx="1640">
                  <c:v>4.0733600000000001</c:v>
                </c:pt>
                <c:pt idx="1641">
                  <c:v>4.0736600000000003</c:v>
                </c:pt>
                <c:pt idx="1642">
                  <c:v>4.0739700000000001</c:v>
                </c:pt>
                <c:pt idx="1643">
                  <c:v>4.0742799999999999</c:v>
                </c:pt>
                <c:pt idx="1644">
                  <c:v>4.0745800000000001</c:v>
                </c:pt>
                <c:pt idx="1645">
                  <c:v>4.0748899999999999</c:v>
                </c:pt>
                <c:pt idx="1646">
                  <c:v>4.0751900000000001</c:v>
                </c:pt>
                <c:pt idx="1647">
                  <c:v>4.0754999999999999</c:v>
                </c:pt>
                <c:pt idx="1648">
                  <c:v>4.0758000000000001</c:v>
                </c:pt>
                <c:pt idx="1649">
                  <c:v>4.0761099999999999</c:v>
                </c:pt>
                <c:pt idx="1650">
                  <c:v>4.0764100000000001</c:v>
                </c:pt>
                <c:pt idx="1651">
                  <c:v>4.0767199999999999</c:v>
                </c:pt>
                <c:pt idx="1652">
                  <c:v>4.0770200000000001</c:v>
                </c:pt>
                <c:pt idx="1653">
                  <c:v>4.0773299999999999</c:v>
                </c:pt>
                <c:pt idx="1654">
                  <c:v>4.0776300000000001</c:v>
                </c:pt>
                <c:pt idx="1655">
                  <c:v>4.0779399999999999</c:v>
                </c:pt>
                <c:pt idx="1656">
                  <c:v>4.0782499999999997</c:v>
                </c:pt>
                <c:pt idx="1657">
                  <c:v>4.0785499999999999</c:v>
                </c:pt>
                <c:pt idx="1658">
                  <c:v>4.0788599999999997</c:v>
                </c:pt>
                <c:pt idx="1659">
                  <c:v>4.0791599999999999</c:v>
                </c:pt>
                <c:pt idx="1660">
                  <c:v>4.0794699999999997</c:v>
                </c:pt>
                <c:pt idx="1661">
                  <c:v>4.0797699999999999</c:v>
                </c:pt>
                <c:pt idx="1662">
                  <c:v>4.0800799999999997</c:v>
                </c:pt>
                <c:pt idx="1663">
                  <c:v>4.0803799999999999</c:v>
                </c:pt>
                <c:pt idx="1664">
                  <c:v>4.0806899999999997</c:v>
                </c:pt>
                <c:pt idx="1665">
                  <c:v>4.0809899999999999</c:v>
                </c:pt>
                <c:pt idx="1666">
                  <c:v>4.0812999999999997</c:v>
                </c:pt>
                <c:pt idx="1667">
                  <c:v>4.0815999999999999</c:v>
                </c:pt>
                <c:pt idx="1668">
                  <c:v>4.0819099999999997</c:v>
                </c:pt>
                <c:pt idx="1669">
                  <c:v>4.0822200000000004</c:v>
                </c:pt>
                <c:pt idx="1670">
                  <c:v>4.0825199999999997</c:v>
                </c:pt>
                <c:pt idx="1671">
                  <c:v>4.0828300000000004</c:v>
                </c:pt>
                <c:pt idx="1672">
                  <c:v>4.0831299999999997</c:v>
                </c:pt>
                <c:pt idx="1673">
                  <c:v>4.0834400000000004</c:v>
                </c:pt>
                <c:pt idx="1674">
                  <c:v>4.0837399999999997</c:v>
                </c:pt>
                <c:pt idx="1675">
                  <c:v>4.0840500000000004</c:v>
                </c:pt>
                <c:pt idx="1676">
                  <c:v>4.0843499999999997</c:v>
                </c:pt>
                <c:pt idx="1677">
                  <c:v>4.0846600000000004</c:v>
                </c:pt>
                <c:pt idx="1678">
                  <c:v>4.0849599999999997</c:v>
                </c:pt>
                <c:pt idx="1679">
                  <c:v>4.0852700000000004</c:v>
                </c:pt>
                <c:pt idx="1680">
                  <c:v>4.0855699999999997</c:v>
                </c:pt>
                <c:pt idx="1681">
                  <c:v>4.0858800000000004</c:v>
                </c:pt>
                <c:pt idx="1682">
                  <c:v>4.0861900000000002</c:v>
                </c:pt>
                <c:pt idx="1683">
                  <c:v>4.0864900000000004</c:v>
                </c:pt>
                <c:pt idx="1684">
                  <c:v>4.0868000000000002</c:v>
                </c:pt>
                <c:pt idx="1685">
                  <c:v>4.0871000000000004</c:v>
                </c:pt>
                <c:pt idx="1686">
                  <c:v>4.0874100000000002</c:v>
                </c:pt>
                <c:pt idx="1687">
                  <c:v>4.0877100000000004</c:v>
                </c:pt>
                <c:pt idx="1688">
                  <c:v>4.0880200000000002</c:v>
                </c:pt>
                <c:pt idx="1689">
                  <c:v>4.0883200000000004</c:v>
                </c:pt>
                <c:pt idx="1690">
                  <c:v>4.0886300000000002</c:v>
                </c:pt>
                <c:pt idx="1691">
                  <c:v>4.0889300000000004</c:v>
                </c:pt>
                <c:pt idx="1692">
                  <c:v>4.0892400000000002</c:v>
                </c:pt>
                <c:pt idx="1693">
                  <c:v>4.0895400000000004</c:v>
                </c:pt>
                <c:pt idx="1694">
                  <c:v>4.0898500000000002</c:v>
                </c:pt>
                <c:pt idx="1695">
                  <c:v>4.09016</c:v>
                </c:pt>
                <c:pt idx="1696">
                  <c:v>4.0904600000000002</c:v>
                </c:pt>
                <c:pt idx="1697">
                  <c:v>4.09077</c:v>
                </c:pt>
                <c:pt idx="1698">
                  <c:v>4.0910700000000002</c:v>
                </c:pt>
                <c:pt idx="1699">
                  <c:v>4.09138</c:v>
                </c:pt>
                <c:pt idx="1700">
                  <c:v>4.0916800000000002</c:v>
                </c:pt>
                <c:pt idx="1701">
                  <c:v>4.09199</c:v>
                </c:pt>
                <c:pt idx="1702">
                  <c:v>4.0922900000000002</c:v>
                </c:pt>
                <c:pt idx="1703">
                  <c:v>4.0926</c:v>
                </c:pt>
                <c:pt idx="1704">
                  <c:v>4.0929000000000002</c:v>
                </c:pt>
                <c:pt idx="1705">
                  <c:v>4.09321</c:v>
                </c:pt>
                <c:pt idx="1706">
                  <c:v>4.0935199999999998</c:v>
                </c:pt>
                <c:pt idx="1707">
                  <c:v>4.09382</c:v>
                </c:pt>
                <c:pt idx="1708">
                  <c:v>4.0941299999999998</c:v>
                </c:pt>
                <c:pt idx="1709">
                  <c:v>4.09443</c:v>
                </c:pt>
                <c:pt idx="1710">
                  <c:v>4.0947399999999998</c:v>
                </c:pt>
                <c:pt idx="1711">
                  <c:v>4.09504</c:v>
                </c:pt>
                <c:pt idx="1712">
                  <c:v>4.0953499999999998</c:v>
                </c:pt>
                <c:pt idx="1713">
                  <c:v>4.09565</c:v>
                </c:pt>
                <c:pt idx="1714">
                  <c:v>4.0959599999999998</c:v>
                </c:pt>
                <c:pt idx="1715">
                  <c:v>4.09626</c:v>
                </c:pt>
                <c:pt idx="1716">
                  <c:v>4.0965699999999998</c:v>
                </c:pt>
                <c:pt idx="1717">
                  <c:v>4.09687</c:v>
                </c:pt>
                <c:pt idx="1718">
                  <c:v>4.0971799999999998</c:v>
                </c:pt>
                <c:pt idx="1719">
                  <c:v>4.0974899999999996</c:v>
                </c:pt>
                <c:pt idx="1720">
                  <c:v>4.0977899999999998</c:v>
                </c:pt>
                <c:pt idx="1721">
                  <c:v>4.0980999999999996</c:v>
                </c:pt>
                <c:pt idx="1722">
                  <c:v>4.0983999999999998</c:v>
                </c:pt>
                <c:pt idx="1723">
                  <c:v>4.0987099999999996</c:v>
                </c:pt>
                <c:pt idx="1724">
                  <c:v>4.0990099999999998</c:v>
                </c:pt>
                <c:pt idx="1725">
                  <c:v>4.0993199999999996</c:v>
                </c:pt>
                <c:pt idx="1726">
                  <c:v>4.0996199999999998</c:v>
                </c:pt>
                <c:pt idx="1727">
                  <c:v>4.0999299999999996</c:v>
                </c:pt>
                <c:pt idx="1728">
                  <c:v>4.1002299999999998</c:v>
                </c:pt>
                <c:pt idx="1729">
                  <c:v>4.1005399999999996</c:v>
                </c:pt>
                <c:pt idx="1730">
                  <c:v>4.1008399999999998</c:v>
                </c:pt>
                <c:pt idx="1731">
                  <c:v>4.1011499999999996</c:v>
                </c:pt>
                <c:pt idx="1732">
                  <c:v>4.1014600000000003</c:v>
                </c:pt>
                <c:pt idx="1733">
                  <c:v>4.1017599999999996</c:v>
                </c:pt>
                <c:pt idx="1734">
                  <c:v>4.1020700000000003</c:v>
                </c:pt>
                <c:pt idx="1735">
                  <c:v>4.1023699999999996</c:v>
                </c:pt>
                <c:pt idx="1736">
                  <c:v>4.1026800000000003</c:v>
                </c:pt>
                <c:pt idx="1737">
                  <c:v>4.1029799999999996</c:v>
                </c:pt>
                <c:pt idx="1738">
                  <c:v>4.1032900000000003</c:v>
                </c:pt>
                <c:pt idx="1739">
                  <c:v>4.1035899999999996</c:v>
                </c:pt>
                <c:pt idx="1740">
                  <c:v>4.1039000000000003</c:v>
                </c:pt>
                <c:pt idx="1741">
                  <c:v>4.1041999999999996</c:v>
                </c:pt>
                <c:pt idx="1742">
                  <c:v>4.1045100000000003</c:v>
                </c:pt>
                <c:pt idx="1743">
                  <c:v>4.1048099999999996</c:v>
                </c:pt>
                <c:pt idx="1744">
                  <c:v>4.1051200000000003</c:v>
                </c:pt>
                <c:pt idx="1745">
                  <c:v>4.1054300000000001</c:v>
                </c:pt>
                <c:pt idx="1746">
                  <c:v>4.1057300000000003</c:v>
                </c:pt>
                <c:pt idx="1747">
                  <c:v>4.1060400000000001</c:v>
                </c:pt>
                <c:pt idx="1748">
                  <c:v>4.1063400000000003</c:v>
                </c:pt>
                <c:pt idx="1749">
                  <c:v>4.1066500000000001</c:v>
                </c:pt>
                <c:pt idx="1750">
                  <c:v>4.1069500000000003</c:v>
                </c:pt>
                <c:pt idx="1751">
                  <c:v>4.1072600000000001</c:v>
                </c:pt>
                <c:pt idx="1752">
                  <c:v>4.1075600000000003</c:v>
                </c:pt>
                <c:pt idx="1753">
                  <c:v>4.1078700000000001</c:v>
                </c:pt>
                <c:pt idx="1754">
                  <c:v>4.1081700000000003</c:v>
                </c:pt>
                <c:pt idx="1755">
                  <c:v>4.1084800000000001</c:v>
                </c:pt>
                <c:pt idx="1756">
                  <c:v>4.1087899999999999</c:v>
                </c:pt>
                <c:pt idx="1757">
                  <c:v>4.1090900000000001</c:v>
                </c:pt>
                <c:pt idx="1758">
                  <c:v>4.1093999999999999</c:v>
                </c:pt>
                <c:pt idx="1759">
                  <c:v>4.1097000000000001</c:v>
                </c:pt>
                <c:pt idx="1760">
                  <c:v>4.1100099999999999</c:v>
                </c:pt>
                <c:pt idx="1761">
                  <c:v>4.1103100000000001</c:v>
                </c:pt>
                <c:pt idx="1762">
                  <c:v>4.1106199999999999</c:v>
                </c:pt>
                <c:pt idx="1763">
                  <c:v>4.1109200000000001</c:v>
                </c:pt>
                <c:pt idx="1764">
                  <c:v>4.1112299999999999</c:v>
                </c:pt>
                <c:pt idx="1765">
                  <c:v>4.1115300000000001</c:v>
                </c:pt>
                <c:pt idx="1766">
                  <c:v>4.1118399999999999</c:v>
                </c:pt>
                <c:pt idx="1767">
                  <c:v>4.1121400000000001</c:v>
                </c:pt>
                <c:pt idx="1768">
                  <c:v>4.1124499999999999</c:v>
                </c:pt>
                <c:pt idx="1769">
                  <c:v>4.1127599999999997</c:v>
                </c:pt>
                <c:pt idx="1770">
                  <c:v>4.1130599999999999</c:v>
                </c:pt>
                <c:pt idx="1771">
                  <c:v>4.1133699999999997</c:v>
                </c:pt>
                <c:pt idx="1772">
                  <c:v>4.1136699999999999</c:v>
                </c:pt>
                <c:pt idx="1773">
                  <c:v>4.1139799999999997</c:v>
                </c:pt>
                <c:pt idx="1774">
                  <c:v>4.1142799999999999</c:v>
                </c:pt>
                <c:pt idx="1775">
                  <c:v>4.1145899999999997</c:v>
                </c:pt>
                <c:pt idx="1776">
                  <c:v>4.1148899999999999</c:v>
                </c:pt>
                <c:pt idx="1777">
                  <c:v>4.1151999999999997</c:v>
                </c:pt>
                <c:pt idx="1778">
                  <c:v>4.1154999999999999</c:v>
                </c:pt>
                <c:pt idx="1779">
                  <c:v>4.1158099999999997</c:v>
                </c:pt>
                <c:pt idx="1780">
                  <c:v>4.1161099999999999</c:v>
                </c:pt>
                <c:pt idx="1781">
                  <c:v>4.1164199999999997</c:v>
                </c:pt>
                <c:pt idx="1782">
                  <c:v>4.1167299999999996</c:v>
                </c:pt>
                <c:pt idx="1783">
                  <c:v>4.1170299999999997</c:v>
                </c:pt>
                <c:pt idx="1784">
                  <c:v>4.1173400000000004</c:v>
                </c:pt>
                <c:pt idx="1785">
                  <c:v>4.1176399999999997</c:v>
                </c:pt>
                <c:pt idx="1786">
                  <c:v>4.1179500000000004</c:v>
                </c:pt>
                <c:pt idx="1787">
                  <c:v>4.1182499999999997</c:v>
                </c:pt>
                <c:pt idx="1788">
                  <c:v>4.1185600000000004</c:v>
                </c:pt>
                <c:pt idx="1789">
                  <c:v>4.1188599999999997</c:v>
                </c:pt>
                <c:pt idx="1790">
                  <c:v>4.1191700000000004</c:v>
                </c:pt>
                <c:pt idx="1791">
                  <c:v>4.1194699999999997</c:v>
                </c:pt>
                <c:pt idx="1792">
                  <c:v>4.1197800000000004</c:v>
                </c:pt>
                <c:pt idx="1793">
                  <c:v>4.1200799999999997</c:v>
                </c:pt>
                <c:pt idx="1794">
                  <c:v>4.1203900000000004</c:v>
                </c:pt>
                <c:pt idx="1795">
                  <c:v>4.1207000000000003</c:v>
                </c:pt>
                <c:pt idx="1796">
                  <c:v>4.1210000000000004</c:v>
                </c:pt>
                <c:pt idx="1797">
                  <c:v>4.1213100000000003</c:v>
                </c:pt>
                <c:pt idx="1798">
                  <c:v>4.1216100000000004</c:v>
                </c:pt>
                <c:pt idx="1799">
                  <c:v>4.1219200000000003</c:v>
                </c:pt>
                <c:pt idx="1800">
                  <c:v>4.1222200000000004</c:v>
                </c:pt>
                <c:pt idx="1801">
                  <c:v>4.1225300000000002</c:v>
                </c:pt>
                <c:pt idx="1802">
                  <c:v>4.1228300000000004</c:v>
                </c:pt>
                <c:pt idx="1803">
                  <c:v>4.1231400000000002</c:v>
                </c:pt>
                <c:pt idx="1804">
                  <c:v>4.1234400000000004</c:v>
                </c:pt>
                <c:pt idx="1805">
                  <c:v>4.1237500000000002</c:v>
                </c:pt>
                <c:pt idx="1806">
                  <c:v>4.1240500000000004</c:v>
                </c:pt>
                <c:pt idx="1807">
                  <c:v>4.1243600000000002</c:v>
                </c:pt>
                <c:pt idx="1808">
                  <c:v>4.1246700000000001</c:v>
                </c:pt>
                <c:pt idx="1809">
                  <c:v>4.1249700000000002</c:v>
                </c:pt>
                <c:pt idx="1810">
                  <c:v>4.1252800000000001</c:v>
                </c:pt>
                <c:pt idx="1811">
                  <c:v>4.1255800000000002</c:v>
                </c:pt>
                <c:pt idx="1812">
                  <c:v>4.1258900000000001</c:v>
                </c:pt>
                <c:pt idx="1813">
                  <c:v>4.1261900000000002</c:v>
                </c:pt>
                <c:pt idx="1814">
                  <c:v>4.1265000000000001</c:v>
                </c:pt>
                <c:pt idx="1815">
                  <c:v>4.1268000000000002</c:v>
                </c:pt>
                <c:pt idx="1816">
                  <c:v>4.1271100000000001</c:v>
                </c:pt>
                <c:pt idx="1817">
                  <c:v>4.1274100000000002</c:v>
                </c:pt>
                <c:pt idx="1818">
                  <c:v>4.1277200000000001</c:v>
                </c:pt>
                <c:pt idx="1819">
                  <c:v>4.1280299999999999</c:v>
                </c:pt>
                <c:pt idx="1820">
                  <c:v>4.1283300000000001</c:v>
                </c:pt>
                <c:pt idx="1821">
                  <c:v>4.1286399999999999</c:v>
                </c:pt>
                <c:pt idx="1822">
                  <c:v>4.1289400000000001</c:v>
                </c:pt>
                <c:pt idx="1823">
                  <c:v>4.1292499999999999</c:v>
                </c:pt>
                <c:pt idx="1824">
                  <c:v>4.1295500000000001</c:v>
                </c:pt>
                <c:pt idx="1825">
                  <c:v>4.1298599999999999</c:v>
                </c:pt>
                <c:pt idx="1826">
                  <c:v>4.1301600000000001</c:v>
                </c:pt>
                <c:pt idx="1827">
                  <c:v>4.1304699999999999</c:v>
                </c:pt>
                <c:pt idx="1828">
                  <c:v>4.1307700000000001</c:v>
                </c:pt>
                <c:pt idx="1829">
                  <c:v>4.1310799999999999</c:v>
                </c:pt>
                <c:pt idx="1830">
                  <c:v>4.1313800000000001</c:v>
                </c:pt>
                <c:pt idx="1831">
                  <c:v>4.1316899999999999</c:v>
                </c:pt>
                <c:pt idx="1832">
                  <c:v>4.1319999999999997</c:v>
                </c:pt>
                <c:pt idx="1833">
                  <c:v>4.1322999999999999</c:v>
                </c:pt>
                <c:pt idx="1834">
                  <c:v>4.1326099999999997</c:v>
                </c:pt>
                <c:pt idx="1835">
                  <c:v>4.1329099999999999</c:v>
                </c:pt>
                <c:pt idx="1836">
                  <c:v>4.1332199999999997</c:v>
                </c:pt>
                <c:pt idx="1837">
                  <c:v>4.1335199999999999</c:v>
                </c:pt>
                <c:pt idx="1838">
                  <c:v>4.1338299999999997</c:v>
                </c:pt>
                <c:pt idx="1839">
                  <c:v>4.1341299999999999</c:v>
                </c:pt>
                <c:pt idx="1840">
                  <c:v>4.1344399999999997</c:v>
                </c:pt>
                <c:pt idx="1841">
                  <c:v>4.1347399999999999</c:v>
                </c:pt>
                <c:pt idx="1842">
                  <c:v>4.1350499999999997</c:v>
                </c:pt>
                <c:pt idx="1843">
                  <c:v>4.1353499999999999</c:v>
                </c:pt>
                <c:pt idx="1844">
                  <c:v>4.1356599999999997</c:v>
                </c:pt>
                <c:pt idx="1845">
                  <c:v>4.1359700000000004</c:v>
                </c:pt>
                <c:pt idx="1846">
                  <c:v>4.1362699999999997</c:v>
                </c:pt>
                <c:pt idx="1847">
                  <c:v>4.1365800000000004</c:v>
                </c:pt>
                <c:pt idx="1848">
                  <c:v>4.1368799999999997</c:v>
                </c:pt>
                <c:pt idx="1849">
                  <c:v>4.1371900000000004</c:v>
                </c:pt>
                <c:pt idx="1850">
                  <c:v>4.1374899999999997</c:v>
                </c:pt>
                <c:pt idx="1851">
                  <c:v>4.1378000000000004</c:v>
                </c:pt>
                <c:pt idx="1852">
                  <c:v>4.1380999999999997</c:v>
                </c:pt>
                <c:pt idx="1853">
                  <c:v>4.1384100000000004</c:v>
                </c:pt>
                <c:pt idx="1854">
                  <c:v>4.1387099999999997</c:v>
                </c:pt>
                <c:pt idx="1855">
                  <c:v>4.1390200000000004</c:v>
                </c:pt>
                <c:pt idx="1856">
                  <c:v>4.1393199999999997</c:v>
                </c:pt>
                <c:pt idx="1857">
                  <c:v>4.1396300000000004</c:v>
                </c:pt>
                <c:pt idx="1858">
                  <c:v>4.1399400000000002</c:v>
                </c:pt>
                <c:pt idx="1859">
                  <c:v>4.1402400000000004</c:v>
                </c:pt>
                <c:pt idx="1860">
                  <c:v>4.1405500000000002</c:v>
                </c:pt>
                <c:pt idx="1861">
                  <c:v>4.1408500000000004</c:v>
                </c:pt>
                <c:pt idx="1862">
                  <c:v>4.1411600000000002</c:v>
                </c:pt>
                <c:pt idx="1863">
                  <c:v>4.1414600000000004</c:v>
                </c:pt>
                <c:pt idx="1864">
                  <c:v>4.1417700000000002</c:v>
                </c:pt>
                <c:pt idx="1865">
                  <c:v>4.1420700000000004</c:v>
                </c:pt>
                <c:pt idx="1866">
                  <c:v>4.1423800000000002</c:v>
                </c:pt>
                <c:pt idx="1867">
                  <c:v>4.1426800000000004</c:v>
                </c:pt>
                <c:pt idx="1868">
                  <c:v>4.1429900000000002</c:v>
                </c:pt>
                <c:pt idx="1869">
                  <c:v>4.1432900000000004</c:v>
                </c:pt>
                <c:pt idx="1870">
                  <c:v>4.1436000000000002</c:v>
                </c:pt>
                <c:pt idx="1871">
                  <c:v>4.14391</c:v>
                </c:pt>
                <c:pt idx="1872">
                  <c:v>4.1442100000000002</c:v>
                </c:pt>
                <c:pt idx="1873">
                  <c:v>4.14452</c:v>
                </c:pt>
                <c:pt idx="1874">
                  <c:v>4.1448200000000002</c:v>
                </c:pt>
                <c:pt idx="1875">
                  <c:v>4.14513</c:v>
                </c:pt>
                <c:pt idx="1876">
                  <c:v>4.1454300000000002</c:v>
                </c:pt>
                <c:pt idx="1877">
                  <c:v>4.14574</c:v>
                </c:pt>
                <c:pt idx="1878">
                  <c:v>4.1460400000000002</c:v>
                </c:pt>
                <c:pt idx="1879">
                  <c:v>4.14635</c:v>
                </c:pt>
                <c:pt idx="1880">
                  <c:v>4.1466500000000002</c:v>
                </c:pt>
                <c:pt idx="1881">
                  <c:v>4.14696</c:v>
                </c:pt>
                <c:pt idx="1882">
                  <c:v>4.1472699999999998</c:v>
                </c:pt>
                <c:pt idx="1883">
                  <c:v>4.14757</c:v>
                </c:pt>
                <c:pt idx="1884">
                  <c:v>4.1478799999999998</c:v>
                </c:pt>
                <c:pt idx="1885">
                  <c:v>4.14818</c:v>
                </c:pt>
                <c:pt idx="1886">
                  <c:v>4.1484899999999998</c:v>
                </c:pt>
                <c:pt idx="1887">
                  <c:v>4.14879</c:v>
                </c:pt>
                <c:pt idx="1888">
                  <c:v>4.1490999999999998</c:v>
                </c:pt>
                <c:pt idx="1889">
                  <c:v>4.1494</c:v>
                </c:pt>
                <c:pt idx="1890">
                  <c:v>4.1497099999999998</c:v>
                </c:pt>
                <c:pt idx="1891">
                  <c:v>4.15001</c:v>
                </c:pt>
                <c:pt idx="1892">
                  <c:v>4.1503199999999998</c:v>
                </c:pt>
                <c:pt idx="1893">
                  <c:v>4.15062</c:v>
                </c:pt>
                <c:pt idx="1894">
                  <c:v>4.1509299999999998</c:v>
                </c:pt>
                <c:pt idx="1895">
                  <c:v>4.1512399999999996</c:v>
                </c:pt>
                <c:pt idx="1896">
                  <c:v>4.1515399999999998</c:v>
                </c:pt>
                <c:pt idx="1897">
                  <c:v>4.1518499999999996</c:v>
                </c:pt>
                <c:pt idx="1898">
                  <c:v>4.1521499999999998</c:v>
                </c:pt>
                <c:pt idx="1899">
                  <c:v>4.1524599999999996</c:v>
                </c:pt>
                <c:pt idx="1900">
                  <c:v>4.1527599999999998</c:v>
                </c:pt>
                <c:pt idx="1901">
                  <c:v>4.1530699999999996</c:v>
                </c:pt>
                <c:pt idx="1902">
                  <c:v>4.1533699999999998</c:v>
                </c:pt>
                <c:pt idx="1903">
                  <c:v>4.1536799999999996</c:v>
                </c:pt>
                <c:pt idx="1904">
                  <c:v>4.1539799999999998</c:v>
                </c:pt>
                <c:pt idx="1905">
                  <c:v>4.1542899999999996</c:v>
                </c:pt>
                <c:pt idx="1906">
                  <c:v>4.1545899999999998</c:v>
                </c:pt>
                <c:pt idx="1907">
                  <c:v>4.1548999999999996</c:v>
                </c:pt>
                <c:pt idx="1908">
                  <c:v>4.1552100000000003</c:v>
                </c:pt>
                <c:pt idx="1909">
                  <c:v>4.1555099999999996</c:v>
                </c:pt>
                <c:pt idx="1910">
                  <c:v>4.1558200000000003</c:v>
                </c:pt>
                <c:pt idx="1911">
                  <c:v>4.1561199999999996</c:v>
                </c:pt>
                <c:pt idx="1912">
                  <c:v>4.1564300000000003</c:v>
                </c:pt>
                <c:pt idx="1913">
                  <c:v>4.1567299999999996</c:v>
                </c:pt>
                <c:pt idx="1914">
                  <c:v>4.1570400000000003</c:v>
                </c:pt>
                <c:pt idx="1915">
                  <c:v>4.1573399999999996</c:v>
                </c:pt>
                <c:pt idx="1916">
                  <c:v>4.1576500000000003</c:v>
                </c:pt>
                <c:pt idx="1917">
                  <c:v>4.1579499999999996</c:v>
                </c:pt>
                <c:pt idx="1918">
                  <c:v>4.1582600000000003</c:v>
                </c:pt>
                <c:pt idx="1919">
                  <c:v>4.1585599999999996</c:v>
                </c:pt>
                <c:pt idx="1920">
                  <c:v>4.1588700000000003</c:v>
                </c:pt>
                <c:pt idx="1921">
                  <c:v>4.1591800000000001</c:v>
                </c:pt>
                <c:pt idx="1922">
                  <c:v>4.1594800000000003</c:v>
                </c:pt>
                <c:pt idx="1923">
                  <c:v>4.1597900000000001</c:v>
                </c:pt>
                <c:pt idx="1924">
                  <c:v>4.1600900000000003</c:v>
                </c:pt>
                <c:pt idx="1925">
                  <c:v>4.1604000000000001</c:v>
                </c:pt>
                <c:pt idx="1926">
                  <c:v>4.1607000000000003</c:v>
                </c:pt>
                <c:pt idx="1927">
                  <c:v>4.1610100000000001</c:v>
                </c:pt>
                <c:pt idx="1928">
                  <c:v>4.1613100000000003</c:v>
                </c:pt>
                <c:pt idx="1929">
                  <c:v>4.1616200000000001</c:v>
                </c:pt>
                <c:pt idx="1930">
                  <c:v>4.1619200000000003</c:v>
                </c:pt>
                <c:pt idx="1931">
                  <c:v>4.1622300000000001</c:v>
                </c:pt>
                <c:pt idx="1932">
                  <c:v>4.1625300000000003</c:v>
                </c:pt>
                <c:pt idx="1933">
                  <c:v>4.1628400000000001</c:v>
                </c:pt>
                <c:pt idx="1934">
                  <c:v>4.1631499999999999</c:v>
                </c:pt>
                <c:pt idx="1935">
                  <c:v>4.1634500000000001</c:v>
                </c:pt>
                <c:pt idx="1936">
                  <c:v>4.1637599999999999</c:v>
                </c:pt>
                <c:pt idx="1937">
                  <c:v>4.1640600000000001</c:v>
                </c:pt>
                <c:pt idx="1938">
                  <c:v>4.1643699999999999</c:v>
                </c:pt>
                <c:pt idx="1939">
                  <c:v>4.1646700000000001</c:v>
                </c:pt>
                <c:pt idx="1940">
                  <c:v>4.1649799999999999</c:v>
                </c:pt>
                <c:pt idx="1941">
                  <c:v>4.1652800000000001</c:v>
                </c:pt>
                <c:pt idx="1942">
                  <c:v>4.1655899999999999</c:v>
                </c:pt>
                <c:pt idx="1943">
                  <c:v>4.1658900000000001</c:v>
                </c:pt>
                <c:pt idx="1944">
                  <c:v>4.1661999999999999</c:v>
                </c:pt>
                <c:pt idx="1945">
                  <c:v>4.1665099999999997</c:v>
                </c:pt>
                <c:pt idx="1946">
                  <c:v>4.1668099999999999</c:v>
                </c:pt>
                <c:pt idx="1947">
                  <c:v>4.1671199999999997</c:v>
                </c:pt>
                <c:pt idx="1948">
                  <c:v>4.1674199999999999</c:v>
                </c:pt>
                <c:pt idx="1949">
                  <c:v>4.1677299999999997</c:v>
                </c:pt>
                <c:pt idx="1950">
                  <c:v>4.1680299999999999</c:v>
                </c:pt>
                <c:pt idx="1951">
                  <c:v>4.1683399999999997</c:v>
                </c:pt>
                <c:pt idx="1952">
                  <c:v>4.1686399999999999</c:v>
                </c:pt>
                <c:pt idx="1953">
                  <c:v>4.1689499999999997</c:v>
                </c:pt>
                <c:pt idx="1954">
                  <c:v>4.1692499999999999</c:v>
                </c:pt>
                <c:pt idx="1955">
                  <c:v>4.1695599999999997</c:v>
                </c:pt>
                <c:pt idx="1956">
                  <c:v>4.1698599999999999</c:v>
                </c:pt>
                <c:pt idx="1957">
                  <c:v>4.1701699999999997</c:v>
                </c:pt>
                <c:pt idx="1958">
                  <c:v>4.1704800000000004</c:v>
                </c:pt>
                <c:pt idx="1959">
                  <c:v>4.1707799999999997</c:v>
                </c:pt>
                <c:pt idx="1960">
                  <c:v>4.1710900000000004</c:v>
                </c:pt>
                <c:pt idx="1961">
                  <c:v>4.1713899999999997</c:v>
                </c:pt>
                <c:pt idx="1962">
                  <c:v>4.1717000000000004</c:v>
                </c:pt>
                <c:pt idx="1963">
                  <c:v>4.1719999999999997</c:v>
                </c:pt>
                <c:pt idx="1964">
                  <c:v>4.1723100000000004</c:v>
                </c:pt>
                <c:pt idx="1965">
                  <c:v>4.1726099999999997</c:v>
                </c:pt>
                <c:pt idx="1966">
                  <c:v>4.1729200000000004</c:v>
                </c:pt>
                <c:pt idx="1967">
                  <c:v>4.1732199999999997</c:v>
                </c:pt>
                <c:pt idx="1968">
                  <c:v>4.1735300000000004</c:v>
                </c:pt>
                <c:pt idx="1969">
                  <c:v>4.1738299999999997</c:v>
                </c:pt>
                <c:pt idx="1970">
                  <c:v>4.1741400000000004</c:v>
                </c:pt>
                <c:pt idx="1971">
                  <c:v>4.1744500000000002</c:v>
                </c:pt>
                <c:pt idx="1972">
                  <c:v>4.1747500000000004</c:v>
                </c:pt>
                <c:pt idx="1973">
                  <c:v>4.1750600000000002</c:v>
                </c:pt>
                <c:pt idx="1974">
                  <c:v>4.1753600000000004</c:v>
                </c:pt>
                <c:pt idx="1975">
                  <c:v>4.1756700000000002</c:v>
                </c:pt>
                <c:pt idx="1976">
                  <c:v>4.1759700000000004</c:v>
                </c:pt>
                <c:pt idx="1977">
                  <c:v>4.1762800000000002</c:v>
                </c:pt>
                <c:pt idx="1978">
                  <c:v>4.1765800000000004</c:v>
                </c:pt>
                <c:pt idx="1979">
                  <c:v>4.1768900000000002</c:v>
                </c:pt>
                <c:pt idx="1980">
                  <c:v>4.1771900000000004</c:v>
                </c:pt>
                <c:pt idx="1981">
                  <c:v>4.1775000000000002</c:v>
                </c:pt>
                <c:pt idx="1982">
                  <c:v>4.1778000000000004</c:v>
                </c:pt>
                <c:pt idx="1983">
                  <c:v>4.1781100000000002</c:v>
                </c:pt>
                <c:pt idx="1984">
                  <c:v>4.17842</c:v>
                </c:pt>
                <c:pt idx="1985">
                  <c:v>4.1787200000000002</c:v>
                </c:pt>
                <c:pt idx="1986">
                  <c:v>4.17903</c:v>
                </c:pt>
                <c:pt idx="1987">
                  <c:v>4.1793300000000002</c:v>
                </c:pt>
                <c:pt idx="1988">
                  <c:v>4.17964</c:v>
                </c:pt>
                <c:pt idx="1989">
                  <c:v>4.1799400000000002</c:v>
                </c:pt>
                <c:pt idx="1990">
                  <c:v>4.18025</c:v>
                </c:pt>
                <c:pt idx="1991">
                  <c:v>4.1805500000000002</c:v>
                </c:pt>
                <c:pt idx="1992">
                  <c:v>4.18086</c:v>
                </c:pt>
                <c:pt idx="1993">
                  <c:v>4.1811600000000002</c:v>
                </c:pt>
                <c:pt idx="1994">
                  <c:v>4.18147</c:v>
                </c:pt>
                <c:pt idx="1995">
                  <c:v>4.1817799999999998</c:v>
                </c:pt>
                <c:pt idx="1996">
                  <c:v>4.18208</c:v>
                </c:pt>
                <c:pt idx="1997">
                  <c:v>4.1823899999999998</c:v>
                </c:pt>
                <c:pt idx="1998">
                  <c:v>4.18269</c:v>
                </c:pt>
                <c:pt idx="1999">
                  <c:v>4.1829999999999998</c:v>
                </c:pt>
                <c:pt idx="2000">
                  <c:v>4.1833</c:v>
                </c:pt>
                <c:pt idx="2001">
                  <c:v>4.1836099999999998</c:v>
                </c:pt>
                <c:pt idx="2002">
                  <c:v>4.18391</c:v>
                </c:pt>
                <c:pt idx="2003">
                  <c:v>4.1842199999999998</c:v>
                </c:pt>
                <c:pt idx="2004">
                  <c:v>4.18452</c:v>
                </c:pt>
                <c:pt idx="2005">
                  <c:v>4.1848299999999998</c:v>
                </c:pt>
                <c:pt idx="2006">
                  <c:v>4.18513</c:v>
                </c:pt>
                <c:pt idx="2007">
                  <c:v>4.1854399999999998</c:v>
                </c:pt>
                <c:pt idx="2008">
                  <c:v>4.1857499999999996</c:v>
                </c:pt>
                <c:pt idx="2009">
                  <c:v>4.1860499999999998</c:v>
                </c:pt>
                <c:pt idx="2010">
                  <c:v>4.1863599999999996</c:v>
                </c:pt>
                <c:pt idx="2011">
                  <c:v>4.1866599999999998</c:v>
                </c:pt>
                <c:pt idx="2012">
                  <c:v>4.1869699999999996</c:v>
                </c:pt>
                <c:pt idx="2013">
                  <c:v>4.1872699999999998</c:v>
                </c:pt>
                <c:pt idx="2014">
                  <c:v>4.1875799999999996</c:v>
                </c:pt>
                <c:pt idx="2015">
                  <c:v>4.1878799999999998</c:v>
                </c:pt>
                <c:pt idx="2016">
                  <c:v>4.1881899999999996</c:v>
                </c:pt>
                <c:pt idx="2017">
                  <c:v>4.1884899999999998</c:v>
                </c:pt>
                <c:pt idx="2018">
                  <c:v>4.1887999999999996</c:v>
                </c:pt>
                <c:pt idx="2019">
                  <c:v>4.1890999999999998</c:v>
                </c:pt>
                <c:pt idx="2020">
                  <c:v>4.1894099999999996</c:v>
                </c:pt>
                <c:pt idx="2021">
                  <c:v>4.1897200000000003</c:v>
                </c:pt>
                <c:pt idx="2022">
                  <c:v>4.1900199999999996</c:v>
                </c:pt>
                <c:pt idx="2023">
                  <c:v>4.1903300000000003</c:v>
                </c:pt>
                <c:pt idx="2024">
                  <c:v>4.1906299999999996</c:v>
                </c:pt>
                <c:pt idx="2025">
                  <c:v>4.1909400000000003</c:v>
                </c:pt>
                <c:pt idx="2026">
                  <c:v>4.1912399999999996</c:v>
                </c:pt>
                <c:pt idx="2027">
                  <c:v>4.1915500000000003</c:v>
                </c:pt>
                <c:pt idx="2028">
                  <c:v>4.1918499999999996</c:v>
                </c:pt>
                <c:pt idx="2029">
                  <c:v>4.1921600000000003</c:v>
                </c:pt>
                <c:pt idx="2030">
                  <c:v>4.1924599999999996</c:v>
                </c:pt>
                <c:pt idx="2031">
                  <c:v>4.1927700000000003</c:v>
                </c:pt>
                <c:pt idx="2032">
                  <c:v>4.1930699999999996</c:v>
                </c:pt>
                <c:pt idx="2033">
                  <c:v>4.1933800000000003</c:v>
                </c:pt>
                <c:pt idx="2034">
                  <c:v>4.1936900000000001</c:v>
                </c:pt>
                <c:pt idx="2035">
                  <c:v>4.1939900000000003</c:v>
                </c:pt>
                <c:pt idx="2036">
                  <c:v>4.1943000000000001</c:v>
                </c:pt>
                <c:pt idx="2037">
                  <c:v>4.1946000000000003</c:v>
                </c:pt>
                <c:pt idx="2038">
                  <c:v>4.1949100000000001</c:v>
                </c:pt>
                <c:pt idx="2039">
                  <c:v>4.1952100000000003</c:v>
                </c:pt>
                <c:pt idx="2040">
                  <c:v>4.1955200000000001</c:v>
                </c:pt>
                <c:pt idx="2041">
                  <c:v>4.1958200000000003</c:v>
                </c:pt>
                <c:pt idx="2042">
                  <c:v>4.1961300000000001</c:v>
                </c:pt>
                <c:pt idx="2043">
                  <c:v>4.1964300000000003</c:v>
                </c:pt>
                <c:pt idx="2044">
                  <c:v>4.1967400000000001</c:v>
                </c:pt>
                <c:pt idx="2045">
                  <c:v>4.1970400000000003</c:v>
                </c:pt>
                <c:pt idx="2046">
                  <c:v>4.1973500000000001</c:v>
                </c:pt>
                <c:pt idx="2047">
                  <c:v>4.1976599999999999</c:v>
                </c:pt>
                <c:pt idx="2048">
                  <c:v>4.1979600000000001</c:v>
                </c:pt>
                <c:pt idx="2049">
                  <c:v>4.1982699999999999</c:v>
                </c:pt>
                <c:pt idx="2050">
                  <c:v>4.1985700000000001</c:v>
                </c:pt>
                <c:pt idx="2051">
                  <c:v>4.1988799999999999</c:v>
                </c:pt>
                <c:pt idx="2052">
                  <c:v>4.1991800000000001</c:v>
                </c:pt>
                <c:pt idx="2053">
                  <c:v>4.1994899999999999</c:v>
                </c:pt>
                <c:pt idx="2054">
                  <c:v>4.1997900000000001</c:v>
                </c:pt>
                <c:pt idx="2055">
                  <c:v>4.2000999999999999</c:v>
                </c:pt>
                <c:pt idx="2056">
                  <c:v>4.2004000000000001</c:v>
                </c:pt>
                <c:pt idx="2057">
                  <c:v>4.2007099999999999</c:v>
                </c:pt>
                <c:pt idx="2058">
                  <c:v>4.2010199999999998</c:v>
                </c:pt>
                <c:pt idx="2059">
                  <c:v>4.2013199999999999</c:v>
                </c:pt>
                <c:pt idx="2060">
                  <c:v>4.2016299999999998</c:v>
                </c:pt>
                <c:pt idx="2061">
                  <c:v>4.2019299999999999</c:v>
                </c:pt>
                <c:pt idx="2062">
                  <c:v>4.2022399999999998</c:v>
                </c:pt>
                <c:pt idx="2063">
                  <c:v>4.2025399999999999</c:v>
                </c:pt>
                <c:pt idx="2064">
                  <c:v>4.2028499999999998</c:v>
                </c:pt>
                <c:pt idx="2065">
                  <c:v>4.2031499999999999</c:v>
                </c:pt>
                <c:pt idx="2066">
                  <c:v>4.2034599999999998</c:v>
                </c:pt>
                <c:pt idx="2067">
                  <c:v>4.2037599999999999</c:v>
                </c:pt>
                <c:pt idx="2068">
                  <c:v>4.2040699999999998</c:v>
                </c:pt>
                <c:pt idx="2069">
                  <c:v>4.2043699999999999</c:v>
                </c:pt>
                <c:pt idx="2070">
                  <c:v>4.2046799999999998</c:v>
                </c:pt>
                <c:pt idx="2071">
                  <c:v>4.2049899999999996</c:v>
                </c:pt>
                <c:pt idx="2072">
                  <c:v>4.2052899999999998</c:v>
                </c:pt>
                <c:pt idx="2073">
                  <c:v>4.2055999999999996</c:v>
                </c:pt>
                <c:pt idx="2074">
                  <c:v>4.2058999999999997</c:v>
                </c:pt>
                <c:pt idx="2075">
                  <c:v>4.2062099999999996</c:v>
                </c:pt>
                <c:pt idx="2076">
                  <c:v>4.2065099999999997</c:v>
                </c:pt>
                <c:pt idx="2077">
                  <c:v>4.2068199999999996</c:v>
                </c:pt>
                <c:pt idx="2078">
                  <c:v>4.2071199999999997</c:v>
                </c:pt>
                <c:pt idx="2079">
                  <c:v>4.2074299999999996</c:v>
                </c:pt>
                <c:pt idx="2080">
                  <c:v>4.2077299999999997</c:v>
                </c:pt>
                <c:pt idx="2081">
                  <c:v>4.2080399999999996</c:v>
                </c:pt>
                <c:pt idx="2082">
                  <c:v>4.2083399999999997</c:v>
                </c:pt>
                <c:pt idx="2083">
                  <c:v>4.2086499999999996</c:v>
                </c:pt>
                <c:pt idx="2084">
                  <c:v>4.2089600000000003</c:v>
                </c:pt>
                <c:pt idx="2085">
                  <c:v>4.2092599999999996</c:v>
                </c:pt>
                <c:pt idx="2086">
                  <c:v>4.2095700000000003</c:v>
                </c:pt>
                <c:pt idx="2087">
                  <c:v>4.2098699999999996</c:v>
                </c:pt>
                <c:pt idx="2088">
                  <c:v>4.2101800000000003</c:v>
                </c:pt>
                <c:pt idx="2089">
                  <c:v>4.2104799999999996</c:v>
                </c:pt>
                <c:pt idx="2090">
                  <c:v>4.2107900000000003</c:v>
                </c:pt>
                <c:pt idx="2091">
                  <c:v>4.2110900000000004</c:v>
                </c:pt>
                <c:pt idx="2092">
                  <c:v>4.2114000000000003</c:v>
                </c:pt>
                <c:pt idx="2093">
                  <c:v>4.2117000000000004</c:v>
                </c:pt>
                <c:pt idx="2094">
                  <c:v>4.2120100000000003</c:v>
                </c:pt>
                <c:pt idx="2095">
                  <c:v>4.2123100000000004</c:v>
                </c:pt>
                <c:pt idx="2096">
                  <c:v>4.2126200000000003</c:v>
                </c:pt>
                <c:pt idx="2097">
                  <c:v>4.2129300000000001</c:v>
                </c:pt>
                <c:pt idx="2098">
                  <c:v>4.2132300000000003</c:v>
                </c:pt>
                <c:pt idx="2099">
                  <c:v>4.2135400000000001</c:v>
                </c:pt>
                <c:pt idx="2100">
                  <c:v>4.2138400000000003</c:v>
                </c:pt>
                <c:pt idx="2101">
                  <c:v>4.2141500000000001</c:v>
                </c:pt>
                <c:pt idx="2102">
                  <c:v>4.2144500000000003</c:v>
                </c:pt>
                <c:pt idx="2103">
                  <c:v>4.2147600000000001</c:v>
                </c:pt>
                <c:pt idx="2104">
                  <c:v>4.2150600000000003</c:v>
                </c:pt>
                <c:pt idx="2105">
                  <c:v>4.2153700000000001</c:v>
                </c:pt>
                <c:pt idx="2106">
                  <c:v>4.2156700000000003</c:v>
                </c:pt>
                <c:pt idx="2107">
                  <c:v>4.2159800000000001</c:v>
                </c:pt>
                <c:pt idx="2108">
                  <c:v>4.2162800000000002</c:v>
                </c:pt>
                <c:pt idx="2109">
                  <c:v>4.2165900000000001</c:v>
                </c:pt>
                <c:pt idx="2110">
                  <c:v>4.2168999999999999</c:v>
                </c:pt>
                <c:pt idx="2111">
                  <c:v>4.2172000000000001</c:v>
                </c:pt>
                <c:pt idx="2112">
                  <c:v>4.2175099999999999</c:v>
                </c:pt>
                <c:pt idx="2113">
                  <c:v>4.2178100000000001</c:v>
                </c:pt>
                <c:pt idx="2114">
                  <c:v>4.2181199999999999</c:v>
                </c:pt>
                <c:pt idx="2115">
                  <c:v>4.2184200000000001</c:v>
                </c:pt>
                <c:pt idx="2116">
                  <c:v>4.2187299999999999</c:v>
                </c:pt>
                <c:pt idx="2117">
                  <c:v>4.2190300000000001</c:v>
                </c:pt>
                <c:pt idx="2118">
                  <c:v>4.2193399999999999</c:v>
                </c:pt>
                <c:pt idx="2119">
                  <c:v>4.2196400000000001</c:v>
                </c:pt>
                <c:pt idx="2120">
                  <c:v>4.2199499999999999</c:v>
                </c:pt>
                <c:pt idx="2121">
                  <c:v>4.2202599999999997</c:v>
                </c:pt>
                <c:pt idx="2122">
                  <c:v>4.2205599999999999</c:v>
                </c:pt>
                <c:pt idx="2123">
                  <c:v>4.2208699999999997</c:v>
                </c:pt>
                <c:pt idx="2124">
                  <c:v>4.2211699999999999</c:v>
                </c:pt>
                <c:pt idx="2125">
                  <c:v>4.2214799999999997</c:v>
                </c:pt>
                <c:pt idx="2126">
                  <c:v>4.2217799999999999</c:v>
                </c:pt>
                <c:pt idx="2127">
                  <c:v>4.2220899999999997</c:v>
                </c:pt>
                <c:pt idx="2128">
                  <c:v>4.2223899999999999</c:v>
                </c:pt>
                <c:pt idx="2129">
                  <c:v>4.2226999999999997</c:v>
                </c:pt>
                <c:pt idx="2130">
                  <c:v>4.2229999999999999</c:v>
                </c:pt>
                <c:pt idx="2131">
                  <c:v>4.2233099999999997</c:v>
                </c:pt>
                <c:pt idx="2132">
                  <c:v>4.2236099999999999</c:v>
                </c:pt>
                <c:pt idx="2133">
                  <c:v>4.2239199999999997</c:v>
                </c:pt>
                <c:pt idx="2134">
                  <c:v>4.2242300000000004</c:v>
                </c:pt>
                <c:pt idx="2135">
                  <c:v>4.2245299999999997</c:v>
                </c:pt>
                <c:pt idx="2136">
                  <c:v>4.2248400000000004</c:v>
                </c:pt>
                <c:pt idx="2137">
                  <c:v>4.2251399999999997</c:v>
                </c:pt>
                <c:pt idx="2138">
                  <c:v>4.2254500000000004</c:v>
                </c:pt>
                <c:pt idx="2139">
                  <c:v>4.2257499999999997</c:v>
                </c:pt>
                <c:pt idx="2140">
                  <c:v>4.2260600000000004</c:v>
                </c:pt>
                <c:pt idx="2141">
                  <c:v>4.2263599999999997</c:v>
                </c:pt>
                <c:pt idx="2142">
                  <c:v>4.2266700000000004</c:v>
                </c:pt>
                <c:pt idx="2143">
                  <c:v>4.2269699999999997</c:v>
                </c:pt>
                <c:pt idx="2144">
                  <c:v>4.2272800000000004</c:v>
                </c:pt>
                <c:pt idx="2145">
                  <c:v>4.2275799999999997</c:v>
                </c:pt>
                <c:pt idx="2146">
                  <c:v>4.2278900000000004</c:v>
                </c:pt>
                <c:pt idx="2147">
                  <c:v>4.2282000000000002</c:v>
                </c:pt>
                <c:pt idx="2148">
                  <c:v>4.2285000000000004</c:v>
                </c:pt>
                <c:pt idx="2149">
                  <c:v>4.2288100000000002</c:v>
                </c:pt>
                <c:pt idx="2150">
                  <c:v>4.2291100000000004</c:v>
                </c:pt>
                <c:pt idx="2151">
                  <c:v>4.2294200000000002</c:v>
                </c:pt>
                <c:pt idx="2152">
                  <c:v>4.2297200000000004</c:v>
                </c:pt>
                <c:pt idx="2153">
                  <c:v>4.2300300000000002</c:v>
                </c:pt>
                <c:pt idx="2154">
                  <c:v>4.2303300000000004</c:v>
                </c:pt>
                <c:pt idx="2155">
                  <c:v>4.2306400000000002</c:v>
                </c:pt>
                <c:pt idx="2156">
                  <c:v>4.2309400000000004</c:v>
                </c:pt>
                <c:pt idx="2157">
                  <c:v>4.2312500000000002</c:v>
                </c:pt>
                <c:pt idx="2158">
                  <c:v>4.2315500000000004</c:v>
                </c:pt>
                <c:pt idx="2159">
                  <c:v>4.2318600000000002</c:v>
                </c:pt>
                <c:pt idx="2160">
                  <c:v>4.23217</c:v>
                </c:pt>
                <c:pt idx="2161">
                  <c:v>4.2324700000000002</c:v>
                </c:pt>
                <c:pt idx="2162">
                  <c:v>4.23278</c:v>
                </c:pt>
                <c:pt idx="2163">
                  <c:v>4.2330800000000002</c:v>
                </c:pt>
                <c:pt idx="2164">
                  <c:v>4.23339</c:v>
                </c:pt>
                <c:pt idx="2165">
                  <c:v>4.2336900000000002</c:v>
                </c:pt>
                <c:pt idx="2166">
                  <c:v>4.234</c:v>
                </c:pt>
                <c:pt idx="2167">
                  <c:v>4.2343000000000002</c:v>
                </c:pt>
                <c:pt idx="2168">
                  <c:v>4.23461</c:v>
                </c:pt>
                <c:pt idx="2169">
                  <c:v>4.2349100000000002</c:v>
                </c:pt>
                <c:pt idx="2170">
                  <c:v>4.23522</c:v>
                </c:pt>
                <c:pt idx="2171">
                  <c:v>4.2355299999999998</c:v>
                </c:pt>
                <c:pt idx="2172">
                  <c:v>4.23583</c:v>
                </c:pt>
                <c:pt idx="2173">
                  <c:v>4.2361399999999998</c:v>
                </c:pt>
                <c:pt idx="2174">
                  <c:v>4.23644</c:v>
                </c:pt>
                <c:pt idx="2175">
                  <c:v>4.2367499999999998</c:v>
                </c:pt>
                <c:pt idx="2176">
                  <c:v>4.23705</c:v>
                </c:pt>
                <c:pt idx="2177">
                  <c:v>4.2373599999999998</c:v>
                </c:pt>
                <c:pt idx="2178">
                  <c:v>4.23766</c:v>
                </c:pt>
                <c:pt idx="2179">
                  <c:v>4.2379699999999998</c:v>
                </c:pt>
                <c:pt idx="2180">
                  <c:v>4.23827</c:v>
                </c:pt>
                <c:pt idx="2181">
                  <c:v>4.2385799999999998</c:v>
                </c:pt>
                <c:pt idx="2182">
                  <c:v>4.23888</c:v>
                </c:pt>
                <c:pt idx="2183">
                  <c:v>4.2391899999999998</c:v>
                </c:pt>
                <c:pt idx="2184">
                  <c:v>4.2394999999999996</c:v>
                </c:pt>
                <c:pt idx="2185">
                  <c:v>4.2397999999999998</c:v>
                </c:pt>
                <c:pt idx="2186">
                  <c:v>4.2401099999999996</c:v>
                </c:pt>
                <c:pt idx="2187">
                  <c:v>4.2404099999999998</c:v>
                </c:pt>
                <c:pt idx="2188">
                  <c:v>4.2407199999999996</c:v>
                </c:pt>
                <c:pt idx="2189">
                  <c:v>4.2410199999999998</c:v>
                </c:pt>
                <c:pt idx="2190">
                  <c:v>4.2413299999999996</c:v>
                </c:pt>
                <c:pt idx="2191">
                  <c:v>4.2416299999999998</c:v>
                </c:pt>
                <c:pt idx="2192">
                  <c:v>4.2419399999999996</c:v>
                </c:pt>
                <c:pt idx="2193">
                  <c:v>4.2422399999999998</c:v>
                </c:pt>
                <c:pt idx="2194">
                  <c:v>4.2425499999999996</c:v>
                </c:pt>
                <c:pt idx="2195">
                  <c:v>4.2428499999999998</c:v>
                </c:pt>
                <c:pt idx="2196">
                  <c:v>4.2431599999999996</c:v>
                </c:pt>
                <c:pt idx="2197">
                  <c:v>4.2434700000000003</c:v>
                </c:pt>
                <c:pt idx="2198">
                  <c:v>4.2437699999999996</c:v>
                </c:pt>
                <c:pt idx="2199">
                  <c:v>4.2440800000000003</c:v>
                </c:pt>
                <c:pt idx="2200">
                  <c:v>4.2443799999999996</c:v>
                </c:pt>
                <c:pt idx="2201">
                  <c:v>4.2446900000000003</c:v>
                </c:pt>
                <c:pt idx="2202">
                  <c:v>4.2449899999999996</c:v>
                </c:pt>
                <c:pt idx="2203">
                  <c:v>4.2453000000000003</c:v>
                </c:pt>
                <c:pt idx="2204">
                  <c:v>4.2455999999999996</c:v>
                </c:pt>
                <c:pt idx="2205">
                  <c:v>4.2459100000000003</c:v>
                </c:pt>
                <c:pt idx="2206">
                  <c:v>4.2462099999999996</c:v>
                </c:pt>
                <c:pt idx="2207">
                  <c:v>4.2465200000000003</c:v>
                </c:pt>
                <c:pt idx="2208">
                  <c:v>4.2468199999999996</c:v>
                </c:pt>
                <c:pt idx="2209">
                  <c:v>4.2471300000000003</c:v>
                </c:pt>
                <c:pt idx="2210">
                  <c:v>4.2474400000000001</c:v>
                </c:pt>
                <c:pt idx="2211">
                  <c:v>4.2477400000000003</c:v>
                </c:pt>
                <c:pt idx="2212">
                  <c:v>4.2480500000000001</c:v>
                </c:pt>
                <c:pt idx="2213">
                  <c:v>4.2483500000000003</c:v>
                </c:pt>
                <c:pt idx="2214">
                  <c:v>4.2486600000000001</c:v>
                </c:pt>
                <c:pt idx="2215">
                  <c:v>4.2489600000000003</c:v>
                </c:pt>
                <c:pt idx="2216">
                  <c:v>4.2492700000000001</c:v>
                </c:pt>
                <c:pt idx="2217">
                  <c:v>4.2495700000000003</c:v>
                </c:pt>
                <c:pt idx="2218">
                  <c:v>4.2498800000000001</c:v>
                </c:pt>
                <c:pt idx="2219">
                  <c:v>4.2501800000000003</c:v>
                </c:pt>
                <c:pt idx="2220">
                  <c:v>4.2504900000000001</c:v>
                </c:pt>
                <c:pt idx="2221">
                  <c:v>4.2507900000000003</c:v>
                </c:pt>
                <c:pt idx="2222">
                  <c:v>4.2511000000000001</c:v>
                </c:pt>
                <c:pt idx="2223">
                  <c:v>4.2514099999999999</c:v>
                </c:pt>
                <c:pt idx="2224">
                  <c:v>4.2517100000000001</c:v>
                </c:pt>
                <c:pt idx="2225">
                  <c:v>4.2520199999999999</c:v>
                </c:pt>
                <c:pt idx="2226">
                  <c:v>4.2523200000000001</c:v>
                </c:pt>
                <c:pt idx="2227">
                  <c:v>4.2526299999999999</c:v>
                </c:pt>
                <c:pt idx="2228">
                  <c:v>4.2529300000000001</c:v>
                </c:pt>
                <c:pt idx="2229">
                  <c:v>4.2532399999999999</c:v>
                </c:pt>
                <c:pt idx="2230">
                  <c:v>4.2535400000000001</c:v>
                </c:pt>
                <c:pt idx="2231">
                  <c:v>4.2538499999999999</c:v>
                </c:pt>
                <c:pt idx="2232">
                  <c:v>4.2541500000000001</c:v>
                </c:pt>
                <c:pt idx="2233">
                  <c:v>4.2544599999999999</c:v>
                </c:pt>
                <c:pt idx="2234">
                  <c:v>4.2547699999999997</c:v>
                </c:pt>
                <c:pt idx="2235">
                  <c:v>4.2550699999999999</c:v>
                </c:pt>
                <c:pt idx="2236">
                  <c:v>4.2553799999999997</c:v>
                </c:pt>
                <c:pt idx="2237">
                  <c:v>4.2556799999999999</c:v>
                </c:pt>
                <c:pt idx="2238">
                  <c:v>4.2559899999999997</c:v>
                </c:pt>
                <c:pt idx="2239">
                  <c:v>4.2562899999999999</c:v>
                </c:pt>
                <c:pt idx="2240">
                  <c:v>4.2565999999999997</c:v>
                </c:pt>
                <c:pt idx="2241">
                  <c:v>4.2568999999999999</c:v>
                </c:pt>
                <c:pt idx="2242">
                  <c:v>4.2572099999999997</c:v>
                </c:pt>
                <c:pt idx="2243">
                  <c:v>4.2575099999999999</c:v>
                </c:pt>
                <c:pt idx="2244">
                  <c:v>4.2578199999999997</c:v>
                </c:pt>
                <c:pt idx="2245">
                  <c:v>4.2581199999999999</c:v>
                </c:pt>
                <c:pt idx="2246">
                  <c:v>4.2584299999999997</c:v>
                </c:pt>
                <c:pt idx="2247">
                  <c:v>4.2587400000000004</c:v>
                </c:pt>
                <c:pt idx="2248">
                  <c:v>4.2590399999999997</c:v>
                </c:pt>
                <c:pt idx="2249">
                  <c:v>4.2593500000000004</c:v>
                </c:pt>
                <c:pt idx="2250">
                  <c:v>4.2596499999999997</c:v>
                </c:pt>
                <c:pt idx="2251">
                  <c:v>4.2599600000000004</c:v>
                </c:pt>
                <c:pt idx="2252">
                  <c:v>4.2602599999999997</c:v>
                </c:pt>
                <c:pt idx="2253">
                  <c:v>4.2605700000000004</c:v>
                </c:pt>
                <c:pt idx="2254">
                  <c:v>4.2608699999999997</c:v>
                </c:pt>
                <c:pt idx="2255">
                  <c:v>4.2611800000000004</c:v>
                </c:pt>
                <c:pt idx="2256">
                  <c:v>4.2614799999999997</c:v>
                </c:pt>
                <c:pt idx="2257">
                  <c:v>4.2617900000000004</c:v>
                </c:pt>
                <c:pt idx="2258">
                  <c:v>4.2620899999999997</c:v>
                </c:pt>
                <c:pt idx="2259">
                  <c:v>4.2624000000000004</c:v>
                </c:pt>
                <c:pt idx="2260">
                  <c:v>4.2627100000000002</c:v>
                </c:pt>
                <c:pt idx="2261">
                  <c:v>4.2630100000000004</c:v>
                </c:pt>
                <c:pt idx="2262">
                  <c:v>4.2633200000000002</c:v>
                </c:pt>
                <c:pt idx="2263">
                  <c:v>4.2636200000000004</c:v>
                </c:pt>
                <c:pt idx="2264">
                  <c:v>4.2639300000000002</c:v>
                </c:pt>
                <c:pt idx="2265">
                  <c:v>4.2642300000000004</c:v>
                </c:pt>
                <c:pt idx="2266">
                  <c:v>4.2645400000000002</c:v>
                </c:pt>
                <c:pt idx="2267">
                  <c:v>4.2648400000000004</c:v>
                </c:pt>
                <c:pt idx="2268">
                  <c:v>4.2651500000000002</c:v>
                </c:pt>
                <c:pt idx="2269">
                  <c:v>4.2654500000000004</c:v>
                </c:pt>
                <c:pt idx="2270">
                  <c:v>4.2657600000000002</c:v>
                </c:pt>
                <c:pt idx="2271">
                  <c:v>4.2660600000000004</c:v>
                </c:pt>
                <c:pt idx="2272">
                  <c:v>4.2663700000000002</c:v>
                </c:pt>
                <c:pt idx="2273">
                  <c:v>4.26668</c:v>
                </c:pt>
                <c:pt idx="2274">
                  <c:v>4.2669800000000002</c:v>
                </c:pt>
                <c:pt idx="2275">
                  <c:v>4.26729</c:v>
                </c:pt>
                <c:pt idx="2276">
                  <c:v>4.2675900000000002</c:v>
                </c:pt>
                <c:pt idx="2277">
                  <c:v>4.2679</c:v>
                </c:pt>
                <c:pt idx="2278">
                  <c:v>4.2682000000000002</c:v>
                </c:pt>
                <c:pt idx="2279">
                  <c:v>4.26851</c:v>
                </c:pt>
                <c:pt idx="2280">
                  <c:v>4.2688100000000002</c:v>
                </c:pt>
                <c:pt idx="2281">
                  <c:v>4.26912</c:v>
                </c:pt>
                <c:pt idx="2282">
                  <c:v>4.2694200000000002</c:v>
                </c:pt>
                <c:pt idx="2283">
                  <c:v>4.26973</c:v>
                </c:pt>
                <c:pt idx="2284">
                  <c:v>4.2700300000000002</c:v>
                </c:pt>
                <c:pt idx="2285">
                  <c:v>4.27034</c:v>
                </c:pt>
                <c:pt idx="2286">
                  <c:v>4.2706499999999998</c:v>
                </c:pt>
                <c:pt idx="2287">
                  <c:v>4.27095</c:v>
                </c:pt>
                <c:pt idx="2288">
                  <c:v>4.2712599999999998</c:v>
                </c:pt>
                <c:pt idx="2289">
                  <c:v>4.27156</c:v>
                </c:pt>
                <c:pt idx="2290">
                  <c:v>4.2718699999999998</c:v>
                </c:pt>
                <c:pt idx="2291">
                  <c:v>4.27217</c:v>
                </c:pt>
                <c:pt idx="2292">
                  <c:v>4.2724799999999998</c:v>
                </c:pt>
                <c:pt idx="2293">
                  <c:v>4.27278</c:v>
                </c:pt>
                <c:pt idx="2294">
                  <c:v>4.2730899999999998</c:v>
                </c:pt>
                <c:pt idx="2295">
                  <c:v>4.27339</c:v>
                </c:pt>
                <c:pt idx="2296">
                  <c:v>4.2736999999999998</c:v>
                </c:pt>
                <c:pt idx="2297">
                  <c:v>4.2740099999999996</c:v>
                </c:pt>
                <c:pt idx="2298">
                  <c:v>4.2743099999999998</c:v>
                </c:pt>
                <c:pt idx="2299">
                  <c:v>4.2746199999999996</c:v>
                </c:pt>
                <c:pt idx="2300">
                  <c:v>4.2749199999999998</c:v>
                </c:pt>
                <c:pt idx="2301">
                  <c:v>4.2752299999999996</c:v>
                </c:pt>
                <c:pt idx="2302">
                  <c:v>4.2755299999999998</c:v>
                </c:pt>
                <c:pt idx="2303">
                  <c:v>4.2758399999999996</c:v>
                </c:pt>
                <c:pt idx="2304">
                  <c:v>4.2761399999999998</c:v>
                </c:pt>
                <c:pt idx="2305">
                  <c:v>4.2764499999999996</c:v>
                </c:pt>
                <c:pt idx="2306">
                  <c:v>4.2767499999999998</c:v>
                </c:pt>
                <c:pt idx="2307">
                  <c:v>4.2770599999999996</c:v>
                </c:pt>
                <c:pt idx="2308">
                  <c:v>4.2773599999999998</c:v>
                </c:pt>
                <c:pt idx="2309">
                  <c:v>4.2776699999999996</c:v>
                </c:pt>
                <c:pt idx="2310">
                  <c:v>4.2779800000000003</c:v>
                </c:pt>
                <c:pt idx="2311">
                  <c:v>4.2782799999999996</c:v>
                </c:pt>
                <c:pt idx="2312">
                  <c:v>4.2785900000000003</c:v>
                </c:pt>
                <c:pt idx="2313">
                  <c:v>4.2788899999999996</c:v>
                </c:pt>
                <c:pt idx="2314">
                  <c:v>4.2792000000000003</c:v>
                </c:pt>
                <c:pt idx="2315">
                  <c:v>4.2794999999999996</c:v>
                </c:pt>
                <c:pt idx="2316">
                  <c:v>4.2798100000000003</c:v>
                </c:pt>
                <c:pt idx="2317">
                  <c:v>4.2801099999999996</c:v>
                </c:pt>
                <c:pt idx="2318">
                  <c:v>4.2804200000000003</c:v>
                </c:pt>
                <c:pt idx="2319">
                  <c:v>4.2807199999999996</c:v>
                </c:pt>
                <c:pt idx="2320">
                  <c:v>4.2810300000000003</c:v>
                </c:pt>
                <c:pt idx="2321">
                  <c:v>4.2813299999999996</c:v>
                </c:pt>
                <c:pt idx="2322">
                  <c:v>4.2816400000000003</c:v>
                </c:pt>
                <c:pt idx="2323">
                  <c:v>4.2819500000000001</c:v>
                </c:pt>
                <c:pt idx="2324">
                  <c:v>4.2822500000000003</c:v>
                </c:pt>
                <c:pt idx="2325">
                  <c:v>4.2825600000000001</c:v>
                </c:pt>
                <c:pt idx="2326">
                  <c:v>4.2828600000000003</c:v>
                </c:pt>
                <c:pt idx="2327">
                  <c:v>4.2831700000000001</c:v>
                </c:pt>
                <c:pt idx="2328">
                  <c:v>4.2834700000000003</c:v>
                </c:pt>
                <c:pt idx="2329">
                  <c:v>4.2837800000000001</c:v>
                </c:pt>
                <c:pt idx="2330">
                  <c:v>4.2840800000000003</c:v>
                </c:pt>
                <c:pt idx="2331">
                  <c:v>4.2843900000000001</c:v>
                </c:pt>
                <c:pt idx="2332">
                  <c:v>4.2846900000000003</c:v>
                </c:pt>
                <c:pt idx="2333">
                  <c:v>4.2850000000000001</c:v>
                </c:pt>
                <c:pt idx="2334">
                  <c:v>4.2853000000000003</c:v>
                </c:pt>
                <c:pt idx="2335">
                  <c:v>4.2856100000000001</c:v>
                </c:pt>
                <c:pt idx="2336">
                  <c:v>4.28592</c:v>
                </c:pt>
                <c:pt idx="2337">
                  <c:v>4.2862200000000001</c:v>
                </c:pt>
                <c:pt idx="2338">
                  <c:v>4.28653</c:v>
                </c:pt>
                <c:pt idx="2339">
                  <c:v>4.2868300000000001</c:v>
                </c:pt>
                <c:pt idx="2340">
                  <c:v>4.28714</c:v>
                </c:pt>
                <c:pt idx="2341">
                  <c:v>4.2874400000000001</c:v>
                </c:pt>
                <c:pt idx="2342">
                  <c:v>4.28775</c:v>
                </c:pt>
                <c:pt idx="2343">
                  <c:v>4.2880500000000001</c:v>
                </c:pt>
                <c:pt idx="2344">
                  <c:v>4.2883599999999999</c:v>
                </c:pt>
                <c:pt idx="2345">
                  <c:v>4.2886600000000001</c:v>
                </c:pt>
                <c:pt idx="2346">
                  <c:v>4.2889699999999999</c:v>
                </c:pt>
                <c:pt idx="2347">
                  <c:v>4.2892799999999998</c:v>
                </c:pt>
                <c:pt idx="2348">
                  <c:v>4.2895799999999999</c:v>
                </c:pt>
                <c:pt idx="2349">
                  <c:v>4.2898899999999998</c:v>
                </c:pt>
                <c:pt idx="2350">
                  <c:v>4.2901899999999999</c:v>
                </c:pt>
                <c:pt idx="2351">
                  <c:v>4.2904999999999998</c:v>
                </c:pt>
                <c:pt idx="2352">
                  <c:v>4.2907999999999999</c:v>
                </c:pt>
                <c:pt idx="2353">
                  <c:v>4.2911099999999998</c:v>
                </c:pt>
                <c:pt idx="2354">
                  <c:v>4.2914099999999999</c:v>
                </c:pt>
                <c:pt idx="2355">
                  <c:v>4.2917199999999998</c:v>
                </c:pt>
                <c:pt idx="2356">
                  <c:v>4.2920199999999999</c:v>
                </c:pt>
                <c:pt idx="2357">
                  <c:v>4.2923299999999998</c:v>
                </c:pt>
                <c:pt idx="2358">
                  <c:v>4.2926299999999999</c:v>
                </c:pt>
                <c:pt idx="2359">
                  <c:v>4.2929399999999998</c:v>
                </c:pt>
                <c:pt idx="2360">
                  <c:v>4.2932499999999996</c:v>
                </c:pt>
                <c:pt idx="2361">
                  <c:v>4.2935499999999998</c:v>
                </c:pt>
                <c:pt idx="2362">
                  <c:v>4.2938599999999996</c:v>
                </c:pt>
                <c:pt idx="2363">
                  <c:v>4.2941599999999998</c:v>
                </c:pt>
                <c:pt idx="2364">
                  <c:v>4.2944699999999996</c:v>
                </c:pt>
                <c:pt idx="2365">
                  <c:v>4.2947699999999998</c:v>
                </c:pt>
                <c:pt idx="2366">
                  <c:v>4.2950799999999996</c:v>
                </c:pt>
                <c:pt idx="2367">
                  <c:v>4.2953799999999998</c:v>
                </c:pt>
                <c:pt idx="2368">
                  <c:v>4.2956899999999996</c:v>
                </c:pt>
                <c:pt idx="2369">
                  <c:v>4.2959899999999998</c:v>
                </c:pt>
                <c:pt idx="2370">
                  <c:v>4.2962999999999996</c:v>
                </c:pt>
                <c:pt idx="2371">
                  <c:v>4.2965999999999998</c:v>
                </c:pt>
                <c:pt idx="2372">
                  <c:v>4.2969099999999996</c:v>
                </c:pt>
                <c:pt idx="2373">
                  <c:v>4.2972200000000003</c:v>
                </c:pt>
                <c:pt idx="2374">
                  <c:v>4.2975199999999996</c:v>
                </c:pt>
                <c:pt idx="2375">
                  <c:v>4.2978300000000003</c:v>
                </c:pt>
                <c:pt idx="2376">
                  <c:v>4.2981299999999996</c:v>
                </c:pt>
                <c:pt idx="2377">
                  <c:v>4.2984400000000003</c:v>
                </c:pt>
                <c:pt idx="2378">
                  <c:v>4.2987399999999996</c:v>
                </c:pt>
                <c:pt idx="2379">
                  <c:v>4.2990500000000003</c:v>
                </c:pt>
                <c:pt idx="2380">
                  <c:v>4.2993499999999996</c:v>
                </c:pt>
                <c:pt idx="2381">
                  <c:v>4.2996600000000003</c:v>
                </c:pt>
                <c:pt idx="2382">
                  <c:v>4.2999599999999996</c:v>
                </c:pt>
                <c:pt idx="2383">
                  <c:v>4.3002700000000003</c:v>
                </c:pt>
                <c:pt idx="2384">
                  <c:v>4.3005699999999996</c:v>
                </c:pt>
                <c:pt idx="2385">
                  <c:v>4.3008800000000003</c:v>
                </c:pt>
                <c:pt idx="2386">
                  <c:v>4.3011900000000001</c:v>
                </c:pt>
                <c:pt idx="2387">
                  <c:v>4.3014900000000003</c:v>
                </c:pt>
                <c:pt idx="2388">
                  <c:v>4.3018000000000001</c:v>
                </c:pt>
                <c:pt idx="2389">
                  <c:v>4.3021000000000003</c:v>
                </c:pt>
                <c:pt idx="2390">
                  <c:v>4.3024100000000001</c:v>
                </c:pt>
                <c:pt idx="2391">
                  <c:v>4.3027100000000003</c:v>
                </c:pt>
                <c:pt idx="2392">
                  <c:v>4.3030200000000001</c:v>
                </c:pt>
                <c:pt idx="2393">
                  <c:v>4.3033200000000003</c:v>
                </c:pt>
                <c:pt idx="2394">
                  <c:v>4.3036300000000001</c:v>
                </c:pt>
                <c:pt idx="2395">
                  <c:v>4.3039300000000003</c:v>
                </c:pt>
                <c:pt idx="2396">
                  <c:v>4.3042400000000001</c:v>
                </c:pt>
                <c:pt idx="2397">
                  <c:v>4.3045400000000003</c:v>
                </c:pt>
                <c:pt idx="2398">
                  <c:v>4.3048500000000001</c:v>
                </c:pt>
                <c:pt idx="2399">
                  <c:v>4.3051599999999999</c:v>
                </c:pt>
                <c:pt idx="2400">
                  <c:v>4.3054600000000001</c:v>
                </c:pt>
                <c:pt idx="2401">
                  <c:v>4.3057699999999999</c:v>
                </c:pt>
                <c:pt idx="2402">
                  <c:v>4.3060700000000001</c:v>
                </c:pt>
                <c:pt idx="2403">
                  <c:v>4.3063799999999999</c:v>
                </c:pt>
                <c:pt idx="2404">
                  <c:v>4.3066800000000001</c:v>
                </c:pt>
                <c:pt idx="2405">
                  <c:v>4.3069899999999999</c:v>
                </c:pt>
                <c:pt idx="2406">
                  <c:v>4.3072900000000001</c:v>
                </c:pt>
                <c:pt idx="2407">
                  <c:v>4.3075999999999999</c:v>
                </c:pt>
                <c:pt idx="2408">
                  <c:v>4.3079000000000001</c:v>
                </c:pt>
                <c:pt idx="2409">
                  <c:v>4.3082099999999999</c:v>
                </c:pt>
                <c:pt idx="2410">
                  <c:v>4.3085199999999997</c:v>
                </c:pt>
                <c:pt idx="2411">
                  <c:v>4.3088199999999999</c:v>
                </c:pt>
                <c:pt idx="2412">
                  <c:v>4.3091299999999997</c:v>
                </c:pt>
                <c:pt idx="2413">
                  <c:v>4.3094299999999999</c:v>
                </c:pt>
                <c:pt idx="2414">
                  <c:v>4.3097399999999997</c:v>
                </c:pt>
                <c:pt idx="2415">
                  <c:v>4.3100399999999999</c:v>
                </c:pt>
                <c:pt idx="2416">
                  <c:v>4.3103499999999997</c:v>
                </c:pt>
                <c:pt idx="2417">
                  <c:v>4.3106499999999999</c:v>
                </c:pt>
                <c:pt idx="2418">
                  <c:v>4.3109599999999997</c:v>
                </c:pt>
                <c:pt idx="2419">
                  <c:v>4.3112599999999999</c:v>
                </c:pt>
                <c:pt idx="2420">
                  <c:v>4.3115699999999997</c:v>
                </c:pt>
                <c:pt idx="2421">
                  <c:v>4.3118699999999999</c:v>
                </c:pt>
                <c:pt idx="2422">
                  <c:v>4.3121799999999997</c:v>
                </c:pt>
                <c:pt idx="2423">
                  <c:v>4.3124900000000004</c:v>
                </c:pt>
                <c:pt idx="2424">
                  <c:v>4.3127899999999997</c:v>
                </c:pt>
                <c:pt idx="2425">
                  <c:v>4.3131000000000004</c:v>
                </c:pt>
                <c:pt idx="2426">
                  <c:v>4.3133999999999997</c:v>
                </c:pt>
                <c:pt idx="2427">
                  <c:v>4.3137100000000004</c:v>
                </c:pt>
                <c:pt idx="2428">
                  <c:v>4.3140099999999997</c:v>
                </c:pt>
                <c:pt idx="2429">
                  <c:v>4.3143200000000004</c:v>
                </c:pt>
                <c:pt idx="2430">
                  <c:v>4.3146199999999997</c:v>
                </c:pt>
                <c:pt idx="2431">
                  <c:v>4.3149300000000004</c:v>
                </c:pt>
                <c:pt idx="2432">
                  <c:v>4.3152299999999997</c:v>
                </c:pt>
                <c:pt idx="2433">
                  <c:v>4.3155400000000004</c:v>
                </c:pt>
                <c:pt idx="2434">
                  <c:v>4.3158399999999997</c:v>
                </c:pt>
                <c:pt idx="2435">
                  <c:v>4.3161500000000004</c:v>
                </c:pt>
                <c:pt idx="2436">
                  <c:v>4.3164600000000002</c:v>
                </c:pt>
                <c:pt idx="2437">
                  <c:v>4.3167600000000004</c:v>
                </c:pt>
                <c:pt idx="2438">
                  <c:v>4.3170700000000002</c:v>
                </c:pt>
                <c:pt idx="2439">
                  <c:v>4.3173700000000004</c:v>
                </c:pt>
                <c:pt idx="2440">
                  <c:v>4.3176800000000002</c:v>
                </c:pt>
                <c:pt idx="2441">
                  <c:v>4.3179800000000004</c:v>
                </c:pt>
                <c:pt idx="2442">
                  <c:v>4.3182900000000002</c:v>
                </c:pt>
                <c:pt idx="2443">
                  <c:v>4.3185900000000004</c:v>
                </c:pt>
                <c:pt idx="2444">
                  <c:v>4.3189000000000002</c:v>
                </c:pt>
                <c:pt idx="2445">
                  <c:v>4.3192000000000004</c:v>
                </c:pt>
                <c:pt idx="2446">
                  <c:v>4.3195100000000002</c:v>
                </c:pt>
                <c:pt idx="2447">
                  <c:v>4.3198100000000004</c:v>
                </c:pt>
                <c:pt idx="2448">
                  <c:v>4.3201200000000002</c:v>
                </c:pt>
                <c:pt idx="2449">
                  <c:v>4.32043</c:v>
                </c:pt>
                <c:pt idx="2450">
                  <c:v>4.3207300000000002</c:v>
                </c:pt>
                <c:pt idx="2451">
                  <c:v>4.32104</c:v>
                </c:pt>
                <c:pt idx="2452">
                  <c:v>4.3213400000000002</c:v>
                </c:pt>
                <c:pt idx="2453">
                  <c:v>4.32165</c:v>
                </c:pt>
                <c:pt idx="2454">
                  <c:v>4.3219500000000002</c:v>
                </c:pt>
                <c:pt idx="2455">
                  <c:v>4.32226</c:v>
                </c:pt>
                <c:pt idx="2456">
                  <c:v>4.3225600000000002</c:v>
                </c:pt>
                <c:pt idx="2457">
                  <c:v>4.32287</c:v>
                </c:pt>
                <c:pt idx="2458">
                  <c:v>4.3231700000000002</c:v>
                </c:pt>
                <c:pt idx="2459">
                  <c:v>4.32348</c:v>
                </c:pt>
                <c:pt idx="2460">
                  <c:v>4.3237800000000002</c:v>
                </c:pt>
                <c:pt idx="2461">
                  <c:v>4.32409</c:v>
                </c:pt>
                <c:pt idx="2462">
                  <c:v>4.3243999999999998</c:v>
                </c:pt>
                <c:pt idx="2463">
                  <c:v>4.3247</c:v>
                </c:pt>
                <c:pt idx="2464">
                  <c:v>4.3250099999999998</c:v>
                </c:pt>
                <c:pt idx="2465">
                  <c:v>4.32531</c:v>
                </c:pt>
                <c:pt idx="2466">
                  <c:v>4.3256199999999998</c:v>
                </c:pt>
                <c:pt idx="2467">
                  <c:v>4.32592</c:v>
                </c:pt>
                <c:pt idx="2468">
                  <c:v>4.3262299999999998</c:v>
                </c:pt>
                <c:pt idx="2469">
                  <c:v>4.32653</c:v>
                </c:pt>
                <c:pt idx="2470">
                  <c:v>4.3268399999999998</c:v>
                </c:pt>
                <c:pt idx="2471">
                  <c:v>4.32714</c:v>
                </c:pt>
                <c:pt idx="2472">
                  <c:v>4.3274499999999998</c:v>
                </c:pt>
                <c:pt idx="2473">
                  <c:v>4.3277599999999996</c:v>
                </c:pt>
                <c:pt idx="2474">
                  <c:v>4.3280599999999998</c:v>
                </c:pt>
                <c:pt idx="2475">
                  <c:v>4.3283699999999996</c:v>
                </c:pt>
                <c:pt idx="2476">
                  <c:v>4.3286699999999998</c:v>
                </c:pt>
                <c:pt idx="2477">
                  <c:v>4.3289799999999996</c:v>
                </c:pt>
                <c:pt idx="2478">
                  <c:v>4.3292799999999998</c:v>
                </c:pt>
                <c:pt idx="2479">
                  <c:v>4.3295899999999996</c:v>
                </c:pt>
                <c:pt idx="2480">
                  <c:v>4.3298899999999998</c:v>
                </c:pt>
                <c:pt idx="2481">
                  <c:v>4.3301999999999996</c:v>
                </c:pt>
                <c:pt idx="2482">
                  <c:v>4.3304999999999998</c:v>
                </c:pt>
                <c:pt idx="2483">
                  <c:v>4.3308099999999996</c:v>
                </c:pt>
                <c:pt idx="2484">
                  <c:v>4.3311099999999998</c:v>
                </c:pt>
                <c:pt idx="2485">
                  <c:v>4.3314199999999996</c:v>
                </c:pt>
                <c:pt idx="2486">
                  <c:v>4.3317300000000003</c:v>
                </c:pt>
                <c:pt idx="2487">
                  <c:v>4.3320299999999996</c:v>
                </c:pt>
                <c:pt idx="2488">
                  <c:v>4.3323400000000003</c:v>
                </c:pt>
                <c:pt idx="2489">
                  <c:v>4.3326399999999996</c:v>
                </c:pt>
                <c:pt idx="2490">
                  <c:v>4.3329500000000003</c:v>
                </c:pt>
                <c:pt idx="2491">
                  <c:v>4.3332499999999996</c:v>
                </c:pt>
                <c:pt idx="2492">
                  <c:v>4.3335600000000003</c:v>
                </c:pt>
                <c:pt idx="2493">
                  <c:v>4.3338599999999996</c:v>
                </c:pt>
                <c:pt idx="2494">
                  <c:v>4.3341700000000003</c:v>
                </c:pt>
                <c:pt idx="2495">
                  <c:v>4.3344699999999996</c:v>
                </c:pt>
                <c:pt idx="2496">
                  <c:v>4.3347800000000003</c:v>
                </c:pt>
                <c:pt idx="2497">
                  <c:v>4.3350799999999996</c:v>
                </c:pt>
                <c:pt idx="2498">
                  <c:v>4.3353900000000003</c:v>
                </c:pt>
                <c:pt idx="2499">
                  <c:v>4.3357000000000001</c:v>
                </c:pt>
                <c:pt idx="2500">
                  <c:v>4.3360000000000003</c:v>
                </c:pt>
                <c:pt idx="2501">
                  <c:v>4.3363100000000001</c:v>
                </c:pt>
                <c:pt idx="2502">
                  <c:v>4.3366100000000003</c:v>
                </c:pt>
                <c:pt idx="2503">
                  <c:v>4.3369200000000001</c:v>
                </c:pt>
                <c:pt idx="2504">
                  <c:v>4.3372200000000003</c:v>
                </c:pt>
                <c:pt idx="2505">
                  <c:v>4.3375300000000001</c:v>
                </c:pt>
                <c:pt idx="2506">
                  <c:v>4.3378300000000003</c:v>
                </c:pt>
                <c:pt idx="2507">
                  <c:v>4.3381400000000001</c:v>
                </c:pt>
                <c:pt idx="2508">
                  <c:v>4.3384400000000003</c:v>
                </c:pt>
                <c:pt idx="2509">
                  <c:v>4.3387500000000001</c:v>
                </c:pt>
                <c:pt idx="2510">
                  <c:v>4.3390500000000003</c:v>
                </c:pt>
                <c:pt idx="2511">
                  <c:v>4.3393600000000001</c:v>
                </c:pt>
                <c:pt idx="2512">
                  <c:v>4.3396699999999999</c:v>
                </c:pt>
                <c:pt idx="2513">
                  <c:v>4.3399700000000001</c:v>
                </c:pt>
                <c:pt idx="2514">
                  <c:v>4.3402799999999999</c:v>
                </c:pt>
                <c:pt idx="2515">
                  <c:v>4.3405800000000001</c:v>
                </c:pt>
                <c:pt idx="2516">
                  <c:v>4.3408899999999999</c:v>
                </c:pt>
                <c:pt idx="2517">
                  <c:v>4.3411900000000001</c:v>
                </c:pt>
                <c:pt idx="2518">
                  <c:v>4.3414999999999999</c:v>
                </c:pt>
                <c:pt idx="2519">
                  <c:v>4.3418000000000001</c:v>
                </c:pt>
                <c:pt idx="2520">
                  <c:v>4.3421099999999999</c:v>
                </c:pt>
                <c:pt idx="2521">
                  <c:v>4.3424100000000001</c:v>
                </c:pt>
                <c:pt idx="2522">
                  <c:v>4.3427199999999999</c:v>
                </c:pt>
                <c:pt idx="2523">
                  <c:v>4.3430200000000001</c:v>
                </c:pt>
                <c:pt idx="2524">
                  <c:v>4.3433299999999999</c:v>
                </c:pt>
                <c:pt idx="2525">
                  <c:v>4.3436399999999997</c:v>
                </c:pt>
                <c:pt idx="2526">
                  <c:v>4.3439399999999999</c:v>
                </c:pt>
                <c:pt idx="2527">
                  <c:v>4.3442499999999997</c:v>
                </c:pt>
                <c:pt idx="2528">
                  <c:v>4.3445499999999999</c:v>
                </c:pt>
                <c:pt idx="2529">
                  <c:v>4.3448599999999997</c:v>
                </c:pt>
                <c:pt idx="2530">
                  <c:v>4.3451599999999999</c:v>
                </c:pt>
                <c:pt idx="2531">
                  <c:v>4.3454699999999997</c:v>
                </c:pt>
                <c:pt idx="2532">
                  <c:v>4.3457699999999999</c:v>
                </c:pt>
                <c:pt idx="2533">
                  <c:v>4.3460799999999997</c:v>
                </c:pt>
                <c:pt idx="2534">
                  <c:v>4.3463799999999999</c:v>
                </c:pt>
                <c:pt idx="2535">
                  <c:v>4.3466899999999997</c:v>
                </c:pt>
                <c:pt idx="2536">
                  <c:v>4.3470000000000004</c:v>
                </c:pt>
                <c:pt idx="2537">
                  <c:v>4.3472999999999997</c:v>
                </c:pt>
                <c:pt idx="2538">
                  <c:v>4.3476100000000004</c:v>
                </c:pt>
                <c:pt idx="2539">
                  <c:v>4.3479099999999997</c:v>
                </c:pt>
                <c:pt idx="2540">
                  <c:v>4.3482200000000004</c:v>
                </c:pt>
                <c:pt idx="2541">
                  <c:v>4.3485199999999997</c:v>
                </c:pt>
                <c:pt idx="2542">
                  <c:v>4.3488300000000004</c:v>
                </c:pt>
                <c:pt idx="2543">
                  <c:v>4.3491299999999997</c:v>
                </c:pt>
                <c:pt idx="2544">
                  <c:v>4.3494400000000004</c:v>
                </c:pt>
                <c:pt idx="2545">
                  <c:v>4.3497399999999997</c:v>
                </c:pt>
                <c:pt idx="2546">
                  <c:v>4.3500500000000004</c:v>
                </c:pt>
                <c:pt idx="2547">
                  <c:v>4.3503499999999997</c:v>
                </c:pt>
                <c:pt idx="2548">
                  <c:v>4.3506600000000004</c:v>
                </c:pt>
                <c:pt idx="2549">
                  <c:v>4.3509700000000002</c:v>
                </c:pt>
                <c:pt idx="2550">
                  <c:v>4.3512700000000004</c:v>
                </c:pt>
                <c:pt idx="2551">
                  <c:v>4.3515800000000002</c:v>
                </c:pt>
                <c:pt idx="2552">
                  <c:v>4.3518800000000004</c:v>
                </c:pt>
                <c:pt idx="2553">
                  <c:v>4.3521900000000002</c:v>
                </c:pt>
                <c:pt idx="2554">
                  <c:v>4.3524900000000004</c:v>
                </c:pt>
                <c:pt idx="2555">
                  <c:v>4.3528000000000002</c:v>
                </c:pt>
                <c:pt idx="2556">
                  <c:v>4.3531000000000004</c:v>
                </c:pt>
                <c:pt idx="2557">
                  <c:v>4.3534100000000002</c:v>
                </c:pt>
                <c:pt idx="2558">
                  <c:v>4.3537100000000004</c:v>
                </c:pt>
                <c:pt idx="2559">
                  <c:v>4.3540200000000002</c:v>
                </c:pt>
                <c:pt idx="2560">
                  <c:v>4.3543200000000004</c:v>
                </c:pt>
                <c:pt idx="2561">
                  <c:v>4.3546300000000002</c:v>
                </c:pt>
                <c:pt idx="2562">
                  <c:v>4.35494</c:v>
                </c:pt>
                <c:pt idx="2563">
                  <c:v>4.3552400000000002</c:v>
                </c:pt>
                <c:pt idx="2564">
                  <c:v>4.35555</c:v>
                </c:pt>
                <c:pt idx="2565">
                  <c:v>4.3558500000000002</c:v>
                </c:pt>
                <c:pt idx="2566">
                  <c:v>4.35616</c:v>
                </c:pt>
                <c:pt idx="2567">
                  <c:v>4.3564600000000002</c:v>
                </c:pt>
                <c:pt idx="2568">
                  <c:v>4.35677</c:v>
                </c:pt>
                <c:pt idx="2569">
                  <c:v>4.3570700000000002</c:v>
                </c:pt>
                <c:pt idx="2570">
                  <c:v>4.35738</c:v>
                </c:pt>
                <c:pt idx="2571">
                  <c:v>4.3576800000000002</c:v>
                </c:pt>
                <c:pt idx="2572">
                  <c:v>4.35799</c:v>
                </c:pt>
                <c:pt idx="2573">
                  <c:v>4.3582900000000002</c:v>
                </c:pt>
                <c:pt idx="2574">
                  <c:v>4.3586</c:v>
                </c:pt>
                <c:pt idx="2575">
                  <c:v>4.3589099999999998</c:v>
                </c:pt>
                <c:pt idx="2576">
                  <c:v>4.35921</c:v>
                </c:pt>
                <c:pt idx="2577">
                  <c:v>4.3595199999999998</c:v>
                </c:pt>
                <c:pt idx="2578">
                  <c:v>4.35982</c:v>
                </c:pt>
                <c:pt idx="2579">
                  <c:v>4.3601299999999998</c:v>
                </c:pt>
                <c:pt idx="2580">
                  <c:v>4.36043</c:v>
                </c:pt>
                <c:pt idx="2581">
                  <c:v>4.3607399999999998</c:v>
                </c:pt>
                <c:pt idx="2582">
                  <c:v>4.36104</c:v>
                </c:pt>
                <c:pt idx="2583">
                  <c:v>4.3613499999999998</c:v>
                </c:pt>
                <c:pt idx="2584">
                  <c:v>4.36165</c:v>
                </c:pt>
                <c:pt idx="2585">
                  <c:v>4.3619599999999998</c:v>
                </c:pt>
                <c:pt idx="2586">
                  <c:v>4.3622699999999996</c:v>
                </c:pt>
                <c:pt idx="2587">
                  <c:v>4.3625699999999998</c:v>
                </c:pt>
                <c:pt idx="2588">
                  <c:v>4.3628799999999996</c:v>
                </c:pt>
                <c:pt idx="2589">
                  <c:v>4.3631799999999998</c:v>
                </c:pt>
                <c:pt idx="2590">
                  <c:v>4.3634899999999996</c:v>
                </c:pt>
                <c:pt idx="2591">
                  <c:v>4.3637899999999998</c:v>
                </c:pt>
                <c:pt idx="2592">
                  <c:v>4.3640999999999996</c:v>
                </c:pt>
                <c:pt idx="2593">
                  <c:v>4.3643999999999998</c:v>
                </c:pt>
                <c:pt idx="2594">
                  <c:v>4.3647099999999996</c:v>
                </c:pt>
                <c:pt idx="2595">
                  <c:v>4.3650099999999998</c:v>
                </c:pt>
                <c:pt idx="2596">
                  <c:v>4.3653199999999996</c:v>
                </c:pt>
                <c:pt idx="2597">
                  <c:v>4.3656199999999998</c:v>
                </c:pt>
                <c:pt idx="2598">
                  <c:v>4.3659299999999996</c:v>
                </c:pt>
                <c:pt idx="2599">
                  <c:v>4.3662400000000003</c:v>
                </c:pt>
                <c:pt idx="2600">
                  <c:v>4.3665399999999996</c:v>
                </c:pt>
                <c:pt idx="2601">
                  <c:v>4.3668500000000003</c:v>
                </c:pt>
                <c:pt idx="2602">
                  <c:v>4.3671499999999996</c:v>
                </c:pt>
                <c:pt idx="2603">
                  <c:v>4.3674600000000003</c:v>
                </c:pt>
                <c:pt idx="2604">
                  <c:v>4.3677599999999996</c:v>
                </c:pt>
                <c:pt idx="2605">
                  <c:v>4.3680700000000003</c:v>
                </c:pt>
                <c:pt idx="2606">
                  <c:v>4.3683699999999996</c:v>
                </c:pt>
                <c:pt idx="2607">
                  <c:v>4.3686800000000003</c:v>
                </c:pt>
                <c:pt idx="2608">
                  <c:v>4.3689799999999996</c:v>
                </c:pt>
                <c:pt idx="2609">
                  <c:v>4.3692900000000003</c:v>
                </c:pt>
                <c:pt idx="2610">
                  <c:v>4.3695899999999996</c:v>
                </c:pt>
                <c:pt idx="2611">
                  <c:v>4.3699000000000003</c:v>
                </c:pt>
                <c:pt idx="2612">
                  <c:v>4.3702100000000002</c:v>
                </c:pt>
                <c:pt idx="2613">
                  <c:v>4.3705100000000003</c:v>
                </c:pt>
                <c:pt idx="2614">
                  <c:v>4.3708200000000001</c:v>
                </c:pt>
                <c:pt idx="2615">
                  <c:v>4.3711200000000003</c:v>
                </c:pt>
                <c:pt idx="2616">
                  <c:v>4.3714300000000001</c:v>
                </c:pt>
                <c:pt idx="2617">
                  <c:v>4.3717300000000003</c:v>
                </c:pt>
                <c:pt idx="2618">
                  <c:v>4.3720400000000001</c:v>
                </c:pt>
                <c:pt idx="2619">
                  <c:v>4.3723400000000003</c:v>
                </c:pt>
                <c:pt idx="2620">
                  <c:v>4.3726500000000001</c:v>
                </c:pt>
                <c:pt idx="2621">
                  <c:v>4.3729500000000003</c:v>
                </c:pt>
                <c:pt idx="2622">
                  <c:v>4.3732600000000001</c:v>
                </c:pt>
                <c:pt idx="2623">
                  <c:v>4.3735600000000003</c:v>
                </c:pt>
                <c:pt idx="2624">
                  <c:v>4.3738700000000001</c:v>
                </c:pt>
                <c:pt idx="2625">
                  <c:v>4.37418</c:v>
                </c:pt>
                <c:pt idx="2626">
                  <c:v>4.3744800000000001</c:v>
                </c:pt>
                <c:pt idx="2627">
                  <c:v>4.37479</c:v>
                </c:pt>
                <c:pt idx="2628">
                  <c:v>4.3750900000000001</c:v>
                </c:pt>
                <c:pt idx="2629">
                  <c:v>4.3754</c:v>
                </c:pt>
                <c:pt idx="2630">
                  <c:v>4.3757000000000001</c:v>
                </c:pt>
                <c:pt idx="2631">
                  <c:v>4.37601</c:v>
                </c:pt>
                <c:pt idx="2632">
                  <c:v>4.3763100000000001</c:v>
                </c:pt>
                <c:pt idx="2633">
                  <c:v>4.37662</c:v>
                </c:pt>
                <c:pt idx="2634">
                  <c:v>4.3769200000000001</c:v>
                </c:pt>
                <c:pt idx="2635">
                  <c:v>4.37723</c:v>
                </c:pt>
                <c:pt idx="2636">
                  <c:v>4.3775300000000001</c:v>
                </c:pt>
                <c:pt idx="2637">
                  <c:v>4.37784</c:v>
                </c:pt>
                <c:pt idx="2638">
                  <c:v>4.3781499999999998</c:v>
                </c:pt>
                <c:pt idx="2639">
                  <c:v>4.37845</c:v>
                </c:pt>
                <c:pt idx="2640">
                  <c:v>4.3787599999999998</c:v>
                </c:pt>
                <c:pt idx="2641">
                  <c:v>4.37906</c:v>
                </c:pt>
                <c:pt idx="2642">
                  <c:v>4.3793699999999998</c:v>
                </c:pt>
                <c:pt idx="2643">
                  <c:v>4.37967</c:v>
                </c:pt>
                <c:pt idx="2644">
                  <c:v>4.3799799999999998</c:v>
                </c:pt>
                <c:pt idx="2645">
                  <c:v>4.38028</c:v>
                </c:pt>
                <c:pt idx="2646">
                  <c:v>4.3805899999999998</c:v>
                </c:pt>
                <c:pt idx="2647">
                  <c:v>4.38089</c:v>
                </c:pt>
                <c:pt idx="2648">
                  <c:v>4.3811999999999998</c:v>
                </c:pt>
                <c:pt idx="2649">
                  <c:v>4.3815099999999996</c:v>
                </c:pt>
                <c:pt idx="2650">
                  <c:v>4.3818099999999998</c:v>
                </c:pt>
                <c:pt idx="2651">
                  <c:v>4.3821199999999996</c:v>
                </c:pt>
                <c:pt idx="2652">
                  <c:v>4.3824199999999998</c:v>
                </c:pt>
                <c:pt idx="2653">
                  <c:v>4.3827299999999996</c:v>
                </c:pt>
                <c:pt idx="2654">
                  <c:v>4.3830299999999998</c:v>
                </c:pt>
                <c:pt idx="2655">
                  <c:v>4.3833399999999996</c:v>
                </c:pt>
                <c:pt idx="2656">
                  <c:v>4.3836399999999998</c:v>
                </c:pt>
                <c:pt idx="2657">
                  <c:v>4.3839499999999996</c:v>
                </c:pt>
                <c:pt idx="2658">
                  <c:v>4.3842499999999998</c:v>
                </c:pt>
                <c:pt idx="2659">
                  <c:v>4.3845599999999996</c:v>
                </c:pt>
                <c:pt idx="2660">
                  <c:v>4.3848599999999998</c:v>
                </c:pt>
                <c:pt idx="2661">
                  <c:v>4.3851699999999996</c:v>
                </c:pt>
                <c:pt idx="2662">
                  <c:v>4.3854800000000003</c:v>
                </c:pt>
                <c:pt idx="2663">
                  <c:v>4.3857799999999996</c:v>
                </c:pt>
                <c:pt idx="2664">
                  <c:v>4.3860900000000003</c:v>
                </c:pt>
                <c:pt idx="2665">
                  <c:v>4.3863899999999996</c:v>
                </c:pt>
                <c:pt idx="2666">
                  <c:v>4.3867000000000003</c:v>
                </c:pt>
                <c:pt idx="2667">
                  <c:v>4.3869999999999996</c:v>
                </c:pt>
                <c:pt idx="2668">
                  <c:v>4.3873100000000003</c:v>
                </c:pt>
                <c:pt idx="2669">
                  <c:v>4.3876099999999996</c:v>
                </c:pt>
                <c:pt idx="2670">
                  <c:v>4.3879200000000003</c:v>
                </c:pt>
                <c:pt idx="2671">
                  <c:v>4.3882199999999996</c:v>
                </c:pt>
                <c:pt idx="2672">
                  <c:v>4.3885300000000003</c:v>
                </c:pt>
                <c:pt idx="2673">
                  <c:v>4.3888299999999996</c:v>
                </c:pt>
                <c:pt idx="2674">
                  <c:v>4.3891400000000003</c:v>
                </c:pt>
                <c:pt idx="2675">
                  <c:v>4.3894500000000001</c:v>
                </c:pt>
                <c:pt idx="2676">
                  <c:v>4.3897500000000003</c:v>
                </c:pt>
                <c:pt idx="2677">
                  <c:v>4.3900600000000001</c:v>
                </c:pt>
                <c:pt idx="2678">
                  <c:v>4.3903600000000003</c:v>
                </c:pt>
                <c:pt idx="2679">
                  <c:v>4.3906700000000001</c:v>
                </c:pt>
                <c:pt idx="2680">
                  <c:v>4.3909700000000003</c:v>
                </c:pt>
                <c:pt idx="2681">
                  <c:v>4.3912800000000001</c:v>
                </c:pt>
                <c:pt idx="2682">
                  <c:v>4.3915800000000003</c:v>
                </c:pt>
                <c:pt idx="2683">
                  <c:v>4.3918900000000001</c:v>
                </c:pt>
                <c:pt idx="2684">
                  <c:v>4.3921900000000003</c:v>
                </c:pt>
                <c:pt idx="2685">
                  <c:v>4.3925000000000001</c:v>
                </c:pt>
                <c:pt idx="2686">
                  <c:v>4.3928000000000003</c:v>
                </c:pt>
                <c:pt idx="2687">
                  <c:v>4.3931100000000001</c:v>
                </c:pt>
                <c:pt idx="2688">
                  <c:v>4.3934199999999999</c:v>
                </c:pt>
                <c:pt idx="2689">
                  <c:v>4.3937200000000001</c:v>
                </c:pt>
                <c:pt idx="2690">
                  <c:v>4.3940299999999999</c:v>
                </c:pt>
                <c:pt idx="2691">
                  <c:v>4.3943300000000001</c:v>
                </c:pt>
                <c:pt idx="2692">
                  <c:v>4.3946399999999999</c:v>
                </c:pt>
                <c:pt idx="2693">
                  <c:v>4.3949400000000001</c:v>
                </c:pt>
                <c:pt idx="2694">
                  <c:v>4.3952499999999999</c:v>
                </c:pt>
                <c:pt idx="2695">
                  <c:v>4.3955500000000001</c:v>
                </c:pt>
                <c:pt idx="2696">
                  <c:v>4.3958599999999999</c:v>
                </c:pt>
                <c:pt idx="2697">
                  <c:v>4.3961600000000001</c:v>
                </c:pt>
                <c:pt idx="2698">
                  <c:v>4.3964699999999999</c:v>
                </c:pt>
                <c:pt idx="2699">
                  <c:v>4.3967700000000001</c:v>
                </c:pt>
                <c:pt idx="2700">
                  <c:v>4.3970799999999999</c:v>
                </c:pt>
                <c:pt idx="2701">
                  <c:v>4.3973899999999997</c:v>
                </c:pt>
                <c:pt idx="2702">
                  <c:v>4.3976899999999999</c:v>
                </c:pt>
                <c:pt idx="2703">
                  <c:v>4.3979999999999997</c:v>
                </c:pt>
                <c:pt idx="2704">
                  <c:v>4.3982999999999999</c:v>
                </c:pt>
                <c:pt idx="2705">
                  <c:v>4.3986099999999997</c:v>
                </c:pt>
                <c:pt idx="2706">
                  <c:v>4.3989099999999999</c:v>
                </c:pt>
                <c:pt idx="2707">
                  <c:v>4.3992199999999997</c:v>
                </c:pt>
                <c:pt idx="2708">
                  <c:v>4.3995199999999999</c:v>
                </c:pt>
                <c:pt idx="2709">
                  <c:v>4.3998299999999997</c:v>
                </c:pt>
                <c:pt idx="2710">
                  <c:v>4.4001299999999999</c:v>
                </c:pt>
                <c:pt idx="2711">
                  <c:v>4.4004399999999997</c:v>
                </c:pt>
                <c:pt idx="2712">
                  <c:v>4.4007500000000004</c:v>
                </c:pt>
                <c:pt idx="2713">
                  <c:v>4.4010499999999997</c:v>
                </c:pt>
                <c:pt idx="2714">
                  <c:v>4.4013600000000004</c:v>
                </c:pt>
                <c:pt idx="2715">
                  <c:v>4.4016599999999997</c:v>
                </c:pt>
                <c:pt idx="2716">
                  <c:v>4.4019700000000004</c:v>
                </c:pt>
                <c:pt idx="2717">
                  <c:v>4.4022699999999997</c:v>
                </c:pt>
                <c:pt idx="2718">
                  <c:v>4.4025800000000004</c:v>
                </c:pt>
                <c:pt idx="2719">
                  <c:v>4.4028799999999997</c:v>
                </c:pt>
                <c:pt idx="2720">
                  <c:v>4.4031900000000004</c:v>
                </c:pt>
                <c:pt idx="2721">
                  <c:v>4.4034899999999997</c:v>
                </c:pt>
                <c:pt idx="2722">
                  <c:v>4.4038000000000004</c:v>
                </c:pt>
                <c:pt idx="2723">
                  <c:v>4.4040999999999997</c:v>
                </c:pt>
                <c:pt idx="2724">
                  <c:v>4.4044100000000004</c:v>
                </c:pt>
                <c:pt idx="2725">
                  <c:v>4.4047200000000002</c:v>
                </c:pt>
                <c:pt idx="2726">
                  <c:v>4.4050200000000004</c:v>
                </c:pt>
                <c:pt idx="2727">
                  <c:v>4.4053300000000002</c:v>
                </c:pt>
                <c:pt idx="2728">
                  <c:v>4.4056300000000004</c:v>
                </c:pt>
                <c:pt idx="2729">
                  <c:v>4.4059400000000002</c:v>
                </c:pt>
                <c:pt idx="2730">
                  <c:v>4.4062400000000004</c:v>
                </c:pt>
                <c:pt idx="2731">
                  <c:v>4.4065500000000002</c:v>
                </c:pt>
                <c:pt idx="2732">
                  <c:v>4.4068500000000004</c:v>
                </c:pt>
                <c:pt idx="2733">
                  <c:v>4.4071600000000002</c:v>
                </c:pt>
                <c:pt idx="2734">
                  <c:v>4.4074600000000004</c:v>
                </c:pt>
                <c:pt idx="2735">
                  <c:v>4.4077700000000002</c:v>
                </c:pt>
                <c:pt idx="2736">
                  <c:v>4.4080700000000004</c:v>
                </c:pt>
                <c:pt idx="2737">
                  <c:v>4.4083800000000002</c:v>
                </c:pt>
                <c:pt idx="2738">
                  <c:v>4.40869</c:v>
                </c:pt>
                <c:pt idx="2739">
                  <c:v>4.4089900000000002</c:v>
                </c:pt>
                <c:pt idx="2740">
                  <c:v>4.4093</c:v>
                </c:pt>
                <c:pt idx="2741">
                  <c:v>4.4096000000000002</c:v>
                </c:pt>
                <c:pt idx="2742">
                  <c:v>4.40991</c:v>
                </c:pt>
                <c:pt idx="2743">
                  <c:v>4.4102100000000002</c:v>
                </c:pt>
                <c:pt idx="2744">
                  <c:v>4.41052</c:v>
                </c:pt>
                <c:pt idx="2745">
                  <c:v>4.4108200000000002</c:v>
                </c:pt>
                <c:pt idx="2746">
                  <c:v>4.41113</c:v>
                </c:pt>
                <c:pt idx="2747">
                  <c:v>4.4114300000000002</c:v>
                </c:pt>
                <c:pt idx="2748">
                  <c:v>4.41174</c:v>
                </c:pt>
                <c:pt idx="2749">
                  <c:v>4.4120400000000002</c:v>
                </c:pt>
                <c:pt idx="2750">
                  <c:v>4.41235</c:v>
                </c:pt>
                <c:pt idx="2751">
                  <c:v>4.4126599999999998</c:v>
                </c:pt>
                <c:pt idx="2752">
                  <c:v>4.41296</c:v>
                </c:pt>
                <c:pt idx="2753">
                  <c:v>4.4132699999999998</c:v>
                </c:pt>
                <c:pt idx="2754">
                  <c:v>4.41357</c:v>
                </c:pt>
                <c:pt idx="2755">
                  <c:v>4.4138799999999998</c:v>
                </c:pt>
                <c:pt idx="2756">
                  <c:v>4.41418</c:v>
                </c:pt>
                <c:pt idx="2757">
                  <c:v>4.4144899999999998</c:v>
                </c:pt>
                <c:pt idx="2758">
                  <c:v>4.41479</c:v>
                </c:pt>
                <c:pt idx="2759">
                  <c:v>4.4150999999999998</c:v>
                </c:pt>
                <c:pt idx="2760">
                  <c:v>4.4154</c:v>
                </c:pt>
                <c:pt idx="2761">
                  <c:v>4.4157099999999998</c:v>
                </c:pt>
                <c:pt idx="2762">
                  <c:v>4.4160199999999996</c:v>
                </c:pt>
                <c:pt idx="2763">
                  <c:v>4.4163199999999998</c:v>
                </c:pt>
                <c:pt idx="2764">
                  <c:v>4.4166299999999996</c:v>
                </c:pt>
                <c:pt idx="2765">
                  <c:v>4.4169299999999998</c:v>
                </c:pt>
                <c:pt idx="2766">
                  <c:v>4.4172399999999996</c:v>
                </c:pt>
                <c:pt idx="2767">
                  <c:v>4.4175399999999998</c:v>
                </c:pt>
                <c:pt idx="2768">
                  <c:v>4.4178499999999996</c:v>
                </c:pt>
                <c:pt idx="2769">
                  <c:v>4.4181499999999998</c:v>
                </c:pt>
                <c:pt idx="2770">
                  <c:v>4.4184599999999996</c:v>
                </c:pt>
                <c:pt idx="2771">
                  <c:v>4.4187599999999998</c:v>
                </c:pt>
                <c:pt idx="2772">
                  <c:v>4.4190699999999996</c:v>
                </c:pt>
                <c:pt idx="2773">
                  <c:v>4.4193699999999998</c:v>
                </c:pt>
                <c:pt idx="2774">
                  <c:v>4.4196799999999996</c:v>
                </c:pt>
                <c:pt idx="2775">
                  <c:v>4.4199900000000003</c:v>
                </c:pt>
                <c:pt idx="2776">
                  <c:v>4.4202899999999996</c:v>
                </c:pt>
                <c:pt idx="2777">
                  <c:v>4.4206000000000003</c:v>
                </c:pt>
                <c:pt idx="2778">
                  <c:v>4.4208999999999996</c:v>
                </c:pt>
                <c:pt idx="2779">
                  <c:v>4.4212100000000003</c:v>
                </c:pt>
                <c:pt idx="2780">
                  <c:v>4.4215099999999996</c:v>
                </c:pt>
                <c:pt idx="2781">
                  <c:v>4.4218200000000003</c:v>
                </c:pt>
                <c:pt idx="2782">
                  <c:v>4.4221199999999996</c:v>
                </c:pt>
                <c:pt idx="2783">
                  <c:v>4.4224300000000003</c:v>
                </c:pt>
                <c:pt idx="2784">
                  <c:v>4.4227299999999996</c:v>
                </c:pt>
                <c:pt idx="2785">
                  <c:v>4.4230400000000003</c:v>
                </c:pt>
                <c:pt idx="2786">
                  <c:v>4.4233399999999996</c:v>
                </c:pt>
                <c:pt idx="2787">
                  <c:v>4.4236500000000003</c:v>
                </c:pt>
                <c:pt idx="2788">
                  <c:v>4.4239600000000001</c:v>
                </c:pt>
                <c:pt idx="2789">
                  <c:v>4.4242600000000003</c:v>
                </c:pt>
                <c:pt idx="2790">
                  <c:v>4.4245700000000001</c:v>
                </c:pt>
                <c:pt idx="2791">
                  <c:v>4.4248700000000003</c:v>
                </c:pt>
                <c:pt idx="2792">
                  <c:v>4.4251800000000001</c:v>
                </c:pt>
                <c:pt idx="2793">
                  <c:v>4.4254800000000003</c:v>
                </c:pt>
                <c:pt idx="2794">
                  <c:v>4.4257900000000001</c:v>
                </c:pt>
                <c:pt idx="2795">
                  <c:v>4.4260900000000003</c:v>
                </c:pt>
                <c:pt idx="2796">
                  <c:v>4.4264000000000001</c:v>
                </c:pt>
                <c:pt idx="2797">
                  <c:v>4.4267000000000003</c:v>
                </c:pt>
                <c:pt idx="2798">
                  <c:v>4.4270100000000001</c:v>
                </c:pt>
                <c:pt idx="2799">
                  <c:v>4.4273100000000003</c:v>
                </c:pt>
                <c:pt idx="2800">
                  <c:v>4.4276200000000001</c:v>
                </c:pt>
                <c:pt idx="2801">
                  <c:v>4.4279299999999999</c:v>
                </c:pt>
                <c:pt idx="2802">
                  <c:v>4.4282300000000001</c:v>
                </c:pt>
                <c:pt idx="2803">
                  <c:v>4.4285399999999999</c:v>
                </c:pt>
                <c:pt idx="2804">
                  <c:v>4.4288400000000001</c:v>
                </c:pt>
                <c:pt idx="2805">
                  <c:v>4.4291499999999999</c:v>
                </c:pt>
                <c:pt idx="2806">
                  <c:v>4.4294500000000001</c:v>
                </c:pt>
                <c:pt idx="2807">
                  <c:v>4.4297599999999999</c:v>
                </c:pt>
                <c:pt idx="2808">
                  <c:v>4.4300600000000001</c:v>
                </c:pt>
                <c:pt idx="2809">
                  <c:v>4.4303699999999999</c:v>
                </c:pt>
                <c:pt idx="2810">
                  <c:v>4.4306700000000001</c:v>
                </c:pt>
                <c:pt idx="2811">
                  <c:v>4.4309799999999999</c:v>
                </c:pt>
                <c:pt idx="2812">
                  <c:v>4.4312800000000001</c:v>
                </c:pt>
                <c:pt idx="2813">
                  <c:v>4.4315899999999999</c:v>
                </c:pt>
                <c:pt idx="2814">
                  <c:v>4.4318999999999997</c:v>
                </c:pt>
                <c:pt idx="2815">
                  <c:v>4.4321999999999999</c:v>
                </c:pt>
                <c:pt idx="2816">
                  <c:v>4.4325099999999997</c:v>
                </c:pt>
                <c:pt idx="2817">
                  <c:v>4.4328099999999999</c:v>
                </c:pt>
                <c:pt idx="2818">
                  <c:v>4.4331199999999997</c:v>
                </c:pt>
                <c:pt idx="2819">
                  <c:v>4.4334199999999999</c:v>
                </c:pt>
                <c:pt idx="2820">
                  <c:v>4.4337299999999997</c:v>
                </c:pt>
                <c:pt idx="2821">
                  <c:v>4.4340299999999999</c:v>
                </c:pt>
                <c:pt idx="2822">
                  <c:v>4.4343399999999997</c:v>
                </c:pt>
                <c:pt idx="2823">
                  <c:v>4.4346399999999999</c:v>
                </c:pt>
                <c:pt idx="2824">
                  <c:v>4.4349499999999997</c:v>
                </c:pt>
                <c:pt idx="2825">
                  <c:v>4.4352600000000004</c:v>
                </c:pt>
                <c:pt idx="2826">
                  <c:v>4.4355599999999997</c:v>
                </c:pt>
                <c:pt idx="2827">
                  <c:v>4.4358700000000004</c:v>
                </c:pt>
                <c:pt idx="2828">
                  <c:v>4.4361699999999997</c:v>
                </c:pt>
                <c:pt idx="2829">
                  <c:v>4.4364800000000004</c:v>
                </c:pt>
                <c:pt idx="2830">
                  <c:v>4.4367799999999997</c:v>
                </c:pt>
                <c:pt idx="2831">
                  <c:v>4.4370900000000004</c:v>
                </c:pt>
                <c:pt idx="2832">
                  <c:v>4.4373899999999997</c:v>
                </c:pt>
                <c:pt idx="2833">
                  <c:v>4.4377000000000004</c:v>
                </c:pt>
                <c:pt idx="2834">
                  <c:v>4.4379999999999997</c:v>
                </c:pt>
                <c:pt idx="2835">
                  <c:v>4.4383100000000004</c:v>
                </c:pt>
                <c:pt idx="2836">
                  <c:v>4.4386099999999997</c:v>
                </c:pt>
                <c:pt idx="2837">
                  <c:v>4.4389200000000004</c:v>
                </c:pt>
                <c:pt idx="2838">
                  <c:v>4.4392300000000002</c:v>
                </c:pt>
                <c:pt idx="2839">
                  <c:v>4.4395300000000004</c:v>
                </c:pt>
                <c:pt idx="2840">
                  <c:v>4.4398400000000002</c:v>
                </c:pt>
                <c:pt idx="2841">
                  <c:v>4.4401400000000004</c:v>
                </c:pt>
                <c:pt idx="2842">
                  <c:v>4.4404500000000002</c:v>
                </c:pt>
                <c:pt idx="2843">
                  <c:v>4.4407500000000004</c:v>
                </c:pt>
                <c:pt idx="2844">
                  <c:v>4.4410600000000002</c:v>
                </c:pt>
                <c:pt idx="2845">
                  <c:v>4.4413600000000004</c:v>
                </c:pt>
                <c:pt idx="2846">
                  <c:v>4.4416700000000002</c:v>
                </c:pt>
                <c:pt idx="2847">
                  <c:v>4.4419700000000004</c:v>
                </c:pt>
                <c:pt idx="2848">
                  <c:v>4.4422800000000002</c:v>
                </c:pt>
                <c:pt idx="2849">
                  <c:v>4.4425800000000004</c:v>
                </c:pt>
                <c:pt idx="2850">
                  <c:v>4.4428900000000002</c:v>
                </c:pt>
                <c:pt idx="2851">
                  <c:v>4.4432</c:v>
                </c:pt>
                <c:pt idx="2852">
                  <c:v>4.4435000000000002</c:v>
                </c:pt>
                <c:pt idx="2853">
                  <c:v>4.44381</c:v>
                </c:pt>
                <c:pt idx="2854">
                  <c:v>4.4441100000000002</c:v>
                </c:pt>
                <c:pt idx="2855">
                  <c:v>4.44442</c:v>
                </c:pt>
                <c:pt idx="2856">
                  <c:v>4.4447200000000002</c:v>
                </c:pt>
                <c:pt idx="2857">
                  <c:v>4.44503</c:v>
                </c:pt>
                <c:pt idx="2858">
                  <c:v>4.4453300000000002</c:v>
                </c:pt>
                <c:pt idx="2859">
                  <c:v>4.44564</c:v>
                </c:pt>
                <c:pt idx="2860">
                  <c:v>4.4459400000000002</c:v>
                </c:pt>
                <c:pt idx="2861">
                  <c:v>4.44625</c:v>
                </c:pt>
                <c:pt idx="2862">
                  <c:v>4.4465500000000002</c:v>
                </c:pt>
                <c:pt idx="2863">
                  <c:v>4.44686</c:v>
                </c:pt>
                <c:pt idx="2864">
                  <c:v>4.4471699999999998</c:v>
                </c:pt>
                <c:pt idx="2865">
                  <c:v>4.44747</c:v>
                </c:pt>
                <c:pt idx="2866">
                  <c:v>4.4477799999999998</c:v>
                </c:pt>
                <c:pt idx="2867">
                  <c:v>4.44808</c:v>
                </c:pt>
                <c:pt idx="2868">
                  <c:v>4.4483899999999998</c:v>
                </c:pt>
                <c:pt idx="2869">
                  <c:v>4.44869</c:v>
                </c:pt>
                <c:pt idx="2870">
                  <c:v>4.4489999999999998</c:v>
                </c:pt>
                <c:pt idx="2871">
                  <c:v>4.4493</c:v>
                </c:pt>
                <c:pt idx="2872">
                  <c:v>4.4496099999999998</c:v>
                </c:pt>
                <c:pt idx="2873">
                  <c:v>4.44991</c:v>
                </c:pt>
                <c:pt idx="2874">
                  <c:v>4.4502199999999998</c:v>
                </c:pt>
                <c:pt idx="2875">
                  <c:v>4.45052</c:v>
                </c:pt>
                <c:pt idx="2876">
                  <c:v>4.4508299999999998</c:v>
                </c:pt>
                <c:pt idx="2877">
                  <c:v>4.4511399999999997</c:v>
                </c:pt>
                <c:pt idx="2878">
                  <c:v>4.4514399999999998</c:v>
                </c:pt>
                <c:pt idx="2879">
                  <c:v>4.4517499999999997</c:v>
                </c:pt>
                <c:pt idx="2880">
                  <c:v>4.4520499999999998</c:v>
                </c:pt>
                <c:pt idx="2881">
                  <c:v>4.4523599999999997</c:v>
                </c:pt>
                <c:pt idx="2882">
                  <c:v>4.4526599999999998</c:v>
                </c:pt>
                <c:pt idx="2883">
                  <c:v>4.4529699999999997</c:v>
                </c:pt>
                <c:pt idx="2884">
                  <c:v>4.4532699999999998</c:v>
                </c:pt>
                <c:pt idx="2885">
                  <c:v>4.4535799999999997</c:v>
                </c:pt>
                <c:pt idx="2886">
                  <c:v>4.4538799999999998</c:v>
                </c:pt>
                <c:pt idx="2887">
                  <c:v>4.4541899999999996</c:v>
                </c:pt>
                <c:pt idx="2888">
                  <c:v>4.4545000000000003</c:v>
                </c:pt>
                <c:pt idx="2889">
                  <c:v>4.4547999999999996</c:v>
                </c:pt>
                <c:pt idx="2890">
                  <c:v>4.4551100000000003</c:v>
                </c:pt>
                <c:pt idx="2891">
                  <c:v>4.4554099999999996</c:v>
                </c:pt>
                <c:pt idx="2892">
                  <c:v>4.4557200000000003</c:v>
                </c:pt>
                <c:pt idx="2893">
                  <c:v>4.4560199999999996</c:v>
                </c:pt>
                <c:pt idx="2894">
                  <c:v>4.4563300000000003</c:v>
                </c:pt>
                <c:pt idx="2895">
                  <c:v>4.4566299999999996</c:v>
                </c:pt>
                <c:pt idx="2896">
                  <c:v>4.4569400000000003</c:v>
                </c:pt>
                <c:pt idx="2897">
                  <c:v>4.4572399999999996</c:v>
                </c:pt>
                <c:pt idx="2898">
                  <c:v>4.4575500000000003</c:v>
                </c:pt>
                <c:pt idx="2899">
                  <c:v>4.4578499999999996</c:v>
                </c:pt>
                <c:pt idx="2900">
                  <c:v>4.4581600000000003</c:v>
                </c:pt>
                <c:pt idx="2901">
                  <c:v>4.4584700000000002</c:v>
                </c:pt>
                <c:pt idx="2902">
                  <c:v>4.4587700000000003</c:v>
                </c:pt>
                <c:pt idx="2903">
                  <c:v>4.4590800000000002</c:v>
                </c:pt>
                <c:pt idx="2904">
                  <c:v>4.4593800000000003</c:v>
                </c:pt>
                <c:pt idx="2905">
                  <c:v>4.4596900000000002</c:v>
                </c:pt>
                <c:pt idx="2906">
                  <c:v>4.4599900000000003</c:v>
                </c:pt>
                <c:pt idx="2907">
                  <c:v>4.4603000000000002</c:v>
                </c:pt>
                <c:pt idx="2908">
                  <c:v>4.4606000000000003</c:v>
                </c:pt>
                <c:pt idx="2909">
                  <c:v>4.4609100000000002</c:v>
                </c:pt>
                <c:pt idx="2910">
                  <c:v>4.4612100000000003</c:v>
                </c:pt>
                <c:pt idx="2911">
                  <c:v>4.4615200000000002</c:v>
                </c:pt>
                <c:pt idx="2912">
                  <c:v>4.4618200000000003</c:v>
                </c:pt>
                <c:pt idx="2913">
                  <c:v>4.4621300000000002</c:v>
                </c:pt>
                <c:pt idx="2914">
                  <c:v>4.46244</c:v>
                </c:pt>
                <c:pt idx="2915">
                  <c:v>4.4627400000000002</c:v>
                </c:pt>
                <c:pt idx="2916">
                  <c:v>4.46305</c:v>
                </c:pt>
                <c:pt idx="2917">
                  <c:v>4.4633500000000002</c:v>
                </c:pt>
                <c:pt idx="2918">
                  <c:v>4.46366</c:v>
                </c:pt>
                <c:pt idx="2919">
                  <c:v>4.4639600000000002</c:v>
                </c:pt>
                <c:pt idx="2920">
                  <c:v>4.46427</c:v>
                </c:pt>
                <c:pt idx="2921">
                  <c:v>4.4645700000000001</c:v>
                </c:pt>
                <c:pt idx="2922">
                  <c:v>4.46488</c:v>
                </c:pt>
                <c:pt idx="2923">
                  <c:v>4.4651800000000001</c:v>
                </c:pt>
                <c:pt idx="2924">
                  <c:v>4.46549</c:v>
                </c:pt>
                <c:pt idx="2925">
                  <c:v>4.4657900000000001</c:v>
                </c:pt>
                <c:pt idx="2926">
                  <c:v>4.4661</c:v>
                </c:pt>
                <c:pt idx="2927">
                  <c:v>4.4664099999999998</c:v>
                </c:pt>
                <c:pt idx="2928">
                  <c:v>4.46671</c:v>
                </c:pt>
                <c:pt idx="2929">
                  <c:v>4.4670199999999998</c:v>
                </c:pt>
                <c:pt idx="2930">
                  <c:v>4.46732</c:v>
                </c:pt>
                <c:pt idx="2931">
                  <c:v>4.4676299999999998</c:v>
                </c:pt>
                <c:pt idx="2932">
                  <c:v>4.46793</c:v>
                </c:pt>
                <c:pt idx="2933">
                  <c:v>4.4682399999999998</c:v>
                </c:pt>
                <c:pt idx="2934">
                  <c:v>4.46854</c:v>
                </c:pt>
                <c:pt idx="2935">
                  <c:v>4.4688499999999998</c:v>
                </c:pt>
                <c:pt idx="2936">
                  <c:v>4.46915</c:v>
                </c:pt>
                <c:pt idx="2937">
                  <c:v>4.4694599999999998</c:v>
                </c:pt>
                <c:pt idx="2938">
                  <c:v>4.4697699999999996</c:v>
                </c:pt>
                <c:pt idx="2939">
                  <c:v>4.4700699999999998</c:v>
                </c:pt>
                <c:pt idx="2940">
                  <c:v>4.4703799999999996</c:v>
                </c:pt>
                <c:pt idx="2941">
                  <c:v>4.4706799999999998</c:v>
                </c:pt>
                <c:pt idx="2942">
                  <c:v>4.4709899999999996</c:v>
                </c:pt>
                <c:pt idx="2943">
                  <c:v>4.4712899999999998</c:v>
                </c:pt>
                <c:pt idx="2944">
                  <c:v>4.4715999999999996</c:v>
                </c:pt>
                <c:pt idx="2945">
                  <c:v>4.4718999999999998</c:v>
                </c:pt>
                <c:pt idx="2946">
                  <c:v>4.4722099999999996</c:v>
                </c:pt>
                <c:pt idx="2947">
                  <c:v>4.4725099999999998</c:v>
                </c:pt>
                <c:pt idx="2948">
                  <c:v>4.4728199999999996</c:v>
                </c:pt>
                <c:pt idx="2949">
                  <c:v>4.4731199999999998</c:v>
                </c:pt>
                <c:pt idx="2950">
                  <c:v>4.4734299999999996</c:v>
                </c:pt>
                <c:pt idx="2951">
                  <c:v>4.4737400000000003</c:v>
                </c:pt>
                <c:pt idx="2952">
                  <c:v>4.4740399999999996</c:v>
                </c:pt>
                <c:pt idx="2953">
                  <c:v>4.4743500000000003</c:v>
                </c:pt>
                <c:pt idx="2954">
                  <c:v>4.4746499999999996</c:v>
                </c:pt>
                <c:pt idx="2955">
                  <c:v>4.4749600000000003</c:v>
                </c:pt>
                <c:pt idx="2956">
                  <c:v>4.4752599999999996</c:v>
                </c:pt>
                <c:pt idx="2957">
                  <c:v>4.4755700000000003</c:v>
                </c:pt>
                <c:pt idx="2958">
                  <c:v>4.4758699999999996</c:v>
                </c:pt>
                <c:pt idx="2959">
                  <c:v>4.4761800000000003</c:v>
                </c:pt>
                <c:pt idx="2960">
                  <c:v>4.4764799999999996</c:v>
                </c:pt>
                <c:pt idx="2961">
                  <c:v>4.4767900000000003</c:v>
                </c:pt>
                <c:pt idx="2962">
                  <c:v>4.4770899999999996</c:v>
                </c:pt>
                <c:pt idx="2963">
                  <c:v>4.4774000000000003</c:v>
                </c:pt>
                <c:pt idx="2964">
                  <c:v>4.4777100000000001</c:v>
                </c:pt>
                <c:pt idx="2965">
                  <c:v>4.4780100000000003</c:v>
                </c:pt>
                <c:pt idx="2966">
                  <c:v>4.4783200000000001</c:v>
                </c:pt>
                <c:pt idx="2967">
                  <c:v>4.4786200000000003</c:v>
                </c:pt>
                <c:pt idx="2968">
                  <c:v>4.4789300000000001</c:v>
                </c:pt>
                <c:pt idx="2969">
                  <c:v>4.4792300000000003</c:v>
                </c:pt>
                <c:pt idx="2970">
                  <c:v>4.4795400000000001</c:v>
                </c:pt>
                <c:pt idx="2971">
                  <c:v>4.4798400000000003</c:v>
                </c:pt>
                <c:pt idx="2972">
                  <c:v>4.4801500000000001</c:v>
                </c:pt>
                <c:pt idx="2973">
                  <c:v>4.4804500000000003</c:v>
                </c:pt>
                <c:pt idx="2974">
                  <c:v>4.4807600000000001</c:v>
                </c:pt>
                <c:pt idx="2975">
                  <c:v>4.4810600000000003</c:v>
                </c:pt>
                <c:pt idx="2976">
                  <c:v>4.4813700000000001</c:v>
                </c:pt>
                <c:pt idx="2977">
                  <c:v>4.4816799999999999</c:v>
                </c:pt>
                <c:pt idx="2978">
                  <c:v>4.4819800000000001</c:v>
                </c:pt>
                <c:pt idx="2979">
                  <c:v>4.4822899999999999</c:v>
                </c:pt>
                <c:pt idx="2980">
                  <c:v>4.4825900000000001</c:v>
                </c:pt>
                <c:pt idx="2981">
                  <c:v>4.4828999999999999</c:v>
                </c:pt>
                <c:pt idx="2982">
                  <c:v>4.4832000000000001</c:v>
                </c:pt>
                <c:pt idx="2983">
                  <c:v>4.4835099999999999</c:v>
                </c:pt>
                <c:pt idx="2984">
                  <c:v>4.4838100000000001</c:v>
                </c:pt>
                <c:pt idx="2985">
                  <c:v>4.4841199999999999</c:v>
                </c:pt>
                <c:pt idx="2986">
                  <c:v>4.4844200000000001</c:v>
                </c:pt>
                <c:pt idx="2987">
                  <c:v>4.4847299999999999</c:v>
                </c:pt>
                <c:pt idx="2988">
                  <c:v>4.4850300000000001</c:v>
                </c:pt>
                <c:pt idx="2989">
                  <c:v>4.4853399999999999</c:v>
                </c:pt>
                <c:pt idx="2990">
                  <c:v>4.4856499999999997</c:v>
                </c:pt>
                <c:pt idx="2991">
                  <c:v>4.4859499999999999</c:v>
                </c:pt>
                <c:pt idx="2992">
                  <c:v>4.4862599999999997</c:v>
                </c:pt>
                <c:pt idx="2993">
                  <c:v>4.4865599999999999</c:v>
                </c:pt>
                <c:pt idx="2994">
                  <c:v>4.4868699999999997</c:v>
                </c:pt>
                <c:pt idx="2995">
                  <c:v>4.4871699999999999</c:v>
                </c:pt>
                <c:pt idx="2996">
                  <c:v>4.4874799999999997</c:v>
                </c:pt>
                <c:pt idx="2997">
                  <c:v>4.4877799999999999</c:v>
                </c:pt>
                <c:pt idx="2998">
                  <c:v>4.4880899999999997</c:v>
                </c:pt>
                <c:pt idx="2999">
                  <c:v>4.4883899999999999</c:v>
                </c:pt>
                <c:pt idx="3000">
                  <c:v>4.4886999999999997</c:v>
                </c:pt>
                <c:pt idx="3001">
                  <c:v>4.4890100000000004</c:v>
                </c:pt>
                <c:pt idx="3002">
                  <c:v>4.4893099999999997</c:v>
                </c:pt>
                <c:pt idx="3003">
                  <c:v>4.4896200000000004</c:v>
                </c:pt>
                <c:pt idx="3004">
                  <c:v>4.4899199999999997</c:v>
                </c:pt>
                <c:pt idx="3005">
                  <c:v>4.4902300000000004</c:v>
                </c:pt>
                <c:pt idx="3006">
                  <c:v>4.4905299999999997</c:v>
                </c:pt>
                <c:pt idx="3007">
                  <c:v>4.4908400000000004</c:v>
                </c:pt>
                <c:pt idx="3008">
                  <c:v>4.4911399999999997</c:v>
                </c:pt>
                <c:pt idx="3009">
                  <c:v>4.4914500000000004</c:v>
                </c:pt>
                <c:pt idx="3010">
                  <c:v>4.4917499999999997</c:v>
                </c:pt>
                <c:pt idx="3011">
                  <c:v>4.4920600000000004</c:v>
                </c:pt>
                <c:pt idx="3012">
                  <c:v>4.4923599999999997</c:v>
                </c:pt>
                <c:pt idx="3013">
                  <c:v>4.4926700000000004</c:v>
                </c:pt>
                <c:pt idx="3014">
                  <c:v>4.4929800000000002</c:v>
                </c:pt>
                <c:pt idx="3015">
                  <c:v>4.4932800000000004</c:v>
                </c:pt>
                <c:pt idx="3016">
                  <c:v>4.4935900000000002</c:v>
                </c:pt>
                <c:pt idx="3017">
                  <c:v>4.4938900000000004</c:v>
                </c:pt>
                <c:pt idx="3018">
                  <c:v>4.4942000000000002</c:v>
                </c:pt>
                <c:pt idx="3019">
                  <c:v>4.4945000000000004</c:v>
                </c:pt>
                <c:pt idx="3020">
                  <c:v>4.4948100000000002</c:v>
                </c:pt>
                <c:pt idx="3021">
                  <c:v>4.4951100000000004</c:v>
                </c:pt>
                <c:pt idx="3022">
                  <c:v>4.4954200000000002</c:v>
                </c:pt>
                <c:pt idx="3023">
                  <c:v>4.4957200000000004</c:v>
                </c:pt>
                <c:pt idx="3024">
                  <c:v>4.4960300000000002</c:v>
                </c:pt>
                <c:pt idx="3025">
                  <c:v>4.4963300000000004</c:v>
                </c:pt>
                <c:pt idx="3026">
                  <c:v>4.4966400000000002</c:v>
                </c:pt>
                <c:pt idx="3027">
                  <c:v>4.49695</c:v>
                </c:pt>
                <c:pt idx="3028">
                  <c:v>4.4972500000000002</c:v>
                </c:pt>
                <c:pt idx="3029">
                  <c:v>4.49756</c:v>
                </c:pt>
                <c:pt idx="3030">
                  <c:v>4.4978600000000002</c:v>
                </c:pt>
                <c:pt idx="3031">
                  <c:v>4.49817</c:v>
                </c:pt>
                <c:pt idx="3032">
                  <c:v>4.4984700000000002</c:v>
                </c:pt>
                <c:pt idx="3033">
                  <c:v>4.49878</c:v>
                </c:pt>
                <c:pt idx="3034">
                  <c:v>4.4990800000000002</c:v>
                </c:pt>
                <c:pt idx="3035">
                  <c:v>4.49939</c:v>
                </c:pt>
                <c:pt idx="3036">
                  <c:v>4.4996900000000002</c:v>
                </c:pt>
                <c:pt idx="3037">
                  <c:v>4.5</c:v>
                </c:pt>
                <c:pt idx="3038">
                  <c:v>4.5003000000000002</c:v>
                </c:pt>
                <c:pt idx="3039">
                  <c:v>4.50061</c:v>
                </c:pt>
                <c:pt idx="3040">
                  <c:v>4.5009199999999998</c:v>
                </c:pt>
                <c:pt idx="3041">
                  <c:v>4.50122</c:v>
                </c:pt>
                <c:pt idx="3042">
                  <c:v>4.5015299999999998</c:v>
                </c:pt>
                <c:pt idx="3043">
                  <c:v>4.50183</c:v>
                </c:pt>
                <c:pt idx="3044">
                  <c:v>4.5021399999999998</c:v>
                </c:pt>
                <c:pt idx="3045">
                  <c:v>4.50244</c:v>
                </c:pt>
                <c:pt idx="3046">
                  <c:v>4.5027499999999998</c:v>
                </c:pt>
                <c:pt idx="3047">
                  <c:v>4.50305</c:v>
                </c:pt>
                <c:pt idx="3048">
                  <c:v>4.5033599999999998</c:v>
                </c:pt>
                <c:pt idx="3049">
                  <c:v>4.50366</c:v>
                </c:pt>
                <c:pt idx="3050">
                  <c:v>4.5039699999999998</c:v>
                </c:pt>
                <c:pt idx="3051">
                  <c:v>4.50427</c:v>
                </c:pt>
                <c:pt idx="3052">
                  <c:v>4.5045799999999998</c:v>
                </c:pt>
                <c:pt idx="3053">
                  <c:v>4.5048899999999996</c:v>
                </c:pt>
                <c:pt idx="3054">
                  <c:v>4.5051899999999998</c:v>
                </c:pt>
                <c:pt idx="3055">
                  <c:v>4.5054999999999996</c:v>
                </c:pt>
                <c:pt idx="3056">
                  <c:v>4.5057999999999998</c:v>
                </c:pt>
                <c:pt idx="3057">
                  <c:v>4.5061099999999996</c:v>
                </c:pt>
                <c:pt idx="3058">
                  <c:v>4.5064099999999998</c:v>
                </c:pt>
                <c:pt idx="3059">
                  <c:v>4.5067199999999996</c:v>
                </c:pt>
                <c:pt idx="3060">
                  <c:v>4.5070199999999998</c:v>
                </c:pt>
                <c:pt idx="3061">
                  <c:v>4.5073299999999996</c:v>
                </c:pt>
                <c:pt idx="3062">
                  <c:v>4.5076299999999998</c:v>
                </c:pt>
                <c:pt idx="3063">
                  <c:v>4.5079399999999996</c:v>
                </c:pt>
                <c:pt idx="3064">
                  <c:v>4.5082500000000003</c:v>
                </c:pt>
                <c:pt idx="3065">
                  <c:v>4.5085499999999996</c:v>
                </c:pt>
                <c:pt idx="3066">
                  <c:v>4.5088600000000003</c:v>
                </c:pt>
                <c:pt idx="3067">
                  <c:v>4.5091599999999996</c:v>
                </c:pt>
                <c:pt idx="3068">
                  <c:v>4.5094700000000003</c:v>
                </c:pt>
                <c:pt idx="3069">
                  <c:v>4.5097699999999996</c:v>
                </c:pt>
                <c:pt idx="3070">
                  <c:v>4.5100800000000003</c:v>
                </c:pt>
                <c:pt idx="3071">
                  <c:v>4.5103799999999996</c:v>
                </c:pt>
                <c:pt idx="3072">
                  <c:v>4.5106900000000003</c:v>
                </c:pt>
                <c:pt idx="3073">
                  <c:v>4.5109899999999996</c:v>
                </c:pt>
                <c:pt idx="3074">
                  <c:v>4.5113000000000003</c:v>
                </c:pt>
                <c:pt idx="3075">
                  <c:v>4.5115999999999996</c:v>
                </c:pt>
                <c:pt idx="3076">
                  <c:v>4.5119100000000003</c:v>
                </c:pt>
                <c:pt idx="3077">
                  <c:v>4.5122200000000001</c:v>
                </c:pt>
                <c:pt idx="3078">
                  <c:v>4.5125200000000003</c:v>
                </c:pt>
                <c:pt idx="3079">
                  <c:v>4.5128300000000001</c:v>
                </c:pt>
                <c:pt idx="3080">
                  <c:v>4.5131300000000003</c:v>
                </c:pt>
                <c:pt idx="3081">
                  <c:v>4.5134400000000001</c:v>
                </c:pt>
                <c:pt idx="3082">
                  <c:v>4.5137400000000003</c:v>
                </c:pt>
                <c:pt idx="3083">
                  <c:v>4.5140500000000001</c:v>
                </c:pt>
                <c:pt idx="3084">
                  <c:v>4.5143500000000003</c:v>
                </c:pt>
                <c:pt idx="3085">
                  <c:v>4.5146600000000001</c:v>
                </c:pt>
                <c:pt idx="3086">
                  <c:v>4.5149600000000003</c:v>
                </c:pt>
                <c:pt idx="3087">
                  <c:v>4.5152700000000001</c:v>
                </c:pt>
                <c:pt idx="3088">
                  <c:v>4.5155700000000003</c:v>
                </c:pt>
                <c:pt idx="3089">
                  <c:v>4.5158800000000001</c:v>
                </c:pt>
                <c:pt idx="3090">
                  <c:v>4.5161899999999999</c:v>
                </c:pt>
                <c:pt idx="3091">
                  <c:v>4.5164900000000001</c:v>
                </c:pt>
                <c:pt idx="3092">
                  <c:v>4.5167999999999999</c:v>
                </c:pt>
                <c:pt idx="3093">
                  <c:v>4.5171000000000001</c:v>
                </c:pt>
                <c:pt idx="3094">
                  <c:v>4.5174099999999999</c:v>
                </c:pt>
                <c:pt idx="3095">
                  <c:v>4.5177100000000001</c:v>
                </c:pt>
                <c:pt idx="3096">
                  <c:v>4.5180199999999999</c:v>
                </c:pt>
                <c:pt idx="3097">
                  <c:v>4.5183200000000001</c:v>
                </c:pt>
                <c:pt idx="3098">
                  <c:v>4.5186299999999999</c:v>
                </c:pt>
                <c:pt idx="3099">
                  <c:v>4.5189300000000001</c:v>
                </c:pt>
                <c:pt idx="3100">
                  <c:v>4.5192399999999999</c:v>
                </c:pt>
                <c:pt idx="3101">
                  <c:v>4.5195400000000001</c:v>
                </c:pt>
                <c:pt idx="3102">
                  <c:v>4.5198499999999999</c:v>
                </c:pt>
                <c:pt idx="3103">
                  <c:v>4.5201599999999997</c:v>
                </c:pt>
                <c:pt idx="3104">
                  <c:v>4.5204599999999999</c:v>
                </c:pt>
                <c:pt idx="3105">
                  <c:v>4.5207699999999997</c:v>
                </c:pt>
                <c:pt idx="3106">
                  <c:v>4.5210699999999999</c:v>
                </c:pt>
                <c:pt idx="3107">
                  <c:v>4.5213799999999997</c:v>
                </c:pt>
                <c:pt idx="3108">
                  <c:v>4.5216799999999999</c:v>
                </c:pt>
                <c:pt idx="3109">
                  <c:v>4.5219899999999997</c:v>
                </c:pt>
                <c:pt idx="3110">
                  <c:v>4.5222899999999999</c:v>
                </c:pt>
                <c:pt idx="3111">
                  <c:v>4.5225999999999997</c:v>
                </c:pt>
                <c:pt idx="3112">
                  <c:v>4.5228999999999999</c:v>
                </c:pt>
                <c:pt idx="3113">
                  <c:v>4.5232099999999997</c:v>
                </c:pt>
                <c:pt idx="3114">
                  <c:v>4.5235099999999999</c:v>
                </c:pt>
                <c:pt idx="3115">
                  <c:v>4.5238199999999997</c:v>
                </c:pt>
                <c:pt idx="3116">
                  <c:v>4.5241300000000004</c:v>
                </c:pt>
                <c:pt idx="3117">
                  <c:v>4.5244299999999997</c:v>
                </c:pt>
                <c:pt idx="3118">
                  <c:v>4.5247400000000004</c:v>
                </c:pt>
                <c:pt idx="3119">
                  <c:v>4.5250399999999997</c:v>
                </c:pt>
                <c:pt idx="3120">
                  <c:v>4.5253500000000004</c:v>
                </c:pt>
                <c:pt idx="3121">
                  <c:v>4.5256499999999997</c:v>
                </c:pt>
                <c:pt idx="3122">
                  <c:v>4.5259600000000004</c:v>
                </c:pt>
                <c:pt idx="3123">
                  <c:v>4.5262599999999997</c:v>
                </c:pt>
                <c:pt idx="3124">
                  <c:v>4.5265700000000004</c:v>
                </c:pt>
                <c:pt idx="3125">
                  <c:v>4.5268699999999997</c:v>
                </c:pt>
                <c:pt idx="3126">
                  <c:v>4.5271800000000004</c:v>
                </c:pt>
                <c:pt idx="3127">
                  <c:v>4.5274900000000002</c:v>
                </c:pt>
                <c:pt idx="3128">
                  <c:v>4.5277900000000004</c:v>
                </c:pt>
                <c:pt idx="3129">
                  <c:v>4.5281000000000002</c:v>
                </c:pt>
                <c:pt idx="3130">
                  <c:v>4.5284000000000004</c:v>
                </c:pt>
                <c:pt idx="3131">
                  <c:v>4.5287100000000002</c:v>
                </c:pt>
                <c:pt idx="3132">
                  <c:v>4.5290100000000004</c:v>
                </c:pt>
                <c:pt idx="3133">
                  <c:v>4.5293200000000002</c:v>
                </c:pt>
                <c:pt idx="3134">
                  <c:v>4.5296200000000004</c:v>
                </c:pt>
                <c:pt idx="3135">
                  <c:v>4.5299300000000002</c:v>
                </c:pt>
                <c:pt idx="3136">
                  <c:v>4.5302300000000004</c:v>
                </c:pt>
                <c:pt idx="3137">
                  <c:v>4.5305400000000002</c:v>
                </c:pt>
                <c:pt idx="3138">
                  <c:v>4.5308400000000004</c:v>
                </c:pt>
                <c:pt idx="3139">
                  <c:v>4.5311500000000002</c:v>
                </c:pt>
                <c:pt idx="3140">
                  <c:v>4.53146</c:v>
                </c:pt>
                <c:pt idx="3141">
                  <c:v>4.5317600000000002</c:v>
                </c:pt>
                <c:pt idx="3142">
                  <c:v>4.53207</c:v>
                </c:pt>
                <c:pt idx="3143">
                  <c:v>4.5323700000000002</c:v>
                </c:pt>
                <c:pt idx="3144">
                  <c:v>4.53268</c:v>
                </c:pt>
                <c:pt idx="3145">
                  <c:v>4.5329800000000002</c:v>
                </c:pt>
                <c:pt idx="3146">
                  <c:v>4.53329</c:v>
                </c:pt>
                <c:pt idx="3147">
                  <c:v>4.5335900000000002</c:v>
                </c:pt>
                <c:pt idx="3148">
                  <c:v>4.5339</c:v>
                </c:pt>
                <c:pt idx="3149">
                  <c:v>4.5342000000000002</c:v>
                </c:pt>
                <c:pt idx="3150">
                  <c:v>4.53451</c:v>
                </c:pt>
                <c:pt idx="3151">
                  <c:v>4.5348100000000002</c:v>
                </c:pt>
                <c:pt idx="3152">
                  <c:v>4.53512</c:v>
                </c:pt>
                <c:pt idx="3153">
                  <c:v>4.5354299999999999</c:v>
                </c:pt>
                <c:pt idx="3154">
                  <c:v>4.53573</c:v>
                </c:pt>
                <c:pt idx="3155">
                  <c:v>4.5360399999999998</c:v>
                </c:pt>
                <c:pt idx="3156">
                  <c:v>4.53634</c:v>
                </c:pt>
                <c:pt idx="3157">
                  <c:v>4.5366499999999998</c:v>
                </c:pt>
                <c:pt idx="3158">
                  <c:v>4.53695</c:v>
                </c:pt>
                <c:pt idx="3159">
                  <c:v>4.5372599999999998</c:v>
                </c:pt>
                <c:pt idx="3160">
                  <c:v>4.53756</c:v>
                </c:pt>
                <c:pt idx="3161">
                  <c:v>4.5378699999999998</c:v>
                </c:pt>
                <c:pt idx="3162">
                  <c:v>4.53817</c:v>
                </c:pt>
                <c:pt idx="3163">
                  <c:v>4.5384799999999998</c:v>
                </c:pt>
                <c:pt idx="3164">
                  <c:v>4.53878</c:v>
                </c:pt>
                <c:pt idx="3165">
                  <c:v>4.5390899999999998</c:v>
                </c:pt>
                <c:pt idx="3166">
                  <c:v>4.5393999999999997</c:v>
                </c:pt>
                <c:pt idx="3167">
                  <c:v>4.5396999999999998</c:v>
                </c:pt>
                <c:pt idx="3168">
                  <c:v>4.5400099999999997</c:v>
                </c:pt>
                <c:pt idx="3169">
                  <c:v>4.5403099999999998</c:v>
                </c:pt>
                <c:pt idx="3170">
                  <c:v>4.5406199999999997</c:v>
                </c:pt>
                <c:pt idx="3171">
                  <c:v>4.5409199999999998</c:v>
                </c:pt>
                <c:pt idx="3172">
                  <c:v>4.5412299999999997</c:v>
                </c:pt>
                <c:pt idx="3173">
                  <c:v>4.5415299999999998</c:v>
                </c:pt>
                <c:pt idx="3174">
                  <c:v>4.5418399999999997</c:v>
                </c:pt>
                <c:pt idx="3175">
                  <c:v>4.5421399999999998</c:v>
                </c:pt>
                <c:pt idx="3176">
                  <c:v>4.5424499999999997</c:v>
                </c:pt>
                <c:pt idx="3177">
                  <c:v>4.5427600000000004</c:v>
                </c:pt>
                <c:pt idx="3178">
                  <c:v>4.5430599999999997</c:v>
                </c:pt>
                <c:pt idx="3179">
                  <c:v>4.5433700000000004</c:v>
                </c:pt>
                <c:pt idx="3180">
                  <c:v>4.5436699999999997</c:v>
                </c:pt>
                <c:pt idx="3181">
                  <c:v>4.5439800000000004</c:v>
                </c:pt>
                <c:pt idx="3182">
                  <c:v>4.5442799999999997</c:v>
                </c:pt>
                <c:pt idx="3183">
                  <c:v>4.5445900000000004</c:v>
                </c:pt>
                <c:pt idx="3184">
                  <c:v>4.5448899999999997</c:v>
                </c:pt>
                <c:pt idx="3185">
                  <c:v>4.5452000000000004</c:v>
                </c:pt>
                <c:pt idx="3186">
                  <c:v>4.5454999999999997</c:v>
                </c:pt>
                <c:pt idx="3187">
                  <c:v>4.5458100000000004</c:v>
                </c:pt>
                <c:pt idx="3188">
                  <c:v>4.5461099999999997</c:v>
                </c:pt>
                <c:pt idx="3189">
                  <c:v>4.5464200000000003</c:v>
                </c:pt>
                <c:pt idx="3190">
                  <c:v>4.5467300000000002</c:v>
                </c:pt>
                <c:pt idx="3191">
                  <c:v>4.5470300000000003</c:v>
                </c:pt>
                <c:pt idx="3192">
                  <c:v>4.5473400000000002</c:v>
                </c:pt>
                <c:pt idx="3193">
                  <c:v>4.5476400000000003</c:v>
                </c:pt>
                <c:pt idx="3194">
                  <c:v>4.5479500000000002</c:v>
                </c:pt>
                <c:pt idx="3195">
                  <c:v>4.5482500000000003</c:v>
                </c:pt>
                <c:pt idx="3196">
                  <c:v>4.5485600000000002</c:v>
                </c:pt>
                <c:pt idx="3197">
                  <c:v>4.5488600000000003</c:v>
                </c:pt>
                <c:pt idx="3198">
                  <c:v>4.5491700000000002</c:v>
                </c:pt>
                <c:pt idx="3199">
                  <c:v>4.5494700000000003</c:v>
                </c:pt>
                <c:pt idx="3200">
                  <c:v>4.5497800000000002</c:v>
                </c:pt>
                <c:pt idx="3201">
                  <c:v>4.5500800000000003</c:v>
                </c:pt>
                <c:pt idx="3202">
                  <c:v>4.5503900000000002</c:v>
                </c:pt>
                <c:pt idx="3203">
                  <c:v>4.5507</c:v>
                </c:pt>
                <c:pt idx="3204">
                  <c:v>4.5510000000000002</c:v>
                </c:pt>
                <c:pt idx="3205">
                  <c:v>4.55131</c:v>
                </c:pt>
                <c:pt idx="3206">
                  <c:v>4.5516100000000002</c:v>
                </c:pt>
                <c:pt idx="3207">
                  <c:v>4.55192</c:v>
                </c:pt>
                <c:pt idx="3208">
                  <c:v>4.5522200000000002</c:v>
                </c:pt>
                <c:pt idx="3209">
                  <c:v>4.55253</c:v>
                </c:pt>
                <c:pt idx="3210">
                  <c:v>4.5528300000000002</c:v>
                </c:pt>
                <c:pt idx="3211">
                  <c:v>4.55314</c:v>
                </c:pt>
                <c:pt idx="3212">
                  <c:v>4.5534400000000002</c:v>
                </c:pt>
                <c:pt idx="3213">
                  <c:v>4.55375</c:v>
                </c:pt>
                <c:pt idx="3214">
                  <c:v>4.5540500000000002</c:v>
                </c:pt>
                <c:pt idx="3215">
                  <c:v>4.55436</c:v>
                </c:pt>
                <c:pt idx="3216">
                  <c:v>4.5546699999999998</c:v>
                </c:pt>
                <c:pt idx="3217">
                  <c:v>4.55497</c:v>
                </c:pt>
                <c:pt idx="3218">
                  <c:v>4.5552799999999998</c:v>
                </c:pt>
                <c:pt idx="3219">
                  <c:v>4.55558</c:v>
                </c:pt>
                <c:pt idx="3220">
                  <c:v>4.5558899999999998</c:v>
                </c:pt>
                <c:pt idx="3221">
                  <c:v>4.55619</c:v>
                </c:pt>
                <c:pt idx="3222">
                  <c:v>4.5564999999999998</c:v>
                </c:pt>
                <c:pt idx="3223">
                  <c:v>4.5568</c:v>
                </c:pt>
                <c:pt idx="3224">
                  <c:v>4.5571099999999998</c:v>
                </c:pt>
                <c:pt idx="3225">
                  <c:v>4.55741</c:v>
                </c:pt>
                <c:pt idx="3226">
                  <c:v>4.5577199999999998</c:v>
                </c:pt>
                <c:pt idx="3227">
                  <c:v>4.55802</c:v>
                </c:pt>
                <c:pt idx="3228">
                  <c:v>4.5583299999999998</c:v>
                </c:pt>
                <c:pt idx="3229">
                  <c:v>4.5586399999999996</c:v>
                </c:pt>
                <c:pt idx="3230">
                  <c:v>4.5589399999999998</c:v>
                </c:pt>
                <c:pt idx="3231">
                  <c:v>4.5592499999999996</c:v>
                </c:pt>
                <c:pt idx="3232">
                  <c:v>4.5595499999999998</c:v>
                </c:pt>
                <c:pt idx="3233">
                  <c:v>4.5598599999999996</c:v>
                </c:pt>
                <c:pt idx="3234">
                  <c:v>4.5601599999999998</c:v>
                </c:pt>
                <c:pt idx="3235">
                  <c:v>4.5604699999999996</c:v>
                </c:pt>
                <c:pt idx="3236">
                  <c:v>4.5607699999999998</c:v>
                </c:pt>
                <c:pt idx="3237">
                  <c:v>4.5610799999999996</c:v>
                </c:pt>
                <c:pt idx="3238">
                  <c:v>4.5613799999999998</c:v>
                </c:pt>
                <c:pt idx="3239">
                  <c:v>4.5616899999999996</c:v>
                </c:pt>
                <c:pt idx="3240">
                  <c:v>4.5620000000000003</c:v>
                </c:pt>
                <c:pt idx="3241">
                  <c:v>4.5622999999999996</c:v>
                </c:pt>
                <c:pt idx="3242">
                  <c:v>4.5626100000000003</c:v>
                </c:pt>
                <c:pt idx="3243">
                  <c:v>4.5629099999999996</c:v>
                </c:pt>
                <c:pt idx="3244">
                  <c:v>4.5632200000000003</c:v>
                </c:pt>
                <c:pt idx="3245">
                  <c:v>4.5635199999999996</c:v>
                </c:pt>
                <c:pt idx="3246">
                  <c:v>4.5638300000000003</c:v>
                </c:pt>
                <c:pt idx="3247">
                  <c:v>4.5641299999999996</c:v>
                </c:pt>
                <c:pt idx="3248">
                  <c:v>4.5644400000000003</c:v>
                </c:pt>
                <c:pt idx="3249">
                  <c:v>4.5647399999999996</c:v>
                </c:pt>
                <c:pt idx="3250">
                  <c:v>4.5650500000000003</c:v>
                </c:pt>
                <c:pt idx="3251">
                  <c:v>4.5653499999999996</c:v>
                </c:pt>
                <c:pt idx="3252">
                  <c:v>4.5656600000000003</c:v>
                </c:pt>
                <c:pt idx="3253">
                  <c:v>4.5659700000000001</c:v>
                </c:pt>
                <c:pt idx="3254">
                  <c:v>4.5662700000000003</c:v>
                </c:pt>
                <c:pt idx="3255">
                  <c:v>4.5665800000000001</c:v>
                </c:pt>
                <c:pt idx="3256">
                  <c:v>4.5668800000000003</c:v>
                </c:pt>
                <c:pt idx="3257">
                  <c:v>4.5671900000000001</c:v>
                </c:pt>
                <c:pt idx="3258">
                  <c:v>4.5674900000000003</c:v>
                </c:pt>
                <c:pt idx="3259">
                  <c:v>4.5678000000000001</c:v>
                </c:pt>
                <c:pt idx="3260">
                  <c:v>4.5681000000000003</c:v>
                </c:pt>
                <c:pt idx="3261">
                  <c:v>4.5684100000000001</c:v>
                </c:pt>
                <c:pt idx="3262">
                  <c:v>4.5687100000000003</c:v>
                </c:pt>
                <c:pt idx="3263">
                  <c:v>4.5690200000000001</c:v>
                </c:pt>
                <c:pt idx="3264">
                  <c:v>4.5693200000000003</c:v>
                </c:pt>
                <c:pt idx="3265">
                  <c:v>4.5696300000000001</c:v>
                </c:pt>
                <c:pt idx="3266">
                  <c:v>4.5699399999999999</c:v>
                </c:pt>
                <c:pt idx="3267">
                  <c:v>4.5702400000000001</c:v>
                </c:pt>
                <c:pt idx="3268">
                  <c:v>4.5705499999999999</c:v>
                </c:pt>
                <c:pt idx="3269">
                  <c:v>4.5708500000000001</c:v>
                </c:pt>
                <c:pt idx="3270">
                  <c:v>4.5711599999999999</c:v>
                </c:pt>
                <c:pt idx="3271">
                  <c:v>4.5714600000000001</c:v>
                </c:pt>
                <c:pt idx="3272">
                  <c:v>4.5717699999999999</c:v>
                </c:pt>
                <c:pt idx="3273">
                  <c:v>4.5720700000000001</c:v>
                </c:pt>
                <c:pt idx="3274">
                  <c:v>4.5723799999999999</c:v>
                </c:pt>
                <c:pt idx="3275">
                  <c:v>4.5726800000000001</c:v>
                </c:pt>
                <c:pt idx="3276">
                  <c:v>4.5729899999999999</c:v>
                </c:pt>
                <c:pt idx="3277">
                  <c:v>4.5732900000000001</c:v>
                </c:pt>
                <c:pt idx="3278">
                  <c:v>4.5735999999999999</c:v>
                </c:pt>
                <c:pt idx="3279">
                  <c:v>4.5739099999999997</c:v>
                </c:pt>
                <c:pt idx="3280">
                  <c:v>4.5742099999999999</c:v>
                </c:pt>
                <c:pt idx="3281">
                  <c:v>4.5745199999999997</c:v>
                </c:pt>
                <c:pt idx="3282">
                  <c:v>4.5748199999999999</c:v>
                </c:pt>
                <c:pt idx="3283">
                  <c:v>4.5751299999999997</c:v>
                </c:pt>
                <c:pt idx="3284">
                  <c:v>4.5754299999999999</c:v>
                </c:pt>
                <c:pt idx="3285">
                  <c:v>4.5757399999999997</c:v>
                </c:pt>
                <c:pt idx="3286">
                  <c:v>4.5760399999999999</c:v>
                </c:pt>
                <c:pt idx="3287">
                  <c:v>4.5763499999999997</c:v>
                </c:pt>
                <c:pt idx="3288">
                  <c:v>4.5766499999999999</c:v>
                </c:pt>
                <c:pt idx="3289">
                  <c:v>4.5769599999999997</c:v>
                </c:pt>
                <c:pt idx="3290">
                  <c:v>4.5772599999999999</c:v>
                </c:pt>
                <c:pt idx="3291">
                  <c:v>4.5775699999999997</c:v>
                </c:pt>
                <c:pt idx="3292">
                  <c:v>4.5778800000000004</c:v>
                </c:pt>
                <c:pt idx="3293">
                  <c:v>4.5781799999999997</c:v>
                </c:pt>
                <c:pt idx="3294">
                  <c:v>4.5784900000000004</c:v>
                </c:pt>
                <c:pt idx="3295">
                  <c:v>4.5787899999999997</c:v>
                </c:pt>
                <c:pt idx="3296">
                  <c:v>4.5791000000000004</c:v>
                </c:pt>
                <c:pt idx="3297">
                  <c:v>4.5793999999999997</c:v>
                </c:pt>
                <c:pt idx="3298">
                  <c:v>4.5797100000000004</c:v>
                </c:pt>
                <c:pt idx="3299">
                  <c:v>4.5800099999999997</c:v>
                </c:pt>
                <c:pt idx="3300">
                  <c:v>4.5803200000000004</c:v>
                </c:pt>
                <c:pt idx="3301">
                  <c:v>4.5806199999999997</c:v>
                </c:pt>
                <c:pt idx="3302">
                  <c:v>4.5809300000000004</c:v>
                </c:pt>
                <c:pt idx="3303">
                  <c:v>4.5812400000000002</c:v>
                </c:pt>
                <c:pt idx="3304">
                  <c:v>4.5815400000000004</c:v>
                </c:pt>
                <c:pt idx="3305">
                  <c:v>4.5818500000000002</c:v>
                </c:pt>
                <c:pt idx="3306">
                  <c:v>4.5821500000000004</c:v>
                </c:pt>
                <c:pt idx="3307">
                  <c:v>4.5824600000000002</c:v>
                </c:pt>
                <c:pt idx="3308">
                  <c:v>4.5827600000000004</c:v>
                </c:pt>
                <c:pt idx="3309">
                  <c:v>4.5830700000000002</c:v>
                </c:pt>
                <c:pt idx="3310">
                  <c:v>4.5833700000000004</c:v>
                </c:pt>
                <c:pt idx="3311">
                  <c:v>4.5836800000000002</c:v>
                </c:pt>
                <c:pt idx="3312">
                  <c:v>4.5839800000000004</c:v>
                </c:pt>
                <c:pt idx="3313">
                  <c:v>4.5842900000000002</c:v>
                </c:pt>
                <c:pt idx="3314">
                  <c:v>4.5845900000000004</c:v>
                </c:pt>
                <c:pt idx="3315">
                  <c:v>4.5849000000000002</c:v>
                </c:pt>
                <c:pt idx="3316">
                  <c:v>4.58521</c:v>
                </c:pt>
                <c:pt idx="3317">
                  <c:v>4.5855100000000002</c:v>
                </c:pt>
                <c:pt idx="3318">
                  <c:v>4.58582</c:v>
                </c:pt>
                <c:pt idx="3319">
                  <c:v>4.5861200000000002</c:v>
                </c:pt>
                <c:pt idx="3320">
                  <c:v>4.58643</c:v>
                </c:pt>
                <c:pt idx="3321">
                  <c:v>4.5867300000000002</c:v>
                </c:pt>
                <c:pt idx="3322">
                  <c:v>4.58704</c:v>
                </c:pt>
                <c:pt idx="3323">
                  <c:v>4.5873400000000002</c:v>
                </c:pt>
                <c:pt idx="3324">
                  <c:v>4.58765</c:v>
                </c:pt>
                <c:pt idx="3325">
                  <c:v>4.5879500000000002</c:v>
                </c:pt>
                <c:pt idx="3326">
                  <c:v>4.58826</c:v>
                </c:pt>
                <c:pt idx="3327">
                  <c:v>4.5885600000000002</c:v>
                </c:pt>
                <c:pt idx="3328">
                  <c:v>4.58887</c:v>
                </c:pt>
                <c:pt idx="3329">
                  <c:v>4.5891799999999998</c:v>
                </c:pt>
                <c:pt idx="3330">
                  <c:v>4.58948</c:v>
                </c:pt>
                <c:pt idx="3331">
                  <c:v>4.5897899999999998</c:v>
                </c:pt>
                <c:pt idx="3332">
                  <c:v>4.59009</c:v>
                </c:pt>
                <c:pt idx="3333">
                  <c:v>4.5903999999999998</c:v>
                </c:pt>
                <c:pt idx="3334">
                  <c:v>4.5907</c:v>
                </c:pt>
                <c:pt idx="3335">
                  <c:v>4.5910099999999998</c:v>
                </c:pt>
                <c:pt idx="3336">
                  <c:v>4.59131</c:v>
                </c:pt>
                <c:pt idx="3337">
                  <c:v>4.5916199999999998</c:v>
                </c:pt>
                <c:pt idx="3338">
                  <c:v>4.59192</c:v>
                </c:pt>
                <c:pt idx="3339">
                  <c:v>4.5922299999999998</c:v>
                </c:pt>
                <c:pt idx="3340">
                  <c:v>4.59253</c:v>
                </c:pt>
                <c:pt idx="3341">
                  <c:v>4.5928399999999998</c:v>
                </c:pt>
                <c:pt idx="3342">
                  <c:v>4.5931499999999996</c:v>
                </c:pt>
                <c:pt idx="3343">
                  <c:v>4.5934499999999998</c:v>
                </c:pt>
                <c:pt idx="3344">
                  <c:v>4.5937599999999996</c:v>
                </c:pt>
                <c:pt idx="3345">
                  <c:v>4.5940599999999998</c:v>
                </c:pt>
                <c:pt idx="3346">
                  <c:v>4.5943699999999996</c:v>
                </c:pt>
                <c:pt idx="3347">
                  <c:v>4.5946699999999998</c:v>
                </c:pt>
                <c:pt idx="3348">
                  <c:v>4.5949799999999996</c:v>
                </c:pt>
                <c:pt idx="3349">
                  <c:v>4.5952799999999998</c:v>
                </c:pt>
                <c:pt idx="3350">
                  <c:v>4.5955899999999996</c:v>
                </c:pt>
                <c:pt idx="3351">
                  <c:v>4.5958899999999998</c:v>
                </c:pt>
                <c:pt idx="3352">
                  <c:v>4.5961999999999996</c:v>
                </c:pt>
                <c:pt idx="3353">
                  <c:v>4.5965100000000003</c:v>
                </c:pt>
                <c:pt idx="3354">
                  <c:v>4.5968099999999996</c:v>
                </c:pt>
                <c:pt idx="3355">
                  <c:v>4.5971200000000003</c:v>
                </c:pt>
                <c:pt idx="3356">
                  <c:v>4.5974199999999996</c:v>
                </c:pt>
                <c:pt idx="3357">
                  <c:v>4.5977300000000003</c:v>
                </c:pt>
                <c:pt idx="3358">
                  <c:v>4.5980299999999996</c:v>
                </c:pt>
                <c:pt idx="3359">
                  <c:v>4.5983400000000003</c:v>
                </c:pt>
                <c:pt idx="3360">
                  <c:v>4.5986399999999996</c:v>
                </c:pt>
                <c:pt idx="3361">
                  <c:v>4.5989500000000003</c:v>
                </c:pt>
                <c:pt idx="3362">
                  <c:v>4.5992499999999996</c:v>
                </c:pt>
                <c:pt idx="3363">
                  <c:v>4.5995600000000003</c:v>
                </c:pt>
                <c:pt idx="3364">
                  <c:v>4.5998599999999996</c:v>
                </c:pt>
                <c:pt idx="3365">
                  <c:v>4.6001700000000003</c:v>
                </c:pt>
                <c:pt idx="3366">
                  <c:v>4.6004800000000001</c:v>
                </c:pt>
                <c:pt idx="3367">
                  <c:v>4.6007800000000003</c:v>
                </c:pt>
                <c:pt idx="3368">
                  <c:v>4.6010900000000001</c:v>
                </c:pt>
                <c:pt idx="3369">
                  <c:v>4.6013900000000003</c:v>
                </c:pt>
                <c:pt idx="3370">
                  <c:v>4.6017000000000001</c:v>
                </c:pt>
                <c:pt idx="3371">
                  <c:v>4.6020000000000003</c:v>
                </c:pt>
                <c:pt idx="3372">
                  <c:v>4.6023100000000001</c:v>
                </c:pt>
                <c:pt idx="3373">
                  <c:v>4.6026100000000003</c:v>
                </c:pt>
                <c:pt idx="3374">
                  <c:v>4.6029200000000001</c:v>
                </c:pt>
                <c:pt idx="3375">
                  <c:v>4.6032200000000003</c:v>
                </c:pt>
                <c:pt idx="3376">
                  <c:v>4.6035300000000001</c:v>
                </c:pt>
                <c:pt idx="3377">
                  <c:v>4.6038300000000003</c:v>
                </c:pt>
                <c:pt idx="3378">
                  <c:v>4.6041400000000001</c:v>
                </c:pt>
                <c:pt idx="3379">
                  <c:v>4.6044499999999999</c:v>
                </c:pt>
                <c:pt idx="3380">
                  <c:v>4.6047500000000001</c:v>
                </c:pt>
                <c:pt idx="3381">
                  <c:v>4.6050599999999999</c:v>
                </c:pt>
                <c:pt idx="3382">
                  <c:v>4.6053600000000001</c:v>
                </c:pt>
                <c:pt idx="3383">
                  <c:v>4.6056699999999999</c:v>
                </c:pt>
                <c:pt idx="3384">
                  <c:v>4.6059700000000001</c:v>
                </c:pt>
                <c:pt idx="3385">
                  <c:v>4.6062799999999999</c:v>
                </c:pt>
                <c:pt idx="3386">
                  <c:v>4.6065800000000001</c:v>
                </c:pt>
                <c:pt idx="3387">
                  <c:v>4.6068899999999999</c:v>
                </c:pt>
                <c:pt idx="3388">
                  <c:v>4.6071900000000001</c:v>
                </c:pt>
                <c:pt idx="3389">
                  <c:v>4.6074999999999999</c:v>
                </c:pt>
                <c:pt idx="3390">
                  <c:v>4.6078000000000001</c:v>
                </c:pt>
                <c:pt idx="3391">
                  <c:v>4.6081099999999999</c:v>
                </c:pt>
                <c:pt idx="3392">
                  <c:v>4.6084199999999997</c:v>
                </c:pt>
                <c:pt idx="3393">
                  <c:v>4.6087199999999999</c:v>
                </c:pt>
                <c:pt idx="3394">
                  <c:v>4.6090299999999997</c:v>
                </c:pt>
                <c:pt idx="3395">
                  <c:v>4.6093299999999999</c:v>
                </c:pt>
                <c:pt idx="3396">
                  <c:v>4.6096399999999997</c:v>
                </c:pt>
                <c:pt idx="3397">
                  <c:v>4.6099399999999999</c:v>
                </c:pt>
                <c:pt idx="3398">
                  <c:v>4.6102499999999997</c:v>
                </c:pt>
                <c:pt idx="3399">
                  <c:v>4.6105499999999999</c:v>
                </c:pt>
                <c:pt idx="3400">
                  <c:v>4.6108599999999997</c:v>
                </c:pt>
                <c:pt idx="3401">
                  <c:v>4.6111599999999999</c:v>
                </c:pt>
                <c:pt idx="3402">
                  <c:v>4.6114699999999997</c:v>
                </c:pt>
                <c:pt idx="3403">
                  <c:v>4.6117699999999999</c:v>
                </c:pt>
                <c:pt idx="3404">
                  <c:v>4.6120799999999997</c:v>
                </c:pt>
                <c:pt idx="3405">
                  <c:v>4.6123900000000004</c:v>
                </c:pt>
                <c:pt idx="3406">
                  <c:v>4.6126899999999997</c:v>
                </c:pt>
                <c:pt idx="3407">
                  <c:v>4.6130000000000004</c:v>
                </c:pt>
                <c:pt idx="3408">
                  <c:v>4.6132999999999997</c:v>
                </c:pt>
                <c:pt idx="3409">
                  <c:v>4.6136100000000004</c:v>
                </c:pt>
                <c:pt idx="3410">
                  <c:v>4.6139099999999997</c:v>
                </c:pt>
                <c:pt idx="3411">
                  <c:v>4.6142200000000004</c:v>
                </c:pt>
                <c:pt idx="3412">
                  <c:v>4.6145199999999997</c:v>
                </c:pt>
                <c:pt idx="3413">
                  <c:v>4.6148300000000004</c:v>
                </c:pt>
                <c:pt idx="3414">
                  <c:v>4.6151299999999997</c:v>
                </c:pt>
                <c:pt idx="3415">
                  <c:v>4.6154400000000004</c:v>
                </c:pt>
                <c:pt idx="3416">
                  <c:v>4.6157500000000002</c:v>
                </c:pt>
                <c:pt idx="3417">
                  <c:v>4.6160500000000004</c:v>
                </c:pt>
                <c:pt idx="3418">
                  <c:v>4.6163600000000002</c:v>
                </c:pt>
                <c:pt idx="3419">
                  <c:v>4.6166600000000004</c:v>
                </c:pt>
                <c:pt idx="3420">
                  <c:v>4.6169700000000002</c:v>
                </c:pt>
                <c:pt idx="3421">
                  <c:v>4.6172700000000004</c:v>
                </c:pt>
                <c:pt idx="3422">
                  <c:v>4.6175800000000002</c:v>
                </c:pt>
                <c:pt idx="3423">
                  <c:v>4.6178800000000004</c:v>
                </c:pt>
                <c:pt idx="3424">
                  <c:v>4.6181900000000002</c:v>
                </c:pt>
                <c:pt idx="3425">
                  <c:v>4.6184900000000004</c:v>
                </c:pt>
                <c:pt idx="3426">
                  <c:v>4.6188000000000002</c:v>
                </c:pt>
                <c:pt idx="3427">
                  <c:v>4.6191000000000004</c:v>
                </c:pt>
                <c:pt idx="3428">
                  <c:v>4.6194100000000002</c:v>
                </c:pt>
                <c:pt idx="3429">
                  <c:v>4.61972</c:v>
                </c:pt>
                <c:pt idx="3430">
                  <c:v>4.6200200000000002</c:v>
                </c:pt>
                <c:pt idx="3431">
                  <c:v>4.62033</c:v>
                </c:pt>
                <c:pt idx="3432">
                  <c:v>4.6206300000000002</c:v>
                </c:pt>
                <c:pt idx="3433">
                  <c:v>4.62094</c:v>
                </c:pt>
                <c:pt idx="3434">
                  <c:v>4.6212400000000002</c:v>
                </c:pt>
                <c:pt idx="3435">
                  <c:v>4.62155</c:v>
                </c:pt>
                <c:pt idx="3436">
                  <c:v>4.6218500000000002</c:v>
                </c:pt>
                <c:pt idx="3437">
                  <c:v>4.62216</c:v>
                </c:pt>
                <c:pt idx="3438">
                  <c:v>4.6224600000000002</c:v>
                </c:pt>
                <c:pt idx="3439">
                  <c:v>4.62277</c:v>
                </c:pt>
                <c:pt idx="3440">
                  <c:v>4.6230700000000002</c:v>
                </c:pt>
                <c:pt idx="3441">
                  <c:v>4.62338</c:v>
                </c:pt>
                <c:pt idx="3442">
                  <c:v>4.6236899999999999</c:v>
                </c:pt>
                <c:pt idx="3443">
                  <c:v>4.62399</c:v>
                </c:pt>
                <c:pt idx="3444">
                  <c:v>4.6242999999999999</c:v>
                </c:pt>
                <c:pt idx="3445">
                  <c:v>4.6246</c:v>
                </c:pt>
                <c:pt idx="3446">
                  <c:v>4.6249099999999999</c:v>
                </c:pt>
                <c:pt idx="3447">
                  <c:v>4.62521</c:v>
                </c:pt>
                <c:pt idx="3448">
                  <c:v>4.6255199999999999</c:v>
                </c:pt>
                <c:pt idx="3449">
                  <c:v>4.62582</c:v>
                </c:pt>
                <c:pt idx="3450">
                  <c:v>4.6261299999999999</c:v>
                </c:pt>
                <c:pt idx="3451">
                  <c:v>4.62643</c:v>
                </c:pt>
                <c:pt idx="3452">
                  <c:v>4.6267399999999999</c:v>
                </c:pt>
                <c:pt idx="3453">
                  <c:v>4.62704</c:v>
                </c:pt>
                <c:pt idx="3454">
                  <c:v>4.6273499999999999</c:v>
                </c:pt>
                <c:pt idx="3455">
                  <c:v>4.6276599999999997</c:v>
                </c:pt>
                <c:pt idx="3456">
                  <c:v>4.6279599999999999</c:v>
                </c:pt>
                <c:pt idx="3457">
                  <c:v>4.6282699999999997</c:v>
                </c:pt>
                <c:pt idx="3458">
                  <c:v>4.6285699999999999</c:v>
                </c:pt>
                <c:pt idx="3459">
                  <c:v>4.6288799999999997</c:v>
                </c:pt>
                <c:pt idx="3460">
                  <c:v>4.6291799999999999</c:v>
                </c:pt>
                <c:pt idx="3461">
                  <c:v>4.6294899999999997</c:v>
                </c:pt>
                <c:pt idx="3462">
                  <c:v>4.6297899999999998</c:v>
                </c:pt>
                <c:pt idx="3463">
                  <c:v>4.6300999999999997</c:v>
                </c:pt>
                <c:pt idx="3464">
                  <c:v>4.6303999999999998</c:v>
                </c:pt>
                <c:pt idx="3465">
                  <c:v>4.6307099999999997</c:v>
                </c:pt>
                <c:pt idx="3466">
                  <c:v>4.6310099999999998</c:v>
                </c:pt>
                <c:pt idx="3467">
                  <c:v>4.6313199999999997</c:v>
                </c:pt>
                <c:pt idx="3468">
                  <c:v>4.6316300000000004</c:v>
                </c:pt>
                <c:pt idx="3469">
                  <c:v>4.6319299999999997</c:v>
                </c:pt>
                <c:pt idx="3470">
                  <c:v>4.6322400000000004</c:v>
                </c:pt>
                <c:pt idx="3471">
                  <c:v>4.6325399999999997</c:v>
                </c:pt>
                <c:pt idx="3472">
                  <c:v>4.6328500000000004</c:v>
                </c:pt>
                <c:pt idx="3473">
                  <c:v>4.6331499999999997</c:v>
                </c:pt>
                <c:pt idx="3474">
                  <c:v>4.6334600000000004</c:v>
                </c:pt>
                <c:pt idx="3475">
                  <c:v>4.6337599999999997</c:v>
                </c:pt>
                <c:pt idx="3476">
                  <c:v>4.6340700000000004</c:v>
                </c:pt>
                <c:pt idx="3477">
                  <c:v>4.6343699999999997</c:v>
                </c:pt>
                <c:pt idx="3478">
                  <c:v>4.6346800000000004</c:v>
                </c:pt>
                <c:pt idx="3479">
                  <c:v>4.6349900000000002</c:v>
                </c:pt>
                <c:pt idx="3480">
                  <c:v>4.6352900000000004</c:v>
                </c:pt>
                <c:pt idx="3481">
                  <c:v>4.6356000000000002</c:v>
                </c:pt>
                <c:pt idx="3482">
                  <c:v>4.6359000000000004</c:v>
                </c:pt>
                <c:pt idx="3483">
                  <c:v>4.6362100000000002</c:v>
                </c:pt>
                <c:pt idx="3484">
                  <c:v>4.6365100000000004</c:v>
                </c:pt>
                <c:pt idx="3485">
                  <c:v>4.6368200000000002</c:v>
                </c:pt>
                <c:pt idx="3486">
                  <c:v>4.6371200000000004</c:v>
                </c:pt>
                <c:pt idx="3487">
                  <c:v>4.6374300000000002</c:v>
                </c:pt>
                <c:pt idx="3488">
                  <c:v>4.6377300000000004</c:v>
                </c:pt>
                <c:pt idx="3489">
                  <c:v>4.6380400000000002</c:v>
                </c:pt>
                <c:pt idx="3490">
                  <c:v>4.6383400000000004</c:v>
                </c:pt>
                <c:pt idx="3491">
                  <c:v>4.6386500000000002</c:v>
                </c:pt>
                <c:pt idx="3492">
                  <c:v>4.63896</c:v>
                </c:pt>
                <c:pt idx="3493">
                  <c:v>4.6392600000000002</c:v>
                </c:pt>
                <c:pt idx="3494">
                  <c:v>4.63957</c:v>
                </c:pt>
                <c:pt idx="3495">
                  <c:v>4.6398700000000002</c:v>
                </c:pt>
                <c:pt idx="3496">
                  <c:v>4.64018</c:v>
                </c:pt>
                <c:pt idx="3497">
                  <c:v>4.6404800000000002</c:v>
                </c:pt>
                <c:pt idx="3498">
                  <c:v>4.64079</c:v>
                </c:pt>
                <c:pt idx="3499">
                  <c:v>4.6410900000000002</c:v>
                </c:pt>
                <c:pt idx="3500">
                  <c:v>4.6414</c:v>
                </c:pt>
                <c:pt idx="3501">
                  <c:v>4.6417000000000002</c:v>
                </c:pt>
                <c:pt idx="3502">
                  <c:v>4.64201</c:v>
                </c:pt>
                <c:pt idx="3503">
                  <c:v>4.6423100000000002</c:v>
                </c:pt>
                <c:pt idx="3504">
                  <c:v>4.64262</c:v>
                </c:pt>
                <c:pt idx="3505">
                  <c:v>4.6429299999999998</c:v>
                </c:pt>
                <c:pt idx="3506">
                  <c:v>4.64323</c:v>
                </c:pt>
                <c:pt idx="3507">
                  <c:v>4.6435399999999998</c:v>
                </c:pt>
                <c:pt idx="3508">
                  <c:v>4.64384</c:v>
                </c:pt>
                <c:pt idx="3509">
                  <c:v>4.6441499999999998</c:v>
                </c:pt>
                <c:pt idx="3510">
                  <c:v>4.64445</c:v>
                </c:pt>
                <c:pt idx="3511">
                  <c:v>4.6447599999999998</c:v>
                </c:pt>
                <c:pt idx="3512">
                  <c:v>4.64506</c:v>
                </c:pt>
                <c:pt idx="3513">
                  <c:v>4.6453699999999998</c:v>
                </c:pt>
                <c:pt idx="3514">
                  <c:v>4.64567</c:v>
                </c:pt>
                <c:pt idx="3515">
                  <c:v>4.6459799999999998</c:v>
                </c:pt>
                <c:pt idx="3516">
                  <c:v>4.64628</c:v>
                </c:pt>
                <c:pt idx="3517">
                  <c:v>4.6465899999999998</c:v>
                </c:pt>
                <c:pt idx="3518">
                  <c:v>4.6468999999999996</c:v>
                </c:pt>
                <c:pt idx="3519">
                  <c:v>4.6471999999999998</c:v>
                </c:pt>
                <c:pt idx="3520">
                  <c:v>4.6475099999999996</c:v>
                </c:pt>
                <c:pt idx="3521">
                  <c:v>4.6478099999999998</c:v>
                </c:pt>
                <c:pt idx="3522">
                  <c:v>4.6481199999999996</c:v>
                </c:pt>
                <c:pt idx="3523">
                  <c:v>4.6484199999999998</c:v>
                </c:pt>
                <c:pt idx="3524">
                  <c:v>4.6487299999999996</c:v>
                </c:pt>
                <c:pt idx="3525">
                  <c:v>4.6490299999999998</c:v>
                </c:pt>
                <c:pt idx="3526">
                  <c:v>4.6493399999999996</c:v>
                </c:pt>
                <c:pt idx="3527">
                  <c:v>4.6496399999999998</c:v>
                </c:pt>
                <c:pt idx="3528">
                  <c:v>4.6499499999999996</c:v>
                </c:pt>
                <c:pt idx="3529">
                  <c:v>4.6502499999999998</c:v>
                </c:pt>
                <c:pt idx="3530">
                  <c:v>4.6505599999999996</c:v>
                </c:pt>
                <c:pt idx="3531">
                  <c:v>4.6508700000000003</c:v>
                </c:pt>
                <c:pt idx="3532">
                  <c:v>4.6511699999999996</c:v>
                </c:pt>
                <c:pt idx="3533">
                  <c:v>4.6514800000000003</c:v>
                </c:pt>
                <c:pt idx="3534">
                  <c:v>4.6517799999999996</c:v>
                </c:pt>
                <c:pt idx="3535">
                  <c:v>4.6520900000000003</c:v>
                </c:pt>
                <c:pt idx="3536">
                  <c:v>4.6523899999999996</c:v>
                </c:pt>
                <c:pt idx="3537">
                  <c:v>4.6527000000000003</c:v>
                </c:pt>
                <c:pt idx="3538">
                  <c:v>4.6529999999999996</c:v>
                </c:pt>
                <c:pt idx="3539">
                  <c:v>4.6533100000000003</c:v>
                </c:pt>
                <c:pt idx="3540">
                  <c:v>4.6536099999999996</c:v>
                </c:pt>
                <c:pt idx="3541">
                  <c:v>4.6539200000000003</c:v>
                </c:pt>
                <c:pt idx="3542">
                  <c:v>4.6542300000000001</c:v>
                </c:pt>
                <c:pt idx="3543">
                  <c:v>4.6545300000000003</c:v>
                </c:pt>
                <c:pt idx="3544">
                  <c:v>4.6548400000000001</c:v>
                </c:pt>
                <c:pt idx="3545">
                  <c:v>4.6551400000000003</c:v>
                </c:pt>
                <c:pt idx="3546">
                  <c:v>4.6554500000000001</c:v>
                </c:pt>
                <c:pt idx="3547">
                  <c:v>4.6557500000000003</c:v>
                </c:pt>
                <c:pt idx="3548">
                  <c:v>4.6560600000000001</c:v>
                </c:pt>
                <c:pt idx="3549">
                  <c:v>4.6563600000000003</c:v>
                </c:pt>
                <c:pt idx="3550">
                  <c:v>4.6566700000000001</c:v>
                </c:pt>
                <c:pt idx="3551">
                  <c:v>4.6569700000000003</c:v>
                </c:pt>
                <c:pt idx="3552">
                  <c:v>4.6572800000000001</c:v>
                </c:pt>
                <c:pt idx="3553">
                  <c:v>4.6575800000000003</c:v>
                </c:pt>
                <c:pt idx="3554">
                  <c:v>4.6578900000000001</c:v>
                </c:pt>
                <c:pt idx="3555">
                  <c:v>4.6581999999999999</c:v>
                </c:pt>
                <c:pt idx="3556">
                  <c:v>4.6585000000000001</c:v>
                </c:pt>
                <c:pt idx="3557">
                  <c:v>4.6588099999999999</c:v>
                </c:pt>
                <c:pt idx="3558">
                  <c:v>4.6591100000000001</c:v>
                </c:pt>
                <c:pt idx="3559">
                  <c:v>4.6594199999999999</c:v>
                </c:pt>
                <c:pt idx="3560">
                  <c:v>4.6597200000000001</c:v>
                </c:pt>
                <c:pt idx="3561">
                  <c:v>4.6600299999999999</c:v>
                </c:pt>
                <c:pt idx="3562">
                  <c:v>4.6603300000000001</c:v>
                </c:pt>
                <c:pt idx="3563">
                  <c:v>4.6606399999999999</c:v>
                </c:pt>
                <c:pt idx="3564">
                  <c:v>4.6609400000000001</c:v>
                </c:pt>
                <c:pt idx="3565">
                  <c:v>4.6612499999999999</c:v>
                </c:pt>
                <c:pt idx="3566">
                  <c:v>4.6615500000000001</c:v>
                </c:pt>
                <c:pt idx="3567">
                  <c:v>4.6618599999999999</c:v>
                </c:pt>
                <c:pt idx="3568">
                  <c:v>4.6621699999999997</c:v>
                </c:pt>
                <c:pt idx="3569">
                  <c:v>4.6624699999999999</c:v>
                </c:pt>
                <c:pt idx="3570">
                  <c:v>4.6627799999999997</c:v>
                </c:pt>
                <c:pt idx="3571">
                  <c:v>4.6630799999999999</c:v>
                </c:pt>
                <c:pt idx="3572">
                  <c:v>4.6633899999999997</c:v>
                </c:pt>
                <c:pt idx="3573">
                  <c:v>4.6636899999999999</c:v>
                </c:pt>
                <c:pt idx="3574">
                  <c:v>4.6639999999999997</c:v>
                </c:pt>
                <c:pt idx="3575">
                  <c:v>4.6642999999999999</c:v>
                </c:pt>
                <c:pt idx="3576">
                  <c:v>4.6646099999999997</c:v>
                </c:pt>
                <c:pt idx="3577">
                  <c:v>4.6649099999999999</c:v>
                </c:pt>
                <c:pt idx="3578">
                  <c:v>4.6652199999999997</c:v>
                </c:pt>
                <c:pt idx="3579">
                  <c:v>4.6655199999999999</c:v>
                </c:pt>
                <c:pt idx="3580">
                  <c:v>4.6658299999999997</c:v>
                </c:pt>
                <c:pt idx="3581">
                  <c:v>4.6661400000000004</c:v>
                </c:pt>
                <c:pt idx="3582">
                  <c:v>4.6664399999999997</c:v>
                </c:pt>
                <c:pt idx="3583">
                  <c:v>4.6667500000000004</c:v>
                </c:pt>
                <c:pt idx="3584">
                  <c:v>4.6670499999999997</c:v>
                </c:pt>
                <c:pt idx="3585">
                  <c:v>4.6673600000000004</c:v>
                </c:pt>
                <c:pt idx="3586">
                  <c:v>4.6676599999999997</c:v>
                </c:pt>
                <c:pt idx="3587">
                  <c:v>4.6679700000000004</c:v>
                </c:pt>
                <c:pt idx="3588">
                  <c:v>4.6682699999999997</c:v>
                </c:pt>
                <c:pt idx="3589">
                  <c:v>4.6685800000000004</c:v>
                </c:pt>
                <c:pt idx="3590">
                  <c:v>4.6688799999999997</c:v>
                </c:pt>
                <c:pt idx="3591">
                  <c:v>4.6691900000000004</c:v>
                </c:pt>
                <c:pt idx="3592">
                  <c:v>4.6695000000000002</c:v>
                </c:pt>
                <c:pt idx="3593">
                  <c:v>4.6698000000000004</c:v>
                </c:pt>
                <c:pt idx="3594">
                  <c:v>4.6701100000000002</c:v>
                </c:pt>
                <c:pt idx="3595">
                  <c:v>4.6704100000000004</c:v>
                </c:pt>
                <c:pt idx="3596">
                  <c:v>4.6707200000000002</c:v>
                </c:pt>
                <c:pt idx="3597">
                  <c:v>4.6710200000000004</c:v>
                </c:pt>
                <c:pt idx="3598">
                  <c:v>4.6713300000000002</c:v>
                </c:pt>
                <c:pt idx="3599">
                  <c:v>4.6716300000000004</c:v>
                </c:pt>
                <c:pt idx="3600">
                  <c:v>4.6719400000000002</c:v>
                </c:pt>
                <c:pt idx="3601">
                  <c:v>4.6722400000000004</c:v>
                </c:pt>
                <c:pt idx="3602">
                  <c:v>4.6725500000000002</c:v>
                </c:pt>
                <c:pt idx="3603">
                  <c:v>4.6728500000000004</c:v>
                </c:pt>
                <c:pt idx="3604">
                  <c:v>4.6731600000000002</c:v>
                </c:pt>
                <c:pt idx="3605">
                  <c:v>4.67347</c:v>
                </c:pt>
                <c:pt idx="3606">
                  <c:v>4.6737700000000002</c:v>
                </c:pt>
                <c:pt idx="3607">
                  <c:v>4.67408</c:v>
                </c:pt>
                <c:pt idx="3608">
                  <c:v>4.6743800000000002</c:v>
                </c:pt>
                <c:pt idx="3609">
                  <c:v>4.67469</c:v>
                </c:pt>
                <c:pt idx="3610">
                  <c:v>4.6749900000000002</c:v>
                </c:pt>
                <c:pt idx="3611">
                  <c:v>4.6753</c:v>
                </c:pt>
                <c:pt idx="3612">
                  <c:v>4.6756000000000002</c:v>
                </c:pt>
                <c:pt idx="3613">
                  <c:v>4.67591</c:v>
                </c:pt>
                <c:pt idx="3614">
                  <c:v>4.6762100000000002</c:v>
                </c:pt>
                <c:pt idx="3615">
                  <c:v>4.67652</c:v>
                </c:pt>
                <c:pt idx="3616">
                  <c:v>4.6768200000000002</c:v>
                </c:pt>
                <c:pt idx="3617">
                  <c:v>4.67713</c:v>
                </c:pt>
                <c:pt idx="3618">
                  <c:v>4.6774399999999998</c:v>
                </c:pt>
                <c:pt idx="3619">
                  <c:v>4.67774</c:v>
                </c:pt>
                <c:pt idx="3620">
                  <c:v>4.6780499999999998</c:v>
                </c:pt>
                <c:pt idx="3621">
                  <c:v>4.67835</c:v>
                </c:pt>
                <c:pt idx="3622">
                  <c:v>4.6786599999999998</c:v>
                </c:pt>
                <c:pt idx="3623">
                  <c:v>4.67896</c:v>
                </c:pt>
                <c:pt idx="3624">
                  <c:v>4.6792699999999998</c:v>
                </c:pt>
                <c:pt idx="3625">
                  <c:v>4.67957</c:v>
                </c:pt>
                <c:pt idx="3626">
                  <c:v>4.6798799999999998</c:v>
                </c:pt>
                <c:pt idx="3627">
                  <c:v>4.68018</c:v>
                </c:pt>
                <c:pt idx="3628">
                  <c:v>4.6804899999999998</c:v>
                </c:pt>
                <c:pt idx="3629">
                  <c:v>4.68079</c:v>
                </c:pt>
                <c:pt idx="3630">
                  <c:v>4.6810999999999998</c:v>
                </c:pt>
                <c:pt idx="3631">
                  <c:v>4.6814099999999996</c:v>
                </c:pt>
                <c:pt idx="3632">
                  <c:v>4.6817099999999998</c:v>
                </c:pt>
                <c:pt idx="3633">
                  <c:v>4.6820199999999996</c:v>
                </c:pt>
                <c:pt idx="3634">
                  <c:v>4.6823199999999998</c:v>
                </c:pt>
                <c:pt idx="3635">
                  <c:v>4.6826299999999996</c:v>
                </c:pt>
                <c:pt idx="3636">
                  <c:v>4.6829299999999998</c:v>
                </c:pt>
                <c:pt idx="3637">
                  <c:v>4.6832399999999996</c:v>
                </c:pt>
                <c:pt idx="3638">
                  <c:v>4.6835399999999998</c:v>
                </c:pt>
                <c:pt idx="3639">
                  <c:v>4.6838499999999996</c:v>
                </c:pt>
                <c:pt idx="3640">
                  <c:v>4.6841499999999998</c:v>
                </c:pt>
                <c:pt idx="3641">
                  <c:v>4.6844599999999996</c:v>
                </c:pt>
                <c:pt idx="3642">
                  <c:v>4.6847599999999998</c:v>
                </c:pt>
                <c:pt idx="3643">
                  <c:v>4.6850699999999996</c:v>
                </c:pt>
                <c:pt idx="3644">
                  <c:v>4.6853800000000003</c:v>
                </c:pt>
                <c:pt idx="3645">
                  <c:v>4.6856799999999996</c:v>
                </c:pt>
                <c:pt idx="3646">
                  <c:v>4.6859900000000003</c:v>
                </c:pt>
                <c:pt idx="3647">
                  <c:v>4.6862899999999996</c:v>
                </c:pt>
                <c:pt idx="3648">
                  <c:v>4.6866000000000003</c:v>
                </c:pt>
                <c:pt idx="3649">
                  <c:v>4.6868999999999996</c:v>
                </c:pt>
                <c:pt idx="3650">
                  <c:v>4.6872100000000003</c:v>
                </c:pt>
                <c:pt idx="3651">
                  <c:v>4.6875099999999996</c:v>
                </c:pt>
                <c:pt idx="3652">
                  <c:v>4.6878200000000003</c:v>
                </c:pt>
                <c:pt idx="3653">
                  <c:v>4.6881199999999996</c:v>
                </c:pt>
                <c:pt idx="3654">
                  <c:v>4.6884300000000003</c:v>
                </c:pt>
                <c:pt idx="3655">
                  <c:v>4.6887400000000001</c:v>
                </c:pt>
                <c:pt idx="3656">
                  <c:v>4.6890400000000003</c:v>
                </c:pt>
                <c:pt idx="3657">
                  <c:v>4.6893500000000001</c:v>
                </c:pt>
                <c:pt idx="3658">
                  <c:v>4.6896500000000003</c:v>
                </c:pt>
                <c:pt idx="3659">
                  <c:v>4.6899600000000001</c:v>
                </c:pt>
                <c:pt idx="3660">
                  <c:v>4.6902600000000003</c:v>
                </c:pt>
                <c:pt idx="3661">
                  <c:v>4.6905700000000001</c:v>
                </c:pt>
                <c:pt idx="3662">
                  <c:v>4.6908700000000003</c:v>
                </c:pt>
                <c:pt idx="3663">
                  <c:v>4.6911800000000001</c:v>
                </c:pt>
                <c:pt idx="3664">
                  <c:v>4.6914800000000003</c:v>
                </c:pt>
                <c:pt idx="3665">
                  <c:v>4.6917900000000001</c:v>
                </c:pt>
                <c:pt idx="3666">
                  <c:v>4.6920900000000003</c:v>
                </c:pt>
                <c:pt idx="3667">
                  <c:v>4.6924000000000001</c:v>
                </c:pt>
                <c:pt idx="3668">
                  <c:v>4.6927099999999999</c:v>
                </c:pt>
                <c:pt idx="3669">
                  <c:v>4.6930100000000001</c:v>
                </c:pt>
                <c:pt idx="3670">
                  <c:v>4.6933199999999999</c:v>
                </c:pt>
                <c:pt idx="3671">
                  <c:v>4.6936200000000001</c:v>
                </c:pt>
                <c:pt idx="3672">
                  <c:v>4.6939299999999999</c:v>
                </c:pt>
                <c:pt idx="3673">
                  <c:v>4.6942300000000001</c:v>
                </c:pt>
                <c:pt idx="3674">
                  <c:v>4.6945399999999999</c:v>
                </c:pt>
                <c:pt idx="3675">
                  <c:v>4.6948400000000001</c:v>
                </c:pt>
                <c:pt idx="3676">
                  <c:v>4.6951499999999999</c:v>
                </c:pt>
                <c:pt idx="3677">
                  <c:v>4.6954500000000001</c:v>
                </c:pt>
                <c:pt idx="3678">
                  <c:v>4.6957599999999999</c:v>
                </c:pt>
                <c:pt idx="3679">
                  <c:v>4.6960600000000001</c:v>
                </c:pt>
                <c:pt idx="3680">
                  <c:v>4.6963699999999999</c:v>
                </c:pt>
                <c:pt idx="3681">
                  <c:v>4.6966799999999997</c:v>
                </c:pt>
                <c:pt idx="3682">
                  <c:v>4.6969799999999999</c:v>
                </c:pt>
                <c:pt idx="3683">
                  <c:v>4.6972899999999997</c:v>
                </c:pt>
                <c:pt idx="3684">
                  <c:v>4.6975899999999999</c:v>
                </c:pt>
                <c:pt idx="3685">
                  <c:v>4.6978999999999997</c:v>
                </c:pt>
                <c:pt idx="3686">
                  <c:v>4.6981999999999999</c:v>
                </c:pt>
                <c:pt idx="3687">
                  <c:v>4.6985099999999997</c:v>
                </c:pt>
                <c:pt idx="3688">
                  <c:v>4.6988099999999999</c:v>
                </c:pt>
                <c:pt idx="3689">
                  <c:v>4.6991199999999997</c:v>
                </c:pt>
                <c:pt idx="3690">
                  <c:v>4.6994199999999999</c:v>
                </c:pt>
                <c:pt idx="3691">
                  <c:v>4.6997299999999997</c:v>
                </c:pt>
                <c:pt idx="3692">
                  <c:v>4.7000299999999999</c:v>
                </c:pt>
                <c:pt idx="3693">
                  <c:v>4.7003399999999997</c:v>
                </c:pt>
                <c:pt idx="3694">
                  <c:v>4.7006500000000004</c:v>
                </c:pt>
                <c:pt idx="3695">
                  <c:v>4.7009499999999997</c:v>
                </c:pt>
                <c:pt idx="3696">
                  <c:v>4.7012600000000004</c:v>
                </c:pt>
                <c:pt idx="3697">
                  <c:v>4.7015599999999997</c:v>
                </c:pt>
                <c:pt idx="3698">
                  <c:v>4.7018700000000004</c:v>
                </c:pt>
                <c:pt idx="3699">
                  <c:v>4.7021699999999997</c:v>
                </c:pt>
                <c:pt idx="3700">
                  <c:v>4.7024800000000004</c:v>
                </c:pt>
                <c:pt idx="3701">
                  <c:v>4.7027799999999997</c:v>
                </c:pt>
                <c:pt idx="3702">
                  <c:v>4.7030900000000004</c:v>
                </c:pt>
                <c:pt idx="3703">
                  <c:v>4.7033899999999997</c:v>
                </c:pt>
                <c:pt idx="3704">
                  <c:v>4.7037000000000004</c:v>
                </c:pt>
                <c:pt idx="3705">
                  <c:v>4.7039999999999997</c:v>
                </c:pt>
                <c:pt idx="3706">
                  <c:v>4.7043100000000004</c:v>
                </c:pt>
                <c:pt idx="3707">
                  <c:v>4.7046200000000002</c:v>
                </c:pt>
                <c:pt idx="3708">
                  <c:v>4.7049200000000004</c:v>
                </c:pt>
                <c:pt idx="3709">
                  <c:v>4.7052300000000002</c:v>
                </c:pt>
                <c:pt idx="3710">
                  <c:v>4.7055300000000004</c:v>
                </c:pt>
                <c:pt idx="3711">
                  <c:v>4.7058400000000002</c:v>
                </c:pt>
                <c:pt idx="3712">
                  <c:v>4.7061400000000004</c:v>
                </c:pt>
                <c:pt idx="3713">
                  <c:v>4.7064500000000002</c:v>
                </c:pt>
                <c:pt idx="3714">
                  <c:v>4.7067500000000004</c:v>
                </c:pt>
                <c:pt idx="3715">
                  <c:v>4.7070600000000002</c:v>
                </c:pt>
                <c:pt idx="3716">
                  <c:v>4.7073600000000004</c:v>
                </c:pt>
                <c:pt idx="3717">
                  <c:v>4.7076700000000002</c:v>
                </c:pt>
                <c:pt idx="3718">
                  <c:v>4.7079800000000001</c:v>
                </c:pt>
                <c:pt idx="3719">
                  <c:v>4.7082800000000002</c:v>
                </c:pt>
                <c:pt idx="3720">
                  <c:v>4.7085900000000001</c:v>
                </c:pt>
                <c:pt idx="3721">
                  <c:v>4.7088900000000002</c:v>
                </c:pt>
                <c:pt idx="3722">
                  <c:v>4.7092000000000001</c:v>
                </c:pt>
                <c:pt idx="3723">
                  <c:v>4.7095000000000002</c:v>
                </c:pt>
                <c:pt idx="3724">
                  <c:v>4.7098100000000001</c:v>
                </c:pt>
                <c:pt idx="3725">
                  <c:v>4.7101100000000002</c:v>
                </c:pt>
                <c:pt idx="3726">
                  <c:v>4.7104200000000001</c:v>
                </c:pt>
                <c:pt idx="3727">
                  <c:v>4.7107200000000002</c:v>
                </c:pt>
                <c:pt idx="3728">
                  <c:v>4.7110300000000001</c:v>
                </c:pt>
                <c:pt idx="3729">
                  <c:v>4.7113300000000002</c:v>
                </c:pt>
                <c:pt idx="3730">
                  <c:v>4.7116400000000001</c:v>
                </c:pt>
                <c:pt idx="3731">
                  <c:v>4.7119499999999999</c:v>
                </c:pt>
                <c:pt idx="3732">
                  <c:v>4.71225</c:v>
                </c:pt>
                <c:pt idx="3733">
                  <c:v>4.7125599999999999</c:v>
                </c:pt>
                <c:pt idx="3734">
                  <c:v>4.71286</c:v>
                </c:pt>
                <c:pt idx="3735">
                  <c:v>4.7131699999999999</c:v>
                </c:pt>
                <c:pt idx="3736">
                  <c:v>4.71347</c:v>
                </c:pt>
                <c:pt idx="3737">
                  <c:v>4.7137799999999999</c:v>
                </c:pt>
                <c:pt idx="3738">
                  <c:v>4.71408</c:v>
                </c:pt>
                <c:pt idx="3739">
                  <c:v>4.7143899999999999</c:v>
                </c:pt>
                <c:pt idx="3740">
                  <c:v>4.71469</c:v>
                </c:pt>
                <c:pt idx="3741">
                  <c:v>4.7149999999999999</c:v>
                </c:pt>
                <c:pt idx="3742">
                  <c:v>4.7153</c:v>
                </c:pt>
                <c:pt idx="3743">
                  <c:v>4.7156099999999999</c:v>
                </c:pt>
                <c:pt idx="3744">
                  <c:v>4.7159199999999997</c:v>
                </c:pt>
                <c:pt idx="3745">
                  <c:v>4.7162199999999999</c:v>
                </c:pt>
                <c:pt idx="3746">
                  <c:v>4.7165299999999997</c:v>
                </c:pt>
                <c:pt idx="3747">
                  <c:v>4.7168299999999999</c:v>
                </c:pt>
                <c:pt idx="3748">
                  <c:v>4.7171399999999997</c:v>
                </c:pt>
                <c:pt idx="3749">
                  <c:v>4.7174399999999999</c:v>
                </c:pt>
                <c:pt idx="3750">
                  <c:v>4.7177499999999997</c:v>
                </c:pt>
                <c:pt idx="3751">
                  <c:v>4.7180499999999999</c:v>
                </c:pt>
                <c:pt idx="3752">
                  <c:v>4.7183599999999997</c:v>
                </c:pt>
                <c:pt idx="3753">
                  <c:v>4.7186599999999999</c:v>
                </c:pt>
                <c:pt idx="3754">
                  <c:v>4.7189699999999997</c:v>
                </c:pt>
                <c:pt idx="3755">
                  <c:v>4.7192699999999999</c:v>
                </c:pt>
                <c:pt idx="3756">
                  <c:v>4.7195799999999997</c:v>
                </c:pt>
                <c:pt idx="3757">
                  <c:v>4.7198900000000004</c:v>
                </c:pt>
                <c:pt idx="3758">
                  <c:v>4.7201899999999997</c:v>
                </c:pt>
                <c:pt idx="3759">
                  <c:v>4.7205000000000004</c:v>
                </c:pt>
                <c:pt idx="3760">
                  <c:v>4.7207999999999997</c:v>
                </c:pt>
                <c:pt idx="3761">
                  <c:v>4.7211100000000004</c:v>
                </c:pt>
                <c:pt idx="3762">
                  <c:v>4.7214099999999997</c:v>
                </c:pt>
                <c:pt idx="3763">
                  <c:v>4.7217200000000004</c:v>
                </c:pt>
                <c:pt idx="3764">
                  <c:v>4.7220199999999997</c:v>
                </c:pt>
                <c:pt idx="3765">
                  <c:v>4.7223300000000004</c:v>
                </c:pt>
                <c:pt idx="3766">
                  <c:v>4.7226299999999997</c:v>
                </c:pt>
                <c:pt idx="3767">
                  <c:v>4.7229400000000004</c:v>
                </c:pt>
                <c:pt idx="3768">
                  <c:v>4.7232500000000002</c:v>
                </c:pt>
                <c:pt idx="3769">
                  <c:v>4.7235500000000004</c:v>
                </c:pt>
                <c:pt idx="3770">
                  <c:v>4.7238600000000002</c:v>
                </c:pt>
                <c:pt idx="3771">
                  <c:v>4.7241600000000004</c:v>
                </c:pt>
                <c:pt idx="3772">
                  <c:v>4.7244700000000002</c:v>
                </c:pt>
                <c:pt idx="3773">
                  <c:v>4.7247700000000004</c:v>
                </c:pt>
                <c:pt idx="3774">
                  <c:v>4.7250800000000002</c:v>
                </c:pt>
                <c:pt idx="3775">
                  <c:v>4.7253800000000004</c:v>
                </c:pt>
                <c:pt idx="3776">
                  <c:v>4.7256900000000002</c:v>
                </c:pt>
                <c:pt idx="3777">
                  <c:v>4.7259900000000004</c:v>
                </c:pt>
                <c:pt idx="3778">
                  <c:v>4.7263000000000002</c:v>
                </c:pt>
                <c:pt idx="3779">
                  <c:v>4.7266000000000004</c:v>
                </c:pt>
                <c:pt idx="3780">
                  <c:v>4.7269100000000002</c:v>
                </c:pt>
                <c:pt idx="3781">
                  <c:v>4.72722</c:v>
                </c:pt>
                <c:pt idx="3782">
                  <c:v>4.7275200000000002</c:v>
                </c:pt>
                <c:pt idx="3783">
                  <c:v>4.72783</c:v>
                </c:pt>
                <c:pt idx="3784">
                  <c:v>4.7281300000000002</c:v>
                </c:pt>
                <c:pt idx="3785">
                  <c:v>4.72844</c:v>
                </c:pt>
                <c:pt idx="3786">
                  <c:v>4.7287400000000002</c:v>
                </c:pt>
                <c:pt idx="3787">
                  <c:v>4.72905</c:v>
                </c:pt>
                <c:pt idx="3788">
                  <c:v>4.7293500000000002</c:v>
                </c:pt>
                <c:pt idx="3789">
                  <c:v>4.72966</c:v>
                </c:pt>
                <c:pt idx="3790">
                  <c:v>4.7299600000000002</c:v>
                </c:pt>
                <c:pt idx="3791">
                  <c:v>4.73027</c:v>
                </c:pt>
                <c:pt idx="3792">
                  <c:v>4.7305700000000002</c:v>
                </c:pt>
                <c:pt idx="3793">
                  <c:v>4.73088</c:v>
                </c:pt>
                <c:pt idx="3794">
                  <c:v>4.7311899999999998</c:v>
                </c:pt>
                <c:pt idx="3795">
                  <c:v>4.73149</c:v>
                </c:pt>
                <c:pt idx="3796">
                  <c:v>4.7317999999999998</c:v>
                </c:pt>
                <c:pt idx="3797">
                  <c:v>4.7321</c:v>
                </c:pt>
                <c:pt idx="3798">
                  <c:v>4.7324099999999998</c:v>
                </c:pt>
                <c:pt idx="3799">
                  <c:v>4.73271</c:v>
                </c:pt>
                <c:pt idx="3800">
                  <c:v>4.7330199999999998</c:v>
                </c:pt>
                <c:pt idx="3801">
                  <c:v>4.73332</c:v>
                </c:pt>
                <c:pt idx="3802">
                  <c:v>4.7336299999999998</c:v>
                </c:pt>
                <c:pt idx="3803">
                  <c:v>4.73393</c:v>
                </c:pt>
                <c:pt idx="3804">
                  <c:v>4.7342399999999998</c:v>
                </c:pt>
                <c:pt idx="3805">
                  <c:v>4.73454</c:v>
                </c:pt>
                <c:pt idx="3806">
                  <c:v>4.7348499999999998</c:v>
                </c:pt>
                <c:pt idx="3807">
                  <c:v>4.7351599999999996</c:v>
                </c:pt>
                <c:pt idx="3808">
                  <c:v>4.7354599999999998</c:v>
                </c:pt>
                <c:pt idx="3809">
                  <c:v>4.7357699999999996</c:v>
                </c:pt>
                <c:pt idx="3810">
                  <c:v>4.7360699999999998</c:v>
                </c:pt>
                <c:pt idx="3811">
                  <c:v>4.7363799999999996</c:v>
                </c:pt>
                <c:pt idx="3812">
                  <c:v>4.7366799999999998</c:v>
                </c:pt>
                <c:pt idx="3813">
                  <c:v>4.7369899999999996</c:v>
                </c:pt>
                <c:pt idx="3814">
                  <c:v>4.7372899999999998</c:v>
                </c:pt>
                <c:pt idx="3815">
                  <c:v>4.7375999999999996</c:v>
                </c:pt>
                <c:pt idx="3816">
                  <c:v>4.7378999999999998</c:v>
                </c:pt>
                <c:pt idx="3817">
                  <c:v>4.7382099999999996</c:v>
                </c:pt>
                <c:pt idx="3818">
                  <c:v>4.7385099999999998</c:v>
                </c:pt>
                <c:pt idx="3819">
                  <c:v>4.7388199999999996</c:v>
                </c:pt>
                <c:pt idx="3820">
                  <c:v>4.7391300000000003</c:v>
                </c:pt>
                <c:pt idx="3821">
                  <c:v>4.7394299999999996</c:v>
                </c:pt>
                <c:pt idx="3822">
                  <c:v>4.7397400000000003</c:v>
                </c:pt>
                <c:pt idx="3823">
                  <c:v>4.7400399999999996</c:v>
                </c:pt>
                <c:pt idx="3824">
                  <c:v>4.7403500000000003</c:v>
                </c:pt>
                <c:pt idx="3825">
                  <c:v>4.7406499999999996</c:v>
                </c:pt>
                <c:pt idx="3826">
                  <c:v>4.7409600000000003</c:v>
                </c:pt>
                <c:pt idx="3827">
                  <c:v>4.7412599999999996</c:v>
                </c:pt>
                <c:pt idx="3828">
                  <c:v>4.7415700000000003</c:v>
                </c:pt>
                <c:pt idx="3829">
                  <c:v>4.7418699999999996</c:v>
                </c:pt>
                <c:pt idx="3830">
                  <c:v>4.7421800000000003</c:v>
                </c:pt>
                <c:pt idx="3831">
                  <c:v>4.7424900000000001</c:v>
                </c:pt>
                <c:pt idx="3832">
                  <c:v>4.7427900000000003</c:v>
                </c:pt>
                <c:pt idx="3833">
                  <c:v>4.7431000000000001</c:v>
                </c:pt>
                <c:pt idx="3834">
                  <c:v>4.7434000000000003</c:v>
                </c:pt>
                <c:pt idx="3835">
                  <c:v>4.7437100000000001</c:v>
                </c:pt>
                <c:pt idx="3836">
                  <c:v>4.7440100000000003</c:v>
                </c:pt>
                <c:pt idx="3837">
                  <c:v>4.7443200000000001</c:v>
                </c:pt>
                <c:pt idx="3838">
                  <c:v>4.7446200000000003</c:v>
                </c:pt>
                <c:pt idx="3839">
                  <c:v>4.7449300000000001</c:v>
                </c:pt>
                <c:pt idx="3840">
                  <c:v>4.7452300000000003</c:v>
                </c:pt>
                <c:pt idx="3841">
                  <c:v>4.7455400000000001</c:v>
                </c:pt>
                <c:pt idx="3842">
                  <c:v>4.7458400000000003</c:v>
                </c:pt>
                <c:pt idx="3843">
                  <c:v>4.7461500000000001</c:v>
                </c:pt>
                <c:pt idx="3844">
                  <c:v>4.7464599999999999</c:v>
                </c:pt>
                <c:pt idx="3845">
                  <c:v>4.7467600000000001</c:v>
                </c:pt>
                <c:pt idx="3846">
                  <c:v>4.7470699999999999</c:v>
                </c:pt>
                <c:pt idx="3847">
                  <c:v>4.7473700000000001</c:v>
                </c:pt>
                <c:pt idx="3848">
                  <c:v>4.7476799999999999</c:v>
                </c:pt>
                <c:pt idx="3849">
                  <c:v>4.7479800000000001</c:v>
                </c:pt>
                <c:pt idx="3850">
                  <c:v>4.7482899999999999</c:v>
                </c:pt>
                <c:pt idx="3851">
                  <c:v>4.7485900000000001</c:v>
                </c:pt>
                <c:pt idx="3852">
                  <c:v>4.7488999999999999</c:v>
                </c:pt>
                <c:pt idx="3853">
                  <c:v>4.7492000000000001</c:v>
                </c:pt>
                <c:pt idx="3854">
                  <c:v>4.7495099999999999</c:v>
                </c:pt>
                <c:pt idx="3855">
                  <c:v>4.7498100000000001</c:v>
                </c:pt>
                <c:pt idx="3856">
                  <c:v>4.7501199999999999</c:v>
                </c:pt>
                <c:pt idx="3857">
                  <c:v>4.7504299999999997</c:v>
                </c:pt>
                <c:pt idx="3858">
                  <c:v>4.7507299999999999</c:v>
                </c:pt>
                <c:pt idx="3859">
                  <c:v>4.7510399999999997</c:v>
                </c:pt>
                <c:pt idx="3860">
                  <c:v>4.7513399999999999</c:v>
                </c:pt>
                <c:pt idx="3861">
                  <c:v>4.7516499999999997</c:v>
                </c:pt>
                <c:pt idx="3862">
                  <c:v>4.7519499999999999</c:v>
                </c:pt>
                <c:pt idx="3863">
                  <c:v>4.7522599999999997</c:v>
                </c:pt>
                <c:pt idx="3864">
                  <c:v>4.7525599999999999</c:v>
                </c:pt>
                <c:pt idx="3865">
                  <c:v>4.7528699999999997</c:v>
                </c:pt>
                <c:pt idx="3866">
                  <c:v>4.7531699999999999</c:v>
                </c:pt>
                <c:pt idx="3867">
                  <c:v>4.7534799999999997</c:v>
                </c:pt>
                <c:pt idx="3868">
                  <c:v>4.7537799999999999</c:v>
                </c:pt>
                <c:pt idx="3869">
                  <c:v>4.7540899999999997</c:v>
                </c:pt>
                <c:pt idx="3870">
                  <c:v>4.7544000000000004</c:v>
                </c:pt>
                <c:pt idx="3871">
                  <c:v>4.7546999999999997</c:v>
                </c:pt>
                <c:pt idx="3872">
                  <c:v>4.7550100000000004</c:v>
                </c:pt>
                <c:pt idx="3873">
                  <c:v>4.7553099999999997</c:v>
                </c:pt>
                <c:pt idx="3874">
                  <c:v>4.7556200000000004</c:v>
                </c:pt>
                <c:pt idx="3875">
                  <c:v>4.7559199999999997</c:v>
                </c:pt>
                <c:pt idx="3876">
                  <c:v>4.7562300000000004</c:v>
                </c:pt>
                <c:pt idx="3877">
                  <c:v>4.7565299999999997</c:v>
                </c:pt>
                <c:pt idx="3878">
                  <c:v>4.7568400000000004</c:v>
                </c:pt>
                <c:pt idx="3879">
                  <c:v>4.7571399999999997</c:v>
                </c:pt>
                <c:pt idx="3880">
                  <c:v>4.7574500000000004</c:v>
                </c:pt>
                <c:pt idx="3881">
                  <c:v>4.7577499999999997</c:v>
                </c:pt>
                <c:pt idx="3882">
                  <c:v>4.7580600000000004</c:v>
                </c:pt>
                <c:pt idx="3883">
                  <c:v>4.7583700000000002</c:v>
                </c:pt>
                <c:pt idx="3884">
                  <c:v>4.7586700000000004</c:v>
                </c:pt>
                <c:pt idx="3885">
                  <c:v>4.7589800000000002</c:v>
                </c:pt>
                <c:pt idx="3886">
                  <c:v>4.7592800000000004</c:v>
                </c:pt>
                <c:pt idx="3887">
                  <c:v>4.7595900000000002</c:v>
                </c:pt>
                <c:pt idx="3888">
                  <c:v>4.7598900000000004</c:v>
                </c:pt>
                <c:pt idx="3889">
                  <c:v>4.7602000000000002</c:v>
                </c:pt>
                <c:pt idx="3890">
                  <c:v>4.7605000000000004</c:v>
                </c:pt>
                <c:pt idx="3891">
                  <c:v>4.7608100000000002</c:v>
                </c:pt>
                <c:pt idx="3892">
                  <c:v>4.7611100000000004</c:v>
                </c:pt>
                <c:pt idx="3893">
                  <c:v>4.7614200000000002</c:v>
                </c:pt>
                <c:pt idx="3894">
                  <c:v>4.76173</c:v>
                </c:pt>
                <c:pt idx="3895">
                  <c:v>4.7620300000000002</c:v>
                </c:pt>
                <c:pt idx="3896">
                  <c:v>4.76234</c:v>
                </c:pt>
                <c:pt idx="3897">
                  <c:v>4.7626400000000002</c:v>
                </c:pt>
                <c:pt idx="3898">
                  <c:v>4.76295</c:v>
                </c:pt>
                <c:pt idx="3899">
                  <c:v>4.7632500000000002</c:v>
                </c:pt>
                <c:pt idx="3900">
                  <c:v>4.76356</c:v>
                </c:pt>
                <c:pt idx="3901">
                  <c:v>4.7638600000000002</c:v>
                </c:pt>
                <c:pt idx="3902">
                  <c:v>4.76417</c:v>
                </c:pt>
                <c:pt idx="3903">
                  <c:v>4.7644700000000002</c:v>
                </c:pt>
                <c:pt idx="3904">
                  <c:v>4.76478</c:v>
                </c:pt>
                <c:pt idx="3905">
                  <c:v>4.7650800000000002</c:v>
                </c:pt>
                <c:pt idx="3906">
                  <c:v>4.76539</c:v>
                </c:pt>
                <c:pt idx="3907">
                  <c:v>4.7656999999999998</c:v>
                </c:pt>
                <c:pt idx="3908">
                  <c:v>4.766</c:v>
                </c:pt>
                <c:pt idx="3909">
                  <c:v>4.7663099999999998</c:v>
                </c:pt>
                <c:pt idx="3910">
                  <c:v>4.76661</c:v>
                </c:pt>
                <c:pt idx="3911">
                  <c:v>4.7669199999999998</c:v>
                </c:pt>
                <c:pt idx="3912">
                  <c:v>4.76722</c:v>
                </c:pt>
                <c:pt idx="3913">
                  <c:v>4.7675299999999998</c:v>
                </c:pt>
                <c:pt idx="3914">
                  <c:v>4.76783</c:v>
                </c:pt>
                <c:pt idx="3915">
                  <c:v>4.7681399999999998</c:v>
                </c:pt>
                <c:pt idx="3916">
                  <c:v>4.76844</c:v>
                </c:pt>
                <c:pt idx="3917">
                  <c:v>4.7687499999999998</c:v>
                </c:pt>
                <c:pt idx="3918">
                  <c:v>4.76905</c:v>
                </c:pt>
                <c:pt idx="3919">
                  <c:v>4.7693599999999998</c:v>
                </c:pt>
                <c:pt idx="3920">
                  <c:v>4.7696699999999996</c:v>
                </c:pt>
                <c:pt idx="3921">
                  <c:v>4.7699699999999998</c:v>
                </c:pt>
                <c:pt idx="3922">
                  <c:v>4.7702799999999996</c:v>
                </c:pt>
                <c:pt idx="3923">
                  <c:v>4.7705799999999998</c:v>
                </c:pt>
                <c:pt idx="3924">
                  <c:v>4.7708899999999996</c:v>
                </c:pt>
                <c:pt idx="3925">
                  <c:v>4.7711899999999998</c:v>
                </c:pt>
                <c:pt idx="3926">
                  <c:v>4.7714999999999996</c:v>
                </c:pt>
                <c:pt idx="3927">
                  <c:v>4.7717999999999998</c:v>
                </c:pt>
                <c:pt idx="3928">
                  <c:v>4.7721099999999996</c:v>
                </c:pt>
                <c:pt idx="3929">
                  <c:v>4.7724099999999998</c:v>
                </c:pt>
                <c:pt idx="3930">
                  <c:v>4.7727199999999996</c:v>
                </c:pt>
                <c:pt idx="3931">
                  <c:v>4.7730199999999998</c:v>
                </c:pt>
                <c:pt idx="3932">
                  <c:v>4.7733299999999996</c:v>
                </c:pt>
                <c:pt idx="3933">
                  <c:v>4.7736400000000003</c:v>
                </c:pt>
                <c:pt idx="3934">
                  <c:v>4.7739399999999996</c:v>
                </c:pt>
                <c:pt idx="3935">
                  <c:v>4.7742500000000003</c:v>
                </c:pt>
                <c:pt idx="3936">
                  <c:v>4.7745499999999996</c:v>
                </c:pt>
                <c:pt idx="3937">
                  <c:v>4.7748600000000003</c:v>
                </c:pt>
                <c:pt idx="3938">
                  <c:v>4.7751599999999996</c:v>
                </c:pt>
                <c:pt idx="3939">
                  <c:v>4.7754700000000003</c:v>
                </c:pt>
                <c:pt idx="3940">
                  <c:v>4.7757699999999996</c:v>
                </c:pt>
                <c:pt idx="3941">
                  <c:v>4.7760800000000003</c:v>
                </c:pt>
                <c:pt idx="3942">
                  <c:v>4.7763799999999996</c:v>
                </c:pt>
                <c:pt idx="3943">
                  <c:v>4.7766900000000003</c:v>
                </c:pt>
                <c:pt idx="3944">
                  <c:v>4.7770000000000001</c:v>
                </c:pt>
                <c:pt idx="3945">
                  <c:v>4.7773000000000003</c:v>
                </c:pt>
                <c:pt idx="3946">
                  <c:v>4.7776100000000001</c:v>
                </c:pt>
                <c:pt idx="3947">
                  <c:v>4.7779100000000003</c:v>
                </c:pt>
                <c:pt idx="3948">
                  <c:v>4.7782200000000001</c:v>
                </c:pt>
                <c:pt idx="3949">
                  <c:v>4.7785200000000003</c:v>
                </c:pt>
                <c:pt idx="3950">
                  <c:v>4.7788300000000001</c:v>
                </c:pt>
                <c:pt idx="3951">
                  <c:v>4.7791300000000003</c:v>
                </c:pt>
                <c:pt idx="3952">
                  <c:v>4.7794400000000001</c:v>
                </c:pt>
                <c:pt idx="3953">
                  <c:v>4.7797400000000003</c:v>
                </c:pt>
                <c:pt idx="3954">
                  <c:v>4.7800500000000001</c:v>
                </c:pt>
                <c:pt idx="3955">
                  <c:v>4.7803500000000003</c:v>
                </c:pt>
                <c:pt idx="3956">
                  <c:v>4.7806600000000001</c:v>
                </c:pt>
                <c:pt idx="3957">
                  <c:v>4.7809699999999999</c:v>
                </c:pt>
                <c:pt idx="3958">
                  <c:v>4.7812700000000001</c:v>
                </c:pt>
                <c:pt idx="3959">
                  <c:v>4.7815799999999999</c:v>
                </c:pt>
                <c:pt idx="3960">
                  <c:v>4.7818800000000001</c:v>
                </c:pt>
                <c:pt idx="3961">
                  <c:v>4.7821899999999999</c:v>
                </c:pt>
                <c:pt idx="3962">
                  <c:v>4.7824900000000001</c:v>
                </c:pt>
                <c:pt idx="3963">
                  <c:v>4.7827999999999999</c:v>
                </c:pt>
                <c:pt idx="3964">
                  <c:v>4.7831000000000001</c:v>
                </c:pt>
                <c:pt idx="3965">
                  <c:v>4.7834099999999999</c:v>
                </c:pt>
                <c:pt idx="3966">
                  <c:v>4.7837100000000001</c:v>
                </c:pt>
                <c:pt idx="3967">
                  <c:v>4.7840199999999999</c:v>
                </c:pt>
                <c:pt idx="3968">
                  <c:v>4.7843200000000001</c:v>
                </c:pt>
                <c:pt idx="3969">
                  <c:v>4.7846299999999999</c:v>
                </c:pt>
                <c:pt idx="3970">
                  <c:v>4.7849399999999997</c:v>
                </c:pt>
                <c:pt idx="3971">
                  <c:v>4.7852399999999999</c:v>
                </c:pt>
                <c:pt idx="3972">
                  <c:v>4.7855499999999997</c:v>
                </c:pt>
                <c:pt idx="3973">
                  <c:v>4.7858499999999999</c:v>
                </c:pt>
                <c:pt idx="3974">
                  <c:v>4.7861599999999997</c:v>
                </c:pt>
                <c:pt idx="3975">
                  <c:v>4.7864599999999999</c:v>
                </c:pt>
                <c:pt idx="3976">
                  <c:v>4.7867699999999997</c:v>
                </c:pt>
                <c:pt idx="3977">
                  <c:v>4.7870699999999999</c:v>
                </c:pt>
                <c:pt idx="3978">
                  <c:v>4.7873799999999997</c:v>
                </c:pt>
                <c:pt idx="3979">
                  <c:v>4.7876799999999999</c:v>
                </c:pt>
                <c:pt idx="3980">
                  <c:v>4.7879899999999997</c:v>
                </c:pt>
                <c:pt idx="3981">
                  <c:v>4.7882899999999999</c:v>
                </c:pt>
                <c:pt idx="3982">
                  <c:v>4.7885999999999997</c:v>
                </c:pt>
                <c:pt idx="3983">
                  <c:v>4.7889099999999996</c:v>
                </c:pt>
                <c:pt idx="3984">
                  <c:v>4.7892099999999997</c:v>
                </c:pt>
                <c:pt idx="3985">
                  <c:v>4.7895200000000004</c:v>
                </c:pt>
                <c:pt idx="3986">
                  <c:v>4.7898199999999997</c:v>
                </c:pt>
                <c:pt idx="3987">
                  <c:v>4.7901300000000004</c:v>
                </c:pt>
                <c:pt idx="3988">
                  <c:v>4.7904299999999997</c:v>
                </c:pt>
                <c:pt idx="3989">
                  <c:v>4.7907400000000004</c:v>
                </c:pt>
                <c:pt idx="3990">
                  <c:v>4.7910399999999997</c:v>
                </c:pt>
                <c:pt idx="3991">
                  <c:v>4.7913500000000004</c:v>
                </c:pt>
                <c:pt idx="3992">
                  <c:v>4.7916499999999997</c:v>
                </c:pt>
                <c:pt idx="3993">
                  <c:v>4.7919600000000004</c:v>
                </c:pt>
                <c:pt idx="3994">
                  <c:v>4.7922599999999997</c:v>
                </c:pt>
                <c:pt idx="3995">
                  <c:v>4.7925700000000004</c:v>
                </c:pt>
                <c:pt idx="3996">
                  <c:v>4.7928800000000003</c:v>
                </c:pt>
                <c:pt idx="3997">
                  <c:v>4.7931800000000004</c:v>
                </c:pt>
                <c:pt idx="3998">
                  <c:v>4.7934900000000003</c:v>
                </c:pt>
                <c:pt idx="3999">
                  <c:v>4.7937900000000004</c:v>
                </c:pt>
                <c:pt idx="4000">
                  <c:v>4.7941000000000003</c:v>
                </c:pt>
                <c:pt idx="4001">
                  <c:v>4.7944000000000004</c:v>
                </c:pt>
                <c:pt idx="4002">
                  <c:v>4.7947100000000002</c:v>
                </c:pt>
                <c:pt idx="4003">
                  <c:v>4.7950100000000004</c:v>
                </c:pt>
                <c:pt idx="4004">
                  <c:v>4.7953200000000002</c:v>
                </c:pt>
                <c:pt idx="4005">
                  <c:v>4.7956200000000004</c:v>
                </c:pt>
                <c:pt idx="4006">
                  <c:v>4.7959300000000002</c:v>
                </c:pt>
                <c:pt idx="4007">
                  <c:v>4.7962400000000001</c:v>
                </c:pt>
                <c:pt idx="4008">
                  <c:v>4.7965400000000002</c:v>
                </c:pt>
                <c:pt idx="4009">
                  <c:v>4.7968500000000001</c:v>
                </c:pt>
                <c:pt idx="4010">
                  <c:v>4.7971500000000002</c:v>
                </c:pt>
                <c:pt idx="4011">
                  <c:v>4.7974600000000001</c:v>
                </c:pt>
                <c:pt idx="4012">
                  <c:v>4.7977600000000002</c:v>
                </c:pt>
                <c:pt idx="4013">
                  <c:v>4.7980700000000001</c:v>
                </c:pt>
                <c:pt idx="4014">
                  <c:v>4.7983700000000002</c:v>
                </c:pt>
                <c:pt idx="4015">
                  <c:v>4.7986800000000001</c:v>
                </c:pt>
                <c:pt idx="4016">
                  <c:v>4.7989800000000002</c:v>
                </c:pt>
                <c:pt idx="4017">
                  <c:v>4.7992900000000001</c:v>
                </c:pt>
                <c:pt idx="4018">
                  <c:v>4.7995900000000002</c:v>
                </c:pt>
                <c:pt idx="4019">
                  <c:v>4.7999000000000001</c:v>
                </c:pt>
                <c:pt idx="4020">
                  <c:v>4.8002099999999999</c:v>
                </c:pt>
                <c:pt idx="4021">
                  <c:v>4.8005100000000001</c:v>
                </c:pt>
                <c:pt idx="4022">
                  <c:v>4.8008199999999999</c:v>
                </c:pt>
                <c:pt idx="4023">
                  <c:v>4.8011200000000001</c:v>
                </c:pt>
                <c:pt idx="4024">
                  <c:v>4.8014299999999999</c:v>
                </c:pt>
                <c:pt idx="4025">
                  <c:v>4.8017300000000001</c:v>
                </c:pt>
                <c:pt idx="4026">
                  <c:v>4.8020399999999999</c:v>
                </c:pt>
                <c:pt idx="4027">
                  <c:v>4.8023400000000001</c:v>
                </c:pt>
                <c:pt idx="4028">
                  <c:v>4.8026499999999999</c:v>
                </c:pt>
                <c:pt idx="4029">
                  <c:v>4.8029500000000001</c:v>
                </c:pt>
                <c:pt idx="4030">
                  <c:v>4.8032599999999999</c:v>
                </c:pt>
                <c:pt idx="4031">
                  <c:v>4.8035600000000001</c:v>
                </c:pt>
                <c:pt idx="4032">
                  <c:v>4.8038699999999999</c:v>
                </c:pt>
                <c:pt idx="4033">
                  <c:v>4.8041799999999997</c:v>
                </c:pt>
                <c:pt idx="4034">
                  <c:v>4.8044799999999999</c:v>
                </c:pt>
                <c:pt idx="4035">
                  <c:v>4.8047899999999997</c:v>
                </c:pt>
                <c:pt idx="4036">
                  <c:v>4.8050899999999999</c:v>
                </c:pt>
                <c:pt idx="4037">
                  <c:v>4.8053999999999997</c:v>
                </c:pt>
                <c:pt idx="4038">
                  <c:v>4.8056999999999999</c:v>
                </c:pt>
                <c:pt idx="4039">
                  <c:v>4.8060099999999997</c:v>
                </c:pt>
                <c:pt idx="4040">
                  <c:v>4.8063099999999999</c:v>
                </c:pt>
                <c:pt idx="4041">
                  <c:v>4.8066199999999997</c:v>
                </c:pt>
                <c:pt idx="4042">
                  <c:v>4.8069199999999999</c:v>
                </c:pt>
                <c:pt idx="4043">
                  <c:v>4.8072299999999997</c:v>
                </c:pt>
                <c:pt idx="4044">
                  <c:v>4.8075299999999999</c:v>
                </c:pt>
                <c:pt idx="4045">
                  <c:v>4.8078399999999997</c:v>
                </c:pt>
                <c:pt idx="4046">
                  <c:v>4.8081500000000004</c:v>
                </c:pt>
                <c:pt idx="4047">
                  <c:v>4.8084499999999997</c:v>
                </c:pt>
                <c:pt idx="4048">
                  <c:v>4.8087600000000004</c:v>
                </c:pt>
                <c:pt idx="4049">
                  <c:v>4.8090599999999997</c:v>
                </c:pt>
                <c:pt idx="4050">
                  <c:v>4.8093700000000004</c:v>
                </c:pt>
                <c:pt idx="4051">
                  <c:v>4.8096699999999997</c:v>
                </c:pt>
                <c:pt idx="4052">
                  <c:v>4.8099800000000004</c:v>
                </c:pt>
                <c:pt idx="4053">
                  <c:v>4.8102799999999997</c:v>
                </c:pt>
                <c:pt idx="4054">
                  <c:v>4.8105900000000004</c:v>
                </c:pt>
                <c:pt idx="4055">
                  <c:v>4.8108899999999997</c:v>
                </c:pt>
                <c:pt idx="4056">
                  <c:v>4.8112000000000004</c:v>
                </c:pt>
                <c:pt idx="4057">
                  <c:v>4.8114999999999997</c:v>
                </c:pt>
                <c:pt idx="4058">
                  <c:v>4.8118100000000004</c:v>
                </c:pt>
                <c:pt idx="4059">
                  <c:v>4.8121200000000002</c:v>
                </c:pt>
                <c:pt idx="4060">
                  <c:v>4.8124200000000004</c:v>
                </c:pt>
                <c:pt idx="4061">
                  <c:v>4.8127300000000002</c:v>
                </c:pt>
                <c:pt idx="4062">
                  <c:v>4.8130300000000004</c:v>
                </c:pt>
                <c:pt idx="4063">
                  <c:v>4.8133400000000002</c:v>
                </c:pt>
                <c:pt idx="4064">
                  <c:v>4.8136400000000004</c:v>
                </c:pt>
                <c:pt idx="4065">
                  <c:v>4.8139500000000002</c:v>
                </c:pt>
                <c:pt idx="4066">
                  <c:v>4.8142500000000004</c:v>
                </c:pt>
                <c:pt idx="4067">
                  <c:v>4.8145600000000002</c:v>
                </c:pt>
                <c:pt idx="4068">
                  <c:v>4.8148600000000004</c:v>
                </c:pt>
                <c:pt idx="4069">
                  <c:v>4.8151700000000002</c:v>
                </c:pt>
                <c:pt idx="4070">
                  <c:v>4.81548</c:v>
                </c:pt>
                <c:pt idx="4071">
                  <c:v>4.8157800000000002</c:v>
                </c:pt>
                <c:pt idx="4072">
                  <c:v>4.81609</c:v>
                </c:pt>
                <c:pt idx="4073">
                  <c:v>4.8163900000000002</c:v>
                </c:pt>
                <c:pt idx="4074">
                  <c:v>4.8167</c:v>
                </c:pt>
                <c:pt idx="4075">
                  <c:v>4.8170000000000002</c:v>
                </c:pt>
                <c:pt idx="4076">
                  <c:v>4.81731</c:v>
                </c:pt>
                <c:pt idx="4077">
                  <c:v>4.8176100000000002</c:v>
                </c:pt>
                <c:pt idx="4078">
                  <c:v>4.81792</c:v>
                </c:pt>
                <c:pt idx="4079">
                  <c:v>4.8182200000000002</c:v>
                </c:pt>
                <c:pt idx="4080">
                  <c:v>4.81853</c:v>
                </c:pt>
                <c:pt idx="4081">
                  <c:v>4.8188300000000002</c:v>
                </c:pt>
                <c:pt idx="4082">
                  <c:v>4.81914</c:v>
                </c:pt>
                <c:pt idx="4083">
                  <c:v>4.8194499999999998</c:v>
                </c:pt>
                <c:pt idx="4084">
                  <c:v>4.81975</c:v>
                </c:pt>
                <c:pt idx="4085">
                  <c:v>4.8200599999999998</c:v>
                </c:pt>
                <c:pt idx="4086">
                  <c:v>4.82036</c:v>
                </c:pt>
                <c:pt idx="4087">
                  <c:v>4.8206699999999998</c:v>
                </c:pt>
                <c:pt idx="4088">
                  <c:v>4.82097</c:v>
                </c:pt>
                <c:pt idx="4089">
                  <c:v>4.8212799999999998</c:v>
                </c:pt>
                <c:pt idx="4090">
                  <c:v>4.82158</c:v>
                </c:pt>
                <c:pt idx="4091">
                  <c:v>4.8218899999999998</c:v>
                </c:pt>
                <c:pt idx="4092">
                  <c:v>4.82219</c:v>
                </c:pt>
                <c:pt idx="4093">
                  <c:v>4.8224999999999998</c:v>
                </c:pt>
                <c:pt idx="4094">
                  <c:v>4.8228</c:v>
                </c:pt>
                <c:pt idx="4095">
                  <c:v>4.8231099999999998</c:v>
                </c:pt>
                <c:pt idx="4096">
                  <c:v>4.8234199999999996</c:v>
                </c:pt>
                <c:pt idx="4097">
                  <c:v>4.8237199999999998</c:v>
                </c:pt>
                <c:pt idx="4098">
                  <c:v>4.8240299999999996</c:v>
                </c:pt>
                <c:pt idx="4099">
                  <c:v>4.8243299999999998</c:v>
                </c:pt>
                <c:pt idx="4100">
                  <c:v>4.8246399999999996</c:v>
                </c:pt>
                <c:pt idx="4101">
                  <c:v>4.8249399999999998</c:v>
                </c:pt>
                <c:pt idx="4102">
                  <c:v>4.8252499999999996</c:v>
                </c:pt>
                <c:pt idx="4103">
                  <c:v>4.8255499999999998</c:v>
                </c:pt>
                <c:pt idx="4104">
                  <c:v>4.8258599999999996</c:v>
                </c:pt>
                <c:pt idx="4105">
                  <c:v>4.8261599999999998</c:v>
                </c:pt>
                <c:pt idx="4106">
                  <c:v>4.8264699999999996</c:v>
                </c:pt>
                <c:pt idx="4107">
                  <c:v>4.8267699999999998</c:v>
                </c:pt>
                <c:pt idx="4108">
                  <c:v>4.8270799999999996</c:v>
                </c:pt>
                <c:pt idx="4109">
                  <c:v>4.8273900000000003</c:v>
                </c:pt>
                <c:pt idx="4110">
                  <c:v>4.8276899999999996</c:v>
                </c:pt>
                <c:pt idx="4111">
                  <c:v>4.8280000000000003</c:v>
                </c:pt>
                <c:pt idx="4112">
                  <c:v>4.8282999999999996</c:v>
                </c:pt>
                <c:pt idx="4113">
                  <c:v>4.8286100000000003</c:v>
                </c:pt>
                <c:pt idx="4114">
                  <c:v>4.8289099999999996</c:v>
                </c:pt>
                <c:pt idx="4115">
                  <c:v>4.8292200000000003</c:v>
                </c:pt>
                <c:pt idx="4116">
                  <c:v>4.8295199999999996</c:v>
                </c:pt>
                <c:pt idx="4117">
                  <c:v>4.8298300000000003</c:v>
                </c:pt>
                <c:pt idx="4118">
                  <c:v>4.8301299999999996</c:v>
                </c:pt>
                <c:pt idx="4119">
                  <c:v>4.8304400000000003</c:v>
                </c:pt>
                <c:pt idx="4120">
                  <c:v>4.8307399999999996</c:v>
                </c:pt>
                <c:pt idx="4121">
                  <c:v>4.8310500000000003</c:v>
                </c:pt>
                <c:pt idx="4122">
                  <c:v>4.8313600000000001</c:v>
                </c:pt>
                <c:pt idx="4123">
                  <c:v>4.8316600000000003</c:v>
                </c:pt>
                <c:pt idx="4124">
                  <c:v>4.8319700000000001</c:v>
                </c:pt>
                <c:pt idx="4125">
                  <c:v>4.8322700000000003</c:v>
                </c:pt>
                <c:pt idx="4126">
                  <c:v>4.8325800000000001</c:v>
                </c:pt>
                <c:pt idx="4127">
                  <c:v>4.8328800000000003</c:v>
                </c:pt>
                <c:pt idx="4128">
                  <c:v>4.8331900000000001</c:v>
                </c:pt>
                <c:pt idx="4129">
                  <c:v>4.8334900000000003</c:v>
                </c:pt>
                <c:pt idx="4130">
                  <c:v>4.8338000000000001</c:v>
                </c:pt>
                <c:pt idx="4131">
                  <c:v>4.8341000000000003</c:v>
                </c:pt>
                <c:pt idx="4132">
                  <c:v>4.8344100000000001</c:v>
                </c:pt>
                <c:pt idx="4133">
                  <c:v>4.8347199999999999</c:v>
                </c:pt>
                <c:pt idx="4134">
                  <c:v>4.8350200000000001</c:v>
                </c:pt>
                <c:pt idx="4135">
                  <c:v>4.8353299999999999</c:v>
                </c:pt>
                <c:pt idx="4136">
                  <c:v>4.8356300000000001</c:v>
                </c:pt>
                <c:pt idx="4137">
                  <c:v>4.8359399999999999</c:v>
                </c:pt>
                <c:pt idx="4138">
                  <c:v>4.8362400000000001</c:v>
                </c:pt>
                <c:pt idx="4139">
                  <c:v>4.8365499999999999</c:v>
                </c:pt>
                <c:pt idx="4140">
                  <c:v>4.8368500000000001</c:v>
                </c:pt>
                <c:pt idx="4141">
                  <c:v>4.8371599999999999</c:v>
                </c:pt>
                <c:pt idx="4142">
                  <c:v>4.8374600000000001</c:v>
                </c:pt>
                <c:pt idx="4143">
                  <c:v>4.8377699999999999</c:v>
                </c:pt>
                <c:pt idx="4144">
                  <c:v>4.8380700000000001</c:v>
                </c:pt>
                <c:pt idx="4145">
                  <c:v>4.8383799999999999</c:v>
                </c:pt>
                <c:pt idx="4146">
                  <c:v>4.8386899999999997</c:v>
                </c:pt>
                <c:pt idx="4147">
                  <c:v>4.8389899999999999</c:v>
                </c:pt>
                <c:pt idx="4148">
                  <c:v>4.8392999999999997</c:v>
                </c:pt>
                <c:pt idx="4149">
                  <c:v>4.8395999999999999</c:v>
                </c:pt>
                <c:pt idx="4150">
                  <c:v>4.8399099999999997</c:v>
                </c:pt>
                <c:pt idx="4151">
                  <c:v>4.8402099999999999</c:v>
                </c:pt>
                <c:pt idx="4152">
                  <c:v>4.8405199999999997</c:v>
                </c:pt>
                <c:pt idx="4153">
                  <c:v>4.8408199999999999</c:v>
                </c:pt>
                <c:pt idx="4154">
                  <c:v>4.8411299999999997</c:v>
                </c:pt>
                <c:pt idx="4155">
                  <c:v>4.8414299999999999</c:v>
                </c:pt>
                <c:pt idx="4156">
                  <c:v>4.8417399999999997</c:v>
                </c:pt>
                <c:pt idx="4157">
                  <c:v>4.8420399999999999</c:v>
                </c:pt>
                <c:pt idx="4158">
                  <c:v>4.8423499999999997</c:v>
                </c:pt>
                <c:pt idx="4159">
                  <c:v>4.8426600000000004</c:v>
                </c:pt>
                <c:pt idx="4160">
                  <c:v>4.8429599999999997</c:v>
                </c:pt>
                <c:pt idx="4161">
                  <c:v>4.8432700000000004</c:v>
                </c:pt>
                <c:pt idx="4162">
                  <c:v>4.8435699999999997</c:v>
                </c:pt>
                <c:pt idx="4163">
                  <c:v>4.8438800000000004</c:v>
                </c:pt>
                <c:pt idx="4164">
                  <c:v>4.8441799999999997</c:v>
                </c:pt>
                <c:pt idx="4165">
                  <c:v>4.8444900000000004</c:v>
                </c:pt>
                <c:pt idx="4166">
                  <c:v>4.8447899999999997</c:v>
                </c:pt>
                <c:pt idx="4167">
                  <c:v>4.8451000000000004</c:v>
                </c:pt>
                <c:pt idx="4168">
                  <c:v>4.8453999999999997</c:v>
                </c:pt>
                <c:pt idx="4169">
                  <c:v>4.8457100000000004</c:v>
                </c:pt>
                <c:pt idx="4170">
                  <c:v>4.8460099999999997</c:v>
                </c:pt>
                <c:pt idx="4171">
                  <c:v>4.8463200000000004</c:v>
                </c:pt>
                <c:pt idx="4172">
                  <c:v>4.8466300000000002</c:v>
                </c:pt>
                <c:pt idx="4173">
                  <c:v>4.8469300000000004</c:v>
                </c:pt>
                <c:pt idx="4174">
                  <c:v>4.8472400000000002</c:v>
                </c:pt>
                <c:pt idx="4175">
                  <c:v>4.8475400000000004</c:v>
                </c:pt>
                <c:pt idx="4176">
                  <c:v>4.8478500000000002</c:v>
                </c:pt>
                <c:pt idx="4177">
                  <c:v>4.8481500000000004</c:v>
                </c:pt>
                <c:pt idx="4178">
                  <c:v>4.8484600000000002</c:v>
                </c:pt>
                <c:pt idx="4179">
                  <c:v>4.8487600000000004</c:v>
                </c:pt>
                <c:pt idx="4180">
                  <c:v>4.8490700000000002</c:v>
                </c:pt>
                <c:pt idx="4181">
                  <c:v>4.8493700000000004</c:v>
                </c:pt>
                <c:pt idx="4182">
                  <c:v>4.8496800000000002</c:v>
                </c:pt>
                <c:pt idx="4183">
                  <c:v>4.84999</c:v>
                </c:pt>
                <c:pt idx="4184">
                  <c:v>4.8502900000000002</c:v>
                </c:pt>
                <c:pt idx="4185">
                  <c:v>4.8506</c:v>
                </c:pt>
                <c:pt idx="4186">
                  <c:v>4.8509000000000002</c:v>
                </c:pt>
                <c:pt idx="4187">
                  <c:v>4.85121</c:v>
                </c:pt>
                <c:pt idx="4188">
                  <c:v>4.8515100000000002</c:v>
                </c:pt>
                <c:pt idx="4189">
                  <c:v>4.85182</c:v>
                </c:pt>
                <c:pt idx="4190">
                  <c:v>4.8521200000000002</c:v>
                </c:pt>
                <c:pt idx="4191">
                  <c:v>4.85243</c:v>
                </c:pt>
                <c:pt idx="4192">
                  <c:v>4.8527300000000002</c:v>
                </c:pt>
                <c:pt idx="4193">
                  <c:v>4.85304</c:v>
                </c:pt>
                <c:pt idx="4194">
                  <c:v>4.8533400000000002</c:v>
                </c:pt>
                <c:pt idx="4195">
                  <c:v>4.85365</c:v>
                </c:pt>
                <c:pt idx="4196">
                  <c:v>4.8539599999999998</c:v>
                </c:pt>
                <c:pt idx="4197">
                  <c:v>4.85426</c:v>
                </c:pt>
                <c:pt idx="4198">
                  <c:v>4.8545699999999998</c:v>
                </c:pt>
                <c:pt idx="4199">
                  <c:v>4.85487</c:v>
                </c:pt>
                <c:pt idx="4200">
                  <c:v>4.8551799999999998</c:v>
                </c:pt>
                <c:pt idx="4201">
                  <c:v>4.85548</c:v>
                </c:pt>
                <c:pt idx="4202">
                  <c:v>4.8557899999999998</c:v>
                </c:pt>
                <c:pt idx="4203">
                  <c:v>4.85609</c:v>
                </c:pt>
                <c:pt idx="4204">
                  <c:v>4.8563999999999998</c:v>
                </c:pt>
                <c:pt idx="4205">
                  <c:v>4.8567</c:v>
                </c:pt>
                <c:pt idx="4206">
                  <c:v>4.8570099999999998</c:v>
                </c:pt>
                <c:pt idx="4207">
                  <c:v>4.85731</c:v>
                </c:pt>
                <c:pt idx="4208">
                  <c:v>4.8576199999999998</c:v>
                </c:pt>
                <c:pt idx="4209">
                  <c:v>4.8579299999999996</c:v>
                </c:pt>
                <c:pt idx="4210">
                  <c:v>4.8582299999999998</c:v>
                </c:pt>
                <c:pt idx="4211">
                  <c:v>4.8585399999999996</c:v>
                </c:pt>
                <c:pt idx="4212">
                  <c:v>4.8588399999999998</c:v>
                </c:pt>
                <c:pt idx="4213">
                  <c:v>4.8591499999999996</c:v>
                </c:pt>
                <c:pt idx="4214">
                  <c:v>4.8594499999999998</c:v>
                </c:pt>
                <c:pt idx="4215">
                  <c:v>4.8597599999999996</c:v>
                </c:pt>
                <c:pt idx="4216">
                  <c:v>4.8600599999999998</c:v>
                </c:pt>
                <c:pt idx="4217">
                  <c:v>4.8603699999999996</c:v>
                </c:pt>
                <c:pt idx="4218">
                  <c:v>4.8606699999999998</c:v>
                </c:pt>
                <c:pt idx="4219">
                  <c:v>4.8609799999999996</c:v>
                </c:pt>
                <c:pt idx="4220">
                  <c:v>4.8612799999999998</c:v>
                </c:pt>
                <c:pt idx="4221">
                  <c:v>4.8615899999999996</c:v>
                </c:pt>
                <c:pt idx="4222">
                  <c:v>4.8619000000000003</c:v>
                </c:pt>
                <c:pt idx="4223">
                  <c:v>4.8621999999999996</c:v>
                </c:pt>
                <c:pt idx="4224">
                  <c:v>4.8625100000000003</c:v>
                </c:pt>
                <c:pt idx="4225">
                  <c:v>4.8628099999999996</c:v>
                </c:pt>
                <c:pt idx="4226">
                  <c:v>4.8631200000000003</c:v>
                </c:pt>
                <c:pt idx="4227">
                  <c:v>4.8634199999999996</c:v>
                </c:pt>
                <c:pt idx="4228">
                  <c:v>4.8637300000000003</c:v>
                </c:pt>
                <c:pt idx="4229">
                  <c:v>4.8640299999999996</c:v>
                </c:pt>
                <c:pt idx="4230">
                  <c:v>4.8643400000000003</c:v>
                </c:pt>
                <c:pt idx="4231">
                  <c:v>4.8646399999999996</c:v>
                </c:pt>
                <c:pt idx="4232">
                  <c:v>4.8649500000000003</c:v>
                </c:pt>
                <c:pt idx="4233">
                  <c:v>4.8652499999999996</c:v>
                </c:pt>
                <c:pt idx="4234">
                  <c:v>4.8655600000000003</c:v>
                </c:pt>
                <c:pt idx="4235">
                  <c:v>4.8658700000000001</c:v>
                </c:pt>
                <c:pt idx="4236">
                  <c:v>4.8661700000000003</c:v>
                </c:pt>
                <c:pt idx="4237">
                  <c:v>4.8664800000000001</c:v>
                </c:pt>
                <c:pt idx="4238">
                  <c:v>4.8667800000000003</c:v>
                </c:pt>
                <c:pt idx="4239">
                  <c:v>4.8670900000000001</c:v>
                </c:pt>
                <c:pt idx="4240">
                  <c:v>4.8673900000000003</c:v>
                </c:pt>
                <c:pt idx="4241">
                  <c:v>4.8677000000000001</c:v>
                </c:pt>
                <c:pt idx="4242">
                  <c:v>4.8680000000000003</c:v>
                </c:pt>
                <c:pt idx="4243">
                  <c:v>4.8683100000000001</c:v>
                </c:pt>
                <c:pt idx="4244">
                  <c:v>4.8686100000000003</c:v>
                </c:pt>
                <c:pt idx="4245">
                  <c:v>4.8689200000000001</c:v>
                </c:pt>
                <c:pt idx="4246">
                  <c:v>4.8692299999999999</c:v>
                </c:pt>
                <c:pt idx="4247">
                  <c:v>4.8695300000000001</c:v>
                </c:pt>
                <c:pt idx="4248">
                  <c:v>4.8698399999999999</c:v>
                </c:pt>
                <c:pt idx="4249">
                  <c:v>4.8701400000000001</c:v>
                </c:pt>
                <c:pt idx="4250">
                  <c:v>4.8704499999999999</c:v>
                </c:pt>
                <c:pt idx="4251">
                  <c:v>4.8707500000000001</c:v>
                </c:pt>
                <c:pt idx="4252">
                  <c:v>4.8710599999999999</c:v>
                </c:pt>
                <c:pt idx="4253">
                  <c:v>4.8713600000000001</c:v>
                </c:pt>
                <c:pt idx="4254">
                  <c:v>4.8716699999999999</c:v>
                </c:pt>
                <c:pt idx="4255">
                  <c:v>4.8719700000000001</c:v>
                </c:pt>
                <c:pt idx="4256">
                  <c:v>4.8722799999999999</c:v>
                </c:pt>
                <c:pt idx="4257">
                  <c:v>4.8725800000000001</c:v>
                </c:pt>
                <c:pt idx="4258">
                  <c:v>4.8728899999999999</c:v>
                </c:pt>
                <c:pt idx="4259">
                  <c:v>4.8731999999999998</c:v>
                </c:pt>
                <c:pt idx="4260">
                  <c:v>4.8734999999999999</c:v>
                </c:pt>
                <c:pt idx="4261">
                  <c:v>4.8738099999999998</c:v>
                </c:pt>
                <c:pt idx="4262">
                  <c:v>4.8741099999999999</c:v>
                </c:pt>
                <c:pt idx="4263">
                  <c:v>4.8744199999999998</c:v>
                </c:pt>
                <c:pt idx="4264">
                  <c:v>4.8747199999999999</c:v>
                </c:pt>
                <c:pt idx="4265">
                  <c:v>4.8750299999999998</c:v>
                </c:pt>
                <c:pt idx="4266">
                  <c:v>4.8753299999999999</c:v>
                </c:pt>
                <c:pt idx="4267">
                  <c:v>4.8756399999999998</c:v>
                </c:pt>
                <c:pt idx="4268">
                  <c:v>4.8759399999999999</c:v>
                </c:pt>
                <c:pt idx="4269">
                  <c:v>4.8762499999999998</c:v>
                </c:pt>
                <c:pt idx="4270">
                  <c:v>4.8765499999999999</c:v>
                </c:pt>
                <c:pt idx="4271">
                  <c:v>4.8768599999999998</c:v>
                </c:pt>
                <c:pt idx="4272">
                  <c:v>4.8771699999999996</c:v>
                </c:pt>
                <c:pt idx="4273">
                  <c:v>4.8774699999999998</c:v>
                </c:pt>
                <c:pt idx="4274">
                  <c:v>4.8777799999999996</c:v>
                </c:pt>
                <c:pt idx="4275">
                  <c:v>4.8780799999999997</c:v>
                </c:pt>
                <c:pt idx="4276">
                  <c:v>4.8783899999999996</c:v>
                </c:pt>
                <c:pt idx="4277">
                  <c:v>4.8786899999999997</c:v>
                </c:pt>
                <c:pt idx="4278">
                  <c:v>4.8789999999999996</c:v>
                </c:pt>
                <c:pt idx="4279">
                  <c:v>4.8792999999999997</c:v>
                </c:pt>
                <c:pt idx="4280">
                  <c:v>4.8796099999999996</c:v>
                </c:pt>
                <c:pt idx="4281">
                  <c:v>4.8799099999999997</c:v>
                </c:pt>
                <c:pt idx="4282">
                  <c:v>4.8802199999999996</c:v>
                </c:pt>
                <c:pt idx="4283">
                  <c:v>4.8805199999999997</c:v>
                </c:pt>
                <c:pt idx="4284">
                  <c:v>4.8808299999999996</c:v>
                </c:pt>
                <c:pt idx="4285">
                  <c:v>4.8811400000000003</c:v>
                </c:pt>
                <c:pt idx="4286">
                  <c:v>4.8814399999999996</c:v>
                </c:pt>
                <c:pt idx="4287">
                  <c:v>4.8817500000000003</c:v>
                </c:pt>
                <c:pt idx="4288">
                  <c:v>4.8820499999999996</c:v>
                </c:pt>
                <c:pt idx="4289">
                  <c:v>4.8823600000000003</c:v>
                </c:pt>
                <c:pt idx="4290">
                  <c:v>4.8826599999999996</c:v>
                </c:pt>
                <c:pt idx="4291">
                  <c:v>4.8829700000000003</c:v>
                </c:pt>
                <c:pt idx="4292">
                  <c:v>4.8832700000000004</c:v>
                </c:pt>
                <c:pt idx="4293">
                  <c:v>4.8835800000000003</c:v>
                </c:pt>
                <c:pt idx="4294">
                  <c:v>4.8838800000000004</c:v>
                </c:pt>
                <c:pt idx="4295">
                  <c:v>4.8841900000000003</c:v>
                </c:pt>
                <c:pt idx="4296">
                  <c:v>4.8844900000000004</c:v>
                </c:pt>
                <c:pt idx="4297">
                  <c:v>4.8848000000000003</c:v>
                </c:pt>
                <c:pt idx="4298">
                  <c:v>4.8851100000000001</c:v>
                </c:pt>
                <c:pt idx="4299">
                  <c:v>4.8854100000000003</c:v>
                </c:pt>
                <c:pt idx="4300">
                  <c:v>4.8857200000000001</c:v>
                </c:pt>
                <c:pt idx="4301">
                  <c:v>4.8860200000000003</c:v>
                </c:pt>
                <c:pt idx="4302">
                  <c:v>4.8863300000000001</c:v>
                </c:pt>
                <c:pt idx="4303">
                  <c:v>4.8866300000000003</c:v>
                </c:pt>
                <c:pt idx="4304">
                  <c:v>4.8869400000000001</c:v>
                </c:pt>
                <c:pt idx="4305">
                  <c:v>4.8872400000000003</c:v>
                </c:pt>
                <c:pt idx="4306">
                  <c:v>4.8875500000000001</c:v>
                </c:pt>
                <c:pt idx="4307">
                  <c:v>4.8878500000000003</c:v>
                </c:pt>
                <c:pt idx="4308">
                  <c:v>4.8881600000000001</c:v>
                </c:pt>
                <c:pt idx="4309">
                  <c:v>4.8884699999999999</c:v>
                </c:pt>
                <c:pt idx="4310">
                  <c:v>4.8887700000000001</c:v>
                </c:pt>
                <c:pt idx="4311">
                  <c:v>4.8890799999999999</c:v>
                </c:pt>
                <c:pt idx="4312">
                  <c:v>4.8893800000000001</c:v>
                </c:pt>
                <c:pt idx="4313">
                  <c:v>4.8896899999999999</c:v>
                </c:pt>
                <c:pt idx="4314">
                  <c:v>4.8899900000000001</c:v>
                </c:pt>
                <c:pt idx="4315">
                  <c:v>4.8902999999999999</c:v>
                </c:pt>
                <c:pt idx="4316">
                  <c:v>4.8906000000000001</c:v>
                </c:pt>
                <c:pt idx="4317">
                  <c:v>4.8909099999999999</c:v>
                </c:pt>
                <c:pt idx="4318">
                  <c:v>4.8912100000000001</c:v>
                </c:pt>
                <c:pt idx="4319">
                  <c:v>4.8915199999999999</c:v>
                </c:pt>
                <c:pt idx="4320">
                  <c:v>4.8918200000000001</c:v>
                </c:pt>
                <c:pt idx="4321">
                  <c:v>4.8921299999999999</c:v>
                </c:pt>
                <c:pt idx="4322">
                  <c:v>4.8924399999999997</c:v>
                </c:pt>
                <c:pt idx="4323">
                  <c:v>4.8927399999999999</c:v>
                </c:pt>
                <c:pt idx="4324">
                  <c:v>4.8930499999999997</c:v>
                </c:pt>
                <c:pt idx="4325">
                  <c:v>4.8933499999999999</c:v>
                </c:pt>
                <c:pt idx="4326">
                  <c:v>4.8936599999999997</c:v>
                </c:pt>
                <c:pt idx="4327">
                  <c:v>4.8939599999999999</c:v>
                </c:pt>
                <c:pt idx="4328">
                  <c:v>4.8942699999999997</c:v>
                </c:pt>
                <c:pt idx="4329">
                  <c:v>4.8945699999999999</c:v>
                </c:pt>
                <c:pt idx="4330">
                  <c:v>4.8948799999999997</c:v>
                </c:pt>
                <c:pt idx="4331">
                  <c:v>4.8951799999999999</c:v>
                </c:pt>
                <c:pt idx="4332">
                  <c:v>4.8954899999999997</c:v>
                </c:pt>
                <c:pt idx="4333">
                  <c:v>4.8957899999999999</c:v>
                </c:pt>
                <c:pt idx="4334">
                  <c:v>4.8960999999999997</c:v>
                </c:pt>
                <c:pt idx="4335">
                  <c:v>4.8964100000000004</c:v>
                </c:pt>
                <c:pt idx="4336">
                  <c:v>4.8967099999999997</c:v>
                </c:pt>
                <c:pt idx="4337">
                  <c:v>4.8970200000000004</c:v>
                </c:pt>
                <c:pt idx="4338">
                  <c:v>4.8973199999999997</c:v>
                </c:pt>
                <c:pt idx="4339">
                  <c:v>4.8976300000000004</c:v>
                </c:pt>
                <c:pt idx="4340">
                  <c:v>4.8979299999999997</c:v>
                </c:pt>
                <c:pt idx="4341">
                  <c:v>4.8982400000000004</c:v>
                </c:pt>
                <c:pt idx="4342">
                  <c:v>4.8985399999999997</c:v>
                </c:pt>
                <c:pt idx="4343">
                  <c:v>4.8988500000000004</c:v>
                </c:pt>
                <c:pt idx="4344">
                  <c:v>4.8991499999999997</c:v>
                </c:pt>
                <c:pt idx="4345">
                  <c:v>4.8994600000000004</c:v>
                </c:pt>
                <c:pt idx="4346">
                  <c:v>4.8997599999999997</c:v>
                </c:pt>
                <c:pt idx="4347">
                  <c:v>4.9000700000000004</c:v>
                </c:pt>
                <c:pt idx="4348">
                  <c:v>4.9003800000000002</c:v>
                </c:pt>
                <c:pt idx="4349">
                  <c:v>4.9006800000000004</c:v>
                </c:pt>
                <c:pt idx="4350">
                  <c:v>4.9009900000000002</c:v>
                </c:pt>
                <c:pt idx="4351">
                  <c:v>4.9012900000000004</c:v>
                </c:pt>
                <c:pt idx="4352">
                  <c:v>4.9016000000000002</c:v>
                </c:pt>
                <c:pt idx="4353">
                  <c:v>4.9019000000000004</c:v>
                </c:pt>
                <c:pt idx="4354">
                  <c:v>4.9022100000000002</c:v>
                </c:pt>
                <c:pt idx="4355">
                  <c:v>4.9025100000000004</c:v>
                </c:pt>
                <c:pt idx="4356">
                  <c:v>4.9028200000000002</c:v>
                </c:pt>
                <c:pt idx="4357">
                  <c:v>4.9031200000000004</c:v>
                </c:pt>
                <c:pt idx="4358">
                  <c:v>4.9034300000000002</c:v>
                </c:pt>
                <c:pt idx="4359">
                  <c:v>4.90374</c:v>
                </c:pt>
                <c:pt idx="4360">
                  <c:v>4.9040400000000002</c:v>
                </c:pt>
                <c:pt idx="4361">
                  <c:v>4.90435</c:v>
                </c:pt>
                <c:pt idx="4362">
                  <c:v>4.9046500000000002</c:v>
                </c:pt>
                <c:pt idx="4363">
                  <c:v>4.90496</c:v>
                </c:pt>
                <c:pt idx="4364">
                  <c:v>4.9052600000000002</c:v>
                </c:pt>
                <c:pt idx="4365">
                  <c:v>4.90557</c:v>
                </c:pt>
                <c:pt idx="4366">
                  <c:v>4.9058700000000002</c:v>
                </c:pt>
                <c:pt idx="4367">
                  <c:v>4.90618</c:v>
                </c:pt>
                <c:pt idx="4368">
                  <c:v>4.9064800000000002</c:v>
                </c:pt>
                <c:pt idx="4369">
                  <c:v>4.90679</c:v>
                </c:pt>
                <c:pt idx="4370">
                  <c:v>4.9070900000000002</c:v>
                </c:pt>
                <c:pt idx="4371">
                  <c:v>4.9074</c:v>
                </c:pt>
                <c:pt idx="4372">
                  <c:v>4.9077099999999998</c:v>
                </c:pt>
                <c:pt idx="4373">
                  <c:v>4.90801</c:v>
                </c:pt>
                <c:pt idx="4374">
                  <c:v>4.9083199999999998</c:v>
                </c:pt>
                <c:pt idx="4375">
                  <c:v>4.90862</c:v>
                </c:pt>
                <c:pt idx="4376">
                  <c:v>4.9089299999999998</c:v>
                </c:pt>
                <c:pt idx="4377">
                  <c:v>4.90923</c:v>
                </c:pt>
                <c:pt idx="4378">
                  <c:v>4.9095399999999998</c:v>
                </c:pt>
                <c:pt idx="4379">
                  <c:v>4.90984</c:v>
                </c:pt>
                <c:pt idx="4380">
                  <c:v>4.9101499999999998</c:v>
                </c:pt>
                <c:pt idx="4381">
                  <c:v>4.91045</c:v>
                </c:pt>
                <c:pt idx="4382">
                  <c:v>4.9107599999999998</c:v>
                </c:pt>
                <c:pt idx="4383">
                  <c:v>4.91106</c:v>
                </c:pt>
                <c:pt idx="4384">
                  <c:v>4.9113699999999998</c:v>
                </c:pt>
                <c:pt idx="4385">
                  <c:v>4.9116799999999996</c:v>
                </c:pt>
                <c:pt idx="4386">
                  <c:v>4.9119799999999998</c:v>
                </c:pt>
                <c:pt idx="4387">
                  <c:v>4.9122899999999996</c:v>
                </c:pt>
                <c:pt idx="4388">
                  <c:v>4.9125899999999998</c:v>
                </c:pt>
                <c:pt idx="4389">
                  <c:v>4.9128999999999996</c:v>
                </c:pt>
                <c:pt idx="4390">
                  <c:v>4.9131999999999998</c:v>
                </c:pt>
                <c:pt idx="4391">
                  <c:v>4.9135099999999996</c:v>
                </c:pt>
                <c:pt idx="4392">
                  <c:v>4.9138099999999998</c:v>
                </c:pt>
                <c:pt idx="4393">
                  <c:v>4.9141199999999996</c:v>
                </c:pt>
                <c:pt idx="4394">
                  <c:v>4.9144199999999998</c:v>
                </c:pt>
                <c:pt idx="4395">
                  <c:v>4.9147299999999996</c:v>
                </c:pt>
                <c:pt idx="4396">
                  <c:v>4.9150299999999998</c:v>
                </c:pt>
                <c:pt idx="4397">
                  <c:v>4.9153399999999996</c:v>
                </c:pt>
                <c:pt idx="4398">
                  <c:v>4.9156500000000003</c:v>
                </c:pt>
                <c:pt idx="4399">
                  <c:v>4.9159499999999996</c:v>
                </c:pt>
                <c:pt idx="4400">
                  <c:v>4.9162600000000003</c:v>
                </c:pt>
                <c:pt idx="4401">
                  <c:v>4.9165599999999996</c:v>
                </c:pt>
                <c:pt idx="4402">
                  <c:v>4.9168700000000003</c:v>
                </c:pt>
                <c:pt idx="4403">
                  <c:v>4.9171699999999996</c:v>
                </c:pt>
                <c:pt idx="4404">
                  <c:v>4.9174800000000003</c:v>
                </c:pt>
                <c:pt idx="4405">
                  <c:v>4.9177799999999996</c:v>
                </c:pt>
                <c:pt idx="4406">
                  <c:v>4.9180900000000003</c:v>
                </c:pt>
                <c:pt idx="4407">
                  <c:v>4.9183899999999996</c:v>
                </c:pt>
                <c:pt idx="4408">
                  <c:v>4.9187000000000003</c:v>
                </c:pt>
                <c:pt idx="4409">
                  <c:v>4.9189999999999996</c:v>
                </c:pt>
                <c:pt idx="4410">
                  <c:v>4.9193100000000003</c:v>
                </c:pt>
                <c:pt idx="4411">
                  <c:v>4.9196200000000001</c:v>
                </c:pt>
                <c:pt idx="4412">
                  <c:v>4.9199200000000003</c:v>
                </c:pt>
                <c:pt idx="4413">
                  <c:v>4.9202300000000001</c:v>
                </c:pt>
                <c:pt idx="4414">
                  <c:v>4.9205300000000003</c:v>
                </c:pt>
                <c:pt idx="4415">
                  <c:v>4.9208400000000001</c:v>
                </c:pt>
                <c:pt idx="4416">
                  <c:v>4.9211400000000003</c:v>
                </c:pt>
                <c:pt idx="4417">
                  <c:v>4.9214500000000001</c:v>
                </c:pt>
                <c:pt idx="4418">
                  <c:v>4.9217500000000003</c:v>
                </c:pt>
                <c:pt idx="4419">
                  <c:v>4.9220600000000001</c:v>
                </c:pt>
                <c:pt idx="4420">
                  <c:v>4.9223600000000003</c:v>
                </c:pt>
                <c:pt idx="4421">
                  <c:v>4.9226700000000001</c:v>
                </c:pt>
                <c:pt idx="4422">
                  <c:v>4.9229799999999999</c:v>
                </c:pt>
                <c:pt idx="4423">
                  <c:v>4.9232800000000001</c:v>
                </c:pt>
                <c:pt idx="4424">
                  <c:v>4.9235899999999999</c:v>
                </c:pt>
                <c:pt idx="4425">
                  <c:v>4.9238900000000001</c:v>
                </c:pt>
                <c:pt idx="4426">
                  <c:v>4.9241999999999999</c:v>
                </c:pt>
                <c:pt idx="4427">
                  <c:v>4.9245000000000001</c:v>
                </c:pt>
                <c:pt idx="4428">
                  <c:v>4.9248099999999999</c:v>
                </c:pt>
                <c:pt idx="4429">
                  <c:v>4.9251100000000001</c:v>
                </c:pt>
                <c:pt idx="4430">
                  <c:v>4.9254199999999999</c:v>
                </c:pt>
                <c:pt idx="4431">
                  <c:v>4.9257200000000001</c:v>
                </c:pt>
                <c:pt idx="4432">
                  <c:v>4.9260299999999999</c:v>
                </c:pt>
                <c:pt idx="4433">
                  <c:v>4.9263300000000001</c:v>
                </c:pt>
                <c:pt idx="4434">
                  <c:v>4.9266399999999999</c:v>
                </c:pt>
                <c:pt idx="4435">
                  <c:v>4.9269499999999997</c:v>
                </c:pt>
                <c:pt idx="4436">
                  <c:v>4.9272499999999999</c:v>
                </c:pt>
                <c:pt idx="4437">
                  <c:v>4.9275599999999997</c:v>
                </c:pt>
                <c:pt idx="4438">
                  <c:v>4.9278599999999999</c:v>
                </c:pt>
                <c:pt idx="4439">
                  <c:v>4.9281699999999997</c:v>
                </c:pt>
                <c:pt idx="4440">
                  <c:v>4.9284699999999999</c:v>
                </c:pt>
                <c:pt idx="4441">
                  <c:v>4.9287799999999997</c:v>
                </c:pt>
                <c:pt idx="4442">
                  <c:v>4.9290799999999999</c:v>
                </c:pt>
                <c:pt idx="4443">
                  <c:v>4.9293899999999997</c:v>
                </c:pt>
                <c:pt idx="4444">
                  <c:v>4.9296899999999999</c:v>
                </c:pt>
                <c:pt idx="4445">
                  <c:v>4.93</c:v>
                </c:pt>
                <c:pt idx="4446">
                  <c:v>4.9302999999999999</c:v>
                </c:pt>
                <c:pt idx="4447">
                  <c:v>4.9306099999999997</c:v>
                </c:pt>
                <c:pt idx="4448">
                  <c:v>4.9309200000000004</c:v>
                </c:pt>
                <c:pt idx="4449">
                  <c:v>4.9312199999999997</c:v>
                </c:pt>
                <c:pt idx="4450">
                  <c:v>4.9315300000000004</c:v>
                </c:pt>
                <c:pt idx="4451">
                  <c:v>4.9318299999999997</c:v>
                </c:pt>
                <c:pt idx="4452">
                  <c:v>4.9321400000000004</c:v>
                </c:pt>
                <c:pt idx="4453">
                  <c:v>4.9324399999999997</c:v>
                </c:pt>
                <c:pt idx="4454">
                  <c:v>4.9327500000000004</c:v>
                </c:pt>
                <c:pt idx="4455">
                  <c:v>4.9330499999999997</c:v>
                </c:pt>
                <c:pt idx="4456">
                  <c:v>4.9333600000000004</c:v>
                </c:pt>
                <c:pt idx="4457">
                  <c:v>4.9336599999999997</c:v>
                </c:pt>
                <c:pt idx="4458">
                  <c:v>4.9339700000000004</c:v>
                </c:pt>
                <c:pt idx="4459">
                  <c:v>4.9342699999999997</c:v>
                </c:pt>
                <c:pt idx="4460">
                  <c:v>4.9345800000000004</c:v>
                </c:pt>
                <c:pt idx="4461">
                  <c:v>4.9348900000000002</c:v>
                </c:pt>
                <c:pt idx="4462">
                  <c:v>4.9351900000000004</c:v>
                </c:pt>
                <c:pt idx="4463">
                  <c:v>4.9355000000000002</c:v>
                </c:pt>
                <c:pt idx="4464">
                  <c:v>4.9358000000000004</c:v>
                </c:pt>
                <c:pt idx="4465">
                  <c:v>4.9361100000000002</c:v>
                </c:pt>
                <c:pt idx="4466">
                  <c:v>4.9364100000000004</c:v>
                </c:pt>
                <c:pt idx="4467">
                  <c:v>4.9367200000000002</c:v>
                </c:pt>
                <c:pt idx="4468">
                  <c:v>4.9370200000000004</c:v>
                </c:pt>
                <c:pt idx="4469">
                  <c:v>4.9373300000000002</c:v>
                </c:pt>
                <c:pt idx="4470">
                  <c:v>4.9376300000000004</c:v>
                </c:pt>
                <c:pt idx="4471">
                  <c:v>4.9379400000000002</c:v>
                </c:pt>
                <c:pt idx="4472">
                  <c:v>4.9382400000000004</c:v>
                </c:pt>
                <c:pt idx="4473">
                  <c:v>4.9385500000000002</c:v>
                </c:pt>
                <c:pt idx="4474">
                  <c:v>4.93886</c:v>
                </c:pt>
                <c:pt idx="4475">
                  <c:v>4.9391600000000002</c:v>
                </c:pt>
                <c:pt idx="4476">
                  <c:v>4.93947</c:v>
                </c:pt>
                <c:pt idx="4477">
                  <c:v>4.9397700000000002</c:v>
                </c:pt>
                <c:pt idx="4478">
                  <c:v>4.94008</c:v>
                </c:pt>
                <c:pt idx="4479">
                  <c:v>4.9403800000000002</c:v>
                </c:pt>
                <c:pt idx="4480">
                  <c:v>4.94069</c:v>
                </c:pt>
                <c:pt idx="4481">
                  <c:v>4.9409900000000002</c:v>
                </c:pt>
                <c:pt idx="4482">
                  <c:v>4.9413</c:v>
                </c:pt>
                <c:pt idx="4483">
                  <c:v>4.9416000000000002</c:v>
                </c:pt>
                <c:pt idx="4484">
                  <c:v>4.94191</c:v>
                </c:pt>
                <c:pt idx="4485">
                  <c:v>4.9422199999999998</c:v>
                </c:pt>
                <c:pt idx="4486">
                  <c:v>4.94252</c:v>
                </c:pt>
                <c:pt idx="4487">
                  <c:v>4.9428299999999998</c:v>
                </c:pt>
                <c:pt idx="4488">
                  <c:v>4.94313</c:v>
                </c:pt>
                <c:pt idx="4489">
                  <c:v>4.9434399999999998</c:v>
                </c:pt>
                <c:pt idx="4490">
                  <c:v>4.94374</c:v>
                </c:pt>
                <c:pt idx="4491">
                  <c:v>4.9440499999999998</c:v>
                </c:pt>
                <c:pt idx="4492">
                  <c:v>4.94435</c:v>
                </c:pt>
                <c:pt idx="4493">
                  <c:v>4.9446599999999998</c:v>
                </c:pt>
                <c:pt idx="4494">
                  <c:v>4.94496</c:v>
                </c:pt>
                <c:pt idx="4495">
                  <c:v>4.9452699999999998</c:v>
                </c:pt>
                <c:pt idx="4496">
                  <c:v>4.94557</c:v>
                </c:pt>
                <c:pt idx="4497">
                  <c:v>4.9458799999999998</c:v>
                </c:pt>
                <c:pt idx="4498">
                  <c:v>4.9461899999999996</c:v>
                </c:pt>
                <c:pt idx="4499">
                  <c:v>4.9464899999999998</c:v>
                </c:pt>
                <c:pt idx="4500">
                  <c:v>4.9467999999999996</c:v>
                </c:pt>
                <c:pt idx="4501">
                  <c:v>4.9470999999999998</c:v>
                </c:pt>
                <c:pt idx="4502">
                  <c:v>4.9474099999999996</c:v>
                </c:pt>
                <c:pt idx="4503">
                  <c:v>4.9477099999999998</c:v>
                </c:pt>
                <c:pt idx="4504">
                  <c:v>4.9480199999999996</c:v>
                </c:pt>
                <c:pt idx="4505">
                  <c:v>4.9483199999999998</c:v>
                </c:pt>
                <c:pt idx="4506">
                  <c:v>4.9486299999999996</c:v>
                </c:pt>
                <c:pt idx="4507">
                  <c:v>4.9489299999999998</c:v>
                </c:pt>
                <c:pt idx="4508">
                  <c:v>4.9492399999999996</c:v>
                </c:pt>
                <c:pt idx="4509">
                  <c:v>4.9495399999999998</c:v>
                </c:pt>
                <c:pt idx="4510">
                  <c:v>4.9498499999999996</c:v>
                </c:pt>
                <c:pt idx="4511">
                  <c:v>4.9501600000000003</c:v>
                </c:pt>
                <c:pt idx="4512">
                  <c:v>4.9504599999999996</c:v>
                </c:pt>
                <c:pt idx="4513">
                  <c:v>4.9507700000000003</c:v>
                </c:pt>
                <c:pt idx="4514">
                  <c:v>4.9510699999999996</c:v>
                </c:pt>
                <c:pt idx="4515">
                  <c:v>4.9513800000000003</c:v>
                </c:pt>
                <c:pt idx="4516">
                  <c:v>4.9516799999999996</c:v>
                </c:pt>
                <c:pt idx="4517">
                  <c:v>4.9519900000000003</c:v>
                </c:pt>
                <c:pt idx="4518">
                  <c:v>4.9522899999999996</c:v>
                </c:pt>
                <c:pt idx="4519">
                  <c:v>4.9526000000000003</c:v>
                </c:pt>
                <c:pt idx="4520">
                  <c:v>4.9528999999999996</c:v>
                </c:pt>
                <c:pt idx="4521">
                  <c:v>4.9532100000000003</c:v>
                </c:pt>
                <c:pt idx="4522">
                  <c:v>4.9535099999999996</c:v>
                </c:pt>
                <c:pt idx="4523">
                  <c:v>4.9538200000000003</c:v>
                </c:pt>
                <c:pt idx="4524">
                  <c:v>4.9541300000000001</c:v>
                </c:pt>
                <c:pt idx="4525">
                  <c:v>4.9544300000000003</c:v>
                </c:pt>
                <c:pt idx="4526">
                  <c:v>4.9547400000000001</c:v>
                </c:pt>
                <c:pt idx="4527">
                  <c:v>4.9550400000000003</c:v>
                </c:pt>
                <c:pt idx="4528">
                  <c:v>4.9553500000000001</c:v>
                </c:pt>
                <c:pt idx="4529">
                  <c:v>4.9556500000000003</c:v>
                </c:pt>
                <c:pt idx="4530">
                  <c:v>4.9559600000000001</c:v>
                </c:pt>
                <c:pt idx="4531">
                  <c:v>4.9562600000000003</c:v>
                </c:pt>
                <c:pt idx="4532">
                  <c:v>4.9565700000000001</c:v>
                </c:pt>
                <c:pt idx="4533">
                  <c:v>4.9568700000000003</c:v>
                </c:pt>
                <c:pt idx="4534">
                  <c:v>4.9571800000000001</c:v>
                </c:pt>
                <c:pt idx="4535">
                  <c:v>4.95749</c:v>
                </c:pt>
                <c:pt idx="4536">
                  <c:v>4.9577900000000001</c:v>
                </c:pt>
                <c:pt idx="4537">
                  <c:v>4.9581</c:v>
                </c:pt>
                <c:pt idx="4538">
                  <c:v>4.9584000000000001</c:v>
                </c:pt>
                <c:pt idx="4539">
                  <c:v>4.95871</c:v>
                </c:pt>
                <c:pt idx="4540">
                  <c:v>4.9590100000000001</c:v>
                </c:pt>
                <c:pt idx="4541">
                  <c:v>4.95932</c:v>
                </c:pt>
                <c:pt idx="4542">
                  <c:v>4.9596200000000001</c:v>
                </c:pt>
                <c:pt idx="4543">
                  <c:v>4.9599299999999999</c:v>
                </c:pt>
                <c:pt idx="4544">
                  <c:v>4.9602300000000001</c:v>
                </c:pt>
                <c:pt idx="4545">
                  <c:v>4.9605399999999999</c:v>
                </c:pt>
                <c:pt idx="4546">
                  <c:v>4.9608400000000001</c:v>
                </c:pt>
                <c:pt idx="4547">
                  <c:v>4.9611499999999999</c:v>
                </c:pt>
                <c:pt idx="4548">
                  <c:v>4.9614599999999998</c:v>
                </c:pt>
                <c:pt idx="4549">
                  <c:v>4.9617599999999999</c:v>
                </c:pt>
                <c:pt idx="4550">
                  <c:v>4.9620699999999998</c:v>
                </c:pt>
                <c:pt idx="4551">
                  <c:v>4.9623699999999999</c:v>
                </c:pt>
                <c:pt idx="4552">
                  <c:v>4.9626799999999998</c:v>
                </c:pt>
                <c:pt idx="4553">
                  <c:v>4.9629799999999999</c:v>
                </c:pt>
                <c:pt idx="4554">
                  <c:v>4.9632899999999998</c:v>
                </c:pt>
                <c:pt idx="4555">
                  <c:v>4.9635899999999999</c:v>
                </c:pt>
                <c:pt idx="4556">
                  <c:v>4.9638999999999998</c:v>
                </c:pt>
                <c:pt idx="4557">
                  <c:v>4.9641999999999999</c:v>
                </c:pt>
                <c:pt idx="4558">
                  <c:v>4.9645099999999998</c:v>
                </c:pt>
                <c:pt idx="4559">
                  <c:v>4.9648099999999999</c:v>
                </c:pt>
                <c:pt idx="4560">
                  <c:v>4.9651199999999998</c:v>
                </c:pt>
                <c:pt idx="4561">
                  <c:v>4.9654299999999996</c:v>
                </c:pt>
                <c:pt idx="4562">
                  <c:v>4.9657299999999998</c:v>
                </c:pt>
                <c:pt idx="4563">
                  <c:v>4.9660399999999996</c:v>
                </c:pt>
                <c:pt idx="4564">
                  <c:v>4.9663399999999998</c:v>
                </c:pt>
                <c:pt idx="4565">
                  <c:v>4.9666499999999996</c:v>
                </c:pt>
                <c:pt idx="4566">
                  <c:v>4.9669499999999998</c:v>
                </c:pt>
                <c:pt idx="4567">
                  <c:v>4.9672599999999996</c:v>
                </c:pt>
                <c:pt idx="4568">
                  <c:v>4.9675599999999998</c:v>
                </c:pt>
                <c:pt idx="4569">
                  <c:v>4.9678699999999996</c:v>
                </c:pt>
                <c:pt idx="4570">
                  <c:v>4.9681699999999998</c:v>
                </c:pt>
                <c:pt idx="4571">
                  <c:v>4.9684799999999996</c:v>
                </c:pt>
                <c:pt idx="4572">
                  <c:v>4.9687799999999998</c:v>
                </c:pt>
                <c:pt idx="4573">
                  <c:v>4.9690899999999996</c:v>
                </c:pt>
                <c:pt idx="4574">
                  <c:v>4.9694000000000003</c:v>
                </c:pt>
                <c:pt idx="4575">
                  <c:v>4.9696999999999996</c:v>
                </c:pt>
                <c:pt idx="4576">
                  <c:v>4.9700100000000003</c:v>
                </c:pt>
                <c:pt idx="4577">
                  <c:v>4.9703099999999996</c:v>
                </c:pt>
                <c:pt idx="4578">
                  <c:v>4.9706200000000003</c:v>
                </c:pt>
                <c:pt idx="4579">
                  <c:v>4.9709199999999996</c:v>
                </c:pt>
                <c:pt idx="4580">
                  <c:v>4.9712300000000003</c:v>
                </c:pt>
                <c:pt idx="4581">
                  <c:v>4.9715299999999996</c:v>
                </c:pt>
                <c:pt idx="4582">
                  <c:v>4.9718400000000003</c:v>
                </c:pt>
                <c:pt idx="4583">
                  <c:v>4.9721399999999996</c:v>
                </c:pt>
                <c:pt idx="4584">
                  <c:v>4.9724500000000003</c:v>
                </c:pt>
                <c:pt idx="4585">
                  <c:v>4.9727499999999996</c:v>
                </c:pt>
                <c:pt idx="4586">
                  <c:v>4.9730600000000003</c:v>
                </c:pt>
                <c:pt idx="4587">
                  <c:v>4.9733700000000001</c:v>
                </c:pt>
                <c:pt idx="4588">
                  <c:v>4.9736700000000003</c:v>
                </c:pt>
                <c:pt idx="4589">
                  <c:v>4.9739800000000001</c:v>
                </c:pt>
                <c:pt idx="4590">
                  <c:v>4.9742800000000003</c:v>
                </c:pt>
                <c:pt idx="4591">
                  <c:v>4.9745900000000001</c:v>
                </c:pt>
                <c:pt idx="4592">
                  <c:v>4.9748900000000003</c:v>
                </c:pt>
                <c:pt idx="4593">
                  <c:v>4.9752000000000001</c:v>
                </c:pt>
                <c:pt idx="4594">
                  <c:v>4.9755000000000003</c:v>
                </c:pt>
                <c:pt idx="4595">
                  <c:v>4.9758100000000001</c:v>
                </c:pt>
                <c:pt idx="4596">
                  <c:v>4.9761100000000003</c:v>
                </c:pt>
                <c:pt idx="4597">
                  <c:v>4.9764200000000001</c:v>
                </c:pt>
                <c:pt idx="4598">
                  <c:v>4.9767299999999999</c:v>
                </c:pt>
                <c:pt idx="4599">
                  <c:v>4.9770300000000001</c:v>
                </c:pt>
                <c:pt idx="4600">
                  <c:v>4.9773399999999999</c:v>
                </c:pt>
                <c:pt idx="4601">
                  <c:v>4.9776400000000001</c:v>
                </c:pt>
                <c:pt idx="4602">
                  <c:v>4.9779499999999999</c:v>
                </c:pt>
                <c:pt idx="4603">
                  <c:v>4.9782500000000001</c:v>
                </c:pt>
                <c:pt idx="4604">
                  <c:v>4.9785599999999999</c:v>
                </c:pt>
                <c:pt idx="4605">
                  <c:v>4.9788600000000001</c:v>
                </c:pt>
                <c:pt idx="4606">
                  <c:v>4.9791699999999999</c:v>
                </c:pt>
                <c:pt idx="4607">
                  <c:v>4.9794700000000001</c:v>
                </c:pt>
                <c:pt idx="4608">
                  <c:v>4.9797799999999999</c:v>
                </c:pt>
                <c:pt idx="4609">
                  <c:v>4.9800800000000001</c:v>
                </c:pt>
                <c:pt idx="4610">
                  <c:v>4.9803899999999999</c:v>
                </c:pt>
                <c:pt idx="4611">
                  <c:v>4.9806999999999997</c:v>
                </c:pt>
                <c:pt idx="4612">
                  <c:v>4.9809999999999999</c:v>
                </c:pt>
                <c:pt idx="4613">
                  <c:v>4.9813099999999997</c:v>
                </c:pt>
                <c:pt idx="4614">
                  <c:v>4.9816099999999999</c:v>
                </c:pt>
                <c:pt idx="4615">
                  <c:v>4.9819199999999997</c:v>
                </c:pt>
                <c:pt idx="4616">
                  <c:v>4.9822199999999999</c:v>
                </c:pt>
                <c:pt idx="4617">
                  <c:v>4.9825299999999997</c:v>
                </c:pt>
                <c:pt idx="4618">
                  <c:v>4.9828299999999999</c:v>
                </c:pt>
                <c:pt idx="4619">
                  <c:v>4.9831399999999997</c:v>
                </c:pt>
                <c:pt idx="4620">
                  <c:v>4.9834399999999999</c:v>
                </c:pt>
                <c:pt idx="4621">
                  <c:v>4.9837499999999997</c:v>
                </c:pt>
                <c:pt idx="4622">
                  <c:v>4.9840499999999999</c:v>
                </c:pt>
                <c:pt idx="4623">
                  <c:v>4.9843599999999997</c:v>
                </c:pt>
                <c:pt idx="4624">
                  <c:v>4.9846700000000004</c:v>
                </c:pt>
                <c:pt idx="4625">
                  <c:v>4.9849699999999997</c:v>
                </c:pt>
                <c:pt idx="4626">
                  <c:v>4.9852800000000004</c:v>
                </c:pt>
                <c:pt idx="4627">
                  <c:v>4.9855799999999997</c:v>
                </c:pt>
                <c:pt idx="4628">
                  <c:v>4.9858900000000004</c:v>
                </c:pt>
                <c:pt idx="4629">
                  <c:v>4.9861899999999997</c:v>
                </c:pt>
                <c:pt idx="4630">
                  <c:v>4.9865000000000004</c:v>
                </c:pt>
                <c:pt idx="4631">
                  <c:v>4.9867999999999997</c:v>
                </c:pt>
                <c:pt idx="4632">
                  <c:v>4.9871100000000004</c:v>
                </c:pt>
                <c:pt idx="4633">
                  <c:v>4.9874099999999997</c:v>
                </c:pt>
                <c:pt idx="4634">
                  <c:v>4.9877200000000004</c:v>
                </c:pt>
                <c:pt idx="4635">
                  <c:v>4.9880199999999997</c:v>
                </c:pt>
                <c:pt idx="4636">
                  <c:v>4.9883300000000004</c:v>
                </c:pt>
                <c:pt idx="4637">
                  <c:v>4.9886400000000002</c:v>
                </c:pt>
                <c:pt idx="4638">
                  <c:v>4.9889400000000004</c:v>
                </c:pt>
                <c:pt idx="4639">
                  <c:v>4.9892500000000002</c:v>
                </c:pt>
                <c:pt idx="4640">
                  <c:v>4.9895500000000004</c:v>
                </c:pt>
                <c:pt idx="4641">
                  <c:v>4.9898600000000002</c:v>
                </c:pt>
                <c:pt idx="4642">
                  <c:v>4.9901600000000004</c:v>
                </c:pt>
                <c:pt idx="4643">
                  <c:v>4.9904700000000002</c:v>
                </c:pt>
                <c:pt idx="4644">
                  <c:v>4.9907700000000004</c:v>
                </c:pt>
                <c:pt idx="4645">
                  <c:v>4.9910800000000002</c:v>
                </c:pt>
                <c:pt idx="4646">
                  <c:v>4.9913800000000004</c:v>
                </c:pt>
                <c:pt idx="4647">
                  <c:v>4.9916900000000002</c:v>
                </c:pt>
                <c:pt idx="4648">
                  <c:v>4.9919900000000004</c:v>
                </c:pt>
                <c:pt idx="4649">
                  <c:v>4.9923000000000002</c:v>
                </c:pt>
                <c:pt idx="4650">
                  <c:v>4.99261</c:v>
                </c:pt>
                <c:pt idx="4651">
                  <c:v>4.9929100000000002</c:v>
                </c:pt>
                <c:pt idx="4652">
                  <c:v>4.99322</c:v>
                </c:pt>
                <c:pt idx="4653">
                  <c:v>4.9935200000000002</c:v>
                </c:pt>
                <c:pt idx="4654">
                  <c:v>4.99383</c:v>
                </c:pt>
                <c:pt idx="4655">
                  <c:v>4.9941300000000002</c:v>
                </c:pt>
                <c:pt idx="4656">
                  <c:v>4.99444</c:v>
                </c:pt>
                <c:pt idx="4657">
                  <c:v>4.9947400000000002</c:v>
                </c:pt>
                <c:pt idx="4658">
                  <c:v>4.99505</c:v>
                </c:pt>
                <c:pt idx="4659">
                  <c:v>4.9953500000000002</c:v>
                </c:pt>
                <c:pt idx="4660">
                  <c:v>4.99566</c:v>
                </c:pt>
                <c:pt idx="4661">
                  <c:v>4.9959699999999998</c:v>
                </c:pt>
                <c:pt idx="4662">
                  <c:v>4.99627</c:v>
                </c:pt>
                <c:pt idx="4663">
                  <c:v>4.9965799999999998</c:v>
                </c:pt>
                <c:pt idx="4664">
                  <c:v>4.99688</c:v>
                </c:pt>
                <c:pt idx="4665">
                  <c:v>4.9971899999999998</c:v>
                </c:pt>
                <c:pt idx="4666">
                  <c:v>4.99749</c:v>
                </c:pt>
                <c:pt idx="4667">
                  <c:v>4.9977999999999998</c:v>
                </c:pt>
                <c:pt idx="4668">
                  <c:v>4.9981</c:v>
                </c:pt>
                <c:pt idx="4669">
                  <c:v>4.9984099999999998</c:v>
                </c:pt>
                <c:pt idx="4670">
                  <c:v>4.99871</c:v>
                </c:pt>
                <c:pt idx="4671">
                  <c:v>4.9990199999999998</c:v>
                </c:pt>
                <c:pt idx="4672">
                  <c:v>4.99932</c:v>
                </c:pt>
                <c:pt idx="4673">
                  <c:v>4.9996299999999998</c:v>
                </c:pt>
                <c:pt idx="4674">
                  <c:v>4.9999399999999996</c:v>
                </c:pt>
                <c:pt idx="4675">
                  <c:v>5.0002399999999998</c:v>
                </c:pt>
                <c:pt idx="4676">
                  <c:v>5.0005499999999996</c:v>
                </c:pt>
                <c:pt idx="4677">
                  <c:v>5.0008499999999998</c:v>
                </c:pt>
                <c:pt idx="4678">
                  <c:v>5.0011599999999996</c:v>
                </c:pt>
                <c:pt idx="4679">
                  <c:v>5.0014599999999998</c:v>
                </c:pt>
                <c:pt idx="4680">
                  <c:v>5.0017699999999996</c:v>
                </c:pt>
                <c:pt idx="4681">
                  <c:v>5.0020699999999998</c:v>
                </c:pt>
                <c:pt idx="4682">
                  <c:v>5.0023799999999996</c:v>
                </c:pt>
                <c:pt idx="4683">
                  <c:v>5.0026799999999998</c:v>
                </c:pt>
                <c:pt idx="4684">
                  <c:v>5.0029899999999996</c:v>
                </c:pt>
                <c:pt idx="4685">
                  <c:v>5.0032899999999998</c:v>
                </c:pt>
                <c:pt idx="4686">
                  <c:v>5.0035999999999996</c:v>
                </c:pt>
                <c:pt idx="4687">
                  <c:v>5.0039100000000003</c:v>
                </c:pt>
                <c:pt idx="4688">
                  <c:v>5.0042099999999996</c:v>
                </c:pt>
                <c:pt idx="4689">
                  <c:v>5.0045200000000003</c:v>
                </c:pt>
                <c:pt idx="4690">
                  <c:v>5.0048199999999996</c:v>
                </c:pt>
                <c:pt idx="4691">
                  <c:v>5.0051300000000003</c:v>
                </c:pt>
                <c:pt idx="4692">
                  <c:v>5.0054299999999996</c:v>
                </c:pt>
                <c:pt idx="4693">
                  <c:v>5.0057400000000003</c:v>
                </c:pt>
                <c:pt idx="4694">
                  <c:v>5.0060399999999996</c:v>
                </c:pt>
                <c:pt idx="4695">
                  <c:v>5.0063500000000003</c:v>
                </c:pt>
                <c:pt idx="4696">
                  <c:v>5.0066499999999996</c:v>
                </c:pt>
                <c:pt idx="4697">
                  <c:v>5.0069600000000003</c:v>
                </c:pt>
                <c:pt idx="4698">
                  <c:v>5.0072599999999996</c:v>
                </c:pt>
                <c:pt idx="4699">
                  <c:v>5.0075700000000003</c:v>
                </c:pt>
                <c:pt idx="4700">
                  <c:v>5.0078800000000001</c:v>
                </c:pt>
                <c:pt idx="4701">
                  <c:v>5.0081800000000003</c:v>
                </c:pt>
                <c:pt idx="4702">
                  <c:v>5.0084900000000001</c:v>
                </c:pt>
                <c:pt idx="4703">
                  <c:v>5.0087900000000003</c:v>
                </c:pt>
                <c:pt idx="4704">
                  <c:v>5.0091000000000001</c:v>
                </c:pt>
                <c:pt idx="4705">
                  <c:v>5.0094000000000003</c:v>
                </c:pt>
                <c:pt idx="4706">
                  <c:v>5.0097100000000001</c:v>
                </c:pt>
                <c:pt idx="4707">
                  <c:v>5.0100100000000003</c:v>
                </c:pt>
                <c:pt idx="4708">
                  <c:v>5.0103200000000001</c:v>
                </c:pt>
                <c:pt idx="4709">
                  <c:v>5.0106200000000003</c:v>
                </c:pt>
                <c:pt idx="4710">
                  <c:v>5.0109300000000001</c:v>
                </c:pt>
                <c:pt idx="4711">
                  <c:v>5.0112300000000003</c:v>
                </c:pt>
                <c:pt idx="4712">
                  <c:v>5.0115400000000001</c:v>
                </c:pt>
                <c:pt idx="4713">
                  <c:v>5.0118499999999999</c:v>
                </c:pt>
                <c:pt idx="4714">
                  <c:v>5.0121500000000001</c:v>
                </c:pt>
                <c:pt idx="4715">
                  <c:v>5.0124599999999999</c:v>
                </c:pt>
                <c:pt idx="4716">
                  <c:v>5.0127600000000001</c:v>
                </c:pt>
                <c:pt idx="4717">
                  <c:v>5.0130699999999999</c:v>
                </c:pt>
                <c:pt idx="4718">
                  <c:v>5.0133700000000001</c:v>
                </c:pt>
                <c:pt idx="4719">
                  <c:v>5.0136799999999999</c:v>
                </c:pt>
                <c:pt idx="4720">
                  <c:v>5.0139800000000001</c:v>
                </c:pt>
                <c:pt idx="4721">
                  <c:v>5.0142899999999999</c:v>
                </c:pt>
                <c:pt idx="4722">
                  <c:v>5.0145900000000001</c:v>
                </c:pt>
                <c:pt idx="4723">
                  <c:v>5.0148999999999999</c:v>
                </c:pt>
                <c:pt idx="4724">
                  <c:v>5.0152099999999997</c:v>
                </c:pt>
                <c:pt idx="4725">
                  <c:v>5.0155099999999999</c:v>
                </c:pt>
                <c:pt idx="4726">
                  <c:v>5.0158199999999997</c:v>
                </c:pt>
                <c:pt idx="4727">
                  <c:v>5.0161199999999999</c:v>
                </c:pt>
                <c:pt idx="4728">
                  <c:v>5.0164299999999997</c:v>
                </c:pt>
                <c:pt idx="4729">
                  <c:v>5.0167299999999999</c:v>
                </c:pt>
                <c:pt idx="4730">
                  <c:v>5.0170399999999997</c:v>
                </c:pt>
                <c:pt idx="4731">
                  <c:v>5.0173399999999999</c:v>
                </c:pt>
                <c:pt idx="4732">
                  <c:v>5.0176499999999997</c:v>
                </c:pt>
                <c:pt idx="4733">
                  <c:v>5.0179499999999999</c:v>
                </c:pt>
                <c:pt idx="4734">
                  <c:v>5.0182599999999997</c:v>
                </c:pt>
                <c:pt idx="4735">
                  <c:v>5.0185599999999999</c:v>
                </c:pt>
                <c:pt idx="4736">
                  <c:v>5.0188699999999997</c:v>
                </c:pt>
                <c:pt idx="4737">
                  <c:v>5.0191800000000004</c:v>
                </c:pt>
                <c:pt idx="4738">
                  <c:v>5.0194799999999997</c:v>
                </c:pt>
                <c:pt idx="4739">
                  <c:v>5.0197900000000004</c:v>
                </c:pt>
                <c:pt idx="4740">
                  <c:v>5.0200899999999997</c:v>
                </c:pt>
                <c:pt idx="4741">
                  <c:v>5.0204000000000004</c:v>
                </c:pt>
                <c:pt idx="4742">
                  <c:v>5.0206999999999997</c:v>
                </c:pt>
                <c:pt idx="4743">
                  <c:v>5.0210100000000004</c:v>
                </c:pt>
                <c:pt idx="4744">
                  <c:v>5.0213099999999997</c:v>
                </c:pt>
                <c:pt idx="4745">
                  <c:v>5.0216200000000004</c:v>
                </c:pt>
                <c:pt idx="4746">
                  <c:v>5.0219199999999997</c:v>
                </c:pt>
                <c:pt idx="4747">
                  <c:v>5.0222300000000004</c:v>
                </c:pt>
                <c:pt idx="4748">
                  <c:v>5.0225299999999997</c:v>
                </c:pt>
                <c:pt idx="4749">
                  <c:v>5.0228400000000004</c:v>
                </c:pt>
                <c:pt idx="4750">
                  <c:v>5.0231500000000002</c:v>
                </c:pt>
                <c:pt idx="4751">
                  <c:v>5.0234500000000004</c:v>
                </c:pt>
                <c:pt idx="4752">
                  <c:v>5.0237600000000002</c:v>
                </c:pt>
                <c:pt idx="4753">
                  <c:v>5.0240600000000004</c:v>
                </c:pt>
                <c:pt idx="4754">
                  <c:v>5.0243700000000002</c:v>
                </c:pt>
                <c:pt idx="4755">
                  <c:v>5.0246700000000004</c:v>
                </c:pt>
                <c:pt idx="4756">
                  <c:v>5.0249800000000002</c:v>
                </c:pt>
                <c:pt idx="4757">
                  <c:v>5.0252800000000004</c:v>
                </c:pt>
                <c:pt idx="4758">
                  <c:v>5.0255900000000002</c:v>
                </c:pt>
                <c:pt idx="4759">
                  <c:v>5.0258900000000004</c:v>
                </c:pt>
                <c:pt idx="4760">
                  <c:v>5.0262000000000002</c:v>
                </c:pt>
                <c:pt idx="4761">
                  <c:v>5.0265000000000004</c:v>
                </c:pt>
                <c:pt idx="4762">
                  <c:v>5.0268100000000002</c:v>
                </c:pt>
                <c:pt idx="4763">
                  <c:v>5.02712</c:v>
                </c:pt>
                <c:pt idx="4764">
                  <c:v>5.0274200000000002</c:v>
                </c:pt>
                <c:pt idx="4765">
                  <c:v>5.02773</c:v>
                </c:pt>
                <c:pt idx="4766">
                  <c:v>5.0280300000000002</c:v>
                </c:pt>
                <c:pt idx="4767">
                  <c:v>5.02834</c:v>
                </c:pt>
                <c:pt idx="4768">
                  <c:v>5.0286400000000002</c:v>
                </c:pt>
                <c:pt idx="4769">
                  <c:v>5.02895</c:v>
                </c:pt>
                <c:pt idx="4770">
                  <c:v>5.0292500000000002</c:v>
                </c:pt>
                <c:pt idx="4771">
                  <c:v>5.02956</c:v>
                </c:pt>
                <c:pt idx="4772">
                  <c:v>5.0298600000000002</c:v>
                </c:pt>
                <c:pt idx="4773">
                  <c:v>5.03017</c:v>
                </c:pt>
                <c:pt idx="4774">
                  <c:v>5.0304799999999998</c:v>
                </c:pt>
                <c:pt idx="4775">
                  <c:v>5.03078</c:v>
                </c:pt>
                <c:pt idx="4776">
                  <c:v>5.0310899999999998</c:v>
                </c:pt>
                <c:pt idx="4777">
                  <c:v>5.03139</c:v>
                </c:pt>
                <c:pt idx="4778">
                  <c:v>5.0316999999999998</c:v>
                </c:pt>
                <c:pt idx="4779">
                  <c:v>5.032</c:v>
                </c:pt>
                <c:pt idx="4780">
                  <c:v>5.0323099999999998</c:v>
                </c:pt>
                <c:pt idx="4781">
                  <c:v>5.03261</c:v>
                </c:pt>
                <c:pt idx="4782">
                  <c:v>5.0329199999999998</c:v>
                </c:pt>
                <c:pt idx="4783">
                  <c:v>5.03322</c:v>
                </c:pt>
                <c:pt idx="4784">
                  <c:v>5.0335299999999998</c:v>
                </c:pt>
                <c:pt idx="4785">
                  <c:v>5.03383</c:v>
                </c:pt>
                <c:pt idx="4786">
                  <c:v>5.0341399999999998</c:v>
                </c:pt>
                <c:pt idx="4787">
                  <c:v>5.0344499999999996</c:v>
                </c:pt>
                <c:pt idx="4788">
                  <c:v>5.0347499999999998</c:v>
                </c:pt>
                <c:pt idx="4789">
                  <c:v>5.0350599999999996</c:v>
                </c:pt>
                <c:pt idx="4790">
                  <c:v>5.0353599999999998</c:v>
                </c:pt>
                <c:pt idx="4791">
                  <c:v>5.0356699999999996</c:v>
                </c:pt>
                <c:pt idx="4792">
                  <c:v>5.0359699999999998</c:v>
                </c:pt>
                <c:pt idx="4793">
                  <c:v>5.0362799999999996</c:v>
                </c:pt>
                <c:pt idx="4794">
                  <c:v>5.0365799999999998</c:v>
                </c:pt>
                <c:pt idx="4795">
                  <c:v>5.0368899999999996</c:v>
                </c:pt>
                <c:pt idx="4796">
                  <c:v>5.0371899999999998</c:v>
                </c:pt>
                <c:pt idx="4797">
                  <c:v>5.0374999999999996</c:v>
                </c:pt>
                <c:pt idx="4798">
                  <c:v>5.0377999999999998</c:v>
                </c:pt>
                <c:pt idx="4799">
                  <c:v>5.0381099999999996</c:v>
                </c:pt>
                <c:pt idx="4800">
                  <c:v>5.0384200000000003</c:v>
                </c:pt>
                <c:pt idx="4801">
                  <c:v>5.0387199999999996</c:v>
                </c:pt>
                <c:pt idx="4802">
                  <c:v>5.0390300000000003</c:v>
                </c:pt>
                <c:pt idx="4803">
                  <c:v>5.0393299999999996</c:v>
                </c:pt>
                <c:pt idx="4804">
                  <c:v>5.0396400000000003</c:v>
                </c:pt>
                <c:pt idx="4805">
                  <c:v>5.0399399999999996</c:v>
                </c:pt>
                <c:pt idx="4806">
                  <c:v>5.0402500000000003</c:v>
                </c:pt>
                <c:pt idx="4807">
                  <c:v>5.0405499999999996</c:v>
                </c:pt>
                <c:pt idx="4808">
                  <c:v>5.0408600000000003</c:v>
                </c:pt>
                <c:pt idx="4809">
                  <c:v>5.0411599999999996</c:v>
                </c:pt>
                <c:pt idx="4810">
                  <c:v>5.0414700000000003</c:v>
                </c:pt>
                <c:pt idx="4811">
                  <c:v>5.0417699999999996</c:v>
                </c:pt>
                <c:pt idx="4812">
                  <c:v>5.0420800000000003</c:v>
                </c:pt>
                <c:pt idx="4813">
                  <c:v>5.0423900000000001</c:v>
                </c:pt>
                <c:pt idx="4814">
                  <c:v>5.0426900000000003</c:v>
                </c:pt>
                <c:pt idx="4815">
                  <c:v>5.0430000000000001</c:v>
                </c:pt>
                <c:pt idx="4816">
                  <c:v>5.0433000000000003</c:v>
                </c:pt>
                <c:pt idx="4817">
                  <c:v>5.0436100000000001</c:v>
                </c:pt>
                <c:pt idx="4818">
                  <c:v>5.0439100000000003</c:v>
                </c:pt>
                <c:pt idx="4819">
                  <c:v>5.0442200000000001</c:v>
                </c:pt>
                <c:pt idx="4820">
                  <c:v>5.0445200000000003</c:v>
                </c:pt>
                <c:pt idx="4821">
                  <c:v>5.0448300000000001</c:v>
                </c:pt>
                <c:pt idx="4822">
                  <c:v>5.0451300000000003</c:v>
                </c:pt>
                <c:pt idx="4823">
                  <c:v>5.0454400000000001</c:v>
                </c:pt>
                <c:pt idx="4824">
                  <c:v>5.0457400000000003</c:v>
                </c:pt>
                <c:pt idx="4825">
                  <c:v>5.0460500000000001</c:v>
                </c:pt>
                <c:pt idx="4826">
                  <c:v>5.04636</c:v>
                </c:pt>
                <c:pt idx="4827">
                  <c:v>5.0466600000000001</c:v>
                </c:pt>
                <c:pt idx="4828">
                  <c:v>5.04697</c:v>
                </c:pt>
                <c:pt idx="4829">
                  <c:v>5.0472700000000001</c:v>
                </c:pt>
                <c:pt idx="4830">
                  <c:v>5.04758</c:v>
                </c:pt>
                <c:pt idx="4831">
                  <c:v>5.0478800000000001</c:v>
                </c:pt>
                <c:pt idx="4832">
                  <c:v>5.04819</c:v>
                </c:pt>
                <c:pt idx="4833">
                  <c:v>5.0484900000000001</c:v>
                </c:pt>
                <c:pt idx="4834">
                  <c:v>5.0488</c:v>
                </c:pt>
                <c:pt idx="4835">
                  <c:v>5.0491000000000001</c:v>
                </c:pt>
                <c:pt idx="4836">
                  <c:v>5.04941</c:v>
                </c:pt>
                <c:pt idx="4837">
                  <c:v>5.0497199999999998</c:v>
                </c:pt>
                <c:pt idx="4838">
                  <c:v>5.05002</c:v>
                </c:pt>
                <c:pt idx="4839">
                  <c:v>5.0503299999999998</c:v>
                </c:pt>
                <c:pt idx="4840">
                  <c:v>5.05063</c:v>
                </c:pt>
                <c:pt idx="4841">
                  <c:v>5.0509399999999998</c:v>
                </c:pt>
                <c:pt idx="4842">
                  <c:v>5.05124</c:v>
                </c:pt>
                <c:pt idx="4843">
                  <c:v>5.0515499999999998</c:v>
                </c:pt>
                <c:pt idx="4844">
                  <c:v>5.05185</c:v>
                </c:pt>
                <c:pt idx="4845">
                  <c:v>5.0521599999999998</c:v>
                </c:pt>
                <c:pt idx="4846">
                  <c:v>5.05246</c:v>
                </c:pt>
                <c:pt idx="4847">
                  <c:v>5.0527699999999998</c:v>
                </c:pt>
                <c:pt idx="4848">
                  <c:v>5.05307</c:v>
                </c:pt>
                <c:pt idx="4849">
                  <c:v>5.0533799999999998</c:v>
                </c:pt>
                <c:pt idx="4850">
                  <c:v>5.0536899999999996</c:v>
                </c:pt>
                <c:pt idx="4851">
                  <c:v>5.0539899999999998</c:v>
                </c:pt>
                <c:pt idx="4852">
                  <c:v>5.0542999999999996</c:v>
                </c:pt>
                <c:pt idx="4853">
                  <c:v>5.0545999999999998</c:v>
                </c:pt>
                <c:pt idx="4854">
                  <c:v>5.0549099999999996</c:v>
                </c:pt>
                <c:pt idx="4855">
                  <c:v>5.0552099999999998</c:v>
                </c:pt>
                <c:pt idx="4856">
                  <c:v>5.0555199999999996</c:v>
                </c:pt>
                <c:pt idx="4857">
                  <c:v>5.0558199999999998</c:v>
                </c:pt>
                <c:pt idx="4858">
                  <c:v>5.0561299999999996</c:v>
                </c:pt>
                <c:pt idx="4859">
                  <c:v>5.0564299999999998</c:v>
                </c:pt>
                <c:pt idx="4860">
                  <c:v>5.0567399999999996</c:v>
                </c:pt>
                <c:pt idx="4861">
                  <c:v>5.0570399999999998</c:v>
                </c:pt>
                <c:pt idx="4862">
                  <c:v>5.0573499999999996</c:v>
                </c:pt>
                <c:pt idx="4863">
                  <c:v>5.0576600000000003</c:v>
                </c:pt>
                <c:pt idx="4864">
                  <c:v>5.0579599999999996</c:v>
                </c:pt>
                <c:pt idx="4865">
                  <c:v>5.0582700000000003</c:v>
                </c:pt>
                <c:pt idx="4866">
                  <c:v>5.0585699999999996</c:v>
                </c:pt>
                <c:pt idx="4867">
                  <c:v>5.0588800000000003</c:v>
                </c:pt>
                <c:pt idx="4868">
                  <c:v>5.0591799999999996</c:v>
                </c:pt>
                <c:pt idx="4869">
                  <c:v>5.0594900000000003</c:v>
                </c:pt>
                <c:pt idx="4870">
                  <c:v>5.0597899999999996</c:v>
                </c:pt>
                <c:pt idx="4871">
                  <c:v>5.0601000000000003</c:v>
                </c:pt>
                <c:pt idx="4872">
                  <c:v>5.0603999999999996</c:v>
                </c:pt>
                <c:pt idx="4873">
                  <c:v>5.0607100000000003</c:v>
                </c:pt>
                <c:pt idx="4874">
                  <c:v>5.0610099999999996</c:v>
                </c:pt>
                <c:pt idx="4875">
                  <c:v>5.0613200000000003</c:v>
                </c:pt>
                <c:pt idx="4876">
                  <c:v>5.0616300000000001</c:v>
                </c:pt>
                <c:pt idx="4877">
                  <c:v>5.0619300000000003</c:v>
                </c:pt>
                <c:pt idx="4878">
                  <c:v>5.0622400000000001</c:v>
                </c:pt>
                <c:pt idx="4879">
                  <c:v>5.0625400000000003</c:v>
                </c:pt>
                <c:pt idx="4880">
                  <c:v>5.0628500000000001</c:v>
                </c:pt>
                <c:pt idx="4881">
                  <c:v>5.0631500000000003</c:v>
                </c:pt>
                <c:pt idx="4882">
                  <c:v>5.0634600000000001</c:v>
                </c:pt>
                <c:pt idx="4883">
                  <c:v>5.0637600000000003</c:v>
                </c:pt>
                <c:pt idx="4884">
                  <c:v>5.0640700000000001</c:v>
                </c:pt>
                <c:pt idx="4885">
                  <c:v>5.0643700000000003</c:v>
                </c:pt>
                <c:pt idx="4886">
                  <c:v>5.0646800000000001</c:v>
                </c:pt>
                <c:pt idx="4887">
                  <c:v>5.0649800000000003</c:v>
                </c:pt>
                <c:pt idx="4888">
                  <c:v>5.0652900000000001</c:v>
                </c:pt>
                <c:pt idx="4889">
                  <c:v>5.0655999999999999</c:v>
                </c:pt>
                <c:pt idx="4890">
                  <c:v>5.0659000000000001</c:v>
                </c:pt>
                <c:pt idx="4891">
                  <c:v>5.0662099999999999</c:v>
                </c:pt>
                <c:pt idx="4892">
                  <c:v>5.0665100000000001</c:v>
                </c:pt>
                <c:pt idx="4893">
                  <c:v>5.0668199999999999</c:v>
                </c:pt>
                <c:pt idx="4894">
                  <c:v>5.0671200000000001</c:v>
                </c:pt>
                <c:pt idx="4895">
                  <c:v>5.0674299999999999</c:v>
                </c:pt>
                <c:pt idx="4896">
                  <c:v>5.0677300000000001</c:v>
                </c:pt>
                <c:pt idx="4897">
                  <c:v>5.0680399999999999</c:v>
                </c:pt>
                <c:pt idx="4898">
                  <c:v>5.0683400000000001</c:v>
                </c:pt>
                <c:pt idx="4899">
                  <c:v>5.0686499999999999</c:v>
                </c:pt>
                <c:pt idx="4900">
                  <c:v>5.0689599999999997</c:v>
                </c:pt>
                <c:pt idx="4901">
                  <c:v>5.0692599999999999</c:v>
                </c:pt>
                <c:pt idx="4902">
                  <c:v>5.0695699999999997</c:v>
                </c:pt>
                <c:pt idx="4903">
                  <c:v>5.0698699999999999</c:v>
                </c:pt>
                <c:pt idx="4904">
                  <c:v>5.0701799999999997</c:v>
                </c:pt>
                <c:pt idx="4905">
                  <c:v>5.0704799999999999</c:v>
                </c:pt>
                <c:pt idx="4906">
                  <c:v>5.0707899999999997</c:v>
                </c:pt>
                <c:pt idx="4907">
                  <c:v>5.0710899999999999</c:v>
                </c:pt>
                <c:pt idx="4908">
                  <c:v>5.0713999999999997</c:v>
                </c:pt>
                <c:pt idx="4909">
                  <c:v>5.0716999999999999</c:v>
                </c:pt>
                <c:pt idx="4910">
                  <c:v>5.0720099999999997</c:v>
                </c:pt>
                <c:pt idx="4911">
                  <c:v>5.0723099999999999</c:v>
                </c:pt>
                <c:pt idx="4912">
                  <c:v>5.0726199999999997</c:v>
                </c:pt>
                <c:pt idx="4913">
                  <c:v>5.0729300000000004</c:v>
                </c:pt>
                <c:pt idx="4914">
                  <c:v>5.0732299999999997</c:v>
                </c:pt>
                <c:pt idx="4915">
                  <c:v>5.0735400000000004</c:v>
                </c:pt>
                <c:pt idx="4916">
                  <c:v>5.0738399999999997</c:v>
                </c:pt>
                <c:pt idx="4917">
                  <c:v>5.0741500000000004</c:v>
                </c:pt>
                <c:pt idx="4918">
                  <c:v>5.0744499999999997</c:v>
                </c:pt>
                <c:pt idx="4919">
                  <c:v>5.0747600000000004</c:v>
                </c:pt>
                <c:pt idx="4920">
                  <c:v>5.0750599999999997</c:v>
                </c:pt>
                <c:pt idx="4921">
                  <c:v>5.0753700000000004</c:v>
                </c:pt>
                <c:pt idx="4922">
                  <c:v>5.0756699999999997</c:v>
                </c:pt>
                <c:pt idx="4923">
                  <c:v>5.0759800000000004</c:v>
                </c:pt>
                <c:pt idx="4924">
                  <c:v>5.0762799999999997</c:v>
                </c:pt>
                <c:pt idx="4925">
                  <c:v>5.0765900000000004</c:v>
                </c:pt>
                <c:pt idx="4926">
                  <c:v>5.0769000000000002</c:v>
                </c:pt>
                <c:pt idx="4927">
                  <c:v>5.0772000000000004</c:v>
                </c:pt>
                <c:pt idx="4928">
                  <c:v>5.0775100000000002</c:v>
                </c:pt>
                <c:pt idx="4929">
                  <c:v>5.0778100000000004</c:v>
                </c:pt>
                <c:pt idx="4930">
                  <c:v>5.0781200000000002</c:v>
                </c:pt>
                <c:pt idx="4931">
                  <c:v>5.0784200000000004</c:v>
                </c:pt>
                <c:pt idx="4932">
                  <c:v>5.0787300000000002</c:v>
                </c:pt>
                <c:pt idx="4933">
                  <c:v>5.0790300000000004</c:v>
                </c:pt>
                <c:pt idx="4934">
                  <c:v>5.0793400000000002</c:v>
                </c:pt>
                <c:pt idx="4935">
                  <c:v>5.0796400000000004</c:v>
                </c:pt>
                <c:pt idx="4936">
                  <c:v>5.0799500000000002</c:v>
                </c:pt>
                <c:pt idx="4937">
                  <c:v>5.0802500000000004</c:v>
                </c:pt>
                <c:pt idx="4938">
                  <c:v>5.0805600000000002</c:v>
                </c:pt>
                <c:pt idx="4939">
                  <c:v>5.08087</c:v>
                </c:pt>
                <c:pt idx="4940">
                  <c:v>5.0811700000000002</c:v>
                </c:pt>
                <c:pt idx="4941">
                  <c:v>5.08148</c:v>
                </c:pt>
                <c:pt idx="4942">
                  <c:v>5.0817800000000002</c:v>
                </c:pt>
                <c:pt idx="4943">
                  <c:v>5.08209</c:v>
                </c:pt>
                <c:pt idx="4944">
                  <c:v>5.0823900000000002</c:v>
                </c:pt>
                <c:pt idx="4945">
                  <c:v>5.0827</c:v>
                </c:pt>
                <c:pt idx="4946">
                  <c:v>5.0830000000000002</c:v>
                </c:pt>
                <c:pt idx="4947">
                  <c:v>5.08331</c:v>
                </c:pt>
                <c:pt idx="4948">
                  <c:v>5.0836100000000002</c:v>
                </c:pt>
                <c:pt idx="4949">
                  <c:v>5.08392</c:v>
                </c:pt>
                <c:pt idx="4950">
                  <c:v>5.0842299999999998</c:v>
                </c:pt>
                <c:pt idx="4951">
                  <c:v>5.08453</c:v>
                </c:pt>
                <c:pt idx="4952">
                  <c:v>5.0848399999999998</c:v>
                </c:pt>
                <c:pt idx="4953">
                  <c:v>5.08514</c:v>
                </c:pt>
                <c:pt idx="4954">
                  <c:v>5.0854499999999998</c:v>
                </c:pt>
                <c:pt idx="4955">
                  <c:v>5.08575</c:v>
                </c:pt>
                <c:pt idx="4956">
                  <c:v>5.0860599999999998</c:v>
                </c:pt>
                <c:pt idx="4957">
                  <c:v>5.08636</c:v>
                </c:pt>
                <c:pt idx="4958">
                  <c:v>5.0866699999999998</c:v>
                </c:pt>
                <c:pt idx="4959">
                  <c:v>5.08697</c:v>
                </c:pt>
                <c:pt idx="4960">
                  <c:v>5.0872799999999998</c:v>
                </c:pt>
                <c:pt idx="4961">
                  <c:v>5.08758</c:v>
                </c:pt>
                <c:pt idx="4962">
                  <c:v>5.0878899999999998</c:v>
                </c:pt>
                <c:pt idx="4963">
                  <c:v>5.0881999999999996</c:v>
                </c:pt>
                <c:pt idx="4964">
                  <c:v>5.0884999999999998</c:v>
                </c:pt>
                <c:pt idx="4965">
                  <c:v>5.0888099999999996</c:v>
                </c:pt>
                <c:pt idx="4966">
                  <c:v>5.0891099999999998</c:v>
                </c:pt>
                <c:pt idx="4967">
                  <c:v>5.0894199999999996</c:v>
                </c:pt>
                <c:pt idx="4968">
                  <c:v>5.0897199999999998</c:v>
                </c:pt>
                <c:pt idx="4969">
                  <c:v>5.0900299999999996</c:v>
                </c:pt>
                <c:pt idx="4970">
                  <c:v>5.0903299999999998</c:v>
                </c:pt>
                <c:pt idx="4971">
                  <c:v>5.0906399999999996</c:v>
                </c:pt>
                <c:pt idx="4972">
                  <c:v>5.0909399999999998</c:v>
                </c:pt>
                <c:pt idx="4973">
                  <c:v>5.0912499999999996</c:v>
                </c:pt>
                <c:pt idx="4974">
                  <c:v>5.0915499999999998</c:v>
                </c:pt>
                <c:pt idx="4975">
                  <c:v>5.0918599999999996</c:v>
                </c:pt>
                <c:pt idx="4976">
                  <c:v>5.0921700000000003</c:v>
                </c:pt>
                <c:pt idx="4977">
                  <c:v>5.0924699999999996</c:v>
                </c:pt>
                <c:pt idx="4978">
                  <c:v>5.0927800000000003</c:v>
                </c:pt>
                <c:pt idx="4979">
                  <c:v>5.0930799999999996</c:v>
                </c:pt>
                <c:pt idx="4980">
                  <c:v>5.0933900000000003</c:v>
                </c:pt>
                <c:pt idx="4981">
                  <c:v>5.0936899999999996</c:v>
                </c:pt>
                <c:pt idx="4982">
                  <c:v>5.0940000000000003</c:v>
                </c:pt>
                <c:pt idx="4983">
                  <c:v>5.0942999999999996</c:v>
                </c:pt>
                <c:pt idx="4984">
                  <c:v>5.0946100000000003</c:v>
                </c:pt>
                <c:pt idx="4985">
                  <c:v>5.0949099999999996</c:v>
                </c:pt>
                <c:pt idx="4986">
                  <c:v>5.0952200000000003</c:v>
                </c:pt>
                <c:pt idx="4987">
                  <c:v>5.0955199999999996</c:v>
                </c:pt>
                <c:pt idx="4988">
                  <c:v>5.0958300000000003</c:v>
                </c:pt>
                <c:pt idx="4989">
                  <c:v>5.0961400000000001</c:v>
                </c:pt>
                <c:pt idx="4990">
                  <c:v>5.0964400000000003</c:v>
                </c:pt>
                <c:pt idx="4991">
                  <c:v>5.0967500000000001</c:v>
                </c:pt>
                <c:pt idx="4992">
                  <c:v>5.0970500000000003</c:v>
                </c:pt>
                <c:pt idx="4993">
                  <c:v>5.0973600000000001</c:v>
                </c:pt>
                <c:pt idx="4994">
                  <c:v>5.0976600000000003</c:v>
                </c:pt>
                <c:pt idx="4995">
                  <c:v>5.0979700000000001</c:v>
                </c:pt>
                <c:pt idx="4996">
                  <c:v>5.0982700000000003</c:v>
                </c:pt>
                <c:pt idx="4997">
                  <c:v>5.0985800000000001</c:v>
                </c:pt>
                <c:pt idx="4998">
                  <c:v>5.0988800000000003</c:v>
                </c:pt>
                <c:pt idx="4999">
                  <c:v>5.0991900000000001</c:v>
                </c:pt>
                <c:pt idx="5000">
                  <c:v>5.0994900000000003</c:v>
                </c:pt>
                <c:pt idx="5001">
                  <c:v>5.0998000000000001</c:v>
                </c:pt>
                <c:pt idx="5002">
                  <c:v>5.1001099999999999</c:v>
                </c:pt>
                <c:pt idx="5003">
                  <c:v>5.1004100000000001</c:v>
                </c:pt>
                <c:pt idx="5004">
                  <c:v>5.1007199999999999</c:v>
                </c:pt>
                <c:pt idx="5005">
                  <c:v>5.1010200000000001</c:v>
                </c:pt>
                <c:pt idx="5006">
                  <c:v>5.1013299999999999</c:v>
                </c:pt>
                <c:pt idx="5007">
                  <c:v>5.1016300000000001</c:v>
                </c:pt>
                <c:pt idx="5008">
                  <c:v>5.1019399999999999</c:v>
                </c:pt>
                <c:pt idx="5009">
                  <c:v>5.1022400000000001</c:v>
                </c:pt>
                <c:pt idx="5010">
                  <c:v>5.1025499999999999</c:v>
                </c:pt>
                <c:pt idx="5011">
                  <c:v>5.1028500000000001</c:v>
                </c:pt>
                <c:pt idx="5012">
                  <c:v>5.1031599999999999</c:v>
                </c:pt>
                <c:pt idx="5013">
                  <c:v>5.1034699999999997</c:v>
                </c:pt>
                <c:pt idx="5014">
                  <c:v>5.1037699999999999</c:v>
                </c:pt>
                <c:pt idx="5015">
                  <c:v>5.1040799999999997</c:v>
                </c:pt>
                <c:pt idx="5016">
                  <c:v>5.1043799999999999</c:v>
                </c:pt>
                <c:pt idx="5017">
                  <c:v>5.1046899999999997</c:v>
                </c:pt>
                <c:pt idx="5018">
                  <c:v>5.1049899999999999</c:v>
                </c:pt>
                <c:pt idx="5019">
                  <c:v>5.1052999999999997</c:v>
                </c:pt>
                <c:pt idx="5020">
                  <c:v>5.1055999999999999</c:v>
                </c:pt>
                <c:pt idx="5021">
                  <c:v>5.1059099999999997</c:v>
                </c:pt>
                <c:pt idx="5022">
                  <c:v>5.1062099999999999</c:v>
                </c:pt>
                <c:pt idx="5023">
                  <c:v>5.1065199999999997</c:v>
                </c:pt>
                <c:pt idx="5024">
                  <c:v>5.1068199999999999</c:v>
                </c:pt>
                <c:pt idx="5025">
                  <c:v>5.1071299999999997</c:v>
                </c:pt>
                <c:pt idx="5026">
                  <c:v>5.1074400000000004</c:v>
                </c:pt>
                <c:pt idx="5027">
                  <c:v>5.1077399999999997</c:v>
                </c:pt>
                <c:pt idx="5028">
                  <c:v>5.1080500000000004</c:v>
                </c:pt>
                <c:pt idx="5029">
                  <c:v>5.1083499999999997</c:v>
                </c:pt>
                <c:pt idx="5030">
                  <c:v>5.1086600000000004</c:v>
                </c:pt>
                <c:pt idx="5031">
                  <c:v>5.1089599999999997</c:v>
                </c:pt>
                <c:pt idx="5032">
                  <c:v>5.1092700000000004</c:v>
                </c:pt>
                <c:pt idx="5033">
                  <c:v>5.1095699999999997</c:v>
                </c:pt>
                <c:pt idx="5034">
                  <c:v>5.1098800000000004</c:v>
                </c:pt>
                <c:pt idx="5035">
                  <c:v>5.1101799999999997</c:v>
                </c:pt>
                <c:pt idx="5036">
                  <c:v>5.1104900000000004</c:v>
                </c:pt>
                <c:pt idx="5037">
                  <c:v>5.1107899999999997</c:v>
                </c:pt>
                <c:pt idx="5038">
                  <c:v>5.1111000000000004</c:v>
                </c:pt>
                <c:pt idx="5039">
                  <c:v>5.1114100000000002</c:v>
                </c:pt>
                <c:pt idx="5040">
                  <c:v>5.1117100000000004</c:v>
                </c:pt>
                <c:pt idx="5041">
                  <c:v>5.1120200000000002</c:v>
                </c:pt>
                <c:pt idx="5042">
                  <c:v>5.1123200000000004</c:v>
                </c:pt>
                <c:pt idx="5043">
                  <c:v>5.1126300000000002</c:v>
                </c:pt>
                <c:pt idx="5044">
                  <c:v>5.1129300000000004</c:v>
                </c:pt>
                <c:pt idx="5045">
                  <c:v>5.1132400000000002</c:v>
                </c:pt>
                <c:pt idx="5046">
                  <c:v>5.1135400000000004</c:v>
                </c:pt>
                <c:pt idx="5047">
                  <c:v>5.1138500000000002</c:v>
                </c:pt>
                <c:pt idx="5048">
                  <c:v>5.1141500000000004</c:v>
                </c:pt>
                <c:pt idx="5049">
                  <c:v>5.1144600000000002</c:v>
                </c:pt>
                <c:pt idx="5050">
                  <c:v>5.1147600000000004</c:v>
                </c:pt>
                <c:pt idx="5051">
                  <c:v>5.1150700000000002</c:v>
                </c:pt>
                <c:pt idx="5052">
                  <c:v>5.11538</c:v>
                </c:pt>
                <c:pt idx="5053">
                  <c:v>5.1156800000000002</c:v>
                </c:pt>
                <c:pt idx="5054">
                  <c:v>5.11599</c:v>
                </c:pt>
                <c:pt idx="5055">
                  <c:v>5.1162900000000002</c:v>
                </c:pt>
                <c:pt idx="5056">
                  <c:v>5.1166</c:v>
                </c:pt>
                <c:pt idx="5057">
                  <c:v>5.1169000000000002</c:v>
                </c:pt>
                <c:pt idx="5058">
                  <c:v>5.11721</c:v>
                </c:pt>
                <c:pt idx="5059">
                  <c:v>5.1175100000000002</c:v>
                </c:pt>
                <c:pt idx="5060">
                  <c:v>5.11782</c:v>
                </c:pt>
                <c:pt idx="5061">
                  <c:v>5.1181200000000002</c:v>
                </c:pt>
                <c:pt idx="5062">
                  <c:v>5.11843</c:v>
                </c:pt>
                <c:pt idx="5063">
                  <c:v>5.1187300000000002</c:v>
                </c:pt>
                <c:pt idx="5064">
                  <c:v>5.11904</c:v>
                </c:pt>
                <c:pt idx="5065">
                  <c:v>5.1193499999999998</c:v>
                </c:pt>
                <c:pt idx="5066">
                  <c:v>5.11965</c:v>
                </c:pt>
                <c:pt idx="5067">
                  <c:v>5.1199599999999998</c:v>
                </c:pt>
                <c:pt idx="5068">
                  <c:v>5.12026</c:v>
                </c:pt>
                <c:pt idx="5069">
                  <c:v>5.1205699999999998</c:v>
                </c:pt>
                <c:pt idx="5070">
                  <c:v>5.12087</c:v>
                </c:pt>
                <c:pt idx="5071">
                  <c:v>5.1211799999999998</c:v>
                </c:pt>
                <c:pt idx="5072">
                  <c:v>5.12148</c:v>
                </c:pt>
                <c:pt idx="5073">
                  <c:v>5.1217899999999998</c:v>
                </c:pt>
                <c:pt idx="5074">
                  <c:v>5.12209</c:v>
                </c:pt>
                <c:pt idx="5075">
                  <c:v>5.1223999999999998</c:v>
                </c:pt>
                <c:pt idx="5076">
                  <c:v>5.1227099999999997</c:v>
                </c:pt>
                <c:pt idx="5077">
                  <c:v>5.1230099999999998</c:v>
                </c:pt>
                <c:pt idx="5078">
                  <c:v>5.1233199999999997</c:v>
                </c:pt>
                <c:pt idx="5079">
                  <c:v>5.1236199999999998</c:v>
                </c:pt>
                <c:pt idx="5080">
                  <c:v>5.1239299999999997</c:v>
                </c:pt>
                <c:pt idx="5081">
                  <c:v>5.1242299999999998</c:v>
                </c:pt>
                <c:pt idx="5082">
                  <c:v>5.1245399999999997</c:v>
                </c:pt>
                <c:pt idx="5083">
                  <c:v>5.1248399999999998</c:v>
                </c:pt>
                <c:pt idx="5084">
                  <c:v>5.1251499999999997</c:v>
                </c:pt>
                <c:pt idx="5085">
                  <c:v>5.1254499999999998</c:v>
                </c:pt>
                <c:pt idx="5086">
                  <c:v>5.1257599999999996</c:v>
                </c:pt>
                <c:pt idx="5087">
                  <c:v>5.1260599999999998</c:v>
                </c:pt>
                <c:pt idx="5088">
                  <c:v>5.1263699999999996</c:v>
                </c:pt>
                <c:pt idx="5089">
                  <c:v>5.1266800000000003</c:v>
                </c:pt>
                <c:pt idx="5090">
                  <c:v>5.1269799999999996</c:v>
                </c:pt>
                <c:pt idx="5091">
                  <c:v>5.1272900000000003</c:v>
                </c:pt>
                <c:pt idx="5092">
                  <c:v>5.1275899999999996</c:v>
                </c:pt>
                <c:pt idx="5093">
                  <c:v>5.1279000000000003</c:v>
                </c:pt>
                <c:pt idx="5094">
                  <c:v>5.1281999999999996</c:v>
                </c:pt>
                <c:pt idx="5095">
                  <c:v>5.1285100000000003</c:v>
                </c:pt>
                <c:pt idx="5096">
                  <c:v>5.1288099999999996</c:v>
                </c:pt>
                <c:pt idx="5097">
                  <c:v>5.1291200000000003</c:v>
                </c:pt>
                <c:pt idx="5098">
                  <c:v>5.1294199999999996</c:v>
                </c:pt>
                <c:pt idx="5099">
                  <c:v>5.1297300000000003</c:v>
                </c:pt>
                <c:pt idx="5100">
                  <c:v>5.1300299999999996</c:v>
                </c:pt>
                <c:pt idx="5101">
                  <c:v>5.1303400000000003</c:v>
                </c:pt>
                <c:pt idx="5102">
                  <c:v>5.1306500000000002</c:v>
                </c:pt>
                <c:pt idx="5103">
                  <c:v>5.1309500000000003</c:v>
                </c:pt>
                <c:pt idx="5104">
                  <c:v>5.1312600000000002</c:v>
                </c:pt>
                <c:pt idx="5105">
                  <c:v>5.1315600000000003</c:v>
                </c:pt>
                <c:pt idx="5106">
                  <c:v>5.1318700000000002</c:v>
                </c:pt>
                <c:pt idx="5107">
                  <c:v>5.1321700000000003</c:v>
                </c:pt>
                <c:pt idx="5108">
                  <c:v>5.1324800000000002</c:v>
                </c:pt>
                <c:pt idx="5109">
                  <c:v>5.1327800000000003</c:v>
                </c:pt>
                <c:pt idx="5110">
                  <c:v>5.1330900000000002</c:v>
                </c:pt>
                <c:pt idx="5111">
                  <c:v>5.1333900000000003</c:v>
                </c:pt>
                <c:pt idx="5112">
                  <c:v>5.1337000000000002</c:v>
                </c:pt>
                <c:pt idx="5113">
                  <c:v>5.1340000000000003</c:v>
                </c:pt>
                <c:pt idx="5114">
                  <c:v>5.1343100000000002</c:v>
                </c:pt>
                <c:pt idx="5115">
                  <c:v>5.13462</c:v>
                </c:pt>
                <c:pt idx="5116">
                  <c:v>5.1349200000000002</c:v>
                </c:pt>
                <c:pt idx="5117">
                  <c:v>5.13523</c:v>
                </c:pt>
                <c:pt idx="5118">
                  <c:v>5.1355300000000002</c:v>
                </c:pt>
                <c:pt idx="5119">
                  <c:v>5.13584</c:v>
                </c:pt>
                <c:pt idx="5120">
                  <c:v>5.1361400000000001</c:v>
                </c:pt>
                <c:pt idx="5121">
                  <c:v>5.13645</c:v>
                </c:pt>
                <c:pt idx="5122">
                  <c:v>5.1367500000000001</c:v>
                </c:pt>
                <c:pt idx="5123">
                  <c:v>5.13706</c:v>
                </c:pt>
                <c:pt idx="5124">
                  <c:v>5.1373600000000001</c:v>
                </c:pt>
                <c:pt idx="5125">
                  <c:v>5.13767</c:v>
                </c:pt>
                <c:pt idx="5126">
                  <c:v>5.1379700000000001</c:v>
                </c:pt>
                <c:pt idx="5127">
                  <c:v>5.13828</c:v>
                </c:pt>
                <c:pt idx="5128">
                  <c:v>5.1385899999999998</c:v>
                </c:pt>
                <c:pt idx="5129">
                  <c:v>5.13889</c:v>
                </c:pt>
                <c:pt idx="5130">
                  <c:v>5.1391999999999998</c:v>
                </c:pt>
                <c:pt idx="5131">
                  <c:v>5.1395</c:v>
                </c:pt>
                <c:pt idx="5132">
                  <c:v>5.1398099999999998</c:v>
                </c:pt>
                <c:pt idx="5133">
                  <c:v>5.14011</c:v>
                </c:pt>
                <c:pt idx="5134">
                  <c:v>5.1404199999999998</c:v>
                </c:pt>
                <c:pt idx="5135">
                  <c:v>5.14072</c:v>
                </c:pt>
                <c:pt idx="5136">
                  <c:v>5.1410299999999998</c:v>
                </c:pt>
                <c:pt idx="5137">
                  <c:v>5.14133</c:v>
                </c:pt>
                <c:pt idx="5138">
                  <c:v>5.1416399999999998</c:v>
                </c:pt>
                <c:pt idx="5139">
                  <c:v>5.1419499999999996</c:v>
                </c:pt>
                <c:pt idx="5140">
                  <c:v>5.1422499999999998</c:v>
                </c:pt>
                <c:pt idx="5141">
                  <c:v>5.1425599999999996</c:v>
                </c:pt>
                <c:pt idx="5142">
                  <c:v>5.1428599999999998</c:v>
                </c:pt>
                <c:pt idx="5143">
                  <c:v>5.1431699999999996</c:v>
                </c:pt>
                <c:pt idx="5144">
                  <c:v>5.1434699999999998</c:v>
                </c:pt>
                <c:pt idx="5145">
                  <c:v>5.1437799999999996</c:v>
                </c:pt>
                <c:pt idx="5146">
                  <c:v>5.1440799999999998</c:v>
                </c:pt>
                <c:pt idx="5147">
                  <c:v>5.1443899999999996</c:v>
                </c:pt>
                <c:pt idx="5148">
                  <c:v>5.1446899999999998</c:v>
                </c:pt>
                <c:pt idx="5149">
                  <c:v>5.1449999999999996</c:v>
                </c:pt>
                <c:pt idx="5150">
                  <c:v>5.1452999999999998</c:v>
                </c:pt>
                <c:pt idx="5151">
                  <c:v>5.1456099999999996</c:v>
                </c:pt>
                <c:pt idx="5152">
                  <c:v>5.1459200000000003</c:v>
                </c:pt>
                <c:pt idx="5153">
                  <c:v>5.1462199999999996</c:v>
                </c:pt>
                <c:pt idx="5154">
                  <c:v>5.1465300000000003</c:v>
                </c:pt>
                <c:pt idx="5155">
                  <c:v>5.1468299999999996</c:v>
                </c:pt>
                <c:pt idx="5156">
                  <c:v>5.1471400000000003</c:v>
                </c:pt>
                <c:pt idx="5157">
                  <c:v>5.1474399999999996</c:v>
                </c:pt>
                <c:pt idx="5158">
                  <c:v>5.1477500000000003</c:v>
                </c:pt>
                <c:pt idx="5159">
                  <c:v>5.1480499999999996</c:v>
                </c:pt>
                <c:pt idx="5160">
                  <c:v>5.1483600000000003</c:v>
                </c:pt>
                <c:pt idx="5161">
                  <c:v>5.1486599999999996</c:v>
                </c:pt>
                <c:pt idx="5162">
                  <c:v>5.1489700000000003</c:v>
                </c:pt>
                <c:pt idx="5163">
                  <c:v>5.1492699999999996</c:v>
                </c:pt>
                <c:pt idx="5164">
                  <c:v>5.1495800000000003</c:v>
                </c:pt>
                <c:pt idx="5165">
                  <c:v>5.1498900000000001</c:v>
                </c:pt>
                <c:pt idx="5166">
                  <c:v>5.1501900000000003</c:v>
                </c:pt>
                <c:pt idx="5167">
                  <c:v>5.1505000000000001</c:v>
                </c:pt>
                <c:pt idx="5168">
                  <c:v>5.1508000000000003</c:v>
                </c:pt>
                <c:pt idx="5169">
                  <c:v>5.1511100000000001</c:v>
                </c:pt>
                <c:pt idx="5170">
                  <c:v>5.1514100000000003</c:v>
                </c:pt>
                <c:pt idx="5171">
                  <c:v>5.1517200000000001</c:v>
                </c:pt>
                <c:pt idx="5172">
                  <c:v>5.1520200000000003</c:v>
                </c:pt>
                <c:pt idx="5173">
                  <c:v>5.1523300000000001</c:v>
                </c:pt>
                <c:pt idx="5174">
                  <c:v>5.1526300000000003</c:v>
                </c:pt>
                <c:pt idx="5175">
                  <c:v>5.1529400000000001</c:v>
                </c:pt>
                <c:pt idx="5176">
                  <c:v>5.1532400000000003</c:v>
                </c:pt>
                <c:pt idx="5177">
                  <c:v>5.1535500000000001</c:v>
                </c:pt>
                <c:pt idx="5178">
                  <c:v>5.1538599999999999</c:v>
                </c:pt>
                <c:pt idx="5179">
                  <c:v>5.1541600000000001</c:v>
                </c:pt>
                <c:pt idx="5180">
                  <c:v>5.1544699999999999</c:v>
                </c:pt>
                <c:pt idx="5181">
                  <c:v>5.1547700000000001</c:v>
                </c:pt>
                <c:pt idx="5182">
                  <c:v>5.1550799999999999</c:v>
                </c:pt>
                <c:pt idx="5183">
                  <c:v>5.1553800000000001</c:v>
                </c:pt>
                <c:pt idx="5184">
                  <c:v>5.1556899999999999</c:v>
                </c:pt>
                <c:pt idx="5185">
                  <c:v>5.1559900000000001</c:v>
                </c:pt>
                <c:pt idx="5186">
                  <c:v>5.1562999999999999</c:v>
                </c:pt>
                <c:pt idx="5187">
                  <c:v>5.1566000000000001</c:v>
                </c:pt>
                <c:pt idx="5188">
                  <c:v>5.1569099999999999</c:v>
                </c:pt>
                <c:pt idx="5189">
                  <c:v>5.1572199999999997</c:v>
                </c:pt>
                <c:pt idx="5190">
                  <c:v>5.1575199999999999</c:v>
                </c:pt>
                <c:pt idx="5191">
                  <c:v>5.1578299999999997</c:v>
                </c:pt>
                <c:pt idx="5192">
                  <c:v>5.1581299999999999</c:v>
                </c:pt>
                <c:pt idx="5193">
                  <c:v>5.1584399999999997</c:v>
                </c:pt>
                <c:pt idx="5194">
                  <c:v>5.1587399999999999</c:v>
                </c:pt>
                <c:pt idx="5195">
                  <c:v>5.1590499999999997</c:v>
                </c:pt>
                <c:pt idx="5196">
                  <c:v>5.1593499999999999</c:v>
                </c:pt>
                <c:pt idx="5197">
                  <c:v>5.1596599999999997</c:v>
                </c:pt>
                <c:pt idx="5198">
                  <c:v>5.1599599999999999</c:v>
                </c:pt>
                <c:pt idx="5199">
                  <c:v>5.1602699999999997</c:v>
                </c:pt>
                <c:pt idx="5200">
                  <c:v>5.1605699999999999</c:v>
                </c:pt>
                <c:pt idx="5201">
                  <c:v>5.1608799999999997</c:v>
                </c:pt>
                <c:pt idx="5202">
                  <c:v>5.1611900000000004</c:v>
                </c:pt>
                <c:pt idx="5203">
                  <c:v>5.1614899999999997</c:v>
                </c:pt>
                <c:pt idx="5204">
                  <c:v>5.1618000000000004</c:v>
                </c:pt>
                <c:pt idx="5205">
                  <c:v>5.1620999999999997</c:v>
                </c:pt>
                <c:pt idx="5206">
                  <c:v>5.1624100000000004</c:v>
                </c:pt>
                <c:pt idx="5207">
                  <c:v>5.1627099999999997</c:v>
                </c:pt>
                <c:pt idx="5208">
                  <c:v>5.1630200000000004</c:v>
                </c:pt>
                <c:pt idx="5209">
                  <c:v>5.1633199999999997</c:v>
                </c:pt>
                <c:pt idx="5210">
                  <c:v>5.1636300000000004</c:v>
                </c:pt>
                <c:pt idx="5211">
                  <c:v>5.1639299999999997</c:v>
                </c:pt>
                <c:pt idx="5212">
                  <c:v>5.1642400000000004</c:v>
                </c:pt>
                <c:pt idx="5213">
                  <c:v>5.1645399999999997</c:v>
                </c:pt>
                <c:pt idx="5214">
                  <c:v>5.1648500000000004</c:v>
                </c:pt>
                <c:pt idx="5215">
                  <c:v>5.1651600000000002</c:v>
                </c:pt>
                <c:pt idx="5216">
                  <c:v>5.1654600000000004</c:v>
                </c:pt>
                <c:pt idx="5217">
                  <c:v>5.1657700000000002</c:v>
                </c:pt>
                <c:pt idx="5218">
                  <c:v>5.1660700000000004</c:v>
                </c:pt>
                <c:pt idx="5219">
                  <c:v>5.1663800000000002</c:v>
                </c:pt>
                <c:pt idx="5220">
                  <c:v>5.1666800000000004</c:v>
                </c:pt>
                <c:pt idx="5221">
                  <c:v>5.1669900000000002</c:v>
                </c:pt>
                <c:pt idx="5222">
                  <c:v>5.1672900000000004</c:v>
                </c:pt>
                <c:pt idx="5223">
                  <c:v>5.1676000000000002</c:v>
                </c:pt>
                <c:pt idx="5224">
                  <c:v>5.1679000000000004</c:v>
                </c:pt>
                <c:pt idx="5225">
                  <c:v>5.1682100000000002</c:v>
                </c:pt>
                <c:pt idx="5226">
                  <c:v>5.1685100000000004</c:v>
                </c:pt>
                <c:pt idx="5227">
                  <c:v>5.1688200000000002</c:v>
                </c:pt>
                <c:pt idx="5228">
                  <c:v>5.16913</c:v>
                </c:pt>
                <c:pt idx="5229">
                  <c:v>5.1694300000000002</c:v>
                </c:pt>
                <c:pt idx="5230">
                  <c:v>5.16974</c:v>
                </c:pt>
                <c:pt idx="5231">
                  <c:v>5.1700400000000002</c:v>
                </c:pt>
                <c:pt idx="5232">
                  <c:v>5.17035</c:v>
                </c:pt>
                <c:pt idx="5233">
                  <c:v>5.1706500000000002</c:v>
                </c:pt>
                <c:pt idx="5234">
                  <c:v>5.17096</c:v>
                </c:pt>
                <c:pt idx="5235">
                  <c:v>5.1712600000000002</c:v>
                </c:pt>
                <c:pt idx="5236">
                  <c:v>5.17157</c:v>
                </c:pt>
                <c:pt idx="5237">
                  <c:v>5.1718700000000002</c:v>
                </c:pt>
                <c:pt idx="5238">
                  <c:v>5.17218</c:v>
                </c:pt>
                <c:pt idx="5239">
                  <c:v>5.1724800000000002</c:v>
                </c:pt>
                <c:pt idx="5240">
                  <c:v>5.17279</c:v>
                </c:pt>
                <c:pt idx="5241">
                  <c:v>5.1730999999999998</c:v>
                </c:pt>
                <c:pt idx="5242">
                  <c:v>5.1734</c:v>
                </c:pt>
                <c:pt idx="5243">
                  <c:v>5.1737099999999998</c:v>
                </c:pt>
                <c:pt idx="5244">
                  <c:v>5.17401</c:v>
                </c:pt>
                <c:pt idx="5245">
                  <c:v>5.1743199999999998</c:v>
                </c:pt>
                <c:pt idx="5246">
                  <c:v>5.17462</c:v>
                </c:pt>
                <c:pt idx="5247">
                  <c:v>5.1749299999999998</c:v>
                </c:pt>
                <c:pt idx="5248">
                  <c:v>5.17523</c:v>
                </c:pt>
                <c:pt idx="5249">
                  <c:v>5.1755399999999998</c:v>
                </c:pt>
                <c:pt idx="5250">
                  <c:v>5.17584</c:v>
                </c:pt>
                <c:pt idx="5251">
                  <c:v>5.1761499999999998</c:v>
                </c:pt>
                <c:pt idx="5252">
                  <c:v>5.1764599999999996</c:v>
                </c:pt>
                <c:pt idx="5253">
                  <c:v>5.1767599999999998</c:v>
                </c:pt>
                <c:pt idx="5254">
                  <c:v>5.1770699999999996</c:v>
                </c:pt>
                <c:pt idx="5255">
                  <c:v>5.1773699999999998</c:v>
                </c:pt>
                <c:pt idx="5256">
                  <c:v>5.1776799999999996</c:v>
                </c:pt>
                <c:pt idx="5257">
                  <c:v>5.1779799999999998</c:v>
                </c:pt>
                <c:pt idx="5258">
                  <c:v>5.1782899999999996</c:v>
                </c:pt>
                <c:pt idx="5259">
                  <c:v>5.1785899999999998</c:v>
                </c:pt>
                <c:pt idx="5260">
                  <c:v>5.1788999999999996</c:v>
                </c:pt>
                <c:pt idx="5261">
                  <c:v>5.1791999999999998</c:v>
                </c:pt>
                <c:pt idx="5262">
                  <c:v>5.1795099999999996</c:v>
                </c:pt>
                <c:pt idx="5263">
                  <c:v>5.1798099999999998</c:v>
                </c:pt>
                <c:pt idx="5264">
                  <c:v>5.1801199999999996</c:v>
                </c:pt>
                <c:pt idx="5265">
                  <c:v>5.1804300000000003</c:v>
                </c:pt>
                <c:pt idx="5266">
                  <c:v>5.1807299999999996</c:v>
                </c:pt>
                <c:pt idx="5267">
                  <c:v>5.1810400000000003</c:v>
                </c:pt>
                <c:pt idx="5268">
                  <c:v>5.1813399999999996</c:v>
                </c:pt>
                <c:pt idx="5269">
                  <c:v>5.1816500000000003</c:v>
                </c:pt>
                <c:pt idx="5270">
                  <c:v>5.1819499999999996</c:v>
                </c:pt>
                <c:pt idx="5271">
                  <c:v>5.1822600000000003</c:v>
                </c:pt>
                <c:pt idx="5272">
                  <c:v>5.1825599999999996</c:v>
                </c:pt>
                <c:pt idx="5273">
                  <c:v>5.1828700000000003</c:v>
                </c:pt>
                <c:pt idx="5274">
                  <c:v>5.1831699999999996</c:v>
                </c:pt>
                <c:pt idx="5275">
                  <c:v>5.1834800000000003</c:v>
                </c:pt>
                <c:pt idx="5276">
                  <c:v>5.1837799999999996</c:v>
                </c:pt>
                <c:pt idx="5277">
                  <c:v>5.1840900000000003</c:v>
                </c:pt>
                <c:pt idx="5278">
                  <c:v>5.1844000000000001</c:v>
                </c:pt>
                <c:pt idx="5279">
                  <c:v>5.1847000000000003</c:v>
                </c:pt>
                <c:pt idx="5280">
                  <c:v>5.1850100000000001</c:v>
                </c:pt>
                <c:pt idx="5281">
                  <c:v>5.1853100000000003</c:v>
                </c:pt>
                <c:pt idx="5282">
                  <c:v>5.1856200000000001</c:v>
                </c:pt>
                <c:pt idx="5283">
                  <c:v>5.1859200000000003</c:v>
                </c:pt>
                <c:pt idx="5284">
                  <c:v>5.1862300000000001</c:v>
                </c:pt>
                <c:pt idx="5285">
                  <c:v>5.1865300000000003</c:v>
                </c:pt>
                <c:pt idx="5286">
                  <c:v>5.1868400000000001</c:v>
                </c:pt>
                <c:pt idx="5287">
                  <c:v>5.1871400000000003</c:v>
                </c:pt>
                <c:pt idx="5288">
                  <c:v>5.1874500000000001</c:v>
                </c:pt>
                <c:pt idx="5289">
                  <c:v>5.1877500000000003</c:v>
                </c:pt>
                <c:pt idx="5290">
                  <c:v>5.1880600000000001</c:v>
                </c:pt>
                <c:pt idx="5291">
                  <c:v>5.1883699999999999</c:v>
                </c:pt>
                <c:pt idx="5292">
                  <c:v>5.1886700000000001</c:v>
                </c:pt>
                <c:pt idx="5293">
                  <c:v>5.1889799999999999</c:v>
                </c:pt>
                <c:pt idx="5294">
                  <c:v>5.1892800000000001</c:v>
                </c:pt>
                <c:pt idx="5295">
                  <c:v>5.1895899999999999</c:v>
                </c:pt>
                <c:pt idx="5296">
                  <c:v>5.1898900000000001</c:v>
                </c:pt>
                <c:pt idx="5297">
                  <c:v>5.1901999999999999</c:v>
                </c:pt>
                <c:pt idx="5298">
                  <c:v>5.1905000000000001</c:v>
                </c:pt>
                <c:pt idx="5299">
                  <c:v>5.1908099999999999</c:v>
                </c:pt>
                <c:pt idx="5300">
                  <c:v>5.1911100000000001</c:v>
                </c:pt>
                <c:pt idx="5301">
                  <c:v>5.1914199999999999</c:v>
                </c:pt>
                <c:pt idx="5302">
                  <c:v>5.1917200000000001</c:v>
                </c:pt>
                <c:pt idx="5303">
                  <c:v>5.1920299999999999</c:v>
                </c:pt>
                <c:pt idx="5304">
                  <c:v>5.1923399999999997</c:v>
                </c:pt>
                <c:pt idx="5305">
                  <c:v>5.1926399999999999</c:v>
                </c:pt>
                <c:pt idx="5306">
                  <c:v>5.1929499999999997</c:v>
                </c:pt>
                <c:pt idx="5307">
                  <c:v>5.1932499999999999</c:v>
                </c:pt>
                <c:pt idx="5308">
                  <c:v>5.1935599999999997</c:v>
                </c:pt>
                <c:pt idx="5309">
                  <c:v>5.1938599999999999</c:v>
                </c:pt>
                <c:pt idx="5310">
                  <c:v>5.1941699999999997</c:v>
                </c:pt>
                <c:pt idx="5311">
                  <c:v>5.1944699999999999</c:v>
                </c:pt>
                <c:pt idx="5312">
                  <c:v>5.1947799999999997</c:v>
                </c:pt>
                <c:pt idx="5313">
                  <c:v>5.1950799999999999</c:v>
                </c:pt>
                <c:pt idx="5314">
                  <c:v>5.1953899999999997</c:v>
                </c:pt>
                <c:pt idx="5315">
                  <c:v>5.1957000000000004</c:v>
                </c:pt>
                <c:pt idx="5316">
                  <c:v>5.1959999999999997</c:v>
                </c:pt>
                <c:pt idx="5317">
                  <c:v>5.1963100000000004</c:v>
                </c:pt>
                <c:pt idx="5318">
                  <c:v>5.1966099999999997</c:v>
                </c:pt>
                <c:pt idx="5319">
                  <c:v>5.1969200000000004</c:v>
                </c:pt>
                <c:pt idx="5320">
                  <c:v>5.1972199999999997</c:v>
                </c:pt>
                <c:pt idx="5321">
                  <c:v>5.1975300000000004</c:v>
                </c:pt>
                <c:pt idx="5322">
                  <c:v>5.1978299999999997</c:v>
                </c:pt>
                <c:pt idx="5323">
                  <c:v>5.1981400000000004</c:v>
                </c:pt>
                <c:pt idx="5324">
                  <c:v>5.1984399999999997</c:v>
                </c:pt>
                <c:pt idx="5325">
                  <c:v>5.1987500000000004</c:v>
                </c:pt>
                <c:pt idx="5326">
                  <c:v>5.1990499999999997</c:v>
                </c:pt>
                <c:pt idx="5327">
                  <c:v>5.1993600000000004</c:v>
                </c:pt>
                <c:pt idx="5328">
                  <c:v>5.1996700000000002</c:v>
                </c:pt>
                <c:pt idx="5329">
                  <c:v>5.1999700000000004</c:v>
                </c:pt>
                <c:pt idx="5330">
                  <c:v>5.2002800000000002</c:v>
                </c:pt>
                <c:pt idx="5331">
                  <c:v>5.2005800000000004</c:v>
                </c:pt>
                <c:pt idx="5332">
                  <c:v>5.2008900000000002</c:v>
                </c:pt>
                <c:pt idx="5333">
                  <c:v>5.2011900000000004</c:v>
                </c:pt>
                <c:pt idx="5334">
                  <c:v>5.2015000000000002</c:v>
                </c:pt>
                <c:pt idx="5335">
                  <c:v>5.2018000000000004</c:v>
                </c:pt>
                <c:pt idx="5336">
                  <c:v>5.2021100000000002</c:v>
                </c:pt>
                <c:pt idx="5337">
                  <c:v>5.2024100000000004</c:v>
                </c:pt>
                <c:pt idx="5338">
                  <c:v>5.2027200000000002</c:v>
                </c:pt>
                <c:pt idx="5339">
                  <c:v>5.2030200000000004</c:v>
                </c:pt>
                <c:pt idx="5340">
                  <c:v>5.2033300000000002</c:v>
                </c:pt>
                <c:pt idx="5341">
                  <c:v>5.20364</c:v>
                </c:pt>
                <c:pt idx="5342">
                  <c:v>5.2039400000000002</c:v>
                </c:pt>
                <c:pt idx="5343">
                  <c:v>5.20425</c:v>
                </c:pt>
                <c:pt idx="5344">
                  <c:v>5.2045500000000002</c:v>
                </c:pt>
                <c:pt idx="5345">
                  <c:v>5.20486</c:v>
                </c:pt>
                <c:pt idx="5346">
                  <c:v>5.2051600000000002</c:v>
                </c:pt>
                <c:pt idx="5347">
                  <c:v>5.20547</c:v>
                </c:pt>
                <c:pt idx="5348">
                  <c:v>5.2057700000000002</c:v>
                </c:pt>
                <c:pt idx="5349">
                  <c:v>5.20608</c:v>
                </c:pt>
                <c:pt idx="5350">
                  <c:v>5.2063800000000002</c:v>
                </c:pt>
                <c:pt idx="5351">
                  <c:v>5.20669</c:v>
                </c:pt>
                <c:pt idx="5352">
                  <c:v>5.2069900000000002</c:v>
                </c:pt>
                <c:pt idx="5353">
                  <c:v>5.2073</c:v>
                </c:pt>
                <c:pt idx="5354">
                  <c:v>5.2076099999999999</c:v>
                </c:pt>
                <c:pt idx="5355">
                  <c:v>5.20791</c:v>
                </c:pt>
                <c:pt idx="5356">
                  <c:v>5.2082199999999998</c:v>
                </c:pt>
                <c:pt idx="5357">
                  <c:v>5.20852</c:v>
                </c:pt>
                <c:pt idx="5358">
                  <c:v>5.2088299999999998</c:v>
                </c:pt>
                <c:pt idx="5359">
                  <c:v>5.20913</c:v>
                </c:pt>
                <c:pt idx="5360">
                  <c:v>5.2094399999999998</c:v>
                </c:pt>
                <c:pt idx="5361">
                  <c:v>5.20974</c:v>
                </c:pt>
                <c:pt idx="5362">
                  <c:v>5.2100499999999998</c:v>
                </c:pt>
                <c:pt idx="5363">
                  <c:v>5.21035</c:v>
                </c:pt>
                <c:pt idx="5364">
                  <c:v>5.2106599999999998</c:v>
                </c:pt>
                <c:pt idx="5365">
                  <c:v>5.2109699999999997</c:v>
                </c:pt>
                <c:pt idx="5366">
                  <c:v>5.2112699999999998</c:v>
                </c:pt>
                <c:pt idx="5367">
                  <c:v>5.2115799999999997</c:v>
                </c:pt>
                <c:pt idx="5368">
                  <c:v>5.2118799999999998</c:v>
                </c:pt>
                <c:pt idx="5369">
                  <c:v>5.2121899999999997</c:v>
                </c:pt>
                <c:pt idx="5370">
                  <c:v>5.2124899999999998</c:v>
                </c:pt>
                <c:pt idx="5371">
                  <c:v>5.2127999999999997</c:v>
                </c:pt>
                <c:pt idx="5372">
                  <c:v>5.2130999999999998</c:v>
                </c:pt>
                <c:pt idx="5373">
                  <c:v>5.2134099999999997</c:v>
                </c:pt>
                <c:pt idx="5374">
                  <c:v>5.2137099999999998</c:v>
                </c:pt>
                <c:pt idx="5375">
                  <c:v>5.2140199999999997</c:v>
                </c:pt>
                <c:pt idx="5376">
                  <c:v>5.2143199999999998</c:v>
                </c:pt>
                <c:pt idx="5377">
                  <c:v>5.2146299999999997</c:v>
                </c:pt>
                <c:pt idx="5378">
                  <c:v>5.2149400000000004</c:v>
                </c:pt>
                <c:pt idx="5379">
                  <c:v>5.2152399999999997</c:v>
                </c:pt>
                <c:pt idx="5380">
                  <c:v>5.2155500000000004</c:v>
                </c:pt>
                <c:pt idx="5381">
                  <c:v>5.2158499999999997</c:v>
                </c:pt>
                <c:pt idx="5382">
                  <c:v>5.2161600000000004</c:v>
                </c:pt>
                <c:pt idx="5383">
                  <c:v>5.2164599999999997</c:v>
                </c:pt>
                <c:pt idx="5384">
                  <c:v>5.2167700000000004</c:v>
                </c:pt>
                <c:pt idx="5385">
                  <c:v>5.2170699999999997</c:v>
                </c:pt>
                <c:pt idx="5386">
                  <c:v>5.2173800000000004</c:v>
                </c:pt>
                <c:pt idx="5387">
                  <c:v>5.2176799999999997</c:v>
                </c:pt>
                <c:pt idx="5388">
                  <c:v>5.2179900000000004</c:v>
                </c:pt>
                <c:pt idx="5389">
                  <c:v>5.2182899999999997</c:v>
                </c:pt>
                <c:pt idx="5390">
                  <c:v>5.2186000000000003</c:v>
                </c:pt>
                <c:pt idx="5391">
                  <c:v>5.2189100000000002</c:v>
                </c:pt>
                <c:pt idx="5392">
                  <c:v>5.2192100000000003</c:v>
                </c:pt>
                <c:pt idx="5393">
                  <c:v>5.2195200000000002</c:v>
                </c:pt>
                <c:pt idx="5394">
                  <c:v>5.2198200000000003</c:v>
                </c:pt>
                <c:pt idx="5395">
                  <c:v>5.2201300000000002</c:v>
                </c:pt>
                <c:pt idx="5396">
                  <c:v>5.2204300000000003</c:v>
                </c:pt>
                <c:pt idx="5397">
                  <c:v>5.2207400000000002</c:v>
                </c:pt>
                <c:pt idx="5398">
                  <c:v>5.2210400000000003</c:v>
                </c:pt>
                <c:pt idx="5399">
                  <c:v>5.2213500000000002</c:v>
                </c:pt>
                <c:pt idx="5400">
                  <c:v>5.2216500000000003</c:v>
                </c:pt>
                <c:pt idx="5401">
                  <c:v>5.2219600000000002</c:v>
                </c:pt>
                <c:pt idx="5402">
                  <c:v>5.2222600000000003</c:v>
                </c:pt>
                <c:pt idx="5403">
                  <c:v>5.2225700000000002</c:v>
                </c:pt>
                <c:pt idx="5404">
                  <c:v>5.22288</c:v>
                </c:pt>
                <c:pt idx="5405">
                  <c:v>5.2231800000000002</c:v>
                </c:pt>
                <c:pt idx="5406">
                  <c:v>5.22349</c:v>
                </c:pt>
                <c:pt idx="5407">
                  <c:v>5.2237900000000002</c:v>
                </c:pt>
                <c:pt idx="5408">
                  <c:v>5.2241</c:v>
                </c:pt>
                <c:pt idx="5409">
                  <c:v>5.2244000000000002</c:v>
                </c:pt>
                <c:pt idx="5410">
                  <c:v>5.22471</c:v>
                </c:pt>
                <c:pt idx="5411">
                  <c:v>5.2250100000000002</c:v>
                </c:pt>
                <c:pt idx="5412">
                  <c:v>5.22532</c:v>
                </c:pt>
                <c:pt idx="5413">
                  <c:v>5.2256200000000002</c:v>
                </c:pt>
                <c:pt idx="5414">
                  <c:v>5.22593</c:v>
                </c:pt>
                <c:pt idx="5415">
                  <c:v>5.2262300000000002</c:v>
                </c:pt>
                <c:pt idx="5416">
                  <c:v>5.22654</c:v>
                </c:pt>
                <c:pt idx="5417">
                  <c:v>5.2268499999999998</c:v>
                </c:pt>
                <c:pt idx="5418">
                  <c:v>5.22715</c:v>
                </c:pt>
                <c:pt idx="5419">
                  <c:v>5.2274599999999998</c:v>
                </c:pt>
                <c:pt idx="5420">
                  <c:v>5.22776</c:v>
                </c:pt>
                <c:pt idx="5421">
                  <c:v>5.2280699999999998</c:v>
                </c:pt>
                <c:pt idx="5422">
                  <c:v>5.22837</c:v>
                </c:pt>
                <c:pt idx="5423">
                  <c:v>5.2286799999999998</c:v>
                </c:pt>
                <c:pt idx="5424">
                  <c:v>5.22898</c:v>
                </c:pt>
                <c:pt idx="5425">
                  <c:v>5.2292899999999998</c:v>
                </c:pt>
                <c:pt idx="5426">
                  <c:v>5.22959</c:v>
                </c:pt>
                <c:pt idx="5427">
                  <c:v>5.2298999999999998</c:v>
                </c:pt>
                <c:pt idx="5428">
                  <c:v>5.2302099999999996</c:v>
                </c:pt>
                <c:pt idx="5429">
                  <c:v>5.2305099999999998</c:v>
                </c:pt>
                <c:pt idx="5430">
                  <c:v>5.2308199999999996</c:v>
                </c:pt>
                <c:pt idx="5431">
                  <c:v>5.2311199999999998</c:v>
                </c:pt>
                <c:pt idx="5432">
                  <c:v>5.2314299999999996</c:v>
                </c:pt>
                <c:pt idx="5433">
                  <c:v>5.2317299999999998</c:v>
                </c:pt>
                <c:pt idx="5434">
                  <c:v>5.2320399999999996</c:v>
                </c:pt>
                <c:pt idx="5435">
                  <c:v>5.2323399999999998</c:v>
                </c:pt>
                <c:pt idx="5436">
                  <c:v>5.2326499999999996</c:v>
                </c:pt>
                <c:pt idx="5437">
                  <c:v>5.2329499999999998</c:v>
                </c:pt>
                <c:pt idx="5438">
                  <c:v>5.2332599999999996</c:v>
                </c:pt>
                <c:pt idx="5439">
                  <c:v>5.2335599999999998</c:v>
                </c:pt>
                <c:pt idx="5440">
                  <c:v>5.2338699999999996</c:v>
                </c:pt>
                <c:pt idx="5441">
                  <c:v>5.2341800000000003</c:v>
                </c:pt>
                <c:pt idx="5442">
                  <c:v>5.2344799999999996</c:v>
                </c:pt>
                <c:pt idx="5443">
                  <c:v>5.2347900000000003</c:v>
                </c:pt>
                <c:pt idx="5444">
                  <c:v>5.2350899999999996</c:v>
                </c:pt>
                <c:pt idx="5445">
                  <c:v>5.2354000000000003</c:v>
                </c:pt>
                <c:pt idx="5446">
                  <c:v>5.2356999999999996</c:v>
                </c:pt>
                <c:pt idx="5447">
                  <c:v>5.2360100000000003</c:v>
                </c:pt>
                <c:pt idx="5448">
                  <c:v>5.2363099999999996</c:v>
                </c:pt>
                <c:pt idx="5449">
                  <c:v>5.2366200000000003</c:v>
                </c:pt>
                <c:pt idx="5450">
                  <c:v>5.2369199999999996</c:v>
                </c:pt>
                <c:pt idx="5451">
                  <c:v>5.2372300000000003</c:v>
                </c:pt>
                <c:pt idx="5452">
                  <c:v>5.2375299999999996</c:v>
                </c:pt>
                <c:pt idx="5453">
                  <c:v>5.2378400000000003</c:v>
                </c:pt>
                <c:pt idx="5454">
                  <c:v>5.2381500000000001</c:v>
                </c:pt>
                <c:pt idx="5455">
                  <c:v>5.2384500000000003</c:v>
                </c:pt>
                <c:pt idx="5456">
                  <c:v>5.2387600000000001</c:v>
                </c:pt>
                <c:pt idx="5457">
                  <c:v>5.2390600000000003</c:v>
                </c:pt>
                <c:pt idx="5458">
                  <c:v>5.2393700000000001</c:v>
                </c:pt>
                <c:pt idx="5459">
                  <c:v>5.2396700000000003</c:v>
                </c:pt>
                <c:pt idx="5460">
                  <c:v>5.2399800000000001</c:v>
                </c:pt>
                <c:pt idx="5461">
                  <c:v>5.2402800000000003</c:v>
                </c:pt>
                <c:pt idx="5462">
                  <c:v>5.2405900000000001</c:v>
                </c:pt>
                <c:pt idx="5463">
                  <c:v>5.2408900000000003</c:v>
                </c:pt>
                <c:pt idx="5464">
                  <c:v>5.2412000000000001</c:v>
                </c:pt>
                <c:pt idx="5465">
                  <c:v>5.2415000000000003</c:v>
                </c:pt>
                <c:pt idx="5466">
                  <c:v>5.2418100000000001</c:v>
                </c:pt>
                <c:pt idx="5467">
                  <c:v>5.2421199999999999</c:v>
                </c:pt>
                <c:pt idx="5468">
                  <c:v>5.2424200000000001</c:v>
                </c:pt>
                <c:pt idx="5469">
                  <c:v>5.2427299999999999</c:v>
                </c:pt>
                <c:pt idx="5470">
                  <c:v>5.2430300000000001</c:v>
                </c:pt>
                <c:pt idx="5471">
                  <c:v>5.2433399999999999</c:v>
                </c:pt>
                <c:pt idx="5472">
                  <c:v>5.2436400000000001</c:v>
                </c:pt>
                <c:pt idx="5473">
                  <c:v>5.2439499999999999</c:v>
                </c:pt>
                <c:pt idx="5474">
                  <c:v>5.2442500000000001</c:v>
                </c:pt>
                <c:pt idx="5475">
                  <c:v>5.2445599999999999</c:v>
                </c:pt>
                <c:pt idx="5476">
                  <c:v>5.2448600000000001</c:v>
                </c:pt>
                <c:pt idx="5477">
                  <c:v>5.2451699999999999</c:v>
                </c:pt>
                <c:pt idx="5478">
                  <c:v>5.2454700000000001</c:v>
                </c:pt>
                <c:pt idx="5479">
                  <c:v>5.2457799999999999</c:v>
                </c:pt>
                <c:pt idx="5480">
                  <c:v>5.2460899999999997</c:v>
                </c:pt>
                <c:pt idx="5481">
                  <c:v>5.2463899999999999</c:v>
                </c:pt>
                <c:pt idx="5482">
                  <c:v>5.2466999999999997</c:v>
                </c:pt>
                <c:pt idx="5483">
                  <c:v>5.2469999999999999</c:v>
                </c:pt>
                <c:pt idx="5484">
                  <c:v>5.2473099999999997</c:v>
                </c:pt>
                <c:pt idx="5485">
                  <c:v>5.2476099999999999</c:v>
                </c:pt>
                <c:pt idx="5486">
                  <c:v>5.2479199999999997</c:v>
                </c:pt>
                <c:pt idx="5487">
                  <c:v>5.2482199999999999</c:v>
                </c:pt>
                <c:pt idx="5488">
                  <c:v>5.2485299999999997</c:v>
                </c:pt>
                <c:pt idx="5489">
                  <c:v>5.2488299999999999</c:v>
                </c:pt>
                <c:pt idx="5490">
                  <c:v>5.2491399999999997</c:v>
                </c:pt>
                <c:pt idx="5491">
                  <c:v>5.2494500000000004</c:v>
                </c:pt>
                <c:pt idx="5492">
                  <c:v>5.2497499999999997</c:v>
                </c:pt>
                <c:pt idx="5493">
                  <c:v>5.2500600000000004</c:v>
                </c:pt>
                <c:pt idx="5494">
                  <c:v>5.2503599999999997</c:v>
                </c:pt>
                <c:pt idx="5495">
                  <c:v>5.2506700000000004</c:v>
                </c:pt>
                <c:pt idx="5496">
                  <c:v>5.2509699999999997</c:v>
                </c:pt>
                <c:pt idx="5497">
                  <c:v>5.2512800000000004</c:v>
                </c:pt>
                <c:pt idx="5498">
                  <c:v>5.2515799999999997</c:v>
                </c:pt>
                <c:pt idx="5499">
                  <c:v>5.2518900000000004</c:v>
                </c:pt>
                <c:pt idx="5500">
                  <c:v>5.2521899999999997</c:v>
                </c:pt>
                <c:pt idx="5501">
                  <c:v>5.2525000000000004</c:v>
                </c:pt>
                <c:pt idx="5502">
                  <c:v>5.2527999999999997</c:v>
                </c:pt>
                <c:pt idx="5503">
                  <c:v>5.2531100000000004</c:v>
                </c:pt>
                <c:pt idx="5504">
                  <c:v>5.2534200000000002</c:v>
                </c:pt>
                <c:pt idx="5505">
                  <c:v>5.2537200000000004</c:v>
                </c:pt>
                <c:pt idx="5506">
                  <c:v>5.2540300000000002</c:v>
                </c:pt>
                <c:pt idx="5507">
                  <c:v>5.2543300000000004</c:v>
                </c:pt>
                <c:pt idx="5508">
                  <c:v>5.2546400000000002</c:v>
                </c:pt>
                <c:pt idx="5509">
                  <c:v>5.2549400000000004</c:v>
                </c:pt>
                <c:pt idx="5510">
                  <c:v>5.2552500000000002</c:v>
                </c:pt>
                <c:pt idx="5511">
                  <c:v>5.2555500000000004</c:v>
                </c:pt>
                <c:pt idx="5512">
                  <c:v>5.2558600000000002</c:v>
                </c:pt>
                <c:pt idx="5513">
                  <c:v>5.2561600000000004</c:v>
                </c:pt>
                <c:pt idx="5514">
                  <c:v>5.2564700000000002</c:v>
                </c:pt>
                <c:pt idx="5515">
                  <c:v>5.2567700000000004</c:v>
                </c:pt>
                <c:pt idx="5516">
                  <c:v>5.2570800000000002</c:v>
                </c:pt>
                <c:pt idx="5517">
                  <c:v>5.25739</c:v>
                </c:pt>
                <c:pt idx="5518">
                  <c:v>5.2576900000000002</c:v>
                </c:pt>
                <c:pt idx="5519">
                  <c:v>5.258</c:v>
                </c:pt>
                <c:pt idx="5520">
                  <c:v>5.2583000000000002</c:v>
                </c:pt>
                <c:pt idx="5521">
                  <c:v>5.25861</c:v>
                </c:pt>
                <c:pt idx="5522">
                  <c:v>5.2589100000000002</c:v>
                </c:pt>
                <c:pt idx="5523">
                  <c:v>5.25922</c:v>
                </c:pt>
                <c:pt idx="5524">
                  <c:v>5.2595200000000002</c:v>
                </c:pt>
                <c:pt idx="5525">
                  <c:v>5.25983</c:v>
                </c:pt>
                <c:pt idx="5526">
                  <c:v>5.2601300000000002</c:v>
                </c:pt>
                <c:pt idx="5527">
                  <c:v>5.26044</c:v>
                </c:pt>
                <c:pt idx="5528">
                  <c:v>5.2607400000000002</c:v>
                </c:pt>
                <c:pt idx="5529">
                  <c:v>5.26105</c:v>
                </c:pt>
                <c:pt idx="5530">
                  <c:v>5.2613599999999998</c:v>
                </c:pt>
                <c:pt idx="5531">
                  <c:v>5.26166</c:v>
                </c:pt>
                <c:pt idx="5532">
                  <c:v>5.2619699999999998</c:v>
                </c:pt>
                <c:pt idx="5533">
                  <c:v>5.26227</c:v>
                </c:pt>
                <c:pt idx="5534">
                  <c:v>5.2625799999999998</c:v>
                </c:pt>
                <c:pt idx="5535">
                  <c:v>5.26288</c:v>
                </c:pt>
                <c:pt idx="5536">
                  <c:v>5.2631899999999998</c:v>
                </c:pt>
                <c:pt idx="5537">
                  <c:v>5.26349</c:v>
                </c:pt>
                <c:pt idx="5538">
                  <c:v>5.2637999999999998</c:v>
                </c:pt>
                <c:pt idx="5539">
                  <c:v>5.2641</c:v>
                </c:pt>
                <c:pt idx="5540">
                  <c:v>5.2644099999999998</c:v>
                </c:pt>
                <c:pt idx="5541">
                  <c:v>5.2647199999999996</c:v>
                </c:pt>
                <c:pt idx="5542">
                  <c:v>5.2650199999999998</c:v>
                </c:pt>
                <c:pt idx="5543">
                  <c:v>5.2653299999999996</c:v>
                </c:pt>
                <c:pt idx="5544">
                  <c:v>5.2656299999999998</c:v>
                </c:pt>
                <c:pt idx="5545">
                  <c:v>5.2659399999999996</c:v>
                </c:pt>
                <c:pt idx="5546">
                  <c:v>5.2662399999999998</c:v>
                </c:pt>
                <c:pt idx="5547">
                  <c:v>5.2665499999999996</c:v>
                </c:pt>
                <c:pt idx="5548">
                  <c:v>5.2668499999999998</c:v>
                </c:pt>
                <c:pt idx="5549">
                  <c:v>5.2671599999999996</c:v>
                </c:pt>
                <c:pt idx="5550">
                  <c:v>5.2674599999999998</c:v>
                </c:pt>
                <c:pt idx="5551">
                  <c:v>5.2677699999999996</c:v>
                </c:pt>
                <c:pt idx="5552">
                  <c:v>5.2680699999999998</c:v>
                </c:pt>
                <c:pt idx="5553">
                  <c:v>5.2683799999999996</c:v>
                </c:pt>
                <c:pt idx="5554">
                  <c:v>5.2686900000000003</c:v>
                </c:pt>
                <c:pt idx="5555">
                  <c:v>5.2689899999999996</c:v>
                </c:pt>
                <c:pt idx="5556">
                  <c:v>5.2693000000000003</c:v>
                </c:pt>
                <c:pt idx="5557">
                  <c:v>5.2695999999999996</c:v>
                </c:pt>
                <c:pt idx="5558">
                  <c:v>5.2699100000000003</c:v>
                </c:pt>
                <c:pt idx="5559">
                  <c:v>5.2702099999999996</c:v>
                </c:pt>
                <c:pt idx="5560">
                  <c:v>5.2705200000000003</c:v>
                </c:pt>
                <c:pt idx="5561">
                  <c:v>5.2708199999999996</c:v>
                </c:pt>
                <c:pt idx="5562">
                  <c:v>5.2711300000000003</c:v>
                </c:pt>
                <c:pt idx="5563">
                  <c:v>5.2714299999999996</c:v>
                </c:pt>
                <c:pt idx="5564">
                  <c:v>5.2717400000000003</c:v>
                </c:pt>
                <c:pt idx="5565">
                  <c:v>5.2720399999999996</c:v>
                </c:pt>
                <c:pt idx="5566">
                  <c:v>5.2723500000000003</c:v>
                </c:pt>
                <c:pt idx="5567">
                  <c:v>5.2726600000000001</c:v>
                </c:pt>
                <c:pt idx="5568">
                  <c:v>5.2729600000000003</c:v>
                </c:pt>
                <c:pt idx="5569">
                  <c:v>5.2732700000000001</c:v>
                </c:pt>
                <c:pt idx="5570">
                  <c:v>5.2735700000000003</c:v>
                </c:pt>
                <c:pt idx="5571">
                  <c:v>5.2738800000000001</c:v>
                </c:pt>
                <c:pt idx="5572">
                  <c:v>5.2741800000000003</c:v>
                </c:pt>
                <c:pt idx="5573">
                  <c:v>5.2744900000000001</c:v>
                </c:pt>
                <c:pt idx="5574">
                  <c:v>5.2747900000000003</c:v>
                </c:pt>
                <c:pt idx="5575">
                  <c:v>5.2751000000000001</c:v>
                </c:pt>
                <c:pt idx="5576">
                  <c:v>5.2754000000000003</c:v>
                </c:pt>
                <c:pt idx="5577">
                  <c:v>5.2757100000000001</c:v>
                </c:pt>
                <c:pt idx="5578">
                  <c:v>5.2760100000000003</c:v>
                </c:pt>
                <c:pt idx="5579">
                  <c:v>5.2763200000000001</c:v>
                </c:pt>
                <c:pt idx="5580">
                  <c:v>5.2766299999999999</c:v>
                </c:pt>
                <c:pt idx="5581">
                  <c:v>5.2769300000000001</c:v>
                </c:pt>
                <c:pt idx="5582">
                  <c:v>5.2772399999999999</c:v>
                </c:pt>
                <c:pt idx="5583">
                  <c:v>5.2775400000000001</c:v>
                </c:pt>
                <c:pt idx="5584">
                  <c:v>5.2778499999999999</c:v>
                </c:pt>
                <c:pt idx="5585">
                  <c:v>5.2781500000000001</c:v>
                </c:pt>
                <c:pt idx="5586">
                  <c:v>5.2784599999999999</c:v>
                </c:pt>
                <c:pt idx="5587">
                  <c:v>5.2787600000000001</c:v>
                </c:pt>
                <c:pt idx="5588">
                  <c:v>5.2790699999999999</c:v>
                </c:pt>
                <c:pt idx="5589">
                  <c:v>5.2793700000000001</c:v>
                </c:pt>
                <c:pt idx="5590">
                  <c:v>5.2796799999999999</c:v>
                </c:pt>
                <c:pt idx="5591">
                  <c:v>5.2799800000000001</c:v>
                </c:pt>
                <c:pt idx="5592">
                  <c:v>5.2802899999999999</c:v>
                </c:pt>
                <c:pt idx="5593">
                  <c:v>5.2805999999999997</c:v>
                </c:pt>
                <c:pt idx="5594">
                  <c:v>5.2808999999999999</c:v>
                </c:pt>
                <c:pt idx="5595">
                  <c:v>5.2812099999999997</c:v>
                </c:pt>
                <c:pt idx="5596">
                  <c:v>5.2815099999999999</c:v>
                </c:pt>
                <c:pt idx="5597">
                  <c:v>5.2818199999999997</c:v>
                </c:pt>
                <c:pt idx="5598">
                  <c:v>5.2821199999999999</c:v>
                </c:pt>
                <c:pt idx="5599">
                  <c:v>5.2824299999999997</c:v>
                </c:pt>
                <c:pt idx="5600">
                  <c:v>5.2827299999999999</c:v>
                </c:pt>
                <c:pt idx="5601">
                  <c:v>5.2830399999999997</c:v>
                </c:pt>
                <c:pt idx="5602">
                  <c:v>5.2833399999999999</c:v>
                </c:pt>
                <c:pt idx="5603">
                  <c:v>5.2836499999999997</c:v>
                </c:pt>
                <c:pt idx="5604">
                  <c:v>5.2839600000000004</c:v>
                </c:pt>
                <c:pt idx="5605">
                  <c:v>5.2842599999999997</c:v>
                </c:pt>
                <c:pt idx="5606">
                  <c:v>5.2845700000000004</c:v>
                </c:pt>
                <c:pt idx="5607">
                  <c:v>5.2848699999999997</c:v>
                </c:pt>
                <c:pt idx="5608">
                  <c:v>5.2851800000000004</c:v>
                </c:pt>
                <c:pt idx="5609">
                  <c:v>5.2854799999999997</c:v>
                </c:pt>
                <c:pt idx="5610">
                  <c:v>5.2857900000000004</c:v>
                </c:pt>
                <c:pt idx="5611">
                  <c:v>5.2860899999999997</c:v>
                </c:pt>
                <c:pt idx="5612">
                  <c:v>5.2864000000000004</c:v>
                </c:pt>
                <c:pt idx="5613">
                  <c:v>5.2866999999999997</c:v>
                </c:pt>
                <c:pt idx="5614">
                  <c:v>5.2870100000000004</c:v>
                </c:pt>
                <c:pt idx="5615">
                  <c:v>5.2873099999999997</c:v>
                </c:pt>
                <c:pt idx="5616">
                  <c:v>5.2876200000000004</c:v>
                </c:pt>
                <c:pt idx="5617">
                  <c:v>5.2879300000000002</c:v>
                </c:pt>
                <c:pt idx="5618">
                  <c:v>5.2882300000000004</c:v>
                </c:pt>
                <c:pt idx="5619">
                  <c:v>5.2885400000000002</c:v>
                </c:pt>
                <c:pt idx="5620">
                  <c:v>5.2888400000000004</c:v>
                </c:pt>
                <c:pt idx="5621">
                  <c:v>5.2891500000000002</c:v>
                </c:pt>
                <c:pt idx="5622">
                  <c:v>5.2894500000000004</c:v>
                </c:pt>
                <c:pt idx="5623">
                  <c:v>5.2897600000000002</c:v>
                </c:pt>
                <c:pt idx="5624">
                  <c:v>5.2900600000000004</c:v>
                </c:pt>
                <c:pt idx="5625">
                  <c:v>5.2903700000000002</c:v>
                </c:pt>
                <c:pt idx="5626">
                  <c:v>5.2906700000000004</c:v>
                </c:pt>
                <c:pt idx="5627">
                  <c:v>5.2909800000000002</c:v>
                </c:pt>
                <c:pt idx="5628">
                  <c:v>5.2912800000000004</c:v>
                </c:pt>
                <c:pt idx="5629">
                  <c:v>5.2915900000000002</c:v>
                </c:pt>
                <c:pt idx="5630">
                  <c:v>5.2919</c:v>
                </c:pt>
                <c:pt idx="5631">
                  <c:v>5.2922000000000002</c:v>
                </c:pt>
                <c:pt idx="5632">
                  <c:v>5.29251</c:v>
                </c:pt>
                <c:pt idx="5633">
                  <c:v>5.2928100000000002</c:v>
                </c:pt>
                <c:pt idx="5634">
                  <c:v>5.29312</c:v>
                </c:pt>
                <c:pt idx="5635">
                  <c:v>5.2934200000000002</c:v>
                </c:pt>
                <c:pt idx="5636">
                  <c:v>5.29373</c:v>
                </c:pt>
                <c:pt idx="5637">
                  <c:v>5.2940300000000002</c:v>
                </c:pt>
                <c:pt idx="5638">
                  <c:v>5.29434</c:v>
                </c:pt>
                <c:pt idx="5639">
                  <c:v>5.2946400000000002</c:v>
                </c:pt>
                <c:pt idx="5640">
                  <c:v>5.29495</c:v>
                </c:pt>
                <c:pt idx="5641">
                  <c:v>5.2952500000000002</c:v>
                </c:pt>
                <c:pt idx="5642">
                  <c:v>5.29556</c:v>
                </c:pt>
                <c:pt idx="5643">
                  <c:v>5.2958699999999999</c:v>
                </c:pt>
                <c:pt idx="5644">
                  <c:v>5.29617</c:v>
                </c:pt>
                <c:pt idx="5645">
                  <c:v>5.2964799999999999</c:v>
                </c:pt>
                <c:pt idx="5646">
                  <c:v>5.29678</c:v>
                </c:pt>
                <c:pt idx="5647">
                  <c:v>5.2970899999999999</c:v>
                </c:pt>
                <c:pt idx="5648">
                  <c:v>5.29739</c:v>
                </c:pt>
                <c:pt idx="5649">
                  <c:v>5.2976999999999999</c:v>
                </c:pt>
                <c:pt idx="5650">
                  <c:v>5.298</c:v>
                </c:pt>
                <c:pt idx="5651">
                  <c:v>5.2983099999999999</c:v>
                </c:pt>
                <c:pt idx="5652">
                  <c:v>5.29861</c:v>
                </c:pt>
                <c:pt idx="5653">
                  <c:v>5.2989199999999999</c:v>
                </c:pt>
                <c:pt idx="5654">
                  <c:v>5.29922</c:v>
                </c:pt>
                <c:pt idx="5655">
                  <c:v>5.2995299999999999</c:v>
                </c:pt>
                <c:pt idx="5656">
                  <c:v>5.2998399999999997</c:v>
                </c:pt>
                <c:pt idx="5657">
                  <c:v>5.3001399999999999</c:v>
                </c:pt>
                <c:pt idx="5658">
                  <c:v>5.3004499999999997</c:v>
                </c:pt>
                <c:pt idx="5659">
                  <c:v>5.3007499999999999</c:v>
                </c:pt>
                <c:pt idx="5660">
                  <c:v>5.3010599999999997</c:v>
                </c:pt>
                <c:pt idx="5661">
                  <c:v>5.3013599999999999</c:v>
                </c:pt>
                <c:pt idx="5662">
                  <c:v>5.3016699999999997</c:v>
                </c:pt>
                <c:pt idx="5663">
                  <c:v>5.3019699999999998</c:v>
                </c:pt>
                <c:pt idx="5664">
                  <c:v>5.3022799999999997</c:v>
                </c:pt>
                <c:pt idx="5665">
                  <c:v>5.3025799999999998</c:v>
                </c:pt>
                <c:pt idx="5666">
                  <c:v>5.3028899999999997</c:v>
                </c:pt>
                <c:pt idx="5667">
                  <c:v>5.3032000000000004</c:v>
                </c:pt>
                <c:pt idx="5668">
                  <c:v>5.3034999999999997</c:v>
                </c:pt>
                <c:pt idx="5669">
                  <c:v>5.3038100000000004</c:v>
                </c:pt>
                <c:pt idx="5670">
                  <c:v>5.3041099999999997</c:v>
                </c:pt>
                <c:pt idx="5671">
                  <c:v>5.3044200000000004</c:v>
                </c:pt>
                <c:pt idx="5672">
                  <c:v>5.3047199999999997</c:v>
                </c:pt>
                <c:pt idx="5673">
                  <c:v>5.3050300000000004</c:v>
                </c:pt>
                <c:pt idx="5674">
                  <c:v>5.3053299999999997</c:v>
                </c:pt>
                <c:pt idx="5675">
                  <c:v>5.3056400000000004</c:v>
                </c:pt>
                <c:pt idx="5676">
                  <c:v>5.3059399999999997</c:v>
                </c:pt>
                <c:pt idx="5677">
                  <c:v>5.3062500000000004</c:v>
                </c:pt>
                <c:pt idx="5678">
                  <c:v>5.3065499999999997</c:v>
                </c:pt>
                <c:pt idx="5679">
                  <c:v>5.3068600000000004</c:v>
                </c:pt>
                <c:pt idx="5680">
                  <c:v>5.3071700000000002</c:v>
                </c:pt>
                <c:pt idx="5681">
                  <c:v>5.3074700000000004</c:v>
                </c:pt>
                <c:pt idx="5682">
                  <c:v>5.3077800000000002</c:v>
                </c:pt>
                <c:pt idx="5683">
                  <c:v>5.3080800000000004</c:v>
                </c:pt>
                <c:pt idx="5684">
                  <c:v>5.3083900000000002</c:v>
                </c:pt>
                <c:pt idx="5685">
                  <c:v>5.3086900000000004</c:v>
                </c:pt>
                <c:pt idx="5686">
                  <c:v>5.3090000000000002</c:v>
                </c:pt>
                <c:pt idx="5687">
                  <c:v>5.3093000000000004</c:v>
                </c:pt>
                <c:pt idx="5688">
                  <c:v>5.3096100000000002</c:v>
                </c:pt>
                <c:pt idx="5689">
                  <c:v>5.3099100000000004</c:v>
                </c:pt>
                <c:pt idx="5690">
                  <c:v>5.3102200000000002</c:v>
                </c:pt>
                <c:pt idx="5691">
                  <c:v>5.3105200000000004</c:v>
                </c:pt>
                <c:pt idx="5692">
                  <c:v>5.3108300000000002</c:v>
                </c:pt>
                <c:pt idx="5693">
                  <c:v>5.31114</c:v>
                </c:pt>
                <c:pt idx="5694">
                  <c:v>5.3114400000000002</c:v>
                </c:pt>
                <c:pt idx="5695">
                  <c:v>5.31175</c:v>
                </c:pt>
                <c:pt idx="5696">
                  <c:v>5.3120500000000002</c:v>
                </c:pt>
                <c:pt idx="5697">
                  <c:v>5.31236</c:v>
                </c:pt>
                <c:pt idx="5698">
                  <c:v>5.3126600000000002</c:v>
                </c:pt>
                <c:pt idx="5699">
                  <c:v>5.31297</c:v>
                </c:pt>
                <c:pt idx="5700">
                  <c:v>5.3132700000000002</c:v>
                </c:pt>
                <c:pt idx="5701">
                  <c:v>5.31358</c:v>
                </c:pt>
                <c:pt idx="5702">
                  <c:v>5.3138800000000002</c:v>
                </c:pt>
                <c:pt idx="5703">
                  <c:v>5.31419</c:v>
                </c:pt>
                <c:pt idx="5704">
                  <c:v>5.3144900000000002</c:v>
                </c:pt>
                <c:pt idx="5705">
                  <c:v>5.3148</c:v>
                </c:pt>
                <c:pt idx="5706">
                  <c:v>5.3151099999999998</c:v>
                </c:pt>
                <c:pt idx="5707">
                  <c:v>5.31541</c:v>
                </c:pt>
                <c:pt idx="5708">
                  <c:v>5.3157199999999998</c:v>
                </c:pt>
                <c:pt idx="5709">
                  <c:v>5.31602</c:v>
                </c:pt>
                <c:pt idx="5710">
                  <c:v>5.3163299999999998</c:v>
                </c:pt>
                <c:pt idx="5711">
                  <c:v>5.31663</c:v>
                </c:pt>
                <c:pt idx="5712">
                  <c:v>5.3169399999999998</c:v>
                </c:pt>
                <c:pt idx="5713">
                  <c:v>5.31724</c:v>
                </c:pt>
                <c:pt idx="5714">
                  <c:v>5.3175499999999998</c:v>
                </c:pt>
                <c:pt idx="5715">
                  <c:v>5.31785</c:v>
                </c:pt>
                <c:pt idx="5716">
                  <c:v>5.3181599999999998</c:v>
                </c:pt>
                <c:pt idx="5717">
                  <c:v>5.31846</c:v>
                </c:pt>
                <c:pt idx="5718">
                  <c:v>5.3187699999999998</c:v>
                </c:pt>
                <c:pt idx="5719">
                  <c:v>5.3190799999999996</c:v>
                </c:pt>
                <c:pt idx="5720">
                  <c:v>5.3193799999999998</c:v>
                </c:pt>
                <c:pt idx="5721">
                  <c:v>5.3196899999999996</c:v>
                </c:pt>
                <c:pt idx="5722">
                  <c:v>5.3199899999999998</c:v>
                </c:pt>
                <c:pt idx="5723">
                  <c:v>5.3202999999999996</c:v>
                </c:pt>
                <c:pt idx="5724">
                  <c:v>5.3205999999999998</c:v>
                </c:pt>
                <c:pt idx="5725">
                  <c:v>5.3209099999999996</c:v>
                </c:pt>
                <c:pt idx="5726">
                  <c:v>5.3212099999999998</c:v>
                </c:pt>
                <c:pt idx="5727">
                  <c:v>5.3215199999999996</c:v>
                </c:pt>
                <c:pt idx="5728">
                  <c:v>5.3218199999999998</c:v>
                </c:pt>
                <c:pt idx="5729">
                  <c:v>5.3221299999999996</c:v>
                </c:pt>
                <c:pt idx="5730">
                  <c:v>5.3224400000000003</c:v>
                </c:pt>
                <c:pt idx="5731">
                  <c:v>5.3227399999999996</c:v>
                </c:pt>
                <c:pt idx="5732">
                  <c:v>5.3230500000000003</c:v>
                </c:pt>
                <c:pt idx="5733">
                  <c:v>5.3233499999999996</c:v>
                </c:pt>
                <c:pt idx="5734">
                  <c:v>5.3236600000000003</c:v>
                </c:pt>
                <c:pt idx="5735">
                  <c:v>5.3239599999999996</c:v>
                </c:pt>
                <c:pt idx="5736">
                  <c:v>5.3242700000000003</c:v>
                </c:pt>
                <c:pt idx="5737">
                  <c:v>5.3245699999999996</c:v>
                </c:pt>
                <c:pt idx="5738">
                  <c:v>5.3248800000000003</c:v>
                </c:pt>
                <c:pt idx="5739">
                  <c:v>5.3251799999999996</c:v>
                </c:pt>
                <c:pt idx="5740">
                  <c:v>5.3254900000000003</c:v>
                </c:pt>
                <c:pt idx="5741">
                  <c:v>5.3257899999999996</c:v>
                </c:pt>
                <c:pt idx="5742">
                  <c:v>5.3261000000000003</c:v>
                </c:pt>
                <c:pt idx="5743">
                  <c:v>5.3264100000000001</c:v>
                </c:pt>
                <c:pt idx="5744">
                  <c:v>5.3267100000000003</c:v>
                </c:pt>
                <c:pt idx="5745">
                  <c:v>5.3270200000000001</c:v>
                </c:pt>
                <c:pt idx="5746">
                  <c:v>5.3273200000000003</c:v>
                </c:pt>
                <c:pt idx="5747">
                  <c:v>5.3276300000000001</c:v>
                </c:pt>
                <c:pt idx="5748">
                  <c:v>5.3279300000000003</c:v>
                </c:pt>
                <c:pt idx="5749">
                  <c:v>5.3282400000000001</c:v>
                </c:pt>
                <c:pt idx="5750">
                  <c:v>5.3285400000000003</c:v>
                </c:pt>
                <c:pt idx="5751">
                  <c:v>5.3288500000000001</c:v>
                </c:pt>
                <c:pt idx="5752">
                  <c:v>5.3291500000000003</c:v>
                </c:pt>
                <c:pt idx="5753">
                  <c:v>5.3294600000000001</c:v>
                </c:pt>
                <c:pt idx="5754">
                  <c:v>5.3297600000000003</c:v>
                </c:pt>
                <c:pt idx="5755">
                  <c:v>5.3300700000000001</c:v>
                </c:pt>
                <c:pt idx="5756">
                  <c:v>5.3303799999999999</c:v>
                </c:pt>
                <c:pt idx="5757">
                  <c:v>5.3306800000000001</c:v>
                </c:pt>
                <c:pt idx="5758">
                  <c:v>5.3309899999999999</c:v>
                </c:pt>
                <c:pt idx="5759">
                  <c:v>5.3312900000000001</c:v>
                </c:pt>
                <c:pt idx="5760">
                  <c:v>5.3315999999999999</c:v>
                </c:pt>
                <c:pt idx="5761">
                  <c:v>5.3319000000000001</c:v>
                </c:pt>
                <c:pt idx="5762">
                  <c:v>5.3322099999999999</c:v>
                </c:pt>
                <c:pt idx="5763">
                  <c:v>5.3325100000000001</c:v>
                </c:pt>
                <c:pt idx="5764">
                  <c:v>5.3328199999999999</c:v>
                </c:pt>
                <c:pt idx="5765">
                  <c:v>5.3331200000000001</c:v>
                </c:pt>
                <c:pt idx="5766">
                  <c:v>5.3334299999999999</c:v>
                </c:pt>
                <c:pt idx="5767">
                  <c:v>5.3337300000000001</c:v>
                </c:pt>
                <c:pt idx="5768">
                  <c:v>5.3340399999999999</c:v>
                </c:pt>
                <c:pt idx="5769">
                  <c:v>5.3343499999999997</c:v>
                </c:pt>
                <c:pt idx="5770">
                  <c:v>5.3346499999999999</c:v>
                </c:pt>
                <c:pt idx="5771">
                  <c:v>5.3349599999999997</c:v>
                </c:pt>
                <c:pt idx="5772">
                  <c:v>5.3352599999999999</c:v>
                </c:pt>
                <c:pt idx="5773">
                  <c:v>5.3355699999999997</c:v>
                </c:pt>
                <c:pt idx="5774">
                  <c:v>5.3358699999999999</c:v>
                </c:pt>
                <c:pt idx="5775">
                  <c:v>5.3361799999999997</c:v>
                </c:pt>
                <c:pt idx="5776">
                  <c:v>5.3364799999999999</c:v>
                </c:pt>
                <c:pt idx="5777">
                  <c:v>5.3367899999999997</c:v>
                </c:pt>
                <c:pt idx="5778">
                  <c:v>5.3370899999999999</c:v>
                </c:pt>
                <c:pt idx="5779">
                  <c:v>5.3373999999999997</c:v>
                </c:pt>
                <c:pt idx="5780">
                  <c:v>5.3377100000000004</c:v>
                </c:pt>
                <c:pt idx="5781">
                  <c:v>5.3380099999999997</c:v>
                </c:pt>
                <c:pt idx="5782">
                  <c:v>5.3383200000000004</c:v>
                </c:pt>
                <c:pt idx="5783">
                  <c:v>5.3386199999999997</c:v>
                </c:pt>
                <c:pt idx="5784">
                  <c:v>5.3389300000000004</c:v>
                </c:pt>
                <c:pt idx="5785">
                  <c:v>5.3392299999999997</c:v>
                </c:pt>
                <c:pt idx="5786">
                  <c:v>5.3395400000000004</c:v>
                </c:pt>
                <c:pt idx="5787">
                  <c:v>5.3398399999999997</c:v>
                </c:pt>
                <c:pt idx="5788">
                  <c:v>5.3401500000000004</c:v>
                </c:pt>
                <c:pt idx="5789">
                  <c:v>5.3404499999999997</c:v>
                </c:pt>
                <c:pt idx="5790">
                  <c:v>5.3407600000000004</c:v>
                </c:pt>
                <c:pt idx="5791">
                  <c:v>5.3410599999999997</c:v>
                </c:pt>
                <c:pt idx="5792">
                  <c:v>5.3413700000000004</c:v>
                </c:pt>
                <c:pt idx="5793">
                  <c:v>5.3416800000000002</c:v>
                </c:pt>
                <c:pt idx="5794">
                  <c:v>5.3419800000000004</c:v>
                </c:pt>
                <c:pt idx="5795">
                  <c:v>5.3422900000000002</c:v>
                </c:pt>
                <c:pt idx="5796">
                  <c:v>5.3425900000000004</c:v>
                </c:pt>
                <c:pt idx="5797">
                  <c:v>5.3429000000000002</c:v>
                </c:pt>
                <c:pt idx="5798">
                  <c:v>5.3432000000000004</c:v>
                </c:pt>
                <c:pt idx="5799">
                  <c:v>5.3435100000000002</c:v>
                </c:pt>
                <c:pt idx="5800">
                  <c:v>5.3438100000000004</c:v>
                </c:pt>
                <c:pt idx="5801">
                  <c:v>5.3441200000000002</c:v>
                </c:pt>
                <c:pt idx="5802">
                  <c:v>5.3444200000000004</c:v>
                </c:pt>
                <c:pt idx="5803">
                  <c:v>5.3447300000000002</c:v>
                </c:pt>
                <c:pt idx="5804">
                  <c:v>5.3450300000000004</c:v>
                </c:pt>
                <c:pt idx="5805">
                  <c:v>5.3453400000000002</c:v>
                </c:pt>
                <c:pt idx="5806">
                  <c:v>5.34565</c:v>
                </c:pt>
                <c:pt idx="5807">
                  <c:v>5.3459500000000002</c:v>
                </c:pt>
                <c:pt idx="5808">
                  <c:v>5.34626</c:v>
                </c:pt>
                <c:pt idx="5809">
                  <c:v>5.3465600000000002</c:v>
                </c:pt>
                <c:pt idx="5810">
                  <c:v>5.34687</c:v>
                </c:pt>
                <c:pt idx="5811">
                  <c:v>5.3471700000000002</c:v>
                </c:pt>
                <c:pt idx="5812">
                  <c:v>5.34748</c:v>
                </c:pt>
                <c:pt idx="5813">
                  <c:v>5.3477800000000002</c:v>
                </c:pt>
                <c:pt idx="5814">
                  <c:v>5.34809</c:v>
                </c:pt>
                <c:pt idx="5815">
                  <c:v>5.3483900000000002</c:v>
                </c:pt>
                <c:pt idx="5816">
                  <c:v>5.3487</c:v>
                </c:pt>
                <c:pt idx="5817">
                  <c:v>5.3490000000000002</c:v>
                </c:pt>
                <c:pt idx="5818">
                  <c:v>5.34931</c:v>
                </c:pt>
                <c:pt idx="5819">
                  <c:v>5.3496199999999998</c:v>
                </c:pt>
                <c:pt idx="5820">
                  <c:v>5.34992</c:v>
                </c:pt>
                <c:pt idx="5821">
                  <c:v>5.3502299999999998</c:v>
                </c:pt>
                <c:pt idx="5822">
                  <c:v>5.35053</c:v>
                </c:pt>
                <c:pt idx="5823">
                  <c:v>5.3508399999999998</c:v>
                </c:pt>
                <c:pt idx="5824">
                  <c:v>5.35114</c:v>
                </c:pt>
                <c:pt idx="5825">
                  <c:v>5.3514499999999998</c:v>
                </c:pt>
                <c:pt idx="5826">
                  <c:v>5.35175</c:v>
                </c:pt>
                <c:pt idx="5827">
                  <c:v>5.3520599999999998</c:v>
                </c:pt>
                <c:pt idx="5828">
                  <c:v>5.35236</c:v>
                </c:pt>
                <c:pt idx="5829">
                  <c:v>5.3526699999999998</c:v>
                </c:pt>
                <c:pt idx="5830">
                  <c:v>5.35297</c:v>
                </c:pt>
                <c:pt idx="5831">
                  <c:v>5.3532799999999998</c:v>
                </c:pt>
                <c:pt idx="5832">
                  <c:v>5.3535899999999996</c:v>
                </c:pt>
                <c:pt idx="5833">
                  <c:v>5.3538899999999998</c:v>
                </c:pt>
                <c:pt idx="5834">
                  <c:v>5.3541999999999996</c:v>
                </c:pt>
                <c:pt idx="5835">
                  <c:v>5.3544999999999998</c:v>
                </c:pt>
                <c:pt idx="5836">
                  <c:v>5.3548099999999996</c:v>
                </c:pt>
                <c:pt idx="5837">
                  <c:v>5.3551099999999998</c:v>
                </c:pt>
                <c:pt idx="5838">
                  <c:v>5.3554199999999996</c:v>
                </c:pt>
                <c:pt idx="5839">
                  <c:v>5.3557199999999998</c:v>
                </c:pt>
                <c:pt idx="5840">
                  <c:v>5.3560299999999996</c:v>
                </c:pt>
                <c:pt idx="5841">
                  <c:v>5.3563299999999998</c:v>
                </c:pt>
                <c:pt idx="5842">
                  <c:v>5.3566399999999996</c:v>
                </c:pt>
                <c:pt idx="5843">
                  <c:v>5.3569500000000003</c:v>
                </c:pt>
                <c:pt idx="5844">
                  <c:v>5.3572499999999996</c:v>
                </c:pt>
                <c:pt idx="5845">
                  <c:v>5.3575600000000003</c:v>
                </c:pt>
                <c:pt idx="5846">
                  <c:v>5.3578599999999996</c:v>
                </c:pt>
                <c:pt idx="5847">
                  <c:v>5.3581700000000003</c:v>
                </c:pt>
                <c:pt idx="5848">
                  <c:v>5.3584699999999996</c:v>
                </c:pt>
                <c:pt idx="5849">
                  <c:v>5.3587800000000003</c:v>
                </c:pt>
                <c:pt idx="5850">
                  <c:v>5.3590799999999996</c:v>
                </c:pt>
                <c:pt idx="5851">
                  <c:v>5.3593900000000003</c:v>
                </c:pt>
                <c:pt idx="5852">
                  <c:v>5.3596899999999996</c:v>
                </c:pt>
                <c:pt idx="5853">
                  <c:v>5.36</c:v>
                </c:pt>
                <c:pt idx="5854">
                  <c:v>5.3602999999999996</c:v>
                </c:pt>
                <c:pt idx="5855">
                  <c:v>5.3606100000000003</c:v>
                </c:pt>
                <c:pt idx="5856">
                  <c:v>5.3609200000000001</c:v>
                </c:pt>
                <c:pt idx="5857">
                  <c:v>5.3612200000000003</c:v>
                </c:pt>
                <c:pt idx="5858">
                  <c:v>5.3615300000000001</c:v>
                </c:pt>
                <c:pt idx="5859">
                  <c:v>5.3618300000000003</c:v>
                </c:pt>
                <c:pt idx="5860">
                  <c:v>5.3621400000000001</c:v>
                </c:pt>
                <c:pt idx="5861">
                  <c:v>5.3624400000000003</c:v>
                </c:pt>
                <c:pt idx="5862">
                  <c:v>5.3627500000000001</c:v>
                </c:pt>
                <c:pt idx="5863">
                  <c:v>5.3630500000000003</c:v>
                </c:pt>
                <c:pt idx="5864">
                  <c:v>5.3633600000000001</c:v>
                </c:pt>
                <c:pt idx="5865">
                  <c:v>5.3636600000000003</c:v>
                </c:pt>
                <c:pt idx="5866">
                  <c:v>5.3639700000000001</c:v>
                </c:pt>
                <c:pt idx="5867">
                  <c:v>5.3642700000000003</c:v>
                </c:pt>
                <c:pt idx="5868">
                  <c:v>5.3645800000000001</c:v>
                </c:pt>
                <c:pt idx="5869">
                  <c:v>5.3648899999999999</c:v>
                </c:pt>
                <c:pt idx="5870">
                  <c:v>5.3651900000000001</c:v>
                </c:pt>
                <c:pt idx="5871">
                  <c:v>5.3654999999999999</c:v>
                </c:pt>
                <c:pt idx="5872">
                  <c:v>5.3658000000000001</c:v>
                </c:pt>
                <c:pt idx="5873">
                  <c:v>5.3661099999999999</c:v>
                </c:pt>
                <c:pt idx="5874">
                  <c:v>5.3664100000000001</c:v>
                </c:pt>
                <c:pt idx="5875">
                  <c:v>5.3667199999999999</c:v>
                </c:pt>
                <c:pt idx="5876">
                  <c:v>5.3670200000000001</c:v>
                </c:pt>
                <c:pt idx="5877">
                  <c:v>5.3673299999999999</c:v>
                </c:pt>
                <c:pt idx="5878">
                  <c:v>5.3676300000000001</c:v>
                </c:pt>
                <c:pt idx="5879">
                  <c:v>5.3679399999999999</c:v>
                </c:pt>
                <c:pt idx="5880">
                  <c:v>5.3682400000000001</c:v>
                </c:pt>
                <c:pt idx="5881">
                  <c:v>5.3685499999999999</c:v>
                </c:pt>
                <c:pt idx="5882">
                  <c:v>5.3688599999999997</c:v>
                </c:pt>
                <c:pt idx="5883">
                  <c:v>5.3691599999999999</c:v>
                </c:pt>
                <c:pt idx="5884">
                  <c:v>5.3694699999999997</c:v>
                </c:pt>
                <c:pt idx="5885">
                  <c:v>5.3697699999999999</c:v>
                </c:pt>
                <c:pt idx="5886">
                  <c:v>5.3700799999999997</c:v>
                </c:pt>
                <c:pt idx="5887">
                  <c:v>5.3703799999999999</c:v>
                </c:pt>
                <c:pt idx="5888">
                  <c:v>5.3706899999999997</c:v>
                </c:pt>
                <c:pt idx="5889">
                  <c:v>5.3709899999999999</c:v>
                </c:pt>
                <c:pt idx="5890">
                  <c:v>5.3712999999999997</c:v>
                </c:pt>
                <c:pt idx="5891">
                  <c:v>5.3715999999999999</c:v>
                </c:pt>
                <c:pt idx="5892">
                  <c:v>5.3719099999999997</c:v>
                </c:pt>
                <c:pt idx="5893">
                  <c:v>5.3722099999999999</c:v>
                </c:pt>
                <c:pt idx="5894">
                  <c:v>5.3725199999999997</c:v>
                </c:pt>
                <c:pt idx="5895">
                  <c:v>5.3728300000000004</c:v>
                </c:pt>
                <c:pt idx="5896">
                  <c:v>5.3731299999999997</c:v>
                </c:pt>
                <c:pt idx="5897">
                  <c:v>5.3734400000000004</c:v>
                </c:pt>
                <c:pt idx="5898">
                  <c:v>5.3737399999999997</c:v>
                </c:pt>
                <c:pt idx="5899">
                  <c:v>5.3740500000000004</c:v>
                </c:pt>
                <c:pt idx="5900">
                  <c:v>5.3743499999999997</c:v>
                </c:pt>
                <c:pt idx="5901">
                  <c:v>5.3746600000000004</c:v>
                </c:pt>
                <c:pt idx="5902">
                  <c:v>5.3749599999999997</c:v>
                </c:pt>
                <c:pt idx="5903">
                  <c:v>5.3752700000000004</c:v>
                </c:pt>
                <c:pt idx="5904">
                  <c:v>5.3755699999999997</c:v>
                </c:pt>
                <c:pt idx="5905">
                  <c:v>5.3758800000000004</c:v>
                </c:pt>
                <c:pt idx="5906">
                  <c:v>5.3761900000000002</c:v>
                </c:pt>
                <c:pt idx="5907">
                  <c:v>5.3764900000000004</c:v>
                </c:pt>
                <c:pt idx="5908">
                  <c:v>5.3768000000000002</c:v>
                </c:pt>
                <c:pt idx="5909">
                  <c:v>5.3771000000000004</c:v>
                </c:pt>
                <c:pt idx="5910">
                  <c:v>5.3774100000000002</c:v>
                </c:pt>
                <c:pt idx="5911">
                  <c:v>5.3777100000000004</c:v>
                </c:pt>
                <c:pt idx="5912">
                  <c:v>5.3780200000000002</c:v>
                </c:pt>
                <c:pt idx="5913">
                  <c:v>5.3783200000000004</c:v>
                </c:pt>
                <c:pt idx="5914">
                  <c:v>5.3786300000000002</c:v>
                </c:pt>
                <c:pt idx="5915">
                  <c:v>5.3789300000000004</c:v>
                </c:pt>
                <c:pt idx="5916">
                  <c:v>5.3792400000000002</c:v>
                </c:pt>
                <c:pt idx="5917">
                  <c:v>5.3795400000000004</c:v>
                </c:pt>
                <c:pt idx="5918">
                  <c:v>5.3798500000000002</c:v>
                </c:pt>
                <c:pt idx="5919">
                  <c:v>5.3801600000000001</c:v>
                </c:pt>
                <c:pt idx="5920">
                  <c:v>5.3804600000000002</c:v>
                </c:pt>
                <c:pt idx="5921">
                  <c:v>5.3807700000000001</c:v>
                </c:pt>
                <c:pt idx="5922">
                  <c:v>5.3810700000000002</c:v>
                </c:pt>
                <c:pt idx="5923">
                  <c:v>5.3813800000000001</c:v>
                </c:pt>
                <c:pt idx="5924">
                  <c:v>5.3816800000000002</c:v>
                </c:pt>
                <c:pt idx="5925">
                  <c:v>5.3819900000000001</c:v>
                </c:pt>
                <c:pt idx="5926">
                  <c:v>5.3822900000000002</c:v>
                </c:pt>
                <c:pt idx="5927">
                  <c:v>5.3826000000000001</c:v>
                </c:pt>
                <c:pt idx="5928">
                  <c:v>5.3829000000000002</c:v>
                </c:pt>
                <c:pt idx="5929">
                  <c:v>5.3832100000000001</c:v>
                </c:pt>
                <c:pt idx="5930">
                  <c:v>5.3835100000000002</c:v>
                </c:pt>
                <c:pt idx="5931">
                  <c:v>5.3838200000000001</c:v>
                </c:pt>
                <c:pt idx="5932">
                  <c:v>5.3841299999999999</c:v>
                </c:pt>
                <c:pt idx="5933">
                  <c:v>5.38443</c:v>
                </c:pt>
                <c:pt idx="5934">
                  <c:v>5.3847399999999999</c:v>
                </c:pt>
                <c:pt idx="5935">
                  <c:v>5.38504</c:v>
                </c:pt>
                <c:pt idx="5936">
                  <c:v>5.3853499999999999</c:v>
                </c:pt>
                <c:pt idx="5937">
                  <c:v>5.38565</c:v>
                </c:pt>
                <c:pt idx="5938">
                  <c:v>5.3859599999999999</c:v>
                </c:pt>
                <c:pt idx="5939">
                  <c:v>5.38626</c:v>
                </c:pt>
                <c:pt idx="5940">
                  <c:v>5.3865699999999999</c:v>
                </c:pt>
                <c:pt idx="5941">
                  <c:v>5.38687</c:v>
                </c:pt>
                <c:pt idx="5942">
                  <c:v>5.3871799999999999</c:v>
                </c:pt>
                <c:pt idx="5943">
                  <c:v>5.38748</c:v>
                </c:pt>
                <c:pt idx="5944">
                  <c:v>5.3877899999999999</c:v>
                </c:pt>
                <c:pt idx="5945">
                  <c:v>5.3880999999999997</c:v>
                </c:pt>
                <c:pt idx="5946">
                  <c:v>5.3883999999999999</c:v>
                </c:pt>
                <c:pt idx="5947">
                  <c:v>5.3887099999999997</c:v>
                </c:pt>
                <c:pt idx="5948">
                  <c:v>5.3890099999999999</c:v>
                </c:pt>
                <c:pt idx="5949">
                  <c:v>5.3893199999999997</c:v>
                </c:pt>
                <c:pt idx="5950">
                  <c:v>5.3896199999999999</c:v>
                </c:pt>
                <c:pt idx="5951">
                  <c:v>5.3899299999999997</c:v>
                </c:pt>
                <c:pt idx="5952">
                  <c:v>5.3902299999999999</c:v>
                </c:pt>
                <c:pt idx="5953">
                  <c:v>5.3905399999999997</c:v>
                </c:pt>
                <c:pt idx="5954">
                  <c:v>5.3908399999999999</c:v>
                </c:pt>
                <c:pt idx="5955">
                  <c:v>5.3911499999999997</c:v>
                </c:pt>
                <c:pt idx="5956">
                  <c:v>5.3914600000000004</c:v>
                </c:pt>
                <c:pt idx="5957">
                  <c:v>5.3917599999999997</c:v>
                </c:pt>
                <c:pt idx="5958">
                  <c:v>5.3920700000000004</c:v>
                </c:pt>
                <c:pt idx="5959">
                  <c:v>5.3923699999999997</c:v>
                </c:pt>
                <c:pt idx="5960">
                  <c:v>5.3926800000000004</c:v>
                </c:pt>
                <c:pt idx="5961">
                  <c:v>5.3929799999999997</c:v>
                </c:pt>
                <c:pt idx="5962">
                  <c:v>5.3932900000000004</c:v>
                </c:pt>
                <c:pt idx="5963">
                  <c:v>5.3935899999999997</c:v>
                </c:pt>
                <c:pt idx="5964">
                  <c:v>5.3939000000000004</c:v>
                </c:pt>
                <c:pt idx="5965">
                  <c:v>5.3941999999999997</c:v>
                </c:pt>
                <c:pt idx="5966">
                  <c:v>5.3945100000000004</c:v>
                </c:pt>
                <c:pt idx="5967">
                  <c:v>5.3948099999999997</c:v>
                </c:pt>
                <c:pt idx="5968">
                  <c:v>5.3951200000000004</c:v>
                </c:pt>
                <c:pt idx="5969">
                  <c:v>5.3954300000000002</c:v>
                </c:pt>
                <c:pt idx="5970">
                  <c:v>5.3957300000000004</c:v>
                </c:pt>
                <c:pt idx="5971">
                  <c:v>5.3960400000000002</c:v>
                </c:pt>
                <c:pt idx="5972">
                  <c:v>5.3963400000000004</c:v>
                </c:pt>
                <c:pt idx="5973">
                  <c:v>5.3966500000000002</c:v>
                </c:pt>
                <c:pt idx="5974">
                  <c:v>5.3969500000000004</c:v>
                </c:pt>
                <c:pt idx="5975">
                  <c:v>5.3972600000000002</c:v>
                </c:pt>
                <c:pt idx="5976">
                  <c:v>5.3975600000000004</c:v>
                </c:pt>
                <c:pt idx="5977">
                  <c:v>5.3978700000000002</c:v>
                </c:pt>
                <c:pt idx="5978">
                  <c:v>5.3981700000000004</c:v>
                </c:pt>
                <c:pt idx="5979">
                  <c:v>5.3984800000000002</c:v>
                </c:pt>
                <c:pt idx="5980">
                  <c:v>5.3987800000000004</c:v>
                </c:pt>
                <c:pt idx="5981">
                  <c:v>5.3990900000000002</c:v>
                </c:pt>
                <c:pt idx="5982">
                  <c:v>5.3994</c:v>
                </c:pt>
                <c:pt idx="5983">
                  <c:v>5.3997000000000002</c:v>
                </c:pt>
                <c:pt idx="5984">
                  <c:v>5.40001</c:v>
                </c:pt>
                <c:pt idx="5985">
                  <c:v>5.4003100000000002</c:v>
                </c:pt>
                <c:pt idx="5986">
                  <c:v>5.40062</c:v>
                </c:pt>
                <c:pt idx="5987">
                  <c:v>5.4009200000000002</c:v>
                </c:pt>
                <c:pt idx="5988">
                  <c:v>5.40123</c:v>
                </c:pt>
                <c:pt idx="5989">
                  <c:v>5.4015300000000002</c:v>
                </c:pt>
                <c:pt idx="5990">
                  <c:v>5.40184</c:v>
                </c:pt>
                <c:pt idx="5991">
                  <c:v>5.4021400000000002</c:v>
                </c:pt>
                <c:pt idx="5992">
                  <c:v>5.40245</c:v>
                </c:pt>
                <c:pt idx="5993">
                  <c:v>5.4027500000000002</c:v>
                </c:pt>
                <c:pt idx="5994">
                  <c:v>5.40306</c:v>
                </c:pt>
                <c:pt idx="5995">
                  <c:v>5.4033699999999998</c:v>
                </c:pt>
                <c:pt idx="5996">
                  <c:v>5.40367</c:v>
                </c:pt>
                <c:pt idx="5997">
                  <c:v>5.4039799999999998</c:v>
                </c:pt>
                <c:pt idx="5998">
                  <c:v>5.40428</c:v>
                </c:pt>
                <c:pt idx="5999">
                  <c:v>5.4045899999999998</c:v>
                </c:pt>
                <c:pt idx="6000">
                  <c:v>5.40489</c:v>
                </c:pt>
                <c:pt idx="6001">
                  <c:v>5.4051999999999998</c:v>
                </c:pt>
                <c:pt idx="6002">
                  <c:v>5.4055</c:v>
                </c:pt>
                <c:pt idx="6003">
                  <c:v>5.4058099999999998</c:v>
                </c:pt>
                <c:pt idx="6004">
                  <c:v>5.40611</c:v>
                </c:pt>
                <c:pt idx="6005">
                  <c:v>5.4064199999999998</c:v>
                </c:pt>
                <c:pt idx="6006">
                  <c:v>5.40672</c:v>
                </c:pt>
                <c:pt idx="6007">
                  <c:v>5.4070299999999998</c:v>
                </c:pt>
                <c:pt idx="6008">
                  <c:v>5.4073399999999996</c:v>
                </c:pt>
                <c:pt idx="6009">
                  <c:v>5.4076399999999998</c:v>
                </c:pt>
                <c:pt idx="6010">
                  <c:v>5.4079499999999996</c:v>
                </c:pt>
                <c:pt idx="6011">
                  <c:v>5.4082499999999998</c:v>
                </c:pt>
                <c:pt idx="6012">
                  <c:v>5.4085599999999996</c:v>
                </c:pt>
                <c:pt idx="6013">
                  <c:v>5.4088599999999998</c:v>
                </c:pt>
                <c:pt idx="6014">
                  <c:v>5.4091699999999996</c:v>
                </c:pt>
                <c:pt idx="6015">
                  <c:v>5.4094699999999998</c:v>
                </c:pt>
                <c:pt idx="6016">
                  <c:v>5.4097799999999996</c:v>
                </c:pt>
                <c:pt idx="6017">
                  <c:v>5.4100799999999998</c:v>
                </c:pt>
                <c:pt idx="6018">
                  <c:v>5.4103899999999996</c:v>
                </c:pt>
                <c:pt idx="6019">
                  <c:v>5.4107000000000003</c:v>
                </c:pt>
                <c:pt idx="6020">
                  <c:v>5.4109999999999996</c:v>
                </c:pt>
                <c:pt idx="6021">
                  <c:v>5.4113100000000003</c:v>
                </c:pt>
                <c:pt idx="6022">
                  <c:v>5.4116099999999996</c:v>
                </c:pt>
                <c:pt idx="6023">
                  <c:v>5.4119200000000003</c:v>
                </c:pt>
                <c:pt idx="6024">
                  <c:v>5.4122199999999996</c:v>
                </c:pt>
                <c:pt idx="6025">
                  <c:v>5.4125300000000003</c:v>
                </c:pt>
                <c:pt idx="6026">
                  <c:v>5.4128299999999996</c:v>
                </c:pt>
                <c:pt idx="6027">
                  <c:v>5.4131400000000003</c:v>
                </c:pt>
                <c:pt idx="6028">
                  <c:v>5.4134399999999996</c:v>
                </c:pt>
                <c:pt idx="6029">
                  <c:v>5.4137500000000003</c:v>
                </c:pt>
                <c:pt idx="6030">
                  <c:v>5.4140499999999996</c:v>
                </c:pt>
                <c:pt idx="6031">
                  <c:v>5.4143600000000003</c:v>
                </c:pt>
                <c:pt idx="6032">
                  <c:v>5.4146700000000001</c:v>
                </c:pt>
                <c:pt idx="6033">
                  <c:v>5.4149700000000003</c:v>
                </c:pt>
                <c:pt idx="6034">
                  <c:v>5.4152800000000001</c:v>
                </c:pt>
                <c:pt idx="6035">
                  <c:v>5.4155800000000003</c:v>
                </c:pt>
                <c:pt idx="6036">
                  <c:v>5.4158900000000001</c:v>
                </c:pt>
                <c:pt idx="6037">
                  <c:v>5.4161900000000003</c:v>
                </c:pt>
                <c:pt idx="6038">
                  <c:v>5.4165000000000001</c:v>
                </c:pt>
                <c:pt idx="6039">
                  <c:v>5.4168000000000003</c:v>
                </c:pt>
                <c:pt idx="6040">
                  <c:v>5.4171100000000001</c:v>
                </c:pt>
                <c:pt idx="6041">
                  <c:v>5.4174100000000003</c:v>
                </c:pt>
                <c:pt idx="6042">
                  <c:v>5.4177200000000001</c:v>
                </c:pt>
                <c:pt idx="6043">
                  <c:v>5.4180200000000003</c:v>
                </c:pt>
                <c:pt idx="6044">
                  <c:v>5.4183300000000001</c:v>
                </c:pt>
                <c:pt idx="6045">
                  <c:v>5.4186399999999999</c:v>
                </c:pt>
                <c:pt idx="6046">
                  <c:v>5.4189400000000001</c:v>
                </c:pt>
                <c:pt idx="6047">
                  <c:v>5.4192499999999999</c:v>
                </c:pt>
                <c:pt idx="6048">
                  <c:v>5.4195500000000001</c:v>
                </c:pt>
                <c:pt idx="6049">
                  <c:v>5.4198599999999999</c:v>
                </c:pt>
                <c:pt idx="6050">
                  <c:v>5.4201600000000001</c:v>
                </c:pt>
                <c:pt idx="6051">
                  <c:v>5.4204699999999999</c:v>
                </c:pt>
                <c:pt idx="6052">
                  <c:v>5.4207700000000001</c:v>
                </c:pt>
                <c:pt idx="6053">
                  <c:v>5.4210799999999999</c:v>
                </c:pt>
                <c:pt idx="6054">
                  <c:v>5.4213800000000001</c:v>
                </c:pt>
                <c:pt idx="6055">
                  <c:v>5.4216899999999999</c:v>
                </c:pt>
                <c:pt idx="6056">
                  <c:v>5.4219900000000001</c:v>
                </c:pt>
                <c:pt idx="6057">
                  <c:v>5.4222999999999999</c:v>
                </c:pt>
                <c:pt idx="6058">
                  <c:v>5.4226099999999997</c:v>
                </c:pt>
                <c:pt idx="6059">
                  <c:v>5.4229099999999999</c:v>
                </c:pt>
                <c:pt idx="6060">
                  <c:v>5.4232199999999997</c:v>
                </c:pt>
                <c:pt idx="6061">
                  <c:v>5.4235199999999999</c:v>
                </c:pt>
                <c:pt idx="6062">
                  <c:v>5.4238299999999997</c:v>
                </c:pt>
                <c:pt idx="6063">
                  <c:v>5.4241299999999999</c:v>
                </c:pt>
                <c:pt idx="6064">
                  <c:v>5.4244399999999997</c:v>
                </c:pt>
                <c:pt idx="6065">
                  <c:v>5.4247399999999999</c:v>
                </c:pt>
                <c:pt idx="6066">
                  <c:v>5.4250499999999997</c:v>
                </c:pt>
                <c:pt idx="6067">
                  <c:v>5.4253499999999999</c:v>
                </c:pt>
                <c:pt idx="6068">
                  <c:v>5.4256599999999997</c:v>
                </c:pt>
                <c:pt idx="6069">
                  <c:v>5.4259599999999999</c:v>
                </c:pt>
                <c:pt idx="6070">
                  <c:v>5.4262699999999997</c:v>
                </c:pt>
                <c:pt idx="6071">
                  <c:v>5.4265800000000004</c:v>
                </c:pt>
                <c:pt idx="6072">
                  <c:v>5.4268799999999997</c:v>
                </c:pt>
                <c:pt idx="6073">
                  <c:v>5.4271900000000004</c:v>
                </c:pt>
                <c:pt idx="6074">
                  <c:v>5.4274899999999997</c:v>
                </c:pt>
                <c:pt idx="6075">
                  <c:v>5.4278000000000004</c:v>
                </c:pt>
                <c:pt idx="6076">
                  <c:v>5.4280999999999997</c:v>
                </c:pt>
                <c:pt idx="6077">
                  <c:v>5.4284100000000004</c:v>
                </c:pt>
                <c:pt idx="6078">
                  <c:v>5.4287099999999997</c:v>
                </c:pt>
                <c:pt idx="6079">
                  <c:v>5.4290200000000004</c:v>
                </c:pt>
                <c:pt idx="6080">
                  <c:v>5.4293199999999997</c:v>
                </c:pt>
                <c:pt idx="6081">
                  <c:v>5.4296300000000004</c:v>
                </c:pt>
                <c:pt idx="6082">
                  <c:v>5.4299400000000002</c:v>
                </c:pt>
                <c:pt idx="6083">
                  <c:v>5.4302400000000004</c:v>
                </c:pt>
                <c:pt idx="6084">
                  <c:v>5.4305500000000002</c:v>
                </c:pt>
                <c:pt idx="6085">
                  <c:v>5.4308500000000004</c:v>
                </c:pt>
                <c:pt idx="6086">
                  <c:v>5.4311600000000002</c:v>
                </c:pt>
                <c:pt idx="6087">
                  <c:v>5.4314600000000004</c:v>
                </c:pt>
                <c:pt idx="6088">
                  <c:v>5.4317700000000002</c:v>
                </c:pt>
                <c:pt idx="6089">
                  <c:v>5.4320700000000004</c:v>
                </c:pt>
                <c:pt idx="6090">
                  <c:v>5.4323800000000002</c:v>
                </c:pt>
                <c:pt idx="6091">
                  <c:v>5.4326800000000004</c:v>
                </c:pt>
                <c:pt idx="6092">
                  <c:v>5.4329900000000002</c:v>
                </c:pt>
                <c:pt idx="6093">
                  <c:v>5.4332900000000004</c:v>
                </c:pt>
                <c:pt idx="6094">
                  <c:v>5.4336000000000002</c:v>
                </c:pt>
                <c:pt idx="6095">
                  <c:v>5.43391</c:v>
                </c:pt>
                <c:pt idx="6096">
                  <c:v>5.4342100000000002</c:v>
                </c:pt>
                <c:pt idx="6097">
                  <c:v>5.43452</c:v>
                </c:pt>
                <c:pt idx="6098">
                  <c:v>5.4348200000000002</c:v>
                </c:pt>
                <c:pt idx="6099">
                  <c:v>5.43513</c:v>
                </c:pt>
                <c:pt idx="6100">
                  <c:v>5.4354300000000002</c:v>
                </c:pt>
                <c:pt idx="6101">
                  <c:v>5.43574</c:v>
                </c:pt>
                <c:pt idx="6102">
                  <c:v>5.4360400000000002</c:v>
                </c:pt>
                <c:pt idx="6103">
                  <c:v>5.43635</c:v>
                </c:pt>
                <c:pt idx="6104">
                  <c:v>5.4366500000000002</c:v>
                </c:pt>
                <c:pt idx="6105">
                  <c:v>5.43696</c:v>
                </c:pt>
                <c:pt idx="6106">
                  <c:v>5.4372600000000002</c:v>
                </c:pt>
                <c:pt idx="6107">
                  <c:v>5.43757</c:v>
                </c:pt>
                <c:pt idx="6108">
                  <c:v>5.4378799999999998</c:v>
                </c:pt>
                <c:pt idx="6109">
                  <c:v>5.43818</c:v>
                </c:pt>
                <c:pt idx="6110">
                  <c:v>5.4384899999999998</c:v>
                </c:pt>
                <c:pt idx="6111">
                  <c:v>5.43879</c:v>
                </c:pt>
                <c:pt idx="6112">
                  <c:v>5.4390999999999998</c:v>
                </c:pt>
                <c:pt idx="6113">
                  <c:v>5.4394</c:v>
                </c:pt>
                <c:pt idx="6114">
                  <c:v>5.4397099999999998</c:v>
                </c:pt>
                <c:pt idx="6115">
                  <c:v>5.44001</c:v>
                </c:pt>
                <c:pt idx="6116">
                  <c:v>5.4403199999999998</c:v>
                </c:pt>
                <c:pt idx="6117">
                  <c:v>5.44062</c:v>
                </c:pt>
                <c:pt idx="6118">
                  <c:v>5.4409299999999998</c:v>
                </c:pt>
                <c:pt idx="6119">
                  <c:v>5.44123</c:v>
                </c:pt>
                <c:pt idx="6120">
                  <c:v>5.4415399999999998</c:v>
                </c:pt>
                <c:pt idx="6121">
                  <c:v>5.4418499999999996</c:v>
                </c:pt>
                <c:pt idx="6122">
                  <c:v>5.4421499999999998</c:v>
                </c:pt>
                <c:pt idx="6123">
                  <c:v>5.4424599999999996</c:v>
                </c:pt>
                <c:pt idx="6124">
                  <c:v>5.4427599999999998</c:v>
                </c:pt>
                <c:pt idx="6125">
                  <c:v>5.4430699999999996</c:v>
                </c:pt>
                <c:pt idx="6126">
                  <c:v>5.4433699999999998</c:v>
                </c:pt>
                <c:pt idx="6127">
                  <c:v>5.4436799999999996</c:v>
                </c:pt>
                <c:pt idx="6128">
                  <c:v>5.4439799999999998</c:v>
                </c:pt>
                <c:pt idx="6129">
                  <c:v>5.4442899999999996</c:v>
                </c:pt>
                <c:pt idx="6130">
                  <c:v>5.4445899999999998</c:v>
                </c:pt>
                <c:pt idx="6131">
                  <c:v>5.4448999999999996</c:v>
                </c:pt>
                <c:pt idx="6132">
                  <c:v>5.4452100000000003</c:v>
                </c:pt>
                <c:pt idx="6133">
                  <c:v>5.4455099999999996</c:v>
                </c:pt>
                <c:pt idx="6134">
                  <c:v>5.4458200000000003</c:v>
                </c:pt>
                <c:pt idx="6135">
                  <c:v>5.4461199999999996</c:v>
                </c:pt>
                <c:pt idx="6136">
                  <c:v>5.4464300000000003</c:v>
                </c:pt>
                <c:pt idx="6137">
                  <c:v>5.4467299999999996</c:v>
                </c:pt>
                <c:pt idx="6138">
                  <c:v>5.4470400000000003</c:v>
                </c:pt>
                <c:pt idx="6139">
                  <c:v>5.4473399999999996</c:v>
                </c:pt>
                <c:pt idx="6140">
                  <c:v>5.4476500000000003</c:v>
                </c:pt>
                <c:pt idx="6141">
                  <c:v>5.4479499999999996</c:v>
                </c:pt>
                <c:pt idx="6142">
                  <c:v>5.4482600000000003</c:v>
                </c:pt>
                <c:pt idx="6143">
                  <c:v>5.4485599999999996</c:v>
                </c:pt>
                <c:pt idx="6144">
                  <c:v>5.4488700000000003</c:v>
                </c:pt>
                <c:pt idx="6145">
                  <c:v>5.4491800000000001</c:v>
                </c:pt>
                <c:pt idx="6146">
                  <c:v>5.4494800000000003</c:v>
                </c:pt>
                <c:pt idx="6147">
                  <c:v>5.4497900000000001</c:v>
                </c:pt>
                <c:pt idx="6148">
                  <c:v>5.4500900000000003</c:v>
                </c:pt>
                <c:pt idx="6149">
                  <c:v>5.4504000000000001</c:v>
                </c:pt>
                <c:pt idx="6150">
                  <c:v>5.4507000000000003</c:v>
                </c:pt>
                <c:pt idx="6151">
                  <c:v>5.4510100000000001</c:v>
                </c:pt>
                <c:pt idx="6152">
                  <c:v>5.4513100000000003</c:v>
                </c:pt>
                <c:pt idx="6153">
                  <c:v>5.4516200000000001</c:v>
                </c:pt>
                <c:pt idx="6154">
                  <c:v>5.4519200000000003</c:v>
                </c:pt>
                <c:pt idx="6155">
                  <c:v>5.4522300000000001</c:v>
                </c:pt>
                <c:pt idx="6156">
                  <c:v>5.4525300000000003</c:v>
                </c:pt>
                <c:pt idx="6157">
                  <c:v>5.4528400000000001</c:v>
                </c:pt>
                <c:pt idx="6158">
                  <c:v>5.4531499999999999</c:v>
                </c:pt>
                <c:pt idx="6159">
                  <c:v>5.4534500000000001</c:v>
                </c:pt>
                <c:pt idx="6160">
                  <c:v>5.4537599999999999</c:v>
                </c:pt>
                <c:pt idx="6161">
                  <c:v>5.4540600000000001</c:v>
                </c:pt>
                <c:pt idx="6162">
                  <c:v>5.4543699999999999</c:v>
                </c:pt>
                <c:pt idx="6163">
                  <c:v>5.4546700000000001</c:v>
                </c:pt>
                <c:pt idx="6164">
                  <c:v>5.4549799999999999</c:v>
                </c:pt>
                <c:pt idx="6165">
                  <c:v>5.4552800000000001</c:v>
                </c:pt>
                <c:pt idx="6166">
                  <c:v>5.4555899999999999</c:v>
                </c:pt>
                <c:pt idx="6167">
                  <c:v>5.4558900000000001</c:v>
                </c:pt>
                <c:pt idx="6168">
                  <c:v>5.4561999999999999</c:v>
                </c:pt>
                <c:pt idx="6169">
                  <c:v>5.4565000000000001</c:v>
                </c:pt>
                <c:pt idx="6170">
                  <c:v>5.4568099999999999</c:v>
                </c:pt>
                <c:pt idx="6171">
                  <c:v>5.4571199999999997</c:v>
                </c:pt>
                <c:pt idx="6172">
                  <c:v>5.4574199999999999</c:v>
                </c:pt>
                <c:pt idx="6173">
                  <c:v>5.4577299999999997</c:v>
                </c:pt>
                <c:pt idx="6174">
                  <c:v>5.4580299999999999</c:v>
                </c:pt>
                <c:pt idx="6175">
                  <c:v>5.4583399999999997</c:v>
                </c:pt>
                <c:pt idx="6176">
                  <c:v>5.4586399999999999</c:v>
                </c:pt>
                <c:pt idx="6177">
                  <c:v>5.4589499999999997</c:v>
                </c:pt>
                <c:pt idx="6178">
                  <c:v>5.4592499999999999</c:v>
                </c:pt>
                <c:pt idx="6179">
                  <c:v>5.4595599999999997</c:v>
                </c:pt>
                <c:pt idx="6180">
                  <c:v>5.4598599999999999</c:v>
                </c:pt>
                <c:pt idx="6181">
                  <c:v>5.4601699999999997</c:v>
                </c:pt>
                <c:pt idx="6182">
                  <c:v>5.4604699999999999</c:v>
                </c:pt>
                <c:pt idx="6183">
                  <c:v>5.4607799999999997</c:v>
                </c:pt>
                <c:pt idx="6184">
                  <c:v>5.4610900000000004</c:v>
                </c:pt>
                <c:pt idx="6185">
                  <c:v>5.4613899999999997</c:v>
                </c:pt>
                <c:pt idx="6186">
                  <c:v>5.4617000000000004</c:v>
                </c:pt>
                <c:pt idx="6187">
                  <c:v>5.4619999999999997</c:v>
                </c:pt>
                <c:pt idx="6188">
                  <c:v>5.4623100000000004</c:v>
                </c:pt>
                <c:pt idx="6189">
                  <c:v>5.4626099999999997</c:v>
                </c:pt>
                <c:pt idx="6190">
                  <c:v>5.4629200000000004</c:v>
                </c:pt>
                <c:pt idx="6191">
                  <c:v>5.4632199999999997</c:v>
                </c:pt>
                <c:pt idx="6192">
                  <c:v>5.4635300000000004</c:v>
                </c:pt>
                <c:pt idx="6193">
                  <c:v>5.4638299999999997</c:v>
                </c:pt>
                <c:pt idx="6194">
                  <c:v>5.4641400000000004</c:v>
                </c:pt>
                <c:pt idx="6195">
                  <c:v>5.4644500000000003</c:v>
                </c:pt>
                <c:pt idx="6196">
                  <c:v>5.4647500000000004</c:v>
                </c:pt>
                <c:pt idx="6197">
                  <c:v>5.4650600000000003</c:v>
                </c:pt>
                <c:pt idx="6198">
                  <c:v>5.4653600000000004</c:v>
                </c:pt>
                <c:pt idx="6199">
                  <c:v>5.4656700000000003</c:v>
                </c:pt>
                <c:pt idx="6200">
                  <c:v>5.4659700000000004</c:v>
                </c:pt>
                <c:pt idx="6201">
                  <c:v>5.4662800000000002</c:v>
                </c:pt>
                <c:pt idx="6202">
                  <c:v>5.4665800000000004</c:v>
                </c:pt>
                <c:pt idx="6203">
                  <c:v>5.4668900000000002</c:v>
                </c:pt>
                <c:pt idx="6204">
                  <c:v>5.4671900000000004</c:v>
                </c:pt>
                <c:pt idx="6205">
                  <c:v>5.4675000000000002</c:v>
                </c:pt>
                <c:pt idx="6206">
                  <c:v>5.4678000000000004</c:v>
                </c:pt>
                <c:pt idx="6207">
                  <c:v>5.4681100000000002</c:v>
                </c:pt>
                <c:pt idx="6208">
                  <c:v>5.4684200000000001</c:v>
                </c:pt>
                <c:pt idx="6209">
                  <c:v>5.4687200000000002</c:v>
                </c:pt>
                <c:pt idx="6210">
                  <c:v>5.4690300000000001</c:v>
                </c:pt>
                <c:pt idx="6211">
                  <c:v>5.4693300000000002</c:v>
                </c:pt>
                <c:pt idx="6212">
                  <c:v>5.4696400000000001</c:v>
                </c:pt>
                <c:pt idx="6213">
                  <c:v>5.4699400000000002</c:v>
                </c:pt>
                <c:pt idx="6214">
                  <c:v>5.4702500000000001</c:v>
                </c:pt>
                <c:pt idx="6215">
                  <c:v>5.4705500000000002</c:v>
                </c:pt>
                <c:pt idx="6216">
                  <c:v>5.4708600000000001</c:v>
                </c:pt>
                <c:pt idx="6217">
                  <c:v>5.4711600000000002</c:v>
                </c:pt>
                <c:pt idx="6218">
                  <c:v>5.4714700000000001</c:v>
                </c:pt>
                <c:pt idx="6219">
                  <c:v>5.4717700000000002</c:v>
                </c:pt>
                <c:pt idx="6220">
                  <c:v>5.4720800000000001</c:v>
                </c:pt>
                <c:pt idx="6221">
                  <c:v>5.4723899999999999</c:v>
                </c:pt>
                <c:pt idx="6222">
                  <c:v>5.4726900000000001</c:v>
                </c:pt>
                <c:pt idx="6223">
                  <c:v>5.4729999999999999</c:v>
                </c:pt>
                <c:pt idx="6224">
                  <c:v>5.4733000000000001</c:v>
                </c:pt>
                <c:pt idx="6225">
                  <c:v>5.4736099999999999</c:v>
                </c:pt>
                <c:pt idx="6226">
                  <c:v>5.4739100000000001</c:v>
                </c:pt>
                <c:pt idx="6227">
                  <c:v>5.4742199999999999</c:v>
                </c:pt>
                <c:pt idx="6228">
                  <c:v>5.4745200000000001</c:v>
                </c:pt>
                <c:pt idx="6229">
                  <c:v>5.4748299999999999</c:v>
                </c:pt>
                <c:pt idx="6230">
                  <c:v>5.4751300000000001</c:v>
                </c:pt>
                <c:pt idx="6231">
                  <c:v>5.4754399999999999</c:v>
                </c:pt>
                <c:pt idx="6232">
                  <c:v>5.4757400000000001</c:v>
                </c:pt>
                <c:pt idx="6233">
                  <c:v>5.4760499999999999</c:v>
                </c:pt>
                <c:pt idx="6234">
                  <c:v>5.4763599999999997</c:v>
                </c:pt>
                <c:pt idx="6235">
                  <c:v>5.4766599999999999</c:v>
                </c:pt>
                <c:pt idx="6236">
                  <c:v>5.4769699999999997</c:v>
                </c:pt>
                <c:pt idx="6237">
                  <c:v>5.4772699999999999</c:v>
                </c:pt>
                <c:pt idx="6238">
                  <c:v>5.4775799999999997</c:v>
                </c:pt>
                <c:pt idx="6239">
                  <c:v>5.4778799999999999</c:v>
                </c:pt>
                <c:pt idx="6240">
                  <c:v>5.4781899999999997</c:v>
                </c:pt>
                <c:pt idx="6241">
                  <c:v>5.4784899999999999</c:v>
                </c:pt>
                <c:pt idx="6242">
                  <c:v>5.4787999999999997</c:v>
                </c:pt>
                <c:pt idx="6243">
                  <c:v>5.4790999999999999</c:v>
                </c:pt>
                <c:pt idx="6244">
                  <c:v>5.4794099999999997</c:v>
                </c:pt>
                <c:pt idx="6245">
                  <c:v>5.4797099999999999</c:v>
                </c:pt>
                <c:pt idx="6246">
                  <c:v>5.4800199999999997</c:v>
                </c:pt>
                <c:pt idx="6247">
                  <c:v>5.4803300000000004</c:v>
                </c:pt>
                <c:pt idx="6248">
                  <c:v>5.4806299999999997</c:v>
                </c:pt>
                <c:pt idx="6249">
                  <c:v>5.4809400000000004</c:v>
                </c:pt>
                <c:pt idx="6250">
                  <c:v>5.4812399999999997</c:v>
                </c:pt>
                <c:pt idx="6251">
                  <c:v>5.4815500000000004</c:v>
                </c:pt>
                <c:pt idx="6252">
                  <c:v>5.4818499999999997</c:v>
                </c:pt>
                <c:pt idx="6253">
                  <c:v>5.4821600000000004</c:v>
                </c:pt>
                <c:pt idx="6254">
                  <c:v>5.4824599999999997</c:v>
                </c:pt>
                <c:pt idx="6255">
                  <c:v>5.4827700000000004</c:v>
                </c:pt>
                <c:pt idx="6256">
                  <c:v>5.4830699999999997</c:v>
                </c:pt>
                <c:pt idx="6257">
                  <c:v>5.4833800000000004</c:v>
                </c:pt>
                <c:pt idx="6258">
                  <c:v>5.4836900000000002</c:v>
                </c:pt>
                <c:pt idx="6259">
                  <c:v>5.4839900000000004</c:v>
                </c:pt>
                <c:pt idx="6260">
                  <c:v>5.4843000000000002</c:v>
                </c:pt>
                <c:pt idx="6261">
                  <c:v>5.4846000000000004</c:v>
                </c:pt>
                <c:pt idx="6262">
                  <c:v>5.4849100000000002</c:v>
                </c:pt>
                <c:pt idx="6263">
                  <c:v>5.4852100000000004</c:v>
                </c:pt>
                <c:pt idx="6264">
                  <c:v>5.4855200000000002</c:v>
                </c:pt>
                <c:pt idx="6265">
                  <c:v>5.4858200000000004</c:v>
                </c:pt>
                <c:pt idx="6266">
                  <c:v>5.4861300000000002</c:v>
                </c:pt>
                <c:pt idx="6267">
                  <c:v>5.4864300000000004</c:v>
                </c:pt>
                <c:pt idx="6268">
                  <c:v>5.4867400000000002</c:v>
                </c:pt>
                <c:pt idx="6269">
                  <c:v>5.4870400000000004</c:v>
                </c:pt>
                <c:pt idx="6270">
                  <c:v>5.4873500000000002</c:v>
                </c:pt>
                <c:pt idx="6271">
                  <c:v>5.48766</c:v>
                </c:pt>
                <c:pt idx="6272">
                  <c:v>5.4879600000000002</c:v>
                </c:pt>
                <c:pt idx="6273">
                  <c:v>5.48827</c:v>
                </c:pt>
                <c:pt idx="6274">
                  <c:v>5.4885700000000002</c:v>
                </c:pt>
                <c:pt idx="6275">
                  <c:v>5.48888</c:v>
                </c:pt>
                <c:pt idx="6276">
                  <c:v>5.4891800000000002</c:v>
                </c:pt>
                <c:pt idx="6277">
                  <c:v>5.48949</c:v>
                </c:pt>
                <c:pt idx="6278">
                  <c:v>5.4897900000000002</c:v>
                </c:pt>
                <c:pt idx="6279">
                  <c:v>5.4901</c:v>
                </c:pt>
                <c:pt idx="6280">
                  <c:v>5.4904000000000002</c:v>
                </c:pt>
                <c:pt idx="6281">
                  <c:v>5.49071</c:v>
                </c:pt>
                <c:pt idx="6282">
                  <c:v>5.4910100000000002</c:v>
                </c:pt>
                <c:pt idx="6283">
                  <c:v>5.49132</c:v>
                </c:pt>
                <c:pt idx="6284">
                  <c:v>5.4916299999999998</c:v>
                </c:pt>
                <c:pt idx="6285">
                  <c:v>5.49193</c:v>
                </c:pt>
                <c:pt idx="6286">
                  <c:v>5.4922399999999998</c:v>
                </c:pt>
                <c:pt idx="6287">
                  <c:v>5.49254</c:v>
                </c:pt>
                <c:pt idx="6288">
                  <c:v>5.4928499999999998</c:v>
                </c:pt>
                <c:pt idx="6289">
                  <c:v>5.49315</c:v>
                </c:pt>
                <c:pt idx="6290">
                  <c:v>5.4934599999999998</c:v>
                </c:pt>
                <c:pt idx="6291">
                  <c:v>5.49376</c:v>
                </c:pt>
                <c:pt idx="6292">
                  <c:v>5.4940699999999998</c:v>
                </c:pt>
                <c:pt idx="6293">
                  <c:v>5.49437</c:v>
                </c:pt>
                <c:pt idx="6294">
                  <c:v>5.4946799999999998</c:v>
                </c:pt>
                <c:pt idx="6295">
                  <c:v>5.49498</c:v>
                </c:pt>
                <c:pt idx="6296">
                  <c:v>5.4952899999999998</c:v>
                </c:pt>
                <c:pt idx="6297">
                  <c:v>5.4955999999999996</c:v>
                </c:pt>
                <c:pt idx="6298">
                  <c:v>5.4958999999999998</c:v>
                </c:pt>
                <c:pt idx="6299">
                  <c:v>5.4962099999999996</c:v>
                </c:pt>
                <c:pt idx="6300">
                  <c:v>5.4965099999999998</c:v>
                </c:pt>
                <c:pt idx="6301">
                  <c:v>5.4968199999999996</c:v>
                </c:pt>
                <c:pt idx="6302">
                  <c:v>5.4971199999999998</c:v>
                </c:pt>
                <c:pt idx="6303">
                  <c:v>5.4974299999999996</c:v>
                </c:pt>
                <c:pt idx="6304">
                  <c:v>5.4977299999999998</c:v>
                </c:pt>
                <c:pt idx="6305">
                  <c:v>5.4980399999999996</c:v>
                </c:pt>
                <c:pt idx="6306">
                  <c:v>5.4983399999999998</c:v>
                </c:pt>
                <c:pt idx="6307">
                  <c:v>5.4986499999999996</c:v>
                </c:pt>
                <c:pt idx="6308">
                  <c:v>5.4989499999999998</c:v>
                </c:pt>
                <c:pt idx="6309">
                  <c:v>5.4992599999999996</c:v>
                </c:pt>
                <c:pt idx="6310">
                  <c:v>5.4995700000000003</c:v>
                </c:pt>
                <c:pt idx="6311">
                  <c:v>5.4998699999999996</c:v>
                </c:pt>
                <c:pt idx="6312">
                  <c:v>5.5001800000000003</c:v>
                </c:pt>
                <c:pt idx="6313">
                  <c:v>5.5004799999999996</c:v>
                </c:pt>
                <c:pt idx="6314">
                  <c:v>5.5007900000000003</c:v>
                </c:pt>
                <c:pt idx="6315">
                  <c:v>5.5010899999999996</c:v>
                </c:pt>
                <c:pt idx="6316">
                  <c:v>5.5014000000000003</c:v>
                </c:pt>
                <c:pt idx="6317">
                  <c:v>5.5016999999999996</c:v>
                </c:pt>
                <c:pt idx="6318">
                  <c:v>5.5020100000000003</c:v>
                </c:pt>
                <c:pt idx="6319">
                  <c:v>5.5023099999999996</c:v>
                </c:pt>
                <c:pt idx="6320">
                  <c:v>5.5026200000000003</c:v>
                </c:pt>
                <c:pt idx="6321">
                  <c:v>5.5029300000000001</c:v>
                </c:pt>
                <c:pt idx="6322">
                  <c:v>5.5032300000000003</c:v>
                </c:pt>
                <c:pt idx="6323">
                  <c:v>5.5035400000000001</c:v>
                </c:pt>
                <c:pt idx="6324">
                  <c:v>5.5038400000000003</c:v>
                </c:pt>
                <c:pt idx="6325">
                  <c:v>5.5041500000000001</c:v>
                </c:pt>
                <c:pt idx="6326">
                  <c:v>5.5044500000000003</c:v>
                </c:pt>
                <c:pt idx="6327">
                  <c:v>5.5047600000000001</c:v>
                </c:pt>
                <c:pt idx="6328">
                  <c:v>5.5050600000000003</c:v>
                </c:pt>
                <c:pt idx="6329">
                  <c:v>5.5053700000000001</c:v>
                </c:pt>
                <c:pt idx="6330">
                  <c:v>5.5056700000000003</c:v>
                </c:pt>
                <c:pt idx="6331">
                  <c:v>5.5059800000000001</c:v>
                </c:pt>
                <c:pt idx="6332">
                  <c:v>5.5062800000000003</c:v>
                </c:pt>
                <c:pt idx="6333">
                  <c:v>5.5065900000000001</c:v>
                </c:pt>
                <c:pt idx="6334">
                  <c:v>5.5068999999999999</c:v>
                </c:pt>
                <c:pt idx="6335">
                  <c:v>5.5072000000000001</c:v>
                </c:pt>
                <c:pt idx="6336">
                  <c:v>5.5075099999999999</c:v>
                </c:pt>
                <c:pt idx="6337">
                  <c:v>5.5078100000000001</c:v>
                </c:pt>
                <c:pt idx="6338">
                  <c:v>5.5081199999999999</c:v>
                </c:pt>
                <c:pt idx="6339">
                  <c:v>5.5084200000000001</c:v>
                </c:pt>
                <c:pt idx="6340">
                  <c:v>5.5087299999999999</c:v>
                </c:pt>
                <c:pt idx="6341">
                  <c:v>5.5090300000000001</c:v>
                </c:pt>
                <c:pt idx="6342">
                  <c:v>5.5093399999999999</c:v>
                </c:pt>
                <c:pt idx="6343">
                  <c:v>5.5096400000000001</c:v>
                </c:pt>
                <c:pt idx="6344">
                  <c:v>5.5099499999999999</c:v>
                </c:pt>
                <c:pt idx="6345">
                  <c:v>5.5102500000000001</c:v>
                </c:pt>
                <c:pt idx="6346">
                  <c:v>5.5105599999999999</c:v>
                </c:pt>
                <c:pt idx="6347">
                  <c:v>5.5108699999999997</c:v>
                </c:pt>
                <c:pt idx="6348">
                  <c:v>5.5111699999999999</c:v>
                </c:pt>
                <c:pt idx="6349">
                  <c:v>5.5114799999999997</c:v>
                </c:pt>
                <c:pt idx="6350">
                  <c:v>5.5117799999999999</c:v>
                </c:pt>
                <c:pt idx="6351">
                  <c:v>5.5120899999999997</c:v>
                </c:pt>
                <c:pt idx="6352">
                  <c:v>5.5123899999999999</c:v>
                </c:pt>
                <c:pt idx="6353">
                  <c:v>5.5126999999999997</c:v>
                </c:pt>
                <c:pt idx="6354">
                  <c:v>5.5129999999999999</c:v>
                </c:pt>
                <c:pt idx="6355">
                  <c:v>5.5133099999999997</c:v>
                </c:pt>
                <c:pt idx="6356">
                  <c:v>5.5136099999999999</c:v>
                </c:pt>
                <c:pt idx="6357">
                  <c:v>5.5139199999999997</c:v>
                </c:pt>
                <c:pt idx="6358">
                  <c:v>5.5142199999999999</c:v>
                </c:pt>
                <c:pt idx="6359">
                  <c:v>5.5145299999999997</c:v>
                </c:pt>
                <c:pt idx="6360">
                  <c:v>5.5148400000000004</c:v>
                </c:pt>
                <c:pt idx="6361">
                  <c:v>5.5151399999999997</c:v>
                </c:pt>
                <c:pt idx="6362">
                  <c:v>5.5154500000000004</c:v>
                </c:pt>
                <c:pt idx="6363">
                  <c:v>5.5157499999999997</c:v>
                </c:pt>
                <c:pt idx="6364">
                  <c:v>5.5160600000000004</c:v>
                </c:pt>
                <c:pt idx="6365">
                  <c:v>5.5163599999999997</c:v>
                </c:pt>
                <c:pt idx="6366">
                  <c:v>5.5166700000000004</c:v>
                </c:pt>
                <c:pt idx="6367">
                  <c:v>5.5169699999999997</c:v>
                </c:pt>
                <c:pt idx="6368">
                  <c:v>5.5172800000000004</c:v>
                </c:pt>
                <c:pt idx="6369">
                  <c:v>5.5175799999999997</c:v>
                </c:pt>
                <c:pt idx="6370">
                  <c:v>5.5178900000000004</c:v>
                </c:pt>
                <c:pt idx="6371">
                  <c:v>5.5182000000000002</c:v>
                </c:pt>
                <c:pt idx="6372">
                  <c:v>5.5185000000000004</c:v>
                </c:pt>
                <c:pt idx="6373">
                  <c:v>5.5188100000000002</c:v>
                </c:pt>
                <c:pt idx="6374">
                  <c:v>5.5191100000000004</c:v>
                </c:pt>
                <c:pt idx="6375">
                  <c:v>5.5194200000000002</c:v>
                </c:pt>
                <c:pt idx="6376">
                  <c:v>5.5197200000000004</c:v>
                </c:pt>
                <c:pt idx="6377">
                  <c:v>5.5200300000000002</c:v>
                </c:pt>
                <c:pt idx="6378">
                  <c:v>5.5203300000000004</c:v>
                </c:pt>
                <c:pt idx="6379">
                  <c:v>5.5206400000000002</c:v>
                </c:pt>
                <c:pt idx="6380">
                  <c:v>5.5209400000000004</c:v>
                </c:pt>
                <c:pt idx="6381">
                  <c:v>5.5212500000000002</c:v>
                </c:pt>
                <c:pt idx="6382">
                  <c:v>5.5215500000000004</c:v>
                </c:pt>
                <c:pt idx="6383">
                  <c:v>5.5218600000000002</c:v>
                </c:pt>
                <c:pt idx="6384">
                  <c:v>5.52217</c:v>
                </c:pt>
                <c:pt idx="6385">
                  <c:v>5.5224700000000002</c:v>
                </c:pt>
                <c:pt idx="6386">
                  <c:v>5.52278</c:v>
                </c:pt>
                <c:pt idx="6387">
                  <c:v>5.5230800000000002</c:v>
                </c:pt>
                <c:pt idx="6388">
                  <c:v>5.52339</c:v>
                </c:pt>
                <c:pt idx="6389">
                  <c:v>5.5236900000000002</c:v>
                </c:pt>
                <c:pt idx="6390">
                  <c:v>5.524</c:v>
                </c:pt>
                <c:pt idx="6391">
                  <c:v>5.5243000000000002</c:v>
                </c:pt>
                <c:pt idx="6392">
                  <c:v>5.52461</c:v>
                </c:pt>
                <c:pt idx="6393">
                  <c:v>5.5249100000000002</c:v>
                </c:pt>
                <c:pt idx="6394">
                  <c:v>5.52522</c:v>
                </c:pt>
                <c:pt idx="6395">
                  <c:v>5.5255200000000002</c:v>
                </c:pt>
                <c:pt idx="6396">
                  <c:v>5.52583</c:v>
                </c:pt>
                <c:pt idx="6397">
                  <c:v>5.5261399999999998</c:v>
                </c:pt>
                <c:pt idx="6398">
                  <c:v>5.52644</c:v>
                </c:pt>
                <c:pt idx="6399">
                  <c:v>5.5267499999999998</c:v>
                </c:pt>
                <c:pt idx="6400">
                  <c:v>5.52705</c:v>
                </c:pt>
                <c:pt idx="6401">
                  <c:v>5.5273599999999998</c:v>
                </c:pt>
                <c:pt idx="6402">
                  <c:v>5.52766</c:v>
                </c:pt>
                <c:pt idx="6403">
                  <c:v>5.5279699999999998</c:v>
                </c:pt>
                <c:pt idx="6404">
                  <c:v>5.52827</c:v>
                </c:pt>
                <c:pt idx="6405">
                  <c:v>5.5285799999999998</c:v>
                </c:pt>
                <c:pt idx="6406">
                  <c:v>5.52888</c:v>
                </c:pt>
                <c:pt idx="6407">
                  <c:v>5.5291899999999998</c:v>
                </c:pt>
                <c:pt idx="6408">
                  <c:v>5.52949</c:v>
                </c:pt>
                <c:pt idx="6409">
                  <c:v>5.5297999999999998</c:v>
                </c:pt>
                <c:pt idx="6410">
                  <c:v>5.5301099999999996</c:v>
                </c:pt>
                <c:pt idx="6411">
                  <c:v>5.5304099999999998</c:v>
                </c:pt>
                <c:pt idx="6412">
                  <c:v>5.5307199999999996</c:v>
                </c:pt>
                <c:pt idx="6413">
                  <c:v>5.5310199999999998</c:v>
                </c:pt>
                <c:pt idx="6414">
                  <c:v>5.5313299999999996</c:v>
                </c:pt>
                <c:pt idx="6415">
                  <c:v>5.5316299999999998</c:v>
                </c:pt>
                <c:pt idx="6416">
                  <c:v>5.5319399999999996</c:v>
                </c:pt>
                <c:pt idx="6417">
                  <c:v>5.5322399999999998</c:v>
                </c:pt>
                <c:pt idx="6418">
                  <c:v>5.5325499999999996</c:v>
                </c:pt>
                <c:pt idx="6419">
                  <c:v>5.5328499999999998</c:v>
                </c:pt>
                <c:pt idx="6420">
                  <c:v>5.5331599999999996</c:v>
                </c:pt>
                <c:pt idx="6421">
                  <c:v>5.5334599999999998</c:v>
                </c:pt>
                <c:pt idx="6422">
                  <c:v>5.5337699999999996</c:v>
                </c:pt>
                <c:pt idx="6423">
                  <c:v>5.5340800000000003</c:v>
                </c:pt>
                <c:pt idx="6424">
                  <c:v>5.5343799999999996</c:v>
                </c:pt>
                <c:pt idx="6425">
                  <c:v>5.5346900000000003</c:v>
                </c:pt>
                <c:pt idx="6426">
                  <c:v>5.5349899999999996</c:v>
                </c:pt>
                <c:pt idx="6427">
                  <c:v>5.5353000000000003</c:v>
                </c:pt>
                <c:pt idx="6428">
                  <c:v>5.5355999999999996</c:v>
                </c:pt>
                <c:pt idx="6429">
                  <c:v>5.5359100000000003</c:v>
                </c:pt>
                <c:pt idx="6430">
                  <c:v>5.5362099999999996</c:v>
                </c:pt>
                <c:pt idx="6431">
                  <c:v>5.5365200000000003</c:v>
                </c:pt>
                <c:pt idx="6432">
                  <c:v>5.5368199999999996</c:v>
                </c:pt>
                <c:pt idx="6433">
                  <c:v>5.5371300000000003</c:v>
                </c:pt>
                <c:pt idx="6434">
                  <c:v>5.5374400000000001</c:v>
                </c:pt>
                <c:pt idx="6435">
                  <c:v>5.5377400000000003</c:v>
                </c:pt>
                <c:pt idx="6436">
                  <c:v>5.5380500000000001</c:v>
                </c:pt>
                <c:pt idx="6437">
                  <c:v>5.5383500000000003</c:v>
                </c:pt>
                <c:pt idx="6438">
                  <c:v>5.5386600000000001</c:v>
                </c:pt>
                <c:pt idx="6439">
                  <c:v>5.5389600000000003</c:v>
                </c:pt>
                <c:pt idx="6440">
                  <c:v>5.5392700000000001</c:v>
                </c:pt>
                <c:pt idx="6441">
                  <c:v>5.5395700000000003</c:v>
                </c:pt>
                <c:pt idx="6442">
                  <c:v>5.5398800000000001</c:v>
                </c:pt>
                <c:pt idx="6443">
                  <c:v>5.5401800000000003</c:v>
                </c:pt>
                <c:pt idx="6444">
                  <c:v>5.5404900000000001</c:v>
                </c:pt>
                <c:pt idx="6445">
                  <c:v>5.5407900000000003</c:v>
                </c:pt>
                <c:pt idx="6446">
                  <c:v>5.5411000000000001</c:v>
                </c:pt>
                <c:pt idx="6447">
                  <c:v>5.5414099999999999</c:v>
                </c:pt>
                <c:pt idx="6448">
                  <c:v>5.5417100000000001</c:v>
                </c:pt>
                <c:pt idx="6449">
                  <c:v>5.5420199999999999</c:v>
                </c:pt>
                <c:pt idx="6450">
                  <c:v>5.5423200000000001</c:v>
                </c:pt>
                <c:pt idx="6451">
                  <c:v>5.5426299999999999</c:v>
                </c:pt>
                <c:pt idx="6452">
                  <c:v>5.5429300000000001</c:v>
                </c:pt>
                <c:pt idx="6453">
                  <c:v>5.5432399999999999</c:v>
                </c:pt>
                <c:pt idx="6454">
                  <c:v>5.5435400000000001</c:v>
                </c:pt>
                <c:pt idx="6455">
                  <c:v>5.5438499999999999</c:v>
                </c:pt>
                <c:pt idx="6456">
                  <c:v>5.5441500000000001</c:v>
                </c:pt>
                <c:pt idx="6457">
                  <c:v>5.5444599999999999</c:v>
                </c:pt>
                <c:pt idx="6458">
                  <c:v>5.5447600000000001</c:v>
                </c:pt>
                <c:pt idx="6459">
                  <c:v>5.5450699999999999</c:v>
                </c:pt>
                <c:pt idx="6460">
                  <c:v>5.5453799999999998</c:v>
                </c:pt>
                <c:pt idx="6461">
                  <c:v>5.5456799999999999</c:v>
                </c:pt>
                <c:pt idx="6462">
                  <c:v>5.5459899999999998</c:v>
                </c:pt>
                <c:pt idx="6463">
                  <c:v>5.5462899999999999</c:v>
                </c:pt>
                <c:pt idx="6464">
                  <c:v>5.5465999999999998</c:v>
                </c:pt>
                <c:pt idx="6465">
                  <c:v>5.5468999999999999</c:v>
                </c:pt>
                <c:pt idx="6466">
                  <c:v>5.5472099999999998</c:v>
                </c:pt>
                <c:pt idx="6467">
                  <c:v>5.5475099999999999</c:v>
                </c:pt>
                <c:pt idx="6468">
                  <c:v>5.5478199999999998</c:v>
                </c:pt>
                <c:pt idx="6469">
                  <c:v>5.5481199999999999</c:v>
                </c:pt>
                <c:pt idx="6470">
                  <c:v>5.5484299999999998</c:v>
                </c:pt>
                <c:pt idx="6471">
                  <c:v>5.5487299999999999</c:v>
                </c:pt>
                <c:pt idx="6472">
                  <c:v>5.5490399999999998</c:v>
                </c:pt>
                <c:pt idx="6473">
                  <c:v>5.5493499999999996</c:v>
                </c:pt>
                <c:pt idx="6474">
                  <c:v>5.5496499999999997</c:v>
                </c:pt>
                <c:pt idx="6475">
                  <c:v>5.5499599999999996</c:v>
                </c:pt>
                <c:pt idx="6476">
                  <c:v>5.5502599999999997</c:v>
                </c:pt>
                <c:pt idx="6477">
                  <c:v>5.5505699999999996</c:v>
                </c:pt>
                <c:pt idx="6478">
                  <c:v>5.5508699999999997</c:v>
                </c:pt>
                <c:pt idx="6479">
                  <c:v>5.5511799999999996</c:v>
                </c:pt>
                <c:pt idx="6480">
                  <c:v>5.5514799999999997</c:v>
                </c:pt>
                <c:pt idx="6481">
                  <c:v>5.5517899999999996</c:v>
                </c:pt>
                <c:pt idx="6482">
                  <c:v>5.5520899999999997</c:v>
                </c:pt>
                <c:pt idx="6483">
                  <c:v>5.5523999999999996</c:v>
                </c:pt>
                <c:pt idx="6484">
                  <c:v>5.5526999999999997</c:v>
                </c:pt>
                <c:pt idx="6485">
                  <c:v>5.5530099999999996</c:v>
                </c:pt>
                <c:pt idx="6486">
                  <c:v>5.5533200000000003</c:v>
                </c:pt>
                <c:pt idx="6487">
                  <c:v>5.5536199999999996</c:v>
                </c:pt>
                <c:pt idx="6488">
                  <c:v>5.5539300000000003</c:v>
                </c:pt>
                <c:pt idx="6489">
                  <c:v>5.5542299999999996</c:v>
                </c:pt>
                <c:pt idx="6490">
                  <c:v>5.5545400000000003</c:v>
                </c:pt>
                <c:pt idx="6491">
                  <c:v>5.5548400000000004</c:v>
                </c:pt>
                <c:pt idx="6492">
                  <c:v>5.5551500000000003</c:v>
                </c:pt>
                <c:pt idx="6493">
                  <c:v>5.5554500000000004</c:v>
                </c:pt>
                <c:pt idx="6494">
                  <c:v>5.5557600000000003</c:v>
                </c:pt>
                <c:pt idx="6495">
                  <c:v>5.5560600000000004</c:v>
                </c:pt>
                <c:pt idx="6496">
                  <c:v>5.5563700000000003</c:v>
                </c:pt>
                <c:pt idx="6497">
                  <c:v>5.5566800000000001</c:v>
                </c:pt>
                <c:pt idx="6498">
                  <c:v>5.5569800000000003</c:v>
                </c:pt>
                <c:pt idx="6499">
                  <c:v>5.5572900000000001</c:v>
                </c:pt>
                <c:pt idx="6500">
                  <c:v>5.5575900000000003</c:v>
                </c:pt>
                <c:pt idx="6501">
                  <c:v>5.5579000000000001</c:v>
                </c:pt>
                <c:pt idx="6502">
                  <c:v>5.5582000000000003</c:v>
                </c:pt>
                <c:pt idx="6503">
                  <c:v>5.5585100000000001</c:v>
                </c:pt>
                <c:pt idx="6504">
                  <c:v>5.5588100000000003</c:v>
                </c:pt>
                <c:pt idx="6505">
                  <c:v>5.5591200000000001</c:v>
                </c:pt>
                <c:pt idx="6506">
                  <c:v>5.5594200000000003</c:v>
                </c:pt>
                <c:pt idx="6507">
                  <c:v>5.5597300000000001</c:v>
                </c:pt>
                <c:pt idx="6508">
                  <c:v>5.5600300000000002</c:v>
                </c:pt>
                <c:pt idx="6509">
                  <c:v>5.5603400000000001</c:v>
                </c:pt>
                <c:pt idx="6510">
                  <c:v>5.5606499999999999</c:v>
                </c:pt>
                <c:pt idx="6511">
                  <c:v>5.5609500000000001</c:v>
                </c:pt>
                <c:pt idx="6512">
                  <c:v>5.5612599999999999</c:v>
                </c:pt>
                <c:pt idx="6513">
                  <c:v>5.5615600000000001</c:v>
                </c:pt>
                <c:pt idx="6514">
                  <c:v>5.5618699999999999</c:v>
                </c:pt>
                <c:pt idx="6515">
                  <c:v>5.5621700000000001</c:v>
                </c:pt>
                <c:pt idx="6516">
                  <c:v>5.5624799999999999</c:v>
                </c:pt>
                <c:pt idx="6517">
                  <c:v>5.5627800000000001</c:v>
                </c:pt>
                <c:pt idx="6518">
                  <c:v>5.5630899999999999</c:v>
                </c:pt>
                <c:pt idx="6519">
                  <c:v>5.5633900000000001</c:v>
                </c:pt>
                <c:pt idx="6520">
                  <c:v>5.5636999999999999</c:v>
                </c:pt>
                <c:pt idx="6521">
                  <c:v>5.5640000000000001</c:v>
                </c:pt>
                <c:pt idx="6522">
                  <c:v>5.5643099999999999</c:v>
                </c:pt>
                <c:pt idx="6523">
                  <c:v>5.5646199999999997</c:v>
                </c:pt>
                <c:pt idx="6524">
                  <c:v>5.5649199999999999</c:v>
                </c:pt>
                <c:pt idx="6525">
                  <c:v>5.5652299999999997</c:v>
                </c:pt>
                <c:pt idx="6526">
                  <c:v>5.5655299999999999</c:v>
                </c:pt>
                <c:pt idx="6527">
                  <c:v>5.5658399999999997</c:v>
                </c:pt>
                <c:pt idx="6528">
                  <c:v>5.5661399999999999</c:v>
                </c:pt>
                <c:pt idx="6529">
                  <c:v>5.5664499999999997</c:v>
                </c:pt>
                <c:pt idx="6530">
                  <c:v>5.5667499999999999</c:v>
                </c:pt>
                <c:pt idx="6531">
                  <c:v>5.5670599999999997</c:v>
                </c:pt>
                <c:pt idx="6532">
                  <c:v>5.5673599999999999</c:v>
                </c:pt>
                <c:pt idx="6533">
                  <c:v>5.5676699999999997</c:v>
                </c:pt>
                <c:pt idx="6534">
                  <c:v>5.5679699999999999</c:v>
                </c:pt>
                <c:pt idx="6535">
                  <c:v>5.5682799999999997</c:v>
                </c:pt>
                <c:pt idx="6536">
                  <c:v>5.5685900000000004</c:v>
                </c:pt>
                <c:pt idx="6537">
                  <c:v>5.5688899999999997</c:v>
                </c:pt>
                <c:pt idx="6538">
                  <c:v>5.5692000000000004</c:v>
                </c:pt>
                <c:pt idx="6539">
                  <c:v>5.5694999999999997</c:v>
                </c:pt>
                <c:pt idx="6540">
                  <c:v>5.5698100000000004</c:v>
                </c:pt>
                <c:pt idx="6541">
                  <c:v>5.5701099999999997</c:v>
                </c:pt>
                <c:pt idx="6542">
                  <c:v>5.5704200000000004</c:v>
                </c:pt>
                <c:pt idx="6543">
                  <c:v>5.5707199999999997</c:v>
                </c:pt>
                <c:pt idx="6544">
                  <c:v>5.5710300000000004</c:v>
                </c:pt>
                <c:pt idx="6545">
                  <c:v>5.5713299999999997</c:v>
                </c:pt>
                <c:pt idx="6546">
                  <c:v>5.5716400000000004</c:v>
                </c:pt>
                <c:pt idx="6547">
                  <c:v>5.5719500000000002</c:v>
                </c:pt>
                <c:pt idx="6548">
                  <c:v>5.5722500000000004</c:v>
                </c:pt>
                <c:pt idx="6549">
                  <c:v>5.5725600000000002</c:v>
                </c:pt>
                <c:pt idx="6550">
                  <c:v>5.5728600000000004</c:v>
                </c:pt>
                <c:pt idx="6551">
                  <c:v>5.5731700000000002</c:v>
                </c:pt>
                <c:pt idx="6552">
                  <c:v>5.5734700000000004</c:v>
                </c:pt>
                <c:pt idx="6553">
                  <c:v>5.5737800000000002</c:v>
                </c:pt>
                <c:pt idx="6554">
                  <c:v>5.5740800000000004</c:v>
                </c:pt>
                <c:pt idx="6555">
                  <c:v>5.5743900000000002</c:v>
                </c:pt>
                <c:pt idx="6556">
                  <c:v>5.5746900000000004</c:v>
                </c:pt>
                <c:pt idx="6557">
                  <c:v>5.5750000000000002</c:v>
                </c:pt>
                <c:pt idx="6558">
                  <c:v>5.5753000000000004</c:v>
                </c:pt>
                <c:pt idx="6559">
                  <c:v>5.5756100000000002</c:v>
                </c:pt>
                <c:pt idx="6560">
                  <c:v>5.57592</c:v>
                </c:pt>
                <c:pt idx="6561">
                  <c:v>5.5762200000000002</c:v>
                </c:pt>
                <c:pt idx="6562">
                  <c:v>5.57653</c:v>
                </c:pt>
                <c:pt idx="6563">
                  <c:v>5.5768300000000002</c:v>
                </c:pt>
                <c:pt idx="6564">
                  <c:v>5.57714</c:v>
                </c:pt>
                <c:pt idx="6565">
                  <c:v>5.5774400000000002</c:v>
                </c:pt>
                <c:pt idx="6566">
                  <c:v>5.57775</c:v>
                </c:pt>
                <c:pt idx="6567">
                  <c:v>5.5780500000000002</c:v>
                </c:pt>
                <c:pt idx="6568">
                  <c:v>5.57836</c:v>
                </c:pt>
                <c:pt idx="6569">
                  <c:v>5.5786600000000002</c:v>
                </c:pt>
                <c:pt idx="6570">
                  <c:v>5.57897</c:v>
                </c:pt>
                <c:pt idx="6571">
                  <c:v>5.5792700000000002</c:v>
                </c:pt>
                <c:pt idx="6572">
                  <c:v>5.57958</c:v>
                </c:pt>
                <c:pt idx="6573">
                  <c:v>5.5798899999999998</c:v>
                </c:pt>
                <c:pt idx="6574">
                  <c:v>5.58019</c:v>
                </c:pt>
                <c:pt idx="6575">
                  <c:v>5.5804999999999998</c:v>
                </c:pt>
                <c:pt idx="6576">
                  <c:v>5.5808</c:v>
                </c:pt>
                <c:pt idx="6577">
                  <c:v>5.5811099999999998</c:v>
                </c:pt>
                <c:pt idx="6578">
                  <c:v>5.58141</c:v>
                </c:pt>
                <c:pt idx="6579">
                  <c:v>5.5817199999999998</c:v>
                </c:pt>
                <c:pt idx="6580">
                  <c:v>5.58202</c:v>
                </c:pt>
                <c:pt idx="6581">
                  <c:v>5.5823299999999998</c:v>
                </c:pt>
                <c:pt idx="6582">
                  <c:v>5.58263</c:v>
                </c:pt>
                <c:pt idx="6583">
                  <c:v>5.5829399999999998</c:v>
                </c:pt>
                <c:pt idx="6584">
                  <c:v>5.58324</c:v>
                </c:pt>
                <c:pt idx="6585">
                  <c:v>5.5835499999999998</c:v>
                </c:pt>
                <c:pt idx="6586">
                  <c:v>5.5838599999999996</c:v>
                </c:pt>
                <c:pt idx="6587">
                  <c:v>5.5841599999999998</c:v>
                </c:pt>
                <c:pt idx="6588">
                  <c:v>5.5844699999999996</c:v>
                </c:pt>
                <c:pt idx="6589">
                  <c:v>5.5847699999999998</c:v>
                </c:pt>
                <c:pt idx="6590">
                  <c:v>5.5850799999999996</c:v>
                </c:pt>
                <c:pt idx="6591">
                  <c:v>5.5853799999999998</c:v>
                </c:pt>
                <c:pt idx="6592">
                  <c:v>5.5856899999999996</c:v>
                </c:pt>
                <c:pt idx="6593">
                  <c:v>5.5859899999999998</c:v>
                </c:pt>
                <c:pt idx="6594">
                  <c:v>5.5862999999999996</c:v>
                </c:pt>
                <c:pt idx="6595">
                  <c:v>5.5865999999999998</c:v>
                </c:pt>
                <c:pt idx="6596">
                  <c:v>5.5869099999999996</c:v>
                </c:pt>
                <c:pt idx="6597">
                  <c:v>5.5872099999999998</c:v>
                </c:pt>
                <c:pt idx="6598">
                  <c:v>5.5875199999999996</c:v>
                </c:pt>
                <c:pt idx="6599">
                  <c:v>5.5878300000000003</c:v>
                </c:pt>
                <c:pt idx="6600">
                  <c:v>5.5881299999999996</c:v>
                </c:pt>
                <c:pt idx="6601">
                  <c:v>5.5884400000000003</c:v>
                </c:pt>
                <c:pt idx="6602">
                  <c:v>5.5887399999999996</c:v>
                </c:pt>
                <c:pt idx="6603">
                  <c:v>5.5890500000000003</c:v>
                </c:pt>
                <c:pt idx="6604">
                  <c:v>5.5893499999999996</c:v>
                </c:pt>
                <c:pt idx="6605">
                  <c:v>5.5896600000000003</c:v>
                </c:pt>
                <c:pt idx="6606">
                  <c:v>5.5899599999999996</c:v>
                </c:pt>
                <c:pt idx="6607">
                  <c:v>5.5902700000000003</c:v>
                </c:pt>
                <c:pt idx="6608">
                  <c:v>5.5905699999999996</c:v>
                </c:pt>
                <c:pt idx="6609">
                  <c:v>5.5908800000000003</c:v>
                </c:pt>
                <c:pt idx="6610">
                  <c:v>5.5911900000000001</c:v>
                </c:pt>
                <c:pt idx="6611">
                  <c:v>5.5914900000000003</c:v>
                </c:pt>
                <c:pt idx="6612">
                  <c:v>5.5918000000000001</c:v>
                </c:pt>
                <c:pt idx="6613">
                  <c:v>5.5921000000000003</c:v>
                </c:pt>
                <c:pt idx="6614">
                  <c:v>5.5924100000000001</c:v>
                </c:pt>
                <c:pt idx="6615">
                  <c:v>5.5927100000000003</c:v>
                </c:pt>
                <c:pt idx="6616">
                  <c:v>5.5930200000000001</c:v>
                </c:pt>
                <c:pt idx="6617">
                  <c:v>5.5933200000000003</c:v>
                </c:pt>
                <c:pt idx="6618">
                  <c:v>5.5936300000000001</c:v>
                </c:pt>
                <c:pt idx="6619">
                  <c:v>5.5939300000000003</c:v>
                </c:pt>
                <c:pt idx="6620">
                  <c:v>5.5942400000000001</c:v>
                </c:pt>
                <c:pt idx="6621">
                  <c:v>5.5945400000000003</c:v>
                </c:pt>
                <c:pt idx="6622">
                  <c:v>5.5948500000000001</c:v>
                </c:pt>
                <c:pt idx="6623">
                  <c:v>5.5951599999999999</c:v>
                </c:pt>
                <c:pt idx="6624">
                  <c:v>5.5954600000000001</c:v>
                </c:pt>
                <c:pt idx="6625">
                  <c:v>5.5957699999999999</c:v>
                </c:pt>
                <c:pt idx="6626">
                  <c:v>5.5960700000000001</c:v>
                </c:pt>
                <c:pt idx="6627">
                  <c:v>5.5963799999999999</c:v>
                </c:pt>
                <c:pt idx="6628">
                  <c:v>5.5966800000000001</c:v>
                </c:pt>
                <c:pt idx="6629">
                  <c:v>5.5969899999999999</c:v>
                </c:pt>
                <c:pt idx="6630">
                  <c:v>5.5972900000000001</c:v>
                </c:pt>
                <c:pt idx="6631">
                  <c:v>5.5975999999999999</c:v>
                </c:pt>
                <c:pt idx="6632">
                  <c:v>5.5979000000000001</c:v>
                </c:pt>
                <c:pt idx="6633">
                  <c:v>5.5982099999999999</c:v>
                </c:pt>
                <c:pt idx="6634">
                  <c:v>5.5985100000000001</c:v>
                </c:pt>
                <c:pt idx="6635">
                  <c:v>5.5988199999999999</c:v>
                </c:pt>
                <c:pt idx="6636">
                  <c:v>5.5991299999999997</c:v>
                </c:pt>
                <c:pt idx="6637">
                  <c:v>5.5994299999999999</c:v>
                </c:pt>
                <c:pt idx="6638">
                  <c:v>5.5997399999999997</c:v>
                </c:pt>
                <c:pt idx="6639">
                  <c:v>5.6000399999999999</c:v>
                </c:pt>
                <c:pt idx="6640">
                  <c:v>5.6003499999999997</c:v>
                </c:pt>
                <c:pt idx="6641">
                  <c:v>5.6006499999999999</c:v>
                </c:pt>
                <c:pt idx="6642">
                  <c:v>5.6009599999999997</c:v>
                </c:pt>
                <c:pt idx="6643">
                  <c:v>5.6012599999999999</c:v>
                </c:pt>
                <c:pt idx="6644">
                  <c:v>5.6015699999999997</c:v>
                </c:pt>
                <c:pt idx="6645">
                  <c:v>5.6018699999999999</c:v>
                </c:pt>
                <c:pt idx="6646">
                  <c:v>5.6021799999999997</c:v>
                </c:pt>
                <c:pt idx="6647">
                  <c:v>5.6024799999999999</c:v>
                </c:pt>
                <c:pt idx="6648">
                  <c:v>5.6027899999999997</c:v>
                </c:pt>
                <c:pt idx="6649">
                  <c:v>5.6031000000000004</c:v>
                </c:pt>
                <c:pt idx="6650">
                  <c:v>5.6033999999999997</c:v>
                </c:pt>
                <c:pt idx="6651">
                  <c:v>5.6037100000000004</c:v>
                </c:pt>
                <c:pt idx="6652">
                  <c:v>5.6040099999999997</c:v>
                </c:pt>
                <c:pt idx="6653">
                  <c:v>5.6043200000000004</c:v>
                </c:pt>
                <c:pt idx="6654">
                  <c:v>5.6046199999999997</c:v>
                </c:pt>
                <c:pt idx="6655">
                  <c:v>5.6049300000000004</c:v>
                </c:pt>
                <c:pt idx="6656">
                  <c:v>5.6052299999999997</c:v>
                </c:pt>
                <c:pt idx="6657">
                  <c:v>5.6055400000000004</c:v>
                </c:pt>
                <c:pt idx="6658">
                  <c:v>5.6058399999999997</c:v>
                </c:pt>
                <c:pt idx="6659">
                  <c:v>5.6061500000000004</c:v>
                </c:pt>
                <c:pt idx="6660">
                  <c:v>5.6064499999999997</c:v>
                </c:pt>
                <c:pt idx="6661">
                  <c:v>5.6067600000000004</c:v>
                </c:pt>
                <c:pt idx="6662">
                  <c:v>5.6070700000000002</c:v>
                </c:pt>
                <c:pt idx="6663">
                  <c:v>5.6073700000000004</c:v>
                </c:pt>
                <c:pt idx="6664">
                  <c:v>5.6076800000000002</c:v>
                </c:pt>
                <c:pt idx="6665">
                  <c:v>5.6079800000000004</c:v>
                </c:pt>
                <c:pt idx="6666">
                  <c:v>5.6082900000000002</c:v>
                </c:pt>
                <c:pt idx="6667">
                  <c:v>5.6085900000000004</c:v>
                </c:pt>
                <c:pt idx="6668">
                  <c:v>5.6089000000000002</c:v>
                </c:pt>
                <c:pt idx="6669">
                  <c:v>5.6092000000000004</c:v>
                </c:pt>
                <c:pt idx="6670">
                  <c:v>5.6095100000000002</c:v>
                </c:pt>
                <c:pt idx="6671">
                  <c:v>5.6098100000000004</c:v>
                </c:pt>
                <c:pt idx="6672">
                  <c:v>5.6101200000000002</c:v>
                </c:pt>
                <c:pt idx="6673">
                  <c:v>5.61043</c:v>
                </c:pt>
                <c:pt idx="6674">
                  <c:v>5.6107300000000002</c:v>
                </c:pt>
                <c:pt idx="6675">
                  <c:v>5.61104</c:v>
                </c:pt>
                <c:pt idx="6676">
                  <c:v>5.6113400000000002</c:v>
                </c:pt>
                <c:pt idx="6677">
                  <c:v>5.61165</c:v>
                </c:pt>
                <c:pt idx="6678">
                  <c:v>5.6119500000000002</c:v>
                </c:pt>
                <c:pt idx="6679">
                  <c:v>5.61226</c:v>
                </c:pt>
                <c:pt idx="6680">
                  <c:v>5.6125600000000002</c:v>
                </c:pt>
                <c:pt idx="6681">
                  <c:v>5.61287</c:v>
                </c:pt>
                <c:pt idx="6682">
                  <c:v>5.6131700000000002</c:v>
                </c:pt>
                <c:pt idx="6683">
                  <c:v>5.61348</c:v>
                </c:pt>
                <c:pt idx="6684">
                  <c:v>5.6137800000000002</c:v>
                </c:pt>
                <c:pt idx="6685">
                  <c:v>5.61409</c:v>
                </c:pt>
                <c:pt idx="6686">
                  <c:v>5.6143999999999998</c:v>
                </c:pt>
                <c:pt idx="6687">
                  <c:v>5.6147</c:v>
                </c:pt>
                <c:pt idx="6688">
                  <c:v>5.6150099999999998</c:v>
                </c:pt>
                <c:pt idx="6689">
                  <c:v>5.61531</c:v>
                </c:pt>
                <c:pt idx="6690">
                  <c:v>5.6156199999999998</c:v>
                </c:pt>
                <c:pt idx="6691">
                  <c:v>5.61592</c:v>
                </c:pt>
                <c:pt idx="6692">
                  <c:v>5.6162299999999998</c:v>
                </c:pt>
                <c:pt idx="6693">
                  <c:v>5.61653</c:v>
                </c:pt>
                <c:pt idx="6694">
                  <c:v>5.6168399999999998</c:v>
                </c:pt>
                <c:pt idx="6695">
                  <c:v>5.61714</c:v>
                </c:pt>
                <c:pt idx="6696">
                  <c:v>5.6174499999999998</c:v>
                </c:pt>
                <c:pt idx="6697">
                  <c:v>5.61775</c:v>
                </c:pt>
                <c:pt idx="6698">
                  <c:v>5.6180599999999998</c:v>
                </c:pt>
                <c:pt idx="6699">
                  <c:v>5.6183699999999996</c:v>
                </c:pt>
                <c:pt idx="6700">
                  <c:v>5.6186699999999998</c:v>
                </c:pt>
                <c:pt idx="6701">
                  <c:v>5.6189799999999996</c:v>
                </c:pt>
                <c:pt idx="6702">
                  <c:v>5.6192799999999998</c:v>
                </c:pt>
                <c:pt idx="6703">
                  <c:v>5.6195899999999996</c:v>
                </c:pt>
                <c:pt idx="6704">
                  <c:v>5.6198899999999998</c:v>
                </c:pt>
                <c:pt idx="6705">
                  <c:v>5.6201999999999996</c:v>
                </c:pt>
                <c:pt idx="6706">
                  <c:v>5.6204999999999998</c:v>
                </c:pt>
                <c:pt idx="6707">
                  <c:v>5.6208099999999996</c:v>
                </c:pt>
                <c:pt idx="6708">
                  <c:v>5.6211099999999998</c:v>
                </c:pt>
                <c:pt idx="6709">
                  <c:v>5.6214199999999996</c:v>
                </c:pt>
                <c:pt idx="6710">
                  <c:v>5.6217199999999998</c:v>
                </c:pt>
                <c:pt idx="6711">
                  <c:v>5.6220299999999996</c:v>
                </c:pt>
                <c:pt idx="6712">
                  <c:v>5.6223400000000003</c:v>
                </c:pt>
                <c:pt idx="6713">
                  <c:v>5.6226399999999996</c:v>
                </c:pt>
                <c:pt idx="6714">
                  <c:v>5.6229500000000003</c:v>
                </c:pt>
                <c:pt idx="6715">
                  <c:v>5.6232499999999996</c:v>
                </c:pt>
                <c:pt idx="6716">
                  <c:v>5.6235600000000003</c:v>
                </c:pt>
                <c:pt idx="6717">
                  <c:v>5.6238599999999996</c:v>
                </c:pt>
                <c:pt idx="6718">
                  <c:v>5.6241700000000003</c:v>
                </c:pt>
                <c:pt idx="6719">
                  <c:v>5.6244699999999996</c:v>
                </c:pt>
                <c:pt idx="6720">
                  <c:v>5.6247800000000003</c:v>
                </c:pt>
                <c:pt idx="6721">
                  <c:v>5.6250799999999996</c:v>
                </c:pt>
                <c:pt idx="6722">
                  <c:v>5.6253900000000003</c:v>
                </c:pt>
                <c:pt idx="6723">
                  <c:v>5.6256899999999996</c:v>
                </c:pt>
                <c:pt idx="6724">
                  <c:v>5.6260000000000003</c:v>
                </c:pt>
                <c:pt idx="6725">
                  <c:v>5.6263100000000001</c:v>
                </c:pt>
                <c:pt idx="6726">
                  <c:v>5.6266100000000003</c:v>
                </c:pt>
                <c:pt idx="6727">
                  <c:v>5.6269200000000001</c:v>
                </c:pt>
                <c:pt idx="6728">
                  <c:v>5.6272200000000003</c:v>
                </c:pt>
                <c:pt idx="6729">
                  <c:v>5.6275300000000001</c:v>
                </c:pt>
                <c:pt idx="6730">
                  <c:v>5.6278300000000003</c:v>
                </c:pt>
                <c:pt idx="6731">
                  <c:v>5.6281400000000001</c:v>
                </c:pt>
                <c:pt idx="6732">
                  <c:v>5.6284400000000003</c:v>
                </c:pt>
                <c:pt idx="6733">
                  <c:v>5.6287500000000001</c:v>
                </c:pt>
                <c:pt idx="6734">
                  <c:v>5.6290500000000003</c:v>
                </c:pt>
                <c:pt idx="6735">
                  <c:v>5.6293600000000001</c:v>
                </c:pt>
                <c:pt idx="6736">
                  <c:v>5.62967</c:v>
                </c:pt>
                <c:pt idx="6737">
                  <c:v>5.6299700000000001</c:v>
                </c:pt>
                <c:pt idx="6738">
                  <c:v>5.63028</c:v>
                </c:pt>
                <c:pt idx="6739">
                  <c:v>5.6305800000000001</c:v>
                </c:pt>
                <c:pt idx="6740">
                  <c:v>5.63089</c:v>
                </c:pt>
                <c:pt idx="6741">
                  <c:v>5.6311900000000001</c:v>
                </c:pt>
                <c:pt idx="6742">
                  <c:v>5.6315</c:v>
                </c:pt>
                <c:pt idx="6743">
                  <c:v>5.6318000000000001</c:v>
                </c:pt>
                <c:pt idx="6744">
                  <c:v>5.6321099999999999</c:v>
                </c:pt>
                <c:pt idx="6745">
                  <c:v>5.6324100000000001</c:v>
                </c:pt>
                <c:pt idx="6746">
                  <c:v>5.6327199999999999</c:v>
                </c:pt>
                <c:pt idx="6747">
                  <c:v>5.6330200000000001</c:v>
                </c:pt>
                <c:pt idx="6748">
                  <c:v>5.6333299999999999</c:v>
                </c:pt>
                <c:pt idx="6749">
                  <c:v>5.6336399999999998</c:v>
                </c:pt>
                <c:pt idx="6750">
                  <c:v>5.6339399999999999</c:v>
                </c:pt>
                <c:pt idx="6751">
                  <c:v>5.6342499999999998</c:v>
                </c:pt>
                <c:pt idx="6752">
                  <c:v>5.6345499999999999</c:v>
                </c:pt>
                <c:pt idx="6753">
                  <c:v>5.6348599999999998</c:v>
                </c:pt>
                <c:pt idx="6754">
                  <c:v>5.6351599999999999</c:v>
                </c:pt>
                <c:pt idx="6755">
                  <c:v>5.6354699999999998</c:v>
                </c:pt>
                <c:pt idx="6756">
                  <c:v>5.6357699999999999</c:v>
                </c:pt>
                <c:pt idx="6757">
                  <c:v>5.6360799999999998</c:v>
                </c:pt>
                <c:pt idx="6758">
                  <c:v>5.6363799999999999</c:v>
                </c:pt>
                <c:pt idx="6759">
                  <c:v>5.6366899999999998</c:v>
                </c:pt>
                <c:pt idx="6760">
                  <c:v>5.6369899999999999</c:v>
                </c:pt>
                <c:pt idx="6761">
                  <c:v>5.6372999999999998</c:v>
                </c:pt>
                <c:pt idx="6762">
                  <c:v>5.6376099999999996</c:v>
                </c:pt>
                <c:pt idx="6763">
                  <c:v>5.6379099999999998</c:v>
                </c:pt>
                <c:pt idx="6764">
                  <c:v>5.6382199999999996</c:v>
                </c:pt>
                <c:pt idx="6765">
                  <c:v>5.6385199999999998</c:v>
                </c:pt>
                <c:pt idx="6766">
                  <c:v>5.6388299999999996</c:v>
                </c:pt>
                <c:pt idx="6767">
                  <c:v>5.6391299999999998</c:v>
                </c:pt>
                <c:pt idx="6768">
                  <c:v>5.6394399999999996</c:v>
                </c:pt>
                <c:pt idx="6769">
                  <c:v>5.6397399999999998</c:v>
                </c:pt>
                <c:pt idx="6770">
                  <c:v>5.6400499999999996</c:v>
                </c:pt>
                <c:pt idx="6771">
                  <c:v>5.6403499999999998</c:v>
                </c:pt>
                <c:pt idx="6772">
                  <c:v>5.6406599999999996</c:v>
                </c:pt>
                <c:pt idx="6773">
                  <c:v>5.6409599999999998</c:v>
                </c:pt>
                <c:pt idx="6774">
                  <c:v>5.6412699999999996</c:v>
                </c:pt>
                <c:pt idx="6775">
                  <c:v>5.6415800000000003</c:v>
                </c:pt>
                <c:pt idx="6776">
                  <c:v>5.6418799999999996</c:v>
                </c:pt>
                <c:pt idx="6777">
                  <c:v>5.6421900000000003</c:v>
                </c:pt>
                <c:pt idx="6778">
                  <c:v>5.6424899999999996</c:v>
                </c:pt>
                <c:pt idx="6779">
                  <c:v>5.6428000000000003</c:v>
                </c:pt>
                <c:pt idx="6780">
                  <c:v>5.6430999999999996</c:v>
                </c:pt>
                <c:pt idx="6781">
                  <c:v>5.6434100000000003</c:v>
                </c:pt>
                <c:pt idx="6782">
                  <c:v>5.6437099999999996</c:v>
                </c:pt>
                <c:pt idx="6783">
                  <c:v>5.6440200000000003</c:v>
                </c:pt>
                <c:pt idx="6784">
                  <c:v>5.6443199999999996</c:v>
                </c:pt>
                <c:pt idx="6785">
                  <c:v>5.6446300000000003</c:v>
                </c:pt>
                <c:pt idx="6786">
                  <c:v>5.6449400000000001</c:v>
                </c:pt>
                <c:pt idx="6787">
                  <c:v>5.6452400000000003</c:v>
                </c:pt>
                <c:pt idx="6788">
                  <c:v>5.6455500000000001</c:v>
                </c:pt>
                <c:pt idx="6789">
                  <c:v>5.6458500000000003</c:v>
                </c:pt>
                <c:pt idx="6790">
                  <c:v>5.6461600000000001</c:v>
                </c:pt>
                <c:pt idx="6791">
                  <c:v>5.6464600000000003</c:v>
                </c:pt>
                <c:pt idx="6792">
                  <c:v>5.6467700000000001</c:v>
                </c:pt>
                <c:pt idx="6793">
                  <c:v>5.6470700000000003</c:v>
                </c:pt>
                <c:pt idx="6794">
                  <c:v>5.6473800000000001</c:v>
                </c:pt>
                <c:pt idx="6795">
                  <c:v>5.6476800000000003</c:v>
                </c:pt>
                <c:pt idx="6796">
                  <c:v>5.6479900000000001</c:v>
                </c:pt>
                <c:pt idx="6797">
                  <c:v>5.6482900000000003</c:v>
                </c:pt>
                <c:pt idx="6798">
                  <c:v>5.6486000000000001</c:v>
                </c:pt>
                <c:pt idx="6799">
                  <c:v>5.6489099999999999</c:v>
                </c:pt>
                <c:pt idx="6800">
                  <c:v>5.6492100000000001</c:v>
                </c:pt>
                <c:pt idx="6801">
                  <c:v>5.6495199999999999</c:v>
                </c:pt>
                <c:pt idx="6802">
                  <c:v>5.6498200000000001</c:v>
                </c:pt>
                <c:pt idx="6803">
                  <c:v>5.6501299999999999</c:v>
                </c:pt>
                <c:pt idx="6804">
                  <c:v>5.6504300000000001</c:v>
                </c:pt>
                <c:pt idx="6805">
                  <c:v>5.6507399999999999</c:v>
                </c:pt>
                <c:pt idx="6806">
                  <c:v>5.6510400000000001</c:v>
                </c:pt>
                <c:pt idx="6807">
                  <c:v>5.6513499999999999</c:v>
                </c:pt>
                <c:pt idx="6808">
                  <c:v>5.6516500000000001</c:v>
                </c:pt>
                <c:pt idx="6809">
                  <c:v>5.6519599999999999</c:v>
                </c:pt>
                <c:pt idx="6810">
                  <c:v>5.6522600000000001</c:v>
                </c:pt>
                <c:pt idx="6811">
                  <c:v>5.6525699999999999</c:v>
                </c:pt>
                <c:pt idx="6812">
                  <c:v>5.6528799999999997</c:v>
                </c:pt>
                <c:pt idx="6813">
                  <c:v>5.6531799999999999</c:v>
                </c:pt>
                <c:pt idx="6814">
                  <c:v>5.6534899999999997</c:v>
                </c:pt>
                <c:pt idx="6815">
                  <c:v>5.6537899999999999</c:v>
                </c:pt>
                <c:pt idx="6816">
                  <c:v>5.6540999999999997</c:v>
                </c:pt>
                <c:pt idx="6817">
                  <c:v>5.6543999999999999</c:v>
                </c:pt>
                <c:pt idx="6818">
                  <c:v>5.6547099999999997</c:v>
                </c:pt>
                <c:pt idx="6819">
                  <c:v>5.6550099999999999</c:v>
                </c:pt>
                <c:pt idx="6820">
                  <c:v>5.6553199999999997</c:v>
                </c:pt>
                <c:pt idx="6821">
                  <c:v>5.6556199999999999</c:v>
                </c:pt>
                <c:pt idx="6822">
                  <c:v>5.6559299999999997</c:v>
                </c:pt>
                <c:pt idx="6823">
                  <c:v>5.6562299999999999</c:v>
                </c:pt>
                <c:pt idx="6824">
                  <c:v>5.6565399999999997</c:v>
                </c:pt>
                <c:pt idx="6825">
                  <c:v>5.6568500000000004</c:v>
                </c:pt>
                <c:pt idx="6826">
                  <c:v>5.6571499999999997</c:v>
                </c:pt>
                <c:pt idx="6827">
                  <c:v>5.6574600000000004</c:v>
                </c:pt>
                <c:pt idx="6828">
                  <c:v>5.6577599999999997</c:v>
                </c:pt>
                <c:pt idx="6829">
                  <c:v>5.6580700000000004</c:v>
                </c:pt>
                <c:pt idx="6830">
                  <c:v>5.6583699999999997</c:v>
                </c:pt>
                <c:pt idx="6831">
                  <c:v>5.6586800000000004</c:v>
                </c:pt>
                <c:pt idx="6832">
                  <c:v>5.6589799999999997</c:v>
                </c:pt>
                <c:pt idx="6833">
                  <c:v>5.6592900000000004</c:v>
                </c:pt>
                <c:pt idx="6834">
                  <c:v>5.6595899999999997</c:v>
                </c:pt>
                <c:pt idx="6835">
                  <c:v>5.6599000000000004</c:v>
                </c:pt>
                <c:pt idx="6836">
                  <c:v>5.6601999999999997</c:v>
                </c:pt>
                <c:pt idx="6837">
                  <c:v>5.6605100000000004</c:v>
                </c:pt>
                <c:pt idx="6838">
                  <c:v>5.6608200000000002</c:v>
                </c:pt>
                <c:pt idx="6839">
                  <c:v>5.6611200000000004</c:v>
                </c:pt>
                <c:pt idx="6840">
                  <c:v>5.6614300000000002</c:v>
                </c:pt>
                <c:pt idx="6841">
                  <c:v>5.6617300000000004</c:v>
                </c:pt>
                <c:pt idx="6842">
                  <c:v>5.6620400000000002</c:v>
                </c:pt>
                <c:pt idx="6843">
                  <c:v>5.6623400000000004</c:v>
                </c:pt>
                <c:pt idx="6844">
                  <c:v>5.6626500000000002</c:v>
                </c:pt>
                <c:pt idx="6845">
                  <c:v>5.6629500000000004</c:v>
                </c:pt>
                <c:pt idx="6846">
                  <c:v>5.6632600000000002</c:v>
                </c:pt>
                <c:pt idx="6847">
                  <c:v>5.6635600000000004</c:v>
                </c:pt>
                <c:pt idx="6848">
                  <c:v>5.6638700000000002</c:v>
                </c:pt>
                <c:pt idx="6849">
                  <c:v>5.66418</c:v>
                </c:pt>
                <c:pt idx="6850">
                  <c:v>5.6644800000000002</c:v>
                </c:pt>
                <c:pt idx="6851">
                  <c:v>5.66479</c:v>
                </c:pt>
                <c:pt idx="6852">
                  <c:v>5.6650900000000002</c:v>
                </c:pt>
                <c:pt idx="6853">
                  <c:v>5.6654</c:v>
                </c:pt>
                <c:pt idx="6854">
                  <c:v>5.6657000000000002</c:v>
                </c:pt>
                <c:pt idx="6855">
                  <c:v>5.66601</c:v>
                </c:pt>
                <c:pt idx="6856">
                  <c:v>5.6663100000000002</c:v>
                </c:pt>
                <c:pt idx="6857">
                  <c:v>5.66662</c:v>
                </c:pt>
                <c:pt idx="6858">
                  <c:v>5.6669200000000002</c:v>
                </c:pt>
                <c:pt idx="6859">
                  <c:v>5.66723</c:v>
                </c:pt>
                <c:pt idx="6860">
                  <c:v>5.6675300000000002</c:v>
                </c:pt>
                <c:pt idx="6861">
                  <c:v>5.66784</c:v>
                </c:pt>
                <c:pt idx="6862">
                  <c:v>5.6681499999999998</c:v>
                </c:pt>
                <c:pt idx="6863">
                  <c:v>5.66845</c:v>
                </c:pt>
                <c:pt idx="6864">
                  <c:v>5.6687599999999998</c:v>
                </c:pt>
                <c:pt idx="6865">
                  <c:v>5.66906</c:v>
                </c:pt>
                <c:pt idx="6866">
                  <c:v>5.6693699999999998</c:v>
                </c:pt>
                <c:pt idx="6867">
                  <c:v>5.66967</c:v>
                </c:pt>
                <c:pt idx="6868">
                  <c:v>5.6699799999999998</c:v>
                </c:pt>
                <c:pt idx="6869">
                  <c:v>5.67028</c:v>
                </c:pt>
                <c:pt idx="6870">
                  <c:v>5.6705899999999998</c:v>
                </c:pt>
                <c:pt idx="6871">
                  <c:v>5.67089</c:v>
                </c:pt>
                <c:pt idx="6872">
                  <c:v>5.6711999999999998</c:v>
                </c:pt>
                <c:pt idx="6873">
                  <c:v>5.6715</c:v>
                </c:pt>
                <c:pt idx="6874">
                  <c:v>5.6718099999999998</c:v>
                </c:pt>
                <c:pt idx="6875">
                  <c:v>5.6721199999999996</c:v>
                </c:pt>
                <c:pt idx="6876">
                  <c:v>5.6724199999999998</c:v>
                </c:pt>
                <c:pt idx="6877">
                  <c:v>5.6727299999999996</c:v>
                </c:pt>
                <c:pt idx="6878">
                  <c:v>5.6730299999999998</c:v>
                </c:pt>
                <c:pt idx="6879">
                  <c:v>5.6733399999999996</c:v>
                </c:pt>
                <c:pt idx="6880">
                  <c:v>5.6736399999999998</c:v>
                </c:pt>
                <c:pt idx="6881">
                  <c:v>5.6739499999999996</c:v>
                </c:pt>
                <c:pt idx="6882">
                  <c:v>5.6742499999999998</c:v>
                </c:pt>
                <c:pt idx="6883">
                  <c:v>5.6745599999999996</c:v>
                </c:pt>
                <c:pt idx="6884">
                  <c:v>5.6748599999999998</c:v>
                </c:pt>
                <c:pt idx="6885">
                  <c:v>5.6751699999999996</c:v>
                </c:pt>
                <c:pt idx="6886">
                  <c:v>5.6754699999999998</c:v>
                </c:pt>
                <c:pt idx="6887">
                  <c:v>5.6757799999999996</c:v>
                </c:pt>
                <c:pt idx="6888">
                  <c:v>5.6760900000000003</c:v>
                </c:pt>
                <c:pt idx="6889">
                  <c:v>5.6763899999999996</c:v>
                </c:pt>
                <c:pt idx="6890">
                  <c:v>5.6767000000000003</c:v>
                </c:pt>
                <c:pt idx="6891">
                  <c:v>5.6769999999999996</c:v>
                </c:pt>
                <c:pt idx="6892">
                  <c:v>5.6773100000000003</c:v>
                </c:pt>
                <c:pt idx="6893">
                  <c:v>5.6776099999999996</c:v>
                </c:pt>
                <c:pt idx="6894">
                  <c:v>5.6779200000000003</c:v>
                </c:pt>
                <c:pt idx="6895">
                  <c:v>5.6782199999999996</c:v>
                </c:pt>
                <c:pt idx="6896">
                  <c:v>5.6785300000000003</c:v>
                </c:pt>
                <c:pt idx="6897">
                  <c:v>5.6788299999999996</c:v>
                </c:pt>
                <c:pt idx="6898">
                  <c:v>5.6791400000000003</c:v>
                </c:pt>
                <c:pt idx="6899">
                  <c:v>5.6794399999999996</c:v>
                </c:pt>
                <c:pt idx="6900">
                  <c:v>5.6797500000000003</c:v>
                </c:pt>
                <c:pt idx="6901">
                  <c:v>5.6800600000000001</c:v>
                </c:pt>
                <c:pt idx="6902">
                  <c:v>5.6803600000000003</c:v>
                </c:pt>
                <c:pt idx="6903">
                  <c:v>5.6806700000000001</c:v>
                </c:pt>
                <c:pt idx="6904">
                  <c:v>5.6809700000000003</c:v>
                </c:pt>
                <c:pt idx="6905">
                  <c:v>5.6812800000000001</c:v>
                </c:pt>
                <c:pt idx="6906">
                  <c:v>5.6815800000000003</c:v>
                </c:pt>
                <c:pt idx="6907">
                  <c:v>5.6818900000000001</c:v>
                </c:pt>
                <c:pt idx="6908">
                  <c:v>5.6821900000000003</c:v>
                </c:pt>
                <c:pt idx="6909">
                  <c:v>5.6825000000000001</c:v>
                </c:pt>
                <c:pt idx="6910">
                  <c:v>5.6828000000000003</c:v>
                </c:pt>
                <c:pt idx="6911">
                  <c:v>5.6831100000000001</c:v>
                </c:pt>
                <c:pt idx="6912">
                  <c:v>5.6834199999999999</c:v>
                </c:pt>
                <c:pt idx="6913">
                  <c:v>5.6837200000000001</c:v>
                </c:pt>
                <c:pt idx="6914">
                  <c:v>5.6840299999999999</c:v>
                </c:pt>
                <c:pt idx="6915">
                  <c:v>5.6843300000000001</c:v>
                </c:pt>
                <c:pt idx="6916">
                  <c:v>5.6846399999999999</c:v>
                </c:pt>
                <c:pt idx="6917">
                  <c:v>5.6849400000000001</c:v>
                </c:pt>
                <c:pt idx="6918">
                  <c:v>5.6852499999999999</c:v>
                </c:pt>
                <c:pt idx="6919">
                  <c:v>5.6855500000000001</c:v>
                </c:pt>
                <c:pt idx="6920">
                  <c:v>5.6858599999999999</c:v>
                </c:pt>
                <c:pt idx="6921">
                  <c:v>5.6861600000000001</c:v>
                </c:pt>
                <c:pt idx="6922">
                  <c:v>5.6864699999999999</c:v>
                </c:pt>
                <c:pt idx="6923">
                  <c:v>5.6867700000000001</c:v>
                </c:pt>
                <c:pt idx="6924">
                  <c:v>5.6870799999999999</c:v>
                </c:pt>
                <c:pt idx="6925">
                  <c:v>5.6873899999999997</c:v>
                </c:pt>
                <c:pt idx="6926">
                  <c:v>5.6876899999999999</c:v>
                </c:pt>
                <c:pt idx="6927">
                  <c:v>5.6879999999999997</c:v>
                </c:pt>
                <c:pt idx="6928">
                  <c:v>5.6882999999999999</c:v>
                </c:pt>
                <c:pt idx="6929">
                  <c:v>5.6886099999999997</c:v>
                </c:pt>
                <c:pt idx="6930">
                  <c:v>5.6889099999999999</c:v>
                </c:pt>
                <c:pt idx="6931">
                  <c:v>5.6892199999999997</c:v>
                </c:pt>
                <c:pt idx="6932">
                  <c:v>5.6895199999999999</c:v>
                </c:pt>
                <c:pt idx="6933">
                  <c:v>5.6898299999999997</c:v>
                </c:pt>
                <c:pt idx="6934">
                  <c:v>5.6901299999999999</c:v>
                </c:pt>
                <c:pt idx="6935">
                  <c:v>5.6904399999999997</c:v>
                </c:pt>
                <c:pt idx="6936">
                  <c:v>5.6907399999999999</c:v>
                </c:pt>
                <c:pt idx="6937">
                  <c:v>5.6910499999999997</c:v>
                </c:pt>
                <c:pt idx="6938">
                  <c:v>5.6913600000000004</c:v>
                </c:pt>
                <c:pt idx="6939">
                  <c:v>5.6916599999999997</c:v>
                </c:pt>
                <c:pt idx="6940">
                  <c:v>5.6919700000000004</c:v>
                </c:pt>
                <c:pt idx="6941">
                  <c:v>5.6922699999999997</c:v>
                </c:pt>
                <c:pt idx="6942">
                  <c:v>5.6925800000000004</c:v>
                </c:pt>
                <c:pt idx="6943">
                  <c:v>5.6928799999999997</c:v>
                </c:pt>
                <c:pt idx="6944">
                  <c:v>5.6931900000000004</c:v>
                </c:pt>
                <c:pt idx="6945">
                  <c:v>5.6934899999999997</c:v>
                </c:pt>
                <c:pt idx="6946">
                  <c:v>5.6938000000000004</c:v>
                </c:pt>
                <c:pt idx="6947">
                  <c:v>5.6940999999999997</c:v>
                </c:pt>
                <c:pt idx="6948">
                  <c:v>5.6944100000000004</c:v>
                </c:pt>
                <c:pt idx="6949">
                  <c:v>5.6947099999999997</c:v>
                </c:pt>
                <c:pt idx="6950">
                  <c:v>5.6950200000000004</c:v>
                </c:pt>
                <c:pt idx="6951">
                  <c:v>5.6953300000000002</c:v>
                </c:pt>
                <c:pt idx="6952">
                  <c:v>5.6956300000000004</c:v>
                </c:pt>
                <c:pt idx="6953">
                  <c:v>5.6959400000000002</c:v>
                </c:pt>
                <c:pt idx="6954">
                  <c:v>5.6962400000000004</c:v>
                </c:pt>
                <c:pt idx="6955">
                  <c:v>5.6965500000000002</c:v>
                </c:pt>
                <c:pt idx="6956">
                  <c:v>5.6968500000000004</c:v>
                </c:pt>
                <c:pt idx="6957">
                  <c:v>5.6971600000000002</c:v>
                </c:pt>
                <c:pt idx="6958">
                  <c:v>5.6974600000000004</c:v>
                </c:pt>
                <c:pt idx="6959">
                  <c:v>5.6977700000000002</c:v>
                </c:pt>
                <c:pt idx="6960">
                  <c:v>5.6980700000000004</c:v>
                </c:pt>
                <c:pt idx="6961">
                  <c:v>5.6983800000000002</c:v>
                </c:pt>
                <c:pt idx="6962">
                  <c:v>5.69869</c:v>
                </c:pt>
                <c:pt idx="6963">
                  <c:v>5.6989900000000002</c:v>
                </c:pt>
                <c:pt idx="6964">
                  <c:v>5.6993</c:v>
                </c:pt>
                <c:pt idx="6965">
                  <c:v>5.6996000000000002</c:v>
                </c:pt>
                <c:pt idx="6966">
                  <c:v>5.69991</c:v>
                </c:pt>
                <c:pt idx="6967">
                  <c:v>5.7002100000000002</c:v>
                </c:pt>
                <c:pt idx="6968">
                  <c:v>5.70052</c:v>
                </c:pt>
                <c:pt idx="6969">
                  <c:v>5.7008200000000002</c:v>
                </c:pt>
                <c:pt idx="6970">
                  <c:v>5.70113</c:v>
                </c:pt>
                <c:pt idx="6971">
                  <c:v>5.7014300000000002</c:v>
                </c:pt>
                <c:pt idx="6972">
                  <c:v>5.70174</c:v>
                </c:pt>
                <c:pt idx="6973">
                  <c:v>5.7020400000000002</c:v>
                </c:pt>
                <c:pt idx="6974">
                  <c:v>5.70235</c:v>
                </c:pt>
                <c:pt idx="6975">
                  <c:v>5.7026599999999998</c:v>
                </c:pt>
                <c:pt idx="6976">
                  <c:v>5.70296</c:v>
                </c:pt>
                <c:pt idx="6977">
                  <c:v>5.7032699999999998</c:v>
                </c:pt>
                <c:pt idx="6978">
                  <c:v>5.70357</c:v>
                </c:pt>
                <c:pt idx="6979">
                  <c:v>5.7038799999999998</c:v>
                </c:pt>
                <c:pt idx="6980">
                  <c:v>5.70418</c:v>
                </c:pt>
                <c:pt idx="6981">
                  <c:v>5.7044899999999998</c:v>
                </c:pt>
                <c:pt idx="6982">
                  <c:v>5.70479</c:v>
                </c:pt>
                <c:pt idx="6983">
                  <c:v>5.7050999999999998</c:v>
                </c:pt>
                <c:pt idx="6984">
                  <c:v>5.7054</c:v>
                </c:pt>
                <c:pt idx="6985">
                  <c:v>5.7057099999999998</c:v>
                </c:pt>
                <c:pt idx="6986">
                  <c:v>5.70601</c:v>
                </c:pt>
                <c:pt idx="6987">
                  <c:v>5.7063199999999998</c:v>
                </c:pt>
                <c:pt idx="6988">
                  <c:v>5.7066299999999996</c:v>
                </c:pt>
                <c:pt idx="6989">
                  <c:v>5.7069299999999998</c:v>
                </c:pt>
                <c:pt idx="6990">
                  <c:v>5.7072399999999996</c:v>
                </c:pt>
                <c:pt idx="6991">
                  <c:v>5.7075399999999998</c:v>
                </c:pt>
                <c:pt idx="6992">
                  <c:v>5.7078499999999996</c:v>
                </c:pt>
                <c:pt idx="6993">
                  <c:v>5.7081499999999998</c:v>
                </c:pt>
                <c:pt idx="6994">
                  <c:v>5.7084599999999996</c:v>
                </c:pt>
                <c:pt idx="6995">
                  <c:v>5.7087599999999998</c:v>
                </c:pt>
                <c:pt idx="6996">
                  <c:v>5.7090699999999996</c:v>
                </c:pt>
                <c:pt idx="6997">
                  <c:v>5.7093699999999998</c:v>
                </c:pt>
                <c:pt idx="6998">
                  <c:v>5.7096799999999996</c:v>
                </c:pt>
                <c:pt idx="6999">
                  <c:v>5.7099799999999998</c:v>
                </c:pt>
                <c:pt idx="7000">
                  <c:v>5.7102899999999996</c:v>
                </c:pt>
                <c:pt idx="7001">
                  <c:v>5.7106000000000003</c:v>
                </c:pt>
                <c:pt idx="7002">
                  <c:v>5.7108999999999996</c:v>
                </c:pt>
                <c:pt idx="7003">
                  <c:v>5.7112100000000003</c:v>
                </c:pt>
                <c:pt idx="7004">
                  <c:v>5.7115099999999996</c:v>
                </c:pt>
                <c:pt idx="7005">
                  <c:v>5.7118200000000003</c:v>
                </c:pt>
                <c:pt idx="7006">
                  <c:v>5.7121199999999996</c:v>
                </c:pt>
                <c:pt idx="7007">
                  <c:v>5.7124300000000003</c:v>
                </c:pt>
                <c:pt idx="7008">
                  <c:v>5.7127299999999996</c:v>
                </c:pt>
                <c:pt idx="7009">
                  <c:v>5.7130400000000003</c:v>
                </c:pt>
                <c:pt idx="7010">
                  <c:v>5.7133399999999996</c:v>
                </c:pt>
                <c:pt idx="7011">
                  <c:v>5.7136500000000003</c:v>
                </c:pt>
                <c:pt idx="7012">
                  <c:v>5.7139499999999996</c:v>
                </c:pt>
                <c:pt idx="7013">
                  <c:v>5.7142600000000003</c:v>
                </c:pt>
                <c:pt idx="7014">
                  <c:v>5.7145700000000001</c:v>
                </c:pt>
                <c:pt idx="7015">
                  <c:v>5.7148700000000003</c:v>
                </c:pt>
                <c:pt idx="7016">
                  <c:v>5.7151800000000001</c:v>
                </c:pt>
                <c:pt idx="7017">
                  <c:v>5.7154800000000003</c:v>
                </c:pt>
                <c:pt idx="7018">
                  <c:v>5.7157900000000001</c:v>
                </c:pt>
                <c:pt idx="7019">
                  <c:v>5.7160900000000003</c:v>
                </c:pt>
                <c:pt idx="7020">
                  <c:v>5.7164000000000001</c:v>
                </c:pt>
                <c:pt idx="7021">
                  <c:v>5.7167000000000003</c:v>
                </c:pt>
                <c:pt idx="7022">
                  <c:v>5.7170100000000001</c:v>
                </c:pt>
                <c:pt idx="7023">
                  <c:v>5.7173100000000003</c:v>
                </c:pt>
                <c:pt idx="7024">
                  <c:v>5.7176200000000001</c:v>
                </c:pt>
                <c:pt idx="7025">
                  <c:v>5.71793</c:v>
                </c:pt>
                <c:pt idx="7026">
                  <c:v>5.7182300000000001</c:v>
                </c:pt>
                <c:pt idx="7027">
                  <c:v>5.71854</c:v>
                </c:pt>
                <c:pt idx="7028">
                  <c:v>5.7188400000000001</c:v>
                </c:pt>
                <c:pt idx="7029">
                  <c:v>5.71915</c:v>
                </c:pt>
                <c:pt idx="7030">
                  <c:v>5.7194500000000001</c:v>
                </c:pt>
                <c:pt idx="7031">
                  <c:v>5.71976</c:v>
                </c:pt>
                <c:pt idx="7032">
                  <c:v>5.7200600000000001</c:v>
                </c:pt>
                <c:pt idx="7033">
                  <c:v>5.72037</c:v>
                </c:pt>
                <c:pt idx="7034">
                  <c:v>5.7206700000000001</c:v>
                </c:pt>
                <c:pt idx="7035">
                  <c:v>5.72098</c:v>
                </c:pt>
                <c:pt idx="7036">
                  <c:v>5.7212800000000001</c:v>
                </c:pt>
                <c:pt idx="7037">
                  <c:v>5.72159</c:v>
                </c:pt>
                <c:pt idx="7038">
                  <c:v>5.7218999999999998</c:v>
                </c:pt>
                <c:pt idx="7039">
                  <c:v>5.7222</c:v>
                </c:pt>
                <c:pt idx="7040">
                  <c:v>5.7225099999999998</c:v>
                </c:pt>
                <c:pt idx="7041">
                  <c:v>5.72281</c:v>
                </c:pt>
                <c:pt idx="7042">
                  <c:v>5.7231199999999998</c:v>
                </c:pt>
                <c:pt idx="7043">
                  <c:v>5.72342</c:v>
                </c:pt>
                <c:pt idx="7044">
                  <c:v>5.7237299999999998</c:v>
                </c:pt>
                <c:pt idx="7045">
                  <c:v>5.72403</c:v>
                </c:pt>
                <c:pt idx="7046">
                  <c:v>5.7243399999999998</c:v>
                </c:pt>
                <c:pt idx="7047">
                  <c:v>5.72464</c:v>
                </c:pt>
                <c:pt idx="7048">
                  <c:v>5.7249499999999998</c:v>
                </c:pt>
                <c:pt idx="7049">
                  <c:v>5.72525</c:v>
                </c:pt>
                <c:pt idx="7050">
                  <c:v>5.7255599999999998</c:v>
                </c:pt>
                <c:pt idx="7051">
                  <c:v>5.7258699999999996</c:v>
                </c:pt>
                <c:pt idx="7052">
                  <c:v>5.7261699999999998</c:v>
                </c:pt>
                <c:pt idx="7053">
                  <c:v>5.7264799999999996</c:v>
                </c:pt>
                <c:pt idx="7054">
                  <c:v>5.7267799999999998</c:v>
                </c:pt>
                <c:pt idx="7055">
                  <c:v>5.7270899999999996</c:v>
                </c:pt>
                <c:pt idx="7056">
                  <c:v>5.7273899999999998</c:v>
                </c:pt>
                <c:pt idx="7057">
                  <c:v>5.7276999999999996</c:v>
                </c:pt>
                <c:pt idx="7058">
                  <c:v>5.7279999999999998</c:v>
                </c:pt>
                <c:pt idx="7059">
                  <c:v>5.7283099999999996</c:v>
                </c:pt>
                <c:pt idx="7060">
                  <c:v>5.7286099999999998</c:v>
                </c:pt>
                <c:pt idx="7061">
                  <c:v>5.7289199999999996</c:v>
                </c:pt>
                <c:pt idx="7062">
                  <c:v>5.7292199999999998</c:v>
                </c:pt>
                <c:pt idx="7063">
                  <c:v>5.7295299999999996</c:v>
                </c:pt>
                <c:pt idx="7064">
                  <c:v>5.7298400000000003</c:v>
                </c:pt>
                <c:pt idx="7065">
                  <c:v>5.7301399999999996</c:v>
                </c:pt>
                <c:pt idx="7066">
                  <c:v>5.7304500000000003</c:v>
                </c:pt>
                <c:pt idx="7067">
                  <c:v>5.7307499999999996</c:v>
                </c:pt>
                <c:pt idx="7068">
                  <c:v>5.7310600000000003</c:v>
                </c:pt>
                <c:pt idx="7069">
                  <c:v>5.7313599999999996</c:v>
                </c:pt>
                <c:pt idx="7070">
                  <c:v>5.7316700000000003</c:v>
                </c:pt>
                <c:pt idx="7071">
                  <c:v>5.7319699999999996</c:v>
                </c:pt>
                <c:pt idx="7072">
                  <c:v>5.7322800000000003</c:v>
                </c:pt>
                <c:pt idx="7073">
                  <c:v>5.7325799999999996</c:v>
                </c:pt>
                <c:pt idx="7074">
                  <c:v>5.7328900000000003</c:v>
                </c:pt>
                <c:pt idx="7075">
                  <c:v>5.7331899999999996</c:v>
                </c:pt>
                <c:pt idx="7076">
                  <c:v>5.7335000000000003</c:v>
                </c:pt>
                <c:pt idx="7077">
                  <c:v>5.7338100000000001</c:v>
                </c:pt>
                <c:pt idx="7078">
                  <c:v>5.7341100000000003</c:v>
                </c:pt>
                <c:pt idx="7079">
                  <c:v>5.7344200000000001</c:v>
                </c:pt>
                <c:pt idx="7080">
                  <c:v>5.7347200000000003</c:v>
                </c:pt>
                <c:pt idx="7081">
                  <c:v>5.7350300000000001</c:v>
                </c:pt>
                <c:pt idx="7082">
                  <c:v>5.7353300000000003</c:v>
                </c:pt>
                <c:pt idx="7083">
                  <c:v>5.7356400000000001</c:v>
                </c:pt>
                <c:pt idx="7084">
                  <c:v>5.7359400000000003</c:v>
                </c:pt>
                <c:pt idx="7085">
                  <c:v>5.7362500000000001</c:v>
                </c:pt>
                <c:pt idx="7086">
                  <c:v>5.7365500000000003</c:v>
                </c:pt>
                <c:pt idx="7087">
                  <c:v>5.7368600000000001</c:v>
                </c:pt>
                <c:pt idx="7088">
                  <c:v>5.7371699999999999</c:v>
                </c:pt>
                <c:pt idx="7089">
                  <c:v>5.7374700000000001</c:v>
                </c:pt>
                <c:pt idx="7090">
                  <c:v>5.7377799999999999</c:v>
                </c:pt>
                <c:pt idx="7091">
                  <c:v>5.7380800000000001</c:v>
                </c:pt>
                <c:pt idx="7092">
                  <c:v>5.7383899999999999</c:v>
                </c:pt>
                <c:pt idx="7093">
                  <c:v>5.7386900000000001</c:v>
                </c:pt>
                <c:pt idx="7094">
                  <c:v>5.7389999999999999</c:v>
                </c:pt>
                <c:pt idx="7095">
                  <c:v>5.7393000000000001</c:v>
                </c:pt>
                <c:pt idx="7096">
                  <c:v>5.7396099999999999</c:v>
                </c:pt>
                <c:pt idx="7097">
                  <c:v>5.7399100000000001</c:v>
                </c:pt>
                <c:pt idx="7098">
                  <c:v>5.7402199999999999</c:v>
                </c:pt>
                <c:pt idx="7099">
                  <c:v>5.7405200000000001</c:v>
                </c:pt>
                <c:pt idx="7100">
                  <c:v>5.7408299999999999</c:v>
                </c:pt>
                <c:pt idx="7101">
                  <c:v>5.7411399999999997</c:v>
                </c:pt>
                <c:pt idx="7102">
                  <c:v>5.7414399999999999</c:v>
                </c:pt>
                <c:pt idx="7103">
                  <c:v>5.7417499999999997</c:v>
                </c:pt>
                <c:pt idx="7104">
                  <c:v>5.7420499999999999</c:v>
                </c:pt>
                <c:pt idx="7105">
                  <c:v>5.7423599999999997</c:v>
                </c:pt>
                <c:pt idx="7106">
                  <c:v>5.7426599999999999</c:v>
                </c:pt>
                <c:pt idx="7107">
                  <c:v>5.7429699999999997</c:v>
                </c:pt>
                <c:pt idx="7108">
                  <c:v>5.7432699999999999</c:v>
                </c:pt>
                <c:pt idx="7109">
                  <c:v>5.7435799999999997</c:v>
                </c:pt>
                <c:pt idx="7110">
                  <c:v>5.7438799999999999</c:v>
                </c:pt>
                <c:pt idx="7111">
                  <c:v>5.7441899999999997</c:v>
                </c:pt>
                <c:pt idx="7112">
                  <c:v>5.7444899999999999</c:v>
                </c:pt>
                <c:pt idx="7113">
                  <c:v>5.7447999999999997</c:v>
                </c:pt>
                <c:pt idx="7114">
                  <c:v>5.7451100000000004</c:v>
                </c:pt>
                <c:pt idx="7115">
                  <c:v>5.7454099999999997</c:v>
                </c:pt>
                <c:pt idx="7116">
                  <c:v>5.7457200000000004</c:v>
                </c:pt>
                <c:pt idx="7117">
                  <c:v>5.7460199999999997</c:v>
                </c:pt>
                <c:pt idx="7118">
                  <c:v>5.7463300000000004</c:v>
                </c:pt>
                <c:pt idx="7119">
                  <c:v>5.7466299999999997</c:v>
                </c:pt>
                <c:pt idx="7120">
                  <c:v>5.7469400000000004</c:v>
                </c:pt>
                <c:pt idx="7121">
                  <c:v>5.7472399999999997</c:v>
                </c:pt>
                <c:pt idx="7122">
                  <c:v>5.7475500000000004</c:v>
                </c:pt>
                <c:pt idx="7123">
                  <c:v>5.7478499999999997</c:v>
                </c:pt>
                <c:pt idx="7124">
                  <c:v>5.7481600000000004</c:v>
                </c:pt>
                <c:pt idx="7125">
                  <c:v>5.7484599999999997</c:v>
                </c:pt>
                <c:pt idx="7126">
                  <c:v>5.7487700000000004</c:v>
                </c:pt>
                <c:pt idx="7127">
                  <c:v>5.7490800000000002</c:v>
                </c:pt>
                <c:pt idx="7128">
                  <c:v>5.7493800000000004</c:v>
                </c:pt>
                <c:pt idx="7129">
                  <c:v>5.7496900000000002</c:v>
                </c:pt>
                <c:pt idx="7130">
                  <c:v>5.7499900000000004</c:v>
                </c:pt>
                <c:pt idx="7131">
                  <c:v>5.7503000000000002</c:v>
                </c:pt>
                <c:pt idx="7132">
                  <c:v>5.7506000000000004</c:v>
                </c:pt>
                <c:pt idx="7133">
                  <c:v>5.7509100000000002</c:v>
                </c:pt>
                <c:pt idx="7134">
                  <c:v>5.7512100000000004</c:v>
                </c:pt>
                <c:pt idx="7135">
                  <c:v>5.7515200000000002</c:v>
                </c:pt>
                <c:pt idx="7136">
                  <c:v>5.7518200000000004</c:v>
                </c:pt>
                <c:pt idx="7137">
                  <c:v>5.7521300000000002</c:v>
                </c:pt>
                <c:pt idx="7138">
                  <c:v>5.75244</c:v>
                </c:pt>
                <c:pt idx="7139">
                  <c:v>5.7527400000000002</c:v>
                </c:pt>
                <c:pt idx="7140">
                  <c:v>5.75305</c:v>
                </c:pt>
                <c:pt idx="7141">
                  <c:v>5.7533500000000002</c:v>
                </c:pt>
                <c:pt idx="7142">
                  <c:v>5.75366</c:v>
                </c:pt>
                <c:pt idx="7143">
                  <c:v>5.7539600000000002</c:v>
                </c:pt>
                <c:pt idx="7144">
                  <c:v>5.75427</c:v>
                </c:pt>
                <c:pt idx="7145">
                  <c:v>5.7545700000000002</c:v>
                </c:pt>
                <c:pt idx="7146">
                  <c:v>5.75488</c:v>
                </c:pt>
                <c:pt idx="7147">
                  <c:v>5.7551800000000002</c:v>
                </c:pt>
                <c:pt idx="7148">
                  <c:v>5.75549</c:v>
                </c:pt>
                <c:pt idx="7149">
                  <c:v>5.7557900000000002</c:v>
                </c:pt>
                <c:pt idx="7150">
                  <c:v>5.7561</c:v>
                </c:pt>
                <c:pt idx="7151">
                  <c:v>5.7564099999999998</c:v>
                </c:pt>
                <c:pt idx="7152">
                  <c:v>5.75671</c:v>
                </c:pt>
                <c:pt idx="7153">
                  <c:v>5.7570199999999998</c:v>
                </c:pt>
                <c:pt idx="7154">
                  <c:v>5.75732</c:v>
                </c:pt>
                <c:pt idx="7155">
                  <c:v>5.7576299999999998</c:v>
                </c:pt>
                <c:pt idx="7156">
                  <c:v>5.75793</c:v>
                </c:pt>
                <c:pt idx="7157">
                  <c:v>5.7582399999999998</c:v>
                </c:pt>
                <c:pt idx="7158">
                  <c:v>5.75854</c:v>
                </c:pt>
                <c:pt idx="7159">
                  <c:v>5.7588499999999998</c:v>
                </c:pt>
                <c:pt idx="7160">
                  <c:v>5.75915</c:v>
                </c:pt>
                <c:pt idx="7161">
                  <c:v>5.7594599999999998</c:v>
                </c:pt>
                <c:pt idx="7162">
                  <c:v>5.75976</c:v>
                </c:pt>
                <c:pt idx="7163">
                  <c:v>5.7600699999999998</c:v>
                </c:pt>
                <c:pt idx="7164">
                  <c:v>5.7603799999999996</c:v>
                </c:pt>
                <c:pt idx="7165">
                  <c:v>5.7606799999999998</c:v>
                </c:pt>
                <c:pt idx="7166">
                  <c:v>5.7609899999999996</c:v>
                </c:pt>
                <c:pt idx="7167">
                  <c:v>5.7612899999999998</c:v>
                </c:pt>
                <c:pt idx="7168">
                  <c:v>5.7615999999999996</c:v>
                </c:pt>
                <c:pt idx="7169">
                  <c:v>5.7618999999999998</c:v>
                </c:pt>
                <c:pt idx="7170">
                  <c:v>5.7622099999999996</c:v>
                </c:pt>
                <c:pt idx="7171">
                  <c:v>5.7625099999999998</c:v>
                </c:pt>
                <c:pt idx="7172">
                  <c:v>5.7628199999999996</c:v>
                </c:pt>
                <c:pt idx="7173">
                  <c:v>5.7631199999999998</c:v>
                </c:pt>
                <c:pt idx="7174">
                  <c:v>5.7634299999999996</c:v>
                </c:pt>
                <c:pt idx="7175">
                  <c:v>5.7637299999999998</c:v>
                </c:pt>
                <c:pt idx="7176">
                  <c:v>5.7640399999999996</c:v>
                </c:pt>
                <c:pt idx="7177">
                  <c:v>5.7643500000000003</c:v>
                </c:pt>
                <c:pt idx="7178">
                  <c:v>5.7646499999999996</c:v>
                </c:pt>
                <c:pt idx="7179">
                  <c:v>5.7649600000000003</c:v>
                </c:pt>
                <c:pt idx="7180">
                  <c:v>5.7652599999999996</c:v>
                </c:pt>
                <c:pt idx="7181">
                  <c:v>5.7655700000000003</c:v>
                </c:pt>
                <c:pt idx="7182">
                  <c:v>5.7658699999999996</c:v>
                </c:pt>
                <c:pt idx="7183">
                  <c:v>5.7661800000000003</c:v>
                </c:pt>
                <c:pt idx="7184">
                  <c:v>5.7664799999999996</c:v>
                </c:pt>
                <c:pt idx="7185">
                  <c:v>5.7667900000000003</c:v>
                </c:pt>
                <c:pt idx="7186">
                  <c:v>5.7670899999999996</c:v>
                </c:pt>
                <c:pt idx="7187">
                  <c:v>5.7674000000000003</c:v>
                </c:pt>
                <c:pt idx="7188">
                  <c:v>5.7676999999999996</c:v>
                </c:pt>
                <c:pt idx="7189">
                  <c:v>5.7680100000000003</c:v>
                </c:pt>
                <c:pt idx="7190">
                  <c:v>5.7683200000000001</c:v>
                </c:pt>
                <c:pt idx="7191">
                  <c:v>5.7686200000000003</c:v>
                </c:pt>
                <c:pt idx="7192">
                  <c:v>5.7689300000000001</c:v>
                </c:pt>
                <c:pt idx="7193">
                  <c:v>5.7692300000000003</c:v>
                </c:pt>
                <c:pt idx="7194">
                  <c:v>5.7695400000000001</c:v>
                </c:pt>
                <c:pt idx="7195">
                  <c:v>5.7698400000000003</c:v>
                </c:pt>
                <c:pt idx="7196">
                  <c:v>5.7701500000000001</c:v>
                </c:pt>
                <c:pt idx="7197">
                  <c:v>5.7704500000000003</c:v>
                </c:pt>
                <c:pt idx="7198">
                  <c:v>5.7707600000000001</c:v>
                </c:pt>
                <c:pt idx="7199">
                  <c:v>5.7710600000000003</c:v>
                </c:pt>
                <c:pt idx="7200">
                  <c:v>5.7713700000000001</c:v>
                </c:pt>
                <c:pt idx="7201">
                  <c:v>5.7716799999999999</c:v>
                </c:pt>
                <c:pt idx="7202">
                  <c:v>5.7719800000000001</c:v>
                </c:pt>
                <c:pt idx="7203">
                  <c:v>5.7722899999999999</c:v>
                </c:pt>
                <c:pt idx="7204">
                  <c:v>5.7725900000000001</c:v>
                </c:pt>
                <c:pt idx="7205">
                  <c:v>5.7728999999999999</c:v>
                </c:pt>
                <c:pt idx="7206">
                  <c:v>5.7732000000000001</c:v>
                </c:pt>
                <c:pt idx="7207">
                  <c:v>5.7735099999999999</c:v>
                </c:pt>
                <c:pt idx="7208">
                  <c:v>5.7738100000000001</c:v>
                </c:pt>
                <c:pt idx="7209">
                  <c:v>5.7741199999999999</c:v>
                </c:pt>
                <c:pt idx="7210">
                  <c:v>5.7744200000000001</c:v>
                </c:pt>
                <c:pt idx="7211">
                  <c:v>5.7747299999999999</c:v>
                </c:pt>
                <c:pt idx="7212">
                  <c:v>5.7750300000000001</c:v>
                </c:pt>
                <c:pt idx="7213">
                  <c:v>5.7753399999999999</c:v>
                </c:pt>
                <c:pt idx="7214">
                  <c:v>5.7756499999999997</c:v>
                </c:pt>
                <c:pt idx="7215">
                  <c:v>5.7759499999999999</c:v>
                </c:pt>
                <c:pt idx="7216">
                  <c:v>5.7762599999999997</c:v>
                </c:pt>
                <c:pt idx="7217">
                  <c:v>5.7765599999999999</c:v>
                </c:pt>
                <c:pt idx="7218">
                  <c:v>5.7768699999999997</c:v>
                </c:pt>
                <c:pt idx="7219">
                  <c:v>5.7771699999999999</c:v>
                </c:pt>
                <c:pt idx="7220">
                  <c:v>5.7774799999999997</c:v>
                </c:pt>
                <c:pt idx="7221">
                  <c:v>5.7777799999999999</c:v>
                </c:pt>
                <c:pt idx="7222">
                  <c:v>5.7780899999999997</c:v>
                </c:pt>
                <c:pt idx="7223">
                  <c:v>5.7783899999999999</c:v>
                </c:pt>
                <c:pt idx="7224">
                  <c:v>5.7786999999999997</c:v>
                </c:pt>
                <c:pt idx="7225">
                  <c:v>5.7789999999999999</c:v>
                </c:pt>
                <c:pt idx="7226">
                  <c:v>5.7793099999999997</c:v>
                </c:pt>
                <c:pt idx="7227">
                  <c:v>5.7796200000000004</c:v>
                </c:pt>
                <c:pt idx="7228">
                  <c:v>5.7799199999999997</c:v>
                </c:pt>
                <c:pt idx="7229">
                  <c:v>5.7802300000000004</c:v>
                </c:pt>
                <c:pt idx="7230">
                  <c:v>5.7805299999999997</c:v>
                </c:pt>
                <c:pt idx="7231">
                  <c:v>5.7808400000000004</c:v>
                </c:pt>
                <c:pt idx="7232">
                  <c:v>5.7811399999999997</c:v>
                </c:pt>
                <c:pt idx="7233">
                  <c:v>5.7814500000000004</c:v>
                </c:pt>
                <c:pt idx="7234">
                  <c:v>5.7817499999999997</c:v>
                </c:pt>
                <c:pt idx="7235">
                  <c:v>5.7820600000000004</c:v>
                </c:pt>
                <c:pt idx="7236">
                  <c:v>5.7823599999999997</c:v>
                </c:pt>
                <c:pt idx="7237">
                  <c:v>5.7826700000000004</c:v>
                </c:pt>
                <c:pt idx="7238">
                  <c:v>5.7829699999999997</c:v>
                </c:pt>
                <c:pt idx="7239">
                  <c:v>5.7832800000000004</c:v>
                </c:pt>
                <c:pt idx="7240">
                  <c:v>5.7835900000000002</c:v>
                </c:pt>
                <c:pt idx="7241">
                  <c:v>5.7838900000000004</c:v>
                </c:pt>
                <c:pt idx="7242">
                  <c:v>5.7842000000000002</c:v>
                </c:pt>
                <c:pt idx="7243">
                  <c:v>5.7845000000000004</c:v>
                </c:pt>
                <c:pt idx="7244">
                  <c:v>5.7848100000000002</c:v>
                </c:pt>
                <c:pt idx="7245">
                  <c:v>5.7851100000000004</c:v>
                </c:pt>
                <c:pt idx="7246">
                  <c:v>5.7854200000000002</c:v>
                </c:pt>
                <c:pt idx="7247">
                  <c:v>5.7857200000000004</c:v>
                </c:pt>
                <c:pt idx="7248">
                  <c:v>5.7860300000000002</c:v>
                </c:pt>
                <c:pt idx="7249">
                  <c:v>5.7863300000000004</c:v>
                </c:pt>
                <c:pt idx="7250">
                  <c:v>5.7866400000000002</c:v>
                </c:pt>
                <c:pt idx="7251">
                  <c:v>5.7869400000000004</c:v>
                </c:pt>
                <c:pt idx="7252">
                  <c:v>5.7872500000000002</c:v>
                </c:pt>
                <c:pt idx="7253">
                  <c:v>5.78756</c:v>
                </c:pt>
                <c:pt idx="7254">
                  <c:v>5.7878600000000002</c:v>
                </c:pt>
                <c:pt idx="7255">
                  <c:v>5.78817</c:v>
                </c:pt>
                <c:pt idx="7256">
                  <c:v>5.7884700000000002</c:v>
                </c:pt>
                <c:pt idx="7257">
                  <c:v>5.78878</c:v>
                </c:pt>
                <c:pt idx="7258">
                  <c:v>5.7890800000000002</c:v>
                </c:pt>
                <c:pt idx="7259">
                  <c:v>5.78939</c:v>
                </c:pt>
                <c:pt idx="7260">
                  <c:v>5.7896900000000002</c:v>
                </c:pt>
                <c:pt idx="7261">
                  <c:v>5.79</c:v>
                </c:pt>
                <c:pt idx="7262">
                  <c:v>5.7903000000000002</c:v>
                </c:pt>
                <c:pt idx="7263">
                  <c:v>5.79061</c:v>
                </c:pt>
                <c:pt idx="7264">
                  <c:v>5.7909199999999998</c:v>
                </c:pt>
                <c:pt idx="7265">
                  <c:v>5.79122</c:v>
                </c:pt>
                <c:pt idx="7266">
                  <c:v>5.7915299999999998</c:v>
                </c:pt>
                <c:pt idx="7267">
                  <c:v>5.79183</c:v>
                </c:pt>
                <c:pt idx="7268">
                  <c:v>5.7921399999999998</c:v>
                </c:pt>
                <c:pt idx="7269">
                  <c:v>5.79244</c:v>
                </c:pt>
                <c:pt idx="7270">
                  <c:v>5.7927499999999998</c:v>
                </c:pt>
                <c:pt idx="7271">
                  <c:v>5.79305</c:v>
                </c:pt>
                <c:pt idx="7272">
                  <c:v>5.7933599999999998</c:v>
                </c:pt>
                <c:pt idx="7273">
                  <c:v>5.79366</c:v>
                </c:pt>
                <c:pt idx="7274">
                  <c:v>5.7939699999999998</c:v>
                </c:pt>
                <c:pt idx="7275">
                  <c:v>5.79427</c:v>
                </c:pt>
                <c:pt idx="7276">
                  <c:v>5.7945799999999998</c:v>
                </c:pt>
                <c:pt idx="7277">
                  <c:v>5.7948899999999997</c:v>
                </c:pt>
                <c:pt idx="7278">
                  <c:v>5.7951899999999998</c:v>
                </c:pt>
                <c:pt idx="7279">
                  <c:v>5.7954999999999997</c:v>
                </c:pt>
                <c:pt idx="7280">
                  <c:v>5.7957999999999998</c:v>
                </c:pt>
                <c:pt idx="7281">
                  <c:v>5.7961099999999997</c:v>
                </c:pt>
                <c:pt idx="7282">
                  <c:v>5.7964099999999998</c:v>
                </c:pt>
                <c:pt idx="7283">
                  <c:v>5.7967199999999997</c:v>
                </c:pt>
                <c:pt idx="7284">
                  <c:v>5.7970199999999998</c:v>
                </c:pt>
                <c:pt idx="7285">
                  <c:v>5.7973299999999997</c:v>
                </c:pt>
                <c:pt idx="7286">
                  <c:v>5.7976299999999998</c:v>
                </c:pt>
                <c:pt idx="7287">
                  <c:v>5.7979399999999996</c:v>
                </c:pt>
                <c:pt idx="7288">
                  <c:v>5.7982399999999998</c:v>
                </c:pt>
                <c:pt idx="7289">
                  <c:v>5.7985499999999996</c:v>
                </c:pt>
                <c:pt idx="7290">
                  <c:v>5.7988600000000003</c:v>
                </c:pt>
                <c:pt idx="7291">
                  <c:v>5.7991599999999996</c:v>
                </c:pt>
                <c:pt idx="7292">
                  <c:v>5.7994700000000003</c:v>
                </c:pt>
                <c:pt idx="7293">
                  <c:v>5.7997699999999996</c:v>
                </c:pt>
                <c:pt idx="7294">
                  <c:v>5.8000800000000003</c:v>
                </c:pt>
                <c:pt idx="7295">
                  <c:v>5.8003799999999996</c:v>
                </c:pt>
                <c:pt idx="7296">
                  <c:v>5.8006900000000003</c:v>
                </c:pt>
                <c:pt idx="7297">
                  <c:v>5.8009899999999996</c:v>
                </c:pt>
                <c:pt idx="7298">
                  <c:v>5.8013000000000003</c:v>
                </c:pt>
                <c:pt idx="7299">
                  <c:v>5.8015999999999996</c:v>
                </c:pt>
                <c:pt idx="7300">
                  <c:v>5.8019100000000003</c:v>
                </c:pt>
                <c:pt idx="7301">
                  <c:v>5.8022099999999996</c:v>
                </c:pt>
                <c:pt idx="7302">
                  <c:v>5.8025200000000003</c:v>
                </c:pt>
                <c:pt idx="7303">
                  <c:v>5.8028300000000002</c:v>
                </c:pt>
                <c:pt idx="7304">
                  <c:v>5.8031300000000003</c:v>
                </c:pt>
                <c:pt idx="7305">
                  <c:v>5.8034400000000002</c:v>
                </c:pt>
                <c:pt idx="7306">
                  <c:v>5.8037400000000003</c:v>
                </c:pt>
                <c:pt idx="7307">
                  <c:v>5.8040500000000002</c:v>
                </c:pt>
                <c:pt idx="7308">
                  <c:v>5.8043500000000003</c:v>
                </c:pt>
                <c:pt idx="7309">
                  <c:v>5.8046600000000002</c:v>
                </c:pt>
                <c:pt idx="7310">
                  <c:v>5.8049600000000003</c:v>
                </c:pt>
                <c:pt idx="7311">
                  <c:v>5.8052700000000002</c:v>
                </c:pt>
                <c:pt idx="7312">
                  <c:v>5.8055700000000003</c:v>
                </c:pt>
                <c:pt idx="7313">
                  <c:v>5.8058800000000002</c:v>
                </c:pt>
                <c:pt idx="7314">
                  <c:v>5.8061800000000003</c:v>
                </c:pt>
                <c:pt idx="7315">
                  <c:v>5.8064900000000002</c:v>
                </c:pt>
                <c:pt idx="7316">
                  <c:v>5.8068</c:v>
                </c:pt>
                <c:pt idx="7317">
                  <c:v>5.8071000000000002</c:v>
                </c:pt>
                <c:pt idx="7318">
                  <c:v>5.80741</c:v>
                </c:pt>
                <c:pt idx="7319">
                  <c:v>5.8077100000000002</c:v>
                </c:pt>
                <c:pt idx="7320">
                  <c:v>5.80802</c:v>
                </c:pt>
                <c:pt idx="7321">
                  <c:v>5.8083200000000001</c:v>
                </c:pt>
                <c:pt idx="7322">
                  <c:v>5.80863</c:v>
                </c:pt>
                <c:pt idx="7323">
                  <c:v>5.8089300000000001</c:v>
                </c:pt>
                <c:pt idx="7324">
                  <c:v>5.80924</c:v>
                </c:pt>
                <c:pt idx="7325">
                  <c:v>5.8095400000000001</c:v>
                </c:pt>
                <c:pt idx="7326">
                  <c:v>5.80985</c:v>
                </c:pt>
                <c:pt idx="7327">
                  <c:v>5.8101599999999998</c:v>
                </c:pt>
                <c:pt idx="7328">
                  <c:v>5.81046</c:v>
                </c:pt>
                <c:pt idx="7329">
                  <c:v>5.8107699999999998</c:v>
                </c:pt>
                <c:pt idx="7330">
                  <c:v>5.81107</c:v>
                </c:pt>
                <c:pt idx="7331">
                  <c:v>5.8113799999999998</c:v>
                </c:pt>
                <c:pt idx="7332">
                  <c:v>5.81168</c:v>
                </c:pt>
                <c:pt idx="7333">
                  <c:v>5.8119899999999998</c:v>
                </c:pt>
                <c:pt idx="7334">
                  <c:v>5.81229</c:v>
                </c:pt>
                <c:pt idx="7335">
                  <c:v>5.8125999999999998</c:v>
                </c:pt>
                <c:pt idx="7336">
                  <c:v>5.8129</c:v>
                </c:pt>
                <c:pt idx="7337">
                  <c:v>5.8132099999999998</c:v>
                </c:pt>
                <c:pt idx="7338">
                  <c:v>5.81351</c:v>
                </c:pt>
                <c:pt idx="7339">
                  <c:v>5.8138199999999998</c:v>
                </c:pt>
                <c:pt idx="7340">
                  <c:v>5.8141299999999996</c:v>
                </c:pt>
                <c:pt idx="7341">
                  <c:v>5.8144299999999998</c:v>
                </c:pt>
                <c:pt idx="7342">
                  <c:v>5.8147399999999996</c:v>
                </c:pt>
                <c:pt idx="7343">
                  <c:v>5.8150399999999998</c:v>
                </c:pt>
                <c:pt idx="7344">
                  <c:v>5.8153499999999996</c:v>
                </c:pt>
                <c:pt idx="7345">
                  <c:v>5.8156499999999998</c:v>
                </c:pt>
                <c:pt idx="7346">
                  <c:v>5.8159599999999996</c:v>
                </c:pt>
                <c:pt idx="7347">
                  <c:v>5.8162599999999998</c:v>
                </c:pt>
                <c:pt idx="7348">
                  <c:v>5.8165699999999996</c:v>
                </c:pt>
                <c:pt idx="7349">
                  <c:v>5.8168699999999998</c:v>
                </c:pt>
                <c:pt idx="7350">
                  <c:v>5.8171799999999996</c:v>
                </c:pt>
                <c:pt idx="7351">
                  <c:v>5.8174799999999998</c:v>
                </c:pt>
                <c:pt idx="7352">
                  <c:v>5.8177899999999996</c:v>
                </c:pt>
                <c:pt idx="7353">
                  <c:v>5.8181000000000003</c:v>
                </c:pt>
                <c:pt idx="7354">
                  <c:v>5.8183999999999996</c:v>
                </c:pt>
                <c:pt idx="7355">
                  <c:v>5.8187100000000003</c:v>
                </c:pt>
                <c:pt idx="7356">
                  <c:v>5.8190099999999996</c:v>
                </c:pt>
                <c:pt idx="7357">
                  <c:v>5.8193200000000003</c:v>
                </c:pt>
                <c:pt idx="7358">
                  <c:v>5.8196199999999996</c:v>
                </c:pt>
                <c:pt idx="7359">
                  <c:v>5.8199300000000003</c:v>
                </c:pt>
                <c:pt idx="7360">
                  <c:v>5.8202299999999996</c:v>
                </c:pt>
                <c:pt idx="7361">
                  <c:v>5.8205400000000003</c:v>
                </c:pt>
                <c:pt idx="7362">
                  <c:v>5.8208399999999996</c:v>
                </c:pt>
                <c:pt idx="7363">
                  <c:v>5.8211500000000003</c:v>
                </c:pt>
                <c:pt idx="7364">
                  <c:v>5.8214499999999996</c:v>
                </c:pt>
                <c:pt idx="7365">
                  <c:v>5.8217600000000003</c:v>
                </c:pt>
                <c:pt idx="7366">
                  <c:v>5.8220700000000001</c:v>
                </c:pt>
                <c:pt idx="7367">
                  <c:v>5.8223700000000003</c:v>
                </c:pt>
                <c:pt idx="7368">
                  <c:v>5.8226800000000001</c:v>
                </c:pt>
                <c:pt idx="7369">
                  <c:v>5.8229800000000003</c:v>
                </c:pt>
                <c:pt idx="7370">
                  <c:v>5.8232900000000001</c:v>
                </c:pt>
                <c:pt idx="7371">
                  <c:v>5.8235900000000003</c:v>
                </c:pt>
                <c:pt idx="7372">
                  <c:v>5.8239000000000001</c:v>
                </c:pt>
                <c:pt idx="7373">
                  <c:v>5.8242000000000003</c:v>
                </c:pt>
                <c:pt idx="7374">
                  <c:v>5.8245100000000001</c:v>
                </c:pt>
                <c:pt idx="7375">
                  <c:v>5.8248100000000003</c:v>
                </c:pt>
                <c:pt idx="7376">
                  <c:v>5.8251200000000001</c:v>
                </c:pt>
                <c:pt idx="7377">
                  <c:v>5.8254299999999999</c:v>
                </c:pt>
                <c:pt idx="7378">
                  <c:v>5.8257300000000001</c:v>
                </c:pt>
                <c:pt idx="7379">
                  <c:v>5.8260399999999999</c:v>
                </c:pt>
                <c:pt idx="7380">
                  <c:v>5.8263400000000001</c:v>
                </c:pt>
                <c:pt idx="7381">
                  <c:v>5.8266499999999999</c:v>
                </c:pt>
                <c:pt idx="7382">
                  <c:v>5.8269500000000001</c:v>
                </c:pt>
                <c:pt idx="7383">
                  <c:v>5.8272599999999999</c:v>
                </c:pt>
                <c:pt idx="7384">
                  <c:v>5.8275600000000001</c:v>
                </c:pt>
                <c:pt idx="7385">
                  <c:v>5.8278699999999999</c:v>
                </c:pt>
                <c:pt idx="7386">
                  <c:v>5.8281700000000001</c:v>
                </c:pt>
                <c:pt idx="7387">
                  <c:v>5.8284799999999999</c:v>
                </c:pt>
                <c:pt idx="7388">
                  <c:v>5.8287800000000001</c:v>
                </c:pt>
                <c:pt idx="7389">
                  <c:v>5.8290899999999999</c:v>
                </c:pt>
                <c:pt idx="7390">
                  <c:v>5.8293999999999997</c:v>
                </c:pt>
                <c:pt idx="7391">
                  <c:v>5.8296999999999999</c:v>
                </c:pt>
                <c:pt idx="7392">
                  <c:v>5.8300099999999997</c:v>
                </c:pt>
                <c:pt idx="7393">
                  <c:v>5.8303099999999999</c:v>
                </c:pt>
                <c:pt idx="7394">
                  <c:v>5.8306199999999997</c:v>
                </c:pt>
                <c:pt idx="7395">
                  <c:v>5.8309199999999999</c:v>
                </c:pt>
                <c:pt idx="7396">
                  <c:v>5.8312299999999997</c:v>
                </c:pt>
                <c:pt idx="7397">
                  <c:v>5.8315299999999999</c:v>
                </c:pt>
                <c:pt idx="7398">
                  <c:v>5.8318399999999997</c:v>
                </c:pt>
                <c:pt idx="7399">
                  <c:v>5.8321399999999999</c:v>
                </c:pt>
                <c:pt idx="7400">
                  <c:v>5.8324499999999997</c:v>
                </c:pt>
                <c:pt idx="7401">
                  <c:v>5.8327499999999999</c:v>
                </c:pt>
                <c:pt idx="7402">
                  <c:v>5.8330599999999997</c:v>
                </c:pt>
                <c:pt idx="7403">
                  <c:v>5.8333700000000004</c:v>
                </c:pt>
                <c:pt idx="7404">
                  <c:v>5.8336699999999997</c:v>
                </c:pt>
                <c:pt idx="7405">
                  <c:v>5.8339800000000004</c:v>
                </c:pt>
                <c:pt idx="7406">
                  <c:v>5.8342799999999997</c:v>
                </c:pt>
                <c:pt idx="7407">
                  <c:v>5.8345900000000004</c:v>
                </c:pt>
                <c:pt idx="7408">
                  <c:v>5.8348899999999997</c:v>
                </c:pt>
                <c:pt idx="7409">
                  <c:v>5.8352000000000004</c:v>
                </c:pt>
                <c:pt idx="7410">
                  <c:v>5.8354999999999997</c:v>
                </c:pt>
                <c:pt idx="7411">
                  <c:v>5.8358100000000004</c:v>
                </c:pt>
                <c:pt idx="7412">
                  <c:v>5.8361099999999997</c:v>
                </c:pt>
                <c:pt idx="7413">
                  <c:v>5.8364200000000004</c:v>
                </c:pt>
                <c:pt idx="7414">
                  <c:v>5.8367199999999997</c:v>
                </c:pt>
                <c:pt idx="7415">
                  <c:v>5.8370300000000004</c:v>
                </c:pt>
                <c:pt idx="7416">
                  <c:v>5.8373400000000002</c:v>
                </c:pt>
                <c:pt idx="7417">
                  <c:v>5.8376400000000004</c:v>
                </c:pt>
                <c:pt idx="7418">
                  <c:v>5.8379500000000002</c:v>
                </c:pt>
                <c:pt idx="7419">
                  <c:v>5.8382500000000004</c:v>
                </c:pt>
                <c:pt idx="7420">
                  <c:v>5.8385600000000002</c:v>
                </c:pt>
                <c:pt idx="7421">
                  <c:v>5.8388600000000004</c:v>
                </c:pt>
                <c:pt idx="7422">
                  <c:v>5.8391700000000002</c:v>
                </c:pt>
                <c:pt idx="7423">
                  <c:v>5.8394700000000004</c:v>
                </c:pt>
                <c:pt idx="7424">
                  <c:v>5.8397800000000002</c:v>
                </c:pt>
                <c:pt idx="7425">
                  <c:v>5.8400800000000004</c:v>
                </c:pt>
                <c:pt idx="7426">
                  <c:v>5.8403900000000002</c:v>
                </c:pt>
                <c:pt idx="7427">
                  <c:v>5.8406900000000004</c:v>
                </c:pt>
                <c:pt idx="7428">
                  <c:v>5.8410000000000002</c:v>
                </c:pt>
                <c:pt idx="7429">
                  <c:v>5.84131</c:v>
                </c:pt>
                <c:pt idx="7430">
                  <c:v>5.8416100000000002</c:v>
                </c:pt>
                <c:pt idx="7431">
                  <c:v>5.84192</c:v>
                </c:pt>
                <c:pt idx="7432">
                  <c:v>5.8422200000000002</c:v>
                </c:pt>
                <c:pt idx="7433">
                  <c:v>5.84253</c:v>
                </c:pt>
                <c:pt idx="7434">
                  <c:v>5.8428300000000002</c:v>
                </c:pt>
                <c:pt idx="7435">
                  <c:v>5.84314</c:v>
                </c:pt>
                <c:pt idx="7436">
                  <c:v>5.8434400000000002</c:v>
                </c:pt>
                <c:pt idx="7437">
                  <c:v>5.84375</c:v>
                </c:pt>
                <c:pt idx="7438">
                  <c:v>5.8440500000000002</c:v>
                </c:pt>
                <c:pt idx="7439">
                  <c:v>5.84436</c:v>
                </c:pt>
                <c:pt idx="7440">
                  <c:v>5.8446699999999998</c:v>
                </c:pt>
                <c:pt idx="7441">
                  <c:v>5.84497</c:v>
                </c:pt>
                <c:pt idx="7442">
                  <c:v>5.8452799999999998</c:v>
                </c:pt>
                <c:pt idx="7443">
                  <c:v>5.84558</c:v>
                </c:pt>
                <c:pt idx="7444">
                  <c:v>5.8458899999999998</c:v>
                </c:pt>
                <c:pt idx="7445">
                  <c:v>5.84619</c:v>
                </c:pt>
                <c:pt idx="7446">
                  <c:v>5.8464999999999998</c:v>
                </c:pt>
                <c:pt idx="7447">
                  <c:v>5.8468</c:v>
                </c:pt>
                <c:pt idx="7448">
                  <c:v>5.8471099999999998</c:v>
                </c:pt>
                <c:pt idx="7449">
                  <c:v>5.84741</c:v>
                </c:pt>
                <c:pt idx="7450">
                  <c:v>5.8477199999999998</c:v>
                </c:pt>
                <c:pt idx="7451">
                  <c:v>5.84802</c:v>
                </c:pt>
                <c:pt idx="7452">
                  <c:v>5.8483299999999998</c:v>
                </c:pt>
                <c:pt idx="7453">
                  <c:v>5.8486399999999996</c:v>
                </c:pt>
                <c:pt idx="7454">
                  <c:v>5.8489399999999998</c:v>
                </c:pt>
                <c:pt idx="7455">
                  <c:v>5.8492499999999996</c:v>
                </c:pt>
                <c:pt idx="7456">
                  <c:v>5.8495499999999998</c:v>
                </c:pt>
                <c:pt idx="7457">
                  <c:v>5.8498599999999996</c:v>
                </c:pt>
                <c:pt idx="7458">
                  <c:v>5.8501599999999998</c:v>
                </c:pt>
                <c:pt idx="7459">
                  <c:v>5.8504699999999996</c:v>
                </c:pt>
                <c:pt idx="7460">
                  <c:v>5.8507699999999998</c:v>
                </c:pt>
                <c:pt idx="7461">
                  <c:v>5.8510799999999996</c:v>
                </c:pt>
                <c:pt idx="7462">
                  <c:v>5.8513799999999998</c:v>
                </c:pt>
                <c:pt idx="7463">
                  <c:v>5.8516899999999996</c:v>
                </c:pt>
                <c:pt idx="7464">
                  <c:v>5.8519899999999998</c:v>
                </c:pt>
                <c:pt idx="7465">
                  <c:v>5.8522999999999996</c:v>
                </c:pt>
                <c:pt idx="7466">
                  <c:v>5.8526100000000003</c:v>
                </c:pt>
                <c:pt idx="7467">
                  <c:v>5.8529099999999996</c:v>
                </c:pt>
                <c:pt idx="7468">
                  <c:v>5.8532200000000003</c:v>
                </c:pt>
                <c:pt idx="7469">
                  <c:v>5.8535199999999996</c:v>
                </c:pt>
                <c:pt idx="7470">
                  <c:v>5.8538300000000003</c:v>
                </c:pt>
                <c:pt idx="7471">
                  <c:v>5.8541299999999996</c:v>
                </c:pt>
                <c:pt idx="7472">
                  <c:v>5.8544400000000003</c:v>
                </c:pt>
                <c:pt idx="7473">
                  <c:v>5.8547399999999996</c:v>
                </c:pt>
                <c:pt idx="7474">
                  <c:v>5.8550500000000003</c:v>
                </c:pt>
                <c:pt idx="7475">
                  <c:v>5.8553499999999996</c:v>
                </c:pt>
                <c:pt idx="7476">
                  <c:v>5.8556600000000003</c:v>
                </c:pt>
                <c:pt idx="7477">
                  <c:v>5.8559599999999996</c:v>
                </c:pt>
                <c:pt idx="7478">
                  <c:v>5.8562700000000003</c:v>
                </c:pt>
                <c:pt idx="7479">
                  <c:v>5.8565800000000001</c:v>
                </c:pt>
                <c:pt idx="7480">
                  <c:v>5.8568800000000003</c:v>
                </c:pt>
                <c:pt idx="7481">
                  <c:v>5.8571900000000001</c:v>
                </c:pt>
                <c:pt idx="7482">
                  <c:v>5.8574900000000003</c:v>
                </c:pt>
                <c:pt idx="7483">
                  <c:v>5.8578000000000001</c:v>
                </c:pt>
                <c:pt idx="7484">
                  <c:v>5.8581000000000003</c:v>
                </c:pt>
                <c:pt idx="7485">
                  <c:v>5.8584100000000001</c:v>
                </c:pt>
                <c:pt idx="7486">
                  <c:v>5.8587100000000003</c:v>
                </c:pt>
                <c:pt idx="7487">
                  <c:v>5.8590200000000001</c:v>
                </c:pt>
                <c:pt idx="7488">
                  <c:v>5.8593200000000003</c:v>
                </c:pt>
                <c:pt idx="7489">
                  <c:v>5.8596300000000001</c:v>
                </c:pt>
                <c:pt idx="7490">
                  <c:v>5.8599300000000003</c:v>
                </c:pt>
                <c:pt idx="7491">
                  <c:v>5.8602400000000001</c:v>
                </c:pt>
                <c:pt idx="7492">
                  <c:v>5.8605499999999999</c:v>
                </c:pt>
                <c:pt idx="7493">
                  <c:v>5.8608500000000001</c:v>
                </c:pt>
                <c:pt idx="7494">
                  <c:v>5.8611599999999999</c:v>
                </c:pt>
                <c:pt idx="7495">
                  <c:v>5.8614600000000001</c:v>
                </c:pt>
                <c:pt idx="7496">
                  <c:v>5.8617699999999999</c:v>
                </c:pt>
                <c:pt idx="7497">
                  <c:v>5.8620700000000001</c:v>
                </c:pt>
                <c:pt idx="7498">
                  <c:v>5.8623799999999999</c:v>
                </c:pt>
                <c:pt idx="7499">
                  <c:v>5.8626800000000001</c:v>
                </c:pt>
                <c:pt idx="7500">
                  <c:v>5.8629899999999999</c:v>
                </c:pt>
                <c:pt idx="7501">
                  <c:v>5.8632900000000001</c:v>
                </c:pt>
                <c:pt idx="7502">
                  <c:v>5.8635999999999999</c:v>
                </c:pt>
                <c:pt idx="7503">
                  <c:v>5.8639099999999997</c:v>
                </c:pt>
                <c:pt idx="7504">
                  <c:v>5.8642099999999999</c:v>
                </c:pt>
                <c:pt idx="7505">
                  <c:v>5.8645199999999997</c:v>
                </c:pt>
                <c:pt idx="7506">
                  <c:v>5.8648199999999999</c:v>
                </c:pt>
                <c:pt idx="7507">
                  <c:v>5.8651299999999997</c:v>
                </c:pt>
                <c:pt idx="7508">
                  <c:v>5.8654299999999999</c:v>
                </c:pt>
                <c:pt idx="7509">
                  <c:v>5.8657399999999997</c:v>
                </c:pt>
                <c:pt idx="7510">
                  <c:v>5.8660399999999999</c:v>
                </c:pt>
                <c:pt idx="7511">
                  <c:v>5.8663499999999997</c:v>
                </c:pt>
                <c:pt idx="7512">
                  <c:v>5.8666499999999999</c:v>
                </c:pt>
                <c:pt idx="7513">
                  <c:v>5.8669599999999997</c:v>
                </c:pt>
                <c:pt idx="7514">
                  <c:v>5.8672599999999999</c:v>
                </c:pt>
                <c:pt idx="7515">
                  <c:v>5.8675699999999997</c:v>
                </c:pt>
                <c:pt idx="7516">
                  <c:v>5.8678800000000004</c:v>
                </c:pt>
                <c:pt idx="7517">
                  <c:v>5.8681799999999997</c:v>
                </c:pt>
                <c:pt idx="7518">
                  <c:v>5.8684900000000004</c:v>
                </c:pt>
                <c:pt idx="7519">
                  <c:v>5.8687899999999997</c:v>
                </c:pt>
                <c:pt idx="7520">
                  <c:v>5.8691000000000004</c:v>
                </c:pt>
                <c:pt idx="7521">
                  <c:v>5.8693999999999997</c:v>
                </c:pt>
                <c:pt idx="7522">
                  <c:v>5.8697100000000004</c:v>
                </c:pt>
                <c:pt idx="7523">
                  <c:v>5.8700099999999997</c:v>
                </c:pt>
                <c:pt idx="7524">
                  <c:v>5.8703200000000004</c:v>
                </c:pt>
                <c:pt idx="7525">
                  <c:v>5.8706199999999997</c:v>
                </c:pt>
                <c:pt idx="7526">
                  <c:v>5.8709300000000004</c:v>
                </c:pt>
                <c:pt idx="7527">
                  <c:v>5.8712299999999997</c:v>
                </c:pt>
                <c:pt idx="7528">
                  <c:v>5.8715400000000004</c:v>
                </c:pt>
                <c:pt idx="7529">
                  <c:v>5.8718500000000002</c:v>
                </c:pt>
                <c:pt idx="7530">
                  <c:v>5.8721500000000004</c:v>
                </c:pt>
                <c:pt idx="7531">
                  <c:v>5.8724600000000002</c:v>
                </c:pt>
                <c:pt idx="7532">
                  <c:v>5.8727600000000004</c:v>
                </c:pt>
                <c:pt idx="7533">
                  <c:v>5.8730700000000002</c:v>
                </c:pt>
                <c:pt idx="7534">
                  <c:v>5.8733700000000004</c:v>
                </c:pt>
                <c:pt idx="7535">
                  <c:v>5.8736800000000002</c:v>
                </c:pt>
                <c:pt idx="7536">
                  <c:v>5.8739800000000004</c:v>
                </c:pt>
                <c:pt idx="7537">
                  <c:v>5.8742900000000002</c:v>
                </c:pt>
                <c:pt idx="7538">
                  <c:v>5.8745900000000004</c:v>
                </c:pt>
                <c:pt idx="7539">
                  <c:v>5.8749000000000002</c:v>
                </c:pt>
                <c:pt idx="7540">
                  <c:v>5.8752000000000004</c:v>
                </c:pt>
                <c:pt idx="7541">
                  <c:v>5.8755100000000002</c:v>
                </c:pt>
                <c:pt idx="7542">
                  <c:v>5.87582</c:v>
                </c:pt>
                <c:pt idx="7543">
                  <c:v>5.8761200000000002</c:v>
                </c:pt>
                <c:pt idx="7544">
                  <c:v>5.87643</c:v>
                </c:pt>
                <c:pt idx="7545">
                  <c:v>5.8767300000000002</c:v>
                </c:pt>
                <c:pt idx="7546">
                  <c:v>5.87704</c:v>
                </c:pt>
                <c:pt idx="7547">
                  <c:v>5.8773400000000002</c:v>
                </c:pt>
                <c:pt idx="7548">
                  <c:v>5.87765</c:v>
                </c:pt>
                <c:pt idx="7549">
                  <c:v>5.8779500000000002</c:v>
                </c:pt>
                <c:pt idx="7550">
                  <c:v>5.87826</c:v>
                </c:pt>
                <c:pt idx="7551">
                  <c:v>5.8785600000000002</c:v>
                </c:pt>
                <c:pt idx="7552">
                  <c:v>5.87887</c:v>
                </c:pt>
                <c:pt idx="7553">
                  <c:v>5.8791799999999999</c:v>
                </c:pt>
                <c:pt idx="7554">
                  <c:v>5.87948</c:v>
                </c:pt>
                <c:pt idx="7555">
                  <c:v>5.8797899999999998</c:v>
                </c:pt>
                <c:pt idx="7556">
                  <c:v>5.88009</c:v>
                </c:pt>
                <c:pt idx="7557">
                  <c:v>5.8803999999999998</c:v>
                </c:pt>
                <c:pt idx="7558">
                  <c:v>5.8807</c:v>
                </c:pt>
                <c:pt idx="7559">
                  <c:v>5.8810099999999998</c:v>
                </c:pt>
                <c:pt idx="7560">
                  <c:v>5.88131</c:v>
                </c:pt>
                <c:pt idx="7561">
                  <c:v>5.8816199999999998</c:v>
                </c:pt>
                <c:pt idx="7562">
                  <c:v>5.88192</c:v>
                </c:pt>
                <c:pt idx="7563">
                  <c:v>5.8822299999999998</c:v>
                </c:pt>
                <c:pt idx="7564">
                  <c:v>5.88253</c:v>
                </c:pt>
                <c:pt idx="7565">
                  <c:v>5.8828399999999998</c:v>
                </c:pt>
                <c:pt idx="7566">
                  <c:v>5.8831499999999997</c:v>
                </c:pt>
                <c:pt idx="7567">
                  <c:v>5.8834499999999998</c:v>
                </c:pt>
                <c:pt idx="7568">
                  <c:v>5.8837599999999997</c:v>
                </c:pt>
                <c:pt idx="7569">
                  <c:v>5.8840599999999998</c:v>
                </c:pt>
                <c:pt idx="7570">
                  <c:v>5.8843699999999997</c:v>
                </c:pt>
                <c:pt idx="7571">
                  <c:v>5.8846699999999998</c:v>
                </c:pt>
                <c:pt idx="7572">
                  <c:v>5.8849799999999997</c:v>
                </c:pt>
                <c:pt idx="7573">
                  <c:v>5.8852799999999998</c:v>
                </c:pt>
                <c:pt idx="7574">
                  <c:v>5.8855899999999997</c:v>
                </c:pt>
                <c:pt idx="7575">
                  <c:v>5.8858899999999998</c:v>
                </c:pt>
                <c:pt idx="7576">
                  <c:v>5.8861999999999997</c:v>
                </c:pt>
                <c:pt idx="7577">
                  <c:v>5.8864999999999998</c:v>
                </c:pt>
                <c:pt idx="7578">
                  <c:v>5.8868099999999997</c:v>
                </c:pt>
                <c:pt idx="7579">
                  <c:v>5.8871200000000004</c:v>
                </c:pt>
                <c:pt idx="7580">
                  <c:v>5.8874199999999997</c:v>
                </c:pt>
                <c:pt idx="7581">
                  <c:v>5.8877300000000004</c:v>
                </c:pt>
                <c:pt idx="7582">
                  <c:v>5.8880299999999997</c:v>
                </c:pt>
                <c:pt idx="7583">
                  <c:v>5.8883400000000004</c:v>
                </c:pt>
                <c:pt idx="7584">
                  <c:v>5.8886399999999997</c:v>
                </c:pt>
                <c:pt idx="7585">
                  <c:v>5.8889500000000004</c:v>
                </c:pt>
                <c:pt idx="7586">
                  <c:v>5.8892499999999997</c:v>
                </c:pt>
                <c:pt idx="7587">
                  <c:v>5.8895600000000004</c:v>
                </c:pt>
                <c:pt idx="7588">
                  <c:v>5.8898599999999997</c:v>
                </c:pt>
                <c:pt idx="7589">
                  <c:v>5.8901700000000003</c:v>
                </c:pt>
                <c:pt idx="7590">
                  <c:v>5.8904699999999997</c:v>
                </c:pt>
                <c:pt idx="7591">
                  <c:v>5.8907800000000003</c:v>
                </c:pt>
                <c:pt idx="7592">
                  <c:v>5.8910900000000002</c:v>
                </c:pt>
                <c:pt idx="7593">
                  <c:v>5.8913900000000003</c:v>
                </c:pt>
                <c:pt idx="7594">
                  <c:v>5.8917000000000002</c:v>
                </c:pt>
                <c:pt idx="7595">
                  <c:v>5.8920000000000003</c:v>
                </c:pt>
                <c:pt idx="7596">
                  <c:v>5.8923100000000002</c:v>
                </c:pt>
                <c:pt idx="7597">
                  <c:v>5.8926100000000003</c:v>
                </c:pt>
                <c:pt idx="7598">
                  <c:v>5.8929200000000002</c:v>
                </c:pt>
                <c:pt idx="7599">
                  <c:v>5.8932200000000003</c:v>
                </c:pt>
                <c:pt idx="7600">
                  <c:v>5.8935300000000002</c:v>
                </c:pt>
                <c:pt idx="7601">
                  <c:v>5.8938300000000003</c:v>
                </c:pt>
                <c:pt idx="7602">
                  <c:v>5.8941400000000002</c:v>
                </c:pt>
                <c:pt idx="7603">
                  <c:v>5.8944400000000003</c:v>
                </c:pt>
                <c:pt idx="7604">
                  <c:v>5.8947500000000002</c:v>
                </c:pt>
                <c:pt idx="7605">
                  <c:v>5.89506</c:v>
                </c:pt>
                <c:pt idx="7606">
                  <c:v>5.8953600000000002</c:v>
                </c:pt>
                <c:pt idx="7607">
                  <c:v>5.89567</c:v>
                </c:pt>
                <c:pt idx="7608">
                  <c:v>5.8959700000000002</c:v>
                </c:pt>
                <c:pt idx="7609">
                  <c:v>5.89628</c:v>
                </c:pt>
                <c:pt idx="7610">
                  <c:v>5.8965800000000002</c:v>
                </c:pt>
                <c:pt idx="7611">
                  <c:v>5.89689</c:v>
                </c:pt>
                <c:pt idx="7612">
                  <c:v>5.8971900000000002</c:v>
                </c:pt>
                <c:pt idx="7613">
                  <c:v>5.8975</c:v>
                </c:pt>
                <c:pt idx="7614">
                  <c:v>5.8978000000000002</c:v>
                </c:pt>
                <c:pt idx="7615">
                  <c:v>5.89811</c:v>
                </c:pt>
                <c:pt idx="7616">
                  <c:v>5.8984199999999998</c:v>
                </c:pt>
                <c:pt idx="7617">
                  <c:v>5.89872</c:v>
                </c:pt>
                <c:pt idx="7618">
                  <c:v>5.8990299999999998</c:v>
                </c:pt>
                <c:pt idx="7619">
                  <c:v>5.89933</c:v>
                </c:pt>
                <c:pt idx="7620">
                  <c:v>5.8996399999999998</c:v>
                </c:pt>
                <c:pt idx="7621">
                  <c:v>5.89994</c:v>
                </c:pt>
                <c:pt idx="7622">
                  <c:v>5.9002499999999998</c:v>
                </c:pt>
                <c:pt idx="7623">
                  <c:v>5.90055</c:v>
                </c:pt>
                <c:pt idx="7624">
                  <c:v>5.9008599999999998</c:v>
                </c:pt>
                <c:pt idx="7625">
                  <c:v>5.90116</c:v>
                </c:pt>
                <c:pt idx="7626">
                  <c:v>5.9014699999999998</c:v>
                </c:pt>
                <c:pt idx="7627">
                  <c:v>5.90177</c:v>
                </c:pt>
                <c:pt idx="7628">
                  <c:v>5.9020799999999998</c:v>
                </c:pt>
                <c:pt idx="7629">
                  <c:v>5.9023899999999996</c:v>
                </c:pt>
                <c:pt idx="7630">
                  <c:v>5.9026899999999998</c:v>
                </c:pt>
                <c:pt idx="7631">
                  <c:v>5.9029999999999996</c:v>
                </c:pt>
                <c:pt idx="7632">
                  <c:v>5.9032999999999998</c:v>
                </c:pt>
                <c:pt idx="7633">
                  <c:v>5.9036099999999996</c:v>
                </c:pt>
                <c:pt idx="7634">
                  <c:v>5.9039099999999998</c:v>
                </c:pt>
                <c:pt idx="7635">
                  <c:v>5.9042199999999996</c:v>
                </c:pt>
                <c:pt idx="7636">
                  <c:v>5.9045199999999998</c:v>
                </c:pt>
                <c:pt idx="7637">
                  <c:v>5.9048299999999996</c:v>
                </c:pt>
                <c:pt idx="7638">
                  <c:v>5.9051299999999998</c:v>
                </c:pt>
                <c:pt idx="7639">
                  <c:v>5.9054399999999996</c:v>
                </c:pt>
                <c:pt idx="7640">
                  <c:v>5.9057399999999998</c:v>
                </c:pt>
                <c:pt idx="7641">
                  <c:v>5.9060499999999996</c:v>
                </c:pt>
                <c:pt idx="7642">
                  <c:v>5.9063600000000003</c:v>
                </c:pt>
                <c:pt idx="7643">
                  <c:v>5.9066599999999996</c:v>
                </c:pt>
                <c:pt idx="7644">
                  <c:v>5.9069700000000003</c:v>
                </c:pt>
                <c:pt idx="7645">
                  <c:v>5.9072699999999996</c:v>
                </c:pt>
                <c:pt idx="7646">
                  <c:v>5.9075800000000003</c:v>
                </c:pt>
                <c:pt idx="7647">
                  <c:v>5.9078799999999996</c:v>
                </c:pt>
                <c:pt idx="7648">
                  <c:v>5.9081900000000003</c:v>
                </c:pt>
                <c:pt idx="7649">
                  <c:v>5.9084899999999996</c:v>
                </c:pt>
                <c:pt idx="7650">
                  <c:v>5.9088000000000003</c:v>
                </c:pt>
                <c:pt idx="7651">
                  <c:v>5.9090999999999996</c:v>
                </c:pt>
                <c:pt idx="7652">
                  <c:v>5.9094100000000003</c:v>
                </c:pt>
                <c:pt idx="7653">
                  <c:v>5.9097099999999996</c:v>
                </c:pt>
                <c:pt idx="7654">
                  <c:v>5.9100200000000003</c:v>
                </c:pt>
                <c:pt idx="7655">
                  <c:v>5.9103300000000001</c:v>
                </c:pt>
                <c:pt idx="7656">
                  <c:v>5.9106300000000003</c:v>
                </c:pt>
                <c:pt idx="7657">
                  <c:v>5.9109400000000001</c:v>
                </c:pt>
                <c:pt idx="7658">
                  <c:v>5.9112400000000003</c:v>
                </c:pt>
                <c:pt idx="7659">
                  <c:v>5.9115500000000001</c:v>
                </c:pt>
                <c:pt idx="7660">
                  <c:v>5.9118500000000003</c:v>
                </c:pt>
                <c:pt idx="7661">
                  <c:v>5.9121600000000001</c:v>
                </c:pt>
                <c:pt idx="7662">
                  <c:v>5.9124600000000003</c:v>
                </c:pt>
                <c:pt idx="7663">
                  <c:v>5.9127700000000001</c:v>
                </c:pt>
                <c:pt idx="7664">
                  <c:v>5.9130700000000003</c:v>
                </c:pt>
                <c:pt idx="7665">
                  <c:v>5.9133800000000001</c:v>
                </c:pt>
                <c:pt idx="7666">
                  <c:v>5.9136800000000003</c:v>
                </c:pt>
                <c:pt idx="7667">
                  <c:v>5.9139900000000001</c:v>
                </c:pt>
                <c:pt idx="7668">
                  <c:v>5.9142999999999999</c:v>
                </c:pt>
                <c:pt idx="7669">
                  <c:v>5.9146000000000001</c:v>
                </c:pt>
                <c:pt idx="7670">
                  <c:v>5.9149099999999999</c:v>
                </c:pt>
                <c:pt idx="7671">
                  <c:v>5.9152100000000001</c:v>
                </c:pt>
                <c:pt idx="7672">
                  <c:v>5.9155199999999999</c:v>
                </c:pt>
                <c:pt idx="7673">
                  <c:v>5.9158200000000001</c:v>
                </c:pt>
                <c:pt idx="7674">
                  <c:v>5.9161299999999999</c:v>
                </c:pt>
                <c:pt idx="7675">
                  <c:v>5.9164300000000001</c:v>
                </c:pt>
                <c:pt idx="7676">
                  <c:v>5.9167399999999999</c:v>
                </c:pt>
                <c:pt idx="7677">
                  <c:v>5.9170400000000001</c:v>
                </c:pt>
                <c:pt idx="7678">
                  <c:v>5.9173499999999999</c:v>
                </c:pt>
                <c:pt idx="7679">
                  <c:v>5.9176599999999997</c:v>
                </c:pt>
                <c:pt idx="7680">
                  <c:v>5.9179599999999999</c:v>
                </c:pt>
                <c:pt idx="7681">
                  <c:v>5.9182699999999997</c:v>
                </c:pt>
                <c:pt idx="7682">
                  <c:v>5.9185699999999999</c:v>
                </c:pt>
                <c:pt idx="7683">
                  <c:v>5.9188799999999997</c:v>
                </c:pt>
                <c:pt idx="7684">
                  <c:v>5.9191799999999999</c:v>
                </c:pt>
                <c:pt idx="7685">
                  <c:v>5.9194899999999997</c:v>
                </c:pt>
                <c:pt idx="7686">
                  <c:v>5.9197899999999999</c:v>
                </c:pt>
                <c:pt idx="7687">
                  <c:v>5.9200999999999997</c:v>
                </c:pt>
                <c:pt idx="7688">
                  <c:v>5.9203999999999999</c:v>
                </c:pt>
                <c:pt idx="7689">
                  <c:v>5.9207099999999997</c:v>
                </c:pt>
                <c:pt idx="7690">
                  <c:v>5.9210099999999999</c:v>
                </c:pt>
                <c:pt idx="7691">
                  <c:v>5.9213199999999997</c:v>
                </c:pt>
                <c:pt idx="7692">
                  <c:v>5.9216300000000004</c:v>
                </c:pt>
                <c:pt idx="7693">
                  <c:v>5.9219299999999997</c:v>
                </c:pt>
                <c:pt idx="7694">
                  <c:v>5.9222400000000004</c:v>
                </c:pt>
                <c:pt idx="7695">
                  <c:v>5.9225399999999997</c:v>
                </c:pt>
                <c:pt idx="7696">
                  <c:v>5.9228500000000004</c:v>
                </c:pt>
                <c:pt idx="7697">
                  <c:v>5.9231499999999997</c:v>
                </c:pt>
                <c:pt idx="7698">
                  <c:v>5.9234600000000004</c:v>
                </c:pt>
                <c:pt idx="7699">
                  <c:v>5.9237599999999997</c:v>
                </c:pt>
                <c:pt idx="7700">
                  <c:v>5.9240700000000004</c:v>
                </c:pt>
                <c:pt idx="7701">
                  <c:v>5.9243699999999997</c:v>
                </c:pt>
                <c:pt idx="7702">
                  <c:v>5.9246800000000004</c:v>
                </c:pt>
                <c:pt idx="7703">
                  <c:v>5.9249799999999997</c:v>
                </c:pt>
                <c:pt idx="7704">
                  <c:v>5.9252900000000004</c:v>
                </c:pt>
                <c:pt idx="7705">
                  <c:v>5.9256000000000002</c:v>
                </c:pt>
                <c:pt idx="7706">
                  <c:v>5.9259000000000004</c:v>
                </c:pt>
                <c:pt idx="7707">
                  <c:v>5.9262100000000002</c:v>
                </c:pt>
                <c:pt idx="7708">
                  <c:v>5.9265100000000004</c:v>
                </c:pt>
                <c:pt idx="7709">
                  <c:v>5.9268200000000002</c:v>
                </c:pt>
                <c:pt idx="7710">
                  <c:v>5.9271200000000004</c:v>
                </c:pt>
                <c:pt idx="7711">
                  <c:v>5.9274300000000002</c:v>
                </c:pt>
                <c:pt idx="7712">
                  <c:v>5.9277300000000004</c:v>
                </c:pt>
                <c:pt idx="7713">
                  <c:v>5.9280400000000002</c:v>
                </c:pt>
                <c:pt idx="7714">
                  <c:v>5.9283400000000004</c:v>
                </c:pt>
                <c:pt idx="7715">
                  <c:v>5.9286500000000002</c:v>
                </c:pt>
                <c:pt idx="7716">
                  <c:v>5.9289500000000004</c:v>
                </c:pt>
                <c:pt idx="7717">
                  <c:v>5.9292600000000002</c:v>
                </c:pt>
                <c:pt idx="7718">
                  <c:v>5.92957</c:v>
                </c:pt>
                <c:pt idx="7719">
                  <c:v>5.9298700000000002</c:v>
                </c:pt>
                <c:pt idx="7720">
                  <c:v>5.93018</c:v>
                </c:pt>
                <c:pt idx="7721">
                  <c:v>5.9304800000000002</c:v>
                </c:pt>
                <c:pt idx="7722">
                  <c:v>5.93079</c:v>
                </c:pt>
                <c:pt idx="7723">
                  <c:v>5.9310900000000002</c:v>
                </c:pt>
                <c:pt idx="7724">
                  <c:v>5.9314</c:v>
                </c:pt>
                <c:pt idx="7725">
                  <c:v>5.9317000000000002</c:v>
                </c:pt>
                <c:pt idx="7726">
                  <c:v>5.93201</c:v>
                </c:pt>
                <c:pt idx="7727">
                  <c:v>5.9323100000000002</c:v>
                </c:pt>
                <c:pt idx="7728">
                  <c:v>5.93262</c:v>
                </c:pt>
                <c:pt idx="7729">
                  <c:v>5.9329299999999998</c:v>
                </c:pt>
                <c:pt idx="7730">
                  <c:v>5.93323</c:v>
                </c:pt>
                <c:pt idx="7731">
                  <c:v>5.9335399999999998</c:v>
                </c:pt>
                <c:pt idx="7732">
                  <c:v>5.93384</c:v>
                </c:pt>
                <c:pt idx="7733">
                  <c:v>5.9341499999999998</c:v>
                </c:pt>
                <c:pt idx="7734">
                  <c:v>5.93445</c:v>
                </c:pt>
                <c:pt idx="7735">
                  <c:v>5.9347599999999998</c:v>
                </c:pt>
                <c:pt idx="7736">
                  <c:v>5.93506</c:v>
                </c:pt>
                <c:pt idx="7737">
                  <c:v>5.9353699999999998</c:v>
                </c:pt>
                <c:pt idx="7738">
                  <c:v>5.93567</c:v>
                </c:pt>
                <c:pt idx="7739">
                  <c:v>5.9359799999999998</c:v>
                </c:pt>
                <c:pt idx="7740">
                  <c:v>5.93628</c:v>
                </c:pt>
                <c:pt idx="7741">
                  <c:v>5.9365899999999998</c:v>
                </c:pt>
                <c:pt idx="7742">
                  <c:v>5.9368999999999996</c:v>
                </c:pt>
                <c:pt idx="7743">
                  <c:v>5.9371999999999998</c:v>
                </c:pt>
                <c:pt idx="7744">
                  <c:v>5.9375099999999996</c:v>
                </c:pt>
                <c:pt idx="7745">
                  <c:v>5.9378099999999998</c:v>
                </c:pt>
                <c:pt idx="7746">
                  <c:v>5.9381199999999996</c:v>
                </c:pt>
                <c:pt idx="7747">
                  <c:v>5.9384199999999998</c:v>
                </c:pt>
                <c:pt idx="7748">
                  <c:v>5.9387299999999996</c:v>
                </c:pt>
                <c:pt idx="7749">
                  <c:v>5.9390299999999998</c:v>
                </c:pt>
                <c:pt idx="7750">
                  <c:v>5.9393399999999996</c:v>
                </c:pt>
                <c:pt idx="7751">
                  <c:v>5.9396399999999998</c:v>
                </c:pt>
                <c:pt idx="7752">
                  <c:v>5.9399499999999996</c:v>
                </c:pt>
                <c:pt idx="7753">
                  <c:v>5.9402499999999998</c:v>
                </c:pt>
                <c:pt idx="7754">
                  <c:v>5.9405599999999996</c:v>
                </c:pt>
                <c:pt idx="7755">
                  <c:v>5.9408700000000003</c:v>
                </c:pt>
                <c:pt idx="7756">
                  <c:v>5.9411699999999996</c:v>
                </c:pt>
                <c:pt idx="7757">
                  <c:v>5.9414800000000003</c:v>
                </c:pt>
                <c:pt idx="7758">
                  <c:v>5.9417799999999996</c:v>
                </c:pt>
                <c:pt idx="7759">
                  <c:v>5.9420900000000003</c:v>
                </c:pt>
                <c:pt idx="7760">
                  <c:v>5.9423899999999996</c:v>
                </c:pt>
                <c:pt idx="7761">
                  <c:v>5.9427000000000003</c:v>
                </c:pt>
                <c:pt idx="7762">
                  <c:v>5.9429999999999996</c:v>
                </c:pt>
                <c:pt idx="7763">
                  <c:v>5.9433100000000003</c:v>
                </c:pt>
                <c:pt idx="7764">
                  <c:v>5.9436099999999996</c:v>
                </c:pt>
                <c:pt idx="7765">
                  <c:v>5.9439200000000003</c:v>
                </c:pt>
                <c:pt idx="7766">
                  <c:v>5.9442199999999996</c:v>
                </c:pt>
                <c:pt idx="7767">
                  <c:v>5.9445300000000003</c:v>
                </c:pt>
                <c:pt idx="7768">
                  <c:v>5.9448400000000001</c:v>
                </c:pt>
                <c:pt idx="7769">
                  <c:v>5.9451400000000003</c:v>
                </c:pt>
                <c:pt idx="7770">
                  <c:v>5.9454500000000001</c:v>
                </c:pt>
                <c:pt idx="7771">
                  <c:v>5.9457500000000003</c:v>
                </c:pt>
                <c:pt idx="7772">
                  <c:v>5.9460600000000001</c:v>
                </c:pt>
                <c:pt idx="7773">
                  <c:v>5.9463600000000003</c:v>
                </c:pt>
                <c:pt idx="7774">
                  <c:v>5.9466700000000001</c:v>
                </c:pt>
                <c:pt idx="7775">
                  <c:v>5.9469700000000003</c:v>
                </c:pt>
                <c:pt idx="7776">
                  <c:v>5.9472800000000001</c:v>
                </c:pt>
                <c:pt idx="7777">
                  <c:v>5.9475800000000003</c:v>
                </c:pt>
                <c:pt idx="7778">
                  <c:v>5.9478900000000001</c:v>
                </c:pt>
                <c:pt idx="7779">
                  <c:v>5.9481900000000003</c:v>
                </c:pt>
                <c:pt idx="7780">
                  <c:v>5.9485000000000001</c:v>
                </c:pt>
                <c:pt idx="7781">
                  <c:v>5.9488099999999999</c:v>
                </c:pt>
                <c:pt idx="7782">
                  <c:v>5.9491100000000001</c:v>
                </c:pt>
                <c:pt idx="7783">
                  <c:v>5.9494199999999999</c:v>
                </c:pt>
                <c:pt idx="7784">
                  <c:v>5.9497200000000001</c:v>
                </c:pt>
                <c:pt idx="7785">
                  <c:v>5.9500299999999999</c:v>
                </c:pt>
                <c:pt idx="7786">
                  <c:v>5.9503300000000001</c:v>
                </c:pt>
                <c:pt idx="7787">
                  <c:v>5.9506399999999999</c:v>
                </c:pt>
                <c:pt idx="7788">
                  <c:v>5.9509400000000001</c:v>
                </c:pt>
                <c:pt idx="7789">
                  <c:v>5.9512499999999999</c:v>
                </c:pt>
                <c:pt idx="7790">
                  <c:v>5.9515500000000001</c:v>
                </c:pt>
                <c:pt idx="7791">
                  <c:v>5.9518599999999999</c:v>
                </c:pt>
                <c:pt idx="7792">
                  <c:v>5.9521699999999997</c:v>
                </c:pt>
                <c:pt idx="7793">
                  <c:v>5.9524699999999999</c:v>
                </c:pt>
                <c:pt idx="7794">
                  <c:v>5.9527799999999997</c:v>
                </c:pt>
                <c:pt idx="7795">
                  <c:v>5.9530799999999999</c:v>
                </c:pt>
                <c:pt idx="7796">
                  <c:v>5.9533899999999997</c:v>
                </c:pt>
                <c:pt idx="7797">
                  <c:v>5.9536899999999999</c:v>
                </c:pt>
                <c:pt idx="7798">
                  <c:v>5.9539999999999997</c:v>
                </c:pt>
                <c:pt idx="7799">
                  <c:v>5.9542999999999999</c:v>
                </c:pt>
                <c:pt idx="7800">
                  <c:v>5.9546099999999997</c:v>
                </c:pt>
                <c:pt idx="7801">
                  <c:v>5.9549099999999999</c:v>
                </c:pt>
                <c:pt idx="7802">
                  <c:v>5.9552199999999997</c:v>
                </c:pt>
                <c:pt idx="7803">
                  <c:v>5.9555199999999999</c:v>
                </c:pt>
                <c:pt idx="7804">
                  <c:v>5.9558299999999997</c:v>
                </c:pt>
                <c:pt idx="7805">
                  <c:v>5.9561400000000004</c:v>
                </c:pt>
                <c:pt idx="7806">
                  <c:v>5.9564399999999997</c:v>
                </c:pt>
                <c:pt idx="7807">
                  <c:v>5.9567500000000004</c:v>
                </c:pt>
                <c:pt idx="7808">
                  <c:v>5.9570499999999997</c:v>
                </c:pt>
                <c:pt idx="7809">
                  <c:v>5.9573600000000004</c:v>
                </c:pt>
                <c:pt idx="7810">
                  <c:v>5.9576599999999997</c:v>
                </c:pt>
                <c:pt idx="7811">
                  <c:v>5.9579700000000004</c:v>
                </c:pt>
                <c:pt idx="7812">
                  <c:v>5.9582699999999997</c:v>
                </c:pt>
                <c:pt idx="7813">
                  <c:v>5.9585800000000004</c:v>
                </c:pt>
                <c:pt idx="7814">
                  <c:v>5.9588799999999997</c:v>
                </c:pt>
                <c:pt idx="7815">
                  <c:v>5.9591900000000004</c:v>
                </c:pt>
                <c:pt idx="7816">
                  <c:v>5.9594899999999997</c:v>
                </c:pt>
                <c:pt idx="7817">
                  <c:v>5.9598000000000004</c:v>
                </c:pt>
                <c:pt idx="7818">
                  <c:v>5.9601100000000002</c:v>
                </c:pt>
                <c:pt idx="7819">
                  <c:v>5.9604100000000004</c:v>
                </c:pt>
                <c:pt idx="7820">
                  <c:v>5.9607200000000002</c:v>
                </c:pt>
                <c:pt idx="7821">
                  <c:v>5.9610200000000004</c:v>
                </c:pt>
                <c:pt idx="7822">
                  <c:v>5.9613300000000002</c:v>
                </c:pt>
                <c:pt idx="7823">
                  <c:v>5.9616300000000004</c:v>
                </c:pt>
                <c:pt idx="7824">
                  <c:v>5.9619400000000002</c:v>
                </c:pt>
                <c:pt idx="7825">
                  <c:v>5.9622400000000004</c:v>
                </c:pt>
                <c:pt idx="7826">
                  <c:v>5.9625500000000002</c:v>
                </c:pt>
                <c:pt idx="7827">
                  <c:v>5.9628500000000004</c:v>
                </c:pt>
                <c:pt idx="7828">
                  <c:v>5.9631600000000002</c:v>
                </c:pt>
                <c:pt idx="7829">
                  <c:v>5.9634600000000004</c:v>
                </c:pt>
                <c:pt idx="7830">
                  <c:v>5.9637700000000002</c:v>
                </c:pt>
                <c:pt idx="7831">
                  <c:v>5.96408</c:v>
                </c:pt>
                <c:pt idx="7832">
                  <c:v>5.9643800000000002</c:v>
                </c:pt>
                <c:pt idx="7833">
                  <c:v>5.96469</c:v>
                </c:pt>
                <c:pt idx="7834">
                  <c:v>5.9649900000000002</c:v>
                </c:pt>
                <c:pt idx="7835">
                  <c:v>5.9653</c:v>
                </c:pt>
                <c:pt idx="7836">
                  <c:v>5.9656000000000002</c:v>
                </c:pt>
                <c:pt idx="7837">
                  <c:v>5.96591</c:v>
                </c:pt>
                <c:pt idx="7838">
                  <c:v>5.9662100000000002</c:v>
                </c:pt>
                <c:pt idx="7839">
                  <c:v>5.96652</c:v>
                </c:pt>
                <c:pt idx="7840">
                  <c:v>5.9668200000000002</c:v>
                </c:pt>
                <c:pt idx="7841">
                  <c:v>5.96713</c:v>
                </c:pt>
                <c:pt idx="7842">
                  <c:v>5.9674300000000002</c:v>
                </c:pt>
                <c:pt idx="7843">
                  <c:v>5.96774</c:v>
                </c:pt>
                <c:pt idx="7844">
                  <c:v>5.9680499999999999</c:v>
                </c:pt>
                <c:pt idx="7845">
                  <c:v>5.96835</c:v>
                </c:pt>
                <c:pt idx="7846">
                  <c:v>5.9686599999999999</c:v>
                </c:pt>
                <c:pt idx="7847">
                  <c:v>5.96896</c:v>
                </c:pt>
                <c:pt idx="7848">
                  <c:v>5.9692699999999999</c:v>
                </c:pt>
                <c:pt idx="7849">
                  <c:v>5.96957</c:v>
                </c:pt>
                <c:pt idx="7850">
                  <c:v>5.9698799999999999</c:v>
                </c:pt>
                <c:pt idx="7851">
                  <c:v>5.97018</c:v>
                </c:pt>
                <c:pt idx="7852">
                  <c:v>5.9704899999999999</c:v>
                </c:pt>
                <c:pt idx="7853">
                  <c:v>5.97079</c:v>
                </c:pt>
                <c:pt idx="7854">
                  <c:v>5.9710999999999999</c:v>
                </c:pt>
                <c:pt idx="7855">
                  <c:v>5.9714099999999997</c:v>
                </c:pt>
                <c:pt idx="7856">
                  <c:v>5.9717099999999999</c:v>
                </c:pt>
                <c:pt idx="7857">
                  <c:v>5.9720199999999997</c:v>
                </c:pt>
                <c:pt idx="7858">
                  <c:v>5.9723199999999999</c:v>
                </c:pt>
                <c:pt idx="7859">
                  <c:v>5.9726299999999997</c:v>
                </c:pt>
                <c:pt idx="7860">
                  <c:v>5.9729299999999999</c:v>
                </c:pt>
                <c:pt idx="7861">
                  <c:v>5.9732399999999997</c:v>
                </c:pt>
                <c:pt idx="7862">
                  <c:v>5.9735399999999998</c:v>
                </c:pt>
                <c:pt idx="7863">
                  <c:v>5.9738499999999997</c:v>
                </c:pt>
                <c:pt idx="7864">
                  <c:v>5.9741499999999998</c:v>
                </c:pt>
                <c:pt idx="7865">
                  <c:v>5.9744599999999997</c:v>
                </c:pt>
                <c:pt idx="7866">
                  <c:v>5.9747599999999998</c:v>
                </c:pt>
                <c:pt idx="7867">
                  <c:v>5.9750699999999997</c:v>
                </c:pt>
                <c:pt idx="7868">
                  <c:v>5.9753800000000004</c:v>
                </c:pt>
                <c:pt idx="7869">
                  <c:v>5.9756799999999997</c:v>
                </c:pt>
                <c:pt idx="7870">
                  <c:v>5.9759900000000004</c:v>
                </c:pt>
                <c:pt idx="7871">
                  <c:v>5.9762899999999997</c:v>
                </c:pt>
                <c:pt idx="7872">
                  <c:v>5.9766000000000004</c:v>
                </c:pt>
                <c:pt idx="7873">
                  <c:v>5.9768999999999997</c:v>
                </c:pt>
                <c:pt idx="7874">
                  <c:v>5.9772100000000004</c:v>
                </c:pt>
                <c:pt idx="7875">
                  <c:v>5.9775099999999997</c:v>
                </c:pt>
                <c:pt idx="7876">
                  <c:v>5.9778200000000004</c:v>
                </c:pt>
                <c:pt idx="7877">
                  <c:v>5.9781199999999997</c:v>
                </c:pt>
                <c:pt idx="7878">
                  <c:v>5.9784300000000004</c:v>
                </c:pt>
                <c:pt idx="7879">
                  <c:v>5.9787299999999997</c:v>
                </c:pt>
                <c:pt idx="7880">
                  <c:v>5.9790400000000004</c:v>
                </c:pt>
                <c:pt idx="7881">
                  <c:v>5.9793500000000002</c:v>
                </c:pt>
                <c:pt idx="7882">
                  <c:v>5.9796500000000004</c:v>
                </c:pt>
                <c:pt idx="7883">
                  <c:v>5.9799600000000002</c:v>
                </c:pt>
                <c:pt idx="7884">
                  <c:v>5.9802600000000004</c:v>
                </c:pt>
                <c:pt idx="7885">
                  <c:v>5.9805700000000002</c:v>
                </c:pt>
                <c:pt idx="7886">
                  <c:v>5.9808700000000004</c:v>
                </c:pt>
                <c:pt idx="7887">
                  <c:v>5.9811800000000002</c:v>
                </c:pt>
                <c:pt idx="7888">
                  <c:v>5.9814800000000004</c:v>
                </c:pt>
                <c:pt idx="7889">
                  <c:v>5.9817900000000002</c:v>
                </c:pt>
                <c:pt idx="7890">
                  <c:v>5.9820900000000004</c:v>
                </c:pt>
                <c:pt idx="7891">
                  <c:v>5.9824000000000002</c:v>
                </c:pt>
                <c:pt idx="7892">
                  <c:v>5.9827000000000004</c:v>
                </c:pt>
                <c:pt idx="7893">
                  <c:v>5.9830100000000002</c:v>
                </c:pt>
                <c:pt idx="7894">
                  <c:v>5.98332</c:v>
                </c:pt>
                <c:pt idx="7895">
                  <c:v>5.9836200000000002</c:v>
                </c:pt>
                <c:pt idx="7896">
                  <c:v>5.98393</c:v>
                </c:pt>
                <c:pt idx="7897">
                  <c:v>5.9842300000000002</c:v>
                </c:pt>
                <c:pt idx="7898">
                  <c:v>5.98454</c:v>
                </c:pt>
                <c:pt idx="7899">
                  <c:v>5.9848400000000002</c:v>
                </c:pt>
                <c:pt idx="7900">
                  <c:v>5.98515</c:v>
                </c:pt>
                <c:pt idx="7901">
                  <c:v>5.9854500000000002</c:v>
                </c:pt>
                <c:pt idx="7902">
                  <c:v>5.98576</c:v>
                </c:pt>
                <c:pt idx="7903">
                  <c:v>5.9860600000000002</c:v>
                </c:pt>
                <c:pt idx="7904">
                  <c:v>5.98637</c:v>
                </c:pt>
                <c:pt idx="7905">
                  <c:v>5.9866700000000002</c:v>
                </c:pt>
                <c:pt idx="7906">
                  <c:v>5.98698</c:v>
                </c:pt>
                <c:pt idx="7907">
                  <c:v>5.9872899999999998</c:v>
                </c:pt>
                <c:pt idx="7908">
                  <c:v>5.98759</c:v>
                </c:pt>
                <c:pt idx="7909">
                  <c:v>5.9878999999999998</c:v>
                </c:pt>
                <c:pt idx="7910">
                  <c:v>5.9882</c:v>
                </c:pt>
                <c:pt idx="7911">
                  <c:v>5.9885099999999998</c:v>
                </c:pt>
                <c:pt idx="7912">
                  <c:v>5.98881</c:v>
                </c:pt>
                <c:pt idx="7913">
                  <c:v>5.9891199999999998</c:v>
                </c:pt>
                <c:pt idx="7914">
                  <c:v>5.98942</c:v>
                </c:pt>
                <c:pt idx="7915">
                  <c:v>5.9897299999999998</c:v>
                </c:pt>
                <c:pt idx="7916">
                  <c:v>5.99003</c:v>
                </c:pt>
                <c:pt idx="7917">
                  <c:v>5.9903399999999998</c:v>
                </c:pt>
                <c:pt idx="7918">
                  <c:v>5.9906499999999996</c:v>
                </c:pt>
                <c:pt idx="7919">
                  <c:v>5.9909499999999998</c:v>
                </c:pt>
                <c:pt idx="7920">
                  <c:v>5.9912599999999996</c:v>
                </c:pt>
                <c:pt idx="7921">
                  <c:v>5.9915599999999998</c:v>
                </c:pt>
                <c:pt idx="7922">
                  <c:v>5.9918699999999996</c:v>
                </c:pt>
                <c:pt idx="7923">
                  <c:v>5.9921699999999998</c:v>
                </c:pt>
                <c:pt idx="7924">
                  <c:v>5.9924799999999996</c:v>
                </c:pt>
                <c:pt idx="7925">
                  <c:v>5.9927799999999998</c:v>
                </c:pt>
                <c:pt idx="7926">
                  <c:v>5.9930899999999996</c:v>
                </c:pt>
                <c:pt idx="7927">
                  <c:v>5.9933899999999998</c:v>
                </c:pt>
                <c:pt idx="7928">
                  <c:v>5.9936999999999996</c:v>
                </c:pt>
                <c:pt idx="7929">
                  <c:v>5.9939999999999998</c:v>
                </c:pt>
                <c:pt idx="7930">
                  <c:v>5.9943099999999996</c:v>
                </c:pt>
                <c:pt idx="7931">
                  <c:v>5.9946200000000003</c:v>
                </c:pt>
                <c:pt idx="7932">
                  <c:v>5.9949199999999996</c:v>
                </c:pt>
                <c:pt idx="7933">
                  <c:v>5.9952300000000003</c:v>
                </c:pt>
                <c:pt idx="7934">
                  <c:v>5.9955299999999996</c:v>
                </c:pt>
                <c:pt idx="7935">
                  <c:v>5.9958400000000003</c:v>
                </c:pt>
                <c:pt idx="7936">
                  <c:v>5.9961399999999996</c:v>
                </c:pt>
                <c:pt idx="7937">
                  <c:v>5.9964500000000003</c:v>
                </c:pt>
                <c:pt idx="7938">
                  <c:v>5.9967499999999996</c:v>
                </c:pt>
                <c:pt idx="7939">
                  <c:v>5.9970600000000003</c:v>
                </c:pt>
                <c:pt idx="7940">
                  <c:v>5.9973599999999996</c:v>
                </c:pt>
                <c:pt idx="7941">
                  <c:v>5.9976700000000003</c:v>
                </c:pt>
                <c:pt idx="7942">
                  <c:v>5.9979699999999996</c:v>
                </c:pt>
                <c:pt idx="7943">
                  <c:v>5.9982800000000003</c:v>
                </c:pt>
                <c:pt idx="7944">
                  <c:v>5.9985900000000001</c:v>
                </c:pt>
                <c:pt idx="7945">
                  <c:v>5.9988900000000003</c:v>
                </c:pt>
                <c:pt idx="7946">
                  <c:v>5.9992000000000001</c:v>
                </c:pt>
                <c:pt idx="7947">
                  <c:v>5.9995000000000003</c:v>
                </c:pt>
                <c:pt idx="7948">
                  <c:v>5.9998100000000001</c:v>
                </c:pt>
                <c:pt idx="7949">
                  <c:v>6.0001100000000003</c:v>
                </c:pt>
                <c:pt idx="7950">
                  <c:v>6.0004200000000001</c:v>
                </c:pt>
                <c:pt idx="7951">
                  <c:v>6.0007200000000003</c:v>
                </c:pt>
                <c:pt idx="7952">
                  <c:v>6.0010300000000001</c:v>
                </c:pt>
                <c:pt idx="7953">
                  <c:v>6.0013300000000003</c:v>
                </c:pt>
                <c:pt idx="7954">
                  <c:v>6.0016400000000001</c:v>
                </c:pt>
                <c:pt idx="7955">
                  <c:v>6.0019400000000003</c:v>
                </c:pt>
                <c:pt idx="7956">
                  <c:v>6.0022500000000001</c:v>
                </c:pt>
                <c:pt idx="7957">
                  <c:v>6.0025599999999999</c:v>
                </c:pt>
                <c:pt idx="7958">
                  <c:v>6.0028600000000001</c:v>
                </c:pt>
                <c:pt idx="7959">
                  <c:v>6.0031699999999999</c:v>
                </c:pt>
                <c:pt idx="7960">
                  <c:v>6.0034700000000001</c:v>
                </c:pt>
                <c:pt idx="7961">
                  <c:v>6.0037799999999999</c:v>
                </c:pt>
                <c:pt idx="7962">
                  <c:v>6.0040800000000001</c:v>
                </c:pt>
                <c:pt idx="7963">
                  <c:v>6.0043899999999999</c:v>
                </c:pt>
                <c:pt idx="7964">
                  <c:v>6.0046900000000001</c:v>
                </c:pt>
                <c:pt idx="7965">
                  <c:v>6.0049999999999999</c:v>
                </c:pt>
                <c:pt idx="7966">
                  <c:v>6.0053000000000001</c:v>
                </c:pt>
                <c:pt idx="7967">
                  <c:v>6.0056099999999999</c:v>
                </c:pt>
                <c:pt idx="7968">
                  <c:v>6.0059199999999997</c:v>
                </c:pt>
                <c:pt idx="7969">
                  <c:v>6.0062199999999999</c:v>
                </c:pt>
                <c:pt idx="7970">
                  <c:v>6.0065299999999997</c:v>
                </c:pt>
                <c:pt idx="7971">
                  <c:v>6.0068299999999999</c:v>
                </c:pt>
                <c:pt idx="7972">
                  <c:v>6.0071399999999997</c:v>
                </c:pt>
                <c:pt idx="7973">
                  <c:v>6.0074399999999999</c:v>
                </c:pt>
                <c:pt idx="7974">
                  <c:v>6.0077499999999997</c:v>
                </c:pt>
                <c:pt idx="7975">
                  <c:v>6.0080499999999999</c:v>
                </c:pt>
                <c:pt idx="7976">
                  <c:v>6.0083599999999997</c:v>
                </c:pt>
                <c:pt idx="7977">
                  <c:v>6.0086599999999999</c:v>
                </c:pt>
                <c:pt idx="7978">
                  <c:v>6.0089699999999997</c:v>
                </c:pt>
                <c:pt idx="7979">
                  <c:v>6.0092699999999999</c:v>
                </c:pt>
                <c:pt idx="7980">
                  <c:v>6.0095799999999997</c:v>
                </c:pt>
                <c:pt idx="7981">
                  <c:v>6.0098900000000004</c:v>
                </c:pt>
                <c:pt idx="7982">
                  <c:v>6.0101899999999997</c:v>
                </c:pt>
                <c:pt idx="7983">
                  <c:v>6.0105000000000004</c:v>
                </c:pt>
                <c:pt idx="7984">
                  <c:v>6.0107999999999997</c:v>
                </c:pt>
                <c:pt idx="7985">
                  <c:v>6.0111100000000004</c:v>
                </c:pt>
                <c:pt idx="7986">
                  <c:v>6.0114099999999997</c:v>
                </c:pt>
                <c:pt idx="7987">
                  <c:v>6.0117200000000004</c:v>
                </c:pt>
                <c:pt idx="7988">
                  <c:v>6.0120199999999997</c:v>
                </c:pt>
                <c:pt idx="7989">
                  <c:v>6.0123300000000004</c:v>
                </c:pt>
                <c:pt idx="7990">
                  <c:v>6.0126299999999997</c:v>
                </c:pt>
                <c:pt idx="7991">
                  <c:v>6.0129400000000004</c:v>
                </c:pt>
                <c:pt idx="7992">
                  <c:v>6.0132399999999997</c:v>
                </c:pt>
                <c:pt idx="7993">
                  <c:v>6.0135500000000004</c:v>
                </c:pt>
                <c:pt idx="7994">
                  <c:v>6.0138600000000002</c:v>
                </c:pt>
                <c:pt idx="7995">
                  <c:v>6.0141600000000004</c:v>
                </c:pt>
                <c:pt idx="7996">
                  <c:v>6.0144700000000002</c:v>
                </c:pt>
                <c:pt idx="7997">
                  <c:v>6.0147700000000004</c:v>
                </c:pt>
                <c:pt idx="7998">
                  <c:v>6.0150800000000002</c:v>
                </c:pt>
                <c:pt idx="7999">
                  <c:v>6.0153800000000004</c:v>
                </c:pt>
                <c:pt idx="8000">
                  <c:v>6.0156900000000002</c:v>
                </c:pt>
                <c:pt idx="8001">
                  <c:v>6.0159900000000004</c:v>
                </c:pt>
                <c:pt idx="8002">
                  <c:v>6.0163000000000002</c:v>
                </c:pt>
                <c:pt idx="8003">
                  <c:v>6.0166000000000004</c:v>
                </c:pt>
                <c:pt idx="8004">
                  <c:v>6.0169100000000002</c:v>
                </c:pt>
                <c:pt idx="8005">
                  <c:v>6.0172100000000004</c:v>
                </c:pt>
                <c:pt idx="8006">
                  <c:v>6.0175200000000002</c:v>
                </c:pt>
                <c:pt idx="8007">
                  <c:v>6.01783</c:v>
                </c:pt>
                <c:pt idx="8008">
                  <c:v>6.0181300000000002</c:v>
                </c:pt>
                <c:pt idx="8009">
                  <c:v>6.01844</c:v>
                </c:pt>
                <c:pt idx="8010">
                  <c:v>6.0187400000000002</c:v>
                </c:pt>
                <c:pt idx="8011">
                  <c:v>6.01905</c:v>
                </c:pt>
                <c:pt idx="8012">
                  <c:v>6.0193500000000002</c:v>
                </c:pt>
                <c:pt idx="8013">
                  <c:v>6.01966</c:v>
                </c:pt>
                <c:pt idx="8014">
                  <c:v>6.0199600000000002</c:v>
                </c:pt>
                <c:pt idx="8015">
                  <c:v>6.02027</c:v>
                </c:pt>
                <c:pt idx="8016">
                  <c:v>6.0205700000000002</c:v>
                </c:pt>
                <c:pt idx="8017">
                  <c:v>6.02088</c:v>
                </c:pt>
                <c:pt idx="8018">
                  <c:v>6.0211800000000002</c:v>
                </c:pt>
                <c:pt idx="8019">
                  <c:v>6.02149</c:v>
                </c:pt>
                <c:pt idx="8020">
                  <c:v>6.0217999999999998</c:v>
                </c:pt>
                <c:pt idx="8021">
                  <c:v>6.0221</c:v>
                </c:pt>
                <c:pt idx="8022">
                  <c:v>6.0224099999999998</c:v>
                </c:pt>
                <c:pt idx="8023">
                  <c:v>6.02271</c:v>
                </c:pt>
                <c:pt idx="8024">
                  <c:v>6.0230199999999998</c:v>
                </c:pt>
                <c:pt idx="8025">
                  <c:v>6.02332</c:v>
                </c:pt>
                <c:pt idx="8026">
                  <c:v>6.0236299999999998</c:v>
                </c:pt>
                <c:pt idx="8027">
                  <c:v>6.02393</c:v>
                </c:pt>
                <c:pt idx="8028">
                  <c:v>6.0242399999999998</c:v>
                </c:pt>
                <c:pt idx="8029">
                  <c:v>6.02454</c:v>
                </c:pt>
                <c:pt idx="8030">
                  <c:v>6.0248499999999998</c:v>
                </c:pt>
                <c:pt idx="8031">
                  <c:v>6.0251599999999996</c:v>
                </c:pt>
                <c:pt idx="8032">
                  <c:v>6.0254599999999998</c:v>
                </c:pt>
                <c:pt idx="8033">
                  <c:v>6.0257699999999996</c:v>
                </c:pt>
                <c:pt idx="8034">
                  <c:v>6.0260699999999998</c:v>
                </c:pt>
                <c:pt idx="8035">
                  <c:v>6.0263799999999996</c:v>
                </c:pt>
                <c:pt idx="8036">
                  <c:v>6.0266799999999998</c:v>
                </c:pt>
                <c:pt idx="8037">
                  <c:v>6.0269899999999996</c:v>
                </c:pt>
                <c:pt idx="8038">
                  <c:v>6.0272899999999998</c:v>
                </c:pt>
                <c:pt idx="8039">
                  <c:v>6.0275999999999996</c:v>
                </c:pt>
                <c:pt idx="8040">
                  <c:v>6.0278999999999998</c:v>
                </c:pt>
                <c:pt idx="8041">
                  <c:v>6.0282099999999996</c:v>
                </c:pt>
                <c:pt idx="8042">
                  <c:v>6.0285099999999998</c:v>
                </c:pt>
                <c:pt idx="8043">
                  <c:v>6.0288199999999996</c:v>
                </c:pt>
                <c:pt idx="8044">
                  <c:v>6.0291300000000003</c:v>
                </c:pt>
                <c:pt idx="8045">
                  <c:v>6.0294299999999996</c:v>
                </c:pt>
                <c:pt idx="8046">
                  <c:v>6.0297400000000003</c:v>
                </c:pt>
                <c:pt idx="8047">
                  <c:v>6.0300399999999996</c:v>
                </c:pt>
                <c:pt idx="8048">
                  <c:v>6.0303500000000003</c:v>
                </c:pt>
                <c:pt idx="8049">
                  <c:v>6.0306499999999996</c:v>
                </c:pt>
                <c:pt idx="8050">
                  <c:v>6.0309600000000003</c:v>
                </c:pt>
                <c:pt idx="8051">
                  <c:v>6.0312599999999996</c:v>
                </c:pt>
                <c:pt idx="8052">
                  <c:v>6.0315700000000003</c:v>
                </c:pt>
                <c:pt idx="8053">
                  <c:v>6.0318699999999996</c:v>
                </c:pt>
                <c:pt idx="8054">
                  <c:v>6.0321800000000003</c:v>
                </c:pt>
                <c:pt idx="8055">
                  <c:v>6.0324799999999996</c:v>
                </c:pt>
                <c:pt idx="8056">
                  <c:v>6.0327900000000003</c:v>
                </c:pt>
                <c:pt idx="8057">
                  <c:v>6.0331000000000001</c:v>
                </c:pt>
                <c:pt idx="8058">
                  <c:v>6.0334000000000003</c:v>
                </c:pt>
                <c:pt idx="8059">
                  <c:v>6.0337100000000001</c:v>
                </c:pt>
                <c:pt idx="8060">
                  <c:v>6.0340100000000003</c:v>
                </c:pt>
                <c:pt idx="8061">
                  <c:v>6.0343200000000001</c:v>
                </c:pt>
                <c:pt idx="8062">
                  <c:v>6.0346200000000003</c:v>
                </c:pt>
                <c:pt idx="8063">
                  <c:v>6.0349300000000001</c:v>
                </c:pt>
                <c:pt idx="8064">
                  <c:v>6.0352300000000003</c:v>
                </c:pt>
                <c:pt idx="8065">
                  <c:v>6.0355400000000001</c:v>
                </c:pt>
                <c:pt idx="8066">
                  <c:v>6.0358400000000003</c:v>
                </c:pt>
                <c:pt idx="8067">
                  <c:v>6.0361500000000001</c:v>
                </c:pt>
                <c:pt idx="8068">
                  <c:v>6.0364500000000003</c:v>
                </c:pt>
                <c:pt idx="8069">
                  <c:v>6.0367600000000001</c:v>
                </c:pt>
                <c:pt idx="8070">
                  <c:v>6.0370699999999999</c:v>
                </c:pt>
                <c:pt idx="8071">
                  <c:v>6.0373700000000001</c:v>
                </c:pt>
                <c:pt idx="8072">
                  <c:v>6.0376799999999999</c:v>
                </c:pt>
                <c:pt idx="8073">
                  <c:v>6.0379800000000001</c:v>
                </c:pt>
                <c:pt idx="8074">
                  <c:v>6.0382899999999999</c:v>
                </c:pt>
                <c:pt idx="8075">
                  <c:v>6.0385900000000001</c:v>
                </c:pt>
                <c:pt idx="8076">
                  <c:v>6.0388999999999999</c:v>
                </c:pt>
                <c:pt idx="8077">
                  <c:v>6.0392000000000001</c:v>
                </c:pt>
                <c:pt idx="8078">
                  <c:v>6.0395099999999999</c:v>
                </c:pt>
                <c:pt idx="8079">
                  <c:v>6.0398100000000001</c:v>
                </c:pt>
                <c:pt idx="8080">
                  <c:v>6.0401199999999999</c:v>
                </c:pt>
                <c:pt idx="8081">
                  <c:v>6.0404200000000001</c:v>
                </c:pt>
                <c:pt idx="8082">
                  <c:v>6.0407299999999999</c:v>
                </c:pt>
                <c:pt idx="8083">
                  <c:v>6.0410399999999997</c:v>
                </c:pt>
                <c:pt idx="8084">
                  <c:v>6.0413399999999999</c:v>
                </c:pt>
                <c:pt idx="8085">
                  <c:v>6.0416499999999997</c:v>
                </c:pt>
                <c:pt idx="8086">
                  <c:v>6.0419499999999999</c:v>
                </c:pt>
                <c:pt idx="8087">
                  <c:v>6.0422599999999997</c:v>
                </c:pt>
                <c:pt idx="8088">
                  <c:v>6.0425599999999999</c:v>
                </c:pt>
                <c:pt idx="8089">
                  <c:v>6.0428699999999997</c:v>
                </c:pt>
                <c:pt idx="8090">
                  <c:v>6.0431699999999999</c:v>
                </c:pt>
                <c:pt idx="8091">
                  <c:v>6.0434799999999997</c:v>
                </c:pt>
                <c:pt idx="8092">
                  <c:v>6.0437799999999999</c:v>
                </c:pt>
                <c:pt idx="8093">
                  <c:v>6.0440899999999997</c:v>
                </c:pt>
                <c:pt idx="8094">
                  <c:v>6.0444000000000004</c:v>
                </c:pt>
                <c:pt idx="8095">
                  <c:v>6.0446999999999997</c:v>
                </c:pt>
                <c:pt idx="8096">
                  <c:v>6.0450100000000004</c:v>
                </c:pt>
                <c:pt idx="8097">
                  <c:v>6.0453099999999997</c:v>
                </c:pt>
                <c:pt idx="8098">
                  <c:v>6.0456200000000004</c:v>
                </c:pt>
                <c:pt idx="8099">
                  <c:v>6.0459199999999997</c:v>
                </c:pt>
                <c:pt idx="8100">
                  <c:v>6.0462300000000004</c:v>
                </c:pt>
                <c:pt idx="8101">
                  <c:v>6.0465299999999997</c:v>
                </c:pt>
                <c:pt idx="8102">
                  <c:v>6.0468400000000004</c:v>
                </c:pt>
                <c:pt idx="8103">
                  <c:v>6.0471399999999997</c:v>
                </c:pt>
                <c:pt idx="8104">
                  <c:v>6.0474500000000004</c:v>
                </c:pt>
                <c:pt idx="8105">
                  <c:v>6.0477499999999997</c:v>
                </c:pt>
                <c:pt idx="8106">
                  <c:v>6.0480600000000004</c:v>
                </c:pt>
                <c:pt idx="8107">
                  <c:v>6.0483700000000002</c:v>
                </c:pt>
                <c:pt idx="8108">
                  <c:v>6.0486700000000004</c:v>
                </c:pt>
                <c:pt idx="8109">
                  <c:v>6.0489800000000002</c:v>
                </c:pt>
                <c:pt idx="8110">
                  <c:v>6.0492800000000004</c:v>
                </c:pt>
                <c:pt idx="8111">
                  <c:v>6.0495900000000002</c:v>
                </c:pt>
                <c:pt idx="8112">
                  <c:v>6.0498900000000004</c:v>
                </c:pt>
                <c:pt idx="8113">
                  <c:v>6.0502000000000002</c:v>
                </c:pt>
                <c:pt idx="8114">
                  <c:v>6.0505000000000004</c:v>
                </c:pt>
                <c:pt idx="8115">
                  <c:v>6.0508100000000002</c:v>
                </c:pt>
                <c:pt idx="8116">
                  <c:v>6.0511100000000004</c:v>
                </c:pt>
                <c:pt idx="8117">
                  <c:v>6.0514200000000002</c:v>
                </c:pt>
                <c:pt idx="8118">
                  <c:v>6.0517200000000004</c:v>
                </c:pt>
                <c:pt idx="8119">
                  <c:v>6.0520300000000002</c:v>
                </c:pt>
                <c:pt idx="8120">
                  <c:v>6.0523400000000001</c:v>
                </c:pt>
                <c:pt idx="8121">
                  <c:v>6.0526400000000002</c:v>
                </c:pt>
                <c:pt idx="8122">
                  <c:v>6.0529500000000001</c:v>
                </c:pt>
                <c:pt idx="8123">
                  <c:v>6.0532500000000002</c:v>
                </c:pt>
                <c:pt idx="8124">
                  <c:v>6.0535600000000001</c:v>
                </c:pt>
                <c:pt idx="8125">
                  <c:v>6.0538600000000002</c:v>
                </c:pt>
                <c:pt idx="8126">
                  <c:v>6.0541700000000001</c:v>
                </c:pt>
                <c:pt idx="8127">
                  <c:v>6.0544700000000002</c:v>
                </c:pt>
                <c:pt idx="8128">
                  <c:v>6.0547800000000001</c:v>
                </c:pt>
                <c:pt idx="8129">
                  <c:v>6.0550800000000002</c:v>
                </c:pt>
                <c:pt idx="8130">
                  <c:v>6.0553900000000001</c:v>
                </c:pt>
                <c:pt idx="8131">
                  <c:v>6.0556900000000002</c:v>
                </c:pt>
                <c:pt idx="8132">
                  <c:v>6.056</c:v>
                </c:pt>
                <c:pt idx="8133">
                  <c:v>6.0563099999999999</c:v>
                </c:pt>
                <c:pt idx="8134">
                  <c:v>6.05661</c:v>
                </c:pt>
                <c:pt idx="8135">
                  <c:v>6.0569199999999999</c:v>
                </c:pt>
                <c:pt idx="8136">
                  <c:v>6.05722</c:v>
                </c:pt>
                <c:pt idx="8137">
                  <c:v>6.0575299999999999</c:v>
                </c:pt>
                <c:pt idx="8138">
                  <c:v>6.05783</c:v>
                </c:pt>
                <c:pt idx="8139">
                  <c:v>6.0581399999999999</c:v>
                </c:pt>
                <c:pt idx="8140">
                  <c:v>6.05844</c:v>
                </c:pt>
                <c:pt idx="8141">
                  <c:v>6.0587499999999999</c:v>
                </c:pt>
                <c:pt idx="8142">
                  <c:v>6.05905</c:v>
                </c:pt>
                <c:pt idx="8143">
                  <c:v>6.0593599999999999</c:v>
                </c:pt>
                <c:pt idx="8144">
                  <c:v>6.0596699999999997</c:v>
                </c:pt>
                <c:pt idx="8145">
                  <c:v>6.0599699999999999</c:v>
                </c:pt>
                <c:pt idx="8146">
                  <c:v>6.0602799999999997</c:v>
                </c:pt>
                <c:pt idx="8147">
                  <c:v>6.0605799999999999</c:v>
                </c:pt>
                <c:pt idx="8148">
                  <c:v>6.0608899999999997</c:v>
                </c:pt>
                <c:pt idx="8149">
                  <c:v>6.0611899999999999</c:v>
                </c:pt>
                <c:pt idx="8150">
                  <c:v>6.0614999999999997</c:v>
                </c:pt>
                <c:pt idx="8151">
                  <c:v>6.0617999999999999</c:v>
                </c:pt>
                <c:pt idx="8152">
                  <c:v>6.0621099999999997</c:v>
                </c:pt>
                <c:pt idx="8153">
                  <c:v>6.0624099999999999</c:v>
                </c:pt>
                <c:pt idx="8154">
                  <c:v>6.0627199999999997</c:v>
                </c:pt>
                <c:pt idx="8155">
                  <c:v>6.0630199999999999</c:v>
                </c:pt>
                <c:pt idx="8156">
                  <c:v>6.0633299999999997</c:v>
                </c:pt>
                <c:pt idx="8157">
                  <c:v>6.0636400000000004</c:v>
                </c:pt>
                <c:pt idx="8158">
                  <c:v>6.0639399999999997</c:v>
                </c:pt>
                <c:pt idx="8159">
                  <c:v>6.0642500000000004</c:v>
                </c:pt>
                <c:pt idx="8160">
                  <c:v>6.0645499999999997</c:v>
                </c:pt>
                <c:pt idx="8161">
                  <c:v>6.0648600000000004</c:v>
                </c:pt>
                <c:pt idx="8162">
                  <c:v>6.0651599999999997</c:v>
                </c:pt>
                <c:pt idx="8163">
                  <c:v>6.0654700000000004</c:v>
                </c:pt>
                <c:pt idx="8164">
                  <c:v>6.0657699999999997</c:v>
                </c:pt>
                <c:pt idx="8165">
                  <c:v>6.0660800000000004</c:v>
                </c:pt>
                <c:pt idx="8166">
                  <c:v>6.0663799999999997</c:v>
                </c:pt>
                <c:pt idx="8167">
                  <c:v>6.0666900000000004</c:v>
                </c:pt>
                <c:pt idx="8168">
                  <c:v>6.0669899999999997</c:v>
                </c:pt>
                <c:pt idx="8169">
                  <c:v>6.0673000000000004</c:v>
                </c:pt>
                <c:pt idx="8170">
                  <c:v>6.0676100000000002</c:v>
                </c:pt>
                <c:pt idx="8171">
                  <c:v>6.0679100000000004</c:v>
                </c:pt>
                <c:pt idx="8172">
                  <c:v>6.0682200000000002</c:v>
                </c:pt>
                <c:pt idx="8173">
                  <c:v>6.0685200000000004</c:v>
                </c:pt>
                <c:pt idx="8174">
                  <c:v>6.0688300000000002</c:v>
                </c:pt>
                <c:pt idx="8175">
                  <c:v>6.0691300000000004</c:v>
                </c:pt>
                <c:pt idx="8176">
                  <c:v>6.0694400000000002</c:v>
                </c:pt>
                <c:pt idx="8177">
                  <c:v>6.0697400000000004</c:v>
                </c:pt>
                <c:pt idx="8178">
                  <c:v>6.0700500000000002</c:v>
                </c:pt>
                <c:pt idx="8179">
                  <c:v>6.0703500000000004</c:v>
                </c:pt>
                <c:pt idx="8180">
                  <c:v>6.0706600000000002</c:v>
                </c:pt>
                <c:pt idx="8181">
                  <c:v>6.0709600000000004</c:v>
                </c:pt>
                <c:pt idx="8182">
                  <c:v>6.0712700000000002</c:v>
                </c:pt>
                <c:pt idx="8183">
                  <c:v>6.07158</c:v>
                </c:pt>
                <c:pt idx="8184">
                  <c:v>6.0718800000000002</c:v>
                </c:pt>
                <c:pt idx="8185">
                  <c:v>6.07219</c:v>
                </c:pt>
                <c:pt idx="8186">
                  <c:v>6.0724900000000002</c:v>
                </c:pt>
                <c:pt idx="8187">
                  <c:v>6.0728</c:v>
                </c:pt>
                <c:pt idx="8188">
                  <c:v>6.0731000000000002</c:v>
                </c:pt>
                <c:pt idx="8189">
                  <c:v>6.07341</c:v>
                </c:pt>
                <c:pt idx="8190">
                  <c:v>6.0737100000000002</c:v>
                </c:pt>
                <c:pt idx="8191">
                  <c:v>6.07402</c:v>
                </c:pt>
                <c:pt idx="8192">
                  <c:v>6.0743200000000002</c:v>
                </c:pt>
                <c:pt idx="8193">
                  <c:v>6.07463</c:v>
                </c:pt>
                <c:pt idx="8194">
                  <c:v>6.0749300000000002</c:v>
                </c:pt>
                <c:pt idx="8195">
                  <c:v>6.07524</c:v>
                </c:pt>
                <c:pt idx="8196">
                  <c:v>6.0755499999999998</c:v>
                </c:pt>
                <c:pt idx="8197">
                  <c:v>6.07585</c:v>
                </c:pt>
                <c:pt idx="8198">
                  <c:v>6.0761599999999998</c:v>
                </c:pt>
                <c:pt idx="8199">
                  <c:v>6.07646</c:v>
                </c:pt>
                <c:pt idx="8200">
                  <c:v>6.0767699999999998</c:v>
                </c:pt>
                <c:pt idx="8201">
                  <c:v>6.07707</c:v>
                </c:pt>
                <c:pt idx="8202">
                  <c:v>6.0773799999999998</c:v>
                </c:pt>
                <c:pt idx="8203">
                  <c:v>6.07768</c:v>
                </c:pt>
                <c:pt idx="8204">
                  <c:v>6.0779899999999998</c:v>
                </c:pt>
                <c:pt idx="8205">
                  <c:v>6.07829</c:v>
                </c:pt>
                <c:pt idx="8206">
                  <c:v>6.0785999999999998</c:v>
                </c:pt>
                <c:pt idx="8207">
                  <c:v>6.0789099999999996</c:v>
                </c:pt>
                <c:pt idx="8208">
                  <c:v>6.0792099999999998</c:v>
                </c:pt>
                <c:pt idx="8209">
                  <c:v>6.0795199999999996</c:v>
                </c:pt>
                <c:pt idx="8210">
                  <c:v>6.0798199999999998</c:v>
                </c:pt>
                <c:pt idx="8211">
                  <c:v>6.0801299999999996</c:v>
                </c:pt>
                <c:pt idx="8212">
                  <c:v>6.0804299999999998</c:v>
                </c:pt>
                <c:pt idx="8213">
                  <c:v>6.0807399999999996</c:v>
                </c:pt>
                <c:pt idx="8214">
                  <c:v>6.0810399999999998</c:v>
                </c:pt>
                <c:pt idx="8215">
                  <c:v>6.0813499999999996</c:v>
                </c:pt>
                <c:pt idx="8216">
                  <c:v>6.0816499999999998</c:v>
                </c:pt>
                <c:pt idx="8217">
                  <c:v>6.0819599999999996</c:v>
                </c:pt>
                <c:pt idx="8218">
                  <c:v>6.0822599999999998</c:v>
                </c:pt>
                <c:pt idx="8219">
                  <c:v>6.0825699999999996</c:v>
                </c:pt>
                <c:pt idx="8220">
                  <c:v>6.0828800000000003</c:v>
                </c:pt>
                <c:pt idx="8221">
                  <c:v>6.0831799999999996</c:v>
                </c:pt>
                <c:pt idx="8222">
                  <c:v>6.0834900000000003</c:v>
                </c:pt>
                <c:pt idx="8223">
                  <c:v>6.0837899999999996</c:v>
                </c:pt>
                <c:pt idx="8224">
                  <c:v>6.0841000000000003</c:v>
                </c:pt>
                <c:pt idx="8225">
                  <c:v>6.0843999999999996</c:v>
                </c:pt>
                <c:pt idx="8226">
                  <c:v>6.0847100000000003</c:v>
                </c:pt>
                <c:pt idx="8227">
                  <c:v>6.0850099999999996</c:v>
                </c:pt>
                <c:pt idx="8228">
                  <c:v>6.0853200000000003</c:v>
                </c:pt>
                <c:pt idx="8229">
                  <c:v>6.0856199999999996</c:v>
                </c:pt>
                <c:pt idx="8230">
                  <c:v>6.0859300000000003</c:v>
                </c:pt>
                <c:pt idx="8231">
                  <c:v>6.0862299999999996</c:v>
                </c:pt>
                <c:pt idx="8232">
                  <c:v>6.0865400000000003</c:v>
                </c:pt>
                <c:pt idx="8233">
                  <c:v>6.0868500000000001</c:v>
                </c:pt>
                <c:pt idx="8234">
                  <c:v>6.0871500000000003</c:v>
                </c:pt>
                <c:pt idx="8235">
                  <c:v>6.0874600000000001</c:v>
                </c:pt>
                <c:pt idx="8236">
                  <c:v>6.0877600000000003</c:v>
                </c:pt>
                <c:pt idx="8237">
                  <c:v>6.0880700000000001</c:v>
                </c:pt>
                <c:pt idx="8238">
                  <c:v>6.0883700000000003</c:v>
                </c:pt>
                <c:pt idx="8239">
                  <c:v>6.0886800000000001</c:v>
                </c:pt>
                <c:pt idx="8240">
                  <c:v>6.0889800000000003</c:v>
                </c:pt>
                <c:pt idx="8241">
                  <c:v>6.0892900000000001</c:v>
                </c:pt>
                <c:pt idx="8242">
                  <c:v>6.0895900000000003</c:v>
                </c:pt>
                <c:pt idx="8243">
                  <c:v>6.0899000000000001</c:v>
                </c:pt>
                <c:pt idx="8244">
                  <c:v>6.0902000000000003</c:v>
                </c:pt>
                <c:pt idx="8245">
                  <c:v>6.0905100000000001</c:v>
                </c:pt>
                <c:pt idx="8246">
                  <c:v>6.0908199999999999</c:v>
                </c:pt>
                <c:pt idx="8247">
                  <c:v>6.0911200000000001</c:v>
                </c:pt>
                <c:pt idx="8248">
                  <c:v>6.0914299999999999</c:v>
                </c:pt>
                <c:pt idx="8249">
                  <c:v>6.0917300000000001</c:v>
                </c:pt>
                <c:pt idx="8250">
                  <c:v>6.0920399999999999</c:v>
                </c:pt>
                <c:pt idx="8251">
                  <c:v>6.0923400000000001</c:v>
                </c:pt>
                <c:pt idx="8252">
                  <c:v>6.0926499999999999</c:v>
                </c:pt>
                <c:pt idx="8253">
                  <c:v>6.0929500000000001</c:v>
                </c:pt>
                <c:pt idx="8254">
                  <c:v>6.0932599999999999</c:v>
                </c:pt>
                <c:pt idx="8255">
                  <c:v>6.0935600000000001</c:v>
                </c:pt>
                <c:pt idx="8256">
                  <c:v>6.0938699999999999</c:v>
                </c:pt>
                <c:pt idx="8257">
                  <c:v>6.0941700000000001</c:v>
                </c:pt>
                <c:pt idx="8258">
                  <c:v>6.0944799999999999</c:v>
                </c:pt>
                <c:pt idx="8259">
                  <c:v>6.0947899999999997</c:v>
                </c:pt>
                <c:pt idx="8260">
                  <c:v>6.0950899999999999</c:v>
                </c:pt>
                <c:pt idx="8261">
                  <c:v>6.0953999999999997</c:v>
                </c:pt>
                <c:pt idx="8262">
                  <c:v>6.0956999999999999</c:v>
                </c:pt>
                <c:pt idx="8263">
                  <c:v>6.0960099999999997</c:v>
                </c:pt>
                <c:pt idx="8264">
                  <c:v>6.0963099999999999</c:v>
                </c:pt>
                <c:pt idx="8265">
                  <c:v>6.0966199999999997</c:v>
                </c:pt>
                <c:pt idx="8266">
                  <c:v>6.0969199999999999</c:v>
                </c:pt>
                <c:pt idx="8267">
                  <c:v>6.0972299999999997</c:v>
                </c:pt>
                <c:pt idx="8268">
                  <c:v>6.0975299999999999</c:v>
                </c:pt>
                <c:pt idx="8269">
                  <c:v>6.0978399999999997</c:v>
                </c:pt>
                <c:pt idx="8270">
                  <c:v>6.0981500000000004</c:v>
                </c:pt>
                <c:pt idx="8271">
                  <c:v>6.0984499999999997</c:v>
                </c:pt>
                <c:pt idx="8272">
                  <c:v>6.0987600000000004</c:v>
                </c:pt>
                <c:pt idx="8273">
                  <c:v>6.0990599999999997</c:v>
                </c:pt>
                <c:pt idx="8274">
                  <c:v>6.0993700000000004</c:v>
                </c:pt>
                <c:pt idx="8275">
                  <c:v>6.0996699999999997</c:v>
                </c:pt>
                <c:pt idx="8276">
                  <c:v>6.0999800000000004</c:v>
                </c:pt>
                <c:pt idx="8277">
                  <c:v>6.1002799999999997</c:v>
                </c:pt>
                <c:pt idx="8278">
                  <c:v>6.1005900000000004</c:v>
                </c:pt>
                <c:pt idx="8279">
                  <c:v>6.1008899999999997</c:v>
                </c:pt>
                <c:pt idx="8280">
                  <c:v>6.1012000000000004</c:v>
                </c:pt>
                <c:pt idx="8281">
                  <c:v>6.1014999999999997</c:v>
                </c:pt>
                <c:pt idx="8282">
                  <c:v>6.1018100000000004</c:v>
                </c:pt>
                <c:pt idx="8283">
                  <c:v>6.1021200000000002</c:v>
                </c:pt>
                <c:pt idx="8284">
                  <c:v>6.1024200000000004</c:v>
                </c:pt>
                <c:pt idx="8285">
                  <c:v>6.1027300000000002</c:v>
                </c:pt>
                <c:pt idx="8286">
                  <c:v>6.1030300000000004</c:v>
                </c:pt>
                <c:pt idx="8287">
                  <c:v>6.1033400000000002</c:v>
                </c:pt>
                <c:pt idx="8288">
                  <c:v>6.1036400000000004</c:v>
                </c:pt>
                <c:pt idx="8289">
                  <c:v>6.1039500000000002</c:v>
                </c:pt>
                <c:pt idx="8290">
                  <c:v>6.1042500000000004</c:v>
                </c:pt>
                <c:pt idx="8291">
                  <c:v>6.1045600000000002</c:v>
                </c:pt>
                <c:pt idx="8292">
                  <c:v>6.1048600000000004</c:v>
                </c:pt>
                <c:pt idx="8293">
                  <c:v>6.1051700000000002</c:v>
                </c:pt>
                <c:pt idx="8294">
                  <c:v>6.1054700000000004</c:v>
                </c:pt>
                <c:pt idx="8295">
                  <c:v>6.1057800000000002</c:v>
                </c:pt>
                <c:pt idx="8296">
                  <c:v>6.10609</c:v>
                </c:pt>
                <c:pt idx="8297">
                  <c:v>6.1063900000000002</c:v>
                </c:pt>
                <c:pt idx="8298">
                  <c:v>6.1067</c:v>
                </c:pt>
                <c:pt idx="8299">
                  <c:v>6.1070000000000002</c:v>
                </c:pt>
                <c:pt idx="8300">
                  <c:v>6.10731</c:v>
                </c:pt>
                <c:pt idx="8301">
                  <c:v>6.1076100000000002</c:v>
                </c:pt>
                <c:pt idx="8302">
                  <c:v>6.10792</c:v>
                </c:pt>
                <c:pt idx="8303">
                  <c:v>6.1082200000000002</c:v>
                </c:pt>
                <c:pt idx="8304">
                  <c:v>6.10853</c:v>
                </c:pt>
                <c:pt idx="8305">
                  <c:v>6.1088300000000002</c:v>
                </c:pt>
                <c:pt idx="8306">
                  <c:v>6.10914</c:v>
                </c:pt>
                <c:pt idx="8307">
                  <c:v>6.1094400000000002</c:v>
                </c:pt>
                <c:pt idx="8308">
                  <c:v>6.10975</c:v>
                </c:pt>
                <c:pt idx="8309">
                  <c:v>6.1100599999999998</c:v>
                </c:pt>
                <c:pt idx="8310">
                  <c:v>6.11036</c:v>
                </c:pt>
                <c:pt idx="8311">
                  <c:v>6.1106699999999998</c:v>
                </c:pt>
                <c:pt idx="8312">
                  <c:v>6.11097</c:v>
                </c:pt>
                <c:pt idx="8313">
                  <c:v>6.1112799999999998</c:v>
                </c:pt>
                <c:pt idx="8314">
                  <c:v>6.11158</c:v>
                </c:pt>
                <c:pt idx="8315">
                  <c:v>6.1118899999999998</c:v>
                </c:pt>
                <c:pt idx="8316">
                  <c:v>6.11219</c:v>
                </c:pt>
                <c:pt idx="8317">
                  <c:v>6.1124999999999998</c:v>
                </c:pt>
                <c:pt idx="8318">
                  <c:v>6.1128</c:v>
                </c:pt>
                <c:pt idx="8319">
                  <c:v>6.1131099999999998</c:v>
                </c:pt>
                <c:pt idx="8320">
                  <c:v>6.1134199999999996</c:v>
                </c:pt>
                <c:pt idx="8321">
                  <c:v>6.1137199999999998</c:v>
                </c:pt>
                <c:pt idx="8322">
                  <c:v>6.1140299999999996</c:v>
                </c:pt>
                <c:pt idx="8323">
                  <c:v>6.1143299999999998</c:v>
                </c:pt>
                <c:pt idx="8324">
                  <c:v>6.1146399999999996</c:v>
                </c:pt>
                <c:pt idx="8325">
                  <c:v>6.1149399999999998</c:v>
                </c:pt>
                <c:pt idx="8326">
                  <c:v>6.1152499999999996</c:v>
                </c:pt>
                <c:pt idx="8327">
                  <c:v>6.1155499999999998</c:v>
                </c:pt>
                <c:pt idx="8328">
                  <c:v>6.1158599999999996</c:v>
                </c:pt>
                <c:pt idx="8329">
                  <c:v>6.1161599999999998</c:v>
                </c:pt>
                <c:pt idx="8330">
                  <c:v>6.1164699999999996</c:v>
                </c:pt>
                <c:pt idx="8331">
                  <c:v>6.1167699999999998</c:v>
                </c:pt>
                <c:pt idx="8332">
                  <c:v>6.1170799999999996</c:v>
                </c:pt>
                <c:pt idx="8333">
                  <c:v>6.1173900000000003</c:v>
                </c:pt>
                <c:pt idx="8334">
                  <c:v>6.1176899999999996</c:v>
                </c:pt>
                <c:pt idx="8335">
                  <c:v>6.1180000000000003</c:v>
                </c:pt>
                <c:pt idx="8336">
                  <c:v>6.1182999999999996</c:v>
                </c:pt>
                <c:pt idx="8337">
                  <c:v>6.1186100000000003</c:v>
                </c:pt>
                <c:pt idx="8338">
                  <c:v>6.1189099999999996</c:v>
                </c:pt>
                <c:pt idx="8339">
                  <c:v>6.1192200000000003</c:v>
                </c:pt>
                <c:pt idx="8340">
                  <c:v>6.1195199999999996</c:v>
                </c:pt>
                <c:pt idx="8341">
                  <c:v>6.1198300000000003</c:v>
                </c:pt>
                <c:pt idx="8342">
                  <c:v>6.1201299999999996</c:v>
                </c:pt>
                <c:pt idx="8343">
                  <c:v>6.1204400000000003</c:v>
                </c:pt>
                <c:pt idx="8344">
                  <c:v>6.1207399999999996</c:v>
                </c:pt>
                <c:pt idx="8345">
                  <c:v>6.1210500000000003</c:v>
                </c:pt>
                <c:pt idx="8346">
                  <c:v>6.1213600000000001</c:v>
                </c:pt>
                <c:pt idx="8347">
                  <c:v>6.1216600000000003</c:v>
                </c:pt>
                <c:pt idx="8348">
                  <c:v>6.1219700000000001</c:v>
                </c:pt>
                <c:pt idx="8349">
                  <c:v>6.1222700000000003</c:v>
                </c:pt>
                <c:pt idx="8350">
                  <c:v>6.1225800000000001</c:v>
                </c:pt>
                <c:pt idx="8351">
                  <c:v>6.1228800000000003</c:v>
                </c:pt>
                <c:pt idx="8352">
                  <c:v>6.1231900000000001</c:v>
                </c:pt>
                <c:pt idx="8353">
                  <c:v>6.1234900000000003</c:v>
                </c:pt>
                <c:pt idx="8354">
                  <c:v>6.1238000000000001</c:v>
                </c:pt>
                <c:pt idx="8355">
                  <c:v>6.1241000000000003</c:v>
                </c:pt>
                <c:pt idx="8356">
                  <c:v>6.1244100000000001</c:v>
                </c:pt>
                <c:pt idx="8357">
                  <c:v>6.1247100000000003</c:v>
                </c:pt>
                <c:pt idx="8358">
                  <c:v>6.1250200000000001</c:v>
                </c:pt>
                <c:pt idx="8359">
                  <c:v>6.1253299999999999</c:v>
                </c:pt>
                <c:pt idx="8360">
                  <c:v>6.1256300000000001</c:v>
                </c:pt>
                <c:pt idx="8361">
                  <c:v>6.1259399999999999</c:v>
                </c:pt>
                <c:pt idx="8362">
                  <c:v>6.1262400000000001</c:v>
                </c:pt>
                <c:pt idx="8363">
                  <c:v>6.1265499999999999</c:v>
                </c:pt>
                <c:pt idx="8364">
                  <c:v>6.1268500000000001</c:v>
                </c:pt>
                <c:pt idx="8365">
                  <c:v>6.1271599999999999</c:v>
                </c:pt>
                <c:pt idx="8366">
                  <c:v>6.1274600000000001</c:v>
                </c:pt>
                <c:pt idx="8367">
                  <c:v>6.1277699999999999</c:v>
                </c:pt>
                <c:pt idx="8368">
                  <c:v>6.1280700000000001</c:v>
                </c:pt>
                <c:pt idx="8369">
                  <c:v>6.1283799999999999</c:v>
                </c:pt>
                <c:pt idx="8370">
                  <c:v>6.1286800000000001</c:v>
                </c:pt>
                <c:pt idx="8371">
                  <c:v>6.1289899999999999</c:v>
                </c:pt>
                <c:pt idx="8372">
                  <c:v>6.1292999999999997</c:v>
                </c:pt>
                <c:pt idx="8373">
                  <c:v>6.1295999999999999</c:v>
                </c:pt>
                <c:pt idx="8374">
                  <c:v>6.1299099999999997</c:v>
                </c:pt>
                <c:pt idx="8375">
                  <c:v>6.1302099999999999</c:v>
                </c:pt>
                <c:pt idx="8376">
                  <c:v>6.1305199999999997</c:v>
                </c:pt>
                <c:pt idx="8377">
                  <c:v>6.1308199999999999</c:v>
                </c:pt>
                <c:pt idx="8378">
                  <c:v>6.1311299999999997</c:v>
                </c:pt>
                <c:pt idx="8379">
                  <c:v>6.1314299999999999</c:v>
                </c:pt>
                <c:pt idx="8380">
                  <c:v>6.1317399999999997</c:v>
                </c:pt>
                <c:pt idx="8381">
                  <c:v>6.1320399999999999</c:v>
                </c:pt>
                <c:pt idx="8382">
                  <c:v>6.1323499999999997</c:v>
                </c:pt>
                <c:pt idx="8383">
                  <c:v>6.1326599999999996</c:v>
                </c:pt>
                <c:pt idx="8384">
                  <c:v>6.1329599999999997</c:v>
                </c:pt>
                <c:pt idx="8385">
                  <c:v>6.1332700000000004</c:v>
                </c:pt>
                <c:pt idx="8386">
                  <c:v>6.1335699999999997</c:v>
                </c:pt>
                <c:pt idx="8387">
                  <c:v>6.1338800000000004</c:v>
                </c:pt>
                <c:pt idx="8388">
                  <c:v>6.1341799999999997</c:v>
                </c:pt>
                <c:pt idx="8389">
                  <c:v>6.1344900000000004</c:v>
                </c:pt>
                <c:pt idx="8390">
                  <c:v>6.1347899999999997</c:v>
                </c:pt>
                <c:pt idx="8391">
                  <c:v>6.1351000000000004</c:v>
                </c:pt>
                <c:pt idx="8392">
                  <c:v>6.1353999999999997</c:v>
                </c:pt>
                <c:pt idx="8393">
                  <c:v>6.1357100000000004</c:v>
                </c:pt>
                <c:pt idx="8394">
                  <c:v>6.1360099999999997</c:v>
                </c:pt>
                <c:pt idx="8395">
                  <c:v>6.1363200000000004</c:v>
                </c:pt>
                <c:pt idx="8396">
                  <c:v>6.1366300000000003</c:v>
                </c:pt>
                <c:pt idx="8397">
                  <c:v>6.1369300000000004</c:v>
                </c:pt>
                <c:pt idx="8398">
                  <c:v>6.1372400000000003</c:v>
                </c:pt>
                <c:pt idx="8399">
                  <c:v>6.1375400000000004</c:v>
                </c:pt>
                <c:pt idx="8400">
                  <c:v>6.1378500000000003</c:v>
                </c:pt>
                <c:pt idx="8401">
                  <c:v>6.1381500000000004</c:v>
                </c:pt>
                <c:pt idx="8402">
                  <c:v>6.1384600000000002</c:v>
                </c:pt>
                <c:pt idx="8403">
                  <c:v>6.1387600000000004</c:v>
                </c:pt>
                <c:pt idx="8404">
                  <c:v>6.1390700000000002</c:v>
                </c:pt>
                <c:pt idx="8405">
                  <c:v>6.1393700000000004</c:v>
                </c:pt>
                <c:pt idx="8406">
                  <c:v>6.1396800000000002</c:v>
                </c:pt>
                <c:pt idx="8407">
                  <c:v>6.1399800000000004</c:v>
                </c:pt>
                <c:pt idx="8408">
                  <c:v>6.1402900000000002</c:v>
                </c:pt>
                <c:pt idx="8409">
                  <c:v>6.1406000000000001</c:v>
                </c:pt>
                <c:pt idx="8410">
                  <c:v>6.1409000000000002</c:v>
                </c:pt>
                <c:pt idx="8411">
                  <c:v>6.1412100000000001</c:v>
                </c:pt>
                <c:pt idx="8412">
                  <c:v>6.1415100000000002</c:v>
                </c:pt>
                <c:pt idx="8413">
                  <c:v>6.1418200000000001</c:v>
                </c:pt>
                <c:pt idx="8414">
                  <c:v>6.1421200000000002</c:v>
                </c:pt>
                <c:pt idx="8415">
                  <c:v>6.1424300000000001</c:v>
                </c:pt>
                <c:pt idx="8416">
                  <c:v>6.1427300000000002</c:v>
                </c:pt>
                <c:pt idx="8417">
                  <c:v>6.1430400000000001</c:v>
                </c:pt>
                <c:pt idx="8418">
                  <c:v>6.1433400000000002</c:v>
                </c:pt>
                <c:pt idx="8419">
                  <c:v>6.1436500000000001</c:v>
                </c:pt>
                <c:pt idx="8420">
                  <c:v>6.1439500000000002</c:v>
                </c:pt>
                <c:pt idx="8421">
                  <c:v>6.1442600000000001</c:v>
                </c:pt>
                <c:pt idx="8422">
                  <c:v>6.1445699999999999</c:v>
                </c:pt>
                <c:pt idx="8423">
                  <c:v>6.1448700000000001</c:v>
                </c:pt>
                <c:pt idx="8424">
                  <c:v>6.1451799999999999</c:v>
                </c:pt>
                <c:pt idx="8425">
                  <c:v>6.1454800000000001</c:v>
                </c:pt>
                <c:pt idx="8426">
                  <c:v>6.1457899999999999</c:v>
                </c:pt>
                <c:pt idx="8427">
                  <c:v>6.1460900000000001</c:v>
                </c:pt>
                <c:pt idx="8428">
                  <c:v>6.1463999999999999</c:v>
                </c:pt>
                <c:pt idx="8429">
                  <c:v>6.1467000000000001</c:v>
                </c:pt>
                <c:pt idx="8430">
                  <c:v>6.1470099999999999</c:v>
                </c:pt>
                <c:pt idx="8431">
                  <c:v>6.1473100000000001</c:v>
                </c:pt>
                <c:pt idx="8432">
                  <c:v>6.1476199999999999</c:v>
                </c:pt>
                <c:pt idx="8433">
                  <c:v>6.1479200000000001</c:v>
                </c:pt>
                <c:pt idx="8434">
                  <c:v>6.1482299999999999</c:v>
                </c:pt>
                <c:pt idx="8435">
                  <c:v>6.1485399999999997</c:v>
                </c:pt>
                <c:pt idx="8436">
                  <c:v>6.1488399999999999</c:v>
                </c:pt>
                <c:pt idx="8437">
                  <c:v>6.1491499999999997</c:v>
                </c:pt>
                <c:pt idx="8438">
                  <c:v>6.1494499999999999</c:v>
                </c:pt>
                <c:pt idx="8439">
                  <c:v>6.1497599999999997</c:v>
                </c:pt>
                <c:pt idx="8440">
                  <c:v>6.1500599999999999</c:v>
                </c:pt>
                <c:pt idx="8441">
                  <c:v>6.1503699999999997</c:v>
                </c:pt>
                <c:pt idx="8442">
                  <c:v>6.1506699999999999</c:v>
                </c:pt>
                <c:pt idx="8443">
                  <c:v>6.1509799999999997</c:v>
                </c:pt>
                <c:pt idx="8444">
                  <c:v>6.1512799999999999</c:v>
                </c:pt>
                <c:pt idx="8445">
                  <c:v>6.1515899999999997</c:v>
                </c:pt>
                <c:pt idx="8446">
                  <c:v>6.1519000000000004</c:v>
                </c:pt>
                <c:pt idx="8447">
                  <c:v>6.1521999999999997</c:v>
                </c:pt>
                <c:pt idx="8448">
                  <c:v>6.1525100000000004</c:v>
                </c:pt>
                <c:pt idx="8449">
                  <c:v>6.1528099999999997</c:v>
                </c:pt>
                <c:pt idx="8450">
                  <c:v>6.1531200000000004</c:v>
                </c:pt>
                <c:pt idx="8451">
                  <c:v>6.1534199999999997</c:v>
                </c:pt>
                <c:pt idx="8452">
                  <c:v>6.1537300000000004</c:v>
                </c:pt>
                <c:pt idx="8453">
                  <c:v>6.1540299999999997</c:v>
                </c:pt>
                <c:pt idx="8454">
                  <c:v>6.1543400000000004</c:v>
                </c:pt>
                <c:pt idx="8455">
                  <c:v>6.1546399999999997</c:v>
                </c:pt>
                <c:pt idx="8456">
                  <c:v>6.1549500000000004</c:v>
                </c:pt>
                <c:pt idx="8457">
                  <c:v>6.1552499999999997</c:v>
                </c:pt>
                <c:pt idx="8458">
                  <c:v>6.1555600000000004</c:v>
                </c:pt>
                <c:pt idx="8459">
                  <c:v>6.1558700000000002</c:v>
                </c:pt>
                <c:pt idx="8460">
                  <c:v>6.1561700000000004</c:v>
                </c:pt>
                <c:pt idx="8461">
                  <c:v>6.1564800000000002</c:v>
                </c:pt>
                <c:pt idx="8462">
                  <c:v>6.1567800000000004</c:v>
                </c:pt>
                <c:pt idx="8463">
                  <c:v>6.1570900000000002</c:v>
                </c:pt>
                <c:pt idx="8464">
                  <c:v>6.1573900000000004</c:v>
                </c:pt>
                <c:pt idx="8465">
                  <c:v>6.1577000000000002</c:v>
                </c:pt>
                <c:pt idx="8466">
                  <c:v>6.1580000000000004</c:v>
                </c:pt>
                <c:pt idx="8467">
                  <c:v>6.1583100000000002</c:v>
                </c:pt>
                <c:pt idx="8468">
                  <c:v>6.1586100000000004</c:v>
                </c:pt>
                <c:pt idx="8469">
                  <c:v>6.1589200000000002</c:v>
                </c:pt>
                <c:pt idx="8470">
                  <c:v>6.1592200000000004</c:v>
                </c:pt>
                <c:pt idx="8471">
                  <c:v>6.1595300000000002</c:v>
                </c:pt>
                <c:pt idx="8472">
                  <c:v>6.15984</c:v>
                </c:pt>
                <c:pt idx="8473">
                  <c:v>6.1601400000000002</c:v>
                </c:pt>
                <c:pt idx="8474">
                  <c:v>6.16045</c:v>
                </c:pt>
                <c:pt idx="8475">
                  <c:v>6.1607500000000002</c:v>
                </c:pt>
                <c:pt idx="8476">
                  <c:v>6.16106</c:v>
                </c:pt>
                <c:pt idx="8477">
                  <c:v>6.1613600000000002</c:v>
                </c:pt>
                <c:pt idx="8478">
                  <c:v>6.16167</c:v>
                </c:pt>
                <c:pt idx="8479">
                  <c:v>6.1619700000000002</c:v>
                </c:pt>
                <c:pt idx="8480">
                  <c:v>6.16228</c:v>
                </c:pt>
                <c:pt idx="8481">
                  <c:v>6.1625800000000002</c:v>
                </c:pt>
                <c:pt idx="8482">
                  <c:v>6.16289</c:v>
                </c:pt>
                <c:pt idx="8483">
                  <c:v>6.1631900000000002</c:v>
                </c:pt>
                <c:pt idx="8484">
                  <c:v>6.1635</c:v>
                </c:pt>
                <c:pt idx="8485">
                  <c:v>6.1638099999999998</c:v>
                </c:pt>
                <c:pt idx="8486">
                  <c:v>6.16411</c:v>
                </c:pt>
                <c:pt idx="8487">
                  <c:v>6.1644199999999998</c:v>
                </c:pt>
                <c:pt idx="8488">
                  <c:v>6.16472</c:v>
                </c:pt>
                <c:pt idx="8489">
                  <c:v>6.1650299999999998</c:v>
                </c:pt>
                <c:pt idx="8490">
                  <c:v>6.16533</c:v>
                </c:pt>
                <c:pt idx="8491">
                  <c:v>6.1656399999999998</c:v>
                </c:pt>
                <c:pt idx="8492">
                  <c:v>6.16594</c:v>
                </c:pt>
                <c:pt idx="8493">
                  <c:v>6.1662499999999998</c:v>
                </c:pt>
                <c:pt idx="8494">
                  <c:v>6.16655</c:v>
                </c:pt>
                <c:pt idx="8495">
                  <c:v>6.1668599999999998</c:v>
                </c:pt>
                <c:pt idx="8496">
                  <c:v>6.16716</c:v>
                </c:pt>
                <c:pt idx="8497">
                  <c:v>6.1674699999999998</c:v>
                </c:pt>
                <c:pt idx="8498">
                  <c:v>6.1677799999999996</c:v>
                </c:pt>
                <c:pt idx="8499">
                  <c:v>6.1680799999999998</c:v>
                </c:pt>
                <c:pt idx="8500">
                  <c:v>6.1683899999999996</c:v>
                </c:pt>
                <c:pt idx="8501">
                  <c:v>6.1686899999999998</c:v>
                </c:pt>
                <c:pt idx="8502">
                  <c:v>6.1689999999999996</c:v>
                </c:pt>
                <c:pt idx="8503">
                  <c:v>6.1692999999999998</c:v>
                </c:pt>
                <c:pt idx="8504">
                  <c:v>6.1696099999999996</c:v>
                </c:pt>
                <c:pt idx="8505">
                  <c:v>6.1699099999999998</c:v>
                </c:pt>
                <c:pt idx="8506">
                  <c:v>6.1702199999999996</c:v>
                </c:pt>
                <c:pt idx="8507">
                  <c:v>6.1705199999999998</c:v>
                </c:pt>
                <c:pt idx="8508">
                  <c:v>6.1708299999999996</c:v>
                </c:pt>
                <c:pt idx="8509">
                  <c:v>6.1711400000000003</c:v>
                </c:pt>
                <c:pt idx="8510">
                  <c:v>6.1714399999999996</c:v>
                </c:pt>
                <c:pt idx="8511">
                  <c:v>6.1717500000000003</c:v>
                </c:pt>
                <c:pt idx="8512">
                  <c:v>6.1720499999999996</c:v>
                </c:pt>
                <c:pt idx="8513">
                  <c:v>6.1723600000000003</c:v>
                </c:pt>
                <c:pt idx="8514">
                  <c:v>6.1726599999999996</c:v>
                </c:pt>
                <c:pt idx="8515">
                  <c:v>6.1729700000000003</c:v>
                </c:pt>
                <c:pt idx="8516">
                  <c:v>6.1732699999999996</c:v>
                </c:pt>
                <c:pt idx="8517">
                  <c:v>6.1735800000000003</c:v>
                </c:pt>
                <c:pt idx="8518">
                  <c:v>6.1738799999999996</c:v>
                </c:pt>
                <c:pt idx="8519">
                  <c:v>6.1741900000000003</c:v>
                </c:pt>
                <c:pt idx="8520">
                  <c:v>6.1744899999999996</c:v>
                </c:pt>
                <c:pt idx="8521">
                  <c:v>6.1748000000000003</c:v>
                </c:pt>
                <c:pt idx="8522">
                  <c:v>6.1751100000000001</c:v>
                </c:pt>
                <c:pt idx="8523">
                  <c:v>6.1754100000000003</c:v>
                </c:pt>
                <c:pt idx="8524">
                  <c:v>6.1757200000000001</c:v>
                </c:pt>
                <c:pt idx="8525">
                  <c:v>6.1760200000000003</c:v>
                </c:pt>
                <c:pt idx="8526">
                  <c:v>6.1763300000000001</c:v>
                </c:pt>
                <c:pt idx="8527">
                  <c:v>6.1766300000000003</c:v>
                </c:pt>
                <c:pt idx="8528">
                  <c:v>6.1769400000000001</c:v>
                </c:pt>
                <c:pt idx="8529">
                  <c:v>6.1772400000000003</c:v>
                </c:pt>
                <c:pt idx="8530">
                  <c:v>6.1775500000000001</c:v>
                </c:pt>
                <c:pt idx="8531">
                  <c:v>6.1778500000000003</c:v>
                </c:pt>
                <c:pt idx="8532">
                  <c:v>6.1781600000000001</c:v>
                </c:pt>
                <c:pt idx="8533">
                  <c:v>6.1784600000000003</c:v>
                </c:pt>
                <c:pt idx="8534">
                  <c:v>6.1787700000000001</c:v>
                </c:pt>
                <c:pt idx="8535">
                  <c:v>6.1790799999999999</c:v>
                </c:pt>
                <c:pt idx="8536">
                  <c:v>6.1793800000000001</c:v>
                </c:pt>
                <c:pt idx="8537">
                  <c:v>6.1796899999999999</c:v>
                </c:pt>
                <c:pt idx="8538">
                  <c:v>6.1799900000000001</c:v>
                </c:pt>
                <c:pt idx="8539">
                  <c:v>6.1802999999999999</c:v>
                </c:pt>
                <c:pt idx="8540">
                  <c:v>6.1806000000000001</c:v>
                </c:pt>
                <c:pt idx="8541">
                  <c:v>6.1809099999999999</c:v>
                </c:pt>
                <c:pt idx="8542">
                  <c:v>6.1812100000000001</c:v>
                </c:pt>
                <c:pt idx="8543">
                  <c:v>6.1815199999999999</c:v>
                </c:pt>
                <c:pt idx="8544">
                  <c:v>6.1818200000000001</c:v>
                </c:pt>
                <c:pt idx="8545">
                  <c:v>6.1821299999999999</c:v>
                </c:pt>
                <c:pt idx="8546">
                  <c:v>6.1824300000000001</c:v>
                </c:pt>
                <c:pt idx="8547">
                  <c:v>6.1827399999999999</c:v>
                </c:pt>
                <c:pt idx="8548">
                  <c:v>6.1830499999999997</c:v>
                </c:pt>
                <c:pt idx="8549">
                  <c:v>6.1833499999999999</c:v>
                </c:pt>
                <c:pt idx="8550">
                  <c:v>6.1836599999999997</c:v>
                </c:pt>
                <c:pt idx="8551">
                  <c:v>6.1839599999999999</c:v>
                </c:pt>
                <c:pt idx="8552">
                  <c:v>6.1842699999999997</c:v>
                </c:pt>
                <c:pt idx="8553">
                  <c:v>6.1845699999999999</c:v>
                </c:pt>
                <c:pt idx="8554">
                  <c:v>6.1848799999999997</c:v>
                </c:pt>
                <c:pt idx="8555">
                  <c:v>6.1851799999999999</c:v>
                </c:pt>
                <c:pt idx="8556">
                  <c:v>6.1854899999999997</c:v>
                </c:pt>
                <c:pt idx="8557">
                  <c:v>6.1857899999999999</c:v>
                </c:pt>
                <c:pt idx="8558">
                  <c:v>6.1860999999999997</c:v>
                </c:pt>
                <c:pt idx="8559">
                  <c:v>6.1864100000000004</c:v>
                </c:pt>
                <c:pt idx="8560">
                  <c:v>6.1867099999999997</c:v>
                </c:pt>
                <c:pt idx="8561">
                  <c:v>6.1870200000000004</c:v>
                </c:pt>
                <c:pt idx="8562">
                  <c:v>6.1873199999999997</c:v>
                </c:pt>
                <c:pt idx="8563">
                  <c:v>6.1876300000000004</c:v>
                </c:pt>
                <c:pt idx="8564">
                  <c:v>6.1879299999999997</c:v>
                </c:pt>
                <c:pt idx="8565">
                  <c:v>6.1882400000000004</c:v>
                </c:pt>
                <c:pt idx="8566">
                  <c:v>6.1885399999999997</c:v>
                </c:pt>
                <c:pt idx="8567">
                  <c:v>6.1888500000000004</c:v>
                </c:pt>
                <c:pt idx="8568">
                  <c:v>6.1891499999999997</c:v>
                </c:pt>
                <c:pt idx="8569">
                  <c:v>6.1894600000000004</c:v>
                </c:pt>
                <c:pt idx="8570">
                  <c:v>6.1897599999999997</c:v>
                </c:pt>
                <c:pt idx="8571">
                  <c:v>6.1900700000000004</c:v>
                </c:pt>
                <c:pt idx="8572">
                  <c:v>6.1903800000000002</c:v>
                </c:pt>
                <c:pt idx="8573">
                  <c:v>6.1906800000000004</c:v>
                </c:pt>
                <c:pt idx="8574">
                  <c:v>6.1909900000000002</c:v>
                </c:pt>
                <c:pt idx="8575">
                  <c:v>6.1912900000000004</c:v>
                </c:pt>
                <c:pt idx="8576">
                  <c:v>6.1916000000000002</c:v>
                </c:pt>
                <c:pt idx="8577">
                  <c:v>6.1919000000000004</c:v>
                </c:pt>
                <c:pt idx="8578">
                  <c:v>6.1922100000000002</c:v>
                </c:pt>
                <c:pt idx="8579">
                  <c:v>6.1925100000000004</c:v>
                </c:pt>
                <c:pt idx="8580">
                  <c:v>6.1928200000000002</c:v>
                </c:pt>
                <c:pt idx="8581">
                  <c:v>6.1931200000000004</c:v>
                </c:pt>
                <c:pt idx="8582">
                  <c:v>6.1934300000000002</c:v>
                </c:pt>
                <c:pt idx="8583">
                  <c:v>6.1937300000000004</c:v>
                </c:pt>
                <c:pt idx="8584">
                  <c:v>6.1940400000000002</c:v>
                </c:pt>
                <c:pt idx="8585">
                  <c:v>6.19435</c:v>
                </c:pt>
                <c:pt idx="8586">
                  <c:v>6.1946500000000002</c:v>
                </c:pt>
                <c:pt idx="8587">
                  <c:v>6.19496</c:v>
                </c:pt>
                <c:pt idx="8588">
                  <c:v>6.1952600000000002</c:v>
                </c:pt>
                <c:pt idx="8589">
                  <c:v>6.19557</c:v>
                </c:pt>
                <c:pt idx="8590">
                  <c:v>6.1958700000000002</c:v>
                </c:pt>
                <c:pt idx="8591">
                  <c:v>6.19618</c:v>
                </c:pt>
                <c:pt idx="8592">
                  <c:v>6.1964800000000002</c:v>
                </c:pt>
                <c:pt idx="8593">
                  <c:v>6.19679</c:v>
                </c:pt>
                <c:pt idx="8594">
                  <c:v>6.1970900000000002</c:v>
                </c:pt>
                <c:pt idx="8595">
                  <c:v>6.1974</c:v>
                </c:pt>
                <c:pt idx="8596">
                  <c:v>6.1977000000000002</c:v>
                </c:pt>
                <c:pt idx="8597">
                  <c:v>6.19801</c:v>
                </c:pt>
                <c:pt idx="8598">
                  <c:v>6.1983199999999998</c:v>
                </c:pt>
                <c:pt idx="8599">
                  <c:v>6.19862</c:v>
                </c:pt>
                <c:pt idx="8600">
                  <c:v>6.1989299999999998</c:v>
                </c:pt>
                <c:pt idx="8601">
                  <c:v>6.19923</c:v>
                </c:pt>
                <c:pt idx="8602">
                  <c:v>6.1995399999999998</c:v>
                </c:pt>
                <c:pt idx="8603">
                  <c:v>6.19984</c:v>
                </c:pt>
                <c:pt idx="8604">
                  <c:v>6.2001499999999998</c:v>
                </c:pt>
                <c:pt idx="8605">
                  <c:v>6.20045</c:v>
                </c:pt>
                <c:pt idx="8606">
                  <c:v>6.2007599999999998</c:v>
                </c:pt>
                <c:pt idx="8607">
                  <c:v>6.20106</c:v>
                </c:pt>
                <c:pt idx="8608">
                  <c:v>6.2013699999999998</c:v>
                </c:pt>
                <c:pt idx="8609">
                  <c:v>6.20167</c:v>
                </c:pt>
                <c:pt idx="8610">
                  <c:v>6.2019799999999998</c:v>
                </c:pt>
                <c:pt idx="8611">
                  <c:v>6.2022899999999996</c:v>
                </c:pt>
                <c:pt idx="8612">
                  <c:v>6.2025899999999998</c:v>
                </c:pt>
                <c:pt idx="8613">
                  <c:v>6.2028999999999996</c:v>
                </c:pt>
                <c:pt idx="8614">
                  <c:v>6.2031999999999998</c:v>
                </c:pt>
                <c:pt idx="8615">
                  <c:v>6.2035099999999996</c:v>
                </c:pt>
                <c:pt idx="8616">
                  <c:v>6.2038099999999998</c:v>
                </c:pt>
                <c:pt idx="8617">
                  <c:v>6.2041199999999996</c:v>
                </c:pt>
                <c:pt idx="8618">
                  <c:v>6.2044199999999998</c:v>
                </c:pt>
                <c:pt idx="8619">
                  <c:v>6.2047299999999996</c:v>
                </c:pt>
                <c:pt idx="8620">
                  <c:v>6.2050299999999998</c:v>
                </c:pt>
                <c:pt idx="8621">
                  <c:v>6.2053399999999996</c:v>
                </c:pt>
                <c:pt idx="8622">
                  <c:v>6.2056500000000003</c:v>
                </c:pt>
                <c:pt idx="8623">
                  <c:v>6.2059499999999996</c:v>
                </c:pt>
                <c:pt idx="8624">
                  <c:v>6.2062600000000003</c:v>
                </c:pt>
                <c:pt idx="8625">
                  <c:v>6.2065599999999996</c:v>
                </c:pt>
                <c:pt idx="8626">
                  <c:v>6.2068700000000003</c:v>
                </c:pt>
                <c:pt idx="8627">
                  <c:v>6.2071699999999996</c:v>
                </c:pt>
                <c:pt idx="8628">
                  <c:v>6.2074800000000003</c:v>
                </c:pt>
                <c:pt idx="8629">
                  <c:v>6.2077799999999996</c:v>
                </c:pt>
                <c:pt idx="8630">
                  <c:v>6.2080900000000003</c:v>
                </c:pt>
                <c:pt idx="8631">
                  <c:v>6.2083899999999996</c:v>
                </c:pt>
                <c:pt idx="8632">
                  <c:v>6.2087000000000003</c:v>
                </c:pt>
                <c:pt idx="8633">
                  <c:v>6.2089999999999996</c:v>
                </c:pt>
                <c:pt idx="8634">
                  <c:v>6.2093100000000003</c:v>
                </c:pt>
                <c:pt idx="8635">
                  <c:v>6.2096200000000001</c:v>
                </c:pt>
                <c:pt idx="8636">
                  <c:v>6.2099200000000003</c:v>
                </c:pt>
                <c:pt idx="8637">
                  <c:v>6.2102300000000001</c:v>
                </c:pt>
                <c:pt idx="8638">
                  <c:v>6.2105300000000003</c:v>
                </c:pt>
                <c:pt idx="8639">
                  <c:v>6.2108400000000001</c:v>
                </c:pt>
                <c:pt idx="8640">
                  <c:v>6.2111400000000003</c:v>
                </c:pt>
                <c:pt idx="8641">
                  <c:v>6.2114500000000001</c:v>
                </c:pt>
                <c:pt idx="8642">
                  <c:v>6.2117500000000003</c:v>
                </c:pt>
                <c:pt idx="8643">
                  <c:v>6.2120600000000001</c:v>
                </c:pt>
                <c:pt idx="8644">
                  <c:v>6.2123600000000003</c:v>
                </c:pt>
                <c:pt idx="8645">
                  <c:v>6.2126700000000001</c:v>
                </c:pt>
                <c:pt idx="8646">
                  <c:v>6.2129700000000003</c:v>
                </c:pt>
                <c:pt idx="8647">
                  <c:v>6.2132800000000001</c:v>
                </c:pt>
                <c:pt idx="8648">
                  <c:v>6.2135899999999999</c:v>
                </c:pt>
                <c:pt idx="8649">
                  <c:v>6.2138900000000001</c:v>
                </c:pt>
                <c:pt idx="8650">
                  <c:v>6.2141999999999999</c:v>
                </c:pt>
                <c:pt idx="8651">
                  <c:v>6.2145000000000001</c:v>
                </c:pt>
                <c:pt idx="8652">
                  <c:v>6.2148099999999999</c:v>
                </c:pt>
                <c:pt idx="8653">
                  <c:v>6.2151100000000001</c:v>
                </c:pt>
                <c:pt idx="8654">
                  <c:v>6.2154199999999999</c:v>
                </c:pt>
                <c:pt idx="8655">
                  <c:v>6.2157200000000001</c:v>
                </c:pt>
                <c:pt idx="8656">
                  <c:v>6.2160299999999999</c:v>
                </c:pt>
                <c:pt idx="8657">
                  <c:v>6.2163300000000001</c:v>
                </c:pt>
                <c:pt idx="8658">
                  <c:v>6.2166399999999999</c:v>
                </c:pt>
                <c:pt idx="8659">
                  <c:v>6.2169400000000001</c:v>
                </c:pt>
                <c:pt idx="8660">
                  <c:v>6.2172499999999999</c:v>
                </c:pt>
                <c:pt idx="8661">
                  <c:v>6.2175599999999998</c:v>
                </c:pt>
                <c:pt idx="8662">
                  <c:v>6.2178599999999999</c:v>
                </c:pt>
                <c:pt idx="8663">
                  <c:v>6.2181699999999998</c:v>
                </c:pt>
                <c:pt idx="8664">
                  <c:v>6.2184699999999999</c:v>
                </c:pt>
                <c:pt idx="8665">
                  <c:v>6.2187799999999998</c:v>
                </c:pt>
                <c:pt idx="8666">
                  <c:v>6.2190799999999999</c:v>
                </c:pt>
                <c:pt idx="8667">
                  <c:v>6.2193899999999998</c:v>
                </c:pt>
                <c:pt idx="8668">
                  <c:v>6.2196899999999999</c:v>
                </c:pt>
                <c:pt idx="8669">
                  <c:v>6.22</c:v>
                </c:pt>
                <c:pt idx="8670">
                  <c:v>6.2202999999999999</c:v>
                </c:pt>
                <c:pt idx="8671">
                  <c:v>6.2206099999999998</c:v>
                </c:pt>
                <c:pt idx="8672">
                  <c:v>6.2209099999999999</c:v>
                </c:pt>
                <c:pt idx="8673">
                  <c:v>6.2212199999999998</c:v>
                </c:pt>
                <c:pt idx="8674">
                  <c:v>6.2215299999999996</c:v>
                </c:pt>
                <c:pt idx="8675">
                  <c:v>6.2218299999999997</c:v>
                </c:pt>
                <c:pt idx="8676">
                  <c:v>6.2221399999999996</c:v>
                </c:pt>
                <c:pt idx="8677">
                  <c:v>6.2224399999999997</c:v>
                </c:pt>
                <c:pt idx="8678">
                  <c:v>6.2227499999999996</c:v>
                </c:pt>
                <c:pt idx="8679">
                  <c:v>6.2230499999999997</c:v>
                </c:pt>
                <c:pt idx="8680">
                  <c:v>6.2233599999999996</c:v>
                </c:pt>
                <c:pt idx="8681">
                  <c:v>6.2236599999999997</c:v>
                </c:pt>
                <c:pt idx="8682">
                  <c:v>6.2239699999999996</c:v>
                </c:pt>
                <c:pt idx="8683">
                  <c:v>6.2242699999999997</c:v>
                </c:pt>
                <c:pt idx="8684">
                  <c:v>6.2245799999999996</c:v>
                </c:pt>
                <c:pt idx="8685">
                  <c:v>6.2248900000000003</c:v>
                </c:pt>
                <c:pt idx="8686">
                  <c:v>6.2251899999999996</c:v>
                </c:pt>
                <c:pt idx="8687">
                  <c:v>6.2255000000000003</c:v>
                </c:pt>
                <c:pt idx="8688">
                  <c:v>6.2257999999999996</c:v>
                </c:pt>
                <c:pt idx="8689">
                  <c:v>6.2261100000000003</c:v>
                </c:pt>
                <c:pt idx="8690">
                  <c:v>6.2264099999999996</c:v>
                </c:pt>
                <c:pt idx="8691">
                  <c:v>6.2267200000000003</c:v>
                </c:pt>
                <c:pt idx="8692">
                  <c:v>6.2270200000000004</c:v>
                </c:pt>
                <c:pt idx="8693">
                  <c:v>6.2273300000000003</c:v>
                </c:pt>
                <c:pt idx="8694">
                  <c:v>6.2276300000000004</c:v>
                </c:pt>
                <c:pt idx="8695">
                  <c:v>6.2279400000000003</c:v>
                </c:pt>
                <c:pt idx="8696">
                  <c:v>6.2282400000000004</c:v>
                </c:pt>
                <c:pt idx="8697">
                  <c:v>6.2285500000000003</c:v>
                </c:pt>
                <c:pt idx="8698">
                  <c:v>6.2288600000000001</c:v>
                </c:pt>
                <c:pt idx="8699">
                  <c:v>6.2291600000000003</c:v>
                </c:pt>
                <c:pt idx="8700">
                  <c:v>6.2294700000000001</c:v>
                </c:pt>
                <c:pt idx="8701">
                  <c:v>6.2297700000000003</c:v>
                </c:pt>
                <c:pt idx="8702">
                  <c:v>6.2300800000000001</c:v>
                </c:pt>
                <c:pt idx="8703">
                  <c:v>6.2303800000000003</c:v>
                </c:pt>
                <c:pt idx="8704">
                  <c:v>6.2306900000000001</c:v>
                </c:pt>
                <c:pt idx="8705">
                  <c:v>6.2309900000000003</c:v>
                </c:pt>
                <c:pt idx="8706">
                  <c:v>6.2313000000000001</c:v>
                </c:pt>
                <c:pt idx="8707">
                  <c:v>6.2316000000000003</c:v>
                </c:pt>
                <c:pt idx="8708">
                  <c:v>6.2319100000000001</c:v>
                </c:pt>
                <c:pt idx="8709">
                  <c:v>6.2322100000000002</c:v>
                </c:pt>
                <c:pt idx="8710">
                  <c:v>6.2325200000000001</c:v>
                </c:pt>
                <c:pt idx="8711">
                  <c:v>6.2328299999999999</c:v>
                </c:pt>
                <c:pt idx="8712">
                  <c:v>6.2331300000000001</c:v>
                </c:pt>
                <c:pt idx="8713">
                  <c:v>6.2334399999999999</c:v>
                </c:pt>
                <c:pt idx="8714">
                  <c:v>6.2337400000000001</c:v>
                </c:pt>
                <c:pt idx="8715">
                  <c:v>6.2340499999999999</c:v>
                </c:pt>
                <c:pt idx="8716">
                  <c:v>6.2343500000000001</c:v>
                </c:pt>
                <c:pt idx="8717">
                  <c:v>6.2346599999999999</c:v>
                </c:pt>
                <c:pt idx="8718">
                  <c:v>6.2349600000000001</c:v>
                </c:pt>
                <c:pt idx="8719">
                  <c:v>6.2352699999999999</c:v>
                </c:pt>
                <c:pt idx="8720">
                  <c:v>6.2355700000000001</c:v>
                </c:pt>
                <c:pt idx="8721">
                  <c:v>6.2358799999999999</c:v>
                </c:pt>
                <c:pt idx="8722">
                  <c:v>6.2361800000000001</c:v>
                </c:pt>
                <c:pt idx="8723">
                  <c:v>6.2364899999999999</c:v>
                </c:pt>
                <c:pt idx="8724">
                  <c:v>6.2367999999999997</c:v>
                </c:pt>
                <c:pt idx="8725">
                  <c:v>6.2370999999999999</c:v>
                </c:pt>
                <c:pt idx="8726">
                  <c:v>6.2374099999999997</c:v>
                </c:pt>
                <c:pt idx="8727">
                  <c:v>6.2377099999999999</c:v>
                </c:pt>
                <c:pt idx="8728">
                  <c:v>6.2380199999999997</c:v>
                </c:pt>
                <c:pt idx="8729">
                  <c:v>6.2383199999999999</c:v>
                </c:pt>
                <c:pt idx="8730">
                  <c:v>6.2386299999999997</c:v>
                </c:pt>
                <c:pt idx="8731">
                  <c:v>6.2389299999999999</c:v>
                </c:pt>
                <c:pt idx="8732">
                  <c:v>6.2392399999999997</c:v>
                </c:pt>
                <c:pt idx="8733">
                  <c:v>6.2395399999999999</c:v>
                </c:pt>
                <c:pt idx="8734">
                  <c:v>6.2398499999999997</c:v>
                </c:pt>
                <c:pt idx="8735">
                  <c:v>6.2401600000000004</c:v>
                </c:pt>
                <c:pt idx="8736">
                  <c:v>6.2404599999999997</c:v>
                </c:pt>
                <c:pt idx="8737">
                  <c:v>6.2407700000000004</c:v>
                </c:pt>
                <c:pt idx="8738">
                  <c:v>6.2410699999999997</c:v>
                </c:pt>
                <c:pt idx="8739">
                  <c:v>6.2413800000000004</c:v>
                </c:pt>
                <c:pt idx="8740">
                  <c:v>6.2416799999999997</c:v>
                </c:pt>
                <c:pt idx="8741">
                  <c:v>6.2419900000000004</c:v>
                </c:pt>
                <c:pt idx="8742">
                  <c:v>6.2422899999999997</c:v>
                </c:pt>
                <c:pt idx="8743">
                  <c:v>6.2426000000000004</c:v>
                </c:pt>
                <c:pt idx="8744">
                  <c:v>6.2428999999999997</c:v>
                </c:pt>
                <c:pt idx="8745">
                  <c:v>6.2432100000000004</c:v>
                </c:pt>
                <c:pt idx="8746">
                  <c:v>6.2435099999999997</c:v>
                </c:pt>
                <c:pt idx="8747">
                  <c:v>6.2438200000000004</c:v>
                </c:pt>
                <c:pt idx="8748">
                  <c:v>6.2441300000000002</c:v>
                </c:pt>
                <c:pt idx="8749">
                  <c:v>6.2444300000000004</c:v>
                </c:pt>
                <c:pt idx="8750">
                  <c:v>6.2447400000000002</c:v>
                </c:pt>
                <c:pt idx="8751">
                  <c:v>6.2450400000000004</c:v>
                </c:pt>
                <c:pt idx="8752">
                  <c:v>6.2453500000000002</c:v>
                </c:pt>
                <c:pt idx="8753">
                  <c:v>6.2456500000000004</c:v>
                </c:pt>
                <c:pt idx="8754">
                  <c:v>6.2459600000000002</c:v>
                </c:pt>
                <c:pt idx="8755">
                  <c:v>6.2462600000000004</c:v>
                </c:pt>
                <c:pt idx="8756">
                  <c:v>6.2465700000000002</c:v>
                </c:pt>
                <c:pt idx="8757">
                  <c:v>6.2468700000000004</c:v>
                </c:pt>
                <c:pt idx="8758">
                  <c:v>6.2471800000000002</c:v>
                </c:pt>
                <c:pt idx="8759">
                  <c:v>6.2474800000000004</c:v>
                </c:pt>
                <c:pt idx="8760">
                  <c:v>6.2477900000000002</c:v>
                </c:pt>
                <c:pt idx="8761">
                  <c:v>6.2481</c:v>
                </c:pt>
                <c:pt idx="8762">
                  <c:v>6.2484000000000002</c:v>
                </c:pt>
                <c:pt idx="8763">
                  <c:v>6.24871</c:v>
                </c:pt>
                <c:pt idx="8764">
                  <c:v>6.2490100000000002</c:v>
                </c:pt>
                <c:pt idx="8765">
                  <c:v>6.24932</c:v>
                </c:pt>
                <c:pt idx="8766">
                  <c:v>6.2496200000000002</c:v>
                </c:pt>
                <c:pt idx="8767">
                  <c:v>6.24993</c:v>
                </c:pt>
                <c:pt idx="8768">
                  <c:v>6.2502300000000002</c:v>
                </c:pt>
                <c:pt idx="8769">
                  <c:v>6.25054</c:v>
                </c:pt>
                <c:pt idx="8770">
                  <c:v>6.2508400000000002</c:v>
                </c:pt>
                <c:pt idx="8771">
                  <c:v>6.25115</c:v>
                </c:pt>
                <c:pt idx="8772">
                  <c:v>6.2514500000000002</c:v>
                </c:pt>
                <c:pt idx="8773">
                  <c:v>6.25176</c:v>
                </c:pt>
                <c:pt idx="8774">
                  <c:v>6.2520699999999998</c:v>
                </c:pt>
                <c:pt idx="8775">
                  <c:v>6.25237</c:v>
                </c:pt>
                <c:pt idx="8776">
                  <c:v>6.2526799999999998</c:v>
                </c:pt>
                <c:pt idx="8777">
                  <c:v>6.25298</c:v>
                </c:pt>
                <c:pt idx="8778">
                  <c:v>6.2532899999999998</c:v>
                </c:pt>
                <c:pt idx="8779">
                  <c:v>6.25359</c:v>
                </c:pt>
                <c:pt idx="8780">
                  <c:v>6.2538999999999998</c:v>
                </c:pt>
                <c:pt idx="8781">
                  <c:v>6.2542</c:v>
                </c:pt>
                <c:pt idx="8782">
                  <c:v>6.2545099999999998</c:v>
                </c:pt>
                <c:pt idx="8783">
                  <c:v>6.25481</c:v>
                </c:pt>
                <c:pt idx="8784">
                  <c:v>6.2551199999999998</c:v>
                </c:pt>
                <c:pt idx="8785">
                  <c:v>6.25542</c:v>
                </c:pt>
                <c:pt idx="8786">
                  <c:v>6.2557299999999998</c:v>
                </c:pt>
                <c:pt idx="8787">
                  <c:v>6.2560399999999996</c:v>
                </c:pt>
                <c:pt idx="8788">
                  <c:v>6.2563399999999998</c:v>
                </c:pt>
                <c:pt idx="8789">
                  <c:v>6.2566499999999996</c:v>
                </c:pt>
                <c:pt idx="8790">
                  <c:v>6.2569499999999998</c:v>
                </c:pt>
                <c:pt idx="8791">
                  <c:v>6.2572599999999996</c:v>
                </c:pt>
                <c:pt idx="8792">
                  <c:v>6.2575599999999998</c:v>
                </c:pt>
                <c:pt idx="8793">
                  <c:v>6.2578699999999996</c:v>
                </c:pt>
                <c:pt idx="8794">
                  <c:v>6.2581699999999998</c:v>
                </c:pt>
                <c:pt idx="8795">
                  <c:v>6.2584799999999996</c:v>
                </c:pt>
                <c:pt idx="8796">
                  <c:v>6.2587799999999998</c:v>
                </c:pt>
                <c:pt idx="8797">
                  <c:v>6.2590899999999996</c:v>
                </c:pt>
                <c:pt idx="8798">
                  <c:v>6.2594000000000003</c:v>
                </c:pt>
                <c:pt idx="8799">
                  <c:v>6.2596999999999996</c:v>
                </c:pt>
                <c:pt idx="8800">
                  <c:v>6.2600100000000003</c:v>
                </c:pt>
                <c:pt idx="8801">
                  <c:v>6.2603099999999996</c:v>
                </c:pt>
                <c:pt idx="8802">
                  <c:v>6.2606200000000003</c:v>
                </c:pt>
                <c:pt idx="8803">
                  <c:v>6.2609199999999996</c:v>
                </c:pt>
                <c:pt idx="8804">
                  <c:v>6.2612300000000003</c:v>
                </c:pt>
                <c:pt idx="8805">
                  <c:v>6.2615299999999996</c:v>
                </c:pt>
                <c:pt idx="8806">
                  <c:v>6.2618400000000003</c:v>
                </c:pt>
                <c:pt idx="8807">
                  <c:v>6.2621399999999996</c:v>
                </c:pt>
                <c:pt idx="8808">
                  <c:v>6.2624500000000003</c:v>
                </c:pt>
                <c:pt idx="8809">
                  <c:v>6.2627499999999996</c:v>
                </c:pt>
                <c:pt idx="8810">
                  <c:v>6.2630600000000003</c:v>
                </c:pt>
                <c:pt idx="8811">
                  <c:v>6.2633700000000001</c:v>
                </c:pt>
                <c:pt idx="8812">
                  <c:v>6.2636700000000003</c:v>
                </c:pt>
                <c:pt idx="8813">
                  <c:v>6.2639800000000001</c:v>
                </c:pt>
                <c:pt idx="8814">
                  <c:v>6.2642800000000003</c:v>
                </c:pt>
                <c:pt idx="8815">
                  <c:v>6.2645900000000001</c:v>
                </c:pt>
                <c:pt idx="8816">
                  <c:v>6.2648900000000003</c:v>
                </c:pt>
                <c:pt idx="8817">
                  <c:v>6.2652000000000001</c:v>
                </c:pt>
                <c:pt idx="8818">
                  <c:v>6.2655000000000003</c:v>
                </c:pt>
                <c:pt idx="8819">
                  <c:v>6.2658100000000001</c:v>
                </c:pt>
                <c:pt idx="8820">
                  <c:v>6.2661100000000003</c:v>
                </c:pt>
                <c:pt idx="8821">
                  <c:v>6.2664200000000001</c:v>
                </c:pt>
                <c:pt idx="8822">
                  <c:v>6.2667200000000003</c:v>
                </c:pt>
                <c:pt idx="8823">
                  <c:v>6.2670300000000001</c:v>
                </c:pt>
                <c:pt idx="8824">
                  <c:v>6.2673399999999999</c:v>
                </c:pt>
                <c:pt idx="8825">
                  <c:v>6.2676400000000001</c:v>
                </c:pt>
                <c:pt idx="8826">
                  <c:v>6.2679499999999999</c:v>
                </c:pt>
                <c:pt idx="8827">
                  <c:v>6.2682500000000001</c:v>
                </c:pt>
                <c:pt idx="8828">
                  <c:v>6.2685599999999999</c:v>
                </c:pt>
                <c:pt idx="8829">
                  <c:v>6.2688600000000001</c:v>
                </c:pt>
                <c:pt idx="8830">
                  <c:v>6.2691699999999999</c:v>
                </c:pt>
                <c:pt idx="8831">
                  <c:v>6.2694700000000001</c:v>
                </c:pt>
                <c:pt idx="8832">
                  <c:v>6.2697799999999999</c:v>
                </c:pt>
                <c:pt idx="8833">
                  <c:v>6.2700800000000001</c:v>
                </c:pt>
                <c:pt idx="8834">
                  <c:v>6.2703899999999999</c:v>
                </c:pt>
                <c:pt idx="8835">
                  <c:v>6.2706900000000001</c:v>
                </c:pt>
                <c:pt idx="8836">
                  <c:v>6.2709999999999999</c:v>
                </c:pt>
                <c:pt idx="8837">
                  <c:v>6.2713099999999997</c:v>
                </c:pt>
                <c:pt idx="8838">
                  <c:v>6.2716099999999999</c:v>
                </c:pt>
                <c:pt idx="8839">
                  <c:v>6.2719199999999997</c:v>
                </c:pt>
                <c:pt idx="8840">
                  <c:v>6.2722199999999999</c:v>
                </c:pt>
                <c:pt idx="8841">
                  <c:v>6.2725299999999997</c:v>
                </c:pt>
                <c:pt idx="8842">
                  <c:v>6.2728299999999999</c:v>
                </c:pt>
                <c:pt idx="8843">
                  <c:v>6.2731399999999997</c:v>
                </c:pt>
                <c:pt idx="8844">
                  <c:v>6.2734399999999999</c:v>
                </c:pt>
                <c:pt idx="8845">
                  <c:v>6.2737499999999997</c:v>
                </c:pt>
                <c:pt idx="8846">
                  <c:v>6.2740499999999999</c:v>
                </c:pt>
                <c:pt idx="8847">
                  <c:v>6.2743599999999997</c:v>
                </c:pt>
                <c:pt idx="8848">
                  <c:v>6.2746599999999999</c:v>
                </c:pt>
                <c:pt idx="8849">
                  <c:v>6.2749699999999997</c:v>
                </c:pt>
                <c:pt idx="8850">
                  <c:v>6.2752800000000004</c:v>
                </c:pt>
                <c:pt idx="8851">
                  <c:v>6.2755799999999997</c:v>
                </c:pt>
                <c:pt idx="8852">
                  <c:v>6.2758900000000004</c:v>
                </c:pt>
                <c:pt idx="8853">
                  <c:v>6.2761899999999997</c:v>
                </c:pt>
                <c:pt idx="8854">
                  <c:v>6.2765000000000004</c:v>
                </c:pt>
                <c:pt idx="8855">
                  <c:v>6.2767999999999997</c:v>
                </c:pt>
                <c:pt idx="8856">
                  <c:v>6.2771100000000004</c:v>
                </c:pt>
                <c:pt idx="8857">
                  <c:v>6.2774099999999997</c:v>
                </c:pt>
                <c:pt idx="8858">
                  <c:v>6.2777200000000004</c:v>
                </c:pt>
                <c:pt idx="8859">
                  <c:v>6.2780199999999997</c:v>
                </c:pt>
                <c:pt idx="8860">
                  <c:v>6.2783300000000004</c:v>
                </c:pt>
                <c:pt idx="8861">
                  <c:v>6.2786400000000002</c:v>
                </c:pt>
                <c:pt idx="8862">
                  <c:v>6.2789400000000004</c:v>
                </c:pt>
                <c:pt idx="8863">
                  <c:v>6.2792500000000002</c:v>
                </c:pt>
                <c:pt idx="8864">
                  <c:v>6.2795500000000004</c:v>
                </c:pt>
                <c:pt idx="8865">
                  <c:v>6.2798600000000002</c:v>
                </c:pt>
                <c:pt idx="8866">
                  <c:v>6.2801600000000004</c:v>
                </c:pt>
                <c:pt idx="8867">
                  <c:v>6.2804700000000002</c:v>
                </c:pt>
                <c:pt idx="8868">
                  <c:v>6.2807700000000004</c:v>
                </c:pt>
                <c:pt idx="8869">
                  <c:v>6.2810800000000002</c:v>
                </c:pt>
                <c:pt idx="8870">
                  <c:v>6.2813800000000004</c:v>
                </c:pt>
                <c:pt idx="8871">
                  <c:v>6.2816900000000002</c:v>
                </c:pt>
                <c:pt idx="8872">
                  <c:v>6.2819900000000004</c:v>
                </c:pt>
                <c:pt idx="8873">
                  <c:v>6.2823000000000002</c:v>
                </c:pt>
                <c:pt idx="8874">
                  <c:v>6.28261</c:v>
                </c:pt>
                <c:pt idx="8875">
                  <c:v>6.2829100000000002</c:v>
                </c:pt>
                <c:pt idx="8876">
                  <c:v>6.28322</c:v>
                </c:pt>
                <c:pt idx="8877">
                  <c:v>6.2835200000000002</c:v>
                </c:pt>
                <c:pt idx="8878">
                  <c:v>6.28383</c:v>
                </c:pt>
                <c:pt idx="8879">
                  <c:v>6.2841300000000002</c:v>
                </c:pt>
                <c:pt idx="8880">
                  <c:v>6.28444</c:v>
                </c:pt>
                <c:pt idx="8881">
                  <c:v>6.2847400000000002</c:v>
                </c:pt>
                <c:pt idx="8882">
                  <c:v>6.28505</c:v>
                </c:pt>
                <c:pt idx="8883">
                  <c:v>6.2853500000000002</c:v>
                </c:pt>
                <c:pt idx="8884">
                  <c:v>6.28566</c:v>
                </c:pt>
                <c:pt idx="8885">
                  <c:v>6.2859600000000002</c:v>
                </c:pt>
                <c:pt idx="8886">
                  <c:v>6.28627</c:v>
                </c:pt>
                <c:pt idx="8887">
                  <c:v>6.2865799999999998</c:v>
                </c:pt>
                <c:pt idx="8888">
                  <c:v>6.28688</c:v>
                </c:pt>
                <c:pt idx="8889">
                  <c:v>6.2871899999999998</c:v>
                </c:pt>
                <c:pt idx="8890">
                  <c:v>6.28749</c:v>
                </c:pt>
                <c:pt idx="8891">
                  <c:v>6.2877999999999998</c:v>
                </c:pt>
                <c:pt idx="8892">
                  <c:v>6.2881</c:v>
                </c:pt>
                <c:pt idx="8893">
                  <c:v>6.2884099999999998</c:v>
                </c:pt>
                <c:pt idx="8894">
                  <c:v>6.28871</c:v>
                </c:pt>
                <c:pt idx="8895">
                  <c:v>6.2890199999999998</c:v>
                </c:pt>
                <c:pt idx="8896">
                  <c:v>6.28932</c:v>
                </c:pt>
                <c:pt idx="8897">
                  <c:v>6.2896299999999998</c:v>
                </c:pt>
                <c:pt idx="8898">
                  <c:v>6.28993</c:v>
                </c:pt>
                <c:pt idx="8899">
                  <c:v>6.2902399999999998</c:v>
                </c:pt>
                <c:pt idx="8900">
                  <c:v>6.2905499999999996</c:v>
                </c:pt>
                <c:pt idx="8901">
                  <c:v>6.2908499999999998</c:v>
                </c:pt>
                <c:pt idx="8902">
                  <c:v>6.2911599999999996</c:v>
                </c:pt>
                <c:pt idx="8903">
                  <c:v>6.2914599999999998</c:v>
                </c:pt>
                <c:pt idx="8904">
                  <c:v>6.2917699999999996</c:v>
                </c:pt>
                <c:pt idx="8905">
                  <c:v>6.2920699999999998</c:v>
                </c:pt>
                <c:pt idx="8906">
                  <c:v>6.2923799999999996</c:v>
                </c:pt>
                <c:pt idx="8907">
                  <c:v>6.2926799999999998</c:v>
                </c:pt>
                <c:pt idx="8908">
                  <c:v>6.2929899999999996</c:v>
                </c:pt>
                <c:pt idx="8909">
                  <c:v>6.2932899999999998</c:v>
                </c:pt>
                <c:pt idx="8910">
                  <c:v>6.2935999999999996</c:v>
                </c:pt>
                <c:pt idx="8911">
                  <c:v>6.2938999999999998</c:v>
                </c:pt>
                <c:pt idx="8912">
                  <c:v>6.2942099999999996</c:v>
                </c:pt>
                <c:pt idx="8913">
                  <c:v>6.2945200000000003</c:v>
                </c:pt>
                <c:pt idx="8914">
                  <c:v>6.2948199999999996</c:v>
                </c:pt>
                <c:pt idx="8915">
                  <c:v>6.2951300000000003</c:v>
                </c:pt>
                <c:pt idx="8916">
                  <c:v>6.2954299999999996</c:v>
                </c:pt>
                <c:pt idx="8917">
                  <c:v>6.2957400000000003</c:v>
                </c:pt>
                <c:pt idx="8918">
                  <c:v>6.2960399999999996</c:v>
                </c:pt>
                <c:pt idx="8919">
                  <c:v>6.2963500000000003</c:v>
                </c:pt>
                <c:pt idx="8920">
                  <c:v>6.2966499999999996</c:v>
                </c:pt>
                <c:pt idx="8921">
                  <c:v>6.2969600000000003</c:v>
                </c:pt>
                <c:pt idx="8922">
                  <c:v>6.2972599999999996</c:v>
                </c:pt>
                <c:pt idx="8923">
                  <c:v>6.2975700000000003</c:v>
                </c:pt>
                <c:pt idx="8924">
                  <c:v>6.2978800000000001</c:v>
                </c:pt>
                <c:pt idx="8925">
                  <c:v>6.2981800000000003</c:v>
                </c:pt>
                <c:pt idx="8926">
                  <c:v>6.2984900000000001</c:v>
                </c:pt>
                <c:pt idx="8927">
                  <c:v>6.2987900000000003</c:v>
                </c:pt>
                <c:pt idx="8928">
                  <c:v>6.2991000000000001</c:v>
                </c:pt>
                <c:pt idx="8929">
                  <c:v>6.2994000000000003</c:v>
                </c:pt>
                <c:pt idx="8930">
                  <c:v>6.2997100000000001</c:v>
                </c:pt>
                <c:pt idx="8931">
                  <c:v>6.3000100000000003</c:v>
                </c:pt>
                <c:pt idx="8932">
                  <c:v>6.3003200000000001</c:v>
                </c:pt>
                <c:pt idx="8933">
                  <c:v>6.3006200000000003</c:v>
                </c:pt>
                <c:pt idx="8934">
                  <c:v>6.3009300000000001</c:v>
                </c:pt>
                <c:pt idx="8935">
                  <c:v>6.3012300000000003</c:v>
                </c:pt>
                <c:pt idx="8936">
                  <c:v>6.3015400000000001</c:v>
                </c:pt>
                <c:pt idx="8937">
                  <c:v>6.30185</c:v>
                </c:pt>
                <c:pt idx="8938">
                  <c:v>6.3021500000000001</c:v>
                </c:pt>
                <c:pt idx="8939">
                  <c:v>6.30246</c:v>
                </c:pt>
                <c:pt idx="8940">
                  <c:v>6.3027600000000001</c:v>
                </c:pt>
                <c:pt idx="8941">
                  <c:v>6.30307</c:v>
                </c:pt>
                <c:pt idx="8942">
                  <c:v>6.3033700000000001</c:v>
                </c:pt>
                <c:pt idx="8943">
                  <c:v>6.3036799999999999</c:v>
                </c:pt>
                <c:pt idx="8944">
                  <c:v>6.3039800000000001</c:v>
                </c:pt>
                <c:pt idx="8945">
                  <c:v>6.3042899999999999</c:v>
                </c:pt>
                <c:pt idx="8946">
                  <c:v>6.3045900000000001</c:v>
                </c:pt>
                <c:pt idx="8947">
                  <c:v>6.3048999999999999</c:v>
                </c:pt>
                <c:pt idx="8948">
                  <c:v>6.3052000000000001</c:v>
                </c:pt>
                <c:pt idx="8949">
                  <c:v>6.3055099999999999</c:v>
                </c:pt>
                <c:pt idx="8950">
                  <c:v>6.3058199999999998</c:v>
                </c:pt>
                <c:pt idx="8951">
                  <c:v>6.3061199999999999</c:v>
                </c:pt>
                <c:pt idx="8952">
                  <c:v>6.3064299999999998</c:v>
                </c:pt>
                <c:pt idx="8953">
                  <c:v>6.3067299999999999</c:v>
                </c:pt>
                <c:pt idx="8954">
                  <c:v>6.3070399999999998</c:v>
                </c:pt>
                <c:pt idx="8955">
                  <c:v>6.3073399999999999</c:v>
                </c:pt>
                <c:pt idx="8956">
                  <c:v>6.3076499999999998</c:v>
                </c:pt>
                <c:pt idx="8957">
                  <c:v>6.3079499999999999</c:v>
                </c:pt>
                <c:pt idx="8958">
                  <c:v>6.3082599999999998</c:v>
                </c:pt>
                <c:pt idx="8959">
                  <c:v>6.3085599999999999</c:v>
                </c:pt>
                <c:pt idx="8960">
                  <c:v>6.3088699999999998</c:v>
                </c:pt>
                <c:pt idx="8961">
                  <c:v>6.3091699999999999</c:v>
                </c:pt>
                <c:pt idx="8962">
                  <c:v>6.3094799999999998</c:v>
                </c:pt>
                <c:pt idx="8963">
                  <c:v>6.3097899999999996</c:v>
                </c:pt>
                <c:pt idx="8964">
                  <c:v>6.3100899999999998</c:v>
                </c:pt>
                <c:pt idx="8965">
                  <c:v>6.3103999999999996</c:v>
                </c:pt>
                <c:pt idx="8966">
                  <c:v>6.3106999999999998</c:v>
                </c:pt>
                <c:pt idx="8967">
                  <c:v>6.3110099999999996</c:v>
                </c:pt>
                <c:pt idx="8968">
                  <c:v>6.3113099999999998</c:v>
                </c:pt>
                <c:pt idx="8969">
                  <c:v>6.3116199999999996</c:v>
                </c:pt>
                <c:pt idx="8970">
                  <c:v>6.3119199999999998</c:v>
                </c:pt>
                <c:pt idx="8971">
                  <c:v>6.3122299999999996</c:v>
                </c:pt>
                <c:pt idx="8972">
                  <c:v>6.3125299999999998</c:v>
                </c:pt>
                <c:pt idx="8973">
                  <c:v>6.3128399999999996</c:v>
                </c:pt>
                <c:pt idx="8974">
                  <c:v>6.3131500000000003</c:v>
                </c:pt>
                <c:pt idx="8975">
                  <c:v>6.3134499999999996</c:v>
                </c:pt>
                <c:pt idx="8976">
                  <c:v>6.3137600000000003</c:v>
                </c:pt>
                <c:pt idx="8977">
                  <c:v>6.3140599999999996</c:v>
                </c:pt>
                <c:pt idx="8978">
                  <c:v>6.3143700000000003</c:v>
                </c:pt>
                <c:pt idx="8979">
                  <c:v>6.3146699999999996</c:v>
                </c:pt>
                <c:pt idx="8980">
                  <c:v>6.3149800000000003</c:v>
                </c:pt>
                <c:pt idx="8981">
                  <c:v>6.3152799999999996</c:v>
                </c:pt>
                <c:pt idx="8982">
                  <c:v>6.3155900000000003</c:v>
                </c:pt>
                <c:pt idx="8983">
                  <c:v>6.3158899999999996</c:v>
                </c:pt>
                <c:pt idx="8984">
                  <c:v>6.3162000000000003</c:v>
                </c:pt>
                <c:pt idx="8985">
                  <c:v>6.3164999999999996</c:v>
                </c:pt>
                <c:pt idx="8986">
                  <c:v>6.3168100000000003</c:v>
                </c:pt>
                <c:pt idx="8987">
                  <c:v>6.3171200000000001</c:v>
                </c:pt>
                <c:pt idx="8988">
                  <c:v>6.3174200000000003</c:v>
                </c:pt>
                <c:pt idx="8989">
                  <c:v>6.3177300000000001</c:v>
                </c:pt>
                <c:pt idx="8990">
                  <c:v>6.3180300000000003</c:v>
                </c:pt>
                <c:pt idx="8991">
                  <c:v>6.3183400000000001</c:v>
                </c:pt>
                <c:pt idx="8992">
                  <c:v>6.3186400000000003</c:v>
                </c:pt>
                <c:pt idx="8993">
                  <c:v>6.3189500000000001</c:v>
                </c:pt>
                <c:pt idx="8994">
                  <c:v>6.3192500000000003</c:v>
                </c:pt>
                <c:pt idx="8995">
                  <c:v>6.3195600000000001</c:v>
                </c:pt>
                <c:pt idx="8996">
                  <c:v>6.3198600000000003</c:v>
                </c:pt>
                <c:pt idx="8997">
                  <c:v>6.3201700000000001</c:v>
                </c:pt>
                <c:pt idx="8998">
                  <c:v>6.3204700000000003</c:v>
                </c:pt>
                <c:pt idx="8999">
                  <c:v>6.3207800000000001</c:v>
                </c:pt>
                <c:pt idx="9000">
                  <c:v>6.3210899999999999</c:v>
                </c:pt>
                <c:pt idx="9001">
                  <c:v>6.3213900000000001</c:v>
                </c:pt>
                <c:pt idx="9002">
                  <c:v>6.3216999999999999</c:v>
                </c:pt>
                <c:pt idx="9003">
                  <c:v>6.3220000000000001</c:v>
                </c:pt>
                <c:pt idx="9004">
                  <c:v>6.3223099999999999</c:v>
                </c:pt>
                <c:pt idx="9005">
                  <c:v>6.3226100000000001</c:v>
                </c:pt>
                <c:pt idx="9006">
                  <c:v>6.3229199999999999</c:v>
                </c:pt>
                <c:pt idx="9007">
                  <c:v>6.3232200000000001</c:v>
                </c:pt>
                <c:pt idx="9008">
                  <c:v>6.3235299999999999</c:v>
                </c:pt>
                <c:pt idx="9009">
                  <c:v>6.3238300000000001</c:v>
                </c:pt>
                <c:pt idx="9010">
                  <c:v>6.3241399999999999</c:v>
                </c:pt>
                <c:pt idx="9011">
                  <c:v>6.3244400000000001</c:v>
                </c:pt>
                <c:pt idx="9012">
                  <c:v>6.3247499999999999</c:v>
                </c:pt>
                <c:pt idx="9013">
                  <c:v>6.3250599999999997</c:v>
                </c:pt>
                <c:pt idx="9014">
                  <c:v>6.3253599999999999</c:v>
                </c:pt>
                <c:pt idx="9015">
                  <c:v>6.3256699999999997</c:v>
                </c:pt>
                <c:pt idx="9016">
                  <c:v>6.3259699999999999</c:v>
                </c:pt>
                <c:pt idx="9017">
                  <c:v>6.3262799999999997</c:v>
                </c:pt>
                <c:pt idx="9018">
                  <c:v>6.3265799999999999</c:v>
                </c:pt>
                <c:pt idx="9019">
                  <c:v>6.3268899999999997</c:v>
                </c:pt>
                <c:pt idx="9020">
                  <c:v>6.3271899999999999</c:v>
                </c:pt>
                <c:pt idx="9021">
                  <c:v>6.3274999999999997</c:v>
                </c:pt>
                <c:pt idx="9022">
                  <c:v>6.3277999999999999</c:v>
                </c:pt>
                <c:pt idx="9023">
                  <c:v>6.3281099999999997</c:v>
                </c:pt>
                <c:pt idx="9024">
                  <c:v>6.3284099999999999</c:v>
                </c:pt>
                <c:pt idx="9025">
                  <c:v>6.3287199999999997</c:v>
                </c:pt>
                <c:pt idx="9026">
                  <c:v>6.3290300000000004</c:v>
                </c:pt>
                <c:pt idx="9027">
                  <c:v>6.3293299999999997</c:v>
                </c:pt>
                <c:pt idx="9028">
                  <c:v>6.3296400000000004</c:v>
                </c:pt>
                <c:pt idx="9029">
                  <c:v>6.3299399999999997</c:v>
                </c:pt>
                <c:pt idx="9030">
                  <c:v>6.3302500000000004</c:v>
                </c:pt>
                <c:pt idx="9031">
                  <c:v>6.3305499999999997</c:v>
                </c:pt>
                <c:pt idx="9032">
                  <c:v>6.3308600000000004</c:v>
                </c:pt>
                <c:pt idx="9033">
                  <c:v>6.3311599999999997</c:v>
                </c:pt>
                <c:pt idx="9034">
                  <c:v>6.3314700000000004</c:v>
                </c:pt>
                <c:pt idx="9035">
                  <c:v>6.3317699999999997</c:v>
                </c:pt>
                <c:pt idx="9036">
                  <c:v>6.3320800000000004</c:v>
                </c:pt>
                <c:pt idx="9037">
                  <c:v>6.3323900000000002</c:v>
                </c:pt>
                <c:pt idx="9038">
                  <c:v>6.3326900000000004</c:v>
                </c:pt>
                <c:pt idx="9039">
                  <c:v>6.3330000000000002</c:v>
                </c:pt>
                <c:pt idx="9040">
                  <c:v>6.3333000000000004</c:v>
                </c:pt>
                <c:pt idx="9041">
                  <c:v>6.3336100000000002</c:v>
                </c:pt>
                <c:pt idx="9042">
                  <c:v>6.3339100000000004</c:v>
                </c:pt>
                <c:pt idx="9043">
                  <c:v>6.3342200000000002</c:v>
                </c:pt>
                <c:pt idx="9044">
                  <c:v>6.3345200000000004</c:v>
                </c:pt>
                <c:pt idx="9045">
                  <c:v>6.3348300000000002</c:v>
                </c:pt>
                <c:pt idx="9046">
                  <c:v>6.3351300000000004</c:v>
                </c:pt>
                <c:pt idx="9047">
                  <c:v>6.3354400000000002</c:v>
                </c:pt>
                <c:pt idx="9048">
                  <c:v>6.3357400000000004</c:v>
                </c:pt>
                <c:pt idx="9049">
                  <c:v>6.3360500000000002</c:v>
                </c:pt>
                <c:pt idx="9050">
                  <c:v>6.33636</c:v>
                </c:pt>
                <c:pt idx="9051">
                  <c:v>6.3366600000000002</c:v>
                </c:pt>
                <c:pt idx="9052">
                  <c:v>6.33697</c:v>
                </c:pt>
                <c:pt idx="9053">
                  <c:v>6.3372700000000002</c:v>
                </c:pt>
                <c:pt idx="9054">
                  <c:v>6.33758</c:v>
                </c:pt>
                <c:pt idx="9055">
                  <c:v>6.3378800000000002</c:v>
                </c:pt>
                <c:pt idx="9056">
                  <c:v>6.33819</c:v>
                </c:pt>
                <c:pt idx="9057">
                  <c:v>6.3384900000000002</c:v>
                </c:pt>
                <c:pt idx="9058">
                  <c:v>6.3388</c:v>
                </c:pt>
                <c:pt idx="9059">
                  <c:v>6.3391000000000002</c:v>
                </c:pt>
                <c:pt idx="9060">
                  <c:v>6.33941</c:v>
                </c:pt>
                <c:pt idx="9061">
                  <c:v>6.3397100000000002</c:v>
                </c:pt>
                <c:pt idx="9062">
                  <c:v>6.34002</c:v>
                </c:pt>
                <c:pt idx="9063">
                  <c:v>6.3403299999999998</c:v>
                </c:pt>
                <c:pt idx="9064">
                  <c:v>6.34063</c:v>
                </c:pt>
                <c:pt idx="9065">
                  <c:v>6.3409399999999998</c:v>
                </c:pt>
                <c:pt idx="9066">
                  <c:v>6.34124</c:v>
                </c:pt>
                <c:pt idx="9067">
                  <c:v>6.3415499999999998</c:v>
                </c:pt>
                <c:pt idx="9068">
                  <c:v>6.34185</c:v>
                </c:pt>
                <c:pt idx="9069">
                  <c:v>6.3421599999999998</c:v>
                </c:pt>
                <c:pt idx="9070">
                  <c:v>6.34246</c:v>
                </c:pt>
                <c:pt idx="9071">
                  <c:v>6.3427699999999998</c:v>
                </c:pt>
                <c:pt idx="9072">
                  <c:v>6.34307</c:v>
                </c:pt>
                <c:pt idx="9073">
                  <c:v>6.3433799999999998</c:v>
                </c:pt>
                <c:pt idx="9074">
                  <c:v>6.34368</c:v>
                </c:pt>
                <c:pt idx="9075">
                  <c:v>6.3439899999999998</c:v>
                </c:pt>
                <c:pt idx="9076">
                  <c:v>6.3442999999999996</c:v>
                </c:pt>
                <c:pt idx="9077">
                  <c:v>6.3445999999999998</c:v>
                </c:pt>
                <c:pt idx="9078">
                  <c:v>6.3449099999999996</c:v>
                </c:pt>
                <c:pt idx="9079">
                  <c:v>6.3452099999999998</c:v>
                </c:pt>
                <c:pt idx="9080">
                  <c:v>6.3455199999999996</c:v>
                </c:pt>
                <c:pt idx="9081">
                  <c:v>6.3458199999999998</c:v>
                </c:pt>
                <c:pt idx="9082">
                  <c:v>6.3461299999999996</c:v>
                </c:pt>
                <c:pt idx="9083">
                  <c:v>6.3464299999999998</c:v>
                </c:pt>
                <c:pt idx="9084">
                  <c:v>6.3467399999999996</c:v>
                </c:pt>
                <c:pt idx="9085">
                  <c:v>6.3470399999999998</c:v>
                </c:pt>
                <c:pt idx="9086">
                  <c:v>6.3473499999999996</c:v>
                </c:pt>
                <c:pt idx="9087">
                  <c:v>6.3476499999999998</c:v>
                </c:pt>
                <c:pt idx="9088">
                  <c:v>6.3479599999999996</c:v>
                </c:pt>
                <c:pt idx="9089">
                  <c:v>6.3482700000000003</c:v>
                </c:pt>
                <c:pt idx="9090">
                  <c:v>6.3485699999999996</c:v>
                </c:pt>
                <c:pt idx="9091">
                  <c:v>6.3488800000000003</c:v>
                </c:pt>
                <c:pt idx="9092">
                  <c:v>6.3491799999999996</c:v>
                </c:pt>
                <c:pt idx="9093">
                  <c:v>6.3494900000000003</c:v>
                </c:pt>
                <c:pt idx="9094">
                  <c:v>6.3497899999999996</c:v>
                </c:pt>
                <c:pt idx="9095">
                  <c:v>6.3501000000000003</c:v>
                </c:pt>
                <c:pt idx="9096">
                  <c:v>6.3503999999999996</c:v>
                </c:pt>
                <c:pt idx="9097">
                  <c:v>6.3507100000000003</c:v>
                </c:pt>
                <c:pt idx="9098">
                  <c:v>6.3510099999999996</c:v>
                </c:pt>
                <c:pt idx="9099">
                  <c:v>6.3513200000000003</c:v>
                </c:pt>
                <c:pt idx="9100">
                  <c:v>6.3516300000000001</c:v>
                </c:pt>
                <c:pt idx="9101">
                  <c:v>6.3519300000000003</c:v>
                </c:pt>
                <c:pt idx="9102">
                  <c:v>6.3522400000000001</c:v>
                </c:pt>
                <c:pt idx="9103">
                  <c:v>6.3525400000000003</c:v>
                </c:pt>
                <c:pt idx="9104">
                  <c:v>6.3528500000000001</c:v>
                </c:pt>
                <c:pt idx="9105">
                  <c:v>6.3531500000000003</c:v>
                </c:pt>
                <c:pt idx="9106">
                  <c:v>6.3534600000000001</c:v>
                </c:pt>
                <c:pt idx="9107">
                  <c:v>6.3537600000000003</c:v>
                </c:pt>
                <c:pt idx="9108">
                  <c:v>6.3540700000000001</c:v>
                </c:pt>
                <c:pt idx="9109">
                  <c:v>6.3543700000000003</c:v>
                </c:pt>
                <c:pt idx="9110">
                  <c:v>6.3546800000000001</c:v>
                </c:pt>
                <c:pt idx="9111">
                  <c:v>6.3549800000000003</c:v>
                </c:pt>
                <c:pt idx="9112">
                  <c:v>6.3552900000000001</c:v>
                </c:pt>
                <c:pt idx="9113">
                  <c:v>6.3555999999999999</c:v>
                </c:pt>
                <c:pt idx="9114">
                  <c:v>6.3559000000000001</c:v>
                </c:pt>
                <c:pt idx="9115">
                  <c:v>6.3562099999999999</c:v>
                </c:pt>
                <c:pt idx="9116">
                  <c:v>6.3565100000000001</c:v>
                </c:pt>
                <c:pt idx="9117">
                  <c:v>6.3568199999999999</c:v>
                </c:pt>
                <c:pt idx="9118">
                  <c:v>6.3571200000000001</c:v>
                </c:pt>
                <c:pt idx="9119">
                  <c:v>6.3574299999999999</c:v>
                </c:pt>
                <c:pt idx="9120">
                  <c:v>6.3577300000000001</c:v>
                </c:pt>
                <c:pt idx="9121">
                  <c:v>6.3580399999999999</c:v>
                </c:pt>
                <c:pt idx="9122">
                  <c:v>6.3583400000000001</c:v>
                </c:pt>
                <c:pt idx="9123">
                  <c:v>6.3586499999999999</c:v>
                </c:pt>
                <c:pt idx="9124">
                  <c:v>6.3589500000000001</c:v>
                </c:pt>
                <c:pt idx="9125">
                  <c:v>6.3592599999999999</c:v>
                </c:pt>
                <c:pt idx="9126">
                  <c:v>6.3595699999999997</c:v>
                </c:pt>
                <c:pt idx="9127">
                  <c:v>6.3598699999999999</c:v>
                </c:pt>
                <c:pt idx="9128">
                  <c:v>6.3601799999999997</c:v>
                </c:pt>
                <c:pt idx="9129">
                  <c:v>6.3604799999999999</c:v>
                </c:pt>
                <c:pt idx="9130">
                  <c:v>6.3607899999999997</c:v>
                </c:pt>
                <c:pt idx="9131">
                  <c:v>6.3610899999999999</c:v>
                </c:pt>
                <c:pt idx="9132">
                  <c:v>6.3613999999999997</c:v>
                </c:pt>
                <c:pt idx="9133">
                  <c:v>6.3616999999999999</c:v>
                </c:pt>
                <c:pt idx="9134">
                  <c:v>6.3620099999999997</c:v>
                </c:pt>
                <c:pt idx="9135">
                  <c:v>6.3623099999999999</c:v>
                </c:pt>
                <c:pt idx="9136">
                  <c:v>6.3626199999999997</c:v>
                </c:pt>
                <c:pt idx="9137">
                  <c:v>6.3629199999999999</c:v>
                </c:pt>
                <c:pt idx="9138">
                  <c:v>6.3632299999999997</c:v>
                </c:pt>
                <c:pt idx="9139">
                  <c:v>6.3635400000000004</c:v>
                </c:pt>
                <c:pt idx="9140">
                  <c:v>6.3638399999999997</c:v>
                </c:pt>
                <c:pt idx="9141">
                  <c:v>6.3641500000000004</c:v>
                </c:pt>
                <c:pt idx="9142">
                  <c:v>6.3644499999999997</c:v>
                </c:pt>
                <c:pt idx="9143">
                  <c:v>6.3647600000000004</c:v>
                </c:pt>
                <c:pt idx="9144">
                  <c:v>6.3650599999999997</c:v>
                </c:pt>
                <c:pt idx="9145">
                  <c:v>6.3653700000000004</c:v>
                </c:pt>
                <c:pt idx="9146">
                  <c:v>6.3656699999999997</c:v>
                </c:pt>
                <c:pt idx="9147">
                  <c:v>6.3659800000000004</c:v>
                </c:pt>
                <c:pt idx="9148">
                  <c:v>6.3662799999999997</c:v>
                </c:pt>
                <c:pt idx="9149">
                  <c:v>6.3665900000000004</c:v>
                </c:pt>
                <c:pt idx="9150">
                  <c:v>6.3669000000000002</c:v>
                </c:pt>
                <c:pt idx="9151">
                  <c:v>6.3672000000000004</c:v>
                </c:pt>
                <c:pt idx="9152">
                  <c:v>6.3675100000000002</c:v>
                </c:pt>
                <c:pt idx="9153">
                  <c:v>6.3678100000000004</c:v>
                </c:pt>
                <c:pt idx="9154">
                  <c:v>6.3681200000000002</c:v>
                </c:pt>
                <c:pt idx="9155">
                  <c:v>6.3684200000000004</c:v>
                </c:pt>
                <c:pt idx="9156">
                  <c:v>6.3687300000000002</c:v>
                </c:pt>
                <c:pt idx="9157">
                  <c:v>6.3690300000000004</c:v>
                </c:pt>
                <c:pt idx="9158">
                  <c:v>6.3693400000000002</c:v>
                </c:pt>
                <c:pt idx="9159">
                  <c:v>6.3696400000000004</c:v>
                </c:pt>
                <c:pt idx="9160">
                  <c:v>6.3699500000000002</c:v>
                </c:pt>
                <c:pt idx="9161">
                  <c:v>6.3702500000000004</c:v>
                </c:pt>
                <c:pt idx="9162">
                  <c:v>6.3705600000000002</c:v>
                </c:pt>
                <c:pt idx="9163">
                  <c:v>6.37087</c:v>
                </c:pt>
                <c:pt idx="9164">
                  <c:v>6.3711700000000002</c:v>
                </c:pt>
                <c:pt idx="9165">
                  <c:v>6.37148</c:v>
                </c:pt>
                <c:pt idx="9166">
                  <c:v>6.3717800000000002</c:v>
                </c:pt>
                <c:pt idx="9167">
                  <c:v>6.37209</c:v>
                </c:pt>
                <c:pt idx="9168">
                  <c:v>6.3723900000000002</c:v>
                </c:pt>
                <c:pt idx="9169">
                  <c:v>6.3727</c:v>
                </c:pt>
                <c:pt idx="9170">
                  <c:v>6.3730000000000002</c:v>
                </c:pt>
                <c:pt idx="9171">
                  <c:v>6.37331</c:v>
                </c:pt>
                <c:pt idx="9172">
                  <c:v>6.3736100000000002</c:v>
                </c:pt>
                <c:pt idx="9173">
                  <c:v>6.37392</c:v>
                </c:pt>
                <c:pt idx="9174">
                  <c:v>6.3742200000000002</c:v>
                </c:pt>
                <c:pt idx="9175">
                  <c:v>6.37453</c:v>
                </c:pt>
                <c:pt idx="9176">
                  <c:v>6.3748399999999998</c:v>
                </c:pt>
                <c:pt idx="9177">
                  <c:v>6.37514</c:v>
                </c:pt>
                <c:pt idx="9178">
                  <c:v>6.3754499999999998</c:v>
                </c:pt>
                <c:pt idx="9179">
                  <c:v>6.37575</c:v>
                </c:pt>
                <c:pt idx="9180">
                  <c:v>6.3760599999999998</c:v>
                </c:pt>
                <c:pt idx="9181">
                  <c:v>6.37636</c:v>
                </c:pt>
                <c:pt idx="9182">
                  <c:v>6.3766699999999998</c:v>
                </c:pt>
                <c:pt idx="9183">
                  <c:v>6.37697</c:v>
                </c:pt>
                <c:pt idx="9184">
                  <c:v>6.3772799999999998</c:v>
                </c:pt>
                <c:pt idx="9185">
                  <c:v>6.37758</c:v>
                </c:pt>
                <c:pt idx="9186">
                  <c:v>6.3778899999999998</c:v>
                </c:pt>
                <c:pt idx="9187">
                  <c:v>6.37819</c:v>
                </c:pt>
                <c:pt idx="9188">
                  <c:v>6.3784999999999998</c:v>
                </c:pt>
                <c:pt idx="9189">
                  <c:v>6.3788099999999996</c:v>
                </c:pt>
                <c:pt idx="9190">
                  <c:v>6.3791099999999998</c:v>
                </c:pt>
                <c:pt idx="9191">
                  <c:v>6.3794199999999996</c:v>
                </c:pt>
                <c:pt idx="9192">
                  <c:v>6.3797199999999998</c:v>
                </c:pt>
                <c:pt idx="9193">
                  <c:v>6.3800299999999996</c:v>
                </c:pt>
                <c:pt idx="9194">
                  <c:v>6.3803299999999998</c:v>
                </c:pt>
                <c:pt idx="9195">
                  <c:v>6.3806399999999996</c:v>
                </c:pt>
                <c:pt idx="9196">
                  <c:v>6.3809399999999998</c:v>
                </c:pt>
                <c:pt idx="9197">
                  <c:v>6.3812499999999996</c:v>
                </c:pt>
                <c:pt idx="9198">
                  <c:v>6.3815499999999998</c:v>
                </c:pt>
                <c:pt idx="9199">
                  <c:v>6.3818599999999996</c:v>
                </c:pt>
                <c:pt idx="9200">
                  <c:v>6.3821599999999998</c:v>
                </c:pt>
                <c:pt idx="9201">
                  <c:v>6.3824699999999996</c:v>
                </c:pt>
                <c:pt idx="9202">
                  <c:v>6.3827800000000003</c:v>
                </c:pt>
                <c:pt idx="9203">
                  <c:v>6.3830799999999996</c:v>
                </c:pt>
                <c:pt idx="9204">
                  <c:v>6.3833900000000003</c:v>
                </c:pt>
                <c:pt idx="9205">
                  <c:v>6.3836899999999996</c:v>
                </c:pt>
                <c:pt idx="9206">
                  <c:v>6.3840000000000003</c:v>
                </c:pt>
                <c:pt idx="9207">
                  <c:v>6.3842999999999996</c:v>
                </c:pt>
                <c:pt idx="9208">
                  <c:v>6.3846100000000003</c:v>
                </c:pt>
                <c:pt idx="9209">
                  <c:v>6.3849099999999996</c:v>
                </c:pt>
                <c:pt idx="9210">
                  <c:v>6.3852200000000003</c:v>
                </c:pt>
                <c:pt idx="9211">
                  <c:v>6.3855199999999996</c:v>
                </c:pt>
                <c:pt idx="9212">
                  <c:v>6.3858300000000003</c:v>
                </c:pt>
                <c:pt idx="9213">
                  <c:v>6.3861400000000001</c:v>
                </c:pt>
                <c:pt idx="9214">
                  <c:v>6.3864400000000003</c:v>
                </c:pt>
                <c:pt idx="9215">
                  <c:v>6.3867500000000001</c:v>
                </c:pt>
                <c:pt idx="9216">
                  <c:v>6.3870500000000003</c:v>
                </c:pt>
                <c:pt idx="9217">
                  <c:v>6.3873600000000001</c:v>
                </c:pt>
                <c:pt idx="9218">
                  <c:v>6.3876600000000003</c:v>
                </c:pt>
                <c:pt idx="9219">
                  <c:v>6.3879700000000001</c:v>
                </c:pt>
                <c:pt idx="9220">
                  <c:v>6.3882700000000003</c:v>
                </c:pt>
                <c:pt idx="9221">
                  <c:v>6.3885800000000001</c:v>
                </c:pt>
                <c:pt idx="9222">
                  <c:v>6.3888800000000003</c:v>
                </c:pt>
                <c:pt idx="9223">
                  <c:v>6.3891900000000001</c:v>
                </c:pt>
                <c:pt idx="9224">
                  <c:v>6.3894900000000003</c:v>
                </c:pt>
                <c:pt idx="9225">
                  <c:v>6.3898000000000001</c:v>
                </c:pt>
                <c:pt idx="9226">
                  <c:v>6.39011</c:v>
                </c:pt>
                <c:pt idx="9227">
                  <c:v>6.3904100000000001</c:v>
                </c:pt>
                <c:pt idx="9228">
                  <c:v>6.39072</c:v>
                </c:pt>
                <c:pt idx="9229">
                  <c:v>6.3910200000000001</c:v>
                </c:pt>
                <c:pt idx="9230">
                  <c:v>6.39133</c:v>
                </c:pt>
                <c:pt idx="9231">
                  <c:v>6.3916300000000001</c:v>
                </c:pt>
                <c:pt idx="9232">
                  <c:v>6.39194</c:v>
                </c:pt>
                <c:pt idx="9233">
                  <c:v>6.3922400000000001</c:v>
                </c:pt>
                <c:pt idx="9234">
                  <c:v>6.39255</c:v>
                </c:pt>
                <c:pt idx="9235">
                  <c:v>6.3928500000000001</c:v>
                </c:pt>
                <c:pt idx="9236">
                  <c:v>6.39316</c:v>
                </c:pt>
                <c:pt idx="9237">
                  <c:v>6.3934600000000001</c:v>
                </c:pt>
                <c:pt idx="9238">
                  <c:v>6.39377</c:v>
                </c:pt>
                <c:pt idx="9239">
                  <c:v>6.3940799999999998</c:v>
                </c:pt>
                <c:pt idx="9240">
                  <c:v>6.39438</c:v>
                </c:pt>
                <c:pt idx="9241">
                  <c:v>6.3946899999999998</c:v>
                </c:pt>
                <c:pt idx="9242">
                  <c:v>6.39499</c:v>
                </c:pt>
                <c:pt idx="9243">
                  <c:v>6.3952999999999998</c:v>
                </c:pt>
                <c:pt idx="9244">
                  <c:v>6.3956</c:v>
                </c:pt>
                <c:pt idx="9245">
                  <c:v>6.3959099999999998</c:v>
                </c:pt>
                <c:pt idx="9246">
                  <c:v>6.39621</c:v>
                </c:pt>
                <c:pt idx="9247">
                  <c:v>6.3965199999999998</c:v>
                </c:pt>
                <c:pt idx="9248">
                  <c:v>6.39682</c:v>
                </c:pt>
                <c:pt idx="9249">
                  <c:v>6.3971299999999998</c:v>
                </c:pt>
                <c:pt idx="9250">
                  <c:v>6.3974299999999999</c:v>
                </c:pt>
                <c:pt idx="9251">
                  <c:v>6.3977399999999998</c:v>
                </c:pt>
                <c:pt idx="9252">
                  <c:v>6.3980499999999996</c:v>
                </c:pt>
                <c:pt idx="9253">
                  <c:v>6.3983499999999998</c:v>
                </c:pt>
                <c:pt idx="9254">
                  <c:v>6.3986599999999996</c:v>
                </c:pt>
                <c:pt idx="9255">
                  <c:v>6.3989599999999998</c:v>
                </c:pt>
                <c:pt idx="9256">
                  <c:v>6.3992699999999996</c:v>
                </c:pt>
                <c:pt idx="9257">
                  <c:v>6.3995699999999998</c:v>
                </c:pt>
                <c:pt idx="9258">
                  <c:v>6.3998799999999996</c:v>
                </c:pt>
                <c:pt idx="9259">
                  <c:v>6.4001799999999998</c:v>
                </c:pt>
                <c:pt idx="9260">
                  <c:v>6.4004899999999996</c:v>
                </c:pt>
                <c:pt idx="9261">
                  <c:v>6.4007899999999998</c:v>
                </c:pt>
                <c:pt idx="9262">
                  <c:v>6.4010999999999996</c:v>
                </c:pt>
                <c:pt idx="9263">
                  <c:v>6.4013999999999998</c:v>
                </c:pt>
                <c:pt idx="9264">
                  <c:v>6.4017099999999996</c:v>
                </c:pt>
                <c:pt idx="9265">
                  <c:v>6.4020200000000003</c:v>
                </c:pt>
                <c:pt idx="9266">
                  <c:v>6.4023199999999996</c:v>
                </c:pt>
                <c:pt idx="9267">
                  <c:v>6.4026300000000003</c:v>
                </c:pt>
                <c:pt idx="9268">
                  <c:v>6.4029299999999996</c:v>
                </c:pt>
                <c:pt idx="9269">
                  <c:v>6.4032400000000003</c:v>
                </c:pt>
                <c:pt idx="9270">
                  <c:v>6.4035399999999996</c:v>
                </c:pt>
                <c:pt idx="9271">
                  <c:v>6.4038500000000003</c:v>
                </c:pt>
                <c:pt idx="9272">
                  <c:v>6.4041499999999996</c:v>
                </c:pt>
                <c:pt idx="9273">
                  <c:v>6.4044600000000003</c:v>
                </c:pt>
                <c:pt idx="9274">
                  <c:v>6.4047599999999996</c:v>
                </c:pt>
                <c:pt idx="9275">
                  <c:v>6.4050700000000003</c:v>
                </c:pt>
                <c:pt idx="9276">
                  <c:v>6.4053800000000001</c:v>
                </c:pt>
                <c:pt idx="9277">
                  <c:v>6.4056800000000003</c:v>
                </c:pt>
                <c:pt idx="9278">
                  <c:v>6.4059900000000001</c:v>
                </c:pt>
                <c:pt idx="9279">
                  <c:v>6.4062900000000003</c:v>
                </c:pt>
                <c:pt idx="9280">
                  <c:v>6.4066000000000001</c:v>
                </c:pt>
                <c:pt idx="9281">
                  <c:v>6.4069000000000003</c:v>
                </c:pt>
                <c:pt idx="9282">
                  <c:v>6.4072100000000001</c:v>
                </c:pt>
                <c:pt idx="9283">
                  <c:v>6.4075100000000003</c:v>
                </c:pt>
                <c:pt idx="9284">
                  <c:v>6.4078200000000001</c:v>
                </c:pt>
                <c:pt idx="9285">
                  <c:v>6.4081200000000003</c:v>
                </c:pt>
                <c:pt idx="9286">
                  <c:v>6.4084300000000001</c:v>
                </c:pt>
                <c:pt idx="9287">
                  <c:v>6.4087300000000003</c:v>
                </c:pt>
                <c:pt idx="9288">
                  <c:v>6.4090400000000001</c:v>
                </c:pt>
                <c:pt idx="9289">
                  <c:v>6.4093499999999999</c:v>
                </c:pt>
                <c:pt idx="9290">
                  <c:v>6.4096500000000001</c:v>
                </c:pt>
                <c:pt idx="9291">
                  <c:v>6.4099599999999999</c:v>
                </c:pt>
                <c:pt idx="9292">
                  <c:v>6.4102600000000001</c:v>
                </c:pt>
                <c:pt idx="9293">
                  <c:v>6.4105699999999999</c:v>
                </c:pt>
                <c:pt idx="9294">
                  <c:v>6.4108700000000001</c:v>
                </c:pt>
                <c:pt idx="9295">
                  <c:v>6.4111799999999999</c:v>
                </c:pt>
                <c:pt idx="9296">
                  <c:v>6.4114800000000001</c:v>
                </c:pt>
                <c:pt idx="9297">
                  <c:v>6.4117899999999999</c:v>
                </c:pt>
                <c:pt idx="9298">
                  <c:v>6.4120900000000001</c:v>
                </c:pt>
                <c:pt idx="9299">
                  <c:v>6.4123999999999999</c:v>
                </c:pt>
                <c:pt idx="9300">
                  <c:v>6.4127000000000001</c:v>
                </c:pt>
                <c:pt idx="9301">
                  <c:v>6.4130099999999999</c:v>
                </c:pt>
                <c:pt idx="9302">
                  <c:v>6.4133199999999997</c:v>
                </c:pt>
                <c:pt idx="9303">
                  <c:v>6.4136199999999999</c:v>
                </c:pt>
                <c:pt idx="9304">
                  <c:v>6.4139299999999997</c:v>
                </c:pt>
                <c:pt idx="9305">
                  <c:v>6.4142299999999999</c:v>
                </c:pt>
                <c:pt idx="9306">
                  <c:v>6.4145399999999997</c:v>
                </c:pt>
                <c:pt idx="9307">
                  <c:v>6.4148399999999999</c:v>
                </c:pt>
                <c:pt idx="9308">
                  <c:v>6.4151499999999997</c:v>
                </c:pt>
                <c:pt idx="9309">
                  <c:v>6.4154499999999999</c:v>
                </c:pt>
                <c:pt idx="9310">
                  <c:v>6.4157599999999997</c:v>
                </c:pt>
                <c:pt idx="9311">
                  <c:v>6.4160599999999999</c:v>
                </c:pt>
                <c:pt idx="9312">
                  <c:v>6.4163699999999997</c:v>
                </c:pt>
                <c:pt idx="9313">
                  <c:v>6.4166699999999999</c:v>
                </c:pt>
                <c:pt idx="9314">
                  <c:v>6.4169799999999997</c:v>
                </c:pt>
                <c:pt idx="9315">
                  <c:v>6.4172900000000004</c:v>
                </c:pt>
                <c:pt idx="9316">
                  <c:v>6.4175899999999997</c:v>
                </c:pt>
                <c:pt idx="9317">
                  <c:v>6.4179000000000004</c:v>
                </c:pt>
                <c:pt idx="9318">
                  <c:v>6.4181999999999997</c:v>
                </c:pt>
                <c:pt idx="9319">
                  <c:v>6.4185100000000004</c:v>
                </c:pt>
                <c:pt idx="9320">
                  <c:v>6.4188099999999997</c:v>
                </c:pt>
                <c:pt idx="9321">
                  <c:v>6.4191200000000004</c:v>
                </c:pt>
                <c:pt idx="9322">
                  <c:v>6.4194199999999997</c:v>
                </c:pt>
                <c:pt idx="9323">
                  <c:v>6.4197300000000004</c:v>
                </c:pt>
                <c:pt idx="9324">
                  <c:v>6.4200299999999997</c:v>
                </c:pt>
                <c:pt idx="9325">
                  <c:v>6.4203400000000004</c:v>
                </c:pt>
                <c:pt idx="9326">
                  <c:v>6.4206500000000002</c:v>
                </c:pt>
                <c:pt idx="9327">
                  <c:v>6.4209500000000004</c:v>
                </c:pt>
                <c:pt idx="9328">
                  <c:v>6.4212600000000002</c:v>
                </c:pt>
                <c:pt idx="9329">
                  <c:v>6.4215600000000004</c:v>
                </c:pt>
                <c:pt idx="9330">
                  <c:v>6.4218700000000002</c:v>
                </c:pt>
                <c:pt idx="9331">
                  <c:v>6.4221700000000004</c:v>
                </c:pt>
                <c:pt idx="9332">
                  <c:v>6.4224800000000002</c:v>
                </c:pt>
                <c:pt idx="9333">
                  <c:v>6.4227800000000004</c:v>
                </c:pt>
                <c:pt idx="9334">
                  <c:v>6.4230900000000002</c:v>
                </c:pt>
                <c:pt idx="9335">
                  <c:v>6.4233900000000004</c:v>
                </c:pt>
                <c:pt idx="9336">
                  <c:v>6.4237000000000002</c:v>
                </c:pt>
                <c:pt idx="9337">
                  <c:v>6.4240000000000004</c:v>
                </c:pt>
                <c:pt idx="9338">
                  <c:v>6.4243100000000002</c:v>
                </c:pt>
                <c:pt idx="9339">
                  <c:v>6.42462</c:v>
                </c:pt>
                <c:pt idx="9340">
                  <c:v>6.4249200000000002</c:v>
                </c:pt>
                <c:pt idx="9341">
                  <c:v>6.42523</c:v>
                </c:pt>
                <c:pt idx="9342">
                  <c:v>6.4255300000000002</c:v>
                </c:pt>
                <c:pt idx="9343">
                  <c:v>6.42584</c:v>
                </c:pt>
                <c:pt idx="9344">
                  <c:v>6.4261400000000002</c:v>
                </c:pt>
                <c:pt idx="9345">
                  <c:v>6.42645</c:v>
                </c:pt>
                <c:pt idx="9346">
                  <c:v>6.4267500000000002</c:v>
                </c:pt>
                <c:pt idx="9347">
                  <c:v>6.42706</c:v>
                </c:pt>
                <c:pt idx="9348">
                  <c:v>6.4273600000000002</c:v>
                </c:pt>
                <c:pt idx="9349">
                  <c:v>6.42767</c:v>
                </c:pt>
                <c:pt idx="9350">
                  <c:v>6.4279700000000002</c:v>
                </c:pt>
                <c:pt idx="9351">
                  <c:v>6.42828</c:v>
                </c:pt>
                <c:pt idx="9352">
                  <c:v>6.4285899999999998</c:v>
                </c:pt>
                <c:pt idx="9353">
                  <c:v>6.42889</c:v>
                </c:pt>
                <c:pt idx="9354">
                  <c:v>6.4291999999999998</c:v>
                </c:pt>
                <c:pt idx="9355">
                  <c:v>6.4295</c:v>
                </c:pt>
                <c:pt idx="9356">
                  <c:v>6.4298099999999998</c:v>
                </c:pt>
                <c:pt idx="9357">
                  <c:v>6.43011</c:v>
                </c:pt>
                <c:pt idx="9358">
                  <c:v>6.4304199999999998</c:v>
                </c:pt>
                <c:pt idx="9359">
                  <c:v>6.43072</c:v>
                </c:pt>
                <c:pt idx="9360">
                  <c:v>6.4310299999999998</c:v>
                </c:pt>
                <c:pt idx="9361">
                  <c:v>6.43133</c:v>
                </c:pt>
                <c:pt idx="9362">
                  <c:v>6.4316399999999998</c:v>
                </c:pt>
                <c:pt idx="9363">
                  <c:v>6.43194</c:v>
                </c:pt>
                <c:pt idx="9364">
                  <c:v>6.4322499999999998</c:v>
                </c:pt>
                <c:pt idx="9365">
                  <c:v>6.4325599999999996</c:v>
                </c:pt>
                <c:pt idx="9366">
                  <c:v>6.4328599999999998</c:v>
                </c:pt>
                <c:pt idx="9367">
                  <c:v>6.4331699999999996</c:v>
                </c:pt>
                <c:pt idx="9368">
                  <c:v>6.4334699999999998</c:v>
                </c:pt>
                <c:pt idx="9369">
                  <c:v>6.4337799999999996</c:v>
                </c:pt>
                <c:pt idx="9370">
                  <c:v>6.4340799999999998</c:v>
                </c:pt>
                <c:pt idx="9371">
                  <c:v>6.4343899999999996</c:v>
                </c:pt>
                <c:pt idx="9372">
                  <c:v>6.4346899999999998</c:v>
                </c:pt>
                <c:pt idx="9373">
                  <c:v>6.4349999999999996</c:v>
                </c:pt>
                <c:pt idx="9374">
                  <c:v>6.4352999999999998</c:v>
                </c:pt>
                <c:pt idx="9375">
                  <c:v>6.4356099999999996</c:v>
                </c:pt>
                <c:pt idx="9376">
                  <c:v>6.4359099999999998</c:v>
                </c:pt>
                <c:pt idx="9377">
                  <c:v>6.4362199999999996</c:v>
                </c:pt>
                <c:pt idx="9378">
                  <c:v>6.4365300000000003</c:v>
                </c:pt>
                <c:pt idx="9379">
                  <c:v>6.4368299999999996</c:v>
                </c:pt>
                <c:pt idx="9380">
                  <c:v>6.4371400000000003</c:v>
                </c:pt>
                <c:pt idx="9381">
                  <c:v>6.4374399999999996</c:v>
                </c:pt>
                <c:pt idx="9382">
                  <c:v>6.4377500000000003</c:v>
                </c:pt>
                <c:pt idx="9383">
                  <c:v>6.4380499999999996</c:v>
                </c:pt>
                <c:pt idx="9384">
                  <c:v>6.4383600000000003</c:v>
                </c:pt>
                <c:pt idx="9385">
                  <c:v>6.4386599999999996</c:v>
                </c:pt>
                <c:pt idx="9386">
                  <c:v>6.4389700000000003</c:v>
                </c:pt>
                <c:pt idx="9387">
                  <c:v>6.4392699999999996</c:v>
                </c:pt>
                <c:pt idx="9388">
                  <c:v>6.4395800000000003</c:v>
                </c:pt>
                <c:pt idx="9389">
                  <c:v>6.4398900000000001</c:v>
                </c:pt>
                <c:pt idx="9390">
                  <c:v>6.4401900000000003</c:v>
                </c:pt>
                <c:pt idx="9391">
                  <c:v>6.4405000000000001</c:v>
                </c:pt>
                <c:pt idx="9392">
                  <c:v>6.4408000000000003</c:v>
                </c:pt>
                <c:pt idx="9393">
                  <c:v>6.4411100000000001</c:v>
                </c:pt>
                <c:pt idx="9394">
                  <c:v>6.4414100000000003</c:v>
                </c:pt>
                <c:pt idx="9395">
                  <c:v>6.4417200000000001</c:v>
                </c:pt>
                <c:pt idx="9396">
                  <c:v>6.4420200000000003</c:v>
                </c:pt>
                <c:pt idx="9397">
                  <c:v>6.4423300000000001</c:v>
                </c:pt>
                <c:pt idx="9398">
                  <c:v>6.4426300000000003</c:v>
                </c:pt>
                <c:pt idx="9399">
                  <c:v>6.4429400000000001</c:v>
                </c:pt>
                <c:pt idx="9400">
                  <c:v>6.4432400000000003</c:v>
                </c:pt>
                <c:pt idx="9401">
                  <c:v>6.4435500000000001</c:v>
                </c:pt>
                <c:pt idx="9402">
                  <c:v>6.4438599999999999</c:v>
                </c:pt>
                <c:pt idx="9403">
                  <c:v>6.4441600000000001</c:v>
                </c:pt>
                <c:pt idx="9404">
                  <c:v>6.4444699999999999</c:v>
                </c:pt>
                <c:pt idx="9405">
                  <c:v>6.4447700000000001</c:v>
                </c:pt>
                <c:pt idx="9406">
                  <c:v>6.4450799999999999</c:v>
                </c:pt>
                <c:pt idx="9407">
                  <c:v>6.4453800000000001</c:v>
                </c:pt>
                <c:pt idx="9408">
                  <c:v>6.4456899999999999</c:v>
                </c:pt>
                <c:pt idx="9409">
                  <c:v>6.4459900000000001</c:v>
                </c:pt>
                <c:pt idx="9410">
                  <c:v>6.4462999999999999</c:v>
                </c:pt>
                <c:pt idx="9411">
                  <c:v>6.4466000000000001</c:v>
                </c:pt>
                <c:pt idx="9412">
                  <c:v>6.4469099999999999</c:v>
                </c:pt>
                <c:pt idx="9413">
                  <c:v>6.4472100000000001</c:v>
                </c:pt>
                <c:pt idx="9414">
                  <c:v>6.4475199999999999</c:v>
                </c:pt>
                <c:pt idx="9415">
                  <c:v>6.4478299999999997</c:v>
                </c:pt>
                <c:pt idx="9416">
                  <c:v>6.4481299999999999</c:v>
                </c:pt>
                <c:pt idx="9417">
                  <c:v>6.4484399999999997</c:v>
                </c:pt>
                <c:pt idx="9418">
                  <c:v>6.4487399999999999</c:v>
                </c:pt>
                <c:pt idx="9419">
                  <c:v>6.4490499999999997</c:v>
                </c:pt>
                <c:pt idx="9420">
                  <c:v>6.4493499999999999</c:v>
                </c:pt>
                <c:pt idx="9421">
                  <c:v>6.4496599999999997</c:v>
                </c:pt>
                <c:pt idx="9422">
                  <c:v>6.4499599999999999</c:v>
                </c:pt>
                <c:pt idx="9423">
                  <c:v>6.4502699999999997</c:v>
                </c:pt>
                <c:pt idx="9424">
                  <c:v>6.4505699999999999</c:v>
                </c:pt>
                <c:pt idx="9425">
                  <c:v>6.4508799999999997</c:v>
                </c:pt>
                <c:pt idx="9426">
                  <c:v>6.4511799999999999</c:v>
                </c:pt>
                <c:pt idx="9427">
                  <c:v>6.4514899999999997</c:v>
                </c:pt>
                <c:pt idx="9428">
                  <c:v>6.4518000000000004</c:v>
                </c:pt>
                <c:pt idx="9429">
                  <c:v>6.4520999999999997</c:v>
                </c:pt>
                <c:pt idx="9430">
                  <c:v>6.4524100000000004</c:v>
                </c:pt>
                <c:pt idx="9431">
                  <c:v>6.4527099999999997</c:v>
                </c:pt>
                <c:pt idx="9432">
                  <c:v>6.4530200000000004</c:v>
                </c:pt>
                <c:pt idx="9433">
                  <c:v>6.4533199999999997</c:v>
                </c:pt>
                <c:pt idx="9434">
                  <c:v>6.4536300000000004</c:v>
                </c:pt>
                <c:pt idx="9435">
                  <c:v>6.4539299999999997</c:v>
                </c:pt>
                <c:pt idx="9436">
                  <c:v>6.4542400000000004</c:v>
                </c:pt>
                <c:pt idx="9437">
                  <c:v>6.4545399999999997</c:v>
                </c:pt>
                <c:pt idx="9438">
                  <c:v>6.4548500000000004</c:v>
                </c:pt>
                <c:pt idx="9439">
                  <c:v>6.4551499999999997</c:v>
                </c:pt>
                <c:pt idx="9440">
                  <c:v>6.4554600000000004</c:v>
                </c:pt>
                <c:pt idx="9441">
                  <c:v>6.4557700000000002</c:v>
                </c:pt>
                <c:pt idx="9442">
                  <c:v>6.4560700000000004</c:v>
                </c:pt>
                <c:pt idx="9443">
                  <c:v>6.4563800000000002</c:v>
                </c:pt>
                <c:pt idx="9444">
                  <c:v>6.4566800000000004</c:v>
                </c:pt>
                <c:pt idx="9445">
                  <c:v>6.4569900000000002</c:v>
                </c:pt>
                <c:pt idx="9446">
                  <c:v>6.4572900000000004</c:v>
                </c:pt>
                <c:pt idx="9447">
                  <c:v>6.4576000000000002</c:v>
                </c:pt>
                <c:pt idx="9448">
                  <c:v>6.4579000000000004</c:v>
                </c:pt>
                <c:pt idx="9449">
                  <c:v>6.4582100000000002</c:v>
                </c:pt>
                <c:pt idx="9450">
                  <c:v>6.4585100000000004</c:v>
                </c:pt>
                <c:pt idx="9451">
                  <c:v>6.4588200000000002</c:v>
                </c:pt>
                <c:pt idx="9452">
                  <c:v>6.45913</c:v>
                </c:pt>
                <c:pt idx="9453">
                  <c:v>6.4594300000000002</c:v>
                </c:pt>
                <c:pt idx="9454">
                  <c:v>6.45974</c:v>
                </c:pt>
                <c:pt idx="9455">
                  <c:v>6.4600400000000002</c:v>
                </c:pt>
                <c:pt idx="9456">
                  <c:v>6.46035</c:v>
                </c:pt>
                <c:pt idx="9457">
                  <c:v>6.4606500000000002</c:v>
                </c:pt>
                <c:pt idx="9458">
                  <c:v>6.46096</c:v>
                </c:pt>
                <c:pt idx="9459">
                  <c:v>6.4612600000000002</c:v>
                </c:pt>
                <c:pt idx="9460">
                  <c:v>6.46157</c:v>
                </c:pt>
                <c:pt idx="9461">
                  <c:v>6.4618700000000002</c:v>
                </c:pt>
                <c:pt idx="9462">
                  <c:v>6.46218</c:v>
                </c:pt>
                <c:pt idx="9463">
                  <c:v>6.4624800000000002</c:v>
                </c:pt>
                <c:pt idx="9464">
                  <c:v>6.46279</c:v>
                </c:pt>
                <c:pt idx="9465">
                  <c:v>6.4630999999999998</c:v>
                </c:pt>
                <c:pt idx="9466">
                  <c:v>6.4634</c:v>
                </c:pt>
                <c:pt idx="9467">
                  <c:v>6.4637099999999998</c:v>
                </c:pt>
                <c:pt idx="9468">
                  <c:v>6.46401</c:v>
                </c:pt>
                <c:pt idx="9469">
                  <c:v>6.4643199999999998</c:v>
                </c:pt>
                <c:pt idx="9470">
                  <c:v>6.46462</c:v>
                </c:pt>
                <c:pt idx="9471">
                  <c:v>6.4649299999999998</c:v>
                </c:pt>
                <c:pt idx="9472">
                  <c:v>6.46523</c:v>
                </c:pt>
                <c:pt idx="9473">
                  <c:v>6.4655399999999998</c:v>
                </c:pt>
                <c:pt idx="9474">
                  <c:v>6.46584</c:v>
                </c:pt>
                <c:pt idx="9475">
                  <c:v>6.4661499999999998</c:v>
                </c:pt>
                <c:pt idx="9476">
                  <c:v>6.46645</c:v>
                </c:pt>
                <c:pt idx="9477">
                  <c:v>6.4667599999999998</c:v>
                </c:pt>
                <c:pt idx="9478">
                  <c:v>6.4670699999999997</c:v>
                </c:pt>
                <c:pt idx="9479">
                  <c:v>6.4673699999999998</c:v>
                </c:pt>
                <c:pt idx="9480">
                  <c:v>6.4676799999999997</c:v>
                </c:pt>
                <c:pt idx="9481">
                  <c:v>6.4679799999999998</c:v>
                </c:pt>
                <c:pt idx="9482">
                  <c:v>6.4682899999999997</c:v>
                </c:pt>
                <c:pt idx="9483">
                  <c:v>6.4685899999999998</c:v>
                </c:pt>
                <c:pt idx="9484">
                  <c:v>6.4688999999999997</c:v>
                </c:pt>
                <c:pt idx="9485">
                  <c:v>6.4691999999999998</c:v>
                </c:pt>
                <c:pt idx="9486">
                  <c:v>6.4695099999999996</c:v>
                </c:pt>
                <c:pt idx="9487">
                  <c:v>6.4698099999999998</c:v>
                </c:pt>
                <c:pt idx="9488">
                  <c:v>6.4701199999999996</c:v>
                </c:pt>
                <c:pt idx="9489">
                  <c:v>6.4704199999999998</c:v>
                </c:pt>
                <c:pt idx="9490">
                  <c:v>6.4707299999999996</c:v>
                </c:pt>
                <c:pt idx="9491">
                  <c:v>6.4710400000000003</c:v>
                </c:pt>
                <c:pt idx="9492">
                  <c:v>6.4713399999999996</c:v>
                </c:pt>
                <c:pt idx="9493">
                  <c:v>6.4716500000000003</c:v>
                </c:pt>
                <c:pt idx="9494">
                  <c:v>6.4719499999999996</c:v>
                </c:pt>
                <c:pt idx="9495">
                  <c:v>6.4722600000000003</c:v>
                </c:pt>
                <c:pt idx="9496">
                  <c:v>6.4725599999999996</c:v>
                </c:pt>
                <c:pt idx="9497">
                  <c:v>6.4728700000000003</c:v>
                </c:pt>
                <c:pt idx="9498">
                  <c:v>6.4731699999999996</c:v>
                </c:pt>
                <c:pt idx="9499">
                  <c:v>6.4734800000000003</c:v>
                </c:pt>
                <c:pt idx="9500">
                  <c:v>6.4737799999999996</c:v>
                </c:pt>
                <c:pt idx="9501">
                  <c:v>6.4740900000000003</c:v>
                </c:pt>
                <c:pt idx="9502">
                  <c:v>6.4743899999999996</c:v>
                </c:pt>
                <c:pt idx="9503">
                  <c:v>6.4747000000000003</c:v>
                </c:pt>
                <c:pt idx="9504">
                  <c:v>6.4750100000000002</c:v>
                </c:pt>
                <c:pt idx="9505">
                  <c:v>6.4753100000000003</c:v>
                </c:pt>
                <c:pt idx="9506">
                  <c:v>6.4756200000000002</c:v>
                </c:pt>
                <c:pt idx="9507">
                  <c:v>6.4759200000000003</c:v>
                </c:pt>
                <c:pt idx="9508">
                  <c:v>6.4762300000000002</c:v>
                </c:pt>
                <c:pt idx="9509">
                  <c:v>6.4765300000000003</c:v>
                </c:pt>
                <c:pt idx="9510">
                  <c:v>6.4768400000000002</c:v>
                </c:pt>
                <c:pt idx="9511">
                  <c:v>6.4771400000000003</c:v>
                </c:pt>
                <c:pt idx="9512">
                  <c:v>6.4774500000000002</c:v>
                </c:pt>
                <c:pt idx="9513">
                  <c:v>6.4777500000000003</c:v>
                </c:pt>
                <c:pt idx="9514">
                  <c:v>6.4780600000000002</c:v>
                </c:pt>
                <c:pt idx="9515">
                  <c:v>6.47837</c:v>
                </c:pt>
                <c:pt idx="9516">
                  <c:v>6.4786700000000002</c:v>
                </c:pt>
                <c:pt idx="9517">
                  <c:v>6.47898</c:v>
                </c:pt>
                <c:pt idx="9518">
                  <c:v>6.4792800000000002</c:v>
                </c:pt>
                <c:pt idx="9519">
                  <c:v>6.47959</c:v>
                </c:pt>
                <c:pt idx="9520">
                  <c:v>6.4798900000000001</c:v>
                </c:pt>
                <c:pt idx="9521">
                  <c:v>6.4802</c:v>
                </c:pt>
                <c:pt idx="9522">
                  <c:v>6.4805000000000001</c:v>
                </c:pt>
                <c:pt idx="9523">
                  <c:v>6.48081</c:v>
                </c:pt>
                <c:pt idx="9524">
                  <c:v>6.4811100000000001</c:v>
                </c:pt>
                <c:pt idx="9525">
                  <c:v>6.48142</c:v>
                </c:pt>
                <c:pt idx="9526">
                  <c:v>6.4817200000000001</c:v>
                </c:pt>
                <c:pt idx="9527">
                  <c:v>6.48203</c:v>
                </c:pt>
                <c:pt idx="9528">
                  <c:v>6.4823399999999998</c:v>
                </c:pt>
                <c:pt idx="9529">
                  <c:v>6.48264</c:v>
                </c:pt>
                <c:pt idx="9530">
                  <c:v>6.4829499999999998</c:v>
                </c:pt>
                <c:pt idx="9531">
                  <c:v>6.48325</c:v>
                </c:pt>
                <c:pt idx="9532">
                  <c:v>6.4835599999999998</c:v>
                </c:pt>
                <c:pt idx="9533">
                  <c:v>6.48386</c:v>
                </c:pt>
                <c:pt idx="9534">
                  <c:v>6.4841699999999998</c:v>
                </c:pt>
                <c:pt idx="9535">
                  <c:v>6.48447</c:v>
                </c:pt>
                <c:pt idx="9536">
                  <c:v>6.4847799999999998</c:v>
                </c:pt>
                <c:pt idx="9537">
                  <c:v>6.48508</c:v>
                </c:pt>
                <c:pt idx="9538">
                  <c:v>6.4853899999999998</c:v>
                </c:pt>
                <c:pt idx="9539">
                  <c:v>6.48569</c:v>
                </c:pt>
                <c:pt idx="9540">
                  <c:v>6.4859999999999998</c:v>
                </c:pt>
                <c:pt idx="9541">
                  <c:v>6.4863099999999996</c:v>
                </c:pt>
                <c:pt idx="9542">
                  <c:v>6.4866099999999998</c:v>
                </c:pt>
                <c:pt idx="9543">
                  <c:v>6.4869199999999996</c:v>
                </c:pt>
                <c:pt idx="9544">
                  <c:v>6.4872199999999998</c:v>
                </c:pt>
                <c:pt idx="9545">
                  <c:v>6.4875299999999996</c:v>
                </c:pt>
                <c:pt idx="9546">
                  <c:v>6.4878299999999998</c:v>
                </c:pt>
                <c:pt idx="9547">
                  <c:v>6.4881399999999996</c:v>
                </c:pt>
                <c:pt idx="9548">
                  <c:v>6.4884399999999998</c:v>
                </c:pt>
                <c:pt idx="9549">
                  <c:v>6.4887499999999996</c:v>
                </c:pt>
                <c:pt idx="9550">
                  <c:v>6.4890499999999998</c:v>
                </c:pt>
                <c:pt idx="9551">
                  <c:v>6.4893599999999996</c:v>
                </c:pt>
                <c:pt idx="9552">
                  <c:v>6.4896599999999998</c:v>
                </c:pt>
                <c:pt idx="9553">
                  <c:v>6.4899699999999996</c:v>
                </c:pt>
                <c:pt idx="9554">
                  <c:v>6.4902800000000003</c:v>
                </c:pt>
                <c:pt idx="9555">
                  <c:v>6.4905799999999996</c:v>
                </c:pt>
                <c:pt idx="9556">
                  <c:v>6.4908900000000003</c:v>
                </c:pt>
                <c:pt idx="9557">
                  <c:v>6.4911899999999996</c:v>
                </c:pt>
                <c:pt idx="9558">
                  <c:v>6.4915000000000003</c:v>
                </c:pt>
                <c:pt idx="9559">
                  <c:v>6.4917999999999996</c:v>
                </c:pt>
                <c:pt idx="9560">
                  <c:v>6.4921100000000003</c:v>
                </c:pt>
                <c:pt idx="9561">
                  <c:v>6.4924099999999996</c:v>
                </c:pt>
                <c:pt idx="9562">
                  <c:v>6.4927200000000003</c:v>
                </c:pt>
                <c:pt idx="9563">
                  <c:v>6.4930199999999996</c:v>
                </c:pt>
                <c:pt idx="9564">
                  <c:v>6.4933300000000003</c:v>
                </c:pt>
                <c:pt idx="9565">
                  <c:v>6.4936400000000001</c:v>
                </c:pt>
                <c:pt idx="9566">
                  <c:v>6.4939400000000003</c:v>
                </c:pt>
                <c:pt idx="9567">
                  <c:v>6.4942500000000001</c:v>
                </c:pt>
                <c:pt idx="9568">
                  <c:v>6.4945500000000003</c:v>
                </c:pt>
                <c:pt idx="9569">
                  <c:v>6.4948600000000001</c:v>
                </c:pt>
                <c:pt idx="9570">
                  <c:v>6.4951600000000003</c:v>
                </c:pt>
                <c:pt idx="9571">
                  <c:v>6.4954700000000001</c:v>
                </c:pt>
                <c:pt idx="9572">
                  <c:v>6.4957700000000003</c:v>
                </c:pt>
                <c:pt idx="9573">
                  <c:v>6.4960800000000001</c:v>
                </c:pt>
                <c:pt idx="9574">
                  <c:v>6.4963800000000003</c:v>
                </c:pt>
                <c:pt idx="9575">
                  <c:v>6.4966900000000001</c:v>
                </c:pt>
                <c:pt idx="9576">
                  <c:v>6.4969900000000003</c:v>
                </c:pt>
                <c:pt idx="9577">
                  <c:v>6.4973000000000001</c:v>
                </c:pt>
                <c:pt idx="9578">
                  <c:v>6.4976099999999999</c:v>
                </c:pt>
                <c:pt idx="9579">
                  <c:v>6.4979100000000001</c:v>
                </c:pt>
                <c:pt idx="9580">
                  <c:v>6.4982199999999999</c:v>
                </c:pt>
                <c:pt idx="9581">
                  <c:v>6.4985200000000001</c:v>
                </c:pt>
                <c:pt idx="9582">
                  <c:v>6.4988299999999999</c:v>
                </c:pt>
                <c:pt idx="9583">
                  <c:v>6.4991300000000001</c:v>
                </c:pt>
                <c:pt idx="9584">
                  <c:v>6.4994399999999999</c:v>
                </c:pt>
                <c:pt idx="9585">
                  <c:v>6.4997400000000001</c:v>
                </c:pt>
                <c:pt idx="9586">
                  <c:v>6.5000499999999999</c:v>
                </c:pt>
                <c:pt idx="9587">
                  <c:v>6.5003500000000001</c:v>
                </c:pt>
                <c:pt idx="9588">
                  <c:v>6.5006599999999999</c:v>
                </c:pt>
                <c:pt idx="9589">
                  <c:v>6.5009600000000001</c:v>
                </c:pt>
                <c:pt idx="9590">
                  <c:v>6.5012699999999999</c:v>
                </c:pt>
                <c:pt idx="9591">
                  <c:v>6.5015799999999997</c:v>
                </c:pt>
                <c:pt idx="9592">
                  <c:v>6.5018799999999999</c:v>
                </c:pt>
                <c:pt idx="9593">
                  <c:v>6.5021899999999997</c:v>
                </c:pt>
                <c:pt idx="9594">
                  <c:v>6.5024899999999999</c:v>
                </c:pt>
                <c:pt idx="9595">
                  <c:v>6.5027999999999997</c:v>
                </c:pt>
                <c:pt idx="9596">
                  <c:v>6.5030999999999999</c:v>
                </c:pt>
                <c:pt idx="9597">
                  <c:v>6.5034099999999997</c:v>
                </c:pt>
                <c:pt idx="9598">
                  <c:v>6.5037099999999999</c:v>
                </c:pt>
                <c:pt idx="9599">
                  <c:v>6.5040199999999997</c:v>
                </c:pt>
                <c:pt idx="9600">
                  <c:v>6.5043199999999999</c:v>
                </c:pt>
                <c:pt idx="9601">
                  <c:v>6.5046299999999997</c:v>
                </c:pt>
                <c:pt idx="9602">
                  <c:v>6.5049299999999999</c:v>
                </c:pt>
                <c:pt idx="9603">
                  <c:v>6.5052399999999997</c:v>
                </c:pt>
                <c:pt idx="9604">
                  <c:v>6.5055500000000004</c:v>
                </c:pt>
                <c:pt idx="9605">
                  <c:v>6.5058499999999997</c:v>
                </c:pt>
                <c:pt idx="9606">
                  <c:v>6.5061600000000004</c:v>
                </c:pt>
                <c:pt idx="9607">
                  <c:v>6.5064599999999997</c:v>
                </c:pt>
                <c:pt idx="9608">
                  <c:v>6.5067700000000004</c:v>
                </c:pt>
                <c:pt idx="9609">
                  <c:v>6.5070699999999997</c:v>
                </c:pt>
                <c:pt idx="9610">
                  <c:v>6.5073800000000004</c:v>
                </c:pt>
                <c:pt idx="9611">
                  <c:v>6.5076799999999997</c:v>
                </c:pt>
                <c:pt idx="9612">
                  <c:v>6.5079900000000004</c:v>
                </c:pt>
                <c:pt idx="9613">
                  <c:v>6.5082899999999997</c:v>
                </c:pt>
                <c:pt idx="9614">
                  <c:v>6.5086000000000004</c:v>
                </c:pt>
                <c:pt idx="9615">
                  <c:v>6.5088999999999997</c:v>
                </c:pt>
                <c:pt idx="9616">
                  <c:v>6.5092100000000004</c:v>
                </c:pt>
                <c:pt idx="9617">
                  <c:v>6.5095200000000002</c:v>
                </c:pt>
                <c:pt idx="9618">
                  <c:v>6.5098200000000004</c:v>
                </c:pt>
                <c:pt idx="9619">
                  <c:v>6.5101300000000002</c:v>
                </c:pt>
                <c:pt idx="9620">
                  <c:v>6.5104300000000004</c:v>
                </c:pt>
                <c:pt idx="9621">
                  <c:v>6.5107400000000002</c:v>
                </c:pt>
                <c:pt idx="9622">
                  <c:v>6.5110400000000004</c:v>
                </c:pt>
                <c:pt idx="9623">
                  <c:v>6.5113500000000002</c:v>
                </c:pt>
                <c:pt idx="9624">
                  <c:v>6.5116500000000004</c:v>
                </c:pt>
                <c:pt idx="9625">
                  <c:v>6.5119600000000002</c:v>
                </c:pt>
                <c:pt idx="9626">
                  <c:v>6.5122600000000004</c:v>
                </c:pt>
                <c:pt idx="9627">
                  <c:v>6.5125700000000002</c:v>
                </c:pt>
                <c:pt idx="9628">
                  <c:v>6.51288</c:v>
                </c:pt>
                <c:pt idx="9629">
                  <c:v>6.5131800000000002</c:v>
                </c:pt>
                <c:pt idx="9630">
                  <c:v>6.51349</c:v>
                </c:pt>
                <c:pt idx="9631">
                  <c:v>6.5137900000000002</c:v>
                </c:pt>
                <c:pt idx="9632">
                  <c:v>6.5141</c:v>
                </c:pt>
                <c:pt idx="9633">
                  <c:v>6.5144000000000002</c:v>
                </c:pt>
                <c:pt idx="9634">
                  <c:v>6.51471</c:v>
                </c:pt>
                <c:pt idx="9635">
                  <c:v>6.5150100000000002</c:v>
                </c:pt>
                <c:pt idx="9636">
                  <c:v>6.51532</c:v>
                </c:pt>
                <c:pt idx="9637">
                  <c:v>6.5156200000000002</c:v>
                </c:pt>
                <c:pt idx="9638">
                  <c:v>6.51593</c:v>
                </c:pt>
                <c:pt idx="9639">
                  <c:v>6.5162300000000002</c:v>
                </c:pt>
                <c:pt idx="9640">
                  <c:v>6.51654</c:v>
                </c:pt>
                <c:pt idx="9641">
                  <c:v>6.5168499999999998</c:v>
                </c:pt>
                <c:pt idx="9642">
                  <c:v>6.51715</c:v>
                </c:pt>
                <c:pt idx="9643">
                  <c:v>6.5174599999999998</c:v>
                </c:pt>
                <c:pt idx="9644">
                  <c:v>6.51776</c:v>
                </c:pt>
                <c:pt idx="9645">
                  <c:v>6.5180699999999998</c:v>
                </c:pt>
                <c:pt idx="9646">
                  <c:v>6.51837</c:v>
                </c:pt>
                <c:pt idx="9647">
                  <c:v>6.5186799999999998</c:v>
                </c:pt>
                <c:pt idx="9648">
                  <c:v>6.51898</c:v>
                </c:pt>
                <c:pt idx="9649">
                  <c:v>6.5192899999999998</c:v>
                </c:pt>
                <c:pt idx="9650">
                  <c:v>6.51959</c:v>
                </c:pt>
                <c:pt idx="9651">
                  <c:v>6.5198999999999998</c:v>
                </c:pt>
                <c:pt idx="9652">
                  <c:v>6.5202</c:v>
                </c:pt>
                <c:pt idx="9653">
                  <c:v>6.5205099999999998</c:v>
                </c:pt>
                <c:pt idx="9654">
                  <c:v>6.5208199999999996</c:v>
                </c:pt>
                <c:pt idx="9655">
                  <c:v>6.5211199999999998</c:v>
                </c:pt>
                <c:pt idx="9656">
                  <c:v>6.5214299999999996</c:v>
                </c:pt>
                <c:pt idx="9657">
                  <c:v>6.5217299999999998</c:v>
                </c:pt>
                <c:pt idx="9658">
                  <c:v>6.5220399999999996</c:v>
                </c:pt>
                <c:pt idx="9659">
                  <c:v>6.5223399999999998</c:v>
                </c:pt>
                <c:pt idx="9660">
                  <c:v>6.5226499999999996</c:v>
                </c:pt>
                <c:pt idx="9661">
                  <c:v>6.5229499999999998</c:v>
                </c:pt>
                <c:pt idx="9662">
                  <c:v>6.5232599999999996</c:v>
                </c:pt>
                <c:pt idx="9663">
                  <c:v>6.5235599999999998</c:v>
                </c:pt>
                <c:pt idx="9664">
                  <c:v>6.5238699999999996</c:v>
                </c:pt>
                <c:pt idx="9665">
                  <c:v>6.5241699999999998</c:v>
                </c:pt>
                <c:pt idx="9666">
                  <c:v>6.5244799999999996</c:v>
                </c:pt>
                <c:pt idx="9667">
                  <c:v>6.5247900000000003</c:v>
                </c:pt>
                <c:pt idx="9668">
                  <c:v>6.5250899999999996</c:v>
                </c:pt>
                <c:pt idx="9669">
                  <c:v>6.5254000000000003</c:v>
                </c:pt>
                <c:pt idx="9670">
                  <c:v>6.5256999999999996</c:v>
                </c:pt>
                <c:pt idx="9671">
                  <c:v>6.5260100000000003</c:v>
                </c:pt>
                <c:pt idx="9672">
                  <c:v>6.5263099999999996</c:v>
                </c:pt>
                <c:pt idx="9673">
                  <c:v>6.5266200000000003</c:v>
                </c:pt>
                <c:pt idx="9674">
                  <c:v>6.5269199999999996</c:v>
                </c:pt>
                <c:pt idx="9675">
                  <c:v>6.5272300000000003</c:v>
                </c:pt>
                <c:pt idx="9676">
                  <c:v>6.5275299999999996</c:v>
                </c:pt>
                <c:pt idx="9677">
                  <c:v>6.5278400000000003</c:v>
                </c:pt>
                <c:pt idx="9678">
                  <c:v>6.5281399999999996</c:v>
                </c:pt>
                <c:pt idx="9679">
                  <c:v>6.5284500000000003</c:v>
                </c:pt>
                <c:pt idx="9680">
                  <c:v>6.5287600000000001</c:v>
                </c:pt>
                <c:pt idx="9681">
                  <c:v>6.5290600000000003</c:v>
                </c:pt>
                <c:pt idx="9682">
                  <c:v>6.5293700000000001</c:v>
                </c:pt>
                <c:pt idx="9683">
                  <c:v>6.5296700000000003</c:v>
                </c:pt>
                <c:pt idx="9684">
                  <c:v>6.5299800000000001</c:v>
                </c:pt>
                <c:pt idx="9685">
                  <c:v>6.5302800000000003</c:v>
                </c:pt>
                <c:pt idx="9686">
                  <c:v>6.5305900000000001</c:v>
                </c:pt>
                <c:pt idx="9687">
                  <c:v>6.5308900000000003</c:v>
                </c:pt>
                <c:pt idx="9688">
                  <c:v>6.5312000000000001</c:v>
                </c:pt>
                <c:pt idx="9689">
                  <c:v>6.5315000000000003</c:v>
                </c:pt>
                <c:pt idx="9690">
                  <c:v>6.5318100000000001</c:v>
                </c:pt>
                <c:pt idx="9691">
                  <c:v>6.5321199999999999</c:v>
                </c:pt>
                <c:pt idx="9692">
                  <c:v>6.5324200000000001</c:v>
                </c:pt>
                <c:pt idx="9693">
                  <c:v>6.5327299999999999</c:v>
                </c:pt>
                <c:pt idx="9694">
                  <c:v>6.5330300000000001</c:v>
                </c:pt>
                <c:pt idx="9695">
                  <c:v>6.5333399999999999</c:v>
                </c:pt>
                <c:pt idx="9696">
                  <c:v>6.5336400000000001</c:v>
                </c:pt>
                <c:pt idx="9697">
                  <c:v>6.5339499999999999</c:v>
                </c:pt>
                <c:pt idx="9698">
                  <c:v>6.5342500000000001</c:v>
                </c:pt>
                <c:pt idx="9699">
                  <c:v>6.5345599999999999</c:v>
                </c:pt>
                <c:pt idx="9700">
                  <c:v>6.5348600000000001</c:v>
                </c:pt>
                <c:pt idx="9701">
                  <c:v>6.5351699999999999</c:v>
                </c:pt>
                <c:pt idx="9702">
                  <c:v>6.5354700000000001</c:v>
                </c:pt>
                <c:pt idx="9703">
                  <c:v>6.5357799999999999</c:v>
                </c:pt>
                <c:pt idx="9704">
                  <c:v>6.5360899999999997</c:v>
                </c:pt>
                <c:pt idx="9705">
                  <c:v>6.5363899999999999</c:v>
                </c:pt>
                <c:pt idx="9706">
                  <c:v>6.5366999999999997</c:v>
                </c:pt>
                <c:pt idx="9707">
                  <c:v>6.5369999999999999</c:v>
                </c:pt>
                <c:pt idx="9708">
                  <c:v>6.5373099999999997</c:v>
                </c:pt>
                <c:pt idx="9709">
                  <c:v>6.5376099999999999</c:v>
                </c:pt>
                <c:pt idx="9710">
                  <c:v>6.5379199999999997</c:v>
                </c:pt>
                <c:pt idx="9711">
                  <c:v>6.5382199999999999</c:v>
                </c:pt>
                <c:pt idx="9712">
                  <c:v>6.5385299999999997</c:v>
                </c:pt>
                <c:pt idx="9713">
                  <c:v>6.5388299999999999</c:v>
                </c:pt>
                <c:pt idx="9714">
                  <c:v>6.5391399999999997</c:v>
                </c:pt>
                <c:pt idx="9715">
                  <c:v>6.5394399999999999</c:v>
                </c:pt>
                <c:pt idx="9716">
                  <c:v>6.5397499999999997</c:v>
                </c:pt>
                <c:pt idx="9717">
                  <c:v>6.5400600000000004</c:v>
                </c:pt>
                <c:pt idx="9718">
                  <c:v>6.5403599999999997</c:v>
                </c:pt>
                <c:pt idx="9719">
                  <c:v>6.5406700000000004</c:v>
                </c:pt>
                <c:pt idx="9720">
                  <c:v>6.5409699999999997</c:v>
                </c:pt>
                <c:pt idx="9721">
                  <c:v>6.5412800000000004</c:v>
                </c:pt>
                <c:pt idx="9722">
                  <c:v>6.5415799999999997</c:v>
                </c:pt>
                <c:pt idx="9723">
                  <c:v>6.5418900000000004</c:v>
                </c:pt>
                <c:pt idx="9724">
                  <c:v>6.5421899999999997</c:v>
                </c:pt>
                <c:pt idx="9725">
                  <c:v>6.5425000000000004</c:v>
                </c:pt>
                <c:pt idx="9726">
                  <c:v>6.5427999999999997</c:v>
                </c:pt>
                <c:pt idx="9727">
                  <c:v>6.5431100000000004</c:v>
                </c:pt>
                <c:pt idx="9728">
                  <c:v>6.5434099999999997</c:v>
                </c:pt>
                <c:pt idx="9729">
                  <c:v>6.5437200000000004</c:v>
                </c:pt>
                <c:pt idx="9730">
                  <c:v>6.5440300000000002</c:v>
                </c:pt>
                <c:pt idx="9731">
                  <c:v>6.5443300000000004</c:v>
                </c:pt>
                <c:pt idx="9732">
                  <c:v>6.5446400000000002</c:v>
                </c:pt>
                <c:pt idx="9733">
                  <c:v>6.5449400000000004</c:v>
                </c:pt>
                <c:pt idx="9734">
                  <c:v>6.5452500000000002</c:v>
                </c:pt>
                <c:pt idx="9735">
                  <c:v>6.5455500000000004</c:v>
                </c:pt>
                <c:pt idx="9736">
                  <c:v>6.5458600000000002</c:v>
                </c:pt>
                <c:pt idx="9737">
                  <c:v>6.5461600000000004</c:v>
                </c:pt>
                <c:pt idx="9738">
                  <c:v>6.5464700000000002</c:v>
                </c:pt>
                <c:pt idx="9739">
                  <c:v>6.5467700000000004</c:v>
                </c:pt>
                <c:pt idx="9740">
                  <c:v>6.5470800000000002</c:v>
                </c:pt>
                <c:pt idx="9741">
                  <c:v>6.54739</c:v>
                </c:pt>
                <c:pt idx="9742">
                  <c:v>6.5476900000000002</c:v>
                </c:pt>
                <c:pt idx="9743">
                  <c:v>6.548</c:v>
                </c:pt>
                <c:pt idx="9744">
                  <c:v>6.5483000000000002</c:v>
                </c:pt>
                <c:pt idx="9745">
                  <c:v>6.54861</c:v>
                </c:pt>
                <c:pt idx="9746">
                  <c:v>6.5489100000000002</c:v>
                </c:pt>
                <c:pt idx="9747">
                  <c:v>6.54922</c:v>
                </c:pt>
                <c:pt idx="9748">
                  <c:v>6.5495200000000002</c:v>
                </c:pt>
                <c:pt idx="9749">
                  <c:v>6.54983</c:v>
                </c:pt>
                <c:pt idx="9750">
                  <c:v>6.5501300000000002</c:v>
                </c:pt>
                <c:pt idx="9751">
                  <c:v>6.55044</c:v>
                </c:pt>
                <c:pt idx="9752">
                  <c:v>6.5507400000000002</c:v>
                </c:pt>
                <c:pt idx="9753">
                  <c:v>6.55105</c:v>
                </c:pt>
                <c:pt idx="9754">
                  <c:v>6.5513599999999999</c:v>
                </c:pt>
                <c:pt idx="9755">
                  <c:v>6.55166</c:v>
                </c:pt>
                <c:pt idx="9756">
                  <c:v>6.5519699999999998</c:v>
                </c:pt>
                <c:pt idx="9757">
                  <c:v>6.55227</c:v>
                </c:pt>
                <c:pt idx="9758">
                  <c:v>6.5525799999999998</c:v>
                </c:pt>
                <c:pt idx="9759">
                  <c:v>6.55288</c:v>
                </c:pt>
                <c:pt idx="9760">
                  <c:v>6.5531899999999998</c:v>
                </c:pt>
                <c:pt idx="9761">
                  <c:v>6.55349</c:v>
                </c:pt>
                <c:pt idx="9762">
                  <c:v>6.5537999999999998</c:v>
                </c:pt>
                <c:pt idx="9763">
                  <c:v>6.5541</c:v>
                </c:pt>
                <c:pt idx="9764">
                  <c:v>6.5544099999999998</c:v>
                </c:pt>
                <c:pt idx="9765">
                  <c:v>6.55471</c:v>
                </c:pt>
                <c:pt idx="9766">
                  <c:v>6.5550199999999998</c:v>
                </c:pt>
                <c:pt idx="9767">
                  <c:v>6.5553299999999997</c:v>
                </c:pt>
                <c:pt idx="9768">
                  <c:v>6.5556299999999998</c:v>
                </c:pt>
                <c:pt idx="9769">
                  <c:v>6.5559399999999997</c:v>
                </c:pt>
                <c:pt idx="9770">
                  <c:v>6.5562399999999998</c:v>
                </c:pt>
                <c:pt idx="9771">
                  <c:v>6.5565499999999997</c:v>
                </c:pt>
                <c:pt idx="9772">
                  <c:v>6.5568499999999998</c:v>
                </c:pt>
                <c:pt idx="9773">
                  <c:v>6.5571599999999997</c:v>
                </c:pt>
                <c:pt idx="9774">
                  <c:v>6.5574599999999998</c:v>
                </c:pt>
                <c:pt idx="9775">
                  <c:v>6.5577699999999997</c:v>
                </c:pt>
                <c:pt idx="9776">
                  <c:v>6.5580699999999998</c:v>
                </c:pt>
                <c:pt idx="9777">
                  <c:v>6.5583799999999997</c:v>
                </c:pt>
                <c:pt idx="9778">
                  <c:v>6.5586799999999998</c:v>
                </c:pt>
                <c:pt idx="9779">
                  <c:v>6.5589899999999997</c:v>
                </c:pt>
                <c:pt idx="9780">
                  <c:v>6.5593000000000004</c:v>
                </c:pt>
                <c:pt idx="9781">
                  <c:v>6.5595999999999997</c:v>
                </c:pt>
                <c:pt idx="9782">
                  <c:v>6.5599100000000004</c:v>
                </c:pt>
                <c:pt idx="9783">
                  <c:v>6.5602099999999997</c:v>
                </c:pt>
                <c:pt idx="9784">
                  <c:v>6.5605200000000004</c:v>
                </c:pt>
                <c:pt idx="9785">
                  <c:v>6.5608199999999997</c:v>
                </c:pt>
                <c:pt idx="9786">
                  <c:v>6.5611300000000004</c:v>
                </c:pt>
                <c:pt idx="9787">
                  <c:v>6.5614299999999997</c:v>
                </c:pt>
                <c:pt idx="9788">
                  <c:v>6.5617400000000004</c:v>
                </c:pt>
                <c:pt idx="9789">
                  <c:v>6.5620399999999997</c:v>
                </c:pt>
                <c:pt idx="9790">
                  <c:v>6.5623500000000003</c:v>
                </c:pt>
                <c:pt idx="9791">
                  <c:v>6.5626499999999997</c:v>
                </c:pt>
                <c:pt idx="9792">
                  <c:v>6.5629600000000003</c:v>
                </c:pt>
                <c:pt idx="9793">
                  <c:v>6.5632700000000002</c:v>
                </c:pt>
                <c:pt idx="9794">
                  <c:v>6.5635700000000003</c:v>
                </c:pt>
                <c:pt idx="9795">
                  <c:v>6.5638800000000002</c:v>
                </c:pt>
                <c:pt idx="9796">
                  <c:v>6.5641800000000003</c:v>
                </c:pt>
                <c:pt idx="9797">
                  <c:v>6.5644900000000002</c:v>
                </c:pt>
                <c:pt idx="9798">
                  <c:v>6.5647900000000003</c:v>
                </c:pt>
                <c:pt idx="9799">
                  <c:v>6.5651000000000002</c:v>
                </c:pt>
                <c:pt idx="9800">
                  <c:v>6.5654000000000003</c:v>
                </c:pt>
                <c:pt idx="9801">
                  <c:v>6.5657100000000002</c:v>
                </c:pt>
                <c:pt idx="9802">
                  <c:v>6.5660100000000003</c:v>
                </c:pt>
                <c:pt idx="9803">
                  <c:v>6.5663200000000002</c:v>
                </c:pt>
                <c:pt idx="9804">
                  <c:v>6.56663</c:v>
                </c:pt>
                <c:pt idx="9805">
                  <c:v>6.5669300000000002</c:v>
                </c:pt>
                <c:pt idx="9806">
                  <c:v>6.56724</c:v>
                </c:pt>
                <c:pt idx="9807">
                  <c:v>6.5675400000000002</c:v>
                </c:pt>
                <c:pt idx="9808">
                  <c:v>6.56785</c:v>
                </c:pt>
                <c:pt idx="9809">
                  <c:v>6.5681500000000002</c:v>
                </c:pt>
                <c:pt idx="9810">
                  <c:v>6.56846</c:v>
                </c:pt>
                <c:pt idx="9811">
                  <c:v>6.5687600000000002</c:v>
                </c:pt>
                <c:pt idx="9812">
                  <c:v>6.56907</c:v>
                </c:pt>
                <c:pt idx="9813">
                  <c:v>6.5693700000000002</c:v>
                </c:pt>
                <c:pt idx="9814">
                  <c:v>6.56968</c:v>
                </c:pt>
                <c:pt idx="9815">
                  <c:v>6.5699800000000002</c:v>
                </c:pt>
                <c:pt idx="9816">
                  <c:v>6.57029</c:v>
                </c:pt>
                <c:pt idx="9817">
                  <c:v>6.5705999999999998</c:v>
                </c:pt>
                <c:pt idx="9818">
                  <c:v>6.5709</c:v>
                </c:pt>
                <c:pt idx="9819">
                  <c:v>6.5712099999999998</c:v>
                </c:pt>
                <c:pt idx="9820">
                  <c:v>6.57151</c:v>
                </c:pt>
                <c:pt idx="9821">
                  <c:v>6.5718199999999998</c:v>
                </c:pt>
                <c:pt idx="9822">
                  <c:v>6.57212</c:v>
                </c:pt>
                <c:pt idx="9823">
                  <c:v>6.5724299999999998</c:v>
                </c:pt>
                <c:pt idx="9824">
                  <c:v>6.57273</c:v>
                </c:pt>
                <c:pt idx="9825">
                  <c:v>6.5730399999999998</c:v>
                </c:pt>
                <c:pt idx="9826">
                  <c:v>6.57334</c:v>
                </c:pt>
                <c:pt idx="9827">
                  <c:v>6.5736499999999998</c:v>
                </c:pt>
                <c:pt idx="9828">
                  <c:v>6.57395</c:v>
                </c:pt>
                <c:pt idx="9829">
                  <c:v>6.5742599999999998</c:v>
                </c:pt>
                <c:pt idx="9830">
                  <c:v>6.5745699999999996</c:v>
                </c:pt>
                <c:pt idx="9831">
                  <c:v>6.5748699999999998</c:v>
                </c:pt>
                <c:pt idx="9832">
                  <c:v>6.5751799999999996</c:v>
                </c:pt>
                <c:pt idx="9833">
                  <c:v>6.5754799999999998</c:v>
                </c:pt>
                <c:pt idx="9834">
                  <c:v>6.5757899999999996</c:v>
                </c:pt>
                <c:pt idx="9835">
                  <c:v>6.5760899999999998</c:v>
                </c:pt>
                <c:pt idx="9836">
                  <c:v>6.5763999999999996</c:v>
                </c:pt>
                <c:pt idx="9837">
                  <c:v>6.5766999999999998</c:v>
                </c:pt>
                <c:pt idx="9838">
                  <c:v>6.5770099999999996</c:v>
                </c:pt>
                <c:pt idx="9839">
                  <c:v>6.5773099999999998</c:v>
                </c:pt>
                <c:pt idx="9840">
                  <c:v>6.5776199999999996</c:v>
                </c:pt>
                <c:pt idx="9841">
                  <c:v>6.5779199999999998</c:v>
                </c:pt>
                <c:pt idx="9842">
                  <c:v>6.5782299999999996</c:v>
                </c:pt>
                <c:pt idx="9843">
                  <c:v>6.5785400000000003</c:v>
                </c:pt>
                <c:pt idx="9844">
                  <c:v>6.5788399999999996</c:v>
                </c:pt>
                <c:pt idx="9845">
                  <c:v>6.5791500000000003</c:v>
                </c:pt>
                <c:pt idx="9846">
                  <c:v>6.5794499999999996</c:v>
                </c:pt>
                <c:pt idx="9847">
                  <c:v>6.5797600000000003</c:v>
                </c:pt>
                <c:pt idx="9848">
                  <c:v>6.5800599999999996</c:v>
                </c:pt>
                <c:pt idx="9849">
                  <c:v>6.5803700000000003</c:v>
                </c:pt>
                <c:pt idx="9850">
                  <c:v>6.5806699999999996</c:v>
                </c:pt>
                <c:pt idx="9851">
                  <c:v>6.5809800000000003</c:v>
                </c:pt>
                <c:pt idx="9852">
                  <c:v>6.5812799999999996</c:v>
                </c:pt>
                <c:pt idx="9853">
                  <c:v>6.5815900000000003</c:v>
                </c:pt>
                <c:pt idx="9854">
                  <c:v>6.5818899999999996</c:v>
                </c:pt>
                <c:pt idx="9855">
                  <c:v>6.5822000000000003</c:v>
                </c:pt>
                <c:pt idx="9856">
                  <c:v>6.5825100000000001</c:v>
                </c:pt>
                <c:pt idx="9857">
                  <c:v>6.5828100000000003</c:v>
                </c:pt>
                <c:pt idx="9858">
                  <c:v>6.5831200000000001</c:v>
                </c:pt>
                <c:pt idx="9859">
                  <c:v>6.5834200000000003</c:v>
                </c:pt>
                <c:pt idx="9860">
                  <c:v>6.5837300000000001</c:v>
                </c:pt>
                <c:pt idx="9861">
                  <c:v>6.5840300000000003</c:v>
                </c:pt>
                <c:pt idx="9862">
                  <c:v>6.5843400000000001</c:v>
                </c:pt>
                <c:pt idx="9863">
                  <c:v>6.5846400000000003</c:v>
                </c:pt>
                <c:pt idx="9864">
                  <c:v>6.5849500000000001</c:v>
                </c:pt>
                <c:pt idx="9865">
                  <c:v>6.5852500000000003</c:v>
                </c:pt>
                <c:pt idx="9866">
                  <c:v>6.5855600000000001</c:v>
                </c:pt>
                <c:pt idx="9867">
                  <c:v>6.5858699999999999</c:v>
                </c:pt>
                <c:pt idx="9868">
                  <c:v>6.5861700000000001</c:v>
                </c:pt>
                <c:pt idx="9869">
                  <c:v>6.5864799999999999</c:v>
                </c:pt>
                <c:pt idx="9870">
                  <c:v>6.5867800000000001</c:v>
                </c:pt>
                <c:pt idx="9871">
                  <c:v>6.5870899999999999</c:v>
                </c:pt>
                <c:pt idx="9872">
                  <c:v>6.5873900000000001</c:v>
                </c:pt>
                <c:pt idx="9873">
                  <c:v>6.5876999999999999</c:v>
                </c:pt>
                <c:pt idx="9874">
                  <c:v>6.5880000000000001</c:v>
                </c:pt>
                <c:pt idx="9875">
                  <c:v>6.5883099999999999</c:v>
                </c:pt>
                <c:pt idx="9876">
                  <c:v>6.5886100000000001</c:v>
                </c:pt>
                <c:pt idx="9877">
                  <c:v>6.5889199999999999</c:v>
                </c:pt>
                <c:pt idx="9878">
                  <c:v>6.5892200000000001</c:v>
                </c:pt>
                <c:pt idx="9879">
                  <c:v>6.5895299999999999</c:v>
                </c:pt>
                <c:pt idx="9880">
                  <c:v>6.5898399999999997</c:v>
                </c:pt>
                <c:pt idx="9881">
                  <c:v>6.5901399999999999</c:v>
                </c:pt>
                <c:pt idx="9882">
                  <c:v>6.5904499999999997</c:v>
                </c:pt>
                <c:pt idx="9883">
                  <c:v>6.5907499999999999</c:v>
                </c:pt>
                <c:pt idx="9884">
                  <c:v>6.5910599999999997</c:v>
                </c:pt>
                <c:pt idx="9885">
                  <c:v>6.5913599999999999</c:v>
                </c:pt>
                <c:pt idx="9886">
                  <c:v>6.5916699999999997</c:v>
                </c:pt>
                <c:pt idx="9887">
                  <c:v>6.5919699999999999</c:v>
                </c:pt>
                <c:pt idx="9888">
                  <c:v>6.5922799999999997</c:v>
                </c:pt>
                <c:pt idx="9889">
                  <c:v>6.5925799999999999</c:v>
                </c:pt>
                <c:pt idx="9890">
                  <c:v>6.5928899999999997</c:v>
                </c:pt>
                <c:pt idx="9891">
                  <c:v>6.5931899999999999</c:v>
                </c:pt>
                <c:pt idx="9892">
                  <c:v>6.5934999999999997</c:v>
                </c:pt>
                <c:pt idx="9893">
                  <c:v>6.5938100000000004</c:v>
                </c:pt>
                <c:pt idx="9894">
                  <c:v>6.5941099999999997</c:v>
                </c:pt>
                <c:pt idx="9895">
                  <c:v>6.5944200000000004</c:v>
                </c:pt>
                <c:pt idx="9896">
                  <c:v>6.5947199999999997</c:v>
                </c:pt>
                <c:pt idx="9897">
                  <c:v>6.5950300000000004</c:v>
                </c:pt>
                <c:pt idx="9898">
                  <c:v>6.5953299999999997</c:v>
                </c:pt>
                <c:pt idx="9899">
                  <c:v>6.5956400000000004</c:v>
                </c:pt>
                <c:pt idx="9900">
                  <c:v>6.5959399999999997</c:v>
                </c:pt>
                <c:pt idx="9901">
                  <c:v>6.5962500000000004</c:v>
                </c:pt>
                <c:pt idx="9902">
                  <c:v>6.5965499999999997</c:v>
                </c:pt>
                <c:pt idx="9903">
                  <c:v>6.5968600000000004</c:v>
                </c:pt>
                <c:pt idx="9904">
                  <c:v>6.5971599999999997</c:v>
                </c:pt>
                <c:pt idx="9905">
                  <c:v>6.5974700000000004</c:v>
                </c:pt>
                <c:pt idx="9906">
                  <c:v>6.5977800000000002</c:v>
                </c:pt>
                <c:pt idx="9907">
                  <c:v>6.5980800000000004</c:v>
                </c:pt>
                <c:pt idx="9908">
                  <c:v>6.5983900000000002</c:v>
                </c:pt>
                <c:pt idx="9909">
                  <c:v>6.5986900000000004</c:v>
                </c:pt>
                <c:pt idx="9910">
                  <c:v>6.5990000000000002</c:v>
                </c:pt>
                <c:pt idx="9911">
                  <c:v>6.5993000000000004</c:v>
                </c:pt>
                <c:pt idx="9912">
                  <c:v>6.5996100000000002</c:v>
                </c:pt>
                <c:pt idx="9913">
                  <c:v>6.5999100000000004</c:v>
                </c:pt>
                <c:pt idx="9914">
                  <c:v>6.6002200000000002</c:v>
                </c:pt>
                <c:pt idx="9915">
                  <c:v>6.6005200000000004</c:v>
                </c:pt>
                <c:pt idx="9916">
                  <c:v>6.6008300000000002</c:v>
                </c:pt>
                <c:pt idx="9917">
                  <c:v>6.60114</c:v>
                </c:pt>
                <c:pt idx="9918">
                  <c:v>6.6014400000000002</c:v>
                </c:pt>
                <c:pt idx="9919">
                  <c:v>6.60175</c:v>
                </c:pt>
                <c:pt idx="9920">
                  <c:v>6.6020500000000002</c:v>
                </c:pt>
                <c:pt idx="9921">
                  <c:v>6.60236</c:v>
                </c:pt>
                <c:pt idx="9922">
                  <c:v>6.6026600000000002</c:v>
                </c:pt>
                <c:pt idx="9923">
                  <c:v>6.60297</c:v>
                </c:pt>
                <c:pt idx="9924">
                  <c:v>6.6032700000000002</c:v>
                </c:pt>
                <c:pt idx="9925">
                  <c:v>6.60358</c:v>
                </c:pt>
                <c:pt idx="9926">
                  <c:v>6.6038800000000002</c:v>
                </c:pt>
                <c:pt idx="9927">
                  <c:v>6.60419</c:v>
                </c:pt>
                <c:pt idx="9928">
                  <c:v>6.6044900000000002</c:v>
                </c:pt>
                <c:pt idx="9929">
                  <c:v>6.6048</c:v>
                </c:pt>
                <c:pt idx="9930">
                  <c:v>6.6051099999999998</c:v>
                </c:pt>
                <c:pt idx="9931">
                  <c:v>6.60541</c:v>
                </c:pt>
                <c:pt idx="9932">
                  <c:v>6.6057199999999998</c:v>
                </c:pt>
                <c:pt idx="9933">
                  <c:v>6.60602</c:v>
                </c:pt>
                <c:pt idx="9934">
                  <c:v>6.6063299999999998</c:v>
                </c:pt>
                <c:pt idx="9935">
                  <c:v>6.60663</c:v>
                </c:pt>
                <c:pt idx="9936">
                  <c:v>6.6069399999999998</c:v>
                </c:pt>
                <c:pt idx="9937">
                  <c:v>6.60724</c:v>
                </c:pt>
                <c:pt idx="9938">
                  <c:v>6.6075499999999998</c:v>
                </c:pt>
                <c:pt idx="9939">
                  <c:v>6.60785</c:v>
                </c:pt>
                <c:pt idx="9940">
                  <c:v>6.6081599999999998</c:v>
                </c:pt>
                <c:pt idx="9941">
                  <c:v>6.60846</c:v>
                </c:pt>
                <c:pt idx="9942">
                  <c:v>6.6087699999999998</c:v>
                </c:pt>
                <c:pt idx="9943">
                  <c:v>6.6090799999999996</c:v>
                </c:pt>
                <c:pt idx="9944">
                  <c:v>6.6093799999999998</c:v>
                </c:pt>
                <c:pt idx="9945">
                  <c:v>6.6096899999999996</c:v>
                </c:pt>
                <c:pt idx="9946">
                  <c:v>6.6099899999999998</c:v>
                </c:pt>
                <c:pt idx="9947">
                  <c:v>6.6102999999999996</c:v>
                </c:pt>
                <c:pt idx="9948">
                  <c:v>6.6105999999999998</c:v>
                </c:pt>
                <c:pt idx="9949">
                  <c:v>6.6109099999999996</c:v>
                </c:pt>
                <c:pt idx="9950">
                  <c:v>6.6112099999999998</c:v>
                </c:pt>
                <c:pt idx="9951">
                  <c:v>6.6115199999999996</c:v>
                </c:pt>
                <c:pt idx="9952">
                  <c:v>6.6118199999999998</c:v>
                </c:pt>
                <c:pt idx="9953">
                  <c:v>6.6121299999999996</c:v>
                </c:pt>
                <c:pt idx="9954">
                  <c:v>6.6124299999999998</c:v>
                </c:pt>
                <c:pt idx="9955">
                  <c:v>6.6127399999999996</c:v>
                </c:pt>
                <c:pt idx="9956">
                  <c:v>6.6130500000000003</c:v>
                </c:pt>
                <c:pt idx="9957">
                  <c:v>6.6133499999999996</c:v>
                </c:pt>
                <c:pt idx="9958">
                  <c:v>6.6136600000000003</c:v>
                </c:pt>
                <c:pt idx="9959">
                  <c:v>6.6139599999999996</c:v>
                </c:pt>
                <c:pt idx="9960">
                  <c:v>6.6142700000000003</c:v>
                </c:pt>
                <c:pt idx="9961">
                  <c:v>6.6145699999999996</c:v>
                </c:pt>
                <c:pt idx="9962">
                  <c:v>6.6148800000000003</c:v>
                </c:pt>
                <c:pt idx="9963">
                  <c:v>6.6151799999999996</c:v>
                </c:pt>
                <c:pt idx="9964">
                  <c:v>6.6154900000000003</c:v>
                </c:pt>
                <c:pt idx="9965">
                  <c:v>6.6157899999999996</c:v>
                </c:pt>
                <c:pt idx="9966">
                  <c:v>6.6161000000000003</c:v>
                </c:pt>
                <c:pt idx="9967">
                  <c:v>6.6163999999999996</c:v>
                </c:pt>
                <c:pt idx="9968">
                  <c:v>6.6167100000000003</c:v>
                </c:pt>
                <c:pt idx="9969">
                  <c:v>6.6170200000000001</c:v>
                </c:pt>
                <c:pt idx="9970">
                  <c:v>6.6173200000000003</c:v>
                </c:pt>
                <c:pt idx="9971">
                  <c:v>6.6176300000000001</c:v>
                </c:pt>
                <c:pt idx="9972">
                  <c:v>6.6179300000000003</c:v>
                </c:pt>
                <c:pt idx="9973">
                  <c:v>6.6182400000000001</c:v>
                </c:pt>
                <c:pt idx="9974">
                  <c:v>6.6185400000000003</c:v>
                </c:pt>
                <c:pt idx="9975">
                  <c:v>6.6188500000000001</c:v>
                </c:pt>
                <c:pt idx="9976">
                  <c:v>6.6191500000000003</c:v>
                </c:pt>
                <c:pt idx="9977">
                  <c:v>6.6194600000000001</c:v>
                </c:pt>
                <c:pt idx="9978">
                  <c:v>6.6197600000000003</c:v>
                </c:pt>
                <c:pt idx="9979">
                  <c:v>6.6200700000000001</c:v>
                </c:pt>
                <c:pt idx="9980">
                  <c:v>6.6203799999999999</c:v>
                </c:pt>
                <c:pt idx="9981">
                  <c:v>6.6206800000000001</c:v>
                </c:pt>
                <c:pt idx="9982">
                  <c:v>6.6209899999999999</c:v>
                </c:pt>
                <c:pt idx="9983">
                  <c:v>6.6212900000000001</c:v>
                </c:pt>
                <c:pt idx="9984">
                  <c:v>6.6215999999999999</c:v>
                </c:pt>
                <c:pt idx="9985">
                  <c:v>6.6219000000000001</c:v>
                </c:pt>
                <c:pt idx="9986">
                  <c:v>6.6222099999999999</c:v>
                </c:pt>
                <c:pt idx="9987">
                  <c:v>6.6225100000000001</c:v>
                </c:pt>
                <c:pt idx="9988">
                  <c:v>6.6228199999999999</c:v>
                </c:pt>
                <c:pt idx="9989">
                  <c:v>6.6231200000000001</c:v>
                </c:pt>
                <c:pt idx="9990">
                  <c:v>6.6234299999999999</c:v>
                </c:pt>
                <c:pt idx="9991">
                  <c:v>6.6237300000000001</c:v>
                </c:pt>
                <c:pt idx="9992">
                  <c:v>6.6240399999999999</c:v>
                </c:pt>
                <c:pt idx="9993">
                  <c:v>6.6243499999999997</c:v>
                </c:pt>
                <c:pt idx="9994">
                  <c:v>6.6246499999999999</c:v>
                </c:pt>
                <c:pt idx="9995">
                  <c:v>6.6249599999999997</c:v>
                </c:pt>
                <c:pt idx="9996">
                  <c:v>6.6252599999999999</c:v>
                </c:pt>
                <c:pt idx="9997">
                  <c:v>6.6255699999999997</c:v>
                </c:pt>
                <c:pt idx="9998">
                  <c:v>6.6258699999999999</c:v>
                </c:pt>
                <c:pt idx="9999">
                  <c:v>6.6261799999999997</c:v>
                </c:pt>
                <c:pt idx="10000">
                  <c:v>6.6264799999999999</c:v>
                </c:pt>
                <c:pt idx="10001">
                  <c:v>6.6267899999999997</c:v>
                </c:pt>
                <c:pt idx="10002">
                  <c:v>6.6270899999999999</c:v>
                </c:pt>
                <c:pt idx="10003">
                  <c:v>6.6273999999999997</c:v>
                </c:pt>
                <c:pt idx="10004">
                  <c:v>6.6276999999999999</c:v>
                </c:pt>
                <c:pt idx="10005">
                  <c:v>6.6280099999999997</c:v>
                </c:pt>
                <c:pt idx="10006">
                  <c:v>6.6283200000000004</c:v>
                </c:pt>
                <c:pt idx="10007">
                  <c:v>6.6286199999999997</c:v>
                </c:pt>
                <c:pt idx="10008">
                  <c:v>6.6289300000000004</c:v>
                </c:pt>
                <c:pt idx="10009">
                  <c:v>6.6292299999999997</c:v>
                </c:pt>
                <c:pt idx="10010">
                  <c:v>6.6295400000000004</c:v>
                </c:pt>
                <c:pt idx="10011">
                  <c:v>6.6298399999999997</c:v>
                </c:pt>
                <c:pt idx="10012">
                  <c:v>6.6301500000000004</c:v>
                </c:pt>
                <c:pt idx="10013">
                  <c:v>6.6304499999999997</c:v>
                </c:pt>
                <c:pt idx="10014">
                  <c:v>6.6307600000000004</c:v>
                </c:pt>
                <c:pt idx="10015">
                  <c:v>6.6310599999999997</c:v>
                </c:pt>
                <c:pt idx="10016">
                  <c:v>6.6313700000000004</c:v>
                </c:pt>
                <c:pt idx="10017">
                  <c:v>6.6316699999999997</c:v>
                </c:pt>
                <c:pt idx="10018">
                  <c:v>6.6319800000000004</c:v>
                </c:pt>
                <c:pt idx="10019">
                  <c:v>6.6322900000000002</c:v>
                </c:pt>
                <c:pt idx="10020">
                  <c:v>6.6325900000000004</c:v>
                </c:pt>
                <c:pt idx="10021">
                  <c:v>6.6329000000000002</c:v>
                </c:pt>
                <c:pt idx="10022">
                  <c:v>6.6332000000000004</c:v>
                </c:pt>
                <c:pt idx="10023">
                  <c:v>6.6335100000000002</c:v>
                </c:pt>
                <c:pt idx="10024">
                  <c:v>6.6338100000000004</c:v>
                </c:pt>
                <c:pt idx="10025">
                  <c:v>6.6341200000000002</c:v>
                </c:pt>
                <c:pt idx="10026">
                  <c:v>6.6344200000000004</c:v>
                </c:pt>
                <c:pt idx="10027">
                  <c:v>6.6347300000000002</c:v>
                </c:pt>
                <c:pt idx="10028">
                  <c:v>6.6350300000000004</c:v>
                </c:pt>
                <c:pt idx="10029">
                  <c:v>6.6353400000000002</c:v>
                </c:pt>
                <c:pt idx="10030">
                  <c:v>6.6356400000000004</c:v>
                </c:pt>
                <c:pt idx="10031">
                  <c:v>6.6359500000000002</c:v>
                </c:pt>
                <c:pt idx="10032">
                  <c:v>6.63626</c:v>
                </c:pt>
                <c:pt idx="10033">
                  <c:v>6.6365600000000002</c:v>
                </c:pt>
                <c:pt idx="10034">
                  <c:v>6.63687</c:v>
                </c:pt>
                <c:pt idx="10035">
                  <c:v>6.6371700000000002</c:v>
                </c:pt>
                <c:pt idx="10036">
                  <c:v>6.63748</c:v>
                </c:pt>
                <c:pt idx="10037">
                  <c:v>6.6377800000000002</c:v>
                </c:pt>
                <c:pt idx="10038">
                  <c:v>6.63809</c:v>
                </c:pt>
                <c:pt idx="10039">
                  <c:v>6.6383900000000002</c:v>
                </c:pt>
                <c:pt idx="10040">
                  <c:v>6.6387</c:v>
                </c:pt>
                <c:pt idx="10041">
                  <c:v>6.6390000000000002</c:v>
                </c:pt>
                <c:pt idx="10042">
                  <c:v>6.63931</c:v>
                </c:pt>
                <c:pt idx="10043">
                  <c:v>6.6396199999999999</c:v>
                </c:pt>
                <c:pt idx="10044">
                  <c:v>6.63992</c:v>
                </c:pt>
                <c:pt idx="10045">
                  <c:v>6.6402299999999999</c:v>
                </c:pt>
                <c:pt idx="10046">
                  <c:v>6.64053</c:v>
                </c:pt>
                <c:pt idx="10047">
                  <c:v>6.6408399999999999</c:v>
                </c:pt>
                <c:pt idx="10048">
                  <c:v>6.64114</c:v>
                </c:pt>
                <c:pt idx="10049">
                  <c:v>6.6414499999999999</c:v>
                </c:pt>
                <c:pt idx="10050">
                  <c:v>6.64175</c:v>
                </c:pt>
                <c:pt idx="10051">
                  <c:v>6.6420599999999999</c:v>
                </c:pt>
                <c:pt idx="10052">
                  <c:v>6.64236</c:v>
                </c:pt>
                <c:pt idx="10053">
                  <c:v>6.6426699999999999</c:v>
                </c:pt>
                <c:pt idx="10054">
                  <c:v>6.64297</c:v>
                </c:pt>
                <c:pt idx="10055">
                  <c:v>6.6432799999999999</c:v>
                </c:pt>
                <c:pt idx="10056">
                  <c:v>6.6435899999999997</c:v>
                </c:pt>
                <c:pt idx="10057">
                  <c:v>6.6438899999999999</c:v>
                </c:pt>
                <c:pt idx="10058">
                  <c:v>6.6441999999999997</c:v>
                </c:pt>
                <c:pt idx="10059">
                  <c:v>6.6444999999999999</c:v>
                </c:pt>
                <c:pt idx="10060">
                  <c:v>6.6448099999999997</c:v>
                </c:pt>
                <c:pt idx="10061">
                  <c:v>6.6451099999999999</c:v>
                </c:pt>
                <c:pt idx="10062">
                  <c:v>6.6454199999999997</c:v>
                </c:pt>
                <c:pt idx="10063">
                  <c:v>6.6457199999999998</c:v>
                </c:pt>
                <c:pt idx="10064">
                  <c:v>6.6460299999999997</c:v>
                </c:pt>
                <c:pt idx="10065">
                  <c:v>6.6463299999999998</c:v>
                </c:pt>
                <c:pt idx="10066">
                  <c:v>6.6466399999999997</c:v>
                </c:pt>
                <c:pt idx="10067">
                  <c:v>6.6469399999999998</c:v>
                </c:pt>
                <c:pt idx="10068">
                  <c:v>6.6472499999999997</c:v>
                </c:pt>
                <c:pt idx="10069">
                  <c:v>6.6475600000000004</c:v>
                </c:pt>
                <c:pt idx="10070">
                  <c:v>6.6478599999999997</c:v>
                </c:pt>
                <c:pt idx="10071">
                  <c:v>6.6481700000000004</c:v>
                </c:pt>
                <c:pt idx="10072">
                  <c:v>6.6484699999999997</c:v>
                </c:pt>
                <c:pt idx="10073">
                  <c:v>6.6487800000000004</c:v>
                </c:pt>
                <c:pt idx="10074">
                  <c:v>6.6490799999999997</c:v>
                </c:pt>
                <c:pt idx="10075">
                  <c:v>6.6493900000000004</c:v>
                </c:pt>
                <c:pt idx="10076">
                  <c:v>6.6496899999999997</c:v>
                </c:pt>
                <c:pt idx="10077">
                  <c:v>6.65</c:v>
                </c:pt>
                <c:pt idx="10078">
                  <c:v>6.6502999999999997</c:v>
                </c:pt>
                <c:pt idx="10079">
                  <c:v>6.6506100000000004</c:v>
                </c:pt>
                <c:pt idx="10080">
                  <c:v>6.6509099999999997</c:v>
                </c:pt>
                <c:pt idx="10081">
                  <c:v>6.6512200000000004</c:v>
                </c:pt>
                <c:pt idx="10082">
                  <c:v>6.6515300000000002</c:v>
                </c:pt>
                <c:pt idx="10083">
                  <c:v>6.6518300000000004</c:v>
                </c:pt>
                <c:pt idx="10084">
                  <c:v>6.6521400000000002</c:v>
                </c:pt>
                <c:pt idx="10085">
                  <c:v>6.6524400000000004</c:v>
                </c:pt>
                <c:pt idx="10086">
                  <c:v>6.6527500000000002</c:v>
                </c:pt>
                <c:pt idx="10087">
                  <c:v>6.6530500000000004</c:v>
                </c:pt>
                <c:pt idx="10088">
                  <c:v>6.6533600000000002</c:v>
                </c:pt>
                <c:pt idx="10089">
                  <c:v>6.6536600000000004</c:v>
                </c:pt>
                <c:pt idx="10090">
                  <c:v>6.6539700000000002</c:v>
                </c:pt>
                <c:pt idx="10091">
                  <c:v>6.6542700000000004</c:v>
                </c:pt>
                <c:pt idx="10092">
                  <c:v>6.6545800000000002</c:v>
                </c:pt>
                <c:pt idx="10093">
                  <c:v>6.6548800000000004</c:v>
                </c:pt>
                <c:pt idx="10094">
                  <c:v>6.6551900000000002</c:v>
                </c:pt>
                <c:pt idx="10095">
                  <c:v>6.6555</c:v>
                </c:pt>
                <c:pt idx="10096">
                  <c:v>6.6558000000000002</c:v>
                </c:pt>
                <c:pt idx="10097">
                  <c:v>6.65611</c:v>
                </c:pt>
                <c:pt idx="10098">
                  <c:v>6.6564100000000002</c:v>
                </c:pt>
                <c:pt idx="10099">
                  <c:v>6.65672</c:v>
                </c:pt>
                <c:pt idx="10100">
                  <c:v>6.6570200000000002</c:v>
                </c:pt>
                <c:pt idx="10101">
                  <c:v>6.65733</c:v>
                </c:pt>
                <c:pt idx="10102">
                  <c:v>6.6576300000000002</c:v>
                </c:pt>
                <c:pt idx="10103">
                  <c:v>6.65794</c:v>
                </c:pt>
                <c:pt idx="10104">
                  <c:v>6.6582400000000002</c:v>
                </c:pt>
                <c:pt idx="10105">
                  <c:v>6.65855</c:v>
                </c:pt>
                <c:pt idx="10106">
                  <c:v>6.6588599999999998</c:v>
                </c:pt>
                <c:pt idx="10107">
                  <c:v>6.65916</c:v>
                </c:pt>
                <c:pt idx="10108">
                  <c:v>6.6594699999999998</c:v>
                </c:pt>
                <c:pt idx="10109">
                  <c:v>6.65977</c:v>
                </c:pt>
                <c:pt idx="10110">
                  <c:v>6.6600799999999998</c:v>
                </c:pt>
                <c:pt idx="10111">
                  <c:v>6.66038</c:v>
                </c:pt>
                <c:pt idx="10112">
                  <c:v>6.6606899999999998</c:v>
                </c:pt>
                <c:pt idx="10113">
                  <c:v>6.66099</c:v>
                </c:pt>
                <c:pt idx="10114">
                  <c:v>6.6612999999999998</c:v>
                </c:pt>
                <c:pt idx="10115">
                  <c:v>6.6616</c:v>
                </c:pt>
                <c:pt idx="10116">
                  <c:v>6.6619099999999998</c:v>
                </c:pt>
                <c:pt idx="10117">
                  <c:v>6.66221</c:v>
                </c:pt>
                <c:pt idx="10118">
                  <c:v>6.6625199999999998</c:v>
                </c:pt>
                <c:pt idx="10119">
                  <c:v>6.6628299999999996</c:v>
                </c:pt>
                <c:pt idx="10120">
                  <c:v>6.6631299999999998</c:v>
                </c:pt>
                <c:pt idx="10121">
                  <c:v>6.6634399999999996</c:v>
                </c:pt>
                <c:pt idx="10122">
                  <c:v>6.6637399999999998</c:v>
                </c:pt>
                <c:pt idx="10123">
                  <c:v>6.6640499999999996</c:v>
                </c:pt>
                <c:pt idx="10124">
                  <c:v>6.6643499999999998</c:v>
                </c:pt>
                <c:pt idx="10125">
                  <c:v>6.6646599999999996</c:v>
                </c:pt>
                <c:pt idx="10126">
                  <c:v>6.6649599999999998</c:v>
                </c:pt>
                <c:pt idx="10127">
                  <c:v>6.6652699999999996</c:v>
                </c:pt>
                <c:pt idx="10128">
                  <c:v>6.6655699999999998</c:v>
                </c:pt>
                <c:pt idx="10129">
                  <c:v>6.6658799999999996</c:v>
                </c:pt>
                <c:pt idx="10130">
                  <c:v>6.6661799999999998</c:v>
                </c:pt>
                <c:pt idx="10131">
                  <c:v>6.6664899999999996</c:v>
                </c:pt>
                <c:pt idx="10132">
                  <c:v>6.6668000000000003</c:v>
                </c:pt>
                <c:pt idx="10133">
                  <c:v>6.6670999999999996</c:v>
                </c:pt>
                <c:pt idx="10134">
                  <c:v>6.6674100000000003</c:v>
                </c:pt>
                <c:pt idx="10135">
                  <c:v>6.6677099999999996</c:v>
                </c:pt>
                <c:pt idx="10136">
                  <c:v>6.6680200000000003</c:v>
                </c:pt>
                <c:pt idx="10137">
                  <c:v>6.6683199999999996</c:v>
                </c:pt>
                <c:pt idx="10138">
                  <c:v>6.6686300000000003</c:v>
                </c:pt>
                <c:pt idx="10139">
                  <c:v>6.6689299999999996</c:v>
                </c:pt>
                <c:pt idx="10140">
                  <c:v>6.6692400000000003</c:v>
                </c:pt>
                <c:pt idx="10141">
                  <c:v>6.6695399999999996</c:v>
                </c:pt>
                <c:pt idx="10142">
                  <c:v>6.6698500000000003</c:v>
                </c:pt>
                <c:pt idx="10143">
                  <c:v>6.6701499999999996</c:v>
                </c:pt>
                <c:pt idx="10144">
                  <c:v>6.6704600000000003</c:v>
                </c:pt>
                <c:pt idx="10145">
                  <c:v>6.6707700000000001</c:v>
                </c:pt>
                <c:pt idx="10146">
                  <c:v>6.6710700000000003</c:v>
                </c:pt>
                <c:pt idx="10147">
                  <c:v>6.6713800000000001</c:v>
                </c:pt>
                <c:pt idx="10148">
                  <c:v>6.6716800000000003</c:v>
                </c:pt>
                <c:pt idx="10149">
                  <c:v>6.6719900000000001</c:v>
                </c:pt>
                <c:pt idx="10150">
                  <c:v>6.6722900000000003</c:v>
                </c:pt>
                <c:pt idx="10151">
                  <c:v>6.6726000000000001</c:v>
                </c:pt>
                <c:pt idx="10152">
                  <c:v>6.6729000000000003</c:v>
                </c:pt>
                <c:pt idx="10153">
                  <c:v>6.6732100000000001</c:v>
                </c:pt>
                <c:pt idx="10154">
                  <c:v>6.6735100000000003</c:v>
                </c:pt>
                <c:pt idx="10155">
                  <c:v>6.6738200000000001</c:v>
                </c:pt>
                <c:pt idx="10156">
                  <c:v>6.6741299999999999</c:v>
                </c:pt>
                <c:pt idx="10157">
                  <c:v>6.6744300000000001</c:v>
                </c:pt>
                <c:pt idx="10158">
                  <c:v>6.6747399999999999</c:v>
                </c:pt>
                <c:pt idx="10159">
                  <c:v>6.6750400000000001</c:v>
                </c:pt>
                <c:pt idx="10160">
                  <c:v>6.6753499999999999</c:v>
                </c:pt>
                <c:pt idx="10161">
                  <c:v>6.6756500000000001</c:v>
                </c:pt>
                <c:pt idx="10162">
                  <c:v>6.6759599999999999</c:v>
                </c:pt>
                <c:pt idx="10163">
                  <c:v>6.6762600000000001</c:v>
                </c:pt>
                <c:pt idx="10164">
                  <c:v>6.6765699999999999</c:v>
                </c:pt>
                <c:pt idx="10165">
                  <c:v>6.6768700000000001</c:v>
                </c:pt>
                <c:pt idx="10166">
                  <c:v>6.6771799999999999</c:v>
                </c:pt>
                <c:pt idx="10167">
                  <c:v>6.6774800000000001</c:v>
                </c:pt>
                <c:pt idx="10168">
                  <c:v>6.6777899999999999</c:v>
                </c:pt>
                <c:pt idx="10169">
                  <c:v>6.6780999999999997</c:v>
                </c:pt>
                <c:pt idx="10170">
                  <c:v>6.6783999999999999</c:v>
                </c:pt>
                <c:pt idx="10171">
                  <c:v>6.6787099999999997</c:v>
                </c:pt>
                <c:pt idx="10172">
                  <c:v>6.6790099999999999</c:v>
                </c:pt>
                <c:pt idx="10173">
                  <c:v>6.6793199999999997</c:v>
                </c:pt>
                <c:pt idx="10174">
                  <c:v>6.6796199999999999</c:v>
                </c:pt>
                <c:pt idx="10175">
                  <c:v>6.6799299999999997</c:v>
                </c:pt>
                <c:pt idx="10176">
                  <c:v>6.6802299999999999</c:v>
                </c:pt>
                <c:pt idx="10177">
                  <c:v>6.6805399999999997</c:v>
                </c:pt>
                <c:pt idx="10178">
                  <c:v>6.6808399999999999</c:v>
                </c:pt>
                <c:pt idx="10179">
                  <c:v>6.6811499999999997</c:v>
                </c:pt>
                <c:pt idx="10180">
                  <c:v>6.6814499999999999</c:v>
                </c:pt>
                <c:pt idx="10181">
                  <c:v>6.6817599999999997</c:v>
                </c:pt>
                <c:pt idx="10182">
                  <c:v>6.6820700000000004</c:v>
                </c:pt>
                <c:pt idx="10183">
                  <c:v>6.6823699999999997</c:v>
                </c:pt>
                <c:pt idx="10184">
                  <c:v>6.6826800000000004</c:v>
                </c:pt>
                <c:pt idx="10185">
                  <c:v>6.6829799999999997</c:v>
                </c:pt>
                <c:pt idx="10186">
                  <c:v>6.6832900000000004</c:v>
                </c:pt>
                <c:pt idx="10187">
                  <c:v>6.6835899999999997</c:v>
                </c:pt>
                <c:pt idx="10188">
                  <c:v>6.6839000000000004</c:v>
                </c:pt>
                <c:pt idx="10189">
                  <c:v>6.6841999999999997</c:v>
                </c:pt>
                <c:pt idx="10190">
                  <c:v>6.6845100000000004</c:v>
                </c:pt>
                <c:pt idx="10191">
                  <c:v>6.6848099999999997</c:v>
                </c:pt>
                <c:pt idx="10192">
                  <c:v>6.6851200000000004</c:v>
                </c:pt>
                <c:pt idx="10193">
                  <c:v>6.6854199999999997</c:v>
                </c:pt>
                <c:pt idx="10194">
                  <c:v>6.6857300000000004</c:v>
                </c:pt>
                <c:pt idx="10195">
                  <c:v>6.6860400000000002</c:v>
                </c:pt>
                <c:pt idx="10196">
                  <c:v>6.6863400000000004</c:v>
                </c:pt>
                <c:pt idx="10197">
                  <c:v>6.6866500000000002</c:v>
                </c:pt>
                <c:pt idx="10198">
                  <c:v>6.6869500000000004</c:v>
                </c:pt>
                <c:pt idx="10199">
                  <c:v>6.6872600000000002</c:v>
                </c:pt>
                <c:pt idx="10200">
                  <c:v>6.6875600000000004</c:v>
                </c:pt>
                <c:pt idx="10201">
                  <c:v>6.6878700000000002</c:v>
                </c:pt>
                <c:pt idx="10202">
                  <c:v>6.6881700000000004</c:v>
                </c:pt>
                <c:pt idx="10203">
                  <c:v>6.6884800000000002</c:v>
                </c:pt>
                <c:pt idx="10204">
                  <c:v>6.6887800000000004</c:v>
                </c:pt>
                <c:pt idx="10205">
                  <c:v>6.6890900000000002</c:v>
                </c:pt>
                <c:pt idx="10206">
                  <c:v>6.6893900000000004</c:v>
                </c:pt>
                <c:pt idx="10207">
                  <c:v>6.6897000000000002</c:v>
                </c:pt>
                <c:pt idx="10208">
                  <c:v>6.69001</c:v>
                </c:pt>
                <c:pt idx="10209">
                  <c:v>6.6903100000000002</c:v>
                </c:pt>
                <c:pt idx="10210">
                  <c:v>6.69062</c:v>
                </c:pt>
                <c:pt idx="10211">
                  <c:v>6.6909200000000002</c:v>
                </c:pt>
                <c:pt idx="10212">
                  <c:v>6.69123</c:v>
                </c:pt>
                <c:pt idx="10213">
                  <c:v>6.6915300000000002</c:v>
                </c:pt>
                <c:pt idx="10214">
                  <c:v>6.69184</c:v>
                </c:pt>
                <c:pt idx="10215">
                  <c:v>6.6921400000000002</c:v>
                </c:pt>
                <c:pt idx="10216">
                  <c:v>6.69245</c:v>
                </c:pt>
                <c:pt idx="10217">
                  <c:v>6.6927500000000002</c:v>
                </c:pt>
                <c:pt idx="10218">
                  <c:v>6.69306</c:v>
                </c:pt>
                <c:pt idx="10219">
                  <c:v>6.6933699999999998</c:v>
                </c:pt>
                <c:pt idx="10220">
                  <c:v>6.69367</c:v>
                </c:pt>
                <c:pt idx="10221">
                  <c:v>6.6939799999999998</c:v>
                </c:pt>
                <c:pt idx="10222">
                  <c:v>6.69428</c:v>
                </c:pt>
                <c:pt idx="10223">
                  <c:v>6.6945899999999998</c:v>
                </c:pt>
                <c:pt idx="10224">
                  <c:v>6.69489</c:v>
                </c:pt>
                <c:pt idx="10225">
                  <c:v>6.6951999999999998</c:v>
                </c:pt>
                <c:pt idx="10226">
                  <c:v>6.6955</c:v>
                </c:pt>
                <c:pt idx="10227">
                  <c:v>6.6958099999999998</c:v>
                </c:pt>
                <c:pt idx="10228">
                  <c:v>6.69611</c:v>
                </c:pt>
                <c:pt idx="10229">
                  <c:v>6.6964199999999998</c:v>
                </c:pt>
                <c:pt idx="10230">
                  <c:v>6.69672</c:v>
                </c:pt>
                <c:pt idx="10231">
                  <c:v>6.6970299999999998</c:v>
                </c:pt>
                <c:pt idx="10232">
                  <c:v>6.6973399999999996</c:v>
                </c:pt>
                <c:pt idx="10233">
                  <c:v>6.6976399999999998</c:v>
                </c:pt>
                <c:pt idx="10234">
                  <c:v>6.6979499999999996</c:v>
                </c:pt>
                <c:pt idx="10235">
                  <c:v>6.6982499999999998</c:v>
                </c:pt>
                <c:pt idx="10236">
                  <c:v>6.6985599999999996</c:v>
                </c:pt>
                <c:pt idx="10237">
                  <c:v>6.6988599999999998</c:v>
                </c:pt>
                <c:pt idx="10238">
                  <c:v>6.6991699999999996</c:v>
                </c:pt>
                <c:pt idx="10239">
                  <c:v>6.6994699999999998</c:v>
                </c:pt>
                <c:pt idx="10240">
                  <c:v>6.6997799999999996</c:v>
                </c:pt>
                <c:pt idx="10241">
                  <c:v>6.7000799999999998</c:v>
                </c:pt>
                <c:pt idx="10242">
                  <c:v>6.7003899999999996</c:v>
                </c:pt>
                <c:pt idx="10243">
                  <c:v>6.7006899999999998</c:v>
                </c:pt>
                <c:pt idx="10244">
                  <c:v>6.7009999999999996</c:v>
                </c:pt>
                <c:pt idx="10245">
                  <c:v>6.7013100000000003</c:v>
                </c:pt>
                <c:pt idx="10246">
                  <c:v>6.7016099999999996</c:v>
                </c:pt>
                <c:pt idx="10247">
                  <c:v>6.7019200000000003</c:v>
                </c:pt>
                <c:pt idx="10248">
                  <c:v>6.7022199999999996</c:v>
                </c:pt>
                <c:pt idx="10249">
                  <c:v>6.7025300000000003</c:v>
                </c:pt>
                <c:pt idx="10250">
                  <c:v>6.7028299999999996</c:v>
                </c:pt>
                <c:pt idx="10251">
                  <c:v>6.7031400000000003</c:v>
                </c:pt>
                <c:pt idx="10252">
                  <c:v>6.7034399999999996</c:v>
                </c:pt>
                <c:pt idx="10253">
                  <c:v>6.7037500000000003</c:v>
                </c:pt>
                <c:pt idx="10254">
                  <c:v>6.7040499999999996</c:v>
                </c:pt>
                <c:pt idx="10255">
                  <c:v>6.7043600000000003</c:v>
                </c:pt>
                <c:pt idx="10256">
                  <c:v>6.7046599999999996</c:v>
                </c:pt>
                <c:pt idx="10257">
                  <c:v>6.7049700000000003</c:v>
                </c:pt>
                <c:pt idx="10258">
                  <c:v>6.7052800000000001</c:v>
                </c:pt>
                <c:pt idx="10259">
                  <c:v>6.7055800000000003</c:v>
                </c:pt>
                <c:pt idx="10260">
                  <c:v>6.7058900000000001</c:v>
                </c:pt>
                <c:pt idx="10261">
                  <c:v>6.7061900000000003</c:v>
                </c:pt>
                <c:pt idx="10262">
                  <c:v>6.7065000000000001</c:v>
                </c:pt>
                <c:pt idx="10263">
                  <c:v>6.7068000000000003</c:v>
                </c:pt>
                <c:pt idx="10264">
                  <c:v>6.7071100000000001</c:v>
                </c:pt>
                <c:pt idx="10265">
                  <c:v>6.7074100000000003</c:v>
                </c:pt>
                <c:pt idx="10266">
                  <c:v>6.7077200000000001</c:v>
                </c:pt>
                <c:pt idx="10267">
                  <c:v>6.7080200000000003</c:v>
                </c:pt>
                <c:pt idx="10268">
                  <c:v>6.7083300000000001</c:v>
                </c:pt>
                <c:pt idx="10269">
                  <c:v>6.7086300000000003</c:v>
                </c:pt>
                <c:pt idx="10270">
                  <c:v>6.7089400000000001</c:v>
                </c:pt>
                <c:pt idx="10271">
                  <c:v>6.7092499999999999</c:v>
                </c:pt>
                <c:pt idx="10272">
                  <c:v>6.7095500000000001</c:v>
                </c:pt>
                <c:pt idx="10273">
                  <c:v>6.7098599999999999</c:v>
                </c:pt>
                <c:pt idx="10274">
                  <c:v>6.7101600000000001</c:v>
                </c:pt>
                <c:pt idx="10275">
                  <c:v>6.7104699999999999</c:v>
                </c:pt>
                <c:pt idx="10276">
                  <c:v>6.7107700000000001</c:v>
                </c:pt>
                <c:pt idx="10277">
                  <c:v>6.7110799999999999</c:v>
                </c:pt>
                <c:pt idx="10278">
                  <c:v>6.7113800000000001</c:v>
                </c:pt>
                <c:pt idx="10279">
                  <c:v>6.7116899999999999</c:v>
                </c:pt>
                <c:pt idx="10280">
                  <c:v>6.7119900000000001</c:v>
                </c:pt>
                <c:pt idx="10281">
                  <c:v>6.7122999999999999</c:v>
                </c:pt>
                <c:pt idx="10282">
                  <c:v>6.7126099999999997</c:v>
                </c:pt>
                <c:pt idx="10283">
                  <c:v>6.7129099999999999</c:v>
                </c:pt>
                <c:pt idx="10284">
                  <c:v>6.7132199999999997</c:v>
                </c:pt>
                <c:pt idx="10285">
                  <c:v>6.7135199999999999</c:v>
                </c:pt>
                <c:pt idx="10286">
                  <c:v>6.7138299999999997</c:v>
                </c:pt>
                <c:pt idx="10287">
                  <c:v>6.7141299999999999</c:v>
                </c:pt>
                <c:pt idx="10288">
                  <c:v>6.7144399999999997</c:v>
                </c:pt>
                <c:pt idx="10289">
                  <c:v>6.7147399999999999</c:v>
                </c:pt>
                <c:pt idx="10290">
                  <c:v>6.7150499999999997</c:v>
                </c:pt>
                <c:pt idx="10291">
                  <c:v>6.7153499999999999</c:v>
                </c:pt>
                <c:pt idx="10292">
                  <c:v>6.7156599999999997</c:v>
                </c:pt>
                <c:pt idx="10293">
                  <c:v>6.7159599999999999</c:v>
                </c:pt>
                <c:pt idx="10294">
                  <c:v>6.7162699999999997</c:v>
                </c:pt>
                <c:pt idx="10295">
                  <c:v>6.7165800000000004</c:v>
                </c:pt>
                <c:pt idx="10296">
                  <c:v>6.7168799999999997</c:v>
                </c:pt>
                <c:pt idx="10297">
                  <c:v>6.7171900000000004</c:v>
                </c:pt>
                <c:pt idx="10298">
                  <c:v>6.7174899999999997</c:v>
                </c:pt>
                <c:pt idx="10299">
                  <c:v>6.7178000000000004</c:v>
                </c:pt>
                <c:pt idx="10300">
                  <c:v>6.7180999999999997</c:v>
                </c:pt>
                <c:pt idx="10301">
                  <c:v>6.7184100000000004</c:v>
                </c:pt>
                <c:pt idx="10302">
                  <c:v>6.7187099999999997</c:v>
                </c:pt>
                <c:pt idx="10303">
                  <c:v>6.7190200000000004</c:v>
                </c:pt>
                <c:pt idx="10304">
                  <c:v>6.7193199999999997</c:v>
                </c:pt>
                <c:pt idx="10305">
                  <c:v>6.7196300000000004</c:v>
                </c:pt>
                <c:pt idx="10306">
                  <c:v>6.7199299999999997</c:v>
                </c:pt>
                <c:pt idx="10307">
                  <c:v>6.7202400000000004</c:v>
                </c:pt>
                <c:pt idx="10308">
                  <c:v>6.7205500000000002</c:v>
                </c:pt>
                <c:pt idx="10309">
                  <c:v>6.7208500000000004</c:v>
                </c:pt>
                <c:pt idx="10310">
                  <c:v>6.7211600000000002</c:v>
                </c:pt>
                <c:pt idx="10311">
                  <c:v>6.7214600000000004</c:v>
                </c:pt>
                <c:pt idx="10312">
                  <c:v>6.7217700000000002</c:v>
                </c:pt>
                <c:pt idx="10313">
                  <c:v>6.7220700000000004</c:v>
                </c:pt>
                <c:pt idx="10314">
                  <c:v>6.7223800000000002</c:v>
                </c:pt>
                <c:pt idx="10315">
                  <c:v>6.7226800000000004</c:v>
                </c:pt>
                <c:pt idx="10316">
                  <c:v>6.7229900000000002</c:v>
                </c:pt>
                <c:pt idx="10317">
                  <c:v>6.7232900000000004</c:v>
                </c:pt>
                <c:pt idx="10318">
                  <c:v>6.7236000000000002</c:v>
                </c:pt>
                <c:pt idx="10319">
                  <c:v>6.7239000000000004</c:v>
                </c:pt>
                <c:pt idx="10320">
                  <c:v>6.7242100000000002</c:v>
                </c:pt>
                <c:pt idx="10321">
                  <c:v>6.7245200000000001</c:v>
                </c:pt>
                <c:pt idx="10322">
                  <c:v>6.7248200000000002</c:v>
                </c:pt>
                <c:pt idx="10323">
                  <c:v>6.7251300000000001</c:v>
                </c:pt>
                <c:pt idx="10324">
                  <c:v>6.7254300000000002</c:v>
                </c:pt>
                <c:pt idx="10325">
                  <c:v>6.7257400000000001</c:v>
                </c:pt>
                <c:pt idx="10326">
                  <c:v>6.7260400000000002</c:v>
                </c:pt>
                <c:pt idx="10327">
                  <c:v>6.7263500000000001</c:v>
                </c:pt>
                <c:pt idx="10328">
                  <c:v>6.7266500000000002</c:v>
                </c:pt>
                <c:pt idx="10329">
                  <c:v>6.7269600000000001</c:v>
                </c:pt>
                <c:pt idx="10330">
                  <c:v>6.7272600000000002</c:v>
                </c:pt>
                <c:pt idx="10331">
                  <c:v>6.7275700000000001</c:v>
                </c:pt>
                <c:pt idx="10332">
                  <c:v>6.7278799999999999</c:v>
                </c:pt>
                <c:pt idx="10333">
                  <c:v>6.72818</c:v>
                </c:pt>
                <c:pt idx="10334">
                  <c:v>6.7284899999999999</c:v>
                </c:pt>
                <c:pt idx="10335">
                  <c:v>6.72879</c:v>
                </c:pt>
                <c:pt idx="10336">
                  <c:v>6.7290999999999999</c:v>
                </c:pt>
                <c:pt idx="10337">
                  <c:v>6.7294</c:v>
                </c:pt>
                <c:pt idx="10338">
                  <c:v>6.7297099999999999</c:v>
                </c:pt>
                <c:pt idx="10339">
                  <c:v>6.73001</c:v>
                </c:pt>
                <c:pt idx="10340">
                  <c:v>6.7303199999999999</c:v>
                </c:pt>
                <c:pt idx="10341">
                  <c:v>6.73062</c:v>
                </c:pt>
                <c:pt idx="10342">
                  <c:v>6.7309299999999999</c:v>
                </c:pt>
                <c:pt idx="10343">
                  <c:v>6.73123</c:v>
                </c:pt>
                <c:pt idx="10344">
                  <c:v>6.7315399999999999</c:v>
                </c:pt>
                <c:pt idx="10345">
                  <c:v>6.7318499999999997</c:v>
                </c:pt>
                <c:pt idx="10346">
                  <c:v>6.7321499999999999</c:v>
                </c:pt>
                <c:pt idx="10347">
                  <c:v>6.7324599999999997</c:v>
                </c:pt>
                <c:pt idx="10348">
                  <c:v>6.7327599999999999</c:v>
                </c:pt>
                <c:pt idx="10349">
                  <c:v>6.7330699999999997</c:v>
                </c:pt>
                <c:pt idx="10350">
                  <c:v>6.7333699999999999</c:v>
                </c:pt>
                <c:pt idx="10351">
                  <c:v>6.7336799999999997</c:v>
                </c:pt>
                <c:pt idx="10352">
                  <c:v>6.7339799999999999</c:v>
                </c:pt>
                <c:pt idx="10353">
                  <c:v>6.7342899999999997</c:v>
                </c:pt>
                <c:pt idx="10354">
                  <c:v>6.7345899999999999</c:v>
                </c:pt>
                <c:pt idx="10355">
                  <c:v>6.7348999999999997</c:v>
                </c:pt>
                <c:pt idx="10356">
                  <c:v>6.7351999999999999</c:v>
                </c:pt>
                <c:pt idx="10357">
                  <c:v>6.7355099999999997</c:v>
                </c:pt>
                <c:pt idx="10358">
                  <c:v>6.7358200000000004</c:v>
                </c:pt>
                <c:pt idx="10359">
                  <c:v>6.7361199999999997</c:v>
                </c:pt>
                <c:pt idx="10360">
                  <c:v>6.7364300000000004</c:v>
                </c:pt>
                <c:pt idx="10361">
                  <c:v>6.7367299999999997</c:v>
                </c:pt>
                <c:pt idx="10362">
                  <c:v>6.7370400000000004</c:v>
                </c:pt>
                <c:pt idx="10363">
                  <c:v>6.7373399999999997</c:v>
                </c:pt>
                <c:pt idx="10364">
                  <c:v>6.7376500000000004</c:v>
                </c:pt>
                <c:pt idx="10365">
                  <c:v>6.7379499999999997</c:v>
                </c:pt>
                <c:pt idx="10366">
                  <c:v>6.7382600000000004</c:v>
                </c:pt>
                <c:pt idx="10367">
                  <c:v>6.7385599999999997</c:v>
                </c:pt>
                <c:pt idx="10368">
                  <c:v>6.7388700000000004</c:v>
                </c:pt>
                <c:pt idx="10369">
                  <c:v>6.7391699999999997</c:v>
                </c:pt>
                <c:pt idx="10370">
                  <c:v>6.7394800000000004</c:v>
                </c:pt>
                <c:pt idx="10371">
                  <c:v>6.7397900000000002</c:v>
                </c:pt>
                <c:pt idx="10372">
                  <c:v>6.7400900000000004</c:v>
                </c:pt>
                <c:pt idx="10373">
                  <c:v>6.7404000000000002</c:v>
                </c:pt>
                <c:pt idx="10374">
                  <c:v>6.7407000000000004</c:v>
                </c:pt>
                <c:pt idx="10375">
                  <c:v>6.7410100000000002</c:v>
                </c:pt>
                <c:pt idx="10376">
                  <c:v>6.7413100000000004</c:v>
                </c:pt>
                <c:pt idx="10377">
                  <c:v>6.7416200000000002</c:v>
                </c:pt>
                <c:pt idx="10378">
                  <c:v>6.7419200000000004</c:v>
                </c:pt>
                <c:pt idx="10379">
                  <c:v>6.7422300000000002</c:v>
                </c:pt>
                <c:pt idx="10380">
                  <c:v>6.7425300000000004</c:v>
                </c:pt>
                <c:pt idx="10381">
                  <c:v>6.7428400000000002</c:v>
                </c:pt>
                <c:pt idx="10382">
                  <c:v>6.7431400000000004</c:v>
                </c:pt>
                <c:pt idx="10383">
                  <c:v>6.7434500000000002</c:v>
                </c:pt>
                <c:pt idx="10384">
                  <c:v>6.74376</c:v>
                </c:pt>
                <c:pt idx="10385">
                  <c:v>6.7440600000000002</c:v>
                </c:pt>
                <c:pt idx="10386">
                  <c:v>6.74437</c:v>
                </c:pt>
                <c:pt idx="10387">
                  <c:v>6.7446700000000002</c:v>
                </c:pt>
                <c:pt idx="10388">
                  <c:v>6.74498</c:v>
                </c:pt>
                <c:pt idx="10389">
                  <c:v>6.7452800000000002</c:v>
                </c:pt>
                <c:pt idx="10390">
                  <c:v>6.74559</c:v>
                </c:pt>
                <c:pt idx="10391">
                  <c:v>6.7458900000000002</c:v>
                </c:pt>
                <c:pt idx="10392">
                  <c:v>6.7462</c:v>
                </c:pt>
                <c:pt idx="10393">
                  <c:v>6.7465000000000002</c:v>
                </c:pt>
                <c:pt idx="10394">
                  <c:v>6.74681</c:v>
                </c:pt>
                <c:pt idx="10395">
                  <c:v>6.7471199999999998</c:v>
                </c:pt>
                <c:pt idx="10396">
                  <c:v>6.74742</c:v>
                </c:pt>
                <c:pt idx="10397">
                  <c:v>6.7477299999999998</c:v>
                </c:pt>
                <c:pt idx="10398">
                  <c:v>6.74803</c:v>
                </c:pt>
                <c:pt idx="10399">
                  <c:v>6.7483399999999998</c:v>
                </c:pt>
                <c:pt idx="10400">
                  <c:v>6.74864</c:v>
                </c:pt>
                <c:pt idx="10401">
                  <c:v>6.7489499999999998</c:v>
                </c:pt>
                <c:pt idx="10402">
                  <c:v>6.74925</c:v>
                </c:pt>
                <c:pt idx="10403">
                  <c:v>6.7495599999999998</c:v>
                </c:pt>
                <c:pt idx="10404">
                  <c:v>6.74986</c:v>
                </c:pt>
                <c:pt idx="10405">
                  <c:v>6.7501699999999998</c:v>
                </c:pt>
                <c:pt idx="10406">
                  <c:v>6.75047</c:v>
                </c:pt>
                <c:pt idx="10407">
                  <c:v>6.7507799999999998</c:v>
                </c:pt>
                <c:pt idx="10408">
                  <c:v>6.7510899999999996</c:v>
                </c:pt>
                <c:pt idx="10409">
                  <c:v>6.7513899999999998</c:v>
                </c:pt>
                <c:pt idx="10410">
                  <c:v>6.7516999999999996</c:v>
                </c:pt>
                <c:pt idx="10411">
                  <c:v>6.7519999999999998</c:v>
                </c:pt>
                <c:pt idx="10412">
                  <c:v>6.7523099999999996</c:v>
                </c:pt>
                <c:pt idx="10413">
                  <c:v>6.7526099999999998</c:v>
                </c:pt>
                <c:pt idx="10414">
                  <c:v>6.7529199999999996</c:v>
                </c:pt>
                <c:pt idx="10415">
                  <c:v>6.7532199999999998</c:v>
                </c:pt>
                <c:pt idx="10416">
                  <c:v>6.7535299999999996</c:v>
                </c:pt>
                <c:pt idx="10417">
                  <c:v>6.7538299999999998</c:v>
                </c:pt>
                <c:pt idx="10418">
                  <c:v>6.7541399999999996</c:v>
                </c:pt>
                <c:pt idx="10419">
                  <c:v>6.7544399999999998</c:v>
                </c:pt>
                <c:pt idx="10420">
                  <c:v>6.7547499999999996</c:v>
                </c:pt>
                <c:pt idx="10421">
                  <c:v>6.7550600000000003</c:v>
                </c:pt>
                <c:pt idx="10422">
                  <c:v>6.7553599999999996</c:v>
                </c:pt>
                <c:pt idx="10423">
                  <c:v>6.7556700000000003</c:v>
                </c:pt>
                <c:pt idx="10424">
                  <c:v>6.7559699999999996</c:v>
                </c:pt>
                <c:pt idx="10425">
                  <c:v>6.7562800000000003</c:v>
                </c:pt>
                <c:pt idx="10426">
                  <c:v>6.7565799999999996</c:v>
                </c:pt>
                <c:pt idx="10427">
                  <c:v>6.7568900000000003</c:v>
                </c:pt>
                <c:pt idx="10428">
                  <c:v>6.7571899999999996</c:v>
                </c:pt>
                <c:pt idx="10429">
                  <c:v>6.7575000000000003</c:v>
                </c:pt>
                <c:pt idx="10430">
                  <c:v>6.7577999999999996</c:v>
                </c:pt>
                <c:pt idx="10431">
                  <c:v>6.7581100000000003</c:v>
                </c:pt>
                <c:pt idx="10432">
                  <c:v>6.7584099999999996</c:v>
                </c:pt>
                <c:pt idx="10433">
                  <c:v>6.7587200000000003</c:v>
                </c:pt>
                <c:pt idx="10434">
                  <c:v>6.7590300000000001</c:v>
                </c:pt>
                <c:pt idx="10435">
                  <c:v>6.7593300000000003</c:v>
                </c:pt>
                <c:pt idx="10436">
                  <c:v>6.7596400000000001</c:v>
                </c:pt>
                <c:pt idx="10437">
                  <c:v>6.7599400000000003</c:v>
                </c:pt>
                <c:pt idx="10438">
                  <c:v>6.7602500000000001</c:v>
                </c:pt>
                <c:pt idx="10439">
                  <c:v>6.7605500000000003</c:v>
                </c:pt>
                <c:pt idx="10440">
                  <c:v>6.7608600000000001</c:v>
                </c:pt>
                <c:pt idx="10441">
                  <c:v>6.7611600000000003</c:v>
                </c:pt>
                <c:pt idx="10442">
                  <c:v>6.7614700000000001</c:v>
                </c:pt>
                <c:pt idx="10443">
                  <c:v>6.7617700000000003</c:v>
                </c:pt>
                <c:pt idx="10444">
                  <c:v>6.7620800000000001</c:v>
                </c:pt>
                <c:pt idx="10445">
                  <c:v>6.7623800000000003</c:v>
                </c:pt>
                <c:pt idx="10446">
                  <c:v>6.7626900000000001</c:v>
                </c:pt>
                <c:pt idx="10447">
                  <c:v>6.7629999999999999</c:v>
                </c:pt>
                <c:pt idx="10448">
                  <c:v>6.7633000000000001</c:v>
                </c:pt>
                <c:pt idx="10449">
                  <c:v>6.7636099999999999</c:v>
                </c:pt>
                <c:pt idx="10450">
                  <c:v>6.7639100000000001</c:v>
                </c:pt>
                <c:pt idx="10451">
                  <c:v>6.7642199999999999</c:v>
                </c:pt>
                <c:pt idx="10452">
                  <c:v>6.7645200000000001</c:v>
                </c:pt>
                <c:pt idx="10453">
                  <c:v>6.7648299999999999</c:v>
                </c:pt>
                <c:pt idx="10454">
                  <c:v>6.7651300000000001</c:v>
                </c:pt>
                <c:pt idx="10455">
                  <c:v>6.7654399999999999</c:v>
                </c:pt>
                <c:pt idx="10456">
                  <c:v>6.7657400000000001</c:v>
                </c:pt>
                <c:pt idx="10457">
                  <c:v>6.7660499999999999</c:v>
                </c:pt>
                <c:pt idx="10458">
                  <c:v>6.7663599999999997</c:v>
                </c:pt>
                <c:pt idx="10459">
                  <c:v>6.7666599999999999</c:v>
                </c:pt>
                <c:pt idx="10460">
                  <c:v>6.7669699999999997</c:v>
                </c:pt>
                <c:pt idx="10461">
                  <c:v>6.7672699999999999</c:v>
                </c:pt>
                <c:pt idx="10462">
                  <c:v>6.7675799999999997</c:v>
                </c:pt>
                <c:pt idx="10463">
                  <c:v>6.7678799999999999</c:v>
                </c:pt>
                <c:pt idx="10464">
                  <c:v>6.7681899999999997</c:v>
                </c:pt>
                <c:pt idx="10465">
                  <c:v>6.7684899999999999</c:v>
                </c:pt>
                <c:pt idx="10466">
                  <c:v>6.7687999999999997</c:v>
                </c:pt>
                <c:pt idx="10467">
                  <c:v>6.7690999999999999</c:v>
                </c:pt>
                <c:pt idx="10468">
                  <c:v>6.7694099999999997</c:v>
                </c:pt>
                <c:pt idx="10469">
                  <c:v>6.7697099999999999</c:v>
                </c:pt>
                <c:pt idx="10470">
                  <c:v>6.7700199999999997</c:v>
                </c:pt>
                <c:pt idx="10471">
                  <c:v>6.7703300000000004</c:v>
                </c:pt>
                <c:pt idx="10472">
                  <c:v>6.7706299999999997</c:v>
                </c:pt>
                <c:pt idx="10473">
                  <c:v>6.7709400000000004</c:v>
                </c:pt>
                <c:pt idx="10474">
                  <c:v>6.7712399999999997</c:v>
                </c:pt>
                <c:pt idx="10475">
                  <c:v>6.7715500000000004</c:v>
                </c:pt>
                <c:pt idx="10476">
                  <c:v>6.7718499999999997</c:v>
                </c:pt>
                <c:pt idx="10477">
                  <c:v>6.7721600000000004</c:v>
                </c:pt>
                <c:pt idx="10478">
                  <c:v>6.7724599999999997</c:v>
                </c:pt>
                <c:pt idx="10479">
                  <c:v>6.7727700000000004</c:v>
                </c:pt>
                <c:pt idx="10480">
                  <c:v>6.7730699999999997</c:v>
                </c:pt>
                <c:pt idx="10481">
                  <c:v>6.7733800000000004</c:v>
                </c:pt>
                <c:pt idx="10482">
                  <c:v>6.7736799999999997</c:v>
                </c:pt>
                <c:pt idx="10483">
                  <c:v>6.7739900000000004</c:v>
                </c:pt>
                <c:pt idx="10484">
                  <c:v>6.7743000000000002</c:v>
                </c:pt>
                <c:pt idx="10485">
                  <c:v>6.7746000000000004</c:v>
                </c:pt>
                <c:pt idx="10486">
                  <c:v>6.7749100000000002</c:v>
                </c:pt>
                <c:pt idx="10487">
                  <c:v>6.7752100000000004</c:v>
                </c:pt>
                <c:pt idx="10488">
                  <c:v>6.7755200000000002</c:v>
                </c:pt>
                <c:pt idx="10489">
                  <c:v>6.7758200000000004</c:v>
                </c:pt>
                <c:pt idx="10490">
                  <c:v>6.7761300000000002</c:v>
                </c:pt>
                <c:pt idx="10491">
                  <c:v>6.7764300000000004</c:v>
                </c:pt>
                <c:pt idx="10492">
                  <c:v>6.7767400000000002</c:v>
                </c:pt>
                <c:pt idx="10493">
                  <c:v>6.7770400000000004</c:v>
                </c:pt>
                <c:pt idx="10494">
                  <c:v>6.7773500000000002</c:v>
                </c:pt>
                <c:pt idx="10495">
                  <c:v>6.7776500000000004</c:v>
                </c:pt>
                <c:pt idx="10496">
                  <c:v>6.7779600000000002</c:v>
                </c:pt>
                <c:pt idx="10497">
                  <c:v>6.77827</c:v>
                </c:pt>
                <c:pt idx="10498">
                  <c:v>6.7785700000000002</c:v>
                </c:pt>
                <c:pt idx="10499">
                  <c:v>6.77888</c:v>
                </c:pt>
                <c:pt idx="10500">
                  <c:v>6.7791800000000002</c:v>
                </c:pt>
                <c:pt idx="10501">
                  <c:v>6.77949</c:v>
                </c:pt>
                <c:pt idx="10502">
                  <c:v>6.7797900000000002</c:v>
                </c:pt>
                <c:pt idx="10503">
                  <c:v>6.7801</c:v>
                </c:pt>
                <c:pt idx="10504">
                  <c:v>6.7804000000000002</c:v>
                </c:pt>
                <c:pt idx="10505">
                  <c:v>6.78071</c:v>
                </c:pt>
                <c:pt idx="10506">
                  <c:v>6.7810100000000002</c:v>
                </c:pt>
                <c:pt idx="10507">
                  <c:v>6.78132</c:v>
                </c:pt>
                <c:pt idx="10508">
                  <c:v>6.7816200000000002</c:v>
                </c:pt>
                <c:pt idx="10509">
                  <c:v>6.78193</c:v>
                </c:pt>
                <c:pt idx="10510">
                  <c:v>6.7822399999999998</c:v>
                </c:pt>
                <c:pt idx="10511">
                  <c:v>6.78254</c:v>
                </c:pt>
                <c:pt idx="10512">
                  <c:v>6.7828499999999998</c:v>
                </c:pt>
                <c:pt idx="10513">
                  <c:v>6.78315</c:v>
                </c:pt>
                <c:pt idx="10514">
                  <c:v>6.7834599999999998</c:v>
                </c:pt>
                <c:pt idx="10515">
                  <c:v>6.78376</c:v>
                </c:pt>
                <c:pt idx="10516">
                  <c:v>6.7840699999999998</c:v>
                </c:pt>
                <c:pt idx="10517">
                  <c:v>6.78437</c:v>
                </c:pt>
                <c:pt idx="10518">
                  <c:v>6.7846799999999998</c:v>
                </c:pt>
                <c:pt idx="10519">
                  <c:v>6.78498</c:v>
                </c:pt>
                <c:pt idx="10520">
                  <c:v>6.7852899999999998</c:v>
                </c:pt>
                <c:pt idx="10521">
                  <c:v>6.7855999999999996</c:v>
                </c:pt>
                <c:pt idx="10522">
                  <c:v>6.7858999999999998</c:v>
                </c:pt>
                <c:pt idx="10523">
                  <c:v>6.7862099999999996</c:v>
                </c:pt>
                <c:pt idx="10524">
                  <c:v>6.7865099999999998</c:v>
                </c:pt>
                <c:pt idx="10525">
                  <c:v>6.7868199999999996</c:v>
                </c:pt>
                <c:pt idx="10526">
                  <c:v>6.7871199999999998</c:v>
                </c:pt>
                <c:pt idx="10527">
                  <c:v>6.7874299999999996</c:v>
                </c:pt>
                <c:pt idx="10528">
                  <c:v>6.7877299999999998</c:v>
                </c:pt>
                <c:pt idx="10529">
                  <c:v>6.7880399999999996</c:v>
                </c:pt>
                <c:pt idx="10530">
                  <c:v>6.7883399999999998</c:v>
                </c:pt>
                <c:pt idx="10531">
                  <c:v>6.7886499999999996</c:v>
                </c:pt>
                <c:pt idx="10532">
                  <c:v>6.7889499999999998</c:v>
                </c:pt>
                <c:pt idx="10533">
                  <c:v>6.7892599999999996</c:v>
                </c:pt>
                <c:pt idx="10534">
                  <c:v>6.7895700000000003</c:v>
                </c:pt>
                <c:pt idx="10535">
                  <c:v>6.7898699999999996</c:v>
                </c:pt>
                <c:pt idx="10536">
                  <c:v>6.7901800000000003</c:v>
                </c:pt>
                <c:pt idx="10537">
                  <c:v>6.7904799999999996</c:v>
                </c:pt>
                <c:pt idx="10538">
                  <c:v>6.7907900000000003</c:v>
                </c:pt>
                <c:pt idx="10539">
                  <c:v>6.7910899999999996</c:v>
                </c:pt>
                <c:pt idx="10540">
                  <c:v>6.7914000000000003</c:v>
                </c:pt>
                <c:pt idx="10541">
                  <c:v>6.7916999999999996</c:v>
                </c:pt>
                <c:pt idx="10542">
                  <c:v>6.7920100000000003</c:v>
                </c:pt>
                <c:pt idx="10543">
                  <c:v>6.7923099999999996</c:v>
                </c:pt>
                <c:pt idx="10544">
                  <c:v>6.7926200000000003</c:v>
                </c:pt>
                <c:pt idx="10545">
                  <c:v>6.7929199999999996</c:v>
                </c:pt>
                <c:pt idx="10546">
                  <c:v>6.7932300000000003</c:v>
                </c:pt>
                <c:pt idx="10547">
                  <c:v>6.7935400000000001</c:v>
                </c:pt>
                <c:pt idx="10548">
                  <c:v>6.7938400000000003</c:v>
                </c:pt>
                <c:pt idx="10549">
                  <c:v>6.7941500000000001</c:v>
                </c:pt>
                <c:pt idx="10550">
                  <c:v>6.7944500000000003</c:v>
                </c:pt>
                <c:pt idx="10551">
                  <c:v>6.7947600000000001</c:v>
                </c:pt>
                <c:pt idx="10552">
                  <c:v>6.7950600000000003</c:v>
                </c:pt>
                <c:pt idx="10553">
                  <c:v>6.7953700000000001</c:v>
                </c:pt>
                <c:pt idx="10554">
                  <c:v>6.7956700000000003</c:v>
                </c:pt>
                <c:pt idx="10555">
                  <c:v>6.7959800000000001</c:v>
                </c:pt>
                <c:pt idx="10556">
                  <c:v>6.7962800000000003</c:v>
                </c:pt>
                <c:pt idx="10557">
                  <c:v>6.7965900000000001</c:v>
                </c:pt>
                <c:pt idx="10558">
                  <c:v>6.7968900000000003</c:v>
                </c:pt>
                <c:pt idx="10559">
                  <c:v>6.7972000000000001</c:v>
                </c:pt>
                <c:pt idx="10560">
                  <c:v>6.7975099999999999</c:v>
                </c:pt>
                <c:pt idx="10561">
                  <c:v>6.7978100000000001</c:v>
                </c:pt>
                <c:pt idx="10562">
                  <c:v>6.7981199999999999</c:v>
                </c:pt>
                <c:pt idx="10563">
                  <c:v>6.7984200000000001</c:v>
                </c:pt>
                <c:pt idx="10564">
                  <c:v>6.7987299999999999</c:v>
                </c:pt>
                <c:pt idx="10565">
                  <c:v>6.7990300000000001</c:v>
                </c:pt>
                <c:pt idx="10566">
                  <c:v>6.7993399999999999</c:v>
                </c:pt>
                <c:pt idx="10567">
                  <c:v>6.7996400000000001</c:v>
                </c:pt>
                <c:pt idx="10568">
                  <c:v>6.7999499999999999</c:v>
                </c:pt>
                <c:pt idx="10569">
                  <c:v>6.8002500000000001</c:v>
                </c:pt>
                <c:pt idx="10570">
                  <c:v>6.8005599999999999</c:v>
                </c:pt>
                <c:pt idx="10571">
                  <c:v>6.8008699999999997</c:v>
                </c:pt>
                <c:pt idx="10572">
                  <c:v>6.8011699999999999</c:v>
                </c:pt>
                <c:pt idx="10573">
                  <c:v>6.8014799999999997</c:v>
                </c:pt>
                <c:pt idx="10574">
                  <c:v>6.8017799999999999</c:v>
                </c:pt>
                <c:pt idx="10575">
                  <c:v>6.8020899999999997</c:v>
                </c:pt>
                <c:pt idx="10576">
                  <c:v>6.8023899999999999</c:v>
                </c:pt>
                <c:pt idx="10577">
                  <c:v>6.8026999999999997</c:v>
                </c:pt>
                <c:pt idx="10578">
                  <c:v>6.8029999999999999</c:v>
                </c:pt>
                <c:pt idx="10579">
                  <c:v>6.8033099999999997</c:v>
                </c:pt>
                <c:pt idx="10580">
                  <c:v>6.8036099999999999</c:v>
                </c:pt>
                <c:pt idx="10581">
                  <c:v>6.8039199999999997</c:v>
                </c:pt>
                <c:pt idx="10582">
                  <c:v>6.8042199999999999</c:v>
                </c:pt>
                <c:pt idx="10583">
                  <c:v>6.8045299999999997</c:v>
                </c:pt>
                <c:pt idx="10584">
                  <c:v>6.8048400000000004</c:v>
                </c:pt>
                <c:pt idx="10585">
                  <c:v>6.8051399999999997</c:v>
                </c:pt>
                <c:pt idx="10586">
                  <c:v>6.8054500000000004</c:v>
                </c:pt>
                <c:pt idx="10587">
                  <c:v>6.8057499999999997</c:v>
                </c:pt>
                <c:pt idx="10588">
                  <c:v>6.8060600000000004</c:v>
                </c:pt>
                <c:pt idx="10589">
                  <c:v>6.8063599999999997</c:v>
                </c:pt>
                <c:pt idx="10590">
                  <c:v>6.8066700000000004</c:v>
                </c:pt>
                <c:pt idx="10591">
                  <c:v>6.8069699999999997</c:v>
                </c:pt>
                <c:pt idx="10592">
                  <c:v>6.8072800000000004</c:v>
                </c:pt>
                <c:pt idx="10593">
                  <c:v>6.8075799999999997</c:v>
                </c:pt>
                <c:pt idx="10594">
                  <c:v>6.8078900000000004</c:v>
                </c:pt>
                <c:pt idx="10595">
                  <c:v>6.8081899999999997</c:v>
                </c:pt>
                <c:pt idx="10596">
                  <c:v>6.8085000000000004</c:v>
                </c:pt>
                <c:pt idx="10597">
                  <c:v>6.8088100000000003</c:v>
                </c:pt>
                <c:pt idx="10598">
                  <c:v>6.8091100000000004</c:v>
                </c:pt>
                <c:pt idx="10599">
                  <c:v>6.8094200000000003</c:v>
                </c:pt>
                <c:pt idx="10600">
                  <c:v>6.8097200000000004</c:v>
                </c:pt>
                <c:pt idx="10601">
                  <c:v>6.8100300000000002</c:v>
                </c:pt>
                <c:pt idx="10602">
                  <c:v>6.8103300000000004</c:v>
                </c:pt>
                <c:pt idx="10603">
                  <c:v>6.8106400000000002</c:v>
                </c:pt>
                <c:pt idx="10604">
                  <c:v>6.8109400000000004</c:v>
                </c:pt>
                <c:pt idx="10605">
                  <c:v>6.8112500000000002</c:v>
                </c:pt>
                <c:pt idx="10606">
                  <c:v>6.8115500000000004</c:v>
                </c:pt>
                <c:pt idx="10607">
                  <c:v>6.8118600000000002</c:v>
                </c:pt>
                <c:pt idx="10608">
                  <c:v>6.8121600000000004</c:v>
                </c:pt>
                <c:pt idx="10609">
                  <c:v>6.8124700000000002</c:v>
                </c:pt>
                <c:pt idx="10610">
                  <c:v>6.8127800000000001</c:v>
                </c:pt>
                <c:pt idx="10611">
                  <c:v>6.8130800000000002</c:v>
                </c:pt>
                <c:pt idx="10612">
                  <c:v>6.8133900000000001</c:v>
                </c:pt>
                <c:pt idx="10613">
                  <c:v>6.8136900000000002</c:v>
                </c:pt>
                <c:pt idx="10614">
                  <c:v>6.8140000000000001</c:v>
                </c:pt>
                <c:pt idx="10615">
                  <c:v>6.8143000000000002</c:v>
                </c:pt>
                <c:pt idx="10616">
                  <c:v>6.8146100000000001</c:v>
                </c:pt>
                <c:pt idx="10617">
                  <c:v>6.8149100000000002</c:v>
                </c:pt>
                <c:pt idx="10618">
                  <c:v>6.8152200000000001</c:v>
                </c:pt>
                <c:pt idx="10619">
                  <c:v>6.8155200000000002</c:v>
                </c:pt>
                <c:pt idx="10620">
                  <c:v>6.8158300000000001</c:v>
                </c:pt>
                <c:pt idx="10621">
                  <c:v>6.8161300000000002</c:v>
                </c:pt>
                <c:pt idx="10622">
                  <c:v>6.8164400000000001</c:v>
                </c:pt>
                <c:pt idx="10623">
                  <c:v>6.8167499999999999</c:v>
                </c:pt>
                <c:pt idx="10624">
                  <c:v>6.8170500000000001</c:v>
                </c:pt>
                <c:pt idx="10625">
                  <c:v>6.8173599999999999</c:v>
                </c:pt>
                <c:pt idx="10626">
                  <c:v>6.8176600000000001</c:v>
                </c:pt>
                <c:pt idx="10627">
                  <c:v>6.8179699999999999</c:v>
                </c:pt>
                <c:pt idx="10628">
                  <c:v>6.8182700000000001</c:v>
                </c:pt>
                <c:pt idx="10629">
                  <c:v>6.8185799999999999</c:v>
                </c:pt>
                <c:pt idx="10630">
                  <c:v>6.8188800000000001</c:v>
                </c:pt>
                <c:pt idx="10631">
                  <c:v>6.8191899999999999</c:v>
                </c:pt>
                <c:pt idx="10632">
                  <c:v>6.8194900000000001</c:v>
                </c:pt>
                <c:pt idx="10633">
                  <c:v>6.8197999999999999</c:v>
                </c:pt>
                <c:pt idx="10634">
                  <c:v>6.8201099999999997</c:v>
                </c:pt>
                <c:pt idx="10635">
                  <c:v>6.8204099999999999</c:v>
                </c:pt>
                <c:pt idx="10636">
                  <c:v>6.8207199999999997</c:v>
                </c:pt>
                <c:pt idx="10637">
                  <c:v>6.8210199999999999</c:v>
                </c:pt>
                <c:pt idx="10638">
                  <c:v>6.8213299999999997</c:v>
                </c:pt>
                <c:pt idx="10639">
                  <c:v>6.8216299999999999</c:v>
                </c:pt>
                <c:pt idx="10640">
                  <c:v>6.8219399999999997</c:v>
                </c:pt>
                <c:pt idx="10641">
                  <c:v>6.8222399999999999</c:v>
                </c:pt>
                <c:pt idx="10642">
                  <c:v>6.8225499999999997</c:v>
                </c:pt>
                <c:pt idx="10643">
                  <c:v>6.8228499999999999</c:v>
                </c:pt>
                <c:pt idx="10644">
                  <c:v>6.8231599999999997</c:v>
                </c:pt>
                <c:pt idx="10645">
                  <c:v>6.8234599999999999</c:v>
                </c:pt>
                <c:pt idx="10646">
                  <c:v>6.8237699999999997</c:v>
                </c:pt>
                <c:pt idx="10647">
                  <c:v>6.8240800000000004</c:v>
                </c:pt>
                <c:pt idx="10648">
                  <c:v>6.8243799999999997</c:v>
                </c:pt>
                <c:pt idx="10649">
                  <c:v>6.8246900000000004</c:v>
                </c:pt>
                <c:pt idx="10650">
                  <c:v>6.8249899999999997</c:v>
                </c:pt>
                <c:pt idx="10651">
                  <c:v>6.8253000000000004</c:v>
                </c:pt>
                <c:pt idx="10652">
                  <c:v>6.8255999999999997</c:v>
                </c:pt>
                <c:pt idx="10653">
                  <c:v>6.8259100000000004</c:v>
                </c:pt>
                <c:pt idx="10654">
                  <c:v>6.8262099999999997</c:v>
                </c:pt>
                <c:pt idx="10655">
                  <c:v>6.8265200000000004</c:v>
                </c:pt>
                <c:pt idx="10656">
                  <c:v>6.8268199999999997</c:v>
                </c:pt>
                <c:pt idx="10657">
                  <c:v>6.8271300000000004</c:v>
                </c:pt>
                <c:pt idx="10658">
                  <c:v>6.8274299999999997</c:v>
                </c:pt>
                <c:pt idx="10659">
                  <c:v>6.8277400000000004</c:v>
                </c:pt>
                <c:pt idx="10660">
                  <c:v>6.8280500000000002</c:v>
                </c:pt>
                <c:pt idx="10661">
                  <c:v>6.8283500000000004</c:v>
                </c:pt>
                <c:pt idx="10662">
                  <c:v>6.8286600000000002</c:v>
                </c:pt>
                <c:pt idx="10663">
                  <c:v>6.8289600000000004</c:v>
                </c:pt>
                <c:pt idx="10664">
                  <c:v>6.8292700000000002</c:v>
                </c:pt>
                <c:pt idx="10665">
                  <c:v>6.8295700000000004</c:v>
                </c:pt>
                <c:pt idx="10666">
                  <c:v>6.8298800000000002</c:v>
                </c:pt>
                <c:pt idx="10667">
                  <c:v>6.8301800000000004</c:v>
                </c:pt>
                <c:pt idx="10668">
                  <c:v>6.8304900000000002</c:v>
                </c:pt>
                <c:pt idx="10669">
                  <c:v>6.8307900000000004</c:v>
                </c:pt>
                <c:pt idx="10670">
                  <c:v>6.8311000000000002</c:v>
                </c:pt>
                <c:pt idx="10671">
                  <c:v>6.8314000000000004</c:v>
                </c:pt>
                <c:pt idx="10672">
                  <c:v>6.8317100000000002</c:v>
                </c:pt>
                <c:pt idx="10673">
                  <c:v>6.83202</c:v>
                </c:pt>
                <c:pt idx="10674">
                  <c:v>6.8323200000000002</c:v>
                </c:pt>
                <c:pt idx="10675">
                  <c:v>6.83263</c:v>
                </c:pt>
                <c:pt idx="10676">
                  <c:v>6.8329300000000002</c:v>
                </c:pt>
                <c:pt idx="10677">
                  <c:v>6.83324</c:v>
                </c:pt>
                <c:pt idx="10678">
                  <c:v>6.8335400000000002</c:v>
                </c:pt>
                <c:pt idx="10679">
                  <c:v>6.83385</c:v>
                </c:pt>
                <c:pt idx="10680">
                  <c:v>6.8341500000000002</c:v>
                </c:pt>
                <c:pt idx="10681">
                  <c:v>6.83446</c:v>
                </c:pt>
                <c:pt idx="10682">
                  <c:v>6.8347600000000002</c:v>
                </c:pt>
                <c:pt idx="10683">
                  <c:v>6.83507</c:v>
                </c:pt>
                <c:pt idx="10684">
                  <c:v>6.8353700000000002</c:v>
                </c:pt>
                <c:pt idx="10685">
                  <c:v>6.83568</c:v>
                </c:pt>
                <c:pt idx="10686">
                  <c:v>6.8359899999999998</c:v>
                </c:pt>
                <c:pt idx="10687">
                  <c:v>6.83629</c:v>
                </c:pt>
                <c:pt idx="10688">
                  <c:v>6.8365999999999998</c:v>
                </c:pt>
                <c:pt idx="10689">
                  <c:v>6.8369</c:v>
                </c:pt>
                <c:pt idx="10690">
                  <c:v>6.8372099999999998</c:v>
                </c:pt>
                <c:pt idx="10691">
                  <c:v>6.83751</c:v>
                </c:pt>
                <c:pt idx="10692">
                  <c:v>6.8378199999999998</c:v>
                </c:pt>
                <c:pt idx="10693">
                  <c:v>6.83812</c:v>
                </c:pt>
                <c:pt idx="10694">
                  <c:v>6.8384299999999998</c:v>
                </c:pt>
                <c:pt idx="10695">
                  <c:v>6.83873</c:v>
                </c:pt>
                <c:pt idx="10696">
                  <c:v>6.8390399999999998</c:v>
                </c:pt>
                <c:pt idx="10697">
                  <c:v>6.8393499999999996</c:v>
                </c:pt>
                <c:pt idx="10698">
                  <c:v>6.8396499999999998</c:v>
                </c:pt>
                <c:pt idx="10699">
                  <c:v>6.8399599999999996</c:v>
                </c:pt>
                <c:pt idx="10700">
                  <c:v>6.8402599999999998</c:v>
                </c:pt>
                <c:pt idx="10701">
                  <c:v>6.8405699999999996</c:v>
                </c:pt>
                <c:pt idx="10702">
                  <c:v>6.8408699999999998</c:v>
                </c:pt>
                <c:pt idx="10703">
                  <c:v>6.8411799999999996</c:v>
                </c:pt>
                <c:pt idx="10704">
                  <c:v>6.8414799999999998</c:v>
                </c:pt>
                <c:pt idx="10705">
                  <c:v>6.8417899999999996</c:v>
                </c:pt>
                <c:pt idx="10706">
                  <c:v>6.8420899999999998</c:v>
                </c:pt>
                <c:pt idx="10707">
                  <c:v>6.8423999999999996</c:v>
                </c:pt>
                <c:pt idx="10708">
                  <c:v>6.8426999999999998</c:v>
                </c:pt>
                <c:pt idx="10709">
                  <c:v>6.8430099999999996</c:v>
                </c:pt>
                <c:pt idx="10710">
                  <c:v>6.8433200000000003</c:v>
                </c:pt>
                <c:pt idx="10711">
                  <c:v>6.8436199999999996</c:v>
                </c:pt>
                <c:pt idx="10712">
                  <c:v>6.8439300000000003</c:v>
                </c:pt>
                <c:pt idx="10713">
                  <c:v>6.8442299999999996</c:v>
                </c:pt>
                <c:pt idx="10714">
                  <c:v>6.8445400000000003</c:v>
                </c:pt>
                <c:pt idx="10715">
                  <c:v>6.8448399999999996</c:v>
                </c:pt>
                <c:pt idx="10716">
                  <c:v>6.8451500000000003</c:v>
                </c:pt>
                <c:pt idx="10717">
                  <c:v>6.8454499999999996</c:v>
                </c:pt>
                <c:pt idx="10718">
                  <c:v>6.8457600000000003</c:v>
                </c:pt>
                <c:pt idx="10719">
                  <c:v>6.8460599999999996</c:v>
                </c:pt>
                <c:pt idx="10720">
                  <c:v>6.8463700000000003</c:v>
                </c:pt>
                <c:pt idx="10721">
                  <c:v>6.8466699999999996</c:v>
                </c:pt>
                <c:pt idx="10722">
                  <c:v>6.8469800000000003</c:v>
                </c:pt>
                <c:pt idx="10723">
                  <c:v>6.8472900000000001</c:v>
                </c:pt>
                <c:pt idx="10724">
                  <c:v>6.8475900000000003</c:v>
                </c:pt>
                <c:pt idx="10725">
                  <c:v>6.8479000000000001</c:v>
                </c:pt>
                <c:pt idx="10726">
                  <c:v>6.8482000000000003</c:v>
                </c:pt>
                <c:pt idx="10727">
                  <c:v>6.8485100000000001</c:v>
                </c:pt>
                <c:pt idx="10728">
                  <c:v>6.8488100000000003</c:v>
                </c:pt>
                <c:pt idx="10729">
                  <c:v>6.8491200000000001</c:v>
                </c:pt>
                <c:pt idx="10730">
                  <c:v>6.8494200000000003</c:v>
                </c:pt>
                <c:pt idx="10731">
                  <c:v>6.8497300000000001</c:v>
                </c:pt>
                <c:pt idx="10732">
                  <c:v>6.8500300000000003</c:v>
                </c:pt>
                <c:pt idx="10733">
                  <c:v>6.8503400000000001</c:v>
                </c:pt>
                <c:pt idx="10734">
                  <c:v>6.8506400000000003</c:v>
                </c:pt>
                <c:pt idx="10735">
                  <c:v>6.8509500000000001</c:v>
                </c:pt>
                <c:pt idx="10736">
                  <c:v>6.8512599999999999</c:v>
                </c:pt>
                <c:pt idx="10737">
                  <c:v>6.8515600000000001</c:v>
                </c:pt>
                <c:pt idx="10738">
                  <c:v>6.8518699999999999</c:v>
                </c:pt>
                <c:pt idx="10739">
                  <c:v>6.8521700000000001</c:v>
                </c:pt>
                <c:pt idx="10740">
                  <c:v>6.8524799999999999</c:v>
                </c:pt>
                <c:pt idx="10741">
                  <c:v>6.8527800000000001</c:v>
                </c:pt>
                <c:pt idx="10742">
                  <c:v>6.8530899999999999</c:v>
                </c:pt>
                <c:pt idx="10743">
                  <c:v>6.8533900000000001</c:v>
                </c:pt>
                <c:pt idx="10744">
                  <c:v>6.8536999999999999</c:v>
                </c:pt>
                <c:pt idx="10745">
                  <c:v>6.8540000000000001</c:v>
                </c:pt>
                <c:pt idx="10746">
                  <c:v>6.8543099999999999</c:v>
                </c:pt>
                <c:pt idx="10747">
                  <c:v>6.8546199999999997</c:v>
                </c:pt>
                <c:pt idx="10748">
                  <c:v>6.8549199999999999</c:v>
                </c:pt>
                <c:pt idx="10749">
                  <c:v>6.8552299999999997</c:v>
                </c:pt>
                <c:pt idx="10750">
                  <c:v>6.8555299999999999</c:v>
                </c:pt>
                <c:pt idx="10751">
                  <c:v>6.8558399999999997</c:v>
                </c:pt>
                <c:pt idx="10752">
                  <c:v>6.8561399999999999</c:v>
                </c:pt>
                <c:pt idx="10753">
                  <c:v>6.8564499999999997</c:v>
                </c:pt>
                <c:pt idx="10754">
                  <c:v>6.8567499999999999</c:v>
                </c:pt>
                <c:pt idx="10755">
                  <c:v>6.8570599999999997</c:v>
                </c:pt>
                <c:pt idx="10756">
                  <c:v>6.8573599999999999</c:v>
                </c:pt>
                <c:pt idx="10757">
                  <c:v>6.8576699999999997</c:v>
                </c:pt>
                <c:pt idx="10758">
                  <c:v>6.8579699999999999</c:v>
                </c:pt>
                <c:pt idx="10759">
                  <c:v>6.8582799999999997</c:v>
                </c:pt>
                <c:pt idx="10760">
                  <c:v>6.8585900000000004</c:v>
                </c:pt>
                <c:pt idx="10761">
                  <c:v>6.8588899999999997</c:v>
                </c:pt>
                <c:pt idx="10762">
                  <c:v>6.8592000000000004</c:v>
                </c:pt>
                <c:pt idx="10763">
                  <c:v>6.8594999999999997</c:v>
                </c:pt>
                <c:pt idx="10764">
                  <c:v>6.8598100000000004</c:v>
                </c:pt>
                <c:pt idx="10765">
                  <c:v>6.8601099999999997</c:v>
                </c:pt>
                <c:pt idx="10766">
                  <c:v>6.8604200000000004</c:v>
                </c:pt>
                <c:pt idx="10767">
                  <c:v>6.8607199999999997</c:v>
                </c:pt>
                <c:pt idx="10768">
                  <c:v>6.8610300000000004</c:v>
                </c:pt>
                <c:pt idx="10769">
                  <c:v>6.8613299999999997</c:v>
                </c:pt>
                <c:pt idx="10770">
                  <c:v>6.8616400000000004</c:v>
                </c:pt>
                <c:pt idx="10771">
                  <c:v>6.8619399999999997</c:v>
                </c:pt>
                <c:pt idx="10772">
                  <c:v>6.8622500000000004</c:v>
                </c:pt>
                <c:pt idx="10773">
                  <c:v>6.8625600000000002</c:v>
                </c:pt>
                <c:pt idx="10774">
                  <c:v>6.8628600000000004</c:v>
                </c:pt>
                <c:pt idx="10775">
                  <c:v>6.8631700000000002</c:v>
                </c:pt>
                <c:pt idx="10776">
                  <c:v>6.8634700000000004</c:v>
                </c:pt>
                <c:pt idx="10777">
                  <c:v>6.8637800000000002</c:v>
                </c:pt>
                <c:pt idx="10778">
                  <c:v>6.8640800000000004</c:v>
                </c:pt>
                <c:pt idx="10779">
                  <c:v>6.8643900000000002</c:v>
                </c:pt>
                <c:pt idx="10780">
                  <c:v>6.8646900000000004</c:v>
                </c:pt>
                <c:pt idx="10781">
                  <c:v>6.8650000000000002</c:v>
                </c:pt>
                <c:pt idx="10782">
                  <c:v>6.8653000000000004</c:v>
                </c:pt>
                <c:pt idx="10783">
                  <c:v>6.8656100000000002</c:v>
                </c:pt>
                <c:pt idx="10784">
                  <c:v>6.8659100000000004</c:v>
                </c:pt>
                <c:pt idx="10785">
                  <c:v>6.8662200000000002</c:v>
                </c:pt>
                <c:pt idx="10786">
                  <c:v>6.86653</c:v>
                </c:pt>
                <c:pt idx="10787">
                  <c:v>6.8668300000000002</c:v>
                </c:pt>
                <c:pt idx="10788">
                  <c:v>6.86714</c:v>
                </c:pt>
                <c:pt idx="10789">
                  <c:v>6.8674400000000002</c:v>
                </c:pt>
                <c:pt idx="10790">
                  <c:v>6.86775</c:v>
                </c:pt>
                <c:pt idx="10791">
                  <c:v>6.8680500000000002</c:v>
                </c:pt>
                <c:pt idx="10792">
                  <c:v>6.86836</c:v>
                </c:pt>
                <c:pt idx="10793">
                  <c:v>6.8686600000000002</c:v>
                </c:pt>
                <c:pt idx="10794">
                  <c:v>6.86897</c:v>
                </c:pt>
                <c:pt idx="10795">
                  <c:v>6.8692700000000002</c:v>
                </c:pt>
                <c:pt idx="10796">
                  <c:v>6.86958</c:v>
                </c:pt>
                <c:pt idx="10797">
                  <c:v>6.8698800000000002</c:v>
                </c:pt>
                <c:pt idx="10798">
                  <c:v>6.87019</c:v>
                </c:pt>
                <c:pt idx="10799">
                  <c:v>6.8704999999999998</c:v>
                </c:pt>
                <c:pt idx="10800">
                  <c:v>6.8708</c:v>
                </c:pt>
                <c:pt idx="10801">
                  <c:v>6.8711099999999998</c:v>
                </c:pt>
                <c:pt idx="10802">
                  <c:v>6.87141</c:v>
                </c:pt>
                <c:pt idx="10803">
                  <c:v>6.8717199999999998</c:v>
                </c:pt>
                <c:pt idx="10804">
                  <c:v>6.87202</c:v>
                </c:pt>
                <c:pt idx="10805">
                  <c:v>6.8723299999999998</c:v>
                </c:pt>
                <c:pt idx="10806">
                  <c:v>6.87263</c:v>
                </c:pt>
                <c:pt idx="10807">
                  <c:v>6.8729399999999998</c:v>
                </c:pt>
                <c:pt idx="10808">
                  <c:v>6.87324</c:v>
                </c:pt>
                <c:pt idx="10809">
                  <c:v>6.8735499999999998</c:v>
                </c:pt>
                <c:pt idx="10810">
                  <c:v>6.8738599999999996</c:v>
                </c:pt>
                <c:pt idx="10811">
                  <c:v>6.8741599999999998</c:v>
                </c:pt>
                <c:pt idx="10812">
                  <c:v>6.8744699999999996</c:v>
                </c:pt>
                <c:pt idx="10813">
                  <c:v>6.8747699999999998</c:v>
                </c:pt>
                <c:pt idx="10814">
                  <c:v>6.8750799999999996</c:v>
                </c:pt>
                <c:pt idx="10815">
                  <c:v>6.8753799999999998</c:v>
                </c:pt>
                <c:pt idx="10816">
                  <c:v>6.8756899999999996</c:v>
                </c:pt>
                <c:pt idx="10817">
                  <c:v>6.8759899999999998</c:v>
                </c:pt>
                <c:pt idx="10818">
                  <c:v>6.8762999999999996</c:v>
                </c:pt>
                <c:pt idx="10819">
                  <c:v>6.8765999999999998</c:v>
                </c:pt>
                <c:pt idx="10820">
                  <c:v>6.8769099999999996</c:v>
                </c:pt>
                <c:pt idx="10821">
                  <c:v>6.8772099999999998</c:v>
                </c:pt>
                <c:pt idx="10822">
                  <c:v>6.8775199999999996</c:v>
                </c:pt>
                <c:pt idx="10823">
                  <c:v>6.8778300000000003</c:v>
                </c:pt>
                <c:pt idx="10824">
                  <c:v>6.8781299999999996</c:v>
                </c:pt>
                <c:pt idx="10825">
                  <c:v>6.8784400000000003</c:v>
                </c:pt>
                <c:pt idx="10826">
                  <c:v>6.8787399999999996</c:v>
                </c:pt>
                <c:pt idx="10827">
                  <c:v>6.8790500000000003</c:v>
                </c:pt>
                <c:pt idx="10828">
                  <c:v>6.8793499999999996</c:v>
                </c:pt>
                <c:pt idx="10829">
                  <c:v>6.8796600000000003</c:v>
                </c:pt>
                <c:pt idx="10830">
                  <c:v>6.8799599999999996</c:v>
                </c:pt>
                <c:pt idx="10831">
                  <c:v>6.8802700000000003</c:v>
                </c:pt>
                <c:pt idx="10832">
                  <c:v>6.8805699999999996</c:v>
                </c:pt>
                <c:pt idx="10833">
                  <c:v>6.8808800000000003</c:v>
                </c:pt>
                <c:pt idx="10834">
                  <c:v>6.8811799999999996</c:v>
                </c:pt>
                <c:pt idx="10835">
                  <c:v>6.8814900000000003</c:v>
                </c:pt>
                <c:pt idx="10836">
                  <c:v>6.8818000000000001</c:v>
                </c:pt>
                <c:pt idx="10837">
                  <c:v>6.8821000000000003</c:v>
                </c:pt>
                <c:pt idx="10838">
                  <c:v>6.8824100000000001</c:v>
                </c:pt>
                <c:pt idx="10839">
                  <c:v>6.8827100000000003</c:v>
                </c:pt>
                <c:pt idx="10840">
                  <c:v>6.8830200000000001</c:v>
                </c:pt>
                <c:pt idx="10841">
                  <c:v>6.8833200000000003</c:v>
                </c:pt>
                <c:pt idx="10842">
                  <c:v>6.8836300000000001</c:v>
                </c:pt>
                <c:pt idx="10843">
                  <c:v>6.8839300000000003</c:v>
                </c:pt>
                <c:pt idx="10844">
                  <c:v>6.8842400000000001</c:v>
                </c:pt>
                <c:pt idx="10845">
                  <c:v>6.8845400000000003</c:v>
                </c:pt>
                <c:pt idx="10846">
                  <c:v>6.8848500000000001</c:v>
                </c:pt>
                <c:pt idx="10847">
                  <c:v>6.8851500000000003</c:v>
                </c:pt>
                <c:pt idx="10848">
                  <c:v>6.8854600000000001</c:v>
                </c:pt>
                <c:pt idx="10849">
                  <c:v>6.8857699999999999</c:v>
                </c:pt>
                <c:pt idx="10850">
                  <c:v>6.8860700000000001</c:v>
                </c:pt>
                <c:pt idx="10851">
                  <c:v>6.8863799999999999</c:v>
                </c:pt>
                <c:pt idx="10852">
                  <c:v>6.8866800000000001</c:v>
                </c:pt>
                <c:pt idx="10853">
                  <c:v>6.8869899999999999</c:v>
                </c:pt>
                <c:pt idx="10854">
                  <c:v>6.8872900000000001</c:v>
                </c:pt>
                <c:pt idx="10855">
                  <c:v>6.8875999999999999</c:v>
                </c:pt>
                <c:pt idx="10856">
                  <c:v>6.8879000000000001</c:v>
                </c:pt>
                <c:pt idx="10857">
                  <c:v>6.8882099999999999</c:v>
                </c:pt>
                <c:pt idx="10858">
                  <c:v>6.8885100000000001</c:v>
                </c:pt>
                <c:pt idx="10859">
                  <c:v>6.8888199999999999</c:v>
                </c:pt>
                <c:pt idx="10860">
                  <c:v>6.8891200000000001</c:v>
                </c:pt>
                <c:pt idx="10861">
                  <c:v>6.8894299999999999</c:v>
                </c:pt>
                <c:pt idx="10862">
                  <c:v>6.8897399999999998</c:v>
                </c:pt>
                <c:pt idx="10863">
                  <c:v>6.8900399999999999</c:v>
                </c:pt>
                <c:pt idx="10864">
                  <c:v>6.8903499999999998</c:v>
                </c:pt>
                <c:pt idx="10865">
                  <c:v>6.8906499999999999</c:v>
                </c:pt>
                <c:pt idx="10866">
                  <c:v>6.8909599999999998</c:v>
                </c:pt>
                <c:pt idx="10867">
                  <c:v>6.8912599999999999</c:v>
                </c:pt>
                <c:pt idx="10868">
                  <c:v>6.8915699999999998</c:v>
                </c:pt>
                <c:pt idx="10869">
                  <c:v>6.8918699999999999</c:v>
                </c:pt>
                <c:pt idx="10870">
                  <c:v>6.8921799999999998</c:v>
                </c:pt>
                <c:pt idx="10871">
                  <c:v>6.8924799999999999</c:v>
                </c:pt>
                <c:pt idx="10872">
                  <c:v>6.8927899999999998</c:v>
                </c:pt>
                <c:pt idx="10873">
                  <c:v>6.8930999999999996</c:v>
                </c:pt>
                <c:pt idx="10874">
                  <c:v>6.8933999999999997</c:v>
                </c:pt>
                <c:pt idx="10875">
                  <c:v>6.8937099999999996</c:v>
                </c:pt>
                <c:pt idx="10876">
                  <c:v>6.8940099999999997</c:v>
                </c:pt>
                <c:pt idx="10877">
                  <c:v>6.8943199999999996</c:v>
                </c:pt>
                <c:pt idx="10878">
                  <c:v>6.8946199999999997</c:v>
                </c:pt>
                <c:pt idx="10879">
                  <c:v>6.8949299999999996</c:v>
                </c:pt>
                <c:pt idx="10880">
                  <c:v>6.8952299999999997</c:v>
                </c:pt>
                <c:pt idx="10881">
                  <c:v>6.8955399999999996</c:v>
                </c:pt>
                <c:pt idx="10882">
                  <c:v>6.8958399999999997</c:v>
                </c:pt>
                <c:pt idx="10883">
                  <c:v>6.8961499999999996</c:v>
                </c:pt>
                <c:pt idx="10884">
                  <c:v>6.8964499999999997</c:v>
                </c:pt>
                <c:pt idx="10885">
                  <c:v>6.8967599999999996</c:v>
                </c:pt>
                <c:pt idx="10886">
                  <c:v>6.8970700000000003</c:v>
                </c:pt>
                <c:pt idx="10887">
                  <c:v>6.8973699999999996</c:v>
                </c:pt>
                <c:pt idx="10888">
                  <c:v>6.8976800000000003</c:v>
                </c:pt>
                <c:pt idx="10889">
                  <c:v>6.8979799999999996</c:v>
                </c:pt>
                <c:pt idx="10890">
                  <c:v>6.8982900000000003</c:v>
                </c:pt>
                <c:pt idx="10891">
                  <c:v>6.8985900000000004</c:v>
                </c:pt>
                <c:pt idx="10892">
                  <c:v>6.8989000000000003</c:v>
                </c:pt>
                <c:pt idx="10893">
                  <c:v>6.8992000000000004</c:v>
                </c:pt>
                <c:pt idx="10894">
                  <c:v>6.8995100000000003</c:v>
                </c:pt>
                <c:pt idx="10895">
                  <c:v>6.8998100000000004</c:v>
                </c:pt>
                <c:pt idx="10896">
                  <c:v>6.9001200000000003</c:v>
                </c:pt>
                <c:pt idx="10897">
                  <c:v>6.9004200000000004</c:v>
                </c:pt>
                <c:pt idx="10898">
                  <c:v>6.9007300000000003</c:v>
                </c:pt>
                <c:pt idx="10899">
                  <c:v>6.9010400000000001</c:v>
                </c:pt>
                <c:pt idx="10900">
                  <c:v>6.9013400000000003</c:v>
                </c:pt>
                <c:pt idx="10901">
                  <c:v>6.9016500000000001</c:v>
                </c:pt>
                <c:pt idx="10902">
                  <c:v>6.9019500000000003</c:v>
                </c:pt>
                <c:pt idx="10903">
                  <c:v>6.9022600000000001</c:v>
                </c:pt>
                <c:pt idx="10904">
                  <c:v>6.9025600000000003</c:v>
                </c:pt>
                <c:pt idx="10905">
                  <c:v>6.9028700000000001</c:v>
                </c:pt>
                <c:pt idx="10906">
                  <c:v>6.9031700000000003</c:v>
                </c:pt>
                <c:pt idx="10907">
                  <c:v>6.9034800000000001</c:v>
                </c:pt>
                <c:pt idx="10908">
                  <c:v>6.9037800000000002</c:v>
                </c:pt>
                <c:pt idx="10909">
                  <c:v>6.9040900000000001</c:v>
                </c:pt>
                <c:pt idx="10910">
                  <c:v>6.9043900000000002</c:v>
                </c:pt>
                <c:pt idx="10911">
                  <c:v>6.9047000000000001</c:v>
                </c:pt>
                <c:pt idx="10912">
                  <c:v>6.9050099999999999</c:v>
                </c:pt>
                <c:pt idx="10913">
                  <c:v>6.9053100000000001</c:v>
                </c:pt>
                <c:pt idx="10914">
                  <c:v>6.9056199999999999</c:v>
                </c:pt>
                <c:pt idx="10915">
                  <c:v>6.9059200000000001</c:v>
                </c:pt>
                <c:pt idx="10916">
                  <c:v>6.9062299999999999</c:v>
                </c:pt>
                <c:pt idx="10917">
                  <c:v>6.9065300000000001</c:v>
                </c:pt>
                <c:pt idx="10918">
                  <c:v>6.9068399999999999</c:v>
                </c:pt>
                <c:pt idx="10919">
                  <c:v>6.9071400000000001</c:v>
                </c:pt>
                <c:pt idx="10920">
                  <c:v>6.9074499999999999</c:v>
                </c:pt>
                <c:pt idx="10921">
                  <c:v>6.9077500000000001</c:v>
                </c:pt>
                <c:pt idx="10922">
                  <c:v>6.9080599999999999</c:v>
                </c:pt>
                <c:pt idx="10923">
                  <c:v>6.9083699999999997</c:v>
                </c:pt>
                <c:pt idx="10924">
                  <c:v>6.9086699999999999</c:v>
                </c:pt>
                <c:pt idx="10925">
                  <c:v>6.9089799999999997</c:v>
                </c:pt>
                <c:pt idx="10926">
                  <c:v>6.9092799999999999</c:v>
                </c:pt>
                <c:pt idx="10927">
                  <c:v>6.9095899999999997</c:v>
                </c:pt>
                <c:pt idx="10928">
                  <c:v>6.9098899999999999</c:v>
                </c:pt>
                <c:pt idx="10929">
                  <c:v>6.9101999999999997</c:v>
                </c:pt>
                <c:pt idx="10930">
                  <c:v>6.9104999999999999</c:v>
                </c:pt>
                <c:pt idx="10931">
                  <c:v>6.9108099999999997</c:v>
                </c:pt>
                <c:pt idx="10932">
                  <c:v>6.9111099999999999</c:v>
                </c:pt>
                <c:pt idx="10933">
                  <c:v>6.9114199999999997</c:v>
                </c:pt>
                <c:pt idx="10934">
                  <c:v>6.9117199999999999</c:v>
                </c:pt>
                <c:pt idx="10935">
                  <c:v>6.9120299999999997</c:v>
                </c:pt>
                <c:pt idx="10936">
                  <c:v>6.9123400000000004</c:v>
                </c:pt>
                <c:pt idx="10937">
                  <c:v>6.9126399999999997</c:v>
                </c:pt>
                <c:pt idx="10938">
                  <c:v>6.9129500000000004</c:v>
                </c:pt>
                <c:pt idx="10939">
                  <c:v>6.9132499999999997</c:v>
                </c:pt>
                <c:pt idx="10940">
                  <c:v>6.9135600000000004</c:v>
                </c:pt>
                <c:pt idx="10941">
                  <c:v>6.9138599999999997</c:v>
                </c:pt>
                <c:pt idx="10942">
                  <c:v>6.9141700000000004</c:v>
                </c:pt>
                <c:pt idx="10943">
                  <c:v>6.9144699999999997</c:v>
                </c:pt>
                <c:pt idx="10944">
                  <c:v>6.9147800000000004</c:v>
                </c:pt>
                <c:pt idx="10945">
                  <c:v>6.9150799999999997</c:v>
                </c:pt>
                <c:pt idx="10946">
                  <c:v>6.9153900000000004</c:v>
                </c:pt>
                <c:pt idx="10947">
                  <c:v>6.9156899999999997</c:v>
                </c:pt>
                <c:pt idx="10948">
                  <c:v>6.9160000000000004</c:v>
                </c:pt>
                <c:pt idx="10949">
                  <c:v>6.9163100000000002</c:v>
                </c:pt>
                <c:pt idx="10950">
                  <c:v>6.9166100000000004</c:v>
                </c:pt>
                <c:pt idx="10951">
                  <c:v>6.9169200000000002</c:v>
                </c:pt>
                <c:pt idx="10952">
                  <c:v>6.9172200000000004</c:v>
                </c:pt>
                <c:pt idx="10953">
                  <c:v>6.9175300000000002</c:v>
                </c:pt>
                <c:pt idx="10954">
                  <c:v>6.9178300000000004</c:v>
                </c:pt>
                <c:pt idx="10955">
                  <c:v>6.9181400000000002</c:v>
                </c:pt>
                <c:pt idx="10956">
                  <c:v>6.9184400000000004</c:v>
                </c:pt>
                <c:pt idx="10957">
                  <c:v>6.9187500000000002</c:v>
                </c:pt>
                <c:pt idx="10958">
                  <c:v>6.9190500000000004</c:v>
                </c:pt>
                <c:pt idx="10959">
                  <c:v>6.9193600000000002</c:v>
                </c:pt>
                <c:pt idx="10960">
                  <c:v>6.9196600000000004</c:v>
                </c:pt>
                <c:pt idx="10961">
                  <c:v>6.9199700000000002</c:v>
                </c:pt>
                <c:pt idx="10962">
                  <c:v>6.92028</c:v>
                </c:pt>
                <c:pt idx="10963">
                  <c:v>6.9205800000000002</c:v>
                </c:pt>
                <c:pt idx="10964">
                  <c:v>6.92089</c:v>
                </c:pt>
                <c:pt idx="10965">
                  <c:v>6.9211900000000002</c:v>
                </c:pt>
                <c:pt idx="10966">
                  <c:v>6.9215</c:v>
                </c:pt>
                <c:pt idx="10967">
                  <c:v>6.9218000000000002</c:v>
                </c:pt>
                <c:pt idx="10968">
                  <c:v>6.92211</c:v>
                </c:pt>
                <c:pt idx="10969">
                  <c:v>6.9224100000000002</c:v>
                </c:pt>
                <c:pt idx="10970">
                  <c:v>6.92272</c:v>
                </c:pt>
                <c:pt idx="10971">
                  <c:v>6.9230200000000002</c:v>
                </c:pt>
                <c:pt idx="10972">
                  <c:v>6.92333</c:v>
                </c:pt>
                <c:pt idx="10973">
                  <c:v>6.9236300000000002</c:v>
                </c:pt>
                <c:pt idx="10974">
                  <c:v>6.92394</c:v>
                </c:pt>
                <c:pt idx="10975">
                  <c:v>6.9242499999999998</c:v>
                </c:pt>
                <c:pt idx="10976">
                  <c:v>6.92455</c:v>
                </c:pt>
                <c:pt idx="10977">
                  <c:v>6.9248599999999998</c:v>
                </c:pt>
                <c:pt idx="10978">
                  <c:v>6.92516</c:v>
                </c:pt>
                <c:pt idx="10979">
                  <c:v>6.9254699999999998</c:v>
                </c:pt>
                <c:pt idx="10980">
                  <c:v>6.92577</c:v>
                </c:pt>
                <c:pt idx="10981">
                  <c:v>6.9260799999999998</c:v>
                </c:pt>
                <c:pt idx="10982">
                  <c:v>6.92638</c:v>
                </c:pt>
                <c:pt idx="10983">
                  <c:v>6.9266899999999998</c:v>
                </c:pt>
                <c:pt idx="10984">
                  <c:v>6.92699</c:v>
                </c:pt>
                <c:pt idx="10985">
                  <c:v>6.9272999999999998</c:v>
                </c:pt>
                <c:pt idx="10986">
                  <c:v>6.9276099999999996</c:v>
                </c:pt>
                <c:pt idx="10987">
                  <c:v>6.9279099999999998</c:v>
                </c:pt>
                <c:pt idx="10988">
                  <c:v>6.9282199999999996</c:v>
                </c:pt>
                <c:pt idx="10989">
                  <c:v>6.9285199999999998</c:v>
                </c:pt>
                <c:pt idx="10990">
                  <c:v>6.9288299999999996</c:v>
                </c:pt>
                <c:pt idx="10991">
                  <c:v>6.9291299999999998</c:v>
                </c:pt>
                <c:pt idx="10992">
                  <c:v>6.9294399999999996</c:v>
                </c:pt>
                <c:pt idx="10993">
                  <c:v>6.9297399999999998</c:v>
                </c:pt>
                <c:pt idx="10994">
                  <c:v>6.9300499999999996</c:v>
                </c:pt>
                <c:pt idx="10995">
                  <c:v>6.9303499999999998</c:v>
                </c:pt>
                <c:pt idx="10996">
                  <c:v>6.9306599999999996</c:v>
                </c:pt>
                <c:pt idx="10997">
                  <c:v>6.9309599999999998</c:v>
                </c:pt>
                <c:pt idx="10998">
                  <c:v>6.9312699999999996</c:v>
                </c:pt>
                <c:pt idx="10999">
                  <c:v>6.9315800000000003</c:v>
                </c:pt>
                <c:pt idx="11000">
                  <c:v>6.9318799999999996</c:v>
                </c:pt>
                <c:pt idx="11001">
                  <c:v>6.9321900000000003</c:v>
                </c:pt>
                <c:pt idx="11002">
                  <c:v>6.9324899999999996</c:v>
                </c:pt>
                <c:pt idx="11003">
                  <c:v>6.9328000000000003</c:v>
                </c:pt>
                <c:pt idx="11004">
                  <c:v>6.9330999999999996</c:v>
                </c:pt>
                <c:pt idx="11005">
                  <c:v>6.9334100000000003</c:v>
                </c:pt>
                <c:pt idx="11006">
                  <c:v>6.9337099999999996</c:v>
                </c:pt>
                <c:pt idx="11007">
                  <c:v>6.9340200000000003</c:v>
                </c:pt>
                <c:pt idx="11008">
                  <c:v>6.9343199999999996</c:v>
                </c:pt>
                <c:pt idx="11009">
                  <c:v>6.9346300000000003</c:v>
                </c:pt>
                <c:pt idx="11010">
                  <c:v>6.9349299999999996</c:v>
                </c:pt>
                <c:pt idx="11011">
                  <c:v>6.9352400000000003</c:v>
                </c:pt>
                <c:pt idx="11012">
                  <c:v>6.9355500000000001</c:v>
                </c:pt>
                <c:pt idx="11013">
                  <c:v>6.9358500000000003</c:v>
                </c:pt>
                <c:pt idx="11014">
                  <c:v>6.9361600000000001</c:v>
                </c:pt>
                <c:pt idx="11015">
                  <c:v>6.9364600000000003</c:v>
                </c:pt>
                <c:pt idx="11016">
                  <c:v>6.9367700000000001</c:v>
                </c:pt>
                <c:pt idx="11017">
                  <c:v>6.9370700000000003</c:v>
                </c:pt>
                <c:pt idx="11018">
                  <c:v>6.9373800000000001</c:v>
                </c:pt>
                <c:pt idx="11019">
                  <c:v>6.9376800000000003</c:v>
                </c:pt>
                <c:pt idx="11020">
                  <c:v>6.9379900000000001</c:v>
                </c:pt>
                <c:pt idx="11021">
                  <c:v>6.9382900000000003</c:v>
                </c:pt>
                <c:pt idx="11022">
                  <c:v>6.9386000000000001</c:v>
                </c:pt>
                <c:pt idx="11023">
                  <c:v>6.9389000000000003</c:v>
                </c:pt>
                <c:pt idx="11024">
                  <c:v>6.9392100000000001</c:v>
                </c:pt>
                <c:pt idx="11025">
                  <c:v>6.9395199999999999</c:v>
                </c:pt>
                <c:pt idx="11026">
                  <c:v>6.9398200000000001</c:v>
                </c:pt>
                <c:pt idx="11027">
                  <c:v>6.9401299999999999</c:v>
                </c:pt>
                <c:pt idx="11028">
                  <c:v>6.9404300000000001</c:v>
                </c:pt>
                <c:pt idx="11029">
                  <c:v>6.9407399999999999</c:v>
                </c:pt>
                <c:pt idx="11030">
                  <c:v>6.9410400000000001</c:v>
                </c:pt>
                <c:pt idx="11031">
                  <c:v>6.9413499999999999</c:v>
                </c:pt>
                <c:pt idx="11032">
                  <c:v>6.9416500000000001</c:v>
                </c:pt>
                <c:pt idx="11033">
                  <c:v>6.9419599999999999</c:v>
                </c:pt>
                <c:pt idx="11034">
                  <c:v>6.9422600000000001</c:v>
                </c:pt>
                <c:pt idx="11035">
                  <c:v>6.9425699999999999</c:v>
                </c:pt>
                <c:pt idx="11036">
                  <c:v>6.9428700000000001</c:v>
                </c:pt>
                <c:pt idx="11037">
                  <c:v>6.9431799999999999</c:v>
                </c:pt>
                <c:pt idx="11038">
                  <c:v>6.9434899999999997</c:v>
                </c:pt>
                <c:pt idx="11039">
                  <c:v>6.9437899999999999</c:v>
                </c:pt>
                <c:pt idx="11040">
                  <c:v>6.9440999999999997</c:v>
                </c:pt>
                <c:pt idx="11041">
                  <c:v>6.9443999999999999</c:v>
                </c:pt>
                <c:pt idx="11042">
                  <c:v>6.9447099999999997</c:v>
                </c:pt>
                <c:pt idx="11043">
                  <c:v>6.9450099999999999</c:v>
                </c:pt>
                <c:pt idx="11044">
                  <c:v>6.9453199999999997</c:v>
                </c:pt>
                <c:pt idx="11045">
                  <c:v>6.9456199999999999</c:v>
                </c:pt>
                <c:pt idx="11046">
                  <c:v>6.9459299999999997</c:v>
                </c:pt>
                <c:pt idx="11047">
                  <c:v>6.9462299999999999</c:v>
                </c:pt>
                <c:pt idx="11048">
                  <c:v>6.9465399999999997</c:v>
                </c:pt>
                <c:pt idx="11049">
                  <c:v>6.9468500000000004</c:v>
                </c:pt>
                <c:pt idx="11050">
                  <c:v>6.9471499999999997</c:v>
                </c:pt>
                <c:pt idx="11051">
                  <c:v>6.9474600000000004</c:v>
                </c:pt>
                <c:pt idx="11052">
                  <c:v>6.9477599999999997</c:v>
                </c:pt>
                <c:pt idx="11053">
                  <c:v>6.9480700000000004</c:v>
                </c:pt>
                <c:pt idx="11054">
                  <c:v>6.9483699999999997</c:v>
                </c:pt>
                <c:pt idx="11055">
                  <c:v>6.9486800000000004</c:v>
                </c:pt>
                <c:pt idx="11056">
                  <c:v>6.9489799999999997</c:v>
                </c:pt>
                <c:pt idx="11057">
                  <c:v>6.9492900000000004</c:v>
                </c:pt>
                <c:pt idx="11058">
                  <c:v>6.9495899999999997</c:v>
                </c:pt>
                <c:pt idx="11059">
                  <c:v>6.9499000000000004</c:v>
                </c:pt>
                <c:pt idx="11060">
                  <c:v>6.9501999999999997</c:v>
                </c:pt>
                <c:pt idx="11061">
                  <c:v>6.9505100000000004</c:v>
                </c:pt>
                <c:pt idx="11062">
                  <c:v>6.9508200000000002</c:v>
                </c:pt>
                <c:pt idx="11063">
                  <c:v>6.9511200000000004</c:v>
                </c:pt>
                <c:pt idx="11064">
                  <c:v>6.9514300000000002</c:v>
                </c:pt>
                <c:pt idx="11065">
                  <c:v>6.9517300000000004</c:v>
                </c:pt>
                <c:pt idx="11066">
                  <c:v>6.9520400000000002</c:v>
                </c:pt>
                <c:pt idx="11067">
                  <c:v>6.9523400000000004</c:v>
                </c:pt>
                <c:pt idx="11068">
                  <c:v>6.9526500000000002</c:v>
                </c:pt>
                <c:pt idx="11069">
                  <c:v>6.9529500000000004</c:v>
                </c:pt>
                <c:pt idx="11070">
                  <c:v>6.9532600000000002</c:v>
                </c:pt>
                <c:pt idx="11071">
                  <c:v>6.9535600000000004</c:v>
                </c:pt>
                <c:pt idx="11072">
                  <c:v>6.9538700000000002</c:v>
                </c:pt>
                <c:pt idx="11073">
                  <c:v>6.9541700000000004</c:v>
                </c:pt>
                <c:pt idx="11074">
                  <c:v>6.9544800000000002</c:v>
                </c:pt>
                <c:pt idx="11075">
                  <c:v>6.95479</c:v>
                </c:pt>
                <c:pt idx="11076">
                  <c:v>6.9550900000000002</c:v>
                </c:pt>
                <c:pt idx="11077">
                  <c:v>6.9554</c:v>
                </c:pt>
                <c:pt idx="11078">
                  <c:v>6.9557000000000002</c:v>
                </c:pt>
                <c:pt idx="11079">
                  <c:v>6.95601</c:v>
                </c:pt>
                <c:pt idx="11080">
                  <c:v>6.9563100000000002</c:v>
                </c:pt>
                <c:pt idx="11081">
                  <c:v>6.95662</c:v>
                </c:pt>
                <c:pt idx="11082">
                  <c:v>6.9569200000000002</c:v>
                </c:pt>
                <c:pt idx="11083">
                  <c:v>6.95723</c:v>
                </c:pt>
                <c:pt idx="11084">
                  <c:v>6.9575300000000002</c:v>
                </c:pt>
                <c:pt idx="11085">
                  <c:v>6.95784</c:v>
                </c:pt>
                <c:pt idx="11086">
                  <c:v>6.9581400000000002</c:v>
                </c:pt>
                <c:pt idx="11087">
                  <c:v>6.95845</c:v>
                </c:pt>
                <c:pt idx="11088">
                  <c:v>6.9587599999999998</c:v>
                </c:pt>
                <c:pt idx="11089">
                  <c:v>6.95906</c:v>
                </c:pt>
                <c:pt idx="11090">
                  <c:v>6.9593699999999998</c:v>
                </c:pt>
                <c:pt idx="11091">
                  <c:v>6.95967</c:v>
                </c:pt>
                <c:pt idx="11092">
                  <c:v>6.9599799999999998</c:v>
                </c:pt>
                <c:pt idx="11093">
                  <c:v>6.96028</c:v>
                </c:pt>
                <c:pt idx="11094">
                  <c:v>6.9605899999999998</c:v>
                </c:pt>
                <c:pt idx="11095">
                  <c:v>6.96089</c:v>
                </c:pt>
                <c:pt idx="11096">
                  <c:v>6.9611999999999998</c:v>
                </c:pt>
                <c:pt idx="11097">
                  <c:v>6.9615</c:v>
                </c:pt>
                <c:pt idx="11098">
                  <c:v>6.9618099999999998</c:v>
                </c:pt>
                <c:pt idx="11099">
                  <c:v>6.96211</c:v>
                </c:pt>
                <c:pt idx="11100">
                  <c:v>6.9624199999999998</c:v>
                </c:pt>
                <c:pt idx="11101">
                  <c:v>6.9627299999999996</c:v>
                </c:pt>
                <c:pt idx="11102">
                  <c:v>6.9630299999999998</c:v>
                </c:pt>
                <c:pt idx="11103">
                  <c:v>6.9633399999999996</c:v>
                </c:pt>
                <c:pt idx="11104">
                  <c:v>6.9636399999999998</c:v>
                </c:pt>
                <c:pt idx="11105">
                  <c:v>6.9639499999999996</c:v>
                </c:pt>
                <c:pt idx="11106">
                  <c:v>6.9642499999999998</c:v>
                </c:pt>
                <c:pt idx="11107">
                  <c:v>6.9645599999999996</c:v>
                </c:pt>
                <c:pt idx="11108">
                  <c:v>6.9648599999999998</c:v>
                </c:pt>
                <c:pt idx="11109">
                  <c:v>6.9651699999999996</c:v>
                </c:pt>
                <c:pt idx="11110">
                  <c:v>6.9654699999999998</c:v>
                </c:pt>
                <c:pt idx="11111">
                  <c:v>6.9657799999999996</c:v>
                </c:pt>
                <c:pt idx="11112">
                  <c:v>6.9660900000000003</c:v>
                </c:pt>
                <c:pt idx="11113">
                  <c:v>6.9663899999999996</c:v>
                </c:pt>
                <c:pt idx="11114">
                  <c:v>6.9667000000000003</c:v>
                </c:pt>
                <c:pt idx="11115">
                  <c:v>6.9669999999999996</c:v>
                </c:pt>
                <c:pt idx="11116">
                  <c:v>6.9673100000000003</c:v>
                </c:pt>
                <c:pt idx="11117">
                  <c:v>6.9676099999999996</c:v>
                </c:pt>
                <c:pt idx="11118">
                  <c:v>6.9679200000000003</c:v>
                </c:pt>
                <c:pt idx="11119">
                  <c:v>6.9682199999999996</c:v>
                </c:pt>
                <c:pt idx="11120">
                  <c:v>6.9685300000000003</c:v>
                </c:pt>
                <c:pt idx="11121">
                  <c:v>6.9688299999999996</c:v>
                </c:pt>
                <c:pt idx="11122">
                  <c:v>6.9691400000000003</c:v>
                </c:pt>
                <c:pt idx="11123">
                  <c:v>6.9694399999999996</c:v>
                </c:pt>
                <c:pt idx="11124">
                  <c:v>6.9697500000000003</c:v>
                </c:pt>
                <c:pt idx="11125">
                  <c:v>6.9700600000000001</c:v>
                </c:pt>
                <c:pt idx="11126">
                  <c:v>6.9703600000000003</c:v>
                </c:pt>
                <c:pt idx="11127">
                  <c:v>6.9706700000000001</c:v>
                </c:pt>
                <c:pt idx="11128">
                  <c:v>6.9709700000000003</c:v>
                </c:pt>
                <c:pt idx="11129">
                  <c:v>6.9712800000000001</c:v>
                </c:pt>
                <c:pt idx="11130">
                  <c:v>6.9715800000000003</c:v>
                </c:pt>
                <c:pt idx="11131">
                  <c:v>6.9718900000000001</c:v>
                </c:pt>
                <c:pt idx="11132">
                  <c:v>6.9721900000000003</c:v>
                </c:pt>
                <c:pt idx="11133">
                  <c:v>6.9725000000000001</c:v>
                </c:pt>
                <c:pt idx="11134">
                  <c:v>6.9728000000000003</c:v>
                </c:pt>
                <c:pt idx="11135">
                  <c:v>6.9731100000000001</c:v>
                </c:pt>
                <c:pt idx="11136">
                  <c:v>6.9734100000000003</c:v>
                </c:pt>
                <c:pt idx="11137">
                  <c:v>6.9737200000000001</c:v>
                </c:pt>
                <c:pt idx="11138">
                  <c:v>6.97403</c:v>
                </c:pt>
                <c:pt idx="11139">
                  <c:v>6.9743300000000001</c:v>
                </c:pt>
                <c:pt idx="11140">
                  <c:v>6.97464</c:v>
                </c:pt>
                <c:pt idx="11141">
                  <c:v>6.9749400000000001</c:v>
                </c:pt>
                <c:pt idx="11142">
                  <c:v>6.97525</c:v>
                </c:pt>
                <c:pt idx="11143">
                  <c:v>6.9755500000000001</c:v>
                </c:pt>
                <c:pt idx="11144">
                  <c:v>6.9758599999999999</c:v>
                </c:pt>
                <c:pt idx="11145">
                  <c:v>6.9761600000000001</c:v>
                </c:pt>
                <c:pt idx="11146">
                  <c:v>6.9764699999999999</c:v>
                </c:pt>
                <c:pt idx="11147">
                  <c:v>6.9767700000000001</c:v>
                </c:pt>
                <c:pt idx="11148">
                  <c:v>6.9770799999999999</c:v>
                </c:pt>
                <c:pt idx="11149">
                  <c:v>6.9773800000000001</c:v>
                </c:pt>
                <c:pt idx="11150">
                  <c:v>6.9776899999999999</c:v>
                </c:pt>
                <c:pt idx="11151">
                  <c:v>6.9779999999999998</c:v>
                </c:pt>
                <c:pt idx="11152">
                  <c:v>6.9782999999999999</c:v>
                </c:pt>
                <c:pt idx="11153">
                  <c:v>6.9786099999999998</c:v>
                </c:pt>
                <c:pt idx="11154">
                  <c:v>6.9789099999999999</c:v>
                </c:pt>
                <c:pt idx="11155">
                  <c:v>6.9792199999999998</c:v>
                </c:pt>
                <c:pt idx="11156">
                  <c:v>6.9795199999999999</c:v>
                </c:pt>
                <c:pt idx="11157">
                  <c:v>6.9798299999999998</c:v>
                </c:pt>
                <c:pt idx="11158">
                  <c:v>6.9801299999999999</c:v>
                </c:pt>
                <c:pt idx="11159">
                  <c:v>6.9804399999999998</c:v>
                </c:pt>
                <c:pt idx="11160">
                  <c:v>6.9807399999999999</c:v>
                </c:pt>
                <c:pt idx="11161">
                  <c:v>6.9810499999999998</c:v>
                </c:pt>
                <c:pt idx="11162">
                  <c:v>6.9813599999999996</c:v>
                </c:pt>
                <c:pt idx="11163">
                  <c:v>6.9816599999999998</c:v>
                </c:pt>
                <c:pt idx="11164">
                  <c:v>6.9819699999999996</c:v>
                </c:pt>
                <c:pt idx="11165">
                  <c:v>6.9822699999999998</c:v>
                </c:pt>
                <c:pt idx="11166">
                  <c:v>6.9825799999999996</c:v>
                </c:pt>
                <c:pt idx="11167">
                  <c:v>6.9828799999999998</c:v>
                </c:pt>
                <c:pt idx="11168">
                  <c:v>6.9831899999999996</c:v>
                </c:pt>
                <c:pt idx="11169">
                  <c:v>6.9834899999999998</c:v>
                </c:pt>
                <c:pt idx="11170">
                  <c:v>6.9837999999999996</c:v>
                </c:pt>
                <c:pt idx="11171">
                  <c:v>6.9840999999999998</c:v>
                </c:pt>
                <c:pt idx="11172">
                  <c:v>6.9844099999999996</c:v>
                </c:pt>
                <c:pt idx="11173">
                  <c:v>6.9847099999999998</c:v>
                </c:pt>
                <c:pt idx="11174">
                  <c:v>6.9850199999999996</c:v>
                </c:pt>
                <c:pt idx="11175">
                  <c:v>6.9853300000000003</c:v>
                </c:pt>
                <c:pt idx="11176">
                  <c:v>6.9856299999999996</c:v>
                </c:pt>
                <c:pt idx="11177">
                  <c:v>6.9859400000000003</c:v>
                </c:pt>
                <c:pt idx="11178">
                  <c:v>6.9862399999999996</c:v>
                </c:pt>
                <c:pt idx="11179">
                  <c:v>6.9865500000000003</c:v>
                </c:pt>
                <c:pt idx="11180">
                  <c:v>6.9868499999999996</c:v>
                </c:pt>
                <c:pt idx="11181">
                  <c:v>6.9871600000000003</c:v>
                </c:pt>
                <c:pt idx="11182">
                  <c:v>6.9874599999999996</c:v>
                </c:pt>
                <c:pt idx="11183">
                  <c:v>6.9877700000000003</c:v>
                </c:pt>
                <c:pt idx="11184">
                  <c:v>6.9880699999999996</c:v>
                </c:pt>
                <c:pt idx="11185">
                  <c:v>6.9883800000000003</c:v>
                </c:pt>
                <c:pt idx="11186">
                  <c:v>6.9886799999999996</c:v>
                </c:pt>
                <c:pt idx="11187">
                  <c:v>6.9889900000000003</c:v>
                </c:pt>
                <c:pt idx="11188">
                  <c:v>6.9893000000000001</c:v>
                </c:pt>
                <c:pt idx="11189">
                  <c:v>6.9896000000000003</c:v>
                </c:pt>
                <c:pt idx="11190">
                  <c:v>6.9899100000000001</c:v>
                </c:pt>
                <c:pt idx="11191">
                  <c:v>6.9902100000000003</c:v>
                </c:pt>
                <c:pt idx="11192">
                  <c:v>6.9905200000000001</c:v>
                </c:pt>
                <c:pt idx="11193">
                  <c:v>6.9908200000000003</c:v>
                </c:pt>
                <c:pt idx="11194">
                  <c:v>6.9911300000000001</c:v>
                </c:pt>
                <c:pt idx="11195">
                  <c:v>6.9914300000000003</c:v>
                </c:pt>
                <c:pt idx="11196">
                  <c:v>6.9917400000000001</c:v>
                </c:pt>
                <c:pt idx="11197">
                  <c:v>6.9920400000000003</c:v>
                </c:pt>
                <c:pt idx="11198">
                  <c:v>6.9923500000000001</c:v>
                </c:pt>
                <c:pt idx="11199">
                  <c:v>6.9926500000000003</c:v>
                </c:pt>
                <c:pt idx="11200">
                  <c:v>6.9929600000000001</c:v>
                </c:pt>
                <c:pt idx="11201">
                  <c:v>6.9932699999999999</c:v>
                </c:pt>
                <c:pt idx="11202">
                  <c:v>6.9935700000000001</c:v>
                </c:pt>
                <c:pt idx="11203">
                  <c:v>6.9938799999999999</c:v>
                </c:pt>
                <c:pt idx="11204">
                  <c:v>6.9941800000000001</c:v>
                </c:pt>
                <c:pt idx="11205">
                  <c:v>6.9944899999999999</c:v>
                </c:pt>
                <c:pt idx="11206">
                  <c:v>6.9947900000000001</c:v>
                </c:pt>
                <c:pt idx="11207">
                  <c:v>6.9950999999999999</c:v>
                </c:pt>
                <c:pt idx="11208">
                  <c:v>6.9954000000000001</c:v>
                </c:pt>
                <c:pt idx="11209">
                  <c:v>6.9957099999999999</c:v>
                </c:pt>
                <c:pt idx="11210">
                  <c:v>6.9960100000000001</c:v>
                </c:pt>
                <c:pt idx="11211">
                  <c:v>6.9963199999999999</c:v>
                </c:pt>
                <c:pt idx="11212">
                  <c:v>6.9966200000000001</c:v>
                </c:pt>
                <c:pt idx="11213">
                  <c:v>6.9969299999999999</c:v>
                </c:pt>
                <c:pt idx="11214">
                  <c:v>6.9972399999999997</c:v>
                </c:pt>
                <c:pt idx="11215">
                  <c:v>6.9975399999999999</c:v>
                </c:pt>
                <c:pt idx="11216">
                  <c:v>6.9978499999999997</c:v>
                </c:pt>
                <c:pt idx="11217">
                  <c:v>6.9981499999999999</c:v>
                </c:pt>
                <c:pt idx="11218">
                  <c:v>6.9984599999999997</c:v>
                </c:pt>
                <c:pt idx="11219">
                  <c:v>6.9987599999999999</c:v>
                </c:pt>
                <c:pt idx="11220">
                  <c:v>6.9990699999999997</c:v>
                </c:pt>
                <c:pt idx="11221">
                  <c:v>6.9993699999999999</c:v>
                </c:pt>
                <c:pt idx="11222">
                  <c:v>6.9996799999999997</c:v>
                </c:pt>
                <c:pt idx="11223">
                  <c:v>6.9999799999999999</c:v>
                </c:pt>
                <c:pt idx="11224">
                  <c:v>7.0002899999999997</c:v>
                </c:pt>
                <c:pt idx="11225">
                  <c:v>7.0006000000000004</c:v>
                </c:pt>
                <c:pt idx="11226">
                  <c:v>7.0008999999999997</c:v>
                </c:pt>
                <c:pt idx="11227">
                  <c:v>7.0012100000000004</c:v>
                </c:pt>
                <c:pt idx="11228">
                  <c:v>7.0015099999999997</c:v>
                </c:pt>
                <c:pt idx="11229">
                  <c:v>7.0018200000000004</c:v>
                </c:pt>
                <c:pt idx="11230">
                  <c:v>7.0021199999999997</c:v>
                </c:pt>
                <c:pt idx="11231">
                  <c:v>7.0024300000000004</c:v>
                </c:pt>
                <c:pt idx="11232">
                  <c:v>7.0027299999999997</c:v>
                </c:pt>
                <c:pt idx="11233">
                  <c:v>7.0030400000000004</c:v>
                </c:pt>
                <c:pt idx="11234">
                  <c:v>7.0033399999999997</c:v>
                </c:pt>
                <c:pt idx="11235">
                  <c:v>7.0036500000000004</c:v>
                </c:pt>
                <c:pt idx="11236">
                  <c:v>7.0039499999999997</c:v>
                </c:pt>
                <c:pt idx="11237">
                  <c:v>7.0042600000000004</c:v>
                </c:pt>
                <c:pt idx="11238">
                  <c:v>7.0045700000000002</c:v>
                </c:pt>
                <c:pt idx="11239">
                  <c:v>7.0048700000000004</c:v>
                </c:pt>
                <c:pt idx="11240">
                  <c:v>7.0051800000000002</c:v>
                </c:pt>
                <c:pt idx="11241">
                  <c:v>7.0054800000000004</c:v>
                </c:pt>
                <c:pt idx="11242">
                  <c:v>7.0057900000000002</c:v>
                </c:pt>
                <c:pt idx="11243">
                  <c:v>7.0060900000000004</c:v>
                </c:pt>
                <c:pt idx="11244">
                  <c:v>7.0064000000000002</c:v>
                </c:pt>
                <c:pt idx="11245">
                  <c:v>7.0067000000000004</c:v>
                </c:pt>
                <c:pt idx="11246">
                  <c:v>7.0070100000000002</c:v>
                </c:pt>
                <c:pt idx="11247">
                  <c:v>7.0073100000000004</c:v>
                </c:pt>
                <c:pt idx="11248">
                  <c:v>7.0076200000000002</c:v>
                </c:pt>
                <c:pt idx="11249">
                  <c:v>7.0079200000000004</c:v>
                </c:pt>
                <c:pt idx="11250">
                  <c:v>7.0082300000000002</c:v>
                </c:pt>
                <c:pt idx="11251">
                  <c:v>7.00854</c:v>
                </c:pt>
                <c:pt idx="11252">
                  <c:v>7.0088400000000002</c:v>
                </c:pt>
                <c:pt idx="11253">
                  <c:v>7.00915</c:v>
                </c:pt>
                <c:pt idx="11254">
                  <c:v>7.0094500000000002</c:v>
                </c:pt>
                <c:pt idx="11255">
                  <c:v>7.00976</c:v>
                </c:pt>
                <c:pt idx="11256">
                  <c:v>7.0100600000000002</c:v>
                </c:pt>
                <c:pt idx="11257">
                  <c:v>7.01037</c:v>
                </c:pt>
                <c:pt idx="11258">
                  <c:v>7.0106700000000002</c:v>
                </c:pt>
                <c:pt idx="11259">
                  <c:v>7.01098</c:v>
                </c:pt>
                <c:pt idx="11260">
                  <c:v>7.0112800000000002</c:v>
                </c:pt>
                <c:pt idx="11261">
                  <c:v>7.01159</c:v>
                </c:pt>
                <c:pt idx="11262">
                  <c:v>7.0118900000000002</c:v>
                </c:pt>
                <c:pt idx="11263">
                  <c:v>7.0122</c:v>
                </c:pt>
                <c:pt idx="11264">
                  <c:v>7.0125099999999998</c:v>
                </c:pt>
                <c:pt idx="11265">
                  <c:v>7.01281</c:v>
                </c:pt>
                <c:pt idx="11266">
                  <c:v>7.0131199999999998</c:v>
                </c:pt>
                <c:pt idx="11267">
                  <c:v>7.01342</c:v>
                </c:pt>
                <c:pt idx="11268">
                  <c:v>7.0137299999999998</c:v>
                </c:pt>
                <c:pt idx="11269">
                  <c:v>7.01403</c:v>
                </c:pt>
                <c:pt idx="11270">
                  <c:v>7.0143399999999998</c:v>
                </c:pt>
                <c:pt idx="11271">
                  <c:v>7.01464</c:v>
                </c:pt>
                <c:pt idx="11272">
                  <c:v>7.0149499999999998</c:v>
                </c:pt>
                <c:pt idx="11273">
                  <c:v>7.01525</c:v>
                </c:pt>
                <c:pt idx="11274">
                  <c:v>7.0155599999999998</c:v>
                </c:pt>
                <c:pt idx="11275">
                  <c:v>7.01586</c:v>
                </c:pt>
                <c:pt idx="11276">
                  <c:v>7.0161699999999998</c:v>
                </c:pt>
                <c:pt idx="11277">
                  <c:v>7.0164799999999996</c:v>
                </c:pt>
                <c:pt idx="11278">
                  <c:v>7.0167799999999998</c:v>
                </c:pt>
                <c:pt idx="11279">
                  <c:v>7.0170899999999996</c:v>
                </c:pt>
                <c:pt idx="11280">
                  <c:v>7.0173899999999998</c:v>
                </c:pt>
                <c:pt idx="11281">
                  <c:v>7.0176999999999996</c:v>
                </c:pt>
                <c:pt idx="11282">
                  <c:v>7.0179999999999998</c:v>
                </c:pt>
                <c:pt idx="11283">
                  <c:v>7.0183099999999996</c:v>
                </c:pt>
                <c:pt idx="11284">
                  <c:v>7.0186099999999998</c:v>
                </c:pt>
                <c:pt idx="11285">
                  <c:v>7.0189199999999996</c:v>
                </c:pt>
                <c:pt idx="11286">
                  <c:v>7.0192199999999998</c:v>
                </c:pt>
                <c:pt idx="11287">
                  <c:v>7.0195299999999996</c:v>
                </c:pt>
                <c:pt idx="11288">
                  <c:v>7.0198400000000003</c:v>
                </c:pt>
                <c:pt idx="11289">
                  <c:v>7.0201399999999996</c:v>
                </c:pt>
                <c:pt idx="11290">
                  <c:v>7.0204500000000003</c:v>
                </c:pt>
                <c:pt idx="11291">
                  <c:v>7.0207499999999996</c:v>
                </c:pt>
                <c:pt idx="11292">
                  <c:v>7.0210600000000003</c:v>
                </c:pt>
                <c:pt idx="11293">
                  <c:v>7.0213599999999996</c:v>
                </c:pt>
                <c:pt idx="11294">
                  <c:v>7.0216700000000003</c:v>
                </c:pt>
                <c:pt idx="11295">
                  <c:v>7.0219699999999996</c:v>
                </c:pt>
                <c:pt idx="11296">
                  <c:v>7.0222800000000003</c:v>
                </c:pt>
                <c:pt idx="11297">
                  <c:v>7.0225799999999996</c:v>
                </c:pt>
                <c:pt idx="11298">
                  <c:v>7.0228900000000003</c:v>
                </c:pt>
                <c:pt idx="11299">
                  <c:v>7.0231899999999996</c:v>
                </c:pt>
                <c:pt idx="11300">
                  <c:v>7.0235000000000003</c:v>
                </c:pt>
                <c:pt idx="11301">
                  <c:v>7.0238100000000001</c:v>
                </c:pt>
                <c:pt idx="11302">
                  <c:v>7.0241100000000003</c:v>
                </c:pt>
                <c:pt idx="11303">
                  <c:v>7.0244200000000001</c:v>
                </c:pt>
                <c:pt idx="11304">
                  <c:v>7.0247200000000003</c:v>
                </c:pt>
                <c:pt idx="11305">
                  <c:v>7.0250300000000001</c:v>
                </c:pt>
                <c:pt idx="11306">
                  <c:v>7.0253300000000003</c:v>
                </c:pt>
                <c:pt idx="11307">
                  <c:v>7.0256400000000001</c:v>
                </c:pt>
                <c:pt idx="11308">
                  <c:v>7.0259400000000003</c:v>
                </c:pt>
                <c:pt idx="11309">
                  <c:v>7.0262500000000001</c:v>
                </c:pt>
                <c:pt idx="11310">
                  <c:v>7.0265500000000003</c:v>
                </c:pt>
                <c:pt idx="11311">
                  <c:v>7.0268600000000001</c:v>
                </c:pt>
                <c:pt idx="11312">
                  <c:v>7.0271600000000003</c:v>
                </c:pt>
                <c:pt idx="11313">
                  <c:v>7.0274700000000001</c:v>
                </c:pt>
                <c:pt idx="11314">
                  <c:v>7.0277799999999999</c:v>
                </c:pt>
                <c:pt idx="11315">
                  <c:v>7.0280800000000001</c:v>
                </c:pt>
                <c:pt idx="11316">
                  <c:v>7.0283899999999999</c:v>
                </c:pt>
                <c:pt idx="11317">
                  <c:v>7.0286900000000001</c:v>
                </c:pt>
                <c:pt idx="11318">
                  <c:v>7.0289999999999999</c:v>
                </c:pt>
                <c:pt idx="11319">
                  <c:v>7.0293000000000001</c:v>
                </c:pt>
                <c:pt idx="11320">
                  <c:v>7.0296099999999999</c:v>
                </c:pt>
                <c:pt idx="11321">
                  <c:v>7.0299100000000001</c:v>
                </c:pt>
                <c:pt idx="11322">
                  <c:v>7.0302199999999999</c:v>
                </c:pt>
                <c:pt idx="11323">
                  <c:v>7.0305200000000001</c:v>
                </c:pt>
                <c:pt idx="11324">
                  <c:v>7.0308299999999999</c:v>
                </c:pt>
                <c:pt idx="11325">
                  <c:v>7.0311300000000001</c:v>
                </c:pt>
                <c:pt idx="11326">
                  <c:v>7.0314399999999999</c:v>
                </c:pt>
                <c:pt idx="11327">
                  <c:v>7.0317499999999997</c:v>
                </c:pt>
                <c:pt idx="11328">
                  <c:v>7.0320499999999999</c:v>
                </c:pt>
                <c:pt idx="11329">
                  <c:v>7.0323599999999997</c:v>
                </c:pt>
                <c:pt idx="11330">
                  <c:v>7.0326599999999999</c:v>
                </c:pt>
                <c:pt idx="11331">
                  <c:v>7.0329699999999997</c:v>
                </c:pt>
                <c:pt idx="11332">
                  <c:v>7.0332699999999999</c:v>
                </c:pt>
                <c:pt idx="11333">
                  <c:v>7.0335799999999997</c:v>
                </c:pt>
                <c:pt idx="11334">
                  <c:v>7.0338799999999999</c:v>
                </c:pt>
                <c:pt idx="11335">
                  <c:v>7.0341899999999997</c:v>
                </c:pt>
                <c:pt idx="11336">
                  <c:v>7.0344899999999999</c:v>
                </c:pt>
                <c:pt idx="11337">
                  <c:v>7.0347999999999997</c:v>
                </c:pt>
                <c:pt idx="11338">
                  <c:v>7.0351100000000004</c:v>
                </c:pt>
                <c:pt idx="11339">
                  <c:v>7.0354099999999997</c:v>
                </c:pt>
                <c:pt idx="11340">
                  <c:v>7.0357200000000004</c:v>
                </c:pt>
                <c:pt idx="11341">
                  <c:v>7.0360199999999997</c:v>
                </c:pt>
                <c:pt idx="11342">
                  <c:v>7.0363300000000004</c:v>
                </c:pt>
                <c:pt idx="11343">
                  <c:v>7.0366299999999997</c:v>
                </c:pt>
                <c:pt idx="11344">
                  <c:v>7.0369400000000004</c:v>
                </c:pt>
                <c:pt idx="11345">
                  <c:v>7.0372399999999997</c:v>
                </c:pt>
                <c:pt idx="11346">
                  <c:v>7.0375500000000004</c:v>
                </c:pt>
                <c:pt idx="11347">
                  <c:v>7.0378499999999997</c:v>
                </c:pt>
                <c:pt idx="11348">
                  <c:v>7.0381600000000004</c:v>
                </c:pt>
                <c:pt idx="11349">
                  <c:v>7.0384599999999997</c:v>
                </c:pt>
                <c:pt idx="11350">
                  <c:v>7.0387700000000004</c:v>
                </c:pt>
                <c:pt idx="11351">
                  <c:v>7.0390800000000002</c:v>
                </c:pt>
                <c:pt idx="11352">
                  <c:v>7.0393800000000004</c:v>
                </c:pt>
                <c:pt idx="11353">
                  <c:v>7.0396900000000002</c:v>
                </c:pt>
                <c:pt idx="11354">
                  <c:v>7.0399900000000004</c:v>
                </c:pt>
                <c:pt idx="11355">
                  <c:v>7.0403000000000002</c:v>
                </c:pt>
                <c:pt idx="11356">
                  <c:v>7.0406000000000004</c:v>
                </c:pt>
                <c:pt idx="11357">
                  <c:v>7.0409100000000002</c:v>
                </c:pt>
                <c:pt idx="11358">
                  <c:v>7.0412100000000004</c:v>
                </c:pt>
                <c:pt idx="11359">
                  <c:v>7.0415200000000002</c:v>
                </c:pt>
                <c:pt idx="11360">
                  <c:v>7.0418200000000004</c:v>
                </c:pt>
                <c:pt idx="11361">
                  <c:v>7.0421300000000002</c:v>
                </c:pt>
                <c:pt idx="11362">
                  <c:v>7.0424300000000004</c:v>
                </c:pt>
                <c:pt idx="11363">
                  <c:v>7.0427400000000002</c:v>
                </c:pt>
                <c:pt idx="11364">
                  <c:v>7.04305</c:v>
                </c:pt>
                <c:pt idx="11365">
                  <c:v>7.0433500000000002</c:v>
                </c:pt>
                <c:pt idx="11366">
                  <c:v>7.04366</c:v>
                </c:pt>
                <c:pt idx="11367">
                  <c:v>7.0439600000000002</c:v>
                </c:pt>
                <c:pt idx="11368">
                  <c:v>7.04427</c:v>
                </c:pt>
                <c:pt idx="11369">
                  <c:v>7.0445700000000002</c:v>
                </c:pt>
                <c:pt idx="11370">
                  <c:v>7.04488</c:v>
                </c:pt>
                <c:pt idx="11371">
                  <c:v>7.0451800000000002</c:v>
                </c:pt>
                <c:pt idx="11372">
                  <c:v>7.04549</c:v>
                </c:pt>
                <c:pt idx="11373">
                  <c:v>7.0457900000000002</c:v>
                </c:pt>
                <c:pt idx="11374">
                  <c:v>7.0461</c:v>
                </c:pt>
                <c:pt idx="11375">
                  <c:v>7.0464000000000002</c:v>
                </c:pt>
                <c:pt idx="11376">
                  <c:v>7.04671</c:v>
                </c:pt>
                <c:pt idx="11377">
                  <c:v>7.0470199999999998</c:v>
                </c:pt>
                <c:pt idx="11378">
                  <c:v>7.04732</c:v>
                </c:pt>
                <c:pt idx="11379">
                  <c:v>7.0476299999999998</c:v>
                </c:pt>
                <c:pt idx="11380">
                  <c:v>7.04793</c:v>
                </c:pt>
                <c:pt idx="11381">
                  <c:v>7.0482399999999998</c:v>
                </c:pt>
                <c:pt idx="11382">
                  <c:v>7.04854</c:v>
                </c:pt>
                <c:pt idx="11383">
                  <c:v>7.0488499999999998</c:v>
                </c:pt>
                <c:pt idx="11384">
                  <c:v>7.04915</c:v>
                </c:pt>
                <c:pt idx="11385">
                  <c:v>7.0494599999999998</c:v>
                </c:pt>
                <c:pt idx="11386">
                  <c:v>7.04976</c:v>
                </c:pt>
                <c:pt idx="11387">
                  <c:v>7.0500699999999998</c:v>
                </c:pt>
                <c:pt idx="11388">
                  <c:v>7.05037</c:v>
                </c:pt>
                <c:pt idx="11389">
                  <c:v>7.0506799999999998</c:v>
                </c:pt>
                <c:pt idx="11390">
                  <c:v>7.0509899999999996</c:v>
                </c:pt>
                <c:pt idx="11391">
                  <c:v>7.0512899999999998</c:v>
                </c:pt>
                <c:pt idx="11392">
                  <c:v>7.0515999999999996</c:v>
                </c:pt>
                <c:pt idx="11393">
                  <c:v>7.0518999999999998</c:v>
                </c:pt>
                <c:pt idx="11394">
                  <c:v>7.0522099999999996</c:v>
                </c:pt>
                <c:pt idx="11395">
                  <c:v>7.0525099999999998</c:v>
                </c:pt>
                <c:pt idx="11396">
                  <c:v>7.0528199999999996</c:v>
                </c:pt>
                <c:pt idx="11397">
                  <c:v>7.0531199999999998</c:v>
                </c:pt>
                <c:pt idx="11398">
                  <c:v>7.0534299999999996</c:v>
                </c:pt>
                <c:pt idx="11399">
                  <c:v>7.0537299999999998</c:v>
                </c:pt>
                <c:pt idx="11400">
                  <c:v>7.0540399999999996</c:v>
                </c:pt>
                <c:pt idx="11401">
                  <c:v>7.0543500000000003</c:v>
                </c:pt>
                <c:pt idx="11402">
                  <c:v>7.0546499999999996</c:v>
                </c:pt>
                <c:pt idx="11403">
                  <c:v>7.0549600000000003</c:v>
                </c:pt>
                <c:pt idx="11404">
                  <c:v>7.0552599999999996</c:v>
                </c:pt>
                <c:pt idx="11405">
                  <c:v>7.0555700000000003</c:v>
                </c:pt>
                <c:pt idx="11406">
                  <c:v>7.0558699999999996</c:v>
                </c:pt>
                <c:pt idx="11407">
                  <c:v>7.0561800000000003</c:v>
                </c:pt>
                <c:pt idx="11408">
                  <c:v>7.0564799999999996</c:v>
                </c:pt>
                <c:pt idx="11409">
                  <c:v>7.0567900000000003</c:v>
                </c:pt>
                <c:pt idx="11410">
                  <c:v>7.0570899999999996</c:v>
                </c:pt>
                <c:pt idx="11411">
                  <c:v>7.0574000000000003</c:v>
                </c:pt>
                <c:pt idx="11412">
                  <c:v>7.0576999999999996</c:v>
                </c:pt>
                <c:pt idx="11413">
                  <c:v>7.0580100000000003</c:v>
                </c:pt>
                <c:pt idx="11414">
                  <c:v>7.0583200000000001</c:v>
                </c:pt>
                <c:pt idx="11415">
                  <c:v>7.0586200000000003</c:v>
                </c:pt>
                <c:pt idx="11416">
                  <c:v>7.0589300000000001</c:v>
                </c:pt>
                <c:pt idx="11417">
                  <c:v>7.0592300000000003</c:v>
                </c:pt>
                <c:pt idx="11418">
                  <c:v>7.0595400000000001</c:v>
                </c:pt>
                <c:pt idx="11419">
                  <c:v>7.0598400000000003</c:v>
                </c:pt>
                <c:pt idx="11420">
                  <c:v>7.0601500000000001</c:v>
                </c:pt>
                <c:pt idx="11421">
                  <c:v>7.0604500000000003</c:v>
                </c:pt>
                <c:pt idx="11422">
                  <c:v>7.0607600000000001</c:v>
                </c:pt>
                <c:pt idx="11423">
                  <c:v>7.0610600000000003</c:v>
                </c:pt>
                <c:pt idx="11424">
                  <c:v>7.0613700000000001</c:v>
                </c:pt>
                <c:pt idx="11425">
                  <c:v>7.0616700000000003</c:v>
                </c:pt>
                <c:pt idx="11426">
                  <c:v>7.0619800000000001</c:v>
                </c:pt>
                <c:pt idx="11427">
                  <c:v>7.06229</c:v>
                </c:pt>
                <c:pt idx="11428">
                  <c:v>7.0625900000000001</c:v>
                </c:pt>
                <c:pt idx="11429">
                  <c:v>7.0629</c:v>
                </c:pt>
                <c:pt idx="11430">
                  <c:v>7.0632000000000001</c:v>
                </c:pt>
                <c:pt idx="11431">
                  <c:v>7.06351</c:v>
                </c:pt>
                <c:pt idx="11432">
                  <c:v>7.0638100000000001</c:v>
                </c:pt>
                <c:pt idx="11433">
                  <c:v>7.06412</c:v>
                </c:pt>
                <c:pt idx="11434">
                  <c:v>7.0644200000000001</c:v>
                </c:pt>
                <c:pt idx="11435">
                  <c:v>7.06473</c:v>
                </c:pt>
                <c:pt idx="11436">
                  <c:v>7.0650300000000001</c:v>
                </c:pt>
                <c:pt idx="11437">
                  <c:v>7.06534</c:v>
                </c:pt>
                <c:pt idx="11438">
                  <c:v>7.0656400000000001</c:v>
                </c:pt>
                <c:pt idx="11439">
                  <c:v>7.06595</c:v>
                </c:pt>
                <c:pt idx="11440">
                  <c:v>7.0662599999999998</c:v>
                </c:pt>
                <c:pt idx="11441">
                  <c:v>7.06656</c:v>
                </c:pt>
                <c:pt idx="11442">
                  <c:v>7.0668699999999998</c:v>
                </c:pt>
                <c:pt idx="11443">
                  <c:v>7.06717</c:v>
                </c:pt>
                <c:pt idx="11444">
                  <c:v>7.0674799999999998</c:v>
                </c:pt>
                <c:pt idx="11445">
                  <c:v>7.06778</c:v>
                </c:pt>
                <c:pt idx="11446">
                  <c:v>7.0680899999999998</c:v>
                </c:pt>
                <c:pt idx="11447">
                  <c:v>7.06839</c:v>
                </c:pt>
                <c:pt idx="11448">
                  <c:v>7.0686999999999998</c:v>
                </c:pt>
                <c:pt idx="11449">
                  <c:v>7.069</c:v>
                </c:pt>
                <c:pt idx="11450">
                  <c:v>7.0693099999999998</c:v>
                </c:pt>
                <c:pt idx="11451">
                  <c:v>7.0696099999999999</c:v>
                </c:pt>
                <c:pt idx="11452">
                  <c:v>7.0699199999999998</c:v>
                </c:pt>
                <c:pt idx="11453">
                  <c:v>7.0702299999999996</c:v>
                </c:pt>
                <c:pt idx="11454">
                  <c:v>7.0705299999999998</c:v>
                </c:pt>
                <c:pt idx="11455">
                  <c:v>7.0708399999999996</c:v>
                </c:pt>
                <c:pt idx="11456">
                  <c:v>7.0711399999999998</c:v>
                </c:pt>
                <c:pt idx="11457">
                  <c:v>7.0714499999999996</c:v>
                </c:pt>
                <c:pt idx="11458">
                  <c:v>7.0717499999999998</c:v>
                </c:pt>
                <c:pt idx="11459">
                  <c:v>7.0720599999999996</c:v>
                </c:pt>
                <c:pt idx="11460">
                  <c:v>7.0723599999999998</c:v>
                </c:pt>
                <c:pt idx="11461">
                  <c:v>7.0726699999999996</c:v>
                </c:pt>
                <c:pt idx="11462">
                  <c:v>7.0729699999999998</c:v>
                </c:pt>
                <c:pt idx="11463">
                  <c:v>7.0732799999999996</c:v>
                </c:pt>
                <c:pt idx="11464">
                  <c:v>7.0735900000000003</c:v>
                </c:pt>
                <c:pt idx="11465">
                  <c:v>7.0738899999999996</c:v>
                </c:pt>
                <c:pt idx="11466">
                  <c:v>7.0742000000000003</c:v>
                </c:pt>
                <c:pt idx="11467">
                  <c:v>7.0744999999999996</c:v>
                </c:pt>
                <c:pt idx="11468">
                  <c:v>7.0748100000000003</c:v>
                </c:pt>
                <c:pt idx="11469">
                  <c:v>7.0751099999999996</c:v>
                </c:pt>
                <c:pt idx="11470">
                  <c:v>7.0754200000000003</c:v>
                </c:pt>
                <c:pt idx="11471">
                  <c:v>7.0757199999999996</c:v>
                </c:pt>
                <c:pt idx="11472">
                  <c:v>7.0760300000000003</c:v>
                </c:pt>
                <c:pt idx="11473">
                  <c:v>7.0763299999999996</c:v>
                </c:pt>
                <c:pt idx="11474">
                  <c:v>7.0766400000000003</c:v>
                </c:pt>
                <c:pt idx="11475">
                  <c:v>7.0769399999999996</c:v>
                </c:pt>
                <c:pt idx="11476">
                  <c:v>7.0772500000000003</c:v>
                </c:pt>
                <c:pt idx="11477">
                  <c:v>7.0775600000000001</c:v>
                </c:pt>
                <c:pt idx="11478">
                  <c:v>7.0778600000000003</c:v>
                </c:pt>
                <c:pt idx="11479">
                  <c:v>7.0781700000000001</c:v>
                </c:pt>
                <c:pt idx="11480">
                  <c:v>7.0784700000000003</c:v>
                </c:pt>
                <c:pt idx="11481">
                  <c:v>7.0787800000000001</c:v>
                </c:pt>
                <c:pt idx="11482">
                  <c:v>7.0790800000000003</c:v>
                </c:pt>
                <c:pt idx="11483">
                  <c:v>7.0793900000000001</c:v>
                </c:pt>
                <c:pt idx="11484">
                  <c:v>7.0796900000000003</c:v>
                </c:pt>
                <c:pt idx="11485">
                  <c:v>7.08</c:v>
                </c:pt>
                <c:pt idx="11486">
                  <c:v>7.0803000000000003</c:v>
                </c:pt>
                <c:pt idx="11487">
                  <c:v>7.0806100000000001</c:v>
                </c:pt>
                <c:pt idx="11488">
                  <c:v>7.0809100000000003</c:v>
                </c:pt>
                <c:pt idx="11489">
                  <c:v>7.0812200000000001</c:v>
                </c:pt>
                <c:pt idx="11490">
                  <c:v>7.0815299999999999</c:v>
                </c:pt>
                <c:pt idx="11491">
                  <c:v>7.0818300000000001</c:v>
                </c:pt>
                <c:pt idx="11492">
                  <c:v>7.0821399999999999</c:v>
                </c:pt>
                <c:pt idx="11493">
                  <c:v>7.0824400000000001</c:v>
                </c:pt>
                <c:pt idx="11494">
                  <c:v>7.0827499999999999</c:v>
                </c:pt>
                <c:pt idx="11495">
                  <c:v>7.0830500000000001</c:v>
                </c:pt>
                <c:pt idx="11496">
                  <c:v>7.0833599999999999</c:v>
                </c:pt>
                <c:pt idx="11497">
                  <c:v>7.0836600000000001</c:v>
                </c:pt>
                <c:pt idx="11498">
                  <c:v>7.0839699999999999</c:v>
                </c:pt>
                <c:pt idx="11499">
                  <c:v>7.0842700000000001</c:v>
                </c:pt>
                <c:pt idx="11500">
                  <c:v>7.0845799999999999</c:v>
                </c:pt>
                <c:pt idx="11501">
                  <c:v>7.0848800000000001</c:v>
                </c:pt>
                <c:pt idx="11502">
                  <c:v>7.0851899999999999</c:v>
                </c:pt>
                <c:pt idx="11503">
                  <c:v>7.0854999999999997</c:v>
                </c:pt>
                <c:pt idx="11504">
                  <c:v>7.0857999999999999</c:v>
                </c:pt>
                <c:pt idx="11505">
                  <c:v>7.0861099999999997</c:v>
                </c:pt>
                <c:pt idx="11506">
                  <c:v>7.0864099999999999</c:v>
                </c:pt>
                <c:pt idx="11507">
                  <c:v>7.0867199999999997</c:v>
                </c:pt>
                <c:pt idx="11508">
                  <c:v>7.0870199999999999</c:v>
                </c:pt>
                <c:pt idx="11509">
                  <c:v>7.0873299999999997</c:v>
                </c:pt>
                <c:pt idx="11510">
                  <c:v>7.0876299999999999</c:v>
                </c:pt>
                <c:pt idx="11511">
                  <c:v>7.0879399999999997</c:v>
                </c:pt>
                <c:pt idx="11512">
                  <c:v>7.0882399999999999</c:v>
                </c:pt>
                <c:pt idx="11513">
                  <c:v>7.0885499999999997</c:v>
                </c:pt>
                <c:pt idx="11514">
                  <c:v>7.0888600000000004</c:v>
                </c:pt>
                <c:pt idx="11515">
                  <c:v>7.0891599999999997</c:v>
                </c:pt>
                <c:pt idx="11516">
                  <c:v>7.0894700000000004</c:v>
                </c:pt>
                <c:pt idx="11517">
                  <c:v>7.0897699999999997</c:v>
                </c:pt>
                <c:pt idx="11518">
                  <c:v>7.0900800000000004</c:v>
                </c:pt>
                <c:pt idx="11519">
                  <c:v>7.0903799999999997</c:v>
                </c:pt>
                <c:pt idx="11520">
                  <c:v>7.0906900000000004</c:v>
                </c:pt>
                <c:pt idx="11521">
                  <c:v>7.0909899999999997</c:v>
                </c:pt>
                <c:pt idx="11522">
                  <c:v>7.0913000000000004</c:v>
                </c:pt>
                <c:pt idx="11523">
                  <c:v>7.0915999999999997</c:v>
                </c:pt>
                <c:pt idx="11524">
                  <c:v>7.0919100000000004</c:v>
                </c:pt>
                <c:pt idx="11525">
                  <c:v>7.0922099999999997</c:v>
                </c:pt>
                <c:pt idx="11526">
                  <c:v>7.0925200000000004</c:v>
                </c:pt>
                <c:pt idx="11527">
                  <c:v>7.0928300000000002</c:v>
                </c:pt>
                <c:pt idx="11528">
                  <c:v>7.0931300000000004</c:v>
                </c:pt>
                <c:pt idx="11529">
                  <c:v>7.0934400000000002</c:v>
                </c:pt>
                <c:pt idx="11530">
                  <c:v>7.0937400000000004</c:v>
                </c:pt>
                <c:pt idx="11531">
                  <c:v>7.0940500000000002</c:v>
                </c:pt>
                <c:pt idx="11532">
                  <c:v>7.0943500000000004</c:v>
                </c:pt>
                <c:pt idx="11533">
                  <c:v>7.0946600000000002</c:v>
                </c:pt>
                <c:pt idx="11534">
                  <c:v>7.0949600000000004</c:v>
                </c:pt>
                <c:pt idx="11535">
                  <c:v>7.0952700000000002</c:v>
                </c:pt>
                <c:pt idx="11536">
                  <c:v>7.0955700000000004</c:v>
                </c:pt>
                <c:pt idx="11537">
                  <c:v>7.0958800000000002</c:v>
                </c:pt>
                <c:pt idx="11538">
                  <c:v>7.0961800000000004</c:v>
                </c:pt>
                <c:pt idx="11539">
                  <c:v>7.0964900000000002</c:v>
                </c:pt>
                <c:pt idx="11540">
                  <c:v>7.0968</c:v>
                </c:pt>
                <c:pt idx="11541">
                  <c:v>7.0971000000000002</c:v>
                </c:pt>
                <c:pt idx="11542">
                  <c:v>7.09741</c:v>
                </c:pt>
                <c:pt idx="11543">
                  <c:v>7.0977100000000002</c:v>
                </c:pt>
                <c:pt idx="11544">
                  <c:v>7.09802</c:v>
                </c:pt>
                <c:pt idx="11545">
                  <c:v>7.0983200000000002</c:v>
                </c:pt>
                <c:pt idx="11546">
                  <c:v>7.09863</c:v>
                </c:pt>
                <c:pt idx="11547">
                  <c:v>7.0989300000000002</c:v>
                </c:pt>
                <c:pt idx="11548">
                  <c:v>7.09924</c:v>
                </c:pt>
                <c:pt idx="11549">
                  <c:v>7.0995400000000002</c:v>
                </c:pt>
                <c:pt idx="11550">
                  <c:v>7.09985</c:v>
                </c:pt>
                <c:pt idx="11551">
                  <c:v>7.1001500000000002</c:v>
                </c:pt>
                <c:pt idx="11552">
                  <c:v>7.10046</c:v>
                </c:pt>
                <c:pt idx="11553">
                  <c:v>7.1007699999999998</c:v>
                </c:pt>
                <c:pt idx="11554">
                  <c:v>7.10107</c:v>
                </c:pt>
                <c:pt idx="11555">
                  <c:v>7.1013799999999998</c:v>
                </c:pt>
                <c:pt idx="11556">
                  <c:v>7.10168</c:v>
                </c:pt>
                <c:pt idx="11557">
                  <c:v>7.1019899999999998</c:v>
                </c:pt>
                <c:pt idx="11558">
                  <c:v>7.10229</c:v>
                </c:pt>
                <c:pt idx="11559">
                  <c:v>7.1025999999999998</c:v>
                </c:pt>
                <c:pt idx="11560">
                  <c:v>7.1029</c:v>
                </c:pt>
                <c:pt idx="11561">
                  <c:v>7.1032099999999998</c:v>
                </c:pt>
                <c:pt idx="11562">
                  <c:v>7.10351</c:v>
                </c:pt>
                <c:pt idx="11563">
                  <c:v>7.1038199999999998</c:v>
                </c:pt>
                <c:pt idx="11564">
                  <c:v>7.10412</c:v>
                </c:pt>
                <c:pt idx="11565">
                  <c:v>7.1044299999999998</c:v>
                </c:pt>
                <c:pt idx="11566">
                  <c:v>7.1047399999999996</c:v>
                </c:pt>
                <c:pt idx="11567">
                  <c:v>7.1050399999999998</c:v>
                </c:pt>
                <c:pt idx="11568">
                  <c:v>7.1053499999999996</c:v>
                </c:pt>
                <c:pt idx="11569">
                  <c:v>7.1056499999999998</c:v>
                </c:pt>
                <c:pt idx="11570">
                  <c:v>7.1059599999999996</c:v>
                </c:pt>
                <c:pt idx="11571">
                  <c:v>7.1062599999999998</c:v>
                </c:pt>
                <c:pt idx="11572">
                  <c:v>7.1065699999999996</c:v>
                </c:pt>
                <c:pt idx="11573">
                  <c:v>7.1068699999999998</c:v>
                </c:pt>
                <c:pt idx="11574">
                  <c:v>7.1071799999999996</c:v>
                </c:pt>
                <c:pt idx="11575">
                  <c:v>7.1074799999999998</c:v>
                </c:pt>
                <c:pt idx="11576">
                  <c:v>7.1077899999999996</c:v>
                </c:pt>
                <c:pt idx="11577">
                  <c:v>7.1081000000000003</c:v>
                </c:pt>
                <c:pt idx="11578">
                  <c:v>7.1083999999999996</c:v>
                </c:pt>
                <c:pt idx="11579">
                  <c:v>7.1087100000000003</c:v>
                </c:pt>
                <c:pt idx="11580">
                  <c:v>7.1090099999999996</c:v>
                </c:pt>
                <c:pt idx="11581">
                  <c:v>7.1093200000000003</c:v>
                </c:pt>
                <c:pt idx="11582">
                  <c:v>7.1096199999999996</c:v>
                </c:pt>
                <c:pt idx="11583">
                  <c:v>7.1099300000000003</c:v>
                </c:pt>
                <c:pt idx="11584">
                  <c:v>7.1102299999999996</c:v>
                </c:pt>
                <c:pt idx="11585">
                  <c:v>7.1105400000000003</c:v>
                </c:pt>
                <c:pt idx="11586">
                  <c:v>7.1108399999999996</c:v>
                </c:pt>
                <c:pt idx="11587">
                  <c:v>7.1111500000000003</c:v>
                </c:pt>
                <c:pt idx="11588">
                  <c:v>7.1114499999999996</c:v>
                </c:pt>
                <c:pt idx="11589">
                  <c:v>7.1117600000000003</c:v>
                </c:pt>
                <c:pt idx="11590">
                  <c:v>7.1120700000000001</c:v>
                </c:pt>
                <c:pt idx="11591">
                  <c:v>7.1123700000000003</c:v>
                </c:pt>
                <c:pt idx="11592">
                  <c:v>7.1126800000000001</c:v>
                </c:pt>
                <c:pt idx="11593">
                  <c:v>7.1129800000000003</c:v>
                </c:pt>
                <c:pt idx="11594">
                  <c:v>7.1132900000000001</c:v>
                </c:pt>
                <c:pt idx="11595">
                  <c:v>7.1135900000000003</c:v>
                </c:pt>
                <c:pt idx="11596">
                  <c:v>7.1139000000000001</c:v>
                </c:pt>
                <c:pt idx="11597">
                  <c:v>7.1142000000000003</c:v>
                </c:pt>
                <c:pt idx="11598">
                  <c:v>7.1145100000000001</c:v>
                </c:pt>
                <c:pt idx="11599">
                  <c:v>7.1148100000000003</c:v>
                </c:pt>
                <c:pt idx="11600">
                  <c:v>7.1151200000000001</c:v>
                </c:pt>
                <c:pt idx="11601">
                  <c:v>7.1154200000000003</c:v>
                </c:pt>
                <c:pt idx="11602">
                  <c:v>7.1157300000000001</c:v>
                </c:pt>
                <c:pt idx="11603">
                  <c:v>7.1160399999999999</c:v>
                </c:pt>
                <c:pt idx="11604">
                  <c:v>7.1163400000000001</c:v>
                </c:pt>
                <c:pt idx="11605">
                  <c:v>7.1166499999999999</c:v>
                </c:pt>
                <c:pt idx="11606">
                  <c:v>7.1169500000000001</c:v>
                </c:pt>
                <c:pt idx="11607">
                  <c:v>7.1172599999999999</c:v>
                </c:pt>
                <c:pt idx="11608">
                  <c:v>7.1175600000000001</c:v>
                </c:pt>
                <c:pt idx="11609">
                  <c:v>7.1178699999999999</c:v>
                </c:pt>
                <c:pt idx="11610">
                  <c:v>7.1181700000000001</c:v>
                </c:pt>
                <c:pt idx="11611">
                  <c:v>7.1184799999999999</c:v>
                </c:pt>
                <c:pt idx="11612">
                  <c:v>7.1187800000000001</c:v>
                </c:pt>
                <c:pt idx="11613">
                  <c:v>7.1190899999999999</c:v>
                </c:pt>
                <c:pt idx="11614">
                  <c:v>7.1193900000000001</c:v>
                </c:pt>
                <c:pt idx="11615">
                  <c:v>7.1196999999999999</c:v>
                </c:pt>
                <c:pt idx="11616">
                  <c:v>7.1200099999999997</c:v>
                </c:pt>
                <c:pt idx="11617">
                  <c:v>7.1203099999999999</c:v>
                </c:pt>
                <c:pt idx="11618">
                  <c:v>7.1206199999999997</c:v>
                </c:pt>
                <c:pt idx="11619">
                  <c:v>7.1209199999999999</c:v>
                </c:pt>
                <c:pt idx="11620">
                  <c:v>7.1212299999999997</c:v>
                </c:pt>
                <c:pt idx="11621">
                  <c:v>7.1215299999999999</c:v>
                </c:pt>
                <c:pt idx="11622">
                  <c:v>7.1218399999999997</c:v>
                </c:pt>
                <c:pt idx="11623">
                  <c:v>7.1221399999999999</c:v>
                </c:pt>
                <c:pt idx="11624">
                  <c:v>7.1224499999999997</c:v>
                </c:pt>
                <c:pt idx="11625">
                  <c:v>7.1227499999999999</c:v>
                </c:pt>
                <c:pt idx="11626">
                  <c:v>7.1230599999999997</c:v>
                </c:pt>
                <c:pt idx="11627">
                  <c:v>7.1233599999999999</c:v>
                </c:pt>
                <c:pt idx="11628">
                  <c:v>7.1236699999999997</c:v>
                </c:pt>
                <c:pt idx="11629">
                  <c:v>7.1239800000000004</c:v>
                </c:pt>
                <c:pt idx="11630">
                  <c:v>7.1242799999999997</c:v>
                </c:pt>
                <c:pt idx="11631">
                  <c:v>7.1245900000000004</c:v>
                </c:pt>
                <c:pt idx="11632">
                  <c:v>7.1248899999999997</c:v>
                </c:pt>
                <c:pt idx="11633">
                  <c:v>7.1252000000000004</c:v>
                </c:pt>
                <c:pt idx="11634">
                  <c:v>7.1254999999999997</c:v>
                </c:pt>
                <c:pt idx="11635">
                  <c:v>7.1258100000000004</c:v>
                </c:pt>
                <c:pt idx="11636">
                  <c:v>7.1261099999999997</c:v>
                </c:pt>
                <c:pt idx="11637">
                  <c:v>7.1264200000000004</c:v>
                </c:pt>
                <c:pt idx="11638">
                  <c:v>7.1267199999999997</c:v>
                </c:pt>
                <c:pt idx="11639">
                  <c:v>7.1270300000000004</c:v>
                </c:pt>
                <c:pt idx="11640">
                  <c:v>7.1273400000000002</c:v>
                </c:pt>
                <c:pt idx="11641">
                  <c:v>7.1276400000000004</c:v>
                </c:pt>
                <c:pt idx="11642">
                  <c:v>7.1279500000000002</c:v>
                </c:pt>
                <c:pt idx="11643">
                  <c:v>7.1282500000000004</c:v>
                </c:pt>
                <c:pt idx="11644">
                  <c:v>7.1285600000000002</c:v>
                </c:pt>
                <c:pt idx="11645">
                  <c:v>7.1288600000000004</c:v>
                </c:pt>
                <c:pt idx="11646">
                  <c:v>7.1291700000000002</c:v>
                </c:pt>
                <c:pt idx="11647">
                  <c:v>7.1294700000000004</c:v>
                </c:pt>
                <c:pt idx="11648">
                  <c:v>7.1297800000000002</c:v>
                </c:pt>
                <c:pt idx="11649">
                  <c:v>7.1300800000000004</c:v>
                </c:pt>
                <c:pt idx="11650">
                  <c:v>7.1303900000000002</c:v>
                </c:pt>
                <c:pt idx="11651">
                  <c:v>7.1306900000000004</c:v>
                </c:pt>
                <c:pt idx="11652">
                  <c:v>7.1310000000000002</c:v>
                </c:pt>
                <c:pt idx="11653">
                  <c:v>7.13131</c:v>
                </c:pt>
                <c:pt idx="11654">
                  <c:v>7.1316100000000002</c:v>
                </c:pt>
                <c:pt idx="11655">
                  <c:v>7.13192</c:v>
                </c:pt>
                <c:pt idx="11656">
                  <c:v>7.1322200000000002</c:v>
                </c:pt>
                <c:pt idx="11657">
                  <c:v>7.13253</c:v>
                </c:pt>
                <c:pt idx="11658">
                  <c:v>7.1328300000000002</c:v>
                </c:pt>
                <c:pt idx="11659">
                  <c:v>7.13314</c:v>
                </c:pt>
                <c:pt idx="11660">
                  <c:v>7.1334400000000002</c:v>
                </c:pt>
                <c:pt idx="11661">
                  <c:v>7.13375</c:v>
                </c:pt>
                <c:pt idx="11662">
                  <c:v>7.1340500000000002</c:v>
                </c:pt>
                <c:pt idx="11663">
                  <c:v>7.13436</c:v>
                </c:pt>
                <c:pt idx="11664">
                  <c:v>7.1346600000000002</c:v>
                </c:pt>
                <c:pt idx="11665">
                  <c:v>7.13497</c:v>
                </c:pt>
                <c:pt idx="11666">
                  <c:v>7.1352799999999998</c:v>
                </c:pt>
                <c:pt idx="11667">
                  <c:v>7.13558</c:v>
                </c:pt>
                <c:pt idx="11668">
                  <c:v>7.1358899999999998</c:v>
                </c:pt>
                <c:pt idx="11669">
                  <c:v>7.13619</c:v>
                </c:pt>
                <c:pt idx="11670">
                  <c:v>7.1364999999999998</c:v>
                </c:pt>
                <c:pt idx="11671">
                  <c:v>7.1368</c:v>
                </c:pt>
                <c:pt idx="11672">
                  <c:v>7.1371099999999998</c:v>
                </c:pt>
                <c:pt idx="11673">
                  <c:v>7.13741</c:v>
                </c:pt>
                <c:pt idx="11674">
                  <c:v>7.1377199999999998</c:v>
                </c:pt>
                <c:pt idx="11675">
                  <c:v>7.13802</c:v>
                </c:pt>
                <c:pt idx="11676">
                  <c:v>7.1383299999999998</c:v>
                </c:pt>
                <c:pt idx="11677">
                  <c:v>7.13863</c:v>
                </c:pt>
                <c:pt idx="11678">
                  <c:v>7.1389399999999998</c:v>
                </c:pt>
                <c:pt idx="11679">
                  <c:v>7.1392499999999997</c:v>
                </c:pt>
                <c:pt idx="11680">
                  <c:v>7.1395499999999998</c:v>
                </c:pt>
                <c:pt idx="11681">
                  <c:v>7.1398599999999997</c:v>
                </c:pt>
                <c:pt idx="11682">
                  <c:v>7.1401599999999998</c:v>
                </c:pt>
                <c:pt idx="11683">
                  <c:v>7.1404699999999997</c:v>
                </c:pt>
                <c:pt idx="11684">
                  <c:v>7.1407699999999998</c:v>
                </c:pt>
                <c:pt idx="11685">
                  <c:v>7.1410799999999997</c:v>
                </c:pt>
                <c:pt idx="11686">
                  <c:v>7.1413799999999998</c:v>
                </c:pt>
                <c:pt idx="11687">
                  <c:v>7.1416899999999996</c:v>
                </c:pt>
                <c:pt idx="11688">
                  <c:v>7.1419899999999998</c:v>
                </c:pt>
                <c:pt idx="11689">
                  <c:v>7.1422999999999996</c:v>
                </c:pt>
                <c:pt idx="11690">
                  <c:v>7.1425999999999998</c:v>
                </c:pt>
                <c:pt idx="11691">
                  <c:v>7.1429099999999996</c:v>
                </c:pt>
                <c:pt idx="11692">
                  <c:v>7.1432200000000003</c:v>
                </c:pt>
                <c:pt idx="11693">
                  <c:v>7.1435199999999996</c:v>
                </c:pt>
                <c:pt idx="11694">
                  <c:v>7.1438300000000003</c:v>
                </c:pt>
                <c:pt idx="11695">
                  <c:v>7.1441299999999996</c:v>
                </c:pt>
                <c:pt idx="11696">
                  <c:v>7.1444400000000003</c:v>
                </c:pt>
                <c:pt idx="11697">
                  <c:v>7.1447399999999996</c:v>
                </c:pt>
                <c:pt idx="11698">
                  <c:v>7.1450500000000003</c:v>
                </c:pt>
                <c:pt idx="11699">
                  <c:v>7.1453499999999996</c:v>
                </c:pt>
                <c:pt idx="11700">
                  <c:v>7.1456600000000003</c:v>
                </c:pt>
                <c:pt idx="11701">
                  <c:v>7.1459599999999996</c:v>
                </c:pt>
                <c:pt idx="11702">
                  <c:v>7.1462700000000003</c:v>
                </c:pt>
                <c:pt idx="11703">
                  <c:v>7.1465800000000002</c:v>
                </c:pt>
                <c:pt idx="11704">
                  <c:v>7.1468800000000003</c:v>
                </c:pt>
                <c:pt idx="11705">
                  <c:v>7.1471900000000002</c:v>
                </c:pt>
                <c:pt idx="11706">
                  <c:v>7.1474900000000003</c:v>
                </c:pt>
                <c:pt idx="11707">
                  <c:v>7.1478000000000002</c:v>
                </c:pt>
                <c:pt idx="11708">
                  <c:v>7.1481000000000003</c:v>
                </c:pt>
                <c:pt idx="11709">
                  <c:v>7.1484100000000002</c:v>
                </c:pt>
                <c:pt idx="11710">
                  <c:v>7.1487100000000003</c:v>
                </c:pt>
                <c:pt idx="11711">
                  <c:v>7.1490200000000002</c:v>
                </c:pt>
                <c:pt idx="11712">
                  <c:v>7.1493200000000003</c:v>
                </c:pt>
                <c:pt idx="11713">
                  <c:v>7.1496300000000002</c:v>
                </c:pt>
                <c:pt idx="11714">
                  <c:v>7.1499300000000003</c:v>
                </c:pt>
                <c:pt idx="11715">
                  <c:v>7.1502400000000002</c:v>
                </c:pt>
                <c:pt idx="11716">
                  <c:v>7.15055</c:v>
                </c:pt>
                <c:pt idx="11717">
                  <c:v>7.1508500000000002</c:v>
                </c:pt>
                <c:pt idx="11718">
                  <c:v>7.15116</c:v>
                </c:pt>
                <c:pt idx="11719">
                  <c:v>7.1514600000000002</c:v>
                </c:pt>
                <c:pt idx="11720">
                  <c:v>7.15177</c:v>
                </c:pt>
                <c:pt idx="11721">
                  <c:v>7.1520700000000001</c:v>
                </c:pt>
                <c:pt idx="11722">
                  <c:v>7.15238</c:v>
                </c:pt>
                <c:pt idx="11723">
                  <c:v>7.1526800000000001</c:v>
                </c:pt>
                <c:pt idx="11724">
                  <c:v>7.15299</c:v>
                </c:pt>
                <c:pt idx="11725">
                  <c:v>7.1532900000000001</c:v>
                </c:pt>
                <c:pt idx="11726">
                  <c:v>7.1536</c:v>
                </c:pt>
                <c:pt idx="11727">
                  <c:v>7.1539000000000001</c:v>
                </c:pt>
                <c:pt idx="11728">
                  <c:v>7.15421</c:v>
                </c:pt>
                <c:pt idx="11729">
                  <c:v>7.1545199999999998</c:v>
                </c:pt>
                <c:pt idx="11730">
                  <c:v>7.15482</c:v>
                </c:pt>
                <c:pt idx="11731">
                  <c:v>7.1551299999999998</c:v>
                </c:pt>
                <c:pt idx="11732">
                  <c:v>7.15543</c:v>
                </c:pt>
                <c:pt idx="11733">
                  <c:v>7.1557399999999998</c:v>
                </c:pt>
                <c:pt idx="11734">
                  <c:v>7.15604</c:v>
                </c:pt>
                <c:pt idx="11735">
                  <c:v>7.1563499999999998</c:v>
                </c:pt>
                <c:pt idx="11736">
                  <c:v>7.15665</c:v>
                </c:pt>
                <c:pt idx="11737">
                  <c:v>7.1569599999999998</c:v>
                </c:pt>
                <c:pt idx="11738">
                  <c:v>7.15726</c:v>
                </c:pt>
                <c:pt idx="11739">
                  <c:v>7.1575699999999998</c:v>
                </c:pt>
                <c:pt idx="11740">
                  <c:v>7.15787</c:v>
                </c:pt>
                <c:pt idx="11741">
                  <c:v>7.1581799999999998</c:v>
                </c:pt>
                <c:pt idx="11742">
                  <c:v>7.1584899999999996</c:v>
                </c:pt>
                <c:pt idx="11743">
                  <c:v>7.1587899999999998</c:v>
                </c:pt>
                <c:pt idx="11744">
                  <c:v>7.1590999999999996</c:v>
                </c:pt>
                <c:pt idx="11745">
                  <c:v>7.1593999999999998</c:v>
                </c:pt>
                <c:pt idx="11746">
                  <c:v>7.1597099999999996</c:v>
                </c:pt>
                <c:pt idx="11747">
                  <c:v>7.1600099999999998</c:v>
                </c:pt>
                <c:pt idx="11748">
                  <c:v>7.1603199999999996</c:v>
                </c:pt>
                <c:pt idx="11749">
                  <c:v>7.1606199999999998</c:v>
                </c:pt>
                <c:pt idx="11750">
                  <c:v>7.1609299999999996</c:v>
                </c:pt>
                <c:pt idx="11751">
                  <c:v>7.1612299999999998</c:v>
                </c:pt>
                <c:pt idx="11752">
                  <c:v>7.1615399999999996</c:v>
                </c:pt>
                <c:pt idx="11753">
                  <c:v>7.1618500000000003</c:v>
                </c:pt>
                <c:pt idx="11754">
                  <c:v>7.1621499999999996</c:v>
                </c:pt>
                <c:pt idx="11755">
                  <c:v>7.1624600000000003</c:v>
                </c:pt>
                <c:pt idx="11756">
                  <c:v>7.1627599999999996</c:v>
                </c:pt>
                <c:pt idx="11757">
                  <c:v>7.1630700000000003</c:v>
                </c:pt>
                <c:pt idx="11758">
                  <c:v>7.1633699999999996</c:v>
                </c:pt>
                <c:pt idx="11759">
                  <c:v>7.1636800000000003</c:v>
                </c:pt>
                <c:pt idx="11760">
                  <c:v>7.1639799999999996</c:v>
                </c:pt>
                <c:pt idx="11761">
                  <c:v>7.1642900000000003</c:v>
                </c:pt>
                <c:pt idx="11762">
                  <c:v>7.1645899999999996</c:v>
                </c:pt>
                <c:pt idx="11763">
                  <c:v>7.1649000000000003</c:v>
                </c:pt>
                <c:pt idx="11764">
                  <c:v>7.1651999999999996</c:v>
                </c:pt>
                <c:pt idx="11765">
                  <c:v>7.1655100000000003</c:v>
                </c:pt>
                <c:pt idx="11766">
                  <c:v>7.1658200000000001</c:v>
                </c:pt>
                <c:pt idx="11767">
                  <c:v>7.1661200000000003</c:v>
                </c:pt>
                <c:pt idx="11768">
                  <c:v>7.1664300000000001</c:v>
                </c:pt>
                <c:pt idx="11769">
                  <c:v>7.1667300000000003</c:v>
                </c:pt>
                <c:pt idx="11770">
                  <c:v>7.1670400000000001</c:v>
                </c:pt>
                <c:pt idx="11771">
                  <c:v>7.1673400000000003</c:v>
                </c:pt>
                <c:pt idx="11772">
                  <c:v>7.1676500000000001</c:v>
                </c:pt>
                <c:pt idx="11773">
                  <c:v>7.1679500000000003</c:v>
                </c:pt>
                <c:pt idx="11774">
                  <c:v>7.1682600000000001</c:v>
                </c:pt>
                <c:pt idx="11775">
                  <c:v>7.1685600000000003</c:v>
                </c:pt>
                <c:pt idx="11776">
                  <c:v>7.1688700000000001</c:v>
                </c:pt>
                <c:pt idx="11777">
                  <c:v>7.1691700000000003</c:v>
                </c:pt>
                <c:pt idx="11778">
                  <c:v>7.1694800000000001</c:v>
                </c:pt>
                <c:pt idx="11779">
                  <c:v>7.1697899999999999</c:v>
                </c:pt>
                <c:pt idx="11780">
                  <c:v>7.1700900000000001</c:v>
                </c:pt>
                <c:pt idx="11781">
                  <c:v>7.1703999999999999</c:v>
                </c:pt>
                <c:pt idx="11782">
                  <c:v>7.1707000000000001</c:v>
                </c:pt>
                <c:pt idx="11783">
                  <c:v>7.1710099999999999</c:v>
                </c:pt>
                <c:pt idx="11784">
                  <c:v>7.1713100000000001</c:v>
                </c:pt>
                <c:pt idx="11785">
                  <c:v>7.1716199999999999</c:v>
                </c:pt>
                <c:pt idx="11786">
                  <c:v>7.1719200000000001</c:v>
                </c:pt>
                <c:pt idx="11787">
                  <c:v>7.1722299999999999</c:v>
                </c:pt>
                <c:pt idx="11788">
                  <c:v>7.1725300000000001</c:v>
                </c:pt>
                <c:pt idx="11789">
                  <c:v>7.1728399999999999</c:v>
                </c:pt>
                <c:pt idx="11790">
                  <c:v>7.1731400000000001</c:v>
                </c:pt>
                <c:pt idx="11791">
                  <c:v>7.1734499999999999</c:v>
                </c:pt>
                <c:pt idx="11792">
                  <c:v>7.1737599999999997</c:v>
                </c:pt>
                <c:pt idx="11793">
                  <c:v>7.1740599999999999</c:v>
                </c:pt>
                <c:pt idx="11794">
                  <c:v>7.1743699999999997</c:v>
                </c:pt>
                <c:pt idx="11795">
                  <c:v>7.1746699999999999</c:v>
                </c:pt>
                <c:pt idx="11796">
                  <c:v>7.1749799999999997</c:v>
                </c:pt>
                <c:pt idx="11797">
                  <c:v>7.1752799999999999</c:v>
                </c:pt>
                <c:pt idx="11798">
                  <c:v>7.1755899999999997</c:v>
                </c:pt>
                <c:pt idx="11799">
                  <c:v>7.1758899999999999</c:v>
                </c:pt>
                <c:pt idx="11800">
                  <c:v>7.1761999999999997</c:v>
                </c:pt>
                <c:pt idx="11801">
                  <c:v>7.1764999999999999</c:v>
                </c:pt>
                <c:pt idx="11802">
                  <c:v>7.1768099999999997</c:v>
                </c:pt>
                <c:pt idx="11803">
                  <c:v>7.1771099999999999</c:v>
                </c:pt>
                <c:pt idx="11804">
                  <c:v>7.1774199999999997</c:v>
                </c:pt>
                <c:pt idx="11805">
                  <c:v>7.1777300000000004</c:v>
                </c:pt>
                <c:pt idx="11806">
                  <c:v>7.1780299999999997</c:v>
                </c:pt>
                <c:pt idx="11807">
                  <c:v>7.1783400000000004</c:v>
                </c:pt>
                <c:pt idx="11808">
                  <c:v>7.1786399999999997</c:v>
                </c:pt>
                <c:pt idx="11809">
                  <c:v>7.1789500000000004</c:v>
                </c:pt>
                <c:pt idx="11810">
                  <c:v>7.1792499999999997</c:v>
                </c:pt>
                <c:pt idx="11811">
                  <c:v>7.1795600000000004</c:v>
                </c:pt>
                <c:pt idx="11812">
                  <c:v>7.1798599999999997</c:v>
                </c:pt>
                <c:pt idx="11813">
                  <c:v>7.1801700000000004</c:v>
                </c:pt>
                <c:pt idx="11814">
                  <c:v>7.1804699999999997</c:v>
                </c:pt>
                <c:pt idx="11815">
                  <c:v>7.1807800000000004</c:v>
                </c:pt>
                <c:pt idx="11816">
                  <c:v>7.1810900000000002</c:v>
                </c:pt>
                <c:pt idx="11817">
                  <c:v>7.1813900000000004</c:v>
                </c:pt>
                <c:pt idx="11818">
                  <c:v>7.1817000000000002</c:v>
                </c:pt>
                <c:pt idx="11819">
                  <c:v>7.1820000000000004</c:v>
                </c:pt>
                <c:pt idx="11820">
                  <c:v>7.1823100000000002</c:v>
                </c:pt>
                <c:pt idx="11821">
                  <c:v>7.1826100000000004</c:v>
                </c:pt>
                <c:pt idx="11822">
                  <c:v>7.1829200000000002</c:v>
                </c:pt>
                <c:pt idx="11823">
                  <c:v>7.1832200000000004</c:v>
                </c:pt>
                <c:pt idx="11824">
                  <c:v>7.1835300000000002</c:v>
                </c:pt>
                <c:pt idx="11825">
                  <c:v>7.1838300000000004</c:v>
                </c:pt>
                <c:pt idx="11826">
                  <c:v>7.1841400000000002</c:v>
                </c:pt>
                <c:pt idx="11827">
                  <c:v>7.1844400000000004</c:v>
                </c:pt>
                <c:pt idx="11828">
                  <c:v>7.1847500000000002</c:v>
                </c:pt>
                <c:pt idx="11829">
                  <c:v>7.18506</c:v>
                </c:pt>
                <c:pt idx="11830">
                  <c:v>7.1853600000000002</c:v>
                </c:pt>
                <c:pt idx="11831">
                  <c:v>7.18567</c:v>
                </c:pt>
                <c:pt idx="11832">
                  <c:v>7.1859700000000002</c:v>
                </c:pt>
                <c:pt idx="11833">
                  <c:v>7.18628</c:v>
                </c:pt>
                <c:pt idx="11834">
                  <c:v>7.1865800000000002</c:v>
                </c:pt>
                <c:pt idx="11835">
                  <c:v>7.18689</c:v>
                </c:pt>
                <c:pt idx="11836">
                  <c:v>7.1871900000000002</c:v>
                </c:pt>
                <c:pt idx="11837">
                  <c:v>7.1875</c:v>
                </c:pt>
                <c:pt idx="11838">
                  <c:v>7.1878000000000002</c:v>
                </c:pt>
                <c:pt idx="11839">
                  <c:v>7.18811</c:v>
                </c:pt>
                <c:pt idx="11840">
                  <c:v>7.1884100000000002</c:v>
                </c:pt>
                <c:pt idx="11841">
                  <c:v>7.18872</c:v>
                </c:pt>
                <c:pt idx="11842">
                  <c:v>7.1890299999999998</c:v>
                </c:pt>
                <c:pt idx="11843">
                  <c:v>7.18933</c:v>
                </c:pt>
                <c:pt idx="11844">
                  <c:v>7.1896399999999998</c:v>
                </c:pt>
                <c:pt idx="11845">
                  <c:v>7.18994</c:v>
                </c:pt>
                <c:pt idx="11846">
                  <c:v>7.1902499999999998</c:v>
                </c:pt>
                <c:pt idx="11847">
                  <c:v>7.19055</c:v>
                </c:pt>
                <c:pt idx="11848">
                  <c:v>7.1908599999999998</c:v>
                </c:pt>
                <c:pt idx="11849">
                  <c:v>7.19116</c:v>
                </c:pt>
                <c:pt idx="11850">
                  <c:v>7.1914699999999998</c:v>
                </c:pt>
                <c:pt idx="11851">
                  <c:v>7.19177</c:v>
                </c:pt>
                <c:pt idx="11852">
                  <c:v>7.1920799999999998</c:v>
                </c:pt>
                <c:pt idx="11853">
                  <c:v>7.19238</c:v>
                </c:pt>
                <c:pt idx="11854">
                  <c:v>7.1926899999999998</c:v>
                </c:pt>
                <c:pt idx="11855">
                  <c:v>7.1929999999999996</c:v>
                </c:pt>
                <c:pt idx="11856">
                  <c:v>7.1932999999999998</c:v>
                </c:pt>
                <c:pt idx="11857">
                  <c:v>7.1936099999999996</c:v>
                </c:pt>
                <c:pt idx="11858">
                  <c:v>7.1939099999999998</c:v>
                </c:pt>
                <c:pt idx="11859">
                  <c:v>7.1942199999999996</c:v>
                </c:pt>
                <c:pt idx="11860">
                  <c:v>7.1945199999999998</c:v>
                </c:pt>
                <c:pt idx="11861">
                  <c:v>7.1948299999999996</c:v>
                </c:pt>
                <c:pt idx="11862">
                  <c:v>7.1951299999999998</c:v>
                </c:pt>
                <c:pt idx="11863">
                  <c:v>7.1954399999999996</c:v>
                </c:pt>
                <c:pt idx="11864">
                  <c:v>7.1957399999999998</c:v>
                </c:pt>
                <c:pt idx="11865">
                  <c:v>7.1960499999999996</c:v>
                </c:pt>
                <c:pt idx="11866">
                  <c:v>7.1963499999999998</c:v>
                </c:pt>
                <c:pt idx="11867">
                  <c:v>7.1966599999999996</c:v>
                </c:pt>
                <c:pt idx="11868">
                  <c:v>7.1969700000000003</c:v>
                </c:pt>
                <c:pt idx="11869">
                  <c:v>7.1972699999999996</c:v>
                </c:pt>
                <c:pt idx="11870">
                  <c:v>7.1975800000000003</c:v>
                </c:pt>
                <c:pt idx="11871">
                  <c:v>7.1978799999999996</c:v>
                </c:pt>
                <c:pt idx="11872">
                  <c:v>7.1981900000000003</c:v>
                </c:pt>
                <c:pt idx="11873">
                  <c:v>7.1984899999999996</c:v>
                </c:pt>
                <c:pt idx="11874">
                  <c:v>7.1988000000000003</c:v>
                </c:pt>
                <c:pt idx="11875">
                  <c:v>7.1990999999999996</c:v>
                </c:pt>
                <c:pt idx="11876">
                  <c:v>7.1994100000000003</c:v>
                </c:pt>
                <c:pt idx="11877">
                  <c:v>7.1997099999999996</c:v>
                </c:pt>
                <c:pt idx="11878">
                  <c:v>7.2000200000000003</c:v>
                </c:pt>
                <c:pt idx="11879">
                  <c:v>7.2003300000000001</c:v>
                </c:pt>
                <c:pt idx="11880">
                  <c:v>7.2006300000000003</c:v>
                </c:pt>
                <c:pt idx="11881">
                  <c:v>7.2009400000000001</c:v>
                </c:pt>
                <c:pt idx="11882">
                  <c:v>7.2012400000000003</c:v>
                </c:pt>
                <c:pt idx="11883">
                  <c:v>7.2015500000000001</c:v>
                </c:pt>
                <c:pt idx="11884">
                  <c:v>7.2018500000000003</c:v>
                </c:pt>
                <c:pt idx="11885">
                  <c:v>7.2021600000000001</c:v>
                </c:pt>
                <c:pt idx="11886">
                  <c:v>7.2024600000000003</c:v>
                </c:pt>
                <c:pt idx="11887">
                  <c:v>7.2027700000000001</c:v>
                </c:pt>
                <c:pt idx="11888">
                  <c:v>7.2030700000000003</c:v>
                </c:pt>
                <c:pt idx="11889">
                  <c:v>7.2033800000000001</c:v>
                </c:pt>
                <c:pt idx="11890">
                  <c:v>7.2036800000000003</c:v>
                </c:pt>
                <c:pt idx="11891">
                  <c:v>7.2039900000000001</c:v>
                </c:pt>
                <c:pt idx="11892">
                  <c:v>7.2042999999999999</c:v>
                </c:pt>
                <c:pt idx="11893">
                  <c:v>7.2046000000000001</c:v>
                </c:pt>
                <c:pt idx="11894">
                  <c:v>7.2049099999999999</c:v>
                </c:pt>
                <c:pt idx="11895">
                  <c:v>7.2052100000000001</c:v>
                </c:pt>
                <c:pt idx="11896">
                  <c:v>7.2055199999999999</c:v>
                </c:pt>
                <c:pt idx="11897">
                  <c:v>7.2058200000000001</c:v>
                </c:pt>
                <c:pt idx="11898">
                  <c:v>7.2061299999999999</c:v>
                </c:pt>
                <c:pt idx="11899">
                  <c:v>7.2064300000000001</c:v>
                </c:pt>
                <c:pt idx="11900">
                  <c:v>7.2067399999999999</c:v>
                </c:pt>
                <c:pt idx="11901">
                  <c:v>7.2070400000000001</c:v>
                </c:pt>
                <c:pt idx="11902">
                  <c:v>7.2073499999999999</c:v>
                </c:pt>
                <c:pt idx="11903">
                  <c:v>7.2076500000000001</c:v>
                </c:pt>
                <c:pt idx="11904">
                  <c:v>7.2079599999999999</c:v>
                </c:pt>
                <c:pt idx="11905">
                  <c:v>7.2082699999999997</c:v>
                </c:pt>
                <c:pt idx="11906">
                  <c:v>7.2085699999999999</c:v>
                </c:pt>
                <c:pt idx="11907">
                  <c:v>7.2088799999999997</c:v>
                </c:pt>
                <c:pt idx="11908">
                  <c:v>7.2091799999999999</c:v>
                </c:pt>
                <c:pt idx="11909">
                  <c:v>7.2094899999999997</c:v>
                </c:pt>
                <c:pt idx="11910">
                  <c:v>7.2097899999999999</c:v>
                </c:pt>
                <c:pt idx="11911">
                  <c:v>7.2100999999999997</c:v>
                </c:pt>
                <c:pt idx="11912">
                  <c:v>7.2103999999999999</c:v>
                </c:pt>
                <c:pt idx="11913">
                  <c:v>7.2107099999999997</c:v>
                </c:pt>
                <c:pt idx="11914">
                  <c:v>7.2110099999999999</c:v>
                </c:pt>
                <c:pt idx="11915">
                  <c:v>7.2113199999999997</c:v>
                </c:pt>
                <c:pt idx="11916">
                  <c:v>7.2116199999999999</c:v>
                </c:pt>
                <c:pt idx="11917">
                  <c:v>7.2119299999999997</c:v>
                </c:pt>
                <c:pt idx="11918">
                  <c:v>7.2122400000000004</c:v>
                </c:pt>
                <c:pt idx="11919">
                  <c:v>7.2125399999999997</c:v>
                </c:pt>
                <c:pt idx="11920">
                  <c:v>7.2128500000000004</c:v>
                </c:pt>
                <c:pt idx="11921">
                  <c:v>7.2131499999999997</c:v>
                </c:pt>
                <c:pt idx="11922">
                  <c:v>7.2134600000000004</c:v>
                </c:pt>
                <c:pt idx="11923">
                  <c:v>7.2137599999999997</c:v>
                </c:pt>
                <c:pt idx="11924">
                  <c:v>7.2140700000000004</c:v>
                </c:pt>
                <c:pt idx="11925">
                  <c:v>7.2143699999999997</c:v>
                </c:pt>
                <c:pt idx="11926">
                  <c:v>7.2146800000000004</c:v>
                </c:pt>
                <c:pt idx="11927">
                  <c:v>7.2149799999999997</c:v>
                </c:pt>
                <c:pt idx="11928">
                  <c:v>7.2152900000000004</c:v>
                </c:pt>
                <c:pt idx="11929">
                  <c:v>7.2156000000000002</c:v>
                </c:pt>
                <c:pt idx="11930">
                  <c:v>7.2159000000000004</c:v>
                </c:pt>
                <c:pt idx="11931">
                  <c:v>7.2162100000000002</c:v>
                </c:pt>
                <c:pt idx="11932">
                  <c:v>7.2165100000000004</c:v>
                </c:pt>
                <c:pt idx="11933">
                  <c:v>7.2168200000000002</c:v>
                </c:pt>
                <c:pt idx="11934">
                  <c:v>7.2171200000000004</c:v>
                </c:pt>
                <c:pt idx="11935">
                  <c:v>7.2174300000000002</c:v>
                </c:pt>
                <c:pt idx="11936">
                  <c:v>7.2177300000000004</c:v>
                </c:pt>
                <c:pt idx="11937">
                  <c:v>7.2180400000000002</c:v>
                </c:pt>
                <c:pt idx="11938">
                  <c:v>7.2183400000000004</c:v>
                </c:pt>
                <c:pt idx="11939">
                  <c:v>7.2186500000000002</c:v>
                </c:pt>
                <c:pt idx="11940">
                  <c:v>7.2189500000000004</c:v>
                </c:pt>
                <c:pt idx="11941">
                  <c:v>7.2192600000000002</c:v>
                </c:pt>
                <c:pt idx="11942">
                  <c:v>7.21957</c:v>
                </c:pt>
                <c:pt idx="11943">
                  <c:v>7.2198700000000002</c:v>
                </c:pt>
                <c:pt idx="11944">
                  <c:v>7.22018</c:v>
                </c:pt>
                <c:pt idx="11945">
                  <c:v>7.2204800000000002</c:v>
                </c:pt>
                <c:pt idx="11946">
                  <c:v>7.22079</c:v>
                </c:pt>
                <c:pt idx="11947">
                  <c:v>7.2210900000000002</c:v>
                </c:pt>
                <c:pt idx="11948">
                  <c:v>7.2214</c:v>
                </c:pt>
                <c:pt idx="11949">
                  <c:v>7.2217000000000002</c:v>
                </c:pt>
                <c:pt idx="11950">
                  <c:v>7.22201</c:v>
                </c:pt>
                <c:pt idx="11951">
                  <c:v>7.2223100000000002</c:v>
                </c:pt>
                <c:pt idx="11952">
                  <c:v>7.22262</c:v>
                </c:pt>
                <c:pt idx="11953">
                  <c:v>7.2229200000000002</c:v>
                </c:pt>
                <c:pt idx="11954">
                  <c:v>7.22323</c:v>
                </c:pt>
                <c:pt idx="11955">
                  <c:v>7.2235399999999998</c:v>
                </c:pt>
                <c:pt idx="11956">
                  <c:v>7.22384</c:v>
                </c:pt>
                <c:pt idx="11957">
                  <c:v>7.2241499999999998</c:v>
                </c:pt>
                <c:pt idx="11958">
                  <c:v>7.22445</c:v>
                </c:pt>
                <c:pt idx="11959">
                  <c:v>7.2247599999999998</c:v>
                </c:pt>
                <c:pt idx="11960">
                  <c:v>7.22506</c:v>
                </c:pt>
                <c:pt idx="11961">
                  <c:v>7.2253699999999998</c:v>
                </c:pt>
                <c:pt idx="11962">
                  <c:v>7.22567</c:v>
                </c:pt>
                <c:pt idx="11963">
                  <c:v>7.2259799999999998</c:v>
                </c:pt>
                <c:pt idx="11964">
                  <c:v>7.22628</c:v>
                </c:pt>
                <c:pt idx="11965">
                  <c:v>7.2265899999999998</c:v>
                </c:pt>
                <c:pt idx="11966">
                  <c:v>7.22689</c:v>
                </c:pt>
                <c:pt idx="11967">
                  <c:v>7.2271999999999998</c:v>
                </c:pt>
                <c:pt idx="11968">
                  <c:v>7.2275099999999997</c:v>
                </c:pt>
                <c:pt idx="11969">
                  <c:v>7.2278099999999998</c:v>
                </c:pt>
                <c:pt idx="11970">
                  <c:v>7.2281199999999997</c:v>
                </c:pt>
                <c:pt idx="11971">
                  <c:v>7.2284199999999998</c:v>
                </c:pt>
                <c:pt idx="11972">
                  <c:v>7.2287299999999997</c:v>
                </c:pt>
                <c:pt idx="11973">
                  <c:v>7.2290299999999998</c:v>
                </c:pt>
                <c:pt idx="11974">
                  <c:v>7.2293399999999997</c:v>
                </c:pt>
                <c:pt idx="11975">
                  <c:v>7.2296399999999998</c:v>
                </c:pt>
                <c:pt idx="11976">
                  <c:v>7.2299499999999997</c:v>
                </c:pt>
                <c:pt idx="11977">
                  <c:v>7.2302499999999998</c:v>
                </c:pt>
                <c:pt idx="11978">
                  <c:v>7.2305599999999997</c:v>
                </c:pt>
                <c:pt idx="11979">
                  <c:v>7.2308599999999998</c:v>
                </c:pt>
                <c:pt idx="11980">
                  <c:v>7.2311699999999997</c:v>
                </c:pt>
                <c:pt idx="11981">
                  <c:v>7.2314800000000004</c:v>
                </c:pt>
                <c:pt idx="11982">
                  <c:v>7.2317799999999997</c:v>
                </c:pt>
                <c:pt idx="11983">
                  <c:v>7.2320900000000004</c:v>
                </c:pt>
                <c:pt idx="11984">
                  <c:v>7.2323899999999997</c:v>
                </c:pt>
                <c:pt idx="11985">
                  <c:v>7.2327000000000004</c:v>
                </c:pt>
                <c:pt idx="11986">
                  <c:v>7.2329999999999997</c:v>
                </c:pt>
                <c:pt idx="11987">
                  <c:v>7.2333100000000004</c:v>
                </c:pt>
                <c:pt idx="11988">
                  <c:v>7.2336099999999997</c:v>
                </c:pt>
                <c:pt idx="11989">
                  <c:v>7.2339200000000003</c:v>
                </c:pt>
                <c:pt idx="11990">
                  <c:v>7.2342199999999997</c:v>
                </c:pt>
                <c:pt idx="11991">
                  <c:v>7.2345300000000003</c:v>
                </c:pt>
                <c:pt idx="11992">
                  <c:v>7.2348400000000002</c:v>
                </c:pt>
                <c:pt idx="11993">
                  <c:v>7.2351400000000003</c:v>
                </c:pt>
                <c:pt idx="11994">
                  <c:v>7.2354500000000002</c:v>
                </c:pt>
                <c:pt idx="11995">
                  <c:v>7.2357500000000003</c:v>
                </c:pt>
                <c:pt idx="11996">
                  <c:v>7.2360600000000002</c:v>
                </c:pt>
                <c:pt idx="11997">
                  <c:v>7.2363600000000003</c:v>
                </c:pt>
                <c:pt idx="11998">
                  <c:v>7.2366700000000002</c:v>
                </c:pt>
                <c:pt idx="11999">
                  <c:v>7.2369700000000003</c:v>
                </c:pt>
                <c:pt idx="12000">
                  <c:v>7.2372800000000002</c:v>
                </c:pt>
                <c:pt idx="12001">
                  <c:v>7.2375800000000003</c:v>
                </c:pt>
                <c:pt idx="12002">
                  <c:v>7.2378900000000002</c:v>
                </c:pt>
                <c:pt idx="12003">
                  <c:v>7.2381900000000003</c:v>
                </c:pt>
                <c:pt idx="12004">
                  <c:v>7.2385000000000002</c:v>
                </c:pt>
                <c:pt idx="12005">
                  <c:v>7.23881</c:v>
                </c:pt>
                <c:pt idx="12006">
                  <c:v>7.2391100000000002</c:v>
                </c:pt>
                <c:pt idx="12007">
                  <c:v>7.23942</c:v>
                </c:pt>
                <c:pt idx="12008">
                  <c:v>7.2397200000000002</c:v>
                </c:pt>
                <c:pt idx="12009">
                  <c:v>7.24003</c:v>
                </c:pt>
                <c:pt idx="12010">
                  <c:v>7.2403300000000002</c:v>
                </c:pt>
                <c:pt idx="12011">
                  <c:v>7.24064</c:v>
                </c:pt>
                <c:pt idx="12012">
                  <c:v>7.2409400000000002</c:v>
                </c:pt>
                <c:pt idx="12013">
                  <c:v>7.24125</c:v>
                </c:pt>
                <c:pt idx="12014">
                  <c:v>7.2415500000000002</c:v>
                </c:pt>
                <c:pt idx="12015">
                  <c:v>7.24186</c:v>
                </c:pt>
                <c:pt idx="12016">
                  <c:v>7.2421600000000002</c:v>
                </c:pt>
                <c:pt idx="12017">
                  <c:v>7.24247</c:v>
                </c:pt>
                <c:pt idx="12018">
                  <c:v>7.2427799999999998</c:v>
                </c:pt>
                <c:pt idx="12019">
                  <c:v>7.24308</c:v>
                </c:pt>
                <c:pt idx="12020">
                  <c:v>7.2433899999999998</c:v>
                </c:pt>
                <c:pt idx="12021">
                  <c:v>7.24369</c:v>
                </c:pt>
                <c:pt idx="12022">
                  <c:v>7.2439999999999998</c:v>
                </c:pt>
                <c:pt idx="12023">
                  <c:v>7.2443</c:v>
                </c:pt>
                <c:pt idx="12024">
                  <c:v>7.2446099999999998</c:v>
                </c:pt>
                <c:pt idx="12025">
                  <c:v>7.24491</c:v>
                </c:pt>
                <c:pt idx="12026">
                  <c:v>7.2452199999999998</c:v>
                </c:pt>
                <c:pt idx="12027">
                  <c:v>7.24552</c:v>
                </c:pt>
                <c:pt idx="12028">
                  <c:v>7.2458299999999998</c:v>
                </c:pt>
                <c:pt idx="12029">
                  <c:v>7.24613</c:v>
                </c:pt>
                <c:pt idx="12030">
                  <c:v>7.2464399999999998</c:v>
                </c:pt>
                <c:pt idx="12031">
                  <c:v>7.2467499999999996</c:v>
                </c:pt>
                <c:pt idx="12032">
                  <c:v>7.2470499999999998</c:v>
                </c:pt>
                <c:pt idx="12033">
                  <c:v>7.2473599999999996</c:v>
                </c:pt>
                <c:pt idx="12034">
                  <c:v>7.2476599999999998</c:v>
                </c:pt>
                <c:pt idx="12035">
                  <c:v>7.2479699999999996</c:v>
                </c:pt>
                <c:pt idx="12036">
                  <c:v>7.2482699999999998</c:v>
                </c:pt>
                <c:pt idx="12037">
                  <c:v>7.2485799999999996</c:v>
                </c:pt>
                <c:pt idx="12038">
                  <c:v>7.2488799999999998</c:v>
                </c:pt>
                <c:pt idx="12039">
                  <c:v>7.2491899999999996</c:v>
                </c:pt>
                <c:pt idx="12040">
                  <c:v>7.2494899999999998</c:v>
                </c:pt>
                <c:pt idx="12041">
                  <c:v>7.2497999999999996</c:v>
                </c:pt>
                <c:pt idx="12042">
                  <c:v>7.2500999999999998</c:v>
                </c:pt>
                <c:pt idx="12043">
                  <c:v>7.2504099999999996</c:v>
                </c:pt>
                <c:pt idx="12044">
                  <c:v>7.2507200000000003</c:v>
                </c:pt>
                <c:pt idx="12045">
                  <c:v>7.2510199999999996</c:v>
                </c:pt>
                <c:pt idx="12046">
                  <c:v>7.2513300000000003</c:v>
                </c:pt>
                <c:pt idx="12047">
                  <c:v>7.2516299999999996</c:v>
                </c:pt>
                <c:pt idx="12048">
                  <c:v>7.2519400000000003</c:v>
                </c:pt>
                <c:pt idx="12049">
                  <c:v>7.2522399999999996</c:v>
                </c:pt>
                <c:pt idx="12050">
                  <c:v>7.2525500000000003</c:v>
                </c:pt>
                <c:pt idx="12051">
                  <c:v>7.2528499999999996</c:v>
                </c:pt>
                <c:pt idx="12052">
                  <c:v>7.2531600000000003</c:v>
                </c:pt>
                <c:pt idx="12053">
                  <c:v>7.2534599999999996</c:v>
                </c:pt>
                <c:pt idx="12054">
                  <c:v>7.2537700000000003</c:v>
                </c:pt>
                <c:pt idx="12055">
                  <c:v>7.2540800000000001</c:v>
                </c:pt>
                <c:pt idx="12056">
                  <c:v>7.2543800000000003</c:v>
                </c:pt>
                <c:pt idx="12057">
                  <c:v>7.2546900000000001</c:v>
                </c:pt>
                <c:pt idx="12058">
                  <c:v>7.2549900000000003</c:v>
                </c:pt>
                <c:pt idx="12059">
                  <c:v>7.2553000000000001</c:v>
                </c:pt>
                <c:pt idx="12060">
                  <c:v>7.2556000000000003</c:v>
                </c:pt>
                <c:pt idx="12061">
                  <c:v>7.2559100000000001</c:v>
                </c:pt>
                <c:pt idx="12062">
                  <c:v>7.2562100000000003</c:v>
                </c:pt>
                <c:pt idx="12063">
                  <c:v>7.2565200000000001</c:v>
                </c:pt>
                <c:pt idx="12064">
                  <c:v>7.2568200000000003</c:v>
                </c:pt>
                <c:pt idx="12065">
                  <c:v>7.2571300000000001</c:v>
                </c:pt>
                <c:pt idx="12066">
                  <c:v>7.2574300000000003</c:v>
                </c:pt>
                <c:pt idx="12067">
                  <c:v>7.2577400000000001</c:v>
                </c:pt>
                <c:pt idx="12068">
                  <c:v>7.2580499999999999</c:v>
                </c:pt>
                <c:pt idx="12069">
                  <c:v>7.2583500000000001</c:v>
                </c:pt>
                <c:pt idx="12070">
                  <c:v>7.2586599999999999</c:v>
                </c:pt>
                <c:pt idx="12071">
                  <c:v>7.2589600000000001</c:v>
                </c:pt>
                <c:pt idx="12072">
                  <c:v>7.2592699999999999</c:v>
                </c:pt>
                <c:pt idx="12073">
                  <c:v>7.2595700000000001</c:v>
                </c:pt>
                <c:pt idx="12074">
                  <c:v>7.2598799999999999</c:v>
                </c:pt>
                <c:pt idx="12075">
                  <c:v>7.2601800000000001</c:v>
                </c:pt>
                <c:pt idx="12076">
                  <c:v>7.2604899999999999</c:v>
                </c:pt>
                <c:pt idx="12077">
                  <c:v>7.2607900000000001</c:v>
                </c:pt>
                <c:pt idx="12078">
                  <c:v>7.2610999999999999</c:v>
                </c:pt>
                <c:pt idx="12079">
                  <c:v>7.2614000000000001</c:v>
                </c:pt>
                <c:pt idx="12080">
                  <c:v>7.2617099999999999</c:v>
                </c:pt>
                <c:pt idx="12081">
                  <c:v>7.2620199999999997</c:v>
                </c:pt>
                <c:pt idx="12082">
                  <c:v>7.2623199999999999</c:v>
                </c:pt>
                <c:pt idx="12083">
                  <c:v>7.2626299999999997</c:v>
                </c:pt>
                <c:pt idx="12084">
                  <c:v>7.2629299999999999</c:v>
                </c:pt>
                <c:pt idx="12085">
                  <c:v>7.2632399999999997</c:v>
                </c:pt>
                <c:pt idx="12086">
                  <c:v>7.2635399999999999</c:v>
                </c:pt>
                <c:pt idx="12087">
                  <c:v>7.2638499999999997</c:v>
                </c:pt>
                <c:pt idx="12088">
                  <c:v>7.2641499999999999</c:v>
                </c:pt>
                <c:pt idx="12089">
                  <c:v>7.2644599999999997</c:v>
                </c:pt>
                <c:pt idx="12090">
                  <c:v>7.2647599999999999</c:v>
                </c:pt>
                <c:pt idx="12091">
                  <c:v>7.2650699999999997</c:v>
                </c:pt>
                <c:pt idx="12092">
                  <c:v>7.2653699999999999</c:v>
                </c:pt>
                <c:pt idx="12093">
                  <c:v>7.2656799999999997</c:v>
                </c:pt>
                <c:pt idx="12094">
                  <c:v>7.2659900000000004</c:v>
                </c:pt>
                <c:pt idx="12095">
                  <c:v>7.2662899999999997</c:v>
                </c:pt>
                <c:pt idx="12096">
                  <c:v>7.2666000000000004</c:v>
                </c:pt>
                <c:pt idx="12097">
                  <c:v>7.2668999999999997</c:v>
                </c:pt>
                <c:pt idx="12098">
                  <c:v>7.2672100000000004</c:v>
                </c:pt>
                <c:pt idx="12099">
                  <c:v>7.2675099999999997</c:v>
                </c:pt>
                <c:pt idx="12100">
                  <c:v>7.2678200000000004</c:v>
                </c:pt>
                <c:pt idx="12101">
                  <c:v>7.2681199999999997</c:v>
                </c:pt>
                <c:pt idx="12102">
                  <c:v>7.2684300000000004</c:v>
                </c:pt>
                <c:pt idx="12103">
                  <c:v>7.2687299999999997</c:v>
                </c:pt>
                <c:pt idx="12104">
                  <c:v>7.2690400000000004</c:v>
                </c:pt>
                <c:pt idx="12105">
                  <c:v>7.2693500000000002</c:v>
                </c:pt>
                <c:pt idx="12106">
                  <c:v>7.2696500000000004</c:v>
                </c:pt>
                <c:pt idx="12107">
                  <c:v>7.2699600000000002</c:v>
                </c:pt>
                <c:pt idx="12108">
                  <c:v>7.2702600000000004</c:v>
                </c:pt>
                <c:pt idx="12109">
                  <c:v>7.2705700000000002</c:v>
                </c:pt>
                <c:pt idx="12110">
                  <c:v>7.2708700000000004</c:v>
                </c:pt>
                <c:pt idx="12111">
                  <c:v>7.2711800000000002</c:v>
                </c:pt>
                <c:pt idx="12112">
                  <c:v>7.2714800000000004</c:v>
                </c:pt>
                <c:pt idx="12113">
                  <c:v>7.2717900000000002</c:v>
                </c:pt>
                <c:pt idx="12114">
                  <c:v>7.2720900000000004</c:v>
                </c:pt>
                <c:pt idx="12115">
                  <c:v>7.2724000000000002</c:v>
                </c:pt>
                <c:pt idx="12116">
                  <c:v>7.2727000000000004</c:v>
                </c:pt>
                <c:pt idx="12117">
                  <c:v>7.2730100000000002</c:v>
                </c:pt>
                <c:pt idx="12118">
                  <c:v>7.27332</c:v>
                </c:pt>
                <c:pt idx="12119">
                  <c:v>7.2736200000000002</c:v>
                </c:pt>
                <c:pt idx="12120">
                  <c:v>7.27393</c:v>
                </c:pt>
                <c:pt idx="12121">
                  <c:v>7.2742300000000002</c:v>
                </c:pt>
                <c:pt idx="12122">
                  <c:v>7.27454</c:v>
                </c:pt>
                <c:pt idx="12123">
                  <c:v>7.2748400000000002</c:v>
                </c:pt>
                <c:pt idx="12124">
                  <c:v>7.27515</c:v>
                </c:pt>
                <c:pt idx="12125">
                  <c:v>7.2754500000000002</c:v>
                </c:pt>
                <c:pt idx="12126">
                  <c:v>7.27576</c:v>
                </c:pt>
                <c:pt idx="12127">
                  <c:v>7.2760600000000002</c:v>
                </c:pt>
                <c:pt idx="12128">
                  <c:v>7.27637</c:v>
                </c:pt>
                <c:pt idx="12129">
                  <c:v>7.2766700000000002</c:v>
                </c:pt>
                <c:pt idx="12130">
                  <c:v>7.27698</c:v>
                </c:pt>
                <c:pt idx="12131">
                  <c:v>7.2772899999999998</c:v>
                </c:pt>
                <c:pt idx="12132">
                  <c:v>7.27759</c:v>
                </c:pt>
                <c:pt idx="12133">
                  <c:v>7.2778999999999998</c:v>
                </c:pt>
                <c:pt idx="12134">
                  <c:v>7.2782</c:v>
                </c:pt>
                <c:pt idx="12135">
                  <c:v>7.2785099999999998</c:v>
                </c:pt>
                <c:pt idx="12136">
                  <c:v>7.27881</c:v>
                </c:pt>
                <c:pt idx="12137">
                  <c:v>7.2791199999999998</c:v>
                </c:pt>
                <c:pt idx="12138">
                  <c:v>7.27942</c:v>
                </c:pt>
                <c:pt idx="12139">
                  <c:v>7.2797299999999998</c:v>
                </c:pt>
                <c:pt idx="12140">
                  <c:v>7.28003</c:v>
                </c:pt>
                <c:pt idx="12141">
                  <c:v>7.2803399999999998</c:v>
                </c:pt>
                <c:pt idx="12142">
                  <c:v>7.28064</c:v>
                </c:pt>
                <c:pt idx="12143">
                  <c:v>7.2809499999999998</c:v>
                </c:pt>
                <c:pt idx="12144">
                  <c:v>7.2812599999999996</c:v>
                </c:pt>
                <c:pt idx="12145">
                  <c:v>7.2815599999999998</c:v>
                </c:pt>
                <c:pt idx="12146">
                  <c:v>7.2818699999999996</c:v>
                </c:pt>
                <c:pt idx="12147">
                  <c:v>7.2821699999999998</c:v>
                </c:pt>
                <c:pt idx="12148">
                  <c:v>7.2824799999999996</c:v>
                </c:pt>
                <c:pt idx="12149">
                  <c:v>7.2827799999999998</c:v>
                </c:pt>
                <c:pt idx="12150">
                  <c:v>7.2830899999999996</c:v>
                </c:pt>
                <c:pt idx="12151">
                  <c:v>7.2833899999999998</c:v>
                </c:pt>
                <c:pt idx="12152">
                  <c:v>7.2836999999999996</c:v>
                </c:pt>
                <c:pt idx="12153">
                  <c:v>7.2839999999999998</c:v>
                </c:pt>
                <c:pt idx="12154">
                  <c:v>7.2843099999999996</c:v>
                </c:pt>
                <c:pt idx="12155">
                  <c:v>7.2846099999999998</c:v>
                </c:pt>
                <c:pt idx="12156">
                  <c:v>7.2849199999999996</c:v>
                </c:pt>
                <c:pt idx="12157">
                  <c:v>7.2852300000000003</c:v>
                </c:pt>
                <c:pt idx="12158">
                  <c:v>7.2855299999999996</c:v>
                </c:pt>
                <c:pt idx="12159">
                  <c:v>7.2858400000000003</c:v>
                </c:pt>
                <c:pt idx="12160">
                  <c:v>7.2861399999999996</c:v>
                </c:pt>
                <c:pt idx="12161">
                  <c:v>7.2864500000000003</c:v>
                </c:pt>
                <c:pt idx="12162">
                  <c:v>7.2867499999999996</c:v>
                </c:pt>
                <c:pt idx="12163">
                  <c:v>7.2870600000000003</c:v>
                </c:pt>
                <c:pt idx="12164">
                  <c:v>7.2873599999999996</c:v>
                </c:pt>
                <c:pt idx="12165">
                  <c:v>7.2876700000000003</c:v>
                </c:pt>
                <c:pt idx="12166">
                  <c:v>7.2879699999999996</c:v>
                </c:pt>
                <c:pt idx="12167">
                  <c:v>7.2882800000000003</c:v>
                </c:pt>
                <c:pt idx="12168">
                  <c:v>7.2885900000000001</c:v>
                </c:pt>
                <c:pt idx="12169">
                  <c:v>7.2888900000000003</c:v>
                </c:pt>
                <c:pt idx="12170">
                  <c:v>7.2892000000000001</c:v>
                </c:pt>
                <c:pt idx="12171">
                  <c:v>7.2895000000000003</c:v>
                </c:pt>
                <c:pt idx="12172">
                  <c:v>7.2898100000000001</c:v>
                </c:pt>
                <c:pt idx="12173">
                  <c:v>7.2901100000000003</c:v>
                </c:pt>
                <c:pt idx="12174">
                  <c:v>7.2904200000000001</c:v>
                </c:pt>
                <c:pt idx="12175">
                  <c:v>7.2907200000000003</c:v>
                </c:pt>
                <c:pt idx="12176">
                  <c:v>7.2910300000000001</c:v>
                </c:pt>
                <c:pt idx="12177">
                  <c:v>7.2913300000000003</c:v>
                </c:pt>
                <c:pt idx="12178">
                  <c:v>7.2916400000000001</c:v>
                </c:pt>
                <c:pt idx="12179">
                  <c:v>7.2919400000000003</c:v>
                </c:pt>
                <c:pt idx="12180">
                  <c:v>7.2922500000000001</c:v>
                </c:pt>
                <c:pt idx="12181">
                  <c:v>7.2925599999999999</c:v>
                </c:pt>
                <c:pt idx="12182">
                  <c:v>7.2928600000000001</c:v>
                </c:pt>
                <c:pt idx="12183">
                  <c:v>7.2931699999999999</c:v>
                </c:pt>
                <c:pt idx="12184">
                  <c:v>7.2934700000000001</c:v>
                </c:pt>
                <c:pt idx="12185">
                  <c:v>7.2937799999999999</c:v>
                </c:pt>
                <c:pt idx="12186">
                  <c:v>7.2940800000000001</c:v>
                </c:pt>
                <c:pt idx="12187">
                  <c:v>7.2943899999999999</c:v>
                </c:pt>
                <c:pt idx="12188">
                  <c:v>7.2946900000000001</c:v>
                </c:pt>
                <c:pt idx="12189">
                  <c:v>7.2949999999999999</c:v>
                </c:pt>
                <c:pt idx="12190">
                  <c:v>7.2953000000000001</c:v>
                </c:pt>
                <c:pt idx="12191">
                  <c:v>7.2956099999999999</c:v>
                </c:pt>
                <c:pt idx="12192">
                  <c:v>7.2959100000000001</c:v>
                </c:pt>
                <c:pt idx="12193">
                  <c:v>7.2962199999999999</c:v>
                </c:pt>
                <c:pt idx="12194">
                  <c:v>7.2965299999999997</c:v>
                </c:pt>
                <c:pt idx="12195">
                  <c:v>7.2968299999999999</c:v>
                </c:pt>
                <c:pt idx="12196">
                  <c:v>7.2971399999999997</c:v>
                </c:pt>
                <c:pt idx="12197">
                  <c:v>7.2974399999999999</c:v>
                </c:pt>
                <c:pt idx="12198">
                  <c:v>7.2977499999999997</c:v>
                </c:pt>
                <c:pt idx="12199">
                  <c:v>7.2980499999999999</c:v>
                </c:pt>
                <c:pt idx="12200">
                  <c:v>7.2983599999999997</c:v>
                </c:pt>
                <c:pt idx="12201">
                  <c:v>7.2986599999999999</c:v>
                </c:pt>
                <c:pt idx="12202">
                  <c:v>7.2989699999999997</c:v>
                </c:pt>
                <c:pt idx="12203">
                  <c:v>7.2992699999999999</c:v>
                </c:pt>
                <c:pt idx="12204">
                  <c:v>7.2995799999999997</c:v>
                </c:pt>
                <c:pt idx="12205">
                  <c:v>7.2998799999999999</c:v>
                </c:pt>
                <c:pt idx="12206">
                  <c:v>7.3001899999999997</c:v>
                </c:pt>
                <c:pt idx="12207">
                  <c:v>7.3005000000000004</c:v>
                </c:pt>
                <c:pt idx="12208">
                  <c:v>7.3007999999999997</c:v>
                </c:pt>
                <c:pt idx="12209">
                  <c:v>7.3011100000000004</c:v>
                </c:pt>
                <c:pt idx="12210">
                  <c:v>7.3014099999999997</c:v>
                </c:pt>
                <c:pt idx="12211">
                  <c:v>7.3017200000000004</c:v>
                </c:pt>
                <c:pt idx="12212">
                  <c:v>7.3020199999999997</c:v>
                </c:pt>
                <c:pt idx="12213">
                  <c:v>7.3023300000000004</c:v>
                </c:pt>
                <c:pt idx="12214">
                  <c:v>7.3026299999999997</c:v>
                </c:pt>
                <c:pt idx="12215">
                  <c:v>7.3029400000000004</c:v>
                </c:pt>
                <c:pt idx="12216">
                  <c:v>7.3032399999999997</c:v>
                </c:pt>
                <c:pt idx="12217">
                  <c:v>7.3035500000000004</c:v>
                </c:pt>
                <c:pt idx="12218">
                  <c:v>7.3038499999999997</c:v>
                </c:pt>
                <c:pt idx="12219">
                  <c:v>7.3041600000000004</c:v>
                </c:pt>
                <c:pt idx="12220">
                  <c:v>7.3044700000000002</c:v>
                </c:pt>
                <c:pt idx="12221">
                  <c:v>7.3047700000000004</c:v>
                </c:pt>
                <c:pt idx="12222">
                  <c:v>7.3050800000000002</c:v>
                </c:pt>
                <c:pt idx="12223">
                  <c:v>7.3053800000000004</c:v>
                </c:pt>
                <c:pt idx="12224">
                  <c:v>7.3056900000000002</c:v>
                </c:pt>
                <c:pt idx="12225">
                  <c:v>7.3059900000000004</c:v>
                </c:pt>
                <c:pt idx="12226">
                  <c:v>7.3063000000000002</c:v>
                </c:pt>
                <c:pt idx="12227">
                  <c:v>7.3066000000000004</c:v>
                </c:pt>
                <c:pt idx="12228">
                  <c:v>7.3069100000000002</c:v>
                </c:pt>
                <c:pt idx="12229">
                  <c:v>7.3072100000000004</c:v>
                </c:pt>
                <c:pt idx="12230">
                  <c:v>7.3075200000000002</c:v>
                </c:pt>
                <c:pt idx="12231">
                  <c:v>7.30783</c:v>
                </c:pt>
                <c:pt idx="12232">
                  <c:v>7.3081300000000002</c:v>
                </c:pt>
                <c:pt idx="12233">
                  <c:v>7.30844</c:v>
                </c:pt>
                <c:pt idx="12234">
                  <c:v>7.3087400000000002</c:v>
                </c:pt>
                <c:pt idx="12235">
                  <c:v>7.30905</c:v>
                </c:pt>
                <c:pt idx="12236">
                  <c:v>7.3093500000000002</c:v>
                </c:pt>
                <c:pt idx="12237">
                  <c:v>7.30966</c:v>
                </c:pt>
                <c:pt idx="12238">
                  <c:v>7.3099600000000002</c:v>
                </c:pt>
                <c:pt idx="12239">
                  <c:v>7.31027</c:v>
                </c:pt>
                <c:pt idx="12240">
                  <c:v>7.3105700000000002</c:v>
                </c:pt>
                <c:pt idx="12241">
                  <c:v>7.31088</c:v>
                </c:pt>
                <c:pt idx="12242">
                  <c:v>7.3111800000000002</c:v>
                </c:pt>
                <c:pt idx="12243">
                  <c:v>7.31149</c:v>
                </c:pt>
                <c:pt idx="12244">
                  <c:v>7.3117999999999999</c:v>
                </c:pt>
                <c:pt idx="12245">
                  <c:v>7.3121</c:v>
                </c:pt>
                <c:pt idx="12246">
                  <c:v>7.3124099999999999</c:v>
                </c:pt>
                <c:pt idx="12247">
                  <c:v>7.31271</c:v>
                </c:pt>
                <c:pt idx="12248">
                  <c:v>7.3130199999999999</c:v>
                </c:pt>
                <c:pt idx="12249">
                  <c:v>7.31332</c:v>
                </c:pt>
                <c:pt idx="12250">
                  <c:v>7.3136299999999999</c:v>
                </c:pt>
                <c:pt idx="12251">
                  <c:v>7.31393</c:v>
                </c:pt>
                <c:pt idx="12252">
                  <c:v>7.3142399999999999</c:v>
                </c:pt>
                <c:pt idx="12253">
                  <c:v>7.31454</c:v>
                </c:pt>
                <c:pt idx="12254">
                  <c:v>7.3148499999999999</c:v>
                </c:pt>
                <c:pt idx="12255">
                  <c:v>7.31515</c:v>
                </c:pt>
                <c:pt idx="12256">
                  <c:v>7.3154599999999999</c:v>
                </c:pt>
                <c:pt idx="12257">
                  <c:v>7.3157699999999997</c:v>
                </c:pt>
                <c:pt idx="12258">
                  <c:v>7.3160699999999999</c:v>
                </c:pt>
                <c:pt idx="12259">
                  <c:v>7.3163799999999997</c:v>
                </c:pt>
                <c:pt idx="12260">
                  <c:v>7.3166799999999999</c:v>
                </c:pt>
                <c:pt idx="12261">
                  <c:v>7.3169899999999997</c:v>
                </c:pt>
                <c:pt idx="12262">
                  <c:v>7.3172899999999998</c:v>
                </c:pt>
                <c:pt idx="12263">
                  <c:v>7.3175999999999997</c:v>
                </c:pt>
                <c:pt idx="12264">
                  <c:v>7.3178999999999998</c:v>
                </c:pt>
                <c:pt idx="12265">
                  <c:v>7.3182099999999997</c:v>
                </c:pt>
                <c:pt idx="12266">
                  <c:v>7.3185099999999998</c:v>
                </c:pt>
                <c:pt idx="12267">
                  <c:v>7.3188199999999997</c:v>
                </c:pt>
                <c:pt idx="12268">
                  <c:v>7.3191199999999998</c:v>
                </c:pt>
                <c:pt idx="12269">
                  <c:v>7.3194299999999997</c:v>
                </c:pt>
                <c:pt idx="12270">
                  <c:v>7.3197400000000004</c:v>
                </c:pt>
                <c:pt idx="12271">
                  <c:v>7.3200399999999997</c:v>
                </c:pt>
                <c:pt idx="12272">
                  <c:v>7.3203500000000004</c:v>
                </c:pt>
                <c:pt idx="12273">
                  <c:v>7.3206499999999997</c:v>
                </c:pt>
                <c:pt idx="12274">
                  <c:v>7.3209600000000004</c:v>
                </c:pt>
                <c:pt idx="12275">
                  <c:v>7.3212599999999997</c:v>
                </c:pt>
                <c:pt idx="12276">
                  <c:v>7.3215700000000004</c:v>
                </c:pt>
                <c:pt idx="12277">
                  <c:v>7.3218699999999997</c:v>
                </c:pt>
                <c:pt idx="12278">
                  <c:v>7.3221800000000004</c:v>
                </c:pt>
                <c:pt idx="12279">
                  <c:v>7.3224799999999997</c:v>
                </c:pt>
                <c:pt idx="12280">
                  <c:v>7.3227900000000004</c:v>
                </c:pt>
                <c:pt idx="12281">
                  <c:v>7.3230899999999997</c:v>
                </c:pt>
                <c:pt idx="12282">
                  <c:v>7.3234000000000004</c:v>
                </c:pt>
                <c:pt idx="12283">
                  <c:v>7.3237100000000002</c:v>
                </c:pt>
                <c:pt idx="12284">
                  <c:v>7.3240100000000004</c:v>
                </c:pt>
                <c:pt idx="12285">
                  <c:v>7.3243200000000002</c:v>
                </c:pt>
                <c:pt idx="12286">
                  <c:v>7.3246200000000004</c:v>
                </c:pt>
                <c:pt idx="12287">
                  <c:v>7.3249300000000002</c:v>
                </c:pt>
                <c:pt idx="12288">
                  <c:v>7.3252300000000004</c:v>
                </c:pt>
                <c:pt idx="12289">
                  <c:v>7.3255400000000002</c:v>
                </c:pt>
                <c:pt idx="12290">
                  <c:v>7.3258400000000004</c:v>
                </c:pt>
                <c:pt idx="12291">
                  <c:v>7.3261500000000002</c:v>
                </c:pt>
                <c:pt idx="12292">
                  <c:v>7.3264500000000004</c:v>
                </c:pt>
                <c:pt idx="12293">
                  <c:v>7.3267600000000002</c:v>
                </c:pt>
                <c:pt idx="12294">
                  <c:v>7.32707</c:v>
                </c:pt>
                <c:pt idx="12295">
                  <c:v>7.3273700000000002</c:v>
                </c:pt>
                <c:pt idx="12296">
                  <c:v>7.32768</c:v>
                </c:pt>
                <c:pt idx="12297">
                  <c:v>7.3279800000000002</c:v>
                </c:pt>
                <c:pt idx="12298">
                  <c:v>7.32829</c:v>
                </c:pt>
                <c:pt idx="12299">
                  <c:v>7.3285900000000002</c:v>
                </c:pt>
                <c:pt idx="12300">
                  <c:v>7.3289</c:v>
                </c:pt>
                <c:pt idx="12301">
                  <c:v>7.3292000000000002</c:v>
                </c:pt>
                <c:pt idx="12302">
                  <c:v>7.32951</c:v>
                </c:pt>
                <c:pt idx="12303">
                  <c:v>7.3298100000000002</c:v>
                </c:pt>
                <c:pt idx="12304">
                  <c:v>7.33012</c:v>
                </c:pt>
                <c:pt idx="12305">
                  <c:v>7.3304200000000002</c:v>
                </c:pt>
                <c:pt idx="12306">
                  <c:v>7.33073</c:v>
                </c:pt>
                <c:pt idx="12307">
                  <c:v>7.3310399999999998</c:v>
                </c:pt>
                <c:pt idx="12308">
                  <c:v>7.33134</c:v>
                </c:pt>
                <c:pt idx="12309">
                  <c:v>7.3316499999999998</c:v>
                </c:pt>
                <c:pt idx="12310">
                  <c:v>7.33195</c:v>
                </c:pt>
                <c:pt idx="12311">
                  <c:v>7.3322599999999998</c:v>
                </c:pt>
                <c:pt idx="12312">
                  <c:v>7.33256</c:v>
                </c:pt>
                <c:pt idx="12313">
                  <c:v>7.3328699999999998</c:v>
                </c:pt>
                <c:pt idx="12314">
                  <c:v>7.33317</c:v>
                </c:pt>
                <c:pt idx="12315">
                  <c:v>7.3334799999999998</c:v>
                </c:pt>
                <c:pt idx="12316">
                  <c:v>7.33378</c:v>
                </c:pt>
                <c:pt idx="12317">
                  <c:v>7.3340899999999998</c:v>
                </c:pt>
                <c:pt idx="12318">
                  <c:v>7.33439</c:v>
                </c:pt>
                <c:pt idx="12319">
                  <c:v>7.3346999999999998</c:v>
                </c:pt>
                <c:pt idx="12320">
                  <c:v>7.3350099999999996</c:v>
                </c:pt>
                <c:pt idx="12321">
                  <c:v>7.3353099999999998</c:v>
                </c:pt>
                <c:pt idx="12322">
                  <c:v>7.3356199999999996</c:v>
                </c:pt>
                <c:pt idx="12323">
                  <c:v>7.3359199999999998</c:v>
                </c:pt>
                <c:pt idx="12324">
                  <c:v>7.3362299999999996</c:v>
                </c:pt>
                <c:pt idx="12325">
                  <c:v>7.3365299999999998</c:v>
                </c:pt>
                <c:pt idx="12326">
                  <c:v>7.3368399999999996</c:v>
                </c:pt>
                <c:pt idx="12327">
                  <c:v>7.3371399999999998</c:v>
                </c:pt>
                <c:pt idx="12328">
                  <c:v>7.3374499999999996</c:v>
                </c:pt>
                <c:pt idx="12329">
                  <c:v>7.3377499999999998</c:v>
                </c:pt>
                <c:pt idx="12330">
                  <c:v>7.3380599999999996</c:v>
                </c:pt>
                <c:pt idx="12331">
                  <c:v>7.3383599999999998</c:v>
                </c:pt>
                <c:pt idx="12332">
                  <c:v>7.3386699999999996</c:v>
                </c:pt>
                <c:pt idx="12333">
                  <c:v>7.3389800000000003</c:v>
                </c:pt>
                <c:pt idx="12334">
                  <c:v>7.3392799999999996</c:v>
                </c:pt>
                <c:pt idx="12335">
                  <c:v>7.3395900000000003</c:v>
                </c:pt>
                <c:pt idx="12336">
                  <c:v>7.3398899999999996</c:v>
                </c:pt>
                <c:pt idx="12337">
                  <c:v>7.3402000000000003</c:v>
                </c:pt>
                <c:pt idx="12338">
                  <c:v>7.3404999999999996</c:v>
                </c:pt>
                <c:pt idx="12339">
                  <c:v>7.3408100000000003</c:v>
                </c:pt>
                <c:pt idx="12340">
                  <c:v>7.3411099999999996</c:v>
                </c:pt>
                <c:pt idx="12341">
                  <c:v>7.3414200000000003</c:v>
                </c:pt>
                <c:pt idx="12342">
                  <c:v>7.3417199999999996</c:v>
                </c:pt>
                <c:pt idx="12343">
                  <c:v>7.3420300000000003</c:v>
                </c:pt>
                <c:pt idx="12344">
                  <c:v>7.3423400000000001</c:v>
                </c:pt>
                <c:pt idx="12345">
                  <c:v>7.3426400000000003</c:v>
                </c:pt>
                <c:pt idx="12346">
                  <c:v>7.3429500000000001</c:v>
                </c:pt>
                <c:pt idx="12347">
                  <c:v>7.3432500000000003</c:v>
                </c:pt>
                <c:pt idx="12348">
                  <c:v>7.3435600000000001</c:v>
                </c:pt>
                <c:pt idx="12349">
                  <c:v>7.3438600000000003</c:v>
                </c:pt>
                <c:pt idx="12350">
                  <c:v>7.3441700000000001</c:v>
                </c:pt>
                <c:pt idx="12351">
                  <c:v>7.3444700000000003</c:v>
                </c:pt>
                <c:pt idx="12352">
                  <c:v>7.3447800000000001</c:v>
                </c:pt>
                <c:pt idx="12353">
                  <c:v>7.3450800000000003</c:v>
                </c:pt>
                <c:pt idx="12354">
                  <c:v>7.3453900000000001</c:v>
                </c:pt>
                <c:pt idx="12355">
                  <c:v>7.3456900000000003</c:v>
                </c:pt>
                <c:pt idx="12356">
                  <c:v>7.3460000000000001</c:v>
                </c:pt>
                <c:pt idx="12357">
                  <c:v>7.3463099999999999</c:v>
                </c:pt>
                <c:pt idx="12358">
                  <c:v>7.3466100000000001</c:v>
                </c:pt>
                <c:pt idx="12359">
                  <c:v>7.3469199999999999</c:v>
                </c:pt>
                <c:pt idx="12360">
                  <c:v>7.3472200000000001</c:v>
                </c:pt>
                <c:pt idx="12361">
                  <c:v>7.3475299999999999</c:v>
                </c:pt>
                <c:pt idx="12362">
                  <c:v>7.3478300000000001</c:v>
                </c:pt>
                <c:pt idx="12363">
                  <c:v>7.3481399999999999</c:v>
                </c:pt>
                <c:pt idx="12364">
                  <c:v>7.3484400000000001</c:v>
                </c:pt>
                <c:pt idx="12365">
                  <c:v>7.3487499999999999</c:v>
                </c:pt>
                <c:pt idx="12366">
                  <c:v>7.3490500000000001</c:v>
                </c:pt>
                <c:pt idx="12367">
                  <c:v>7.3493599999999999</c:v>
                </c:pt>
                <c:pt idx="12368">
                  <c:v>7.3496600000000001</c:v>
                </c:pt>
                <c:pt idx="12369">
                  <c:v>7.3499699999999999</c:v>
                </c:pt>
                <c:pt idx="12370">
                  <c:v>7.3502799999999997</c:v>
                </c:pt>
                <c:pt idx="12371">
                  <c:v>7.3505799999999999</c:v>
                </c:pt>
                <c:pt idx="12372">
                  <c:v>7.3508899999999997</c:v>
                </c:pt>
                <c:pt idx="12373">
                  <c:v>7.3511899999999999</c:v>
                </c:pt>
                <c:pt idx="12374">
                  <c:v>7.3514999999999997</c:v>
                </c:pt>
                <c:pt idx="12375">
                  <c:v>7.3517999999999999</c:v>
                </c:pt>
                <c:pt idx="12376">
                  <c:v>7.3521099999999997</c:v>
                </c:pt>
                <c:pt idx="12377">
                  <c:v>7.3524099999999999</c:v>
                </c:pt>
                <c:pt idx="12378">
                  <c:v>7.3527199999999997</c:v>
                </c:pt>
                <c:pt idx="12379">
                  <c:v>7.3530199999999999</c:v>
                </c:pt>
                <c:pt idx="12380">
                  <c:v>7.3533299999999997</c:v>
                </c:pt>
                <c:pt idx="12381">
                  <c:v>7.3536299999999999</c:v>
                </c:pt>
                <c:pt idx="12382">
                  <c:v>7.3539399999999997</c:v>
                </c:pt>
                <c:pt idx="12383">
                  <c:v>7.3542500000000004</c:v>
                </c:pt>
                <c:pt idx="12384">
                  <c:v>7.3545499999999997</c:v>
                </c:pt>
                <c:pt idx="12385">
                  <c:v>7.3548600000000004</c:v>
                </c:pt>
                <c:pt idx="12386">
                  <c:v>7.3551599999999997</c:v>
                </c:pt>
                <c:pt idx="12387">
                  <c:v>7.3554700000000004</c:v>
                </c:pt>
                <c:pt idx="12388">
                  <c:v>7.3557699999999997</c:v>
                </c:pt>
                <c:pt idx="12389">
                  <c:v>7.3560800000000004</c:v>
                </c:pt>
                <c:pt idx="12390">
                  <c:v>7.3563799999999997</c:v>
                </c:pt>
                <c:pt idx="12391">
                  <c:v>7.3566900000000004</c:v>
                </c:pt>
                <c:pt idx="12392">
                  <c:v>7.3569899999999997</c:v>
                </c:pt>
                <c:pt idx="12393">
                  <c:v>7.3573000000000004</c:v>
                </c:pt>
                <c:pt idx="12394">
                  <c:v>7.3575999999999997</c:v>
                </c:pt>
                <c:pt idx="12395">
                  <c:v>7.3579100000000004</c:v>
                </c:pt>
                <c:pt idx="12396">
                  <c:v>7.3582200000000002</c:v>
                </c:pt>
                <c:pt idx="12397">
                  <c:v>7.3585200000000004</c:v>
                </c:pt>
                <c:pt idx="12398">
                  <c:v>7.3588300000000002</c:v>
                </c:pt>
                <c:pt idx="12399">
                  <c:v>7.3591300000000004</c:v>
                </c:pt>
                <c:pt idx="12400">
                  <c:v>7.3594400000000002</c:v>
                </c:pt>
                <c:pt idx="12401">
                  <c:v>7.3597400000000004</c:v>
                </c:pt>
                <c:pt idx="12402">
                  <c:v>7.3600500000000002</c:v>
                </c:pt>
                <c:pt idx="12403">
                  <c:v>7.3603500000000004</c:v>
                </c:pt>
                <c:pt idx="12404">
                  <c:v>7.3606600000000002</c:v>
                </c:pt>
                <c:pt idx="12405">
                  <c:v>7.3609600000000004</c:v>
                </c:pt>
                <c:pt idx="12406">
                  <c:v>7.3612700000000002</c:v>
                </c:pt>
                <c:pt idx="12407">
                  <c:v>7.36158</c:v>
                </c:pt>
                <c:pt idx="12408">
                  <c:v>7.3618800000000002</c:v>
                </c:pt>
                <c:pt idx="12409">
                  <c:v>7.36219</c:v>
                </c:pt>
                <c:pt idx="12410">
                  <c:v>7.3624900000000002</c:v>
                </c:pt>
                <c:pt idx="12411">
                  <c:v>7.3628</c:v>
                </c:pt>
                <c:pt idx="12412">
                  <c:v>7.3631000000000002</c:v>
                </c:pt>
                <c:pt idx="12413">
                  <c:v>7.36341</c:v>
                </c:pt>
                <c:pt idx="12414">
                  <c:v>7.3637100000000002</c:v>
                </c:pt>
                <c:pt idx="12415">
                  <c:v>7.36402</c:v>
                </c:pt>
                <c:pt idx="12416">
                  <c:v>7.3643200000000002</c:v>
                </c:pt>
                <c:pt idx="12417">
                  <c:v>7.36463</c:v>
                </c:pt>
                <c:pt idx="12418">
                  <c:v>7.3649300000000002</c:v>
                </c:pt>
                <c:pt idx="12419">
                  <c:v>7.36524</c:v>
                </c:pt>
                <c:pt idx="12420">
                  <c:v>7.3655499999999998</c:v>
                </c:pt>
                <c:pt idx="12421">
                  <c:v>7.36585</c:v>
                </c:pt>
                <c:pt idx="12422">
                  <c:v>7.3661599999999998</c:v>
                </c:pt>
                <c:pt idx="12423">
                  <c:v>7.36646</c:v>
                </c:pt>
                <c:pt idx="12424">
                  <c:v>7.3667699999999998</c:v>
                </c:pt>
                <c:pt idx="12425">
                  <c:v>7.36707</c:v>
                </c:pt>
                <c:pt idx="12426">
                  <c:v>7.3673799999999998</c:v>
                </c:pt>
                <c:pt idx="12427">
                  <c:v>7.36768</c:v>
                </c:pt>
                <c:pt idx="12428">
                  <c:v>7.3679899999999998</c:v>
                </c:pt>
                <c:pt idx="12429">
                  <c:v>7.36829</c:v>
                </c:pt>
                <c:pt idx="12430">
                  <c:v>7.3685999999999998</c:v>
                </c:pt>
                <c:pt idx="12431">
                  <c:v>7.3689</c:v>
                </c:pt>
                <c:pt idx="12432">
                  <c:v>7.3692099999999998</c:v>
                </c:pt>
                <c:pt idx="12433">
                  <c:v>7.3695199999999996</c:v>
                </c:pt>
                <c:pt idx="12434">
                  <c:v>7.3698199999999998</c:v>
                </c:pt>
                <c:pt idx="12435">
                  <c:v>7.3701299999999996</c:v>
                </c:pt>
                <c:pt idx="12436">
                  <c:v>7.3704299999999998</c:v>
                </c:pt>
                <c:pt idx="12437">
                  <c:v>7.3707399999999996</c:v>
                </c:pt>
                <c:pt idx="12438">
                  <c:v>7.3710399999999998</c:v>
                </c:pt>
                <c:pt idx="12439">
                  <c:v>7.3713499999999996</c:v>
                </c:pt>
                <c:pt idx="12440">
                  <c:v>7.3716499999999998</c:v>
                </c:pt>
                <c:pt idx="12441">
                  <c:v>7.3719599999999996</c:v>
                </c:pt>
                <c:pt idx="12442">
                  <c:v>7.3722599999999998</c:v>
                </c:pt>
                <c:pt idx="12443">
                  <c:v>7.3725699999999996</c:v>
                </c:pt>
                <c:pt idx="12444">
                  <c:v>7.3728699999999998</c:v>
                </c:pt>
                <c:pt idx="12445">
                  <c:v>7.3731799999999996</c:v>
                </c:pt>
                <c:pt idx="12446">
                  <c:v>7.3734900000000003</c:v>
                </c:pt>
                <c:pt idx="12447">
                  <c:v>7.3737899999999996</c:v>
                </c:pt>
                <c:pt idx="12448">
                  <c:v>7.3741000000000003</c:v>
                </c:pt>
                <c:pt idx="12449">
                  <c:v>7.3743999999999996</c:v>
                </c:pt>
                <c:pt idx="12450">
                  <c:v>7.3747100000000003</c:v>
                </c:pt>
                <c:pt idx="12451">
                  <c:v>7.3750099999999996</c:v>
                </c:pt>
                <c:pt idx="12452">
                  <c:v>7.3753200000000003</c:v>
                </c:pt>
                <c:pt idx="12453">
                  <c:v>7.3756199999999996</c:v>
                </c:pt>
                <c:pt idx="12454">
                  <c:v>7.3759300000000003</c:v>
                </c:pt>
                <c:pt idx="12455">
                  <c:v>7.3762299999999996</c:v>
                </c:pt>
                <c:pt idx="12456">
                  <c:v>7.3765400000000003</c:v>
                </c:pt>
                <c:pt idx="12457">
                  <c:v>7.3768399999999996</c:v>
                </c:pt>
                <c:pt idx="12458">
                  <c:v>7.3771500000000003</c:v>
                </c:pt>
                <c:pt idx="12459">
                  <c:v>7.3774600000000001</c:v>
                </c:pt>
                <c:pt idx="12460">
                  <c:v>7.3777600000000003</c:v>
                </c:pt>
                <c:pt idx="12461">
                  <c:v>7.3780700000000001</c:v>
                </c:pt>
                <c:pt idx="12462">
                  <c:v>7.3783700000000003</c:v>
                </c:pt>
                <c:pt idx="12463">
                  <c:v>7.3786800000000001</c:v>
                </c:pt>
                <c:pt idx="12464">
                  <c:v>7.3789800000000003</c:v>
                </c:pt>
                <c:pt idx="12465">
                  <c:v>7.3792900000000001</c:v>
                </c:pt>
                <c:pt idx="12466">
                  <c:v>7.3795900000000003</c:v>
                </c:pt>
                <c:pt idx="12467">
                  <c:v>7.3799000000000001</c:v>
                </c:pt>
                <c:pt idx="12468">
                  <c:v>7.3802000000000003</c:v>
                </c:pt>
                <c:pt idx="12469">
                  <c:v>7.3805100000000001</c:v>
                </c:pt>
                <c:pt idx="12470">
                  <c:v>7.3808199999999999</c:v>
                </c:pt>
                <c:pt idx="12471">
                  <c:v>7.3811200000000001</c:v>
                </c:pt>
                <c:pt idx="12472">
                  <c:v>7.3814299999999999</c:v>
                </c:pt>
                <c:pt idx="12473">
                  <c:v>7.3817300000000001</c:v>
                </c:pt>
                <c:pt idx="12474">
                  <c:v>7.3820399999999999</c:v>
                </c:pt>
                <c:pt idx="12475">
                  <c:v>7.3823400000000001</c:v>
                </c:pt>
                <c:pt idx="12476">
                  <c:v>7.3826499999999999</c:v>
                </c:pt>
                <c:pt idx="12477">
                  <c:v>7.3829500000000001</c:v>
                </c:pt>
                <c:pt idx="12478">
                  <c:v>7.3832599999999999</c:v>
                </c:pt>
                <c:pt idx="12479">
                  <c:v>7.3835600000000001</c:v>
                </c:pt>
                <c:pt idx="12480">
                  <c:v>7.3838699999999999</c:v>
                </c:pt>
                <c:pt idx="12481">
                  <c:v>7.3841700000000001</c:v>
                </c:pt>
                <c:pt idx="12482">
                  <c:v>7.3844799999999999</c:v>
                </c:pt>
                <c:pt idx="12483">
                  <c:v>7.3847899999999997</c:v>
                </c:pt>
                <c:pt idx="12484">
                  <c:v>7.3850899999999999</c:v>
                </c:pt>
                <c:pt idx="12485">
                  <c:v>7.3853999999999997</c:v>
                </c:pt>
                <c:pt idx="12486">
                  <c:v>7.3856999999999999</c:v>
                </c:pt>
                <c:pt idx="12487">
                  <c:v>7.3860099999999997</c:v>
                </c:pt>
                <c:pt idx="12488">
                  <c:v>7.3863099999999999</c:v>
                </c:pt>
                <c:pt idx="12489">
                  <c:v>7.3866199999999997</c:v>
                </c:pt>
                <c:pt idx="12490">
                  <c:v>7.3869199999999999</c:v>
                </c:pt>
                <c:pt idx="12491">
                  <c:v>7.3872299999999997</c:v>
                </c:pt>
                <c:pt idx="12492">
                  <c:v>7.3875299999999999</c:v>
                </c:pt>
                <c:pt idx="12493">
                  <c:v>7.3878399999999997</c:v>
                </c:pt>
                <c:pt idx="12494">
                  <c:v>7.3881399999999999</c:v>
                </c:pt>
                <c:pt idx="12495">
                  <c:v>7.3884499999999997</c:v>
                </c:pt>
                <c:pt idx="12496">
                  <c:v>7.3887600000000004</c:v>
                </c:pt>
                <c:pt idx="12497">
                  <c:v>7.3890599999999997</c:v>
                </c:pt>
                <c:pt idx="12498">
                  <c:v>7.3893700000000004</c:v>
                </c:pt>
                <c:pt idx="12499">
                  <c:v>7.3896699999999997</c:v>
                </c:pt>
                <c:pt idx="12500">
                  <c:v>7.3899800000000004</c:v>
                </c:pt>
                <c:pt idx="12501">
                  <c:v>7.3902799999999997</c:v>
                </c:pt>
                <c:pt idx="12502">
                  <c:v>7.3905900000000004</c:v>
                </c:pt>
                <c:pt idx="12503">
                  <c:v>7.3908899999999997</c:v>
                </c:pt>
                <c:pt idx="12504">
                  <c:v>7.3912000000000004</c:v>
                </c:pt>
                <c:pt idx="12505">
                  <c:v>7.3914999999999997</c:v>
                </c:pt>
                <c:pt idx="12506">
                  <c:v>7.3918100000000004</c:v>
                </c:pt>
                <c:pt idx="12507">
                  <c:v>7.3921099999999997</c:v>
                </c:pt>
                <c:pt idx="12508">
                  <c:v>7.3924200000000004</c:v>
                </c:pt>
                <c:pt idx="12509">
                  <c:v>7.3927300000000002</c:v>
                </c:pt>
                <c:pt idx="12510">
                  <c:v>7.3930300000000004</c:v>
                </c:pt>
                <c:pt idx="12511">
                  <c:v>7.3933400000000002</c:v>
                </c:pt>
                <c:pt idx="12512">
                  <c:v>7.3936400000000004</c:v>
                </c:pt>
                <c:pt idx="12513">
                  <c:v>7.3939500000000002</c:v>
                </c:pt>
                <c:pt idx="12514">
                  <c:v>7.3942500000000004</c:v>
                </c:pt>
                <c:pt idx="12515">
                  <c:v>7.3945600000000002</c:v>
                </c:pt>
                <c:pt idx="12516">
                  <c:v>7.3948600000000004</c:v>
                </c:pt>
                <c:pt idx="12517">
                  <c:v>7.3951700000000002</c:v>
                </c:pt>
                <c:pt idx="12518">
                  <c:v>7.3954700000000004</c:v>
                </c:pt>
                <c:pt idx="12519">
                  <c:v>7.3957800000000002</c:v>
                </c:pt>
                <c:pt idx="12520">
                  <c:v>7.3960900000000001</c:v>
                </c:pt>
                <c:pt idx="12521">
                  <c:v>7.3963900000000002</c:v>
                </c:pt>
                <c:pt idx="12522">
                  <c:v>7.3967000000000001</c:v>
                </c:pt>
                <c:pt idx="12523">
                  <c:v>7.3970000000000002</c:v>
                </c:pt>
                <c:pt idx="12524">
                  <c:v>7.3973100000000001</c:v>
                </c:pt>
                <c:pt idx="12525">
                  <c:v>7.3976100000000002</c:v>
                </c:pt>
                <c:pt idx="12526">
                  <c:v>7.3979200000000001</c:v>
                </c:pt>
                <c:pt idx="12527">
                  <c:v>7.3982200000000002</c:v>
                </c:pt>
                <c:pt idx="12528">
                  <c:v>7.3985300000000001</c:v>
                </c:pt>
                <c:pt idx="12529">
                  <c:v>7.3988300000000002</c:v>
                </c:pt>
                <c:pt idx="12530">
                  <c:v>7.3991400000000001</c:v>
                </c:pt>
                <c:pt idx="12531">
                  <c:v>7.3994400000000002</c:v>
                </c:pt>
                <c:pt idx="12532">
                  <c:v>7.39975</c:v>
                </c:pt>
                <c:pt idx="12533">
                  <c:v>7.4000599999999999</c:v>
                </c:pt>
                <c:pt idx="12534">
                  <c:v>7.40036</c:v>
                </c:pt>
                <c:pt idx="12535">
                  <c:v>7.4006699999999999</c:v>
                </c:pt>
                <c:pt idx="12536">
                  <c:v>7.40097</c:v>
                </c:pt>
                <c:pt idx="12537">
                  <c:v>7.4012799999999999</c:v>
                </c:pt>
                <c:pt idx="12538">
                  <c:v>7.40158</c:v>
                </c:pt>
                <c:pt idx="12539">
                  <c:v>7.4018899999999999</c:v>
                </c:pt>
                <c:pt idx="12540">
                  <c:v>7.40219</c:v>
                </c:pt>
                <c:pt idx="12541">
                  <c:v>7.4024999999999999</c:v>
                </c:pt>
                <c:pt idx="12542">
                  <c:v>7.4028</c:v>
                </c:pt>
                <c:pt idx="12543">
                  <c:v>7.4031099999999999</c:v>
                </c:pt>
                <c:pt idx="12544">
                  <c:v>7.40341</c:v>
                </c:pt>
                <c:pt idx="12545">
                  <c:v>7.4037199999999999</c:v>
                </c:pt>
                <c:pt idx="12546">
                  <c:v>7.4040299999999997</c:v>
                </c:pt>
                <c:pt idx="12547">
                  <c:v>7.4043299999999999</c:v>
                </c:pt>
                <c:pt idx="12548">
                  <c:v>7.4046399999999997</c:v>
                </c:pt>
                <c:pt idx="12549">
                  <c:v>7.4049399999999999</c:v>
                </c:pt>
                <c:pt idx="12550">
                  <c:v>7.4052499999999997</c:v>
                </c:pt>
                <c:pt idx="12551">
                  <c:v>7.4055499999999999</c:v>
                </c:pt>
                <c:pt idx="12552">
                  <c:v>7.4058599999999997</c:v>
                </c:pt>
                <c:pt idx="12553">
                  <c:v>7.4061599999999999</c:v>
                </c:pt>
                <c:pt idx="12554">
                  <c:v>7.4064699999999997</c:v>
                </c:pt>
                <c:pt idx="12555">
                  <c:v>7.4067699999999999</c:v>
                </c:pt>
                <c:pt idx="12556">
                  <c:v>7.4070799999999997</c:v>
                </c:pt>
                <c:pt idx="12557">
                  <c:v>7.4073799999999999</c:v>
                </c:pt>
                <c:pt idx="12558">
                  <c:v>7.4076899999999997</c:v>
                </c:pt>
                <c:pt idx="12559">
                  <c:v>7.4080000000000004</c:v>
                </c:pt>
                <c:pt idx="12560">
                  <c:v>7.4082999999999997</c:v>
                </c:pt>
                <c:pt idx="12561">
                  <c:v>7.4086100000000004</c:v>
                </c:pt>
                <c:pt idx="12562">
                  <c:v>7.4089099999999997</c:v>
                </c:pt>
                <c:pt idx="12563">
                  <c:v>7.4092200000000004</c:v>
                </c:pt>
                <c:pt idx="12564">
                  <c:v>7.4095199999999997</c:v>
                </c:pt>
                <c:pt idx="12565">
                  <c:v>7.4098300000000004</c:v>
                </c:pt>
                <c:pt idx="12566">
                  <c:v>7.4101299999999997</c:v>
                </c:pt>
                <c:pt idx="12567">
                  <c:v>7.4104400000000004</c:v>
                </c:pt>
                <c:pt idx="12568">
                  <c:v>7.4107399999999997</c:v>
                </c:pt>
                <c:pt idx="12569">
                  <c:v>7.4110500000000004</c:v>
                </c:pt>
                <c:pt idx="12570">
                  <c:v>7.4113499999999997</c:v>
                </c:pt>
                <c:pt idx="12571">
                  <c:v>7.4116600000000004</c:v>
                </c:pt>
                <c:pt idx="12572">
                  <c:v>7.4119700000000002</c:v>
                </c:pt>
                <c:pt idx="12573">
                  <c:v>7.4122700000000004</c:v>
                </c:pt>
                <c:pt idx="12574">
                  <c:v>7.4125800000000002</c:v>
                </c:pt>
                <c:pt idx="12575">
                  <c:v>7.4128800000000004</c:v>
                </c:pt>
                <c:pt idx="12576">
                  <c:v>7.4131900000000002</c:v>
                </c:pt>
                <c:pt idx="12577">
                  <c:v>7.4134900000000004</c:v>
                </c:pt>
                <c:pt idx="12578">
                  <c:v>7.4138000000000002</c:v>
                </c:pt>
                <c:pt idx="12579">
                  <c:v>7.4141000000000004</c:v>
                </c:pt>
                <c:pt idx="12580">
                  <c:v>7.4144100000000002</c:v>
                </c:pt>
                <c:pt idx="12581">
                  <c:v>7.4147100000000004</c:v>
                </c:pt>
                <c:pt idx="12582">
                  <c:v>7.4150200000000002</c:v>
                </c:pt>
                <c:pt idx="12583">
                  <c:v>7.41533</c:v>
                </c:pt>
                <c:pt idx="12584">
                  <c:v>7.4156300000000002</c:v>
                </c:pt>
                <c:pt idx="12585">
                  <c:v>7.41594</c:v>
                </c:pt>
                <c:pt idx="12586">
                  <c:v>7.4162400000000002</c:v>
                </c:pt>
                <c:pt idx="12587">
                  <c:v>7.41655</c:v>
                </c:pt>
                <c:pt idx="12588">
                  <c:v>7.4168500000000002</c:v>
                </c:pt>
                <c:pt idx="12589">
                  <c:v>7.41716</c:v>
                </c:pt>
                <c:pt idx="12590">
                  <c:v>7.4174600000000002</c:v>
                </c:pt>
                <c:pt idx="12591">
                  <c:v>7.41777</c:v>
                </c:pt>
                <c:pt idx="12592">
                  <c:v>7.4180700000000002</c:v>
                </c:pt>
                <c:pt idx="12593">
                  <c:v>7.41838</c:v>
                </c:pt>
                <c:pt idx="12594">
                  <c:v>7.4186800000000002</c:v>
                </c:pt>
                <c:pt idx="12595">
                  <c:v>7.41899</c:v>
                </c:pt>
                <c:pt idx="12596">
                  <c:v>7.4192999999999998</c:v>
                </c:pt>
                <c:pt idx="12597">
                  <c:v>7.4196</c:v>
                </c:pt>
                <c:pt idx="12598">
                  <c:v>7.4199099999999998</c:v>
                </c:pt>
                <c:pt idx="12599">
                  <c:v>7.42021</c:v>
                </c:pt>
                <c:pt idx="12600">
                  <c:v>7.4205199999999998</c:v>
                </c:pt>
                <c:pt idx="12601">
                  <c:v>7.42082</c:v>
                </c:pt>
                <c:pt idx="12602">
                  <c:v>7.4211299999999998</c:v>
                </c:pt>
                <c:pt idx="12603">
                  <c:v>7.42143</c:v>
                </c:pt>
                <c:pt idx="12604">
                  <c:v>7.4217399999999998</c:v>
                </c:pt>
                <c:pt idx="12605">
                  <c:v>7.42204</c:v>
                </c:pt>
                <c:pt idx="12606">
                  <c:v>7.4223499999999998</c:v>
                </c:pt>
                <c:pt idx="12607">
                  <c:v>7.42265</c:v>
                </c:pt>
                <c:pt idx="12608">
                  <c:v>7.4229599999999998</c:v>
                </c:pt>
                <c:pt idx="12609">
                  <c:v>7.4232699999999996</c:v>
                </c:pt>
                <c:pt idx="12610">
                  <c:v>7.4235699999999998</c:v>
                </c:pt>
                <c:pt idx="12611">
                  <c:v>7.4238799999999996</c:v>
                </c:pt>
                <c:pt idx="12612">
                  <c:v>7.4241799999999998</c:v>
                </c:pt>
                <c:pt idx="12613">
                  <c:v>7.4244899999999996</c:v>
                </c:pt>
                <c:pt idx="12614">
                  <c:v>7.4247899999999998</c:v>
                </c:pt>
                <c:pt idx="12615">
                  <c:v>7.4250999999999996</c:v>
                </c:pt>
                <c:pt idx="12616">
                  <c:v>7.4253999999999998</c:v>
                </c:pt>
                <c:pt idx="12617">
                  <c:v>7.4257099999999996</c:v>
                </c:pt>
                <c:pt idx="12618">
                  <c:v>7.4260099999999998</c:v>
                </c:pt>
                <c:pt idx="12619">
                  <c:v>7.4263199999999996</c:v>
                </c:pt>
                <c:pt idx="12620">
                  <c:v>7.4266199999999998</c:v>
                </c:pt>
                <c:pt idx="12621">
                  <c:v>7.4269299999999996</c:v>
                </c:pt>
                <c:pt idx="12622">
                  <c:v>7.4272400000000003</c:v>
                </c:pt>
                <c:pt idx="12623">
                  <c:v>7.4275399999999996</c:v>
                </c:pt>
                <c:pt idx="12624">
                  <c:v>7.4278500000000003</c:v>
                </c:pt>
                <c:pt idx="12625">
                  <c:v>7.4281499999999996</c:v>
                </c:pt>
                <c:pt idx="12626">
                  <c:v>7.4284600000000003</c:v>
                </c:pt>
                <c:pt idx="12627">
                  <c:v>7.4287599999999996</c:v>
                </c:pt>
                <c:pt idx="12628">
                  <c:v>7.4290700000000003</c:v>
                </c:pt>
                <c:pt idx="12629">
                  <c:v>7.4293699999999996</c:v>
                </c:pt>
                <c:pt idx="12630">
                  <c:v>7.4296800000000003</c:v>
                </c:pt>
                <c:pt idx="12631">
                  <c:v>7.4299799999999996</c:v>
                </c:pt>
                <c:pt idx="12632">
                  <c:v>7.4302900000000003</c:v>
                </c:pt>
                <c:pt idx="12633">
                  <c:v>7.4305899999999996</c:v>
                </c:pt>
                <c:pt idx="12634">
                  <c:v>7.4309000000000003</c:v>
                </c:pt>
                <c:pt idx="12635">
                  <c:v>7.4312100000000001</c:v>
                </c:pt>
                <c:pt idx="12636">
                  <c:v>7.4315100000000003</c:v>
                </c:pt>
                <c:pt idx="12637">
                  <c:v>7.4318200000000001</c:v>
                </c:pt>
                <c:pt idx="12638">
                  <c:v>7.4321200000000003</c:v>
                </c:pt>
                <c:pt idx="12639">
                  <c:v>7.4324300000000001</c:v>
                </c:pt>
                <c:pt idx="12640">
                  <c:v>7.4327300000000003</c:v>
                </c:pt>
                <c:pt idx="12641">
                  <c:v>7.4330400000000001</c:v>
                </c:pt>
                <c:pt idx="12642">
                  <c:v>7.4333400000000003</c:v>
                </c:pt>
                <c:pt idx="12643">
                  <c:v>7.4336500000000001</c:v>
                </c:pt>
                <c:pt idx="12644">
                  <c:v>7.4339500000000003</c:v>
                </c:pt>
                <c:pt idx="12645">
                  <c:v>7.4342600000000001</c:v>
                </c:pt>
                <c:pt idx="12646">
                  <c:v>7.4345699999999999</c:v>
                </c:pt>
                <c:pt idx="12647">
                  <c:v>7.4348700000000001</c:v>
                </c:pt>
                <c:pt idx="12648">
                  <c:v>7.4351799999999999</c:v>
                </c:pt>
                <c:pt idx="12649">
                  <c:v>7.4354800000000001</c:v>
                </c:pt>
                <c:pt idx="12650">
                  <c:v>7.4357899999999999</c:v>
                </c:pt>
                <c:pt idx="12651">
                  <c:v>7.4360900000000001</c:v>
                </c:pt>
                <c:pt idx="12652">
                  <c:v>7.4363999999999999</c:v>
                </c:pt>
                <c:pt idx="12653">
                  <c:v>7.4367000000000001</c:v>
                </c:pt>
                <c:pt idx="12654">
                  <c:v>7.4370099999999999</c:v>
                </c:pt>
                <c:pt idx="12655">
                  <c:v>7.4373100000000001</c:v>
                </c:pt>
                <c:pt idx="12656">
                  <c:v>7.4376199999999999</c:v>
                </c:pt>
                <c:pt idx="12657">
                  <c:v>7.4379200000000001</c:v>
                </c:pt>
                <c:pt idx="12658">
                  <c:v>7.4382299999999999</c:v>
                </c:pt>
                <c:pt idx="12659">
                  <c:v>7.4385399999999997</c:v>
                </c:pt>
                <c:pt idx="12660">
                  <c:v>7.4388399999999999</c:v>
                </c:pt>
                <c:pt idx="12661">
                  <c:v>7.4391499999999997</c:v>
                </c:pt>
                <c:pt idx="12662">
                  <c:v>7.4394499999999999</c:v>
                </c:pt>
                <c:pt idx="12663">
                  <c:v>7.4397599999999997</c:v>
                </c:pt>
                <c:pt idx="12664">
                  <c:v>7.4400599999999999</c:v>
                </c:pt>
                <c:pt idx="12665">
                  <c:v>7.4403699999999997</c:v>
                </c:pt>
                <c:pt idx="12666">
                  <c:v>7.4406699999999999</c:v>
                </c:pt>
                <c:pt idx="12667">
                  <c:v>7.4409799999999997</c:v>
                </c:pt>
                <c:pt idx="12668">
                  <c:v>7.4412799999999999</c:v>
                </c:pt>
                <c:pt idx="12669">
                  <c:v>7.4415899999999997</c:v>
                </c:pt>
                <c:pt idx="12670">
                  <c:v>7.4418899999999999</c:v>
                </c:pt>
                <c:pt idx="12671">
                  <c:v>7.4421999999999997</c:v>
                </c:pt>
                <c:pt idx="12672">
                  <c:v>7.4425100000000004</c:v>
                </c:pt>
                <c:pt idx="12673">
                  <c:v>7.4428099999999997</c:v>
                </c:pt>
                <c:pt idx="12674">
                  <c:v>7.4431200000000004</c:v>
                </c:pt>
                <c:pt idx="12675">
                  <c:v>7.4434199999999997</c:v>
                </c:pt>
                <c:pt idx="12676">
                  <c:v>7.4437300000000004</c:v>
                </c:pt>
                <c:pt idx="12677">
                  <c:v>7.4440299999999997</c:v>
                </c:pt>
                <c:pt idx="12678">
                  <c:v>7.4443400000000004</c:v>
                </c:pt>
                <c:pt idx="12679">
                  <c:v>7.4446399999999997</c:v>
                </c:pt>
                <c:pt idx="12680">
                  <c:v>7.4449500000000004</c:v>
                </c:pt>
                <c:pt idx="12681">
                  <c:v>7.4452499999999997</c:v>
                </c:pt>
                <c:pt idx="12682">
                  <c:v>7.4455600000000004</c:v>
                </c:pt>
                <c:pt idx="12683">
                  <c:v>7.4458599999999997</c:v>
                </c:pt>
                <c:pt idx="12684">
                  <c:v>7.4461700000000004</c:v>
                </c:pt>
                <c:pt idx="12685">
                  <c:v>7.4464800000000002</c:v>
                </c:pt>
                <c:pt idx="12686">
                  <c:v>7.4467800000000004</c:v>
                </c:pt>
                <c:pt idx="12687">
                  <c:v>7.4470900000000002</c:v>
                </c:pt>
                <c:pt idx="12688">
                  <c:v>7.4473900000000004</c:v>
                </c:pt>
                <c:pt idx="12689">
                  <c:v>7.4477000000000002</c:v>
                </c:pt>
                <c:pt idx="12690">
                  <c:v>7.4480000000000004</c:v>
                </c:pt>
                <c:pt idx="12691">
                  <c:v>7.4483100000000002</c:v>
                </c:pt>
                <c:pt idx="12692">
                  <c:v>7.4486100000000004</c:v>
                </c:pt>
                <c:pt idx="12693">
                  <c:v>7.4489200000000002</c:v>
                </c:pt>
                <c:pt idx="12694">
                  <c:v>7.4492200000000004</c:v>
                </c:pt>
                <c:pt idx="12695">
                  <c:v>7.4495300000000002</c:v>
                </c:pt>
                <c:pt idx="12696">
                  <c:v>7.4498300000000004</c:v>
                </c:pt>
                <c:pt idx="12697">
                  <c:v>7.4501400000000002</c:v>
                </c:pt>
                <c:pt idx="12698">
                  <c:v>7.45045</c:v>
                </c:pt>
                <c:pt idx="12699">
                  <c:v>7.4507500000000002</c:v>
                </c:pt>
                <c:pt idx="12700">
                  <c:v>7.45106</c:v>
                </c:pt>
                <c:pt idx="12701">
                  <c:v>7.4513600000000002</c:v>
                </c:pt>
                <c:pt idx="12702">
                  <c:v>7.45167</c:v>
                </c:pt>
                <c:pt idx="12703">
                  <c:v>7.4519700000000002</c:v>
                </c:pt>
                <c:pt idx="12704">
                  <c:v>7.45228</c:v>
                </c:pt>
                <c:pt idx="12705">
                  <c:v>7.4525800000000002</c:v>
                </c:pt>
                <c:pt idx="12706">
                  <c:v>7.45289</c:v>
                </c:pt>
                <c:pt idx="12707">
                  <c:v>7.4531900000000002</c:v>
                </c:pt>
                <c:pt idx="12708">
                  <c:v>7.4535</c:v>
                </c:pt>
                <c:pt idx="12709">
                  <c:v>7.4538099999999998</c:v>
                </c:pt>
                <c:pt idx="12710">
                  <c:v>7.45411</c:v>
                </c:pt>
                <c:pt idx="12711">
                  <c:v>7.4544199999999998</c:v>
                </c:pt>
                <c:pt idx="12712">
                  <c:v>7.45472</c:v>
                </c:pt>
                <c:pt idx="12713">
                  <c:v>7.4550299999999998</c:v>
                </c:pt>
                <c:pt idx="12714">
                  <c:v>7.45533</c:v>
                </c:pt>
                <c:pt idx="12715">
                  <c:v>7.4556399999999998</c:v>
                </c:pt>
                <c:pt idx="12716">
                  <c:v>7.45594</c:v>
                </c:pt>
                <c:pt idx="12717">
                  <c:v>7.4562499999999998</c:v>
                </c:pt>
                <c:pt idx="12718">
                  <c:v>7.45655</c:v>
                </c:pt>
                <c:pt idx="12719">
                  <c:v>7.4568599999999998</c:v>
                </c:pt>
                <c:pt idx="12720">
                  <c:v>7.45716</c:v>
                </c:pt>
                <c:pt idx="12721">
                  <c:v>7.4574699999999998</c:v>
                </c:pt>
                <c:pt idx="12722">
                  <c:v>7.4577799999999996</c:v>
                </c:pt>
                <c:pt idx="12723">
                  <c:v>7.4580799999999998</c:v>
                </c:pt>
                <c:pt idx="12724">
                  <c:v>7.4583899999999996</c:v>
                </c:pt>
                <c:pt idx="12725">
                  <c:v>7.4586899999999998</c:v>
                </c:pt>
                <c:pt idx="12726">
                  <c:v>7.4589999999999996</c:v>
                </c:pt>
                <c:pt idx="12727">
                  <c:v>7.4592999999999998</c:v>
                </c:pt>
                <c:pt idx="12728">
                  <c:v>7.4596099999999996</c:v>
                </c:pt>
                <c:pt idx="12729">
                  <c:v>7.4599099999999998</c:v>
                </c:pt>
                <c:pt idx="12730">
                  <c:v>7.4602199999999996</c:v>
                </c:pt>
                <c:pt idx="12731">
                  <c:v>7.4605199999999998</c:v>
                </c:pt>
                <c:pt idx="12732">
                  <c:v>7.4608299999999996</c:v>
                </c:pt>
                <c:pt idx="12733">
                  <c:v>7.4611299999999998</c:v>
                </c:pt>
                <c:pt idx="12734">
                  <c:v>7.4614399999999996</c:v>
                </c:pt>
                <c:pt idx="12735">
                  <c:v>7.4617500000000003</c:v>
                </c:pt>
                <c:pt idx="12736">
                  <c:v>7.4620499999999996</c:v>
                </c:pt>
                <c:pt idx="12737">
                  <c:v>7.4623600000000003</c:v>
                </c:pt>
                <c:pt idx="12738">
                  <c:v>7.4626599999999996</c:v>
                </c:pt>
                <c:pt idx="12739">
                  <c:v>7.4629700000000003</c:v>
                </c:pt>
                <c:pt idx="12740">
                  <c:v>7.4632699999999996</c:v>
                </c:pt>
                <c:pt idx="12741">
                  <c:v>7.4635800000000003</c:v>
                </c:pt>
                <c:pt idx="12742">
                  <c:v>7.4638799999999996</c:v>
                </c:pt>
                <c:pt idx="12743">
                  <c:v>7.4641900000000003</c:v>
                </c:pt>
                <c:pt idx="12744">
                  <c:v>7.4644899999999996</c:v>
                </c:pt>
                <c:pt idx="12745">
                  <c:v>7.4648000000000003</c:v>
                </c:pt>
                <c:pt idx="12746">
                  <c:v>7.4650999999999996</c:v>
                </c:pt>
                <c:pt idx="12747">
                  <c:v>7.4654100000000003</c:v>
                </c:pt>
                <c:pt idx="12748">
                  <c:v>7.4657200000000001</c:v>
                </c:pt>
                <c:pt idx="12749">
                  <c:v>7.4660200000000003</c:v>
                </c:pt>
                <c:pt idx="12750">
                  <c:v>7.4663300000000001</c:v>
                </c:pt>
                <c:pt idx="12751">
                  <c:v>7.4666300000000003</c:v>
                </c:pt>
                <c:pt idx="12752">
                  <c:v>7.4669400000000001</c:v>
                </c:pt>
                <c:pt idx="12753">
                  <c:v>7.4672400000000003</c:v>
                </c:pt>
                <c:pt idx="12754">
                  <c:v>7.4675500000000001</c:v>
                </c:pt>
                <c:pt idx="12755">
                  <c:v>7.4678500000000003</c:v>
                </c:pt>
                <c:pt idx="12756">
                  <c:v>7.4681600000000001</c:v>
                </c:pt>
                <c:pt idx="12757">
                  <c:v>7.4684600000000003</c:v>
                </c:pt>
                <c:pt idx="12758">
                  <c:v>7.4687700000000001</c:v>
                </c:pt>
                <c:pt idx="12759">
                  <c:v>7.4690799999999999</c:v>
                </c:pt>
                <c:pt idx="12760">
                  <c:v>7.4693800000000001</c:v>
                </c:pt>
                <c:pt idx="12761">
                  <c:v>7.4696899999999999</c:v>
                </c:pt>
                <c:pt idx="12762">
                  <c:v>7.4699900000000001</c:v>
                </c:pt>
                <c:pt idx="12763">
                  <c:v>7.4702999999999999</c:v>
                </c:pt>
                <c:pt idx="12764">
                  <c:v>7.4706000000000001</c:v>
                </c:pt>
                <c:pt idx="12765">
                  <c:v>7.4709099999999999</c:v>
                </c:pt>
                <c:pt idx="12766">
                  <c:v>7.4712100000000001</c:v>
                </c:pt>
                <c:pt idx="12767">
                  <c:v>7.4715199999999999</c:v>
                </c:pt>
                <c:pt idx="12768">
                  <c:v>7.4718200000000001</c:v>
                </c:pt>
                <c:pt idx="12769">
                  <c:v>7.4721299999999999</c:v>
                </c:pt>
                <c:pt idx="12770">
                  <c:v>7.4724300000000001</c:v>
                </c:pt>
                <c:pt idx="12771">
                  <c:v>7.4727399999999999</c:v>
                </c:pt>
                <c:pt idx="12772">
                  <c:v>7.4730499999999997</c:v>
                </c:pt>
                <c:pt idx="12773">
                  <c:v>7.4733499999999999</c:v>
                </c:pt>
                <c:pt idx="12774">
                  <c:v>7.4736599999999997</c:v>
                </c:pt>
                <c:pt idx="12775">
                  <c:v>7.4739599999999999</c:v>
                </c:pt>
                <c:pt idx="12776">
                  <c:v>7.4742699999999997</c:v>
                </c:pt>
                <c:pt idx="12777">
                  <c:v>7.4745699999999999</c:v>
                </c:pt>
                <c:pt idx="12778">
                  <c:v>7.4748799999999997</c:v>
                </c:pt>
                <c:pt idx="12779">
                  <c:v>7.4751799999999999</c:v>
                </c:pt>
                <c:pt idx="12780">
                  <c:v>7.4754899999999997</c:v>
                </c:pt>
                <c:pt idx="12781">
                  <c:v>7.4757899999999999</c:v>
                </c:pt>
                <c:pt idx="12782">
                  <c:v>7.4760999999999997</c:v>
                </c:pt>
                <c:pt idx="12783">
                  <c:v>7.4763999999999999</c:v>
                </c:pt>
                <c:pt idx="12784">
                  <c:v>7.4767099999999997</c:v>
                </c:pt>
                <c:pt idx="12785">
                  <c:v>7.4770200000000004</c:v>
                </c:pt>
                <c:pt idx="12786">
                  <c:v>7.4773199999999997</c:v>
                </c:pt>
                <c:pt idx="12787">
                  <c:v>7.4776300000000004</c:v>
                </c:pt>
                <c:pt idx="12788">
                  <c:v>7.4779299999999997</c:v>
                </c:pt>
                <c:pt idx="12789">
                  <c:v>7.4782400000000004</c:v>
                </c:pt>
                <c:pt idx="12790">
                  <c:v>7.4785399999999997</c:v>
                </c:pt>
                <c:pt idx="12791">
                  <c:v>7.4788500000000004</c:v>
                </c:pt>
                <c:pt idx="12792">
                  <c:v>7.4791499999999997</c:v>
                </c:pt>
                <c:pt idx="12793">
                  <c:v>7.4794600000000004</c:v>
                </c:pt>
                <c:pt idx="12794">
                  <c:v>7.4797599999999997</c:v>
                </c:pt>
                <c:pt idx="12795">
                  <c:v>7.4800700000000004</c:v>
                </c:pt>
                <c:pt idx="12796">
                  <c:v>7.4803699999999997</c:v>
                </c:pt>
                <c:pt idx="12797">
                  <c:v>7.4806800000000004</c:v>
                </c:pt>
                <c:pt idx="12798">
                  <c:v>7.4809900000000003</c:v>
                </c:pt>
                <c:pt idx="12799">
                  <c:v>7.4812900000000004</c:v>
                </c:pt>
                <c:pt idx="12800">
                  <c:v>7.4816000000000003</c:v>
                </c:pt>
                <c:pt idx="12801">
                  <c:v>7.4819000000000004</c:v>
                </c:pt>
                <c:pt idx="12802">
                  <c:v>7.4822100000000002</c:v>
                </c:pt>
                <c:pt idx="12803">
                  <c:v>7.4825100000000004</c:v>
                </c:pt>
                <c:pt idx="12804">
                  <c:v>7.4828200000000002</c:v>
                </c:pt>
                <c:pt idx="12805">
                  <c:v>7.4831200000000004</c:v>
                </c:pt>
                <c:pt idx="12806">
                  <c:v>7.4834300000000002</c:v>
                </c:pt>
                <c:pt idx="12807">
                  <c:v>7.4837300000000004</c:v>
                </c:pt>
                <c:pt idx="12808">
                  <c:v>7.4840400000000002</c:v>
                </c:pt>
                <c:pt idx="12809">
                  <c:v>7.4843400000000004</c:v>
                </c:pt>
                <c:pt idx="12810">
                  <c:v>7.4846500000000002</c:v>
                </c:pt>
                <c:pt idx="12811">
                  <c:v>7.4849600000000001</c:v>
                </c:pt>
                <c:pt idx="12812">
                  <c:v>7.4852600000000002</c:v>
                </c:pt>
                <c:pt idx="12813">
                  <c:v>7.4855700000000001</c:v>
                </c:pt>
                <c:pt idx="12814">
                  <c:v>7.4858700000000002</c:v>
                </c:pt>
                <c:pt idx="12815">
                  <c:v>7.4861800000000001</c:v>
                </c:pt>
                <c:pt idx="12816">
                  <c:v>7.4864800000000002</c:v>
                </c:pt>
                <c:pt idx="12817">
                  <c:v>7.4867900000000001</c:v>
                </c:pt>
                <c:pt idx="12818">
                  <c:v>7.4870900000000002</c:v>
                </c:pt>
                <c:pt idx="12819">
                  <c:v>7.4874000000000001</c:v>
                </c:pt>
                <c:pt idx="12820">
                  <c:v>7.4877000000000002</c:v>
                </c:pt>
                <c:pt idx="12821">
                  <c:v>7.4880100000000001</c:v>
                </c:pt>
                <c:pt idx="12822">
                  <c:v>7.4883199999999999</c:v>
                </c:pt>
                <c:pt idx="12823">
                  <c:v>7.4886200000000001</c:v>
                </c:pt>
                <c:pt idx="12824">
                  <c:v>7.4889299999999999</c:v>
                </c:pt>
                <c:pt idx="12825">
                  <c:v>7.4892300000000001</c:v>
                </c:pt>
                <c:pt idx="12826">
                  <c:v>7.4895399999999999</c:v>
                </c:pt>
                <c:pt idx="12827">
                  <c:v>7.4898400000000001</c:v>
                </c:pt>
                <c:pt idx="12828">
                  <c:v>7.4901499999999999</c:v>
                </c:pt>
                <c:pt idx="12829">
                  <c:v>7.4904500000000001</c:v>
                </c:pt>
                <c:pt idx="12830">
                  <c:v>7.4907599999999999</c:v>
                </c:pt>
                <c:pt idx="12831">
                  <c:v>7.4910600000000001</c:v>
                </c:pt>
                <c:pt idx="12832">
                  <c:v>7.4913699999999999</c:v>
                </c:pt>
                <c:pt idx="12833">
                  <c:v>7.4916700000000001</c:v>
                </c:pt>
                <c:pt idx="12834">
                  <c:v>7.4919799999999999</c:v>
                </c:pt>
                <c:pt idx="12835">
                  <c:v>7.4922899999999997</c:v>
                </c:pt>
                <c:pt idx="12836">
                  <c:v>7.4925899999999999</c:v>
                </c:pt>
                <c:pt idx="12837">
                  <c:v>7.4928999999999997</c:v>
                </c:pt>
                <c:pt idx="12838">
                  <c:v>7.4931999999999999</c:v>
                </c:pt>
                <c:pt idx="12839">
                  <c:v>7.4935099999999997</c:v>
                </c:pt>
                <c:pt idx="12840">
                  <c:v>7.4938099999999999</c:v>
                </c:pt>
                <c:pt idx="12841">
                  <c:v>7.4941199999999997</c:v>
                </c:pt>
                <c:pt idx="12842">
                  <c:v>7.4944199999999999</c:v>
                </c:pt>
                <c:pt idx="12843">
                  <c:v>7.4947299999999997</c:v>
                </c:pt>
                <c:pt idx="12844">
                  <c:v>7.4950299999999999</c:v>
                </c:pt>
                <c:pt idx="12845">
                  <c:v>7.4953399999999997</c:v>
                </c:pt>
                <c:pt idx="12846">
                  <c:v>7.4956399999999999</c:v>
                </c:pt>
                <c:pt idx="12847">
                  <c:v>7.4959499999999997</c:v>
                </c:pt>
                <c:pt idx="12848">
                  <c:v>7.4962600000000004</c:v>
                </c:pt>
                <c:pt idx="12849">
                  <c:v>7.4965599999999997</c:v>
                </c:pt>
                <c:pt idx="12850">
                  <c:v>7.4968700000000004</c:v>
                </c:pt>
                <c:pt idx="12851">
                  <c:v>7.4971699999999997</c:v>
                </c:pt>
                <c:pt idx="12852">
                  <c:v>7.4974800000000004</c:v>
                </c:pt>
                <c:pt idx="12853">
                  <c:v>7.4977799999999997</c:v>
                </c:pt>
                <c:pt idx="12854">
                  <c:v>7.4980900000000004</c:v>
                </c:pt>
                <c:pt idx="12855">
                  <c:v>7.4983899999999997</c:v>
                </c:pt>
                <c:pt idx="12856">
                  <c:v>7.4987000000000004</c:v>
                </c:pt>
                <c:pt idx="12857">
                  <c:v>7.4989999999999997</c:v>
                </c:pt>
                <c:pt idx="12858">
                  <c:v>7.4993100000000004</c:v>
                </c:pt>
                <c:pt idx="12859">
                  <c:v>7.4996099999999997</c:v>
                </c:pt>
                <c:pt idx="12860">
                  <c:v>7.4999200000000004</c:v>
                </c:pt>
                <c:pt idx="12861">
                  <c:v>7.5002300000000002</c:v>
                </c:pt>
                <c:pt idx="12862">
                  <c:v>7.5005300000000004</c:v>
                </c:pt>
                <c:pt idx="12863">
                  <c:v>7.5008400000000002</c:v>
                </c:pt>
                <c:pt idx="12864">
                  <c:v>7.5011400000000004</c:v>
                </c:pt>
                <c:pt idx="12865">
                  <c:v>7.5014500000000002</c:v>
                </c:pt>
                <c:pt idx="12866">
                  <c:v>7.5017500000000004</c:v>
                </c:pt>
                <c:pt idx="12867">
                  <c:v>7.5020600000000002</c:v>
                </c:pt>
                <c:pt idx="12868">
                  <c:v>7.5023600000000004</c:v>
                </c:pt>
                <c:pt idx="12869">
                  <c:v>7.5026700000000002</c:v>
                </c:pt>
                <c:pt idx="12870">
                  <c:v>7.5029700000000004</c:v>
                </c:pt>
                <c:pt idx="12871">
                  <c:v>7.5032800000000002</c:v>
                </c:pt>
                <c:pt idx="12872">
                  <c:v>7.5035800000000004</c:v>
                </c:pt>
                <c:pt idx="12873">
                  <c:v>7.5038900000000002</c:v>
                </c:pt>
                <c:pt idx="12874">
                  <c:v>7.5042</c:v>
                </c:pt>
                <c:pt idx="12875">
                  <c:v>7.5045000000000002</c:v>
                </c:pt>
                <c:pt idx="12876">
                  <c:v>7.50481</c:v>
                </c:pt>
                <c:pt idx="12877">
                  <c:v>7.5051100000000002</c:v>
                </c:pt>
                <c:pt idx="12878">
                  <c:v>7.50542</c:v>
                </c:pt>
                <c:pt idx="12879">
                  <c:v>7.5057200000000002</c:v>
                </c:pt>
                <c:pt idx="12880">
                  <c:v>7.50603</c:v>
                </c:pt>
                <c:pt idx="12881">
                  <c:v>7.5063300000000002</c:v>
                </c:pt>
                <c:pt idx="12882">
                  <c:v>7.50664</c:v>
                </c:pt>
                <c:pt idx="12883">
                  <c:v>7.5069400000000002</c:v>
                </c:pt>
                <c:pt idx="12884">
                  <c:v>7.50725</c:v>
                </c:pt>
                <c:pt idx="12885">
                  <c:v>7.5075599999999998</c:v>
                </c:pt>
                <c:pt idx="12886">
                  <c:v>7.50786</c:v>
                </c:pt>
                <c:pt idx="12887">
                  <c:v>7.5081699999999998</c:v>
                </c:pt>
                <c:pt idx="12888">
                  <c:v>7.50847</c:v>
                </c:pt>
                <c:pt idx="12889">
                  <c:v>7.5087799999999998</c:v>
                </c:pt>
                <c:pt idx="12890">
                  <c:v>7.50908</c:v>
                </c:pt>
                <c:pt idx="12891">
                  <c:v>7.5093899999999998</c:v>
                </c:pt>
                <c:pt idx="12892">
                  <c:v>7.50969</c:v>
                </c:pt>
                <c:pt idx="12893">
                  <c:v>7.51</c:v>
                </c:pt>
                <c:pt idx="12894">
                  <c:v>7.5103</c:v>
                </c:pt>
                <c:pt idx="12895">
                  <c:v>7.5106099999999998</c:v>
                </c:pt>
                <c:pt idx="12896">
                  <c:v>7.51091</c:v>
                </c:pt>
                <c:pt idx="12897">
                  <c:v>7.5112199999999998</c:v>
                </c:pt>
                <c:pt idx="12898">
                  <c:v>7.5115299999999996</c:v>
                </c:pt>
                <c:pt idx="12899">
                  <c:v>7.5118299999999998</c:v>
                </c:pt>
                <c:pt idx="12900">
                  <c:v>7.5121399999999996</c:v>
                </c:pt>
                <c:pt idx="12901">
                  <c:v>7.5124399999999998</c:v>
                </c:pt>
                <c:pt idx="12902">
                  <c:v>7.5127499999999996</c:v>
                </c:pt>
                <c:pt idx="12903">
                  <c:v>7.5130499999999998</c:v>
                </c:pt>
                <c:pt idx="12904">
                  <c:v>7.5133599999999996</c:v>
                </c:pt>
                <c:pt idx="12905">
                  <c:v>7.5136599999999998</c:v>
                </c:pt>
                <c:pt idx="12906">
                  <c:v>7.5139699999999996</c:v>
                </c:pt>
                <c:pt idx="12907">
                  <c:v>7.5142699999999998</c:v>
                </c:pt>
                <c:pt idx="12908">
                  <c:v>7.5145799999999996</c:v>
                </c:pt>
                <c:pt idx="12909">
                  <c:v>7.5148799999999998</c:v>
                </c:pt>
                <c:pt idx="12910">
                  <c:v>7.5151899999999996</c:v>
                </c:pt>
                <c:pt idx="12911">
                  <c:v>7.5155000000000003</c:v>
                </c:pt>
                <c:pt idx="12912">
                  <c:v>7.5157999999999996</c:v>
                </c:pt>
                <c:pt idx="12913">
                  <c:v>7.5161100000000003</c:v>
                </c:pt>
                <c:pt idx="12914">
                  <c:v>7.5164099999999996</c:v>
                </c:pt>
                <c:pt idx="12915">
                  <c:v>7.5167200000000003</c:v>
                </c:pt>
                <c:pt idx="12916">
                  <c:v>7.5170199999999996</c:v>
                </c:pt>
                <c:pt idx="12917">
                  <c:v>7.5173300000000003</c:v>
                </c:pt>
                <c:pt idx="12918">
                  <c:v>7.5176299999999996</c:v>
                </c:pt>
                <c:pt idx="12919">
                  <c:v>7.5179400000000003</c:v>
                </c:pt>
                <c:pt idx="12920">
                  <c:v>7.5182399999999996</c:v>
                </c:pt>
                <c:pt idx="12921">
                  <c:v>7.5185500000000003</c:v>
                </c:pt>
                <c:pt idx="12922">
                  <c:v>7.5188499999999996</c:v>
                </c:pt>
                <c:pt idx="12923">
                  <c:v>7.5191600000000003</c:v>
                </c:pt>
                <c:pt idx="12924">
                  <c:v>7.5194700000000001</c:v>
                </c:pt>
                <c:pt idx="12925">
                  <c:v>7.5197700000000003</c:v>
                </c:pt>
                <c:pt idx="12926">
                  <c:v>7.5200800000000001</c:v>
                </c:pt>
                <c:pt idx="12927">
                  <c:v>7.5203800000000003</c:v>
                </c:pt>
                <c:pt idx="12928">
                  <c:v>7.5206900000000001</c:v>
                </c:pt>
                <c:pt idx="12929">
                  <c:v>7.5209900000000003</c:v>
                </c:pt>
                <c:pt idx="12930">
                  <c:v>7.5213000000000001</c:v>
                </c:pt>
                <c:pt idx="12931">
                  <c:v>7.5216000000000003</c:v>
                </c:pt>
                <c:pt idx="12932">
                  <c:v>7.5219100000000001</c:v>
                </c:pt>
                <c:pt idx="12933">
                  <c:v>7.5222100000000003</c:v>
                </c:pt>
                <c:pt idx="12934">
                  <c:v>7.5225200000000001</c:v>
                </c:pt>
                <c:pt idx="12935">
                  <c:v>7.5228299999999999</c:v>
                </c:pt>
                <c:pt idx="12936">
                  <c:v>7.5231300000000001</c:v>
                </c:pt>
                <c:pt idx="12937">
                  <c:v>7.5234399999999999</c:v>
                </c:pt>
                <c:pt idx="12938">
                  <c:v>7.5237400000000001</c:v>
                </c:pt>
                <c:pt idx="12939">
                  <c:v>7.5240499999999999</c:v>
                </c:pt>
                <c:pt idx="12940">
                  <c:v>7.5243500000000001</c:v>
                </c:pt>
                <c:pt idx="12941">
                  <c:v>7.5246599999999999</c:v>
                </c:pt>
                <c:pt idx="12942">
                  <c:v>7.5249600000000001</c:v>
                </c:pt>
                <c:pt idx="12943">
                  <c:v>7.5252699999999999</c:v>
                </c:pt>
                <c:pt idx="12944">
                  <c:v>7.5255700000000001</c:v>
                </c:pt>
                <c:pt idx="12945">
                  <c:v>7.5258799999999999</c:v>
                </c:pt>
                <c:pt idx="12946">
                  <c:v>7.5261800000000001</c:v>
                </c:pt>
                <c:pt idx="12947">
                  <c:v>7.5264899999999999</c:v>
                </c:pt>
                <c:pt idx="12948">
                  <c:v>7.5267999999999997</c:v>
                </c:pt>
                <c:pt idx="12949">
                  <c:v>7.5270999999999999</c:v>
                </c:pt>
                <c:pt idx="12950">
                  <c:v>7.5274099999999997</c:v>
                </c:pt>
                <c:pt idx="12951">
                  <c:v>7.5277099999999999</c:v>
                </c:pt>
                <c:pt idx="12952">
                  <c:v>7.5280199999999997</c:v>
                </c:pt>
                <c:pt idx="12953">
                  <c:v>7.5283199999999999</c:v>
                </c:pt>
                <c:pt idx="12954">
                  <c:v>7.5286299999999997</c:v>
                </c:pt>
                <c:pt idx="12955">
                  <c:v>7.5289299999999999</c:v>
                </c:pt>
                <c:pt idx="12956">
                  <c:v>7.5292399999999997</c:v>
                </c:pt>
                <c:pt idx="12957">
                  <c:v>7.5295399999999999</c:v>
                </c:pt>
                <c:pt idx="12958">
                  <c:v>7.5298499999999997</c:v>
                </c:pt>
                <c:pt idx="12959">
                  <c:v>7.5301499999999999</c:v>
                </c:pt>
                <c:pt idx="12960">
                  <c:v>7.5304599999999997</c:v>
                </c:pt>
                <c:pt idx="12961">
                  <c:v>7.5307700000000004</c:v>
                </c:pt>
                <c:pt idx="12962">
                  <c:v>7.5310699999999997</c:v>
                </c:pt>
                <c:pt idx="12963">
                  <c:v>7.5313800000000004</c:v>
                </c:pt>
                <c:pt idx="12964">
                  <c:v>7.5316799999999997</c:v>
                </c:pt>
                <c:pt idx="12965">
                  <c:v>7.5319900000000004</c:v>
                </c:pt>
                <c:pt idx="12966">
                  <c:v>7.5322899999999997</c:v>
                </c:pt>
                <c:pt idx="12967">
                  <c:v>7.5326000000000004</c:v>
                </c:pt>
                <c:pt idx="12968">
                  <c:v>7.5328999999999997</c:v>
                </c:pt>
                <c:pt idx="12969">
                  <c:v>7.5332100000000004</c:v>
                </c:pt>
                <c:pt idx="12970">
                  <c:v>7.5335099999999997</c:v>
                </c:pt>
                <c:pt idx="12971">
                  <c:v>7.5338200000000004</c:v>
                </c:pt>
                <c:pt idx="12972">
                  <c:v>7.5341199999999997</c:v>
                </c:pt>
                <c:pt idx="12973">
                  <c:v>7.5344300000000004</c:v>
                </c:pt>
                <c:pt idx="12974">
                  <c:v>7.5347400000000002</c:v>
                </c:pt>
                <c:pt idx="12975">
                  <c:v>7.5350400000000004</c:v>
                </c:pt>
                <c:pt idx="12976">
                  <c:v>7.5353500000000002</c:v>
                </c:pt>
                <c:pt idx="12977">
                  <c:v>7.5356500000000004</c:v>
                </c:pt>
                <c:pt idx="12978">
                  <c:v>7.5359600000000002</c:v>
                </c:pt>
                <c:pt idx="12979">
                  <c:v>7.5362600000000004</c:v>
                </c:pt>
                <c:pt idx="12980">
                  <c:v>7.5365700000000002</c:v>
                </c:pt>
                <c:pt idx="12981">
                  <c:v>7.5368700000000004</c:v>
                </c:pt>
                <c:pt idx="12982">
                  <c:v>7.5371800000000002</c:v>
                </c:pt>
                <c:pt idx="12983">
                  <c:v>7.5374800000000004</c:v>
                </c:pt>
                <c:pt idx="12984">
                  <c:v>7.5377900000000002</c:v>
                </c:pt>
                <c:pt idx="12985">
                  <c:v>7.5380900000000004</c:v>
                </c:pt>
                <c:pt idx="12986">
                  <c:v>7.5384000000000002</c:v>
                </c:pt>
                <c:pt idx="12987">
                  <c:v>7.53871</c:v>
                </c:pt>
                <c:pt idx="12988">
                  <c:v>7.5390100000000002</c:v>
                </c:pt>
                <c:pt idx="12989">
                  <c:v>7.53932</c:v>
                </c:pt>
                <c:pt idx="12990">
                  <c:v>7.5396200000000002</c:v>
                </c:pt>
                <c:pt idx="12991">
                  <c:v>7.53993</c:v>
                </c:pt>
                <c:pt idx="12992">
                  <c:v>7.5402300000000002</c:v>
                </c:pt>
                <c:pt idx="12993">
                  <c:v>7.54054</c:v>
                </c:pt>
                <c:pt idx="12994">
                  <c:v>7.5408400000000002</c:v>
                </c:pt>
                <c:pt idx="12995">
                  <c:v>7.54115</c:v>
                </c:pt>
                <c:pt idx="12996">
                  <c:v>7.5414500000000002</c:v>
                </c:pt>
                <c:pt idx="12997">
                  <c:v>7.54176</c:v>
                </c:pt>
                <c:pt idx="12998">
                  <c:v>7.5420699999999998</c:v>
                </c:pt>
                <c:pt idx="12999">
                  <c:v>7.54237</c:v>
                </c:pt>
                <c:pt idx="13000">
                  <c:v>7.5426799999999998</c:v>
                </c:pt>
                <c:pt idx="13001">
                  <c:v>7.54298</c:v>
                </c:pt>
                <c:pt idx="13002">
                  <c:v>7.5432899999999998</c:v>
                </c:pt>
                <c:pt idx="13003">
                  <c:v>7.54359</c:v>
                </c:pt>
                <c:pt idx="13004">
                  <c:v>7.5438999999999998</c:v>
                </c:pt>
                <c:pt idx="13005">
                  <c:v>7.5442</c:v>
                </c:pt>
                <c:pt idx="13006">
                  <c:v>7.5445099999999998</c:v>
                </c:pt>
                <c:pt idx="13007">
                  <c:v>7.54481</c:v>
                </c:pt>
                <c:pt idx="13008">
                  <c:v>7.5451199999999998</c:v>
                </c:pt>
                <c:pt idx="13009">
                  <c:v>7.54542</c:v>
                </c:pt>
                <c:pt idx="13010">
                  <c:v>7.5457299999999998</c:v>
                </c:pt>
                <c:pt idx="13011">
                  <c:v>7.5460399999999996</c:v>
                </c:pt>
                <c:pt idx="13012">
                  <c:v>7.5463399999999998</c:v>
                </c:pt>
                <c:pt idx="13013">
                  <c:v>7.5466499999999996</c:v>
                </c:pt>
                <c:pt idx="13014">
                  <c:v>7.5469499999999998</c:v>
                </c:pt>
                <c:pt idx="13015">
                  <c:v>7.5472599999999996</c:v>
                </c:pt>
                <c:pt idx="13016">
                  <c:v>7.5475599999999998</c:v>
                </c:pt>
                <c:pt idx="13017">
                  <c:v>7.5478699999999996</c:v>
                </c:pt>
                <c:pt idx="13018">
                  <c:v>7.5481699999999998</c:v>
                </c:pt>
                <c:pt idx="13019">
                  <c:v>7.5484799999999996</c:v>
                </c:pt>
                <c:pt idx="13020">
                  <c:v>7.5487799999999998</c:v>
                </c:pt>
                <c:pt idx="13021">
                  <c:v>7.5490899999999996</c:v>
                </c:pt>
                <c:pt idx="13022">
                  <c:v>7.5493899999999998</c:v>
                </c:pt>
                <c:pt idx="13023">
                  <c:v>7.5496999999999996</c:v>
                </c:pt>
                <c:pt idx="13024">
                  <c:v>7.5500100000000003</c:v>
                </c:pt>
                <c:pt idx="13025">
                  <c:v>7.5503099999999996</c:v>
                </c:pt>
                <c:pt idx="13026">
                  <c:v>7.5506200000000003</c:v>
                </c:pt>
                <c:pt idx="13027">
                  <c:v>7.5509199999999996</c:v>
                </c:pt>
                <c:pt idx="13028">
                  <c:v>7.5512300000000003</c:v>
                </c:pt>
                <c:pt idx="13029">
                  <c:v>7.5515299999999996</c:v>
                </c:pt>
                <c:pt idx="13030">
                  <c:v>7.5518400000000003</c:v>
                </c:pt>
                <c:pt idx="13031">
                  <c:v>7.5521399999999996</c:v>
                </c:pt>
                <c:pt idx="13032">
                  <c:v>7.5524500000000003</c:v>
                </c:pt>
                <c:pt idx="13033">
                  <c:v>7.5527499999999996</c:v>
                </c:pt>
                <c:pt idx="13034">
                  <c:v>7.5530600000000003</c:v>
                </c:pt>
                <c:pt idx="13035">
                  <c:v>7.5533599999999996</c:v>
                </c:pt>
                <c:pt idx="13036">
                  <c:v>7.5536700000000003</c:v>
                </c:pt>
                <c:pt idx="13037">
                  <c:v>7.5539800000000001</c:v>
                </c:pt>
                <c:pt idx="13038">
                  <c:v>7.5542800000000003</c:v>
                </c:pt>
                <c:pt idx="13039">
                  <c:v>7.5545900000000001</c:v>
                </c:pt>
                <c:pt idx="13040">
                  <c:v>7.5548900000000003</c:v>
                </c:pt>
                <c:pt idx="13041">
                  <c:v>7.5552000000000001</c:v>
                </c:pt>
                <c:pt idx="13042">
                  <c:v>7.5555000000000003</c:v>
                </c:pt>
                <c:pt idx="13043">
                  <c:v>7.5558100000000001</c:v>
                </c:pt>
                <c:pt idx="13044">
                  <c:v>7.5561100000000003</c:v>
                </c:pt>
                <c:pt idx="13045">
                  <c:v>7.5564200000000001</c:v>
                </c:pt>
                <c:pt idx="13046">
                  <c:v>7.5567200000000003</c:v>
                </c:pt>
                <c:pt idx="13047">
                  <c:v>7.5570300000000001</c:v>
                </c:pt>
                <c:pt idx="13048">
                  <c:v>7.5573300000000003</c:v>
                </c:pt>
                <c:pt idx="13049">
                  <c:v>7.5576400000000001</c:v>
                </c:pt>
                <c:pt idx="13050">
                  <c:v>7.5579499999999999</c:v>
                </c:pt>
                <c:pt idx="13051">
                  <c:v>7.5582500000000001</c:v>
                </c:pt>
                <c:pt idx="13052">
                  <c:v>7.5585599999999999</c:v>
                </c:pt>
                <c:pt idx="13053">
                  <c:v>7.5588600000000001</c:v>
                </c:pt>
                <c:pt idx="13054">
                  <c:v>7.5591699999999999</c:v>
                </c:pt>
                <c:pt idx="13055">
                  <c:v>7.5594700000000001</c:v>
                </c:pt>
                <c:pt idx="13056">
                  <c:v>7.5597799999999999</c:v>
                </c:pt>
                <c:pt idx="13057">
                  <c:v>7.5600800000000001</c:v>
                </c:pt>
                <c:pt idx="13058">
                  <c:v>7.5603899999999999</c:v>
                </c:pt>
                <c:pt idx="13059">
                  <c:v>7.5606900000000001</c:v>
                </c:pt>
                <c:pt idx="13060">
                  <c:v>7.5609999999999999</c:v>
                </c:pt>
                <c:pt idx="13061">
                  <c:v>7.5613099999999998</c:v>
                </c:pt>
                <c:pt idx="13062">
                  <c:v>7.5616099999999999</c:v>
                </c:pt>
                <c:pt idx="13063">
                  <c:v>7.5619199999999998</c:v>
                </c:pt>
                <c:pt idx="13064">
                  <c:v>7.5622199999999999</c:v>
                </c:pt>
                <c:pt idx="13065">
                  <c:v>7.5625299999999998</c:v>
                </c:pt>
                <c:pt idx="13066">
                  <c:v>7.5628299999999999</c:v>
                </c:pt>
                <c:pt idx="13067">
                  <c:v>7.5631399999999998</c:v>
                </c:pt>
                <c:pt idx="13068">
                  <c:v>7.5634399999999999</c:v>
                </c:pt>
                <c:pt idx="13069">
                  <c:v>7.5637499999999998</c:v>
                </c:pt>
                <c:pt idx="13070">
                  <c:v>7.5640499999999999</c:v>
                </c:pt>
                <c:pt idx="13071">
                  <c:v>7.5643599999999998</c:v>
                </c:pt>
                <c:pt idx="13072">
                  <c:v>7.5646599999999999</c:v>
                </c:pt>
                <c:pt idx="13073">
                  <c:v>7.5649699999999998</c:v>
                </c:pt>
                <c:pt idx="13074">
                  <c:v>7.5652799999999996</c:v>
                </c:pt>
                <c:pt idx="13075">
                  <c:v>7.5655799999999997</c:v>
                </c:pt>
                <c:pt idx="13076">
                  <c:v>7.5658899999999996</c:v>
                </c:pt>
                <c:pt idx="13077">
                  <c:v>7.5661899999999997</c:v>
                </c:pt>
                <c:pt idx="13078">
                  <c:v>7.5664999999999996</c:v>
                </c:pt>
                <c:pt idx="13079">
                  <c:v>7.5667999999999997</c:v>
                </c:pt>
                <c:pt idx="13080">
                  <c:v>7.5671099999999996</c:v>
                </c:pt>
                <c:pt idx="13081">
                  <c:v>7.5674099999999997</c:v>
                </c:pt>
                <c:pt idx="13082">
                  <c:v>7.5677199999999996</c:v>
                </c:pt>
                <c:pt idx="13083">
                  <c:v>7.5680199999999997</c:v>
                </c:pt>
                <c:pt idx="13084">
                  <c:v>7.5683299999999996</c:v>
                </c:pt>
                <c:pt idx="13085">
                  <c:v>7.5686299999999997</c:v>
                </c:pt>
                <c:pt idx="13086">
                  <c:v>7.5689399999999996</c:v>
                </c:pt>
                <c:pt idx="13087">
                  <c:v>7.5692500000000003</c:v>
                </c:pt>
                <c:pt idx="13088">
                  <c:v>7.5695499999999996</c:v>
                </c:pt>
                <c:pt idx="13089">
                  <c:v>7.5698600000000003</c:v>
                </c:pt>
                <c:pt idx="13090">
                  <c:v>7.5701599999999996</c:v>
                </c:pt>
                <c:pt idx="13091">
                  <c:v>7.5704700000000003</c:v>
                </c:pt>
                <c:pt idx="13092">
                  <c:v>7.5707700000000004</c:v>
                </c:pt>
                <c:pt idx="13093">
                  <c:v>7.5710800000000003</c:v>
                </c:pt>
                <c:pt idx="13094">
                  <c:v>7.5713800000000004</c:v>
                </c:pt>
                <c:pt idx="13095">
                  <c:v>7.5716900000000003</c:v>
                </c:pt>
                <c:pt idx="13096">
                  <c:v>7.5719900000000004</c:v>
                </c:pt>
                <c:pt idx="13097">
                  <c:v>7.5723000000000003</c:v>
                </c:pt>
                <c:pt idx="13098">
                  <c:v>7.5726000000000004</c:v>
                </c:pt>
                <c:pt idx="13099">
                  <c:v>7.5729100000000003</c:v>
                </c:pt>
                <c:pt idx="13100">
                  <c:v>7.5732200000000001</c:v>
                </c:pt>
                <c:pt idx="13101">
                  <c:v>7.5735200000000003</c:v>
                </c:pt>
                <c:pt idx="13102">
                  <c:v>7.5738300000000001</c:v>
                </c:pt>
                <c:pt idx="13103">
                  <c:v>7.5741300000000003</c:v>
                </c:pt>
                <c:pt idx="13104">
                  <c:v>7.5744400000000001</c:v>
                </c:pt>
                <c:pt idx="13105">
                  <c:v>7.5747400000000003</c:v>
                </c:pt>
                <c:pt idx="13106">
                  <c:v>7.5750500000000001</c:v>
                </c:pt>
                <c:pt idx="13107">
                  <c:v>7.5753500000000003</c:v>
                </c:pt>
                <c:pt idx="13108">
                  <c:v>7.5756600000000001</c:v>
                </c:pt>
                <c:pt idx="13109">
                  <c:v>7.5759600000000002</c:v>
                </c:pt>
                <c:pt idx="13110">
                  <c:v>7.5762700000000001</c:v>
                </c:pt>
                <c:pt idx="13111">
                  <c:v>7.5765799999999999</c:v>
                </c:pt>
                <c:pt idx="13112">
                  <c:v>7.5768800000000001</c:v>
                </c:pt>
                <c:pt idx="13113">
                  <c:v>7.5771899999999999</c:v>
                </c:pt>
                <c:pt idx="13114">
                  <c:v>7.5774900000000001</c:v>
                </c:pt>
                <c:pt idx="13115">
                  <c:v>7.5777999999999999</c:v>
                </c:pt>
                <c:pt idx="13116">
                  <c:v>7.5781000000000001</c:v>
                </c:pt>
                <c:pt idx="13117">
                  <c:v>7.5784099999999999</c:v>
                </c:pt>
                <c:pt idx="13118">
                  <c:v>7.5787100000000001</c:v>
                </c:pt>
                <c:pt idx="13119">
                  <c:v>7.5790199999999999</c:v>
                </c:pt>
                <c:pt idx="13120">
                  <c:v>7.5793200000000001</c:v>
                </c:pt>
                <c:pt idx="13121">
                  <c:v>7.5796299999999999</c:v>
                </c:pt>
                <c:pt idx="13122">
                  <c:v>7.5799300000000001</c:v>
                </c:pt>
                <c:pt idx="13123">
                  <c:v>7.5802399999999999</c:v>
                </c:pt>
                <c:pt idx="13124">
                  <c:v>7.5805499999999997</c:v>
                </c:pt>
                <c:pt idx="13125">
                  <c:v>7.5808499999999999</c:v>
                </c:pt>
                <c:pt idx="13126">
                  <c:v>7.5811599999999997</c:v>
                </c:pt>
                <c:pt idx="13127">
                  <c:v>7.5814599999999999</c:v>
                </c:pt>
                <c:pt idx="13128">
                  <c:v>7.5817699999999997</c:v>
                </c:pt>
                <c:pt idx="13129">
                  <c:v>7.5820699999999999</c:v>
                </c:pt>
                <c:pt idx="13130">
                  <c:v>7.5823799999999997</c:v>
                </c:pt>
                <c:pt idx="13131">
                  <c:v>7.5826799999999999</c:v>
                </c:pt>
                <c:pt idx="13132">
                  <c:v>7.5829899999999997</c:v>
                </c:pt>
                <c:pt idx="13133">
                  <c:v>7.5832899999999999</c:v>
                </c:pt>
                <c:pt idx="13134">
                  <c:v>7.5835999999999997</c:v>
                </c:pt>
                <c:pt idx="13135">
                  <c:v>7.5838999999999999</c:v>
                </c:pt>
                <c:pt idx="13136">
                  <c:v>7.5842099999999997</c:v>
                </c:pt>
                <c:pt idx="13137">
                  <c:v>7.5845200000000004</c:v>
                </c:pt>
                <c:pt idx="13138">
                  <c:v>7.5848199999999997</c:v>
                </c:pt>
                <c:pt idx="13139">
                  <c:v>7.5851300000000004</c:v>
                </c:pt>
                <c:pt idx="13140">
                  <c:v>7.5854299999999997</c:v>
                </c:pt>
                <c:pt idx="13141">
                  <c:v>7.5857400000000004</c:v>
                </c:pt>
                <c:pt idx="13142">
                  <c:v>7.5860399999999997</c:v>
                </c:pt>
                <c:pt idx="13143">
                  <c:v>7.5863500000000004</c:v>
                </c:pt>
                <c:pt idx="13144">
                  <c:v>7.5866499999999997</c:v>
                </c:pt>
                <c:pt idx="13145">
                  <c:v>7.5869600000000004</c:v>
                </c:pt>
                <c:pt idx="13146">
                  <c:v>7.5872599999999997</c:v>
                </c:pt>
                <c:pt idx="13147">
                  <c:v>7.5875700000000004</c:v>
                </c:pt>
                <c:pt idx="13148">
                  <c:v>7.5878699999999997</c:v>
                </c:pt>
                <c:pt idx="13149">
                  <c:v>7.5881800000000004</c:v>
                </c:pt>
                <c:pt idx="13150">
                  <c:v>7.5884900000000002</c:v>
                </c:pt>
                <c:pt idx="13151">
                  <c:v>7.5887900000000004</c:v>
                </c:pt>
                <c:pt idx="13152">
                  <c:v>7.5891000000000002</c:v>
                </c:pt>
                <c:pt idx="13153">
                  <c:v>7.5894000000000004</c:v>
                </c:pt>
                <c:pt idx="13154">
                  <c:v>7.5897100000000002</c:v>
                </c:pt>
                <c:pt idx="13155">
                  <c:v>7.5900100000000004</c:v>
                </c:pt>
                <c:pt idx="13156">
                  <c:v>7.5903200000000002</c:v>
                </c:pt>
                <c:pt idx="13157">
                  <c:v>7.5906200000000004</c:v>
                </c:pt>
                <c:pt idx="13158">
                  <c:v>7.5909300000000002</c:v>
                </c:pt>
                <c:pt idx="13159">
                  <c:v>7.5912300000000004</c:v>
                </c:pt>
                <c:pt idx="13160">
                  <c:v>7.5915400000000002</c:v>
                </c:pt>
                <c:pt idx="13161">
                  <c:v>7.5918400000000004</c:v>
                </c:pt>
                <c:pt idx="13162">
                  <c:v>7.5921500000000002</c:v>
                </c:pt>
                <c:pt idx="13163">
                  <c:v>7.59246</c:v>
                </c:pt>
                <c:pt idx="13164">
                  <c:v>7.5927600000000002</c:v>
                </c:pt>
                <c:pt idx="13165">
                  <c:v>7.59307</c:v>
                </c:pt>
                <c:pt idx="13166">
                  <c:v>7.5933700000000002</c:v>
                </c:pt>
                <c:pt idx="13167">
                  <c:v>7.59368</c:v>
                </c:pt>
                <c:pt idx="13168">
                  <c:v>7.5939800000000002</c:v>
                </c:pt>
                <c:pt idx="13169">
                  <c:v>7.59429</c:v>
                </c:pt>
                <c:pt idx="13170">
                  <c:v>7.5945900000000002</c:v>
                </c:pt>
                <c:pt idx="13171">
                  <c:v>7.5949</c:v>
                </c:pt>
                <c:pt idx="13172">
                  <c:v>7.5952000000000002</c:v>
                </c:pt>
                <c:pt idx="13173">
                  <c:v>7.59551</c:v>
                </c:pt>
                <c:pt idx="13174">
                  <c:v>7.5958199999999998</c:v>
                </c:pt>
                <c:pt idx="13175">
                  <c:v>7.59612</c:v>
                </c:pt>
                <c:pt idx="13176">
                  <c:v>7.5964299999999998</c:v>
                </c:pt>
                <c:pt idx="13177">
                  <c:v>7.59673</c:v>
                </c:pt>
                <c:pt idx="13178">
                  <c:v>7.5970399999999998</c:v>
                </c:pt>
                <c:pt idx="13179">
                  <c:v>7.59734</c:v>
                </c:pt>
                <c:pt idx="13180">
                  <c:v>7.5976499999999998</c:v>
                </c:pt>
                <c:pt idx="13181">
                  <c:v>7.59795</c:v>
                </c:pt>
                <c:pt idx="13182">
                  <c:v>7.5982599999999998</c:v>
                </c:pt>
                <c:pt idx="13183">
                  <c:v>7.59856</c:v>
                </c:pt>
                <c:pt idx="13184">
                  <c:v>7.5988699999999998</c:v>
                </c:pt>
                <c:pt idx="13185">
                  <c:v>7.59917</c:v>
                </c:pt>
                <c:pt idx="13186">
                  <c:v>7.5994799999999998</c:v>
                </c:pt>
                <c:pt idx="13187">
                  <c:v>7.5997899999999996</c:v>
                </c:pt>
                <c:pt idx="13188">
                  <c:v>7.6000899999999998</c:v>
                </c:pt>
                <c:pt idx="13189">
                  <c:v>7.6003999999999996</c:v>
                </c:pt>
                <c:pt idx="13190">
                  <c:v>7.6006999999999998</c:v>
                </c:pt>
                <c:pt idx="13191">
                  <c:v>7.6010099999999996</c:v>
                </c:pt>
                <c:pt idx="13192">
                  <c:v>7.6013099999999998</c:v>
                </c:pt>
                <c:pt idx="13193">
                  <c:v>7.6016199999999996</c:v>
                </c:pt>
                <c:pt idx="13194">
                  <c:v>7.6019199999999998</c:v>
                </c:pt>
                <c:pt idx="13195">
                  <c:v>7.6022299999999996</c:v>
                </c:pt>
                <c:pt idx="13196">
                  <c:v>7.6025299999999998</c:v>
                </c:pt>
                <c:pt idx="13197">
                  <c:v>7.6028399999999996</c:v>
                </c:pt>
                <c:pt idx="13198">
                  <c:v>7.6031399999999998</c:v>
                </c:pt>
                <c:pt idx="13199">
                  <c:v>7.6034499999999996</c:v>
                </c:pt>
                <c:pt idx="13200">
                  <c:v>7.6037600000000003</c:v>
                </c:pt>
                <c:pt idx="13201">
                  <c:v>7.6040599999999996</c:v>
                </c:pt>
                <c:pt idx="13202">
                  <c:v>7.6043700000000003</c:v>
                </c:pt>
                <c:pt idx="13203">
                  <c:v>7.6046699999999996</c:v>
                </c:pt>
                <c:pt idx="13204">
                  <c:v>7.6049800000000003</c:v>
                </c:pt>
                <c:pt idx="13205">
                  <c:v>7.6052799999999996</c:v>
                </c:pt>
                <c:pt idx="13206">
                  <c:v>7.6055900000000003</c:v>
                </c:pt>
                <c:pt idx="13207">
                  <c:v>7.6058899999999996</c:v>
                </c:pt>
                <c:pt idx="13208">
                  <c:v>7.6062000000000003</c:v>
                </c:pt>
                <c:pt idx="13209">
                  <c:v>7.6064999999999996</c:v>
                </c:pt>
                <c:pt idx="13210">
                  <c:v>7.6068100000000003</c:v>
                </c:pt>
                <c:pt idx="13211">
                  <c:v>7.6071099999999996</c:v>
                </c:pt>
                <c:pt idx="13212">
                  <c:v>7.6074200000000003</c:v>
                </c:pt>
                <c:pt idx="13213">
                  <c:v>7.6077300000000001</c:v>
                </c:pt>
                <c:pt idx="13214">
                  <c:v>7.6080300000000003</c:v>
                </c:pt>
                <c:pt idx="13215">
                  <c:v>7.6083400000000001</c:v>
                </c:pt>
                <c:pt idx="13216">
                  <c:v>7.6086400000000003</c:v>
                </c:pt>
                <c:pt idx="13217">
                  <c:v>7.6089500000000001</c:v>
                </c:pt>
                <c:pt idx="13218">
                  <c:v>7.6092500000000003</c:v>
                </c:pt>
                <c:pt idx="13219">
                  <c:v>7.6095600000000001</c:v>
                </c:pt>
                <c:pt idx="13220">
                  <c:v>7.6098600000000003</c:v>
                </c:pt>
                <c:pt idx="13221">
                  <c:v>7.6101700000000001</c:v>
                </c:pt>
                <c:pt idx="13222">
                  <c:v>7.6104700000000003</c:v>
                </c:pt>
                <c:pt idx="13223">
                  <c:v>7.6107800000000001</c:v>
                </c:pt>
                <c:pt idx="13224">
                  <c:v>7.6110800000000003</c:v>
                </c:pt>
                <c:pt idx="13225">
                  <c:v>7.6113900000000001</c:v>
                </c:pt>
                <c:pt idx="13226">
                  <c:v>7.6116999999999999</c:v>
                </c:pt>
                <c:pt idx="13227">
                  <c:v>7.6120000000000001</c:v>
                </c:pt>
                <c:pt idx="13228">
                  <c:v>7.6123099999999999</c:v>
                </c:pt>
                <c:pt idx="13229">
                  <c:v>7.6126100000000001</c:v>
                </c:pt>
                <c:pt idx="13230">
                  <c:v>7.6129199999999999</c:v>
                </c:pt>
                <c:pt idx="13231">
                  <c:v>7.6132200000000001</c:v>
                </c:pt>
                <c:pt idx="13232">
                  <c:v>7.6135299999999999</c:v>
                </c:pt>
                <c:pt idx="13233">
                  <c:v>7.6138300000000001</c:v>
                </c:pt>
                <c:pt idx="13234">
                  <c:v>7.6141399999999999</c:v>
                </c:pt>
                <c:pt idx="13235">
                  <c:v>7.6144400000000001</c:v>
                </c:pt>
                <c:pt idx="13236">
                  <c:v>7.6147499999999999</c:v>
                </c:pt>
                <c:pt idx="13237">
                  <c:v>7.6150599999999997</c:v>
                </c:pt>
                <c:pt idx="13238">
                  <c:v>7.6153599999999999</c:v>
                </c:pt>
                <c:pt idx="13239">
                  <c:v>7.6156699999999997</c:v>
                </c:pt>
                <c:pt idx="13240">
                  <c:v>7.6159699999999999</c:v>
                </c:pt>
                <c:pt idx="13241">
                  <c:v>7.6162799999999997</c:v>
                </c:pt>
                <c:pt idx="13242">
                  <c:v>7.6165799999999999</c:v>
                </c:pt>
                <c:pt idx="13243">
                  <c:v>7.6168899999999997</c:v>
                </c:pt>
                <c:pt idx="13244">
                  <c:v>7.6171899999999999</c:v>
                </c:pt>
                <c:pt idx="13245">
                  <c:v>7.6174999999999997</c:v>
                </c:pt>
                <c:pt idx="13246">
                  <c:v>7.6177999999999999</c:v>
                </c:pt>
                <c:pt idx="13247">
                  <c:v>7.6181099999999997</c:v>
                </c:pt>
                <c:pt idx="13248">
                  <c:v>7.6184099999999999</c:v>
                </c:pt>
                <c:pt idx="13249">
                  <c:v>7.6187199999999997</c:v>
                </c:pt>
                <c:pt idx="13250">
                  <c:v>7.6190300000000004</c:v>
                </c:pt>
                <c:pt idx="13251">
                  <c:v>7.6193299999999997</c:v>
                </c:pt>
                <c:pt idx="13252">
                  <c:v>7.6196400000000004</c:v>
                </c:pt>
                <c:pt idx="13253">
                  <c:v>7.6199399999999997</c:v>
                </c:pt>
                <c:pt idx="13254">
                  <c:v>7.6202500000000004</c:v>
                </c:pt>
                <c:pt idx="13255">
                  <c:v>7.6205499999999997</c:v>
                </c:pt>
                <c:pt idx="13256">
                  <c:v>7.6208600000000004</c:v>
                </c:pt>
                <c:pt idx="13257">
                  <c:v>7.6211599999999997</c:v>
                </c:pt>
                <c:pt idx="13258">
                  <c:v>7.6214700000000004</c:v>
                </c:pt>
                <c:pt idx="13259">
                  <c:v>7.6217699999999997</c:v>
                </c:pt>
                <c:pt idx="13260">
                  <c:v>7.6220800000000004</c:v>
                </c:pt>
                <c:pt idx="13261">
                  <c:v>7.6223799999999997</c:v>
                </c:pt>
                <c:pt idx="13262">
                  <c:v>7.6226900000000004</c:v>
                </c:pt>
                <c:pt idx="13263">
                  <c:v>7.6230000000000002</c:v>
                </c:pt>
                <c:pt idx="13264">
                  <c:v>7.6233000000000004</c:v>
                </c:pt>
                <c:pt idx="13265">
                  <c:v>7.6236100000000002</c:v>
                </c:pt>
                <c:pt idx="13266">
                  <c:v>7.6239100000000004</c:v>
                </c:pt>
                <c:pt idx="13267">
                  <c:v>7.6242200000000002</c:v>
                </c:pt>
                <c:pt idx="13268">
                  <c:v>7.6245200000000004</c:v>
                </c:pt>
                <c:pt idx="13269">
                  <c:v>7.6248300000000002</c:v>
                </c:pt>
                <c:pt idx="13270">
                  <c:v>7.6251300000000004</c:v>
                </c:pt>
                <c:pt idx="13271">
                  <c:v>7.6254400000000002</c:v>
                </c:pt>
                <c:pt idx="13272">
                  <c:v>7.6257400000000004</c:v>
                </c:pt>
                <c:pt idx="13273">
                  <c:v>7.6260500000000002</c:v>
                </c:pt>
                <c:pt idx="13274">
                  <c:v>7.6263500000000004</c:v>
                </c:pt>
                <c:pt idx="13275">
                  <c:v>7.6266600000000002</c:v>
                </c:pt>
                <c:pt idx="13276">
                  <c:v>7.62697</c:v>
                </c:pt>
                <c:pt idx="13277">
                  <c:v>7.6272700000000002</c:v>
                </c:pt>
                <c:pt idx="13278">
                  <c:v>7.62758</c:v>
                </c:pt>
                <c:pt idx="13279">
                  <c:v>7.6278800000000002</c:v>
                </c:pt>
                <c:pt idx="13280">
                  <c:v>7.62819</c:v>
                </c:pt>
                <c:pt idx="13281">
                  <c:v>7.6284900000000002</c:v>
                </c:pt>
                <c:pt idx="13282">
                  <c:v>7.6288</c:v>
                </c:pt>
                <c:pt idx="13283">
                  <c:v>7.6291000000000002</c:v>
                </c:pt>
                <c:pt idx="13284">
                  <c:v>7.62941</c:v>
                </c:pt>
                <c:pt idx="13285">
                  <c:v>7.6297100000000002</c:v>
                </c:pt>
                <c:pt idx="13286">
                  <c:v>7.63002</c:v>
                </c:pt>
                <c:pt idx="13287">
                  <c:v>7.6303200000000002</c:v>
                </c:pt>
                <c:pt idx="13288">
                  <c:v>7.63063</c:v>
                </c:pt>
                <c:pt idx="13289">
                  <c:v>7.6309399999999998</c:v>
                </c:pt>
                <c:pt idx="13290">
                  <c:v>7.63124</c:v>
                </c:pt>
                <c:pt idx="13291">
                  <c:v>7.6315499999999998</c:v>
                </c:pt>
                <c:pt idx="13292">
                  <c:v>7.63185</c:v>
                </c:pt>
                <c:pt idx="13293">
                  <c:v>7.6321599999999998</c:v>
                </c:pt>
                <c:pt idx="13294">
                  <c:v>7.63246</c:v>
                </c:pt>
                <c:pt idx="13295">
                  <c:v>7.6327699999999998</c:v>
                </c:pt>
                <c:pt idx="13296">
                  <c:v>7.63307</c:v>
                </c:pt>
                <c:pt idx="13297">
                  <c:v>7.6333799999999998</c:v>
                </c:pt>
                <c:pt idx="13298">
                  <c:v>7.63368</c:v>
                </c:pt>
                <c:pt idx="13299">
                  <c:v>7.6339899999999998</c:v>
                </c:pt>
                <c:pt idx="13300">
                  <c:v>7.6342999999999996</c:v>
                </c:pt>
                <c:pt idx="13301">
                  <c:v>7.6345999999999998</c:v>
                </c:pt>
                <c:pt idx="13302">
                  <c:v>7.6349099999999996</c:v>
                </c:pt>
                <c:pt idx="13303">
                  <c:v>7.6352099999999998</c:v>
                </c:pt>
                <c:pt idx="13304">
                  <c:v>7.6355199999999996</c:v>
                </c:pt>
                <c:pt idx="13305">
                  <c:v>7.6358199999999998</c:v>
                </c:pt>
                <c:pt idx="13306">
                  <c:v>7.6361299999999996</c:v>
                </c:pt>
                <c:pt idx="13307">
                  <c:v>7.6364299999999998</c:v>
                </c:pt>
                <c:pt idx="13308">
                  <c:v>7.6367399999999996</c:v>
                </c:pt>
                <c:pt idx="13309">
                  <c:v>7.6370399999999998</c:v>
                </c:pt>
                <c:pt idx="13310">
                  <c:v>7.6373499999999996</c:v>
                </c:pt>
                <c:pt idx="13311">
                  <c:v>7.6376499999999998</c:v>
                </c:pt>
                <c:pt idx="13312">
                  <c:v>7.6379599999999996</c:v>
                </c:pt>
                <c:pt idx="13313">
                  <c:v>7.6382700000000003</c:v>
                </c:pt>
                <c:pt idx="13314">
                  <c:v>7.6385699999999996</c:v>
                </c:pt>
                <c:pt idx="13315">
                  <c:v>7.6388800000000003</c:v>
                </c:pt>
                <c:pt idx="13316">
                  <c:v>7.6391799999999996</c:v>
                </c:pt>
                <c:pt idx="13317">
                  <c:v>7.6394900000000003</c:v>
                </c:pt>
                <c:pt idx="13318">
                  <c:v>7.6397899999999996</c:v>
                </c:pt>
                <c:pt idx="13319">
                  <c:v>7.6401000000000003</c:v>
                </c:pt>
                <c:pt idx="13320">
                  <c:v>7.6403999999999996</c:v>
                </c:pt>
                <c:pt idx="13321">
                  <c:v>7.6407100000000003</c:v>
                </c:pt>
                <c:pt idx="13322">
                  <c:v>7.6410099999999996</c:v>
                </c:pt>
                <c:pt idx="13323">
                  <c:v>7.6413200000000003</c:v>
                </c:pt>
                <c:pt idx="13324">
                  <c:v>7.6416199999999996</c:v>
                </c:pt>
                <c:pt idx="13325">
                  <c:v>7.6419300000000003</c:v>
                </c:pt>
                <c:pt idx="13326">
                  <c:v>7.6422400000000001</c:v>
                </c:pt>
                <c:pt idx="13327">
                  <c:v>7.6425400000000003</c:v>
                </c:pt>
                <c:pt idx="13328">
                  <c:v>7.6428500000000001</c:v>
                </c:pt>
                <c:pt idx="13329">
                  <c:v>7.6431500000000003</c:v>
                </c:pt>
                <c:pt idx="13330">
                  <c:v>7.6434600000000001</c:v>
                </c:pt>
                <c:pt idx="13331">
                  <c:v>7.6437600000000003</c:v>
                </c:pt>
                <c:pt idx="13332">
                  <c:v>7.6440700000000001</c:v>
                </c:pt>
                <c:pt idx="13333">
                  <c:v>7.6443700000000003</c:v>
                </c:pt>
                <c:pt idx="13334">
                  <c:v>7.6446800000000001</c:v>
                </c:pt>
                <c:pt idx="13335">
                  <c:v>7.6449800000000003</c:v>
                </c:pt>
                <c:pt idx="13336">
                  <c:v>7.6452900000000001</c:v>
                </c:pt>
                <c:pt idx="13337">
                  <c:v>7.6455900000000003</c:v>
                </c:pt>
                <c:pt idx="13338">
                  <c:v>7.6459000000000001</c:v>
                </c:pt>
                <c:pt idx="13339">
                  <c:v>7.64621</c:v>
                </c:pt>
                <c:pt idx="13340">
                  <c:v>7.6465100000000001</c:v>
                </c:pt>
                <c:pt idx="13341">
                  <c:v>7.64682</c:v>
                </c:pt>
                <c:pt idx="13342">
                  <c:v>7.6471200000000001</c:v>
                </c:pt>
                <c:pt idx="13343">
                  <c:v>7.6474299999999999</c:v>
                </c:pt>
                <c:pt idx="13344">
                  <c:v>7.6477300000000001</c:v>
                </c:pt>
                <c:pt idx="13345">
                  <c:v>7.6480399999999999</c:v>
                </c:pt>
                <c:pt idx="13346">
                  <c:v>7.6483400000000001</c:v>
                </c:pt>
                <c:pt idx="13347">
                  <c:v>7.6486499999999999</c:v>
                </c:pt>
                <c:pt idx="13348">
                  <c:v>7.6489500000000001</c:v>
                </c:pt>
                <c:pt idx="13349">
                  <c:v>7.6492599999999999</c:v>
                </c:pt>
                <c:pt idx="13350">
                  <c:v>7.6495699999999998</c:v>
                </c:pt>
                <c:pt idx="13351">
                  <c:v>7.6498699999999999</c:v>
                </c:pt>
                <c:pt idx="13352">
                  <c:v>7.6501799999999998</c:v>
                </c:pt>
                <c:pt idx="13353">
                  <c:v>7.6504799999999999</c:v>
                </c:pt>
                <c:pt idx="13354">
                  <c:v>7.6507899999999998</c:v>
                </c:pt>
                <c:pt idx="13355">
                  <c:v>7.6510899999999999</c:v>
                </c:pt>
                <c:pt idx="13356">
                  <c:v>7.6513999999999998</c:v>
                </c:pt>
                <c:pt idx="13357">
                  <c:v>7.6516999999999999</c:v>
                </c:pt>
                <c:pt idx="13358">
                  <c:v>7.6520099999999998</c:v>
                </c:pt>
                <c:pt idx="13359">
                  <c:v>7.6523099999999999</c:v>
                </c:pt>
                <c:pt idx="13360">
                  <c:v>7.6526199999999998</c:v>
                </c:pt>
                <c:pt idx="13361">
                  <c:v>7.6529199999999999</c:v>
                </c:pt>
                <c:pt idx="13362">
                  <c:v>7.6532299999999998</c:v>
                </c:pt>
                <c:pt idx="13363">
                  <c:v>7.6535399999999996</c:v>
                </c:pt>
                <c:pt idx="13364">
                  <c:v>7.6538399999999998</c:v>
                </c:pt>
                <c:pt idx="13365">
                  <c:v>7.6541499999999996</c:v>
                </c:pt>
                <c:pt idx="13366">
                  <c:v>7.6544499999999998</c:v>
                </c:pt>
                <c:pt idx="13367">
                  <c:v>7.6547599999999996</c:v>
                </c:pt>
                <c:pt idx="13368">
                  <c:v>7.6550599999999998</c:v>
                </c:pt>
                <c:pt idx="13369">
                  <c:v>7.6553699999999996</c:v>
                </c:pt>
                <c:pt idx="13370">
                  <c:v>7.6556699999999998</c:v>
                </c:pt>
                <c:pt idx="13371">
                  <c:v>7.6559799999999996</c:v>
                </c:pt>
                <c:pt idx="13372">
                  <c:v>7.6562799999999998</c:v>
                </c:pt>
                <c:pt idx="13373">
                  <c:v>7.6565899999999996</c:v>
                </c:pt>
                <c:pt idx="13374">
                  <c:v>7.6568899999999998</c:v>
                </c:pt>
                <c:pt idx="13375">
                  <c:v>7.6571999999999996</c:v>
                </c:pt>
                <c:pt idx="13376">
                  <c:v>7.6575100000000003</c:v>
                </c:pt>
                <c:pt idx="13377">
                  <c:v>7.6578099999999996</c:v>
                </c:pt>
                <c:pt idx="13378">
                  <c:v>7.6581200000000003</c:v>
                </c:pt>
                <c:pt idx="13379">
                  <c:v>7.6584199999999996</c:v>
                </c:pt>
                <c:pt idx="13380">
                  <c:v>7.6587300000000003</c:v>
                </c:pt>
                <c:pt idx="13381">
                  <c:v>7.6590299999999996</c:v>
                </c:pt>
                <c:pt idx="13382">
                  <c:v>7.6593400000000003</c:v>
                </c:pt>
                <c:pt idx="13383">
                  <c:v>7.6596399999999996</c:v>
                </c:pt>
                <c:pt idx="13384">
                  <c:v>7.6599500000000003</c:v>
                </c:pt>
                <c:pt idx="13385">
                  <c:v>7.6602499999999996</c:v>
                </c:pt>
                <c:pt idx="13386">
                  <c:v>7.6605600000000003</c:v>
                </c:pt>
                <c:pt idx="13387">
                  <c:v>7.6608599999999996</c:v>
                </c:pt>
                <c:pt idx="13388">
                  <c:v>7.6611700000000003</c:v>
                </c:pt>
                <c:pt idx="13389">
                  <c:v>7.6614800000000001</c:v>
                </c:pt>
                <c:pt idx="13390">
                  <c:v>7.6617800000000003</c:v>
                </c:pt>
                <c:pt idx="13391">
                  <c:v>7.6620900000000001</c:v>
                </c:pt>
                <c:pt idx="13392">
                  <c:v>7.6623900000000003</c:v>
                </c:pt>
                <c:pt idx="13393">
                  <c:v>7.6627000000000001</c:v>
                </c:pt>
                <c:pt idx="13394">
                  <c:v>7.6630000000000003</c:v>
                </c:pt>
                <c:pt idx="13395">
                  <c:v>7.6633100000000001</c:v>
                </c:pt>
                <c:pt idx="13396">
                  <c:v>7.6636100000000003</c:v>
                </c:pt>
                <c:pt idx="13397">
                  <c:v>7.6639200000000001</c:v>
                </c:pt>
                <c:pt idx="13398">
                  <c:v>7.6642200000000003</c:v>
                </c:pt>
                <c:pt idx="13399">
                  <c:v>7.6645300000000001</c:v>
                </c:pt>
                <c:pt idx="13400">
                  <c:v>7.6648300000000003</c:v>
                </c:pt>
                <c:pt idx="13401">
                  <c:v>7.6651400000000001</c:v>
                </c:pt>
                <c:pt idx="13402">
                  <c:v>7.6654499999999999</c:v>
                </c:pt>
                <c:pt idx="13403">
                  <c:v>7.6657500000000001</c:v>
                </c:pt>
                <c:pt idx="13404">
                  <c:v>7.6660599999999999</c:v>
                </c:pt>
                <c:pt idx="13405">
                  <c:v>7.6663600000000001</c:v>
                </c:pt>
                <c:pt idx="13406">
                  <c:v>7.6666699999999999</c:v>
                </c:pt>
                <c:pt idx="13407">
                  <c:v>7.6669700000000001</c:v>
                </c:pt>
                <c:pt idx="13408">
                  <c:v>7.6672799999999999</c:v>
                </c:pt>
                <c:pt idx="13409">
                  <c:v>7.6675800000000001</c:v>
                </c:pt>
                <c:pt idx="13410">
                  <c:v>7.6678899999999999</c:v>
                </c:pt>
                <c:pt idx="13411">
                  <c:v>7.6681900000000001</c:v>
                </c:pt>
                <c:pt idx="13412">
                  <c:v>7.6684999999999999</c:v>
                </c:pt>
                <c:pt idx="13413">
                  <c:v>7.6688099999999997</c:v>
                </c:pt>
                <c:pt idx="13414">
                  <c:v>7.6691099999999999</c:v>
                </c:pt>
                <c:pt idx="13415">
                  <c:v>7.6694199999999997</c:v>
                </c:pt>
                <c:pt idx="13416">
                  <c:v>7.6697199999999999</c:v>
                </c:pt>
                <c:pt idx="13417">
                  <c:v>7.6700299999999997</c:v>
                </c:pt>
                <c:pt idx="13418">
                  <c:v>7.6703299999999999</c:v>
                </c:pt>
                <c:pt idx="13419">
                  <c:v>7.6706399999999997</c:v>
                </c:pt>
                <c:pt idx="13420">
                  <c:v>7.6709399999999999</c:v>
                </c:pt>
                <c:pt idx="13421">
                  <c:v>7.6712499999999997</c:v>
                </c:pt>
                <c:pt idx="13422">
                  <c:v>7.6715499999999999</c:v>
                </c:pt>
                <c:pt idx="13423">
                  <c:v>7.6718599999999997</c:v>
                </c:pt>
                <c:pt idx="13424">
                  <c:v>7.6721599999999999</c:v>
                </c:pt>
                <c:pt idx="13425">
                  <c:v>7.6724699999999997</c:v>
                </c:pt>
                <c:pt idx="13426">
                  <c:v>7.6727800000000004</c:v>
                </c:pt>
                <c:pt idx="13427">
                  <c:v>7.6730799999999997</c:v>
                </c:pt>
                <c:pt idx="13428">
                  <c:v>7.6733900000000004</c:v>
                </c:pt>
                <c:pt idx="13429">
                  <c:v>7.6736899999999997</c:v>
                </c:pt>
                <c:pt idx="13430">
                  <c:v>7.6740000000000004</c:v>
                </c:pt>
                <c:pt idx="13431">
                  <c:v>7.6742999999999997</c:v>
                </c:pt>
                <c:pt idx="13432">
                  <c:v>7.6746100000000004</c:v>
                </c:pt>
                <c:pt idx="13433">
                  <c:v>7.6749099999999997</c:v>
                </c:pt>
                <c:pt idx="13434">
                  <c:v>7.6752200000000004</c:v>
                </c:pt>
                <c:pt idx="13435">
                  <c:v>7.6755199999999997</c:v>
                </c:pt>
                <c:pt idx="13436">
                  <c:v>7.6758300000000004</c:v>
                </c:pt>
                <c:pt idx="13437">
                  <c:v>7.6761299999999997</c:v>
                </c:pt>
                <c:pt idx="13438">
                  <c:v>7.6764400000000004</c:v>
                </c:pt>
                <c:pt idx="13439">
                  <c:v>7.6767500000000002</c:v>
                </c:pt>
                <c:pt idx="13440">
                  <c:v>7.6770500000000004</c:v>
                </c:pt>
                <c:pt idx="13441">
                  <c:v>7.6773600000000002</c:v>
                </c:pt>
                <c:pt idx="13442">
                  <c:v>7.6776600000000004</c:v>
                </c:pt>
                <c:pt idx="13443">
                  <c:v>7.6779700000000002</c:v>
                </c:pt>
                <c:pt idx="13444">
                  <c:v>7.6782700000000004</c:v>
                </c:pt>
                <c:pt idx="13445">
                  <c:v>7.6785800000000002</c:v>
                </c:pt>
                <c:pt idx="13446">
                  <c:v>7.6788800000000004</c:v>
                </c:pt>
                <c:pt idx="13447">
                  <c:v>7.6791900000000002</c:v>
                </c:pt>
                <c:pt idx="13448">
                  <c:v>7.6794900000000004</c:v>
                </c:pt>
                <c:pt idx="13449">
                  <c:v>7.6798000000000002</c:v>
                </c:pt>
                <c:pt idx="13450">
                  <c:v>7.6801000000000004</c:v>
                </c:pt>
                <c:pt idx="13451">
                  <c:v>7.6804100000000002</c:v>
                </c:pt>
                <c:pt idx="13452">
                  <c:v>7.68072</c:v>
                </c:pt>
                <c:pt idx="13453">
                  <c:v>7.6810200000000002</c:v>
                </c:pt>
                <c:pt idx="13454">
                  <c:v>7.68133</c:v>
                </c:pt>
                <c:pt idx="13455">
                  <c:v>7.6816300000000002</c:v>
                </c:pt>
                <c:pt idx="13456">
                  <c:v>7.68194</c:v>
                </c:pt>
                <c:pt idx="13457">
                  <c:v>7.6822400000000002</c:v>
                </c:pt>
                <c:pt idx="13458">
                  <c:v>7.68255</c:v>
                </c:pt>
                <c:pt idx="13459">
                  <c:v>7.6828500000000002</c:v>
                </c:pt>
                <c:pt idx="13460">
                  <c:v>7.68316</c:v>
                </c:pt>
                <c:pt idx="13461">
                  <c:v>7.6834600000000002</c:v>
                </c:pt>
                <c:pt idx="13462">
                  <c:v>7.68377</c:v>
                </c:pt>
                <c:pt idx="13463">
                  <c:v>7.6840700000000002</c:v>
                </c:pt>
                <c:pt idx="13464">
                  <c:v>7.68438</c:v>
                </c:pt>
                <c:pt idx="13465">
                  <c:v>7.6846899999999998</c:v>
                </c:pt>
                <c:pt idx="13466">
                  <c:v>7.68499</c:v>
                </c:pt>
                <c:pt idx="13467">
                  <c:v>7.6852999999999998</c:v>
                </c:pt>
                <c:pt idx="13468">
                  <c:v>7.6856</c:v>
                </c:pt>
                <c:pt idx="13469">
                  <c:v>7.6859099999999998</c:v>
                </c:pt>
                <c:pt idx="13470">
                  <c:v>7.68621</c:v>
                </c:pt>
                <c:pt idx="13471">
                  <c:v>7.6865199999999998</c:v>
                </c:pt>
                <c:pt idx="13472">
                  <c:v>7.68682</c:v>
                </c:pt>
                <c:pt idx="13473">
                  <c:v>7.6871299999999998</c:v>
                </c:pt>
                <c:pt idx="13474">
                  <c:v>7.68743</c:v>
                </c:pt>
                <c:pt idx="13475">
                  <c:v>7.6877399999999998</c:v>
                </c:pt>
                <c:pt idx="13476">
                  <c:v>7.6880499999999996</c:v>
                </c:pt>
                <c:pt idx="13477">
                  <c:v>7.6883499999999998</c:v>
                </c:pt>
                <c:pt idx="13478">
                  <c:v>7.6886599999999996</c:v>
                </c:pt>
                <c:pt idx="13479">
                  <c:v>7.6889599999999998</c:v>
                </c:pt>
                <c:pt idx="13480">
                  <c:v>7.6892699999999996</c:v>
                </c:pt>
                <c:pt idx="13481">
                  <c:v>7.6895699999999998</c:v>
                </c:pt>
                <c:pt idx="13482">
                  <c:v>7.6898799999999996</c:v>
                </c:pt>
                <c:pt idx="13483">
                  <c:v>7.6901799999999998</c:v>
                </c:pt>
                <c:pt idx="13484">
                  <c:v>7.6904899999999996</c:v>
                </c:pt>
                <c:pt idx="13485">
                  <c:v>7.6907899999999998</c:v>
                </c:pt>
                <c:pt idx="13486">
                  <c:v>7.6910999999999996</c:v>
                </c:pt>
                <c:pt idx="13487">
                  <c:v>7.6913999999999998</c:v>
                </c:pt>
                <c:pt idx="13488">
                  <c:v>7.6917099999999996</c:v>
                </c:pt>
                <c:pt idx="13489">
                  <c:v>7.6920200000000003</c:v>
                </c:pt>
                <c:pt idx="13490">
                  <c:v>7.6923199999999996</c:v>
                </c:pt>
                <c:pt idx="13491">
                  <c:v>7.6926300000000003</c:v>
                </c:pt>
                <c:pt idx="13492">
                  <c:v>7.6929299999999996</c:v>
                </c:pt>
                <c:pt idx="13493">
                  <c:v>7.6932400000000003</c:v>
                </c:pt>
                <c:pt idx="13494">
                  <c:v>7.6935399999999996</c:v>
                </c:pt>
                <c:pt idx="13495">
                  <c:v>7.6938500000000003</c:v>
                </c:pt>
                <c:pt idx="13496">
                  <c:v>7.6941499999999996</c:v>
                </c:pt>
                <c:pt idx="13497">
                  <c:v>7.6944600000000003</c:v>
                </c:pt>
                <c:pt idx="13498">
                  <c:v>7.6947599999999996</c:v>
                </c:pt>
                <c:pt idx="13499">
                  <c:v>7.6950700000000003</c:v>
                </c:pt>
                <c:pt idx="13500">
                  <c:v>7.6953699999999996</c:v>
                </c:pt>
                <c:pt idx="13501">
                  <c:v>7.6956800000000003</c:v>
                </c:pt>
                <c:pt idx="13502">
                  <c:v>7.6959900000000001</c:v>
                </c:pt>
                <c:pt idx="13503">
                  <c:v>7.6962900000000003</c:v>
                </c:pt>
                <c:pt idx="13504">
                  <c:v>7.6966000000000001</c:v>
                </c:pt>
                <c:pt idx="13505">
                  <c:v>7.6969000000000003</c:v>
                </c:pt>
                <c:pt idx="13506">
                  <c:v>7.6972100000000001</c:v>
                </c:pt>
                <c:pt idx="13507">
                  <c:v>7.6975100000000003</c:v>
                </c:pt>
                <c:pt idx="13508">
                  <c:v>7.6978200000000001</c:v>
                </c:pt>
                <c:pt idx="13509">
                  <c:v>7.6981200000000003</c:v>
                </c:pt>
                <c:pt idx="13510">
                  <c:v>7.6984300000000001</c:v>
                </c:pt>
                <c:pt idx="13511">
                  <c:v>7.6987300000000003</c:v>
                </c:pt>
                <c:pt idx="13512">
                  <c:v>7.6990400000000001</c:v>
                </c:pt>
                <c:pt idx="13513">
                  <c:v>7.6993400000000003</c:v>
                </c:pt>
                <c:pt idx="13514">
                  <c:v>7.6996500000000001</c:v>
                </c:pt>
                <c:pt idx="13515">
                  <c:v>7.6999599999999999</c:v>
                </c:pt>
                <c:pt idx="13516">
                  <c:v>7.7002600000000001</c:v>
                </c:pt>
                <c:pt idx="13517">
                  <c:v>7.7005699999999999</c:v>
                </c:pt>
                <c:pt idx="13518">
                  <c:v>7.7008700000000001</c:v>
                </c:pt>
                <c:pt idx="13519">
                  <c:v>7.7011799999999999</c:v>
                </c:pt>
                <c:pt idx="13520">
                  <c:v>7.7014800000000001</c:v>
                </c:pt>
                <c:pt idx="13521">
                  <c:v>7.7017899999999999</c:v>
                </c:pt>
                <c:pt idx="13522">
                  <c:v>7.7020900000000001</c:v>
                </c:pt>
                <c:pt idx="13523">
                  <c:v>7.7023999999999999</c:v>
                </c:pt>
                <c:pt idx="13524">
                  <c:v>7.7027000000000001</c:v>
                </c:pt>
                <c:pt idx="13525">
                  <c:v>7.7030099999999999</c:v>
                </c:pt>
                <c:pt idx="13526">
                  <c:v>7.7033199999999997</c:v>
                </c:pt>
                <c:pt idx="13527">
                  <c:v>7.7036199999999999</c:v>
                </c:pt>
                <c:pt idx="13528">
                  <c:v>7.7039299999999997</c:v>
                </c:pt>
                <c:pt idx="13529">
                  <c:v>7.7042299999999999</c:v>
                </c:pt>
                <c:pt idx="13530">
                  <c:v>7.7045399999999997</c:v>
                </c:pt>
                <c:pt idx="13531">
                  <c:v>7.7048399999999999</c:v>
                </c:pt>
                <c:pt idx="13532">
                  <c:v>7.7051499999999997</c:v>
                </c:pt>
                <c:pt idx="13533">
                  <c:v>7.7054499999999999</c:v>
                </c:pt>
                <c:pt idx="13534">
                  <c:v>7.7057599999999997</c:v>
                </c:pt>
                <c:pt idx="13535">
                  <c:v>7.7060599999999999</c:v>
                </c:pt>
                <c:pt idx="13536">
                  <c:v>7.7063699999999997</c:v>
                </c:pt>
                <c:pt idx="13537">
                  <c:v>7.7066699999999999</c:v>
                </c:pt>
                <c:pt idx="13538">
                  <c:v>7.7069799999999997</c:v>
                </c:pt>
                <c:pt idx="13539">
                  <c:v>7.7072900000000004</c:v>
                </c:pt>
                <c:pt idx="13540">
                  <c:v>7.7075899999999997</c:v>
                </c:pt>
                <c:pt idx="13541">
                  <c:v>7.7079000000000004</c:v>
                </c:pt>
                <c:pt idx="13542">
                  <c:v>7.7081999999999997</c:v>
                </c:pt>
                <c:pt idx="13543">
                  <c:v>7.7085100000000004</c:v>
                </c:pt>
                <c:pt idx="13544">
                  <c:v>7.7088099999999997</c:v>
                </c:pt>
                <c:pt idx="13545">
                  <c:v>7.7091200000000004</c:v>
                </c:pt>
                <c:pt idx="13546">
                  <c:v>7.7094199999999997</c:v>
                </c:pt>
                <c:pt idx="13547">
                  <c:v>7.7097300000000004</c:v>
                </c:pt>
                <c:pt idx="13548">
                  <c:v>7.7100299999999997</c:v>
                </c:pt>
                <c:pt idx="13549">
                  <c:v>7.7103400000000004</c:v>
                </c:pt>
                <c:pt idx="13550">
                  <c:v>7.7106399999999997</c:v>
                </c:pt>
                <c:pt idx="13551">
                  <c:v>7.7109500000000004</c:v>
                </c:pt>
                <c:pt idx="13552">
                  <c:v>7.7112600000000002</c:v>
                </c:pt>
                <c:pt idx="13553">
                  <c:v>7.7115600000000004</c:v>
                </c:pt>
                <c:pt idx="13554">
                  <c:v>7.7118700000000002</c:v>
                </c:pt>
                <c:pt idx="13555">
                  <c:v>7.7121700000000004</c:v>
                </c:pt>
                <c:pt idx="13556">
                  <c:v>7.7124800000000002</c:v>
                </c:pt>
                <c:pt idx="13557">
                  <c:v>7.7127800000000004</c:v>
                </c:pt>
                <c:pt idx="13558">
                  <c:v>7.7130900000000002</c:v>
                </c:pt>
                <c:pt idx="13559">
                  <c:v>7.7133900000000004</c:v>
                </c:pt>
                <c:pt idx="13560">
                  <c:v>7.7137000000000002</c:v>
                </c:pt>
                <c:pt idx="13561">
                  <c:v>7.7140000000000004</c:v>
                </c:pt>
                <c:pt idx="13562">
                  <c:v>7.7143100000000002</c:v>
                </c:pt>
                <c:pt idx="13563">
                  <c:v>7.7146100000000004</c:v>
                </c:pt>
                <c:pt idx="13564">
                  <c:v>7.7149200000000002</c:v>
                </c:pt>
                <c:pt idx="13565">
                  <c:v>7.71523</c:v>
                </c:pt>
                <c:pt idx="13566">
                  <c:v>7.7155300000000002</c:v>
                </c:pt>
                <c:pt idx="13567">
                  <c:v>7.71584</c:v>
                </c:pt>
                <c:pt idx="13568">
                  <c:v>7.7161400000000002</c:v>
                </c:pt>
                <c:pt idx="13569">
                  <c:v>7.71645</c:v>
                </c:pt>
                <c:pt idx="13570">
                  <c:v>7.7167500000000002</c:v>
                </c:pt>
                <c:pt idx="13571">
                  <c:v>7.71706</c:v>
                </c:pt>
                <c:pt idx="13572">
                  <c:v>7.7173600000000002</c:v>
                </c:pt>
                <c:pt idx="13573">
                  <c:v>7.71767</c:v>
                </c:pt>
                <c:pt idx="13574">
                  <c:v>7.7179700000000002</c:v>
                </c:pt>
                <c:pt idx="13575">
                  <c:v>7.71828</c:v>
                </c:pt>
                <c:pt idx="13576">
                  <c:v>7.7185800000000002</c:v>
                </c:pt>
                <c:pt idx="13577">
                  <c:v>7.71889</c:v>
                </c:pt>
                <c:pt idx="13578">
                  <c:v>7.7191999999999998</c:v>
                </c:pt>
                <c:pt idx="13579">
                  <c:v>7.7195</c:v>
                </c:pt>
                <c:pt idx="13580">
                  <c:v>7.7198099999999998</c:v>
                </c:pt>
                <c:pt idx="13581">
                  <c:v>7.72011</c:v>
                </c:pt>
                <c:pt idx="13582">
                  <c:v>7.7204199999999998</c:v>
                </c:pt>
                <c:pt idx="13583">
                  <c:v>7.72072</c:v>
                </c:pt>
                <c:pt idx="13584">
                  <c:v>7.7210299999999998</c:v>
                </c:pt>
                <c:pt idx="13585">
                  <c:v>7.72133</c:v>
                </c:pt>
                <c:pt idx="13586">
                  <c:v>7.7216399999999998</c:v>
                </c:pt>
                <c:pt idx="13587">
                  <c:v>7.72194</c:v>
                </c:pt>
                <c:pt idx="13588">
                  <c:v>7.7222499999999998</c:v>
                </c:pt>
                <c:pt idx="13589">
                  <c:v>7.7225599999999996</c:v>
                </c:pt>
                <c:pt idx="13590">
                  <c:v>7.7228599999999998</c:v>
                </c:pt>
                <c:pt idx="13591">
                  <c:v>7.7231699999999996</c:v>
                </c:pt>
                <c:pt idx="13592">
                  <c:v>7.7234699999999998</c:v>
                </c:pt>
                <c:pt idx="13593">
                  <c:v>7.7237799999999996</c:v>
                </c:pt>
                <c:pt idx="13594">
                  <c:v>7.7240799999999998</c:v>
                </c:pt>
                <c:pt idx="13595">
                  <c:v>7.7243899999999996</c:v>
                </c:pt>
                <c:pt idx="13596">
                  <c:v>7.7246899999999998</c:v>
                </c:pt>
                <c:pt idx="13597">
                  <c:v>7.7249999999999996</c:v>
                </c:pt>
                <c:pt idx="13598">
                  <c:v>7.7252999999999998</c:v>
                </c:pt>
                <c:pt idx="13599">
                  <c:v>7.7256099999999996</c:v>
                </c:pt>
                <c:pt idx="13600">
                  <c:v>7.7259099999999998</c:v>
                </c:pt>
                <c:pt idx="13601">
                  <c:v>7.7262199999999996</c:v>
                </c:pt>
                <c:pt idx="13602">
                  <c:v>7.7265300000000003</c:v>
                </c:pt>
                <c:pt idx="13603">
                  <c:v>7.7268299999999996</c:v>
                </c:pt>
                <c:pt idx="13604">
                  <c:v>7.7271400000000003</c:v>
                </c:pt>
                <c:pt idx="13605">
                  <c:v>7.7274399999999996</c:v>
                </c:pt>
                <c:pt idx="13606">
                  <c:v>7.7277500000000003</c:v>
                </c:pt>
                <c:pt idx="13607">
                  <c:v>7.7280499999999996</c:v>
                </c:pt>
                <c:pt idx="13608">
                  <c:v>7.7283600000000003</c:v>
                </c:pt>
                <c:pt idx="13609">
                  <c:v>7.7286599999999996</c:v>
                </c:pt>
                <c:pt idx="13610">
                  <c:v>7.7289700000000003</c:v>
                </c:pt>
                <c:pt idx="13611">
                  <c:v>7.7292699999999996</c:v>
                </c:pt>
                <c:pt idx="13612">
                  <c:v>7.7295800000000003</c:v>
                </c:pt>
                <c:pt idx="13613">
                  <c:v>7.7298799999999996</c:v>
                </c:pt>
                <c:pt idx="13614">
                  <c:v>7.7301900000000003</c:v>
                </c:pt>
                <c:pt idx="13615">
                  <c:v>7.7305000000000001</c:v>
                </c:pt>
                <c:pt idx="13616">
                  <c:v>7.7308000000000003</c:v>
                </c:pt>
                <c:pt idx="13617">
                  <c:v>7.7311100000000001</c:v>
                </c:pt>
                <c:pt idx="13618">
                  <c:v>7.7314100000000003</c:v>
                </c:pt>
                <c:pt idx="13619">
                  <c:v>7.7317200000000001</c:v>
                </c:pt>
                <c:pt idx="13620">
                  <c:v>7.7320200000000003</c:v>
                </c:pt>
                <c:pt idx="13621">
                  <c:v>7.7323300000000001</c:v>
                </c:pt>
                <c:pt idx="13622">
                  <c:v>7.7326300000000003</c:v>
                </c:pt>
                <c:pt idx="13623">
                  <c:v>7.7329400000000001</c:v>
                </c:pt>
                <c:pt idx="13624">
                  <c:v>7.7332400000000003</c:v>
                </c:pt>
                <c:pt idx="13625">
                  <c:v>7.7335500000000001</c:v>
                </c:pt>
                <c:pt idx="13626">
                  <c:v>7.7338500000000003</c:v>
                </c:pt>
                <c:pt idx="13627">
                  <c:v>7.7341600000000001</c:v>
                </c:pt>
                <c:pt idx="13628">
                  <c:v>7.73447</c:v>
                </c:pt>
                <c:pt idx="13629">
                  <c:v>7.7347700000000001</c:v>
                </c:pt>
                <c:pt idx="13630">
                  <c:v>7.73508</c:v>
                </c:pt>
                <c:pt idx="13631">
                  <c:v>7.7353800000000001</c:v>
                </c:pt>
                <c:pt idx="13632">
                  <c:v>7.73569</c:v>
                </c:pt>
                <c:pt idx="13633">
                  <c:v>7.7359900000000001</c:v>
                </c:pt>
                <c:pt idx="13634">
                  <c:v>7.7363</c:v>
                </c:pt>
                <c:pt idx="13635">
                  <c:v>7.7366000000000001</c:v>
                </c:pt>
                <c:pt idx="13636">
                  <c:v>7.73691</c:v>
                </c:pt>
                <c:pt idx="13637">
                  <c:v>7.7372100000000001</c:v>
                </c:pt>
                <c:pt idx="13638">
                  <c:v>7.73752</c:v>
                </c:pt>
                <c:pt idx="13639">
                  <c:v>7.7378200000000001</c:v>
                </c:pt>
                <c:pt idx="13640">
                  <c:v>7.73813</c:v>
                </c:pt>
                <c:pt idx="13641">
                  <c:v>7.7384399999999998</c:v>
                </c:pt>
                <c:pt idx="13642">
                  <c:v>7.73874</c:v>
                </c:pt>
                <c:pt idx="13643">
                  <c:v>7.7390499999999998</c:v>
                </c:pt>
                <c:pt idx="13644">
                  <c:v>7.73935</c:v>
                </c:pt>
                <c:pt idx="13645">
                  <c:v>7.7396599999999998</c:v>
                </c:pt>
                <c:pt idx="13646">
                  <c:v>7.73996</c:v>
                </c:pt>
                <c:pt idx="13647">
                  <c:v>7.7402699999999998</c:v>
                </c:pt>
                <c:pt idx="13648">
                  <c:v>7.74057</c:v>
                </c:pt>
                <c:pt idx="13649">
                  <c:v>7.7408799999999998</c:v>
                </c:pt>
                <c:pt idx="13650">
                  <c:v>7.7411799999999999</c:v>
                </c:pt>
                <c:pt idx="13651">
                  <c:v>7.7414899999999998</c:v>
                </c:pt>
                <c:pt idx="13652">
                  <c:v>7.7417999999999996</c:v>
                </c:pt>
                <c:pt idx="13653">
                  <c:v>7.7420999999999998</c:v>
                </c:pt>
                <c:pt idx="13654">
                  <c:v>7.7424099999999996</c:v>
                </c:pt>
                <c:pt idx="13655">
                  <c:v>7.7427099999999998</c:v>
                </c:pt>
                <c:pt idx="13656">
                  <c:v>7.7430199999999996</c:v>
                </c:pt>
                <c:pt idx="13657">
                  <c:v>7.7433199999999998</c:v>
                </c:pt>
                <c:pt idx="13658">
                  <c:v>7.7436299999999996</c:v>
                </c:pt>
                <c:pt idx="13659">
                  <c:v>7.7439299999999998</c:v>
                </c:pt>
                <c:pt idx="13660">
                  <c:v>7.7442399999999996</c:v>
                </c:pt>
                <c:pt idx="13661">
                  <c:v>7.7445399999999998</c:v>
                </c:pt>
                <c:pt idx="13662">
                  <c:v>7.7448499999999996</c:v>
                </c:pt>
                <c:pt idx="13663">
                  <c:v>7.7451499999999998</c:v>
                </c:pt>
                <c:pt idx="13664">
                  <c:v>7.7454599999999996</c:v>
                </c:pt>
                <c:pt idx="13665">
                  <c:v>7.7457700000000003</c:v>
                </c:pt>
                <c:pt idx="13666">
                  <c:v>7.7460699999999996</c:v>
                </c:pt>
                <c:pt idx="13667">
                  <c:v>7.7463800000000003</c:v>
                </c:pt>
                <c:pt idx="13668">
                  <c:v>7.7466799999999996</c:v>
                </c:pt>
                <c:pt idx="13669">
                  <c:v>7.7469900000000003</c:v>
                </c:pt>
                <c:pt idx="13670">
                  <c:v>7.7472899999999996</c:v>
                </c:pt>
                <c:pt idx="13671">
                  <c:v>7.7476000000000003</c:v>
                </c:pt>
                <c:pt idx="13672">
                  <c:v>7.7478999999999996</c:v>
                </c:pt>
                <c:pt idx="13673">
                  <c:v>7.7482100000000003</c:v>
                </c:pt>
                <c:pt idx="13674">
                  <c:v>7.7485099999999996</c:v>
                </c:pt>
                <c:pt idx="13675">
                  <c:v>7.7488200000000003</c:v>
                </c:pt>
                <c:pt idx="13676">
                  <c:v>7.7491199999999996</c:v>
                </c:pt>
                <c:pt idx="13677">
                  <c:v>7.7494300000000003</c:v>
                </c:pt>
                <c:pt idx="13678">
                  <c:v>7.7497400000000001</c:v>
                </c:pt>
                <c:pt idx="13679">
                  <c:v>7.7500400000000003</c:v>
                </c:pt>
                <c:pt idx="13680">
                  <c:v>7.7503500000000001</c:v>
                </c:pt>
                <c:pt idx="13681">
                  <c:v>7.7506500000000003</c:v>
                </c:pt>
                <c:pt idx="13682">
                  <c:v>7.7509600000000001</c:v>
                </c:pt>
                <c:pt idx="13683">
                  <c:v>7.7512600000000003</c:v>
                </c:pt>
                <c:pt idx="13684">
                  <c:v>7.7515700000000001</c:v>
                </c:pt>
                <c:pt idx="13685">
                  <c:v>7.7518700000000003</c:v>
                </c:pt>
                <c:pt idx="13686">
                  <c:v>7.7521800000000001</c:v>
                </c:pt>
                <c:pt idx="13687">
                  <c:v>7.7524800000000003</c:v>
                </c:pt>
                <c:pt idx="13688">
                  <c:v>7.7527900000000001</c:v>
                </c:pt>
                <c:pt idx="13689">
                  <c:v>7.7530900000000003</c:v>
                </c:pt>
                <c:pt idx="13690">
                  <c:v>7.7534000000000001</c:v>
                </c:pt>
                <c:pt idx="13691">
                  <c:v>7.7537099999999999</c:v>
                </c:pt>
                <c:pt idx="13692">
                  <c:v>7.7540100000000001</c:v>
                </c:pt>
                <c:pt idx="13693">
                  <c:v>7.7543199999999999</c:v>
                </c:pt>
                <c:pt idx="13694">
                  <c:v>7.7546200000000001</c:v>
                </c:pt>
                <c:pt idx="13695">
                  <c:v>7.7549299999999999</c:v>
                </c:pt>
                <c:pt idx="13696">
                  <c:v>7.7552300000000001</c:v>
                </c:pt>
                <c:pt idx="13697">
                  <c:v>7.7555399999999999</c:v>
                </c:pt>
                <c:pt idx="13698">
                  <c:v>7.7558400000000001</c:v>
                </c:pt>
                <c:pt idx="13699">
                  <c:v>7.7561499999999999</c:v>
                </c:pt>
                <c:pt idx="13700">
                  <c:v>7.7564500000000001</c:v>
                </c:pt>
                <c:pt idx="13701">
                  <c:v>7.7567599999999999</c:v>
                </c:pt>
                <c:pt idx="13702">
                  <c:v>7.7570699999999997</c:v>
                </c:pt>
                <c:pt idx="13703">
                  <c:v>7.7573699999999999</c:v>
                </c:pt>
                <c:pt idx="13704">
                  <c:v>7.7576799999999997</c:v>
                </c:pt>
                <c:pt idx="13705">
                  <c:v>7.7579799999999999</c:v>
                </c:pt>
                <c:pt idx="13706">
                  <c:v>7.7582899999999997</c:v>
                </c:pt>
                <c:pt idx="13707">
                  <c:v>7.7585899999999999</c:v>
                </c:pt>
                <c:pt idx="13708">
                  <c:v>7.7588999999999997</c:v>
                </c:pt>
                <c:pt idx="13709">
                  <c:v>7.7591999999999999</c:v>
                </c:pt>
                <c:pt idx="13710">
                  <c:v>7.7595099999999997</c:v>
                </c:pt>
                <c:pt idx="13711">
                  <c:v>7.7598099999999999</c:v>
                </c:pt>
                <c:pt idx="13712">
                  <c:v>7.7601199999999997</c:v>
                </c:pt>
                <c:pt idx="13713">
                  <c:v>7.7604199999999999</c:v>
                </c:pt>
                <c:pt idx="13714">
                  <c:v>7.7607299999999997</c:v>
                </c:pt>
                <c:pt idx="13715">
                  <c:v>7.7610400000000004</c:v>
                </c:pt>
                <c:pt idx="13716">
                  <c:v>7.7613399999999997</c:v>
                </c:pt>
                <c:pt idx="13717">
                  <c:v>7.7616500000000004</c:v>
                </c:pt>
                <c:pt idx="13718">
                  <c:v>7.7619499999999997</c:v>
                </c:pt>
                <c:pt idx="13719">
                  <c:v>7.7622600000000004</c:v>
                </c:pt>
                <c:pt idx="13720">
                  <c:v>7.7625599999999997</c:v>
                </c:pt>
                <c:pt idx="13721">
                  <c:v>7.7628700000000004</c:v>
                </c:pt>
                <c:pt idx="13722">
                  <c:v>7.7631699999999997</c:v>
                </c:pt>
                <c:pt idx="13723">
                  <c:v>7.7634800000000004</c:v>
                </c:pt>
                <c:pt idx="13724">
                  <c:v>7.7637799999999997</c:v>
                </c:pt>
                <c:pt idx="13725">
                  <c:v>7.7640900000000004</c:v>
                </c:pt>
                <c:pt idx="13726">
                  <c:v>7.7643899999999997</c:v>
                </c:pt>
                <c:pt idx="13727">
                  <c:v>7.7647000000000004</c:v>
                </c:pt>
                <c:pt idx="13728">
                  <c:v>7.7650100000000002</c:v>
                </c:pt>
                <c:pt idx="13729">
                  <c:v>7.7653100000000004</c:v>
                </c:pt>
                <c:pt idx="13730">
                  <c:v>7.7656200000000002</c:v>
                </c:pt>
                <c:pt idx="13731">
                  <c:v>7.7659200000000004</c:v>
                </c:pt>
                <c:pt idx="13732">
                  <c:v>7.7662300000000002</c:v>
                </c:pt>
                <c:pt idx="13733">
                  <c:v>7.7665300000000004</c:v>
                </c:pt>
                <c:pt idx="13734">
                  <c:v>7.7668400000000002</c:v>
                </c:pt>
                <c:pt idx="13735">
                  <c:v>7.7671400000000004</c:v>
                </c:pt>
                <c:pt idx="13736">
                  <c:v>7.7674500000000002</c:v>
                </c:pt>
                <c:pt idx="13737">
                  <c:v>7.7677500000000004</c:v>
                </c:pt>
                <c:pt idx="13738">
                  <c:v>7.7680600000000002</c:v>
                </c:pt>
                <c:pt idx="13739">
                  <c:v>7.7683600000000004</c:v>
                </c:pt>
                <c:pt idx="13740">
                  <c:v>7.7686700000000002</c:v>
                </c:pt>
                <c:pt idx="13741">
                  <c:v>7.76898</c:v>
                </c:pt>
                <c:pt idx="13742">
                  <c:v>7.7692800000000002</c:v>
                </c:pt>
                <c:pt idx="13743">
                  <c:v>7.76959</c:v>
                </c:pt>
                <c:pt idx="13744">
                  <c:v>7.7698900000000002</c:v>
                </c:pt>
                <c:pt idx="13745">
                  <c:v>7.7702</c:v>
                </c:pt>
                <c:pt idx="13746">
                  <c:v>7.7705000000000002</c:v>
                </c:pt>
                <c:pt idx="13747">
                  <c:v>7.77081</c:v>
                </c:pt>
                <c:pt idx="13748">
                  <c:v>7.7711100000000002</c:v>
                </c:pt>
                <c:pt idx="13749">
                  <c:v>7.77142</c:v>
                </c:pt>
                <c:pt idx="13750">
                  <c:v>7.7717200000000002</c:v>
                </c:pt>
                <c:pt idx="13751">
                  <c:v>7.77203</c:v>
                </c:pt>
                <c:pt idx="13752">
                  <c:v>7.7723300000000002</c:v>
                </c:pt>
                <c:pt idx="13753">
                  <c:v>7.77264</c:v>
                </c:pt>
                <c:pt idx="13754">
                  <c:v>7.7729499999999998</c:v>
                </c:pt>
                <c:pt idx="13755">
                  <c:v>7.77325</c:v>
                </c:pt>
                <c:pt idx="13756">
                  <c:v>7.7735599999999998</c:v>
                </c:pt>
                <c:pt idx="13757">
                  <c:v>7.77386</c:v>
                </c:pt>
                <c:pt idx="13758">
                  <c:v>7.7741699999999998</c:v>
                </c:pt>
                <c:pt idx="13759">
                  <c:v>7.77447</c:v>
                </c:pt>
                <c:pt idx="13760">
                  <c:v>7.7747799999999998</c:v>
                </c:pt>
                <c:pt idx="13761">
                  <c:v>7.77508</c:v>
                </c:pt>
                <c:pt idx="13762">
                  <c:v>7.7753899999999998</c:v>
                </c:pt>
                <c:pt idx="13763">
                  <c:v>7.77569</c:v>
                </c:pt>
                <c:pt idx="13764">
                  <c:v>7.7759999999999998</c:v>
                </c:pt>
                <c:pt idx="13765">
                  <c:v>7.7763099999999996</c:v>
                </c:pt>
                <c:pt idx="13766">
                  <c:v>7.7766099999999998</c:v>
                </c:pt>
                <c:pt idx="13767">
                  <c:v>7.7769199999999996</c:v>
                </c:pt>
                <c:pt idx="13768">
                  <c:v>7.7772199999999998</c:v>
                </c:pt>
                <c:pt idx="13769">
                  <c:v>7.7775299999999996</c:v>
                </c:pt>
                <c:pt idx="13770">
                  <c:v>7.7778299999999998</c:v>
                </c:pt>
                <c:pt idx="13771">
                  <c:v>7.7781399999999996</c:v>
                </c:pt>
                <c:pt idx="13772">
                  <c:v>7.7784399999999998</c:v>
                </c:pt>
                <c:pt idx="13773">
                  <c:v>7.7787499999999996</c:v>
                </c:pt>
                <c:pt idx="13774">
                  <c:v>7.7790499999999998</c:v>
                </c:pt>
                <c:pt idx="13775">
                  <c:v>7.7793599999999996</c:v>
                </c:pt>
                <c:pt idx="13776">
                  <c:v>7.7796599999999998</c:v>
                </c:pt>
                <c:pt idx="13777">
                  <c:v>7.7799699999999996</c:v>
                </c:pt>
                <c:pt idx="13778">
                  <c:v>7.7802800000000003</c:v>
                </c:pt>
                <c:pt idx="13779">
                  <c:v>7.7805799999999996</c:v>
                </c:pt>
                <c:pt idx="13780">
                  <c:v>7.7808900000000003</c:v>
                </c:pt>
                <c:pt idx="13781">
                  <c:v>7.7811899999999996</c:v>
                </c:pt>
                <c:pt idx="13782">
                  <c:v>7.7815000000000003</c:v>
                </c:pt>
                <c:pt idx="13783">
                  <c:v>7.7817999999999996</c:v>
                </c:pt>
                <c:pt idx="13784">
                  <c:v>7.7821100000000003</c:v>
                </c:pt>
                <c:pt idx="13785">
                  <c:v>7.7824099999999996</c:v>
                </c:pt>
                <c:pt idx="13786">
                  <c:v>7.7827200000000003</c:v>
                </c:pt>
                <c:pt idx="13787">
                  <c:v>7.7830199999999996</c:v>
                </c:pt>
                <c:pt idx="13788">
                  <c:v>7.7833300000000003</c:v>
                </c:pt>
                <c:pt idx="13789">
                  <c:v>7.7836299999999996</c:v>
                </c:pt>
                <c:pt idx="13790">
                  <c:v>7.7839400000000003</c:v>
                </c:pt>
                <c:pt idx="13791">
                  <c:v>7.7842500000000001</c:v>
                </c:pt>
                <c:pt idx="13792">
                  <c:v>7.7845500000000003</c:v>
                </c:pt>
                <c:pt idx="13793">
                  <c:v>7.7848600000000001</c:v>
                </c:pt>
                <c:pt idx="13794">
                  <c:v>7.7851600000000003</c:v>
                </c:pt>
                <c:pt idx="13795">
                  <c:v>7.7854700000000001</c:v>
                </c:pt>
                <c:pt idx="13796">
                  <c:v>7.7857700000000003</c:v>
                </c:pt>
                <c:pt idx="13797">
                  <c:v>7.7860800000000001</c:v>
                </c:pt>
                <c:pt idx="13798">
                  <c:v>7.7863800000000003</c:v>
                </c:pt>
                <c:pt idx="13799">
                  <c:v>7.7866900000000001</c:v>
                </c:pt>
                <c:pt idx="13800">
                  <c:v>7.7869900000000003</c:v>
                </c:pt>
                <c:pt idx="13801">
                  <c:v>7.7873000000000001</c:v>
                </c:pt>
                <c:pt idx="13802">
                  <c:v>7.7876000000000003</c:v>
                </c:pt>
                <c:pt idx="13803">
                  <c:v>7.7879100000000001</c:v>
                </c:pt>
                <c:pt idx="13804">
                  <c:v>7.7882199999999999</c:v>
                </c:pt>
                <c:pt idx="13805">
                  <c:v>7.7885200000000001</c:v>
                </c:pt>
                <c:pt idx="13806">
                  <c:v>7.7888299999999999</c:v>
                </c:pt>
                <c:pt idx="13807">
                  <c:v>7.7891300000000001</c:v>
                </c:pt>
                <c:pt idx="13808">
                  <c:v>7.7894399999999999</c:v>
                </c:pt>
                <c:pt idx="13809">
                  <c:v>7.7897400000000001</c:v>
                </c:pt>
                <c:pt idx="13810">
                  <c:v>7.7900499999999999</c:v>
                </c:pt>
                <c:pt idx="13811">
                  <c:v>7.7903500000000001</c:v>
                </c:pt>
                <c:pt idx="13812">
                  <c:v>7.7906599999999999</c:v>
                </c:pt>
                <c:pt idx="13813">
                  <c:v>7.7909600000000001</c:v>
                </c:pt>
                <c:pt idx="13814">
                  <c:v>7.7912699999999999</c:v>
                </c:pt>
                <c:pt idx="13815">
                  <c:v>7.7915700000000001</c:v>
                </c:pt>
                <c:pt idx="13816">
                  <c:v>7.7918799999999999</c:v>
                </c:pt>
                <c:pt idx="13817">
                  <c:v>7.7921899999999997</c:v>
                </c:pt>
                <c:pt idx="13818">
                  <c:v>7.7924899999999999</c:v>
                </c:pt>
                <c:pt idx="13819">
                  <c:v>7.7927999999999997</c:v>
                </c:pt>
                <c:pt idx="13820">
                  <c:v>7.7930999999999999</c:v>
                </c:pt>
                <c:pt idx="13821">
                  <c:v>7.7934099999999997</c:v>
                </c:pt>
                <c:pt idx="13822">
                  <c:v>7.7937099999999999</c:v>
                </c:pt>
                <c:pt idx="13823">
                  <c:v>7.7940199999999997</c:v>
                </c:pt>
                <c:pt idx="13824">
                  <c:v>7.7943199999999999</c:v>
                </c:pt>
                <c:pt idx="13825">
                  <c:v>7.7946299999999997</c:v>
                </c:pt>
                <c:pt idx="13826">
                  <c:v>7.7949299999999999</c:v>
                </c:pt>
                <c:pt idx="13827">
                  <c:v>7.7952399999999997</c:v>
                </c:pt>
                <c:pt idx="13828">
                  <c:v>7.7955500000000004</c:v>
                </c:pt>
                <c:pt idx="13829">
                  <c:v>7.7958499999999997</c:v>
                </c:pt>
                <c:pt idx="13830">
                  <c:v>7.7961600000000004</c:v>
                </c:pt>
                <c:pt idx="13831">
                  <c:v>7.7964599999999997</c:v>
                </c:pt>
                <c:pt idx="13832">
                  <c:v>7.7967700000000004</c:v>
                </c:pt>
                <c:pt idx="13833">
                  <c:v>7.7970699999999997</c:v>
                </c:pt>
                <c:pt idx="13834">
                  <c:v>7.7973800000000004</c:v>
                </c:pt>
                <c:pt idx="13835">
                  <c:v>7.7976799999999997</c:v>
                </c:pt>
                <c:pt idx="13836">
                  <c:v>7.7979900000000004</c:v>
                </c:pt>
                <c:pt idx="13837">
                  <c:v>7.7982899999999997</c:v>
                </c:pt>
                <c:pt idx="13838">
                  <c:v>7.7986000000000004</c:v>
                </c:pt>
                <c:pt idx="13839">
                  <c:v>7.7988999999999997</c:v>
                </c:pt>
                <c:pt idx="13840">
                  <c:v>7.7992100000000004</c:v>
                </c:pt>
                <c:pt idx="13841">
                  <c:v>7.7995200000000002</c:v>
                </c:pt>
                <c:pt idx="13842">
                  <c:v>7.7998200000000004</c:v>
                </c:pt>
                <c:pt idx="13843">
                  <c:v>7.8001300000000002</c:v>
                </c:pt>
                <c:pt idx="13844">
                  <c:v>7.8004300000000004</c:v>
                </c:pt>
                <c:pt idx="13845">
                  <c:v>7.8007400000000002</c:v>
                </c:pt>
                <c:pt idx="13846">
                  <c:v>7.8010400000000004</c:v>
                </c:pt>
                <c:pt idx="13847">
                  <c:v>7.8013500000000002</c:v>
                </c:pt>
                <c:pt idx="13848">
                  <c:v>7.8016500000000004</c:v>
                </c:pt>
                <c:pt idx="13849">
                  <c:v>7.8019600000000002</c:v>
                </c:pt>
                <c:pt idx="13850">
                  <c:v>7.8022600000000004</c:v>
                </c:pt>
                <c:pt idx="13851">
                  <c:v>7.8025700000000002</c:v>
                </c:pt>
                <c:pt idx="13852">
                  <c:v>7.8028700000000004</c:v>
                </c:pt>
                <c:pt idx="13853">
                  <c:v>7.8031800000000002</c:v>
                </c:pt>
                <c:pt idx="13854">
                  <c:v>7.80349</c:v>
                </c:pt>
                <c:pt idx="13855">
                  <c:v>7.8037900000000002</c:v>
                </c:pt>
                <c:pt idx="13856">
                  <c:v>7.8041</c:v>
                </c:pt>
                <c:pt idx="13857">
                  <c:v>7.8044000000000002</c:v>
                </c:pt>
                <c:pt idx="13858">
                  <c:v>7.80471</c:v>
                </c:pt>
                <c:pt idx="13859">
                  <c:v>7.8050100000000002</c:v>
                </c:pt>
                <c:pt idx="13860">
                  <c:v>7.80532</c:v>
                </c:pt>
                <c:pt idx="13861">
                  <c:v>7.8056200000000002</c:v>
                </c:pt>
                <c:pt idx="13862">
                  <c:v>7.80593</c:v>
                </c:pt>
                <c:pt idx="13863">
                  <c:v>7.8062300000000002</c:v>
                </c:pt>
                <c:pt idx="13864">
                  <c:v>7.80654</c:v>
                </c:pt>
                <c:pt idx="13865">
                  <c:v>7.8068400000000002</c:v>
                </c:pt>
                <c:pt idx="13866">
                  <c:v>7.80715</c:v>
                </c:pt>
                <c:pt idx="13867">
                  <c:v>7.8074599999999998</c:v>
                </c:pt>
                <c:pt idx="13868">
                  <c:v>7.80776</c:v>
                </c:pt>
                <c:pt idx="13869">
                  <c:v>7.8080699999999998</c:v>
                </c:pt>
                <c:pt idx="13870">
                  <c:v>7.80837</c:v>
                </c:pt>
                <c:pt idx="13871">
                  <c:v>7.8086799999999998</c:v>
                </c:pt>
                <c:pt idx="13872">
                  <c:v>7.80898</c:v>
                </c:pt>
                <c:pt idx="13873">
                  <c:v>7.8092899999999998</c:v>
                </c:pt>
                <c:pt idx="13874">
                  <c:v>7.80959</c:v>
                </c:pt>
                <c:pt idx="13875">
                  <c:v>7.8098999999999998</c:v>
                </c:pt>
                <c:pt idx="13876">
                  <c:v>7.8102</c:v>
                </c:pt>
                <c:pt idx="13877">
                  <c:v>7.8105099999999998</c:v>
                </c:pt>
                <c:pt idx="13878">
                  <c:v>7.81081</c:v>
                </c:pt>
                <c:pt idx="13879">
                  <c:v>7.8111199999999998</c:v>
                </c:pt>
                <c:pt idx="13880">
                  <c:v>7.8114299999999997</c:v>
                </c:pt>
                <c:pt idx="13881">
                  <c:v>7.8117299999999998</c:v>
                </c:pt>
                <c:pt idx="13882">
                  <c:v>7.8120399999999997</c:v>
                </c:pt>
                <c:pt idx="13883">
                  <c:v>7.8123399999999998</c:v>
                </c:pt>
                <c:pt idx="13884">
                  <c:v>7.8126499999999997</c:v>
                </c:pt>
                <c:pt idx="13885">
                  <c:v>7.8129499999999998</c:v>
                </c:pt>
                <c:pt idx="13886">
                  <c:v>7.8132599999999996</c:v>
                </c:pt>
                <c:pt idx="13887">
                  <c:v>7.8135599999999998</c:v>
                </c:pt>
                <c:pt idx="13888">
                  <c:v>7.8138699999999996</c:v>
                </c:pt>
                <c:pt idx="13889">
                  <c:v>7.8141699999999998</c:v>
                </c:pt>
                <c:pt idx="13890">
                  <c:v>7.8144799999999996</c:v>
                </c:pt>
                <c:pt idx="13891">
                  <c:v>7.8147900000000003</c:v>
                </c:pt>
                <c:pt idx="13892">
                  <c:v>7.8150899999999996</c:v>
                </c:pt>
                <c:pt idx="13893">
                  <c:v>7.8154000000000003</c:v>
                </c:pt>
                <c:pt idx="13894">
                  <c:v>7.8156999999999996</c:v>
                </c:pt>
                <c:pt idx="13895">
                  <c:v>7.8160100000000003</c:v>
                </c:pt>
                <c:pt idx="13896">
                  <c:v>7.8163099999999996</c:v>
                </c:pt>
                <c:pt idx="13897">
                  <c:v>7.8166200000000003</c:v>
                </c:pt>
                <c:pt idx="13898">
                  <c:v>7.8169199999999996</c:v>
                </c:pt>
                <c:pt idx="13899">
                  <c:v>7.8172300000000003</c:v>
                </c:pt>
                <c:pt idx="13900">
                  <c:v>7.8175299999999996</c:v>
                </c:pt>
                <c:pt idx="13901">
                  <c:v>7.8178400000000003</c:v>
                </c:pt>
                <c:pt idx="13902">
                  <c:v>7.8181399999999996</c:v>
                </c:pt>
                <c:pt idx="13903">
                  <c:v>7.8184500000000003</c:v>
                </c:pt>
                <c:pt idx="13904">
                  <c:v>7.8187600000000002</c:v>
                </c:pt>
                <c:pt idx="13905">
                  <c:v>7.8190600000000003</c:v>
                </c:pt>
                <c:pt idx="13906">
                  <c:v>7.8193700000000002</c:v>
                </c:pt>
                <c:pt idx="13907">
                  <c:v>7.8196700000000003</c:v>
                </c:pt>
                <c:pt idx="13908">
                  <c:v>7.8199800000000002</c:v>
                </c:pt>
                <c:pt idx="13909">
                  <c:v>7.8202800000000003</c:v>
                </c:pt>
                <c:pt idx="13910">
                  <c:v>7.8205900000000002</c:v>
                </c:pt>
                <c:pt idx="13911">
                  <c:v>7.8208900000000003</c:v>
                </c:pt>
                <c:pt idx="13912">
                  <c:v>7.8212000000000002</c:v>
                </c:pt>
                <c:pt idx="13913">
                  <c:v>7.8215000000000003</c:v>
                </c:pt>
                <c:pt idx="13914">
                  <c:v>7.8218100000000002</c:v>
                </c:pt>
                <c:pt idx="13915">
                  <c:v>7.8221100000000003</c:v>
                </c:pt>
                <c:pt idx="13916">
                  <c:v>7.8224200000000002</c:v>
                </c:pt>
                <c:pt idx="13917">
                  <c:v>7.82273</c:v>
                </c:pt>
                <c:pt idx="13918">
                  <c:v>7.8230300000000002</c:v>
                </c:pt>
                <c:pt idx="13919">
                  <c:v>7.82334</c:v>
                </c:pt>
                <c:pt idx="13920">
                  <c:v>7.8236400000000001</c:v>
                </c:pt>
                <c:pt idx="13921">
                  <c:v>7.82395</c:v>
                </c:pt>
                <c:pt idx="13922">
                  <c:v>7.8242500000000001</c:v>
                </c:pt>
                <c:pt idx="13923">
                  <c:v>7.82456</c:v>
                </c:pt>
                <c:pt idx="13924">
                  <c:v>7.8248600000000001</c:v>
                </c:pt>
                <c:pt idx="13925">
                  <c:v>7.82517</c:v>
                </c:pt>
                <c:pt idx="13926">
                  <c:v>7.8254700000000001</c:v>
                </c:pt>
                <c:pt idx="13927">
                  <c:v>7.82578</c:v>
                </c:pt>
                <c:pt idx="13928">
                  <c:v>7.8260800000000001</c:v>
                </c:pt>
              </c:numCache>
            </c:numRef>
          </c:xVal>
          <c:yVal>
            <c:numRef>
              <c:f>'Se-M_eth1x'!$B$1:$B$13929</c:f>
              <c:numCache>
                <c:formatCode>General</c:formatCode>
                <c:ptCount val="13929"/>
                <c:pt idx="0">
                  <c:v>5.7670000000000003</c:v>
                </c:pt>
                <c:pt idx="1">
                  <c:v>5.7177800000000003</c:v>
                </c:pt>
                <c:pt idx="2">
                  <c:v>5.3608399999999996</c:v>
                </c:pt>
                <c:pt idx="3">
                  <c:v>5.1980500000000003</c:v>
                </c:pt>
                <c:pt idx="4">
                  <c:v>4.9471299999999996</c:v>
                </c:pt>
                <c:pt idx="5">
                  <c:v>4.8702199999999998</c:v>
                </c:pt>
                <c:pt idx="6">
                  <c:v>4.78735</c:v>
                </c:pt>
                <c:pt idx="7">
                  <c:v>4.82369</c:v>
                </c:pt>
                <c:pt idx="8">
                  <c:v>4.8255299999999997</c:v>
                </c:pt>
                <c:pt idx="9">
                  <c:v>4.8553100000000002</c:v>
                </c:pt>
                <c:pt idx="10">
                  <c:v>4.3843199999999998</c:v>
                </c:pt>
                <c:pt idx="11">
                  <c:v>4.13856</c:v>
                </c:pt>
                <c:pt idx="12">
                  <c:v>4.3558399999999997</c:v>
                </c:pt>
                <c:pt idx="13">
                  <c:v>4.3278499999999998</c:v>
                </c:pt>
                <c:pt idx="14">
                  <c:v>4.0789400000000002</c:v>
                </c:pt>
                <c:pt idx="15">
                  <c:v>3.8757100000000002</c:v>
                </c:pt>
                <c:pt idx="16">
                  <c:v>4.1271500000000003</c:v>
                </c:pt>
                <c:pt idx="17">
                  <c:v>4.3313300000000003</c:v>
                </c:pt>
                <c:pt idx="18">
                  <c:v>4.1407400000000001</c:v>
                </c:pt>
                <c:pt idx="19">
                  <c:v>3.9210799999999999</c:v>
                </c:pt>
                <c:pt idx="20">
                  <c:v>3.7939500000000002</c:v>
                </c:pt>
                <c:pt idx="21">
                  <c:v>3.9043999999999999</c:v>
                </c:pt>
                <c:pt idx="22">
                  <c:v>4.1648199999999997</c:v>
                </c:pt>
                <c:pt idx="23">
                  <c:v>4.2156000000000002</c:v>
                </c:pt>
                <c:pt idx="24">
                  <c:v>3.9024899999999998</c:v>
                </c:pt>
                <c:pt idx="25">
                  <c:v>3.73136</c:v>
                </c:pt>
                <c:pt idx="26">
                  <c:v>3.7978200000000002</c:v>
                </c:pt>
                <c:pt idx="27">
                  <c:v>3.78687</c:v>
                </c:pt>
                <c:pt idx="28">
                  <c:v>3.6147800000000001</c:v>
                </c:pt>
                <c:pt idx="29">
                  <c:v>3.5339900000000002</c:v>
                </c:pt>
                <c:pt idx="30">
                  <c:v>3.6943999999999999</c:v>
                </c:pt>
                <c:pt idx="31">
                  <c:v>3.5855299999999999</c:v>
                </c:pt>
                <c:pt idx="32">
                  <c:v>3.2665899999999999</c:v>
                </c:pt>
                <c:pt idx="33">
                  <c:v>3.1484399999999999</c:v>
                </c:pt>
                <c:pt idx="34">
                  <c:v>3.54698</c:v>
                </c:pt>
                <c:pt idx="35">
                  <c:v>4.3346200000000001</c:v>
                </c:pt>
                <c:pt idx="36">
                  <c:v>5.0479799999999999</c:v>
                </c:pt>
                <c:pt idx="37">
                  <c:v>4.9770599999999998</c:v>
                </c:pt>
                <c:pt idx="38">
                  <c:v>4.6317000000000004</c:v>
                </c:pt>
                <c:pt idx="39">
                  <c:v>4.2031900000000002</c:v>
                </c:pt>
                <c:pt idx="40">
                  <c:v>3.6169600000000002</c:v>
                </c:pt>
                <c:pt idx="41">
                  <c:v>3.6891099999999999</c:v>
                </c:pt>
                <c:pt idx="42">
                  <c:v>4.0146499999999996</c:v>
                </c:pt>
                <c:pt idx="43">
                  <c:v>4.0067500000000003</c:v>
                </c:pt>
                <c:pt idx="44">
                  <c:v>3.7885300000000002</c:v>
                </c:pt>
                <c:pt idx="45">
                  <c:v>3.3050000000000002</c:v>
                </c:pt>
                <c:pt idx="46">
                  <c:v>3.2099700000000002</c:v>
                </c:pt>
                <c:pt idx="47">
                  <c:v>3.3952399999999998</c:v>
                </c:pt>
                <c:pt idx="48">
                  <c:v>3.55863</c:v>
                </c:pt>
                <c:pt idx="49">
                  <c:v>3.4335300000000002</c:v>
                </c:pt>
                <c:pt idx="50">
                  <c:v>3.2955899999999998</c:v>
                </c:pt>
                <c:pt idx="51">
                  <c:v>3.5173999999999999</c:v>
                </c:pt>
                <c:pt idx="52">
                  <c:v>3.7160600000000001</c:v>
                </c:pt>
                <c:pt idx="53">
                  <c:v>3.7423899999999999</c:v>
                </c:pt>
                <c:pt idx="54">
                  <c:v>3.8546200000000002</c:v>
                </c:pt>
                <c:pt idx="55">
                  <c:v>4.1274800000000003</c:v>
                </c:pt>
                <c:pt idx="56">
                  <c:v>4.4364600000000003</c:v>
                </c:pt>
                <c:pt idx="57">
                  <c:v>4.2793999999999999</c:v>
                </c:pt>
                <c:pt idx="58">
                  <c:v>4.3475900000000003</c:v>
                </c:pt>
                <c:pt idx="59">
                  <c:v>4.47262</c:v>
                </c:pt>
                <c:pt idx="60">
                  <c:v>4.8566700000000003</c:v>
                </c:pt>
                <c:pt idx="61">
                  <c:v>4.9863900000000001</c:v>
                </c:pt>
                <c:pt idx="62">
                  <c:v>5.0046600000000003</c:v>
                </c:pt>
                <c:pt idx="63">
                  <c:v>4.8287399999999998</c:v>
                </c:pt>
                <c:pt idx="64">
                  <c:v>4.6325200000000004</c:v>
                </c:pt>
                <c:pt idx="65">
                  <c:v>4.7265100000000002</c:v>
                </c:pt>
                <c:pt idx="66">
                  <c:v>4.6871900000000002</c:v>
                </c:pt>
                <c:pt idx="67">
                  <c:v>4.8182700000000001</c:v>
                </c:pt>
                <c:pt idx="68">
                  <c:v>5.0250399999999997</c:v>
                </c:pt>
                <c:pt idx="69">
                  <c:v>5.1087800000000003</c:v>
                </c:pt>
                <c:pt idx="70">
                  <c:v>4.6644699999999997</c:v>
                </c:pt>
                <c:pt idx="71">
                  <c:v>4.5109000000000004</c:v>
                </c:pt>
                <c:pt idx="72">
                  <c:v>4.4897200000000002</c:v>
                </c:pt>
                <c:pt idx="73">
                  <c:v>4.5349700000000004</c:v>
                </c:pt>
                <c:pt idx="74">
                  <c:v>4.8906999999999998</c:v>
                </c:pt>
                <c:pt idx="75">
                  <c:v>4.7652200000000002</c:v>
                </c:pt>
                <c:pt idx="76">
                  <c:v>4.4018499999999996</c:v>
                </c:pt>
                <c:pt idx="77">
                  <c:v>4.0956999999999999</c:v>
                </c:pt>
                <c:pt idx="78">
                  <c:v>3.7904599999999999</c:v>
                </c:pt>
                <c:pt idx="79">
                  <c:v>4.0341800000000001</c:v>
                </c:pt>
                <c:pt idx="80">
                  <c:v>4.4038599999999999</c:v>
                </c:pt>
                <c:pt idx="81">
                  <c:v>4.5654599999999999</c:v>
                </c:pt>
                <c:pt idx="82">
                  <c:v>4.6025900000000002</c:v>
                </c:pt>
                <c:pt idx="83">
                  <c:v>4.3606600000000002</c:v>
                </c:pt>
                <c:pt idx="84">
                  <c:v>4.0524100000000001</c:v>
                </c:pt>
                <c:pt idx="85">
                  <c:v>3.5831499999999998</c:v>
                </c:pt>
                <c:pt idx="86">
                  <c:v>3.2719999999999998</c:v>
                </c:pt>
                <c:pt idx="87">
                  <c:v>3.2324199999999998</c:v>
                </c:pt>
                <c:pt idx="88">
                  <c:v>3.40787</c:v>
                </c:pt>
                <c:pt idx="89">
                  <c:v>3.70364</c:v>
                </c:pt>
                <c:pt idx="90">
                  <c:v>3.9937499999999999</c:v>
                </c:pt>
                <c:pt idx="91">
                  <c:v>3.5787599999999999</c:v>
                </c:pt>
                <c:pt idx="92">
                  <c:v>3.1337700000000002</c:v>
                </c:pt>
                <c:pt idx="93">
                  <c:v>3.3376100000000002</c:v>
                </c:pt>
                <c:pt idx="94">
                  <c:v>3.7395800000000001</c:v>
                </c:pt>
                <c:pt idx="95">
                  <c:v>3.9074900000000001</c:v>
                </c:pt>
                <c:pt idx="96">
                  <c:v>3.9270399999999999</c:v>
                </c:pt>
                <c:pt idx="97">
                  <c:v>3.8566400000000001</c:v>
                </c:pt>
                <c:pt idx="98">
                  <c:v>3.8472200000000001</c:v>
                </c:pt>
                <c:pt idx="99">
                  <c:v>4.1113099999999996</c:v>
                </c:pt>
                <c:pt idx="100">
                  <c:v>4.0306199999999999</c:v>
                </c:pt>
                <c:pt idx="101">
                  <c:v>3.8575599999999999</c:v>
                </c:pt>
                <c:pt idx="102">
                  <c:v>3.8571399999999998</c:v>
                </c:pt>
                <c:pt idx="103">
                  <c:v>3.7361800000000001</c:v>
                </c:pt>
                <c:pt idx="104">
                  <c:v>3.72282</c:v>
                </c:pt>
                <c:pt idx="105">
                  <c:v>3.83</c:v>
                </c:pt>
                <c:pt idx="106">
                  <c:v>3.7695599999999998</c:v>
                </c:pt>
                <c:pt idx="107">
                  <c:v>3.6385299999999998</c:v>
                </c:pt>
                <c:pt idx="108">
                  <c:v>3.4489299999999998</c:v>
                </c:pt>
                <c:pt idx="109">
                  <c:v>3.5233300000000001</c:v>
                </c:pt>
                <c:pt idx="110">
                  <c:v>3.7145600000000001</c:v>
                </c:pt>
                <c:pt idx="111">
                  <c:v>3.8627199999999999</c:v>
                </c:pt>
                <c:pt idx="112">
                  <c:v>4.22865</c:v>
                </c:pt>
                <c:pt idx="113">
                  <c:v>3.9657300000000002</c:v>
                </c:pt>
                <c:pt idx="114">
                  <c:v>3.5027699999999999</c:v>
                </c:pt>
                <c:pt idx="115">
                  <c:v>3.1529699999999998</c:v>
                </c:pt>
                <c:pt idx="116">
                  <c:v>2.8806400000000001</c:v>
                </c:pt>
                <c:pt idx="117">
                  <c:v>2.9622700000000002</c:v>
                </c:pt>
                <c:pt idx="118">
                  <c:v>2.82911</c:v>
                </c:pt>
                <c:pt idx="119">
                  <c:v>2.4985499999999998</c:v>
                </c:pt>
                <c:pt idx="120">
                  <c:v>2.4308100000000001</c:v>
                </c:pt>
                <c:pt idx="121">
                  <c:v>2.6907199999999998</c:v>
                </c:pt>
                <c:pt idx="122">
                  <c:v>3.10894</c:v>
                </c:pt>
                <c:pt idx="123">
                  <c:v>3.4032499999999999</c:v>
                </c:pt>
                <c:pt idx="124">
                  <c:v>3.62839</c:v>
                </c:pt>
                <c:pt idx="125">
                  <c:v>3.84395</c:v>
                </c:pt>
                <c:pt idx="126">
                  <c:v>4.0294400000000001</c:v>
                </c:pt>
                <c:pt idx="127">
                  <c:v>4.2027799999999997</c:v>
                </c:pt>
                <c:pt idx="128">
                  <c:v>4.2075500000000003</c:v>
                </c:pt>
                <c:pt idx="129">
                  <c:v>4.1872100000000003</c:v>
                </c:pt>
                <c:pt idx="130">
                  <c:v>4.13246</c:v>
                </c:pt>
                <c:pt idx="131">
                  <c:v>3.9054099999999998</c:v>
                </c:pt>
                <c:pt idx="132">
                  <c:v>3.8160400000000001</c:v>
                </c:pt>
                <c:pt idx="133">
                  <c:v>3.78966</c:v>
                </c:pt>
                <c:pt idx="134">
                  <c:v>3.4730300000000001</c:v>
                </c:pt>
                <c:pt idx="135">
                  <c:v>3.4621300000000002</c:v>
                </c:pt>
                <c:pt idx="136">
                  <c:v>3.4748299999999999</c:v>
                </c:pt>
                <c:pt idx="137">
                  <c:v>4.0430200000000003</c:v>
                </c:pt>
                <c:pt idx="138">
                  <c:v>4.7299199999999999</c:v>
                </c:pt>
                <c:pt idx="139">
                  <c:v>5.1434600000000001</c:v>
                </c:pt>
                <c:pt idx="140">
                  <c:v>5.15876</c:v>
                </c:pt>
                <c:pt idx="141">
                  <c:v>4.8475099999999998</c:v>
                </c:pt>
                <c:pt idx="142">
                  <c:v>4.7154800000000003</c:v>
                </c:pt>
                <c:pt idx="143">
                  <c:v>4.7818699999999996</c:v>
                </c:pt>
                <c:pt idx="144">
                  <c:v>4.8568800000000003</c:v>
                </c:pt>
                <c:pt idx="145">
                  <c:v>4.6791499999999999</c:v>
                </c:pt>
                <c:pt idx="146">
                  <c:v>4.5149299999999997</c:v>
                </c:pt>
                <c:pt idx="147">
                  <c:v>4.1934699999999996</c:v>
                </c:pt>
                <c:pt idx="148">
                  <c:v>4.0974000000000004</c:v>
                </c:pt>
                <c:pt idx="149">
                  <c:v>4.1884699999999997</c:v>
                </c:pt>
                <c:pt idx="150">
                  <c:v>4.1391600000000004</c:v>
                </c:pt>
                <c:pt idx="151">
                  <c:v>3.8959100000000002</c:v>
                </c:pt>
                <c:pt idx="152">
                  <c:v>3.87649</c:v>
                </c:pt>
                <c:pt idx="153">
                  <c:v>3.9538500000000001</c:v>
                </c:pt>
                <c:pt idx="154">
                  <c:v>3.7735400000000001</c:v>
                </c:pt>
                <c:pt idx="155">
                  <c:v>3.6614499999999999</c:v>
                </c:pt>
                <c:pt idx="156">
                  <c:v>3.6463299999999998</c:v>
                </c:pt>
                <c:pt idx="157">
                  <c:v>3.6182099999999999</c:v>
                </c:pt>
                <c:pt idx="158">
                  <c:v>3.49912</c:v>
                </c:pt>
                <c:pt idx="159">
                  <c:v>3.42272</c:v>
                </c:pt>
                <c:pt idx="160">
                  <c:v>3.8369200000000001</c:v>
                </c:pt>
                <c:pt idx="161">
                  <c:v>4.14968</c:v>
                </c:pt>
                <c:pt idx="162">
                  <c:v>4.3675899999999999</c:v>
                </c:pt>
                <c:pt idx="163">
                  <c:v>4.4900099999999998</c:v>
                </c:pt>
                <c:pt idx="164">
                  <c:v>4.6310599999999997</c:v>
                </c:pt>
                <c:pt idx="165">
                  <c:v>4.3696900000000003</c:v>
                </c:pt>
                <c:pt idx="166">
                  <c:v>4.1695099999999998</c:v>
                </c:pt>
                <c:pt idx="167">
                  <c:v>3.9832100000000001</c:v>
                </c:pt>
                <c:pt idx="168">
                  <c:v>3.6381100000000002</c:v>
                </c:pt>
                <c:pt idx="169">
                  <c:v>3.5066600000000001</c:v>
                </c:pt>
                <c:pt idx="170">
                  <c:v>3.3633799999999998</c:v>
                </c:pt>
                <c:pt idx="171">
                  <c:v>3.8224399999999998</c:v>
                </c:pt>
                <c:pt idx="172">
                  <c:v>4.2057900000000004</c:v>
                </c:pt>
                <c:pt idx="173">
                  <c:v>4.1451099999999999</c:v>
                </c:pt>
                <c:pt idx="174">
                  <c:v>4.02041</c:v>
                </c:pt>
                <c:pt idx="175">
                  <c:v>3.9428700000000001</c:v>
                </c:pt>
                <c:pt idx="176">
                  <c:v>3.8159100000000001</c:v>
                </c:pt>
                <c:pt idx="177">
                  <c:v>3.8078799999999999</c:v>
                </c:pt>
                <c:pt idx="178">
                  <c:v>4.0370100000000004</c:v>
                </c:pt>
                <c:pt idx="179">
                  <c:v>4.1173099999999998</c:v>
                </c:pt>
                <c:pt idx="180">
                  <c:v>3.7003200000000001</c:v>
                </c:pt>
                <c:pt idx="181">
                  <c:v>3.10839</c:v>
                </c:pt>
                <c:pt idx="182">
                  <c:v>3.1431300000000002</c:v>
                </c:pt>
                <c:pt idx="183">
                  <c:v>3.5529799999999998</c:v>
                </c:pt>
                <c:pt idx="184">
                  <c:v>4.1776600000000004</c:v>
                </c:pt>
                <c:pt idx="185">
                  <c:v>4.2882800000000003</c:v>
                </c:pt>
                <c:pt idx="186">
                  <c:v>4.1240399999999999</c:v>
                </c:pt>
                <c:pt idx="187">
                  <c:v>4.0473400000000002</c:v>
                </c:pt>
                <c:pt idx="188">
                  <c:v>3.9087000000000001</c:v>
                </c:pt>
                <c:pt idx="189">
                  <c:v>4.0706899999999999</c:v>
                </c:pt>
                <c:pt idx="190">
                  <c:v>4.2661300000000004</c:v>
                </c:pt>
                <c:pt idx="191">
                  <c:v>4.1431300000000002</c:v>
                </c:pt>
                <c:pt idx="192">
                  <c:v>4.4895399999999999</c:v>
                </c:pt>
                <c:pt idx="193">
                  <c:v>4.6779900000000003</c:v>
                </c:pt>
                <c:pt idx="194">
                  <c:v>4.2962600000000002</c:v>
                </c:pt>
                <c:pt idx="195">
                  <c:v>3.9321999999999999</c:v>
                </c:pt>
                <c:pt idx="196">
                  <c:v>3.7030799999999999</c:v>
                </c:pt>
                <c:pt idx="197">
                  <c:v>3.2043599999999999</c:v>
                </c:pt>
                <c:pt idx="198">
                  <c:v>3.2384400000000002</c:v>
                </c:pt>
                <c:pt idx="199">
                  <c:v>4.1152600000000001</c:v>
                </c:pt>
                <c:pt idx="200">
                  <c:v>4.7296399999999998</c:v>
                </c:pt>
                <c:pt idx="201">
                  <c:v>4.9411800000000001</c:v>
                </c:pt>
                <c:pt idx="202">
                  <c:v>4.9190699999999996</c:v>
                </c:pt>
                <c:pt idx="203">
                  <c:v>4.5781799999999997</c:v>
                </c:pt>
                <c:pt idx="204">
                  <c:v>4.3589000000000002</c:v>
                </c:pt>
                <c:pt idx="205">
                  <c:v>4.2652299999999999</c:v>
                </c:pt>
                <c:pt idx="206">
                  <c:v>4.6184700000000003</c:v>
                </c:pt>
                <c:pt idx="207">
                  <c:v>4.93825</c:v>
                </c:pt>
                <c:pt idx="208">
                  <c:v>4.8310300000000002</c:v>
                </c:pt>
                <c:pt idx="209">
                  <c:v>4.8538399999999999</c:v>
                </c:pt>
                <c:pt idx="210">
                  <c:v>4.8353700000000002</c:v>
                </c:pt>
                <c:pt idx="211">
                  <c:v>4.9521800000000002</c:v>
                </c:pt>
                <c:pt idx="212">
                  <c:v>5.0873699999999999</c:v>
                </c:pt>
                <c:pt idx="213">
                  <c:v>4.8279500000000004</c:v>
                </c:pt>
                <c:pt idx="214">
                  <c:v>4.5925900000000004</c:v>
                </c:pt>
                <c:pt idx="215">
                  <c:v>4.7713400000000004</c:v>
                </c:pt>
                <c:pt idx="216">
                  <c:v>4.7813499999999998</c:v>
                </c:pt>
                <c:pt idx="217">
                  <c:v>4.1032000000000002</c:v>
                </c:pt>
                <c:pt idx="218">
                  <c:v>3.4576899999999999</c:v>
                </c:pt>
                <c:pt idx="219">
                  <c:v>3.5260699999999998</c:v>
                </c:pt>
                <c:pt idx="220">
                  <c:v>3.57613</c:v>
                </c:pt>
                <c:pt idx="221">
                  <c:v>3.4759099999999998</c:v>
                </c:pt>
                <c:pt idx="222">
                  <c:v>3.4660000000000002</c:v>
                </c:pt>
                <c:pt idx="223">
                  <c:v>3.5112700000000001</c:v>
                </c:pt>
                <c:pt idx="224">
                  <c:v>3.5703900000000002</c:v>
                </c:pt>
                <c:pt idx="225">
                  <c:v>3.53057</c:v>
                </c:pt>
                <c:pt idx="226">
                  <c:v>3.6222799999999999</c:v>
                </c:pt>
                <c:pt idx="227">
                  <c:v>3.8346399999999998</c:v>
                </c:pt>
                <c:pt idx="228">
                  <c:v>4.0645300000000004</c:v>
                </c:pt>
                <c:pt idx="229">
                  <c:v>4.2248299999999999</c:v>
                </c:pt>
                <c:pt idx="230">
                  <c:v>4.3596500000000002</c:v>
                </c:pt>
                <c:pt idx="231">
                  <c:v>4.78247</c:v>
                </c:pt>
                <c:pt idx="232">
                  <c:v>5.0182000000000002</c:v>
                </c:pt>
                <c:pt idx="233">
                  <c:v>4.7159399999999998</c:v>
                </c:pt>
                <c:pt idx="234">
                  <c:v>4.6749799999999997</c:v>
                </c:pt>
                <c:pt idx="235">
                  <c:v>4.5880799999999997</c:v>
                </c:pt>
                <c:pt idx="236">
                  <c:v>4.5076499999999999</c:v>
                </c:pt>
                <c:pt idx="237">
                  <c:v>4.5968</c:v>
                </c:pt>
                <c:pt idx="238">
                  <c:v>4.3382500000000004</c:v>
                </c:pt>
                <c:pt idx="239">
                  <c:v>3.8363299999999998</c:v>
                </c:pt>
                <c:pt idx="240">
                  <c:v>3.6095899999999999</c:v>
                </c:pt>
                <c:pt idx="241">
                  <c:v>3.7538100000000001</c:v>
                </c:pt>
                <c:pt idx="242">
                  <c:v>3.6910699999999999</c:v>
                </c:pt>
                <c:pt idx="243">
                  <c:v>3.62582</c:v>
                </c:pt>
                <c:pt idx="244">
                  <c:v>3.63361</c:v>
                </c:pt>
                <c:pt idx="245">
                  <c:v>3.8103699999999998</c:v>
                </c:pt>
                <c:pt idx="246">
                  <c:v>4.1401000000000003</c:v>
                </c:pt>
                <c:pt idx="247">
                  <c:v>4.5434400000000004</c:v>
                </c:pt>
                <c:pt idx="248">
                  <c:v>4.4213699999999996</c:v>
                </c:pt>
                <c:pt idx="249">
                  <c:v>4.09023</c:v>
                </c:pt>
                <c:pt idx="250">
                  <c:v>3.9640599999999999</c:v>
                </c:pt>
                <c:pt idx="251">
                  <c:v>3.7514099999999999</c:v>
                </c:pt>
                <c:pt idx="252">
                  <c:v>3.49424</c:v>
                </c:pt>
                <c:pt idx="253">
                  <c:v>3.3317999999999999</c:v>
                </c:pt>
                <c:pt idx="254">
                  <c:v>3.0929199999999999</c:v>
                </c:pt>
                <c:pt idx="255">
                  <c:v>3.0951</c:v>
                </c:pt>
                <c:pt idx="256">
                  <c:v>3.4087299999999998</c:v>
                </c:pt>
                <c:pt idx="257">
                  <c:v>3.7939799999999999</c:v>
                </c:pt>
                <c:pt idx="258">
                  <c:v>3.5950199999999999</c:v>
                </c:pt>
                <c:pt idx="259">
                  <c:v>3.2223299999999999</c:v>
                </c:pt>
                <c:pt idx="260">
                  <c:v>3.3477100000000002</c:v>
                </c:pt>
                <c:pt idx="261">
                  <c:v>3.6765599999999998</c:v>
                </c:pt>
                <c:pt idx="262">
                  <c:v>3.5214500000000002</c:v>
                </c:pt>
                <c:pt idx="263">
                  <c:v>3.6816300000000002</c:v>
                </c:pt>
                <c:pt idx="264">
                  <c:v>4.0044899999999997</c:v>
                </c:pt>
                <c:pt idx="265">
                  <c:v>4.0453000000000001</c:v>
                </c:pt>
                <c:pt idx="266">
                  <c:v>3.9207700000000001</c:v>
                </c:pt>
                <c:pt idx="267">
                  <c:v>3.8615300000000001</c:v>
                </c:pt>
                <c:pt idx="268">
                  <c:v>3.7827500000000001</c:v>
                </c:pt>
                <c:pt idx="269">
                  <c:v>3.9540600000000001</c:v>
                </c:pt>
                <c:pt idx="270">
                  <c:v>4.4543100000000004</c:v>
                </c:pt>
                <c:pt idx="271">
                  <c:v>4.5109700000000004</c:v>
                </c:pt>
                <c:pt idx="272">
                  <c:v>4.2923</c:v>
                </c:pt>
                <c:pt idx="273">
                  <c:v>4.3176199999999998</c:v>
                </c:pt>
                <c:pt idx="274">
                  <c:v>4.1386599999999998</c:v>
                </c:pt>
                <c:pt idx="275">
                  <c:v>3.8275700000000001</c:v>
                </c:pt>
                <c:pt idx="276">
                  <c:v>3.87547</c:v>
                </c:pt>
                <c:pt idx="277">
                  <c:v>4.1715499999999999</c:v>
                </c:pt>
                <c:pt idx="278">
                  <c:v>4.1961300000000001</c:v>
                </c:pt>
                <c:pt idx="279">
                  <c:v>3.8835099999999998</c:v>
                </c:pt>
                <c:pt idx="280">
                  <c:v>3.9268900000000002</c:v>
                </c:pt>
                <c:pt idx="281">
                  <c:v>4.2028400000000001</c:v>
                </c:pt>
                <c:pt idx="282">
                  <c:v>4.0090899999999996</c:v>
                </c:pt>
                <c:pt idx="283">
                  <c:v>3.4799000000000002</c:v>
                </c:pt>
                <c:pt idx="284">
                  <c:v>3.0907</c:v>
                </c:pt>
                <c:pt idx="285">
                  <c:v>3.0756100000000002</c:v>
                </c:pt>
                <c:pt idx="286">
                  <c:v>3.17387</c:v>
                </c:pt>
                <c:pt idx="287">
                  <c:v>3.3097699999999999</c:v>
                </c:pt>
                <c:pt idx="288">
                  <c:v>3.62201</c:v>
                </c:pt>
                <c:pt idx="289">
                  <c:v>3.8452199999999999</c:v>
                </c:pt>
                <c:pt idx="290">
                  <c:v>3.8632</c:v>
                </c:pt>
                <c:pt idx="291">
                  <c:v>3.7350300000000001</c:v>
                </c:pt>
                <c:pt idx="292">
                  <c:v>3.7629899999999998</c:v>
                </c:pt>
                <c:pt idx="293">
                  <c:v>3.9890500000000002</c:v>
                </c:pt>
                <c:pt idx="294">
                  <c:v>4.1568399999999999</c:v>
                </c:pt>
                <c:pt idx="295">
                  <c:v>4.1776799999999996</c:v>
                </c:pt>
                <c:pt idx="296">
                  <c:v>4.0309499999999998</c:v>
                </c:pt>
                <c:pt idx="297">
                  <c:v>3.6209600000000002</c:v>
                </c:pt>
                <c:pt idx="298">
                  <c:v>3.6038800000000002</c:v>
                </c:pt>
                <c:pt idx="299">
                  <c:v>3.77563</c:v>
                </c:pt>
                <c:pt idx="300">
                  <c:v>3.6977500000000001</c:v>
                </c:pt>
                <c:pt idx="301">
                  <c:v>3.8206500000000001</c:v>
                </c:pt>
                <c:pt idx="302">
                  <c:v>3.9238400000000002</c:v>
                </c:pt>
                <c:pt idx="303">
                  <c:v>4.0502000000000002</c:v>
                </c:pt>
                <c:pt idx="304">
                  <c:v>4.5922799999999997</c:v>
                </c:pt>
                <c:pt idx="305">
                  <c:v>4.7941599999999998</c:v>
                </c:pt>
                <c:pt idx="306">
                  <c:v>4.8004800000000003</c:v>
                </c:pt>
                <c:pt idx="307">
                  <c:v>5.00481</c:v>
                </c:pt>
                <c:pt idx="308">
                  <c:v>4.9407199999999998</c:v>
                </c:pt>
                <c:pt idx="309">
                  <c:v>4.5790100000000002</c:v>
                </c:pt>
                <c:pt idx="310">
                  <c:v>4.3649399999999998</c:v>
                </c:pt>
                <c:pt idx="311">
                  <c:v>4.5467199999999997</c:v>
                </c:pt>
                <c:pt idx="312">
                  <c:v>4.8614300000000004</c:v>
                </c:pt>
                <c:pt idx="313">
                  <c:v>4.5965699999999998</c:v>
                </c:pt>
                <c:pt idx="314">
                  <c:v>4.3324299999999996</c:v>
                </c:pt>
                <c:pt idx="315">
                  <c:v>4.3407400000000003</c:v>
                </c:pt>
                <c:pt idx="316">
                  <c:v>4.5665199999999997</c:v>
                </c:pt>
                <c:pt idx="317">
                  <c:v>4.7130799999999997</c:v>
                </c:pt>
                <c:pt idx="318">
                  <c:v>4.7259799999999998</c:v>
                </c:pt>
                <c:pt idx="319">
                  <c:v>4.6324300000000003</c:v>
                </c:pt>
                <c:pt idx="320">
                  <c:v>4.3526400000000001</c:v>
                </c:pt>
                <c:pt idx="321">
                  <c:v>4.0563900000000004</c:v>
                </c:pt>
                <c:pt idx="322">
                  <c:v>4.0688300000000002</c:v>
                </c:pt>
                <c:pt idx="323">
                  <c:v>4.6136699999999999</c:v>
                </c:pt>
                <c:pt idx="324">
                  <c:v>5.1459599999999996</c:v>
                </c:pt>
                <c:pt idx="325">
                  <c:v>5.1181200000000002</c:v>
                </c:pt>
                <c:pt idx="326">
                  <c:v>4.9414999999999996</c:v>
                </c:pt>
                <c:pt idx="327">
                  <c:v>4.7752400000000002</c:v>
                </c:pt>
                <c:pt idx="328">
                  <c:v>4.5081499999999997</c:v>
                </c:pt>
                <c:pt idx="329">
                  <c:v>4.5357399999999997</c:v>
                </c:pt>
                <c:pt idx="330">
                  <c:v>4.5624799999999999</c:v>
                </c:pt>
                <c:pt idx="331">
                  <c:v>4.4982199999999999</c:v>
                </c:pt>
                <c:pt idx="332">
                  <c:v>4.31541</c:v>
                </c:pt>
                <c:pt idx="333">
                  <c:v>4.37622</c:v>
                </c:pt>
                <c:pt idx="334">
                  <c:v>4.8286600000000002</c:v>
                </c:pt>
                <c:pt idx="335">
                  <c:v>4.8533299999999997</c:v>
                </c:pt>
                <c:pt idx="336">
                  <c:v>4.6960499999999996</c:v>
                </c:pt>
                <c:pt idx="337">
                  <c:v>4.9267599999999998</c:v>
                </c:pt>
                <c:pt idx="338">
                  <c:v>4.94034</c:v>
                </c:pt>
                <c:pt idx="339">
                  <c:v>4.7510899999999996</c:v>
                </c:pt>
                <c:pt idx="340">
                  <c:v>4.6925100000000004</c:v>
                </c:pt>
                <c:pt idx="341">
                  <c:v>4.5452500000000002</c:v>
                </c:pt>
                <c:pt idx="342">
                  <c:v>4.1959900000000001</c:v>
                </c:pt>
                <c:pt idx="343">
                  <c:v>4.2482199999999999</c:v>
                </c:pt>
                <c:pt idx="344">
                  <c:v>4.6704400000000001</c:v>
                </c:pt>
                <c:pt idx="345">
                  <c:v>4.6667699999999996</c:v>
                </c:pt>
                <c:pt idx="346">
                  <c:v>4.5206600000000003</c:v>
                </c:pt>
                <c:pt idx="347">
                  <c:v>4.7991599999999996</c:v>
                </c:pt>
                <c:pt idx="348">
                  <c:v>4.7585699999999997</c:v>
                </c:pt>
                <c:pt idx="349">
                  <c:v>4.5633400000000002</c:v>
                </c:pt>
                <c:pt idx="350">
                  <c:v>4.6350600000000002</c:v>
                </c:pt>
                <c:pt idx="351">
                  <c:v>4.7866999999999997</c:v>
                </c:pt>
                <c:pt idx="352">
                  <c:v>4.6117699999999999</c:v>
                </c:pt>
                <c:pt idx="353">
                  <c:v>4.4438000000000004</c:v>
                </c:pt>
                <c:pt idx="354">
                  <c:v>4.1558900000000003</c:v>
                </c:pt>
                <c:pt idx="355">
                  <c:v>3.9837699999999998</c:v>
                </c:pt>
                <c:pt idx="356">
                  <c:v>3.86327</c:v>
                </c:pt>
                <c:pt idx="357">
                  <c:v>3.8433299999999999</c:v>
                </c:pt>
                <c:pt idx="358">
                  <c:v>3.8677600000000001</c:v>
                </c:pt>
                <c:pt idx="359">
                  <c:v>4.25915</c:v>
                </c:pt>
                <c:pt idx="360">
                  <c:v>4.4967499999999996</c:v>
                </c:pt>
                <c:pt idx="361">
                  <c:v>4.5303899999999997</c:v>
                </c:pt>
                <c:pt idx="362">
                  <c:v>4.6537300000000004</c:v>
                </c:pt>
                <c:pt idx="363">
                  <c:v>4.6416700000000004</c:v>
                </c:pt>
                <c:pt idx="364">
                  <c:v>4.6681600000000003</c:v>
                </c:pt>
                <c:pt idx="365">
                  <c:v>4.8189599999999997</c:v>
                </c:pt>
                <c:pt idx="366">
                  <c:v>4.8601299999999998</c:v>
                </c:pt>
                <c:pt idx="367">
                  <c:v>4.66777</c:v>
                </c:pt>
                <c:pt idx="368">
                  <c:v>4.5047499999999996</c:v>
                </c:pt>
                <c:pt idx="369">
                  <c:v>4.4443099999999998</c:v>
                </c:pt>
                <c:pt idx="370">
                  <c:v>4.6724899999999998</c:v>
                </c:pt>
                <c:pt idx="371">
                  <c:v>4.9546999999999999</c:v>
                </c:pt>
                <c:pt idx="372">
                  <c:v>4.8272399999999998</c:v>
                </c:pt>
                <c:pt idx="373">
                  <c:v>4.5926499999999999</c:v>
                </c:pt>
                <c:pt idx="374">
                  <c:v>4.31168</c:v>
                </c:pt>
                <c:pt idx="375">
                  <c:v>3.9209800000000001</c:v>
                </c:pt>
                <c:pt idx="376">
                  <c:v>3.9704100000000002</c:v>
                </c:pt>
                <c:pt idx="377">
                  <c:v>4.0930299999999997</c:v>
                </c:pt>
                <c:pt idx="378">
                  <c:v>4.3035300000000003</c:v>
                </c:pt>
                <c:pt idx="379">
                  <c:v>4.6488800000000001</c:v>
                </c:pt>
                <c:pt idx="380">
                  <c:v>4.76694</c:v>
                </c:pt>
                <c:pt idx="381">
                  <c:v>4.8166599999999997</c:v>
                </c:pt>
                <c:pt idx="382">
                  <c:v>4.87582</c:v>
                </c:pt>
                <c:pt idx="383">
                  <c:v>4.9039099999999998</c:v>
                </c:pt>
                <c:pt idx="384">
                  <c:v>4.7153999999999998</c:v>
                </c:pt>
                <c:pt idx="385">
                  <c:v>4.8260800000000001</c:v>
                </c:pt>
                <c:pt idx="386">
                  <c:v>5.0034599999999996</c:v>
                </c:pt>
                <c:pt idx="387">
                  <c:v>4.8080600000000002</c:v>
                </c:pt>
                <c:pt idx="388">
                  <c:v>4.6023800000000001</c:v>
                </c:pt>
                <c:pt idx="389">
                  <c:v>4.5856399999999997</c:v>
                </c:pt>
                <c:pt idx="390">
                  <c:v>4.2813800000000004</c:v>
                </c:pt>
                <c:pt idx="391">
                  <c:v>4.23447</c:v>
                </c:pt>
                <c:pt idx="392">
                  <c:v>4.3735900000000001</c:v>
                </c:pt>
                <c:pt idx="393">
                  <c:v>4.5621900000000002</c:v>
                </c:pt>
                <c:pt idx="394">
                  <c:v>4.8605999999999998</c:v>
                </c:pt>
                <c:pt idx="395">
                  <c:v>4.8861699999999999</c:v>
                </c:pt>
                <c:pt idx="396">
                  <c:v>4.53749</c:v>
                </c:pt>
                <c:pt idx="397">
                  <c:v>4.5348199999999999</c:v>
                </c:pt>
                <c:pt idx="398">
                  <c:v>4.9622400000000004</c:v>
                </c:pt>
                <c:pt idx="399">
                  <c:v>5.3064200000000001</c:v>
                </c:pt>
                <c:pt idx="400">
                  <c:v>5.5354200000000002</c:v>
                </c:pt>
                <c:pt idx="401">
                  <c:v>5.69123</c:v>
                </c:pt>
                <c:pt idx="402">
                  <c:v>5.6408800000000001</c:v>
                </c:pt>
                <c:pt idx="403">
                  <c:v>5.7099399999999996</c:v>
                </c:pt>
                <c:pt idx="404">
                  <c:v>5.8065899999999999</c:v>
                </c:pt>
                <c:pt idx="405">
                  <c:v>5.7312900000000004</c:v>
                </c:pt>
                <c:pt idx="406">
                  <c:v>5.2220199999999997</c:v>
                </c:pt>
                <c:pt idx="407">
                  <c:v>4.9146000000000001</c:v>
                </c:pt>
                <c:pt idx="408">
                  <c:v>4.8633699999999997</c:v>
                </c:pt>
                <c:pt idx="409">
                  <c:v>4.5776599999999998</c:v>
                </c:pt>
                <c:pt idx="410">
                  <c:v>4.5171599999999996</c:v>
                </c:pt>
                <c:pt idx="411">
                  <c:v>4.6358800000000002</c:v>
                </c:pt>
                <c:pt idx="412">
                  <c:v>5.0182099999999998</c:v>
                </c:pt>
                <c:pt idx="413">
                  <c:v>5.2878600000000002</c:v>
                </c:pt>
                <c:pt idx="414">
                  <c:v>5.0872799999999998</c:v>
                </c:pt>
                <c:pt idx="415">
                  <c:v>5.0156599999999996</c:v>
                </c:pt>
                <c:pt idx="416">
                  <c:v>4.8327400000000003</c:v>
                </c:pt>
                <c:pt idx="417">
                  <c:v>4.4390200000000002</c:v>
                </c:pt>
                <c:pt idx="418">
                  <c:v>4.09049</c:v>
                </c:pt>
                <c:pt idx="419">
                  <c:v>4.3108500000000003</c:v>
                </c:pt>
                <c:pt idx="420">
                  <c:v>4.4680499999999999</c:v>
                </c:pt>
                <c:pt idx="421">
                  <c:v>4.6992900000000004</c:v>
                </c:pt>
                <c:pt idx="422">
                  <c:v>5.1576599999999999</c:v>
                </c:pt>
                <c:pt idx="423">
                  <c:v>5.3525900000000002</c:v>
                </c:pt>
                <c:pt idx="424">
                  <c:v>5.2950600000000003</c:v>
                </c:pt>
                <c:pt idx="425">
                  <c:v>5.2353199999999998</c:v>
                </c:pt>
                <c:pt idx="426">
                  <c:v>5.2137399999999996</c:v>
                </c:pt>
                <c:pt idx="427">
                  <c:v>5.3820899999999998</c:v>
                </c:pt>
                <c:pt idx="428">
                  <c:v>5.6168699999999996</c:v>
                </c:pt>
                <c:pt idx="429">
                  <c:v>5.7351099999999997</c:v>
                </c:pt>
                <c:pt idx="430">
                  <c:v>5.9360999999999997</c:v>
                </c:pt>
                <c:pt idx="431">
                  <c:v>6.4392500000000004</c:v>
                </c:pt>
                <c:pt idx="432">
                  <c:v>6.6663399999999999</c:v>
                </c:pt>
                <c:pt idx="433">
                  <c:v>6.4421200000000001</c:v>
                </c:pt>
                <c:pt idx="434">
                  <c:v>6.8128799999999998</c:v>
                </c:pt>
                <c:pt idx="435">
                  <c:v>6.9375999999999998</c:v>
                </c:pt>
                <c:pt idx="436">
                  <c:v>6.7835999999999999</c:v>
                </c:pt>
                <c:pt idx="437">
                  <c:v>6.7396599999999998</c:v>
                </c:pt>
                <c:pt idx="438">
                  <c:v>6.6371900000000004</c:v>
                </c:pt>
                <c:pt idx="439">
                  <c:v>6.5169100000000002</c:v>
                </c:pt>
                <c:pt idx="440">
                  <c:v>6.5511999999999997</c:v>
                </c:pt>
                <c:pt idx="441">
                  <c:v>6.8378399999999999</c:v>
                </c:pt>
                <c:pt idx="442">
                  <c:v>7.1690300000000002</c:v>
                </c:pt>
                <c:pt idx="443">
                  <c:v>7.3222199999999997</c:v>
                </c:pt>
                <c:pt idx="444">
                  <c:v>7.3785600000000002</c:v>
                </c:pt>
                <c:pt idx="445">
                  <c:v>7.8173000000000004</c:v>
                </c:pt>
                <c:pt idx="446">
                  <c:v>8.4498300000000004</c:v>
                </c:pt>
                <c:pt idx="447">
                  <c:v>8.49634</c:v>
                </c:pt>
                <c:pt idx="448">
                  <c:v>8.3963099999999997</c:v>
                </c:pt>
                <c:pt idx="449">
                  <c:v>8.6934199999999997</c:v>
                </c:pt>
                <c:pt idx="450">
                  <c:v>8.8245299999999993</c:v>
                </c:pt>
                <c:pt idx="451">
                  <c:v>8.4738900000000008</c:v>
                </c:pt>
                <c:pt idx="452">
                  <c:v>8.3073599999999992</c:v>
                </c:pt>
                <c:pt idx="453">
                  <c:v>8.1093100000000007</c:v>
                </c:pt>
                <c:pt idx="454">
                  <c:v>7.8901899999999996</c:v>
                </c:pt>
                <c:pt idx="455">
                  <c:v>8.1638500000000001</c:v>
                </c:pt>
                <c:pt idx="456">
                  <c:v>8.3824799999999993</c:v>
                </c:pt>
                <c:pt idx="457">
                  <c:v>8.5083900000000003</c:v>
                </c:pt>
                <c:pt idx="458">
                  <c:v>8.7094699999999996</c:v>
                </c:pt>
                <c:pt idx="459">
                  <c:v>8.9314999999999998</c:v>
                </c:pt>
                <c:pt idx="460">
                  <c:v>9.3841900000000003</c:v>
                </c:pt>
                <c:pt idx="461">
                  <c:v>9.6921999999999997</c:v>
                </c:pt>
                <c:pt idx="462">
                  <c:v>10.200900000000001</c:v>
                </c:pt>
                <c:pt idx="463">
                  <c:v>10.632400000000001</c:v>
                </c:pt>
                <c:pt idx="464">
                  <c:v>10.8279</c:v>
                </c:pt>
                <c:pt idx="465">
                  <c:v>10.8726</c:v>
                </c:pt>
                <c:pt idx="466">
                  <c:v>10.7187</c:v>
                </c:pt>
                <c:pt idx="467">
                  <c:v>10.7155</c:v>
                </c:pt>
                <c:pt idx="468">
                  <c:v>11.603</c:v>
                </c:pt>
                <c:pt idx="469">
                  <c:v>12.8567</c:v>
                </c:pt>
                <c:pt idx="470">
                  <c:v>13.586</c:v>
                </c:pt>
                <c:pt idx="471">
                  <c:v>14.1496</c:v>
                </c:pt>
                <c:pt idx="472">
                  <c:v>14.9026</c:v>
                </c:pt>
                <c:pt idx="473">
                  <c:v>15.679399999999999</c:v>
                </c:pt>
                <c:pt idx="474">
                  <c:v>16.6083</c:v>
                </c:pt>
                <c:pt idx="475">
                  <c:v>18.102900000000002</c:v>
                </c:pt>
                <c:pt idx="476">
                  <c:v>19.900200000000002</c:v>
                </c:pt>
                <c:pt idx="477">
                  <c:v>22.0611</c:v>
                </c:pt>
                <c:pt idx="478">
                  <c:v>25.1206</c:v>
                </c:pt>
                <c:pt idx="479">
                  <c:v>28.751799999999999</c:v>
                </c:pt>
                <c:pt idx="480">
                  <c:v>32.447099999999999</c:v>
                </c:pt>
                <c:pt idx="481">
                  <c:v>36.535800000000002</c:v>
                </c:pt>
                <c:pt idx="482">
                  <c:v>40.374099999999999</c:v>
                </c:pt>
                <c:pt idx="483">
                  <c:v>43.728299999999997</c:v>
                </c:pt>
                <c:pt idx="484">
                  <c:v>46.361199999999997</c:v>
                </c:pt>
                <c:pt idx="485">
                  <c:v>47.8857</c:v>
                </c:pt>
                <c:pt idx="486">
                  <c:v>48.5792</c:v>
                </c:pt>
                <c:pt idx="487">
                  <c:v>47.984699999999997</c:v>
                </c:pt>
                <c:pt idx="488">
                  <c:v>46.2044</c:v>
                </c:pt>
                <c:pt idx="489">
                  <c:v>43.421300000000002</c:v>
                </c:pt>
                <c:pt idx="490">
                  <c:v>40.048699999999997</c:v>
                </c:pt>
                <c:pt idx="491">
                  <c:v>36.563200000000002</c:v>
                </c:pt>
                <c:pt idx="492">
                  <c:v>33.768900000000002</c:v>
                </c:pt>
                <c:pt idx="493">
                  <c:v>31.380199999999999</c:v>
                </c:pt>
                <c:pt idx="494">
                  <c:v>29.1875</c:v>
                </c:pt>
                <c:pt idx="495">
                  <c:v>27.242799999999999</c:v>
                </c:pt>
                <c:pt idx="496">
                  <c:v>25.473800000000001</c:v>
                </c:pt>
                <c:pt idx="497">
                  <c:v>24.3736</c:v>
                </c:pt>
                <c:pt idx="498">
                  <c:v>24.244900000000001</c:v>
                </c:pt>
                <c:pt idx="499">
                  <c:v>24.4892</c:v>
                </c:pt>
                <c:pt idx="500">
                  <c:v>24.934200000000001</c:v>
                </c:pt>
                <c:pt idx="501">
                  <c:v>25.396799999999999</c:v>
                </c:pt>
                <c:pt idx="502">
                  <c:v>25.9726</c:v>
                </c:pt>
                <c:pt idx="503">
                  <c:v>26.494900000000001</c:v>
                </c:pt>
                <c:pt idx="504">
                  <c:v>27.018599999999999</c:v>
                </c:pt>
                <c:pt idx="505">
                  <c:v>28.1004</c:v>
                </c:pt>
                <c:pt idx="506">
                  <c:v>29.761199999999999</c:v>
                </c:pt>
                <c:pt idx="507">
                  <c:v>31.602499999999999</c:v>
                </c:pt>
                <c:pt idx="508">
                  <c:v>33.405799999999999</c:v>
                </c:pt>
                <c:pt idx="509">
                  <c:v>36.004100000000001</c:v>
                </c:pt>
                <c:pt idx="510">
                  <c:v>39.540599999999998</c:v>
                </c:pt>
                <c:pt idx="511">
                  <c:v>42.890599999999999</c:v>
                </c:pt>
                <c:pt idx="512">
                  <c:v>46.515500000000003</c:v>
                </c:pt>
                <c:pt idx="513">
                  <c:v>50.602699999999999</c:v>
                </c:pt>
                <c:pt idx="514">
                  <c:v>55.0289</c:v>
                </c:pt>
                <c:pt idx="515">
                  <c:v>59.792200000000001</c:v>
                </c:pt>
                <c:pt idx="516">
                  <c:v>65.156400000000005</c:v>
                </c:pt>
                <c:pt idx="517">
                  <c:v>71.381299999999996</c:v>
                </c:pt>
                <c:pt idx="518">
                  <c:v>78.857399999999998</c:v>
                </c:pt>
                <c:pt idx="519">
                  <c:v>87.746099999999998</c:v>
                </c:pt>
                <c:pt idx="520">
                  <c:v>98.638099999999994</c:v>
                </c:pt>
                <c:pt idx="521">
                  <c:v>111.55500000000001</c:v>
                </c:pt>
                <c:pt idx="522">
                  <c:v>126.99</c:v>
                </c:pt>
                <c:pt idx="523">
                  <c:v>146.17400000000001</c:v>
                </c:pt>
                <c:pt idx="524">
                  <c:v>170.035</c:v>
                </c:pt>
                <c:pt idx="525">
                  <c:v>200.322</c:v>
                </c:pt>
                <c:pt idx="526">
                  <c:v>238.661</c:v>
                </c:pt>
                <c:pt idx="527">
                  <c:v>286.68599999999998</c:v>
                </c:pt>
                <c:pt idx="528">
                  <c:v>346.16800000000001</c:v>
                </c:pt>
                <c:pt idx="529">
                  <c:v>417.661</c:v>
                </c:pt>
                <c:pt idx="530">
                  <c:v>499.88499999999999</c:v>
                </c:pt>
                <c:pt idx="531">
                  <c:v>590.64499999999998</c:v>
                </c:pt>
                <c:pt idx="532">
                  <c:v>685.41099999999994</c:v>
                </c:pt>
                <c:pt idx="533">
                  <c:v>776.93299999999999</c:v>
                </c:pt>
                <c:pt idx="534">
                  <c:v>857.14200000000005</c:v>
                </c:pt>
                <c:pt idx="535">
                  <c:v>917.43299999999999</c:v>
                </c:pt>
                <c:pt idx="536">
                  <c:v>950.08399999999995</c:v>
                </c:pt>
                <c:pt idx="537">
                  <c:v>950.89200000000005</c:v>
                </c:pt>
                <c:pt idx="538">
                  <c:v>919.23199999999997</c:v>
                </c:pt>
                <c:pt idx="539">
                  <c:v>858.88400000000001</c:v>
                </c:pt>
                <c:pt idx="540">
                  <c:v>777.43499999999995</c:v>
                </c:pt>
                <c:pt idx="541">
                  <c:v>683.88199999999995</c:v>
                </c:pt>
                <c:pt idx="542">
                  <c:v>586.37599999999998</c:v>
                </c:pt>
                <c:pt idx="543">
                  <c:v>492.47199999999998</c:v>
                </c:pt>
                <c:pt idx="544">
                  <c:v>407.85199999999998</c:v>
                </c:pt>
                <c:pt idx="545">
                  <c:v>335.30399999999997</c:v>
                </c:pt>
                <c:pt idx="546">
                  <c:v>275.58100000000002</c:v>
                </c:pt>
                <c:pt idx="547">
                  <c:v>228.17</c:v>
                </c:pt>
                <c:pt idx="548">
                  <c:v>191.46</c:v>
                </c:pt>
                <c:pt idx="549">
                  <c:v>163.09</c:v>
                </c:pt>
                <c:pt idx="550">
                  <c:v>141.518</c:v>
                </c:pt>
                <c:pt idx="551">
                  <c:v>125.119</c:v>
                </c:pt>
                <c:pt idx="552">
                  <c:v>112.381</c:v>
                </c:pt>
                <c:pt idx="553">
                  <c:v>102.06100000000001</c:v>
                </c:pt>
                <c:pt idx="554">
                  <c:v>92.880799999999994</c:v>
                </c:pt>
                <c:pt idx="555">
                  <c:v>85.397300000000001</c:v>
                </c:pt>
                <c:pt idx="556">
                  <c:v>79.415999999999997</c:v>
                </c:pt>
                <c:pt idx="557">
                  <c:v>73.842799999999997</c:v>
                </c:pt>
                <c:pt idx="558">
                  <c:v>68.284899999999993</c:v>
                </c:pt>
                <c:pt idx="559">
                  <c:v>63.196300000000001</c:v>
                </c:pt>
                <c:pt idx="560">
                  <c:v>59.061599999999999</c:v>
                </c:pt>
                <c:pt idx="561">
                  <c:v>55.419699999999999</c:v>
                </c:pt>
                <c:pt idx="562">
                  <c:v>52.490699999999997</c:v>
                </c:pt>
                <c:pt idx="563">
                  <c:v>49.825299999999999</c:v>
                </c:pt>
                <c:pt idx="564">
                  <c:v>47.252600000000001</c:v>
                </c:pt>
                <c:pt idx="565">
                  <c:v>45.163400000000003</c:v>
                </c:pt>
                <c:pt idx="566">
                  <c:v>43.556600000000003</c:v>
                </c:pt>
                <c:pt idx="567">
                  <c:v>42.199399999999997</c:v>
                </c:pt>
                <c:pt idx="568">
                  <c:v>40.9985</c:v>
                </c:pt>
                <c:pt idx="569">
                  <c:v>39.824399999999997</c:v>
                </c:pt>
                <c:pt idx="570">
                  <c:v>38.657699999999998</c:v>
                </c:pt>
                <c:pt idx="571">
                  <c:v>37.619</c:v>
                </c:pt>
                <c:pt idx="572">
                  <c:v>36.727899999999998</c:v>
                </c:pt>
                <c:pt idx="573">
                  <c:v>35.9099</c:v>
                </c:pt>
                <c:pt idx="574">
                  <c:v>35.136299999999999</c:v>
                </c:pt>
                <c:pt idx="575">
                  <c:v>35.087299999999999</c:v>
                </c:pt>
                <c:pt idx="576">
                  <c:v>34.836500000000001</c:v>
                </c:pt>
                <c:pt idx="577">
                  <c:v>34.411200000000001</c:v>
                </c:pt>
                <c:pt idx="578">
                  <c:v>35.127800000000001</c:v>
                </c:pt>
                <c:pt idx="579">
                  <c:v>36.601799999999997</c:v>
                </c:pt>
                <c:pt idx="580">
                  <c:v>38.583300000000001</c:v>
                </c:pt>
                <c:pt idx="581">
                  <c:v>41.231900000000003</c:v>
                </c:pt>
                <c:pt idx="582">
                  <c:v>44.5944</c:v>
                </c:pt>
                <c:pt idx="583">
                  <c:v>47.837499999999999</c:v>
                </c:pt>
                <c:pt idx="584">
                  <c:v>50.714300000000001</c:v>
                </c:pt>
                <c:pt idx="585">
                  <c:v>53.231000000000002</c:v>
                </c:pt>
                <c:pt idx="586">
                  <c:v>54.878</c:v>
                </c:pt>
                <c:pt idx="587">
                  <c:v>55.679499999999997</c:v>
                </c:pt>
                <c:pt idx="588">
                  <c:v>55.504600000000003</c:v>
                </c:pt>
                <c:pt idx="589">
                  <c:v>53.747100000000003</c:v>
                </c:pt>
                <c:pt idx="590">
                  <c:v>51.006300000000003</c:v>
                </c:pt>
                <c:pt idx="591">
                  <c:v>47.86</c:v>
                </c:pt>
                <c:pt idx="592">
                  <c:v>43.866700000000002</c:v>
                </c:pt>
                <c:pt idx="593">
                  <c:v>39.710099999999997</c:v>
                </c:pt>
                <c:pt idx="594">
                  <c:v>35.794899999999998</c:v>
                </c:pt>
                <c:pt idx="595">
                  <c:v>32.317</c:v>
                </c:pt>
                <c:pt idx="596">
                  <c:v>29.223700000000001</c:v>
                </c:pt>
                <c:pt idx="597">
                  <c:v>26.238700000000001</c:v>
                </c:pt>
                <c:pt idx="598">
                  <c:v>23.585899999999999</c:v>
                </c:pt>
                <c:pt idx="599">
                  <c:v>21.597899999999999</c:v>
                </c:pt>
                <c:pt idx="600">
                  <c:v>20.228200000000001</c:v>
                </c:pt>
                <c:pt idx="601">
                  <c:v>19.209199999999999</c:v>
                </c:pt>
                <c:pt idx="602">
                  <c:v>18.543900000000001</c:v>
                </c:pt>
                <c:pt idx="603">
                  <c:v>18.3369</c:v>
                </c:pt>
                <c:pt idx="604">
                  <c:v>18.071100000000001</c:v>
                </c:pt>
                <c:pt idx="605">
                  <c:v>17.4663</c:v>
                </c:pt>
                <c:pt idx="606">
                  <c:v>16.7394</c:v>
                </c:pt>
                <c:pt idx="607">
                  <c:v>16.176400000000001</c:v>
                </c:pt>
                <c:pt idx="608">
                  <c:v>15.8729</c:v>
                </c:pt>
                <c:pt idx="609">
                  <c:v>15.5258</c:v>
                </c:pt>
                <c:pt idx="610">
                  <c:v>15.262</c:v>
                </c:pt>
                <c:pt idx="611">
                  <c:v>14.7247</c:v>
                </c:pt>
                <c:pt idx="612">
                  <c:v>14.1549</c:v>
                </c:pt>
                <c:pt idx="613">
                  <c:v>13.933400000000001</c:v>
                </c:pt>
                <c:pt idx="614">
                  <c:v>14.087999999999999</c:v>
                </c:pt>
                <c:pt idx="615">
                  <c:v>14.008800000000001</c:v>
                </c:pt>
                <c:pt idx="616">
                  <c:v>13.5914</c:v>
                </c:pt>
                <c:pt idx="617">
                  <c:v>13.126200000000001</c:v>
                </c:pt>
                <c:pt idx="618">
                  <c:v>12.704000000000001</c:v>
                </c:pt>
                <c:pt idx="619">
                  <c:v>12.738300000000001</c:v>
                </c:pt>
                <c:pt idx="620">
                  <c:v>12.8908</c:v>
                </c:pt>
                <c:pt idx="621">
                  <c:v>12.8691</c:v>
                </c:pt>
                <c:pt idx="622">
                  <c:v>12.8171</c:v>
                </c:pt>
                <c:pt idx="623">
                  <c:v>12.5228</c:v>
                </c:pt>
                <c:pt idx="624">
                  <c:v>12.184900000000001</c:v>
                </c:pt>
                <c:pt idx="625">
                  <c:v>11.9941</c:v>
                </c:pt>
                <c:pt idx="626">
                  <c:v>11.6486</c:v>
                </c:pt>
                <c:pt idx="627">
                  <c:v>11.5114</c:v>
                </c:pt>
                <c:pt idx="628">
                  <c:v>11.402799999999999</c:v>
                </c:pt>
                <c:pt idx="629">
                  <c:v>10.972200000000001</c:v>
                </c:pt>
                <c:pt idx="630">
                  <c:v>10.7394</c:v>
                </c:pt>
                <c:pt idx="631">
                  <c:v>10.4903</c:v>
                </c:pt>
                <c:pt idx="632">
                  <c:v>10.2804</c:v>
                </c:pt>
                <c:pt idx="633">
                  <c:v>10.559900000000001</c:v>
                </c:pt>
                <c:pt idx="634">
                  <c:v>10.625400000000001</c:v>
                </c:pt>
                <c:pt idx="635">
                  <c:v>10.821300000000001</c:v>
                </c:pt>
                <c:pt idx="636">
                  <c:v>10.7181</c:v>
                </c:pt>
                <c:pt idx="637">
                  <c:v>10.27</c:v>
                </c:pt>
                <c:pt idx="638">
                  <c:v>10.0091</c:v>
                </c:pt>
                <c:pt idx="639">
                  <c:v>9.2705400000000004</c:v>
                </c:pt>
                <c:pt idx="640">
                  <c:v>8.8160699999999999</c:v>
                </c:pt>
                <c:pt idx="641">
                  <c:v>8.7177799999999994</c:v>
                </c:pt>
                <c:pt idx="642">
                  <c:v>8.2057900000000004</c:v>
                </c:pt>
                <c:pt idx="643">
                  <c:v>7.8370699999999998</c:v>
                </c:pt>
                <c:pt idx="644">
                  <c:v>7.8899499999999998</c:v>
                </c:pt>
                <c:pt idx="645">
                  <c:v>7.8890799999999999</c:v>
                </c:pt>
                <c:pt idx="646">
                  <c:v>7.8748699999999996</c:v>
                </c:pt>
                <c:pt idx="647">
                  <c:v>7.7083899999999996</c:v>
                </c:pt>
                <c:pt idx="648">
                  <c:v>7.6977000000000002</c:v>
                </c:pt>
                <c:pt idx="649">
                  <c:v>7.8398599999999998</c:v>
                </c:pt>
                <c:pt idx="650">
                  <c:v>7.7894699999999997</c:v>
                </c:pt>
                <c:pt idx="651">
                  <c:v>7.5848699999999996</c:v>
                </c:pt>
                <c:pt idx="652">
                  <c:v>7.6132099999999996</c:v>
                </c:pt>
                <c:pt idx="653">
                  <c:v>7.7370200000000002</c:v>
                </c:pt>
                <c:pt idx="654">
                  <c:v>7.6636800000000003</c:v>
                </c:pt>
                <c:pt idx="655">
                  <c:v>7.3053499999999998</c:v>
                </c:pt>
                <c:pt idx="656">
                  <c:v>6.9638999999999998</c:v>
                </c:pt>
                <c:pt idx="657">
                  <c:v>6.7742699999999996</c:v>
                </c:pt>
                <c:pt idx="658">
                  <c:v>6.7486100000000002</c:v>
                </c:pt>
                <c:pt idx="659">
                  <c:v>7.0008800000000004</c:v>
                </c:pt>
                <c:pt idx="660">
                  <c:v>6.9356600000000004</c:v>
                </c:pt>
                <c:pt idx="661">
                  <c:v>6.6231400000000002</c:v>
                </c:pt>
                <c:pt idx="662">
                  <c:v>6.48116</c:v>
                </c:pt>
                <c:pt idx="663">
                  <c:v>6.3843899999999998</c:v>
                </c:pt>
                <c:pt idx="664">
                  <c:v>6.56311</c:v>
                </c:pt>
                <c:pt idx="665">
                  <c:v>6.6834800000000003</c:v>
                </c:pt>
                <c:pt idx="666">
                  <c:v>6.6580599999999999</c:v>
                </c:pt>
                <c:pt idx="667">
                  <c:v>6.5832699999999997</c:v>
                </c:pt>
                <c:pt idx="668">
                  <c:v>6.4977799999999997</c:v>
                </c:pt>
                <c:pt idx="669">
                  <c:v>6.7097499999999997</c:v>
                </c:pt>
                <c:pt idx="670">
                  <c:v>6.6300999999999997</c:v>
                </c:pt>
                <c:pt idx="671">
                  <c:v>6.3229199999999999</c:v>
                </c:pt>
                <c:pt idx="672">
                  <c:v>6.2105399999999999</c:v>
                </c:pt>
                <c:pt idx="673">
                  <c:v>6.2631500000000004</c:v>
                </c:pt>
                <c:pt idx="674">
                  <c:v>6.1051500000000001</c:v>
                </c:pt>
                <c:pt idx="675">
                  <c:v>6.10799</c:v>
                </c:pt>
                <c:pt idx="676">
                  <c:v>6.1939500000000001</c:v>
                </c:pt>
                <c:pt idx="677">
                  <c:v>6.2223199999999999</c:v>
                </c:pt>
                <c:pt idx="678">
                  <c:v>6.4419899999999997</c:v>
                </c:pt>
                <c:pt idx="679">
                  <c:v>6.3073399999999999</c:v>
                </c:pt>
                <c:pt idx="680">
                  <c:v>5.93933</c:v>
                </c:pt>
                <c:pt idx="681">
                  <c:v>5.6714900000000004</c:v>
                </c:pt>
                <c:pt idx="682">
                  <c:v>5.2245999999999997</c:v>
                </c:pt>
                <c:pt idx="683">
                  <c:v>5.0728600000000004</c:v>
                </c:pt>
                <c:pt idx="684">
                  <c:v>5.4190699999999996</c:v>
                </c:pt>
                <c:pt idx="685">
                  <c:v>5.6690300000000002</c:v>
                </c:pt>
                <c:pt idx="686">
                  <c:v>5.7642699999999998</c:v>
                </c:pt>
                <c:pt idx="687">
                  <c:v>5.4994699999999996</c:v>
                </c:pt>
                <c:pt idx="688">
                  <c:v>5.4446899999999996</c:v>
                </c:pt>
                <c:pt idx="689">
                  <c:v>5.5884799999999997</c:v>
                </c:pt>
                <c:pt idx="690">
                  <c:v>5.8911600000000002</c:v>
                </c:pt>
                <c:pt idx="691">
                  <c:v>6.2856699999999996</c:v>
                </c:pt>
                <c:pt idx="692">
                  <c:v>6.5639799999999999</c:v>
                </c:pt>
                <c:pt idx="693">
                  <c:v>6.5280899999999997</c:v>
                </c:pt>
                <c:pt idx="694">
                  <c:v>6.0427099999999996</c:v>
                </c:pt>
                <c:pt idx="695">
                  <c:v>5.6149100000000001</c:v>
                </c:pt>
                <c:pt idx="696">
                  <c:v>5.8802700000000003</c:v>
                </c:pt>
                <c:pt idx="697">
                  <c:v>6.03085</c:v>
                </c:pt>
                <c:pt idx="698">
                  <c:v>5.6548499999999997</c:v>
                </c:pt>
                <c:pt idx="699">
                  <c:v>5.0857900000000003</c:v>
                </c:pt>
                <c:pt idx="700">
                  <c:v>5.1198100000000002</c:v>
                </c:pt>
                <c:pt idx="701">
                  <c:v>5.7207999999999997</c:v>
                </c:pt>
                <c:pt idx="702">
                  <c:v>6.2067899999999998</c:v>
                </c:pt>
                <c:pt idx="703">
                  <c:v>6.3131599999999999</c:v>
                </c:pt>
                <c:pt idx="704">
                  <c:v>6.1259899999999998</c:v>
                </c:pt>
                <c:pt idx="705">
                  <c:v>6.0547700000000004</c:v>
                </c:pt>
                <c:pt idx="706">
                  <c:v>5.9196</c:v>
                </c:pt>
                <c:pt idx="707">
                  <c:v>5.8960100000000004</c:v>
                </c:pt>
                <c:pt idx="708">
                  <c:v>5.66615</c:v>
                </c:pt>
                <c:pt idx="709">
                  <c:v>5.5347900000000001</c:v>
                </c:pt>
                <c:pt idx="710">
                  <c:v>5.4683799999999998</c:v>
                </c:pt>
                <c:pt idx="711">
                  <c:v>5.2703199999999999</c:v>
                </c:pt>
                <c:pt idx="712">
                  <c:v>5.0578700000000003</c:v>
                </c:pt>
                <c:pt idx="713">
                  <c:v>4.6933400000000001</c:v>
                </c:pt>
                <c:pt idx="714">
                  <c:v>4.8703399999999997</c:v>
                </c:pt>
                <c:pt idx="715">
                  <c:v>5.2766299999999999</c:v>
                </c:pt>
                <c:pt idx="716">
                  <c:v>5.3654900000000003</c:v>
                </c:pt>
                <c:pt idx="717">
                  <c:v>5.7083500000000003</c:v>
                </c:pt>
                <c:pt idx="718">
                  <c:v>6.0273099999999999</c:v>
                </c:pt>
                <c:pt idx="719">
                  <c:v>6.1353</c:v>
                </c:pt>
                <c:pt idx="720">
                  <c:v>6.3148900000000001</c:v>
                </c:pt>
                <c:pt idx="721">
                  <c:v>6.4235899999999999</c:v>
                </c:pt>
                <c:pt idx="722">
                  <c:v>6.48651</c:v>
                </c:pt>
                <c:pt idx="723">
                  <c:v>6.1096500000000002</c:v>
                </c:pt>
                <c:pt idx="724">
                  <c:v>5.9527200000000002</c:v>
                </c:pt>
                <c:pt idx="725">
                  <c:v>6.1773100000000003</c:v>
                </c:pt>
                <c:pt idx="726">
                  <c:v>6.3614699999999997</c:v>
                </c:pt>
                <c:pt idx="727">
                  <c:v>6.5831499999999998</c:v>
                </c:pt>
                <c:pt idx="728">
                  <c:v>6.5271999999999997</c:v>
                </c:pt>
                <c:pt idx="729">
                  <c:v>6.1105400000000003</c:v>
                </c:pt>
                <c:pt idx="730">
                  <c:v>6.1304499999999997</c:v>
                </c:pt>
                <c:pt idx="731">
                  <c:v>6.4442599999999999</c:v>
                </c:pt>
                <c:pt idx="732">
                  <c:v>6.7531499999999998</c:v>
                </c:pt>
                <c:pt idx="733">
                  <c:v>6.5958300000000003</c:v>
                </c:pt>
                <c:pt idx="734">
                  <c:v>6.3615399999999998</c:v>
                </c:pt>
                <c:pt idx="735">
                  <c:v>6.4296800000000003</c:v>
                </c:pt>
                <c:pt idx="736">
                  <c:v>6.5513300000000001</c:v>
                </c:pt>
                <c:pt idx="737">
                  <c:v>6.57294</c:v>
                </c:pt>
                <c:pt idx="738">
                  <c:v>6.2005800000000004</c:v>
                </c:pt>
                <c:pt idx="739">
                  <c:v>5.72417</c:v>
                </c:pt>
                <c:pt idx="740">
                  <c:v>5.5986500000000001</c:v>
                </c:pt>
                <c:pt idx="741">
                  <c:v>5.5359999999999996</c:v>
                </c:pt>
                <c:pt idx="742">
                  <c:v>5.2944000000000004</c:v>
                </c:pt>
                <c:pt idx="743">
                  <c:v>5.0240799999999997</c:v>
                </c:pt>
                <c:pt idx="744">
                  <c:v>5.2045599999999999</c:v>
                </c:pt>
                <c:pt idx="745">
                  <c:v>5.3915499999999996</c:v>
                </c:pt>
                <c:pt idx="746">
                  <c:v>5.23794</c:v>
                </c:pt>
                <c:pt idx="747">
                  <c:v>5.1929299999999996</c:v>
                </c:pt>
                <c:pt idx="748">
                  <c:v>5.2504499999999998</c:v>
                </c:pt>
                <c:pt idx="749">
                  <c:v>5.0619199999999998</c:v>
                </c:pt>
                <c:pt idx="750">
                  <c:v>4.8473600000000001</c:v>
                </c:pt>
                <c:pt idx="751">
                  <c:v>4.7286999999999999</c:v>
                </c:pt>
                <c:pt idx="752">
                  <c:v>4.4150999999999998</c:v>
                </c:pt>
                <c:pt idx="753">
                  <c:v>4.0965299999999996</c:v>
                </c:pt>
                <c:pt idx="754">
                  <c:v>3.9668199999999998</c:v>
                </c:pt>
                <c:pt idx="755">
                  <c:v>3.9972300000000001</c:v>
                </c:pt>
                <c:pt idx="756">
                  <c:v>3.9463499999999998</c:v>
                </c:pt>
                <c:pt idx="757">
                  <c:v>4.31297</c:v>
                </c:pt>
                <c:pt idx="758">
                  <c:v>4.5547399999999998</c:v>
                </c:pt>
                <c:pt idx="759">
                  <c:v>4.4264299999999999</c:v>
                </c:pt>
                <c:pt idx="760">
                  <c:v>4.4555499999999997</c:v>
                </c:pt>
                <c:pt idx="761">
                  <c:v>4.4378000000000002</c:v>
                </c:pt>
                <c:pt idx="762">
                  <c:v>4.27067</c:v>
                </c:pt>
                <c:pt idx="763">
                  <c:v>3.9890400000000001</c:v>
                </c:pt>
                <c:pt idx="764">
                  <c:v>3.7923200000000001</c:v>
                </c:pt>
                <c:pt idx="765">
                  <c:v>3.83439</c:v>
                </c:pt>
                <c:pt idx="766">
                  <c:v>3.7169699999999999</c:v>
                </c:pt>
                <c:pt idx="767">
                  <c:v>3.7239100000000001</c:v>
                </c:pt>
                <c:pt idx="768">
                  <c:v>3.95147</c:v>
                </c:pt>
                <c:pt idx="769">
                  <c:v>4.0196800000000001</c:v>
                </c:pt>
                <c:pt idx="770">
                  <c:v>4.2663000000000002</c:v>
                </c:pt>
                <c:pt idx="771">
                  <c:v>4.7080500000000001</c:v>
                </c:pt>
                <c:pt idx="772">
                  <c:v>4.65815</c:v>
                </c:pt>
                <c:pt idx="773">
                  <c:v>4.4727899999999998</c:v>
                </c:pt>
                <c:pt idx="774">
                  <c:v>4.5174300000000001</c:v>
                </c:pt>
                <c:pt idx="775">
                  <c:v>4.7732000000000001</c:v>
                </c:pt>
                <c:pt idx="776">
                  <c:v>4.7764699999999998</c:v>
                </c:pt>
                <c:pt idx="777">
                  <c:v>5.0750299999999999</c:v>
                </c:pt>
                <c:pt idx="778">
                  <c:v>5.4901099999999996</c:v>
                </c:pt>
                <c:pt idx="779">
                  <c:v>5.3076499999999998</c:v>
                </c:pt>
                <c:pt idx="780">
                  <c:v>4.8512300000000002</c:v>
                </c:pt>
                <c:pt idx="781">
                  <c:v>4.5818300000000001</c:v>
                </c:pt>
                <c:pt idx="782">
                  <c:v>4.61937</c:v>
                </c:pt>
                <c:pt idx="783">
                  <c:v>4.7464500000000003</c:v>
                </c:pt>
                <c:pt idx="784">
                  <c:v>4.7513699999999996</c:v>
                </c:pt>
                <c:pt idx="785">
                  <c:v>4.65245</c:v>
                </c:pt>
                <c:pt idx="786">
                  <c:v>4.3598100000000004</c:v>
                </c:pt>
                <c:pt idx="787">
                  <c:v>4.4718799999999996</c:v>
                </c:pt>
                <c:pt idx="788">
                  <c:v>4.5504100000000003</c:v>
                </c:pt>
                <c:pt idx="789">
                  <c:v>4.6906100000000004</c:v>
                </c:pt>
                <c:pt idx="790">
                  <c:v>4.5401899999999999</c:v>
                </c:pt>
                <c:pt idx="791">
                  <c:v>4.36334</c:v>
                </c:pt>
                <c:pt idx="792">
                  <c:v>4.3543099999999999</c:v>
                </c:pt>
                <c:pt idx="793">
                  <c:v>3.9428700000000001</c:v>
                </c:pt>
                <c:pt idx="794">
                  <c:v>3.7410100000000002</c:v>
                </c:pt>
                <c:pt idx="795">
                  <c:v>3.7458200000000001</c:v>
                </c:pt>
                <c:pt idx="796">
                  <c:v>3.53627</c:v>
                </c:pt>
                <c:pt idx="797">
                  <c:v>3.5520999999999998</c:v>
                </c:pt>
                <c:pt idx="798">
                  <c:v>3.82531</c:v>
                </c:pt>
                <c:pt idx="799">
                  <c:v>3.8734299999999999</c:v>
                </c:pt>
                <c:pt idx="800">
                  <c:v>3.5651899999999999</c:v>
                </c:pt>
                <c:pt idx="801">
                  <c:v>3.3346</c:v>
                </c:pt>
                <c:pt idx="802">
                  <c:v>3.2945500000000001</c:v>
                </c:pt>
                <c:pt idx="803">
                  <c:v>3.43337</c:v>
                </c:pt>
                <c:pt idx="804">
                  <c:v>3.7230599999999998</c:v>
                </c:pt>
                <c:pt idx="805">
                  <c:v>3.9155000000000002</c:v>
                </c:pt>
                <c:pt idx="806">
                  <c:v>3.6576</c:v>
                </c:pt>
                <c:pt idx="807">
                  <c:v>3.52284</c:v>
                </c:pt>
                <c:pt idx="808">
                  <c:v>3.6774499999999999</c:v>
                </c:pt>
                <c:pt idx="809">
                  <c:v>3.67624</c:v>
                </c:pt>
                <c:pt idx="810">
                  <c:v>3.84415</c:v>
                </c:pt>
                <c:pt idx="811">
                  <c:v>4.1035599999999999</c:v>
                </c:pt>
                <c:pt idx="812">
                  <c:v>4.2395899999999997</c:v>
                </c:pt>
                <c:pt idx="813">
                  <c:v>4.4552199999999997</c:v>
                </c:pt>
                <c:pt idx="814">
                  <c:v>4.37568</c:v>
                </c:pt>
                <c:pt idx="815">
                  <c:v>4.2483500000000003</c:v>
                </c:pt>
                <c:pt idx="816">
                  <c:v>4.3853499999999999</c:v>
                </c:pt>
                <c:pt idx="817">
                  <c:v>4.3278499999999998</c:v>
                </c:pt>
                <c:pt idx="818">
                  <c:v>3.99552</c:v>
                </c:pt>
                <c:pt idx="819">
                  <c:v>3.7499400000000001</c:v>
                </c:pt>
                <c:pt idx="820">
                  <c:v>4.0005100000000002</c:v>
                </c:pt>
                <c:pt idx="821">
                  <c:v>4.5266999999999999</c:v>
                </c:pt>
                <c:pt idx="822">
                  <c:v>5.1010799999999996</c:v>
                </c:pt>
                <c:pt idx="823">
                  <c:v>5.1032799999999998</c:v>
                </c:pt>
                <c:pt idx="824">
                  <c:v>5.0119999999999996</c:v>
                </c:pt>
                <c:pt idx="825">
                  <c:v>4.7505800000000002</c:v>
                </c:pt>
                <c:pt idx="826">
                  <c:v>4.2869999999999999</c:v>
                </c:pt>
                <c:pt idx="827">
                  <c:v>4.4027000000000003</c:v>
                </c:pt>
                <c:pt idx="828">
                  <c:v>4.5897899999999998</c:v>
                </c:pt>
                <c:pt idx="829">
                  <c:v>4.9176799999999998</c:v>
                </c:pt>
                <c:pt idx="830">
                  <c:v>5.0642699999999996</c:v>
                </c:pt>
                <c:pt idx="831">
                  <c:v>4.7700300000000002</c:v>
                </c:pt>
                <c:pt idx="832">
                  <c:v>4.7734100000000002</c:v>
                </c:pt>
                <c:pt idx="833">
                  <c:v>4.68161</c:v>
                </c:pt>
                <c:pt idx="834">
                  <c:v>4.3901700000000003</c:v>
                </c:pt>
                <c:pt idx="835">
                  <c:v>4.4195399999999996</c:v>
                </c:pt>
                <c:pt idx="836">
                  <c:v>4.69055</c:v>
                </c:pt>
                <c:pt idx="837">
                  <c:v>4.9732500000000002</c:v>
                </c:pt>
                <c:pt idx="838">
                  <c:v>5.0085100000000002</c:v>
                </c:pt>
                <c:pt idx="839">
                  <c:v>4.8029299999999999</c:v>
                </c:pt>
                <c:pt idx="840">
                  <c:v>4.7446700000000002</c:v>
                </c:pt>
                <c:pt idx="841">
                  <c:v>4.99139</c:v>
                </c:pt>
                <c:pt idx="842">
                  <c:v>5.13103</c:v>
                </c:pt>
                <c:pt idx="843">
                  <c:v>5.2290900000000002</c:v>
                </c:pt>
                <c:pt idx="844">
                  <c:v>5.3921999999999999</c:v>
                </c:pt>
                <c:pt idx="845">
                  <c:v>5.6444400000000003</c:v>
                </c:pt>
                <c:pt idx="846">
                  <c:v>5.8151999999999999</c:v>
                </c:pt>
                <c:pt idx="847">
                  <c:v>5.6882900000000003</c:v>
                </c:pt>
                <c:pt idx="848">
                  <c:v>5.6291599999999997</c:v>
                </c:pt>
                <c:pt idx="849">
                  <c:v>5.7457200000000004</c:v>
                </c:pt>
                <c:pt idx="850">
                  <c:v>6.20059</c:v>
                </c:pt>
                <c:pt idx="851">
                  <c:v>6.6447200000000004</c:v>
                </c:pt>
                <c:pt idx="852">
                  <c:v>6.6990400000000001</c:v>
                </c:pt>
                <c:pt idx="853">
                  <c:v>6.5035699999999999</c:v>
                </c:pt>
                <c:pt idx="854">
                  <c:v>6.1969399999999997</c:v>
                </c:pt>
                <c:pt idx="855">
                  <c:v>5.6655199999999999</c:v>
                </c:pt>
                <c:pt idx="856">
                  <c:v>5.3641899999999998</c:v>
                </c:pt>
                <c:pt idx="857">
                  <c:v>5.4597300000000004</c:v>
                </c:pt>
                <c:pt idx="858">
                  <c:v>5.4838699999999996</c:v>
                </c:pt>
                <c:pt idx="859">
                  <c:v>4.9802</c:v>
                </c:pt>
                <c:pt idx="860">
                  <c:v>4.4908299999999999</c:v>
                </c:pt>
                <c:pt idx="861">
                  <c:v>4.2858799999999997</c:v>
                </c:pt>
                <c:pt idx="862">
                  <c:v>4.1473899999999997</c:v>
                </c:pt>
                <c:pt idx="863">
                  <c:v>4.20749</c:v>
                </c:pt>
                <c:pt idx="864">
                  <c:v>4.2004299999999999</c:v>
                </c:pt>
                <c:pt idx="865">
                  <c:v>4.0551599999999999</c:v>
                </c:pt>
                <c:pt idx="866">
                  <c:v>4.4078299999999997</c:v>
                </c:pt>
                <c:pt idx="867">
                  <c:v>4.62934</c:v>
                </c:pt>
                <c:pt idx="868">
                  <c:v>4.3603500000000004</c:v>
                </c:pt>
                <c:pt idx="869">
                  <c:v>4.2222600000000003</c:v>
                </c:pt>
                <c:pt idx="870">
                  <c:v>3.8711799999999998</c:v>
                </c:pt>
                <c:pt idx="871">
                  <c:v>3.8384100000000001</c:v>
                </c:pt>
                <c:pt idx="872">
                  <c:v>4.1663699999999997</c:v>
                </c:pt>
                <c:pt idx="873">
                  <c:v>4.1690100000000001</c:v>
                </c:pt>
                <c:pt idx="874">
                  <c:v>4.0758099999999997</c:v>
                </c:pt>
                <c:pt idx="875">
                  <c:v>4.1534500000000003</c:v>
                </c:pt>
                <c:pt idx="876">
                  <c:v>4.1706300000000001</c:v>
                </c:pt>
                <c:pt idx="877">
                  <c:v>3.6117300000000001</c:v>
                </c:pt>
                <c:pt idx="878">
                  <c:v>3.30694</c:v>
                </c:pt>
                <c:pt idx="879">
                  <c:v>3.49831</c:v>
                </c:pt>
                <c:pt idx="880">
                  <c:v>3.5827</c:v>
                </c:pt>
                <c:pt idx="881">
                  <c:v>3.5341900000000002</c:v>
                </c:pt>
                <c:pt idx="882">
                  <c:v>3.64608</c:v>
                </c:pt>
                <c:pt idx="883">
                  <c:v>3.9144399999999999</c:v>
                </c:pt>
                <c:pt idx="884">
                  <c:v>3.9860000000000002</c:v>
                </c:pt>
                <c:pt idx="885">
                  <c:v>4.2294</c:v>
                </c:pt>
                <c:pt idx="886">
                  <c:v>4.5696899999999996</c:v>
                </c:pt>
                <c:pt idx="887">
                  <c:v>4.5754400000000004</c:v>
                </c:pt>
                <c:pt idx="888">
                  <c:v>4.5148099999999998</c:v>
                </c:pt>
                <c:pt idx="889">
                  <c:v>4.4028</c:v>
                </c:pt>
                <c:pt idx="890">
                  <c:v>4.4340400000000004</c:v>
                </c:pt>
                <c:pt idx="891">
                  <c:v>4.5994599999999997</c:v>
                </c:pt>
                <c:pt idx="892">
                  <c:v>4.3225499999999997</c:v>
                </c:pt>
                <c:pt idx="893">
                  <c:v>4.1870700000000003</c:v>
                </c:pt>
                <c:pt idx="894">
                  <c:v>4.3644299999999996</c:v>
                </c:pt>
                <c:pt idx="895">
                  <c:v>4.3740399999999999</c:v>
                </c:pt>
                <c:pt idx="896">
                  <c:v>4.5063500000000003</c:v>
                </c:pt>
                <c:pt idx="897">
                  <c:v>4.9950599999999996</c:v>
                </c:pt>
                <c:pt idx="898">
                  <c:v>4.8934800000000003</c:v>
                </c:pt>
                <c:pt idx="899">
                  <c:v>4.9602500000000003</c:v>
                </c:pt>
                <c:pt idx="900">
                  <c:v>5.1422299999999996</c:v>
                </c:pt>
                <c:pt idx="901">
                  <c:v>4.7821100000000003</c:v>
                </c:pt>
                <c:pt idx="902">
                  <c:v>4.5765200000000004</c:v>
                </c:pt>
                <c:pt idx="903">
                  <c:v>4.9325700000000001</c:v>
                </c:pt>
                <c:pt idx="904">
                  <c:v>5.5118200000000002</c:v>
                </c:pt>
                <c:pt idx="905">
                  <c:v>5.7337899999999999</c:v>
                </c:pt>
                <c:pt idx="906">
                  <c:v>5.3769499999999999</c:v>
                </c:pt>
                <c:pt idx="907">
                  <c:v>5.1581799999999998</c:v>
                </c:pt>
                <c:pt idx="908">
                  <c:v>5.16744</c:v>
                </c:pt>
                <c:pt idx="909">
                  <c:v>5.2122200000000003</c:v>
                </c:pt>
                <c:pt idx="910">
                  <c:v>5.2106899999999996</c:v>
                </c:pt>
                <c:pt idx="911">
                  <c:v>5.3077199999999998</c:v>
                </c:pt>
                <c:pt idx="912">
                  <c:v>5.7429300000000003</c:v>
                </c:pt>
                <c:pt idx="913">
                  <c:v>5.7902300000000002</c:v>
                </c:pt>
                <c:pt idx="914">
                  <c:v>5.2751599999999996</c:v>
                </c:pt>
                <c:pt idx="915">
                  <c:v>5.0315899999999996</c:v>
                </c:pt>
                <c:pt idx="916">
                  <c:v>4.8550000000000004</c:v>
                </c:pt>
                <c:pt idx="917">
                  <c:v>4.6173500000000001</c:v>
                </c:pt>
                <c:pt idx="918">
                  <c:v>4.4332700000000003</c:v>
                </c:pt>
                <c:pt idx="919">
                  <c:v>4.2689399999999997</c:v>
                </c:pt>
                <c:pt idx="920">
                  <c:v>4.43675</c:v>
                </c:pt>
                <c:pt idx="921">
                  <c:v>4.5309900000000001</c:v>
                </c:pt>
                <c:pt idx="922">
                  <c:v>4.6256700000000004</c:v>
                </c:pt>
                <c:pt idx="923">
                  <c:v>4.6464299999999996</c:v>
                </c:pt>
                <c:pt idx="924">
                  <c:v>4.5661399999999999</c:v>
                </c:pt>
                <c:pt idx="925">
                  <c:v>4.6339300000000003</c:v>
                </c:pt>
                <c:pt idx="926">
                  <c:v>4.6926500000000004</c:v>
                </c:pt>
                <c:pt idx="927">
                  <c:v>4.90639</c:v>
                </c:pt>
                <c:pt idx="928">
                  <c:v>5.2141599999999997</c:v>
                </c:pt>
                <c:pt idx="929">
                  <c:v>5.3037400000000003</c:v>
                </c:pt>
                <c:pt idx="930">
                  <c:v>5.7457900000000004</c:v>
                </c:pt>
                <c:pt idx="931">
                  <c:v>6.2992800000000004</c:v>
                </c:pt>
                <c:pt idx="932">
                  <c:v>6.6680099999999998</c:v>
                </c:pt>
                <c:pt idx="933">
                  <c:v>6.61287</c:v>
                </c:pt>
                <c:pt idx="934">
                  <c:v>6.6190199999999999</c:v>
                </c:pt>
                <c:pt idx="935">
                  <c:v>7.2600699999999998</c:v>
                </c:pt>
                <c:pt idx="936">
                  <c:v>7.7715500000000004</c:v>
                </c:pt>
                <c:pt idx="937">
                  <c:v>7.95505</c:v>
                </c:pt>
                <c:pt idx="938">
                  <c:v>8.3039299999999994</c:v>
                </c:pt>
                <c:pt idx="939">
                  <c:v>8.6672100000000007</c:v>
                </c:pt>
                <c:pt idx="940">
                  <c:v>9.1516900000000003</c:v>
                </c:pt>
                <c:pt idx="941">
                  <c:v>9.7425099999999993</c:v>
                </c:pt>
                <c:pt idx="942">
                  <c:v>10.2768</c:v>
                </c:pt>
                <c:pt idx="943">
                  <c:v>10.778499999999999</c:v>
                </c:pt>
                <c:pt idx="944">
                  <c:v>11.1129</c:v>
                </c:pt>
                <c:pt idx="945">
                  <c:v>11.0434</c:v>
                </c:pt>
                <c:pt idx="946">
                  <c:v>11.2087</c:v>
                </c:pt>
                <c:pt idx="947">
                  <c:v>11.417299999999999</c:v>
                </c:pt>
                <c:pt idx="948">
                  <c:v>11.2972</c:v>
                </c:pt>
                <c:pt idx="949">
                  <c:v>11.173</c:v>
                </c:pt>
                <c:pt idx="950">
                  <c:v>10.384399999999999</c:v>
                </c:pt>
                <c:pt idx="951">
                  <c:v>9.4796700000000005</c:v>
                </c:pt>
                <c:pt idx="952">
                  <c:v>8.7528400000000008</c:v>
                </c:pt>
                <c:pt idx="953">
                  <c:v>8.4023900000000005</c:v>
                </c:pt>
                <c:pt idx="954">
                  <c:v>7.9300600000000001</c:v>
                </c:pt>
                <c:pt idx="955">
                  <c:v>7.2769300000000001</c:v>
                </c:pt>
                <c:pt idx="956">
                  <c:v>6.8135300000000001</c:v>
                </c:pt>
                <c:pt idx="957">
                  <c:v>6.4132699999999998</c:v>
                </c:pt>
                <c:pt idx="958">
                  <c:v>6.1497000000000002</c:v>
                </c:pt>
                <c:pt idx="959">
                  <c:v>6.3277599999999996</c:v>
                </c:pt>
                <c:pt idx="960">
                  <c:v>6.2880200000000004</c:v>
                </c:pt>
                <c:pt idx="961">
                  <c:v>6.0834200000000003</c:v>
                </c:pt>
                <c:pt idx="962">
                  <c:v>6.0737699999999997</c:v>
                </c:pt>
                <c:pt idx="963">
                  <c:v>6.14954</c:v>
                </c:pt>
                <c:pt idx="964">
                  <c:v>6.6781100000000002</c:v>
                </c:pt>
                <c:pt idx="965">
                  <c:v>7.0731299999999999</c:v>
                </c:pt>
                <c:pt idx="966">
                  <c:v>7.0843100000000003</c:v>
                </c:pt>
                <c:pt idx="967">
                  <c:v>6.6937300000000004</c:v>
                </c:pt>
                <c:pt idx="968">
                  <c:v>6.5240400000000003</c:v>
                </c:pt>
                <c:pt idx="969">
                  <c:v>6.92096</c:v>
                </c:pt>
                <c:pt idx="970">
                  <c:v>6.9557599999999997</c:v>
                </c:pt>
                <c:pt idx="971">
                  <c:v>7.0803500000000001</c:v>
                </c:pt>
                <c:pt idx="972">
                  <c:v>7.4943499999999998</c:v>
                </c:pt>
                <c:pt idx="973">
                  <c:v>7.63673</c:v>
                </c:pt>
                <c:pt idx="974">
                  <c:v>7.6459599999999996</c:v>
                </c:pt>
                <c:pt idx="975">
                  <c:v>8.0857200000000002</c:v>
                </c:pt>
                <c:pt idx="976">
                  <c:v>8.4510299999999994</c:v>
                </c:pt>
                <c:pt idx="977">
                  <c:v>8.9778400000000005</c:v>
                </c:pt>
                <c:pt idx="978">
                  <c:v>9.9134399999999996</c:v>
                </c:pt>
                <c:pt idx="979">
                  <c:v>10.7339</c:v>
                </c:pt>
                <c:pt idx="980">
                  <c:v>11.2453</c:v>
                </c:pt>
                <c:pt idx="981">
                  <c:v>11.742699999999999</c:v>
                </c:pt>
                <c:pt idx="982">
                  <c:v>12.4199</c:v>
                </c:pt>
                <c:pt idx="983">
                  <c:v>12.851100000000001</c:v>
                </c:pt>
                <c:pt idx="984">
                  <c:v>13.0924</c:v>
                </c:pt>
                <c:pt idx="985">
                  <c:v>13.837199999999999</c:v>
                </c:pt>
                <c:pt idx="986">
                  <c:v>14.6267</c:v>
                </c:pt>
                <c:pt idx="987">
                  <c:v>15.4521</c:v>
                </c:pt>
                <c:pt idx="988">
                  <c:v>17.0229</c:v>
                </c:pt>
                <c:pt idx="989">
                  <c:v>18.845800000000001</c:v>
                </c:pt>
                <c:pt idx="990">
                  <c:v>20.9787</c:v>
                </c:pt>
                <c:pt idx="991">
                  <c:v>23.3477</c:v>
                </c:pt>
                <c:pt idx="992">
                  <c:v>26.209700000000002</c:v>
                </c:pt>
                <c:pt idx="993">
                  <c:v>29.742000000000001</c:v>
                </c:pt>
                <c:pt idx="994">
                  <c:v>34.327800000000003</c:v>
                </c:pt>
                <c:pt idx="995">
                  <c:v>40.197899999999997</c:v>
                </c:pt>
                <c:pt idx="996">
                  <c:v>47.3264</c:v>
                </c:pt>
                <c:pt idx="997">
                  <c:v>56.438400000000001</c:v>
                </c:pt>
                <c:pt idx="998">
                  <c:v>68.075199999999995</c:v>
                </c:pt>
                <c:pt idx="999">
                  <c:v>81.771500000000003</c:v>
                </c:pt>
                <c:pt idx="1000">
                  <c:v>97.115200000000002</c:v>
                </c:pt>
                <c:pt idx="1001">
                  <c:v>113.982</c:v>
                </c:pt>
                <c:pt idx="1002">
                  <c:v>130.65700000000001</c:v>
                </c:pt>
                <c:pt idx="1003">
                  <c:v>145.84700000000001</c:v>
                </c:pt>
                <c:pt idx="1004">
                  <c:v>157.94200000000001</c:v>
                </c:pt>
                <c:pt idx="1005">
                  <c:v>164.928</c:v>
                </c:pt>
                <c:pt idx="1006">
                  <c:v>166.44800000000001</c:v>
                </c:pt>
                <c:pt idx="1007">
                  <c:v>161.983</c:v>
                </c:pt>
                <c:pt idx="1008">
                  <c:v>151.928</c:v>
                </c:pt>
                <c:pt idx="1009">
                  <c:v>137.91900000000001</c:v>
                </c:pt>
                <c:pt idx="1010">
                  <c:v>121.264</c:v>
                </c:pt>
                <c:pt idx="1011">
                  <c:v>103.57599999999999</c:v>
                </c:pt>
                <c:pt idx="1012">
                  <c:v>86.513800000000003</c:v>
                </c:pt>
                <c:pt idx="1013">
                  <c:v>70.8673</c:v>
                </c:pt>
                <c:pt idx="1014">
                  <c:v>57.572499999999998</c:v>
                </c:pt>
                <c:pt idx="1015">
                  <c:v>46.9499</c:v>
                </c:pt>
                <c:pt idx="1016">
                  <c:v>39.075600000000001</c:v>
                </c:pt>
                <c:pt idx="1017">
                  <c:v>33.219299999999997</c:v>
                </c:pt>
                <c:pt idx="1018">
                  <c:v>28.584700000000002</c:v>
                </c:pt>
                <c:pt idx="1019">
                  <c:v>25.099399999999999</c:v>
                </c:pt>
                <c:pt idx="1020">
                  <c:v>22.491299999999999</c:v>
                </c:pt>
                <c:pt idx="1021">
                  <c:v>20.799299999999999</c:v>
                </c:pt>
                <c:pt idx="1022">
                  <c:v>19.4513</c:v>
                </c:pt>
                <c:pt idx="1023">
                  <c:v>18.266300000000001</c:v>
                </c:pt>
                <c:pt idx="1024">
                  <c:v>17.435500000000001</c:v>
                </c:pt>
                <c:pt idx="1025">
                  <c:v>16.6296</c:v>
                </c:pt>
                <c:pt idx="1026">
                  <c:v>16.0776</c:v>
                </c:pt>
                <c:pt idx="1027">
                  <c:v>15.347099999999999</c:v>
                </c:pt>
                <c:pt idx="1028">
                  <c:v>14.4956</c:v>
                </c:pt>
                <c:pt idx="1029">
                  <c:v>13.863899999999999</c:v>
                </c:pt>
                <c:pt idx="1030">
                  <c:v>13.4832</c:v>
                </c:pt>
                <c:pt idx="1031">
                  <c:v>13.035500000000001</c:v>
                </c:pt>
                <c:pt idx="1032">
                  <c:v>12.431900000000001</c:v>
                </c:pt>
                <c:pt idx="1033">
                  <c:v>11.789400000000001</c:v>
                </c:pt>
                <c:pt idx="1034">
                  <c:v>11.0962</c:v>
                </c:pt>
                <c:pt idx="1035">
                  <c:v>10.5228</c:v>
                </c:pt>
                <c:pt idx="1036">
                  <c:v>9.8719400000000004</c:v>
                </c:pt>
                <c:pt idx="1037">
                  <c:v>9.3819400000000002</c:v>
                </c:pt>
                <c:pt idx="1038">
                  <c:v>9.1746599999999994</c:v>
                </c:pt>
                <c:pt idx="1039">
                  <c:v>8.8525899999999993</c:v>
                </c:pt>
                <c:pt idx="1040">
                  <c:v>8.4529200000000007</c:v>
                </c:pt>
                <c:pt idx="1041">
                  <c:v>8.2301599999999997</c:v>
                </c:pt>
                <c:pt idx="1042">
                  <c:v>8.4612599999999993</c:v>
                </c:pt>
                <c:pt idx="1043">
                  <c:v>8.8354400000000002</c:v>
                </c:pt>
                <c:pt idx="1044">
                  <c:v>8.9433299999999996</c:v>
                </c:pt>
                <c:pt idx="1045">
                  <c:v>8.8595100000000002</c:v>
                </c:pt>
                <c:pt idx="1046">
                  <c:v>8.64649</c:v>
                </c:pt>
                <c:pt idx="1047">
                  <c:v>7.9908599999999996</c:v>
                </c:pt>
                <c:pt idx="1048">
                  <c:v>7.4313599999999997</c:v>
                </c:pt>
                <c:pt idx="1049">
                  <c:v>7.3168899999999999</c:v>
                </c:pt>
                <c:pt idx="1050">
                  <c:v>7.2278399999999996</c:v>
                </c:pt>
                <c:pt idx="1051">
                  <c:v>7.0090500000000002</c:v>
                </c:pt>
                <c:pt idx="1052">
                  <c:v>6.9289100000000001</c:v>
                </c:pt>
                <c:pt idx="1053">
                  <c:v>6.8496199999999998</c:v>
                </c:pt>
                <c:pt idx="1054">
                  <c:v>6.6566200000000002</c:v>
                </c:pt>
                <c:pt idx="1055">
                  <c:v>6.9194300000000002</c:v>
                </c:pt>
                <c:pt idx="1056">
                  <c:v>7.2031599999999996</c:v>
                </c:pt>
                <c:pt idx="1057">
                  <c:v>7.5839800000000004</c:v>
                </c:pt>
                <c:pt idx="1058">
                  <c:v>8.1801399999999997</c:v>
                </c:pt>
                <c:pt idx="1059">
                  <c:v>8.7833000000000006</c:v>
                </c:pt>
                <c:pt idx="1060">
                  <c:v>9.2795400000000008</c:v>
                </c:pt>
                <c:pt idx="1061">
                  <c:v>9.6587099999999992</c:v>
                </c:pt>
                <c:pt idx="1062">
                  <c:v>10.174300000000001</c:v>
                </c:pt>
                <c:pt idx="1063">
                  <c:v>10.626300000000001</c:v>
                </c:pt>
                <c:pt idx="1064">
                  <c:v>10.9091</c:v>
                </c:pt>
                <c:pt idx="1065">
                  <c:v>11.330500000000001</c:v>
                </c:pt>
                <c:pt idx="1066">
                  <c:v>11.3134</c:v>
                </c:pt>
                <c:pt idx="1067">
                  <c:v>10.758100000000001</c:v>
                </c:pt>
                <c:pt idx="1068">
                  <c:v>10.3405</c:v>
                </c:pt>
                <c:pt idx="1069">
                  <c:v>9.8900799999999993</c:v>
                </c:pt>
                <c:pt idx="1070">
                  <c:v>9.5341400000000007</c:v>
                </c:pt>
                <c:pt idx="1071">
                  <c:v>9.1541499999999996</c:v>
                </c:pt>
                <c:pt idx="1072">
                  <c:v>8.5002499999999994</c:v>
                </c:pt>
                <c:pt idx="1073">
                  <c:v>7.9014600000000002</c:v>
                </c:pt>
                <c:pt idx="1074">
                  <c:v>7.3068400000000002</c:v>
                </c:pt>
                <c:pt idx="1075">
                  <c:v>6.8178799999999997</c:v>
                </c:pt>
                <c:pt idx="1076">
                  <c:v>6.5313499999999998</c:v>
                </c:pt>
                <c:pt idx="1077">
                  <c:v>6.3764700000000003</c:v>
                </c:pt>
                <c:pt idx="1078">
                  <c:v>6.2955300000000003</c:v>
                </c:pt>
                <c:pt idx="1079">
                  <c:v>6.0033300000000001</c:v>
                </c:pt>
                <c:pt idx="1080">
                  <c:v>5.8312900000000001</c:v>
                </c:pt>
                <c:pt idx="1081">
                  <c:v>6.3165199999999997</c:v>
                </c:pt>
                <c:pt idx="1082">
                  <c:v>6.5226199999999999</c:v>
                </c:pt>
                <c:pt idx="1083">
                  <c:v>6.4477900000000004</c:v>
                </c:pt>
                <c:pt idx="1084">
                  <c:v>6.3359500000000004</c:v>
                </c:pt>
                <c:pt idx="1085">
                  <c:v>6.1269299999999998</c:v>
                </c:pt>
                <c:pt idx="1086">
                  <c:v>5.6482200000000002</c:v>
                </c:pt>
                <c:pt idx="1087">
                  <c:v>5.3018299999999998</c:v>
                </c:pt>
                <c:pt idx="1088">
                  <c:v>5.5445700000000002</c:v>
                </c:pt>
                <c:pt idx="1089">
                  <c:v>5.7389799999999997</c:v>
                </c:pt>
                <c:pt idx="1090">
                  <c:v>5.5456599999999998</c:v>
                </c:pt>
                <c:pt idx="1091">
                  <c:v>5.3883799999999997</c:v>
                </c:pt>
                <c:pt idx="1092">
                  <c:v>5.4381500000000003</c:v>
                </c:pt>
                <c:pt idx="1093">
                  <c:v>5.4644899999999996</c:v>
                </c:pt>
                <c:pt idx="1094">
                  <c:v>5.2354399999999996</c:v>
                </c:pt>
                <c:pt idx="1095">
                  <c:v>5.0141799999999996</c:v>
                </c:pt>
                <c:pt idx="1096">
                  <c:v>5.0831</c:v>
                </c:pt>
                <c:pt idx="1097">
                  <c:v>5.1761699999999999</c:v>
                </c:pt>
                <c:pt idx="1098">
                  <c:v>5.2399300000000002</c:v>
                </c:pt>
                <c:pt idx="1099">
                  <c:v>5.6883499999999998</c:v>
                </c:pt>
                <c:pt idx="1100">
                  <c:v>5.9906600000000001</c:v>
                </c:pt>
                <c:pt idx="1101">
                  <c:v>5.8192000000000004</c:v>
                </c:pt>
                <c:pt idx="1102">
                  <c:v>6.04312</c:v>
                </c:pt>
                <c:pt idx="1103">
                  <c:v>6.6337599999999997</c:v>
                </c:pt>
                <c:pt idx="1104">
                  <c:v>7.3753299999999999</c:v>
                </c:pt>
                <c:pt idx="1105">
                  <c:v>8.0333000000000006</c:v>
                </c:pt>
                <c:pt idx="1106">
                  <c:v>8.5204699999999995</c:v>
                </c:pt>
                <c:pt idx="1107">
                  <c:v>9.0707299999999993</c:v>
                </c:pt>
                <c:pt idx="1108">
                  <c:v>9.2352100000000004</c:v>
                </c:pt>
                <c:pt idx="1109">
                  <c:v>9.5361799999999999</c:v>
                </c:pt>
                <c:pt idx="1110">
                  <c:v>9.9115900000000003</c:v>
                </c:pt>
                <c:pt idx="1111">
                  <c:v>10.107100000000001</c:v>
                </c:pt>
                <c:pt idx="1112">
                  <c:v>10.3971</c:v>
                </c:pt>
                <c:pt idx="1113">
                  <c:v>10.201499999999999</c:v>
                </c:pt>
                <c:pt idx="1114">
                  <c:v>9.9535699999999991</c:v>
                </c:pt>
                <c:pt idx="1115">
                  <c:v>9.4980899999999995</c:v>
                </c:pt>
                <c:pt idx="1116">
                  <c:v>8.8392300000000006</c:v>
                </c:pt>
                <c:pt idx="1117">
                  <c:v>8.5092700000000008</c:v>
                </c:pt>
                <c:pt idx="1118">
                  <c:v>8.1953899999999997</c:v>
                </c:pt>
                <c:pt idx="1119">
                  <c:v>8.1191600000000008</c:v>
                </c:pt>
                <c:pt idx="1120">
                  <c:v>8.1552699999999998</c:v>
                </c:pt>
                <c:pt idx="1121">
                  <c:v>8.08629</c:v>
                </c:pt>
                <c:pt idx="1122">
                  <c:v>8.0445499999999992</c:v>
                </c:pt>
                <c:pt idx="1123">
                  <c:v>7.5762299999999998</c:v>
                </c:pt>
                <c:pt idx="1124">
                  <c:v>7.3208700000000002</c:v>
                </c:pt>
                <c:pt idx="1125">
                  <c:v>7.3090299999999999</c:v>
                </c:pt>
                <c:pt idx="1126">
                  <c:v>7.1212099999999996</c:v>
                </c:pt>
                <c:pt idx="1127">
                  <c:v>6.7784599999999999</c:v>
                </c:pt>
                <c:pt idx="1128">
                  <c:v>6.5931199999999999</c:v>
                </c:pt>
                <c:pt idx="1129">
                  <c:v>6.2829199999999998</c:v>
                </c:pt>
                <c:pt idx="1130">
                  <c:v>5.9525600000000001</c:v>
                </c:pt>
                <c:pt idx="1131">
                  <c:v>5.83955</c:v>
                </c:pt>
                <c:pt idx="1132">
                  <c:v>5.7616100000000001</c:v>
                </c:pt>
                <c:pt idx="1133">
                  <c:v>6.0133400000000004</c:v>
                </c:pt>
                <c:pt idx="1134">
                  <c:v>6.23217</c:v>
                </c:pt>
                <c:pt idx="1135">
                  <c:v>6.3391799999999998</c:v>
                </c:pt>
                <c:pt idx="1136">
                  <c:v>6.5810500000000003</c:v>
                </c:pt>
                <c:pt idx="1137">
                  <c:v>6.7677399999999999</c:v>
                </c:pt>
                <c:pt idx="1138">
                  <c:v>6.5057999999999998</c:v>
                </c:pt>
                <c:pt idx="1139">
                  <c:v>5.9066299999999998</c:v>
                </c:pt>
                <c:pt idx="1140">
                  <c:v>5.29725</c:v>
                </c:pt>
                <c:pt idx="1141">
                  <c:v>5.0043300000000004</c:v>
                </c:pt>
                <c:pt idx="1142">
                  <c:v>4.4320899999999996</c:v>
                </c:pt>
                <c:pt idx="1143">
                  <c:v>4.2542900000000001</c:v>
                </c:pt>
                <c:pt idx="1144">
                  <c:v>4.4640199999999997</c:v>
                </c:pt>
                <c:pt idx="1145">
                  <c:v>4.6260700000000003</c:v>
                </c:pt>
                <c:pt idx="1146">
                  <c:v>4.9909600000000003</c:v>
                </c:pt>
                <c:pt idx="1147">
                  <c:v>4.9635699999999998</c:v>
                </c:pt>
                <c:pt idx="1148">
                  <c:v>4.8443899999999998</c:v>
                </c:pt>
                <c:pt idx="1149">
                  <c:v>4.6293199999999999</c:v>
                </c:pt>
                <c:pt idx="1150">
                  <c:v>4.6434800000000003</c:v>
                </c:pt>
                <c:pt idx="1151">
                  <c:v>4.5361799999999999</c:v>
                </c:pt>
                <c:pt idx="1152">
                  <c:v>4.49498</c:v>
                </c:pt>
                <c:pt idx="1153">
                  <c:v>4.6427399999999999</c:v>
                </c:pt>
                <c:pt idx="1154">
                  <c:v>5.1191399999999998</c:v>
                </c:pt>
                <c:pt idx="1155">
                  <c:v>5.1776</c:v>
                </c:pt>
                <c:pt idx="1156">
                  <c:v>4.9392800000000001</c:v>
                </c:pt>
                <c:pt idx="1157">
                  <c:v>4.9745400000000002</c:v>
                </c:pt>
                <c:pt idx="1158">
                  <c:v>5.3074599999999998</c:v>
                </c:pt>
                <c:pt idx="1159">
                  <c:v>5.3728999999999996</c:v>
                </c:pt>
                <c:pt idx="1160">
                  <c:v>5.4513800000000003</c:v>
                </c:pt>
                <c:pt idx="1161">
                  <c:v>5.3608599999999997</c:v>
                </c:pt>
                <c:pt idx="1162">
                  <c:v>5.0334099999999999</c:v>
                </c:pt>
                <c:pt idx="1163">
                  <c:v>4.8398899999999996</c:v>
                </c:pt>
                <c:pt idx="1164">
                  <c:v>4.7371400000000001</c:v>
                </c:pt>
                <c:pt idx="1165">
                  <c:v>4.4980099999999998</c:v>
                </c:pt>
                <c:pt idx="1166">
                  <c:v>4.4776100000000003</c:v>
                </c:pt>
                <c:pt idx="1167">
                  <c:v>4.6002999999999998</c:v>
                </c:pt>
                <c:pt idx="1168">
                  <c:v>4.2344200000000001</c:v>
                </c:pt>
                <c:pt idx="1169">
                  <c:v>3.7395299999999998</c:v>
                </c:pt>
                <c:pt idx="1170">
                  <c:v>3.6177800000000002</c:v>
                </c:pt>
                <c:pt idx="1171">
                  <c:v>3.7591600000000001</c:v>
                </c:pt>
                <c:pt idx="1172">
                  <c:v>4.1885599999999998</c:v>
                </c:pt>
                <c:pt idx="1173">
                  <c:v>4.4264299999999999</c:v>
                </c:pt>
                <c:pt idx="1174">
                  <c:v>4.3491099999999996</c:v>
                </c:pt>
                <c:pt idx="1175">
                  <c:v>4.2632899999999996</c:v>
                </c:pt>
                <c:pt idx="1176">
                  <c:v>3.8969</c:v>
                </c:pt>
                <c:pt idx="1177">
                  <c:v>3.7566199999999998</c:v>
                </c:pt>
                <c:pt idx="1178">
                  <c:v>4.0530499999999998</c:v>
                </c:pt>
                <c:pt idx="1179">
                  <c:v>4.4802099999999996</c:v>
                </c:pt>
                <c:pt idx="1180">
                  <c:v>4.6882299999999999</c:v>
                </c:pt>
                <c:pt idx="1181">
                  <c:v>4.3470000000000004</c:v>
                </c:pt>
                <c:pt idx="1182">
                  <c:v>4.2501699999999998</c:v>
                </c:pt>
                <c:pt idx="1183">
                  <c:v>4.4081400000000004</c:v>
                </c:pt>
                <c:pt idx="1184">
                  <c:v>4.3795799999999998</c:v>
                </c:pt>
                <c:pt idx="1185">
                  <c:v>4.6545100000000001</c:v>
                </c:pt>
                <c:pt idx="1186">
                  <c:v>4.8887299999999998</c:v>
                </c:pt>
                <c:pt idx="1187">
                  <c:v>5.2478300000000004</c:v>
                </c:pt>
                <c:pt idx="1188">
                  <c:v>5.5920100000000001</c:v>
                </c:pt>
                <c:pt idx="1189">
                  <c:v>5.77318</c:v>
                </c:pt>
                <c:pt idx="1190">
                  <c:v>6.1229300000000002</c:v>
                </c:pt>
                <c:pt idx="1191">
                  <c:v>6.5451199999999998</c:v>
                </c:pt>
                <c:pt idx="1192">
                  <c:v>7.0493499999999996</c:v>
                </c:pt>
                <c:pt idx="1193">
                  <c:v>7.2706099999999996</c:v>
                </c:pt>
                <c:pt idx="1194">
                  <c:v>7.5163000000000002</c:v>
                </c:pt>
                <c:pt idx="1195">
                  <c:v>8.4406199999999991</c:v>
                </c:pt>
                <c:pt idx="1196">
                  <c:v>9.4785699999999995</c:v>
                </c:pt>
                <c:pt idx="1197">
                  <c:v>10.794499999999999</c:v>
                </c:pt>
                <c:pt idx="1198">
                  <c:v>12.2986</c:v>
                </c:pt>
                <c:pt idx="1199">
                  <c:v>14.1685</c:v>
                </c:pt>
                <c:pt idx="1200">
                  <c:v>16.662500000000001</c:v>
                </c:pt>
                <c:pt idx="1201">
                  <c:v>19.428999999999998</c:v>
                </c:pt>
                <c:pt idx="1202">
                  <c:v>21.776900000000001</c:v>
                </c:pt>
                <c:pt idx="1203">
                  <c:v>23.307600000000001</c:v>
                </c:pt>
                <c:pt idx="1204">
                  <c:v>24.278700000000001</c:v>
                </c:pt>
                <c:pt idx="1205">
                  <c:v>24.903500000000001</c:v>
                </c:pt>
                <c:pt idx="1206">
                  <c:v>24.8233</c:v>
                </c:pt>
                <c:pt idx="1207">
                  <c:v>24.168099999999999</c:v>
                </c:pt>
                <c:pt idx="1208">
                  <c:v>23.201499999999999</c:v>
                </c:pt>
                <c:pt idx="1209">
                  <c:v>21.301200000000001</c:v>
                </c:pt>
                <c:pt idx="1210">
                  <c:v>18.728000000000002</c:v>
                </c:pt>
                <c:pt idx="1211">
                  <c:v>16.540400000000002</c:v>
                </c:pt>
                <c:pt idx="1212">
                  <c:v>14.7125</c:v>
                </c:pt>
                <c:pt idx="1213">
                  <c:v>12.6448</c:v>
                </c:pt>
                <c:pt idx="1214">
                  <c:v>11.0991</c:v>
                </c:pt>
                <c:pt idx="1215">
                  <c:v>10.159000000000001</c:v>
                </c:pt>
                <c:pt idx="1216">
                  <c:v>9.3920999999999992</c:v>
                </c:pt>
                <c:pt idx="1217">
                  <c:v>8.5604899999999997</c:v>
                </c:pt>
                <c:pt idx="1218">
                  <c:v>7.7762200000000004</c:v>
                </c:pt>
                <c:pt idx="1219">
                  <c:v>7.1169099999999998</c:v>
                </c:pt>
                <c:pt idx="1220">
                  <c:v>6.7559500000000003</c:v>
                </c:pt>
                <c:pt idx="1221">
                  <c:v>6.4795400000000001</c:v>
                </c:pt>
                <c:pt idx="1222">
                  <c:v>6.1632699999999998</c:v>
                </c:pt>
                <c:pt idx="1223">
                  <c:v>6.2357699999999996</c:v>
                </c:pt>
                <c:pt idx="1224">
                  <c:v>6.4883899999999999</c:v>
                </c:pt>
                <c:pt idx="1225">
                  <c:v>6.6712600000000002</c:v>
                </c:pt>
                <c:pt idx="1226">
                  <c:v>7.0803000000000003</c:v>
                </c:pt>
                <c:pt idx="1227">
                  <c:v>7.7949700000000002</c:v>
                </c:pt>
                <c:pt idx="1228">
                  <c:v>8.0034899999999993</c:v>
                </c:pt>
                <c:pt idx="1229">
                  <c:v>7.5425899999999997</c:v>
                </c:pt>
                <c:pt idx="1230">
                  <c:v>7.1213800000000003</c:v>
                </c:pt>
                <c:pt idx="1231">
                  <c:v>7.0395099999999999</c:v>
                </c:pt>
                <c:pt idx="1232">
                  <c:v>6.7600100000000003</c:v>
                </c:pt>
                <c:pt idx="1233">
                  <c:v>6.2905800000000003</c:v>
                </c:pt>
                <c:pt idx="1234">
                  <c:v>5.6152499999999996</c:v>
                </c:pt>
                <c:pt idx="1235">
                  <c:v>5.2329999999999997</c:v>
                </c:pt>
                <c:pt idx="1236">
                  <c:v>5.4595000000000002</c:v>
                </c:pt>
                <c:pt idx="1237">
                  <c:v>5.6450899999999997</c:v>
                </c:pt>
                <c:pt idx="1238">
                  <c:v>5.45817</c:v>
                </c:pt>
                <c:pt idx="1239">
                  <c:v>5.1543299999999999</c:v>
                </c:pt>
                <c:pt idx="1240">
                  <c:v>4.9758300000000002</c:v>
                </c:pt>
                <c:pt idx="1241">
                  <c:v>4.9211900000000002</c:v>
                </c:pt>
                <c:pt idx="1242">
                  <c:v>4.8398599999999998</c:v>
                </c:pt>
                <c:pt idx="1243">
                  <c:v>4.7315899999999997</c:v>
                </c:pt>
                <c:pt idx="1244">
                  <c:v>4.4824999999999999</c:v>
                </c:pt>
                <c:pt idx="1245">
                  <c:v>4.3384900000000002</c:v>
                </c:pt>
                <c:pt idx="1246">
                  <c:v>4.5671299999999997</c:v>
                </c:pt>
                <c:pt idx="1247">
                  <c:v>4.8818799999999998</c:v>
                </c:pt>
                <c:pt idx="1248">
                  <c:v>5.2332400000000003</c:v>
                </c:pt>
                <c:pt idx="1249">
                  <c:v>5.3081199999999997</c:v>
                </c:pt>
                <c:pt idx="1250">
                  <c:v>5.1412899999999997</c:v>
                </c:pt>
                <c:pt idx="1251">
                  <c:v>5.0906099999999999</c:v>
                </c:pt>
                <c:pt idx="1252">
                  <c:v>5.25603</c:v>
                </c:pt>
                <c:pt idx="1253">
                  <c:v>5.3516300000000001</c:v>
                </c:pt>
                <c:pt idx="1254">
                  <c:v>5.3403600000000004</c:v>
                </c:pt>
                <c:pt idx="1255">
                  <c:v>5.4212800000000003</c:v>
                </c:pt>
                <c:pt idx="1256">
                  <c:v>5.3739699999999999</c:v>
                </c:pt>
                <c:pt idx="1257">
                  <c:v>5.1530699999999996</c:v>
                </c:pt>
                <c:pt idx="1258">
                  <c:v>4.9732000000000003</c:v>
                </c:pt>
                <c:pt idx="1259">
                  <c:v>4.8108199999999997</c:v>
                </c:pt>
                <c:pt idx="1260">
                  <c:v>4.7446999999999999</c:v>
                </c:pt>
                <c:pt idx="1261">
                  <c:v>5.0314500000000004</c:v>
                </c:pt>
                <c:pt idx="1262">
                  <c:v>5.3106200000000001</c:v>
                </c:pt>
                <c:pt idx="1263">
                  <c:v>5.62087</c:v>
                </c:pt>
                <c:pt idx="1264">
                  <c:v>5.8881600000000001</c:v>
                </c:pt>
                <c:pt idx="1265">
                  <c:v>5.7923900000000001</c:v>
                </c:pt>
                <c:pt idx="1266">
                  <c:v>6.0494500000000002</c:v>
                </c:pt>
                <c:pt idx="1267">
                  <c:v>5.9834100000000001</c:v>
                </c:pt>
                <c:pt idx="1268">
                  <c:v>5.79915</c:v>
                </c:pt>
                <c:pt idx="1269">
                  <c:v>5.8582900000000002</c:v>
                </c:pt>
                <c:pt idx="1270">
                  <c:v>5.8888199999999999</c:v>
                </c:pt>
                <c:pt idx="1271">
                  <c:v>6.0803599999999998</c:v>
                </c:pt>
                <c:pt idx="1272">
                  <c:v>6.2443799999999996</c:v>
                </c:pt>
                <c:pt idx="1273">
                  <c:v>6.34138</c:v>
                </c:pt>
                <c:pt idx="1274">
                  <c:v>6.4058900000000003</c:v>
                </c:pt>
                <c:pt idx="1275">
                  <c:v>6.3307700000000002</c:v>
                </c:pt>
                <c:pt idx="1276">
                  <c:v>6.4045500000000004</c:v>
                </c:pt>
                <c:pt idx="1277">
                  <c:v>6.3498000000000001</c:v>
                </c:pt>
                <c:pt idx="1278">
                  <c:v>6.5002300000000002</c:v>
                </c:pt>
                <c:pt idx="1279">
                  <c:v>6.5038299999999998</c:v>
                </c:pt>
                <c:pt idx="1280">
                  <c:v>5.93689</c:v>
                </c:pt>
                <c:pt idx="1281">
                  <c:v>5.4874700000000001</c:v>
                </c:pt>
                <c:pt idx="1282">
                  <c:v>5.3968600000000002</c:v>
                </c:pt>
                <c:pt idx="1283">
                  <c:v>5.4051900000000002</c:v>
                </c:pt>
                <c:pt idx="1284">
                  <c:v>5.2560599999999997</c:v>
                </c:pt>
                <c:pt idx="1285">
                  <c:v>5.1020200000000004</c:v>
                </c:pt>
                <c:pt idx="1286">
                  <c:v>4.9637900000000004</c:v>
                </c:pt>
                <c:pt idx="1287">
                  <c:v>5.1624600000000003</c:v>
                </c:pt>
                <c:pt idx="1288">
                  <c:v>5.2808299999999999</c:v>
                </c:pt>
                <c:pt idx="1289">
                  <c:v>5.3287599999999999</c:v>
                </c:pt>
                <c:pt idx="1290">
                  <c:v>5.5085899999999999</c:v>
                </c:pt>
                <c:pt idx="1291">
                  <c:v>5.8185500000000001</c:v>
                </c:pt>
                <c:pt idx="1292">
                  <c:v>6.13619</c:v>
                </c:pt>
                <c:pt idx="1293">
                  <c:v>6.5214100000000004</c:v>
                </c:pt>
                <c:pt idx="1294">
                  <c:v>6.5577899999999998</c:v>
                </c:pt>
                <c:pt idx="1295">
                  <c:v>6.5235399999999997</c:v>
                </c:pt>
                <c:pt idx="1296">
                  <c:v>6.3919600000000001</c:v>
                </c:pt>
                <c:pt idx="1297">
                  <c:v>6.1297300000000003</c:v>
                </c:pt>
                <c:pt idx="1298">
                  <c:v>5.7218600000000004</c:v>
                </c:pt>
                <c:pt idx="1299">
                  <c:v>5.4097099999999996</c:v>
                </c:pt>
                <c:pt idx="1300">
                  <c:v>5.2792899999999996</c:v>
                </c:pt>
                <c:pt idx="1301">
                  <c:v>5.10954</c:v>
                </c:pt>
                <c:pt idx="1302">
                  <c:v>5.3223399999999996</c:v>
                </c:pt>
                <c:pt idx="1303">
                  <c:v>5.89846</c:v>
                </c:pt>
                <c:pt idx="1304">
                  <c:v>6.2126700000000001</c:v>
                </c:pt>
                <c:pt idx="1305">
                  <c:v>6.2656299999999998</c:v>
                </c:pt>
                <c:pt idx="1306">
                  <c:v>6.3470300000000002</c:v>
                </c:pt>
                <c:pt idx="1307">
                  <c:v>6.7561299999999997</c:v>
                </c:pt>
                <c:pt idx="1308">
                  <c:v>7.7400700000000002</c:v>
                </c:pt>
                <c:pt idx="1309">
                  <c:v>8.6171600000000002</c:v>
                </c:pt>
                <c:pt idx="1310">
                  <c:v>9.0050899999999992</c:v>
                </c:pt>
                <c:pt idx="1311">
                  <c:v>9.6305200000000006</c:v>
                </c:pt>
                <c:pt idx="1312">
                  <c:v>10.3977</c:v>
                </c:pt>
                <c:pt idx="1313">
                  <c:v>10.8162</c:v>
                </c:pt>
                <c:pt idx="1314">
                  <c:v>10.9839</c:v>
                </c:pt>
                <c:pt idx="1315">
                  <c:v>11.270200000000001</c:v>
                </c:pt>
                <c:pt idx="1316">
                  <c:v>11.266999999999999</c:v>
                </c:pt>
                <c:pt idx="1317">
                  <c:v>10.6907</c:v>
                </c:pt>
                <c:pt idx="1318">
                  <c:v>10.047000000000001</c:v>
                </c:pt>
                <c:pt idx="1319">
                  <c:v>9.5741700000000005</c:v>
                </c:pt>
                <c:pt idx="1320">
                  <c:v>9.2127099999999995</c:v>
                </c:pt>
                <c:pt idx="1321">
                  <c:v>8.7846899999999994</c:v>
                </c:pt>
                <c:pt idx="1322">
                  <c:v>8.3924900000000004</c:v>
                </c:pt>
                <c:pt idx="1323">
                  <c:v>8.1981199999999994</c:v>
                </c:pt>
                <c:pt idx="1324">
                  <c:v>7.7198000000000002</c:v>
                </c:pt>
                <c:pt idx="1325">
                  <c:v>7.2244299999999999</c:v>
                </c:pt>
                <c:pt idx="1326">
                  <c:v>6.4895199999999997</c:v>
                </c:pt>
                <c:pt idx="1327">
                  <c:v>5.8639400000000004</c:v>
                </c:pt>
                <c:pt idx="1328">
                  <c:v>5.3423699999999998</c:v>
                </c:pt>
                <c:pt idx="1329">
                  <c:v>4.9428400000000003</c:v>
                </c:pt>
                <c:pt idx="1330">
                  <c:v>4.80023</c:v>
                </c:pt>
                <c:pt idx="1331">
                  <c:v>4.6245099999999999</c:v>
                </c:pt>
                <c:pt idx="1332">
                  <c:v>4.29169</c:v>
                </c:pt>
                <c:pt idx="1333">
                  <c:v>4.2189800000000002</c:v>
                </c:pt>
                <c:pt idx="1334">
                  <c:v>4.3528599999999997</c:v>
                </c:pt>
                <c:pt idx="1335">
                  <c:v>4.5153400000000001</c:v>
                </c:pt>
                <c:pt idx="1336">
                  <c:v>4.4923099999999998</c:v>
                </c:pt>
                <c:pt idx="1337">
                  <c:v>4.4374399999999996</c:v>
                </c:pt>
                <c:pt idx="1338">
                  <c:v>4.2509100000000002</c:v>
                </c:pt>
                <c:pt idx="1339">
                  <c:v>4.0321300000000004</c:v>
                </c:pt>
                <c:pt idx="1340">
                  <c:v>4.1330799999999996</c:v>
                </c:pt>
                <c:pt idx="1341">
                  <c:v>4.0970599999999999</c:v>
                </c:pt>
                <c:pt idx="1342">
                  <c:v>4.1512000000000002</c:v>
                </c:pt>
                <c:pt idx="1343">
                  <c:v>4.5038600000000004</c:v>
                </c:pt>
                <c:pt idx="1344">
                  <c:v>4.8525499999999999</c:v>
                </c:pt>
                <c:pt idx="1345">
                  <c:v>5.0180300000000004</c:v>
                </c:pt>
                <c:pt idx="1346">
                  <c:v>4.8934899999999999</c:v>
                </c:pt>
                <c:pt idx="1347">
                  <c:v>4.5814300000000001</c:v>
                </c:pt>
                <c:pt idx="1348">
                  <c:v>4.2485400000000002</c:v>
                </c:pt>
                <c:pt idx="1349">
                  <c:v>3.8968799999999999</c:v>
                </c:pt>
                <c:pt idx="1350">
                  <c:v>3.6034700000000002</c:v>
                </c:pt>
                <c:pt idx="1351">
                  <c:v>3.3068499999999998</c:v>
                </c:pt>
                <c:pt idx="1352">
                  <c:v>3.2122999999999999</c:v>
                </c:pt>
                <c:pt idx="1353">
                  <c:v>3.3653</c:v>
                </c:pt>
                <c:pt idx="1354">
                  <c:v>3.84293</c:v>
                </c:pt>
                <c:pt idx="1355">
                  <c:v>4.2641900000000001</c:v>
                </c:pt>
                <c:pt idx="1356">
                  <c:v>4.1906299999999996</c:v>
                </c:pt>
                <c:pt idx="1357">
                  <c:v>3.9179300000000001</c:v>
                </c:pt>
                <c:pt idx="1358">
                  <c:v>3.9069199999999999</c:v>
                </c:pt>
                <c:pt idx="1359">
                  <c:v>4.0960299999999998</c:v>
                </c:pt>
                <c:pt idx="1360">
                  <c:v>4.3056799999999997</c:v>
                </c:pt>
                <c:pt idx="1361">
                  <c:v>4.2276600000000002</c:v>
                </c:pt>
                <c:pt idx="1362">
                  <c:v>4.3429900000000004</c:v>
                </c:pt>
                <c:pt idx="1363">
                  <c:v>4.4464399999999999</c:v>
                </c:pt>
                <c:pt idx="1364">
                  <c:v>4.4384499999999996</c:v>
                </c:pt>
                <c:pt idx="1365">
                  <c:v>4.7127800000000004</c:v>
                </c:pt>
                <c:pt idx="1366">
                  <c:v>4.4763599999999997</c:v>
                </c:pt>
                <c:pt idx="1367">
                  <c:v>4.4361199999999998</c:v>
                </c:pt>
                <c:pt idx="1368">
                  <c:v>4.8261099999999999</c:v>
                </c:pt>
                <c:pt idx="1369">
                  <c:v>4.9131799999999997</c:v>
                </c:pt>
                <c:pt idx="1370">
                  <c:v>5.2528899999999998</c:v>
                </c:pt>
                <c:pt idx="1371">
                  <c:v>5.36972</c:v>
                </c:pt>
                <c:pt idx="1372">
                  <c:v>5.2286999999999999</c:v>
                </c:pt>
                <c:pt idx="1373">
                  <c:v>4.9450900000000004</c:v>
                </c:pt>
                <c:pt idx="1374">
                  <c:v>4.9666899999999998</c:v>
                </c:pt>
                <c:pt idx="1375">
                  <c:v>5.3655499999999998</c:v>
                </c:pt>
                <c:pt idx="1376">
                  <c:v>5.5030400000000004</c:v>
                </c:pt>
                <c:pt idx="1377">
                  <c:v>5.5520399999999999</c:v>
                </c:pt>
                <c:pt idx="1378">
                  <c:v>5.6883499999999998</c:v>
                </c:pt>
                <c:pt idx="1379">
                  <c:v>5.7800500000000001</c:v>
                </c:pt>
                <c:pt idx="1380">
                  <c:v>6.08249</c:v>
                </c:pt>
                <c:pt idx="1381">
                  <c:v>6.5298100000000003</c:v>
                </c:pt>
                <c:pt idx="1382">
                  <c:v>6.7559300000000002</c:v>
                </c:pt>
                <c:pt idx="1383">
                  <c:v>6.8067200000000003</c:v>
                </c:pt>
                <c:pt idx="1384">
                  <c:v>6.7880799999999999</c:v>
                </c:pt>
                <c:pt idx="1385">
                  <c:v>6.9898800000000003</c:v>
                </c:pt>
                <c:pt idx="1386">
                  <c:v>6.6930399999999999</c:v>
                </c:pt>
                <c:pt idx="1387">
                  <c:v>6.2920100000000003</c:v>
                </c:pt>
                <c:pt idx="1388">
                  <c:v>5.9916099999999997</c:v>
                </c:pt>
                <c:pt idx="1389">
                  <c:v>5.7650499999999996</c:v>
                </c:pt>
                <c:pt idx="1390">
                  <c:v>5.6367900000000004</c:v>
                </c:pt>
                <c:pt idx="1391">
                  <c:v>5.3626500000000004</c:v>
                </c:pt>
                <c:pt idx="1392">
                  <c:v>4.86463</c:v>
                </c:pt>
                <c:pt idx="1393">
                  <c:v>4.7951100000000002</c:v>
                </c:pt>
                <c:pt idx="1394">
                  <c:v>5.0039800000000003</c:v>
                </c:pt>
                <c:pt idx="1395">
                  <c:v>4.7762700000000002</c:v>
                </c:pt>
                <c:pt idx="1396">
                  <c:v>4.62303</c:v>
                </c:pt>
                <c:pt idx="1397">
                  <c:v>4.3302800000000001</c:v>
                </c:pt>
                <c:pt idx="1398">
                  <c:v>4.2138999999999998</c:v>
                </c:pt>
                <c:pt idx="1399">
                  <c:v>4.0613400000000004</c:v>
                </c:pt>
                <c:pt idx="1400">
                  <c:v>3.9156900000000001</c:v>
                </c:pt>
                <c:pt idx="1401">
                  <c:v>4.0037200000000004</c:v>
                </c:pt>
                <c:pt idx="1402">
                  <c:v>3.9297399999999998</c:v>
                </c:pt>
                <c:pt idx="1403">
                  <c:v>3.7244799999999998</c:v>
                </c:pt>
                <c:pt idx="1404">
                  <c:v>4.0104699999999998</c:v>
                </c:pt>
                <c:pt idx="1405">
                  <c:v>4.2659399999999996</c:v>
                </c:pt>
                <c:pt idx="1406">
                  <c:v>4.2309999999999999</c:v>
                </c:pt>
                <c:pt idx="1407">
                  <c:v>4.4627299999999996</c:v>
                </c:pt>
                <c:pt idx="1408">
                  <c:v>4.9045199999999998</c:v>
                </c:pt>
                <c:pt idx="1409">
                  <c:v>5.3211899999999996</c:v>
                </c:pt>
                <c:pt idx="1410">
                  <c:v>5.3210600000000001</c:v>
                </c:pt>
                <c:pt idx="1411">
                  <c:v>5.2354599999999998</c:v>
                </c:pt>
                <c:pt idx="1412">
                  <c:v>5.5513599999999999</c:v>
                </c:pt>
                <c:pt idx="1413">
                  <c:v>5.7104200000000001</c:v>
                </c:pt>
                <c:pt idx="1414">
                  <c:v>5.7942799999999997</c:v>
                </c:pt>
                <c:pt idx="1415">
                  <c:v>6.1020300000000001</c:v>
                </c:pt>
                <c:pt idx="1416">
                  <c:v>6.4287099999999997</c:v>
                </c:pt>
                <c:pt idx="1417">
                  <c:v>6.1646700000000001</c:v>
                </c:pt>
                <c:pt idx="1418">
                  <c:v>5.6634000000000002</c:v>
                </c:pt>
                <c:pt idx="1419">
                  <c:v>5.6466799999999999</c:v>
                </c:pt>
                <c:pt idx="1420">
                  <c:v>5.7660200000000001</c:v>
                </c:pt>
                <c:pt idx="1421">
                  <c:v>5.5418599999999998</c:v>
                </c:pt>
                <c:pt idx="1422">
                  <c:v>5.3777600000000003</c:v>
                </c:pt>
                <c:pt idx="1423">
                  <c:v>5.2726699999999997</c:v>
                </c:pt>
                <c:pt idx="1424">
                  <c:v>5.2345699999999997</c:v>
                </c:pt>
                <c:pt idx="1425">
                  <c:v>5.1594899999999999</c:v>
                </c:pt>
                <c:pt idx="1426">
                  <c:v>5.1123900000000004</c:v>
                </c:pt>
                <c:pt idx="1427">
                  <c:v>5.0863399999999999</c:v>
                </c:pt>
                <c:pt idx="1428">
                  <c:v>5.4176700000000002</c:v>
                </c:pt>
                <c:pt idx="1429">
                  <c:v>5.5294999999999996</c:v>
                </c:pt>
                <c:pt idx="1430">
                  <c:v>5.4143499999999998</c:v>
                </c:pt>
                <c:pt idx="1431">
                  <c:v>5.4620600000000001</c:v>
                </c:pt>
                <c:pt idx="1432">
                  <c:v>5.5554600000000001</c:v>
                </c:pt>
                <c:pt idx="1433">
                  <c:v>5.8556299999999997</c:v>
                </c:pt>
                <c:pt idx="1434">
                  <c:v>6.3179299999999996</c:v>
                </c:pt>
                <c:pt idx="1435">
                  <c:v>6.6477700000000004</c:v>
                </c:pt>
                <c:pt idx="1436">
                  <c:v>6.4187799999999999</c:v>
                </c:pt>
                <c:pt idx="1437">
                  <c:v>5.9526300000000001</c:v>
                </c:pt>
                <c:pt idx="1438">
                  <c:v>5.5887099999999998</c:v>
                </c:pt>
                <c:pt idx="1439">
                  <c:v>5.0583600000000004</c:v>
                </c:pt>
                <c:pt idx="1440">
                  <c:v>4.8994299999999997</c:v>
                </c:pt>
                <c:pt idx="1441">
                  <c:v>4.7085800000000004</c:v>
                </c:pt>
                <c:pt idx="1442">
                  <c:v>4.1373100000000003</c:v>
                </c:pt>
                <c:pt idx="1443">
                  <c:v>3.8917799999999998</c:v>
                </c:pt>
                <c:pt idx="1444">
                  <c:v>3.9678300000000002</c:v>
                </c:pt>
                <c:pt idx="1445">
                  <c:v>3.8018700000000001</c:v>
                </c:pt>
                <c:pt idx="1446">
                  <c:v>3.5987300000000002</c:v>
                </c:pt>
                <c:pt idx="1447">
                  <c:v>3.6375799999999998</c:v>
                </c:pt>
                <c:pt idx="1448">
                  <c:v>3.7092499999999999</c:v>
                </c:pt>
                <c:pt idx="1449">
                  <c:v>3.91927</c:v>
                </c:pt>
                <c:pt idx="1450">
                  <c:v>3.9763999999999999</c:v>
                </c:pt>
                <c:pt idx="1451">
                  <c:v>4.0926200000000001</c:v>
                </c:pt>
                <c:pt idx="1452">
                  <c:v>4.2260999999999997</c:v>
                </c:pt>
                <c:pt idx="1453">
                  <c:v>4.3394300000000001</c:v>
                </c:pt>
                <c:pt idx="1454">
                  <c:v>4.2349899999999998</c:v>
                </c:pt>
                <c:pt idx="1455">
                  <c:v>3.92103</c:v>
                </c:pt>
                <c:pt idx="1456">
                  <c:v>3.6533199999999999</c:v>
                </c:pt>
                <c:pt idx="1457">
                  <c:v>3.9470999999999998</c:v>
                </c:pt>
                <c:pt idx="1458">
                  <c:v>4.63957</c:v>
                </c:pt>
                <c:pt idx="1459">
                  <c:v>4.9114000000000004</c:v>
                </c:pt>
                <c:pt idx="1460">
                  <c:v>4.7953799999999998</c:v>
                </c:pt>
                <c:pt idx="1461">
                  <c:v>4.5159500000000001</c:v>
                </c:pt>
                <c:pt idx="1462">
                  <c:v>4.0196199999999997</c:v>
                </c:pt>
                <c:pt idx="1463">
                  <c:v>3.6606999999999998</c:v>
                </c:pt>
                <c:pt idx="1464">
                  <c:v>3.40151</c:v>
                </c:pt>
                <c:pt idx="1465">
                  <c:v>3.48637</c:v>
                </c:pt>
                <c:pt idx="1466">
                  <c:v>3.8142999999999998</c:v>
                </c:pt>
                <c:pt idx="1467">
                  <c:v>4.1318200000000003</c:v>
                </c:pt>
                <c:pt idx="1468">
                  <c:v>4.1153700000000004</c:v>
                </c:pt>
                <c:pt idx="1469">
                  <c:v>4.2478899999999999</c:v>
                </c:pt>
                <c:pt idx="1470">
                  <c:v>4.69055</c:v>
                </c:pt>
                <c:pt idx="1471">
                  <c:v>5.0663200000000002</c:v>
                </c:pt>
                <c:pt idx="1472">
                  <c:v>5.2522599999999997</c:v>
                </c:pt>
                <c:pt idx="1473">
                  <c:v>5.2110099999999999</c:v>
                </c:pt>
                <c:pt idx="1474">
                  <c:v>5.1039500000000002</c:v>
                </c:pt>
                <c:pt idx="1475">
                  <c:v>4.9591200000000004</c:v>
                </c:pt>
                <c:pt idx="1476">
                  <c:v>4.5679999999999996</c:v>
                </c:pt>
                <c:pt idx="1477">
                  <c:v>4.3422400000000003</c:v>
                </c:pt>
                <c:pt idx="1478">
                  <c:v>4.3719200000000003</c:v>
                </c:pt>
                <c:pt idx="1479">
                  <c:v>4.1851000000000003</c:v>
                </c:pt>
                <c:pt idx="1480">
                  <c:v>3.8589699999999998</c:v>
                </c:pt>
                <c:pt idx="1481">
                  <c:v>3.7852000000000001</c:v>
                </c:pt>
                <c:pt idx="1482">
                  <c:v>3.8268800000000001</c:v>
                </c:pt>
                <c:pt idx="1483">
                  <c:v>4.0030700000000001</c:v>
                </c:pt>
                <c:pt idx="1484">
                  <c:v>3.9577300000000002</c:v>
                </c:pt>
                <c:pt idx="1485">
                  <c:v>4.0000799999999996</c:v>
                </c:pt>
                <c:pt idx="1486">
                  <c:v>4.0655299999999999</c:v>
                </c:pt>
                <c:pt idx="1487">
                  <c:v>3.9616799999999999</c:v>
                </c:pt>
                <c:pt idx="1488">
                  <c:v>3.7630699999999999</c:v>
                </c:pt>
                <c:pt idx="1489">
                  <c:v>3.52664</c:v>
                </c:pt>
                <c:pt idx="1490">
                  <c:v>3.4156200000000001</c:v>
                </c:pt>
                <c:pt idx="1491">
                  <c:v>3.6507100000000001</c:v>
                </c:pt>
                <c:pt idx="1492">
                  <c:v>3.8732500000000001</c:v>
                </c:pt>
                <c:pt idx="1493">
                  <c:v>4.0325499999999996</c:v>
                </c:pt>
                <c:pt idx="1494">
                  <c:v>4.1388299999999996</c:v>
                </c:pt>
                <c:pt idx="1495">
                  <c:v>4.0369799999999998</c:v>
                </c:pt>
                <c:pt idx="1496">
                  <c:v>3.5405700000000002</c:v>
                </c:pt>
                <c:pt idx="1497">
                  <c:v>2.7936899999999998</c:v>
                </c:pt>
                <c:pt idx="1498">
                  <c:v>2.7827600000000001</c:v>
                </c:pt>
                <c:pt idx="1499">
                  <c:v>3.0972</c:v>
                </c:pt>
                <c:pt idx="1500">
                  <c:v>3.8008700000000002</c:v>
                </c:pt>
                <c:pt idx="1501">
                  <c:v>4.0472200000000003</c:v>
                </c:pt>
                <c:pt idx="1502">
                  <c:v>4.1715999999999998</c:v>
                </c:pt>
                <c:pt idx="1503">
                  <c:v>4.3295500000000002</c:v>
                </c:pt>
                <c:pt idx="1504">
                  <c:v>4.24139</c:v>
                </c:pt>
                <c:pt idx="1505">
                  <c:v>3.6442000000000001</c:v>
                </c:pt>
                <c:pt idx="1506">
                  <c:v>3.33439</c:v>
                </c:pt>
                <c:pt idx="1507">
                  <c:v>3.4198300000000001</c:v>
                </c:pt>
                <c:pt idx="1508">
                  <c:v>3.4159099999999998</c:v>
                </c:pt>
                <c:pt idx="1509">
                  <c:v>3.37968</c:v>
                </c:pt>
                <c:pt idx="1510">
                  <c:v>3.3846099999999999</c:v>
                </c:pt>
                <c:pt idx="1511">
                  <c:v>3.2389600000000001</c:v>
                </c:pt>
                <c:pt idx="1512">
                  <c:v>3.06332</c:v>
                </c:pt>
                <c:pt idx="1513">
                  <c:v>2.8750399999999998</c:v>
                </c:pt>
                <c:pt idx="1514">
                  <c:v>2.61151</c:v>
                </c:pt>
                <c:pt idx="1515">
                  <c:v>2.9134500000000001</c:v>
                </c:pt>
                <c:pt idx="1516">
                  <c:v>3.4000599999999999</c:v>
                </c:pt>
                <c:pt idx="1517">
                  <c:v>3.8075600000000001</c:v>
                </c:pt>
                <c:pt idx="1518">
                  <c:v>3.7144900000000001</c:v>
                </c:pt>
                <c:pt idx="1519">
                  <c:v>3.4725100000000002</c:v>
                </c:pt>
                <c:pt idx="1520">
                  <c:v>3.4959799999999999</c:v>
                </c:pt>
                <c:pt idx="1521">
                  <c:v>3.62262</c:v>
                </c:pt>
                <c:pt idx="1522">
                  <c:v>3.8850099999999999</c:v>
                </c:pt>
                <c:pt idx="1523">
                  <c:v>3.8843999999999999</c:v>
                </c:pt>
                <c:pt idx="1524">
                  <c:v>3.8021799999999999</c:v>
                </c:pt>
                <c:pt idx="1525">
                  <c:v>4.1937800000000003</c:v>
                </c:pt>
                <c:pt idx="1526">
                  <c:v>4.7762900000000004</c:v>
                </c:pt>
                <c:pt idx="1527">
                  <c:v>4.9482299999999997</c:v>
                </c:pt>
                <c:pt idx="1528">
                  <c:v>5.0023799999999996</c:v>
                </c:pt>
                <c:pt idx="1529">
                  <c:v>4.9291099999999997</c:v>
                </c:pt>
                <c:pt idx="1530">
                  <c:v>4.3934499999999996</c:v>
                </c:pt>
                <c:pt idx="1531">
                  <c:v>4.0298800000000004</c:v>
                </c:pt>
                <c:pt idx="1532">
                  <c:v>4.1664899999999996</c:v>
                </c:pt>
                <c:pt idx="1533">
                  <c:v>4.5521500000000001</c:v>
                </c:pt>
                <c:pt idx="1534">
                  <c:v>5.17544</c:v>
                </c:pt>
                <c:pt idx="1535">
                  <c:v>5.2842000000000002</c:v>
                </c:pt>
                <c:pt idx="1536">
                  <c:v>4.6669299999999998</c:v>
                </c:pt>
                <c:pt idx="1537">
                  <c:v>4.53653</c:v>
                </c:pt>
                <c:pt idx="1538">
                  <c:v>4.6114300000000004</c:v>
                </c:pt>
                <c:pt idx="1539">
                  <c:v>4.50108</c:v>
                </c:pt>
                <c:pt idx="1540">
                  <c:v>4.37561</c:v>
                </c:pt>
                <c:pt idx="1541">
                  <c:v>4.5767100000000003</c:v>
                </c:pt>
                <c:pt idx="1542">
                  <c:v>4.4936100000000003</c:v>
                </c:pt>
                <c:pt idx="1543">
                  <c:v>4.3148400000000002</c:v>
                </c:pt>
                <c:pt idx="1544">
                  <c:v>4.27257</c:v>
                </c:pt>
                <c:pt idx="1545">
                  <c:v>4.2244099999999998</c:v>
                </c:pt>
                <c:pt idx="1546">
                  <c:v>4.0970399999999998</c:v>
                </c:pt>
                <c:pt idx="1547">
                  <c:v>4.0403000000000002</c:v>
                </c:pt>
                <c:pt idx="1548">
                  <c:v>4.0891400000000004</c:v>
                </c:pt>
                <c:pt idx="1549">
                  <c:v>4.0288500000000003</c:v>
                </c:pt>
                <c:pt idx="1550">
                  <c:v>3.80301</c:v>
                </c:pt>
                <c:pt idx="1551">
                  <c:v>4.02121</c:v>
                </c:pt>
                <c:pt idx="1552">
                  <c:v>4.1340700000000004</c:v>
                </c:pt>
                <c:pt idx="1553">
                  <c:v>3.94198</c:v>
                </c:pt>
                <c:pt idx="1554">
                  <c:v>3.96576</c:v>
                </c:pt>
                <c:pt idx="1555">
                  <c:v>3.4615</c:v>
                </c:pt>
                <c:pt idx="1556">
                  <c:v>3.0080100000000001</c:v>
                </c:pt>
                <c:pt idx="1557">
                  <c:v>2.8587199999999999</c:v>
                </c:pt>
                <c:pt idx="1558">
                  <c:v>3.1645699999999999</c:v>
                </c:pt>
                <c:pt idx="1559">
                  <c:v>3.6440800000000002</c:v>
                </c:pt>
                <c:pt idx="1560">
                  <c:v>3.6289699999999998</c:v>
                </c:pt>
                <c:pt idx="1561">
                  <c:v>3.5181800000000001</c:v>
                </c:pt>
                <c:pt idx="1562">
                  <c:v>3.2222</c:v>
                </c:pt>
                <c:pt idx="1563">
                  <c:v>2.95939</c:v>
                </c:pt>
                <c:pt idx="1564">
                  <c:v>3.0612300000000001</c:v>
                </c:pt>
                <c:pt idx="1565">
                  <c:v>3.3816299999999999</c:v>
                </c:pt>
                <c:pt idx="1566">
                  <c:v>3.7420599999999999</c:v>
                </c:pt>
                <c:pt idx="1567">
                  <c:v>4.01335</c:v>
                </c:pt>
                <c:pt idx="1568">
                  <c:v>4.1375799999999998</c:v>
                </c:pt>
                <c:pt idx="1569">
                  <c:v>4.0266900000000003</c:v>
                </c:pt>
                <c:pt idx="1570">
                  <c:v>3.88069</c:v>
                </c:pt>
                <c:pt idx="1571">
                  <c:v>3.9419400000000002</c:v>
                </c:pt>
                <c:pt idx="1572">
                  <c:v>3.9073799999999999</c:v>
                </c:pt>
                <c:pt idx="1573">
                  <c:v>3.7583700000000002</c:v>
                </c:pt>
                <c:pt idx="1574">
                  <c:v>3.8676499999999998</c:v>
                </c:pt>
                <c:pt idx="1575">
                  <c:v>4.3495600000000003</c:v>
                </c:pt>
                <c:pt idx="1576">
                  <c:v>4.9121100000000002</c:v>
                </c:pt>
                <c:pt idx="1577">
                  <c:v>5.1146099999999999</c:v>
                </c:pt>
                <c:pt idx="1578">
                  <c:v>5.2712500000000002</c:v>
                </c:pt>
                <c:pt idx="1579">
                  <c:v>5.3825000000000003</c:v>
                </c:pt>
                <c:pt idx="1580">
                  <c:v>5.1925699999999999</c:v>
                </c:pt>
                <c:pt idx="1581">
                  <c:v>4.9966900000000001</c:v>
                </c:pt>
                <c:pt idx="1582">
                  <c:v>4.9995099999999999</c:v>
                </c:pt>
                <c:pt idx="1583">
                  <c:v>5.1661599999999996</c:v>
                </c:pt>
                <c:pt idx="1584">
                  <c:v>5.5498599999999998</c:v>
                </c:pt>
                <c:pt idx="1585">
                  <c:v>5.7023200000000003</c:v>
                </c:pt>
                <c:pt idx="1586">
                  <c:v>5.6001300000000001</c:v>
                </c:pt>
                <c:pt idx="1587">
                  <c:v>5.6335300000000004</c:v>
                </c:pt>
                <c:pt idx="1588">
                  <c:v>5.8126800000000003</c:v>
                </c:pt>
                <c:pt idx="1589">
                  <c:v>6.0926200000000001</c:v>
                </c:pt>
                <c:pt idx="1590">
                  <c:v>6.2755599999999996</c:v>
                </c:pt>
                <c:pt idx="1591">
                  <c:v>6.2189899999999998</c:v>
                </c:pt>
                <c:pt idx="1592">
                  <c:v>6.38645</c:v>
                </c:pt>
                <c:pt idx="1593">
                  <c:v>6.5607800000000003</c:v>
                </c:pt>
                <c:pt idx="1594">
                  <c:v>6.7059199999999999</c:v>
                </c:pt>
                <c:pt idx="1595">
                  <c:v>6.7835299999999998</c:v>
                </c:pt>
                <c:pt idx="1596">
                  <c:v>6.6081599999999998</c:v>
                </c:pt>
                <c:pt idx="1597">
                  <c:v>6.2552000000000003</c:v>
                </c:pt>
                <c:pt idx="1598">
                  <c:v>5.8288900000000003</c:v>
                </c:pt>
                <c:pt idx="1599">
                  <c:v>5.6587300000000003</c:v>
                </c:pt>
                <c:pt idx="1600">
                  <c:v>5.5484</c:v>
                </c:pt>
                <c:pt idx="1601">
                  <c:v>5.5703199999999997</c:v>
                </c:pt>
                <c:pt idx="1602">
                  <c:v>5.6386900000000004</c:v>
                </c:pt>
                <c:pt idx="1603">
                  <c:v>5.6165200000000004</c:v>
                </c:pt>
                <c:pt idx="1604">
                  <c:v>5.5349300000000001</c:v>
                </c:pt>
                <c:pt idx="1605">
                  <c:v>5.5224900000000003</c:v>
                </c:pt>
                <c:pt idx="1606">
                  <c:v>5.3544900000000002</c:v>
                </c:pt>
                <c:pt idx="1607">
                  <c:v>5.0844300000000002</c:v>
                </c:pt>
                <c:pt idx="1608">
                  <c:v>4.9914699999999996</c:v>
                </c:pt>
                <c:pt idx="1609">
                  <c:v>5.2149900000000002</c:v>
                </c:pt>
                <c:pt idx="1610">
                  <c:v>5.5417300000000003</c:v>
                </c:pt>
                <c:pt idx="1611">
                  <c:v>5.5350700000000002</c:v>
                </c:pt>
                <c:pt idx="1612">
                  <c:v>5.3933</c:v>
                </c:pt>
                <c:pt idx="1613">
                  <c:v>5.3759399999999999</c:v>
                </c:pt>
                <c:pt idx="1614">
                  <c:v>5.1921999999999997</c:v>
                </c:pt>
                <c:pt idx="1615">
                  <c:v>5.02224</c:v>
                </c:pt>
                <c:pt idx="1616">
                  <c:v>4.8834900000000001</c:v>
                </c:pt>
                <c:pt idx="1617">
                  <c:v>4.8452500000000001</c:v>
                </c:pt>
                <c:pt idx="1618">
                  <c:v>5.4060600000000001</c:v>
                </c:pt>
                <c:pt idx="1619">
                  <c:v>5.9408599999999998</c:v>
                </c:pt>
                <c:pt idx="1620">
                  <c:v>6.1642099999999997</c:v>
                </c:pt>
                <c:pt idx="1621">
                  <c:v>6.09978</c:v>
                </c:pt>
                <c:pt idx="1622">
                  <c:v>5.9595399999999996</c:v>
                </c:pt>
                <c:pt idx="1623">
                  <c:v>6.0210900000000001</c:v>
                </c:pt>
                <c:pt idx="1624">
                  <c:v>6.0830599999999997</c:v>
                </c:pt>
                <c:pt idx="1625">
                  <c:v>6.3253000000000004</c:v>
                </c:pt>
                <c:pt idx="1626">
                  <c:v>6.6039399999999997</c:v>
                </c:pt>
                <c:pt idx="1627">
                  <c:v>7.0673300000000001</c:v>
                </c:pt>
                <c:pt idx="1628">
                  <c:v>6.9838800000000001</c:v>
                </c:pt>
                <c:pt idx="1629">
                  <c:v>6.8532700000000002</c:v>
                </c:pt>
                <c:pt idx="1630">
                  <c:v>7.0559799999999999</c:v>
                </c:pt>
                <c:pt idx="1631">
                  <c:v>7.1372600000000004</c:v>
                </c:pt>
                <c:pt idx="1632">
                  <c:v>7.2651300000000001</c:v>
                </c:pt>
                <c:pt idx="1633">
                  <c:v>7.05084</c:v>
                </c:pt>
                <c:pt idx="1634">
                  <c:v>6.6199000000000003</c:v>
                </c:pt>
                <c:pt idx="1635">
                  <c:v>6.2283600000000003</c:v>
                </c:pt>
                <c:pt idx="1636">
                  <c:v>6.2722899999999999</c:v>
                </c:pt>
                <c:pt idx="1637">
                  <c:v>6.4635699999999998</c:v>
                </c:pt>
                <c:pt idx="1638">
                  <c:v>6.5987</c:v>
                </c:pt>
                <c:pt idx="1639">
                  <c:v>6.6076499999999996</c:v>
                </c:pt>
                <c:pt idx="1640">
                  <c:v>6.37094</c:v>
                </c:pt>
                <c:pt idx="1641">
                  <c:v>6.3814000000000002</c:v>
                </c:pt>
                <c:pt idx="1642">
                  <c:v>6.8345900000000004</c:v>
                </c:pt>
                <c:pt idx="1643">
                  <c:v>7.4100799999999998</c:v>
                </c:pt>
                <c:pt idx="1644">
                  <c:v>7.3729800000000001</c:v>
                </c:pt>
                <c:pt idx="1645">
                  <c:v>7.1118600000000001</c:v>
                </c:pt>
                <c:pt idx="1646">
                  <c:v>7.73339</c:v>
                </c:pt>
                <c:pt idx="1647">
                  <c:v>8.2197499999999994</c:v>
                </c:pt>
                <c:pt idx="1648">
                  <c:v>8.1775900000000004</c:v>
                </c:pt>
                <c:pt idx="1649">
                  <c:v>8.15869</c:v>
                </c:pt>
                <c:pt idx="1650">
                  <c:v>8.0388099999999998</c:v>
                </c:pt>
                <c:pt idx="1651">
                  <c:v>7.9572900000000004</c:v>
                </c:pt>
                <c:pt idx="1652">
                  <c:v>7.78545</c:v>
                </c:pt>
                <c:pt idx="1653">
                  <c:v>7.3189200000000003</c:v>
                </c:pt>
                <c:pt idx="1654">
                  <c:v>7.0978300000000001</c:v>
                </c:pt>
                <c:pt idx="1655">
                  <c:v>7.1985799999999998</c:v>
                </c:pt>
                <c:pt idx="1656">
                  <c:v>7.3595699999999997</c:v>
                </c:pt>
                <c:pt idx="1657">
                  <c:v>7.2537399999999996</c:v>
                </c:pt>
                <c:pt idx="1658">
                  <c:v>7.19862</c:v>
                </c:pt>
                <c:pt idx="1659">
                  <c:v>7.1810299999999998</c:v>
                </c:pt>
                <c:pt idx="1660">
                  <c:v>7.3357999999999999</c:v>
                </c:pt>
                <c:pt idx="1661">
                  <c:v>7.8817199999999996</c:v>
                </c:pt>
                <c:pt idx="1662">
                  <c:v>8.0866399999999992</c:v>
                </c:pt>
                <c:pt idx="1663">
                  <c:v>7.9529699999999997</c:v>
                </c:pt>
                <c:pt idx="1664">
                  <c:v>7.5515800000000004</c:v>
                </c:pt>
                <c:pt idx="1665">
                  <c:v>7.8988899999999997</c:v>
                </c:pt>
                <c:pt idx="1666">
                  <c:v>8.6303300000000007</c:v>
                </c:pt>
                <c:pt idx="1667">
                  <c:v>8.8857999999999997</c:v>
                </c:pt>
                <c:pt idx="1668">
                  <c:v>8.5156500000000008</c:v>
                </c:pt>
                <c:pt idx="1669">
                  <c:v>8.2944800000000001</c:v>
                </c:pt>
                <c:pt idx="1670">
                  <c:v>8.7009500000000006</c:v>
                </c:pt>
                <c:pt idx="1671">
                  <c:v>9.1179100000000002</c:v>
                </c:pt>
                <c:pt idx="1672">
                  <c:v>9.1735799999999994</c:v>
                </c:pt>
                <c:pt idx="1673">
                  <c:v>9.3586299999999998</c:v>
                </c:pt>
                <c:pt idx="1674">
                  <c:v>9.3944899999999993</c:v>
                </c:pt>
                <c:pt idx="1675">
                  <c:v>9.3067700000000002</c:v>
                </c:pt>
                <c:pt idx="1676">
                  <c:v>9.1712299999999995</c:v>
                </c:pt>
                <c:pt idx="1677">
                  <c:v>8.93825</c:v>
                </c:pt>
                <c:pt idx="1678">
                  <c:v>8.6168999999999993</c:v>
                </c:pt>
                <c:pt idx="1679">
                  <c:v>8.3233099999999993</c:v>
                </c:pt>
                <c:pt idx="1680">
                  <c:v>8.1829999999999998</c:v>
                </c:pt>
                <c:pt idx="1681">
                  <c:v>8.5021000000000004</c:v>
                </c:pt>
                <c:pt idx="1682">
                  <c:v>8.5903299999999998</c:v>
                </c:pt>
                <c:pt idx="1683">
                  <c:v>8.5019899999999993</c:v>
                </c:pt>
                <c:pt idx="1684">
                  <c:v>8.9893599999999996</c:v>
                </c:pt>
                <c:pt idx="1685">
                  <c:v>9.1254000000000008</c:v>
                </c:pt>
                <c:pt idx="1686">
                  <c:v>9.2088999999999999</c:v>
                </c:pt>
                <c:pt idx="1687">
                  <c:v>9.3880499999999998</c:v>
                </c:pt>
                <c:pt idx="1688">
                  <c:v>9.7444299999999995</c:v>
                </c:pt>
                <c:pt idx="1689">
                  <c:v>9.9525699999999997</c:v>
                </c:pt>
                <c:pt idx="1690">
                  <c:v>10.0182</c:v>
                </c:pt>
                <c:pt idx="1691">
                  <c:v>10.0009</c:v>
                </c:pt>
                <c:pt idx="1692">
                  <c:v>9.9952199999999998</c:v>
                </c:pt>
                <c:pt idx="1693">
                  <c:v>10.311400000000001</c:v>
                </c:pt>
                <c:pt idx="1694">
                  <c:v>10.6135</c:v>
                </c:pt>
                <c:pt idx="1695">
                  <c:v>10.5608</c:v>
                </c:pt>
                <c:pt idx="1696">
                  <c:v>10.4682</c:v>
                </c:pt>
                <c:pt idx="1697">
                  <c:v>10.4895</c:v>
                </c:pt>
                <c:pt idx="1698">
                  <c:v>10.624000000000001</c:v>
                </c:pt>
                <c:pt idx="1699">
                  <c:v>10.9039</c:v>
                </c:pt>
                <c:pt idx="1700">
                  <c:v>11.453099999999999</c:v>
                </c:pt>
                <c:pt idx="1701">
                  <c:v>11.7003</c:v>
                </c:pt>
                <c:pt idx="1702">
                  <c:v>11.4613</c:v>
                </c:pt>
                <c:pt idx="1703">
                  <c:v>11.352</c:v>
                </c:pt>
                <c:pt idx="1704">
                  <c:v>11.3292</c:v>
                </c:pt>
                <c:pt idx="1705">
                  <c:v>11.2179</c:v>
                </c:pt>
                <c:pt idx="1706">
                  <c:v>11.0305</c:v>
                </c:pt>
                <c:pt idx="1707">
                  <c:v>10.7555</c:v>
                </c:pt>
                <c:pt idx="1708">
                  <c:v>10.5944</c:v>
                </c:pt>
                <c:pt idx="1709">
                  <c:v>10.298400000000001</c:v>
                </c:pt>
                <c:pt idx="1710">
                  <c:v>10.1478</c:v>
                </c:pt>
                <c:pt idx="1711">
                  <c:v>10.217499999999999</c:v>
                </c:pt>
                <c:pt idx="1712">
                  <c:v>10.3314</c:v>
                </c:pt>
                <c:pt idx="1713">
                  <c:v>10.353400000000001</c:v>
                </c:pt>
                <c:pt idx="1714">
                  <c:v>10.5541</c:v>
                </c:pt>
                <c:pt idx="1715">
                  <c:v>10.9572</c:v>
                </c:pt>
                <c:pt idx="1716">
                  <c:v>11.7287</c:v>
                </c:pt>
                <c:pt idx="1717">
                  <c:v>12.8407</c:v>
                </c:pt>
                <c:pt idx="1718">
                  <c:v>14.3405</c:v>
                </c:pt>
                <c:pt idx="1719">
                  <c:v>15.6265</c:v>
                </c:pt>
                <c:pt idx="1720">
                  <c:v>16.3812</c:v>
                </c:pt>
                <c:pt idx="1721">
                  <c:v>17.188199999999998</c:v>
                </c:pt>
                <c:pt idx="1722">
                  <c:v>18.549299999999999</c:v>
                </c:pt>
                <c:pt idx="1723">
                  <c:v>20.138300000000001</c:v>
                </c:pt>
                <c:pt idx="1724">
                  <c:v>21.475899999999999</c:v>
                </c:pt>
                <c:pt idx="1725">
                  <c:v>22.598600000000001</c:v>
                </c:pt>
                <c:pt idx="1726">
                  <c:v>23.691099999999999</c:v>
                </c:pt>
                <c:pt idx="1727">
                  <c:v>24.787199999999999</c:v>
                </c:pt>
                <c:pt idx="1728">
                  <c:v>25.996099999999998</c:v>
                </c:pt>
                <c:pt idx="1729">
                  <c:v>26.741499999999998</c:v>
                </c:pt>
                <c:pt idx="1730">
                  <c:v>27.363199999999999</c:v>
                </c:pt>
                <c:pt idx="1731">
                  <c:v>28.240100000000002</c:v>
                </c:pt>
                <c:pt idx="1732">
                  <c:v>29.436299999999999</c:v>
                </c:pt>
                <c:pt idx="1733">
                  <c:v>30.347100000000001</c:v>
                </c:pt>
                <c:pt idx="1734">
                  <c:v>31.113900000000001</c:v>
                </c:pt>
                <c:pt idx="1735">
                  <c:v>32.3078</c:v>
                </c:pt>
                <c:pt idx="1736">
                  <c:v>34.031799999999997</c:v>
                </c:pt>
                <c:pt idx="1737">
                  <c:v>36.3123</c:v>
                </c:pt>
                <c:pt idx="1738">
                  <c:v>38.5486</c:v>
                </c:pt>
                <c:pt idx="1739">
                  <c:v>41.408900000000003</c:v>
                </c:pt>
                <c:pt idx="1740">
                  <c:v>44.994300000000003</c:v>
                </c:pt>
                <c:pt idx="1741">
                  <c:v>48.948500000000003</c:v>
                </c:pt>
                <c:pt idx="1742">
                  <c:v>54.422699999999999</c:v>
                </c:pt>
                <c:pt idx="1743">
                  <c:v>61.777500000000003</c:v>
                </c:pt>
                <c:pt idx="1744">
                  <c:v>71.108599999999996</c:v>
                </c:pt>
                <c:pt idx="1745">
                  <c:v>83.164100000000005</c:v>
                </c:pt>
                <c:pt idx="1746">
                  <c:v>97.271199999999993</c:v>
                </c:pt>
                <c:pt idx="1747">
                  <c:v>112.985</c:v>
                </c:pt>
                <c:pt idx="1748">
                  <c:v>130.38200000000001</c:v>
                </c:pt>
                <c:pt idx="1749">
                  <c:v>148.15199999999999</c:v>
                </c:pt>
                <c:pt idx="1750">
                  <c:v>164.84299999999999</c:v>
                </c:pt>
                <c:pt idx="1751">
                  <c:v>178.65100000000001</c:v>
                </c:pt>
                <c:pt idx="1752">
                  <c:v>188.41300000000001</c:v>
                </c:pt>
                <c:pt idx="1753">
                  <c:v>192.941</c:v>
                </c:pt>
                <c:pt idx="1754">
                  <c:v>191.71100000000001</c:v>
                </c:pt>
                <c:pt idx="1755">
                  <c:v>185.60300000000001</c:v>
                </c:pt>
                <c:pt idx="1756">
                  <c:v>174.845</c:v>
                </c:pt>
                <c:pt idx="1757">
                  <c:v>160.97800000000001</c:v>
                </c:pt>
                <c:pt idx="1758">
                  <c:v>145.48599999999999</c:v>
                </c:pt>
                <c:pt idx="1759">
                  <c:v>130.167</c:v>
                </c:pt>
                <c:pt idx="1760">
                  <c:v>116.383</c:v>
                </c:pt>
                <c:pt idx="1761">
                  <c:v>104.99299999999999</c:v>
                </c:pt>
                <c:pt idx="1762">
                  <c:v>96.194199999999995</c:v>
                </c:pt>
                <c:pt idx="1763">
                  <c:v>90.041700000000006</c:v>
                </c:pt>
                <c:pt idx="1764">
                  <c:v>86.179100000000005</c:v>
                </c:pt>
                <c:pt idx="1765">
                  <c:v>85.110399999999998</c:v>
                </c:pt>
                <c:pt idx="1766">
                  <c:v>86.259</c:v>
                </c:pt>
                <c:pt idx="1767">
                  <c:v>88.673000000000002</c:v>
                </c:pt>
                <c:pt idx="1768">
                  <c:v>92.474100000000007</c:v>
                </c:pt>
                <c:pt idx="1769">
                  <c:v>97.990300000000005</c:v>
                </c:pt>
                <c:pt idx="1770">
                  <c:v>105.462</c:v>
                </c:pt>
                <c:pt idx="1771">
                  <c:v>114.61</c:v>
                </c:pt>
                <c:pt idx="1772">
                  <c:v>125.015</c:v>
                </c:pt>
                <c:pt idx="1773">
                  <c:v>136.91300000000001</c:v>
                </c:pt>
                <c:pt idx="1774">
                  <c:v>150.38999999999999</c:v>
                </c:pt>
                <c:pt idx="1775">
                  <c:v>165.66399999999999</c:v>
                </c:pt>
                <c:pt idx="1776">
                  <c:v>182.19399999999999</c:v>
                </c:pt>
                <c:pt idx="1777">
                  <c:v>199.89500000000001</c:v>
                </c:pt>
                <c:pt idx="1778">
                  <c:v>219.39099999999999</c:v>
                </c:pt>
                <c:pt idx="1779">
                  <c:v>241.11799999999999</c:v>
                </c:pt>
                <c:pt idx="1780">
                  <c:v>265.47699999999998</c:v>
                </c:pt>
                <c:pt idx="1781">
                  <c:v>293.27600000000001</c:v>
                </c:pt>
                <c:pt idx="1782">
                  <c:v>326.03800000000001</c:v>
                </c:pt>
                <c:pt idx="1783">
                  <c:v>365.738</c:v>
                </c:pt>
                <c:pt idx="1784">
                  <c:v>414.36200000000002</c:v>
                </c:pt>
                <c:pt idx="1785">
                  <c:v>473.81900000000002</c:v>
                </c:pt>
                <c:pt idx="1786">
                  <c:v>547.649</c:v>
                </c:pt>
                <c:pt idx="1787">
                  <c:v>640.26300000000003</c:v>
                </c:pt>
                <c:pt idx="1788">
                  <c:v>757.37800000000004</c:v>
                </c:pt>
                <c:pt idx="1789">
                  <c:v>907.99199999999996</c:v>
                </c:pt>
                <c:pt idx="1790">
                  <c:v>1102.54</c:v>
                </c:pt>
                <c:pt idx="1791">
                  <c:v>1350.62</c:v>
                </c:pt>
                <c:pt idx="1792">
                  <c:v>1656.56</c:v>
                </c:pt>
                <c:pt idx="1793">
                  <c:v>2016.72</c:v>
                </c:pt>
                <c:pt idx="1794">
                  <c:v>2418.9699999999998</c:v>
                </c:pt>
                <c:pt idx="1795">
                  <c:v>2841.21</c:v>
                </c:pt>
                <c:pt idx="1796">
                  <c:v>3251.62</c:v>
                </c:pt>
                <c:pt idx="1797">
                  <c:v>3612.91</c:v>
                </c:pt>
                <c:pt idx="1798">
                  <c:v>3887.92</c:v>
                </c:pt>
                <c:pt idx="1799">
                  <c:v>4044.73</c:v>
                </c:pt>
                <c:pt idx="1800">
                  <c:v>4063.36</c:v>
                </c:pt>
                <c:pt idx="1801">
                  <c:v>3940.6</c:v>
                </c:pt>
                <c:pt idx="1802">
                  <c:v>3690.01</c:v>
                </c:pt>
                <c:pt idx="1803">
                  <c:v>3339.11</c:v>
                </c:pt>
                <c:pt idx="1804">
                  <c:v>2924.38</c:v>
                </c:pt>
                <c:pt idx="1805">
                  <c:v>2485.4499999999998</c:v>
                </c:pt>
                <c:pt idx="1806">
                  <c:v>2057.85</c:v>
                </c:pt>
                <c:pt idx="1807">
                  <c:v>1668.66</c:v>
                </c:pt>
                <c:pt idx="1808">
                  <c:v>1335.85</c:v>
                </c:pt>
                <c:pt idx="1809">
                  <c:v>1066.6600000000001</c:v>
                </c:pt>
                <c:pt idx="1810">
                  <c:v>858.09100000000001</c:v>
                </c:pt>
                <c:pt idx="1811">
                  <c:v>701.06299999999999</c:v>
                </c:pt>
                <c:pt idx="1812">
                  <c:v>584.88</c:v>
                </c:pt>
                <c:pt idx="1813">
                  <c:v>499.04</c:v>
                </c:pt>
                <c:pt idx="1814">
                  <c:v>434.745</c:v>
                </c:pt>
                <c:pt idx="1815">
                  <c:v>386.084</c:v>
                </c:pt>
                <c:pt idx="1816">
                  <c:v>348.65699999999998</c:v>
                </c:pt>
                <c:pt idx="1817">
                  <c:v>318.63099999999997</c:v>
                </c:pt>
                <c:pt idx="1818">
                  <c:v>293.73899999999998</c:v>
                </c:pt>
                <c:pt idx="1819">
                  <c:v>272.315</c:v>
                </c:pt>
                <c:pt idx="1820">
                  <c:v>252.964</c:v>
                </c:pt>
                <c:pt idx="1821">
                  <c:v>235.08600000000001</c:v>
                </c:pt>
                <c:pt idx="1822">
                  <c:v>217.77099999999999</c:v>
                </c:pt>
                <c:pt idx="1823">
                  <c:v>200.977</c:v>
                </c:pt>
                <c:pt idx="1824">
                  <c:v>185.15799999999999</c:v>
                </c:pt>
                <c:pt idx="1825">
                  <c:v>170.63300000000001</c:v>
                </c:pt>
                <c:pt idx="1826">
                  <c:v>157.21700000000001</c:v>
                </c:pt>
                <c:pt idx="1827">
                  <c:v>145.05000000000001</c:v>
                </c:pt>
                <c:pt idx="1828">
                  <c:v>134.65899999999999</c:v>
                </c:pt>
                <c:pt idx="1829">
                  <c:v>126.294</c:v>
                </c:pt>
                <c:pt idx="1830">
                  <c:v>119.643</c:v>
                </c:pt>
                <c:pt idx="1831">
                  <c:v>114.173</c:v>
                </c:pt>
                <c:pt idx="1832">
                  <c:v>110.23099999999999</c:v>
                </c:pt>
                <c:pt idx="1833">
                  <c:v>107.675</c:v>
                </c:pt>
                <c:pt idx="1834">
                  <c:v>106.539</c:v>
                </c:pt>
                <c:pt idx="1835">
                  <c:v>107.178</c:v>
                </c:pt>
                <c:pt idx="1836">
                  <c:v>109.86</c:v>
                </c:pt>
                <c:pt idx="1837">
                  <c:v>114.572</c:v>
                </c:pt>
                <c:pt idx="1838">
                  <c:v>122.2</c:v>
                </c:pt>
                <c:pt idx="1839">
                  <c:v>132.709</c:v>
                </c:pt>
                <c:pt idx="1840">
                  <c:v>145.226</c:v>
                </c:pt>
                <c:pt idx="1841">
                  <c:v>159.304</c:v>
                </c:pt>
                <c:pt idx="1842">
                  <c:v>173.928</c:v>
                </c:pt>
                <c:pt idx="1843">
                  <c:v>187.43199999999999</c:v>
                </c:pt>
                <c:pt idx="1844">
                  <c:v>198.876</c:v>
                </c:pt>
                <c:pt idx="1845">
                  <c:v>206.364</c:v>
                </c:pt>
                <c:pt idx="1846">
                  <c:v>208.976</c:v>
                </c:pt>
                <c:pt idx="1847">
                  <c:v>206.154</c:v>
                </c:pt>
                <c:pt idx="1848">
                  <c:v>198.214</c:v>
                </c:pt>
                <c:pt idx="1849">
                  <c:v>185.636</c:v>
                </c:pt>
                <c:pt idx="1850">
                  <c:v>169.80500000000001</c:v>
                </c:pt>
                <c:pt idx="1851">
                  <c:v>152.01900000000001</c:v>
                </c:pt>
                <c:pt idx="1852">
                  <c:v>133.37899999999999</c:v>
                </c:pt>
                <c:pt idx="1853">
                  <c:v>115.652</c:v>
                </c:pt>
                <c:pt idx="1854">
                  <c:v>100.565</c:v>
                </c:pt>
                <c:pt idx="1855">
                  <c:v>87.695800000000006</c:v>
                </c:pt>
                <c:pt idx="1856">
                  <c:v>76.683999999999997</c:v>
                </c:pt>
                <c:pt idx="1857">
                  <c:v>68.097700000000003</c:v>
                </c:pt>
                <c:pt idx="1858">
                  <c:v>61.554200000000002</c:v>
                </c:pt>
                <c:pt idx="1859">
                  <c:v>56.491</c:v>
                </c:pt>
                <c:pt idx="1860">
                  <c:v>52.515000000000001</c:v>
                </c:pt>
                <c:pt idx="1861">
                  <c:v>49.552900000000001</c:v>
                </c:pt>
                <c:pt idx="1862">
                  <c:v>47.196599999999997</c:v>
                </c:pt>
                <c:pt idx="1863">
                  <c:v>45.2577</c:v>
                </c:pt>
                <c:pt idx="1864">
                  <c:v>43.203400000000002</c:v>
                </c:pt>
                <c:pt idx="1865">
                  <c:v>41.362699999999997</c:v>
                </c:pt>
                <c:pt idx="1866">
                  <c:v>39.804499999999997</c:v>
                </c:pt>
                <c:pt idx="1867">
                  <c:v>38.686100000000003</c:v>
                </c:pt>
                <c:pt idx="1868">
                  <c:v>37.406700000000001</c:v>
                </c:pt>
                <c:pt idx="1869">
                  <c:v>35.698700000000002</c:v>
                </c:pt>
                <c:pt idx="1870">
                  <c:v>33.869500000000002</c:v>
                </c:pt>
                <c:pt idx="1871">
                  <c:v>32.781999999999996</c:v>
                </c:pt>
                <c:pt idx="1872">
                  <c:v>32.362299999999998</c:v>
                </c:pt>
                <c:pt idx="1873">
                  <c:v>31.804400000000001</c:v>
                </c:pt>
                <c:pt idx="1874">
                  <c:v>31.011600000000001</c:v>
                </c:pt>
                <c:pt idx="1875">
                  <c:v>30.163799999999998</c:v>
                </c:pt>
                <c:pt idx="1876">
                  <c:v>29.337700000000002</c:v>
                </c:pt>
                <c:pt idx="1877">
                  <c:v>28.5578</c:v>
                </c:pt>
                <c:pt idx="1878">
                  <c:v>27.901</c:v>
                </c:pt>
                <c:pt idx="1879">
                  <c:v>27.344799999999999</c:v>
                </c:pt>
                <c:pt idx="1880">
                  <c:v>26.8719</c:v>
                </c:pt>
                <c:pt idx="1881">
                  <c:v>26.445</c:v>
                </c:pt>
                <c:pt idx="1882">
                  <c:v>26.294</c:v>
                </c:pt>
                <c:pt idx="1883">
                  <c:v>26.044599999999999</c:v>
                </c:pt>
                <c:pt idx="1884">
                  <c:v>25.565799999999999</c:v>
                </c:pt>
                <c:pt idx="1885">
                  <c:v>25.117100000000001</c:v>
                </c:pt>
                <c:pt idx="1886">
                  <c:v>24.468</c:v>
                </c:pt>
                <c:pt idx="1887">
                  <c:v>23.5307</c:v>
                </c:pt>
                <c:pt idx="1888">
                  <c:v>22.811399999999999</c:v>
                </c:pt>
                <c:pt idx="1889">
                  <c:v>22.112500000000001</c:v>
                </c:pt>
                <c:pt idx="1890">
                  <c:v>21.598800000000001</c:v>
                </c:pt>
                <c:pt idx="1891">
                  <c:v>21.102499999999999</c:v>
                </c:pt>
                <c:pt idx="1892">
                  <c:v>20.3186</c:v>
                </c:pt>
                <c:pt idx="1893">
                  <c:v>19.743400000000001</c:v>
                </c:pt>
                <c:pt idx="1894">
                  <c:v>19.320799999999998</c:v>
                </c:pt>
                <c:pt idx="1895">
                  <c:v>18.8447</c:v>
                </c:pt>
                <c:pt idx="1896">
                  <c:v>18.188400000000001</c:v>
                </c:pt>
                <c:pt idx="1897">
                  <c:v>17.930900000000001</c:v>
                </c:pt>
                <c:pt idx="1898">
                  <c:v>18.074200000000001</c:v>
                </c:pt>
                <c:pt idx="1899">
                  <c:v>18.165500000000002</c:v>
                </c:pt>
                <c:pt idx="1900">
                  <c:v>18.0839</c:v>
                </c:pt>
                <c:pt idx="1901">
                  <c:v>17.9438</c:v>
                </c:pt>
                <c:pt idx="1902">
                  <c:v>17.948</c:v>
                </c:pt>
                <c:pt idx="1903">
                  <c:v>17.4864</c:v>
                </c:pt>
                <c:pt idx="1904">
                  <c:v>17.152200000000001</c:v>
                </c:pt>
                <c:pt idx="1905">
                  <c:v>17.2334</c:v>
                </c:pt>
                <c:pt idx="1906">
                  <c:v>17.441199999999998</c:v>
                </c:pt>
                <c:pt idx="1907">
                  <c:v>17.8461</c:v>
                </c:pt>
                <c:pt idx="1908">
                  <c:v>18.6675</c:v>
                </c:pt>
                <c:pt idx="1909">
                  <c:v>19.307200000000002</c:v>
                </c:pt>
                <c:pt idx="1910">
                  <c:v>19.904399999999999</c:v>
                </c:pt>
                <c:pt idx="1911">
                  <c:v>21.105</c:v>
                </c:pt>
                <c:pt idx="1912">
                  <c:v>22.840399999999999</c:v>
                </c:pt>
                <c:pt idx="1913">
                  <c:v>24.8443</c:v>
                </c:pt>
                <c:pt idx="1914">
                  <c:v>27.091200000000001</c:v>
                </c:pt>
                <c:pt idx="1915">
                  <c:v>29.616399999999999</c:v>
                </c:pt>
                <c:pt idx="1916">
                  <c:v>32.107999999999997</c:v>
                </c:pt>
                <c:pt idx="1917">
                  <c:v>34.1477</c:v>
                </c:pt>
                <c:pt idx="1918">
                  <c:v>36.0625</c:v>
                </c:pt>
                <c:pt idx="1919">
                  <c:v>37.263300000000001</c:v>
                </c:pt>
                <c:pt idx="1920">
                  <c:v>37.392600000000002</c:v>
                </c:pt>
                <c:pt idx="1921">
                  <c:v>36.750799999999998</c:v>
                </c:pt>
                <c:pt idx="1922">
                  <c:v>35.328299999999999</c:v>
                </c:pt>
                <c:pt idx="1923">
                  <c:v>33.424599999999998</c:v>
                </c:pt>
                <c:pt idx="1924">
                  <c:v>31.195799999999998</c:v>
                </c:pt>
                <c:pt idx="1925">
                  <c:v>28.6371</c:v>
                </c:pt>
                <c:pt idx="1926">
                  <c:v>25.6387</c:v>
                </c:pt>
                <c:pt idx="1927">
                  <c:v>23.051500000000001</c:v>
                </c:pt>
                <c:pt idx="1928">
                  <c:v>20.871099999999998</c:v>
                </c:pt>
                <c:pt idx="1929">
                  <c:v>18.8902</c:v>
                </c:pt>
                <c:pt idx="1930">
                  <c:v>17.474</c:v>
                </c:pt>
                <c:pt idx="1931">
                  <c:v>16.561</c:v>
                </c:pt>
                <c:pt idx="1932">
                  <c:v>16.1341</c:v>
                </c:pt>
                <c:pt idx="1933">
                  <c:v>15.497299999999999</c:v>
                </c:pt>
                <c:pt idx="1934">
                  <c:v>14.9518</c:v>
                </c:pt>
                <c:pt idx="1935">
                  <c:v>14.671099999999999</c:v>
                </c:pt>
                <c:pt idx="1936">
                  <c:v>14.3047</c:v>
                </c:pt>
                <c:pt idx="1937">
                  <c:v>13.937799999999999</c:v>
                </c:pt>
                <c:pt idx="1938">
                  <c:v>13.4071</c:v>
                </c:pt>
                <c:pt idx="1939">
                  <c:v>13.0236</c:v>
                </c:pt>
                <c:pt idx="1940">
                  <c:v>12.8185</c:v>
                </c:pt>
                <c:pt idx="1941">
                  <c:v>12.5075</c:v>
                </c:pt>
                <c:pt idx="1942">
                  <c:v>12.0846</c:v>
                </c:pt>
                <c:pt idx="1943">
                  <c:v>11.6126</c:v>
                </c:pt>
                <c:pt idx="1944">
                  <c:v>11.516299999999999</c:v>
                </c:pt>
                <c:pt idx="1945">
                  <c:v>11.4948</c:v>
                </c:pt>
                <c:pt idx="1946">
                  <c:v>11.481</c:v>
                </c:pt>
                <c:pt idx="1947">
                  <c:v>11.3344</c:v>
                </c:pt>
                <c:pt idx="1948">
                  <c:v>11.230600000000001</c:v>
                </c:pt>
                <c:pt idx="1949">
                  <c:v>11.5098</c:v>
                </c:pt>
                <c:pt idx="1950">
                  <c:v>11.1838</c:v>
                </c:pt>
                <c:pt idx="1951">
                  <c:v>10.7113</c:v>
                </c:pt>
                <c:pt idx="1952">
                  <c:v>10.4291</c:v>
                </c:pt>
                <c:pt idx="1953">
                  <c:v>10.4213</c:v>
                </c:pt>
                <c:pt idx="1954">
                  <c:v>10.472099999999999</c:v>
                </c:pt>
                <c:pt idx="1955">
                  <c:v>10.632400000000001</c:v>
                </c:pt>
                <c:pt idx="1956">
                  <c:v>10.9627</c:v>
                </c:pt>
                <c:pt idx="1957">
                  <c:v>11.1</c:v>
                </c:pt>
                <c:pt idx="1958">
                  <c:v>11.0793</c:v>
                </c:pt>
                <c:pt idx="1959">
                  <c:v>10.896100000000001</c:v>
                </c:pt>
                <c:pt idx="1960">
                  <c:v>10.944000000000001</c:v>
                </c:pt>
                <c:pt idx="1961">
                  <c:v>10.950200000000001</c:v>
                </c:pt>
                <c:pt idx="1962">
                  <c:v>11.0709</c:v>
                </c:pt>
                <c:pt idx="1963">
                  <c:v>11.0738</c:v>
                </c:pt>
                <c:pt idx="1964">
                  <c:v>10.840999999999999</c:v>
                </c:pt>
                <c:pt idx="1965">
                  <c:v>10.6897</c:v>
                </c:pt>
                <c:pt idx="1966">
                  <c:v>10.1645</c:v>
                </c:pt>
                <c:pt idx="1967">
                  <c:v>9.8903199999999991</c:v>
                </c:pt>
                <c:pt idx="1968">
                  <c:v>9.8328500000000005</c:v>
                </c:pt>
                <c:pt idx="1969">
                  <c:v>9.8391099999999998</c:v>
                </c:pt>
                <c:pt idx="1970">
                  <c:v>9.6168099999999992</c:v>
                </c:pt>
                <c:pt idx="1971">
                  <c:v>9.5205800000000007</c:v>
                </c:pt>
                <c:pt idx="1972">
                  <c:v>9.6808499999999995</c:v>
                </c:pt>
                <c:pt idx="1973">
                  <c:v>9.57578</c:v>
                </c:pt>
                <c:pt idx="1974">
                  <c:v>9.5963100000000008</c:v>
                </c:pt>
                <c:pt idx="1975">
                  <c:v>9.7051400000000001</c:v>
                </c:pt>
                <c:pt idx="1976">
                  <c:v>9.8544400000000003</c:v>
                </c:pt>
                <c:pt idx="1977">
                  <c:v>10.398400000000001</c:v>
                </c:pt>
                <c:pt idx="1978">
                  <c:v>10.902100000000001</c:v>
                </c:pt>
                <c:pt idx="1979">
                  <c:v>10.7943</c:v>
                </c:pt>
                <c:pt idx="1980">
                  <c:v>10.614000000000001</c:v>
                </c:pt>
                <c:pt idx="1981">
                  <c:v>10.469900000000001</c:v>
                </c:pt>
                <c:pt idx="1982">
                  <c:v>10.454700000000001</c:v>
                </c:pt>
                <c:pt idx="1983">
                  <c:v>10.305</c:v>
                </c:pt>
                <c:pt idx="1984">
                  <c:v>10.022500000000001</c:v>
                </c:pt>
                <c:pt idx="1985">
                  <c:v>9.7352000000000007</c:v>
                </c:pt>
                <c:pt idx="1986">
                  <c:v>9.2792300000000001</c:v>
                </c:pt>
                <c:pt idx="1987">
                  <c:v>9.2982999999999993</c:v>
                </c:pt>
                <c:pt idx="1988">
                  <c:v>9.2620699999999996</c:v>
                </c:pt>
                <c:pt idx="1989">
                  <c:v>9.16873</c:v>
                </c:pt>
                <c:pt idx="1990">
                  <c:v>9.0335199999999993</c:v>
                </c:pt>
                <c:pt idx="1991">
                  <c:v>8.7757400000000008</c:v>
                </c:pt>
                <c:pt idx="1992">
                  <c:v>9.0082100000000001</c:v>
                </c:pt>
                <c:pt idx="1993">
                  <c:v>9.3098799999999997</c:v>
                </c:pt>
                <c:pt idx="1994">
                  <c:v>9.6438100000000002</c:v>
                </c:pt>
                <c:pt idx="1995">
                  <c:v>9.5794999999999995</c:v>
                </c:pt>
                <c:pt idx="1996">
                  <c:v>9.2945899999999995</c:v>
                </c:pt>
                <c:pt idx="1997">
                  <c:v>9.0193100000000008</c:v>
                </c:pt>
                <c:pt idx="1998">
                  <c:v>8.2927800000000005</c:v>
                </c:pt>
                <c:pt idx="1999">
                  <c:v>7.6780999999999997</c:v>
                </c:pt>
                <c:pt idx="2000">
                  <c:v>7.5032899999999998</c:v>
                </c:pt>
                <c:pt idx="2001">
                  <c:v>7.5183799999999996</c:v>
                </c:pt>
                <c:pt idx="2002">
                  <c:v>7.3986000000000001</c:v>
                </c:pt>
                <c:pt idx="2003">
                  <c:v>7.0301499999999999</c:v>
                </c:pt>
                <c:pt idx="2004">
                  <c:v>6.8723000000000001</c:v>
                </c:pt>
                <c:pt idx="2005">
                  <c:v>6.9733999999999998</c:v>
                </c:pt>
                <c:pt idx="2006">
                  <c:v>6.8250999999999999</c:v>
                </c:pt>
                <c:pt idx="2007">
                  <c:v>6.9279900000000003</c:v>
                </c:pt>
                <c:pt idx="2008">
                  <c:v>7.02006</c:v>
                </c:pt>
                <c:pt idx="2009">
                  <c:v>6.8677999999999999</c:v>
                </c:pt>
                <c:pt idx="2010">
                  <c:v>6.2334199999999997</c:v>
                </c:pt>
                <c:pt idx="2011">
                  <c:v>6.0815599999999996</c:v>
                </c:pt>
                <c:pt idx="2012">
                  <c:v>6.3376299999999999</c:v>
                </c:pt>
                <c:pt idx="2013">
                  <c:v>6.5408600000000003</c:v>
                </c:pt>
                <c:pt idx="2014">
                  <c:v>6.6881599999999999</c:v>
                </c:pt>
                <c:pt idx="2015">
                  <c:v>6.8233899999999998</c:v>
                </c:pt>
                <c:pt idx="2016">
                  <c:v>6.9513199999999999</c:v>
                </c:pt>
                <c:pt idx="2017">
                  <c:v>7.1042199999999998</c:v>
                </c:pt>
                <c:pt idx="2018">
                  <c:v>6.9684400000000002</c:v>
                </c:pt>
                <c:pt idx="2019">
                  <c:v>6.6836099999999998</c:v>
                </c:pt>
                <c:pt idx="2020">
                  <c:v>6.38605</c:v>
                </c:pt>
                <c:pt idx="2021">
                  <c:v>6.5169699999999997</c:v>
                </c:pt>
                <c:pt idx="2022">
                  <c:v>6.9979399999999998</c:v>
                </c:pt>
                <c:pt idx="2023">
                  <c:v>7.0403700000000002</c:v>
                </c:pt>
                <c:pt idx="2024">
                  <c:v>6.9791299999999996</c:v>
                </c:pt>
                <c:pt idx="2025">
                  <c:v>7.2439400000000003</c:v>
                </c:pt>
                <c:pt idx="2026">
                  <c:v>7.62432</c:v>
                </c:pt>
                <c:pt idx="2027">
                  <c:v>7.99071</c:v>
                </c:pt>
                <c:pt idx="2028">
                  <c:v>8.3558400000000006</c:v>
                </c:pt>
                <c:pt idx="2029">
                  <c:v>8.4291099999999997</c:v>
                </c:pt>
                <c:pt idx="2030">
                  <c:v>8.3306000000000004</c:v>
                </c:pt>
                <c:pt idx="2031">
                  <c:v>8.2918099999999999</c:v>
                </c:pt>
                <c:pt idx="2032">
                  <c:v>8.2862799999999996</c:v>
                </c:pt>
                <c:pt idx="2033">
                  <c:v>7.9860699999999998</c:v>
                </c:pt>
                <c:pt idx="2034">
                  <c:v>7.9588400000000004</c:v>
                </c:pt>
                <c:pt idx="2035">
                  <c:v>8.4265100000000004</c:v>
                </c:pt>
                <c:pt idx="2036">
                  <c:v>8.5106300000000008</c:v>
                </c:pt>
                <c:pt idx="2037">
                  <c:v>8.4267400000000006</c:v>
                </c:pt>
                <c:pt idx="2038">
                  <c:v>8.9777299999999993</c:v>
                </c:pt>
                <c:pt idx="2039">
                  <c:v>9.4948300000000003</c:v>
                </c:pt>
                <c:pt idx="2040">
                  <c:v>9.2723499999999994</c:v>
                </c:pt>
                <c:pt idx="2041">
                  <c:v>9.0351499999999998</c:v>
                </c:pt>
                <c:pt idx="2042">
                  <c:v>8.9286499999999993</c:v>
                </c:pt>
                <c:pt idx="2043">
                  <c:v>8.6645900000000005</c:v>
                </c:pt>
                <c:pt idx="2044">
                  <c:v>8.3962000000000003</c:v>
                </c:pt>
                <c:pt idx="2045">
                  <c:v>8.2352299999999996</c:v>
                </c:pt>
                <c:pt idx="2046">
                  <c:v>8.16587</c:v>
                </c:pt>
                <c:pt idx="2047">
                  <c:v>8.5876199999999994</c:v>
                </c:pt>
                <c:pt idx="2048">
                  <c:v>8.6407500000000006</c:v>
                </c:pt>
                <c:pt idx="2049">
                  <c:v>8.3766599999999993</c:v>
                </c:pt>
                <c:pt idx="2050">
                  <c:v>8.4072099999999992</c:v>
                </c:pt>
                <c:pt idx="2051">
                  <c:v>8.2932900000000007</c:v>
                </c:pt>
                <c:pt idx="2052">
                  <c:v>8.0450300000000006</c:v>
                </c:pt>
                <c:pt idx="2053">
                  <c:v>7.91913</c:v>
                </c:pt>
                <c:pt idx="2054">
                  <c:v>7.9609800000000002</c:v>
                </c:pt>
                <c:pt idx="2055">
                  <c:v>7.8731600000000004</c:v>
                </c:pt>
                <c:pt idx="2056">
                  <c:v>7.7975599999999998</c:v>
                </c:pt>
                <c:pt idx="2057">
                  <c:v>7.65402</c:v>
                </c:pt>
                <c:pt idx="2058">
                  <c:v>7.6382099999999999</c:v>
                </c:pt>
                <c:pt idx="2059">
                  <c:v>7.36287</c:v>
                </c:pt>
                <c:pt idx="2060">
                  <c:v>6.75075</c:v>
                </c:pt>
                <c:pt idx="2061">
                  <c:v>6.5110799999999998</c:v>
                </c:pt>
                <c:pt idx="2062">
                  <c:v>6.62113</c:v>
                </c:pt>
                <c:pt idx="2063">
                  <c:v>6.6526300000000003</c:v>
                </c:pt>
                <c:pt idx="2064">
                  <c:v>6.6540699999999999</c:v>
                </c:pt>
                <c:pt idx="2065">
                  <c:v>6.6045199999999999</c:v>
                </c:pt>
                <c:pt idx="2066">
                  <c:v>6.2061200000000003</c:v>
                </c:pt>
                <c:pt idx="2067">
                  <c:v>6.0028899999999998</c:v>
                </c:pt>
                <c:pt idx="2068">
                  <c:v>6.1497200000000003</c:v>
                </c:pt>
                <c:pt idx="2069">
                  <c:v>6.5395399999999997</c:v>
                </c:pt>
                <c:pt idx="2070">
                  <c:v>6.8665599999999998</c:v>
                </c:pt>
                <c:pt idx="2071">
                  <c:v>6.6604700000000001</c:v>
                </c:pt>
                <c:pt idx="2072">
                  <c:v>6.44374</c:v>
                </c:pt>
                <c:pt idx="2073">
                  <c:v>6.3263100000000003</c:v>
                </c:pt>
                <c:pt idx="2074">
                  <c:v>6.4638499999999999</c:v>
                </c:pt>
                <c:pt idx="2075">
                  <c:v>6.9436799999999996</c:v>
                </c:pt>
                <c:pt idx="2076">
                  <c:v>7.0896400000000002</c:v>
                </c:pt>
                <c:pt idx="2077">
                  <c:v>6.89093</c:v>
                </c:pt>
                <c:pt idx="2078">
                  <c:v>7.1296900000000001</c:v>
                </c:pt>
                <c:pt idx="2079">
                  <c:v>7.4389099999999999</c:v>
                </c:pt>
                <c:pt idx="2080">
                  <c:v>7.4886400000000002</c:v>
                </c:pt>
                <c:pt idx="2081">
                  <c:v>7.16282</c:v>
                </c:pt>
                <c:pt idx="2082">
                  <c:v>6.8512599999999999</c:v>
                </c:pt>
                <c:pt idx="2083">
                  <c:v>6.8950899999999997</c:v>
                </c:pt>
                <c:pt idx="2084">
                  <c:v>6.8273099999999998</c:v>
                </c:pt>
                <c:pt idx="2085">
                  <c:v>6.7606900000000003</c:v>
                </c:pt>
                <c:pt idx="2086">
                  <c:v>6.8094000000000001</c:v>
                </c:pt>
                <c:pt idx="2087">
                  <c:v>6.4781500000000003</c:v>
                </c:pt>
                <c:pt idx="2088">
                  <c:v>6.06027</c:v>
                </c:pt>
                <c:pt idx="2089">
                  <c:v>5.8740399999999999</c:v>
                </c:pt>
                <c:pt idx="2090">
                  <c:v>6.1714200000000003</c:v>
                </c:pt>
                <c:pt idx="2091">
                  <c:v>6.2279200000000001</c:v>
                </c:pt>
                <c:pt idx="2092">
                  <c:v>6.0345599999999999</c:v>
                </c:pt>
                <c:pt idx="2093">
                  <c:v>5.8020300000000002</c:v>
                </c:pt>
                <c:pt idx="2094">
                  <c:v>5.7625599999999997</c:v>
                </c:pt>
                <c:pt idx="2095">
                  <c:v>5.8489199999999997</c:v>
                </c:pt>
                <c:pt idx="2096">
                  <c:v>5.8121299999999998</c:v>
                </c:pt>
                <c:pt idx="2097">
                  <c:v>5.9046900000000004</c:v>
                </c:pt>
                <c:pt idx="2098">
                  <c:v>6.1370100000000001</c:v>
                </c:pt>
                <c:pt idx="2099">
                  <c:v>6.2716200000000004</c:v>
                </c:pt>
                <c:pt idx="2100">
                  <c:v>6.1295099999999998</c:v>
                </c:pt>
                <c:pt idx="2101">
                  <c:v>5.8721899999999998</c:v>
                </c:pt>
                <c:pt idx="2102">
                  <c:v>5.8225600000000002</c:v>
                </c:pt>
                <c:pt idx="2103">
                  <c:v>6.0022599999999997</c:v>
                </c:pt>
                <c:pt idx="2104">
                  <c:v>6.1612299999999998</c:v>
                </c:pt>
                <c:pt idx="2105">
                  <c:v>6.0244799999999996</c:v>
                </c:pt>
                <c:pt idx="2106">
                  <c:v>6.0160999999999998</c:v>
                </c:pt>
                <c:pt idx="2107">
                  <c:v>6.1510699999999998</c:v>
                </c:pt>
                <c:pt idx="2108">
                  <c:v>6.2092400000000003</c:v>
                </c:pt>
                <c:pt idx="2109">
                  <c:v>6.0339799999999997</c:v>
                </c:pt>
                <c:pt idx="2110">
                  <c:v>5.9730800000000004</c:v>
                </c:pt>
                <c:pt idx="2111">
                  <c:v>5.9328099999999999</c:v>
                </c:pt>
                <c:pt idx="2112">
                  <c:v>6.15604</c:v>
                </c:pt>
                <c:pt idx="2113">
                  <c:v>6.28721</c:v>
                </c:pt>
                <c:pt idx="2114">
                  <c:v>6.5261199999999997</c:v>
                </c:pt>
                <c:pt idx="2115">
                  <c:v>6.6887299999999996</c:v>
                </c:pt>
                <c:pt idx="2116">
                  <c:v>6.76363</c:v>
                </c:pt>
                <c:pt idx="2117">
                  <c:v>6.5501699999999996</c:v>
                </c:pt>
                <c:pt idx="2118">
                  <c:v>5.9328599999999998</c:v>
                </c:pt>
                <c:pt idx="2119">
                  <c:v>5.7267700000000001</c:v>
                </c:pt>
                <c:pt idx="2120">
                  <c:v>5.9519000000000002</c:v>
                </c:pt>
                <c:pt idx="2121">
                  <c:v>6.0864799999999999</c:v>
                </c:pt>
                <c:pt idx="2122">
                  <c:v>5.9098600000000001</c:v>
                </c:pt>
                <c:pt idx="2123">
                  <c:v>5.8579999999999997</c:v>
                </c:pt>
                <c:pt idx="2124">
                  <c:v>5.6355399999999998</c:v>
                </c:pt>
                <c:pt idx="2125">
                  <c:v>5.5531800000000002</c:v>
                </c:pt>
                <c:pt idx="2126">
                  <c:v>5.3966200000000004</c:v>
                </c:pt>
                <c:pt idx="2127">
                  <c:v>5.25176</c:v>
                </c:pt>
                <c:pt idx="2128">
                  <c:v>5.5250700000000004</c:v>
                </c:pt>
                <c:pt idx="2129">
                  <c:v>5.8793300000000004</c:v>
                </c:pt>
                <c:pt idx="2130">
                  <c:v>6.1494999999999997</c:v>
                </c:pt>
                <c:pt idx="2131">
                  <c:v>6.2326699999999997</c:v>
                </c:pt>
                <c:pt idx="2132">
                  <c:v>6.20092</c:v>
                </c:pt>
                <c:pt idx="2133">
                  <c:v>6.3429700000000002</c:v>
                </c:pt>
                <c:pt idx="2134">
                  <c:v>6.7289099999999999</c:v>
                </c:pt>
                <c:pt idx="2135">
                  <c:v>6.7212800000000001</c:v>
                </c:pt>
                <c:pt idx="2136">
                  <c:v>6.4233700000000002</c:v>
                </c:pt>
                <c:pt idx="2137">
                  <c:v>6.4434800000000001</c:v>
                </c:pt>
                <c:pt idx="2138">
                  <c:v>6.4960100000000001</c:v>
                </c:pt>
                <c:pt idx="2139">
                  <c:v>6.4500700000000002</c:v>
                </c:pt>
                <c:pt idx="2140">
                  <c:v>6.4034300000000002</c:v>
                </c:pt>
                <c:pt idx="2141">
                  <c:v>6.2216399999999998</c:v>
                </c:pt>
                <c:pt idx="2142">
                  <c:v>6.1318200000000003</c:v>
                </c:pt>
                <c:pt idx="2143">
                  <c:v>6.37697</c:v>
                </c:pt>
                <c:pt idx="2144">
                  <c:v>6.7952300000000001</c:v>
                </c:pt>
                <c:pt idx="2145">
                  <c:v>6.98299</c:v>
                </c:pt>
                <c:pt idx="2146">
                  <c:v>7.1595599999999999</c:v>
                </c:pt>
                <c:pt idx="2147">
                  <c:v>7.3486200000000004</c:v>
                </c:pt>
                <c:pt idx="2148">
                  <c:v>7.3719799999999998</c:v>
                </c:pt>
                <c:pt idx="2149">
                  <c:v>7.2773199999999996</c:v>
                </c:pt>
                <c:pt idx="2150">
                  <c:v>7.1860600000000003</c:v>
                </c:pt>
                <c:pt idx="2151">
                  <c:v>7.23116</c:v>
                </c:pt>
                <c:pt idx="2152">
                  <c:v>7.3445900000000002</c:v>
                </c:pt>
                <c:pt idx="2153">
                  <c:v>7.4906699999999997</c:v>
                </c:pt>
                <c:pt idx="2154">
                  <c:v>7.7688300000000003</c:v>
                </c:pt>
                <c:pt idx="2155">
                  <c:v>8.1735900000000008</c:v>
                </c:pt>
                <c:pt idx="2156">
                  <c:v>9.0421700000000005</c:v>
                </c:pt>
                <c:pt idx="2157">
                  <c:v>9.5516100000000002</c:v>
                </c:pt>
                <c:pt idx="2158">
                  <c:v>9.62988</c:v>
                </c:pt>
                <c:pt idx="2159">
                  <c:v>9.9919399999999996</c:v>
                </c:pt>
                <c:pt idx="2160">
                  <c:v>9.9547600000000003</c:v>
                </c:pt>
                <c:pt idx="2161">
                  <c:v>9.6945899999999998</c:v>
                </c:pt>
                <c:pt idx="2162">
                  <c:v>9.3684999999999992</c:v>
                </c:pt>
                <c:pt idx="2163">
                  <c:v>8.9321900000000003</c:v>
                </c:pt>
                <c:pt idx="2164">
                  <c:v>8.2435100000000006</c:v>
                </c:pt>
                <c:pt idx="2165">
                  <c:v>7.64825</c:v>
                </c:pt>
                <c:pt idx="2166">
                  <c:v>7.0244400000000002</c:v>
                </c:pt>
                <c:pt idx="2167">
                  <c:v>7.0167900000000003</c:v>
                </c:pt>
                <c:pt idx="2168">
                  <c:v>7.3494000000000002</c:v>
                </c:pt>
                <c:pt idx="2169">
                  <c:v>7.0969199999999999</c:v>
                </c:pt>
                <c:pt idx="2170">
                  <c:v>7.0429500000000003</c:v>
                </c:pt>
                <c:pt idx="2171">
                  <c:v>7.0569100000000002</c:v>
                </c:pt>
                <c:pt idx="2172">
                  <c:v>6.8666600000000004</c:v>
                </c:pt>
                <c:pt idx="2173">
                  <c:v>6.5447800000000003</c:v>
                </c:pt>
                <c:pt idx="2174">
                  <c:v>6.6527000000000003</c:v>
                </c:pt>
                <c:pt idx="2175">
                  <c:v>7.0825699999999996</c:v>
                </c:pt>
                <c:pt idx="2176">
                  <c:v>7.4492000000000003</c:v>
                </c:pt>
                <c:pt idx="2177">
                  <c:v>7.9064800000000002</c:v>
                </c:pt>
                <c:pt idx="2178">
                  <c:v>8.3885500000000004</c:v>
                </c:pt>
                <c:pt idx="2179">
                  <c:v>8.7795299999999994</c:v>
                </c:pt>
                <c:pt idx="2180">
                  <c:v>8.9222900000000003</c:v>
                </c:pt>
                <c:pt idx="2181">
                  <c:v>8.9408200000000004</c:v>
                </c:pt>
                <c:pt idx="2182">
                  <c:v>8.5048499999999994</c:v>
                </c:pt>
                <c:pt idx="2183">
                  <c:v>8.4246300000000005</c:v>
                </c:pt>
                <c:pt idx="2184">
                  <c:v>8.8179499999999997</c:v>
                </c:pt>
                <c:pt idx="2185">
                  <c:v>9.5377500000000008</c:v>
                </c:pt>
                <c:pt idx="2186">
                  <c:v>10.4015</c:v>
                </c:pt>
                <c:pt idx="2187">
                  <c:v>10.9453</c:v>
                </c:pt>
                <c:pt idx="2188">
                  <c:v>11.666700000000001</c:v>
                </c:pt>
                <c:pt idx="2189">
                  <c:v>12.9468</c:v>
                </c:pt>
                <c:pt idx="2190">
                  <c:v>14.636100000000001</c:v>
                </c:pt>
                <c:pt idx="2191">
                  <c:v>16.8033</c:v>
                </c:pt>
                <c:pt idx="2192">
                  <c:v>19.086200000000002</c:v>
                </c:pt>
                <c:pt idx="2193">
                  <c:v>21.802399999999999</c:v>
                </c:pt>
                <c:pt idx="2194">
                  <c:v>24.441800000000001</c:v>
                </c:pt>
                <c:pt idx="2195">
                  <c:v>27.1174</c:v>
                </c:pt>
                <c:pt idx="2196">
                  <c:v>30.099900000000002</c:v>
                </c:pt>
                <c:pt idx="2197">
                  <c:v>33.040500000000002</c:v>
                </c:pt>
                <c:pt idx="2198">
                  <c:v>35.308500000000002</c:v>
                </c:pt>
                <c:pt idx="2199">
                  <c:v>37.181199999999997</c:v>
                </c:pt>
                <c:pt idx="2200">
                  <c:v>38.516300000000001</c:v>
                </c:pt>
                <c:pt idx="2201">
                  <c:v>38.8581</c:v>
                </c:pt>
                <c:pt idx="2202">
                  <c:v>38.531700000000001</c:v>
                </c:pt>
                <c:pt idx="2203">
                  <c:v>38.212899999999998</c:v>
                </c:pt>
                <c:pt idx="2204">
                  <c:v>38.312600000000003</c:v>
                </c:pt>
                <c:pt idx="2205">
                  <c:v>38.935899999999997</c:v>
                </c:pt>
                <c:pt idx="2206">
                  <c:v>40.011200000000002</c:v>
                </c:pt>
                <c:pt idx="2207">
                  <c:v>41.8369</c:v>
                </c:pt>
                <c:pt idx="2208">
                  <c:v>45.212400000000002</c:v>
                </c:pt>
                <c:pt idx="2209">
                  <c:v>50.573599999999999</c:v>
                </c:pt>
                <c:pt idx="2210">
                  <c:v>57.5261</c:v>
                </c:pt>
                <c:pt idx="2211">
                  <c:v>65.899500000000003</c:v>
                </c:pt>
                <c:pt idx="2212">
                  <c:v>75.066900000000004</c:v>
                </c:pt>
                <c:pt idx="2213">
                  <c:v>84.043700000000001</c:v>
                </c:pt>
                <c:pt idx="2214">
                  <c:v>91.906800000000004</c:v>
                </c:pt>
                <c:pt idx="2215">
                  <c:v>98.198099999999997</c:v>
                </c:pt>
                <c:pt idx="2216">
                  <c:v>101.491</c:v>
                </c:pt>
                <c:pt idx="2217">
                  <c:v>101.336</c:v>
                </c:pt>
                <c:pt idx="2218">
                  <c:v>98.307299999999998</c:v>
                </c:pt>
                <c:pt idx="2219">
                  <c:v>92.092799999999997</c:v>
                </c:pt>
                <c:pt idx="2220">
                  <c:v>83.136300000000006</c:v>
                </c:pt>
                <c:pt idx="2221">
                  <c:v>72.787400000000005</c:v>
                </c:pt>
                <c:pt idx="2222">
                  <c:v>62.4285</c:v>
                </c:pt>
                <c:pt idx="2223">
                  <c:v>53.055300000000003</c:v>
                </c:pt>
                <c:pt idx="2224">
                  <c:v>44.2395</c:v>
                </c:pt>
                <c:pt idx="2225">
                  <c:v>36.149700000000003</c:v>
                </c:pt>
                <c:pt idx="2226">
                  <c:v>29.972300000000001</c:v>
                </c:pt>
                <c:pt idx="2227">
                  <c:v>25.5716</c:v>
                </c:pt>
                <c:pt idx="2228">
                  <c:v>22.436399999999999</c:v>
                </c:pt>
                <c:pt idx="2229">
                  <c:v>19.935199999999998</c:v>
                </c:pt>
                <c:pt idx="2230">
                  <c:v>18.061</c:v>
                </c:pt>
                <c:pt idx="2231">
                  <c:v>16.241700000000002</c:v>
                </c:pt>
                <c:pt idx="2232">
                  <c:v>14.327</c:v>
                </c:pt>
                <c:pt idx="2233">
                  <c:v>13.3978</c:v>
                </c:pt>
                <c:pt idx="2234">
                  <c:v>13.0746</c:v>
                </c:pt>
                <c:pt idx="2235">
                  <c:v>12.6485</c:v>
                </c:pt>
                <c:pt idx="2236">
                  <c:v>12.2195</c:v>
                </c:pt>
                <c:pt idx="2237">
                  <c:v>11.837199999999999</c:v>
                </c:pt>
                <c:pt idx="2238">
                  <c:v>11.6373</c:v>
                </c:pt>
                <c:pt idx="2239">
                  <c:v>11.232900000000001</c:v>
                </c:pt>
                <c:pt idx="2240">
                  <c:v>10.447699999999999</c:v>
                </c:pt>
                <c:pt idx="2241">
                  <c:v>10.0044</c:v>
                </c:pt>
                <c:pt idx="2242">
                  <c:v>9.7722200000000008</c:v>
                </c:pt>
                <c:pt idx="2243">
                  <c:v>9.7748899999999992</c:v>
                </c:pt>
                <c:pt idx="2244">
                  <c:v>10.059100000000001</c:v>
                </c:pt>
                <c:pt idx="2245">
                  <c:v>10.111700000000001</c:v>
                </c:pt>
                <c:pt idx="2246">
                  <c:v>9.9034200000000006</c:v>
                </c:pt>
                <c:pt idx="2247">
                  <c:v>9.59666</c:v>
                </c:pt>
                <c:pt idx="2248">
                  <c:v>9.5899000000000001</c:v>
                </c:pt>
                <c:pt idx="2249">
                  <c:v>9.6070799999999998</c:v>
                </c:pt>
                <c:pt idx="2250">
                  <c:v>9.2562999999999995</c:v>
                </c:pt>
                <c:pt idx="2251">
                  <c:v>8.5053699999999992</c:v>
                </c:pt>
                <c:pt idx="2252">
                  <c:v>8.2512399999999992</c:v>
                </c:pt>
                <c:pt idx="2253">
                  <c:v>8.3883500000000009</c:v>
                </c:pt>
                <c:pt idx="2254">
                  <c:v>8.3098899999999993</c:v>
                </c:pt>
                <c:pt idx="2255">
                  <c:v>8.0161700000000007</c:v>
                </c:pt>
                <c:pt idx="2256">
                  <c:v>7.4966799999999996</c:v>
                </c:pt>
                <c:pt idx="2257">
                  <c:v>7.1303900000000002</c:v>
                </c:pt>
                <c:pt idx="2258">
                  <c:v>7.0711599999999999</c:v>
                </c:pt>
                <c:pt idx="2259">
                  <c:v>7.1374599999999999</c:v>
                </c:pt>
                <c:pt idx="2260">
                  <c:v>7.1640300000000003</c:v>
                </c:pt>
                <c:pt idx="2261">
                  <c:v>7.3763399999999999</c:v>
                </c:pt>
                <c:pt idx="2262">
                  <c:v>7.5536899999999996</c:v>
                </c:pt>
                <c:pt idx="2263">
                  <c:v>7.7946900000000001</c:v>
                </c:pt>
                <c:pt idx="2264">
                  <c:v>7.9209500000000004</c:v>
                </c:pt>
                <c:pt idx="2265">
                  <c:v>7.9028</c:v>
                </c:pt>
                <c:pt idx="2266">
                  <c:v>8.30443</c:v>
                </c:pt>
                <c:pt idx="2267">
                  <c:v>8.6081199999999995</c:v>
                </c:pt>
                <c:pt idx="2268">
                  <c:v>8.5848999999999993</c:v>
                </c:pt>
                <c:pt idx="2269">
                  <c:v>8.7253100000000003</c:v>
                </c:pt>
                <c:pt idx="2270">
                  <c:v>9.2103000000000002</c:v>
                </c:pt>
                <c:pt idx="2271">
                  <c:v>9.4093699999999991</c:v>
                </c:pt>
                <c:pt idx="2272">
                  <c:v>9.5019899999999993</c:v>
                </c:pt>
                <c:pt idx="2273">
                  <c:v>9.8664299999999994</c:v>
                </c:pt>
                <c:pt idx="2274">
                  <c:v>10.279199999999999</c:v>
                </c:pt>
                <c:pt idx="2275">
                  <c:v>10.216100000000001</c:v>
                </c:pt>
                <c:pt idx="2276">
                  <c:v>9.7290899999999993</c:v>
                </c:pt>
                <c:pt idx="2277">
                  <c:v>9.1286000000000005</c:v>
                </c:pt>
                <c:pt idx="2278">
                  <c:v>8.5884499999999999</c:v>
                </c:pt>
                <c:pt idx="2279">
                  <c:v>8.21645</c:v>
                </c:pt>
                <c:pt idx="2280">
                  <c:v>8.2195800000000006</c:v>
                </c:pt>
                <c:pt idx="2281">
                  <c:v>8.2421000000000006</c:v>
                </c:pt>
                <c:pt idx="2282">
                  <c:v>8.1144999999999996</c:v>
                </c:pt>
                <c:pt idx="2283">
                  <c:v>8.2920800000000003</c:v>
                </c:pt>
                <c:pt idx="2284">
                  <c:v>8.3165399999999998</c:v>
                </c:pt>
                <c:pt idx="2285">
                  <c:v>8.0220300000000009</c:v>
                </c:pt>
                <c:pt idx="2286">
                  <c:v>7.8063000000000002</c:v>
                </c:pt>
                <c:pt idx="2287">
                  <c:v>7.5556299999999998</c:v>
                </c:pt>
                <c:pt idx="2288">
                  <c:v>7.4745299999999997</c:v>
                </c:pt>
                <c:pt idx="2289">
                  <c:v>7.3396800000000004</c:v>
                </c:pt>
                <c:pt idx="2290">
                  <c:v>7.3602600000000002</c:v>
                </c:pt>
                <c:pt idx="2291">
                  <c:v>7.3067500000000001</c:v>
                </c:pt>
                <c:pt idx="2292">
                  <c:v>7.3325500000000003</c:v>
                </c:pt>
                <c:pt idx="2293">
                  <c:v>7.5831999999999997</c:v>
                </c:pt>
                <c:pt idx="2294">
                  <c:v>7.3892899999999999</c:v>
                </c:pt>
                <c:pt idx="2295">
                  <c:v>7.1322900000000002</c:v>
                </c:pt>
                <c:pt idx="2296">
                  <c:v>7.0951399999999998</c:v>
                </c:pt>
                <c:pt idx="2297">
                  <c:v>7.1288</c:v>
                </c:pt>
                <c:pt idx="2298">
                  <c:v>6.9986600000000001</c:v>
                </c:pt>
                <c:pt idx="2299">
                  <c:v>7.1517600000000003</c:v>
                </c:pt>
                <c:pt idx="2300">
                  <c:v>7.13652</c:v>
                </c:pt>
                <c:pt idx="2301">
                  <c:v>6.96976</c:v>
                </c:pt>
                <c:pt idx="2302">
                  <c:v>6.9055600000000004</c:v>
                </c:pt>
                <c:pt idx="2303">
                  <c:v>7.1250799999999996</c:v>
                </c:pt>
                <c:pt idx="2304">
                  <c:v>7.3166099999999998</c:v>
                </c:pt>
                <c:pt idx="2305">
                  <c:v>7.4812700000000003</c:v>
                </c:pt>
                <c:pt idx="2306">
                  <c:v>7.8888699999999998</c:v>
                </c:pt>
                <c:pt idx="2307">
                  <c:v>8.2780299999999993</c:v>
                </c:pt>
                <c:pt idx="2308">
                  <c:v>8.4671699999999994</c:v>
                </c:pt>
                <c:pt idx="2309">
                  <c:v>8.5602900000000002</c:v>
                </c:pt>
                <c:pt idx="2310">
                  <c:v>9.1089099999999998</c:v>
                </c:pt>
                <c:pt idx="2311">
                  <c:v>9.6546000000000003</c:v>
                </c:pt>
                <c:pt idx="2312">
                  <c:v>9.96767</c:v>
                </c:pt>
                <c:pt idx="2313">
                  <c:v>10.3331</c:v>
                </c:pt>
                <c:pt idx="2314">
                  <c:v>11.280799999999999</c:v>
                </c:pt>
                <c:pt idx="2315">
                  <c:v>12.4015</c:v>
                </c:pt>
                <c:pt idx="2316">
                  <c:v>13.196899999999999</c:v>
                </c:pt>
                <c:pt idx="2317">
                  <c:v>13.585800000000001</c:v>
                </c:pt>
                <c:pt idx="2318">
                  <c:v>13.8767</c:v>
                </c:pt>
                <c:pt idx="2319">
                  <c:v>13.972300000000001</c:v>
                </c:pt>
                <c:pt idx="2320">
                  <c:v>14.241400000000001</c:v>
                </c:pt>
                <c:pt idx="2321">
                  <c:v>14.1464</c:v>
                </c:pt>
                <c:pt idx="2322">
                  <c:v>13.7659</c:v>
                </c:pt>
                <c:pt idx="2323">
                  <c:v>13.292299999999999</c:v>
                </c:pt>
                <c:pt idx="2324">
                  <c:v>12.6</c:v>
                </c:pt>
                <c:pt idx="2325">
                  <c:v>12.235099999999999</c:v>
                </c:pt>
                <c:pt idx="2326">
                  <c:v>12.2193</c:v>
                </c:pt>
                <c:pt idx="2327">
                  <c:v>12.459199999999999</c:v>
                </c:pt>
                <c:pt idx="2328">
                  <c:v>13.082599999999999</c:v>
                </c:pt>
                <c:pt idx="2329">
                  <c:v>14.3025</c:v>
                </c:pt>
                <c:pt idx="2330">
                  <c:v>15.804399999999999</c:v>
                </c:pt>
                <c:pt idx="2331">
                  <c:v>17.1464</c:v>
                </c:pt>
                <c:pt idx="2332">
                  <c:v>19.044899999999998</c:v>
                </c:pt>
                <c:pt idx="2333">
                  <c:v>21.844100000000001</c:v>
                </c:pt>
                <c:pt idx="2334">
                  <c:v>24.717400000000001</c:v>
                </c:pt>
                <c:pt idx="2335">
                  <c:v>27.402999999999999</c:v>
                </c:pt>
                <c:pt idx="2336">
                  <c:v>30.5854</c:v>
                </c:pt>
                <c:pt idx="2337">
                  <c:v>33.956000000000003</c:v>
                </c:pt>
                <c:pt idx="2338">
                  <c:v>36.697099999999999</c:v>
                </c:pt>
                <c:pt idx="2339">
                  <c:v>38.323700000000002</c:v>
                </c:pt>
                <c:pt idx="2340">
                  <c:v>38.832700000000003</c:v>
                </c:pt>
                <c:pt idx="2341">
                  <c:v>38.311199999999999</c:v>
                </c:pt>
                <c:pt idx="2342">
                  <c:v>36.6462</c:v>
                </c:pt>
                <c:pt idx="2343">
                  <c:v>34.094999999999999</c:v>
                </c:pt>
                <c:pt idx="2344">
                  <c:v>31.038799999999998</c:v>
                </c:pt>
                <c:pt idx="2345">
                  <c:v>27.5457</c:v>
                </c:pt>
                <c:pt idx="2346">
                  <c:v>23.860499999999998</c:v>
                </c:pt>
                <c:pt idx="2347">
                  <c:v>20.545200000000001</c:v>
                </c:pt>
                <c:pt idx="2348">
                  <c:v>17.912299999999998</c:v>
                </c:pt>
                <c:pt idx="2349">
                  <c:v>15.672000000000001</c:v>
                </c:pt>
                <c:pt idx="2350">
                  <c:v>13.7378</c:v>
                </c:pt>
                <c:pt idx="2351">
                  <c:v>12.272500000000001</c:v>
                </c:pt>
                <c:pt idx="2352">
                  <c:v>11.574299999999999</c:v>
                </c:pt>
                <c:pt idx="2353">
                  <c:v>10.7478</c:v>
                </c:pt>
                <c:pt idx="2354">
                  <c:v>9.9427000000000003</c:v>
                </c:pt>
                <c:pt idx="2355">
                  <c:v>9.4702699999999993</c:v>
                </c:pt>
                <c:pt idx="2356">
                  <c:v>9.0474200000000007</c:v>
                </c:pt>
                <c:pt idx="2357">
                  <c:v>8.8570600000000006</c:v>
                </c:pt>
                <c:pt idx="2358">
                  <c:v>8.6004699999999996</c:v>
                </c:pt>
                <c:pt idx="2359">
                  <c:v>8.1955200000000001</c:v>
                </c:pt>
                <c:pt idx="2360">
                  <c:v>8.0797899999999991</c:v>
                </c:pt>
                <c:pt idx="2361">
                  <c:v>8.3458600000000001</c:v>
                </c:pt>
                <c:pt idx="2362">
                  <c:v>8.5519400000000001</c:v>
                </c:pt>
                <c:pt idx="2363">
                  <c:v>8.8180599999999991</c:v>
                </c:pt>
                <c:pt idx="2364">
                  <c:v>8.9248799999999999</c:v>
                </c:pt>
                <c:pt idx="2365">
                  <c:v>8.7955699999999997</c:v>
                </c:pt>
                <c:pt idx="2366">
                  <c:v>9.0539400000000008</c:v>
                </c:pt>
                <c:pt idx="2367">
                  <c:v>9.2915299999999998</c:v>
                </c:pt>
                <c:pt idx="2368">
                  <c:v>9.4182600000000001</c:v>
                </c:pt>
                <c:pt idx="2369">
                  <c:v>10.008100000000001</c:v>
                </c:pt>
                <c:pt idx="2370">
                  <c:v>10.668799999999999</c:v>
                </c:pt>
                <c:pt idx="2371">
                  <c:v>11.788399999999999</c:v>
                </c:pt>
                <c:pt idx="2372">
                  <c:v>13.0488</c:v>
                </c:pt>
                <c:pt idx="2373">
                  <c:v>14.2728</c:v>
                </c:pt>
                <c:pt idx="2374">
                  <c:v>15.8826</c:v>
                </c:pt>
                <c:pt idx="2375">
                  <c:v>18.004000000000001</c:v>
                </c:pt>
                <c:pt idx="2376">
                  <c:v>20.013100000000001</c:v>
                </c:pt>
                <c:pt idx="2377">
                  <c:v>21.846499999999999</c:v>
                </c:pt>
                <c:pt idx="2378">
                  <c:v>23.513400000000001</c:v>
                </c:pt>
                <c:pt idx="2379">
                  <c:v>24.978100000000001</c:v>
                </c:pt>
                <c:pt idx="2380">
                  <c:v>25.676400000000001</c:v>
                </c:pt>
                <c:pt idx="2381">
                  <c:v>25.760400000000001</c:v>
                </c:pt>
                <c:pt idx="2382">
                  <c:v>24.9436</c:v>
                </c:pt>
                <c:pt idx="2383">
                  <c:v>23.815799999999999</c:v>
                </c:pt>
                <c:pt idx="2384">
                  <c:v>22.555299999999999</c:v>
                </c:pt>
                <c:pt idx="2385">
                  <c:v>20.950900000000001</c:v>
                </c:pt>
                <c:pt idx="2386">
                  <c:v>19.212299999999999</c:v>
                </c:pt>
                <c:pt idx="2387">
                  <c:v>17.357099999999999</c:v>
                </c:pt>
                <c:pt idx="2388">
                  <c:v>15.1828</c:v>
                </c:pt>
                <c:pt idx="2389">
                  <c:v>13.615</c:v>
                </c:pt>
                <c:pt idx="2390">
                  <c:v>12.228400000000001</c:v>
                </c:pt>
                <c:pt idx="2391">
                  <c:v>11.1221</c:v>
                </c:pt>
                <c:pt idx="2392">
                  <c:v>10.478899999999999</c:v>
                </c:pt>
                <c:pt idx="2393">
                  <c:v>9.7788900000000005</c:v>
                </c:pt>
                <c:pt idx="2394">
                  <c:v>8.86327</c:v>
                </c:pt>
                <c:pt idx="2395">
                  <c:v>7.9529699999999997</c:v>
                </c:pt>
                <c:pt idx="2396">
                  <c:v>7.2930299999999999</c:v>
                </c:pt>
                <c:pt idx="2397">
                  <c:v>6.9209199999999997</c:v>
                </c:pt>
                <c:pt idx="2398">
                  <c:v>6.6240100000000002</c:v>
                </c:pt>
                <c:pt idx="2399">
                  <c:v>6.5382899999999999</c:v>
                </c:pt>
                <c:pt idx="2400">
                  <c:v>6.6281800000000004</c:v>
                </c:pt>
                <c:pt idx="2401">
                  <c:v>6.4672200000000002</c:v>
                </c:pt>
                <c:pt idx="2402">
                  <c:v>6.1145500000000004</c:v>
                </c:pt>
                <c:pt idx="2403">
                  <c:v>6.08033</c:v>
                </c:pt>
                <c:pt idx="2404">
                  <c:v>5.9929600000000001</c:v>
                </c:pt>
                <c:pt idx="2405">
                  <c:v>5.8400100000000004</c:v>
                </c:pt>
                <c:pt idx="2406">
                  <c:v>5.7308199999999996</c:v>
                </c:pt>
                <c:pt idx="2407">
                  <c:v>5.5804</c:v>
                </c:pt>
                <c:pt idx="2408">
                  <c:v>5.0645699999999998</c:v>
                </c:pt>
                <c:pt idx="2409">
                  <c:v>4.6765800000000004</c:v>
                </c:pt>
                <c:pt idx="2410">
                  <c:v>4.8463200000000004</c:v>
                </c:pt>
                <c:pt idx="2411">
                  <c:v>5.0029899999999996</c:v>
                </c:pt>
                <c:pt idx="2412">
                  <c:v>5.19991</c:v>
                </c:pt>
                <c:pt idx="2413">
                  <c:v>5.3542100000000001</c:v>
                </c:pt>
                <c:pt idx="2414">
                  <c:v>5.6158299999999999</c:v>
                </c:pt>
                <c:pt idx="2415">
                  <c:v>5.7690400000000004</c:v>
                </c:pt>
                <c:pt idx="2416">
                  <c:v>5.4626400000000004</c:v>
                </c:pt>
                <c:pt idx="2417">
                  <c:v>5.0845099999999999</c:v>
                </c:pt>
                <c:pt idx="2418">
                  <c:v>4.8159299999999998</c:v>
                </c:pt>
                <c:pt idx="2419">
                  <c:v>4.7649400000000002</c:v>
                </c:pt>
                <c:pt idx="2420">
                  <c:v>4.9952800000000002</c:v>
                </c:pt>
                <c:pt idx="2421">
                  <c:v>5.1503199999999998</c:v>
                </c:pt>
                <c:pt idx="2422">
                  <c:v>5.0324400000000002</c:v>
                </c:pt>
                <c:pt idx="2423">
                  <c:v>4.88809</c:v>
                </c:pt>
                <c:pt idx="2424">
                  <c:v>4.6741900000000003</c:v>
                </c:pt>
                <c:pt idx="2425">
                  <c:v>4.5801800000000004</c:v>
                </c:pt>
                <c:pt idx="2426">
                  <c:v>4.8822999999999999</c:v>
                </c:pt>
                <c:pt idx="2427">
                  <c:v>5.42286</c:v>
                </c:pt>
                <c:pt idx="2428">
                  <c:v>5.9832700000000001</c:v>
                </c:pt>
                <c:pt idx="2429">
                  <c:v>6.3316100000000004</c:v>
                </c:pt>
                <c:pt idx="2430">
                  <c:v>6.4932999999999996</c:v>
                </c:pt>
                <c:pt idx="2431">
                  <c:v>6.1803600000000003</c:v>
                </c:pt>
                <c:pt idx="2432">
                  <c:v>5.9151800000000003</c:v>
                </c:pt>
                <c:pt idx="2433">
                  <c:v>5.7119200000000001</c:v>
                </c:pt>
                <c:pt idx="2434">
                  <c:v>5.5739000000000001</c:v>
                </c:pt>
                <c:pt idx="2435">
                  <c:v>5.29312</c:v>
                </c:pt>
                <c:pt idx="2436">
                  <c:v>5.3460299999999998</c:v>
                </c:pt>
                <c:pt idx="2437">
                  <c:v>5.5921900000000004</c:v>
                </c:pt>
                <c:pt idx="2438">
                  <c:v>5.45024</c:v>
                </c:pt>
                <c:pt idx="2439">
                  <c:v>5.0604800000000001</c:v>
                </c:pt>
                <c:pt idx="2440">
                  <c:v>5.05844</c:v>
                </c:pt>
                <c:pt idx="2441">
                  <c:v>5.1289800000000003</c:v>
                </c:pt>
                <c:pt idx="2442">
                  <c:v>5.3893500000000003</c:v>
                </c:pt>
                <c:pt idx="2443">
                  <c:v>5.47288</c:v>
                </c:pt>
                <c:pt idx="2444">
                  <c:v>5.1226399999999996</c:v>
                </c:pt>
                <c:pt idx="2445">
                  <c:v>4.6917999999999997</c:v>
                </c:pt>
                <c:pt idx="2446">
                  <c:v>4.7749699999999997</c:v>
                </c:pt>
                <c:pt idx="2447">
                  <c:v>4.6591899999999997</c:v>
                </c:pt>
                <c:pt idx="2448">
                  <c:v>4.6275000000000004</c:v>
                </c:pt>
                <c:pt idx="2449">
                  <c:v>4.8842999999999996</c:v>
                </c:pt>
                <c:pt idx="2450">
                  <c:v>5.0022000000000002</c:v>
                </c:pt>
                <c:pt idx="2451">
                  <c:v>4.9886999999999997</c:v>
                </c:pt>
                <c:pt idx="2452">
                  <c:v>4.9575500000000003</c:v>
                </c:pt>
                <c:pt idx="2453">
                  <c:v>4.8371399999999998</c:v>
                </c:pt>
                <c:pt idx="2454">
                  <c:v>4.4405400000000004</c:v>
                </c:pt>
                <c:pt idx="2455">
                  <c:v>4.3366400000000001</c:v>
                </c:pt>
                <c:pt idx="2456">
                  <c:v>4.8364799999999999</c:v>
                </c:pt>
                <c:pt idx="2457">
                  <c:v>5.0713699999999999</c:v>
                </c:pt>
                <c:pt idx="2458">
                  <c:v>5.0537599999999996</c:v>
                </c:pt>
                <c:pt idx="2459">
                  <c:v>5.02982</c:v>
                </c:pt>
                <c:pt idx="2460">
                  <c:v>5.1669999999999998</c:v>
                </c:pt>
                <c:pt idx="2461">
                  <c:v>5.1732399999999998</c:v>
                </c:pt>
                <c:pt idx="2462">
                  <c:v>5.2474699999999999</c:v>
                </c:pt>
                <c:pt idx="2463">
                  <c:v>5.1371599999999997</c:v>
                </c:pt>
                <c:pt idx="2464">
                  <c:v>4.6021099999999997</c:v>
                </c:pt>
                <c:pt idx="2465">
                  <c:v>4.5068000000000001</c:v>
                </c:pt>
                <c:pt idx="2466">
                  <c:v>4.7367600000000003</c:v>
                </c:pt>
                <c:pt idx="2467">
                  <c:v>4.7316500000000001</c:v>
                </c:pt>
                <c:pt idx="2468">
                  <c:v>4.3545600000000002</c:v>
                </c:pt>
                <c:pt idx="2469">
                  <c:v>3.97194</c:v>
                </c:pt>
                <c:pt idx="2470">
                  <c:v>4.2164099999999998</c:v>
                </c:pt>
                <c:pt idx="2471">
                  <c:v>4.7888200000000003</c:v>
                </c:pt>
                <c:pt idx="2472">
                  <c:v>5.30661</c:v>
                </c:pt>
                <c:pt idx="2473">
                  <c:v>5.3941100000000004</c:v>
                </c:pt>
                <c:pt idx="2474">
                  <c:v>5.3119800000000001</c:v>
                </c:pt>
                <c:pt idx="2475">
                  <c:v>5.6381100000000002</c:v>
                </c:pt>
                <c:pt idx="2476">
                  <c:v>6.1575800000000003</c:v>
                </c:pt>
                <c:pt idx="2477">
                  <c:v>6.1281400000000001</c:v>
                </c:pt>
                <c:pt idx="2478">
                  <c:v>5.5140799999999999</c:v>
                </c:pt>
                <c:pt idx="2479">
                  <c:v>5.0941700000000001</c:v>
                </c:pt>
                <c:pt idx="2480">
                  <c:v>4.7615100000000004</c:v>
                </c:pt>
                <c:pt idx="2481">
                  <c:v>4.5038400000000003</c:v>
                </c:pt>
                <c:pt idx="2482">
                  <c:v>4.3807999999999998</c:v>
                </c:pt>
                <c:pt idx="2483">
                  <c:v>4.3716100000000004</c:v>
                </c:pt>
                <c:pt idx="2484">
                  <c:v>4.4339199999999996</c:v>
                </c:pt>
                <c:pt idx="2485">
                  <c:v>4.4207099999999997</c:v>
                </c:pt>
                <c:pt idx="2486">
                  <c:v>4.4914399999999999</c:v>
                </c:pt>
                <c:pt idx="2487">
                  <c:v>4.4698200000000003</c:v>
                </c:pt>
                <c:pt idx="2488">
                  <c:v>4.4379999999999997</c:v>
                </c:pt>
                <c:pt idx="2489">
                  <c:v>4.3948999999999998</c:v>
                </c:pt>
                <c:pt idx="2490">
                  <c:v>4.1793199999999997</c:v>
                </c:pt>
                <c:pt idx="2491">
                  <c:v>4.0910399999999996</c:v>
                </c:pt>
                <c:pt idx="2492">
                  <c:v>4.0618499999999997</c:v>
                </c:pt>
                <c:pt idx="2493">
                  <c:v>4.1190499999999997</c:v>
                </c:pt>
                <c:pt idx="2494">
                  <c:v>4.3139399999999997</c:v>
                </c:pt>
                <c:pt idx="2495">
                  <c:v>4.5871500000000003</c:v>
                </c:pt>
                <c:pt idx="2496">
                  <c:v>4.5903600000000004</c:v>
                </c:pt>
                <c:pt idx="2497">
                  <c:v>4.3310500000000003</c:v>
                </c:pt>
                <c:pt idx="2498">
                  <c:v>4.2034000000000002</c:v>
                </c:pt>
                <c:pt idx="2499">
                  <c:v>4.319</c:v>
                </c:pt>
                <c:pt idx="2500">
                  <c:v>4.3205600000000004</c:v>
                </c:pt>
                <c:pt idx="2501">
                  <c:v>3.93825</c:v>
                </c:pt>
                <c:pt idx="2502">
                  <c:v>3.65029</c:v>
                </c:pt>
                <c:pt idx="2503">
                  <c:v>3.8710100000000001</c:v>
                </c:pt>
                <c:pt idx="2504">
                  <c:v>3.9377399999999998</c:v>
                </c:pt>
                <c:pt idx="2505">
                  <c:v>3.9358200000000001</c:v>
                </c:pt>
                <c:pt idx="2506">
                  <c:v>3.9670999999999998</c:v>
                </c:pt>
                <c:pt idx="2507">
                  <c:v>4.0408999999999997</c:v>
                </c:pt>
                <c:pt idx="2508">
                  <c:v>4.1111800000000001</c:v>
                </c:pt>
                <c:pt idx="2509">
                  <c:v>4.3300400000000003</c:v>
                </c:pt>
                <c:pt idx="2510">
                  <c:v>4.5681599999999998</c:v>
                </c:pt>
                <c:pt idx="2511">
                  <c:v>4.9133599999999999</c:v>
                </c:pt>
                <c:pt idx="2512">
                  <c:v>4.96915</c:v>
                </c:pt>
                <c:pt idx="2513">
                  <c:v>4.5568</c:v>
                </c:pt>
                <c:pt idx="2514">
                  <c:v>4.0207699999999997</c:v>
                </c:pt>
                <c:pt idx="2515">
                  <c:v>3.6838199999999999</c:v>
                </c:pt>
                <c:pt idx="2516">
                  <c:v>3.46441</c:v>
                </c:pt>
                <c:pt idx="2517">
                  <c:v>3.2871199999999998</c:v>
                </c:pt>
                <c:pt idx="2518">
                  <c:v>3.4430399999999999</c:v>
                </c:pt>
                <c:pt idx="2519">
                  <c:v>3.7633299999999998</c:v>
                </c:pt>
                <c:pt idx="2520">
                  <c:v>3.90943</c:v>
                </c:pt>
                <c:pt idx="2521">
                  <c:v>3.7160199999999999</c:v>
                </c:pt>
                <c:pt idx="2522">
                  <c:v>3.60507</c:v>
                </c:pt>
                <c:pt idx="2523">
                  <c:v>3.60623</c:v>
                </c:pt>
                <c:pt idx="2524">
                  <c:v>3.6989399999999999</c:v>
                </c:pt>
                <c:pt idx="2525">
                  <c:v>3.9492799999999999</c:v>
                </c:pt>
                <c:pt idx="2526">
                  <c:v>4.0696300000000001</c:v>
                </c:pt>
                <c:pt idx="2527">
                  <c:v>4.1943799999999998</c:v>
                </c:pt>
                <c:pt idx="2528">
                  <c:v>4.0943399999999999</c:v>
                </c:pt>
                <c:pt idx="2529">
                  <c:v>3.85731</c:v>
                </c:pt>
                <c:pt idx="2530">
                  <c:v>3.6502699999999999</c:v>
                </c:pt>
                <c:pt idx="2531">
                  <c:v>3.56351</c:v>
                </c:pt>
                <c:pt idx="2532">
                  <c:v>3.96618</c:v>
                </c:pt>
                <c:pt idx="2533">
                  <c:v>4.4782799999999998</c:v>
                </c:pt>
                <c:pt idx="2534">
                  <c:v>4.6281499999999998</c:v>
                </c:pt>
                <c:pt idx="2535">
                  <c:v>4.5636000000000001</c:v>
                </c:pt>
                <c:pt idx="2536">
                  <c:v>4.6880199999999999</c:v>
                </c:pt>
                <c:pt idx="2537">
                  <c:v>4.3666700000000001</c:v>
                </c:pt>
                <c:pt idx="2538">
                  <c:v>3.9405199999999998</c:v>
                </c:pt>
                <c:pt idx="2539">
                  <c:v>3.8620299999999999</c:v>
                </c:pt>
                <c:pt idx="2540">
                  <c:v>3.5626099999999998</c:v>
                </c:pt>
                <c:pt idx="2541">
                  <c:v>3.2258599999999999</c:v>
                </c:pt>
                <c:pt idx="2542">
                  <c:v>3.3235100000000002</c:v>
                </c:pt>
                <c:pt idx="2543">
                  <c:v>3.6076299999999999</c:v>
                </c:pt>
                <c:pt idx="2544">
                  <c:v>3.7818900000000002</c:v>
                </c:pt>
                <c:pt idx="2545">
                  <c:v>3.8778700000000002</c:v>
                </c:pt>
                <c:pt idx="2546">
                  <c:v>4.2178100000000001</c:v>
                </c:pt>
                <c:pt idx="2547">
                  <c:v>4.1528400000000003</c:v>
                </c:pt>
                <c:pt idx="2548">
                  <c:v>4.0936199999999996</c:v>
                </c:pt>
                <c:pt idx="2549">
                  <c:v>4.2050999999999998</c:v>
                </c:pt>
                <c:pt idx="2550">
                  <c:v>3.9904600000000001</c:v>
                </c:pt>
                <c:pt idx="2551">
                  <c:v>4.0198600000000004</c:v>
                </c:pt>
                <c:pt idx="2552">
                  <c:v>4.1310000000000002</c:v>
                </c:pt>
                <c:pt idx="2553">
                  <c:v>4.2816700000000001</c:v>
                </c:pt>
                <c:pt idx="2554">
                  <c:v>4.5274999999999999</c:v>
                </c:pt>
                <c:pt idx="2555">
                  <c:v>4.5516500000000004</c:v>
                </c:pt>
                <c:pt idx="2556">
                  <c:v>4.4688999999999997</c:v>
                </c:pt>
                <c:pt idx="2557">
                  <c:v>4.3035800000000002</c:v>
                </c:pt>
                <c:pt idx="2558">
                  <c:v>4.3758600000000003</c:v>
                </c:pt>
                <c:pt idx="2559">
                  <c:v>4.5296399999999997</c:v>
                </c:pt>
                <c:pt idx="2560">
                  <c:v>4.6943900000000003</c:v>
                </c:pt>
                <c:pt idx="2561">
                  <c:v>5.0750799999999998</c:v>
                </c:pt>
                <c:pt idx="2562">
                  <c:v>4.9254300000000004</c:v>
                </c:pt>
                <c:pt idx="2563">
                  <c:v>4.6994499999999997</c:v>
                </c:pt>
                <c:pt idx="2564">
                  <c:v>4.34497</c:v>
                </c:pt>
                <c:pt idx="2565">
                  <c:v>3.97464</c:v>
                </c:pt>
                <c:pt idx="2566">
                  <c:v>3.6438700000000002</c:v>
                </c:pt>
                <c:pt idx="2567">
                  <c:v>3.7803800000000001</c:v>
                </c:pt>
                <c:pt idx="2568">
                  <c:v>4.0419600000000004</c:v>
                </c:pt>
                <c:pt idx="2569">
                  <c:v>3.9660099999999998</c:v>
                </c:pt>
                <c:pt idx="2570">
                  <c:v>3.9744299999999999</c:v>
                </c:pt>
                <c:pt idx="2571">
                  <c:v>3.9600900000000001</c:v>
                </c:pt>
                <c:pt idx="2572">
                  <c:v>3.7300900000000001</c:v>
                </c:pt>
                <c:pt idx="2573">
                  <c:v>3.5866500000000001</c:v>
                </c:pt>
                <c:pt idx="2574">
                  <c:v>3.4313199999999999</c:v>
                </c:pt>
                <c:pt idx="2575">
                  <c:v>3.3148</c:v>
                </c:pt>
                <c:pt idx="2576">
                  <c:v>3.6339399999999999</c:v>
                </c:pt>
                <c:pt idx="2577">
                  <c:v>4.2160599999999997</c:v>
                </c:pt>
                <c:pt idx="2578">
                  <c:v>4.3560600000000003</c:v>
                </c:pt>
                <c:pt idx="2579">
                  <c:v>4.1750400000000001</c:v>
                </c:pt>
                <c:pt idx="2580">
                  <c:v>3.9234300000000002</c:v>
                </c:pt>
                <c:pt idx="2581">
                  <c:v>3.64859</c:v>
                </c:pt>
                <c:pt idx="2582">
                  <c:v>3.72167</c:v>
                </c:pt>
                <c:pt idx="2583">
                  <c:v>3.8445999999999998</c:v>
                </c:pt>
                <c:pt idx="2584">
                  <c:v>3.9763600000000001</c:v>
                </c:pt>
                <c:pt idx="2585">
                  <c:v>3.9102000000000001</c:v>
                </c:pt>
                <c:pt idx="2586">
                  <c:v>3.9094199999999999</c:v>
                </c:pt>
                <c:pt idx="2587">
                  <c:v>3.9601199999999999</c:v>
                </c:pt>
                <c:pt idx="2588">
                  <c:v>4.0011799999999997</c:v>
                </c:pt>
                <c:pt idx="2589">
                  <c:v>3.89384</c:v>
                </c:pt>
                <c:pt idx="2590">
                  <c:v>3.4309599999999998</c:v>
                </c:pt>
                <c:pt idx="2591">
                  <c:v>3.35894</c:v>
                </c:pt>
                <c:pt idx="2592">
                  <c:v>3.9484900000000001</c:v>
                </c:pt>
                <c:pt idx="2593">
                  <c:v>4.3959000000000001</c:v>
                </c:pt>
                <c:pt idx="2594">
                  <c:v>4.7954100000000004</c:v>
                </c:pt>
                <c:pt idx="2595">
                  <c:v>4.9770899999999996</c:v>
                </c:pt>
                <c:pt idx="2596">
                  <c:v>4.8346400000000003</c:v>
                </c:pt>
                <c:pt idx="2597">
                  <c:v>4.5643700000000003</c:v>
                </c:pt>
                <c:pt idx="2598">
                  <c:v>4.1965599999999998</c:v>
                </c:pt>
                <c:pt idx="2599">
                  <c:v>3.7891499999999998</c:v>
                </c:pt>
                <c:pt idx="2600">
                  <c:v>3.7385199999999998</c:v>
                </c:pt>
                <c:pt idx="2601">
                  <c:v>3.9805199999999998</c:v>
                </c:pt>
                <c:pt idx="2602">
                  <c:v>4.0935800000000002</c:v>
                </c:pt>
                <c:pt idx="2603">
                  <c:v>4.0674700000000001</c:v>
                </c:pt>
                <c:pt idx="2604">
                  <c:v>3.9764400000000002</c:v>
                </c:pt>
                <c:pt idx="2605">
                  <c:v>3.7797900000000002</c:v>
                </c:pt>
                <c:pt idx="2606">
                  <c:v>3.39513</c:v>
                </c:pt>
                <c:pt idx="2607">
                  <c:v>3.4233699999999998</c:v>
                </c:pt>
                <c:pt idx="2608">
                  <c:v>3.7037900000000001</c:v>
                </c:pt>
                <c:pt idx="2609">
                  <c:v>3.78234</c:v>
                </c:pt>
                <c:pt idx="2610">
                  <c:v>4.0057</c:v>
                </c:pt>
                <c:pt idx="2611">
                  <c:v>4.3097399999999997</c:v>
                </c:pt>
                <c:pt idx="2612">
                  <c:v>4.1260399999999997</c:v>
                </c:pt>
                <c:pt idx="2613">
                  <c:v>3.8565800000000001</c:v>
                </c:pt>
                <c:pt idx="2614">
                  <c:v>4.0676600000000001</c:v>
                </c:pt>
                <c:pt idx="2615">
                  <c:v>4.3856200000000003</c:v>
                </c:pt>
                <c:pt idx="2616">
                  <c:v>4.3910099999999996</c:v>
                </c:pt>
                <c:pt idx="2617">
                  <c:v>4.0056500000000002</c:v>
                </c:pt>
                <c:pt idx="2618">
                  <c:v>3.5762700000000001</c:v>
                </c:pt>
                <c:pt idx="2619">
                  <c:v>3.4749699999999999</c:v>
                </c:pt>
                <c:pt idx="2620">
                  <c:v>3.6672500000000001</c:v>
                </c:pt>
                <c:pt idx="2621">
                  <c:v>3.9913699999999999</c:v>
                </c:pt>
                <c:pt idx="2622">
                  <c:v>4.4402100000000004</c:v>
                </c:pt>
                <c:pt idx="2623">
                  <c:v>4.4314200000000001</c:v>
                </c:pt>
                <c:pt idx="2624">
                  <c:v>4.1306000000000003</c:v>
                </c:pt>
                <c:pt idx="2625">
                  <c:v>4.0109500000000002</c:v>
                </c:pt>
                <c:pt idx="2626">
                  <c:v>4.1425799999999997</c:v>
                </c:pt>
                <c:pt idx="2627">
                  <c:v>4.4183300000000001</c:v>
                </c:pt>
                <c:pt idx="2628">
                  <c:v>4.1146200000000004</c:v>
                </c:pt>
                <c:pt idx="2629">
                  <c:v>3.8455900000000001</c:v>
                </c:pt>
                <c:pt idx="2630">
                  <c:v>3.8862899999999998</c:v>
                </c:pt>
                <c:pt idx="2631">
                  <c:v>4.0652999999999997</c:v>
                </c:pt>
                <c:pt idx="2632">
                  <c:v>4.0010500000000002</c:v>
                </c:pt>
                <c:pt idx="2633">
                  <c:v>3.81263</c:v>
                </c:pt>
                <c:pt idx="2634">
                  <c:v>3.47397</c:v>
                </c:pt>
                <c:pt idx="2635">
                  <c:v>3.4657800000000001</c:v>
                </c:pt>
                <c:pt idx="2636">
                  <c:v>3.7437900000000002</c:v>
                </c:pt>
                <c:pt idx="2637">
                  <c:v>3.7264699999999999</c:v>
                </c:pt>
                <c:pt idx="2638">
                  <c:v>3.3480300000000001</c:v>
                </c:pt>
                <c:pt idx="2639">
                  <c:v>3.3872499999999999</c:v>
                </c:pt>
                <c:pt idx="2640">
                  <c:v>3.6646899999999998</c:v>
                </c:pt>
                <c:pt idx="2641">
                  <c:v>3.8550499999999999</c:v>
                </c:pt>
                <c:pt idx="2642">
                  <c:v>4.1334200000000001</c:v>
                </c:pt>
                <c:pt idx="2643">
                  <c:v>4.2866</c:v>
                </c:pt>
                <c:pt idx="2644">
                  <c:v>4.1882900000000003</c:v>
                </c:pt>
                <c:pt idx="2645">
                  <c:v>4.3173199999999996</c:v>
                </c:pt>
                <c:pt idx="2646">
                  <c:v>4.3614199999999999</c:v>
                </c:pt>
                <c:pt idx="2647">
                  <c:v>4.13178</c:v>
                </c:pt>
                <c:pt idx="2648">
                  <c:v>4.1025200000000002</c:v>
                </c:pt>
                <c:pt idx="2649">
                  <c:v>3.9273600000000002</c:v>
                </c:pt>
                <c:pt idx="2650">
                  <c:v>3.8687200000000002</c:v>
                </c:pt>
                <c:pt idx="2651">
                  <c:v>4.0247599999999997</c:v>
                </c:pt>
                <c:pt idx="2652">
                  <c:v>4.0923800000000004</c:v>
                </c:pt>
                <c:pt idx="2653">
                  <c:v>3.9433600000000002</c:v>
                </c:pt>
                <c:pt idx="2654">
                  <c:v>4.2033300000000002</c:v>
                </c:pt>
                <c:pt idx="2655">
                  <c:v>4.6711099999999997</c:v>
                </c:pt>
                <c:pt idx="2656">
                  <c:v>5.0812799999999996</c:v>
                </c:pt>
                <c:pt idx="2657">
                  <c:v>5.1848200000000002</c:v>
                </c:pt>
                <c:pt idx="2658">
                  <c:v>5.06081</c:v>
                </c:pt>
                <c:pt idx="2659">
                  <c:v>4.9399300000000004</c:v>
                </c:pt>
                <c:pt idx="2660">
                  <c:v>4.83446</c:v>
                </c:pt>
                <c:pt idx="2661">
                  <c:v>5.0834200000000003</c:v>
                </c:pt>
                <c:pt idx="2662">
                  <c:v>5.2860100000000001</c:v>
                </c:pt>
                <c:pt idx="2663">
                  <c:v>5.2355299999999998</c:v>
                </c:pt>
                <c:pt idx="2664">
                  <c:v>4.8397300000000003</c:v>
                </c:pt>
                <c:pt idx="2665">
                  <c:v>4.5396599999999996</c:v>
                </c:pt>
                <c:pt idx="2666">
                  <c:v>4.5091200000000002</c:v>
                </c:pt>
                <c:pt idx="2667">
                  <c:v>4.50129</c:v>
                </c:pt>
                <c:pt idx="2668">
                  <c:v>4.4601300000000004</c:v>
                </c:pt>
                <c:pt idx="2669">
                  <c:v>4.2622099999999996</c:v>
                </c:pt>
                <c:pt idx="2670">
                  <c:v>4.0152999999999999</c:v>
                </c:pt>
                <c:pt idx="2671">
                  <c:v>3.7029800000000002</c:v>
                </c:pt>
                <c:pt idx="2672">
                  <c:v>3.6190199999999999</c:v>
                </c:pt>
                <c:pt idx="2673">
                  <c:v>4.1939500000000001</c:v>
                </c:pt>
                <c:pt idx="2674">
                  <c:v>4.5994900000000003</c:v>
                </c:pt>
                <c:pt idx="2675">
                  <c:v>4.67706</c:v>
                </c:pt>
                <c:pt idx="2676">
                  <c:v>4.8461600000000002</c:v>
                </c:pt>
                <c:pt idx="2677">
                  <c:v>4.8825000000000003</c:v>
                </c:pt>
                <c:pt idx="2678">
                  <c:v>4.6295599999999997</c:v>
                </c:pt>
                <c:pt idx="2679">
                  <c:v>4.3274499999999998</c:v>
                </c:pt>
                <c:pt idx="2680">
                  <c:v>4.1217300000000003</c:v>
                </c:pt>
                <c:pt idx="2681">
                  <c:v>4.36599</c:v>
                </c:pt>
                <c:pt idx="2682">
                  <c:v>4.8738400000000004</c:v>
                </c:pt>
                <c:pt idx="2683">
                  <c:v>5.1926199999999998</c:v>
                </c:pt>
                <c:pt idx="2684">
                  <c:v>5.2416</c:v>
                </c:pt>
                <c:pt idx="2685">
                  <c:v>5.0522600000000004</c:v>
                </c:pt>
                <c:pt idx="2686">
                  <c:v>4.7150499999999997</c:v>
                </c:pt>
                <c:pt idx="2687">
                  <c:v>4.7690999999999999</c:v>
                </c:pt>
                <c:pt idx="2688">
                  <c:v>4.8007999999999997</c:v>
                </c:pt>
                <c:pt idx="2689">
                  <c:v>4.7662800000000001</c:v>
                </c:pt>
                <c:pt idx="2690">
                  <c:v>4.5669399999999998</c:v>
                </c:pt>
                <c:pt idx="2691">
                  <c:v>4.3479400000000004</c:v>
                </c:pt>
                <c:pt idx="2692">
                  <c:v>4.0405100000000003</c:v>
                </c:pt>
                <c:pt idx="2693">
                  <c:v>3.7232699999999999</c:v>
                </c:pt>
                <c:pt idx="2694">
                  <c:v>3.6389200000000002</c:v>
                </c:pt>
                <c:pt idx="2695">
                  <c:v>3.71251</c:v>
                </c:pt>
                <c:pt idx="2696">
                  <c:v>3.9200599999999999</c:v>
                </c:pt>
                <c:pt idx="2697">
                  <c:v>3.8385500000000001</c:v>
                </c:pt>
                <c:pt idx="2698">
                  <c:v>4.0236599999999996</c:v>
                </c:pt>
                <c:pt idx="2699">
                  <c:v>4.2256499999999999</c:v>
                </c:pt>
                <c:pt idx="2700">
                  <c:v>4.5157800000000003</c:v>
                </c:pt>
                <c:pt idx="2701">
                  <c:v>4.7350199999999996</c:v>
                </c:pt>
                <c:pt idx="2702">
                  <c:v>4.5904699999999998</c:v>
                </c:pt>
                <c:pt idx="2703">
                  <c:v>4.4860499999999996</c:v>
                </c:pt>
                <c:pt idx="2704">
                  <c:v>4.6341000000000001</c:v>
                </c:pt>
                <c:pt idx="2705">
                  <c:v>4.4632199999999997</c:v>
                </c:pt>
                <c:pt idx="2706">
                  <c:v>4.3243299999999998</c:v>
                </c:pt>
                <c:pt idx="2707">
                  <c:v>4.3170299999999999</c:v>
                </c:pt>
                <c:pt idx="2708">
                  <c:v>4.5879799999999999</c:v>
                </c:pt>
                <c:pt idx="2709">
                  <c:v>4.8995499999999996</c:v>
                </c:pt>
                <c:pt idx="2710">
                  <c:v>5.0215199999999998</c:v>
                </c:pt>
                <c:pt idx="2711">
                  <c:v>5.4485000000000001</c:v>
                </c:pt>
                <c:pt idx="2712">
                  <c:v>5.5651400000000004</c:v>
                </c:pt>
                <c:pt idx="2713">
                  <c:v>5.2539699999999998</c:v>
                </c:pt>
                <c:pt idx="2714">
                  <c:v>5.3433000000000002</c:v>
                </c:pt>
                <c:pt idx="2715">
                  <c:v>5.5045799999999998</c:v>
                </c:pt>
                <c:pt idx="2716">
                  <c:v>5.4462200000000003</c:v>
                </c:pt>
                <c:pt idx="2717">
                  <c:v>5.1790599999999998</c:v>
                </c:pt>
                <c:pt idx="2718">
                  <c:v>5.0499200000000002</c:v>
                </c:pt>
                <c:pt idx="2719">
                  <c:v>5.4591000000000003</c:v>
                </c:pt>
                <c:pt idx="2720">
                  <c:v>5.8406500000000001</c:v>
                </c:pt>
                <c:pt idx="2721">
                  <c:v>5.7145299999999999</c:v>
                </c:pt>
                <c:pt idx="2722">
                  <c:v>5.9518300000000002</c:v>
                </c:pt>
                <c:pt idx="2723">
                  <c:v>6.3201400000000003</c:v>
                </c:pt>
                <c:pt idx="2724">
                  <c:v>6.5742599999999998</c:v>
                </c:pt>
                <c:pt idx="2725">
                  <c:v>6.9996900000000002</c:v>
                </c:pt>
                <c:pt idx="2726">
                  <c:v>7.6783400000000004</c:v>
                </c:pt>
                <c:pt idx="2727">
                  <c:v>8.6202699999999997</c:v>
                </c:pt>
                <c:pt idx="2728">
                  <c:v>9.5314899999999998</c:v>
                </c:pt>
                <c:pt idx="2729">
                  <c:v>10.4666</c:v>
                </c:pt>
                <c:pt idx="2730">
                  <c:v>12.051299999999999</c:v>
                </c:pt>
                <c:pt idx="2731">
                  <c:v>13.591799999999999</c:v>
                </c:pt>
                <c:pt idx="2732">
                  <c:v>15.123200000000001</c:v>
                </c:pt>
                <c:pt idx="2733">
                  <c:v>16.376899999999999</c:v>
                </c:pt>
                <c:pt idx="2734">
                  <c:v>16.873899999999999</c:v>
                </c:pt>
                <c:pt idx="2735">
                  <c:v>17.124400000000001</c:v>
                </c:pt>
                <c:pt idx="2736">
                  <c:v>16.9514</c:v>
                </c:pt>
                <c:pt idx="2737">
                  <c:v>16.38</c:v>
                </c:pt>
                <c:pt idx="2738">
                  <c:v>15.9024</c:v>
                </c:pt>
                <c:pt idx="2739">
                  <c:v>14.976100000000001</c:v>
                </c:pt>
                <c:pt idx="2740">
                  <c:v>13.664899999999999</c:v>
                </c:pt>
                <c:pt idx="2741">
                  <c:v>12.043799999999999</c:v>
                </c:pt>
                <c:pt idx="2742">
                  <c:v>10.916600000000001</c:v>
                </c:pt>
                <c:pt idx="2743">
                  <c:v>9.9360700000000008</c:v>
                </c:pt>
                <c:pt idx="2744">
                  <c:v>8.7086699999999997</c:v>
                </c:pt>
                <c:pt idx="2745">
                  <c:v>7.52766</c:v>
                </c:pt>
                <c:pt idx="2746">
                  <c:v>6.8109900000000003</c:v>
                </c:pt>
                <c:pt idx="2747">
                  <c:v>6.4237200000000003</c:v>
                </c:pt>
                <c:pt idx="2748">
                  <c:v>5.8533099999999996</c:v>
                </c:pt>
                <c:pt idx="2749">
                  <c:v>5.3994999999999997</c:v>
                </c:pt>
                <c:pt idx="2750">
                  <c:v>5.0246500000000003</c:v>
                </c:pt>
                <c:pt idx="2751">
                  <c:v>4.8458199999999998</c:v>
                </c:pt>
                <c:pt idx="2752">
                  <c:v>4.8623900000000004</c:v>
                </c:pt>
                <c:pt idx="2753">
                  <c:v>4.9691000000000001</c:v>
                </c:pt>
                <c:pt idx="2754">
                  <c:v>5.1730900000000002</c:v>
                </c:pt>
                <c:pt idx="2755">
                  <c:v>5.0060399999999996</c:v>
                </c:pt>
                <c:pt idx="2756">
                  <c:v>4.5861400000000003</c:v>
                </c:pt>
                <c:pt idx="2757">
                  <c:v>4.3849299999999998</c:v>
                </c:pt>
                <c:pt idx="2758">
                  <c:v>4.2697500000000002</c:v>
                </c:pt>
                <c:pt idx="2759">
                  <c:v>4.1750299999999996</c:v>
                </c:pt>
                <c:pt idx="2760">
                  <c:v>4.1804399999999999</c:v>
                </c:pt>
                <c:pt idx="2761">
                  <c:v>4.42584</c:v>
                </c:pt>
                <c:pt idx="2762">
                  <c:v>4.7565799999999996</c:v>
                </c:pt>
                <c:pt idx="2763">
                  <c:v>4.9408500000000002</c:v>
                </c:pt>
                <c:pt idx="2764">
                  <c:v>4.9958900000000002</c:v>
                </c:pt>
                <c:pt idx="2765">
                  <c:v>4.7221299999999999</c:v>
                </c:pt>
                <c:pt idx="2766">
                  <c:v>4.1767500000000002</c:v>
                </c:pt>
                <c:pt idx="2767">
                  <c:v>3.5668500000000001</c:v>
                </c:pt>
                <c:pt idx="2768">
                  <c:v>3.55592</c:v>
                </c:pt>
                <c:pt idx="2769">
                  <c:v>3.9064000000000001</c:v>
                </c:pt>
                <c:pt idx="2770">
                  <c:v>4.0202299999999997</c:v>
                </c:pt>
                <c:pt idx="2771">
                  <c:v>4.04983</c:v>
                </c:pt>
                <c:pt idx="2772">
                  <c:v>4.0276800000000001</c:v>
                </c:pt>
                <c:pt idx="2773">
                  <c:v>4.0797400000000001</c:v>
                </c:pt>
                <c:pt idx="2774">
                  <c:v>4.4449199999999998</c:v>
                </c:pt>
                <c:pt idx="2775">
                  <c:v>4.6850100000000001</c:v>
                </c:pt>
                <c:pt idx="2776">
                  <c:v>4.4767799999999998</c:v>
                </c:pt>
                <c:pt idx="2777">
                  <c:v>4.1476800000000003</c:v>
                </c:pt>
                <c:pt idx="2778">
                  <c:v>3.9362200000000001</c:v>
                </c:pt>
                <c:pt idx="2779">
                  <c:v>3.8828499999999999</c:v>
                </c:pt>
                <c:pt idx="2780">
                  <c:v>3.9448500000000002</c:v>
                </c:pt>
                <c:pt idx="2781">
                  <c:v>4.1348900000000004</c:v>
                </c:pt>
                <c:pt idx="2782">
                  <c:v>4.5481699999999998</c:v>
                </c:pt>
                <c:pt idx="2783">
                  <c:v>4.5680399999999999</c:v>
                </c:pt>
                <c:pt idx="2784">
                  <c:v>4.3914600000000004</c:v>
                </c:pt>
                <c:pt idx="2785">
                  <c:v>4.35954</c:v>
                </c:pt>
                <c:pt idx="2786">
                  <c:v>4.6593400000000003</c:v>
                </c:pt>
                <c:pt idx="2787">
                  <c:v>4.78017</c:v>
                </c:pt>
                <c:pt idx="2788">
                  <c:v>4.5613799999999998</c:v>
                </c:pt>
                <c:pt idx="2789">
                  <c:v>4.3996300000000002</c:v>
                </c:pt>
                <c:pt idx="2790">
                  <c:v>4.42218</c:v>
                </c:pt>
                <c:pt idx="2791">
                  <c:v>4.5254899999999996</c:v>
                </c:pt>
                <c:pt idx="2792">
                  <c:v>4.7503799999999998</c:v>
                </c:pt>
                <c:pt idx="2793">
                  <c:v>4.64473</c:v>
                </c:pt>
                <c:pt idx="2794">
                  <c:v>4.4057599999999999</c:v>
                </c:pt>
                <c:pt idx="2795">
                  <c:v>4.4781399999999998</c:v>
                </c:pt>
                <c:pt idx="2796">
                  <c:v>4.3663800000000004</c:v>
                </c:pt>
                <c:pt idx="2797">
                  <c:v>4.1811199999999999</c:v>
                </c:pt>
                <c:pt idx="2798">
                  <c:v>4.0166300000000001</c:v>
                </c:pt>
                <c:pt idx="2799">
                  <c:v>4.1331800000000003</c:v>
                </c:pt>
                <c:pt idx="2800">
                  <c:v>4.3041</c:v>
                </c:pt>
                <c:pt idx="2801">
                  <c:v>4.3531899999999997</c:v>
                </c:pt>
                <c:pt idx="2802">
                  <c:v>4.6719200000000001</c:v>
                </c:pt>
                <c:pt idx="2803">
                  <c:v>4.3223700000000003</c:v>
                </c:pt>
                <c:pt idx="2804">
                  <c:v>4.0871399999999998</c:v>
                </c:pt>
                <c:pt idx="2805">
                  <c:v>4.4822100000000002</c:v>
                </c:pt>
                <c:pt idx="2806">
                  <c:v>4.5507600000000004</c:v>
                </c:pt>
                <c:pt idx="2807">
                  <c:v>4.5117599999999998</c:v>
                </c:pt>
                <c:pt idx="2808">
                  <c:v>4.4101699999999999</c:v>
                </c:pt>
                <c:pt idx="2809">
                  <c:v>4.4373699999999996</c:v>
                </c:pt>
                <c:pt idx="2810">
                  <c:v>4.7150100000000004</c:v>
                </c:pt>
                <c:pt idx="2811">
                  <c:v>4.73841</c:v>
                </c:pt>
                <c:pt idx="2812">
                  <c:v>4.4778000000000002</c:v>
                </c:pt>
                <c:pt idx="2813">
                  <c:v>4.4954299999999998</c:v>
                </c:pt>
                <c:pt idx="2814">
                  <c:v>4.52468</c:v>
                </c:pt>
                <c:pt idx="2815">
                  <c:v>4.4793700000000003</c:v>
                </c:pt>
                <c:pt idx="2816">
                  <c:v>4.4802200000000001</c:v>
                </c:pt>
                <c:pt idx="2817">
                  <c:v>4.6120099999999997</c:v>
                </c:pt>
                <c:pt idx="2818">
                  <c:v>4.5230800000000002</c:v>
                </c:pt>
                <c:pt idx="2819">
                  <c:v>4.1798500000000001</c:v>
                </c:pt>
                <c:pt idx="2820">
                  <c:v>3.6526000000000001</c:v>
                </c:pt>
                <c:pt idx="2821">
                  <c:v>3.5436700000000001</c:v>
                </c:pt>
                <c:pt idx="2822">
                  <c:v>3.8479299999999999</c:v>
                </c:pt>
                <c:pt idx="2823">
                  <c:v>3.8808500000000001</c:v>
                </c:pt>
                <c:pt idx="2824">
                  <c:v>3.95038</c:v>
                </c:pt>
                <c:pt idx="2825">
                  <c:v>3.9479000000000002</c:v>
                </c:pt>
                <c:pt idx="2826">
                  <c:v>3.8706800000000001</c:v>
                </c:pt>
                <c:pt idx="2827">
                  <c:v>4.0770499999999998</c:v>
                </c:pt>
                <c:pt idx="2828">
                  <c:v>4.30647</c:v>
                </c:pt>
                <c:pt idx="2829">
                  <c:v>4.21678</c:v>
                </c:pt>
                <c:pt idx="2830">
                  <c:v>4.0075900000000004</c:v>
                </c:pt>
                <c:pt idx="2831">
                  <c:v>4.0181800000000001</c:v>
                </c:pt>
                <c:pt idx="2832">
                  <c:v>4.0679600000000002</c:v>
                </c:pt>
                <c:pt idx="2833">
                  <c:v>4.0826200000000004</c:v>
                </c:pt>
                <c:pt idx="2834">
                  <c:v>3.8987400000000001</c:v>
                </c:pt>
                <c:pt idx="2835">
                  <c:v>3.95581</c:v>
                </c:pt>
                <c:pt idx="2836">
                  <c:v>4.43302</c:v>
                </c:pt>
                <c:pt idx="2837">
                  <c:v>4.5650300000000001</c:v>
                </c:pt>
                <c:pt idx="2838">
                  <c:v>4.2714100000000004</c:v>
                </c:pt>
                <c:pt idx="2839">
                  <c:v>3.88436</c:v>
                </c:pt>
                <c:pt idx="2840">
                  <c:v>4.0169699999999997</c:v>
                </c:pt>
                <c:pt idx="2841">
                  <c:v>4.5531699999999997</c:v>
                </c:pt>
                <c:pt idx="2842">
                  <c:v>4.3583600000000002</c:v>
                </c:pt>
                <c:pt idx="2843">
                  <c:v>4.1950099999999999</c:v>
                </c:pt>
                <c:pt idx="2844">
                  <c:v>4.2239399999999998</c:v>
                </c:pt>
                <c:pt idx="2845">
                  <c:v>4.0315000000000003</c:v>
                </c:pt>
                <c:pt idx="2846">
                  <c:v>3.6032000000000002</c:v>
                </c:pt>
                <c:pt idx="2847">
                  <c:v>3.5748799999999998</c:v>
                </c:pt>
                <c:pt idx="2848">
                  <c:v>3.8372799999999998</c:v>
                </c:pt>
                <c:pt idx="2849">
                  <c:v>3.9552499999999999</c:v>
                </c:pt>
                <c:pt idx="2850">
                  <c:v>3.97288</c:v>
                </c:pt>
                <c:pt idx="2851">
                  <c:v>4.2933599999999998</c:v>
                </c:pt>
                <c:pt idx="2852">
                  <c:v>4.0772899999999996</c:v>
                </c:pt>
                <c:pt idx="2853">
                  <c:v>3.85</c:v>
                </c:pt>
                <c:pt idx="2854">
                  <c:v>4.0171599999999996</c:v>
                </c:pt>
                <c:pt idx="2855">
                  <c:v>4.2459300000000004</c:v>
                </c:pt>
                <c:pt idx="2856">
                  <c:v>4.4050000000000002</c:v>
                </c:pt>
                <c:pt idx="2857">
                  <c:v>4.6597299999999997</c:v>
                </c:pt>
                <c:pt idx="2858">
                  <c:v>5.1389199999999997</c:v>
                </c:pt>
                <c:pt idx="2859">
                  <c:v>5.1444700000000001</c:v>
                </c:pt>
                <c:pt idx="2860">
                  <c:v>4.6400100000000002</c:v>
                </c:pt>
                <c:pt idx="2861">
                  <c:v>4.1904599999999999</c:v>
                </c:pt>
                <c:pt idx="2862">
                  <c:v>4.3871200000000004</c:v>
                </c:pt>
                <c:pt idx="2863">
                  <c:v>4.69841</c:v>
                </c:pt>
                <c:pt idx="2864">
                  <c:v>4.5423499999999999</c:v>
                </c:pt>
                <c:pt idx="2865">
                  <c:v>4.2598700000000003</c:v>
                </c:pt>
                <c:pt idx="2866">
                  <c:v>4.2961900000000002</c:v>
                </c:pt>
                <c:pt idx="2867">
                  <c:v>4.0310100000000002</c:v>
                </c:pt>
                <c:pt idx="2868">
                  <c:v>3.64601</c:v>
                </c:pt>
                <c:pt idx="2869">
                  <c:v>3.5522100000000001</c:v>
                </c:pt>
                <c:pt idx="2870">
                  <c:v>4.0129099999999998</c:v>
                </c:pt>
                <c:pt idx="2871">
                  <c:v>4.2643199999999997</c:v>
                </c:pt>
                <c:pt idx="2872">
                  <c:v>4.16052</c:v>
                </c:pt>
                <c:pt idx="2873">
                  <c:v>4.1023500000000004</c:v>
                </c:pt>
                <c:pt idx="2874">
                  <c:v>3.6795800000000001</c:v>
                </c:pt>
                <c:pt idx="2875">
                  <c:v>3.8927700000000001</c:v>
                </c:pt>
                <c:pt idx="2876">
                  <c:v>4.12906</c:v>
                </c:pt>
                <c:pt idx="2877">
                  <c:v>4.1240500000000004</c:v>
                </c:pt>
                <c:pt idx="2878">
                  <c:v>4.4326100000000004</c:v>
                </c:pt>
                <c:pt idx="2879">
                  <c:v>4.5974399999999997</c:v>
                </c:pt>
                <c:pt idx="2880">
                  <c:v>4.2065900000000003</c:v>
                </c:pt>
                <c:pt idx="2881">
                  <c:v>4.0663400000000003</c:v>
                </c:pt>
                <c:pt idx="2882">
                  <c:v>4.2541500000000001</c:v>
                </c:pt>
                <c:pt idx="2883">
                  <c:v>3.9679600000000002</c:v>
                </c:pt>
                <c:pt idx="2884">
                  <c:v>4.1344500000000002</c:v>
                </c:pt>
                <c:pt idx="2885">
                  <c:v>4.6469699999999996</c:v>
                </c:pt>
                <c:pt idx="2886">
                  <c:v>4.6646099999999997</c:v>
                </c:pt>
                <c:pt idx="2887">
                  <c:v>4.4337499999999999</c:v>
                </c:pt>
                <c:pt idx="2888">
                  <c:v>4.3722799999999999</c:v>
                </c:pt>
                <c:pt idx="2889">
                  <c:v>4.2485299999999997</c:v>
                </c:pt>
                <c:pt idx="2890">
                  <c:v>4.1767399999999997</c:v>
                </c:pt>
                <c:pt idx="2891">
                  <c:v>4.1175100000000002</c:v>
                </c:pt>
                <c:pt idx="2892">
                  <c:v>4.2917899999999998</c:v>
                </c:pt>
                <c:pt idx="2893">
                  <c:v>4.4233200000000004</c:v>
                </c:pt>
                <c:pt idx="2894">
                  <c:v>4.4321200000000003</c:v>
                </c:pt>
                <c:pt idx="2895">
                  <c:v>4.2225900000000003</c:v>
                </c:pt>
                <c:pt idx="2896">
                  <c:v>3.9471500000000002</c:v>
                </c:pt>
                <c:pt idx="2897">
                  <c:v>4.1712499999999997</c:v>
                </c:pt>
                <c:pt idx="2898">
                  <c:v>4.4218000000000002</c:v>
                </c:pt>
                <c:pt idx="2899">
                  <c:v>4.5977499999999996</c:v>
                </c:pt>
                <c:pt idx="2900">
                  <c:v>4.5672199999999998</c:v>
                </c:pt>
                <c:pt idx="2901">
                  <c:v>4.5450600000000003</c:v>
                </c:pt>
                <c:pt idx="2902">
                  <c:v>4.5477299999999996</c:v>
                </c:pt>
                <c:pt idx="2903">
                  <c:v>4.4577799999999996</c:v>
                </c:pt>
                <c:pt idx="2904">
                  <c:v>4.6406999999999998</c:v>
                </c:pt>
                <c:pt idx="2905">
                  <c:v>4.5211800000000002</c:v>
                </c:pt>
                <c:pt idx="2906">
                  <c:v>4.2457500000000001</c:v>
                </c:pt>
                <c:pt idx="2907">
                  <c:v>4.2905100000000003</c:v>
                </c:pt>
                <c:pt idx="2908">
                  <c:v>4.4550599999999996</c:v>
                </c:pt>
                <c:pt idx="2909">
                  <c:v>4.24132</c:v>
                </c:pt>
                <c:pt idx="2910">
                  <c:v>4.03972</c:v>
                </c:pt>
                <c:pt idx="2911">
                  <c:v>4.1663800000000002</c:v>
                </c:pt>
                <c:pt idx="2912">
                  <c:v>4.7481900000000001</c:v>
                </c:pt>
                <c:pt idx="2913">
                  <c:v>4.9771700000000001</c:v>
                </c:pt>
                <c:pt idx="2914">
                  <c:v>5.1970999999999998</c:v>
                </c:pt>
                <c:pt idx="2915">
                  <c:v>5.8468299999999997</c:v>
                </c:pt>
                <c:pt idx="2916">
                  <c:v>6.1365699999999999</c:v>
                </c:pt>
                <c:pt idx="2917">
                  <c:v>6.2954600000000003</c:v>
                </c:pt>
                <c:pt idx="2918">
                  <c:v>6.6570400000000003</c:v>
                </c:pt>
                <c:pt idx="2919">
                  <c:v>6.9747899999999996</c:v>
                </c:pt>
                <c:pt idx="2920">
                  <c:v>7.31874</c:v>
                </c:pt>
                <c:pt idx="2921">
                  <c:v>7.7702</c:v>
                </c:pt>
                <c:pt idx="2922">
                  <c:v>7.7226900000000001</c:v>
                </c:pt>
                <c:pt idx="2923">
                  <c:v>7.3341500000000002</c:v>
                </c:pt>
                <c:pt idx="2924">
                  <c:v>7.2342700000000004</c:v>
                </c:pt>
                <c:pt idx="2925">
                  <c:v>6.9638</c:v>
                </c:pt>
                <c:pt idx="2926">
                  <c:v>6.4255399999999998</c:v>
                </c:pt>
                <c:pt idx="2927">
                  <c:v>5.9977600000000004</c:v>
                </c:pt>
                <c:pt idx="2928">
                  <c:v>5.5406000000000004</c:v>
                </c:pt>
                <c:pt idx="2929">
                  <c:v>5.01058</c:v>
                </c:pt>
                <c:pt idx="2930">
                  <c:v>4.8042499999999997</c:v>
                </c:pt>
                <c:pt idx="2931">
                  <c:v>4.9010400000000001</c:v>
                </c:pt>
                <c:pt idx="2932">
                  <c:v>4.9598599999999999</c:v>
                </c:pt>
                <c:pt idx="2933">
                  <c:v>4.9914399999999999</c:v>
                </c:pt>
                <c:pt idx="2934">
                  <c:v>4.8719099999999997</c:v>
                </c:pt>
                <c:pt idx="2935">
                  <c:v>4.6923700000000004</c:v>
                </c:pt>
                <c:pt idx="2936">
                  <c:v>4.3164999999999996</c:v>
                </c:pt>
                <c:pt idx="2937">
                  <c:v>4.1576500000000003</c:v>
                </c:pt>
                <c:pt idx="2938">
                  <c:v>4.2292300000000003</c:v>
                </c:pt>
                <c:pt idx="2939">
                  <c:v>4.5241499999999997</c:v>
                </c:pt>
                <c:pt idx="2940">
                  <c:v>4.7609399999999997</c:v>
                </c:pt>
                <c:pt idx="2941">
                  <c:v>4.2786</c:v>
                </c:pt>
                <c:pt idx="2942">
                  <c:v>4.0378100000000003</c:v>
                </c:pt>
                <c:pt idx="2943">
                  <c:v>3.99072</c:v>
                </c:pt>
                <c:pt idx="2944">
                  <c:v>3.7327400000000002</c:v>
                </c:pt>
                <c:pt idx="2945">
                  <c:v>3.7595499999999999</c:v>
                </c:pt>
                <c:pt idx="2946">
                  <c:v>3.8228599999999999</c:v>
                </c:pt>
                <c:pt idx="2947">
                  <c:v>3.70933</c:v>
                </c:pt>
                <c:pt idx="2948">
                  <c:v>3.8579500000000002</c:v>
                </c:pt>
                <c:pt idx="2949">
                  <c:v>4.2661199999999999</c:v>
                </c:pt>
                <c:pt idx="2950">
                  <c:v>4.2215699999999998</c:v>
                </c:pt>
                <c:pt idx="2951">
                  <c:v>4.2305700000000002</c:v>
                </c:pt>
                <c:pt idx="2952">
                  <c:v>4.2427599999999996</c:v>
                </c:pt>
                <c:pt idx="2953">
                  <c:v>4.2290799999999997</c:v>
                </c:pt>
                <c:pt idx="2954">
                  <c:v>4.3335100000000004</c:v>
                </c:pt>
                <c:pt idx="2955">
                  <c:v>4.3088300000000004</c:v>
                </c:pt>
                <c:pt idx="2956">
                  <c:v>4.2595599999999996</c:v>
                </c:pt>
                <c:pt idx="2957">
                  <c:v>4.3725699999999996</c:v>
                </c:pt>
                <c:pt idx="2958">
                  <c:v>4.5078699999999996</c:v>
                </c:pt>
                <c:pt idx="2959">
                  <c:v>4.4223999999999997</c:v>
                </c:pt>
                <c:pt idx="2960">
                  <c:v>4.1701199999999998</c:v>
                </c:pt>
                <c:pt idx="2961">
                  <c:v>4.0292300000000001</c:v>
                </c:pt>
                <c:pt idx="2962">
                  <c:v>4.2991700000000002</c:v>
                </c:pt>
                <c:pt idx="2963">
                  <c:v>4.4721299999999999</c:v>
                </c:pt>
                <c:pt idx="2964">
                  <c:v>4.29847</c:v>
                </c:pt>
                <c:pt idx="2965">
                  <c:v>4.43316</c:v>
                </c:pt>
                <c:pt idx="2966">
                  <c:v>4.6141300000000003</c:v>
                </c:pt>
                <c:pt idx="2967">
                  <c:v>4.6518600000000001</c:v>
                </c:pt>
                <c:pt idx="2968">
                  <c:v>4.4992999999999999</c:v>
                </c:pt>
                <c:pt idx="2969">
                  <c:v>4.2548000000000004</c:v>
                </c:pt>
                <c:pt idx="2970">
                  <c:v>4.1775700000000002</c:v>
                </c:pt>
                <c:pt idx="2971">
                  <c:v>4.0756899999999998</c:v>
                </c:pt>
                <c:pt idx="2972">
                  <c:v>3.9365199999999998</c:v>
                </c:pt>
                <c:pt idx="2973">
                  <c:v>4.1893000000000002</c:v>
                </c:pt>
                <c:pt idx="2974">
                  <c:v>4.2808599999999997</c:v>
                </c:pt>
                <c:pt idx="2975">
                  <c:v>4.0585800000000001</c:v>
                </c:pt>
                <c:pt idx="2976">
                  <c:v>4.1198399999999999</c:v>
                </c:pt>
                <c:pt idx="2977">
                  <c:v>4.3033200000000003</c:v>
                </c:pt>
                <c:pt idx="2978">
                  <c:v>4.2848899999999999</c:v>
                </c:pt>
                <c:pt idx="2979">
                  <c:v>4.2254399999999999</c:v>
                </c:pt>
                <c:pt idx="2980">
                  <c:v>4.4934500000000002</c:v>
                </c:pt>
                <c:pt idx="2981">
                  <c:v>4.7722800000000003</c:v>
                </c:pt>
                <c:pt idx="2982">
                  <c:v>4.65442</c:v>
                </c:pt>
                <c:pt idx="2983">
                  <c:v>4.3837900000000003</c:v>
                </c:pt>
                <c:pt idx="2984">
                  <c:v>4.2878999999999996</c:v>
                </c:pt>
                <c:pt idx="2985">
                  <c:v>4.4894699999999998</c:v>
                </c:pt>
                <c:pt idx="2986">
                  <c:v>4.5710199999999999</c:v>
                </c:pt>
                <c:pt idx="2987">
                  <c:v>4.3029599999999997</c:v>
                </c:pt>
                <c:pt idx="2988">
                  <c:v>3.9612400000000001</c:v>
                </c:pt>
                <c:pt idx="2989">
                  <c:v>3.7469199999999998</c:v>
                </c:pt>
                <c:pt idx="2990">
                  <c:v>3.9003100000000002</c:v>
                </c:pt>
                <c:pt idx="2991">
                  <c:v>4.1458899999999996</c:v>
                </c:pt>
                <c:pt idx="2992">
                  <c:v>4.2862299999999998</c:v>
                </c:pt>
                <c:pt idx="2993">
                  <c:v>4.4697500000000003</c:v>
                </c:pt>
                <c:pt idx="2994">
                  <c:v>4.3721800000000002</c:v>
                </c:pt>
                <c:pt idx="2995">
                  <c:v>4.5122999999999998</c:v>
                </c:pt>
                <c:pt idx="2996">
                  <c:v>4.6725199999999996</c:v>
                </c:pt>
                <c:pt idx="2997">
                  <c:v>4.9402200000000001</c:v>
                </c:pt>
                <c:pt idx="2998">
                  <c:v>4.6094499999999998</c:v>
                </c:pt>
                <c:pt idx="2999">
                  <c:v>4.3629199999999999</c:v>
                </c:pt>
                <c:pt idx="3000">
                  <c:v>4.5886100000000001</c:v>
                </c:pt>
                <c:pt idx="3001">
                  <c:v>5.0398300000000003</c:v>
                </c:pt>
                <c:pt idx="3002">
                  <c:v>5.3796499999999998</c:v>
                </c:pt>
                <c:pt idx="3003">
                  <c:v>5.2873099999999997</c:v>
                </c:pt>
                <c:pt idx="3004">
                  <c:v>4.7338800000000001</c:v>
                </c:pt>
                <c:pt idx="3005">
                  <c:v>4.2898399999999999</c:v>
                </c:pt>
                <c:pt idx="3006">
                  <c:v>3.9133599999999999</c:v>
                </c:pt>
                <c:pt idx="3007">
                  <c:v>3.6470600000000002</c:v>
                </c:pt>
                <c:pt idx="3008">
                  <c:v>3.9499</c:v>
                </c:pt>
                <c:pt idx="3009">
                  <c:v>4.40158</c:v>
                </c:pt>
                <c:pt idx="3010">
                  <c:v>4.5210999999999997</c:v>
                </c:pt>
                <c:pt idx="3011">
                  <c:v>4.5957800000000004</c:v>
                </c:pt>
                <c:pt idx="3012">
                  <c:v>4.7591400000000004</c:v>
                </c:pt>
                <c:pt idx="3013">
                  <c:v>4.9124400000000001</c:v>
                </c:pt>
                <c:pt idx="3014">
                  <c:v>5.5124300000000002</c:v>
                </c:pt>
                <c:pt idx="3015">
                  <c:v>5.9830399999999999</c:v>
                </c:pt>
                <c:pt idx="3016">
                  <c:v>6.0710300000000004</c:v>
                </c:pt>
                <c:pt idx="3017">
                  <c:v>5.9215099999999996</c:v>
                </c:pt>
                <c:pt idx="3018">
                  <c:v>5.4244899999999996</c:v>
                </c:pt>
                <c:pt idx="3019">
                  <c:v>5.0432800000000002</c:v>
                </c:pt>
                <c:pt idx="3020">
                  <c:v>5.0656600000000003</c:v>
                </c:pt>
                <c:pt idx="3021">
                  <c:v>4.7740799999999997</c:v>
                </c:pt>
                <c:pt idx="3022">
                  <c:v>4.2739799999999999</c:v>
                </c:pt>
                <c:pt idx="3023">
                  <c:v>4.2595900000000002</c:v>
                </c:pt>
                <c:pt idx="3024">
                  <c:v>4.2531299999999996</c:v>
                </c:pt>
                <c:pt idx="3025">
                  <c:v>4.4160899999999996</c:v>
                </c:pt>
                <c:pt idx="3026">
                  <c:v>4.5048300000000001</c:v>
                </c:pt>
                <c:pt idx="3027">
                  <c:v>4.6388499999999997</c:v>
                </c:pt>
                <c:pt idx="3028">
                  <c:v>4.83413</c:v>
                </c:pt>
                <c:pt idx="3029">
                  <c:v>4.91899</c:v>
                </c:pt>
                <c:pt idx="3030">
                  <c:v>5.1195899999999996</c:v>
                </c:pt>
                <c:pt idx="3031">
                  <c:v>5.1846399999999999</c:v>
                </c:pt>
                <c:pt idx="3032">
                  <c:v>5.3239299999999998</c:v>
                </c:pt>
                <c:pt idx="3033">
                  <c:v>5.4704800000000002</c:v>
                </c:pt>
                <c:pt idx="3034">
                  <c:v>5.2704000000000004</c:v>
                </c:pt>
                <c:pt idx="3035">
                  <c:v>4.9190199999999997</c:v>
                </c:pt>
                <c:pt idx="3036">
                  <c:v>4.96448</c:v>
                </c:pt>
                <c:pt idx="3037">
                  <c:v>5.3010400000000004</c:v>
                </c:pt>
                <c:pt idx="3038">
                  <c:v>5.5255999999999998</c:v>
                </c:pt>
                <c:pt idx="3039">
                  <c:v>5.5903200000000002</c:v>
                </c:pt>
                <c:pt idx="3040">
                  <c:v>5.5107900000000001</c:v>
                </c:pt>
                <c:pt idx="3041">
                  <c:v>5.2344099999999996</c:v>
                </c:pt>
                <c:pt idx="3042">
                  <c:v>4.82775</c:v>
                </c:pt>
                <c:pt idx="3043">
                  <c:v>4.9032900000000001</c:v>
                </c:pt>
                <c:pt idx="3044">
                  <c:v>5.4126399999999997</c:v>
                </c:pt>
                <c:pt idx="3045">
                  <c:v>5.6351000000000004</c:v>
                </c:pt>
                <c:pt idx="3046">
                  <c:v>5.5569699999999997</c:v>
                </c:pt>
                <c:pt idx="3047">
                  <c:v>5.6650600000000004</c:v>
                </c:pt>
                <c:pt idx="3048">
                  <c:v>5.4840099999999996</c:v>
                </c:pt>
                <c:pt idx="3049">
                  <c:v>5.21312</c:v>
                </c:pt>
                <c:pt idx="3050">
                  <c:v>5.1101400000000003</c:v>
                </c:pt>
                <c:pt idx="3051">
                  <c:v>5.3915199999999999</c:v>
                </c:pt>
                <c:pt idx="3052">
                  <c:v>5.6746800000000004</c:v>
                </c:pt>
                <c:pt idx="3053">
                  <c:v>5.4363900000000003</c:v>
                </c:pt>
                <c:pt idx="3054">
                  <c:v>4.8964699999999999</c:v>
                </c:pt>
                <c:pt idx="3055">
                  <c:v>4.7687099999999996</c:v>
                </c:pt>
                <c:pt idx="3056">
                  <c:v>4.7941500000000001</c:v>
                </c:pt>
                <c:pt idx="3057">
                  <c:v>4.9472500000000004</c:v>
                </c:pt>
                <c:pt idx="3058">
                  <c:v>5.0686499999999999</c:v>
                </c:pt>
                <c:pt idx="3059">
                  <c:v>5.24261</c:v>
                </c:pt>
                <c:pt idx="3060">
                  <c:v>5.1300699999999999</c:v>
                </c:pt>
                <c:pt idx="3061">
                  <c:v>5.0572499999999998</c:v>
                </c:pt>
                <c:pt idx="3062">
                  <c:v>4.9545199999999996</c:v>
                </c:pt>
                <c:pt idx="3063">
                  <c:v>5.0782299999999996</c:v>
                </c:pt>
                <c:pt idx="3064">
                  <c:v>5.54061</c:v>
                </c:pt>
                <c:pt idx="3065">
                  <c:v>5.7044600000000001</c:v>
                </c:pt>
                <c:pt idx="3066">
                  <c:v>6.2381700000000002</c:v>
                </c:pt>
                <c:pt idx="3067">
                  <c:v>6.5020600000000002</c:v>
                </c:pt>
                <c:pt idx="3068">
                  <c:v>6.3852000000000002</c:v>
                </c:pt>
                <c:pt idx="3069">
                  <c:v>6.01668</c:v>
                </c:pt>
                <c:pt idx="3070">
                  <c:v>5.9835799999999999</c:v>
                </c:pt>
                <c:pt idx="3071">
                  <c:v>6.2405799999999996</c:v>
                </c:pt>
                <c:pt idx="3072">
                  <c:v>6.5078800000000001</c:v>
                </c:pt>
                <c:pt idx="3073">
                  <c:v>6.6304699999999999</c:v>
                </c:pt>
                <c:pt idx="3074">
                  <c:v>6.8357599999999996</c:v>
                </c:pt>
                <c:pt idx="3075">
                  <c:v>7.1843199999999996</c:v>
                </c:pt>
                <c:pt idx="3076">
                  <c:v>7.3995199999999999</c:v>
                </c:pt>
                <c:pt idx="3077">
                  <c:v>7.3027100000000003</c:v>
                </c:pt>
                <c:pt idx="3078">
                  <c:v>7.4694799999999999</c:v>
                </c:pt>
                <c:pt idx="3079">
                  <c:v>7.6828000000000003</c:v>
                </c:pt>
                <c:pt idx="3080">
                  <c:v>8.0565599999999993</c:v>
                </c:pt>
                <c:pt idx="3081">
                  <c:v>8.5672999999999995</c:v>
                </c:pt>
                <c:pt idx="3082">
                  <c:v>8.6666799999999995</c:v>
                </c:pt>
                <c:pt idx="3083">
                  <c:v>8.6228499999999997</c:v>
                </c:pt>
                <c:pt idx="3084">
                  <c:v>9.0016999999999996</c:v>
                </c:pt>
                <c:pt idx="3085">
                  <c:v>9.5319400000000005</c:v>
                </c:pt>
                <c:pt idx="3086">
                  <c:v>10.1691</c:v>
                </c:pt>
                <c:pt idx="3087">
                  <c:v>11.058400000000001</c:v>
                </c:pt>
                <c:pt idx="3088">
                  <c:v>12.140499999999999</c:v>
                </c:pt>
                <c:pt idx="3089">
                  <c:v>13.1326</c:v>
                </c:pt>
                <c:pt idx="3090">
                  <c:v>14.0403</c:v>
                </c:pt>
                <c:pt idx="3091">
                  <c:v>15.066700000000001</c:v>
                </c:pt>
                <c:pt idx="3092">
                  <c:v>16.1496</c:v>
                </c:pt>
                <c:pt idx="3093">
                  <c:v>17.407399999999999</c:v>
                </c:pt>
                <c:pt idx="3094">
                  <c:v>18.764099999999999</c:v>
                </c:pt>
                <c:pt idx="3095">
                  <c:v>20.252099999999999</c:v>
                </c:pt>
                <c:pt idx="3096">
                  <c:v>22.7864</c:v>
                </c:pt>
                <c:pt idx="3097">
                  <c:v>26.350899999999999</c:v>
                </c:pt>
                <c:pt idx="3098">
                  <c:v>30.380800000000001</c:v>
                </c:pt>
                <c:pt idx="3099">
                  <c:v>35.465000000000003</c:v>
                </c:pt>
                <c:pt idx="3100">
                  <c:v>41.590800000000002</c:v>
                </c:pt>
                <c:pt idx="3101">
                  <c:v>49.398600000000002</c:v>
                </c:pt>
                <c:pt idx="3102">
                  <c:v>59.666400000000003</c:v>
                </c:pt>
                <c:pt idx="3103">
                  <c:v>73.145600000000002</c:v>
                </c:pt>
                <c:pt idx="3104">
                  <c:v>90.686000000000007</c:v>
                </c:pt>
                <c:pt idx="3105">
                  <c:v>113.254</c:v>
                </c:pt>
                <c:pt idx="3106">
                  <c:v>140.47200000000001</c:v>
                </c:pt>
                <c:pt idx="3107">
                  <c:v>170.05500000000001</c:v>
                </c:pt>
                <c:pt idx="3108">
                  <c:v>199.04499999999999</c:v>
                </c:pt>
                <c:pt idx="3109">
                  <c:v>223.11600000000001</c:v>
                </c:pt>
                <c:pt idx="3110">
                  <c:v>238.416</c:v>
                </c:pt>
                <c:pt idx="3111">
                  <c:v>242.68</c:v>
                </c:pt>
                <c:pt idx="3112">
                  <c:v>235.28200000000001</c:v>
                </c:pt>
                <c:pt idx="3113">
                  <c:v>216.863</c:v>
                </c:pt>
                <c:pt idx="3114">
                  <c:v>190.61500000000001</c:v>
                </c:pt>
                <c:pt idx="3115">
                  <c:v>160.65600000000001</c:v>
                </c:pt>
                <c:pt idx="3116">
                  <c:v>130.56200000000001</c:v>
                </c:pt>
                <c:pt idx="3117">
                  <c:v>103.295</c:v>
                </c:pt>
                <c:pt idx="3118">
                  <c:v>80.933199999999999</c:v>
                </c:pt>
                <c:pt idx="3119">
                  <c:v>63.940399999999997</c:v>
                </c:pt>
                <c:pt idx="3120">
                  <c:v>51.040300000000002</c:v>
                </c:pt>
                <c:pt idx="3121">
                  <c:v>41.627899999999997</c:v>
                </c:pt>
                <c:pt idx="3122">
                  <c:v>34.988900000000001</c:v>
                </c:pt>
                <c:pt idx="3123">
                  <c:v>30.130099999999999</c:v>
                </c:pt>
                <c:pt idx="3124">
                  <c:v>26.3429</c:v>
                </c:pt>
                <c:pt idx="3125">
                  <c:v>23.264900000000001</c:v>
                </c:pt>
                <c:pt idx="3126">
                  <c:v>20.818999999999999</c:v>
                </c:pt>
                <c:pt idx="3127">
                  <c:v>19.2317</c:v>
                </c:pt>
                <c:pt idx="3128">
                  <c:v>18.134799999999998</c:v>
                </c:pt>
                <c:pt idx="3129">
                  <c:v>17.636299999999999</c:v>
                </c:pt>
                <c:pt idx="3130">
                  <c:v>16.988600000000002</c:v>
                </c:pt>
                <c:pt idx="3131">
                  <c:v>15.6592</c:v>
                </c:pt>
                <c:pt idx="3132">
                  <c:v>14.6752</c:v>
                </c:pt>
                <c:pt idx="3133">
                  <c:v>13.962</c:v>
                </c:pt>
                <c:pt idx="3134">
                  <c:v>13.019600000000001</c:v>
                </c:pt>
                <c:pt idx="3135">
                  <c:v>12.1403</c:v>
                </c:pt>
                <c:pt idx="3136">
                  <c:v>11.376300000000001</c:v>
                </c:pt>
                <c:pt idx="3137">
                  <c:v>10.901199999999999</c:v>
                </c:pt>
                <c:pt idx="3138">
                  <c:v>10.284800000000001</c:v>
                </c:pt>
                <c:pt idx="3139">
                  <c:v>9.7304399999999998</c:v>
                </c:pt>
                <c:pt idx="3140">
                  <c:v>9.2755100000000006</c:v>
                </c:pt>
                <c:pt idx="3141">
                  <c:v>8.8117199999999993</c:v>
                </c:pt>
                <c:pt idx="3142">
                  <c:v>8.1422600000000003</c:v>
                </c:pt>
                <c:pt idx="3143">
                  <c:v>7.7763499999999999</c:v>
                </c:pt>
                <c:pt idx="3144">
                  <c:v>7.8456299999999999</c:v>
                </c:pt>
                <c:pt idx="3145">
                  <c:v>7.7453700000000003</c:v>
                </c:pt>
                <c:pt idx="3146">
                  <c:v>7.4529199999999998</c:v>
                </c:pt>
                <c:pt idx="3147">
                  <c:v>7.0463100000000001</c:v>
                </c:pt>
                <c:pt idx="3148">
                  <c:v>6.84694</c:v>
                </c:pt>
                <c:pt idx="3149">
                  <c:v>6.6910499999999997</c:v>
                </c:pt>
                <c:pt idx="3150">
                  <c:v>6.2224199999999996</c:v>
                </c:pt>
                <c:pt idx="3151">
                  <c:v>5.9594100000000001</c:v>
                </c:pt>
                <c:pt idx="3152">
                  <c:v>5.5852899999999996</c:v>
                </c:pt>
                <c:pt idx="3153">
                  <c:v>5.2716500000000002</c:v>
                </c:pt>
                <c:pt idx="3154">
                  <c:v>5.4713700000000003</c:v>
                </c:pt>
                <c:pt idx="3155">
                  <c:v>5.6670199999999999</c:v>
                </c:pt>
                <c:pt idx="3156">
                  <c:v>5.9078099999999996</c:v>
                </c:pt>
                <c:pt idx="3157">
                  <c:v>5.8763100000000001</c:v>
                </c:pt>
                <c:pt idx="3158">
                  <c:v>5.5888099999999996</c:v>
                </c:pt>
                <c:pt idx="3159">
                  <c:v>5.4708100000000002</c:v>
                </c:pt>
                <c:pt idx="3160">
                  <c:v>5.2022899999999996</c:v>
                </c:pt>
                <c:pt idx="3161">
                  <c:v>4.63767</c:v>
                </c:pt>
                <c:pt idx="3162">
                  <c:v>4.5514999999999999</c:v>
                </c:pt>
                <c:pt idx="3163">
                  <c:v>4.4794799999999997</c:v>
                </c:pt>
                <c:pt idx="3164">
                  <c:v>4.4112999999999998</c:v>
                </c:pt>
                <c:pt idx="3165">
                  <c:v>4.54542</c:v>
                </c:pt>
                <c:pt idx="3166">
                  <c:v>4.77006</c:v>
                </c:pt>
                <c:pt idx="3167">
                  <c:v>4.8967299999999998</c:v>
                </c:pt>
                <c:pt idx="3168">
                  <c:v>5.0616399999999997</c:v>
                </c:pt>
                <c:pt idx="3169">
                  <c:v>5.1672000000000002</c:v>
                </c:pt>
                <c:pt idx="3170">
                  <c:v>4.9461399999999998</c:v>
                </c:pt>
                <c:pt idx="3171">
                  <c:v>4.5862600000000002</c:v>
                </c:pt>
                <c:pt idx="3172">
                  <c:v>4.2714299999999996</c:v>
                </c:pt>
                <c:pt idx="3173">
                  <c:v>4.4349499999999997</c:v>
                </c:pt>
                <c:pt idx="3174">
                  <c:v>5.1574499999999999</c:v>
                </c:pt>
                <c:pt idx="3175">
                  <c:v>5.6001399999999997</c:v>
                </c:pt>
                <c:pt idx="3176">
                  <c:v>5.56393</c:v>
                </c:pt>
                <c:pt idx="3177">
                  <c:v>5.26342</c:v>
                </c:pt>
                <c:pt idx="3178">
                  <c:v>4.9263700000000004</c:v>
                </c:pt>
                <c:pt idx="3179">
                  <c:v>4.9014199999999999</c:v>
                </c:pt>
                <c:pt idx="3180">
                  <c:v>4.5196500000000004</c:v>
                </c:pt>
                <c:pt idx="3181">
                  <c:v>4.0779199999999998</c:v>
                </c:pt>
                <c:pt idx="3182">
                  <c:v>4.2505899999999999</c:v>
                </c:pt>
                <c:pt idx="3183">
                  <c:v>4.3753799999999998</c:v>
                </c:pt>
                <c:pt idx="3184">
                  <c:v>4.1529499999999997</c:v>
                </c:pt>
                <c:pt idx="3185">
                  <c:v>4.15029</c:v>
                </c:pt>
                <c:pt idx="3186">
                  <c:v>4.7665899999999999</c:v>
                </c:pt>
                <c:pt idx="3187">
                  <c:v>5.1578200000000001</c:v>
                </c:pt>
                <c:pt idx="3188">
                  <c:v>4.8773</c:v>
                </c:pt>
                <c:pt idx="3189">
                  <c:v>4.5003900000000003</c:v>
                </c:pt>
                <c:pt idx="3190">
                  <c:v>4.5911600000000004</c:v>
                </c:pt>
                <c:pt idx="3191">
                  <c:v>4.9080199999999996</c:v>
                </c:pt>
                <c:pt idx="3192">
                  <c:v>5.1395499999999998</c:v>
                </c:pt>
                <c:pt idx="3193">
                  <c:v>5.2322899999999999</c:v>
                </c:pt>
                <c:pt idx="3194">
                  <c:v>5.1559600000000003</c:v>
                </c:pt>
                <c:pt idx="3195">
                  <c:v>4.6665099999999997</c:v>
                </c:pt>
                <c:pt idx="3196">
                  <c:v>4.1475799999999996</c:v>
                </c:pt>
                <c:pt idx="3197">
                  <c:v>4.1770699999999996</c:v>
                </c:pt>
                <c:pt idx="3198">
                  <c:v>4.5484299999999998</c:v>
                </c:pt>
                <c:pt idx="3199">
                  <c:v>4.9433800000000003</c:v>
                </c:pt>
                <c:pt idx="3200">
                  <c:v>5.0431499999999998</c:v>
                </c:pt>
                <c:pt idx="3201">
                  <c:v>5.0437399999999997</c:v>
                </c:pt>
                <c:pt idx="3202">
                  <c:v>4.8820100000000002</c:v>
                </c:pt>
                <c:pt idx="3203">
                  <c:v>4.8576899999999998</c:v>
                </c:pt>
                <c:pt idx="3204">
                  <c:v>4.8492800000000003</c:v>
                </c:pt>
                <c:pt idx="3205">
                  <c:v>4.8793499999999996</c:v>
                </c:pt>
                <c:pt idx="3206">
                  <c:v>4.6928000000000001</c:v>
                </c:pt>
                <c:pt idx="3207">
                  <c:v>4.7740099999999996</c:v>
                </c:pt>
                <c:pt idx="3208">
                  <c:v>4.7957000000000001</c:v>
                </c:pt>
                <c:pt idx="3209">
                  <c:v>4.2667700000000002</c:v>
                </c:pt>
                <c:pt idx="3210">
                  <c:v>4.3444200000000004</c:v>
                </c:pt>
                <c:pt idx="3211">
                  <c:v>4.5559900000000004</c:v>
                </c:pt>
                <c:pt idx="3212">
                  <c:v>4.5162699999999996</c:v>
                </c:pt>
                <c:pt idx="3213">
                  <c:v>4.2274599999999998</c:v>
                </c:pt>
                <c:pt idx="3214">
                  <c:v>4.1521699999999999</c:v>
                </c:pt>
                <c:pt idx="3215">
                  <c:v>4.39133</c:v>
                </c:pt>
                <c:pt idx="3216">
                  <c:v>4.3539300000000001</c:v>
                </c:pt>
                <c:pt idx="3217">
                  <c:v>4.0695300000000003</c:v>
                </c:pt>
                <c:pt idx="3218">
                  <c:v>3.7997200000000002</c:v>
                </c:pt>
                <c:pt idx="3219">
                  <c:v>3.8641200000000002</c:v>
                </c:pt>
                <c:pt idx="3220">
                  <c:v>3.8699400000000002</c:v>
                </c:pt>
                <c:pt idx="3221">
                  <c:v>3.9973900000000002</c:v>
                </c:pt>
                <c:pt idx="3222">
                  <c:v>3.75054</c:v>
                </c:pt>
                <c:pt idx="3223">
                  <c:v>3.5846900000000002</c:v>
                </c:pt>
                <c:pt idx="3224">
                  <c:v>3.6963900000000001</c:v>
                </c:pt>
                <c:pt idx="3225">
                  <c:v>3.8492600000000001</c:v>
                </c:pt>
                <c:pt idx="3226">
                  <c:v>4.0402199999999997</c:v>
                </c:pt>
                <c:pt idx="3227">
                  <c:v>4.1022999999999996</c:v>
                </c:pt>
                <c:pt idx="3228">
                  <c:v>4.2621399999999996</c:v>
                </c:pt>
                <c:pt idx="3229">
                  <c:v>4.3955599999999997</c:v>
                </c:pt>
                <c:pt idx="3230">
                  <c:v>4.2024800000000004</c:v>
                </c:pt>
                <c:pt idx="3231">
                  <c:v>3.87324</c:v>
                </c:pt>
                <c:pt idx="3232">
                  <c:v>3.9557099999999998</c:v>
                </c:pt>
                <c:pt idx="3233">
                  <c:v>3.97702</c:v>
                </c:pt>
                <c:pt idx="3234">
                  <c:v>3.98265</c:v>
                </c:pt>
                <c:pt idx="3235">
                  <c:v>4.15517</c:v>
                </c:pt>
                <c:pt idx="3236">
                  <c:v>4.2124300000000003</c:v>
                </c:pt>
                <c:pt idx="3237">
                  <c:v>4.1167899999999999</c:v>
                </c:pt>
                <c:pt idx="3238">
                  <c:v>4.1539000000000001</c:v>
                </c:pt>
                <c:pt idx="3239">
                  <c:v>4.3670900000000001</c:v>
                </c:pt>
                <c:pt idx="3240">
                  <c:v>4.1232600000000001</c:v>
                </c:pt>
                <c:pt idx="3241">
                  <c:v>3.44556</c:v>
                </c:pt>
                <c:pt idx="3242">
                  <c:v>3.3792900000000001</c:v>
                </c:pt>
                <c:pt idx="3243">
                  <c:v>3.5488400000000002</c:v>
                </c:pt>
                <c:pt idx="3244">
                  <c:v>3.5690400000000002</c:v>
                </c:pt>
                <c:pt idx="3245">
                  <c:v>3.5256699999999999</c:v>
                </c:pt>
                <c:pt idx="3246">
                  <c:v>3.5503800000000001</c:v>
                </c:pt>
                <c:pt idx="3247">
                  <c:v>3.55077</c:v>
                </c:pt>
                <c:pt idx="3248">
                  <c:v>3.70777</c:v>
                </c:pt>
                <c:pt idx="3249">
                  <c:v>3.6958600000000001</c:v>
                </c:pt>
                <c:pt idx="3250">
                  <c:v>4.0739700000000001</c:v>
                </c:pt>
                <c:pt idx="3251">
                  <c:v>4.4363000000000001</c:v>
                </c:pt>
                <c:pt idx="3252">
                  <c:v>4.3622800000000002</c:v>
                </c:pt>
                <c:pt idx="3253">
                  <c:v>3.6717499999999998</c:v>
                </c:pt>
                <c:pt idx="3254">
                  <c:v>3.5096699999999998</c:v>
                </c:pt>
                <c:pt idx="3255">
                  <c:v>3.5709</c:v>
                </c:pt>
                <c:pt idx="3256">
                  <c:v>3.35717</c:v>
                </c:pt>
                <c:pt idx="3257">
                  <c:v>3.36713</c:v>
                </c:pt>
                <c:pt idx="3258">
                  <c:v>3.7412999999999998</c:v>
                </c:pt>
                <c:pt idx="3259">
                  <c:v>4.1034300000000004</c:v>
                </c:pt>
                <c:pt idx="3260">
                  <c:v>4.2185899999999998</c:v>
                </c:pt>
                <c:pt idx="3261">
                  <c:v>4.1680299999999999</c:v>
                </c:pt>
                <c:pt idx="3262">
                  <c:v>4.2194000000000003</c:v>
                </c:pt>
                <c:pt idx="3263">
                  <c:v>4.0423</c:v>
                </c:pt>
                <c:pt idx="3264">
                  <c:v>3.8980999999999999</c:v>
                </c:pt>
                <c:pt idx="3265">
                  <c:v>3.9056600000000001</c:v>
                </c:pt>
                <c:pt idx="3266">
                  <c:v>3.9524599999999999</c:v>
                </c:pt>
                <c:pt idx="3267">
                  <c:v>3.84524</c:v>
                </c:pt>
                <c:pt idx="3268">
                  <c:v>3.70886</c:v>
                </c:pt>
                <c:pt idx="3269">
                  <c:v>3.3410099999999998</c:v>
                </c:pt>
                <c:pt idx="3270">
                  <c:v>3.3786399999999999</c:v>
                </c:pt>
                <c:pt idx="3271">
                  <c:v>3.7313999999999998</c:v>
                </c:pt>
                <c:pt idx="3272">
                  <c:v>3.8995600000000001</c:v>
                </c:pt>
                <c:pt idx="3273">
                  <c:v>3.7884500000000001</c:v>
                </c:pt>
                <c:pt idx="3274">
                  <c:v>3.66065</c:v>
                </c:pt>
                <c:pt idx="3275">
                  <c:v>4.1912000000000003</c:v>
                </c:pt>
                <c:pt idx="3276">
                  <c:v>4.4632300000000003</c:v>
                </c:pt>
                <c:pt idx="3277">
                  <c:v>4.2528100000000002</c:v>
                </c:pt>
                <c:pt idx="3278">
                  <c:v>4.3084699999999998</c:v>
                </c:pt>
                <c:pt idx="3279">
                  <c:v>3.9497599999999999</c:v>
                </c:pt>
                <c:pt idx="3280">
                  <c:v>3.4879500000000001</c:v>
                </c:pt>
                <c:pt idx="3281">
                  <c:v>3.3389899999999999</c:v>
                </c:pt>
                <c:pt idx="3282">
                  <c:v>3.3619599999999998</c:v>
                </c:pt>
                <c:pt idx="3283">
                  <c:v>3.3935200000000001</c:v>
                </c:pt>
                <c:pt idx="3284">
                  <c:v>3.7317800000000001</c:v>
                </c:pt>
                <c:pt idx="3285">
                  <c:v>3.99091</c:v>
                </c:pt>
                <c:pt idx="3286">
                  <c:v>3.9948000000000001</c:v>
                </c:pt>
                <c:pt idx="3287">
                  <c:v>4.0027799999999996</c:v>
                </c:pt>
                <c:pt idx="3288">
                  <c:v>4.0519699999999998</c:v>
                </c:pt>
                <c:pt idx="3289">
                  <c:v>4.1657299999999999</c:v>
                </c:pt>
                <c:pt idx="3290">
                  <c:v>4.1290899999999997</c:v>
                </c:pt>
                <c:pt idx="3291">
                  <c:v>3.7378399999999998</c:v>
                </c:pt>
                <c:pt idx="3292">
                  <c:v>3.4974500000000002</c:v>
                </c:pt>
                <c:pt idx="3293">
                  <c:v>3.5010500000000002</c:v>
                </c:pt>
                <c:pt idx="3294">
                  <c:v>4.0110099999999997</c:v>
                </c:pt>
                <c:pt idx="3295">
                  <c:v>4.3181799999999999</c:v>
                </c:pt>
                <c:pt idx="3296">
                  <c:v>4.2137000000000002</c:v>
                </c:pt>
                <c:pt idx="3297">
                  <c:v>4.0193399999999997</c:v>
                </c:pt>
                <c:pt idx="3298">
                  <c:v>4.0744999999999996</c:v>
                </c:pt>
                <c:pt idx="3299">
                  <c:v>4.0870100000000003</c:v>
                </c:pt>
                <c:pt idx="3300">
                  <c:v>3.91038</c:v>
                </c:pt>
                <c:pt idx="3301">
                  <c:v>4.0661199999999997</c:v>
                </c:pt>
                <c:pt idx="3302">
                  <c:v>4.0754299999999999</c:v>
                </c:pt>
                <c:pt idx="3303">
                  <c:v>3.9420099999999998</c:v>
                </c:pt>
                <c:pt idx="3304">
                  <c:v>4.1026999999999996</c:v>
                </c:pt>
                <c:pt idx="3305">
                  <c:v>4.1495499999999996</c:v>
                </c:pt>
                <c:pt idx="3306">
                  <c:v>3.8080699999999998</c:v>
                </c:pt>
                <c:pt idx="3307">
                  <c:v>3.69401</c:v>
                </c:pt>
                <c:pt idx="3308">
                  <c:v>3.5474000000000001</c:v>
                </c:pt>
                <c:pt idx="3309">
                  <c:v>3.21211</c:v>
                </c:pt>
                <c:pt idx="3310">
                  <c:v>3.1401699999999999</c:v>
                </c:pt>
                <c:pt idx="3311">
                  <c:v>3.36625</c:v>
                </c:pt>
                <c:pt idx="3312">
                  <c:v>3.2452700000000001</c:v>
                </c:pt>
                <c:pt idx="3313">
                  <c:v>3.0610900000000001</c:v>
                </c:pt>
                <c:pt idx="3314">
                  <c:v>3.0903900000000002</c:v>
                </c:pt>
                <c:pt idx="3315">
                  <c:v>3.4218999999999999</c:v>
                </c:pt>
                <c:pt idx="3316">
                  <c:v>3.6805599999999998</c:v>
                </c:pt>
                <c:pt idx="3317">
                  <c:v>3.7030099999999999</c:v>
                </c:pt>
                <c:pt idx="3318">
                  <c:v>3.44652</c:v>
                </c:pt>
                <c:pt idx="3319">
                  <c:v>3.2809499999999998</c:v>
                </c:pt>
                <c:pt idx="3320">
                  <c:v>3.6734599999999999</c:v>
                </c:pt>
                <c:pt idx="3321">
                  <c:v>4.01614</c:v>
                </c:pt>
                <c:pt idx="3322">
                  <c:v>3.8841100000000002</c:v>
                </c:pt>
                <c:pt idx="3323">
                  <c:v>3.60263</c:v>
                </c:pt>
                <c:pt idx="3324">
                  <c:v>3.36707</c:v>
                </c:pt>
                <c:pt idx="3325">
                  <c:v>3.1817500000000001</c:v>
                </c:pt>
                <c:pt idx="3326">
                  <c:v>3.0478399999999999</c:v>
                </c:pt>
                <c:pt idx="3327">
                  <c:v>3.53938</c:v>
                </c:pt>
                <c:pt idx="3328">
                  <c:v>3.8237700000000001</c:v>
                </c:pt>
                <c:pt idx="3329">
                  <c:v>3.65117</c:v>
                </c:pt>
                <c:pt idx="3330">
                  <c:v>3.70058</c:v>
                </c:pt>
                <c:pt idx="3331">
                  <c:v>4.11402</c:v>
                </c:pt>
                <c:pt idx="3332">
                  <c:v>4.5890199999999997</c:v>
                </c:pt>
                <c:pt idx="3333">
                  <c:v>4.6166</c:v>
                </c:pt>
                <c:pt idx="3334">
                  <c:v>4.59734</c:v>
                </c:pt>
                <c:pt idx="3335">
                  <c:v>4.30802</c:v>
                </c:pt>
                <c:pt idx="3336">
                  <c:v>4.2270099999999999</c:v>
                </c:pt>
                <c:pt idx="3337">
                  <c:v>4.0781599999999996</c:v>
                </c:pt>
                <c:pt idx="3338">
                  <c:v>3.8624200000000002</c:v>
                </c:pt>
                <c:pt idx="3339">
                  <c:v>4.0527899999999999</c:v>
                </c:pt>
                <c:pt idx="3340">
                  <c:v>4.0682700000000001</c:v>
                </c:pt>
                <c:pt idx="3341">
                  <c:v>3.8167200000000001</c:v>
                </c:pt>
                <c:pt idx="3342">
                  <c:v>3.74363</c:v>
                </c:pt>
                <c:pt idx="3343">
                  <c:v>3.9357000000000002</c:v>
                </c:pt>
                <c:pt idx="3344">
                  <c:v>3.8970600000000002</c:v>
                </c:pt>
                <c:pt idx="3345">
                  <c:v>3.7185800000000002</c:v>
                </c:pt>
                <c:pt idx="3346">
                  <c:v>3.58494</c:v>
                </c:pt>
                <c:pt idx="3347">
                  <c:v>3.6918799999999998</c:v>
                </c:pt>
                <c:pt idx="3348">
                  <c:v>3.8169499999999998</c:v>
                </c:pt>
                <c:pt idx="3349">
                  <c:v>3.8685700000000001</c:v>
                </c:pt>
                <c:pt idx="3350">
                  <c:v>3.9975499999999999</c:v>
                </c:pt>
                <c:pt idx="3351">
                  <c:v>3.7873700000000001</c:v>
                </c:pt>
                <c:pt idx="3352">
                  <c:v>3.6752199999999999</c:v>
                </c:pt>
                <c:pt idx="3353">
                  <c:v>3.9287299999999998</c:v>
                </c:pt>
                <c:pt idx="3354">
                  <c:v>4.1827300000000003</c:v>
                </c:pt>
                <c:pt idx="3355">
                  <c:v>4.43872</c:v>
                </c:pt>
                <c:pt idx="3356">
                  <c:v>4.6194600000000001</c:v>
                </c:pt>
                <c:pt idx="3357">
                  <c:v>4.6988300000000001</c:v>
                </c:pt>
                <c:pt idx="3358">
                  <c:v>4.7412799999999997</c:v>
                </c:pt>
                <c:pt idx="3359">
                  <c:v>4.6187899999999997</c:v>
                </c:pt>
                <c:pt idx="3360">
                  <c:v>4.3005500000000003</c:v>
                </c:pt>
                <c:pt idx="3361">
                  <c:v>4.2742500000000003</c:v>
                </c:pt>
                <c:pt idx="3362">
                  <c:v>4.2688100000000002</c:v>
                </c:pt>
                <c:pt idx="3363">
                  <c:v>3.9918800000000001</c:v>
                </c:pt>
                <c:pt idx="3364">
                  <c:v>3.8571300000000002</c:v>
                </c:pt>
                <c:pt idx="3365">
                  <c:v>3.8574199999999998</c:v>
                </c:pt>
                <c:pt idx="3366">
                  <c:v>3.9322300000000001</c:v>
                </c:pt>
                <c:pt idx="3367">
                  <c:v>4.2797299999999998</c:v>
                </c:pt>
                <c:pt idx="3368">
                  <c:v>4.5621099999999997</c:v>
                </c:pt>
                <c:pt idx="3369">
                  <c:v>5.0484999999999998</c:v>
                </c:pt>
                <c:pt idx="3370">
                  <c:v>5.6519000000000004</c:v>
                </c:pt>
                <c:pt idx="3371">
                  <c:v>6.3758499999999998</c:v>
                </c:pt>
                <c:pt idx="3372">
                  <c:v>6.9341400000000002</c:v>
                </c:pt>
                <c:pt idx="3373">
                  <c:v>7.1682100000000002</c:v>
                </c:pt>
                <c:pt idx="3374">
                  <c:v>7.4277699999999998</c:v>
                </c:pt>
                <c:pt idx="3375">
                  <c:v>7.5749000000000004</c:v>
                </c:pt>
                <c:pt idx="3376">
                  <c:v>7.6679500000000003</c:v>
                </c:pt>
                <c:pt idx="3377">
                  <c:v>7.7807000000000004</c:v>
                </c:pt>
                <c:pt idx="3378">
                  <c:v>7.6298500000000002</c:v>
                </c:pt>
                <c:pt idx="3379">
                  <c:v>7.5590799999999998</c:v>
                </c:pt>
                <c:pt idx="3380">
                  <c:v>7.79833</c:v>
                </c:pt>
                <c:pt idx="3381">
                  <c:v>7.9922000000000004</c:v>
                </c:pt>
                <c:pt idx="3382">
                  <c:v>8.01877</c:v>
                </c:pt>
                <c:pt idx="3383">
                  <c:v>8.5186299999999999</c:v>
                </c:pt>
                <c:pt idx="3384">
                  <c:v>9.5651299999999999</c:v>
                </c:pt>
                <c:pt idx="3385">
                  <c:v>10.874499999999999</c:v>
                </c:pt>
                <c:pt idx="3386">
                  <c:v>12.347200000000001</c:v>
                </c:pt>
                <c:pt idx="3387">
                  <c:v>14.4656</c:v>
                </c:pt>
                <c:pt idx="3388">
                  <c:v>17.145900000000001</c:v>
                </c:pt>
                <c:pt idx="3389">
                  <c:v>20.0688</c:v>
                </c:pt>
                <c:pt idx="3390">
                  <c:v>23.728200000000001</c:v>
                </c:pt>
                <c:pt idx="3391">
                  <c:v>28.066400000000002</c:v>
                </c:pt>
                <c:pt idx="3392">
                  <c:v>32.258800000000001</c:v>
                </c:pt>
                <c:pt idx="3393">
                  <c:v>36.016599999999997</c:v>
                </c:pt>
                <c:pt idx="3394">
                  <c:v>39.181100000000001</c:v>
                </c:pt>
                <c:pt idx="3395">
                  <c:v>41.552100000000003</c:v>
                </c:pt>
                <c:pt idx="3396">
                  <c:v>42.872799999999998</c:v>
                </c:pt>
                <c:pt idx="3397">
                  <c:v>42.665100000000002</c:v>
                </c:pt>
                <c:pt idx="3398">
                  <c:v>40.790199999999999</c:v>
                </c:pt>
                <c:pt idx="3399">
                  <c:v>37.814900000000002</c:v>
                </c:pt>
                <c:pt idx="3400">
                  <c:v>33.870800000000003</c:v>
                </c:pt>
                <c:pt idx="3401">
                  <c:v>29.742699999999999</c:v>
                </c:pt>
                <c:pt idx="3402">
                  <c:v>25.5732</c:v>
                </c:pt>
                <c:pt idx="3403">
                  <c:v>21.3565</c:v>
                </c:pt>
                <c:pt idx="3404">
                  <c:v>17.785</c:v>
                </c:pt>
                <c:pt idx="3405">
                  <c:v>14.846299999999999</c:v>
                </c:pt>
                <c:pt idx="3406">
                  <c:v>12.938000000000001</c:v>
                </c:pt>
                <c:pt idx="3407">
                  <c:v>11.425800000000001</c:v>
                </c:pt>
                <c:pt idx="3408">
                  <c:v>10.2075</c:v>
                </c:pt>
                <c:pt idx="3409">
                  <c:v>9.7238199999999999</c:v>
                </c:pt>
                <c:pt idx="3410">
                  <c:v>9.6816300000000002</c:v>
                </c:pt>
                <c:pt idx="3411">
                  <c:v>10.039400000000001</c:v>
                </c:pt>
                <c:pt idx="3412">
                  <c:v>10.7469</c:v>
                </c:pt>
                <c:pt idx="3413">
                  <c:v>11.4198</c:v>
                </c:pt>
                <c:pt idx="3414">
                  <c:v>11.9268</c:v>
                </c:pt>
                <c:pt idx="3415">
                  <c:v>12.4514</c:v>
                </c:pt>
                <c:pt idx="3416">
                  <c:v>13.4846</c:v>
                </c:pt>
                <c:pt idx="3417">
                  <c:v>14.3332</c:v>
                </c:pt>
                <c:pt idx="3418">
                  <c:v>14.6364</c:v>
                </c:pt>
                <c:pt idx="3419">
                  <c:v>14.343400000000001</c:v>
                </c:pt>
                <c:pt idx="3420">
                  <c:v>13.4961</c:v>
                </c:pt>
                <c:pt idx="3421">
                  <c:v>12.369300000000001</c:v>
                </c:pt>
                <c:pt idx="3422">
                  <c:v>11.5281</c:v>
                </c:pt>
                <c:pt idx="3423">
                  <c:v>10.7719</c:v>
                </c:pt>
                <c:pt idx="3424">
                  <c:v>9.9012799999999999</c:v>
                </c:pt>
                <c:pt idx="3425">
                  <c:v>8.8714300000000001</c:v>
                </c:pt>
                <c:pt idx="3426">
                  <c:v>7.8300900000000002</c:v>
                </c:pt>
                <c:pt idx="3427">
                  <c:v>7.1327699999999998</c:v>
                </c:pt>
                <c:pt idx="3428">
                  <c:v>6.8115899999999998</c:v>
                </c:pt>
                <c:pt idx="3429">
                  <c:v>6.3848200000000004</c:v>
                </c:pt>
                <c:pt idx="3430">
                  <c:v>6.01966</c:v>
                </c:pt>
                <c:pt idx="3431">
                  <c:v>5.7855800000000004</c:v>
                </c:pt>
                <c:pt idx="3432">
                  <c:v>5.7692699999999997</c:v>
                </c:pt>
                <c:pt idx="3433">
                  <c:v>5.8437299999999999</c:v>
                </c:pt>
                <c:pt idx="3434">
                  <c:v>6.0560499999999999</c:v>
                </c:pt>
                <c:pt idx="3435">
                  <c:v>6.05999</c:v>
                </c:pt>
                <c:pt idx="3436">
                  <c:v>5.9493600000000004</c:v>
                </c:pt>
                <c:pt idx="3437">
                  <c:v>5.5130999999999997</c:v>
                </c:pt>
                <c:pt idx="3438">
                  <c:v>4.9001599999999996</c:v>
                </c:pt>
                <c:pt idx="3439">
                  <c:v>4.6377600000000001</c:v>
                </c:pt>
                <c:pt idx="3440">
                  <c:v>4.3244499999999997</c:v>
                </c:pt>
                <c:pt idx="3441">
                  <c:v>4.21305</c:v>
                </c:pt>
                <c:pt idx="3442">
                  <c:v>4.2097800000000003</c:v>
                </c:pt>
                <c:pt idx="3443">
                  <c:v>4.5122900000000001</c:v>
                </c:pt>
                <c:pt idx="3444">
                  <c:v>4.9096000000000002</c:v>
                </c:pt>
                <c:pt idx="3445">
                  <c:v>4.7239100000000001</c:v>
                </c:pt>
                <c:pt idx="3446">
                  <c:v>4.3944299999999998</c:v>
                </c:pt>
                <c:pt idx="3447">
                  <c:v>4.07639</c:v>
                </c:pt>
                <c:pt idx="3448">
                  <c:v>3.8054399999999999</c:v>
                </c:pt>
                <c:pt idx="3449">
                  <c:v>3.706</c:v>
                </c:pt>
                <c:pt idx="3450">
                  <c:v>3.8226300000000002</c:v>
                </c:pt>
                <c:pt idx="3451">
                  <c:v>4.3877899999999999</c:v>
                </c:pt>
                <c:pt idx="3452">
                  <c:v>4.8532900000000003</c:v>
                </c:pt>
                <c:pt idx="3453">
                  <c:v>5.1275500000000003</c:v>
                </c:pt>
                <c:pt idx="3454">
                  <c:v>5.0624200000000004</c:v>
                </c:pt>
                <c:pt idx="3455">
                  <c:v>4.71563</c:v>
                </c:pt>
                <c:pt idx="3456">
                  <c:v>4.3091600000000003</c:v>
                </c:pt>
                <c:pt idx="3457">
                  <c:v>4.1371399999999996</c:v>
                </c:pt>
                <c:pt idx="3458">
                  <c:v>4.08066</c:v>
                </c:pt>
                <c:pt idx="3459">
                  <c:v>4.1326999999999998</c:v>
                </c:pt>
                <c:pt idx="3460">
                  <c:v>4.41479</c:v>
                </c:pt>
                <c:pt idx="3461">
                  <c:v>4.7283299999999997</c:v>
                </c:pt>
                <c:pt idx="3462">
                  <c:v>4.7486800000000002</c:v>
                </c:pt>
                <c:pt idx="3463">
                  <c:v>4.6613300000000004</c:v>
                </c:pt>
                <c:pt idx="3464">
                  <c:v>4.40137</c:v>
                </c:pt>
                <c:pt idx="3465">
                  <c:v>4.1613699999999998</c:v>
                </c:pt>
                <c:pt idx="3466">
                  <c:v>4.0162000000000004</c:v>
                </c:pt>
                <c:pt idx="3467">
                  <c:v>4.2545099999999998</c:v>
                </c:pt>
                <c:pt idx="3468">
                  <c:v>4.1705100000000002</c:v>
                </c:pt>
                <c:pt idx="3469">
                  <c:v>3.68337</c:v>
                </c:pt>
                <c:pt idx="3470">
                  <c:v>3.8882099999999999</c:v>
                </c:pt>
                <c:pt idx="3471">
                  <c:v>4.0147700000000004</c:v>
                </c:pt>
                <c:pt idx="3472">
                  <c:v>3.8357399999999999</c:v>
                </c:pt>
                <c:pt idx="3473">
                  <c:v>3.7192599999999998</c:v>
                </c:pt>
                <c:pt idx="3474">
                  <c:v>3.6108600000000002</c:v>
                </c:pt>
                <c:pt idx="3475">
                  <c:v>3.6684999999999999</c:v>
                </c:pt>
                <c:pt idx="3476">
                  <c:v>3.5009299999999999</c:v>
                </c:pt>
                <c:pt idx="3477">
                  <c:v>3.2029999999999998</c:v>
                </c:pt>
                <c:pt idx="3478">
                  <c:v>2.92727</c:v>
                </c:pt>
                <c:pt idx="3479">
                  <c:v>3.5818300000000001</c:v>
                </c:pt>
                <c:pt idx="3480">
                  <c:v>3.9795199999999999</c:v>
                </c:pt>
                <c:pt idx="3481">
                  <c:v>4.0148200000000003</c:v>
                </c:pt>
                <c:pt idx="3482">
                  <c:v>3.8578800000000002</c:v>
                </c:pt>
                <c:pt idx="3483">
                  <c:v>3.9140299999999999</c:v>
                </c:pt>
                <c:pt idx="3484">
                  <c:v>4.1023899999999998</c:v>
                </c:pt>
                <c:pt idx="3485">
                  <c:v>4.2090300000000003</c:v>
                </c:pt>
                <c:pt idx="3486">
                  <c:v>4.4828900000000003</c:v>
                </c:pt>
                <c:pt idx="3487">
                  <c:v>4.2008599999999996</c:v>
                </c:pt>
                <c:pt idx="3488">
                  <c:v>3.6753200000000001</c:v>
                </c:pt>
                <c:pt idx="3489">
                  <c:v>3.5725099999999999</c:v>
                </c:pt>
                <c:pt idx="3490">
                  <c:v>3.6767300000000001</c:v>
                </c:pt>
                <c:pt idx="3491">
                  <c:v>3.7905600000000002</c:v>
                </c:pt>
                <c:pt idx="3492">
                  <c:v>3.4748100000000002</c:v>
                </c:pt>
                <c:pt idx="3493">
                  <c:v>2.8645700000000001</c:v>
                </c:pt>
                <c:pt idx="3494">
                  <c:v>2.98021</c:v>
                </c:pt>
                <c:pt idx="3495">
                  <c:v>3.2601900000000001</c:v>
                </c:pt>
                <c:pt idx="3496">
                  <c:v>3.2476600000000002</c:v>
                </c:pt>
                <c:pt idx="3497">
                  <c:v>3.2155900000000002</c:v>
                </c:pt>
                <c:pt idx="3498">
                  <c:v>3.2679800000000001</c:v>
                </c:pt>
                <c:pt idx="3499">
                  <c:v>3.2391000000000001</c:v>
                </c:pt>
                <c:pt idx="3500">
                  <c:v>3.22661</c:v>
                </c:pt>
                <c:pt idx="3501">
                  <c:v>3.30932</c:v>
                </c:pt>
                <c:pt idx="3502">
                  <c:v>3.28471</c:v>
                </c:pt>
                <c:pt idx="3503">
                  <c:v>3.2356699999999998</c:v>
                </c:pt>
                <c:pt idx="3504">
                  <c:v>3.2685</c:v>
                </c:pt>
                <c:pt idx="3505">
                  <c:v>3.5325099999999998</c:v>
                </c:pt>
                <c:pt idx="3506">
                  <c:v>3.6648800000000001</c:v>
                </c:pt>
                <c:pt idx="3507">
                  <c:v>3.7678500000000001</c:v>
                </c:pt>
                <c:pt idx="3508">
                  <c:v>3.84728</c:v>
                </c:pt>
                <c:pt idx="3509">
                  <c:v>3.79</c:v>
                </c:pt>
                <c:pt idx="3510">
                  <c:v>3.5969600000000002</c:v>
                </c:pt>
                <c:pt idx="3511">
                  <c:v>3.18106</c:v>
                </c:pt>
                <c:pt idx="3512">
                  <c:v>2.8557199999999998</c:v>
                </c:pt>
                <c:pt idx="3513">
                  <c:v>2.8502800000000001</c:v>
                </c:pt>
                <c:pt idx="3514">
                  <c:v>2.8932199999999999</c:v>
                </c:pt>
                <c:pt idx="3515">
                  <c:v>3.0781100000000001</c:v>
                </c:pt>
                <c:pt idx="3516">
                  <c:v>3.2031299999999998</c:v>
                </c:pt>
                <c:pt idx="3517">
                  <c:v>3.0415899999999998</c:v>
                </c:pt>
                <c:pt idx="3518">
                  <c:v>2.8601899999999998</c:v>
                </c:pt>
                <c:pt idx="3519">
                  <c:v>2.8200699999999999</c:v>
                </c:pt>
                <c:pt idx="3520">
                  <c:v>2.8413900000000001</c:v>
                </c:pt>
                <c:pt idx="3521">
                  <c:v>3.0085000000000002</c:v>
                </c:pt>
                <c:pt idx="3522">
                  <c:v>2.9956800000000001</c:v>
                </c:pt>
                <c:pt idx="3523">
                  <c:v>2.7956099999999999</c:v>
                </c:pt>
                <c:pt idx="3524">
                  <c:v>3.0121699999999998</c:v>
                </c:pt>
                <c:pt idx="3525">
                  <c:v>3.4699300000000002</c:v>
                </c:pt>
                <c:pt idx="3526">
                  <c:v>3.69489</c:v>
                </c:pt>
                <c:pt idx="3527">
                  <c:v>3.6190099999999998</c:v>
                </c:pt>
                <c:pt idx="3528">
                  <c:v>3.5264099999999998</c:v>
                </c:pt>
                <c:pt idx="3529">
                  <c:v>3.7063600000000001</c:v>
                </c:pt>
                <c:pt idx="3530">
                  <c:v>3.8065699999999998</c:v>
                </c:pt>
                <c:pt idx="3531">
                  <c:v>3.7218</c:v>
                </c:pt>
                <c:pt idx="3532">
                  <c:v>3.6814100000000001</c:v>
                </c:pt>
                <c:pt idx="3533">
                  <c:v>3.9659200000000001</c:v>
                </c:pt>
                <c:pt idx="3534">
                  <c:v>4.15001</c:v>
                </c:pt>
                <c:pt idx="3535">
                  <c:v>4.1663399999999999</c:v>
                </c:pt>
                <c:pt idx="3536">
                  <c:v>4.1885599999999998</c:v>
                </c:pt>
                <c:pt idx="3537">
                  <c:v>4.0462499999999997</c:v>
                </c:pt>
                <c:pt idx="3538">
                  <c:v>3.9726499999999998</c:v>
                </c:pt>
                <c:pt idx="3539">
                  <c:v>3.8065699999999998</c:v>
                </c:pt>
                <c:pt idx="3540">
                  <c:v>3.7033999999999998</c:v>
                </c:pt>
                <c:pt idx="3541">
                  <c:v>3.7503700000000002</c:v>
                </c:pt>
                <c:pt idx="3542">
                  <c:v>3.7413599999999998</c:v>
                </c:pt>
                <c:pt idx="3543">
                  <c:v>3.5767099999999998</c:v>
                </c:pt>
                <c:pt idx="3544">
                  <c:v>3.2949899999999999</c:v>
                </c:pt>
                <c:pt idx="3545">
                  <c:v>3.1286999999999998</c:v>
                </c:pt>
                <c:pt idx="3546">
                  <c:v>3.43594</c:v>
                </c:pt>
                <c:pt idx="3547">
                  <c:v>3.4489700000000001</c:v>
                </c:pt>
                <c:pt idx="3548">
                  <c:v>3.2904100000000001</c:v>
                </c:pt>
                <c:pt idx="3549">
                  <c:v>3.0562900000000002</c:v>
                </c:pt>
                <c:pt idx="3550">
                  <c:v>3.1600899999999998</c:v>
                </c:pt>
                <c:pt idx="3551">
                  <c:v>3.4712800000000001</c:v>
                </c:pt>
                <c:pt idx="3552">
                  <c:v>3.5972499999999998</c:v>
                </c:pt>
                <c:pt idx="3553">
                  <c:v>3.1971099999999999</c:v>
                </c:pt>
                <c:pt idx="3554">
                  <c:v>2.7695699999999999</c:v>
                </c:pt>
                <c:pt idx="3555">
                  <c:v>2.5720900000000002</c:v>
                </c:pt>
                <c:pt idx="3556">
                  <c:v>2.8783599999999998</c:v>
                </c:pt>
                <c:pt idx="3557">
                  <c:v>3.3148499999999999</c:v>
                </c:pt>
                <c:pt idx="3558">
                  <c:v>3.1470699999999998</c:v>
                </c:pt>
                <c:pt idx="3559">
                  <c:v>3.1329600000000002</c:v>
                </c:pt>
                <c:pt idx="3560">
                  <c:v>3.1967300000000001</c:v>
                </c:pt>
                <c:pt idx="3561">
                  <c:v>2.8547799999999999</c:v>
                </c:pt>
                <c:pt idx="3562">
                  <c:v>2.6556799999999998</c:v>
                </c:pt>
                <c:pt idx="3563">
                  <c:v>2.6052</c:v>
                </c:pt>
                <c:pt idx="3564">
                  <c:v>2.5981200000000002</c:v>
                </c:pt>
                <c:pt idx="3565">
                  <c:v>2.5934900000000001</c:v>
                </c:pt>
                <c:pt idx="3566">
                  <c:v>2.8843000000000001</c:v>
                </c:pt>
                <c:pt idx="3567">
                  <c:v>3.1918899999999999</c:v>
                </c:pt>
                <c:pt idx="3568">
                  <c:v>3.2112500000000002</c:v>
                </c:pt>
                <c:pt idx="3569">
                  <c:v>3.04419</c:v>
                </c:pt>
                <c:pt idx="3570">
                  <c:v>2.9314100000000001</c:v>
                </c:pt>
                <c:pt idx="3571">
                  <c:v>2.984</c:v>
                </c:pt>
                <c:pt idx="3572">
                  <c:v>3.2488800000000002</c:v>
                </c:pt>
                <c:pt idx="3573">
                  <c:v>3.6259999999999999</c:v>
                </c:pt>
                <c:pt idx="3574">
                  <c:v>3.72288</c:v>
                </c:pt>
                <c:pt idx="3575">
                  <c:v>3.7047699999999999</c:v>
                </c:pt>
                <c:pt idx="3576">
                  <c:v>3.5382099999999999</c:v>
                </c:pt>
                <c:pt idx="3577">
                  <c:v>3.59605</c:v>
                </c:pt>
                <c:pt idx="3578">
                  <c:v>3.7486700000000002</c:v>
                </c:pt>
                <c:pt idx="3579">
                  <c:v>3.6607799999999999</c:v>
                </c:pt>
                <c:pt idx="3580">
                  <c:v>3.6344599999999998</c:v>
                </c:pt>
                <c:pt idx="3581">
                  <c:v>3.8813800000000001</c:v>
                </c:pt>
                <c:pt idx="3582">
                  <c:v>3.94103</c:v>
                </c:pt>
                <c:pt idx="3583">
                  <c:v>3.85819</c:v>
                </c:pt>
                <c:pt idx="3584">
                  <c:v>3.5533100000000002</c:v>
                </c:pt>
                <c:pt idx="3585">
                  <c:v>3.4028</c:v>
                </c:pt>
                <c:pt idx="3586">
                  <c:v>3.3440400000000001</c:v>
                </c:pt>
                <c:pt idx="3587">
                  <c:v>3.2936899999999998</c:v>
                </c:pt>
                <c:pt idx="3588">
                  <c:v>3.0102699999999998</c:v>
                </c:pt>
                <c:pt idx="3589">
                  <c:v>3.1629100000000001</c:v>
                </c:pt>
                <c:pt idx="3590">
                  <c:v>3.2606299999999999</c:v>
                </c:pt>
                <c:pt idx="3591">
                  <c:v>3.1291099999999998</c:v>
                </c:pt>
                <c:pt idx="3592">
                  <c:v>3.52169</c:v>
                </c:pt>
                <c:pt idx="3593">
                  <c:v>3.8461500000000002</c:v>
                </c:pt>
                <c:pt idx="3594">
                  <c:v>3.8654000000000002</c:v>
                </c:pt>
                <c:pt idx="3595">
                  <c:v>3.8279899999999998</c:v>
                </c:pt>
                <c:pt idx="3596">
                  <c:v>3.8263400000000001</c:v>
                </c:pt>
                <c:pt idx="3597">
                  <c:v>4.2065400000000004</c:v>
                </c:pt>
                <c:pt idx="3598">
                  <c:v>4.5750999999999999</c:v>
                </c:pt>
                <c:pt idx="3599">
                  <c:v>4.2802699999999998</c:v>
                </c:pt>
                <c:pt idx="3600">
                  <c:v>4.1333599999999997</c:v>
                </c:pt>
                <c:pt idx="3601">
                  <c:v>4.1116000000000001</c:v>
                </c:pt>
                <c:pt idx="3602">
                  <c:v>3.79216</c:v>
                </c:pt>
                <c:pt idx="3603">
                  <c:v>3.1432899999999999</c:v>
                </c:pt>
                <c:pt idx="3604">
                  <c:v>2.6334900000000001</c:v>
                </c:pt>
                <c:pt idx="3605">
                  <c:v>2.7657099999999999</c:v>
                </c:pt>
                <c:pt idx="3606">
                  <c:v>3.08731</c:v>
                </c:pt>
                <c:pt idx="3607">
                  <c:v>3.3126799999999998</c:v>
                </c:pt>
                <c:pt idx="3608">
                  <c:v>3.5262099999999998</c:v>
                </c:pt>
                <c:pt idx="3609">
                  <c:v>3.4179300000000001</c:v>
                </c:pt>
                <c:pt idx="3610">
                  <c:v>3.50698</c:v>
                </c:pt>
                <c:pt idx="3611">
                  <c:v>3.9064299999999998</c:v>
                </c:pt>
                <c:pt idx="3612">
                  <c:v>3.8894500000000001</c:v>
                </c:pt>
                <c:pt idx="3613">
                  <c:v>3.7478500000000001</c:v>
                </c:pt>
                <c:pt idx="3614">
                  <c:v>3.9546399999999999</c:v>
                </c:pt>
                <c:pt idx="3615">
                  <c:v>4.2411099999999999</c:v>
                </c:pt>
                <c:pt idx="3616">
                  <c:v>4.1306399999999996</c:v>
                </c:pt>
                <c:pt idx="3617">
                  <c:v>3.9598399999999998</c:v>
                </c:pt>
                <c:pt idx="3618">
                  <c:v>3.8538299999999999</c:v>
                </c:pt>
                <c:pt idx="3619">
                  <c:v>4.0232200000000002</c:v>
                </c:pt>
                <c:pt idx="3620">
                  <c:v>3.9905499999999998</c:v>
                </c:pt>
                <c:pt idx="3621">
                  <c:v>3.4051999999999998</c:v>
                </c:pt>
                <c:pt idx="3622">
                  <c:v>3.1133099999999998</c:v>
                </c:pt>
                <c:pt idx="3623">
                  <c:v>3.0454500000000002</c:v>
                </c:pt>
                <c:pt idx="3624">
                  <c:v>2.9517799999999998</c:v>
                </c:pt>
                <c:pt idx="3625">
                  <c:v>2.8490099999999998</c:v>
                </c:pt>
                <c:pt idx="3626">
                  <c:v>2.9005700000000001</c:v>
                </c:pt>
                <c:pt idx="3627">
                  <c:v>2.9945300000000001</c:v>
                </c:pt>
                <c:pt idx="3628">
                  <c:v>3.0450400000000002</c:v>
                </c:pt>
                <c:pt idx="3629">
                  <c:v>3.3079000000000001</c:v>
                </c:pt>
                <c:pt idx="3630">
                  <c:v>3.5743299999999998</c:v>
                </c:pt>
                <c:pt idx="3631">
                  <c:v>3.2856700000000001</c:v>
                </c:pt>
                <c:pt idx="3632">
                  <c:v>3.1735000000000002</c:v>
                </c:pt>
                <c:pt idx="3633">
                  <c:v>3.53363</c:v>
                </c:pt>
                <c:pt idx="3634">
                  <c:v>3.3598699999999999</c:v>
                </c:pt>
                <c:pt idx="3635">
                  <c:v>3.1640799999999998</c:v>
                </c:pt>
                <c:pt idx="3636">
                  <c:v>2.9369499999999999</c:v>
                </c:pt>
                <c:pt idx="3637">
                  <c:v>2.89757</c:v>
                </c:pt>
                <c:pt idx="3638">
                  <c:v>3.02122</c:v>
                </c:pt>
                <c:pt idx="3639">
                  <c:v>3.1850100000000001</c:v>
                </c:pt>
                <c:pt idx="3640">
                  <c:v>3.5122200000000001</c:v>
                </c:pt>
                <c:pt idx="3641">
                  <c:v>3.8431299999999999</c:v>
                </c:pt>
                <c:pt idx="3642">
                  <c:v>3.7244600000000001</c:v>
                </c:pt>
                <c:pt idx="3643">
                  <c:v>3.2184900000000001</c:v>
                </c:pt>
                <c:pt idx="3644">
                  <c:v>2.9733399999999999</c:v>
                </c:pt>
                <c:pt idx="3645">
                  <c:v>3.1557599999999999</c:v>
                </c:pt>
                <c:pt idx="3646">
                  <c:v>3.5005199999999999</c:v>
                </c:pt>
                <c:pt idx="3647">
                  <c:v>3.5648300000000002</c:v>
                </c:pt>
                <c:pt idx="3648">
                  <c:v>3.4604699999999999</c:v>
                </c:pt>
                <c:pt idx="3649">
                  <c:v>3.2750699999999999</c:v>
                </c:pt>
                <c:pt idx="3650">
                  <c:v>3.52745</c:v>
                </c:pt>
                <c:pt idx="3651">
                  <c:v>3.8088799999999998</c:v>
                </c:pt>
                <c:pt idx="3652">
                  <c:v>3.6025100000000001</c:v>
                </c:pt>
                <c:pt idx="3653">
                  <c:v>3.3399000000000001</c:v>
                </c:pt>
                <c:pt idx="3654">
                  <c:v>3.0578400000000001</c:v>
                </c:pt>
                <c:pt idx="3655">
                  <c:v>2.8111600000000001</c:v>
                </c:pt>
                <c:pt idx="3656">
                  <c:v>2.60595</c:v>
                </c:pt>
                <c:pt idx="3657">
                  <c:v>2.5665900000000001</c:v>
                </c:pt>
                <c:pt idx="3658">
                  <c:v>2.5713599999999999</c:v>
                </c:pt>
                <c:pt idx="3659">
                  <c:v>2.9488500000000002</c:v>
                </c:pt>
                <c:pt idx="3660">
                  <c:v>3.61259</c:v>
                </c:pt>
                <c:pt idx="3661">
                  <c:v>3.9570799999999999</c:v>
                </c:pt>
                <c:pt idx="3662">
                  <c:v>4.0210900000000001</c:v>
                </c:pt>
                <c:pt idx="3663">
                  <c:v>3.6442899999999998</c:v>
                </c:pt>
                <c:pt idx="3664">
                  <c:v>2.9640900000000001</c:v>
                </c:pt>
                <c:pt idx="3665">
                  <c:v>2.61693</c:v>
                </c:pt>
                <c:pt idx="3666">
                  <c:v>2.7263899999999999</c:v>
                </c:pt>
                <c:pt idx="3667">
                  <c:v>2.9662000000000002</c:v>
                </c:pt>
                <c:pt idx="3668">
                  <c:v>3.5951900000000001</c:v>
                </c:pt>
                <c:pt idx="3669">
                  <c:v>4.2900900000000002</c:v>
                </c:pt>
                <c:pt idx="3670">
                  <c:v>4.0640099999999997</c:v>
                </c:pt>
                <c:pt idx="3671">
                  <c:v>3.2563499999999999</c:v>
                </c:pt>
                <c:pt idx="3672">
                  <c:v>3.1096300000000001</c:v>
                </c:pt>
                <c:pt idx="3673">
                  <c:v>3.2896399999999999</c:v>
                </c:pt>
                <c:pt idx="3674">
                  <c:v>3.3812700000000002</c:v>
                </c:pt>
                <c:pt idx="3675">
                  <c:v>3.6831999999999998</c:v>
                </c:pt>
                <c:pt idx="3676">
                  <c:v>4.0252499999999998</c:v>
                </c:pt>
                <c:pt idx="3677">
                  <c:v>3.81636</c:v>
                </c:pt>
                <c:pt idx="3678">
                  <c:v>3.7986</c:v>
                </c:pt>
                <c:pt idx="3679">
                  <c:v>4.48203</c:v>
                </c:pt>
                <c:pt idx="3680">
                  <c:v>5.0485199999999999</c:v>
                </c:pt>
                <c:pt idx="3681">
                  <c:v>5.1862599999999999</c:v>
                </c:pt>
                <c:pt idx="3682">
                  <c:v>4.8030900000000001</c:v>
                </c:pt>
                <c:pt idx="3683">
                  <c:v>4.3512899999999997</c:v>
                </c:pt>
                <c:pt idx="3684">
                  <c:v>4.1105799999999997</c:v>
                </c:pt>
                <c:pt idx="3685">
                  <c:v>4.02867</c:v>
                </c:pt>
                <c:pt idx="3686">
                  <c:v>4.0460700000000003</c:v>
                </c:pt>
                <c:pt idx="3687">
                  <c:v>4.0769000000000002</c:v>
                </c:pt>
                <c:pt idx="3688">
                  <c:v>4.0467399999999998</c:v>
                </c:pt>
                <c:pt idx="3689">
                  <c:v>4.0835699999999999</c:v>
                </c:pt>
                <c:pt idx="3690">
                  <c:v>4.0883900000000004</c:v>
                </c:pt>
                <c:pt idx="3691">
                  <c:v>4.1219999999999999</c:v>
                </c:pt>
                <c:pt idx="3692">
                  <c:v>4.3117099999999997</c:v>
                </c:pt>
                <c:pt idx="3693">
                  <c:v>4.10954</c:v>
                </c:pt>
                <c:pt idx="3694">
                  <c:v>3.71597</c:v>
                </c:pt>
                <c:pt idx="3695">
                  <c:v>3.6618499999999998</c:v>
                </c:pt>
                <c:pt idx="3696">
                  <c:v>3.8887499999999999</c:v>
                </c:pt>
                <c:pt idx="3697">
                  <c:v>4.0433599999999998</c:v>
                </c:pt>
                <c:pt idx="3698">
                  <c:v>4.1858199999999997</c:v>
                </c:pt>
                <c:pt idx="3699">
                  <c:v>3.81203</c:v>
                </c:pt>
                <c:pt idx="3700">
                  <c:v>3.6620400000000002</c:v>
                </c:pt>
                <c:pt idx="3701">
                  <c:v>3.8796499999999998</c:v>
                </c:pt>
                <c:pt idx="3702">
                  <c:v>3.9788800000000002</c:v>
                </c:pt>
                <c:pt idx="3703">
                  <c:v>3.8454299999999999</c:v>
                </c:pt>
                <c:pt idx="3704">
                  <c:v>3.6644000000000001</c:v>
                </c:pt>
                <c:pt idx="3705">
                  <c:v>3.44232</c:v>
                </c:pt>
                <c:pt idx="3706">
                  <c:v>3.4632000000000001</c:v>
                </c:pt>
                <c:pt idx="3707">
                  <c:v>3.5985900000000002</c:v>
                </c:pt>
                <c:pt idx="3708">
                  <c:v>3.6328999999999998</c:v>
                </c:pt>
                <c:pt idx="3709">
                  <c:v>3.7869700000000002</c:v>
                </c:pt>
                <c:pt idx="3710">
                  <c:v>4.0698400000000001</c:v>
                </c:pt>
                <c:pt idx="3711">
                  <c:v>4.3300299999999998</c:v>
                </c:pt>
                <c:pt idx="3712">
                  <c:v>4.4402400000000002</c:v>
                </c:pt>
                <c:pt idx="3713">
                  <c:v>4.7189399999999999</c:v>
                </c:pt>
                <c:pt idx="3714">
                  <c:v>4.8419999999999996</c:v>
                </c:pt>
                <c:pt idx="3715">
                  <c:v>4.8538300000000003</c:v>
                </c:pt>
                <c:pt idx="3716">
                  <c:v>5.1019199999999998</c:v>
                </c:pt>
                <c:pt idx="3717">
                  <c:v>5.3405300000000002</c:v>
                </c:pt>
                <c:pt idx="3718">
                  <c:v>5.5998599999999996</c:v>
                </c:pt>
                <c:pt idx="3719">
                  <c:v>6.0310699999999997</c:v>
                </c:pt>
                <c:pt idx="3720">
                  <c:v>6.0966699999999996</c:v>
                </c:pt>
                <c:pt idx="3721">
                  <c:v>6.3357400000000004</c:v>
                </c:pt>
                <c:pt idx="3722">
                  <c:v>6.57219</c:v>
                </c:pt>
                <c:pt idx="3723">
                  <c:v>6.8255499999999998</c:v>
                </c:pt>
                <c:pt idx="3724">
                  <c:v>7.1468800000000003</c:v>
                </c:pt>
                <c:pt idx="3725">
                  <c:v>7.5125599999999997</c:v>
                </c:pt>
                <c:pt idx="3726">
                  <c:v>7.6243299999999996</c:v>
                </c:pt>
                <c:pt idx="3727">
                  <c:v>7.6326499999999999</c:v>
                </c:pt>
                <c:pt idx="3728">
                  <c:v>7.7145099999999998</c:v>
                </c:pt>
                <c:pt idx="3729">
                  <c:v>7.7610400000000004</c:v>
                </c:pt>
                <c:pt idx="3730">
                  <c:v>8.1365700000000007</c:v>
                </c:pt>
                <c:pt idx="3731">
                  <c:v>8.2685499999999994</c:v>
                </c:pt>
                <c:pt idx="3732">
                  <c:v>8.0000999999999998</c:v>
                </c:pt>
                <c:pt idx="3733">
                  <c:v>7.75535</c:v>
                </c:pt>
                <c:pt idx="3734">
                  <c:v>7.2823799999999999</c:v>
                </c:pt>
                <c:pt idx="3735">
                  <c:v>7.11822</c:v>
                </c:pt>
                <c:pt idx="3736">
                  <c:v>6.9132600000000002</c:v>
                </c:pt>
                <c:pt idx="3737">
                  <c:v>6.6446699999999996</c:v>
                </c:pt>
                <c:pt idx="3738">
                  <c:v>6.4293100000000001</c:v>
                </c:pt>
                <c:pt idx="3739">
                  <c:v>6.2975500000000002</c:v>
                </c:pt>
                <c:pt idx="3740">
                  <c:v>6.6491199999999999</c:v>
                </c:pt>
                <c:pt idx="3741">
                  <c:v>6.8316100000000004</c:v>
                </c:pt>
                <c:pt idx="3742">
                  <c:v>6.6130699999999996</c:v>
                </c:pt>
                <c:pt idx="3743">
                  <c:v>6.4356900000000001</c:v>
                </c:pt>
                <c:pt idx="3744">
                  <c:v>6.64459</c:v>
                </c:pt>
                <c:pt idx="3745">
                  <c:v>6.61348</c:v>
                </c:pt>
                <c:pt idx="3746">
                  <c:v>6.7250899999999998</c:v>
                </c:pt>
                <c:pt idx="3747">
                  <c:v>6.9049199999999997</c:v>
                </c:pt>
                <c:pt idx="3748">
                  <c:v>6.9057199999999996</c:v>
                </c:pt>
                <c:pt idx="3749">
                  <c:v>6.6037299999999997</c:v>
                </c:pt>
                <c:pt idx="3750">
                  <c:v>6.6139700000000001</c:v>
                </c:pt>
                <c:pt idx="3751">
                  <c:v>7.0454999999999997</c:v>
                </c:pt>
                <c:pt idx="3752">
                  <c:v>7.4706999999999999</c:v>
                </c:pt>
                <c:pt idx="3753">
                  <c:v>7.6743399999999999</c:v>
                </c:pt>
                <c:pt idx="3754">
                  <c:v>7.9409900000000002</c:v>
                </c:pt>
                <c:pt idx="3755">
                  <c:v>8.2241499999999998</c:v>
                </c:pt>
                <c:pt idx="3756">
                  <c:v>8.0863800000000001</c:v>
                </c:pt>
                <c:pt idx="3757">
                  <c:v>7.8971200000000001</c:v>
                </c:pt>
                <c:pt idx="3758">
                  <c:v>7.5307000000000004</c:v>
                </c:pt>
                <c:pt idx="3759">
                  <c:v>7.0427099999999996</c:v>
                </c:pt>
                <c:pt idx="3760">
                  <c:v>6.9522599999999999</c:v>
                </c:pt>
                <c:pt idx="3761">
                  <c:v>7.2391500000000004</c:v>
                </c:pt>
                <c:pt idx="3762">
                  <c:v>7.4196099999999996</c:v>
                </c:pt>
                <c:pt idx="3763">
                  <c:v>7.2212699999999996</c:v>
                </c:pt>
                <c:pt idx="3764">
                  <c:v>7.0639000000000003</c:v>
                </c:pt>
                <c:pt idx="3765">
                  <c:v>7.7131100000000004</c:v>
                </c:pt>
                <c:pt idx="3766">
                  <c:v>8.1023700000000005</c:v>
                </c:pt>
                <c:pt idx="3767">
                  <c:v>7.6933999999999996</c:v>
                </c:pt>
                <c:pt idx="3768">
                  <c:v>7.2035999999999998</c:v>
                </c:pt>
                <c:pt idx="3769">
                  <c:v>7.0953400000000002</c:v>
                </c:pt>
                <c:pt idx="3770">
                  <c:v>7.4732200000000004</c:v>
                </c:pt>
                <c:pt idx="3771">
                  <c:v>7.7288899999999998</c:v>
                </c:pt>
                <c:pt idx="3772">
                  <c:v>7.6653599999999997</c:v>
                </c:pt>
                <c:pt idx="3773">
                  <c:v>7.43154</c:v>
                </c:pt>
                <c:pt idx="3774">
                  <c:v>7.1181999999999999</c:v>
                </c:pt>
                <c:pt idx="3775">
                  <c:v>6.77393</c:v>
                </c:pt>
                <c:pt idx="3776">
                  <c:v>6.2260099999999996</c:v>
                </c:pt>
                <c:pt idx="3777">
                  <c:v>5.9192999999999998</c:v>
                </c:pt>
                <c:pt idx="3778">
                  <c:v>5.7468399999999997</c:v>
                </c:pt>
                <c:pt idx="3779">
                  <c:v>5.3164199999999999</c:v>
                </c:pt>
                <c:pt idx="3780">
                  <c:v>5.1797300000000002</c:v>
                </c:pt>
                <c:pt idx="3781">
                  <c:v>5.3350499999999998</c:v>
                </c:pt>
                <c:pt idx="3782">
                  <c:v>4.83134</c:v>
                </c:pt>
                <c:pt idx="3783">
                  <c:v>4.3062300000000002</c:v>
                </c:pt>
                <c:pt idx="3784">
                  <c:v>4.1011499999999996</c:v>
                </c:pt>
                <c:pt idx="3785">
                  <c:v>3.9611999999999998</c:v>
                </c:pt>
                <c:pt idx="3786">
                  <c:v>3.8462499999999999</c:v>
                </c:pt>
                <c:pt idx="3787">
                  <c:v>3.9960599999999999</c:v>
                </c:pt>
                <c:pt idx="3788">
                  <c:v>4.1051599999999997</c:v>
                </c:pt>
                <c:pt idx="3789">
                  <c:v>4.0315399999999997</c:v>
                </c:pt>
                <c:pt idx="3790">
                  <c:v>3.9375399999999998</c:v>
                </c:pt>
                <c:pt idx="3791">
                  <c:v>4.1243600000000002</c:v>
                </c:pt>
                <c:pt idx="3792">
                  <c:v>4.3168600000000001</c:v>
                </c:pt>
                <c:pt idx="3793">
                  <c:v>4.3215199999999996</c:v>
                </c:pt>
                <c:pt idx="3794">
                  <c:v>4.2639800000000001</c:v>
                </c:pt>
                <c:pt idx="3795">
                  <c:v>4.3444599999999998</c:v>
                </c:pt>
                <c:pt idx="3796">
                  <c:v>4.3316400000000002</c:v>
                </c:pt>
                <c:pt idx="3797">
                  <c:v>3.8152300000000001</c:v>
                </c:pt>
                <c:pt idx="3798">
                  <c:v>3.4083899999999998</c:v>
                </c:pt>
                <c:pt idx="3799">
                  <c:v>3.319</c:v>
                </c:pt>
                <c:pt idx="3800">
                  <c:v>3.4136500000000001</c:v>
                </c:pt>
                <c:pt idx="3801">
                  <c:v>3.8249300000000002</c:v>
                </c:pt>
                <c:pt idx="3802">
                  <c:v>4.0158100000000001</c:v>
                </c:pt>
                <c:pt idx="3803">
                  <c:v>3.7417099999999999</c:v>
                </c:pt>
                <c:pt idx="3804">
                  <c:v>3.8607399999999998</c:v>
                </c:pt>
                <c:pt idx="3805">
                  <c:v>4.0715700000000004</c:v>
                </c:pt>
                <c:pt idx="3806">
                  <c:v>4.2268299999999996</c:v>
                </c:pt>
                <c:pt idx="3807">
                  <c:v>4.51905</c:v>
                </c:pt>
                <c:pt idx="3808">
                  <c:v>4.6970400000000003</c:v>
                </c:pt>
                <c:pt idx="3809">
                  <c:v>4.7123600000000003</c:v>
                </c:pt>
                <c:pt idx="3810">
                  <c:v>4.9142700000000001</c:v>
                </c:pt>
                <c:pt idx="3811">
                  <c:v>4.9044999999999996</c:v>
                </c:pt>
                <c:pt idx="3812">
                  <c:v>4.8410799999999998</c:v>
                </c:pt>
                <c:pt idx="3813">
                  <c:v>4.6984500000000002</c:v>
                </c:pt>
                <c:pt idx="3814">
                  <c:v>4.3675499999999996</c:v>
                </c:pt>
                <c:pt idx="3815">
                  <c:v>3.9251900000000002</c:v>
                </c:pt>
                <c:pt idx="3816">
                  <c:v>3.56406</c:v>
                </c:pt>
                <c:pt idx="3817">
                  <c:v>3.3854700000000002</c:v>
                </c:pt>
                <c:pt idx="3818">
                  <c:v>3.46896</c:v>
                </c:pt>
                <c:pt idx="3819">
                  <c:v>3.6278899999999998</c:v>
                </c:pt>
                <c:pt idx="3820">
                  <c:v>3.7976899999999998</c:v>
                </c:pt>
                <c:pt idx="3821">
                  <c:v>3.6831399999999999</c:v>
                </c:pt>
                <c:pt idx="3822">
                  <c:v>3.5691700000000002</c:v>
                </c:pt>
                <c:pt idx="3823">
                  <c:v>3.25237</c:v>
                </c:pt>
                <c:pt idx="3824">
                  <c:v>2.91059</c:v>
                </c:pt>
                <c:pt idx="3825">
                  <c:v>2.98665</c:v>
                </c:pt>
                <c:pt idx="3826">
                  <c:v>3.3306</c:v>
                </c:pt>
                <c:pt idx="3827">
                  <c:v>3.53545</c:v>
                </c:pt>
                <c:pt idx="3828">
                  <c:v>3.3881299999999999</c:v>
                </c:pt>
                <c:pt idx="3829">
                  <c:v>2.8999000000000001</c:v>
                </c:pt>
                <c:pt idx="3830">
                  <c:v>2.5478800000000001</c:v>
                </c:pt>
                <c:pt idx="3831">
                  <c:v>2.5961500000000002</c:v>
                </c:pt>
                <c:pt idx="3832">
                  <c:v>2.7590300000000001</c:v>
                </c:pt>
                <c:pt idx="3833">
                  <c:v>2.9186999999999999</c:v>
                </c:pt>
                <c:pt idx="3834">
                  <c:v>3.08039</c:v>
                </c:pt>
                <c:pt idx="3835">
                  <c:v>3.2126399999999999</c:v>
                </c:pt>
                <c:pt idx="3836">
                  <c:v>3.1494200000000001</c:v>
                </c:pt>
                <c:pt idx="3837">
                  <c:v>3.0179399999999998</c:v>
                </c:pt>
                <c:pt idx="3838">
                  <c:v>2.8345199999999999</c:v>
                </c:pt>
                <c:pt idx="3839">
                  <c:v>2.61843</c:v>
                </c:pt>
                <c:pt idx="3840">
                  <c:v>2.7643599999999999</c:v>
                </c:pt>
                <c:pt idx="3841">
                  <c:v>2.61897</c:v>
                </c:pt>
                <c:pt idx="3842">
                  <c:v>2.3472</c:v>
                </c:pt>
                <c:pt idx="3843">
                  <c:v>2.5466099999999998</c:v>
                </c:pt>
                <c:pt idx="3844">
                  <c:v>3.0799699999999999</c:v>
                </c:pt>
                <c:pt idx="3845">
                  <c:v>3.3313299999999999</c:v>
                </c:pt>
                <c:pt idx="3846">
                  <c:v>3.3910399999999998</c:v>
                </c:pt>
                <c:pt idx="3847">
                  <c:v>3.5167199999999998</c:v>
                </c:pt>
                <c:pt idx="3848">
                  <c:v>3.68825</c:v>
                </c:pt>
                <c:pt idx="3849">
                  <c:v>3.9868600000000001</c:v>
                </c:pt>
                <c:pt idx="3850">
                  <c:v>4.3422299999999998</c:v>
                </c:pt>
                <c:pt idx="3851">
                  <c:v>4.6269200000000001</c:v>
                </c:pt>
                <c:pt idx="3852">
                  <c:v>4.5443899999999999</c:v>
                </c:pt>
                <c:pt idx="3853">
                  <c:v>4.3646700000000003</c:v>
                </c:pt>
                <c:pt idx="3854">
                  <c:v>4.2615499999999997</c:v>
                </c:pt>
                <c:pt idx="3855">
                  <c:v>4.0884900000000002</c:v>
                </c:pt>
                <c:pt idx="3856">
                  <c:v>3.7592500000000002</c:v>
                </c:pt>
                <c:pt idx="3857">
                  <c:v>3.5526300000000002</c:v>
                </c:pt>
                <c:pt idx="3858">
                  <c:v>3.5340500000000001</c:v>
                </c:pt>
                <c:pt idx="3859">
                  <c:v>3.5906600000000002</c:v>
                </c:pt>
                <c:pt idx="3860">
                  <c:v>3.6562100000000002</c:v>
                </c:pt>
                <c:pt idx="3861">
                  <c:v>3.7136</c:v>
                </c:pt>
                <c:pt idx="3862">
                  <c:v>3.6680000000000001</c:v>
                </c:pt>
                <c:pt idx="3863">
                  <c:v>3.8775200000000001</c:v>
                </c:pt>
                <c:pt idx="3864">
                  <c:v>4.1523199999999996</c:v>
                </c:pt>
                <c:pt idx="3865">
                  <c:v>4.12608</c:v>
                </c:pt>
                <c:pt idx="3866">
                  <c:v>3.7957299999999998</c:v>
                </c:pt>
                <c:pt idx="3867">
                  <c:v>3.38117</c:v>
                </c:pt>
                <c:pt idx="3868">
                  <c:v>3.3201299999999998</c:v>
                </c:pt>
                <c:pt idx="3869">
                  <c:v>3.53701</c:v>
                </c:pt>
                <c:pt idx="3870">
                  <c:v>3.6556500000000001</c:v>
                </c:pt>
                <c:pt idx="3871">
                  <c:v>3.3709099999999999</c:v>
                </c:pt>
                <c:pt idx="3872">
                  <c:v>3.2442700000000002</c:v>
                </c:pt>
                <c:pt idx="3873">
                  <c:v>3.56799</c:v>
                </c:pt>
                <c:pt idx="3874">
                  <c:v>3.7679200000000002</c:v>
                </c:pt>
                <c:pt idx="3875">
                  <c:v>3.8453599999999999</c:v>
                </c:pt>
                <c:pt idx="3876">
                  <c:v>3.8355600000000001</c:v>
                </c:pt>
                <c:pt idx="3877">
                  <c:v>4.0962100000000001</c:v>
                </c:pt>
                <c:pt idx="3878">
                  <c:v>3.9986799999999998</c:v>
                </c:pt>
                <c:pt idx="3879">
                  <c:v>3.4953099999999999</c:v>
                </c:pt>
                <c:pt idx="3880">
                  <c:v>3.21618</c:v>
                </c:pt>
                <c:pt idx="3881">
                  <c:v>3.31636</c:v>
                </c:pt>
                <c:pt idx="3882">
                  <c:v>3.23935</c:v>
                </c:pt>
                <c:pt idx="3883">
                  <c:v>3.1490100000000001</c:v>
                </c:pt>
                <c:pt idx="3884">
                  <c:v>3.30017</c:v>
                </c:pt>
                <c:pt idx="3885">
                  <c:v>3.40002</c:v>
                </c:pt>
                <c:pt idx="3886">
                  <c:v>3.2105100000000002</c:v>
                </c:pt>
                <c:pt idx="3887">
                  <c:v>3.3281499999999999</c:v>
                </c:pt>
                <c:pt idx="3888">
                  <c:v>3.6977699999999998</c:v>
                </c:pt>
                <c:pt idx="3889">
                  <c:v>3.9538500000000001</c:v>
                </c:pt>
                <c:pt idx="3890">
                  <c:v>3.99627</c:v>
                </c:pt>
                <c:pt idx="3891">
                  <c:v>4.1496300000000002</c:v>
                </c:pt>
                <c:pt idx="3892">
                  <c:v>4.0983400000000003</c:v>
                </c:pt>
                <c:pt idx="3893">
                  <c:v>4.0867599999999999</c:v>
                </c:pt>
                <c:pt idx="3894">
                  <c:v>4.0156099999999997</c:v>
                </c:pt>
                <c:pt idx="3895">
                  <c:v>3.59239</c:v>
                </c:pt>
                <c:pt idx="3896">
                  <c:v>3.6713300000000002</c:v>
                </c:pt>
                <c:pt idx="3897">
                  <c:v>4.2448499999999996</c:v>
                </c:pt>
                <c:pt idx="3898">
                  <c:v>4.3317800000000002</c:v>
                </c:pt>
                <c:pt idx="3899">
                  <c:v>3.9565600000000001</c:v>
                </c:pt>
                <c:pt idx="3900">
                  <c:v>3.81941</c:v>
                </c:pt>
                <c:pt idx="3901">
                  <c:v>3.59219</c:v>
                </c:pt>
                <c:pt idx="3902">
                  <c:v>3.1649600000000002</c:v>
                </c:pt>
                <c:pt idx="3903">
                  <c:v>2.7538</c:v>
                </c:pt>
                <c:pt idx="3904">
                  <c:v>2.7252800000000001</c:v>
                </c:pt>
                <c:pt idx="3905">
                  <c:v>3.23502</c:v>
                </c:pt>
                <c:pt idx="3906">
                  <c:v>3.5386000000000002</c:v>
                </c:pt>
                <c:pt idx="3907">
                  <c:v>3.8223600000000002</c:v>
                </c:pt>
                <c:pt idx="3908">
                  <c:v>3.8266900000000001</c:v>
                </c:pt>
                <c:pt idx="3909">
                  <c:v>3.6859799999999998</c:v>
                </c:pt>
                <c:pt idx="3910">
                  <c:v>3.4170400000000001</c:v>
                </c:pt>
                <c:pt idx="3911">
                  <c:v>2.8363</c:v>
                </c:pt>
                <c:pt idx="3912">
                  <c:v>2.77312</c:v>
                </c:pt>
                <c:pt idx="3913">
                  <c:v>3.0840800000000002</c:v>
                </c:pt>
                <c:pt idx="3914">
                  <c:v>3.49058</c:v>
                </c:pt>
                <c:pt idx="3915">
                  <c:v>3.8853499999999999</c:v>
                </c:pt>
                <c:pt idx="3916">
                  <c:v>3.6835</c:v>
                </c:pt>
                <c:pt idx="3917">
                  <c:v>3.13863</c:v>
                </c:pt>
                <c:pt idx="3918">
                  <c:v>3.1756500000000001</c:v>
                </c:pt>
                <c:pt idx="3919">
                  <c:v>3.1053999999999999</c:v>
                </c:pt>
                <c:pt idx="3920">
                  <c:v>3.0235799999999999</c:v>
                </c:pt>
                <c:pt idx="3921">
                  <c:v>2.8926699999999999</c:v>
                </c:pt>
                <c:pt idx="3922">
                  <c:v>2.7757200000000002</c:v>
                </c:pt>
                <c:pt idx="3923">
                  <c:v>2.7357499999999999</c:v>
                </c:pt>
                <c:pt idx="3924">
                  <c:v>3.1389200000000002</c:v>
                </c:pt>
                <c:pt idx="3925">
                  <c:v>3.1454200000000001</c:v>
                </c:pt>
                <c:pt idx="3926">
                  <c:v>2.5141</c:v>
                </c:pt>
                <c:pt idx="3927">
                  <c:v>2.0408599999999999</c:v>
                </c:pt>
                <c:pt idx="3928">
                  <c:v>2.0972200000000001</c:v>
                </c:pt>
                <c:pt idx="3929">
                  <c:v>2.7078500000000001</c:v>
                </c:pt>
                <c:pt idx="3930">
                  <c:v>3.2698</c:v>
                </c:pt>
                <c:pt idx="3931">
                  <c:v>3.7199300000000002</c:v>
                </c:pt>
                <c:pt idx="3932">
                  <c:v>3.8881600000000001</c:v>
                </c:pt>
                <c:pt idx="3933">
                  <c:v>3.92157</c:v>
                </c:pt>
                <c:pt idx="3934">
                  <c:v>3.9173800000000001</c:v>
                </c:pt>
                <c:pt idx="3935">
                  <c:v>3.8228599999999999</c:v>
                </c:pt>
                <c:pt idx="3936">
                  <c:v>3.36172</c:v>
                </c:pt>
                <c:pt idx="3937">
                  <c:v>2.9327000000000001</c:v>
                </c:pt>
                <c:pt idx="3938">
                  <c:v>2.7879</c:v>
                </c:pt>
                <c:pt idx="3939">
                  <c:v>2.7636799999999999</c:v>
                </c:pt>
                <c:pt idx="3940">
                  <c:v>2.74186</c:v>
                </c:pt>
                <c:pt idx="3941">
                  <c:v>2.6352500000000001</c:v>
                </c:pt>
                <c:pt idx="3942">
                  <c:v>2.7330199999999998</c:v>
                </c:pt>
                <c:pt idx="3943">
                  <c:v>2.7232599999999998</c:v>
                </c:pt>
                <c:pt idx="3944">
                  <c:v>2.8812600000000002</c:v>
                </c:pt>
                <c:pt idx="3945">
                  <c:v>3.2572299999999998</c:v>
                </c:pt>
                <c:pt idx="3946">
                  <c:v>3.7225700000000002</c:v>
                </c:pt>
                <c:pt idx="3947">
                  <c:v>3.73881</c:v>
                </c:pt>
                <c:pt idx="3948">
                  <c:v>3.5910099999999998</c:v>
                </c:pt>
                <c:pt idx="3949">
                  <c:v>3.2914099999999999</c:v>
                </c:pt>
                <c:pt idx="3950">
                  <c:v>2.78782</c:v>
                </c:pt>
                <c:pt idx="3951">
                  <c:v>2.6029599999999999</c:v>
                </c:pt>
                <c:pt idx="3952">
                  <c:v>2.6700599999999999</c:v>
                </c:pt>
                <c:pt idx="3953">
                  <c:v>2.61219</c:v>
                </c:pt>
                <c:pt idx="3954">
                  <c:v>2.4255900000000001</c:v>
                </c:pt>
                <c:pt idx="3955">
                  <c:v>2.4958399999999998</c:v>
                </c:pt>
                <c:pt idx="3956">
                  <c:v>2.5870600000000001</c:v>
                </c:pt>
                <c:pt idx="3957">
                  <c:v>2.91107</c:v>
                </c:pt>
                <c:pt idx="3958">
                  <c:v>3.1464599999999998</c:v>
                </c:pt>
                <c:pt idx="3959">
                  <c:v>3.1561300000000001</c:v>
                </c:pt>
                <c:pt idx="3960">
                  <c:v>3.2170299999999998</c:v>
                </c:pt>
                <c:pt idx="3961">
                  <c:v>2.9549699999999999</c:v>
                </c:pt>
                <c:pt idx="3962">
                  <c:v>2.5671499999999998</c:v>
                </c:pt>
                <c:pt idx="3963">
                  <c:v>2.6511300000000002</c:v>
                </c:pt>
                <c:pt idx="3964">
                  <c:v>2.9192999999999998</c:v>
                </c:pt>
                <c:pt idx="3965">
                  <c:v>3.23386</c:v>
                </c:pt>
                <c:pt idx="3966">
                  <c:v>3.4292400000000001</c:v>
                </c:pt>
                <c:pt idx="3967">
                  <c:v>3.2981199999999999</c:v>
                </c:pt>
                <c:pt idx="3968">
                  <c:v>3.1185499999999999</c:v>
                </c:pt>
                <c:pt idx="3969">
                  <c:v>3.00671</c:v>
                </c:pt>
                <c:pt idx="3970">
                  <c:v>2.7759999999999998</c:v>
                </c:pt>
                <c:pt idx="3971">
                  <c:v>2.7101700000000002</c:v>
                </c:pt>
                <c:pt idx="3972">
                  <c:v>2.9148900000000002</c:v>
                </c:pt>
                <c:pt idx="3973">
                  <c:v>3.0836199999999998</c:v>
                </c:pt>
                <c:pt idx="3974">
                  <c:v>2.8752399999999998</c:v>
                </c:pt>
                <c:pt idx="3975">
                  <c:v>2.6834199999999999</c:v>
                </c:pt>
                <c:pt idx="3976">
                  <c:v>2.4828199999999998</c:v>
                </c:pt>
                <c:pt idx="3977">
                  <c:v>2.4929000000000001</c:v>
                </c:pt>
                <c:pt idx="3978">
                  <c:v>2.4521899999999999</c:v>
                </c:pt>
                <c:pt idx="3979">
                  <c:v>2.3791699999999998</c:v>
                </c:pt>
                <c:pt idx="3980">
                  <c:v>2.5723099999999999</c:v>
                </c:pt>
                <c:pt idx="3981">
                  <c:v>2.9745300000000001</c:v>
                </c:pt>
                <c:pt idx="3982">
                  <c:v>3.3071100000000002</c:v>
                </c:pt>
                <c:pt idx="3983">
                  <c:v>3.4119199999999998</c:v>
                </c:pt>
                <c:pt idx="3984">
                  <c:v>3.5491999999999999</c:v>
                </c:pt>
                <c:pt idx="3985">
                  <c:v>3.8931499999999999</c:v>
                </c:pt>
                <c:pt idx="3986">
                  <c:v>4.0861099999999997</c:v>
                </c:pt>
                <c:pt idx="3987">
                  <c:v>3.8694899999999999</c:v>
                </c:pt>
                <c:pt idx="3988">
                  <c:v>3.7017000000000002</c:v>
                </c:pt>
                <c:pt idx="3989">
                  <c:v>3.6722000000000001</c:v>
                </c:pt>
                <c:pt idx="3990">
                  <c:v>3.3426499999999999</c:v>
                </c:pt>
                <c:pt idx="3991">
                  <c:v>3.15354</c:v>
                </c:pt>
                <c:pt idx="3992">
                  <c:v>3.1772499999999999</c:v>
                </c:pt>
                <c:pt idx="3993">
                  <c:v>3.4851000000000001</c:v>
                </c:pt>
                <c:pt idx="3994">
                  <c:v>3.7202799999999998</c:v>
                </c:pt>
                <c:pt idx="3995">
                  <c:v>3.8442699999999999</c:v>
                </c:pt>
                <c:pt idx="3996">
                  <c:v>3.8296999999999999</c:v>
                </c:pt>
                <c:pt idx="3997">
                  <c:v>3.5984799999999999</c:v>
                </c:pt>
                <c:pt idx="3998">
                  <c:v>3.4618099999999998</c:v>
                </c:pt>
                <c:pt idx="3999">
                  <c:v>3.6364800000000002</c:v>
                </c:pt>
                <c:pt idx="4000">
                  <c:v>3.8218999999999999</c:v>
                </c:pt>
                <c:pt idx="4001">
                  <c:v>4.0071000000000003</c:v>
                </c:pt>
                <c:pt idx="4002">
                  <c:v>3.8265600000000002</c:v>
                </c:pt>
                <c:pt idx="4003">
                  <c:v>3.3768600000000002</c:v>
                </c:pt>
                <c:pt idx="4004">
                  <c:v>3.5760100000000001</c:v>
                </c:pt>
                <c:pt idx="4005">
                  <c:v>3.96347</c:v>
                </c:pt>
                <c:pt idx="4006">
                  <c:v>4.0326500000000003</c:v>
                </c:pt>
                <c:pt idx="4007">
                  <c:v>4.2028299999999996</c:v>
                </c:pt>
                <c:pt idx="4008">
                  <c:v>3.88523</c:v>
                </c:pt>
                <c:pt idx="4009">
                  <c:v>3.5895199999999998</c:v>
                </c:pt>
                <c:pt idx="4010">
                  <c:v>3.6932299999999998</c:v>
                </c:pt>
                <c:pt idx="4011">
                  <c:v>3.4195799999999998</c:v>
                </c:pt>
                <c:pt idx="4012">
                  <c:v>3.1102699999999999</c:v>
                </c:pt>
                <c:pt idx="4013">
                  <c:v>2.8291499999999998</c:v>
                </c:pt>
                <c:pt idx="4014">
                  <c:v>2.9065699999999999</c:v>
                </c:pt>
                <c:pt idx="4015">
                  <c:v>3.20424</c:v>
                </c:pt>
                <c:pt idx="4016">
                  <c:v>3.5373999999999999</c:v>
                </c:pt>
                <c:pt idx="4017">
                  <c:v>3.5169999999999999</c:v>
                </c:pt>
                <c:pt idx="4018">
                  <c:v>3.4373900000000002</c:v>
                </c:pt>
                <c:pt idx="4019">
                  <c:v>3.47112</c:v>
                </c:pt>
                <c:pt idx="4020">
                  <c:v>3.3207800000000001</c:v>
                </c:pt>
                <c:pt idx="4021">
                  <c:v>3.18668</c:v>
                </c:pt>
                <c:pt idx="4022">
                  <c:v>2.9572699999999998</c:v>
                </c:pt>
                <c:pt idx="4023">
                  <c:v>2.8769300000000002</c:v>
                </c:pt>
                <c:pt idx="4024">
                  <c:v>3.2152099999999999</c:v>
                </c:pt>
                <c:pt idx="4025">
                  <c:v>3.45</c:v>
                </c:pt>
                <c:pt idx="4026">
                  <c:v>3.4797099999999999</c:v>
                </c:pt>
                <c:pt idx="4027">
                  <c:v>3.3182100000000001</c:v>
                </c:pt>
                <c:pt idx="4028">
                  <c:v>3.3803299999999998</c:v>
                </c:pt>
                <c:pt idx="4029">
                  <c:v>3.4775800000000001</c:v>
                </c:pt>
                <c:pt idx="4030">
                  <c:v>3.41039</c:v>
                </c:pt>
                <c:pt idx="4031">
                  <c:v>3.04251</c:v>
                </c:pt>
                <c:pt idx="4032">
                  <c:v>2.9914999999999998</c:v>
                </c:pt>
                <c:pt idx="4033">
                  <c:v>3.0190100000000002</c:v>
                </c:pt>
                <c:pt idx="4034">
                  <c:v>3.0649299999999999</c:v>
                </c:pt>
                <c:pt idx="4035">
                  <c:v>3.2809599999999999</c:v>
                </c:pt>
                <c:pt idx="4036">
                  <c:v>3.7894000000000001</c:v>
                </c:pt>
                <c:pt idx="4037">
                  <c:v>3.73794</c:v>
                </c:pt>
                <c:pt idx="4038">
                  <c:v>3.5708099999999998</c:v>
                </c:pt>
                <c:pt idx="4039">
                  <c:v>3.3558699999999999</c:v>
                </c:pt>
                <c:pt idx="4040">
                  <c:v>3.4833500000000002</c:v>
                </c:pt>
                <c:pt idx="4041">
                  <c:v>3.8165200000000001</c:v>
                </c:pt>
                <c:pt idx="4042">
                  <c:v>3.89649</c:v>
                </c:pt>
                <c:pt idx="4043">
                  <c:v>4.0879899999999996</c:v>
                </c:pt>
                <c:pt idx="4044">
                  <c:v>3.9686499999999998</c:v>
                </c:pt>
                <c:pt idx="4045">
                  <c:v>3.3086799999999998</c:v>
                </c:pt>
                <c:pt idx="4046">
                  <c:v>3.1896399999999998</c:v>
                </c:pt>
                <c:pt idx="4047">
                  <c:v>3.4695</c:v>
                </c:pt>
                <c:pt idx="4048">
                  <c:v>3.2307700000000001</c:v>
                </c:pt>
                <c:pt idx="4049">
                  <c:v>2.9432100000000001</c:v>
                </c:pt>
                <c:pt idx="4050">
                  <c:v>2.8178399999999999</c:v>
                </c:pt>
                <c:pt idx="4051">
                  <c:v>3.3197800000000002</c:v>
                </c:pt>
                <c:pt idx="4052">
                  <c:v>3.7355800000000001</c:v>
                </c:pt>
                <c:pt idx="4053">
                  <c:v>3.9773399999999999</c:v>
                </c:pt>
                <c:pt idx="4054">
                  <c:v>3.9335</c:v>
                </c:pt>
                <c:pt idx="4055">
                  <c:v>3.4986700000000002</c:v>
                </c:pt>
                <c:pt idx="4056">
                  <c:v>3.3083300000000002</c:v>
                </c:pt>
                <c:pt idx="4057">
                  <c:v>3.0427300000000002</c:v>
                </c:pt>
                <c:pt idx="4058">
                  <c:v>2.8908900000000002</c:v>
                </c:pt>
                <c:pt idx="4059">
                  <c:v>3.0487199999999999</c:v>
                </c:pt>
                <c:pt idx="4060">
                  <c:v>3.0611100000000002</c:v>
                </c:pt>
                <c:pt idx="4061">
                  <c:v>2.75264</c:v>
                </c:pt>
                <c:pt idx="4062">
                  <c:v>2.5599699999999999</c:v>
                </c:pt>
                <c:pt idx="4063">
                  <c:v>2.7070099999999999</c:v>
                </c:pt>
                <c:pt idx="4064">
                  <c:v>2.8738299999999999</c:v>
                </c:pt>
                <c:pt idx="4065">
                  <c:v>2.5725600000000002</c:v>
                </c:pt>
                <c:pt idx="4066">
                  <c:v>2.2187299999999999</c:v>
                </c:pt>
                <c:pt idx="4067">
                  <c:v>2.7242500000000001</c:v>
                </c:pt>
                <c:pt idx="4068">
                  <c:v>3.0362900000000002</c:v>
                </c:pt>
                <c:pt idx="4069">
                  <c:v>3.01722</c:v>
                </c:pt>
                <c:pt idx="4070">
                  <c:v>2.7895099999999999</c:v>
                </c:pt>
                <c:pt idx="4071">
                  <c:v>2.7978999999999998</c:v>
                </c:pt>
                <c:pt idx="4072">
                  <c:v>3.2409599999999998</c:v>
                </c:pt>
                <c:pt idx="4073">
                  <c:v>3.7482799999999998</c:v>
                </c:pt>
                <c:pt idx="4074">
                  <c:v>3.7111100000000001</c:v>
                </c:pt>
                <c:pt idx="4075">
                  <c:v>3.2479300000000002</c:v>
                </c:pt>
                <c:pt idx="4076">
                  <c:v>3.1173600000000001</c:v>
                </c:pt>
                <c:pt idx="4077">
                  <c:v>3.0836700000000001</c:v>
                </c:pt>
                <c:pt idx="4078">
                  <c:v>2.9208699999999999</c:v>
                </c:pt>
                <c:pt idx="4079">
                  <c:v>3.06454</c:v>
                </c:pt>
                <c:pt idx="4080">
                  <c:v>3.25312</c:v>
                </c:pt>
                <c:pt idx="4081">
                  <c:v>3.23495</c:v>
                </c:pt>
                <c:pt idx="4082">
                  <c:v>3.2017500000000001</c:v>
                </c:pt>
                <c:pt idx="4083">
                  <c:v>3.3852799999999998</c:v>
                </c:pt>
                <c:pt idx="4084">
                  <c:v>3.6246800000000001</c:v>
                </c:pt>
                <c:pt idx="4085">
                  <c:v>3.52163</c:v>
                </c:pt>
                <c:pt idx="4086">
                  <c:v>3.2313000000000001</c:v>
                </c:pt>
                <c:pt idx="4087">
                  <c:v>3.2623099999999998</c:v>
                </c:pt>
                <c:pt idx="4088">
                  <c:v>3.5288400000000002</c:v>
                </c:pt>
                <c:pt idx="4089">
                  <c:v>3.5431499999999998</c:v>
                </c:pt>
                <c:pt idx="4090">
                  <c:v>3.3409300000000002</c:v>
                </c:pt>
                <c:pt idx="4091">
                  <c:v>3.0706899999999999</c:v>
                </c:pt>
                <c:pt idx="4092">
                  <c:v>2.9108000000000001</c:v>
                </c:pt>
                <c:pt idx="4093">
                  <c:v>3.1113300000000002</c:v>
                </c:pt>
                <c:pt idx="4094">
                  <c:v>2.9293399999999998</c:v>
                </c:pt>
                <c:pt idx="4095">
                  <c:v>2.6324399999999999</c:v>
                </c:pt>
                <c:pt idx="4096">
                  <c:v>2.6691500000000001</c:v>
                </c:pt>
                <c:pt idx="4097">
                  <c:v>2.4607299999999999</c:v>
                </c:pt>
                <c:pt idx="4098">
                  <c:v>2.8098100000000001</c:v>
                </c:pt>
                <c:pt idx="4099">
                  <c:v>3.34056</c:v>
                </c:pt>
                <c:pt idx="4100">
                  <c:v>3.53539</c:v>
                </c:pt>
                <c:pt idx="4101">
                  <c:v>3.2068599999999998</c:v>
                </c:pt>
                <c:pt idx="4102">
                  <c:v>3.1774499999999999</c:v>
                </c:pt>
                <c:pt idx="4103">
                  <c:v>3.1423199999999998</c:v>
                </c:pt>
                <c:pt idx="4104">
                  <c:v>2.90585</c:v>
                </c:pt>
                <c:pt idx="4105">
                  <c:v>2.6688000000000001</c:v>
                </c:pt>
                <c:pt idx="4106">
                  <c:v>2.7109999999999999</c:v>
                </c:pt>
                <c:pt idx="4107">
                  <c:v>3.11598</c:v>
                </c:pt>
                <c:pt idx="4108">
                  <c:v>3.4314499999999999</c:v>
                </c:pt>
                <c:pt idx="4109">
                  <c:v>3.47655</c:v>
                </c:pt>
                <c:pt idx="4110">
                  <c:v>3.4976600000000002</c:v>
                </c:pt>
                <c:pt idx="4111">
                  <c:v>3.6529099999999999</c:v>
                </c:pt>
                <c:pt idx="4112">
                  <c:v>3.7189999999999999</c:v>
                </c:pt>
                <c:pt idx="4113">
                  <c:v>3.6730499999999999</c:v>
                </c:pt>
                <c:pt idx="4114">
                  <c:v>3.67225</c:v>
                </c:pt>
                <c:pt idx="4115">
                  <c:v>3.7785600000000001</c:v>
                </c:pt>
                <c:pt idx="4116">
                  <c:v>3.8611200000000001</c:v>
                </c:pt>
                <c:pt idx="4117">
                  <c:v>3.78843</c:v>
                </c:pt>
                <c:pt idx="4118">
                  <c:v>3.5795499999999998</c:v>
                </c:pt>
                <c:pt idx="4119">
                  <c:v>3.34388</c:v>
                </c:pt>
                <c:pt idx="4120">
                  <c:v>3.2174200000000002</c:v>
                </c:pt>
                <c:pt idx="4121">
                  <c:v>3.2479</c:v>
                </c:pt>
                <c:pt idx="4122">
                  <c:v>3.25095</c:v>
                </c:pt>
                <c:pt idx="4123">
                  <c:v>3.0386799999999998</c:v>
                </c:pt>
                <c:pt idx="4124">
                  <c:v>2.95465</c:v>
                </c:pt>
                <c:pt idx="4125">
                  <c:v>3.1448900000000002</c:v>
                </c:pt>
                <c:pt idx="4126">
                  <c:v>3.1515599999999999</c:v>
                </c:pt>
                <c:pt idx="4127">
                  <c:v>2.8444699999999998</c:v>
                </c:pt>
                <c:pt idx="4128">
                  <c:v>2.6145999999999998</c:v>
                </c:pt>
                <c:pt idx="4129">
                  <c:v>2.7438099999999999</c:v>
                </c:pt>
                <c:pt idx="4130">
                  <c:v>2.7260800000000001</c:v>
                </c:pt>
                <c:pt idx="4131">
                  <c:v>2.87914</c:v>
                </c:pt>
                <c:pt idx="4132">
                  <c:v>3.37601</c:v>
                </c:pt>
                <c:pt idx="4133">
                  <c:v>3.3774500000000001</c:v>
                </c:pt>
                <c:pt idx="4134">
                  <c:v>3.0054500000000002</c:v>
                </c:pt>
                <c:pt idx="4135">
                  <c:v>2.6141800000000002</c:v>
                </c:pt>
                <c:pt idx="4136">
                  <c:v>2.7268599999999998</c:v>
                </c:pt>
                <c:pt idx="4137">
                  <c:v>3.0601400000000001</c:v>
                </c:pt>
                <c:pt idx="4138">
                  <c:v>3.2570199999999998</c:v>
                </c:pt>
                <c:pt idx="4139">
                  <c:v>3.4845299999999999</c:v>
                </c:pt>
                <c:pt idx="4140">
                  <c:v>3.1426500000000002</c:v>
                </c:pt>
                <c:pt idx="4141">
                  <c:v>2.72153</c:v>
                </c:pt>
                <c:pt idx="4142">
                  <c:v>2.8612099999999998</c:v>
                </c:pt>
                <c:pt idx="4143">
                  <c:v>2.9284500000000002</c:v>
                </c:pt>
                <c:pt idx="4144">
                  <c:v>2.54941</c:v>
                </c:pt>
                <c:pt idx="4145">
                  <c:v>2.2647900000000001</c:v>
                </c:pt>
                <c:pt idx="4146">
                  <c:v>2.5337000000000001</c:v>
                </c:pt>
                <c:pt idx="4147">
                  <c:v>2.7424599999999999</c:v>
                </c:pt>
                <c:pt idx="4148">
                  <c:v>2.7822800000000001</c:v>
                </c:pt>
                <c:pt idx="4149">
                  <c:v>2.8602500000000002</c:v>
                </c:pt>
                <c:pt idx="4150">
                  <c:v>2.9016600000000001</c:v>
                </c:pt>
                <c:pt idx="4151">
                  <c:v>2.9243299999999999</c:v>
                </c:pt>
                <c:pt idx="4152">
                  <c:v>3.1356999999999999</c:v>
                </c:pt>
                <c:pt idx="4153">
                  <c:v>3.3179099999999999</c:v>
                </c:pt>
                <c:pt idx="4154">
                  <c:v>3.3545099999999999</c:v>
                </c:pt>
                <c:pt idx="4155">
                  <c:v>3.4427099999999999</c:v>
                </c:pt>
                <c:pt idx="4156">
                  <c:v>3.5108100000000002</c:v>
                </c:pt>
                <c:pt idx="4157">
                  <c:v>3.1804100000000002</c:v>
                </c:pt>
                <c:pt idx="4158">
                  <c:v>3.2025299999999999</c:v>
                </c:pt>
                <c:pt idx="4159">
                  <c:v>3.4969000000000001</c:v>
                </c:pt>
                <c:pt idx="4160">
                  <c:v>3.5152199999999998</c:v>
                </c:pt>
                <c:pt idx="4161">
                  <c:v>3.5032800000000002</c:v>
                </c:pt>
                <c:pt idx="4162">
                  <c:v>3.2102599999999999</c:v>
                </c:pt>
                <c:pt idx="4163">
                  <c:v>2.7588400000000002</c:v>
                </c:pt>
                <c:pt idx="4164">
                  <c:v>2.58162</c:v>
                </c:pt>
                <c:pt idx="4165">
                  <c:v>2.71271</c:v>
                </c:pt>
                <c:pt idx="4166">
                  <c:v>2.68282</c:v>
                </c:pt>
                <c:pt idx="4167">
                  <c:v>2.7784399999999998</c:v>
                </c:pt>
                <c:pt idx="4168">
                  <c:v>2.7842099999999999</c:v>
                </c:pt>
                <c:pt idx="4169">
                  <c:v>2.99709</c:v>
                </c:pt>
                <c:pt idx="4170">
                  <c:v>2.9177900000000001</c:v>
                </c:pt>
                <c:pt idx="4171">
                  <c:v>2.9272100000000001</c:v>
                </c:pt>
                <c:pt idx="4172">
                  <c:v>3.2685499999999998</c:v>
                </c:pt>
                <c:pt idx="4173">
                  <c:v>3.3273000000000001</c:v>
                </c:pt>
                <c:pt idx="4174">
                  <c:v>3.1217600000000001</c:v>
                </c:pt>
                <c:pt idx="4175">
                  <c:v>3.2287400000000002</c:v>
                </c:pt>
                <c:pt idx="4176">
                  <c:v>3.3065099999999998</c:v>
                </c:pt>
                <c:pt idx="4177">
                  <c:v>2.9824000000000002</c:v>
                </c:pt>
                <c:pt idx="4178">
                  <c:v>3.0518999999999998</c:v>
                </c:pt>
                <c:pt idx="4179">
                  <c:v>3.1325099999999999</c:v>
                </c:pt>
                <c:pt idx="4180">
                  <c:v>2.8071299999999999</c:v>
                </c:pt>
                <c:pt idx="4181">
                  <c:v>2.7416999999999998</c:v>
                </c:pt>
                <c:pt idx="4182">
                  <c:v>2.9840599999999999</c:v>
                </c:pt>
                <c:pt idx="4183">
                  <c:v>3.0060799999999999</c:v>
                </c:pt>
                <c:pt idx="4184">
                  <c:v>2.9282900000000001</c:v>
                </c:pt>
                <c:pt idx="4185">
                  <c:v>2.9788700000000001</c:v>
                </c:pt>
                <c:pt idx="4186">
                  <c:v>2.9239299999999999</c:v>
                </c:pt>
                <c:pt idx="4187">
                  <c:v>2.8856899999999999</c:v>
                </c:pt>
                <c:pt idx="4188">
                  <c:v>3.1495799999999998</c:v>
                </c:pt>
                <c:pt idx="4189">
                  <c:v>3.3639399999999999</c:v>
                </c:pt>
                <c:pt idx="4190">
                  <c:v>3.6841499999999998</c:v>
                </c:pt>
                <c:pt idx="4191">
                  <c:v>4.1737299999999999</c:v>
                </c:pt>
                <c:pt idx="4192">
                  <c:v>4.0763400000000001</c:v>
                </c:pt>
                <c:pt idx="4193">
                  <c:v>3.5628199999999999</c:v>
                </c:pt>
                <c:pt idx="4194">
                  <c:v>3.3645399999999999</c:v>
                </c:pt>
                <c:pt idx="4195">
                  <c:v>3.6888000000000001</c:v>
                </c:pt>
                <c:pt idx="4196">
                  <c:v>3.9567899999999998</c:v>
                </c:pt>
                <c:pt idx="4197">
                  <c:v>3.8038799999999999</c:v>
                </c:pt>
                <c:pt idx="4198">
                  <c:v>3.6224400000000001</c:v>
                </c:pt>
                <c:pt idx="4199">
                  <c:v>3.7546200000000001</c:v>
                </c:pt>
                <c:pt idx="4200">
                  <c:v>3.8061799999999999</c:v>
                </c:pt>
                <c:pt idx="4201">
                  <c:v>3.87513</c:v>
                </c:pt>
                <c:pt idx="4202">
                  <c:v>4.24519</c:v>
                </c:pt>
                <c:pt idx="4203">
                  <c:v>4.4566999999999997</c:v>
                </c:pt>
                <c:pt idx="4204">
                  <c:v>4.1909999999999998</c:v>
                </c:pt>
                <c:pt idx="4205">
                  <c:v>3.6703999999999999</c:v>
                </c:pt>
                <c:pt idx="4206">
                  <c:v>3.14019</c:v>
                </c:pt>
                <c:pt idx="4207">
                  <c:v>3.0771299999999999</c:v>
                </c:pt>
                <c:pt idx="4208">
                  <c:v>3.3551299999999999</c:v>
                </c:pt>
                <c:pt idx="4209">
                  <c:v>3.62249</c:v>
                </c:pt>
                <c:pt idx="4210">
                  <c:v>3.55565</c:v>
                </c:pt>
                <c:pt idx="4211">
                  <c:v>3.4484400000000002</c:v>
                </c:pt>
                <c:pt idx="4212">
                  <c:v>3.6590400000000001</c:v>
                </c:pt>
                <c:pt idx="4213">
                  <c:v>4.0216599999999998</c:v>
                </c:pt>
                <c:pt idx="4214">
                  <c:v>4.3677700000000002</c:v>
                </c:pt>
                <c:pt idx="4215">
                  <c:v>4.3541600000000003</c:v>
                </c:pt>
                <c:pt idx="4216">
                  <c:v>4.0624399999999996</c:v>
                </c:pt>
                <c:pt idx="4217">
                  <c:v>4.1125299999999996</c:v>
                </c:pt>
                <c:pt idx="4218">
                  <c:v>4.51004</c:v>
                </c:pt>
                <c:pt idx="4219">
                  <c:v>4.7079599999999999</c:v>
                </c:pt>
                <c:pt idx="4220">
                  <c:v>4.7021100000000002</c:v>
                </c:pt>
                <c:pt idx="4221">
                  <c:v>4.9388800000000002</c:v>
                </c:pt>
                <c:pt idx="4222">
                  <c:v>5.27264</c:v>
                </c:pt>
                <c:pt idx="4223">
                  <c:v>5.2113399999999999</c:v>
                </c:pt>
                <c:pt idx="4224">
                  <c:v>5.0583400000000003</c:v>
                </c:pt>
                <c:pt idx="4225">
                  <c:v>4.9653900000000002</c:v>
                </c:pt>
                <c:pt idx="4226">
                  <c:v>4.63673</c:v>
                </c:pt>
                <c:pt idx="4227">
                  <c:v>4.5886500000000003</c:v>
                </c:pt>
                <c:pt idx="4228">
                  <c:v>4.4636800000000001</c:v>
                </c:pt>
                <c:pt idx="4229">
                  <c:v>4.2074800000000003</c:v>
                </c:pt>
                <c:pt idx="4230">
                  <c:v>4.3816699999999997</c:v>
                </c:pt>
                <c:pt idx="4231">
                  <c:v>4.6031899999999997</c:v>
                </c:pt>
                <c:pt idx="4232">
                  <c:v>4.58812</c:v>
                </c:pt>
                <c:pt idx="4233">
                  <c:v>4.54054</c:v>
                </c:pt>
                <c:pt idx="4234">
                  <c:v>4.3233699999999997</c:v>
                </c:pt>
                <c:pt idx="4235">
                  <c:v>3.7466499999999998</c:v>
                </c:pt>
                <c:pt idx="4236">
                  <c:v>3.3435800000000002</c:v>
                </c:pt>
                <c:pt idx="4237">
                  <c:v>3.0012099999999999</c:v>
                </c:pt>
                <c:pt idx="4238">
                  <c:v>3.1421999999999999</c:v>
                </c:pt>
                <c:pt idx="4239">
                  <c:v>3.3851100000000001</c:v>
                </c:pt>
                <c:pt idx="4240">
                  <c:v>3.3426499999999999</c:v>
                </c:pt>
                <c:pt idx="4241">
                  <c:v>2.9373800000000001</c:v>
                </c:pt>
                <c:pt idx="4242">
                  <c:v>2.9022000000000001</c:v>
                </c:pt>
                <c:pt idx="4243">
                  <c:v>3.0178500000000001</c:v>
                </c:pt>
                <c:pt idx="4244">
                  <c:v>3.4319600000000001</c:v>
                </c:pt>
                <c:pt idx="4245">
                  <c:v>3.4802200000000001</c:v>
                </c:pt>
                <c:pt idx="4246">
                  <c:v>3.5327099999999998</c:v>
                </c:pt>
                <c:pt idx="4247">
                  <c:v>3.8548499999999999</c:v>
                </c:pt>
                <c:pt idx="4248">
                  <c:v>3.9150200000000002</c:v>
                </c:pt>
                <c:pt idx="4249">
                  <c:v>3.7165400000000002</c:v>
                </c:pt>
                <c:pt idx="4250">
                  <c:v>3.8378800000000002</c:v>
                </c:pt>
                <c:pt idx="4251">
                  <c:v>4.00692</c:v>
                </c:pt>
                <c:pt idx="4252">
                  <c:v>3.90991</c:v>
                </c:pt>
                <c:pt idx="4253">
                  <c:v>3.8749799999999999</c:v>
                </c:pt>
                <c:pt idx="4254">
                  <c:v>4.1064699999999998</c:v>
                </c:pt>
                <c:pt idx="4255">
                  <c:v>4.2809100000000004</c:v>
                </c:pt>
                <c:pt idx="4256">
                  <c:v>4.1810200000000002</c:v>
                </c:pt>
                <c:pt idx="4257">
                  <c:v>4.0941799999999997</c:v>
                </c:pt>
                <c:pt idx="4258">
                  <c:v>4.0065999999999997</c:v>
                </c:pt>
                <c:pt idx="4259">
                  <c:v>3.8859599999999999</c:v>
                </c:pt>
                <c:pt idx="4260">
                  <c:v>3.6487799999999999</c:v>
                </c:pt>
                <c:pt idx="4261">
                  <c:v>3.2083400000000002</c:v>
                </c:pt>
                <c:pt idx="4262">
                  <c:v>3.0585800000000001</c:v>
                </c:pt>
                <c:pt idx="4263">
                  <c:v>3.4224000000000001</c:v>
                </c:pt>
                <c:pt idx="4264">
                  <c:v>3.6276600000000001</c:v>
                </c:pt>
                <c:pt idx="4265">
                  <c:v>3.7541199999999999</c:v>
                </c:pt>
                <c:pt idx="4266">
                  <c:v>3.7438199999999999</c:v>
                </c:pt>
                <c:pt idx="4267">
                  <c:v>3.4892300000000001</c:v>
                </c:pt>
                <c:pt idx="4268">
                  <c:v>3.6046100000000001</c:v>
                </c:pt>
                <c:pt idx="4269">
                  <c:v>3.7559999999999998</c:v>
                </c:pt>
                <c:pt idx="4270">
                  <c:v>3.8430399999999998</c:v>
                </c:pt>
                <c:pt idx="4271">
                  <c:v>4.3348500000000003</c:v>
                </c:pt>
                <c:pt idx="4272">
                  <c:v>4.2674000000000003</c:v>
                </c:pt>
                <c:pt idx="4273">
                  <c:v>3.9794399999999999</c:v>
                </c:pt>
                <c:pt idx="4274">
                  <c:v>3.8583500000000002</c:v>
                </c:pt>
                <c:pt idx="4275">
                  <c:v>4.0512699999999997</c:v>
                </c:pt>
                <c:pt idx="4276">
                  <c:v>4.4752700000000001</c:v>
                </c:pt>
                <c:pt idx="4277">
                  <c:v>4.5322399999999998</c:v>
                </c:pt>
                <c:pt idx="4278">
                  <c:v>4.3049600000000003</c:v>
                </c:pt>
                <c:pt idx="4279">
                  <c:v>4.35365</c:v>
                </c:pt>
                <c:pt idx="4280">
                  <c:v>4.5907</c:v>
                </c:pt>
                <c:pt idx="4281">
                  <c:v>4.6544600000000003</c:v>
                </c:pt>
                <c:pt idx="4282">
                  <c:v>4.4961799999999998</c:v>
                </c:pt>
                <c:pt idx="4283">
                  <c:v>4.4721399999999996</c:v>
                </c:pt>
                <c:pt idx="4284">
                  <c:v>4.6465399999999999</c:v>
                </c:pt>
                <c:pt idx="4285">
                  <c:v>4.9188799999999997</c:v>
                </c:pt>
                <c:pt idx="4286">
                  <c:v>5.0338399999999996</c:v>
                </c:pt>
                <c:pt idx="4287">
                  <c:v>5.1549300000000002</c:v>
                </c:pt>
                <c:pt idx="4288">
                  <c:v>4.88713</c:v>
                </c:pt>
                <c:pt idx="4289">
                  <c:v>4.5871000000000004</c:v>
                </c:pt>
                <c:pt idx="4290">
                  <c:v>4.82484</c:v>
                </c:pt>
                <c:pt idx="4291">
                  <c:v>5.0113099999999999</c:v>
                </c:pt>
                <c:pt idx="4292">
                  <c:v>4.9940300000000004</c:v>
                </c:pt>
                <c:pt idx="4293">
                  <c:v>4.96983</c:v>
                </c:pt>
                <c:pt idx="4294">
                  <c:v>5.0199800000000003</c:v>
                </c:pt>
                <c:pt idx="4295">
                  <c:v>4.82911</c:v>
                </c:pt>
                <c:pt idx="4296">
                  <c:v>4.81684</c:v>
                </c:pt>
                <c:pt idx="4297">
                  <c:v>4.9580099999999998</c:v>
                </c:pt>
                <c:pt idx="4298">
                  <c:v>5.0491900000000003</c:v>
                </c:pt>
                <c:pt idx="4299">
                  <c:v>4.8988699999999996</c:v>
                </c:pt>
                <c:pt idx="4300">
                  <c:v>4.6028500000000001</c:v>
                </c:pt>
                <c:pt idx="4301">
                  <c:v>4.5498099999999999</c:v>
                </c:pt>
                <c:pt idx="4302">
                  <c:v>4.2217099999999999</c:v>
                </c:pt>
                <c:pt idx="4303">
                  <c:v>3.8687999999999998</c:v>
                </c:pt>
                <c:pt idx="4304">
                  <c:v>3.7989899999999999</c:v>
                </c:pt>
                <c:pt idx="4305">
                  <c:v>3.9216099999999998</c:v>
                </c:pt>
                <c:pt idx="4306">
                  <c:v>3.7892899999999998</c:v>
                </c:pt>
                <c:pt idx="4307">
                  <c:v>3.7246299999999999</c:v>
                </c:pt>
                <c:pt idx="4308">
                  <c:v>3.8143400000000001</c:v>
                </c:pt>
                <c:pt idx="4309">
                  <c:v>3.9131999999999998</c:v>
                </c:pt>
                <c:pt idx="4310">
                  <c:v>3.97967</c:v>
                </c:pt>
                <c:pt idx="4311">
                  <c:v>4.22044</c:v>
                </c:pt>
                <c:pt idx="4312">
                  <c:v>4.1174200000000001</c:v>
                </c:pt>
                <c:pt idx="4313">
                  <c:v>3.7396099999999999</c:v>
                </c:pt>
                <c:pt idx="4314">
                  <c:v>3.4842</c:v>
                </c:pt>
                <c:pt idx="4315">
                  <c:v>3.2193700000000001</c:v>
                </c:pt>
                <c:pt idx="4316">
                  <c:v>3.10406</c:v>
                </c:pt>
                <c:pt idx="4317">
                  <c:v>3.0242</c:v>
                </c:pt>
                <c:pt idx="4318">
                  <c:v>2.8536700000000002</c:v>
                </c:pt>
                <c:pt idx="4319">
                  <c:v>2.7569900000000001</c:v>
                </c:pt>
                <c:pt idx="4320">
                  <c:v>2.84226</c:v>
                </c:pt>
                <c:pt idx="4321">
                  <c:v>3.28084</c:v>
                </c:pt>
                <c:pt idx="4322">
                  <c:v>3.7375699999999998</c:v>
                </c:pt>
                <c:pt idx="4323">
                  <c:v>3.7286999999999999</c:v>
                </c:pt>
                <c:pt idx="4324">
                  <c:v>3.8835799999999998</c:v>
                </c:pt>
                <c:pt idx="4325">
                  <c:v>4.10928</c:v>
                </c:pt>
                <c:pt idx="4326">
                  <c:v>3.9086799999999999</c:v>
                </c:pt>
                <c:pt idx="4327">
                  <c:v>3.68371</c:v>
                </c:pt>
                <c:pt idx="4328">
                  <c:v>3.5172300000000001</c:v>
                </c:pt>
                <c:pt idx="4329">
                  <c:v>3.5087100000000002</c:v>
                </c:pt>
                <c:pt idx="4330">
                  <c:v>3.1946599999999998</c:v>
                </c:pt>
                <c:pt idx="4331">
                  <c:v>2.8589699999999998</c:v>
                </c:pt>
                <c:pt idx="4332">
                  <c:v>2.89174</c:v>
                </c:pt>
                <c:pt idx="4333">
                  <c:v>3.2079200000000001</c:v>
                </c:pt>
                <c:pt idx="4334">
                  <c:v>3.6692399999999998</c:v>
                </c:pt>
                <c:pt idx="4335">
                  <c:v>3.8939300000000001</c:v>
                </c:pt>
                <c:pt idx="4336">
                  <c:v>3.9568099999999999</c:v>
                </c:pt>
                <c:pt idx="4337">
                  <c:v>3.9167399999999999</c:v>
                </c:pt>
                <c:pt idx="4338">
                  <c:v>3.9344000000000001</c:v>
                </c:pt>
                <c:pt idx="4339">
                  <c:v>3.9440900000000001</c:v>
                </c:pt>
                <c:pt idx="4340">
                  <c:v>4.0540799999999999</c:v>
                </c:pt>
                <c:pt idx="4341">
                  <c:v>4.3757599999999996</c:v>
                </c:pt>
                <c:pt idx="4342">
                  <c:v>4.35534</c:v>
                </c:pt>
                <c:pt idx="4343">
                  <c:v>4.2632000000000003</c:v>
                </c:pt>
                <c:pt idx="4344">
                  <c:v>4.2361899999999997</c:v>
                </c:pt>
                <c:pt idx="4345">
                  <c:v>4.3083499999999999</c:v>
                </c:pt>
                <c:pt idx="4346">
                  <c:v>4.22525</c:v>
                </c:pt>
                <c:pt idx="4347">
                  <c:v>3.9619900000000001</c:v>
                </c:pt>
                <c:pt idx="4348">
                  <c:v>3.69462</c:v>
                </c:pt>
                <c:pt idx="4349">
                  <c:v>3.5241699999999998</c:v>
                </c:pt>
                <c:pt idx="4350">
                  <c:v>3.73678</c:v>
                </c:pt>
                <c:pt idx="4351">
                  <c:v>3.6000200000000002</c:v>
                </c:pt>
                <c:pt idx="4352">
                  <c:v>3.5763400000000001</c:v>
                </c:pt>
                <c:pt idx="4353">
                  <c:v>3.7680400000000001</c:v>
                </c:pt>
                <c:pt idx="4354">
                  <c:v>3.79847</c:v>
                </c:pt>
                <c:pt idx="4355">
                  <c:v>3.7630400000000002</c:v>
                </c:pt>
                <c:pt idx="4356">
                  <c:v>3.52156</c:v>
                </c:pt>
                <c:pt idx="4357">
                  <c:v>3.43567</c:v>
                </c:pt>
                <c:pt idx="4358">
                  <c:v>3.42916</c:v>
                </c:pt>
                <c:pt idx="4359">
                  <c:v>3.2480699999999998</c:v>
                </c:pt>
                <c:pt idx="4360">
                  <c:v>3.415</c:v>
                </c:pt>
                <c:pt idx="4361">
                  <c:v>3.54555</c:v>
                </c:pt>
                <c:pt idx="4362">
                  <c:v>3.70167</c:v>
                </c:pt>
                <c:pt idx="4363">
                  <c:v>3.9642599999999999</c:v>
                </c:pt>
                <c:pt idx="4364">
                  <c:v>3.9494600000000002</c:v>
                </c:pt>
                <c:pt idx="4365">
                  <c:v>3.8991400000000001</c:v>
                </c:pt>
                <c:pt idx="4366">
                  <c:v>3.8081399999999999</c:v>
                </c:pt>
                <c:pt idx="4367">
                  <c:v>3.7352300000000001</c:v>
                </c:pt>
                <c:pt idx="4368">
                  <c:v>3.8224999999999998</c:v>
                </c:pt>
                <c:pt idx="4369">
                  <c:v>3.9094000000000002</c:v>
                </c:pt>
                <c:pt idx="4370">
                  <c:v>3.8004799999999999</c:v>
                </c:pt>
                <c:pt idx="4371">
                  <c:v>3.6392099999999998</c:v>
                </c:pt>
                <c:pt idx="4372">
                  <c:v>3.6061000000000001</c:v>
                </c:pt>
                <c:pt idx="4373">
                  <c:v>3.8308499999999999</c:v>
                </c:pt>
                <c:pt idx="4374">
                  <c:v>3.9479700000000002</c:v>
                </c:pt>
                <c:pt idx="4375">
                  <c:v>3.92672</c:v>
                </c:pt>
                <c:pt idx="4376">
                  <c:v>3.9993799999999999</c:v>
                </c:pt>
                <c:pt idx="4377">
                  <c:v>4.3057400000000001</c:v>
                </c:pt>
                <c:pt idx="4378">
                  <c:v>4.3392099999999996</c:v>
                </c:pt>
                <c:pt idx="4379">
                  <c:v>4.2138799999999996</c:v>
                </c:pt>
                <c:pt idx="4380">
                  <c:v>4.3231799999999998</c:v>
                </c:pt>
                <c:pt idx="4381">
                  <c:v>4.4999000000000002</c:v>
                </c:pt>
                <c:pt idx="4382">
                  <c:v>4.3396800000000004</c:v>
                </c:pt>
                <c:pt idx="4383">
                  <c:v>4.1166900000000002</c:v>
                </c:pt>
                <c:pt idx="4384">
                  <c:v>4.0622199999999999</c:v>
                </c:pt>
                <c:pt idx="4385">
                  <c:v>3.72654</c:v>
                </c:pt>
                <c:pt idx="4386">
                  <c:v>3.52454</c:v>
                </c:pt>
                <c:pt idx="4387">
                  <c:v>3.67944</c:v>
                </c:pt>
                <c:pt idx="4388">
                  <c:v>4.0564400000000003</c:v>
                </c:pt>
                <c:pt idx="4389">
                  <c:v>4.2568599999999996</c:v>
                </c:pt>
                <c:pt idx="4390">
                  <c:v>4.2993800000000002</c:v>
                </c:pt>
                <c:pt idx="4391">
                  <c:v>3.91839</c:v>
                </c:pt>
                <c:pt idx="4392">
                  <c:v>3.6211099999999998</c:v>
                </c:pt>
                <c:pt idx="4393">
                  <c:v>3.2403499999999998</c:v>
                </c:pt>
                <c:pt idx="4394">
                  <c:v>2.94258</c:v>
                </c:pt>
                <c:pt idx="4395">
                  <c:v>2.6848299999999998</c:v>
                </c:pt>
                <c:pt idx="4396">
                  <c:v>2.6787000000000001</c:v>
                </c:pt>
                <c:pt idx="4397">
                  <c:v>2.7317100000000001</c:v>
                </c:pt>
                <c:pt idx="4398">
                  <c:v>3.11138</c:v>
                </c:pt>
                <c:pt idx="4399">
                  <c:v>3.9079199999999998</c:v>
                </c:pt>
                <c:pt idx="4400">
                  <c:v>4.1835399999999998</c:v>
                </c:pt>
                <c:pt idx="4401">
                  <c:v>4.2971899999999996</c:v>
                </c:pt>
                <c:pt idx="4402">
                  <c:v>4.4916</c:v>
                </c:pt>
                <c:pt idx="4403">
                  <c:v>4.3017200000000004</c:v>
                </c:pt>
                <c:pt idx="4404">
                  <c:v>3.7870400000000002</c:v>
                </c:pt>
                <c:pt idx="4405">
                  <c:v>3.46496</c:v>
                </c:pt>
                <c:pt idx="4406">
                  <c:v>3.1686200000000002</c:v>
                </c:pt>
                <c:pt idx="4407">
                  <c:v>3.3731800000000001</c:v>
                </c:pt>
                <c:pt idx="4408">
                  <c:v>3.6655700000000002</c:v>
                </c:pt>
                <c:pt idx="4409">
                  <c:v>3.7091500000000002</c:v>
                </c:pt>
                <c:pt idx="4410">
                  <c:v>3.7106699999999999</c:v>
                </c:pt>
                <c:pt idx="4411">
                  <c:v>3.7557</c:v>
                </c:pt>
                <c:pt idx="4412">
                  <c:v>3.80599</c:v>
                </c:pt>
                <c:pt idx="4413">
                  <c:v>3.7090900000000002</c:v>
                </c:pt>
                <c:pt idx="4414">
                  <c:v>3.5369199999999998</c:v>
                </c:pt>
                <c:pt idx="4415">
                  <c:v>3.14405</c:v>
                </c:pt>
                <c:pt idx="4416">
                  <c:v>3.13415</c:v>
                </c:pt>
                <c:pt idx="4417">
                  <c:v>3.0194100000000001</c:v>
                </c:pt>
                <c:pt idx="4418">
                  <c:v>3.0179800000000001</c:v>
                </c:pt>
                <c:pt idx="4419">
                  <c:v>3.44035</c:v>
                </c:pt>
                <c:pt idx="4420">
                  <c:v>3.6229900000000002</c:v>
                </c:pt>
                <c:pt idx="4421">
                  <c:v>3.3533599999999999</c:v>
                </c:pt>
                <c:pt idx="4422">
                  <c:v>3.2921800000000001</c:v>
                </c:pt>
                <c:pt idx="4423">
                  <c:v>3.5413199999999998</c:v>
                </c:pt>
                <c:pt idx="4424">
                  <c:v>3.6354899999999999</c:v>
                </c:pt>
                <c:pt idx="4425">
                  <c:v>3.5866400000000001</c:v>
                </c:pt>
                <c:pt idx="4426">
                  <c:v>3.5213100000000002</c:v>
                </c:pt>
                <c:pt idx="4427">
                  <c:v>3.3753299999999999</c:v>
                </c:pt>
                <c:pt idx="4428">
                  <c:v>3.2946</c:v>
                </c:pt>
                <c:pt idx="4429">
                  <c:v>3.5340199999999999</c:v>
                </c:pt>
                <c:pt idx="4430">
                  <c:v>3.81366</c:v>
                </c:pt>
                <c:pt idx="4431">
                  <c:v>3.6354600000000001</c:v>
                </c:pt>
                <c:pt idx="4432">
                  <c:v>3.4240499999999998</c:v>
                </c:pt>
                <c:pt idx="4433">
                  <c:v>3.4307099999999999</c:v>
                </c:pt>
                <c:pt idx="4434">
                  <c:v>3.1682000000000001</c:v>
                </c:pt>
                <c:pt idx="4435">
                  <c:v>3.0386099999999998</c:v>
                </c:pt>
                <c:pt idx="4436">
                  <c:v>3.1353499999999999</c:v>
                </c:pt>
                <c:pt idx="4437">
                  <c:v>3.3841399999999999</c:v>
                </c:pt>
                <c:pt idx="4438">
                  <c:v>3.4196300000000002</c:v>
                </c:pt>
                <c:pt idx="4439">
                  <c:v>3.6079599999999998</c:v>
                </c:pt>
                <c:pt idx="4440">
                  <c:v>3.6503899999999998</c:v>
                </c:pt>
                <c:pt idx="4441">
                  <c:v>3.5573600000000001</c:v>
                </c:pt>
                <c:pt idx="4442">
                  <c:v>3.5914000000000001</c:v>
                </c:pt>
                <c:pt idx="4443">
                  <c:v>3.7404999999999999</c:v>
                </c:pt>
                <c:pt idx="4444">
                  <c:v>3.97106</c:v>
                </c:pt>
                <c:pt idx="4445">
                  <c:v>3.7395200000000002</c:v>
                </c:pt>
                <c:pt idx="4446">
                  <c:v>3.3609</c:v>
                </c:pt>
                <c:pt idx="4447">
                  <c:v>3.1298599999999999</c:v>
                </c:pt>
                <c:pt idx="4448">
                  <c:v>2.9499599999999999</c:v>
                </c:pt>
                <c:pt idx="4449">
                  <c:v>3.22241</c:v>
                </c:pt>
                <c:pt idx="4450">
                  <c:v>3.4085100000000002</c:v>
                </c:pt>
                <c:pt idx="4451">
                  <c:v>3.4533800000000001</c:v>
                </c:pt>
                <c:pt idx="4452">
                  <c:v>3.32742</c:v>
                </c:pt>
                <c:pt idx="4453">
                  <c:v>3.55918</c:v>
                </c:pt>
                <c:pt idx="4454">
                  <c:v>3.7430599999999998</c:v>
                </c:pt>
                <c:pt idx="4455">
                  <c:v>3.6408299999999998</c:v>
                </c:pt>
                <c:pt idx="4456">
                  <c:v>3.3195299999999999</c:v>
                </c:pt>
                <c:pt idx="4457">
                  <c:v>3.2949600000000001</c:v>
                </c:pt>
                <c:pt idx="4458">
                  <c:v>3.6718899999999999</c:v>
                </c:pt>
                <c:pt idx="4459">
                  <c:v>3.70201</c:v>
                </c:pt>
                <c:pt idx="4460">
                  <c:v>3.6757499999999999</c:v>
                </c:pt>
                <c:pt idx="4461">
                  <c:v>3.7799100000000001</c:v>
                </c:pt>
                <c:pt idx="4462">
                  <c:v>3.76511</c:v>
                </c:pt>
                <c:pt idx="4463">
                  <c:v>3.8517000000000001</c:v>
                </c:pt>
                <c:pt idx="4464">
                  <c:v>3.9725700000000002</c:v>
                </c:pt>
                <c:pt idx="4465">
                  <c:v>3.8012100000000002</c:v>
                </c:pt>
                <c:pt idx="4466">
                  <c:v>3.3508300000000002</c:v>
                </c:pt>
                <c:pt idx="4467">
                  <c:v>2.9766499999999998</c:v>
                </c:pt>
                <c:pt idx="4468">
                  <c:v>2.8132600000000001</c:v>
                </c:pt>
                <c:pt idx="4469">
                  <c:v>2.75129</c:v>
                </c:pt>
                <c:pt idx="4470">
                  <c:v>3.0396700000000001</c:v>
                </c:pt>
                <c:pt idx="4471">
                  <c:v>3.5890399999999998</c:v>
                </c:pt>
                <c:pt idx="4472">
                  <c:v>3.6573600000000002</c:v>
                </c:pt>
                <c:pt idx="4473">
                  <c:v>3.3762300000000001</c:v>
                </c:pt>
                <c:pt idx="4474">
                  <c:v>2.93418</c:v>
                </c:pt>
                <c:pt idx="4475">
                  <c:v>2.7253799999999999</c:v>
                </c:pt>
                <c:pt idx="4476">
                  <c:v>2.65734</c:v>
                </c:pt>
                <c:pt idx="4477">
                  <c:v>2.8045200000000001</c:v>
                </c:pt>
                <c:pt idx="4478">
                  <c:v>3.0175399999999999</c:v>
                </c:pt>
                <c:pt idx="4479">
                  <c:v>2.7209599999999998</c:v>
                </c:pt>
                <c:pt idx="4480">
                  <c:v>2.5244499999999999</c:v>
                </c:pt>
                <c:pt idx="4481">
                  <c:v>2.6690499999999999</c:v>
                </c:pt>
                <c:pt idx="4482">
                  <c:v>2.94225</c:v>
                </c:pt>
                <c:pt idx="4483">
                  <c:v>3.2162600000000001</c:v>
                </c:pt>
                <c:pt idx="4484">
                  <c:v>3.22533</c:v>
                </c:pt>
                <c:pt idx="4485">
                  <c:v>2.8616000000000001</c:v>
                </c:pt>
                <c:pt idx="4486">
                  <c:v>2.9506600000000001</c:v>
                </c:pt>
                <c:pt idx="4487">
                  <c:v>3.0727199999999999</c:v>
                </c:pt>
                <c:pt idx="4488">
                  <c:v>2.7915399999999999</c:v>
                </c:pt>
                <c:pt idx="4489">
                  <c:v>2.7156099999999999</c:v>
                </c:pt>
                <c:pt idx="4490">
                  <c:v>2.6196100000000002</c:v>
                </c:pt>
                <c:pt idx="4491">
                  <c:v>2.5999599999999998</c:v>
                </c:pt>
                <c:pt idx="4492">
                  <c:v>2.95905</c:v>
                </c:pt>
                <c:pt idx="4493">
                  <c:v>3.1741799999999998</c:v>
                </c:pt>
                <c:pt idx="4494">
                  <c:v>2.8696999999999999</c:v>
                </c:pt>
                <c:pt idx="4495">
                  <c:v>2.34721</c:v>
                </c:pt>
                <c:pt idx="4496">
                  <c:v>2.1243400000000001</c:v>
                </c:pt>
                <c:pt idx="4497">
                  <c:v>2.3340900000000002</c:v>
                </c:pt>
                <c:pt idx="4498">
                  <c:v>2.5196399999999999</c:v>
                </c:pt>
                <c:pt idx="4499">
                  <c:v>2.3345099999999999</c:v>
                </c:pt>
                <c:pt idx="4500">
                  <c:v>2.1732999999999998</c:v>
                </c:pt>
                <c:pt idx="4501">
                  <c:v>2.3828100000000001</c:v>
                </c:pt>
                <c:pt idx="4502">
                  <c:v>2.6102400000000001</c:v>
                </c:pt>
                <c:pt idx="4503">
                  <c:v>2.7377899999999999</c:v>
                </c:pt>
                <c:pt idx="4504">
                  <c:v>2.6779000000000002</c:v>
                </c:pt>
                <c:pt idx="4505">
                  <c:v>2.63151</c:v>
                </c:pt>
                <c:pt idx="4506">
                  <c:v>2.9948700000000001</c:v>
                </c:pt>
                <c:pt idx="4507">
                  <c:v>3.4295</c:v>
                </c:pt>
                <c:pt idx="4508">
                  <c:v>3.4118599999999999</c:v>
                </c:pt>
                <c:pt idx="4509">
                  <c:v>3.0068000000000001</c:v>
                </c:pt>
                <c:pt idx="4510">
                  <c:v>2.4309500000000002</c:v>
                </c:pt>
                <c:pt idx="4511">
                  <c:v>1.89954</c:v>
                </c:pt>
                <c:pt idx="4512">
                  <c:v>1.7244299999999999</c:v>
                </c:pt>
                <c:pt idx="4513">
                  <c:v>1.9500200000000001</c:v>
                </c:pt>
                <c:pt idx="4514">
                  <c:v>2.4186299999999998</c:v>
                </c:pt>
                <c:pt idx="4515">
                  <c:v>2.9006699999999999</c:v>
                </c:pt>
                <c:pt idx="4516">
                  <c:v>2.9193500000000001</c:v>
                </c:pt>
                <c:pt idx="4517">
                  <c:v>2.8762599999999998</c:v>
                </c:pt>
                <c:pt idx="4518">
                  <c:v>2.8778999999999999</c:v>
                </c:pt>
                <c:pt idx="4519">
                  <c:v>2.6179600000000001</c:v>
                </c:pt>
                <c:pt idx="4520">
                  <c:v>2.57803</c:v>
                </c:pt>
                <c:pt idx="4521">
                  <c:v>2.6995200000000001</c:v>
                </c:pt>
                <c:pt idx="4522">
                  <c:v>2.6819299999999999</c:v>
                </c:pt>
                <c:pt idx="4523">
                  <c:v>2.6707100000000001</c:v>
                </c:pt>
                <c:pt idx="4524">
                  <c:v>2.6749499999999999</c:v>
                </c:pt>
                <c:pt idx="4525">
                  <c:v>2.5404</c:v>
                </c:pt>
                <c:pt idx="4526">
                  <c:v>2.5630600000000001</c:v>
                </c:pt>
                <c:pt idx="4527">
                  <c:v>2.62405</c:v>
                </c:pt>
                <c:pt idx="4528">
                  <c:v>2.4292699999999998</c:v>
                </c:pt>
                <c:pt idx="4529">
                  <c:v>2.3208299999999999</c:v>
                </c:pt>
                <c:pt idx="4530">
                  <c:v>2.3636599999999999</c:v>
                </c:pt>
                <c:pt idx="4531">
                  <c:v>2.3064399999999998</c:v>
                </c:pt>
                <c:pt idx="4532">
                  <c:v>2.2283300000000001</c:v>
                </c:pt>
                <c:pt idx="4533">
                  <c:v>2.3789799999999999</c:v>
                </c:pt>
                <c:pt idx="4534">
                  <c:v>2.4954100000000001</c:v>
                </c:pt>
                <c:pt idx="4535">
                  <c:v>2.7267199999999998</c:v>
                </c:pt>
                <c:pt idx="4536">
                  <c:v>3.1180400000000001</c:v>
                </c:pt>
                <c:pt idx="4537">
                  <c:v>3.4357600000000001</c:v>
                </c:pt>
                <c:pt idx="4538">
                  <c:v>3.2082199999999998</c:v>
                </c:pt>
                <c:pt idx="4539">
                  <c:v>2.9935299999999998</c:v>
                </c:pt>
                <c:pt idx="4540">
                  <c:v>2.98129</c:v>
                </c:pt>
                <c:pt idx="4541">
                  <c:v>2.9388800000000002</c:v>
                </c:pt>
                <c:pt idx="4542">
                  <c:v>3.03532</c:v>
                </c:pt>
                <c:pt idx="4543">
                  <c:v>3.2580300000000002</c:v>
                </c:pt>
                <c:pt idx="4544">
                  <c:v>3.3907500000000002</c:v>
                </c:pt>
                <c:pt idx="4545">
                  <c:v>3.16825</c:v>
                </c:pt>
                <c:pt idx="4546">
                  <c:v>2.9952800000000002</c:v>
                </c:pt>
                <c:pt idx="4547">
                  <c:v>3.1897000000000002</c:v>
                </c:pt>
                <c:pt idx="4548">
                  <c:v>3.4011100000000001</c:v>
                </c:pt>
                <c:pt idx="4549">
                  <c:v>3.3252700000000002</c:v>
                </c:pt>
                <c:pt idx="4550">
                  <c:v>3.4508299999999998</c:v>
                </c:pt>
                <c:pt idx="4551">
                  <c:v>3.75684</c:v>
                </c:pt>
                <c:pt idx="4552">
                  <c:v>3.8588</c:v>
                </c:pt>
                <c:pt idx="4553">
                  <c:v>3.5161799999999999</c:v>
                </c:pt>
                <c:pt idx="4554">
                  <c:v>3.24979</c:v>
                </c:pt>
                <c:pt idx="4555">
                  <c:v>3.16371</c:v>
                </c:pt>
                <c:pt idx="4556">
                  <c:v>3.0853799999999998</c:v>
                </c:pt>
                <c:pt idx="4557">
                  <c:v>3.2719800000000001</c:v>
                </c:pt>
                <c:pt idx="4558">
                  <c:v>3.7283200000000001</c:v>
                </c:pt>
                <c:pt idx="4559">
                  <c:v>3.6576599999999999</c:v>
                </c:pt>
                <c:pt idx="4560">
                  <c:v>3.198</c:v>
                </c:pt>
                <c:pt idx="4561">
                  <c:v>3.1175099999999998</c:v>
                </c:pt>
                <c:pt idx="4562">
                  <c:v>3.4560200000000001</c:v>
                </c:pt>
                <c:pt idx="4563">
                  <c:v>3.7463099999999998</c:v>
                </c:pt>
                <c:pt idx="4564">
                  <c:v>3.8828900000000002</c:v>
                </c:pt>
                <c:pt idx="4565">
                  <c:v>3.6611699999999998</c:v>
                </c:pt>
                <c:pt idx="4566">
                  <c:v>3.2937500000000002</c:v>
                </c:pt>
                <c:pt idx="4567">
                  <c:v>3.4459200000000001</c:v>
                </c:pt>
                <c:pt idx="4568">
                  <c:v>3.42638</c:v>
                </c:pt>
                <c:pt idx="4569">
                  <c:v>3.3150200000000001</c:v>
                </c:pt>
                <c:pt idx="4570">
                  <c:v>3.3453200000000001</c:v>
                </c:pt>
                <c:pt idx="4571">
                  <c:v>3.1071200000000001</c:v>
                </c:pt>
                <c:pt idx="4572">
                  <c:v>2.9643000000000002</c:v>
                </c:pt>
                <c:pt idx="4573">
                  <c:v>2.6986599999999998</c:v>
                </c:pt>
                <c:pt idx="4574">
                  <c:v>2.4918</c:v>
                </c:pt>
                <c:pt idx="4575">
                  <c:v>2.60521</c:v>
                </c:pt>
                <c:pt idx="4576">
                  <c:v>2.3212600000000001</c:v>
                </c:pt>
                <c:pt idx="4577">
                  <c:v>2.2305600000000001</c:v>
                </c:pt>
                <c:pt idx="4578">
                  <c:v>2.51335</c:v>
                </c:pt>
                <c:pt idx="4579">
                  <c:v>2.33317</c:v>
                </c:pt>
                <c:pt idx="4580">
                  <c:v>1.9556899999999999</c:v>
                </c:pt>
                <c:pt idx="4581">
                  <c:v>2.1350600000000002</c:v>
                </c:pt>
                <c:pt idx="4582">
                  <c:v>2.61239</c:v>
                </c:pt>
                <c:pt idx="4583">
                  <c:v>2.8656299999999999</c:v>
                </c:pt>
                <c:pt idx="4584">
                  <c:v>3.1825800000000002</c:v>
                </c:pt>
                <c:pt idx="4585">
                  <c:v>3.0572599999999999</c:v>
                </c:pt>
                <c:pt idx="4586">
                  <c:v>2.92361</c:v>
                </c:pt>
                <c:pt idx="4587">
                  <c:v>3.2138599999999999</c:v>
                </c:pt>
                <c:pt idx="4588">
                  <c:v>3.4403899999999998</c:v>
                </c:pt>
                <c:pt idx="4589">
                  <c:v>3.20425</c:v>
                </c:pt>
                <c:pt idx="4590">
                  <c:v>3.32877</c:v>
                </c:pt>
                <c:pt idx="4591">
                  <c:v>3.44333</c:v>
                </c:pt>
                <c:pt idx="4592">
                  <c:v>3.1777000000000002</c:v>
                </c:pt>
                <c:pt idx="4593">
                  <c:v>2.5530499999999998</c:v>
                </c:pt>
                <c:pt idx="4594">
                  <c:v>2.4442499999999998</c:v>
                </c:pt>
                <c:pt idx="4595">
                  <c:v>2.8429199999999999</c:v>
                </c:pt>
                <c:pt idx="4596">
                  <c:v>2.7698200000000002</c:v>
                </c:pt>
                <c:pt idx="4597">
                  <c:v>2.1093899999999999</c:v>
                </c:pt>
                <c:pt idx="4598">
                  <c:v>1.8707800000000001</c:v>
                </c:pt>
                <c:pt idx="4599">
                  <c:v>2.1711</c:v>
                </c:pt>
                <c:pt idx="4600">
                  <c:v>2.4333200000000001</c:v>
                </c:pt>
                <c:pt idx="4601">
                  <c:v>2.3553099999999998</c:v>
                </c:pt>
                <c:pt idx="4602">
                  <c:v>2.2347800000000002</c:v>
                </c:pt>
                <c:pt idx="4603">
                  <c:v>2.2969300000000001</c:v>
                </c:pt>
                <c:pt idx="4604">
                  <c:v>2.9908899999999998</c:v>
                </c:pt>
                <c:pt idx="4605">
                  <c:v>3.60338</c:v>
                </c:pt>
                <c:pt idx="4606">
                  <c:v>3.7589000000000001</c:v>
                </c:pt>
                <c:pt idx="4607">
                  <c:v>3.5685500000000001</c:v>
                </c:pt>
                <c:pt idx="4608">
                  <c:v>3.3270400000000002</c:v>
                </c:pt>
                <c:pt idx="4609">
                  <c:v>3.2759499999999999</c:v>
                </c:pt>
                <c:pt idx="4610">
                  <c:v>3.3227600000000002</c:v>
                </c:pt>
                <c:pt idx="4611">
                  <c:v>3.2658900000000002</c:v>
                </c:pt>
                <c:pt idx="4612">
                  <c:v>3.18526</c:v>
                </c:pt>
                <c:pt idx="4613">
                  <c:v>3.12249</c:v>
                </c:pt>
                <c:pt idx="4614">
                  <c:v>2.9275899999999999</c:v>
                </c:pt>
                <c:pt idx="4615">
                  <c:v>3.0087000000000002</c:v>
                </c:pt>
                <c:pt idx="4616">
                  <c:v>3.18615</c:v>
                </c:pt>
                <c:pt idx="4617">
                  <c:v>3.1558899999999999</c:v>
                </c:pt>
                <c:pt idx="4618">
                  <c:v>3.2417400000000001</c:v>
                </c:pt>
                <c:pt idx="4619">
                  <c:v>3.5519099999999999</c:v>
                </c:pt>
                <c:pt idx="4620">
                  <c:v>3.7303500000000001</c:v>
                </c:pt>
                <c:pt idx="4621">
                  <c:v>3.9071600000000002</c:v>
                </c:pt>
                <c:pt idx="4622">
                  <c:v>4.07742</c:v>
                </c:pt>
                <c:pt idx="4623">
                  <c:v>4.0958399999999999</c:v>
                </c:pt>
                <c:pt idx="4624">
                  <c:v>4.0365000000000002</c:v>
                </c:pt>
                <c:pt idx="4625">
                  <c:v>4.1478599999999997</c:v>
                </c:pt>
                <c:pt idx="4626">
                  <c:v>4.0239399999999996</c:v>
                </c:pt>
                <c:pt idx="4627">
                  <c:v>4.1177900000000003</c:v>
                </c:pt>
                <c:pt idx="4628">
                  <c:v>4.2905600000000002</c:v>
                </c:pt>
                <c:pt idx="4629">
                  <c:v>3.8955500000000001</c:v>
                </c:pt>
                <c:pt idx="4630">
                  <c:v>3.74926</c:v>
                </c:pt>
                <c:pt idx="4631">
                  <c:v>3.7345999999999999</c:v>
                </c:pt>
                <c:pt idx="4632">
                  <c:v>3.5858599999999998</c:v>
                </c:pt>
                <c:pt idx="4633">
                  <c:v>3.40821</c:v>
                </c:pt>
                <c:pt idx="4634">
                  <c:v>3.1060500000000002</c:v>
                </c:pt>
                <c:pt idx="4635">
                  <c:v>2.9159999999999999</c:v>
                </c:pt>
                <c:pt idx="4636">
                  <c:v>2.7111399999999999</c:v>
                </c:pt>
                <c:pt idx="4637">
                  <c:v>2.8028400000000002</c:v>
                </c:pt>
                <c:pt idx="4638">
                  <c:v>2.9511699999999998</c:v>
                </c:pt>
                <c:pt idx="4639">
                  <c:v>2.8268399999999998</c:v>
                </c:pt>
                <c:pt idx="4640">
                  <c:v>2.7194400000000001</c:v>
                </c:pt>
                <c:pt idx="4641">
                  <c:v>2.9092199999999999</c:v>
                </c:pt>
                <c:pt idx="4642">
                  <c:v>2.9528500000000002</c:v>
                </c:pt>
                <c:pt idx="4643">
                  <c:v>2.8029700000000002</c:v>
                </c:pt>
                <c:pt idx="4644">
                  <c:v>2.5441699999999998</c:v>
                </c:pt>
                <c:pt idx="4645">
                  <c:v>2.1831800000000001</c:v>
                </c:pt>
                <c:pt idx="4646">
                  <c:v>2.2164999999999999</c:v>
                </c:pt>
                <c:pt idx="4647">
                  <c:v>2.4171399999999998</c:v>
                </c:pt>
                <c:pt idx="4648">
                  <c:v>2.29671</c:v>
                </c:pt>
                <c:pt idx="4649">
                  <c:v>2.1974999999999998</c:v>
                </c:pt>
                <c:pt idx="4650">
                  <c:v>2.2579899999999999</c:v>
                </c:pt>
                <c:pt idx="4651">
                  <c:v>2.4392800000000001</c:v>
                </c:pt>
                <c:pt idx="4652">
                  <c:v>2.71652</c:v>
                </c:pt>
                <c:pt idx="4653">
                  <c:v>3.0998899999999998</c:v>
                </c:pt>
                <c:pt idx="4654">
                  <c:v>3.4566499999999998</c:v>
                </c:pt>
                <c:pt idx="4655">
                  <c:v>3.46509</c:v>
                </c:pt>
                <c:pt idx="4656">
                  <c:v>3.2931900000000001</c:v>
                </c:pt>
                <c:pt idx="4657">
                  <c:v>3.4471699999999998</c:v>
                </c:pt>
                <c:pt idx="4658">
                  <c:v>3.5301200000000001</c:v>
                </c:pt>
                <c:pt idx="4659">
                  <c:v>3.5050300000000001</c:v>
                </c:pt>
                <c:pt idx="4660">
                  <c:v>3.61191</c:v>
                </c:pt>
                <c:pt idx="4661">
                  <c:v>3.68879</c:v>
                </c:pt>
                <c:pt idx="4662">
                  <c:v>3.5186799999999998</c:v>
                </c:pt>
                <c:pt idx="4663">
                  <c:v>2.9983900000000001</c:v>
                </c:pt>
                <c:pt idx="4664">
                  <c:v>3.2957900000000002</c:v>
                </c:pt>
                <c:pt idx="4665">
                  <c:v>3.5424600000000002</c:v>
                </c:pt>
                <c:pt idx="4666">
                  <c:v>3.5702400000000001</c:v>
                </c:pt>
                <c:pt idx="4667">
                  <c:v>3.7355999999999998</c:v>
                </c:pt>
                <c:pt idx="4668">
                  <c:v>3.7657699999999998</c:v>
                </c:pt>
                <c:pt idx="4669">
                  <c:v>3.6810700000000001</c:v>
                </c:pt>
                <c:pt idx="4670">
                  <c:v>3.2606899999999999</c:v>
                </c:pt>
                <c:pt idx="4671">
                  <c:v>2.87656</c:v>
                </c:pt>
                <c:pt idx="4672">
                  <c:v>2.83534</c:v>
                </c:pt>
                <c:pt idx="4673">
                  <c:v>2.8559399999999999</c:v>
                </c:pt>
                <c:pt idx="4674">
                  <c:v>2.8812700000000002</c:v>
                </c:pt>
                <c:pt idx="4675">
                  <c:v>3.2830300000000001</c:v>
                </c:pt>
                <c:pt idx="4676">
                  <c:v>3.4381400000000002</c:v>
                </c:pt>
                <c:pt idx="4677">
                  <c:v>3.6786400000000001</c:v>
                </c:pt>
                <c:pt idx="4678">
                  <c:v>4.1798400000000004</c:v>
                </c:pt>
                <c:pt idx="4679">
                  <c:v>4.41343</c:v>
                </c:pt>
                <c:pt idx="4680">
                  <c:v>4.6482999999999999</c:v>
                </c:pt>
                <c:pt idx="4681">
                  <c:v>4.9531299999999998</c:v>
                </c:pt>
                <c:pt idx="4682">
                  <c:v>5.0684500000000003</c:v>
                </c:pt>
                <c:pt idx="4683">
                  <c:v>4.9823599999999999</c:v>
                </c:pt>
                <c:pt idx="4684">
                  <c:v>4.8087499999999999</c:v>
                </c:pt>
                <c:pt idx="4685">
                  <c:v>4.5597000000000003</c:v>
                </c:pt>
                <c:pt idx="4686">
                  <c:v>4.1903800000000002</c:v>
                </c:pt>
                <c:pt idx="4687">
                  <c:v>3.7763200000000001</c:v>
                </c:pt>
                <c:pt idx="4688">
                  <c:v>3.5057399999999999</c:v>
                </c:pt>
                <c:pt idx="4689">
                  <c:v>3.73509</c:v>
                </c:pt>
                <c:pt idx="4690">
                  <c:v>3.87859</c:v>
                </c:pt>
                <c:pt idx="4691">
                  <c:v>3.8359200000000002</c:v>
                </c:pt>
                <c:pt idx="4692">
                  <c:v>4.0149999999999997</c:v>
                </c:pt>
                <c:pt idx="4693">
                  <c:v>3.9136299999999999</c:v>
                </c:pt>
                <c:pt idx="4694">
                  <c:v>4.0461600000000004</c:v>
                </c:pt>
                <c:pt idx="4695">
                  <c:v>4.2869400000000004</c:v>
                </c:pt>
                <c:pt idx="4696">
                  <c:v>4.3677799999999998</c:v>
                </c:pt>
                <c:pt idx="4697">
                  <c:v>4.4020999999999999</c:v>
                </c:pt>
                <c:pt idx="4698">
                  <c:v>4.5261199999999997</c:v>
                </c:pt>
                <c:pt idx="4699">
                  <c:v>4.5982900000000004</c:v>
                </c:pt>
                <c:pt idx="4700">
                  <c:v>4.3462199999999998</c:v>
                </c:pt>
                <c:pt idx="4701">
                  <c:v>4.1069699999999996</c:v>
                </c:pt>
                <c:pt idx="4702">
                  <c:v>3.7082999999999999</c:v>
                </c:pt>
                <c:pt idx="4703">
                  <c:v>3.30552</c:v>
                </c:pt>
                <c:pt idx="4704">
                  <c:v>3.1126499999999999</c:v>
                </c:pt>
                <c:pt idx="4705">
                  <c:v>2.7655500000000002</c:v>
                </c:pt>
                <c:pt idx="4706">
                  <c:v>2.5310100000000002</c:v>
                </c:pt>
                <c:pt idx="4707">
                  <c:v>2.7572199999999998</c:v>
                </c:pt>
                <c:pt idx="4708">
                  <c:v>2.8921299999999999</c:v>
                </c:pt>
                <c:pt idx="4709">
                  <c:v>2.7501699999999998</c:v>
                </c:pt>
                <c:pt idx="4710">
                  <c:v>2.3496100000000002</c:v>
                </c:pt>
                <c:pt idx="4711">
                  <c:v>2.6274199999999999</c:v>
                </c:pt>
                <c:pt idx="4712">
                  <c:v>3.1345299999999998</c:v>
                </c:pt>
                <c:pt idx="4713">
                  <c:v>3.3713099999999998</c:v>
                </c:pt>
                <c:pt idx="4714">
                  <c:v>3.2977699999999999</c:v>
                </c:pt>
                <c:pt idx="4715">
                  <c:v>3.1968999999999999</c:v>
                </c:pt>
                <c:pt idx="4716">
                  <c:v>3.2767599999999999</c:v>
                </c:pt>
                <c:pt idx="4717">
                  <c:v>3.2848999999999999</c:v>
                </c:pt>
                <c:pt idx="4718">
                  <c:v>3.1996699999999998</c:v>
                </c:pt>
                <c:pt idx="4719">
                  <c:v>2.9790299999999998</c:v>
                </c:pt>
                <c:pt idx="4720">
                  <c:v>2.83684</c:v>
                </c:pt>
                <c:pt idx="4721">
                  <c:v>2.9264800000000002</c:v>
                </c:pt>
                <c:pt idx="4722">
                  <c:v>2.8346900000000002</c:v>
                </c:pt>
                <c:pt idx="4723">
                  <c:v>2.6759900000000001</c:v>
                </c:pt>
                <c:pt idx="4724">
                  <c:v>2.63449</c:v>
                </c:pt>
                <c:pt idx="4725">
                  <c:v>2.89724</c:v>
                </c:pt>
                <c:pt idx="4726">
                  <c:v>3.1404700000000001</c:v>
                </c:pt>
                <c:pt idx="4727">
                  <c:v>3.1356799999999998</c:v>
                </c:pt>
                <c:pt idx="4728">
                  <c:v>3.2140399999999998</c:v>
                </c:pt>
                <c:pt idx="4729">
                  <c:v>3.2013600000000002</c:v>
                </c:pt>
                <c:pt idx="4730">
                  <c:v>3.0644100000000001</c:v>
                </c:pt>
                <c:pt idx="4731">
                  <c:v>3.0472299999999999</c:v>
                </c:pt>
                <c:pt idx="4732">
                  <c:v>3.0912799999999998</c:v>
                </c:pt>
                <c:pt idx="4733">
                  <c:v>3.1875200000000001</c:v>
                </c:pt>
                <c:pt idx="4734">
                  <c:v>3.2048999999999999</c:v>
                </c:pt>
                <c:pt idx="4735">
                  <c:v>3.3792399999999998</c:v>
                </c:pt>
                <c:pt idx="4736">
                  <c:v>3.4283800000000002</c:v>
                </c:pt>
                <c:pt idx="4737">
                  <c:v>3.2969400000000002</c:v>
                </c:pt>
                <c:pt idx="4738">
                  <c:v>3.3196400000000001</c:v>
                </c:pt>
                <c:pt idx="4739">
                  <c:v>3.6429999999999998</c:v>
                </c:pt>
                <c:pt idx="4740">
                  <c:v>3.8259099999999999</c:v>
                </c:pt>
                <c:pt idx="4741">
                  <c:v>3.9968699999999999</c:v>
                </c:pt>
                <c:pt idx="4742">
                  <c:v>4.1801500000000003</c:v>
                </c:pt>
                <c:pt idx="4743">
                  <c:v>4.3482099999999999</c:v>
                </c:pt>
                <c:pt idx="4744">
                  <c:v>4.7512100000000004</c:v>
                </c:pt>
                <c:pt idx="4745">
                  <c:v>4.8967200000000002</c:v>
                </c:pt>
                <c:pt idx="4746">
                  <c:v>4.6792199999999999</c:v>
                </c:pt>
                <c:pt idx="4747">
                  <c:v>4.6703000000000001</c:v>
                </c:pt>
                <c:pt idx="4748">
                  <c:v>5.0134600000000002</c:v>
                </c:pt>
                <c:pt idx="4749">
                  <c:v>5.4423500000000002</c:v>
                </c:pt>
                <c:pt idx="4750">
                  <c:v>5.85907</c:v>
                </c:pt>
                <c:pt idx="4751">
                  <c:v>6.1396300000000004</c:v>
                </c:pt>
                <c:pt idx="4752">
                  <c:v>6.2489699999999999</c:v>
                </c:pt>
                <c:pt idx="4753">
                  <c:v>6.3914999999999997</c:v>
                </c:pt>
                <c:pt idx="4754">
                  <c:v>6.7709900000000003</c:v>
                </c:pt>
                <c:pt idx="4755">
                  <c:v>6.8766100000000003</c:v>
                </c:pt>
                <c:pt idx="4756">
                  <c:v>7.0692300000000001</c:v>
                </c:pt>
                <c:pt idx="4757">
                  <c:v>7.5936899999999996</c:v>
                </c:pt>
                <c:pt idx="4758">
                  <c:v>8.3099799999999995</c:v>
                </c:pt>
                <c:pt idx="4759">
                  <c:v>8.4919200000000004</c:v>
                </c:pt>
                <c:pt idx="4760">
                  <c:v>8.3288399999999996</c:v>
                </c:pt>
                <c:pt idx="4761">
                  <c:v>8.6351300000000002</c:v>
                </c:pt>
                <c:pt idx="4762">
                  <c:v>8.8085400000000007</c:v>
                </c:pt>
                <c:pt idx="4763">
                  <c:v>8.5031499999999998</c:v>
                </c:pt>
                <c:pt idx="4764">
                  <c:v>8.2197600000000008</c:v>
                </c:pt>
                <c:pt idx="4765">
                  <c:v>8.0234500000000004</c:v>
                </c:pt>
                <c:pt idx="4766">
                  <c:v>7.8937900000000001</c:v>
                </c:pt>
                <c:pt idx="4767">
                  <c:v>7.87331</c:v>
                </c:pt>
                <c:pt idx="4768">
                  <c:v>7.8379300000000001</c:v>
                </c:pt>
                <c:pt idx="4769">
                  <c:v>7.8720299999999996</c:v>
                </c:pt>
                <c:pt idx="4770">
                  <c:v>7.6196799999999998</c:v>
                </c:pt>
                <c:pt idx="4771">
                  <c:v>7.1549699999999996</c:v>
                </c:pt>
                <c:pt idx="4772">
                  <c:v>6.4955600000000002</c:v>
                </c:pt>
                <c:pt idx="4773">
                  <c:v>5.7675599999999996</c:v>
                </c:pt>
                <c:pt idx="4774">
                  <c:v>5.1605600000000003</c:v>
                </c:pt>
                <c:pt idx="4775">
                  <c:v>4.47485</c:v>
                </c:pt>
                <c:pt idx="4776">
                  <c:v>4.1493200000000003</c:v>
                </c:pt>
                <c:pt idx="4777">
                  <c:v>4.1756399999999996</c:v>
                </c:pt>
                <c:pt idx="4778">
                  <c:v>4.1678499999999996</c:v>
                </c:pt>
                <c:pt idx="4779">
                  <c:v>4.0526</c:v>
                </c:pt>
                <c:pt idx="4780">
                  <c:v>3.8025799999999998</c:v>
                </c:pt>
                <c:pt idx="4781">
                  <c:v>3.48386</c:v>
                </c:pt>
                <c:pt idx="4782">
                  <c:v>3.1761499999999998</c:v>
                </c:pt>
                <c:pt idx="4783">
                  <c:v>2.9632499999999999</c:v>
                </c:pt>
                <c:pt idx="4784">
                  <c:v>3.0501299999999998</c:v>
                </c:pt>
                <c:pt idx="4785">
                  <c:v>3.3677000000000001</c:v>
                </c:pt>
                <c:pt idx="4786">
                  <c:v>3.8211900000000001</c:v>
                </c:pt>
                <c:pt idx="4787">
                  <c:v>4.0560400000000003</c:v>
                </c:pt>
                <c:pt idx="4788">
                  <c:v>4.0141299999999998</c:v>
                </c:pt>
                <c:pt idx="4789">
                  <c:v>3.9572400000000001</c:v>
                </c:pt>
                <c:pt idx="4790">
                  <c:v>3.8779499999999998</c:v>
                </c:pt>
                <c:pt idx="4791">
                  <c:v>3.5723799999999999</c:v>
                </c:pt>
                <c:pt idx="4792">
                  <c:v>3.44937</c:v>
                </c:pt>
                <c:pt idx="4793">
                  <c:v>3.5085099999999998</c:v>
                </c:pt>
                <c:pt idx="4794">
                  <c:v>3.81392</c:v>
                </c:pt>
                <c:pt idx="4795">
                  <c:v>3.82633</c:v>
                </c:pt>
                <c:pt idx="4796">
                  <c:v>3.5541200000000002</c:v>
                </c:pt>
                <c:pt idx="4797">
                  <c:v>3.5715599999999998</c:v>
                </c:pt>
                <c:pt idx="4798">
                  <c:v>3.4761299999999999</c:v>
                </c:pt>
                <c:pt idx="4799">
                  <c:v>3.3500200000000002</c:v>
                </c:pt>
                <c:pt idx="4800">
                  <c:v>3.33344</c:v>
                </c:pt>
                <c:pt idx="4801">
                  <c:v>3.4882300000000002</c:v>
                </c:pt>
                <c:pt idx="4802">
                  <c:v>3.4489800000000002</c:v>
                </c:pt>
                <c:pt idx="4803">
                  <c:v>3.64479</c:v>
                </c:pt>
                <c:pt idx="4804">
                  <c:v>4.1377199999999998</c:v>
                </c:pt>
                <c:pt idx="4805">
                  <c:v>4.5466100000000003</c:v>
                </c:pt>
                <c:pt idx="4806">
                  <c:v>4.7706</c:v>
                </c:pt>
                <c:pt idx="4807">
                  <c:v>4.6483400000000001</c:v>
                </c:pt>
                <c:pt idx="4808">
                  <c:v>4.4487199999999998</c:v>
                </c:pt>
                <c:pt idx="4809">
                  <c:v>4.2431099999999997</c:v>
                </c:pt>
                <c:pt idx="4810">
                  <c:v>3.8846599999999998</c:v>
                </c:pt>
                <c:pt idx="4811">
                  <c:v>3.8758499999999998</c:v>
                </c:pt>
                <c:pt idx="4812">
                  <c:v>4.1436099999999998</c:v>
                </c:pt>
                <c:pt idx="4813">
                  <c:v>4.3968800000000003</c:v>
                </c:pt>
                <c:pt idx="4814">
                  <c:v>4.4398299999999997</c:v>
                </c:pt>
                <c:pt idx="4815">
                  <c:v>4.4384399999999999</c:v>
                </c:pt>
                <c:pt idx="4816">
                  <c:v>4.15787</c:v>
                </c:pt>
                <c:pt idx="4817">
                  <c:v>3.78694</c:v>
                </c:pt>
                <c:pt idx="4818">
                  <c:v>3.2662800000000001</c:v>
                </c:pt>
                <c:pt idx="4819">
                  <c:v>3.2033999999999998</c:v>
                </c:pt>
                <c:pt idx="4820">
                  <c:v>3.7480000000000002</c:v>
                </c:pt>
                <c:pt idx="4821">
                  <c:v>4.1449800000000003</c:v>
                </c:pt>
                <c:pt idx="4822">
                  <c:v>4.2320399999999996</c:v>
                </c:pt>
                <c:pt idx="4823">
                  <c:v>3.9743400000000002</c:v>
                </c:pt>
                <c:pt idx="4824">
                  <c:v>3.45289</c:v>
                </c:pt>
                <c:pt idx="4825">
                  <c:v>3.3698000000000001</c:v>
                </c:pt>
                <c:pt idx="4826">
                  <c:v>3.9592399999999999</c:v>
                </c:pt>
                <c:pt idx="4827">
                  <c:v>4.43025</c:v>
                </c:pt>
                <c:pt idx="4828">
                  <c:v>4.3420300000000003</c:v>
                </c:pt>
                <c:pt idx="4829">
                  <c:v>4.3199500000000004</c:v>
                </c:pt>
                <c:pt idx="4830">
                  <c:v>4.3963200000000002</c:v>
                </c:pt>
                <c:pt idx="4831">
                  <c:v>4.3732199999999999</c:v>
                </c:pt>
                <c:pt idx="4832">
                  <c:v>4.1543099999999997</c:v>
                </c:pt>
                <c:pt idx="4833">
                  <c:v>3.73366</c:v>
                </c:pt>
                <c:pt idx="4834">
                  <c:v>3.85649</c:v>
                </c:pt>
                <c:pt idx="4835">
                  <c:v>3.9807700000000001</c:v>
                </c:pt>
                <c:pt idx="4836">
                  <c:v>3.8632300000000002</c:v>
                </c:pt>
                <c:pt idx="4837">
                  <c:v>3.7319</c:v>
                </c:pt>
                <c:pt idx="4838">
                  <c:v>3.8053499999999998</c:v>
                </c:pt>
                <c:pt idx="4839">
                  <c:v>3.7104900000000001</c:v>
                </c:pt>
                <c:pt idx="4840">
                  <c:v>3.35406</c:v>
                </c:pt>
                <c:pt idx="4841">
                  <c:v>3.2263099999999998</c:v>
                </c:pt>
                <c:pt idx="4842">
                  <c:v>3.7097600000000002</c:v>
                </c:pt>
                <c:pt idx="4843">
                  <c:v>4.2481400000000002</c:v>
                </c:pt>
                <c:pt idx="4844">
                  <c:v>4.8121799999999997</c:v>
                </c:pt>
                <c:pt idx="4845">
                  <c:v>5.3945999999999996</c:v>
                </c:pt>
                <c:pt idx="4846">
                  <c:v>5.9222099999999998</c:v>
                </c:pt>
                <c:pt idx="4847">
                  <c:v>6.37561</c:v>
                </c:pt>
                <c:pt idx="4848">
                  <c:v>6.7665100000000002</c:v>
                </c:pt>
                <c:pt idx="4849">
                  <c:v>7.0251599999999996</c:v>
                </c:pt>
                <c:pt idx="4850">
                  <c:v>7.2954499999999998</c:v>
                </c:pt>
                <c:pt idx="4851">
                  <c:v>7.4381199999999996</c:v>
                </c:pt>
                <c:pt idx="4852">
                  <c:v>7.4729000000000001</c:v>
                </c:pt>
                <c:pt idx="4853">
                  <c:v>7.5791399999999998</c:v>
                </c:pt>
                <c:pt idx="4854">
                  <c:v>7.7786400000000002</c:v>
                </c:pt>
                <c:pt idx="4855">
                  <c:v>8.1068300000000004</c:v>
                </c:pt>
                <c:pt idx="4856">
                  <c:v>8.3216300000000007</c:v>
                </c:pt>
                <c:pt idx="4857">
                  <c:v>7.97004</c:v>
                </c:pt>
                <c:pt idx="4858">
                  <c:v>7.3647900000000002</c:v>
                </c:pt>
                <c:pt idx="4859">
                  <c:v>6.8884100000000004</c:v>
                </c:pt>
                <c:pt idx="4860">
                  <c:v>6.5962699999999996</c:v>
                </c:pt>
                <c:pt idx="4861">
                  <c:v>6.3141400000000001</c:v>
                </c:pt>
                <c:pt idx="4862">
                  <c:v>5.9638400000000003</c:v>
                </c:pt>
                <c:pt idx="4863">
                  <c:v>5.5025000000000004</c:v>
                </c:pt>
                <c:pt idx="4864">
                  <c:v>4.8293200000000001</c:v>
                </c:pt>
                <c:pt idx="4865">
                  <c:v>4.5996499999999996</c:v>
                </c:pt>
                <c:pt idx="4866">
                  <c:v>4.5420199999999999</c:v>
                </c:pt>
                <c:pt idx="4867">
                  <c:v>4.5548599999999997</c:v>
                </c:pt>
                <c:pt idx="4868">
                  <c:v>4.6113</c:v>
                </c:pt>
                <c:pt idx="4869">
                  <c:v>4.4249099999999997</c:v>
                </c:pt>
                <c:pt idx="4870">
                  <c:v>4.1492599999999999</c:v>
                </c:pt>
                <c:pt idx="4871">
                  <c:v>4.0378400000000001</c:v>
                </c:pt>
                <c:pt idx="4872">
                  <c:v>3.8938999999999999</c:v>
                </c:pt>
                <c:pt idx="4873">
                  <c:v>3.8018299999999998</c:v>
                </c:pt>
                <c:pt idx="4874">
                  <c:v>3.7414999999999998</c:v>
                </c:pt>
                <c:pt idx="4875">
                  <c:v>3.6873999999999998</c:v>
                </c:pt>
                <c:pt idx="4876">
                  <c:v>3.2578999999999998</c:v>
                </c:pt>
                <c:pt idx="4877">
                  <c:v>3.0739299999999998</c:v>
                </c:pt>
                <c:pt idx="4878">
                  <c:v>3.2648999999999999</c:v>
                </c:pt>
                <c:pt idx="4879">
                  <c:v>3.13144</c:v>
                </c:pt>
                <c:pt idx="4880">
                  <c:v>2.7477200000000002</c:v>
                </c:pt>
                <c:pt idx="4881">
                  <c:v>2.46347</c:v>
                </c:pt>
                <c:pt idx="4882">
                  <c:v>2.5309900000000001</c:v>
                </c:pt>
                <c:pt idx="4883">
                  <c:v>2.5633499999999998</c:v>
                </c:pt>
                <c:pt idx="4884">
                  <c:v>2.6050499999999999</c:v>
                </c:pt>
                <c:pt idx="4885">
                  <c:v>2.9629599999999998</c:v>
                </c:pt>
                <c:pt idx="4886">
                  <c:v>3.13585</c:v>
                </c:pt>
                <c:pt idx="4887">
                  <c:v>3.0742099999999999</c:v>
                </c:pt>
                <c:pt idx="4888">
                  <c:v>3.3679600000000001</c:v>
                </c:pt>
                <c:pt idx="4889">
                  <c:v>3.6410900000000002</c:v>
                </c:pt>
                <c:pt idx="4890">
                  <c:v>3.9388399999999999</c:v>
                </c:pt>
                <c:pt idx="4891">
                  <c:v>4.3447699999999996</c:v>
                </c:pt>
                <c:pt idx="4892">
                  <c:v>4.6501000000000001</c:v>
                </c:pt>
                <c:pt idx="4893">
                  <c:v>5.0847899999999999</c:v>
                </c:pt>
                <c:pt idx="4894">
                  <c:v>5.3031100000000002</c:v>
                </c:pt>
                <c:pt idx="4895">
                  <c:v>5.1420500000000002</c:v>
                </c:pt>
                <c:pt idx="4896">
                  <c:v>5.2334899999999998</c:v>
                </c:pt>
                <c:pt idx="4897">
                  <c:v>5.4414199999999999</c:v>
                </c:pt>
                <c:pt idx="4898">
                  <c:v>4.9858200000000004</c:v>
                </c:pt>
                <c:pt idx="4899">
                  <c:v>4.2597399999999999</c:v>
                </c:pt>
                <c:pt idx="4900">
                  <c:v>3.9331399999999999</c:v>
                </c:pt>
                <c:pt idx="4901">
                  <c:v>3.8193999999999999</c:v>
                </c:pt>
                <c:pt idx="4902">
                  <c:v>4.19693</c:v>
                </c:pt>
                <c:pt idx="4903">
                  <c:v>4.3827999999999996</c:v>
                </c:pt>
                <c:pt idx="4904">
                  <c:v>4.0160299999999998</c:v>
                </c:pt>
                <c:pt idx="4905">
                  <c:v>3.7423199999999999</c:v>
                </c:pt>
                <c:pt idx="4906">
                  <c:v>3.74966</c:v>
                </c:pt>
                <c:pt idx="4907">
                  <c:v>3.8980600000000001</c:v>
                </c:pt>
                <c:pt idx="4908">
                  <c:v>3.8149199999999999</c:v>
                </c:pt>
                <c:pt idx="4909">
                  <c:v>3.74282</c:v>
                </c:pt>
                <c:pt idx="4910">
                  <c:v>3.87507</c:v>
                </c:pt>
                <c:pt idx="4911">
                  <c:v>4.0180400000000001</c:v>
                </c:pt>
                <c:pt idx="4912">
                  <c:v>3.9535499999999999</c:v>
                </c:pt>
                <c:pt idx="4913">
                  <c:v>3.9904199999999999</c:v>
                </c:pt>
                <c:pt idx="4914">
                  <c:v>3.9845999999999999</c:v>
                </c:pt>
                <c:pt idx="4915">
                  <c:v>4.0070199999999998</c:v>
                </c:pt>
                <c:pt idx="4916">
                  <c:v>3.8689100000000001</c:v>
                </c:pt>
                <c:pt idx="4917">
                  <c:v>3.84965</c:v>
                </c:pt>
                <c:pt idx="4918">
                  <c:v>3.9933700000000001</c:v>
                </c:pt>
                <c:pt idx="4919">
                  <c:v>4.2932699999999997</c:v>
                </c:pt>
                <c:pt idx="4920">
                  <c:v>4.2572900000000002</c:v>
                </c:pt>
                <c:pt idx="4921">
                  <c:v>4.1143799999999997</c:v>
                </c:pt>
                <c:pt idx="4922">
                  <c:v>4.0057099999999997</c:v>
                </c:pt>
                <c:pt idx="4923">
                  <c:v>3.9010400000000001</c:v>
                </c:pt>
                <c:pt idx="4924">
                  <c:v>4.05999</c:v>
                </c:pt>
                <c:pt idx="4925">
                  <c:v>3.9511500000000002</c:v>
                </c:pt>
                <c:pt idx="4926">
                  <c:v>3.4900199999999999</c:v>
                </c:pt>
                <c:pt idx="4927">
                  <c:v>3.1633599999999999</c:v>
                </c:pt>
                <c:pt idx="4928">
                  <c:v>3.06575</c:v>
                </c:pt>
                <c:pt idx="4929">
                  <c:v>3.1179000000000001</c:v>
                </c:pt>
                <c:pt idx="4930">
                  <c:v>3.1717200000000001</c:v>
                </c:pt>
                <c:pt idx="4931">
                  <c:v>3.1165500000000002</c:v>
                </c:pt>
                <c:pt idx="4932">
                  <c:v>3.1866599999999998</c:v>
                </c:pt>
                <c:pt idx="4933">
                  <c:v>3.2899400000000001</c:v>
                </c:pt>
                <c:pt idx="4934">
                  <c:v>3.1959599999999999</c:v>
                </c:pt>
                <c:pt idx="4935">
                  <c:v>2.9408599999999998</c:v>
                </c:pt>
                <c:pt idx="4936">
                  <c:v>3.1127400000000001</c:v>
                </c:pt>
                <c:pt idx="4937">
                  <c:v>3.1576599999999999</c:v>
                </c:pt>
                <c:pt idx="4938">
                  <c:v>3.3054600000000001</c:v>
                </c:pt>
                <c:pt idx="4939">
                  <c:v>3.33717</c:v>
                </c:pt>
                <c:pt idx="4940">
                  <c:v>3.1258900000000001</c:v>
                </c:pt>
                <c:pt idx="4941">
                  <c:v>3.1166399999999999</c:v>
                </c:pt>
                <c:pt idx="4942">
                  <c:v>2.7661799999999999</c:v>
                </c:pt>
                <c:pt idx="4943">
                  <c:v>2.6890000000000001</c:v>
                </c:pt>
                <c:pt idx="4944">
                  <c:v>3.1213600000000001</c:v>
                </c:pt>
                <c:pt idx="4945">
                  <c:v>3.35676</c:v>
                </c:pt>
                <c:pt idx="4946">
                  <c:v>3.4117299999999999</c:v>
                </c:pt>
                <c:pt idx="4947">
                  <c:v>3.7496999999999998</c:v>
                </c:pt>
                <c:pt idx="4948">
                  <c:v>3.86747</c:v>
                </c:pt>
                <c:pt idx="4949">
                  <c:v>3.6424599999999998</c:v>
                </c:pt>
                <c:pt idx="4950">
                  <c:v>3.34076</c:v>
                </c:pt>
                <c:pt idx="4951">
                  <c:v>3.1473100000000001</c:v>
                </c:pt>
                <c:pt idx="4952">
                  <c:v>3.34904</c:v>
                </c:pt>
                <c:pt idx="4953">
                  <c:v>3.81162</c:v>
                </c:pt>
                <c:pt idx="4954">
                  <c:v>4.2014399999999998</c:v>
                </c:pt>
                <c:pt idx="4955">
                  <c:v>4.3679199999999998</c:v>
                </c:pt>
                <c:pt idx="4956">
                  <c:v>4.2359400000000003</c:v>
                </c:pt>
                <c:pt idx="4957">
                  <c:v>3.8571599999999999</c:v>
                </c:pt>
                <c:pt idx="4958">
                  <c:v>3.5403600000000002</c:v>
                </c:pt>
                <c:pt idx="4959">
                  <c:v>3.3817200000000001</c:v>
                </c:pt>
                <c:pt idx="4960">
                  <c:v>3.3368699999999998</c:v>
                </c:pt>
                <c:pt idx="4961">
                  <c:v>3.2001900000000001</c:v>
                </c:pt>
                <c:pt idx="4962">
                  <c:v>3.00631</c:v>
                </c:pt>
                <c:pt idx="4963">
                  <c:v>2.9879899999999999</c:v>
                </c:pt>
                <c:pt idx="4964">
                  <c:v>2.9386700000000001</c:v>
                </c:pt>
                <c:pt idx="4965">
                  <c:v>3.0093399999999999</c:v>
                </c:pt>
                <c:pt idx="4966">
                  <c:v>3.0555400000000001</c:v>
                </c:pt>
                <c:pt idx="4967">
                  <c:v>2.6351900000000001</c:v>
                </c:pt>
                <c:pt idx="4968">
                  <c:v>2.5732400000000002</c:v>
                </c:pt>
                <c:pt idx="4969">
                  <c:v>2.6522299999999999</c:v>
                </c:pt>
                <c:pt idx="4970">
                  <c:v>2.7635700000000001</c:v>
                </c:pt>
                <c:pt idx="4971">
                  <c:v>2.9432999999999998</c:v>
                </c:pt>
                <c:pt idx="4972">
                  <c:v>3.30192</c:v>
                </c:pt>
                <c:pt idx="4973">
                  <c:v>3.4936099999999999</c:v>
                </c:pt>
                <c:pt idx="4974">
                  <c:v>3.5957499999999998</c:v>
                </c:pt>
                <c:pt idx="4975">
                  <c:v>3.6828599999999998</c:v>
                </c:pt>
                <c:pt idx="4976">
                  <c:v>3.8119999999999998</c:v>
                </c:pt>
                <c:pt idx="4977">
                  <c:v>3.8715199999999999</c:v>
                </c:pt>
                <c:pt idx="4978">
                  <c:v>3.63618</c:v>
                </c:pt>
                <c:pt idx="4979">
                  <c:v>3.5505900000000001</c:v>
                </c:pt>
                <c:pt idx="4980">
                  <c:v>3.82544</c:v>
                </c:pt>
                <c:pt idx="4981">
                  <c:v>4.3252899999999999</c:v>
                </c:pt>
                <c:pt idx="4982">
                  <c:v>4.7458400000000003</c:v>
                </c:pt>
                <c:pt idx="4983">
                  <c:v>4.6785500000000004</c:v>
                </c:pt>
                <c:pt idx="4984">
                  <c:v>4.2779299999999996</c:v>
                </c:pt>
                <c:pt idx="4985">
                  <c:v>3.85799</c:v>
                </c:pt>
                <c:pt idx="4986">
                  <c:v>3.6007400000000001</c:v>
                </c:pt>
                <c:pt idx="4987">
                  <c:v>3.3838699999999999</c:v>
                </c:pt>
                <c:pt idx="4988">
                  <c:v>3.27623</c:v>
                </c:pt>
                <c:pt idx="4989">
                  <c:v>3.1211700000000002</c:v>
                </c:pt>
                <c:pt idx="4990">
                  <c:v>2.8024100000000001</c:v>
                </c:pt>
                <c:pt idx="4991">
                  <c:v>2.67639</c:v>
                </c:pt>
                <c:pt idx="4992">
                  <c:v>2.70059</c:v>
                </c:pt>
                <c:pt idx="4993">
                  <c:v>2.92422</c:v>
                </c:pt>
                <c:pt idx="4994">
                  <c:v>2.9020199999999998</c:v>
                </c:pt>
                <c:pt idx="4995">
                  <c:v>2.9881199999999999</c:v>
                </c:pt>
                <c:pt idx="4996">
                  <c:v>3.1643699999999999</c:v>
                </c:pt>
                <c:pt idx="4997">
                  <c:v>3.4429599999999998</c:v>
                </c:pt>
                <c:pt idx="4998">
                  <c:v>3.7364199999999999</c:v>
                </c:pt>
                <c:pt idx="4999">
                  <c:v>3.5697000000000001</c:v>
                </c:pt>
                <c:pt idx="5000">
                  <c:v>3.3043800000000001</c:v>
                </c:pt>
                <c:pt idx="5001">
                  <c:v>3.4518900000000001</c:v>
                </c:pt>
                <c:pt idx="5002">
                  <c:v>3.6483599999999998</c:v>
                </c:pt>
                <c:pt idx="5003">
                  <c:v>3.6857099999999998</c:v>
                </c:pt>
                <c:pt idx="5004">
                  <c:v>3.9717500000000001</c:v>
                </c:pt>
                <c:pt idx="5005">
                  <c:v>4.0783199999999997</c:v>
                </c:pt>
                <c:pt idx="5006">
                  <c:v>3.7426599999999999</c:v>
                </c:pt>
                <c:pt idx="5007">
                  <c:v>3.6051600000000001</c:v>
                </c:pt>
                <c:pt idx="5008">
                  <c:v>3.3126699999999998</c:v>
                </c:pt>
                <c:pt idx="5009">
                  <c:v>2.8473999999999999</c:v>
                </c:pt>
                <c:pt idx="5010">
                  <c:v>2.7218200000000001</c:v>
                </c:pt>
                <c:pt idx="5011">
                  <c:v>3.1166499999999999</c:v>
                </c:pt>
                <c:pt idx="5012">
                  <c:v>3.39859</c:v>
                </c:pt>
                <c:pt idx="5013">
                  <c:v>3.33954</c:v>
                </c:pt>
                <c:pt idx="5014">
                  <c:v>3.6850999999999998</c:v>
                </c:pt>
                <c:pt idx="5015">
                  <c:v>4.0782999999999996</c:v>
                </c:pt>
                <c:pt idx="5016">
                  <c:v>3.9176099999999998</c:v>
                </c:pt>
                <c:pt idx="5017">
                  <c:v>3.78213</c:v>
                </c:pt>
                <c:pt idx="5018">
                  <c:v>3.8534199999999998</c:v>
                </c:pt>
                <c:pt idx="5019">
                  <c:v>4.2572099999999997</c:v>
                </c:pt>
                <c:pt idx="5020">
                  <c:v>4.7158100000000003</c:v>
                </c:pt>
                <c:pt idx="5021">
                  <c:v>4.7146699999999999</c:v>
                </c:pt>
                <c:pt idx="5022">
                  <c:v>4.8783000000000003</c:v>
                </c:pt>
                <c:pt idx="5023">
                  <c:v>5.2860800000000001</c:v>
                </c:pt>
                <c:pt idx="5024">
                  <c:v>5.5981800000000002</c:v>
                </c:pt>
                <c:pt idx="5025">
                  <c:v>5.4061399999999997</c:v>
                </c:pt>
                <c:pt idx="5026">
                  <c:v>4.9781500000000003</c:v>
                </c:pt>
                <c:pt idx="5027">
                  <c:v>4.5364699999999996</c:v>
                </c:pt>
                <c:pt idx="5028">
                  <c:v>4.2184400000000002</c:v>
                </c:pt>
                <c:pt idx="5029">
                  <c:v>4.1963200000000001</c:v>
                </c:pt>
                <c:pt idx="5030">
                  <c:v>3.9633699999999998</c:v>
                </c:pt>
                <c:pt idx="5031">
                  <c:v>3.66052</c:v>
                </c:pt>
                <c:pt idx="5032">
                  <c:v>3.6507499999999999</c:v>
                </c:pt>
                <c:pt idx="5033">
                  <c:v>3.8167800000000001</c:v>
                </c:pt>
                <c:pt idx="5034">
                  <c:v>3.9380299999999999</c:v>
                </c:pt>
                <c:pt idx="5035">
                  <c:v>3.6220699999999999</c:v>
                </c:pt>
                <c:pt idx="5036">
                  <c:v>3.4469400000000001</c:v>
                </c:pt>
                <c:pt idx="5037">
                  <c:v>3.6795599999999999</c:v>
                </c:pt>
                <c:pt idx="5038">
                  <c:v>3.5903900000000002</c:v>
                </c:pt>
                <c:pt idx="5039">
                  <c:v>3.2102200000000001</c:v>
                </c:pt>
                <c:pt idx="5040">
                  <c:v>3.2430500000000002</c:v>
                </c:pt>
                <c:pt idx="5041">
                  <c:v>3.43492</c:v>
                </c:pt>
                <c:pt idx="5042">
                  <c:v>3.5135900000000002</c:v>
                </c:pt>
                <c:pt idx="5043">
                  <c:v>3.4956700000000001</c:v>
                </c:pt>
                <c:pt idx="5044">
                  <c:v>3.9497</c:v>
                </c:pt>
                <c:pt idx="5045">
                  <c:v>3.8538999999999999</c:v>
                </c:pt>
                <c:pt idx="5046">
                  <c:v>3.61571</c:v>
                </c:pt>
                <c:pt idx="5047">
                  <c:v>3.50502</c:v>
                </c:pt>
                <c:pt idx="5048">
                  <c:v>3.60989</c:v>
                </c:pt>
                <c:pt idx="5049">
                  <c:v>3.4216799999999998</c:v>
                </c:pt>
                <c:pt idx="5050">
                  <c:v>3.4150399999999999</c:v>
                </c:pt>
                <c:pt idx="5051">
                  <c:v>3.3075800000000002</c:v>
                </c:pt>
                <c:pt idx="5052">
                  <c:v>2.72356</c:v>
                </c:pt>
                <c:pt idx="5053">
                  <c:v>2.7983500000000001</c:v>
                </c:pt>
                <c:pt idx="5054">
                  <c:v>3.2351700000000001</c:v>
                </c:pt>
                <c:pt idx="5055">
                  <c:v>3.47167</c:v>
                </c:pt>
                <c:pt idx="5056">
                  <c:v>3.3131400000000002</c:v>
                </c:pt>
                <c:pt idx="5057">
                  <c:v>2.9054099999999998</c:v>
                </c:pt>
                <c:pt idx="5058">
                  <c:v>2.74552</c:v>
                </c:pt>
                <c:pt idx="5059">
                  <c:v>2.8567499999999999</c:v>
                </c:pt>
                <c:pt idx="5060">
                  <c:v>2.9472200000000002</c:v>
                </c:pt>
                <c:pt idx="5061">
                  <c:v>2.8724699999999999</c:v>
                </c:pt>
                <c:pt idx="5062">
                  <c:v>2.8275899999999998</c:v>
                </c:pt>
                <c:pt idx="5063">
                  <c:v>2.8099099999999999</c:v>
                </c:pt>
                <c:pt idx="5064">
                  <c:v>3.1033200000000001</c:v>
                </c:pt>
                <c:pt idx="5065">
                  <c:v>3.2006199999999998</c:v>
                </c:pt>
                <c:pt idx="5066">
                  <c:v>3.3149700000000002</c:v>
                </c:pt>
                <c:pt idx="5067">
                  <c:v>3.6562600000000001</c:v>
                </c:pt>
                <c:pt idx="5068">
                  <c:v>3.5760200000000002</c:v>
                </c:pt>
                <c:pt idx="5069">
                  <c:v>3.2785299999999999</c:v>
                </c:pt>
                <c:pt idx="5070">
                  <c:v>3.4223300000000001</c:v>
                </c:pt>
                <c:pt idx="5071">
                  <c:v>3.4692099999999999</c:v>
                </c:pt>
                <c:pt idx="5072">
                  <c:v>3.1126800000000001</c:v>
                </c:pt>
                <c:pt idx="5073">
                  <c:v>3.0064199999999999</c:v>
                </c:pt>
                <c:pt idx="5074">
                  <c:v>3.05884</c:v>
                </c:pt>
                <c:pt idx="5075">
                  <c:v>3.1212900000000001</c:v>
                </c:pt>
                <c:pt idx="5076">
                  <c:v>3.2114199999999999</c:v>
                </c:pt>
                <c:pt idx="5077">
                  <c:v>3.0539499999999999</c:v>
                </c:pt>
                <c:pt idx="5078">
                  <c:v>2.78457</c:v>
                </c:pt>
                <c:pt idx="5079">
                  <c:v>2.7559100000000001</c:v>
                </c:pt>
                <c:pt idx="5080">
                  <c:v>3.0181100000000001</c:v>
                </c:pt>
                <c:pt idx="5081">
                  <c:v>2.9992299999999998</c:v>
                </c:pt>
                <c:pt idx="5082">
                  <c:v>2.6532200000000001</c:v>
                </c:pt>
                <c:pt idx="5083">
                  <c:v>2.5757300000000001</c:v>
                </c:pt>
                <c:pt idx="5084">
                  <c:v>2.5824600000000002</c:v>
                </c:pt>
                <c:pt idx="5085">
                  <c:v>2.5484200000000001</c:v>
                </c:pt>
                <c:pt idx="5086">
                  <c:v>2.6794099999999998</c:v>
                </c:pt>
                <c:pt idx="5087">
                  <c:v>2.87296</c:v>
                </c:pt>
                <c:pt idx="5088">
                  <c:v>2.7724099999999998</c:v>
                </c:pt>
                <c:pt idx="5089">
                  <c:v>3.0811099999999998</c:v>
                </c:pt>
                <c:pt idx="5090">
                  <c:v>3.1017299999999999</c:v>
                </c:pt>
                <c:pt idx="5091">
                  <c:v>2.66133</c:v>
                </c:pt>
                <c:pt idx="5092">
                  <c:v>2.4851899999999998</c:v>
                </c:pt>
                <c:pt idx="5093">
                  <c:v>2.6510500000000001</c:v>
                </c:pt>
                <c:pt idx="5094">
                  <c:v>2.9775200000000002</c:v>
                </c:pt>
                <c:pt idx="5095">
                  <c:v>3.1271499999999999</c:v>
                </c:pt>
                <c:pt idx="5096">
                  <c:v>3.6198800000000002</c:v>
                </c:pt>
                <c:pt idx="5097">
                  <c:v>3.95804</c:v>
                </c:pt>
                <c:pt idx="5098">
                  <c:v>3.7472400000000001</c:v>
                </c:pt>
                <c:pt idx="5099">
                  <c:v>3.2747899999999999</c:v>
                </c:pt>
                <c:pt idx="5100">
                  <c:v>2.7704800000000001</c:v>
                </c:pt>
                <c:pt idx="5101">
                  <c:v>2.4218999999999999</c:v>
                </c:pt>
                <c:pt idx="5102">
                  <c:v>2.5814300000000001</c:v>
                </c:pt>
                <c:pt idx="5103">
                  <c:v>2.6843300000000001</c:v>
                </c:pt>
                <c:pt idx="5104">
                  <c:v>3.14255</c:v>
                </c:pt>
                <c:pt idx="5105">
                  <c:v>3.8200500000000002</c:v>
                </c:pt>
                <c:pt idx="5106">
                  <c:v>4.1395999999999997</c:v>
                </c:pt>
                <c:pt idx="5107">
                  <c:v>4.0983299999999998</c:v>
                </c:pt>
                <c:pt idx="5108">
                  <c:v>3.9936400000000001</c:v>
                </c:pt>
                <c:pt idx="5109">
                  <c:v>3.58534</c:v>
                </c:pt>
                <c:pt idx="5110">
                  <c:v>3.0781299999999998</c:v>
                </c:pt>
                <c:pt idx="5111">
                  <c:v>2.9909300000000001</c:v>
                </c:pt>
                <c:pt idx="5112">
                  <c:v>3.0045600000000001</c:v>
                </c:pt>
                <c:pt idx="5113">
                  <c:v>3.25529</c:v>
                </c:pt>
                <c:pt idx="5114">
                  <c:v>3.6539600000000001</c:v>
                </c:pt>
                <c:pt idx="5115">
                  <c:v>3.5827900000000001</c:v>
                </c:pt>
                <c:pt idx="5116">
                  <c:v>3.2501500000000001</c:v>
                </c:pt>
                <c:pt idx="5117">
                  <c:v>3.25406</c:v>
                </c:pt>
                <c:pt idx="5118">
                  <c:v>3.0710199999999999</c:v>
                </c:pt>
                <c:pt idx="5119">
                  <c:v>2.7767300000000001</c:v>
                </c:pt>
                <c:pt idx="5120">
                  <c:v>2.6302400000000001</c:v>
                </c:pt>
                <c:pt idx="5121">
                  <c:v>2.7754099999999999</c:v>
                </c:pt>
                <c:pt idx="5122">
                  <c:v>3.0646900000000001</c:v>
                </c:pt>
                <c:pt idx="5123">
                  <c:v>3.2371500000000002</c:v>
                </c:pt>
                <c:pt idx="5124">
                  <c:v>3.1039599999999998</c:v>
                </c:pt>
                <c:pt idx="5125">
                  <c:v>3.1665800000000002</c:v>
                </c:pt>
                <c:pt idx="5126">
                  <c:v>3.17028</c:v>
                </c:pt>
                <c:pt idx="5127">
                  <c:v>2.9838800000000001</c:v>
                </c:pt>
                <c:pt idx="5128">
                  <c:v>2.7295099999999999</c:v>
                </c:pt>
                <c:pt idx="5129">
                  <c:v>2.8685800000000001</c:v>
                </c:pt>
                <c:pt idx="5130">
                  <c:v>2.90598</c:v>
                </c:pt>
                <c:pt idx="5131">
                  <c:v>2.9696699999999998</c:v>
                </c:pt>
                <c:pt idx="5132">
                  <c:v>2.9470299999999998</c:v>
                </c:pt>
                <c:pt idx="5133">
                  <c:v>2.7292100000000001</c:v>
                </c:pt>
                <c:pt idx="5134">
                  <c:v>2.6743199999999998</c:v>
                </c:pt>
                <c:pt idx="5135">
                  <c:v>2.9222000000000001</c:v>
                </c:pt>
                <c:pt idx="5136">
                  <c:v>3.4135</c:v>
                </c:pt>
                <c:pt idx="5137">
                  <c:v>3.44224</c:v>
                </c:pt>
                <c:pt idx="5138">
                  <c:v>2.99946</c:v>
                </c:pt>
                <c:pt idx="5139">
                  <c:v>2.88903</c:v>
                </c:pt>
                <c:pt idx="5140">
                  <c:v>2.9603299999999999</c:v>
                </c:pt>
                <c:pt idx="5141">
                  <c:v>3.1640199999999998</c:v>
                </c:pt>
                <c:pt idx="5142">
                  <c:v>3.3095300000000001</c:v>
                </c:pt>
                <c:pt idx="5143">
                  <c:v>3.42544</c:v>
                </c:pt>
                <c:pt idx="5144">
                  <c:v>3.2744200000000001</c:v>
                </c:pt>
                <c:pt idx="5145">
                  <c:v>2.72282</c:v>
                </c:pt>
                <c:pt idx="5146">
                  <c:v>2.3574999999999999</c:v>
                </c:pt>
                <c:pt idx="5147">
                  <c:v>1.9113100000000001</c:v>
                </c:pt>
                <c:pt idx="5148">
                  <c:v>1.6449400000000001</c:v>
                </c:pt>
                <c:pt idx="5149">
                  <c:v>1.8568100000000001</c:v>
                </c:pt>
                <c:pt idx="5150">
                  <c:v>2.0952999999999999</c:v>
                </c:pt>
                <c:pt idx="5151">
                  <c:v>2.28009</c:v>
                </c:pt>
                <c:pt idx="5152">
                  <c:v>2.5712100000000002</c:v>
                </c:pt>
                <c:pt idx="5153">
                  <c:v>2.6919499999999998</c:v>
                </c:pt>
                <c:pt idx="5154">
                  <c:v>2.8052299999999999</c:v>
                </c:pt>
                <c:pt idx="5155">
                  <c:v>3.1430400000000001</c:v>
                </c:pt>
                <c:pt idx="5156">
                  <c:v>3.4408300000000001</c:v>
                </c:pt>
                <c:pt idx="5157">
                  <c:v>3.2276600000000002</c:v>
                </c:pt>
                <c:pt idx="5158">
                  <c:v>2.8262499999999999</c:v>
                </c:pt>
                <c:pt idx="5159">
                  <c:v>2.9085100000000002</c:v>
                </c:pt>
                <c:pt idx="5160">
                  <c:v>3.1893500000000001</c:v>
                </c:pt>
                <c:pt idx="5161">
                  <c:v>3.3099799999999999</c:v>
                </c:pt>
                <c:pt idx="5162">
                  <c:v>3.3849499999999999</c:v>
                </c:pt>
                <c:pt idx="5163">
                  <c:v>3.3074499999999998</c:v>
                </c:pt>
                <c:pt idx="5164">
                  <c:v>3.1100099999999999</c:v>
                </c:pt>
                <c:pt idx="5165">
                  <c:v>2.8241999999999998</c:v>
                </c:pt>
                <c:pt idx="5166">
                  <c:v>2.6231</c:v>
                </c:pt>
                <c:pt idx="5167">
                  <c:v>2.7545899999999999</c:v>
                </c:pt>
                <c:pt idx="5168">
                  <c:v>2.73068</c:v>
                </c:pt>
                <c:pt idx="5169">
                  <c:v>2.6208499999999999</c:v>
                </c:pt>
                <c:pt idx="5170">
                  <c:v>2.5409199999999998</c:v>
                </c:pt>
                <c:pt idx="5171">
                  <c:v>2.8955099999999998</c:v>
                </c:pt>
                <c:pt idx="5172">
                  <c:v>3.2613300000000001</c:v>
                </c:pt>
                <c:pt idx="5173">
                  <c:v>2.9905200000000001</c:v>
                </c:pt>
                <c:pt idx="5174">
                  <c:v>2.69354</c:v>
                </c:pt>
                <c:pt idx="5175">
                  <c:v>2.6714799999999999</c:v>
                </c:pt>
                <c:pt idx="5176">
                  <c:v>3.04149</c:v>
                </c:pt>
                <c:pt idx="5177">
                  <c:v>3.0943900000000002</c:v>
                </c:pt>
                <c:pt idx="5178">
                  <c:v>2.5619999999999998</c:v>
                </c:pt>
                <c:pt idx="5179">
                  <c:v>2.5461900000000002</c:v>
                </c:pt>
                <c:pt idx="5180">
                  <c:v>2.65957</c:v>
                </c:pt>
                <c:pt idx="5181">
                  <c:v>2.77006</c:v>
                </c:pt>
                <c:pt idx="5182">
                  <c:v>2.91919</c:v>
                </c:pt>
                <c:pt idx="5183">
                  <c:v>3.3658199999999998</c:v>
                </c:pt>
                <c:pt idx="5184">
                  <c:v>3.3944299999999998</c:v>
                </c:pt>
                <c:pt idx="5185">
                  <c:v>2.8514200000000001</c:v>
                </c:pt>
                <c:pt idx="5186">
                  <c:v>2.95974</c:v>
                </c:pt>
                <c:pt idx="5187">
                  <c:v>3.5340099999999999</c:v>
                </c:pt>
                <c:pt idx="5188">
                  <c:v>3.6356700000000002</c:v>
                </c:pt>
                <c:pt idx="5189">
                  <c:v>3.4328799999999999</c:v>
                </c:pt>
                <c:pt idx="5190">
                  <c:v>3.5497700000000001</c:v>
                </c:pt>
                <c:pt idx="5191">
                  <c:v>3.4634</c:v>
                </c:pt>
                <c:pt idx="5192">
                  <c:v>3.5791900000000001</c:v>
                </c:pt>
                <c:pt idx="5193">
                  <c:v>3.6291500000000001</c:v>
                </c:pt>
                <c:pt idx="5194">
                  <c:v>3.5632700000000002</c:v>
                </c:pt>
                <c:pt idx="5195">
                  <c:v>3.33188</c:v>
                </c:pt>
                <c:pt idx="5196">
                  <c:v>2.94313</c:v>
                </c:pt>
                <c:pt idx="5197">
                  <c:v>2.53485</c:v>
                </c:pt>
                <c:pt idx="5198">
                  <c:v>2.5577399999999999</c:v>
                </c:pt>
                <c:pt idx="5199">
                  <c:v>2.65483</c:v>
                </c:pt>
                <c:pt idx="5200">
                  <c:v>2.69659</c:v>
                </c:pt>
                <c:pt idx="5201">
                  <c:v>2.7264599999999999</c:v>
                </c:pt>
                <c:pt idx="5202">
                  <c:v>2.58249</c:v>
                </c:pt>
                <c:pt idx="5203">
                  <c:v>2.6762800000000002</c:v>
                </c:pt>
                <c:pt idx="5204">
                  <c:v>3.0888</c:v>
                </c:pt>
                <c:pt idx="5205">
                  <c:v>3.1044900000000002</c:v>
                </c:pt>
                <c:pt idx="5206">
                  <c:v>3.1303399999999999</c:v>
                </c:pt>
                <c:pt idx="5207">
                  <c:v>3.3957199999999998</c:v>
                </c:pt>
                <c:pt idx="5208">
                  <c:v>3.4814500000000002</c:v>
                </c:pt>
                <c:pt idx="5209">
                  <c:v>3.3130000000000002</c:v>
                </c:pt>
                <c:pt idx="5210">
                  <c:v>3.18119</c:v>
                </c:pt>
                <c:pt idx="5211">
                  <c:v>3.1970200000000002</c:v>
                </c:pt>
                <c:pt idx="5212">
                  <c:v>3.3450000000000002</c:v>
                </c:pt>
                <c:pt idx="5213">
                  <c:v>3.49776</c:v>
                </c:pt>
                <c:pt idx="5214">
                  <c:v>3.70289</c:v>
                </c:pt>
                <c:pt idx="5215">
                  <c:v>3.8340399999999999</c:v>
                </c:pt>
                <c:pt idx="5216">
                  <c:v>3.77033</c:v>
                </c:pt>
                <c:pt idx="5217">
                  <c:v>3.7412100000000001</c:v>
                </c:pt>
                <c:pt idx="5218">
                  <c:v>3.7110599999999998</c:v>
                </c:pt>
                <c:pt idx="5219">
                  <c:v>3.5493600000000001</c:v>
                </c:pt>
                <c:pt idx="5220">
                  <c:v>3.5657000000000001</c:v>
                </c:pt>
                <c:pt idx="5221">
                  <c:v>3.5493999999999999</c:v>
                </c:pt>
                <c:pt idx="5222">
                  <c:v>3.46014</c:v>
                </c:pt>
                <c:pt idx="5223">
                  <c:v>3.4521999999999999</c:v>
                </c:pt>
                <c:pt idx="5224">
                  <c:v>3.3455699999999999</c:v>
                </c:pt>
                <c:pt idx="5225">
                  <c:v>3.1334399999999998</c:v>
                </c:pt>
                <c:pt idx="5226">
                  <c:v>2.7520500000000001</c:v>
                </c:pt>
                <c:pt idx="5227">
                  <c:v>2.7491500000000002</c:v>
                </c:pt>
                <c:pt idx="5228">
                  <c:v>2.67882</c:v>
                </c:pt>
                <c:pt idx="5229">
                  <c:v>2.7793000000000001</c:v>
                </c:pt>
                <c:pt idx="5230">
                  <c:v>3.1044999999999998</c:v>
                </c:pt>
                <c:pt idx="5231">
                  <c:v>3.43892</c:v>
                </c:pt>
                <c:pt idx="5232">
                  <c:v>3.4390399999999999</c:v>
                </c:pt>
                <c:pt idx="5233">
                  <c:v>3.3133400000000002</c:v>
                </c:pt>
                <c:pt idx="5234">
                  <c:v>3.2909099999999998</c:v>
                </c:pt>
                <c:pt idx="5235">
                  <c:v>3.6021800000000002</c:v>
                </c:pt>
                <c:pt idx="5236">
                  <c:v>3.59511</c:v>
                </c:pt>
                <c:pt idx="5237">
                  <c:v>3.0579700000000001</c:v>
                </c:pt>
                <c:pt idx="5238">
                  <c:v>2.56894</c:v>
                </c:pt>
                <c:pt idx="5239">
                  <c:v>2.77379</c:v>
                </c:pt>
                <c:pt idx="5240">
                  <c:v>2.95533</c:v>
                </c:pt>
                <c:pt idx="5241">
                  <c:v>2.87941</c:v>
                </c:pt>
                <c:pt idx="5242">
                  <c:v>3.02081</c:v>
                </c:pt>
                <c:pt idx="5243">
                  <c:v>2.99302</c:v>
                </c:pt>
                <c:pt idx="5244">
                  <c:v>2.9958399999999998</c:v>
                </c:pt>
                <c:pt idx="5245">
                  <c:v>3.55227</c:v>
                </c:pt>
                <c:pt idx="5246">
                  <c:v>3.8184999999999998</c:v>
                </c:pt>
                <c:pt idx="5247">
                  <c:v>3.6655099999999998</c:v>
                </c:pt>
                <c:pt idx="5248">
                  <c:v>3.4758499999999999</c:v>
                </c:pt>
                <c:pt idx="5249">
                  <c:v>3.4524400000000002</c:v>
                </c:pt>
                <c:pt idx="5250">
                  <c:v>3.6889400000000001</c:v>
                </c:pt>
                <c:pt idx="5251">
                  <c:v>4.3950899999999997</c:v>
                </c:pt>
                <c:pt idx="5252">
                  <c:v>4.6304400000000001</c:v>
                </c:pt>
                <c:pt idx="5253">
                  <c:v>4.3212599999999997</c:v>
                </c:pt>
                <c:pt idx="5254">
                  <c:v>3.8748200000000002</c:v>
                </c:pt>
                <c:pt idx="5255">
                  <c:v>3.9083600000000001</c:v>
                </c:pt>
                <c:pt idx="5256">
                  <c:v>4.27494</c:v>
                </c:pt>
                <c:pt idx="5257">
                  <c:v>4.2855400000000001</c:v>
                </c:pt>
                <c:pt idx="5258">
                  <c:v>4.4883800000000003</c:v>
                </c:pt>
                <c:pt idx="5259">
                  <c:v>4.8243600000000004</c:v>
                </c:pt>
                <c:pt idx="5260">
                  <c:v>4.8051399999999997</c:v>
                </c:pt>
                <c:pt idx="5261">
                  <c:v>4.8378899999999998</c:v>
                </c:pt>
                <c:pt idx="5262">
                  <c:v>4.31074</c:v>
                </c:pt>
                <c:pt idx="5263">
                  <c:v>3.8763000000000001</c:v>
                </c:pt>
                <c:pt idx="5264">
                  <c:v>3.79827</c:v>
                </c:pt>
                <c:pt idx="5265">
                  <c:v>3.4376500000000001</c:v>
                </c:pt>
                <c:pt idx="5266">
                  <c:v>3.1156100000000002</c:v>
                </c:pt>
                <c:pt idx="5267">
                  <c:v>2.8080099999999999</c:v>
                </c:pt>
                <c:pt idx="5268">
                  <c:v>2.7999499999999999</c:v>
                </c:pt>
                <c:pt idx="5269">
                  <c:v>2.94326</c:v>
                </c:pt>
                <c:pt idx="5270">
                  <c:v>3.0133100000000002</c:v>
                </c:pt>
                <c:pt idx="5271">
                  <c:v>3.2058900000000001</c:v>
                </c:pt>
                <c:pt idx="5272">
                  <c:v>3.1505100000000001</c:v>
                </c:pt>
                <c:pt idx="5273">
                  <c:v>3.1245099999999999</c:v>
                </c:pt>
                <c:pt idx="5274">
                  <c:v>3.0310100000000002</c:v>
                </c:pt>
                <c:pt idx="5275">
                  <c:v>3.0065300000000001</c:v>
                </c:pt>
                <c:pt idx="5276">
                  <c:v>2.9574099999999999</c:v>
                </c:pt>
                <c:pt idx="5277">
                  <c:v>2.8998400000000002</c:v>
                </c:pt>
                <c:pt idx="5278">
                  <c:v>3.1506500000000002</c:v>
                </c:pt>
                <c:pt idx="5279">
                  <c:v>3.2328800000000002</c:v>
                </c:pt>
                <c:pt idx="5280">
                  <c:v>3.22885</c:v>
                </c:pt>
                <c:pt idx="5281">
                  <c:v>3.56046</c:v>
                </c:pt>
                <c:pt idx="5282">
                  <c:v>3.66418</c:v>
                </c:pt>
                <c:pt idx="5283">
                  <c:v>3.53355</c:v>
                </c:pt>
                <c:pt idx="5284">
                  <c:v>3.5550899999999999</c:v>
                </c:pt>
                <c:pt idx="5285">
                  <c:v>3.9345699999999999</c:v>
                </c:pt>
                <c:pt idx="5286">
                  <c:v>4.1252599999999999</c:v>
                </c:pt>
                <c:pt idx="5287">
                  <c:v>4.1940099999999996</c:v>
                </c:pt>
                <c:pt idx="5288">
                  <c:v>4.0563700000000003</c:v>
                </c:pt>
                <c:pt idx="5289">
                  <c:v>3.6364000000000001</c:v>
                </c:pt>
                <c:pt idx="5290">
                  <c:v>3.6463800000000002</c:v>
                </c:pt>
                <c:pt idx="5291">
                  <c:v>3.7688999999999999</c:v>
                </c:pt>
                <c:pt idx="5292">
                  <c:v>3.3723900000000002</c:v>
                </c:pt>
                <c:pt idx="5293">
                  <c:v>3.4163800000000002</c:v>
                </c:pt>
                <c:pt idx="5294">
                  <c:v>3.9074399999999998</c:v>
                </c:pt>
                <c:pt idx="5295">
                  <c:v>3.8338700000000001</c:v>
                </c:pt>
                <c:pt idx="5296">
                  <c:v>3.7302599999999999</c:v>
                </c:pt>
                <c:pt idx="5297">
                  <c:v>3.93832</c:v>
                </c:pt>
                <c:pt idx="5298">
                  <c:v>4.2565499999999998</c:v>
                </c:pt>
                <c:pt idx="5299">
                  <c:v>4.2736900000000002</c:v>
                </c:pt>
                <c:pt idx="5300">
                  <c:v>4.3160699999999999</c:v>
                </c:pt>
                <c:pt idx="5301">
                  <c:v>4.5094599999999998</c:v>
                </c:pt>
                <c:pt idx="5302">
                  <c:v>4.4607299999999999</c:v>
                </c:pt>
                <c:pt idx="5303">
                  <c:v>4.1701800000000002</c:v>
                </c:pt>
                <c:pt idx="5304">
                  <c:v>3.9146299999999998</c:v>
                </c:pt>
                <c:pt idx="5305">
                  <c:v>4.3304099999999996</c:v>
                </c:pt>
                <c:pt idx="5306">
                  <c:v>4.6846800000000002</c:v>
                </c:pt>
                <c:pt idx="5307">
                  <c:v>4.7332299999999998</c:v>
                </c:pt>
                <c:pt idx="5308">
                  <c:v>4.92476</c:v>
                </c:pt>
                <c:pt idx="5309">
                  <c:v>4.8803299999999998</c:v>
                </c:pt>
                <c:pt idx="5310">
                  <c:v>4.5057099999999997</c:v>
                </c:pt>
                <c:pt idx="5311">
                  <c:v>4.09368</c:v>
                </c:pt>
                <c:pt idx="5312">
                  <c:v>4.0735400000000004</c:v>
                </c:pt>
                <c:pt idx="5313">
                  <c:v>4.0770999999999997</c:v>
                </c:pt>
                <c:pt idx="5314">
                  <c:v>3.83121</c:v>
                </c:pt>
                <c:pt idx="5315">
                  <c:v>3.83006</c:v>
                </c:pt>
                <c:pt idx="5316">
                  <c:v>4.1860799999999996</c:v>
                </c:pt>
                <c:pt idx="5317">
                  <c:v>4.47262</c:v>
                </c:pt>
                <c:pt idx="5318">
                  <c:v>4.5748899999999999</c:v>
                </c:pt>
                <c:pt idx="5319">
                  <c:v>4.7133500000000002</c:v>
                </c:pt>
                <c:pt idx="5320">
                  <c:v>4.8023199999999999</c:v>
                </c:pt>
                <c:pt idx="5321">
                  <c:v>4.5483099999999999</c:v>
                </c:pt>
                <c:pt idx="5322">
                  <c:v>4.3820199999999998</c:v>
                </c:pt>
                <c:pt idx="5323">
                  <c:v>4.4290700000000003</c:v>
                </c:pt>
                <c:pt idx="5324">
                  <c:v>4.3188300000000002</c:v>
                </c:pt>
                <c:pt idx="5325">
                  <c:v>4.1450500000000003</c:v>
                </c:pt>
                <c:pt idx="5326">
                  <c:v>4.2585699999999997</c:v>
                </c:pt>
                <c:pt idx="5327">
                  <c:v>4.4350699999999996</c:v>
                </c:pt>
                <c:pt idx="5328">
                  <c:v>4.5551300000000001</c:v>
                </c:pt>
                <c:pt idx="5329">
                  <c:v>4.3461600000000002</c:v>
                </c:pt>
                <c:pt idx="5330">
                  <c:v>4.4137500000000003</c:v>
                </c:pt>
                <c:pt idx="5331">
                  <c:v>4.5280399999999998</c:v>
                </c:pt>
                <c:pt idx="5332">
                  <c:v>4.4859799999999996</c:v>
                </c:pt>
                <c:pt idx="5333">
                  <c:v>4.0976499999999998</c:v>
                </c:pt>
                <c:pt idx="5334">
                  <c:v>3.8911899999999999</c:v>
                </c:pt>
                <c:pt idx="5335">
                  <c:v>4.0200800000000001</c:v>
                </c:pt>
                <c:pt idx="5336">
                  <c:v>4.3369499999999999</c:v>
                </c:pt>
                <c:pt idx="5337">
                  <c:v>4.2839200000000002</c:v>
                </c:pt>
                <c:pt idx="5338">
                  <c:v>4.1486099999999997</c:v>
                </c:pt>
                <c:pt idx="5339">
                  <c:v>4.30077</c:v>
                </c:pt>
                <c:pt idx="5340">
                  <c:v>4.30532</c:v>
                </c:pt>
                <c:pt idx="5341">
                  <c:v>4.0114099999999997</c:v>
                </c:pt>
                <c:pt idx="5342">
                  <c:v>4.2426199999999996</c:v>
                </c:pt>
                <c:pt idx="5343">
                  <c:v>4.6925400000000002</c:v>
                </c:pt>
                <c:pt idx="5344">
                  <c:v>4.8757299999999999</c:v>
                </c:pt>
                <c:pt idx="5345">
                  <c:v>4.9555300000000004</c:v>
                </c:pt>
                <c:pt idx="5346">
                  <c:v>4.9717399999999996</c:v>
                </c:pt>
                <c:pt idx="5347">
                  <c:v>5.2124600000000001</c:v>
                </c:pt>
                <c:pt idx="5348">
                  <c:v>5.6801000000000004</c:v>
                </c:pt>
                <c:pt idx="5349">
                  <c:v>5.9618900000000004</c:v>
                </c:pt>
                <c:pt idx="5350">
                  <c:v>6.0650399999999998</c:v>
                </c:pt>
                <c:pt idx="5351">
                  <c:v>6.1079699999999999</c:v>
                </c:pt>
                <c:pt idx="5352">
                  <c:v>5.74655</c:v>
                </c:pt>
                <c:pt idx="5353">
                  <c:v>5.3818099999999998</c:v>
                </c:pt>
                <c:pt idx="5354">
                  <c:v>5.3325899999999997</c:v>
                </c:pt>
                <c:pt idx="5355">
                  <c:v>5.5876599999999996</c:v>
                </c:pt>
                <c:pt idx="5356">
                  <c:v>5.9159899999999999</c:v>
                </c:pt>
                <c:pt idx="5357">
                  <c:v>6.0294299999999996</c:v>
                </c:pt>
                <c:pt idx="5358">
                  <c:v>6.2887399999999998</c:v>
                </c:pt>
                <c:pt idx="5359">
                  <c:v>6.6393599999999999</c:v>
                </c:pt>
                <c:pt idx="5360">
                  <c:v>7.1136699999999999</c:v>
                </c:pt>
                <c:pt idx="5361">
                  <c:v>7.4423000000000004</c:v>
                </c:pt>
                <c:pt idx="5362">
                  <c:v>7.51274</c:v>
                </c:pt>
                <c:pt idx="5363">
                  <c:v>7.7411500000000002</c:v>
                </c:pt>
                <c:pt idx="5364">
                  <c:v>7.8242599999999998</c:v>
                </c:pt>
                <c:pt idx="5365">
                  <c:v>7.7999700000000001</c:v>
                </c:pt>
                <c:pt idx="5366">
                  <c:v>8.2892100000000006</c:v>
                </c:pt>
                <c:pt idx="5367">
                  <c:v>9.2584099999999996</c:v>
                </c:pt>
                <c:pt idx="5368">
                  <c:v>10.0815</c:v>
                </c:pt>
                <c:pt idx="5369">
                  <c:v>10.425800000000001</c:v>
                </c:pt>
                <c:pt idx="5370">
                  <c:v>11.013500000000001</c:v>
                </c:pt>
                <c:pt idx="5371">
                  <c:v>11.989100000000001</c:v>
                </c:pt>
                <c:pt idx="5372">
                  <c:v>13.2378</c:v>
                </c:pt>
                <c:pt idx="5373">
                  <c:v>14.6127</c:v>
                </c:pt>
                <c:pt idx="5374">
                  <c:v>15.505000000000001</c:v>
                </c:pt>
                <c:pt idx="5375">
                  <c:v>16.050999999999998</c:v>
                </c:pt>
                <c:pt idx="5376">
                  <c:v>16.2744</c:v>
                </c:pt>
                <c:pt idx="5377">
                  <c:v>16.251000000000001</c:v>
                </c:pt>
                <c:pt idx="5378">
                  <c:v>16.335000000000001</c:v>
                </c:pt>
                <c:pt idx="5379">
                  <c:v>16.549700000000001</c:v>
                </c:pt>
                <c:pt idx="5380">
                  <c:v>17.1876</c:v>
                </c:pt>
                <c:pt idx="5381">
                  <c:v>17.944299999999998</c:v>
                </c:pt>
                <c:pt idx="5382">
                  <c:v>18.342400000000001</c:v>
                </c:pt>
                <c:pt idx="5383">
                  <c:v>18.467600000000001</c:v>
                </c:pt>
                <c:pt idx="5384">
                  <c:v>18.624600000000001</c:v>
                </c:pt>
                <c:pt idx="5385">
                  <c:v>18.835599999999999</c:v>
                </c:pt>
                <c:pt idx="5386">
                  <c:v>18.836200000000002</c:v>
                </c:pt>
                <c:pt idx="5387">
                  <c:v>18.6997</c:v>
                </c:pt>
                <c:pt idx="5388">
                  <c:v>18.119700000000002</c:v>
                </c:pt>
                <c:pt idx="5389">
                  <c:v>17.369499999999999</c:v>
                </c:pt>
                <c:pt idx="5390">
                  <c:v>17.3247</c:v>
                </c:pt>
                <c:pt idx="5391">
                  <c:v>17.770199999999999</c:v>
                </c:pt>
                <c:pt idx="5392">
                  <c:v>18.256399999999999</c:v>
                </c:pt>
                <c:pt idx="5393">
                  <c:v>19.153700000000001</c:v>
                </c:pt>
                <c:pt idx="5394">
                  <c:v>20.1633</c:v>
                </c:pt>
                <c:pt idx="5395">
                  <c:v>20.789100000000001</c:v>
                </c:pt>
                <c:pt idx="5396">
                  <c:v>21.323599999999999</c:v>
                </c:pt>
                <c:pt idx="5397">
                  <c:v>22.211600000000001</c:v>
                </c:pt>
                <c:pt idx="5398">
                  <c:v>23.555</c:v>
                </c:pt>
                <c:pt idx="5399">
                  <c:v>25.2483</c:v>
                </c:pt>
                <c:pt idx="5400">
                  <c:v>27.245200000000001</c:v>
                </c:pt>
                <c:pt idx="5401">
                  <c:v>29.2119</c:v>
                </c:pt>
                <c:pt idx="5402">
                  <c:v>31.629100000000001</c:v>
                </c:pt>
                <c:pt idx="5403">
                  <c:v>34.484299999999998</c:v>
                </c:pt>
                <c:pt idx="5404">
                  <c:v>37.700200000000002</c:v>
                </c:pt>
                <c:pt idx="5405">
                  <c:v>42.139699999999998</c:v>
                </c:pt>
                <c:pt idx="5406">
                  <c:v>47.592300000000002</c:v>
                </c:pt>
                <c:pt idx="5407">
                  <c:v>54.2545</c:v>
                </c:pt>
                <c:pt idx="5408">
                  <c:v>62.177900000000001</c:v>
                </c:pt>
                <c:pt idx="5409">
                  <c:v>71.828299999999999</c:v>
                </c:pt>
                <c:pt idx="5410">
                  <c:v>83.664400000000001</c:v>
                </c:pt>
                <c:pt idx="5411">
                  <c:v>98.067300000000003</c:v>
                </c:pt>
                <c:pt idx="5412">
                  <c:v>115.02500000000001</c:v>
                </c:pt>
                <c:pt idx="5413">
                  <c:v>135.16300000000001</c:v>
                </c:pt>
                <c:pt idx="5414">
                  <c:v>159.11799999999999</c:v>
                </c:pt>
                <c:pt idx="5415">
                  <c:v>188.072</c:v>
                </c:pt>
                <c:pt idx="5416">
                  <c:v>224.464</c:v>
                </c:pt>
                <c:pt idx="5417">
                  <c:v>272.40899999999999</c:v>
                </c:pt>
                <c:pt idx="5418">
                  <c:v>338.25</c:v>
                </c:pt>
                <c:pt idx="5419">
                  <c:v>427.43700000000001</c:v>
                </c:pt>
                <c:pt idx="5420">
                  <c:v>542.399</c:v>
                </c:pt>
                <c:pt idx="5421">
                  <c:v>676.01400000000001</c:v>
                </c:pt>
                <c:pt idx="5422">
                  <c:v>805.62199999999996</c:v>
                </c:pt>
                <c:pt idx="5423">
                  <c:v>899.86400000000003</c:v>
                </c:pt>
                <c:pt idx="5424">
                  <c:v>937.077</c:v>
                </c:pt>
                <c:pt idx="5425">
                  <c:v>921.44500000000005</c:v>
                </c:pt>
                <c:pt idx="5426">
                  <c:v>880.93600000000004</c:v>
                </c:pt>
                <c:pt idx="5427">
                  <c:v>850.202</c:v>
                </c:pt>
                <c:pt idx="5428">
                  <c:v>850.89800000000002</c:v>
                </c:pt>
                <c:pt idx="5429">
                  <c:v>879.98699999999997</c:v>
                </c:pt>
                <c:pt idx="5430">
                  <c:v>910.76</c:v>
                </c:pt>
                <c:pt idx="5431">
                  <c:v>908.81600000000003</c:v>
                </c:pt>
                <c:pt idx="5432">
                  <c:v>853.90200000000004</c:v>
                </c:pt>
                <c:pt idx="5433">
                  <c:v>750.625</c:v>
                </c:pt>
                <c:pt idx="5434">
                  <c:v>622.82000000000005</c:v>
                </c:pt>
                <c:pt idx="5435">
                  <c:v>496.36</c:v>
                </c:pt>
                <c:pt idx="5436">
                  <c:v>387.81799999999998</c:v>
                </c:pt>
                <c:pt idx="5437">
                  <c:v>303.108</c:v>
                </c:pt>
                <c:pt idx="5438">
                  <c:v>240.24100000000001</c:v>
                </c:pt>
                <c:pt idx="5439">
                  <c:v>194.54300000000001</c:v>
                </c:pt>
                <c:pt idx="5440">
                  <c:v>161.655</c:v>
                </c:pt>
                <c:pt idx="5441">
                  <c:v>137.70099999999999</c:v>
                </c:pt>
                <c:pt idx="5442">
                  <c:v>119.751</c:v>
                </c:pt>
                <c:pt idx="5443">
                  <c:v>106.03100000000001</c:v>
                </c:pt>
                <c:pt idx="5444">
                  <c:v>95.556100000000001</c:v>
                </c:pt>
                <c:pt idx="5445">
                  <c:v>87.380899999999997</c:v>
                </c:pt>
                <c:pt idx="5446">
                  <c:v>81.391900000000007</c:v>
                </c:pt>
                <c:pt idx="5447">
                  <c:v>77.165800000000004</c:v>
                </c:pt>
                <c:pt idx="5448">
                  <c:v>74.120999999999995</c:v>
                </c:pt>
                <c:pt idx="5449">
                  <c:v>71.893100000000004</c:v>
                </c:pt>
                <c:pt idx="5450">
                  <c:v>70.079300000000003</c:v>
                </c:pt>
                <c:pt idx="5451">
                  <c:v>68.426900000000003</c:v>
                </c:pt>
                <c:pt idx="5452">
                  <c:v>67.285899999999998</c:v>
                </c:pt>
                <c:pt idx="5453">
                  <c:v>66.846900000000005</c:v>
                </c:pt>
                <c:pt idx="5454">
                  <c:v>67.143000000000001</c:v>
                </c:pt>
                <c:pt idx="5455">
                  <c:v>68.792400000000001</c:v>
                </c:pt>
                <c:pt idx="5456">
                  <c:v>71.541399999999996</c:v>
                </c:pt>
                <c:pt idx="5457">
                  <c:v>75.002300000000005</c:v>
                </c:pt>
                <c:pt idx="5458">
                  <c:v>79.647400000000005</c:v>
                </c:pt>
                <c:pt idx="5459">
                  <c:v>85.683300000000003</c:v>
                </c:pt>
                <c:pt idx="5460">
                  <c:v>93.295599999999993</c:v>
                </c:pt>
                <c:pt idx="5461">
                  <c:v>103.91800000000001</c:v>
                </c:pt>
                <c:pt idx="5462">
                  <c:v>119.476</c:v>
                </c:pt>
                <c:pt idx="5463">
                  <c:v>141.03700000000001</c:v>
                </c:pt>
                <c:pt idx="5464">
                  <c:v>168.93199999999999</c:v>
                </c:pt>
                <c:pt idx="5465">
                  <c:v>201.43899999999999</c:v>
                </c:pt>
                <c:pt idx="5466">
                  <c:v>233.136</c:v>
                </c:pt>
                <c:pt idx="5467">
                  <c:v>256.83</c:v>
                </c:pt>
                <c:pt idx="5468">
                  <c:v>267.298</c:v>
                </c:pt>
                <c:pt idx="5469">
                  <c:v>265.41000000000003</c:v>
                </c:pt>
                <c:pt idx="5470">
                  <c:v>258.20100000000002</c:v>
                </c:pt>
                <c:pt idx="5471">
                  <c:v>253.18700000000001</c:v>
                </c:pt>
                <c:pt idx="5472">
                  <c:v>255.59800000000001</c:v>
                </c:pt>
                <c:pt idx="5473">
                  <c:v>264.93</c:v>
                </c:pt>
                <c:pt idx="5474">
                  <c:v>274.69099999999997</c:v>
                </c:pt>
                <c:pt idx="5475">
                  <c:v>276.87400000000002</c:v>
                </c:pt>
                <c:pt idx="5476">
                  <c:v>265.37700000000001</c:v>
                </c:pt>
                <c:pt idx="5477">
                  <c:v>240.91499999999999</c:v>
                </c:pt>
                <c:pt idx="5478">
                  <c:v>209.83799999999999</c:v>
                </c:pt>
                <c:pt idx="5479">
                  <c:v>179.417</c:v>
                </c:pt>
                <c:pt idx="5480">
                  <c:v>154.02500000000001</c:v>
                </c:pt>
                <c:pt idx="5481">
                  <c:v>135.07400000000001</c:v>
                </c:pt>
                <c:pt idx="5482">
                  <c:v>121.807</c:v>
                </c:pt>
                <c:pt idx="5483">
                  <c:v>112.685</c:v>
                </c:pt>
                <c:pt idx="5484">
                  <c:v>106.642</c:v>
                </c:pt>
                <c:pt idx="5485">
                  <c:v>102.68</c:v>
                </c:pt>
                <c:pt idx="5486">
                  <c:v>100.3</c:v>
                </c:pt>
                <c:pt idx="5487">
                  <c:v>99.512100000000004</c:v>
                </c:pt>
                <c:pt idx="5488">
                  <c:v>100.491</c:v>
                </c:pt>
                <c:pt idx="5489">
                  <c:v>102.506</c:v>
                </c:pt>
                <c:pt idx="5490">
                  <c:v>104.667</c:v>
                </c:pt>
                <c:pt idx="5491">
                  <c:v>106.307</c:v>
                </c:pt>
                <c:pt idx="5492">
                  <c:v>107.17</c:v>
                </c:pt>
                <c:pt idx="5493">
                  <c:v>107.977</c:v>
                </c:pt>
                <c:pt idx="5494">
                  <c:v>109.744</c:v>
                </c:pt>
                <c:pt idx="5495">
                  <c:v>113.39400000000001</c:v>
                </c:pt>
                <c:pt idx="5496">
                  <c:v>119.423</c:v>
                </c:pt>
                <c:pt idx="5497">
                  <c:v>127.71</c:v>
                </c:pt>
                <c:pt idx="5498">
                  <c:v>136.767</c:v>
                </c:pt>
                <c:pt idx="5499">
                  <c:v>145.80199999999999</c:v>
                </c:pt>
                <c:pt idx="5500">
                  <c:v>155.77799999999999</c:v>
                </c:pt>
                <c:pt idx="5501">
                  <c:v>168.357</c:v>
                </c:pt>
                <c:pt idx="5502">
                  <c:v>184.45599999999999</c:v>
                </c:pt>
                <c:pt idx="5503">
                  <c:v>204.76599999999999</c:v>
                </c:pt>
                <c:pt idx="5504">
                  <c:v>231.25399999999999</c:v>
                </c:pt>
                <c:pt idx="5505">
                  <c:v>266.18599999999998</c:v>
                </c:pt>
                <c:pt idx="5506">
                  <c:v>313.95100000000002</c:v>
                </c:pt>
                <c:pt idx="5507">
                  <c:v>380.21600000000001</c:v>
                </c:pt>
                <c:pt idx="5508">
                  <c:v>470.887</c:v>
                </c:pt>
                <c:pt idx="5509">
                  <c:v>587.88800000000003</c:v>
                </c:pt>
                <c:pt idx="5510">
                  <c:v>722.76199999999994</c:v>
                </c:pt>
                <c:pt idx="5511">
                  <c:v>852.18600000000004</c:v>
                </c:pt>
                <c:pt idx="5512">
                  <c:v>944.851</c:v>
                </c:pt>
                <c:pt idx="5513">
                  <c:v>980.23500000000001</c:v>
                </c:pt>
                <c:pt idx="5514">
                  <c:v>963.54300000000001</c:v>
                </c:pt>
                <c:pt idx="5515">
                  <c:v>923.976</c:v>
                </c:pt>
                <c:pt idx="5516">
                  <c:v>896.31100000000004</c:v>
                </c:pt>
                <c:pt idx="5517">
                  <c:v>901.50699999999995</c:v>
                </c:pt>
                <c:pt idx="5518">
                  <c:v>935.46</c:v>
                </c:pt>
                <c:pt idx="5519">
                  <c:v>969.43799999999999</c:v>
                </c:pt>
                <c:pt idx="5520">
                  <c:v>966.55600000000004</c:v>
                </c:pt>
                <c:pt idx="5521">
                  <c:v>905.62800000000004</c:v>
                </c:pt>
                <c:pt idx="5522">
                  <c:v>794.125</c:v>
                </c:pt>
                <c:pt idx="5523">
                  <c:v>658.14</c:v>
                </c:pt>
                <c:pt idx="5524">
                  <c:v>524.96900000000005</c:v>
                </c:pt>
                <c:pt idx="5525">
                  <c:v>411.67099999999999</c:v>
                </c:pt>
                <c:pt idx="5526">
                  <c:v>323.81200000000001</c:v>
                </c:pt>
                <c:pt idx="5527">
                  <c:v>258.85899999999998</c:v>
                </c:pt>
                <c:pt idx="5528">
                  <c:v>211.61</c:v>
                </c:pt>
                <c:pt idx="5529">
                  <c:v>177.27199999999999</c:v>
                </c:pt>
                <c:pt idx="5530">
                  <c:v>152.16800000000001</c:v>
                </c:pt>
                <c:pt idx="5531">
                  <c:v>133.63300000000001</c:v>
                </c:pt>
                <c:pt idx="5532">
                  <c:v>119.919</c:v>
                </c:pt>
                <c:pt idx="5533">
                  <c:v>109.675</c:v>
                </c:pt>
                <c:pt idx="5534">
                  <c:v>101.807</c:v>
                </c:pt>
                <c:pt idx="5535">
                  <c:v>96.085599999999999</c:v>
                </c:pt>
                <c:pt idx="5536">
                  <c:v>92.292500000000004</c:v>
                </c:pt>
                <c:pt idx="5537">
                  <c:v>89.008899999999997</c:v>
                </c:pt>
                <c:pt idx="5538">
                  <c:v>85.991799999999998</c:v>
                </c:pt>
                <c:pt idx="5539">
                  <c:v>83.522499999999994</c:v>
                </c:pt>
                <c:pt idx="5540">
                  <c:v>81.257199999999997</c:v>
                </c:pt>
                <c:pt idx="5541">
                  <c:v>79.566400000000002</c:v>
                </c:pt>
                <c:pt idx="5542">
                  <c:v>78.740099999999998</c:v>
                </c:pt>
                <c:pt idx="5543">
                  <c:v>79.120699999999999</c:v>
                </c:pt>
                <c:pt idx="5544">
                  <c:v>80.593199999999996</c:v>
                </c:pt>
                <c:pt idx="5545">
                  <c:v>82.887600000000006</c:v>
                </c:pt>
                <c:pt idx="5546">
                  <c:v>85.617000000000004</c:v>
                </c:pt>
                <c:pt idx="5547">
                  <c:v>88.916600000000003</c:v>
                </c:pt>
                <c:pt idx="5548">
                  <c:v>93.366</c:v>
                </c:pt>
                <c:pt idx="5549">
                  <c:v>99.690700000000007</c:v>
                </c:pt>
                <c:pt idx="5550">
                  <c:v>108.98</c:v>
                </c:pt>
                <c:pt idx="5551">
                  <c:v>123.03</c:v>
                </c:pt>
                <c:pt idx="5552">
                  <c:v>143.01499999999999</c:v>
                </c:pt>
                <c:pt idx="5553">
                  <c:v>169.768</c:v>
                </c:pt>
                <c:pt idx="5554">
                  <c:v>201.179</c:v>
                </c:pt>
                <c:pt idx="5555">
                  <c:v>232.34700000000001</c:v>
                </c:pt>
                <c:pt idx="5556">
                  <c:v>255.54900000000001</c:v>
                </c:pt>
                <c:pt idx="5557">
                  <c:v>265.30500000000001</c:v>
                </c:pt>
                <c:pt idx="5558">
                  <c:v>262.88499999999999</c:v>
                </c:pt>
                <c:pt idx="5559">
                  <c:v>255.02500000000001</c:v>
                </c:pt>
                <c:pt idx="5560">
                  <c:v>250.33799999999999</c:v>
                </c:pt>
                <c:pt idx="5561">
                  <c:v>253.72900000000001</c:v>
                </c:pt>
                <c:pt idx="5562">
                  <c:v>264.37799999999999</c:v>
                </c:pt>
                <c:pt idx="5563">
                  <c:v>275.64299999999997</c:v>
                </c:pt>
                <c:pt idx="5564">
                  <c:v>278.08300000000003</c:v>
                </c:pt>
                <c:pt idx="5565">
                  <c:v>265.93299999999999</c:v>
                </c:pt>
                <c:pt idx="5566">
                  <c:v>239.97200000000001</c:v>
                </c:pt>
                <c:pt idx="5567">
                  <c:v>206.69399999999999</c:v>
                </c:pt>
                <c:pt idx="5568">
                  <c:v>173.89599999999999</c:v>
                </c:pt>
                <c:pt idx="5569">
                  <c:v>146.68600000000001</c:v>
                </c:pt>
                <c:pt idx="5570">
                  <c:v>126.452</c:v>
                </c:pt>
                <c:pt idx="5571">
                  <c:v>112.47499999999999</c:v>
                </c:pt>
                <c:pt idx="5572">
                  <c:v>102.624</c:v>
                </c:pt>
                <c:pt idx="5573">
                  <c:v>94.952799999999996</c:v>
                </c:pt>
                <c:pt idx="5574">
                  <c:v>88.941800000000001</c:v>
                </c:pt>
                <c:pt idx="5575">
                  <c:v>84.874899999999997</c:v>
                </c:pt>
                <c:pt idx="5576">
                  <c:v>82.820599999999999</c:v>
                </c:pt>
                <c:pt idx="5577">
                  <c:v>82.335400000000007</c:v>
                </c:pt>
                <c:pt idx="5578">
                  <c:v>82.9773</c:v>
                </c:pt>
                <c:pt idx="5579">
                  <c:v>83.539400000000001</c:v>
                </c:pt>
                <c:pt idx="5580">
                  <c:v>82.847200000000001</c:v>
                </c:pt>
                <c:pt idx="5581">
                  <c:v>80.113399999999999</c:v>
                </c:pt>
                <c:pt idx="5582">
                  <c:v>76.904399999999995</c:v>
                </c:pt>
                <c:pt idx="5583">
                  <c:v>74.392099999999999</c:v>
                </c:pt>
                <c:pt idx="5584">
                  <c:v>72.946299999999994</c:v>
                </c:pt>
                <c:pt idx="5585">
                  <c:v>72.093100000000007</c:v>
                </c:pt>
                <c:pt idx="5586">
                  <c:v>71.627300000000005</c:v>
                </c:pt>
                <c:pt idx="5587">
                  <c:v>70.429500000000004</c:v>
                </c:pt>
                <c:pt idx="5588">
                  <c:v>67.010199999999998</c:v>
                </c:pt>
                <c:pt idx="5589">
                  <c:v>61.847499999999997</c:v>
                </c:pt>
                <c:pt idx="5590">
                  <c:v>55.866900000000001</c:v>
                </c:pt>
                <c:pt idx="5591">
                  <c:v>50.0229</c:v>
                </c:pt>
                <c:pt idx="5592">
                  <c:v>44.568899999999999</c:v>
                </c:pt>
                <c:pt idx="5593">
                  <c:v>39.910600000000002</c:v>
                </c:pt>
                <c:pt idx="5594">
                  <c:v>36.701099999999997</c:v>
                </c:pt>
                <c:pt idx="5595">
                  <c:v>34.508800000000001</c:v>
                </c:pt>
                <c:pt idx="5596">
                  <c:v>32.950699999999998</c:v>
                </c:pt>
                <c:pt idx="5597">
                  <c:v>31.555900000000001</c:v>
                </c:pt>
                <c:pt idx="5598">
                  <c:v>30.062899999999999</c:v>
                </c:pt>
                <c:pt idx="5599">
                  <c:v>29.245200000000001</c:v>
                </c:pt>
                <c:pt idx="5600">
                  <c:v>28.8047</c:v>
                </c:pt>
                <c:pt idx="5601">
                  <c:v>27.644100000000002</c:v>
                </c:pt>
                <c:pt idx="5602">
                  <c:v>26.152000000000001</c:v>
                </c:pt>
                <c:pt idx="5603">
                  <c:v>25.208600000000001</c:v>
                </c:pt>
                <c:pt idx="5604">
                  <c:v>24.7105</c:v>
                </c:pt>
                <c:pt idx="5605">
                  <c:v>24.282599999999999</c:v>
                </c:pt>
                <c:pt idx="5606">
                  <c:v>24.014399999999998</c:v>
                </c:pt>
                <c:pt idx="5607">
                  <c:v>24.195</c:v>
                </c:pt>
                <c:pt idx="5608">
                  <c:v>24.535900000000002</c:v>
                </c:pt>
                <c:pt idx="5609">
                  <c:v>25.069700000000001</c:v>
                </c:pt>
                <c:pt idx="5610">
                  <c:v>26.093800000000002</c:v>
                </c:pt>
                <c:pt idx="5611">
                  <c:v>27.4438</c:v>
                </c:pt>
                <c:pt idx="5612">
                  <c:v>28.6828</c:v>
                </c:pt>
                <c:pt idx="5613">
                  <c:v>30.052900000000001</c:v>
                </c:pt>
                <c:pt idx="5614">
                  <c:v>31.913599999999999</c:v>
                </c:pt>
                <c:pt idx="5615">
                  <c:v>34.152099999999997</c:v>
                </c:pt>
                <c:pt idx="5616">
                  <c:v>37.273699999999998</c:v>
                </c:pt>
                <c:pt idx="5617">
                  <c:v>41.637500000000003</c:v>
                </c:pt>
                <c:pt idx="5618">
                  <c:v>47.804499999999997</c:v>
                </c:pt>
                <c:pt idx="5619">
                  <c:v>55.345599999999997</c:v>
                </c:pt>
                <c:pt idx="5620">
                  <c:v>62.560099999999998</c:v>
                </c:pt>
                <c:pt idx="5621">
                  <c:v>67.965299999999999</c:v>
                </c:pt>
                <c:pt idx="5622">
                  <c:v>70.435100000000006</c:v>
                </c:pt>
                <c:pt idx="5623">
                  <c:v>70.956100000000006</c:v>
                </c:pt>
                <c:pt idx="5624">
                  <c:v>71.130300000000005</c:v>
                </c:pt>
                <c:pt idx="5625">
                  <c:v>71.730599999999995</c:v>
                </c:pt>
                <c:pt idx="5626">
                  <c:v>72.726799999999997</c:v>
                </c:pt>
                <c:pt idx="5627">
                  <c:v>73.907200000000003</c:v>
                </c:pt>
                <c:pt idx="5628">
                  <c:v>73.551400000000001</c:v>
                </c:pt>
                <c:pt idx="5629">
                  <c:v>70.420299999999997</c:v>
                </c:pt>
                <c:pt idx="5630">
                  <c:v>64.793099999999995</c:v>
                </c:pt>
                <c:pt idx="5631">
                  <c:v>57.8767</c:v>
                </c:pt>
                <c:pt idx="5632">
                  <c:v>50.753999999999998</c:v>
                </c:pt>
                <c:pt idx="5633">
                  <c:v>44.335999999999999</c:v>
                </c:pt>
                <c:pt idx="5634">
                  <c:v>38.788699999999999</c:v>
                </c:pt>
                <c:pt idx="5635">
                  <c:v>33.9283</c:v>
                </c:pt>
                <c:pt idx="5636">
                  <c:v>29.912099999999999</c:v>
                </c:pt>
                <c:pt idx="5637">
                  <c:v>26.703399999999998</c:v>
                </c:pt>
                <c:pt idx="5638">
                  <c:v>23.8157</c:v>
                </c:pt>
                <c:pt idx="5639">
                  <c:v>21.119</c:v>
                </c:pt>
                <c:pt idx="5640">
                  <c:v>19.061199999999999</c:v>
                </c:pt>
                <c:pt idx="5641">
                  <c:v>17.561699999999998</c:v>
                </c:pt>
                <c:pt idx="5642">
                  <c:v>16.1844</c:v>
                </c:pt>
                <c:pt idx="5643">
                  <c:v>15.0745</c:v>
                </c:pt>
                <c:pt idx="5644">
                  <c:v>14.3804</c:v>
                </c:pt>
                <c:pt idx="5645">
                  <c:v>13.7141</c:v>
                </c:pt>
                <c:pt idx="5646">
                  <c:v>12.946</c:v>
                </c:pt>
                <c:pt idx="5647">
                  <c:v>12.292999999999999</c:v>
                </c:pt>
                <c:pt idx="5648">
                  <c:v>11.6007</c:v>
                </c:pt>
                <c:pt idx="5649">
                  <c:v>11.1212</c:v>
                </c:pt>
                <c:pt idx="5650">
                  <c:v>10.895799999999999</c:v>
                </c:pt>
                <c:pt idx="5651">
                  <c:v>10.901199999999999</c:v>
                </c:pt>
                <c:pt idx="5652">
                  <c:v>10.768000000000001</c:v>
                </c:pt>
                <c:pt idx="5653">
                  <c:v>10.471299999999999</c:v>
                </c:pt>
                <c:pt idx="5654">
                  <c:v>10.509</c:v>
                </c:pt>
                <c:pt idx="5655">
                  <c:v>10.5319</c:v>
                </c:pt>
                <c:pt idx="5656">
                  <c:v>10.5572</c:v>
                </c:pt>
                <c:pt idx="5657">
                  <c:v>10.5367</c:v>
                </c:pt>
                <c:pt idx="5658">
                  <c:v>11.0288</c:v>
                </c:pt>
                <c:pt idx="5659">
                  <c:v>11.571099999999999</c:v>
                </c:pt>
                <c:pt idx="5660">
                  <c:v>11.5631</c:v>
                </c:pt>
                <c:pt idx="5661">
                  <c:v>11.1043</c:v>
                </c:pt>
                <c:pt idx="5662">
                  <c:v>10.9193</c:v>
                </c:pt>
                <c:pt idx="5663">
                  <c:v>11.175700000000001</c:v>
                </c:pt>
                <c:pt idx="5664">
                  <c:v>11.1058</c:v>
                </c:pt>
                <c:pt idx="5665">
                  <c:v>10.760199999999999</c:v>
                </c:pt>
                <c:pt idx="5666">
                  <c:v>10.286199999999999</c:v>
                </c:pt>
                <c:pt idx="5667">
                  <c:v>9.9223800000000004</c:v>
                </c:pt>
                <c:pt idx="5668">
                  <c:v>9.9223300000000005</c:v>
                </c:pt>
                <c:pt idx="5669">
                  <c:v>9.8073800000000002</c:v>
                </c:pt>
                <c:pt idx="5670">
                  <c:v>9.5029000000000003</c:v>
                </c:pt>
                <c:pt idx="5671">
                  <c:v>9.3723200000000002</c:v>
                </c:pt>
                <c:pt idx="5672">
                  <c:v>8.9309899999999995</c:v>
                </c:pt>
                <c:pt idx="5673">
                  <c:v>8.1156000000000006</c:v>
                </c:pt>
                <c:pt idx="5674">
                  <c:v>7.5460500000000001</c:v>
                </c:pt>
                <c:pt idx="5675">
                  <c:v>7.5149800000000004</c:v>
                </c:pt>
                <c:pt idx="5676">
                  <c:v>7.5262200000000004</c:v>
                </c:pt>
                <c:pt idx="5677">
                  <c:v>7.50983</c:v>
                </c:pt>
                <c:pt idx="5678">
                  <c:v>7.8841200000000002</c:v>
                </c:pt>
                <c:pt idx="5679">
                  <c:v>7.8175999999999997</c:v>
                </c:pt>
                <c:pt idx="5680">
                  <c:v>7.4648700000000003</c:v>
                </c:pt>
                <c:pt idx="5681">
                  <c:v>7.2216800000000001</c:v>
                </c:pt>
                <c:pt idx="5682">
                  <c:v>7.2371499999999997</c:v>
                </c:pt>
                <c:pt idx="5683">
                  <c:v>7.2076599999999997</c:v>
                </c:pt>
                <c:pt idx="5684">
                  <c:v>7.0257100000000001</c:v>
                </c:pt>
                <c:pt idx="5685">
                  <c:v>7.2734800000000002</c:v>
                </c:pt>
                <c:pt idx="5686">
                  <c:v>7.6738600000000003</c:v>
                </c:pt>
                <c:pt idx="5687">
                  <c:v>7.7291299999999996</c:v>
                </c:pt>
                <c:pt idx="5688">
                  <c:v>7.5407599999999997</c:v>
                </c:pt>
                <c:pt idx="5689">
                  <c:v>7.6105</c:v>
                </c:pt>
                <c:pt idx="5690">
                  <c:v>8.1420200000000005</c:v>
                </c:pt>
                <c:pt idx="5691">
                  <c:v>8.7826400000000007</c:v>
                </c:pt>
                <c:pt idx="5692">
                  <c:v>8.9806799999999996</c:v>
                </c:pt>
                <c:pt idx="5693">
                  <c:v>8.6836199999999995</c:v>
                </c:pt>
                <c:pt idx="5694">
                  <c:v>8.7236499999999992</c:v>
                </c:pt>
                <c:pt idx="5695">
                  <c:v>9.1770999999999994</c:v>
                </c:pt>
                <c:pt idx="5696">
                  <c:v>9.7889700000000008</c:v>
                </c:pt>
                <c:pt idx="5697">
                  <c:v>10.499599999999999</c:v>
                </c:pt>
                <c:pt idx="5698">
                  <c:v>11.4481</c:v>
                </c:pt>
                <c:pt idx="5699">
                  <c:v>12.2654</c:v>
                </c:pt>
                <c:pt idx="5700">
                  <c:v>13.5595</c:v>
                </c:pt>
                <c:pt idx="5701">
                  <c:v>15.119899999999999</c:v>
                </c:pt>
                <c:pt idx="5702">
                  <c:v>16.7927</c:v>
                </c:pt>
                <c:pt idx="5703">
                  <c:v>18.963899999999999</c:v>
                </c:pt>
                <c:pt idx="5704">
                  <c:v>21.726900000000001</c:v>
                </c:pt>
                <c:pt idx="5705">
                  <c:v>25.394500000000001</c:v>
                </c:pt>
                <c:pt idx="5706">
                  <c:v>30.253299999999999</c:v>
                </c:pt>
                <c:pt idx="5707">
                  <c:v>36.717500000000001</c:v>
                </c:pt>
                <c:pt idx="5708">
                  <c:v>44.525199999999998</c:v>
                </c:pt>
                <c:pt idx="5709">
                  <c:v>52.112499999999997</c:v>
                </c:pt>
                <c:pt idx="5710">
                  <c:v>57.304200000000002</c:v>
                </c:pt>
                <c:pt idx="5711">
                  <c:v>59.213900000000002</c:v>
                </c:pt>
                <c:pt idx="5712">
                  <c:v>58.583300000000001</c:v>
                </c:pt>
                <c:pt idx="5713">
                  <c:v>57.360199999999999</c:v>
                </c:pt>
                <c:pt idx="5714">
                  <c:v>57.623899999999999</c:v>
                </c:pt>
                <c:pt idx="5715">
                  <c:v>59.225700000000003</c:v>
                </c:pt>
                <c:pt idx="5716">
                  <c:v>60.494300000000003</c:v>
                </c:pt>
                <c:pt idx="5717">
                  <c:v>59.9129</c:v>
                </c:pt>
                <c:pt idx="5718">
                  <c:v>56.631300000000003</c:v>
                </c:pt>
                <c:pt idx="5719">
                  <c:v>50.658499999999997</c:v>
                </c:pt>
                <c:pt idx="5720">
                  <c:v>43.064500000000002</c:v>
                </c:pt>
                <c:pt idx="5721">
                  <c:v>35.7879</c:v>
                </c:pt>
                <c:pt idx="5722">
                  <c:v>29.427700000000002</c:v>
                </c:pt>
                <c:pt idx="5723">
                  <c:v>24.004200000000001</c:v>
                </c:pt>
                <c:pt idx="5724">
                  <c:v>19.988199999999999</c:v>
                </c:pt>
                <c:pt idx="5725">
                  <c:v>17.308299999999999</c:v>
                </c:pt>
                <c:pt idx="5726">
                  <c:v>14.723699999999999</c:v>
                </c:pt>
                <c:pt idx="5727">
                  <c:v>12.7241</c:v>
                </c:pt>
                <c:pt idx="5728">
                  <c:v>11.585100000000001</c:v>
                </c:pt>
                <c:pt idx="5729">
                  <c:v>10.5123</c:v>
                </c:pt>
                <c:pt idx="5730">
                  <c:v>9.3259799999999995</c:v>
                </c:pt>
                <c:pt idx="5731">
                  <c:v>8.4757300000000004</c:v>
                </c:pt>
                <c:pt idx="5732">
                  <c:v>8.0790000000000006</c:v>
                </c:pt>
                <c:pt idx="5733">
                  <c:v>7.7989100000000002</c:v>
                </c:pt>
                <c:pt idx="5734">
                  <c:v>7.5131699999999997</c:v>
                </c:pt>
                <c:pt idx="5735">
                  <c:v>7.4851599999999996</c:v>
                </c:pt>
                <c:pt idx="5736">
                  <c:v>7.3925700000000001</c:v>
                </c:pt>
                <c:pt idx="5737">
                  <c:v>6.9681899999999999</c:v>
                </c:pt>
                <c:pt idx="5738">
                  <c:v>6.5009199999999998</c:v>
                </c:pt>
                <c:pt idx="5739">
                  <c:v>6.3600899999999996</c:v>
                </c:pt>
                <c:pt idx="5740">
                  <c:v>6.4703999999999997</c:v>
                </c:pt>
                <c:pt idx="5741">
                  <c:v>6.4979300000000002</c:v>
                </c:pt>
                <c:pt idx="5742">
                  <c:v>6.3566200000000004</c:v>
                </c:pt>
                <c:pt idx="5743">
                  <c:v>6.4761800000000003</c:v>
                </c:pt>
                <c:pt idx="5744">
                  <c:v>6.6627700000000001</c:v>
                </c:pt>
                <c:pt idx="5745">
                  <c:v>6.7364800000000002</c:v>
                </c:pt>
                <c:pt idx="5746">
                  <c:v>7.0940200000000004</c:v>
                </c:pt>
                <c:pt idx="5747">
                  <c:v>7.5205799999999998</c:v>
                </c:pt>
                <c:pt idx="5748">
                  <c:v>7.5656600000000003</c:v>
                </c:pt>
                <c:pt idx="5749">
                  <c:v>7.6074299999999999</c:v>
                </c:pt>
                <c:pt idx="5750">
                  <c:v>7.83589</c:v>
                </c:pt>
                <c:pt idx="5751">
                  <c:v>8.0582700000000003</c:v>
                </c:pt>
                <c:pt idx="5752">
                  <c:v>8.0272500000000004</c:v>
                </c:pt>
                <c:pt idx="5753">
                  <c:v>8.1414899999999992</c:v>
                </c:pt>
                <c:pt idx="5754">
                  <c:v>8.3216599999999996</c:v>
                </c:pt>
                <c:pt idx="5755">
                  <c:v>8.2726900000000008</c:v>
                </c:pt>
                <c:pt idx="5756">
                  <c:v>8.1490200000000002</c:v>
                </c:pt>
                <c:pt idx="5757">
                  <c:v>8.0710999999999995</c:v>
                </c:pt>
                <c:pt idx="5758">
                  <c:v>7.7806199999999999</c:v>
                </c:pt>
                <c:pt idx="5759">
                  <c:v>7.4427099999999999</c:v>
                </c:pt>
                <c:pt idx="5760">
                  <c:v>7.2366400000000004</c:v>
                </c:pt>
                <c:pt idx="5761">
                  <c:v>6.8159099999999997</c:v>
                </c:pt>
                <c:pt idx="5762">
                  <c:v>6.4788300000000003</c:v>
                </c:pt>
                <c:pt idx="5763">
                  <c:v>6.2524499999999996</c:v>
                </c:pt>
                <c:pt idx="5764">
                  <c:v>6.13748</c:v>
                </c:pt>
                <c:pt idx="5765">
                  <c:v>6.0018099999999999</c:v>
                </c:pt>
                <c:pt idx="5766">
                  <c:v>5.9112499999999999</c:v>
                </c:pt>
                <c:pt idx="5767">
                  <c:v>5.8194499999999998</c:v>
                </c:pt>
                <c:pt idx="5768">
                  <c:v>5.6573599999999997</c:v>
                </c:pt>
                <c:pt idx="5769">
                  <c:v>5.8281900000000002</c:v>
                </c:pt>
                <c:pt idx="5770">
                  <c:v>5.6939299999999999</c:v>
                </c:pt>
                <c:pt idx="5771">
                  <c:v>5.1534300000000002</c:v>
                </c:pt>
                <c:pt idx="5772">
                  <c:v>5.0731999999999999</c:v>
                </c:pt>
                <c:pt idx="5773">
                  <c:v>5.2275700000000001</c:v>
                </c:pt>
                <c:pt idx="5774">
                  <c:v>5.0078199999999997</c:v>
                </c:pt>
                <c:pt idx="5775">
                  <c:v>4.8040500000000002</c:v>
                </c:pt>
                <c:pt idx="5776">
                  <c:v>5.05532</c:v>
                </c:pt>
                <c:pt idx="5777">
                  <c:v>5.5697900000000002</c:v>
                </c:pt>
                <c:pt idx="5778">
                  <c:v>5.81785</c:v>
                </c:pt>
                <c:pt idx="5779">
                  <c:v>6.0096400000000001</c:v>
                </c:pt>
                <c:pt idx="5780">
                  <c:v>6.2760300000000004</c:v>
                </c:pt>
                <c:pt idx="5781">
                  <c:v>6.4392399999999999</c:v>
                </c:pt>
                <c:pt idx="5782">
                  <c:v>6.2496799999999997</c:v>
                </c:pt>
                <c:pt idx="5783">
                  <c:v>6.2504799999999996</c:v>
                </c:pt>
                <c:pt idx="5784">
                  <c:v>6.3975499999999998</c:v>
                </c:pt>
                <c:pt idx="5785">
                  <c:v>6.2531800000000004</c:v>
                </c:pt>
                <c:pt idx="5786">
                  <c:v>5.9129800000000001</c:v>
                </c:pt>
                <c:pt idx="5787">
                  <c:v>5.52447</c:v>
                </c:pt>
                <c:pt idx="5788">
                  <c:v>5.5327099999999998</c:v>
                </c:pt>
                <c:pt idx="5789">
                  <c:v>5.2945900000000004</c:v>
                </c:pt>
                <c:pt idx="5790">
                  <c:v>5.2351099999999997</c:v>
                </c:pt>
                <c:pt idx="5791">
                  <c:v>5.49777</c:v>
                </c:pt>
                <c:pt idx="5792">
                  <c:v>5.7157600000000004</c:v>
                </c:pt>
                <c:pt idx="5793">
                  <c:v>6.2019299999999999</c:v>
                </c:pt>
                <c:pt idx="5794">
                  <c:v>6.2229200000000002</c:v>
                </c:pt>
                <c:pt idx="5795">
                  <c:v>5.7132899999999998</c:v>
                </c:pt>
                <c:pt idx="5796">
                  <c:v>5.4726600000000003</c:v>
                </c:pt>
                <c:pt idx="5797">
                  <c:v>5.0865799999999997</c:v>
                </c:pt>
                <c:pt idx="5798">
                  <c:v>4.6434100000000003</c:v>
                </c:pt>
                <c:pt idx="5799">
                  <c:v>4.34171</c:v>
                </c:pt>
                <c:pt idx="5800">
                  <c:v>3.9828999999999999</c:v>
                </c:pt>
                <c:pt idx="5801">
                  <c:v>3.90354</c:v>
                </c:pt>
                <c:pt idx="5802">
                  <c:v>4.1022600000000002</c:v>
                </c:pt>
                <c:pt idx="5803">
                  <c:v>4.3877600000000001</c:v>
                </c:pt>
                <c:pt idx="5804">
                  <c:v>4.6797300000000002</c:v>
                </c:pt>
                <c:pt idx="5805">
                  <c:v>4.5161899999999999</c:v>
                </c:pt>
                <c:pt idx="5806">
                  <c:v>4.47051</c:v>
                </c:pt>
                <c:pt idx="5807">
                  <c:v>4.81982</c:v>
                </c:pt>
                <c:pt idx="5808">
                  <c:v>4.9018800000000002</c:v>
                </c:pt>
                <c:pt idx="5809">
                  <c:v>4.8703500000000002</c:v>
                </c:pt>
                <c:pt idx="5810">
                  <c:v>4.9657600000000004</c:v>
                </c:pt>
                <c:pt idx="5811">
                  <c:v>4.9083199999999998</c:v>
                </c:pt>
                <c:pt idx="5812">
                  <c:v>4.8354100000000004</c:v>
                </c:pt>
                <c:pt idx="5813">
                  <c:v>4.8693999999999997</c:v>
                </c:pt>
                <c:pt idx="5814">
                  <c:v>4.8512300000000002</c:v>
                </c:pt>
                <c:pt idx="5815">
                  <c:v>4.5463699999999996</c:v>
                </c:pt>
                <c:pt idx="5816">
                  <c:v>4.1655300000000004</c:v>
                </c:pt>
                <c:pt idx="5817">
                  <c:v>4.0438000000000001</c:v>
                </c:pt>
                <c:pt idx="5818">
                  <c:v>4.1138899999999996</c:v>
                </c:pt>
                <c:pt idx="5819">
                  <c:v>4.1188900000000004</c:v>
                </c:pt>
                <c:pt idx="5820">
                  <c:v>3.80389</c:v>
                </c:pt>
                <c:pt idx="5821">
                  <c:v>3.5848900000000001</c:v>
                </c:pt>
                <c:pt idx="5822">
                  <c:v>3.4915600000000002</c:v>
                </c:pt>
                <c:pt idx="5823">
                  <c:v>3.6089199999999999</c:v>
                </c:pt>
                <c:pt idx="5824">
                  <c:v>3.7910400000000002</c:v>
                </c:pt>
                <c:pt idx="5825">
                  <c:v>3.50963</c:v>
                </c:pt>
                <c:pt idx="5826">
                  <c:v>3.3917099999999998</c:v>
                </c:pt>
                <c:pt idx="5827">
                  <c:v>3.2894800000000002</c:v>
                </c:pt>
                <c:pt idx="5828">
                  <c:v>3.1913100000000001</c:v>
                </c:pt>
                <c:pt idx="5829">
                  <c:v>3.6410800000000001</c:v>
                </c:pt>
                <c:pt idx="5830">
                  <c:v>3.9037700000000002</c:v>
                </c:pt>
                <c:pt idx="5831">
                  <c:v>3.9043299999999999</c:v>
                </c:pt>
                <c:pt idx="5832">
                  <c:v>3.8878599999999999</c:v>
                </c:pt>
                <c:pt idx="5833">
                  <c:v>4.2048800000000002</c:v>
                </c:pt>
                <c:pt idx="5834">
                  <c:v>4.3980499999999996</c:v>
                </c:pt>
                <c:pt idx="5835">
                  <c:v>4.2252599999999996</c:v>
                </c:pt>
                <c:pt idx="5836">
                  <c:v>4.2398100000000003</c:v>
                </c:pt>
                <c:pt idx="5837">
                  <c:v>4.4965799999999998</c:v>
                </c:pt>
                <c:pt idx="5838">
                  <c:v>4.3258200000000002</c:v>
                </c:pt>
                <c:pt idx="5839">
                  <c:v>4.0754799999999998</c:v>
                </c:pt>
                <c:pt idx="5840">
                  <c:v>3.9487999999999999</c:v>
                </c:pt>
                <c:pt idx="5841">
                  <c:v>3.9338899999999999</c:v>
                </c:pt>
                <c:pt idx="5842">
                  <c:v>4.3207899999999997</c:v>
                </c:pt>
                <c:pt idx="5843">
                  <c:v>4.86557</c:v>
                </c:pt>
                <c:pt idx="5844">
                  <c:v>4.7150499999999997</c:v>
                </c:pt>
                <c:pt idx="5845">
                  <c:v>4.3932700000000002</c:v>
                </c:pt>
                <c:pt idx="5846">
                  <c:v>4.3627399999999996</c:v>
                </c:pt>
                <c:pt idx="5847">
                  <c:v>4.3963299999999998</c:v>
                </c:pt>
                <c:pt idx="5848">
                  <c:v>4.5045000000000002</c:v>
                </c:pt>
                <c:pt idx="5849">
                  <c:v>4.3568499999999997</c:v>
                </c:pt>
                <c:pt idx="5850">
                  <c:v>4.1037800000000004</c:v>
                </c:pt>
                <c:pt idx="5851">
                  <c:v>3.5901000000000001</c:v>
                </c:pt>
                <c:pt idx="5852">
                  <c:v>3.2005499999999998</c:v>
                </c:pt>
                <c:pt idx="5853">
                  <c:v>2.88415</c:v>
                </c:pt>
                <c:pt idx="5854">
                  <c:v>2.8184900000000002</c:v>
                </c:pt>
                <c:pt idx="5855">
                  <c:v>3.1358000000000001</c:v>
                </c:pt>
                <c:pt idx="5856">
                  <c:v>3.4659300000000002</c:v>
                </c:pt>
                <c:pt idx="5857">
                  <c:v>3.5421</c:v>
                </c:pt>
                <c:pt idx="5858">
                  <c:v>3.6339000000000001</c:v>
                </c:pt>
                <c:pt idx="5859">
                  <c:v>3.5114800000000002</c:v>
                </c:pt>
                <c:pt idx="5860">
                  <c:v>3.5273400000000001</c:v>
                </c:pt>
                <c:pt idx="5861">
                  <c:v>3.82517</c:v>
                </c:pt>
                <c:pt idx="5862">
                  <c:v>4.1944600000000003</c:v>
                </c:pt>
                <c:pt idx="5863">
                  <c:v>4.18893</c:v>
                </c:pt>
                <c:pt idx="5864">
                  <c:v>3.9722400000000002</c:v>
                </c:pt>
                <c:pt idx="5865">
                  <c:v>3.9147699999999999</c:v>
                </c:pt>
                <c:pt idx="5866">
                  <c:v>3.9599500000000001</c:v>
                </c:pt>
                <c:pt idx="5867">
                  <c:v>4.0230399999999999</c:v>
                </c:pt>
                <c:pt idx="5868">
                  <c:v>4.1191500000000003</c:v>
                </c:pt>
                <c:pt idx="5869">
                  <c:v>3.9939499999999999</c:v>
                </c:pt>
                <c:pt idx="5870">
                  <c:v>3.8763000000000001</c:v>
                </c:pt>
                <c:pt idx="5871">
                  <c:v>3.8683399999999999</c:v>
                </c:pt>
                <c:pt idx="5872">
                  <c:v>4.0913700000000004</c:v>
                </c:pt>
                <c:pt idx="5873">
                  <c:v>4.4414899999999999</c:v>
                </c:pt>
                <c:pt idx="5874">
                  <c:v>4.5119400000000001</c:v>
                </c:pt>
                <c:pt idx="5875">
                  <c:v>4.4100400000000004</c:v>
                </c:pt>
                <c:pt idx="5876">
                  <c:v>4.1447799999999999</c:v>
                </c:pt>
                <c:pt idx="5877">
                  <c:v>3.8115700000000001</c:v>
                </c:pt>
                <c:pt idx="5878">
                  <c:v>3.6680299999999999</c:v>
                </c:pt>
                <c:pt idx="5879">
                  <c:v>3.74987</c:v>
                </c:pt>
                <c:pt idx="5880">
                  <c:v>3.79616</c:v>
                </c:pt>
                <c:pt idx="5881">
                  <c:v>4.0003299999999999</c:v>
                </c:pt>
                <c:pt idx="5882">
                  <c:v>4.1666100000000004</c:v>
                </c:pt>
                <c:pt idx="5883">
                  <c:v>4.2220000000000004</c:v>
                </c:pt>
                <c:pt idx="5884">
                  <c:v>4.3113200000000003</c:v>
                </c:pt>
                <c:pt idx="5885">
                  <c:v>4.70669</c:v>
                </c:pt>
                <c:pt idx="5886">
                  <c:v>4.9779299999999997</c:v>
                </c:pt>
                <c:pt idx="5887">
                  <c:v>4.8672899999999997</c:v>
                </c:pt>
                <c:pt idx="5888">
                  <c:v>4.9102100000000002</c:v>
                </c:pt>
                <c:pt idx="5889">
                  <c:v>4.9143800000000004</c:v>
                </c:pt>
                <c:pt idx="5890">
                  <c:v>4.65686</c:v>
                </c:pt>
                <c:pt idx="5891">
                  <c:v>4.5541499999999999</c:v>
                </c:pt>
                <c:pt idx="5892">
                  <c:v>4.5248299999999997</c:v>
                </c:pt>
                <c:pt idx="5893">
                  <c:v>4.4073599999999997</c:v>
                </c:pt>
                <c:pt idx="5894">
                  <c:v>4.0195100000000004</c:v>
                </c:pt>
                <c:pt idx="5895">
                  <c:v>3.7250399999999999</c:v>
                </c:pt>
                <c:pt idx="5896">
                  <c:v>3.5305800000000001</c:v>
                </c:pt>
                <c:pt idx="5897">
                  <c:v>3.5323000000000002</c:v>
                </c:pt>
                <c:pt idx="5898">
                  <c:v>3.6516500000000001</c:v>
                </c:pt>
                <c:pt idx="5899">
                  <c:v>3.9290600000000002</c:v>
                </c:pt>
                <c:pt idx="5900">
                  <c:v>3.9071699999999998</c:v>
                </c:pt>
                <c:pt idx="5901">
                  <c:v>3.8043399999999998</c:v>
                </c:pt>
                <c:pt idx="5902">
                  <c:v>3.9605899999999998</c:v>
                </c:pt>
                <c:pt idx="5903">
                  <c:v>4.3188500000000003</c:v>
                </c:pt>
                <c:pt idx="5904">
                  <c:v>4.42971</c:v>
                </c:pt>
                <c:pt idx="5905">
                  <c:v>4.3591899999999999</c:v>
                </c:pt>
                <c:pt idx="5906">
                  <c:v>4.4483800000000002</c:v>
                </c:pt>
                <c:pt idx="5907">
                  <c:v>3.9561999999999999</c:v>
                </c:pt>
                <c:pt idx="5908">
                  <c:v>3.5416400000000001</c:v>
                </c:pt>
                <c:pt idx="5909">
                  <c:v>3.47357</c:v>
                </c:pt>
                <c:pt idx="5910">
                  <c:v>3.2431999999999999</c:v>
                </c:pt>
                <c:pt idx="5911">
                  <c:v>3.2036199999999999</c:v>
                </c:pt>
                <c:pt idx="5912">
                  <c:v>3.3590499999999999</c:v>
                </c:pt>
                <c:pt idx="5913">
                  <c:v>3.7629899999999998</c:v>
                </c:pt>
                <c:pt idx="5914">
                  <c:v>4.2314999999999996</c:v>
                </c:pt>
                <c:pt idx="5915">
                  <c:v>4.1837</c:v>
                </c:pt>
                <c:pt idx="5916">
                  <c:v>3.6434299999999999</c:v>
                </c:pt>
                <c:pt idx="5917">
                  <c:v>3.1200899999999998</c:v>
                </c:pt>
                <c:pt idx="5918">
                  <c:v>2.9890500000000002</c:v>
                </c:pt>
                <c:pt idx="5919">
                  <c:v>3.2536700000000001</c:v>
                </c:pt>
                <c:pt idx="5920">
                  <c:v>3.7090299999999998</c:v>
                </c:pt>
                <c:pt idx="5921">
                  <c:v>3.6900400000000002</c:v>
                </c:pt>
                <c:pt idx="5922">
                  <c:v>3.70397</c:v>
                </c:pt>
                <c:pt idx="5923">
                  <c:v>4.0761099999999999</c:v>
                </c:pt>
                <c:pt idx="5924">
                  <c:v>4.29155</c:v>
                </c:pt>
                <c:pt idx="5925">
                  <c:v>4.0652200000000001</c:v>
                </c:pt>
                <c:pt idx="5926">
                  <c:v>3.9164500000000002</c:v>
                </c:pt>
                <c:pt idx="5927">
                  <c:v>3.9021300000000001</c:v>
                </c:pt>
                <c:pt idx="5928">
                  <c:v>3.79657</c:v>
                </c:pt>
                <c:pt idx="5929">
                  <c:v>3.7874500000000002</c:v>
                </c:pt>
                <c:pt idx="5930">
                  <c:v>3.55219</c:v>
                </c:pt>
                <c:pt idx="5931">
                  <c:v>3.3729100000000001</c:v>
                </c:pt>
                <c:pt idx="5932">
                  <c:v>3.3659300000000001</c:v>
                </c:pt>
                <c:pt idx="5933">
                  <c:v>3.35894</c:v>
                </c:pt>
                <c:pt idx="5934">
                  <c:v>3.5882800000000001</c:v>
                </c:pt>
                <c:pt idx="5935">
                  <c:v>3.95051</c:v>
                </c:pt>
                <c:pt idx="5936">
                  <c:v>4.0703399999999998</c:v>
                </c:pt>
                <c:pt idx="5937">
                  <c:v>4.2484999999999999</c:v>
                </c:pt>
                <c:pt idx="5938">
                  <c:v>4.6886700000000001</c:v>
                </c:pt>
                <c:pt idx="5939">
                  <c:v>4.6375799999999998</c:v>
                </c:pt>
                <c:pt idx="5940">
                  <c:v>4.0379199999999997</c:v>
                </c:pt>
                <c:pt idx="5941">
                  <c:v>3.5939100000000002</c:v>
                </c:pt>
                <c:pt idx="5942">
                  <c:v>3.4122599999999998</c:v>
                </c:pt>
                <c:pt idx="5943">
                  <c:v>3.0909200000000001</c:v>
                </c:pt>
                <c:pt idx="5944">
                  <c:v>2.73759</c:v>
                </c:pt>
                <c:pt idx="5945">
                  <c:v>2.7284600000000001</c:v>
                </c:pt>
                <c:pt idx="5946">
                  <c:v>2.9088599999999998</c:v>
                </c:pt>
                <c:pt idx="5947">
                  <c:v>3.2162700000000002</c:v>
                </c:pt>
                <c:pt idx="5948">
                  <c:v>3.61029</c:v>
                </c:pt>
                <c:pt idx="5949">
                  <c:v>3.5799400000000001</c:v>
                </c:pt>
                <c:pt idx="5950">
                  <c:v>3.7597100000000001</c:v>
                </c:pt>
                <c:pt idx="5951">
                  <c:v>4.3493199999999996</c:v>
                </c:pt>
                <c:pt idx="5952">
                  <c:v>4.7362200000000003</c:v>
                </c:pt>
                <c:pt idx="5953">
                  <c:v>4.9223299999999997</c:v>
                </c:pt>
                <c:pt idx="5954">
                  <c:v>4.83779</c:v>
                </c:pt>
                <c:pt idx="5955">
                  <c:v>4.4493900000000002</c:v>
                </c:pt>
                <c:pt idx="5956">
                  <c:v>4.3247299999999997</c:v>
                </c:pt>
                <c:pt idx="5957">
                  <c:v>4.35351</c:v>
                </c:pt>
                <c:pt idx="5958">
                  <c:v>4.3599300000000003</c:v>
                </c:pt>
                <c:pt idx="5959">
                  <c:v>4.1449600000000002</c:v>
                </c:pt>
                <c:pt idx="5960">
                  <c:v>4.0302699999999998</c:v>
                </c:pt>
                <c:pt idx="5961">
                  <c:v>3.93608</c:v>
                </c:pt>
                <c:pt idx="5962">
                  <c:v>3.7277200000000001</c:v>
                </c:pt>
                <c:pt idx="5963">
                  <c:v>3.4092699999999998</c:v>
                </c:pt>
                <c:pt idx="5964">
                  <c:v>3.1899500000000001</c:v>
                </c:pt>
                <c:pt idx="5965">
                  <c:v>3.19895</c:v>
                </c:pt>
                <c:pt idx="5966">
                  <c:v>3.5834100000000002</c:v>
                </c:pt>
                <c:pt idx="5967">
                  <c:v>3.8005200000000001</c:v>
                </c:pt>
                <c:pt idx="5968">
                  <c:v>3.7114400000000001</c:v>
                </c:pt>
                <c:pt idx="5969">
                  <c:v>3.9801700000000002</c:v>
                </c:pt>
                <c:pt idx="5970">
                  <c:v>4.5401199999999999</c:v>
                </c:pt>
                <c:pt idx="5971">
                  <c:v>4.2710499999999998</c:v>
                </c:pt>
                <c:pt idx="5972">
                  <c:v>3.9327399999999999</c:v>
                </c:pt>
                <c:pt idx="5973">
                  <c:v>3.8002799999999999</c:v>
                </c:pt>
                <c:pt idx="5974">
                  <c:v>3.6728499999999999</c:v>
                </c:pt>
                <c:pt idx="5975">
                  <c:v>3.7888700000000002</c:v>
                </c:pt>
                <c:pt idx="5976">
                  <c:v>3.9081000000000001</c:v>
                </c:pt>
                <c:pt idx="5977">
                  <c:v>3.9428000000000001</c:v>
                </c:pt>
                <c:pt idx="5978">
                  <c:v>3.79806</c:v>
                </c:pt>
                <c:pt idx="5979">
                  <c:v>3.61</c:v>
                </c:pt>
                <c:pt idx="5980">
                  <c:v>3.8346499999999999</c:v>
                </c:pt>
                <c:pt idx="5981">
                  <c:v>4.1348799999999999</c:v>
                </c:pt>
                <c:pt idx="5982">
                  <c:v>3.9045299999999998</c:v>
                </c:pt>
                <c:pt idx="5983">
                  <c:v>3.6638600000000001</c:v>
                </c:pt>
                <c:pt idx="5984">
                  <c:v>3.7410299999999999</c:v>
                </c:pt>
                <c:pt idx="5985">
                  <c:v>3.8555100000000002</c:v>
                </c:pt>
                <c:pt idx="5986">
                  <c:v>3.72485</c:v>
                </c:pt>
                <c:pt idx="5987">
                  <c:v>3.7505299999999999</c:v>
                </c:pt>
                <c:pt idx="5988">
                  <c:v>3.9692699999999999</c:v>
                </c:pt>
                <c:pt idx="5989">
                  <c:v>3.98339</c:v>
                </c:pt>
                <c:pt idx="5990">
                  <c:v>4.1003699999999998</c:v>
                </c:pt>
                <c:pt idx="5991">
                  <c:v>4.5877800000000004</c:v>
                </c:pt>
                <c:pt idx="5992">
                  <c:v>4.6640300000000003</c:v>
                </c:pt>
                <c:pt idx="5993">
                  <c:v>4.3072900000000001</c:v>
                </c:pt>
                <c:pt idx="5994">
                  <c:v>3.9320400000000002</c:v>
                </c:pt>
                <c:pt idx="5995">
                  <c:v>3.79515</c:v>
                </c:pt>
                <c:pt idx="5996">
                  <c:v>4.0811999999999999</c:v>
                </c:pt>
                <c:pt idx="5997">
                  <c:v>4.3294899999999998</c:v>
                </c:pt>
                <c:pt idx="5998">
                  <c:v>4.0577199999999998</c:v>
                </c:pt>
                <c:pt idx="5999">
                  <c:v>4.0860700000000003</c:v>
                </c:pt>
                <c:pt idx="6000">
                  <c:v>4.26342</c:v>
                </c:pt>
                <c:pt idx="6001">
                  <c:v>3.99681</c:v>
                </c:pt>
                <c:pt idx="6002">
                  <c:v>3.8197800000000002</c:v>
                </c:pt>
                <c:pt idx="6003">
                  <c:v>3.79528</c:v>
                </c:pt>
                <c:pt idx="6004">
                  <c:v>3.53789</c:v>
                </c:pt>
                <c:pt idx="6005">
                  <c:v>3.3708999999999998</c:v>
                </c:pt>
                <c:pt idx="6006">
                  <c:v>3.19889</c:v>
                </c:pt>
                <c:pt idx="6007">
                  <c:v>3.43757</c:v>
                </c:pt>
                <c:pt idx="6008">
                  <c:v>3.7302399999999998</c:v>
                </c:pt>
                <c:pt idx="6009">
                  <c:v>3.7700399999999998</c:v>
                </c:pt>
                <c:pt idx="6010">
                  <c:v>3.8121299999999998</c:v>
                </c:pt>
                <c:pt idx="6011">
                  <c:v>3.6404999999999998</c:v>
                </c:pt>
                <c:pt idx="6012">
                  <c:v>3.3523900000000002</c:v>
                </c:pt>
                <c:pt idx="6013">
                  <c:v>3.1583000000000001</c:v>
                </c:pt>
                <c:pt idx="6014">
                  <c:v>3.1618200000000001</c:v>
                </c:pt>
                <c:pt idx="6015">
                  <c:v>3.4114</c:v>
                </c:pt>
                <c:pt idx="6016">
                  <c:v>3.56968</c:v>
                </c:pt>
                <c:pt idx="6017">
                  <c:v>3.75665</c:v>
                </c:pt>
                <c:pt idx="6018">
                  <c:v>3.8517800000000002</c:v>
                </c:pt>
                <c:pt idx="6019">
                  <c:v>3.7858200000000002</c:v>
                </c:pt>
                <c:pt idx="6020">
                  <c:v>3.79128</c:v>
                </c:pt>
                <c:pt idx="6021">
                  <c:v>3.7190300000000001</c:v>
                </c:pt>
                <c:pt idx="6022">
                  <c:v>3.7711299999999999</c:v>
                </c:pt>
                <c:pt idx="6023">
                  <c:v>3.7110500000000002</c:v>
                </c:pt>
                <c:pt idx="6024">
                  <c:v>3.3626</c:v>
                </c:pt>
                <c:pt idx="6025">
                  <c:v>3.2258900000000001</c:v>
                </c:pt>
                <c:pt idx="6026">
                  <c:v>3.3487200000000001</c:v>
                </c:pt>
                <c:pt idx="6027">
                  <c:v>3.6307499999999999</c:v>
                </c:pt>
                <c:pt idx="6028">
                  <c:v>3.7059600000000001</c:v>
                </c:pt>
                <c:pt idx="6029">
                  <c:v>3.6972</c:v>
                </c:pt>
                <c:pt idx="6030">
                  <c:v>3.70309</c:v>
                </c:pt>
                <c:pt idx="6031">
                  <c:v>3.7962600000000002</c:v>
                </c:pt>
                <c:pt idx="6032">
                  <c:v>3.5856599999999998</c:v>
                </c:pt>
                <c:pt idx="6033">
                  <c:v>3.3397399999999999</c:v>
                </c:pt>
                <c:pt idx="6034">
                  <c:v>3.0284599999999999</c:v>
                </c:pt>
                <c:pt idx="6035">
                  <c:v>3.0782400000000001</c:v>
                </c:pt>
                <c:pt idx="6036">
                  <c:v>2.9977200000000002</c:v>
                </c:pt>
                <c:pt idx="6037">
                  <c:v>3.1926100000000002</c:v>
                </c:pt>
                <c:pt idx="6038">
                  <c:v>3.3853599999999999</c:v>
                </c:pt>
                <c:pt idx="6039">
                  <c:v>3.3726699999999998</c:v>
                </c:pt>
                <c:pt idx="6040">
                  <c:v>3.5764300000000002</c:v>
                </c:pt>
                <c:pt idx="6041">
                  <c:v>3.53959</c:v>
                </c:pt>
                <c:pt idx="6042">
                  <c:v>3.5415999999999999</c:v>
                </c:pt>
                <c:pt idx="6043">
                  <c:v>3.46848</c:v>
                </c:pt>
                <c:pt idx="6044">
                  <c:v>3.2582</c:v>
                </c:pt>
                <c:pt idx="6045">
                  <c:v>3.30314</c:v>
                </c:pt>
                <c:pt idx="6046">
                  <c:v>3.38273</c:v>
                </c:pt>
                <c:pt idx="6047">
                  <c:v>3.5748000000000002</c:v>
                </c:pt>
                <c:pt idx="6048">
                  <c:v>3.7948900000000001</c:v>
                </c:pt>
                <c:pt idx="6049">
                  <c:v>3.8401200000000002</c:v>
                </c:pt>
                <c:pt idx="6050">
                  <c:v>3.5506000000000002</c:v>
                </c:pt>
                <c:pt idx="6051">
                  <c:v>3.1934200000000001</c:v>
                </c:pt>
                <c:pt idx="6052">
                  <c:v>2.75956</c:v>
                </c:pt>
                <c:pt idx="6053">
                  <c:v>2.5559599999999998</c:v>
                </c:pt>
                <c:pt idx="6054">
                  <c:v>2.9252899999999999</c:v>
                </c:pt>
                <c:pt idx="6055">
                  <c:v>2.8719399999999999</c:v>
                </c:pt>
                <c:pt idx="6056">
                  <c:v>3.1019299999999999</c:v>
                </c:pt>
                <c:pt idx="6057">
                  <c:v>3.714</c:v>
                </c:pt>
                <c:pt idx="6058">
                  <c:v>3.9452699999999998</c:v>
                </c:pt>
                <c:pt idx="6059">
                  <c:v>3.83094</c:v>
                </c:pt>
                <c:pt idx="6060">
                  <c:v>3.9808699999999999</c:v>
                </c:pt>
                <c:pt idx="6061">
                  <c:v>4.1426400000000001</c:v>
                </c:pt>
                <c:pt idx="6062">
                  <c:v>3.9963600000000001</c:v>
                </c:pt>
                <c:pt idx="6063">
                  <c:v>3.84701</c:v>
                </c:pt>
                <c:pt idx="6064">
                  <c:v>4.0754200000000003</c:v>
                </c:pt>
                <c:pt idx="6065">
                  <c:v>4.2970199999999998</c:v>
                </c:pt>
                <c:pt idx="6066">
                  <c:v>4.7315500000000004</c:v>
                </c:pt>
                <c:pt idx="6067">
                  <c:v>5.2189800000000002</c:v>
                </c:pt>
                <c:pt idx="6068">
                  <c:v>5.3883900000000002</c:v>
                </c:pt>
                <c:pt idx="6069">
                  <c:v>5.7420900000000001</c:v>
                </c:pt>
                <c:pt idx="6070">
                  <c:v>6.6647400000000001</c:v>
                </c:pt>
                <c:pt idx="6071">
                  <c:v>7.5450299999999997</c:v>
                </c:pt>
                <c:pt idx="6072">
                  <c:v>8.2883499999999994</c:v>
                </c:pt>
                <c:pt idx="6073">
                  <c:v>8.8048099999999998</c:v>
                </c:pt>
                <c:pt idx="6074">
                  <c:v>8.6112800000000007</c:v>
                </c:pt>
                <c:pt idx="6075">
                  <c:v>8.1365499999999997</c:v>
                </c:pt>
                <c:pt idx="6076">
                  <c:v>7.8620799999999997</c:v>
                </c:pt>
                <c:pt idx="6077">
                  <c:v>7.7256799999999997</c:v>
                </c:pt>
                <c:pt idx="6078">
                  <c:v>7.7134200000000002</c:v>
                </c:pt>
                <c:pt idx="6079">
                  <c:v>8.0203199999999999</c:v>
                </c:pt>
                <c:pt idx="6080">
                  <c:v>7.9419700000000004</c:v>
                </c:pt>
                <c:pt idx="6081">
                  <c:v>7.5536500000000002</c:v>
                </c:pt>
                <c:pt idx="6082">
                  <c:v>7.0860000000000003</c:v>
                </c:pt>
                <c:pt idx="6083">
                  <c:v>6.5040199999999997</c:v>
                </c:pt>
                <c:pt idx="6084">
                  <c:v>5.8612000000000002</c:v>
                </c:pt>
                <c:pt idx="6085">
                  <c:v>5.1716899999999999</c:v>
                </c:pt>
                <c:pt idx="6086">
                  <c:v>4.5525200000000003</c:v>
                </c:pt>
                <c:pt idx="6087">
                  <c:v>4.4874999999999998</c:v>
                </c:pt>
                <c:pt idx="6088">
                  <c:v>4.3696299999999999</c:v>
                </c:pt>
                <c:pt idx="6089">
                  <c:v>3.9649399999999999</c:v>
                </c:pt>
                <c:pt idx="6090">
                  <c:v>4.0040899999999997</c:v>
                </c:pt>
                <c:pt idx="6091">
                  <c:v>4.0993000000000004</c:v>
                </c:pt>
                <c:pt idx="6092">
                  <c:v>4.3412300000000004</c:v>
                </c:pt>
                <c:pt idx="6093">
                  <c:v>4.5125799999999998</c:v>
                </c:pt>
                <c:pt idx="6094">
                  <c:v>4.5903799999999997</c:v>
                </c:pt>
                <c:pt idx="6095">
                  <c:v>4.7212100000000001</c:v>
                </c:pt>
                <c:pt idx="6096">
                  <c:v>4.42197</c:v>
                </c:pt>
                <c:pt idx="6097">
                  <c:v>4.2332599999999996</c:v>
                </c:pt>
                <c:pt idx="6098">
                  <c:v>4.3636299999999997</c:v>
                </c:pt>
                <c:pt idx="6099">
                  <c:v>4.2891399999999997</c:v>
                </c:pt>
                <c:pt idx="6100">
                  <c:v>4.2169499999999998</c:v>
                </c:pt>
                <c:pt idx="6101">
                  <c:v>3.9419499999999998</c:v>
                </c:pt>
                <c:pt idx="6102">
                  <c:v>4.1020599999999998</c:v>
                </c:pt>
                <c:pt idx="6103">
                  <c:v>4.1696</c:v>
                </c:pt>
                <c:pt idx="6104">
                  <c:v>4.0709</c:v>
                </c:pt>
                <c:pt idx="6105">
                  <c:v>4.05891</c:v>
                </c:pt>
                <c:pt idx="6106">
                  <c:v>3.7330899999999998</c:v>
                </c:pt>
                <c:pt idx="6107">
                  <c:v>3.6196100000000002</c:v>
                </c:pt>
                <c:pt idx="6108">
                  <c:v>3.7305199999999998</c:v>
                </c:pt>
                <c:pt idx="6109">
                  <c:v>3.8582000000000001</c:v>
                </c:pt>
                <c:pt idx="6110">
                  <c:v>4.11456</c:v>
                </c:pt>
                <c:pt idx="6111">
                  <c:v>4.4579700000000004</c:v>
                </c:pt>
                <c:pt idx="6112">
                  <c:v>4.4445600000000001</c:v>
                </c:pt>
                <c:pt idx="6113">
                  <c:v>4.47187</c:v>
                </c:pt>
                <c:pt idx="6114">
                  <c:v>4.8647799999999997</c:v>
                </c:pt>
                <c:pt idx="6115">
                  <c:v>4.6254999999999997</c:v>
                </c:pt>
                <c:pt idx="6116">
                  <c:v>4.4684299999999997</c:v>
                </c:pt>
                <c:pt idx="6117">
                  <c:v>4.4002499999999998</c:v>
                </c:pt>
                <c:pt idx="6118">
                  <c:v>4.6307900000000002</c:v>
                </c:pt>
                <c:pt idx="6119">
                  <c:v>4.7222999999999997</c:v>
                </c:pt>
                <c:pt idx="6120">
                  <c:v>4.6468100000000003</c:v>
                </c:pt>
                <c:pt idx="6121">
                  <c:v>4.8486099999999999</c:v>
                </c:pt>
                <c:pt idx="6122">
                  <c:v>5.0596500000000004</c:v>
                </c:pt>
                <c:pt idx="6123">
                  <c:v>5.00481</c:v>
                </c:pt>
                <c:pt idx="6124">
                  <c:v>4.6021400000000003</c:v>
                </c:pt>
                <c:pt idx="6125">
                  <c:v>4.2098899999999997</c:v>
                </c:pt>
                <c:pt idx="6126">
                  <c:v>4.1758100000000002</c:v>
                </c:pt>
                <c:pt idx="6127">
                  <c:v>4.1820899999999996</c:v>
                </c:pt>
                <c:pt idx="6128">
                  <c:v>4.3384600000000004</c:v>
                </c:pt>
                <c:pt idx="6129">
                  <c:v>4.3566000000000003</c:v>
                </c:pt>
                <c:pt idx="6130">
                  <c:v>4.3936799999999998</c:v>
                </c:pt>
                <c:pt idx="6131">
                  <c:v>4.2089100000000004</c:v>
                </c:pt>
                <c:pt idx="6132">
                  <c:v>4.2259000000000002</c:v>
                </c:pt>
                <c:pt idx="6133">
                  <c:v>4.0206999999999997</c:v>
                </c:pt>
                <c:pt idx="6134">
                  <c:v>3.8553199999999999</c:v>
                </c:pt>
                <c:pt idx="6135">
                  <c:v>3.7520699999999998</c:v>
                </c:pt>
                <c:pt idx="6136">
                  <c:v>3.6088300000000002</c:v>
                </c:pt>
                <c:pt idx="6137">
                  <c:v>3.7890199999999998</c:v>
                </c:pt>
                <c:pt idx="6138">
                  <c:v>3.6576</c:v>
                </c:pt>
                <c:pt idx="6139">
                  <c:v>3.4566300000000001</c:v>
                </c:pt>
                <c:pt idx="6140">
                  <c:v>3.5411199999999998</c:v>
                </c:pt>
                <c:pt idx="6141">
                  <c:v>4.1117800000000004</c:v>
                </c:pt>
                <c:pt idx="6142">
                  <c:v>4.68567</c:v>
                </c:pt>
                <c:pt idx="6143">
                  <c:v>4.75854</c:v>
                </c:pt>
                <c:pt idx="6144">
                  <c:v>4.5951599999999999</c:v>
                </c:pt>
                <c:pt idx="6145">
                  <c:v>4.50943</c:v>
                </c:pt>
                <c:pt idx="6146">
                  <c:v>4.3275800000000002</c:v>
                </c:pt>
                <c:pt idx="6147">
                  <c:v>4.4457899999999997</c:v>
                </c:pt>
                <c:pt idx="6148">
                  <c:v>4.4836900000000002</c:v>
                </c:pt>
                <c:pt idx="6149">
                  <c:v>4.5698600000000003</c:v>
                </c:pt>
                <c:pt idx="6150">
                  <c:v>4.6287599999999998</c:v>
                </c:pt>
                <c:pt idx="6151">
                  <c:v>4.8552999999999997</c:v>
                </c:pt>
                <c:pt idx="6152">
                  <c:v>4.6940900000000001</c:v>
                </c:pt>
                <c:pt idx="6153">
                  <c:v>4.5024899999999999</c:v>
                </c:pt>
                <c:pt idx="6154">
                  <c:v>4.5957499999999998</c:v>
                </c:pt>
                <c:pt idx="6155">
                  <c:v>5.0714399999999999</c:v>
                </c:pt>
                <c:pt idx="6156">
                  <c:v>6.0627199999999997</c:v>
                </c:pt>
                <c:pt idx="6157">
                  <c:v>6.8384200000000002</c:v>
                </c:pt>
                <c:pt idx="6158">
                  <c:v>7.3686400000000001</c:v>
                </c:pt>
                <c:pt idx="6159">
                  <c:v>7.65632</c:v>
                </c:pt>
                <c:pt idx="6160">
                  <c:v>7.9996799999999997</c:v>
                </c:pt>
                <c:pt idx="6161">
                  <c:v>8.4962900000000001</c:v>
                </c:pt>
                <c:pt idx="6162">
                  <c:v>8.7337799999999994</c:v>
                </c:pt>
                <c:pt idx="6163">
                  <c:v>8.5293899999999994</c:v>
                </c:pt>
                <c:pt idx="6164">
                  <c:v>8.4725099999999998</c:v>
                </c:pt>
                <c:pt idx="6165">
                  <c:v>8.30715</c:v>
                </c:pt>
                <c:pt idx="6166">
                  <c:v>8.3901299999999992</c:v>
                </c:pt>
                <c:pt idx="6167">
                  <c:v>8.1816899999999997</c:v>
                </c:pt>
                <c:pt idx="6168">
                  <c:v>7.9642099999999996</c:v>
                </c:pt>
                <c:pt idx="6169">
                  <c:v>8.2255699999999994</c:v>
                </c:pt>
                <c:pt idx="6170">
                  <c:v>8.3906600000000005</c:v>
                </c:pt>
                <c:pt idx="6171">
                  <c:v>8.1851099999999999</c:v>
                </c:pt>
                <c:pt idx="6172">
                  <c:v>7.93588</c:v>
                </c:pt>
                <c:pt idx="6173">
                  <c:v>7.65374</c:v>
                </c:pt>
                <c:pt idx="6174">
                  <c:v>7.4188799999999997</c:v>
                </c:pt>
                <c:pt idx="6175">
                  <c:v>7.7269800000000002</c:v>
                </c:pt>
                <c:pt idx="6176">
                  <c:v>8.1825600000000005</c:v>
                </c:pt>
                <c:pt idx="6177">
                  <c:v>8.3037200000000002</c:v>
                </c:pt>
                <c:pt idx="6178">
                  <c:v>8.1295500000000001</c:v>
                </c:pt>
                <c:pt idx="6179">
                  <c:v>7.8206100000000003</c:v>
                </c:pt>
                <c:pt idx="6180">
                  <c:v>7.4039299999999999</c:v>
                </c:pt>
                <c:pt idx="6181">
                  <c:v>7.3152499999999998</c:v>
                </c:pt>
                <c:pt idx="6182">
                  <c:v>7.1467400000000003</c:v>
                </c:pt>
                <c:pt idx="6183">
                  <c:v>6.8363399999999999</c:v>
                </c:pt>
                <c:pt idx="6184">
                  <c:v>6.8089199999999996</c:v>
                </c:pt>
                <c:pt idx="6185">
                  <c:v>6.6748399999999997</c:v>
                </c:pt>
                <c:pt idx="6186">
                  <c:v>6.57165</c:v>
                </c:pt>
                <c:pt idx="6187">
                  <c:v>6.4910699999999997</c:v>
                </c:pt>
                <c:pt idx="6188">
                  <c:v>6.0187499999999998</c:v>
                </c:pt>
                <c:pt idx="6189">
                  <c:v>5.4011100000000001</c:v>
                </c:pt>
                <c:pt idx="6190">
                  <c:v>4.9531700000000001</c:v>
                </c:pt>
                <c:pt idx="6191">
                  <c:v>4.7935600000000003</c:v>
                </c:pt>
                <c:pt idx="6192">
                  <c:v>4.67645</c:v>
                </c:pt>
                <c:pt idx="6193">
                  <c:v>4.6391299999999998</c:v>
                </c:pt>
                <c:pt idx="6194">
                  <c:v>4.31149</c:v>
                </c:pt>
                <c:pt idx="6195">
                  <c:v>3.8427199999999999</c:v>
                </c:pt>
                <c:pt idx="6196">
                  <c:v>3.5470799999999998</c:v>
                </c:pt>
                <c:pt idx="6197">
                  <c:v>3.6773699999999998</c:v>
                </c:pt>
                <c:pt idx="6198">
                  <c:v>3.5344899999999999</c:v>
                </c:pt>
                <c:pt idx="6199">
                  <c:v>3.34395</c:v>
                </c:pt>
                <c:pt idx="6200">
                  <c:v>3.2485300000000001</c:v>
                </c:pt>
                <c:pt idx="6201">
                  <c:v>3.4506600000000001</c:v>
                </c:pt>
                <c:pt idx="6202">
                  <c:v>3.8092700000000002</c:v>
                </c:pt>
                <c:pt idx="6203">
                  <c:v>3.9702199999999999</c:v>
                </c:pt>
                <c:pt idx="6204">
                  <c:v>4.2284800000000002</c:v>
                </c:pt>
                <c:pt idx="6205">
                  <c:v>4.7444899999999999</c:v>
                </c:pt>
                <c:pt idx="6206">
                  <c:v>4.9526000000000003</c:v>
                </c:pt>
                <c:pt idx="6207">
                  <c:v>4.9253099999999996</c:v>
                </c:pt>
                <c:pt idx="6208">
                  <c:v>4.6099600000000001</c:v>
                </c:pt>
                <c:pt idx="6209">
                  <c:v>4.11402</c:v>
                </c:pt>
                <c:pt idx="6210">
                  <c:v>3.7496299999999998</c:v>
                </c:pt>
                <c:pt idx="6211">
                  <c:v>3.95025</c:v>
                </c:pt>
                <c:pt idx="6212">
                  <c:v>4.1190899999999999</c:v>
                </c:pt>
                <c:pt idx="6213">
                  <c:v>4.0375300000000003</c:v>
                </c:pt>
                <c:pt idx="6214">
                  <c:v>4.3515699999999997</c:v>
                </c:pt>
                <c:pt idx="6215">
                  <c:v>4.6314799999999998</c:v>
                </c:pt>
                <c:pt idx="6216">
                  <c:v>4.4363799999999998</c:v>
                </c:pt>
                <c:pt idx="6217">
                  <c:v>4.34382</c:v>
                </c:pt>
                <c:pt idx="6218">
                  <c:v>4.5774499999999998</c:v>
                </c:pt>
                <c:pt idx="6219">
                  <c:v>4.7502000000000004</c:v>
                </c:pt>
                <c:pt idx="6220">
                  <c:v>4.8185099999999998</c:v>
                </c:pt>
                <c:pt idx="6221">
                  <c:v>4.55525</c:v>
                </c:pt>
                <c:pt idx="6222">
                  <c:v>4.1967299999999996</c:v>
                </c:pt>
                <c:pt idx="6223">
                  <c:v>3.9468899999999998</c:v>
                </c:pt>
                <c:pt idx="6224">
                  <c:v>3.9780000000000002</c:v>
                </c:pt>
                <c:pt idx="6225">
                  <c:v>3.9427500000000002</c:v>
                </c:pt>
                <c:pt idx="6226">
                  <c:v>3.9577499999999999</c:v>
                </c:pt>
                <c:pt idx="6227">
                  <c:v>4.19747</c:v>
                </c:pt>
                <c:pt idx="6228">
                  <c:v>4.2522900000000003</c:v>
                </c:pt>
                <c:pt idx="6229">
                  <c:v>4.2056699999999996</c:v>
                </c:pt>
                <c:pt idx="6230">
                  <c:v>4.32721</c:v>
                </c:pt>
                <c:pt idx="6231">
                  <c:v>4.6911399999999999</c:v>
                </c:pt>
                <c:pt idx="6232">
                  <c:v>4.5541200000000002</c:v>
                </c:pt>
                <c:pt idx="6233">
                  <c:v>4.1722700000000001</c:v>
                </c:pt>
                <c:pt idx="6234">
                  <c:v>3.98156</c:v>
                </c:pt>
                <c:pt idx="6235">
                  <c:v>3.7127400000000002</c:v>
                </c:pt>
                <c:pt idx="6236">
                  <c:v>3.476</c:v>
                </c:pt>
                <c:pt idx="6237">
                  <c:v>3.16113</c:v>
                </c:pt>
                <c:pt idx="6238">
                  <c:v>2.84978</c:v>
                </c:pt>
                <c:pt idx="6239">
                  <c:v>2.9487299999999999</c:v>
                </c:pt>
                <c:pt idx="6240">
                  <c:v>3.1158999999999999</c:v>
                </c:pt>
                <c:pt idx="6241">
                  <c:v>3.4331700000000001</c:v>
                </c:pt>
                <c:pt idx="6242">
                  <c:v>3.7970799999999998</c:v>
                </c:pt>
                <c:pt idx="6243">
                  <c:v>3.74797</c:v>
                </c:pt>
                <c:pt idx="6244">
                  <c:v>3.6060599999999998</c:v>
                </c:pt>
                <c:pt idx="6245">
                  <c:v>3.4358200000000001</c:v>
                </c:pt>
                <c:pt idx="6246">
                  <c:v>3.3826399999999999</c:v>
                </c:pt>
                <c:pt idx="6247">
                  <c:v>3.3891900000000001</c:v>
                </c:pt>
                <c:pt idx="6248">
                  <c:v>3.6575199999999999</c:v>
                </c:pt>
                <c:pt idx="6249">
                  <c:v>4.0209200000000003</c:v>
                </c:pt>
                <c:pt idx="6250">
                  <c:v>3.9426700000000001</c:v>
                </c:pt>
                <c:pt idx="6251">
                  <c:v>3.7090999999999998</c:v>
                </c:pt>
                <c:pt idx="6252">
                  <c:v>3.6517400000000002</c:v>
                </c:pt>
                <c:pt idx="6253">
                  <c:v>3.6943600000000001</c:v>
                </c:pt>
                <c:pt idx="6254">
                  <c:v>3.7410299999999999</c:v>
                </c:pt>
                <c:pt idx="6255">
                  <c:v>3.8262100000000001</c:v>
                </c:pt>
                <c:pt idx="6256">
                  <c:v>4.09422</c:v>
                </c:pt>
                <c:pt idx="6257">
                  <c:v>4.1398299999999999</c:v>
                </c:pt>
                <c:pt idx="6258">
                  <c:v>4.3628099999999996</c:v>
                </c:pt>
                <c:pt idx="6259">
                  <c:v>4.4706900000000003</c:v>
                </c:pt>
                <c:pt idx="6260">
                  <c:v>4.4989800000000004</c:v>
                </c:pt>
                <c:pt idx="6261">
                  <c:v>4.6584599999999998</c:v>
                </c:pt>
                <c:pt idx="6262">
                  <c:v>4.9954400000000003</c:v>
                </c:pt>
                <c:pt idx="6263">
                  <c:v>5.1634700000000002</c:v>
                </c:pt>
                <c:pt idx="6264">
                  <c:v>5.0791500000000003</c:v>
                </c:pt>
                <c:pt idx="6265">
                  <c:v>5.4276099999999996</c:v>
                </c:pt>
                <c:pt idx="6266">
                  <c:v>5.8735799999999996</c:v>
                </c:pt>
                <c:pt idx="6267">
                  <c:v>6.4352999999999998</c:v>
                </c:pt>
                <c:pt idx="6268">
                  <c:v>6.87317</c:v>
                </c:pt>
                <c:pt idx="6269">
                  <c:v>7.3902999999999999</c:v>
                </c:pt>
                <c:pt idx="6270">
                  <c:v>7.5721299999999996</c:v>
                </c:pt>
                <c:pt idx="6271">
                  <c:v>7.47675</c:v>
                </c:pt>
                <c:pt idx="6272">
                  <c:v>7.2207699999999999</c:v>
                </c:pt>
                <c:pt idx="6273">
                  <c:v>6.84124</c:v>
                </c:pt>
                <c:pt idx="6274">
                  <c:v>6.6369899999999999</c:v>
                </c:pt>
                <c:pt idx="6275">
                  <c:v>6.1734400000000003</c:v>
                </c:pt>
                <c:pt idx="6276">
                  <c:v>5.5382800000000003</c:v>
                </c:pt>
                <c:pt idx="6277">
                  <c:v>5.07592</c:v>
                </c:pt>
                <c:pt idx="6278">
                  <c:v>4.6435399999999998</c:v>
                </c:pt>
                <c:pt idx="6279">
                  <c:v>4.5151899999999996</c:v>
                </c:pt>
                <c:pt idx="6280">
                  <c:v>4.4732399999999997</c:v>
                </c:pt>
                <c:pt idx="6281">
                  <c:v>4.6601699999999999</c:v>
                </c:pt>
                <c:pt idx="6282">
                  <c:v>4.9211999999999998</c:v>
                </c:pt>
                <c:pt idx="6283">
                  <c:v>5.0210299999999997</c:v>
                </c:pt>
                <c:pt idx="6284">
                  <c:v>5.0063500000000003</c:v>
                </c:pt>
                <c:pt idx="6285">
                  <c:v>5.0903400000000003</c:v>
                </c:pt>
                <c:pt idx="6286">
                  <c:v>5.0290400000000002</c:v>
                </c:pt>
                <c:pt idx="6287">
                  <c:v>5.0676100000000002</c:v>
                </c:pt>
                <c:pt idx="6288">
                  <c:v>5.3879299999999999</c:v>
                </c:pt>
                <c:pt idx="6289">
                  <c:v>5.4571399999999999</c:v>
                </c:pt>
                <c:pt idx="6290">
                  <c:v>5.3962399999999997</c:v>
                </c:pt>
                <c:pt idx="6291">
                  <c:v>5.2508499999999998</c:v>
                </c:pt>
                <c:pt idx="6292">
                  <c:v>5.1354600000000001</c:v>
                </c:pt>
                <c:pt idx="6293">
                  <c:v>4.79575</c:v>
                </c:pt>
                <c:pt idx="6294">
                  <c:v>4.4468500000000004</c:v>
                </c:pt>
                <c:pt idx="6295">
                  <c:v>4.3089399999999998</c:v>
                </c:pt>
                <c:pt idx="6296">
                  <c:v>4.3767500000000004</c:v>
                </c:pt>
                <c:pt idx="6297">
                  <c:v>4.3127399999999998</c:v>
                </c:pt>
                <c:pt idx="6298">
                  <c:v>4.0626600000000002</c:v>
                </c:pt>
                <c:pt idx="6299">
                  <c:v>4.0125099999999998</c:v>
                </c:pt>
                <c:pt idx="6300">
                  <c:v>4.2750300000000001</c:v>
                </c:pt>
                <c:pt idx="6301">
                  <c:v>4.9242699999999999</c:v>
                </c:pt>
                <c:pt idx="6302">
                  <c:v>5.3558300000000001</c:v>
                </c:pt>
                <c:pt idx="6303">
                  <c:v>5.4709300000000001</c:v>
                </c:pt>
                <c:pt idx="6304">
                  <c:v>5.5381299999999998</c:v>
                </c:pt>
                <c:pt idx="6305">
                  <c:v>5.5258000000000003</c:v>
                </c:pt>
                <c:pt idx="6306">
                  <c:v>5.5657300000000003</c:v>
                </c:pt>
                <c:pt idx="6307">
                  <c:v>5.4934500000000002</c:v>
                </c:pt>
                <c:pt idx="6308">
                  <c:v>5.1694100000000001</c:v>
                </c:pt>
                <c:pt idx="6309">
                  <c:v>5.0130499999999998</c:v>
                </c:pt>
                <c:pt idx="6310">
                  <c:v>5.14717</c:v>
                </c:pt>
                <c:pt idx="6311">
                  <c:v>4.8540700000000001</c:v>
                </c:pt>
                <c:pt idx="6312">
                  <c:v>4.34659</c:v>
                </c:pt>
                <c:pt idx="6313">
                  <c:v>4.2117899999999997</c:v>
                </c:pt>
                <c:pt idx="6314">
                  <c:v>4.3736499999999996</c:v>
                </c:pt>
                <c:pt idx="6315">
                  <c:v>4.5001300000000004</c:v>
                </c:pt>
                <c:pt idx="6316">
                  <c:v>4.5377400000000003</c:v>
                </c:pt>
                <c:pt idx="6317">
                  <c:v>4.7287299999999997</c:v>
                </c:pt>
                <c:pt idx="6318">
                  <c:v>4.9533899999999997</c:v>
                </c:pt>
                <c:pt idx="6319">
                  <c:v>5.0154300000000003</c:v>
                </c:pt>
                <c:pt idx="6320">
                  <c:v>4.8763800000000002</c:v>
                </c:pt>
                <c:pt idx="6321">
                  <c:v>4.8041700000000001</c:v>
                </c:pt>
                <c:pt idx="6322">
                  <c:v>4.9937399999999998</c:v>
                </c:pt>
                <c:pt idx="6323">
                  <c:v>4.8079999999999998</c:v>
                </c:pt>
                <c:pt idx="6324">
                  <c:v>4.2174100000000001</c:v>
                </c:pt>
                <c:pt idx="6325">
                  <c:v>4.0431100000000004</c:v>
                </c:pt>
                <c:pt idx="6326">
                  <c:v>4.1111500000000003</c:v>
                </c:pt>
                <c:pt idx="6327">
                  <c:v>3.9626700000000001</c:v>
                </c:pt>
                <c:pt idx="6328">
                  <c:v>3.7656800000000001</c:v>
                </c:pt>
                <c:pt idx="6329">
                  <c:v>3.5767099999999998</c:v>
                </c:pt>
                <c:pt idx="6330">
                  <c:v>3.4781</c:v>
                </c:pt>
                <c:pt idx="6331">
                  <c:v>3.91621</c:v>
                </c:pt>
                <c:pt idx="6332">
                  <c:v>4.1800600000000001</c:v>
                </c:pt>
                <c:pt idx="6333">
                  <c:v>4.2083199999999996</c:v>
                </c:pt>
                <c:pt idx="6334">
                  <c:v>4.1340599999999998</c:v>
                </c:pt>
                <c:pt idx="6335">
                  <c:v>4.0469200000000001</c:v>
                </c:pt>
                <c:pt idx="6336">
                  <c:v>4.1796199999999999</c:v>
                </c:pt>
                <c:pt idx="6337">
                  <c:v>4.3258799999999997</c:v>
                </c:pt>
                <c:pt idx="6338">
                  <c:v>4.0142800000000003</c:v>
                </c:pt>
                <c:pt idx="6339">
                  <c:v>3.5944699999999998</c:v>
                </c:pt>
                <c:pt idx="6340">
                  <c:v>3.5369700000000002</c:v>
                </c:pt>
                <c:pt idx="6341">
                  <c:v>3.4012699999999998</c:v>
                </c:pt>
                <c:pt idx="6342">
                  <c:v>3.5200900000000002</c:v>
                </c:pt>
                <c:pt idx="6343">
                  <c:v>3.9033699999999998</c:v>
                </c:pt>
                <c:pt idx="6344">
                  <c:v>3.9901399999999998</c:v>
                </c:pt>
                <c:pt idx="6345">
                  <c:v>3.9285199999999998</c:v>
                </c:pt>
                <c:pt idx="6346">
                  <c:v>3.9212899999999999</c:v>
                </c:pt>
                <c:pt idx="6347">
                  <c:v>3.7629800000000002</c:v>
                </c:pt>
                <c:pt idx="6348">
                  <c:v>3.4932699999999999</c:v>
                </c:pt>
                <c:pt idx="6349">
                  <c:v>3.3429500000000001</c:v>
                </c:pt>
                <c:pt idx="6350">
                  <c:v>3.1866099999999999</c:v>
                </c:pt>
                <c:pt idx="6351">
                  <c:v>3.2264499999999998</c:v>
                </c:pt>
                <c:pt idx="6352">
                  <c:v>3.2736100000000001</c:v>
                </c:pt>
                <c:pt idx="6353">
                  <c:v>2.8441399999999999</c:v>
                </c:pt>
                <c:pt idx="6354">
                  <c:v>2.6899799999999998</c:v>
                </c:pt>
                <c:pt idx="6355">
                  <c:v>2.9905300000000001</c:v>
                </c:pt>
                <c:pt idx="6356">
                  <c:v>3.2907199999999999</c:v>
                </c:pt>
                <c:pt idx="6357">
                  <c:v>3.2327900000000001</c:v>
                </c:pt>
                <c:pt idx="6358">
                  <c:v>3.081</c:v>
                </c:pt>
                <c:pt idx="6359">
                  <c:v>3.2705799999999998</c:v>
                </c:pt>
                <c:pt idx="6360">
                  <c:v>3.7553100000000001</c:v>
                </c:pt>
                <c:pt idx="6361">
                  <c:v>3.9307300000000001</c:v>
                </c:pt>
                <c:pt idx="6362">
                  <c:v>4.0137600000000004</c:v>
                </c:pt>
                <c:pt idx="6363">
                  <c:v>4.1794200000000004</c:v>
                </c:pt>
                <c:pt idx="6364">
                  <c:v>3.86652</c:v>
                </c:pt>
                <c:pt idx="6365">
                  <c:v>3.6810999999999998</c:v>
                </c:pt>
                <c:pt idx="6366">
                  <c:v>3.8422100000000001</c:v>
                </c:pt>
                <c:pt idx="6367">
                  <c:v>4.0058699999999998</c:v>
                </c:pt>
                <c:pt idx="6368">
                  <c:v>4.4012200000000004</c:v>
                </c:pt>
                <c:pt idx="6369">
                  <c:v>4.6986699999999999</c:v>
                </c:pt>
                <c:pt idx="6370">
                  <c:v>4.8449099999999996</c:v>
                </c:pt>
                <c:pt idx="6371">
                  <c:v>4.7707800000000002</c:v>
                </c:pt>
                <c:pt idx="6372">
                  <c:v>4.5184300000000004</c:v>
                </c:pt>
                <c:pt idx="6373">
                  <c:v>4.33277</c:v>
                </c:pt>
                <c:pt idx="6374">
                  <c:v>4.44252</c:v>
                </c:pt>
                <c:pt idx="6375">
                  <c:v>4.51213</c:v>
                </c:pt>
                <c:pt idx="6376">
                  <c:v>4.9004899999999996</c:v>
                </c:pt>
                <c:pt idx="6377">
                  <c:v>5.4350699999999996</c:v>
                </c:pt>
                <c:pt idx="6378">
                  <c:v>5.8399900000000002</c:v>
                </c:pt>
                <c:pt idx="6379">
                  <c:v>6.1248300000000002</c:v>
                </c:pt>
                <c:pt idx="6380">
                  <c:v>6.7553900000000002</c:v>
                </c:pt>
                <c:pt idx="6381">
                  <c:v>7.80471</c:v>
                </c:pt>
                <c:pt idx="6382">
                  <c:v>8.7366399999999995</c:v>
                </c:pt>
                <c:pt idx="6383">
                  <c:v>8.9017900000000001</c:v>
                </c:pt>
                <c:pt idx="6384">
                  <c:v>8.65991</c:v>
                </c:pt>
                <c:pt idx="6385">
                  <c:v>8.2314699999999998</c:v>
                </c:pt>
                <c:pt idx="6386">
                  <c:v>7.9546299999999999</c:v>
                </c:pt>
                <c:pt idx="6387">
                  <c:v>8.0603200000000008</c:v>
                </c:pt>
                <c:pt idx="6388">
                  <c:v>8.4313699999999994</c:v>
                </c:pt>
                <c:pt idx="6389">
                  <c:v>8.6689100000000003</c:v>
                </c:pt>
                <c:pt idx="6390">
                  <c:v>8.7135499999999997</c:v>
                </c:pt>
                <c:pt idx="6391">
                  <c:v>8.2317199999999993</c:v>
                </c:pt>
                <c:pt idx="6392">
                  <c:v>7.2829600000000001</c:v>
                </c:pt>
                <c:pt idx="6393">
                  <c:v>6.3870800000000001</c:v>
                </c:pt>
                <c:pt idx="6394">
                  <c:v>5.6571699999999998</c:v>
                </c:pt>
                <c:pt idx="6395">
                  <c:v>5.1659499999999996</c:v>
                </c:pt>
                <c:pt idx="6396">
                  <c:v>4.6950099999999999</c:v>
                </c:pt>
                <c:pt idx="6397">
                  <c:v>4.2877999999999998</c:v>
                </c:pt>
                <c:pt idx="6398">
                  <c:v>4.2056199999999997</c:v>
                </c:pt>
                <c:pt idx="6399">
                  <c:v>4.1226799999999999</c:v>
                </c:pt>
                <c:pt idx="6400">
                  <c:v>4.2049300000000001</c:v>
                </c:pt>
                <c:pt idx="6401">
                  <c:v>4.0274999999999999</c:v>
                </c:pt>
                <c:pt idx="6402">
                  <c:v>3.8414199999999998</c:v>
                </c:pt>
                <c:pt idx="6403">
                  <c:v>3.87574</c:v>
                </c:pt>
                <c:pt idx="6404">
                  <c:v>3.7024900000000001</c:v>
                </c:pt>
                <c:pt idx="6405">
                  <c:v>3.63151</c:v>
                </c:pt>
                <c:pt idx="6406">
                  <c:v>3.6322999999999999</c:v>
                </c:pt>
                <c:pt idx="6407">
                  <c:v>3.4765000000000001</c:v>
                </c:pt>
                <c:pt idx="6408">
                  <c:v>3.0506700000000002</c:v>
                </c:pt>
                <c:pt idx="6409">
                  <c:v>2.9727299999999999</c:v>
                </c:pt>
                <c:pt idx="6410">
                  <c:v>3.0637599999999998</c:v>
                </c:pt>
                <c:pt idx="6411">
                  <c:v>2.9928699999999999</c:v>
                </c:pt>
                <c:pt idx="6412">
                  <c:v>2.96394</c:v>
                </c:pt>
                <c:pt idx="6413">
                  <c:v>3.3758300000000001</c:v>
                </c:pt>
                <c:pt idx="6414">
                  <c:v>3.7943799999999999</c:v>
                </c:pt>
                <c:pt idx="6415">
                  <c:v>3.75942</c:v>
                </c:pt>
                <c:pt idx="6416">
                  <c:v>3.6762899999999998</c:v>
                </c:pt>
                <c:pt idx="6417">
                  <c:v>3.7568800000000002</c:v>
                </c:pt>
                <c:pt idx="6418">
                  <c:v>3.85364</c:v>
                </c:pt>
                <c:pt idx="6419">
                  <c:v>4.1196900000000003</c:v>
                </c:pt>
                <c:pt idx="6420">
                  <c:v>4.2835999999999999</c:v>
                </c:pt>
                <c:pt idx="6421">
                  <c:v>4.6395</c:v>
                </c:pt>
                <c:pt idx="6422">
                  <c:v>4.8753799999999998</c:v>
                </c:pt>
                <c:pt idx="6423">
                  <c:v>4.7061999999999999</c:v>
                </c:pt>
                <c:pt idx="6424">
                  <c:v>4.11191</c:v>
                </c:pt>
                <c:pt idx="6425">
                  <c:v>3.4495499999999999</c:v>
                </c:pt>
                <c:pt idx="6426">
                  <c:v>3.3978899999999999</c:v>
                </c:pt>
                <c:pt idx="6427">
                  <c:v>3.78166</c:v>
                </c:pt>
                <c:pt idx="6428">
                  <c:v>3.7188599999999998</c:v>
                </c:pt>
                <c:pt idx="6429">
                  <c:v>3.2214700000000001</c:v>
                </c:pt>
                <c:pt idx="6430">
                  <c:v>2.6215700000000002</c:v>
                </c:pt>
                <c:pt idx="6431">
                  <c:v>2.4939499999999999</c:v>
                </c:pt>
                <c:pt idx="6432">
                  <c:v>2.5289299999999999</c:v>
                </c:pt>
                <c:pt idx="6433">
                  <c:v>2.50101</c:v>
                </c:pt>
                <c:pt idx="6434">
                  <c:v>2.7110500000000002</c:v>
                </c:pt>
                <c:pt idx="6435">
                  <c:v>2.9876200000000002</c:v>
                </c:pt>
                <c:pt idx="6436">
                  <c:v>3.2577400000000001</c:v>
                </c:pt>
                <c:pt idx="6437">
                  <c:v>3.3489</c:v>
                </c:pt>
                <c:pt idx="6438">
                  <c:v>3.5315799999999999</c:v>
                </c:pt>
                <c:pt idx="6439">
                  <c:v>3.83657</c:v>
                </c:pt>
                <c:pt idx="6440">
                  <c:v>3.9214799999999999</c:v>
                </c:pt>
                <c:pt idx="6441">
                  <c:v>3.66194</c:v>
                </c:pt>
                <c:pt idx="6442">
                  <c:v>3.8738800000000002</c:v>
                </c:pt>
                <c:pt idx="6443">
                  <c:v>4.3293200000000001</c:v>
                </c:pt>
                <c:pt idx="6444">
                  <c:v>4.4380699999999997</c:v>
                </c:pt>
                <c:pt idx="6445">
                  <c:v>4.2563300000000002</c:v>
                </c:pt>
                <c:pt idx="6446">
                  <c:v>4.0237800000000004</c:v>
                </c:pt>
                <c:pt idx="6447">
                  <c:v>4.1503399999999999</c:v>
                </c:pt>
                <c:pt idx="6448">
                  <c:v>4.38279</c:v>
                </c:pt>
                <c:pt idx="6449">
                  <c:v>4.2545700000000002</c:v>
                </c:pt>
                <c:pt idx="6450">
                  <c:v>3.8609300000000002</c:v>
                </c:pt>
                <c:pt idx="6451">
                  <c:v>3.45553</c:v>
                </c:pt>
                <c:pt idx="6452">
                  <c:v>3.6315200000000001</c:v>
                </c:pt>
                <c:pt idx="6453">
                  <c:v>4.2253400000000001</c:v>
                </c:pt>
                <c:pt idx="6454">
                  <c:v>4.3418099999999997</c:v>
                </c:pt>
                <c:pt idx="6455">
                  <c:v>4.4078999999999997</c:v>
                </c:pt>
                <c:pt idx="6456">
                  <c:v>4.4027500000000002</c:v>
                </c:pt>
                <c:pt idx="6457">
                  <c:v>4.3182999999999998</c:v>
                </c:pt>
                <c:pt idx="6458">
                  <c:v>4.5379500000000004</c:v>
                </c:pt>
                <c:pt idx="6459">
                  <c:v>4.6612200000000001</c:v>
                </c:pt>
                <c:pt idx="6460">
                  <c:v>4.5854400000000002</c:v>
                </c:pt>
                <c:pt idx="6461">
                  <c:v>4.6791499999999999</c:v>
                </c:pt>
                <c:pt idx="6462">
                  <c:v>4.8239099999999997</c:v>
                </c:pt>
                <c:pt idx="6463">
                  <c:v>5.1743199999999998</c:v>
                </c:pt>
                <c:pt idx="6464">
                  <c:v>4.9165900000000002</c:v>
                </c:pt>
                <c:pt idx="6465">
                  <c:v>4.3599199999999998</c:v>
                </c:pt>
                <c:pt idx="6466">
                  <c:v>4.2082199999999998</c:v>
                </c:pt>
                <c:pt idx="6467">
                  <c:v>3.95838</c:v>
                </c:pt>
                <c:pt idx="6468">
                  <c:v>3.8372299999999999</c:v>
                </c:pt>
                <c:pt idx="6469">
                  <c:v>3.9050699999999998</c:v>
                </c:pt>
                <c:pt idx="6470">
                  <c:v>3.88889</c:v>
                </c:pt>
                <c:pt idx="6471">
                  <c:v>3.6513100000000001</c:v>
                </c:pt>
                <c:pt idx="6472">
                  <c:v>3.7222599999999999</c:v>
                </c:pt>
                <c:pt idx="6473">
                  <c:v>3.6581700000000001</c:v>
                </c:pt>
                <c:pt idx="6474">
                  <c:v>3.1804700000000001</c:v>
                </c:pt>
                <c:pt idx="6475">
                  <c:v>2.9227699999999999</c:v>
                </c:pt>
                <c:pt idx="6476">
                  <c:v>2.6277300000000001</c:v>
                </c:pt>
                <c:pt idx="6477">
                  <c:v>2.5189499999999998</c:v>
                </c:pt>
                <c:pt idx="6478">
                  <c:v>2.5402200000000001</c:v>
                </c:pt>
                <c:pt idx="6479">
                  <c:v>2.71828</c:v>
                </c:pt>
                <c:pt idx="6480">
                  <c:v>2.9458799999999998</c:v>
                </c:pt>
                <c:pt idx="6481">
                  <c:v>3.00773</c:v>
                </c:pt>
                <c:pt idx="6482">
                  <c:v>3.01328</c:v>
                </c:pt>
                <c:pt idx="6483">
                  <c:v>3.31792</c:v>
                </c:pt>
                <c:pt idx="6484">
                  <c:v>3.4439899999999999</c:v>
                </c:pt>
                <c:pt idx="6485">
                  <c:v>3.5254300000000001</c:v>
                </c:pt>
                <c:pt idx="6486">
                  <c:v>3.6254900000000001</c:v>
                </c:pt>
                <c:pt idx="6487">
                  <c:v>3.38123</c:v>
                </c:pt>
                <c:pt idx="6488">
                  <c:v>3.0448</c:v>
                </c:pt>
                <c:pt idx="6489">
                  <c:v>2.6614300000000002</c:v>
                </c:pt>
                <c:pt idx="6490">
                  <c:v>2.4066100000000001</c:v>
                </c:pt>
                <c:pt idx="6491">
                  <c:v>2.2733500000000002</c:v>
                </c:pt>
                <c:pt idx="6492">
                  <c:v>2.38028</c:v>
                </c:pt>
                <c:pt idx="6493">
                  <c:v>2.7073900000000002</c:v>
                </c:pt>
                <c:pt idx="6494">
                  <c:v>2.8835500000000001</c:v>
                </c:pt>
                <c:pt idx="6495">
                  <c:v>3.0072999999999999</c:v>
                </c:pt>
                <c:pt idx="6496">
                  <c:v>3.24986</c:v>
                </c:pt>
                <c:pt idx="6497">
                  <c:v>3.4902099999999998</c:v>
                </c:pt>
                <c:pt idx="6498">
                  <c:v>3.6406999999999998</c:v>
                </c:pt>
                <c:pt idx="6499">
                  <c:v>3.7236199999999999</c:v>
                </c:pt>
                <c:pt idx="6500">
                  <c:v>3.7602099999999998</c:v>
                </c:pt>
                <c:pt idx="6501">
                  <c:v>3.69278</c:v>
                </c:pt>
                <c:pt idx="6502">
                  <c:v>3.4333999999999998</c:v>
                </c:pt>
                <c:pt idx="6503">
                  <c:v>3.0131000000000001</c:v>
                </c:pt>
                <c:pt idx="6504">
                  <c:v>2.8078799999999999</c:v>
                </c:pt>
                <c:pt idx="6505">
                  <c:v>2.9611800000000001</c:v>
                </c:pt>
                <c:pt idx="6506">
                  <c:v>3.30776</c:v>
                </c:pt>
                <c:pt idx="6507">
                  <c:v>3.3224300000000002</c:v>
                </c:pt>
                <c:pt idx="6508">
                  <c:v>3.3332299999999999</c:v>
                </c:pt>
                <c:pt idx="6509">
                  <c:v>3.7641800000000001</c:v>
                </c:pt>
                <c:pt idx="6510">
                  <c:v>3.9638</c:v>
                </c:pt>
                <c:pt idx="6511">
                  <c:v>3.75806</c:v>
                </c:pt>
                <c:pt idx="6512">
                  <c:v>3.6399900000000001</c:v>
                </c:pt>
                <c:pt idx="6513">
                  <c:v>3.5481500000000001</c:v>
                </c:pt>
                <c:pt idx="6514">
                  <c:v>3.51553</c:v>
                </c:pt>
                <c:pt idx="6515">
                  <c:v>3.5280300000000002</c:v>
                </c:pt>
                <c:pt idx="6516">
                  <c:v>3.5913499999999998</c:v>
                </c:pt>
                <c:pt idx="6517">
                  <c:v>3.7258599999999999</c:v>
                </c:pt>
                <c:pt idx="6518">
                  <c:v>3.9640399999999998</c:v>
                </c:pt>
                <c:pt idx="6519">
                  <c:v>4.0890500000000003</c:v>
                </c:pt>
                <c:pt idx="6520">
                  <c:v>4.5252699999999999</c:v>
                </c:pt>
                <c:pt idx="6521">
                  <c:v>4.7971599999999999</c:v>
                </c:pt>
                <c:pt idx="6522">
                  <c:v>5.2934700000000001</c:v>
                </c:pt>
                <c:pt idx="6523">
                  <c:v>6.0475500000000002</c:v>
                </c:pt>
                <c:pt idx="6524">
                  <c:v>6.9489000000000001</c:v>
                </c:pt>
                <c:pt idx="6525">
                  <c:v>7.6937199999999999</c:v>
                </c:pt>
                <c:pt idx="6526">
                  <c:v>8.0612100000000009</c:v>
                </c:pt>
                <c:pt idx="6527">
                  <c:v>8.3872099999999996</c:v>
                </c:pt>
                <c:pt idx="6528">
                  <c:v>8.3611199999999997</c:v>
                </c:pt>
                <c:pt idx="6529">
                  <c:v>8.1673600000000004</c:v>
                </c:pt>
                <c:pt idx="6530">
                  <c:v>7.8845799999999997</c:v>
                </c:pt>
                <c:pt idx="6531">
                  <c:v>7.9478999999999997</c:v>
                </c:pt>
                <c:pt idx="6532">
                  <c:v>8.2240900000000003</c:v>
                </c:pt>
                <c:pt idx="6533">
                  <c:v>8.1889800000000008</c:v>
                </c:pt>
                <c:pt idx="6534">
                  <c:v>8.0384799999999998</c:v>
                </c:pt>
                <c:pt idx="6535">
                  <c:v>7.7049700000000003</c:v>
                </c:pt>
                <c:pt idx="6536">
                  <c:v>7.11097</c:v>
                </c:pt>
                <c:pt idx="6537">
                  <c:v>6.5469799999999996</c:v>
                </c:pt>
                <c:pt idx="6538">
                  <c:v>5.5768700000000004</c:v>
                </c:pt>
                <c:pt idx="6539">
                  <c:v>4.8023999999999996</c:v>
                </c:pt>
                <c:pt idx="6540">
                  <c:v>4.2376800000000001</c:v>
                </c:pt>
                <c:pt idx="6541">
                  <c:v>3.60798</c:v>
                </c:pt>
                <c:pt idx="6542">
                  <c:v>3.7826</c:v>
                </c:pt>
                <c:pt idx="6543">
                  <c:v>4.0048700000000004</c:v>
                </c:pt>
                <c:pt idx="6544">
                  <c:v>3.7841</c:v>
                </c:pt>
                <c:pt idx="6545">
                  <c:v>3.7519300000000002</c:v>
                </c:pt>
                <c:pt idx="6546">
                  <c:v>3.9412199999999999</c:v>
                </c:pt>
                <c:pt idx="6547">
                  <c:v>3.8329300000000002</c:v>
                </c:pt>
                <c:pt idx="6548">
                  <c:v>3.5514199999999998</c:v>
                </c:pt>
                <c:pt idx="6549">
                  <c:v>3.6888299999999998</c:v>
                </c:pt>
                <c:pt idx="6550">
                  <c:v>3.7610899999999998</c:v>
                </c:pt>
                <c:pt idx="6551">
                  <c:v>3.7733300000000001</c:v>
                </c:pt>
                <c:pt idx="6552">
                  <c:v>3.8586200000000002</c:v>
                </c:pt>
                <c:pt idx="6553">
                  <c:v>4.1996799999999999</c:v>
                </c:pt>
                <c:pt idx="6554">
                  <c:v>4.4681800000000003</c:v>
                </c:pt>
                <c:pt idx="6555">
                  <c:v>4.47729</c:v>
                </c:pt>
                <c:pt idx="6556">
                  <c:v>4.7797000000000001</c:v>
                </c:pt>
                <c:pt idx="6557">
                  <c:v>4.9187500000000002</c:v>
                </c:pt>
                <c:pt idx="6558">
                  <c:v>4.5113200000000004</c:v>
                </c:pt>
                <c:pt idx="6559">
                  <c:v>4.1007999999999996</c:v>
                </c:pt>
                <c:pt idx="6560">
                  <c:v>3.9462899999999999</c:v>
                </c:pt>
                <c:pt idx="6561">
                  <c:v>3.6758000000000002</c:v>
                </c:pt>
                <c:pt idx="6562">
                  <c:v>3.3664900000000002</c:v>
                </c:pt>
                <c:pt idx="6563">
                  <c:v>3.2621500000000001</c:v>
                </c:pt>
                <c:pt idx="6564">
                  <c:v>3.2859699999999998</c:v>
                </c:pt>
                <c:pt idx="6565">
                  <c:v>3.24966</c:v>
                </c:pt>
                <c:pt idx="6566">
                  <c:v>3.0508299999999999</c:v>
                </c:pt>
                <c:pt idx="6567">
                  <c:v>3.2990400000000002</c:v>
                </c:pt>
                <c:pt idx="6568">
                  <c:v>3.77989</c:v>
                </c:pt>
                <c:pt idx="6569">
                  <c:v>3.80857</c:v>
                </c:pt>
                <c:pt idx="6570">
                  <c:v>3.7494399999999999</c:v>
                </c:pt>
                <c:pt idx="6571">
                  <c:v>3.8085599999999999</c:v>
                </c:pt>
                <c:pt idx="6572">
                  <c:v>4.0257199999999997</c:v>
                </c:pt>
                <c:pt idx="6573">
                  <c:v>4.0102500000000001</c:v>
                </c:pt>
                <c:pt idx="6574">
                  <c:v>3.8173499999999998</c:v>
                </c:pt>
                <c:pt idx="6575">
                  <c:v>3.6540400000000002</c:v>
                </c:pt>
                <c:pt idx="6576">
                  <c:v>3.40937</c:v>
                </c:pt>
                <c:pt idx="6577">
                  <c:v>3.1705299999999998</c:v>
                </c:pt>
                <c:pt idx="6578">
                  <c:v>2.91662</c:v>
                </c:pt>
                <c:pt idx="6579">
                  <c:v>3.0250699999999999</c:v>
                </c:pt>
                <c:pt idx="6580">
                  <c:v>3.28186</c:v>
                </c:pt>
                <c:pt idx="6581">
                  <c:v>3.7033900000000002</c:v>
                </c:pt>
                <c:pt idx="6582">
                  <c:v>3.7494900000000002</c:v>
                </c:pt>
                <c:pt idx="6583">
                  <c:v>3.6355900000000001</c:v>
                </c:pt>
                <c:pt idx="6584">
                  <c:v>3.3170500000000001</c:v>
                </c:pt>
                <c:pt idx="6585">
                  <c:v>3.28226</c:v>
                </c:pt>
                <c:pt idx="6586">
                  <c:v>3.66466</c:v>
                </c:pt>
                <c:pt idx="6587">
                  <c:v>3.94502</c:v>
                </c:pt>
                <c:pt idx="6588">
                  <c:v>4.1011199999999999</c:v>
                </c:pt>
                <c:pt idx="6589">
                  <c:v>4.3423999999999996</c:v>
                </c:pt>
                <c:pt idx="6590">
                  <c:v>4.3091999999999997</c:v>
                </c:pt>
                <c:pt idx="6591">
                  <c:v>3.9930599999999998</c:v>
                </c:pt>
                <c:pt idx="6592">
                  <c:v>4.1264700000000003</c:v>
                </c:pt>
                <c:pt idx="6593">
                  <c:v>4.4754699999999996</c:v>
                </c:pt>
                <c:pt idx="6594">
                  <c:v>4.7419700000000002</c:v>
                </c:pt>
                <c:pt idx="6595">
                  <c:v>4.8637199999999998</c:v>
                </c:pt>
                <c:pt idx="6596">
                  <c:v>4.7619499999999997</c:v>
                </c:pt>
                <c:pt idx="6597">
                  <c:v>4.6911500000000004</c:v>
                </c:pt>
                <c:pt idx="6598">
                  <c:v>4.7497299999999996</c:v>
                </c:pt>
                <c:pt idx="6599">
                  <c:v>4.9159300000000004</c:v>
                </c:pt>
                <c:pt idx="6600">
                  <c:v>4.9984700000000002</c:v>
                </c:pt>
                <c:pt idx="6601">
                  <c:v>4.9145000000000003</c:v>
                </c:pt>
                <c:pt idx="6602">
                  <c:v>4.6177099999999998</c:v>
                </c:pt>
                <c:pt idx="6603">
                  <c:v>4.1970299999999998</c:v>
                </c:pt>
                <c:pt idx="6604">
                  <c:v>3.8132799999999998</c:v>
                </c:pt>
                <c:pt idx="6605">
                  <c:v>3.6017999999999999</c:v>
                </c:pt>
                <c:pt idx="6606">
                  <c:v>3.7546599999999999</c:v>
                </c:pt>
                <c:pt idx="6607">
                  <c:v>3.7849499999999998</c:v>
                </c:pt>
                <c:pt idx="6608">
                  <c:v>3.8438599999999998</c:v>
                </c:pt>
                <c:pt idx="6609">
                  <c:v>4.0380900000000004</c:v>
                </c:pt>
                <c:pt idx="6610">
                  <c:v>3.8510800000000001</c:v>
                </c:pt>
                <c:pt idx="6611">
                  <c:v>3.4885000000000002</c:v>
                </c:pt>
                <c:pt idx="6612">
                  <c:v>3.50068</c:v>
                </c:pt>
                <c:pt idx="6613">
                  <c:v>3.9121899999999998</c:v>
                </c:pt>
                <c:pt idx="6614">
                  <c:v>3.71231</c:v>
                </c:pt>
                <c:pt idx="6615">
                  <c:v>3.3627799999999999</c:v>
                </c:pt>
                <c:pt idx="6616">
                  <c:v>3.3247300000000002</c:v>
                </c:pt>
                <c:pt idx="6617">
                  <c:v>3.42781</c:v>
                </c:pt>
                <c:pt idx="6618">
                  <c:v>3.5510899999999999</c:v>
                </c:pt>
                <c:pt idx="6619">
                  <c:v>3.7212399999999999</c:v>
                </c:pt>
                <c:pt idx="6620">
                  <c:v>3.8212199999999998</c:v>
                </c:pt>
                <c:pt idx="6621">
                  <c:v>3.7555200000000002</c:v>
                </c:pt>
                <c:pt idx="6622">
                  <c:v>3.8028400000000002</c:v>
                </c:pt>
                <c:pt idx="6623">
                  <c:v>3.5303300000000002</c:v>
                </c:pt>
                <c:pt idx="6624">
                  <c:v>3.3165800000000001</c:v>
                </c:pt>
                <c:pt idx="6625">
                  <c:v>3.24532</c:v>
                </c:pt>
                <c:pt idx="6626">
                  <c:v>3.1235300000000001</c:v>
                </c:pt>
                <c:pt idx="6627">
                  <c:v>3.3257400000000001</c:v>
                </c:pt>
                <c:pt idx="6628">
                  <c:v>3.72316</c:v>
                </c:pt>
                <c:pt idx="6629">
                  <c:v>3.83352</c:v>
                </c:pt>
                <c:pt idx="6630">
                  <c:v>3.5536300000000001</c:v>
                </c:pt>
                <c:pt idx="6631">
                  <c:v>3.2828200000000001</c:v>
                </c:pt>
                <c:pt idx="6632">
                  <c:v>3.1751900000000002</c:v>
                </c:pt>
                <c:pt idx="6633">
                  <c:v>3.2587799999999998</c:v>
                </c:pt>
                <c:pt idx="6634">
                  <c:v>3.5760000000000001</c:v>
                </c:pt>
                <c:pt idx="6635">
                  <c:v>3.5539999999999998</c:v>
                </c:pt>
                <c:pt idx="6636">
                  <c:v>3.5941200000000002</c:v>
                </c:pt>
                <c:pt idx="6637">
                  <c:v>3.6311399999999998</c:v>
                </c:pt>
                <c:pt idx="6638">
                  <c:v>3.63931</c:v>
                </c:pt>
                <c:pt idx="6639">
                  <c:v>3.7054800000000001</c:v>
                </c:pt>
                <c:pt idx="6640">
                  <c:v>3.77827</c:v>
                </c:pt>
                <c:pt idx="6641">
                  <c:v>3.7453400000000001</c:v>
                </c:pt>
                <c:pt idx="6642">
                  <c:v>3.7473399999999999</c:v>
                </c:pt>
                <c:pt idx="6643">
                  <c:v>3.6185200000000002</c:v>
                </c:pt>
                <c:pt idx="6644">
                  <c:v>3.60711</c:v>
                </c:pt>
                <c:pt idx="6645">
                  <c:v>3.2561300000000002</c:v>
                </c:pt>
                <c:pt idx="6646">
                  <c:v>3.1460900000000001</c:v>
                </c:pt>
                <c:pt idx="6647">
                  <c:v>3.64168</c:v>
                </c:pt>
                <c:pt idx="6648">
                  <c:v>3.94882</c:v>
                </c:pt>
                <c:pt idx="6649">
                  <c:v>3.77244</c:v>
                </c:pt>
                <c:pt idx="6650">
                  <c:v>4.1179899999999998</c:v>
                </c:pt>
                <c:pt idx="6651">
                  <c:v>4.1324300000000003</c:v>
                </c:pt>
                <c:pt idx="6652">
                  <c:v>3.95438</c:v>
                </c:pt>
                <c:pt idx="6653">
                  <c:v>4.0847800000000003</c:v>
                </c:pt>
                <c:pt idx="6654">
                  <c:v>4.1176000000000004</c:v>
                </c:pt>
                <c:pt idx="6655">
                  <c:v>4.3560699999999999</c:v>
                </c:pt>
                <c:pt idx="6656">
                  <c:v>4.3991899999999999</c:v>
                </c:pt>
                <c:pt idx="6657">
                  <c:v>3.9578600000000002</c:v>
                </c:pt>
                <c:pt idx="6658">
                  <c:v>3.5013700000000001</c:v>
                </c:pt>
                <c:pt idx="6659">
                  <c:v>3.1527799999999999</c:v>
                </c:pt>
                <c:pt idx="6660">
                  <c:v>3.0260799999999999</c:v>
                </c:pt>
                <c:pt idx="6661">
                  <c:v>3.16771</c:v>
                </c:pt>
                <c:pt idx="6662">
                  <c:v>3.4140799999999998</c:v>
                </c:pt>
                <c:pt idx="6663">
                  <c:v>3.72004</c:v>
                </c:pt>
                <c:pt idx="6664">
                  <c:v>3.7115999999999998</c:v>
                </c:pt>
                <c:pt idx="6665">
                  <c:v>3.6857500000000001</c:v>
                </c:pt>
                <c:pt idx="6666">
                  <c:v>3.3540199999999998</c:v>
                </c:pt>
                <c:pt idx="6667">
                  <c:v>3.0661800000000001</c:v>
                </c:pt>
                <c:pt idx="6668">
                  <c:v>3.1036600000000001</c:v>
                </c:pt>
                <c:pt idx="6669">
                  <c:v>3.0771299999999999</c:v>
                </c:pt>
                <c:pt idx="6670">
                  <c:v>3.1164900000000002</c:v>
                </c:pt>
                <c:pt idx="6671">
                  <c:v>3.4777800000000001</c:v>
                </c:pt>
                <c:pt idx="6672">
                  <c:v>3.7314699999999998</c:v>
                </c:pt>
                <c:pt idx="6673">
                  <c:v>3.6217899999999998</c:v>
                </c:pt>
                <c:pt idx="6674">
                  <c:v>3.4927299999999999</c:v>
                </c:pt>
                <c:pt idx="6675">
                  <c:v>3.5697299999999998</c:v>
                </c:pt>
                <c:pt idx="6676">
                  <c:v>3.3076099999999999</c:v>
                </c:pt>
                <c:pt idx="6677">
                  <c:v>3.1847400000000001</c:v>
                </c:pt>
                <c:pt idx="6678">
                  <c:v>3.06216</c:v>
                </c:pt>
                <c:pt idx="6679">
                  <c:v>2.9375200000000001</c:v>
                </c:pt>
                <c:pt idx="6680">
                  <c:v>2.8150499999999998</c:v>
                </c:pt>
                <c:pt idx="6681">
                  <c:v>3.0030000000000001</c:v>
                </c:pt>
                <c:pt idx="6682">
                  <c:v>3.3392900000000001</c:v>
                </c:pt>
                <c:pt idx="6683">
                  <c:v>3.6822300000000001</c:v>
                </c:pt>
                <c:pt idx="6684">
                  <c:v>3.6634199999999999</c:v>
                </c:pt>
                <c:pt idx="6685">
                  <c:v>3.5713900000000001</c:v>
                </c:pt>
                <c:pt idx="6686">
                  <c:v>3.5111300000000001</c:v>
                </c:pt>
                <c:pt idx="6687">
                  <c:v>3.6530499999999999</c:v>
                </c:pt>
                <c:pt idx="6688">
                  <c:v>3.7498800000000001</c:v>
                </c:pt>
                <c:pt idx="6689">
                  <c:v>3.6327400000000001</c:v>
                </c:pt>
                <c:pt idx="6690">
                  <c:v>3.5407099999999998</c:v>
                </c:pt>
                <c:pt idx="6691">
                  <c:v>3.3182700000000001</c:v>
                </c:pt>
                <c:pt idx="6692">
                  <c:v>3.3033199999999998</c:v>
                </c:pt>
                <c:pt idx="6693">
                  <c:v>3.3128500000000001</c:v>
                </c:pt>
                <c:pt idx="6694">
                  <c:v>3.3130199999999999</c:v>
                </c:pt>
                <c:pt idx="6695">
                  <c:v>3.1864599999999998</c:v>
                </c:pt>
                <c:pt idx="6696">
                  <c:v>2.96963</c:v>
                </c:pt>
                <c:pt idx="6697">
                  <c:v>3.1068600000000002</c:v>
                </c:pt>
                <c:pt idx="6698">
                  <c:v>3.0946400000000001</c:v>
                </c:pt>
                <c:pt idx="6699">
                  <c:v>2.71136</c:v>
                </c:pt>
                <c:pt idx="6700">
                  <c:v>2.4453399999999998</c:v>
                </c:pt>
                <c:pt idx="6701">
                  <c:v>2.7073299999999998</c:v>
                </c:pt>
                <c:pt idx="6702">
                  <c:v>3.4878</c:v>
                </c:pt>
                <c:pt idx="6703">
                  <c:v>4.1402900000000002</c:v>
                </c:pt>
                <c:pt idx="6704">
                  <c:v>4.0532500000000002</c:v>
                </c:pt>
                <c:pt idx="6705">
                  <c:v>4.1857600000000001</c:v>
                </c:pt>
                <c:pt idx="6706">
                  <c:v>4.3559999999999999</c:v>
                </c:pt>
                <c:pt idx="6707">
                  <c:v>4.0543699999999996</c:v>
                </c:pt>
                <c:pt idx="6708">
                  <c:v>3.71522</c:v>
                </c:pt>
                <c:pt idx="6709">
                  <c:v>3.5273599999999998</c:v>
                </c:pt>
                <c:pt idx="6710">
                  <c:v>3.5113799999999999</c:v>
                </c:pt>
                <c:pt idx="6711">
                  <c:v>3.6882799999999998</c:v>
                </c:pt>
                <c:pt idx="6712">
                  <c:v>3.6915399999999998</c:v>
                </c:pt>
                <c:pt idx="6713">
                  <c:v>3.46984</c:v>
                </c:pt>
                <c:pt idx="6714">
                  <c:v>3.2593899999999998</c:v>
                </c:pt>
                <c:pt idx="6715">
                  <c:v>2.9903599999999999</c:v>
                </c:pt>
                <c:pt idx="6716">
                  <c:v>2.74858</c:v>
                </c:pt>
                <c:pt idx="6717">
                  <c:v>3.0004300000000002</c:v>
                </c:pt>
                <c:pt idx="6718">
                  <c:v>3.0897800000000002</c:v>
                </c:pt>
                <c:pt idx="6719">
                  <c:v>2.7506200000000001</c:v>
                </c:pt>
                <c:pt idx="6720">
                  <c:v>2.6807400000000001</c:v>
                </c:pt>
                <c:pt idx="6721">
                  <c:v>3.1252</c:v>
                </c:pt>
                <c:pt idx="6722">
                  <c:v>3.3651800000000001</c:v>
                </c:pt>
                <c:pt idx="6723">
                  <c:v>3.5164399999999998</c:v>
                </c:pt>
                <c:pt idx="6724">
                  <c:v>3.7073399999999999</c:v>
                </c:pt>
                <c:pt idx="6725">
                  <c:v>3.85704</c:v>
                </c:pt>
                <c:pt idx="6726">
                  <c:v>3.5125700000000002</c:v>
                </c:pt>
                <c:pt idx="6727">
                  <c:v>3.2044700000000002</c:v>
                </c:pt>
                <c:pt idx="6728">
                  <c:v>3.2846600000000001</c:v>
                </c:pt>
                <c:pt idx="6729">
                  <c:v>3.3303199999999999</c:v>
                </c:pt>
                <c:pt idx="6730">
                  <c:v>3.5606599999999999</c:v>
                </c:pt>
                <c:pt idx="6731">
                  <c:v>3.3712200000000001</c:v>
                </c:pt>
                <c:pt idx="6732">
                  <c:v>2.77312</c:v>
                </c:pt>
                <c:pt idx="6733">
                  <c:v>2.58684</c:v>
                </c:pt>
                <c:pt idx="6734">
                  <c:v>2.61016</c:v>
                </c:pt>
                <c:pt idx="6735">
                  <c:v>2.7798600000000002</c:v>
                </c:pt>
                <c:pt idx="6736">
                  <c:v>2.8300900000000002</c:v>
                </c:pt>
                <c:pt idx="6737">
                  <c:v>2.9660099999999998</c:v>
                </c:pt>
                <c:pt idx="6738">
                  <c:v>3.0702400000000001</c:v>
                </c:pt>
                <c:pt idx="6739">
                  <c:v>2.8197199999999998</c:v>
                </c:pt>
                <c:pt idx="6740">
                  <c:v>2.5516899999999998</c:v>
                </c:pt>
                <c:pt idx="6741">
                  <c:v>2.3469899999999999</c:v>
                </c:pt>
                <c:pt idx="6742">
                  <c:v>2.5610900000000001</c:v>
                </c:pt>
                <c:pt idx="6743">
                  <c:v>2.74735</c:v>
                </c:pt>
                <c:pt idx="6744">
                  <c:v>3.1503100000000002</c:v>
                </c:pt>
                <c:pt idx="6745">
                  <c:v>3.403</c:v>
                </c:pt>
                <c:pt idx="6746">
                  <c:v>3.26675</c:v>
                </c:pt>
                <c:pt idx="6747">
                  <c:v>3.06148</c:v>
                </c:pt>
                <c:pt idx="6748">
                  <c:v>3.1082100000000001</c:v>
                </c:pt>
                <c:pt idx="6749">
                  <c:v>3.1295999999999999</c:v>
                </c:pt>
                <c:pt idx="6750">
                  <c:v>3.4895</c:v>
                </c:pt>
                <c:pt idx="6751">
                  <c:v>3.4824600000000001</c:v>
                </c:pt>
                <c:pt idx="6752">
                  <c:v>3.3061799999999999</c:v>
                </c:pt>
                <c:pt idx="6753">
                  <c:v>3.1926100000000002</c:v>
                </c:pt>
                <c:pt idx="6754">
                  <c:v>2.7628599999999999</c:v>
                </c:pt>
                <c:pt idx="6755">
                  <c:v>2.7083900000000001</c:v>
                </c:pt>
                <c:pt idx="6756">
                  <c:v>2.7941799999999999</c:v>
                </c:pt>
                <c:pt idx="6757">
                  <c:v>2.9128699999999998</c:v>
                </c:pt>
                <c:pt idx="6758">
                  <c:v>3.1838299999999999</c:v>
                </c:pt>
                <c:pt idx="6759">
                  <c:v>3.01593</c:v>
                </c:pt>
                <c:pt idx="6760">
                  <c:v>3.0568200000000001</c:v>
                </c:pt>
                <c:pt idx="6761">
                  <c:v>3.17543</c:v>
                </c:pt>
                <c:pt idx="6762">
                  <c:v>3.2931400000000002</c:v>
                </c:pt>
                <c:pt idx="6763">
                  <c:v>3.68825</c:v>
                </c:pt>
                <c:pt idx="6764">
                  <c:v>3.6282700000000001</c:v>
                </c:pt>
                <c:pt idx="6765">
                  <c:v>3.1989999999999998</c:v>
                </c:pt>
                <c:pt idx="6766">
                  <c:v>3.0808399999999998</c:v>
                </c:pt>
                <c:pt idx="6767">
                  <c:v>3.2730399999999999</c:v>
                </c:pt>
                <c:pt idx="6768">
                  <c:v>3.3824999999999998</c:v>
                </c:pt>
                <c:pt idx="6769">
                  <c:v>3.5293600000000001</c:v>
                </c:pt>
                <c:pt idx="6770">
                  <c:v>3.2669100000000002</c:v>
                </c:pt>
                <c:pt idx="6771">
                  <c:v>2.7962199999999999</c:v>
                </c:pt>
                <c:pt idx="6772">
                  <c:v>2.75407</c:v>
                </c:pt>
                <c:pt idx="6773">
                  <c:v>2.9711500000000002</c:v>
                </c:pt>
                <c:pt idx="6774">
                  <c:v>3.1924399999999999</c:v>
                </c:pt>
                <c:pt idx="6775">
                  <c:v>3.4273400000000001</c:v>
                </c:pt>
                <c:pt idx="6776">
                  <c:v>3.5510100000000002</c:v>
                </c:pt>
                <c:pt idx="6777">
                  <c:v>3.39012</c:v>
                </c:pt>
                <c:pt idx="6778">
                  <c:v>3.1818399999999998</c:v>
                </c:pt>
                <c:pt idx="6779">
                  <c:v>3.1812900000000002</c:v>
                </c:pt>
                <c:pt idx="6780">
                  <c:v>3.1706099999999999</c:v>
                </c:pt>
                <c:pt idx="6781">
                  <c:v>3.11442</c:v>
                </c:pt>
                <c:pt idx="6782">
                  <c:v>3.3347099999999998</c:v>
                </c:pt>
                <c:pt idx="6783">
                  <c:v>3.41859</c:v>
                </c:pt>
                <c:pt idx="6784">
                  <c:v>3.0715499999999998</c:v>
                </c:pt>
                <c:pt idx="6785">
                  <c:v>3.52338</c:v>
                </c:pt>
                <c:pt idx="6786">
                  <c:v>3.70905</c:v>
                </c:pt>
                <c:pt idx="6787">
                  <c:v>3.5145900000000001</c:v>
                </c:pt>
                <c:pt idx="6788">
                  <c:v>3.7953299999999999</c:v>
                </c:pt>
                <c:pt idx="6789">
                  <c:v>3.90726</c:v>
                </c:pt>
                <c:pt idx="6790">
                  <c:v>3.4857900000000002</c:v>
                </c:pt>
                <c:pt idx="6791">
                  <c:v>2.7771499999999998</c:v>
                </c:pt>
                <c:pt idx="6792">
                  <c:v>2.7404199999999999</c:v>
                </c:pt>
                <c:pt idx="6793">
                  <c:v>3.1523599999999998</c:v>
                </c:pt>
                <c:pt idx="6794">
                  <c:v>3.0536699999999999</c:v>
                </c:pt>
                <c:pt idx="6795">
                  <c:v>2.8675299999999999</c:v>
                </c:pt>
                <c:pt idx="6796">
                  <c:v>2.6472000000000002</c:v>
                </c:pt>
                <c:pt idx="6797">
                  <c:v>2.5797699999999999</c:v>
                </c:pt>
                <c:pt idx="6798">
                  <c:v>2.7850000000000001</c:v>
                </c:pt>
                <c:pt idx="6799">
                  <c:v>3.00007</c:v>
                </c:pt>
                <c:pt idx="6800">
                  <c:v>3.1577999999999999</c:v>
                </c:pt>
                <c:pt idx="6801">
                  <c:v>3.33961</c:v>
                </c:pt>
                <c:pt idx="6802">
                  <c:v>3.1052499999999998</c:v>
                </c:pt>
                <c:pt idx="6803">
                  <c:v>3.30017</c:v>
                </c:pt>
                <c:pt idx="6804">
                  <c:v>3.70269</c:v>
                </c:pt>
                <c:pt idx="6805">
                  <c:v>3.5405700000000002</c:v>
                </c:pt>
                <c:pt idx="6806">
                  <c:v>3.67544</c:v>
                </c:pt>
                <c:pt idx="6807">
                  <c:v>3.87276</c:v>
                </c:pt>
                <c:pt idx="6808">
                  <c:v>3.80369</c:v>
                </c:pt>
                <c:pt idx="6809">
                  <c:v>3.69746</c:v>
                </c:pt>
                <c:pt idx="6810">
                  <c:v>3.64114</c:v>
                </c:pt>
                <c:pt idx="6811">
                  <c:v>3.6459899999999998</c:v>
                </c:pt>
                <c:pt idx="6812">
                  <c:v>3.9753400000000001</c:v>
                </c:pt>
                <c:pt idx="6813">
                  <c:v>4.3289600000000004</c:v>
                </c:pt>
                <c:pt idx="6814">
                  <c:v>3.9170500000000001</c:v>
                </c:pt>
                <c:pt idx="6815">
                  <c:v>3.6202999999999999</c:v>
                </c:pt>
                <c:pt idx="6816">
                  <c:v>3.4149600000000002</c:v>
                </c:pt>
                <c:pt idx="6817">
                  <c:v>3.4475799999999999</c:v>
                </c:pt>
                <c:pt idx="6818">
                  <c:v>3.5640900000000002</c:v>
                </c:pt>
                <c:pt idx="6819">
                  <c:v>3.3037399999999999</c:v>
                </c:pt>
                <c:pt idx="6820">
                  <c:v>3.1869200000000002</c:v>
                </c:pt>
                <c:pt idx="6821">
                  <c:v>3.4806499999999998</c:v>
                </c:pt>
                <c:pt idx="6822">
                  <c:v>3.86273</c:v>
                </c:pt>
                <c:pt idx="6823">
                  <c:v>3.8039999999999998</c:v>
                </c:pt>
                <c:pt idx="6824">
                  <c:v>3.53552</c:v>
                </c:pt>
                <c:pt idx="6825">
                  <c:v>3.4156900000000001</c:v>
                </c:pt>
                <c:pt idx="6826">
                  <c:v>3.7315999999999998</c:v>
                </c:pt>
                <c:pt idx="6827">
                  <c:v>3.6494900000000001</c:v>
                </c:pt>
                <c:pt idx="6828">
                  <c:v>3.8057699999999999</c:v>
                </c:pt>
                <c:pt idx="6829">
                  <c:v>3.9913400000000001</c:v>
                </c:pt>
                <c:pt idx="6830">
                  <c:v>4.05802</c:v>
                </c:pt>
                <c:pt idx="6831">
                  <c:v>3.94333</c:v>
                </c:pt>
                <c:pt idx="6832">
                  <c:v>3.6448100000000001</c:v>
                </c:pt>
                <c:pt idx="6833">
                  <c:v>3.3285399999999998</c:v>
                </c:pt>
                <c:pt idx="6834">
                  <c:v>3.1812499999999999</c:v>
                </c:pt>
                <c:pt idx="6835">
                  <c:v>3.2347299999999999</c:v>
                </c:pt>
                <c:pt idx="6836">
                  <c:v>3.0794800000000002</c:v>
                </c:pt>
                <c:pt idx="6837">
                  <c:v>2.95784</c:v>
                </c:pt>
                <c:pt idx="6838">
                  <c:v>3.0627900000000001</c:v>
                </c:pt>
                <c:pt idx="6839">
                  <c:v>3.1208200000000001</c:v>
                </c:pt>
                <c:pt idx="6840">
                  <c:v>3.1326299999999998</c:v>
                </c:pt>
                <c:pt idx="6841">
                  <c:v>3.1640000000000001</c:v>
                </c:pt>
                <c:pt idx="6842">
                  <c:v>3.2311299999999998</c:v>
                </c:pt>
                <c:pt idx="6843">
                  <c:v>3.17001</c:v>
                </c:pt>
                <c:pt idx="6844">
                  <c:v>3.2134900000000002</c:v>
                </c:pt>
                <c:pt idx="6845">
                  <c:v>3.5438299999999998</c:v>
                </c:pt>
                <c:pt idx="6846">
                  <c:v>3.6482299999999999</c:v>
                </c:pt>
                <c:pt idx="6847">
                  <c:v>3.4266700000000001</c:v>
                </c:pt>
                <c:pt idx="6848">
                  <c:v>3.7526799999999998</c:v>
                </c:pt>
                <c:pt idx="6849">
                  <c:v>4.2237</c:v>
                </c:pt>
                <c:pt idx="6850">
                  <c:v>3.98787</c:v>
                </c:pt>
                <c:pt idx="6851">
                  <c:v>3.69428</c:v>
                </c:pt>
                <c:pt idx="6852">
                  <c:v>3.6134400000000002</c:v>
                </c:pt>
                <c:pt idx="6853">
                  <c:v>3.4953799999999999</c:v>
                </c:pt>
                <c:pt idx="6854">
                  <c:v>3.25231</c:v>
                </c:pt>
                <c:pt idx="6855">
                  <c:v>3.2895599999999998</c:v>
                </c:pt>
                <c:pt idx="6856">
                  <c:v>3.5752899999999999</c:v>
                </c:pt>
                <c:pt idx="6857">
                  <c:v>3.5366599999999999</c:v>
                </c:pt>
                <c:pt idx="6858">
                  <c:v>3.56419</c:v>
                </c:pt>
                <c:pt idx="6859">
                  <c:v>3.91601</c:v>
                </c:pt>
                <c:pt idx="6860">
                  <c:v>4.38849</c:v>
                </c:pt>
                <c:pt idx="6861">
                  <c:v>4.4192999999999998</c:v>
                </c:pt>
                <c:pt idx="6862">
                  <c:v>4.2696500000000004</c:v>
                </c:pt>
                <c:pt idx="6863">
                  <c:v>4.0387399999999998</c:v>
                </c:pt>
                <c:pt idx="6864">
                  <c:v>4.2392099999999999</c:v>
                </c:pt>
                <c:pt idx="6865">
                  <c:v>4.2225000000000001</c:v>
                </c:pt>
                <c:pt idx="6866">
                  <c:v>4.2699800000000003</c:v>
                </c:pt>
                <c:pt idx="6867">
                  <c:v>4.4502800000000002</c:v>
                </c:pt>
                <c:pt idx="6868">
                  <c:v>4.3766600000000002</c:v>
                </c:pt>
                <c:pt idx="6869">
                  <c:v>4.4950200000000002</c:v>
                </c:pt>
                <c:pt idx="6870">
                  <c:v>4.6760000000000002</c:v>
                </c:pt>
                <c:pt idx="6871">
                  <c:v>4.5174599999999998</c:v>
                </c:pt>
                <c:pt idx="6872">
                  <c:v>4.6541100000000002</c:v>
                </c:pt>
                <c:pt idx="6873">
                  <c:v>4.63476</c:v>
                </c:pt>
                <c:pt idx="6874">
                  <c:v>4.5456500000000002</c:v>
                </c:pt>
                <c:pt idx="6875">
                  <c:v>4.5051800000000002</c:v>
                </c:pt>
                <c:pt idx="6876">
                  <c:v>4.6835300000000002</c:v>
                </c:pt>
                <c:pt idx="6877">
                  <c:v>4.9094300000000004</c:v>
                </c:pt>
                <c:pt idx="6878">
                  <c:v>4.9354399999999998</c:v>
                </c:pt>
                <c:pt idx="6879">
                  <c:v>4.9002600000000003</c:v>
                </c:pt>
                <c:pt idx="6880">
                  <c:v>5.1002400000000003</c:v>
                </c:pt>
                <c:pt idx="6881">
                  <c:v>5.4235899999999999</c:v>
                </c:pt>
                <c:pt idx="6882">
                  <c:v>5.9774599999999998</c:v>
                </c:pt>
                <c:pt idx="6883">
                  <c:v>6.7936199999999998</c:v>
                </c:pt>
                <c:pt idx="6884">
                  <c:v>7.7002600000000001</c:v>
                </c:pt>
                <c:pt idx="6885">
                  <c:v>8.6837700000000009</c:v>
                </c:pt>
                <c:pt idx="6886">
                  <c:v>9.5485600000000002</c:v>
                </c:pt>
                <c:pt idx="6887">
                  <c:v>9.9481800000000007</c:v>
                </c:pt>
                <c:pt idx="6888">
                  <c:v>10.001200000000001</c:v>
                </c:pt>
                <c:pt idx="6889">
                  <c:v>9.6259700000000006</c:v>
                </c:pt>
                <c:pt idx="6890">
                  <c:v>9.1951900000000002</c:v>
                </c:pt>
                <c:pt idx="6891">
                  <c:v>9.4196899999999992</c:v>
                </c:pt>
                <c:pt idx="6892">
                  <c:v>9.5915599999999994</c:v>
                </c:pt>
                <c:pt idx="6893">
                  <c:v>9.6767000000000003</c:v>
                </c:pt>
                <c:pt idx="6894">
                  <c:v>9.5935299999999994</c:v>
                </c:pt>
                <c:pt idx="6895">
                  <c:v>9.2037700000000005</c:v>
                </c:pt>
                <c:pt idx="6896">
                  <c:v>8.8385700000000007</c:v>
                </c:pt>
                <c:pt idx="6897">
                  <c:v>7.9653999999999998</c:v>
                </c:pt>
                <c:pt idx="6898">
                  <c:v>6.4896700000000003</c:v>
                </c:pt>
                <c:pt idx="6899">
                  <c:v>5.7606099999999998</c:v>
                </c:pt>
                <c:pt idx="6900">
                  <c:v>5.5606999999999998</c:v>
                </c:pt>
                <c:pt idx="6901">
                  <c:v>5.1285999999999996</c:v>
                </c:pt>
                <c:pt idx="6902">
                  <c:v>4.6322799999999997</c:v>
                </c:pt>
                <c:pt idx="6903">
                  <c:v>4.2221700000000002</c:v>
                </c:pt>
                <c:pt idx="6904">
                  <c:v>4.3208900000000003</c:v>
                </c:pt>
                <c:pt idx="6905">
                  <c:v>4.2010500000000004</c:v>
                </c:pt>
                <c:pt idx="6906">
                  <c:v>3.9309799999999999</c:v>
                </c:pt>
                <c:pt idx="6907">
                  <c:v>4.3347300000000004</c:v>
                </c:pt>
                <c:pt idx="6908">
                  <c:v>4.8922100000000004</c:v>
                </c:pt>
                <c:pt idx="6909">
                  <c:v>5.1582499999999998</c:v>
                </c:pt>
                <c:pt idx="6910">
                  <c:v>5.0064599999999997</c:v>
                </c:pt>
                <c:pt idx="6911">
                  <c:v>4.8294600000000001</c:v>
                </c:pt>
                <c:pt idx="6912">
                  <c:v>4.6170099999999996</c:v>
                </c:pt>
                <c:pt idx="6913">
                  <c:v>4.1261900000000002</c:v>
                </c:pt>
                <c:pt idx="6914">
                  <c:v>3.9473400000000001</c:v>
                </c:pt>
                <c:pt idx="6915">
                  <c:v>4.2137200000000004</c:v>
                </c:pt>
                <c:pt idx="6916">
                  <c:v>4.3766100000000003</c:v>
                </c:pt>
                <c:pt idx="6917">
                  <c:v>4.4421999999999997</c:v>
                </c:pt>
                <c:pt idx="6918">
                  <c:v>4.6400100000000002</c:v>
                </c:pt>
                <c:pt idx="6919">
                  <c:v>4.7605199999999996</c:v>
                </c:pt>
                <c:pt idx="6920">
                  <c:v>4.8920899999999996</c:v>
                </c:pt>
                <c:pt idx="6921">
                  <c:v>4.6572699999999996</c:v>
                </c:pt>
                <c:pt idx="6922">
                  <c:v>4.3495600000000003</c:v>
                </c:pt>
                <c:pt idx="6923">
                  <c:v>4.1852600000000004</c:v>
                </c:pt>
                <c:pt idx="6924">
                  <c:v>4.2165499999999998</c:v>
                </c:pt>
                <c:pt idx="6925">
                  <c:v>4.6920000000000002</c:v>
                </c:pt>
                <c:pt idx="6926">
                  <c:v>5.3304900000000002</c:v>
                </c:pt>
                <c:pt idx="6927">
                  <c:v>5.2718600000000002</c:v>
                </c:pt>
                <c:pt idx="6928">
                  <c:v>5.1024399999999996</c:v>
                </c:pt>
                <c:pt idx="6929">
                  <c:v>5.1172700000000004</c:v>
                </c:pt>
                <c:pt idx="6930">
                  <c:v>4.7526000000000002</c:v>
                </c:pt>
                <c:pt idx="6931">
                  <c:v>4.3693200000000001</c:v>
                </c:pt>
                <c:pt idx="6932">
                  <c:v>4.5811500000000001</c:v>
                </c:pt>
                <c:pt idx="6933">
                  <c:v>4.8616999999999999</c:v>
                </c:pt>
                <c:pt idx="6934">
                  <c:v>5.34429</c:v>
                </c:pt>
                <c:pt idx="6935">
                  <c:v>5.8344199999999997</c:v>
                </c:pt>
                <c:pt idx="6936">
                  <c:v>5.9350899999999998</c:v>
                </c:pt>
                <c:pt idx="6937">
                  <c:v>5.5402800000000001</c:v>
                </c:pt>
                <c:pt idx="6938">
                  <c:v>5.0003200000000003</c:v>
                </c:pt>
                <c:pt idx="6939">
                  <c:v>4.6558999999999999</c:v>
                </c:pt>
                <c:pt idx="6940">
                  <c:v>4.7404299999999999</c:v>
                </c:pt>
                <c:pt idx="6941">
                  <c:v>4.9977299999999998</c:v>
                </c:pt>
                <c:pt idx="6942">
                  <c:v>5.1957899999999997</c:v>
                </c:pt>
                <c:pt idx="6943">
                  <c:v>5.2439600000000004</c:v>
                </c:pt>
                <c:pt idx="6944">
                  <c:v>4.8893599999999999</c:v>
                </c:pt>
                <c:pt idx="6945">
                  <c:v>4.6948299999999996</c:v>
                </c:pt>
                <c:pt idx="6946">
                  <c:v>4.8646200000000004</c:v>
                </c:pt>
                <c:pt idx="6947">
                  <c:v>5.1767799999999999</c:v>
                </c:pt>
                <c:pt idx="6948">
                  <c:v>5.7471899999999998</c:v>
                </c:pt>
                <c:pt idx="6949">
                  <c:v>6.1734099999999996</c:v>
                </c:pt>
                <c:pt idx="6950">
                  <c:v>6.5816600000000003</c:v>
                </c:pt>
                <c:pt idx="6951">
                  <c:v>7.1123900000000004</c:v>
                </c:pt>
                <c:pt idx="6952">
                  <c:v>7.6233700000000004</c:v>
                </c:pt>
                <c:pt idx="6953">
                  <c:v>7.8195499999999996</c:v>
                </c:pt>
                <c:pt idx="6954">
                  <c:v>7.9472100000000001</c:v>
                </c:pt>
                <c:pt idx="6955">
                  <c:v>8.1297099999999993</c:v>
                </c:pt>
                <c:pt idx="6956">
                  <c:v>8.3019400000000001</c:v>
                </c:pt>
                <c:pt idx="6957">
                  <c:v>8.4225999999999992</c:v>
                </c:pt>
                <c:pt idx="6958">
                  <c:v>8.3730499999999992</c:v>
                </c:pt>
                <c:pt idx="6959">
                  <c:v>8.4855599999999995</c:v>
                </c:pt>
                <c:pt idx="6960">
                  <c:v>9.0456400000000006</c:v>
                </c:pt>
                <c:pt idx="6961">
                  <c:v>9.3715700000000002</c:v>
                </c:pt>
                <c:pt idx="6962">
                  <c:v>9.1510400000000001</c:v>
                </c:pt>
                <c:pt idx="6963">
                  <c:v>9.0388800000000007</c:v>
                </c:pt>
                <c:pt idx="6964">
                  <c:v>9.0789600000000004</c:v>
                </c:pt>
                <c:pt idx="6965">
                  <c:v>9.0907499999999999</c:v>
                </c:pt>
                <c:pt idx="6966">
                  <c:v>8.9847900000000003</c:v>
                </c:pt>
                <c:pt idx="6967">
                  <c:v>9.1809700000000003</c:v>
                </c:pt>
                <c:pt idx="6968">
                  <c:v>9.2207399999999993</c:v>
                </c:pt>
                <c:pt idx="6969">
                  <c:v>9.4463000000000008</c:v>
                </c:pt>
                <c:pt idx="6970">
                  <c:v>9.5369200000000003</c:v>
                </c:pt>
                <c:pt idx="6971">
                  <c:v>9.5900700000000008</c:v>
                </c:pt>
                <c:pt idx="6972">
                  <c:v>9.7211800000000004</c:v>
                </c:pt>
                <c:pt idx="6973">
                  <c:v>10.007</c:v>
                </c:pt>
                <c:pt idx="6974">
                  <c:v>10.519399999999999</c:v>
                </c:pt>
                <c:pt idx="6975">
                  <c:v>10.8727</c:v>
                </c:pt>
                <c:pt idx="6976">
                  <c:v>11.347300000000001</c:v>
                </c:pt>
                <c:pt idx="6977">
                  <c:v>11.7494</c:v>
                </c:pt>
                <c:pt idx="6978">
                  <c:v>12.163500000000001</c:v>
                </c:pt>
                <c:pt idx="6979">
                  <c:v>12.335000000000001</c:v>
                </c:pt>
                <c:pt idx="6980">
                  <c:v>12.247400000000001</c:v>
                </c:pt>
                <c:pt idx="6981">
                  <c:v>12.1981</c:v>
                </c:pt>
                <c:pt idx="6982">
                  <c:v>12.657999999999999</c:v>
                </c:pt>
                <c:pt idx="6983">
                  <c:v>13.3969</c:v>
                </c:pt>
                <c:pt idx="6984">
                  <c:v>14.038</c:v>
                </c:pt>
                <c:pt idx="6985">
                  <c:v>14.6287</c:v>
                </c:pt>
                <c:pt idx="6986">
                  <c:v>15.5662</c:v>
                </c:pt>
                <c:pt idx="6987">
                  <c:v>16.430099999999999</c:v>
                </c:pt>
                <c:pt idx="6988">
                  <c:v>16.639299999999999</c:v>
                </c:pt>
                <c:pt idx="6989">
                  <c:v>17.291399999999999</c:v>
                </c:pt>
                <c:pt idx="6990">
                  <c:v>18.3353</c:v>
                </c:pt>
                <c:pt idx="6991">
                  <c:v>19.5486</c:v>
                </c:pt>
                <c:pt idx="6992">
                  <c:v>21.264399999999998</c:v>
                </c:pt>
                <c:pt idx="6993">
                  <c:v>23.197399999999998</c:v>
                </c:pt>
                <c:pt idx="6994">
                  <c:v>25.2042</c:v>
                </c:pt>
                <c:pt idx="6995">
                  <c:v>27.089200000000002</c:v>
                </c:pt>
                <c:pt idx="6996">
                  <c:v>28.797999999999998</c:v>
                </c:pt>
                <c:pt idx="6997">
                  <c:v>30.415099999999999</c:v>
                </c:pt>
                <c:pt idx="6998">
                  <c:v>32.536999999999999</c:v>
                </c:pt>
                <c:pt idx="6999">
                  <c:v>35.910200000000003</c:v>
                </c:pt>
                <c:pt idx="7000">
                  <c:v>39.695099999999996</c:v>
                </c:pt>
                <c:pt idx="7001">
                  <c:v>43.654800000000002</c:v>
                </c:pt>
                <c:pt idx="7002">
                  <c:v>48.35</c:v>
                </c:pt>
                <c:pt idx="7003">
                  <c:v>53.396599999999999</c:v>
                </c:pt>
                <c:pt idx="7004">
                  <c:v>58.949399999999997</c:v>
                </c:pt>
                <c:pt idx="7005">
                  <c:v>65.213300000000004</c:v>
                </c:pt>
                <c:pt idx="7006">
                  <c:v>73.027100000000004</c:v>
                </c:pt>
                <c:pt idx="7007">
                  <c:v>83.126499999999993</c:v>
                </c:pt>
                <c:pt idx="7008">
                  <c:v>95.648399999999995</c:v>
                </c:pt>
                <c:pt idx="7009">
                  <c:v>110.479</c:v>
                </c:pt>
                <c:pt idx="7010">
                  <c:v>128.18</c:v>
                </c:pt>
                <c:pt idx="7011">
                  <c:v>149.69300000000001</c:v>
                </c:pt>
                <c:pt idx="7012">
                  <c:v>175.297</c:v>
                </c:pt>
                <c:pt idx="7013">
                  <c:v>206.381</c:v>
                </c:pt>
                <c:pt idx="7014">
                  <c:v>246.09700000000001</c:v>
                </c:pt>
                <c:pt idx="7015">
                  <c:v>300.25599999999997</c:v>
                </c:pt>
                <c:pt idx="7016">
                  <c:v>376.03</c:v>
                </c:pt>
                <c:pt idx="7017">
                  <c:v>478.13200000000001</c:v>
                </c:pt>
                <c:pt idx="7018">
                  <c:v>606.28599999999994</c:v>
                </c:pt>
                <c:pt idx="7019">
                  <c:v>745.88900000000001</c:v>
                </c:pt>
                <c:pt idx="7020">
                  <c:v>862.65099999999995</c:v>
                </c:pt>
                <c:pt idx="7021">
                  <c:v>920.40800000000002</c:v>
                </c:pt>
                <c:pt idx="7022">
                  <c:v>912.07299999999998</c:v>
                </c:pt>
                <c:pt idx="7023">
                  <c:v>865.08100000000002</c:v>
                </c:pt>
                <c:pt idx="7024">
                  <c:v>820.30600000000004</c:v>
                </c:pt>
                <c:pt idx="7025">
                  <c:v>808.73900000000003</c:v>
                </c:pt>
                <c:pt idx="7026">
                  <c:v>838.59199999999998</c:v>
                </c:pt>
                <c:pt idx="7027">
                  <c:v>890.22199999999998</c:v>
                </c:pt>
                <c:pt idx="7028">
                  <c:v>921.17700000000002</c:v>
                </c:pt>
                <c:pt idx="7029">
                  <c:v>894.23099999999999</c:v>
                </c:pt>
                <c:pt idx="7030">
                  <c:v>805.05</c:v>
                </c:pt>
                <c:pt idx="7031">
                  <c:v>678.14800000000002</c:v>
                </c:pt>
                <c:pt idx="7032">
                  <c:v>545.65800000000002</c:v>
                </c:pt>
                <c:pt idx="7033">
                  <c:v>429.43</c:v>
                </c:pt>
                <c:pt idx="7034">
                  <c:v>338.303</c:v>
                </c:pt>
                <c:pt idx="7035">
                  <c:v>271.35700000000003</c:v>
                </c:pt>
                <c:pt idx="7036">
                  <c:v>223.52799999999999</c:v>
                </c:pt>
                <c:pt idx="7037">
                  <c:v>189.42</c:v>
                </c:pt>
                <c:pt idx="7038">
                  <c:v>164.559</c:v>
                </c:pt>
                <c:pt idx="7039">
                  <c:v>144.87700000000001</c:v>
                </c:pt>
                <c:pt idx="7040">
                  <c:v>127.93</c:v>
                </c:pt>
                <c:pt idx="7041">
                  <c:v>113.035</c:v>
                </c:pt>
                <c:pt idx="7042">
                  <c:v>100.15600000000001</c:v>
                </c:pt>
                <c:pt idx="7043">
                  <c:v>89.842399999999998</c:v>
                </c:pt>
                <c:pt idx="7044">
                  <c:v>81.445800000000006</c:v>
                </c:pt>
                <c:pt idx="7045">
                  <c:v>74.722800000000007</c:v>
                </c:pt>
                <c:pt idx="7046">
                  <c:v>69.245800000000003</c:v>
                </c:pt>
                <c:pt idx="7047">
                  <c:v>64.318700000000007</c:v>
                </c:pt>
                <c:pt idx="7048">
                  <c:v>59.791899999999998</c:v>
                </c:pt>
                <c:pt idx="7049">
                  <c:v>56.2592</c:v>
                </c:pt>
                <c:pt idx="7050">
                  <c:v>53.034399999999998</c:v>
                </c:pt>
                <c:pt idx="7051">
                  <c:v>50.49</c:v>
                </c:pt>
                <c:pt idx="7052">
                  <c:v>48.518999999999998</c:v>
                </c:pt>
                <c:pt idx="7053">
                  <c:v>46.699199999999998</c:v>
                </c:pt>
                <c:pt idx="7054">
                  <c:v>44.761099999999999</c:v>
                </c:pt>
                <c:pt idx="7055">
                  <c:v>43.114699999999999</c:v>
                </c:pt>
                <c:pt idx="7056">
                  <c:v>41.581099999999999</c:v>
                </c:pt>
                <c:pt idx="7057">
                  <c:v>40.340899999999998</c:v>
                </c:pt>
                <c:pt idx="7058">
                  <c:v>39.4754</c:v>
                </c:pt>
                <c:pt idx="7059">
                  <c:v>38.942399999999999</c:v>
                </c:pt>
                <c:pt idx="7060">
                  <c:v>38.031300000000002</c:v>
                </c:pt>
                <c:pt idx="7061">
                  <c:v>37.030200000000001</c:v>
                </c:pt>
                <c:pt idx="7062">
                  <c:v>36.330100000000002</c:v>
                </c:pt>
                <c:pt idx="7063">
                  <c:v>35.9803</c:v>
                </c:pt>
                <c:pt idx="7064">
                  <c:v>36.054900000000004</c:v>
                </c:pt>
                <c:pt idx="7065">
                  <c:v>36.640099999999997</c:v>
                </c:pt>
                <c:pt idx="7066">
                  <c:v>37.377499999999998</c:v>
                </c:pt>
                <c:pt idx="7067">
                  <c:v>38.0075</c:v>
                </c:pt>
                <c:pt idx="7068">
                  <c:v>38.904600000000002</c:v>
                </c:pt>
                <c:pt idx="7069">
                  <c:v>39.641300000000001</c:v>
                </c:pt>
                <c:pt idx="7070">
                  <c:v>40.497300000000003</c:v>
                </c:pt>
                <c:pt idx="7071">
                  <c:v>42.085099999999997</c:v>
                </c:pt>
                <c:pt idx="7072">
                  <c:v>44.2363</c:v>
                </c:pt>
                <c:pt idx="7073">
                  <c:v>47.186900000000001</c:v>
                </c:pt>
                <c:pt idx="7074">
                  <c:v>51.089199999999998</c:v>
                </c:pt>
                <c:pt idx="7075">
                  <c:v>55.637900000000002</c:v>
                </c:pt>
                <c:pt idx="7076">
                  <c:v>61.254300000000001</c:v>
                </c:pt>
                <c:pt idx="7077">
                  <c:v>68.474199999999996</c:v>
                </c:pt>
                <c:pt idx="7078">
                  <c:v>78.127300000000005</c:v>
                </c:pt>
                <c:pt idx="7079">
                  <c:v>90.440799999999996</c:v>
                </c:pt>
                <c:pt idx="7080">
                  <c:v>107.46</c:v>
                </c:pt>
                <c:pt idx="7081">
                  <c:v>131.005</c:v>
                </c:pt>
                <c:pt idx="7082">
                  <c:v>161.13300000000001</c:v>
                </c:pt>
                <c:pt idx="7083">
                  <c:v>194.833</c:v>
                </c:pt>
                <c:pt idx="7084">
                  <c:v>223.839</c:v>
                </c:pt>
                <c:pt idx="7085">
                  <c:v>239.196</c:v>
                </c:pt>
                <c:pt idx="7086">
                  <c:v>238.75399999999999</c:v>
                </c:pt>
                <c:pt idx="7087">
                  <c:v>228.78399999999999</c:v>
                </c:pt>
                <c:pt idx="7088">
                  <c:v>218.803</c:v>
                </c:pt>
                <c:pt idx="7089">
                  <c:v>216.28899999999999</c:v>
                </c:pt>
                <c:pt idx="7090">
                  <c:v>223.59299999999999</c:v>
                </c:pt>
                <c:pt idx="7091">
                  <c:v>236.279</c:v>
                </c:pt>
                <c:pt idx="7092">
                  <c:v>243.947</c:v>
                </c:pt>
                <c:pt idx="7093">
                  <c:v>237.91300000000001</c:v>
                </c:pt>
                <c:pt idx="7094">
                  <c:v>217.52099999999999</c:v>
                </c:pt>
                <c:pt idx="7095">
                  <c:v>188.87</c:v>
                </c:pt>
                <c:pt idx="7096">
                  <c:v>158.94999999999999</c:v>
                </c:pt>
                <c:pt idx="7097">
                  <c:v>132.648</c:v>
                </c:pt>
                <c:pt idx="7098">
                  <c:v>111.274</c:v>
                </c:pt>
                <c:pt idx="7099">
                  <c:v>94.983999999999995</c:v>
                </c:pt>
                <c:pt idx="7100">
                  <c:v>83.013599999999997</c:v>
                </c:pt>
                <c:pt idx="7101">
                  <c:v>74.408299999999997</c:v>
                </c:pt>
                <c:pt idx="7102">
                  <c:v>68.563900000000004</c:v>
                </c:pt>
                <c:pt idx="7103">
                  <c:v>65.527199999999993</c:v>
                </c:pt>
                <c:pt idx="7104">
                  <c:v>64.482399999999998</c:v>
                </c:pt>
                <c:pt idx="7105">
                  <c:v>64.681700000000006</c:v>
                </c:pt>
                <c:pt idx="7106">
                  <c:v>65.778000000000006</c:v>
                </c:pt>
                <c:pt idx="7107">
                  <c:v>68.061700000000002</c:v>
                </c:pt>
                <c:pt idx="7108">
                  <c:v>70.240200000000002</c:v>
                </c:pt>
                <c:pt idx="7109">
                  <c:v>71.236800000000002</c:v>
                </c:pt>
                <c:pt idx="7110">
                  <c:v>70.427899999999994</c:v>
                </c:pt>
                <c:pt idx="7111">
                  <c:v>67.869500000000002</c:v>
                </c:pt>
                <c:pt idx="7112">
                  <c:v>64.836600000000004</c:v>
                </c:pt>
                <c:pt idx="7113">
                  <c:v>62.510100000000001</c:v>
                </c:pt>
                <c:pt idx="7114">
                  <c:v>61.804400000000001</c:v>
                </c:pt>
                <c:pt idx="7115">
                  <c:v>62.394599999999997</c:v>
                </c:pt>
                <c:pt idx="7116">
                  <c:v>62.880600000000001</c:v>
                </c:pt>
                <c:pt idx="7117">
                  <c:v>62.086500000000001</c:v>
                </c:pt>
                <c:pt idx="7118">
                  <c:v>58.822600000000001</c:v>
                </c:pt>
                <c:pt idx="7119">
                  <c:v>54.054900000000004</c:v>
                </c:pt>
                <c:pt idx="7120">
                  <c:v>48.854500000000002</c:v>
                </c:pt>
                <c:pt idx="7121">
                  <c:v>43.8735</c:v>
                </c:pt>
                <c:pt idx="7122">
                  <c:v>39.867100000000001</c:v>
                </c:pt>
                <c:pt idx="7123">
                  <c:v>36.8673</c:v>
                </c:pt>
                <c:pt idx="7124">
                  <c:v>35.156599999999997</c:v>
                </c:pt>
                <c:pt idx="7125">
                  <c:v>33.842199999999998</c:v>
                </c:pt>
                <c:pt idx="7126">
                  <c:v>32.520099999999999</c:v>
                </c:pt>
                <c:pt idx="7127">
                  <c:v>31.6584</c:v>
                </c:pt>
                <c:pt idx="7128">
                  <c:v>31.177800000000001</c:v>
                </c:pt>
                <c:pt idx="7129">
                  <c:v>30.965399999999999</c:v>
                </c:pt>
                <c:pt idx="7130">
                  <c:v>31.366099999999999</c:v>
                </c:pt>
                <c:pt idx="7131">
                  <c:v>32.068199999999997</c:v>
                </c:pt>
                <c:pt idx="7132">
                  <c:v>32.865600000000001</c:v>
                </c:pt>
                <c:pt idx="7133">
                  <c:v>34.133299999999998</c:v>
                </c:pt>
                <c:pt idx="7134">
                  <c:v>35.585799999999999</c:v>
                </c:pt>
                <c:pt idx="7135">
                  <c:v>36.886099999999999</c:v>
                </c:pt>
                <c:pt idx="7136">
                  <c:v>38.484299999999998</c:v>
                </c:pt>
                <c:pt idx="7137">
                  <c:v>40.8611</c:v>
                </c:pt>
                <c:pt idx="7138">
                  <c:v>42.873199999999997</c:v>
                </c:pt>
                <c:pt idx="7139">
                  <c:v>44.174900000000001</c:v>
                </c:pt>
                <c:pt idx="7140">
                  <c:v>45.688800000000001</c:v>
                </c:pt>
                <c:pt idx="7141">
                  <c:v>47.388599999999997</c:v>
                </c:pt>
                <c:pt idx="7142">
                  <c:v>49.550899999999999</c:v>
                </c:pt>
                <c:pt idx="7143">
                  <c:v>52.141199999999998</c:v>
                </c:pt>
                <c:pt idx="7144">
                  <c:v>55.186900000000001</c:v>
                </c:pt>
                <c:pt idx="7145">
                  <c:v>58.620800000000003</c:v>
                </c:pt>
                <c:pt idx="7146">
                  <c:v>63.115099999999998</c:v>
                </c:pt>
                <c:pt idx="7147">
                  <c:v>68.377899999999997</c:v>
                </c:pt>
                <c:pt idx="7148">
                  <c:v>74.067700000000002</c:v>
                </c:pt>
                <c:pt idx="7149">
                  <c:v>81.072299999999998</c:v>
                </c:pt>
                <c:pt idx="7150">
                  <c:v>89.553600000000003</c:v>
                </c:pt>
                <c:pt idx="7151">
                  <c:v>100.124</c:v>
                </c:pt>
                <c:pt idx="7152">
                  <c:v>113.22199999999999</c:v>
                </c:pt>
                <c:pt idx="7153">
                  <c:v>129.66800000000001</c:v>
                </c:pt>
                <c:pt idx="7154">
                  <c:v>149.34200000000001</c:v>
                </c:pt>
                <c:pt idx="7155">
                  <c:v>172.68899999999999</c:v>
                </c:pt>
                <c:pt idx="7156">
                  <c:v>201.405</c:v>
                </c:pt>
                <c:pt idx="7157">
                  <c:v>236.61699999999999</c:v>
                </c:pt>
                <c:pt idx="7158">
                  <c:v>281.37299999999999</c:v>
                </c:pt>
                <c:pt idx="7159">
                  <c:v>342.18400000000003</c:v>
                </c:pt>
                <c:pt idx="7160">
                  <c:v>426.649</c:v>
                </c:pt>
                <c:pt idx="7161">
                  <c:v>540.11300000000006</c:v>
                </c:pt>
                <c:pt idx="7162">
                  <c:v>681.94299999999998</c:v>
                </c:pt>
                <c:pt idx="7163">
                  <c:v>834.327</c:v>
                </c:pt>
                <c:pt idx="7164">
                  <c:v>959.05100000000004</c:v>
                </c:pt>
                <c:pt idx="7165">
                  <c:v>1018.41</c:v>
                </c:pt>
                <c:pt idx="7166">
                  <c:v>1006.42</c:v>
                </c:pt>
                <c:pt idx="7167">
                  <c:v>953.44299999999998</c:v>
                </c:pt>
                <c:pt idx="7168">
                  <c:v>903.57500000000005</c:v>
                </c:pt>
                <c:pt idx="7169">
                  <c:v>890.62900000000002</c:v>
                </c:pt>
                <c:pt idx="7170">
                  <c:v>922.51900000000001</c:v>
                </c:pt>
                <c:pt idx="7171">
                  <c:v>975.95600000000002</c:v>
                </c:pt>
                <c:pt idx="7172">
                  <c:v>1004.19</c:v>
                </c:pt>
                <c:pt idx="7173">
                  <c:v>969.01</c:v>
                </c:pt>
                <c:pt idx="7174">
                  <c:v>868.26400000000001</c:v>
                </c:pt>
                <c:pt idx="7175">
                  <c:v>729.28599999999994</c:v>
                </c:pt>
                <c:pt idx="7176">
                  <c:v>585.60500000000002</c:v>
                </c:pt>
                <c:pt idx="7177">
                  <c:v>460.68099999999998</c:v>
                </c:pt>
                <c:pt idx="7178">
                  <c:v>362.73</c:v>
                </c:pt>
                <c:pt idx="7179">
                  <c:v>290.68900000000002</c:v>
                </c:pt>
                <c:pt idx="7180">
                  <c:v>239.572</c:v>
                </c:pt>
                <c:pt idx="7181">
                  <c:v>203.43600000000001</c:v>
                </c:pt>
                <c:pt idx="7182">
                  <c:v>177.4</c:v>
                </c:pt>
                <c:pt idx="7183">
                  <c:v>157.27000000000001</c:v>
                </c:pt>
                <c:pt idx="7184">
                  <c:v>140.51499999999999</c:v>
                </c:pt>
                <c:pt idx="7185">
                  <c:v>126.366</c:v>
                </c:pt>
                <c:pt idx="7186">
                  <c:v>114.801</c:v>
                </c:pt>
                <c:pt idx="7187">
                  <c:v>106.21899999999999</c:v>
                </c:pt>
                <c:pt idx="7188">
                  <c:v>100.033</c:v>
                </c:pt>
                <c:pt idx="7189">
                  <c:v>95.894300000000001</c:v>
                </c:pt>
                <c:pt idx="7190">
                  <c:v>93.637</c:v>
                </c:pt>
                <c:pt idx="7191">
                  <c:v>93.403300000000002</c:v>
                </c:pt>
                <c:pt idx="7192">
                  <c:v>95.850800000000007</c:v>
                </c:pt>
                <c:pt idx="7193">
                  <c:v>100.053</c:v>
                </c:pt>
                <c:pt idx="7194">
                  <c:v>104.401</c:v>
                </c:pt>
                <c:pt idx="7195">
                  <c:v>106.673</c:v>
                </c:pt>
                <c:pt idx="7196">
                  <c:v>105.565</c:v>
                </c:pt>
                <c:pt idx="7197">
                  <c:v>101.989</c:v>
                </c:pt>
                <c:pt idx="7198">
                  <c:v>97.688100000000006</c:v>
                </c:pt>
                <c:pt idx="7199">
                  <c:v>95.184299999999993</c:v>
                </c:pt>
                <c:pt idx="7200">
                  <c:v>95.189800000000005</c:v>
                </c:pt>
                <c:pt idx="7201">
                  <c:v>95.940700000000007</c:v>
                </c:pt>
                <c:pt idx="7202">
                  <c:v>94.778700000000001</c:v>
                </c:pt>
                <c:pt idx="7203">
                  <c:v>90.262699999999995</c:v>
                </c:pt>
                <c:pt idx="7204">
                  <c:v>82.733400000000003</c:v>
                </c:pt>
                <c:pt idx="7205">
                  <c:v>73.917100000000005</c:v>
                </c:pt>
                <c:pt idx="7206">
                  <c:v>65.648799999999994</c:v>
                </c:pt>
                <c:pt idx="7207">
                  <c:v>59.023400000000002</c:v>
                </c:pt>
                <c:pt idx="7208">
                  <c:v>54.497300000000003</c:v>
                </c:pt>
                <c:pt idx="7209">
                  <c:v>51.511200000000002</c:v>
                </c:pt>
                <c:pt idx="7210">
                  <c:v>49.824599999999997</c:v>
                </c:pt>
                <c:pt idx="7211">
                  <c:v>49.181699999999999</c:v>
                </c:pt>
                <c:pt idx="7212">
                  <c:v>48.726199999999999</c:v>
                </c:pt>
                <c:pt idx="7213">
                  <c:v>48.7194</c:v>
                </c:pt>
                <c:pt idx="7214">
                  <c:v>48.916200000000003</c:v>
                </c:pt>
                <c:pt idx="7215">
                  <c:v>49.783299999999997</c:v>
                </c:pt>
                <c:pt idx="7216">
                  <c:v>51.820599999999999</c:v>
                </c:pt>
                <c:pt idx="7217">
                  <c:v>55.420299999999997</c:v>
                </c:pt>
                <c:pt idx="7218">
                  <c:v>59.655900000000003</c:v>
                </c:pt>
                <c:pt idx="7219">
                  <c:v>64.719700000000003</c:v>
                </c:pt>
                <c:pt idx="7220">
                  <c:v>70.935500000000005</c:v>
                </c:pt>
                <c:pt idx="7221">
                  <c:v>78.367800000000003</c:v>
                </c:pt>
                <c:pt idx="7222">
                  <c:v>88.080399999999997</c:v>
                </c:pt>
                <c:pt idx="7223">
                  <c:v>101.744</c:v>
                </c:pt>
                <c:pt idx="7224">
                  <c:v>121.422</c:v>
                </c:pt>
                <c:pt idx="7225">
                  <c:v>148.048</c:v>
                </c:pt>
                <c:pt idx="7226">
                  <c:v>181.38399999999999</c:v>
                </c:pt>
                <c:pt idx="7227">
                  <c:v>218.04</c:v>
                </c:pt>
                <c:pt idx="7228">
                  <c:v>248.81899999999999</c:v>
                </c:pt>
                <c:pt idx="7229">
                  <c:v>264.54199999999997</c:v>
                </c:pt>
                <c:pt idx="7230">
                  <c:v>263.31099999999998</c:v>
                </c:pt>
                <c:pt idx="7231">
                  <c:v>252.28200000000001</c:v>
                </c:pt>
                <c:pt idx="7232">
                  <c:v>241.90299999999999</c:v>
                </c:pt>
                <c:pt idx="7233">
                  <c:v>239.74600000000001</c:v>
                </c:pt>
                <c:pt idx="7234">
                  <c:v>246.94200000000001</c:v>
                </c:pt>
                <c:pt idx="7235">
                  <c:v>259.31700000000001</c:v>
                </c:pt>
                <c:pt idx="7236">
                  <c:v>266.26799999999997</c:v>
                </c:pt>
                <c:pt idx="7237">
                  <c:v>258.30399999999997</c:v>
                </c:pt>
                <c:pt idx="7238">
                  <c:v>234.90299999999999</c:v>
                </c:pt>
                <c:pt idx="7239">
                  <c:v>202.97399999999999</c:v>
                </c:pt>
                <c:pt idx="7240">
                  <c:v>170.02099999999999</c:v>
                </c:pt>
                <c:pt idx="7241">
                  <c:v>140.935</c:v>
                </c:pt>
                <c:pt idx="7242">
                  <c:v>117.464</c:v>
                </c:pt>
                <c:pt idx="7243">
                  <c:v>99.672899999999998</c:v>
                </c:pt>
                <c:pt idx="7244">
                  <c:v>86.217299999999994</c:v>
                </c:pt>
                <c:pt idx="7245">
                  <c:v>76.427899999999994</c:v>
                </c:pt>
                <c:pt idx="7246">
                  <c:v>69.979200000000006</c:v>
                </c:pt>
                <c:pt idx="7247">
                  <c:v>66.224599999999995</c:v>
                </c:pt>
                <c:pt idx="7248">
                  <c:v>64.729900000000001</c:v>
                </c:pt>
                <c:pt idx="7249">
                  <c:v>64.806799999999996</c:v>
                </c:pt>
                <c:pt idx="7250">
                  <c:v>66.410499999999999</c:v>
                </c:pt>
                <c:pt idx="7251">
                  <c:v>69.467799999999997</c:v>
                </c:pt>
                <c:pt idx="7252">
                  <c:v>72.256799999999998</c:v>
                </c:pt>
                <c:pt idx="7253">
                  <c:v>73.242099999999994</c:v>
                </c:pt>
                <c:pt idx="7254">
                  <c:v>71.690799999999996</c:v>
                </c:pt>
                <c:pt idx="7255">
                  <c:v>68.037899999999993</c:v>
                </c:pt>
                <c:pt idx="7256">
                  <c:v>63.888800000000003</c:v>
                </c:pt>
                <c:pt idx="7257">
                  <c:v>61.369399999999999</c:v>
                </c:pt>
                <c:pt idx="7258">
                  <c:v>60.797199999999997</c:v>
                </c:pt>
                <c:pt idx="7259">
                  <c:v>61.259900000000002</c:v>
                </c:pt>
                <c:pt idx="7260">
                  <c:v>61.480899999999998</c:v>
                </c:pt>
                <c:pt idx="7261">
                  <c:v>59.653500000000001</c:v>
                </c:pt>
                <c:pt idx="7262">
                  <c:v>55.389600000000002</c:v>
                </c:pt>
                <c:pt idx="7263">
                  <c:v>49.294699999999999</c:v>
                </c:pt>
                <c:pt idx="7264">
                  <c:v>43.059699999999999</c:v>
                </c:pt>
                <c:pt idx="7265">
                  <c:v>37.413899999999998</c:v>
                </c:pt>
                <c:pt idx="7266">
                  <c:v>32.57</c:v>
                </c:pt>
                <c:pt idx="7267">
                  <c:v>28.816700000000001</c:v>
                </c:pt>
                <c:pt idx="7268">
                  <c:v>25.974299999999999</c:v>
                </c:pt>
                <c:pt idx="7269">
                  <c:v>23.858799999999999</c:v>
                </c:pt>
                <c:pt idx="7270">
                  <c:v>22.344899999999999</c:v>
                </c:pt>
                <c:pt idx="7271">
                  <c:v>21.081399999999999</c:v>
                </c:pt>
                <c:pt idx="7272">
                  <c:v>20.126999999999999</c:v>
                </c:pt>
                <c:pt idx="7273">
                  <c:v>19.505700000000001</c:v>
                </c:pt>
                <c:pt idx="7274">
                  <c:v>19.005199999999999</c:v>
                </c:pt>
                <c:pt idx="7275">
                  <c:v>18.6203</c:v>
                </c:pt>
                <c:pt idx="7276">
                  <c:v>18.5503</c:v>
                </c:pt>
                <c:pt idx="7277">
                  <c:v>18.882300000000001</c:v>
                </c:pt>
                <c:pt idx="7278">
                  <c:v>19.1736</c:v>
                </c:pt>
                <c:pt idx="7279">
                  <c:v>19.013999999999999</c:v>
                </c:pt>
                <c:pt idx="7280">
                  <c:v>18.786300000000001</c:v>
                </c:pt>
                <c:pt idx="7281">
                  <c:v>18.227900000000002</c:v>
                </c:pt>
                <c:pt idx="7282">
                  <c:v>17.7699</c:v>
                </c:pt>
                <c:pt idx="7283">
                  <c:v>17.635000000000002</c:v>
                </c:pt>
                <c:pt idx="7284">
                  <c:v>17.739000000000001</c:v>
                </c:pt>
                <c:pt idx="7285">
                  <c:v>17.533200000000001</c:v>
                </c:pt>
                <c:pt idx="7286">
                  <c:v>17.223199999999999</c:v>
                </c:pt>
                <c:pt idx="7287">
                  <c:v>16.875299999999999</c:v>
                </c:pt>
                <c:pt idx="7288">
                  <c:v>16.4102</c:v>
                </c:pt>
                <c:pt idx="7289">
                  <c:v>15.9733</c:v>
                </c:pt>
                <c:pt idx="7290">
                  <c:v>15.495799999999999</c:v>
                </c:pt>
                <c:pt idx="7291">
                  <c:v>14.9009</c:v>
                </c:pt>
                <c:pt idx="7292">
                  <c:v>14.263</c:v>
                </c:pt>
                <c:pt idx="7293">
                  <c:v>13.535299999999999</c:v>
                </c:pt>
                <c:pt idx="7294">
                  <c:v>13.0588</c:v>
                </c:pt>
                <c:pt idx="7295">
                  <c:v>12.9061</c:v>
                </c:pt>
                <c:pt idx="7296">
                  <c:v>12.565099999999999</c:v>
                </c:pt>
                <c:pt idx="7297">
                  <c:v>12.194000000000001</c:v>
                </c:pt>
                <c:pt idx="7298">
                  <c:v>12.227499999999999</c:v>
                </c:pt>
                <c:pt idx="7299">
                  <c:v>12.4444</c:v>
                </c:pt>
                <c:pt idx="7300">
                  <c:v>12.271100000000001</c:v>
                </c:pt>
                <c:pt idx="7301">
                  <c:v>12.2681</c:v>
                </c:pt>
                <c:pt idx="7302">
                  <c:v>12.702999999999999</c:v>
                </c:pt>
                <c:pt idx="7303">
                  <c:v>13.024100000000001</c:v>
                </c:pt>
                <c:pt idx="7304">
                  <c:v>13.5122</c:v>
                </c:pt>
                <c:pt idx="7305">
                  <c:v>13.713800000000001</c:v>
                </c:pt>
                <c:pt idx="7306">
                  <c:v>13.549099999999999</c:v>
                </c:pt>
                <c:pt idx="7307">
                  <c:v>13.1516</c:v>
                </c:pt>
                <c:pt idx="7308">
                  <c:v>13.056800000000001</c:v>
                </c:pt>
                <c:pt idx="7309">
                  <c:v>13.115399999999999</c:v>
                </c:pt>
                <c:pt idx="7310">
                  <c:v>13.160500000000001</c:v>
                </c:pt>
                <c:pt idx="7311">
                  <c:v>13.2539</c:v>
                </c:pt>
                <c:pt idx="7312">
                  <c:v>13.361700000000001</c:v>
                </c:pt>
                <c:pt idx="7313">
                  <c:v>13.2012</c:v>
                </c:pt>
                <c:pt idx="7314">
                  <c:v>12.6721</c:v>
                </c:pt>
                <c:pt idx="7315">
                  <c:v>12.0373</c:v>
                </c:pt>
                <c:pt idx="7316">
                  <c:v>11.413399999999999</c:v>
                </c:pt>
                <c:pt idx="7317">
                  <c:v>10.689500000000001</c:v>
                </c:pt>
                <c:pt idx="7318">
                  <c:v>10.1357</c:v>
                </c:pt>
                <c:pt idx="7319">
                  <c:v>9.7398799999999994</c:v>
                </c:pt>
                <c:pt idx="7320">
                  <c:v>9.6454900000000006</c:v>
                </c:pt>
                <c:pt idx="7321">
                  <c:v>9.7233099999999997</c:v>
                </c:pt>
                <c:pt idx="7322">
                  <c:v>10.175000000000001</c:v>
                </c:pt>
                <c:pt idx="7323">
                  <c:v>10.691700000000001</c:v>
                </c:pt>
                <c:pt idx="7324">
                  <c:v>11.252000000000001</c:v>
                </c:pt>
                <c:pt idx="7325">
                  <c:v>11.813700000000001</c:v>
                </c:pt>
                <c:pt idx="7326">
                  <c:v>12.3688</c:v>
                </c:pt>
                <c:pt idx="7327">
                  <c:v>13.3421</c:v>
                </c:pt>
                <c:pt idx="7328">
                  <c:v>14.5221</c:v>
                </c:pt>
                <c:pt idx="7329">
                  <c:v>16.043800000000001</c:v>
                </c:pt>
                <c:pt idx="7330">
                  <c:v>17.480799999999999</c:v>
                </c:pt>
                <c:pt idx="7331">
                  <c:v>19.148700000000002</c:v>
                </c:pt>
                <c:pt idx="7332">
                  <c:v>21.411000000000001</c:v>
                </c:pt>
                <c:pt idx="7333">
                  <c:v>23.998899999999999</c:v>
                </c:pt>
                <c:pt idx="7334">
                  <c:v>27.579499999999999</c:v>
                </c:pt>
                <c:pt idx="7335">
                  <c:v>32.915100000000002</c:v>
                </c:pt>
                <c:pt idx="7336">
                  <c:v>40.417200000000001</c:v>
                </c:pt>
                <c:pt idx="7337">
                  <c:v>49.4146</c:v>
                </c:pt>
                <c:pt idx="7338">
                  <c:v>57.990600000000001</c:v>
                </c:pt>
                <c:pt idx="7339">
                  <c:v>63.413499999999999</c:v>
                </c:pt>
                <c:pt idx="7340">
                  <c:v>64.430000000000007</c:v>
                </c:pt>
                <c:pt idx="7341">
                  <c:v>62.250799999999998</c:v>
                </c:pt>
                <c:pt idx="7342">
                  <c:v>59.433799999999998</c:v>
                </c:pt>
                <c:pt idx="7343">
                  <c:v>58.6188</c:v>
                </c:pt>
                <c:pt idx="7344">
                  <c:v>60.552</c:v>
                </c:pt>
                <c:pt idx="7345">
                  <c:v>63.224400000000003</c:v>
                </c:pt>
                <c:pt idx="7346">
                  <c:v>63.2821</c:v>
                </c:pt>
                <c:pt idx="7347">
                  <c:v>58.840299999999999</c:v>
                </c:pt>
                <c:pt idx="7348">
                  <c:v>51.334000000000003</c:v>
                </c:pt>
                <c:pt idx="7349">
                  <c:v>42.513100000000001</c:v>
                </c:pt>
                <c:pt idx="7350">
                  <c:v>34.1937</c:v>
                </c:pt>
                <c:pt idx="7351">
                  <c:v>27.558499999999999</c:v>
                </c:pt>
                <c:pt idx="7352">
                  <c:v>22.328099999999999</c:v>
                </c:pt>
                <c:pt idx="7353">
                  <c:v>18.585899999999999</c:v>
                </c:pt>
                <c:pt idx="7354">
                  <c:v>16.1494</c:v>
                </c:pt>
                <c:pt idx="7355">
                  <c:v>14.5557</c:v>
                </c:pt>
                <c:pt idx="7356">
                  <c:v>13.2857</c:v>
                </c:pt>
                <c:pt idx="7357">
                  <c:v>12.113</c:v>
                </c:pt>
                <c:pt idx="7358">
                  <c:v>11.278</c:v>
                </c:pt>
                <c:pt idx="7359">
                  <c:v>10.785399999999999</c:v>
                </c:pt>
                <c:pt idx="7360">
                  <c:v>10.301500000000001</c:v>
                </c:pt>
                <c:pt idx="7361">
                  <c:v>9.9150600000000004</c:v>
                </c:pt>
                <c:pt idx="7362">
                  <c:v>9.5600900000000006</c:v>
                </c:pt>
                <c:pt idx="7363">
                  <c:v>9.1234500000000001</c:v>
                </c:pt>
                <c:pt idx="7364">
                  <c:v>8.8680699999999995</c:v>
                </c:pt>
                <c:pt idx="7365">
                  <c:v>8.9760899999999992</c:v>
                </c:pt>
                <c:pt idx="7366">
                  <c:v>9.2098999999999993</c:v>
                </c:pt>
                <c:pt idx="7367">
                  <c:v>9.0105199999999996</c:v>
                </c:pt>
                <c:pt idx="7368">
                  <c:v>8.2961899999999993</c:v>
                </c:pt>
                <c:pt idx="7369">
                  <c:v>7.7460199999999997</c:v>
                </c:pt>
                <c:pt idx="7370">
                  <c:v>7.5672600000000001</c:v>
                </c:pt>
                <c:pt idx="7371">
                  <c:v>7.6769499999999997</c:v>
                </c:pt>
                <c:pt idx="7372">
                  <c:v>7.9020799999999998</c:v>
                </c:pt>
                <c:pt idx="7373">
                  <c:v>8.0617800000000006</c:v>
                </c:pt>
                <c:pt idx="7374">
                  <c:v>8.0963700000000003</c:v>
                </c:pt>
                <c:pt idx="7375">
                  <c:v>8.1996599999999997</c:v>
                </c:pt>
                <c:pt idx="7376">
                  <c:v>8.2032500000000006</c:v>
                </c:pt>
                <c:pt idx="7377">
                  <c:v>8.1638300000000008</c:v>
                </c:pt>
                <c:pt idx="7378">
                  <c:v>8.1708999999999996</c:v>
                </c:pt>
                <c:pt idx="7379">
                  <c:v>8.1634200000000003</c:v>
                </c:pt>
                <c:pt idx="7380">
                  <c:v>8.1293100000000003</c:v>
                </c:pt>
                <c:pt idx="7381">
                  <c:v>7.7725600000000004</c:v>
                </c:pt>
                <c:pt idx="7382">
                  <c:v>7.7667599999999997</c:v>
                </c:pt>
                <c:pt idx="7383">
                  <c:v>8.1490399999999994</c:v>
                </c:pt>
                <c:pt idx="7384">
                  <c:v>8.4023299999999992</c:v>
                </c:pt>
                <c:pt idx="7385">
                  <c:v>7.9890100000000004</c:v>
                </c:pt>
                <c:pt idx="7386">
                  <c:v>7.5162500000000003</c:v>
                </c:pt>
                <c:pt idx="7387">
                  <c:v>7.0817399999999999</c:v>
                </c:pt>
                <c:pt idx="7388">
                  <c:v>6.9274100000000001</c:v>
                </c:pt>
                <c:pt idx="7389">
                  <c:v>6.48</c:v>
                </c:pt>
                <c:pt idx="7390">
                  <c:v>6.0198900000000002</c:v>
                </c:pt>
                <c:pt idx="7391">
                  <c:v>5.9546299999999999</c:v>
                </c:pt>
                <c:pt idx="7392">
                  <c:v>6.13565</c:v>
                </c:pt>
                <c:pt idx="7393">
                  <c:v>6.2156099999999999</c:v>
                </c:pt>
                <c:pt idx="7394">
                  <c:v>6.2580999999999998</c:v>
                </c:pt>
                <c:pt idx="7395">
                  <c:v>5.9640599999999999</c:v>
                </c:pt>
                <c:pt idx="7396">
                  <c:v>5.7577199999999999</c:v>
                </c:pt>
                <c:pt idx="7397">
                  <c:v>5.6545399999999999</c:v>
                </c:pt>
                <c:pt idx="7398">
                  <c:v>5.5886199999999997</c:v>
                </c:pt>
                <c:pt idx="7399">
                  <c:v>5.4444600000000003</c:v>
                </c:pt>
                <c:pt idx="7400">
                  <c:v>5.39114</c:v>
                </c:pt>
                <c:pt idx="7401">
                  <c:v>5.1697499999999996</c:v>
                </c:pt>
                <c:pt idx="7402">
                  <c:v>4.9259899999999996</c:v>
                </c:pt>
                <c:pt idx="7403">
                  <c:v>4.7119400000000002</c:v>
                </c:pt>
                <c:pt idx="7404">
                  <c:v>4.8421399999999997</c:v>
                </c:pt>
                <c:pt idx="7405">
                  <c:v>4.71089</c:v>
                </c:pt>
                <c:pt idx="7406">
                  <c:v>4.5864200000000004</c:v>
                </c:pt>
                <c:pt idx="7407">
                  <c:v>4.8071200000000003</c:v>
                </c:pt>
                <c:pt idx="7408">
                  <c:v>5.26363</c:v>
                </c:pt>
                <c:pt idx="7409">
                  <c:v>5.40639</c:v>
                </c:pt>
                <c:pt idx="7410">
                  <c:v>5.3159900000000002</c:v>
                </c:pt>
                <c:pt idx="7411">
                  <c:v>5.2992800000000004</c:v>
                </c:pt>
                <c:pt idx="7412">
                  <c:v>5.3190400000000002</c:v>
                </c:pt>
                <c:pt idx="7413">
                  <c:v>5.1851399999999996</c:v>
                </c:pt>
                <c:pt idx="7414">
                  <c:v>4.8046300000000004</c:v>
                </c:pt>
                <c:pt idx="7415">
                  <c:v>4.75739</c:v>
                </c:pt>
                <c:pt idx="7416">
                  <c:v>5.0560200000000002</c:v>
                </c:pt>
                <c:pt idx="7417">
                  <c:v>5.2863600000000002</c:v>
                </c:pt>
                <c:pt idx="7418">
                  <c:v>5.1623000000000001</c:v>
                </c:pt>
                <c:pt idx="7419">
                  <c:v>4.7603600000000004</c:v>
                </c:pt>
                <c:pt idx="7420">
                  <c:v>4.4065200000000004</c:v>
                </c:pt>
                <c:pt idx="7421">
                  <c:v>4.3928900000000004</c:v>
                </c:pt>
                <c:pt idx="7422">
                  <c:v>4.4603200000000003</c:v>
                </c:pt>
                <c:pt idx="7423">
                  <c:v>4.2833699999999997</c:v>
                </c:pt>
                <c:pt idx="7424">
                  <c:v>4.0759600000000002</c:v>
                </c:pt>
                <c:pt idx="7425">
                  <c:v>4.10243</c:v>
                </c:pt>
                <c:pt idx="7426">
                  <c:v>4.4252900000000004</c:v>
                </c:pt>
                <c:pt idx="7427">
                  <c:v>4.9118500000000003</c:v>
                </c:pt>
                <c:pt idx="7428">
                  <c:v>4.9816399999999996</c:v>
                </c:pt>
                <c:pt idx="7429">
                  <c:v>4.8240600000000002</c:v>
                </c:pt>
                <c:pt idx="7430">
                  <c:v>5.0370600000000003</c:v>
                </c:pt>
                <c:pt idx="7431">
                  <c:v>5.4324500000000002</c:v>
                </c:pt>
                <c:pt idx="7432">
                  <c:v>5.4688299999999996</c:v>
                </c:pt>
                <c:pt idx="7433">
                  <c:v>5.3656100000000002</c:v>
                </c:pt>
                <c:pt idx="7434">
                  <c:v>5.02447</c:v>
                </c:pt>
                <c:pt idx="7435">
                  <c:v>4.7598399999999996</c:v>
                </c:pt>
                <c:pt idx="7436">
                  <c:v>4.8672199999999997</c:v>
                </c:pt>
                <c:pt idx="7437">
                  <c:v>4.8407799999999996</c:v>
                </c:pt>
                <c:pt idx="7438">
                  <c:v>4.8639099999999997</c:v>
                </c:pt>
                <c:pt idx="7439">
                  <c:v>5.2294600000000004</c:v>
                </c:pt>
                <c:pt idx="7440">
                  <c:v>5.2852600000000001</c:v>
                </c:pt>
                <c:pt idx="7441">
                  <c:v>5.2627300000000004</c:v>
                </c:pt>
                <c:pt idx="7442">
                  <c:v>5.0820100000000004</c:v>
                </c:pt>
                <c:pt idx="7443">
                  <c:v>4.7034799999999999</c:v>
                </c:pt>
                <c:pt idx="7444">
                  <c:v>4.4296600000000002</c:v>
                </c:pt>
                <c:pt idx="7445">
                  <c:v>4.3445200000000002</c:v>
                </c:pt>
                <c:pt idx="7446">
                  <c:v>4.1895600000000002</c:v>
                </c:pt>
                <c:pt idx="7447">
                  <c:v>4.1201699999999999</c:v>
                </c:pt>
                <c:pt idx="7448">
                  <c:v>4.27583</c:v>
                </c:pt>
                <c:pt idx="7449">
                  <c:v>4.3623000000000003</c:v>
                </c:pt>
                <c:pt idx="7450">
                  <c:v>4.5930900000000001</c:v>
                </c:pt>
                <c:pt idx="7451">
                  <c:v>4.9772299999999996</c:v>
                </c:pt>
                <c:pt idx="7452">
                  <c:v>5.0239900000000004</c:v>
                </c:pt>
                <c:pt idx="7453">
                  <c:v>4.8076100000000004</c:v>
                </c:pt>
                <c:pt idx="7454">
                  <c:v>4.7564399999999996</c:v>
                </c:pt>
                <c:pt idx="7455">
                  <c:v>4.5949299999999997</c:v>
                </c:pt>
                <c:pt idx="7456">
                  <c:v>4.4716899999999997</c:v>
                </c:pt>
                <c:pt idx="7457">
                  <c:v>4.6302300000000001</c:v>
                </c:pt>
                <c:pt idx="7458">
                  <c:v>4.8938899999999999</c:v>
                </c:pt>
                <c:pt idx="7459">
                  <c:v>5.1560199999999998</c:v>
                </c:pt>
                <c:pt idx="7460">
                  <c:v>5.4283999999999999</c:v>
                </c:pt>
                <c:pt idx="7461">
                  <c:v>5.4236000000000004</c:v>
                </c:pt>
                <c:pt idx="7462">
                  <c:v>5.3671899999999999</c:v>
                </c:pt>
                <c:pt idx="7463">
                  <c:v>5.3228499999999999</c:v>
                </c:pt>
                <c:pt idx="7464">
                  <c:v>5.3826499999999999</c:v>
                </c:pt>
                <c:pt idx="7465">
                  <c:v>5.46488</c:v>
                </c:pt>
                <c:pt idx="7466">
                  <c:v>5.0144000000000002</c:v>
                </c:pt>
                <c:pt idx="7467">
                  <c:v>4.8659600000000003</c:v>
                </c:pt>
                <c:pt idx="7468">
                  <c:v>4.83169</c:v>
                </c:pt>
                <c:pt idx="7469">
                  <c:v>4.5513700000000004</c:v>
                </c:pt>
                <c:pt idx="7470">
                  <c:v>4.2966199999999999</c:v>
                </c:pt>
                <c:pt idx="7471">
                  <c:v>4.3932900000000004</c:v>
                </c:pt>
                <c:pt idx="7472">
                  <c:v>4.2912699999999999</c:v>
                </c:pt>
                <c:pt idx="7473">
                  <c:v>4.0710199999999999</c:v>
                </c:pt>
                <c:pt idx="7474">
                  <c:v>3.9561600000000001</c:v>
                </c:pt>
                <c:pt idx="7475">
                  <c:v>3.8739499999999998</c:v>
                </c:pt>
                <c:pt idx="7476">
                  <c:v>4.0706699999999998</c:v>
                </c:pt>
                <c:pt idx="7477">
                  <c:v>4.2679299999999998</c:v>
                </c:pt>
                <c:pt idx="7478">
                  <c:v>4.55741</c:v>
                </c:pt>
                <c:pt idx="7479">
                  <c:v>4.6086799999999997</c:v>
                </c:pt>
                <c:pt idx="7480">
                  <c:v>4.3435100000000002</c:v>
                </c:pt>
                <c:pt idx="7481">
                  <c:v>4.2668299999999997</c:v>
                </c:pt>
                <c:pt idx="7482">
                  <c:v>4.2364499999999996</c:v>
                </c:pt>
                <c:pt idx="7483">
                  <c:v>4.3958000000000004</c:v>
                </c:pt>
                <c:pt idx="7484">
                  <c:v>4.4458000000000002</c:v>
                </c:pt>
                <c:pt idx="7485">
                  <c:v>4.14018</c:v>
                </c:pt>
                <c:pt idx="7486">
                  <c:v>4.1143400000000003</c:v>
                </c:pt>
                <c:pt idx="7487">
                  <c:v>4.0358799999999997</c:v>
                </c:pt>
                <c:pt idx="7488">
                  <c:v>3.6826300000000001</c:v>
                </c:pt>
                <c:pt idx="7489">
                  <c:v>3.7679999999999998</c:v>
                </c:pt>
                <c:pt idx="7490">
                  <c:v>3.9533</c:v>
                </c:pt>
                <c:pt idx="7491">
                  <c:v>3.7524500000000001</c:v>
                </c:pt>
                <c:pt idx="7492">
                  <c:v>3.70655</c:v>
                </c:pt>
                <c:pt idx="7493">
                  <c:v>3.5925199999999999</c:v>
                </c:pt>
                <c:pt idx="7494">
                  <c:v>3.7140300000000002</c:v>
                </c:pt>
                <c:pt idx="7495">
                  <c:v>3.8627899999999999</c:v>
                </c:pt>
                <c:pt idx="7496">
                  <c:v>3.8082600000000002</c:v>
                </c:pt>
                <c:pt idx="7497">
                  <c:v>3.9575200000000001</c:v>
                </c:pt>
                <c:pt idx="7498">
                  <c:v>4.1128799999999996</c:v>
                </c:pt>
                <c:pt idx="7499">
                  <c:v>4.1992099999999999</c:v>
                </c:pt>
                <c:pt idx="7500">
                  <c:v>3.9674100000000001</c:v>
                </c:pt>
                <c:pt idx="7501">
                  <c:v>3.7262900000000001</c:v>
                </c:pt>
                <c:pt idx="7502">
                  <c:v>3.9885700000000002</c:v>
                </c:pt>
                <c:pt idx="7503">
                  <c:v>4.1351500000000003</c:v>
                </c:pt>
                <c:pt idx="7504">
                  <c:v>4.02285</c:v>
                </c:pt>
                <c:pt idx="7505">
                  <c:v>4.2371100000000004</c:v>
                </c:pt>
                <c:pt idx="7506">
                  <c:v>4.3705100000000003</c:v>
                </c:pt>
                <c:pt idx="7507">
                  <c:v>4.43445</c:v>
                </c:pt>
                <c:pt idx="7508">
                  <c:v>4.5994099999999998</c:v>
                </c:pt>
                <c:pt idx="7509">
                  <c:v>4.3760000000000003</c:v>
                </c:pt>
                <c:pt idx="7510">
                  <c:v>4.1510899999999999</c:v>
                </c:pt>
                <c:pt idx="7511">
                  <c:v>3.7944300000000002</c:v>
                </c:pt>
                <c:pt idx="7512">
                  <c:v>3.6483699999999999</c:v>
                </c:pt>
                <c:pt idx="7513">
                  <c:v>4.0658500000000002</c:v>
                </c:pt>
                <c:pt idx="7514">
                  <c:v>4.22241</c:v>
                </c:pt>
                <c:pt idx="7515">
                  <c:v>4.2649999999999997</c:v>
                </c:pt>
                <c:pt idx="7516">
                  <c:v>4.3690100000000003</c:v>
                </c:pt>
                <c:pt idx="7517">
                  <c:v>4.4138099999999998</c:v>
                </c:pt>
                <c:pt idx="7518">
                  <c:v>4.5714499999999996</c:v>
                </c:pt>
                <c:pt idx="7519">
                  <c:v>4.6185700000000001</c:v>
                </c:pt>
                <c:pt idx="7520">
                  <c:v>4.0633900000000001</c:v>
                </c:pt>
                <c:pt idx="7521">
                  <c:v>4.0443699999999998</c:v>
                </c:pt>
                <c:pt idx="7522">
                  <c:v>4.1433200000000001</c:v>
                </c:pt>
                <c:pt idx="7523">
                  <c:v>4.0179600000000004</c:v>
                </c:pt>
                <c:pt idx="7524">
                  <c:v>4.1531799999999999</c:v>
                </c:pt>
                <c:pt idx="7525">
                  <c:v>4.0670400000000004</c:v>
                </c:pt>
                <c:pt idx="7526">
                  <c:v>3.9807700000000001</c:v>
                </c:pt>
                <c:pt idx="7527">
                  <c:v>4.1598499999999996</c:v>
                </c:pt>
                <c:pt idx="7528">
                  <c:v>4.1734799999999996</c:v>
                </c:pt>
                <c:pt idx="7529">
                  <c:v>4.0981500000000004</c:v>
                </c:pt>
                <c:pt idx="7530">
                  <c:v>4.1901900000000003</c:v>
                </c:pt>
                <c:pt idx="7531">
                  <c:v>4.3977700000000004</c:v>
                </c:pt>
                <c:pt idx="7532">
                  <c:v>4.35982</c:v>
                </c:pt>
                <c:pt idx="7533">
                  <c:v>3.94754</c:v>
                </c:pt>
                <c:pt idx="7534">
                  <c:v>3.83514</c:v>
                </c:pt>
                <c:pt idx="7535">
                  <c:v>3.8904800000000002</c:v>
                </c:pt>
                <c:pt idx="7536">
                  <c:v>3.95153</c:v>
                </c:pt>
                <c:pt idx="7537">
                  <c:v>4.0458400000000001</c:v>
                </c:pt>
                <c:pt idx="7538">
                  <c:v>4.1509799999999997</c:v>
                </c:pt>
                <c:pt idx="7539">
                  <c:v>4.03437</c:v>
                </c:pt>
                <c:pt idx="7540">
                  <c:v>3.9285100000000002</c:v>
                </c:pt>
                <c:pt idx="7541">
                  <c:v>3.5661399999999999</c:v>
                </c:pt>
                <c:pt idx="7542">
                  <c:v>3.1859199999999999</c:v>
                </c:pt>
                <c:pt idx="7543">
                  <c:v>3.3205300000000002</c:v>
                </c:pt>
                <c:pt idx="7544">
                  <c:v>3.8145699999999998</c:v>
                </c:pt>
                <c:pt idx="7545">
                  <c:v>4.0841700000000003</c:v>
                </c:pt>
                <c:pt idx="7546">
                  <c:v>4.2389700000000001</c:v>
                </c:pt>
                <c:pt idx="7547">
                  <c:v>4.4017499999999998</c:v>
                </c:pt>
                <c:pt idx="7548">
                  <c:v>4.4102699999999997</c:v>
                </c:pt>
                <c:pt idx="7549">
                  <c:v>4.3914200000000001</c:v>
                </c:pt>
                <c:pt idx="7550">
                  <c:v>4.3852000000000002</c:v>
                </c:pt>
                <c:pt idx="7551">
                  <c:v>4.3419999999999996</c:v>
                </c:pt>
                <c:pt idx="7552">
                  <c:v>4.0271400000000002</c:v>
                </c:pt>
                <c:pt idx="7553">
                  <c:v>3.82525</c:v>
                </c:pt>
                <c:pt idx="7554">
                  <c:v>3.7360099999999998</c:v>
                </c:pt>
                <c:pt idx="7555">
                  <c:v>4.0099200000000002</c:v>
                </c:pt>
                <c:pt idx="7556">
                  <c:v>4.1090499999999999</c:v>
                </c:pt>
                <c:pt idx="7557">
                  <c:v>3.9053499999999999</c:v>
                </c:pt>
                <c:pt idx="7558">
                  <c:v>3.79732</c:v>
                </c:pt>
                <c:pt idx="7559">
                  <c:v>3.6261399999999999</c:v>
                </c:pt>
                <c:pt idx="7560">
                  <c:v>3.4364300000000001</c:v>
                </c:pt>
                <c:pt idx="7561">
                  <c:v>3.1498300000000001</c:v>
                </c:pt>
                <c:pt idx="7562">
                  <c:v>3.07578</c:v>
                </c:pt>
                <c:pt idx="7563">
                  <c:v>3.6117699999999999</c:v>
                </c:pt>
                <c:pt idx="7564">
                  <c:v>3.8982399999999999</c:v>
                </c:pt>
                <c:pt idx="7565">
                  <c:v>3.8079499999999999</c:v>
                </c:pt>
                <c:pt idx="7566">
                  <c:v>3.8446400000000001</c:v>
                </c:pt>
                <c:pt idx="7567">
                  <c:v>4.0015400000000003</c:v>
                </c:pt>
                <c:pt idx="7568">
                  <c:v>3.7305199999999998</c:v>
                </c:pt>
                <c:pt idx="7569">
                  <c:v>3.54264</c:v>
                </c:pt>
                <c:pt idx="7570">
                  <c:v>3.2983600000000002</c:v>
                </c:pt>
                <c:pt idx="7571">
                  <c:v>3.1610499999999999</c:v>
                </c:pt>
                <c:pt idx="7572">
                  <c:v>3.1307900000000002</c:v>
                </c:pt>
                <c:pt idx="7573">
                  <c:v>2.90822</c:v>
                </c:pt>
                <c:pt idx="7574">
                  <c:v>2.9820899999999999</c:v>
                </c:pt>
                <c:pt idx="7575">
                  <c:v>3.2353200000000002</c:v>
                </c:pt>
                <c:pt idx="7576">
                  <c:v>3.7587299999999999</c:v>
                </c:pt>
                <c:pt idx="7577">
                  <c:v>4.0366400000000002</c:v>
                </c:pt>
                <c:pt idx="7578">
                  <c:v>4.1091899999999999</c:v>
                </c:pt>
                <c:pt idx="7579">
                  <c:v>4.2201599999999999</c:v>
                </c:pt>
                <c:pt idx="7580">
                  <c:v>4.1208999999999998</c:v>
                </c:pt>
                <c:pt idx="7581">
                  <c:v>3.9109400000000001</c:v>
                </c:pt>
                <c:pt idx="7582">
                  <c:v>3.8645900000000002</c:v>
                </c:pt>
                <c:pt idx="7583">
                  <c:v>4.2809100000000004</c:v>
                </c:pt>
                <c:pt idx="7584">
                  <c:v>4.2299899999999999</c:v>
                </c:pt>
                <c:pt idx="7585">
                  <c:v>4.0452899999999996</c:v>
                </c:pt>
                <c:pt idx="7586">
                  <c:v>3.95953</c:v>
                </c:pt>
                <c:pt idx="7587">
                  <c:v>3.64656</c:v>
                </c:pt>
                <c:pt idx="7588">
                  <c:v>3.7113299999999998</c:v>
                </c:pt>
                <c:pt idx="7589">
                  <c:v>3.6579799999999998</c:v>
                </c:pt>
                <c:pt idx="7590">
                  <c:v>3.5640399999999999</c:v>
                </c:pt>
                <c:pt idx="7591">
                  <c:v>3.8645499999999999</c:v>
                </c:pt>
                <c:pt idx="7592">
                  <c:v>4.0800200000000002</c:v>
                </c:pt>
                <c:pt idx="7593">
                  <c:v>3.9535499999999999</c:v>
                </c:pt>
                <c:pt idx="7594">
                  <c:v>3.9083700000000001</c:v>
                </c:pt>
                <c:pt idx="7595">
                  <c:v>3.87215</c:v>
                </c:pt>
                <c:pt idx="7596">
                  <c:v>3.7385899999999999</c:v>
                </c:pt>
                <c:pt idx="7597">
                  <c:v>3.21773</c:v>
                </c:pt>
                <c:pt idx="7598">
                  <c:v>3.10622</c:v>
                </c:pt>
                <c:pt idx="7599">
                  <c:v>3.2745799999999998</c:v>
                </c:pt>
                <c:pt idx="7600">
                  <c:v>3.3869699999999998</c:v>
                </c:pt>
                <c:pt idx="7601">
                  <c:v>3.47512</c:v>
                </c:pt>
                <c:pt idx="7602">
                  <c:v>3.6945000000000001</c:v>
                </c:pt>
                <c:pt idx="7603">
                  <c:v>3.7878799999999999</c:v>
                </c:pt>
                <c:pt idx="7604">
                  <c:v>3.6814399999999998</c:v>
                </c:pt>
                <c:pt idx="7605">
                  <c:v>3.6320899999999998</c:v>
                </c:pt>
                <c:pt idx="7606">
                  <c:v>3.6477599999999999</c:v>
                </c:pt>
                <c:pt idx="7607">
                  <c:v>3.7368700000000001</c:v>
                </c:pt>
                <c:pt idx="7608">
                  <c:v>3.8328099999999998</c:v>
                </c:pt>
                <c:pt idx="7609">
                  <c:v>3.7789899999999998</c:v>
                </c:pt>
                <c:pt idx="7610">
                  <c:v>3.7309299999999999</c:v>
                </c:pt>
                <c:pt idx="7611">
                  <c:v>3.5723199999999999</c:v>
                </c:pt>
                <c:pt idx="7612">
                  <c:v>3.66764</c:v>
                </c:pt>
                <c:pt idx="7613">
                  <c:v>3.9803099999999998</c:v>
                </c:pt>
                <c:pt idx="7614">
                  <c:v>4.0075799999999999</c:v>
                </c:pt>
                <c:pt idx="7615">
                  <c:v>3.74383</c:v>
                </c:pt>
                <c:pt idx="7616">
                  <c:v>3.58134</c:v>
                </c:pt>
                <c:pt idx="7617">
                  <c:v>3.99709</c:v>
                </c:pt>
                <c:pt idx="7618">
                  <c:v>4.3187199999999999</c:v>
                </c:pt>
                <c:pt idx="7619">
                  <c:v>4.3811099999999996</c:v>
                </c:pt>
                <c:pt idx="7620">
                  <c:v>3.9858199999999999</c:v>
                </c:pt>
                <c:pt idx="7621">
                  <c:v>3.8300800000000002</c:v>
                </c:pt>
                <c:pt idx="7622">
                  <c:v>3.8142399999999999</c:v>
                </c:pt>
                <c:pt idx="7623">
                  <c:v>3.5604100000000001</c:v>
                </c:pt>
                <c:pt idx="7624">
                  <c:v>3.4910000000000001</c:v>
                </c:pt>
                <c:pt idx="7625">
                  <c:v>3.7286299999999999</c:v>
                </c:pt>
                <c:pt idx="7626">
                  <c:v>3.96149</c:v>
                </c:pt>
                <c:pt idx="7627">
                  <c:v>4.1633399999999998</c:v>
                </c:pt>
                <c:pt idx="7628">
                  <c:v>4.0613099999999998</c:v>
                </c:pt>
                <c:pt idx="7629">
                  <c:v>4.1885899999999996</c:v>
                </c:pt>
                <c:pt idx="7630">
                  <c:v>4.5305400000000002</c:v>
                </c:pt>
                <c:pt idx="7631">
                  <c:v>4.43865</c:v>
                </c:pt>
                <c:pt idx="7632">
                  <c:v>4.4260099999999998</c:v>
                </c:pt>
                <c:pt idx="7633">
                  <c:v>4.4123099999999997</c:v>
                </c:pt>
                <c:pt idx="7634">
                  <c:v>4.30898</c:v>
                </c:pt>
                <c:pt idx="7635">
                  <c:v>4.3481300000000003</c:v>
                </c:pt>
                <c:pt idx="7636">
                  <c:v>4.27996</c:v>
                </c:pt>
                <c:pt idx="7637">
                  <c:v>4.34307</c:v>
                </c:pt>
                <c:pt idx="7638">
                  <c:v>4.5180699999999998</c:v>
                </c:pt>
                <c:pt idx="7639">
                  <c:v>4.7854999999999999</c:v>
                </c:pt>
                <c:pt idx="7640">
                  <c:v>5.1828200000000004</c:v>
                </c:pt>
                <c:pt idx="7641">
                  <c:v>5.5403099999999998</c:v>
                </c:pt>
                <c:pt idx="7642">
                  <c:v>6.0705400000000003</c:v>
                </c:pt>
                <c:pt idx="7643">
                  <c:v>6.4137399999999998</c:v>
                </c:pt>
                <c:pt idx="7644">
                  <c:v>7.0398500000000004</c:v>
                </c:pt>
                <c:pt idx="7645">
                  <c:v>7.9000500000000002</c:v>
                </c:pt>
                <c:pt idx="7646">
                  <c:v>8.4348100000000006</c:v>
                </c:pt>
                <c:pt idx="7647">
                  <c:v>8.4464600000000001</c:v>
                </c:pt>
                <c:pt idx="7648">
                  <c:v>7.8890000000000002</c:v>
                </c:pt>
                <c:pt idx="7649">
                  <c:v>7.4075300000000004</c:v>
                </c:pt>
                <c:pt idx="7650">
                  <c:v>7.4651399999999999</c:v>
                </c:pt>
                <c:pt idx="7651">
                  <c:v>7.7387800000000002</c:v>
                </c:pt>
                <c:pt idx="7652">
                  <c:v>7.9597800000000003</c:v>
                </c:pt>
                <c:pt idx="7653">
                  <c:v>8.0448599999999999</c:v>
                </c:pt>
                <c:pt idx="7654">
                  <c:v>7.5661100000000001</c:v>
                </c:pt>
                <c:pt idx="7655">
                  <c:v>6.7234100000000003</c:v>
                </c:pt>
                <c:pt idx="7656">
                  <c:v>5.75786</c:v>
                </c:pt>
                <c:pt idx="7657">
                  <c:v>5.1905099999999997</c:v>
                </c:pt>
                <c:pt idx="7658">
                  <c:v>4.9223299999999997</c:v>
                </c:pt>
                <c:pt idx="7659">
                  <c:v>4.8492600000000001</c:v>
                </c:pt>
                <c:pt idx="7660">
                  <c:v>4.8342299999999998</c:v>
                </c:pt>
                <c:pt idx="7661">
                  <c:v>4.63544</c:v>
                </c:pt>
                <c:pt idx="7662">
                  <c:v>4.2552300000000001</c:v>
                </c:pt>
                <c:pt idx="7663">
                  <c:v>4.0083200000000003</c:v>
                </c:pt>
                <c:pt idx="7664">
                  <c:v>4.0933700000000002</c:v>
                </c:pt>
                <c:pt idx="7665">
                  <c:v>4.1129699999999998</c:v>
                </c:pt>
                <c:pt idx="7666">
                  <c:v>4.22079</c:v>
                </c:pt>
                <c:pt idx="7667">
                  <c:v>4.1419300000000003</c:v>
                </c:pt>
                <c:pt idx="7668">
                  <c:v>4.0529900000000003</c:v>
                </c:pt>
                <c:pt idx="7669">
                  <c:v>3.9298600000000001</c:v>
                </c:pt>
                <c:pt idx="7670">
                  <c:v>3.8593799999999998</c:v>
                </c:pt>
                <c:pt idx="7671">
                  <c:v>4.3295700000000004</c:v>
                </c:pt>
                <c:pt idx="7672">
                  <c:v>4.7221900000000003</c:v>
                </c:pt>
                <c:pt idx="7673">
                  <c:v>4.6866099999999999</c:v>
                </c:pt>
                <c:pt idx="7674">
                  <c:v>4.3086700000000002</c:v>
                </c:pt>
                <c:pt idx="7675">
                  <c:v>4.0287699999999997</c:v>
                </c:pt>
                <c:pt idx="7676">
                  <c:v>3.9234200000000001</c:v>
                </c:pt>
                <c:pt idx="7677">
                  <c:v>3.71435</c:v>
                </c:pt>
                <c:pt idx="7678">
                  <c:v>3.66005</c:v>
                </c:pt>
                <c:pt idx="7679">
                  <c:v>3.58629</c:v>
                </c:pt>
                <c:pt idx="7680">
                  <c:v>3.5158999999999998</c:v>
                </c:pt>
                <c:pt idx="7681">
                  <c:v>3.50976</c:v>
                </c:pt>
                <c:pt idx="7682">
                  <c:v>3.10311</c:v>
                </c:pt>
                <c:pt idx="7683">
                  <c:v>2.9440499999999998</c:v>
                </c:pt>
                <c:pt idx="7684">
                  <c:v>3.37195</c:v>
                </c:pt>
                <c:pt idx="7685">
                  <c:v>3.7267000000000001</c:v>
                </c:pt>
                <c:pt idx="7686">
                  <c:v>3.9089900000000002</c:v>
                </c:pt>
                <c:pt idx="7687">
                  <c:v>4.2399100000000001</c:v>
                </c:pt>
                <c:pt idx="7688">
                  <c:v>4.3489699999999996</c:v>
                </c:pt>
                <c:pt idx="7689">
                  <c:v>4.0653699999999997</c:v>
                </c:pt>
                <c:pt idx="7690">
                  <c:v>4.0930400000000002</c:v>
                </c:pt>
                <c:pt idx="7691">
                  <c:v>4.4318999999999997</c:v>
                </c:pt>
                <c:pt idx="7692">
                  <c:v>4.7256099999999996</c:v>
                </c:pt>
                <c:pt idx="7693">
                  <c:v>5.4176799999999998</c:v>
                </c:pt>
                <c:pt idx="7694">
                  <c:v>6.2753300000000003</c:v>
                </c:pt>
                <c:pt idx="7695">
                  <c:v>6.5276199999999998</c:v>
                </c:pt>
                <c:pt idx="7696">
                  <c:v>6.5162699999999996</c:v>
                </c:pt>
                <c:pt idx="7697">
                  <c:v>6.6468999999999996</c:v>
                </c:pt>
                <c:pt idx="7698">
                  <c:v>6.7809999999999997</c:v>
                </c:pt>
                <c:pt idx="7699">
                  <c:v>7.0457900000000002</c:v>
                </c:pt>
                <c:pt idx="7700">
                  <c:v>7.2901199999999999</c:v>
                </c:pt>
                <c:pt idx="7701">
                  <c:v>7.3889100000000001</c:v>
                </c:pt>
                <c:pt idx="7702">
                  <c:v>6.8657599999999999</c:v>
                </c:pt>
                <c:pt idx="7703">
                  <c:v>6.2196800000000003</c:v>
                </c:pt>
                <c:pt idx="7704">
                  <c:v>5.9180999999999999</c:v>
                </c:pt>
                <c:pt idx="7705">
                  <c:v>5.4219999999999997</c:v>
                </c:pt>
                <c:pt idx="7706">
                  <c:v>5.0169699999999997</c:v>
                </c:pt>
                <c:pt idx="7707">
                  <c:v>5.1373499999999996</c:v>
                </c:pt>
                <c:pt idx="7708">
                  <c:v>5.6165799999999999</c:v>
                </c:pt>
                <c:pt idx="7709">
                  <c:v>5.8211199999999996</c:v>
                </c:pt>
                <c:pt idx="7710">
                  <c:v>5.3928500000000001</c:v>
                </c:pt>
                <c:pt idx="7711">
                  <c:v>4.9138200000000003</c:v>
                </c:pt>
                <c:pt idx="7712">
                  <c:v>4.8309100000000003</c:v>
                </c:pt>
                <c:pt idx="7713">
                  <c:v>4.8323200000000002</c:v>
                </c:pt>
                <c:pt idx="7714">
                  <c:v>5.1376400000000002</c:v>
                </c:pt>
                <c:pt idx="7715">
                  <c:v>5.7083300000000001</c:v>
                </c:pt>
                <c:pt idx="7716">
                  <c:v>5.6280700000000001</c:v>
                </c:pt>
                <c:pt idx="7717">
                  <c:v>5.1922699999999997</c:v>
                </c:pt>
                <c:pt idx="7718">
                  <c:v>4.9363900000000003</c:v>
                </c:pt>
                <c:pt idx="7719">
                  <c:v>4.4690599999999998</c:v>
                </c:pt>
                <c:pt idx="7720">
                  <c:v>4.1779099999999998</c:v>
                </c:pt>
                <c:pt idx="7721">
                  <c:v>4.1325399999999997</c:v>
                </c:pt>
                <c:pt idx="7722">
                  <c:v>4.3792</c:v>
                </c:pt>
                <c:pt idx="7723">
                  <c:v>4.4407800000000002</c:v>
                </c:pt>
                <c:pt idx="7724">
                  <c:v>4.0110200000000003</c:v>
                </c:pt>
                <c:pt idx="7725">
                  <c:v>3.5818699999999999</c:v>
                </c:pt>
                <c:pt idx="7726">
                  <c:v>3.4970699999999999</c:v>
                </c:pt>
                <c:pt idx="7727">
                  <c:v>3.5851999999999999</c:v>
                </c:pt>
                <c:pt idx="7728">
                  <c:v>3.67001</c:v>
                </c:pt>
                <c:pt idx="7729">
                  <c:v>3.4827499999999998</c:v>
                </c:pt>
                <c:pt idx="7730">
                  <c:v>3.1974800000000001</c:v>
                </c:pt>
                <c:pt idx="7731">
                  <c:v>3.4392299999999998</c:v>
                </c:pt>
                <c:pt idx="7732">
                  <c:v>3.7140900000000001</c:v>
                </c:pt>
                <c:pt idx="7733">
                  <c:v>3.819</c:v>
                </c:pt>
                <c:pt idx="7734">
                  <c:v>3.9003399999999999</c:v>
                </c:pt>
                <c:pt idx="7735">
                  <c:v>4.0707199999999997</c:v>
                </c:pt>
                <c:pt idx="7736">
                  <c:v>4.0399399999999996</c:v>
                </c:pt>
                <c:pt idx="7737">
                  <c:v>4.2349600000000001</c:v>
                </c:pt>
                <c:pt idx="7738">
                  <c:v>4.7148199999999996</c:v>
                </c:pt>
                <c:pt idx="7739">
                  <c:v>4.65252</c:v>
                </c:pt>
                <c:pt idx="7740">
                  <c:v>4.4413</c:v>
                </c:pt>
                <c:pt idx="7741">
                  <c:v>4.11503</c:v>
                </c:pt>
                <c:pt idx="7742">
                  <c:v>4.0747600000000004</c:v>
                </c:pt>
                <c:pt idx="7743">
                  <c:v>4.4138500000000001</c:v>
                </c:pt>
                <c:pt idx="7744">
                  <c:v>4.5233800000000004</c:v>
                </c:pt>
                <c:pt idx="7745">
                  <c:v>4.19754</c:v>
                </c:pt>
                <c:pt idx="7746">
                  <c:v>3.80396</c:v>
                </c:pt>
                <c:pt idx="7747">
                  <c:v>3.8506399999999998</c:v>
                </c:pt>
                <c:pt idx="7748">
                  <c:v>4.1172800000000001</c:v>
                </c:pt>
                <c:pt idx="7749">
                  <c:v>4.4340599999999997</c:v>
                </c:pt>
                <c:pt idx="7750">
                  <c:v>4.4731399999999999</c:v>
                </c:pt>
                <c:pt idx="7751">
                  <c:v>4.4072699999999996</c:v>
                </c:pt>
                <c:pt idx="7752">
                  <c:v>4.2907200000000003</c:v>
                </c:pt>
                <c:pt idx="7753">
                  <c:v>3.6612200000000001</c:v>
                </c:pt>
                <c:pt idx="7754">
                  <c:v>3.0289999999999999</c:v>
                </c:pt>
                <c:pt idx="7755">
                  <c:v>3.1762000000000001</c:v>
                </c:pt>
                <c:pt idx="7756">
                  <c:v>3.5731199999999999</c:v>
                </c:pt>
                <c:pt idx="7757">
                  <c:v>3.7345299999999999</c:v>
                </c:pt>
                <c:pt idx="7758">
                  <c:v>3.7354799999999999</c:v>
                </c:pt>
                <c:pt idx="7759">
                  <c:v>3.8271099999999998</c:v>
                </c:pt>
                <c:pt idx="7760">
                  <c:v>3.9819100000000001</c:v>
                </c:pt>
                <c:pt idx="7761">
                  <c:v>4.2137099999999998</c:v>
                </c:pt>
                <c:pt idx="7762">
                  <c:v>4.1701100000000002</c:v>
                </c:pt>
                <c:pt idx="7763">
                  <c:v>3.7377099999999999</c:v>
                </c:pt>
                <c:pt idx="7764">
                  <c:v>3.6281400000000001</c:v>
                </c:pt>
                <c:pt idx="7765">
                  <c:v>3.5411000000000001</c:v>
                </c:pt>
                <c:pt idx="7766">
                  <c:v>3.6906500000000002</c:v>
                </c:pt>
                <c:pt idx="7767">
                  <c:v>3.7265999999999999</c:v>
                </c:pt>
                <c:pt idx="7768">
                  <c:v>3.7896999999999998</c:v>
                </c:pt>
                <c:pt idx="7769">
                  <c:v>3.7242500000000001</c:v>
                </c:pt>
                <c:pt idx="7770">
                  <c:v>3.4421300000000001</c:v>
                </c:pt>
                <c:pt idx="7771">
                  <c:v>3.4921000000000002</c:v>
                </c:pt>
                <c:pt idx="7772">
                  <c:v>3.4351799999999999</c:v>
                </c:pt>
                <c:pt idx="7773">
                  <c:v>3.1213500000000001</c:v>
                </c:pt>
                <c:pt idx="7774">
                  <c:v>3.3795299999999999</c:v>
                </c:pt>
                <c:pt idx="7775">
                  <c:v>3.9043000000000001</c:v>
                </c:pt>
                <c:pt idx="7776">
                  <c:v>4.1718000000000002</c:v>
                </c:pt>
                <c:pt idx="7777">
                  <c:v>4.3316999999999997</c:v>
                </c:pt>
                <c:pt idx="7778">
                  <c:v>4.7073799999999997</c:v>
                </c:pt>
                <c:pt idx="7779">
                  <c:v>4.87073</c:v>
                </c:pt>
                <c:pt idx="7780">
                  <c:v>5.0665300000000002</c:v>
                </c:pt>
                <c:pt idx="7781">
                  <c:v>5.1593900000000001</c:v>
                </c:pt>
                <c:pt idx="7782">
                  <c:v>4.8059200000000004</c:v>
                </c:pt>
                <c:pt idx="7783">
                  <c:v>4.7103900000000003</c:v>
                </c:pt>
                <c:pt idx="7784">
                  <c:v>5.0465400000000002</c:v>
                </c:pt>
                <c:pt idx="7785">
                  <c:v>5.6589400000000003</c:v>
                </c:pt>
                <c:pt idx="7786">
                  <c:v>6.6345900000000002</c:v>
                </c:pt>
                <c:pt idx="7787">
                  <c:v>7.71333</c:v>
                </c:pt>
                <c:pt idx="7788">
                  <c:v>8.5101800000000001</c:v>
                </c:pt>
                <c:pt idx="7789">
                  <c:v>9.0194899999999993</c:v>
                </c:pt>
                <c:pt idx="7790">
                  <c:v>9.1007099999999994</c:v>
                </c:pt>
                <c:pt idx="7791">
                  <c:v>8.9627099999999995</c:v>
                </c:pt>
                <c:pt idx="7792">
                  <c:v>8.5905299999999993</c:v>
                </c:pt>
                <c:pt idx="7793">
                  <c:v>8.3283400000000007</c:v>
                </c:pt>
                <c:pt idx="7794">
                  <c:v>8.2927300000000006</c:v>
                </c:pt>
                <c:pt idx="7795">
                  <c:v>8.6326999999999998</c:v>
                </c:pt>
                <c:pt idx="7796">
                  <c:v>8.8545099999999994</c:v>
                </c:pt>
                <c:pt idx="7797">
                  <c:v>8.5129900000000003</c:v>
                </c:pt>
                <c:pt idx="7798">
                  <c:v>7.8419499999999998</c:v>
                </c:pt>
                <c:pt idx="7799">
                  <c:v>7.0339099999999997</c:v>
                </c:pt>
                <c:pt idx="7800">
                  <c:v>6.2694299999999998</c:v>
                </c:pt>
                <c:pt idx="7801">
                  <c:v>5.72668</c:v>
                </c:pt>
                <c:pt idx="7802">
                  <c:v>5.5178000000000003</c:v>
                </c:pt>
                <c:pt idx="7803">
                  <c:v>5.4127999999999998</c:v>
                </c:pt>
                <c:pt idx="7804">
                  <c:v>5.3620400000000004</c:v>
                </c:pt>
                <c:pt idx="7805">
                  <c:v>5.1015600000000001</c:v>
                </c:pt>
                <c:pt idx="7806">
                  <c:v>4.74559</c:v>
                </c:pt>
                <c:pt idx="7807">
                  <c:v>4.5476599999999996</c:v>
                </c:pt>
                <c:pt idx="7808">
                  <c:v>4.3944999999999999</c:v>
                </c:pt>
                <c:pt idx="7809">
                  <c:v>4.1604400000000004</c:v>
                </c:pt>
                <c:pt idx="7810">
                  <c:v>3.6368100000000001</c:v>
                </c:pt>
                <c:pt idx="7811">
                  <c:v>3.2764099999999998</c:v>
                </c:pt>
                <c:pt idx="7812">
                  <c:v>3.2467999999999999</c:v>
                </c:pt>
                <c:pt idx="7813">
                  <c:v>3.42136</c:v>
                </c:pt>
                <c:pt idx="7814">
                  <c:v>3.4565700000000001</c:v>
                </c:pt>
                <c:pt idx="7815">
                  <c:v>3.4812400000000001</c:v>
                </c:pt>
                <c:pt idx="7816">
                  <c:v>3.6970700000000001</c:v>
                </c:pt>
                <c:pt idx="7817">
                  <c:v>3.6885500000000002</c:v>
                </c:pt>
                <c:pt idx="7818">
                  <c:v>3.6900400000000002</c:v>
                </c:pt>
                <c:pt idx="7819">
                  <c:v>3.7029999999999998</c:v>
                </c:pt>
                <c:pt idx="7820">
                  <c:v>3.6710099999999999</c:v>
                </c:pt>
                <c:pt idx="7821">
                  <c:v>3.5413999999999999</c:v>
                </c:pt>
                <c:pt idx="7822">
                  <c:v>3.4660799999999998</c:v>
                </c:pt>
                <c:pt idx="7823">
                  <c:v>3.5591900000000001</c:v>
                </c:pt>
                <c:pt idx="7824">
                  <c:v>3.49424</c:v>
                </c:pt>
                <c:pt idx="7825">
                  <c:v>3.30823</c:v>
                </c:pt>
                <c:pt idx="7826">
                  <c:v>3.3525200000000002</c:v>
                </c:pt>
                <c:pt idx="7827">
                  <c:v>3.64981</c:v>
                </c:pt>
                <c:pt idx="7828">
                  <c:v>4.0458600000000002</c:v>
                </c:pt>
                <c:pt idx="7829">
                  <c:v>4.3176300000000003</c:v>
                </c:pt>
                <c:pt idx="7830">
                  <c:v>4.4820900000000004</c:v>
                </c:pt>
                <c:pt idx="7831">
                  <c:v>4.4372999999999996</c:v>
                </c:pt>
                <c:pt idx="7832">
                  <c:v>4.2846399999999996</c:v>
                </c:pt>
                <c:pt idx="7833">
                  <c:v>3.7610700000000001</c:v>
                </c:pt>
                <c:pt idx="7834">
                  <c:v>3.55809</c:v>
                </c:pt>
                <c:pt idx="7835">
                  <c:v>3.99187</c:v>
                </c:pt>
                <c:pt idx="7836">
                  <c:v>4.6371000000000002</c:v>
                </c:pt>
                <c:pt idx="7837">
                  <c:v>5.2279400000000003</c:v>
                </c:pt>
                <c:pt idx="7838">
                  <c:v>5.8732899999999999</c:v>
                </c:pt>
                <c:pt idx="7839">
                  <c:v>6.4437100000000003</c:v>
                </c:pt>
                <c:pt idx="7840">
                  <c:v>6.8000699999999998</c:v>
                </c:pt>
                <c:pt idx="7841">
                  <c:v>7.0531699999999997</c:v>
                </c:pt>
                <c:pt idx="7842">
                  <c:v>7.0471500000000002</c:v>
                </c:pt>
                <c:pt idx="7843">
                  <c:v>6.9981099999999996</c:v>
                </c:pt>
                <c:pt idx="7844">
                  <c:v>6.8081199999999997</c:v>
                </c:pt>
                <c:pt idx="7845">
                  <c:v>6.3360200000000004</c:v>
                </c:pt>
                <c:pt idx="7846">
                  <c:v>5.9936800000000003</c:v>
                </c:pt>
                <c:pt idx="7847">
                  <c:v>5.7084999999999999</c:v>
                </c:pt>
                <c:pt idx="7848">
                  <c:v>5.2116600000000002</c:v>
                </c:pt>
                <c:pt idx="7849">
                  <c:v>4.95662</c:v>
                </c:pt>
                <c:pt idx="7850">
                  <c:v>5.0193500000000002</c:v>
                </c:pt>
                <c:pt idx="7851">
                  <c:v>5.4394999999999998</c:v>
                </c:pt>
                <c:pt idx="7852">
                  <c:v>5.7488900000000003</c:v>
                </c:pt>
                <c:pt idx="7853">
                  <c:v>5.8148499999999999</c:v>
                </c:pt>
                <c:pt idx="7854">
                  <c:v>5.6454000000000004</c:v>
                </c:pt>
                <c:pt idx="7855">
                  <c:v>5.0363499999999997</c:v>
                </c:pt>
                <c:pt idx="7856">
                  <c:v>4.5827099999999996</c:v>
                </c:pt>
                <c:pt idx="7857">
                  <c:v>4.4852800000000004</c:v>
                </c:pt>
                <c:pt idx="7858">
                  <c:v>4.6891600000000002</c:v>
                </c:pt>
                <c:pt idx="7859">
                  <c:v>5.0928100000000001</c:v>
                </c:pt>
                <c:pt idx="7860">
                  <c:v>5.2616500000000004</c:v>
                </c:pt>
                <c:pt idx="7861">
                  <c:v>5.3357599999999996</c:v>
                </c:pt>
                <c:pt idx="7862">
                  <c:v>5.3667899999999999</c:v>
                </c:pt>
                <c:pt idx="7863">
                  <c:v>5.0998099999999997</c:v>
                </c:pt>
                <c:pt idx="7864">
                  <c:v>4.8223599999999998</c:v>
                </c:pt>
                <c:pt idx="7865">
                  <c:v>4.4966499999999998</c:v>
                </c:pt>
                <c:pt idx="7866">
                  <c:v>4.2045899999999996</c:v>
                </c:pt>
                <c:pt idx="7867">
                  <c:v>4.3765200000000002</c:v>
                </c:pt>
                <c:pt idx="7868">
                  <c:v>4.4882999999999997</c:v>
                </c:pt>
                <c:pt idx="7869">
                  <c:v>4.0404400000000003</c:v>
                </c:pt>
                <c:pt idx="7870">
                  <c:v>3.5535700000000001</c:v>
                </c:pt>
                <c:pt idx="7871">
                  <c:v>3.5455000000000001</c:v>
                </c:pt>
                <c:pt idx="7872">
                  <c:v>3.52468</c:v>
                </c:pt>
                <c:pt idx="7873">
                  <c:v>3.72052</c:v>
                </c:pt>
                <c:pt idx="7874">
                  <c:v>3.80768</c:v>
                </c:pt>
                <c:pt idx="7875">
                  <c:v>3.5842499999999999</c:v>
                </c:pt>
                <c:pt idx="7876">
                  <c:v>3.3622700000000001</c:v>
                </c:pt>
                <c:pt idx="7877">
                  <c:v>3.6072500000000001</c:v>
                </c:pt>
                <c:pt idx="7878">
                  <c:v>4.1541399999999999</c:v>
                </c:pt>
                <c:pt idx="7879">
                  <c:v>4.3683100000000001</c:v>
                </c:pt>
                <c:pt idx="7880">
                  <c:v>4.4693699999999996</c:v>
                </c:pt>
                <c:pt idx="7881">
                  <c:v>4.5610600000000003</c:v>
                </c:pt>
                <c:pt idx="7882">
                  <c:v>4.8612000000000002</c:v>
                </c:pt>
                <c:pt idx="7883">
                  <c:v>4.6008899999999997</c:v>
                </c:pt>
                <c:pt idx="7884">
                  <c:v>3.70438</c:v>
                </c:pt>
                <c:pt idx="7885">
                  <c:v>3.4182800000000002</c:v>
                </c:pt>
                <c:pt idx="7886">
                  <c:v>3.5154299999999998</c:v>
                </c:pt>
                <c:pt idx="7887">
                  <c:v>3.56189</c:v>
                </c:pt>
                <c:pt idx="7888">
                  <c:v>3.6832500000000001</c:v>
                </c:pt>
                <c:pt idx="7889">
                  <c:v>3.9922800000000001</c:v>
                </c:pt>
                <c:pt idx="7890">
                  <c:v>4.1870599999999998</c:v>
                </c:pt>
                <c:pt idx="7891">
                  <c:v>4.1322599999999996</c:v>
                </c:pt>
                <c:pt idx="7892">
                  <c:v>3.88903</c:v>
                </c:pt>
                <c:pt idx="7893">
                  <c:v>3.7074199999999999</c:v>
                </c:pt>
                <c:pt idx="7894">
                  <c:v>3.7031399999999999</c:v>
                </c:pt>
                <c:pt idx="7895">
                  <c:v>3.6402899999999998</c:v>
                </c:pt>
                <c:pt idx="7896">
                  <c:v>3.6032600000000001</c:v>
                </c:pt>
                <c:pt idx="7897">
                  <c:v>3.85771</c:v>
                </c:pt>
                <c:pt idx="7898">
                  <c:v>4.05708</c:v>
                </c:pt>
                <c:pt idx="7899">
                  <c:v>4.2203999999999997</c:v>
                </c:pt>
                <c:pt idx="7900">
                  <c:v>4.2791800000000002</c:v>
                </c:pt>
                <c:pt idx="7901">
                  <c:v>4.0121200000000004</c:v>
                </c:pt>
                <c:pt idx="7902">
                  <c:v>3.6621199999999998</c:v>
                </c:pt>
                <c:pt idx="7903">
                  <c:v>3.4098999999999999</c:v>
                </c:pt>
                <c:pt idx="7904">
                  <c:v>3.2389199999999998</c:v>
                </c:pt>
                <c:pt idx="7905">
                  <c:v>3.0895299999999999</c:v>
                </c:pt>
                <c:pt idx="7906">
                  <c:v>2.9470800000000001</c:v>
                </c:pt>
                <c:pt idx="7907">
                  <c:v>2.5651899999999999</c:v>
                </c:pt>
                <c:pt idx="7908">
                  <c:v>2.68614</c:v>
                </c:pt>
                <c:pt idx="7909">
                  <c:v>2.9965000000000002</c:v>
                </c:pt>
                <c:pt idx="7910">
                  <c:v>3.2032799999999999</c:v>
                </c:pt>
                <c:pt idx="7911">
                  <c:v>3.3942999999999999</c:v>
                </c:pt>
                <c:pt idx="7912">
                  <c:v>3.67639</c:v>
                </c:pt>
                <c:pt idx="7913">
                  <c:v>3.6995100000000001</c:v>
                </c:pt>
                <c:pt idx="7914">
                  <c:v>3.2314500000000002</c:v>
                </c:pt>
                <c:pt idx="7915">
                  <c:v>3.1143800000000001</c:v>
                </c:pt>
                <c:pt idx="7916">
                  <c:v>3.1181800000000002</c:v>
                </c:pt>
                <c:pt idx="7917">
                  <c:v>3.0289600000000001</c:v>
                </c:pt>
                <c:pt idx="7918">
                  <c:v>2.9738199999999999</c:v>
                </c:pt>
                <c:pt idx="7919">
                  <c:v>2.68214</c:v>
                </c:pt>
                <c:pt idx="7920">
                  <c:v>2.7373500000000002</c:v>
                </c:pt>
                <c:pt idx="7921">
                  <c:v>2.9969999999999999</c:v>
                </c:pt>
                <c:pt idx="7922">
                  <c:v>3.2504</c:v>
                </c:pt>
                <c:pt idx="7923">
                  <c:v>3.5899100000000002</c:v>
                </c:pt>
                <c:pt idx="7924">
                  <c:v>3.7800500000000001</c:v>
                </c:pt>
                <c:pt idx="7925">
                  <c:v>3.76193</c:v>
                </c:pt>
                <c:pt idx="7926">
                  <c:v>3.56196</c:v>
                </c:pt>
                <c:pt idx="7927">
                  <c:v>3.4160900000000001</c:v>
                </c:pt>
                <c:pt idx="7928">
                  <c:v>3.2129699999999999</c:v>
                </c:pt>
                <c:pt idx="7929">
                  <c:v>3.1791800000000001</c:v>
                </c:pt>
                <c:pt idx="7930">
                  <c:v>3.1318899999999998</c:v>
                </c:pt>
                <c:pt idx="7931">
                  <c:v>3.14316</c:v>
                </c:pt>
                <c:pt idx="7932">
                  <c:v>3.2182599999999999</c:v>
                </c:pt>
                <c:pt idx="7933">
                  <c:v>2.9009200000000002</c:v>
                </c:pt>
                <c:pt idx="7934">
                  <c:v>2.8227899999999999</c:v>
                </c:pt>
                <c:pt idx="7935">
                  <c:v>3.4735</c:v>
                </c:pt>
                <c:pt idx="7936">
                  <c:v>3.70824</c:v>
                </c:pt>
                <c:pt idx="7937">
                  <c:v>3.53213</c:v>
                </c:pt>
                <c:pt idx="7938">
                  <c:v>3.3308499999999999</c:v>
                </c:pt>
                <c:pt idx="7939">
                  <c:v>3.5485799999999998</c:v>
                </c:pt>
                <c:pt idx="7940">
                  <c:v>3.78071</c:v>
                </c:pt>
                <c:pt idx="7941">
                  <c:v>3.5005299999999999</c:v>
                </c:pt>
                <c:pt idx="7942">
                  <c:v>3.4573200000000002</c:v>
                </c:pt>
                <c:pt idx="7943">
                  <c:v>3.56135</c:v>
                </c:pt>
                <c:pt idx="7944">
                  <c:v>3.4993300000000001</c:v>
                </c:pt>
                <c:pt idx="7945">
                  <c:v>3.4548800000000002</c:v>
                </c:pt>
                <c:pt idx="7946">
                  <c:v>3.2353299999999998</c:v>
                </c:pt>
                <c:pt idx="7947">
                  <c:v>3.0104899999999999</c:v>
                </c:pt>
                <c:pt idx="7948">
                  <c:v>2.92245</c:v>
                </c:pt>
                <c:pt idx="7949">
                  <c:v>3.13809</c:v>
                </c:pt>
                <c:pt idx="7950">
                  <c:v>3.2935099999999999</c:v>
                </c:pt>
                <c:pt idx="7951">
                  <c:v>3.6014499999999998</c:v>
                </c:pt>
                <c:pt idx="7952">
                  <c:v>3.8666200000000002</c:v>
                </c:pt>
                <c:pt idx="7953">
                  <c:v>3.9863200000000001</c:v>
                </c:pt>
                <c:pt idx="7954">
                  <c:v>3.6097800000000002</c:v>
                </c:pt>
                <c:pt idx="7955">
                  <c:v>3.1646700000000001</c:v>
                </c:pt>
                <c:pt idx="7956">
                  <c:v>3.1802600000000001</c:v>
                </c:pt>
                <c:pt idx="7957">
                  <c:v>3.4569399999999999</c:v>
                </c:pt>
                <c:pt idx="7958">
                  <c:v>3.5072000000000001</c:v>
                </c:pt>
                <c:pt idx="7959">
                  <c:v>3.3445800000000001</c:v>
                </c:pt>
                <c:pt idx="7960">
                  <c:v>3.0528</c:v>
                </c:pt>
                <c:pt idx="7961">
                  <c:v>2.9738000000000002</c:v>
                </c:pt>
                <c:pt idx="7962">
                  <c:v>3.0815100000000002</c:v>
                </c:pt>
                <c:pt idx="7963">
                  <c:v>3.3460399999999999</c:v>
                </c:pt>
                <c:pt idx="7964">
                  <c:v>3.3153199999999998</c:v>
                </c:pt>
                <c:pt idx="7965">
                  <c:v>3.18899</c:v>
                </c:pt>
                <c:pt idx="7966">
                  <c:v>3.48976</c:v>
                </c:pt>
                <c:pt idx="7967">
                  <c:v>3.6711900000000002</c:v>
                </c:pt>
                <c:pt idx="7968">
                  <c:v>3.9228299999999998</c:v>
                </c:pt>
                <c:pt idx="7969">
                  <c:v>4.4003800000000002</c:v>
                </c:pt>
                <c:pt idx="7970">
                  <c:v>4.6318200000000003</c:v>
                </c:pt>
                <c:pt idx="7971">
                  <c:v>4.3826000000000001</c:v>
                </c:pt>
                <c:pt idx="7972">
                  <c:v>4.0617900000000002</c:v>
                </c:pt>
                <c:pt idx="7973">
                  <c:v>3.94</c:v>
                </c:pt>
                <c:pt idx="7974">
                  <c:v>4.0021699999999996</c:v>
                </c:pt>
                <c:pt idx="7975">
                  <c:v>3.9081000000000001</c:v>
                </c:pt>
                <c:pt idx="7976">
                  <c:v>3.6892900000000002</c:v>
                </c:pt>
                <c:pt idx="7977">
                  <c:v>4.06494</c:v>
                </c:pt>
                <c:pt idx="7978">
                  <c:v>4.4638099999999996</c:v>
                </c:pt>
                <c:pt idx="7979">
                  <c:v>4.3270600000000004</c:v>
                </c:pt>
                <c:pt idx="7980">
                  <c:v>4.1026499999999997</c:v>
                </c:pt>
                <c:pt idx="7981">
                  <c:v>3.9737200000000001</c:v>
                </c:pt>
                <c:pt idx="7982">
                  <c:v>3.7593299999999998</c:v>
                </c:pt>
                <c:pt idx="7983">
                  <c:v>3.60487</c:v>
                </c:pt>
                <c:pt idx="7984">
                  <c:v>3.7524199999999999</c:v>
                </c:pt>
                <c:pt idx="7985">
                  <c:v>3.8042400000000001</c:v>
                </c:pt>
                <c:pt idx="7986">
                  <c:v>4.1130300000000002</c:v>
                </c:pt>
                <c:pt idx="7987">
                  <c:v>4.7338300000000002</c:v>
                </c:pt>
                <c:pt idx="7988">
                  <c:v>5.0381900000000002</c:v>
                </c:pt>
                <c:pt idx="7989">
                  <c:v>4.6592599999999997</c:v>
                </c:pt>
                <c:pt idx="7990">
                  <c:v>4.0420199999999999</c:v>
                </c:pt>
                <c:pt idx="7991">
                  <c:v>3.74708</c:v>
                </c:pt>
                <c:pt idx="7992">
                  <c:v>3.2544200000000001</c:v>
                </c:pt>
                <c:pt idx="7993">
                  <c:v>2.85263</c:v>
                </c:pt>
                <c:pt idx="7994">
                  <c:v>2.99146</c:v>
                </c:pt>
                <c:pt idx="7995">
                  <c:v>3.30471</c:v>
                </c:pt>
                <c:pt idx="7996">
                  <c:v>3.37887</c:v>
                </c:pt>
                <c:pt idx="7997">
                  <c:v>3.0876600000000001</c:v>
                </c:pt>
                <c:pt idx="7998">
                  <c:v>2.8989600000000002</c:v>
                </c:pt>
                <c:pt idx="7999">
                  <c:v>3.2844500000000001</c:v>
                </c:pt>
                <c:pt idx="8000">
                  <c:v>3.0434700000000001</c:v>
                </c:pt>
                <c:pt idx="8001">
                  <c:v>2.6119300000000001</c:v>
                </c:pt>
                <c:pt idx="8002">
                  <c:v>2.59226</c:v>
                </c:pt>
                <c:pt idx="8003">
                  <c:v>2.54854</c:v>
                </c:pt>
                <c:pt idx="8004">
                  <c:v>2.7217099999999999</c:v>
                </c:pt>
                <c:pt idx="8005">
                  <c:v>3.21028</c:v>
                </c:pt>
                <c:pt idx="8006">
                  <c:v>3.4211999999999998</c:v>
                </c:pt>
                <c:pt idx="8007">
                  <c:v>3.4256099999999998</c:v>
                </c:pt>
                <c:pt idx="8008">
                  <c:v>3.2626499999999998</c:v>
                </c:pt>
                <c:pt idx="8009">
                  <c:v>3.1312099999999998</c:v>
                </c:pt>
                <c:pt idx="8010">
                  <c:v>2.9724699999999999</c:v>
                </c:pt>
                <c:pt idx="8011">
                  <c:v>2.6314700000000002</c:v>
                </c:pt>
                <c:pt idx="8012">
                  <c:v>2.58487</c:v>
                </c:pt>
                <c:pt idx="8013">
                  <c:v>2.7963</c:v>
                </c:pt>
                <c:pt idx="8014">
                  <c:v>3.0504600000000002</c:v>
                </c:pt>
                <c:pt idx="8015">
                  <c:v>3.00752</c:v>
                </c:pt>
                <c:pt idx="8016">
                  <c:v>2.9741599999999999</c:v>
                </c:pt>
                <c:pt idx="8017">
                  <c:v>2.9339</c:v>
                </c:pt>
                <c:pt idx="8018">
                  <c:v>2.6328900000000002</c:v>
                </c:pt>
                <c:pt idx="8019">
                  <c:v>2.5010599999999998</c:v>
                </c:pt>
                <c:pt idx="8020">
                  <c:v>2.7552599999999998</c:v>
                </c:pt>
                <c:pt idx="8021">
                  <c:v>2.7984599999999999</c:v>
                </c:pt>
                <c:pt idx="8022">
                  <c:v>2.70214</c:v>
                </c:pt>
                <c:pt idx="8023">
                  <c:v>2.8048099999999998</c:v>
                </c:pt>
                <c:pt idx="8024">
                  <c:v>2.8009499999999998</c:v>
                </c:pt>
                <c:pt idx="8025">
                  <c:v>2.80261</c:v>
                </c:pt>
                <c:pt idx="8026">
                  <c:v>2.81725</c:v>
                </c:pt>
                <c:pt idx="8027">
                  <c:v>3.0686399999999998</c:v>
                </c:pt>
                <c:pt idx="8028">
                  <c:v>3.55219</c:v>
                </c:pt>
                <c:pt idx="8029">
                  <c:v>3.2310500000000002</c:v>
                </c:pt>
                <c:pt idx="8030">
                  <c:v>2.64601</c:v>
                </c:pt>
                <c:pt idx="8031">
                  <c:v>2.6173099999999998</c:v>
                </c:pt>
                <c:pt idx="8032">
                  <c:v>3.0700500000000002</c:v>
                </c:pt>
                <c:pt idx="8033">
                  <c:v>3.4852799999999999</c:v>
                </c:pt>
                <c:pt idx="8034">
                  <c:v>3.41865</c:v>
                </c:pt>
                <c:pt idx="8035">
                  <c:v>3.2388599999999999</c:v>
                </c:pt>
                <c:pt idx="8036">
                  <c:v>2.9381400000000002</c:v>
                </c:pt>
                <c:pt idx="8037">
                  <c:v>2.9275799999999998</c:v>
                </c:pt>
                <c:pt idx="8038">
                  <c:v>2.7736700000000001</c:v>
                </c:pt>
                <c:pt idx="8039">
                  <c:v>2.7461899999999999</c:v>
                </c:pt>
                <c:pt idx="8040">
                  <c:v>2.9662500000000001</c:v>
                </c:pt>
                <c:pt idx="8041">
                  <c:v>2.95377</c:v>
                </c:pt>
                <c:pt idx="8042">
                  <c:v>2.8791899999999999</c:v>
                </c:pt>
                <c:pt idx="8043">
                  <c:v>3.02793</c:v>
                </c:pt>
                <c:pt idx="8044">
                  <c:v>3.22288</c:v>
                </c:pt>
                <c:pt idx="8045">
                  <c:v>3.3310200000000001</c:v>
                </c:pt>
                <c:pt idx="8046">
                  <c:v>3.4860500000000001</c:v>
                </c:pt>
                <c:pt idx="8047">
                  <c:v>3.5613999999999999</c:v>
                </c:pt>
                <c:pt idx="8048">
                  <c:v>3.7660399999999998</c:v>
                </c:pt>
                <c:pt idx="8049">
                  <c:v>3.7966000000000002</c:v>
                </c:pt>
                <c:pt idx="8050">
                  <c:v>3.5697999999999999</c:v>
                </c:pt>
                <c:pt idx="8051">
                  <c:v>3.1604399999999999</c:v>
                </c:pt>
                <c:pt idx="8052">
                  <c:v>3.2001200000000001</c:v>
                </c:pt>
                <c:pt idx="8053">
                  <c:v>3.7799100000000001</c:v>
                </c:pt>
                <c:pt idx="8054">
                  <c:v>4.0957699999999999</c:v>
                </c:pt>
                <c:pt idx="8055">
                  <c:v>4.3642899999999996</c:v>
                </c:pt>
                <c:pt idx="8056">
                  <c:v>4.3548999999999998</c:v>
                </c:pt>
                <c:pt idx="8057">
                  <c:v>4.0619899999999998</c:v>
                </c:pt>
                <c:pt idx="8058">
                  <c:v>3.85033</c:v>
                </c:pt>
                <c:pt idx="8059">
                  <c:v>3.7265899999999998</c:v>
                </c:pt>
                <c:pt idx="8060">
                  <c:v>3.6663299999999999</c:v>
                </c:pt>
                <c:pt idx="8061">
                  <c:v>3.7879900000000002</c:v>
                </c:pt>
                <c:pt idx="8062">
                  <c:v>3.37357</c:v>
                </c:pt>
                <c:pt idx="8063">
                  <c:v>3.0326</c:v>
                </c:pt>
                <c:pt idx="8064">
                  <c:v>3.4834800000000001</c:v>
                </c:pt>
                <c:pt idx="8065">
                  <c:v>3.9117600000000001</c:v>
                </c:pt>
                <c:pt idx="8066">
                  <c:v>3.7973300000000001</c:v>
                </c:pt>
                <c:pt idx="8067">
                  <c:v>3.6659299999999999</c:v>
                </c:pt>
                <c:pt idx="8068">
                  <c:v>3.4497800000000001</c:v>
                </c:pt>
                <c:pt idx="8069">
                  <c:v>2.86957</c:v>
                </c:pt>
                <c:pt idx="8070">
                  <c:v>2.3128299999999999</c:v>
                </c:pt>
                <c:pt idx="8071">
                  <c:v>2.3908299999999998</c:v>
                </c:pt>
                <c:pt idx="8072">
                  <c:v>2.8678400000000002</c:v>
                </c:pt>
                <c:pt idx="8073">
                  <c:v>3.0477300000000001</c:v>
                </c:pt>
                <c:pt idx="8074">
                  <c:v>3.0025599999999999</c:v>
                </c:pt>
                <c:pt idx="8075">
                  <c:v>3.0046900000000001</c:v>
                </c:pt>
                <c:pt idx="8076">
                  <c:v>3.03009</c:v>
                </c:pt>
                <c:pt idx="8077">
                  <c:v>3.1598600000000001</c:v>
                </c:pt>
                <c:pt idx="8078">
                  <c:v>3.0932499999999998</c:v>
                </c:pt>
                <c:pt idx="8079">
                  <c:v>3.1405799999999999</c:v>
                </c:pt>
                <c:pt idx="8080">
                  <c:v>3.3381400000000001</c:v>
                </c:pt>
                <c:pt idx="8081">
                  <c:v>3.4337200000000001</c:v>
                </c:pt>
                <c:pt idx="8082">
                  <c:v>3.4575499999999999</c:v>
                </c:pt>
                <c:pt idx="8083">
                  <c:v>3.1174200000000001</c:v>
                </c:pt>
                <c:pt idx="8084">
                  <c:v>2.84023</c:v>
                </c:pt>
                <c:pt idx="8085">
                  <c:v>3.0149400000000002</c:v>
                </c:pt>
                <c:pt idx="8086">
                  <c:v>3.0587200000000001</c:v>
                </c:pt>
                <c:pt idx="8087">
                  <c:v>2.9621599999999999</c:v>
                </c:pt>
                <c:pt idx="8088">
                  <c:v>3.1520000000000001</c:v>
                </c:pt>
                <c:pt idx="8089">
                  <c:v>3.17435</c:v>
                </c:pt>
                <c:pt idx="8090">
                  <c:v>3.0335200000000002</c:v>
                </c:pt>
                <c:pt idx="8091">
                  <c:v>3.0649600000000001</c:v>
                </c:pt>
                <c:pt idx="8092">
                  <c:v>2.93147</c:v>
                </c:pt>
                <c:pt idx="8093">
                  <c:v>2.5265599999999999</c:v>
                </c:pt>
                <c:pt idx="8094">
                  <c:v>2.1784300000000001</c:v>
                </c:pt>
                <c:pt idx="8095">
                  <c:v>2.5578599999999998</c:v>
                </c:pt>
                <c:pt idx="8096">
                  <c:v>3.33988</c:v>
                </c:pt>
                <c:pt idx="8097">
                  <c:v>3.7311200000000002</c:v>
                </c:pt>
                <c:pt idx="8098">
                  <c:v>3.68628</c:v>
                </c:pt>
                <c:pt idx="8099">
                  <c:v>3.2289099999999999</c:v>
                </c:pt>
                <c:pt idx="8100">
                  <c:v>3.1147</c:v>
                </c:pt>
                <c:pt idx="8101">
                  <c:v>3.1471</c:v>
                </c:pt>
                <c:pt idx="8102">
                  <c:v>3.2063899999999999</c:v>
                </c:pt>
                <c:pt idx="8103">
                  <c:v>3.4085200000000002</c:v>
                </c:pt>
                <c:pt idx="8104">
                  <c:v>3.5742600000000002</c:v>
                </c:pt>
                <c:pt idx="8105">
                  <c:v>3.49762</c:v>
                </c:pt>
                <c:pt idx="8106">
                  <c:v>3.3230900000000001</c:v>
                </c:pt>
                <c:pt idx="8107">
                  <c:v>3.1708400000000001</c:v>
                </c:pt>
                <c:pt idx="8108">
                  <c:v>3.2026300000000001</c:v>
                </c:pt>
                <c:pt idx="8109">
                  <c:v>3.2572199999999998</c:v>
                </c:pt>
                <c:pt idx="8110">
                  <c:v>3.3118300000000001</c:v>
                </c:pt>
                <c:pt idx="8111">
                  <c:v>3.2720400000000001</c:v>
                </c:pt>
                <c:pt idx="8112">
                  <c:v>3.3391899999999999</c:v>
                </c:pt>
                <c:pt idx="8113">
                  <c:v>3.0793300000000001</c:v>
                </c:pt>
                <c:pt idx="8114">
                  <c:v>2.8868</c:v>
                </c:pt>
                <c:pt idx="8115">
                  <c:v>2.5548099999999998</c:v>
                </c:pt>
                <c:pt idx="8116">
                  <c:v>2.1006900000000002</c:v>
                </c:pt>
                <c:pt idx="8117">
                  <c:v>1.9442600000000001</c:v>
                </c:pt>
                <c:pt idx="8118">
                  <c:v>2.3432300000000001</c:v>
                </c:pt>
                <c:pt idx="8119">
                  <c:v>2.9906700000000002</c:v>
                </c:pt>
                <c:pt idx="8120">
                  <c:v>3.3319999999999999</c:v>
                </c:pt>
                <c:pt idx="8121">
                  <c:v>3.5182000000000002</c:v>
                </c:pt>
                <c:pt idx="8122">
                  <c:v>3.5658500000000002</c:v>
                </c:pt>
                <c:pt idx="8123">
                  <c:v>3.42937</c:v>
                </c:pt>
                <c:pt idx="8124">
                  <c:v>3.3647300000000002</c:v>
                </c:pt>
                <c:pt idx="8125">
                  <c:v>3.0804900000000002</c:v>
                </c:pt>
                <c:pt idx="8126">
                  <c:v>2.7297400000000001</c:v>
                </c:pt>
                <c:pt idx="8127">
                  <c:v>2.8355399999999999</c:v>
                </c:pt>
                <c:pt idx="8128">
                  <c:v>2.9683799999999998</c:v>
                </c:pt>
                <c:pt idx="8129">
                  <c:v>2.90862</c:v>
                </c:pt>
                <c:pt idx="8130">
                  <c:v>2.4944899999999999</c:v>
                </c:pt>
                <c:pt idx="8131">
                  <c:v>2.3042500000000001</c:v>
                </c:pt>
                <c:pt idx="8132">
                  <c:v>2.50481</c:v>
                </c:pt>
                <c:pt idx="8133">
                  <c:v>2.7983699999999998</c:v>
                </c:pt>
                <c:pt idx="8134">
                  <c:v>2.8672599999999999</c:v>
                </c:pt>
                <c:pt idx="8135">
                  <c:v>2.7159599999999999</c:v>
                </c:pt>
                <c:pt idx="8136">
                  <c:v>2.6213899999999999</c:v>
                </c:pt>
                <c:pt idx="8137">
                  <c:v>2.59158</c:v>
                </c:pt>
                <c:pt idx="8138">
                  <c:v>2.8652000000000002</c:v>
                </c:pt>
                <c:pt idx="8139">
                  <c:v>2.77522</c:v>
                </c:pt>
                <c:pt idx="8140">
                  <c:v>2.7211099999999999</c:v>
                </c:pt>
                <c:pt idx="8141">
                  <c:v>2.9379400000000002</c:v>
                </c:pt>
                <c:pt idx="8142">
                  <c:v>3.3526400000000001</c:v>
                </c:pt>
                <c:pt idx="8143">
                  <c:v>3.8043200000000001</c:v>
                </c:pt>
                <c:pt idx="8144">
                  <c:v>4.0130699999999999</c:v>
                </c:pt>
                <c:pt idx="8145">
                  <c:v>3.82057</c:v>
                </c:pt>
                <c:pt idx="8146">
                  <c:v>3.8999600000000001</c:v>
                </c:pt>
                <c:pt idx="8147">
                  <c:v>3.76071</c:v>
                </c:pt>
                <c:pt idx="8148">
                  <c:v>3.4129700000000001</c:v>
                </c:pt>
                <c:pt idx="8149">
                  <c:v>3.6703399999999999</c:v>
                </c:pt>
                <c:pt idx="8150">
                  <c:v>3.6256699999999999</c:v>
                </c:pt>
                <c:pt idx="8151">
                  <c:v>3.55768</c:v>
                </c:pt>
                <c:pt idx="8152">
                  <c:v>3.54148</c:v>
                </c:pt>
                <c:pt idx="8153">
                  <c:v>3.3755299999999999</c:v>
                </c:pt>
                <c:pt idx="8154">
                  <c:v>3.3360599999999998</c:v>
                </c:pt>
                <c:pt idx="8155">
                  <c:v>3.5813100000000002</c:v>
                </c:pt>
                <c:pt idx="8156">
                  <c:v>4.0036199999999997</c:v>
                </c:pt>
                <c:pt idx="8157">
                  <c:v>4.2552000000000003</c:v>
                </c:pt>
                <c:pt idx="8158">
                  <c:v>3.9798200000000001</c:v>
                </c:pt>
                <c:pt idx="8159">
                  <c:v>3.4150299999999998</c:v>
                </c:pt>
                <c:pt idx="8160">
                  <c:v>2.7674799999999999</c:v>
                </c:pt>
                <c:pt idx="8161">
                  <c:v>2.3924699999999999</c:v>
                </c:pt>
                <c:pt idx="8162">
                  <c:v>2.46618</c:v>
                </c:pt>
                <c:pt idx="8163">
                  <c:v>2.6212300000000002</c:v>
                </c:pt>
                <c:pt idx="8164">
                  <c:v>2.3121800000000001</c:v>
                </c:pt>
                <c:pt idx="8165">
                  <c:v>2.34185</c:v>
                </c:pt>
                <c:pt idx="8166">
                  <c:v>2.4533100000000001</c:v>
                </c:pt>
                <c:pt idx="8167">
                  <c:v>2.4031500000000001</c:v>
                </c:pt>
                <c:pt idx="8168">
                  <c:v>2.6616900000000001</c:v>
                </c:pt>
                <c:pt idx="8169">
                  <c:v>2.9167700000000001</c:v>
                </c:pt>
                <c:pt idx="8170">
                  <c:v>3.0357500000000002</c:v>
                </c:pt>
                <c:pt idx="8171">
                  <c:v>3.1199499999999998</c:v>
                </c:pt>
                <c:pt idx="8172">
                  <c:v>3.0985100000000001</c:v>
                </c:pt>
                <c:pt idx="8173">
                  <c:v>2.8582900000000002</c:v>
                </c:pt>
                <c:pt idx="8174">
                  <c:v>2.7460100000000001</c:v>
                </c:pt>
                <c:pt idx="8175">
                  <c:v>2.9749300000000001</c:v>
                </c:pt>
                <c:pt idx="8176">
                  <c:v>3.5840100000000001</c:v>
                </c:pt>
                <c:pt idx="8177">
                  <c:v>4.0417399999999999</c:v>
                </c:pt>
                <c:pt idx="8178">
                  <c:v>3.8472499999999998</c:v>
                </c:pt>
                <c:pt idx="8179">
                  <c:v>3.4453399999999998</c:v>
                </c:pt>
                <c:pt idx="8180">
                  <c:v>3.44387</c:v>
                </c:pt>
                <c:pt idx="8181">
                  <c:v>3.6770700000000001</c:v>
                </c:pt>
                <c:pt idx="8182">
                  <c:v>4.0113799999999999</c:v>
                </c:pt>
                <c:pt idx="8183">
                  <c:v>3.9370799999999999</c:v>
                </c:pt>
                <c:pt idx="8184">
                  <c:v>3.9839000000000002</c:v>
                </c:pt>
                <c:pt idx="8185">
                  <c:v>4.0376200000000004</c:v>
                </c:pt>
                <c:pt idx="8186">
                  <c:v>3.8532700000000002</c:v>
                </c:pt>
                <c:pt idx="8187">
                  <c:v>3.5552299999999999</c:v>
                </c:pt>
                <c:pt idx="8188">
                  <c:v>3.5634800000000002</c:v>
                </c:pt>
                <c:pt idx="8189">
                  <c:v>3.3714200000000001</c:v>
                </c:pt>
                <c:pt idx="8190">
                  <c:v>2.9765100000000002</c:v>
                </c:pt>
                <c:pt idx="8191">
                  <c:v>2.7925200000000001</c:v>
                </c:pt>
                <c:pt idx="8192">
                  <c:v>2.77888</c:v>
                </c:pt>
                <c:pt idx="8193">
                  <c:v>2.8198400000000001</c:v>
                </c:pt>
                <c:pt idx="8194">
                  <c:v>2.8862700000000001</c:v>
                </c:pt>
                <c:pt idx="8195">
                  <c:v>3.3075700000000001</c:v>
                </c:pt>
                <c:pt idx="8196">
                  <c:v>3.5074000000000001</c:v>
                </c:pt>
                <c:pt idx="8197">
                  <c:v>3.4118599999999999</c:v>
                </c:pt>
                <c:pt idx="8198">
                  <c:v>3.5571700000000002</c:v>
                </c:pt>
                <c:pt idx="8199">
                  <c:v>3.4803000000000002</c:v>
                </c:pt>
                <c:pt idx="8200">
                  <c:v>3.1952199999999999</c:v>
                </c:pt>
                <c:pt idx="8201">
                  <c:v>3.1198399999999999</c:v>
                </c:pt>
                <c:pt idx="8202">
                  <c:v>3.1815799999999999</c:v>
                </c:pt>
                <c:pt idx="8203">
                  <c:v>3.25841</c:v>
                </c:pt>
                <c:pt idx="8204">
                  <c:v>3.3039100000000001</c:v>
                </c:pt>
                <c:pt idx="8205">
                  <c:v>3.4688500000000002</c:v>
                </c:pt>
                <c:pt idx="8206">
                  <c:v>3.5885199999999999</c:v>
                </c:pt>
                <c:pt idx="8207">
                  <c:v>3.32565</c:v>
                </c:pt>
                <c:pt idx="8208">
                  <c:v>3.3434499999999998</c:v>
                </c:pt>
                <c:pt idx="8209">
                  <c:v>3.2248100000000002</c:v>
                </c:pt>
                <c:pt idx="8210">
                  <c:v>3.0206200000000001</c:v>
                </c:pt>
                <c:pt idx="8211">
                  <c:v>2.98997</c:v>
                </c:pt>
                <c:pt idx="8212">
                  <c:v>3.0921699999999999</c:v>
                </c:pt>
                <c:pt idx="8213">
                  <c:v>3.0787800000000001</c:v>
                </c:pt>
                <c:pt idx="8214">
                  <c:v>2.7831999999999999</c:v>
                </c:pt>
                <c:pt idx="8215">
                  <c:v>2.5814300000000001</c:v>
                </c:pt>
                <c:pt idx="8216">
                  <c:v>2.5207299999999999</c:v>
                </c:pt>
                <c:pt idx="8217">
                  <c:v>2.7029899999999998</c:v>
                </c:pt>
                <c:pt idx="8218">
                  <c:v>2.8384200000000002</c:v>
                </c:pt>
                <c:pt idx="8219">
                  <c:v>3.0087799999999998</c:v>
                </c:pt>
                <c:pt idx="8220">
                  <c:v>3.2411099999999999</c:v>
                </c:pt>
                <c:pt idx="8221">
                  <c:v>3.49729</c:v>
                </c:pt>
                <c:pt idx="8222">
                  <c:v>3.7067700000000001</c:v>
                </c:pt>
                <c:pt idx="8223">
                  <c:v>4.0845000000000002</c:v>
                </c:pt>
                <c:pt idx="8224">
                  <c:v>4.2503099999999998</c:v>
                </c:pt>
                <c:pt idx="8225">
                  <c:v>4.2368800000000002</c:v>
                </c:pt>
                <c:pt idx="8226">
                  <c:v>4.11226</c:v>
                </c:pt>
                <c:pt idx="8227">
                  <c:v>3.7731499999999998</c:v>
                </c:pt>
                <c:pt idx="8228">
                  <c:v>3.4573800000000001</c:v>
                </c:pt>
                <c:pt idx="8229">
                  <c:v>3.3739699999999999</c:v>
                </c:pt>
                <c:pt idx="8230">
                  <c:v>3.3702000000000001</c:v>
                </c:pt>
                <c:pt idx="8231">
                  <c:v>3.5297499999999999</c:v>
                </c:pt>
                <c:pt idx="8232">
                  <c:v>3.6271200000000001</c:v>
                </c:pt>
                <c:pt idx="8233">
                  <c:v>3.4807999999999999</c:v>
                </c:pt>
                <c:pt idx="8234">
                  <c:v>3.1682100000000002</c:v>
                </c:pt>
                <c:pt idx="8235">
                  <c:v>3.1412200000000001</c:v>
                </c:pt>
                <c:pt idx="8236">
                  <c:v>3.0857899999999998</c:v>
                </c:pt>
                <c:pt idx="8237">
                  <c:v>3.2069800000000002</c:v>
                </c:pt>
                <c:pt idx="8238">
                  <c:v>3.5806300000000002</c:v>
                </c:pt>
                <c:pt idx="8239">
                  <c:v>3.70445</c:v>
                </c:pt>
                <c:pt idx="8240">
                  <c:v>3.55796</c:v>
                </c:pt>
                <c:pt idx="8241">
                  <c:v>3.24444</c:v>
                </c:pt>
                <c:pt idx="8242">
                  <c:v>3.1514899999999999</c:v>
                </c:pt>
                <c:pt idx="8243">
                  <c:v>3.10602</c:v>
                </c:pt>
                <c:pt idx="8244">
                  <c:v>3.2476699999999998</c:v>
                </c:pt>
                <c:pt idx="8245">
                  <c:v>3.3621500000000002</c:v>
                </c:pt>
                <c:pt idx="8246">
                  <c:v>3.4716200000000002</c:v>
                </c:pt>
                <c:pt idx="8247">
                  <c:v>3.5637599999999998</c:v>
                </c:pt>
                <c:pt idx="8248">
                  <c:v>3.5134799999999999</c:v>
                </c:pt>
                <c:pt idx="8249">
                  <c:v>3.3411200000000001</c:v>
                </c:pt>
                <c:pt idx="8250">
                  <c:v>3.5909900000000001</c:v>
                </c:pt>
                <c:pt idx="8251">
                  <c:v>3.6945399999999999</c:v>
                </c:pt>
                <c:pt idx="8252">
                  <c:v>3.4177300000000002</c:v>
                </c:pt>
                <c:pt idx="8253">
                  <c:v>3.0059</c:v>
                </c:pt>
                <c:pt idx="8254">
                  <c:v>2.8539599999999998</c:v>
                </c:pt>
                <c:pt idx="8255">
                  <c:v>2.8826000000000001</c:v>
                </c:pt>
                <c:pt idx="8256">
                  <c:v>3.0573800000000002</c:v>
                </c:pt>
                <c:pt idx="8257">
                  <c:v>2.9246500000000002</c:v>
                </c:pt>
                <c:pt idx="8258">
                  <c:v>3.0943900000000002</c:v>
                </c:pt>
                <c:pt idx="8259">
                  <c:v>3.3709799999999999</c:v>
                </c:pt>
                <c:pt idx="8260">
                  <c:v>3.3708300000000002</c:v>
                </c:pt>
                <c:pt idx="8261">
                  <c:v>3.2643599999999999</c:v>
                </c:pt>
                <c:pt idx="8262">
                  <c:v>2.8706999999999998</c:v>
                </c:pt>
                <c:pt idx="8263">
                  <c:v>2.7822800000000001</c:v>
                </c:pt>
                <c:pt idx="8264">
                  <c:v>2.9440900000000001</c:v>
                </c:pt>
                <c:pt idx="8265">
                  <c:v>2.9742099999999998</c:v>
                </c:pt>
                <c:pt idx="8266">
                  <c:v>2.9694799999999999</c:v>
                </c:pt>
                <c:pt idx="8267">
                  <c:v>2.8559700000000001</c:v>
                </c:pt>
                <c:pt idx="8268">
                  <c:v>2.4915099999999999</c:v>
                </c:pt>
                <c:pt idx="8269">
                  <c:v>2.40767</c:v>
                </c:pt>
                <c:pt idx="8270">
                  <c:v>2.6419700000000002</c:v>
                </c:pt>
                <c:pt idx="8271">
                  <c:v>2.9701</c:v>
                </c:pt>
                <c:pt idx="8272">
                  <c:v>3.1213899999999999</c:v>
                </c:pt>
                <c:pt idx="8273">
                  <c:v>3.0312999999999999</c:v>
                </c:pt>
                <c:pt idx="8274">
                  <c:v>3.3125800000000001</c:v>
                </c:pt>
                <c:pt idx="8275">
                  <c:v>3.4652099999999999</c:v>
                </c:pt>
                <c:pt idx="8276">
                  <c:v>3.76579</c:v>
                </c:pt>
                <c:pt idx="8277">
                  <c:v>3.7446799999999998</c:v>
                </c:pt>
                <c:pt idx="8278">
                  <c:v>3.4304899999999998</c:v>
                </c:pt>
                <c:pt idx="8279">
                  <c:v>3.3838400000000002</c:v>
                </c:pt>
                <c:pt idx="8280">
                  <c:v>3.6280899999999998</c:v>
                </c:pt>
                <c:pt idx="8281">
                  <c:v>3.5605699999999998</c:v>
                </c:pt>
                <c:pt idx="8282">
                  <c:v>3.42422</c:v>
                </c:pt>
                <c:pt idx="8283">
                  <c:v>3.3701599999999998</c:v>
                </c:pt>
                <c:pt idx="8284">
                  <c:v>3.1698300000000001</c:v>
                </c:pt>
                <c:pt idx="8285">
                  <c:v>3.0024899999999999</c:v>
                </c:pt>
                <c:pt idx="8286">
                  <c:v>3.17076</c:v>
                </c:pt>
                <c:pt idx="8287">
                  <c:v>3.2094100000000001</c:v>
                </c:pt>
                <c:pt idx="8288">
                  <c:v>3.0320499999999999</c:v>
                </c:pt>
                <c:pt idx="8289">
                  <c:v>2.98631</c:v>
                </c:pt>
                <c:pt idx="8290">
                  <c:v>3.27372</c:v>
                </c:pt>
                <c:pt idx="8291">
                  <c:v>3.43811</c:v>
                </c:pt>
                <c:pt idx="8292">
                  <c:v>3.1403300000000001</c:v>
                </c:pt>
                <c:pt idx="8293">
                  <c:v>3.0524</c:v>
                </c:pt>
                <c:pt idx="8294">
                  <c:v>2.8845999999999998</c:v>
                </c:pt>
                <c:pt idx="8295">
                  <c:v>2.3443800000000001</c:v>
                </c:pt>
                <c:pt idx="8296">
                  <c:v>2.0989399999999998</c:v>
                </c:pt>
                <c:pt idx="8297">
                  <c:v>1.9396899999999999</c:v>
                </c:pt>
                <c:pt idx="8298">
                  <c:v>1.95581</c:v>
                </c:pt>
                <c:pt idx="8299">
                  <c:v>2.0837300000000001</c:v>
                </c:pt>
                <c:pt idx="8300">
                  <c:v>2.3333300000000001</c:v>
                </c:pt>
                <c:pt idx="8301">
                  <c:v>2.9126599999999998</c:v>
                </c:pt>
                <c:pt idx="8302">
                  <c:v>3.1655700000000002</c:v>
                </c:pt>
                <c:pt idx="8303">
                  <c:v>2.8365200000000002</c:v>
                </c:pt>
                <c:pt idx="8304">
                  <c:v>2.65509</c:v>
                </c:pt>
                <c:pt idx="8305">
                  <c:v>2.4249000000000001</c:v>
                </c:pt>
                <c:pt idx="8306">
                  <c:v>2.4049999999999998</c:v>
                </c:pt>
                <c:pt idx="8307">
                  <c:v>2.1850399999999999</c:v>
                </c:pt>
                <c:pt idx="8308">
                  <c:v>1.68797</c:v>
                </c:pt>
                <c:pt idx="8309">
                  <c:v>1.8664099999999999</c:v>
                </c:pt>
                <c:pt idx="8310">
                  <c:v>2.2171699999999999</c:v>
                </c:pt>
                <c:pt idx="8311">
                  <c:v>2.5486900000000001</c:v>
                </c:pt>
                <c:pt idx="8312">
                  <c:v>2.6195900000000001</c:v>
                </c:pt>
                <c:pt idx="8313">
                  <c:v>2.3670399999999998</c:v>
                </c:pt>
                <c:pt idx="8314">
                  <c:v>2.0361199999999999</c:v>
                </c:pt>
                <c:pt idx="8315">
                  <c:v>2.2366600000000001</c:v>
                </c:pt>
                <c:pt idx="8316">
                  <c:v>2.6339999999999999</c:v>
                </c:pt>
                <c:pt idx="8317">
                  <c:v>2.92367</c:v>
                </c:pt>
                <c:pt idx="8318">
                  <c:v>3.0611100000000002</c:v>
                </c:pt>
                <c:pt idx="8319">
                  <c:v>3.1938499999999999</c:v>
                </c:pt>
                <c:pt idx="8320">
                  <c:v>3.3195199999999998</c:v>
                </c:pt>
                <c:pt idx="8321">
                  <c:v>3.4719099999999998</c:v>
                </c:pt>
                <c:pt idx="8322">
                  <c:v>3.6768200000000002</c:v>
                </c:pt>
                <c:pt idx="8323">
                  <c:v>3.7232500000000002</c:v>
                </c:pt>
                <c:pt idx="8324">
                  <c:v>3.5316999999999998</c:v>
                </c:pt>
                <c:pt idx="8325">
                  <c:v>3.41723</c:v>
                </c:pt>
                <c:pt idx="8326">
                  <c:v>3.5236299999999998</c:v>
                </c:pt>
                <c:pt idx="8327">
                  <c:v>3.2360899999999999</c:v>
                </c:pt>
                <c:pt idx="8328">
                  <c:v>2.9583699999999999</c:v>
                </c:pt>
                <c:pt idx="8329">
                  <c:v>2.97879</c:v>
                </c:pt>
                <c:pt idx="8330">
                  <c:v>2.8909199999999999</c:v>
                </c:pt>
                <c:pt idx="8331">
                  <c:v>3.17719</c:v>
                </c:pt>
                <c:pt idx="8332">
                  <c:v>3.4416699999999998</c:v>
                </c:pt>
                <c:pt idx="8333">
                  <c:v>3.4708100000000002</c:v>
                </c:pt>
                <c:pt idx="8334">
                  <c:v>3.6554600000000002</c:v>
                </c:pt>
                <c:pt idx="8335">
                  <c:v>3.3579500000000002</c:v>
                </c:pt>
                <c:pt idx="8336">
                  <c:v>3.1160000000000001</c:v>
                </c:pt>
                <c:pt idx="8337">
                  <c:v>3.18458</c:v>
                </c:pt>
                <c:pt idx="8338">
                  <c:v>3.1280000000000001</c:v>
                </c:pt>
                <c:pt idx="8339">
                  <c:v>2.8583400000000001</c:v>
                </c:pt>
                <c:pt idx="8340">
                  <c:v>2.9807800000000002</c:v>
                </c:pt>
                <c:pt idx="8341">
                  <c:v>2.9176600000000001</c:v>
                </c:pt>
                <c:pt idx="8342">
                  <c:v>3.1557200000000001</c:v>
                </c:pt>
                <c:pt idx="8343">
                  <c:v>3.8160799999999999</c:v>
                </c:pt>
                <c:pt idx="8344">
                  <c:v>4.0809600000000001</c:v>
                </c:pt>
                <c:pt idx="8345">
                  <c:v>4.16777</c:v>
                </c:pt>
                <c:pt idx="8346">
                  <c:v>4.1880100000000002</c:v>
                </c:pt>
                <c:pt idx="8347">
                  <c:v>3.93675</c:v>
                </c:pt>
                <c:pt idx="8348">
                  <c:v>3.4269099999999999</c:v>
                </c:pt>
                <c:pt idx="8349">
                  <c:v>3.0377000000000001</c:v>
                </c:pt>
                <c:pt idx="8350">
                  <c:v>3.17008</c:v>
                </c:pt>
                <c:pt idx="8351">
                  <c:v>3.46319</c:v>
                </c:pt>
                <c:pt idx="8352">
                  <c:v>3.1728000000000001</c:v>
                </c:pt>
                <c:pt idx="8353">
                  <c:v>2.9914999999999998</c:v>
                </c:pt>
                <c:pt idx="8354">
                  <c:v>3.0422799999999999</c:v>
                </c:pt>
                <c:pt idx="8355">
                  <c:v>3.0351400000000002</c:v>
                </c:pt>
                <c:pt idx="8356">
                  <c:v>3.0653899999999998</c:v>
                </c:pt>
                <c:pt idx="8357">
                  <c:v>3.3149000000000002</c:v>
                </c:pt>
                <c:pt idx="8358">
                  <c:v>3.3972099999999998</c:v>
                </c:pt>
                <c:pt idx="8359">
                  <c:v>3.1666799999999999</c:v>
                </c:pt>
                <c:pt idx="8360">
                  <c:v>3.0533100000000002</c:v>
                </c:pt>
                <c:pt idx="8361">
                  <c:v>3.1954500000000001</c:v>
                </c:pt>
                <c:pt idx="8362">
                  <c:v>3.25387</c:v>
                </c:pt>
                <c:pt idx="8363">
                  <c:v>2.9914999999999998</c:v>
                </c:pt>
                <c:pt idx="8364">
                  <c:v>2.7438899999999999</c:v>
                </c:pt>
                <c:pt idx="8365">
                  <c:v>2.7085300000000001</c:v>
                </c:pt>
                <c:pt idx="8366">
                  <c:v>2.7285200000000001</c:v>
                </c:pt>
                <c:pt idx="8367">
                  <c:v>2.88259</c:v>
                </c:pt>
                <c:pt idx="8368">
                  <c:v>2.9196</c:v>
                </c:pt>
                <c:pt idx="8369">
                  <c:v>2.9727000000000001</c:v>
                </c:pt>
                <c:pt idx="8370">
                  <c:v>2.6730200000000002</c:v>
                </c:pt>
                <c:pt idx="8371">
                  <c:v>2.66343</c:v>
                </c:pt>
                <c:pt idx="8372">
                  <c:v>2.9013200000000001</c:v>
                </c:pt>
                <c:pt idx="8373">
                  <c:v>2.9712399999999999</c:v>
                </c:pt>
                <c:pt idx="8374">
                  <c:v>3.0922100000000001</c:v>
                </c:pt>
                <c:pt idx="8375">
                  <c:v>3.0993599999999999</c:v>
                </c:pt>
                <c:pt idx="8376">
                  <c:v>3.1101299999999998</c:v>
                </c:pt>
                <c:pt idx="8377">
                  <c:v>3.1404000000000001</c:v>
                </c:pt>
                <c:pt idx="8378">
                  <c:v>3.0568499999999998</c:v>
                </c:pt>
                <c:pt idx="8379">
                  <c:v>3.2260800000000001</c:v>
                </c:pt>
                <c:pt idx="8380">
                  <c:v>3.6723599999999998</c:v>
                </c:pt>
                <c:pt idx="8381">
                  <c:v>3.7688700000000002</c:v>
                </c:pt>
                <c:pt idx="8382">
                  <c:v>3.8122799999999999</c:v>
                </c:pt>
                <c:pt idx="8383">
                  <c:v>3.91587</c:v>
                </c:pt>
                <c:pt idx="8384">
                  <c:v>3.8560300000000001</c:v>
                </c:pt>
                <c:pt idx="8385">
                  <c:v>3.7847200000000001</c:v>
                </c:pt>
                <c:pt idx="8386">
                  <c:v>3.5371999999999999</c:v>
                </c:pt>
                <c:pt idx="8387">
                  <c:v>3.3979300000000001</c:v>
                </c:pt>
                <c:pt idx="8388">
                  <c:v>3.3071899999999999</c:v>
                </c:pt>
                <c:pt idx="8389">
                  <c:v>3.32579</c:v>
                </c:pt>
                <c:pt idx="8390">
                  <c:v>3.2490299999999999</c:v>
                </c:pt>
                <c:pt idx="8391">
                  <c:v>2.8752</c:v>
                </c:pt>
                <c:pt idx="8392">
                  <c:v>2.69434</c:v>
                </c:pt>
                <c:pt idx="8393">
                  <c:v>2.7804600000000002</c:v>
                </c:pt>
                <c:pt idx="8394">
                  <c:v>2.8465400000000001</c:v>
                </c:pt>
                <c:pt idx="8395">
                  <c:v>3.1688499999999999</c:v>
                </c:pt>
                <c:pt idx="8396">
                  <c:v>3.4892699999999999</c:v>
                </c:pt>
                <c:pt idx="8397">
                  <c:v>3.5951399999999998</c:v>
                </c:pt>
                <c:pt idx="8398">
                  <c:v>3.3137500000000002</c:v>
                </c:pt>
                <c:pt idx="8399">
                  <c:v>2.99126</c:v>
                </c:pt>
                <c:pt idx="8400">
                  <c:v>2.85507</c:v>
                </c:pt>
                <c:pt idx="8401">
                  <c:v>3.0331000000000001</c:v>
                </c:pt>
                <c:pt idx="8402">
                  <c:v>3.4028499999999999</c:v>
                </c:pt>
                <c:pt idx="8403">
                  <c:v>3.8292000000000002</c:v>
                </c:pt>
                <c:pt idx="8404">
                  <c:v>4.3229199999999999</c:v>
                </c:pt>
                <c:pt idx="8405">
                  <c:v>4.4992099999999997</c:v>
                </c:pt>
                <c:pt idx="8406">
                  <c:v>4.2292199999999998</c:v>
                </c:pt>
                <c:pt idx="8407">
                  <c:v>3.8750900000000001</c:v>
                </c:pt>
                <c:pt idx="8408">
                  <c:v>3.5550799999999998</c:v>
                </c:pt>
                <c:pt idx="8409">
                  <c:v>3.5366599999999999</c:v>
                </c:pt>
                <c:pt idx="8410">
                  <c:v>3.4653299999999998</c:v>
                </c:pt>
                <c:pt idx="8411">
                  <c:v>3.66208</c:v>
                </c:pt>
                <c:pt idx="8412">
                  <c:v>4.0326199999999996</c:v>
                </c:pt>
                <c:pt idx="8413">
                  <c:v>4.0210299999999997</c:v>
                </c:pt>
                <c:pt idx="8414">
                  <c:v>3.6398700000000002</c:v>
                </c:pt>
                <c:pt idx="8415">
                  <c:v>3.3391700000000002</c:v>
                </c:pt>
                <c:pt idx="8416">
                  <c:v>3.4036</c:v>
                </c:pt>
                <c:pt idx="8417">
                  <c:v>3.3628399999999998</c:v>
                </c:pt>
                <c:pt idx="8418">
                  <c:v>3.0659900000000002</c:v>
                </c:pt>
                <c:pt idx="8419">
                  <c:v>2.83365</c:v>
                </c:pt>
                <c:pt idx="8420">
                  <c:v>2.6791399999999999</c:v>
                </c:pt>
                <c:pt idx="8421">
                  <c:v>2.8308300000000002</c:v>
                </c:pt>
                <c:pt idx="8422">
                  <c:v>3.0458500000000002</c:v>
                </c:pt>
                <c:pt idx="8423">
                  <c:v>2.9901499999999999</c:v>
                </c:pt>
                <c:pt idx="8424">
                  <c:v>3.0119600000000002</c:v>
                </c:pt>
                <c:pt idx="8425">
                  <c:v>2.9192499999999999</c:v>
                </c:pt>
                <c:pt idx="8426">
                  <c:v>2.7515999999999998</c:v>
                </c:pt>
                <c:pt idx="8427">
                  <c:v>2.8318500000000002</c:v>
                </c:pt>
                <c:pt idx="8428">
                  <c:v>3.0802</c:v>
                </c:pt>
                <c:pt idx="8429">
                  <c:v>3.4402599999999999</c:v>
                </c:pt>
                <c:pt idx="8430">
                  <c:v>3.6691500000000001</c:v>
                </c:pt>
                <c:pt idx="8431">
                  <c:v>3.8954399999999998</c:v>
                </c:pt>
                <c:pt idx="8432">
                  <c:v>3.8977900000000001</c:v>
                </c:pt>
                <c:pt idx="8433">
                  <c:v>3.81338</c:v>
                </c:pt>
                <c:pt idx="8434">
                  <c:v>3.7906</c:v>
                </c:pt>
                <c:pt idx="8435">
                  <c:v>3.7447400000000002</c:v>
                </c:pt>
                <c:pt idx="8436">
                  <c:v>3.4497800000000001</c:v>
                </c:pt>
                <c:pt idx="8437">
                  <c:v>3.29962</c:v>
                </c:pt>
                <c:pt idx="8438">
                  <c:v>3.2089799999999999</c:v>
                </c:pt>
                <c:pt idx="8439">
                  <c:v>2.90387</c:v>
                </c:pt>
                <c:pt idx="8440">
                  <c:v>2.7154600000000002</c:v>
                </c:pt>
                <c:pt idx="8441">
                  <c:v>2.6011700000000002</c:v>
                </c:pt>
                <c:pt idx="8442">
                  <c:v>2.4740199999999999</c:v>
                </c:pt>
                <c:pt idx="8443">
                  <c:v>2.77766</c:v>
                </c:pt>
                <c:pt idx="8444">
                  <c:v>3.2721900000000002</c:v>
                </c:pt>
                <c:pt idx="8445">
                  <c:v>3.4256099999999998</c:v>
                </c:pt>
                <c:pt idx="8446">
                  <c:v>3.6126100000000001</c:v>
                </c:pt>
                <c:pt idx="8447">
                  <c:v>3.4966300000000001</c:v>
                </c:pt>
                <c:pt idx="8448">
                  <c:v>3.2882899999999999</c:v>
                </c:pt>
                <c:pt idx="8449">
                  <c:v>3.25806</c:v>
                </c:pt>
                <c:pt idx="8450">
                  <c:v>3.47756</c:v>
                </c:pt>
                <c:pt idx="8451">
                  <c:v>3.8708300000000002</c:v>
                </c:pt>
                <c:pt idx="8452">
                  <c:v>4.0581399999999999</c:v>
                </c:pt>
                <c:pt idx="8453">
                  <c:v>4.0187099999999996</c:v>
                </c:pt>
                <c:pt idx="8454">
                  <c:v>4.1842899999999998</c:v>
                </c:pt>
                <c:pt idx="8455">
                  <c:v>4.1076499999999996</c:v>
                </c:pt>
                <c:pt idx="8456">
                  <c:v>3.8070599999999999</c:v>
                </c:pt>
                <c:pt idx="8457">
                  <c:v>3.9119600000000001</c:v>
                </c:pt>
                <c:pt idx="8458">
                  <c:v>3.7647900000000001</c:v>
                </c:pt>
                <c:pt idx="8459">
                  <c:v>3.46435</c:v>
                </c:pt>
                <c:pt idx="8460">
                  <c:v>3.2603200000000001</c:v>
                </c:pt>
                <c:pt idx="8461">
                  <c:v>3.2884500000000001</c:v>
                </c:pt>
                <c:pt idx="8462">
                  <c:v>3.6433499999999999</c:v>
                </c:pt>
                <c:pt idx="8463">
                  <c:v>3.69828</c:v>
                </c:pt>
                <c:pt idx="8464">
                  <c:v>3.5531899999999998</c:v>
                </c:pt>
                <c:pt idx="8465">
                  <c:v>3.43289</c:v>
                </c:pt>
                <c:pt idx="8466">
                  <c:v>3.3520099999999999</c:v>
                </c:pt>
                <c:pt idx="8467">
                  <c:v>3.3638400000000002</c:v>
                </c:pt>
                <c:pt idx="8468">
                  <c:v>3.2437900000000002</c:v>
                </c:pt>
                <c:pt idx="8469">
                  <c:v>2.96347</c:v>
                </c:pt>
                <c:pt idx="8470">
                  <c:v>2.8867600000000002</c:v>
                </c:pt>
                <c:pt idx="8471">
                  <c:v>2.9999699999999998</c:v>
                </c:pt>
                <c:pt idx="8472">
                  <c:v>3.3014700000000001</c:v>
                </c:pt>
                <c:pt idx="8473">
                  <c:v>3.2765399999999998</c:v>
                </c:pt>
                <c:pt idx="8474">
                  <c:v>3.0330300000000001</c:v>
                </c:pt>
                <c:pt idx="8475">
                  <c:v>2.9958300000000002</c:v>
                </c:pt>
                <c:pt idx="8476">
                  <c:v>3.2357100000000001</c:v>
                </c:pt>
                <c:pt idx="8477">
                  <c:v>3.4311400000000001</c:v>
                </c:pt>
                <c:pt idx="8478">
                  <c:v>3.6244299999999998</c:v>
                </c:pt>
                <c:pt idx="8479">
                  <c:v>3.5964399999999999</c:v>
                </c:pt>
                <c:pt idx="8480">
                  <c:v>3.5508099999999998</c:v>
                </c:pt>
                <c:pt idx="8481">
                  <c:v>3.3829099999999999</c:v>
                </c:pt>
                <c:pt idx="8482">
                  <c:v>3.488</c:v>
                </c:pt>
                <c:pt idx="8483">
                  <c:v>3.63022</c:v>
                </c:pt>
                <c:pt idx="8484">
                  <c:v>3.5508000000000002</c:v>
                </c:pt>
                <c:pt idx="8485">
                  <c:v>3.57498</c:v>
                </c:pt>
                <c:pt idx="8486">
                  <c:v>3.3179699999999999</c:v>
                </c:pt>
                <c:pt idx="8487">
                  <c:v>3.1614300000000002</c:v>
                </c:pt>
                <c:pt idx="8488">
                  <c:v>3.2579099999999999</c:v>
                </c:pt>
                <c:pt idx="8489">
                  <c:v>2.9832399999999999</c:v>
                </c:pt>
                <c:pt idx="8490">
                  <c:v>2.9273500000000001</c:v>
                </c:pt>
                <c:pt idx="8491">
                  <c:v>3.0432600000000001</c:v>
                </c:pt>
                <c:pt idx="8492">
                  <c:v>3.0366599999999999</c:v>
                </c:pt>
                <c:pt idx="8493">
                  <c:v>3.2563599999999999</c:v>
                </c:pt>
                <c:pt idx="8494">
                  <c:v>3.4883600000000001</c:v>
                </c:pt>
                <c:pt idx="8495">
                  <c:v>3.5777800000000002</c:v>
                </c:pt>
                <c:pt idx="8496">
                  <c:v>3.3960599999999999</c:v>
                </c:pt>
                <c:pt idx="8497">
                  <c:v>3.2785899999999999</c:v>
                </c:pt>
                <c:pt idx="8498">
                  <c:v>3.4946799999999998</c:v>
                </c:pt>
                <c:pt idx="8499">
                  <c:v>3.4885700000000002</c:v>
                </c:pt>
                <c:pt idx="8500">
                  <c:v>3.4267400000000001</c:v>
                </c:pt>
                <c:pt idx="8501">
                  <c:v>3.73502</c:v>
                </c:pt>
                <c:pt idx="8502">
                  <c:v>4.1496599999999999</c:v>
                </c:pt>
                <c:pt idx="8503">
                  <c:v>4.06989</c:v>
                </c:pt>
                <c:pt idx="8504">
                  <c:v>4.0797299999999996</c:v>
                </c:pt>
                <c:pt idx="8505">
                  <c:v>4.0223500000000003</c:v>
                </c:pt>
                <c:pt idx="8506">
                  <c:v>3.5658300000000001</c:v>
                </c:pt>
                <c:pt idx="8507">
                  <c:v>3.2962799999999999</c:v>
                </c:pt>
                <c:pt idx="8508">
                  <c:v>3.1633</c:v>
                </c:pt>
                <c:pt idx="8509">
                  <c:v>2.9382700000000002</c:v>
                </c:pt>
                <c:pt idx="8510">
                  <c:v>3.0419</c:v>
                </c:pt>
                <c:pt idx="8511">
                  <c:v>3.36097</c:v>
                </c:pt>
                <c:pt idx="8512">
                  <c:v>3.7198500000000001</c:v>
                </c:pt>
                <c:pt idx="8513">
                  <c:v>3.84721</c:v>
                </c:pt>
                <c:pt idx="8514">
                  <c:v>3.6066199999999999</c:v>
                </c:pt>
                <c:pt idx="8515">
                  <c:v>3.2876400000000001</c:v>
                </c:pt>
                <c:pt idx="8516">
                  <c:v>3.0939800000000002</c:v>
                </c:pt>
                <c:pt idx="8517">
                  <c:v>3.29752</c:v>
                </c:pt>
                <c:pt idx="8518">
                  <c:v>3.43485</c:v>
                </c:pt>
                <c:pt idx="8519">
                  <c:v>3.4852099999999999</c:v>
                </c:pt>
                <c:pt idx="8520">
                  <c:v>3.3533599999999999</c:v>
                </c:pt>
                <c:pt idx="8521">
                  <c:v>3.3955799999999998</c:v>
                </c:pt>
                <c:pt idx="8522">
                  <c:v>3.2301199999999999</c:v>
                </c:pt>
                <c:pt idx="8523">
                  <c:v>3.1739199999999999</c:v>
                </c:pt>
                <c:pt idx="8524">
                  <c:v>3.41614</c:v>
                </c:pt>
                <c:pt idx="8525">
                  <c:v>3.7941199999999999</c:v>
                </c:pt>
                <c:pt idx="8526">
                  <c:v>4.0407900000000003</c:v>
                </c:pt>
                <c:pt idx="8527">
                  <c:v>3.8031799999999998</c:v>
                </c:pt>
                <c:pt idx="8528">
                  <c:v>3.6905000000000001</c:v>
                </c:pt>
                <c:pt idx="8529">
                  <c:v>3.6606900000000002</c:v>
                </c:pt>
                <c:pt idx="8530">
                  <c:v>3.5562900000000002</c:v>
                </c:pt>
                <c:pt idx="8531">
                  <c:v>3.5813299999999999</c:v>
                </c:pt>
                <c:pt idx="8532">
                  <c:v>3.58325</c:v>
                </c:pt>
                <c:pt idx="8533">
                  <c:v>3.6103299999999998</c:v>
                </c:pt>
                <c:pt idx="8534">
                  <c:v>3.6627100000000001</c:v>
                </c:pt>
                <c:pt idx="8535">
                  <c:v>3.8841600000000001</c:v>
                </c:pt>
                <c:pt idx="8536">
                  <c:v>3.72112</c:v>
                </c:pt>
                <c:pt idx="8537">
                  <c:v>3.5399099999999999</c:v>
                </c:pt>
                <c:pt idx="8538">
                  <c:v>3.5666899999999999</c:v>
                </c:pt>
                <c:pt idx="8539">
                  <c:v>3.6728999999999998</c:v>
                </c:pt>
                <c:pt idx="8540">
                  <c:v>3.7180800000000001</c:v>
                </c:pt>
                <c:pt idx="8541">
                  <c:v>3.6764600000000001</c:v>
                </c:pt>
                <c:pt idx="8542">
                  <c:v>3.6136699999999999</c:v>
                </c:pt>
                <c:pt idx="8543">
                  <c:v>3.91852</c:v>
                </c:pt>
                <c:pt idx="8544">
                  <c:v>3.8619500000000002</c:v>
                </c:pt>
                <c:pt idx="8545">
                  <c:v>3.1397499999999998</c:v>
                </c:pt>
                <c:pt idx="8546">
                  <c:v>2.6739299999999999</c:v>
                </c:pt>
                <c:pt idx="8547">
                  <c:v>2.4471400000000001</c:v>
                </c:pt>
                <c:pt idx="8548">
                  <c:v>2.33203</c:v>
                </c:pt>
                <c:pt idx="8549">
                  <c:v>2.5476200000000002</c:v>
                </c:pt>
                <c:pt idx="8550">
                  <c:v>2.6807699999999999</c:v>
                </c:pt>
                <c:pt idx="8551">
                  <c:v>2.6893600000000002</c:v>
                </c:pt>
                <c:pt idx="8552">
                  <c:v>2.75956</c:v>
                </c:pt>
                <c:pt idx="8553">
                  <c:v>2.9875799999999999</c:v>
                </c:pt>
                <c:pt idx="8554">
                  <c:v>3.0060099999999998</c:v>
                </c:pt>
                <c:pt idx="8555">
                  <c:v>2.9852599999999998</c:v>
                </c:pt>
                <c:pt idx="8556">
                  <c:v>3.0749900000000001</c:v>
                </c:pt>
                <c:pt idx="8557">
                  <c:v>3.0602299999999998</c:v>
                </c:pt>
                <c:pt idx="8558">
                  <c:v>3.0015100000000001</c:v>
                </c:pt>
                <c:pt idx="8559">
                  <c:v>2.9128400000000001</c:v>
                </c:pt>
                <c:pt idx="8560">
                  <c:v>2.7296900000000002</c:v>
                </c:pt>
                <c:pt idx="8561">
                  <c:v>2.37826</c:v>
                </c:pt>
                <c:pt idx="8562">
                  <c:v>2.5610900000000001</c:v>
                </c:pt>
                <c:pt idx="8563">
                  <c:v>2.6611500000000001</c:v>
                </c:pt>
                <c:pt idx="8564">
                  <c:v>2.5642999999999998</c:v>
                </c:pt>
                <c:pt idx="8565">
                  <c:v>2.5644900000000002</c:v>
                </c:pt>
                <c:pt idx="8566">
                  <c:v>2.5499999999999998</c:v>
                </c:pt>
                <c:pt idx="8567">
                  <c:v>2.7098</c:v>
                </c:pt>
                <c:pt idx="8568">
                  <c:v>2.77996</c:v>
                </c:pt>
                <c:pt idx="8569">
                  <c:v>2.7359599999999999</c:v>
                </c:pt>
                <c:pt idx="8570">
                  <c:v>2.5041199999999999</c:v>
                </c:pt>
                <c:pt idx="8571">
                  <c:v>2.46712</c:v>
                </c:pt>
                <c:pt idx="8572">
                  <c:v>2.2091699999999999</c:v>
                </c:pt>
                <c:pt idx="8573">
                  <c:v>2.1930700000000001</c:v>
                </c:pt>
                <c:pt idx="8574">
                  <c:v>2.4825200000000001</c:v>
                </c:pt>
                <c:pt idx="8575">
                  <c:v>3.2247699999999999</c:v>
                </c:pt>
                <c:pt idx="8576">
                  <c:v>3.7226699999999999</c:v>
                </c:pt>
                <c:pt idx="8577">
                  <c:v>3.7743899999999999</c:v>
                </c:pt>
                <c:pt idx="8578">
                  <c:v>4.1776299999999997</c:v>
                </c:pt>
                <c:pt idx="8579">
                  <c:v>4.3753299999999999</c:v>
                </c:pt>
                <c:pt idx="8580">
                  <c:v>4.1704299999999996</c:v>
                </c:pt>
                <c:pt idx="8581">
                  <c:v>3.7502200000000001</c:v>
                </c:pt>
                <c:pt idx="8582">
                  <c:v>3.5964800000000001</c:v>
                </c:pt>
                <c:pt idx="8583">
                  <c:v>3.51871</c:v>
                </c:pt>
                <c:pt idx="8584">
                  <c:v>3.2123300000000001</c:v>
                </c:pt>
                <c:pt idx="8585">
                  <c:v>3.0314000000000001</c:v>
                </c:pt>
                <c:pt idx="8586">
                  <c:v>3.0238399999999999</c:v>
                </c:pt>
                <c:pt idx="8587">
                  <c:v>3.45</c:v>
                </c:pt>
                <c:pt idx="8588">
                  <c:v>3.6230099999999998</c:v>
                </c:pt>
                <c:pt idx="8589">
                  <c:v>3.7037399999999998</c:v>
                </c:pt>
                <c:pt idx="8590">
                  <c:v>3.9005800000000002</c:v>
                </c:pt>
                <c:pt idx="8591">
                  <c:v>3.6133899999999999</c:v>
                </c:pt>
                <c:pt idx="8592">
                  <c:v>3.3662999999999998</c:v>
                </c:pt>
                <c:pt idx="8593">
                  <c:v>3.5126300000000001</c:v>
                </c:pt>
                <c:pt idx="8594">
                  <c:v>3.7206600000000001</c:v>
                </c:pt>
                <c:pt idx="8595">
                  <c:v>3.7224200000000001</c:v>
                </c:pt>
                <c:pt idx="8596">
                  <c:v>3.5636299999999999</c:v>
                </c:pt>
                <c:pt idx="8597">
                  <c:v>3.65618</c:v>
                </c:pt>
                <c:pt idx="8598">
                  <c:v>3.7560600000000002</c:v>
                </c:pt>
                <c:pt idx="8599">
                  <c:v>3.5035400000000001</c:v>
                </c:pt>
                <c:pt idx="8600">
                  <c:v>3.4065699999999999</c:v>
                </c:pt>
                <c:pt idx="8601">
                  <c:v>3.4166599999999998</c:v>
                </c:pt>
                <c:pt idx="8602">
                  <c:v>3.6253500000000001</c:v>
                </c:pt>
                <c:pt idx="8603">
                  <c:v>3.4029799999999999</c:v>
                </c:pt>
                <c:pt idx="8604">
                  <c:v>3.1411799999999999</c:v>
                </c:pt>
                <c:pt idx="8605">
                  <c:v>3.1646000000000001</c:v>
                </c:pt>
                <c:pt idx="8606">
                  <c:v>3.15496</c:v>
                </c:pt>
                <c:pt idx="8607">
                  <c:v>3.2811900000000001</c:v>
                </c:pt>
                <c:pt idx="8608">
                  <c:v>3.0739899999999998</c:v>
                </c:pt>
                <c:pt idx="8609">
                  <c:v>2.4317000000000002</c:v>
                </c:pt>
                <c:pt idx="8610">
                  <c:v>2.1416400000000002</c:v>
                </c:pt>
                <c:pt idx="8611">
                  <c:v>2.2833399999999999</c:v>
                </c:pt>
                <c:pt idx="8612">
                  <c:v>2.6829299999999998</c:v>
                </c:pt>
                <c:pt idx="8613">
                  <c:v>2.91032</c:v>
                </c:pt>
                <c:pt idx="8614">
                  <c:v>2.7061099999999998</c:v>
                </c:pt>
                <c:pt idx="8615">
                  <c:v>2.69272</c:v>
                </c:pt>
                <c:pt idx="8616">
                  <c:v>2.82694</c:v>
                </c:pt>
                <c:pt idx="8617">
                  <c:v>2.8223099999999999</c:v>
                </c:pt>
                <c:pt idx="8618">
                  <c:v>2.5641799999999999</c:v>
                </c:pt>
                <c:pt idx="8619">
                  <c:v>2.5250699999999999</c:v>
                </c:pt>
                <c:pt idx="8620">
                  <c:v>2.4426600000000001</c:v>
                </c:pt>
                <c:pt idx="8621">
                  <c:v>2.3857699999999999</c:v>
                </c:pt>
                <c:pt idx="8622">
                  <c:v>2.4586700000000001</c:v>
                </c:pt>
                <c:pt idx="8623">
                  <c:v>2.5949300000000002</c:v>
                </c:pt>
                <c:pt idx="8624">
                  <c:v>2.6265200000000002</c:v>
                </c:pt>
                <c:pt idx="8625">
                  <c:v>2.6188400000000001</c:v>
                </c:pt>
                <c:pt idx="8626">
                  <c:v>2.5787200000000001</c:v>
                </c:pt>
                <c:pt idx="8627">
                  <c:v>2.5465200000000001</c:v>
                </c:pt>
                <c:pt idx="8628">
                  <c:v>2.70688</c:v>
                </c:pt>
                <c:pt idx="8629">
                  <c:v>2.8910200000000001</c:v>
                </c:pt>
                <c:pt idx="8630">
                  <c:v>3.2580399999999998</c:v>
                </c:pt>
                <c:pt idx="8631">
                  <c:v>3.4953500000000002</c:v>
                </c:pt>
                <c:pt idx="8632">
                  <c:v>3.50719</c:v>
                </c:pt>
                <c:pt idx="8633">
                  <c:v>3.3814700000000002</c:v>
                </c:pt>
                <c:pt idx="8634">
                  <c:v>3.4324699999999999</c:v>
                </c:pt>
                <c:pt idx="8635">
                  <c:v>3.5830299999999999</c:v>
                </c:pt>
                <c:pt idx="8636">
                  <c:v>3.2572999999999999</c:v>
                </c:pt>
                <c:pt idx="8637">
                  <c:v>2.8785500000000002</c:v>
                </c:pt>
                <c:pt idx="8638">
                  <c:v>2.6846000000000001</c:v>
                </c:pt>
                <c:pt idx="8639">
                  <c:v>2.9417</c:v>
                </c:pt>
                <c:pt idx="8640">
                  <c:v>3.18967</c:v>
                </c:pt>
                <c:pt idx="8641">
                  <c:v>3.05593</c:v>
                </c:pt>
                <c:pt idx="8642">
                  <c:v>3.1603400000000001</c:v>
                </c:pt>
                <c:pt idx="8643">
                  <c:v>3.3607499999999999</c:v>
                </c:pt>
                <c:pt idx="8644">
                  <c:v>3.1211899999999999</c:v>
                </c:pt>
                <c:pt idx="8645">
                  <c:v>2.7492999999999999</c:v>
                </c:pt>
                <c:pt idx="8646">
                  <c:v>2.5609500000000001</c:v>
                </c:pt>
                <c:pt idx="8647">
                  <c:v>2.7383299999999999</c:v>
                </c:pt>
                <c:pt idx="8648">
                  <c:v>3.00508</c:v>
                </c:pt>
                <c:pt idx="8649">
                  <c:v>2.9295</c:v>
                </c:pt>
                <c:pt idx="8650">
                  <c:v>2.81027</c:v>
                </c:pt>
                <c:pt idx="8651">
                  <c:v>2.8355199999999998</c:v>
                </c:pt>
                <c:pt idx="8652">
                  <c:v>2.8151600000000001</c:v>
                </c:pt>
                <c:pt idx="8653">
                  <c:v>2.93574</c:v>
                </c:pt>
                <c:pt idx="8654">
                  <c:v>3.2731499999999998</c:v>
                </c:pt>
                <c:pt idx="8655">
                  <c:v>3.5288900000000001</c:v>
                </c:pt>
                <c:pt idx="8656">
                  <c:v>3.28817</c:v>
                </c:pt>
                <c:pt idx="8657">
                  <c:v>3.2119200000000001</c:v>
                </c:pt>
                <c:pt idx="8658">
                  <c:v>3.3064200000000001</c:v>
                </c:pt>
                <c:pt idx="8659">
                  <c:v>2.7885599999999999</c:v>
                </c:pt>
                <c:pt idx="8660">
                  <c:v>2.42909</c:v>
                </c:pt>
                <c:pt idx="8661">
                  <c:v>2.6593499999999999</c:v>
                </c:pt>
                <c:pt idx="8662">
                  <c:v>2.9150200000000002</c:v>
                </c:pt>
                <c:pt idx="8663">
                  <c:v>2.77536</c:v>
                </c:pt>
                <c:pt idx="8664">
                  <c:v>2.8214000000000001</c:v>
                </c:pt>
                <c:pt idx="8665">
                  <c:v>2.8461599999999998</c:v>
                </c:pt>
                <c:pt idx="8666">
                  <c:v>2.9160300000000001</c:v>
                </c:pt>
                <c:pt idx="8667">
                  <c:v>2.7520899999999999</c:v>
                </c:pt>
                <c:pt idx="8668">
                  <c:v>2.9206300000000001</c:v>
                </c:pt>
                <c:pt idx="8669">
                  <c:v>3.50231</c:v>
                </c:pt>
                <c:pt idx="8670">
                  <c:v>3.9540500000000001</c:v>
                </c:pt>
                <c:pt idx="8671">
                  <c:v>4.1361400000000001</c:v>
                </c:pt>
                <c:pt idx="8672">
                  <c:v>3.9802499999999998</c:v>
                </c:pt>
                <c:pt idx="8673">
                  <c:v>3.5160300000000002</c:v>
                </c:pt>
                <c:pt idx="8674">
                  <c:v>2.8598599999999998</c:v>
                </c:pt>
                <c:pt idx="8675">
                  <c:v>2.6133099999999998</c:v>
                </c:pt>
                <c:pt idx="8676">
                  <c:v>2.72038</c:v>
                </c:pt>
                <c:pt idx="8677">
                  <c:v>2.8421799999999999</c:v>
                </c:pt>
                <c:pt idx="8678">
                  <c:v>2.9670299999999998</c:v>
                </c:pt>
                <c:pt idx="8679">
                  <c:v>3.00386</c:v>
                </c:pt>
                <c:pt idx="8680">
                  <c:v>3.1644199999999998</c:v>
                </c:pt>
                <c:pt idx="8681">
                  <c:v>3.0773899999999998</c:v>
                </c:pt>
                <c:pt idx="8682">
                  <c:v>3.1779999999999999</c:v>
                </c:pt>
                <c:pt idx="8683">
                  <c:v>3.0895600000000001</c:v>
                </c:pt>
                <c:pt idx="8684">
                  <c:v>2.9835500000000001</c:v>
                </c:pt>
                <c:pt idx="8685">
                  <c:v>3.2298200000000001</c:v>
                </c:pt>
                <c:pt idx="8686">
                  <c:v>3.2321300000000002</c:v>
                </c:pt>
                <c:pt idx="8687">
                  <c:v>3.0492400000000002</c:v>
                </c:pt>
                <c:pt idx="8688">
                  <c:v>2.8651800000000001</c:v>
                </c:pt>
                <c:pt idx="8689">
                  <c:v>2.4659300000000002</c:v>
                </c:pt>
                <c:pt idx="8690">
                  <c:v>2.3226599999999999</c:v>
                </c:pt>
                <c:pt idx="8691">
                  <c:v>2.4662299999999999</c:v>
                </c:pt>
                <c:pt idx="8692">
                  <c:v>2.4333399999999998</c:v>
                </c:pt>
                <c:pt idx="8693">
                  <c:v>2.55423</c:v>
                </c:pt>
                <c:pt idx="8694">
                  <c:v>2.8544100000000001</c:v>
                </c:pt>
                <c:pt idx="8695">
                  <c:v>3.2417699999999998</c:v>
                </c:pt>
                <c:pt idx="8696">
                  <c:v>3.5274100000000002</c:v>
                </c:pt>
                <c:pt idx="8697">
                  <c:v>3.6496</c:v>
                </c:pt>
                <c:pt idx="8698">
                  <c:v>3.1875200000000001</c:v>
                </c:pt>
                <c:pt idx="8699">
                  <c:v>2.6513900000000001</c:v>
                </c:pt>
                <c:pt idx="8700">
                  <c:v>2.5448200000000001</c:v>
                </c:pt>
                <c:pt idx="8701">
                  <c:v>2.7692399999999999</c:v>
                </c:pt>
                <c:pt idx="8702">
                  <c:v>3.0195099999999999</c:v>
                </c:pt>
                <c:pt idx="8703">
                  <c:v>3.0531199999999998</c:v>
                </c:pt>
                <c:pt idx="8704">
                  <c:v>3.07701</c:v>
                </c:pt>
                <c:pt idx="8705">
                  <c:v>3.09388</c:v>
                </c:pt>
                <c:pt idx="8706">
                  <c:v>2.9850099999999999</c:v>
                </c:pt>
                <c:pt idx="8707">
                  <c:v>2.7910599999999999</c:v>
                </c:pt>
                <c:pt idx="8708">
                  <c:v>2.7024400000000002</c:v>
                </c:pt>
                <c:pt idx="8709">
                  <c:v>2.9386000000000001</c:v>
                </c:pt>
                <c:pt idx="8710">
                  <c:v>3.1928200000000002</c:v>
                </c:pt>
                <c:pt idx="8711">
                  <c:v>3.32239</c:v>
                </c:pt>
                <c:pt idx="8712">
                  <c:v>3.2889300000000001</c:v>
                </c:pt>
                <c:pt idx="8713">
                  <c:v>2.9253300000000002</c:v>
                </c:pt>
                <c:pt idx="8714">
                  <c:v>2.5067300000000001</c:v>
                </c:pt>
                <c:pt idx="8715">
                  <c:v>2.6184699999999999</c:v>
                </c:pt>
                <c:pt idx="8716">
                  <c:v>2.8321999999999998</c:v>
                </c:pt>
                <c:pt idx="8717">
                  <c:v>2.6675300000000002</c:v>
                </c:pt>
                <c:pt idx="8718">
                  <c:v>2.5745300000000002</c:v>
                </c:pt>
                <c:pt idx="8719">
                  <c:v>2.5951499999999998</c:v>
                </c:pt>
                <c:pt idx="8720">
                  <c:v>2.4042400000000002</c:v>
                </c:pt>
                <c:pt idx="8721">
                  <c:v>2.5478700000000001</c:v>
                </c:pt>
                <c:pt idx="8722">
                  <c:v>2.8504700000000001</c:v>
                </c:pt>
                <c:pt idx="8723">
                  <c:v>2.6907199999999998</c:v>
                </c:pt>
                <c:pt idx="8724">
                  <c:v>2.8748</c:v>
                </c:pt>
                <c:pt idx="8725">
                  <c:v>3.18485</c:v>
                </c:pt>
                <c:pt idx="8726">
                  <c:v>3.1873900000000002</c:v>
                </c:pt>
                <c:pt idx="8727">
                  <c:v>3.6119300000000001</c:v>
                </c:pt>
                <c:pt idx="8728">
                  <c:v>3.6366800000000001</c:v>
                </c:pt>
                <c:pt idx="8729">
                  <c:v>3.4334500000000001</c:v>
                </c:pt>
                <c:pt idx="8730">
                  <c:v>3.1526200000000002</c:v>
                </c:pt>
                <c:pt idx="8731">
                  <c:v>2.7457400000000001</c:v>
                </c:pt>
                <c:pt idx="8732">
                  <c:v>2.2208700000000001</c:v>
                </c:pt>
                <c:pt idx="8733">
                  <c:v>2.25528</c:v>
                </c:pt>
                <c:pt idx="8734">
                  <c:v>2.9179400000000002</c:v>
                </c:pt>
                <c:pt idx="8735">
                  <c:v>3.1741100000000002</c:v>
                </c:pt>
                <c:pt idx="8736">
                  <c:v>3.0557799999999999</c:v>
                </c:pt>
                <c:pt idx="8737">
                  <c:v>2.8980100000000002</c:v>
                </c:pt>
                <c:pt idx="8738">
                  <c:v>2.60046</c:v>
                </c:pt>
                <c:pt idx="8739">
                  <c:v>2.2372399999999999</c:v>
                </c:pt>
                <c:pt idx="8740">
                  <c:v>1.99082</c:v>
                </c:pt>
                <c:pt idx="8741">
                  <c:v>2.1640899999999998</c:v>
                </c:pt>
                <c:pt idx="8742">
                  <c:v>2.5890399999999998</c:v>
                </c:pt>
                <c:pt idx="8743">
                  <c:v>2.8700600000000001</c:v>
                </c:pt>
                <c:pt idx="8744">
                  <c:v>2.9391699999999998</c:v>
                </c:pt>
                <c:pt idx="8745">
                  <c:v>2.4524300000000001</c:v>
                </c:pt>
                <c:pt idx="8746">
                  <c:v>2.36246</c:v>
                </c:pt>
                <c:pt idx="8747">
                  <c:v>2.4337599999999999</c:v>
                </c:pt>
                <c:pt idx="8748">
                  <c:v>2.63768</c:v>
                </c:pt>
                <c:pt idx="8749">
                  <c:v>2.9187500000000002</c:v>
                </c:pt>
                <c:pt idx="8750">
                  <c:v>2.89621</c:v>
                </c:pt>
                <c:pt idx="8751">
                  <c:v>2.7164899999999998</c:v>
                </c:pt>
                <c:pt idx="8752">
                  <c:v>2.9973000000000001</c:v>
                </c:pt>
                <c:pt idx="8753">
                  <c:v>3.30829</c:v>
                </c:pt>
                <c:pt idx="8754">
                  <c:v>3.1022699999999999</c:v>
                </c:pt>
                <c:pt idx="8755">
                  <c:v>3.1197300000000001</c:v>
                </c:pt>
                <c:pt idx="8756">
                  <c:v>3.2692100000000002</c:v>
                </c:pt>
                <c:pt idx="8757">
                  <c:v>3.3235800000000002</c:v>
                </c:pt>
                <c:pt idx="8758">
                  <c:v>3.3443100000000001</c:v>
                </c:pt>
                <c:pt idx="8759">
                  <c:v>3.4438</c:v>
                </c:pt>
                <c:pt idx="8760">
                  <c:v>3.6629499999999999</c:v>
                </c:pt>
                <c:pt idx="8761">
                  <c:v>3.6797499999999999</c:v>
                </c:pt>
                <c:pt idx="8762">
                  <c:v>3.6909700000000001</c:v>
                </c:pt>
                <c:pt idx="8763">
                  <c:v>3.9020100000000002</c:v>
                </c:pt>
                <c:pt idx="8764">
                  <c:v>4.1303400000000003</c:v>
                </c:pt>
                <c:pt idx="8765">
                  <c:v>3.8516599999999999</c:v>
                </c:pt>
                <c:pt idx="8766">
                  <c:v>3.4556499999999999</c:v>
                </c:pt>
                <c:pt idx="8767">
                  <c:v>3.1587499999999999</c:v>
                </c:pt>
                <c:pt idx="8768">
                  <c:v>2.5127799999999998</c:v>
                </c:pt>
                <c:pt idx="8769">
                  <c:v>2.3750399999999998</c:v>
                </c:pt>
                <c:pt idx="8770">
                  <c:v>2.9460500000000001</c:v>
                </c:pt>
                <c:pt idx="8771">
                  <c:v>3.2904599999999999</c:v>
                </c:pt>
                <c:pt idx="8772">
                  <c:v>3.2964500000000001</c:v>
                </c:pt>
                <c:pt idx="8773">
                  <c:v>3.57952</c:v>
                </c:pt>
                <c:pt idx="8774">
                  <c:v>3.6415000000000002</c:v>
                </c:pt>
                <c:pt idx="8775">
                  <c:v>3.34639</c:v>
                </c:pt>
                <c:pt idx="8776">
                  <c:v>3.2250800000000002</c:v>
                </c:pt>
                <c:pt idx="8777">
                  <c:v>3.2129400000000001</c:v>
                </c:pt>
                <c:pt idx="8778">
                  <c:v>3.1031599999999999</c:v>
                </c:pt>
                <c:pt idx="8779">
                  <c:v>3.0497800000000002</c:v>
                </c:pt>
                <c:pt idx="8780">
                  <c:v>2.8452899999999999</c:v>
                </c:pt>
                <c:pt idx="8781">
                  <c:v>2.7956300000000001</c:v>
                </c:pt>
                <c:pt idx="8782">
                  <c:v>3.2757299999999998</c:v>
                </c:pt>
                <c:pt idx="8783">
                  <c:v>3.81019</c:v>
                </c:pt>
                <c:pt idx="8784">
                  <c:v>3.7479</c:v>
                </c:pt>
                <c:pt idx="8785">
                  <c:v>3.5366499999999998</c:v>
                </c:pt>
                <c:pt idx="8786">
                  <c:v>3.7410000000000001</c:v>
                </c:pt>
                <c:pt idx="8787">
                  <c:v>3.6511</c:v>
                </c:pt>
                <c:pt idx="8788">
                  <c:v>3.4380700000000002</c:v>
                </c:pt>
                <c:pt idx="8789">
                  <c:v>3.0829</c:v>
                </c:pt>
                <c:pt idx="8790">
                  <c:v>2.7879200000000002</c:v>
                </c:pt>
                <c:pt idx="8791">
                  <c:v>2.6412800000000001</c:v>
                </c:pt>
                <c:pt idx="8792">
                  <c:v>2.867</c:v>
                </c:pt>
                <c:pt idx="8793">
                  <c:v>2.9447000000000001</c:v>
                </c:pt>
                <c:pt idx="8794">
                  <c:v>3.0326900000000001</c:v>
                </c:pt>
                <c:pt idx="8795">
                  <c:v>3.30911</c:v>
                </c:pt>
                <c:pt idx="8796">
                  <c:v>3.1437599999999999</c:v>
                </c:pt>
                <c:pt idx="8797">
                  <c:v>2.9144399999999999</c:v>
                </c:pt>
                <c:pt idx="8798">
                  <c:v>2.8408699999999998</c:v>
                </c:pt>
                <c:pt idx="8799">
                  <c:v>2.8124699999999998</c:v>
                </c:pt>
                <c:pt idx="8800">
                  <c:v>2.8330299999999999</c:v>
                </c:pt>
                <c:pt idx="8801">
                  <c:v>3.01125</c:v>
                </c:pt>
                <c:pt idx="8802">
                  <c:v>3.35832</c:v>
                </c:pt>
                <c:pt idx="8803">
                  <c:v>3.4929600000000001</c:v>
                </c:pt>
                <c:pt idx="8804">
                  <c:v>3.1889400000000001</c:v>
                </c:pt>
                <c:pt idx="8805">
                  <c:v>2.9790700000000001</c:v>
                </c:pt>
                <c:pt idx="8806">
                  <c:v>2.7654000000000001</c:v>
                </c:pt>
                <c:pt idx="8807">
                  <c:v>2.7293599999999998</c:v>
                </c:pt>
                <c:pt idx="8808">
                  <c:v>2.9053</c:v>
                </c:pt>
                <c:pt idx="8809">
                  <c:v>3.05966</c:v>
                </c:pt>
                <c:pt idx="8810">
                  <c:v>2.8787199999999999</c:v>
                </c:pt>
                <c:pt idx="8811">
                  <c:v>2.8427799999999999</c:v>
                </c:pt>
                <c:pt idx="8812">
                  <c:v>2.8905400000000001</c:v>
                </c:pt>
                <c:pt idx="8813">
                  <c:v>2.8832100000000001</c:v>
                </c:pt>
                <c:pt idx="8814">
                  <c:v>2.7051799999999999</c:v>
                </c:pt>
                <c:pt idx="8815">
                  <c:v>2.6789200000000002</c:v>
                </c:pt>
                <c:pt idx="8816">
                  <c:v>3.1839200000000001</c:v>
                </c:pt>
                <c:pt idx="8817">
                  <c:v>3.8397800000000002</c:v>
                </c:pt>
                <c:pt idx="8818">
                  <c:v>3.9063099999999999</c:v>
                </c:pt>
                <c:pt idx="8819">
                  <c:v>3.2238500000000001</c:v>
                </c:pt>
                <c:pt idx="8820">
                  <c:v>2.4374899999999999</c:v>
                </c:pt>
                <c:pt idx="8821">
                  <c:v>2.4726599999999999</c:v>
                </c:pt>
                <c:pt idx="8822">
                  <c:v>2.8393799999999998</c:v>
                </c:pt>
                <c:pt idx="8823">
                  <c:v>3.18486</c:v>
                </c:pt>
                <c:pt idx="8824">
                  <c:v>3.3887100000000001</c:v>
                </c:pt>
                <c:pt idx="8825">
                  <c:v>3.4379</c:v>
                </c:pt>
                <c:pt idx="8826">
                  <c:v>3.57057</c:v>
                </c:pt>
                <c:pt idx="8827">
                  <c:v>3.7445300000000001</c:v>
                </c:pt>
                <c:pt idx="8828">
                  <c:v>3.5655199999999998</c:v>
                </c:pt>
                <c:pt idx="8829">
                  <c:v>3.3608199999999999</c:v>
                </c:pt>
                <c:pt idx="8830">
                  <c:v>3.3049599999999999</c:v>
                </c:pt>
                <c:pt idx="8831">
                  <c:v>3.4304700000000001</c:v>
                </c:pt>
                <c:pt idx="8832">
                  <c:v>3.10581</c:v>
                </c:pt>
                <c:pt idx="8833">
                  <c:v>2.8840300000000001</c:v>
                </c:pt>
                <c:pt idx="8834">
                  <c:v>3.09477</c:v>
                </c:pt>
                <c:pt idx="8835">
                  <c:v>3.1048200000000001</c:v>
                </c:pt>
                <c:pt idx="8836">
                  <c:v>3.0550000000000002</c:v>
                </c:pt>
                <c:pt idx="8837">
                  <c:v>3.0137</c:v>
                </c:pt>
                <c:pt idx="8838">
                  <c:v>3.1068799999999999</c:v>
                </c:pt>
                <c:pt idx="8839">
                  <c:v>3.1576</c:v>
                </c:pt>
                <c:pt idx="8840">
                  <c:v>2.9280900000000001</c:v>
                </c:pt>
                <c:pt idx="8841">
                  <c:v>2.8492000000000002</c:v>
                </c:pt>
                <c:pt idx="8842">
                  <c:v>2.4362499999999998</c:v>
                </c:pt>
                <c:pt idx="8843">
                  <c:v>2.2057699999999998</c:v>
                </c:pt>
                <c:pt idx="8844">
                  <c:v>2.7111800000000001</c:v>
                </c:pt>
                <c:pt idx="8845">
                  <c:v>2.6246100000000001</c:v>
                </c:pt>
                <c:pt idx="8846">
                  <c:v>2.79901</c:v>
                </c:pt>
                <c:pt idx="8847">
                  <c:v>2.9885700000000002</c:v>
                </c:pt>
                <c:pt idx="8848">
                  <c:v>2.8204699999999998</c:v>
                </c:pt>
                <c:pt idx="8849">
                  <c:v>2.4940099999999998</c:v>
                </c:pt>
                <c:pt idx="8850">
                  <c:v>2.6848700000000001</c:v>
                </c:pt>
                <c:pt idx="8851">
                  <c:v>3.0580400000000001</c:v>
                </c:pt>
                <c:pt idx="8852">
                  <c:v>3.3088899999999999</c:v>
                </c:pt>
                <c:pt idx="8853">
                  <c:v>3.7737699999999998</c:v>
                </c:pt>
                <c:pt idx="8854">
                  <c:v>4.3274800000000004</c:v>
                </c:pt>
                <c:pt idx="8855">
                  <c:v>4.0737699999999997</c:v>
                </c:pt>
                <c:pt idx="8856">
                  <c:v>3.72702</c:v>
                </c:pt>
                <c:pt idx="8857">
                  <c:v>3.5586600000000002</c:v>
                </c:pt>
                <c:pt idx="8858">
                  <c:v>3.1659600000000001</c:v>
                </c:pt>
                <c:pt idx="8859">
                  <c:v>2.97818</c:v>
                </c:pt>
                <c:pt idx="8860">
                  <c:v>2.99098</c:v>
                </c:pt>
                <c:pt idx="8861">
                  <c:v>3.0824699999999998</c:v>
                </c:pt>
                <c:pt idx="8862">
                  <c:v>2.9995699999999998</c:v>
                </c:pt>
                <c:pt idx="8863">
                  <c:v>2.63991</c:v>
                </c:pt>
                <c:pt idx="8864">
                  <c:v>2.4207000000000001</c:v>
                </c:pt>
                <c:pt idx="8865">
                  <c:v>2.6096300000000001</c:v>
                </c:pt>
                <c:pt idx="8866">
                  <c:v>2.8792499999999999</c:v>
                </c:pt>
                <c:pt idx="8867">
                  <c:v>2.6047500000000001</c:v>
                </c:pt>
                <c:pt idx="8868">
                  <c:v>2.39222</c:v>
                </c:pt>
                <c:pt idx="8869">
                  <c:v>2.6260699999999999</c:v>
                </c:pt>
                <c:pt idx="8870">
                  <c:v>2.6918700000000002</c:v>
                </c:pt>
                <c:pt idx="8871">
                  <c:v>2.59809</c:v>
                </c:pt>
                <c:pt idx="8872">
                  <c:v>2.46305</c:v>
                </c:pt>
                <c:pt idx="8873">
                  <c:v>2.39988</c:v>
                </c:pt>
                <c:pt idx="8874">
                  <c:v>2.8609300000000002</c:v>
                </c:pt>
                <c:pt idx="8875">
                  <c:v>3.3578700000000001</c:v>
                </c:pt>
                <c:pt idx="8876">
                  <c:v>3.4788999999999999</c:v>
                </c:pt>
                <c:pt idx="8877">
                  <c:v>3.2549399999999999</c:v>
                </c:pt>
                <c:pt idx="8878">
                  <c:v>3.0114800000000002</c:v>
                </c:pt>
                <c:pt idx="8879">
                  <c:v>2.8774799999999998</c:v>
                </c:pt>
                <c:pt idx="8880">
                  <c:v>3.2081300000000001</c:v>
                </c:pt>
                <c:pt idx="8881">
                  <c:v>3.3193800000000002</c:v>
                </c:pt>
                <c:pt idx="8882">
                  <c:v>3.18662</c:v>
                </c:pt>
                <c:pt idx="8883">
                  <c:v>3.02332</c:v>
                </c:pt>
                <c:pt idx="8884">
                  <c:v>2.9100199999999998</c:v>
                </c:pt>
                <c:pt idx="8885">
                  <c:v>2.7435700000000001</c:v>
                </c:pt>
                <c:pt idx="8886">
                  <c:v>2.69319</c:v>
                </c:pt>
                <c:pt idx="8887">
                  <c:v>2.79576</c:v>
                </c:pt>
                <c:pt idx="8888">
                  <c:v>2.8835899999999999</c:v>
                </c:pt>
                <c:pt idx="8889">
                  <c:v>3.1370399999999998</c:v>
                </c:pt>
                <c:pt idx="8890">
                  <c:v>3.3205</c:v>
                </c:pt>
                <c:pt idx="8891">
                  <c:v>3.21611</c:v>
                </c:pt>
                <c:pt idx="8892">
                  <c:v>3.0905399999999998</c:v>
                </c:pt>
                <c:pt idx="8893">
                  <c:v>2.8238599999999998</c:v>
                </c:pt>
                <c:pt idx="8894">
                  <c:v>2.7439900000000002</c:v>
                </c:pt>
                <c:pt idx="8895">
                  <c:v>2.6930299999999998</c:v>
                </c:pt>
                <c:pt idx="8896">
                  <c:v>2.617</c:v>
                </c:pt>
                <c:pt idx="8897">
                  <c:v>2.6817299999999999</c:v>
                </c:pt>
                <c:pt idx="8898">
                  <c:v>3.02332</c:v>
                </c:pt>
                <c:pt idx="8899">
                  <c:v>3.0851700000000002</c:v>
                </c:pt>
                <c:pt idx="8900">
                  <c:v>3.01817</c:v>
                </c:pt>
                <c:pt idx="8901">
                  <c:v>2.9871300000000001</c:v>
                </c:pt>
                <c:pt idx="8902">
                  <c:v>3.1758000000000002</c:v>
                </c:pt>
                <c:pt idx="8903">
                  <c:v>3.4765600000000001</c:v>
                </c:pt>
                <c:pt idx="8904">
                  <c:v>3.27955</c:v>
                </c:pt>
                <c:pt idx="8905">
                  <c:v>3.26627</c:v>
                </c:pt>
                <c:pt idx="8906">
                  <c:v>2.9713400000000001</c:v>
                </c:pt>
                <c:pt idx="8907">
                  <c:v>2.5750899999999999</c:v>
                </c:pt>
                <c:pt idx="8908">
                  <c:v>2.7369599999999998</c:v>
                </c:pt>
                <c:pt idx="8909">
                  <c:v>3.0794199999999998</c:v>
                </c:pt>
                <c:pt idx="8910">
                  <c:v>3.01085</c:v>
                </c:pt>
                <c:pt idx="8911">
                  <c:v>2.9681600000000001</c:v>
                </c:pt>
                <c:pt idx="8912">
                  <c:v>3.0706899999999999</c:v>
                </c:pt>
                <c:pt idx="8913">
                  <c:v>3.0983999999999998</c:v>
                </c:pt>
                <c:pt idx="8914">
                  <c:v>3.56596</c:v>
                </c:pt>
                <c:pt idx="8915">
                  <c:v>3.6016400000000002</c:v>
                </c:pt>
                <c:pt idx="8916">
                  <c:v>3.5494400000000002</c:v>
                </c:pt>
                <c:pt idx="8917">
                  <c:v>3.7422900000000001</c:v>
                </c:pt>
                <c:pt idx="8918">
                  <c:v>3.84077</c:v>
                </c:pt>
                <c:pt idx="8919">
                  <c:v>3.4995699999999998</c:v>
                </c:pt>
                <c:pt idx="8920">
                  <c:v>2.9472299999999998</c:v>
                </c:pt>
                <c:pt idx="8921">
                  <c:v>2.7597</c:v>
                </c:pt>
                <c:pt idx="8922">
                  <c:v>2.84972</c:v>
                </c:pt>
                <c:pt idx="8923">
                  <c:v>3.19103</c:v>
                </c:pt>
                <c:pt idx="8924">
                  <c:v>3.6037499999999998</c:v>
                </c:pt>
                <c:pt idx="8925">
                  <c:v>3.7406999999999999</c:v>
                </c:pt>
                <c:pt idx="8926">
                  <c:v>3.39472</c:v>
                </c:pt>
                <c:pt idx="8927">
                  <c:v>3.0324599999999999</c:v>
                </c:pt>
                <c:pt idx="8928">
                  <c:v>2.8591199999999999</c:v>
                </c:pt>
                <c:pt idx="8929">
                  <c:v>3.23604</c:v>
                </c:pt>
                <c:pt idx="8930">
                  <c:v>3.7187600000000001</c:v>
                </c:pt>
                <c:pt idx="8931">
                  <c:v>3.6562000000000001</c:v>
                </c:pt>
                <c:pt idx="8932">
                  <c:v>3.1311200000000001</c:v>
                </c:pt>
                <c:pt idx="8933">
                  <c:v>2.6297899999999998</c:v>
                </c:pt>
                <c:pt idx="8934">
                  <c:v>2.5468299999999999</c:v>
                </c:pt>
                <c:pt idx="8935">
                  <c:v>2.53057</c:v>
                </c:pt>
                <c:pt idx="8936">
                  <c:v>2.4686400000000002</c:v>
                </c:pt>
                <c:pt idx="8937">
                  <c:v>2.3596300000000001</c:v>
                </c:pt>
                <c:pt idx="8938">
                  <c:v>2.10677</c:v>
                </c:pt>
                <c:pt idx="8939">
                  <c:v>2.2022200000000001</c:v>
                </c:pt>
                <c:pt idx="8940">
                  <c:v>2.6560899999999998</c:v>
                </c:pt>
                <c:pt idx="8941">
                  <c:v>2.87784</c:v>
                </c:pt>
                <c:pt idx="8942">
                  <c:v>2.8990499999999999</c:v>
                </c:pt>
                <c:pt idx="8943">
                  <c:v>3.07389</c:v>
                </c:pt>
                <c:pt idx="8944">
                  <c:v>3.3419599999999998</c:v>
                </c:pt>
                <c:pt idx="8945">
                  <c:v>3.11408</c:v>
                </c:pt>
                <c:pt idx="8946">
                  <c:v>2.9567199999999998</c:v>
                </c:pt>
                <c:pt idx="8947">
                  <c:v>3.0090400000000002</c:v>
                </c:pt>
                <c:pt idx="8948">
                  <c:v>3.2220900000000001</c:v>
                </c:pt>
                <c:pt idx="8949">
                  <c:v>3.19096</c:v>
                </c:pt>
                <c:pt idx="8950">
                  <c:v>2.7714599999999998</c:v>
                </c:pt>
                <c:pt idx="8951">
                  <c:v>2.8306100000000001</c:v>
                </c:pt>
                <c:pt idx="8952">
                  <c:v>2.9981499999999999</c:v>
                </c:pt>
                <c:pt idx="8953">
                  <c:v>3.32416</c:v>
                </c:pt>
                <c:pt idx="8954">
                  <c:v>3.2488899999999998</c:v>
                </c:pt>
                <c:pt idx="8955">
                  <c:v>3.1450800000000001</c:v>
                </c:pt>
                <c:pt idx="8956">
                  <c:v>3.3178200000000002</c:v>
                </c:pt>
                <c:pt idx="8957">
                  <c:v>3.5678299999999998</c:v>
                </c:pt>
                <c:pt idx="8958">
                  <c:v>3.53667</c:v>
                </c:pt>
                <c:pt idx="8959">
                  <c:v>3.3736600000000001</c:v>
                </c:pt>
                <c:pt idx="8960">
                  <c:v>3.2740999999999998</c:v>
                </c:pt>
                <c:pt idx="8961">
                  <c:v>2.9847100000000002</c:v>
                </c:pt>
                <c:pt idx="8962">
                  <c:v>2.6385000000000001</c:v>
                </c:pt>
                <c:pt idx="8963">
                  <c:v>2.1669299999999998</c:v>
                </c:pt>
                <c:pt idx="8964">
                  <c:v>2.1610900000000002</c:v>
                </c:pt>
                <c:pt idx="8965">
                  <c:v>2.6345499999999999</c:v>
                </c:pt>
                <c:pt idx="8966">
                  <c:v>2.8752200000000001</c:v>
                </c:pt>
                <c:pt idx="8967">
                  <c:v>3.0967899999999999</c:v>
                </c:pt>
                <c:pt idx="8968">
                  <c:v>3.12371</c:v>
                </c:pt>
                <c:pt idx="8969">
                  <c:v>3.3333900000000001</c:v>
                </c:pt>
                <c:pt idx="8970">
                  <c:v>3.4786600000000001</c:v>
                </c:pt>
                <c:pt idx="8971">
                  <c:v>3.42191</c:v>
                </c:pt>
                <c:pt idx="8972">
                  <c:v>3.1858900000000001</c:v>
                </c:pt>
                <c:pt idx="8973">
                  <c:v>3.0232700000000001</c:v>
                </c:pt>
                <c:pt idx="8974">
                  <c:v>2.7918099999999999</c:v>
                </c:pt>
                <c:pt idx="8975">
                  <c:v>2.8661300000000001</c:v>
                </c:pt>
                <c:pt idx="8976">
                  <c:v>2.81012</c:v>
                </c:pt>
                <c:pt idx="8977">
                  <c:v>2.4868999999999999</c:v>
                </c:pt>
                <c:pt idx="8978">
                  <c:v>2.3988399999999999</c:v>
                </c:pt>
                <c:pt idx="8979">
                  <c:v>2.4750200000000002</c:v>
                </c:pt>
                <c:pt idx="8980">
                  <c:v>2.4275099999999998</c:v>
                </c:pt>
                <c:pt idx="8981">
                  <c:v>2.3420800000000002</c:v>
                </c:pt>
                <c:pt idx="8982">
                  <c:v>2.45912</c:v>
                </c:pt>
                <c:pt idx="8983">
                  <c:v>2.4832700000000001</c:v>
                </c:pt>
                <c:pt idx="8984">
                  <c:v>2.75631</c:v>
                </c:pt>
                <c:pt idx="8985">
                  <c:v>3.2938999999999998</c:v>
                </c:pt>
                <c:pt idx="8986">
                  <c:v>3.4834299999999998</c:v>
                </c:pt>
                <c:pt idx="8987">
                  <c:v>3.55566</c:v>
                </c:pt>
                <c:pt idx="8988">
                  <c:v>3.4430299999999998</c:v>
                </c:pt>
                <c:pt idx="8989">
                  <c:v>2.9981200000000001</c:v>
                </c:pt>
                <c:pt idx="8990">
                  <c:v>2.7904499999999999</c:v>
                </c:pt>
                <c:pt idx="8991">
                  <c:v>2.7494700000000001</c:v>
                </c:pt>
                <c:pt idx="8992">
                  <c:v>2.4322599999999999</c:v>
                </c:pt>
                <c:pt idx="8993">
                  <c:v>2.1513300000000002</c:v>
                </c:pt>
                <c:pt idx="8994">
                  <c:v>2.3892600000000002</c:v>
                </c:pt>
                <c:pt idx="8995">
                  <c:v>2.6641699999999999</c:v>
                </c:pt>
                <c:pt idx="8996">
                  <c:v>2.7061199999999999</c:v>
                </c:pt>
                <c:pt idx="8997">
                  <c:v>2.6723699999999999</c:v>
                </c:pt>
                <c:pt idx="8998">
                  <c:v>2.7514099999999999</c:v>
                </c:pt>
                <c:pt idx="8999">
                  <c:v>2.9215200000000001</c:v>
                </c:pt>
                <c:pt idx="9000">
                  <c:v>3.3730799999999999</c:v>
                </c:pt>
                <c:pt idx="9001">
                  <c:v>3.7313000000000001</c:v>
                </c:pt>
                <c:pt idx="9002">
                  <c:v>3.76512</c:v>
                </c:pt>
                <c:pt idx="9003">
                  <c:v>3.6127199999999999</c:v>
                </c:pt>
                <c:pt idx="9004">
                  <c:v>3.1439599999999999</c:v>
                </c:pt>
                <c:pt idx="9005">
                  <c:v>2.7932299999999999</c:v>
                </c:pt>
                <c:pt idx="9006">
                  <c:v>2.6267999999999998</c:v>
                </c:pt>
                <c:pt idx="9007">
                  <c:v>2.61578</c:v>
                </c:pt>
                <c:pt idx="9008">
                  <c:v>2.87276</c:v>
                </c:pt>
                <c:pt idx="9009">
                  <c:v>2.6803499999999998</c:v>
                </c:pt>
                <c:pt idx="9010">
                  <c:v>2.3652700000000002</c:v>
                </c:pt>
                <c:pt idx="9011">
                  <c:v>2.3120400000000001</c:v>
                </c:pt>
                <c:pt idx="9012">
                  <c:v>2.4662000000000002</c:v>
                </c:pt>
                <c:pt idx="9013">
                  <c:v>2.70262</c:v>
                </c:pt>
                <c:pt idx="9014">
                  <c:v>2.5131899999999998</c:v>
                </c:pt>
                <c:pt idx="9015">
                  <c:v>2.4734400000000001</c:v>
                </c:pt>
                <c:pt idx="9016">
                  <c:v>2.6202700000000001</c:v>
                </c:pt>
                <c:pt idx="9017">
                  <c:v>2.4285800000000002</c:v>
                </c:pt>
                <c:pt idx="9018">
                  <c:v>2.4819200000000001</c:v>
                </c:pt>
                <c:pt idx="9019">
                  <c:v>2.9973900000000002</c:v>
                </c:pt>
                <c:pt idx="9020">
                  <c:v>3.2897799999999999</c:v>
                </c:pt>
                <c:pt idx="9021">
                  <c:v>3.3015300000000001</c:v>
                </c:pt>
                <c:pt idx="9022">
                  <c:v>3.5116100000000001</c:v>
                </c:pt>
                <c:pt idx="9023">
                  <c:v>3.7743500000000001</c:v>
                </c:pt>
                <c:pt idx="9024">
                  <c:v>3.7735699999999999</c:v>
                </c:pt>
                <c:pt idx="9025">
                  <c:v>3.5455000000000001</c:v>
                </c:pt>
                <c:pt idx="9026">
                  <c:v>3.7006100000000002</c:v>
                </c:pt>
                <c:pt idx="9027">
                  <c:v>3.7702399999999998</c:v>
                </c:pt>
                <c:pt idx="9028">
                  <c:v>3.5732200000000001</c:v>
                </c:pt>
                <c:pt idx="9029">
                  <c:v>3.26864</c:v>
                </c:pt>
                <c:pt idx="9030">
                  <c:v>3.09328</c:v>
                </c:pt>
                <c:pt idx="9031">
                  <c:v>3.1693099999999998</c:v>
                </c:pt>
                <c:pt idx="9032">
                  <c:v>3.1643400000000002</c:v>
                </c:pt>
                <c:pt idx="9033">
                  <c:v>3.09633</c:v>
                </c:pt>
                <c:pt idx="9034">
                  <c:v>2.8128899999999999</c:v>
                </c:pt>
                <c:pt idx="9035">
                  <c:v>2.7932299999999999</c:v>
                </c:pt>
                <c:pt idx="9036">
                  <c:v>3.0104099999999998</c:v>
                </c:pt>
                <c:pt idx="9037">
                  <c:v>3.2400199999999999</c:v>
                </c:pt>
                <c:pt idx="9038">
                  <c:v>3.5095299999999998</c:v>
                </c:pt>
                <c:pt idx="9039">
                  <c:v>3.62331</c:v>
                </c:pt>
                <c:pt idx="9040">
                  <c:v>3.3343799999999999</c:v>
                </c:pt>
                <c:pt idx="9041">
                  <c:v>2.98875</c:v>
                </c:pt>
                <c:pt idx="9042">
                  <c:v>2.95838</c:v>
                </c:pt>
                <c:pt idx="9043">
                  <c:v>3.0848200000000001</c:v>
                </c:pt>
                <c:pt idx="9044">
                  <c:v>3.1273399999999998</c:v>
                </c:pt>
                <c:pt idx="9045">
                  <c:v>2.9474300000000002</c:v>
                </c:pt>
                <c:pt idx="9046">
                  <c:v>3.2057000000000002</c:v>
                </c:pt>
                <c:pt idx="9047">
                  <c:v>3.3287100000000001</c:v>
                </c:pt>
                <c:pt idx="9048">
                  <c:v>3.0482999999999998</c:v>
                </c:pt>
                <c:pt idx="9049">
                  <c:v>2.82816</c:v>
                </c:pt>
                <c:pt idx="9050">
                  <c:v>2.7912699999999999</c:v>
                </c:pt>
                <c:pt idx="9051">
                  <c:v>2.9696799999999999</c:v>
                </c:pt>
                <c:pt idx="9052">
                  <c:v>2.9872399999999999</c:v>
                </c:pt>
                <c:pt idx="9053">
                  <c:v>2.3894600000000001</c:v>
                </c:pt>
                <c:pt idx="9054">
                  <c:v>2.1467999999999998</c:v>
                </c:pt>
                <c:pt idx="9055">
                  <c:v>2.4421300000000001</c:v>
                </c:pt>
                <c:pt idx="9056">
                  <c:v>2.8218100000000002</c:v>
                </c:pt>
                <c:pt idx="9057">
                  <c:v>3.1840299999999999</c:v>
                </c:pt>
                <c:pt idx="9058">
                  <c:v>3.1754099999999998</c:v>
                </c:pt>
                <c:pt idx="9059">
                  <c:v>2.9528099999999999</c:v>
                </c:pt>
                <c:pt idx="9060">
                  <c:v>2.86443</c:v>
                </c:pt>
                <c:pt idx="9061">
                  <c:v>2.7086899999999998</c:v>
                </c:pt>
                <c:pt idx="9062">
                  <c:v>2.09287</c:v>
                </c:pt>
                <c:pt idx="9063">
                  <c:v>1.9654</c:v>
                </c:pt>
                <c:pt idx="9064">
                  <c:v>2.67787</c:v>
                </c:pt>
                <c:pt idx="9065">
                  <c:v>2.9917199999999999</c:v>
                </c:pt>
                <c:pt idx="9066">
                  <c:v>2.8409800000000001</c:v>
                </c:pt>
                <c:pt idx="9067">
                  <c:v>2.5575100000000002</c:v>
                </c:pt>
                <c:pt idx="9068">
                  <c:v>2.6091799999999998</c:v>
                </c:pt>
                <c:pt idx="9069">
                  <c:v>2.9711099999999999</c:v>
                </c:pt>
                <c:pt idx="9070">
                  <c:v>3.0442300000000002</c:v>
                </c:pt>
                <c:pt idx="9071">
                  <c:v>2.95261</c:v>
                </c:pt>
                <c:pt idx="9072">
                  <c:v>2.6163799999999999</c:v>
                </c:pt>
                <c:pt idx="9073">
                  <c:v>2.3782399999999999</c:v>
                </c:pt>
                <c:pt idx="9074">
                  <c:v>2.3917299999999999</c:v>
                </c:pt>
                <c:pt idx="9075">
                  <c:v>2.53403</c:v>
                </c:pt>
                <c:pt idx="9076">
                  <c:v>2.4247999999999998</c:v>
                </c:pt>
                <c:pt idx="9077">
                  <c:v>2.2404600000000001</c:v>
                </c:pt>
                <c:pt idx="9078">
                  <c:v>2.5216400000000001</c:v>
                </c:pt>
                <c:pt idx="9079">
                  <c:v>2.76397</c:v>
                </c:pt>
                <c:pt idx="9080">
                  <c:v>2.6511100000000001</c:v>
                </c:pt>
                <c:pt idx="9081">
                  <c:v>2.5816300000000001</c:v>
                </c:pt>
                <c:pt idx="9082">
                  <c:v>2.6670600000000002</c:v>
                </c:pt>
                <c:pt idx="9083">
                  <c:v>2.7692700000000001</c:v>
                </c:pt>
                <c:pt idx="9084">
                  <c:v>2.77678</c:v>
                </c:pt>
                <c:pt idx="9085">
                  <c:v>2.4753599999999998</c:v>
                </c:pt>
                <c:pt idx="9086">
                  <c:v>2.2259600000000002</c:v>
                </c:pt>
                <c:pt idx="9087">
                  <c:v>2.5608200000000001</c:v>
                </c:pt>
                <c:pt idx="9088">
                  <c:v>2.98271</c:v>
                </c:pt>
                <c:pt idx="9089">
                  <c:v>3.1623800000000002</c:v>
                </c:pt>
                <c:pt idx="9090">
                  <c:v>3.15741</c:v>
                </c:pt>
                <c:pt idx="9091">
                  <c:v>2.8391799999999998</c:v>
                </c:pt>
                <c:pt idx="9092">
                  <c:v>2.4593400000000001</c:v>
                </c:pt>
                <c:pt idx="9093">
                  <c:v>2.5878999999999999</c:v>
                </c:pt>
                <c:pt idx="9094">
                  <c:v>2.85432</c:v>
                </c:pt>
                <c:pt idx="9095">
                  <c:v>2.9579499999999999</c:v>
                </c:pt>
                <c:pt idx="9096">
                  <c:v>3.27596</c:v>
                </c:pt>
                <c:pt idx="9097">
                  <c:v>3.2022699999999999</c:v>
                </c:pt>
                <c:pt idx="9098">
                  <c:v>2.9050600000000002</c:v>
                </c:pt>
                <c:pt idx="9099">
                  <c:v>2.9669500000000002</c:v>
                </c:pt>
                <c:pt idx="9100">
                  <c:v>2.9914100000000001</c:v>
                </c:pt>
                <c:pt idx="9101">
                  <c:v>2.9552999999999998</c:v>
                </c:pt>
                <c:pt idx="9102">
                  <c:v>3.05552</c:v>
                </c:pt>
                <c:pt idx="9103">
                  <c:v>3.07707</c:v>
                </c:pt>
                <c:pt idx="9104">
                  <c:v>2.92483</c:v>
                </c:pt>
                <c:pt idx="9105">
                  <c:v>2.7076899999999999</c:v>
                </c:pt>
                <c:pt idx="9106">
                  <c:v>2.4298500000000001</c:v>
                </c:pt>
                <c:pt idx="9107">
                  <c:v>2.6852200000000002</c:v>
                </c:pt>
                <c:pt idx="9108">
                  <c:v>3.1097000000000001</c:v>
                </c:pt>
                <c:pt idx="9109">
                  <c:v>3.2325499999999998</c:v>
                </c:pt>
                <c:pt idx="9110">
                  <c:v>2.9018999999999999</c:v>
                </c:pt>
                <c:pt idx="9111">
                  <c:v>2.7147999999999999</c:v>
                </c:pt>
                <c:pt idx="9112">
                  <c:v>2.9244699999999999</c:v>
                </c:pt>
                <c:pt idx="9113">
                  <c:v>3.0476100000000002</c:v>
                </c:pt>
                <c:pt idx="9114">
                  <c:v>2.74641</c:v>
                </c:pt>
                <c:pt idx="9115">
                  <c:v>2.4772699999999999</c:v>
                </c:pt>
                <c:pt idx="9116">
                  <c:v>2.7898900000000002</c:v>
                </c:pt>
                <c:pt idx="9117">
                  <c:v>2.9270100000000001</c:v>
                </c:pt>
                <c:pt idx="9118">
                  <c:v>2.8772500000000001</c:v>
                </c:pt>
                <c:pt idx="9119">
                  <c:v>2.7456200000000002</c:v>
                </c:pt>
                <c:pt idx="9120">
                  <c:v>2.6458200000000001</c:v>
                </c:pt>
                <c:pt idx="9121">
                  <c:v>2.8950900000000002</c:v>
                </c:pt>
                <c:pt idx="9122">
                  <c:v>2.8932500000000001</c:v>
                </c:pt>
                <c:pt idx="9123">
                  <c:v>2.7450999999999999</c:v>
                </c:pt>
                <c:pt idx="9124">
                  <c:v>2.8302999999999998</c:v>
                </c:pt>
                <c:pt idx="9125">
                  <c:v>3.2310300000000001</c:v>
                </c:pt>
                <c:pt idx="9126">
                  <c:v>3.27013</c:v>
                </c:pt>
                <c:pt idx="9127">
                  <c:v>3.0073799999999999</c:v>
                </c:pt>
                <c:pt idx="9128">
                  <c:v>2.8941300000000001</c:v>
                </c:pt>
                <c:pt idx="9129">
                  <c:v>2.82056</c:v>
                </c:pt>
                <c:pt idx="9130">
                  <c:v>2.9856500000000001</c:v>
                </c:pt>
                <c:pt idx="9131">
                  <c:v>2.96001</c:v>
                </c:pt>
                <c:pt idx="9132">
                  <c:v>2.91215</c:v>
                </c:pt>
                <c:pt idx="9133">
                  <c:v>3.0602299999999998</c:v>
                </c:pt>
                <c:pt idx="9134">
                  <c:v>2.8615400000000002</c:v>
                </c:pt>
                <c:pt idx="9135">
                  <c:v>2.6983899999999998</c:v>
                </c:pt>
                <c:pt idx="9136">
                  <c:v>2.5167700000000002</c:v>
                </c:pt>
                <c:pt idx="9137">
                  <c:v>2.1413899999999999</c:v>
                </c:pt>
                <c:pt idx="9138">
                  <c:v>1.9640200000000001</c:v>
                </c:pt>
                <c:pt idx="9139">
                  <c:v>1.92378</c:v>
                </c:pt>
                <c:pt idx="9140">
                  <c:v>1.8975900000000001</c:v>
                </c:pt>
                <c:pt idx="9141">
                  <c:v>1.8495200000000001</c:v>
                </c:pt>
                <c:pt idx="9142">
                  <c:v>1.84439</c:v>
                </c:pt>
                <c:pt idx="9143">
                  <c:v>1.80209</c:v>
                </c:pt>
                <c:pt idx="9144">
                  <c:v>1.9340299999999999</c:v>
                </c:pt>
                <c:pt idx="9145">
                  <c:v>2.1298400000000002</c:v>
                </c:pt>
                <c:pt idx="9146">
                  <c:v>2.1579600000000001</c:v>
                </c:pt>
                <c:pt idx="9147">
                  <c:v>2.33318</c:v>
                </c:pt>
                <c:pt idx="9148">
                  <c:v>2.3464999999999998</c:v>
                </c:pt>
                <c:pt idx="9149">
                  <c:v>2.3637700000000001</c:v>
                </c:pt>
                <c:pt idx="9150">
                  <c:v>2.82978</c:v>
                </c:pt>
                <c:pt idx="9151">
                  <c:v>2.85392</c:v>
                </c:pt>
                <c:pt idx="9152">
                  <c:v>2.7818200000000002</c:v>
                </c:pt>
                <c:pt idx="9153">
                  <c:v>2.6799200000000001</c:v>
                </c:pt>
                <c:pt idx="9154">
                  <c:v>2.45763</c:v>
                </c:pt>
                <c:pt idx="9155">
                  <c:v>2.5281699999999998</c:v>
                </c:pt>
                <c:pt idx="9156">
                  <c:v>2.7063899999999999</c:v>
                </c:pt>
                <c:pt idx="9157">
                  <c:v>2.4138999999999999</c:v>
                </c:pt>
                <c:pt idx="9158">
                  <c:v>2.1562000000000001</c:v>
                </c:pt>
                <c:pt idx="9159">
                  <c:v>2.0870899999999999</c:v>
                </c:pt>
                <c:pt idx="9160">
                  <c:v>2.4674200000000002</c:v>
                </c:pt>
                <c:pt idx="9161">
                  <c:v>2.9239999999999999</c:v>
                </c:pt>
                <c:pt idx="9162">
                  <c:v>2.9455800000000001</c:v>
                </c:pt>
                <c:pt idx="9163">
                  <c:v>2.7916599999999998</c:v>
                </c:pt>
                <c:pt idx="9164">
                  <c:v>2.9224100000000002</c:v>
                </c:pt>
                <c:pt idx="9165">
                  <c:v>3.4495100000000001</c:v>
                </c:pt>
                <c:pt idx="9166">
                  <c:v>3.5352899999999998</c:v>
                </c:pt>
                <c:pt idx="9167">
                  <c:v>3.0937399999999999</c:v>
                </c:pt>
                <c:pt idx="9168">
                  <c:v>2.9996299999999998</c:v>
                </c:pt>
                <c:pt idx="9169">
                  <c:v>3.2984599999999999</c:v>
                </c:pt>
                <c:pt idx="9170">
                  <c:v>3.3462900000000002</c:v>
                </c:pt>
                <c:pt idx="9171">
                  <c:v>3.0685500000000001</c:v>
                </c:pt>
                <c:pt idx="9172">
                  <c:v>2.7811400000000002</c:v>
                </c:pt>
                <c:pt idx="9173">
                  <c:v>2.6443500000000002</c:v>
                </c:pt>
                <c:pt idx="9174">
                  <c:v>2.4831300000000001</c:v>
                </c:pt>
                <c:pt idx="9175">
                  <c:v>2.63131</c:v>
                </c:pt>
                <c:pt idx="9176">
                  <c:v>2.8622700000000001</c:v>
                </c:pt>
                <c:pt idx="9177">
                  <c:v>3.1708599999999998</c:v>
                </c:pt>
                <c:pt idx="9178">
                  <c:v>3.3690899999999999</c:v>
                </c:pt>
                <c:pt idx="9179">
                  <c:v>3.25088</c:v>
                </c:pt>
                <c:pt idx="9180">
                  <c:v>2.9965000000000002</c:v>
                </c:pt>
                <c:pt idx="9181">
                  <c:v>2.9912700000000001</c:v>
                </c:pt>
                <c:pt idx="9182">
                  <c:v>2.8811100000000001</c:v>
                </c:pt>
                <c:pt idx="9183">
                  <c:v>2.7908900000000001</c:v>
                </c:pt>
                <c:pt idx="9184">
                  <c:v>2.7872499999999998</c:v>
                </c:pt>
                <c:pt idx="9185">
                  <c:v>2.8419599999999998</c:v>
                </c:pt>
                <c:pt idx="9186">
                  <c:v>2.93337</c:v>
                </c:pt>
                <c:pt idx="9187">
                  <c:v>3.0570599999999999</c:v>
                </c:pt>
                <c:pt idx="9188">
                  <c:v>3.3075399999999999</c:v>
                </c:pt>
                <c:pt idx="9189">
                  <c:v>3.6675499999999999</c:v>
                </c:pt>
                <c:pt idx="9190">
                  <c:v>3.6471300000000002</c:v>
                </c:pt>
                <c:pt idx="9191">
                  <c:v>2.9849999999999999</c:v>
                </c:pt>
                <c:pt idx="9192">
                  <c:v>2.3750800000000001</c:v>
                </c:pt>
                <c:pt idx="9193">
                  <c:v>2.5903900000000002</c:v>
                </c:pt>
                <c:pt idx="9194">
                  <c:v>2.9222700000000001</c:v>
                </c:pt>
                <c:pt idx="9195">
                  <c:v>2.5484800000000001</c:v>
                </c:pt>
                <c:pt idx="9196">
                  <c:v>2.5220600000000002</c:v>
                </c:pt>
                <c:pt idx="9197">
                  <c:v>2.6167699999999998</c:v>
                </c:pt>
                <c:pt idx="9198">
                  <c:v>2.3513500000000001</c:v>
                </c:pt>
                <c:pt idx="9199">
                  <c:v>2.2524099999999998</c:v>
                </c:pt>
                <c:pt idx="9200">
                  <c:v>2.5937199999999998</c:v>
                </c:pt>
                <c:pt idx="9201">
                  <c:v>3.0927500000000001</c:v>
                </c:pt>
                <c:pt idx="9202">
                  <c:v>3.3078099999999999</c:v>
                </c:pt>
                <c:pt idx="9203">
                  <c:v>3.3159999999999998</c:v>
                </c:pt>
                <c:pt idx="9204">
                  <c:v>3.25441</c:v>
                </c:pt>
                <c:pt idx="9205">
                  <c:v>3.1430099999999999</c:v>
                </c:pt>
                <c:pt idx="9206">
                  <c:v>2.8894799999999998</c:v>
                </c:pt>
                <c:pt idx="9207">
                  <c:v>2.7467999999999999</c:v>
                </c:pt>
                <c:pt idx="9208">
                  <c:v>2.7189999999999999</c:v>
                </c:pt>
                <c:pt idx="9209">
                  <c:v>2.6812999999999998</c:v>
                </c:pt>
                <c:pt idx="9210">
                  <c:v>2.81629</c:v>
                </c:pt>
                <c:pt idx="9211">
                  <c:v>2.9656400000000001</c:v>
                </c:pt>
                <c:pt idx="9212">
                  <c:v>2.7736900000000002</c:v>
                </c:pt>
                <c:pt idx="9213">
                  <c:v>2.66899</c:v>
                </c:pt>
                <c:pt idx="9214">
                  <c:v>2.6360800000000002</c:v>
                </c:pt>
                <c:pt idx="9215">
                  <c:v>2.5437699999999999</c:v>
                </c:pt>
                <c:pt idx="9216">
                  <c:v>2.55193</c:v>
                </c:pt>
                <c:pt idx="9217">
                  <c:v>2.8108399999999998</c:v>
                </c:pt>
                <c:pt idx="9218">
                  <c:v>2.8789500000000001</c:v>
                </c:pt>
                <c:pt idx="9219">
                  <c:v>2.8111899999999999</c:v>
                </c:pt>
                <c:pt idx="9220">
                  <c:v>2.6289199999999999</c:v>
                </c:pt>
                <c:pt idx="9221">
                  <c:v>2.3962400000000001</c:v>
                </c:pt>
                <c:pt idx="9222">
                  <c:v>2.5458699999999999</c:v>
                </c:pt>
                <c:pt idx="9223">
                  <c:v>2.70912</c:v>
                </c:pt>
                <c:pt idx="9224">
                  <c:v>2.7997100000000001</c:v>
                </c:pt>
                <c:pt idx="9225">
                  <c:v>3.1925699999999999</c:v>
                </c:pt>
                <c:pt idx="9226">
                  <c:v>3.32002</c:v>
                </c:pt>
                <c:pt idx="9227">
                  <c:v>2.9530599999999998</c:v>
                </c:pt>
                <c:pt idx="9228">
                  <c:v>2.7583899999999999</c:v>
                </c:pt>
                <c:pt idx="9229">
                  <c:v>2.4006500000000002</c:v>
                </c:pt>
                <c:pt idx="9230">
                  <c:v>2.3738700000000001</c:v>
                </c:pt>
                <c:pt idx="9231">
                  <c:v>2.5019300000000002</c:v>
                </c:pt>
                <c:pt idx="9232">
                  <c:v>2.1391100000000001</c:v>
                </c:pt>
                <c:pt idx="9233">
                  <c:v>1.79193</c:v>
                </c:pt>
                <c:pt idx="9234">
                  <c:v>1.82121</c:v>
                </c:pt>
                <c:pt idx="9235">
                  <c:v>2.0964499999999999</c:v>
                </c:pt>
                <c:pt idx="9236">
                  <c:v>2.36843</c:v>
                </c:pt>
                <c:pt idx="9237">
                  <c:v>2.4861399999999998</c:v>
                </c:pt>
                <c:pt idx="9238">
                  <c:v>2.52257</c:v>
                </c:pt>
                <c:pt idx="9239">
                  <c:v>2.5604800000000001</c:v>
                </c:pt>
                <c:pt idx="9240">
                  <c:v>2.46651</c:v>
                </c:pt>
                <c:pt idx="9241">
                  <c:v>2.3180000000000001</c:v>
                </c:pt>
                <c:pt idx="9242">
                  <c:v>2.3351099999999998</c:v>
                </c:pt>
                <c:pt idx="9243">
                  <c:v>2.41032</c:v>
                </c:pt>
                <c:pt idx="9244">
                  <c:v>2.51294</c:v>
                </c:pt>
                <c:pt idx="9245">
                  <c:v>2.67143</c:v>
                </c:pt>
                <c:pt idx="9246">
                  <c:v>2.9002300000000001</c:v>
                </c:pt>
                <c:pt idx="9247">
                  <c:v>3.2039</c:v>
                </c:pt>
                <c:pt idx="9248">
                  <c:v>3.0190800000000002</c:v>
                </c:pt>
                <c:pt idx="9249">
                  <c:v>2.8737599999999999</c:v>
                </c:pt>
                <c:pt idx="9250">
                  <c:v>3.3587699999999998</c:v>
                </c:pt>
                <c:pt idx="9251">
                  <c:v>3.6960600000000001</c:v>
                </c:pt>
                <c:pt idx="9252">
                  <c:v>3.72342</c:v>
                </c:pt>
                <c:pt idx="9253">
                  <c:v>3.47438</c:v>
                </c:pt>
                <c:pt idx="9254">
                  <c:v>3.07768</c:v>
                </c:pt>
                <c:pt idx="9255">
                  <c:v>2.8192300000000001</c:v>
                </c:pt>
                <c:pt idx="9256">
                  <c:v>2.7278099999999998</c:v>
                </c:pt>
                <c:pt idx="9257">
                  <c:v>2.93099</c:v>
                </c:pt>
                <c:pt idx="9258">
                  <c:v>2.8456299999999999</c:v>
                </c:pt>
                <c:pt idx="9259">
                  <c:v>2.9455</c:v>
                </c:pt>
                <c:pt idx="9260">
                  <c:v>3.21536</c:v>
                </c:pt>
                <c:pt idx="9261">
                  <c:v>3.1468699999999998</c:v>
                </c:pt>
                <c:pt idx="9262">
                  <c:v>3.1219800000000002</c:v>
                </c:pt>
                <c:pt idx="9263">
                  <c:v>3.2348300000000001</c:v>
                </c:pt>
                <c:pt idx="9264">
                  <c:v>3.1322999999999999</c:v>
                </c:pt>
                <c:pt idx="9265">
                  <c:v>2.96319</c:v>
                </c:pt>
                <c:pt idx="9266">
                  <c:v>2.5800200000000002</c:v>
                </c:pt>
                <c:pt idx="9267">
                  <c:v>2.3410299999999999</c:v>
                </c:pt>
                <c:pt idx="9268">
                  <c:v>2.3723399999999999</c:v>
                </c:pt>
                <c:pt idx="9269">
                  <c:v>2.1314799999999998</c:v>
                </c:pt>
                <c:pt idx="9270">
                  <c:v>1.98468</c:v>
                </c:pt>
                <c:pt idx="9271">
                  <c:v>2.28193</c:v>
                </c:pt>
                <c:pt idx="9272">
                  <c:v>2.7956799999999999</c:v>
                </c:pt>
                <c:pt idx="9273">
                  <c:v>3.05904</c:v>
                </c:pt>
                <c:pt idx="9274">
                  <c:v>2.9889199999999998</c:v>
                </c:pt>
                <c:pt idx="9275">
                  <c:v>2.9267599999999998</c:v>
                </c:pt>
                <c:pt idx="9276">
                  <c:v>2.7219500000000001</c:v>
                </c:pt>
                <c:pt idx="9277">
                  <c:v>2.7522899999999999</c:v>
                </c:pt>
                <c:pt idx="9278">
                  <c:v>2.8635199999999998</c:v>
                </c:pt>
                <c:pt idx="9279">
                  <c:v>2.83786</c:v>
                </c:pt>
                <c:pt idx="9280">
                  <c:v>2.48922</c:v>
                </c:pt>
                <c:pt idx="9281">
                  <c:v>2.3239399999999999</c:v>
                </c:pt>
                <c:pt idx="9282">
                  <c:v>2.3664800000000001</c:v>
                </c:pt>
                <c:pt idx="9283">
                  <c:v>2.85799</c:v>
                </c:pt>
                <c:pt idx="9284">
                  <c:v>3.2460399999999998</c:v>
                </c:pt>
                <c:pt idx="9285">
                  <c:v>3.2105299999999999</c:v>
                </c:pt>
                <c:pt idx="9286">
                  <c:v>3.0922399999999999</c:v>
                </c:pt>
                <c:pt idx="9287">
                  <c:v>2.7008999999999999</c:v>
                </c:pt>
                <c:pt idx="9288">
                  <c:v>2.4687299999999999</c:v>
                </c:pt>
                <c:pt idx="9289">
                  <c:v>2.7031399999999999</c:v>
                </c:pt>
                <c:pt idx="9290">
                  <c:v>3.22</c:v>
                </c:pt>
                <c:pt idx="9291">
                  <c:v>3.3762099999999999</c:v>
                </c:pt>
                <c:pt idx="9292">
                  <c:v>3.1481699999999999</c:v>
                </c:pt>
                <c:pt idx="9293">
                  <c:v>3.0646</c:v>
                </c:pt>
                <c:pt idx="9294">
                  <c:v>3.0603400000000001</c:v>
                </c:pt>
                <c:pt idx="9295">
                  <c:v>3.2327900000000001</c:v>
                </c:pt>
                <c:pt idx="9296">
                  <c:v>3.2542</c:v>
                </c:pt>
                <c:pt idx="9297">
                  <c:v>3.11585</c:v>
                </c:pt>
                <c:pt idx="9298">
                  <c:v>2.9451399999999999</c:v>
                </c:pt>
                <c:pt idx="9299">
                  <c:v>2.9003399999999999</c:v>
                </c:pt>
                <c:pt idx="9300">
                  <c:v>3.0603199999999999</c:v>
                </c:pt>
                <c:pt idx="9301">
                  <c:v>3.1746300000000001</c:v>
                </c:pt>
                <c:pt idx="9302">
                  <c:v>3.2229100000000002</c:v>
                </c:pt>
                <c:pt idx="9303">
                  <c:v>2.8716900000000001</c:v>
                </c:pt>
                <c:pt idx="9304">
                  <c:v>2.77806</c:v>
                </c:pt>
                <c:pt idx="9305">
                  <c:v>2.9040499999999998</c:v>
                </c:pt>
                <c:pt idx="9306">
                  <c:v>3.0987499999999999</c:v>
                </c:pt>
                <c:pt idx="9307">
                  <c:v>3.3380800000000002</c:v>
                </c:pt>
                <c:pt idx="9308">
                  <c:v>3.6201500000000002</c:v>
                </c:pt>
                <c:pt idx="9309">
                  <c:v>3.1765099999999999</c:v>
                </c:pt>
                <c:pt idx="9310">
                  <c:v>2.4037799999999998</c:v>
                </c:pt>
                <c:pt idx="9311">
                  <c:v>2.34579</c:v>
                </c:pt>
                <c:pt idx="9312">
                  <c:v>2.93885</c:v>
                </c:pt>
                <c:pt idx="9313">
                  <c:v>3.05166</c:v>
                </c:pt>
                <c:pt idx="9314">
                  <c:v>2.7806600000000001</c:v>
                </c:pt>
                <c:pt idx="9315">
                  <c:v>2.4886699999999999</c:v>
                </c:pt>
                <c:pt idx="9316">
                  <c:v>2.5059100000000001</c:v>
                </c:pt>
                <c:pt idx="9317">
                  <c:v>2.5602800000000001</c:v>
                </c:pt>
                <c:pt idx="9318">
                  <c:v>2.5258600000000002</c:v>
                </c:pt>
                <c:pt idx="9319">
                  <c:v>2.4541300000000001</c:v>
                </c:pt>
                <c:pt idx="9320">
                  <c:v>2.7221700000000002</c:v>
                </c:pt>
                <c:pt idx="9321">
                  <c:v>3.1847099999999999</c:v>
                </c:pt>
                <c:pt idx="9322">
                  <c:v>3.5612599999999999</c:v>
                </c:pt>
                <c:pt idx="9323">
                  <c:v>3.7403499999999998</c:v>
                </c:pt>
                <c:pt idx="9324">
                  <c:v>3.2960400000000001</c:v>
                </c:pt>
                <c:pt idx="9325">
                  <c:v>2.9238</c:v>
                </c:pt>
                <c:pt idx="9326">
                  <c:v>3.0052699999999999</c:v>
                </c:pt>
                <c:pt idx="9327">
                  <c:v>2.8586299999999998</c:v>
                </c:pt>
                <c:pt idx="9328">
                  <c:v>2.93438</c:v>
                </c:pt>
                <c:pt idx="9329">
                  <c:v>2.8466200000000002</c:v>
                </c:pt>
                <c:pt idx="9330">
                  <c:v>2.8511500000000001</c:v>
                </c:pt>
                <c:pt idx="9331">
                  <c:v>3.0103300000000002</c:v>
                </c:pt>
                <c:pt idx="9332">
                  <c:v>3.0069699999999999</c:v>
                </c:pt>
                <c:pt idx="9333">
                  <c:v>2.7364199999999999</c:v>
                </c:pt>
                <c:pt idx="9334">
                  <c:v>2.3202799999999999</c:v>
                </c:pt>
                <c:pt idx="9335">
                  <c:v>2.0200200000000001</c:v>
                </c:pt>
                <c:pt idx="9336">
                  <c:v>2.03512</c:v>
                </c:pt>
                <c:pt idx="9337">
                  <c:v>2.0372400000000002</c:v>
                </c:pt>
                <c:pt idx="9338">
                  <c:v>2.0004400000000002</c:v>
                </c:pt>
                <c:pt idx="9339">
                  <c:v>2.4501200000000001</c:v>
                </c:pt>
                <c:pt idx="9340">
                  <c:v>2.9983599999999999</c:v>
                </c:pt>
                <c:pt idx="9341">
                  <c:v>2.9845999999999999</c:v>
                </c:pt>
                <c:pt idx="9342">
                  <c:v>2.5215399999999999</c:v>
                </c:pt>
                <c:pt idx="9343">
                  <c:v>2.2163599999999999</c:v>
                </c:pt>
                <c:pt idx="9344">
                  <c:v>2.45546</c:v>
                </c:pt>
                <c:pt idx="9345">
                  <c:v>2.8816099999999998</c:v>
                </c:pt>
                <c:pt idx="9346">
                  <c:v>2.86687</c:v>
                </c:pt>
                <c:pt idx="9347">
                  <c:v>3.0921099999999999</c:v>
                </c:pt>
                <c:pt idx="9348">
                  <c:v>3.4509699999999999</c:v>
                </c:pt>
                <c:pt idx="9349">
                  <c:v>3.3187899999999999</c:v>
                </c:pt>
                <c:pt idx="9350">
                  <c:v>2.9535100000000001</c:v>
                </c:pt>
                <c:pt idx="9351">
                  <c:v>2.8727800000000001</c:v>
                </c:pt>
                <c:pt idx="9352">
                  <c:v>2.8503099999999999</c:v>
                </c:pt>
                <c:pt idx="9353">
                  <c:v>2.6951200000000002</c:v>
                </c:pt>
                <c:pt idx="9354">
                  <c:v>2.5391900000000001</c:v>
                </c:pt>
                <c:pt idx="9355">
                  <c:v>2.6714199999999999</c:v>
                </c:pt>
                <c:pt idx="9356">
                  <c:v>3.1640000000000001</c:v>
                </c:pt>
                <c:pt idx="9357">
                  <c:v>3.36972</c:v>
                </c:pt>
                <c:pt idx="9358">
                  <c:v>3.3759000000000001</c:v>
                </c:pt>
                <c:pt idx="9359">
                  <c:v>3.4002500000000002</c:v>
                </c:pt>
                <c:pt idx="9360">
                  <c:v>3.25475</c:v>
                </c:pt>
                <c:pt idx="9361">
                  <c:v>3.01946</c:v>
                </c:pt>
                <c:pt idx="9362">
                  <c:v>2.9589599999999998</c:v>
                </c:pt>
                <c:pt idx="9363">
                  <c:v>3.1485699999999999</c:v>
                </c:pt>
                <c:pt idx="9364">
                  <c:v>3.3744499999999999</c:v>
                </c:pt>
                <c:pt idx="9365">
                  <c:v>3.6035300000000001</c:v>
                </c:pt>
                <c:pt idx="9366">
                  <c:v>3.7914300000000001</c:v>
                </c:pt>
                <c:pt idx="9367">
                  <c:v>3.5918100000000002</c:v>
                </c:pt>
                <c:pt idx="9368">
                  <c:v>3.4365100000000002</c:v>
                </c:pt>
                <c:pt idx="9369">
                  <c:v>3.61015</c:v>
                </c:pt>
                <c:pt idx="9370">
                  <c:v>3.6806700000000001</c:v>
                </c:pt>
                <c:pt idx="9371">
                  <c:v>3.8854000000000002</c:v>
                </c:pt>
                <c:pt idx="9372">
                  <c:v>3.69259</c:v>
                </c:pt>
                <c:pt idx="9373">
                  <c:v>3.4578199999999999</c:v>
                </c:pt>
                <c:pt idx="9374">
                  <c:v>3.2999900000000002</c:v>
                </c:pt>
                <c:pt idx="9375">
                  <c:v>3.2704200000000001</c:v>
                </c:pt>
                <c:pt idx="9376">
                  <c:v>3.1269200000000001</c:v>
                </c:pt>
                <c:pt idx="9377">
                  <c:v>3.1353</c:v>
                </c:pt>
                <c:pt idx="9378">
                  <c:v>3.10887</c:v>
                </c:pt>
                <c:pt idx="9379">
                  <c:v>3.2911000000000001</c:v>
                </c:pt>
                <c:pt idx="9380">
                  <c:v>3.5187400000000002</c:v>
                </c:pt>
                <c:pt idx="9381">
                  <c:v>3.5512100000000002</c:v>
                </c:pt>
                <c:pt idx="9382">
                  <c:v>3.3878599999999999</c:v>
                </c:pt>
                <c:pt idx="9383">
                  <c:v>3.2234799999999999</c:v>
                </c:pt>
                <c:pt idx="9384">
                  <c:v>3.2496800000000001</c:v>
                </c:pt>
                <c:pt idx="9385">
                  <c:v>3.3711000000000002</c:v>
                </c:pt>
                <c:pt idx="9386">
                  <c:v>3.2729499999999998</c:v>
                </c:pt>
                <c:pt idx="9387">
                  <c:v>3.0769099999999998</c:v>
                </c:pt>
                <c:pt idx="9388">
                  <c:v>3.1309900000000002</c:v>
                </c:pt>
                <c:pt idx="9389">
                  <c:v>3.1184400000000001</c:v>
                </c:pt>
                <c:pt idx="9390">
                  <c:v>3.0977399999999999</c:v>
                </c:pt>
                <c:pt idx="9391">
                  <c:v>3.0112800000000002</c:v>
                </c:pt>
                <c:pt idx="9392">
                  <c:v>2.702</c:v>
                </c:pt>
                <c:pt idx="9393">
                  <c:v>2.30443</c:v>
                </c:pt>
                <c:pt idx="9394">
                  <c:v>2.2966199999999999</c:v>
                </c:pt>
                <c:pt idx="9395">
                  <c:v>2.5473300000000001</c:v>
                </c:pt>
                <c:pt idx="9396">
                  <c:v>2.7632500000000002</c:v>
                </c:pt>
                <c:pt idx="9397">
                  <c:v>2.7918099999999999</c:v>
                </c:pt>
                <c:pt idx="9398">
                  <c:v>2.6322100000000002</c:v>
                </c:pt>
                <c:pt idx="9399">
                  <c:v>2.3953099999999998</c:v>
                </c:pt>
                <c:pt idx="9400">
                  <c:v>2.5838700000000001</c:v>
                </c:pt>
                <c:pt idx="9401">
                  <c:v>2.5950899999999999</c:v>
                </c:pt>
                <c:pt idx="9402">
                  <c:v>2.6002200000000002</c:v>
                </c:pt>
                <c:pt idx="9403">
                  <c:v>2.8768699999999998</c:v>
                </c:pt>
                <c:pt idx="9404">
                  <c:v>3.1414599999999999</c:v>
                </c:pt>
                <c:pt idx="9405">
                  <c:v>3.1190500000000001</c:v>
                </c:pt>
                <c:pt idx="9406">
                  <c:v>2.7812800000000002</c:v>
                </c:pt>
                <c:pt idx="9407">
                  <c:v>2.7288800000000002</c:v>
                </c:pt>
                <c:pt idx="9408">
                  <c:v>2.8805800000000001</c:v>
                </c:pt>
                <c:pt idx="9409">
                  <c:v>2.9689700000000001</c:v>
                </c:pt>
                <c:pt idx="9410">
                  <c:v>2.8909500000000001</c:v>
                </c:pt>
                <c:pt idx="9411">
                  <c:v>2.9444599999999999</c:v>
                </c:pt>
                <c:pt idx="9412">
                  <c:v>3.1307700000000001</c:v>
                </c:pt>
                <c:pt idx="9413">
                  <c:v>3.0672999999999999</c:v>
                </c:pt>
                <c:pt idx="9414">
                  <c:v>2.7781099999999999</c:v>
                </c:pt>
                <c:pt idx="9415">
                  <c:v>2.6705100000000002</c:v>
                </c:pt>
                <c:pt idx="9416">
                  <c:v>2.8826800000000001</c:v>
                </c:pt>
                <c:pt idx="9417">
                  <c:v>2.8847100000000001</c:v>
                </c:pt>
                <c:pt idx="9418">
                  <c:v>2.61938</c:v>
                </c:pt>
                <c:pt idx="9419">
                  <c:v>2.2981600000000002</c:v>
                </c:pt>
                <c:pt idx="9420">
                  <c:v>2.3460200000000002</c:v>
                </c:pt>
                <c:pt idx="9421">
                  <c:v>2.7028799999999999</c:v>
                </c:pt>
                <c:pt idx="9422">
                  <c:v>2.90741</c:v>
                </c:pt>
                <c:pt idx="9423">
                  <c:v>2.7918500000000002</c:v>
                </c:pt>
                <c:pt idx="9424">
                  <c:v>2.7247599999999998</c:v>
                </c:pt>
                <c:pt idx="9425">
                  <c:v>2.75048</c:v>
                </c:pt>
                <c:pt idx="9426">
                  <c:v>2.8466</c:v>
                </c:pt>
                <c:pt idx="9427">
                  <c:v>2.7903699999999998</c:v>
                </c:pt>
                <c:pt idx="9428">
                  <c:v>2.6565099999999999</c:v>
                </c:pt>
                <c:pt idx="9429">
                  <c:v>2.5239699999999998</c:v>
                </c:pt>
                <c:pt idx="9430">
                  <c:v>2.5147599999999999</c:v>
                </c:pt>
                <c:pt idx="9431">
                  <c:v>2.5312399999999999</c:v>
                </c:pt>
                <c:pt idx="9432">
                  <c:v>2.6554799999999998</c:v>
                </c:pt>
                <c:pt idx="9433">
                  <c:v>2.5249799999999998</c:v>
                </c:pt>
                <c:pt idx="9434">
                  <c:v>2.70567</c:v>
                </c:pt>
                <c:pt idx="9435">
                  <c:v>3.0669</c:v>
                </c:pt>
                <c:pt idx="9436">
                  <c:v>3.2275999999999998</c:v>
                </c:pt>
                <c:pt idx="9437">
                  <c:v>2.86286</c:v>
                </c:pt>
                <c:pt idx="9438">
                  <c:v>2.80118</c:v>
                </c:pt>
                <c:pt idx="9439">
                  <c:v>3.1401300000000001</c:v>
                </c:pt>
                <c:pt idx="9440">
                  <c:v>3.1719599999999999</c:v>
                </c:pt>
                <c:pt idx="9441">
                  <c:v>3.0633900000000001</c:v>
                </c:pt>
                <c:pt idx="9442">
                  <c:v>3.0437500000000002</c:v>
                </c:pt>
                <c:pt idx="9443">
                  <c:v>3.2038600000000002</c:v>
                </c:pt>
                <c:pt idx="9444">
                  <c:v>3.3580899999999998</c:v>
                </c:pt>
                <c:pt idx="9445">
                  <c:v>3.1704400000000001</c:v>
                </c:pt>
                <c:pt idx="9446">
                  <c:v>3.0087100000000002</c:v>
                </c:pt>
                <c:pt idx="9447">
                  <c:v>2.9595799999999999</c:v>
                </c:pt>
                <c:pt idx="9448">
                  <c:v>2.9306800000000002</c:v>
                </c:pt>
                <c:pt idx="9449">
                  <c:v>2.8314599999999999</c:v>
                </c:pt>
                <c:pt idx="9450">
                  <c:v>2.9791099999999999</c:v>
                </c:pt>
                <c:pt idx="9451">
                  <c:v>3.0983000000000001</c:v>
                </c:pt>
                <c:pt idx="9452">
                  <c:v>2.8297300000000001</c:v>
                </c:pt>
                <c:pt idx="9453">
                  <c:v>2.7121200000000001</c:v>
                </c:pt>
                <c:pt idx="9454">
                  <c:v>2.8694500000000001</c:v>
                </c:pt>
                <c:pt idx="9455">
                  <c:v>3.2459799999999999</c:v>
                </c:pt>
                <c:pt idx="9456">
                  <c:v>3.2040899999999999</c:v>
                </c:pt>
                <c:pt idx="9457">
                  <c:v>2.7901600000000002</c:v>
                </c:pt>
                <c:pt idx="9458">
                  <c:v>2.8928099999999999</c:v>
                </c:pt>
                <c:pt idx="9459">
                  <c:v>3.1758500000000001</c:v>
                </c:pt>
                <c:pt idx="9460">
                  <c:v>3.3104200000000001</c:v>
                </c:pt>
                <c:pt idx="9461">
                  <c:v>3.4565600000000001</c:v>
                </c:pt>
                <c:pt idx="9462">
                  <c:v>3.5053700000000001</c:v>
                </c:pt>
                <c:pt idx="9463">
                  <c:v>3.3387899999999999</c:v>
                </c:pt>
                <c:pt idx="9464">
                  <c:v>3.0341900000000002</c:v>
                </c:pt>
                <c:pt idx="9465">
                  <c:v>2.9439099999999998</c:v>
                </c:pt>
                <c:pt idx="9466">
                  <c:v>3.06671</c:v>
                </c:pt>
                <c:pt idx="9467">
                  <c:v>3.4752000000000001</c:v>
                </c:pt>
                <c:pt idx="9468">
                  <c:v>3.6670799999999999</c:v>
                </c:pt>
                <c:pt idx="9469">
                  <c:v>3.4121299999999999</c:v>
                </c:pt>
                <c:pt idx="9470">
                  <c:v>3.1627700000000001</c:v>
                </c:pt>
                <c:pt idx="9471">
                  <c:v>3.09924</c:v>
                </c:pt>
                <c:pt idx="9472">
                  <c:v>2.90896</c:v>
                </c:pt>
                <c:pt idx="9473">
                  <c:v>2.9308299999999998</c:v>
                </c:pt>
                <c:pt idx="9474">
                  <c:v>3.0059499999999999</c:v>
                </c:pt>
                <c:pt idx="9475">
                  <c:v>3.0615999999999999</c:v>
                </c:pt>
                <c:pt idx="9476">
                  <c:v>3.1025</c:v>
                </c:pt>
                <c:pt idx="9477">
                  <c:v>3.09768</c:v>
                </c:pt>
                <c:pt idx="9478">
                  <c:v>2.90794</c:v>
                </c:pt>
                <c:pt idx="9479">
                  <c:v>2.6840799999999998</c:v>
                </c:pt>
                <c:pt idx="9480">
                  <c:v>2.3453300000000001</c:v>
                </c:pt>
                <c:pt idx="9481">
                  <c:v>2.3785500000000002</c:v>
                </c:pt>
                <c:pt idx="9482">
                  <c:v>2.6974999999999998</c:v>
                </c:pt>
                <c:pt idx="9483">
                  <c:v>3.0603199999999999</c:v>
                </c:pt>
                <c:pt idx="9484">
                  <c:v>3.1365599999999998</c:v>
                </c:pt>
                <c:pt idx="9485">
                  <c:v>3.0937600000000001</c:v>
                </c:pt>
                <c:pt idx="9486">
                  <c:v>3.0526900000000001</c:v>
                </c:pt>
                <c:pt idx="9487">
                  <c:v>3.5613000000000001</c:v>
                </c:pt>
                <c:pt idx="9488">
                  <c:v>4.1659300000000004</c:v>
                </c:pt>
                <c:pt idx="9489">
                  <c:v>4.4711499999999997</c:v>
                </c:pt>
                <c:pt idx="9490">
                  <c:v>4.9171500000000004</c:v>
                </c:pt>
                <c:pt idx="9491">
                  <c:v>5.1816599999999999</c:v>
                </c:pt>
                <c:pt idx="9492">
                  <c:v>5.2093699999999998</c:v>
                </c:pt>
                <c:pt idx="9493">
                  <c:v>5.2266199999999996</c:v>
                </c:pt>
                <c:pt idx="9494">
                  <c:v>5.5661100000000001</c:v>
                </c:pt>
                <c:pt idx="9495">
                  <c:v>5.5836499999999996</c:v>
                </c:pt>
                <c:pt idx="9496">
                  <c:v>5.5199600000000002</c:v>
                </c:pt>
                <c:pt idx="9497">
                  <c:v>5.5364399999999998</c:v>
                </c:pt>
                <c:pt idx="9498">
                  <c:v>5.2930200000000003</c:v>
                </c:pt>
                <c:pt idx="9499">
                  <c:v>5.20512</c:v>
                </c:pt>
                <c:pt idx="9500">
                  <c:v>4.9755399999999996</c:v>
                </c:pt>
                <c:pt idx="9501">
                  <c:v>4.7367600000000003</c:v>
                </c:pt>
                <c:pt idx="9502">
                  <c:v>4.5622600000000002</c:v>
                </c:pt>
                <c:pt idx="9503">
                  <c:v>4.1303799999999997</c:v>
                </c:pt>
                <c:pt idx="9504">
                  <c:v>3.5487299999999999</c:v>
                </c:pt>
                <c:pt idx="9505">
                  <c:v>3.2748300000000001</c:v>
                </c:pt>
                <c:pt idx="9506">
                  <c:v>3.4904799999999998</c:v>
                </c:pt>
                <c:pt idx="9507">
                  <c:v>3.4101300000000001</c:v>
                </c:pt>
                <c:pt idx="9508">
                  <c:v>3.2056800000000001</c:v>
                </c:pt>
                <c:pt idx="9509">
                  <c:v>2.8710200000000001</c:v>
                </c:pt>
                <c:pt idx="9510">
                  <c:v>2.4311600000000002</c:v>
                </c:pt>
                <c:pt idx="9511">
                  <c:v>2.3988499999999999</c:v>
                </c:pt>
                <c:pt idx="9512">
                  <c:v>2.5543200000000001</c:v>
                </c:pt>
                <c:pt idx="9513">
                  <c:v>2.4102899999999998</c:v>
                </c:pt>
                <c:pt idx="9514">
                  <c:v>2.3320799999999999</c:v>
                </c:pt>
                <c:pt idx="9515">
                  <c:v>2.4163899999999998</c:v>
                </c:pt>
                <c:pt idx="9516">
                  <c:v>2.2021000000000002</c:v>
                </c:pt>
                <c:pt idx="9517">
                  <c:v>2.1366900000000002</c:v>
                </c:pt>
                <c:pt idx="9518">
                  <c:v>2.3756400000000002</c:v>
                </c:pt>
                <c:pt idx="9519">
                  <c:v>2.6377700000000002</c:v>
                </c:pt>
                <c:pt idx="9520">
                  <c:v>2.9497599999999999</c:v>
                </c:pt>
                <c:pt idx="9521">
                  <c:v>3.2147600000000001</c:v>
                </c:pt>
                <c:pt idx="9522">
                  <c:v>3.36924</c:v>
                </c:pt>
                <c:pt idx="9523">
                  <c:v>3.5093200000000002</c:v>
                </c:pt>
                <c:pt idx="9524">
                  <c:v>3.4166400000000001</c:v>
                </c:pt>
                <c:pt idx="9525">
                  <c:v>3.26972</c:v>
                </c:pt>
                <c:pt idx="9526">
                  <c:v>3.46976</c:v>
                </c:pt>
                <c:pt idx="9527">
                  <c:v>3.5430700000000002</c:v>
                </c:pt>
                <c:pt idx="9528">
                  <c:v>3.2545700000000002</c:v>
                </c:pt>
                <c:pt idx="9529">
                  <c:v>2.9727800000000002</c:v>
                </c:pt>
                <c:pt idx="9530">
                  <c:v>2.9663300000000001</c:v>
                </c:pt>
                <c:pt idx="9531">
                  <c:v>3.2152699999999999</c:v>
                </c:pt>
                <c:pt idx="9532">
                  <c:v>3.4637199999999999</c:v>
                </c:pt>
                <c:pt idx="9533">
                  <c:v>3.6004700000000001</c:v>
                </c:pt>
                <c:pt idx="9534">
                  <c:v>3.4856199999999999</c:v>
                </c:pt>
                <c:pt idx="9535">
                  <c:v>3.1537000000000002</c:v>
                </c:pt>
                <c:pt idx="9536">
                  <c:v>3.1961900000000001</c:v>
                </c:pt>
                <c:pt idx="9537">
                  <c:v>3.4368400000000001</c:v>
                </c:pt>
                <c:pt idx="9538">
                  <c:v>3.6533899999999999</c:v>
                </c:pt>
                <c:pt idx="9539">
                  <c:v>3.9704600000000001</c:v>
                </c:pt>
                <c:pt idx="9540">
                  <c:v>4.0447499999999996</c:v>
                </c:pt>
                <c:pt idx="9541">
                  <c:v>3.7237499999999999</c:v>
                </c:pt>
                <c:pt idx="9542">
                  <c:v>3.4816099999999999</c:v>
                </c:pt>
                <c:pt idx="9543">
                  <c:v>3.2473100000000001</c:v>
                </c:pt>
                <c:pt idx="9544">
                  <c:v>3.1938200000000001</c:v>
                </c:pt>
                <c:pt idx="9545">
                  <c:v>3.14053</c:v>
                </c:pt>
                <c:pt idx="9546">
                  <c:v>3.03348</c:v>
                </c:pt>
                <c:pt idx="9547">
                  <c:v>3.3074499999999998</c:v>
                </c:pt>
                <c:pt idx="9548">
                  <c:v>3.5143800000000001</c:v>
                </c:pt>
                <c:pt idx="9549">
                  <c:v>3.6002399999999999</c:v>
                </c:pt>
                <c:pt idx="9550">
                  <c:v>3.5031400000000001</c:v>
                </c:pt>
                <c:pt idx="9551">
                  <c:v>3.3874399999999998</c:v>
                </c:pt>
                <c:pt idx="9552">
                  <c:v>3.4471500000000002</c:v>
                </c:pt>
                <c:pt idx="9553">
                  <c:v>3.4576099999999999</c:v>
                </c:pt>
                <c:pt idx="9554">
                  <c:v>3.3421400000000001</c:v>
                </c:pt>
                <c:pt idx="9555">
                  <c:v>3.31176</c:v>
                </c:pt>
                <c:pt idx="9556">
                  <c:v>3.14601</c:v>
                </c:pt>
                <c:pt idx="9557">
                  <c:v>3.1733600000000002</c:v>
                </c:pt>
                <c:pt idx="9558">
                  <c:v>2.9076900000000001</c:v>
                </c:pt>
                <c:pt idx="9559">
                  <c:v>2.5731799999999998</c:v>
                </c:pt>
                <c:pt idx="9560">
                  <c:v>2.7983099999999999</c:v>
                </c:pt>
                <c:pt idx="9561">
                  <c:v>3.3978000000000002</c:v>
                </c:pt>
                <c:pt idx="9562">
                  <c:v>3.8247599999999999</c:v>
                </c:pt>
                <c:pt idx="9563">
                  <c:v>3.9068399999999999</c:v>
                </c:pt>
                <c:pt idx="9564">
                  <c:v>4.1426299999999996</c:v>
                </c:pt>
                <c:pt idx="9565">
                  <c:v>3.9504999999999999</c:v>
                </c:pt>
                <c:pt idx="9566">
                  <c:v>3.9125000000000001</c:v>
                </c:pt>
                <c:pt idx="9567">
                  <c:v>4.0250199999999996</c:v>
                </c:pt>
                <c:pt idx="9568">
                  <c:v>3.8979200000000001</c:v>
                </c:pt>
                <c:pt idx="9569">
                  <c:v>4.1645500000000002</c:v>
                </c:pt>
                <c:pt idx="9570">
                  <c:v>4.2356299999999996</c:v>
                </c:pt>
                <c:pt idx="9571">
                  <c:v>4.0950199999999999</c:v>
                </c:pt>
                <c:pt idx="9572">
                  <c:v>3.9943599999999999</c:v>
                </c:pt>
                <c:pt idx="9573">
                  <c:v>3.7297799999999999</c:v>
                </c:pt>
                <c:pt idx="9574">
                  <c:v>3.7703199999999999</c:v>
                </c:pt>
                <c:pt idx="9575">
                  <c:v>4.2684600000000001</c:v>
                </c:pt>
                <c:pt idx="9576">
                  <c:v>4.4957799999999999</c:v>
                </c:pt>
                <c:pt idx="9577">
                  <c:v>4.5508600000000001</c:v>
                </c:pt>
                <c:pt idx="9578">
                  <c:v>4.8826099999999997</c:v>
                </c:pt>
                <c:pt idx="9579">
                  <c:v>5.5372399999999997</c:v>
                </c:pt>
                <c:pt idx="9580">
                  <c:v>5.29495</c:v>
                </c:pt>
                <c:pt idx="9581">
                  <c:v>4.8178599999999996</c:v>
                </c:pt>
                <c:pt idx="9582">
                  <c:v>4.8040000000000003</c:v>
                </c:pt>
                <c:pt idx="9583">
                  <c:v>5.2640200000000004</c:v>
                </c:pt>
                <c:pt idx="9584">
                  <c:v>5.5111699999999999</c:v>
                </c:pt>
                <c:pt idx="9585">
                  <c:v>5.67903</c:v>
                </c:pt>
                <c:pt idx="9586">
                  <c:v>5.7481099999999996</c:v>
                </c:pt>
                <c:pt idx="9587">
                  <c:v>5.9250400000000001</c:v>
                </c:pt>
                <c:pt idx="9588">
                  <c:v>5.8416300000000003</c:v>
                </c:pt>
                <c:pt idx="9589">
                  <c:v>5.2021800000000002</c:v>
                </c:pt>
                <c:pt idx="9590">
                  <c:v>4.8242599999999998</c:v>
                </c:pt>
                <c:pt idx="9591">
                  <c:v>4.47654</c:v>
                </c:pt>
                <c:pt idx="9592">
                  <c:v>4.2037899999999997</c:v>
                </c:pt>
                <c:pt idx="9593">
                  <c:v>4.3318099999999999</c:v>
                </c:pt>
                <c:pt idx="9594">
                  <c:v>4.4288299999999996</c:v>
                </c:pt>
                <c:pt idx="9595">
                  <c:v>4.1453199999999999</c:v>
                </c:pt>
                <c:pt idx="9596">
                  <c:v>3.73048</c:v>
                </c:pt>
                <c:pt idx="9597">
                  <c:v>3.3340700000000001</c:v>
                </c:pt>
                <c:pt idx="9598">
                  <c:v>3.1976800000000001</c:v>
                </c:pt>
                <c:pt idx="9599">
                  <c:v>3.3839600000000001</c:v>
                </c:pt>
                <c:pt idx="9600">
                  <c:v>3.5527600000000001</c:v>
                </c:pt>
                <c:pt idx="9601">
                  <c:v>3.4020899999999998</c:v>
                </c:pt>
                <c:pt idx="9602">
                  <c:v>3.18689</c:v>
                </c:pt>
                <c:pt idx="9603">
                  <c:v>3.1606800000000002</c:v>
                </c:pt>
                <c:pt idx="9604">
                  <c:v>3.1369400000000001</c:v>
                </c:pt>
                <c:pt idx="9605">
                  <c:v>3.3195199999999998</c:v>
                </c:pt>
                <c:pt idx="9606">
                  <c:v>3.7953199999999998</c:v>
                </c:pt>
                <c:pt idx="9607">
                  <c:v>3.6623600000000001</c:v>
                </c:pt>
                <c:pt idx="9608">
                  <c:v>3.0160900000000002</c:v>
                </c:pt>
                <c:pt idx="9609">
                  <c:v>2.5735800000000002</c:v>
                </c:pt>
                <c:pt idx="9610">
                  <c:v>2.5227300000000001</c:v>
                </c:pt>
                <c:pt idx="9611">
                  <c:v>2.6741199999999998</c:v>
                </c:pt>
                <c:pt idx="9612">
                  <c:v>2.8198099999999999</c:v>
                </c:pt>
                <c:pt idx="9613">
                  <c:v>2.7676599999999998</c:v>
                </c:pt>
                <c:pt idx="9614">
                  <c:v>2.8494999999999999</c:v>
                </c:pt>
                <c:pt idx="9615">
                  <c:v>2.7972700000000001</c:v>
                </c:pt>
                <c:pt idx="9616">
                  <c:v>2.6061299999999998</c:v>
                </c:pt>
                <c:pt idx="9617">
                  <c:v>2.5512600000000001</c:v>
                </c:pt>
                <c:pt idx="9618">
                  <c:v>2.4652099999999999</c:v>
                </c:pt>
                <c:pt idx="9619">
                  <c:v>2.8137099999999999</c:v>
                </c:pt>
                <c:pt idx="9620">
                  <c:v>3.4568599999999998</c:v>
                </c:pt>
                <c:pt idx="9621">
                  <c:v>3.8296600000000001</c:v>
                </c:pt>
                <c:pt idx="9622">
                  <c:v>3.5596800000000002</c:v>
                </c:pt>
                <c:pt idx="9623">
                  <c:v>3.1986599999999998</c:v>
                </c:pt>
                <c:pt idx="9624">
                  <c:v>3.3401200000000002</c:v>
                </c:pt>
                <c:pt idx="9625">
                  <c:v>3.5599599999999998</c:v>
                </c:pt>
                <c:pt idx="9626">
                  <c:v>3.5333299999999999</c:v>
                </c:pt>
                <c:pt idx="9627">
                  <c:v>3.2123200000000001</c:v>
                </c:pt>
                <c:pt idx="9628">
                  <c:v>3.0783299999999998</c:v>
                </c:pt>
                <c:pt idx="9629">
                  <c:v>3.1156199999999998</c:v>
                </c:pt>
                <c:pt idx="9630">
                  <c:v>3.5640800000000001</c:v>
                </c:pt>
                <c:pt idx="9631">
                  <c:v>3.78939</c:v>
                </c:pt>
                <c:pt idx="9632">
                  <c:v>4.0666200000000003</c:v>
                </c:pt>
                <c:pt idx="9633">
                  <c:v>4.1661999999999999</c:v>
                </c:pt>
                <c:pt idx="9634">
                  <c:v>3.98889</c:v>
                </c:pt>
                <c:pt idx="9635">
                  <c:v>4.2334100000000001</c:v>
                </c:pt>
                <c:pt idx="9636">
                  <c:v>4.3333899999999996</c:v>
                </c:pt>
                <c:pt idx="9637">
                  <c:v>4.5984299999999996</c:v>
                </c:pt>
                <c:pt idx="9638">
                  <c:v>4.7687400000000002</c:v>
                </c:pt>
                <c:pt idx="9639">
                  <c:v>4.9821999999999997</c:v>
                </c:pt>
                <c:pt idx="9640">
                  <c:v>5.1370300000000002</c:v>
                </c:pt>
                <c:pt idx="9641">
                  <c:v>5.3494599999999997</c:v>
                </c:pt>
                <c:pt idx="9642">
                  <c:v>5.5136200000000004</c:v>
                </c:pt>
                <c:pt idx="9643">
                  <c:v>5.4604200000000001</c:v>
                </c:pt>
                <c:pt idx="9644">
                  <c:v>5.4275700000000002</c:v>
                </c:pt>
                <c:pt idx="9645">
                  <c:v>5.4539999999999997</c:v>
                </c:pt>
                <c:pt idx="9646">
                  <c:v>5.3073399999999999</c:v>
                </c:pt>
                <c:pt idx="9647">
                  <c:v>5.0825800000000001</c:v>
                </c:pt>
                <c:pt idx="9648">
                  <c:v>5.0793900000000001</c:v>
                </c:pt>
                <c:pt idx="9649">
                  <c:v>4.6620799999999996</c:v>
                </c:pt>
                <c:pt idx="9650">
                  <c:v>4.1742400000000002</c:v>
                </c:pt>
                <c:pt idx="9651">
                  <c:v>3.7742900000000001</c:v>
                </c:pt>
                <c:pt idx="9652">
                  <c:v>3.5845799999999999</c:v>
                </c:pt>
                <c:pt idx="9653">
                  <c:v>3.5079899999999999</c:v>
                </c:pt>
                <c:pt idx="9654">
                  <c:v>3.60548</c:v>
                </c:pt>
                <c:pt idx="9655">
                  <c:v>3.8180499999999999</c:v>
                </c:pt>
                <c:pt idx="9656">
                  <c:v>3.9207299999999998</c:v>
                </c:pt>
                <c:pt idx="9657">
                  <c:v>3.5216500000000002</c:v>
                </c:pt>
                <c:pt idx="9658">
                  <c:v>3.4761299999999999</c:v>
                </c:pt>
                <c:pt idx="9659">
                  <c:v>3.8357999999999999</c:v>
                </c:pt>
                <c:pt idx="9660">
                  <c:v>3.9649299999999998</c:v>
                </c:pt>
                <c:pt idx="9661">
                  <c:v>3.8320099999999999</c:v>
                </c:pt>
                <c:pt idx="9662">
                  <c:v>4.0906399999999996</c:v>
                </c:pt>
                <c:pt idx="9663">
                  <c:v>4.2612199999999998</c:v>
                </c:pt>
                <c:pt idx="9664">
                  <c:v>4.3008699999999997</c:v>
                </c:pt>
                <c:pt idx="9665">
                  <c:v>4.3275899999999998</c:v>
                </c:pt>
                <c:pt idx="9666">
                  <c:v>4.3397300000000003</c:v>
                </c:pt>
                <c:pt idx="9667">
                  <c:v>4.3125600000000004</c:v>
                </c:pt>
                <c:pt idx="9668">
                  <c:v>3.7971200000000001</c:v>
                </c:pt>
                <c:pt idx="9669">
                  <c:v>3.2800799999999999</c:v>
                </c:pt>
                <c:pt idx="9670">
                  <c:v>3.2594099999999999</c:v>
                </c:pt>
                <c:pt idx="9671">
                  <c:v>3.5196900000000002</c:v>
                </c:pt>
                <c:pt idx="9672">
                  <c:v>3.73549</c:v>
                </c:pt>
                <c:pt idx="9673">
                  <c:v>3.93289</c:v>
                </c:pt>
                <c:pt idx="9674">
                  <c:v>3.80829</c:v>
                </c:pt>
                <c:pt idx="9675">
                  <c:v>4.1177700000000002</c:v>
                </c:pt>
                <c:pt idx="9676">
                  <c:v>4.3108700000000004</c:v>
                </c:pt>
                <c:pt idx="9677">
                  <c:v>4.0045200000000003</c:v>
                </c:pt>
                <c:pt idx="9678">
                  <c:v>3.8500299999999998</c:v>
                </c:pt>
                <c:pt idx="9679">
                  <c:v>3.8189000000000002</c:v>
                </c:pt>
                <c:pt idx="9680">
                  <c:v>3.6588099999999999</c:v>
                </c:pt>
                <c:pt idx="9681">
                  <c:v>3.6409500000000001</c:v>
                </c:pt>
                <c:pt idx="9682">
                  <c:v>3.8446699999999998</c:v>
                </c:pt>
                <c:pt idx="9683">
                  <c:v>3.75909</c:v>
                </c:pt>
                <c:pt idx="9684">
                  <c:v>3.7613599999999998</c:v>
                </c:pt>
                <c:pt idx="9685">
                  <c:v>3.7576000000000001</c:v>
                </c:pt>
                <c:pt idx="9686">
                  <c:v>3.5580699999999998</c:v>
                </c:pt>
                <c:pt idx="9687">
                  <c:v>3.2864499999999999</c:v>
                </c:pt>
                <c:pt idx="9688">
                  <c:v>2.7063899999999999</c:v>
                </c:pt>
                <c:pt idx="9689">
                  <c:v>2.34876</c:v>
                </c:pt>
                <c:pt idx="9690">
                  <c:v>2.2307700000000001</c:v>
                </c:pt>
                <c:pt idx="9691">
                  <c:v>2.4109500000000001</c:v>
                </c:pt>
                <c:pt idx="9692">
                  <c:v>2.7340599999999999</c:v>
                </c:pt>
                <c:pt idx="9693">
                  <c:v>2.9482900000000001</c:v>
                </c:pt>
                <c:pt idx="9694">
                  <c:v>2.9316800000000001</c:v>
                </c:pt>
                <c:pt idx="9695">
                  <c:v>2.94197</c:v>
                </c:pt>
                <c:pt idx="9696">
                  <c:v>3.1352199999999999</c:v>
                </c:pt>
                <c:pt idx="9697">
                  <c:v>3.5333600000000001</c:v>
                </c:pt>
                <c:pt idx="9698">
                  <c:v>3.8731200000000001</c:v>
                </c:pt>
                <c:pt idx="9699">
                  <c:v>3.6627999999999998</c:v>
                </c:pt>
                <c:pt idx="9700">
                  <c:v>3.52894</c:v>
                </c:pt>
                <c:pt idx="9701">
                  <c:v>3.1879</c:v>
                </c:pt>
                <c:pt idx="9702">
                  <c:v>2.6628099999999999</c:v>
                </c:pt>
                <c:pt idx="9703">
                  <c:v>2.4460799999999998</c:v>
                </c:pt>
                <c:pt idx="9704">
                  <c:v>2.4854099999999999</c:v>
                </c:pt>
                <c:pt idx="9705">
                  <c:v>2.5231400000000002</c:v>
                </c:pt>
                <c:pt idx="9706">
                  <c:v>2.7452200000000002</c:v>
                </c:pt>
                <c:pt idx="9707">
                  <c:v>3.0866099999999999</c:v>
                </c:pt>
                <c:pt idx="9708">
                  <c:v>3.5184000000000002</c:v>
                </c:pt>
                <c:pt idx="9709">
                  <c:v>3.7017000000000002</c:v>
                </c:pt>
                <c:pt idx="9710">
                  <c:v>3.8665600000000002</c:v>
                </c:pt>
                <c:pt idx="9711">
                  <c:v>3.8918699999999999</c:v>
                </c:pt>
                <c:pt idx="9712">
                  <c:v>4.2209300000000001</c:v>
                </c:pt>
                <c:pt idx="9713">
                  <c:v>4.7675599999999996</c:v>
                </c:pt>
                <c:pt idx="9714">
                  <c:v>4.6049199999999999</c:v>
                </c:pt>
                <c:pt idx="9715">
                  <c:v>4.2543899999999999</c:v>
                </c:pt>
                <c:pt idx="9716">
                  <c:v>4.02705</c:v>
                </c:pt>
                <c:pt idx="9717">
                  <c:v>3.9388800000000002</c:v>
                </c:pt>
                <c:pt idx="9718">
                  <c:v>4.2789400000000004</c:v>
                </c:pt>
                <c:pt idx="9719">
                  <c:v>4.2541700000000002</c:v>
                </c:pt>
                <c:pt idx="9720">
                  <c:v>4.0970500000000003</c:v>
                </c:pt>
                <c:pt idx="9721">
                  <c:v>4.2055100000000003</c:v>
                </c:pt>
                <c:pt idx="9722">
                  <c:v>4.4405099999999997</c:v>
                </c:pt>
                <c:pt idx="9723">
                  <c:v>4.5477100000000004</c:v>
                </c:pt>
                <c:pt idx="9724">
                  <c:v>4.5008900000000001</c:v>
                </c:pt>
                <c:pt idx="9725">
                  <c:v>4.6439700000000004</c:v>
                </c:pt>
                <c:pt idx="9726">
                  <c:v>5.1147299999999998</c:v>
                </c:pt>
                <c:pt idx="9727">
                  <c:v>5.4888000000000003</c:v>
                </c:pt>
                <c:pt idx="9728">
                  <c:v>5.7011599999999998</c:v>
                </c:pt>
                <c:pt idx="9729">
                  <c:v>6.1311499999999999</c:v>
                </c:pt>
                <c:pt idx="9730">
                  <c:v>6.1913400000000003</c:v>
                </c:pt>
                <c:pt idx="9731">
                  <c:v>5.8132299999999999</c:v>
                </c:pt>
                <c:pt idx="9732">
                  <c:v>5.6559200000000001</c:v>
                </c:pt>
                <c:pt idx="9733">
                  <c:v>5.4947999999999997</c:v>
                </c:pt>
                <c:pt idx="9734">
                  <c:v>5.4271900000000004</c:v>
                </c:pt>
                <c:pt idx="9735">
                  <c:v>5.1795900000000001</c:v>
                </c:pt>
                <c:pt idx="9736">
                  <c:v>4.57857</c:v>
                </c:pt>
                <c:pt idx="9737">
                  <c:v>4.2791100000000002</c:v>
                </c:pt>
                <c:pt idx="9738">
                  <c:v>4.1238200000000003</c:v>
                </c:pt>
                <c:pt idx="9739">
                  <c:v>4.3473899999999999</c:v>
                </c:pt>
                <c:pt idx="9740">
                  <c:v>4.1810600000000004</c:v>
                </c:pt>
                <c:pt idx="9741">
                  <c:v>3.4953599999999998</c:v>
                </c:pt>
                <c:pt idx="9742">
                  <c:v>3.2921</c:v>
                </c:pt>
                <c:pt idx="9743">
                  <c:v>3.3057300000000001</c:v>
                </c:pt>
                <c:pt idx="9744">
                  <c:v>3.2833800000000002</c:v>
                </c:pt>
                <c:pt idx="9745">
                  <c:v>3.50813</c:v>
                </c:pt>
                <c:pt idx="9746">
                  <c:v>3.55789</c:v>
                </c:pt>
                <c:pt idx="9747">
                  <c:v>3.7194099999999999</c:v>
                </c:pt>
                <c:pt idx="9748">
                  <c:v>3.65726</c:v>
                </c:pt>
                <c:pt idx="9749">
                  <c:v>3.3016000000000001</c:v>
                </c:pt>
                <c:pt idx="9750">
                  <c:v>2.8868299999999998</c:v>
                </c:pt>
                <c:pt idx="9751">
                  <c:v>2.5893700000000002</c:v>
                </c:pt>
                <c:pt idx="9752">
                  <c:v>2.4006699999999999</c:v>
                </c:pt>
                <c:pt idx="9753">
                  <c:v>2.48224</c:v>
                </c:pt>
                <c:pt idx="9754">
                  <c:v>2.54819</c:v>
                </c:pt>
                <c:pt idx="9755">
                  <c:v>2.5766499999999999</c:v>
                </c:pt>
                <c:pt idx="9756">
                  <c:v>2.6410300000000002</c:v>
                </c:pt>
                <c:pt idx="9757">
                  <c:v>2.78694</c:v>
                </c:pt>
                <c:pt idx="9758">
                  <c:v>2.95309</c:v>
                </c:pt>
                <c:pt idx="9759">
                  <c:v>3.1928899999999998</c:v>
                </c:pt>
                <c:pt idx="9760">
                  <c:v>3.4304299999999999</c:v>
                </c:pt>
                <c:pt idx="9761">
                  <c:v>3.1812200000000002</c:v>
                </c:pt>
                <c:pt idx="9762">
                  <c:v>3.0608399999999998</c:v>
                </c:pt>
                <c:pt idx="9763">
                  <c:v>3.22729</c:v>
                </c:pt>
                <c:pt idx="9764">
                  <c:v>3.2499600000000002</c:v>
                </c:pt>
                <c:pt idx="9765">
                  <c:v>3.4436800000000001</c:v>
                </c:pt>
                <c:pt idx="9766">
                  <c:v>3.6129799999999999</c:v>
                </c:pt>
                <c:pt idx="9767">
                  <c:v>3.5384899999999999</c:v>
                </c:pt>
                <c:pt idx="9768">
                  <c:v>3.1341999999999999</c:v>
                </c:pt>
                <c:pt idx="9769">
                  <c:v>2.7494700000000001</c:v>
                </c:pt>
                <c:pt idx="9770">
                  <c:v>2.4352</c:v>
                </c:pt>
                <c:pt idx="9771">
                  <c:v>2.4068200000000002</c:v>
                </c:pt>
                <c:pt idx="9772">
                  <c:v>2.6126200000000002</c:v>
                </c:pt>
                <c:pt idx="9773">
                  <c:v>3.0469499999999998</c:v>
                </c:pt>
                <c:pt idx="9774">
                  <c:v>3.16696</c:v>
                </c:pt>
                <c:pt idx="9775">
                  <c:v>2.7713000000000001</c:v>
                </c:pt>
                <c:pt idx="9776">
                  <c:v>2.7190799999999999</c:v>
                </c:pt>
                <c:pt idx="9777">
                  <c:v>2.91005</c:v>
                </c:pt>
                <c:pt idx="9778">
                  <c:v>3.10887</c:v>
                </c:pt>
                <c:pt idx="9779">
                  <c:v>2.9388700000000001</c:v>
                </c:pt>
                <c:pt idx="9780">
                  <c:v>2.85351</c:v>
                </c:pt>
                <c:pt idx="9781">
                  <c:v>2.65117</c:v>
                </c:pt>
                <c:pt idx="9782">
                  <c:v>2.9133599999999999</c:v>
                </c:pt>
                <c:pt idx="9783">
                  <c:v>3.1954099999999999</c:v>
                </c:pt>
                <c:pt idx="9784">
                  <c:v>2.7073900000000002</c:v>
                </c:pt>
                <c:pt idx="9785">
                  <c:v>2.4645999999999999</c:v>
                </c:pt>
                <c:pt idx="9786">
                  <c:v>2.55871</c:v>
                </c:pt>
                <c:pt idx="9787">
                  <c:v>2.84259</c:v>
                </c:pt>
                <c:pt idx="9788">
                  <c:v>2.8142200000000002</c:v>
                </c:pt>
                <c:pt idx="9789">
                  <c:v>2.56786</c:v>
                </c:pt>
                <c:pt idx="9790">
                  <c:v>2.3349799999999998</c:v>
                </c:pt>
                <c:pt idx="9791">
                  <c:v>2.5368499999999998</c:v>
                </c:pt>
                <c:pt idx="9792">
                  <c:v>3.0833599999999999</c:v>
                </c:pt>
                <c:pt idx="9793">
                  <c:v>3.2890199999999998</c:v>
                </c:pt>
                <c:pt idx="9794">
                  <c:v>3.0271400000000002</c:v>
                </c:pt>
                <c:pt idx="9795">
                  <c:v>2.6138699999999999</c:v>
                </c:pt>
                <c:pt idx="9796">
                  <c:v>2.66676</c:v>
                </c:pt>
                <c:pt idx="9797">
                  <c:v>2.6676799999999998</c:v>
                </c:pt>
                <c:pt idx="9798">
                  <c:v>2.7821899999999999</c:v>
                </c:pt>
                <c:pt idx="9799">
                  <c:v>3.07009</c:v>
                </c:pt>
                <c:pt idx="9800">
                  <c:v>3.15069</c:v>
                </c:pt>
                <c:pt idx="9801">
                  <c:v>3.1835900000000001</c:v>
                </c:pt>
                <c:pt idx="9802">
                  <c:v>3.1481400000000002</c:v>
                </c:pt>
                <c:pt idx="9803">
                  <c:v>3.1594899999999999</c:v>
                </c:pt>
                <c:pt idx="9804">
                  <c:v>3.0732900000000001</c:v>
                </c:pt>
                <c:pt idx="9805">
                  <c:v>2.8669799999999999</c:v>
                </c:pt>
                <c:pt idx="9806">
                  <c:v>2.92014</c:v>
                </c:pt>
                <c:pt idx="9807">
                  <c:v>2.89168</c:v>
                </c:pt>
                <c:pt idx="9808">
                  <c:v>2.76512</c:v>
                </c:pt>
                <c:pt idx="9809">
                  <c:v>2.5701100000000001</c:v>
                </c:pt>
                <c:pt idx="9810">
                  <c:v>2.0901200000000002</c:v>
                </c:pt>
                <c:pt idx="9811">
                  <c:v>1.74657</c:v>
                </c:pt>
                <c:pt idx="9812">
                  <c:v>1.9146000000000001</c:v>
                </c:pt>
                <c:pt idx="9813">
                  <c:v>2.0803500000000001</c:v>
                </c:pt>
                <c:pt idx="9814">
                  <c:v>2.14656</c:v>
                </c:pt>
                <c:pt idx="9815">
                  <c:v>2.3028599999999999</c:v>
                </c:pt>
                <c:pt idx="9816">
                  <c:v>2.5486200000000001</c:v>
                </c:pt>
                <c:pt idx="9817">
                  <c:v>2.5475599999999998</c:v>
                </c:pt>
                <c:pt idx="9818">
                  <c:v>2.6018400000000002</c:v>
                </c:pt>
                <c:pt idx="9819">
                  <c:v>2.99458</c:v>
                </c:pt>
                <c:pt idx="9820">
                  <c:v>3.13158</c:v>
                </c:pt>
                <c:pt idx="9821">
                  <c:v>3.4703200000000001</c:v>
                </c:pt>
                <c:pt idx="9822">
                  <c:v>3.6364999999999998</c:v>
                </c:pt>
                <c:pt idx="9823">
                  <c:v>3.6640000000000001</c:v>
                </c:pt>
                <c:pt idx="9824">
                  <c:v>3.15395</c:v>
                </c:pt>
                <c:pt idx="9825">
                  <c:v>2.6734399999999998</c:v>
                </c:pt>
                <c:pt idx="9826">
                  <c:v>2.66249</c:v>
                </c:pt>
                <c:pt idx="9827">
                  <c:v>2.8259699999999999</c:v>
                </c:pt>
                <c:pt idx="9828">
                  <c:v>2.7248899999999998</c:v>
                </c:pt>
                <c:pt idx="9829">
                  <c:v>2.5658799999999999</c:v>
                </c:pt>
                <c:pt idx="9830">
                  <c:v>2.7312400000000001</c:v>
                </c:pt>
                <c:pt idx="9831">
                  <c:v>3.1566399999999999</c:v>
                </c:pt>
                <c:pt idx="9832">
                  <c:v>3.1695600000000002</c:v>
                </c:pt>
                <c:pt idx="9833">
                  <c:v>2.8450099999999998</c:v>
                </c:pt>
                <c:pt idx="9834">
                  <c:v>2.75861</c:v>
                </c:pt>
                <c:pt idx="9835">
                  <c:v>2.75576</c:v>
                </c:pt>
                <c:pt idx="9836">
                  <c:v>2.6929799999999999</c:v>
                </c:pt>
                <c:pt idx="9837">
                  <c:v>2.5028700000000002</c:v>
                </c:pt>
                <c:pt idx="9838">
                  <c:v>2.2797000000000001</c:v>
                </c:pt>
                <c:pt idx="9839">
                  <c:v>2.3195000000000001</c:v>
                </c:pt>
                <c:pt idx="9840">
                  <c:v>2.3907799999999999</c:v>
                </c:pt>
                <c:pt idx="9841">
                  <c:v>2.1903899999999998</c:v>
                </c:pt>
                <c:pt idx="9842">
                  <c:v>2.0049999999999999</c:v>
                </c:pt>
                <c:pt idx="9843">
                  <c:v>2.0901000000000001</c:v>
                </c:pt>
                <c:pt idx="9844">
                  <c:v>2.2155999999999998</c:v>
                </c:pt>
                <c:pt idx="9845">
                  <c:v>2.2841100000000001</c:v>
                </c:pt>
                <c:pt idx="9846">
                  <c:v>2.3796900000000001</c:v>
                </c:pt>
                <c:pt idx="9847">
                  <c:v>2.42421</c:v>
                </c:pt>
                <c:pt idx="9848">
                  <c:v>2.56108</c:v>
                </c:pt>
                <c:pt idx="9849">
                  <c:v>2.7517</c:v>
                </c:pt>
                <c:pt idx="9850">
                  <c:v>2.8679199999999998</c:v>
                </c:pt>
                <c:pt idx="9851">
                  <c:v>2.9809999999999999</c:v>
                </c:pt>
                <c:pt idx="9852">
                  <c:v>3.0298400000000001</c:v>
                </c:pt>
                <c:pt idx="9853">
                  <c:v>3.1026400000000001</c:v>
                </c:pt>
                <c:pt idx="9854">
                  <c:v>3.1515300000000002</c:v>
                </c:pt>
                <c:pt idx="9855">
                  <c:v>2.8105600000000002</c:v>
                </c:pt>
                <c:pt idx="9856">
                  <c:v>2.4819399999999998</c:v>
                </c:pt>
                <c:pt idx="9857">
                  <c:v>2.6129600000000002</c:v>
                </c:pt>
                <c:pt idx="9858">
                  <c:v>2.8075999999999999</c:v>
                </c:pt>
                <c:pt idx="9859">
                  <c:v>2.5550600000000001</c:v>
                </c:pt>
                <c:pt idx="9860">
                  <c:v>2.5976499999999998</c:v>
                </c:pt>
                <c:pt idx="9861">
                  <c:v>2.8533900000000001</c:v>
                </c:pt>
                <c:pt idx="9862">
                  <c:v>3.1086200000000002</c:v>
                </c:pt>
                <c:pt idx="9863">
                  <c:v>3.1400299999999999</c:v>
                </c:pt>
                <c:pt idx="9864">
                  <c:v>3.0438100000000001</c:v>
                </c:pt>
                <c:pt idx="9865">
                  <c:v>3.0763699999999998</c:v>
                </c:pt>
                <c:pt idx="9866">
                  <c:v>3.1241400000000001</c:v>
                </c:pt>
                <c:pt idx="9867">
                  <c:v>3.2922199999999999</c:v>
                </c:pt>
                <c:pt idx="9868">
                  <c:v>3.0799099999999999</c:v>
                </c:pt>
                <c:pt idx="9869">
                  <c:v>2.7749299999999999</c:v>
                </c:pt>
                <c:pt idx="9870">
                  <c:v>2.4580299999999999</c:v>
                </c:pt>
                <c:pt idx="9871">
                  <c:v>2.0933999999999999</c:v>
                </c:pt>
                <c:pt idx="9872">
                  <c:v>2.4557799999999999</c:v>
                </c:pt>
                <c:pt idx="9873">
                  <c:v>2.6250300000000002</c:v>
                </c:pt>
                <c:pt idx="9874">
                  <c:v>2.6242700000000001</c:v>
                </c:pt>
                <c:pt idx="9875">
                  <c:v>2.5698799999999999</c:v>
                </c:pt>
                <c:pt idx="9876">
                  <c:v>2.6508699999999998</c:v>
                </c:pt>
                <c:pt idx="9877">
                  <c:v>2.6375600000000001</c:v>
                </c:pt>
                <c:pt idx="9878">
                  <c:v>3.0331399999999999</c:v>
                </c:pt>
                <c:pt idx="9879">
                  <c:v>3.1035900000000001</c:v>
                </c:pt>
                <c:pt idx="9880">
                  <c:v>2.8841199999999998</c:v>
                </c:pt>
                <c:pt idx="9881">
                  <c:v>3.2283499999999998</c:v>
                </c:pt>
                <c:pt idx="9882">
                  <c:v>3.43886</c:v>
                </c:pt>
                <c:pt idx="9883">
                  <c:v>3.2202700000000002</c:v>
                </c:pt>
                <c:pt idx="9884">
                  <c:v>3.1355499999999998</c:v>
                </c:pt>
                <c:pt idx="9885">
                  <c:v>2.6621800000000002</c:v>
                </c:pt>
                <c:pt idx="9886">
                  <c:v>2.3895</c:v>
                </c:pt>
                <c:pt idx="9887">
                  <c:v>2.5083099999999998</c:v>
                </c:pt>
                <c:pt idx="9888">
                  <c:v>2.7793299999999999</c:v>
                </c:pt>
                <c:pt idx="9889">
                  <c:v>3.1530499999999999</c:v>
                </c:pt>
                <c:pt idx="9890">
                  <c:v>2.9223300000000001</c:v>
                </c:pt>
                <c:pt idx="9891">
                  <c:v>2.7185199999999998</c:v>
                </c:pt>
                <c:pt idx="9892">
                  <c:v>2.9154</c:v>
                </c:pt>
                <c:pt idx="9893">
                  <c:v>3.3503799999999999</c:v>
                </c:pt>
                <c:pt idx="9894">
                  <c:v>3.64798</c:v>
                </c:pt>
                <c:pt idx="9895">
                  <c:v>3.4578600000000002</c:v>
                </c:pt>
                <c:pt idx="9896">
                  <c:v>2.8600599999999998</c:v>
                </c:pt>
                <c:pt idx="9897">
                  <c:v>2.3867500000000001</c:v>
                </c:pt>
                <c:pt idx="9898">
                  <c:v>2.4349699999999999</c:v>
                </c:pt>
                <c:pt idx="9899">
                  <c:v>2.7282299999999999</c:v>
                </c:pt>
                <c:pt idx="9900">
                  <c:v>3.0339</c:v>
                </c:pt>
                <c:pt idx="9901">
                  <c:v>3.2847200000000001</c:v>
                </c:pt>
                <c:pt idx="9902">
                  <c:v>3.2854399999999999</c:v>
                </c:pt>
                <c:pt idx="9903">
                  <c:v>3.0219299999999998</c:v>
                </c:pt>
                <c:pt idx="9904">
                  <c:v>2.70072</c:v>
                </c:pt>
                <c:pt idx="9905">
                  <c:v>2.81006</c:v>
                </c:pt>
                <c:pt idx="9906">
                  <c:v>3.1811600000000002</c:v>
                </c:pt>
                <c:pt idx="9907">
                  <c:v>3.3516499999999998</c:v>
                </c:pt>
                <c:pt idx="9908">
                  <c:v>3.5888800000000001</c:v>
                </c:pt>
                <c:pt idx="9909">
                  <c:v>3.9723299999999999</c:v>
                </c:pt>
                <c:pt idx="9910">
                  <c:v>4.1726599999999996</c:v>
                </c:pt>
                <c:pt idx="9911">
                  <c:v>4.3513799999999998</c:v>
                </c:pt>
                <c:pt idx="9912">
                  <c:v>4.4143800000000004</c:v>
                </c:pt>
                <c:pt idx="9913">
                  <c:v>4.3720600000000003</c:v>
                </c:pt>
                <c:pt idx="9914">
                  <c:v>4.2622</c:v>
                </c:pt>
                <c:pt idx="9915">
                  <c:v>3.97803</c:v>
                </c:pt>
                <c:pt idx="9916">
                  <c:v>3.35676</c:v>
                </c:pt>
                <c:pt idx="9917">
                  <c:v>3.4194599999999999</c:v>
                </c:pt>
                <c:pt idx="9918">
                  <c:v>3.8113299999999999</c:v>
                </c:pt>
                <c:pt idx="9919">
                  <c:v>3.8114400000000002</c:v>
                </c:pt>
                <c:pt idx="9920">
                  <c:v>3.8062399999999998</c:v>
                </c:pt>
                <c:pt idx="9921">
                  <c:v>3.92822</c:v>
                </c:pt>
                <c:pt idx="9922">
                  <c:v>3.82633</c:v>
                </c:pt>
                <c:pt idx="9923">
                  <c:v>3.48238</c:v>
                </c:pt>
                <c:pt idx="9924">
                  <c:v>2.8858100000000002</c:v>
                </c:pt>
                <c:pt idx="9925">
                  <c:v>2.4622099999999998</c:v>
                </c:pt>
                <c:pt idx="9926">
                  <c:v>2.6033900000000001</c:v>
                </c:pt>
                <c:pt idx="9927">
                  <c:v>2.83379</c:v>
                </c:pt>
                <c:pt idx="9928">
                  <c:v>2.8692299999999999</c:v>
                </c:pt>
                <c:pt idx="9929">
                  <c:v>2.83833</c:v>
                </c:pt>
                <c:pt idx="9930">
                  <c:v>2.9845899999999999</c:v>
                </c:pt>
                <c:pt idx="9931">
                  <c:v>3.26892</c:v>
                </c:pt>
                <c:pt idx="9932">
                  <c:v>3.3837199999999998</c:v>
                </c:pt>
                <c:pt idx="9933">
                  <c:v>3.4702899999999999</c:v>
                </c:pt>
                <c:pt idx="9934">
                  <c:v>3.65611</c:v>
                </c:pt>
                <c:pt idx="9935">
                  <c:v>3.4834900000000002</c:v>
                </c:pt>
                <c:pt idx="9936">
                  <c:v>3.2401900000000001</c:v>
                </c:pt>
                <c:pt idx="9937">
                  <c:v>3.1120199999999998</c:v>
                </c:pt>
                <c:pt idx="9938">
                  <c:v>3.2035800000000001</c:v>
                </c:pt>
                <c:pt idx="9939">
                  <c:v>3.19855</c:v>
                </c:pt>
                <c:pt idx="9940">
                  <c:v>3.02284</c:v>
                </c:pt>
                <c:pt idx="9941">
                  <c:v>2.81765</c:v>
                </c:pt>
                <c:pt idx="9942">
                  <c:v>2.8653200000000001</c:v>
                </c:pt>
                <c:pt idx="9943">
                  <c:v>3.1785999999999999</c:v>
                </c:pt>
                <c:pt idx="9944">
                  <c:v>2.9832800000000002</c:v>
                </c:pt>
                <c:pt idx="9945">
                  <c:v>2.4793500000000002</c:v>
                </c:pt>
                <c:pt idx="9946">
                  <c:v>2.09497</c:v>
                </c:pt>
                <c:pt idx="9947">
                  <c:v>2.1244000000000001</c:v>
                </c:pt>
                <c:pt idx="9948">
                  <c:v>2.7214100000000001</c:v>
                </c:pt>
                <c:pt idx="9949">
                  <c:v>3.2673800000000002</c:v>
                </c:pt>
                <c:pt idx="9950">
                  <c:v>3.5748500000000001</c:v>
                </c:pt>
                <c:pt idx="9951">
                  <c:v>3.6380499999999998</c:v>
                </c:pt>
                <c:pt idx="9952">
                  <c:v>3.2989199999999999</c:v>
                </c:pt>
                <c:pt idx="9953">
                  <c:v>2.9298000000000002</c:v>
                </c:pt>
                <c:pt idx="9954">
                  <c:v>2.8004199999999999</c:v>
                </c:pt>
                <c:pt idx="9955">
                  <c:v>2.911</c:v>
                </c:pt>
                <c:pt idx="9956">
                  <c:v>3.21353</c:v>
                </c:pt>
                <c:pt idx="9957">
                  <c:v>3.8575300000000001</c:v>
                </c:pt>
                <c:pt idx="9958">
                  <c:v>4.2748600000000003</c:v>
                </c:pt>
                <c:pt idx="9959">
                  <c:v>4.1933600000000002</c:v>
                </c:pt>
                <c:pt idx="9960">
                  <c:v>3.9754800000000001</c:v>
                </c:pt>
                <c:pt idx="9961">
                  <c:v>3.5836100000000002</c:v>
                </c:pt>
                <c:pt idx="9962">
                  <c:v>3.6745199999999998</c:v>
                </c:pt>
                <c:pt idx="9963">
                  <c:v>3.6256599999999999</c:v>
                </c:pt>
                <c:pt idx="9964">
                  <c:v>3.1666799999999999</c:v>
                </c:pt>
                <c:pt idx="9965">
                  <c:v>3.0438499999999999</c:v>
                </c:pt>
                <c:pt idx="9966">
                  <c:v>3.3501799999999999</c:v>
                </c:pt>
                <c:pt idx="9967">
                  <c:v>3.4178199999999999</c:v>
                </c:pt>
                <c:pt idx="9968">
                  <c:v>3.2818999999999998</c:v>
                </c:pt>
                <c:pt idx="9969">
                  <c:v>3.0584099999999999</c:v>
                </c:pt>
                <c:pt idx="9970">
                  <c:v>3.0309900000000001</c:v>
                </c:pt>
                <c:pt idx="9971">
                  <c:v>3.1122200000000002</c:v>
                </c:pt>
                <c:pt idx="9972">
                  <c:v>3.1887300000000001</c:v>
                </c:pt>
                <c:pt idx="9973">
                  <c:v>3.32091</c:v>
                </c:pt>
                <c:pt idx="9974">
                  <c:v>3.40191</c:v>
                </c:pt>
                <c:pt idx="9975">
                  <c:v>3.3554300000000001</c:v>
                </c:pt>
                <c:pt idx="9976">
                  <c:v>3.36897</c:v>
                </c:pt>
                <c:pt idx="9977">
                  <c:v>3.4476800000000001</c:v>
                </c:pt>
                <c:pt idx="9978">
                  <c:v>3.3336199999999998</c:v>
                </c:pt>
                <c:pt idx="9979">
                  <c:v>3.4176199999999999</c:v>
                </c:pt>
                <c:pt idx="9980">
                  <c:v>3.44015</c:v>
                </c:pt>
                <c:pt idx="9981">
                  <c:v>3.3856999999999999</c:v>
                </c:pt>
                <c:pt idx="9982">
                  <c:v>3.2534299999999998</c:v>
                </c:pt>
                <c:pt idx="9983">
                  <c:v>3.1746799999999999</c:v>
                </c:pt>
                <c:pt idx="9984">
                  <c:v>3.0437699999999999</c:v>
                </c:pt>
                <c:pt idx="9985">
                  <c:v>3.3143899999999999</c:v>
                </c:pt>
                <c:pt idx="9986">
                  <c:v>3.5041500000000001</c:v>
                </c:pt>
                <c:pt idx="9987">
                  <c:v>3.5445799999999998</c:v>
                </c:pt>
                <c:pt idx="9988">
                  <c:v>3.4412099999999999</c:v>
                </c:pt>
                <c:pt idx="9989">
                  <c:v>3.5180400000000001</c:v>
                </c:pt>
                <c:pt idx="9990">
                  <c:v>4.1135200000000003</c:v>
                </c:pt>
                <c:pt idx="9991">
                  <c:v>4.29209</c:v>
                </c:pt>
                <c:pt idx="9992">
                  <c:v>3.82944</c:v>
                </c:pt>
                <c:pt idx="9993">
                  <c:v>3.5333199999999998</c:v>
                </c:pt>
                <c:pt idx="9994">
                  <c:v>3.43973</c:v>
                </c:pt>
                <c:pt idx="9995">
                  <c:v>3.3518500000000002</c:v>
                </c:pt>
                <c:pt idx="9996">
                  <c:v>3.1615199999999999</c:v>
                </c:pt>
                <c:pt idx="9997">
                  <c:v>3.3716599999999999</c:v>
                </c:pt>
                <c:pt idx="9998">
                  <c:v>3.6420400000000002</c:v>
                </c:pt>
                <c:pt idx="9999">
                  <c:v>3.7801900000000002</c:v>
                </c:pt>
                <c:pt idx="10000">
                  <c:v>3.7226900000000001</c:v>
                </c:pt>
                <c:pt idx="10001">
                  <c:v>3.7091099999999999</c:v>
                </c:pt>
                <c:pt idx="10002">
                  <c:v>3.7123300000000001</c:v>
                </c:pt>
                <c:pt idx="10003">
                  <c:v>3.2507999999999999</c:v>
                </c:pt>
                <c:pt idx="10004">
                  <c:v>3.0598700000000001</c:v>
                </c:pt>
                <c:pt idx="10005">
                  <c:v>3.19903</c:v>
                </c:pt>
                <c:pt idx="10006">
                  <c:v>3.3419500000000002</c:v>
                </c:pt>
                <c:pt idx="10007">
                  <c:v>3.6416400000000002</c:v>
                </c:pt>
                <c:pt idx="10008">
                  <c:v>3.79515</c:v>
                </c:pt>
                <c:pt idx="10009">
                  <c:v>4.0971399999999996</c:v>
                </c:pt>
                <c:pt idx="10010">
                  <c:v>4.3038299999999996</c:v>
                </c:pt>
                <c:pt idx="10011">
                  <c:v>4.0875899999999996</c:v>
                </c:pt>
                <c:pt idx="10012">
                  <c:v>3.9634399999999999</c:v>
                </c:pt>
                <c:pt idx="10013">
                  <c:v>4.1620999999999997</c:v>
                </c:pt>
                <c:pt idx="10014">
                  <c:v>4.4773899999999998</c:v>
                </c:pt>
                <c:pt idx="10015">
                  <c:v>4.5043300000000004</c:v>
                </c:pt>
                <c:pt idx="10016">
                  <c:v>4.5270799999999998</c:v>
                </c:pt>
                <c:pt idx="10017">
                  <c:v>4.95024</c:v>
                </c:pt>
                <c:pt idx="10018">
                  <c:v>5.4227299999999996</c:v>
                </c:pt>
                <c:pt idx="10019">
                  <c:v>5.4001999999999999</c:v>
                </c:pt>
                <c:pt idx="10020">
                  <c:v>5.37453</c:v>
                </c:pt>
                <c:pt idx="10021">
                  <c:v>5.7270399999999997</c:v>
                </c:pt>
                <c:pt idx="10022">
                  <c:v>6.0087400000000004</c:v>
                </c:pt>
                <c:pt idx="10023">
                  <c:v>6.1602699999999997</c:v>
                </c:pt>
                <c:pt idx="10024">
                  <c:v>6.1981700000000002</c:v>
                </c:pt>
                <c:pt idx="10025">
                  <c:v>6.0183999999999997</c:v>
                </c:pt>
                <c:pt idx="10026">
                  <c:v>6.4376899999999999</c:v>
                </c:pt>
                <c:pt idx="10027">
                  <c:v>6.8292200000000003</c:v>
                </c:pt>
                <c:pt idx="10028">
                  <c:v>6.93696</c:v>
                </c:pt>
                <c:pt idx="10029">
                  <c:v>6.9115799999999998</c:v>
                </c:pt>
                <c:pt idx="10030">
                  <c:v>6.7772699999999997</c:v>
                </c:pt>
                <c:pt idx="10031">
                  <c:v>7.1177700000000002</c:v>
                </c:pt>
                <c:pt idx="10032">
                  <c:v>7.8278400000000001</c:v>
                </c:pt>
                <c:pt idx="10033">
                  <c:v>8.3534299999999995</c:v>
                </c:pt>
                <c:pt idx="10034">
                  <c:v>8.56114</c:v>
                </c:pt>
                <c:pt idx="10035">
                  <c:v>8.5857200000000002</c:v>
                </c:pt>
                <c:pt idx="10036">
                  <c:v>8.5523299999999995</c:v>
                </c:pt>
                <c:pt idx="10037">
                  <c:v>8.1626300000000001</c:v>
                </c:pt>
                <c:pt idx="10038">
                  <c:v>7.5270000000000001</c:v>
                </c:pt>
                <c:pt idx="10039">
                  <c:v>7.2468000000000004</c:v>
                </c:pt>
                <c:pt idx="10040">
                  <c:v>6.9528600000000003</c:v>
                </c:pt>
                <c:pt idx="10041">
                  <c:v>6.6408199999999997</c:v>
                </c:pt>
                <c:pt idx="10042">
                  <c:v>6.4409900000000002</c:v>
                </c:pt>
                <c:pt idx="10043">
                  <c:v>6.0694999999999997</c:v>
                </c:pt>
                <c:pt idx="10044">
                  <c:v>5.86435</c:v>
                </c:pt>
                <c:pt idx="10045">
                  <c:v>5.7189800000000002</c:v>
                </c:pt>
                <c:pt idx="10046">
                  <c:v>5.4958099999999996</c:v>
                </c:pt>
                <c:pt idx="10047">
                  <c:v>5.3250500000000001</c:v>
                </c:pt>
                <c:pt idx="10048">
                  <c:v>5.1810900000000002</c:v>
                </c:pt>
                <c:pt idx="10049">
                  <c:v>5.0173500000000004</c:v>
                </c:pt>
                <c:pt idx="10050">
                  <c:v>4.7781099999999999</c:v>
                </c:pt>
                <c:pt idx="10051">
                  <c:v>4.8033099999999997</c:v>
                </c:pt>
                <c:pt idx="10052">
                  <c:v>5.0444100000000001</c:v>
                </c:pt>
                <c:pt idx="10053">
                  <c:v>5.0078100000000001</c:v>
                </c:pt>
                <c:pt idx="10054">
                  <c:v>4.8447399999999998</c:v>
                </c:pt>
                <c:pt idx="10055">
                  <c:v>5.4000300000000001</c:v>
                </c:pt>
                <c:pt idx="10056">
                  <c:v>6.1254</c:v>
                </c:pt>
                <c:pt idx="10057">
                  <c:v>6.5257199999999997</c:v>
                </c:pt>
                <c:pt idx="10058">
                  <c:v>6.7392799999999999</c:v>
                </c:pt>
                <c:pt idx="10059">
                  <c:v>6.8700599999999996</c:v>
                </c:pt>
                <c:pt idx="10060">
                  <c:v>6.9164300000000001</c:v>
                </c:pt>
                <c:pt idx="10061">
                  <c:v>6.8708299999999998</c:v>
                </c:pt>
                <c:pt idx="10062">
                  <c:v>6.9031799999999999</c:v>
                </c:pt>
                <c:pt idx="10063">
                  <c:v>6.9432299999999998</c:v>
                </c:pt>
                <c:pt idx="10064">
                  <c:v>7.0306499999999996</c:v>
                </c:pt>
                <c:pt idx="10065">
                  <c:v>6.9013400000000003</c:v>
                </c:pt>
                <c:pt idx="10066">
                  <c:v>6.6751500000000004</c:v>
                </c:pt>
                <c:pt idx="10067">
                  <c:v>6.5710899999999999</c:v>
                </c:pt>
                <c:pt idx="10068">
                  <c:v>6.3539899999999996</c:v>
                </c:pt>
                <c:pt idx="10069">
                  <c:v>6.3061999999999996</c:v>
                </c:pt>
                <c:pt idx="10070">
                  <c:v>6.3559900000000003</c:v>
                </c:pt>
                <c:pt idx="10071">
                  <c:v>6.3437299999999999</c:v>
                </c:pt>
                <c:pt idx="10072">
                  <c:v>6.2391199999999998</c:v>
                </c:pt>
                <c:pt idx="10073">
                  <c:v>6.1632199999999999</c:v>
                </c:pt>
                <c:pt idx="10074">
                  <c:v>6.4977099999999997</c:v>
                </c:pt>
                <c:pt idx="10075">
                  <c:v>6.9797399999999996</c:v>
                </c:pt>
                <c:pt idx="10076">
                  <c:v>7.3204500000000001</c:v>
                </c:pt>
                <c:pt idx="10077">
                  <c:v>7.5954100000000002</c:v>
                </c:pt>
                <c:pt idx="10078">
                  <c:v>7.60283</c:v>
                </c:pt>
                <c:pt idx="10079">
                  <c:v>7.5401699999999998</c:v>
                </c:pt>
                <c:pt idx="10080">
                  <c:v>7.1757200000000001</c:v>
                </c:pt>
                <c:pt idx="10081">
                  <c:v>7.4127799999999997</c:v>
                </c:pt>
                <c:pt idx="10082">
                  <c:v>7.6560800000000002</c:v>
                </c:pt>
                <c:pt idx="10083">
                  <c:v>7.6928299999999998</c:v>
                </c:pt>
                <c:pt idx="10084">
                  <c:v>7.9925600000000001</c:v>
                </c:pt>
                <c:pt idx="10085">
                  <c:v>8.2976500000000009</c:v>
                </c:pt>
                <c:pt idx="10086">
                  <c:v>8.4954099999999997</c:v>
                </c:pt>
                <c:pt idx="10087">
                  <c:v>8.6863100000000006</c:v>
                </c:pt>
                <c:pt idx="10088">
                  <c:v>8.5776699999999995</c:v>
                </c:pt>
                <c:pt idx="10089">
                  <c:v>8.3962299999999992</c:v>
                </c:pt>
                <c:pt idx="10090">
                  <c:v>8.6210900000000006</c:v>
                </c:pt>
                <c:pt idx="10091">
                  <c:v>8.9008199999999995</c:v>
                </c:pt>
                <c:pt idx="10092">
                  <c:v>9.3497199999999996</c:v>
                </c:pt>
                <c:pt idx="10093">
                  <c:v>9.9305699999999995</c:v>
                </c:pt>
                <c:pt idx="10094">
                  <c:v>10.3482</c:v>
                </c:pt>
                <c:pt idx="10095">
                  <c:v>10.816700000000001</c:v>
                </c:pt>
                <c:pt idx="10096">
                  <c:v>11.6264</c:v>
                </c:pt>
                <c:pt idx="10097">
                  <c:v>12.084</c:v>
                </c:pt>
                <c:pt idx="10098">
                  <c:v>12.824999999999999</c:v>
                </c:pt>
                <c:pt idx="10099">
                  <c:v>13.479900000000001</c:v>
                </c:pt>
                <c:pt idx="10100">
                  <c:v>13.9938</c:v>
                </c:pt>
                <c:pt idx="10101">
                  <c:v>14.8445</c:v>
                </c:pt>
                <c:pt idx="10102">
                  <c:v>15.8636</c:v>
                </c:pt>
                <c:pt idx="10103">
                  <c:v>17.1205</c:v>
                </c:pt>
                <c:pt idx="10104">
                  <c:v>18.248999999999999</c:v>
                </c:pt>
                <c:pt idx="10105">
                  <c:v>19.381</c:v>
                </c:pt>
                <c:pt idx="10106">
                  <c:v>20.971299999999999</c:v>
                </c:pt>
                <c:pt idx="10107">
                  <c:v>22.988299999999999</c:v>
                </c:pt>
                <c:pt idx="10108">
                  <c:v>25.151700000000002</c:v>
                </c:pt>
                <c:pt idx="10109">
                  <c:v>27.689800000000002</c:v>
                </c:pt>
                <c:pt idx="10110">
                  <c:v>30.785299999999999</c:v>
                </c:pt>
                <c:pt idx="10111">
                  <c:v>34.486899999999999</c:v>
                </c:pt>
                <c:pt idx="10112">
                  <c:v>38.8521</c:v>
                </c:pt>
                <c:pt idx="10113">
                  <c:v>43.729700000000001</c:v>
                </c:pt>
                <c:pt idx="10114">
                  <c:v>49.061300000000003</c:v>
                </c:pt>
                <c:pt idx="10115">
                  <c:v>55.655299999999997</c:v>
                </c:pt>
                <c:pt idx="10116">
                  <c:v>63.264600000000002</c:v>
                </c:pt>
                <c:pt idx="10117">
                  <c:v>71.785600000000002</c:v>
                </c:pt>
                <c:pt idx="10118">
                  <c:v>82.018199999999993</c:v>
                </c:pt>
                <c:pt idx="10119">
                  <c:v>93.911699999999996</c:v>
                </c:pt>
                <c:pt idx="10120">
                  <c:v>108.492</c:v>
                </c:pt>
                <c:pt idx="10121">
                  <c:v>126.587</c:v>
                </c:pt>
                <c:pt idx="10122">
                  <c:v>148.505</c:v>
                </c:pt>
                <c:pt idx="10123">
                  <c:v>175.31800000000001</c:v>
                </c:pt>
                <c:pt idx="10124">
                  <c:v>207.90600000000001</c:v>
                </c:pt>
                <c:pt idx="10125">
                  <c:v>246.434</c:v>
                </c:pt>
                <c:pt idx="10126">
                  <c:v>290.70400000000001</c:v>
                </c:pt>
                <c:pt idx="10127">
                  <c:v>339.33499999999998</c:v>
                </c:pt>
                <c:pt idx="10128">
                  <c:v>389.745</c:v>
                </c:pt>
                <c:pt idx="10129">
                  <c:v>438.00799999999998</c:v>
                </c:pt>
                <c:pt idx="10130">
                  <c:v>480.26900000000001</c:v>
                </c:pt>
                <c:pt idx="10131">
                  <c:v>513.79399999999998</c:v>
                </c:pt>
                <c:pt idx="10132">
                  <c:v>535.24099999999999</c:v>
                </c:pt>
                <c:pt idx="10133">
                  <c:v>541.21900000000005</c:v>
                </c:pt>
                <c:pt idx="10134">
                  <c:v>531.31299999999999</c:v>
                </c:pt>
                <c:pt idx="10135">
                  <c:v>507.14400000000001</c:v>
                </c:pt>
                <c:pt idx="10136">
                  <c:v>470.71100000000001</c:v>
                </c:pt>
                <c:pt idx="10137">
                  <c:v>424.70299999999997</c:v>
                </c:pt>
                <c:pt idx="10138">
                  <c:v>372.625</c:v>
                </c:pt>
                <c:pt idx="10139">
                  <c:v>319.13299999999998</c:v>
                </c:pt>
                <c:pt idx="10140">
                  <c:v>268.44200000000001</c:v>
                </c:pt>
                <c:pt idx="10141">
                  <c:v>222.52500000000001</c:v>
                </c:pt>
                <c:pt idx="10142">
                  <c:v>182.79400000000001</c:v>
                </c:pt>
                <c:pt idx="10143">
                  <c:v>149.72900000000001</c:v>
                </c:pt>
                <c:pt idx="10144">
                  <c:v>123.52500000000001</c:v>
                </c:pt>
                <c:pt idx="10145">
                  <c:v>103.68600000000001</c:v>
                </c:pt>
                <c:pt idx="10146">
                  <c:v>88.988900000000001</c:v>
                </c:pt>
                <c:pt idx="10147">
                  <c:v>78.140199999999993</c:v>
                </c:pt>
                <c:pt idx="10148">
                  <c:v>69.886700000000005</c:v>
                </c:pt>
                <c:pt idx="10149">
                  <c:v>63.741999999999997</c:v>
                </c:pt>
                <c:pt idx="10150">
                  <c:v>58.945599999999999</c:v>
                </c:pt>
                <c:pt idx="10151">
                  <c:v>55.079500000000003</c:v>
                </c:pt>
                <c:pt idx="10152">
                  <c:v>51.709400000000002</c:v>
                </c:pt>
                <c:pt idx="10153">
                  <c:v>48.9861</c:v>
                </c:pt>
                <c:pt idx="10154">
                  <c:v>46.489800000000002</c:v>
                </c:pt>
                <c:pt idx="10155">
                  <c:v>44.008899999999997</c:v>
                </c:pt>
                <c:pt idx="10156">
                  <c:v>42.032899999999998</c:v>
                </c:pt>
                <c:pt idx="10157">
                  <c:v>40.607300000000002</c:v>
                </c:pt>
                <c:pt idx="10158">
                  <c:v>38.842300000000002</c:v>
                </c:pt>
                <c:pt idx="10159">
                  <c:v>37.0032</c:v>
                </c:pt>
                <c:pt idx="10160">
                  <c:v>35.911799999999999</c:v>
                </c:pt>
                <c:pt idx="10161">
                  <c:v>35.180300000000003</c:v>
                </c:pt>
                <c:pt idx="10162">
                  <c:v>34.852400000000003</c:v>
                </c:pt>
                <c:pt idx="10163">
                  <c:v>34.668500000000002</c:v>
                </c:pt>
                <c:pt idx="10164">
                  <c:v>34.492100000000001</c:v>
                </c:pt>
                <c:pt idx="10165">
                  <c:v>34.279600000000002</c:v>
                </c:pt>
                <c:pt idx="10166">
                  <c:v>34.0685</c:v>
                </c:pt>
                <c:pt idx="10167">
                  <c:v>34.015500000000003</c:v>
                </c:pt>
                <c:pt idx="10168">
                  <c:v>33.614899999999999</c:v>
                </c:pt>
                <c:pt idx="10169">
                  <c:v>32.895000000000003</c:v>
                </c:pt>
                <c:pt idx="10170">
                  <c:v>32.502600000000001</c:v>
                </c:pt>
                <c:pt idx="10171">
                  <c:v>32.048200000000001</c:v>
                </c:pt>
                <c:pt idx="10172">
                  <c:v>31.737200000000001</c:v>
                </c:pt>
                <c:pt idx="10173">
                  <c:v>31.733899999999998</c:v>
                </c:pt>
                <c:pt idx="10174">
                  <c:v>31.5504</c:v>
                </c:pt>
                <c:pt idx="10175">
                  <c:v>31.967099999999999</c:v>
                </c:pt>
                <c:pt idx="10176">
                  <c:v>32.389800000000001</c:v>
                </c:pt>
                <c:pt idx="10177">
                  <c:v>32.579300000000003</c:v>
                </c:pt>
                <c:pt idx="10178">
                  <c:v>33.403100000000002</c:v>
                </c:pt>
                <c:pt idx="10179">
                  <c:v>34.914200000000001</c:v>
                </c:pt>
                <c:pt idx="10180">
                  <c:v>36.613999999999997</c:v>
                </c:pt>
                <c:pt idx="10181">
                  <c:v>38.3033</c:v>
                </c:pt>
                <c:pt idx="10182">
                  <c:v>40.188000000000002</c:v>
                </c:pt>
                <c:pt idx="10183">
                  <c:v>42.284100000000002</c:v>
                </c:pt>
                <c:pt idx="10184">
                  <c:v>44.889699999999998</c:v>
                </c:pt>
                <c:pt idx="10185">
                  <c:v>47.4131</c:v>
                </c:pt>
                <c:pt idx="10186">
                  <c:v>49.526899999999998</c:v>
                </c:pt>
                <c:pt idx="10187">
                  <c:v>51.797400000000003</c:v>
                </c:pt>
                <c:pt idx="10188">
                  <c:v>54.4754</c:v>
                </c:pt>
                <c:pt idx="10189">
                  <c:v>57.061100000000003</c:v>
                </c:pt>
                <c:pt idx="10190">
                  <c:v>59.219000000000001</c:v>
                </c:pt>
                <c:pt idx="10191">
                  <c:v>61.094499999999996</c:v>
                </c:pt>
                <c:pt idx="10192">
                  <c:v>63.027200000000001</c:v>
                </c:pt>
                <c:pt idx="10193">
                  <c:v>65.571399999999997</c:v>
                </c:pt>
                <c:pt idx="10194">
                  <c:v>69.353200000000001</c:v>
                </c:pt>
                <c:pt idx="10195">
                  <c:v>74.228099999999998</c:v>
                </c:pt>
                <c:pt idx="10196">
                  <c:v>80.760199999999998</c:v>
                </c:pt>
                <c:pt idx="10197">
                  <c:v>89.304599999999994</c:v>
                </c:pt>
                <c:pt idx="10198">
                  <c:v>99.827100000000002</c:v>
                </c:pt>
                <c:pt idx="10199">
                  <c:v>112.45699999999999</c:v>
                </c:pt>
                <c:pt idx="10200">
                  <c:v>127.07</c:v>
                </c:pt>
                <c:pt idx="10201">
                  <c:v>142.85900000000001</c:v>
                </c:pt>
                <c:pt idx="10202">
                  <c:v>158.91</c:v>
                </c:pt>
                <c:pt idx="10203">
                  <c:v>173.75899999999999</c:v>
                </c:pt>
                <c:pt idx="10204">
                  <c:v>187.62799999999999</c:v>
                </c:pt>
                <c:pt idx="10205">
                  <c:v>199.68199999999999</c:v>
                </c:pt>
                <c:pt idx="10206">
                  <c:v>208.93299999999999</c:v>
                </c:pt>
                <c:pt idx="10207">
                  <c:v>215.72</c:v>
                </c:pt>
                <c:pt idx="10208">
                  <c:v>221.00299999999999</c:v>
                </c:pt>
                <c:pt idx="10209">
                  <c:v>225.55099999999999</c:v>
                </c:pt>
                <c:pt idx="10210">
                  <c:v>230.79599999999999</c:v>
                </c:pt>
                <c:pt idx="10211">
                  <c:v>239.114</c:v>
                </c:pt>
                <c:pt idx="10212">
                  <c:v>252.41</c:v>
                </c:pt>
                <c:pt idx="10213">
                  <c:v>272.20800000000003</c:v>
                </c:pt>
                <c:pt idx="10214">
                  <c:v>298.99400000000003</c:v>
                </c:pt>
                <c:pt idx="10215">
                  <c:v>332.71100000000001</c:v>
                </c:pt>
                <c:pt idx="10216">
                  <c:v>372.77600000000001</c:v>
                </c:pt>
                <c:pt idx="10217">
                  <c:v>416.61900000000003</c:v>
                </c:pt>
                <c:pt idx="10218">
                  <c:v>460.40199999999999</c:v>
                </c:pt>
                <c:pt idx="10219">
                  <c:v>499.745</c:v>
                </c:pt>
                <c:pt idx="10220">
                  <c:v>530.99199999999996</c:v>
                </c:pt>
                <c:pt idx="10221">
                  <c:v>551.4</c:v>
                </c:pt>
                <c:pt idx="10222">
                  <c:v>557.77599999999995</c:v>
                </c:pt>
                <c:pt idx="10223">
                  <c:v>548.66800000000001</c:v>
                </c:pt>
                <c:pt idx="10224">
                  <c:v>525.803</c:v>
                </c:pt>
                <c:pt idx="10225">
                  <c:v>491.08699999999999</c:v>
                </c:pt>
                <c:pt idx="10226">
                  <c:v>446.97399999999999</c:v>
                </c:pt>
                <c:pt idx="10227">
                  <c:v>396.98399999999998</c:v>
                </c:pt>
                <c:pt idx="10228">
                  <c:v>345.73099999999999</c:v>
                </c:pt>
                <c:pt idx="10229">
                  <c:v>296.81400000000002</c:v>
                </c:pt>
                <c:pt idx="10230">
                  <c:v>251.85599999999999</c:v>
                </c:pt>
                <c:pt idx="10231">
                  <c:v>211.97499999999999</c:v>
                </c:pt>
                <c:pt idx="10232">
                  <c:v>178.19</c:v>
                </c:pt>
                <c:pt idx="10233">
                  <c:v>150.68199999999999</c:v>
                </c:pt>
                <c:pt idx="10234">
                  <c:v>128.84899999999999</c:v>
                </c:pt>
                <c:pt idx="10235">
                  <c:v>111.675</c:v>
                </c:pt>
                <c:pt idx="10236">
                  <c:v>98.090100000000007</c:v>
                </c:pt>
                <c:pt idx="10237">
                  <c:v>86.959599999999995</c:v>
                </c:pt>
                <c:pt idx="10238">
                  <c:v>78.100300000000004</c:v>
                </c:pt>
                <c:pt idx="10239">
                  <c:v>71.644400000000005</c:v>
                </c:pt>
                <c:pt idx="10240">
                  <c:v>66.563299999999998</c:v>
                </c:pt>
                <c:pt idx="10241">
                  <c:v>62.324300000000001</c:v>
                </c:pt>
                <c:pt idx="10242">
                  <c:v>58.948300000000003</c:v>
                </c:pt>
                <c:pt idx="10243">
                  <c:v>56.516199999999998</c:v>
                </c:pt>
                <c:pt idx="10244">
                  <c:v>54.2333</c:v>
                </c:pt>
                <c:pt idx="10245">
                  <c:v>52.392200000000003</c:v>
                </c:pt>
                <c:pt idx="10246">
                  <c:v>51.192300000000003</c:v>
                </c:pt>
                <c:pt idx="10247">
                  <c:v>50.262700000000002</c:v>
                </c:pt>
                <c:pt idx="10248">
                  <c:v>50.039900000000003</c:v>
                </c:pt>
                <c:pt idx="10249">
                  <c:v>50.796599999999998</c:v>
                </c:pt>
                <c:pt idx="10250">
                  <c:v>52.045499999999997</c:v>
                </c:pt>
                <c:pt idx="10251">
                  <c:v>53.718000000000004</c:v>
                </c:pt>
                <c:pt idx="10252">
                  <c:v>55.971400000000003</c:v>
                </c:pt>
                <c:pt idx="10253">
                  <c:v>58.581400000000002</c:v>
                </c:pt>
                <c:pt idx="10254">
                  <c:v>61.2</c:v>
                </c:pt>
                <c:pt idx="10255">
                  <c:v>64.055899999999994</c:v>
                </c:pt>
                <c:pt idx="10256">
                  <c:v>67.804900000000004</c:v>
                </c:pt>
                <c:pt idx="10257">
                  <c:v>72.202399999999997</c:v>
                </c:pt>
                <c:pt idx="10258">
                  <c:v>76.896000000000001</c:v>
                </c:pt>
                <c:pt idx="10259">
                  <c:v>82.126199999999997</c:v>
                </c:pt>
                <c:pt idx="10260">
                  <c:v>88.020899999999997</c:v>
                </c:pt>
                <c:pt idx="10261">
                  <c:v>95.304100000000005</c:v>
                </c:pt>
                <c:pt idx="10262">
                  <c:v>104.209</c:v>
                </c:pt>
                <c:pt idx="10263">
                  <c:v>114.66800000000001</c:v>
                </c:pt>
                <c:pt idx="10264">
                  <c:v>127.313</c:v>
                </c:pt>
                <c:pt idx="10265">
                  <c:v>142.93799999999999</c:v>
                </c:pt>
                <c:pt idx="10266">
                  <c:v>162.65799999999999</c:v>
                </c:pt>
                <c:pt idx="10267">
                  <c:v>187.36600000000001</c:v>
                </c:pt>
                <c:pt idx="10268">
                  <c:v>218.18600000000001</c:v>
                </c:pt>
                <c:pt idx="10269">
                  <c:v>254.667</c:v>
                </c:pt>
                <c:pt idx="10270">
                  <c:v>296.27</c:v>
                </c:pt>
                <c:pt idx="10271">
                  <c:v>342.60700000000003</c:v>
                </c:pt>
                <c:pt idx="10272">
                  <c:v>391.72</c:v>
                </c:pt>
                <c:pt idx="10273">
                  <c:v>439.017</c:v>
                </c:pt>
                <c:pt idx="10274">
                  <c:v>480.75099999999998</c:v>
                </c:pt>
                <c:pt idx="10275">
                  <c:v>514.61699999999996</c:v>
                </c:pt>
                <c:pt idx="10276">
                  <c:v>537.05799999999999</c:v>
                </c:pt>
                <c:pt idx="10277">
                  <c:v>544.89800000000002</c:v>
                </c:pt>
                <c:pt idx="10278">
                  <c:v>537.21600000000001</c:v>
                </c:pt>
                <c:pt idx="10279">
                  <c:v>515.08699999999999</c:v>
                </c:pt>
                <c:pt idx="10280">
                  <c:v>481.36599999999999</c:v>
                </c:pt>
                <c:pt idx="10281">
                  <c:v>439.05099999999999</c:v>
                </c:pt>
                <c:pt idx="10282">
                  <c:v>391.30799999999999</c:v>
                </c:pt>
                <c:pt idx="10283">
                  <c:v>342.98500000000001</c:v>
                </c:pt>
                <c:pt idx="10284">
                  <c:v>298.38400000000001</c:v>
                </c:pt>
                <c:pt idx="10285">
                  <c:v>259.53500000000003</c:v>
                </c:pt>
                <c:pt idx="10286">
                  <c:v>228.33600000000001</c:v>
                </c:pt>
                <c:pt idx="10287">
                  <c:v>205.53</c:v>
                </c:pt>
                <c:pt idx="10288">
                  <c:v>190.75</c:v>
                </c:pt>
                <c:pt idx="10289">
                  <c:v>183.28100000000001</c:v>
                </c:pt>
                <c:pt idx="10290">
                  <c:v>181.01300000000001</c:v>
                </c:pt>
                <c:pt idx="10291">
                  <c:v>181.66900000000001</c:v>
                </c:pt>
                <c:pt idx="10292">
                  <c:v>183.93199999999999</c:v>
                </c:pt>
                <c:pt idx="10293">
                  <c:v>186.44300000000001</c:v>
                </c:pt>
                <c:pt idx="10294">
                  <c:v>187.041</c:v>
                </c:pt>
                <c:pt idx="10295">
                  <c:v>184.511</c:v>
                </c:pt>
                <c:pt idx="10296">
                  <c:v>179.10300000000001</c:v>
                </c:pt>
                <c:pt idx="10297">
                  <c:v>170.74100000000001</c:v>
                </c:pt>
                <c:pt idx="10298">
                  <c:v>159.494</c:v>
                </c:pt>
                <c:pt idx="10299">
                  <c:v>146.20599999999999</c:v>
                </c:pt>
                <c:pt idx="10300">
                  <c:v>132.262</c:v>
                </c:pt>
                <c:pt idx="10301">
                  <c:v>117.895</c:v>
                </c:pt>
                <c:pt idx="10302">
                  <c:v>103.923</c:v>
                </c:pt>
                <c:pt idx="10303">
                  <c:v>91.817599999999999</c:v>
                </c:pt>
                <c:pt idx="10304">
                  <c:v>81.565299999999993</c:v>
                </c:pt>
                <c:pt idx="10305">
                  <c:v>73.211200000000005</c:v>
                </c:pt>
                <c:pt idx="10306">
                  <c:v>67.079300000000003</c:v>
                </c:pt>
                <c:pt idx="10307">
                  <c:v>62.5075</c:v>
                </c:pt>
                <c:pt idx="10308">
                  <c:v>58.835999999999999</c:v>
                </c:pt>
                <c:pt idx="10309">
                  <c:v>56.470199999999998</c:v>
                </c:pt>
                <c:pt idx="10310">
                  <c:v>55.329599999999999</c:v>
                </c:pt>
                <c:pt idx="10311">
                  <c:v>54.855499999999999</c:v>
                </c:pt>
                <c:pt idx="10312">
                  <c:v>54.895400000000002</c:v>
                </c:pt>
                <c:pt idx="10313">
                  <c:v>55.510599999999997</c:v>
                </c:pt>
                <c:pt idx="10314">
                  <c:v>56.497399999999999</c:v>
                </c:pt>
                <c:pt idx="10315">
                  <c:v>57.507100000000001</c:v>
                </c:pt>
                <c:pt idx="10316">
                  <c:v>58.301299999999998</c:v>
                </c:pt>
                <c:pt idx="10317">
                  <c:v>59.3369</c:v>
                </c:pt>
                <c:pt idx="10318">
                  <c:v>60.498399999999997</c:v>
                </c:pt>
                <c:pt idx="10319">
                  <c:v>61.318399999999997</c:v>
                </c:pt>
                <c:pt idx="10320">
                  <c:v>61.549599999999998</c:v>
                </c:pt>
                <c:pt idx="10321">
                  <c:v>61.2166</c:v>
                </c:pt>
                <c:pt idx="10322">
                  <c:v>60.067</c:v>
                </c:pt>
                <c:pt idx="10323">
                  <c:v>58.549900000000001</c:v>
                </c:pt>
                <c:pt idx="10324">
                  <c:v>56.951799999999999</c:v>
                </c:pt>
                <c:pt idx="10325">
                  <c:v>55.321399999999997</c:v>
                </c:pt>
                <c:pt idx="10326">
                  <c:v>53.768300000000004</c:v>
                </c:pt>
                <c:pt idx="10327">
                  <c:v>52.7072</c:v>
                </c:pt>
                <c:pt idx="10328">
                  <c:v>52.617199999999997</c:v>
                </c:pt>
                <c:pt idx="10329">
                  <c:v>53.4878</c:v>
                </c:pt>
                <c:pt idx="10330">
                  <c:v>54.7376</c:v>
                </c:pt>
                <c:pt idx="10331">
                  <c:v>55.7151</c:v>
                </c:pt>
                <c:pt idx="10332">
                  <c:v>56.848199999999999</c:v>
                </c:pt>
                <c:pt idx="10333">
                  <c:v>58.467500000000001</c:v>
                </c:pt>
                <c:pt idx="10334">
                  <c:v>60.3797</c:v>
                </c:pt>
                <c:pt idx="10335">
                  <c:v>62.309800000000003</c:v>
                </c:pt>
                <c:pt idx="10336">
                  <c:v>64.353999999999999</c:v>
                </c:pt>
                <c:pt idx="10337">
                  <c:v>66.466899999999995</c:v>
                </c:pt>
                <c:pt idx="10338">
                  <c:v>69.132400000000004</c:v>
                </c:pt>
                <c:pt idx="10339">
                  <c:v>73.408000000000001</c:v>
                </c:pt>
                <c:pt idx="10340">
                  <c:v>79.465000000000003</c:v>
                </c:pt>
                <c:pt idx="10341">
                  <c:v>87.754199999999997</c:v>
                </c:pt>
                <c:pt idx="10342">
                  <c:v>97.645799999999994</c:v>
                </c:pt>
                <c:pt idx="10343">
                  <c:v>109.336</c:v>
                </c:pt>
                <c:pt idx="10344">
                  <c:v>122.88200000000001</c:v>
                </c:pt>
                <c:pt idx="10345">
                  <c:v>137.86600000000001</c:v>
                </c:pt>
                <c:pt idx="10346">
                  <c:v>152.923</c:v>
                </c:pt>
                <c:pt idx="10347">
                  <c:v>167.4</c:v>
                </c:pt>
                <c:pt idx="10348">
                  <c:v>180.77500000000001</c:v>
                </c:pt>
                <c:pt idx="10349">
                  <c:v>191.82599999999999</c:v>
                </c:pt>
                <c:pt idx="10350">
                  <c:v>200.20599999999999</c:v>
                </c:pt>
                <c:pt idx="10351">
                  <c:v>206.32499999999999</c:v>
                </c:pt>
                <c:pt idx="10352">
                  <c:v>210.75899999999999</c:v>
                </c:pt>
                <c:pt idx="10353">
                  <c:v>214.27500000000001</c:v>
                </c:pt>
                <c:pt idx="10354">
                  <c:v>218.393</c:v>
                </c:pt>
                <c:pt idx="10355">
                  <c:v>225.22900000000001</c:v>
                </c:pt>
                <c:pt idx="10356">
                  <c:v>236.56399999999999</c:v>
                </c:pt>
                <c:pt idx="10357">
                  <c:v>253.35300000000001</c:v>
                </c:pt>
                <c:pt idx="10358">
                  <c:v>276.34800000000001</c:v>
                </c:pt>
                <c:pt idx="10359">
                  <c:v>305.94499999999999</c:v>
                </c:pt>
                <c:pt idx="10360">
                  <c:v>341.10700000000003</c:v>
                </c:pt>
                <c:pt idx="10361">
                  <c:v>379.541</c:v>
                </c:pt>
                <c:pt idx="10362">
                  <c:v>417.50400000000002</c:v>
                </c:pt>
                <c:pt idx="10363">
                  <c:v>451.601</c:v>
                </c:pt>
                <c:pt idx="10364">
                  <c:v>479.00599999999997</c:v>
                </c:pt>
                <c:pt idx="10365">
                  <c:v>496.78100000000001</c:v>
                </c:pt>
                <c:pt idx="10366">
                  <c:v>501.80500000000001</c:v>
                </c:pt>
                <c:pt idx="10367">
                  <c:v>493.58199999999999</c:v>
                </c:pt>
                <c:pt idx="10368">
                  <c:v>472.846</c:v>
                </c:pt>
                <c:pt idx="10369">
                  <c:v>441.41399999999999</c:v>
                </c:pt>
                <c:pt idx="10370">
                  <c:v>402.47199999999998</c:v>
                </c:pt>
                <c:pt idx="10371">
                  <c:v>358.17599999999999</c:v>
                </c:pt>
                <c:pt idx="10372">
                  <c:v>312.06099999999998</c:v>
                </c:pt>
                <c:pt idx="10373">
                  <c:v>267.70499999999998</c:v>
                </c:pt>
                <c:pt idx="10374">
                  <c:v>227.16300000000001</c:v>
                </c:pt>
                <c:pt idx="10375">
                  <c:v>191.34399999999999</c:v>
                </c:pt>
                <c:pt idx="10376">
                  <c:v>160.84299999999999</c:v>
                </c:pt>
                <c:pt idx="10377">
                  <c:v>135.714</c:v>
                </c:pt>
                <c:pt idx="10378">
                  <c:v>115.47</c:v>
                </c:pt>
                <c:pt idx="10379">
                  <c:v>99.3874</c:v>
                </c:pt>
                <c:pt idx="10380">
                  <c:v>86.6233</c:v>
                </c:pt>
                <c:pt idx="10381">
                  <c:v>76.339399999999998</c:v>
                </c:pt>
                <c:pt idx="10382">
                  <c:v>67.571899999999999</c:v>
                </c:pt>
                <c:pt idx="10383">
                  <c:v>60.462699999999998</c:v>
                </c:pt>
                <c:pt idx="10384">
                  <c:v>54.962699999999998</c:v>
                </c:pt>
                <c:pt idx="10385">
                  <c:v>50.668799999999997</c:v>
                </c:pt>
                <c:pt idx="10386">
                  <c:v>46.955300000000001</c:v>
                </c:pt>
                <c:pt idx="10387">
                  <c:v>43.839700000000001</c:v>
                </c:pt>
                <c:pt idx="10388">
                  <c:v>41.270299999999999</c:v>
                </c:pt>
                <c:pt idx="10389">
                  <c:v>39.176000000000002</c:v>
                </c:pt>
                <c:pt idx="10390">
                  <c:v>37.414700000000003</c:v>
                </c:pt>
                <c:pt idx="10391">
                  <c:v>35.990200000000002</c:v>
                </c:pt>
                <c:pt idx="10392">
                  <c:v>34.691499999999998</c:v>
                </c:pt>
                <c:pt idx="10393">
                  <c:v>33.632899999999999</c:v>
                </c:pt>
                <c:pt idx="10394">
                  <c:v>33.186700000000002</c:v>
                </c:pt>
                <c:pt idx="10395">
                  <c:v>33.0304</c:v>
                </c:pt>
                <c:pt idx="10396">
                  <c:v>32.950899999999997</c:v>
                </c:pt>
                <c:pt idx="10397">
                  <c:v>33.1691</c:v>
                </c:pt>
                <c:pt idx="10398">
                  <c:v>33.676299999999998</c:v>
                </c:pt>
                <c:pt idx="10399">
                  <c:v>34.349699999999999</c:v>
                </c:pt>
                <c:pt idx="10400">
                  <c:v>34.630099999999999</c:v>
                </c:pt>
                <c:pt idx="10401">
                  <c:v>34.139699999999998</c:v>
                </c:pt>
                <c:pt idx="10402">
                  <c:v>33.402700000000003</c:v>
                </c:pt>
                <c:pt idx="10403">
                  <c:v>32.864400000000003</c:v>
                </c:pt>
                <c:pt idx="10404">
                  <c:v>32.195</c:v>
                </c:pt>
                <c:pt idx="10405">
                  <c:v>31.1282</c:v>
                </c:pt>
                <c:pt idx="10406">
                  <c:v>30.311699999999998</c:v>
                </c:pt>
                <c:pt idx="10407">
                  <c:v>29.809200000000001</c:v>
                </c:pt>
                <c:pt idx="10408">
                  <c:v>29.1309</c:v>
                </c:pt>
                <c:pt idx="10409">
                  <c:v>28.270900000000001</c:v>
                </c:pt>
                <c:pt idx="10410">
                  <c:v>28.074000000000002</c:v>
                </c:pt>
                <c:pt idx="10411">
                  <c:v>28.293700000000001</c:v>
                </c:pt>
                <c:pt idx="10412">
                  <c:v>28.334800000000001</c:v>
                </c:pt>
                <c:pt idx="10413">
                  <c:v>29.136500000000002</c:v>
                </c:pt>
                <c:pt idx="10414">
                  <c:v>30.255299999999998</c:v>
                </c:pt>
                <c:pt idx="10415">
                  <c:v>31.796099999999999</c:v>
                </c:pt>
                <c:pt idx="10416">
                  <c:v>33.960799999999999</c:v>
                </c:pt>
                <c:pt idx="10417">
                  <c:v>36.1967</c:v>
                </c:pt>
                <c:pt idx="10418">
                  <c:v>38.571199999999997</c:v>
                </c:pt>
                <c:pt idx="10419">
                  <c:v>40.494500000000002</c:v>
                </c:pt>
                <c:pt idx="10420">
                  <c:v>42.258400000000002</c:v>
                </c:pt>
                <c:pt idx="10421">
                  <c:v>43.6629</c:v>
                </c:pt>
                <c:pt idx="10422">
                  <c:v>45.141199999999998</c:v>
                </c:pt>
                <c:pt idx="10423">
                  <c:v>46.410200000000003</c:v>
                </c:pt>
                <c:pt idx="10424">
                  <c:v>47.3872</c:v>
                </c:pt>
                <c:pt idx="10425">
                  <c:v>48.552700000000002</c:v>
                </c:pt>
                <c:pt idx="10426">
                  <c:v>49.927900000000001</c:v>
                </c:pt>
                <c:pt idx="10427">
                  <c:v>52.093800000000002</c:v>
                </c:pt>
                <c:pt idx="10428">
                  <c:v>55.072200000000002</c:v>
                </c:pt>
                <c:pt idx="10429">
                  <c:v>58.985799999999998</c:v>
                </c:pt>
                <c:pt idx="10430">
                  <c:v>64.132499999999993</c:v>
                </c:pt>
                <c:pt idx="10431">
                  <c:v>70.834100000000007</c:v>
                </c:pt>
                <c:pt idx="10432">
                  <c:v>79.127799999999993</c:v>
                </c:pt>
                <c:pt idx="10433">
                  <c:v>88.330799999999996</c:v>
                </c:pt>
                <c:pt idx="10434">
                  <c:v>98.035399999999996</c:v>
                </c:pt>
                <c:pt idx="10435">
                  <c:v>107.37</c:v>
                </c:pt>
                <c:pt idx="10436">
                  <c:v>115.57899999999999</c:v>
                </c:pt>
                <c:pt idx="10437">
                  <c:v>122.52800000000001</c:v>
                </c:pt>
                <c:pt idx="10438">
                  <c:v>126.941</c:v>
                </c:pt>
                <c:pt idx="10439">
                  <c:v>127.786</c:v>
                </c:pt>
                <c:pt idx="10440">
                  <c:v>125.26</c:v>
                </c:pt>
                <c:pt idx="10441">
                  <c:v>119.336</c:v>
                </c:pt>
                <c:pt idx="10442">
                  <c:v>110.97</c:v>
                </c:pt>
                <c:pt idx="10443">
                  <c:v>100.875</c:v>
                </c:pt>
                <c:pt idx="10444">
                  <c:v>89.8583</c:v>
                </c:pt>
                <c:pt idx="10445">
                  <c:v>78.870199999999997</c:v>
                </c:pt>
                <c:pt idx="10446">
                  <c:v>67.523099999999999</c:v>
                </c:pt>
                <c:pt idx="10447">
                  <c:v>57.247999999999998</c:v>
                </c:pt>
                <c:pt idx="10448">
                  <c:v>48.877600000000001</c:v>
                </c:pt>
                <c:pt idx="10449">
                  <c:v>42.090400000000002</c:v>
                </c:pt>
                <c:pt idx="10450">
                  <c:v>36.907600000000002</c:v>
                </c:pt>
                <c:pt idx="10451">
                  <c:v>33.280700000000003</c:v>
                </c:pt>
                <c:pt idx="10452">
                  <c:v>30.667100000000001</c:v>
                </c:pt>
                <c:pt idx="10453">
                  <c:v>28.7773</c:v>
                </c:pt>
                <c:pt idx="10454">
                  <c:v>27.319800000000001</c:v>
                </c:pt>
                <c:pt idx="10455">
                  <c:v>26.7211</c:v>
                </c:pt>
                <c:pt idx="10456">
                  <c:v>26.8279</c:v>
                </c:pt>
                <c:pt idx="10457">
                  <c:v>27.4255</c:v>
                </c:pt>
                <c:pt idx="10458">
                  <c:v>28.4772</c:v>
                </c:pt>
                <c:pt idx="10459">
                  <c:v>30.063400000000001</c:v>
                </c:pt>
                <c:pt idx="10460">
                  <c:v>32.0886</c:v>
                </c:pt>
                <c:pt idx="10461">
                  <c:v>33.718600000000002</c:v>
                </c:pt>
                <c:pt idx="10462">
                  <c:v>35.150199999999998</c:v>
                </c:pt>
                <c:pt idx="10463">
                  <c:v>36.302500000000002</c:v>
                </c:pt>
                <c:pt idx="10464">
                  <c:v>36.356200000000001</c:v>
                </c:pt>
                <c:pt idx="10465">
                  <c:v>35.6723</c:v>
                </c:pt>
                <c:pt idx="10466">
                  <c:v>34.156300000000002</c:v>
                </c:pt>
                <c:pt idx="10467">
                  <c:v>31.9285</c:v>
                </c:pt>
                <c:pt idx="10468">
                  <c:v>29.064800000000002</c:v>
                </c:pt>
                <c:pt idx="10469">
                  <c:v>25.921099999999999</c:v>
                </c:pt>
                <c:pt idx="10470">
                  <c:v>23.282599999999999</c:v>
                </c:pt>
                <c:pt idx="10471">
                  <c:v>20.8447</c:v>
                </c:pt>
                <c:pt idx="10472">
                  <c:v>17.8994</c:v>
                </c:pt>
                <c:pt idx="10473">
                  <c:v>15.5732</c:v>
                </c:pt>
                <c:pt idx="10474">
                  <c:v>14.4183</c:v>
                </c:pt>
                <c:pt idx="10475">
                  <c:v>13.427199999999999</c:v>
                </c:pt>
                <c:pt idx="10476">
                  <c:v>12.4628</c:v>
                </c:pt>
                <c:pt idx="10477">
                  <c:v>11.911</c:v>
                </c:pt>
                <c:pt idx="10478">
                  <c:v>11.587199999999999</c:v>
                </c:pt>
                <c:pt idx="10479">
                  <c:v>10.928000000000001</c:v>
                </c:pt>
                <c:pt idx="10480">
                  <c:v>10.2956</c:v>
                </c:pt>
                <c:pt idx="10481">
                  <c:v>10.097899999999999</c:v>
                </c:pt>
                <c:pt idx="10482">
                  <c:v>10.0624</c:v>
                </c:pt>
                <c:pt idx="10483">
                  <c:v>9.7859999999999996</c:v>
                </c:pt>
                <c:pt idx="10484">
                  <c:v>9.4277800000000003</c:v>
                </c:pt>
                <c:pt idx="10485">
                  <c:v>9.3910800000000005</c:v>
                </c:pt>
                <c:pt idx="10486">
                  <c:v>9.6147899999999993</c:v>
                </c:pt>
                <c:pt idx="10487">
                  <c:v>10.0031</c:v>
                </c:pt>
                <c:pt idx="10488">
                  <c:v>10.610900000000001</c:v>
                </c:pt>
                <c:pt idx="10489">
                  <c:v>10.6113</c:v>
                </c:pt>
                <c:pt idx="10490">
                  <c:v>10.482200000000001</c:v>
                </c:pt>
                <c:pt idx="10491">
                  <c:v>10.901199999999999</c:v>
                </c:pt>
                <c:pt idx="10492">
                  <c:v>11.508900000000001</c:v>
                </c:pt>
                <c:pt idx="10493">
                  <c:v>11.705</c:v>
                </c:pt>
                <c:pt idx="10494">
                  <c:v>11.694599999999999</c:v>
                </c:pt>
                <c:pt idx="10495">
                  <c:v>11.2723</c:v>
                </c:pt>
                <c:pt idx="10496">
                  <c:v>10.394500000000001</c:v>
                </c:pt>
                <c:pt idx="10497">
                  <c:v>9.7929600000000008</c:v>
                </c:pt>
                <c:pt idx="10498">
                  <c:v>9.49681</c:v>
                </c:pt>
                <c:pt idx="10499">
                  <c:v>9.4280600000000003</c:v>
                </c:pt>
                <c:pt idx="10500">
                  <c:v>9.46983</c:v>
                </c:pt>
                <c:pt idx="10501">
                  <c:v>9.2744499999999999</c:v>
                </c:pt>
                <c:pt idx="10502">
                  <c:v>8.9604099999999995</c:v>
                </c:pt>
                <c:pt idx="10503">
                  <c:v>8.2956199999999995</c:v>
                </c:pt>
                <c:pt idx="10504">
                  <c:v>8.0223899999999997</c:v>
                </c:pt>
                <c:pt idx="10505">
                  <c:v>7.8633800000000003</c:v>
                </c:pt>
                <c:pt idx="10506">
                  <c:v>7.56203</c:v>
                </c:pt>
                <c:pt idx="10507">
                  <c:v>7.5944500000000001</c:v>
                </c:pt>
                <c:pt idx="10508">
                  <c:v>7.8246000000000002</c:v>
                </c:pt>
                <c:pt idx="10509">
                  <c:v>7.7889699999999999</c:v>
                </c:pt>
                <c:pt idx="10510">
                  <c:v>7.44008</c:v>
                </c:pt>
                <c:pt idx="10511">
                  <c:v>7.4641900000000003</c:v>
                </c:pt>
                <c:pt idx="10512">
                  <c:v>7.83033</c:v>
                </c:pt>
                <c:pt idx="10513">
                  <c:v>7.71671</c:v>
                </c:pt>
                <c:pt idx="10514">
                  <c:v>7.2473000000000001</c:v>
                </c:pt>
                <c:pt idx="10515">
                  <c:v>7.2516699999999998</c:v>
                </c:pt>
                <c:pt idx="10516">
                  <c:v>7.4820599999999997</c:v>
                </c:pt>
                <c:pt idx="10517">
                  <c:v>7.4631100000000004</c:v>
                </c:pt>
                <c:pt idx="10518">
                  <c:v>7.2121000000000004</c:v>
                </c:pt>
                <c:pt idx="10519">
                  <c:v>6.9510699999999996</c:v>
                </c:pt>
                <c:pt idx="10520">
                  <c:v>7.0436100000000001</c:v>
                </c:pt>
                <c:pt idx="10521">
                  <c:v>7.3373100000000004</c:v>
                </c:pt>
                <c:pt idx="10522">
                  <c:v>7.3057400000000001</c:v>
                </c:pt>
                <c:pt idx="10523">
                  <c:v>7.1170900000000001</c:v>
                </c:pt>
                <c:pt idx="10524">
                  <c:v>6.8533900000000001</c:v>
                </c:pt>
                <c:pt idx="10525">
                  <c:v>6.57789</c:v>
                </c:pt>
                <c:pt idx="10526">
                  <c:v>6.0585599999999999</c:v>
                </c:pt>
                <c:pt idx="10527">
                  <c:v>5.5608399999999998</c:v>
                </c:pt>
                <c:pt idx="10528">
                  <c:v>5.32836</c:v>
                </c:pt>
                <c:pt idx="10529">
                  <c:v>5.31006</c:v>
                </c:pt>
                <c:pt idx="10530">
                  <c:v>5.33887</c:v>
                </c:pt>
                <c:pt idx="10531">
                  <c:v>5.5001800000000003</c:v>
                </c:pt>
                <c:pt idx="10532">
                  <c:v>5.6280999999999999</c:v>
                </c:pt>
                <c:pt idx="10533">
                  <c:v>5.2965</c:v>
                </c:pt>
                <c:pt idx="10534">
                  <c:v>5.0446200000000001</c:v>
                </c:pt>
                <c:pt idx="10535">
                  <c:v>5.1443199999999996</c:v>
                </c:pt>
                <c:pt idx="10536">
                  <c:v>5.3688099999999999</c:v>
                </c:pt>
                <c:pt idx="10537">
                  <c:v>5.3938800000000002</c:v>
                </c:pt>
                <c:pt idx="10538">
                  <c:v>5.1910699999999999</c:v>
                </c:pt>
                <c:pt idx="10539">
                  <c:v>5.07639</c:v>
                </c:pt>
                <c:pt idx="10540">
                  <c:v>4.9906100000000002</c:v>
                </c:pt>
                <c:pt idx="10541">
                  <c:v>4.7065299999999999</c:v>
                </c:pt>
                <c:pt idx="10542">
                  <c:v>4.7769300000000001</c:v>
                </c:pt>
                <c:pt idx="10543">
                  <c:v>5.1050899999999997</c:v>
                </c:pt>
                <c:pt idx="10544">
                  <c:v>4.8366600000000002</c:v>
                </c:pt>
                <c:pt idx="10545">
                  <c:v>4.1810799999999997</c:v>
                </c:pt>
                <c:pt idx="10546">
                  <c:v>3.9441999999999999</c:v>
                </c:pt>
                <c:pt idx="10547">
                  <c:v>4.0360399999999998</c:v>
                </c:pt>
                <c:pt idx="10548">
                  <c:v>4.2760100000000003</c:v>
                </c:pt>
                <c:pt idx="10549">
                  <c:v>4.4748299999999999</c:v>
                </c:pt>
                <c:pt idx="10550">
                  <c:v>4.7206000000000001</c:v>
                </c:pt>
                <c:pt idx="10551">
                  <c:v>4.7823399999999996</c:v>
                </c:pt>
                <c:pt idx="10552">
                  <c:v>4.8588199999999997</c:v>
                </c:pt>
                <c:pt idx="10553">
                  <c:v>5.0571599999999997</c:v>
                </c:pt>
                <c:pt idx="10554">
                  <c:v>5.02942</c:v>
                </c:pt>
                <c:pt idx="10555">
                  <c:v>4.9538799999999998</c:v>
                </c:pt>
                <c:pt idx="10556">
                  <c:v>5.0424499999999997</c:v>
                </c:pt>
                <c:pt idx="10557">
                  <c:v>5.2994599999999998</c:v>
                </c:pt>
                <c:pt idx="10558">
                  <c:v>5.8819400000000002</c:v>
                </c:pt>
                <c:pt idx="10559">
                  <c:v>6.33352</c:v>
                </c:pt>
                <c:pt idx="10560">
                  <c:v>6.0423600000000004</c:v>
                </c:pt>
                <c:pt idx="10561">
                  <c:v>5.8987699999999998</c:v>
                </c:pt>
                <c:pt idx="10562">
                  <c:v>5.8231799999999998</c:v>
                </c:pt>
                <c:pt idx="10563">
                  <c:v>5.7638499999999997</c:v>
                </c:pt>
                <c:pt idx="10564">
                  <c:v>5.5254300000000001</c:v>
                </c:pt>
                <c:pt idx="10565">
                  <c:v>5.2980400000000003</c:v>
                </c:pt>
                <c:pt idx="10566">
                  <c:v>5.3252699999999997</c:v>
                </c:pt>
                <c:pt idx="10567">
                  <c:v>5.4077500000000001</c:v>
                </c:pt>
                <c:pt idx="10568">
                  <c:v>5.4872800000000002</c:v>
                </c:pt>
                <c:pt idx="10569">
                  <c:v>5.2306900000000001</c:v>
                </c:pt>
                <c:pt idx="10570">
                  <c:v>5.1327199999999999</c:v>
                </c:pt>
                <c:pt idx="10571">
                  <c:v>5.0517200000000004</c:v>
                </c:pt>
                <c:pt idx="10572">
                  <c:v>4.72079</c:v>
                </c:pt>
                <c:pt idx="10573">
                  <c:v>4.4515700000000002</c:v>
                </c:pt>
                <c:pt idx="10574">
                  <c:v>4.6787999999999998</c:v>
                </c:pt>
                <c:pt idx="10575">
                  <c:v>4.6892300000000002</c:v>
                </c:pt>
                <c:pt idx="10576">
                  <c:v>4.1745299999999999</c:v>
                </c:pt>
                <c:pt idx="10577">
                  <c:v>3.84836</c:v>
                </c:pt>
                <c:pt idx="10578">
                  <c:v>4.0654899999999996</c:v>
                </c:pt>
                <c:pt idx="10579">
                  <c:v>3.9476499999999999</c:v>
                </c:pt>
                <c:pt idx="10580">
                  <c:v>3.7248100000000002</c:v>
                </c:pt>
                <c:pt idx="10581">
                  <c:v>3.8269199999999999</c:v>
                </c:pt>
                <c:pt idx="10582">
                  <c:v>3.8934500000000001</c:v>
                </c:pt>
                <c:pt idx="10583">
                  <c:v>3.7662</c:v>
                </c:pt>
                <c:pt idx="10584">
                  <c:v>3.8195700000000001</c:v>
                </c:pt>
                <c:pt idx="10585">
                  <c:v>3.97302</c:v>
                </c:pt>
                <c:pt idx="10586">
                  <c:v>3.8844799999999999</c:v>
                </c:pt>
                <c:pt idx="10587">
                  <c:v>4.2077200000000001</c:v>
                </c:pt>
                <c:pt idx="10588">
                  <c:v>4.6119899999999996</c:v>
                </c:pt>
                <c:pt idx="10589">
                  <c:v>4.7026500000000002</c:v>
                </c:pt>
                <c:pt idx="10590">
                  <c:v>4.3936200000000003</c:v>
                </c:pt>
                <c:pt idx="10591">
                  <c:v>4.1056499999999998</c:v>
                </c:pt>
                <c:pt idx="10592">
                  <c:v>4.1702000000000004</c:v>
                </c:pt>
                <c:pt idx="10593">
                  <c:v>4.3964600000000003</c:v>
                </c:pt>
                <c:pt idx="10594">
                  <c:v>4.7374400000000003</c:v>
                </c:pt>
                <c:pt idx="10595">
                  <c:v>5.1200599999999996</c:v>
                </c:pt>
                <c:pt idx="10596">
                  <c:v>5.4046599999999998</c:v>
                </c:pt>
                <c:pt idx="10597">
                  <c:v>5.5670900000000003</c:v>
                </c:pt>
                <c:pt idx="10598">
                  <c:v>5.6918699999999998</c:v>
                </c:pt>
                <c:pt idx="10599">
                  <c:v>5.72628</c:v>
                </c:pt>
                <c:pt idx="10600">
                  <c:v>5.5106000000000002</c:v>
                </c:pt>
                <c:pt idx="10601">
                  <c:v>5.07247</c:v>
                </c:pt>
                <c:pt idx="10602">
                  <c:v>5.1139000000000001</c:v>
                </c:pt>
                <c:pt idx="10603">
                  <c:v>5.3953699999999998</c:v>
                </c:pt>
                <c:pt idx="10604">
                  <c:v>5.3898299999999999</c:v>
                </c:pt>
                <c:pt idx="10605">
                  <c:v>5.25746</c:v>
                </c:pt>
                <c:pt idx="10606">
                  <c:v>5.0984699999999998</c:v>
                </c:pt>
                <c:pt idx="10607">
                  <c:v>5.1168300000000002</c:v>
                </c:pt>
                <c:pt idx="10608">
                  <c:v>5.3006799999999998</c:v>
                </c:pt>
                <c:pt idx="10609">
                  <c:v>5.3094000000000001</c:v>
                </c:pt>
                <c:pt idx="10610">
                  <c:v>4.88666</c:v>
                </c:pt>
                <c:pt idx="10611">
                  <c:v>4.4169499999999999</c:v>
                </c:pt>
                <c:pt idx="10612">
                  <c:v>4.4561000000000002</c:v>
                </c:pt>
                <c:pt idx="10613">
                  <c:v>4.7491399999999997</c:v>
                </c:pt>
                <c:pt idx="10614">
                  <c:v>4.7529599999999999</c:v>
                </c:pt>
                <c:pt idx="10615">
                  <c:v>4.7847400000000002</c:v>
                </c:pt>
                <c:pt idx="10616">
                  <c:v>4.8157300000000003</c:v>
                </c:pt>
                <c:pt idx="10617">
                  <c:v>4.6844599999999996</c:v>
                </c:pt>
                <c:pt idx="10618">
                  <c:v>4.9649000000000001</c:v>
                </c:pt>
                <c:pt idx="10619">
                  <c:v>5.5758799999999997</c:v>
                </c:pt>
                <c:pt idx="10620">
                  <c:v>5.8272700000000004</c:v>
                </c:pt>
                <c:pt idx="10621">
                  <c:v>5.6097900000000003</c:v>
                </c:pt>
                <c:pt idx="10622">
                  <c:v>5.25326</c:v>
                </c:pt>
                <c:pt idx="10623">
                  <c:v>4.7710600000000003</c:v>
                </c:pt>
                <c:pt idx="10624">
                  <c:v>4.1777600000000001</c:v>
                </c:pt>
                <c:pt idx="10625">
                  <c:v>3.8542700000000001</c:v>
                </c:pt>
                <c:pt idx="10626">
                  <c:v>3.9754299999999998</c:v>
                </c:pt>
                <c:pt idx="10627">
                  <c:v>3.9032800000000001</c:v>
                </c:pt>
                <c:pt idx="10628">
                  <c:v>3.8468800000000001</c:v>
                </c:pt>
                <c:pt idx="10629">
                  <c:v>4.0217499999999999</c:v>
                </c:pt>
                <c:pt idx="10630">
                  <c:v>4.1111899999999997</c:v>
                </c:pt>
                <c:pt idx="10631">
                  <c:v>4.0309900000000001</c:v>
                </c:pt>
                <c:pt idx="10632">
                  <c:v>4.0799099999999999</c:v>
                </c:pt>
                <c:pt idx="10633">
                  <c:v>3.8785799999999999</c:v>
                </c:pt>
                <c:pt idx="10634">
                  <c:v>3.5362800000000001</c:v>
                </c:pt>
                <c:pt idx="10635">
                  <c:v>3.7210200000000002</c:v>
                </c:pt>
                <c:pt idx="10636">
                  <c:v>3.9534199999999999</c:v>
                </c:pt>
                <c:pt idx="10637">
                  <c:v>4.0760800000000001</c:v>
                </c:pt>
                <c:pt idx="10638">
                  <c:v>4.1736500000000003</c:v>
                </c:pt>
                <c:pt idx="10639">
                  <c:v>4.2889900000000001</c:v>
                </c:pt>
                <c:pt idx="10640">
                  <c:v>4.0507499999999999</c:v>
                </c:pt>
                <c:pt idx="10641">
                  <c:v>3.61612</c:v>
                </c:pt>
                <c:pt idx="10642">
                  <c:v>3.2587899999999999</c:v>
                </c:pt>
                <c:pt idx="10643">
                  <c:v>3.27338</c:v>
                </c:pt>
                <c:pt idx="10644">
                  <c:v>3.55579</c:v>
                </c:pt>
                <c:pt idx="10645">
                  <c:v>3.8384900000000002</c:v>
                </c:pt>
                <c:pt idx="10646">
                  <c:v>4.1103300000000003</c:v>
                </c:pt>
                <c:pt idx="10647">
                  <c:v>4.2805299999999997</c:v>
                </c:pt>
                <c:pt idx="10648">
                  <c:v>4.27264</c:v>
                </c:pt>
                <c:pt idx="10649">
                  <c:v>3.7892399999999999</c:v>
                </c:pt>
                <c:pt idx="10650">
                  <c:v>3.42631</c:v>
                </c:pt>
                <c:pt idx="10651">
                  <c:v>3.6324100000000001</c:v>
                </c:pt>
                <c:pt idx="10652">
                  <c:v>3.9570799999999999</c:v>
                </c:pt>
                <c:pt idx="10653">
                  <c:v>3.9570099999999999</c:v>
                </c:pt>
                <c:pt idx="10654">
                  <c:v>4.0540000000000003</c:v>
                </c:pt>
                <c:pt idx="10655">
                  <c:v>3.7345000000000002</c:v>
                </c:pt>
                <c:pt idx="10656">
                  <c:v>3.5662500000000001</c:v>
                </c:pt>
                <c:pt idx="10657">
                  <c:v>3.6447799999999999</c:v>
                </c:pt>
                <c:pt idx="10658">
                  <c:v>3.9476599999999999</c:v>
                </c:pt>
                <c:pt idx="10659">
                  <c:v>4.32681</c:v>
                </c:pt>
                <c:pt idx="10660">
                  <c:v>4.4274699999999996</c:v>
                </c:pt>
                <c:pt idx="10661">
                  <c:v>4.5935899999999998</c:v>
                </c:pt>
                <c:pt idx="10662">
                  <c:v>4.7508900000000001</c:v>
                </c:pt>
                <c:pt idx="10663">
                  <c:v>4.7124800000000002</c:v>
                </c:pt>
                <c:pt idx="10664">
                  <c:v>4.3947000000000003</c:v>
                </c:pt>
                <c:pt idx="10665">
                  <c:v>3.9531200000000002</c:v>
                </c:pt>
                <c:pt idx="10666">
                  <c:v>3.7021999999999999</c:v>
                </c:pt>
                <c:pt idx="10667">
                  <c:v>3.7166199999999998</c:v>
                </c:pt>
                <c:pt idx="10668">
                  <c:v>3.8669199999999999</c:v>
                </c:pt>
                <c:pt idx="10669">
                  <c:v>3.9236399999999998</c:v>
                </c:pt>
                <c:pt idx="10670">
                  <c:v>4.1000399999999999</c:v>
                </c:pt>
                <c:pt idx="10671">
                  <c:v>3.8826399999999999</c:v>
                </c:pt>
                <c:pt idx="10672">
                  <c:v>3.82551</c:v>
                </c:pt>
                <c:pt idx="10673">
                  <c:v>4.0083399999999996</c:v>
                </c:pt>
                <c:pt idx="10674">
                  <c:v>4.3620200000000002</c:v>
                </c:pt>
                <c:pt idx="10675">
                  <c:v>4.3967499999999999</c:v>
                </c:pt>
                <c:pt idx="10676">
                  <c:v>3.8596200000000001</c:v>
                </c:pt>
                <c:pt idx="10677">
                  <c:v>3.8153199999999998</c:v>
                </c:pt>
                <c:pt idx="10678">
                  <c:v>4.0523499999999997</c:v>
                </c:pt>
                <c:pt idx="10679">
                  <c:v>4.1698500000000003</c:v>
                </c:pt>
                <c:pt idx="10680">
                  <c:v>4.3530300000000004</c:v>
                </c:pt>
                <c:pt idx="10681">
                  <c:v>4.6441699999999999</c:v>
                </c:pt>
                <c:pt idx="10682">
                  <c:v>4.9474200000000002</c:v>
                </c:pt>
                <c:pt idx="10683">
                  <c:v>5.0163099999999998</c:v>
                </c:pt>
                <c:pt idx="10684">
                  <c:v>4.41899</c:v>
                </c:pt>
                <c:pt idx="10685">
                  <c:v>4.1420599999999999</c:v>
                </c:pt>
                <c:pt idx="10686">
                  <c:v>4.5471500000000002</c:v>
                </c:pt>
                <c:pt idx="10687">
                  <c:v>4.7339599999999997</c:v>
                </c:pt>
                <c:pt idx="10688">
                  <c:v>4.2931800000000004</c:v>
                </c:pt>
                <c:pt idx="10689">
                  <c:v>4.0597399999999997</c:v>
                </c:pt>
                <c:pt idx="10690">
                  <c:v>3.9677799999999999</c:v>
                </c:pt>
                <c:pt idx="10691">
                  <c:v>4.1818</c:v>
                </c:pt>
                <c:pt idx="10692">
                  <c:v>3.9743499999999998</c:v>
                </c:pt>
                <c:pt idx="10693">
                  <c:v>3.6032999999999999</c:v>
                </c:pt>
                <c:pt idx="10694">
                  <c:v>3.7543799999999998</c:v>
                </c:pt>
                <c:pt idx="10695">
                  <c:v>4.1643999999999997</c:v>
                </c:pt>
                <c:pt idx="10696">
                  <c:v>4.4382999999999999</c:v>
                </c:pt>
                <c:pt idx="10697">
                  <c:v>4.9554400000000003</c:v>
                </c:pt>
                <c:pt idx="10698">
                  <c:v>5.3190499999999998</c:v>
                </c:pt>
                <c:pt idx="10699">
                  <c:v>5.0348499999999996</c:v>
                </c:pt>
                <c:pt idx="10700">
                  <c:v>4.6229500000000003</c:v>
                </c:pt>
                <c:pt idx="10701">
                  <c:v>4.3605600000000004</c:v>
                </c:pt>
                <c:pt idx="10702">
                  <c:v>4.3759699999999997</c:v>
                </c:pt>
                <c:pt idx="10703">
                  <c:v>4.6613100000000003</c:v>
                </c:pt>
                <c:pt idx="10704">
                  <c:v>4.8713300000000004</c:v>
                </c:pt>
                <c:pt idx="10705">
                  <c:v>4.8960400000000002</c:v>
                </c:pt>
                <c:pt idx="10706">
                  <c:v>4.9821200000000001</c:v>
                </c:pt>
                <c:pt idx="10707">
                  <c:v>5.0727399999999996</c:v>
                </c:pt>
                <c:pt idx="10708">
                  <c:v>5.0635399999999997</c:v>
                </c:pt>
                <c:pt idx="10709">
                  <c:v>5.0783399999999999</c:v>
                </c:pt>
                <c:pt idx="10710">
                  <c:v>5.2131999999999996</c:v>
                </c:pt>
                <c:pt idx="10711">
                  <c:v>5.6111500000000003</c:v>
                </c:pt>
                <c:pt idx="10712">
                  <c:v>5.8150000000000004</c:v>
                </c:pt>
                <c:pt idx="10713">
                  <c:v>5.4552300000000002</c:v>
                </c:pt>
                <c:pt idx="10714">
                  <c:v>5.3888199999999999</c:v>
                </c:pt>
                <c:pt idx="10715">
                  <c:v>5.2482300000000004</c:v>
                </c:pt>
                <c:pt idx="10716">
                  <c:v>5.0542899999999999</c:v>
                </c:pt>
                <c:pt idx="10717">
                  <c:v>4.5960400000000003</c:v>
                </c:pt>
                <c:pt idx="10718">
                  <c:v>3.9491700000000001</c:v>
                </c:pt>
                <c:pt idx="10719">
                  <c:v>3.6367099999999999</c:v>
                </c:pt>
                <c:pt idx="10720">
                  <c:v>3.9665499999999998</c:v>
                </c:pt>
                <c:pt idx="10721">
                  <c:v>4.1847899999999996</c:v>
                </c:pt>
                <c:pt idx="10722">
                  <c:v>4.3134199999999998</c:v>
                </c:pt>
                <c:pt idx="10723">
                  <c:v>4.7052500000000004</c:v>
                </c:pt>
                <c:pt idx="10724">
                  <c:v>4.6811999999999996</c:v>
                </c:pt>
                <c:pt idx="10725">
                  <c:v>4.5222100000000003</c:v>
                </c:pt>
                <c:pt idx="10726">
                  <c:v>4.34985</c:v>
                </c:pt>
                <c:pt idx="10727">
                  <c:v>4.3437200000000002</c:v>
                </c:pt>
                <c:pt idx="10728">
                  <c:v>4.4958799999999997</c:v>
                </c:pt>
                <c:pt idx="10729">
                  <c:v>4.6099100000000002</c:v>
                </c:pt>
                <c:pt idx="10730">
                  <c:v>4.6831899999999997</c:v>
                </c:pt>
                <c:pt idx="10731">
                  <c:v>4.6981999999999999</c:v>
                </c:pt>
                <c:pt idx="10732">
                  <c:v>4.6335899999999999</c:v>
                </c:pt>
                <c:pt idx="10733">
                  <c:v>4.5687100000000003</c:v>
                </c:pt>
                <c:pt idx="10734">
                  <c:v>4.15388</c:v>
                </c:pt>
                <c:pt idx="10735">
                  <c:v>3.9050400000000001</c:v>
                </c:pt>
                <c:pt idx="10736">
                  <c:v>4.1052</c:v>
                </c:pt>
                <c:pt idx="10737">
                  <c:v>4.0920399999999999</c:v>
                </c:pt>
                <c:pt idx="10738">
                  <c:v>4.3022299999999998</c:v>
                </c:pt>
                <c:pt idx="10739">
                  <c:v>4.3115399999999999</c:v>
                </c:pt>
                <c:pt idx="10740">
                  <c:v>4.3342599999999996</c:v>
                </c:pt>
                <c:pt idx="10741">
                  <c:v>4.5424100000000003</c:v>
                </c:pt>
                <c:pt idx="10742">
                  <c:v>4.7843900000000001</c:v>
                </c:pt>
                <c:pt idx="10743">
                  <c:v>4.6187800000000001</c:v>
                </c:pt>
                <c:pt idx="10744">
                  <c:v>4.5592800000000002</c:v>
                </c:pt>
                <c:pt idx="10745">
                  <c:v>4.7056300000000002</c:v>
                </c:pt>
                <c:pt idx="10746">
                  <c:v>4.7549400000000004</c:v>
                </c:pt>
                <c:pt idx="10747">
                  <c:v>4.8560600000000003</c:v>
                </c:pt>
                <c:pt idx="10748">
                  <c:v>5.0887399999999996</c:v>
                </c:pt>
                <c:pt idx="10749">
                  <c:v>5.3623700000000003</c:v>
                </c:pt>
                <c:pt idx="10750">
                  <c:v>5.9437300000000004</c:v>
                </c:pt>
                <c:pt idx="10751">
                  <c:v>6.3766100000000003</c:v>
                </c:pt>
                <c:pt idx="10752">
                  <c:v>6.3858899999999998</c:v>
                </c:pt>
                <c:pt idx="10753">
                  <c:v>6.5309699999999999</c:v>
                </c:pt>
                <c:pt idx="10754">
                  <c:v>6.6773600000000002</c:v>
                </c:pt>
                <c:pt idx="10755">
                  <c:v>7.0215300000000003</c:v>
                </c:pt>
                <c:pt idx="10756">
                  <c:v>7.4140600000000001</c:v>
                </c:pt>
                <c:pt idx="10757">
                  <c:v>7.50983</c:v>
                </c:pt>
                <c:pt idx="10758">
                  <c:v>7.0802399999999999</c:v>
                </c:pt>
                <c:pt idx="10759">
                  <c:v>6.6391499999999999</c:v>
                </c:pt>
                <c:pt idx="10760">
                  <c:v>6.4107900000000004</c:v>
                </c:pt>
                <c:pt idx="10761">
                  <c:v>5.9227400000000001</c:v>
                </c:pt>
                <c:pt idx="10762">
                  <c:v>5.4466099999999997</c:v>
                </c:pt>
                <c:pt idx="10763">
                  <c:v>5.0084600000000004</c:v>
                </c:pt>
                <c:pt idx="10764">
                  <c:v>4.6422999999999996</c:v>
                </c:pt>
                <c:pt idx="10765">
                  <c:v>4.5950699999999998</c:v>
                </c:pt>
                <c:pt idx="10766">
                  <c:v>4.4237299999999999</c:v>
                </c:pt>
                <c:pt idx="10767">
                  <c:v>4.1294700000000004</c:v>
                </c:pt>
                <c:pt idx="10768">
                  <c:v>3.6943899999999998</c:v>
                </c:pt>
                <c:pt idx="10769">
                  <c:v>3.7582100000000001</c:v>
                </c:pt>
                <c:pt idx="10770">
                  <c:v>3.9611200000000002</c:v>
                </c:pt>
                <c:pt idx="10771">
                  <c:v>4.3464900000000002</c:v>
                </c:pt>
                <c:pt idx="10772">
                  <c:v>4.7117000000000004</c:v>
                </c:pt>
                <c:pt idx="10773">
                  <c:v>4.4698200000000003</c:v>
                </c:pt>
                <c:pt idx="10774">
                  <c:v>4.1317399999999997</c:v>
                </c:pt>
                <c:pt idx="10775">
                  <c:v>3.8159700000000001</c:v>
                </c:pt>
                <c:pt idx="10776">
                  <c:v>3.6223900000000002</c:v>
                </c:pt>
                <c:pt idx="10777">
                  <c:v>3.8812199999999999</c:v>
                </c:pt>
                <c:pt idx="10778">
                  <c:v>4.1797000000000004</c:v>
                </c:pt>
                <c:pt idx="10779">
                  <c:v>4.2280899999999999</c:v>
                </c:pt>
                <c:pt idx="10780">
                  <c:v>3.8286500000000001</c:v>
                </c:pt>
                <c:pt idx="10781">
                  <c:v>3.6870799999999999</c:v>
                </c:pt>
                <c:pt idx="10782">
                  <c:v>3.4826800000000002</c:v>
                </c:pt>
                <c:pt idx="10783">
                  <c:v>3.3161700000000001</c:v>
                </c:pt>
                <c:pt idx="10784">
                  <c:v>3.31555</c:v>
                </c:pt>
                <c:pt idx="10785">
                  <c:v>3.5954199999999998</c:v>
                </c:pt>
                <c:pt idx="10786">
                  <c:v>4.1341299999999999</c:v>
                </c:pt>
                <c:pt idx="10787">
                  <c:v>4.4249999999999998</c:v>
                </c:pt>
                <c:pt idx="10788">
                  <c:v>4.3274900000000001</c:v>
                </c:pt>
                <c:pt idx="10789">
                  <c:v>4.5826500000000001</c:v>
                </c:pt>
                <c:pt idx="10790">
                  <c:v>4.81257</c:v>
                </c:pt>
                <c:pt idx="10791">
                  <c:v>4.3680300000000001</c:v>
                </c:pt>
                <c:pt idx="10792">
                  <c:v>4.2540399999999998</c:v>
                </c:pt>
                <c:pt idx="10793">
                  <c:v>4.6005900000000004</c:v>
                </c:pt>
                <c:pt idx="10794">
                  <c:v>4.3186099999999996</c:v>
                </c:pt>
                <c:pt idx="10795">
                  <c:v>4.0014700000000003</c:v>
                </c:pt>
                <c:pt idx="10796">
                  <c:v>3.8801600000000001</c:v>
                </c:pt>
                <c:pt idx="10797">
                  <c:v>3.5670999999999999</c:v>
                </c:pt>
                <c:pt idx="10798">
                  <c:v>3.3698600000000001</c:v>
                </c:pt>
                <c:pt idx="10799">
                  <c:v>3.51525</c:v>
                </c:pt>
                <c:pt idx="10800">
                  <c:v>3.8407300000000002</c:v>
                </c:pt>
                <c:pt idx="10801">
                  <c:v>4.0796999999999999</c:v>
                </c:pt>
                <c:pt idx="10802">
                  <c:v>4.1916599999999997</c:v>
                </c:pt>
                <c:pt idx="10803">
                  <c:v>4.2043600000000003</c:v>
                </c:pt>
                <c:pt idx="10804">
                  <c:v>4.4565000000000001</c:v>
                </c:pt>
                <c:pt idx="10805">
                  <c:v>4.6658600000000003</c:v>
                </c:pt>
                <c:pt idx="10806">
                  <c:v>4.6441499999999998</c:v>
                </c:pt>
                <c:pt idx="10807">
                  <c:v>4.2866299999999997</c:v>
                </c:pt>
                <c:pt idx="10808">
                  <c:v>3.9047800000000001</c:v>
                </c:pt>
                <c:pt idx="10809">
                  <c:v>3.8483800000000001</c:v>
                </c:pt>
                <c:pt idx="10810">
                  <c:v>3.6087699999999998</c:v>
                </c:pt>
                <c:pt idx="10811">
                  <c:v>3.32124</c:v>
                </c:pt>
                <c:pt idx="10812">
                  <c:v>3.2399</c:v>
                </c:pt>
                <c:pt idx="10813">
                  <c:v>3.3615400000000002</c:v>
                </c:pt>
                <c:pt idx="10814">
                  <c:v>3.6857500000000001</c:v>
                </c:pt>
                <c:pt idx="10815">
                  <c:v>3.8782399999999999</c:v>
                </c:pt>
                <c:pt idx="10816">
                  <c:v>4.1194300000000004</c:v>
                </c:pt>
                <c:pt idx="10817">
                  <c:v>3.96468</c:v>
                </c:pt>
                <c:pt idx="10818">
                  <c:v>4.1792800000000003</c:v>
                </c:pt>
                <c:pt idx="10819">
                  <c:v>4.3661099999999999</c:v>
                </c:pt>
                <c:pt idx="10820">
                  <c:v>4.2553400000000003</c:v>
                </c:pt>
                <c:pt idx="10821">
                  <c:v>4.1562700000000001</c:v>
                </c:pt>
                <c:pt idx="10822">
                  <c:v>4.1038699999999997</c:v>
                </c:pt>
                <c:pt idx="10823">
                  <c:v>3.9378600000000001</c:v>
                </c:pt>
                <c:pt idx="10824">
                  <c:v>3.8308599999999999</c:v>
                </c:pt>
                <c:pt idx="10825">
                  <c:v>4.1433900000000001</c:v>
                </c:pt>
                <c:pt idx="10826">
                  <c:v>4.5854299999999997</c:v>
                </c:pt>
                <c:pt idx="10827">
                  <c:v>4.87446</c:v>
                </c:pt>
                <c:pt idx="10828">
                  <c:v>4.8223799999999999</c:v>
                </c:pt>
                <c:pt idx="10829">
                  <c:v>4.9905900000000001</c:v>
                </c:pt>
                <c:pt idx="10830">
                  <c:v>5.19313</c:v>
                </c:pt>
                <c:pt idx="10831">
                  <c:v>5.1494400000000002</c:v>
                </c:pt>
                <c:pt idx="10832">
                  <c:v>4.9022699999999997</c:v>
                </c:pt>
                <c:pt idx="10833">
                  <c:v>4.5443100000000003</c:v>
                </c:pt>
                <c:pt idx="10834">
                  <c:v>4.5465099999999996</c:v>
                </c:pt>
                <c:pt idx="10835">
                  <c:v>4.6522699999999997</c:v>
                </c:pt>
                <c:pt idx="10836">
                  <c:v>4.7261300000000004</c:v>
                </c:pt>
                <c:pt idx="10837">
                  <c:v>5.0800999999999998</c:v>
                </c:pt>
                <c:pt idx="10838">
                  <c:v>5.7010899999999998</c:v>
                </c:pt>
                <c:pt idx="10839">
                  <c:v>6.4705399999999997</c:v>
                </c:pt>
                <c:pt idx="10840">
                  <c:v>6.6992200000000004</c:v>
                </c:pt>
                <c:pt idx="10841">
                  <c:v>6.8047899999999997</c:v>
                </c:pt>
                <c:pt idx="10842">
                  <c:v>6.9585499999999998</c:v>
                </c:pt>
                <c:pt idx="10843">
                  <c:v>7.1718500000000001</c:v>
                </c:pt>
                <c:pt idx="10844">
                  <c:v>7.2241</c:v>
                </c:pt>
                <c:pt idx="10845">
                  <c:v>7.16045</c:v>
                </c:pt>
                <c:pt idx="10846">
                  <c:v>7.2956000000000003</c:v>
                </c:pt>
                <c:pt idx="10847">
                  <c:v>7.5759299999999996</c:v>
                </c:pt>
                <c:pt idx="10848">
                  <c:v>7.5751999999999997</c:v>
                </c:pt>
                <c:pt idx="10849">
                  <c:v>7.2882499999999997</c:v>
                </c:pt>
                <c:pt idx="10850">
                  <c:v>6.8441900000000002</c:v>
                </c:pt>
                <c:pt idx="10851">
                  <c:v>6.5005899999999999</c:v>
                </c:pt>
                <c:pt idx="10852">
                  <c:v>6.2792399999999997</c:v>
                </c:pt>
                <c:pt idx="10853">
                  <c:v>5.7684499999999996</c:v>
                </c:pt>
                <c:pt idx="10854">
                  <c:v>5.2557499999999999</c:v>
                </c:pt>
                <c:pt idx="10855">
                  <c:v>4.9679000000000002</c:v>
                </c:pt>
                <c:pt idx="10856">
                  <c:v>4.7636799999999999</c:v>
                </c:pt>
                <c:pt idx="10857">
                  <c:v>4.4709000000000003</c:v>
                </c:pt>
                <c:pt idx="10858">
                  <c:v>4.2439499999999999</c:v>
                </c:pt>
                <c:pt idx="10859">
                  <c:v>4.6009500000000001</c:v>
                </c:pt>
                <c:pt idx="10860">
                  <c:v>4.7659900000000004</c:v>
                </c:pt>
                <c:pt idx="10861">
                  <c:v>4.65564</c:v>
                </c:pt>
                <c:pt idx="10862">
                  <c:v>4.56365</c:v>
                </c:pt>
                <c:pt idx="10863">
                  <c:v>4.35318</c:v>
                </c:pt>
                <c:pt idx="10864">
                  <c:v>4.56203</c:v>
                </c:pt>
                <c:pt idx="10865">
                  <c:v>4.7394499999999997</c:v>
                </c:pt>
                <c:pt idx="10866">
                  <c:v>4.3923800000000002</c:v>
                </c:pt>
                <c:pt idx="10867">
                  <c:v>4.1315900000000001</c:v>
                </c:pt>
                <c:pt idx="10868">
                  <c:v>4.3537600000000003</c:v>
                </c:pt>
                <c:pt idx="10869">
                  <c:v>4.3504800000000001</c:v>
                </c:pt>
                <c:pt idx="10870">
                  <c:v>4.2254800000000001</c:v>
                </c:pt>
                <c:pt idx="10871">
                  <c:v>4.2859499999999997</c:v>
                </c:pt>
                <c:pt idx="10872">
                  <c:v>4.3148400000000002</c:v>
                </c:pt>
                <c:pt idx="10873">
                  <c:v>4.3186900000000001</c:v>
                </c:pt>
                <c:pt idx="10874">
                  <c:v>4.1670699999999998</c:v>
                </c:pt>
                <c:pt idx="10875">
                  <c:v>4.3588399999999998</c:v>
                </c:pt>
                <c:pt idx="10876">
                  <c:v>4.3188300000000002</c:v>
                </c:pt>
                <c:pt idx="10877">
                  <c:v>4.4986199999999998</c:v>
                </c:pt>
                <c:pt idx="10878">
                  <c:v>4.5631399999999998</c:v>
                </c:pt>
                <c:pt idx="10879">
                  <c:v>4.3197299999999998</c:v>
                </c:pt>
                <c:pt idx="10880">
                  <c:v>4.0066199999999998</c:v>
                </c:pt>
                <c:pt idx="10881">
                  <c:v>3.7340100000000001</c:v>
                </c:pt>
                <c:pt idx="10882">
                  <c:v>3.8634300000000001</c:v>
                </c:pt>
                <c:pt idx="10883">
                  <c:v>4.0728400000000002</c:v>
                </c:pt>
                <c:pt idx="10884">
                  <c:v>4.1677900000000001</c:v>
                </c:pt>
                <c:pt idx="10885">
                  <c:v>4.2352600000000002</c:v>
                </c:pt>
                <c:pt idx="10886">
                  <c:v>4.23855</c:v>
                </c:pt>
                <c:pt idx="10887">
                  <c:v>4.36897</c:v>
                </c:pt>
                <c:pt idx="10888">
                  <c:v>4.7881200000000002</c:v>
                </c:pt>
                <c:pt idx="10889">
                  <c:v>5.06013</c:v>
                </c:pt>
                <c:pt idx="10890">
                  <c:v>4.9850099999999999</c:v>
                </c:pt>
                <c:pt idx="10891">
                  <c:v>4.9215799999999996</c:v>
                </c:pt>
                <c:pt idx="10892">
                  <c:v>5.3405899999999997</c:v>
                </c:pt>
                <c:pt idx="10893">
                  <c:v>5.8106499999999999</c:v>
                </c:pt>
                <c:pt idx="10894">
                  <c:v>6.0289599999999997</c:v>
                </c:pt>
                <c:pt idx="10895">
                  <c:v>6.2920600000000002</c:v>
                </c:pt>
                <c:pt idx="10896">
                  <c:v>6.5908499999999997</c:v>
                </c:pt>
                <c:pt idx="10897">
                  <c:v>6.6903699999999997</c:v>
                </c:pt>
                <c:pt idx="10898">
                  <c:v>6.6648800000000001</c:v>
                </c:pt>
                <c:pt idx="10899">
                  <c:v>6.4504000000000001</c:v>
                </c:pt>
                <c:pt idx="10900">
                  <c:v>6.2673100000000002</c:v>
                </c:pt>
                <c:pt idx="10901">
                  <c:v>6.4630200000000002</c:v>
                </c:pt>
                <c:pt idx="10902">
                  <c:v>6.4542799999999998</c:v>
                </c:pt>
                <c:pt idx="10903">
                  <c:v>5.8541400000000001</c:v>
                </c:pt>
                <c:pt idx="10904">
                  <c:v>5.3894000000000002</c:v>
                </c:pt>
                <c:pt idx="10905">
                  <c:v>5.1697899999999999</c:v>
                </c:pt>
                <c:pt idx="10906">
                  <c:v>5.1166299999999998</c:v>
                </c:pt>
                <c:pt idx="10907">
                  <c:v>5.4766899999999996</c:v>
                </c:pt>
                <c:pt idx="10908">
                  <c:v>5.3751600000000002</c:v>
                </c:pt>
                <c:pt idx="10909">
                  <c:v>5.0526400000000002</c:v>
                </c:pt>
                <c:pt idx="10910">
                  <c:v>4.72905</c:v>
                </c:pt>
                <c:pt idx="10911">
                  <c:v>4.4589499999999997</c:v>
                </c:pt>
                <c:pt idx="10912">
                  <c:v>4.4193600000000002</c:v>
                </c:pt>
                <c:pt idx="10913">
                  <c:v>4.3998200000000001</c:v>
                </c:pt>
                <c:pt idx="10914">
                  <c:v>4.2781200000000004</c:v>
                </c:pt>
                <c:pt idx="10915">
                  <c:v>4.4407699999999997</c:v>
                </c:pt>
                <c:pt idx="10916">
                  <c:v>4.8078599999999998</c:v>
                </c:pt>
                <c:pt idx="10917">
                  <c:v>4.8437700000000001</c:v>
                </c:pt>
                <c:pt idx="10918">
                  <c:v>4.6843300000000001</c:v>
                </c:pt>
                <c:pt idx="10919">
                  <c:v>4.5289999999999999</c:v>
                </c:pt>
                <c:pt idx="10920">
                  <c:v>4.58162</c:v>
                </c:pt>
                <c:pt idx="10921">
                  <c:v>4.61653</c:v>
                </c:pt>
                <c:pt idx="10922">
                  <c:v>4.7122900000000003</c:v>
                </c:pt>
                <c:pt idx="10923">
                  <c:v>4.5732299999999997</c:v>
                </c:pt>
                <c:pt idx="10924">
                  <c:v>4.3553300000000004</c:v>
                </c:pt>
                <c:pt idx="10925">
                  <c:v>4.7936800000000002</c:v>
                </c:pt>
                <c:pt idx="10926">
                  <c:v>5.1674699999999998</c:v>
                </c:pt>
                <c:pt idx="10927">
                  <c:v>4.9058900000000003</c:v>
                </c:pt>
                <c:pt idx="10928">
                  <c:v>4.3961300000000003</c:v>
                </c:pt>
                <c:pt idx="10929">
                  <c:v>4.2270300000000001</c:v>
                </c:pt>
                <c:pt idx="10930">
                  <c:v>4.2595400000000003</c:v>
                </c:pt>
                <c:pt idx="10931">
                  <c:v>4.9306999999999999</c:v>
                </c:pt>
                <c:pt idx="10932">
                  <c:v>5.2085900000000001</c:v>
                </c:pt>
                <c:pt idx="10933">
                  <c:v>4.99</c:v>
                </c:pt>
                <c:pt idx="10934">
                  <c:v>4.9604499999999998</c:v>
                </c:pt>
                <c:pt idx="10935">
                  <c:v>4.6455599999999997</c:v>
                </c:pt>
                <c:pt idx="10936">
                  <c:v>4.3499800000000004</c:v>
                </c:pt>
                <c:pt idx="10937">
                  <c:v>4.1719299999999997</c:v>
                </c:pt>
                <c:pt idx="10938">
                  <c:v>3.7051699999999999</c:v>
                </c:pt>
                <c:pt idx="10939">
                  <c:v>3.3733200000000001</c:v>
                </c:pt>
                <c:pt idx="10940">
                  <c:v>3.6582400000000002</c:v>
                </c:pt>
                <c:pt idx="10941">
                  <c:v>4.4365399999999999</c:v>
                </c:pt>
                <c:pt idx="10942">
                  <c:v>4.74932</c:v>
                </c:pt>
                <c:pt idx="10943">
                  <c:v>4.4433699999999998</c:v>
                </c:pt>
                <c:pt idx="10944">
                  <c:v>4.2891300000000001</c:v>
                </c:pt>
                <c:pt idx="10945">
                  <c:v>4.5800099999999997</c:v>
                </c:pt>
                <c:pt idx="10946">
                  <c:v>4.7796599999999998</c:v>
                </c:pt>
                <c:pt idx="10947">
                  <c:v>4.6268700000000003</c:v>
                </c:pt>
                <c:pt idx="10948">
                  <c:v>4.3289900000000001</c:v>
                </c:pt>
                <c:pt idx="10949">
                  <c:v>4.3639799999999997</c:v>
                </c:pt>
                <c:pt idx="10950">
                  <c:v>4.3589099999999998</c:v>
                </c:pt>
                <c:pt idx="10951">
                  <c:v>4.07578</c:v>
                </c:pt>
                <c:pt idx="10952">
                  <c:v>3.9321999999999999</c:v>
                </c:pt>
                <c:pt idx="10953">
                  <c:v>3.9877799999999999</c:v>
                </c:pt>
                <c:pt idx="10954">
                  <c:v>3.8715899999999999</c:v>
                </c:pt>
                <c:pt idx="10955">
                  <c:v>3.4777300000000002</c:v>
                </c:pt>
                <c:pt idx="10956">
                  <c:v>3.51085</c:v>
                </c:pt>
                <c:pt idx="10957">
                  <c:v>3.97288</c:v>
                </c:pt>
                <c:pt idx="10958">
                  <c:v>4.2001600000000003</c:v>
                </c:pt>
                <c:pt idx="10959">
                  <c:v>4.3014099999999997</c:v>
                </c:pt>
                <c:pt idx="10960">
                  <c:v>4.4813499999999999</c:v>
                </c:pt>
                <c:pt idx="10961">
                  <c:v>4.5907299999999998</c:v>
                </c:pt>
                <c:pt idx="10962">
                  <c:v>4.9877500000000001</c:v>
                </c:pt>
                <c:pt idx="10963">
                  <c:v>5.0724200000000002</c:v>
                </c:pt>
                <c:pt idx="10964">
                  <c:v>4.9428099999999997</c:v>
                </c:pt>
                <c:pt idx="10965">
                  <c:v>4.8990499999999999</c:v>
                </c:pt>
                <c:pt idx="10966">
                  <c:v>4.8885800000000001</c:v>
                </c:pt>
                <c:pt idx="10967">
                  <c:v>4.8645100000000001</c:v>
                </c:pt>
                <c:pt idx="10968">
                  <c:v>4.9745799999999996</c:v>
                </c:pt>
                <c:pt idx="10969">
                  <c:v>4.6271399999999998</c:v>
                </c:pt>
                <c:pt idx="10970">
                  <c:v>4.7139199999999999</c:v>
                </c:pt>
                <c:pt idx="10971">
                  <c:v>4.8072299999999997</c:v>
                </c:pt>
                <c:pt idx="10972">
                  <c:v>4.6034800000000002</c:v>
                </c:pt>
                <c:pt idx="10973">
                  <c:v>4.7912400000000002</c:v>
                </c:pt>
                <c:pt idx="10974">
                  <c:v>5.0920500000000004</c:v>
                </c:pt>
                <c:pt idx="10975">
                  <c:v>5.0861900000000002</c:v>
                </c:pt>
                <c:pt idx="10976">
                  <c:v>4.9697699999999996</c:v>
                </c:pt>
                <c:pt idx="10977">
                  <c:v>5.00413</c:v>
                </c:pt>
                <c:pt idx="10978">
                  <c:v>5.2381200000000003</c:v>
                </c:pt>
                <c:pt idx="10979">
                  <c:v>5.2055300000000004</c:v>
                </c:pt>
                <c:pt idx="10980">
                  <c:v>5.0433300000000001</c:v>
                </c:pt>
                <c:pt idx="10981">
                  <c:v>5.2700300000000002</c:v>
                </c:pt>
                <c:pt idx="10982">
                  <c:v>5.3791099999999998</c:v>
                </c:pt>
                <c:pt idx="10983">
                  <c:v>5.2326199999999998</c:v>
                </c:pt>
                <c:pt idx="10984">
                  <c:v>5.4438700000000004</c:v>
                </c:pt>
                <c:pt idx="10985">
                  <c:v>5.8260399999999999</c:v>
                </c:pt>
                <c:pt idx="10986">
                  <c:v>6.1341900000000003</c:v>
                </c:pt>
                <c:pt idx="10987">
                  <c:v>6.4113899999999999</c:v>
                </c:pt>
                <c:pt idx="10988">
                  <c:v>6.6529100000000003</c:v>
                </c:pt>
                <c:pt idx="10989">
                  <c:v>6.5772700000000004</c:v>
                </c:pt>
                <c:pt idx="10990">
                  <c:v>7.0294999999999996</c:v>
                </c:pt>
                <c:pt idx="10991">
                  <c:v>7.5662200000000004</c:v>
                </c:pt>
                <c:pt idx="10992">
                  <c:v>7.47553</c:v>
                </c:pt>
                <c:pt idx="10993">
                  <c:v>7.1705500000000004</c:v>
                </c:pt>
                <c:pt idx="10994">
                  <c:v>6.8113700000000001</c:v>
                </c:pt>
                <c:pt idx="10995">
                  <c:v>6.4960899999999997</c:v>
                </c:pt>
                <c:pt idx="10996">
                  <c:v>6.1954000000000002</c:v>
                </c:pt>
                <c:pt idx="10997">
                  <c:v>6.2340999999999998</c:v>
                </c:pt>
                <c:pt idx="10998">
                  <c:v>6.1834800000000003</c:v>
                </c:pt>
                <c:pt idx="10999">
                  <c:v>5.7238800000000003</c:v>
                </c:pt>
                <c:pt idx="11000">
                  <c:v>5.3986299999999998</c:v>
                </c:pt>
                <c:pt idx="11001">
                  <c:v>5.1128200000000001</c:v>
                </c:pt>
                <c:pt idx="11002">
                  <c:v>4.7409699999999999</c:v>
                </c:pt>
                <c:pt idx="11003">
                  <c:v>4.6267800000000001</c:v>
                </c:pt>
                <c:pt idx="11004">
                  <c:v>4.7432299999999996</c:v>
                </c:pt>
                <c:pt idx="11005">
                  <c:v>5.0325100000000003</c:v>
                </c:pt>
                <c:pt idx="11006">
                  <c:v>5.3591699999999998</c:v>
                </c:pt>
                <c:pt idx="11007">
                  <c:v>5.2882800000000003</c:v>
                </c:pt>
                <c:pt idx="11008">
                  <c:v>4.8832100000000001</c:v>
                </c:pt>
                <c:pt idx="11009">
                  <c:v>4.8131199999999996</c:v>
                </c:pt>
                <c:pt idx="11010">
                  <c:v>4.9358000000000004</c:v>
                </c:pt>
                <c:pt idx="11011">
                  <c:v>4.9834699999999996</c:v>
                </c:pt>
                <c:pt idx="11012">
                  <c:v>4.8584399999999999</c:v>
                </c:pt>
                <c:pt idx="11013">
                  <c:v>4.6023399999999999</c:v>
                </c:pt>
                <c:pt idx="11014">
                  <c:v>4.4555499999999997</c:v>
                </c:pt>
                <c:pt idx="11015">
                  <c:v>4.4521300000000004</c:v>
                </c:pt>
                <c:pt idx="11016">
                  <c:v>4.4501600000000003</c:v>
                </c:pt>
                <c:pt idx="11017">
                  <c:v>4.24282</c:v>
                </c:pt>
                <c:pt idx="11018">
                  <c:v>3.7791700000000001</c:v>
                </c:pt>
                <c:pt idx="11019">
                  <c:v>3.28247</c:v>
                </c:pt>
                <c:pt idx="11020">
                  <c:v>3.36538</c:v>
                </c:pt>
                <c:pt idx="11021">
                  <c:v>3.7335199999999999</c:v>
                </c:pt>
                <c:pt idx="11022">
                  <c:v>3.7735300000000001</c:v>
                </c:pt>
                <c:pt idx="11023">
                  <c:v>3.5420600000000002</c:v>
                </c:pt>
                <c:pt idx="11024">
                  <c:v>3.4096700000000002</c:v>
                </c:pt>
                <c:pt idx="11025">
                  <c:v>3.5827499999999999</c:v>
                </c:pt>
                <c:pt idx="11026">
                  <c:v>3.8867600000000002</c:v>
                </c:pt>
                <c:pt idx="11027">
                  <c:v>4.11538</c:v>
                </c:pt>
                <c:pt idx="11028">
                  <c:v>4.5716700000000001</c:v>
                </c:pt>
                <c:pt idx="11029">
                  <c:v>4.9384300000000003</c:v>
                </c:pt>
                <c:pt idx="11030">
                  <c:v>4.7546999999999997</c:v>
                </c:pt>
                <c:pt idx="11031">
                  <c:v>4.5217400000000003</c:v>
                </c:pt>
                <c:pt idx="11032">
                  <c:v>4.3586999999999998</c:v>
                </c:pt>
                <c:pt idx="11033">
                  <c:v>4.2588699999999999</c:v>
                </c:pt>
                <c:pt idx="11034">
                  <c:v>4.1799299999999997</c:v>
                </c:pt>
                <c:pt idx="11035">
                  <c:v>4.3441700000000001</c:v>
                </c:pt>
                <c:pt idx="11036">
                  <c:v>4.7364199999999999</c:v>
                </c:pt>
                <c:pt idx="11037">
                  <c:v>4.5630699999999997</c:v>
                </c:pt>
                <c:pt idx="11038">
                  <c:v>4.4408200000000004</c:v>
                </c:pt>
                <c:pt idx="11039">
                  <c:v>4.2902100000000001</c:v>
                </c:pt>
                <c:pt idx="11040">
                  <c:v>4.5571599999999997</c:v>
                </c:pt>
                <c:pt idx="11041">
                  <c:v>4.8201000000000001</c:v>
                </c:pt>
                <c:pt idx="11042">
                  <c:v>4.8626100000000001</c:v>
                </c:pt>
                <c:pt idx="11043">
                  <c:v>4.8088300000000004</c:v>
                </c:pt>
                <c:pt idx="11044">
                  <c:v>4.4379299999999997</c:v>
                </c:pt>
                <c:pt idx="11045">
                  <c:v>4.1683500000000002</c:v>
                </c:pt>
                <c:pt idx="11046">
                  <c:v>4.0613999999999999</c:v>
                </c:pt>
                <c:pt idx="11047">
                  <c:v>3.8569300000000002</c:v>
                </c:pt>
                <c:pt idx="11048">
                  <c:v>3.9187400000000001</c:v>
                </c:pt>
                <c:pt idx="11049">
                  <c:v>4.0026599999999997</c:v>
                </c:pt>
                <c:pt idx="11050">
                  <c:v>4.4849800000000002</c:v>
                </c:pt>
                <c:pt idx="11051">
                  <c:v>4.8953499999999996</c:v>
                </c:pt>
                <c:pt idx="11052">
                  <c:v>5.0156400000000003</c:v>
                </c:pt>
                <c:pt idx="11053">
                  <c:v>4.9140499999999996</c:v>
                </c:pt>
                <c:pt idx="11054">
                  <c:v>4.4580900000000003</c:v>
                </c:pt>
                <c:pt idx="11055">
                  <c:v>4.5956099999999998</c:v>
                </c:pt>
                <c:pt idx="11056">
                  <c:v>4.7883100000000001</c:v>
                </c:pt>
                <c:pt idx="11057">
                  <c:v>4.8212299999999999</c:v>
                </c:pt>
                <c:pt idx="11058">
                  <c:v>5.2774099999999997</c:v>
                </c:pt>
                <c:pt idx="11059">
                  <c:v>5.7821699999999998</c:v>
                </c:pt>
                <c:pt idx="11060">
                  <c:v>5.8301100000000003</c:v>
                </c:pt>
                <c:pt idx="11061">
                  <c:v>5.6853999999999996</c:v>
                </c:pt>
                <c:pt idx="11062">
                  <c:v>5.6357600000000003</c:v>
                </c:pt>
                <c:pt idx="11063">
                  <c:v>5.5379899999999997</c:v>
                </c:pt>
                <c:pt idx="11064">
                  <c:v>5.3994499999999999</c:v>
                </c:pt>
                <c:pt idx="11065">
                  <c:v>5.3082799999999999</c:v>
                </c:pt>
                <c:pt idx="11066">
                  <c:v>5.3925299999999998</c:v>
                </c:pt>
                <c:pt idx="11067">
                  <c:v>5.3963000000000001</c:v>
                </c:pt>
                <c:pt idx="11068">
                  <c:v>5.4107599999999998</c:v>
                </c:pt>
                <c:pt idx="11069">
                  <c:v>5.2475399999999999</c:v>
                </c:pt>
                <c:pt idx="11070">
                  <c:v>5.0097699999999996</c:v>
                </c:pt>
                <c:pt idx="11071">
                  <c:v>4.7500099999999996</c:v>
                </c:pt>
                <c:pt idx="11072">
                  <c:v>4.3428699999999996</c:v>
                </c:pt>
                <c:pt idx="11073">
                  <c:v>4.1045199999999999</c:v>
                </c:pt>
                <c:pt idx="11074">
                  <c:v>4.3589399999999996</c:v>
                </c:pt>
                <c:pt idx="11075">
                  <c:v>4.6165000000000003</c:v>
                </c:pt>
                <c:pt idx="11076">
                  <c:v>4.7473700000000001</c:v>
                </c:pt>
                <c:pt idx="11077">
                  <c:v>4.5742599999999998</c:v>
                </c:pt>
                <c:pt idx="11078">
                  <c:v>4.5931899999999999</c:v>
                </c:pt>
                <c:pt idx="11079">
                  <c:v>4.5194700000000001</c:v>
                </c:pt>
                <c:pt idx="11080">
                  <c:v>4.4610300000000001</c:v>
                </c:pt>
                <c:pt idx="11081">
                  <c:v>4.9462099999999998</c:v>
                </c:pt>
                <c:pt idx="11082">
                  <c:v>4.8757400000000004</c:v>
                </c:pt>
                <c:pt idx="11083">
                  <c:v>4.4055400000000002</c:v>
                </c:pt>
                <c:pt idx="11084">
                  <c:v>4.4555499999999997</c:v>
                </c:pt>
                <c:pt idx="11085">
                  <c:v>4.5670299999999999</c:v>
                </c:pt>
                <c:pt idx="11086">
                  <c:v>4.6100099999999999</c:v>
                </c:pt>
                <c:pt idx="11087">
                  <c:v>4.6499100000000002</c:v>
                </c:pt>
                <c:pt idx="11088">
                  <c:v>4.4512600000000004</c:v>
                </c:pt>
                <c:pt idx="11089">
                  <c:v>3.7784300000000002</c:v>
                </c:pt>
                <c:pt idx="11090">
                  <c:v>3.5257999999999998</c:v>
                </c:pt>
                <c:pt idx="11091">
                  <c:v>3.7463299999999999</c:v>
                </c:pt>
                <c:pt idx="11092">
                  <c:v>4.0232799999999997</c:v>
                </c:pt>
                <c:pt idx="11093">
                  <c:v>4.43851</c:v>
                </c:pt>
                <c:pt idx="11094">
                  <c:v>4.5563900000000004</c:v>
                </c:pt>
                <c:pt idx="11095">
                  <c:v>4.8324600000000002</c:v>
                </c:pt>
                <c:pt idx="11096">
                  <c:v>5.1838100000000003</c:v>
                </c:pt>
                <c:pt idx="11097">
                  <c:v>5.0401800000000003</c:v>
                </c:pt>
                <c:pt idx="11098">
                  <c:v>4.5375699999999997</c:v>
                </c:pt>
                <c:pt idx="11099">
                  <c:v>4.6089000000000002</c:v>
                </c:pt>
                <c:pt idx="11100">
                  <c:v>4.9132100000000003</c:v>
                </c:pt>
                <c:pt idx="11101">
                  <c:v>4.9046500000000002</c:v>
                </c:pt>
                <c:pt idx="11102">
                  <c:v>4.9835200000000004</c:v>
                </c:pt>
                <c:pt idx="11103">
                  <c:v>5.0178500000000001</c:v>
                </c:pt>
                <c:pt idx="11104">
                  <c:v>5.1117600000000003</c:v>
                </c:pt>
                <c:pt idx="11105">
                  <c:v>5.0771199999999999</c:v>
                </c:pt>
                <c:pt idx="11106">
                  <c:v>5.2784800000000001</c:v>
                </c:pt>
                <c:pt idx="11107">
                  <c:v>5.6945100000000002</c:v>
                </c:pt>
                <c:pt idx="11108">
                  <c:v>5.4859600000000004</c:v>
                </c:pt>
                <c:pt idx="11109">
                  <c:v>5.2842399999999996</c:v>
                </c:pt>
                <c:pt idx="11110">
                  <c:v>5.4994300000000003</c:v>
                </c:pt>
                <c:pt idx="11111">
                  <c:v>6.0353500000000002</c:v>
                </c:pt>
                <c:pt idx="11112">
                  <c:v>6.6372600000000004</c:v>
                </c:pt>
                <c:pt idx="11113">
                  <c:v>7.1145399999999999</c:v>
                </c:pt>
                <c:pt idx="11114">
                  <c:v>7.40123</c:v>
                </c:pt>
                <c:pt idx="11115">
                  <c:v>8.0069199999999991</c:v>
                </c:pt>
                <c:pt idx="11116">
                  <c:v>8.8261099999999999</c:v>
                </c:pt>
                <c:pt idx="11117">
                  <c:v>9.3559400000000004</c:v>
                </c:pt>
                <c:pt idx="11118">
                  <c:v>9.8210599999999992</c:v>
                </c:pt>
                <c:pt idx="11119">
                  <c:v>9.8750099999999996</c:v>
                </c:pt>
                <c:pt idx="11120">
                  <c:v>9.5891800000000007</c:v>
                </c:pt>
                <c:pt idx="11121">
                  <c:v>9.3845100000000006</c:v>
                </c:pt>
                <c:pt idx="11122">
                  <c:v>8.9012100000000007</c:v>
                </c:pt>
                <c:pt idx="11123">
                  <c:v>8.4855</c:v>
                </c:pt>
                <c:pt idx="11124">
                  <c:v>8.3183799999999994</c:v>
                </c:pt>
                <c:pt idx="11125">
                  <c:v>8.1787100000000006</c:v>
                </c:pt>
                <c:pt idx="11126">
                  <c:v>7.9031399999999996</c:v>
                </c:pt>
                <c:pt idx="11127">
                  <c:v>7.7253699999999998</c:v>
                </c:pt>
                <c:pt idx="11128">
                  <c:v>7.58622</c:v>
                </c:pt>
                <c:pt idx="11129">
                  <c:v>7.33894</c:v>
                </c:pt>
                <c:pt idx="11130">
                  <c:v>7.3845099999999997</c:v>
                </c:pt>
                <c:pt idx="11131">
                  <c:v>7.8224999999999998</c:v>
                </c:pt>
                <c:pt idx="11132">
                  <c:v>8.5932600000000008</c:v>
                </c:pt>
                <c:pt idx="11133">
                  <c:v>9.1753599999999995</c:v>
                </c:pt>
                <c:pt idx="11134">
                  <c:v>9.6135599999999997</c:v>
                </c:pt>
                <c:pt idx="11135">
                  <c:v>9.9826200000000007</c:v>
                </c:pt>
                <c:pt idx="11136">
                  <c:v>10.3073</c:v>
                </c:pt>
                <c:pt idx="11137">
                  <c:v>10.563499999999999</c:v>
                </c:pt>
                <c:pt idx="11138">
                  <c:v>11.0387</c:v>
                </c:pt>
                <c:pt idx="11139">
                  <c:v>11.1944</c:v>
                </c:pt>
                <c:pt idx="11140">
                  <c:v>10.845499999999999</c:v>
                </c:pt>
                <c:pt idx="11141">
                  <c:v>10.694800000000001</c:v>
                </c:pt>
                <c:pt idx="11142">
                  <c:v>10.287699999999999</c:v>
                </c:pt>
                <c:pt idx="11143">
                  <c:v>9.8202499999999997</c:v>
                </c:pt>
                <c:pt idx="11144">
                  <c:v>9.3811900000000001</c:v>
                </c:pt>
                <c:pt idx="11145">
                  <c:v>9.1529399999999992</c:v>
                </c:pt>
                <c:pt idx="11146">
                  <c:v>8.8136899999999994</c:v>
                </c:pt>
                <c:pt idx="11147">
                  <c:v>8.1477599999999999</c:v>
                </c:pt>
                <c:pt idx="11148">
                  <c:v>7.3871399999999996</c:v>
                </c:pt>
                <c:pt idx="11149">
                  <c:v>6.7235899999999997</c:v>
                </c:pt>
                <c:pt idx="11150">
                  <c:v>6.3040500000000002</c:v>
                </c:pt>
                <c:pt idx="11151">
                  <c:v>5.9926599999999999</c:v>
                </c:pt>
                <c:pt idx="11152">
                  <c:v>5.57599</c:v>
                </c:pt>
                <c:pt idx="11153">
                  <c:v>5.1569200000000004</c:v>
                </c:pt>
                <c:pt idx="11154">
                  <c:v>5.2582599999999999</c:v>
                </c:pt>
                <c:pt idx="11155">
                  <c:v>5.6124000000000001</c:v>
                </c:pt>
                <c:pt idx="11156">
                  <c:v>5.6226099999999999</c:v>
                </c:pt>
                <c:pt idx="11157">
                  <c:v>5.2900400000000003</c:v>
                </c:pt>
                <c:pt idx="11158">
                  <c:v>5.0530900000000001</c:v>
                </c:pt>
                <c:pt idx="11159">
                  <c:v>5.0517000000000003</c:v>
                </c:pt>
                <c:pt idx="11160">
                  <c:v>5.2115200000000002</c:v>
                </c:pt>
                <c:pt idx="11161">
                  <c:v>5.67028</c:v>
                </c:pt>
                <c:pt idx="11162">
                  <c:v>6.1961000000000004</c:v>
                </c:pt>
                <c:pt idx="11163">
                  <c:v>6.46</c:v>
                </c:pt>
                <c:pt idx="11164">
                  <c:v>6.7428600000000003</c:v>
                </c:pt>
                <c:pt idx="11165">
                  <c:v>6.9120299999999997</c:v>
                </c:pt>
                <c:pt idx="11166">
                  <c:v>6.9175899999999997</c:v>
                </c:pt>
                <c:pt idx="11167">
                  <c:v>7.0746599999999997</c:v>
                </c:pt>
                <c:pt idx="11168">
                  <c:v>7.0162300000000002</c:v>
                </c:pt>
                <c:pt idx="11169">
                  <c:v>6.8625499999999997</c:v>
                </c:pt>
                <c:pt idx="11170">
                  <c:v>6.8777600000000003</c:v>
                </c:pt>
                <c:pt idx="11171">
                  <c:v>7.03268</c:v>
                </c:pt>
                <c:pt idx="11172">
                  <c:v>6.9840600000000004</c:v>
                </c:pt>
                <c:pt idx="11173">
                  <c:v>6.6544699999999999</c:v>
                </c:pt>
                <c:pt idx="11174">
                  <c:v>6.62371</c:v>
                </c:pt>
                <c:pt idx="11175">
                  <c:v>6.5277700000000003</c:v>
                </c:pt>
                <c:pt idx="11176">
                  <c:v>6.5399200000000004</c:v>
                </c:pt>
                <c:pt idx="11177">
                  <c:v>6.9626400000000004</c:v>
                </c:pt>
                <c:pt idx="11178">
                  <c:v>7.0463699999999996</c:v>
                </c:pt>
                <c:pt idx="11179">
                  <c:v>6.8371300000000002</c:v>
                </c:pt>
                <c:pt idx="11180">
                  <c:v>6.7781000000000002</c:v>
                </c:pt>
                <c:pt idx="11181">
                  <c:v>6.9096599999999997</c:v>
                </c:pt>
                <c:pt idx="11182">
                  <c:v>7.2605399999999998</c:v>
                </c:pt>
                <c:pt idx="11183">
                  <c:v>7.8875700000000002</c:v>
                </c:pt>
                <c:pt idx="11184">
                  <c:v>8.7221499999999992</c:v>
                </c:pt>
                <c:pt idx="11185">
                  <c:v>9.3191299999999995</c:v>
                </c:pt>
                <c:pt idx="11186">
                  <c:v>9.7599800000000005</c:v>
                </c:pt>
                <c:pt idx="11187">
                  <c:v>10.4617</c:v>
                </c:pt>
                <c:pt idx="11188">
                  <c:v>10.9122</c:v>
                </c:pt>
                <c:pt idx="11189">
                  <c:v>11.177</c:v>
                </c:pt>
                <c:pt idx="11190">
                  <c:v>11.3065</c:v>
                </c:pt>
                <c:pt idx="11191">
                  <c:v>11.153700000000001</c:v>
                </c:pt>
                <c:pt idx="11192">
                  <c:v>10.642799999999999</c:v>
                </c:pt>
                <c:pt idx="11193">
                  <c:v>10.613899999999999</c:v>
                </c:pt>
                <c:pt idx="11194">
                  <c:v>11.051299999999999</c:v>
                </c:pt>
                <c:pt idx="11195">
                  <c:v>11.565</c:v>
                </c:pt>
                <c:pt idx="11196">
                  <c:v>11.5792</c:v>
                </c:pt>
                <c:pt idx="11197">
                  <c:v>11.581099999999999</c:v>
                </c:pt>
                <c:pt idx="11198">
                  <c:v>11.6058</c:v>
                </c:pt>
                <c:pt idx="11199">
                  <c:v>11.2941</c:v>
                </c:pt>
                <c:pt idx="11200">
                  <c:v>10.986700000000001</c:v>
                </c:pt>
                <c:pt idx="11201">
                  <c:v>11.1645</c:v>
                </c:pt>
                <c:pt idx="11202">
                  <c:v>10.986499999999999</c:v>
                </c:pt>
                <c:pt idx="11203">
                  <c:v>10.812200000000001</c:v>
                </c:pt>
                <c:pt idx="11204">
                  <c:v>10.7409</c:v>
                </c:pt>
                <c:pt idx="11205">
                  <c:v>10.4001</c:v>
                </c:pt>
                <c:pt idx="11206">
                  <c:v>10.232799999999999</c:v>
                </c:pt>
                <c:pt idx="11207">
                  <c:v>10.284800000000001</c:v>
                </c:pt>
                <c:pt idx="11208">
                  <c:v>10.1769</c:v>
                </c:pt>
                <c:pt idx="11209">
                  <c:v>9.7152700000000003</c:v>
                </c:pt>
                <c:pt idx="11210">
                  <c:v>9.2000299999999999</c:v>
                </c:pt>
                <c:pt idx="11211">
                  <c:v>8.5846</c:v>
                </c:pt>
                <c:pt idx="11212">
                  <c:v>8.32925</c:v>
                </c:pt>
                <c:pt idx="11213">
                  <c:v>7.8795500000000001</c:v>
                </c:pt>
                <c:pt idx="11214">
                  <c:v>7.33439</c:v>
                </c:pt>
                <c:pt idx="11215">
                  <c:v>7.0907400000000003</c:v>
                </c:pt>
                <c:pt idx="11216">
                  <c:v>6.90672</c:v>
                </c:pt>
                <c:pt idx="11217">
                  <c:v>6.6974999999999998</c:v>
                </c:pt>
                <c:pt idx="11218">
                  <c:v>6.8289900000000001</c:v>
                </c:pt>
                <c:pt idx="11219">
                  <c:v>6.8269099999999998</c:v>
                </c:pt>
                <c:pt idx="11220">
                  <c:v>6.5885100000000003</c:v>
                </c:pt>
                <c:pt idx="11221">
                  <c:v>6.6589400000000003</c:v>
                </c:pt>
                <c:pt idx="11222">
                  <c:v>6.6096700000000004</c:v>
                </c:pt>
                <c:pt idx="11223">
                  <c:v>6.3005899999999997</c:v>
                </c:pt>
                <c:pt idx="11224">
                  <c:v>6.0754799999999998</c:v>
                </c:pt>
                <c:pt idx="11225">
                  <c:v>5.8169199999999996</c:v>
                </c:pt>
                <c:pt idx="11226">
                  <c:v>5.66371</c:v>
                </c:pt>
                <c:pt idx="11227">
                  <c:v>5.6123700000000003</c:v>
                </c:pt>
                <c:pt idx="11228">
                  <c:v>5.8952600000000004</c:v>
                </c:pt>
                <c:pt idx="11229">
                  <c:v>6.1795</c:v>
                </c:pt>
                <c:pt idx="11230">
                  <c:v>6.42239</c:v>
                </c:pt>
                <c:pt idx="11231">
                  <c:v>6.4515599999999997</c:v>
                </c:pt>
                <c:pt idx="11232">
                  <c:v>6.3917599999999997</c:v>
                </c:pt>
                <c:pt idx="11233">
                  <c:v>6.4854399999999996</c:v>
                </c:pt>
                <c:pt idx="11234">
                  <c:v>6.3529</c:v>
                </c:pt>
                <c:pt idx="11235">
                  <c:v>6.2638199999999999</c:v>
                </c:pt>
                <c:pt idx="11236">
                  <c:v>6.18825</c:v>
                </c:pt>
                <c:pt idx="11237">
                  <c:v>5.83589</c:v>
                </c:pt>
                <c:pt idx="11238">
                  <c:v>5.7301000000000002</c:v>
                </c:pt>
                <c:pt idx="11239">
                  <c:v>5.8206499999999997</c:v>
                </c:pt>
                <c:pt idx="11240">
                  <c:v>5.8003900000000002</c:v>
                </c:pt>
                <c:pt idx="11241">
                  <c:v>6.0946400000000001</c:v>
                </c:pt>
                <c:pt idx="11242">
                  <c:v>6.1847899999999996</c:v>
                </c:pt>
                <c:pt idx="11243">
                  <c:v>6.0918099999999997</c:v>
                </c:pt>
                <c:pt idx="11244">
                  <c:v>6.0559200000000004</c:v>
                </c:pt>
                <c:pt idx="11245">
                  <c:v>5.7873299999999999</c:v>
                </c:pt>
                <c:pt idx="11246">
                  <c:v>5.6952400000000001</c:v>
                </c:pt>
                <c:pt idx="11247">
                  <c:v>5.8839499999999996</c:v>
                </c:pt>
                <c:pt idx="11248">
                  <c:v>5.6454500000000003</c:v>
                </c:pt>
                <c:pt idx="11249">
                  <c:v>5.6071799999999996</c:v>
                </c:pt>
                <c:pt idx="11250">
                  <c:v>5.5093500000000004</c:v>
                </c:pt>
                <c:pt idx="11251">
                  <c:v>5.1542599999999998</c:v>
                </c:pt>
                <c:pt idx="11252">
                  <c:v>5.4090199999999999</c:v>
                </c:pt>
                <c:pt idx="11253">
                  <c:v>5.9266100000000002</c:v>
                </c:pt>
                <c:pt idx="11254">
                  <c:v>6.0990700000000002</c:v>
                </c:pt>
                <c:pt idx="11255">
                  <c:v>5.9048999999999996</c:v>
                </c:pt>
                <c:pt idx="11256">
                  <c:v>5.7107200000000002</c:v>
                </c:pt>
                <c:pt idx="11257">
                  <c:v>5.5494599999999998</c:v>
                </c:pt>
                <c:pt idx="11258">
                  <c:v>5.5852000000000004</c:v>
                </c:pt>
                <c:pt idx="11259">
                  <c:v>5.4066200000000002</c:v>
                </c:pt>
                <c:pt idx="11260">
                  <c:v>4.8803900000000002</c:v>
                </c:pt>
                <c:pt idx="11261">
                  <c:v>4.8330399999999996</c:v>
                </c:pt>
                <c:pt idx="11262">
                  <c:v>4.9150299999999998</c:v>
                </c:pt>
                <c:pt idx="11263">
                  <c:v>4.8155900000000003</c:v>
                </c:pt>
                <c:pt idx="11264">
                  <c:v>4.9597199999999999</c:v>
                </c:pt>
                <c:pt idx="11265">
                  <c:v>5.3186299999999997</c:v>
                </c:pt>
                <c:pt idx="11266">
                  <c:v>5.5295100000000001</c:v>
                </c:pt>
                <c:pt idx="11267">
                  <c:v>5.5615600000000001</c:v>
                </c:pt>
                <c:pt idx="11268">
                  <c:v>5.5844300000000002</c:v>
                </c:pt>
                <c:pt idx="11269">
                  <c:v>5.4311699999999998</c:v>
                </c:pt>
                <c:pt idx="11270">
                  <c:v>5.1698599999999999</c:v>
                </c:pt>
                <c:pt idx="11271">
                  <c:v>5.3617800000000004</c:v>
                </c:pt>
                <c:pt idx="11272">
                  <c:v>5.9923500000000001</c:v>
                </c:pt>
                <c:pt idx="11273">
                  <c:v>6.2416499999999999</c:v>
                </c:pt>
                <c:pt idx="11274">
                  <c:v>6.0233299999999996</c:v>
                </c:pt>
                <c:pt idx="11275">
                  <c:v>5.8487799999999996</c:v>
                </c:pt>
                <c:pt idx="11276">
                  <c:v>5.90977</c:v>
                </c:pt>
                <c:pt idx="11277">
                  <c:v>6.1850500000000004</c:v>
                </c:pt>
                <c:pt idx="11278">
                  <c:v>6.58169</c:v>
                </c:pt>
                <c:pt idx="11279">
                  <c:v>6.8669399999999996</c:v>
                </c:pt>
                <c:pt idx="11280">
                  <c:v>7.0109199999999996</c:v>
                </c:pt>
                <c:pt idx="11281">
                  <c:v>7.2394999999999996</c:v>
                </c:pt>
                <c:pt idx="11282">
                  <c:v>7.7787300000000004</c:v>
                </c:pt>
                <c:pt idx="11283">
                  <c:v>8.5210899999999992</c:v>
                </c:pt>
                <c:pt idx="11284">
                  <c:v>8.9357600000000001</c:v>
                </c:pt>
                <c:pt idx="11285">
                  <c:v>9.0723400000000005</c:v>
                </c:pt>
                <c:pt idx="11286">
                  <c:v>9.0444899999999997</c:v>
                </c:pt>
                <c:pt idx="11287">
                  <c:v>9.3604199999999995</c:v>
                </c:pt>
                <c:pt idx="11288">
                  <c:v>10.409800000000001</c:v>
                </c:pt>
                <c:pt idx="11289">
                  <c:v>11.908899999999999</c:v>
                </c:pt>
                <c:pt idx="11290">
                  <c:v>13.141299999999999</c:v>
                </c:pt>
                <c:pt idx="11291">
                  <c:v>13.420299999999999</c:v>
                </c:pt>
                <c:pt idx="11292">
                  <c:v>12.856400000000001</c:v>
                </c:pt>
                <c:pt idx="11293">
                  <c:v>11.779199999999999</c:v>
                </c:pt>
                <c:pt idx="11294">
                  <c:v>10.560600000000001</c:v>
                </c:pt>
                <c:pt idx="11295">
                  <c:v>9.3559400000000004</c:v>
                </c:pt>
                <c:pt idx="11296">
                  <c:v>8.6312499999999996</c:v>
                </c:pt>
                <c:pt idx="11297">
                  <c:v>8.1014400000000002</c:v>
                </c:pt>
                <c:pt idx="11298">
                  <c:v>7.56792</c:v>
                </c:pt>
                <c:pt idx="11299">
                  <c:v>7.4849899999999998</c:v>
                </c:pt>
                <c:pt idx="11300">
                  <c:v>7.3016199999999998</c:v>
                </c:pt>
                <c:pt idx="11301">
                  <c:v>6.7930599999999997</c:v>
                </c:pt>
                <c:pt idx="11302">
                  <c:v>6.3461699999999999</c:v>
                </c:pt>
                <c:pt idx="11303">
                  <c:v>6.1719499999999998</c:v>
                </c:pt>
                <c:pt idx="11304">
                  <c:v>6.17624</c:v>
                </c:pt>
                <c:pt idx="11305">
                  <c:v>6.5711000000000004</c:v>
                </c:pt>
                <c:pt idx="11306">
                  <c:v>6.8036000000000003</c:v>
                </c:pt>
                <c:pt idx="11307">
                  <c:v>6.8642700000000003</c:v>
                </c:pt>
                <c:pt idx="11308">
                  <c:v>6.85562</c:v>
                </c:pt>
                <c:pt idx="11309">
                  <c:v>6.7906300000000002</c:v>
                </c:pt>
                <c:pt idx="11310">
                  <c:v>7.0344199999999999</c:v>
                </c:pt>
                <c:pt idx="11311">
                  <c:v>7.2601500000000003</c:v>
                </c:pt>
                <c:pt idx="11312">
                  <c:v>6.9740399999999996</c:v>
                </c:pt>
                <c:pt idx="11313">
                  <c:v>6.7437399999999998</c:v>
                </c:pt>
                <c:pt idx="11314">
                  <c:v>6.6539099999999998</c:v>
                </c:pt>
                <c:pt idx="11315">
                  <c:v>6.5046799999999996</c:v>
                </c:pt>
                <c:pt idx="11316">
                  <c:v>6.4978400000000001</c:v>
                </c:pt>
                <c:pt idx="11317">
                  <c:v>6.0647000000000002</c:v>
                </c:pt>
                <c:pt idx="11318">
                  <c:v>5.8647</c:v>
                </c:pt>
                <c:pt idx="11319">
                  <c:v>5.9394999999999998</c:v>
                </c:pt>
                <c:pt idx="11320">
                  <c:v>5.8355100000000002</c:v>
                </c:pt>
                <c:pt idx="11321">
                  <c:v>5.55783</c:v>
                </c:pt>
                <c:pt idx="11322">
                  <c:v>5.6212400000000002</c:v>
                </c:pt>
                <c:pt idx="11323">
                  <c:v>5.7401900000000001</c:v>
                </c:pt>
                <c:pt idx="11324">
                  <c:v>6.01884</c:v>
                </c:pt>
                <c:pt idx="11325">
                  <c:v>6.2061500000000001</c:v>
                </c:pt>
                <c:pt idx="11326">
                  <c:v>6.2814300000000003</c:v>
                </c:pt>
                <c:pt idx="11327">
                  <c:v>6.4261999999999997</c:v>
                </c:pt>
                <c:pt idx="11328">
                  <c:v>6.6019399999999999</c:v>
                </c:pt>
                <c:pt idx="11329">
                  <c:v>6.7147500000000004</c:v>
                </c:pt>
                <c:pt idx="11330">
                  <c:v>6.9939099999999996</c:v>
                </c:pt>
                <c:pt idx="11331">
                  <c:v>7.18323</c:v>
                </c:pt>
                <c:pt idx="11332">
                  <c:v>7.2886699999999998</c:v>
                </c:pt>
                <c:pt idx="11333">
                  <c:v>7.7585800000000003</c:v>
                </c:pt>
                <c:pt idx="11334">
                  <c:v>8.2342600000000008</c:v>
                </c:pt>
                <c:pt idx="11335">
                  <c:v>8.4997399999999992</c:v>
                </c:pt>
                <c:pt idx="11336">
                  <c:v>8.6659199999999998</c:v>
                </c:pt>
                <c:pt idx="11337">
                  <c:v>8.6316500000000005</c:v>
                </c:pt>
                <c:pt idx="11338">
                  <c:v>8.2941400000000005</c:v>
                </c:pt>
                <c:pt idx="11339">
                  <c:v>8.2180700000000009</c:v>
                </c:pt>
                <c:pt idx="11340">
                  <c:v>8.3808100000000003</c:v>
                </c:pt>
                <c:pt idx="11341">
                  <c:v>8.8439899999999998</c:v>
                </c:pt>
                <c:pt idx="11342">
                  <c:v>9.1949299999999994</c:v>
                </c:pt>
                <c:pt idx="11343">
                  <c:v>9.2874300000000005</c:v>
                </c:pt>
                <c:pt idx="11344">
                  <c:v>9.3068600000000004</c:v>
                </c:pt>
                <c:pt idx="11345">
                  <c:v>9.4743200000000005</c:v>
                </c:pt>
                <c:pt idx="11346">
                  <c:v>9.5355100000000004</c:v>
                </c:pt>
                <c:pt idx="11347">
                  <c:v>9.5575799999999997</c:v>
                </c:pt>
                <c:pt idx="11348">
                  <c:v>9.6993100000000005</c:v>
                </c:pt>
                <c:pt idx="11349">
                  <c:v>10.167299999999999</c:v>
                </c:pt>
                <c:pt idx="11350">
                  <c:v>10.851000000000001</c:v>
                </c:pt>
                <c:pt idx="11351">
                  <c:v>11.5321</c:v>
                </c:pt>
                <c:pt idx="11352">
                  <c:v>11.315899999999999</c:v>
                </c:pt>
                <c:pt idx="11353">
                  <c:v>10.888299999999999</c:v>
                </c:pt>
                <c:pt idx="11354">
                  <c:v>10.7738</c:v>
                </c:pt>
                <c:pt idx="11355">
                  <c:v>10.752000000000001</c:v>
                </c:pt>
                <c:pt idx="11356">
                  <c:v>10.724399999999999</c:v>
                </c:pt>
                <c:pt idx="11357">
                  <c:v>10.6281</c:v>
                </c:pt>
                <c:pt idx="11358">
                  <c:v>10.462</c:v>
                </c:pt>
                <c:pt idx="11359">
                  <c:v>10.4648</c:v>
                </c:pt>
                <c:pt idx="11360">
                  <c:v>10.4368</c:v>
                </c:pt>
                <c:pt idx="11361">
                  <c:v>10.4693</c:v>
                </c:pt>
                <c:pt idx="11362">
                  <c:v>10.645099999999999</c:v>
                </c:pt>
                <c:pt idx="11363">
                  <c:v>10.356</c:v>
                </c:pt>
                <c:pt idx="11364">
                  <c:v>10.019399999999999</c:v>
                </c:pt>
                <c:pt idx="11365">
                  <c:v>9.59436</c:v>
                </c:pt>
                <c:pt idx="11366">
                  <c:v>9.2846100000000007</c:v>
                </c:pt>
                <c:pt idx="11367">
                  <c:v>9.3967700000000001</c:v>
                </c:pt>
                <c:pt idx="11368">
                  <c:v>9.4111600000000006</c:v>
                </c:pt>
                <c:pt idx="11369">
                  <c:v>9.3469700000000007</c:v>
                </c:pt>
                <c:pt idx="11370">
                  <c:v>9.7546499999999998</c:v>
                </c:pt>
                <c:pt idx="11371">
                  <c:v>10.505000000000001</c:v>
                </c:pt>
                <c:pt idx="11372">
                  <c:v>10.742000000000001</c:v>
                </c:pt>
                <c:pt idx="11373">
                  <c:v>10.5458</c:v>
                </c:pt>
                <c:pt idx="11374">
                  <c:v>10.0481</c:v>
                </c:pt>
                <c:pt idx="11375">
                  <c:v>9.4426199999999998</c:v>
                </c:pt>
                <c:pt idx="11376">
                  <c:v>8.86144</c:v>
                </c:pt>
                <c:pt idx="11377">
                  <c:v>8.4257000000000009</c:v>
                </c:pt>
                <c:pt idx="11378">
                  <c:v>8.1729000000000003</c:v>
                </c:pt>
                <c:pt idx="11379">
                  <c:v>8.3941199999999991</c:v>
                </c:pt>
                <c:pt idx="11380">
                  <c:v>8.7296099999999992</c:v>
                </c:pt>
                <c:pt idx="11381">
                  <c:v>8.8552700000000009</c:v>
                </c:pt>
                <c:pt idx="11382">
                  <c:v>9.3776399999999995</c:v>
                </c:pt>
                <c:pt idx="11383">
                  <c:v>9.7353699999999996</c:v>
                </c:pt>
                <c:pt idx="11384">
                  <c:v>9.7516099999999994</c:v>
                </c:pt>
                <c:pt idx="11385">
                  <c:v>9.5079100000000007</c:v>
                </c:pt>
                <c:pt idx="11386">
                  <c:v>9.4748300000000008</c:v>
                </c:pt>
                <c:pt idx="11387">
                  <c:v>9.7058199999999992</c:v>
                </c:pt>
                <c:pt idx="11388">
                  <c:v>10.0565</c:v>
                </c:pt>
                <c:pt idx="11389">
                  <c:v>10.1736</c:v>
                </c:pt>
                <c:pt idx="11390">
                  <c:v>10.4406</c:v>
                </c:pt>
                <c:pt idx="11391">
                  <c:v>11.3193</c:v>
                </c:pt>
                <c:pt idx="11392">
                  <c:v>11.933400000000001</c:v>
                </c:pt>
                <c:pt idx="11393">
                  <c:v>11.958500000000001</c:v>
                </c:pt>
                <c:pt idx="11394">
                  <c:v>11.6035</c:v>
                </c:pt>
                <c:pt idx="11395">
                  <c:v>11.4633</c:v>
                </c:pt>
                <c:pt idx="11396">
                  <c:v>11.5741</c:v>
                </c:pt>
                <c:pt idx="11397">
                  <c:v>11.8651</c:v>
                </c:pt>
                <c:pt idx="11398">
                  <c:v>11.9526</c:v>
                </c:pt>
                <c:pt idx="11399">
                  <c:v>11.6736</c:v>
                </c:pt>
                <c:pt idx="11400">
                  <c:v>11.5509</c:v>
                </c:pt>
                <c:pt idx="11401">
                  <c:v>11.461600000000001</c:v>
                </c:pt>
                <c:pt idx="11402">
                  <c:v>12.0642</c:v>
                </c:pt>
                <c:pt idx="11403">
                  <c:v>12.9693</c:v>
                </c:pt>
                <c:pt idx="11404">
                  <c:v>13.709300000000001</c:v>
                </c:pt>
                <c:pt idx="11405">
                  <c:v>14.1709</c:v>
                </c:pt>
                <c:pt idx="11406">
                  <c:v>14.346500000000001</c:v>
                </c:pt>
                <c:pt idx="11407">
                  <c:v>14.6288</c:v>
                </c:pt>
                <c:pt idx="11408">
                  <c:v>14.864800000000001</c:v>
                </c:pt>
                <c:pt idx="11409">
                  <c:v>14.8673</c:v>
                </c:pt>
                <c:pt idx="11410">
                  <c:v>14.7531</c:v>
                </c:pt>
                <c:pt idx="11411">
                  <c:v>14.865</c:v>
                </c:pt>
                <c:pt idx="11412">
                  <c:v>15.358000000000001</c:v>
                </c:pt>
                <c:pt idx="11413">
                  <c:v>15.4999</c:v>
                </c:pt>
                <c:pt idx="11414">
                  <c:v>15.3795</c:v>
                </c:pt>
                <c:pt idx="11415">
                  <c:v>15.325900000000001</c:v>
                </c:pt>
                <c:pt idx="11416">
                  <c:v>15.263500000000001</c:v>
                </c:pt>
                <c:pt idx="11417">
                  <c:v>15.4505</c:v>
                </c:pt>
                <c:pt idx="11418">
                  <c:v>15.917</c:v>
                </c:pt>
                <c:pt idx="11419">
                  <c:v>16.471499999999999</c:v>
                </c:pt>
                <c:pt idx="11420">
                  <c:v>17.008099999999999</c:v>
                </c:pt>
                <c:pt idx="11421">
                  <c:v>17.381799999999998</c:v>
                </c:pt>
                <c:pt idx="11422">
                  <c:v>17.493300000000001</c:v>
                </c:pt>
                <c:pt idx="11423">
                  <c:v>17.397500000000001</c:v>
                </c:pt>
                <c:pt idx="11424">
                  <c:v>16.916</c:v>
                </c:pt>
                <c:pt idx="11425">
                  <c:v>16.394500000000001</c:v>
                </c:pt>
                <c:pt idx="11426">
                  <c:v>15.8719</c:v>
                </c:pt>
                <c:pt idx="11427">
                  <c:v>15.593400000000001</c:v>
                </c:pt>
                <c:pt idx="11428">
                  <c:v>15.137600000000001</c:v>
                </c:pt>
                <c:pt idx="11429">
                  <c:v>14.7324</c:v>
                </c:pt>
                <c:pt idx="11430">
                  <c:v>14.2629</c:v>
                </c:pt>
                <c:pt idx="11431">
                  <c:v>13.6417</c:v>
                </c:pt>
                <c:pt idx="11432">
                  <c:v>13.1175</c:v>
                </c:pt>
                <c:pt idx="11433">
                  <c:v>13.035299999999999</c:v>
                </c:pt>
                <c:pt idx="11434">
                  <c:v>12.915900000000001</c:v>
                </c:pt>
                <c:pt idx="11435">
                  <c:v>12.9719</c:v>
                </c:pt>
                <c:pt idx="11436">
                  <c:v>13.037100000000001</c:v>
                </c:pt>
                <c:pt idx="11437">
                  <c:v>13.1515</c:v>
                </c:pt>
                <c:pt idx="11438">
                  <c:v>13.8226</c:v>
                </c:pt>
                <c:pt idx="11439">
                  <c:v>14.2843</c:v>
                </c:pt>
                <c:pt idx="11440">
                  <c:v>14.0151</c:v>
                </c:pt>
                <c:pt idx="11441">
                  <c:v>13.663600000000001</c:v>
                </c:pt>
                <c:pt idx="11442">
                  <c:v>13.6821</c:v>
                </c:pt>
                <c:pt idx="11443">
                  <c:v>13.909800000000001</c:v>
                </c:pt>
                <c:pt idx="11444">
                  <c:v>13.776899999999999</c:v>
                </c:pt>
                <c:pt idx="11445">
                  <c:v>13.4062</c:v>
                </c:pt>
                <c:pt idx="11446">
                  <c:v>13.6648</c:v>
                </c:pt>
                <c:pt idx="11447">
                  <c:v>13.9671</c:v>
                </c:pt>
                <c:pt idx="11448">
                  <c:v>13.9924</c:v>
                </c:pt>
                <c:pt idx="11449">
                  <c:v>13.6549</c:v>
                </c:pt>
                <c:pt idx="11450">
                  <c:v>13.483700000000001</c:v>
                </c:pt>
                <c:pt idx="11451">
                  <c:v>13.5395</c:v>
                </c:pt>
                <c:pt idx="11452">
                  <c:v>13.5715</c:v>
                </c:pt>
                <c:pt idx="11453">
                  <c:v>13.453099999999999</c:v>
                </c:pt>
                <c:pt idx="11454">
                  <c:v>13.1785</c:v>
                </c:pt>
                <c:pt idx="11455">
                  <c:v>12.806699999999999</c:v>
                </c:pt>
                <c:pt idx="11456">
                  <c:v>12.307</c:v>
                </c:pt>
                <c:pt idx="11457">
                  <c:v>12.0205</c:v>
                </c:pt>
                <c:pt idx="11458">
                  <c:v>11.9216</c:v>
                </c:pt>
                <c:pt idx="11459">
                  <c:v>12.4351</c:v>
                </c:pt>
                <c:pt idx="11460">
                  <c:v>13.197900000000001</c:v>
                </c:pt>
                <c:pt idx="11461">
                  <c:v>13.7303</c:v>
                </c:pt>
                <c:pt idx="11462">
                  <c:v>13.9489</c:v>
                </c:pt>
                <c:pt idx="11463">
                  <c:v>14.1737</c:v>
                </c:pt>
                <c:pt idx="11464">
                  <c:v>14.614599999999999</c:v>
                </c:pt>
                <c:pt idx="11465">
                  <c:v>15.112500000000001</c:v>
                </c:pt>
                <c:pt idx="11466">
                  <c:v>15.386699999999999</c:v>
                </c:pt>
                <c:pt idx="11467">
                  <c:v>15.145799999999999</c:v>
                </c:pt>
                <c:pt idx="11468">
                  <c:v>14.6145</c:v>
                </c:pt>
                <c:pt idx="11469">
                  <c:v>14.383900000000001</c:v>
                </c:pt>
                <c:pt idx="11470">
                  <c:v>14.301500000000001</c:v>
                </c:pt>
                <c:pt idx="11471">
                  <c:v>14.2723</c:v>
                </c:pt>
                <c:pt idx="11472">
                  <c:v>14.309799999999999</c:v>
                </c:pt>
                <c:pt idx="11473">
                  <c:v>14.2309</c:v>
                </c:pt>
                <c:pt idx="11474">
                  <c:v>13.9986</c:v>
                </c:pt>
                <c:pt idx="11475">
                  <c:v>13.6248</c:v>
                </c:pt>
                <c:pt idx="11476">
                  <c:v>13.713800000000001</c:v>
                </c:pt>
                <c:pt idx="11477">
                  <c:v>14.2752</c:v>
                </c:pt>
                <c:pt idx="11478">
                  <c:v>14.6586</c:v>
                </c:pt>
                <c:pt idx="11479">
                  <c:v>14.5212</c:v>
                </c:pt>
                <c:pt idx="11480">
                  <c:v>14.7441</c:v>
                </c:pt>
                <c:pt idx="11481">
                  <c:v>14.806900000000001</c:v>
                </c:pt>
                <c:pt idx="11482">
                  <c:v>14.9283</c:v>
                </c:pt>
                <c:pt idx="11483">
                  <c:v>15.559200000000001</c:v>
                </c:pt>
                <c:pt idx="11484">
                  <c:v>15.910399999999999</c:v>
                </c:pt>
                <c:pt idx="11485">
                  <c:v>15.8954</c:v>
                </c:pt>
                <c:pt idx="11486">
                  <c:v>15.557399999999999</c:v>
                </c:pt>
                <c:pt idx="11487">
                  <c:v>15.2821</c:v>
                </c:pt>
                <c:pt idx="11488">
                  <c:v>15.06</c:v>
                </c:pt>
                <c:pt idx="11489">
                  <c:v>15.2019</c:v>
                </c:pt>
                <c:pt idx="11490">
                  <c:v>15.336600000000001</c:v>
                </c:pt>
                <c:pt idx="11491">
                  <c:v>15.102399999999999</c:v>
                </c:pt>
                <c:pt idx="11492">
                  <c:v>14.6487</c:v>
                </c:pt>
                <c:pt idx="11493">
                  <c:v>14.2926</c:v>
                </c:pt>
                <c:pt idx="11494">
                  <c:v>14.043900000000001</c:v>
                </c:pt>
                <c:pt idx="11495">
                  <c:v>13.768800000000001</c:v>
                </c:pt>
                <c:pt idx="11496">
                  <c:v>13.662100000000001</c:v>
                </c:pt>
                <c:pt idx="11497">
                  <c:v>13.3629</c:v>
                </c:pt>
                <c:pt idx="11498">
                  <c:v>13.02</c:v>
                </c:pt>
                <c:pt idx="11499">
                  <c:v>12.6434</c:v>
                </c:pt>
                <c:pt idx="11500">
                  <c:v>12.7346</c:v>
                </c:pt>
                <c:pt idx="11501">
                  <c:v>12.918100000000001</c:v>
                </c:pt>
                <c:pt idx="11502">
                  <c:v>12.5343</c:v>
                </c:pt>
                <c:pt idx="11503">
                  <c:v>12.492599999999999</c:v>
                </c:pt>
                <c:pt idx="11504">
                  <c:v>12.679600000000001</c:v>
                </c:pt>
                <c:pt idx="11505">
                  <c:v>12.7257</c:v>
                </c:pt>
                <c:pt idx="11506">
                  <c:v>12.925800000000001</c:v>
                </c:pt>
                <c:pt idx="11507">
                  <c:v>12.951499999999999</c:v>
                </c:pt>
                <c:pt idx="11508">
                  <c:v>12.8255</c:v>
                </c:pt>
                <c:pt idx="11509">
                  <c:v>12.854799999999999</c:v>
                </c:pt>
                <c:pt idx="11510">
                  <c:v>12.846399999999999</c:v>
                </c:pt>
                <c:pt idx="11511">
                  <c:v>13.1706</c:v>
                </c:pt>
                <c:pt idx="11512">
                  <c:v>13.3826</c:v>
                </c:pt>
                <c:pt idx="11513">
                  <c:v>13.8161</c:v>
                </c:pt>
                <c:pt idx="11514">
                  <c:v>14.2643</c:v>
                </c:pt>
                <c:pt idx="11515">
                  <c:v>14.415699999999999</c:v>
                </c:pt>
                <c:pt idx="11516">
                  <c:v>14.284599999999999</c:v>
                </c:pt>
                <c:pt idx="11517">
                  <c:v>13.898</c:v>
                </c:pt>
                <c:pt idx="11518">
                  <c:v>13.606400000000001</c:v>
                </c:pt>
                <c:pt idx="11519">
                  <c:v>13.6408</c:v>
                </c:pt>
                <c:pt idx="11520">
                  <c:v>13.8954</c:v>
                </c:pt>
                <c:pt idx="11521">
                  <c:v>14.1236</c:v>
                </c:pt>
                <c:pt idx="11522">
                  <c:v>14.1281</c:v>
                </c:pt>
                <c:pt idx="11523">
                  <c:v>14.297700000000001</c:v>
                </c:pt>
                <c:pt idx="11524">
                  <c:v>14.828900000000001</c:v>
                </c:pt>
                <c:pt idx="11525">
                  <c:v>15.152200000000001</c:v>
                </c:pt>
                <c:pt idx="11526">
                  <c:v>15.3127</c:v>
                </c:pt>
                <c:pt idx="11527">
                  <c:v>15.594099999999999</c:v>
                </c:pt>
                <c:pt idx="11528">
                  <c:v>15.6349</c:v>
                </c:pt>
                <c:pt idx="11529">
                  <c:v>15.4168</c:v>
                </c:pt>
                <c:pt idx="11530">
                  <c:v>15.564500000000001</c:v>
                </c:pt>
                <c:pt idx="11531">
                  <c:v>15.8384</c:v>
                </c:pt>
                <c:pt idx="11532">
                  <c:v>15.6897</c:v>
                </c:pt>
                <c:pt idx="11533">
                  <c:v>15.6235</c:v>
                </c:pt>
                <c:pt idx="11534">
                  <c:v>15.5258</c:v>
                </c:pt>
                <c:pt idx="11535">
                  <c:v>15.149900000000001</c:v>
                </c:pt>
                <c:pt idx="11536">
                  <c:v>15.1401</c:v>
                </c:pt>
                <c:pt idx="11537">
                  <c:v>14.9392</c:v>
                </c:pt>
                <c:pt idx="11538">
                  <c:v>14.7387</c:v>
                </c:pt>
                <c:pt idx="11539">
                  <c:v>14.5267</c:v>
                </c:pt>
                <c:pt idx="11540">
                  <c:v>14.5425</c:v>
                </c:pt>
                <c:pt idx="11541">
                  <c:v>14.577999999999999</c:v>
                </c:pt>
                <c:pt idx="11542">
                  <c:v>14.7554</c:v>
                </c:pt>
                <c:pt idx="11543">
                  <c:v>15.1669</c:v>
                </c:pt>
                <c:pt idx="11544">
                  <c:v>15.1721</c:v>
                </c:pt>
                <c:pt idx="11545">
                  <c:v>15.0381</c:v>
                </c:pt>
                <c:pt idx="11546">
                  <c:v>15.1448</c:v>
                </c:pt>
                <c:pt idx="11547">
                  <c:v>15.1058</c:v>
                </c:pt>
                <c:pt idx="11548">
                  <c:v>15.3436</c:v>
                </c:pt>
                <c:pt idx="11549">
                  <c:v>15.616400000000001</c:v>
                </c:pt>
                <c:pt idx="11550">
                  <c:v>15.5634</c:v>
                </c:pt>
                <c:pt idx="11551">
                  <c:v>15.8497</c:v>
                </c:pt>
                <c:pt idx="11552">
                  <c:v>16.330400000000001</c:v>
                </c:pt>
                <c:pt idx="11553">
                  <c:v>16.602499999999999</c:v>
                </c:pt>
                <c:pt idx="11554">
                  <c:v>16.472300000000001</c:v>
                </c:pt>
                <c:pt idx="11555">
                  <c:v>16.383600000000001</c:v>
                </c:pt>
                <c:pt idx="11556">
                  <c:v>16.186</c:v>
                </c:pt>
                <c:pt idx="11557">
                  <c:v>15.712300000000001</c:v>
                </c:pt>
                <c:pt idx="11558">
                  <c:v>15.0595</c:v>
                </c:pt>
                <c:pt idx="11559">
                  <c:v>14.5807</c:v>
                </c:pt>
                <c:pt idx="11560">
                  <c:v>14.1736</c:v>
                </c:pt>
                <c:pt idx="11561">
                  <c:v>14.0901</c:v>
                </c:pt>
                <c:pt idx="11562">
                  <c:v>14.170199999999999</c:v>
                </c:pt>
                <c:pt idx="11563">
                  <c:v>14.1294</c:v>
                </c:pt>
                <c:pt idx="11564">
                  <c:v>14.2958</c:v>
                </c:pt>
                <c:pt idx="11565">
                  <c:v>14.374000000000001</c:v>
                </c:pt>
                <c:pt idx="11566">
                  <c:v>14.3447</c:v>
                </c:pt>
                <c:pt idx="11567">
                  <c:v>14.2316</c:v>
                </c:pt>
                <c:pt idx="11568">
                  <c:v>14.206799999999999</c:v>
                </c:pt>
                <c:pt idx="11569">
                  <c:v>14.175599999999999</c:v>
                </c:pt>
                <c:pt idx="11570">
                  <c:v>13.7477</c:v>
                </c:pt>
                <c:pt idx="11571">
                  <c:v>13.5097</c:v>
                </c:pt>
                <c:pt idx="11572">
                  <c:v>13.567500000000001</c:v>
                </c:pt>
                <c:pt idx="11573">
                  <c:v>13.821099999999999</c:v>
                </c:pt>
                <c:pt idx="11574">
                  <c:v>14.397399999999999</c:v>
                </c:pt>
                <c:pt idx="11575">
                  <c:v>14.732699999999999</c:v>
                </c:pt>
                <c:pt idx="11576">
                  <c:v>15.041399999999999</c:v>
                </c:pt>
                <c:pt idx="11577">
                  <c:v>15.5457</c:v>
                </c:pt>
                <c:pt idx="11578">
                  <c:v>16.116499999999998</c:v>
                </c:pt>
                <c:pt idx="11579">
                  <c:v>16.401</c:v>
                </c:pt>
                <c:pt idx="11580">
                  <c:v>16.4192</c:v>
                </c:pt>
                <c:pt idx="11581">
                  <c:v>16.424099999999999</c:v>
                </c:pt>
                <c:pt idx="11582">
                  <c:v>16.412099999999999</c:v>
                </c:pt>
                <c:pt idx="11583">
                  <c:v>16.184000000000001</c:v>
                </c:pt>
                <c:pt idx="11584">
                  <c:v>16.054200000000002</c:v>
                </c:pt>
                <c:pt idx="11585">
                  <c:v>16.1982</c:v>
                </c:pt>
                <c:pt idx="11586">
                  <c:v>16.375499999999999</c:v>
                </c:pt>
                <c:pt idx="11587">
                  <c:v>16.115500000000001</c:v>
                </c:pt>
                <c:pt idx="11588">
                  <c:v>15.6249</c:v>
                </c:pt>
                <c:pt idx="11589">
                  <c:v>15.3788</c:v>
                </c:pt>
                <c:pt idx="11590">
                  <c:v>15.2064</c:v>
                </c:pt>
                <c:pt idx="11591">
                  <c:v>15.0769</c:v>
                </c:pt>
                <c:pt idx="11592">
                  <c:v>15.279299999999999</c:v>
                </c:pt>
                <c:pt idx="11593">
                  <c:v>15.1967</c:v>
                </c:pt>
                <c:pt idx="11594">
                  <c:v>14.808999999999999</c:v>
                </c:pt>
                <c:pt idx="11595">
                  <c:v>14.505699999999999</c:v>
                </c:pt>
                <c:pt idx="11596">
                  <c:v>14.335000000000001</c:v>
                </c:pt>
                <c:pt idx="11597">
                  <c:v>13.7911</c:v>
                </c:pt>
                <c:pt idx="11598">
                  <c:v>13.255100000000001</c:v>
                </c:pt>
                <c:pt idx="11599">
                  <c:v>13.083299999999999</c:v>
                </c:pt>
                <c:pt idx="11600">
                  <c:v>12.757899999999999</c:v>
                </c:pt>
                <c:pt idx="11601">
                  <c:v>12.2036</c:v>
                </c:pt>
                <c:pt idx="11602">
                  <c:v>11.983000000000001</c:v>
                </c:pt>
                <c:pt idx="11603">
                  <c:v>11.9329</c:v>
                </c:pt>
                <c:pt idx="11604">
                  <c:v>12.1685</c:v>
                </c:pt>
                <c:pt idx="11605">
                  <c:v>12.544499999999999</c:v>
                </c:pt>
                <c:pt idx="11606">
                  <c:v>12.5868</c:v>
                </c:pt>
                <c:pt idx="11607">
                  <c:v>12.408799999999999</c:v>
                </c:pt>
                <c:pt idx="11608">
                  <c:v>12.341699999999999</c:v>
                </c:pt>
                <c:pt idx="11609">
                  <c:v>12.405200000000001</c:v>
                </c:pt>
                <c:pt idx="11610">
                  <c:v>12.6045</c:v>
                </c:pt>
                <c:pt idx="11611">
                  <c:v>13.2319</c:v>
                </c:pt>
                <c:pt idx="11612">
                  <c:v>13.2624</c:v>
                </c:pt>
                <c:pt idx="11613">
                  <c:v>13.552300000000001</c:v>
                </c:pt>
                <c:pt idx="11614">
                  <c:v>14.480700000000001</c:v>
                </c:pt>
                <c:pt idx="11615">
                  <c:v>15.016299999999999</c:v>
                </c:pt>
                <c:pt idx="11616">
                  <c:v>15.4467</c:v>
                </c:pt>
                <c:pt idx="11617">
                  <c:v>15.870100000000001</c:v>
                </c:pt>
                <c:pt idx="11618">
                  <c:v>16.149000000000001</c:v>
                </c:pt>
                <c:pt idx="11619">
                  <c:v>16.356000000000002</c:v>
                </c:pt>
                <c:pt idx="11620">
                  <c:v>16.351700000000001</c:v>
                </c:pt>
                <c:pt idx="11621">
                  <c:v>16.274699999999999</c:v>
                </c:pt>
                <c:pt idx="11622">
                  <c:v>16.106000000000002</c:v>
                </c:pt>
                <c:pt idx="11623">
                  <c:v>16.2745</c:v>
                </c:pt>
                <c:pt idx="11624">
                  <c:v>16.689599999999999</c:v>
                </c:pt>
                <c:pt idx="11625">
                  <c:v>16.746400000000001</c:v>
                </c:pt>
                <c:pt idx="11626">
                  <c:v>16.543299999999999</c:v>
                </c:pt>
                <c:pt idx="11627">
                  <c:v>16.651299999999999</c:v>
                </c:pt>
                <c:pt idx="11628">
                  <c:v>17.268000000000001</c:v>
                </c:pt>
                <c:pt idx="11629">
                  <c:v>18.2956</c:v>
                </c:pt>
                <c:pt idx="11630">
                  <c:v>19.3995</c:v>
                </c:pt>
                <c:pt idx="11631">
                  <c:v>20.334</c:v>
                </c:pt>
                <c:pt idx="11632">
                  <c:v>21.398700000000002</c:v>
                </c:pt>
                <c:pt idx="11633">
                  <c:v>22.153700000000001</c:v>
                </c:pt>
                <c:pt idx="11634">
                  <c:v>22.6709</c:v>
                </c:pt>
                <c:pt idx="11635">
                  <c:v>23.034600000000001</c:v>
                </c:pt>
                <c:pt idx="11636">
                  <c:v>23.096499999999999</c:v>
                </c:pt>
                <c:pt idx="11637">
                  <c:v>23.0519</c:v>
                </c:pt>
                <c:pt idx="11638">
                  <c:v>22.680499999999999</c:v>
                </c:pt>
                <c:pt idx="11639">
                  <c:v>22.0608</c:v>
                </c:pt>
                <c:pt idx="11640">
                  <c:v>21.357800000000001</c:v>
                </c:pt>
                <c:pt idx="11641">
                  <c:v>20.7196</c:v>
                </c:pt>
                <c:pt idx="11642">
                  <c:v>20.040800000000001</c:v>
                </c:pt>
                <c:pt idx="11643">
                  <c:v>19.759</c:v>
                </c:pt>
                <c:pt idx="11644">
                  <c:v>20.031600000000001</c:v>
                </c:pt>
                <c:pt idx="11645">
                  <c:v>20.447500000000002</c:v>
                </c:pt>
                <c:pt idx="11646">
                  <c:v>20.975999999999999</c:v>
                </c:pt>
                <c:pt idx="11647">
                  <c:v>21.526700000000002</c:v>
                </c:pt>
                <c:pt idx="11648">
                  <c:v>22.072700000000001</c:v>
                </c:pt>
                <c:pt idx="11649">
                  <c:v>22.282900000000001</c:v>
                </c:pt>
                <c:pt idx="11650">
                  <c:v>21.952200000000001</c:v>
                </c:pt>
                <c:pt idx="11651">
                  <c:v>21.396599999999999</c:v>
                </c:pt>
                <c:pt idx="11652">
                  <c:v>21.533300000000001</c:v>
                </c:pt>
                <c:pt idx="11653">
                  <c:v>21.722200000000001</c:v>
                </c:pt>
                <c:pt idx="11654">
                  <c:v>21.509</c:v>
                </c:pt>
                <c:pt idx="11655">
                  <c:v>21.458200000000001</c:v>
                </c:pt>
                <c:pt idx="11656">
                  <c:v>21.3308</c:v>
                </c:pt>
                <c:pt idx="11657">
                  <c:v>21.3428</c:v>
                </c:pt>
                <c:pt idx="11658">
                  <c:v>21.0504</c:v>
                </c:pt>
                <c:pt idx="11659">
                  <c:v>20.438800000000001</c:v>
                </c:pt>
                <c:pt idx="11660">
                  <c:v>20.3629</c:v>
                </c:pt>
                <c:pt idx="11661">
                  <c:v>20.051600000000001</c:v>
                </c:pt>
                <c:pt idx="11662">
                  <c:v>19.6568</c:v>
                </c:pt>
                <c:pt idx="11663">
                  <c:v>19.481400000000001</c:v>
                </c:pt>
                <c:pt idx="11664">
                  <c:v>19.3767</c:v>
                </c:pt>
                <c:pt idx="11665">
                  <c:v>19.2956</c:v>
                </c:pt>
                <c:pt idx="11666">
                  <c:v>19.337599999999998</c:v>
                </c:pt>
                <c:pt idx="11667">
                  <c:v>19.108499999999999</c:v>
                </c:pt>
                <c:pt idx="11668">
                  <c:v>18.750599999999999</c:v>
                </c:pt>
                <c:pt idx="11669">
                  <c:v>18.414899999999999</c:v>
                </c:pt>
                <c:pt idx="11670">
                  <c:v>17.7361</c:v>
                </c:pt>
                <c:pt idx="11671">
                  <c:v>17.253699999999998</c:v>
                </c:pt>
                <c:pt idx="11672">
                  <c:v>16.655899999999999</c:v>
                </c:pt>
                <c:pt idx="11673">
                  <c:v>16.317299999999999</c:v>
                </c:pt>
                <c:pt idx="11674">
                  <c:v>16.340399999999999</c:v>
                </c:pt>
                <c:pt idx="11675">
                  <c:v>16.379799999999999</c:v>
                </c:pt>
                <c:pt idx="11676">
                  <c:v>16.491499999999998</c:v>
                </c:pt>
                <c:pt idx="11677">
                  <c:v>16.430800000000001</c:v>
                </c:pt>
                <c:pt idx="11678">
                  <c:v>16.343499999999999</c:v>
                </c:pt>
                <c:pt idx="11679">
                  <c:v>16.4251</c:v>
                </c:pt>
                <c:pt idx="11680">
                  <c:v>16.675599999999999</c:v>
                </c:pt>
                <c:pt idx="11681">
                  <c:v>16.791499999999999</c:v>
                </c:pt>
                <c:pt idx="11682">
                  <c:v>16.636500000000002</c:v>
                </c:pt>
                <c:pt idx="11683">
                  <c:v>16.675699999999999</c:v>
                </c:pt>
                <c:pt idx="11684">
                  <c:v>17.043399999999998</c:v>
                </c:pt>
                <c:pt idx="11685">
                  <c:v>17.407900000000001</c:v>
                </c:pt>
                <c:pt idx="11686">
                  <c:v>17.383900000000001</c:v>
                </c:pt>
                <c:pt idx="11687">
                  <c:v>17.577300000000001</c:v>
                </c:pt>
                <c:pt idx="11688">
                  <c:v>17.630600000000001</c:v>
                </c:pt>
                <c:pt idx="11689">
                  <c:v>17.6008</c:v>
                </c:pt>
                <c:pt idx="11690">
                  <c:v>17.623999999999999</c:v>
                </c:pt>
                <c:pt idx="11691">
                  <c:v>17.718299999999999</c:v>
                </c:pt>
                <c:pt idx="11692">
                  <c:v>18.1099</c:v>
                </c:pt>
                <c:pt idx="11693">
                  <c:v>18.363900000000001</c:v>
                </c:pt>
                <c:pt idx="11694">
                  <c:v>18.4209</c:v>
                </c:pt>
                <c:pt idx="11695">
                  <c:v>18.071899999999999</c:v>
                </c:pt>
                <c:pt idx="11696">
                  <c:v>17.793700000000001</c:v>
                </c:pt>
                <c:pt idx="11697">
                  <c:v>17.548100000000002</c:v>
                </c:pt>
                <c:pt idx="11698">
                  <c:v>17.1462</c:v>
                </c:pt>
                <c:pt idx="11699">
                  <c:v>17.035799999999998</c:v>
                </c:pt>
                <c:pt idx="11700">
                  <c:v>17.287199999999999</c:v>
                </c:pt>
                <c:pt idx="11701">
                  <c:v>17.944800000000001</c:v>
                </c:pt>
                <c:pt idx="11702">
                  <c:v>18.6023</c:v>
                </c:pt>
                <c:pt idx="11703">
                  <c:v>19.1311</c:v>
                </c:pt>
                <c:pt idx="11704">
                  <c:v>19.644100000000002</c:v>
                </c:pt>
                <c:pt idx="11705">
                  <c:v>20.087299999999999</c:v>
                </c:pt>
                <c:pt idx="11706">
                  <c:v>20.733699999999999</c:v>
                </c:pt>
                <c:pt idx="11707">
                  <c:v>21.517499999999998</c:v>
                </c:pt>
                <c:pt idx="11708">
                  <c:v>21.834700000000002</c:v>
                </c:pt>
                <c:pt idx="11709">
                  <c:v>22.114000000000001</c:v>
                </c:pt>
                <c:pt idx="11710">
                  <c:v>22.226700000000001</c:v>
                </c:pt>
                <c:pt idx="11711">
                  <c:v>22.4817</c:v>
                </c:pt>
                <c:pt idx="11712">
                  <c:v>22.5867</c:v>
                </c:pt>
                <c:pt idx="11713">
                  <c:v>22.902799999999999</c:v>
                </c:pt>
                <c:pt idx="11714">
                  <c:v>23.730499999999999</c:v>
                </c:pt>
                <c:pt idx="11715">
                  <c:v>24.1647</c:v>
                </c:pt>
                <c:pt idx="11716">
                  <c:v>24.377800000000001</c:v>
                </c:pt>
                <c:pt idx="11717">
                  <c:v>24.314900000000002</c:v>
                </c:pt>
                <c:pt idx="11718">
                  <c:v>24.571000000000002</c:v>
                </c:pt>
                <c:pt idx="11719">
                  <c:v>25.267900000000001</c:v>
                </c:pt>
                <c:pt idx="11720">
                  <c:v>26.0047</c:v>
                </c:pt>
                <c:pt idx="11721">
                  <c:v>26.578299999999999</c:v>
                </c:pt>
                <c:pt idx="11722">
                  <c:v>27.201499999999999</c:v>
                </c:pt>
                <c:pt idx="11723">
                  <c:v>27.719799999999999</c:v>
                </c:pt>
                <c:pt idx="11724">
                  <c:v>28.347999999999999</c:v>
                </c:pt>
                <c:pt idx="11725">
                  <c:v>29.019600000000001</c:v>
                </c:pt>
                <c:pt idx="11726">
                  <c:v>29.595099999999999</c:v>
                </c:pt>
                <c:pt idx="11727">
                  <c:v>30.500499999999999</c:v>
                </c:pt>
                <c:pt idx="11728">
                  <c:v>31.3064</c:v>
                </c:pt>
                <c:pt idx="11729">
                  <c:v>31.792300000000001</c:v>
                </c:pt>
                <c:pt idx="11730">
                  <c:v>32.281199999999998</c:v>
                </c:pt>
                <c:pt idx="11731">
                  <c:v>32.635399999999997</c:v>
                </c:pt>
                <c:pt idx="11732">
                  <c:v>33.095199999999998</c:v>
                </c:pt>
                <c:pt idx="11733">
                  <c:v>33.636200000000002</c:v>
                </c:pt>
                <c:pt idx="11734">
                  <c:v>34.572200000000002</c:v>
                </c:pt>
                <c:pt idx="11735">
                  <c:v>35.697200000000002</c:v>
                </c:pt>
                <c:pt idx="11736">
                  <c:v>36.6828</c:v>
                </c:pt>
                <c:pt idx="11737">
                  <c:v>37.852800000000002</c:v>
                </c:pt>
                <c:pt idx="11738">
                  <c:v>39.5122</c:v>
                </c:pt>
                <c:pt idx="11739">
                  <c:v>41.461799999999997</c:v>
                </c:pt>
                <c:pt idx="11740">
                  <c:v>42.918599999999998</c:v>
                </c:pt>
                <c:pt idx="11741">
                  <c:v>44.522100000000002</c:v>
                </c:pt>
                <c:pt idx="11742">
                  <c:v>46.307200000000002</c:v>
                </c:pt>
                <c:pt idx="11743">
                  <c:v>48.779000000000003</c:v>
                </c:pt>
                <c:pt idx="11744">
                  <c:v>51.392200000000003</c:v>
                </c:pt>
                <c:pt idx="11745">
                  <c:v>54.355800000000002</c:v>
                </c:pt>
                <c:pt idx="11746">
                  <c:v>57.756500000000003</c:v>
                </c:pt>
                <c:pt idx="11747">
                  <c:v>61.7498</c:v>
                </c:pt>
                <c:pt idx="11748">
                  <c:v>66.574200000000005</c:v>
                </c:pt>
                <c:pt idx="11749">
                  <c:v>71.816100000000006</c:v>
                </c:pt>
                <c:pt idx="11750">
                  <c:v>77.639200000000002</c:v>
                </c:pt>
                <c:pt idx="11751">
                  <c:v>84.17</c:v>
                </c:pt>
                <c:pt idx="11752">
                  <c:v>92.0595</c:v>
                </c:pt>
                <c:pt idx="11753">
                  <c:v>101.599</c:v>
                </c:pt>
                <c:pt idx="11754">
                  <c:v>112.956</c:v>
                </c:pt>
                <c:pt idx="11755">
                  <c:v>126.408</c:v>
                </c:pt>
                <c:pt idx="11756">
                  <c:v>141.762</c:v>
                </c:pt>
                <c:pt idx="11757">
                  <c:v>158.71</c:v>
                </c:pt>
                <c:pt idx="11758">
                  <c:v>177.18600000000001</c:v>
                </c:pt>
                <c:pt idx="11759">
                  <c:v>196.12</c:v>
                </c:pt>
                <c:pt idx="11760">
                  <c:v>213.934</c:v>
                </c:pt>
                <c:pt idx="11761">
                  <c:v>230.15700000000001</c:v>
                </c:pt>
                <c:pt idx="11762">
                  <c:v>245.43199999999999</c:v>
                </c:pt>
                <c:pt idx="11763">
                  <c:v>260.315</c:v>
                </c:pt>
                <c:pt idx="11764">
                  <c:v>275.70400000000001</c:v>
                </c:pt>
                <c:pt idx="11765">
                  <c:v>292.93700000000001</c:v>
                </c:pt>
                <c:pt idx="11766">
                  <c:v>315.536</c:v>
                </c:pt>
                <c:pt idx="11767">
                  <c:v>346.94</c:v>
                </c:pt>
                <c:pt idx="11768">
                  <c:v>389.90800000000002</c:v>
                </c:pt>
                <c:pt idx="11769">
                  <c:v>447.82600000000002</c:v>
                </c:pt>
                <c:pt idx="11770">
                  <c:v>523.86900000000003</c:v>
                </c:pt>
                <c:pt idx="11771">
                  <c:v>617.53</c:v>
                </c:pt>
                <c:pt idx="11772">
                  <c:v>724.77099999999996</c:v>
                </c:pt>
                <c:pt idx="11773">
                  <c:v>843.94</c:v>
                </c:pt>
                <c:pt idx="11774">
                  <c:v>972.61800000000005</c:v>
                </c:pt>
                <c:pt idx="11775">
                  <c:v>1098.05</c:v>
                </c:pt>
                <c:pt idx="11776">
                  <c:v>1203.42</c:v>
                </c:pt>
                <c:pt idx="11777">
                  <c:v>1283.23</c:v>
                </c:pt>
                <c:pt idx="11778">
                  <c:v>1336.11</c:v>
                </c:pt>
                <c:pt idx="11779">
                  <c:v>1354.69</c:v>
                </c:pt>
                <c:pt idx="11780">
                  <c:v>1333.93</c:v>
                </c:pt>
                <c:pt idx="11781">
                  <c:v>1278.3699999999999</c:v>
                </c:pt>
                <c:pt idx="11782">
                  <c:v>1200.21</c:v>
                </c:pt>
                <c:pt idx="11783">
                  <c:v>1108.67</c:v>
                </c:pt>
                <c:pt idx="11784">
                  <c:v>1008.66</c:v>
                </c:pt>
                <c:pt idx="11785">
                  <c:v>906.74199999999996</c:v>
                </c:pt>
                <c:pt idx="11786">
                  <c:v>813.25</c:v>
                </c:pt>
                <c:pt idx="11787">
                  <c:v>735.63499999999999</c:v>
                </c:pt>
                <c:pt idx="11788">
                  <c:v>675.08199999999999</c:v>
                </c:pt>
                <c:pt idx="11789">
                  <c:v>630.10400000000004</c:v>
                </c:pt>
                <c:pt idx="11790">
                  <c:v>599.50099999999998</c:v>
                </c:pt>
                <c:pt idx="11791">
                  <c:v>579.625</c:v>
                </c:pt>
                <c:pt idx="11792">
                  <c:v>563.96199999999999</c:v>
                </c:pt>
                <c:pt idx="11793">
                  <c:v>547.35799999999995</c:v>
                </c:pt>
                <c:pt idx="11794">
                  <c:v>527.36</c:v>
                </c:pt>
                <c:pt idx="11795">
                  <c:v>501.10899999999998</c:v>
                </c:pt>
                <c:pt idx="11796">
                  <c:v>467.06299999999999</c:v>
                </c:pt>
                <c:pt idx="11797">
                  <c:v>427.16</c:v>
                </c:pt>
                <c:pt idx="11798">
                  <c:v>384.46800000000002</c:v>
                </c:pt>
                <c:pt idx="11799">
                  <c:v>341.99700000000001</c:v>
                </c:pt>
                <c:pt idx="11800">
                  <c:v>301.858</c:v>
                </c:pt>
                <c:pt idx="11801">
                  <c:v>266.04500000000002</c:v>
                </c:pt>
                <c:pt idx="11802">
                  <c:v>235.51400000000001</c:v>
                </c:pt>
                <c:pt idx="11803">
                  <c:v>210.36699999999999</c:v>
                </c:pt>
                <c:pt idx="11804">
                  <c:v>191.048</c:v>
                </c:pt>
                <c:pt idx="11805">
                  <c:v>176.768</c:v>
                </c:pt>
                <c:pt idx="11806">
                  <c:v>166.30199999999999</c:v>
                </c:pt>
                <c:pt idx="11807">
                  <c:v>158.364</c:v>
                </c:pt>
                <c:pt idx="11808">
                  <c:v>152.78299999999999</c:v>
                </c:pt>
                <c:pt idx="11809">
                  <c:v>149.09800000000001</c:v>
                </c:pt>
                <c:pt idx="11810">
                  <c:v>147.374</c:v>
                </c:pt>
                <c:pt idx="11811">
                  <c:v>147.15799999999999</c:v>
                </c:pt>
                <c:pt idx="11812">
                  <c:v>147.75399999999999</c:v>
                </c:pt>
                <c:pt idx="11813">
                  <c:v>149.92699999999999</c:v>
                </c:pt>
                <c:pt idx="11814">
                  <c:v>153.501</c:v>
                </c:pt>
                <c:pt idx="11815">
                  <c:v>158.655</c:v>
                </c:pt>
                <c:pt idx="11816">
                  <c:v>165.827</c:v>
                </c:pt>
                <c:pt idx="11817">
                  <c:v>175.511</c:v>
                </c:pt>
                <c:pt idx="11818">
                  <c:v>187.774</c:v>
                </c:pt>
                <c:pt idx="11819">
                  <c:v>203.47900000000001</c:v>
                </c:pt>
                <c:pt idx="11820">
                  <c:v>223.51</c:v>
                </c:pt>
                <c:pt idx="11821">
                  <c:v>249.07499999999999</c:v>
                </c:pt>
                <c:pt idx="11822">
                  <c:v>280.85899999999998</c:v>
                </c:pt>
                <c:pt idx="11823">
                  <c:v>319.37</c:v>
                </c:pt>
                <c:pt idx="11824">
                  <c:v>363.98</c:v>
                </c:pt>
                <c:pt idx="11825">
                  <c:v>413.18900000000002</c:v>
                </c:pt>
                <c:pt idx="11826">
                  <c:v>466.31</c:v>
                </c:pt>
                <c:pt idx="11827">
                  <c:v>520.73800000000006</c:v>
                </c:pt>
                <c:pt idx="11828">
                  <c:v>571.64800000000002</c:v>
                </c:pt>
                <c:pt idx="11829">
                  <c:v>615.63400000000001</c:v>
                </c:pt>
                <c:pt idx="11830">
                  <c:v>652.97199999999998</c:v>
                </c:pt>
                <c:pt idx="11831">
                  <c:v>683.67399999999998</c:v>
                </c:pt>
                <c:pt idx="11832">
                  <c:v>708.26599999999996</c:v>
                </c:pt>
                <c:pt idx="11833">
                  <c:v>731.40800000000002</c:v>
                </c:pt>
                <c:pt idx="11834">
                  <c:v>760.12599999999998</c:v>
                </c:pt>
                <c:pt idx="11835">
                  <c:v>800.803</c:v>
                </c:pt>
                <c:pt idx="11836">
                  <c:v>857.49</c:v>
                </c:pt>
                <c:pt idx="11837">
                  <c:v>932.70399999999995</c:v>
                </c:pt>
                <c:pt idx="11838">
                  <c:v>1028.77</c:v>
                </c:pt>
                <c:pt idx="11839">
                  <c:v>1147.8800000000001</c:v>
                </c:pt>
                <c:pt idx="11840">
                  <c:v>1286.1600000000001</c:v>
                </c:pt>
                <c:pt idx="11841">
                  <c:v>1429.15</c:v>
                </c:pt>
                <c:pt idx="11842">
                  <c:v>1564.94</c:v>
                </c:pt>
                <c:pt idx="11843">
                  <c:v>1689.42</c:v>
                </c:pt>
                <c:pt idx="11844">
                  <c:v>1790.92</c:v>
                </c:pt>
                <c:pt idx="11845">
                  <c:v>1848.13</c:v>
                </c:pt>
                <c:pt idx="11846">
                  <c:v>1850.41</c:v>
                </c:pt>
                <c:pt idx="11847">
                  <c:v>1804.1</c:v>
                </c:pt>
                <c:pt idx="11848">
                  <c:v>1713.97</c:v>
                </c:pt>
                <c:pt idx="11849">
                  <c:v>1581.02</c:v>
                </c:pt>
                <c:pt idx="11850">
                  <c:v>1415.94</c:v>
                </c:pt>
                <c:pt idx="11851">
                  <c:v>1237.6400000000001</c:v>
                </c:pt>
                <c:pt idx="11852">
                  <c:v>1063.74</c:v>
                </c:pt>
                <c:pt idx="11853">
                  <c:v>903.87900000000002</c:v>
                </c:pt>
                <c:pt idx="11854">
                  <c:v>763.81100000000004</c:v>
                </c:pt>
                <c:pt idx="11855">
                  <c:v>648.29</c:v>
                </c:pt>
                <c:pt idx="11856">
                  <c:v>558.82600000000002</c:v>
                </c:pt>
                <c:pt idx="11857">
                  <c:v>493.339</c:v>
                </c:pt>
                <c:pt idx="11858">
                  <c:v>447.76600000000002</c:v>
                </c:pt>
                <c:pt idx="11859">
                  <c:v>417.06400000000002</c:v>
                </c:pt>
                <c:pt idx="11860">
                  <c:v>395.41</c:v>
                </c:pt>
                <c:pt idx="11861">
                  <c:v>377.56200000000001</c:v>
                </c:pt>
                <c:pt idx="11862">
                  <c:v>360.596</c:v>
                </c:pt>
                <c:pt idx="11863">
                  <c:v>342.35700000000003</c:v>
                </c:pt>
                <c:pt idx="11864">
                  <c:v>321.62799999999999</c:v>
                </c:pt>
                <c:pt idx="11865">
                  <c:v>298.00299999999999</c:v>
                </c:pt>
                <c:pt idx="11866">
                  <c:v>272.61200000000002</c:v>
                </c:pt>
                <c:pt idx="11867">
                  <c:v>246.422</c:v>
                </c:pt>
                <c:pt idx="11868">
                  <c:v>220.95</c:v>
                </c:pt>
                <c:pt idx="11869">
                  <c:v>197.476</c:v>
                </c:pt>
                <c:pt idx="11870">
                  <c:v>176.35</c:v>
                </c:pt>
                <c:pt idx="11871">
                  <c:v>158.298</c:v>
                </c:pt>
                <c:pt idx="11872">
                  <c:v>143.29900000000001</c:v>
                </c:pt>
                <c:pt idx="11873">
                  <c:v>131.18199999999999</c:v>
                </c:pt>
                <c:pt idx="11874">
                  <c:v>121.194</c:v>
                </c:pt>
                <c:pt idx="11875">
                  <c:v>113.161</c:v>
                </c:pt>
                <c:pt idx="11876">
                  <c:v>106.29600000000001</c:v>
                </c:pt>
                <c:pt idx="11877">
                  <c:v>100.15600000000001</c:v>
                </c:pt>
                <c:pt idx="11878">
                  <c:v>94.899900000000002</c:v>
                </c:pt>
                <c:pt idx="11879">
                  <c:v>90.525899999999993</c:v>
                </c:pt>
                <c:pt idx="11880">
                  <c:v>86.944500000000005</c:v>
                </c:pt>
                <c:pt idx="11881">
                  <c:v>83.811300000000003</c:v>
                </c:pt>
                <c:pt idx="11882">
                  <c:v>81.521900000000002</c:v>
                </c:pt>
                <c:pt idx="11883">
                  <c:v>80.109800000000007</c:v>
                </c:pt>
                <c:pt idx="11884">
                  <c:v>79.026899999999998</c:v>
                </c:pt>
                <c:pt idx="11885">
                  <c:v>78.241200000000006</c:v>
                </c:pt>
                <c:pt idx="11886">
                  <c:v>77.916200000000003</c:v>
                </c:pt>
                <c:pt idx="11887">
                  <c:v>77.492000000000004</c:v>
                </c:pt>
                <c:pt idx="11888">
                  <c:v>77.191699999999997</c:v>
                </c:pt>
                <c:pt idx="11889">
                  <c:v>76.883300000000006</c:v>
                </c:pt>
                <c:pt idx="11890">
                  <c:v>76.0471</c:v>
                </c:pt>
                <c:pt idx="11891">
                  <c:v>75.281700000000001</c:v>
                </c:pt>
                <c:pt idx="11892">
                  <c:v>74.611800000000002</c:v>
                </c:pt>
                <c:pt idx="11893">
                  <c:v>74.587900000000005</c:v>
                </c:pt>
                <c:pt idx="11894">
                  <c:v>75.260300000000001</c:v>
                </c:pt>
                <c:pt idx="11895">
                  <c:v>76.146500000000003</c:v>
                </c:pt>
                <c:pt idx="11896">
                  <c:v>77.791899999999998</c:v>
                </c:pt>
                <c:pt idx="11897">
                  <c:v>80.472099999999998</c:v>
                </c:pt>
                <c:pt idx="11898">
                  <c:v>84.603099999999998</c:v>
                </c:pt>
                <c:pt idx="11899">
                  <c:v>90.168800000000005</c:v>
                </c:pt>
                <c:pt idx="11900">
                  <c:v>96.393900000000002</c:v>
                </c:pt>
                <c:pt idx="11901">
                  <c:v>102.446</c:v>
                </c:pt>
                <c:pt idx="11902">
                  <c:v>108.44799999999999</c:v>
                </c:pt>
                <c:pt idx="11903">
                  <c:v>113.86799999999999</c:v>
                </c:pt>
                <c:pt idx="11904">
                  <c:v>117.789</c:v>
                </c:pt>
                <c:pt idx="11905">
                  <c:v>119.209</c:v>
                </c:pt>
                <c:pt idx="11906">
                  <c:v>118.411</c:v>
                </c:pt>
                <c:pt idx="11907">
                  <c:v>115.643</c:v>
                </c:pt>
                <c:pt idx="11908">
                  <c:v>110.60299999999999</c:v>
                </c:pt>
                <c:pt idx="11909">
                  <c:v>103.7</c:v>
                </c:pt>
                <c:pt idx="11910">
                  <c:v>96.139099999999999</c:v>
                </c:pt>
                <c:pt idx="11911">
                  <c:v>88.476900000000001</c:v>
                </c:pt>
                <c:pt idx="11912">
                  <c:v>81.269800000000004</c:v>
                </c:pt>
                <c:pt idx="11913">
                  <c:v>75.444699999999997</c:v>
                </c:pt>
                <c:pt idx="11914">
                  <c:v>70.467600000000004</c:v>
                </c:pt>
                <c:pt idx="11915">
                  <c:v>66.432199999999995</c:v>
                </c:pt>
                <c:pt idx="11916">
                  <c:v>63.415199999999999</c:v>
                </c:pt>
                <c:pt idx="11917">
                  <c:v>61.105699999999999</c:v>
                </c:pt>
                <c:pt idx="11918">
                  <c:v>59.680500000000002</c:v>
                </c:pt>
                <c:pt idx="11919">
                  <c:v>58.841999999999999</c:v>
                </c:pt>
                <c:pt idx="11920">
                  <c:v>58.097200000000001</c:v>
                </c:pt>
                <c:pt idx="11921">
                  <c:v>57.278799999999997</c:v>
                </c:pt>
                <c:pt idx="11922">
                  <c:v>56.375799999999998</c:v>
                </c:pt>
                <c:pt idx="11923">
                  <c:v>55.084000000000003</c:v>
                </c:pt>
                <c:pt idx="11924">
                  <c:v>53.5929</c:v>
                </c:pt>
                <c:pt idx="11925">
                  <c:v>52.164200000000001</c:v>
                </c:pt>
                <c:pt idx="11926">
                  <c:v>50.882800000000003</c:v>
                </c:pt>
                <c:pt idx="11927">
                  <c:v>49.477800000000002</c:v>
                </c:pt>
                <c:pt idx="11928">
                  <c:v>47.908700000000003</c:v>
                </c:pt>
                <c:pt idx="11929">
                  <c:v>46.533299999999997</c:v>
                </c:pt>
                <c:pt idx="11930">
                  <c:v>45.669899999999998</c:v>
                </c:pt>
                <c:pt idx="11931">
                  <c:v>45.029800000000002</c:v>
                </c:pt>
                <c:pt idx="11932">
                  <c:v>44.7333</c:v>
                </c:pt>
                <c:pt idx="11933">
                  <c:v>44.530900000000003</c:v>
                </c:pt>
                <c:pt idx="11934">
                  <c:v>43.741500000000002</c:v>
                </c:pt>
                <c:pt idx="11935">
                  <c:v>42.931600000000003</c:v>
                </c:pt>
                <c:pt idx="11936">
                  <c:v>42.5227</c:v>
                </c:pt>
                <c:pt idx="11937">
                  <c:v>42.398600000000002</c:v>
                </c:pt>
                <c:pt idx="11938">
                  <c:v>42.2821</c:v>
                </c:pt>
                <c:pt idx="11939">
                  <c:v>42.035800000000002</c:v>
                </c:pt>
                <c:pt idx="11940">
                  <c:v>41.684699999999999</c:v>
                </c:pt>
                <c:pt idx="11941">
                  <c:v>41.544400000000003</c:v>
                </c:pt>
                <c:pt idx="11942">
                  <c:v>41.313499999999998</c:v>
                </c:pt>
                <c:pt idx="11943">
                  <c:v>41.191800000000001</c:v>
                </c:pt>
                <c:pt idx="11944">
                  <c:v>41.042499999999997</c:v>
                </c:pt>
                <c:pt idx="11945">
                  <c:v>41.180700000000002</c:v>
                </c:pt>
                <c:pt idx="11946">
                  <c:v>41.670299999999997</c:v>
                </c:pt>
                <c:pt idx="11947">
                  <c:v>42.18</c:v>
                </c:pt>
                <c:pt idx="11948">
                  <c:v>42.868499999999997</c:v>
                </c:pt>
                <c:pt idx="11949">
                  <c:v>43.783700000000003</c:v>
                </c:pt>
                <c:pt idx="11950">
                  <c:v>44.420299999999997</c:v>
                </c:pt>
                <c:pt idx="11951">
                  <c:v>44.784999999999997</c:v>
                </c:pt>
                <c:pt idx="11952">
                  <c:v>45.396799999999999</c:v>
                </c:pt>
                <c:pt idx="11953">
                  <c:v>46.116999999999997</c:v>
                </c:pt>
                <c:pt idx="11954">
                  <c:v>46.625399999999999</c:v>
                </c:pt>
                <c:pt idx="11955">
                  <c:v>47.088700000000003</c:v>
                </c:pt>
                <c:pt idx="11956">
                  <c:v>47.737400000000001</c:v>
                </c:pt>
                <c:pt idx="11957">
                  <c:v>48.873899999999999</c:v>
                </c:pt>
                <c:pt idx="11958">
                  <c:v>50.327300000000001</c:v>
                </c:pt>
                <c:pt idx="11959">
                  <c:v>51.732300000000002</c:v>
                </c:pt>
                <c:pt idx="11960">
                  <c:v>53.3872</c:v>
                </c:pt>
                <c:pt idx="11961">
                  <c:v>55.165100000000002</c:v>
                </c:pt>
                <c:pt idx="11962">
                  <c:v>57.363300000000002</c:v>
                </c:pt>
                <c:pt idx="11963">
                  <c:v>59.671700000000001</c:v>
                </c:pt>
                <c:pt idx="11964">
                  <c:v>62.002000000000002</c:v>
                </c:pt>
                <c:pt idx="11965">
                  <c:v>64.631200000000007</c:v>
                </c:pt>
                <c:pt idx="11966">
                  <c:v>67.720200000000006</c:v>
                </c:pt>
                <c:pt idx="11967">
                  <c:v>71.326499999999996</c:v>
                </c:pt>
                <c:pt idx="11968">
                  <c:v>75.326400000000007</c:v>
                </c:pt>
                <c:pt idx="11969">
                  <c:v>80.087000000000003</c:v>
                </c:pt>
                <c:pt idx="11970">
                  <c:v>85.448099999999997</c:v>
                </c:pt>
                <c:pt idx="11971">
                  <c:v>91.084100000000007</c:v>
                </c:pt>
                <c:pt idx="11972">
                  <c:v>97.325000000000003</c:v>
                </c:pt>
                <c:pt idx="11973">
                  <c:v>104.877</c:v>
                </c:pt>
                <c:pt idx="11974">
                  <c:v>113.014</c:v>
                </c:pt>
                <c:pt idx="11975">
                  <c:v>121.792</c:v>
                </c:pt>
                <c:pt idx="11976">
                  <c:v>130.68700000000001</c:v>
                </c:pt>
                <c:pt idx="11977">
                  <c:v>138.97900000000001</c:v>
                </c:pt>
                <c:pt idx="11978">
                  <c:v>147.08199999999999</c:v>
                </c:pt>
                <c:pt idx="11979">
                  <c:v>155.66499999999999</c:v>
                </c:pt>
                <c:pt idx="11980">
                  <c:v>165.28800000000001</c:v>
                </c:pt>
                <c:pt idx="11981">
                  <c:v>176.33500000000001</c:v>
                </c:pt>
                <c:pt idx="11982">
                  <c:v>189.76300000000001</c:v>
                </c:pt>
                <c:pt idx="11983">
                  <c:v>206.19200000000001</c:v>
                </c:pt>
                <c:pt idx="11984">
                  <c:v>224.34700000000001</c:v>
                </c:pt>
                <c:pt idx="11985">
                  <c:v>241.64500000000001</c:v>
                </c:pt>
                <c:pt idx="11986">
                  <c:v>258.02300000000002</c:v>
                </c:pt>
                <c:pt idx="11987">
                  <c:v>274.423</c:v>
                </c:pt>
                <c:pt idx="11988">
                  <c:v>292.83</c:v>
                </c:pt>
                <c:pt idx="11989">
                  <c:v>314.57600000000002</c:v>
                </c:pt>
                <c:pt idx="11990">
                  <c:v>338.36200000000002</c:v>
                </c:pt>
                <c:pt idx="11991">
                  <c:v>360.82799999999997</c:v>
                </c:pt>
                <c:pt idx="11992">
                  <c:v>379.57799999999997</c:v>
                </c:pt>
                <c:pt idx="11993">
                  <c:v>393.46199999999999</c:v>
                </c:pt>
                <c:pt idx="11994">
                  <c:v>400.66</c:v>
                </c:pt>
                <c:pt idx="11995">
                  <c:v>399.63799999999998</c:v>
                </c:pt>
                <c:pt idx="11996">
                  <c:v>390.78500000000003</c:v>
                </c:pt>
                <c:pt idx="11997">
                  <c:v>375.154</c:v>
                </c:pt>
                <c:pt idx="11998">
                  <c:v>354.87099999999998</c:v>
                </c:pt>
                <c:pt idx="11999">
                  <c:v>332.31</c:v>
                </c:pt>
                <c:pt idx="12000">
                  <c:v>309.86500000000001</c:v>
                </c:pt>
                <c:pt idx="12001">
                  <c:v>290.02699999999999</c:v>
                </c:pt>
                <c:pt idx="12002">
                  <c:v>274.05700000000002</c:v>
                </c:pt>
                <c:pt idx="12003">
                  <c:v>263.11200000000002</c:v>
                </c:pt>
                <c:pt idx="12004">
                  <c:v>256.524</c:v>
                </c:pt>
                <c:pt idx="12005">
                  <c:v>253.58699999999999</c:v>
                </c:pt>
                <c:pt idx="12006">
                  <c:v>253.172</c:v>
                </c:pt>
                <c:pt idx="12007">
                  <c:v>254.21600000000001</c:v>
                </c:pt>
                <c:pt idx="12008">
                  <c:v>255.946</c:v>
                </c:pt>
                <c:pt idx="12009">
                  <c:v>257.90899999999999</c:v>
                </c:pt>
                <c:pt idx="12010">
                  <c:v>260.00200000000001</c:v>
                </c:pt>
                <c:pt idx="12011">
                  <c:v>259.86</c:v>
                </c:pt>
                <c:pt idx="12012">
                  <c:v>254.23400000000001</c:v>
                </c:pt>
                <c:pt idx="12013">
                  <c:v>242.797</c:v>
                </c:pt>
                <c:pt idx="12014">
                  <c:v>228.20500000000001</c:v>
                </c:pt>
                <c:pt idx="12015">
                  <c:v>214.608</c:v>
                </c:pt>
                <c:pt idx="12016">
                  <c:v>203.52699999999999</c:v>
                </c:pt>
                <c:pt idx="12017">
                  <c:v>193.01499999999999</c:v>
                </c:pt>
                <c:pt idx="12018">
                  <c:v>181.61199999999999</c:v>
                </c:pt>
                <c:pt idx="12019">
                  <c:v>169.87200000000001</c:v>
                </c:pt>
                <c:pt idx="12020">
                  <c:v>159.55600000000001</c:v>
                </c:pt>
                <c:pt idx="12021">
                  <c:v>152.233</c:v>
                </c:pt>
                <c:pt idx="12022">
                  <c:v>148.46100000000001</c:v>
                </c:pt>
                <c:pt idx="12023">
                  <c:v>148.25299999999999</c:v>
                </c:pt>
                <c:pt idx="12024">
                  <c:v>150.99799999999999</c:v>
                </c:pt>
                <c:pt idx="12025">
                  <c:v>156.5</c:v>
                </c:pt>
                <c:pt idx="12026">
                  <c:v>162.19</c:v>
                </c:pt>
                <c:pt idx="12027">
                  <c:v>165.00200000000001</c:v>
                </c:pt>
                <c:pt idx="12028">
                  <c:v>164.92599999999999</c:v>
                </c:pt>
                <c:pt idx="12029">
                  <c:v>163.03100000000001</c:v>
                </c:pt>
                <c:pt idx="12030">
                  <c:v>161.02699999999999</c:v>
                </c:pt>
                <c:pt idx="12031">
                  <c:v>159.43899999999999</c:v>
                </c:pt>
                <c:pt idx="12032">
                  <c:v>158.636</c:v>
                </c:pt>
                <c:pt idx="12033">
                  <c:v>159.21700000000001</c:v>
                </c:pt>
                <c:pt idx="12034">
                  <c:v>161.76499999999999</c:v>
                </c:pt>
                <c:pt idx="12035">
                  <c:v>167.589</c:v>
                </c:pt>
                <c:pt idx="12036">
                  <c:v>176.91300000000001</c:v>
                </c:pt>
                <c:pt idx="12037">
                  <c:v>189.99700000000001</c:v>
                </c:pt>
                <c:pt idx="12038">
                  <c:v>206.501</c:v>
                </c:pt>
                <c:pt idx="12039">
                  <c:v>224.834</c:v>
                </c:pt>
                <c:pt idx="12040">
                  <c:v>244.10400000000001</c:v>
                </c:pt>
                <c:pt idx="12041">
                  <c:v>263.96199999999999</c:v>
                </c:pt>
                <c:pt idx="12042">
                  <c:v>285.33800000000002</c:v>
                </c:pt>
                <c:pt idx="12043">
                  <c:v>308.012</c:v>
                </c:pt>
                <c:pt idx="12044">
                  <c:v>332.00200000000001</c:v>
                </c:pt>
                <c:pt idx="12045">
                  <c:v>358.10500000000002</c:v>
                </c:pt>
                <c:pt idx="12046">
                  <c:v>384.81700000000001</c:v>
                </c:pt>
                <c:pt idx="12047">
                  <c:v>410.53699999999998</c:v>
                </c:pt>
                <c:pt idx="12048">
                  <c:v>435.82</c:v>
                </c:pt>
                <c:pt idx="12049">
                  <c:v>464.91300000000001</c:v>
                </c:pt>
                <c:pt idx="12050">
                  <c:v>503.04899999999998</c:v>
                </c:pt>
                <c:pt idx="12051">
                  <c:v>547.06600000000003</c:v>
                </c:pt>
                <c:pt idx="12052">
                  <c:v>582.255</c:v>
                </c:pt>
                <c:pt idx="12053">
                  <c:v>601.46799999999996</c:v>
                </c:pt>
                <c:pt idx="12054">
                  <c:v>609.79</c:v>
                </c:pt>
                <c:pt idx="12055">
                  <c:v>614.58500000000004</c:v>
                </c:pt>
                <c:pt idx="12056">
                  <c:v>620.85500000000002</c:v>
                </c:pt>
                <c:pt idx="12057">
                  <c:v>629.82299999999998</c:v>
                </c:pt>
                <c:pt idx="12058">
                  <c:v>640.61599999999999</c:v>
                </c:pt>
                <c:pt idx="12059">
                  <c:v>651.50699999999995</c:v>
                </c:pt>
                <c:pt idx="12060">
                  <c:v>659.24400000000003</c:v>
                </c:pt>
                <c:pt idx="12061">
                  <c:v>661.99099999999999</c:v>
                </c:pt>
                <c:pt idx="12062">
                  <c:v>660.31700000000001</c:v>
                </c:pt>
                <c:pt idx="12063">
                  <c:v>653.327</c:v>
                </c:pt>
                <c:pt idx="12064">
                  <c:v>634.95899999999995</c:v>
                </c:pt>
                <c:pt idx="12065">
                  <c:v>599.50400000000002</c:v>
                </c:pt>
                <c:pt idx="12066">
                  <c:v>549.86</c:v>
                </c:pt>
                <c:pt idx="12067">
                  <c:v>494.63200000000001</c:v>
                </c:pt>
                <c:pt idx="12068">
                  <c:v>443.45100000000002</c:v>
                </c:pt>
                <c:pt idx="12069">
                  <c:v>402.899</c:v>
                </c:pt>
                <c:pt idx="12070">
                  <c:v>375.97399999999999</c:v>
                </c:pt>
                <c:pt idx="12071">
                  <c:v>364.09699999999998</c:v>
                </c:pt>
                <c:pt idx="12072">
                  <c:v>366.80900000000003</c:v>
                </c:pt>
                <c:pt idx="12073">
                  <c:v>381.98399999999998</c:v>
                </c:pt>
                <c:pt idx="12074">
                  <c:v>403.96300000000002</c:v>
                </c:pt>
                <c:pt idx="12075">
                  <c:v>423.75700000000001</c:v>
                </c:pt>
                <c:pt idx="12076">
                  <c:v>437.32600000000002</c:v>
                </c:pt>
                <c:pt idx="12077">
                  <c:v>447.49</c:v>
                </c:pt>
                <c:pt idx="12078">
                  <c:v>460.42200000000003</c:v>
                </c:pt>
                <c:pt idx="12079">
                  <c:v>481.55700000000002</c:v>
                </c:pt>
                <c:pt idx="12080">
                  <c:v>515.39599999999996</c:v>
                </c:pt>
                <c:pt idx="12081">
                  <c:v>566.61099999999999</c:v>
                </c:pt>
                <c:pt idx="12082">
                  <c:v>641.303</c:v>
                </c:pt>
                <c:pt idx="12083">
                  <c:v>744.952</c:v>
                </c:pt>
                <c:pt idx="12084">
                  <c:v>868.952</c:v>
                </c:pt>
                <c:pt idx="12085">
                  <c:v>985.053</c:v>
                </c:pt>
                <c:pt idx="12086">
                  <c:v>1073.0899999999999</c:v>
                </c:pt>
                <c:pt idx="12087">
                  <c:v>1132.6099999999999</c:v>
                </c:pt>
                <c:pt idx="12088">
                  <c:v>1159.8699999999999</c:v>
                </c:pt>
                <c:pt idx="12089">
                  <c:v>1142.05</c:v>
                </c:pt>
                <c:pt idx="12090">
                  <c:v>1080.5899999999999</c:v>
                </c:pt>
                <c:pt idx="12091">
                  <c:v>996.99699999999996</c:v>
                </c:pt>
                <c:pt idx="12092">
                  <c:v>921.65499999999997</c:v>
                </c:pt>
                <c:pt idx="12093">
                  <c:v>879.38499999999999</c:v>
                </c:pt>
                <c:pt idx="12094">
                  <c:v>873.39099999999996</c:v>
                </c:pt>
                <c:pt idx="12095">
                  <c:v>884.43200000000002</c:v>
                </c:pt>
                <c:pt idx="12096">
                  <c:v>890.18700000000001</c:v>
                </c:pt>
                <c:pt idx="12097">
                  <c:v>887.73299999999995</c:v>
                </c:pt>
                <c:pt idx="12098">
                  <c:v>890.476</c:v>
                </c:pt>
                <c:pt idx="12099">
                  <c:v>913.91800000000001</c:v>
                </c:pt>
                <c:pt idx="12100">
                  <c:v>960.52</c:v>
                </c:pt>
                <c:pt idx="12101">
                  <c:v>1022.22</c:v>
                </c:pt>
                <c:pt idx="12102">
                  <c:v>1084.74</c:v>
                </c:pt>
                <c:pt idx="12103">
                  <c:v>1131.1500000000001</c:v>
                </c:pt>
                <c:pt idx="12104">
                  <c:v>1153.33</c:v>
                </c:pt>
                <c:pt idx="12105">
                  <c:v>1140.68</c:v>
                </c:pt>
                <c:pt idx="12106">
                  <c:v>1083.9100000000001</c:v>
                </c:pt>
                <c:pt idx="12107">
                  <c:v>992.14</c:v>
                </c:pt>
                <c:pt idx="12108">
                  <c:v>880.36199999999997</c:v>
                </c:pt>
                <c:pt idx="12109">
                  <c:v>766.20699999999999</c:v>
                </c:pt>
                <c:pt idx="12110">
                  <c:v>665.29700000000003</c:v>
                </c:pt>
                <c:pt idx="12111">
                  <c:v>586.15899999999999</c:v>
                </c:pt>
                <c:pt idx="12112">
                  <c:v>531.23099999999999</c:v>
                </c:pt>
                <c:pt idx="12113">
                  <c:v>498.64800000000002</c:v>
                </c:pt>
                <c:pt idx="12114">
                  <c:v>485.09399999999999</c:v>
                </c:pt>
                <c:pt idx="12115">
                  <c:v>487.62900000000002</c:v>
                </c:pt>
                <c:pt idx="12116">
                  <c:v>504.69299999999998</c:v>
                </c:pt>
                <c:pt idx="12117">
                  <c:v>534.13400000000001</c:v>
                </c:pt>
                <c:pt idx="12118">
                  <c:v>576.02499999999998</c:v>
                </c:pt>
                <c:pt idx="12119">
                  <c:v>633.79399999999998</c:v>
                </c:pt>
                <c:pt idx="12120">
                  <c:v>712.24699999999996</c:v>
                </c:pt>
                <c:pt idx="12121">
                  <c:v>818.48900000000003</c:v>
                </c:pt>
                <c:pt idx="12122">
                  <c:v>959.78700000000003</c:v>
                </c:pt>
                <c:pt idx="12123">
                  <c:v>1137.27</c:v>
                </c:pt>
                <c:pt idx="12124">
                  <c:v>1336.76</c:v>
                </c:pt>
                <c:pt idx="12125">
                  <c:v>1531.71</c:v>
                </c:pt>
                <c:pt idx="12126">
                  <c:v>1706.73</c:v>
                </c:pt>
                <c:pt idx="12127">
                  <c:v>1866.7</c:v>
                </c:pt>
                <c:pt idx="12128">
                  <c:v>2020.33</c:v>
                </c:pt>
                <c:pt idx="12129">
                  <c:v>2159.8000000000002</c:v>
                </c:pt>
                <c:pt idx="12130">
                  <c:v>2254.4</c:v>
                </c:pt>
                <c:pt idx="12131">
                  <c:v>2267.29</c:v>
                </c:pt>
                <c:pt idx="12132">
                  <c:v>2170.1999999999998</c:v>
                </c:pt>
                <c:pt idx="12133">
                  <c:v>1979.08</c:v>
                </c:pt>
                <c:pt idx="12134">
                  <c:v>1751.04</c:v>
                </c:pt>
                <c:pt idx="12135">
                  <c:v>1544.95</c:v>
                </c:pt>
                <c:pt idx="12136">
                  <c:v>1399.18</c:v>
                </c:pt>
                <c:pt idx="12137">
                  <c:v>1323.1</c:v>
                </c:pt>
                <c:pt idx="12138">
                  <c:v>1303.33</c:v>
                </c:pt>
                <c:pt idx="12139">
                  <c:v>1325.78</c:v>
                </c:pt>
                <c:pt idx="12140">
                  <c:v>1393.65</c:v>
                </c:pt>
                <c:pt idx="12141">
                  <c:v>1523.82</c:v>
                </c:pt>
                <c:pt idx="12142">
                  <c:v>1732.82</c:v>
                </c:pt>
                <c:pt idx="12143">
                  <c:v>2003.35</c:v>
                </c:pt>
                <c:pt idx="12144">
                  <c:v>2261.37</c:v>
                </c:pt>
                <c:pt idx="12145">
                  <c:v>2421.12</c:v>
                </c:pt>
                <c:pt idx="12146">
                  <c:v>2435.4499999999998</c:v>
                </c:pt>
                <c:pt idx="12147">
                  <c:v>2313.59</c:v>
                </c:pt>
                <c:pt idx="12148">
                  <c:v>2120.61</c:v>
                </c:pt>
                <c:pt idx="12149">
                  <c:v>1934.69</c:v>
                </c:pt>
                <c:pt idx="12150">
                  <c:v>1810.78</c:v>
                </c:pt>
                <c:pt idx="12151">
                  <c:v>1780.34</c:v>
                </c:pt>
                <c:pt idx="12152">
                  <c:v>1853.1</c:v>
                </c:pt>
                <c:pt idx="12153">
                  <c:v>1980.07</c:v>
                </c:pt>
                <c:pt idx="12154">
                  <c:v>2045.28</c:v>
                </c:pt>
                <c:pt idx="12155">
                  <c:v>1991.47</c:v>
                </c:pt>
                <c:pt idx="12156">
                  <c:v>1827.35</c:v>
                </c:pt>
                <c:pt idx="12157">
                  <c:v>1592.54</c:v>
                </c:pt>
                <c:pt idx="12158">
                  <c:v>1345</c:v>
                </c:pt>
                <c:pt idx="12159">
                  <c:v>1124.43</c:v>
                </c:pt>
                <c:pt idx="12160">
                  <c:v>945.87400000000002</c:v>
                </c:pt>
                <c:pt idx="12161">
                  <c:v>804.30200000000002</c:v>
                </c:pt>
                <c:pt idx="12162">
                  <c:v>697.428</c:v>
                </c:pt>
                <c:pt idx="12163">
                  <c:v>624.06399999999996</c:v>
                </c:pt>
                <c:pt idx="12164">
                  <c:v>581.47500000000002</c:v>
                </c:pt>
                <c:pt idx="12165">
                  <c:v>563.875</c:v>
                </c:pt>
                <c:pt idx="12166">
                  <c:v>565.38599999999997</c:v>
                </c:pt>
                <c:pt idx="12167">
                  <c:v>573.69299999999998</c:v>
                </c:pt>
                <c:pt idx="12168">
                  <c:v>575.73500000000001</c:v>
                </c:pt>
                <c:pt idx="12169">
                  <c:v>569.31700000000001</c:v>
                </c:pt>
                <c:pt idx="12170">
                  <c:v>561.44799999999998</c:v>
                </c:pt>
                <c:pt idx="12171">
                  <c:v>558.26300000000003</c:v>
                </c:pt>
                <c:pt idx="12172">
                  <c:v>560.91899999999998</c:v>
                </c:pt>
                <c:pt idx="12173">
                  <c:v>566.55999999999995</c:v>
                </c:pt>
                <c:pt idx="12174">
                  <c:v>569.12099999999998</c:v>
                </c:pt>
                <c:pt idx="12175">
                  <c:v>557.90099999999995</c:v>
                </c:pt>
                <c:pt idx="12176">
                  <c:v>530.73800000000006</c:v>
                </c:pt>
                <c:pt idx="12177">
                  <c:v>496.49</c:v>
                </c:pt>
                <c:pt idx="12178">
                  <c:v>466.34</c:v>
                </c:pt>
                <c:pt idx="12179">
                  <c:v>447.14800000000002</c:v>
                </c:pt>
                <c:pt idx="12180">
                  <c:v>435.43299999999999</c:v>
                </c:pt>
                <c:pt idx="12181">
                  <c:v>421.173</c:v>
                </c:pt>
                <c:pt idx="12182">
                  <c:v>399.49599999999998</c:v>
                </c:pt>
                <c:pt idx="12183">
                  <c:v>371.12099999999998</c:v>
                </c:pt>
                <c:pt idx="12184">
                  <c:v>341.10199999999998</c:v>
                </c:pt>
                <c:pt idx="12185">
                  <c:v>315.37799999999999</c:v>
                </c:pt>
                <c:pt idx="12186">
                  <c:v>297.86200000000002</c:v>
                </c:pt>
                <c:pt idx="12187">
                  <c:v>289.161</c:v>
                </c:pt>
                <c:pt idx="12188">
                  <c:v>287.79500000000002</c:v>
                </c:pt>
                <c:pt idx="12189">
                  <c:v>290.036</c:v>
                </c:pt>
                <c:pt idx="12190">
                  <c:v>295.03899999999999</c:v>
                </c:pt>
                <c:pt idx="12191">
                  <c:v>303.21300000000002</c:v>
                </c:pt>
                <c:pt idx="12192">
                  <c:v>314.565</c:v>
                </c:pt>
                <c:pt idx="12193">
                  <c:v>328.15100000000001</c:v>
                </c:pt>
                <c:pt idx="12194">
                  <c:v>342.62299999999999</c:v>
                </c:pt>
                <c:pt idx="12195">
                  <c:v>356.56599999999997</c:v>
                </c:pt>
                <c:pt idx="12196">
                  <c:v>367.56799999999998</c:v>
                </c:pt>
                <c:pt idx="12197">
                  <c:v>373.13</c:v>
                </c:pt>
                <c:pt idx="12198">
                  <c:v>371.68</c:v>
                </c:pt>
                <c:pt idx="12199">
                  <c:v>362.23</c:v>
                </c:pt>
                <c:pt idx="12200">
                  <c:v>345.86</c:v>
                </c:pt>
                <c:pt idx="12201">
                  <c:v>325.86399999999998</c:v>
                </c:pt>
                <c:pt idx="12202">
                  <c:v>307.16800000000001</c:v>
                </c:pt>
                <c:pt idx="12203">
                  <c:v>293.42500000000001</c:v>
                </c:pt>
                <c:pt idx="12204">
                  <c:v>286.20999999999998</c:v>
                </c:pt>
                <c:pt idx="12205">
                  <c:v>286.18599999999998</c:v>
                </c:pt>
                <c:pt idx="12206">
                  <c:v>294.065</c:v>
                </c:pt>
                <c:pt idx="12207">
                  <c:v>310.39499999999998</c:v>
                </c:pt>
                <c:pt idx="12208">
                  <c:v>334.93400000000003</c:v>
                </c:pt>
                <c:pt idx="12209">
                  <c:v>366.35899999999998</c:v>
                </c:pt>
                <c:pt idx="12210">
                  <c:v>402.96</c:v>
                </c:pt>
                <c:pt idx="12211">
                  <c:v>442.173</c:v>
                </c:pt>
                <c:pt idx="12212">
                  <c:v>479.63099999999997</c:v>
                </c:pt>
                <c:pt idx="12213">
                  <c:v>512.428</c:v>
                </c:pt>
                <c:pt idx="12214">
                  <c:v>540.86199999999997</c:v>
                </c:pt>
                <c:pt idx="12215">
                  <c:v>564.94399999999996</c:v>
                </c:pt>
                <c:pt idx="12216">
                  <c:v>585.65700000000004</c:v>
                </c:pt>
                <c:pt idx="12217">
                  <c:v>607.01400000000001</c:v>
                </c:pt>
                <c:pt idx="12218">
                  <c:v>634.79100000000005</c:v>
                </c:pt>
                <c:pt idx="12219">
                  <c:v>673.75199999999995</c:v>
                </c:pt>
                <c:pt idx="12220">
                  <c:v>728.928</c:v>
                </c:pt>
                <c:pt idx="12221">
                  <c:v>804.75199999999995</c:v>
                </c:pt>
                <c:pt idx="12222">
                  <c:v>905.30600000000004</c:v>
                </c:pt>
                <c:pt idx="12223">
                  <c:v>1034.54</c:v>
                </c:pt>
                <c:pt idx="12224">
                  <c:v>1193.01</c:v>
                </c:pt>
                <c:pt idx="12225">
                  <c:v>1376.19</c:v>
                </c:pt>
                <c:pt idx="12226">
                  <c:v>1573.4</c:v>
                </c:pt>
                <c:pt idx="12227">
                  <c:v>1766.91</c:v>
                </c:pt>
                <c:pt idx="12228">
                  <c:v>1935.28</c:v>
                </c:pt>
                <c:pt idx="12229">
                  <c:v>2061.12</c:v>
                </c:pt>
                <c:pt idx="12230">
                  <c:v>2131.83</c:v>
                </c:pt>
                <c:pt idx="12231">
                  <c:v>2134.27</c:v>
                </c:pt>
                <c:pt idx="12232">
                  <c:v>2064.39</c:v>
                </c:pt>
                <c:pt idx="12233">
                  <c:v>1933.06</c:v>
                </c:pt>
                <c:pt idx="12234">
                  <c:v>1760.49</c:v>
                </c:pt>
                <c:pt idx="12235">
                  <c:v>1569.88</c:v>
                </c:pt>
                <c:pt idx="12236">
                  <c:v>1380.93</c:v>
                </c:pt>
                <c:pt idx="12237">
                  <c:v>1207.92</c:v>
                </c:pt>
                <c:pt idx="12238">
                  <c:v>1060.5</c:v>
                </c:pt>
                <c:pt idx="12239">
                  <c:v>944.03099999999995</c:v>
                </c:pt>
                <c:pt idx="12240">
                  <c:v>860.11900000000003</c:v>
                </c:pt>
                <c:pt idx="12241">
                  <c:v>806.21500000000003</c:v>
                </c:pt>
                <c:pt idx="12242">
                  <c:v>777.06700000000001</c:v>
                </c:pt>
                <c:pt idx="12243">
                  <c:v>765.15</c:v>
                </c:pt>
                <c:pt idx="12244">
                  <c:v>760.27499999999998</c:v>
                </c:pt>
                <c:pt idx="12245">
                  <c:v>752.32600000000002</c:v>
                </c:pt>
                <c:pt idx="12246">
                  <c:v>735.65300000000002</c:v>
                </c:pt>
                <c:pt idx="12247">
                  <c:v>707.59799999999996</c:v>
                </c:pt>
                <c:pt idx="12248">
                  <c:v>667.27</c:v>
                </c:pt>
                <c:pt idx="12249">
                  <c:v>616.05899999999997</c:v>
                </c:pt>
                <c:pt idx="12250">
                  <c:v>557.005</c:v>
                </c:pt>
                <c:pt idx="12251">
                  <c:v>495.94200000000001</c:v>
                </c:pt>
                <c:pt idx="12252">
                  <c:v>438.07299999999998</c:v>
                </c:pt>
                <c:pt idx="12253">
                  <c:v>387</c:v>
                </c:pt>
                <c:pt idx="12254">
                  <c:v>343.23099999999999</c:v>
                </c:pt>
                <c:pt idx="12255">
                  <c:v>305.976</c:v>
                </c:pt>
                <c:pt idx="12256">
                  <c:v>275.27699999999999</c:v>
                </c:pt>
                <c:pt idx="12257">
                  <c:v>251.46299999999999</c:v>
                </c:pt>
                <c:pt idx="12258">
                  <c:v>233.601</c:v>
                </c:pt>
                <c:pt idx="12259">
                  <c:v>220.548</c:v>
                </c:pt>
                <c:pt idx="12260">
                  <c:v>211.30199999999999</c:v>
                </c:pt>
                <c:pt idx="12261">
                  <c:v>204.935</c:v>
                </c:pt>
                <c:pt idx="12262">
                  <c:v>200.68199999999999</c:v>
                </c:pt>
                <c:pt idx="12263">
                  <c:v>197.81100000000001</c:v>
                </c:pt>
                <c:pt idx="12264">
                  <c:v>195.80600000000001</c:v>
                </c:pt>
                <c:pt idx="12265">
                  <c:v>194.637</c:v>
                </c:pt>
                <c:pt idx="12266">
                  <c:v>194.416</c:v>
                </c:pt>
                <c:pt idx="12267">
                  <c:v>195.05799999999999</c:v>
                </c:pt>
                <c:pt idx="12268">
                  <c:v>196.797</c:v>
                </c:pt>
                <c:pt idx="12269">
                  <c:v>200.15600000000001</c:v>
                </c:pt>
                <c:pt idx="12270">
                  <c:v>205.261</c:v>
                </c:pt>
                <c:pt idx="12271">
                  <c:v>212.959</c:v>
                </c:pt>
                <c:pt idx="12272">
                  <c:v>224.68899999999999</c:v>
                </c:pt>
                <c:pt idx="12273">
                  <c:v>241.541</c:v>
                </c:pt>
                <c:pt idx="12274">
                  <c:v>264.459</c:v>
                </c:pt>
                <c:pt idx="12275">
                  <c:v>294.77699999999999</c:v>
                </c:pt>
                <c:pt idx="12276">
                  <c:v>333.53899999999999</c:v>
                </c:pt>
                <c:pt idx="12277">
                  <c:v>379.91300000000001</c:v>
                </c:pt>
                <c:pt idx="12278">
                  <c:v>431.26499999999999</c:v>
                </c:pt>
                <c:pt idx="12279">
                  <c:v>483.596</c:v>
                </c:pt>
                <c:pt idx="12280">
                  <c:v>532.47</c:v>
                </c:pt>
                <c:pt idx="12281">
                  <c:v>573.61099999999999</c:v>
                </c:pt>
                <c:pt idx="12282">
                  <c:v>605.56299999999999</c:v>
                </c:pt>
                <c:pt idx="12283">
                  <c:v>628.26700000000005</c:v>
                </c:pt>
                <c:pt idx="12284">
                  <c:v>643.35799999999995</c:v>
                </c:pt>
                <c:pt idx="12285">
                  <c:v>654.02499999999998</c:v>
                </c:pt>
                <c:pt idx="12286">
                  <c:v>665.87</c:v>
                </c:pt>
                <c:pt idx="12287">
                  <c:v>685.39</c:v>
                </c:pt>
                <c:pt idx="12288">
                  <c:v>719.01499999999999</c:v>
                </c:pt>
                <c:pt idx="12289">
                  <c:v>771.29</c:v>
                </c:pt>
                <c:pt idx="12290">
                  <c:v>843.23500000000001</c:v>
                </c:pt>
                <c:pt idx="12291">
                  <c:v>933.24400000000003</c:v>
                </c:pt>
                <c:pt idx="12292">
                  <c:v>1037.43</c:v>
                </c:pt>
                <c:pt idx="12293">
                  <c:v>1149.22</c:v>
                </c:pt>
                <c:pt idx="12294">
                  <c:v>1259.48</c:v>
                </c:pt>
                <c:pt idx="12295">
                  <c:v>1356.3</c:v>
                </c:pt>
                <c:pt idx="12296">
                  <c:v>1425.52</c:v>
                </c:pt>
                <c:pt idx="12297">
                  <c:v>1456.09</c:v>
                </c:pt>
                <c:pt idx="12298">
                  <c:v>1444.75</c:v>
                </c:pt>
                <c:pt idx="12299">
                  <c:v>1393.58</c:v>
                </c:pt>
                <c:pt idx="12300">
                  <c:v>1307.3900000000001</c:v>
                </c:pt>
                <c:pt idx="12301">
                  <c:v>1191.3599999999999</c:v>
                </c:pt>
                <c:pt idx="12302">
                  <c:v>1053.8900000000001</c:v>
                </c:pt>
                <c:pt idx="12303">
                  <c:v>907.20699999999999</c:v>
                </c:pt>
                <c:pt idx="12304">
                  <c:v>764.39099999999996</c:v>
                </c:pt>
                <c:pt idx="12305">
                  <c:v>636.98</c:v>
                </c:pt>
                <c:pt idx="12306">
                  <c:v>532.26599999999996</c:v>
                </c:pt>
                <c:pt idx="12307">
                  <c:v>451.96800000000002</c:v>
                </c:pt>
                <c:pt idx="12308">
                  <c:v>394.60500000000002</c:v>
                </c:pt>
                <c:pt idx="12309">
                  <c:v>356.13499999999999</c:v>
                </c:pt>
                <c:pt idx="12310">
                  <c:v>331.45499999999998</c:v>
                </c:pt>
                <c:pt idx="12311">
                  <c:v>315.68</c:v>
                </c:pt>
                <c:pt idx="12312">
                  <c:v>304.49400000000003</c:v>
                </c:pt>
                <c:pt idx="12313">
                  <c:v>294.59100000000001</c:v>
                </c:pt>
                <c:pt idx="12314">
                  <c:v>284.20499999999998</c:v>
                </c:pt>
                <c:pt idx="12315">
                  <c:v>271.94200000000001</c:v>
                </c:pt>
                <c:pt idx="12316">
                  <c:v>257.00099999999998</c:v>
                </c:pt>
                <c:pt idx="12317">
                  <c:v>239.45</c:v>
                </c:pt>
                <c:pt idx="12318">
                  <c:v>219.87</c:v>
                </c:pt>
                <c:pt idx="12319">
                  <c:v>199.28100000000001</c:v>
                </c:pt>
                <c:pt idx="12320">
                  <c:v>179.34</c:v>
                </c:pt>
                <c:pt idx="12321">
                  <c:v>161.619</c:v>
                </c:pt>
                <c:pt idx="12322">
                  <c:v>146.114</c:v>
                </c:pt>
                <c:pt idx="12323">
                  <c:v>132.81100000000001</c:v>
                </c:pt>
                <c:pt idx="12324">
                  <c:v>122.44499999999999</c:v>
                </c:pt>
                <c:pt idx="12325">
                  <c:v>114.49</c:v>
                </c:pt>
                <c:pt idx="12326">
                  <c:v>108.334</c:v>
                </c:pt>
                <c:pt idx="12327">
                  <c:v>103.709</c:v>
                </c:pt>
                <c:pt idx="12328">
                  <c:v>100.271</c:v>
                </c:pt>
                <c:pt idx="12329">
                  <c:v>97.739500000000007</c:v>
                </c:pt>
                <c:pt idx="12330">
                  <c:v>95.778199999999998</c:v>
                </c:pt>
                <c:pt idx="12331">
                  <c:v>94.382199999999997</c:v>
                </c:pt>
                <c:pt idx="12332">
                  <c:v>93.581599999999995</c:v>
                </c:pt>
                <c:pt idx="12333">
                  <c:v>93.011799999999994</c:v>
                </c:pt>
                <c:pt idx="12334">
                  <c:v>92.242500000000007</c:v>
                </c:pt>
                <c:pt idx="12335">
                  <c:v>91.206599999999995</c:v>
                </c:pt>
                <c:pt idx="12336">
                  <c:v>90.135599999999997</c:v>
                </c:pt>
                <c:pt idx="12337">
                  <c:v>89.601799999999997</c:v>
                </c:pt>
                <c:pt idx="12338">
                  <c:v>88.949799999999996</c:v>
                </c:pt>
                <c:pt idx="12339">
                  <c:v>87.708500000000001</c:v>
                </c:pt>
                <c:pt idx="12340">
                  <c:v>86.673199999999994</c:v>
                </c:pt>
                <c:pt idx="12341">
                  <c:v>85.945400000000006</c:v>
                </c:pt>
                <c:pt idx="12342">
                  <c:v>85.2286</c:v>
                </c:pt>
                <c:pt idx="12343">
                  <c:v>85.660600000000002</c:v>
                </c:pt>
                <c:pt idx="12344">
                  <c:v>87.318299999999994</c:v>
                </c:pt>
                <c:pt idx="12345">
                  <c:v>89.383899999999997</c:v>
                </c:pt>
                <c:pt idx="12346">
                  <c:v>90.757900000000006</c:v>
                </c:pt>
                <c:pt idx="12347">
                  <c:v>91.157200000000003</c:v>
                </c:pt>
                <c:pt idx="12348">
                  <c:v>90.903499999999994</c:v>
                </c:pt>
                <c:pt idx="12349">
                  <c:v>89.746499999999997</c:v>
                </c:pt>
                <c:pt idx="12350">
                  <c:v>88.217399999999998</c:v>
                </c:pt>
                <c:pt idx="12351">
                  <c:v>86.274000000000001</c:v>
                </c:pt>
                <c:pt idx="12352">
                  <c:v>84.116600000000005</c:v>
                </c:pt>
                <c:pt idx="12353">
                  <c:v>82.405199999999994</c:v>
                </c:pt>
                <c:pt idx="12354">
                  <c:v>81.652500000000003</c:v>
                </c:pt>
                <c:pt idx="12355">
                  <c:v>81.810400000000001</c:v>
                </c:pt>
                <c:pt idx="12356">
                  <c:v>82.4392</c:v>
                </c:pt>
                <c:pt idx="12357">
                  <c:v>83.600999999999999</c:v>
                </c:pt>
                <c:pt idx="12358">
                  <c:v>85.484899999999996</c:v>
                </c:pt>
                <c:pt idx="12359">
                  <c:v>88.472399999999993</c:v>
                </c:pt>
                <c:pt idx="12360">
                  <c:v>92.157200000000003</c:v>
                </c:pt>
                <c:pt idx="12361">
                  <c:v>96.665199999999999</c:v>
                </c:pt>
                <c:pt idx="12362">
                  <c:v>102.572</c:v>
                </c:pt>
                <c:pt idx="12363">
                  <c:v>110.05</c:v>
                </c:pt>
                <c:pt idx="12364">
                  <c:v>118.104</c:v>
                </c:pt>
                <c:pt idx="12365">
                  <c:v>126.018</c:v>
                </c:pt>
                <c:pt idx="12366">
                  <c:v>133.679</c:v>
                </c:pt>
                <c:pt idx="12367">
                  <c:v>140.57300000000001</c:v>
                </c:pt>
                <c:pt idx="12368">
                  <c:v>146.82</c:v>
                </c:pt>
                <c:pt idx="12369">
                  <c:v>152.76900000000001</c:v>
                </c:pt>
                <c:pt idx="12370">
                  <c:v>158.49700000000001</c:v>
                </c:pt>
                <c:pt idx="12371">
                  <c:v>164.69900000000001</c:v>
                </c:pt>
                <c:pt idx="12372">
                  <c:v>172.357</c:v>
                </c:pt>
                <c:pt idx="12373">
                  <c:v>181.93600000000001</c:v>
                </c:pt>
                <c:pt idx="12374">
                  <c:v>194.124</c:v>
                </c:pt>
                <c:pt idx="12375">
                  <c:v>210.58500000000001</c:v>
                </c:pt>
                <c:pt idx="12376">
                  <c:v>233.15600000000001</c:v>
                </c:pt>
                <c:pt idx="12377">
                  <c:v>263.67200000000003</c:v>
                </c:pt>
                <c:pt idx="12378">
                  <c:v>302.26400000000001</c:v>
                </c:pt>
                <c:pt idx="12379">
                  <c:v>347.89699999999999</c:v>
                </c:pt>
                <c:pt idx="12380">
                  <c:v>397.18299999999999</c:v>
                </c:pt>
                <c:pt idx="12381">
                  <c:v>445.024</c:v>
                </c:pt>
                <c:pt idx="12382">
                  <c:v>487.03500000000003</c:v>
                </c:pt>
                <c:pt idx="12383">
                  <c:v>519.77</c:v>
                </c:pt>
                <c:pt idx="12384">
                  <c:v>540.55100000000004</c:v>
                </c:pt>
                <c:pt idx="12385">
                  <c:v>546.923</c:v>
                </c:pt>
                <c:pt idx="12386">
                  <c:v>537.81799999999998</c:v>
                </c:pt>
                <c:pt idx="12387">
                  <c:v>514.48900000000003</c:v>
                </c:pt>
                <c:pt idx="12388">
                  <c:v>479.86599999999999</c:v>
                </c:pt>
                <c:pt idx="12389">
                  <c:v>438.80900000000003</c:v>
                </c:pt>
                <c:pt idx="12390">
                  <c:v>396.81799999999998</c:v>
                </c:pt>
                <c:pt idx="12391">
                  <c:v>358.596</c:v>
                </c:pt>
                <c:pt idx="12392">
                  <c:v>327.44799999999998</c:v>
                </c:pt>
                <c:pt idx="12393">
                  <c:v>305.3</c:v>
                </c:pt>
                <c:pt idx="12394">
                  <c:v>293.49099999999999</c:v>
                </c:pt>
                <c:pt idx="12395">
                  <c:v>290.96100000000001</c:v>
                </c:pt>
                <c:pt idx="12396">
                  <c:v>294.92599999999999</c:v>
                </c:pt>
                <c:pt idx="12397">
                  <c:v>302.02</c:v>
                </c:pt>
                <c:pt idx="12398">
                  <c:v>308.08999999999997</c:v>
                </c:pt>
                <c:pt idx="12399">
                  <c:v>309.76900000000001</c:v>
                </c:pt>
                <c:pt idx="12400">
                  <c:v>305.8</c:v>
                </c:pt>
                <c:pt idx="12401">
                  <c:v>295.89</c:v>
                </c:pt>
                <c:pt idx="12402">
                  <c:v>280.51499999999999</c:v>
                </c:pt>
                <c:pt idx="12403">
                  <c:v>261.74400000000003</c:v>
                </c:pt>
                <c:pt idx="12404">
                  <c:v>240.79900000000001</c:v>
                </c:pt>
                <c:pt idx="12405">
                  <c:v>219.93100000000001</c:v>
                </c:pt>
                <c:pt idx="12406">
                  <c:v>201.06299999999999</c:v>
                </c:pt>
                <c:pt idx="12407">
                  <c:v>184.91200000000001</c:v>
                </c:pt>
                <c:pt idx="12408">
                  <c:v>171.37</c:v>
                </c:pt>
                <c:pt idx="12409">
                  <c:v>160.29499999999999</c:v>
                </c:pt>
                <c:pt idx="12410">
                  <c:v>151.76599999999999</c:v>
                </c:pt>
                <c:pt idx="12411">
                  <c:v>146.001</c:v>
                </c:pt>
                <c:pt idx="12412">
                  <c:v>142.80000000000001</c:v>
                </c:pt>
                <c:pt idx="12413">
                  <c:v>141.751</c:v>
                </c:pt>
                <c:pt idx="12414">
                  <c:v>142.066</c:v>
                </c:pt>
                <c:pt idx="12415">
                  <c:v>143.047</c:v>
                </c:pt>
                <c:pt idx="12416">
                  <c:v>144.22</c:v>
                </c:pt>
                <c:pt idx="12417">
                  <c:v>145.33099999999999</c:v>
                </c:pt>
                <c:pt idx="12418">
                  <c:v>146.69</c:v>
                </c:pt>
                <c:pt idx="12419">
                  <c:v>147.488</c:v>
                </c:pt>
                <c:pt idx="12420">
                  <c:v>147.726</c:v>
                </c:pt>
                <c:pt idx="12421">
                  <c:v>147.58500000000001</c:v>
                </c:pt>
                <c:pt idx="12422">
                  <c:v>146.60900000000001</c:v>
                </c:pt>
                <c:pt idx="12423">
                  <c:v>144.59100000000001</c:v>
                </c:pt>
                <c:pt idx="12424">
                  <c:v>142.68100000000001</c:v>
                </c:pt>
                <c:pt idx="12425">
                  <c:v>141.066</c:v>
                </c:pt>
                <c:pt idx="12426">
                  <c:v>140.46700000000001</c:v>
                </c:pt>
                <c:pt idx="12427">
                  <c:v>141.59399999999999</c:v>
                </c:pt>
                <c:pt idx="12428">
                  <c:v>144.333</c:v>
                </c:pt>
                <c:pt idx="12429">
                  <c:v>148.739</c:v>
                </c:pt>
                <c:pt idx="12430">
                  <c:v>154.94499999999999</c:v>
                </c:pt>
                <c:pt idx="12431">
                  <c:v>163.05799999999999</c:v>
                </c:pt>
                <c:pt idx="12432">
                  <c:v>172.791</c:v>
                </c:pt>
                <c:pt idx="12433">
                  <c:v>183.233</c:v>
                </c:pt>
                <c:pt idx="12434">
                  <c:v>193.148</c:v>
                </c:pt>
                <c:pt idx="12435">
                  <c:v>201.74700000000001</c:v>
                </c:pt>
                <c:pt idx="12436">
                  <c:v>209.53899999999999</c:v>
                </c:pt>
                <c:pt idx="12437">
                  <c:v>216.51400000000001</c:v>
                </c:pt>
                <c:pt idx="12438">
                  <c:v>222.36600000000001</c:v>
                </c:pt>
                <c:pt idx="12439">
                  <c:v>227.059</c:v>
                </c:pt>
                <c:pt idx="12440">
                  <c:v>231.22200000000001</c:v>
                </c:pt>
                <c:pt idx="12441">
                  <c:v>235.99600000000001</c:v>
                </c:pt>
                <c:pt idx="12442">
                  <c:v>242.494</c:v>
                </c:pt>
                <c:pt idx="12443">
                  <c:v>252.30199999999999</c:v>
                </c:pt>
                <c:pt idx="12444">
                  <c:v>266.54000000000002</c:v>
                </c:pt>
                <c:pt idx="12445">
                  <c:v>285.83499999999998</c:v>
                </c:pt>
                <c:pt idx="12446">
                  <c:v>309.57499999999999</c:v>
                </c:pt>
                <c:pt idx="12447">
                  <c:v>336.61700000000002</c:v>
                </c:pt>
                <c:pt idx="12448">
                  <c:v>364.65899999999999</c:v>
                </c:pt>
                <c:pt idx="12449">
                  <c:v>391.154</c:v>
                </c:pt>
                <c:pt idx="12450">
                  <c:v>412.84800000000001</c:v>
                </c:pt>
                <c:pt idx="12451">
                  <c:v>427.15699999999998</c:v>
                </c:pt>
                <c:pt idx="12452">
                  <c:v>432.46699999999998</c:v>
                </c:pt>
                <c:pt idx="12453">
                  <c:v>428.71800000000002</c:v>
                </c:pt>
                <c:pt idx="12454">
                  <c:v>416.3</c:v>
                </c:pt>
                <c:pt idx="12455">
                  <c:v>395.64600000000002</c:v>
                </c:pt>
                <c:pt idx="12456">
                  <c:v>368.71199999999999</c:v>
                </c:pt>
                <c:pt idx="12457">
                  <c:v>338.23399999999998</c:v>
                </c:pt>
                <c:pt idx="12458">
                  <c:v>307.10199999999998</c:v>
                </c:pt>
                <c:pt idx="12459">
                  <c:v>277.92899999999997</c:v>
                </c:pt>
                <c:pt idx="12460">
                  <c:v>253.11500000000001</c:v>
                </c:pt>
                <c:pt idx="12461">
                  <c:v>234.053</c:v>
                </c:pt>
                <c:pt idx="12462">
                  <c:v>220.32300000000001</c:v>
                </c:pt>
                <c:pt idx="12463">
                  <c:v>210.511</c:v>
                </c:pt>
                <c:pt idx="12464">
                  <c:v>203.23099999999999</c:v>
                </c:pt>
                <c:pt idx="12465">
                  <c:v>197.45099999999999</c:v>
                </c:pt>
                <c:pt idx="12466">
                  <c:v>192.60400000000001</c:v>
                </c:pt>
                <c:pt idx="12467">
                  <c:v>188.10599999999999</c:v>
                </c:pt>
                <c:pt idx="12468">
                  <c:v>183.43600000000001</c:v>
                </c:pt>
                <c:pt idx="12469">
                  <c:v>178.52799999999999</c:v>
                </c:pt>
                <c:pt idx="12470">
                  <c:v>173.09700000000001</c:v>
                </c:pt>
                <c:pt idx="12471">
                  <c:v>166.75399999999999</c:v>
                </c:pt>
                <c:pt idx="12472">
                  <c:v>159.92699999999999</c:v>
                </c:pt>
                <c:pt idx="12473">
                  <c:v>152.267</c:v>
                </c:pt>
                <c:pt idx="12474">
                  <c:v>143.25899999999999</c:v>
                </c:pt>
                <c:pt idx="12475">
                  <c:v>133.66999999999999</c:v>
                </c:pt>
                <c:pt idx="12476">
                  <c:v>124.22799999999999</c:v>
                </c:pt>
                <c:pt idx="12477">
                  <c:v>116.613</c:v>
                </c:pt>
                <c:pt idx="12478">
                  <c:v>111.614</c:v>
                </c:pt>
                <c:pt idx="12479">
                  <c:v>109.599</c:v>
                </c:pt>
                <c:pt idx="12480">
                  <c:v>110.398</c:v>
                </c:pt>
                <c:pt idx="12481">
                  <c:v>113.43899999999999</c:v>
                </c:pt>
                <c:pt idx="12482">
                  <c:v>118.51900000000001</c:v>
                </c:pt>
                <c:pt idx="12483">
                  <c:v>125.074</c:v>
                </c:pt>
                <c:pt idx="12484">
                  <c:v>133.23599999999999</c:v>
                </c:pt>
                <c:pt idx="12485">
                  <c:v>142.87799999999999</c:v>
                </c:pt>
                <c:pt idx="12486">
                  <c:v>153.631</c:v>
                </c:pt>
                <c:pt idx="12487">
                  <c:v>164.60400000000001</c:v>
                </c:pt>
                <c:pt idx="12488">
                  <c:v>175.04</c:v>
                </c:pt>
                <c:pt idx="12489">
                  <c:v>183.63800000000001</c:v>
                </c:pt>
                <c:pt idx="12490">
                  <c:v>189.46700000000001</c:v>
                </c:pt>
                <c:pt idx="12491">
                  <c:v>191.904</c:v>
                </c:pt>
                <c:pt idx="12492">
                  <c:v>189.71700000000001</c:v>
                </c:pt>
                <c:pt idx="12493">
                  <c:v>182.99299999999999</c:v>
                </c:pt>
                <c:pt idx="12494">
                  <c:v>172.77500000000001</c:v>
                </c:pt>
                <c:pt idx="12495">
                  <c:v>160.32599999999999</c:v>
                </c:pt>
                <c:pt idx="12496">
                  <c:v>146.334</c:v>
                </c:pt>
                <c:pt idx="12497">
                  <c:v>132.51</c:v>
                </c:pt>
                <c:pt idx="12498">
                  <c:v>120.15600000000001</c:v>
                </c:pt>
                <c:pt idx="12499">
                  <c:v>110.11</c:v>
                </c:pt>
                <c:pt idx="12500">
                  <c:v>102.587</c:v>
                </c:pt>
                <c:pt idx="12501">
                  <c:v>96.601399999999998</c:v>
                </c:pt>
                <c:pt idx="12502">
                  <c:v>91.980900000000005</c:v>
                </c:pt>
                <c:pt idx="12503">
                  <c:v>88.962500000000006</c:v>
                </c:pt>
                <c:pt idx="12504">
                  <c:v>87.140600000000006</c:v>
                </c:pt>
                <c:pt idx="12505">
                  <c:v>86.346699999999998</c:v>
                </c:pt>
                <c:pt idx="12506">
                  <c:v>85.9756</c:v>
                </c:pt>
                <c:pt idx="12507">
                  <c:v>84.743799999999993</c:v>
                </c:pt>
                <c:pt idx="12508">
                  <c:v>81.832599999999999</c:v>
                </c:pt>
                <c:pt idx="12509">
                  <c:v>77.574600000000004</c:v>
                </c:pt>
                <c:pt idx="12510">
                  <c:v>73.061000000000007</c:v>
                </c:pt>
                <c:pt idx="12511">
                  <c:v>69.632400000000004</c:v>
                </c:pt>
                <c:pt idx="12512">
                  <c:v>68.244299999999996</c:v>
                </c:pt>
                <c:pt idx="12513">
                  <c:v>68.694400000000002</c:v>
                </c:pt>
                <c:pt idx="12514">
                  <c:v>71.488900000000001</c:v>
                </c:pt>
                <c:pt idx="12515">
                  <c:v>77.429900000000004</c:v>
                </c:pt>
                <c:pt idx="12516">
                  <c:v>85.426400000000001</c:v>
                </c:pt>
                <c:pt idx="12517">
                  <c:v>92.577200000000005</c:v>
                </c:pt>
                <c:pt idx="12518">
                  <c:v>96.321399999999997</c:v>
                </c:pt>
                <c:pt idx="12519">
                  <c:v>95.426699999999997</c:v>
                </c:pt>
                <c:pt idx="12520">
                  <c:v>90.412000000000006</c:v>
                </c:pt>
                <c:pt idx="12521">
                  <c:v>83.503699999999995</c:v>
                </c:pt>
                <c:pt idx="12522">
                  <c:v>77.489699999999999</c:v>
                </c:pt>
                <c:pt idx="12523">
                  <c:v>73.587800000000001</c:v>
                </c:pt>
                <c:pt idx="12524">
                  <c:v>72.188400000000001</c:v>
                </c:pt>
                <c:pt idx="12525">
                  <c:v>73.155000000000001</c:v>
                </c:pt>
                <c:pt idx="12526">
                  <c:v>76.584400000000002</c:v>
                </c:pt>
                <c:pt idx="12527">
                  <c:v>81.446299999999994</c:v>
                </c:pt>
                <c:pt idx="12528">
                  <c:v>86.253699999999995</c:v>
                </c:pt>
                <c:pt idx="12529">
                  <c:v>89.941100000000006</c:v>
                </c:pt>
                <c:pt idx="12530">
                  <c:v>91.6036</c:v>
                </c:pt>
                <c:pt idx="12531">
                  <c:v>91.761499999999998</c:v>
                </c:pt>
                <c:pt idx="12532">
                  <c:v>91.688500000000005</c:v>
                </c:pt>
                <c:pt idx="12533">
                  <c:v>93.017600000000002</c:v>
                </c:pt>
                <c:pt idx="12534">
                  <c:v>96.753200000000007</c:v>
                </c:pt>
                <c:pt idx="12535">
                  <c:v>103.14400000000001</c:v>
                </c:pt>
                <c:pt idx="12536">
                  <c:v>112.419</c:v>
                </c:pt>
                <c:pt idx="12537">
                  <c:v>123.61799999999999</c:v>
                </c:pt>
                <c:pt idx="12538">
                  <c:v>135.24799999999999</c:v>
                </c:pt>
                <c:pt idx="12539">
                  <c:v>145.83099999999999</c:v>
                </c:pt>
                <c:pt idx="12540">
                  <c:v>153.589</c:v>
                </c:pt>
                <c:pt idx="12541">
                  <c:v>157.08099999999999</c:v>
                </c:pt>
                <c:pt idx="12542">
                  <c:v>155.88999999999999</c:v>
                </c:pt>
                <c:pt idx="12543">
                  <c:v>150.10900000000001</c:v>
                </c:pt>
                <c:pt idx="12544">
                  <c:v>139.94900000000001</c:v>
                </c:pt>
                <c:pt idx="12545">
                  <c:v>127.08199999999999</c:v>
                </c:pt>
                <c:pt idx="12546">
                  <c:v>112.456</c:v>
                </c:pt>
                <c:pt idx="12547">
                  <c:v>97.174800000000005</c:v>
                </c:pt>
                <c:pt idx="12548">
                  <c:v>83.355699999999999</c:v>
                </c:pt>
                <c:pt idx="12549">
                  <c:v>71.516400000000004</c:v>
                </c:pt>
                <c:pt idx="12550">
                  <c:v>61.3217</c:v>
                </c:pt>
                <c:pt idx="12551">
                  <c:v>53.592599999999997</c:v>
                </c:pt>
                <c:pt idx="12552">
                  <c:v>48.033900000000003</c:v>
                </c:pt>
                <c:pt idx="12553">
                  <c:v>44.195</c:v>
                </c:pt>
                <c:pt idx="12554">
                  <c:v>42.235799999999998</c:v>
                </c:pt>
                <c:pt idx="12555">
                  <c:v>41.458500000000001</c:v>
                </c:pt>
                <c:pt idx="12556">
                  <c:v>41.900500000000001</c:v>
                </c:pt>
                <c:pt idx="12557">
                  <c:v>43.2896</c:v>
                </c:pt>
                <c:pt idx="12558">
                  <c:v>44.663600000000002</c:v>
                </c:pt>
                <c:pt idx="12559">
                  <c:v>45.84</c:v>
                </c:pt>
                <c:pt idx="12560">
                  <c:v>46.313899999999997</c:v>
                </c:pt>
                <c:pt idx="12561">
                  <c:v>45.6389</c:v>
                </c:pt>
                <c:pt idx="12562">
                  <c:v>44.058399999999999</c:v>
                </c:pt>
                <c:pt idx="12563">
                  <c:v>41.783700000000003</c:v>
                </c:pt>
                <c:pt idx="12564">
                  <c:v>39.010300000000001</c:v>
                </c:pt>
                <c:pt idx="12565">
                  <c:v>36.334200000000003</c:v>
                </c:pt>
                <c:pt idx="12566">
                  <c:v>33.6648</c:v>
                </c:pt>
                <c:pt idx="12567">
                  <c:v>31.148299999999999</c:v>
                </c:pt>
                <c:pt idx="12568">
                  <c:v>28.905100000000001</c:v>
                </c:pt>
                <c:pt idx="12569">
                  <c:v>27.651900000000001</c:v>
                </c:pt>
                <c:pt idx="12570">
                  <c:v>26.9376</c:v>
                </c:pt>
                <c:pt idx="12571">
                  <c:v>26.0501</c:v>
                </c:pt>
                <c:pt idx="12572">
                  <c:v>25.676100000000002</c:v>
                </c:pt>
                <c:pt idx="12573">
                  <c:v>25.5502</c:v>
                </c:pt>
                <c:pt idx="12574">
                  <c:v>25.277200000000001</c:v>
                </c:pt>
                <c:pt idx="12575">
                  <c:v>24.9589</c:v>
                </c:pt>
                <c:pt idx="12576">
                  <c:v>24.894400000000001</c:v>
                </c:pt>
                <c:pt idx="12577">
                  <c:v>24.822199999999999</c:v>
                </c:pt>
                <c:pt idx="12578">
                  <c:v>24.787800000000001</c:v>
                </c:pt>
                <c:pt idx="12579">
                  <c:v>25.182700000000001</c:v>
                </c:pt>
                <c:pt idx="12580">
                  <c:v>25.8247</c:v>
                </c:pt>
                <c:pt idx="12581">
                  <c:v>26.359400000000001</c:v>
                </c:pt>
                <c:pt idx="12582">
                  <c:v>27.190899999999999</c:v>
                </c:pt>
                <c:pt idx="12583">
                  <c:v>28.1309</c:v>
                </c:pt>
                <c:pt idx="12584">
                  <c:v>29.040900000000001</c:v>
                </c:pt>
                <c:pt idx="12585">
                  <c:v>30.299199999999999</c:v>
                </c:pt>
                <c:pt idx="12586">
                  <c:v>31.322800000000001</c:v>
                </c:pt>
                <c:pt idx="12587">
                  <c:v>32.1038</c:v>
                </c:pt>
                <c:pt idx="12588">
                  <c:v>33.213299999999997</c:v>
                </c:pt>
                <c:pt idx="12589">
                  <c:v>34.694099999999999</c:v>
                </c:pt>
                <c:pt idx="12590">
                  <c:v>36.579500000000003</c:v>
                </c:pt>
                <c:pt idx="12591">
                  <c:v>38.246699999999997</c:v>
                </c:pt>
                <c:pt idx="12592">
                  <c:v>39.848700000000001</c:v>
                </c:pt>
                <c:pt idx="12593">
                  <c:v>41.767800000000001</c:v>
                </c:pt>
                <c:pt idx="12594">
                  <c:v>43.6524</c:v>
                </c:pt>
                <c:pt idx="12595">
                  <c:v>45.479399999999998</c:v>
                </c:pt>
                <c:pt idx="12596">
                  <c:v>47.572699999999998</c:v>
                </c:pt>
                <c:pt idx="12597">
                  <c:v>48.920099999999998</c:v>
                </c:pt>
                <c:pt idx="12598">
                  <c:v>50.025399999999998</c:v>
                </c:pt>
                <c:pt idx="12599">
                  <c:v>51.655500000000004</c:v>
                </c:pt>
                <c:pt idx="12600">
                  <c:v>52.948799999999999</c:v>
                </c:pt>
                <c:pt idx="12601">
                  <c:v>54.111499999999999</c:v>
                </c:pt>
                <c:pt idx="12602">
                  <c:v>54.768099999999997</c:v>
                </c:pt>
                <c:pt idx="12603">
                  <c:v>54.8474</c:v>
                </c:pt>
                <c:pt idx="12604">
                  <c:v>54.508499999999998</c:v>
                </c:pt>
                <c:pt idx="12605">
                  <c:v>54.247999999999998</c:v>
                </c:pt>
                <c:pt idx="12606">
                  <c:v>54.2652</c:v>
                </c:pt>
                <c:pt idx="12607">
                  <c:v>54.101500000000001</c:v>
                </c:pt>
                <c:pt idx="12608">
                  <c:v>53.789200000000001</c:v>
                </c:pt>
                <c:pt idx="12609">
                  <c:v>53.455599999999997</c:v>
                </c:pt>
                <c:pt idx="12610">
                  <c:v>53.136000000000003</c:v>
                </c:pt>
                <c:pt idx="12611">
                  <c:v>52.422199999999997</c:v>
                </c:pt>
                <c:pt idx="12612">
                  <c:v>50.947200000000002</c:v>
                </c:pt>
                <c:pt idx="12613">
                  <c:v>48.887999999999998</c:v>
                </c:pt>
                <c:pt idx="12614">
                  <c:v>46.280299999999997</c:v>
                </c:pt>
                <c:pt idx="12615">
                  <c:v>43.215200000000003</c:v>
                </c:pt>
                <c:pt idx="12616">
                  <c:v>39.789299999999997</c:v>
                </c:pt>
                <c:pt idx="12617">
                  <c:v>36.8108</c:v>
                </c:pt>
                <c:pt idx="12618">
                  <c:v>34.533200000000001</c:v>
                </c:pt>
                <c:pt idx="12619">
                  <c:v>32.693600000000004</c:v>
                </c:pt>
                <c:pt idx="12620">
                  <c:v>31.152200000000001</c:v>
                </c:pt>
                <c:pt idx="12621">
                  <c:v>30.2211</c:v>
                </c:pt>
                <c:pt idx="12622">
                  <c:v>29.769600000000001</c:v>
                </c:pt>
                <c:pt idx="12623">
                  <c:v>29.566400000000002</c:v>
                </c:pt>
                <c:pt idx="12624">
                  <c:v>29.467700000000001</c:v>
                </c:pt>
                <c:pt idx="12625">
                  <c:v>28.878699999999998</c:v>
                </c:pt>
                <c:pt idx="12626">
                  <c:v>28.206499999999998</c:v>
                </c:pt>
                <c:pt idx="12627">
                  <c:v>27.7803</c:v>
                </c:pt>
                <c:pt idx="12628">
                  <c:v>27.190200000000001</c:v>
                </c:pt>
                <c:pt idx="12629">
                  <c:v>27.087199999999999</c:v>
                </c:pt>
                <c:pt idx="12630">
                  <c:v>27.507100000000001</c:v>
                </c:pt>
                <c:pt idx="12631">
                  <c:v>27.889700000000001</c:v>
                </c:pt>
                <c:pt idx="12632">
                  <c:v>28.154699999999998</c:v>
                </c:pt>
                <c:pt idx="12633">
                  <c:v>28.429600000000001</c:v>
                </c:pt>
                <c:pt idx="12634">
                  <c:v>28.600899999999999</c:v>
                </c:pt>
                <c:pt idx="12635">
                  <c:v>28.5398</c:v>
                </c:pt>
                <c:pt idx="12636">
                  <c:v>28.27</c:v>
                </c:pt>
                <c:pt idx="12637">
                  <c:v>28.221399999999999</c:v>
                </c:pt>
                <c:pt idx="12638">
                  <c:v>28.270499999999998</c:v>
                </c:pt>
                <c:pt idx="12639">
                  <c:v>27.682300000000001</c:v>
                </c:pt>
                <c:pt idx="12640">
                  <c:v>26.698899999999998</c:v>
                </c:pt>
                <c:pt idx="12641">
                  <c:v>26.2194</c:v>
                </c:pt>
                <c:pt idx="12642">
                  <c:v>25.529599999999999</c:v>
                </c:pt>
                <c:pt idx="12643">
                  <c:v>24.709</c:v>
                </c:pt>
                <c:pt idx="12644">
                  <c:v>24.355499999999999</c:v>
                </c:pt>
                <c:pt idx="12645">
                  <c:v>24.393000000000001</c:v>
                </c:pt>
                <c:pt idx="12646">
                  <c:v>24.4634</c:v>
                </c:pt>
                <c:pt idx="12647">
                  <c:v>24.413699999999999</c:v>
                </c:pt>
                <c:pt idx="12648">
                  <c:v>24.723299999999998</c:v>
                </c:pt>
                <c:pt idx="12649">
                  <c:v>25.196300000000001</c:v>
                </c:pt>
                <c:pt idx="12650">
                  <c:v>25.5151</c:v>
                </c:pt>
                <c:pt idx="12651">
                  <c:v>25.717099999999999</c:v>
                </c:pt>
                <c:pt idx="12652">
                  <c:v>26.148199999999999</c:v>
                </c:pt>
                <c:pt idx="12653">
                  <c:v>26.381799999999998</c:v>
                </c:pt>
                <c:pt idx="12654">
                  <c:v>26.223299999999998</c:v>
                </c:pt>
                <c:pt idx="12655">
                  <c:v>25.813400000000001</c:v>
                </c:pt>
                <c:pt idx="12656">
                  <c:v>25.5595</c:v>
                </c:pt>
                <c:pt idx="12657">
                  <c:v>25.743099999999998</c:v>
                </c:pt>
                <c:pt idx="12658">
                  <c:v>26.158300000000001</c:v>
                </c:pt>
                <c:pt idx="12659">
                  <c:v>26.5977</c:v>
                </c:pt>
                <c:pt idx="12660">
                  <c:v>26.5303</c:v>
                </c:pt>
                <c:pt idx="12661">
                  <c:v>26.438300000000002</c:v>
                </c:pt>
                <c:pt idx="12662">
                  <c:v>26.593800000000002</c:v>
                </c:pt>
                <c:pt idx="12663">
                  <c:v>26.758400000000002</c:v>
                </c:pt>
                <c:pt idx="12664">
                  <c:v>26.946899999999999</c:v>
                </c:pt>
                <c:pt idx="12665">
                  <c:v>27.208300000000001</c:v>
                </c:pt>
                <c:pt idx="12666">
                  <c:v>27.360199999999999</c:v>
                </c:pt>
                <c:pt idx="12667">
                  <c:v>27.634599999999999</c:v>
                </c:pt>
                <c:pt idx="12668">
                  <c:v>27.940899999999999</c:v>
                </c:pt>
                <c:pt idx="12669">
                  <c:v>28.178000000000001</c:v>
                </c:pt>
                <c:pt idx="12670">
                  <c:v>28.428100000000001</c:v>
                </c:pt>
                <c:pt idx="12671">
                  <c:v>28.7942</c:v>
                </c:pt>
                <c:pt idx="12672">
                  <c:v>29.021100000000001</c:v>
                </c:pt>
                <c:pt idx="12673">
                  <c:v>29.0426</c:v>
                </c:pt>
                <c:pt idx="12674">
                  <c:v>28.893999999999998</c:v>
                </c:pt>
                <c:pt idx="12675">
                  <c:v>28.643000000000001</c:v>
                </c:pt>
                <c:pt idx="12676">
                  <c:v>28.035299999999999</c:v>
                </c:pt>
                <c:pt idx="12677">
                  <c:v>27.764600000000002</c:v>
                </c:pt>
                <c:pt idx="12678">
                  <c:v>27.776900000000001</c:v>
                </c:pt>
                <c:pt idx="12679">
                  <c:v>27.7149</c:v>
                </c:pt>
                <c:pt idx="12680">
                  <c:v>27.693000000000001</c:v>
                </c:pt>
                <c:pt idx="12681">
                  <c:v>28.2455</c:v>
                </c:pt>
                <c:pt idx="12682">
                  <c:v>28.9772</c:v>
                </c:pt>
                <c:pt idx="12683">
                  <c:v>30.0046</c:v>
                </c:pt>
                <c:pt idx="12684">
                  <c:v>31.189</c:v>
                </c:pt>
                <c:pt idx="12685">
                  <c:v>32.776000000000003</c:v>
                </c:pt>
                <c:pt idx="12686">
                  <c:v>34.982199999999999</c:v>
                </c:pt>
                <c:pt idx="12687">
                  <c:v>37.185099999999998</c:v>
                </c:pt>
                <c:pt idx="12688">
                  <c:v>39.739600000000003</c:v>
                </c:pt>
                <c:pt idx="12689">
                  <c:v>42.849800000000002</c:v>
                </c:pt>
                <c:pt idx="12690">
                  <c:v>46.535499999999999</c:v>
                </c:pt>
                <c:pt idx="12691">
                  <c:v>50.921700000000001</c:v>
                </c:pt>
                <c:pt idx="12692">
                  <c:v>55.559199999999997</c:v>
                </c:pt>
                <c:pt idx="12693">
                  <c:v>59.132399999999997</c:v>
                </c:pt>
                <c:pt idx="12694">
                  <c:v>61.031599999999997</c:v>
                </c:pt>
                <c:pt idx="12695">
                  <c:v>61.796599999999998</c:v>
                </c:pt>
                <c:pt idx="12696">
                  <c:v>62.482700000000001</c:v>
                </c:pt>
                <c:pt idx="12697">
                  <c:v>63.732399999999998</c:v>
                </c:pt>
                <c:pt idx="12698">
                  <c:v>65.774100000000004</c:v>
                </c:pt>
                <c:pt idx="12699">
                  <c:v>68.314999999999998</c:v>
                </c:pt>
                <c:pt idx="12700">
                  <c:v>71.121200000000002</c:v>
                </c:pt>
                <c:pt idx="12701">
                  <c:v>74.644999999999996</c:v>
                </c:pt>
                <c:pt idx="12702">
                  <c:v>79.569900000000004</c:v>
                </c:pt>
                <c:pt idx="12703">
                  <c:v>86.470200000000006</c:v>
                </c:pt>
                <c:pt idx="12704">
                  <c:v>95.581999999999994</c:v>
                </c:pt>
                <c:pt idx="12705">
                  <c:v>105.527</c:v>
                </c:pt>
                <c:pt idx="12706">
                  <c:v>113.48</c:v>
                </c:pt>
                <c:pt idx="12707">
                  <c:v>119.887</c:v>
                </c:pt>
                <c:pt idx="12708">
                  <c:v>125.39400000000001</c:v>
                </c:pt>
                <c:pt idx="12709">
                  <c:v>128.292</c:v>
                </c:pt>
                <c:pt idx="12710">
                  <c:v>127.4</c:v>
                </c:pt>
                <c:pt idx="12711">
                  <c:v>122.626</c:v>
                </c:pt>
                <c:pt idx="12712">
                  <c:v>116.102</c:v>
                </c:pt>
                <c:pt idx="12713">
                  <c:v>110.048</c:v>
                </c:pt>
                <c:pt idx="12714">
                  <c:v>105.89100000000001</c:v>
                </c:pt>
                <c:pt idx="12715">
                  <c:v>103.929</c:v>
                </c:pt>
                <c:pt idx="12716">
                  <c:v>104.099</c:v>
                </c:pt>
                <c:pt idx="12717">
                  <c:v>106.071</c:v>
                </c:pt>
                <c:pt idx="12718">
                  <c:v>108.501</c:v>
                </c:pt>
                <c:pt idx="12719">
                  <c:v>108.974</c:v>
                </c:pt>
                <c:pt idx="12720">
                  <c:v>107.386</c:v>
                </c:pt>
                <c:pt idx="12721">
                  <c:v>103.928</c:v>
                </c:pt>
                <c:pt idx="12722">
                  <c:v>99.203299999999999</c:v>
                </c:pt>
                <c:pt idx="12723">
                  <c:v>93.554400000000001</c:v>
                </c:pt>
                <c:pt idx="12724">
                  <c:v>87.111000000000004</c:v>
                </c:pt>
                <c:pt idx="12725">
                  <c:v>81.036100000000005</c:v>
                </c:pt>
                <c:pt idx="12726">
                  <c:v>76.653000000000006</c:v>
                </c:pt>
                <c:pt idx="12727">
                  <c:v>73.959500000000006</c:v>
                </c:pt>
                <c:pt idx="12728">
                  <c:v>73.039000000000001</c:v>
                </c:pt>
                <c:pt idx="12729">
                  <c:v>73.571299999999994</c:v>
                </c:pt>
                <c:pt idx="12730">
                  <c:v>75.463999999999999</c:v>
                </c:pt>
                <c:pt idx="12731">
                  <c:v>78.371700000000004</c:v>
                </c:pt>
                <c:pt idx="12732">
                  <c:v>81.532499999999999</c:v>
                </c:pt>
                <c:pt idx="12733">
                  <c:v>84.670100000000005</c:v>
                </c:pt>
                <c:pt idx="12734">
                  <c:v>87.788499999999999</c:v>
                </c:pt>
                <c:pt idx="12735">
                  <c:v>91.712599999999995</c:v>
                </c:pt>
                <c:pt idx="12736">
                  <c:v>97.787800000000004</c:v>
                </c:pt>
                <c:pt idx="12737">
                  <c:v>106.52</c:v>
                </c:pt>
                <c:pt idx="12738">
                  <c:v>118.11499999999999</c:v>
                </c:pt>
                <c:pt idx="12739">
                  <c:v>132.81399999999999</c:v>
                </c:pt>
                <c:pt idx="12740">
                  <c:v>149.946</c:v>
                </c:pt>
                <c:pt idx="12741">
                  <c:v>165.46</c:v>
                </c:pt>
                <c:pt idx="12742">
                  <c:v>176.92099999999999</c:v>
                </c:pt>
                <c:pt idx="12743">
                  <c:v>186.11799999999999</c:v>
                </c:pt>
                <c:pt idx="12744">
                  <c:v>197.678</c:v>
                </c:pt>
                <c:pt idx="12745">
                  <c:v>215.292</c:v>
                </c:pt>
                <c:pt idx="12746">
                  <c:v>237.98699999999999</c:v>
                </c:pt>
                <c:pt idx="12747">
                  <c:v>258.32799999999997</c:v>
                </c:pt>
                <c:pt idx="12748">
                  <c:v>270.24900000000002</c:v>
                </c:pt>
                <c:pt idx="12749">
                  <c:v>274.99599999999998</c:v>
                </c:pt>
                <c:pt idx="12750">
                  <c:v>279.23</c:v>
                </c:pt>
                <c:pt idx="12751">
                  <c:v>289.26600000000002</c:v>
                </c:pt>
                <c:pt idx="12752">
                  <c:v>308.69900000000001</c:v>
                </c:pt>
                <c:pt idx="12753">
                  <c:v>334.76400000000001</c:v>
                </c:pt>
                <c:pt idx="12754">
                  <c:v>362.452</c:v>
                </c:pt>
                <c:pt idx="12755">
                  <c:v>390.18700000000001</c:v>
                </c:pt>
                <c:pt idx="12756">
                  <c:v>421.48</c:v>
                </c:pt>
                <c:pt idx="12757">
                  <c:v>465.80099999999999</c:v>
                </c:pt>
                <c:pt idx="12758">
                  <c:v>536.00699999999995</c:v>
                </c:pt>
                <c:pt idx="12759">
                  <c:v>643.596</c:v>
                </c:pt>
                <c:pt idx="12760">
                  <c:v>793.98299999999995</c:v>
                </c:pt>
                <c:pt idx="12761">
                  <c:v>975.14300000000003</c:v>
                </c:pt>
                <c:pt idx="12762">
                  <c:v>1150.47</c:v>
                </c:pt>
                <c:pt idx="12763">
                  <c:v>1256.5</c:v>
                </c:pt>
                <c:pt idx="12764">
                  <c:v>1250.8499999999999</c:v>
                </c:pt>
                <c:pt idx="12765">
                  <c:v>1160.99</c:v>
                </c:pt>
                <c:pt idx="12766">
                  <c:v>1049.0999999999999</c:v>
                </c:pt>
                <c:pt idx="12767">
                  <c:v>966.41499999999996</c:v>
                </c:pt>
                <c:pt idx="12768">
                  <c:v>922.46799999999996</c:v>
                </c:pt>
                <c:pt idx="12769">
                  <c:v>890.11599999999999</c:v>
                </c:pt>
                <c:pt idx="12770">
                  <c:v>844.43899999999996</c:v>
                </c:pt>
                <c:pt idx="12771">
                  <c:v>783.32799999999997</c:v>
                </c:pt>
                <c:pt idx="12772">
                  <c:v>718.85900000000004</c:v>
                </c:pt>
                <c:pt idx="12773">
                  <c:v>661.79100000000005</c:v>
                </c:pt>
                <c:pt idx="12774">
                  <c:v>617.84299999999996</c:v>
                </c:pt>
                <c:pt idx="12775">
                  <c:v>590.79399999999998</c:v>
                </c:pt>
                <c:pt idx="12776">
                  <c:v>584.30999999999995</c:v>
                </c:pt>
                <c:pt idx="12777">
                  <c:v>600.61599999999999</c:v>
                </c:pt>
                <c:pt idx="12778">
                  <c:v>635.81100000000004</c:v>
                </c:pt>
                <c:pt idx="12779">
                  <c:v>681.33299999999997</c:v>
                </c:pt>
                <c:pt idx="12780">
                  <c:v>721.23500000000001</c:v>
                </c:pt>
                <c:pt idx="12781">
                  <c:v>738.85799999999995</c:v>
                </c:pt>
                <c:pt idx="12782">
                  <c:v>734.16099999999994</c:v>
                </c:pt>
                <c:pt idx="12783">
                  <c:v>724.23500000000001</c:v>
                </c:pt>
                <c:pt idx="12784">
                  <c:v>729.42700000000002</c:v>
                </c:pt>
                <c:pt idx="12785">
                  <c:v>760.82399999999996</c:v>
                </c:pt>
                <c:pt idx="12786">
                  <c:v>813.72</c:v>
                </c:pt>
                <c:pt idx="12787">
                  <c:v>866.79100000000005</c:v>
                </c:pt>
                <c:pt idx="12788">
                  <c:v>895.255</c:v>
                </c:pt>
                <c:pt idx="12789">
                  <c:v>884.57100000000003</c:v>
                </c:pt>
                <c:pt idx="12790">
                  <c:v>842.71100000000001</c:v>
                </c:pt>
                <c:pt idx="12791">
                  <c:v>795.76900000000001</c:v>
                </c:pt>
                <c:pt idx="12792">
                  <c:v>765.56200000000001</c:v>
                </c:pt>
                <c:pt idx="12793">
                  <c:v>752.77800000000002</c:v>
                </c:pt>
                <c:pt idx="12794">
                  <c:v>739.70500000000004</c:v>
                </c:pt>
                <c:pt idx="12795">
                  <c:v>718.70699999999999</c:v>
                </c:pt>
                <c:pt idx="12796">
                  <c:v>700.29899999999998</c:v>
                </c:pt>
                <c:pt idx="12797">
                  <c:v>700.93100000000004</c:v>
                </c:pt>
                <c:pt idx="12798">
                  <c:v>731.73900000000003</c:v>
                </c:pt>
                <c:pt idx="12799">
                  <c:v>787.37800000000004</c:v>
                </c:pt>
                <c:pt idx="12800">
                  <c:v>836.23900000000003</c:v>
                </c:pt>
                <c:pt idx="12801">
                  <c:v>844.06700000000001</c:v>
                </c:pt>
                <c:pt idx="12802">
                  <c:v>808.596</c:v>
                </c:pt>
                <c:pt idx="12803">
                  <c:v>753.51700000000005</c:v>
                </c:pt>
                <c:pt idx="12804">
                  <c:v>699.99199999999996</c:v>
                </c:pt>
                <c:pt idx="12805">
                  <c:v>648.13400000000001</c:v>
                </c:pt>
                <c:pt idx="12806">
                  <c:v>592.75800000000004</c:v>
                </c:pt>
                <c:pt idx="12807">
                  <c:v>538.899</c:v>
                </c:pt>
                <c:pt idx="12808">
                  <c:v>497.298</c:v>
                </c:pt>
                <c:pt idx="12809">
                  <c:v>475.709</c:v>
                </c:pt>
                <c:pt idx="12810">
                  <c:v>474.41899999999998</c:v>
                </c:pt>
                <c:pt idx="12811">
                  <c:v>486.93599999999998</c:v>
                </c:pt>
                <c:pt idx="12812">
                  <c:v>500.49099999999999</c:v>
                </c:pt>
                <c:pt idx="12813">
                  <c:v>503.65300000000002</c:v>
                </c:pt>
                <c:pt idx="12814">
                  <c:v>496.35500000000002</c:v>
                </c:pt>
                <c:pt idx="12815">
                  <c:v>487.08600000000001</c:v>
                </c:pt>
                <c:pt idx="12816">
                  <c:v>485.50200000000001</c:v>
                </c:pt>
                <c:pt idx="12817">
                  <c:v>498.214</c:v>
                </c:pt>
                <c:pt idx="12818">
                  <c:v>527.97400000000005</c:v>
                </c:pt>
                <c:pt idx="12819">
                  <c:v>575.33699999999999</c:v>
                </c:pt>
                <c:pt idx="12820">
                  <c:v>639.98500000000001</c:v>
                </c:pt>
                <c:pt idx="12821">
                  <c:v>723.97699999999998</c:v>
                </c:pt>
                <c:pt idx="12822">
                  <c:v>831.72199999999998</c:v>
                </c:pt>
                <c:pt idx="12823">
                  <c:v>957.125</c:v>
                </c:pt>
                <c:pt idx="12824">
                  <c:v>1073.46</c:v>
                </c:pt>
                <c:pt idx="12825">
                  <c:v>1139.3499999999999</c:v>
                </c:pt>
                <c:pt idx="12826">
                  <c:v>1138.8399999999999</c:v>
                </c:pt>
                <c:pt idx="12827">
                  <c:v>1094.77</c:v>
                </c:pt>
                <c:pt idx="12828">
                  <c:v>1028.55</c:v>
                </c:pt>
                <c:pt idx="12829">
                  <c:v>942.79300000000001</c:v>
                </c:pt>
                <c:pt idx="12830">
                  <c:v>844.221</c:v>
                </c:pt>
                <c:pt idx="12831">
                  <c:v>749.32299999999998</c:v>
                </c:pt>
                <c:pt idx="12832">
                  <c:v>670.476</c:v>
                </c:pt>
                <c:pt idx="12833">
                  <c:v>611.12400000000002</c:v>
                </c:pt>
                <c:pt idx="12834">
                  <c:v>572.05100000000004</c:v>
                </c:pt>
                <c:pt idx="12835">
                  <c:v>556.02700000000004</c:v>
                </c:pt>
                <c:pt idx="12836">
                  <c:v>569.18100000000004</c:v>
                </c:pt>
                <c:pt idx="12837">
                  <c:v>617.54600000000005</c:v>
                </c:pt>
                <c:pt idx="12838">
                  <c:v>702.33</c:v>
                </c:pt>
                <c:pt idx="12839">
                  <c:v>814.47699999999998</c:v>
                </c:pt>
                <c:pt idx="12840">
                  <c:v>930.27800000000002</c:v>
                </c:pt>
                <c:pt idx="12841">
                  <c:v>1001.23</c:v>
                </c:pt>
                <c:pt idx="12842">
                  <c:v>988.69399999999996</c:v>
                </c:pt>
                <c:pt idx="12843">
                  <c:v>905.59199999999998</c:v>
                </c:pt>
                <c:pt idx="12844">
                  <c:v>789.22500000000002</c:v>
                </c:pt>
                <c:pt idx="12845">
                  <c:v>672.08299999999997</c:v>
                </c:pt>
                <c:pt idx="12846">
                  <c:v>571.37900000000002</c:v>
                </c:pt>
                <c:pt idx="12847">
                  <c:v>488.69200000000001</c:v>
                </c:pt>
                <c:pt idx="12848">
                  <c:v>420.37200000000001</c:v>
                </c:pt>
                <c:pt idx="12849">
                  <c:v>364.30700000000002</c:v>
                </c:pt>
                <c:pt idx="12850">
                  <c:v>320.31599999999997</c:v>
                </c:pt>
                <c:pt idx="12851">
                  <c:v>288.303</c:v>
                </c:pt>
                <c:pt idx="12852">
                  <c:v>266.27199999999999</c:v>
                </c:pt>
                <c:pt idx="12853">
                  <c:v>249.922</c:v>
                </c:pt>
                <c:pt idx="12854">
                  <c:v>237.136</c:v>
                </c:pt>
                <c:pt idx="12855">
                  <c:v>228.46199999999999</c:v>
                </c:pt>
                <c:pt idx="12856">
                  <c:v>223.19399999999999</c:v>
                </c:pt>
                <c:pt idx="12857">
                  <c:v>219.64699999999999</c:v>
                </c:pt>
                <c:pt idx="12858">
                  <c:v>215.792</c:v>
                </c:pt>
                <c:pt idx="12859">
                  <c:v>209.21199999999999</c:v>
                </c:pt>
                <c:pt idx="12860">
                  <c:v>199.30099999999999</c:v>
                </c:pt>
                <c:pt idx="12861">
                  <c:v>188.59</c:v>
                </c:pt>
                <c:pt idx="12862">
                  <c:v>179.56100000000001</c:v>
                </c:pt>
                <c:pt idx="12863">
                  <c:v>175.02699999999999</c:v>
                </c:pt>
                <c:pt idx="12864">
                  <c:v>176.797</c:v>
                </c:pt>
                <c:pt idx="12865">
                  <c:v>184.518</c:v>
                </c:pt>
                <c:pt idx="12866">
                  <c:v>196.41300000000001</c:v>
                </c:pt>
                <c:pt idx="12867">
                  <c:v>210.51900000000001</c:v>
                </c:pt>
                <c:pt idx="12868">
                  <c:v>222.34100000000001</c:v>
                </c:pt>
                <c:pt idx="12869">
                  <c:v>226.24</c:v>
                </c:pt>
                <c:pt idx="12870">
                  <c:v>218.15100000000001</c:v>
                </c:pt>
                <c:pt idx="12871">
                  <c:v>199.42099999999999</c:v>
                </c:pt>
                <c:pt idx="12872">
                  <c:v>175.697</c:v>
                </c:pt>
                <c:pt idx="12873">
                  <c:v>152.34399999999999</c:v>
                </c:pt>
                <c:pt idx="12874">
                  <c:v>133.5</c:v>
                </c:pt>
                <c:pt idx="12875">
                  <c:v>120.402</c:v>
                </c:pt>
                <c:pt idx="12876">
                  <c:v>112.828</c:v>
                </c:pt>
                <c:pt idx="12877">
                  <c:v>110.346</c:v>
                </c:pt>
                <c:pt idx="12878">
                  <c:v>111.005</c:v>
                </c:pt>
                <c:pt idx="12879">
                  <c:v>114.176</c:v>
                </c:pt>
                <c:pt idx="12880">
                  <c:v>117.827</c:v>
                </c:pt>
                <c:pt idx="12881">
                  <c:v>119.027</c:v>
                </c:pt>
                <c:pt idx="12882">
                  <c:v>117.616</c:v>
                </c:pt>
                <c:pt idx="12883">
                  <c:v>114.36</c:v>
                </c:pt>
                <c:pt idx="12884">
                  <c:v>110.568</c:v>
                </c:pt>
                <c:pt idx="12885">
                  <c:v>107.17100000000001</c:v>
                </c:pt>
                <c:pt idx="12886">
                  <c:v>104.825</c:v>
                </c:pt>
                <c:pt idx="12887">
                  <c:v>104.236</c:v>
                </c:pt>
                <c:pt idx="12888">
                  <c:v>105.23399999999999</c:v>
                </c:pt>
                <c:pt idx="12889">
                  <c:v>106.16200000000001</c:v>
                </c:pt>
                <c:pt idx="12890">
                  <c:v>105.941</c:v>
                </c:pt>
                <c:pt idx="12891">
                  <c:v>104.968</c:v>
                </c:pt>
                <c:pt idx="12892">
                  <c:v>104.38200000000001</c:v>
                </c:pt>
                <c:pt idx="12893">
                  <c:v>105.16</c:v>
                </c:pt>
                <c:pt idx="12894">
                  <c:v>107.51</c:v>
                </c:pt>
                <c:pt idx="12895">
                  <c:v>111.764</c:v>
                </c:pt>
                <c:pt idx="12896">
                  <c:v>119.05500000000001</c:v>
                </c:pt>
                <c:pt idx="12897">
                  <c:v>128.655</c:v>
                </c:pt>
                <c:pt idx="12898">
                  <c:v>134.69</c:v>
                </c:pt>
                <c:pt idx="12899">
                  <c:v>132.041</c:v>
                </c:pt>
                <c:pt idx="12900">
                  <c:v>121.514</c:v>
                </c:pt>
                <c:pt idx="12901">
                  <c:v>107.239</c:v>
                </c:pt>
                <c:pt idx="12902">
                  <c:v>93.844499999999996</c:v>
                </c:pt>
                <c:pt idx="12903">
                  <c:v>83.733099999999993</c:v>
                </c:pt>
                <c:pt idx="12904">
                  <c:v>77.7834</c:v>
                </c:pt>
                <c:pt idx="12905">
                  <c:v>75.225300000000004</c:v>
                </c:pt>
                <c:pt idx="12906">
                  <c:v>74.043999999999997</c:v>
                </c:pt>
                <c:pt idx="12907">
                  <c:v>72.9876</c:v>
                </c:pt>
                <c:pt idx="12908">
                  <c:v>71.400599999999997</c:v>
                </c:pt>
                <c:pt idx="12909">
                  <c:v>69.173199999999994</c:v>
                </c:pt>
                <c:pt idx="12910">
                  <c:v>66.846400000000003</c:v>
                </c:pt>
                <c:pt idx="12911">
                  <c:v>64.5518</c:v>
                </c:pt>
                <c:pt idx="12912">
                  <c:v>62.731299999999997</c:v>
                </c:pt>
                <c:pt idx="12913">
                  <c:v>61.734999999999999</c:v>
                </c:pt>
                <c:pt idx="12914">
                  <c:v>61.883000000000003</c:v>
                </c:pt>
                <c:pt idx="12915">
                  <c:v>62.1843</c:v>
                </c:pt>
                <c:pt idx="12916">
                  <c:v>60.714300000000001</c:v>
                </c:pt>
                <c:pt idx="12917">
                  <c:v>57.325699999999998</c:v>
                </c:pt>
                <c:pt idx="12918">
                  <c:v>53.619199999999999</c:v>
                </c:pt>
                <c:pt idx="12919">
                  <c:v>49.879800000000003</c:v>
                </c:pt>
                <c:pt idx="12920">
                  <c:v>46.188099999999999</c:v>
                </c:pt>
                <c:pt idx="12921">
                  <c:v>43.5867</c:v>
                </c:pt>
                <c:pt idx="12922">
                  <c:v>42.754300000000001</c:v>
                </c:pt>
                <c:pt idx="12923">
                  <c:v>43.159500000000001</c:v>
                </c:pt>
                <c:pt idx="12924">
                  <c:v>43.648499999999999</c:v>
                </c:pt>
                <c:pt idx="12925">
                  <c:v>43.915300000000002</c:v>
                </c:pt>
                <c:pt idx="12926">
                  <c:v>44.146000000000001</c:v>
                </c:pt>
                <c:pt idx="12927">
                  <c:v>44.860999999999997</c:v>
                </c:pt>
                <c:pt idx="12928">
                  <c:v>45.197400000000002</c:v>
                </c:pt>
                <c:pt idx="12929">
                  <c:v>44.830300000000001</c:v>
                </c:pt>
                <c:pt idx="12930">
                  <c:v>44.277000000000001</c:v>
                </c:pt>
                <c:pt idx="12931">
                  <c:v>44.429099999999998</c:v>
                </c:pt>
                <c:pt idx="12932">
                  <c:v>45.634700000000002</c:v>
                </c:pt>
                <c:pt idx="12933">
                  <c:v>47.653399999999998</c:v>
                </c:pt>
                <c:pt idx="12934">
                  <c:v>49.2637</c:v>
                </c:pt>
                <c:pt idx="12935">
                  <c:v>49.648699999999998</c:v>
                </c:pt>
                <c:pt idx="12936">
                  <c:v>47.817799999999998</c:v>
                </c:pt>
                <c:pt idx="12937">
                  <c:v>44.430799999999998</c:v>
                </c:pt>
                <c:pt idx="12938">
                  <c:v>41.017099999999999</c:v>
                </c:pt>
                <c:pt idx="12939">
                  <c:v>37.7911</c:v>
                </c:pt>
                <c:pt idx="12940">
                  <c:v>34.991500000000002</c:v>
                </c:pt>
                <c:pt idx="12941">
                  <c:v>33.137900000000002</c:v>
                </c:pt>
                <c:pt idx="12942">
                  <c:v>32.083399999999997</c:v>
                </c:pt>
                <c:pt idx="12943">
                  <c:v>31.572800000000001</c:v>
                </c:pt>
                <c:pt idx="12944">
                  <c:v>31.515799999999999</c:v>
                </c:pt>
                <c:pt idx="12945">
                  <c:v>31.5824</c:v>
                </c:pt>
                <c:pt idx="12946">
                  <c:v>31.047599999999999</c:v>
                </c:pt>
                <c:pt idx="12947">
                  <c:v>30.53</c:v>
                </c:pt>
                <c:pt idx="12948">
                  <c:v>30.662199999999999</c:v>
                </c:pt>
                <c:pt idx="12949">
                  <c:v>31.005299999999998</c:v>
                </c:pt>
                <c:pt idx="12950">
                  <c:v>31.5717</c:v>
                </c:pt>
                <c:pt idx="12951">
                  <c:v>32.419699999999999</c:v>
                </c:pt>
                <c:pt idx="12952">
                  <c:v>33.923699999999997</c:v>
                </c:pt>
                <c:pt idx="12953">
                  <c:v>35.608800000000002</c:v>
                </c:pt>
                <c:pt idx="12954">
                  <c:v>36.6235</c:v>
                </c:pt>
                <c:pt idx="12955">
                  <c:v>36.377499999999998</c:v>
                </c:pt>
                <c:pt idx="12956">
                  <c:v>34.753100000000003</c:v>
                </c:pt>
                <c:pt idx="12957">
                  <c:v>32.908700000000003</c:v>
                </c:pt>
                <c:pt idx="12958">
                  <c:v>32.3583</c:v>
                </c:pt>
                <c:pt idx="12959">
                  <c:v>32.760599999999997</c:v>
                </c:pt>
                <c:pt idx="12960">
                  <c:v>33.5364</c:v>
                </c:pt>
                <c:pt idx="12961">
                  <c:v>35.256300000000003</c:v>
                </c:pt>
                <c:pt idx="12962">
                  <c:v>37.247900000000001</c:v>
                </c:pt>
                <c:pt idx="12963">
                  <c:v>39.315800000000003</c:v>
                </c:pt>
                <c:pt idx="12964">
                  <c:v>40.817</c:v>
                </c:pt>
                <c:pt idx="12965">
                  <c:v>40.693100000000001</c:v>
                </c:pt>
                <c:pt idx="12966">
                  <c:v>38.642200000000003</c:v>
                </c:pt>
                <c:pt idx="12967">
                  <c:v>35.766399999999997</c:v>
                </c:pt>
                <c:pt idx="12968">
                  <c:v>32.726199999999999</c:v>
                </c:pt>
                <c:pt idx="12969">
                  <c:v>30.327000000000002</c:v>
                </c:pt>
                <c:pt idx="12970">
                  <c:v>28.989899999999999</c:v>
                </c:pt>
                <c:pt idx="12971">
                  <c:v>28.578099999999999</c:v>
                </c:pt>
                <c:pt idx="12972">
                  <c:v>28.514299999999999</c:v>
                </c:pt>
                <c:pt idx="12973">
                  <c:v>29.1114</c:v>
                </c:pt>
                <c:pt idx="12974">
                  <c:v>30.377500000000001</c:v>
                </c:pt>
                <c:pt idx="12975">
                  <c:v>31.766200000000001</c:v>
                </c:pt>
                <c:pt idx="12976">
                  <c:v>33.123699999999999</c:v>
                </c:pt>
                <c:pt idx="12977">
                  <c:v>33.9651</c:v>
                </c:pt>
                <c:pt idx="12978">
                  <c:v>34.253</c:v>
                </c:pt>
                <c:pt idx="12979">
                  <c:v>34.280099999999997</c:v>
                </c:pt>
                <c:pt idx="12980">
                  <c:v>33.985300000000002</c:v>
                </c:pt>
                <c:pt idx="12981">
                  <c:v>33.415500000000002</c:v>
                </c:pt>
                <c:pt idx="12982">
                  <c:v>32.641599999999997</c:v>
                </c:pt>
                <c:pt idx="12983">
                  <c:v>31.990400000000001</c:v>
                </c:pt>
                <c:pt idx="12984">
                  <c:v>31.454599999999999</c:v>
                </c:pt>
                <c:pt idx="12985">
                  <c:v>30.588899999999999</c:v>
                </c:pt>
                <c:pt idx="12986">
                  <c:v>29.496400000000001</c:v>
                </c:pt>
                <c:pt idx="12987">
                  <c:v>28.412800000000001</c:v>
                </c:pt>
                <c:pt idx="12988">
                  <c:v>27.934699999999999</c:v>
                </c:pt>
                <c:pt idx="12989">
                  <c:v>28.312100000000001</c:v>
                </c:pt>
                <c:pt idx="12990">
                  <c:v>29.601400000000002</c:v>
                </c:pt>
                <c:pt idx="12991">
                  <c:v>31.496400000000001</c:v>
                </c:pt>
                <c:pt idx="12992">
                  <c:v>33.960599999999999</c:v>
                </c:pt>
                <c:pt idx="12993">
                  <c:v>35.701500000000003</c:v>
                </c:pt>
                <c:pt idx="12994">
                  <c:v>35.9161</c:v>
                </c:pt>
                <c:pt idx="12995">
                  <c:v>35.144399999999997</c:v>
                </c:pt>
                <c:pt idx="12996">
                  <c:v>33.6539</c:v>
                </c:pt>
                <c:pt idx="12997">
                  <c:v>32.031500000000001</c:v>
                </c:pt>
                <c:pt idx="12998">
                  <c:v>30.797000000000001</c:v>
                </c:pt>
                <c:pt idx="12999">
                  <c:v>30.213100000000001</c:v>
                </c:pt>
                <c:pt idx="13000">
                  <c:v>30.071000000000002</c:v>
                </c:pt>
                <c:pt idx="13001">
                  <c:v>29.946100000000001</c:v>
                </c:pt>
                <c:pt idx="13002">
                  <c:v>29.713799999999999</c:v>
                </c:pt>
                <c:pt idx="13003">
                  <c:v>28.578499999999998</c:v>
                </c:pt>
                <c:pt idx="13004">
                  <c:v>26.890699999999999</c:v>
                </c:pt>
                <c:pt idx="13005">
                  <c:v>25.165400000000002</c:v>
                </c:pt>
                <c:pt idx="13006">
                  <c:v>23.513400000000001</c:v>
                </c:pt>
                <c:pt idx="13007">
                  <c:v>22.007300000000001</c:v>
                </c:pt>
                <c:pt idx="13008">
                  <c:v>20.619700000000002</c:v>
                </c:pt>
                <c:pt idx="13009">
                  <c:v>19.660299999999999</c:v>
                </c:pt>
                <c:pt idx="13010">
                  <c:v>19.157800000000002</c:v>
                </c:pt>
                <c:pt idx="13011">
                  <c:v>18.845600000000001</c:v>
                </c:pt>
                <c:pt idx="13012">
                  <c:v>18.261299999999999</c:v>
                </c:pt>
                <c:pt idx="13013">
                  <c:v>17.721499999999999</c:v>
                </c:pt>
                <c:pt idx="13014">
                  <c:v>16.982500000000002</c:v>
                </c:pt>
                <c:pt idx="13015">
                  <c:v>16.552099999999999</c:v>
                </c:pt>
                <c:pt idx="13016">
                  <c:v>16.855799999999999</c:v>
                </c:pt>
                <c:pt idx="13017">
                  <c:v>17.242899999999999</c:v>
                </c:pt>
                <c:pt idx="13018">
                  <c:v>17.281300000000002</c:v>
                </c:pt>
                <c:pt idx="13019">
                  <c:v>17.502400000000002</c:v>
                </c:pt>
                <c:pt idx="13020">
                  <c:v>17.673999999999999</c:v>
                </c:pt>
                <c:pt idx="13021">
                  <c:v>17.298200000000001</c:v>
                </c:pt>
                <c:pt idx="13022">
                  <c:v>16.932099999999998</c:v>
                </c:pt>
                <c:pt idx="13023">
                  <c:v>16.9087</c:v>
                </c:pt>
                <c:pt idx="13024">
                  <c:v>16.9451</c:v>
                </c:pt>
                <c:pt idx="13025">
                  <c:v>16.789000000000001</c:v>
                </c:pt>
                <c:pt idx="13026">
                  <c:v>16.7712</c:v>
                </c:pt>
                <c:pt idx="13027">
                  <c:v>16.6996</c:v>
                </c:pt>
                <c:pt idx="13028">
                  <c:v>16.229500000000002</c:v>
                </c:pt>
                <c:pt idx="13029">
                  <c:v>15.7921</c:v>
                </c:pt>
                <c:pt idx="13030">
                  <c:v>15.853899999999999</c:v>
                </c:pt>
                <c:pt idx="13031">
                  <c:v>16.067</c:v>
                </c:pt>
                <c:pt idx="13032">
                  <c:v>15.944100000000001</c:v>
                </c:pt>
                <c:pt idx="13033">
                  <c:v>15.7174</c:v>
                </c:pt>
                <c:pt idx="13034">
                  <c:v>15.3386</c:v>
                </c:pt>
                <c:pt idx="13035">
                  <c:v>14.702999999999999</c:v>
                </c:pt>
                <c:pt idx="13036">
                  <c:v>14.0151</c:v>
                </c:pt>
                <c:pt idx="13037">
                  <c:v>13.5947</c:v>
                </c:pt>
                <c:pt idx="13038">
                  <c:v>13.849299999999999</c:v>
                </c:pt>
                <c:pt idx="13039">
                  <c:v>14.3696</c:v>
                </c:pt>
                <c:pt idx="13040">
                  <c:v>14.5876</c:v>
                </c:pt>
                <c:pt idx="13041">
                  <c:v>15.027699999999999</c:v>
                </c:pt>
                <c:pt idx="13042">
                  <c:v>15.7034</c:v>
                </c:pt>
                <c:pt idx="13043">
                  <c:v>16.0458</c:v>
                </c:pt>
                <c:pt idx="13044">
                  <c:v>16.0397</c:v>
                </c:pt>
                <c:pt idx="13045">
                  <c:v>15.887600000000001</c:v>
                </c:pt>
                <c:pt idx="13046">
                  <c:v>16.0382</c:v>
                </c:pt>
                <c:pt idx="13047">
                  <c:v>16.183599999999998</c:v>
                </c:pt>
                <c:pt idx="13048">
                  <c:v>16.126200000000001</c:v>
                </c:pt>
                <c:pt idx="13049">
                  <c:v>16.106200000000001</c:v>
                </c:pt>
                <c:pt idx="13050">
                  <c:v>16.082799999999999</c:v>
                </c:pt>
                <c:pt idx="13051">
                  <c:v>16.0047</c:v>
                </c:pt>
                <c:pt idx="13052">
                  <c:v>15.3285</c:v>
                </c:pt>
                <c:pt idx="13053">
                  <c:v>14.3827</c:v>
                </c:pt>
                <c:pt idx="13054">
                  <c:v>13.66</c:v>
                </c:pt>
                <c:pt idx="13055">
                  <c:v>13.313800000000001</c:v>
                </c:pt>
                <c:pt idx="13056">
                  <c:v>13.250500000000001</c:v>
                </c:pt>
                <c:pt idx="13057">
                  <c:v>13.273199999999999</c:v>
                </c:pt>
                <c:pt idx="13058">
                  <c:v>13.3683</c:v>
                </c:pt>
                <c:pt idx="13059">
                  <c:v>13.1944</c:v>
                </c:pt>
                <c:pt idx="13060">
                  <c:v>13.333500000000001</c:v>
                </c:pt>
                <c:pt idx="13061">
                  <c:v>13.5504</c:v>
                </c:pt>
                <c:pt idx="13062">
                  <c:v>14.027100000000001</c:v>
                </c:pt>
                <c:pt idx="13063">
                  <c:v>14.827199999999999</c:v>
                </c:pt>
                <c:pt idx="13064">
                  <c:v>14.643700000000001</c:v>
                </c:pt>
                <c:pt idx="13065">
                  <c:v>14.3072</c:v>
                </c:pt>
                <c:pt idx="13066">
                  <c:v>14.0131</c:v>
                </c:pt>
                <c:pt idx="13067">
                  <c:v>13.798</c:v>
                </c:pt>
                <c:pt idx="13068">
                  <c:v>13.5235</c:v>
                </c:pt>
                <c:pt idx="13069">
                  <c:v>13.4251</c:v>
                </c:pt>
                <c:pt idx="13070">
                  <c:v>13.100300000000001</c:v>
                </c:pt>
                <c:pt idx="13071">
                  <c:v>12.6944</c:v>
                </c:pt>
                <c:pt idx="13072">
                  <c:v>12.386699999999999</c:v>
                </c:pt>
                <c:pt idx="13073">
                  <c:v>12.082700000000001</c:v>
                </c:pt>
                <c:pt idx="13074">
                  <c:v>11.7745</c:v>
                </c:pt>
                <c:pt idx="13075">
                  <c:v>11.549799999999999</c:v>
                </c:pt>
                <c:pt idx="13076">
                  <c:v>11.663</c:v>
                </c:pt>
                <c:pt idx="13077">
                  <c:v>12.005699999999999</c:v>
                </c:pt>
                <c:pt idx="13078">
                  <c:v>12.4383</c:v>
                </c:pt>
                <c:pt idx="13079">
                  <c:v>12.513400000000001</c:v>
                </c:pt>
                <c:pt idx="13080">
                  <c:v>12.6853</c:v>
                </c:pt>
                <c:pt idx="13081">
                  <c:v>13.130800000000001</c:v>
                </c:pt>
                <c:pt idx="13082">
                  <c:v>13.315899999999999</c:v>
                </c:pt>
                <c:pt idx="13083">
                  <c:v>13.482100000000001</c:v>
                </c:pt>
                <c:pt idx="13084">
                  <c:v>13.454800000000001</c:v>
                </c:pt>
                <c:pt idx="13085">
                  <c:v>13.2948</c:v>
                </c:pt>
                <c:pt idx="13086">
                  <c:v>13.286300000000001</c:v>
                </c:pt>
                <c:pt idx="13087">
                  <c:v>13.206300000000001</c:v>
                </c:pt>
                <c:pt idx="13088">
                  <c:v>12.9704</c:v>
                </c:pt>
                <c:pt idx="13089">
                  <c:v>12.7921</c:v>
                </c:pt>
                <c:pt idx="13090">
                  <c:v>12.8971</c:v>
                </c:pt>
                <c:pt idx="13091">
                  <c:v>12.8445</c:v>
                </c:pt>
                <c:pt idx="13092">
                  <c:v>12.766400000000001</c:v>
                </c:pt>
                <c:pt idx="13093">
                  <c:v>12.741199999999999</c:v>
                </c:pt>
                <c:pt idx="13094">
                  <c:v>12.7066</c:v>
                </c:pt>
                <c:pt idx="13095">
                  <c:v>13.0267</c:v>
                </c:pt>
                <c:pt idx="13096">
                  <c:v>13.527900000000001</c:v>
                </c:pt>
                <c:pt idx="13097">
                  <c:v>13.991099999999999</c:v>
                </c:pt>
                <c:pt idx="13098">
                  <c:v>14.5359</c:v>
                </c:pt>
                <c:pt idx="13099">
                  <c:v>14.7637</c:v>
                </c:pt>
                <c:pt idx="13100">
                  <c:v>14.4521</c:v>
                </c:pt>
                <c:pt idx="13101">
                  <c:v>14.525</c:v>
                </c:pt>
                <c:pt idx="13102">
                  <c:v>15.0525</c:v>
                </c:pt>
                <c:pt idx="13103">
                  <c:v>15.0961</c:v>
                </c:pt>
                <c:pt idx="13104">
                  <c:v>14.815300000000001</c:v>
                </c:pt>
                <c:pt idx="13105">
                  <c:v>14.968999999999999</c:v>
                </c:pt>
                <c:pt idx="13106">
                  <c:v>15.1081</c:v>
                </c:pt>
                <c:pt idx="13107">
                  <c:v>15.133599999999999</c:v>
                </c:pt>
                <c:pt idx="13108">
                  <c:v>14.961</c:v>
                </c:pt>
                <c:pt idx="13109">
                  <c:v>14.3611</c:v>
                </c:pt>
                <c:pt idx="13110">
                  <c:v>13.5907</c:v>
                </c:pt>
                <c:pt idx="13111">
                  <c:v>13.186199999999999</c:v>
                </c:pt>
                <c:pt idx="13112">
                  <c:v>12.9512</c:v>
                </c:pt>
                <c:pt idx="13113">
                  <c:v>12.8491</c:v>
                </c:pt>
                <c:pt idx="13114">
                  <c:v>12.704000000000001</c:v>
                </c:pt>
                <c:pt idx="13115">
                  <c:v>12.1966</c:v>
                </c:pt>
                <c:pt idx="13116">
                  <c:v>11.775399999999999</c:v>
                </c:pt>
                <c:pt idx="13117">
                  <c:v>11.533099999999999</c:v>
                </c:pt>
                <c:pt idx="13118">
                  <c:v>11.5015</c:v>
                </c:pt>
                <c:pt idx="13119">
                  <c:v>11.5549</c:v>
                </c:pt>
                <c:pt idx="13120">
                  <c:v>11.5014</c:v>
                </c:pt>
                <c:pt idx="13121">
                  <c:v>11.3942</c:v>
                </c:pt>
                <c:pt idx="13122">
                  <c:v>11.354900000000001</c:v>
                </c:pt>
                <c:pt idx="13123">
                  <c:v>11.085599999999999</c:v>
                </c:pt>
                <c:pt idx="13124">
                  <c:v>10.6244</c:v>
                </c:pt>
                <c:pt idx="13125">
                  <c:v>10.0891</c:v>
                </c:pt>
                <c:pt idx="13126">
                  <c:v>9.577</c:v>
                </c:pt>
                <c:pt idx="13127">
                  <c:v>9.4513300000000005</c:v>
                </c:pt>
                <c:pt idx="13128">
                  <c:v>9.6509400000000003</c:v>
                </c:pt>
                <c:pt idx="13129">
                  <c:v>9.6873799999999992</c:v>
                </c:pt>
                <c:pt idx="13130">
                  <c:v>9.6159199999999991</c:v>
                </c:pt>
                <c:pt idx="13131">
                  <c:v>9.8465299999999996</c:v>
                </c:pt>
                <c:pt idx="13132">
                  <c:v>10.068300000000001</c:v>
                </c:pt>
                <c:pt idx="13133">
                  <c:v>9.8224699999999991</c:v>
                </c:pt>
                <c:pt idx="13134">
                  <c:v>9.5451899999999998</c:v>
                </c:pt>
                <c:pt idx="13135">
                  <c:v>9.7064900000000005</c:v>
                </c:pt>
                <c:pt idx="13136">
                  <c:v>10.0702</c:v>
                </c:pt>
                <c:pt idx="13137">
                  <c:v>10.090299999999999</c:v>
                </c:pt>
                <c:pt idx="13138">
                  <c:v>9.8838000000000008</c:v>
                </c:pt>
                <c:pt idx="13139">
                  <c:v>10.031700000000001</c:v>
                </c:pt>
                <c:pt idx="13140">
                  <c:v>10.3682</c:v>
                </c:pt>
                <c:pt idx="13141">
                  <c:v>10.8279</c:v>
                </c:pt>
                <c:pt idx="13142">
                  <c:v>11.115500000000001</c:v>
                </c:pt>
                <c:pt idx="13143">
                  <c:v>11.2136</c:v>
                </c:pt>
                <c:pt idx="13144">
                  <c:v>11.1586</c:v>
                </c:pt>
                <c:pt idx="13145">
                  <c:v>11.065799999999999</c:v>
                </c:pt>
                <c:pt idx="13146">
                  <c:v>10.9499</c:v>
                </c:pt>
                <c:pt idx="13147">
                  <c:v>10.7562</c:v>
                </c:pt>
                <c:pt idx="13148">
                  <c:v>10.472799999999999</c:v>
                </c:pt>
                <c:pt idx="13149">
                  <c:v>10.211399999999999</c:v>
                </c:pt>
                <c:pt idx="13150">
                  <c:v>10.2387</c:v>
                </c:pt>
                <c:pt idx="13151">
                  <c:v>10.2376</c:v>
                </c:pt>
                <c:pt idx="13152">
                  <c:v>10.2723</c:v>
                </c:pt>
                <c:pt idx="13153">
                  <c:v>10.226100000000001</c:v>
                </c:pt>
                <c:pt idx="13154">
                  <c:v>10.044</c:v>
                </c:pt>
                <c:pt idx="13155">
                  <c:v>10.243600000000001</c:v>
                </c:pt>
                <c:pt idx="13156">
                  <c:v>10.7159</c:v>
                </c:pt>
                <c:pt idx="13157">
                  <c:v>11.0463</c:v>
                </c:pt>
                <c:pt idx="13158">
                  <c:v>11.205299999999999</c:v>
                </c:pt>
                <c:pt idx="13159">
                  <c:v>11.5481</c:v>
                </c:pt>
                <c:pt idx="13160">
                  <c:v>11.706799999999999</c:v>
                </c:pt>
                <c:pt idx="13161">
                  <c:v>11.8506</c:v>
                </c:pt>
                <c:pt idx="13162">
                  <c:v>12.1013</c:v>
                </c:pt>
                <c:pt idx="13163">
                  <c:v>12.416499999999999</c:v>
                </c:pt>
                <c:pt idx="13164">
                  <c:v>12.9962</c:v>
                </c:pt>
                <c:pt idx="13165">
                  <c:v>13.8239</c:v>
                </c:pt>
                <c:pt idx="13166">
                  <c:v>15.2227</c:v>
                </c:pt>
                <c:pt idx="13167">
                  <c:v>16.631399999999999</c:v>
                </c:pt>
                <c:pt idx="13168">
                  <c:v>17.476800000000001</c:v>
                </c:pt>
                <c:pt idx="13169">
                  <c:v>17.957599999999999</c:v>
                </c:pt>
                <c:pt idx="13170">
                  <c:v>18.265599999999999</c:v>
                </c:pt>
                <c:pt idx="13171">
                  <c:v>18.346499999999999</c:v>
                </c:pt>
                <c:pt idx="13172">
                  <c:v>18.343900000000001</c:v>
                </c:pt>
                <c:pt idx="13173">
                  <c:v>18.340499999999999</c:v>
                </c:pt>
                <c:pt idx="13174">
                  <c:v>18.315899999999999</c:v>
                </c:pt>
                <c:pt idx="13175">
                  <c:v>18.628</c:v>
                </c:pt>
                <c:pt idx="13176">
                  <c:v>18.630500000000001</c:v>
                </c:pt>
                <c:pt idx="13177">
                  <c:v>18.348199999999999</c:v>
                </c:pt>
                <c:pt idx="13178">
                  <c:v>18.0244</c:v>
                </c:pt>
                <c:pt idx="13179">
                  <c:v>17.461300000000001</c:v>
                </c:pt>
                <c:pt idx="13180">
                  <c:v>16.6388</c:v>
                </c:pt>
                <c:pt idx="13181">
                  <c:v>15.609</c:v>
                </c:pt>
                <c:pt idx="13182">
                  <c:v>14.662599999999999</c:v>
                </c:pt>
                <c:pt idx="13183">
                  <c:v>13.902100000000001</c:v>
                </c:pt>
                <c:pt idx="13184">
                  <c:v>13.8866</c:v>
                </c:pt>
                <c:pt idx="13185">
                  <c:v>14.508699999999999</c:v>
                </c:pt>
                <c:pt idx="13186">
                  <c:v>14.7921</c:v>
                </c:pt>
                <c:pt idx="13187">
                  <c:v>14.530799999999999</c:v>
                </c:pt>
                <c:pt idx="13188">
                  <c:v>13.707000000000001</c:v>
                </c:pt>
                <c:pt idx="13189">
                  <c:v>12.9764</c:v>
                </c:pt>
                <c:pt idx="13190">
                  <c:v>12.715</c:v>
                </c:pt>
                <c:pt idx="13191">
                  <c:v>12.4771</c:v>
                </c:pt>
                <c:pt idx="13192">
                  <c:v>12.4481</c:v>
                </c:pt>
                <c:pt idx="13193">
                  <c:v>12.4359</c:v>
                </c:pt>
                <c:pt idx="13194">
                  <c:v>12.129</c:v>
                </c:pt>
                <c:pt idx="13195">
                  <c:v>11.617699999999999</c:v>
                </c:pt>
                <c:pt idx="13196">
                  <c:v>11.5185</c:v>
                </c:pt>
                <c:pt idx="13197">
                  <c:v>11.748900000000001</c:v>
                </c:pt>
                <c:pt idx="13198">
                  <c:v>11.8278</c:v>
                </c:pt>
                <c:pt idx="13199">
                  <c:v>12.0319</c:v>
                </c:pt>
                <c:pt idx="13200">
                  <c:v>11.8079</c:v>
                </c:pt>
                <c:pt idx="13201">
                  <c:v>11.3902</c:v>
                </c:pt>
                <c:pt idx="13202">
                  <c:v>11.471500000000001</c:v>
                </c:pt>
                <c:pt idx="13203">
                  <c:v>11.2317</c:v>
                </c:pt>
                <c:pt idx="13204">
                  <c:v>11.0619</c:v>
                </c:pt>
                <c:pt idx="13205">
                  <c:v>11.4918</c:v>
                </c:pt>
                <c:pt idx="13206">
                  <c:v>12.075799999999999</c:v>
                </c:pt>
                <c:pt idx="13207">
                  <c:v>12.6412</c:v>
                </c:pt>
                <c:pt idx="13208">
                  <c:v>13.2867</c:v>
                </c:pt>
                <c:pt idx="13209">
                  <c:v>13.8134</c:v>
                </c:pt>
                <c:pt idx="13210">
                  <c:v>14.452299999999999</c:v>
                </c:pt>
                <c:pt idx="13211">
                  <c:v>15.126099999999999</c:v>
                </c:pt>
                <c:pt idx="13212">
                  <c:v>15.913500000000001</c:v>
                </c:pt>
                <c:pt idx="13213">
                  <c:v>16.714600000000001</c:v>
                </c:pt>
                <c:pt idx="13214">
                  <c:v>17.604299999999999</c:v>
                </c:pt>
                <c:pt idx="13215">
                  <c:v>18.602799999999998</c:v>
                </c:pt>
                <c:pt idx="13216">
                  <c:v>19.281600000000001</c:v>
                </c:pt>
                <c:pt idx="13217">
                  <c:v>19.585699999999999</c:v>
                </c:pt>
                <c:pt idx="13218">
                  <c:v>19.643899999999999</c:v>
                </c:pt>
                <c:pt idx="13219">
                  <c:v>20.298200000000001</c:v>
                </c:pt>
                <c:pt idx="13220">
                  <c:v>21.542899999999999</c:v>
                </c:pt>
                <c:pt idx="13221">
                  <c:v>23.823799999999999</c:v>
                </c:pt>
                <c:pt idx="13222">
                  <c:v>26.5122</c:v>
                </c:pt>
                <c:pt idx="13223">
                  <c:v>28.421600000000002</c:v>
                </c:pt>
                <c:pt idx="13224">
                  <c:v>29.582799999999999</c:v>
                </c:pt>
                <c:pt idx="13225">
                  <c:v>30.281700000000001</c:v>
                </c:pt>
                <c:pt idx="13226">
                  <c:v>30.8125</c:v>
                </c:pt>
                <c:pt idx="13227">
                  <c:v>31.312899999999999</c:v>
                </c:pt>
                <c:pt idx="13228">
                  <c:v>32.131399999999999</c:v>
                </c:pt>
                <c:pt idx="13229">
                  <c:v>33.443600000000004</c:v>
                </c:pt>
                <c:pt idx="13230">
                  <c:v>35.356099999999998</c:v>
                </c:pt>
                <c:pt idx="13231">
                  <c:v>38.027799999999999</c:v>
                </c:pt>
                <c:pt idx="13232">
                  <c:v>41.3504</c:v>
                </c:pt>
                <c:pt idx="13233">
                  <c:v>45.569600000000001</c:v>
                </c:pt>
                <c:pt idx="13234">
                  <c:v>51.330300000000001</c:v>
                </c:pt>
                <c:pt idx="13235">
                  <c:v>59.381999999999998</c:v>
                </c:pt>
                <c:pt idx="13236">
                  <c:v>70.065600000000003</c:v>
                </c:pt>
                <c:pt idx="13237">
                  <c:v>83.855699999999999</c:v>
                </c:pt>
                <c:pt idx="13238">
                  <c:v>99.570099999999996</c:v>
                </c:pt>
                <c:pt idx="13239">
                  <c:v>112.80200000000001</c:v>
                </c:pt>
                <c:pt idx="13240">
                  <c:v>120.38500000000001</c:v>
                </c:pt>
                <c:pt idx="13241">
                  <c:v>122.029</c:v>
                </c:pt>
                <c:pt idx="13242">
                  <c:v>120.592</c:v>
                </c:pt>
                <c:pt idx="13243">
                  <c:v>119.37</c:v>
                </c:pt>
                <c:pt idx="13244">
                  <c:v>118.42100000000001</c:v>
                </c:pt>
                <c:pt idx="13245">
                  <c:v>117.11499999999999</c:v>
                </c:pt>
                <c:pt idx="13246">
                  <c:v>116.746</c:v>
                </c:pt>
                <c:pt idx="13247">
                  <c:v>119.24</c:v>
                </c:pt>
                <c:pt idx="13248">
                  <c:v>124.735</c:v>
                </c:pt>
                <c:pt idx="13249">
                  <c:v>129.61199999999999</c:v>
                </c:pt>
                <c:pt idx="13250">
                  <c:v>128.36600000000001</c:v>
                </c:pt>
                <c:pt idx="13251">
                  <c:v>119.245</c:v>
                </c:pt>
                <c:pt idx="13252">
                  <c:v>105.437</c:v>
                </c:pt>
                <c:pt idx="13253">
                  <c:v>91.760599999999997</c:v>
                </c:pt>
                <c:pt idx="13254">
                  <c:v>82.038799999999995</c:v>
                </c:pt>
                <c:pt idx="13255">
                  <c:v>76.9238</c:v>
                </c:pt>
                <c:pt idx="13256">
                  <c:v>74.959999999999994</c:v>
                </c:pt>
                <c:pt idx="13257">
                  <c:v>74.140100000000004</c:v>
                </c:pt>
                <c:pt idx="13258">
                  <c:v>73.033199999999994</c:v>
                </c:pt>
                <c:pt idx="13259">
                  <c:v>70.748400000000004</c:v>
                </c:pt>
                <c:pt idx="13260">
                  <c:v>67.327799999999996</c:v>
                </c:pt>
                <c:pt idx="13261">
                  <c:v>63.068399999999997</c:v>
                </c:pt>
                <c:pt idx="13262">
                  <c:v>59.016300000000001</c:v>
                </c:pt>
                <c:pt idx="13263">
                  <c:v>56.409500000000001</c:v>
                </c:pt>
                <c:pt idx="13264">
                  <c:v>53.977600000000002</c:v>
                </c:pt>
                <c:pt idx="13265">
                  <c:v>50.623600000000003</c:v>
                </c:pt>
                <c:pt idx="13266">
                  <c:v>46.350900000000003</c:v>
                </c:pt>
                <c:pt idx="13267">
                  <c:v>41.632899999999999</c:v>
                </c:pt>
                <c:pt idx="13268">
                  <c:v>37.432000000000002</c:v>
                </c:pt>
                <c:pt idx="13269">
                  <c:v>34.015500000000003</c:v>
                </c:pt>
                <c:pt idx="13270">
                  <c:v>31.465699999999998</c:v>
                </c:pt>
                <c:pt idx="13271">
                  <c:v>29.9603</c:v>
                </c:pt>
                <c:pt idx="13272">
                  <c:v>29.605</c:v>
                </c:pt>
                <c:pt idx="13273">
                  <c:v>30.146999999999998</c:v>
                </c:pt>
                <c:pt idx="13274">
                  <c:v>31.643999999999998</c:v>
                </c:pt>
                <c:pt idx="13275">
                  <c:v>33.532600000000002</c:v>
                </c:pt>
                <c:pt idx="13276">
                  <c:v>35.792099999999998</c:v>
                </c:pt>
                <c:pt idx="13277">
                  <c:v>37.618099999999998</c:v>
                </c:pt>
                <c:pt idx="13278">
                  <c:v>38.527799999999999</c:v>
                </c:pt>
                <c:pt idx="13279">
                  <c:v>38.2121</c:v>
                </c:pt>
                <c:pt idx="13280">
                  <c:v>36.899000000000001</c:v>
                </c:pt>
                <c:pt idx="13281">
                  <c:v>35.727499999999999</c:v>
                </c:pt>
                <c:pt idx="13282">
                  <c:v>35.205399999999997</c:v>
                </c:pt>
                <c:pt idx="13283">
                  <c:v>34.901299999999999</c:v>
                </c:pt>
                <c:pt idx="13284">
                  <c:v>35.208399999999997</c:v>
                </c:pt>
                <c:pt idx="13285">
                  <c:v>36.384900000000002</c:v>
                </c:pt>
                <c:pt idx="13286">
                  <c:v>38.768300000000004</c:v>
                </c:pt>
                <c:pt idx="13287">
                  <c:v>42.9268</c:v>
                </c:pt>
                <c:pt idx="13288">
                  <c:v>48.740699999999997</c:v>
                </c:pt>
                <c:pt idx="13289">
                  <c:v>55.3508</c:v>
                </c:pt>
                <c:pt idx="13290">
                  <c:v>60.935000000000002</c:v>
                </c:pt>
                <c:pt idx="13291">
                  <c:v>63.123699999999999</c:v>
                </c:pt>
                <c:pt idx="13292">
                  <c:v>62.161700000000003</c:v>
                </c:pt>
                <c:pt idx="13293">
                  <c:v>59.279600000000002</c:v>
                </c:pt>
                <c:pt idx="13294">
                  <c:v>55.880200000000002</c:v>
                </c:pt>
                <c:pt idx="13295">
                  <c:v>53.246699999999997</c:v>
                </c:pt>
                <c:pt idx="13296">
                  <c:v>51.9482</c:v>
                </c:pt>
                <c:pt idx="13297">
                  <c:v>52.021999999999998</c:v>
                </c:pt>
                <c:pt idx="13298">
                  <c:v>53.436399999999999</c:v>
                </c:pt>
                <c:pt idx="13299">
                  <c:v>57.128100000000003</c:v>
                </c:pt>
                <c:pt idx="13300">
                  <c:v>63.035899999999998</c:v>
                </c:pt>
                <c:pt idx="13301">
                  <c:v>71.418899999999994</c:v>
                </c:pt>
                <c:pt idx="13302">
                  <c:v>81.595299999999995</c:v>
                </c:pt>
                <c:pt idx="13303">
                  <c:v>92.242699999999999</c:v>
                </c:pt>
                <c:pt idx="13304">
                  <c:v>102.351</c:v>
                </c:pt>
                <c:pt idx="13305">
                  <c:v>111.508</c:v>
                </c:pt>
                <c:pt idx="13306">
                  <c:v>119.25700000000001</c:v>
                </c:pt>
                <c:pt idx="13307">
                  <c:v>123.26600000000001</c:v>
                </c:pt>
                <c:pt idx="13308">
                  <c:v>120.057</c:v>
                </c:pt>
                <c:pt idx="13309">
                  <c:v>109.783</c:v>
                </c:pt>
                <c:pt idx="13310">
                  <c:v>96.040899999999993</c:v>
                </c:pt>
                <c:pt idx="13311">
                  <c:v>82.922300000000007</c:v>
                </c:pt>
                <c:pt idx="13312">
                  <c:v>72.7072</c:v>
                </c:pt>
                <c:pt idx="13313">
                  <c:v>66.746799999999993</c:v>
                </c:pt>
                <c:pt idx="13314">
                  <c:v>65.167100000000005</c:v>
                </c:pt>
                <c:pt idx="13315">
                  <c:v>67.523899999999998</c:v>
                </c:pt>
                <c:pt idx="13316">
                  <c:v>73.550299999999993</c:v>
                </c:pt>
                <c:pt idx="13317">
                  <c:v>82.292299999999997</c:v>
                </c:pt>
                <c:pt idx="13318">
                  <c:v>89.107699999999994</c:v>
                </c:pt>
                <c:pt idx="13319">
                  <c:v>89.2029</c:v>
                </c:pt>
                <c:pt idx="13320">
                  <c:v>82.949700000000007</c:v>
                </c:pt>
                <c:pt idx="13321">
                  <c:v>73.012600000000006</c:v>
                </c:pt>
                <c:pt idx="13322">
                  <c:v>63.332700000000003</c:v>
                </c:pt>
                <c:pt idx="13323">
                  <c:v>55.603400000000001</c:v>
                </c:pt>
                <c:pt idx="13324">
                  <c:v>50.006900000000002</c:v>
                </c:pt>
                <c:pt idx="13325">
                  <c:v>46.016599999999997</c:v>
                </c:pt>
                <c:pt idx="13326">
                  <c:v>42.414700000000003</c:v>
                </c:pt>
                <c:pt idx="13327">
                  <c:v>38.708599999999997</c:v>
                </c:pt>
                <c:pt idx="13328">
                  <c:v>35.138199999999998</c:v>
                </c:pt>
                <c:pt idx="13329">
                  <c:v>32.314399999999999</c:v>
                </c:pt>
                <c:pt idx="13330">
                  <c:v>29.971800000000002</c:v>
                </c:pt>
                <c:pt idx="13331">
                  <c:v>28.375</c:v>
                </c:pt>
                <c:pt idx="13332">
                  <c:v>27.3766</c:v>
                </c:pt>
                <c:pt idx="13333">
                  <c:v>26.649899999999999</c:v>
                </c:pt>
                <c:pt idx="13334">
                  <c:v>25.8262</c:v>
                </c:pt>
                <c:pt idx="13335">
                  <c:v>25.190999999999999</c:v>
                </c:pt>
                <c:pt idx="13336">
                  <c:v>25.410599999999999</c:v>
                </c:pt>
                <c:pt idx="13337">
                  <c:v>25.1633</c:v>
                </c:pt>
                <c:pt idx="13338">
                  <c:v>24.6479</c:v>
                </c:pt>
                <c:pt idx="13339">
                  <c:v>23.915099999999999</c:v>
                </c:pt>
                <c:pt idx="13340">
                  <c:v>23.115200000000002</c:v>
                </c:pt>
                <c:pt idx="13341">
                  <c:v>21.8689</c:v>
                </c:pt>
                <c:pt idx="13342">
                  <c:v>20.0031</c:v>
                </c:pt>
                <c:pt idx="13343">
                  <c:v>18.130199999999999</c:v>
                </c:pt>
                <c:pt idx="13344">
                  <c:v>17.0137</c:v>
                </c:pt>
                <c:pt idx="13345">
                  <c:v>16.609500000000001</c:v>
                </c:pt>
                <c:pt idx="13346">
                  <c:v>16.263000000000002</c:v>
                </c:pt>
                <c:pt idx="13347">
                  <c:v>16.135899999999999</c:v>
                </c:pt>
                <c:pt idx="13348">
                  <c:v>16.226299999999998</c:v>
                </c:pt>
                <c:pt idx="13349">
                  <c:v>16.5214</c:v>
                </c:pt>
                <c:pt idx="13350">
                  <c:v>17.126100000000001</c:v>
                </c:pt>
                <c:pt idx="13351">
                  <c:v>18.0566</c:v>
                </c:pt>
                <c:pt idx="13352">
                  <c:v>19.5303</c:v>
                </c:pt>
                <c:pt idx="13353">
                  <c:v>21.700700000000001</c:v>
                </c:pt>
                <c:pt idx="13354">
                  <c:v>23.771599999999999</c:v>
                </c:pt>
                <c:pt idx="13355">
                  <c:v>25.010999999999999</c:v>
                </c:pt>
                <c:pt idx="13356">
                  <c:v>24.452400000000001</c:v>
                </c:pt>
                <c:pt idx="13357">
                  <c:v>22.084</c:v>
                </c:pt>
                <c:pt idx="13358">
                  <c:v>18.940300000000001</c:v>
                </c:pt>
                <c:pt idx="13359">
                  <c:v>15.914300000000001</c:v>
                </c:pt>
                <c:pt idx="13360">
                  <c:v>13.990500000000001</c:v>
                </c:pt>
                <c:pt idx="13361">
                  <c:v>12.4855</c:v>
                </c:pt>
                <c:pt idx="13362">
                  <c:v>11.517099999999999</c:v>
                </c:pt>
                <c:pt idx="13363">
                  <c:v>10.7957</c:v>
                </c:pt>
                <c:pt idx="13364">
                  <c:v>10.3012</c:v>
                </c:pt>
                <c:pt idx="13365">
                  <c:v>10.436199999999999</c:v>
                </c:pt>
                <c:pt idx="13366">
                  <c:v>10.4983</c:v>
                </c:pt>
                <c:pt idx="13367">
                  <c:v>10.3955</c:v>
                </c:pt>
                <c:pt idx="13368">
                  <c:v>10.356299999999999</c:v>
                </c:pt>
                <c:pt idx="13369">
                  <c:v>10.0916</c:v>
                </c:pt>
                <c:pt idx="13370">
                  <c:v>9.8908799999999992</c:v>
                </c:pt>
                <c:pt idx="13371">
                  <c:v>9.3992699999999996</c:v>
                </c:pt>
                <c:pt idx="13372">
                  <c:v>8.6490600000000004</c:v>
                </c:pt>
                <c:pt idx="13373">
                  <c:v>7.7452899999999998</c:v>
                </c:pt>
                <c:pt idx="13374">
                  <c:v>7.4600799999999996</c:v>
                </c:pt>
                <c:pt idx="13375">
                  <c:v>7.5803700000000003</c:v>
                </c:pt>
                <c:pt idx="13376">
                  <c:v>7.6322099999999997</c:v>
                </c:pt>
                <c:pt idx="13377">
                  <c:v>7.5872000000000002</c:v>
                </c:pt>
                <c:pt idx="13378">
                  <c:v>7.7245600000000003</c:v>
                </c:pt>
                <c:pt idx="13379">
                  <c:v>7.3723700000000001</c:v>
                </c:pt>
                <c:pt idx="13380">
                  <c:v>6.9761800000000003</c:v>
                </c:pt>
                <c:pt idx="13381">
                  <c:v>6.8773099999999996</c:v>
                </c:pt>
                <c:pt idx="13382">
                  <c:v>6.9380699999999997</c:v>
                </c:pt>
                <c:pt idx="13383">
                  <c:v>7.1907800000000002</c:v>
                </c:pt>
                <c:pt idx="13384">
                  <c:v>7.016</c:v>
                </c:pt>
                <c:pt idx="13385">
                  <c:v>6.6072100000000002</c:v>
                </c:pt>
                <c:pt idx="13386">
                  <c:v>6.2984600000000004</c:v>
                </c:pt>
                <c:pt idx="13387">
                  <c:v>6.2992299999999997</c:v>
                </c:pt>
                <c:pt idx="13388">
                  <c:v>6.5613900000000003</c:v>
                </c:pt>
                <c:pt idx="13389">
                  <c:v>6.6388600000000002</c:v>
                </c:pt>
                <c:pt idx="13390">
                  <c:v>6.5145</c:v>
                </c:pt>
                <c:pt idx="13391">
                  <c:v>6.6026400000000001</c:v>
                </c:pt>
                <c:pt idx="13392">
                  <c:v>7.0122900000000001</c:v>
                </c:pt>
                <c:pt idx="13393">
                  <c:v>7.1066000000000003</c:v>
                </c:pt>
                <c:pt idx="13394">
                  <c:v>7.3248199999999999</c:v>
                </c:pt>
                <c:pt idx="13395">
                  <c:v>7.6871999999999998</c:v>
                </c:pt>
                <c:pt idx="13396">
                  <c:v>7.5792599999999997</c:v>
                </c:pt>
                <c:pt idx="13397">
                  <c:v>7.6018499999999998</c:v>
                </c:pt>
                <c:pt idx="13398">
                  <c:v>7.8723999999999998</c:v>
                </c:pt>
                <c:pt idx="13399">
                  <c:v>8.0015599999999996</c:v>
                </c:pt>
                <c:pt idx="13400">
                  <c:v>8.0670500000000001</c:v>
                </c:pt>
                <c:pt idx="13401">
                  <c:v>8.0982699999999994</c:v>
                </c:pt>
                <c:pt idx="13402">
                  <c:v>8.2295499999999997</c:v>
                </c:pt>
                <c:pt idx="13403">
                  <c:v>8.2154900000000008</c:v>
                </c:pt>
                <c:pt idx="13404">
                  <c:v>8.2941900000000004</c:v>
                </c:pt>
                <c:pt idx="13405">
                  <c:v>9.1074599999999997</c:v>
                </c:pt>
                <c:pt idx="13406">
                  <c:v>10.1243</c:v>
                </c:pt>
                <c:pt idx="13407">
                  <c:v>10.8865</c:v>
                </c:pt>
                <c:pt idx="13408">
                  <c:v>11.484</c:v>
                </c:pt>
                <c:pt idx="13409">
                  <c:v>11.725899999999999</c:v>
                </c:pt>
                <c:pt idx="13410">
                  <c:v>12.110099999999999</c:v>
                </c:pt>
                <c:pt idx="13411">
                  <c:v>12.360200000000001</c:v>
                </c:pt>
                <c:pt idx="13412">
                  <c:v>12.6487</c:v>
                </c:pt>
                <c:pt idx="13413">
                  <c:v>12.6455</c:v>
                </c:pt>
                <c:pt idx="13414">
                  <c:v>12.609400000000001</c:v>
                </c:pt>
                <c:pt idx="13415">
                  <c:v>12.7783</c:v>
                </c:pt>
                <c:pt idx="13416">
                  <c:v>12.915100000000001</c:v>
                </c:pt>
                <c:pt idx="13417">
                  <c:v>12.9922</c:v>
                </c:pt>
                <c:pt idx="13418">
                  <c:v>12.7439</c:v>
                </c:pt>
                <c:pt idx="13419">
                  <c:v>12.176299999999999</c:v>
                </c:pt>
                <c:pt idx="13420">
                  <c:v>11.701599999999999</c:v>
                </c:pt>
                <c:pt idx="13421">
                  <c:v>11.662100000000001</c:v>
                </c:pt>
                <c:pt idx="13422">
                  <c:v>11.837999999999999</c:v>
                </c:pt>
                <c:pt idx="13423">
                  <c:v>12.222300000000001</c:v>
                </c:pt>
                <c:pt idx="13424">
                  <c:v>12.7582</c:v>
                </c:pt>
                <c:pt idx="13425">
                  <c:v>13.071300000000001</c:v>
                </c:pt>
                <c:pt idx="13426">
                  <c:v>13.4513</c:v>
                </c:pt>
                <c:pt idx="13427">
                  <c:v>13.661099999999999</c:v>
                </c:pt>
                <c:pt idx="13428">
                  <c:v>13.510300000000001</c:v>
                </c:pt>
                <c:pt idx="13429">
                  <c:v>13.1128</c:v>
                </c:pt>
                <c:pt idx="13430">
                  <c:v>12.6782</c:v>
                </c:pt>
                <c:pt idx="13431">
                  <c:v>12.3939</c:v>
                </c:pt>
                <c:pt idx="13432">
                  <c:v>11.711399999999999</c:v>
                </c:pt>
                <c:pt idx="13433">
                  <c:v>10.889200000000001</c:v>
                </c:pt>
                <c:pt idx="13434">
                  <c:v>10.3841</c:v>
                </c:pt>
                <c:pt idx="13435">
                  <c:v>10.317399999999999</c:v>
                </c:pt>
                <c:pt idx="13436">
                  <c:v>10.0684</c:v>
                </c:pt>
                <c:pt idx="13437">
                  <c:v>9.8359500000000004</c:v>
                </c:pt>
                <c:pt idx="13438">
                  <c:v>9.7228200000000005</c:v>
                </c:pt>
                <c:pt idx="13439">
                  <c:v>9.6851099999999999</c:v>
                </c:pt>
                <c:pt idx="13440">
                  <c:v>9.4512300000000007</c:v>
                </c:pt>
                <c:pt idx="13441">
                  <c:v>9.1478699999999993</c:v>
                </c:pt>
                <c:pt idx="13442">
                  <c:v>9.4386799999999997</c:v>
                </c:pt>
                <c:pt idx="13443">
                  <c:v>9.55288</c:v>
                </c:pt>
                <c:pt idx="13444">
                  <c:v>9.2549700000000001</c:v>
                </c:pt>
                <c:pt idx="13445">
                  <c:v>8.6288400000000003</c:v>
                </c:pt>
                <c:pt idx="13446">
                  <c:v>8.1244800000000001</c:v>
                </c:pt>
                <c:pt idx="13447">
                  <c:v>8.0027299999999997</c:v>
                </c:pt>
                <c:pt idx="13448">
                  <c:v>7.7719800000000001</c:v>
                </c:pt>
                <c:pt idx="13449">
                  <c:v>7.5644499999999999</c:v>
                </c:pt>
                <c:pt idx="13450">
                  <c:v>7.01281</c:v>
                </c:pt>
                <c:pt idx="13451">
                  <c:v>6.6883900000000001</c:v>
                </c:pt>
                <c:pt idx="13452">
                  <c:v>6.5907299999999998</c:v>
                </c:pt>
                <c:pt idx="13453">
                  <c:v>6.7724399999999996</c:v>
                </c:pt>
                <c:pt idx="13454">
                  <c:v>7.0257300000000003</c:v>
                </c:pt>
                <c:pt idx="13455">
                  <c:v>7.2680800000000003</c:v>
                </c:pt>
                <c:pt idx="13456">
                  <c:v>7.4299900000000001</c:v>
                </c:pt>
                <c:pt idx="13457">
                  <c:v>7.9013400000000003</c:v>
                </c:pt>
                <c:pt idx="13458">
                  <c:v>8.2068999999999992</c:v>
                </c:pt>
                <c:pt idx="13459">
                  <c:v>8.1190999999999995</c:v>
                </c:pt>
                <c:pt idx="13460">
                  <c:v>8.2314100000000003</c:v>
                </c:pt>
                <c:pt idx="13461">
                  <c:v>8.6625300000000003</c:v>
                </c:pt>
                <c:pt idx="13462">
                  <c:v>9.2467400000000008</c:v>
                </c:pt>
                <c:pt idx="13463">
                  <c:v>9.7036899999999999</c:v>
                </c:pt>
                <c:pt idx="13464">
                  <c:v>10.0739</c:v>
                </c:pt>
                <c:pt idx="13465">
                  <c:v>10.456799999999999</c:v>
                </c:pt>
                <c:pt idx="13466">
                  <c:v>10.645799999999999</c:v>
                </c:pt>
                <c:pt idx="13467">
                  <c:v>10.4048</c:v>
                </c:pt>
                <c:pt idx="13468">
                  <c:v>10.3278</c:v>
                </c:pt>
                <c:pt idx="13469">
                  <c:v>10.627000000000001</c:v>
                </c:pt>
                <c:pt idx="13470">
                  <c:v>10.611499999999999</c:v>
                </c:pt>
                <c:pt idx="13471">
                  <c:v>10.4412</c:v>
                </c:pt>
                <c:pt idx="13472">
                  <c:v>10.4901</c:v>
                </c:pt>
                <c:pt idx="13473">
                  <c:v>10.7883</c:v>
                </c:pt>
                <c:pt idx="13474">
                  <c:v>11.1374</c:v>
                </c:pt>
                <c:pt idx="13475">
                  <c:v>11.6653</c:v>
                </c:pt>
                <c:pt idx="13476">
                  <c:v>12.5304</c:v>
                </c:pt>
                <c:pt idx="13477">
                  <c:v>13.047800000000001</c:v>
                </c:pt>
                <c:pt idx="13478">
                  <c:v>12.666399999999999</c:v>
                </c:pt>
                <c:pt idx="13479">
                  <c:v>12.261799999999999</c:v>
                </c:pt>
                <c:pt idx="13480">
                  <c:v>12.0535</c:v>
                </c:pt>
                <c:pt idx="13481">
                  <c:v>11.846399999999999</c:v>
                </c:pt>
                <c:pt idx="13482">
                  <c:v>11.8971</c:v>
                </c:pt>
                <c:pt idx="13483">
                  <c:v>12.4969</c:v>
                </c:pt>
                <c:pt idx="13484">
                  <c:v>12.9169</c:v>
                </c:pt>
                <c:pt idx="13485">
                  <c:v>13.085100000000001</c:v>
                </c:pt>
                <c:pt idx="13486">
                  <c:v>13.026</c:v>
                </c:pt>
                <c:pt idx="13487">
                  <c:v>12.870100000000001</c:v>
                </c:pt>
                <c:pt idx="13488">
                  <c:v>12.670199999999999</c:v>
                </c:pt>
                <c:pt idx="13489">
                  <c:v>12.701000000000001</c:v>
                </c:pt>
                <c:pt idx="13490">
                  <c:v>12.884399999999999</c:v>
                </c:pt>
                <c:pt idx="13491">
                  <c:v>12.6913</c:v>
                </c:pt>
                <c:pt idx="13492">
                  <c:v>12.3081</c:v>
                </c:pt>
                <c:pt idx="13493">
                  <c:v>11.662599999999999</c:v>
                </c:pt>
                <c:pt idx="13494">
                  <c:v>10.7606</c:v>
                </c:pt>
                <c:pt idx="13495">
                  <c:v>9.8905399999999997</c:v>
                </c:pt>
                <c:pt idx="13496">
                  <c:v>9.2626500000000007</c:v>
                </c:pt>
                <c:pt idx="13497">
                  <c:v>8.9751899999999996</c:v>
                </c:pt>
                <c:pt idx="13498">
                  <c:v>8.6550100000000008</c:v>
                </c:pt>
                <c:pt idx="13499">
                  <c:v>8.4129799999999992</c:v>
                </c:pt>
                <c:pt idx="13500">
                  <c:v>8.2637099999999997</c:v>
                </c:pt>
                <c:pt idx="13501">
                  <c:v>8.3019999999999996</c:v>
                </c:pt>
                <c:pt idx="13502">
                  <c:v>8.7569499999999998</c:v>
                </c:pt>
                <c:pt idx="13503">
                  <c:v>9.1547000000000001</c:v>
                </c:pt>
                <c:pt idx="13504">
                  <c:v>9.2517499999999995</c:v>
                </c:pt>
                <c:pt idx="13505">
                  <c:v>9.1822599999999994</c:v>
                </c:pt>
                <c:pt idx="13506">
                  <c:v>9.2041500000000003</c:v>
                </c:pt>
                <c:pt idx="13507">
                  <c:v>9.3331999999999997</c:v>
                </c:pt>
                <c:pt idx="13508">
                  <c:v>9.0933200000000003</c:v>
                </c:pt>
                <c:pt idx="13509">
                  <c:v>8.4182400000000008</c:v>
                </c:pt>
                <c:pt idx="13510">
                  <c:v>8.0655000000000001</c:v>
                </c:pt>
                <c:pt idx="13511">
                  <c:v>8.0537500000000009</c:v>
                </c:pt>
                <c:pt idx="13512">
                  <c:v>7.8845999999999998</c:v>
                </c:pt>
                <c:pt idx="13513">
                  <c:v>7.8336899999999998</c:v>
                </c:pt>
                <c:pt idx="13514">
                  <c:v>7.4776100000000003</c:v>
                </c:pt>
                <c:pt idx="13515">
                  <c:v>7.1936400000000003</c:v>
                </c:pt>
                <c:pt idx="13516">
                  <c:v>7.0581699999999996</c:v>
                </c:pt>
                <c:pt idx="13517">
                  <c:v>7.0670299999999999</c:v>
                </c:pt>
                <c:pt idx="13518">
                  <c:v>6.9312899999999997</c:v>
                </c:pt>
                <c:pt idx="13519">
                  <c:v>6.7988600000000003</c:v>
                </c:pt>
                <c:pt idx="13520">
                  <c:v>7.0481199999999999</c:v>
                </c:pt>
                <c:pt idx="13521">
                  <c:v>7.1183199999999998</c:v>
                </c:pt>
                <c:pt idx="13522">
                  <c:v>7.0127199999999998</c:v>
                </c:pt>
                <c:pt idx="13523">
                  <c:v>6.6491100000000003</c:v>
                </c:pt>
                <c:pt idx="13524">
                  <c:v>6.0468200000000003</c:v>
                </c:pt>
                <c:pt idx="13525">
                  <c:v>5.91214</c:v>
                </c:pt>
                <c:pt idx="13526">
                  <c:v>5.95791</c:v>
                </c:pt>
                <c:pt idx="13527">
                  <c:v>5.6289699999999998</c:v>
                </c:pt>
                <c:pt idx="13528">
                  <c:v>5.2572299999999998</c:v>
                </c:pt>
                <c:pt idx="13529">
                  <c:v>5.2265199999999998</c:v>
                </c:pt>
                <c:pt idx="13530">
                  <c:v>5.3511600000000001</c:v>
                </c:pt>
                <c:pt idx="13531">
                  <c:v>5.71807</c:v>
                </c:pt>
                <c:pt idx="13532">
                  <c:v>6.0617999999999999</c:v>
                </c:pt>
                <c:pt idx="13533">
                  <c:v>5.8456299999999999</c:v>
                </c:pt>
                <c:pt idx="13534">
                  <c:v>5.5603199999999999</c:v>
                </c:pt>
                <c:pt idx="13535">
                  <c:v>5.1930699999999996</c:v>
                </c:pt>
                <c:pt idx="13536">
                  <c:v>5.0396299999999998</c:v>
                </c:pt>
                <c:pt idx="13537">
                  <c:v>5.5259400000000003</c:v>
                </c:pt>
                <c:pt idx="13538">
                  <c:v>5.9756099999999996</c:v>
                </c:pt>
                <c:pt idx="13539">
                  <c:v>6.3352000000000004</c:v>
                </c:pt>
                <c:pt idx="13540">
                  <c:v>6.6311499999999999</c:v>
                </c:pt>
                <c:pt idx="13541">
                  <c:v>6.5150800000000002</c:v>
                </c:pt>
                <c:pt idx="13542">
                  <c:v>6.3295000000000003</c:v>
                </c:pt>
                <c:pt idx="13543">
                  <c:v>6.3103400000000001</c:v>
                </c:pt>
                <c:pt idx="13544">
                  <c:v>6.6446300000000003</c:v>
                </c:pt>
                <c:pt idx="13545">
                  <c:v>7.3940200000000003</c:v>
                </c:pt>
                <c:pt idx="13546">
                  <c:v>8.1797599999999999</c:v>
                </c:pt>
                <c:pt idx="13547">
                  <c:v>8.9504400000000004</c:v>
                </c:pt>
                <c:pt idx="13548">
                  <c:v>9.5353499999999993</c:v>
                </c:pt>
                <c:pt idx="13549">
                  <c:v>9.9721299999999999</c:v>
                </c:pt>
                <c:pt idx="13550">
                  <c:v>10.1968</c:v>
                </c:pt>
                <c:pt idx="13551">
                  <c:v>10.585800000000001</c:v>
                </c:pt>
                <c:pt idx="13552">
                  <c:v>11.4115</c:v>
                </c:pt>
                <c:pt idx="13553">
                  <c:v>12.940300000000001</c:v>
                </c:pt>
                <c:pt idx="13554">
                  <c:v>15.115600000000001</c:v>
                </c:pt>
                <c:pt idx="13555">
                  <c:v>16.834099999999999</c:v>
                </c:pt>
                <c:pt idx="13556">
                  <c:v>17.063800000000001</c:v>
                </c:pt>
                <c:pt idx="13557">
                  <c:v>15.8681</c:v>
                </c:pt>
                <c:pt idx="13558">
                  <c:v>13.8528</c:v>
                </c:pt>
                <c:pt idx="13559">
                  <c:v>12.0915</c:v>
                </c:pt>
                <c:pt idx="13560">
                  <c:v>11.0404</c:v>
                </c:pt>
                <c:pt idx="13561">
                  <c:v>9.7077100000000005</c:v>
                </c:pt>
                <c:pt idx="13562">
                  <c:v>8.34239</c:v>
                </c:pt>
                <c:pt idx="13563">
                  <c:v>7.5958300000000003</c:v>
                </c:pt>
                <c:pt idx="13564">
                  <c:v>7.2988999999999997</c:v>
                </c:pt>
                <c:pt idx="13565">
                  <c:v>6.8846600000000002</c:v>
                </c:pt>
                <c:pt idx="13566">
                  <c:v>6.4992599999999996</c:v>
                </c:pt>
                <c:pt idx="13567">
                  <c:v>6.1315400000000002</c:v>
                </c:pt>
                <c:pt idx="13568">
                  <c:v>5.7202000000000002</c:v>
                </c:pt>
                <c:pt idx="13569">
                  <c:v>5.7468300000000001</c:v>
                </c:pt>
                <c:pt idx="13570">
                  <c:v>5.7407599999999999</c:v>
                </c:pt>
                <c:pt idx="13571">
                  <c:v>5.4210399999999996</c:v>
                </c:pt>
                <c:pt idx="13572">
                  <c:v>5.3370800000000003</c:v>
                </c:pt>
                <c:pt idx="13573">
                  <c:v>5.3129900000000001</c:v>
                </c:pt>
                <c:pt idx="13574">
                  <c:v>5.5197799999999999</c:v>
                </c:pt>
                <c:pt idx="13575">
                  <c:v>5.7095900000000004</c:v>
                </c:pt>
                <c:pt idx="13576">
                  <c:v>5.7084700000000002</c:v>
                </c:pt>
                <c:pt idx="13577">
                  <c:v>5.7170500000000004</c:v>
                </c:pt>
                <c:pt idx="13578">
                  <c:v>5.5858999999999996</c:v>
                </c:pt>
                <c:pt idx="13579">
                  <c:v>5.3968800000000003</c:v>
                </c:pt>
                <c:pt idx="13580">
                  <c:v>5.07287</c:v>
                </c:pt>
                <c:pt idx="13581">
                  <c:v>5.0688700000000004</c:v>
                </c:pt>
                <c:pt idx="13582">
                  <c:v>5.1770800000000001</c:v>
                </c:pt>
                <c:pt idx="13583">
                  <c:v>5.0092299999999996</c:v>
                </c:pt>
                <c:pt idx="13584">
                  <c:v>4.8784099999999997</c:v>
                </c:pt>
                <c:pt idx="13585">
                  <c:v>4.7593500000000004</c:v>
                </c:pt>
                <c:pt idx="13586">
                  <c:v>4.8478700000000003</c:v>
                </c:pt>
                <c:pt idx="13587">
                  <c:v>4.7917300000000003</c:v>
                </c:pt>
                <c:pt idx="13588">
                  <c:v>4.62765</c:v>
                </c:pt>
                <c:pt idx="13589">
                  <c:v>4.7739500000000001</c:v>
                </c:pt>
                <c:pt idx="13590">
                  <c:v>5.0446400000000002</c:v>
                </c:pt>
                <c:pt idx="13591">
                  <c:v>5.2383800000000003</c:v>
                </c:pt>
                <c:pt idx="13592">
                  <c:v>5.2190200000000004</c:v>
                </c:pt>
                <c:pt idx="13593">
                  <c:v>5.2657999999999996</c:v>
                </c:pt>
                <c:pt idx="13594">
                  <c:v>5.1772799999999997</c:v>
                </c:pt>
                <c:pt idx="13595">
                  <c:v>5.1116000000000001</c:v>
                </c:pt>
                <c:pt idx="13596">
                  <c:v>5.1473899999999997</c:v>
                </c:pt>
                <c:pt idx="13597">
                  <c:v>4.8764500000000002</c:v>
                </c:pt>
                <c:pt idx="13598">
                  <c:v>4.3937499999999998</c:v>
                </c:pt>
                <c:pt idx="13599">
                  <c:v>4.3421399999999997</c:v>
                </c:pt>
                <c:pt idx="13600">
                  <c:v>4.69977</c:v>
                </c:pt>
                <c:pt idx="13601">
                  <c:v>4.9417900000000001</c:v>
                </c:pt>
                <c:pt idx="13602">
                  <c:v>4.9108200000000002</c:v>
                </c:pt>
                <c:pt idx="13603">
                  <c:v>4.9002999999999997</c:v>
                </c:pt>
                <c:pt idx="13604">
                  <c:v>4.76783</c:v>
                </c:pt>
                <c:pt idx="13605">
                  <c:v>4.36585</c:v>
                </c:pt>
                <c:pt idx="13606">
                  <c:v>4.1748599999999998</c:v>
                </c:pt>
                <c:pt idx="13607">
                  <c:v>3.9601700000000002</c:v>
                </c:pt>
                <c:pt idx="13608">
                  <c:v>3.8890600000000002</c:v>
                </c:pt>
                <c:pt idx="13609">
                  <c:v>4.1036700000000002</c:v>
                </c:pt>
                <c:pt idx="13610">
                  <c:v>4.5167000000000002</c:v>
                </c:pt>
                <c:pt idx="13611">
                  <c:v>4.6069500000000003</c:v>
                </c:pt>
                <c:pt idx="13612">
                  <c:v>4.3628400000000003</c:v>
                </c:pt>
                <c:pt idx="13613">
                  <c:v>4.2648299999999999</c:v>
                </c:pt>
                <c:pt idx="13614">
                  <c:v>4.2416</c:v>
                </c:pt>
                <c:pt idx="13615">
                  <c:v>4.1218500000000002</c:v>
                </c:pt>
                <c:pt idx="13616">
                  <c:v>3.78932</c:v>
                </c:pt>
                <c:pt idx="13617">
                  <c:v>3.9684900000000001</c:v>
                </c:pt>
                <c:pt idx="13618">
                  <c:v>4.3597099999999998</c:v>
                </c:pt>
                <c:pt idx="13619">
                  <c:v>4.4715499999999997</c:v>
                </c:pt>
                <c:pt idx="13620">
                  <c:v>4.4570999999999996</c:v>
                </c:pt>
                <c:pt idx="13621">
                  <c:v>4.0627300000000002</c:v>
                </c:pt>
                <c:pt idx="13622">
                  <c:v>4.1407499999999997</c:v>
                </c:pt>
                <c:pt idx="13623">
                  <c:v>4.5440300000000002</c:v>
                </c:pt>
                <c:pt idx="13624">
                  <c:v>4.6841900000000001</c:v>
                </c:pt>
                <c:pt idx="13625">
                  <c:v>4.9402299999999997</c:v>
                </c:pt>
                <c:pt idx="13626">
                  <c:v>5.09192</c:v>
                </c:pt>
                <c:pt idx="13627">
                  <c:v>4.9651699999999996</c:v>
                </c:pt>
                <c:pt idx="13628">
                  <c:v>5.0060700000000002</c:v>
                </c:pt>
                <c:pt idx="13629">
                  <c:v>5.2178399999999998</c:v>
                </c:pt>
                <c:pt idx="13630">
                  <c:v>5.5715700000000004</c:v>
                </c:pt>
                <c:pt idx="13631">
                  <c:v>5.9541300000000001</c:v>
                </c:pt>
                <c:pt idx="13632">
                  <c:v>5.9284499999999998</c:v>
                </c:pt>
                <c:pt idx="13633">
                  <c:v>5.5295199999999998</c:v>
                </c:pt>
                <c:pt idx="13634">
                  <c:v>5.0922299999999998</c:v>
                </c:pt>
                <c:pt idx="13635">
                  <c:v>4.5275699999999999</c:v>
                </c:pt>
                <c:pt idx="13636">
                  <c:v>4.3495200000000001</c:v>
                </c:pt>
                <c:pt idx="13637">
                  <c:v>4.6091300000000004</c:v>
                </c:pt>
                <c:pt idx="13638">
                  <c:v>4.8681400000000004</c:v>
                </c:pt>
                <c:pt idx="13639">
                  <c:v>4.8075999999999999</c:v>
                </c:pt>
                <c:pt idx="13640">
                  <c:v>4.7216800000000001</c:v>
                </c:pt>
                <c:pt idx="13641">
                  <c:v>5.0044000000000004</c:v>
                </c:pt>
                <c:pt idx="13642">
                  <c:v>5.21929</c:v>
                </c:pt>
                <c:pt idx="13643">
                  <c:v>5.1041499999999997</c:v>
                </c:pt>
                <c:pt idx="13644">
                  <c:v>4.8652100000000003</c:v>
                </c:pt>
                <c:pt idx="13645">
                  <c:v>4.7561200000000001</c:v>
                </c:pt>
                <c:pt idx="13646">
                  <c:v>4.5501300000000002</c:v>
                </c:pt>
                <c:pt idx="13647">
                  <c:v>4.4067699999999999</c:v>
                </c:pt>
                <c:pt idx="13648">
                  <c:v>4.8422499999999999</c:v>
                </c:pt>
                <c:pt idx="13649">
                  <c:v>5.0512800000000002</c:v>
                </c:pt>
                <c:pt idx="13650">
                  <c:v>5.1536</c:v>
                </c:pt>
                <c:pt idx="13651">
                  <c:v>5.3562000000000003</c:v>
                </c:pt>
                <c:pt idx="13652">
                  <c:v>5.2808599999999997</c:v>
                </c:pt>
                <c:pt idx="13653">
                  <c:v>5.0972</c:v>
                </c:pt>
                <c:pt idx="13654">
                  <c:v>4.7228899999999996</c:v>
                </c:pt>
                <c:pt idx="13655">
                  <c:v>4.6611500000000001</c:v>
                </c:pt>
                <c:pt idx="13656">
                  <c:v>4.8424100000000001</c:v>
                </c:pt>
                <c:pt idx="13657">
                  <c:v>5.2138</c:v>
                </c:pt>
                <c:pt idx="13658">
                  <c:v>5.6747399999999999</c:v>
                </c:pt>
                <c:pt idx="13659">
                  <c:v>5.8370899999999999</c:v>
                </c:pt>
                <c:pt idx="13660">
                  <c:v>5.62927</c:v>
                </c:pt>
                <c:pt idx="13661">
                  <c:v>5.3693499999999998</c:v>
                </c:pt>
                <c:pt idx="13662">
                  <c:v>4.7271400000000003</c:v>
                </c:pt>
                <c:pt idx="13663">
                  <c:v>4.6559999999999997</c:v>
                </c:pt>
                <c:pt idx="13664">
                  <c:v>5.0760699999999996</c:v>
                </c:pt>
                <c:pt idx="13665">
                  <c:v>5.1734</c:v>
                </c:pt>
                <c:pt idx="13666">
                  <c:v>4.9643199999999998</c:v>
                </c:pt>
                <c:pt idx="13667">
                  <c:v>4.7566499999999996</c:v>
                </c:pt>
                <c:pt idx="13668">
                  <c:v>4.7885400000000002</c:v>
                </c:pt>
                <c:pt idx="13669">
                  <c:v>5.0208300000000001</c:v>
                </c:pt>
                <c:pt idx="13670">
                  <c:v>5.4789099999999999</c:v>
                </c:pt>
                <c:pt idx="13671">
                  <c:v>5.5889600000000002</c:v>
                </c:pt>
                <c:pt idx="13672">
                  <c:v>5.3734999999999999</c:v>
                </c:pt>
                <c:pt idx="13673">
                  <c:v>5.41364</c:v>
                </c:pt>
                <c:pt idx="13674">
                  <c:v>5.4571100000000001</c:v>
                </c:pt>
                <c:pt idx="13675">
                  <c:v>5.4996400000000003</c:v>
                </c:pt>
                <c:pt idx="13676">
                  <c:v>5.7539699999999998</c:v>
                </c:pt>
                <c:pt idx="13677">
                  <c:v>6.0824299999999996</c:v>
                </c:pt>
                <c:pt idx="13678">
                  <c:v>6.3951000000000002</c:v>
                </c:pt>
                <c:pt idx="13679">
                  <c:v>6.1097299999999999</c:v>
                </c:pt>
                <c:pt idx="13680">
                  <c:v>6.0810599999999999</c:v>
                </c:pt>
                <c:pt idx="13681">
                  <c:v>6.3913200000000003</c:v>
                </c:pt>
                <c:pt idx="13682">
                  <c:v>6.4345499999999998</c:v>
                </c:pt>
                <c:pt idx="13683">
                  <c:v>6.6572199999999997</c:v>
                </c:pt>
                <c:pt idx="13684">
                  <c:v>7.00563</c:v>
                </c:pt>
                <c:pt idx="13685">
                  <c:v>7.55321</c:v>
                </c:pt>
                <c:pt idx="13686">
                  <c:v>8.0571199999999994</c:v>
                </c:pt>
                <c:pt idx="13687">
                  <c:v>8.5170700000000004</c:v>
                </c:pt>
                <c:pt idx="13688">
                  <c:v>8.53538</c:v>
                </c:pt>
                <c:pt idx="13689">
                  <c:v>8.6260300000000001</c:v>
                </c:pt>
                <c:pt idx="13690">
                  <c:v>8.4524899999999992</c:v>
                </c:pt>
                <c:pt idx="13691">
                  <c:v>8.36951</c:v>
                </c:pt>
                <c:pt idx="13692">
                  <c:v>8.1887399999999992</c:v>
                </c:pt>
                <c:pt idx="13693">
                  <c:v>8.1563800000000004</c:v>
                </c:pt>
                <c:pt idx="13694">
                  <c:v>8.2953700000000001</c:v>
                </c:pt>
                <c:pt idx="13695">
                  <c:v>8.3600999999999992</c:v>
                </c:pt>
                <c:pt idx="13696">
                  <c:v>8.4378600000000006</c:v>
                </c:pt>
                <c:pt idx="13697">
                  <c:v>8.1977499999999992</c:v>
                </c:pt>
                <c:pt idx="13698">
                  <c:v>8.2198399999999996</c:v>
                </c:pt>
                <c:pt idx="13699">
                  <c:v>8.6486800000000006</c:v>
                </c:pt>
                <c:pt idx="13700">
                  <c:v>9.3763000000000005</c:v>
                </c:pt>
                <c:pt idx="13701">
                  <c:v>9.9073600000000006</c:v>
                </c:pt>
                <c:pt idx="13702">
                  <c:v>10.652900000000001</c:v>
                </c:pt>
                <c:pt idx="13703">
                  <c:v>11.474299999999999</c:v>
                </c:pt>
                <c:pt idx="13704">
                  <c:v>12.0328</c:v>
                </c:pt>
                <c:pt idx="13705">
                  <c:v>12.1043</c:v>
                </c:pt>
                <c:pt idx="13706">
                  <c:v>12.024800000000001</c:v>
                </c:pt>
                <c:pt idx="13707">
                  <c:v>11.513199999999999</c:v>
                </c:pt>
                <c:pt idx="13708">
                  <c:v>10.4026</c:v>
                </c:pt>
                <c:pt idx="13709">
                  <c:v>9.2990100000000009</c:v>
                </c:pt>
                <c:pt idx="13710">
                  <c:v>8.1584099999999999</c:v>
                </c:pt>
                <c:pt idx="13711">
                  <c:v>7.8721699999999997</c:v>
                </c:pt>
                <c:pt idx="13712">
                  <c:v>8.2927199999999992</c:v>
                </c:pt>
                <c:pt idx="13713">
                  <c:v>8.6954899999999995</c:v>
                </c:pt>
                <c:pt idx="13714">
                  <c:v>8.9969699999999992</c:v>
                </c:pt>
                <c:pt idx="13715">
                  <c:v>9.3254199999999994</c:v>
                </c:pt>
                <c:pt idx="13716">
                  <c:v>9.3036399999999997</c:v>
                </c:pt>
                <c:pt idx="13717">
                  <c:v>9.0992700000000006</c:v>
                </c:pt>
                <c:pt idx="13718">
                  <c:v>8.8254099999999998</c:v>
                </c:pt>
                <c:pt idx="13719">
                  <c:v>8.7617600000000007</c:v>
                </c:pt>
                <c:pt idx="13720">
                  <c:v>9.2554499999999997</c:v>
                </c:pt>
                <c:pt idx="13721">
                  <c:v>9.4302499999999991</c:v>
                </c:pt>
                <c:pt idx="13722">
                  <c:v>9.6587499999999995</c:v>
                </c:pt>
                <c:pt idx="13723">
                  <c:v>10.2837</c:v>
                </c:pt>
                <c:pt idx="13724">
                  <c:v>10.5037</c:v>
                </c:pt>
                <c:pt idx="13725">
                  <c:v>10.7568</c:v>
                </c:pt>
                <c:pt idx="13726">
                  <c:v>10.8178</c:v>
                </c:pt>
                <c:pt idx="13727">
                  <c:v>10.479699999999999</c:v>
                </c:pt>
                <c:pt idx="13728">
                  <c:v>10.5299</c:v>
                </c:pt>
                <c:pt idx="13729">
                  <c:v>10.618</c:v>
                </c:pt>
                <c:pt idx="13730">
                  <c:v>10.587999999999999</c:v>
                </c:pt>
                <c:pt idx="13731">
                  <c:v>10.4117</c:v>
                </c:pt>
                <c:pt idx="13732">
                  <c:v>10.029999999999999</c:v>
                </c:pt>
                <c:pt idx="13733">
                  <c:v>9.6105900000000002</c:v>
                </c:pt>
                <c:pt idx="13734">
                  <c:v>9.6310000000000002</c:v>
                </c:pt>
                <c:pt idx="13735">
                  <c:v>9.8599200000000007</c:v>
                </c:pt>
                <c:pt idx="13736">
                  <c:v>10.0322</c:v>
                </c:pt>
                <c:pt idx="13737">
                  <c:v>10.444800000000001</c:v>
                </c:pt>
                <c:pt idx="13738">
                  <c:v>10.875299999999999</c:v>
                </c:pt>
                <c:pt idx="13739">
                  <c:v>10.752700000000001</c:v>
                </c:pt>
                <c:pt idx="13740">
                  <c:v>10.6067</c:v>
                </c:pt>
                <c:pt idx="13741">
                  <c:v>10.228</c:v>
                </c:pt>
                <c:pt idx="13742">
                  <c:v>9.6713900000000006</c:v>
                </c:pt>
                <c:pt idx="13743">
                  <c:v>9.4889799999999997</c:v>
                </c:pt>
                <c:pt idx="13744">
                  <c:v>9.3305699999999998</c:v>
                </c:pt>
                <c:pt idx="13745">
                  <c:v>9.6056799999999996</c:v>
                </c:pt>
                <c:pt idx="13746">
                  <c:v>10.076000000000001</c:v>
                </c:pt>
                <c:pt idx="13747">
                  <c:v>10.495699999999999</c:v>
                </c:pt>
                <c:pt idx="13748">
                  <c:v>10.7783</c:v>
                </c:pt>
                <c:pt idx="13749">
                  <c:v>10.6309</c:v>
                </c:pt>
                <c:pt idx="13750">
                  <c:v>10.323600000000001</c:v>
                </c:pt>
                <c:pt idx="13751">
                  <c:v>9.8720499999999998</c:v>
                </c:pt>
                <c:pt idx="13752">
                  <c:v>9.3868799999999997</c:v>
                </c:pt>
                <c:pt idx="13753">
                  <c:v>8.8985900000000004</c:v>
                </c:pt>
                <c:pt idx="13754">
                  <c:v>8.7341599999999993</c:v>
                </c:pt>
                <c:pt idx="13755">
                  <c:v>8.9310600000000004</c:v>
                </c:pt>
                <c:pt idx="13756">
                  <c:v>9.3596900000000005</c:v>
                </c:pt>
                <c:pt idx="13757">
                  <c:v>9.8355099999999993</c:v>
                </c:pt>
                <c:pt idx="13758">
                  <c:v>9.7959399999999999</c:v>
                </c:pt>
                <c:pt idx="13759">
                  <c:v>9.8385400000000001</c:v>
                </c:pt>
                <c:pt idx="13760">
                  <c:v>9.9839699999999993</c:v>
                </c:pt>
                <c:pt idx="13761">
                  <c:v>9.5397300000000005</c:v>
                </c:pt>
                <c:pt idx="13762">
                  <c:v>9.4413699999999992</c:v>
                </c:pt>
                <c:pt idx="13763">
                  <c:v>9.7286699999999993</c:v>
                </c:pt>
                <c:pt idx="13764">
                  <c:v>10.169499999999999</c:v>
                </c:pt>
                <c:pt idx="13765">
                  <c:v>10.318300000000001</c:v>
                </c:pt>
                <c:pt idx="13766">
                  <c:v>10.013400000000001</c:v>
                </c:pt>
                <c:pt idx="13767">
                  <c:v>9.2944300000000002</c:v>
                </c:pt>
                <c:pt idx="13768">
                  <c:v>8.7464099999999991</c:v>
                </c:pt>
                <c:pt idx="13769">
                  <c:v>8.4602000000000004</c:v>
                </c:pt>
                <c:pt idx="13770">
                  <c:v>8.2742400000000007</c:v>
                </c:pt>
                <c:pt idx="13771">
                  <c:v>8.4193599999999993</c:v>
                </c:pt>
                <c:pt idx="13772">
                  <c:v>8.2753499999999995</c:v>
                </c:pt>
                <c:pt idx="13773">
                  <c:v>8.1259499999999996</c:v>
                </c:pt>
                <c:pt idx="13774">
                  <c:v>8.0762900000000002</c:v>
                </c:pt>
                <c:pt idx="13775">
                  <c:v>7.3194499999999998</c:v>
                </c:pt>
                <c:pt idx="13776">
                  <c:v>6.9470499999999999</c:v>
                </c:pt>
                <c:pt idx="13777">
                  <c:v>7.0012699999999999</c:v>
                </c:pt>
                <c:pt idx="13778">
                  <c:v>7.2377700000000003</c:v>
                </c:pt>
                <c:pt idx="13779">
                  <c:v>7.7685500000000003</c:v>
                </c:pt>
                <c:pt idx="13780">
                  <c:v>8.4476099999999992</c:v>
                </c:pt>
                <c:pt idx="13781">
                  <c:v>9.0369499999999992</c:v>
                </c:pt>
                <c:pt idx="13782">
                  <c:v>9.9098699999999997</c:v>
                </c:pt>
                <c:pt idx="13783">
                  <c:v>10.1114</c:v>
                </c:pt>
                <c:pt idx="13784">
                  <c:v>9.7677399999999999</c:v>
                </c:pt>
                <c:pt idx="13785">
                  <c:v>8.9950299999999999</c:v>
                </c:pt>
                <c:pt idx="13786">
                  <c:v>8.02149</c:v>
                </c:pt>
                <c:pt idx="13787">
                  <c:v>7.1771799999999999</c:v>
                </c:pt>
                <c:pt idx="13788">
                  <c:v>6.3378300000000003</c:v>
                </c:pt>
                <c:pt idx="13789">
                  <c:v>5.7769399999999997</c:v>
                </c:pt>
                <c:pt idx="13790">
                  <c:v>5.6552100000000003</c:v>
                </c:pt>
                <c:pt idx="13791">
                  <c:v>5.86097</c:v>
                </c:pt>
                <c:pt idx="13792">
                  <c:v>5.9383800000000004</c:v>
                </c:pt>
                <c:pt idx="13793">
                  <c:v>5.5952900000000003</c:v>
                </c:pt>
                <c:pt idx="13794">
                  <c:v>5.4245799999999997</c:v>
                </c:pt>
                <c:pt idx="13795">
                  <c:v>5.4995900000000004</c:v>
                </c:pt>
                <c:pt idx="13796">
                  <c:v>5.3448599999999997</c:v>
                </c:pt>
                <c:pt idx="13797">
                  <c:v>5.3745900000000004</c:v>
                </c:pt>
                <c:pt idx="13798">
                  <c:v>5.4447799999999997</c:v>
                </c:pt>
                <c:pt idx="13799">
                  <c:v>5.3753399999999996</c:v>
                </c:pt>
                <c:pt idx="13800">
                  <c:v>5.0034299999999998</c:v>
                </c:pt>
                <c:pt idx="13801">
                  <c:v>4.8449900000000001</c:v>
                </c:pt>
                <c:pt idx="13802">
                  <c:v>5.0143199999999997</c:v>
                </c:pt>
                <c:pt idx="13803">
                  <c:v>4.9181100000000004</c:v>
                </c:pt>
                <c:pt idx="13804">
                  <c:v>4.8676700000000004</c:v>
                </c:pt>
                <c:pt idx="13805">
                  <c:v>4.8974299999999999</c:v>
                </c:pt>
                <c:pt idx="13806">
                  <c:v>4.3924899999999996</c:v>
                </c:pt>
                <c:pt idx="13807">
                  <c:v>3.8612199999999999</c:v>
                </c:pt>
                <c:pt idx="13808">
                  <c:v>3.7651699999999999</c:v>
                </c:pt>
                <c:pt idx="13809">
                  <c:v>4.0707599999999999</c:v>
                </c:pt>
                <c:pt idx="13810">
                  <c:v>4.5526</c:v>
                </c:pt>
                <c:pt idx="13811">
                  <c:v>4.8284900000000004</c:v>
                </c:pt>
                <c:pt idx="13812">
                  <c:v>4.9540800000000003</c:v>
                </c:pt>
                <c:pt idx="13813">
                  <c:v>5.2324400000000004</c:v>
                </c:pt>
                <c:pt idx="13814">
                  <c:v>5.2010300000000003</c:v>
                </c:pt>
                <c:pt idx="13815">
                  <c:v>4.8574599999999997</c:v>
                </c:pt>
                <c:pt idx="13816">
                  <c:v>4.5546699999999998</c:v>
                </c:pt>
                <c:pt idx="13817">
                  <c:v>4.5113500000000002</c:v>
                </c:pt>
                <c:pt idx="13818">
                  <c:v>4.4815699999999996</c:v>
                </c:pt>
                <c:pt idx="13819">
                  <c:v>4.3122600000000002</c:v>
                </c:pt>
                <c:pt idx="13820">
                  <c:v>4.3310899999999997</c:v>
                </c:pt>
                <c:pt idx="13821">
                  <c:v>4.0947699999999996</c:v>
                </c:pt>
                <c:pt idx="13822">
                  <c:v>4.1226000000000003</c:v>
                </c:pt>
                <c:pt idx="13823">
                  <c:v>4.4927000000000001</c:v>
                </c:pt>
                <c:pt idx="13824">
                  <c:v>4.4497799999999996</c:v>
                </c:pt>
                <c:pt idx="13825">
                  <c:v>4.29467</c:v>
                </c:pt>
                <c:pt idx="13826">
                  <c:v>4.0904400000000001</c:v>
                </c:pt>
                <c:pt idx="13827">
                  <c:v>4.0510000000000002</c:v>
                </c:pt>
                <c:pt idx="13828">
                  <c:v>4.3662700000000001</c:v>
                </c:pt>
                <c:pt idx="13829">
                  <c:v>4.4956199999999997</c:v>
                </c:pt>
                <c:pt idx="13830">
                  <c:v>4.7202900000000003</c:v>
                </c:pt>
                <c:pt idx="13831">
                  <c:v>4.9697699999999996</c:v>
                </c:pt>
                <c:pt idx="13832">
                  <c:v>4.6549699999999996</c:v>
                </c:pt>
                <c:pt idx="13833">
                  <c:v>4.3661399999999997</c:v>
                </c:pt>
                <c:pt idx="13834">
                  <c:v>4.1047099999999999</c:v>
                </c:pt>
                <c:pt idx="13835">
                  <c:v>3.94909</c:v>
                </c:pt>
                <c:pt idx="13836">
                  <c:v>4.0239700000000003</c:v>
                </c:pt>
                <c:pt idx="13837">
                  <c:v>3.7961200000000002</c:v>
                </c:pt>
                <c:pt idx="13838">
                  <c:v>3.6240000000000001</c:v>
                </c:pt>
                <c:pt idx="13839">
                  <c:v>3.5801799999999999</c:v>
                </c:pt>
                <c:pt idx="13840">
                  <c:v>3.5148999999999999</c:v>
                </c:pt>
                <c:pt idx="13841">
                  <c:v>3.4307300000000001</c:v>
                </c:pt>
                <c:pt idx="13842">
                  <c:v>3.4182800000000002</c:v>
                </c:pt>
                <c:pt idx="13843">
                  <c:v>3.4150800000000001</c:v>
                </c:pt>
                <c:pt idx="13844">
                  <c:v>3.4622600000000001</c:v>
                </c:pt>
                <c:pt idx="13845">
                  <c:v>3.7299699999999998</c:v>
                </c:pt>
                <c:pt idx="13846">
                  <c:v>3.9222399999999999</c:v>
                </c:pt>
                <c:pt idx="13847">
                  <c:v>3.9462199999999998</c:v>
                </c:pt>
                <c:pt idx="13848">
                  <c:v>3.8083300000000002</c:v>
                </c:pt>
                <c:pt idx="13849">
                  <c:v>3.5419299999999998</c:v>
                </c:pt>
                <c:pt idx="13850">
                  <c:v>3.40483</c:v>
                </c:pt>
                <c:pt idx="13851">
                  <c:v>3.7480799999999999</c:v>
                </c:pt>
                <c:pt idx="13852">
                  <c:v>3.91309</c:v>
                </c:pt>
                <c:pt idx="13853">
                  <c:v>3.9723999999999999</c:v>
                </c:pt>
                <c:pt idx="13854">
                  <c:v>4.0082899999999997</c:v>
                </c:pt>
                <c:pt idx="13855">
                  <c:v>3.9102899999999998</c:v>
                </c:pt>
                <c:pt idx="13856">
                  <c:v>3.8073299999999999</c:v>
                </c:pt>
                <c:pt idx="13857">
                  <c:v>3.9848599999999998</c:v>
                </c:pt>
                <c:pt idx="13858">
                  <c:v>4.2392899999999996</c:v>
                </c:pt>
                <c:pt idx="13859">
                  <c:v>4.21671</c:v>
                </c:pt>
                <c:pt idx="13860">
                  <c:v>4.0725300000000004</c:v>
                </c:pt>
                <c:pt idx="13861">
                  <c:v>4.1354300000000004</c:v>
                </c:pt>
                <c:pt idx="13862">
                  <c:v>4.0705099999999996</c:v>
                </c:pt>
                <c:pt idx="13863">
                  <c:v>3.87784</c:v>
                </c:pt>
                <c:pt idx="13864">
                  <c:v>3.60893</c:v>
                </c:pt>
                <c:pt idx="13865">
                  <c:v>3.5621700000000001</c:v>
                </c:pt>
                <c:pt idx="13866">
                  <c:v>3.74519</c:v>
                </c:pt>
                <c:pt idx="13867">
                  <c:v>3.75969</c:v>
                </c:pt>
                <c:pt idx="13868">
                  <c:v>3.87304</c:v>
                </c:pt>
                <c:pt idx="13869">
                  <c:v>3.8504200000000002</c:v>
                </c:pt>
                <c:pt idx="13870">
                  <c:v>3.9666399999999999</c:v>
                </c:pt>
                <c:pt idx="13871">
                  <c:v>4.5429300000000001</c:v>
                </c:pt>
                <c:pt idx="13872">
                  <c:v>4.5805400000000001</c:v>
                </c:pt>
                <c:pt idx="13873">
                  <c:v>4.4071899999999999</c:v>
                </c:pt>
                <c:pt idx="13874">
                  <c:v>4.5578000000000003</c:v>
                </c:pt>
                <c:pt idx="13875">
                  <c:v>4.6209199999999999</c:v>
                </c:pt>
                <c:pt idx="13876">
                  <c:v>4.7872700000000004</c:v>
                </c:pt>
                <c:pt idx="13877">
                  <c:v>5.0907400000000003</c:v>
                </c:pt>
                <c:pt idx="13878">
                  <c:v>5.1421999999999999</c:v>
                </c:pt>
                <c:pt idx="13879">
                  <c:v>4.97051</c:v>
                </c:pt>
                <c:pt idx="13880">
                  <c:v>4.5868900000000004</c:v>
                </c:pt>
                <c:pt idx="13881">
                  <c:v>4.3145800000000003</c:v>
                </c:pt>
                <c:pt idx="13882">
                  <c:v>4.2369599999999998</c:v>
                </c:pt>
                <c:pt idx="13883">
                  <c:v>4.0621499999999999</c:v>
                </c:pt>
                <c:pt idx="13884">
                  <c:v>3.96421</c:v>
                </c:pt>
                <c:pt idx="13885">
                  <c:v>4.0447800000000003</c:v>
                </c:pt>
                <c:pt idx="13886">
                  <c:v>4.1350600000000002</c:v>
                </c:pt>
                <c:pt idx="13887">
                  <c:v>4.2339000000000002</c:v>
                </c:pt>
                <c:pt idx="13888">
                  <c:v>4.1794099999999998</c:v>
                </c:pt>
                <c:pt idx="13889">
                  <c:v>3.98983</c:v>
                </c:pt>
                <c:pt idx="13890">
                  <c:v>3.52162</c:v>
                </c:pt>
                <c:pt idx="13891">
                  <c:v>3.4401600000000001</c:v>
                </c:pt>
                <c:pt idx="13892">
                  <c:v>3.5906600000000002</c:v>
                </c:pt>
                <c:pt idx="13893">
                  <c:v>3.9632399999999999</c:v>
                </c:pt>
                <c:pt idx="13894">
                  <c:v>3.96882</c:v>
                </c:pt>
                <c:pt idx="13895">
                  <c:v>3.8426900000000002</c:v>
                </c:pt>
                <c:pt idx="13896">
                  <c:v>3.9502600000000001</c:v>
                </c:pt>
                <c:pt idx="13897">
                  <c:v>4.2469200000000003</c:v>
                </c:pt>
                <c:pt idx="13898">
                  <c:v>4.5019200000000001</c:v>
                </c:pt>
                <c:pt idx="13899">
                  <c:v>4.5805300000000004</c:v>
                </c:pt>
                <c:pt idx="13900">
                  <c:v>4.5351800000000004</c:v>
                </c:pt>
                <c:pt idx="13901">
                  <c:v>4.3357599999999996</c:v>
                </c:pt>
                <c:pt idx="13902">
                  <c:v>4.0372700000000004</c:v>
                </c:pt>
                <c:pt idx="13903">
                  <c:v>3.8667699999999998</c:v>
                </c:pt>
                <c:pt idx="13904">
                  <c:v>3.5853199999999998</c:v>
                </c:pt>
                <c:pt idx="13905">
                  <c:v>3.5804900000000002</c:v>
                </c:pt>
                <c:pt idx="13906">
                  <c:v>3.4143599999999998</c:v>
                </c:pt>
                <c:pt idx="13907">
                  <c:v>3.2597200000000002</c:v>
                </c:pt>
                <c:pt idx="13908">
                  <c:v>3.4265400000000001</c:v>
                </c:pt>
                <c:pt idx="13909">
                  <c:v>3.5141800000000001</c:v>
                </c:pt>
                <c:pt idx="13910">
                  <c:v>3.1823199999999998</c:v>
                </c:pt>
                <c:pt idx="13911">
                  <c:v>2.9328699999999999</c:v>
                </c:pt>
                <c:pt idx="13912">
                  <c:v>3.2809599999999999</c:v>
                </c:pt>
                <c:pt idx="13913">
                  <c:v>3.4371999999999998</c:v>
                </c:pt>
                <c:pt idx="13914">
                  <c:v>3.5376099999999999</c:v>
                </c:pt>
                <c:pt idx="13915">
                  <c:v>3.5098699999999998</c:v>
                </c:pt>
                <c:pt idx="13916">
                  <c:v>3.2557</c:v>
                </c:pt>
                <c:pt idx="13917">
                  <c:v>3.1142699999999999</c:v>
                </c:pt>
                <c:pt idx="13918">
                  <c:v>3.2595100000000001</c:v>
                </c:pt>
                <c:pt idx="13919">
                  <c:v>3.4188399999999999</c:v>
                </c:pt>
                <c:pt idx="13920">
                  <c:v>3.4699200000000001</c:v>
                </c:pt>
                <c:pt idx="13921">
                  <c:v>3.3690199999999999</c:v>
                </c:pt>
                <c:pt idx="13922">
                  <c:v>3.4790899999999998</c:v>
                </c:pt>
                <c:pt idx="13923">
                  <c:v>3.8931399999999998</c:v>
                </c:pt>
                <c:pt idx="13924">
                  <c:v>3.9556300000000002</c:v>
                </c:pt>
                <c:pt idx="13925">
                  <c:v>3.8651800000000001</c:v>
                </c:pt>
                <c:pt idx="13926">
                  <c:v>3.7170999999999998</c:v>
                </c:pt>
                <c:pt idx="13927">
                  <c:v>3.7717800000000001</c:v>
                </c:pt>
                <c:pt idx="13928">
                  <c:v>3.8410600000000001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9C57-4268-A959-920AF587406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71630720"/>
        <c:axId val="71629760"/>
      </c:scatterChart>
      <c:valAx>
        <c:axId val="71630720"/>
        <c:scaling>
          <c:orientation val="maxMin"/>
          <c:max val="7"/>
          <c:min val="5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/>
                </a:solidFill>
                <a:latin typeface="Avenir LT Std 45 Book" panose="020B0502020203020204" pitchFamily="34" charset="0"/>
                <a:ea typeface="+mn-ea"/>
                <a:cs typeface="+mn-cs"/>
              </a:defRPr>
            </a:pPr>
            <a:endParaRPr lang="en-US"/>
          </a:p>
        </c:txPr>
        <c:crossAx val="71629760"/>
        <c:crosses val="autoZero"/>
        <c:crossBetween val="midCat"/>
      </c:valAx>
      <c:valAx>
        <c:axId val="71629760"/>
        <c:scaling>
          <c:orientation val="minMax"/>
          <c:max val="1400"/>
        </c:scaling>
        <c:delete val="1"/>
        <c:axPos val="r"/>
        <c:numFmt formatCode="General" sourceLinked="1"/>
        <c:majorTickMark val="out"/>
        <c:minorTickMark val="none"/>
        <c:tickLblPos val="nextTo"/>
        <c:crossAx val="71630720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'For plotting'!$B$1</c:f>
              <c:strCache>
                <c:ptCount val="1"/>
                <c:pt idx="0">
                  <c:v>0.3% w/w R1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'For plotting'!$A$2:$A$25382</c:f>
              <c:numCache>
                <c:formatCode>General</c:formatCode>
                <c:ptCount val="25381"/>
                <c:pt idx="0">
                  <c:v>-0.499971</c:v>
                </c:pt>
                <c:pt idx="1">
                  <c:v>-0.49966500000000003</c:v>
                </c:pt>
                <c:pt idx="2">
                  <c:v>-0.49936000000000003</c:v>
                </c:pt>
                <c:pt idx="3">
                  <c:v>-0.499054</c:v>
                </c:pt>
                <c:pt idx="4">
                  <c:v>-0.498749</c:v>
                </c:pt>
                <c:pt idx="5">
                  <c:v>-0.498444</c:v>
                </c:pt>
                <c:pt idx="6">
                  <c:v>-0.49813800000000003</c:v>
                </c:pt>
                <c:pt idx="7">
                  <c:v>-0.49783300000000003</c:v>
                </c:pt>
                <c:pt idx="8">
                  <c:v>-0.497527</c:v>
                </c:pt>
                <c:pt idx="9">
                  <c:v>-0.497222</c:v>
                </c:pt>
                <c:pt idx="10">
                  <c:v>-0.496917</c:v>
                </c:pt>
                <c:pt idx="11">
                  <c:v>-0.49661100000000002</c:v>
                </c:pt>
                <c:pt idx="12">
                  <c:v>-0.49630600000000002</c:v>
                </c:pt>
                <c:pt idx="13">
                  <c:v>-0.496</c:v>
                </c:pt>
                <c:pt idx="14">
                  <c:v>-0.495695</c:v>
                </c:pt>
                <c:pt idx="15">
                  <c:v>-0.49539</c:v>
                </c:pt>
                <c:pt idx="16">
                  <c:v>-0.49508400000000002</c:v>
                </c:pt>
                <c:pt idx="17">
                  <c:v>-0.49477900000000002</c:v>
                </c:pt>
                <c:pt idx="18">
                  <c:v>-0.494473</c:v>
                </c:pt>
                <c:pt idx="19">
                  <c:v>-0.494168</c:v>
                </c:pt>
                <c:pt idx="20">
                  <c:v>-0.493863</c:v>
                </c:pt>
                <c:pt idx="21">
                  <c:v>-0.49355700000000002</c:v>
                </c:pt>
                <c:pt idx="22">
                  <c:v>-0.49325200000000002</c:v>
                </c:pt>
                <c:pt idx="23">
                  <c:v>-0.492946</c:v>
                </c:pt>
                <c:pt idx="24">
                  <c:v>-0.492641</c:v>
                </c:pt>
                <c:pt idx="25">
                  <c:v>-0.492336</c:v>
                </c:pt>
                <c:pt idx="26">
                  <c:v>-0.49203000000000002</c:v>
                </c:pt>
                <c:pt idx="27">
                  <c:v>-0.49172500000000002</c:v>
                </c:pt>
                <c:pt idx="28">
                  <c:v>-0.49141899999999999</c:v>
                </c:pt>
                <c:pt idx="29">
                  <c:v>-0.49111399999999999</c:v>
                </c:pt>
                <c:pt idx="30">
                  <c:v>-0.490809</c:v>
                </c:pt>
                <c:pt idx="31">
                  <c:v>-0.49050300000000002</c:v>
                </c:pt>
                <c:pt idx="32">
                  <c:v>-0.49019800000000002</c:v>
                </c:pt>
                <c:pt idx="33">
                  <c:v>-0.48989199999999999</c:v>
                </c:pt>
                <c:pt idx="34">
                  <c:v>-0.48958699999999999</c:v>
                </c:pt>
                <c:pt idx="35">
                  <c:v>-0.48928199999999999</c:v>
                </c:pt>
                <c:pt idx="36">
                  <c:v>-0.48897600000000002</c:v>
                </c:pt>
                <c:pt idx="37">
                  <c:v>-0.48867100000000002</c:v>
                </c:pt>
                <c:pt idx="38">
                  <c:v>-0.48836499999999999</c:v>
                </c:pt>
                <c:pt idx="39">
                  <c:v>-0.48805999999999999</c:v>
                </c:pt>
                <c:pt idx="40">
                  <c:v>-0.48775499999999999</c:v>
                </c:pt>
                <c:pt idx="41">
                  <c:v>-0.48744900000000002</c:v>
                </c:pt>
                <c:pt idx="42">
                  <c:v>-0.48714400000000002</c:v>
                </c:pt>
                <c:pt idx="43">
                  <c:v>-0.48683799999999999</c:v>
                </c:pt>
                <c:pt idx="44">
                  <c:v>-0.48653299999999999</c:v>
                </c:pt>
                <c:pt idx="45">
                  <c:v>-0.48622799999999999</c:v>
                </c:pt>
                <c:pt idx="46">
                  <c:v>-0.48592200000000002</c:v>
                </c:pt>
                <c:pt idx="47">
                  <c:v>-0.48561700000000002</c:v>
                </c:pt>
                <c:pt idx="48">
                  <c:v>-0.48531099999999999</c:v>
                </c:pt>
                <c:pt idx="49">
                  <c:v>-0.48500599999999999</c:v>
                </c:pt>
                <c:pt idx="50">
                  <c:v>-0.48470099999999999</c:v>
                </c:pt>
                <c:pt idx="51">
                  <c:v>-0.48439500000000002</c:v>
                </c:pt>
                <c:pt idx="52">
                  <c:v>-0.48409000000000002</c:v>
                </c:pt>
                <c:pt idx="53">
                  <c:v>-0.48378399999999999</c:v>
                </c:pt>
                <c:pt idx="54">
                  <c:v>-0.48347899999999999</c:v>
                </c:pt>
                <c:pt idx="55">
                  <c:v>-0.48317399999999999</c:v>
                </c:pt>
                <c:pt idx="56">
                  <c:v>-0.48286800000000002</c:v>
                </c:pt>
                <c:pt idx="57">
                  <c:v>-0.48256300000000002</c:v>
                </c:pt>
                <c:pt idx="58">
                  <c:v>-0.48225699999999999</c:v>
                </c:pt>
                <c:pt idx="59">
                  <c:v>-0.48195199999999999</c:v>
                </c:pt>
                <c:pt idx="60">
                  <c:v>-0.48164699999999999</c:v>
                </c:pt>
                <c:pt idx="61">
                  <c:v>-0.48134100000000002</c:v>
                </c:pt>
                <c:pt idx="62">
                  <c:v>-0.48103600000000002</c:v>
                </c:pt>
                <c:pt idx="63">
                  <c:v>-0.48072999999999999</c:v>
                </c:pt>
                <c:pt idx="64">
                  <c:v>-0.48042499999999999</c:v>
                </c:pt>
                <c:pt idx="65">
                  <c:v>-0.48011999999999999</c:v>
                </c:pt>
                <c:pt idx="66">
                  <c:v>-0.47981400000000002</c:v>
                </c:pt>
                <c:pt idx="67">
                  <c:v>-0.47950900000000002</c:v>
                </c:pt>
                <c:pt idx="68">
                  <c:v>-0.47920299999999999</c:v>
                </c:pt>
                <c:pt idx="69">
                  <c:v>-0.47889799999999999</c:v>
                </c:pt>
                <c:pt idx="70">
                  <c:v>-0.47859299999999999</c:v>
                </c:pt>
                <c:pt idx="71">
                  <c:v>-0.47828700000000002</c:v>
                </c:pt>
                <c:pt idx="72">
                  <c:v>-0.47798200000000002</c:v>
                </c:pt>
                <c:pt idx="73">
                  <c:v>-0.47767599999999999</c:v>
                </c:pt>
                <c:pt idx="74">
                  <c:v>-0.47737099999999999</c:v>
                </c:pt>
                <c:pt idx="75">
                  <c:v>-0.47706599999999999</c:v>
                </c:pt>
                <c:pt idx="76">
                  <c:v>-0.47676000000000002</c:v>
                </c:pt>
                <c:pt idx="77">
                  <c:v>-0.47645500000000002</c:v>
                </c:pt>
                <c:pt idx="78">
                  <c:v>-0.47614899999999999</c:v>
                </c:pt>
                <c:pt idx="79">
                  <c:v>-0.47584399999999999</c:v>
                </c:pt>
                <c:pt idx="80">
                  <c:v>-0.47553899999999999</c:v>
                </c:pt>
                <c:pt idx="81">
                  <c:v>-0.47523300000000002</c:v>
                </c:pt>
                <c:pt idx="82">
                  <c:v>-0.47492800000000002</c:v>
                </c:pt>
                <c:pt idx="83">
                  <c:v>-0.47462300000000002</c:v>
                </c:pt>
                <c:pt idx="84">
                  <c:v>-0.47431699999999999</c:v>
                </c:pt>
                <c:pt idx="85">
                  <c:v>-0.47401199999999999</c:v>
                </c:pt>
                <c:pt idx="86">
                  <c:v>-0.47370600000000002</c:v>
                </c:pt>
                <c:pt idx="87">
                  <c:v>-0.47340100000000002</c:v>
                </c:pt>
                <c:pt idx="88">
                  <c:v>-0.47309600000000002</c:v>
                </c:pt>
                <c:pt idx="89">
                  <c:v>-0.47278999999999999</c:v>
                </c:pt>
                <c:pt idx="90">
                  <c:v>-0.47248499999999999</c:v>
                </c:pt>
                <c:pt idx="91">
                  <c:v>-0.47217900000000002</c:v>
                </c:pt>
                <c:pt idx="92">
                  <c:v>-0.47187400000000002</c:v>
                </c:pt>
                <c:pt idx="93">
                  <c:v>-0.47156900000000002</c:v>
                </c:pt>
                <c:pt idx="94">
                  <c:v>-0.47126299999999999</c:v>
                </c:pt>
                <c:pt idx="95">
                  <c:v>-0.47095799999999999</c:v>
                </c:pt>
                <c:pt idx="96">
                  <c:v>-0.47065200000000001</c:v>
                </c:pt>
                <c:pt idx="97">
                  <c:v>-0.47034700000000002</c:v>
                </c:pt>
                <c:pt idx="98">
                  <c:v>-0.47004200000000002</c:v>
                </c:pt>
                <c:pt idx="99">
                  <c:v>-0.46973599999999999</c:v>
                </c:pt>
                <c:pt idx="100">
                  <c:v>-0.46943099999999999</c:v>
                </c:pt>
                <c:pt idx="101">
                  <c:v>-0.46912500000000001</c:v>
                </c:pt>
                <c:pt idx="102">
                  <c:v>-0.46882000000000001</c:v>
                </c:pt>
                <c:pt idx="103">
                  <c:v>-0.46851500000000001</c:v>
                </c:pt>
                <c:pt idx="104">
                  <c:v>-0.46820899999999999</c:v>
                </c:pt>
                <c:pt idx="105">
                  <c:v>-0.46790399999999999</c:v>
                </c:pt>
                <c:pt idx="106">
                  <c:v>-0.46759800000000001</c:v>
                </c:pt>
                <c:pt idx="107">
                  <c:v>-0.46729300000000001</c:v>
                </c:pt>
                <c:pt idx="108">
                  <c:v>-0.46698800000000001</c:v>
                </c:pt>
                <c:pt idx="109">
                  <c:v>-0.46668199999999999</c:v>
                </c:pt>
                <c:pt idx="110">
                  <c:v>-0.46637699999999999</c:v>
                </c:pt>
                <c:pt idx="111">
                  <c:v>-0.46607100000000001</c:v>
                </c:pt>
                <c:pt idx="112">
                  <c:v>-0.46576600000000001</c:v>
                </c:pt>
                <c:pt idx="113">
                  <c:v>-0.46546100000000001</c:v>
                </c:pt>
                <c:pt idx="114">
                  <c:v>-0.46515499999999999</c:v>
                </c:pt>
                <c:pt idx="115">
                  <c:v>-0.46484999999999999</c:v>
                </c:pt>
                <c:pt idx="116">
                  <c:v>-0.46454400000000001</c:v>
                </c:pt>
                <c:pt idx="117">
                  <c:v>-0.46423900000000001</c:v>
                </c:pt>
                <c:pt idx="118">
                  <c:v>-0.46393400000000001</c:v>
                </c:pt>
                <c:pt idx="119">
                  <c:v>-0.46362799999999998</c:v>
                </c:pt>
                <c:pt idx="120">
                  <c:v>-0.46332299999999998</c:v>
                </c:pt>
                <c:pt idx="121">
                  <c:v>-0.46301700000000001</c:v>
                </c:pt>
                <c:pt idx="122">
                  <c:v>-0.46271200000000001</c:v>
                </c:pt>
                <c:pt idx="123">
                  <c:v>-0.46240700000000001</c:v>
                </c:pt>
                <c:pt idx="124">
                  <c:v>-0.46210099999999998</c:v>
                </c:pt>
                <c:pt idx="125">
                  <c:v>-0.46179599999999998</c:v>
                </c:pt>
                <c:pt idx="126">
                  <c:v>-0.46149000000000001</c:v>
                </c:pt>
                <c:pt idx="127">
                  <c:v>-0.46118500000000001</c:v>
                </c:pt>
                <c:pt idx="128">
                  <c:v>-0.46088000000000001</c:v>
                </c:pt>
                <c:pt idx="129">
                  <c:v>-0.46057399999999998</c:v>
                </c:pt>
                <c:pt idx="130">
                  <c:v>-0.46026899999999998</c:v>
                </c:pt>
                <c:pt idx="131">
                  <c:v>-0.45996300000000001</c:v>
                </c:pt>
                <c:pt idx="132">
                  <c:v>-0.45965800000000001</c:v>
                </c:pt>
                <c:pt idx="133">
                  <c:v>-0.45935300000000001</c:v>
                </c:pt>
                <c:pt idx="134">
                  <c:v>-0.45904699999999998</c:v>
                </c:pt>
                <c:pt idx="135">
                  <c:v>-0.45874199999999998</c:v>
                </c:pt>
                <c:pt idx="136">
                  <c:v>-0.45843600000000001</c:v>
                </c:pt>
                <c:pt idx="137">
                  <c:v>-0.45813100000000001</c:v>
                </c:pt>
                <c:pt idx="138">
                  <c:v>-0.45782600000000001</c:v>
                </c:pt>
                <c:pt idx="139">
                  <c:v>-0.45751999999999998</c:v>
                </c:pt>
                <c:pt idx="140">
                  <c:v>-0.45721499999999998</c:v>
                </c:pt>
                <c:pt idx="141">
                  <c:v>-0.45690900000000001</c:v>
                </c:pt>
                <c:pt idx="142">
                  <c:v>-0.45660400000000001</c:v>
                </c:pt>
                <c:pt idx="143">
                  <c:v>-0.45629900000000001</c:v>
                </c:pt>
                <c:pt idx="144">
                  <c:v>-0.45599299999999998</c:v>
                </c:pt>
                <c:pt idx="145">
                  <c:v>-0.45568799999999998</c:v>
                </c:pt>
                <c:pt idx="146">
                  <c:v>-0.45538200000000001</c:v>
                </c:pt>
                <c:pt idx="147">
                  <c:v>-0.45507700000000001</c:v>
                </c:pt>
                <c:pt idx="148">
                  <c:v>-0.45477200000000001</c:v>
                </c:pt>
                <c:pt idx="149">
                  <c:v>-0.45446599999999998</c:v>
                </c:pt>
                <c:pt idx="150">
                  <c:v>-0.45416099999999998</c:v>
                </c:pt>
                <c:pt idx="151">
                  <c:v>-0.45385500000000001</c:v>
                </c:pt>
                <c:pt idx="152">
                  <c:v>-0.45355000000000001</c:v>
                </c:pt>
                <c:pt idx="153">
                  <c:v>-0.45324500000000001</c:v>
                </c:pt>
                <c:pt idx="154">
                  <c:v>-0.45293899999999998</c:v>
                </c:pt>
                <c:pt idx="155">
                  <c:v>-0.45263399999999998</c:v>
                </c:pt>
                <c:pt idx="156">
                  <c:v>-0.45232800000000001</c:v>
                </c:pt>
                <c:pt idx="157">
                  <c:v>-0.45202300000000001</c:v>
                </c:pt>
                <c:pt idx="158">
                  <c:v>-0.45171800000000001</c:v>
                </c:pt>
                <c:pt idx="159">
                  <c:v>-0.45141199999999998</c:v>
                </c:pt>
                <c:pt idx="160">
                  <c:v>-0.45110699999999998</c:v>
                </c:pt>
                <c:pt idx="161">
                  <c:v>-0.45080100000000001</c:v>
                </c:pt>
                <c:pt idx="162">
                  <c:v>-0.45049600000000001</c:v>
                </c:pt>
                <c:pt idx="163">
                  <c:v>-0.45019100000000001</c:v>
                </c:pt>
                <c:pt idx="164">
                  <c:v>-0.44988499999999998</c:v>
                </c:pt>
                <c:pt idx="165">
                  <c:v>-0.44957999999999998</c:v>
                </c:pt>
                <c:pt idx="166">
                  <c:v>-0.44927400000000001</c:v>
                </c:pt>
                <c:pt idx="167">
                  <c:v>-0.44896900000000001</c:v>
                </c:pt>
                <c:pt idx="168">
                  <c:v>-0.44866400000000001</c:v>
                </c:pt>
                <c:pt idx="169">
                  <c:v>-0.44835799999999998</c:v>
                </c:pt>
                <c:pt idx="170">
                  <c:v>-0.44805299999999998</c:v>
                </c:pt>
                <c:pt idx="171">
                  <c:v>-0.44774799999999998</c:v>
                </c:pt>
                <c:pt idx="172">
                  <c:v>-0.44744200000000001</c:v>
                </c:pt>
                <c:pt idx="173">
                  <c:v>-0.44713700000000001</c:v>
                </c:pt>
                <c:pt idx="174">
                  <c:v>-0.44683099999999998</c:v>
                </c:pt>
                <c:pt idx="175">
                  <c:v>-0.44652599999999998</c:v>
                </c:pt>
                <c:pt idx="176">
                  <c:v>-0.44622099999999998</c:v>
                </c:pt>
                <c:pt idx="177">
                  <c:v>-0.44591500000000001</c:v>
                </c:pt>
                <c:pt idx="178">
                  <c:v>-0.44561000000000001</c:v>
                </c:pt>
                <c:pt idx="179">
                  <c:v>-0.44530399999999998</c:v>
                </c:pt>
                <c:pt idx="180">
                  <c:v>-0.44499899999999998</c:v>
                </c:pt>
                <c:pt idx="181">
                  <c:v>-0.44469399999999998</c:v>
                </c:pt>
                <c:pt idx="182">
                  <c:v>-0.44438800000000001</c:v>
                </c:pt>
                <c:pt idx="183">
                  <c:v>-0.44408300000000001</c:v>
                </c:pt>
                <c:pt idx="184">
                  <c:v>-0.44377699999999998</c:v>
                </c:pt>
                <c:pt idx="185">
                  <c:v>-0.44347199999999998</c:v>
                </c:pt>
                <c:pt idx="186">
                  <c:v>-0.44316699999999998</c:v>
                </c:pt>
                <c:pt idx="187">
                  <c:v>-0.442861</c:v>
                </c:pt>
                <c:pt idx="188">
                  <c:v>-0.442556</c:v>
                </c:pt>
                <c:pt idx="189">
                  <c:v>-0.44224999999999998</c:v>
                </c:pt>
                <c:pt idx="190">
                  <c:v>-0.44194499999999998</c:v>
                </c:pt>
                <c:pt idx="191">
                  <c:v>-0.44163999999999998</c:v>
                </c:pt>
                <c:pt idx="192">
                  <c:v>-0.441334</c:v>
                </c:pt>
                <c:pt idx="193">
                  <c:v>-0.441029</c:v>
                </c:pt>
                <c:pt idx="194">
                  <c:v>-0.44072299999999998</c:v>
                </c:pt>
                <c:pt idx="195">
                  <c:v>-0.44041799999999998</c:v>
                </c:pt>
                <c:pt idx="196">
                  <c:v>-0.44011299999999998</c:v>
                </c:pt>
                <c:pt idx="197">
                  <c:v>-0.439807</c:v>
                </c:pt>
                <c:pt idx="198">
                  <c:v>-0.439502</c:v>
                </c:pt>
                <c:pt idx="199">
                  <c:v>-0.43919599999999998</c:v>
                </c:pt>
                <c:pt idx="200">
                  <c:v>-0.43889099999999998</c:v>
                </c:pt>
                <c:pt idx="201">
                  <c:v>-0.43858599999999998</c:v>
                </c:pt>
                <c:pt idx="202">
                  <c:v>-0.43828</c:v>
                </c:pt>
                <c:pt idx="203">
                  <c:v>-0.437975</c:v>
                </c:pt>
                <c:pt idx="204">
                  <c:v>-0.43766899999999997</c:v>
                </c:pt>
                <c:pt idx="205">
                  <c:v>-0.43736399999999998</c:v>
                </c:pt>
                <c:pt idx="206">
                  <c:v>-0.43705899999999998</c:v>
                </c:pt>
                <c:pt idx="207">
                  <c:v>-0.436753</c:v>
                </c:pt>
                <c:pt idx="208">
                  <c:v>-0.436448</c:v>
                </c:pt>
                <c:pt idx="209">
                  <c:v>-0.43614199999999997</c:v>
                </c:pt>
                <c:pt idx="210">
                  <c:v>-0.43583699999999997</c:v>
                </c:pt>
                <c:pt idx="211">
                  <c:v>-0.43553199999999997</c:v>
                </c:pt>
                <c:pt idx="212">
                  <c:v>-0.435226</c:v>
                </c:pt>
                <c:pt idx="213">
                  <c:v>-0.434921</c:v>
                </c:pt>
                <c:pt idx="214">
                  <c:v>-0.43461499999999997</c:v>
                </c:pt>
                <c:pt idx="215">
                  <c:v>-0.43430999999999997</c:v>
                </c:pt>
                <c:pt idx="216">
                  <c:v>-0.43400499999999997</c:v>
                </c:pt>
                <c:pt idx="217">
                  <c:v>-0.433699</c:v>
                </c:pt>
                <c:pt idx="218">
                  <c:v>-0.433394</c:v>
                </c:pt>
                <c:pt idx="219">
                  <c:v>-0.43308799999999997</c:v>
                </c:pt>
                <c:pt idx="220">
                  <c:v>-0.43278299999999997</c:v>
                </c:pt>
                <c:pt idx="221">
                  <c:v>-0.43247799999999997</c:v>
                </c:pt>
                <c:pt idx="222">
                  <c:v>-0.432172</c:v>
                </c:pt>
                <c:pt idx="223">
                  <c:v>-0.431867</c:v>
                </c:pt>
                <c:pt idx="224">
                  <c:v>-0.43156099999999997</c:v>
                </c:pt>
                <c:pt idx="225">
                  <c:v>-0.43125599999999997</c:v>
                </c:pt>
                <c:pt idx="226">
                  <c:v>-0.43095099999999997</c:v>
                </c:pt>
                <c:pt idx="227">
                  <c:v>-0.430645</c:v>
                </c:pt>
                <c:pt idx="228">
                  <c:v>-0.43034</c:v>
                </c:pt>
                <c:pt idx="229">
                  <c:v>-0.43003400000000003</c:v>
                </c:pt>
                <c:pt idx="230">
                  <c:v>-0.42972900000000003</c:v>
                </c:pt>
                <c:pt idx="231">
                  <c:v>-0.42942399999999997</c:v>
                </c:pt>
                <c:pt idx="232">
                  <c:v>-0.429118</c:v>
                </c:pt>
                <c:pt idx="233">
                  <c:v>-0.428813</c:v>
                </c:pt>
                <c:pt idx="234">
                  <c:v>-0.42850700000000003</c:v>
                </c:pt>
                <c:pt idx="235">
                  <c:v>-0.42820200000000003</c:v>
                </c:pt>
                <c:pt idx="236">
                  <c:v>-0.42789700000000003</c:v>
                </c:pt>
                <c:pt idx="237">
                  <c:v>-0.427591</c:v>
                </c:pt>
                <c:pt idx="238">
                  <c:v>-0.427286</c:v>
                </c:pt>
                <c:pt idx="239">
                  <c:v>-0.42698000000000003</c:v>
                </c:pt>
                <c:pt idx="240">
                  <c:v>-0.42667500000000003</c:v>
                </c:pt>
                <c:pt idx="241">
                  <c:v>-0.42637000000000003</c:v>
                </c:pt>
                <c:pt idx="242">
                  <c:v>-0.426064</c:v>
                </c:pt>
                <c:pt idx="243">
                  <c:v>-0.425759</c:v>
                </c:pt>
                <c:pt idx="244">
                  <c:v>-0.42545300000000003</c:v>
                </c:pt>
                <c:pt idx="245">
                  <c:v>-0.42514800000000003</c:v>
                </c:pt>
                <c:pt idx="246">
                  <c:v>-0.42484300000000003</c:v>
                </c:pt>
                <c:pt idx="247">
                  <c:v>-0.424537</c:v>
                </c:pt>
                <c:pt idx="248">
                  <c:v>-0.424232</c:v>
                </c:pt>
                <c:pt idx="249">
                  <c:v>-0.42392600000000003</c:v>
                </c:pt>
                <c:pt idx="250">
                  <c:v>-0.42362100000000003</c:v>
                </c:pt>
                <c:pt idx="251">
                  <c:v>-0.42331600000000003</c:v>
                </c:pt>
                <c:pt idx="252">
                  <c:v>-0.42301</c:v>
                </c:pt>
                <c:pt idx="253">
                  <c:v>-0.422705</c:v>
                </c:pt>
                <c:pt idx="254">
                  <c:v>-0.4224</c:v>
                </c:pt>
                <c:pt idx="255">
                  <c:v>-0.42209400000000002</c:v>
                </c:pt>
                <c:pt idx="256">
                  <c:v>-0.42178900000000003</c:v>
                </c:pt>
                <c:pt idx="257">
                  <c:v>-0.421483</c:v>
                </c:pt>
                <c:pt idx="258">
                  <c:v>-0.421178</c:v>
                </c:pt>
                <c:pt idx="259">
                  <c:v>-0.420873</c:v>
                </c:pt>
                <c:pt idx="260">
                  <c:v>-0.42056700000000002</c:v>
                </c:pt>
                <c:pt idx="261">
                  <c:v>-0.42026200000000002</c:v>
                </c:pt>
                <c:pt idx="262">
                  <c:v>-0.419956</c:v>
                </c:pt>
                <c:pt idx="263">
                  <c:v>-0.419651</c:v>
                </c:pt>
                <c:pt idx="264">
                  <c:v>-0.419346</c:v>
                </c:pt>
                <c:pt idx="265">
                  <c:v>-0.41904000000000002</c:v>
                </c:pt>
                <c:pt idx="266">
                  <c:v>-0.41873500000000002</c:v>
                </c:pt>
                <c:pt idx="267">
                  <c:v>-0.418429</c:v>
                </c:pt>
                <c:pt idx="268">
                  <c:v>-0.418124</c:v>
                </c:pt>
                <c:pt idx="269">
                  <c:v>-0.417819</c:v>
                </c:pt>
                <c:pt idx="270">
                  <c:v>-0.41751300000000002</c:v>
                </c:pt>
                <c:pt idx="271">
                  <c:v>-0.41720800000000002</c:v>
                </c:pt>
                <c:pt idx="272">
                  <c:v>-0.41690199999999999</c:v>
                </c:pt>
                <c:pt idx="273">
                  <c:v>-0.416597</c:v>
                </c:pt>
                <c:pt idx="274">
                  <c:v>-0.416292</c:v>
                </c:pt>
                <c:pt idx="275">
                  <c:v>-0.41598600000000002</c:v>
                </c:pt>
                <c:pt idx="276">
                  <c:v>-0.41568100000000002</c:v>
                </c:pt>
                <c:pt idx="277">
                  <c:v>-0.41537499999999999</c:v>
                </c:pt>
                <c:pt idx="278">
                  <c:v>-0.41506999999999999</c:v>
                </c:pt>
                <c:pt idx="279">
                  <c:v>-0.41476499999999999</c:v>
                </c:pt>
                <c:pt idx="280">
                  <c:v>-0.41445900000000002</c:v>
                </c:pt>
                <c:pt idx="281">
                  <c:v>-0.41415400000000002</c:v>
                </c:pt>
                <c:pt idx="282">
                  <c:v>-0.41384799999999999</c:v>
                </c:pt>
                <c:pt idx="283">
                  <c:v>-0.41354299999999999</c:v>
                </c:pt>
                <c:pt idx="284">
                  <c:v>-0.41323799999999999</c:v>
                </c:pt>
                <c:pt idx="285">
                  <c:v>-0.41293200000000002</c:v>
                </c:pt>
                <c:pt idx="286">
                  <c:v>-0.41262700000000002</c:v>
                </c:pt>
                <c:pt idx="287">
                  <c:v>-0.41232099999999999</c:v>
                </c:pt>
                <c:pt idx="288">
                  <c:v>-0.41201599999999999</c:v>
                </c:pt>
                <c:pt idx="289">
                  <c:v>-0.41171099999999999</c:v>
                </c:pt>
                <c:pt idx="290">
                  <c:v>-0.41140500000000002</c:v>
                </c:pt>
                <c:pt idx="291">
                  <c:v>-0.41110000000000002</c:v>
                </c:pt>
                <c:pt idx="292">
                  <c:v>-0.41079399999999999</c:v>
                </c:pt>
                <c:pt idx="293">
                  <c:v>-0.41048899999999999</c:v>
                </c:pt>
                <c:pt idx="294">
                  <c:v>-0.41018399999999999</c:v>
                </c:pt>
                <c:pt idx="295">
                  <c:v>-0.40987800000000002</c:v>
                </c:pt>
                <c:pt idx="296">
                  <c:v>-0.40957300000000002</c:v>
                </c:pt>
                <c:pt idx="297">
                  <c:v>-0.40926699999999999</c:v>
                </c:pt>
                <c:pt idx="298">
                  <c:v>-0.40896199999999999</c:v>
                </c:pt>
                <c:pt idx="299">
                  <c:v>-0.40865699999999999</c:v>
                </c:pt>
                <c:pt idx="300">
                  <c:v>-0.40835100000000002</c:v>
                </c:pt>
                <c:pt idx="301">
                  <c:v>-0.40804600000000002</c:v>
                </c:pt>
                <c:pt idx="302">
                  <c:v>-0.40773999999999999</c:v>
                </c:pt>
                <c:pt idx="303">
                  <c:v>-0.40743499999999999</c:v>
                </c:pt>
                <c:pt idx="304">
                  <c:v>-0.40712999999999999</c:v>
                </c:pt>
                <c:pt idx="305">
                  <c:v>-0.40682400000000002</c:v>
                </c:pt>
                <c:pt idx="306">
                  <c:v>-0.40651900000000002</c:v>
                </c:pt>
                <c:pt idx="307">
                  <c:v>-0.40621299999999999</c:v>
                </c:pt>
                <c:pt idx="308">
                  <c:v>-0.40590799999999999</c:v>
                </c:pt>
                <c:pt idx="309">
                  <c:v>-0.40560299999999999</c:v>
                </c:pt>
                <c:pt idx="310">
                  <c:v>-0.40529700000000002</c:v>
                </c:pt>
                <c:pt idx="311">
                  <c:v>-0.40499200000000002</c:v>
                </c:pt>
                <c:pt idx="312">
                  <c:v>-0.40468599999999999</c:v>
                </c:pt>
                <c:pt idx="313">
                  <c:v>-0.40438099999999999</c:v>
                </c:pt>
                <c:pt idx="314">
                  <c:v>-0.40407599999999999</c:v>
                </c:pt>
                <c:pt idx="315">
                  <c:v>-0.40377000000000002</c:v>
                </c:pt>
                <c:pt idx="316">
                  <c:v>-0.40346500000000002</c:v>
                </c:pt>
                <c:pt idx="317">
                  <c:v>-0.40315899999999999</c:v>
                </c:pt>
                <c:pt idx="318">
                  <c:v>-0.40285399999999999</c:v>
                </c:pt>
                <c:pt idx="319">
                  <c:v>-0.40254899999999999</c:v>
                </c:pt>
                <c:pt idx="320">
                  <c:v>-0.40224300000000002</c:v>
                </c:pt>
                <c:pt idx="321">
                  <c:v>-0.40193800000000002</c:v>
                </c:pt>
                <c:pt idx="322">
                  <c:v>-0.40163199999999999</c:v>
                </c:pt>
                <c:pt idx="323">
                  <c:v>-0.40132699999999999</c:v>
                </c:pt>
                <c:pt idx="324">
                  <c:v>-0.40102199999999999</c:v>
                </c:pt>
                <c:pt idx="325">
                  <c:v>-0.40071600000000002</c:v>
                </c:pt>
                <c:pt idx="326">
                  <c:v>-0.40041100000000002</c:v>
                </c:pt>
                <c:pt idx="327">
                  <c:v>-0.40010499999999999</c:v>
                </c:pt>
                <c:pt idx="328">
                  <c:v>-0.39979999999999999</c:v>
                </c:pt>
                <c:pt idx="329">
                  <c:v>-0.39949499999999999</c:v>
                </c:pt>
                <c:pt idx="330">
                  <c:v>-0.39918900000000002</c:v>
                </c:pt>
                <c:pt idx="331">
                  <c:v>-0.39888400000000002</c:v>
                </c:pt>
                <c:pt idx="332">
                  <c:v>-0.39857799999999999</c:v>
                </c:pt>
                <c:pt idx="333">
                  <c:v>-0.39827299999999999</c:v>
                </c:pt>
                <c:pt idx="334">
                  <c:v>-0.39796799999999999</c:v>
                </c:pt>
                <c:pt idx="335">
                  <c:v>-0.39766200000000002</c:v>
                </c:pt>
                <c:pt idx="336">
                  <c:v>-0.39735700000000002</c:v>
                </c:pt>
                <c:pt idx="337">
                  <c:v>-0.39705200000000002</c:v>
                </c:pt>
                <c:pt idx="338">
                  <c:v>-0.39674599999999999</c:v>
                </c:pt>
                <c:pt idx="339">
                  <c:v>-0.39644099999999999</c:v>
                </c:pt>
                <c:pt idx="340">
                  <c:v>-0.39613500000000001</c:v>
                </c:pt>
                <c:pt idx="341">
                  <c:v>-0.39583000000000002</c:v>
                </c:pt>
                <c:pt idx="342">
                  <c:v>-0.39552500000000002</c:v>
                </c:pt>
                <c:pt idx="343">
                  <c:v>-0.39521899999999999</c:v>
                </c:pt>
                <c:pt idx="344">
                  <c:v>-0.39491399999999999</c:v>
                </c:pt>
                <c:pt idx="345">
                  <c:v>-0.39460800000000001</c:v>
                </c:pt>
                <c:pt idx="346">
                  <c:v>-0.39430300000000001</c:v>
                </c:pt>
                <c:pt idx="347">
                  <c:v>-0.39399800000000001</c:v>
                </c:pt>
                <c:pt idx="348">
                  <c:v>-0.39369199999999999</c:v>
                </c:pt>
                <c:pt idx="349">
                  <c:v>-0.39338699999999999</c:v>
                </c:pt>
                <c:pt idx="350">
                  <c:v>-0.39308100000000001</c:v>
                </c:pt>
                <c:pt idx="351">
                  <c:v>-0.39277600000000001</c:v>
                </c:pt>
                <c:pt idx="352">
                  <c:v>-0.39247100000000001</c:v>
                </c:pt>
                <c:pt idx="353">
                  <c:v>-0.39216499999999999</c:v>
                </c:pt>
                <c:pt idx="354">
                  <c:v>-0.39185999999999999</c:v>
                </c:pt>
                <c:pt idx="355">
                  <c:v>-0.39155400000000001</c:v>
                </c:pt>
                <c:pt idx="356">
                  <c:v>-0.39124900000000001</c:v>
                </c:pt>
                <c:pt idx="357">
                  <c:v>-0.39094400000000001</c:v>
                </c:pt>
                <c:pt idx="358">
                  <c:v>-0.39063799999999999</c:v>
                </c:pt>
                <c:pt idx="359">
                  <c:v>-0.39033299999999999</c:v>
                </c:pt>
                <c:pt idx="360">
                  <c:v>-0.39002700000000001</c:v>
                </c:pt>
                <c:pt idx="361">
                  <c:v>-0.38972200000000001</c:v>
                </c:pt>
                <c:pt idx="362">
                  <c:v>-0.38941700000000001</c:v>
                </c:pt>
                <c:pt idx="363">
                  <c:v>-0.38911099999999998</c:v>
                </c:pt>
                <c:pt idx="364">
                  <c:v>-0.38880599999999998</c:v>
                </c:pt>
                <c:pt idx="365">
                  <c:v>-0.38850000000000001</c:v>
                </c:pt>
                <c:pt idx="366">
                  <c:v>-0.38819500000000001</c:v>
                </c:pt>
                <c:pt idx="367">
                  <c:v>-0.38789000000000001</c:v>
                </c:pt>
                <c:pt idx="368">
                  <c:v>-0.38758399999999998</c:v>
                </c:pt>
                <c:pt idx="369">
                  <c:v>-0.38727899999999998</c:v>
                </c:pt>
                <c:pt idx="370">
                  <c:v>-0.38697300000000001</c:v>
                </c:pt>
                <c:pt idx="371">
                  <c:v>-0.38666800000000001</c:v>
                </c:pt>
                <c:pt idx="372">
                  <c:v>-0.38636300000000001</c:v>
                </c:pt>
                <c:pt idx="373">
                  <c:v>-0.38605699999999998</c:v>
                </c:pt>
                <c:pt idx="374">
                  <c:v>-0.38575199999999998</c:v>
                </c:pt>
                <c:pt idx="375">
                  <c:v>-0.38544600000000001</c:v>
                </c:pt>
                <c:pt idx="376">
                  <c:v>-0.38514100000000001</c:v>
                </c:pt>
                <c:pt idx="377">
                  <c:v>-0.38483600000000001</c:v>
                </c:pt>
                <c:pt idx="378">
                  <c:v>-0.38452999999999998</c:v>
                </c:pt>
                <c:pt idx="379">
                  <c:v>-0.38422499999999998</c:v>
                </c:pt>
                <c:pt idx="380">
                  <c:v>-0.38391900000000001</c:v>
                </c:pt>
                <c:pt idx="381">
                  <c:v>-0.38361400000000001</c:v>
                </c:pt>
                <c:pt idx="382">
                  <c:v>-0.38330900000000001</c:v>
                </c:pt>
                <c:pt idx="383">
                  <c:v>-0.38300299999999998</c:v>
                </c:pt>
                <c:pt idx="384">
                  <c:v>-0.38269799999999998</c:v>
                </c:pt>
                <c:pt idx="385">
                  <c:v>-0.38239200000000001</c:v>
                </c:pt>
                <c:pt idx="386">
                  <c:v>-0.38208700000000001</c:v>
                </c:pt>
                <c:pt idx="387">
                  <c:v>-0.38178200000000001</c:v>
                </c:pt>
                <c:pt idx="388">
                  <c:v>-0.38147599999999998</c:v>
                </c:pt>
                <c:pt idx="389">
                  <c:v>-0.38117099999999998</c:v>
                </c:pt>
                <c:pt idx="390">
                  <c:v>-0.38086500000000001</c:v>
                </c:pt>
                <c:pt idx="391">
                  <c:v>-0.38056000000000001</c:v>
                </c:pt>
                <c:pt idx="392">
                  <c:v>-0.38025500000000001</c:v>
                </c:pt>
                <c:pt idx="393">
                  <c:v>-0.37994899999999998</c:v>
                </c:pt>
                <c:pt idx="394">
                  <c:v>-0.37964399999999998</c:v>
                </c:pt>
                <c:pt idx="395">
                  <c:v>-0.37933800000000001</c:v>
                </c:pt>
                <c:pt idx="396">
                  <c:v>-0.37903300000000001</c:v>
                </c:pt>
                <c:pt idx="397">
                  <c:v>-0.37872800000000001</c:v>
                </c:pt>
                <c:pt idx="398">
                  <c:v>-0.37842199999999998</c:v>
                </c:pt>
                <c:pt idx="399">
                  <c:v>-0.37811699999999998</c:v>
                </c:pt>
                <c:pt idx="400">
                  <c:v>-0.37781100000000001</c:v>
                </c:pt>
                <c:pt idx="401">
                  <c:v>-0.37750600000000001</c:v>
                </c:pt>
                <c:pt idx="402">
                  <c:v>-0.37720100000000001</c:v>
                </c:pt>
                <c:pt idx="403">
                  <c:v>-0.37689499999999998</c:v>
                </c:pt>
                <c:pt idx="404">
                  <c:v>-0.37658999999999998</c:v>
                </c:pt>
                <c:pt idx="405">
                  <c:v>-0.37628400000000001</c:v>
                </c:pt>
                <c:pt idx="406">
                  <c:v>-0.37597900000000001</c:v>
                </c:pt>
                <c:pt idx="407">
                  <c:v>-0.37567400000000001</c:v>
                </c:pt>
                <c:pt idx="408">
                  <c:v>-0.37536799999999998</c:v>
                </c:pt>
                <c:pt idx="409">
                  <c:v>-0.37506299999999998</c:v>
                </c:pt>
                <c:pt idx="410">
                  <c:v>-0.37475700000000001</c:v>
                </c:pt>
                <c:pt idx="411">
                  <c:v>-0.37445200000000001</c:v>
                </c:pt>
                <c:pt idx="412">
                  <c:v>-0.37414700000000001</c:v>
                </c:pt>
                <c:pt idx="413">
                  <c:v>-0.37384099999999998</c:v>
                </c:pt>
                <c:pt idx="414">
                  <c:v>-0.37353599999999998</c:v>
                </c:pt>
                <c:pt idx="415">
                  <c:v>-0.37323000000000001</c:v>
                </c:pt>
                <c:pt idx="416">
                  <c:v>-0.37292500000000001</c:v>
                </c:pt>
                <c:pt idx="417">
                  <c:v>-0.37262000000000001</c:v>
                </c:pt>
                <c:pt idx="418">
                  <c:v>-0.37231399999999998</c:v>
                </c:pt>
                <c:pt idx="419">
                  <c:v>-0.37200899999999998</c:v>
                </c:pt>
                <c:pt idx="420">
                  <c:v>-0.37170399999999998</c:v>
                </c:pt>
                <c:pt idx="421">
                  <c:v>-0.37139800000000001</c:v>
                </c:pt>
                <c:pt idx="422">
                  <c:v>-0.37109300000000001</c:v>
                </c:pt>
                <c:pt idx="423">
                  <c:v>-0.37078699999999998</c:v>
                </c:pt>
                <c:pt idx="424">
                  <c:v>-0.37048199999999998</c:v>
                </c:pt>
                <c:pt idx="425">
                  <c:v>-0.37017699999999998</c:v>
                </c:pt>
                <c:pt idx="426">
                  <c:v>-0.36987100000000001</c:v>
                </c:pt>
                <c:pt idx="427">
                  <c:v>-0.36956600000000001</c:v>
                </c:pt>
                <c:pt idx="428">
                  <c:v>-0.36925999999999998</c:v>
                </c:pt>
                <c:pt idx="429">
                  <c:v>-0.36895499999999998</c:v>
                </c:pt>
                <c:pt idx="430">
                  <c:v>-0.36864999999999998</c:v>
                </c:pt>
                <c:pt idx="431">
                  <c:v>-0.368344</c:v>
                </c:pt>
                <c:pt idx="432">
                  <c:v>-0.36803900000000001</c:v>
                </c:pt>
                <c:pt idx="433">
                  <c:v>-0.36773299999999998</c:v>
                </c:pt>
                <c:pt idx="434">
                  <c:v>-0.36742799999999998</c:v>
                </c:pt>
                <c:pt idx="435">
                  <c:v>-0.36712299999999998</c:v>
                </c:pt>
                <c:pt idx="436">
                  <c:v>-0.366817</c:v>
                </c:pt>
                <c:pt idx="437">
                  <c:v>-0.366512</c:v>
                </c:pt>
                <c:pt idx="438">
                  <c:v>-0.36620599999999998</c:v>
                </c:pt>
                <c:pt idx="439">
                  <c:v>-0.36590099999999998</c:v>
                </c:pt>
                <c:pt idx="440">
                  <c:v>-0.36559599999999998</c:v>
                </c:pt>
                <c:pt idx="441">
                  <c:v>-0.36529</c:v>
                </c:pt>
                <c:pt idx="442">
                  <c:v>-0.364985</c:v>
                </c:pt>
                <c:pt idx="443">
                  <c:v>-0.36467899999999998</c:v>
                </c:pt>
                <c:pt idx="444">
                  <c:v>-0.36437399999999998</c:v>
                </c:pt>
                <c:pt idx="445">
                  <c:v>-0.36406899999999998</c:v>
                </c:pt>
                <c:pt idx="446">
                  <c:v>-0.363763</c:v>
                </c:pt>
                <c:pt idx="447">
                  <c:v>-0.363458</c:v>
                </c:pt>
                <c:pt idx="448">
                  <c:v>-0.36315199999999997</c:v>
                </c:pt>
                <c:pt idx="449">
                  <c:v>-0.36284699999999998</c:v>
                </c:pt>
                <c:pt idx="450">
                  <c:v>-0.36254199999999998</c:v>
                </c:pt>
                <c:pt idx="451">
                  <c:v>-0.362236</c:v>
                </c:pt>
                <c:pt idx="452">
                  <c:v>-0.361931</c:v>
                </c:pt>
                <c:pt idx="453">
                  <c:v>-0.36162499999999997</c:v>
                </c:pt>
                <c:pt idx="454">
                  <c:v>-0.36131999999999997</c:v>
                </c:pt>
                <c:pt idx="455">
                  <c:v>-0.36101499999999997</c:v>
                </c:pt>
                <c:pt idx="456">
                  <c:v>-0.360709</c:v>
                </c:pt>
                <c:pt idx="457">
                  <c:v>-0.360404</c:v>
                </c:pt>
                <c:pt idx="458">
                  <c:v>-0.36009799999999997</c:v>
                </c:pt>
                <c:pt idx="459">
                  <c:v>-0.35979299999999997</c:v>
                </c:pt>
                <c:pt idx="460">
                  <c:v>-0.35948799999999997</c:v>
                </c:pt>
                <c:pt idx="461">
                  <c:v>-0.359182</c:v>
                </c:pt>
                <c:pt idx="462">
                  <c:v>-0.358877</c:v>
                </c:pt>
                <c:pt idx="463">
                  <c:v>-0.35857099999999997</c:v>
                </c:pt>
                <c:pt idx="464">
                  <c:v>-0.35826599999999997</c:v>
                </c:pt>
                <c:pt idx="465">
                  <c:v>-0.35796099999999997</c:v>
                </c:pt>
                <c:pt idx="466">
                  <c:v>-0.357655</c:v>
                </c:pt>
                <c:pt idx="467">
                  <c:v>-0.35735</c:v>
                </c:pt>
                <c:pt idx="468">
                  <c:v>-0.35704399999999997</c:v>
                </c:pt>
                <c:pt idx="469">
                  <c:v>-0.35673899999999997</c:v>
                </c:pt>
                <c:pt idx="470">
                  <c:v>-0.35643399999999997</c:v>
                </c:pt>
                <c:pt idx="471">
                  <c:v>-0.356128</c:v>
                </c:pt>
                <c:pt idx="472">
                  <c:v>-0.355823</c:v>
                </c:pt>
                <c:pt idx="473">
                  <c:v>-0.35551700000000003</c:v>
                </c:pt>
                <c:pt idx="474">
                  <c:v>-0.35521200000000003</c:v>
                </c:pt>
                <c:pt idx="475">
                  <c:v>-0.35490699999999997</c:v>
                </c:pt>
                <c:pt idx="476">
                  <c:v>-0.354601</c:v>
                </c:pt>
                <c:pt idx="477">
                  <c:v>-0.354296</c:v>
                </c:pt>
                <c:pt idx="478">
                  <c:v>-0.35399000000000003</c:v>
                </c:pt>
                <c:pt idx="479">
                  <c:v>-0.35368500000000003</c:v>
                </c:pt>
                <c:pt idx="480">
                  <c:v>-0.35338000000000003</c:v>
                </c:pt>
                <c:pt idx="481">
                  <c:v>-0.353074</c:v>
                </c:pt>
                <c:pt idx="482">
                  <c:v>-0.352769</c:v>
                </c:pt>
                <c:pt idx="483">
                  <c:v>-0.35246300000000003</c:v>
                </c:pt>
                <c:pt idx="484">
                  <c:v>-0.35215800000000003</c:v>
                </c:pt>
                <c:pt idx="485">
                  <c:v>-0.35185300000000003</c:v>
                </c:pt>
                <c:pt idx="486">
                  <c:v>-0.351547</c:v>
                </c:pt>
                <c:pt idx="487">
                  <c:v>-0.351242</c:v>
                </c:pt>
                <c:pt idx="488">
                  <c:v>-0.35093600000000003</c:v>
                </c:pt>
                <c:pt idx="489">
                  <c:v>-0.35063100000000003</c:v>
                </c:pt>
                <c:pt idx="490">
                  <c:v>-0.35032600000000003</c:v>
                </c:pt>
                <c:pt idx="491">
                  <c:v>-0.35002</c:v>
                </c:pt>
                <c:pt idx="492">
                  <c:v>-0.349715</c:v>
                </c:pt>
                <c:pt idx="493">
                  <c:v>-0.34940900000000003</c:v>
                </c:pt>
                <c:pt idx="494">
                  <c:v>-0.34910400000000003</c:v>
                </c:pt>
                <c:pt idx="495">
                  <c:v>-0.34879900000000003</c:v>
                </c:pt>
                <c:pt idx="496">
                  <c:v>-0.348493</c:v>
                </c:pt>
                <c:pt idx="497">
                  <c:v>-0.348188</c:v>
                </c:pt>
                <c:pt idx="498">
                  <c:v>-0.34788200000000002</c:v>
                </c:pt>
                <c:pt idx="499">
                  <c:v>-0.34757700000000002</c:v>
                </c:pt>
                <c:pt idx="500">
                  <c:v>-0.34727200000000003</c:v>
                </c:pt>
                <c:pt idx="501">
                  <c:v>-0.346966</c:v>
                </c:pt>
                <c:pt idx="502">
                  <c:v>-0.346661</c:v>
                </c:pt>
                <c:pt idx="503">
                  <c:v>-0.34635500000000002</c:v>
                </c:pt>
                <c:pt idx="504">
                  <c:v>-0.34605000000000002</c:v>
                </c:pt>
                <c:pt idx="505">
                  <c:v>-0.34574500000000002</c:v>
                </c:pt>
                <c:pt idx="506">
                  <c:v>-0.345439</c:v>
                </c:pt>
                <c:pt idx="507">
                  <c:v>-0.345134</c:v>
                </c:pt>
                <c:pt idx="508">
                  <c:v>-0.344829</c:v>
                </c:pt>
                <c:pt idx="509">
                  <c:v>-0.34452300000000002</c:v>
                </c:pt>
                <c:pt idx="510">
                  <c:v>-0.34421800000000002</c:v>
                </c:pt>
                <c:pt idx="511">
                  <c:v>-0.343912</c:v>
                </c:pt>
                <c:pt idx="512">
                  <c:v>-0.343607</c:v>
                </c:pt>
                <c:pt idx="513">
                  <c:v>-0.343302</c:v>
                </c:pt>
                <c:pt idx="514">
                  <c:v>-0.34299600000000002</c:v>
                </c:pt>
                <c:pt idx="515">
                  <c:v>-0.34269100000000002</c:v>
                </c:pt>
                <c:pt idx="516">
                  <c:v>-0.34238499999999999</c:v>
                </c:pt>
                <c:pt idx="517">
                  <c:v>-0.34208</c:v>
                </c:pt>
                <c:pt idx="518">
                  <c:v>-0.341775</c:v>
                </c:pt>
                <c:pt idx="519">
                  <c:v>-0.34146900000000002</c:v>
                </c:pt>
                <c:pt idx="520">
                  <c:v>-0.34116400000000002</c:v>
                </c:pt>
                <c:pt idx="521">
                  <c:v>-0.34085799999999999</c:v>
                </c:pt>
                <c:pt idx="522">
                  <c:v>-0.34055299999999999</c:v>
                </c:pt>
                <c:pt idx="523">
                  <c:v>-0.34024799999999999</c:v>
                </c:pt>
                <c:pt idx="524">
                  <c:v>-0.33994200000000002</c:v>
                </c:pt>
                <c:pt idx="525">
                  <c:v>-0.33963700000000002</c:v>
                </c:pt>
                <c:pt idx="526">
                  <c:v>-0.33933099999999999</c:v>
                </c:pt>
                <c:pt idx="527">
                  <c:v>-0.33902599999999999</c:v>
                </c:pt>
                <c:pt idx="528">
                  <c:v>-0.33872099999999999</c:v>
                </c:pt>
                <c:pt idx="529">
                  <c:v>-0.33841500000000002</c:v>
                </c:pt>
                <c:pt idx="530">
                  <c:v>-0.33811000000000002</c:v>
                </c:pt>
                <c:pt idx="531">
                  <c:v>-0.33780399999999999</c:v>
                </c:pt>
                <c:pt idx="532">
                  <c:v>-0.33749899999999999</c:v>
                </c:pt>
                <c:pt idx="533">
                  <c:v>-0.33719399999999999</c:v>
                </c:pt>
                <c:pt idx="534">
                  <c:v>-0.33688800000000002</c:v>
                </c:pt>
                <c:pt idx="535">
                  <c:v>-0.33658300000000002</c:v>
                </c:pt>
                <c:pt idx="536">
                  <c:v>-0.33627699999999999</c:v>
                </c:pt>
                <c:pt idx="537">
                  <c:v>-0.33597199999999999</c:v>
                </c:pt>
                <c:pt idx="538">
                  <c:v>-0.33566699999999999</c:v>
                </c:pt>
                <c:pt idx="539">
                  <c:v>-0.33536100000000002</c:v>
                </c:pt>
                <c:pt idx="540">
                  <c:v>-0.33505600000000002</c:v>
                </c:pt>
                <c:pt idx="541">
                  <c:v>-0.33474999999999999</c:v>
                </c:pt>
                <c:pt idx="542">
                  <c:v>-0.33444499999999999</c:v>
                </c:pt>
                <c:pt idx="543">
                  <c:v>-0.33413999999999999</c:v>
                </c:pt>
                <c:pt idx="544">
                  <c:v>-0.33383400000000002</c:v>
                </c:pt>
                <c:pt idx="545">
                  <c:v>-0.33352900000000002</c:v>
                </c:pt>
                <c:pt idx="546">
                  <c:v>-0.33322299999999999</c:v>
                </c:pt>
                <c:pt idx="547">
                  <c:v>-0.33291799999999999</c:v>
                </c:pt>
                <c:pt idx="548">
                  <c:v>-0.33261299999999999</c:v>
                </c:pt>
                <c:pt idx="549">
                  <c:v>-0.33230700000000002</c:v>
                </c:pt>
                <c:pt idx="550">
                  <c:v>-0.33200200000000002</c:v>
                </c:pt>
                <c:pt idx="551">
                  <c:v>-0.33169599999999999</c:v>
                </c:pt>
                <c:pt idx="552">
                  <c:v>-0.33139099999999999</c:v>
                </c:pt>
                <c:pt idx="553">
                  <c:v>-0.33108599999999999</c:v>
                </c:pt>
                <c:pt idx="554">
                  <c:v>-0.33078000000000002</c:v>
                </c:pt>
                <c:pt idx="555">
                  <c:v>-0.33047500000000002</c:v>
                </c:pt>
                <c:pt idx="556">
                  <c:v>-0.33016899999999999</c:v>
                </c:pt>
                <c:pt idx="557">
                  <c:v>-0.32986399999999999</c:v>
                </c:pt>
                <c:pt idx="558">
                  <c:v>-0.32955899999999999</c:v>
                </c:pt>
                <c:pt idx="559">
                  <c:v>-0.32925300000000002</c:v>
                </c:pt>
                <c:pt idx="560">
                  <c:v>-0.32894800000000002</c:v>
                </c:pt>
                <c:pt idx="561">
                  <c:v>-0.32864199999999999</c:v>
                </c:pt>
                <c:pt idx="562">
                  <c:v>-0.32833699999999999</c:v>
                </c:pt>
                <c:pt idx="563">
                  <c:v>-0.32803199999999999</c:v>
                </c:pt>
                <c:pt idx="564">
                  <c:v>-0.32772600000000002</c:v>
                </c:pt>
                <c:pt idx="565">
                  <c:v>-0.32742100000000002</c:v>
                </c:pt>
                <c:pt idx="566">
                  <c:v>-0.32711499999999999</c:v>
                </c:pt>
                <c:pt idx="567">
                  <c:v>-0.32680999999999999</c:v>
                </c:pt>
                <c:pt idx="568">
                  <c:v>-0.32650499999999999</c:v>
                </c:pt>
                <c:pt idx="569">
                  <c:v>-0.32619900000000002</c:v>
                </c:pt>
                <c:pt idx="570">
                  <c:v>-0.32589400000000002</c:v>
                </c:pt>
                <c:pt idx="571">
                  <c:v>-0.32558799999999999</c:v>
                </c:pt>
                <c:pt idx="572">
                  <c:v>-0.32528299999999999</c:v>
                </c:pt>
                <c:pt idx="573">
                  <c:v>-0.32497799999999999</c:v>
                </c:pt>
                <c:pt idx="574">
                  <c:v>-0.32467200000000002</c:v>
                </c:pt>
                <c:pt idx="575">
                  <c:v>-0.32436700000000002</c:v>
                </c:pt>
                <c:pt idx="576">
                  <c:v>-0.32406099999999999</c:v>
                </c:pt>
                <c:pt idx="577">
                  <c:v>-0.32375599999999999</c:v>
                </c:pt>
                <c:pt idx="578">
                  <c:v>-0.32345099999999999</c:v>
                </c:pt>
                <c:pt idx="579">
                  <c:v>-0.32314500000000002</c:v>
                </c:pt>
                <c:pt idx="580">
                  <c:v>-0.32284000000000002</c:v>
                </c:pt>
                <c:pt idx="581">
                  <c:v>-0.32253399999999999</c:v>
                </c:pt>
                <c:pt idx="582">
                  <c:v>-0.32222899999999999</c:v>
                </c:pt>
                <c:pt idx="583">
                  <c:v>-0.32192399999999999</c:v>
                </c:pt>
                <c:pt idx="584">
                  <c:v>-0.32161800000000001</c:v>
                </c:pt>
                <c:pt idx="585">
                  <c:v>-0.32131300000000002</c:v>
                </c:pt>
                <c:pt idx="586">
                  <c:v>-0.32100699999999999</c:v>
                </c:pt>
                <c:pt idx="587">
                  <c:v>-0.32070199999999999</c:v>
                </c:pt>
                <c:pt idx="588">
                  <c:v>-0.32039699999999999</c:v>
                </c:pt>
                <c:pt idx="589">
                  <c:v>-0.32009100000000001</c:v>
                </c:pt>
                <c:pt idx="590">
                  <c:v>-0.31978600000000001</c:v>
                </c:pt>
                <c:pt idx="591">
                  <c:v>-0.31948100000000001</c:v>
                </c:pt>
                <c:pt idx="592">
                  <c:v>-0.31917499999999999</c:v>
                </c:pt>
                <c:pt idx="593">
                  <c:v>-0.31886999999999999</c:v>
                </c:pt>
                <c:pt idx="594">
                  <c:v>-0.31856400000000001</c:v>
                </c:pt>
                <c:pt idx="595">
                  <c:v>-0.31825900000000001</c:v>
                </c:pt>
                <c:pt idx="596">
                  <c:v>-0.31795400000000001</c:v>
                </c:pt>
                <c:pt idx="597">
                  <c:v>-0.31764799999999999</c:v>
                </c:pt>
                <c:pt idx="598">
                  <c:v>-0.31734299999999999</c:v>
                </c:pt>
                <c:pt idx="599">
                  <c:v>-0.31703700000000001</c:v>
                </c:pt>
                <c:pt idx="600">
                  <c:v>-0.31673200000000001</c:v>
                </c:pt>
                <c:pt idx="601">
                  <c:v>-0.31642700000000001</c:v>
                </c:pt>
                <c:pt idx="602">
                  <c:v>-0.31612099999999999</c:v>
                </c:pt>
                <c:pt idx="603">
                  <c:v>-0.31581599999999999</c:v>
                </c:pt>
                <c:pt idx="604">
                  <c:v>-0.31551000000000001</c:v>
                </c:pt>
                <c:pt idx="605">
                  <c:v>-0.31520500000000001</c:v>
                </c:pt>
                <c:pt idx="606">
                  <c:v>-0.31490000000000001</c:v>
                </c:pt>
                <c:pt idx="607">
                  <c:v>-0.31459399999999998</c:v>
                </c:pt>
                <c:pt idx="608">
                  <c:v>-0.31428899999999999</c:v>
                </c:pt>
                <c:pt idx="609">
                  <c:v>-0.31398300000000001</c:v>
                </c:pt>
                <c:pt idx="610">
                  <c:v>-0.31367800000000001</c:v>
                </c:pt>
                <c:pt idx="611">
                  <c:v>-0.31337300000000001</c:v>
                </c:pt>
                <c:pt idx="612">
                  <c:v>-0.31306699999999998</c:v>
                </c:pt>
                <c:pt idx="613">
                  <c:v>-0.31276199999999998</c:v>
                </c:pt>
                <c:pt idx="614">
                  <c:v>-0.31245600000000001</c:v>
                </c:pt>
                <c:pt idx="615">
                  <c:v>-0.31215100000000001</c:v>
                </c:pt>
                <c:pt idx="616">
                  <c:v>-0.31184600000000001</c:v>
                </c:pt>
                <c:pt idx="617">
                  <c:v>-0.31153999999999998</c:v>
                </c:pt>
                <c:pt idx="618">
                  <c:v>-0.31123499999999998</c:v>
                </c:pt>
                <c:pt idx="619">
                  <c:v>-0.31092900000000001</c:v>
                </c:pt>
                <c:pt idx="620">
                  <c:v>-0.31062400000000001</c:v>
                </c:pt>
                <c:pt idx="621">
                  <c:v>-0.31031900000000001</c:v>
                </c:pt>
                <c:pt idx="622">
                  <c:v>-0.31001299999999998</c:v>
                </c:pt>
                <c:pt idx="623">
                  <c:v>-0.30970799999999998</c:v>
                </c:pt>
                <c:pt idx="624">
                  <c:v>-0.30940200000000001</c:v>
                </c:pt>
                <c:pt idx="625">
                  <c:v>-0.30909700000000001</c:v>
                </c:pt>
                <c:pt idx="626">
                  <c:v>-0.30879200000000001</c:v>
                </c:pt>
                <c:pt idx="627">
                  <c:v>-0.30848599999999998</c:v>
                </c:pt>
                <c:pt idx="628">
                  <c:v>-0.30818099999999998</c:v>
                </c:pt>
                <c:pt idx="629">
                  <c:v>-0.30787500000000001</c:v>
                </c:pt>
                <c:pt idx="630">
                  <c:v>-0.30757000000000001</c:v>
                </c:pt>
                <c:pt idx="631">
                  <c:v>-0.30726500000000001</c:v>
                </c:pt>
                <c:pt idx="632">
                  <c:v>-0.30695899999999998</c:v>
                </c:pt>
                <c:pt idx="633">
                  <c:v>-0.30665399999999998</c:v>
                </c:pt>
                <c:pt idx="634">
                  <c:v>-0.30634800000000001</c:v>
                </c:pt>
                <c:pt idx="635">
                  <c:v>-0.30604300000000001</c:v>
                </c:pt>
                <c:pt idx="636">
                  <c:v>-0.30573800000000001</c:v>
                </c:pt>
                <c:pt idx="637">
                  <c:v>-0.30543199999999998</c:v>
                </c:pt>
                <c:pt idx="638">
                  <c:v>-0.30512699999999998</c:v>
                </c:pt>
                <c:pt idx="639">
                  <c:v>-0.30482100000000001</c:v>
                </c:pt>
                <c:pt idx="640">
                  <c:v>-0.30451600000000001</c:v>
                </c:pt>
                <c:pt idx="641">
                  <c:v>-0.30421100000000001</c:v>
                </c:pt>
                <c:pt idx="642">
                  <c:v>-0.30390499999999998</c:v>
                </c:pt>
                <c:pt idx="643">
                  <c:v>-0.30359999999999998</c:v>
                </c:pt>
                <c:pt idx="644">
                  <c:v>-0.30329400000000001</c:v>
                </c:pt>
                <c:pt idx="645">
                  <c:v>-0.30298900000000001</c:v>
                </c:pt>
                <c:pt idx="646">
                  <c:v>-0.30268400000000001</c:v>
                </c:pt>
                <c:pt idx="647">
                  <c:v>-0.30237799999999998</c:v>
                </c:pt>
                <c:pt idx="648">
                  <c:v>-0.30207299999999998</c:v>
                </c:pt>
                <c:pt idx="649">
                  <c:v>-0.30176700000000001</c:v>
                </c:pt>
                <c:pt idx="650">
                  <c:v>-0.30146200000000001</c:v>
                </c:pt>
                <c:pt idx="651">
                  <c:v>-0.30115700000000001</c:v>
                </c:pt>
                <c:pt idx="652">
                  <c:v>-0.30085099999999998</c:v>
                </c:pt>
                <c:pt idx="653">
                  <c:v>-0.30054599999999998</c:v>
                </c:pt>
                <c:pt idx="654">
                  <c:v>-0.30024000000000001</c:v>
                </c:pt>
                <c:pt idx="655">
                  <c:v>-0.29993500000000001</c:v>
                </c:pt>
                <c:pt idx="656">
                  <c:v>-0.29963000000000001</c:v>
                </c:pt>
                <c:pt idx="657">
                  <c:v>-0.29932399999999998</c:v>
                </c:pt>
                <c:pt idx="658">
                  <c:v>-0.29901899999999998</c:v>
                </c:pt>
                <c:pt idx="659">
                  <c:v>-0.29871300000000001</c:v>
                </c:pt>
                <c:pt idx="660">
                  <c:v>-0.29840800000000001</c:v>
                </c:pt>
                <c:pt idx="661">
                  <c:v>-0.29810300000000001</c:v>
                </c:pt>
                <c:pt idx="662">
                  <c:v>-0.29779699999999998</c:v>
                </c:pt>
                <c:pt idx="663">
                  <c:v>-0.29749199999999998</c:v>
                </c:pt>
                <c:pt idx="664">
                  <c:v>-0.29718600000000001</c:v>
                </c:pt>
                <c:pt idx="665">
                  <c:v>-0.29688100000000001</c:v>
                </c:pt>
                <c:pt idx="666">
                  <c:v>-0.29657600000000001</c:v>
                </c:pt>
                <c:pt idx="667">
                  <c:v>-0.29626999999999998</c:v>
                </c:pt>
                <c:pt idx="668">
                  <c:v>-0.29596499999999998</c:v>
                </c:pt>
                <c:pt idx="669">
                  <c:v>-0.29565900000000001</c:v>
                </c:pt>
                <c:pt idx="670">
                  <c:v>-0.29535400000000001</c:v>
                </c:pt>
                <c:pt idx="671">
                  <c:v>-0.29504900000000001</c:v>
                </c:pt>
                <c:pt idx="672">
                  <c:v>-0.29474299999999998</c:v>
                </c:pt>
                <c:pt idx="673">
                  <c:v>-0.29443799999999998</c:v>
                </c:pt>
                <c:pt idx="674">
                  <c:v>-0.29413299999999998</c:v>
                </c:pt>
                <c:pt idx="675">
                  <c:v>-0.293827</c:v>
                </c:pt>
                <c:pt idx="676">
                  <c:v>-0.29352200000000001</c:v>
                </c:pt>
                <c:pt idx="677">
                  <c:v>-0.29321599999999998</c:v>
                </c:pt>
                <c:pt idx="678">
                  <c:v>-0.29291099999999998</c:v>
                </c:pt>
                <c:pt idx="679">
                  <c:v>-0.29260599999999998</c:v>
                </c:pt>
                <c:pt idx="680">
                  <c:v>-0.2923</c:v>
                </c:pt>
                <c:pt idx="681">
                  <c:v>-0.291995</c:v>
                </c:pt>
                <c:pt idx="682">
                  <c:v>-0.29168899999999998</c:v>
                </c:pt>
                <c:pt idx="683">
                  <c:v>-0.29138399999999998</c:v>
                </c:pt>
                <c:pt idx="684">
                  <c:v>-0.29107899999999998</c:v>
                </c:pt>
                <c:pt idx="685">
                  <c:v>-0.290773</c:v>
                </c:pt>
                <c:pt idx="686">
                  <c:v>-0.290468</c:v>
                </c:pt>
                <c:pt idx="687">
                  <c:v>-0.29016199999999998</c:v>
                </c:pt>
                <c:pt idx="688">
                  <c:v>-0.28985699999999998</c:v>
                </c:pt>
                <c:pt idx="689">
                  <c:v>-0.28955199999999998</c:v>
                </c:pt>
                <c:pt idx="690">
                  <c:v>-0.289246</c:v>
                </c:pt>
                <c:pt idx="691">
                  <c:v>-0.288941</c:v>
                </c:pt>
                <c:pt idx="692">
                  <c:v>-0.28863499999999997</c:v>
                </c:pt>
                <c:pt idx="693">
                  <c:v>-0.28832999999999998</c:v>
                </c:pt>
                <c:pt idx="694">
                  <c:v>-0.28802499999999998</c:v>
                </c:pt>
                <c:pt idx="695">
                  <c:v>-0.287719</c:v>
                </c:pt>
                <c:pt idx="696">
                  <c:v>-0.287414</c:v>
                </c:pt>
                <c:pt idx="697">
                  <c:v>-0.28710799999999997</c:v>
                </c:pt>
                <c:pt idx="698">
                  <c:v>-0.28680299999999997</c:v>
                </c:pt>
                <c:pt idx="699">
                  <c:v>-0.28649799999999997</c:v>
                </c:pt>
                <c:pt idx="700">
                  <c:v>-0.286192</c:v>
                </c:pt>
                <c:pt idx="701">
                  <c:v>-0.285887</c:v>
                </c:pt>
                <c:pt idx="702">
                  <c:v>-0.28558099999999997</c:v>
                </c:pt>
                <c:pt idx="703">
                  <c:v>-0.28527599999999997</c:v>
                </c:pt>
                <c:pt idx="704">
                  <c:v>-0.28497099999999997</c:v>
                </c:pt>
                <c:pt idx="705">
                  <c:v>-0.284665</c:v>
                </c:pt>
                <c:pt idx="706">
                  <c:v>-0.28436</c:v>
                </c:pt>
                <c:pt idx="707">
                  <c:v>-0.28405399999999997</c:v>
                </c:pt>
                <c:pt idx="708">
                  <c:v>-0.28374899999999997</c:v>
                </c:pt>
                <c:pt idx="709">
                  <c:v>-0.28344399999999997</c:v>
                </c:pt>
                <c:pt idx="710">
                  <c:v>-0.283138</c:v>
                </c:pt>
                <c:pt idx="711">
                  <c:v>-0.282833</c:v>
                </c:pt>
                <c:pt idx="712">
                  <c:v>-0.28252699999999997</c:v>
                </c:pt>
                <c:pt idx="713">
                  <c:v>-0.28222199999999997</c:v>
                </c:pt>
                <c:pt idx="714">
                  <c:v>-0.28191699999999997</c:v>
                </c:pt>
                <c:pt idx="715">
                  <c:v>-0.281611</c:v>
                </c:pt>
                <c:pt idx="716">
                  <c:v>-0.281306</c:v>
                </c:pt>
                <c:pt idx="717">
                  <c:v>-0.28100000000000003</c:v>
                </c:pt>
                <c:pt idx="718">
                  <c:v>-0.28069499999999997</c:v>
                </c:pt>
                <c:pt idx="719">
                  <c:v>-0.28038999999999997</c:v>
                </c:pt>
                <c:pt idx="720">
                  <c:v>-0.280084</c:v>
                </c:pt>
                <c:pt idx="721">
                  <c:v>-0.279779</c:v>
                </c:pt>
                <c:pt idx="722">
                  <c:v>-0.27947300000000003</c:v>
                </c:pt>
                <c:pt idx="723">
                  <c:v>-0.27916800000000003</c:v>
                </c:pt>
                <c:pt idx="724">
                  <c:v>-0.27886300000000003</c:v>
                </c:pt>
                <c:pt idx="725">
                  <c:v>-0.278557</c:v>
                </c:pt>
                <c:pt idx="726">
                  <c:v>-0.278252</c:v>
                </c:pt>
                <c:pt idx="727">
                  <c:v>-0.27794600000000003</c:v>
                </c:pt>
                <c:pt idx="728">
                  <c:v>-0.27764100000000003</c:v>
                </c:pt>
                <c:pt idx="729">
                  <c:v>-0.27733600000000003</c:v>
                </c:pt>
                <c:pt idx="730">
                  <c:v>-0.27703</c:v>
                </c:pt>
                <c:pt idx="731">
                  <c:v>-0.276725</c:v>
                </c:pt>
                <c:pt idx="732">
                  <c:v>-0.27641900000000003</c:v>
                </c:pt>
                <c:pt idx="733">
                  <c:v>-0.27611400000000003</c:v>
                </c:pt>
                <c:pt idx="734">
                  <c:v>-0.27580900000000003</c:v>
                </c:pt>
                <c:pt idx="735">
                  <c:v>-0.275503</c:v>
                </c:pt>
                <c:pt idx="736">
                  <c:v>-0.275198</c:v>
                </c:pt>
                <c:pt idx="737">
                  <c:v>-0.27489200000000003</c:v>
                </c:pt>
                <c:pt idx="738">
                  <c:v>-0.27458700000000003</c:v>
                </c:pt>
                <c:pt idx="739">
                  <c:v>-0.27428200000000003</c:v>
                </c:pt>
                <c:pt idx="740">
                  <c:v>-0.273976</c:v>
                </c:pt>
                <c:pt idx="741">
                  <c:v>-0.273671</c:v>
                </c:pt>
                <c:pt idx="742">
                  <c:v>-0.27336500000000002</c:v>
                </c:pt>
                <c:pt idx="743">
                  <c:v>-0.27306000000000002</c:v>
                </c:pt>
                <c:pt idx="744">
                  <c:v>-0.27275500000000003</c:v>
                </c:pt>
                <c:pt idx="745">
                  <c:v>-0.272449</c:v>
                </c:pt>
                <c:pt idx="746">
                  <c:v>-0.272144</c:v>
                </c:pt>
                <c:pt idx="747">
                  <c:v>-0.27183800000000002</c:v>
                </c:pt>
                <c:pt idx="748">
                  <c:v>-0.27153300000000002</c:v>
                </c:pt>
                <c:pt idx="749">
                  <c:v>-0.27122800000000002</c:v>
                </c:pt>
                <c:pt idx="750">
                  <c:v>-0.270922</c:v>
                </c:pt>
                <c:pt idx="751">
                  <c:v>-0.270617</c:v>
                </c:pt>
                <c:pt idx="752">
                  <c:v>-0.27031100000000002</c:v>
                </c:pt>
                <c:pt idx="753">
                  <c:v>-0.27000600000000002</c:v>
                </c:pt>
                <c:pt idx="754">
                  <c:v>-0.26970100000000002</c:v>
                </c:pt>
                <c:pt idx="755">
                  <c:v>-0.269395</c:v>
                </c:pt>
                <c:pt idx="756">
                  <c:v>-0.26909</c:v>
                </c:pt>
                <c:pt idx="757">
                  <c:v>-0.268785</c:v>
                </c:pt>
                <c:pt idx="758">
                  <c:v>-0.26847900000000002</c:v>
                </c:pt>
                <c:pt idx="759">
                  <c:v>-0.26817400000000002</c:v>
                </c:pt>
                <c:pt idx="760">
                  <c:v>-0.26786799999999999</c:v>
                </c:pt>
                <c:pt idx="761">
                  <c:v>-0.267563</c:v>
                </c:pt>
                <c:pt idx="762">
                  <c:v>-0.267258</c:v>
                </c:pt>
                <c:pt idx="763">
                  <c:v>-0.26695200000000002</c:v>
                </c:pt>
                <c:pt idx="764">
                  <c:v>-0.26664700000000002</c:v>
                </c:pt>
                <c:pt idx="765">
                  <c:v>-0.26634099999999999</c:v>
                </c:pt>
                <c:pt idx="766">
                  <c:v>-0.26603599999999999</c:v>
                </c:pt>
                <c:pt idx="767">
                  <c:v>-0.26573099999999999</c:v>
                </c:pt>
                <c:pt idx="768">
                  <c:v>-0.26542500000000002</c:v>
                </c:pt>
                <c:pt idx="769">
                  <c:v>-0.26512000000000002</c:v>
                </c:pt>
                <c:pt idx="770">
                  <c:v>-0.26481399999999999</c:v>
                </c:pt>
                <c:pt idx="771">
                  <c:v>-0.26450899999999999</c:v>
                </c:pt>
                <c:pt idx="772">
                  <c:v>-0.26420399999999999</c:v>
                </c:pt>
                <c:pt idx="773">
                  <c:v>-0.26389800000000002</c:v>
                </c:pt>
                <c:pt idx="774">
                  <c:v>-0.26359300000000002</c:v>
                </c:pt>
                <c:pt idx="775">
                  <c:v>-0.26328699999999999</c:v>
                </c:pt>
                <c:pt idx="776">
                  <c:v>-0.26298199999999999</c:v>
                </c:pt>
                <c:pt idx="777">
                  <c:v>-0.26267699999999999</c:v>
                </c:pt>
                <c:pt idx="778">
                  <c:v>-0.26237100000000002</c:v>
                </c:pt>
                <c:pt idx="779">
                  <c:v>-0.26206600000000002</c:v>
                </c:pt>
                <c:pt idx="780">
                  <c:v>-0.26175999999999999</c:v>
                </c:pt>
                <c:pt idx="781">
                  <c:v>-0.26145499999999999</c:v>
                </c:pt>
                <c:pt idx="782">
                  <c:v>-0.26114999999999999</c:v>
                </c:pt>
                <c:pt idx="783">
                  <c:v>-0.26084400000000002</c:v>
                </c:pt>
                <c:pt idx="784">
                  <c:v>-0.26053900000000002</c:v>
                </c:pt>
                <c:pt idx="785">
                  <c:v>-0.26023299999999999</c:v>
                </c:pt>
                <c:pt idx="786">
                  <c:v>-0.25992799999999999</c:v>
                </c:pt>
                <c:pt idx="787">
                  <c:v>-0.25962299999999999</c:v>
                </c:pt>
                <c:pt idx="788">
                  <c:v>-0.25931700000000002</c:v>
                </c:pt>
                <c:pt idx="789">
                  <c:v>-0.25901200000000002</c:v>
                </c:pt>
                <c:pt idx="790">
                  <c:v>-0.25870599999999999</c:v>
                </c:pt>
                <c:pt idx="791">
                  <c:v>-0.25840099999999999</c:v>
                </c:pt>
                <c:pt idx="792">
                  <c:v>-0.25809599999999999</c:v>
                </c:pt>
                <c:pt idx="793">
                  <c:v>-0.25779000000000002</c:v>
                </c:pt>
                <c:pt idx="794">
                  <c:v>-0.25748500000000002</c:v>
                </c:pt>
                <c:pt idx="795">
                  <c:v>-0.25717899999999999</c:v>
                </c:pt>
                <c:pt idx="796">
                  <c:v>-0.25687399999999999</c:v>
                </c:pt>
                <c:pt idx="797">
                  <c:v>-0.25656899999999999</c:v>
                </c:pt>
                <c:pt idx="798">
                  <c:v>-0.25626300000000002</c:v>
                </c:pt>
                <c:pt idx="799">
                  <c:v>-0.25595800000000002</c:v>
                </c:pt>
                <c:pt idx="800">
                  <c:v>-0.25565199999999999</c:v>
                </c:pt>
                <c:pt idx="801">
                  <c:v>-0.25534699999999999</c:v>
                </c:pt>
                <c:pt idx="802">
                  <c:v>-0.25504199999999999</c:v>
                </c:pt>
                <c:pt idx="803">
                  <c:v>-0.25473600000000002</c:v>
                </c:pt>
                <c:pt idx="804">
                  <c:v>-0.25443100000000002</c:v>
                </c:pt>
                <c:pt idx="805">
                  <c:v>-0.25412499999999999</c:v>
                </c:pt>
                <c:pt idx="806">
                  <c:v>-0.25381999999999999</c:v>
                </c:pt>
                <c:pt idx="807">
                  <c:v>-0.25351499999999999</c:v>
                </c:pt>
                <c:pt idx="808">
                  <c:v>-0.25320900000000002</c:v>
                </c:pt>
                <c:pt idx="809">
                  <c:v>-0.25290400000000002</c:v>
                </c:pt>
                <c:pt idx="810">
                  <c:v>-0.25259799999999999</c:v>
                </c:pt>
                <c:pt idx="811">
                  <c:v>-0.25229299999999999</c:v>
                </c:pt>
                <c:pt idx="812">
                  <c:v>-0.25198799999999999</c:v>
                </c:pt>
                <c:pt idx="813">
                  <c:v>-0.25168200000000002</c:v>
                </c:pt>
                <c:pt idx="814">
                  <c:v>-0.25137700000000002</c:v>
                </c:pt>
                <c:pt idx="815">
                  <c:v>-0.25107099999999999</c:v>
                </c:pt>
                <c:pt idx="816">
                  <c:v>-0.25076599999999999</c:v>
                </c:pt>
                <c:pt idx="817">
                  <c:v>-0.25046099999999999</c:v>
                </c:pt>
                <c:pt idx="818">
                  <c:v>-0.25015500000000002</c:v>
                </c:pt>
                <c:pt idx="819">
                  <c:v>-0.24984999999999999</c:v>
                </c:pt>
                <c:pt idx="820">
                  <c:v>-0.24954399999999999</c:v>
                </c:pt>
                <c:pt idx="821">
                  <c:v>-0.24923899999999999</c:v>
                </c:pt>
                <c:pt idx="822">
                  <c:v>-0.24893399999999999</c:v>
                </c:pt>
                <c:pt idx="823">
                  <c:v>-0.24862799999999999</c:v>
                </c:pt>
                <c:pt idx="824">
                  <c:v>-0.24832299999999999</c:v>
                </c:pt>
                <c:pt idx="825">
                  <c:v>-0.24801699999999999</c:v>
                </c:pt>
                <c:pt idx="826">
                  <c:v>-0.24771199999999999</c:v>
                </c:pt>
                <c:pt idx="827">
                  <c:v>-0.24740699999999999</c:v>
                </c:pt>
                <c:pt idx="828">
                  <c:v>-0.24710099999999999</c:v>
                </c:pt>
                <c:pt idx="829">
                  <c:v>-0.24679599999999999</c:v>
                </c:pt>
                <c:pt idx="830">
                  <c:v>-0.24648999999999999</c:v>
                </c:pt>
                <c:pt idx="831">
                  <c:v>-0.24618499999999999</c:v>
                </c:pt>
                <c:pt idx="832">
                  <c:v>-0.24587999999999999</c:v>
                </c:pt>
                <c:pt idx="833">
                  <c:v>-0.24557399999999999</c:v>
                </c:pt>
                <c:pt idx="834">
                  <c:v>-0.24526899999999999</c:v>
                </c:pt>
                <c:pt idx="835">
                  <c:v>-0.24496299999999999</c:v>
                </c:pt>
                <c:pt idx="836">
                  <c:v>-0.24465799999999999</c:v>
                </c:pt>
                <c:pt idx="837">
                  <c:v>-0.24435299999999999</c:v>
                </c:pt>
                <c:pt idx="838">
                  <c:v>-0.24404699999999999</c:v>
                </c:pt>
                <c:pt idx="839">
                  <c:v>-0.24374199999999999</c:v>
                </c:pt>
                <c:pt idx="840">
                  <c:v>-0.24343699999999999</c:v>
                </c:pt>
                <c:pt idx="841">
                  <c:v>-0.24313100000000001</c:v>
                </c:pt>
                <c:pt idx="842">
                  <c:v>-0.24282599999999999</c:v>
                </c:pt>
                <c:pt idx="843">
                  <c:v>-0.24252000000000001</c:v>
                </c:pt>
                <c:pt idx="844">
                  <c:v>-0.24221500000000001</c:v>
                </c:pt>
                <c:pt idx="845">
                  <c:v>-0.24190999999999999</c:v>
                </c:pt>
                <c:pt idx="846">
                  <c:v>-0.24160400000000001</c:v>
                </c:pt>
                <c:pt idx="847">
                  <c:v>-0.24129900000000001</c:v>
                </c:pt>
                <c:pt idx="848">
                  <c:v>-0.24099300000000001</c:v>
                </c:pt>
                <c:pt idx="849">
                  <c:v>-0.24068800000000001</c:v>
                </c:pt>
                <c:pt idx="850">
                  <c:v>-0.24038300000000001</c:v>
                </c:pt>
                <c:pt idx="851">
                  <c:v>-0.24007700000000001</c:v>
                </c:pt>
                <c:pt idx="852">
                  <c:v>-0.23977200000000001</c:v>
                </c:pt>
                <c:pt idx="853">
                  <c:v>-0.23946600000000001</c:v>
                </c:pt>
                <c:pt idx="854">
                  <c:v>-0.23916100000000001</c:v>
                </c:pt>
                <c:pt idx="855">
                  <c:v>-0.23885600000000001</c:v>
                </c:pt>
                <c:pt idx="856">
                  <c:v>-0.23855000000000001</c:v>
                </c:pt>
                <c:pt idx="857">
                  <c:v>-0.23824500000000001</c:v>
                </c:pt>
                <c:pt idx="858">
                  <c:v>-0.23793900000000001</c:v>
                </c:pt>
                <c:pt idx="859">
                  <c:v>-0.23763400000000001</c:v>
                </c:pt>
                <c:pt idx="860">
                  <c:v>-0.23732900000000001</c:v>
                </c:pt>
                <c:pt idx="861">
                  <c:v>-0.23702300000000001</c:v>
                </c:pt>
                <c:pt idx="862">
                  <c:v>-0.23671800000000001</c:v>
                </c:pt>
                <c:pt idx="863">
                  <c:v>-0.23641200000000001</c:v>
                </c:pt>
                <c:pt idx="864">
                  <c:v>-0.23610700000000001</c:v>
                </c:pt>
                <c:pt idx="865">
                  <c:v>-0.23580200000000001</c:v>
                </c:pt>
                <c:pt idx="866">
                  <c:v>-0.23549600000000001</c:v>
                </c:pt>
                <c:pt idx="867">
                  <c:v>-0.23519100000000001</c:v>
                </c:pt>
                <c:pt idx="868">
                  <c:v>-0.23488500000000001</c:v>
                </c:pt>
                <c:pt idx="869">
                  <c:v>-0.23458000000000001</c:v>
                </c:pt>
                <c:pt idx="870">
                  <c:v>-0.23427500000000001</c:v>
                </c:pt>
                <c:pt idx="871">
                  <c:v>-0.23396900000000001</c:v>
                </c:pt>
                <c:pt idx="872">
                  <c:v>-0.23366400000000001</c:v>
                </c:pt>
                <c:pt idx="873">
                  <c:v>-0.23335800000000001</c:v>
                </c:pt>
                <c:pt idx="874">
                  <c:v>-0.23305300000000001</c:v>
                </c:pt>
                <c:pt idx="875">
                  <c:v>-0.23274800000000001</c:v>
                </c:pt>
                <c:pt idx="876">
                  <c:v>-0.23244200000000001</c:v>
                </c:pt>
                <c:pt idx="877">
                  <c:v>-0.23213700000000001</c:v>
                </c:pt>
                <c:pt idx="878">
                  <c:v>-0.23183100000000001</c:v>
                </c:pt>
                <c:pt idx="879">
                  <c:v>-0.23152600000000001</c:v>
                </c:pt>
                <c:pt idx="880">
                  <c:v>-0.23122100000000001</c:v>
                </c:pt>
                <c:pt idx="881">
                  <c:v>-0.23091500000000001</c:v>
                </c:pt>
                <c:pt idx="882">
                  <c:v>-0.23061000000000001</c:v>
                </c:pt>
                <c:pt idx="883">
                  <c:v>-0.23030400000000001</c:v>
                </c:pt>
                <c:pt idx="884">
                  <c:v>-0.22999900000000001</c:v>
                </c:pt>
                <c:pt idx="885">
                  <c:v>-0.22969400000000001</c:v>
                </c:pt>
                <c:pt idx="886">
                  <c:v>-0.22938800000000001</c:v>
                </c:pt>
                <c:pt idx="887">
                  <c:v>-0.22908300000000001</c:v>
                </c:pt>
                <c:pt idx="888">
                  <c:v>-0.22877700000000001</c:v>
                </c:pt>
                <c:pt idx="889">
                  <c:v>-0.22847200000000001</c:v>
                </c:pt>
                <c:pt idx="890">
                  <c:v>-0.22816700000000001</c:v>
                </c:pt>
                <c:pt idx="891">
                  <c:v>-0.22786100000000001</c:v>
                </c:pt>
                <c:pt idx="892">
                  <c:v>-0.22755600000000001</c:v>
                </c:pt>
                <c:pt idx="893">
                  <c:v>-0.22725000000000001</c:v>
                </c:pt>
                <c:pt idx="894">
                  <c:v>-0.22694500000000001</c:v>
                </c:pt>
                <c:pt idx="895">
                  <c:v>-0.22664000000000001</c:v>
                </c:pt>
                <c:pt idx="896">
                  <c:v>-0.22633400000000001</c:v>
                </c:pt>
                <c:pt idx="897">
                  <c:v>-0.22602900000000001</c:v>
                </c:pt>
                <c:pt idx="898">
                  <c:v>-0.22572300000000001</c:v>
                </c:pt>
                <c:pt idx="899">
                  <c:v>-0.22541800000000001</c:v>
                </c:pt>
                <c:pt idx="900">
                  <c:v>-0.22511300000000001</c:v>
                </c:pt>
                <c:pt idx="901">
                  <c:v>-0.22480700000000001</c:v>
                </c:pt>
                <c:pt idx="902">
                  <c:v>-0.22450200000000001</c:v>
                </c:pt>
                <c:pt idx="903">
                  <c:v>-0.22419600000000001</c:v>
                </c:pt>
                <c:pt idx="904">
                  <c:v>-0.22389100000000001</c:v>
                </c:pt>
                <c:pt idx="905">
                  <c:v>-0.22358600000000001</c:v>
                </c:pt>
                <c:pt idx="906">
                  <c:v>-0.22328000000000001</c:v>
                </c:pt>
                <c:pt idx="907">
                  <c:v>-0.22297500000000001</c:v>
                </c:pt>
                <c:pt idx="908">
                  <c:v>-0.22266900000000001</c:v>
                </c:pt>
                <c:pt idx="909">
                  <c:v>-0.22236400000000001</c:v>
                </c:pt>
                <c:pt idx="910">
                  <c:v>-0.22205900000000001</c:v>
                </c:pt>
                <c:pt idx="911">
                  <c:v>-0.22175300000000001</c:v>
                </c:pt>
                <c:pt idx="912">
                  <c:v>-0.22144800000000001</c:v>
                </c:pt>
                <c:pt idx="913">
                  <c:v>-0.22114200000000001</c:v>
                </c:pt>
                <c:pt idx="914">
                  <c:v>-0.22083700000000001</c:v>
                </c:pt>
                <c:pt idx="915">
                  <c:v>-0.22053200000000001</c:v>
                </c:pt>
                <c:pt idx="916">
                  <c:v>-0.22022600000000001</c:v>
                </c:pt>
                <c:pt idx="917">
                  <c:v>-0.21992100000000001</c:v>
                </c:pt>
                <c:pt idx="918">
                  <c:v>-0.219615</c:v>
                </c:pt>
                <c:pt idx="919">
                  <c:v>-0.21931</c:v>
                </c:pt>
                <c:pt idx="920">
                  <c:v>-0.21900500000000001</c:v>
                </c:pt>
                <c:pt idx="921">
                  <c:v>-0.218699</c:v>
                </c:pt>
                <c:pt idx="922">
                  <c:v>-0.218394</c:v>
                </c:pt>
                <c:pt idx="923">
                  <c:v>-0.218088</c:v>
                </c:pt>
                <c:pt idx="924">
                  <c:v>-0.217783</c:v>
                </c:pt>
                <c:pt idx="925">
                  <c:v>-0.217478</c:v>
                </c:pt>
                <c:pt idx="926">
                  <c:v>-0.217172</c:v>
                </c:pt>
                <c:pt idx="927">
                  <c:v>-0.216867</c:v>
                </c:pt>
                <c:pt idx="928">
                  <c:v>-0.216562</c:v>
                </c:pt>
                <c:pt idx="929">
                  <c:v>-0.216256</c:v>
                </c:pt>
                <c:pt idx="930">
                  <c:v>-0.215951</c:v>
                </c:pt>
                <c:pt idx="931">
                  <c:v>-0.215645</c:v>
                </c:pt>
                <c:pt idx="932">
                  <c:v>-0.21534</c:v>
                </c:pt>
                <c:pt idx="933">
                  <c:v>-0.215035</c:v>
                </c:pt>
                <c:pt idx="934">
                  <c:v>-0.214729</c:v>
                </c:pt>
                <c:pt idx="935">
                  <c:v>-0.214424</c:v>
                </c:pt>
                <c:pt idx="936">
                  <c:v>-0.214118</c:v>
                </c:pt>
                <c:pt idx="937">
                  <c:v>-0.213813</c:v>
                </c:pt>
                <c:pt idx="938">
                  <c:v>-0.213508</c:v>
                </c:pt>
                <c:pt idx="939">
                  <c:v>-0.213202</c:v>
                </c:pt>
                <c:pt idx="940">
                  <c:v>-0.212897</c:v>
                </c:pt>
                <c:pt idx="941">
                  <c:v>-0.212591</c:v>
                </c:pt>
                <c:pt idx="942">
                  <c:v>-0.212286</c:v>
                </c:pt>
                <c:pt idx="943">
                  <c:v>-0.211981</c:v>
                </c:pt>
                <c:pt idx="944">
                  <c:v>-0.211675</c:v>
                </c:pt>
                <c:pt idx="945">
                  <c:v>-0.21137</c:v>
                </c:pt>
                <c:pt idx="946">
                  <c:v>-0.211064</c:v>
                </c:pt>
                <c:pt idx="947">
                  <c:v>-0.210759</c:v>
                </c:pt>
                <c:pt idx="948">
                  <c:v>-0.210454</c:v>
                </c:pt>
                <c:pt idx="949">
                  <c:v>-0.210148</c:v>
                </c:pt>
                <c:pt idx="950">
                  <c:v>-0.209843</c:v>
                </c:pt>
                <c:pt idx="951">
                  <c:v>-0.209537</c:v>
                </c:pt>
                <c:pt idx="952">
                  <c:v>-0.209232</c:v>
                </c:pt>
                <c:pt idx="953">
                  <c:v>-0.208927</c:v>
                </c:pt>
                <c:pt idx="954">
                  <c:v>-0.208621</c:v>
                </c:pt>
                <c:pt idx="955">
                  <c:v>-0.208316</c:v>
                </c:pt>
                <c:pt idx="956">
                  <c:v>-0.20801</c:v>
                </c:pt>
                <c:pt idx="957">
                  <c:v>-0.207705</c:v>
                </c:pt>
                <c:pt idx="958">
                  <c:v>-0.2074</c:v>
                </c:pt>
                <c:pt idx="959">
                  <c:v>-0.207094</c:v>
                </c:pt>
                <c:pt idx="960">
                  <c:v>-0.206789</c:v>
                </c:pt>
                <c:pt idx="961">
                  <c:v>-0.206483</c:v>
                </c:pt>
                <c:pt idx="962">
                  <c:v>-0.206178</c:v>
                </c:pt>
                <c:pt idx="963">
                  <c:v>-0.205873</c:v>
                </c:pt>
                <c:pt idx="964">
                  <c:v>-0.205567</c:v>
                </c:pt>
                <c:pt idx="965">
                  <c:v>-0.205262</c:v>
                </c:pt>
                <c:pt idx="966">
                  <c:v>-0.204956</c:v>
                </c:pt>
                <c:pt idx="967">
                  <c:v>-0.204651</c:v>
                </c:pt>
                <c:pt idx="968">
                  <c:v>-0.204346</c:v>
                </c:pt>
                <c:pt idx="969">
                  <c:v>-0.20404</c:v>
                </c:pt>
                <c:pt idx="970">
                  <c:v>-0.203735</c:v>
                </c:pt>
                <c:pt idx="971">
                  <c:v>-0.203429</c:v>
                </c:pt>
                <c:pt idx="972">
                  <c:v>-0.203124</c:v>
                </c:pt>
                <c:pt idx="973">
                  <c:v>-0.202819</c:v>
                </c:pt>
                <c:pt idx="974">
                  <c:v>-0.202513</c:v>
                </c:pt>
                <c:pt idx="975">
                  <c:v>-0.202208</c:v>
                </c:pt>
                <c:pt idx="976">
                  <c:v>-0.201902</c:v>
                </c:pt>
                <c:pt idx="977">
                  <c:v>-0.201597</c:v>
                </c:pt>
                <c:pt idx="978">
                  <c:v>-0.201292</c:v>
                </c:pt>
                <c:pt idx="979">
                  <c:v>-0.200986</c:v>
                </c:pt>
                <c:pt idx="980">
                  <c:v>-0.200681</c:v>
                </c:pt>
                <c:pt idx="981">
                  <c:v>-0.200375</c:v>
                </c:pt>
                <c:pt idx="982">
                  <c:v>-0.20007</c:v>
                </c:pt>
                <c:pt idx="983">
                  <c:v>-0.199765</c:v>
                </c:pt>
                <c:pt idx="984">
                  <c:v>-0.199459</c:v>
                </c:pt>
                <c:pt idx="985">
                  <c:v>-0.199154</c:v>
                </c:pt>
                <c:pt idx="986">
                  <c:v>-0.198848</c:v>
                </c:pt>
                <c:pt idx="987">
                  <c:v>-0.198543</c:v>
                </c:pt>
                <c:pt idx="988">
                  <c:v>-0.198238</c:v>
                </c:pt>
                <c:pt idx="989">
                  <c:v>-0.197932</c:v>
                </c:pt>
                <c:pt idx="990">
                  <c:v>-0.197627</c:v>
                </c:pt>
                <c:pt idx="991">
                  <c:v>-0.197321</c:v>
                </c:pt>
                <c:pt idx="992">
                  <c:v>-0.197016</c:v>
                </c:pt>
                <c:pt idx="993">
                  <c:v>-0.196711</c:v>
                </c:pt>
                <c:pt idx="994">
                  <c:v>-0.196405</c:v>
                </c:pt>
                <c:pt idx="995">
                  <c:v>-0.1961</c:v>
                </c:pt>
                <c:pt idx="996">
                  <c:v>-0.195794</c:v>
                </c:pt>
                <c:pt idx="997">
                  <c:v>-0.195489</c:v>
                </c:pt>
                <c:pt idx="998">
                  <c:v>-0.195184</c:v>
                </c:pt>
                <c:pt idx="999">
                  <c:v>-0.194878</c:v>
                </c:pt>
                <c:pt idx="1000">
                  <c:v>-0.194573</c:v>
                </c:pt>
                <c:pt idx="1001">
                  <c:v>-0.194267</c:v>
                </c:pt>
                <c:pt idx="1002">
                  <c:v>-0.193962</c:v>
                </c:pt>
                <c:pt idx="1003">
                  <c:v>-0.193657</c:v>
                </c:pt>
                <c:pt idx="1004">
                  <c:v>-0.193351</c:v>
                </c:pt>
                <c:pt idx="1005">
                  <c:v>-0.193046</c:v>
                </c:pt>
                <c:pt idx="1006">
                  <c:v>-0.19273999999999999</c:v>
                </c:pt>
                <c:pt idx="1007">
                  <c:v>-0.19243499999999999</c:v>
                </c:pt>
                <c:pt idx="1008">
                  <c:v>-0.19213</c:v>
                </c:pt>
                <c:pt idx="1009">
                  <c:v>-0.19182399999999999</c:v>
                </c:pt>
                <c:pt idx="1010">
                  <c:v>-0.19151899999999999</c:v>
                </c:pt>
                <c:pt idx="1011">
                  <c:v>-0.191214</c:v>
                </c:pt>
                <c:pt idx="1012">
                  <c:v>-0.19090799999999999</c:v>
                </c:pt>
                <c:pt idx="1013">
                  <c:v>-0.19060299999999999</c:v>
                </c:pt>
                <c:pt idx="1014">
                  <c:v>-0.19029699999999999</c:v>
                </c:pt>
                <c:pt idx="1015">
                  <c:v>-0.18999199999999999</c:v>
                </c:pt>
                <c:pt idx="1016">
                  <c:v>-0.18968699999999999</c:v>
                </c:pt>
                <c:pt idx="1017">
                  <c:v>-0.18938099999999999</c:v>
                </c:pt>
                <c:pt idx="1018">
                  <c:v>-0.18907599999999999</c:v>
                </c:pt>
                <c:pt idx="1019">
                  <c:v>-0.18876999999999999</c:v>
                </c:pt>
                <c:pt idx="1020">
                  <c:v>-0.18846499999999999</c:v>
                </c:pt>
                <c:pt idx="1021">
                  <c:v>-0.18815999999999999</c:v>
                </c:pt>
                <c:pt idx="1022">
                  <c:v>-0.18785399999999999</c:v>
                </c:pt>
                <c:pt idx="1023">
                  <c:v>-0.18754899999999999</c:v>
                </c:pt>
                <c:pt idx="1024">
                  <c:v>-0.18724299999999999</c:v>
                </c:pt>
                <c:pt idx="1025">
                  <c:v>-0.18693799999999999</c:v>
                </c:pt>
                <c:pt idx="1026">
                  <c:v>-0.18663299999999999</c:v>
                </c:pt>
                <c:pt idx="1027">
                  <c:v>-0.18632699999999999</c:v>
                </c:pt>
                <c:pt idx="1028">
                  <c:v>-0.18602199999999999</c:v>
                </c:pt>
                <c:pt idx="1029">
                  <c:v>-0.18571599999999999</c:v>
                </c:pt>
                <c:pt idx="1030">
                  <c:v>-0.18541099999999999</c:v>
                </c:pt>
                <c:pt idx="1031">
                  <c:v>-0.18510599999999999</c:v>
                </c:pt>
                <c:pt idx="1032">
                  <c:v>-0.18479999999999999</c:v>
                </c:pt>
                <c:pt idx="1033">
                  <c:v>-0.18449499999999999</c:v>
                </c:pt>
                <c:pt idx="1034">
                  <c:v>-0.18418899999999999</c:v>
                </c:pt>
                <c:pt idx="1035">
                  <c:v>-0.18388399999999999</c:v>
                </c:pt>
                <c:pt idx="1036">
                  <c:v>-0.18357899999999999</c:v>
                </c:pt>
                <c:pt idx="1037">
                  <c:v>-0.18327299999999999</c:v>
                </c:pt>
                <c:pt idx="1038">
                  <c:v>-0.18296799999999999</c:v>
                </c:pt>
                <c:pt idx="1039">
                  <c:v>-0.18266199999999999</c:v>
                </c:pt>
                <c:pt idx="1040">
                  <c:v>-0.18235699999999999</c:v>
                </c:pt>
                <c:pt idx="1041">
                  <c:v>-0.18205199999999999</c:v>
                </c:pt>
                <c:pt idx="1042">
                  <c:v>-0.18174599999999999</c:v>
                </c:pt>
                <c:pt idx="1043">
                  <c:v>-0.18144099999999999</c:v>
                </c:pt>
                <c:pt idx="1044">
                  <c:v>-0.18113499999999999</c:v>
                </c:pt>
                <c:pt idx="1045">
                  <c:v>-0.18082999999999999</c:v>
                </c:pt>
                <c:pt idx="1046">
                  <c:v>-0.18052499999999999</c:v>
                </c:pt>
                <c:pt idx="1047">
                  <c:v>-0.18021899999999999</c:v>
                </c:pt>
                <c:pt idx="1048">
                  <c:v>-0.17991399999999999</c:v>
                </c:pt>
                <c:pt idx="1049">
                  <c:v>-0.17960799999999999</c:v>
                </c:pt>
                <c:pt idx="1050">
                  <c:v>-0.17930299999999999</c:v>
                </c:pt>
                <c:pt idx="1051">
                  <c:v>-0.17899799999999999</c:v>
                </c:pt>
                <c:pt idx="1052">
                  <c:v>-0.17869199999999999</c:v>
                </c:pt>
                <c:pt idx="1053">
                  <c:v>-0.17838699999999999</c:v>
                </c:pt>
                <c:pt idx="1054">
                  <c:v>-0.17808099999999999</c:v>
                </c:pt>
                <c:pt idx="1055">
                  <c:v>-0.17777599999999999</c:v>
                </c:pt>
                <c:pt idx="1056">
                  <c:v>-0.17747099999999999</c:v>
                </c:pt>
                <c:pt idx="1057">
                  <c:v>-0.17716499999999999</c:v>
                </c:pt>
                <c:pt idx="1058">
                  <c:v>-0.17685999999999999</c:v>
                </c:pt>
                <c:pt idx="1059">
                  <c:v>-0.17655399999999999</c:v>
                </c:pt>
                <c:pt idx="1060">
                  <c:v>-0.17624899999999999</c:v>
                </c:pt>
                <c:pt idx="1061">
                  <c:v>-0.17594399999999999</c:v>
                </c:pt>
                <c:pt idx="1062">
                  <c:v>-0.17563799999999999</c:v>
                </c:pt>
                <c:pt idx="1063">
                  <c:v>-0.17533299999999999</c:v>
                </c:pt>
                <c:pt idx="1064">
                  <c:v>-0.17502699999999999</c:v>
                </c:pt>
                <c:pt idx="1065">
                  <c:v>-0.17472199999999999</c:v>
                </c:pt>
                <c:pt idx="1066">
                  <c:v>-0.17441699999999999</c:v>
                </c:pt>
                <c:pt idx="1067">
                  <c:v>-0.17411099999999999</c:v>
                </c:pt>
                <c:pt idx="1068">
                  <c:v>-0.17380599999999999</c:v>
                </c:pt>
                <c:pt idx="1069">
                  <c:v>-0.17349999999999999</c:v>
                </c:pt>
                <c:pt idx="1070">
                  <c:v>-0.17319499999999999</c:v>
                </c:pt>
                <c:pt idx="1071">
                  <c:v>-0.17288999999999999</c:v>
                </c:pt>
                <c:pt idx="1072">
                  <c:v>-0.17258399999999999</c:v>
                </c:pt>
                <c:pt idx="1073">
                  <c:v>-0.17227899999999999</c:v>
                </c:pt>
                <c:pt idx="1074">
                  <c:v>-0.17197299999999999</c:v>
                </c:pt>
                <c:pt idx="1075">
                  <c:v>-0.17166799999999999</c:v>
                </c:pt>
                <c:pt idx="1076">
                  <c:v>-0.17136299999999999</c:v>
                </c:pt>
                <c:pt idx="1077">
                  <c:v>-0.17105699999999999</c:v>
                </c:pt>
                <c:pt idx="1078">
                  <c:v>-0.17075199999999999</c:v>
                </c:pt>
                <c:pt idx="1079">
                  <c:v>-0.17044599999999999</c:v>
                </c:pt>
                <c:pt idx="1080">
                  <c:v>-0.17014099999999999</c:v>
                </c:pt>
                <c:pt idx="1081">
                  <c:v>-0.16983599999999999</c:v>
                </c:pt>
                <c:pt idx="1082">
                  <c:v>-0.16952999999999999</c:v>
                </c:pt>
                <c:pt idx="1083">
                  <c:v>-0.16922499999999999</c:v>
                </c:pt>
                <c:pt idx="1084">
                  <c:v>-0.16891900000000001</c:v>
                </c:pt>
                <c:pt idx="1085">
                  <c:v>-0.16861400000000001</c:v>
                </c:pt>
                <c:pt idx="1086">
                  <c:v>-0.16830899999999999</c:v>
                </c:pt>
                <c:pt idx="1087">
                  <c:v>-0.16800300000000001</c:v>
                </c:pt>
                <c:pt idx="1088">
                  <c:v>-0.16769800000000001</c:v>
                </c:pt>
                <c:pt idx="1089">
                  <c:v>-0.16739200000000001</c:v>
                </c:pt>
                <c:pt idx="1090">
                  <c:v>-0.16708700000000001</c:v>
                </c:pt>
                <c:pt idx="1091">
                  <c:v>-0.16678200000000001</c:v>
                </c:pt>
                <c:pt idx="1092">
                  <c:v>-0.16647600000000001</c:v>
                </c:pt>
                <c:pt idx="1093">
                  <c:v>-0.16617100000000001</c:v>
                </c:pt>
                <c:pt idx="1094">
                  <c:v>-0.16586600000000001</c:v>
                </c:pt>
                <c:pt idx="1095">
                  <c:v>-0.16556000000000001</c:v>
                </c:pt>
                <c:pt idx="1096">
                  <c:v>-0.16525500000000001</c:v>
                </c:pt>
                <c:pt idx="1097">
                  <c:v>-0.16494900000000001</c:v>
                </c:pt>
                <c:pt idx="1098">
                  <c:v>-0.16464400000000001</c:v>
                </c:pt>
                <c:pt idx="1099">
                  <c:v>-0.16433900000000001</c:v>
                </c:pt>
                <c:pt idx="1100">
                  <c:v>-0.16403300000000001</c:v>
                </c:pt>
                <c:pt idx="1101">
                  <c:v>-0.16372800000000001</c:v>
                </c:pt>
                <c:pt idx="1102">
                  <c:v>-0.16342200000000001</c:v>
                </c:pt>
                <c:pt idx="1103">
                  <c:v>-0.16311700000000001</c:v>
                </c:pt>
                <c:pt idx="1104">
                  <c:v>-0.16281200000000001</c:v>
                </c:pt>
                <c:pt idx="1105">
                  <c:v>-0.16250600000000001</c:v>
                </c:pt>
                <c:pt idx="1106">
                  <c:v>-0.16220100000000001</c:v>
                </c:pt>
                <c:pt idx="1107">
                  <c:v>-0.16189500000000001</c:v>
                </c:pt>
                <c:pt idx="1108">
                  <c:v>-0.16159000000000001</c:v>
                </c:pt>
                <c:pt idx="1109">
                  <c:v>-0.16128500000000001</c:v>
                </c:pt>
                <c:pt idx="1110">
                  <c:v>-0.16097900000000001</c:v>
                </c:pt>
                <c:pt idx="1111">
                  <c:v>-0.16067400000000001</c:v>
                </c:pt>
                <c:pt idx="1112">
                  <c:v>-0.16036800000000001</c:v>
                </c:pt>
                <c:pt idx="1113">
                  <c:v>-0.16006300000000001</c:v>
                </c:pt>
                <c:pt idx="1114">
                  <c:v>-0.15975800000000001</c:v>
                </c:pt>
                <c:pt idx="1115">
                  <c:v>-0.15945200000000001</c:v>
                </c:pt>
                <c:pt idx="1116">
                  <c:v>-0.15914700000000001</c:v>
                </c:pt>
                <c:pt idx="1117">
                  <c:v>-0.15884100000000001</c:v>
                </c:pt>
                <c:pt idx="1118">
                  <c:v>-0.15853600000000001</c:v>
                </c:pt>
                <c:pt idx="1119">
                  <c:v>-0.15823100000000001</c:v>
                </c:pt>
                <c:pt idx="1120">
                  <c:v>-0.15792500000000001</c:v>
                </c:pt>
                <c:pt idx="1121">
                  <c:v>-0.15762000000000001</c:v>
                </c:pt>
                <c:pt idx="1122">
                  <c:v>-0.15731400000000001</c:v>
                </c:pt>
                <c:pt idx="1123">
                  <c:v>-0.15700900000000001</c:v>
                </c:pt>
                <c:pt idx="1124">
                  <c:v>-0.15670400000000001</c:v>
                </c:pt>
                <c:pt idx="1125">
                  <c:v>-0.15639800000000001</c:v>
                </c:pt>
                <c:pt idx="1126">
                  <c:v>-0.15609300000000001</c:v>
                </c:pt>
                <c:pt idx="1127">
                  <c:v>-0.15578700000000001</c:v>
                </c:pt>
                <c:pt idx="1128">
                  <c:v>-0.15548200000000001</c:v>
                </c:pt>
                <c:pt idx="1129">
                  <c:v>-0.15517700000000001</c:v>
                </c:pt>
                <c:pt idx="1130">
                  <c:v>-0.15487100000000001</c:v>
                </c:pt>
                <c:pt idx="1131">
                  <c:v>-0.15456600000000001</c:v>
                </c:pt>
                <c:pt idx="1132">
                  <c:v>-0.15426000000000001</c:v>
                </c:pt>
                <c:pt idx="1133">
                  <c:v>-0.15395500000000001</c:v>
                </c:pt>
                <c:pt idx="1134">
                  <c:v>-0.15365000000000001</c:v>
                </c:pt>
                <c:pt idx="1135">
                  <c:v>-0.15334400000000001</c:v>
                </c:pt>
                <c:pt idx="1136">
                  <c:v>-0.15303900000000001</c:v>
                </c:pt>
                <c:pt idx="1137">
                  <c:v>-0.15273300000000001</c:v>
                </c:pt>
                <c:pt idx="1138">
                  <c:v>-0.15242800000000001</c:v>
                </c:pt>
                <c:pt idx="1139">
                  <c:v>-0.15212300000000001</c:v>
                </c:pt>
                <c:pt idx="1140">
                  <c:v>-0.15181700000000001</c:v>
                </c:pt>
                <c:pt idx="1141">
                  <c:v>-0.15151200000000001</c:v>
                </c:pt>
                <c:pt idx="1142">
                  <c:v>-0.15120600000000001</c:v>
                </c:pt>
                <c:pt idx="1143">
                  <c:v>-0.15090100000000001</c:v>
                </c:pt>
                <c:pt idx="1144">
                  <c:v>-0.15059600000000001</c:v>
                </c:pt>
                <c:pt idx="1145">
                  <c:v>-0.15029000000000001</c:v>
                </c:pt>
                <c:pt idx="1146">
                  <c:v>-0.14998500000000001</c:v>
                </c:pt>
                <c:pt idx="1147">
                  <c:v>-0.14967900000000001</c:v>
                </c:pt>
                <c:pt idx="1148">
                  <c:v>-0.14937400000000001</c:v>
                </c:pt>
                <c:pt idx="1149">
                  <c:v>-0.14906900000000001</c:v>
                </c:pt>
                <c:pt idx="1150">
                  <c:v>-0.14876300000000001</c:v>
                </c:pt>
                <c:pt idx="1151">
                  <c:v>-0.14845800000000001</c:v>
                </c:pt>
                <c:pt idx="1152">
                  <c:v>-0.14815200000000001</c:v>
                </c:pt>
                <c:pt idx="1153">
                  <c:v>-0.14784700000000001</c:v>
                </c:pt>
                <c:pt idx="1154">
                  <c:v>-0.14754200000000001</c:v>
                </c:pt>
                <c:pt idx="1155">
                  <c:v>-0.14723600000000001</c:v>
                </c:pt>
                <c:pt idx="1156">
                  <c:v>-0.14693100000000001</c:v>
                </c:pt>
                <c:pt idx="1157">
                  <c:v>-0.14662500000000001</c:v>
                </c:pt>
                <c:pt idx="1158">
                  <c:v>-0.14632000000000001</c:v>
                </c:pt>
                <c:pt idx="1159">
                  <c:v>-0.14601500000000001</c:v>
                </c:pt>
                <c:pt idx="1160">
                  <c:v>-0.14570900000000001</c:v>
                </c:pt>
                <c:pt idx="1161">
                  <c:v>-0.14540400000000001</c:v>
                </c:pt>
                <c:pt idx="1162">
                  <c:v>-0.145098</c:v>
                </c:pt>
                <c:pt idx="1163">
                  <c:v>-0.14479300000000001</c:v>
                </c:pt>
                <c:pt idx="1164">
                  <c:v>-0.14448800000000001</c:v>
                </c:pt>
                <c:pt idx="1165">
                  <c:v>-0.144182</c:v>
                </c:pt>
                <c:pt idx="1166">
                  <c:v>-0.143877</c:v>
                </c:pt>
                <c:pt idx="1167">
                  <c:v>-0.143571</c:v>
                </c:pt>
                <c:pt idx="1168">
                  <c:v>-0.143266</c:v>
                </c:pt>
                <c:pt idx="1169">
                  <c:v>-0.142961</c:v>
                </c:pt>
                <c:pt idx="1170">
                  <c:v>-0.142655</c:v>
                </c:pt>
                <c:pt idx="1171">
                  <c:v>-0.14235</c:v>
                </c:pt>
                <c:pt idx="1172">
                  <c:v>-0.142044</c:v>
                </c:pt>
                <c:pt idx="1173">
                  <c:v>-0.141739</c:v>
                </c:pt>
                <c:pt idx="1174">
                  <c:v>-0.141434</c:v>
                </c:pt>
                <c:pt idx="1175">
                  <c:v>-0.141128</c:v>
                </c:pt>
                <c:pt idx="1176">
                  <c:v>-0.140823</c:v>
                </c:pt>
                <c:pt idx="1177">
                  <c:v>-0.140518</c:v>
                </c:pt>
                <c:pt idx="1178">
                  <c:v>-0.140212</c:v>
                </c:pt>
                <c:pt idx="1179">
                  <c:v>-0.139907</c:v>
                </c:pt>
                <c:pt idx="1180">
                  <c:v>-0.139601</c:v>
                </c:pt>
                <c:pt idx="1181">
                  <c:v>-0.139296</c:v>
                </c:pt>
                <c:pt idx="1182">
                  <c:v>-0.138991</c:v>
                </c:pt>
                <c:pt idx="1183">
                  <c:v>-0.138685</c:v>
                </c:pt>
                <c:pt idx="1184">
                  <c:v>-0.13838</c:v>
                </c:pt>
                <c:pt idx="1185">
                  <c:v>-0.138074</c:v>
                </c:pt>
                <c:pt idx="1186">
                  <c:v>-0.137769</c:v>
                </c:pt>
                <c:pt idx="1187">
                  <c:v>-0.137464</c:v>
                </c:pt>
                <c:pt idx="1188">
                  <c:v>-0.137158</c:v>
                </c:pt>
                <c:pt idx="1189">
                  <c:v>-0.136853</c:v>
                </c:pt>
                <c:pt idx="1190">
                  <c:v>-0.136547</c:v>
                </c:pt>
                <c:pt idx="1191">
                  <c:v>-0.136242</c:v>
                </c:pt>
                <c:pt idx="1192">
                  <c:v>-0.135937</c:v>
                </c:pt>
                <c:pt idx="1193">
                  <c:v>-0.135631</c:v>
                </c:pt>
                <c:pt idx="1194">
                  <c:v>-0.135326</c:v>
                </c:pt>
                <c:pt idx="1195">
                  <c:v>-0.13502</c:v>
                </c:pt>
                <c:pt idx="1196">
                  <c:v>-0.134715</c:v>
                </c:pt>
                <c:pt idx="1197">
                  <c:v>-0.13441</c:v>
                </c:pt>
                <c:pt idx="1198">
                  <c:v>-0.134104</c:v>
                </c:pt>
                <c:pt idx="1199">
                  <c:v>-0.133799</c:v>
                </c:pt>
                <c:pt idx="1200">
                  <c:v>-0.133493</c:v>
                </c:pt>
                <c:pt idx="1201">
                  <c:v>-0.133188</c:v>
                </c:pt>
                <c:pt idx="1202">
                  <c:v>-0.132883</c:v>
                </c:pt>
                <c:pt idx="1203">
                  <c:v>-0.132577</c:v>
                </c:pt>
                <c:pt idx="1204">
                  <c:v>-0.132272</c:v>
                </c:pt>
                <c:pt idx="1205">
                  <c:v>-0.131966</c:v>
                </c:pt>
                <c:pt idx="1206">
                  <c:v>-0.131661</c:v>
                </c:pt>
                <c:pt idx="1207">
                  <c:v>-0.131356</c:v>
                </c:pt>
                <c:pt idx="1208">
                  <c:v>-0.13105</c:v>
                </c:pt>
                <c:pt idx="1209">
                  <c:v>-0.130745</c:v>
                </c:pt>
                <c:pt idx="1210">
                  <c:v>-0.130439</c:v>
                </c:pt>
                <c:pt idx="1211">
                  <c:v>-0.130134</c:v>
                </c:pt>
                <c:pt idx="1212">
                  <c:v>-0.129829</c:v>
                </c:pt>
                <c:pt idx="1213">
                  <c:v>-0.129523</c:v>
                </c:pt>
                <c:pt idx="1214">
                  <c:v>-0.129218</c:v>
                </c:pt>
                <c:pt idx="1215">
                  <c:v>-0.128912</c:v>
                </c:pt>
                <c:pt idx="1216">
                  <c:v>-0.128607</c:v>
                </c:pt>
                <c:pt idx="1217">
                  <c:v>-0.128302</c:v>
                </c:pt>
                <c:pt idx="1218">
                  <c:v>-0.127996</c:v>
                </c:pt>
                <c:pt idx="1219">
                  <c:v>-0.127691</c:v>
                </c:pt>
                <c:pt idx="1220">
                  <c:v>-0.127385</c:v>
                </c:pt>
                <c:pt idx="1221">
                  <c:v>-0.12708</c:v>
                </c:pt>
                <c:pt idx="1222">
                  <c:v>-0.126775</c:v>
                </c:pt>
                <c:pt idx="1223">
                  <c:v>-0.126469</c:v>
                </c:pt>
                <c:pt idx="1224">
                  <c:v>-0.126164</c:v>
                </c:pt>
                <c:pt idx="1225">
                  <c:v>-0.125858</c:v>
                </c:pt>
                <c:pt idx="1226">
                  <c:v>-0.125553</c:v>
                </c:pt>
                <c:pt idx="1227">
                  <c:v>-0.125248</c:v>
                </c:pt>
                <c:pt idx="1228">
                  <c:v>-0.124942</c:v>
                </c:pt>
                <c:pt idx="1229">
                  <c:v>-0.124637</c:v>
                </c:pt>
                <c:pt idx="1230">
                  <c:v>-0.124331</c:v>
                </c:pt>
                <c:pt idx="1231">
                  <c:v>-0.124026</c:v>
                </c:pt>
                <c:pt idx="1232">
                  <c:v>-0.123721</c:v>
                </c:pt>
                <c:pt idx="1233">
                  <c:v>-0.123415</c:v>
                </c:pt>
                <c:pt idx="1234">
                  <c:v>-0.12311</c:v>
                </c:pt>
                <c:pt idx="1235">
                  <c:v>-0.122804</c:v>
                </c:pt>
                <c:pt idx="1236">
                  <c:v>-0.122499</c:v>
                </c:pt>
                <c:pt idx="1237">
                  <c:v>-0.122194</c:v>
                </c:pt>
                <c:pt idx="1238">
                  <c:v>-0.121888</c:v>
                </c:pt>
                <c:pt idx="1239">
                  <c:v>-0.121583</c:v>
                </c:pt>
                <c:pt idx="1240">
                  <c:v>-0.121277</c:v>
                </c:pt>
                <c:pt idx="1241">
                  <c:v>-0.120972</c:v>
                </c:pt>
                <c:pt idx="1242">
                  <c:v>-0.120667</c:v>
                </c:pt>
                <c:pt idx="1243">
                  <c:v>-0.120361</c:v>
                </c:pt>
                <c:pt idx="1244">
                  <c:v>-0.120056</c:v>
                </c:pt>
                <c:pt idx="1245">
                  <c:v>-0.11975</c:v>
                </c:pt>
                <c:pt idx="1246">
                  <c:v>-0.119445</c:v>
                </c:pt>
                <c:pt idx="1247">
                  <c:v>-0.11914</c:v>
                </c:pt>
                <c:pt idx="1248">
                  <c:v>-0.118834</c:v>
                </c:pt>
                <c:pt idx="1249">
                  <c:v>-0.118529</c:v>
                </c:pt>
                <c:pt idx="1250">
                  <c:v>-0.11822299999999999</c:v>
                </c:pt>
                <c:pt idx="1251">
                  <c:v>-0.117918</c:v>
                </c:pt>
                <c:pt idx="1252">
                  <c:v>-0.117613</c:v>
                </c:pt>
                <c:pt idx="1253">
                  <c:v>-0.11730699999999999</c:v>
                </c:pt>
                <c:pt idx="1254">
                  <c:v>-0.11700199999999999</c:v>
                </c:pt>
                <c:pt idx="1255">
                  <c:v>-0.11669599999999999</c:v>
                </c:pt>
                <c:pt idx="1256">
                  <c:v>-0.11639099999999999</c:v>
                </c:pt>
                <c:pt idx="1257">
                  <c:v>-0.11608599999999999</c:v>
                </c:pt>
                <c:pt idx="1258">
                  <c:v>-0.11577999999999999</c:v>
                </c:pt>
                <c:pt idx="1259">
                  <c:v>-0.11547499999999999</c:v>
                </c:pt>
                <c:pt idx="1260">
                  <c:v>-0.11516999999999999</c:v>
                </c:pt>
                <c:pt idx="1261">
                  <c:v>-0.11486399999999999</c:v>
                </c:pt>
                <c:pt idx="1262">
                  <c:v>-0.11455899999999999</c:v>
                </c:pt>
                <c:pt idx="1263">
                  <c:v>-0.11425299999999999</c:v>
                </c:pt>
                <c:pt idx="1264">
                  <c:v>-0.11394799999999999</c:v>
                </c:pt>
                <c:pt idx="1265">
                  <c:v>-0.11364299999999999</c:v>
                </c:pt>
                <c:pt idx="1266">
                  <c:v>-0.11333699999999999</c:v>
                </c:pt>
                <c:pt idx="1267">
                  <c:v>-0.11303199999999999</c:v>
                </c:pt>
                <c:pt idx="1268">
                  <c:v>-0.11272600000000001</c:v>
                </c:pt>
                <c:pt idx="1269">
                  <c:v>-0.11242099999999999</c:v>
                </c:pt>
                <c:pt idx="1270">
                  <c:v>-0.11211599999999999</c:v>
                </c:pt>
                <c:pt idx="1271">
                  <c:v>-0.11181000000000001</c:v>
                </c:pt>
                <c:pt idx="1272">
                  <c:v>-0.11150500000000001</c:v>
                </c:pt>
                <c:pt idx="1273">
                  <c:v>-0.11119900000000001</c:v>
                </c:pt>
                <c:pt idx="1274">
                  <c:v>-0.11089400000000001</c:v>
                </c:pt>
                <c:pt idx="1275">
                  <c:v>-0.11058900000000001</c:v>
                </c:pt>
                <c:pt idx="1276">
                  <c:v>-0.11028300000000001</c:v>
                </c:pt>
                <c:pt idx="1277">
                  <c:v>-0.10997800000000001</c:v>
                </c:pt>
                <c:pt idx="1278">
                  <c:v>-0.10967200000000001</c:v>
                </c:pt>
                <c:pt idx="1279">
                  <c:v>-0.10936700000000001</c:v>
                </c:pt>
                <c:pt idx="1280">
                  <c:v>-0.10906200000000001</c:v>
                </c:pt>
                <c:pt idx="1281">
                  <c:v>-0.10875600000000001</c:v>
                </c:pt>
                <c:pt idx="1282">
                  <c:v>-0.10845100000000001</c:v>
                </c:pt>
                <c:pt idx="1283">
                  <c:v>-0.10814500000000001</c:v>
                </c:pt>
                <c:pt idx="1284">
                  <c:v>-0.10784000000000001</c:v>
                </c:pt>
                <c:pt idx="1285">
                  <c:v>-0.10753500000000001</c:v>
                </c:pt>
                <c:pt idx="1286">
                  <c:v>-0.107229</c:v>
                </c:pt>
                <c:pt idx="1287">
                  <c:v>-0.10692400000000001</c:v>
                </c:pt>
                <c:pt idx="1288">
                  <c:v>-0.106618</c:v>
                </c:pt>
                <c:pt idx="1289">
                  <c:v>-0.106313</c:v>
                </c:pt>
                <c:pt idx="1290">
                  <c:v>-0.10600800000000001</c:v>
                </c:pt>
                <c:pt idx="1291">
                  <c:v>-0.105702</c:v>
                </c:pt>
                <c:pt idx="1292">
                  <c:v>-0.105397</c:v>
                </c:pt>
                <c:pt idx="1293">
                  <c:v>-0.105091</c:v>
                </c:pt>
                <c:pt idx="1294">
                  <c:v>-0.104786</c:v>
                </c:pt>
                <c:pt idx="1295">
                  <c:v>-0.104481</c:v>
                </c:pt>
                <c:pt idx="1296">
                  <c:v>-0.104175</c:v>
                </c:pt>
                <c:pt idx="1297">
                  <c:v>-0.10387</c:v>
                </c:pt>
                <c:pt idx="1298">
                  <c:v>-0.103564</c:v>
                </c:pt>
                <c:pt idx="1299">
                  <c:v>-0.103259</c:v>
                </c:pt>
                <c:pt idx="1300">
                  <c:v>-0.102954</c:v>
                </c:pt>
                <c:pt idx="1301">
                  <c:v>-0.102648</c:v>
                </c:pt>
                <c:pt idx="1302">
                  <c:v>-0.102343</c:v>
                </c:pt>
                <c:pt idx="1303">
                  <c:v>-0.102037</c:v>
                </c:pt>
                <c:pt idx="1304">
                  <c:v>-0.101732</c:v>
                </c:pt>
                <c:pt idx="1305">
                  <c:v>-0.101427</c:v>
                </c:pt>
                <c:pt idx="1306">
                  <c:v>-0.101121</c:v>
                </c:pt>
                <c:pt idx="1307">
                  <c:v>-0.100816</c:v>
                </c:pt>
                <c:pt idx="1308">
                  <c:v>-0.10051</c:v>
                </c:pt>
                <c:pt idx="1309">
                  <c:v>-0.100205</c:v>
                </c:pt>
                <c:pt idx="1310">
                  <c:v>-9.9899600000000005E-2</c:v>
                </c:pt>
                <c:pt idx="1311">
                  <c:v>-9.9594199999999994E-2</c:v>
                </c:pt>
                <c:pt idx="1312">
                  <c:v>-9.9288799999999997E-2</c:v>
                </c:pt>
                <c:pt idx="1313">
                  <c:v>-9.8983399999999999E-2</c:v>
                </c:pt>
                <c:pt idx="1314">
                  <c:v>-9.8678000000000002E-2</c:v>
                </c:pt>
                <c:pt idx="1315">
                  <c:v>-9.8372600000000004E-2</c:v>
                </c:pt>
                <c:pt idx="1316">
                  <c:v>-9.8067199999999993E-2</c:v>
                </c:pt>
                <c:pt idx="1317">
                  <c:v>-9.7761799999999996E-2</c:v>
                </c:pt>
                <c:pt idx="1318">
                  <c:v>-9.7456399999999999E-2</c:v>
                </c:pt>
                <c:pt idx="1319">
                  <c:v>-9.7151000000000001E-2</c:v>
                </c:pt>
                <c:pt idx="1320">
                  <c:v>-9.6845600000000004E-2</c:v>
                </c:pt>
                <c:pt idx="1321">
                  <c:v>-9.6540200000000007E-2</c:v>
                </c:pt>
                <c:pt idx="1322">
                  <c:v>-9.6234799999999995E-2</c:v>
                </c:pt>
                <c:pt idx="1323">
                  <c:v>-9.5929399999999998E-2</c:v>
                </c:pt>
                <c:pt idx="1324">
                  <c:v>-9.5624100000000004E-2</c:v>
                </c:pt>
                <c:pt idx="1325">
                  <c:v>-9.5318700000000006E-2</c:v>
                </c:pt>
                <c:pt idx="1326">
                  <c:v>-9.5013299999999995E-2</c:v>
                </c:pt>
                <c:pt idx="1327">
                  <c:v>-9.4707899999999998E-2</c:v>
                </c:pt>
                <c:pt idx="1328">
                  <c:v>-9.44025E-2</c:v>
                </c:pt>
                <c:pt idx="1329">
                  <c:v>-9.4097100000000003E-2</c:v>
                </c:pt>
                <c:pt idx="1330">
                  <c:v>-9.3791700000000006E-2</c:v>
                </c:pt>
                <c:pt idx="1331">
                  <c:v>-9.3486299999999994E-2</c:v>
                </c:pt>
                <c:pt idx="1332">
                  <c:v>-9.3180899999999997E-2</c:v>
                </c:pt>
                <c:pt idx="1333">
                  <c:v>-9.28755E-2</c:v>
                </c:pt>
                <c:pt idx="1334">
                  <c:v>-9.2570100000000002E-2</c:v>
                </c:pt>
                <c:pt idx="1335">
                  <c:v>-9.2264700000000005E-2</c:v>
                </c:pt>
                <c:pt idx="1336">
                  <c:v>-9.1959299999999994E-2</c:v>
                </c:pt>
                <c:pt idx="1337">
                  <c:v>-9.1653899999999996E-2</c:v>
                </c:pt>
                <c:pt idx="1338">
                  <c:v>-9.1348499999999999E-2</c:v>
                </c:pt>
                <c:pt idx="1339">
                  <c:v>-9.1043100000000002E-2</c:v>
                </c:pt>
                <c:pt idx="1340">
                  <c:v>-9.0737700000000004E-2</c:v>
                </c:pt>
                <c:pt idx="1341">
                  <c:v>-9.0432299999999993E-2</c:v>
                </c:pt>
                <c:pt idx="1342">
                  <c:v>-9.0126899999999996E-2</c:v>
                </c:pt>
                <c:pt idx="1343">
                  <c:v>-8.9821499999999999E-2</c:v>
                </c:pt>
                <c:pt idx="1344">
                  <c:v>-8.9516100000000001E-2</c:v>
                </c:pt>
                <c:pt idx="1345">
                  <c:v>-8.9210700000000004E-2</c:v>
                </c:pt>
                <c:pt idx="1346">
                  <c:v>-8.8905300000000007E-2</c:v>
                </c:pt>
                <c:pt idx="1347">
                  <c:v>-8.8599899999999995E-2</c:v>
                </c:pt>
                <c:pt idx="1348">
                  <c:v>-8.8294499999999998E-2</c:v>
                </c:pt>
                <c:pt idx="1349">
                  <c:v>-8.7989100000000001E-2</c:v>
                </c:pt>
                <c:pt idx="1350">
                  <c:v>-8.7683700000000003E-2</c:v>
                </c:pt>
                <c:pt idx="1351">
                  <c:v>-8.7378300000000006E-2</c:v>
                </c:pt>
                <c:pt idx="1352">
                  <c:v>-8.7072899999999995E-2</c:v>
                </c:pt>
                <c:pt idx="1353">
                  <c:v>-8.6767499999999997E-2</c:v>
                </c:pt>
                <c:pt idx="1354">
                  <c:v>-8.64621E-2</c:v>
                </c:pt>
                <c:pt idx="1355">
                  <c:v>-8.6156700000000003E-2</c:v>
                </c:pt>
                <c:pt idx="1356">
                  <c:v>-8.5851300000000005E-2</c:v>
                </c:pt>
                <c:pt idx="1357">
                  <c:v>-8.5545899999999994E-2</c:v>
                </c:pt>
                <c:pt idx="1358">
                  <c:v>-8.5240499999999997E-2</c:v>
                </c:pt>
                <c:pt idx="1359">
                  <c:v>-8.4935099999999999E-2</c:v>
                </c:pt>
                <c:pt idx="1360">
                  <c:v>-8.4629700000000002E-2</c:v>
                </c:pt>
                <c:pt idx="1361">
                  <c:v>-8.4324300000000005E-2</c:v>
                </c:pt>
                <c:pt idx="1362">
                  <c:v>-8.4018899999999994E-2</c:v>
                </c:pt>
                <c:pt idx="1363">
                  <c:v>-8.3713499999999996E-2</c:v>
                </c:pt>
                <c:pt idx="1364">
                  <c:v>-8.3408099999999999E-2</c:v>
                </c:pt>
                <c:pt idx="1365">
                  <c:v>-8.3102700000000002E-2</c:v>
                </c:pt>
                <c:pt idx="1366">
                  <c:v>-8.2797399999999993E-2</c:v>
                </c:pt>
                <c:pt idx="1367">
                  <c:v>-8.2491999999999996E-2</c:v>
                </c:pt>
                <c:pt idx="1368">
                  <c:v>-8.2186599999999999E-2</c:v>
                </c:pt>
                <c:pt idx="1369">
                  <c:v>-8.1881200000000001E-2</c:v>
                </c:pt>
                <c:pt idx="1370">
                  <c:v>-8.1575800000000004E-2</c:v>
                </c:pt>
                <c:pt idx="1371">
                  <c:v>-8.1270400000000007E-2</c:v>
                </c:pt>
                <c:pt idx="1372">
                  <c:v>-8.0964999999999995E-2</c:v>
                </c:pt>
                <c:pt idx="1373">
                  <c:v>-8.0659599999999998E-2</c:v>
                </c:pt>
                <c:pt idx="1374">
                  <c:v>-8.0354200000000001E-2</c:v>
                </c:pt>
                <c:pt idx="1375">
                  <c:v>-8.0048800000000003E-2</c:v>
                </c:pt>
                <c:pt idx="1376">
                  <c:v>-7.9743400000000006E-2</c:v>
                </c:pt>
                <c:pt idx="1377">
                  <c:v>-7.9437999999999995E-2</c:v>
                </c:pt>
                <c:pt idx="1378">
                  <c:v>-7.9132599999999997E-2</c:v>
                </c:pt>
                <c:pt idx="1379">
                  <c:v>-7.88272E-2</c:v>
                </c:pt>
                <c:pt idx="1380">
                  <c:v>-7.8521800000000003E-2</c:v>
                </c:pt>
                <c:pt idx="1381">
                  <c:v>-7.8216400000000005E-2</c:v>
                </c:pt>
                <c:pt idx="1382">
                  <c:v>-7.7910999999999994E-2</c:v>
                </c:pt>
                <c:pt idx="1383">
                  <c:v>-7.7605599999999997E-2</c:v>
                </c:pt>
                <c:pt idx="1384">
                  <c:v>-7.7300199999999999E-2</c:v>
                </c:pt>
                <c:pt idx="1385">
                  <c:v>-7.6994800000000002E-2</c:v>
                </c:pt>
                <c:pt idx="1386">
                  <c:v>-7.6689400000000005E-2</c:v>
                </c:pt>
                <c:pt idx="1387">
                  <c:v>-7.6383999999999994E-2</c:v>
                </c:pt>
                <c:pt idx="1388">
                  <c:v>-7.6078599999999996E-2</c:v>
                </c:pt>
                <c:pt idx="1389">
                  <c:v>-7.5773199999999999E-2</c:v>
                </c:pt>
                <c:pt idx="1390">
                  <c:v>-7.5467800000000002E-2</c:v>
                </c:pt>
                <c:pt idx="1391">
                  <c:v>-7.5162400000000004E-2</c:v>
                </c:pt>
                <c:pt idx="1392">
                  <c:v>-7.4857000000000007E-2</c:v>
                </c:pt>
                <c:pt idx="1393">
                  <c:v>-7.4551599999999996E-2</c:v>
                </c:pt>
                <c:pt idx="1394">
                  <c:v>-7.4246199999999998E-2</c:v>
                </c:pt>
                <c:pt idx="1395">
                  <c:v>-7.3940800000000001E-2</c:v>
                </c:pt>
                <c:pt idx="1396">
                  <c:v>-7.3635400000000004E-2</c:v>
                </c:pt>
                <c:pt idx="1397">
                  <c:v>-7.3330000000000006E-2</c:v>
                </c:pt>
                <c:pt idx="1398">
                  <c:v>-7.3024599999999995E-2</c:v>
                </c:pt>
                <c:pt idx="1399">
                  <c:v>-7.2719199999999998E-2</c:v>
                </c:pt>
                <c:pt idx="1400">
                  <c:v>-7.24138E-2</c:v>
                </c:pt>
                <c:pt idx="1401">
                  <c:v>-7.2108400000000003E-2</c:v>
                </c:pt>
                <c:pt idx="1402">
                  <c:v>-7.1803000000000006E-2</c:v>
                </c:pt>
                <c:pt idx="1403">
                  <c:v>-7.1497599999999994E-2</c:v>
                </c:pt>
                <c:pt idx="1404">
                  <c:v>-7.1192199999999997E-2</c:v>
                </c:pt>
                <c:pt idx="1405">
                  <c:v>-7.08868E-2</c:v>
                </c:pt>
                <c:pt idx="1406">
                  <c:v>-7.0581400000000002E-2</c:v>
                </c:pt>
                <c:pt idx="1407">
                  <c:v>-7.0276000000000005E-2</c:v>
                </c:pt>
                <c:pt idx="1408">
                  <c:v>-6.9970699999999997E-2</c:v>
                </c:pt>
                <c:pt idx="1409">
                  <c:v>-6.9665299999999999E-2</c:v>
                </c:pt>
                <c:pt idx="1410">
                  <c:v>-6.9359900000000002E-2</c:v>
                </c:pt>
                <c:pt idx="1411">
                  <c:v>-6.9054500000000005E-2</c:v>
                </c:pt>
                <c:pt idx="1412">
                  <c:v>-6.8749099999999994E-2</c:v>
                </c:pt>
                <c:pt idx="1413">
                  <c:v>-6.8443699999999996E-2</c:v>
                </c:pt>
                <c:pt idx="1414">
                  <c:v>-6.8138299999999999E-2</c:v>
                </c:pt>
                <c:pt idx="1415">
                  <c:v>-6.7832900000000002E-2</c:v>
                </c:pt>
                <c:pt idx="1416">
                  <c:v>-6.7527500000000004E-2</c:v>
                </c:pt>
                <c:pt idx="1417">
                  <c:v>-6.7222100000000007E-2</c:v>
                </c:pt>
                <c:pt idx="1418">
                  <c:v>-6.6916699999999996E-2</c:v>
                </c:pt>
                <c:pt idx="1419">
                  <c:v>-6.6611299999999998E-2</c:v>
                </c:pt>
                <c:pt idx="1420">
                  <c:v>-6.6305900000000001E-2</c:v>
                </c:pt>
                <c:pt idx="1421">
                  <c:v>-6.6000500000000004E-2</c:v>
                </c:pt>
                <c:pt idx="1422">
                  <c:v>-6.5695100000000006E-2</c:v>
                </c:pt>
                <c:pt idx="1423">
                  <c:v>-6.5389699999999995E-2</c:v>
                </c:pt>
                <c:pt idx="1424">
                  <c:v>-6.5084299999999998E-2</c:v>
                </c:pt>
                <c:pt idx="1425">
                  <c:v>-6.47789E-2</c:v>
                </c:pt>
                <c:pt idx="1426">
                  <c:v>-6.4473500000000003E-2</c:v>
                </c:pt>
                <c:pt idx="1427">
                  <c:v>-6.4168100000000006E-2</c:v>
                </c:pt>
                <c:pt idx="1428">
                  <c:v>-6.3862699999999994E-2</c:v>
                </c:pt>
                <c:pt idx="1429">
                  <c:v>-6.3557299999999997E-2</c:v>
                </c:pt>
                <c:pt idx="1430">
                  <c:v>-6.32519E-2</c:v>
                </c:pt>
                <c:pt idx="1431">
                  <c:v>-6.2946500000000002E-2</c:v>
                </c:pt>
                <c:pt idx="1432">
                  <c:v>-6.2641100000000005E-2</c:v>
                </c:pt>
                <c:pt idx="1433">
                  <c:v>-6.2335700000000001E-2</c:v>
                </c:pt>
                <c:pt idx="1434">
                  <c:v>-6.2030299999999997E-2</c:v>
                </c:pt>
                <c:pt idx="1435">
                  <c:v>-6.1724899999999999E-2</c:v>
                </c:pt>
                <c:pt idx="1436">
                  <c:v>-6.1419500000000002E-2</c:v>
                </c:pt>
                <c:pt idx="1437">
                  <c:v>-6.1114099999999998E-2</c:v>
                </c:pt>
                <c:pt idx="1438">
                  <c:v>-6.08087E-2</c:v>
                </c:pt>
                <c:pt idx="1439">
                  <c:v>-6.0503300000000003E-2</c:v>
                </c:pt>
                <c:pt idx="1440">
                  <c:v>-6.0197899999999999E-2</c:v>
                </c:pt>
                <c:pt idx="1441">
                  <c:v>-5.9892500000000001E-2</c:v>
                </c:pt>
                <c:pt idx="1442">
                  <c:v>-5.9587099999999997E-2</c:v>
                </c:pt>
                <c:pt idx="1443">
                  <c:v>-5.92817E-2</c:v>
                </c:pt>
                <c:pt idx="1444">
                  <c:v>-5.8976300000000002E-2</c:v>
                </c:pt>
                <c:pt idx="1445">
                  <c:v>-5.8670899999999998E-2</c:v>
                </c:pt>
                <c:pt idx="1446">
                  <c:v>-5.8365500000000001E-2</c:v>
                </c:pt>
                <c:pt idx="1447">
                  <c:v>-5.8060100000000003E-2</c:v>
                </c:pt>
                <c:pt idx="1448">
                  <c:v>-5.7754699999999999E-2</c:v>
                </c:pt>
                <c:pt idx="1449">
                  <c:v>-5.7449300000000002E-2</c:v>
                </c:pt>
                <c:pt idx="1450">
                  <c:v>-5.7144E-2</c:v>
                </c:pt>
                <c:pt idx="1451">
                  <c:v>-5.6838600000000003E-2</c:v>
                </c:pt>
                <c:pt idx="1452">
                  <c:v>-5.6533199999999999E-2</c:v>
                </c:pt>
                <c:pt idx="1453">
                  <c:v>-5.6227800000000001E-2</c:v>
                </c:pt>
                <c:pt idx="1454">
                  <c:v>-5.5922399999999997E-2</c:v>
                </c:pt>
                <c:pt idx="1455">
                  <c:v>-5.5617E-2</c:v>
                </c:pt>
                <c:pt idx="1456">
                  <c:v>-5.5311600000000002E-2</c:v>
                </c:pt>
                <c:pt idx="1457">
                  <c:v>-5.5006199999999998E-2</c:v>
                </c:pt>
                <c:pt idx="1458">
                  <c:v>-5.4700800000000001E-2</c:v>
                </c:pt>
                <c:pt idx="1459">
                  <c:v>-5.4395399999999997E-2</c:v>
                </c:pt>
                <c:pt idx="1460">
                  <c:v>-5.4089999999999999E-2</c:v>
                </c:pt>
                <c:pt idx="1461">
                  <c:v>-5.3784600000000002E-2</c:v>
                </c:pt>
                <c:pt idx="1462">
                  <c:v>-5.3479199999999998E-2</c:v>
                </c:pt>
                <c:pt idx="1463">
                  <c:v>-5.31738E-2</c:v>
                </c:pt>
                <c:pt idx="1464">
                  <c:v>-5.2868400000000003E-2</c:v>
                </c:pt>
                <c:pt idx="1465">
                  <c:v>-5.2562999999999999E-2</c:v>
                </c:pt>
                <c:pt idx="1466">
                  <c:v>-5.2257600000000001E-2</c:v>
                </c:pt>
                <c:pt idx="1467">
                  <c:v>-5.1952199999999997E-2</c:v>
                </c:pt>
                <c:pt idx="1468">
                  <c:v>-5.16468E-2</c:v>
                </c:pt>
                <c:pt idx="1469">
                  <c:v>-5.1341400000000002E-2</c:v>
                </c:pt>
                <c:pt idx="1470">
                  <c:v>-5.1035999999999998E-2</c:v>
                </c:pt>
                <c:pt idx="1471">
                  <c:v>-5.0730600000000001E-2</c:v>
                </c:pt>
                <c:pt idx="1472">
                  <c:v>-5.0425200000000003E-2</c:v>
                </c:pt>
                <c:pt idx="1473">
                  <c:v>-5.0119799999999999E-2</c:v>
                </c:pt>
                <c:pt idx="1474">
                  <c:v>-4.9814400000000002E-2</c:v>
                </c:pt>
                <c:pt idx="1475">
                  <c:v>-4.9508999999999997E-2</c:v>
                </c:pt>
                <c:pt idx="1476">
                  <c:v>-4.92036E-2</c:v>
                </c:pt>
                <c:pt idx="1477">
                  <c:v>-4.8898200000000003E-2</c:v>
                </c:pt>
                <c:pt idx="1478">
                  <c:v>-4.8592799999999998E-2</c:v>
                </c:pt>
                <c:pt idx="1479">
                  <c:v>-4.8287400000000001E-2</c:v>
                </c:pt>
                <c:pt idx="1480">
                  <c:v>-4.7981999999999997E-2</c:v>
                </c:pt>
                <c:pt idx="1481">
                  <c:v>-4.76766E-2</c:v>
                </c:pt>
                <c:pt idx="1482">
                  <c:v>-4.7371200000000002E-2</c:v>
                </c:pt>
                <c:pt idx="1483">
                  <c:v>-4.7065799999999998E-2</c:v>
                </c:pt>
                <c:pt idx="1484">
                  <c:v>-4.6760400000000001E-2</c:v>
                </c:pt>
                <c:pt idx="1485">
                  <c:v>-4.6455000000000003E-2</c:v>
                </c:pt>
                <c:pt idx="1486">
                  <c:v>-4.6149599999999999E-2</c:v>
                </c:pt>
                <c:pt idx="1487">
                  <c:v>-4.5844200000000002E-2</c:v>
                </c:pt>
                <c:pt idx="1488">
                  <c:v>-4.5538799999999997E-2</c:v>
                </c:pt>
                <c:pt idx="1489">
                  <c:v>-4.52334E-2</c:v>
                </c:pt>
                <c:pt idx="1490">
                  <c:v>-4.4928000000000003E-2</c:v>
                </c:pt>
                <c:pt idx="1491">
                  <c:v>-4.4622599999999998E-2</c:v>
                </c:pt>
                <c:pt idx="1492">
                  <c:v>-4.4317299999999997E-2</c:v>
                </c:pt>
                <c:pt idx="1493">
                  <c:v>-4.40119E-2</c:v>
                </c:pt>
                <c:pt idx="1494">
                  <c:v>-4.3706500000000002E-2</c:v>
                </c:pt>
                <c:pt idx="1495">
                  <c:v>-4.3401099999999998E-2</c:v>
                </c:pt>
                <c:pt idx="1496">
                  <c:v>-4.3095700000000001E-2</c:v>
                </c:pt>
                <c:pt idx="1497">
                  <c:v>-4.2790300000000003E-2</c:v>
                </c:pt>
                <c:pt idx="1498">
                  <c:v>-4.2484899999999999E-2</c:v>
                </c:pt>
                <c:pt idx="1499">
                  <c:v>-4.2179500000000002E-2</c:v>
                </c:pt>
                <c:pt idx="1500">
                  <c:v>-4.1874099999999997E-2</c:v>
                </c:pt>
                <c:pt idx="1501">
                  <c:v>-4.15687E-2</c:v>
                </c:pt>
                <c:pt idx="1502">
                  <c:v>-4.1263300000000003E-2</c:v>
                </c:pt>
                <c:pt idx="1503">
                  <c:v>-4.0957899999999998E-2</c:v>
                </c:pt>
                <c:pt idx="1504">
                  <c:v>-4.0652500000000001E-2</c:v>
                </c:pt>
                <c:pt idx="1505">
                  <c:v>-4.0347099999999997E-2</c:v>
                </c:pt>
                <c:pt idx="1506">
                  <c:v>-4.00417E-2</c:v>
                </c:pt>
                <c:pt idx="1507">
                  <c:v>-3.9736300000000002E-2</c:v>
                </c:pt>
                <c:pt idx="1508">
                  <c:v>-3.9430899999999998E-2</c:v>
                </c:pt>
                <c:pt idx="1509">
                  <c:v>-3.9125500000000001E-2</c:v>
                </c:pt>
                <c:pt idx="1510">
                  <c:v>-3.8820100000000003E-2</c:v>
                </c:pt>
                <c:pt idx="1511">
                  <c:v>-3.8514699999999999E-2</c:v>
                </c:pt>
                <c:pt idx="1512">
                  <c:v>-3.8209300000000002E-2</c:v>
                </c:pt>
                <c:pt idx="1513">
                  <c:v>-3.7903899999999997E-2</c:v>
                </c:pt>
                <c:pt idx="1514">
                  <c:v>-3.75985E-2</c:v>
                </c:pt>
                <c:pt idx="1515">
                  <c:v>-3.7293100000000003E-2</c:v>
                </c:pt>
                <c:pt idx="1516">
                  <c:v>-3.6987699999999998E-2</c:v>
                </c:pt>
                <c:pt idx="1517">
                  <c:v>-3.6682300000000001E-2</c:v>
                </c:pt>
                <c:pt idx="1518">
                  <c:v>-3.6376899999999997E-2</c:v>
                </c:pt>
                <c:pt idx="1519">
                  <c:v>-3.6071499999999999E-2</c:v>
                </c:pt>
                <c:pt idx="1520">
                  <c:v>-3.5766100000000002E-2</c:v>
                </c:pt>
                <c:pt idx="1521">
                  <c:v>-3.5460699999999998E-2</c:v>
                </c:pt>
                <c:pt idx="1522">
                  <c:v>-3.51553E-2</c:v>
                </c:pt>
                <c:pt idx="1523">
                  <c:v>-3.4849900000000003E-2</c:v>
                </c:pt>
                <c:pt idx="1524">
                  <c:v>-3.4544499999999999E-2</c:v>
                </c:pt>
                <c:pt idx="1525">
                  <c:v>-3.4239100000000001E-2</c:v>
                </c:pt>
                <c:pt idx="1526">
                  <c:v>-3.3933699999999997E-2</c:v>
                </c:pt>
                <c:pt idx="1527">
                  <c:v>-3.36283E-2</c:v>
                </c:pt>
                <c:pt idx="1528">
                  <c:v>-3.3322900000000003E-2</c:v>
                </c:pt>
                <c:pt idx="1529">
                  <c:v>-3.3017499999999998E-2</c:v>
                </c:pt>
                <c:pt idx="1530">
                  <c:v>-3.2712100000000001E-2</c:v>
                </c:pt>
                <c:pt idx="1531">
                  <c:v>-3.2406699999999997E-2</c:v>
                </c:pt>
                <c:pt idx="1532">
                  <c:v>-3.2101299999999999E-2</c:v>
                </c:pt>
                <c:pt idx="1533">
                  <c:v>-3.1795900000000002E-2</c:v>
                </c:pt>
                <c:pt idx="1534">
                  <c:v>-3.1490600000000001E-2</c:v>
                </c:pt>
                <c:pt idx="1535">
                  <c:v>-3.11852E-2</c:v>
                </c:pt>
                <c:pt idx="1536">
                  <c:v>-3.0879799999999999E-2</c:v>
                </c:pt>
                <c:pt idx="1537">
                  <c:v>-3.0574400000000002E-2</c:v>
                </c:pt>
                <c:pt idx="1538">
                  <c:v>-3.0269000000000001E-2</c:v>
                </c:pt>
                <c:pt idx="1539">
                  <c:v>-2.99636E-2</c:v>
                </c:pt>
                <c:pt idx="1540">
                  <c:v>-2.9658199999999999E-2</c:v>
                </c:pt>
                <c:pt idx="1541">
                  <c:v>-2.9352799999999998E-2</c:v>
                </c:pt>
                <c:pt idx="1542">
                  <c:v>-2.9047400000000001E-2</c:v>
                </c:pt>
                <c:pt idx="1543">
                  <c:v>-2.8742E-2</c:v>
                </c:pt>
                <c:pt idx="1544">
                  <c:v>-2.8436599999999999E-2</c:v>
                </c:pt>
                <c:pt idx="1545">
                  <c:v>-2.8131199999999999E-2</c:v>
                </c:pt>
                <c:pt idx="1546">
                  <c:v>-2.7825800000000001E-2</c:v>
                </c:pt>
                <c:pt idx="1547">
                  <c:v>-2.75204E-2</c:v>
                </c:pt>
                <c:pt idx="1548">
                  <c:v>-2.7215E-2</c:v>
                </c:pt>
                <c:pt idx="1549">
                  <c:v>-2.6909599999999999E-2</c:v>
                </c:pt>
                <c:pt idx="1550">
                  <c:v>-2.6604200000000001E-2</c:v>
                </c:pt>
                <c:pt idx="1551">
                  <c:v>-2.6298800000000001E-2</c:v>
                </c:pt>
                <c:pt idx="1552">
                  <c:v>-2.59934E-2</c:v>
                </c:pt>
                <c:pt idx="1553">
                  <c:v>-2.5687999999999999E-2</c:v>
                </c:pt>
                <c:pt idx="1554">
                  <c:v>-2.5382600000000002E-2</c:v>
                </c:pt>
                <c:pt idx="1555">
                  <c:v>-2.5077200000000001E-2</c:v>
                </c:pt>
                <c:pt idx="1556">
                  <c:v>-2.47718E-2</c:v>
                </c:pt>
                <c:pt idx="1557">
                  <c:v>-2.4466399999999999E-2</c:v>
                </c:pt>
                <c:pt idx="1558">
                  <c:v>-2.4160999999999998E-2</c:v>
                </c:pt>
                <c:pt idx="1559">
                  <c:v>-2.3855600000000001E-2</c:v>
                </c:pt>
                <c:pt idx="1560">
                  <c:v>-2.35502E-2</c:v>
                </c:pt>
                <c:pt idx="1561">
                  <c:v>-2.3244799999999999E-2</c:v>
                </c:pt>
                <c:pt idx="1562">
                  <c:v>-2.2939399999999999E-2</c:v>
                </c:pt>
                <c:pt idx="1563">
                  <c:v>-2.2634000000000001E-2</c:v>
                </c:pt>
                <c:pt idx="1564">
                  <c:v>-2.2328600000000001E-2</c:v>
                </c:pt>
                <c:pt idx="1565">
                  <c:v>-2.20232E-2</c:v>
                </c:pt>
                <c:pt idx="1566">
                  <c:v>-2.1717799999999999E-2</c:v>
                </c:pt>
                <c:pt idx="1567">
                  <c:v>-2.1412400000000002E-2</c:v>
                </c:pt>
                <c:pt idx="1568">
                  <c:v>-2.1107000000000001E-2</c:v>
                </c:pt>
                <c:pt idx="1569">
                  <c:v>-2.08016E-2</c:v>
                </c:pt>
                <c:pt idx="1570">
                  <c:v>-2.0496199999999999E-2</c:v>
                </c:pt>
                <c:pt idx="1571">
                  <c:v>-2.0190799999999998E-2</c:v>
                </c:pt>
                <c:pt idx="1572">
                  <c:v>-1.9885400000000001E-2</c:v>
                </c:pt>
                <c:pt idx="1573">
                  <c:v>-1.958E-2</c:v>
                </c:pt>
                <c:pt idx="1574">
                  <c:v>-1.9274599999999999E-2</c:v>
                </c:pt>
                <c:pt idx="1575">
                  <c:v>-1.8969199999999999E-2</c:v>
                </c:pt>
                <c:pt idx="1576">
                  <c:v>-1.8663900000000001E-2</c:v>
                </c:pt>
                <c:pt idx="1577">
                  <c:v>-1.83585E-2</c:v>
                </c:pt>
                <c:pt idx="1578">
                  <c:v>-1.8053099999999999E-2</c:v>
                </c:pt>
                <c:pt idx="1579">
                  <c:v>-1.7747700000000002E-2</c:v>
                </c:pt>
                <c:pt idx="1580">
                  <c:v>-1.7442300000000001E-2</c:v>
                </c:pt>
                <c:pt idx="1581">
                  <c:v>-1.71369E-2</c:v>
                </c:pt>
                <c:pt idx="1582">
                  <c:v>-1.6831499999999999E-2</c:v>
                </c:pt>
                <c:pt idx="1583">
                  <c:v>-1.6526099999999998E-2</c:v>
                </c:pt>
                <c:pt idx="1584">
                  <c:v>-1.6220700000000001E-2</c:v>
                </c:pt>
                <c:pt idx="1585">
                  <c:v>-1.59153E-2</c:v>
                </c:pt>
                <c:pt idx="1586">
                  <c:v>-1.5609899999999999E-2</c:v>
                </c:pt>
                <c:pt idx="1587">
                  <c:v>-1.53045E-2</c:v>
                </c:pt>
                <c:pt idx="1588">
                  <c:v>-1.49991E-2</c:v>
                </c:pt>
                <c:pt idx="1589">
                  <c:v>-1.4693700000000001E-2</c:v>
                </c:pt>
                <c:pt idx="1590">
                  <c:v>-1.43883E-2</c:v>
                </c:pt>
                <c:pt idx="1591">
                  <c:v>-1.4082900000000001E-2</c:v>
                </c:pt>
                <c:pt idx="1592">
                  <c:v>-1.37775E-2</c:v>
                </c:pt>
                <c:pt idx="1593">
                  <c:v>-1.3472100000000001E-2</c:v>
                </c:pt>
                <c:pt idx="1594">
                  <c:v>-1.31667E-2</c:v>
                </c:pt>
                <c:pt idx="1595">
                  <c:v>-1.2861300000000001E-2</c:v>
                </c:pt>
                <c:pt idx="1596">
                  <c:v>-1.25559E-2</c:v>
                </c:pt>
                <c:pt idx="1597">
                  <c:v>-1.2250499999999999E-2</c:v>
                </c:pt>
                <c:pt idx="1598">
                  <c:v>-1.19451E-2</c:v>
                </c:pt>
                <c:pt idx="1599">
                  <c:v>-1.1639699999999999E-2</c:v>
                </c:pt>
                <c:pt idx="1600">
                  <c:v>-1.13343E-2</c:v>
                </c:pt>
                <c:pt idx="1601">
                  <c:v>-1.1028899999999999E-2</c:v>
                </c:pt>
                <c:pt idx="1602">
                  <c:v>-1.07235E-2</c:v>
                </c:pt>
                <c:pt idx="1603">
                  <c:v>-1.04181E-2</c:v>
                </c:pt>
                <c:pt idx="1604">
                  <c:v>-1.0112700000000001E-2</c:v>
                </c:pt>
                <c:pt idx="1605">
                  <c:v>-9.8073199999999996E-3</c:v>
                </c:pt>
                <c:pt idx="1606">
                  <c:v>-9.5019200000000005E-3</c:v>
                </c:pt>
                <c:pt idx="1607">
                  <c:v>-9.1965299999999996E-3</c:v>
                </c:pt>
                <c:pt idx="1608">
                  <c:v>-8.8911300000000006E-3</c:v>
                </c:pt>
                <c:pt idx="1609">
                  <c:v>-8.5857299999999998E-3</c:v>
                </c:pt>
                <c:pt idx="1610">
                  <c:v>-8.2803300000000007E-3</c:v>
                </c:pt>
                <c:pt idx="1611">
                  <c:v>-7.9749299999999999E-3</c:v>
                </c:pt>
                <c:pt idx="1612">
                  <c:v>-7.6695399999999999E-3</c:v>
                </c:pt>
                <c:pt idx="1613">
                  <c:v>-7.3641399999999999E-3</c:v>
                </c:pt>
                <c:pt idx="1614">
                  <c:v>-7.05874E-3</c:v>
                </c:pt>
                <c:pt idx="1615">
                  <c:v>-6.75334E-3</c:v>
                </c:pt>
                <c:pt idx="1616">
                  <c:v>-6.44795E-3</c:v>
                </c:pt>
                <c:pt idx="1617">
                  <c:v>-6.1425500000000001E-3</c:v>
                </c:pt>
                <c:pt idx="1618">
                  <c:v>-5.8371500000000002E-3</c:v>
                </c:pt>
                <c:pt idx="1619">
                  <c:v>-5.5317500000000002E-3</c:v>
                </c:pt>
                <c:pt idx="1620">
                  <c:v>-5.2263600000000002E-3</c:v>
                </c:pt>
                <c:pt idx="1621">
                  <c:v>-4.9209600000000003E-3</c:v>
                </c:pt>
                <c:pt idx="1622">
                  <c:v>-4.6155600000000003E-3</c:v>
                </c:pt>
                <c:pt idx="1623">
                  <c:v>-4.3101600000000004E-3</c:v>
                </c:pt>
                <c:pt idx="1624">
                  <c:v>-4.0047700000000004E-3</c:v>
                </c:pt>
                <c:pt idx="1625">
                  <c:v>-3.69937E-3</c:v>
                </c:pt>
                <c:pt idx="1626">
                  <c:v>-3.3939700000000001E-3</c:v>
                </c:pt>
                <c:pt idx="1627">
                  <c:v>-3.0885700000000001E-3</c:v>
                </c:pt>
                <c:pt idx="1628">
                  <c:v>-2.7831800000000001E-3</c:v>
                </c:pt>
                <c:pt idx="1629">
                  <c:v>-2.4777800000000002E-3</c:v>
                </c:pt>
                <c:pt idx="1630">
                  <c:v>-2.1723799999999998E-3</c:v>
                </c:pt>
                <c:pt idx="1631">
                  <c:v>-1.8669800000000001E-3</c:v>
                </c:pt>
                <c:pt idx="1632">
                  <c:v>-1.5615799999999999E-3</c:v>
                </c:pt>
                <c:pt idx="1633">
                  <c:v>-1.2561899999999999E-3</c:v>
                </c:pt>
                <c:pt idx="1634">
                  <c:v>-9.5078899999999995E-4</c:v>
                </c:pt>
                <c:pt idx="1635">
                  <c:v>-6.4539199999999995E-4</c:v>
                </c:pt>
                <c:pt idx="1636">
                  <c:v>-3.3999399999999998E-4</c:v>
                </c:pt>
                <c:pt idx="1637" formatCode="0.00E+00">
                  <c:v>-3.45965E-5</c:v>
                </c:pt>
                <c:pt idx="1638">
                  <c:v>2.7080099999999998E-4</c:v>
                </c:pt>
                <c:pt idx="1639">
                  <c:v>5.76199E-4</c:v>
                </c:pt>
                <c:pt idx="1640">
                  <c:v>8.8159600000000001E-4</c:v>
                </c:pt>
                <c:pt idx="1641">
                  <c:v>1.18699E-3</c:v>
                </c:pt>
                <c:pt idx="1642">
                  <c:v>1.4923899999999999E-3</c:v>
                </c:pt>
                <c:pt idx="1643">
                  <c:v>1.7977900000000001E-3</c:v>
                </c:pt>
                <c:pt idx="1644">
                  <c:v>2.10319E-3</c:v>
                </c:pt>
                <c:pt idx="1645">
                  <c:v>2.40858E-3</c:v>
                </c:pt>
                <c:pt idx="1646">
                  <c:v>2.71398E-3</c:v>
                </c:pt>
                <c:pt idx="1647">
                  <c:v>3.0193799999999999E-3</c:v>
                </c:pt>
                <c:pt idx="1648">
                  <c:v>3.3247799999999998E-3</c:v>
                </c:pt>
                <c:pt idx="1649">
                  <c:v>3.6301699999999998E-3</c:v>
                </c:pt>
                <c:pt idx="1650">
                  <c:v>3.9355700000000002E-3</c:v>
                </c:pt>
                <c:pt idx="1651">
                  <c:v>4.2409700000000002E-3</c:v>
                </c:pt>
                <c:pt idx="1652">
                  <c:v>4.5463700000000001E-3</c:v>
                </c:pt>
                <c:pt idx="1653">
                  <c:v>4.85177E-3</c:v>
                </c:pt>
                <c:pt idx="1654">
                  <c:v>5.15716E-3</c:v>
                </c:pt>
                <c:pt idx="1655">
                  <c:v>5.46256E-3</c:v>
                </c:pt>
                <c:pt idx="1656">
                  <c:v>5.7679599999999999E-3</c:v>
                </c:pt>
                <c:pt idx="1657">
                  <c:v>6.0733599999999999E-3</c:v>
                </c:pt>
                <c:pt idx="1658">
                  <c:v>6.3787499999999999E-3</c:v>
                </c:pt>
                <c:pt idx="1659">
                  <c:v>6.6841499999999998E-3</c:v>
                </c:pt>
                <c:pt idx="1660">
                  <c:v>6.9895499999999998E-3</c:v>
                </c:pt>
                <c:pt idx="1661">
                  <c:v>7.2949499999999997E-3</c:v>
                </c:pt>
                <c:pt idx="1662">
                  <c:v>7.6003399999999997E-3</c:v>
                </c:pt>
                <c:pt idx="1663">
                  <c:v>7.9057399999999996E-3</c:v>
                </c:pt>
                <c:pt idx="1664">
                  <c:v>8.2111400000000005E-3</c:v>
                </c:pt>
                <c:pt idx="1665">
                  <c:v>8.5165399999999995E-3</c:v>
                </c:pt>
                <c:pt idx="1666">
                  <c:v>8.8219300000000004E-3</c:v>
                </c:pt>
                <c:pt idx="1667">
                  <c:v>9.1273299999999995E-3</c:v>
                </c:pt>
                <c:pt idx="1668">
                  <c:v>9.4327300000000003E-3</c:v>
                </c:pt>
                <c:pt idx="1669">
                  <c:v>9.7381299999999994E-3</c:v>
                </c:pt>
                <c:pt idx="1670">
                  <c:v>1.00435E-2</c:v>
                </c:pt>
                <c:pt idx="1671">
                  <c:v>1.0348899999999999E-2</c:v>
                </c:pt>
                <c:pt idx="1672">
                  <c:v>1.06543E-2</c:v>
                </c:pt>
                <c:pt idx="1673">
                  <c:v>1.0959699999999999E-2</c:v>
                </c:pt>
                <c:pt idx="1674">
                  <c:v>1.12651E-2</c:v>
                </c:pt>
                <c:pt idx="1675">
                  <c:v>1.1570499999999999E-2</c:v>
                </c:pt>
                <c:pt idx="1676">
                  <c:v>1.18759E-2</c:v>
                </c:pt>
                <c:pt idx="1677">
                  <c:v>1.2181300000000001E-2</c:v>
                </c:pt>
                <c:pt idx="1678">
                  <c:v>1.24867E-2</c:v>
                </c:pt>
                <c:pt idx="1679">
                  <c:v>1.2792100000000001E-2</c:v>
                </c:pt>
                <c:pt idx="1680">
                  <c:v>1.30975E-2</c:v>
                </c:pt>
                <c:pt idx="1681">
                  <c:v>1.3402900000000001E-2</c:v>
                </c:pt>
                <c:pt idx="1682">
                  <c:v>1.37083E-2</c:v>
                </c:pt>
                <c:pt idx="1683">
                  <c:v>1.40137E-2</c:v>
                </c:pt>
                <c:pt idx="1684">
                  <c:v>1.43191E-2</c:v>
                </c:pt>
                <c:pt idx="1685">
                  <c:v>1.46245E-2</c:v>
                </c:pt>
                <c:pt idx="1686">
                  <c:v>1.4929899999999999E-2</c:v>
                </c:pt>
                <c:pt idx="1687">
                  <c:v>1.52353E-2</c:v>
                </c:pt>
                <c:pt idx="1688">
                  <c:v>1.5540699999999999E-2</c:v>
                </c:pt>
                <c:pt idx="1689">
                  <c:v>1.5846099999999998E-2</c:v>
                </c:pt>
                <c:pt idx="1690">
                  <c:v>1.6151499999999999E-2</c:v>
                </c:pt>
                <c:pt idx="1691">
                  <c:v>1.64569E-2</c:v>
                </c:pt>
                <c:pt idx="1692">
                  <c:v>1.6762300000000001E-2</c:v>
                </c:pt>
                <c:pt idx="1693">
                  <c:v>1.7067700000000002E-2</c:v>
                </c:pt>
                <c:pt idx="1694">
                  <c:v>1.7373099999999999E-2</c:v>
                </c:pt>
                <c:pt idx="1695">
                  <c:v>1.76785E-2</c:v>
                </c:pt>
                <c:pt idx="1696">
                  <c:v>1.7983900000000001E-2</c:v>
                </c:pt>
                <c:pt idx="1697">
                  <c:v>1.8289300000000001E-2</c:v>
                </c:pt>
                <c:pt idx="1698">
                  <c:v>1.8594699999999999E-2</c:v>
                </c:pt>
                <c:pt idx="1699">
                  <c:v>1.89001E-2</c:v>
                </c:pt>
                <c:pt idx="1700">
                  <c:v>1.92055E-2</c:v>
                </c:pt>
                <c:pt idx="1701">
                  <c:v>1.9510900000000001E-2</c:v>
                </c:pt>
                <c:pt idx="1702">
                  <c:v>1.9816199999999999E-2</c:v>
                </c:pt>
                <c:pt idx="1703">
                  <c:v>2.01216E-2</c:v>
                </c:pt>
                <c:pt idx="1704">
                  <c:v>2.0427000000000001E-2</c:v>
                </c:pt>
                <c:pt idx="1705">
                  <c:v>2.0732400000000002E-2</c:v>
                </c:pt>
                <c:pt idx="1706">
                  <c:v>2.1037799999999999E-2</c:v>
                </c:pt>
                <c:pt idx="1707">
                  <c:v>2.13432E-2</c:v>
                </c:pt>
                <c:pt idx="1708">
                  <c:v>2.16486E-2</c:v>
                </c:pt>
                <c:pt idx="1709">
                  <c:v>2.1954000000000001E-2</c:v>
                </c:pt>
                <c:pt idx="1710">
                  <c:v>2.2259399999999999E-2</c:v>
                </c:pt>
                <c:pt idx="1711">
                  <c:v>2.2564799999999999E-2</c:v>
                </c:pt>
                <c:pt idx="1712">
                  <c:v>2.28702E-2</c:v>
                </c:pt>
                <c:pt idx="1713">
                  <c:v>2.3175600000000001E-2</c:v>
                </c:pt>
                <c:pt idx="1714">
                  <c:v>2.3480999999999998E-2</c:v>
                </c:pt>
                <c:pt idx="1715">
                  <c:v>2.3786399999999999E-2</c:v>
                </c:pt>
                <c:pt idx="1716">
                  <c:v>2.40918E-2</c:v>
                </c:pt>
                <c:pt idx="1717">
                  <c:v>2.4397200000000001E-2</c:v>
                </c:pt>
                <c:pt idx="1718">
                  <c:v>2.4702600000000002E-2</c:v>
                </c:pt>
                <c:pt idx="1719">
                  <c:v>2.5007999999999999E-2</c:v>
                </c:pt>
                <c:pt idx="1720">
                  <c:v>2.53134E-2</c:v>
                </c:pt>
                <c:pt idx="1721">
                  <c:v>2.5618800000000001E-2</c:v>
                </c:pt>
                <c:pt idx="1722">
                  <c:v>2.5924200000000001E-2</c:v>
                </c:pt>
                <c:pt idx="1723">
                  <c:v>2.6229599999999999E-2</c:v>
                </c:pt>
                <c:pt idx="1724">
                  <c:v>2.6535E-2</c:v>
                </c:pt>
                <c:pt idx="1725">
                  <c:v>2.68404E-2</c:v>
                </c:pt>
                <c:pt idx="1726">
                  <c:v>2.7145800000000001E-2</c:v>
                </c:pt>
                <c:pt idx="1727">
                  <c:v>2.7451199999999999E-2</c:v>
                </c:pt>
                <c:pt idx="1728">
                  <c:v>2.7756599999999999E-2</c:v>
                </c:pt>
                <c:pt idx="1729">
                  <c:v>2.8062E-2</c:v>
                </c:pt>
                <c:pt idx="1730">
                  <c:v>2.8367400000000001E-2</c:v>
                </c:pt>
                <c:pt idx="1731">
                  <c:v>2.8672799999999998E-2</c:v>
                </c:pt>
                <c:pt idx="1732">
                  <c:v>2.8978199999999999E-2</c:v>
                </c:pt>
                <c:pt idx="1733">
                  <c:v>2.92836E-2</c:v>
                </c:pt>
                <c:pt idx="1734">
                  <c:v>2.9589000000000001E-2</c:v>
                </c:pt>
                <c:pt idx="1735">
                  <c:v>2.9894400000000002E-2</c:v>
                </c:pt>
                <c:pt idx="1736">
                  <c:v>3.0199799999999999E-2</c:v>
                </c:pt>
                <c:pt idx="1737">
                  <c:v>3.05052E-2</c:v>
                </c:pt>
                <c:pt idx="1738">
                  <c:v>3.08106E-2</c:v>
                </c:pt>
                <c:pt idx="1739">
                  <c:v>3.1116000000000001E-2</c:v>
                </c:pt>
                <c:pt idx="1740">
                  <c:v>3.1421400000000002E-2</c:v>
                </c:pt>
                <c:pt idx="1741">
                  <c:v>3.1726799999999999E-2</c:v>
                </c:pt>
                <c:pt idx="1742">
                  <c:v>3.2032199999999997E-2</c:v>
                </c:pt>
                <c:pt idx="1743">
                  <c:v>3.2337600000000001E-2</c:v>
                </c:pt>
                <c:pt idx="1744">
                  <c:v>3.2642900000000002E-2</c:v>
                </c:pt>
                <c:pt idx="1745">
                  <c:v>3.29483E-2</c:v>
                </c:pt>
                <c:pt idx="1746">
                  <c:v>3.3253699999999997E-2</c:v>
                </c:pt>
                <c:pt idx="1747">
                  <c:v>3.3559100000000001E-2</c:v>
                </c:pt>
                <c:pt idx="1748">
                  <c:v>3.3864499999999999E-2</c:v>
                </c:pt>
                <c:pt idx="1749">
                  <c:v>3.4169900000000003E-2</c:v>
                </c:pt>
                <c:pt idx="1750">
                  <c:v>3.44753E-2</c:v>
                </c:pt>
                <c:pt idx="1751">
                  <c:v>3.4780699999999998E-2</c:v>
                </c:pt>
                <c:pt idx="1752">
                  <c:v>3.5086100000000002E-2</c:v>
                </c:pt>
                <c:pt idx="1753">
                  <c:v>3.5391499999999999E-2</c:v>
                </c:pt>
                <c:pt idx="1754">
                  <c:v>3.5696899999999997E-2</c:v>
                </c:pt>
                <c:pt idx="1755">
                  <c:v>3.6002300000000001E-2</c:v>
                </c:pt>
                <c:pt idx="1756">
                  <c:v>3.6307699999999998E-2</c:v>
                </c:pt>
                <c:pt idx="1757">
                  <c:v>3.6613100000000003E-2</c:v>
                </c:pt>
                <c:pt idx="1758">
                  <c:v>3.69185E-2</c:v>
                </c:pt>
                <c:pt idx="1759">
                  <c:v>3.7223899999999997E-2</c:v>
                </c:pt>
                <c:pt idx="1760">
                  <c:v>3.7529300000000002E-2</c:v>
                </c:pt>
                <c:pt idx="1761">
                  <c:v>3.7834699999999999E-2</c:v>
                </c:pt>
                <c:pt idx="1762">
                  <c:v>3.8140100000000003E-2</c:v>
                </c:pt>
                <c:pt idx="1763">
                  <c:v>3.8445500000000001E-2</c:v>
                </c:pt>
                <c:pt idx="1764">
                  <c:v>3.8750899999999998E-2</c:v>
                </c:pt>
                <c:pt idx="1765">
                  <c:v>3.9056300000000002E-2</c:v>
                </c:pt>
                <c:pt idx="1766">
                  <c:v>3.9361699999999999E-2</c:v>
                </c:pt>
                <c:pt idx="1767">
                  <c:v>3.9667099999999997E-2</c:v>
                </c:pt>
                <c:pt idx="1768">
                  <c:v>3.9972500000000001E-2</c:v>
                </c:pt>
                <c:pt idx="1769">
                  <c:v>4.0277899999999998E-2</c:v>
                </c:pt>
                <c:pt idx="1770">
                  <c:v>4.0583300000000003E-2</c:v>
                </c:pt>
                <c:pt idx="1771">
                  <c:v>4.08887E-2</c:v>
                </c:pt>
                <c:pt idx="1772">
                  <c:v>4.1194099999999997E-2</c:v>
                </c:pt>
                <c:pt idx="1773">
                  <c:v>4.1499500000000002E-2</c:v>
                </c:pt>
                <c:pt idx="1774">
                  <c:v>4.1804899999999999E-2</c:v>
                </c:pt>
                <c:pt idx="1775">
                  <c:v>4.2110300000000003E-2</c:v>
                </c:pt>
                <c:pt idx="1776">
                  <c:v>4.2415700000000001E-2</c:v>
                </c:pt>
                <c:pt idx="1777">
                  <c:v>4.2721099999999998E-2</c:v>
                </c:pt>
                <c:pt idx="1778">
                  <c:v>4.3026500000000002E-2</c:v>
                </c:pt>
                <c:pt idx="1779">
                  <c:v>4.33319E-2</c:v>
                </c:pt>
                <c:pt idx="1780">
                  <c:v>4.3637299999999997E-2</c:v>
                </c:pt>
                <c:pt idx="1781">
                  <c:v>4.3942700000000001E-2</c:v>
                </c:pt>
                <c:pt idx="1782">
                  <c:v>4.4248099999999999E-2</c:v>
                </c:pt>
                <c:pt idx="1783">
                  <c:v>4.4553500000000003E-2</c:v>
                </c:pt>
                <c:pt idx="1784">
                  <c:v>4.48589E-2</c:v>
                </c:pt>
                <c:pt idx="1785">
                  <c:v>4.5164299999999998E-2</c:v>
                </c:pt>
                <c:pt idx="1786">
                  <c:v>4.5469599999999999E-2</c:v>
                </c:pt>
                <c:pt idx="1787">
                  <c:v>4.5775000000000003E-2</c:v>
                </c:pt>
                <c:pt idx="1788">
                  <c:v>4.6080400000000001E-2</c:v>
                </c:pt>
                <c:pt idx="1789">
                  <c:v>4.6385799999999998E-2</c:v>
                </c:pt>
                <c:pt idx="1790">
                  <c:v>4.6691200000000002E-2</c:v>
                </c:pt>
                <c:pt idx="1791">
                  <c:v>4.6996599999999999E-2</c:v>
                </c:pt>
                <c:pt idx="1792">
                  <c:v>4.7301999999999997E-2</c:v>
                </c:pt>
                <c:pt idx="1793">
                  <c:v>4.7607400000000001E-2</c:v>
                </c:pt>
                <c:pt idx="1794">
                  <c:v>4.7912799999999998E-2</c:v>
                </c:pt>
                <c:pt idx="1795">
                  <c:v>4.8218200000000003E-2</c:v>
                </c:pt>
                <c:pt idx="1796">
                  <c:v>4.85236E-2</c:v>
                </c:pt>
                <c:pt idx="1797">
                  <c:v>4.8828999999999997E-2</c:v>
                </c:pt>
                <c:pt idx="1798">
                  <c:v>4.9134400000000002E-2</c:v>
                </c:pt>
                <c:pt idx="1799">
                  <c:v>4.9439799999999999E-2</c:v>
                </c:pt>
                <c:pt idx="1800">
                  <c:v>4.9745200000000003E-2</c:v>
                </c:pt>
                <c:pt idx="1801">
                  <c:v>5.0050600000000001E-2</c:v>
                </c:pt>
                <c:pt idx="1802">
                  <c:v>5.0355999999999998E-2</c:v>
                </c:pt>
                <c:pt idx="1803">
                  <c:v>5.0661400000000002E-2</c:v>
                </c:pt>
                <c:pt idx="1804">
                  <c:v>5.09668E-2</c:v>
                </c:pt>
                <c:pt idx="1805">
                  <c:v>5.1272199999999997E-2</c:v>
                </c:pt>
                <c:pt idx="1806">
                  <c:v>5.1577600000000001E-2</c:v>
                </c:pt>
                <c:pt idx="1807">
                  <c:v>5.1882999999999999E-2</c:v>
                </c:pt>
                <c:pt idx="1808">
                  <c:v>5.2188400000000003E-2</c:v>
                </c:pt>
                <c:pt idx="1809">
                  <c:v>5.24938E-2</c:v>
                </c:pt>
                <c:pt idx="1810">
                  <c:v>5.2799199999999998E-2</c:v>
                </c:pt>
                <c:pt idx="1811">
                  <c:v>5.3104600000000002E-2</c:v>
                </c:pt>
                <c:pt idx="1812">
                  <c:v>5.3409999999999999E-2</c:v>
                </c:pt>
                <c:pt idx="1813">
                  <c:v>5.3715400000000003E-2</c:v>
                </c:pt>
                <c:pt idx="1814">
                  <c:v>5.4020800000000001E-2</c:v>
                </c:pt>
                <c:pt idx="1815">
                  <c:v>5.4326199999999998E-2</c:v>
                </c:pt>
                <c:pt idx="1816">
                  <c:v>5.4631600000000002E-2</c:v>
                </c:pt>
                <c:pt idx="1817">
                  <c:v>5.4937E-2</c:v>
                </c:pt>
                <c:pt idx="1818">
                  <c:v>5.5242399999999997E-2</c:v>
                </c:pt>
                <c:pt idx="1819">
                  <c:v>5.5547800000000001E-2</c:v>
                </c:pt>
                <c:pt idx="1820">
                  <c:v>5.5853199999999999E-2</c:v>
                </c:pt>
                <c:pt idx="1821">
                  <c:v>5.6158600000000003E-2</c:v>
                </c:pt>
                <c:pt idx="1822">
                  <c:v>5.6464E-2</c:v>
                </c:pt>
                <c:pt idx="1823">
                  <c:v>5.6769399999999998E-2</c:v>
                </c:pt>
                <c:pt idx="1824">
                  <c:v>5.7074800000000002E-2</c:v>
                </c:pt>
                <c:pt idx="1825">
                  <c:v>5.7380199999999999E-2</c:v>
                </c:pt>
                <c:pt idx="1826">
                  <c:v>5.7685599999999997E-2</c:v>
                </c:pt>
                <c:pt idx="1827">
                  <c:v>5.7991000000000001E-2</c:v>
                </c:pt>
                <c:pt idx="1828">
                  <c:v>5.8296300000000002E-2</c:v>
                </c:pt>
                <c:pt idx="1829">
                  <c:v>5.86017E-2</c:v>
                </c:pt>
                <c:pt idx="1830">
                  <c:v>5.8907099999999997E-2</c:v>
                </c:pt>
                <c:pt idx="1831">
                  <c:v>5.9212500000000001E-2</c:v>
                </c:pt>
                <c:pt idx="1832">
                  <c:v>5.9517899999999999E-2</c:v>
                </c:pt>
                <c:pt idx="1833">
                  <c:v>5.9823300000000003E-2</c:v>
                </c:pt>
                <c:pt idx="1834">
                  <c:v>6.01287E-2</c:v>
                </c:pt>
                <c:pt idx="1835">
                  <c:v>6.0434099999999998E-2</c:v>
                </c:pt>
                <c:pt idx="1836">
                  <c:v>6.0739500000000002E-2</c:v>
                </c:pt>
                <c:pt idx="1837">
                  <c:v>6.1044899999999999E-2</c:v>
                </c:pt>
                <c:pt idx="1838">
                  <c:v>6.1350300000000003E-2</c:v>
                </c:pt>
                <c:pt idx="1839">
                  <c:v>6.1655700000000001E-2</c:v>
                </c:pt>
                <c:pt idx="1840">
                  <c:v>6.1961099999999998E-2</c:v>
                </c:pt>
                <c:pt idx="1841">
                  <c:v>6.2266500000000002E-2</c:v>
                </c:pt>
                <c:pt idx="1842">
                  <c:v>6.25719E-2</c:v>
                </c:pt>
                <c:pt idx="1843">
                  <c:v>6.2877299999999997E-2</c:v>
                </c:pt>
                <c:pt idx="1844">
                  <c:v>6.3182699999999994E-2</c:v>
                </c:pt>
                <c:pt idx="1845">
                  <c:v>6.3488100000000006E-2</c:v>
                </c:pt>
                <c:pt idx="1846">
                  <c:v>6.3793500000000003E-2</c:v>
                </c:pt>
                <c:pt idx="1847">
                  <c:v>6.40989E-2</c:v>
                </c:pt>
                <c:pt idx="1848">
                  <c:v>6.4404299999999998E-2</c:v>
                </c:pt>
                <c:pt idx="1849">
                  <c:v>6.4709699999999995E-2</c:v>
                </c:pt>
                <c:pt idx="1850">
                  <c:v>6.5015100000000006E-2</c:v>
                </c:pt>
                <c:pt idx="1851">
                  <c:v>6.5320500000000004E-2</c:v>
                </c:pt>
                <c:pt idx="1852">
                  <c:v>6.5625900000000001E-2</c:v>
                </c:pt>
                <c:pt idx="1853">
                  <c:v>6.5931299999999998E-2</c:v>
                </c:pt>
                <c:pt idx="1854">
                  <c:v>6.6236699999999996E-2</c:v>
                </c:pt>
                <c:pt idx="1855">
                  <c:v>6.6542100000000007E-2</c:v>
                </c:pt>
                <c:pt idx="1856">
                  <c:v>6.6847500000000004E-2</c:v>
                </c:pt>
                <c:pt idx="1857">
                  <c:v>6.7152900000000001E-2</c:v>
                </c:pt>
                <c:pt idx="1858">
                  <c:v>6.7458299999999999E-2</c:v>
                </c:pt>
                <c:pt idx="1859">
                  <c:v>6.7763699999999996E-2</c:v>
                </c:pt>
                <c:pt idx="1860">
                  <c:v>6.8069099999999993E-2</c:v>
                </c:pt>
                <c:pt idx="1861">
                  <c:v>6.8374500000000005E-2</c:v>
                </c:pt>
                <c:pt idx="1862">
                  <c:v>6.8679900000000002E-2</c:v>
                </c:pt>
                <c:pt idx="1863">
                  <c:v>6.8985299999999999E-2</c:v>
                </c:pt>
                <c:pt idx="1864">
                  <c:v>6.9290699999999997E-2</c:v>
                </c:pt>
                <c:pt idx="1865">
                  <c:v>6.9596099999999994E-2</c:v>
                </c:pt>
                <c:pt idx="1866">
                  <c:v>6.9901500000000005E-2</c:v>
                </c:pt>
                <c:pt idx="1867">
                  <c:v>7.0206900000000003E-2</c:v>
                </c:pt>
                <c:pt idx="1868">
                  <c:v>7.05123E-2</c:v>
                </c:pt>
                <c:pt idx="1869">
                  <c:v>7.0817699999999997E-2</c:v>
                </c:pt>
                <c:pt idx="1870">
                  <c:v>7.1123000000000006E-2</c:v>
                </c:pt>
                <c:pt idx="1871">
                  <c:v>7.1428400000000003E-2</c:v>
                </c:pt>
                <c:pt idx="1872">
                  <c:v>7.17338E-2</c:v>
                </c:pt>
                <c:pt idx="1873">
                  <c:v>7.2039199999999998E-2</c:v>
                </c:pt>
                <c:pt idx="1874">
                  <c:v>7.2344599999999995E-2</c:v>
                </c:pt>
                <c:pt idx="1875">
                  <c:v>7.2650000000000006E-2</c:v>
                </c:pt>
                <c:pt idx="1876">
                  <c:v>7.2955400000000004E-2</c:v>
                </c:pt>
                <c:pt idx="1877">
                  <c:v>7.3260800000000001E-2</c:v>
                </c:pt>
                <c:pt idx="1878">
                  <c:v>7.3566199999999998E-2</c:v>
                </c:pt>
                <c:pt idx="1879">
                  <c:v>7.3871599999999996E-2</c:v>
                </c:pt>
                <c:pt idx="1880">
                  <c:v>7.4177000000000007E-2</c:v>
                </c:pt>
                <c:pt idx="1881">
                  <c:v>7.4482400000000004E-2</c:v>
                </c:pt>
                <c:pt idx="1882">
                  <c:v>7.4787800000000001E-2</c:v>
                </c:pt>
                <c:pt idx="1883">
                  <c:v>7.5093199999999999E-2</c:v>
                </c:pt>
                <c:pt idx="1884">
                  <c:v>7.5398599999999996E-2</c:v>
                </c:pt>
                <c:pt idx="1885">
                  <c:v>7.5703999999999994E-2</c:v>
                </c:pt>
                <c:pt idx="1886">
                  <c:v>7.6009400000000005E-2</c:v>
                </c:pt>
                <c:pt idx="1887">
                  <c:v>7.6314800000000002E-2</c:v>
                </c:pt>
                <c:pt idx="1888">
                  <c:v>7.6620199999999999E-2</c:v>
                </c:pt>
                <c:pt idx="1889">
                  <c:v>7.6925599999999997E-2</c:v>
                </c:pt>
                <c:pt idx="1890">
                  <c:v>7.7230999999999994E-2</c:v>
                </c:pt>
                <c:pt idx="1891">
                  <c:v>7.7536400000000005E-2</c:v>
                </c:pt>
                <c:pt idx="1892">
                  <c:v>7.7841800000000003E-2</c:v>
                </c:pt>
                <c:pt idx="1893">
                  <c:v>7.81472E-2</c:v>
                </c:pt>
                <c:pt idx="1894">
                  <c:v>7.8452599999999997E-2</c:v>
                </c:pt>
                <c:pt idx="1895">
                  <c:v>7.8757999999999995E-2</c:v>
                </c:pt>
                <c:pt idx="1896">
                  <c:v>7.9063400000000006E-2</c:v>
                </c:pt>
                <c:pt idx="1897">
                  <c:v>7.9368800000000003E-2</c:v>
                </c:pt>
                <c:pt idx="1898">
                  <c:v>7.9674200000000001E-2</c:v>
                </c:pt>
                <c:pt idx="1899">
                  <c:v>7.9979599999999998E-2</c:v>
                </c:pt>
                <c:pt idx="1900">
                  <c:v>8.0284999999999995E-2</c:v>
                </c:pt>
                <c:pt idx="1901">
                  <c:v>8.0590400000000006E-2</c:v>
                </c:pt>
                <c:pt idx="1902">
                  <c:v>8.0895800000000004E-2</c:v>
                </c:pt>
                <c:pt idx="1903">
                  <c:v>8.1201200000000001E-2</c:v>
                </c:pt>
                <c:pt idx="1904">
                  <c:v>8.1506599999999998E-2</c:v>
                </c:pt>
                <c:pt idx="1905">
                  <c:v>8.1811999999999996E-2</c:v>
                </c:pt>
                <c:pt idx="1906">
                  <c:v>8.2117399999999993E-2</c:v>
                </c:pt>
                <c:pt idx="1907">
                  <c:v>8.2422800000000004E-2</c:v>
                </c:pt>
                <c:pt idx="1908">
                  <c:v>8.2728200000000002E-2</c:v>
                </c:pt>
                <c:pt idx="1909">
                  <c:v>8.3033599999999999E-2</c:v>
                </c:pt>
                <c:pt idx="1910">
                  <c:v>8.3338999999999996E-2</c:v>
                </c:pt>
                <c:pt idx="1911">
                  <c:v>8.3644399999999994E-2</c:v>
                </c:pt>
                <c:pt idx="1912">
                  <c:v>8.3949700000000002E-2</c:v>
                </c:pt>
                <c:pt idx="1913">
                  <c:v>8.4255099999999999E-2</c:v>
                </c:pt>
                <c:pt idx="1914">
                  <c:v>8.4560499999999997E-2</c:v>
                </c:pt>
                <c:pt idx="1915">
                  <c:v>8.4865899999999994E-2</c:v>
                </c:pt>
                <c:pt idx="1916">
                  <c:v>8.5171300000000005E-2</c:v>
                </c:pt>
                <c:pt idx="1917">
                  <c:v>8.5476700000000003E-2</c:v>
                </c:pt>
                <c:pt idx="1918">
                  <c:v>8.57821E-2</c:v>
                </c:pt>
                <c:pt idx="1919">
                  <c:v>8.6087499999999997E-2</c:v>
                </c:pt>
                <c:pt idx="1920">
                  <c:v>8.6392899999999995E-2</c:v>
                </c:pt>
                <c:pt idx="1921">
                  <c:v>8.6698300000000006E-2</c:v>
                </c:pt>
                <c:pt idx="1922">
                  <c:v>8.7003700000000003E-2</c:v>
                </c:pt>
                <c:pt idx="1923">
                  <c:v>8.7309100000000001E-2</c:v>
                </c:pt>
                <c:pt idx="1924">
                  <c:v>8.7614499999999998E-2</c:v>
                </c:pt>
                <c:pt idx="1925">
                  <c:v>8.7919899999999995E-2</c:v>
                </c:pt>
                <c:pt idx="1926">
                  <c:v>8.8225300000000006E-2</c:v>
                </c:pt>
                <c:pt idx="1927">
                  <c:v>8.8530700000000004E-2</c:v>
                </c:pt>
                <c:pt idx="1928">
                  <c:v>8.8836100000000001E-2</c:v>
                </c:pt>
                <c:pt idx="1929">
                  <c:v>8.9141499999999999E-2</c:v>
                </c:pt>
                <c:pt idx="1930">
                  <c:v>8.9446899999999996E-2</c:v>
                </c:pt>
                <c:pt idx="1931">
                  <c:v>8.9752299999999993E-2</c:v>
                </c:pt>
                <c:pt idx="1932">
                  <c:v>9.0057700000000004E-2</c:v>
                </c:pt>
                <c:pt idx="1933">
                  <c:v>9.0363100000000002E-2</c:v>
                </c:pt>
                <c:pt idx="1934">
                  <c:v>9.0668499999999999E-2</c:v>
                </c:pt>
                <c:pt idx="1935">
                  <c:v>9.0973899999999996E-2</c:v>
                </c:pt>
                <c:pt idx="1936">
                  <c:v>9.1279299999999994E-2</c:v>
                </c:pt>
                <c:pt idx="1937">
                  <c:v>9.1584700000000005E-2</c:v>
                </c:pt>
                <c:pt idx="1938">
                  <c:v>9.1890100000000002E-2</c:v>
                </c:pt>
                <c:pt idx="1939">
                  <c:v>9.21955E-2</c:v>
                </c:pt>
                <c:pt idx="1940">
                  <c:v>9.2500899999999997E-2</c:v>
                </c:pt>
                <c:pt idx="1941">
                  <c:v>9.2806299999999994E-2</c:v>
                </c:pt>
                <c:pt idx="1942">
                  <c:v>9.3111700000000006E-2</c:v>
                </c:pt>
                <c:pt idx="1943">
                  <c:v>9.3417100000000003E-2</c:v>
                </c:pt>
                <c:pt idx="1944">
                  <c:v>9.37225E-2</c:v>
                </c:pt>
                <c:pt idx="1945">
                  <c:v>9.4027899999999998E-2</c:v>
                </c:pt>
                <c:pt idx="1946">
                  <c:v>9.4333299999999995E-2</c:v>
                </c:pt>
                <c:pt idx="1947">
                  <c:v>9.4638700000000006E-2</c:v>
                </c:pt>
                <c:pt idx="1948">
                  <c:v>9.4944100000000003E-2</c:v>
                </c:pt>
                <c:pt idx="1949">
                  <c:v>9.5249500000000001E-2</c:v>
                </c:pt>
                <c:pt idx="1950">
                  <c:v>9.5554899999999998E-2</c:v>
                </c:pt>
                <c:pt idx="1951">
                  <c:v>9.5860299999999996E-2</c:v>
                </c:pt>
                <c:pt idx="1952">
                  <c:v>9.6165700000000007E-2</c:v>
                </c:pt>
                <c:pt idx="1953">
                  <c:v>9.6471100000000004E-2</c:v>
                </c:pt>
                <c:pt idx="1954">
                  <c:v>9.6776399999999999E-2</c:v>
                </c:pt>
                <c:pt idx="1955">
                  <c:v>9.7081799999999996E-2</c:v>
                </c:pt>
                <c:pt idx="1956">
                  <c:v>9.7387199999999993E-2</c:v>
                </c:pt>
                <c:pt idx="1957">
                  <c:v>9.7692600000000004E-2</c:v>
                </c:pt>
                <c:pt idx="1958">
                  <c:v>9.7998000000000002E-2</c:v>
                </c:pt>
                <c:pt idx="1959">
                  <c:v>9.8303399999999999E-2</c:v>
                </c:pt>
                <c:pt idx="1960">
                  <c:v>9.8608799999999996E-2</c:v>
                </c:pt>
                <c:pt idx="1961">
                  <c:v>9.8914199999999994E-2</c:v>
                </c:pt>
                <c:pt idx="1962">
                  <c:v>9.9219600000000005E-2</c:v>
                </c:pt>
                <c:pt idx="1963">
                  <c:v>9.9525000000000002E-2</c:v>
                </c:pt>
                <c:pt idx="1964">
                  <c:v>9.98304E-2</c:v>
                </c:pt>
                <c:pt idx="1965">
                  <c:v>0.100136</c:v>
                </c:pt>
                <c:pt idx="1966">
                  <c:v>0.100441</c:v>
                </c:pt>
                <c:pt idx="1967">
                  <c:v>0.100747</c:v>
                </c:pt>
                <c:pt idx="1968">
                  <c:v>0.101052</c:v>
                </c:pt>
                <c:pt idx="1969">
                  <c:v>0.101357</c:v>
                </c:pt>
                <c:pt idx="1970">
                  <c:v>0.101663</c:v>
                </c:pt>
                <c:pt idx="1971">
                  <c:v>0.101968</c:v>
                </c:pt>
                <c:pt idx="1972">
                  <c:v>0.102274</c:v>
                </c:pt>
                <c:pt idx="1973">
                  <c:v>0.102579</c:v>
                </c:pt>
                <c:pt idx="1974">
                  <c:v>0.102884</c:v>
                </c:pt>
                <c:pt idx="1975">
                  <c:v>0.10319</c:v>
                </c:pt>
                <c:pt idx="1976">
                  <c:v>0.103495</c:v>
                </c:pt>
                <c:pt idx="1977">
                  <c:v>0.103801</c:v>
                </c:pt>
                <c:pt idx="1978">
                  <c:v>0.104106</c:v>
                </c:pt>
                <c:pt idx="1979">
                  <c:v>0.104411</c:v>
                </c:pt>
                <c:pt idx="1980">
                  <c:v>0.104717</c:v>
                </c:pt>
                <c:pt idx="1981">
                  <c:v>0.105022</c:v>
                </c:pt>
                <c:pt idx="1982">
                  <c:v>0.105328</c:v>
                </c:pt>
                <c:pt idx="1983">
                  <c:v>0.105633</c:v>
                </c:pt>
                <c:pt idx="1984">
                  <c:v>0.105938</c:v>
                </c:pt>
                <c:pt idx="1985">
                  <c:v>0.10624400000000001</c:v>
                </c:pt>
                <c:pt idx="1986">
                  <c:v>0.106549</c:v>
                </c:pt>
                <c:pt idx="1987">
                  <c:v>0.10685500000000001</c:v>
                </c:pt>
                <c:pt idx="1988">
                  <c:v>0.10716000000000001</c:v>
                </c:pt>
                <c:pt idx="1989">
                  <c:v>0.107465</c:v>
                </c:pt>
                <c:pt idx="1990">
                  <c:v>0.10777100000000001</c:v>
                </c:pt>
                <c:pt idx="1991">
                  <c:v>0.10807600000000001</c:v>
                </c:pt>
                <c:pt idx="1992">
                  <c:v>0.10838200000000001</c:v>
                </c:pt>
                <c:pt idx="1993">
                  <c:v>0.10868700000000001</c:v>
                </c:pt>
                <c:pt idx="1994">
                  <c:v>0.10899200000000001</c:v>
                </c:pt>
                <c:pt idx="1995">
                  <c:v>0.10929800000000001</c:v>
                </c:pt>
                <c:pt idx="1996">
                  <c:v>0.10960300000000001</c:v>
                </c:pt>
                <c:pt idx="1997">
                  <c:v>0.10990900000000001</c:v>
                </c:pt>
                <c:pt idx="1998">
                  <c:v>0.11021400000000001</c:v>
                </c:pt>
                <c:pt idx="1999">
                  <c:v>0.11051900000000001</c:v>
                </c:pt>
                <c:pt idx="2000">
                  <c:v>0.11082500000000001</c:v>
                </c:pt>
                <c:pt idx="2001">
                  <c:v>0.11113000000000001</c:v>
                </c:pt>
                <c:pt idx="2002">
                  <c:v>0.11143599999999999</c:v>
                </c:pt>
                <c:pt idx="2003">
                  <c:v>0.11174099999999999</c:v>
                </c:pt>
                <c:pt idx="2004">
                  <c:v>0.11204600000000001</c:v>
                </c:pt>
                <c:pt idx="2005">
                  <c:v>0.11235199999999999</c:v>
                </c:pt>
                <c:pt idx="2006">
                  <c:v>0.11265699999999999</c:v>
                </c:pt>
                <c:pt idx="2007">
                  <c:v>0.11296299999999999</c:v>
                </c:pt>
                <c:pt idx="2008">
                  <c:v>0.11326799999999999</c:v>
                </c:pt>
                <c:pt idx="2009">
                  <c:v>0.11357299999999999</c:v>
                </c:pt>
                <c:pt idx="2010">
                  <c:v>0.11387899999999999</c:v>
                </c:pt>
                <c:pt idx="2011">
                  <c:v>0.11418399999999999</c:v>
                </c:pt>
                <c:pt idx="2012">
                  <c:v>0.11448999999999999</c:v>
                </c:pt>
                <c:pt idx="2013">
                  <c:v>0.11479499999999999</c:v>
                </c:pt>
                <c:pt idx="2014">
                  <c:v>0.11509999999999999</c:v>
                </c:pt>
                <c:pt idx="2015">
                  <c:v>0.11540599999999999</c:v>
                </c:pt>
                <c:pt idx="2016">
                  <c:v>0.11571099999999999</c:v>
                </c:pt>
                <c:pt idx="2017">
                  <c:v>0.11601599999999999</c:v>
                </c:pt>
                <c:pt idx="2018">
                  <c:v>0.11632199999999999</c:v>
                </c:pt>
                <c:pt idx="2019">
                  <c:v>0.11662699999999999</c:v>
                </c:pt>
                <c:pt idx="2020">
                  <c:v>0.116933</c:v>
                </c:pt>
                <c:pt idx="2021">
                  <c:v>0.11723799999999999</c:v>
                </c:pt>
                <c:pt idx="2022">
                  <c:v>0.11754299999999999</c:v>
                </c:pt>
                <c:pt idx="2023">
                  <c:v>0.117849</c:v>
                </c:pt>
                <c:pt idx="2024">
                  <c:v>0.118154</c:v>
                </c:pt>
                <c:pt idx="2025">
                  <c:v>0.11846</c:v>
                </c:pt>
                <c:pt idx="2026">
                  <c:v>0.118765</c:v>
                </c:pt>
                <c:pt idx="2027">
                  <c:v>0.11907</c:v>
                </c:pt>
                <c:pt idx="2028">
                  <c:v>0.119376</c:v>
                </c:pt>
                <c:pt idx="2029">
                  <c:v>0.119681</c:v>
                </c:pt>
                <c:pt idx="2030">
                  <c:v>0.119987</c:v>
                </c:pt>
                <c:pt idx="2031">
                  <c:v>0.120292</c:v>
                </c:pt>
                <c:pt idx="2032">
                  <c:v>0.120597</c:v>
                </c:pt>
                <c:pt idx="2033">
                  <c:v>0.120903</c:v>
                </c:pt>
                <c:pt idx="2034">
                  <c:v>0.121208</c:v>
                </c:pt>
                <c:pt idx="2035">
                  <c:v>0.121514</c:v>
                </c:pt>
                <c:pt idx="2036">
                  <c:v>0.121819</c:v>
                </c:pt>
                <c:pt idx="2037">
                  <c:v>0.122124</c:v>
                </c:pt>
                <c:pt idx="2038">
                  <c:v>0.12243</c:v>
                </c:pt>
                <c:pt idx="2039">
                  <c:v>0.122735</c:v>
                </c:pt>
                <c:pt idx="2040">
                  <c:v>0.123041</c:v>
                </c:pt>
                <c:pt idx="2041">
                  <c:v>0.123346</c:v>
                </c:pt>
                <c:pt idx="2042">
                  <c:v>0.123651</c:v>
                </c:pt>
                <c:pt idx="2043">
                  <c:v>0.123957</c:v>
                </c:pt>
                <c:pt idx="2044">
                  <c:v>0.124262</c:v>
                </c:pt>
                <c:pt idx="2045">
                  <c:v>0.124568</c:v>
                </c:pt>
                <c:pt idx="2046">
                  <c:v>0.124873</c:v>
                </c:pt>
                <c:pt idx="2047">
                  <c:v>0.12517800000000001</c:v>
                </c:pt>
                <c:pt idx="2048">
                  <c:v>0.12548400000000001</c:v>
                </c:pt>
                <c:pt idx="2049">
                  <c:v>0.12578900000000001</c:v>
                </c:pt>
                <c:pt idx="2050">
                  <c:v>0.12609500000000001</c:v>
                </c:pt>
                <c:pt idx="2051">
                  <c:v>0.12640000000000001</c:v>
                </c:pt>
                <c:pt idx="2052">
                  <c:v>0.12670500000000001</c:v>
                </c:pt>
                <c:pt idx="2053">
                  <c:v>0.12701100000000001</c:v>
                </c:pt>
                <c:pt idx="2054">
                  <c:v>0.12731600000000001</c:v>
                </c:pt>
                <c:pt idx="2055">
                  <c:v>0.12762200000000001</c:v>
                </c:pt>
                <c:pt idx="2056">
                  <c:v>0.12792700000000001</c:v>
                </c:pt>
                <c:pt idx="2057">
                  <c:v>0.12823200000000001</c:v>
                </c:pt>
                <c:pt idx="2058">
                  <c:v>0.12853800000000001</c:v>
                </c:pt>
                <c:pt idx="2059">
                  <c:v>0.12884300000000001</c:v>
                </c:pt>
                <c:pt idx="2060">
                  <c:v>0.12914900000000001</c:v>
                </c:pt>
                <c:pt idx="2061">
                  <c:v>0.12945400000000001</c:v>
                </c:pt>
                <c:pt idx="2062">
                  <c:v>0.12975900000000001</c:v>
                </c:pt>
                <c:pt idx="2063">
                  <c:v>0.13006499999999999</c:v>
                </c:pt>
                <c:pt idx="2064">
                  <c:v>0.13037000000000001</c:v>
                </c:pt>
                <c:pt idx="2065">
                  <c:v>0.13067599999999999</c:v>
                </c:pt>
                <c:pt idx="2066">
                  <c:v>0.13098099999999999</c:v>
                </c:pt>
                <c:pt idx="2067">
                  <c:v>0.13128600000000001</c:v>
                </c:pt>
                <c:pt idx="2068">
                  <c:v>0.13159199999999999</c:v>
                </c:pt>
                <c:pt idx="2069">
                  <c:v>0.13189699999999999</c:v>
                </c:pt>
                <c:pt idx="2070">
                  <c:v>0.13220299999999999</c:v>
                </c:pt>
                <c:pt idx="2071">
                  <c:v>0.13250799999999999</c:v>
                </c:pt>
                <c:pt idx="2072">
                  <c:v>0.13281299999999999</c:v>
                </c:pt>
                <c:pt idx="2073">
                  <c:v>0.13311899999999999</c:v>
                </c:pt>
                <c:pt idx="2074">
                  <c:v>0.13342399999999999</c:v>
                </c:pt>
                <c:pt idx="2075">
                  <c:v>0.13372999999999999</c:v>
                </c:pt>
                <c:pt idx="2076">
                  <c:v>0.13403499999999999</c:v>
                </c:pt>
                <c:pt idx="2077">
                  <c:v>0.13433999999999999</c:v>
                </c:pt>
                <c:pt idx="2078">
                  <c:v>0.13464599999999999</c:v>
                </c:pt>
                <c:pt idx="2079">
                  <c:v>0.13495099999999999</c:v>
                </c:pt>
                <c:pt idx="2080">
                  <c:v>0.13525699999999999</c:v>
                </c:pt>
                <c:pt idx="2081">
                  <c:v>0.13556199999999999</c:v>
                </c:pt>
                <c:pt idx="2082">
                  <c:v>0.13586699999999999</c:v>
                </c:pt>
                <c:pt idx="2083">
                  <c:v>0.13617299999999999</c:v>
                </c:pt>
                <c:pt idx="2084">
                  <c:v>0.13647799999999999</c:v>
                </c:pt>
                <c:pt idx="2085">
                  <c:v>0.13678399999999999</c:v>
                </c:pt>
                <c:pt idx="2086">
                  <c:v>0.13708899999999999</c:v>
                </c:pt>
                <c:pt idx="2087">
                  <c:v>0.13739399999999999</c:v>
                </c:pt>
                <c:pt idx="2088">
                  <c:v>0.13769999999999999</c:v>
                </c:pt>
                <c:pt idx="2089">
                  <c:v>0.13800499999999999</c:v>
                </c:pt>
                <c:pt idx="2090">
                  <c:v>0.13831099999999999</c:v>
                </c:pt>
                <c:pt idx="2091">
                  <c:v>0.13861599999999999</c:v>
                </c:pt>
                <c:pt idx="2092">
                  <c:v>0.13892099999999999</c:v>
                </c:pt>
                <c:pt idx="2093">
                  <c:v>0.13922699999999999</c:v>
                </c:pt>
                <c:pt idx="2094">
                  <c:v>0.13953199999999999</c:v>
                </c:pt>
                <c:pt idx="2095">
                  <c:v>0.13983799999999999</c:v>
                </c:pt>
                <c:pt idx="2096">
                  <c:v>0.14014299999999999</c:v>
                </c:pt>
                <c:pt idx="2097">
                  <c:v>0.14044799999999999</c:v>
                </c:pt>
                <c:pt idx="2098">
                  <c:v>0.14075399999999999</c:v>
                </c:pt>
                <c:pt idx="2099">
                  <c:v>0.14105899999999999</c:v>
                </c:pt>
                <c:pt idx="2100">
                  <c:v>0.14136499999999999</c:v>
                </c:pt>
                <c:pt idx="2101">
                  <c:v>0.14166999999999999</c:v>
                </c:pt>
                <c:pt idx="2102">
                  <c:v>0.14197499999999999</c:v>
                </c:pt>
                <c:pt idx="2103">
                  <c:v>0.14228099999999999</c:v>
                </c:pt>
                <c:pt idx="2104">
                  <c:v>0.14258599999999999</c:v>
                </c:pt>
                <c:pt idx="2105">
                  <c:v>0.14289099999999999</c:v>
                </c:pt>
                <c:pt idx="2106">
                  <c:v>0.14319699999999999</c:v>
                </c:pt>
                <c:pt idx="2107">
                  <c:v>0.14350199999999999</c:v>
                </c:pt>
                <c:pt idx="2108">
                  <c:v>0.14380799999999999</c:v>
                </c:pt>
                <c:pt idx="2109">
                  <c:v>0.14411299999999999</c:v>
                </c:pt>
                <c:pt idx="2110">
                  <c:v>0.14441799999999999</c:v>
                </c:pt>
                <c:pt idx="2111">
                  <c:v>0.14472399999999999</c:v>
                </c:pt>
                <c:pt idx="2112">
                  <c:v>0.14502899999999999</c:v>
                </c:pt>
                <c:pt idx="2113">
                  <c:v>0.14533499999999999</c:v>
                </c:pt>
                <c:pt idx="2114">
                  <c:v>0.14563999999999999</c:v>
                </c:pt>
                <c:pt idx="2115">
                  <c:v>0.14594499999999999</c:v>
                </c:pt>
                <c:pt idx="2116">
                  <c:v>0.14625099999999999</c:v>
                </c:pt>
                <c:pt idx="2117">
                  <c:v>0.14655599999999999</c:v>
                </c:pt>
                <c:pt idx="2118">
                  <c:v>0.14686199999999999</c:v>
                </c:pt>
                <c:pt idx="2119">
                  <c:v>0.14716699999999999</c:v>
                </c:pt>
                <c:pt idx="2120">
                  <c:v>0.14747199999999999</c:v>
                </c:pt>
                <c:pt idx="2121">
                  <c:v>0.14777799999999999</c:v>
                </c:pt>
                <c:pt idx="2122">
                  <c:v>0.14808299999999999</c:v>
                </c:pt>
                <c:pt idx="2123">
                  <c:v>0.14838899999999999</c:v>
                </c:pt>
                <c:pt idx="2124">
                  <c:v>0.14869399999999999</c:v>
                </c:pt>
                <c:pt idx="2125">
                  <c:v>0.14899899999999999</c:v>
                </c:pt>
                <c:pt idx="2126">
                  <c:v>0.14930499999999999</c:v>
                </c:pt>
                <c:pt idx="2127">
                  <c:v>0.14960999999999999</c:v>
                </c:pt>
                <c:pt idx="2128">
                  <c:v>0.14991599999999999</c:v>
                </c:pt>
                <c:pt idx="2129">
                  <c:v>0.15022099999999999</c:v>
                </c:pt>
                <c:pt idx="2130">
                  <c:v>0.15052599999999999</c:v>
                </c:pt>
                <c:pt idx="2131">
                  <c:v>0.15083199999999999</c:v>
                </c:pt>
                <c:pt idx="2132">
                  <c:v>0.15113699999999999</c:v>
                </c:pt>
                <c:pt idx="2133">
                  <c:v>0.15144299999999999</c:v>
                </c:pt>
                <c:pt idx="2134">
                  <c:v>0.15174799999999999</c:v>
                </c:pt>
                <c:pt idx="2135">
                  <c:v>0.15205299999999999</c:v>
                </c:pt>
                <c:pt idx="2136">
                  <c:v>0.15235899999999999</c:v>
                </c:pt>
                <c:pt idx="2137">
                  <c:v>0.15266399999999999</c:v>
                </c:pt>
                <c:pt idx="2138">
                  <c:v>0.15296999999999999</c:v>
                </c:pt>
                <c:pt idx="2139">
                  <c:v>0.15327499999999999</c:v>
                </c:pt>
                <c:pt idx="2140">
                  <c:v>0.15357999999999999</c:v>
                </c:pt>
                <c:pt idx="2141">
                  <c:v>0.153886</c:v>
                </c:pt>
                <c:pt idx="2142">
                  <c:v>0.15419099999999999</c:v>
                </c:pt>
                <c:pt idx="2143">
                  <c:v>0.154497</c:v>
                </c:pt>
                <c:pt idx="2144">
                  <c:v>0.154802</c:v>
                </c:pt>
                <c:pt idx="2145">
                  <c:v>0.15510699999999999</c:v>
                </c:pt>
                <c:pt idx="2146">
                  <c:v>0.155413</c:v>
                </c:pt>
                <c:pt idx="2147">
                  <c:v>0.155718</c:v>
                </c:pt>
                <c:pt idx="2148">
                  <c:v>0.156024</c:v>
                </c:pt>
                <c:pt idx="2149">
                  <c:v>0.156329</c:v>
                </c:pt>
                <c:pt idx="2150">
                  <c:v>0.156634</c:v>
                </c:pt>
                <c:pt idx="2151">
                  <c:v>0.15694</c:v>
                </c:pt>
                <c:pt idx="2152">
                  <c:v>0.157245</c:v>
                </c:pt>
                <c:pt idx="2153">
                  <c:v>0.157551</c:v>
                </c:pt>
                <c:pt idx="2154">
                  <c:v>0.157856</c:v>
                </c:pt>
                <c:pt idx="2155">
                  <c:v>0.158161</c:v>
                </c:pt>
                <c:pt idx="2156">
                  <c:v>0.158467</c:v>
                </c:pt>
                <c:pt idx="2157">
                  <c:v>0.158772</c:v>
                </c:pt>
                <c:pt idx="2158">
                  <c:v>0.159078</c:v>
                </c:pt>
                <c:pt idx="2159">
                  <c:v>0.159383</c:v>
                </c:pt>
                <c:pt idx="2160">
                  <c:v>0.159688</c:v>
                </c:pt>
                <c:pt idx="2161">
                  <c:v>0.159994</c:v>
                </c:pt>
                <c:pt idx="2162">
                  <c:v>0.160299</c:v>
                </c:pt>
                <c:pt idx="2163">
                  <c:v>0.160605</c:v>
                </c:pt>
                <c:pt idx="2164">
                  <c:v>0.16091</c:v>
                </c:pt>
                <c:pt idx="2165">
                  <c:v>0.161215</c:v>
                </c:pt>
                <c:pt idx="2166">
                  <c:v>0.161521</c:v>
                </c:pt>
                <c:pt idx="2167">
                  <c:v>0.161826</c:v>
                </c:pt>
                <c:pt idx="2168">
                  <c:v>0.162132</c:v>
                </c:pt>
                <c:pt idx="2169">
                  <c:v>0.162437</c:v>
                </c:pt>
                <c:pt idx="2170">
                  <c:v>0.162742</c:v>
                </c:pt>
                <c:pt idx="2171">
                  <c:v>0.163048</c:v>
                </c:pt>
                <c:pt idx="2172">
                  <c:v>0.163353</c:v>
                </c:pt>
                <c:pt idx="2173">
                  <c:v>0.163659</c:v>
                </c:pt>
                <c:pt idx="2174">
                  <c:v>0.163964</c:v>
                </c:pt>
                <c:pt idx="2175">
                  <c:v>0.164269</c:v>
                </c:pt>
                <c:pt idx="2176">
                  <c:v>0.164575</c:v>
                </c:pt>
                <c:pt idx="2177">
                  <c:v>0.16488</c:v>
                </c:pt>
                <c:pt idx="2178">
                  <c:v>0.165186</c:v>
                </c:pt>
                <c:pt idx="2179">
                  <c:v>0.165491</c:v>
                </c:pt>
                <c:pt idx="2180">
                  <c:v>0.165796</c:v>
                </c:pt>
                <c:pt idx="2181">
                  <c:v>0.166102</c:v>
                </c:pt>
                <c:pt idx="2182">
                  <c:v>0.166407</c:v>
                </c:pt>
                <c:pt idx="2183">
                  <c:v>0.166713</c:v>
                </c:pt>
                <c:pt idx="2184">
                  <c:v>0.167018</c:v>
                </c:pt>
                <c:pt idx="2185">
                  <c:v>0.167323</c:v>
                </c:pt>
                <c:pt idx="2186">
                  <c:v>0.167629</c:v>
                </c:pt>
                <c:pt idx="2187">
                  <c:v>0.167934</c:v>
                </c:pt>
                <c:pt idx="2188">
                  <c:v>0.168239</c:v>
                </c:pt>
                <c:pt idx="2189">
                  <c:v>0.168545</c:v>
                </c:pt>
                <c:pt idx="2190">
                  <c:v>0.16885</c:v>
                </c:pt>
                <c:pt idx="2191">
                  <c:v>0.169156</c:v>
                </c:pt>
                <c:pt idx="2192">
                  <c:v>0.169461</c:v>
                </c:pt>
                <c:pt idx="2193">
                  <c:v>0.169766</c:v>
                </c:pt>
                <c:pt idx="2194">
                  <c:v>0.170072</c:v>
                </c:pt>
                <c:pt idx="2195">
                  <c:v>0.170377</c:v>
                </c:pt>
                <c:pt idx="2196">
                  <c:v>0.170683</c:v>
                </c:pt>
                <c:pt idx="2197">
                  <c:v>0.170988</c:v>
                </c:pt>
                <c:pt idx="2198">
                  <c:v>0.171293</c:v>
                </c:pt>
                <c:pt idx="2199">
                  <c:v>0.171599</c:v>
                </c:pt>
                <c:pt idx="2200">
                  <c:v>0.171904</c:v>
                </c:pt>
                <c:pt idx="2201">
                  <c:v>0.17221</c:v>
                </c:pt>
                <c:pt idx="2202">
                  <c:v>0.172515</c:v>
                </c:pt>
                <c:pt idx="2203">
                  <c:v>0.17282</c:v>
                </c:pt>
                <c:pt idx="2204">
                  <c:v>0.173126</c:v>
                </c:pt>
                <c:pt idx="2205">
                  <c:v>0.173431</c:v>
                </c:pt>
                <c:pt idx="2206">
                  <c:v>0.173737</c:v>
                </c:pt>
                <c:pt idx="2207">
                  <c:v>0.174042</c:v>
                </c:pt>
                <c:pt idx="2208">
                  <c:v>0.174347</c:v>
                </c:pt>
                <c:pt idx="2209">
                  <c:v>0.174653</c:v>
                </c:pt>
                <c:pt idx="2210">
                  <c:v>0.174958</c:v>
                </c:pt>
                <c:pt idx="2211">
                  <c:v>0.175264</c:v>
                </c:pt>
                <c:pt idx="2212">
                  <c:v>0.175569</c:v>
                </c:pt>
                <c:pt idx="2213">
                  <c:v>0.175874</c:v>
                </c:pt>
                <c:pt idx="2214">
                  <c:v>0.17618</c:v>
                </c:pt>
                <c:pt idx="2215">
                  <c:v>0.176485</c:v>
                </c:pt>
                <c:pt idx="2216">
                  <c:v>0.176791</c:v>
                </c:pt>
                <c:pt idx="2217">
                  <c:v>0.177096</c:v>
                </c:pt>
                <c:pt idx="2218">
                  <c:v>0.177401</c:v>
                </c:pt>
                <c:pt idx="2219">
                  <c:v>0.177707</c:v>
                </c:pt>
                <c:pt idx="2220">
                  <c:v>0.178012</c:v>
                </c:pt>
                <c:pt idx="2221">
                  <c:v>0.178318</c:v>
                </c:pt>
                <c:pt idx="2222">
                  <c:v>0.178623</c:v>
                </c:pt>
                <c:pt idx="2223">
                  <c:v>0.178928</c:v>
                </c:pt>
                <c:pt idx="2224">
                  <c:v>0.179234</c:v>
                </c:pt>
                <c:pt idx="2225">
                  <c:v>0.179539</c:v>
                </c:pt>
                <c:pt idx="2226">
                  <c:v>0.179845</c:v>
                </c:pt>
                <c:pt idx="2227">
                  <c:v>0.18015</c:v>
                </c:pt>
                <c:pt idx="2228">
                  <c:v>0.180455</c:v>
                </c:pt>
                <c:pt idx="2229">
                  <c:v>0.18076100000000001</c:v>
                </c:pt>
                <c:pt idx="2230">
                  <c:v>0.181066</c:v>
                </c:pt>
                <c:pt idx="2231">
                  <c:v>0.18137200000000001</c:v>
                </c:pt>
                <c:pt idx="2232">
                  <c:v>0.18167700000000001</c:v>
                </c:pt>
                <c:pt idx="2233">
                  <c:v>0.181982</c:v>
                </c:pt>
                <c:pt idx="2234">
                  <c:v>0.18228800000000001</c:v>
                </c:pt>
                <c:pt idx="2235">
                  <c:v>0.18259300000000001</c:v>
                </c:pt>
                <c:pt idx="2236">
                  <c:v>0.18289900000000001</c:v>
                </c:pt>
                <c:pt idx="2237">
                  <c:v>0.18320400000000001</c:v>
                </c:pt>
                <c:pt idx="2238">
                  <c:v>0.18350900000000001</c:v>
                </c:pt>
                <c:pt idx="2239">
                  <c:v>0.18381500000000001</c:v>
                </c:pt>
                <c:pt idx="2240">
                  <c:v>0.18412000000000001</c:v>
                </c:pt>
                <c:pt idx="2241">
                  <c:v>0.18442600000000001</c:v>
                </c:pt>
                <c:pt idx="2242">
                  <c:v>0.18473100000000001</c:v>
                </c:pt>
                <c:pt idx="2243">
                  <c:v>0.18503600000000001</c:v>
                </c:pt>
                <c:pt idx="2244">
                  <c:v>0.18534200000000001</c:v>
                </c:pt>
                <c:pt idx="2245">
                  <c:v>0.18564700000000001</c:v>
                </c:pt>
                <c:pt idx="2246">
                  <c:v>0.18595300000000001</c:v>
                </c:pt>
                <c:pt idx="2247">
                  <c:v>0.18625800000000001</c:v>
                </c:pt>
                <c:pt idx="2248">
                  <c:v>0.18656300000000001</c:v>
                </c:pt>
                <c:pt idx="2249">
                  <c:v>0.18686900000000001</c:v>
                </c:pt>
                <c:pt idx="2250">
                  <c:v>0.18717400000000001</c:v>
                </c:pt>
                <c:pt idx="2251">
                  <c:v>0.18748000000000001</c:v>
                </c:pt>
                <c:pt idx="2252">
                  <c:v>0.18778500000000001</c:v>
                </c:pt>
                <c:pt idx="2253">
                  <c:v>0.18809000000000001</c:v>
                </c:pt>
                <c:pt idx="2254">
                  <c:v>0.18839600000000001</c:v>
                </c:pt>
                <c:pt idx="2255">
                  <c:v>0.18870100000000001</c:v>
                </c:pt>
                <c:pt idx="2256">
                  <c:v>0.18900700000000001</c:v>
                </c:pt>
                <c:pt idx="2257">
                  <c:v>0.18931200000000001</c:v>
                </c:pt>
                <c:pt idx="2258">
                  <c:v>0.18961700000000001</c:v>
                </c:pt>
                <c:pt idx="2259">
                  <c:v>0.18992300000000001</c:v>
                </c:pt>
                <c:pt idx="2260">
                  <c:v>0.19022800000000001</c:v>
                </c:pt>
                <c:pt idx="2261">
                  <c:v>0.19053400000000001</c:v>
                </c:pt>
                <c:pt idx="2262">
                  <c:v>0.19083900000000001</c:v>
                </c:pt>
                <c:pt idx="2263">
                  <c:v>0.19114400000000001</c:v>
                </c:pt>
                <c:pt idx="2264">
                  <c:v>0.19145000000000001</c:v>
                </c:pt>
                <c:pt idx="2265">
                  <c:v>0.19175500000000001</c:v>
                </c:pt>
                <c:pt idx="2266">
                  <c:v>0.19206100000000001</c:v>
                </c:pt>
                <c:pt idx="2267">
                  <c:v>0.19236600000000001</c:v>
                </c:pt>
                <c:pt idx="2268">
                  <c:v>0.19267100000000001</c:v>
                </c:pt>
                <c:pt idx="2269">
                  <c:v>0.19297700000000001</c:v>
                </c:pt>
                <c:pt idx="2270">
                  <c:v>0.19328200000000001</c:v>
                </c:pt>
                <c:pt idx="2271">
                  <c:v>0.19358700000000001</c:v>
                </c:pt>
                <c:pt idx="2272">
                  <c:v>0.19389300000000001</c:v>
                </c:pt>
                <c:pt idx="2273">
                  <c:v>0.19419800000000001</c:v>
                </c:pt>
                <c:pt idx="2274">
                  <c:v>0.19450400000000001</c:v>
                </c:pt>
                <c:pt idx="2275">
                  <c:v>0.19480900000000001</c:v>
                </c:pt>
                <c:pt idx="2276">
                  <c:v>0.19511400000000001</c:v>
                </c:pt>
                <c:pt idx="2277">
                  <c:v>0.19542000000000001</c:v>
                </c:pt>
                <c:pt idx="2278">
                  <c:v>0.19572500000000001</c:v>
                </c:pt>
                <c:pt idx="2279">
                  <c:v>0.19603100000000001</c:v>
                </c:pt>
                <c:pt idx="2280">
                  <c:v>0.19633600000000001</c:v>
                </c:pt>
                <c:pt idx="2281">
                  <c:v>0.19664100000000001</c:v>
                </c:pt>
                <c:pt idx="2282">
                  <c:v>0.19694700000000001</c:v>
                </c:pt>
                <c:pt idx="2283">
                  <c:v>0.19725200000000001</c:v>
                </c:pt>
                <c:pt idx="2284">
                  <c:v>0.19755800000000001</c:v>
                </c:pt>
                <c:pt idx="2285">
                  <c:v>0.19786300000000001</c:v>
                </c:pt>
                <c:pt idx="2286">
                  <c:v>0.19816800000000001</c:v>
                </c:pt>
                <c:pt idx="2287">
                  <c:v>0.19847400000000001</c:v>
                </c:pt>
                <c:pt idx="2288">
                  <c:v>0.19877900000000001</c:v>
                </c:pt>
                <c:pt idx="2289">
                  <c:v>0.19908500000000001</c:v>
                </c:pt>
                <c:pt idx="2290">
                  <c:v>0.19939000000000001</c:v>
                </c:pt>
                <c:pt idx="2291">
                  <c:v>0.19969500000000001</c:v>
                </c:pt>
                <c:pt idx="2292">
                  <c:v>0.20000100000000001</c:v>
                </c:pt>
                <c:pt idx="2293">
                  <c:v>0.20030600000000001</c:v>
                </c:pt>
                <c:pt idx="2294">
                  <c:v>0.20061200000000001</c:v>
                </c:pt>
                <c:pt idx="2295">
                  <c:v>0.20091700000000001</c:v>
                </c:pt>
                <c:pt idx="2296">
                  <c:v>0.20122200000000001</c:v>
                </c:pt>
                <c:pt idx="2297">
                  <c:v>0.20152800000000001</c:v>
                </c:pt>
                <c:pt idx="2298">
                  <c:v>0.20183300000000001</c:v>
                </c:pt>
                <c:pt idx="2299">
                  <c:v>0.20213900000000001</c:v>
                </c:pt>
                <c:pt idx="2300">
                  <c:v>0.20244400000000001</c:v>
                </c:pt>
                <c:pt idx="2301">
                  <c:v>0.20274900000000001</c:v>
                </c:pt>
                <c:pt idx="2302">
                  <c:v>0.20305500000000001</c:v>
                </c:pt>
                <c:pt idx="2303">
                  <c:v>0.20336000000000001</c:v>
                </c:pt>
                <c:pt idx="2304">
                  <c:v>0.20366600000000001</c:v>
                </c:pt>
                <c:pt idx="2305">
                  <c:v>0.20397100000000001</c:v>
                </c:pt>
                <c:pt idx="2306">
                  <c:v>0.20427600000000001</c:v>
                </c:pt>
                <c:pt idx="2307">
                  <c:v>0.20458200000000001</c:v>
                </c:pt>
                <c:pt idx="2308">
                  <c:v>0.20488700000000001</c:v>
                </c:pt>
                <c:pt idx="2309">
                  <c:v>0.20519299999999999</c:v>
                </c:pt>
                <c:pt idx="2310">
                  <c:v>0.20549799999999999</c:v>
                </c:pt>
                <c:pt idx="2311">
                  <c:v>0.20580300000000001</c:v>
                </c:pt>
                <c:pt idx="2312">
                  <c:v>0.20610899999999999</c:v>
                </c:pt>
                <c:pt idx="2313">
                  <c:v>0.20641399999999999</c:v>
                </c:pt>
                <c:pt idx="2314">
                  <c:v>0.20671999999999999</c:v>
                </c:pt>
                <c:pt idx="2315">
                  <c:v>0.20702499999999999</c:v>
                </c:pt>
                <c:pt idx="2316">
                  <c:v>0.20732999999999999</c:v>
                </c:pt>
                <c:pt idx="2317">
                  <c:v>0.20763599999999999</c:v>
                </c:pt>
                <c:pt idx="2318">
                  <c:v>0.20794099999999999</c:v>
                </c:pt>
                <c:pt idx="2319">
                  <c:v>0.20824699999999999</c:v>
                </c:pt>
                <c:pt idx="2320">
                  <c:v>0.20855199999999999</c:v>
                </c:pt>
                <c:pt idx="2321">
                  <c:v>0.20885699999999999</c:v>
                </c:pt>
                <c:pt idx="2322">
                  <c:v>0.20916299999999999</c:v>
                </c:pt>
                <c:pt idx="2323">
                  <c:v>0.20946799999999999</c:v>
                </c:pt>
                <c:pt idx="2324">
                  <c:v>0.20977399999999999</c:v>
                </c:pt>
                <c:pt idx="2325">
                  <c:v>0.21007899999999999</c:v>
                </c:pt>
                <c:pt idx="2326">
                  <c:v>0.21038399999999999</c:v>
                </c:pt>
                <c:pt idx="2327">
                  <c:v>0.21068999999999999</c:v>
                </c:pt>
                <c:pt idx="2328">
                  <c:v>0.21099499999999999</c:v>
                </c:pt>
                <c:pt idx="2329">
                  <c:v>0.21130099999999999</c:v>
                </c:pt>
                <c:pt idx="2330">
                  <c:v>0.21160599999999999</c:v>
                </c:pt>
                <c:pt idx="2331">
                  <c:v>0.21191099999999999</c:v>
                </c:pt>
                <c:pt idx="2332">
                  <c:v>0.21221699999999999</c:v>
                </c:pt>
                <c:pt idx="2333">
                  <c:v>0.21252199999999999</c:v>
                </c:pt>
                <c:pt idx="2334">
                  <c:v>0.21282799999999999</c:v>
                </c:pt>
                <c:pt idx="2335">
                  <c:v>0.21313299999999999</c:v>
                </c:pt>
                <c:pt idx="2336">
                  <c:v>0.21343799999999999</c:v>
                </c:pt>
                <c:pt idx="2337">
                  <c:v>0.21374399999999999</c:v>
                </c:pt>
                <c:pt idx="2338">
                  <c:v>0.21404899999999999</c:v>
                </c:pt>
                <c:pt idx="2339">
                  <c:v>0.21435499999999999</c:v>
                </c:pt>
                <c:pt idx="2340">
                  <c:v>0.21465999999999999</c:v>
                </c:pt>
                <c:pt idx="2341">
                  <c:v>0.21496499999999999</c:v>
                </c:pt>
                <c:pt idx="2342">
                  <c:v>0.21527099999999999</c:v>
                </c:pt>
                <c:pt idx="2343">
                  <c:v>0.21557599999999999</c:v>
                </c:pt>
                <c:pt idx="2344">
                  <c:v>0.21588199999999999</c:v>
                </c:pt>
                <c:pt idx="2345">
                  <c:v>0.21618699999999999</c:v>
                </c:pt>
                <c:pt idx="2346">
                  <c:v>0.21649199999999999</c:v>
                </c:pt>
                <c:pt idx="2347">
                  <c:v>0.21679799999999999</c:v>
                </c:pt>
                <c:pt idx="2348">
                  <c:v>0.21710299999999999</c:v>
                </c:pt>
                <c:pt idx="2349">
                  <c:v>0.21740899999999999</c:v>
                </c:pt>
                <c:pt idx="2350">
                  <c:v>0.21771399999999999</c:v>
                </c:pt>
                <c:pt idx="2351">
                  <c:v>0.21801899999999999</c:v>
                </c:pt>
                <c:pt idx="2352">
                  <c:v>0.21832499999999999</c:v>
                </c:pt>
                <c:pt idx="2353">
                  <c:v>0.21862999999999999</c:v>
                </c:pt>
                <c:pt idx="2354">
                  <c:v>0.21893499999999999</c:v>
                </c:pt>
                <c:pt idx="2355">
                  <c:v>0.21924099999999999</c:v>
                </c:pt>
                <c:pt idx="2356">
                  <c:v>0.21954599999999999</c:v>
                </c:pt>
                <c:pt idx="2357">
                  <c:v>0.21985199999999999</c:v>
                </c:pt>
                <c:pt idx="2358">
                  <c:v>0.22015699999999999</c:v>
                </c:pt>
                <c:pt idx="2359">
                  <c:v>0.22046199999999999</c:v>
                </c:pt>
                <c:pt idx="2360">
                  <c:v>0.22076799999999999</c:v>
                </c:pt>
                <c:pt idx="2361">
                  <c:v>0.22107299999999999</c:v>
                </c:pt>
                <c:pt idx="2362">
                  <c:v>0.22137899999999999</c:v>
                </c:pt>
                <c:pt idx="2363">
                  <c:v>0.22168399999999999</c:v>
                </c:pt>
                <c:pt idx="2364">
                  <c:v>0.22198899999999999</c:v>
                </c:pt>
                <c:pt idx="2365">
                  <c:v>0.22229499999999999</c:v>
                </c:pt>
                <c:pt idx="2366">
                  <c:v>0.22259999999999999</c:v>
                </c:pt>
                <c:pt idx="2367">
                  <c:v>0.22290599999999999</c:v>
                </c:pt>
                <c:pt idx="2368">
                  <c:v>0.22321099999999999</c:v>
                </c:pt>
                <c:pt idx="2369">
                  <c:v>0.22351599999999999</c:v>
                </c:pt>
                <c:pt idx="2370">
                  <c:v>0.22382199999999999</c:v>
                </c:pt>
                <c:pt idx="2371">
                  <c:v>0.22412699999999999</c:v>
                </c:pt>
                <c:pt idx="2372">
                  <c:v>0.22443299999999999</c:v>
                </c:pt>
                <c:pt idx="2373">
                  <c:v>0.22473799999999999</c:v>
                </c:pt>
                <c:pt idx="2374">
                  <c:v>0.22504299999999999</c:v>
                </c:pt>
                <c:pt idx="2375">
                  <c:v>0.22534899999999999</c:v>
                </c:pt>
                <c:pt idx="2376">
                  <c:v>0.22565399999999999</c:v>
                </c:pt>
                <c:pt idx="2377">
                  <c:v>0.22595999999999999</c:v>
                </c:pt>
                <c:pt idx="2378">
                  <c:v>0.22626499999999999</c:v>
                </c:pt>
                <c:pt idx="2379">
                  <c:v>0.22656999999999999</c:v>
                </c:pt>
                <c:pt idx="2380">
                  <c:v>0.22687599999999999</c:v>
                </c:pt>
                <c:pt idx="2381">
                  <c:v>0.22718099999999999</c:v>
                </c:pt>
                <c:pt idx="2382">
                  <c:v>0.22748699999999999</c:v>
                </c:pt>
                <c:pt idx="2383">
                  <c:v>0.22779199999999999</c:v>
                </c:pt>
                <c:pt idx="2384">
                  <c:v>0.22809699999999999</c:v>
                </c:pt>
                <c:pt idx="2385">
                  <c:v>0.22840299999999999</c:v>
                </c:pt>
                <c:pt idx="2386">
                  <c:v>0.22870799999999999</c:v>
                </c:pt>
                <c:pt idx="2387">
                  <c:v>0.229014</c:v>
                </c:pt>
                <c:pt idx="2388">
                  <c:v>0.229319</c:v>
                </c:pt>
                <c:pt idx="2389">
                  <c:v>0.22962399999999999</c:v>
                </c:pt>
                <c:pt idx="2390">
                  <c:v>0.22993</c:v>
                </c:pt>
                <c:pt idx="2391">
                  <c:v>0.230235</c:v>
                </c:pt>
                <c:pt idx="2392">
                  <c:v>0.230541</c:v>
                </c:pt>
                <c:pt idx="2393">
                  <c:v>0.230846</c:v>
                </c:pt>
                <c:pt idx="2394">
                  <c:v>0.231151</c:v>
                </c:pt>
                <c:pt idx="2395">
                  <c:v>0.231457</c:v>
                </c:pt>
                <c:pt idx="2396">
                  <c:v>0.231762</c:v>
                </c:pt>
                <c:pt idx="2397">
                  <c:v>0.232068</c:v>
                </c:pt>
                <c:pt idx="2398">
                  <c:v>0.232373</c:v>
                </c:pt>
                <c:pt idx="2399">
                  <c:v>0.232678</c:v>
                </c:pt>
                <c:pt idx="2400">
                  <c:v>0.232984</c:v>
                </c:pt>
                <c:pt idx="2401">
                  <c:v>0.233289</c:v>
                </c:pt>
                <c:pt idx="2402">
                  <c:v>0.233595</c:v>
                </c:pt>
                <c:pt idx="2403">
                  <c:v>0.2339</c:v>
                </c:pt>
                <c:pt idx="2404">
                  <c:v>0.234205</c:v>
                </c:pt>
                <c:pt idx="2405">
                  <c:v>0.234511</c:v>
                </c:pt>
                <c:pt idx="2406">
                  <c:v>0.234816</c:v>
                </c:pt>
                <c:pt idx="2407">
                  <c:v>0.235122</c:v>
                </c:pt>
                <c:pt idx="2408">
                  <c:v>0.235427</c:v>
                </c:pt>
                <c:pt idx="2409">
                  <c:v>0.235732</c:v>
                </c:pt>
                <c:pt idx="2410">
                  <c:v>0.236038</c:v>
                </c:pt>
                <c:pt idx="2411">
                  <c:v>0.236343</c:v>
                </c:pt>
                <c:pt idx="2412">
                  <c:v>0.236649</c:v>
                </c:pt>
                <c:pt idx="2413">
                  <c:v>0.236954</c:v>
                </c:pt>
                <c:pt idx="2414">
                  <c:v>0.237259</c:v>
                </c:pt>
                <c:pt idx="2415">
                  <c:v>0.237565</c:v>
                </c:pt>
                <c:pt idx="2416">
                  <c:v>0.23787</c:v>
                </c:pt>
                <c:pt idx="2417">
                  <c:v>0.238176</c:v>
                </c:pt>
                <c:pt idx="2418">
                  <c:v>0.238481</c:v>
                </c:pt>
                <c:pt idx="2419">
                  <c:v>0.238786</c:v>
                </c:pt>
                <c:pt idx="2420">
                  <c:v>0.239092</c:v>
                </c:pt>
                <c:pt idx="2421">
                  <c:v>0.239397</c:v>
                </c:pt>
                <c:pt idx="2422">
                  <c:v>0.239703</c:v>
                </c:pt>
                <c:pt idx="2423">
                  <c:v>0.240008</c:v>
                </c:pt>
                <c:pt idx="2424">
                  <c:v>0.240313</c:v>
                </c:pt>
                <c:pt idx="2425">
                  <c:v>0.240619</c:v>
                </c:pt>
                <c:pt idx="2426">
                  <c:v>0.240924</c:v>
                </c:pt>
                <c:pt idx="2427">
                  <c:v>0.24123</c:v>
                </c:pt>
                <c:pt idx="2428">
                  <c:v>0.241535</c:v>
                </c:pt>
                <c:pt idx="2429">
                  <c:v>0.24184</c:v>
                </c:pt>
                <c:pt idx="2430">
                  <c:v>0.242146</c:v>
                </c:pt>
                <c:pt idx="2431">
                  <c:v>0.242451</c:v>
                </c:pt>
                <c:pt idx="2432">
                  <c:v>0.242757</c:v>
                </c:pt>
                <c:pt idx="2433">
                  <c:v>0.243062</c:v>
                </c:pt>
                <c:pt idx="2434">
                  <c:v>0.243367</c:v>
                </c:pt>
                <c:pt idx="2435">
                  <c:v>0.243673</c:v>
                </c:pt>
                <c:pt idx="2436">
                  <c:v>0.243978</c:v>
                </c:pt>
                <c:pt idx="2437">
                  <c:v>0.244284</c:v>
                </c:pt>
                <c:pt idx="2438">
                  <c:v>0.244589</c:v>
                </c:pt>
                <c:pt idx="2439">
                  <c:v>0.244894</c:v>
                </c:pt>
                <c:pt idx="2440">
                  <c:v>0.2452</c:v>
                </c:pt>
                <c:pt idx="2441">
                  <c:v>0.245505</c:v>
                </c:pt>
                <c:pt idx="2442">
                  <c:v>0.24581</c:v>
                </c:pt>
                <c:pt idx="2443">
                  <c:v>0.246116</c:v>
                </c:pt>
                <c:pt idx="2444">
                  <c:v>0.246421</c:v>
                </c:pt>
                <c:pt idx="2445">
                  <c:v>0.246727</c:v>
                </c:pt>
                <c:pt idx="2446">
                  <c:v>0.247032</c:v>
                </c:pt>
                <c:pt idx="2447">
                  <c:v>0.247337</c:v>
                </c:pt>
                <c:pt idx="2448">
                  <c:v>0.247643</c:v>
                </c:pt>
                <c:pt idx="2449">
                  <c:v>0.247948</c:v>
                </c:pt>
                <c:pt idx="2450">
                  <c:v>0.248254</c:v>
                </c:pt>
                <c:pt idx="2451">
                  <c:v>0.248559</c:v>
                </c:pt>
                <c:pt idx="2452">
                  <c:v>0.248864</c:v>
                </c:pt>
                <c:pt idx="2453">
                  <c:v>0.24917</c:v>
                </c:pt>
                <c:pt idx="2454">
                  <c:v>0.249475</c:v>
                </c:pt>
                <c:pt idx="2455">
                  <c:v>0.249781</c:v>
                </c:pt>
                <c:pt idx="2456">
                  <c:v>0.25008599999999997</c:v>
                </c:pt>
                <c:pt idx="2457">
                  <c:v>0.25039099999999997</c:v>
                </c:pt>
                <c:pt idx="2458">
                  <c:v>0.250697</c:v>
                </c:pt>
                <c:pt idx="2459">
                  <c:v>0.251002</c:v>
                </c:pt>
                <c:pt idx="2460">
                  <c:v>0.25130799999999998</c:v>
                </c:pt>
                <c:pt idx="2461">
                  <c:v>0.25161299999999998</c:v>
                </c:pt>
                <c:pt idx="2462">
                  <c:v>0.25191799999999998</c:v>
                </c:pt>
                <c:pt idx="2463">
                  <c:v>0.252224</c:v>
                </c:pt>
                <c:pt idx="2464">
                  <c:v>0.252529</c:v>
                </c:pt>
                <c:pt idx="2465">
                  <c:v>0.25283499999999998</c:v>
                </c:pt>
                <c:pt idx="2466">
                  <c:v>0.25313999999999998</c:v>
                </c:pt>
                <c:pt idx="2467">
                  <c:v>0.25344499999999998</c:v>
                </c:pt>
                <c:pt idx="2468">
                  <c:v>0.253751</c:v>
                </c:pt>
                <c:pt idx="2469">
                  <c:v>0.254056</c:v>
                </c:pt>
                <c:pt idx="2470">
                  <c:v>0.25436199999999998</c:v>
                </c:pt>
                <c:pt idx="2471">
                  <c:v>0.25466699999999998</c:v>
                </c:pt>
                <c:pt idx="2472">
                  <c:v>0.25497199999999998</c:v>
                </c:pt>
                <c:pt idx="2473">
                  <c:v>0.255278</c:v>
                </c:pt>
                <c:pt idx="2474">
                  <c:v>0.255583</c:v>
                </c:pt>
                <c:pt idx="2475">
                  <c:v>0.25588899999999998</c:v>
                </c:pt>
                <c:pt idx="2476">
                  <c:v>0.25619399999999998</c:v>
                </c:pt>
                <c:pt idx="2477">
                  <c:v>0.25649899999999998</c:v>
                </c:pt>
                <c:pt idx="2478">
                  <c:v>0.25680500000000001</c:v>
                </c:pt>
                <c:pt idx="2479">
                  <c:v>0.25711000000000001</c:v>
                </c:pt>
                <c:pt idx="2480">
                  <c:v>0.25741599999999998</c:v>
                </c:pt>
                <c:pt idx="2481">
                  <c:v>0.25772099999999998</c:v>
                </c:pt>
                <c:pt idx="2482">
                  <c:v>0.25802599999999998</c:v>
                </c:pt>
                <c:pt idx="2483">
                  <c:v>0.25833200000000001</c:v>
                </c:pt>
                <c:pt idx="2484">
                  <c:v>0.25863700000000001</c:v>
                </c:pt>
                <c:pt idx="2485">
                  <c:v>0.25894299999999998</c:v>
                </c:pt>
                <c:pt idx="2486">
                  <c:v>0.25924799999999998</c:v>
                </c:pt>
                <c:pt idx="2487">
                  <c:v>0.25955299999999998</c:v>
                </c:pt>
                <c:pt idx="2488">
                  <c:v>0.25985900000000001</c:v>
                </c:pt>
                <c:pt idx="2489">
                  <c:v>0.26016400000000001</c:v>
                </c:pt>
                <c:pt idx="2490">
                  <c:v>0.26046999999999998</c:v>
                </c:pt>
                <c:pt idx="2491">
                  <c:v>0.26077499999999998</c:v>
                </c:pt>
                <c:pt idx="2492">
                  <c:v>0.26107999999999998</c:v>
                </c:pt>
                <c:pt idx="2493">
                  <c:v>0.26138600000000001</c:v>
                </c:pt>
                <c:pt idx="2494">
                  <c:v>0.26169100000000001</c:v>
                </c:pt>
                <c:pt idx="2495">
                  <c:v>0.26199699999999998</c:v>
                </c:pt>
                <c:pt idx="2496">
                  <c:v>0.26230199999999998</c:v>
                </c:pt>
                <c:pt idx="2497">
                  <c:v>0.26260699999999998</c:v>
                </c:pt>
                <c:pt idx="2498">
                  <c:v>0.26291300000000001</c:v>
                </c:pt>
                <c:pt idx="2499">
                  <c:v>0.26321800000000001</c:v>
                </c:pt>
                <c:pt idx="2500">
                  <c:v>0.26352399999999998</c:v>
                </c:pt>
                <c:pt idx="2501">
                  <c:v>0.26382899999999998</c:v>
                </c:pt>
                <c:pt idx="2502">
                  <c:v>0.26413399999999998</c:v>
                </c:pt>
                <c:pt idx="2503">
                  <c:v>0.26444000000000001</c:v>
                </c:pt>
                <c:pt idx="2504">
                  <c:v>0.26474500000000001</c:v>
                </c:pt>
                <c:pt idx="2505">
                  <c:v>0.26505099999999998</c:v>
                </c:pt>
                <c:pt idx="2506">
                  <c:v>0.26535599999999998</c:v>
                </c:pt>
                <c:pt idx="2507">
                  <c:v>0.26566099999999998</c:v>
                </c:pt>
                <c:pt idx="2508">
                  <c:v>0.26596700000000001</c:v>
                </c:pt>
                <c:pt idx="2509">
                  <c:v>0.26627200000000001</c:v>
                </c:pt>
                <c:pt idx="2510">
                  <c:v>0.26657799999999998</c:v>
                </c:pt>
                <c:pt idx="2511">
                  <c:v>0.26688299999999998</c:v>
                </c:pt>
                <c:pt idx="2512">
                  <c:v>0.26718799999999998</c:v>
                </c:pt>
                <c:pt idx="2513">
                  <c:v>0.26749400000000001</c:v>
                </c:pt>
                <c:pt idx="2514">
                  <c:v>0.26779900000000001</c:v>
                </c:pt>
                <c:pt idx="2515">
                  <c:v>0.26810499999999998</c:v>
                </c:pt>
                <c:pt idx="2516">
                  <c:v>0.26840999999999998</c:v>
                </c:pt>
                <c:pt idx="2517">
                  <c:v>0.26871499999999998</c:v>
                </c:pt>
                <c:pt idx="2518">
                  <c:v>0.26902100000000001</c:v>
                </c:pt>
                <c:pt idx="2519">
                  <c:v>0.26932600000000001</c:v>
                </c:pt>
                <c:pt idx="2520">
                  <c:v>0.26963199999999998</c:v>
                </c:pt>
                <c:pt idx="2521">
                  <c:v>0.26993699999999998</c:v>
                </c:pt>
                <c:pt idx="2522">
                  <c:v>0.27024199999999998</c:v>
                </c:pt>
                <c:pt idx="2523">
                  <c:v>0.27054800000000001</c:v>
                </c:pt>
                <c:pt idx="2524">
                  <c:v>0.27085300000000001</c:v>
                </c:pt>
                <c:pt idx="2525">
                  <c:v>0.27115800000000001</c:v>
                </c:pt>
                <c:pt idx="2526">
                  <c:v>0.27146399999999998</c:v>
                </c:pt>
                <c:pt idx="2527">
                  <c:v>0.27176899999999998</c:v>
                </c:pt>
                <c:pt idx="2528">
                  <c:v>0.27207500000000001</c:v>
                </c:pt>
                <c:pt idx="2529">
                  <c:v>0.27238000000000001</c:v>
                </c:pt>
                <c:pt idx="2530">
                  <c:v>0.27268500000000001</c:v>
                </c:pt>
                <c:pt idx="2531">
                  <c:v>0.27299099999999998</c:v>
                </c:pt>
                <c:pt idx="2532">
                  <c:v>0.27329599999999998</c:v>
                </c:pt>
                <c:pt idx="2533">
                  <c:v>0.27360200000000001</c:v>
                </c:pt>
                <c:pt idx="2534">
                  <c:v>0.27390700000000001</c:v>
                </c:pt>
                <c:pt idx="2535">
                  <c:v>0.27421200000000001</c:v>
                </c:pt>
                <c:pt idx="2536">
                  <c:v>0.27451799999999998</c:v>
                </c:pt>
                <c:pt idx="2537">
                  <c:v>0.27482299999999998</c:v>
                </c:pt>
                <c:pt idx="2538">
                  <c:v>0.27512900000000001</c:v>
                </c:pt>
                <c:pt idx="2539">
                  <c:v>0.27543400000000001</c:v>
                </c:pt>
                <c:pt idx="2540">
                  <c:v>0.27573900000000001</c:v>
                </c:pt>
                <c:pt idx="2541">
                  <c:v>0.27604499999999998</c:v>
                </c:pt>
                <c:pt idx="2542">
                  <c:v>0.27634999999999998</c:v>
                </c:pt>
                <c:pt idx="2543">
                  <c:v>0.27665600000000001</c:v>
                </c:pt>
                <c:pt idx="2544">
                  <c:v>0.27696100000000001</c:v>
                </c:pt>
                <c:pt idx="2545">
                  <c:v>0.27726600000000001</c:v>
                </c:pt>
                <c:pt idx="2546">
                  <c:v>0.27757199999999999</c:v>
                </c:pt>
                <c:pt idx="2547">
                  <c:v>0.27787699999999999</c:v>
                </c:pt>
                <c:pt idx="2548">
                  <c:v>0.27818300000000001</c:v>
                </c:pt>
                <c:pt idx="2549">
                  <c:v>0.27848800000000001</c:v>
                </c:pt>
                <c:pt idx="2550">
                  <c:v>0.27879300000000001</c:v>
                </c:pt>
                <c:pt idx="2551">
                  <c:v>0.27909899999999999</c:v>
                </c:pt>
                <c:pt idx="2552">
                  <c:v>0.27940399999999999</c:v>
                </c:pt>
                <c:pt idx="2553">
                  <c:v>0.27971000000000001</c:v>
                </c:pt>
                <c:pt idx="2554">
                  <c:v>0.28001500000000001</c:v>
                </c:pt>
                <c:pt idx="2555">
                  <c:v>0.28032000000000001</c:v>
                </c:pt>
                <c:pt idx="2556">
                  <c:v>0.28062599999999999</c:v>
                </c:pt>
                <c:pt idx="2557">
                  <c:v>0.28093099999999999</c:v>
                </c:pt>
                <c:pt idx="2558">
                  <c:v>0.28123700000000001</c:v>
                </c:pt>
                <c:pt idx="2559">
                  <c:v>0.28154200000000001</c:v>
                </c:pt>
                <c:pt idx="2560">
                  <c:v>0.28184700000000001</c:v>
                </c:pt>
                <c:pt idx="2561">
                  <c:v>0.28215299999999999</c:v>
                </c:pt>
                <c:pt idx="2562">
                  <c:v>0.28245799999999999</c:v>
                </c:pt>
                <c:pt idx="2563">
                  <c:v>0.28276400000000002</c:v>
                </c:pt>
                <c:pt idx="2564">
                  <c:v>0.28306900000000002</c:v>
                </c:pt>
                <c:pt idx="2565">
                  <c:v>0.28337400000000001</c:v>
                </c:pt>
                <c:pt idx="2566">
                  <c:v>0.28367999999999999</c:v>
                </c:pt>
                <c:pt idx="2567">
                  <c:v>0.28398499999999999</c:v>
                </c:pt>
                <c:pt idx="2568">
                  <c:v>0.28429100000000002</c:v>
                </c:pt>
                <c:pt idx="2569">
                  <c:v>0.28459600000000002</c:v>
                </c:pt>
                <c:pt idx="2570">
                  <c:v>0.28490100000000002</c:v>
                </c:pt>
                <c:pt idx="2571">
                  <c:v>0.28520699999999999</c:v>
                </c:pt>
                <c:pt idx="2572">
                  <c:v>0.28551199999999999</c:v>
                </c:pt>
                <c:pt idx="2573">
                  <c:v>0.28581800000000002</c:v>
                </c:pt>
                <c:pt idx="2574">
                  <c:v>0.28612300000000002</c:v>
                </c:pt>
                <c:pt idx="2575">
                  <c:v>0.28642800000000002</c:v>
                </c:pt>
                <c:pt idx="2576">
                  <c:v>0.28673399999999999</c:v>
                </c:pt>
                <c:pt idx="2577">
                  <c:v>0.28703899999999999</c:v>
                </c:pt>
                <c:pt idx="2578">
                  <c:v>0.28734500000000002</c:v>
                </c:pt>
                <c:pt idx="2579">
                  <c:v>0.28765000000000002</c:v>
                </c:pt>
                <c:pt idx="2580">
                  <c:v>0.28795500000000002</c:v>
                </c:pt>
                <c:pt idx="2581">
                  <c:v>0.28826099999999999</c:v>
                </c:pt>
                <c:pt idx="2582">
                  <c:v>0.28856599999999999</c:v>
                </c:pt>
                <c:pt idx="2583">
                  <c:v>0.28887200000000002</c:v>
                </c:pt>
                <c:pt idx="2584">
                  <c:v>0.28917700000000002</c:v>
                </c:pt>
                <c:pt idx="2585">
                  <c:v>0.28948200000000002</c:v>
                </c:pt>
                <c:pt idx="2586">
                  <c:v>0.28978799999999999</c:v>
                </c:pt>
                <c:pt idx="2587">
                  <c:v>0.29009299999999999</c:v>
                </c:pt>
                <c:pt idx="2588">
                  <c:v>0.29039900000000002</c:v>
                </c:pt>
                <c:pt idx="2589">
                  <c:v>0.29070400000000002</c:v>
                </c:pt>
                <c:pt idx="2590">
                  <c:v>0.29100900000000002</c:v>
                </c:pt>
                <c:pt idx="2591">
                  <c:v>0.29131499999999999</c:v>
                </c:pt>
                <c:pt idx="2592">
                  <c:v>0.29161999999999999</c:v>
                </c:pt>
                <c:pt idx="2593">
                  <c:v>0.29192600000000002</c:v>
                </c:pt>
                <c:pt idx="2594">
                  <c:v>0.29223100000000002</c:v>
                </c:pt>
                <c:pt idx="2595">
                  <c:v>0.29253600000000002</c:v>
                </c:pt>
                <c:pt idx="2596">
                  <c:v>0.29284199999999999</c:v>
                </c:pt>
                <c:pt idx="2597">
                  <c:v>0.29314699999999999</c:v>
                </c:pt>
                <c:pt idx="2598">
                  <c:v>0.29345300000000002</c:v>
                </c:pt>
                <c:pt idx="2599">
                  <c:v>0.29375800000000002</c:v>
                </c:pt>
                <c:pt idx="2600">
                  <c:v>0.29406300000000002</c:v>
                </c:pt>
                <c:pt idx="2601">
                  <c:v>0.29436899999999999</c:v>
                </c:pt>
                <c:pt idx="2602">
                  <c:v>0.29467399999999999</c:v>
                </c:pt>
                <c:pt idx="2603">
                  <c:v>0.29498000000000002</c:v>
                </c:pt>
                <c:pt idx="2604">
                  <c:v>0.29528500000000002</c:v>
                </c:pt>
                <c:pt idx="2605">
                  <c:v>0.29559000000000002</c:v>
                </c:pt>
                <c:pt idx="2606">
                  <c:v>0.29589599999999999</c:v>
                </c:pt>
                <c:pt idx="2607">
                  <c:v>0.29620099999999999</c:v>
                </c:pt>
                <c:pt idx="2608">
                  <c:v>0.29650599999999999</c:v>
                </c:pt>
                <c:pt idx="2609">
                  <c:v>0.29681200000000002</c:v>
                </c:pt>
                <c:pt idx="2610">
                  <c:v>0.29711700000000002</c:v>
                </c:pt>
                <c:pt idx="2611">
                  <c:v>0.29742299999999999</c:v>
                </c:pt>
                <c:pt idx="2612">
                  <c:v>0.29772799999999999</c:v>
                </c:pt>
                <c:pt idx="2613">
                  <c:v>0.29803299999999999</c:v>
                </c:pt>
                <c:pt idx="2614">
                  <c:v>0.29833900000000002</c:v>
                </c:pt>
                <c:pt idx="2615">
                  <c:v>0.29864400000000002</c:v>
                </c:pt>
                <c:pt idx="2616">
                  <c:v>0.29894999999999999</c:v>
                </c:pt>
                <c:pt idx="2617">
                  <c:v>0.29925499999999999</c:v>
                </c:pt>
                <c:pt idx="2618">
                  <c:v>0.29955999999999999</c:v>
                </c:pt>
                <c:pt idx="2619">
                  <c:v>0.29986600000000002</c:v>
                </c:pt>
                <c:pt idx="2620">
                  <c:v>0.30017100000000002</c:v>
                </c:pt>
                <c:pt idx="2621">
                  <c:v>0.30047699999999999</c:v>
                </c:pt>
                <c:pt idx="2622">
                  <c:v>0.30078199999999999</c:v>
                </c:pt>
                <c:pt idx="2623">
                  <c:v>0.30108699999999999</c:v>
                </c:pt>
                <c:pt idx="2624">
                  <c:v>0.30139300000000002</c:v>
                </c:pt>
                <c:pt idx="2625">
                  <c:v>0.30169800000000002</c:v>
                </c:pt>
                <c:pt idx="2626">
                  <c:v>0.30200399999999999</c:v>
                </c:pt>
                <c:pt idx="2627">
                  <c:v>0.30230899999999999</c:v>
                </c:pt>
                <c:pt idx="2628">
                  <c:v>0.30261399999999999</c:v>
                </c:pt>
                <c:pt idx="2629">
                  <c:v>0.30292000000000002</c:v>
                </c:pt>
                <c:pt idx="2630">
                  <c:v>0.30322500000000002</c:v>
                </c:pt>
                <c:pt idx="2631">
                  <c:v>0.303531</c:v>
                </c:pt>
                <c:pt idx="2632">
                  <c:v>0.30383599999999999</c:v>
                </c:pt>
                <c:pt idx="2633">
                  <c:v>0.30414099999999999</c:v>
                </c:pt>
                <c:pt idx="2634">
                  <c:v>0.30444700000000002</c:v>
                </c:pt>
                <c:pt idx="2635">
                  <c:v>0.30475200000000002</c:v>
                </c:pt>
                <c:pt idx="2636">
                  <c:v>0.305058</c:v>
                </c:pt>
                <c:pt idx="2637">
                  <c:v>0.305363</c:v>
                </c:pt>
                <c:pt idx="2638">
                  <c:v>0.305668</c:v>
                </c:pt>
                <c:pt idx="2639">
                  <c:v>0.30597400000000002</c:v>
                </c:pt>
                <c:pt idx="2640">
                  <c:v>0.30627900000000002</c:v>
                </c:pt>
                <c:pt idx="2641">
                  <c:v>0.306585</c:v>
                </c:pt>
                <c:pt idx="2642">
                  <c:v>0.30689</c:v>
                </c:pt>
                <c:pt idx="2643">
                  <c:v>0.307195</c:v>
                </c:pt>
                <c:pt idx="2644">
                  <c:v>0.30750100000000002</c:v>
                </c:pt>
                <c:pt idx="2645">
                  <c:v>0.30780600000000002</c:v>
                </c:pt>
                <c:pt idx="2646">
                  <c:v>0.308112</c:v>
                </c:pt>
                <c:pt idx="2647">
                  <c:v>0.308417</c:v>
                </c:pt>
                <c:pt idx="2648">
                  <c:v>0.308722</c:v>
                </c:pt>
                <c:pt idx="2649">
                  <c:v>0.30902800000000002</c:v>
                </c:pt>
                <c:pt idx="2650">
                  <c:v>0.30933300000000002</c:v>
                </c:pt>
                <c:pt idx="2651">
                  <c:v>0.309639</c:v>
                </c:pt>
                <c:pt idx="2652">
                  <c:v>0.309944</c:v>
                </c:pt>
                <c:pt idx="2653">
                  <c:v>0.310249</c:v>
                </c:pt>
                <c:pt idx="2654">
                  <c:v>0.31055500000000003</c:v>
                </c:pt>
                <c:pt idx="2655">
                  <c:v>0.31086000000000003</c:v>
                </c:pt>
                <c:pt idx="2656">
                  <c:v>0.311166</c:v>
                </c:pt>
                <c:pt idx="2657">
                  <c:v>0.311471</c:v>
                </c:pt>
                <c:pt idx="2658">
                  <c:v>0.311776</c:v>
                </c:pt>
                <c:pt idx="2659">
                  <c:v>0.31208200000000003</c:v>
                </c:pt>
                <c:pt idx="2660">
                  <c:v>0.31238700000000003</c:v>
                </c:pt>
                <c:pt idx="2661">
                  <c:v>0.312693</c:v>
                </c:pt>
                <c:pt idx="2662">
                  <c:v>0.312998</c:v>
                </c:pt>
                <c:pt idx="2663">
                  <c:v>0.313303</c:v>
                </c:pt>
                <c:pt idx="2664">
                  <c:v>0.31360900000000003</c:v>
                </c:pt>
                <c:pt idx="2665">
                  <c:v>0.31391400000000003</c:v>
                </c:pt>
                <c:pt idx="2666">
                  <c:v>0.31422</c:v>
                </c:pt>
                <c:pt idx="2667">
                  <c:v>0.314525</c:v>
                </c:pt>
                <c:pt idx="2668">
                  <c:v>0.31483</c:v>
                </c:pt>
                <c:pt idx="2669">
                  <c:v>0.31513600000000003</c:v>
                </c:pt>
                <c:pt idx="2670">
                  <c:v>0.31544100000000003</c:v>
                </c:pt>
                <c:pt idx="2671">
                  <c:v>0.315747</c:v>
                </c:pt>
                <c:pt idx="2672">
                  <c:v>0.316052</c:v>
                </c:pt>
                <c:pt idx="2673">
                  <c:v>0.316357</c:v>
                </c:pt>
                <c:pt idx="2674">
                  <c:v>0.31666299999999997</c:v>
                </c:pt>
                <c:pt idx="2675">
                  <c:v>0.31696800000000003</c:v>
                </c:pt>
                <c:pt idx="2676">
                  <c:v>0.317274</c:v>
                </c:pt>
                <c:pt idx="2677">
                  <c:v>0.317579</c:v>
                </c:pt>
                <c:pt idx="2678">
                  <c:v>0.317884</c:v>
                </c:pt>
                <c:pt idx="2679">
                  <c:v>0.31818999999999997</c:v>
                </c:pt>
                <c:pt idx="2680">
                  <c:v>0.31849499999999997</c:v>
                </c:pt>
                <c:pt idx="2681">
                  <c:v>0.318801</c:v>
                </c:pt>
                <c:pt idx="2682">
                  <c:v>0.319106</c:v>
                </c:pt>
                <c:pt idx="2683">
                  <c:v>0.319411</c:v>
                </c:pt>
                <c:pt idx="2684">
                  <c:v>0.31971699999999997</c:v>
                </c:pt>
                <c:pt idx="2685">
                  <c:v>0.32002199999999997</c:v>
                </c:pt>
                <c:pt idx="2686">
                  <c:v>0.320328</c:v>
                </c:pt>
                <c:pt idx="2687">
                  <c:v>0.320633</c:v>
                </c:pt>
                <c:pt idx="2688">
                  <c:v>0.320938</c:v>
                </c:pt>
                <c:pt idx="2689">
                  <c:v>0.32124399999999997</c:v>
                </c:pt>
                <c:pt idx="2690">
                  <c:v>0.32154899999999997</c:v>
                </c:pt>
                <c:pt idx="2691">
                  <c:v>0.32185399999999997</c:v>
                </c:pt>
                <c:pt idx="2692">
                  <c:v>0.32216</c:v>
                </c:pt>
                <c:pt idx="2693">
                  <c:v>0.322465</c:v>
                </c:pt>
                <c:pt idx="2694">
                  <c:v>0.32277099999999997</c:v>
                </c:pt>
                <c:pt idx="2695">
                  <c:v>0.32307599999999997</c:v>
                </c:pt>
                <c:pt idx="2696">
                  <c:v>0.32338099999999997</c:v>
                </c:pt>
                <c:pt idx="2697">
                  <c:v>0.323687</c:v>
                </c:pt>
                <c:pt idx="2698">
                  <c:v>0.323992</c:v>
                </c:pt>
                <c:pt idx="2699">
                  <c:v>0.32429799999999998</c:v>
                </c:pt>
                <c:pt idx="2700">
                  <c:v>0.32460299999999997</c:v>
                </c:pt>
                <c:pt idx="2701">
                  <c:v>0.32490799999999997</c:v>
                </c:pt>
                <c:pt idx="2702">
                  <c:v>0.325214</c:v>
                </c:pt>
                <c:pt idx="2703">
                  <c:v>0.325519</c:v>
                </c:pt>
                <c:pt idx="2704">
                  <c:v>0.32582499999999998</c:v>
                </c:pt>
                <c:pt idx="2705">
                  <c:v>0.32612999999999998</c:v>
                </c:pt>
                <c:pt idx="2706">
                  <c:v>0.32643499999999998</c:v>
                </c:pt>
                <c:pt idx="2707">
                  <c:v>0.326741</c:v>
                </c:pt>
                <c:pt idx="2708">
                  <c:v>0.327046</c:v>
                </c:pt>
                <c:pt idx="2709">
                  <c:v>0.32735199999999998</c:v>
                </c:pt>
                <c:pt idx="2710">
                  <c:v>0.32765699999999998</c:v>
                </c:pt>
                <c:pt idx="2711">
                  <c:v>0.32796199999999998</c:v>
                </c:pt>
                <c:pt idx="2712">
                  <c:v>0.328268</c:v>
                </c:pt>
                <c:pt idx="2713">
                  <c:v>0.328573</c:v>
                </c:pt>
                <c:pt idx="2714">
                  <c:v>0.32887899999999998</c:v>
                </c:pt>
                <c:pt idx="2715">
                  <c:v>0.32918399999999998</c:v>
                </c:pt>
                <c:pt idx="2716">
                  <c:v>0.32948899999999998</c:v>
                </c:pt>
                <c:pt idx="2717">
                  <c:v>0.329795</c:v>
                </c:pt>
                <c:pt idx="2718">
                  <c:v>0.3301</c:v>
                </c:pt>
                <c:pt idx="2719">
                  <c:v>0.33040599999999998</c:v>
                </c:pt>
                <c:pt idx="2720">
                  <c:v>0.33071099999999998</c:v>
                </c:pt>
                <c:pt idx="2721">
                  <c:v>0.33101599999999998</c:v>
                </c:pt>
                <c:pt idx="2722">
                  <c:v>0.33132200000000001</c:v>
                </c:pt>
                <c:pt idx="2723">
                  <c:v>0.33162700000000001</c:v>
                </c:pt>
                <c:pt idx="2724">
                  <c:v>0.33193299999999998</c:v>
                </c:pt>
                <c:pt idx="2725">
                  <c:v>0.33223799999999998</c:v>
                </c:pt>
                <c:pt idx="2726">
                  <c:v>0.33254299999999998</c:v>
                </c:pt>
                <c:pt idx="2727">
                  <c:v>0.33284900000000001</c:v>
                </c:pt>
                <c:pt idx="2728">
                  <c:v>0.33315400000000001</c:v>
                </c:pt>
                <c:pt idx="2729">
                  <c:v>0.33345999999999998</c:v>
                </c:pt>
                <c:pt idx="2730">
                  <c:v>0.33376499999999998</c:v>
                </c:pt>
                <c:pt idx="2731">
                  <c:v>0.33406999999999998</c:v>
                </c:pt>
                <c:pt idx="2732">
                  <c:v>0.33437600000000001</c:v>
                </c:pt>
                <c:pt idx="2733">
                  <c:v>0.33468100000000001</c:v>
                </c:pt>
                <c:pt idx="2734">
                  <c:v>0.33498699999999998</c:v>
                </c:pt>
                <c:pt idx="2735">
                  <c:v>0.33529199999999998</c:v>
                </c:pt>
                <c:pt idx="2736">
                  <c:v>0.33559699999999998</c:v>
                </c:pt>
                <c:pt idx="2737">
                  <c:v>0.33590300000000001</c:v>
                </c:pt>
                <c:pt idx="2738">
                  <c:v>0.33620800000000001</c:v>
                </c:pt>
                <c:pt idx="2739">
                  <c:v>0.33651399999999998</c:v>
                </c:pt>
                <c:pt idx="2740">
                  <c:v>0.33681899999999998</c:v>
                </c:pt>
                <c:pt idx="2741">
                  <c:v>0.33712399999999998</c:v>
                </c:pt>
                <c:pt idx="2742">
                  <c:v>0.33743000000000001</c:v>
                </c:pt>
                <c:pt idx="2743">
                  <c:v>0.33773500000000001</c:v>
                </c:pt>
                <c:pt idx="2744">
                  <c:v>0.33804099999999998</c:v>
                </c:pt>
                <c:pt idx="2745">
                  <c:v>0.33834599999999998</c:v>
                </c:pt>
                <c:pt idx="2746">
                  <c:v>0.33865099999999998</c:v>
                </c:pt>
                <c:pt idx="2747">
                  <c:v>0.33895700000000001</c:v>
                </c:pt>
                <c:pt idx="2748">
                  <c:v>0.33926200000000001</c:v>
                </c:pt>
                <c:pt idx="2749">
                  <c:v>0.33956799999999998</c:v>
                </c:pt>
                <c:pt idx="2750">
                  <c:v>0.33987299999999998</c:v>
                </c:pt>
                <c:pt idx="2751">
                  <c:v>0.34017799999999998</c:v>
                </c:pt>
                <c:pt idx="2752">
                  <c:v>0.34048400000000001</c:v>
                </c:pt>
                <c:pt idx="2753">
                  <c:v>0.34078900000000001</c:v>
                </c:pt>
                <c:pt idx="2754">
                  <c:v>0.34109499999999998</c:v>
                </c:pt>
                <c:pt idx="2755">
                  <c:v>0.34139999999999998</c:v>
                </c:pt>
                <c:pt idx="2756">
                  <c:v>0.34170499999999998</c:v>
                </c:pt>
                <c:pt idx="2757">
                  <c:v>0.34201100000000001</c:v>
                </c:pt>
                <c:pt idx="2758">
                  <c:v>0.34231600000000001</c:v>
                </c:pt>
                <c:pt idx="2759">
                  <c:v>0.34262199999999998</c:v>
                </c:pt>
                <c:pt idx="2760">
                  <c:v>0.34292699999999998</c:v>
                </c:pt>
                <c:pt idx="2761">
                  <c:v>0.34323199999999998</c:v>
                </c:pt>
                <c:pt idx="2762">
                  <c:v>0.34353800000000001</c:v>
                </c:pt>
                <c:pt idx="2763">
                  <c:v>0.34384300000000001</c:v>
                </c:pt>
                <c:pt idx="2764">
                  <c:v>0.34414899999999998</c:v>
                </c:pt>
                <c:pt idx="2765">
                  <c:v>0.34445399999999998</c:v>
                </c:pt>
                <c:pt idx="2766">
                  <c:v>0.34475899999999998</c:v>
                </c:pt>
                <c:pt idx="2767">
                  <c:v>0.34506500000000001</c:v>
                </c:pt>
                <c:pt idx="2768">
                  <c:v>0.34537000000000001</c:v>
                </c:pt>
                <c:pt idx="2769">
                  <c:v>0.34567599999999998</c:v>
                </c:pt>
                <c:pt idx="2770">
                  <c:v>0.34598099999999998</c:v>
                </c:pt>
                <c:pt idx="2771">
                  <c:v>0.34628599999999998</c:v>
                </c:pt>
                <c:pt idx="2772">
                  <c:v>0.34659200000000001</c:v>
                </c:pt>
                <c:pt idx="2773">
                  <c:v>0.34689700000000001</c:v>
                </c:pt>
                <c:pt idx="2774">
                  <c:v>0.34720200000000001</c:v>
                </c:pt>
                <c:pt idx="2775">
                  <c:v>0.34750799999999998</c:v>
                </c:pt>
                <c:pt idx="2776">
                  <c:v>0.34781299999999998</c:v>
                </c:pt>
                <c:pt idx="2777">
                  <c:v>0.34811900000000001</c:v>
                </c:pt>
                <c:pt idx="2778">
                  <c:v>0.34842400000000001</c:v>
                </c:pt>
                <c:pt idx="2779">
                  <c:v>0.34872900000000001</c:v>
                </c:pt>
                <c:pt idx="2780">
                  <c:v>0.34903499999999998</c:v>
                </c:pt>
                <c:pt idx="2781">
                  <c:v>0.34933999999999998</c:v>
                </c:pt>
                <c:pt idx="2782">
                  <c:v>0.34964600000000001</c:v>
                </c:pt>
                <c:pt idx="2783">
                  <c:v>0.34995100000000001</c:v>
                </c:pt>
                <c:pt idx="2784">
                  <c:v>0.35025600000000001</c:v>
                </c:pt>
                <c:pt idx="2785">
                  <c:v>0.35056199999999998</c:v>
                </c:pt>
                <c:pt idx="2786">
                  <c:v>0.35086699999999998</c:v>
                </c:pt>
                <c:pt idx="2787">
                  <c:v>0.35117300000000001</c:v>
                </c:pt>
                <c:pt idx="2788">
                  <c:v>0.35147800000000001</c:v>
                </c:pt>
                <c:pt idx="2789">
                  <c:v>0.35178300000000001</c:v>
                </c:pt>
                <c:pt idx="2790">
                  <c:v>0.35208899999999999</c:v>
                </c:pt>
                <c:pt idx="2791">
                  <c:v>0.35239399999999999</c:v>
                </c:pt>
                <c:pt idx="2792">
                  <c:v>0.35270000000000001</c:v>
                </c:pt>
                <c:pt idx="2793">
                  <c:v>0.35300500000000001</c:v>
                </c:pt>
                <c:pt idx="2794">
                  <c:v>0.35331000000000001</c:v>
                </c:pt>
                <c:pt idx="2795">
                  <c:v>0.35361599999999999</c:v>
                </c:pt>
                <c:pt idx="2796">
                  <c:v>0.35392099999999999</c:v>
                </c:pt>
                <c:pt idx="2797">
                  <c:v>0.35422700000000001</c:v>
                </c:pt>
                <c:pt idx="2798">
                  <c:v>0.35453200000000001</c:v>
                </c:pt>
                <c:pt idx="2799">
                  <c:v>0.35483700000000001</c:v>
                </c:pt>
                <c:pt idx="2800">
                  <c:v>0.35514299999999999</c:v>
                </c:pt>
                <c:pt idx="2801">
                  <c:v>0.35544799999999999</c:v>
                </c:pt>
                <c:pt idx="2802">
                  <c:v>0.35575400000000001</c:v>
                </c:pt>
                <c:pt idx="2803">
                  <c:v>0.35605900000000001</c:v>
                </c:pt>
                <c:pt idx="2804">
                  <c:v>0.35636400000000001</c:v>
                </c:pt>
                <c:pt idx="2805">
                  <c:v>0.35666999999999999</c:v>
                </c:pt>
                <c:pt idx="2806">
                  <c:v>0.35697499999999999</c:v>
                </c:pt>
                <c:pt idx="2807">
                  <c:v>0.35728100000000002</c:v>
                </c:pt>
                <c:pt idx="2808">
                  <c:v>0.35758600000000001</c:v>
                </c:pt>
                <c:pt idx="2809">
                  <c:v>0.35789100000000001</c:v>
                </c:pt>
                <c:pt idx="2810">
                  <c:v>0.35819699999999999</c:v>
                </c:pt>
                <c:pt idx="2811">
                  <c:v>0.35850199999999999</c:v>
                </c:pt>
                <c:pt idx="2812">
                  <c:v>0.35880800000000002</c:v>
                </c:pt>
                <c:pt idx="2813">
                  <c:v>0.35911300000000002</c:v>
                </c:pt>
                <c:pt idx="2814">
                  <c:v>0.35941800000000002</c:v>
                </c:pt>
                <c:pt idx="2815">
                  <c:v>0.35972399999999999</c:v>
                </c:pt>
                <c:pt idx="2816">
                  <c:v>0.36002899999999999</c:v>
                </c:pt>
                <c:pt idx="2817">
                  <c:v>0.36033500000000002</c:v>
                </c:pt>
                <c:pt idx="2818">
                  <c:v>0.36064000000000002</c:v>
                </c:pt>
                <c:pt idx="2819">
                  <c:v>0.36094500000000002</c:v>
                </c:pt>
                <c:pt idx="2820">
                  <c:v>0.36125099999999999</c:v>
                </c:pt>
                <c:pt idx="2821">
                  <c:v>0.36155599999999999</c:v>
                </c:pt>
                <c:pt idx="2822">
                  <c:v>0.36186200000000002</c:v>
                </c:pt>
                <c:pt idx="2823">
                  <c:v>0.36216700000000002</c:v>
                </c:pt>
                <c:pt idx="2824">
                  <c:v>0.36247200000000002</c:v>
                </c:pt>
                <c:pt idx="2825">
                  <c:v>0.36277799999999999</c:v>
                </c:pt>
                <c:pt idx="2826">
                  <c:v>0.36308299999999999</c:v>
                </c:pt>
                <c:pt idx="2827">
                  <c:v>0.36338900000000002</c:v>
                </c:pt>
                <c:pt idx="2828">
                  <c:v>0.36369400000000002</c:v>
                </c:pt>
                <c:pt idx="2829">
                  <c:v>0.36399900000000002</c:v>
                </c:pt>
                <c:pt idx="2830">
                  <c:v>0.36430499999999999</c:v>
                </c:pt>
                <c:pt idx="2831">
                  <c:v>0.36460999999999999</c:v>
                </c:pt>
                <c:pt idx="2832">
                  <c:v>0.36491600000000002</c:v>
                </c:pt>
                <c:pt idx="2833">
                  <c:v>0.36522100000000002</c:v>
                </c:pt>
                <c:pt idx="2834">
                  <c:v>0.36552600000000002</c:v>
                </c:pt>
                <c:pt idx="2835">
                  <c:v>0.36583199999999999</c:v>
                </c:pt>
                <c:pt idx="2836">
                  <c:v>0.36613699999999999</c:v>
                </c:pt>
                <c:pt idx="2837">
                  <c:v>0.36644300000000002</c:v>
                </c:pt>
                <c:pt idx="2838">
                  <c:v>0.36674800000000002</c:v>
                </c:pt>
                <c:pt idx="2839">
                  <c:v>0.36705300000000002</c:v>
                </c:pt>
                <c:pt idx="2840">
                  <c:v>0.36735899999999999</c:v>
                </c:pt>
                <c:pt idx="2841">
                  <c:v>0.36766399999999999</c:v>
                </c:pt>
                <c:pt idx="2842">
                  <c:v>0.36797000000000002</c:v>
                </c:pt>
                <c:pt idx="2843">
                  <c:v>0.36827500000000002</c:v>
                </c:pt>
                <c:pt idx="2844">
                  <c:v>0.36858000000000002</c:v>
                </c:pt>
                <c:pt idx="2845">
                  <c:v>0.36888599999999999</c:v>
                </c:pt>
                <c:pt idx="2846">
                  <c:v>0.36919099999999999</c:v>
                </c:pt>
                <c:pt idx="2847">
                  <c:v>0.36949700000000002</c:v>
                </c:pt>
                <c:pt idx="2848">
                  <c:v>0.36980200000000002</c:v>
                </c:pt>
                <c:pt idx="2849">
                  <c:v>0.37010700000000002</c:v>
                </c:pt>
                <c:pt idx="2850">
                  <c:v>0.37041299999999999</c:v>
                </c:pt>
                <c:pt idx="2851">
                  <c:v>0.37071799999999999</c:v>
                </c:pt>
                <c:pt idx="2852">
                  <c:v>0.37102400000000002</c:v>
                </c:pt>
                <c:pt idx="2853">
                  <c:v>0.37132900000000002</c:v>
                </c:pt>
                <c:pt idx="2854">
                  <c:v>0.37163400000000002</c:v>
                </c:pt>
                <c:pt idx="2855">
                  <c:v>0.37193999999999999</c:v>
                </c:pt>
                <c:pt idx="2856">
                  <c:v>0.37224499999999999</c:v>
                </c:pt>
                <c:pt idx="2857">
                  <c:v>0.37255100000000002</c:v>
                </c:pt>
                <c:pt idx="2858">
                  <c:v>0.37285600000000002</c:v>
                </c:pt>
                <c:pt idx="2859">
                  <c:v>0.37316100000000002</c:v>
                </c:pt>
                <c:pt idx="2860">
                  <c:v>0.37346699999999999</c:v>
                </c:pt>
                <c:pt idx="2861">
                  <c:v>0.37377199999999999</c:v>
                </c:pt>
                <c:pt idx="2862">
                  <c:v>0.37407699999999999</c:v>
                </c:pt>
                <c:pt idx="2863">
                  <c:v>0.37438300000000002</c:v>
                </c:pt>
                <c:pt idx="2864">
                  <c:v>0.37468800000000002</c:v>
                </c:pt>
                <c:pt idx="2865">
                  <c:v>0.37499399999999999</c:v>
                </c:pt>
                <c:pt idx="2866">
                  <c:v>0.37529899999999999</c:v>
                </c:pt>
                <c:pt idx="2867">
                  <c:v>0.37560399999999999</c:v>
                </c:pt>
                <c:pt idx="2868">
                  <c:v>0.37591000000000002</c:v>
                </c:pt>
                <c:pt idx="2869">
                  <c:v>0.37621500000000002</c:v>
                </c:pt>
                <c:pt idx="2870">
                  <c:v>0.37652099999999999</c:v>
                </c:pt>
                <c:pt idx="2871">
                  <c:v>0.37682599999999999</c:v>
                </c:pt>
                <c:pt idx="2872">
                  <c:v>0.37713099999999999</c:v>
                </c:pt>
                <c:pt idx="2873">
                  <c:v>0.37743700000000002</c:v>
                </c:pt>
                <c:pt idx="2874">
                  <c:v>0.37774200000000002</c:v>
                </c:pt>
                <c:pt idx="2875">
                  <c:v>0.378048</c:v>
                </c:pt>
                <c:pt idx="2876">
                  <c:v>0.37835299999999999</c:v>
                </c:pt>
                <c:pt idx="2877">
                  <c:v>0.37865799999999999</c:v>
                </c:pt>
                <c:pt idx="2878">
                  <c:v>0.37896400000000002</c:v>
                </c:pt>
                <c:pt idx="2879">
                  <c:v>0.37926900000000002</c:v>
                </c:pt>
                <c:pt idx="2880">
                  <c:v>0.379575</c:v>
                </c:pt>
                <c:pt idx="2881">
                  <c:v>0.37988</c:v>
                </c:pt>
                <c:pt idx="2882">
                  <c:v>0.380185</c:v>
                </c:pt>
                <c:pt idx="2883">
                  <c:v>0.38049100000000002</c:v>
                </c:pt>
                <c:pt idx="2884">
                  <c:v>0.38079600000000002</c:v>
                </c:pt>
                <c:pt idx="2885">
                  <c:v>0.381102</c:v>
                </c:pt>
                <c:pt idx="2886">
                  <c:v>0.381407</c:v>
                </c:pt>
                <c:pt idx="2887">
                  <c:v>0.381712</c:v>
                </c:pt>
                <c:pt idx="2888">
                  <c:v>0.38201800000000002</c:v>
                </c:pt>
                <c:pt idx="2889">
                  <c:v>0.38232300000000002</c:v>
                </c:pt>
                <c:pt idx="2890">
                  <c:v>0.382629</c:v>
                </c:pt>
                <c:pt idx="2891">
                  <c:v>0.382934</c:v>
                </c:pt>
                <c:pt idx="2892">
                  <c:v>0.383239</c:v>
                </c:pt>
                <c:pt idx="2893">
                  <c:v>0.38354500000000002</c:v>
                </c:pt>
                <c:pt idx="2894">
                  <c:v>0.38385000000000002</c:v>
                </c:pt>
                <c:pt idx="2895">
                  <c:v>0.384156</c:v>
                </c:pt>
                <c:pt idx="2896">
                  <c:v>0.384461</c:v>
                </c:pt>
                <c:pt idx="2897">
                  <c:v>0.384766</c:v>
                </c:pt>
                <c:pt idx="2898">
                  <c:v>0.38507200000000003</c:v>
                </c:pt>
                <c:pt idx="2899">
                  <c:v>0.38537700000000003</c:v>
                </c:pt>
                <c:pt idx="2900">
                  <c:v>0.385683</c:v>
                </c:pt>
                <c:pt idx="2901">
                  <c:v>0.385988</c:v>
                </c:pt>
                <c:pt idx="2902">
                  <c:v>0.386293</c:v>
                </c:pt>
                <c:pt idx="2903">
                  <c:v>0.38659900000000003</c:v>
                </c:pt>
                <c:pt idx="2904">
                  <c:v>0.38690400000000003</c:v>
                </c:pt>
                <c:pt idx="2905">
                  <c:v>0.38721</c:v>
                </c:pt>
                <c:pt idx="2906">
                  <c:v>0.387515</c:v>
                </c:pt>
                <c:pt idx="2907">
                  <c:v>0.38782</c:v>
                </c:pt>
                <c:pt idx="2908">
                  <c:v>0.38812600000000003</c:v>
                </c:pt>
                <c:pt idx="2909">
                  <c:v>0.38843100000000003</c:v>
                </c:pt>
                <c:pt idx="2910">
                  <c:v>0.388737</c:v>
                </c:pt>
                <c:pt idx="2911">
                  <c:v>0.389042</c:v>
                </c:pt>
                <c:pt idx="2912">
                  <c:v>0.389347</c:v>
                </c:pt>
                <c:pt idx="2913">
                  <c:v>0.38965300000000003</c:v>
                </c:pt>
                <c:pt idx="2914">
                  <c:v>0.38995800000000003</c:v>
                </c:pt>
                <c:pt idx="2915">
                  <c:v>0.390264</c:v>
                </c:pt>
                <c:pt idx="2916">
                  <c:v>0.390569</c:v>
                </c:pt>
                <c:pt idx="2917">
                  <c:v>0.390874</c:v>
                </c:pt>
                <c:pt idx="2918">
                  <c:v>0.39118000000000003</c:v>
                </c:pt>
                <c:pt idx="2919">
                  <c:v>0.39148500000000003</c:v>
                </c:pt>
                <c:pt idx="2920">
                  <c:v>0.391791</c:v>
                </c:pt>
                <c:pt idx="2921">
                  <c:v>0.392096</c:v>
                </c:pt>
                <c:pt idx="2922">
                  <c:v>0.392401</c:v>
                </c:pt>
                <c:pt idx="2923">
                  <c:v>0.39270699999999997</c:v>
                </c:pt>
                <c:pt idx="2924">
                  <c:v>0.39301199999999997</c:v>
                </c:pt>
                <c:pt idx="2925">
                  <c:v>0.393318</c:v>
                </c:pt>
                <c:pt idx="2926">
                  <c:v>0.393623</c:v>
                </c:pt>
                <c:pt idx="2927">
                  <c:v>0.393928</c:v>
                </c:pt>
                <c:pt idx="2928">
                  <c:v>0.39423399999999997</c:v>
                </c:pt>
                <c:pt idx="2929">
                  <c:v>0.39453899999999997</c:v>
                </c:pt>
                <c:pt idx="2930">
                  <c:v>0.394845</c:v>
                </c:pt>
                <c:pt idx="2931">
                  <c:v>0.39515</c:v>
                </c:pt>
                <c:pt idx="2932">
                  <c:v>0.395455</c:v>
                </c:pt>
                <c:pt idx="2933">
                  <c:v>0.39576099999999997</c:v>
                </c:pt>
                <c:pt idx="2934">
                  <c:v>0.39606599999999997</c:v>
                </c:pt>
                <c:pt idx="2935">
                  <c:v>0.396372</c:v>
                </c:pt>
                <c:pt idx="2936">
                  <c:v>0.396677</c:v>
                </c:pt>
                <c:pt idx="2937">
                  <c:v>0.396982</c:v>
                </c:pt>
                <c:pt idx="2938">
                  <c:v>0.39728799999999997</c:v>
                </c:pt>
                <c:pt idx="2939">
                  <c:v>0.39759299999999997</c:v>
                </c:pt>
                <c:pt idx="2940">
                  <c:v>0.397899</c:v>
                </c:pt>
                <c:pt idx="2941">
                  <c:v>0.398204</c:v>
                </c:pt>
                <c:pt idx="2942">
                  <c:v>0.398509</c:v>
                </c:pt>
                <c:pt idx="2943">
                  <c:v>0.39881499999999998</c:v>
                </c:pt>
                <c:pt idx="2944">
                  <c:v>0.39911999999999997</c:v>
                </c:pt>
                <c:pt idx="2945">
                  <c:v>0.39942499999999997</c:v>
                </c:pt>
                <c:pt idx="2946">
                  <c:v>0.399731</c:v>
                </c:pt>
                <c:pt idx="2947">
                  <c:v>0.400036</c:v>
                </c:pt>
                <c:pt idx="2948">
                  <c:v>0.40034199999999998</c:v>
                </c:pt>
                <c:pt idx="2949">
                  <c:v>0.40064699999999998</c:v>
                </c:pt>
                <c:pt idx="2950">
                  <c:v>0.40095199999999998</c:v>
                </c:pt>
                <c:pt idx="2951">
                  <c:v>0.401258</c:v>
                </c:pt>
                <c:pt idx="2952">
                  <c:v>0.401563</c:v>
                </c:pt>
                <c:pt idx="2953">
                  <c:v>0.40186899999999998</c:v>
                </c:pt>
                <c:pt idx="2954">
                  <c:v>0.40217399999999998</c:v>
                </c:pt>
                <c:pt idx="2955">
                  <c:v>0.40247899999999998</c:v>
                </c:pt>
                <c:pt idx="2956">
                  <c:v>0.402785</c:v>
                </c:pt>
                <c:pt idx="2957">
                  <c:v>0.40309</c:v>
                </c:pt>
                <c:pt idx="2958">
                  <c:v>0.40339599999999998</c:v>
                </c:pt>
                <c:pt idx="2959">
                  <c:v>0.40370099999999998</c:v>
                </c:pt>
                <c:pt idx="2960">
                  <c:v>0.40400599999999998</c:v>
                </c:pt>
                <c:pt idx="2961">
                  <c:v>0.404312</c:v>
                </c:pt>
                <c:pt idx="2962">
                  <c:v>0.404617</c:v>
                </c:pt>
                <c:pt idx="2963">
                  <c:v>0.40492299999999998</c:v>
                </c:pt>
                <c:pt idx="2964">
                  <c:v>0.40522799999999998</c:v>
                </c:pt>
                <c:pt idx="2965">
                  <c:v>0.40553299999999998</c:v>
                </c:pt>
                <c:pt idx="2966">
                  <c:v>0.40583900000000001</c:v>
                </c:pt>
                <c:pt idx="2967">
                  <c:v>0.40614400000000001</c:v>
                </c:pt>
                <c:pt idx="2968">
                  <c:v>0.40644999999999998</c:v>
                </c:pt>
                <c:pt idx="2969">
                  <c:v>0.40675499999999998</c:v>
                </c:pt>
                <c:pt idx="2970">
                  <c:v>0.40705999999999998</c:v>
                </c:pt>
                <c:pt idx="2971">
                  <c:v>0.40736600000000001</c:v>
                </c:pt>
                <c:pt idx="2972">
                  <c:v>0.40767100000000001</c:v>
                </c:pt>
                <c:pt idx="2973">
                  <c:v>0.40797699999999998</c:v>
                </c:pt>
                <c:pt idx="2974">
                  <c:v>0.40828199999999998</c:v>
                </c:pt>
                <c:pt idx="2975">
                  <c:v>0.40858699999999998</c:v>
                </c:pt>
                <c:pt idx="2976">
                  <c:v>0.40889300000000001</c:v>
                </c:pt>
                <c:pt idx="2977">
                  <c:v>0.40919800000000001</c:v>
                </c:pt>
                <c:pt idx="2978">
                  <c:v>0.40950399999999998</c:v>
                </c:pt>
                <c:pt idx="2979">
                  <c:v>0.40980899999999998</c:v>
                </c:pt>
                <c:pt idx="2980">
                  <c:v>0.41011399999999998</c:v>
                </c:pt>
                <c:pt idx="2981">
                  <c:v>0.41042000000000001</c:v>
                </c:pt>
                <c:pt idx="2982">
                  <c:v>0.41072500000000001</c:v>
                </c:pt>
                <c:pt idx="2983">
                  <c:v>0.41103099999999998</c:v>
                </c:pt>
                <c:pt idx="2984">
                  <c:v>0.41133599999999998</c:v>
                </c:pt>
                <c:pt idx="2985">
                  <c:v>0.41164099999999998</c:v>
                </c:pt>
                <c:pt idx="2986">
                  <c:v>0.41194700000000001</c:v>
                </c:pt>
                <c:pt idx="2987">
                  <c:v>0.41225200000000001</c:v>
                </c:pt>
                <c:pt idx="2988">
                  <c:v>0.41255799999999998</c:v>
                </c:pt>
                <c:pt idx="2989">
                  <c:v>0.41286299999999998</c:v>
                </c:pt>
                <c:pt idx="2990">
                  <c:v>0.41316799999999998</c:v>
                </c:pt>
                <c:pt idx="2991">
                  <c:v>0.41347400000000001</c:v>
                </c:pt>
                <c:pt idx="2992">
                  <c:v>0.41377900000000001</c:v>
                </c:pt>
                <c:pt idx="2993">
                  <c:v>0.41408499999999998</c:v>
                </c:pt>
                <c:pt idx="2994">
                  <c:v>0.41438999999999998</c:v>
                </c:pt>
                <c:pt idx="2995">
                  <c:v>0.41469499999999998</c:v>
                </c:pt>
                <c:pt idx="2996">
                  <c:v>0.41500100000000001</c:v>
                </c:pt>
                <c:pt idx="2997">
                  <c:v>0.41530600000000001</c:v>
                </c:pt>
                <c:pt idx="2998">
                  <c:v>0.41561199999999998</c:v>
                </c:pt>
                <c:pt idx="2999">
                  <c:v>0.41591699999999998</c:v>
                </c:pt>
                <c:pt idx="3000">
                  <c:v>0.41622199999999998</c:v>
                </c:pt>
                <c:pt idx="3001">
                  <c:v>0.41652800000000001</c:v>
                </c:pt>
                <c:pt idx="3002">
                  <c:v>0.41683300000000001</c:v>
                </c:pt>
                <c:pt idx="3003">
                  <c:v>0.41713899999999998</c:v>
                </c:pt>
                <c:pt idx="3004">
                  <c:v>0.41744399999999998</c:v>
                </c:pt>
                <c:pt idx="3005">
                  <c:v>0.41774899999999998</c:v>
                </c:pt>
                <c:pt idx="3006">
                  <c:v>0.41805500000000001</c:v>
                </c:pt>
                <c:pt idx="3007">
                  <c:v>0.41836000000000001</c:v>
                </c:pt>
                <c:pt idx="3008">
                  <c:v>0.41866599999999998</c:v>
                </c:pt>
                <c:pt idx="3009">
                  <c:v>0.41897099999999998</c:v>
                </c:pt>
                <c:pt idx="3010">
                  <c:v>0.41927599999999998</c:v>
                </c:pt>
                <c:pt idx="3011">
                  <c:v>0.41958200000000001</c:v>
                </c:pt>
                <c:pt idx="3012">
                  <c:v>0.41988700000000001</c:v>
                </c:pt>
                <c:pt idx="3013">
                  <c:v>0.42019299999999998</c:v>
                </c:pt>
                <c:pt idx="3014">
                  <c:v>0.42049799999999998</c:v>
                </c:pt>
                <c:pt idx="3015">
                  <c:v>0.42080299999999998</c:v>
                </c:pt>
                <c:pt idx="3016">
                  <c:v>0.42110900000000001</c:v>
                </c:pt>
                <c:pt idx="3017">
                  <c:v>0.42141400000000001</c:v>
                </c:pt>
                <c:pt idx="3018">
                  <c:v>0.42171999999999998</c:v>
                </c:pt>
                <c:pt idx="3019">
                  <c:v>0.42202499999999998</c:v>
                </c:pt>
                <c:pt idx="3020">
                  <c:v>0.42232999999999998</c:v>
                </c:pt>
                <c:pt idx="3021">
                  <c:v>0.42263600000000001</c:v>
                </c:pt>
                <c:pt idx="3022">
                  <c:v>0.42294100000000001</c:v>
                </c:pt>
                <c:pt idx="3023">
                  <c:v>0.42324699999999998</c:v>
                </c:pt>
                <c:pt idx="3024">
                  <c:v>0.42355199999999998</c:v>
                </c:pt>
                <c:pt idx="3025">
                  <c:v>0.42385699999999998</c:v>
                </c:pt>
                <c:pt idx="3026">
                  <c:v>0.42416300000000001</c:v>
                </c:pt>
                <c:pt idx="3027">
                  <c:v>0.42446800000000001</c:v>
                </c:pt>
                <c:pt idx="3028">
                  <c:v>0.42477300000000001</c:v>
                </c:pt>
                <c:pt idx="3029">
                  <c:v>0.42507899999999998</c:v>
                </c:pt>
                <c:pt idx="3030">
                  <c:v>0.42538399999999998</c:v>
                </c:pt>
                <c:pt idx="3031">
                  <c:v>0.42569000000000001</c:v>
                </c:pt>
                <c:pt idx="3032">
                  <c:v>0.42599500000000001</c:v>
                </c:pt>
                <c:pt idx="3033">
                  <c:v>0.42630000000000001</c:v>
                </c:pt>
                <c:pt idx="3034">
                  <c:v>0.42660599999999999</c:v>
                </c:pt>
                <c:pt idx="3035">
                  <c:v>0.42691099999999998</c:v>
                </c:pt>
                <c:pt idx="3036">
                  <c:v>0.42721700000000001</c:v>
                </c:pt>
                <c:pt idx="3037">
                  <c:v>0.42752200000000001</c:v>
                </c:pt>
                <c:pt idx="3038">
                  <c:v>0.42782700000000001</c:v>
                </c:pt>
                <c:pt idx="3039">
                  <c:v>0.42813299999999999</c:v>
                </c:pt>
                <c:pt idx="3040">
                  <c:v>0.42843799999999999</c:v>
                </c:pt>
                <c:pt idx="3041">
                  <c:v>0.42874400000000001</c:v>
                </c:pt>
                <c:pt idx="3042">
                  <c:v>0.42904900000000001</c:v>
                </c:pt>
                <c:pt idx="3043">
                  <c:v>0.42935400000000001</c:v>
                </c:pt>
                <c:pt idx="3044">
                  <c:v>0.42965999999999999</c:v>
                </c:pt>
                <c:pt idx="3045">
                  <c:v>0.42996499999999999</c:v>
                </c:pt>
                <c:pt idx="3046">
                  <c:v>0.43027100000000001</c:v>
                </c:pt>
                <c:pt idx="3047">
                  <c:v>0.43057600000000001</c:v>
                </c:pt>
                <c:pt idx="3048">
                  <c:v>0.43088100000000001</c:v>
                </c:pt>
                <c:pt idx="3049">
                  <c:v>0.43118699999999999</c:v>
                </c:pt>
                <c:pt idx="3050">
                  <c:v>0.43149199999999999</c:v>
                </c:pt>
                <c:pt idx="3051">
                  <c:v>0.43179800000000002</c:v>
                </c:pt>
                <c:pt idx="3052">
                  <c:v>0.43210300000000001</c:v>
                </c:pt>
                <c:pt idx="3053">
                  <c:v>0.43240800000000001</c:v>
                </c:pt>
                <c:pt idx="3054">
                  <c:v>0.43271399999999999</c:v>
                </c:pt>
                <c:pt idx="3055">
                  <c:v>0.43301899999999999</c:v>
                </c:pt>
                <c:pt idx="3056">
                  <c:v>0.43332500000000002</c:v>
                </c:pt>
                <c:pt idx="3057">
                  <c:v>0.43363000000000002</c:v>
                </c:pt>
                <c:pt idx="3058">
                  <c:v>0.43393500000000002</c:v>
                </c:pt>
                <c:pt idx="3059">
                  <c:v>0.43424099999999999</c:v>
                </c:pt>
                <c:pt idx="3060">
                  <c:v>0.43454599999999999</c:v>
                </c:pt>
                <c:pt idx="3061">
                  <c:v>0.43485200000000002</c:v>
                </c:pt>
                <c:pt idx="3062">
                  <c:v>0.43515700000000002</c:v>
                </c:pt>
                <c:pt idx="3063">
                  <c:v>0.43546200000000002</c:v>
                </c:pt>
                <c:pt idx="3064">
                  <c:v>0.43576799999999999</c:v>
                </c:pt>
                <c:pt idx="3065">
                  <c:v>0.43607299999999999</c:v>
                </c:pt>
                <c:pt idx="3066">
                  <c:v>0.43637900000000002</c:v>
                </c:pt>
                <c:pt idx="3067">
                  <c:v>0.43668400000000002</c:v>
                </c:pt>
                <c:pt idx="3068">
                  <c:v>0.43698900000000002</c:v>
                </c:pt>
                <c:pt idx="3069">
                  <c:v>0.43729499999999999</c:v>
                </c:pt>
                <c:pt idx="3070">
                  <c:v>0.43759999999999999</c:v>
                </c:pt>
                <c:pt idx="3071">
                  <c:v>0.43790600000000002</c:v>
                </c:pt>
                <c:pt idx="3072">
                  <c:v>0.43821100000000002</c:v>
                </c:pt>
                <c:pt idx="3073">
                  <c:v>0.43851600000000002</c:v>
                </c:pt>
                <c:pt idx="3074">
                  <c:v>0.43882199999999999</c:v>
                </c:pt>
                <c:pt idx="3075">
                  <c:v>0.43912699999999999</c:v>
                </c:pt>
                <c:pt idx="3076">
                  <c:v>0.43943300000000002</c:v>
                </c:pt>
                <c:pt idx="3077">
                  <c:v>0.43973800000000002</c:v>
                </c:pt>
                <c:pt idx="3078">
                  <c:v>0.44004300000000002</c:v>
                </c:pt>
                <c:pt idx="3079">
                  <c:v>0.44034899999999999</c:v>
                </c:pt>
                <c:pt idx="3080">
                  <c:v>0.44065399999999999</c:v>
                </c:pt>
                <c:pt idx="3081">
                  <c:v>0.44096000000000002</c:v>
                </c:pt>
                <c:pt idx="3082">
                  <c:v>0.44126500000000002</c:v>
                </c:pt>
                <c:pt idx="3083">
                  <c:v>0.44157000000000002</c:v>
                </c:pt>
                <c:pt idx="3084">
                  <c:v>0.44187599999999999</c:v>
                </c:pt>
                <c:pt idx="3085">
                  <c:v>0.44218099999999999</c:v>
                </c:pt>
                <c:pt idx="3086">
                  <c:v>0.44248700000000002</c:v>
                </c:pt>
                <c:pt idx="3087">
                  <c:v>0.44279200000000002</c:v>
                </c:pt>
                <c:pt idx="3088">
                  <c:v>0.44309700000000002</c:v>
                </c:pt>
                <c:pt idx="3089">
                  <c:v>0.44340299999999999</c:v>
                </c:pt>
                <c:pt idx="3090">
                  <c:v>0.44370799999999999</c:v>
                </c:pt>
                <c:pt idx="3091">
                  <c:v>0.44401400000000002</c:v>
                </c:pt>
                <c:pt idx="3092">
                  <c:v>0.44431900000000002</c:v>
                </c:pt>
                <c:pt idx="3093">
                  <c:v>0.44462400000000002</c:v>
                </c:pt>
                <c:pt idx="3094">
                  <c:v>0.44492999999999999</c:v>
                </c:pt>
                <c:pt idx="3095">
                  <c:v>0.44523499999999999</c:v>
                </c:pt>
                <c:pt idx="3096">
                  <c:v>0.44554100000000002</c:v>
                </c:pt>
                <c:pt idx="3097">
                  <c:v>0.44584600000000002</c:v>
                </c:pt>
                <c:pt idx="3098">
                  <c:v>0.44615100000000002</c:v>
                </c:pt>
                <c:pt idx="3099">
                  <c:v>0.44645699999999999</c:v>
                </c:pt>
                <c:pt idx="3100">
                  <c:v>0.44676199999999999</c:v>
                </c:pt>
                <c:pt idx="3101">
                  <c:v>0.44706800000000002</c:v>
                </c:pt>
                <c:pt idx="3102">
                  <c:v>0.44737300000000002</c:v>
                </c:pt>
                <c:pt idx="3103">
                  <c:v>0.44767800000000002</c:v>
                </c:pt>
                <c:pt idx="3104">
                  <c:v>0.44798399999999999</c:v>
                </c:pt>
                <c:pt idx="3105">
                  <c:v>0.44828899999999999</c:v>
                </c:pt>
                <c:pt idx="3106">
                  <c:v>0.44859500000000002</c:v>
                </c:pt>
                <c:pt idx="3107">
                  <c:v>0.44890000000000002</c:v>
                </c:pt>
                <c:pt idx="3108">
                  <c:v>0.44920500000000002</c:v>
                </c:pt>
                <c:pt idx="3109">
                  <c:v>0.44951099999999999</c:v>
                </c:pt>
                <c:pt idx="3110">
                  <c:v>0.44981599999999999</c:v>
                </c:pt>
                <c:pt idx="3111">
                  <c:v>0.45012099999999999</c:v>
                </c:pt>
                <c:pt idx="3112">
                  <c:v>0.45042700000000002</c:v>
                </c:pt>
                <c:pt idx="3113">
                  <c:v>0.45073200000000002</c:v>
                </c:pt>
                <c:pt idx="3114">
                  <c:v>0.45103799999999999</c:v>
                </c:pt>
                <c:pt idx="3115">
                  <c:v>0.45134299999999999</c:v>
                </c:pt>
                <c:pt idx="3116">
                  <c:v>0.45164799999999999</c:v>
                </c:pt>
                <c:pt idx="3117">
                  <c:v>0.45195400000000002</c:v>
                </c:pt>
                <c:pt idx="3118">
                  <c:v>0.45225900000000002</c:v>
                </c:pt>
                <c:pt idx="3119">
                  <c:v>0.452565</c:v>
                </c:pt>
                <c:pt idx="3120">
                  <c:v>0.45286999999999999</c:v>
                </c:pt>
                <c:pt idx="3121">
                  <c:v>0.45317499999999999</c:v>
                </c:pt>
                <c:pt idx="3122">
                  <c:v>0.45348100000000002</c:v>
                </c:pt>
                <c:pt idx="3123">
                  <c:v>0.45378600000000002</c:v>
                </c:pt>
                <c:pt idx="3124">
                  <c:v>0.454092</c:v>
                </c:pt>
                <c:pt idx="3125">
                  <c:v>0.454397</c:v>
                </c:pt>
                <c:pt idx="3126">
                  <c:v>0.454702</c:v>
                </c:pt>
                <c:pt idx="3127">
                  <c:v>0.45500800000000002</c:v>
                </c:pt>
                <c:pt idx="3128">
                  <c:v>0.45531300000000002</c:v>
                </c:pt>
                <c:pt idx="3129">
                  <c:v>0.455619</c:v>
                </c:pt>
                <c:pt idx="3130">
                  <c:v>0.455924</c:v>
                </c:pt>
                <c:pt idx="3131">
                  <c:v>0.456229</c:v>
                </c:pt>
                <c:pt idx="3132">
                  <c:v>0.45653500000000002</c:v>
                </c:pt>
                <c:pt idx="3133">
                  <c:v>0.45684000000000002</c:v>
                </c:pt>
                <c:pt idx="3134">
                  <c:v>0.457146</c:v>
                </c:pt>
                <c:pt idx="3135">
                  <c:v>0.457451</c:v>
                </c:pt>
                <c:pt idx="3136">
                  <c:v>0.457756</c:v>
                </c:pt>
                <c:pt idx="3137">
                  <c:v>0.45806200000000002</c:v>
                </c:pt>
                <c:pt idx="3138">
                  <c:v>0.45836700000000002</c:v>
                </c:pt>
                <c:pt idx="3139">
                  <c:v>0.458673</c:v>
                </c:pt>
                <c:pt idx="3140">
                  <c:v>0.458978</c:v>
                </c:pt>
                <c:pt idx="3141">
                  <c:v>0.459283</c:v>
                </c:pt>
                <c:pt idx="3142">
                  <c:v>0.45958900000000003</c:v>
                </c:pt>
                <c:pt idx="3143">
                  <c:v>0.45989400000000002</c:v>
                </c:pt>
                <c:pt idx="3144">
                  <c:v>0.4602</c:v>
                </c:pt>
                <c:pt idx="3145">
                  <c:v>0.460505</c:v>
                </c:pt>
                <c:pt idx="3146">
                  <c:v>0.46081</c:v>
                </c:pt>
                <c:pt idx="3147">
                  <c:v>0.46111600000000003</c:v>
                </c:pt>
                <c:pt idx="3148">
                  <c:v>0.46142100000000003</c:v>
                </c:pt>
                <c:pt idx="3149">
                  <c:v>0.461727</c:v>
                </c:pt>
                <c:pt idx="3150">
                  <c:v>0.462032</c:v>
                </c:pt>
                <c:pt idx="3151">
                  <c:v>0.462337</c:v>
                </c:pt>
                <c:pt idx="3152">
                  <c:v>0.46264300000000003</c:v>
                </c:pt>
                <c:pt idx="3153">
                  <c:v>0.46294800000000003</c:v>
                </c:pt>
                <c:pt idx="3154">
                  <c:v>0.463254</c:v>
                </c:pt>
                <c:pt idx="3155">
                  <c:v>0.463559</c:v>
                </c:pt>
                <c:pt idx="3156">
                  <c:v>0.463864</c:v>
                </c:pt>
                <c:pt idx="3157">
                  <c:v>0.46417000000000003</c:v>
                </c:pt>
                <c:pt idx="3158">
                  <c:v>0.46447500000000003</c:v>
                </c:pt>
                <c:pt idx="3159">
                  <c:v>0.464781</c:v>
                </c:pt>
                <c:pt idx="3160">
                  <c:v>0.465086</c:v>
                </c:pt>
                <c:pt idx="3161">
                  <c:v>0.465391</c:v>
                </c:pt>
                <c:pt idx="3162">
                  <c:v>0.46569700000000003</c:v>
                </c:pt>
                <c:pt idx="3163">
                  <c:v>0.46600200000000003</c:v>
                </c:pt>
                <c:pt idx="3164">
                  <c:v>0.466308</c:v>
                </c:pt>
                <c:pt idx="3165">
                  <c:v>0.466613</c:v>
                </c:pt>
                <c:pt idx="3166">
                  <c:v>0.466918</c:v>
                </c:pt>
                <c:pt idx="3167">
                  <c:v>0.46722399999999997</c:v>
                </c:pt>
                <c:pt idx="3168">
                  <c:v>0.46752899999999997</c:v>
                </c:pt>
                <c:pt idx="3169">
                  <c:v>0.467835</c:v>
                </c:pt>
                <c:pt idx="3170">
                  <c:v>0.46814</c:v>
                </c:pt>
                <c:pt idx="3171">
                  <c:v>0.468445</c:v>
                </c:pt>
                <c:pt idx="3172">
                  <c:v>0.46875099999999997</c:v>
                </c:pt>
                <c:pt idx="3173">
                  <c:v>0.46905599999999997</c:v>
                </c:pt>
                <c:pt idx="3174">
                  <c:v>0.469362</c:v>
                </c:pt>
                <c:pt idx="3175">
                  <c:v>0.469667</c:v>
                </c:pt>
                <c:pt idx="3176">
                  <c:v>0.469972</c:v>
                </c:pt>
                <c:pt idx="3177">
                  <c:v>0.47027799999999997</c:v>
                </c:pt>
                <c:pt idx="3178">
                  <c:v>0.47058299999999997</c:v>
                </c:pt>
                <c:pt idx="3179">
                  <c:v>0.470889</c:v>
                </c:pt>
                <c:pt idx="3180">
                  <c:v>0.471194</c:v>
                </c:pt>
                <c:pt idx="3181">
                  <c:v>0.471499</c:v>
                </c:pt>
                <c:pt idx="3182">
                  <c:v>0.47180499999999997</c:v>
                </c:pt>
                <c:pt idx="3183">
                  <c:v>0.47210999999999997</c:v>
                </c:pt>
                <c:pt idx="3184">
                  <c:v>0.472416</c:v>
                </c:pt>
                <c:pt idx="3185">
                  <c:v>0.472721</c:v>
                </c:pt>
                <c:pt idx="3186">
                  <c:v>0.473026</c:v>
                </c:pt>
                <c:pt idx="3187">
                  <c:v>0.47333199999999997</c:v>
                </c:pt>
                <c:pt idx="3188">
                  <c:v>0.47363699999999997</c:v>
                </c:pt>
                <c:pt idx="3189">
                  <c:v>0.473943</c:v>
                </c:pt>
                <c:pt idx="3190">
                  <c:v>0.474248</c:v>
                </c:pt>
                <c:pt idx="3191">
                  <c:v>0.474553</c:v>
                </c:pt>
                <c:pt idx="3192">
                  <c:v>0.47485899999999998</c:v>
                </c:pt>
                <c:pt idx="3193">
                  <c:v>0.47516399999999998</c:v>
                </c:pt>
                <c:pt idx="3194">
                  <c:v>0.47547</c:v>
                </c:pt>
                <c:pt idx="3195">
                  <c:v>0.475775</c:v>
                </c:pt>
                <c:pt idx="3196">
                  <c:v>0.47608</c:v>
                </c:pt>
                <c:pt idx="3197">
                  <c:v>0.47638599999999998</c:v>
                </c:pt>
                <c:pt idx="3198">
                  <c:v>0.47669099999999998</c:v>
                </c:pt>
                <c:pt idx="3199">
                  <c:v>0.47699599999999998</c:v>
                </c:pt>
                <c:pt idx="3200">
                  <c:v>0.477302</c:v>
                </c:pt>
                <c:pt idx="3201">
                  <c:v>0.477607</c:v>
                </c:pt>
                <c:pt idx="3202">
                  <c:v>0.47791299999999998</c:v>
                </c:pt>
                <c:pt idx="3203">
                  <c:v>0.47821799999999998</c:v>
                </c:pt>
                <c:pt idx="3204">
                  <c:v>0.47852299999999998</c:v>
                </c:pt>
                <c:pt idx="3205">
                  <c:v>0.478829</c:v>
                </c:pt>
                <c:pt idx="3206">
                  <c:v>0.479134</c:v>
                </c:pt>
                <c:pt idx="3207">
                  <c:v>0.47943999999999998</c:v>
                </c:pt>
                <c:pt idx="3208">
                  <c:v>0.47974499999999998</c:v>
                </c:pt>
                <c:pt idx="3209">
                  <c:v>0.48004999999999998</c:v>
                </c:pt>
                <c:pt idx="3210">
                  <c:v>0.48035600000000001</c:v>
                </c:pt>
                <c:pt idx="3211">
                  <c:v>0.480661</c:v>
                </c:pt>
                <c:pt idx="3212">
                  <c:v>0.48096699999999998</c:v>
                </c:pt>
                <c:pt idx="3213">
                  <c:v>0.48127199999999998</c:v>
                </c:pt>
                <c:pt idx="3214">
                  <c:v>0.48157699999999998</c:v>
                </c:pt>
                <c:pt idx="3215">
                  <c:v>0.48188300000000001</c:v>
                </c:pt>
                <c:pt idx="3216">
                  <c:v>0.48218800000000001</c:v>
                </c:pt>
                <c:pt idx="3217">
                  <c:v>0.48249399999999998</c:v>
                </c:pt>
                <c:pt idx="3218">
                  <c:v>0.48279899999999998</c:v>
                </c:pt>
                <c:pt idx="3219">
                  <c:v>0.48310399999999998</c:v>
                </c:pt>
                <c:pt idx="3220">
                  <c:v>0.48341000000000001</c:v>
                </c:pt>
                <c:pt idx="3221">
                  <c:v>0.48371500000000001</c:v>
                </c:pt>
                <c:pt idx="3222">
                  <c:v>0.48402099999999998</c:v>
                </c:pt>
                <c:pt idx="3223">
                  <c:v>0.48432599999999998</c:v>
                </c:pt>
                <c:pt idx="3224">
                  <c:v>0.48463099999999998</c:v>
                </c:pt>
                <c:pt idx="3225">
                  <c:v>0.48493700000000001</c:v>
                </c:pt>
                <c:pt idx="3226">
                  <c:v>0.48524200000000001</c:v>
                </c:pt>
                <c:pt idx="3227">
                  <c:v>0.48554799999999998</c:v>
                </c:pt>
                <c:pt idx="3228">
                  <c:v>0.48585299999999998</c:v>
                </c:pt>
                <c:pt idx="3229">
                  <c:v>0.48615799999999998</c:v>
                </c:pt>
                <c:pt idx="3230">
                  <c:v>0.48646400000000001</c:v>
                </c:pt>
                <c:pt idx="3231">
                  <c:v>0.48676900000000001</c:v>
                </c:pt>
                <c:pt idx="3232">
                  <c:v>0.48707499999999998</c:v>
                </c:pt>
                <c:pt idx="3233">
                  <c:v>0.48737999999999998</c:v>
                </c:pt>
                <c:pt idx="3234">
                  <c:v>0.48768499999999998</c:v>
                </c:pt>
                <c:pt idx="3235">
                  <c:v>0.48799100000000001</c:v>
                </c:pt>
                <c:pt idx="3236">
                  <c:v>0.48829600000000001</c:v>
                </c:pt>
                <c:pt idx="3237">
                  <c:v>0.48860199999999998</c:v>
                </c:pt>
                <c:pt idx="3238">
                  <c:v>0.48890699999999998</c:v>
                </c:pt>
                <c:pt idx="3239">
                  <c:v>0.48921199999999998</c:v>
                </c:pt>
                <c:pt idx="3240">
                  <c:v>0.48951800000000001</c:v>
                </c:pt>
                <c:pt idx="3241">
                  <c:v>0.48982300000000001</c:v>
                </c:pt>
                <c:pt idx="3242">
                  <c:v>0.49012899999999998</c:v>
                </c:pt>
                <c:pt idx="3243">
                  <c:v>0.49043399999999998</c:v>
                </c:pt>
                <c:pt idx="3244">
                  <c:v>0.49073899999999998</c:v>
                </c:pt>
                <c:pt idx="3245">
                  <c:v>0.49104500000000001</c:v>
                </c:pt>
                <c:pt idx="3246">
                  <c:v>0.49135000000000001</c:v>
                </c:pt>
                <c:pt idx="3247">
                  <c:v>0.49165599999999998</c:v>
                </c:pt>
                <c:pt idx="3248">
                  <c:v>0.49196099999999998</c:v>
                </c:pt>
                <c:pt idx="3249">
                  <c:v>0.49226599999999998</c:v>
                </c:pt>
                <c:pt idx="3250">
                  <c:v>0.49257200000000001</c:v>
                </c:pt>
                <c:pt idx="3251">
                  <c:v>0.49287700000000001</c:v>
                </c:pt>
                <c:pt idx="3252">
                  <c:v>0.49318299999999998</c:v>
                </c:pt>
                <c:pt idx="3253">
                  <c:v>0.49348799999999998</c:v>
                </c:pt>
                <c:pt idx="3254">
                  <c:v>0.49379299999999998</c:v>
                </c:pt>
                <c:pt idx="3255">
                  <c:v>0.49409900000000001</c:v>
                </c:pt>
                <c:pt idx="3256">
                  <c:v>0.49440400000000001</c:v>
                </c:pt>
                <c:pt idx="3257">
                  <c:v>0.49470999999999998</c:v>
                </c:pt>
                <c:pt idx="3258">
                  <c:v>0.49501499999999998</c:v>
                </c:pt>
                <c:pt idx="3259">
                  <c:v>0.49531999999999998</c:v>
                </c:pt>
                <c:pt idx="3260">
                  <c:v>0.49562600000000001</c:v>
                </c:pt>
                <c:pt idx="3261">
                  <c:v>0.49593100000000001</c:v>
                </c:pt>
                <c:pt idx="3262">
                  <c:v>0.49623699999999998</c:v>
                </c:pt>
                <c:pt idx="3263">
                  <c:v>0.49654199999999998</c:v>
                </c:pt>
                <c:pt idx="3264">
                  <c:v>0.49684699999999998</c:v>
                </c:pt>
                <c:pt idx="3265">
                  <c:v>0.49715300000000001</c:v>
                </c:pt>
                <c:pt idx="3266">
                  <c:v>0.49745800000000001</c:v>
                </c:pt>
                <c:pt idx="3267">
                  <c:v>0.49776399999999998</c:v>
                </c:pt>
                <c:pt idx="3268">
                  <c:v>0.49806899999999998</c:v>
                </c:pt>
                <c:pt idx="3269">
                  <c:v>0.49837399999999998</c:v>
                </c:pt>
                <c:pt idx="3270">
                  <c:v>0.49868000000000001</c:v>
                </c:pt>
                <c:pt idx="3271">
                  <c:v>0.49898500000000001</c:v>
                </c:pt>
                <c:pt idx="3272">
                  <c:v>0.49929099999999998</c:v>
                </c:pt>
                <c:pt idx="3273">
                  <c:v>0.49959599999999998</c:v>
                </c:pt>
                <c:pt idx="3274">
                  <c:v>0.49990099999999998</c:v>
                </c:pt>
                <c:pt idx="3275">
                  <c:v>0.50020699999999996</c:v>
                </c:pt>
                <c:pt idx="3276">
                  <c:v>0.50051199999999996</c:v>
                </c:pt>
                <c:pt idx="3277">
                  <c:v>0.50081799999999999</c:v>
                </c:pt>
                <c:pt idx="3278">
                  <c:v>0.50112299999999999</c:v>
                </c:pt>
                <c:pt idx="3279">
                  <c:v>0.50142799999999998</c:v>
                </c:pt>
                <c:pt idx="3280">
                  <c:v>0.50173400000000001</c:v>
                </c:pt>
                <c:pt idx="3281">
                  <c:v>0.50203900000000001</c:v>
                </c:pt>
                <c:pt idx="3282">
                  <c:v>0.50234400000000001</c:v>
                </c:pt>
                <c:pt idx="3283">
                  <c:v>0.50265000000000004</c:v>
                </c:pt>
                <c:pt idx="3284">
                  <c:v>0.50295500000000004</c:v>
                </c:pt>
                <c:pt idx="3285">
                  <c:v>0.50326099999999996</c:v>
                </c:pt>
                <c:pt idx="3286">
                  <c:v>0.50356599999999996</c:v>
                </c:pt>
                <c:pt idx="3287">
                  <c:v>0.50387099999999996</c:v>
                </c:pt>
                <c:pt idx="3288">
                  <c:v>0.50417699999999999</c:v>
                </c:pt>
                <c:pt idx="3289">
                  <c:v>0.50448199999999999</c:v>
                </c:pt>
                <c:pt idx="3290">
                  <c:v>0.50478800000000001</c:v>
                </c:pt>
                <c:pt idx="3291">
                  <c:v>0.50509300000000001</c:v>
                </c:pt>
                <c:pt idx="3292">
                  <c:v>0.50539800000000001</c:v>
                </c:pt>
                <c:pt idx="3293">
                  <c:v>0.50570400000000004</c:v>
                </c:pt>
                <c:pt idx="3294">
                  <c:v>0.50600900000000004</c:v>
                </c:pt>
                <c:pt idx="3295">
                  <c:v>0.50631499999999996</c:v>
                </c:pt>
                <c:pt idx="3296">
                  <c:v>0.50661999999999996</c:v>
                </c:pt>
                <c:pt idx="3297">
                  <c:v>0.50692499999999996</c:v>
                </c:pt>
                <c:pt idx="3298">
                  <c:v>0.50723099999999999</c:v>
                </c:pt>
                <c:pt idx="3299">
                  <c:v>0.50753599999999999</c:v>
                </c:pt>
                <c:pt idx="3300">
                  <c:v>0.50784200000000002</c:v>
                </c:pt>
                <c:pt idx="3301">
                  <c:v>0.50814700000000002</c:v>
                </c:pt>
                <c:pt idx="3302">
                  <c:v>0.50845200000000002</c:v>
                </c:pt>
                <c:pt idx="3303">
                  <c:v>0.50875800000000004</c:v>
                </c:pt>
                <c:pt idx="3304">
                  <c:v>0.50906300000000004</c:v>
                </c:pt>
                <c:pt idx="3305">
                  <c:v>0.50936899999999996</c:v>
                </c:pt>
                <c:pt idx="3306">
                  <c:v>0.50967399999999996</c:v>
                </c:pt>
                <c:pt idx="3307">
                  <c:v>0.50997899999999996</c:v>
                </c:pt>
                <c:pt idx="3308">
                  <c:v>0.51028499999999999</c:v>
                </c:pt>
                <c:pt idx="3309">
                  <c:v>0.51058999999999999</c:v>
                </c:pt>
                <c:pt idx="3310">
                  <c:v>0.51089600000000002</c:v>
                </c:pt>
                <c:pt idx="3311">
                  <c:v>0.51120100000000002</c:v>
                </c:pt>
                <c:pt idx="3312">
                  <c:v>0.51150600000000002</c:v>
                </c:pt>
                <c:pt idx="3313">
                  <c:v>0.51181200000000004</c:v>
                </c:pt>
                <c:pt idx="3314">
                  <c:v>0.51211700000000004</c:v>
                </c:pt>
                <c:pt idx="3315">
                  <c:v>0.51242299999999996</c:v>
                </c:pt>
                <c:pt idx="3316">
                  <c:v>0.51272799999999996</c:v>
                </c:pt>
                <c:pt idx="3317">
                  <c:v>0.51303299999999996</c:v>
                </c:pt>
                <c:pt idx="3318">
                  <c:v>0.51333899999999999</c:v>
                </c:pt>
                <c:pt idx="3319">
                  <c:v>0.51364399999999999</c:v>
                </c:pt>
                <c:pt idx="3320">
                  <c:v>0.51395000000000002</c:v>
                </c:pt>
                <c:pt idx="3321">
                  <c:v>0.51425500000000002</c:v>
                </c:pt>
                <c:pt idx="3322">
                  <c:v>0.51456000000000002</c:v>
                </c:pt>
                <c:pt idx="3323">
                  <c:v>0.51486600000000005</c:v>
                </c:pt>
                <c:pt idx="3324">
                  <c:v>0.51517100000000005</c:v>
                </c:pt>
                <c:pt idx="3325">
                  <c:v>0.51547699999999996</c:v>
                </c:pt>
                <c:pt idx="3326">
                  <c:v>0.51578199999999996</c:v>
                </c:pt>
                <c:pt idx="3327">
                  <c:v>0.51608699999999996</c:v>
                </c:pt>
                <c:pt idx="3328">
                  <c:v>0.51639299999999999</c:v>
                </c:pt>
                <c:pt idx="3329">
                  <c:v>0.51669799999999999</c:v>
                </c:pt>
                <c:pt idx="3330">
                  <c:v>0.51700400000000002</c:v>
                </c:pt>
                <c:pt idx="3331">
                  <c:v>0.51730900000000002</c:v>
                </c:pt>
                <c:pt idx="3332">
                  <c:v>0.51761400000000002</c:v>
                </c:pt>
                <c:pt idx="3333">
                  <c:v>0.51792000000000005</c:v>
                </c:pt>
                <c:pt idx="3334">
                  <c:v>0.51822500000000005</c:v>
                </c:pt>
                <c:pt idx="3335">
                  <c:v>0.51853099999999996</c:v>
                </c:pt>
                <c:pt idx="3336">
                  <c:v>0.51883599999999996</c:v>
                </c:pt>
                <c:pt idx="3337">
                  <c:v>0.51914099999999996</c:v>
                </c:pt>
                <c:pt idx="3338">
                  <c:v>0.51944699999999999</c:v>
                </c:pt>
                <c:pt idx="3339">
                  <c:v>0.51975199999999999</c:v>
                </c:pt>
                <c:pt idx="3340">
                  <c:v>0.52005800000000002</c:v>
                </c:pt>
                <c:pt idx="3341">
                  <c:v>0.52036300000000002</c:v>
                </c:pt>
                <c:pt idx="3342">
                  <c:v>0.52066800000000002</c:v>
                </c:pt>
                <c:pt idx="3343">
                  <c:v>0.52097400000000005</c:v>
                </c:pt>
                <c:pt idx="3344">
                  <c:v>0.52127900000000005</c:v>
                </c:pt>
                <c:pt idx="3345">
                  <c:v>0.52158499999999997</c:v>
                </c:pt>
                <c:pt idx="3346">
                  <c:v>0.52188999999999997</c:v>
                </c:pt>
                <c:pt idx="3347">
                  <c:v>0.52219499999999996</c:v>
                </c:pt>
                <c:pt idx="3348">
                  <c:v>0.52250099999999999</c:v>
                </c:pt>
                <c:pt idx="3349">
                  <c:v>0.52280599999999999</c:v>
                </c:pt>
                <c:pt idx="3350">
                  <c:v>0.52311200000000002</c:v>
                </c:pt>
                <c:pt idx="3351">
                  <c:v>0.52341700000000002</c:v>
                </c:pt>
                <c:pt idx="3352">
                  <c:v>0.52372200000000002</c:v>
                </c:pt>
                <c:pt idx="3353">
                  <c:v>0.52402800000000005</c:v>
                </c:pt>
                <c:pt idx="3354">
                  <c:v>0.52433300000000005</c:v>
                </c:pt>
                <c:pt idx="3355">
                  <c:v>0.52463899999999997</c:v>
                </c:pt>
                <c:pt idx="3356">
                  <c:v>0.52494399999999997</c:v>
                </c:pt>
                <c:pt idx="3357">
                  <c:v>0.52524899999999997</c:v>
                </c:pt>
                <c:pt idx="3358">
                  <c:v>0.52555499999999999</c:v>
                </c:pt>
                <c:pt idx="3359">
                  <c:v>0.52585999999999999</c:v>
                </c:pt>
                <c:pt idx="3360">
                  <c:v>0.52616600000000002</c:v>
                </c:pt>
                <c:pt idx="3361">
                  <c:v>0.52647100000000002</c:v>
                </c:pt>
                <c:pt idx="3362">
                  <c:v>0.52677600000000002</c:v>
                </c:pt>
                <c:pt idx="3363">
                  <c:v>0.52708200000000005</c:v>
                </c:pt>
                <c:pt idx="3364">
                  <c:v>0.52738700000000005</c:v>
                </c:pt>
                <c:pt idx="3365">
                  <c:v>0.52769200000000005</c:v>
                </c:pt>
                <c:pt idx="3366">
                  <c:v>0.52799799999999997</c:v>
                </c:pt>
                <c:pt idx="3367">
                  <c:v>0.52830299999999997</c:v>
                </c:pt>
                <c:pt idx="3368">
                  <c:v>0.528609</c:v>
                </c:pt>
                <c:pt idx="3369">
                  <c:v>0.528914</c:v>
                </c:pt>
                <c:pt idx="3370">
                  <c:v>0.52921899999999999</c:v>
                </c:pt>
                <c:pt idx="3371">
                  <c:v>0.52952500000000002</c:v>
                </c:pt>
                <c:pt idx="3372">
                  <c:v>0.52983000000000002</c:v>
                </c:pt>
                <c:pt idx="3373">
                  <c:v>0.53013600000000005</c:v>
                </c:pt>
                <c:pt idx="3374">
                  <c:v>0.53044100000000005</c:v>
                </c:pt>
                <c:pt idx="3375">
                  <c:v>0.53074600000000005</c:v>
                </c:pt>
                <c:pt idx="3376">
                  <c:v>0.53105199999999997</c:v>
                </c:pt>
                <c:pt idx="3377">
                  <c:v>0.53135699999999997</c:v>
                </c:pt>
                <c:pt idx="3378">
                  <c:v>0.531663</c:v>
                </c:pt>
                <c:pt idx="3379">
                  <c:v>0.531968</c:v>
                </c:pt>
                <c:pt idx="3380">
                  <c:v>0.532273</c:v>
                </c:pt>
                <c:pt idx="3381">
                  <c:v>0.53257900000000002</c:v>
                </c:pt>
                <c:pt idx="3382">
                  <c:v>0.53288400000000002</c:v>
                </c:pt>
                <c:pt idx="3383">
                  <c:v>0.53319000000000005</c:v>
                </c:pt>
                <c:pt idx="3384">
                  <c:v>0.53349500000000005</c:v>
                </c:pt>
                <c:pt idx="3385">
                  <c:v>0.53380000000000005</c:v>
                </c:pt>
                <c:pt idx="3386">
                  <c:v>0.53410599999999997</c:v>
                </c:pt>
                <c:pt idx="3387">
                  <c:v>0.53441099999999997</c:v>
                </c:pt>
                <c:pt idx="3388">
                  <c:v>0.534717</c:v>
                </c:pt>
                <c:pt idx="3389">
                  <c:v>0.535022</c:v>
                </c:pt>
                <c:pt idx="3390">
                  <c:v>0.535327</c:v>
                </c:pt>
                <c:pt idx="3391">
                  <c:v>0.53563300000000003</c:v>
                </c:pt>
                <c:pt idx="3392">
                  <c:v>0.53593800000000003</c:v>
                </c:pt>
                <c:pt idx="3393">
                  <c:v>0.53624400000000005</c:v>
                </c:pt>
                <c:pt idx="3394">
                  <c:v>0.53654900000000005</c:v>
                </c:pt>
                <c:pt idx="3395">
                  <c:v>0.53685400000000005</c:v>
                </c:pt>
                <c:pt idx="3396">
                  <c:v>0.53715999999999997</c:v>
                </c:pt>
                <c:pt idx="3397">
                  <c:v>0.53746499999999997</c:v>
                </c:pt>
                <c:pt idx="3398">
                  <c:v>0.537771</c:v>
                </c:pt>
                <c:pt idx="3399">
                  <c:v>0.538076</c:v>
                </c:pt>
                <c:pt idx="3400">
                  <c:v>0.538381</c:v>
                </c:pt>
                <c:pt idx="3401">
                  <c:v>0.53868700000000003</c:v>
                </c:pt>
                <c:pt idx="3402">
                  <c:v>0.53899200000000003</c:v>
                </c:pt>
                <c:pt idx="3403">
                  <c:v>0.53929800000000006</c:v>
                </c:pt>
                <c:pt idx="3404">
                  <c:v>0.53960300000000005</c:v>
                </c:pt>
                <c:pt idx="3405">
                  <c:v>0.53990800000000005</c:v>
                </c:pt>
                <c:pt idx="3406">
                  <c:v>0.54021399999999997</c:v>
                </c:pt>
                <c:pt idx="3407">
                  <c:v>0.54051899999999997</c:v>
                </c:pt>
                <c:pt idx="3408">
                  <c:v>0.540825</c:v>
                </c:pt>
                <c:pt idx="3409">
                  <c:v>0.54113</c:v>
                </c:pt>
                <c:pt idx="3410">
                  <c:v>0.541435</c:v>
                </c:pt>
                <c:pt idx="3411">
                  <c:v>0.54174100000000003</c:v>
                </c:pt>
                <c:pt idx="3412">
                  <c:v>0.54204600000000003</c:v>
                </c:pt>
                <c:pt idx="3413">
                  <c:v>0.54235199999999995</c:v>
                </c:pt>
                <c:pt idx="3414">
                  <c:v>0.54265699999999994</c:v>
                </c:pt>
                <c:pt idx="3415">
                  <c:v>0.54296199999999994</c:v>
                </c:pt>
                <c:pt idx="3416">
                  <c:v>0.54326799999999997</c:v>
                </c:pt>
                <c:pt idx="3417">
                  <c:v>0.54357299999999997</c:v>
                </c:pt>
                <c:pt idx="3418">
                  <c:v>0.543879</c:v>
                </c:pt>
                <c:pt idx="3419">
                  <c:v>0.544184</c:v>
                </c:pt>
                <c:pt idx="3420">
                  <c:v>0.544489</c:v>
                </c:pt>
                <c:pt idx="3421">
                  <c:v>0.54479500000000003</c:v>
                </c:pt>
                <c:pt idx="3422">
                  <c:v>0.54510000000000003</c:v>
                </c:pt>
                <c:pt idx="3423">
                  <c:v>0.54540599999999995</c:v>
                </c:pt>
                <c:pt idx="3424">
                  <c:v>0.54571099999999995</c:v>
                </c:pt>
                <c:pt idx="3425">
                  <c:v>0.54601599999999995</c:v>
                </c:pt>
                <c:pt idx="3426">
                  <c:v>0.54632199999999997</c:v>
                </c:pt>
                <c:pt idx="3427">
                  <c:v>0.54662699999999997</c:v>
                </c:pt>
                <c:pt idx="3428">
                  <c:v>0.546933</c:v>
                </c:pt>
                <c:pt idx="3429">
                  <c:v>0.547238</c:v>
                </c:pt>
                <c:pt idx="3430">
                  <c:v>0.547543</c:v>
                </c:pt>
                <c:pt idx="3431">
                  <c:v>0.54784900000000003</c:v>
                </c:pt>
                <c:pt idx="3432">
                  <c:v>0.54815400000000003</c:v>
                </c:pt>
                <c:pt idx="3433">
                  <c:v>0.54845999999999995</c:v>
                </c:pt>
                <c:pt idx="3434">
                  <c:v>0.54876499999999995</c:v>
                </c:pt>
                <c:pt idx="3435">
                  <c:v>0.54906999999999995</c:v>
                </c:pt>
                <c:pt idx="3436">
                  <c:v>0.54937599999999998</c:v>
                </c:pt>
                <c:pt idx="3437">
                  <c:v>0.54968099999999998</c:v>
                </c:pt>
                <c:pt idx="3438">
                  <c:v>0.549987</c:v>
                </c:pt>
                <c:pt idx="3439">
                  <c:v>0.550292</c:v>
                </c:pt>
                <c:pt idx="3440">
                  <c:v>0.550597</c:v>
                </c:pt>
                <c:pt idx="3441">
                  <c:v>0.55090300000000003</c:v>
                </c:pt>
                <c:pt idx="3442">
                  <c:v>0.55120800000000003</c:v>
                </c:pt>
                <c:pt idx="3443">
                  <c:v>0.55151399999999995</c:v>
                </c:pt>
                <c:pt idx="3444">
                  <c:v>0.55181899999999995</c:v>
                </c:pt>
                <c:pt idx="3445">
                  <c:v>0.55212399999999995</c:v>
                </c:pt>
                <c:pt idx="3446">
                  <c:v>0.55242999999999998</c:v>
                </c:pt>
                <c:pt idx="3447">
                  <c:v>0.55273499999999998</c:v>
                </c:pt>
                <c:pt idx="3448">
                  <c:v>0.55303999999999998</c:v>
                </c:pt>
                <c:pt idx="3449">
                  <c:v>0.553346</c:v>
                </c:pt>
                <c:pt idx="3450">
                  <c:v>0.553651</c:v>
                </c:pt>
                <c:pt idx="3451">
                  <c:v>0.55395700000000003</c:v>
                </c:pt>
                <c:pt idx="3452">
                  <c:v>0.55426200000000003</c:v>
                </c:pt>
                <c:pt idx="3453">
                  <c:v>0.55456700000000003</c:v>
                </c:pt>
                <c:pt idx="3454">
                  <c:v>0.55487299999999995</c:v>
                </c:pt>
                <c:pt idx="3455">
                  <c:v>0.55517799999999995</c:v>
                </c:pt>
                <c:pt idx="3456">
                  <c:v>0.55548399999999998</c:v>
                </c:pt>
                <c:pt idx="3457">
                  <c:v>0.55578899999999998</c:v>
                </c:pt>
                <c:pt idx="3458">
                  <c:v>0.55609399999999998</c:v>
                </c:pt>
                <c:pt idx="3459">
                  <c:v>0.55640000000000001</c:v>
                </c:pt>
                <c:pt idx="3460">
                  <c:v>0.55670500000000001</c:v>
                </c:pt>
                <c:pt idx="3461">
                  <c:v>0.55701100000000003</c:v>
                </c:pt>
                <c:pt idx="3462">
                  <c:v>0.55731600000000003</c:v>
                </c:pt>
                <c:pt idx="3463">
                  <c:v>0.55762100000000003</c:v>
                </c:pt>
                <c:pt idx="3464">
                  <c:v>0.55792699999999995</c:v>
                </c:pt>
                <c:pt idx="3465">
                  <c:v>0.55823199999999995</c:v>
                </c:pt>
                <c:pt idx="3466">
                  <c:v>0.55853799999999998</c:v>
                </c:pt>
                <c:pt idx="3467">
                  <c:v>0.55884299999999998</c:v>
                </c:pt>
                <c:pt idx="3468">
                  <c:v>0.55914799999999998</c:v>
                </c:pt>
                <c:pt idx="3469">
                  <c:v>0.55945400000000001</c:v>
                </c:pt>
                <c:pt idx="3470">
                  <c:v>0.55975900000000001</c:v>
                </c:pt>
                <c:pt idx="3471">
                  <c:v>0.56006500000000004</c:v>
                </c:pt>
                <c:pt idx="3472">
                  <c:v>0.56037000000000003</c:v>
                </c:pt>
                <c:pt idx="3473">
                  <c:v>0.56067500000000003</c:v>
                </c:pt>
                <c:pt idx="3474">
                  <c:v>0.56098099999999995</c:v>
                </c:pt>
                <c:pt idx="3475">
                  <c:v>0.56128599999999995</c:v>
                </c:pt>
                <c:pt idx="3476">
                  <c:v>0.56159199999999998</c:v>
                </c:pt>
                <c:pt idx="3477">
                  <c:v>0.56189699999999998</c:v>
                </c:pt>
                <c:pt idx="3478">
                  <c:v>0.56220199999999998</c:v>
                </c:pt>
                <c:pt idx="3479">
                  <c:v>0.56250800000000001</c:v>
                </c:pt>
                <c:pt idx="3480">
                  <c:v>0.56281300000000001</c:v>
                </c:pt>
                <c:pt idx="3481">
                  <c:v>0.56311900000000004</c:v>
                </c:pt>
                <c:pt idx="3482">
                  <c:v>0.56342400000000004</c:v>
                </c:pt>
                <c:pt idx="3483">
                  <c:v>0.56372900000000004</c:v>
                </c:pt>
                <c:pt idx="3484">
                  <c:v>0.56403499999999995</c:v>
                </c:pt>
                <c:pt idx="3485">
                  <c:v>0.56433999999999995</c:v>
                </c:pt>
                <c:pt idx="3486">
                  <c:v>0.56464599999999998</c:v>
                </c:pt>
                <c:pt idx="3487">
                  <c:v>0.56495099999999998</c:v>
                </c:pt>
                <c:pt idx="3488">
                  <c:v>0.56525599999999998</c:v>
                </c:pt>
                <c:pt idx="3489">
                  <c:v>0.56556200000000001</c:v>
                </c:pt>
                <c:pt idx="3490">
                  <c:v>0.56586700000000001</c:v>
                </c:pt>
                <c:pt idx="3491">
                  <c:v>0.56617300000000004</c:v>
                </c:pt>
                <c:pt idx="3492">
                  <c:v>0.56647800000000004</c:v>
                </c:pt>
                <c:pt idx="3493">
                  <c:v>0.56678300000000004</c:v>
                </c:pt>
                <c:pt idx="3494">
                  <c:v>0.56708899999999995</c:v>
                </c:pt>
                <c:pt idx="3495">
                  <c:v>0.56739399999999995</c:v>
                </c:pt>
                <c:pt idx="3496">
                  <c:v>0.56769999999999998</c:v>
                </c:pt>
                <c:pt idx="3497">
                  <c:v>0.56800499999999998</c:v>
                </c:pt>
                <c:pt idx="3498">
                  <c:v>0.56830999999999998</c:v>
                </c:pt>
                <c:pt idx="3499">
                  <c:v>0.56861600000000001</c:v>
                </c:pt>
                <c:pt idx="3500">
                  <c:v>0.56892100000000001</c:v>
                </c:pt>
                <c:pt idx="3501">
                  <c:v>0.56922700000000004</c:v>
                </c:pt>
                <c:pt idx="3502">
                  <c:v>0.56953200000000004</c:v>
                </c:pt>
                <c:pt idx="3503">
                  <c:v>0.56983700000000004</c:v>
                </c:pt>
                <c:pt idx="3504">
                  <c:v>0.57014299999999996</c:v>
                </c:pt>
                <c:pt idx="3505">
                  <c:v>0.57044799999999996</c:v>
                </c:pt>
                <c:pt idx="3506">
                  <c:v>0.57075399999999998</c:v>
                </c:pt>
                <c:pt idx="3507">
                  <c:v>0.57105899999999998</c:v>
                </c:pt>
                <c:pt idx="3508">
                  <c:v>0.57136399999999998</c:v>
                </c:pt>
                <c:pt idx="3509">
                  <c:v>0.57167000000000001</c:v>
                </c:pt>
                <c:pt idx="3510">
                  <c:v>0.57197500000000001</c:v>
                </c:pt>
                <c:pt idx="3511">
                  <c:v>0.57228100000000004</c:v>
                </c:pt>
                <c:pt idx="3512">
                  <c:v>0.57258600000000004</c:v>
                </c:pt>
                <c:pt idx="3513">
                  <c:v>0.57289100000000004</c:v>
                </c:pt>
                <c:pt idx="3514">
                  <c:v>0.57319699999999996</c:v>
                </c:pt>
                <c:pt idx="3515">
                  <c:v>0.57350199999999996</c:v>
                </c:pt>
                <c:pt idx="3516">
                  <c:v>0.57380799999999998</c:v>
                </c:pt>
                <c:pt idx="3517">
                  <c:v>0.57411299999999998</c:v>
                </c:pt>
                <c:pt idx="3518">
                  <c:v>0.57441799999999998</c:v>
                </c:pt>
                <c:pt idx="3519">
                  <c:v>0.57472400000000001</c:v>
                </c:pt>
                <c:pt idx="3520">
                  <c:v>0.57502900000000001</c:v>
                </c:pt>
                <c:pt idx="3521">
                  <c:v>0.57533500000000004</c:v>
                </c:pt>
                <c:pt idx="3522">
                  <c:v>0.57564000000000004</c:v>
                </c:pt>
                <c:pt idx="3523">
                  <c:v>0.57594500000000004</c:v>
                </c:pt>
                <c:pt idx="3524">
                  <c:v>0.57625099999999996</c:v>
                </c:pt>
                <c:pt idx="3525">
                  <c:v>0.57655599999999996</c:v>
                </c:pt>
                <c:pt idx="3526">
                  <c:v>0.57686199999999999</c:v>
                </c:pt>
                <c:pt idx="3527">
                  <c:v>0.57716699999999999</c:v>
                </c:pt>
                <c:pt idx="3528">
                  <c:v>0.57747199999999999</c:v>
                </c:pt>
                <c:pt idx="3529">
                  <c:v>0.57777800000000001</c:v>
                </c:pt>
                <c:pt idx="3530">
                  <c:v>0.57808300000000001</c:v>
                </c:pt>
                <c:pt idx="3531">
                  <c:v>0.57838800000000001</c:v>
                </c:pt>
                <c:pt idx="3532">
                  <c:v>0.57869400000000004</c:v>
                </c:pt>
                <c:pt idx="3533">
                  <c:v>0.57899900000000004</c:v>
                </c:pt>
                <c:pt idx="3534">
                  <c:v>0.57930499999999996</c:v>
                </c:pt>
                <c:pt idx="3535">
                  <c:v>0.57960999999999996</c:v>
                </c:pt>
                <c:pt idx="3536">
                  <c:v>0.57991499999999996</c:v>
                </c:pt>
                <c:pt idx="3537">
                  <c:v>0.58022099999999999</c:v>
                </c:pt>
                <c:pt idx="3538">
                  <c:v>0.58052599999999999</c:v>
                </c:pt>
                <c:pt idx="3539">
                  <c:v>0.58083200000000001</c:v>
                </c:pt>
                <c:pt idx="3540">
                  <c:v>0.58113700000000001</c:v>
                </c:pt>
                <c:pt idx="3541">
                  <c:v>0.58144200000000001</c:v>
                </c:pt>
                <c:pt idx="3542">
                  <c:v>0.58174800000000004</c:v>
                </c:pt>
                <c:pt idx="3543">
                  <c:v>0.58205300000000004</c:v>
                </c:pt>
                <c:pt idx="3544">
                  <c:v>0.58235899999999996</c:v>
                </c:pt>
                <c:pt idx="3545">
                  <c:v>0.58266399999999996</c:v>
                </c:pt>
                <c:pt idx="3546">
                  <c:v>0.58296899999999996</c:v>
                </c:pt>
                <c:pt idx="3547">
                  <c:v>0.58327499999999999</c:v>
                </c:pt>
                <c:pt idx="3548">
                  <c:v>0.58357999999999999</c:v>
                </c:pt>
                <c:pt idx="3549">
                  <c:v>0.58388600000000002</c:v>
                </c:pt>
                <c:pt idx="3550">
                  <c:v>0.58419100000000002</c:v>
                </c:pt>
                <c:pt idx="3551">
                  <c:v>0.58449600000000002</c:v>
                </c:pt>
                <c:pt idx="3552">
                  <c:v>0.58480200000000004</c:v>
                </c:pt>
                <c:pt idx="3553">
                  <c:v>0.58510700000000004</c:v>
                </c:pt>
                <c:pt idx="3554">
                  <c:v>0.58541299999999996</c:v>
                </c:pt>
                <c:pt idx="3555">
                  <c:v>0.58571799999999996</c:v>
                </c:pt>
                <c:pt idx="3556">
                  <c:v>0.58602299999999996</c:v>
                </c:pt>
                <c:pt idx="3557">
                  <c:v>0.58632899999999999</c:v>
                </c:pt>
                <c:pt idx="3558">
                  <c:v>0.58663399999999999</c:v>
                </c:pt>
                <c:pt idx="3559">
                  <c:v>0.58694000000000002</c:v>
                </c:pt>
                <c:pt idx="3560">
                  <c:v>0.58724500000000002</c:v>
                </c:pt>
                <c:pt idx="3561">
                  <c:v>0.58755000000000002</c:v>
                </c:pt>
                <c:pt idx="3562">
                  <c:v>0.58785600000000005</c:v>
                </c:pt>
                <c:pt idx="3563">
                  <c:v>0.58816100000000004</c:v>
                </c:pt>
                <c:pt idx="3564">
                  <c:v>0.58846699999999996</c:v>
                </c:pt>
                <c:pt idx="3565">
                  <c:v>0.58877199999999996</c:v>
                </c:pt>
                <c:pt idx="3566">
                  <c:v>0.58907699999999996</c:v>
                </c:pt>
                <c:pt idx="3567">
                  <c:v>0.58938299999999999</c:v>
                </c:pt>
                <c:pt idx="3568">
                  <c:v>0.58968799999999999</c:v>
                </c:pt>
                <c:pt idx="3569">
                  <c:v>0.58999400000000002</c:v>
                </c:pt>
                <c:pt idx="3570">
                  <c:v>0.59029900000000002</c:v>
                </c:pt>
                <c:pt idx="3571">
                  <c:v>0.59060400000000002</c:v>
                </c:pt>
                <c:pt idx="3572">
                  <c:v>0.59091000000000005</c:v>
                </c:pt>
                <c:pt idx="3573">
                  <c:v>0.59121500000000005</c:v>
                </c:pt>
                <c:pt idx="3574">
                  <c:v>0.59152099999999996</c:v>
                </c:pt>
                <c:pt idx="3575">
                  <c:v>0.59182599999999996</c:v>
                </c:pt>
                <c:pt idx="3576">
                  <c:v>0.59213099999999996</c:v>
                </c:pt>
                <c:pt idx="3577">
                  <c:v>0.59243699999999999</c:v>
                </c:pt>
                <c:pt idx="3578">
                  <c:v>0.59274199999999999</c:v>
                </c:pt>
                <c:pt idx="3579">
                  <c:v>0.59304800000000002</c:v>
                </c:pt>
                <c:pt idx="3580">
                  <c:v>0.59335300000000002</c:v>
                </c:pt>
                <c:pt idx="3581">
                  <c:v>0.59365800000000002</c:v>
                </c:pt>
                <c:pt idx="3582">
                  <c:v>0.59396400000000005</c:v>
                </c:pt>
                <c:pt idx="3583">
                  <c:v>0.59426900000000005</c:v>
                </c:pt>
                <c:pt idx="3584">
                  <c:v>0.59457499999999996</c:v>
                </c:pt>
                <c:pt idx="3585">
                  <c:v>0.59487999999999996</c:v>
                </c:pt>
                <c:pt idx="3586">
                  <c:v>0.59518499999999996</c:v>
                </c:pt>
                <c:pt idx="3587">
                  <c:v>0.59549099999999999</c:v>
                </c:pt>
                <c:pt idx="3588">
                  <c:v>0.59579599999999999</c:v>
                </c:pt>
                <c:pt idx="3589">
                  <c:v>0.59610200000000002</c:v>
                </c:pt>
                <c:pt idx="3590">
                  <c:v>0.59640700000000002</c:v>
                </c:pt>
                <c:pt idx="3591">
                  <c:v>0.59671200000000002</c:v>
                </c:pt>
                <c:pt idx="3592">
                  <c:v>0.59701800000000005</c:v>
                </c:pt>
                <c:pt idx="3593">
                  <c:v>0.59732300000000005</c:v>
                </c:pt>
                <c:pt idx="3594">
                  <c:v>0.59762899999999997</c:v>
                </c:pt>
                <c:pt idx="3595">
                  <c:v>0.59793399999999997</c:v>
                </c:pt>
                <c:pt idx="3596">
                  <c:v>0.59823899999999997</c:v>
                </c:pt>
                <c:pt idx="3597">
                  <c:v>0.59854499999999999</c:v>
                </c:pt>
                <c:pt idx="3598">
                  <c:v>0.59884999999999999</c:v>
                </c:pt>
                <c:pt idx="3599">
                  <c:v>0.59915600000000002</c:v>
                </c:pt>
                <c:pt idx="3600">
                  <c:v>0.59946100000000002</c:v>
                </c:pt>
                <c:pt idx="3601">
                  <c:v>0.59976600000000002</c:v>
                </c:pt>
                <c:pt idx="3602">
                  <c:v>0.60007200000000005</c:v>
                </c:pt>
                <c:pt idx="3603">
                  <c:v>0.60037700000000005</c:v>
                </c:pt>
                <c:pt idx="3604">
                  <c:v>0.60068299999999997</c:v>
                </c:pt>
                <c:pt idx="3605">
                  <c:v>0.60098799999999997</c:v>
                </c:pt>
                <c:pt idx="3606">
                  <c:v>0.60129299999999997</c:v>
                </c:pt>
                <c:pt idx="3607">
                  <c:v>0.60159899999999999</c:v>
                </c:pt>
                <c:pt idx="3608">
                  <c:v>0.60190399999999999</c:v>
                </c:pt>
                <c:pt idx="3609">
                  <c:v>0.60221000000000002</c:v>
                </c:pt>
                <c:pt idx="3610">
                  <c:v>0.60251500000000002</c:v>
                </c:pt>
                <c:pt idx="3611">
                  <c:v>0.60282000000000002</c:v>
                </c:pt>
                <c:pt idx="3612">
                  <c:v>0.60312600000000005</c:v>
                </c:pt>
                <c:pt idx="3613">
                  <c:v>0.60343100000000005</c:v>
                </c:pt>
                <c:pt idx="3614">
                  <c:v>0.60373699999999997</c:v>
                </c:pt>
                <c:pt idx="3615">
                  <c:v>0.60404199999999997</c:v>
                </c:pt>
                <c:pt idx="3616">
                  <c:v>0.60434699999999997</c:v>
                </c:pt>
                <c:pt idx="3617">
                  <c:v>0.604653</c:v>
                </c:pt>
                <c:pt idx="3618">
                  <c:v>0.604958</c:v>
                </c:pt>
                <c:pt idx="3619">
                  <c:v>0.605263</c:v>
                </c:pt>
                <c:pt idx="3620">
                  <c:v>0.60556900000000002</c:v>
                </c:pt>
                <c:pt idx="3621">
                  <c:v>0.60587400000000002</c:v>
                </c:pt>
                <c:pt idx="3622">
                  <c:v>0.60618000000000005</c:v>
                </c:pt>
                <c:pt idx="3623">
                  <c:v>0.60648500000000005</c:v>
                </c:pt>
                <c:pt idx="3624">
                  <c:v>0.60679000000000005</c:v>
                </c:pt>
                <c:pt idx="3625">
                  <c:v>0.60709599999999997</c:v>
                </c:pt>
                <c:pt idx="3626">
                  <c:v>0.60740099999999997</c:v>
                </c:pt>
                <c:pt idx="3627">
                  <c:v>0.607707</c:v>
                </c:pt>
                <c:pt idx="3628">
                  <c:v>0.608012</c:v>
                </c:pt>
                <c:pt idx="3629">
                  <c:v>0.608317</c:v>
                </c:pt>
                <c:pt idx="3630">
                  <c:v>0.60862300000000003</c:v>
                </c:pt>
                <c:pt idx="3631">
                  <c:v>0.60892800000000002</c:v>
                </c:pt>
                <c:pt idx="3632">
                  <c:v>0.60923400000000005</c:v>
                </c:pt>
                <c:pt idx="3633">
                  <c:v>0.60953900000000005</c:v>
                </c:pt>
                <c:pt idx="3634">
                  <c:v>0.60984400000000005</c:v>
                </c:pt>
                <c:pt idx="3635">
                  <c:v>0.61014999999999997</c:v>
                </c:pt>
                <c:pt idx="3636">
                  <c:v>0.61045499999999997</c:v>
                </c:pt>
                <c:pt idx="3637">
                  <c:v>0.610761</c:v>
                </c:pt>
                <c:pt idx="3638">
                  <c:v>0.611066</c:v>
                </c:pt>
                <c:pt idx="3639">
                  <c:v>0.611371</c:v>
                </c:pt>
                <c:pt idx="3640">
                  <c:v>0.61167700000000003</c:v>
                </c:pt>
                <c:pt idx="3641">
                  <c:v>0.61198200000000003</c:v>
                </c:pt>
                <c:pt idx="3642">
                  <c:v>0.61228800000000005</c:v>
                </c:pt>
                <c:pt idx="3643">
                  <c:v>0.61259300000000005</c:v>
                </c:pt>
                <c:pt idx="3644">
                  <c:v>0.61289800000000005</c:v>
                </c:pt>
                <c:pt idx="3645">
                  <c:v>0.61320399999999997</c:v>
                </c:pt>
                <c:pt idx="3646">
                  <c:v>0.61350899999999997</c:v>
                </c:pt>
                <c:pt idx="3647">
                  <c:v>0.613815</c:v>
                </c:pt>
                <c:pt idx="3648">
                  <c:v>0.61412</c:v>
                </c:pt>
                <c:pt idx="3649">
                  <c:v>0.614425</c:v>
                </c:pt>
                <c:pt idx="3650">
                  <c:v>0.61473100000000003</c:v>
                </c:pt>
                <c:pt idx="3651">
                  <c:v>0.61503600000000003</c:v>
                </c:pt>
                <c:pt idx="3652">
                  <c:v>0.61534199999999994</c:v>
                </c:pt>
                <c:pt idx="3653">
                  <c:v>0.61564700000000006</c:v>
                </c:pt>
                <c:pt idx="3654">
                  <c:v>0.61595200000000006</c:v>
                </c:pt>
                <c:pt idx="3655">
                  <c:v>0.61625799999999997</c:v>
                </c:pt>
                <c:pt idx="3656">
                  <c:v>0.61656299999999997</c:v>
                </c:pt>
                <c:pt idx="3657">
                  <c:v>0.616869</c:v>
                </c:pt>
                <c:pt idx="3658">
                  <c:v>0.617174</c:v>
                </c:pt>
                <c:pt idx="3659">
                  <c:v>0.617479</c:v>
                </c:pt>
                <c:pt idx="3660">
                  <c:v>0.61778500000000003</c:v>
                </c:pt>
                <c:pt idx="3661">
                  <c:v>0.61809000000000003</c:v>
                </c:pt>
                <c:pt idx="3662">
                  <c:v>0.61839599999999995</c:v>
                </c:pt>
                <c:pt idx="3663">
                  <c:v>0.61870099999999995</c:v>
                </c:pt>
                <c:pt idx="3664">
                  <c:v>0.61900599999999995</c:v>
                </c:pt>
                <c:pt idx="3665">
                  <c:v>0.61931199999999997</c:v>
                </c:pt>
                <c:pt idx="3666">
                  <c:v>0.61961699999999997</c:v>
                </c:pt>
                <c:pt idx="3667">
                  <c:v>0.619923</c:v>
                </c:pt>
                <c:pt idx="3668">
                  <c:v>0.620228</c:v>
                </c:pt>
                <c:pt idx="3669">
                  <c:v>0.620533</c:v>
                </c:pt>
                <c:pt idx="3670">
                  <c:v>0.62083900000000003</c:v>
                </c:pt>
                <c:pt idx="3671">
                  <c:v>0.62114400000000003</c:v>
                </c:pt>
                <c:pt idx="3672">
                  <c:v>0.62144999999999995</c:v>
                </c:pt>
                <c:pt idx="3673">
                  <c:v>0.62175499999999995</c:v>
                </c:pt>
                <c:pt idx="3674">
                  <c:v>0.62205999999999995</c:v>
                </c:pt>
                <c:pt idx="3675">
                  <c:v>0.62236599999999997</c:v>
                </c:pt>
                <c:pt idx="3676">
                  <c:v>0.62267099999999997</c:v>
                </c:pt>
                <c:pt idx="3677">
                  <c:v>0.622977</c:v>
                </c:pt>
                <c:pt idx="3678">
                  <c:v>0.623282</c:v>
                </c:pt>
                <c:pt idx="3679">
                  <c:v>0.623587</c:v>
                </c:pt>
                <c:pt idx="3680">
                  <c:v>0.62389300000000003</c:v>
                </c:pt>
                <c:pt idx="3681">
                  <c:v>0.62419800000000003</c:v>
                </c:pt>
                <c:pt idx="3682">
                  <c:v>0.62450399999999995</c:v>
                </c:pt>
                <c:pt idx="3683">
                  <c:v>0.62480899999999995</c:v>
                </c:pt>
                <c:pt idx="3684">
                  <c:v>0.62511399999999995</c:v>
                </c:pt>
                <c:pt idx="3685">
                  <c:v>0.62541999999999998</c:v>
                </c:pt>
                <c:pt idx="3686">
                  <c:v>0.62572499999999998</c:v>
                </c:pt>
                <c:pt idx="3687">
                  <c:v>0.626031</c:v>
                </c:pt>
                <c:pt idx="3688">
                  <c:v>0.626336</c:v>
                </c:pt>
                <c:pt idx="3689">
                  <c:v>0.626641</c:v>
                </c:pt>
                <c:pt idx="3690">
                  <c:v>0.62694700000000003</c:v>
                </c:pt>
                <c:pt idx="3691">
                  <c:v>0.62725200000000003</c:v>
                </c:pt>
                <c:pt idx="3692">
                  <c:v>0.62755799999999995</c:v>
                </c:pt>
                <c:pt idx="3693">
                  <c:v>0.62786299999999995</c:v>
                </c:pt>
                <c:pt idx="3694">
                  <c:v>0.62816799999999995</c:v>
                </c:pt>
                <c:pt idx="3695">
                  <c:v>0.62847399999999998</c:v>
                </c:pt>
                <c:pt idx="3696">
                  <c:v>0.62877899999999998</c:v>
                </c:pt>
                <c:pt idx="3697">
                  <c:v>0.62908500000000001</c:v>
                </c:pt>
                <c:pt idx="3698">
                  <c:v>0.62939000000000001</c:v>
                </c:pt>
                <c:pt idx="3699">
                  <c:v>0.629695</c:v>
                </c:pt>
                <c:pt idx="3700">
                  <c:v>0.63000100000000003</c:v>
                </c:pt>
                <c:pt idx="3701">
                  <c:v>0.63030600000000003</c:v>
                </c:pt>
                <c:pt idx="3702">
                  <c:v>0.63061100000000003</c:v>
                </c:pt>
                <c:pt idx="3703">
                  <c:v>0.63091699999999995</c:v>
                </c:pt>
                <c:pt idx="3704">
                  <c:v>0.63122199999999995</c:v>
                </c:pt>
                <c:pt idx="3705">
                  <c:v>0.63152799999999998</c:v>
                </c:pt>
                <c:pt idx="3706">
                  <c:v>0.63183299999999998</c:v>
                </c:pt>
                <c:pt idx="3707">
                  <c:v>0.63213799999999998</c:v>
                </c:pt>
                <c:pt idx="3708">
                  <c:v>0.63244400000000001</c:v>
                </c:pt>
                <c:pt idx="3709">
                  <c:v>0.63274900000000001</c:v>
                </c:pt>
                <c:pt idx="3710">
                  <c:v>0.63305500000000003</c:v>
                </c:pt>
                <c:pt idx="3711">
                  <c:v>0.63336000000000003</c:v>
                </c:pt>
                <c:pt idx="3712">
                  <c:v>0.63366500000000003</c:v>
                </c:pt>
                <c:pt idx="3713">
                  <c:v>0.63397099999999995</c:v>
                </c:pt>
                <c:pt idx="3714">
                  <c:v>0.63427599999999995</c:v>
                </c:pt>
                <c:pt idx="3715">
                  <c:v>0.63458199999999998</c:v>
                </c:pt>
                <c:pt idx="3716">
                  <c:v>0.63488699999999998</c:v>
                </c:pt>
                <c:pt idx="3717">
                  <c:v>0.63519199999999998</c:v>
                </c:pt>
                <c:pt idx="3718">
                  <c:v>0.63549800000000001</c:v>
                </c:pt>
                <c:pt idx="3719">
                  <c:v>0.63580300000000001</c:v>
                </c:pt>
                <c:pt idx="3720">
                  <c:v>0.63610900000000004</c:v>
                </c:pt>
                <c:pt idx="3721">
                  <c:v>0.63641400000000004</c:v>
                </c:pt>
                <c:pt idx="3722">
                  <c:v>0.63671900000000003</c:v>
                </c:pt>
                <c:pt idx="3723">
                  <c:v>0.63702499999999995</c:v>
                </c:pt>
                <c:pt idx="3724">
                  <c:v>0.63732999999999995</c:v>
                </c:pt>
                <c:pt idx="3725">
                  <c:v>0.63763599999999998</c:v>
                </c:pt>
                <c:pt idx="3726">
                  <c:v>0.63794099999999998</c:v>
                </c:pt>
                <c:pt idx="3727">
                  <c:v>0.63824599999999998</c:v>
                </c:pt>
                <c:pt idx="3728">
                  <c:v>0.63855200000000001</c:v>
                </c:pt>
                <c:pt idx="3729">
                  <c:v>0.63885700000000001</c:v>
                </c:pt>
                <c:pt idx="3730">
                  <c:v>0.63916300000000004</c:v>
                </c:pt>
                <c:pt idx="3731">
                  <c:v>0.63946800000000004</c:v>
                </c:pt>
                <c:pt idx="3732">
                  <c:v>0.63977300000000004</c:v>
                </c:pt>
                <c:pt idx="3733">
                  <c:v>0.64007899999999995</c:v>
                </c:pt>
                <c:pt idx="3734">
                  <c:v>0.64038399999999995</c:v>
                </c:pt>
                <c:pt idx="3735">
                  <c:v>0.64068999999999998</c:v>
                </c:pt>
                <c:pt idx="3736">
                  <c:v>0.64099499999999998</c:v>
                </c:pt>
                <c:pt idx="3737">
                  <c:v>0.64129999999999998</c:v>
                </c:pt>
                <c:pt idx="3738">
                  <c:v>0.64160600000000001</c:v>
                </c:pt>
                <c:pt idx="3739">
                  <c:v>0.64191100000000001</c:v>
                </c:pt>
                <c:pt idx="3740">
                  <c:v>0.64221700000000004</c:v>
                </c:pt>
                <c:pt idx="3741">
                  <c:v>0.64252200000000004</c:v>
                </c:pt>
                <c:pt idx="3742">
                  <c:v>0.64282700000000004</c:v>
                </c:pt>
                <c:pt idx="3743">
                  <c:v>0.64313299999999995</c:v>
                </c:pt>
                <c:pt idx="3744">
                  <c:v>0.64343799999999995</c:v>
                </c:pt>
                <c:pt idx="3745">
                  <c:v>0.64374399999999998</c:v>
                </c:pt>
                <c:pt idx="3746">
                  <c:v>0.64404899999999998</c:v>
                </c:pt>
                <c:pt idx="3747">
                  <c:v>0.64435399999999998</c:v>
                </c:pt>
                <c:pt idx="3748">
                  <c:v>0.64466000000000001</c:v>
                </c:pt>
                <c:pt idx="3749">
                  <c:v>0.64496500000000001</c:v>
                </c:pt>
                <c:pt idx="3750">
                  <c:v>0.64527100000000004</c:v>
                </c:pt>
                <c:pt idx="3751">
                  <c:v>0.64557600000000004</c:v>
                </c:pt>
                <c:pt idx="3752">
                  <c:v>0.64588100000000004</c:v>
                </c:pt>
                <c:pt idx="3753">
                  <c:v>0.64618699999999996</c:v>
                </c:pt>
                <c:pt idx="3754">
                  <c:v>0.64649199999999996</c:v>
                </c:pt>
                <c:pt idx="3755">
                  <c:v>0.64679799999999998</c:v>
                </c:pt>
                <c:pt idx="3756">
                  <c:v>0.64710299999999998</c:v>
                </c:pt>
                <c:pt idx="3757">
                  <c:v>0.64740799999999998</c:v>
                </c:pt>
                <c:pt idx="3758">
                  <c:v>0.64771400000000001</c:v>
                </c:pt>
                <c:pt idx="3759">
                  <c:v>0.64801900000000001</c:v>
                </c:pt>
                <c:pt idx="3760">
                  <c:v>0.64832500000000004</c:v>
                </c:pt>
                <c:pt idx="3761">
                  <c:v>0.64863000000000004</c:v>
                </c:pt>
                <c:pt idx="3762">
                  <c:v>0.64893500000000004</c:v>
                </c:pt>
                <c:pt idx="3763">
                  <c:v>0.64924099999999996</c:v>
                </c:pt>
                <c:pt idx="3764">
                  <c:v>0.64954599999999996</c:v>
                </c:pt>
                <c:pt idx="3765">
                  <c:v>0.64985199999999999</c:v>
                </c:pt>
                <c:pt idx="3766">
                  <c:v>0.65015699999999998</c:v>
                </c:pt>
                <c:pt idx="3767">
                  <c:v>0.65046199999999998</c:v>
                </c:pt>
                <c:pt idx="3768">
                  <c:v>0.65076800000000001</c:v>
                </c:pt>
                <c:pt idx="3769">
                  <c:v>0.65107300000000001</c:v>
                </c:pt>
                <c:pt idx="3770">
                  <c:v>0.65137900000000004</c:v>
                </c:pt>
                <c:pt idx="3771">
                  <c:v>0.65168400000000004</c:v>
                </c:pt>
                <c:pt idx="3772">
                  <c:v>0.65198900000000004</c:v>
                </c:pt>
                <c:pt idx="3773">
                  <c:v>0.65229499999999996</c:v>
                </c:pt>
                <c:pt idx="3774">
                  <c:v>0.65259999999999996</c:v>
                </c:pt>
                <c:pt idx="3775">
                  <c:v>0.65290599999999999</c:v>
                </c:pt>
                <c:pt idx="3776">
                  <c:v>0.65321099999999999</c:v>
                </c:pt>
                <c:pt idx="3777">
                  <c:v>0.65351599999999999</c:v>
                </c:pt>
                <c:pt idx="3778">
                  <c:v>0.65382200000000001</c:v>
                </c:pt>
                <c:pt idx="3779">
                  <c:v>0.65412700000000001</c:v>
                </c:pt>
                <c:pt idx="3780">
                  <c:v>0.65443300000000004</c:v>
                </c:pt>
                <c:pt idx="3781">
                  <c:v>0.65473800000000004</c:v>
                </c:pt>
                <c:pt idx="3782">
                  <c:v>0.65504300000000004</c:v>
                </c:pt>
                <c:pt idx="3783">
                  <c:v>0.65534899999999996</c:v>
                </c:pt>
                <c:pt idx="3784">
                  <c:v>0.65565399999999996</c:v>
                </c:pt>
                <c:pt idx="3785">
                  <c:v>0.65595899999999996</c:v>
                </c:pt>
                <c:pt idx="3786">
                  <c:v>0.65626499999999999</c:v>
                </c:pt>
                <c:pt idx="3787">
                  <c:v>0.65656999999999999</c:v>
                </c:pt>
                <c:pt idx="3788">
                  <c:v>0.65687600000000002</c:v>
                </c:pt>
                <c:pt idx="3789">
                  <c:v>0.65718100000000002</c:v>
                </c:pt>
                <c:pt idx="3790">
                  <c:v>0.65748600000000001</c:v>
                </c:pt>
                <c:pt idx="3791">
                  <c:v>0.65779200000000004</c:v>
                </c:pt>
                <c:pt idx="3792">
                  <c:v>0.65809700000000004</c:v>
                </c:pt>
                <c:pt idx="3793">
                  <c:v>0.65840299999999996</c:v>
                </c:pt>
                <c:pt idx="3794">
                  <c:v>0.65870799999999996</c:v>
                </c:pt>
                <c:pt idx="3795">
                  <c:v>0.65901299999999996</c:v>
                </c:pt>
                <c:pt idx="3796">
                  <c:v>0.65931899999999999</c:v>
                </c:pt>
                <c:pt idx="3797">
                  <c:v>0.65962399999999999</c:v>
                </c:pt>
                <c:pt idx="3798">
                  <c:v>0.65993000000000002</c:v>
                </c:pt>
                <c:pt idx="3799">
                  <c:v>0.66023500000000002</c:v>
                </c:pt>
                <c:pt idx="3800">
                  <c:v>0.66054000000000002</c:v>
                </c:pt>
                <c:pt idx="3801">
                  <c:v>0.66084600000000004</c:v>
                </c:pt>
                <c:pt idx="3802">
                  <c:v>0.66115100000000004</c:v>
                </c:pt>
                <c:pt idx="3803">
                  <c:v>0.66145699999999996</c:v>
                </c:pt>
                <c:pt idx="3804">
                  <c:v>0.66176199999999996</c:v>
                </c:pt>
                <c:pt idx="3805">
                  <c:v>0.66206699999999996</c:v>
                </c:pt>
                <c:pt idx="3806">
                  <c:v>0.66237299999999999</c:v>
                </c:pt>
                <c:pt idx="3807">
                  <c:v>0.66267799999999999</c:v>
                </c:pt>
                <c:pt idx="3808">
                  <c:v>0.66298400000000002</c:v>
                </c:pt>
                <c:pt idx="3809">
                  <c:v>0.66328900000000002</c:v>
                </c:pt>
                <c:pt idx="3810">
                  <c:v>0.66359400000000002</c:v>
                </c:pt>
                <c:pt idx="3811">
                  <c:v>0.66390000000000005</c:v>
                </c:pt>
                <c:pt idx="3812">
                  <c:v>0.66420500000000005</c:v>
                </c:pt>
                <c:pt idx="3813">
                  <c:v>0.66451099999999996</c:v>
                </c:pt>
                <c:pt idx="3814">
                  <c:v>0.66481599999999996</c:v>
                </c:pt>
                <c:pt idx="3815">
                  <c:v>0.66512099999999996</c:v>
                </c:pt>
                <c:pt idx="3816">
                  <c:v>0.66542699999999999</c:v>
                </c:pt>
                <c:pt idx="3817">
                  <c:v>0.66573199999999999</c:v>
                </c:pt>
                <c:pt idx="3818">
                  <c:v>0.66603800000000002</c:v>
                </c:pt>
                <c:pt idx="3819">
                  <c:v>0.66634300000000002</c:v>
                </c:pt>
                <c:pt idx="3820">
                  <c:v>0.66664800000000002</c:v>
                </c:pt>
                <c:pt idx="3821">
                  <c:v>0.66695400000000005</c:v>
                </c:pt>
                <c:pt idx="3822">
                  <c:v>0.66725900000000005</c:v>
                </c:pt>
                <c:pt idx="3823">
                  <c:v>0.66756499999999996</c:v>
                </c:pt>
                <c:pt idx="3824">
                  <c:v>0.66786999999999996</c:v>
                </c:pt>
                <c:pt idx="3825">
                  <c:v>0.66817499999999996</c:v>
                </c:pt>
                <c:pt idx="3826">
                  <c:v>0.66848099999999999</c:v>
                </c:pt>
                <c:pt idx="3827">
                  <c:v>0.66878599999999999</c:v>
                </c:pt>
                <c:pt idx="3828">
                  <c:v>0.66909200000000002</c:v>
                </c:pt>
                <c:pt idx="3829">
                  <c:v>0.66939700000000002</c:v>
                </c:pt>
                <c:pt idx="3830">
                  <c:v>0.66970200000000002</c:v>
                </c:pt>
                <c:pt idx="3831">
                  <c:v>0.67000800000000005</c:v>
                </c:pt>
                <c:pt idx="3832">
                  <c:v>0.67031300000000005</c:v>
                </c:pt>
                <c:pt idx="3833">
                  <c:v>0.67061899999999997</c:v>
                </c:pt>
                <c:pt idx="3834">
                  <c:v>0.67092399999999996</c:v>
                </c:pt>
                <c:pt idx="3835">
                  <c:v>0.67122899999999996</c:v>
                </c:pt>
                <c:pt idx="3836">
                  <c:v>0.67153499999999999</c:v>
                </c:pt>
                <c:pt idx="3837">
                  <c:v>0.67183999999999999</c:v>
                </c:pt>
                <c:pt idx="3838">
                  <c:v>0.67214600000000002</c:v>
                </c:pt>
                <c:pt idx="3839">
                  <c:v>0.67245100000000002</c:v>
                </c:pt>
                <c:pt idx="3840">
                  <c:v>0.67275600000000002</c:v>
                </c:pt>
                <c:pt idx="3841">
                  <c:v>0.67306200000000005</c:v>
                </c:pt>
                <c:pt idx="3842">
                  <c:v>0.67336700000000005</c:v>
                </c:pt>
                <c:pt idx="3843">
                  <c:v>0.67367299999999997</c:v>
                </c:pt>
                <c:pt idx="3844">
                  <c:v>0.67397799999999997</c:v>
                </c:pt>
                <c:pt idx="3845">
                  <c:v>0.67428299999999997</c:v>
                </c:pt>
                <c:pt idx="3846">
                  <c:v>0.67458899999999999</c:v>
                </c:pt>
                <c:pt idx="3847">
                  <c:v>0.67489399999999999</c:v>
                </c:pt>
                <c:pt idx="3848">
                  <c:v>0.67520000000000002</c:v>
                </c:pt>
                <c:pt idx="3849">
                  <c:v>0.67550500000000002</c:v>
                </c:pt>
                <c:pt idx="3850">
                  <c:v>0.67581000000000002</c:v>
                </c:pt>
                <c:pt idx="3851">
                  <c:v>0.67611600000000005</c:v>
                </c:pt>
                <c:pt idx="3852">
                  <c:v>0.67642100000000005</c:v>
                </c:pt>
                <c:pt idx="3853">
                  <c:v>0.67672699999999997</c:v>
                </c:pt>
                <c:pt idx="3854">
                  <c:v>0.67703199999999997</c:v>
                </c:pt>
                <c:pt idx="3855">
                  <c:v>0.67733699999999997</c:v>
                </c:pt>
                <c:pt idx="3856">
                  <c:v>0.677643</c:v>
                </c:pt>
                <c:pt idx="3857">
                  <c:v>0.677948</c:v>
                </c:pt>
                <c:pt idx="3858">
                  <c:v>0.67825400000000002</c:v>
                </c:pt>
                <c:pt idx="3859">
                  <c:v>0.67855900000000002</c:v>
                </c:pt>
                <c:pt idx="3860">
                  <c:v>0.67886400000000002</c:v>
                </c:pt>
                <c:pt idx="3861">
                  <c:v>0.67917000000000005</c:v>
                </c:pt>
                <c:pt idx="3862">
                  <c:v>0.67947500000000005</c:v>
                </c:pt>
                <c:pt idx="3863">
                  <c:v>0.67978099999999997</c:v>
                </c:pt>
                <c:pt idx="3864">
                  <c:v>0.68008599999999997</c:v>
                </c:pt>
                <c:pt idx="3865">
                  <c:v>0.68039099999999997</c:v>
                </c:pt>
                <c:pt idx="3866">
                  <c:v>0.680697</c:v>
                </c:pt>
                <c:pt idx="3867">
                  <c:v>0.681002</c:v>
                </c:pt>
                <c:pt idx="3868">
                  <c:v>0.681307</c:v>
                </c:pt>
                <c:pt idx="3869">
                  <c:v>0.68161300000000002</c:v>
                </c:pt>
                <c:pt idx="3870">
                  <c:v>0.68191800000000002</c:v>
                </c:pt>
                <c:pt idx="3871">
                  <c:v>0.68222400000000005</c:v>
                </c:pt>
                <c:pt idx="3872">
                  <c:v>0.68252900000000005</c:v>
                </c:pt>
                <c:pt idx="3873">
                  <c:v>0.68283400000000005</c:v>
                </c:pt>
                <c:pt idx="3874">
                  <c:v>0.68313999999999997</c:v>
                </c:pt>
                <c:pt idx="3875">
                  <c:v>0.68344499999999997</c:v>
                </c:pt>
                <c:pt idx="3876">
                  <c:v>0.683751</c:v>
                </c:pt>
                <c:pt idx="3877">
                  <c:v>0.684056</c:v>
                </c:pt>
                <c:pt idx="3878">
                  <c:v>0.684361</c:v>
                </c:pt>
                <c:pt idx="3879">
                  <c:v>0.68466700000000003</c:v>
                </c:pt>
                <c:pt idx="3880">
                  <c:v>0.68497200000000003</c:v>
                </c:pt>
                <c:pt idx="3881">
                  <c:v>0.68527800000000005</c:v>
                </c:pt>
                <c:pt idx="3882">
                  <c:v>0.68558300000000005</c:v>
                </c:pt>
                <c:pt idx="3883">
                  <c:v>0.68588800000000005</c:v>
                </c:pt>
                <c:pt idx="3884">
                  <c:v>0.68619399999999997</c:v>
                </c:pt>
                <c:pt idx="3885">
                  <c:v>0.68649899999999997</c:v>
                </c:pt>
                <c:pt idx="3886">
                  <c:v>0.686805</c:v>
                </c:pt>
                <c:pt idx="3887">
                  <c:v>0.68711</c:v>
                </c:pt>
                <c:pt idx="3888">
                  <c:v>0.687415</c:v>
                </c:pt>
                <c:pt idx="3889">
                  <c:v>0.68772100000000003</c:v>
                </c:pt>
                <c:pt idx="3890">
                  <c:v>0.68802600000000003</c:v>
                </c:pt>
                <c:pt idx="3891">
                  <c:v>0.68833200000000005</c:v>
                </c:pt>
                <c:pt idx="3892">
                  <c:v>0.68863700000000005</c:v>
                </c:pt>
                <c:pt idx="3893">
                  <c:v>0.68894200000000005</c:v>
                </c:pt>
                <c:pt idx="3894">
                  <c:v>0.68924799999999997</c:v>
                </c:pt>
                <c:pt idx="3895">
                  <c:v>0.68955299999999997</c:v>
                </c:pt>
                <c:pt idx="3896">
                  <c:v>0.689859</c:v>
                </c:pt>
                <c:pt idx="3897">
                  <c:v>0.690164</c:v>
                </c:pt>
                <c:pt idx="3898">
                  <c:v>0.690469</c:v>
                </c:pt>
                <c:pt idx="3899">
                  <c:v>0.69077500000000003</c:v>
                </c:pt>
                <c:pt idx="3900">
                  <c:v>0.69108000000000003</c:v>
                </c:pt>
                <c:pt idx="3901">
                  <c:v>0.69138599999999995</c:v>
                </c:pt>
                <c:pt idx="3902">
                  <c:v>0.69169099999999994</c:v>
                </c:pt>
                <c:pt idx="3903">
                  <c:v>0.69199600000000006</c:v>
                </c:pt>
                <c:pt idx="3904">
                  <c:v>0.69230199999999997</c:v>
                </c:pt>
                <c:pt idx="3905">
                  <c:v>0.69260699999999997</c:v>
                </c:pt>
                <c:pt idx="3906">
                  <c:v>0.692913</c:v>
                </c:pt>
                <c:pt idx="3907">
                  <c:v>0.693218</c:v>
                </c:pt>
                <c:pt idx="3908">
                  <c:v>0.693523</c:v>
                </c:pt>
                <c:pt idx="3909">
                  <c:v>0.69382900000000003</c:v>
                </c:pt>
                <c:pt idx="3910">
                  <c:v>0.69413400000000003</c:v>
                </c:pt>
                <c:pt idx="3911">
                  <c:v>0.69443999999999995</c:v>
                </c:pt>
                <c:pt idx="3912">
                  <c:v>0.69474499999999995</c:v>
                </c:pt>
                <c:pt idx="3913">
                  <c:v>0.69504999999999995</c:v>
                </c:pt>
                <c:pt idx="3914">
                  <c:v>0.69535599999999997</c:v>
                </c:pt>
                <c:pt idx="3915">
                  <c:v>0.69566099999999997</c:v>
                </c:pt>
                <c:pt idx="3916">
                  <c:v>0.695967</c:v>
                </c:pt>
                <c:pt idx="3917">
                  <c:v>0.696272</c:v>
                </c:pt>
                <c:pt idx="3918">
                  <c:v>0.696577</c:v>
                </c:pt>
                <c:pt idx="3919">
                  <c:v>0.69688300000000003</c:v>
                </c:pt>
                <c:pt idx="3920">
                  <c:v>0.69718800000000003</c:v>
                </c:pt>
                <c:pt idx="3921">
                  <c:v>0.69749399999999995</c:v>
                </c:pt>
                <c:pt idx="3922">
                  <c:v>0.69779899999999995</c:v>
                </c:pt>
                <c:pt idx="3923">
                  <c:v>0.69810399999999995</c:v>
                </c:pt>
                <c:pt idx="3924">
                  <c:v>0.69840999999999998</c:v>
                </c:pt>
                <c:pt idx="3925">
                  <c:v>0.69871499999999997</c:v>
                </c:pt>
                <c:pt idx="3926">
                  <c:v>0.699021</c:v>
                </c:pt>
                <c:pt idx="3927">
                  <c:v>0.699326</c:v>
                </c:pt>
                <c:pt idx="3928">
                  <c:v>0.699631</c:v>
                </c:pt>
                <c:pt idx="3929">
                  <c:v>0.69993700000000003</c:v>
                </c:pt>
                <c:pt idx="3930">
                  <c:v>0.70024200000000003</c:v>
                </c:pt>
                <c:pt idx="3931">
                  <c:v>0.70054799999999995</c:v>
                </c:pt>
                <c:pt idx="3932">
                  <c:v>0.70085299999999995</c:v>
                </c:pt>
                <c:pt idx="3933">
                  <c:v>0.70115799999999995</c:v>
                </c:pt>
                <c:pt idx="3934">
                  <c:v>0.70146399999999998</c:v>
                </c:pt>
                <c:pt idx="3935">
                  <c:v>0.70176899999999998</c:v>
                </c:pt>
                <c:pt idx="3936">
                  <c:v>0.702075</c:v>
                </c:pt>
                <c:pt idx="3937">
                  <c:v>0.70238</c:v>
                </c:pt>
                <c:pt idx="3938">
                  <c:v>0.702685</c:v>
                </c:pt>
                <c:pt idx="3939">
                  <c:v>0.70299100000000003</c:v>
                </c:pt>
                <c:pt idx="3940">
                  <c:v>0.70329600000000003</c:v>
                </c:pt>
                <c:pt idx="3941">
                  <c:v>0.70360199999999995</c:v>
                </c:pt>
                <c:pt idx="3942">
                  <c:v>0.70390699999999995</c:v>
                </c:pt>
                <c:pt idx="3943">
                  <c:v>0.70421199999999995</c:v>
                </c:pt>
                <c:pt idx="3944">
                  <c:v>0.70451799999999998</c:v>
                </c:pt>
                <c:pt idx="3945">
                  <c:v>0.70482299999999998</c:v>
                </c:pt>
                <c:pt idx="3946">
                  <c:v>0.70512900000000001</c:v>
                </c:pt>
                <c:pt idx="3947">
                  <c:v>0.70543400000000001</c:v>
                </c:pt>
                <c:pt idx="3948">
                  <c:v>0.70573900000000001</c:v>
                </c:pt>
                <c:pt idx="3949">
                  <c:v>0.70604500000000003</c:v>
                </c:pt>
                <c:pt idx="3950">
                  <c:v>0.70635000000000003</c:v>
                </c:pt>
                <c:pt idx="3951">
                  <c:v>0.70665599999999995</c:v>
                </c:pt>
                <c:pt idx="3952">
                  <c:v>0.70696099999999995</c:v>
                </c:pt>
                <c:pt idx="3953">
                  <c:v>0.70726599999999995</c:v>
                </c:pt>
                <c:pt idx="3954">
                  <c:v>0.70757199999999998</c:v>
                </c:pt>
                <c:pt idx="3955">
                  <c:v>0.70787699999999998</c:v>
                </c:pt>
                <c:pt idx="3956">
                  <c:v>0.70818199999999998</c:v>
                </c:pt>
                <c:pt idx="3957">
                  <c:v>0.70848800000000001</c:v>
                </c:pt>
                <c:pt idx="3958">
                  <c:v>0.70879300000000001</c:v>
                </c:pt>
                <c:pt idx="3959">
                  <c:v>0.70909900000000003</c:v>
                </c:pt>
                <c:pt idx="3960">
                  <c:v>0.70940400000000003</c:v>
                </c:pt>
                <c:pt idx="3961">
                  <c:v>0.70970900000000003</c:v>
                </c:pt>
                <c:pt idx="3962">
                  <c:v>0.71001499999999995</c:v>
                </c:pt>
                <c:pt idx="3963">
                  <c:v>0.71031999999999995</c:v>
                </c:pt>
                <c:pt idx="3964">
                  <c:v>0.71062599999999998</c:v>
                </c:pt>
                <c:pt idx="3965">
                  <c:v>0.71093099999999998</c:v>
                </c:pt>
                <c:pt idx="3966">
                  <c:v>0.71123599999999998</c:v>
                </c:pt>
                <c:pt idx="3967">
                  <c:v>0.71154200000000001</c:v>
                </c:pt>
                <c:pt idx="3968">
                  <c:v>0.71184700000000001</c:v>
                </c:pt>
                <c:pt idx="3969">
                  <c:v>0.71215300000000004</c:v>
                </c:pt>
                <c:pt idx="3970">
                  <c:v>0.71245800000000004</c:v>
                </c:pt>
                <c:pt idx="3971">
                  <c:v>0.71276300000000004</c:v>
                </c:pt>
                <c:pt idx="3972">
                  <c:v>0.71306899999999995</c:v>
                </c:pt>
                <c:pt idx="3973">
                  <c:v>0.71337399999999995</c:v>
                </c:pt>
                <c:pt idx="3974">
                  <c:v>0.71367999999999998</c:v>
                </c:pt>
                <c:pt idx="3975">
                  <c:v>0.71398499999999998</c:v>
                </c:pt>
                <c:pt idx="3976">
                  <c:v>0.71428999999999998</c:v>
                </c:pt>
                <c:pt idx="3977">
                  <c:v>0.71459600000000001</c:v>
                </c:pt>
                <c:pt idx="3978">
                  <c:v>0.71490100000000001</c:v>
                </c:pt>
                <c:pt idx="3979">
                  <c:v>0.71520700000000004</c:v>
                </c:pt>
                <c:pt idx="3980">
                  <c:v>0.71551200000000004</c:v>
                </c:pt>
                <c:pt idx="3981">
                  <c:v>0.71581700000000004</c:v>
                </c:pt>
                <c:pt idx="3982">
                  <c:v>0.71612299999999995</c:v>
                </c:pt>
                <c:pt idx="3983">
                  <c:v>0.71642799999999995</c:v>
                </c:pt>
                <c:pt idx="3984">
                  <c:v>0.71673399999999998</c:v>
                </c:pt>
                <c:pt idx="3985">
                  <c:v>0.71703899999999998</c:v>
                </c:pt>
                <c:pt idx="3986">
                  <c:v>0.71734399999999998</c:v>
                </c:pt>
                <c:pt idx="3987">
                  <c:v>0.71765000000000001</c:v>
                </c:pt>
                <c:pt idx="3988">
                  <c:v>0.71795500000000001</c:v>
                </c:pt>
                <c:pt idx="3989">
                  <c:v>0.71826100000000004</c:v>
                </c:pt>
                <c:pt idx="3990">
                  <c:v>0.71856600000000004</c:v>
                </c:pt>
                <c:pt idx="3991">
                  <c:v>0.71887100000000004</c:v>
                </c:pt>
                <c:pt idx="3992">
                  <c:v>0.71917699999999996</c:v>
                </c:pt>
                <c:pt idx="3993">
                  <c:v>0.71948199999999995</c:v>
                </c:pt>
                <c:pt idx="3994">
                  <c:v>0.71978799999999998</c:v>
                </c:pt>
                <c:pt idx="3995">
                  <c:v>0.72009299999999998</c:v>
                </c:pt>
                <c:pt idx="3996">
                  <c:v>0.72039799999999998</c:v>
                </c:pt>
                <c:pt idx="3997">
                  <c:v>0.72070400000000001</c:v>
                </c:pt>
                <c:pt idx="3998">
                  <c:v>0.72100900000000001</c:v>
                </c:pt>
                <c:pt idx="3999">
                  <c:v>0.72131500000000004</c:v>
                </c:pt>
                <c:pt idx="4000">
                  <c:v>0.72162000000000004</c:v>
                </c:pt>
                <c:pt idx="4001">
                  <c:v>0.72192500000000004</c:v>
                </c:pt>
                <c:pt idx="4002">
                  <c:v>0.72223099999999996</c:v>
                </c:pt>
                <c:pt idx="4003">
                  <c:v>0.72253599999999996</c:v>
                </c:pt>
                <c:pt idx="4004">
                  <c:v>0.72284199999999998</c:v>
                </c:pt>
                <c:pt idx="4005">
                  <c:v>0.72314699999999998</c:v>
                </c:pt>
                <c:pt idx="4006">
                  <c:v>0.72345199999999998</c:v>
                </c:pt>
                <c:pt idx="4007">
                  <c:v>0.72375800000000001</c:v>
                </c:pt>
                <c:pt idx="4008">
                  <c:v>0.72406300000000001</c:v>
                </c:pt>
                <c:pt idx="4009">
                  <c:v>0.72436900000000004</c:v>
                </c:pt>
                <c:pt idx="4010">
                  <c:v>0.72467400000000004</c:v>
                </c:pt>
                <c:pt idx="4011">
                  <c:v>0.72497900000000004</c:v>
                </c:pt>
                <c:pt idx="4012">
                  <c:v>0.72528499999999996</c:v>
                </c:pt>
                <c:pt idx="4013">
                  <c:v>0.72558999999999996</c:v>
                </c:pt>
                <c:pt idx="4014">
                  <c:v>0.72589599999999999</c:v>
                </c:pt>
                <c:pt idx="4015">
                  <c:v>0.72620099999999999</c:v>
                </c:pt>
                <c:pt idx="4016">
                  <c:v>0.72650599999999999</c:v>
                </c:pt>
                <c:pt idx="4017">
                  <c:v>0.72681200000000001</c:v>
                </c:pt>
                <c:pt idx="4018">
                  <c:v>0.72711700000000001</c:v>
                </c:pt>
                <c:pt idx="4019">
                  <c:v>0.72742300000000004</c:v>
                </c:pt>
                <c:pt idx="4020">
                  <c:v>0.72772800000000004</c:v>
                </c:pt>
                <c:pt idx="4021">
                  <c:v>0.72803300000000004</c:v>
                </c:pt>
                <c:pt idx="4022">
                  <c:v>0.72833899999999996</c:v>
                </c:pt>
                <c:pt idx="4023">
                  <c:v>0.72864399999999996</c:v>
                </c:pt>
                <c:pt idx="4024">
                  <c:v>0.72894999999999999</c:v>
                </c:pt>
                <c:pt idx="4025">
                  <c:v>0.72925499999999999</c:v>
                </c:pt>
                <c:pt idx="4026">
                  <c:v>0.72955999999999999</c:v>
                </c:pt>
                <c:pt idx="4027">
                  <c:v>0.72986600000000001</c:v>
                </c:pt>
                <c:pt idx="4028">
                  <c:v>0.73017100000000001</c:v>
                </c:pt>
                <c:pt idx="4029">
                  <c:v>0.73047700000000004</c:v>
                </c:pt>
                <c:pt idx="4030">
                  <c:v>0.73078200000000004</c:v>
                </c:pt>
                <c:pt idx="4031">
                  <c:v>0.73108700000000004</c:v>
                </c:pt>
                <c:pt idx="4032">
                  <c:v>0.73139299999999996</c:v>
                </c:pt>
                <c:pt idx="4033">
                  <c:v>0.73169799999999996</c:v>
                </c:pt>
                <c:pt idx="4034">
                  <c:v>0.73200399999999999</c:v>
                </c:pt>
                <c:pt idx="4035">
                  <c:v>0.73230899999999999</c:v>
                </c:pt>
                <c:pt idx="4036">
                  <c:v>0.73261399999999999</c:v>
                </c:pt>
                <c:pt idx="4037">
                  <c:v>0.73292000000000002</c:v>
                </c:pt>
                <c:pt idx="4038">
                  <c:v>0.73322500000000002</c:v>
                </c:pt>
                <c:pt idx="4039">
                  <c:v>0.73353000000000002</c:v>
                </c:pt>
                <c:pt idx="4040">
                  <c:v>0.73383600000000004</c:v>
                </c:pt>
                <c:pt idx="4041">
                  <c:v>0.73414100000000004</c:v>
                </c:pt>
                <c:pt idx="4042">
                  <c:v>0.73444699999999996</c:v>
                </c:pt>
                <c:pt idx="4043">
                  <c:v>0.73475199999999996</c:v>
                </c:pt>
                <c:pt idx="4044">
                  <c:v>0.73505699999999996</c:v>
                </c:pt>
                <c:pt idx="4045">
                  <c:v>0.73536299999999999</c:v>
                </c:pt>
                <c:pt idx="4046">
                  <c:v>0.73566799999999999</c:v>
                </c:pt>
                <c:pt idx="4047">
                  <c:v>0.73597400000000002</c:v>
                </c:pt>
                <c:pt idx="4048">
                  <c:v>0.73627900000000002</c:v>
                </c:pt>
                <c:pt idx="4049">
                  <c:v>0.73658400000000002</c:v>
                </c:pt>
                <c:pt idx="4050">
                  <c:v>0.73689000000000004</c:v>
                </c:pt>
                <c:pt idx="4051">
                  <c:v>0.73719500000000004</c:v>
                </c:pt>
                <c:pt idx="4052">
                  <c:v>0.73750099999999996</c:v>
                </c:pt>
                <c:pt idx="4053">
                  <c:v>0.73780599999999996</c:v>
                </c:pt>
                <c:pt idx="4054">
                  <c:v>0.73811099999999996</c:v>
                </c:pt>
                <c:pt idx="4055">
                  <c:v>0.73841699999999999</c:v>
                </c:pt>
                <c:pt idx="4056">
                  <c:v>0.73872199999999999</c:v>
                </c:pt>
                <c:pt idx="4057">
                  <c:v>0.73902800000000002</c:v>
                </c:pt>
                <c:pt idx="4058">
                  <c:v>0.73933300000000002</c:v>
                </c:pt>
                <c:pt idx="4059">
                  <c:v>0.73963800000000002</c:v>
                </c:pt>
                <c:pt idx="4060">
                  <c:v>0.73994400000000005</c:v>
                </c:pt>
                <c:pt idx="4061">
                  <c:v>0.74024900000000005</c:v>
                </c:pt>
                <c:pt idx="4062">
                  <c:v>0.74055499999999996</c:v>
                </c:pt>
                <c:pt idx="4063">
                  <c:v>0.74085999999999996</c:v>
                </c:pt>
                <c:pt idx="4064">
                  <c:v>0.74116499999999996</c:v>
                </c:pt>
                <c:pt idx="4065">
                  <c:v>0.74147099999999999</c:v>
                </c:pt>
                <c:pt idx="4066">
                  <c:v>0.74177599999999999</c:v>
                </c:pt>
                <c:pt idx="4067">
                  <c:v>0.74208200000000002</c:v>
                </c:pt>
                <c:pt idx="4068">
                  <c:v>0.74238700000000002</c:v>
                </c:pt>
                <c:pt idx="4069">
                  <c:v>0.74269200000000002</c:v>
                </c:pt>
                <c:pt idx="4070">
                  <c:v>0.74299800000000005</c:v>
                </c:pt>
                <c:pt idx="4071">
                  <c:v>0.74330300000000005</c:v>
                </c:pt>
                <c:pt idx="4072">
                  <c:v>0.74360899999999996</c:v>
                </c:pt>
                <c:pt idx="4073">
                  <c:v>0.74391399999999996</c:v>
                </c:pt>
                <c:pt idx="4074">
                  <c:v>0.74421899999999996</c:v>
                </c:pt>
                <c:pt idx="4075">
                  <c:v>0.74452499999999999</c:v>
                </c:pt>
                <c:pt idx="4076">
                  <c:v>0.74482999999999999</c:v>
                </c:pt>
                <c:pt idx="4077">
                  <c:v>0.74513600000000002</c:v>
                </c:pt>
                <c:pt idx="4078">
                  <c:v>0.74544100000000002</c:v>
                </c:pt>
                <c:pt idx="4079">
                  <c:v>0.74574600000000002</c:v>
                </c:pt>
                <c:pt idx="4080">
                  <c:v>0.74605200000000005</c:v>
                </c:pt>
                <c:pt idx="4081">
                  <c:v>0.74635700000000005</c:v>
                </c:pt>
                <c:pt idx="4082">
                  <c:v>0.74666299999999997</c:v>
                </c:pt>
                <c:pt idx="4083">
                  <c:v>0.74696799999999997</c:v>
                </c:pt>
                <c:pt idx="4084">
                  <c:v>0.74727299999999997</c:v>
                </c:pt>
                <c:pt idx="4085">
                  <c:v>0.74757899999999999</c:v>
                </c:pt>
                <c:pt idx="4086">
                  <c:v>0.74788399999999999</c:v>
                </c:pt>
                <c:pt idx="4087">
                  <c:v>0.74819000000000002</c:v>
                </c:pt>
                <c:pt idx="4088">
                  <c:v>0.74849500000000002</c:v>
                </c:pt>
                <c:pt idx="4089">
                  <c:v>0.74880000000000002</c:v>
                </c:pt>
                <c:pt idx="4090">
                  <c:v>0.74910600000000005</c:v>
                </c:pt>
                <c:pt idx="4091">
                  <c:v>0.74941100000000005</c:v>
                </c:pt>
                <c:pt idx="4092">
                  <c:v>0.74971699999999997</c:v>
                </c:pt>
                <c:pt idx="4093">
                  <c:v>0.75002199999999997</c:v>
                </c:pt>
                <c:pt idx="4094">
                  <c:v>0.75032699999999997</c:v>
                </c:pt>
                <c:pt idx="4095">
                  <c:v>0.75063299999999999</c:v>
                </c:pt>
                <c:pt idx="4096">
                  <c:v>0.75093799999999999</c:v>
                </c:pt>
                <c:pt idx="4097">
                  <c:v>0.75124400000000002</c:v>
                </c:pt>
                <c:pt idx="4098">
                  <c:v>0.75154900000000002</c:v>
                </c:pt>
                <c:pt idx="4099">
                  <c:v>0.75185400000000002</c:v>
                </c:pt>
                <c:pt idx="4100">
                  <c:v>0.75216000000000005</c:v>
                </c:pt>
                <c:pt idx="4101">
                  <c:v>0.75246500000000005</c:v>
                </c:pt>
                <c:pt idx="4102">
                  <c:v>0.75277099999999997</c:v>
                </c:pt>
                <c:pt idx="4103">
                  <c:v>0.75307599999999997</c:v>
                </c:pt>
                <c:pt idx="4104">
                  <c:v>0.75338099999999997</c:v>
                </c:pt>
                <c:pt idx="4105">
                  <c:v>0.753687</c:v>
                </c:pt>
                <c:pt idx="4106">
                  <c:v>0.753992</c:v>
                </c:pt>
                <c:pt idx="4107">
                  <c:v>0.75429800000000002</c:v>
                </c:pt>
                <c:pt idx="4108">
                  <c:v>0.75460300000000002</c:v>
                </c:pt>
                <c:pt idx="4109">
                  <c:v>0.75490800000000002</c:v>
                </c:pt>
                <c:pt idx="4110">
                  <c:v>0.75521400000000005</c:v>
                </c:pt>
                <c:pt idx="4111">
                  <c:v>0.75551900000000005</c:v>
                </c:pt>
                <c:pt idx="4112">
                  <c:v>0.75582499999999997</c:v>
                </c:pt>
                <c:pt idx="4113">
                  <c:v>0.75612999999999997</c:v>
                </c:pt>
                <c:pt idx="4114">
                  <c:v>0.75643499999999997</c:v>
                </c:pt>
                <c:pt idx="4115">
                  <c:v>0.756741</c:v>
                </c:pt>
                <c:pt idx="4116">
                  <c:v>0.757046</c:v>
                </c:pt>
                <c:pt idx="4117">
                  <c:v>0.75735200000000003</c:v>
                </c:pt>
                <c:pt idx="4118">
                  <c:v>0.75765700000000002</c:v>
                </c:pt>
                <c:pt idx="4119">
                  <c:v>0.75796200000000002</c:v>
                </c:pt>
                <c:pt idx="4120">
                  <c:v>0.75826800000000005</c:v>
                </c:pt>
                <c:pt idx="4121">
                  <c:v>0.75857300000000005</c:v>
                </c:pt>
                <c:pt idx="4122">
                  <c:v>0.75887800000000005</c:v>
                </c:pt>
                <c:pt idx="4123">
                  <c:v>0.75918399999999997</c:v>
                </c:pt>
                <c:pt idx="4124">
                  <c:v>0.75948899999999997</c:v>
                </c:pt>
                <c:pt idx="4125">
                  <c:v>0.759795</c:v>
                </c:pt>
                <c:pt idx="4126">
                  <c:v>0.7601</c:v>
                </c:pt>
                <c:pt idx="4127">
                  <c:v>0.760405</c:v>
                </c:pt>
                <c:pt idx="4128">
                  <c:v>0.76071100000000003</c:v>
                </c:pt>
                <c:pt idx="4129">
                  <c:v>0.76101600000000003</c:v>
                </c:pt>
                <c:pt idx="4130">
                  <c:v>0.76132200000000005</c:v>
                </c:pt>
                <c:pt idx="4131">
                  <c:v>0.76162700000000005</c:v>
                </c:pt>
                <c:pt idx="4132">
                  <c:v>0.76193200000000005</c:v>
                </c:pt>
                <c:pt idx="4133">
                  <c:v>0.76223799999999997</c:v>
                </c:pt>
                <c:pt idx="4134">
                  <c:v>0.76254299999999997</c:v>
                </c:pt>
                <c:pt idx="4135">
                  <c:v>0.762849</c:v>
                </c:pt>
                <c:pt idx="4136">
                  <c:v>0.763154</c:v>
                </c:pt>
                <c:pt idx="4137">
                  <c:v>0.763459</c:v>
                </c:pt>
                <c:pt idx="4138">
                  <c:v>0.76376500000000003</c:v>
                </c:pt>
                <c:pt idx="4139">
                  <c:v>0.76407000000000003</c:v>
                </c:pt>
                <c:pt idx="4140">
                  <c:v>0.76437600000000006</c:v>
                </c:pt>
                <c:pt idx="4141">
                  <c:v>0.76468100000000006</c:v>
                </c:pt>
                <c:pt idx="4142">
                  <c:v>0.76498600000000005</c:v>
                </c:pt>
                <c:pt idx="4143">
                  <c:v>0.76529199999999997</c:v>
                </c:pt>
                <c:pt idx="4144">
                  <c:v>0.76559699999999997</c:v>
                </c:pt>
                <c:pt idx="4145">
                  <c:v>0.765903</c:v>
                </c:pt>
                <c:pt idx="4146">
                  <c:v>0.766208</c:v>
                </c:pt>
                <c:pt idx="4147">
                  <c:v>0.766513</c:v>
                </c:pt>
                <c:pt idx="4148">
                  <c:v>0.76681900000000003</c:v>
                </c:pt>
                <c:pt idx="4149">
                  <c:v>0.76712400000000003</c:v>
                </c:pt>
                <c:pt idx="4150">
                  <c:v>0.76742999999999995</c:v>
                </c:pt>
                <c:pt idx="4151">
                  <c:v>0.76773499999999995</c:v>
                </c:pt>
                <c:pt idx="4152">
                  <c:v>0.76803999999999994</c:v>
                </c:pt>
                <c:pt idx="4153">
                  <c:v>0.76834599999999997</c:v>
                </c:pt>
                <c:pt idx="4154">
                  <c:v>0.76865099999999997</c:v>
                </c:pt>
                <c:pt idx="4155">
                  <c:v>0.768957</c:v>
                </c:pt>
                <c:pt idx="4156">
                  <c:v>0.769262</c:v>
                </c:pt>
                <c:pt idx="4157">
                  <c:v>0.769567</c:v>
                </c:pt>
                <c:pt idx="4158">
                  <c:v>0.76987300000000003</c:v>
                </c:pt>
                <c:pt idx="4159">
                  <c:v>0.77017800000000003</c:v>
                </c:pt>
                <c:pt idx="4160">
                  <c:v>0.77048399999999995</c:v>
                </c:pt>
                <c:pt idx="4161">
                  <c:v>0.77078899999999995</c:v>
                </c:pt>
                <c:pt idx="4162">
                  <c:v>0.77109399999999995</c:v>
                </c:pt>
                <c:pt idx="4163">
                  <c:v>0.77139999999999997</c:v>
                </c:pt>
                <c:pt idx="4164">
                  <c:v>0.77170499999999997</c:v>
                </c:pt>
                <c:pt idx="4165">
                  <c:v>0.772011</c:v>
                </c:pt>
                <c:pt idx="4166">
                  <c:v>0.772316</c:v>
                </c:pt>
                <c:pt idx="4167">
                  <c:v>0.772621</c:v>
                </c:pt>
                <c:pt idx="4168">
                  <c:v>0.77292700000000003</c:v>
                </c:pt>
                <c:pt idx="4169">
                  <c:v>0.77323200000000003</c:v>
                </c:pt>
                <c:pt idx="4170">
                  <c:v>0.77353799999999995</c:v>
                </c:pt>
                <c:pt idx="4171">
                  <c:v>0.77384299999999995</c:v>
                </c:pt>
                <c:pt idx="4172">
                  <c:v>0.77414799999999995</c:v>
                </c:pt>
                <c:pt idx="4173">
                  <c:v>0.77445399999999998</c:v>
                </c:pt>
                <c:pt idx="4174">
                  <c:v>0.77475899999999998</c:v>
                </c:pt>
                <c:pt idx="4175">
                  <c:v>0.775065</c:v>
                </c:pt>
                <c:pt idx="4176">
                  <c:v>0.77537</c:v>
                </c:pt>
                <c:pt idx="4177">
                  <c:v>0.775675</c:v>
                </c:pt>
                <c:pt idx="4178">
                  <c:v>0.77598100000000003</c:v>
                </c:pt>
                <c:pt idx="4179">
                  <c:v>0.77628600000000003</c:v>
                </c:pt>
                <c:pt idx="4180">
                  <c:v>0.77659199999999995</c:v>
                </c:pt>
                <c:pt idx="4181">
                  <c:v>0.77689699999999995</c:v>
                </c:pt>
                <c:pt idx="4182">
                  <c:v>0.77720199999999995</c:v>
                </c:pt>
                <c:pt idx="4183">
                  <c:v>0.77750799999999998</c:v>
                </c:pt>
                <c:pt idx="4184">
                  <c:v>0.77781299999999998</c:v>
                </c:pt>
                <c:pt idx="4185">
                  <c:v>0.77811900000000001</c:v>
                </c:pt>
                <c:pt idx="4186">
                  <c:v>0.778424</c:v>
                </c:pt>
                <c:pt idx="4187">
                  <c:v>0.778729</c:v>
                </c:pt>
                <c:pt idx="4188">
                  <c:v>0.77903500000000003</c:v>
                </c:pt>
                <c:pt idx="4189">
                  <c:v>0.77934000000000003</c:v>
                </c:pt>
                <c:pt idx="4190">
                  <c:v>0.77964599999999995</c:v>
                </c:pt>
                <c:pt idx="4191">
                  <c:v>0.77995099999999995</c:v>
                </c:pt>
                <c:pt idx="4192">
                  <c:v>0.78025599999999995</c:v>
                </c:pt>
                <c:pt idx="4193">
                  <c:v>0.78056199999999998</c:v>
                </c:pt>
                <c:pt idx="4194">
                  <c:v>0.78086699999999998</c:v>
                </c:pt>
                <c:pt idx="4195">
                  <c:v>0.78117300000000001</c:v>
                </c:pt>
                <c:pt idx="4196">
                  <c:v>0.78147800000000001</c:v>
                </c:pt>
                <c:pt idx="4197">
                  <c:v>0.78178300000000001</c:v>
                </c:pt>
                <c:pt idx="4198">
                  <c:v>0.78208900000000003</c:v>
                </c:pt>
                <c:pt idx="4199">
                  <c:v>0.78239400000000003</c:v>
                </c:pt>
                <c:pt idx="4200">
                  <c:v>0.78269999999999995</c:v>
                </c:pt>
                <c:pt idx="4201">
                  <c:v>0.78300499999999995</c:v>
                </c:pt>
                <c:pt idx="4202">
                  <c:v>0.78330999999999995</c:v>
                </c:pt>
                <c:pt idx="4203">
                  <c:v>0.78361599999999998</c:v>
                </c:pt>
                <c:pt idx="4204">
                  <c:v>0.78392099999999998</c:v>
                </c:pt>
                <c:pt idx="4205">
                  <c:v>0.78422599999999998</c:v>
                </c:pt>
                <c:pt idx="4206">
                  <c:v>0.78453200000000001</c:v>
                </c:pt>
                <c:pt idx="4207">
                  <c:v>0.78483700000000001</c:v>
                </c:pt>
                <c:pt idx="4208">
                  <c:v>0.78514300000000004</c:v>
                </c:pt>
                <c:pt idx="4209">
                  <c:v>0.78544800000000004</c:v>
                </c:pt>
                <c:pt idx="4210">
                  <c:v>0.78575300000000003</c:v>
                </c:pt>
                <c:pt idx="4211">
                  <c:v>0.78605899999999995</c:v>
                </c:pt>
                <c:pt idx="4212">
                  <c:v>0.78636399999999995</c:v>
                </c:pt>
                <c:pt idx="4213">
                  <c:v>0.78666999999999998</c:v>
                </c:pt>
                <c:pt idx="4214">
                  <c:v>0.78697499999999998</c:v>
                </c:pt>
                <c:pt idx="4215">
                  <c:v>0.78727999999999998</c:v>
                </c:pt>
                <c:pt idx="4216">
                  <c:v>0.78758600000000001</c:v>
                </c:pt>
                <c:pt idx="4217">
                  <c:v>0.78789100000000001</c:v>
                </c:pt>
                <c:pt idx="4218">
                  <c:v>0.78819700000000004</c:v>
                </c:pt>
                <c:pt idx="4219">
                  <c:v>0.78850200000000004</c:v>
                </c:pt>
                <c:pt idx="4220">
                  <c:v>0.78880700000000004</c:v>
                </c:pt>
                <c:pt idx="4221">
                  <c:v>0.78911299999999995</c:v>
                </c:pt>
                <c:pt idx="4222">
                  <c:v>0.78941799999999995</c:v>
                </c:pt>
                <c:pt idx="4223">
                  <c:v>0.78972399999999998</c:v>
                </c:pt>
                <c:pt idx="4224">
                  <c:v>0.79002899999999998</c:v>
                </c:pt>
                <c:pt idx="4225">
                  <c:v>0.79033399999999998</c:v>
                </c:pt>
                <c:pt idx="4226">
                  <c:v>0.79064000000000001</c:v>
                </c:pt>
                <c:pt idx="4227">
                  <c:v>0.79094500000000001</c:v>
                </c:pt>
                <c:pt idx="4228">
                  <c:v>0.79125100000000004</c:v>
                </c:pt>
                <c:pt idx="4229">
                  <c:v>0.79155600000000004</c:v>
                </c:pt>
                <c:pt idx="4230">
                  <c:v>0.79186100000000004</c:v>
                </c:pt>
                <c:pt idx="4231">
                  <c:v>0.79216699999999995</c:v>
                </c:pt>
                <c:pt idx="4232">
                  <c:v>0.79247199999999995</c:v>
                </c:pt>
                <c:pt idx="4233">
                  <c:v>0.79277799999999998</c:v>
                </c:pt>
                <c:pt idx="4234">
                  <c:v>0.79308299999999998</c:v>
                </c:pt>
                <c:pt idx="4235">
                  <c:v>0.79338799999999998</c:v>
                </c:pt>
                <c:pt idx="4236">
                  <c:v>0.79369400000000001</c:v>
                </c:pt>
                <c:pt idx="4237">
                  <c:v>0.79399900000000001</c:v>
                </c:pt>
                <c:pt idx="4238">
                  <c:v>0.79430500000000004</c:v>
                </c:pt>
                <c:pt idx="4239">
                  <c:v>0.79461000000000004</c:v>
                </c:pt>
                <c:pt idx="4240">
                  <c:v>0.79491500000000004</c:v>
                </c:pt>
                <c:pt idx="4241">
                  <c:v>0.79522099999999996</c:v>
                </c:pt>
                <c:pt idx="4242">
                  <c:v>0.79552599999999996</c:v>
                </c:pt>
                <c:pt idx="4243">
                  <c:v>0.79583199999999998</c:v>
                </c:pt>
                <c:pt idx="4244">
                  <c:v>0.79613699999999998</c:v>
                </c:pt>
                <c:pt idx="4245">
                  <c:v>0.79644199999999998</c:v>
                </c:pt>
                <c:pt idx="4246">
                  <c:v>0.79674800000000001</c:v>
                </c:pt>
                <c:pt idx="4247">
                  <c:v>0.79705300000000001</c:v>
                </c:pt>
                <c:pt idx="4248">
                  <c:v>0.79735900000000004</c:v>
                </c:pt>
                <c:pt idx="4249">
                  <c:v>0.79766400000000004</c:v>
                </c:pt>
                <c:pt idx="4250">
                  <c:v>0.79796900000000004</c:v>
                </c:pt>
                <c:pt idx="4251">
                  <c:v>0.79827499999999996</c:v>
                </c:pt>
                <c:pt idx="4252">
                  <c:v>0.79857999999999996</c:v>
                </c:pt>
                <c:pt idx="4253">
                  <c:v>0.79888599999999999</c:v>
                </c:pt>
                <c:pt idx="4254">
                  <c:v>0.79919099999999998</c:v>
                </c:pt>
                <c:pt idx="4255">
                  <c:v>0.79949599999999998</c:v>
                </c:pt>
                <c:pt idx="4256">
                  <c:v>0.79980200000000001</c:v>
                </c:pt>
                <c:pt idx="4257">
                  <c:v>0.80010700000000001</c:v>
                </c:pt>
                <c:pt idx="4258">
                  <c:v>0.80041300000000004</c:v>
                </c:pt>
                <c:pt idx="4259">
                  <c:v>0.80071800000000004</c:v>
                </c:pt>
                <c:pt idx="4260">
                  <c:v>0.80102300000000004</c:v>
                </c:pt>
                <c:pt idx="4261">
                  <c:v>0.80132899999999996</c:v>
                </c:pt>
                <c:pt idx="4262">
                  <c:v>0.80163399999999996</c:v>
                </c:pt>
                <c:pt idx="4263">
                  <c:v>0.80193999999999999</c:v>
                </c:pt>
                <c:pt idx="4264">
                  <c:v>0.80224499999999999</c:v>
                </c:pt>
                <c:pt idx="4265">
                  <c:v>0.80254999999999999</c:v>
                </c:pt>
                <c:pt idx="4266">
                  <c:v>0.80285600000000001</c:v>
                </c:pt>
                <c:pt idx="4267">
                  <c:v>0.80316100000000001</c:v>
                </c:pt>
                <c:pt idx="4268">
                  <c:v>0.80346700000000004</c:v>
                </c:pt>
                <c:pt idx="4269">
                  <c:v>0.80377200000000004</c:v>
                </c:pt>
                <c:pt idx="4270">
                  <c:v>0.80407700000000004</c:v>
                </c:pt>
                <c:pt idx="4271">
                  <c:v>0.80438299999999996</c:v>
                </c:pt>
                <c:pt idx="4272">
                  <c:v>0.80468799999999996</c:v>
                </c:pt>
                <c:pt idx="4273">
                  <c:v>0.80499399999999999</c:v>
                </c:pt>
                <c:pt idx="4274">
                  <c:v>0.80529899999999999</c:v>
                </c:pt>
                <c:pt idx="4275">
                  <c:v>0.80560399999999999</c:v>
                </c:pt>
                <c:pt idx="4276">
                  <c:v>0.80591000000000002</c:v>
                </c:pt>
                <c:pt idx="4277">
                  <c:v>0.80621500000000001</c:v>
                </c:pt>
                <c:pt idx="4278">
                  <c:v>0.80652100000000004</c:v>
                </c:pt>
                <c:pt idx="4279">
                  <c:v>0.80682600000000004</c:v>
                </c:pt>
                <c:pt idx="4280">
                  <c:v>0.80713100000000004</c:v>
                </c:pt>
                <c:pt idx="4281">
                  <c:v>0.80743699999999996</c:v>
                </c:pt>
                <c:pt idx="4282">
                  <c:v>0.80774199999999996</c:v>
                </c:pt>
                <c:pt idx="4283">
                  <c:v>0.80804799999999999</c:v>
                </c:pt>
                <c:pt idx="4284">
                  <c:v>0.80835299999999999</c:v>
                </c:pt>
                <c:pt idx="4285">
                  <c:v>0.80865799999999999</c:v>
                </c:pt>
                <c:pt idx="4286">
                  <c:v>0.80896400000000002</c:v>
                </c:pt>
                <c:pt idx="4287">
                  <c:v>0.80926900000000002</c:v>
                </c:pt>
                <c:pt idx="4288">
                  <c:v>0.80957400000000002</c:v>
                </c:pt>
                <c:pt idx="4289">
                  <c:v>0.80988000000000004</c:v>
                </c:pt>
                <c:pt idx="4290">
                  <c:v>0.81018500000000004</c:v>
                </c:pt>
                <c:pt idx="4291">
                  <c:v>0.81049099999999996</c:v>
                </c:pt>
                <c:pt idx="4292">
                  <c:v>0.81079599999999996</c:v>
                </c:pt>
                <c:pt idx="4293">
                  <c:v>0.81110099999999996</c:v>
                </c:pt>
                <c:pt idx="4294">
                  <c:v>0.81140699999999999</c:v>
                </c:pt>
                <c:pt idx="4295">
                  <c:v>0.81171199999999999</c:v>
                </c:pt>
                <c:pt idx="4296">
                  <c:v>0.81201800000000002</c:v>
                </c:pt>
                <c:pt idx="4297">
                  <c:v>0.81232300000000002</c:v>
                </c:pt>
                <c:pt idx="4298">
                  <c:v>0.81262800000000002</c:v>
                </c:pt>
                <c:pt idx="4299">
                  <c:v>0.81293400000000005</c:v>
                </c:pt>
                <c:pt idx="4300">
                  <c:v>0.81323900000000005</c:v>
                </c:pt>
                <c:pt idx="4301">
                  <c:v>0.81354499999999996</c:v>
                </c:pt>
                <c:pt idx="4302">
                  <c:v>0.81384999999999996</c:v>
                </c:pt>
                <c:pt idx="4303">
                  <c:v>0.81415499999999996</c:v>
                </c:pt>
                <c:pt idx="4304">
                  <c:v>0.81446099999999999</c:v>
                </c:pt>
                <c:pt idx="4305">
                  <c:v>0.81476599999999999</c:v>
                </c:pt>
                <c:pt idx="4306">
                  <c:v>0.81507200000000002</c:v>
                </c:pt>
                <c:pt idx="4307">
                  <c:v>0.81537700000000002</c:v>
                </c:pt>
                <c:pt idx="4308">
                  <c:v>0.81568200000000002</c:v>
                </c:pt>
                <c:pt idx="4309">
                  <c:v>0.81598800000000005</c:v>
                </c:pt>
                <c:pt idx="4310">
                  <c:v>0.81629300000000005</c:v>
                </c:pt>
                <c:pt idx="4311">
                  <c:v>0.81659899999999996</c:v>
                </c:pt>
                <c:pt idx="4312">
                  <c:v>0.81690399999999996</c:v>
                </c:pt>
                <c:pt idx="4313">
                  <c:v>0.81720899999999996</c:v>
                </c:pt>
                <c:pt idx="4314">
                  <c:v>0.81751499999999999</c:v>
                </c:pt>
                <c:pt idx="4315">
                  <c:v>0.81781999999999999</c:v>
                </c:pt>
                <c:pt idx="4316">
                  <c:v>0.81812600000000002</c:v>
                </c:pt>
                <c:pt idx="4317">
                  <c:v>0.81843100000000002</c:v>
                </c:pt>
                <c:pt idx="4318">
                  <c:v>0.81873600000000002</c:v>
                </c:pt>
                <c:pt idx="4319">
                  <c:v>0.81904200000000005</c:v>
                </c:pt>
                <c:pt idx="4320">
                  <c:v>0.81934700000000005</c:v>
                </c:pt>
                <c:pt idx="4321">
                  <c:v>0.81965299999999996</c:v>
                </c:pt>
                <c:pt idx="4322">
                  <c:v>0.81995799999999996</c:v>
                </c:pt>
                <c:pt idx="4323">
                  <c:v>0.82026299999999996</c:v>
                </c:pt>
                <c:pt idx="4324">
                  <c:v>0.82056899999999999</c:v>
                </c:pt>
                <c:pt idx="4325">
                  <c:v>0.82087399999999999</c:v>
                </c:pt>
                <c:pt idx="4326">
                  <c:v>0.82118000000000002</c:v>
                </c:pt>
                <c:pt idx="4327">
                  <c:v>0.82148500000000002</c:v>
                </c:pt>
                <c:pt idx="4328">
                  <c:v>0.82179000000000002</c:v>
                </c:pt>
                <c:pt idx="4329">
                  <c:v>0.82209600000000005</c:v>
                </c:pt>
                <c:pt idx="4330">
                  <c:v>0.82240100000000005</c:v>
                </c:pt>
                <c:pt idx="4331">
                  <c:v>0.82270699999999997</c:v>
                </c:pt>
                <c:pt idx="4332">
                  <c:v>0.82301199999999997</c:v>
                </c:pt>
                <c:pt idx="4333">
                  <c:v>0.82331699999999997</c:v>
                </c:pt>
                <c:pt idx="4334">
                  <c:v>0.82362299999999999</c:v>
                </c:pt>
                <c:pt idx="4335">
                  <c:v>0.82392799999999999</c:v>
                </c:pt>
                <c:pt idx="4336">
                  <c:v>0.82423400000000002</c:v>
                </c:pt>
                <c:pt idx="4337">
                  <c:v>0.82453900000000002</c:v>
                </c:pt>
                <c:pt idx="4338">
                  <c:v>0.82484400000000002</c:v>
                </c:pt>
                <c:pt idx="4339">
                  <c:v>0.82515000000000005</c:v>
                </c:pt>
                <c:pt idx="4340">
                  <c:v>0.82545500000000005</c:v>
                </c:pt>
                <c:pt idx="4341">
                  <c:v>0.82576099999999997</c:v>
                </c:pt>
                <c:pt idx="4342">
                  <c:v>0.82606599999999997</c:v>
                </c:pt>
                <c:pt idx="4343">
                  <c:v>0.82637099999999997</c:v>
                </c:pt>
                <c:pt idx="4344">
                  <c:v>0.826677</c:v>
                </c:pt>
                <c:pt idx="4345">
                  <c:v>0.82698199999999999</c:v>
                </c:pt>
                <c:pt idx="4346">
                  <c:v>0.82728800000000002</c:v>
                </c:pt>
                <c:pt idx="4347">
                  <c:v>0.82759300000000002</c:v>
                </c:pt>
                <c:pt idx="4348">
                  <c:v>0.82789800000000002</c:v>
                </c:pt>
                <c:pt idx="4349">
                  <c:v>0.82820400000000005</c:v>
                </c:pt>
                <c:pt idx="4350">
                  <c:v>0.82850900000000005</c:v>
                </c:pt>
                <c:pt idx="4351">
                  <c:v>0.82881499999999997</c:v>
                </c:pt>
                <c:pt idx="4352">
                  <c:v>0.82911999999999997</c:v>
                </c:pt>
                <c:pt idx="4353">
                  <c:v>0.82942499999999997</c:v>
                </c:pt>
                <c:pt idx="4354">
                  <c:v>0.829731</c:v>
                </c:pt>
                <c:pt idx="4355">
                  <c:v>0.830036</c:v>
                </c:pt>
                <c:pt idx="4356">
                  <c:v>0.83034200000000002</c:v>
                </c:pt>
                <c:pt idx="4357">
                  <c:v>0.83064700000000002</c:v>
                </c:pt>
                <c:pt idx="4358">
                  <c:v>0.83095200000000002</c:v>
                </c:pt>
                <c:pt idx="4359">
                  <c:v>0.83125800000000005</c:v>
                </c:pt>
                <c:pt idx="4360">
                  <c:v>0.83156300000000005</c:v>
                </c:pt>
                <c:pt idx="4361">
                  <c:v>0.83186899999999997</c:v>
                </c:pt>
                <c:pt idx="4362">
                  <c:v>0.83217399999999997</c:v>
                </c:pt>
                <c:pt idx="4363">
                  <c:v>0.83247899999999997</c:v>
                </c:pt>
                <c:pt idx="4364">
                  <c:v>0.832785</c:v>
                </c:pt>
                <c:pt idx="4365">
                  <c:v>0.83309</c:v>
                </c:pt>
                <c:pt idx="4366">
                  <c:v>0.83339600000000003</c:v>
                </c:pt>
                <c:pt idx="4367">
                  <c:v>0.83370100000000003</c:v>
                </c:pt>
                <c:pt idx="4368">
                  <c:v>0.83400600000000003</c:v>
                </c:pt>
                <c:pt idx="4369">
                  <c:v>0.83431200000000005</c:v>
                </c:pt>
                <c:pt idx="4370">
                  <c:v>0.83461700000000005</c:v>
                </c:pt>
                <c:pt idx="4371">
                  <c:v>0.83492299999999997</c:v>
                </c:pt>
                <c:pt idx="4372">
                  <c:v>0.83522799999999997</c:v>
                </c:pt>
                <c:pt idx="4373">
                  <c:v>0.83553299999999997</c:v>
                </c:pt>
                <c:pt idx="4374">
                  <c:v>0.835839</c:v>
                </c:pt>
                <c:pt idx="4375">
                  <c:v>0.836144</c:v>
                </c:pt>
                <c:pt idx="4376">
                  <c:v>0.836449</c:v>
                </c:pt>
                <c:pt idx="4377">
                  <c:v>0.83675500000000003</c:v>
                </c:pt>
                <c:pt idx="4378">
                  <c:v>0.83706000000000003</c:v>
                </c:pt>
                <c:pt idx="4379">
                  <c:v>0.83736600000000005</c:v>
                </c:pt>
                <c:pt idx="4380">
                  <c:v>0.83767100000000005</c:v>
                </c:pt>
                <c:pt idx="4381">
                  <c:v>0.83797600000000005</c:v>
                </c:pt>
                <c:pt idx="4382">
                  <c:v>0.83828199999999997</c:v>
                </c:pt>
                <c:pt idx="4383">
                  <c:v>0.83858699999999997</c:v>
                </c:pt>
                <c:pt idx="4384">
                  <c:v>0.838893</c:v>
                </c:pt>
                <c:pt idx="4385">
                  <c:v>0.839198</c:v>
                </c:pt>
                <c:pt idx="4386">
                  <c:v>0.839503</c:v>
                </c:pt>
                <c:pt idx="4387">
                  <c:v>0.83980900000000003</c:v>
                </c:pt>
                <c:pt idx="4388">
                  <c:v>0.84011400000000003</c:v>
                </c:pt>
                <c:pt idx="4389">
                  <c:v>0.84041999999999994</c:v>
                </c:pt>
                <c:pt idx="4390">
                  <c:v>0.84072499999999994</c:v>
                </c:pt>
                <c:pt idx="4391">
                  <c:v>0.84103000000000006</c:v>
                </c:pt>
                <c:pt idx="4392">
                  <c:v>0.84133599999999997</c:v>
                </c:pt>
                <c:pt idx="4393">
                  <c:v>0.84164099999999997</c:v>
                </c:pt>
                <c:pt idx="4394">
                  <c:v>0.841947</c:v>
                </c:pt>
                <c:pt idx="4395">
                  <c:v>0.842252</c:v>
                </c:pt>
                <c:pt idx="4396">
                  <c:v>0.842557</c:v>
                </c:pt>
                <c:pt idx="4397">
                  <c:v>0.84286300000000003</c:v>
                </c:pt>
                <c:pt idx="4398">
                  <c:v>0.84316800000000003</c:v>
                </c:pt>
                <c:pt idx="4399">
                  <c:v>0.84347399999999995</c:v>
                </c:pt>
                <c:pt idx="4400">
                  <c:v>0.84377899999999995</c:v>
                </c:pt>
                <c:pt idx="4401">
                  <c:v>0.84408399999999995</c:v>
                </c:pt>
                <c:pt idx="4402">
                  <c:v>0.84438999999999997</c:v>
                </c:pt>
                <c:pt idx="4403">
                  <c:v>0.84469499999999997</c:v>
                </c:pt>
                <c:pt idx="4404">
                  <c:v>0.845001</c:v>
                </c:pt>
                <c:pt idx="4405">
                  <c:v>0.845306</c:v>
                </c:pt>
                <c:pt idx="4406">
                  <c:v>0.845611</c:v>
                </c:pt>
                <c:pt idx="4407">
                  <c:v>0.84591700000000003</c:v>
                </c:pt>
                <c:pt idx="4408">
                  <c:v>0.84622200000000003</c:v>
                </c:pt>
                <c:pt idx="4409">
                  <c:v>0.84652799999999995</c:v>
                </c:pt>
                <c:pt idx="4410">
                  <c:v>0.84683299999999995</c:v>
                </c:pt>
                <c:pt idx="4411">
                  <c:v>0.84713799999999995</c:v>
                </c:pt>
                <c:pt idx="4412">
                  <c:v>0.84744399999999998</c:v>
                </c:pt>
                <c:pt idx="4413">
                  <c:v>0.84774899999999997</c:v>
                </c:pt>
                <c:pt idx="4414">
                  <c:v>0.848055</c:v>
                </c:pt>
                <c:pt idx="4415">
                  <c:v>0.84836</c:v>
                </c:pt>
                <c:pt idx="4416">
                  <c:v>0.848665</c:v>
                </c:pt>
                <c:pt idx="4417">
                  <c:v>0.84897100000000003</c:v>
                </c:pt>
                <c:pt idx="4418">
                  <c:v>0.84927600000000003</c:v>
                </c:pt>
                <c:pt idx="4419">
                  <c:v>0.84958199999999995</c:v>
                </c:pt>
                <c:pt idx="4420">
                  <c:v>0.84988699999999995</c:v>
                </c:pt>
                <c:pt idx="4421">
                  <c:v>0.85019199999999995</c:v>
                </c:pt>
                <c:pt idx="4422">
                  <c:v>0.85049799999999998</c:v>
                </c:pt>
                <c:pt idx="4423">
                  <c:v>0.85080299999999998</c:v>
                </c:pt>
                <c:pt idx="4424">
                  <c:v>0.851109</c:v>
                </c:pt>
                <c:pt idx="4425">
                  <c:v>0.851414</c:v>
                </c:pt>
                <c:pt idx="4426">
                  <c:v>0.851719</c:v>
                </c:pt>
                <c:pt idx="4427">
                  <c:v>0.85202500000000003</c:v>
                </c:pt>
                <c:pt idx="4428">
                  <c:v>0.85233000000000003</c:v>
                </c:pt>
                <c:pt idx="4429">
                  <c:v>0.85263599999999995</c:v>
                </c:pt>
                <c:pt idx="4430">
                  <c:v>0.85294099999999995</c:v>
                </c:pt>
                <c:pt idx="4431">
                  <c:v>0.85324599999999995</c:v>
                </c:pt>
                <c:pt idx="4432">
                  <c:v>0.85355199999999998</c:v>
                </c:pt>
                <c:pt idx="4433">
                  <c:v>0.85385699999999998</c:v>
                </c:pt>
                <c:pt idx="4434">
                  <c:v>0.85416300000000001</c:v>
                </c:pt>
                <c:pt idx="4435">
                  <c:v>0.85446800000000001</c:v>
                </c:pt>
                <c:pt idx="4436">
                  <c:v>0.85477300000000001</c:v>
                </c:pt>
                <c:pt idx="4437">
                  <c:v>0.85507900000000003</c:v>
                </c:pt>
                <c:pt idx="4438">
                  <c:v>0.85538400000000003</c:v>
                </c:pt>
                <c:pt idx="4439">
                  <c:v>0.85568999999999995</c:v>
                </c:pt>
                <c:pt idx="4440">
                  <c:v>0.85599499999999995</c:v>
                </c:pt>
                <c:pt idx="4441">
                  <c:v>0.85629999999999995</c:v>
                </c:pt>
                <c:pt idx="4442">
                  <c:v>0.85660599999999998</c:v>
                </c:pt>
                <c:pt idx="4443">
                  <c:v>0.85691099999999998</c:v>
                </c:pt>
                <c:pt idx="4444">
                  <c:v>0.85721700000000001</c:v>
                </c:pt>
                <c:pt idx="4445">
                  <c:v>0.85752200000000001</c:v>
                </c:pt>
                <c:pt idx="4446">
                  <c:v>0.85782700000000001</c:v>
                </c:pt>
                <c:pt idx="4447">
                  <c:v>0.85813300000000003</c:v>
                </c:pt>
                <c:pt idx="4448">
                  <c:v>0.85843800000000003</c:v>
                </c:pt>
                <c:pt idx="4449">
                  <c:v>0.85874399999999995</c:v>
                </c:pt>
                <c:pt idx="4450">
                  <c:v>0.85904899999999995</c:v>
                </c:pt>
                <c:pt idx="4451">
                  <c:v>0.85935399999999995</c:v>
                </c:pt>
                <c:pt idx="4452">
                  <c:v>0.85965999999999998</c:v>
                </c:pt>
                <c:pt idx="4453">
                  <c:v>0.85996499999999998</c:v>
                </c:pt>
                <c:pt idx="4454">
                  <c:v>0.86027100000000001</c:v>
                </c:pt>
                <c:pt idx="4455">
                  <c:v>0.86057600000000001</c:v>
                </c:pt>
                <c:pt idx="4456">
                  <c:v>0.86088100000000001</c:v>
                </c:pt>
                <c:pt idx="4457">
                  <c:v>0.86118700000000004</c:v>
                </c:pt>
                <c:pt idx="4458">
                  <c:v>0.86149200000000004</c:v>
                </c:pt>
                <c:pt idx="4459">
                  <c:v>0.86179700000000004</c:v>
                </c:pt>
                <c:pt idx="4460">
                  <c:v>0.86210299999999995</c:v>
                </c:pt>
                <c:pt idx="4461">
                  <c:v>0.86240799999999995</c:v>
                </c:pt>
                <c:pt idx="4462">
                  <c:v>0.86271399999999998</c:v>
                </c:pt>
                <c:pt idx="4463">
                  <c:v>0.86301899999999998</c:v>
                </c:pt>
                <c:pt idx="4464">
                  <c:v>0.86332399999999998</c:v>
                </c:pt>
                <c:pt idx="4465">
                  <c:v>0.86363000000000001</c:v>
                </c:pt>
                <c:pt idx="4466">
                  <c:v>0.86393500000000001</c:v>
                </c:pt>
                <c:pt idx="4467">
                  <c:v>0.86424100000000004</c:v>
                </c:pt>
                <c:pt idx="4468">
                  <c:v>0.86454600000000004</c:v>
                </c:pt>
                <c:pt idx="4469">
                  <c:v>0.86485100000000004</c:v>
                </c:pt>
                <c:pt idx="4470">
                  <c:v>0.86515699999999995</c:v>
                </c:pt>
                <c:pt idx="4471">
                  <c:v>0.86546199999999995</c:v>
                </c:pt>
                <c:pt idx="4472">
                  <c:v>0.86576799999999998</c:v>
                </c:pt>
                <c:pt idx="4473">
                  <c:v>0.86607299999999998</c:v>
                </c:pt>
                <c:pt idx="4474">
                  <c:v>0.86637799999999998</c:v>
                </c:pt>
                <c:pt idx="4475">
                  <c:v>0.86668400000000001</c:v>
                </c:pt>
                <c:pt idx="4476">
                  <c:v>0.86698900000000001</c:v>
                </c:pt>
                <c:pt idx="4477">
                  <c:v>0.86729500000000004</c:v>
                </c:pt>
                <c:pt idx="4478">
                  <c:v>0.86760000000000004</c:v>
                </c:pt>
                <c:pt idx="4479">
                  <c:v>0.86790500000000004</c:v>
                </c:pt>
                <c:pt idx="4480">
                  <c:v>0.86821099999999996</c:v>
                </c:pt>
                <c:pt idx="4481">
                  <c:v>0.86851599999999995</c:v>
                </c:pt>
                <c:pt idx="4482">
                  <c:v>0.86882199999999998</c:v>
                </c:pt>
                <c:pt idx="4483">
                  <c:v>0.86912699999999998</c:v>
                </c:pt>
                <c:pt idx="4484">
                  <c:v>0.86943199999999998</c:v>
                </c:pt>
                <c:pt idx="4485">
                  <c:v>0.86973800000000001</c:v>
                </c:pt>
                <c:pt idx="4486">
                  <c:v>0.87004300000000001</c:v>
                </c:pt>
                <c:pt idx="4487">
                  <c:v>0.87034900000000004</c:v>
                </c:pt>
                <c:pt idx="4488">
                  <c:v>0.87065400000000004</c:v>
                </c:pt>
                <c:pt idx="4489">
                  <c:v>0.87095900000000004</c:v>
                </c:pt>
                <c:pt idx="4490">
                  <c:v>0.87126499999999996</c:v>
                </c:pt>
                <c:pt idx="4491">
                  <c:v>0.87156999999999996</c:v>
                </c:pt>
                <c:pt idx="4492">
                  <c:v>0.87187599999999998</c:v>
                </c:pt>
                <c:pt idx="4493">
                  <c:v>0.87218099999999998</c:v>
                </c:pt>
                <c:pt idx="4494">
                  <c:v>0.87248599999999998</c:v>
                </c:pt>
                <c:pt idx="4495">
                  <c:v>0.87279200000000001</c:v>
                </c:pt>
                <c:pt idx="4496">
                  <c:v>0.87309700000000001</c:v>
                </c:pt>
                <c:pt idx="4497">
                  <c:v>0.87340300000000004</c:v>
                </c:pt>
                <c:pt idx="4498">
                  <c:v>0.87370800000000004</c:v>
                </c:pt>
                <c:pt idx="4499">
                  <c:v>0.87401300000000004</c:v>
                </c:pt>
                <c:pt idx="4500">
                  <c:v>0.87431899999999996</c:v>
                </c:pt>
                <c:pt idx="4501">
                  <c:v>0.87462399999999996</c:v>
                </c:pt>
                <c:pt idx="4502">
                  <c:v>0.87492999999999999</c:v>
                </c:pt>
                <c:pt idx="4503">
                  <c:v>0.87523499999999999</c:v>
                </c:pt>
                <c:pt idx="4504">
                  <c:v>0.87553999999999998</c:v>
                </c:pt>
                <c:pt idx="4505">
                  <c:v>0.87584600000000001</c:v>
                </c:pt>
                <c:pt idx="4506">
                  <c:v>0.87615100000000001</c:v>
                </c:pt>
                <c:pt idx="4507">
                  <c:v>0.87645700000000004</c:v>
                </c:pt>
                <c:pt idx="4508">
                  <c:v>0.87676200000000004</c:v>
                </c:pt>
                <c:pt idx="4509">
                  <c:v>0.87706700000000004</c:v>
                </c:pt>
                <c:pt idx="4510">
                  <c:v>0.87737299999999996</c:v>
                </c:pt>
                <c:pt idx="4511">
                  <c:v>0.87767799999999996</c:v>
                </c:pt>
                <c:pt idx="4512">
                  <c:v>0.87798399999999999</c:v>
                </c:pt>
                <c:pt idx="4513">
                  <c:v>0.87828899999999999</c:v>
                </c:pt>
                <c:pt idx="4514">
                  <c:v>0.87859399999999999</c:v>
                </c:pt>
                <c:pt idx="4515">
                  <c:v>0.87890000000000001</c:v>
                </c:pt>
                <c:pt idx="4516">
                  <c:v>0.87920500000000001</c:v>
                </c:pt>
                <c:pt idx="4517">
                  <c:v>0.87951100000000004</c:v>
                </c:pt>
                <c:pt idx="4518">
                  <c:v>0.87981600000000004</c:v>
                </c:pt>
                <c:pt idx="4519">
                  <c:v>0.88012100000000004</c:v>
                </c:pt>
                <c:pt idx="4520">
                  <c:v>0.88042699999999996</c:v>
                </c:pt>
                <c:pt idx="4521">
                  <c:v>0.88073199999999996</c:v>
                </c:pt>
                <c:pt idx="4522">
                  <c:v>0.88103799999999999</c:v>
                </c:pt>
                <c:pt idx="4523">
                  <c:v>0.88134299999999999</c:v>
                </c:pt>
                <c:pt idx="4524">
                  <c:v>0.88164799999999999</c:v>
                </c:pt>
                <c:pt idx="4525">
                  <c:v>0.88195400000000002</c:v>
                </c:pt>
                <c:pt idx="4526">
                  <c:v>0.88225900000000002</c:v>
                </c:pt>
                <c:pt idx="4527">
                  <c:v>0.88256500000000004</c:v>
                </c:pt>
                <c:pt idx="4528">
                  <c:v>0.88287000000000004</c:v>
                </c:pt>
                <c:pt idx="4529">
                  <c:v>0.88317500000000004</c:v>
                </c:pt>
                <c:pt idx="4530">
                  <c:v>0.88348099999999996</c:v>
                </c:pt>
                <c:pt idx="4531">
                  <c:v>0.88378599999999996</c:v>
                </c:pt>
                <c:pt idx="4532">
                  <c:v>0.88409199999999999</c:v>
                </c:pt>
                <c:pt idx="4533">
                  <c:v>0.88439699999999999</c:v>
                </c:pt>
                <c:pt idx="4534">
                  <c:v>0.88470199999999999</c:v>
                </c:pt>
                <c:pt idx="4535">
                  <c:v>0.88500800000000002</c:v>
                </c:pt>
                <c:pt idx="4536">
                  <c:v>0.88531300000000002</c:v>
                </c:pt>
                <c:pt idx="4537">
                  <c:v>0.88561900000000005</c:v>
                </c:pt>
                <c:pt idx="4538">
                  <c:v>0.88592400000000004</c:v>
                </c:pt>
                <c:pt idx="4539">
                  <c:v>0.88622900000000004</c:v>
                </c:pt>
                <c:pt idx="4540">
                  <c:v>0.88653499999999996</c:v>
                </c:pt>
                <c:pt idx="4541">
                  <c:v>0.88683999999999996</c:v>
                </c:pt>
                <c:pt idx="4542">
                  <c:v>0.88714499999999996</c:v>
                </c:pt>
                <c:pt idx="4543">
                  <c:v>0.88745099999999999</c:v>
                </c:pt>
                <c:pt idx="4544">
                  <c:v>0.88775599999999999</c:v>
                </c:pt>
                <c:pt idx="4545">
                  <c:v>0.88806200000000002</c:v>
                </c:pt>
                <c:pt idx="4546">
                  <c:v>0.88836700000000002</c:v>
                </c:pt>
                <c:pt idx="4547">
                  <c:v>0.88867200000000002</c:v>
                </c:pt>
                <c:pt idx="4548">
                  <c:v>0.88897800000000005</c:v>
                </c:pt>
                <c:pt idx="4549">
                  <c:v>0.88928300000000005</c:v>
                </c:pt>
                <c:pt idx="4550">
                  <c:v>0.88958899999999996</c:v>
                </c:pt>
                <c:pt idx="4551">
                  <c:v>0.88989399999999996</c:v>
                </c:pt>
                <c:pt idx="4552">
                  <c:v>0.89019899999999996</c:v>
                </c:pt>
                <c:pt idx="4553">
                  <c:v>0.89050499999999999</c:v>
                </c:pt>
                <c:pt idx="4554">
                  <c:v>0.89080999999999999</c:v>
                </c:pt>
                <c:pt idx="4555">
                  <c:v>0.89111600000000002</c:v>
                </c:pt>
                <c:pt idx="4556">
                  <c:v>0.89142100000000002</c:v>
                </c:pt>
                <c:pt idx="4557">
                  <c:v>0.89172600000000002</c:v>
                </c:pt>
                <c:pt idx="4558">
                  <c:v>0.89203200000000005</c:v>
                </c:pt>
                <c:pt idx="4559">
                  <c:v>0.89233700000000005</c:v>
                </c:pt>
                <c:pt idx="4560">
                  <c:v>0.89264299999999996</c:v>
                </c:pt>
                <c:pt idx="4561">
                  <c:v>0.89294799999999996</c:v>
                </c:pt>
                <c:pt idx="4562">
                  <c:v>0.89325299999999996</c:v>
                </c:pt>
                <c:pt idx="4563">
                  <c:v>0.89355899999999999</c:v>
                </c:pt>
                <c:pt idx="4564">
                  <c:v>0.89386399999999999</c:v>
                </c:pt>
                <c:pt idx="4565">
                  <c:v>0.89417000000000002</c:v>
                </c:pt>
                <c:pt idx="4566">
                  <c:v>0.89447500000000002</c:v>
                </c:pt>
                <c:pt idx="4567">
                  <c:v>0.89478000000000002</c:v>
                </c:pt>
                <c:pt idx="4568">
                  <c:v>0.89508600000000005</c:v>
                </c:pt>
                <c:pt idx="4569">
                  <c:v>0.89539100000000005</c:v>
                </c:pt>
                <c:pt idx="4570">
                  <c:v>0.89569699999999997</c:v>
                </c:pt>
                <c:pt idx="4571">
                  <c:v>0.89600199999999997</c:v>
                </c:pt>
                <c:pt idx="4572">
                  <c:v>0.89630699999999996</c:v>
                </c:pt>
                <c:pt idx="4573">
                  <c:v>0.89661299999999999</c:v>
                </c:pt>
                <c:pt idx="4574">
                  <c:v>0.89691799999999999</c:v>
                </c:pt>
                <c:pt idx="4575">
                  <c:v>0.89722400000000002</c:v>
                </c:pt>
                <c:pt idx="4576">
                  <c:v>0.89752900000000002</c:v>
                </c:pt>
                <c:pt idx="4577">
                  <c:v>0.89783400000000002</c:v>
                </c:pt>
                <c:pt idx="4578">
                  <c:v>0.89814000000000005</c:v>
                </c:pt>
                <c:pt idx="4579">
                  <c:v>0.89844500000000005</c:v>
                </c:pt>
                <c:pt idx="4580">
                  <c:v>0.89875099999999997</c:v>
                </c:pt>
                <c:pt idx="4581">
                  <c:v>0.89905599999999997</c:v>
                </c:pt>
                <c:pt idx="4582">
                  <c:v>0.89936099999999997</c:v>
                </c:pt>
                <c:pt idx="4583">
                  <c:v>0.89966699999999999</c:v>
                </c:pt>
                <c:pt idx="4584">
                  <c:v>0.89997199999999999</c:v>
                </c:pt>
                <c:pt idx="4585">
                  <c:v>0.90027800000000002</c:v>
                </c:pt>
                <c:pt idx="4586">
                  <c:v>0.90058300000000002</c:v>
                </c:pt>
                <c:pt idx="4587">
                  <c:v>0.90088800000000002</c:v>
                </c:pt>
                <c:pt idx="4588">
                  <c:v>0.90119400000000005</c:v>
                </c:pt>
                <c:pt idx="4589">
                  <c:v>0.90149900000000005</c:v>
                </c:pt>
                <c:pt idx="4590">
                  <c:v>0.90180499999999997</c:v>
                </c:pt>
                <c:pt idx="4591">
                  <c:v>0.90210999999999997</c:v>
                </c:pt>
                <c:pt idx="4592">
                  <c:v>0.90241499999999997</c:v>
                </c:pt>
                <c:pt idx="4593">
                  <c:v>0.902721</c:v>
                </c:pt>
                <c:pt idx="4594">
                  <c:v>0.903026</c:v>
                </c:pt>
                <c:pt idx="4595">
                  <c:v>0.90333200000000002</c:v>
                </c:pt>
                <c:pt idx="4596">
                  <c:v>0.90363700000000002</c:v>
                </c:pt>
                <c:pt idx="4597">
                  <c:v>0.90394200000000002</c:v>
                </c:pt>
                <c:pt idx="4598">
                  <c:v>0.90424800000000005</c:v>
                </c:pt>
                <c:pt idx="4599">
                  <c:v>0.90455300000000005</c:v>
                </c:pt>
                <c:pt idx="4600">
                  <c:v>0.90485899999999997</c:v>
                </c:pt>
                <c:pt idx="4601">
                  <c:v>0.90516399999999997</c:v>
                </c:pt>
                <c:pt idx="4602">
                  <c:v>0.90546899999999997</c:v>
                </c:pt>
                <c:pt idx="4603">
                  <c:v>0.905775</c:v>
                </c:pt>
                <c:pt idx="4604">
                  <c:v>0.90608</c:v>
                </c:pt>
                <c:pt idx="4605">
                  <c:v>0.90638600000000002</c:v>
                </c:pt>
                <c:pt idx="4606">
                  <c:v>0.90669100000000002</c:v>
                </c:pt>
                <c:pt idx="4607">
                  <c:v>0.90699600000000002</c:v>
                </c:pt>
                <c:pt idx="4608">
                  <c:v>0.90730200000000005</c:v>
                </c:pt>
                <c:pt idx="4609">
                  <c:v>0.90760700000000005</c:v>
                </c:pt>
                <c:pt idx="4610">
                  <c:v>0.90791299999999997</c:v>
                </c:pt>
                <c:pt idx="4611">
                  <c:v>0.90821799999999997</c:v>
                </c:pt>
                <c:pt idx="4612">
                  <c:v>0.90852299999999997</c:v>
                </c:pt>
                <c:pt idx="4613">
                  <c:v>0.908829</c:v>
                </c:pt>
                <c:pt idx="4614">
                  <c:v>0.909134</c:v>
                </c:pt>
                <c:pt idx="4615">
                  <c:v>0.90944000000000003</c:v>
                </c:pt>
                <c:pt idx="4616">
                  <c:v>0.90974500000000003</c:v>
                </c:pt>
                <c:pt idx="4617">
                  <c:v>0.91005000000000003</c:v>
                </c:pt>
                <c:pt idx="4618">
                  <c:v>0.91035600000000005</c:v>
                </c:pt>
                <c:pt idx="4619">
                  <c:v>0.91066100000000005</c:v>
                </c:pt>
                <c:pt idx="4620">
                  <c:v>0.91096699999999997</c:v>
                </c:pt>
                <c:pt idx="4621">
                  <c:v>0.91127199999999997</c:v>
                </c:pt>
                <c:pt idx="4622">
                  <c:v>0.91157699999999997</c:v>
                </c:pt>
                <c:pt idx="4623">
                  <c:v>0.911883</c:v>
                </c:pt>
                <c:pt idx="4624">
                  <c:v>0.912188</c:v>
                </c:pt>
                <c:pt idx="4625">
                  <c:v>0.912493</c:v>
                </c:pt>
                <c:pt idx="4626">
                  <c:v>0.91279900000000003</c:v>
                </c:pt>
                <c:pt idx="4627">
                  <c:v>0.91310400000000003</c:v>
                </c:pt>
                <c:pt idx="4628">
                  <c:v>0.91341000000000006</c:v>
                </c:pt>
                <c:pt idx="4629">
                  <c:v>0.91371500000000005</c:v>
                </c:pt>
                <c:pt idx="4630">
                  <c:v>0.91402000000000005</c:v>
                </c:pt>
                <c:pt idx="4631">
                  <c:v>0.91432599999999997</c:v>
                </c:pt>
                <c:pt idx="4632">
                  <c:v>0.91463099999999997</c:v>
                </c:pt>
                <c:pt idx="4633">
                  <c:v>0.914937</c:v>
                </c:pt>
                <c:pt idx="4634">
                  <c:v>0.915242</c:v>
                </c:pt>
                <c:pt idx="4635">
                  <c:v>0.915547</c:v>
                </c:pt>
                <c:pt idx="4636">
                  <c:v>0.91585300000000003</c:v>
                </c:pt>
                <c:pt idx="4637">
                  <c:v>0.91615800000000003</c:v>
                </c:pt>
                <c:pt idx="4638">
                  <c:v>0.91646399999999995</c:v>
                </c:pt>
                <c:pt idx="4639">
                  <c:v>0.91676899999999995</c:v>
                </c:pt>
                <c:pt idx="4640">
                  <c:v>0.91707399999999994</c:v>
                </c:pt>
                <c:pt idx="4641">
                  <c:v>0.91737999999999997</c:v>
                </c:pt>
                <c:pt idx="4642">
                  <c:v>0.91768499999999997</c:v>
                </c:pt>
                <c:pt idx="4643">
                  <c:v>0.917991</c:v>
                </c:pt>
                <c:pt idx="4644">
                  <c:v>0.918296</c:v>
                </c:pt>
                <c:pt idx="4645">
                  <c:v>0.918601</c:v>
                </c:pt>
                <c:pt idx="4646">
                  <c:v>0.91890700000000003</c:v>
                </c:pt>
                <c:pt idx="4647">
                  <c:v>0.91921200000000003</c:v>
                </c:pt>
                <c:pt idx="4648">
                  <c:v>0.91951799999999995</c:v>
                </c:pt>
                <c:pt idx="4649">
                  <c:v>0.91982299999999995</c:v>
                </c:pt>
                <c:pt idx="4650">
                  <c:v>0.92012799999999995</c:v>
                </c:pt>
                <c:pt idx="4651">
                  <c:v>0.92043399999999997</c:v>
                </c:pt>
                <c:pt idx="4652">
                  <c:v>0.92073899999999997</c:v>
                </c:pt>
                <c:pt idx="4653">
                  <c:v>0.921045</c:v>
                </c:pt>
                <c:pt idx="4654">
                  <c:v>0.92135</c:v>
                </c:pt>
                <c:pt idx="4655">
                  <c:v>0.921655</c:v>
                </c:pt>
                <c:pt idx="4656">
                  <c:v>0.92196100000000003</c:v>
                </c:pt>
                <c:pt idx="4657">
                  <c:v>0.92226600000000003</c:v>
                </c:pt>
                <c:pt idx="4658">
                  <c:v>0.92257199999999995</c:v>
                </c:pt>
                <c:pt idx="4659">
                  <c:v>0.92287699999999995</c:v>
                </c:pt>
                <c:pt idx="4660">
                  <c:v>0.92318199999999995</c:v>
                </c:pt>
                <c:pt idx="4661">
                  <c:v>0.92348799999999998</c:v>
                </c:pt>
                <c:pt idx="4662">
                  <c:v>0.92379299999999998</c:v>
                </c:pt>
                <c:pt idx="4663">
                  <c:v>0.924099</c:v>
                </c:pt>
                <c:pt idx="4664">
                  <c:v>0.924404</c:v>
                </c:pt>
                <c:pt idx="4665">
                  <c:v>0.924709</c:v>
                </c:pt>
                <c:pt idx="4666">
                  <c:v>0.92501500000000003</c:v>
                </c:pt>
                <c:pt idx="4667">
                  <c:v>0.92532000000000003</c:v>
                </c:pt>
                <c:pt idx="4668">
                  <c:v>0.92562599999999995</c:v>
                </c:pt>
                <c:pt idx="4669">
                  <c:v>0.92593099999999995</c:v>
                </c:pt>
                <c:pt idx="4670">
                  <c:v>0.92623599999999995</c:v>
                </c:pt>
                <c:pt idx="4671">
                  <c:v>0.92654199999999998</c:v>
                </c:pt>
                <c:pt idx="4672">
                  <c:v>0.92684699999999998</c:v>
                </c:pt>
                <c:pt idx="4673">
                  <c:v>0.927153</c:v>
                </c:pt>
                <c:pt idx="4674">
                  <c:v>0.927458</c:v>
                </c:pt>
                <c:pt idx="4675">
                  <c:v>0.927763</c:v>
                </c:pt>
                <c:pt idx="4676">
                  <c:v>0.92806900000000003</c:v>
                </c:pt>
                <c:pt idx="4677">
                  <c:v>0.92837400000000003</c:v>
                </c:pt>
                <c:pt idx="4678">
                  <c:v>0.92867999999999995</c:v>
                </c:pt>
                <c:pt idx="4679">
                  <c:v>0.92898499999999995</c:v>
                </c:pt>
                <c:pt idx="4680">
                  <c:v>0.92928999999999995</c:v>
                </c:pt>
                <c:pt idx="4681">
                  <c:v>0.92959599999999998</c:v>
                </c:pt>
                <c:pt idx="4682">
                  <c:v>0.92990099999999998</c:v>
                </c:pt>
                <c:pt idx="4683">
                  <c:v>0.93020700000000001</c:v>
                </c:pt>
                <c:pt idx="4684">
                  <c:v>0.93051200000000001</c:v>
                </c:pt>
                <c:pt idx="4685">
                  <c:v>0.93081700000000001</c:v>
                </c:pt>
                <c:pt idx="4686">
                  <c:v>0.93112300000000003</c:v>
                </c:pt>
                <c:pt idx="4687">
                  <c:v>0.93142800000000003</c:v>
                </c:pt>
                <c:pt idx="4688">
                  <c:v>0.93173399999999995</c:v>
                </c:pt>
                <c:pt idx="4689">
                  <c:v>0.93203899999999995</c:v>
                </c:pt>
                <c:pt idx="4690">
                  <c:v>0.93234399999999995</c:v>
                </c:pt>
                <c:pt idx="4691">
                  <c:v>0.93264999999999998</c:v>
                </c:pt>
                <c:pt idx="4692">
                  <c:v>0.93295499999999998</c:v>
                </c:pt>
                <c:pt idx="4693">
                  <c:v>0.93326100000000001</c:v>
                </c:pt>
                <c:pt idx="4694">
                  <c:v>0.93356600000000001</c:v>
                </c:pt>
                <c:pt idx="4695">
                  <c:v>0.93387100000000001</c:v>
                </c:pt>
                <c:pt idx="4696">
                  <c:v>0.93417700000000004</c:v>
                </c:pt>
                <c:pt idx="4697">
                  <c:v>0.93448200000000003</c:v>
                </c:pt>
                <c:pt idx="4698">
                  <c:v>0.93478799999999995</c:v>
                </c:pt>
                <c:pt idx="4699">
                  <c:v>0.93509299999999995</c:v>
                </c:pt>
                <c:pt idx="4700">
                  <c:v>0.93539799999999995</c:v>
                </c:pt>
                <c:pt idx="4701">
                  <c:v>0.93570399999999998</c:v>
                </c:pt>
                <c:pt idx="4702">
                  <c:v>0.93600899999999998</c:v>
                </c:pt>
                <c:pt idx="4703">
                  <c:v>0.93631500000000001</c:v>
                </c:pt>
                <c:pt idx="4704">
                  <c:v>0.93662000000000001</c:v>
                </c:pt>
                <c:pt idx="4705">
                  <c:v>0.93692500000000001</c:v>
                </c:pt>
                <c:pt idx="4706">
                  <c:v>0.93723100000000004</c:v>
                </c:pt>
                <c:pt idx="4707">
                  <c:v>0.93753600000000004</c:v>
                </c:pt>
                <c:pt idx="4708">
                  <c:v>0.93784199999999995</c:v>
                </c:pt>
                <c:pt idx="4709">
                  <c:v>0.93814699999999995</c:v>
                </c:pt>
                <c:pt idx="4710">
                  <c:v>0.93845199999999995</c:v>
                </c:pt>
                <c:pt idx="4711">
                  <c:v>0.93875799999999998</c:v>
                </c:pt>
                <c:pt idx="4712">
                  <c:v>0.93906299999999998</c:v>
                </c:pt>
                <c:pt idx="4713">
                  <c:v>0.93936799999999998</c:v>
                </c:pt>
                <c:pt idx="4714">
                  <c:v>0.93967400000000001</c:v>
                </c:pt>
                <c:pt idx="4715">
                  <c:v>0.93997900000000001</c:v>
                </c:pt>
                <c:pt idx="4716">
                  <c:v>0.94028500000000004</c:v>
                </c:pt>
                <c:pt idx="4717">
                  <c:v>0.94059000000000004</c:v>
                </c:pt>
                <c:pt idx="4718">
                  <c:v>0.94089500000000004</c:v>
                </c:pt>
                <c:pt idx="4719">
                  <c:v>0.94120099999999995</c:v>
                </c:pt>
                <c:pt idx="4720">
                  <c:v>0.94150599999999995</c:v>
                </c:pt>
                <c:pt idx="4721">
                  <c:v>0.94181199999999998</c:v>
                </c:pt>
                <c:pt idx="4722">
                  <c:v>0.94211699999999998</c:v>
                </c:pt>
                <c:pt idx="4723">
                  <c:v>0.94242199999999998</c:v>
                </c:pt>
                <c:pt idx="4724">
                  <c:v>0.94272800000000001</c:v>
                </c:pt>
                <c:pt idx="4725">
                  <c:v>0.94303300000000001</c:v>
                </c:pt>
                <c:pt idx="4726">
                  <c:v>0.94333900000000004</c:v>
                </c:pt>
                <c:pt idx="4727">
                  <c:v>0.94364400000000004</c:v>
                </c:pt>
                <c:pt idx="4728">
                  <c:v>0.94394900000000004</c:v>
                </c:pt>
                <c:pt idx="4729">
                  <c:v>0.94425499999999996</c:v>
                </c:pt>
                <c:pt idx="4730">
                  <c:v>0.94455999999999996</c:v>
                </c:pt>
                <c:pt idx="4731">
                  <c:v>0.94486599999999998</c:v>
                </c:pt>
                <c:pt idx="4732">
                  <c:v>0.94517099999999998</c:v>
                </c:pt>
                <c:pt idx="4733">
                  <c:v>0.94547599999999998</c:v>
                </c:pt>
                <c:pt idx="4734">
                  <c:v>0.94578200000000001</c:v>
                </c:pt>
                <c:pt idx="4735">
                  <c:v>0.94608700000000001</c:v>
                </c:pt>
                <c:pt idx="4736">
                  <c:v>0.94639300000000004</c:v>
                </c:pt>
                <c:pt idx="4737">
                  <c:v>0.94669800000000004</c:v>
                </c:pt>
                <c:pt idx="4738">
                  <c:v>0.94700300000000004</c:v>
                </c:pt>
                <c:pt idx="4739">
                  <c:v>0.94730899999999996</c:v>
                </c:pt>
                <c:pt idx="4740">
                  <c:v>0.94761399999999996</c:v>
                </c:pt>
                <c:pt idx="4741">
                  <c:v>0.94791999999999998</c:v>
                </c:pt>
                <c:pt idx="4742">
                  <c:v>0.94822499999999998</c:v>
                </c:pt>
                <c:pt idx="4743">
                  <c:v>0.94852999999999998</c:v>
                </c:pt>
                <c:pt idx="4744">
                  <c:v>0.94883600000000001</c:v>
                </c:pt>
                <c:pt idx="4745">
                  <c:v>0.94914100000000001</c:v>
                </c:pt>
                <c:pt idx="4746">
                  <c:v>0.94944700000000004</c:v>
                </c:pt>
                <c:pt idx="4747">
                  <c:v>0.94975200000000004</c:v>
                </c:pt>
                <c:pt idx="4748">
                  <c:v>0.95005700000000004</c:v>
                </c:pt>
                <c:pt idx="4749">
                  <c:v>0.95036299999999996</c:v>
                </c:pt>
                <c:pt idx="4750">
                  <c:v>0.95066799999999996</c:v>
                </c:pt>
                <c:pt idx="4751">
                  <c:v>0.95097399999999999</c:v>
                </c:pt>
                <c:pt idx="4752">
                  <c:v>0.95127899999999999</c:v>
                </c:pt>
                <c:pt idx="4753">
                  <c:v>0.95158399999999999</c:v>
                </c:pt>
                <c:pt idx="4754">
                  <c:v>0.95189000000000001</c:v>
                </c:pt>
                <c:pt idx="4755">
                  <c:v>0.95219500000000001</c:v>
                </c:pt>
                <c:pt idx="4756">
                  <c:v>0.95250100000000004</c:v>
                </c:pt>
                <c:pt idx="4757">
                  <c:v>0.95280600000000004</c:v>
                </c:pt>
                <c:pt idx="4758">
                  <c:v>0.95311100000000004</c:v>
                </c:pt>
                <c:pt idx="4759">
                  <c:v>0.95341699999999996</c:v>
                </c:pt>
                <c:pt idx="4760">
                  <c:v>0.95372199999999996</c:v>
                </c:pt>
                <c:pt idx="4761">
                  <c:v>0.95402799999999999</c:v>
                </c:pt>
                <c:pt idx="4762">
                  <c:v>0.95433299999999999</c:v>
                </c:pt>
                <c:pt idx="4763">
                  <c:v>0.95463799999999999</c:v>
                </c:pt>
                <c:pt idx="4764">
                  <c:v>0.95494400000000002</c:v>
                </c:pt>
                <c:pt idx="4765">
                  <c:v>0.95524900000000001</c:v>
                </c:pt>
                <c:pt idx="4766">
                  <c:v>0.95555500000000004</c:v>
                </c:pt>
                <c:pt idx="4767">
                  <c:v>0.95586000000000004</c:v>
                </c:pt>
                <c:pt idx="4768">
                  <c:v>0.95616500000000004</c:v>
                </c:pt>
                <c:pt idx="4769">
                  <c:v>0.95647099999999996</c:v>
                </c:pt>
                <c:pt idx="4770">
                  <c:v>0.95677599999999996</c:v>
                </c:pt>
                <c:pt idx="4771">
                  <c:v>0.95708199999999999</c:v>
                </c:pt>
                <c:pt idx="4772">
                  <c:v>0.95738699999999999</c:v>
                </c:pt>
                <c:pt idx="4773">
                  <c:v>0.95769199999999999</c:v>
                </c:pt>
                <c:pt idx="4774">
                  <c:v>0.95799800000000002</c:v>
                </c:pt>
                <c:pt idx="4775">
                  <c:v>0.95830300000000002</c:v>
                </c:pt>
                <c:pt idx="4776">
                  <c:v>0.95860900000000004</c:v>
                </c:pt>
                <c:pt idx="4777">
                  <c:v>0.95891400000000004</c:v>
                </c:pt>
                <c:pt idx="4778">
                  <c:v>0.95921900000000004</c:v>
                </c:pt>
                <c:pt idx="4779">
                  <c:v>0.95952499999999996</c:v>
                </c:pt>
                <c:pt idx="4780">
                  <c:v>0.95982999999999996</c:v>
                </c:pt>
                <c:pt idx="4781">
                  <c:v>0.96013599999999999</c:v>
                </c:pt>
                <c:pt idx="4782">
                  <c:v>0.96044099999999999</c:v>
                </c:pt>
                <c:pt idx="4783">
                  <c:v>0.96074599999999999</c:v>
                </c:pt>
                <c:pt idx="4784">
                  <c:v>0.96105200000000002</c:v>
                </c:pt>
                <c:pt idx="4785">
                  <c:v>0.96135700000000002</c:v>
                </c:pt>
                <c:pt idx="4786">
                  <c:v>0.96166300000000005</c:v>
                </c:pt>
                <c:pt idx="4787">
                  <c:v>0.96196800000000005</c:v>
                </c:pt>
                <c:pt idx="4788">
                  <c:v>0.96227300000000004</c:v>
                </c:pt>
                <c:pt idx="4789">
                  <c:v>0.96257899999999996</c:v>
                </c:pt>
                <c:pt idx="4790">
                  <c:v>0.96288399999999996</c:v>
                </c:pt>
                <c:pt idx="4791">
                  <c:v>0.96318999999999999</c:v>
                </c:pt>
                <c:pt idx="4792">
                  <c:v>0.96349499999999999</c:v>
                </c:pt>
                <c:pt idx="4793">
                  <c:v>0.96379999999999999</c:v>
                </c:pt>
                <c:pt idx="4794">
                  <c:v>0.96410600000000002</c:v>
                </c:pt>
                <c:pt idx="4795">
                  <c:v>0.96441100000000002</c:v>
                </c:pt>
                <c:pt idx="4796">
                  <c:v>0.96471600000000002</c:v>
                </c:pt>
                <c:pt idx="4797">
                  <c:v>0.96502200000000005</c:v>
                </c:pt>
                <c:pt idx="4798">
                  <c:v>0.96532700000000005</c:v>
                </c:pt>
                <c:pt idx="4799">
                  <c:v>0.96563299999999996</c:v>
                </c:pt>
                <c:pt idx="4800">
                  <c:v>0.96593799999999996</c:v>
                </c:pt>
                <c:pt idx="4801">
                  <c:v>0.96624299999999996</c:v>
                </c:pt>
                <c:pt idx="4802">
                  <c:v>0.96654899999999999</c:v>
                </c:pt>
                <c:pt idx="4803">
                  <c:v>0.96685399999999999</c:v>
                </c:pt>
                <c:pt idx="4804">
                  <c:v>0.96716000000000002</c:v>
                </c:pt>
                <c:pt idx="4805">
                  <c:v>0.96746500000000002</c:v>
                </c:pt>
                <c:pt idx="4806">
                  <c:v>0.96777000000000002</c:v>
                </c:pt>
                <c:pt idx="4807">
                  <c:v>0.96807600000000005</c:v>
                </c:pt>
                <c:pt idx="4808">
                  <c:v>0.96838100000000005</c:v>
                </c:pt>
                <c:pt idx="4809">
                  <c:v>0.96868699999999996</c:v>
                </c:pt>
                <c:pt idx="4810">
                  <c:v>0.96899199999999996</c:v>
                </c:pt>
                <c:pt idx="4811">
                  <c:v>0.96929699999999996</c:v>
                </c:pt>
                <c:pt idx="4812">
                  <c:v>0.96960299999999999</c:v>
                </c:pt>
                <c:pt idx="4813">
                  <c:v>0.96990799999999999</c:v>
                </c:pt>
                <c:pt idx="4814">
                  <c:v>0.97021400000000002</c:v>
                </c:pt>
                <c:pt idx="4815">
                  <c:v>0.97051900000000002</c:v>
                </c:pt>
                <c:pt idx="4816">
                  <c:v>0.97082400000000002</c:v>
                </c:pt>
                <c:pt idx="4817">
                  <c:v>0.97113000000000005</c:v>
                </c:pt>
                <c:pt idx="4818">
                  <c:v>0.97143500000000005</c:v>
                </c:pt>
                <c:pt idx="4819">
                  <c:v>0.97174099999999997</c:v>
                </c:pt>
                <c:pt idx="4820">
                  <c:v>0.97204599999999997</c:v>
                </c:pt>
                <c:pt idx="4821">
                  <c:v>0.97235099999999997</c:v>
                </c:pt>
                <c:pt idx="4822">
                  <c:v>0.97265699999999999</c:v>
                </c:pt>
                <c:pt idx="4823">
                  <c:v>0.97296199999999999</c:v>
                </c:pt>
                <c:pt idx="4824">
                  <c:v>0.97326800000000002</c:v>
                </c:pt>
                <c:pt idx="4825">
                  <c:v>0.97357300000000002</c:v>
                </c:pt>
                <c:pt idx="4826">
                  <c:v>0.97387800000000002</c:v>
                </c:pt>
                <c:pt idx="4827">
                  <c:v>0.97418400000000005</c:v>
                </c:pt>
                <c:pt idx="4828">
                  <c:v>0.97448900000000005</c:v>
                </c:pt>
                <c:pt idx="4829">
                  <c:v>0.97479499999999997</c:v>
                </c:pt>
                <c:pt idx="4830">
                  <c:v>0.97509999999999997</c:v>
                </c:pt>
                <c:pt idx="4831">
                  <c:v>0.97540499999999997</c:v>
                </c:pt>
                <c:pt idx="4832">
                  <c:v>0.97571099999999999</c:v>
                </c:pt>
                <c:pt idx="4833">
                  <c:v>0.97601599999999999</c:v>
                </c:pt>
                <c:pt idx="4834">
                  <c:v>0.97632200000000002</c:v>
                </c:pt>
                <c:pt idx="4835">
                  <c:v>0.97662700000000002</c:v>
                </c:pt>
                <c:pt idx="4836">
                  <c:v>0.97693200000000002</c:v>
                </c:pt>
                <c:pt idx="4837">
                  <c:v>0.97723800000000005</c:v>
                </c:pt>
                <c:pt idx="4838">
                  <c:v>0.97754300000000005</c:v>
                </c:pt>
                <c:pt idx="4839">
                  <c:v>0.97784899999999997</c:v>
                </c:pt>
                <c:pt idx="4840">
                  <c:v>0.97815399999999997</c:v>
                </c:pt>
                <c:pt idx="4841">
                  <c:v>0.97845899999999997</c:v>
                </c:pt>
                <c:pt idx="4842">
                  <c:v>0.978765</c:v>
                </c:pt>
                <c:pt idx="4843">
                  <c:v>0.97907</c:v>
                </c:pt>
                <c:pt idx="4844">
                  <c:v>0.97937600000000002</c:v>
                </c:pt>
                <c:pt idx="4845">
                  <c:v>0.97968100000000002</c:v>
                </c:pt>
                <c:pt idx="4846">
                  <c:v>0.97998600000000002</c:v>
                </c:pt>
                <c:pt idx="4847">
                  <c:v>0.98029200000000005</c:v>
                </c:pt>
                <c:pt idx="4848">
                  <c:v>0.98059700000000005</c:v>
                </c:pt>
                <c:pt idx="4849">
                  <c:v>0.98090299999999997</c:v>
                </c:pt>
                <c:pt idx="4850">
                  <c:v>0.98120799999999997</c:v>
                </c:pt>
                <c:pt idx="4851">
                  <c:v>0.98151299999999997</c:v>
                </c:pt>
                <c:pt idx="4852">
                  <c:v>0.981819</c:v>
                </c:pt>
                <c:pt idx="4853">
                  <c:v>0.982124</c:v>
                </c:pt>
                <c:pt idx="4854">
                  <c:v>0.98243000000000003</c:v>
                </c:pt>
                <c:pt idx="4855">
                  <c:v>0.98273500000000003</c:v>
                </c:pt>
                <c:pt idx="4856">
                  <c:v>0.98304000000000002</c:v>
                </c:pt>
                <c:pt idx="4857">
                  <c:v>0.98334600000000005</c:v>
                </c:pt>
                <c:pt idx="4858">
                  <c:v>0.98365100000000005</c:v>
                </c:pt>
                <c:pt idx="4859">
                  <c:v>0.98395699999999997</c:v>
                </c:pt>
                <c:pt idx="4860">
                  <c:v>0.98426199999999997</c:v>
                </c:pt>
                <c:pt idx="4861">
                  <c:v>0.98456699999999997</c:v>
                </c:pt>
                <c:pt idx="4862">
                  <c:v>0.984873</c:v>
                </c:pt>
                <c:pt idx="4863">
                  <c:v>0.985178</c:v>
                </c:pt>
                <c:pt idx="4864">
                  <c:v>0.98548400000000003</c:v>
                </c:pt>
                <c:pt idx="4865">
                  <c:v>0.98578900000000003</c:v>
                </c:pt>
                <c:pt idx="4866">
                  <c:v>0.98609400000000003</c:v>
                </c:pt>
                <c:pt idx="4867">
                  <c:v>0.98640000000000005</c:v>
                </c:pt>
                <c:pt idx="4868">
                  <c:v>0.98670500000000005</c:v>
                </c:pt>
                <c:pt idx="4869">
                  <c:v>0.98701099999999997</c:v>
                </c:pt>
                <c:pt idx="4870">
                  <c:v>0.98731599999999997</c:v>
                </c:pt>
                <c:pt idx="4871">
                  <c:v>0.98762099999999997</c:v>
                </c:pt>
                <c:pt idx="4872">
                  <c:v>0.987927</c:v>
                </c:pt>
                <c:pt idx="4873">
                  <c:v>0.988232</c:v>
                </c:pt>
                <c:pt idx="4874">
                  <c:v>0.98853800000000003</c:v>
                </c:pt>
                <c:pt idx="4875">
                  <c:v>0.98884300000000003</c:v>
                </c:pt>
                <c:pt idx="4876">
                  <c:v>0.98914800000000003</c:v>
                </c:pt>
                <c:pt idx="4877">
                  <c:v>0.98945399999999994</c:v>
                </c:pt>
                <c:pt idx="4878">
                  <c:v>0.98975900000000006</c:v>
                </c:pt>
                <c:pt idx="4879">
                  <c:v>0.99006400000000006</c:v>
                </c:pt>
                <c:pt idx="4880">
                  <c:v>0.99036999999999997</c:v>
                </c:pt>
                <c:pt idx="4881">
                  <c:v>0.99067499999999997</c:v>
                </c:pt>
                <c:pt idx="4882">
                  <c:v>0.990981</c:v>
                </c:pt>
                <c:pt idx="4883">
                  <c:v>0.991286</c:v>
                </c:pt>
                <c:pt idx="4884">
                  <c:v>0.991591</c:v>
                </c:pt>
                <c:pt idx="4885">
                  <c:v>0.99189700000000003</c:v>
                </c:pt>
                <c:pt idx="4886">
                  <c:v>0.99220200000000003</c:v>
                </c:pt>
                <c:pt idx="4887">
                  <c:v>0.99250799999999995</c:v>
                </c:pt>
                <c:pt idx="4888">
                  <c:v>0.99281299999999995</c:v>
                </c:pt>
                <c:pt idx="4889">
                  <c:v>0.99311799999999995</c:v>
                </c:pt>
                <c:pt idx="4890">
                  <c:v>0.99342399999999997</c:v>
                </c:pt>
                <c:pt idx="4891">
                  <c:v>0.99372899999999997</c:v>
                </c:pt>
                <c:pt idx="4892">
                  <c:v>0.994035</c:v>
                </c:pt>
                <c:pt idx="4893">
                  <c:v>0.99434</c:v>
                </c:pt>
                <c:pt idx="4894">
                  <c:v>0.994645</c:v>
                </c:pt>
                <c:pt idx="4895">
                  <c:v>0.99495100000000003</c:v>
                </c:pt>
                <c:pt idx="4896">
                  <c:v>0.99525600000000003</c:v>
                </c:pt>
                <c:pt idx="4897">
                  <c:v>0.99556199999999995</c:v>
                </c:pt>
                <c:pt idx="4898">
                  <c:v>0.99586699999999995</c:v>
                </c:pt>
                <c:pt idx="4899">
                  <c:v>0.99617199999999995</c:v>
                </c:pt>
                <c:pt idx="4900">
                  <c:v>0.99647799999999997</c:v>
                </c:pt>
                <c:pt idx="4901">
                  <c:v>0.99678299999999997</c:v>
                </c:pt>
                <c:pt idx="4902">
                  <c:v>0.997089</c:v>
                </c:pt>
                <c:pt idx="4903">
                  <c:v>0.997394</c:v>
                </c:pt>
                <c:pt idx="4904">
                  <c:v>0.997699</c:v>
                </c:pt>
                <c:pt idx="4905">
                  <c:v>0.99800500000000003</c:v>
                </c:pt>
                <c:pt idx="4906">
                  <c:v>0.99831000000000003</c:v>
                </c:pt>
                <c:pt idx="4907">
                  <c:v>0.99861599999999995</c:v>
                </c:pt>
                <c:pt idx="4908">
                  <c:v>0.99892099999999995</c:v>
                </c:pt>
                <c:pt idx="4909">
                  <c:v>0.99922599999999995</c:v>
                </c:pt>
                <c:pt idx="4910">
                  <c:v>0.99953199999999998</c:v>
                </c:pt>
                <c:pt idx="4911">
                  <c:v>0.99983699999999998</c:v>
                </c:pt>
                <c:pt idx="4912">
                  <c:v>1.00014</c:v>
                </c:pt>
                <c:pt idx="4913">
                  <c:v>1.0004500000000001</c:v>
                </c:pt>
                <c:pt idx="4914">
                  <c:v>1.00075</c:v>
                </c:pt>
                <c:pt idx="4915">
                  <c:v>1.0010600000000001</c:v>
                </c:pt>
                <c:pt idx="4916">
                  <c:v>1.00136</c:v>
                </c:pt>
                <c:pt idx="4917">
                  <c:v>1.0016700000000001</c:v>
                </c:pt>
                <c:pt idx="4918">
                  <c:v>1.0019800000000001</c:v>
                </c:pt>
                <c:pt idx="4919">
                  <c:v>1.0022800000000001</c:v>
                </c:pt>
                <c:pt idx="4920">
                  <c:v>1.0025900000000001</c:v>
                </c:pt>
                <c:pt idx="4921">
                  <c:v>1.0028900000000001</c:v>
                </c:pt>
                <c:pt idx="4922">
                  <c:v>1.0032000000000001</c:v>
                </c:pt>
                <c:pt idx="4923">
                  <c:v>1.0035000000000001</c:v>
                </c:pt>
                <c:pt idx="4924">
                  <c:v>1.0038100000000001</c:v>
                </c:pt>
                <c:pt idx="4925">
                  <c:v>1.0041100000000001</c:v>
                </c:pt>
                <c:pt idx="4926">
                  <c:v>1.0044200000000001</c:v>
                </c:pt>
                <c:pt idx="4927">
                  <c:v>1.0047200000000001</c:v>
                </c:pt>
                <c:pt idx="4928">
                  <c:v>1.0050300000000001</c:v>
                </c:pt>
                <c:pt idx="4929">
                  <c:v>1.0053300000000001</c:v>
                </c:pt>
                <c:pt idx="4930">
                  <c:v>1.0056400000000001</c:v>
                </c:pt>
                <c:pt idx="4931">
                  <c:v>1.0059499999999999</c:v>
                </c:pt>
                <c:pt idx="4932">
                  <c:v>1.0062500000000001</c:v>
                </c:pt>
                <c:pt idx="4933">
                  <c:v>1.0065599999999999</c:v>
                </c:pt>
                <c:pt idx="4934">
                  <c:v>1.0068600000000001</c:v>
                </c:pt>
                <c:pt idx="4935">
                  <c:v>1.0071699999999999</c:v>
                </c:pt>
                <c:pt idx="4936">
                  <c:v>1.0074700000000001</c:v>
                </c:pt>
                <c:pt idx="4937">
                  <c:v>1.0077799999999999</c:v>
                </c:pt>
                <c:pt idx="4938">
                  <c:v>1.0080800000000001</c:v>
                </c:pt>
                <c:pt idx="4939">
                  <c:v>1.0083899999999999</c:v>
                </c:pt>
                <c:pt idx="4940">
                  <c:v>1.0086900000000001</c:v>
                </c:pt>
                <c:pt idx="4941">
                  <c:v>1.0089999999999999</c:v>
                </c:pt>
                <c:pt idx="4942">
                  <c:v>1.0093000000000001</c:v>
                </c:pt>
                <c:pt idx="4943">
                  <c:v>1.0096099999999999</c:v>
                </c:pt>
                <c:pt idx="4944">
                  <c:v>1.0099199999999999</c:v>
                </c:pt>
                <c:pt idx="4945">
                  <c:v>1.0102199999999999</c:v>
                </c:pt>
                <c:pt idx="4946">
                  <c:v>1.0105299999999999</c:v>
                </c:pt>
                <c:pt idx="4947">
                  <c:v>1.0108299999999999</c:v>
                </c:pt>
                <c:pt idx="4948">
                  <c:v>1.0111399999999999</c:v>
                </c:pt>
                <c:pt idx="4949">
                  <c:v>1.0114399999999999</c:v>
                </c:pt>
                <c:pt idx="4950">
                  <c:v>1.0117499999999999</c:v>
                </c:pt>
                <c:pt idx="4951">
                  <c:v>1.0120499999999999</c:v>
                </c:pt>
                <c:pt idx="4952">
                  <c:v>1.0123599999999999</c:v>
                </c:pt>
                <c:pt idx="4953">
                  <c:v>1.0126599999999999</c:v>
                </c:pt>
                <c:pt idx="4954">
                  <c:v>1.0129699999999999</c:v>
                </c:pt>
                <c:pt idx="4955">
                  <c:v>1.0132699999999999</c:v>
                </c:pt>
                <c:pt idx="4956">
                  <c:v>1.0135799999999999</c:v>
                </c:pt>
                <c:pt idx="4957">
                  <c:v>1.01389</c:v>
                </c:pt>
                <c:pt idx="4958">
                  <c:v>1.0141899999999999</c:v>
                </c:pt>
                <c:pt idx="4959">
                  <c:v>1.0145</c:v>
                </c:pt>
                <c:pt idx="4960">
                  <c:v>1.0147999999999999</c:v>
                </c:pt>
                <c:pt idx="4961">
                  <c:v>1.01511</c:v>
                </c:pt>
                <c:pt idx="4962">
                  <c:v>1.0154099999999999</c:v>
                </c:pt>
                <c:pt idx="4963">
                  <c:v>1.01572</c:v>
                </c:pt>
                <c:pt idx="4964">
                  <c:v>1.0160199999999999</c:v>
                </c:pt>
                <c:pt idx="4965">
                  <c:v>1.01633</c:v>
                </c:pt>
                <c:pt idx="4966">
                  <c:v>1.0166299999999999</c:v>
                </c:pt>
                <c:pt idx="4967">
                  <c:v>1.01694</c:v>
                </c:pt>
                <c:pt idx="4968">
                  <c:v>1.0172399999999999</c:v>
                </c:pt>
                <c:pt idx="4969">
                  <c:v>1.01755</c:v>
                </c:pt>
                <c:pt idx="4970">
                  <c:v>1.01786</c:v>
                </c:pt>
                <c:pt idx="4971">
                  <c:v>1.01816</c:v>
                </c:pt>
                <c:pt idx="4972">
                  <c:v>1.01847</c:v>
                </c:pt>
                <c:pt idx="4973">
                  <c:v>1.01877</c:v>
                </c:pt>
                <c:pt idx="4974">
                  <c:v>1.01908</c:v>
                </c:pt>
                <c:pt idx="4975">
                  <c:v>1.01938</c:v>
                </c:pt>
                <c:pt idx="4976">
                  <c:v>1.01969</c:v>
                </c:pt>
                <c:pt idx="4977">
                  <c:v>1.01999</c:v>
                </c:pt>
                <c:pt idx="4978">
                  <c:v>1.0203</c:v>
                </c:pt>
                <c:pt idx="4979">
                  <c:v>1.0206</c:v>
                </c:pt>
                <c:pt idx="4980">
                  <c:v>1.02091</c:v>
                </c:pt>
                <c:pt idx="4981">
                  <c:v>1.02122</c:v>
                </c:pt>
                <c:pt idx="4982">
                  <c:v>1.02152</c:v>
                </c:pt>
                <c:pt idx="4983">
                  <c:v>1.02183</c:v>
                </c:pt>
                <c:pt idx="4984">
                  <c:v>1.02213</c:v>
                </c:pt>
                <c:pt idx="4985">
                  <c:v>1.02244</c:v>
                </c:pt>
                <c:pt idx="4986">
                  <c:v>1.02274</c:v>
                </c:pt>
                <c:pt idx="4987">
                  <c:v>1.02305</c:v>
                </c:pt>
                <c:pt idx="4988">
                  <c:v>1.02335</c:v>
                </c:pt>
                <c:pt idx="4989">
                  <c:v>1.02366</c:v>
                </c:pt>
                <c:pt idx="4990">
                  <c:v>1.02396</c:v>
                </c:pt>
                <c:pt idx="4991">
                  <c:v>1.02427</c:v>
                </c:pt>
                <c:pt idx="4992">
                  <c:v>1.02457</c:v>
                </c:pt>
                <c:pt idx="4993">
                  <c:v>1.02488</c:v>
                </c:pt>
                <c:pt idx="4994">
                  <c:v>1.02519</c:v>
                </c:pt>
                <c:pt idx="4995">
                  <c:v>1.02549</c:v>
                </c:pt>
                <c:pt idx="4996">
                  <c:v>1.0258</c:v>
                </c:pt>
                <c:pt idx="4997">
                  <c:v>1.0261</c:v>
                </c:pt>
                <c:pt idx="4998">
                  <c:v>1.02641</c:v>
                </c:pt>
                <c:pt idx="4999">
                  <c:v>1.02671</c:v>
                </c:pt>
                <c:pt idx="5000">
                  <c:v>1.02702</c:v>
                </c:pt>
                <c:pt idx="5001">
                  <c:v>1.02732</c:v>
                </c:pt>
                <c:pt idx="5002">
                  <c:v>1.02763</c:v>
                </c:pt>
                <c:pt idx="5003">
                  <c:v>1.02793</c:v>
                </c:pt>
                <c:pt idx="5004">
                  <c:v>1.02824</c:v>
                </c:pt>
                <c:pt idx="5005">
                  <c:v>1.02854</c:v>
                </c:pt>
                <c:pt idx="5006">
                  <c:v>1.02885</c:v>
                </c:pt>
                <c:pt idx="5007">
                  <c:v>1.0291600000000001</c:v>
                </c:pt>
                <c:pt idx="5008">
                  <c:v>1.02946</c:v>
                </c:pt>
                <c:pt idx="5009">
                  <c:v>1.0297700000000001</c:v>
                </c:pt>
                <c:pt idx="5010">
                  <c:v>1.03007</c:v>
                </c:pt>
                <c:pt idx="5011">
                  <c:v>1.0303800000000001</c:v>
                </c:pt>
                <c:pt idx="5012">
                  <c:v>1.03068</c:v>
                </c:pt>
                <c:pt idx="5013">
                  <c:v>1.0309900000000001</c:v>
                </c:pt>
                <c:pt idx="5014">
                  <c:v>1.03129</c:v>
                </c:pt>
                <c:pt idx="5015">
                  <c:v>1.0316000000000001</c:v>
                </c:pt>
                <c:pt idx="5016">
                  <c:v>1.0319</c:v>
                </c:pt>
                <c:pt idx="5017">
                  <c:v>1.0322100000000001</c:v>
                </c:pt>
                <c:pt idx="5018">
                  <c:v>1.03251</c:v>
                </c:pt>
                <c:pt idx="5019">
                  <c:v>1.0328200000000001</c:v>
                </c:pt>
                <c:pt idx="5020">
                  <c:v>1.0331300000000001</c:v>
                </c:pt>
                <c:pt idx="5021">
                  <c:v>1.0334300000000001</c:v>
                </c:pt>
                <c:pt idx="5022">
                  <c:v>1.0337400000000001</c:v>
                </c:pt>
                <c:pt idx="5023">
                  <c:v>1.0340400000000001</c:v>
                </c:pt>
                <c:pt idx="5024">
                  <c:v>1.0343500000000001</c:v>
                </c:pt>
                <c:pt idx="5025">
                  <c:v>1.0346500000000001</c:v>
                </c:pt>
                <c:pt idx="5026">
                  <c:v>1.0349600000000001</c:v>
                </c:pt>
                <c:pt idx="5027">
                  <c:v>1.0352600000000001</c:v>
                </c:pt>
                <c:pt idx="5028">
                  <c:v>1.0355700000000001</c:v>
                </c:pt>
                <c:pt idx="5029">
                  <c:v>1.0358700000000001</c:v>
                </c:pt>
                <c:pt idx="5030">
                  <c:v>1.0361800000000001</c:v>
                </c:pt>
                <c:pt idx="5031">
                  <c:v>1.0364800000000001</c:v>
                </c:pt>
                <c:pt idx="5032">
                  <c:v>1.0367900000000001</c:v>
                </c:pt>
                <c:pt idx="5033">
                  <c:v>1.0370999999999999</c:v>
                </c:pt>
                <c:pt idx="5034">
                  <c:v>1.0374000000000001</c:v>
                </c:pt>
                <c:pt idx="5035">
                  <c:v>1.0377099999999999</c:v>
                </c:pt>
                <c:pt idx="5036">
                  <c:v>1.0380100000000001</c:v>
                </c:pt>
                <c:pt idx="5037">
                  <c:v>1.0383199999999999</c:v>
                </c:pt>
                <c:pt idx="5038">
                  <c:v>1.0386200000000001</c:v>
                </c:pt>
                <c:pt idx="5039">
                  <c:v>1.0389299999999999</c:v>
                </c:pt>
                <c:pt idx="5040">
                  <c:v>1.0392300000000001</c:v>
                </c:pt>
                <c:pt idx="5041">
                  <c:v>1.0395399999999999</c:v>
                </c:pt>
                <c:pt idx="5042">
                  <c:v>1.0398400000000001</c:v>
                </c:pt>
                <c:pt idx="5043">
                  <c:v>1.0401499999999999</c:v>
                </c:pt>
                <c:pt idx="5044">
                  <c:v>1.0404599999999999</c:v>
                </c:pt>
                <c:pt idx="5045">
                  <c:v>1.0407599999999999</c:v>
                </c:pt>
                <c:pt idx="5046">
                  <c:v>1.0410699999999999</c:v>
                </c:pt>
                <c:pt idx="5047">
                  <c:v>1.0413699999999999</c:v>
                </c:pt>
                <c:pt idx="5048">
                  <c:v>1.0416799999999999</c:v>
                </c:pt>
                <c:pt idx="5049">
                  <c:v>1.0419799999999999</c:v>
                </c:pt>
                <c:pt idx="5050">
                  <c:v>1.0422899999999999</c:v>
                </c:pt>
                <c:pt idx="5051">
                  <c:v>1.0425899999999999</c:v>
                </c:pt>
                <c:pt idx="5052">
                  <c:v>1.0428999999999999</c:v>
                </c:pt>
                <c:pt idx="5053">
                  <c:v>1.0431999999999999</c:v>
                </c:pt>
                <c:pt idx="5054">
                  <c:v>1.0435099999999999</c:v>
                </c:pt>
                <c:pt idx="5055">
                  <c:v>1.0438099999999999</c:v>
                </c:pt>
                <c:pt idx="5056">
                  <c:v>1.0441199999999999</c:v>
                </c:pt>
                <c:pt idx="5057">
                  <c:v>1.04443</c:v>
                </c:pt>
                <c:pt idx="5058">
                  <c:v>1.0447299999999999</c:v>
                </c:pt>
                <c:pt idx="5059">
                  <c:v>1.04504</c:v>
                </c:pt>
                <c:pt idx="5060">
                  <c:v>1.0453399999999999</c:v>
                </c:pt>
                <c:pt idx="5061">
                  <c:v>1.04565</c:v>
                </c:pt>
                <c:pt idx="5062">
                  <c:v>1.0459499999999999</c:v>
                </c:pt>
                <c:pt idx="5063">
                  <c:v>1.04626</c:v>
                </c:pt>
                <c:pt idx="5064">
                  <c:v>1.0465599999999999</c:v>
                </c:pt>
                <c:pt idx="5065">
                  <c:v>1.04687</c:v>
                </c:pt>
                <c:pt idx="5066">
                  <c:v>1.0471699999999999</c:v>
                </c:pt>
                <c:pt idx="5067">
                  <c:v>1.04748</c:v>
                </c:pt>
                <c:pt idx="5068">
                  <c:v>1.0477799999999999</c:v>
                </c:pt>
                <c:pt idx="5069">
                  <c:v>1.04809</c:v>
                </c:pt>
                <c:pt idx="5070">
                  <c:v>1.0484</c:v>
                </c:pt>
                <c:pt idx="5071">
                  <c:v>1.0487</c:v>
                </c:pt>
                <c:pt idx="5072">
                  <c:v>1.04901</c:v>
                </c:pt>
                <c:pt idx="5073">
                  <c:v>1.04931</c:v>
                </c:pt>
                <c:pt idx="5074">
                  <c:v>1.04962</c:v>
                </c:pt>
                <c:pt idx="5075">
                  <c:v>1.04992</c:v>
                </c:pt>
                <c:pt idx="5076">
                  <c:v>1.05023</c:v>
                </c:pt>
                <c:pt idx="5077">
                  <c:v>1.05053</c:v>
                </c:pt>
                <c:pt idx="5078">
                  <c:v>1.05084</c:v>
                </c:pt>
                <c:pt idx="5079">
                  <c:v>1.05114</c:v>
                </c:pt>
                <c:pt idx="5080">
                  <c:v>1.05145</c:v>
                </c:pt>
                <c:pt idx="5081">
                  <c:v>1.05175</c:v>
                </c:pt>
                <c:pt idx="5082">
                  <c:v>1.05206</c:v>
                </c:pt>
                <c:pt idx="5083">
                  <c:v>1.05237</c:v>
                </c:pt>
                <c:pt idx="5084">
                  <c:v>1.05267</c:v>
                </c:pt>
                <c:pt idx="5085">
                  <c:v>1.05298</c:v>
                </c:pt>
                <c:pt idx="5086">
                  <c:v>1.05328</c:v>
                </c:pt>
                <c:pt idx="5087">
                  <c:v>1.05359</c:v>
                </c:pt>
                <c:pt idx="5088">
                  <c:v>1.05389</c:v>
                </c:pt>
                <c:pt idx="5089">
                  <c:v>1.0542</c:v>
                </c:pt>
                <c:pt idx="5090">
                  <c:v>1.0545</c:v>
                </c:pt>
                <c:pt idx="5091">
                  <c:v>1.05481</c:v>
                </c:pt>
                <c:pt idx="5092">
                  <c:v>1.05511</c:v>
                </c:pt>
                <c:pt idx="5093">
                  <c:v>1.05542</c:v>
                </c:pt>
                <c:pt idx="5094">
                  <c:v>1.05572</c:v>
                </c:pt>
                <c:pt idx="5095">
                  <c:v>1.05603</c:v>
                </c:pt>
                <c:pt idx="5096">
                  <c:v>1.0563400000000001</c:v>
                </c:pt>
                <c:pt idx="5097">
                  <c:v>1.05664</c:v>
                </c:pt>
                <c:pt idx="5098">
                  <c:v>1.0569500000000001</c:v>
                </c:pt>
                <c:pt idx="5099">
                  <c:v>1.05725</c:v>
                </c:pt>
                <c:pt idx="5100">
                  <c:v>1.0575600000000001</c:v>
                </c:pt>
                <c:pt idx="5101">
                  <c:v>1.05786</c:v>
                </c:pt>
                <c:pt idx="5102">
                  <c:v>1.0581700000000001</c:v>
                </c:pt>
                <c:pt idx="5103">
                  <c:v>1.05847</c:v>
                </c:pt>
                <c:pt idx="5104">
                  <c:v>1.0587800000000001</c:v>
                </c:pt>
                <c:pt idx="5105">
                  <c:v>1.05908</c:v>
                </c:pt>
                <c:pt idx="5106">
                  <c:v>1.0593900000000001</c:v>
                </c:pt>
                <c:pt idx="5107">
                  <c:v>1.0597000000000001</c:v>
                </c:pt>
                <c:pt idx="5108">
                  <c:v>1.06</c:v>
                </c:pt>
                <c:pt idx="5109">
                  <c:v>1.0603100000000001</c:v>
                </c:pt>
                <c:pt idx="5110">
                  <c:v>1.0606100000000001</c:v>
                </c:pt>
                <c:pt idx="5111">
                  <c:v>1.0609200000000001</c:v>
                </c:pt>
                <c:pt idx="5112">
                  <c:v>1.0612200000000001</c:v>
                </c:pt>
                <c:pt idx="5113">
                  <c:v>1.0615300000000001</c:v>
                </c:pt>
                <c:pt idx="5114">
                  <c:v>1.0618300000000001</c:v>
                </c:pt>
                <c:pt idx="5115">
                  <c:v>1.0621400000000001</c:v>
                </c:pt>
                <c:pt idx="5116">
                  <c:v>1.0624400000000001</c:v>
                </c:pt>
                <c:pt idx="5117">
                  <c:v>1.0627500000000001</c:v>
                </c:pt>
                <c:pt idx="5118">
                  <c:v>1.0630500000000001</c:v>
                </c:pt>
                <c:pt idx="5119">
                  <c:v>1.0633600000000001</c:v>
                </c:pt>
                <c:pt idx="5120">
                  <c:v>1.0636699999999999</c:v>
                </c:pt>
                <c:pt idx="5121">
                  <c:v>1.0639700000000001</c:v>
                </c:pt>
                <c:pt idx="5122">
                  <c:v>1.0642799999999999</c:v>
                </c:pt>
                <c:pt idx="5123">
                  <c:v>1.0645800000000001</c:v>
                </c:pt>
                <c:pt idx="5124">
                  <c:v>1.0648899999999999</c:v>
                </c:pt>
                <c:pt idx="5125">
                  <c:v>1.0651900000000001</c:v>
                </c:pt>
                <c:pt idx="5126">
                  <c:v>1.0654999999999999</c:v>
                </c:pt>
                <c:pt idx="5127">
                  <c:v>1.0658000000000001</c:v>
                </c:pt>
                <c:pt idx="5128">
                  <c:v>1.0661099999999999</c:v>
                </c:pt>
                <c:pt idx="5129">
                  <c:v>1.0664100000000001</c:v>
                </c:pt>
                <c:pt idx="5130">
                  <c:v>1.0667199999999999</c:v>
                </c:pt>
                <c:pt idx="5131">
                  <c:v>1.0670200000000001</c:v>
                </c:pt>
                <c:pt idx="5132">
                  <c:v>1.0673299999999999</c:v>
                </c:pt>
                <c:pt idx="5133">
                  <c:v>1.0676399999999999</c:v>
                </c:pt>
                <c:pt idx="5134">
                  <c:v>1.0679399999999999</c:v>
                </c:pt>
                <c:pt idx="5135">
                  <c:v>1.0682499999999999</c:v>
                </c:pt>
                <c:pt idx="5136">
                  <c:v>1.0685500000000001</c:v>
                </c:pt>
                <c:pt idx="5137">
                  <c:v>1.0688599999999999</c:v>
                </c:pt>
                <c:pt idx="5138">
                  <c:v>1.0691600000000001</c:v>
                </c:pt>
                <c:pt idx="5139">
                  <c:v>1.0694699999999999</c:v>
                </c:pt>
                <c:pt idx="5140">
                  <c:v>1.0697700000000001</c:v>
                </c:pt>
                <c:pt idx="5141">
                  <c:v>1.0700799999999999</c:v>
                </c:pt>
                <c:pt idx="5142">
                  <c:v>1.0703800000000001</c:v>
                </c:pt>
                <c:pt idx="5143">
                  <c:v>1.0706899999999999</c:v>
                </c:pt>
                <c:pt idx="5144">
                  <c:v>1.0709900000000001</c:v>
                </c:pt>
                <c:pt idx="5145">
                  <c:v>1.0712999999999999</c:v>
                </c:pt>
                <c:pt idx="5146">
                  <c:v>1.07161</c:v>
                </c:pt>
                <c:pt idx="5147">
                  <c:v>1.0719099999999999</c:v>
                </c:pt>
                <c:pt idx="5148">
                  <c:v>1.07222</c:v>
                </c:pt>
                <c:pt idx="5149">
                  <c:v>1.0725199999999999</c:v>
                </c:pt>
                <c:pt idx="5150">
                  <c:v>1.07283</c:v>
                </c:pt>
                <c:pt idx="5151">
                  <c:v>1.0731299999999999</c:v>
                </c:pt>
                <c:pt idx="5152">
                  <c:v>1.0734399999999999</c:v>
                </c:pt>
                <c:pt idx="5153">
                  <c:v>1.0737399999999999</c:v>
                </c:pt>
                <c:pt idx="5154">
                  <c:v>1.0740499999999999</c:v>
                </c:pt>
                <c:pt idx="5155">
                  <c:v>1.0743499999999999</c:v>
                </c:pt>
                <c:pt idx="5156">
                  <c:v>1.0746599999999999</c:v>
                </c:pt>
                <c:pt idx="5157">
                  <c:v>1.07497</c:v>
                </c:pt>
                <c:pt idx="5158">
                  <c:v>1.0752699999999999</c:v>
                </c:pt>
                <c:pt idx="5159">
                  <c:v>1.07558</c:v>
                </c:pt>
                <c:pt idx="5160">
                  <c:v>1.0758799999999999</c:v>
                </c:pt>
                <c:pt idx="5161">
                  <c:v>1.07619</c:v>
                </c:pt>
                <c:pt idx="5162">
                  <c:v>1.0764899999999999</c:v>
                </c:pt>
                <c:pt idx="5163">
                  <c:v>1.0768</c:v>
                </c:pt>
                <c:pt idx="5164">
                  <c:v>1.0770999999999999</c:v>
                </c:pt>
                <c:pt idx="5165">
                  <c:v>1.07741</c:v>
                </c:pt>
                <c:pt idx="5166">
                  <c:v>1.0777099999999999</c:v>
                </c:pt>
                <c:pt idx="5167">
                  <c:v>1.07802</c:v>
                </c:pt>
                <c:pt idx="5168">
                  <c:v>1.0783199999999999</c:v>
                </c:pt>
                <c:pt idx="5169">
                  <c:v>1.07863</c:v>
                </c:pt>
                <c:pt idx="5170">
                  <c:v>1.07894</c:v>
                </c:pt>
                <c:pt idx="5171">
                  <c:v>1.07924</c:v>
                </c:pt>
                <c:pt idx="5172">
                  <c:v>1.07955</c:v>
                </c:pt>
                <c:pt idx="5173">
                  <c:v>1.07985</c:v>
                </c:pt>
                <c:pt idx="5174">
                  <c:v>1.08016</c:v>
                </c:pt>
                <c:pt idx="5175">
                  <c:v>1.08046</c:v>
                </c:pt>
                <c:pt idx="5176">
                  <c:v>1.08077</c:v>
                </c:pt>
                <c:pt idx="5177">
                  <c:v>1.08107</c:v>
                </c:pt>
                <c:pt idx="5178">
                  <c:v>1.08138</c:v>
                </c:pt>
                <c:pt idx="5179">
                  <c:v>1.08168</c:v>
                </c:pt>
                <c:pt idx="5180">
                  <c:v>1.08199</c:v>
                </c:pt>
                <c:pt idx="5181">
                  <c:v>1.08229</c:v>
                </c:pt>
                <c:pt idx="5182">
                  <c:v>1.0826</c:v>
                </c:pt>
                <c:pt idx="5183">
                  <c:v>1.08291</c:v>
                </c:pt>
                <c:pt idx="5184">
                  <c:v>1.08321</c:v>
                </c:pt>
                <c:pt idx="5185">
                  <c:v>1.08352</c:v>
                </c:pt>
                <c:pt idx="5186">
                  <c:v>1.08382</c:v>
                </c:pt>
                <c:pt idx="5187">
                  <c:v>1.08413</c:v>
                </c:pt>
                <c:pt idx="5188">
                  <c:v>1.08443</c:v>
                </c:pt>
                <c:pt idx="5189">
                  <c:v>1.08474</c:v>
                </c:pt>
                <c:pt idx="5190">
                  <c:v>1.08504</c:v>
                </c:pt>
                <c:pt idx="5191">
                  <c:v>1.08535</c:v>
                </c:pt>
                <c:pt idx="5192">
                  <c:v>1.08565</c:v>
                </c:pt>
                <c:pt idx="5193">
                  <c:v>1.08596</c:v>
                </c:pt>
                <c:pt idx="5194">
                  <c:v>1.08626</c:v>
                </c:pt>
                <c:pt idx="5195">
                  <c:v>1.08657</c:v>
                </c:pt>
                <c:pt idx="5196">
                  <c:v>1.0868800000000001</c:v>
                </c:pt>
                <c:pt idx="5197">
                  <c:v>1.08718</c:v>
                </c:pt>
                <c:pt idx="5198">
                  <c:v>1.0874900000000001</c:v>
                </c:pt>
                <c:pt idx="5199">
                  <c:v>1.08779</c:v>
                </c:pt>
                <c:pt idx="5200">
                  <c:v>1.0881000000000001</c:v>
                </c:pt>
                <c:pt idx="5201">
                  <c:v>1.0884</c:v>
                </c:pt>
                <c:pt idx="5202">
                  <c:v>1.0887100000000001</c:v>
                </c:pt>
                <c:pt idx="5203">
                  <c:v>1.08901</c:v>
                </c:pt>
                <c:pt idx="5204">
                  <c:v>1.0893200000000001</c:v>
                </c:pt>
                <c:pt idx="5205">
                  <c:v>1.08962</c:v>
                </c:pt>
                <c:pt idx="5206">
                  <c:v>1.0899300000000001</c:v>
                </c:pt>
                <c:pt idx="5207">
                  <c:v>1.09023</c:v>
                </c:pt>
                <c:pt idx="5208">
                  <c:v>1.0905400000000001</c:v>
                </c:pt>
                <c:pt idx="5209">
                  <c:v>1.0908500000000001</c:v>
                </c:pt>
                <c:pt idx="5210">
                  <c:v>1.0911500000000001</c:v>
                </c:pt>
                <c:pt idx="5211">
                  <c:v>1.0914600000000001</c:v>
                </c:pt>
                <c:pt idx="5212">
                  <c:v>1.0917600000000001</c:v>
                </c:pt>
                <c:pt idx="5213">
                  <c:v>1.0920700000000001</c:v>
                </c:pt>
                <c:pt idx="5214">
                  <c:v>1.0923700000000001</c:v>
                </c:pt>
                <c:pt idx="5215">
                  <c:v>1.0926800000000001</c:v>
                </c:pt>
                <c:pt idx="5216">
                  <c:v>1.0929800000000001</c:v>
                </c:pt>
                <c:pt idx="5217">
                  <c:v>1.0932900000000001</c:v>
                </c:pt>
                <c:pt idx="5218">
                  <c:v>1.0935900000000001</c:v>
                </c:pt>
                <c:pt idx="5219">
                  <c:v>1.0939000000000001</c:v>
                </c:pt>
                <c:pt idx="5220">
                  <c:v>1.0942099999999999</c:v>
                </c:pt>
                <c:pt idx="5221">
                  <c:v>1.0945100000000001</c:v>
                </c:pt>
                <c:pt idx="5222">
                  <c:v>1.0948199999999999</c:v>
                </c:pt>
                <c:pt idx="5223">
                  <c:v>1.0951200000000001</c:v>
                </c:pt>
                <c:pt idx="5224">
                  <c:v>1.0954299999999999</c:v>
                </c:pt>
                <c:pt idx="5225">
                  <c:v>1.0957300000000001</c:v>
                </c:pt>
                <c:pt idx="5226">
                  <c:v>1.0960399999999999</c:v>
                </c:pt>
                <c:pt idx="5227">
                  <c:v>1.0963400000000001</c:v>
                </c:pt>
                <c:pt idx="5228">
                  <c:v>1.0966499999999999</c:v>
                </c:pt>
                <c:pt idx="5229">
                  <c:v>1.0969500000000001</c:v>
                </c:pt>
                <c:pt idx="5230">
                  <c:v>1.0972599999999999</c:v>
                </c:pt>
                <c:pt idx="5231">
                  <c:v>1.0975600000000001</c:v>
                </c:pt>
                <c:pt idx="5232">
                  <c:v>1.0978699999999999</c:v>
                </c:pt>
                <c:pt idx="5233">
                  <c:v>1.0981799999999999</c:v>
                </c:pt>
                <c:pt idx="5234">
                  <c:v>1.0984799999999999</c:v>
                </c:pt>
                <c:pt idx="5235">
                  <c:v>1.0987899999999999</c:v>
                </c:pt>
                <c:pt idx="5236">
                  <c:v>1.0990899999999999</c:v>
                </c:pt>
                <c:pt idx="5237">
                  <c:v>1.0993999999999999</c:v>
                </c:pt>
                <c:pt idx="5238">
                  <c:v>1.0996999999999999</c:v>
                </c:pt>
                <c:pt idx="5239">
                  <c:v>1.1000099999999999</c:v>
                </c:pt>
                <c:pt idx="5240">
                  <c:v>1.1003099999999999</c:v>
                </c:pt>
                <c:pt idx="5241">
                  <c:v>1.1006199999999999</c:v>
                </c:pt>
                <c:pt idx="5242">
                  <c:v>1.1009199999999999</c:v>
                </c:pt>
                <c:pt idx="5243">
                  <c:v>1.1012299999999999</c:v>
                </c:pt>
                <c:pt idx="5244">
                  <c:v>1.1015299999999999</c:v>
                </c:pt>
                <c:pt idx="5245">
                  <c:v>1.1018399999999999</c:v>
                </c:pt>
                <c:pt idx="5246">
                  <c:v>1.10215</c:v>
                </c:pt>
                <c:pt idx="5247">
                  <c:v>1.1024499999999999</c:v>
                </c:pt>
                <c:pt idx="5248">
                  <c:v>1.10276</c:v>
                </c:pt>
                <c:pt idx="5249">
                  <c:v>1.1030599999999999</c:v>
                </c:pt>
                <c:pt idx="5250">
                  <c:v>1.10337</c:v>
                </c:pt>
                <c:pt idx="5251">
                  <c:v>1.1036699999999999</c:v>
                </c:pt>
                <c:pt idx="5252">
                  <c:v>1.10398</c:v>
                </c:pt>
                <c:pt idx="5253">
                  <c:v>1.1042799999999999</c:v>
                </c:pt>
                <c:pt idx="5254">
                  <c:v>1.10459</c:v>
                </c:pt>
                <c:pt idx="5255">
                  <c:v>1.1048899999999999</c:v>
                </c:pt>
                <c:pt idx="5256">
                  <c:v>1.1052</c:v>
                </c:pt>
                <c:pt idx="5257">
                  <c:v>1.1054999999999999</c:v>
                </c:pt>
                <c:pt idx="5258">
                  <c:v>1.10581</c:v>
                </c:pt>
                <c:pt idx="5259">
                  <c:v>1.10612</c:v>
                </c:pt>
                <c:pt idx="5260">
                  <c:v>1.10642</c:v>
                </c:pt>
                <c:pt idx="5261">
                  <c:v>1.10673</c:v>
                </c:pt>
                <c:pt idx="5262">
                  <c:v>1.10703</c:v>
                </c:pt>
                <c:pt idx="5263">
                  <c:v>1.10734</c:v>
                </c:pt>
                <c:pt idx="5264">
                  <c:v>1.10764</c:v>
                </c:pt>
                <c:pt idx="5265">
                  <c:v>1.10795</c:v>
                </c:pt>
                <c:pt idx="5266">
                  <c:v>1.10825</c:v>
                </c:pt>
                <c:pt idx="5267">
                  <c:v>1.10856</c:v>
                </c:pt>
                <c:pt idx="5268">
                  <c:v>1.10886</c:v>
                </c:pt>
                <c:pt idx="5269">
                  <c:v>1.10917</c:v>
                </c:pt>
                <c:pt idx="5270">
                  <c:v>1.10947</c:v>
                </c:pt>
                <c:pt idx="5271">
                  <c:v>1.10978</c:v>
                </c:pt>
                <c:pt idx="5272">
                  <c:v>1.11009</c:v>
                </c:pt>
                <c:pt idx="5273">
                  <c:v>1.11039</c:v>
                </c:pt>
                <c:pt idx="5274">
                  <c:v>1.1107</c:v>
                </c:pt>
                <c:pt idx="5275">
                  <c:v>1.111</c:v>
                </c:pt>
                <c:pt idx="5276">
                  <c:v>1.11131</c:v>
                </c:pt>
                <c:pt idx="5277">
                  <c:v>1.11161</c:v>
                </c:pt>
                <c:pt idx="5278">
                  <c:v>1.11192</c:v>
                </c:pt>
                <c:pt idx="5279">
                  <c:v>1.11222</c:v>
                </c:pt>
                <c:pt idx="5280">
                  <c:v>1.11253</c:v>
                </c:pt>
                <c:pt idx="5281">
                  <c:v>1.11283</c:v>
                </c:pt>
                <c:pt idx="5282">
                  <c:v>1.11314</c:v>
                </c:pt>
                <c:pt idx="5283">
                  <c:v>1.1134500000000001</c:v>
                </c:pt>
                <c:pt idx="5284">
                  <c:v>1.11375</c:v>
                </c:pt>
                <c:pt idx="5285">
                  <c:v>1.1140600000000001</c:v>
                </c:pt>
                <c:pt idx="5286">
                  <c:v>1.11436</c:v>
                </c:pt>
                <c:pt idx="5287">
                  <c:v>1.11467</c:v>
                </c:pt>
                <c:pt idx="5288">
                  <c:v>1.11497</c:v>
                </c:pt>
                <c:pt idx="5289">
                  <c:v>1.11528</c:v>
                </c:pt>
                <c:pt idx="5290">
                  <c:v>1.11558</c:v>
                </c:pt>
                <c:pt idx="5291">
                  <c:v>1.11589</c:v>
                </c:pt>
                <c:pt idx="5292">
                  <c:v>1.11619</c:v>
                </c:pt>
                <c:pt idx="5293">
                  <c:v>1.1165</c:v>
                </c:pt>
                <c:pt idx="5294">
                  <c:v>1.1168</c:v>
                </c:pt>
                <c:pt idx="5295">
                  <c:v>1.11711</c:v>
                </c:pt>
                <c:pt idx="5296">
                  <c:v>1.1174200000000001</c:v>
                </c:pt>
                <c:pt idx="5297">
                  <c:v>1.11772</c:v>
                </c:pt>
                <c:pt idx="5298">
                  <c:v>1.1180300000000001</c:v>
                </c:pt>
                <c:pt idx="5299">
                  <c:v>1.11833</c:v>
                </c:pt>
                <c:pt idx="5300">
                  <c:v>1.1186400000000001</c:v>
                </c:pt>
                <c:pt idx="5301">
                  <c:v>1.11894</c:v>
                </c:pt>
                <c:pt idx="5302">
                  <c:v>1.1192500000000001</c:v>
                </c:pt>
                <c:pt idx="5303">
                  <c:v>1.11955</c:v>
                </c:pt>
                <c:pt idx="5304">
                  <c:v>1.1198600000000001</c:v>
                </c:pt>
                <c:pt idx="5305">
                  <c:v>1.12016</c:v>
                </c:pt>
                <c:pt idx="5306">
                  <c:v>1.1204700000000001</c:v>
                </c:pt>
                <c:pt idx="5307">
                  <c:v>1.12077</c:v>
                </c:pt>
                <c:pt idx="5308">
                  <c:v>1.1210800000000001</c:v>
                </c:pt>
                <c:pt idx="5309">
                  <c:v>1.1213900000000001</c:v>
                </c:pt>
                <c:pt idx="5310">
                  <c:v>1.1216900000000001</c:v>
                </c:pt>
                <c:pt idx="5311">
                  <c:v>1.1220000000000001</c:v>
                </c:pt>
                <c:pt idx="5312">
                  <c:v>1.1223000000000001</c:v>
                </c:pt>
                <c:pt idx="5313">
                  <c:v>1.1226100000000001</c:v>
                </c:pt>
                <c:pt idx="5314">
                  <c:v>1.1229100000000001</c:v>
                </c:pt>
                <c:pt idx="5315">
                  <c:v>1.1232200000000001</c:v>
                </c:pt>
                <c:pt idx="5316">
                  <c:v>1.1235200000000001</c:v>
                </c:pt>
                <c:pt idx="5317">
                  <c:v>1.1238300000000001</c:v>
                </c:pt>
                <c:pt idx="5318">
                  <c:v>1.1241300000000001</c:v>
                </c:pt>
                <c:pt idx="5319">
                  <c:v>1.1244400000000001</c:v>
                </c:pt>
                <c:pt idx="5320">
                  <c:v>1.1247400000000001</c:v>
                </c:pt>
                <c:pt idx="5321">
                  <c:v>1.1250500000000001</c:v>
                </c:pt>
                <c:pt idx="5322">
                  <c:v>1.1253599999999999</c:v>
                </c:pt>
                <c:pt idx="5323">
                  <c:v>1.1256600000000001</c:v>
                </c:pt>
                <c:pt idx="5324">
                  <c:v>1.1259699999999999</c:v>
                </c:pt>
                <c:pt idx="5325">
                  <c:v>1.1262700000000001</c:v>
                </c:pt>
                <c:pt idx="5326">
                  <c:v>1.1265799999999999</c:v>
                </c:pt>
                <c:pt idx="5327">
                  <c:v>1.1268800000000001</c:v>
                </c:pt>
                <c:pt idx="5328">
                  <c:v>1.1271899999999999</c:v>
                </c:pt>
                <c:pt idx="5329">
                  <c:v>1.1274900000000001</c:v>
                </c:pt>
                <c:pt idx="5330">
                  <c:v>1.1277999999999999</c:v>
                </c:pt>
                <c:pt idx="5331">
                  <c:v>1.1281000000000001</c:v>
                </c:pt>
                <c:pt idx="5332">
                  <c:v>1.1284099999999999</c:v>
                </c:pt>
                <c:pt idx="5333">
                  <c:v>1.1287199999999999</c:v>
                </c:pt>
                <c:pt idx="5334">
                  <c:v>1.1290199999999999</c:v>
                </c:pt>
                <c:pt idx="5335">
                  <c:v>1.1293299999999999</c:v>
                </c:pt>
                <c:pt idx="5336">
                  <c:v>1.1296299999999999</c:v>
                </c:pt>
                <c:pt idx="5337">
                  <c:v>1.1299399999999999</c:v>
                </c:pt>
                <c:pt idx="5338">
                  <c:v>1.1302399999999999</c:v>
                </c:pt>
                <c:pt idx="5339">
                  <c:v>1.1305499999999999</c:v>
                </c:pt>
                <c:pt idx="5340">
                  <c:v>1.1308499999999999</c:v>
                </c:pt>
                <c:pt idx="5341">
                  <c:v>1.1311599999999999</c:v>
                </c:pt>
                <c:pt idx="5342">
                  <c:v>1.1314599999999999</c:v>
                </c:pt>
                <c:pt idx="5343">
                  <c:v>1.1317699999999999</c:v>
                </c:pt>
                <c:pt idx="5344">
                  <c:v>1.1320699999999999</c:v>
                </c:pt>
                <c:pt idx="5345">
                  <c:v>1.1323799999999999</c:v>
                </c:pt>
                <c:pt idx="5346">
                  <c:v>1.13269</c:v>
                </c:pt>
                <c:pt idx="5347">
                  <c:v>1.1329899999999999</c:v>
                </c:pt>
                <c:pt idx="5348">
                  <c:v>1.1333</c:v>
                </c:pt>
                <c:pt idx="5349">
                  <c:v>1.1335999999999999</c:v>
                </c:pt>
                <c:pt idx="5350">
                  <c:v>1.13391</c:v>
                </c:pt>
                <c:pt idx="5351">
                  <c:v>1.1342099999999999</c:v>
                </c:pt>
                <c:pt idx="5352">
                  <c:v>1.13452</c:v>
                </c:pt>
                <c:pt idx="5353">
                  <c:v>1.1348199999999999</c:v>
                </c:pt>
                <c:pt idx="5354">
                  <c:v>1.13513</c:v>
                </c:pt>
                <c:pt idx="5355">
                  <c:v>1.1354299999999999</c:v>
                </c:pt>
                <c:pt idx="5356">
                  <c:v>1.13574</c:v>
                </c:pt>
                <c:pt idx="5357">
                  <c:v>1.1360399999999999</c:v>
                </c:pt>
                <c:pt idx="5358">
                  <c:v>1.13635</c:v>
                </c:pt>
                <c:pt idx="5359">
                  <c:v>1.13666</c:v>
                </c:pt>
                <c:pt idx="5360">
                  <c:v>1.13696</c:v>
                </c:pt>
                <c:pt idx="5361">
                  <c:v>1.13727</c:v>
                </c:pt>
                <c:pt idx="5362">
                  <c:v>1.13757</c:v>
                </c:pt>
                <c:pt idx="5363">
                  <c:v>1.13788</c:v>
                </c:pt>
                <c:pt idx="5364">
                  <c:v>1.13818</c:v>
                </c:pt>
                <c:pt idx="5365">
                  <c:v>1.13849</c:v>
                </c:pt>
                <c:pt idx="5366">
                  <c:v>1.13879</c:v>
                </c:pt>
                <c:pt idx="5367">
                  <c:v>1.1391</c:v>
                </c:pt>
                <c:pt idx="5368">
                  <c:v>1.1394</c:v>
                </c:pt>
                <c:pt idx="5369">
                  <c:v>1.13971</c:v>
                </c:pt>
                <c:pt idx="5370">
                  <c:v>1.14001</c:v>
                </c:pt>
                <c:pt idx="5371">
                  <c:v>1.14032</c:v>
                </c:pt>
                <c:pt idx="5372">
                  <c:v>1.14063</c:v>
                </c:pt>
                <c:pt idx="5373">
                  <c:v>1.14093</c:v>
                </c:pt>
                <c:pt idx="5374">
                  <c:v>1.14124</c:v>
                </c:pt>
                <c:pt idx="5375">
                  <c:v>1.14154</c:v>
                </c:pt>
                <c:pt idx="5376">
                  <c:v>1.14185</c:v>
                </c:pt>
                <c:pt idx="5377">
                  <c:v>1.14215</c:v>
                </c:pt>
                <c:pt idx="5378">
                  <c:v>1.14246</c:v>
                </c:pt>
                <c:pt idx="5379">
                  <c:v>1.14276</c:v>
                </c:pt>
                <c:pt idx="5380">
                  <c:v>1.14307</c:v>
                </c:pt>
                <c:pt idx="5381">
                  <c:v>1.14337</c:v>
                </c:pt>
                <c:pt idx="5382">
                  <c:v>1.14368</c:v>
                </c:pt>
                <c:pt idx="5383">
                  <c:v>1.14398</c:v>
                </c:pt>
                <c:pt idx="5384">
                  <c:v>1.14429</c:v>
                </c:pt>
                <c:pt idx="5385">
                  <c:v>1.1446000000000001</c:v>
                </c:pt>
                <c:pt idx="5386">
                  <c:v>1.1449</c:v>
                </c:pt>
                <c:pt idx="5387">
                  <c:v>1.1452100000000001</c:v>
                </c:pt>
                <c:pt idx="5388">
                  <c:v>1.14551</c:v>
                </c:pt>
                <c:pt idx="5389">
                  <c:v>1.1458200000000001</c:v>
                </c:pt>
                <c:pt idx="5390">
                  <c:v>1.14612</c:v>
                </c:pt>
                <c:pt idx="5391">
                  <c:v>1.1464300000000001</c:v>
                </c:pt>
                <c:pt idx="5392">
                  <c:v>1.14673</c:v>
                </c:pt>
                <c:pt idx="5393">
                  <c:v>1.1470400000000001</c:v>
                </c:pt>
                <c:pt idx="5394">
                  <c:v>1.14734</c:v>
                </c:pt>
                <c:pt idx="5395">
                  <c:v>1.1476500000000001</c:v>
                </c:pt>
                <c:pt idx="5396">
                  <c:v>1.1479600000000001</c:v>
                </c:pt>
                <c:pt idx="5397">
                  <c:v>1.1482600000000001</c:v>
                </c:pt>
                <c:pt idx="5398">
                  <c:v>1.1485700000000001</c:v>
                </c:pt>
                <c:pt idx="5399">
                  <c:v>1.1488700000000001</c:v>
                </c:pt>
                <c:pt idx="5400">
                  <c:v>1.1491800000000001</c:v>
                </c:pt>
                <c:pt idx="5401">
                  <c:v>1.1494800000000001</c:v>
                </c:pt>
                <c:pt idx="5402">
                  <c:v>1.1497900000000001</c:v>
                </c:pt>
                <c:pt idx="5403">
                  <c:v>1.1500900000000001</c:v>
                </c:pt>
                <c:pt idx="5404">
                  <c:v>1.1504000000000001</c:v>
                </c:pt>
                <c:pt idx="5405">
                  <c:v>1.1507000000000001</c:v>
                </c:pt>
                <c:pt idx="5406">
                  <c:v>1.1510100000000001</c:v>
                </c:pt>
                <c:pt idx="5407">
                  <c:v>1.1513100000000001</c:v>
                </c:pt>
                <c:pt idx="5408">
                  <c:v>1.1516200000000001</c:v>
                </c:pt>
                <c:pt idx="5409">
                  <c:v>1.1519299999999999</c:v>
                </c:pt>
                <c:pt idx="5410">
                  <c:v>1.1522300000000001</c:v>
                </c:pt>
                <c:pt idx="5411">
                  <c:v>1.1525399999999999</c:v>
                </c:pt>
                <c:pt idx="5412">
                  <c:v>1.1528400000000001</c:v>
                </c:pt>
                <c:pt idx="5413">
                  <c:v>1.1531499999999999</c:v>
                </c:pt>
                <c:pt idx="5414">
                  <c:v>1.1534500000000001</c:v>
                </c:pt>
                <c:pt idx="5415">
                  <c:v>1.1537599999999999</c:v>
                </c:pt>
                <c:pt idx="5416">
                  <c:v>1.1540600000000001</c:v>
                </c:pt>
                <c:pt idx="5417">
                  <c:v>1.1543699999999999</c:v>
                </c:pt>
                <c:pt idx="5418">
                  <c:v>1.1546700000000001</c:v>
                </c:pt>
                <c:pt idx="5419">
                  <c:v>1.1549799999999999</c:v>
                </c:pt>
                <c:pt idx="5420">
                  <c:v>1.1552800000000001</c:v>
                </c:pt>
                <c:pt idx="5421">
                  <c:v>1.1555899999999999</c:v>
                </c:pt>
                <c:pt idx="5422">
                  <c:v>1.1558999999999999</c:v>
                </c:pt>
                <c:pt idx="5423">
                  <c:v>1.1561999999999999</c:v>
                </c:pt>
                <c:pt idx="5424">
                  <c:v>1.1565099999999999</c:v>
                </c:pt>
                <c:pt idx="5425">
                  <c:v>1.1568099999999999</c:v>
                </c:pt>
                <c:pt idx="5426">
                  <c:v>1.1571199999999999</c:v>
                </c:pt>
                <c:pt idx="5427">
                  <c:v>1.1574199999999999</c:v>
                </c:pt>
                <c:pt idx="5428">
                  <c:v>1.1577299999999999</c:v>
                </c:pt>
                <c:pt idx="5429">
                  <c:v>1.1580299999999999</c:v>
                </c:pt>
                <c:pt idx="5430">
                  <c:v>1.1583399999999999</c:v>
                </c:pt>
                <c:pt idx="5431">
                  <c:v>1.1586399999999999</c:v>
                </c:pt>
                <c:pt idx="5432">
                  <c:v>1.1589499999999999</c:v>
                </c:pt>
                <c:pt idx="5433">
                  <c:v>1.1592499999999999</c:v>
                </c:pt>
                <c:pt idx="5434">
                  <c:v>1.1595599999999999</c:v>
                </c:pt>
                <c:pt idx="5435">
                  <c:v>1.15987</c:v>
                </c:pt>
                <c:pt idx="5436">
                  <c:v>1.1601699999999999</c:v>
                </c:pt>
                <c:pt idx="5437">
                  <c:v>1.16048</c:v>
                </c:pt>
                <c:pt idx="5438">
                  <c:v>1.1607799999999999</c:v>
                </c:pt>
                <c:pt idx="5439">
                  <c:v>1.16109</c:v>
                </c:pt>
                <c:pt idx="5440">
                  <c:v>1.1613899999999999</c:v>
                </c:pt>
                <c:pt idx="5441">
                  <c:v>1.1617</c:v>
                </c:pt>
                <c:pt idx="5442">
                  <c:v>1.1619999999999999</c:v>
                </c:pt>
                <c:pt idx="5443">
                  <c:v>1.16231</c:v>
                </c:pt>
                <c:pt idx="5444">
                  <c:v>1.1626099999999999</c:v>
                </c:pt>
                <c:pt idx="5445">
                  <c:v>1.16292</c:v>
                </c:pt>
                <c:pt idx="5446">
                  <c:v>1.1632199999999999</c:v>
                </c:pt>
                <c:pt idx="5447">
                  <c:v>1.16353</c:v>
                </c:pt>
                <c:pt idx="5448">
                  <c:v>1.16384</c:v>
                </c:pt>
                <c:pt idx="5449">
                  <c:v>1.16414</c:v>
                </c:pt>
                <c:pt idx="5450">
                  <c:v>1.16445</c:v>
                </c:pt>
                <c:pt idx="5451">
                  <c:v>1.16475</c:v>
                </c:pt>
                <c:pt idx="5452">
                  <c:v>1.16506</c:v>
                </c:pt>
                <c:pt idx="5453">
                  <c:v>1.16536</c:v>
                </c:pt>
                <c:pt idx="5454">
                  <c:v>1.16567</c:v>
                </c:pt>
                <c:pt idx="5455">
                  <c:v>1.16597</c:v>
                </c:pt>
                <c:pt idx="5456">
                  <c:v>1.16628</c:v>
                </c:pt>
                <c:pt idx="5457">
                  <c:v>1.16658</c:v>
                </c:pt>
                <c:pt idx="5458">
                  <c:v>1.16689</c:v>
                </c:pt>
                <c:pt idx="5459">
                  <c:v>1.1672</c:v>
                </c:pt>
                <c:pt idx="5460">
                  <c:v>1.1675</c:v>
                </c:pt>
                <c:pt idx="5461">
                  <c:v>1.16781</c:v>
                </c:pt>
                <c:pt idx="5462">
                  <c:v>1.16811</c:v>
                </c:pt>
                <c:pt idx="5463">
                  <c:v>1.16842</c:v>
                </c:pt>
                <c:pt idx="5464">
                  <c:v>1.16872</c:v>
                </c:pt>
                <c:pt idx="5465">
                  <c:v>1.16903</c:v>
                </c:pt>
                <c:pt idx="5466">
                  <c:v>1.16933</c:v>
                </c:pt>
                <c:pt idx="5467">
                  <c:v>1.16964</c:v>
                </c:pt>
                <c:pt idx="5468">
                  <c:v>1.16994</c:v>
                </c:pt>
                <c:pt idx="5469">
                  <c:v>1.17025</c:v>
                </c:pt>
                <c:pt idx="5470">
                  <c:v>1.17055</c:v>
                </c:pt>
                <c:pt idx="5471">
                  <c:v>1.17086</c:v>
                </c:pt>
                <c:pt idx="5472">
                  <c:v>1.17117</c:v>
                </c:pt>
                <c:pt idx="5473">
                  <c:v>1.17147</c:v>
                </c:pt>
                <c:pt idx="5474">
                  <c:v>1.17178</c:v>
                </c:pt>
                <c:pt idx="5475">
                  <c:v>1.17208</c:v>
                </c:pt>
                <c:pt idx="5476">
                  <c:v>1.17239</c:v>
                </c:pt>
                <c:pt idx="5477">
                  <c:v>1.17269</c:v>
                </c:pt>
                <c:pt idx="5478">
                  <c:v>1.173</c:v>
                </c:pt>
                <c:pt idx="5479">
                  <c:v>1.1733</c:v>
                </c:pt>
                <c:pt idx="5480">
                  <c:v>1.17361</c:v>
                </c:pt>
                <c:pt idx="5481">
                  <c:v>1.17391</c:v>
                </c:pt>
                <c:pt idx="5482">
                  <c:v>1.17422</c:v>
                </c:pt>
                <c:pt idx="5483">
                  <c:v>1.17452</c:v>
                </c:pt>
                <c:pt idx="5484">
                  <c:v>1.17483</c:v>
                </c:pt>
                <c:pt idx="5485">
                  <c:v>1.1751400000000001</c:v>
                </c:pt>
                <c:pt idx="5486">
                  <c:v>1.17544</c:v>
                </c:pt>
                <c:pt idx="5487">
                  <c:v>1.1757500000000001</c:v>
                </c:pt>
                <c:pt idx="5488">
                  <c:v>1.17605</c:v>
                </c:pt>
                <c:pt idx="5489">
                  <c:v>1.1763600000000001</c:v>
                </c:pt>
                <c:pt idx="5490">
                  <c:v>1.17666</c:v>
                </c:pt>
                <c:pt idx="5491">
                  <c:v>1.1769700000000001</c:v>
                </c:pt>
                <c:pt idx="5492">
                  <c:v>1.17727</c:v>
                </c:pt>
                <c:pt idx="5493">
                  <c:v>1.1775800000000001</c:v>
                </c:pt>
                <c:pt idx="5494">
                  <c:v>1.17788</c:v>
                </c:pt>
                <c:pt idx="5495">
                  <c:v>1.1781900000000001</c:v>
                </c:pt>
                <c:pt idx="5496">
                  <c:v>1.17849</c:v>
                </c:pt>
                <c:pt idx="5497">
                  <c:v>1.1788000000000001</c:v>
                </c:pt>
                <c:pt idx="5498">
                  <c:v>1.1791100000000001</c:v>
                </c:pt>
                <c:pt idx="5499">
                  <c:v>1.1794100000000001</c:v>
                </c:pt>
                <c:pt idx="5500">
                  <c:v>1.1797200000000001</c:v>
                </c:pt>
                <c:pt idx="5501">
                  <c:v>1.1800200000000001</c:v>
                </c:pt>
                <c:pt idx="5502">
                  <c:v>1.1803300000000001</c:v>
                </c:pt>
                <c:pt idx="5503">
                  <c:v>1.1806300000000001</c:v>
                </c:pt>
                <c:pt idx="5504">
                  <c:v>1.1809400000000001</c:v>
                </c:pt>
                <c:pt idx="5505">
                  <c:v>1.1812400000000001</c:v>
                </c:pt>
                <c:pt idx="5506">
                  <c:v>1.1815500000000001</c:v>
                </c:pt>
                <c:pt idx="5507">
                  <c:v>1.1818500000000001</c:v>
                </c:pt>
                <c:pt idx="5508">
                  <c:v>1.1821600000000001</c:v>
                </c:pt>
                <c:pt idx="5509">
                  <c:v>1.1824600000000001</c:v>
                </c:pt>
                <c:pt idx="5510">
                  <c:v>1.1827700000000001</c:v>
                </c:pt>
                <c:pt idx="5511">
                  <c:v>1.1830799999999999</c:v>
                </c:pt>
                <c:pt idx="5512">
                  <c:v>1.1833800000000001</c:v>
                </c:pt>
                <c:pt idx="5513">
                  <c:v>1.1836899999999999</c:v>
                </c:pt>
                <c:pt idx="5514">
                  <c:v>1.1839900000000001</c:v>
                </c:pt>
                <c:pt idx="5515">
                  <c:v>1.1842999999999999</c:v>
                </c:pt>
                <c:pt idx="5516">
                  <c:v>1.1846000000000001</c:v>
                </c:pt>
                <c:pt idx="5517">
                  <c:v>1.1849099999999999</c:v>
                </c:pt>
                <c:pt idx="5518">
                  <c:v>1.1852100000000001</c:v>
                </c:pt>
                <c:pt idx="5519">
                  <c:v>1.1855199999999999</c:v>
                </c:pt>
                <c:pt idx="5520">
                  <c:v>1.1858200000000001</c:v>
                </c:pt>
                <c:pt idx="5521">
                  <c:v>1.1861299999999999</c:v>
                </c:pt>
                <c:pt idx="5522">
                  <c:v>1.1864399999999999</c:v>
                </c:pt>
                <c:pt idx="5523">
                  <c:v>1.1867399999999999</c:v>
                </c:pt>
                <c:pt idx="5524">
                  <c:v>1.1870499999999999</c:v>
                </c:pt>
                <c:pt idx="5525">
                  <c:v>1.1873499999999999</c:v>
                </c:pt>
                <c:pt idx="5526">
                  <c:v>1.1876599999999999</c:v>
                </c:pt>
                <c:pt idx="5527">
                  <c:v>1.1879599999999999</c:v>
                </c:pt>
                <c:pt idx="5528">
                  <c:v>1.1882699999999999</c:v>
                </c:pt>
                <c:pt idx="5529">
                  <c:v>1.1885699999999999</c:v>
                </c:pt>
                <c:pt idx="5530">
                  <c:v>1.1888799999999999</c:v>
                </c:pt>
                <c:pt idx="5531">
                  <c:v>1.1891799999999999</c:v>
                </c:pt>
                <c:pt idx="5532">
                  <c:v>1.1894899999999999</c:v>
                </c:pt>
                <c:pt idx="5533">
                  <c:v>1.1897899999999999</c:v>
                </c:pt>
                <c:pt idx="5534">
                  <c:v>1.1900999999999999</c:v>
                </c:pt>
                <c:pt idx="5535">
                  <c:v>1.19041</c:v>
                </c:pt>
                <c:pt idx="5536">
                  <c:v>1.1907099999999999</c:v>
                </c:pt>
                <c:pt idx="5537">
                  <c:v>1.19102</c:v>
                </c:pt>
                <c:pt idx="5538">
                  <c:v>1.1913199999999999</c:v>
                </c:pt>
                <c:pt idx="5539">
                  <c:v>1.19163</c:v>
                </c:pt>
                <c:pt idx="5540">
                  <c:v>1.1919299999999999</c:v>
                </c:pt>
                <c:pt idx="5541">
                  <c:v>1.19224</c:v>
                </c:pt>
                <c:pt idx="5542">
                  <c:v>1.1925399999999999</c:v>
                </c:pt>
                <c:pt idx="5543">
                  <c:v>1.19285</c:v>
                </c:pt>
                <c:pt idx="5544">
                  <c:v>1.1931499999999999</c:v>
                </c:pt>
                <c:pt idx="5545">
                  <c:v>1.19346</c:v>
                </c:pt>
                <c:pt idx="5546">
                  <c:v>1.1937599999999999</c:v>
                </c:pt>
                <c:pt idx="5547">
                  <c:v>1.19407</c:v>
                </c:pt>
                <c:pt idx="5548">
                  <c:v>1.19438</c:v>
                </c:pt>
                <c:pt idx="5549">
                  <c:v>1.19468</c:v>
                </c:pt>
                <c:pt idx="5550">
                  <c:v>1.19499</c:v>
                </c:pt>
                <c:pt idx="5551">
                  <c:v>1.19529</c:v>
                </c:pt>
                <c:pt idx="5552">
                  <c:v>1.1956</c:v>
                </c:pt>
                <c:pt idx="5553">
                  <c:v>1.1959</c:v>
                </c:pt>
                <c:pt idx="5554">
                  <c:v>1.19621</c:v>
                </c:pt>
                <c:pt idx="5555">
                  <c:v>1.19651</c:v>
                </c:pt>
                <c:pt idx="5556">
                  <c:v>1.19682</c:v>
                </c:pt>
                <c:pt idx="5557">
                  <c:v>1.19712</c:v>
                </c:pt>
                <c:pt idx="5558">
                  <c:v>1.19743</c:v>
                </c:pt>
                <c:pt idx="5559">
                  <c:v>1.19773</c:v>
                </c:pt>
                <c:pt idx="5560">
                  <c:v>1.19804</c:v>
                </c:pt>
                <c:pt idx="5561">
                  <c:v>1.19835</c:v>
                </c:pt>
                <c:pt idx="5562">
                  <c:v>1.19865</c:v>
                </c:pt>
                <c:pt idx="5563">
                  <c:v>1.19896</c:v>
                </c:pt>
                <c:pt idx="5564">
                  <c:v>1.19926</c:v>
                </c:pt>
                <c:pt idx="5565">
                  <c:v>1.19957</c:v>
                </c:pt>
                <c:pt idx="5566">
                  <c:v>1.19987</c:v>
                </c:pt>
                <c:pt idx="5567">
                  <c:v>1.20018</c:v>
                </c:pt>
                <c:pt idx="5568">
                  <c:v>1.20048</c:v>
                </c:pt>
                <c:pt idx="5569">
                  <c:v>1.20079</c:v>
                </c:pt>
                <c:pt idx="5570">
                  <c:v>1.20109</c:v>
                </c:pt>
                <c:pt idx="5571">
                  <c:v>1.2014</c:v>
                </c:pt>
                <c:pt idx="5572">
                  <c:v>1.2017100000000001</c:v>
                </c:pt>
                <c:pt idx="5573">
                  <c:v>1.20201</c:v>
                </c:pt>
                <c:pt idx="5574">
                  <c:v>1.2023200000000001</c:v>
                </c:pt>
                <c:pt idx="5575">
                  <c:v>1.20262</c:v>
                </c:pt>
                <c:pt idx="5576">
                  <c:v>1.2029300000000001</c:v>
                </c:pt>
                <c:pt idx="5577">
                  <c:v>1.20323</c:v>
                </c:pt>
                <c:pt idx="5578">
                  <c:v>1.2035400000000001</c:v>
                </c:pt>
                <c:pt idx="5579">
                  <c:v>1.20384</c:v>
                </c:pt>
                <c:pt idx="5580">
                  <c:v>1.2041500000000001</c:v>
                </c:pt>
                <c:pt idx="5581">
                  <c:v>1.20445</c:v>
                </c:pt>
                <c:pt idx="5582">
                  <c:v>1.2047600000000001</c:v>
                </c:pt>
                <c:pt idx="5583">
                  <c:v>1.20506</c:v>
                </c:pt>
                <c:pt idx="5584">
                  <c:v>1.2053700000000001</c:v>
                </c:pt>
                <c:pt idx="5585">
                  <c:v>1.2056800000000001</c:v>
                </c:pt>
                <c:pt idx="5586">
                  <c:v>1.2059800000000001</c:v>
                </c:pt>
                <c:pt idx="5587">
                  <c:v>1.2062900000000001</c:v>
                </c:pt>
                <c:pt idx="5588">
                  <c:v>1.2065900000000001</c:v>
                </c:pt>
                <c:pt idx="5589">
                  <c:v>1.2069000000000001</c:v>
                </c:pt>
                <c:pt idx="5590">
                  <c:v>1.2072000000000001</c:v>
                </c:pt>
                <c:pt idx="5591">
                  <c:v>1.2075100000000001</c:v>
                </c:pt>
                <c:pt idx="5592">
                  <c:v>1.2078100000000001</c:v>
                </c:pt>
                <c:pt idx="5593">
                  <c:v>1.2081200000000001</c:v>
                </c:pt>
                <c:pt idx="5594">
                  <c:v>1.20842</c:v>
                </c:pt>
                <c:pt idx="5595">
                  <c:v>1.2087300000000001</c:v>
                </c:pt>
                <c:pt idx="5596">
                  <c:v>1.20903</c:v>
                </c:pt>
                <c:pt idx="5597">
                  <c:v>1.2093400000000001</c:v>
                </c:pt>
                <c:pt idx="5598">
                  <c:v>1.2096499999999999</c:v>
                </c:pt>
                <c:pt idx="5599">
                  <c:v>1.2099500000000001</c:v>
                </c:pt>
                <c:pt idx="5600">
                  <c:v>1.2102599999999999</c:v>
                </c:pt>
                <c:pt idx="5601">
                  <c:v>1.2105600000000001</c:v>
                </c:pt>
                <c:pt idx="5602">
                  <c:v>1.2108699999999999</c:v>
                </c:pt>
                <c:pt idx="5603">
                  <c:v>1.2111700000000001</c:v>
                </c:pt>
                <c:pt idx="5604">
                  <c:v>1.2114799999999999</c:v>
                </c:pt>
                <c:pt idx="5605">
                  <c:v>1.2117800000000001</c:v>
                </c:pt>
                <c:pt idx="5606">
                  <c:v>1.2120899999999999</c:v>
                </c:pt>
                <c:pt idx="5607">
                  <c:v>1.2123900000000001</c:v>
                </c:pt>
                <c:pt idx="5608">
                  <c:v>1.2126999999999999</c:v>
                </c:pt>
                <c:pt idx="5609">
                  <c:v>1.2130000000000001</c:v>
                </c:pt>
                <c:pt idx="5610">
                  <c:v>1.2133100000000001</c:v>
                </c:pt>
                <c:pt idx="5611">
                  <c:v>1.2136199999999999</c:v>
                </c:pt>
                <c:pt idx="5612">
                  <c:v>1.2139200000000001</c:v>
                </c:pt>
                <c:pt idx="5613">
                  <c:v>1.2142299999999999</c:v>
                </c:pt>
                <c:pt idx="5614">
                  <c:v>1.2145300000000001</c:v>
                </c:pt>
                <c:pt idx="5615">
                  <c:v>1.2148399999999999</c:v>
                </c:pt>
                <c:pt idx="5616">
                  <c:v>1.2151400000000001</c:v>
                </c:pt>
                <c:pt idx="5617">
                  <c:v>1.2154499999999999</c:v>
                </c:pt>
                <c:pt idx="5618">
                  <c:v>1.2157500000000001</c:v>
                </c:pt>
                <c:pt idx="5619">
                  <c:v>1.2160599999999999</c:v>
                </c:pt>
                <c:pt idx="5620">
                  <c:v>1.2163600000000001</c:v>
                </c:pt>
                <c:pt idx="5621">
                  <c:v>1.2166699999999999</c:v>
                </c:pt>
                <c:pt idx="5622">
                  <c:v>1.2169700000000001</c:v>
                </c:pt>
                <c:pt idx="5623">
                  <c:v>1.2172799999999999</c:v>
                </c:pt>
                <c:pt idx="5624">
                  <c:v>1.21759</c:v>
                </c:pt>
                <c:pt idx="5625">
                  <c:v>1.2178899999999999</c:v>
                </c:pt>
                <c:pt idx="5626">
                  <c:v>1.2181999999999999</c:v>
                </c:pt>
                <c:pt idx="5627">
                  <c:v>1.2184999999999999</c:v>
                </c:pt>
                <c:pt idx="5628">
                  <c:v>1.2188099999999999</c:v>
                </c:pt>
                <c:pt idx="5629">
                  <c:v>1.2191099999999999</c:v>
                </c:pt>
                <c:pt idx="5630">
                  <c:v>1.2194199999999999</c:v>
                </c:pt>
                <c:pt idx="5631">
                  <c:v>1.2197199999999999</c:v>
                </c:pt>
                <c:pt idx="5632">
                  <c:v>1.2200299999999999</c:v>
                </c:pt>
                <c:pt idx="5633">
                  <c:v>1.2203299999999999</c:v>
                </c:pt>
                <c:pt idx="5634">
                  <c:v>1.2206399999999999</c:v>
                </c:pt>
                <c:pt idx="5635">
                  <c:v>1.22095</c:v>
                </c:pt>
                <c:pt idx="5636">
                  <c:v>1.2212499999999999</c:v>
                </c:pt>
                <c:pt idx="5637">
                  <c:v>1.22156</c:v>
                </c:pt>
                <c:pt idx="5638">
                  <c:v>1.2218599999999999</c:v>
                </c:pt>
                <c:pt idx="5639">
                  <c:v>1.22217</c:v>
                </c:pt>
                <c:pt idx="5640">
                  <c:v>1.2224699999999999</c:v>
                </c:pt>
                <c:pt idx="5641">
                  <c:v>1.22278</c:v>
                </c:pt>
                <c:pt idx="5642">
                  <c:v>1.2230799999999999</c:v>
                </c:pt>
                <c:pt idx="5643">
                  <c:v>1.22339</c:v>
                </c:pt>
                <c:pt idx="5644">
                  <c:v>1.2236899999999999</c:v>
                </c:pt>
                <c:pt idx="5645">
                  <c:v>1.224</c:v>
                </c:pt>
                <c:pt idx="5646">
                  <c:v>1.2242999999999999</c:v>
                </c:pt>
                <c:pt idx="5647">
                  <c:v>1.22461</c:v>
                </c:pt>
                <c:pt idx="5648">
                  <c:v>1.22492</c:v>
                </c:pt>
                <c:pt idx="5649">
                  <c:v>1.22522</c:v>
                </c:pt>
                <c:pt idx="5650">
                  <c:v>1.22553</c:v>
                </c:pt>
                <c:pt idx="5651">
                  <c:v>1.22583</c:v>
                </c:pt>
                <c:pt idx="5652">
                  <c:v>1.22614</c:v>
                </c:pt>
                <c:pt idx="5653">
                  <c:v>1.22644</c:v>
                </c:pt>
                <c:pt idx="5654">
                  <c:v>1.22675</c:v>
                </c:pt>
                <c:pt idx="5655">
                  <c:v>1.22705</c:v>
                </c:pt>
                <c:pt idx="5656">
                  <c:v>1.22736</c:v>
                </c:pt>
                <c:pt idx="5657">
                  <c:v>1.22766</c:v>
                </c:pt>
                <c:pt idx="5658">
                  <c:v>1.22797</c:v>
                </c:pt>
                <c:pt idx="5659">
                  <c:v>1.22827</c:v>
                </c:pt>
                <c:pt idx="5660">
                  <c:v>1.22858</c:v>
                </c:pt>
                <c:pt idx="5661">
                  <c:v>1.22889</c:v>
                </c:pt>
                <c:pt idx="5662">
                  <c:v>1.22919</c:v>
                </c:pt>
                <c:pt idx="5663">
                  <c:v>1.2295</c:v>
                </c:pt>
                <c:pt idx="5664">
                  <c:v>1.2298</c:v>
                </c:pt>
                <c:pt idx="5665">
                  <c:v>1.23011</c:v>
                </c:pt>
                <c:pt idx="5666">
                  <c:v>1.23041</c:v>
                </c:pt>
                <c:pt idx="5667">
                  <c:v>1.23072</c:v>
                </c:pt>
                <c:pt idx="5668">
                  <c:v>1.23102</c:v>
                </c:pt>
                <c:pt idx="5669">
                  <c:v>1.23133</c:v>
                </c:pt>
                <c:pt idx="5670">
                  <c:v>1.23163</c:v>
                </c:pt>
                <c:pt idx="5671">
                  <c:v>1.23194</c:v>
                </c:pt>
                <c:pt idx="5672">
                  <c:v>1.23224</c:v>
                </c:pt>
                <c:pt idx="5673">
                  <c:v>1.23255</c:v>
                </c:pt>
                <c:pt idx="5674">
                  <c:v>1.2328600000000001</c:v>
                </c:pt>
                <c:pt idx="5675">
                  <c:v>1.23316</c:v>
                </c:pt>
                <c:pt idx="5676">
                  <c:v>1.2334700000000001</c:v>
                </c:pt>
                <c:pt idx="5677">
                  <c:v>1.23377</c:v>
                </c:pt>
                <c:pt idx="5678">
                  <c:v>1.2340800000000001</c:v>
                </c:pt>
                <c:pt idx="5679">
                  <c:v>1.23438</c:v>
                </c:pt>
                <c:pt idx="5680">
                  <c:v>1.2346900000000001</c:v>
                </c:pt>
                <c:pt idx="5681">
                  <c:v>1.23499</c:v>
                </c:pt>
                <c:pt idx="5682">
                  <c:v>1.2353000000000001</c:v>
                </c:pt>
                <c:pt idx="5683">
                  <c:v>1.2356</c:v>
                </c:pt>
                <c:pt idx="5684">
                  <c:v>1.2359100000000001</c:v>
                </c:pt>
                <c:pt idx="5685">
                  <c:v>1.23621</c:v>
                </c:pt>
                <c:pt idx="5686">
                  <c:v>1.2365200000000001</c:v>
                </c:pt>
                <c:pt idx="5687">
                  <c:v>1.2368300000000001</c:v>
                </c:pt>
                <c:pt idx="5688">
                  <c:v>1.2371300000000001</c:v>
                </c:pt>
                <c:pt idx="5689">
                  <c:v>1.2374400000000001</c:v>
                </c:pt>
                <c:pt idx="5690">
                  <c:v>1.2377400000000001</c:v>
                </c:pt>
                <c:pt idx="5691">
                  <c:v>1.2380500000000001</c:v>
                </c:pt>
                <c:pt idx="5692">
                  <c:v>1.2383500000000001</c:v>
                </c:pt>
                <c:pt idx="5693">
                  <c:v>1.2386600000000001</c:v>
                </c:pt>
                <c:pt idx="5694">
                  <c:v>1.2389600000000001</c:v>
                </c:pt>
                <c:pt idx="5695">
                  <c:v>1.2392700000000001</c:v>
                </c:pt>
                <c:pt idx="5696">
                  <c:v>1.2395700000000001</c:v>
                </c:pt>
                <c:pt idx="5697">
                  <c:v>1.2398800000000001</c:v>
                </c:pt>
                <c:pt idx="5698">
                  <c:v>1.2401899999999999</c:v>
                </c:pt>
                <c:pt idx="5699">
                  <c:v>1.2404900000000001</c:v>
                </c:pt>
                <c:pt idx="5700">
                  <c:v>1.2407999999999999</c:v>
                </c:pt>
                <c:pt idx="5701">
                  <c:v>1.2411000000000001</c:v>
                </c:pt>
                <c:pt idx="5702">
                  <c:v>1.2414099999999999</c:v>
                </c:pt>
                <c:pt idx="5703">
                  <c:v>1.2417100000000001</c:v>
                </c:pt>
                <c:pt idx="5704">
                  <c:v>1.2420199999999999</c:v>
                </c:pt>
                <c:pt idx="5705">
                  <c:v>1.2423200000000001</c:v>
                </c:pt>
                <c:pt idx="5706">
                  <c:v>1.2426299999999999</c:v>
                </c:pt>
                <c:pt idx="5707">
                  <c:v>1.2429300000000001</c:v>
                </c:pt>
                <c:pt idx="5708">
                  <c:v>1.2432399999999999</c:v>
                </c:pt>
                <c:pt idx="5709">
                  <c:v>1.2435400000000001</c:v>
                </c:pt>
                <c:pt idx="5710">
                  <c:v>1.2438499999999999</c:v>
                </c:pt>
                <c:pt idx="5711">
                  <c:v>1.2441599999999999</c:v>
                </c:pt>
                <c:pt idx="5712">
                  <c:v>1.2444599999999999</c:v>
                </c:pt>
                <c:pt idx="5713">
                  <c:v>1.2447699999999999</c:v>
                </c:pt>
                <c:pt idx="5714">
                  <c:v>1.2450699999999999</c:v>
                </c:pt>
                <c:pt idx="5715">
                  <c:v>1.2453799999999999</c:v>
                </c:pt>
                <c:pt idx="5716">
                  <c:v>1.2456799999999999</c:v>
                </c:pt>
                <c:pt idx="5717">
                  <c:v>1.2459899999999999</c:v>
                </c:pt>
                <c:pt idx="5718">
                  <c:v>1.2462899999999999</c:v>
                </c:pt>
                <c:pt idx="5719">
                  <c:v>1.2465999999999999</c:v>
                </c:pt>
                <c:pt idx="5720">
                  <c:v>1.2468999999999999</c:v>
                </c:pt>
                <c:pt idx="5721">
                  <c:v>1.2472099999999999</c:v>
                </c:pt>
                <c:pt idx="5722">
                  <c:v>1.2475099999999999</c:v>
                </c:pt>
                <c:pt idx="5723">
                  <c:v>1.2478199999999999</c:v>
                </c:pt>
                <c:pt idx="5724">
                  <c:v>1.24813</c:v>
                </c:pt>
                <c:pt idx="5725">
                  <c:v>1.2484299999999999</c:v>
                </c:pt>
                <c:pt idx="5726">
                  <c:v>1.24874</c:v>
                </c:pt>
                <c:pt idx="5727">
                  <c:v>1.2490399999999999</c:v>
                </c:pt>
                <c:pt idx="5728">
                  <c:v>1.24935</c:v>
                </c:pt>
                <c:pt idx="5729">
                  <c:v>1.2496499999999999</c:v>
                </c:pt>
                <c:pt idx="5730">
                  <c:v>1.24996</c:v>
                </c:pt>
                <c:pt idx="5731">
                  <c:v>1.2502599999999999</c:v>
                </c:pt>
                <c:pt idx="5732">
                  <c:v>1.25057</c:v>
                </c:pt>
                <c:pt idx="5733">
                  <c:v>1.2508699999999999</c:v>
                </c:pt>
                <c:pt idx="5734">
                  <c:v>1.25118</c:v>
                </c:pt>
                <c:pt idx="5735">
                  <c:v>1.2514799999999999</c:v>
                </c:pt>
                <c:pt idx="5736">
                  <c:v>1.25179</c:v>
                </c:pt>
                <c:pt idx="5737">
                  <c:v>1.2521</c:v>
                </c:pt>
                <c:pt idx="5738">
                  <c:v>1.2524</c:v>
                </c:pt>
                <c:pt idx="5739">
                  <c:v>1.25271</c:v>
                </c:pt>
                <c:pt idx="5740">
                  <c:v>1.25301</c:v>
                </c:pt>
                <c:pt idx="5741">
                  <c:v>1.25332</c:v>
                </c:pt>
                <c:pt idx="5742">
                  <c:v>1.25362</c:v>
                </c:pt>
                <c:pt idx="5743">
                  <c:v>1.25393</c:v>
                </c:pt>
                <c:pt idx="5744">
                  <c:v>1.25423</c:v>
                </c:pt>
                <c:pt idx="5745">
                  <c:v>1.25454</c:v>
                </c:pt>
                <c:pt idx="5746">
                  <c:v>1.25484</c:v>
                </c:pt>
                <c:pt idx="5747">
                  <c:v>1.25515</c:v>
                </c:pt>
                <c:pt idx="5748">
                  <c:v>1.25546</c:v>
                </c:pt>
                <c:pt idx="5749">
                  <c:v>1.25576</c:v>
                </c:pt>
                <c:pt idx="5750">
                  <c:v>1.25607</c:v>
                </c:pt>
                <c:pt idx="5751">
                  <c:v>1.25637</c:v>
                </c:pt>
                <c:pt idx="5752">
                  <c:v>1.25668</c:v>
                </c:pt>
                <c:pt idx="5753">
                  <c:v>1.25698</c:v>
                </c:pt>
                <c:pt idx="5754">
                  <c:v>1.25729</c:v>
                </c:pt>
                <c:pt idx="5755">
                  <c:v>1.25759</c:v>
                </c:pt>
                <c:pt idx="5756">
                  <c:v>1.2579</c:v>
                </c:pt>
                <c:pt idx="5757">
                  <c:v>1.2582</c:v>
                </c:pt>
                <c:pt idx="5758">
                  <c:v>1.25851</c:v>
                </c:pt>
                <c:pt idx="5759">
                  <c:v>1.25881</c:v>
                </c:pt>
                <c:pt idx="5760">
                  <c:v>1.25912</c:v>
                </c:pt>
                <c:pt idx="5761">
                  <c:v>1.25943</c:v>
                </c:pt>
                <c:pt idx="5762">
                  <c:v>1.25973</c:v>
                </c:pt>
                <c:pt idx="5763">
                  <c:v>1.26004</c:v>
                </c:pt>
                <c:pt idx="5764">
                  <c:v>1.26034</c:v>
                </c:pt>
                <c:pt idx="5765">
                  <c:v>1.26065</c:v>
                </c:pt>
                <c:pt idx="5766">
                  <c:v>1.26095</c:v>
                </c:pt>
                <c:pt idx="5767">
                  <c:v>1.26126</c:v>
                </c:pt>
                <c:pt idx="5768">
                  <c:v>1.26156</c:v>
                </c:pt>
                <c:pt idx="5769">
                  <c:v>1.26187</c:v>
                </c:pt>
                <c:pt idx="5770">
                  <c:v>1.26217</c:v>
                </c:pt>
                <c:pt idx="5771">
                  <c:v>1.26248</c:v>
                </c:pt>
                <c:pt idx="5772">
                  <c:v>1.26278</c:v>
                </c:pt>
                <c:pt idx="5773">
                  <c:v>1.26309</c:v>
                </c:pt>
                <c:pt idx="5774">
                  <c:v>1.2634000000000001</c:v>
                </c:pt>
                <c:pt idx="5775">
                  <c:v>1.2637</c:v>
                </c:pt>
                <c:pt idx="5776">
                  <c:v>1.2640100000000001</c:v>
                </c:pt>
                <c:pt idx="5777">
                  <c:v>1.26431</c:v>
                </c:pt>
                <c:pt idx="5778">
                  <c:v>1.2646200000000001</c:v>
                </c:pt>
                <c:pt idx="5779">
                  <c:v>1.26492</c:v>
                </c:pt>
                <c:pt idx="5780">
                  <c:v>1.2652300000000001</c:v>
                </c:pt>
                <c:pt idx="5781">
                  <c:v>1.26553</c:v>
                </c:pt>
                <c:pt idx="5782">
                  <c:v>1.2658400000000001</c:v>
                </c:pt>
                <c:pt idx="5783">
                  <c:v>1.26614</c:v>
                </c:pt>
                <c:pt idx="5784">
                  <c:v>1.2664500000000001</c:v>
                </c:pt>
                <c:pt idx="5785">
                  <c:v>1.26675</c:v>
                </c:pt>
                <c:pt idx="5786">
                  <c:v>1.2670600000000001</c:v>
                </c:pt>
                <c:pt idx="5787">
                  <c:v>1.2673700000000001</c:v>
                </c:pt>
                <c:pt idx="5788">
                  <c:v>1.2676700000000001</c:v>
                </c:pt>
                <c:pt idx="5789">
                  <c:v>1.2679800000000001</c:v>
                </c:pt>
                <c:pt idx="5790">
                  <c:v>1.2682800000000001</c:v>
                </c:pt>
                <c:pt idx="5791">
                  <c:v>1.2685900000000001</c:v>
                </c:pt>
                <c:pt idx="5792">
                  <c:v>1.2688900000000001</c:v>
                </c:pt>
                <c:pt idx="5793">
                  <c:v>1.2692000000000001</c:v>
                </c:pt>
                <c:pt idx="5794">
                  <c:v>1.2695000000000001</c:v>
                </c:pt>
                <c:pt idx="5795">
                  <c:v>1.2698100000000001</c:v>
                </c:pt>
                <c:pt idx="5796">
                  <c:v>1.2701100000000001</c:v>
                </c:pt>
                <c:pt idx="5797">
                  <c:v>1.2704200000000001</c:v>
                </c:pt>
                <c:pt idx="5798">
                  <c:v>1.2707200000000001</c:v>
                </c:pt>
                <c:pt idx="5799">
                  <c:v>1.2710300000000001</c:v>
                </c:pt>
                <c:pt idx="5800">
                  <c:v>1.2713399999999999</c:v>
                </c:pt>
                <c:pt idx="5801">
                  <c:v>1.2716400000000001</c:v>
                </c:pt>
                <c:pt idx="5802">
                  <c:v>1.2719499999999999</c:v>
                </c:pt>
                <c:pt idx="5803">
                  <c:v>1.2722500000000001</c:v>
                </c:pt>
                <c:pt idx="5804">
                  <c:v>1.2725599999999999</c:v>
                </c:pt>
                <c:pt idx="5805">
                  <c:v>1.2728600000000001</c:v>
                </c:pt>
                <c:pt idx="5806">
                  <c:v>1.2731699999999999</c:v>
                </c:pt>
                <c:pt idx="5807">
                  <c:v>1.2734700000000001</c:v>
                </c:pt>
                <c:pt idx="5808">
                  <c:v>1.2737799999999999</c:v>
                </c:pt>
                <c:pt idx="5809">
                  <c:v>1.2740800000000001</c:v>
                </c:pt>
                <c:pt idx="5810">
                  <c:v>1.2743899999999999</c:v>
                </c:pt>
                <c:pt idx="5811">
                  <c:v>1.2746999999999999</c:v>
                </c:pt>
                <c:pt idx="5812">
                  <c:v>1.2749999999999999</c:v>
                </c:pt>
                <c:pt idx="5813">
                  <c:v>1.2753099999999999</c:v>
                </c:pt>
                <c:pt idx="5814">
                  <c:v>1.2756099999999999</c:v>
                </c:pt>
                <c:pt idx="5815">
                  <c:v>1.2759199999999999</c:v>
                </c:pt>
                <c:pt idx="5816">
                  <c:v>1.2762199999999999</c:v>
                </c:pt>
                <c:pt idx="5817">
                  <c:v>1.2765299999999999</c:v>
                </c:pt>
                <c:pt idx="5818">
                  <c:v>1.2768299999999999</c:v>
                </c:pt>
                <c:pt idx="5819">
                  <c:v>1.2771399999999999</c:v>
                </c:pt>
                <c:pt idx="5820">
                  <c:v>1.2774399999999999</c:v>
                </c:pt>
                <c:pt idx="5821">
                  <c:v>1.2777499999999999</c:v>
                </c:pt>
                <c:pt idx="5822">
                  <c:v>1.2780499999999999</c:v>
                </c:pt>
                <c:pt idx="5823">
                  <c:v>1.2783599999999999</c:v>
                </c:pt>
                <c:pt idx="5824">
                  <c:v>1.27867</c:v>
                </c:pt>
                <c:pt idx="5825">
                  <c:v>1.2789699999999999</c:v>
                </c:pt>
                <c:pt idx="5826">
                  <c:v>1.27928</c:v>
                </c:pt>
                <c:pt idx="5827">
                  <c:v>1.2795799999999999</c:v>
                </c:pt>
                <c:pt idx="5828">
                  <c:v>1.27989</c:v>
                </c:pt>
                <c:pt idx="5829">
                  <c:v>1.2801899999999999</c:v>
                </c:pt>
                <c:pt idx="5830">
                  <c:v>1.2805</c:v>
                </c:pt>
                <c:pt idx="5831">
                  <c:v>1.2807999999999999</c:v>
                </c:pt>
                <c:pt idx="5832">
                  <c:v>1.28111</c:v>
                </c:pt>
                <c:pt idx="5833">
                  <c:v>1.2814099999999999</c:v>
                </c:pt>
                <c:pt idx="5834">
                  <c:v>1.28172</c:v>
                </c:pt>
                <c:pt idx="5835">
                  <c:v>1.2820199999999999</c:v>
                </c:pt>
                <c:pt idx="5836">
                  <c:v>1.28233</c:v>
                </c:pt>
                <c:pt idx="5837">
                  <c:v>1.28264</c:v>
                </c:pt>
                <c:pt idx="5838">
                  <c:v>1.28294</c:v>
                </c:pt>
                <c:pt idx="5839">
                  <c:v>1.28325</c:v>
                </c:pt>
                <c:pt idx="5840">
                  <c:v>1.28355</c:v>
                </c:pt>
                <c:pt idx="5841">
                  <c:v>1.28386</c:v>
                </c:pt>
                <c:pt idx="5842">
                  <c:v>1.28416</c:v>
                </c:pt>
                <c:pt idx="5843">
                  <c:v>1.28447</c:v>
                </c:pt>
                <c:pt idx="5844">
                  <c:v>1.28477</c:v>
                </c:pt>
                <c:pt idx="5845">
                  <c:v>1.28508</c:v>
                </c:pt>
                <c:pt idx="5846">
                  <c:v>1.28538</c:v>
                </c:pt>
                <c:pt idx="5847">
                  <c:v>1.28569</c:v>
                </c:pt>
                <c:pt idx="5848">
                  <c:v>1.28599</c:v>
                </c:pt>
                <c:pt idx="5849">
                  <c:v>1.2863</c:v>
                </c:pt>
                <c:pt idx="5850">
                  <c:v>1.28661</c:v>
                </c:pt>
                <c:pt idx="5851">
                  <c:v>1.28691</c:v>
                </c:pt>
                <c:pt idx="5852">
                  <c:v>1.28722</c:v>
                </c:pt>
                <c:pt idx="5853">
                  <c:v>1.28752</c:v>
                </c:pt>
                <c:pt idx="5854">
                  <c:v>1.28783</c:v>
                </c:pt>
                <c:pt idx="5855">
                  <c:v>1.28813</c:v>
                </c:pt>
                <c:pt idx="5856">
                  <c:v>1.28844</c:v>
                </c:pt>
                <c:pt idx="5857">
                  <c:v>1.28874</c:v>
                </c:pt>
                <c:pt idx="5858">
                  <c:v>1.28905</c:v>
                </c:pt>
                <c:pt idx="5859">
                  <c:v>1.28935</c:v>
                </c:pt>
                <c:pt idx="5860">
                  <c:v>1.28966</c:v>
                </c:pt>
                <c:pt idx="5861">
                  <c:v>1.28996</c:v>
                </c:pt>
                <c:pt idx="5862">
                  <c:v>1.29027</c:v>
                </c:pt>
                <c:pt idx="5863">
                  <c:v>1.2905800000000001</c:v>
                </c:pt>
                <c:pt idx="5864">
                  <c:v>1.29088</c:v>
                </c:pt>
                <c:pt idx="5865">
                  <c:v>1.2911900000000001</c:v>
                </c:pt>
                <c:pt idx="5866">
                  <c:v>1.29149</c:v>
                </c:pt>
                <c:pt idx="5867">
                  <c:v>1.2918000000000001</c:v>
                </c:pt>
                <c:pt idx="5868">
                  <c:v>1.2921</c:v>
                </c:pt>
                <c:pt idx="5869">
                  <c:v>1.2924100000000001</c:v>
                </c:pt>
                <c:pt idx="5870">
                  <c:v>1.29271</c:v>
                </c:pt>
                <c:pt idx="5871">
                  <c:v>1.2930200000000001</c:v>
                </c:pt>
                <c:pt idx="5872">
                  <c:v>1.29332</c:v>
                </c:pt>
                <c:pt idx="5873">
                  <c:v>1.2936300000000001</c:v>
                </c:pt>
                <c:pt idx="5874">
                  <c:v>1.2939400000000001</c:v>
                </c:pt>
                <c:pt idx="5875">
                  <c:v>1.2942400000000001</c:v>
                </c:pt>
                <c:pt idx="5876">
                  <c:v>1.2945500000000001</c:v>
                </c:pt>
                <c:pt idx="5877">
                  <c:v>1.2948500000000001</c:v>
                </c:pt>
                <c:pt idx="5878">
                  <c:v>1.2951600000000001</c:v>
                </c:pt>
                <c:pt idx="5879">
                  <c:v>1.2954600000000001</c:v>
                </c:pt>
                <c:pt idx="5880">
                  <c:v>1.2957700000000001</c:v>
                </c:pt>
                <c:pt idx="5881">
                  <c:v>1.2960700000000001</c:v>
                </c:pt>
                <c:pt idx="5882">
                  <c:v>1.2963800000000001</c:v>
                </c:pt>
                <c:pt idx="5883">
                  <c:v>1.2966800000000001</c:v>
                </c:pt>
                <c:pt idx="5884">
                  <c:v>1.2969900000000001</c:v>
                </c:pt>
                <c:pt idx="5885">
                  <c:v>1.2972900000000001</c:v>
                </c:pt>
                <c:pt idx="5886">
                  <c:v>1.2976000000000001</c:v>
                </c:pt>
                <c:pt idx="5887">
                  <c:v>1.2979099999999999</c:v>
                </c:pt>
                <c:pt idx="5888">
                  <c:v>1.2982100000000001</c:v>
                </c:pt>
                <c:pt idx="5889">
                  <c:v>1.2985199999999999</c:v>
                </c:pt>
                <c:pt idx="5890">
                  <c:v>1.2988200000000001</c:v>
                </c:pt>
                <c:pt idx="5891">
                  <c:v>1.2991299999999999</c:v>
                </c:pt>
                <c:pt idx="5892">
                  <c:v>1.2994300000000001</c:v>
                </c:pt>
                <c:pt idx="5893">
                  <c:v>1.2997399999999999</c:v>
                </c:pt>
                <c:pt idx="5894">
                  <c:v>1.3000400000000001</c:v>
                </c:pt>
                <c:pt idx="5895">
                  <c:v>1.3003499999999999</c:v>
                </c:pt>
                <c:pt idx="5896">
                  <c:v>1.3006500000000001</c:v>
                </c:pt>
                <c:pt idx="5897">
                  <c:v>1.3009599999999999</c:v>
                </c:pt>
                <c:pt idx="5898">
                  <c:v>1.3012600000000001</c:v>
                </c:pt>
                <c:pt idx="5899">
                  <c:v>1.3015699999999999</c:v>
                </c:pt>
                <c:pt idx="5900">
                  <c:v>1.3018799999999999</c:v>
                </c:pt>
                <c:pt idx="5901">
                  <c:v>1.3021799999999999</c:v>
                </c:pt>
                <c:pt idx="5902">
                  <c:v>1.3024899999999999</c:v>
                </c:pt>
                <c:pt idx="5903">
                  <c:v>1.3027899999999999</c:v>
                </c:pt>
                <c:pt idx="5904">
                  <c:v>1.3030999999999999</c:v>
                </c:pt>
                <c:pt idx="5905">
                  <c:v>1.3033999999999999</c:v>
                </c:pt>
                <c:pt idx="5906">
                  <c:v>1.3037099999999999</c:v>
                </c:pt>
                <c:pt idx="5907">
                  <c:v>1.3040099999999999</c:v>
                </c:pt>
                <c:pt idx="5908">
                  <c:v>1.3043199999999999</c:v>
                </c:pt>
                <c:pt idx="5909">
                  <c:v>1.3046199999999999</c:v>
                </c:pt>
                <c:pt idx="5910">
                  <c:v>1.3049299999999999</c:v>
                </c:pt>
                <c:pt idx="5911">
                  <c:v>1.3052299999999999</c:v>
                </c:pt>
                <c:pt idx="5912">
                  <c:v>1.3055399999999999</c:v>
                </c:pt>
                <c:pt idx="5913">
                  <c:v>1.30585</c:v>
                </c:pt>
                <c:pt idx="5914">
                  <c:v>1.3061499999999999</c:v>
                </c:pt>
                <c:pt idx="5915">
                  <c:v>1.30646</c:v>
                </c:pt>
                <c:pt idx="5916">
                  <c:v>1.3067599999999999</c:v>
                </c:pt>
                <c:pt idx="5917">
                  <c:v>1.30707</c:v>
                </c:pt>
                <c:pt idx="5918">
                  <c:v>1.3073699999999999</c:v>
                </c:pt>
                <c:pt idx="5919">
                  <c:v>1.30768</c:v>
                </c:pt>
                <c:pt idx="5920">
                  <c:v>1.3079799999999999</c:v>
                </c:pt>
                <c:pt idx="5921">
                  <c:v>1.30829</c:v>
                </c:pt>
                <c:pt idx="5922">
                  <c:v>1.3085899999999999</c:v>
                </c:pt>
                <c:pt idx="5923">
                  <c:v>1.3089</c:v>
                </c:pt>
                <c:pt idx="5924">
                  <c:v>1.30921</c:v>
                </c:pt>
                <c:pt idx="5925">
                  <c:v>1.30951</c:v>
                </c:pt>
                <c:pt idx="5926">
                  <c:v>1.30982</c:v>
                </c:pt>
                <c:pt idx="5927">
                  <c:v>1.31012</c:v>
                </c:pt>
                <c:pt idx="5928">
                  <c:v>1.31043</c:v>
                </c:pt>
                <c:pt idx="5929">
                  <c:v>1.31073</c:v>
                </c:pt>
                <c:pt idx="5930">
                  <c:v>1.31104</c:v>
                </c:pt>
                <c:pt idx="5931">
                  <c:v>1.31134</c:v>
                </c:pt>
                <c:pt idx="5932">
                  <c:v>1.31165</c:v>
                </c:pt>
                <c:pt idx="5933">
                  <c:v>1.3119499999999999</c:v>
                </c:pt>
                <c:pt idx="5934">
                  <c:v>1.31226</c:v>
                </c:pt>
                <c:pt idx="5935">
                  <c:v>1.3125599999999999</c:v>
                </c:pt>
                <c:pt idx="5936">
                  <c:v>1.31287</c:v>
                </c:pt>
                <c:pt idx="5937">
                  <c:v>1.31318</c:v>
                </c:pt>
                <c:pt idx="5938">
                  <c:v>1.31348</c:v>
                </c:pt>
                <c:pt idx="5939">
                  <c:v>1.31379</c:v>
                </c:pt>
                <c:pt idx="5940">
                  <c:v>1.31409</c:v>
                </c:pt>
                <c:pt idx="5941">
                  <c:v>1.3144</c:v>
                </c:pt>
                <c:pt idx="5942">
                  <c:v>1.3147</c:v>
                </c:pt>
                <c:pt idx="5943">
                  <c:v>1.31501</c:v>
                </c:pt>
                <c:pt idx="5944">
                  <c:v>1.31531</c:v>
                </c:pt>
                <c:pt idx="5945">
                  <c:v>1.31562</c:v>
                </c:pt>
                <c:pt idx="5946">
                  <c:v>1.31592</c:v>
                </c:pt>
                <c:pt idx="5947">
                  <c:v>1.31623</c:v>
                </c:pt>
                <c:pt idx="5948">
                  <c:v>1.31653</c:v>
                </c:pt>
                <c:pt idx="5949">
                  <c:v>1.31684</c:v>
                </c:pt>
                <c:pt idx="5950">
                  <c:v>1.31715</c:v>
                </c:pt>
                <c:pt idx="5951">
                  <c:v>1.31745</c:v>
                </c:pt>
                <c:pt idx="5952">
                  <c:v>1.31776</c:v>
                </c:pt>
                <c:pt idx="5953">
                  <c:v>1.31806</c:v>
                </c:pt>
                <c:pt idx="5954">
                  <c:v>1.31837</c:v>
                </c:pt>
                <c:pt idx="5955">
                  <c:v>1.31867</c:v>
                </c:pt>
                <c:pt idx="5956">
                  <c:v>1.31898</c:v>
                </c:pt>
                <c:pt idx="5957">
                  <c:v>1.31928</c:v>
                </c:pt>
                <c:pt idx="5958">
                  <c:v>1.31959</c:v>
                </c:pt>
                <c:pt idx="5959">
                  <c:v>1.31989</c:v>
                </c:pt>
                <c:pt idx="5960">
                  <c:v>1.3202</c:v>
                </c:pt>
                <c:pt idx="5961">
                  <c:v>1.3205</c:v>
                </c:pt>
                <c:pt idx="5962">
                  <c:v>1.32081</c:v>
                </c:pt>
                <c:pt idx="5963">
                  <c:v>1.3211200000000001</c:v>
                </c:pt>
                <c:pt idx="5964">
                  <c:v>1.32142</c:v>
                </c:pt>
                <c:pt idx="5965">
                  <c:v>1.3217300000000001</c:v>
                </c:pt>
                <c:pt idx="5966">
                  <c:v>1.32203</c:v>
                </c:pt>
                <c:pt idx="5967">
                  <c:v>1.3223400000000001</c:v>
                </c:pt>
                <c:pt idx="5968">
                  <c:v>1.32264</c:v>
                </c:pt>
                <c:pt idx="5969">
                  <c:v>1.3229500000000001</c:v>
                </c:pt>
                <c:pt idx="5970">
                  <c:v>1.32325</c:v>
                </c:pt>
                <c:pt idx="5971">
                  <c:v>1.3235600000000001</c:v>
                </c:pt>
                <c:pt idx="5972">
                  <c:v>1.32386</c:v>
                </c:pt>
                <c:pt idx="5973">
                  <c:v>1.3241700000000001</c:v>
                </c:pt>
                <c:pt idx="5974">
                  <c:v>1.32447</c:v>
                </c:pt>
                <c:pt idx="5975">
                  <c:v>1.3247800000000001</c:v>
                </c:pt>
                <c:pt idx="5976">
                  <c:v>1.3250900000000001</c:v>
                </c:pt>
                <c:pt idx="5977">
                  <c:v>1.3253900000000001</c:v>
                </c:pt>
                <c:pt idx="5978">
                  <c:v>1.3257000000000001</c:v>
                </c:pt>
                <c:pt idx="5979">
                  <c:v>1.3260000000000001</c:v>
                </c:pt>
                <c:pt idx="5980">
                  <c:v>1.3263100000000001</c:v>
                </c:pt>
                <c:pt idx="5981">
                  <c:v>1.3266100000000001</c:v>
                </c:pt>
                <c:pt idx="5982">
                  <c:v>1.3269200000000001</c:v>
                </c:pt>
                <c:pt idx="5983">
                  <c:v>1.3272200000000001</c:v>
                </c:pt>
                <c:pt idx="5984">
                  <c:v>1.3275300000000001</c:v>
                </c:pt>
                <c:pt idx="5985">
                  <c:v>1.3278300000000001</c:v>
                </c:pt>
                <c:pt idx="5986">
                  <c:v>1.3281400000000001</c:v>
                </c:pt>
                <c:pt idx="5987">
                  <c:v>1.3284499999999999</c:v>
                </c:pt>
                <c:pt idx="5988">
                  <c:v>1.3287500000000001</c:v>
                </c:pt>
                <c:pt idx="5989">
                  <c:v>1.3290599999999999</c:v>
                </c:pt>
                <c:pt idx="5990">
                  <c:v>1.3293600000000001</c:v>
                </c:pt>
                <c:pt idx="5991">
                  <c:v>1.3296699999999999</c:v>
                </c:pt>
                <c:pt idx="5992">
                  <c:v>1.3299700000000001</c:v>
                </c:pt>
                <c:pt idx="5993">
                  <c:v>1.3302799999999999</c:v>
                </c:pt>
                <c:pt idx="5994">
                  <c:v>1.3305800000000001</c:v>
                </c:pt>
                <c:pt idx="5995">
                  <c:v>1.3308899999999999</c:v>
                </c:pt>
                <c:pt idx="5996">
                  <c:v>1.3311900000000001</c:v>
                </c:pt>
                <c:pt idx="5997">
                  <c:v>1.3314999999999999</c:v>
                </c:pt>
                <c:pt idx="5998">
                  <c:v>1.3318000000000001</c:v>
                </c:pt>
                <c:pt idx="5999">
                  <c:v>1.3321099999999999</c:v>
                </c:pt>
                <c:pt idx="6000">
                  <c:v>1.3324199999999999</c:v>
                </c:pt>
                <c:pt idx="6001">
                  <c:v>1.3327199999999999</c:v>
                </c:pt>
                <c:pt idx="6002">
                  <c:v>1.3330299999999999</c:v>
                </c:pt>
                <c:pt idx="6003">
                  <c:v>1.3333299999999999</c:v>
                </c:pt>
                <c:pt idx="6004">
                  <c:v>1.3336399999999999</c:v>
                </c:pt>
                <c:pt idx="6005">
                  <c:v>1.3339399999999999</c:v>
                </c:pt>
                <c:pt idx="6006">
                  <c:v>1.3342499999999999</c:v>
                </c:pt>
                <c:pt idx="6007">
                  <c:v>1.3345499999999999</c:v>
                </c:pt>
                <c:pt idx="6008">
                  <c:v>1.3348599999999999</c:v>
                </c:pt>
                <c:pt idx="6009">
                  <c:v>1.3351599999999999</c:v>
                </c:pt>
                <c:pt idx="6010">
                  <c:v>1.3354699999999999</c:v>
                </c:pt>
                <c:pt idx="6011">
                  <c:v>1.3357699999999999</c:v>
                </c:pt>
                <c:pt idx="6012">
                  <c:v>1.3360799999999999</c:v>
                </c:pt>
                <c:pt idx="6013">
                  <c:v>1.33639</c:v>
                </c:pt>
                <c:pt idx="6014">
                  <c:v>1.3366899999999999</c:v>
                </c:pt>
                <c:pt idx="6015">
                  <c:v>1.337</c:v>
                </c:pt>
                <c:pt idx="6016">
                  <c:v>1.3372999999999999</c:v>
                </c:pt>
                <c:pt idx="6017">
                  <c:v>1.33761</c:v>
                </c:pt>
                <c:pt idx="6018">
                  <c:v>1.3379099999999999</c:v>
                </c:pt>
                <c:pt idx="6019">
                  <c:v>1.33822</c:v>
                </c:pt>
                <c:pt idx="6020">
                  <c:v>1.3385199999999999</c:v>
                </c:pt>
                <c:pt idx="6021">
                  <c:v>1.33883</c:v>
                </c:pt>
                <c:pt idx="6022">
                  <c:v>1.3391299999999999</c:v>
                </c:pt>
                <c:pt idx="6023">
                  <c:v>1.33944</c:v>
                </c:pt>
                <c:pt idx="6024">
                  <c:v>1.3397399999999999</c:v>
                </c:pt>
                <c:pt idx="6025">
                  <c:v>1.34005</c:v>
                </c:pt>
                <c:pt idx="6026">
                  <c:v>1.34036</c:v>
                </c:pt>
                <c:pt idx="6027">
                  <c:v>1.34066</c:v>
                </c:pt>
                <c:pt idx="6028">
                  <c:v>1.34097</c:v>
                </c:pt>
                <c:pt idx="6029">
                  <c:v>1.34127</c:v>
                </c:pt>
                <c:pt idx="6030">
                  <c:v>1.34158</c:v>
                </c:pt>
                <c:pt idx="6031">
                  <c:v>1.34188</c:v>
                </c:pt>
                <c:pt idx="6032">
                  <c:v>1.34219</c:v>
                </c:pt>
                <c:pt idx="6033">
                  <c:v>1.34249</c:v>
                </c:pt>
                <c:pt idx="6034">
                  <c:v>1.3428</c:v>
                </c:pt>
                <c:pt idx="6035">
                  <c:v>1.3431</c:v>
                </c:pt>
                <c:pt idx="6036">
                  <c:v>1.34341</c:v>
                </c:pt>
                <c:pt idx="6037">
                  <c:v>1.34371</c:v>
                </c:pt>
                <c:pt idx="6038">
                  <c:v>1.34402</c:v>
                </c:pt>
                <c:pt idx="6039">
                  <c:v>1.34433</c:v>
                </c:pt>
                <c:pt idx="6040">
                  <c:v>1.34463</c:v>
                </c:pt>
                <c:pt idx="6041">
                  <c:v>1.34494</c:v>
                </c:pt>
                <c:pt idx="6042">
                  <c:v>1.34524</c:v>
                </c:pt>
                <c:pt idx="6043">
                  <c:v>1.34555</c:v>
                </c:pt>
                <c:pt idx="6044">
                  <c:v>1.34585</c:v>
                </c:pt>
                <c:pt idx="6045">
                  <c:v>1.34616</c:v>
                </c:pt>
                <c:pt idx="6046">
                  <c:v>1.34646</c:v>
                </c:pt>
                <c:pt idx="6047">
                  <c:v>1.34677</c:v>
                </c:pt>
                <c:pt idx="6048">
                  <c:v>1.34707</c:v>
                </c:pt>
                <c:pt idx="6049">
                  <c:v>1.34738</c:v>
                </c:pt>
                <c:pt idx="6050">
                  <c:v>1.3476900000000001</c:v>
                </c:pt>
                <c:pt idx="6051">
                  <c:v>1.34799</c:v>
                </c:pt>
                <c:pt idx="6052">
                  <c:v>1.3483000000000001</c:v>
                </c:pt>
                <c:pt idx="6053">
                  <c:v>1.3486</c:v>
                </c:pt>
                <c:pt idx="6054">
                  <c:v>1.3489100000000001</c:v>
                </c:pt>
                <c:pt idx="6055">
                  <c:v>1.34921</c:v>
                </c:pt>
                <c:pt idx="6056">
                  <c:v>1.3495200000000001</c:v>
                </c:pt>
                <c:pt idx="6057">
                  <c:v>1.34982</c:v>
                </c:pt>
                <c:pt idx="6058">
                  <c:v>1.3501300000000001</c:v>
                </c:pt>
                <c:pt idx="6059">
                  <c:v>1.35043</c:v>
                </c:pt>
                <c:pt idx="6060">
                  <c:v>1.3507400000000001</c:v>
                </c:pt>
                <c:pt idx="6061">
                  <c:v>1.35104</c:v>
                </c:pt>
                <c:pt idx="6062">
                  <c:v>1.3513500000000001</c:v>
                </c:pt>
                <c:pt idx="6063">
                  <c:v>1.3516600000000001</c:v>
                </c:pt>
                <c:pt idx="6064">
                  <c:v>1.3519600000000001</c:v>
                </c:pt>
                <c:pt idx="6065">
                  <c:v>1.3522700000000001</c:v>
                </c:pt>
                <c:pt idx="6066">
                  <c:v>1.3525700000000001</c:v>
                </c:pt>
                <c:pt idx="6067">
                  <c:v>1.3528800000000001</c:v>
                </c:pt>
                <c:pt idx="6068">
                  <c:v>1.35318</c:v>
                </c:pt>
                <c:pt idx="6069">
                  <c:v>1.3534900000000001</c:v>
                </c:pt>
                <c:pt idx="6070">
                  <c:v>1.35379</c:v>
                </c:pt>
                <c:pt idx="6071">
                  <c:v>1.3541000000000001</c:v>
                </c:pt>
                <c:pt idx="6072">
                  <c:v>1.3544</c:v>
                </c:pt>
                <c:pt idx="6073">
                  <c:v>1.3547100000000001</c:v>
                </c:pt>
                <c:pt idx="6074">
                  <c:v>1.35501</c:v>
                </c:pt>
                <c:pt idx="6075">
                  <c:v>1.3553200000000001</c:v>
                </c:pt>
                <c:pt idx="6076">
                  <c:v>1.3556299999999999</c:v>
                </c:pt>
                <c:pt idx="6077">
                  <c:v>1.3559300000000001</c:v>
                </c:pt>
                <c:pt idx="6078">
                  <c:v>1.3562399999999999</c:v>
                </c:pt>
                <c:pt idx="6079">
                  <c:v>1.3565400000000001</c:v>
                </c:pt>
                <c:pt idx="6080">
                  <c:v>1.3568499999999999</c:v>
                </c:pt>
                <c:pt idx="6081">
                  <c:v>1.3571500000000001</c:v>
                </c:pt>
                <c:pt idx="6082">
                  <c:v>1.3574600000000001</c:v>
                </c:pt>
                <c:pt idx="6083">
                  <c:v>1.3577600000000001</c:v>
                </c:pt>
                <c:pt idx="6084">
                  <c:v>1.3580700000000001</c:v>
                </c:pt>
                <c:pt idx="6085">
                  <c:v>1.3583700000000001</c:v>
                </c:pt>
                <c:pt idx="6086">
                  <c:v>1.3586800000000001</c:v>
                </c:pt>
                <c:pt idx="6087">
                  <c:v>1.3589800000000001</c:v>
                </c:pt>
                <c:pt idx="6088">
                  <c:v>1.3592900000000001</c:v>
                </c:pt>
                <c:pt idx="6089">
                  <c:v>1.3595999999999999</c:v>
                </c:pt>
                <c:pt idx="6090">
                  <c:v>1.3599000000000001</c:v>
                </c:pt>
                <c:pt idx="6091">
                  <c:v>1.3602099999999999</c:v>
                </c:pt>
                <c:pt idx="6092">
                  <c:v>1.3605100000000001</c:v>
                </c:pt>
                <c:pt idx="6093">
                  <c:v>1.3608199999999999</c:v>
                </c:pt>
                <c:pt idx="6094">
                  <c:v>1.3611200000000001</c:v>
                </c:pt>
                <c:pt idx="6095">
                  <c:v>1.3614299999999999</c:v>
                </c:pt>
                <c:pt idx="6096">
                  <c:v>1.3617300000000001</c:v>
                </c:pt>
                <c:pt idx="6097">
                  <c:v>1.3620399999999999</c:v>
                </c:pt>
                <c:pt idx="6098">
                  <c:v>1.3623400000000001</c:v>
                </c:pt>
                <c:pt idx="6099">
                  <c:v>1.3626499999999999</c:v>
                </c:pt>
                <c:pt idx="6100">
                  <c:v>1.3629500000000001</c:v>
                </c:pt>
                <c:pt idx="6101">
                  <c:v>1.3632599999999999</c:v>
                </c:pt>
                <c:pt idx="6102">
                  <c:v>1.3635699999999999</c:v>
                </c:pt>
                <c:pt idx="6103">
                  <c:v>1.3638699999999999</c:v>
                </c:pt>
                <c:pt idx="6104">
                  <c:v>1.3641799999999999</c:v>
                </c:pt>
                <c:pt idx="6105">
                  <c:v>1.3644799999999999</c:v>
                </c:pt>
                <c:pt idx="6106">
                  <c:v>1.3647899999999999</c:v>
                </c:pt>
                <c:pt idx="6107">
                  <c:v>1.3650899999999999</c:v>
                </c:pt>
                <c:pt idx="6108">
                  <c:v>1.3653999999999999</c:v>
                </c:pt>
                <c:pt idx="6109">
                  <c:v>1.3656999999999999</c:v>
                </c:pt>
                <c:pt idx="6110">
                  <c:v>1.3660099999999999</c:v>
                </c:pt>
                <c:pt idx="6111">
                  <c:v>1.3663099999999999</c:v>
                </c:pt>
                <c:pt idx="6112">
                  <c:v>1.3666199999999999</c:v>
                </c:pt>
                <c:pt idx="6113">
                  <c:v>1.36693</c:v>
                </c:pt>
                <c:pt idx="6114">
                  <c:v>1.3672299999999999</c:v>
                </c:pt>
                <c:pt idx="6115">
                  <c:v>1.36754</c:v>
                </c:pt>
                <c:pt idx="6116">
                  <c:v>1.3678399999999999</c:v>
                </c:pt>
                <c:pt idx="6117">
                  <c:v>1.36815</c:v>
                </c:pt>
                <c:pt idx="6118">
                  <c:v>1.3684499999999999</c:v>
                </c:pt>
                <c:pt idx="6119">
                  <c:v>1.36876</c:v>
                </c:pt>
                <c:pt idx="6120">
                  <c:v>1.3690599999999999</c:v>
                </c:pt>
                <c:pt idx="6121">
                  <c:v>1.36937</c:v>
                </c:pt>
                <c:pt idx="6122">
                  <c:v>1.3696699999999999</c:v>
                </c:pt>
                <c:pt idx="6123">
                  <c:v>1.36998</c:v>
                </c:pt>
                <c:pt idx="6124">
                  <c:v>1.3702799999999999</c:v>
                </c:pt>
                <c:pt idx="6125">
                  <c:v>1.37059</c:v>
                </c:pt>
                <c:pt idx="6126">
                  <c:v>1.3709</c:v>
                </c:pt>
                <c:pt idx="6127">
                  <c:v>1.3712</c:v>
                </c:pt>
                <c:pt idx="6128">
                  <c:v>1.37151</c:v>
                </c:pt>
                <c:pt idx="6129">
                  <c:v>1.37181</c:v>
                </c:pt>
                <c:pt idx="6130">
                  <c:v>1.37212</c:v>
                </c:pt>
                <c:pt idx="6131">
                  <c:v>1.37242</c:v>
                </c:pt>
                <c:pt idx="6132">
                  <c:v>1.37273</c:v>
                </c:pt>
                <c:pt idx="6133">
                  <c:v>1.37303</c:v>
                </c:pt>
                <c:pt idx="6134">
                  <c:v>1.37334</c:v>
                </c:pt>
                <c:pt idx="6135">
                  <c:v>1.37364</c:v>
                </c:pt>
                <c:pt idx="6136">
                  <c:v>1.37395</c:v>
                </c:pt>
                <c:pt idx="6137">
                  <c:v>1.37425</c:v>
                </c:pt>
                <c:pt idx="6138">
                  <c:v>1.37456</c:v>
                </c:pt>
                <c:pt idx="6139">
                  <c:v>1.37487</c:v>
                </c:pt>
                <c:pt idx="6140">
                  <c:v>1.37517</c:v>
                </c:pt>
                <c:pt idx="6141">
                  <c:v>1.37548</c:v>
                </c:pt>
                <c:pt idx="6142">
                  <c:v>1.37578</c:v>
                </c:pt>
                <c:pt idx="6143">
                  <c:v>1.37609</c:v>
                </c:pt>
                <c:pt idx="6144">
                  <c:v>1.37639</c:v>
                </c:pt>
                <c:pt idx="6145">
                  <c:v>1.3767</c:v>
                </c:pt>
                <c:pt idx="6146">
                  <c:v>1.377</c:v>
                </c:pt>
                <c:pt idx="6147">
                  <c:v>1.37731</c:v>
                </c:pt>
                <c:pt idx="6148">
                  <c:v>1.37761</c:v>
                </c:pt>
                <c:pt idx="6149">
                  <c:v>1.37792</c:v>
                </c:pt>
                <c:pt idx="6150">
                  <c:v>1.37822</c:v>
                </c:pt>
                <c:pt idx="6151">
                  <c:v>1.37853</c:v>
                </c:pt>
                <c:pt idx="6152">
                  <c:v>1.3788400000000001</c:v>
                </c:pt>
                <c:pt idx="6153">
                  <c:v>1.37914</c:v>
                </c:pt>
                <c:pt idx="6154">
                  <c:v>1.3794500000000001</c:v>
                </c:pt>
                <c:pt idx="6155">
                  <c:v>1.37975</c:v>
                </c:pt>
                <c:pt idx="6156">
                  <c:v>1.3800600000000001</c:v>
                </c:pt>
                <c:pt idx="6157">
                  <c:v>1.38036</c:v>
                </c:pt>
                <c:pt idx="6158">
                  <c:v>1.3806700000000001</c:v>
                </c:pt>
                <c:pt idx="6159">
                  <c:v>1.38097</c:v>
                </c:pt>
                <c:pt idx="6160">
                  <c:v>1.3812800000000001</c:v>
                </c:pt>
                <c:pt idx="6161">
                  <c:v>1.38158</c:v>
                </c:pt>
                <c:pt idx="6162">
                  <c:v>1.3818900000000001</c:v>
                </c:pt>
                <c:pt idx="6163">
                  <c:v>1.3822000000000001</c:v>
                </c:pt>
                <c:pt idx="6164">
                  <c:v>1.3825000000000001</c:v>
                </c:pt>
                <c:pt idx="6165">
                  <c:v>1.3828100000000001</c:v>
                </c:pt>
                <c:pt idx="6166">
                  <c:v>1.3831100000000001</c:v>
                </c:pt>
                <c:pt idx="6167">
                  <c:v>1.3834200000000001</c:v>
                </c:pt>
                <c:pt idx="6168">
                  <c:v>1.3837200000000001</c:v>
                </c:pt>
                <c:pt idx="6169">
                  <c:v>1.3840300000000001</c:v>
                </c:pt>
                <c:pt idx="6170">
                  <c:v>1.3843300000000001</c:v>
                </c:pt>
                <c:pt idx="6171">
                  <c:v>1.3846400000000001</c:v>
                </c:pt>
                <c:pt idx="6172">
                  <c:v>1.3849400000000001</c:v>
                </c:pt>
                <c:pt idx="6173">
                  <c:v>1.3852500000000001</c:v>
                </c:pt>
                <c:pt idx="6174">
                  <c:v>1.3855500000000001</c:v>
                </c:pt>
                <c:pt idx="6175">
                  <c:v>1.3858600000000001</c:v>
                </c:pt>
                <c:pt idx="6176">
                  <c:v>1.3861699999999999</c:v>
                </c:pt>
                <c:pt idx="6177">
                  <c:v>1.3864700000000001</c:v>
                </c:pt>
                <c:pt idx="6178">
                  <c:v>1.3867799999999999</c:v>
                </c:pt>
                <c:pt idx="6179">
                  <c:v>1.3870800000000001</c:v>
                </c:pt>
                <c:pt idx="6180">
                  <c:v>1.3873899999999999</c:v>
                </c:pt>
                <c:pt idx="6181">
                  <c:v>1.3876900000000001</c:v>
                </c:pt>
                <c:pt idx="6182">
                  <c:v>1.3879999999999999</c:v>
                </c:pt>
                <c:pt idx="6183">
                  <c:v>1.3883000000000001</c:v>
                </c:pt>
                <c:pt idx="6184">
                  <c:v>1.3886099999999999</c:v>
                </c:pt>
                <c:pt idx="6185">
                  <c:v>1.3889100000000001</c:v>
                </c:pt>
                <c:pt idx="6186">
                  <c:v>1.3892199999999999</c:v>
                </c:pt>
                <c:pt idx="6187">
                  <c:v>1.3895200000000001</c:v>
                </c:pt>
                <c:pt idx="6188">
                  <c:v>1.3898299999999999</c:v>
                </c:pt>
                <c:pt idx="6189">
                  <c:v>1.3901399999999999</c:v>
                </c:pt>
                <c:pt idx="6190">
                  <c:v>1.3904399999999999</c:v>
                </c:pt>
                <c:pt idx="6191">
                  <c:v>1.3907499999999999</c:v>
                </c:pt>
                <c:pt idx="6192">
                  <c:v>1.3910499999999999</c:v>
                </c:pt>
                <c:pt idx="6193">
                  <c:v>1.3913599999999999</c:v>
                </c:pt>
                <c:pt idx="6194">
                  <c:v>1.3916599999999999</c:v>
                </c:pt>
                <c:pt idx="6195">
                  <c:v>1.3919699999999999</c:v>
                </c:pt>
                <c:pt idx="6196">
                  <c:v>1.3922699999999999</c:v>
                </c:pt>
                <c:pt idx="6197">
                  <c:v>1.3925799999999999</c:v>
                </c:pt>
                <c:pt idx="6198">
                  <c:v>1.3928799999999999</c:v>
                </c:pt>
                <c:pt idx="6199">
                  <c:v>1.3931899999999999</c:v>
                </c:pt>
                <c:pt idx="6200">
                  <c:v>1.3934899999999999</c:v>
                </c:pt>
                <c:pt idx="6201">
                  <c:v>1.3937999999999999</c:v>
                </c:pt>
                <c:pt idx="6202">
                  <c:v>1.39411</c:v>
                </c:pt>
                <c:pt idx="6203">
                  <c:v>1.3944099999999999</c:v>
                </c:pt>
                <c:pt idx="6204">
                  <c:v>1.39472</c:v>
                </c:pt>
                <c:pt idx="6205">
                  <c:v>1.3950199999999999</c:v>
                </c:pt>
                <c:pt idx="6206">
                  <c:v>1.39533</c:v>
                </c:pt>
                <c:pt idx="6207">
                  <c:v>1.3956299999999999</c:v>
                </c:pt>
                <c:pt idx="6208">
                  <c:v>1.39594</c:v>
                </c:pt>
                <c:pt idx="6209">
                  <c:v>1.3962399999999999</c:v>
                </c:pt>
                <c:pt idx="6210">
                  <c:v>1.39655</c:v>
                </c:pt>
                <c:pt idx="6211">
                  <c:v>1.3968499999999999</c:v>
                </c:pt>
                <c:pt idx="6212">
                  <c:v>1.39716</c:v>
                </c:pt>
                <c:pt idx="6213">
                  <c:v>1.3974599999999999</c:v>
                </c:pt>
                <c:pt idx="6214">
                  <c:v>1.39777</c:v>
                </c:pt>
                <c:pt idx="6215">
                  <c:v>1.39808</c:v>
                </c:pt>
                <c:pt idx="6216">
                  <c:v>1.39838</c:v>
                </c:pt>
                <c:pt idx="6217">
                  <c:v>1.39869</c:v>
                </c:pt>
                <c:pt idx="6218">
                  <c:v>1.39899</c:v>
                </c:pt>
                <c:pt idx="6219">
                  <c:v>1.3993</c:v>
                </c:pt>
                <c:pt idx="6220">
                  <c:v>1.3996</c:v>
                </c:pt>
                <c:pt idx="6221">
                  <c:v>1.39991</c:v>
                </c:pt>
                <c:pt idx="6222">
                  <c:v>1.40021</c:v>
                </c:pt>
                <c:pt idx="6223">
                  <c:v>1.40052</c:v>
                </c:pt>
                <c:pt idx="6224">
                  <c:v>1.40082</c:v>
                </c:pt>
                <c:pt idx="6225">
                  <c:v>1.40113</c:v>
                </c:pt>
                <c:pt idx="6226">
                  <c:v>1.40144</c:v>
                </c:pt>
                <c:pt idx="6227">
                  <c:v>1.40174</c:v>
                </c:pt>
                <c:pt idx="6228">
                  <c:v>1.40205</c:v>
                </c:pt>
                <c:pt idx="6229">
                  <c:v>1.40235</c:v>
                </c:pt>
                <c:pt idx="6230">
                  <c:v>1.40266</c:v>
                </c:pt>
                <c:pt idx="6231">
                  <c:v>1.40296</c:v>
                </c:pt>
                <c:pt idx="6232">
                  <c:v>1.40327</c:v>
                </c:pt>
                <c:pt idx="6233">
                  <c:v>1.40357</c:v>
                </c:pt>
                <c:pt idx="6234">
                  <c:v>1.40388</c:v>
                </c:pt>
                <c:pt idx="6235">
                  <c:v>1.40418</c:v>
                </c:pt>
                <c:pt idx="6236">
                  <c:v>1.40449</c:v>
                </c:pt>
                <c:pt idx="6237">
                  <c:v>1.40479</c:v>
                </c:pt>
                <c:pt idx="6238">
                  <c:v>1.4051</c:v>
                </c:pt>
                <c:pt idx="6239">
                  <c:v>1.40541</c:v>
                </c:pt>
                <c:pt idx="6240">
                  <c:v>1.40571</c:v>
                </c:pt>
                <c:pt idx="6241">
                  <c:v>1.40602</c:v>
                </c:pt>
                <c:pt idx="6242">
                  <c:v>1.40632</c:v>
                </c:pt>
                <c:pt idx="6243">
                  <c:v>1.40663</c:v>
                </c:pt>
                <c:pt idx="6244">
                  <c:v>1.40693</c:v>
                </c:pt>
                <c:pt idx="6245">
                  <c:v>1.40724</c:v>
                </c:pt>
                <c:pt idx="6246">
                  <c:v>1.40754</c:v>
                </c:pt>
                <c:pt idx="6247">
                  <c:v>1.40785</c:v>
                </c:pt>
                <c:pt idx="6248">
                  <c:v>1.40815</c:v>
                </c:pt>
                <c:pt idx="6249">
                  <c:v>1.40846</c:v>
                </c:pt>
                <c:pt idx="6250">
                  <c:v>1.40876</c:v>
                </c:pt>
                <c:pt idx="6251">
                  <c:v>1.40907</c:v>
                </c:pt>
                <c:pt idx="6252">
                  <c:v>1.4093800000000001</c:v>
                </c:pt>
                <c:pt idx="6253">
                  <c:v>1.40968</c:v>
                </c:pt>
                <c:pt idx="6254">
                  <c:v>1.4099900000000001</c:v>
                </c:pt>
                <c:pt idx="6255">
                  <c:v>1.41029</c:v>
                </c:pt>
                <c:pt idx="6256">
                  <c:v>1.4106000000000001</c:v>
                </c:pt>
                <c:pt idx="6257">
                  <c:v>1.4109</c:v>
                </c:pt>
                <c:pt idx="6258">
                  <c:v>1.4112100000000001</c:v>
                </c:pt>
                <c:pt idx="6259">
                  <c:v>1.41151</c:v>
                </c:pt>
                <c:pt idx="6260">
                  <c:v>1.4118200000000001</c:v>
                </c:pt>
                <c:pt idx="6261">
                  <c:v>1.41212</c:v>
                </c:pt>
                <c:pt idx="6262">
                  <c:v>1.4124300000000001</c:v>
                </c:pt>
                <c:pt idx="6263">
                  <c:v>1.41273</c:v>
                </c:pt>
                <c:pt idx="6264">
                  <c:v>1.4130400000000001</c:v>
                </c:pt>
                <c:pt idx="6265">
                  <c:v>1.4133500000000001</c:v>
                </c:pt>
                <c:pt idx="6266">
                  <c:v>1.4136500000000001</c:v>
                </c:pt>
                <c:pt idx="6267">
                  <c:v>1.4139600000000001</c:v>
                </c:pt>
                <c:pt idx="6268">
                  <c:v>1.4142600000000001</c:v>
                </c:pt>
                <c:pt idx="6269">
                  <c:v>1.4145700000000001</c:v>
                </c:pt>
                <c:pt idx="6270">
                  <c:v>1.4148700000000001</c:v>
                </c:pt>
                <c:pt idx="6271">
                  <c:v>1.4151800000000001</c:v>
                </c:pt>
                <c:pt idx="6272">
                  <c:v>1.4154800000000001</c:v>
                </c:pt>
                <c:pt idx="6273">
                  <c:v>1.4157900000000001</c:v>
                </c:pt>
                <c:pt idx="6274">
                  <c:v>1.4160900000000001</c:v>
                </c:pt>
                <c:pt idx="6275">
                  <c:v>1.4164000000000001</c:v>
                </c:pt>
                <c:pt idx="6276">
                  <c:v>1.4167000000000001</c:v>
                </c:pt>
                <c:pt idx="6277">
                  <c:v>1.4170100000000001</c:v>
                </c:pt>
                <c:pt idx="6278">
                  <c:v>1.4173199999999999</c:v>
                </c:pt>
                <c:pt idx="6279">
                  <c:v>1.4176200000000001</c:v>
                </c:pt>
                <c:pt idx="6280">
                  <c:v>1.4179299999999999</c:v>
                </c:pt>
                <c:pt idx="6281">
                  <c:v>1.4182300000000001</c:v>
                </c:pt>
                <c:pt idx="6282">
                  <c:v>1.4185399999999999</c:v>
                </c:pt>
                <c:pt idx="6283">
                  <c:v>1.4188400000000001</c:v>
                </c:pt>
                <c:pt idx="6284">
                  <c:v>1.4191499999999999</c:v>
                </c:pt>
                <c:pt idx="6285">
                  <c:v>1.4194500000000001</c:v>
                </c:pt>
                <c:pt idx="6286">
                  <c:v>1.4197599999999999</c:v>
                </c:pt>
                <c:pt idx="6287">
                  <c:v>1.4200600000000001</c:v>
                </c:pt>
                <c:pt idx="6288">
                  <c:v>1.4203699999999999</c:v>
                </c:pt>
                <c:pt idx="6289">
                  <c:v>1.4206799999999999</c:v>
                </c:pt>
                <c:pt idx="6290">
                  <c:v>1.4209799999999999</c:v>
                </c:pt>
                <c:pt idx="6291">
                  <c:v>1.4212899999999999</c:v>
                </c:pt>
                <c:pt idx="6292">
                  <c:v>1.4215899999999999</c:v>
                </c:pt>
                <c:pt idx="6293">
                  <c:v>1.4218999999999999</c:v>
                </c:pt>
                <c:pt idx="6294">
                  <c:v>1.4221999999999999</c:v>
                </c:pt>
                <c:pt idx="6295">
                  <c:v>1.4225099999999999</c:v>
                </c:pt>
                <c:pt idx="6296">
                  <c:v>1.4228099999999999</c:v>
                </c:pt>
                <c:pt idx="6297">
                  <c:v>1.4231199999999999</c:v>
                </c:pt>
                <c:pt idx="6298">
                  <c:v>1.4234199999999999</c:v>
                </c:pt>
                <c:pt idx="6299">
                  <c:v>1.4237299999999999</c:v>
                </c:pt>
                <c:pt idx="6300">
                  <c:v>1.4240299999999999</c:v>
                </c:pt>
                <c:pt idx="6301">
                  <c:v>1.4243399999999999</c:v>
                </c:pt>
                <c:pt idx="6302">
                  <c:v>1.42465</c:v>
                </c:pt>
                <c:pt idx="6303">
                  <c:v>1.4249499999999999</c:v>
                </c:pt>
                <c:pt idx="6304">
                  <c:v>1.42526</c:v>
                </c:pt>
                <c:pt idx="6305">
                  <c:v>1.4255599999999999</c:v>
                </c:pt>
                <c:pt idx="6306">
                  <c:v>1.42587</c:v>
                </c:pt>
                <c:pt idx="6307">
                  <c:v>1.4261699999999999</c:v>
                </c:pt>
                <c:pt idx="6308">
                  <c:v>1.42648</c:v>
                </c:pt>
                <c:pt idx="6309">
                  <c:v>1.4267799999999999</c:v>
                </c:pt>
                <c:pt idx="6310">
                  <c:v>1.42709</c:v>
                </c:pt>
                <c:pt idx="6311">
                  <c:v>1.4273899999999999</c:v>
                </c:pt>
                <c:pt idx="6312">
                  <c:v>1.4277</c:v>
                </c:pt>
                <c:pt idx="6313">
                  <c:v>1.4279999999999999</c:v>
                </c:pt>
                <c:pt idx="6314">
                  <c:v>1.42831</c:v>
                </c:pt>
                <c:pt idx="6315">
                  <c:v>1.42862</c:v>
                </c:pt>
                <c:pt idx="6316">
                  <c:v>1.42892</c:v>
                </c:pt>
                <c:pt idx="6317">
                  <c:v>1.42923</c:v>
                </c:pt>
                <c:pt idx="6318">
                  <c:v>1.42953</c:v>
                </c:pt>
                <c:pt idx="6319">
                  <c:v>1.42984</c:v>
                </c:pt>
                <c:pt idx="6320">
                  <c:v>1.43014</c:v>
                </c:pt>
                <c:pt idx="6321">
                  <c:v>1.43045</c:v>
                </c:pt>
                <c:pt idx="6322">
                  <c:v>1.43075</c:v>
                </c:pt>
                <c:pt idx="6323">
                  <c:v>1.43106</c:v>
                </c:pt>
                <c:pt idx="6324">
                  <c:v>1.43136</c:v>
                </c:pt>
                <c:pt idx="6325">
                  <c:v>1.43167</c:v>
                </c:pt>
                <c:pt idx="6326">
                  <c:v>1.43197</c:v>
                </c:pt>
                <c:pt idx="6327">
                  <c:v>1.43228</c:v>
                </c:pt>
                <c:pt idx="6328">
                  <c:v>1.43259</c:v>
                </c:pt>
                <c:pt idx="6329">
                  <c:v>1.43289</c:v>
                </c:pt>
                <c:pt idx="6330">
                  <c:v>1.4332</c:v>
                </c:pt>
                <c:pt idx="6331">
                  <c:v>1.4335</c:v>
                </c:pt>
                <c:pt idx="6332">
                  <c:v>1.43381</c:v>
                </c:pt>
                <c:pt idx="6333">
                  <c:v>1.43411</c:v>
                </c:pt>
                <c:pt idx="6334">
                  <c:v>1.43442</c:v>
                </c:pt>
                <c:pt idx="6335">
                  <c:v>1.43472</c:v>
                </c:pt>
                <c:pt idx="6336">
                  <c:v>1.43503</c:v>
                </c:pt>
                <c:pt idx="6337">
                  <c:v>1.43533</c:v>
                </c:pt>
                <c:pt idx="6338">
                  <c:v>1.43564</c:v>
                </c:pt>
                <c:pt idx="6339">
                  <c:v>1.4359500000000001</c:v>
                </c:pt>
                <c:pt idx="6340">
                  <c:v>1.43625</c:v>
                </c:pt>
                <c:pt idx="6341">
                  <c:v>1.4365600000000001</c:v>
                </c:pt>
                <c:pt idx="6342">
                  <c:v>1.43686</c:v>
                </c:pt>
                <c:pt idx="6343">
                  <c:v>1.4371700000000001</c:v>
                </c:pt>
                <c:pt idx="6344">
                  <c:v>1.43747</c:v>
                </c:pt>
                <c:pt idx="6345">
                  <c:v>1.4377800000000001</c:v>
                </c:pt>
                <c:pt idx="6346">
                  <c:v>1.43808</c:v>
                </c:pt>
                <c:pt idx="6347">
                  <c:v>1.4383900000000001</c:v>
                </c:pt>
                <c:pt idx="6348">
                  <c:v>1.43869</c:v>
                </c:pt>
                <c:pt idx="6349">
                  <c:v>1.4390000000000001</c:v>
                </c:pt>
                <c:pt idx="6350">
                  <c:v>1.4393</c:v>
                </c:pt>
                <c:pt idx="6351">
                  <c:v>1.4396100000000001</c:v>
                </c:pt>
                <c:pt idx="6352">
                  <c:v>1.4399200000000001</c:v>
                </c:pt>
                <c:pt idx="6353">
                  <c:v>1.4402200000000001</c:v>
                </c:pt>
                <c:pt idx="6354">
                  <c:v>1.4405300000000001</c:v>
                </c:pt>
                <c:pt idx="6355">
                  <c:v>1.4408300000000001</c:v>
                </c:pt>
                <c:pt idx="6356">
                  <c:v>1.4411400000000001</c:v>
                </c:pt>
                <c:pt idx="6357">
                  <c:v>1.4414400000000001</c:v>
                </c:pt>
                <c:pt idx="6358">
                  <c:v>1.4417500000000001</c:v>
                </c:pt>
                <c:pt idx="6359">
                  <c:v>1.4420500000000001</c:v>
                </c:pt>
                <c:pt idx="6360">
                  <c:v>1.4423600000000001</c:v>
                </c:pt>
                <c:pt idx="6361">
                  <c:v>1.4426600000000001</c:v>
                </c:pt>
                <c:pt idx="6362">
                  <c:v>1.4429700000000001</c:v>
                </c:pt>
                <c:pt idx="6363">
                  <c:v>1.4432700000000001</c:v>
                </c:pt>
                <c:pt idx="6364">
                  <c:v>1.4435800000000001</c:v>
                </c:pt>
                <c:pt idx="6365">
                  <c:v>1.4438899999999999</c:v>
                </c:pt>
                <c:pt idx="6366">
                  <c:v>1.4441900000000001</c:v>
                </c:pt>
                <c:pt idx="6367">
                  <c:v>1.4444999999999999</c:v>
                </c:pt>
                <c:pt idx="6368">
                  <c:v>1.4448000000000001</c:v>
                </c:pt>
                <c:pt idx="6369">
                  <c:v>1.4451099999999999</c:v>
                </c:pt>
                <c:pt idx="6370">
                  <c:v>1.4454100000000001</c:v>
                </c:pt>
                <c:pt idx="6371">
                  <c:v>1.4457199999999999</c:v>
                </c:pt>
                <c:pt idx="6372">
                  <c:v>1.4460200000000001</c:v>
                </c:pt>
                <c:pt idx="6373">
                  <c:v>1.4463299999999999</c:v>
                </c:pt>
                <c:pt idx="6374">
                  <c:v>1.4466300000000001</c:v>
                </c:pt>
                <c:pt idx="6375">
                  <c:v>1.4469399999999999</c:v>
                </c:pt>
                <c:pt idx="6376">
                  <c:v>1.4472400000000001</c:v>
                </c:pt>
                <c:pt idx="6377">
                  <c:v>1.4475499999999999</c:v>
                </c:pt>
                <c:pt idx="6378">
                  <c:v>1.4478599999999999</c:v>
                </c:pt>
                <c:pt idx="6379">
                  <c:v>1.4481599999999999</c:v>
                </c:pt>
                <c:pt idx="6380">
                  <c:v>1.4484699999999999</c:v>
                </c:pt>
                <c:pt idx="6381">
                  <c:v>1.4487699999999999</c:v>
                </c:pt>
                <c:pt idx="6382">
                  <c:v>1.4490799999999999</c:v>
                </c:pt>
                <c:pt idx="6383">
                  <c:v>1.4493799999999999</c:v>
                </c:pt>
                <c:pt idx="6384">
                  <c:v>1.4496899999999999</c:v>
                </c:pt>
                <c:pt idx="6385">
                  <c:v>1.4499899999999999</c:v>
                </c:pt>
                <c:pt idx="6386">
                  <c:v>1.4502999999999999</c:v>
                </c:pt>
                <c:pt idx="6387">
                  <c:v>1.4505999999999999</c:v>
                </c:pt>
                <c:pt idx="6388">
                  <c:v>1.4509099999999999</c:v>
                </c:pt>
                <c:pt idx="6389">
                  <c:v>1.4512100000000001</c:v>
                </c:pt>
                <c:pt idx="6390">
                  <c:v>1.4515199999999999</c:v>
                </c:pt>
                <c:pt idx="6391">
                  <c:v>1.45183</c:v>
                </c:pt>
                <c:pt idx="6392">
                  <c:v>1.4521299999999999</c:v>
                </c:pt>
                <c:pt idx="6393">
                  <c:v>1.45244</c:v>
                </c:pt>
                <c:pt idx="6394">
                  <c:v>1.4527399999999999</c:v>
                </c:pt>
                <c:pt idx="6395">
                  <c:v>1.45305</c:v>
                </c:pt>
                <c:pt idx="6396">
                  <c:v>1.4533499999999999</c:v>
                </c:pt>
                <c:pt idx="6397">
                  <c:v>1.45366</c:v>
                </c:pt>
                <c:pt idx="6398">
                  <c:v>1.4539599999999999</c:v>
                </c:pt>
                <c:pt idx="6399">
                  <c:v>1.45427</c:v>
                </c:pt>
                <c:pt idx="6400">
                  <c:v>1.4545699999999999</c:v>
                </c:pt>
                <c:pt idx="6401">
                  <c:v>1.45488</c:v>
                </c:pt>
                <c:pt idx="6402">
                  <c:v>1.45519</c:v>
                </c:pt>
                <c:pt idx="6403">
                  <c:v>1.45549</c:v>
                </c:pt>
                <c:pt idx="6404">
                  <c:v>1.4558</c:v>
                </c:pt>
                <c:pt idx="6405">
                  <c:v>1.4560999999999999</c:v>
                </c:pt>
                <c:pt idx="6406">
                  <c:v>1.45641</c:v>
                </c:pt>
                <c:pt idx="6407">
                  <c:v>1.4567099999999999</c:v>
                </c:pt>
                <c:pt idx="6408">
                  <c:v>1.45702</c:v>
                </c:pt>
                <c:pt idx="6409">
                  <c:v>1.4573199999999999</c:v>
                </c:pt>
                <c:pt idx="6410">
                  <c:v>1.45763</c:v>
                </c:pt>
                <c:pt idx="6411">
                  <c:v>1.4579299999999999</c:v>
                </c:pt>
                <c:pt idx="6412">
                  <c:v>1.45824</c:v>
                </c:pt>
                <c:pt idx="6413">
                  <c:v>1.4585399999999999</c:v>
                </c:pt>
                <c:pt idx="6414">
                  <c:v>1.45885</c:v>
                </c:pt>
                <c:pt idx="6415">
                  <c:v>1.45916</c:v>
                </c:pt>
                <c:pt idx="6416">
                  <c:v>1.45946</c:v>
                </c:pt>
                <c:pt idx="6417">
                  <c:v>1.45977</c:v>
                </c:pt>
                <c:pt idx="6418">
                  <c:v>1.46007</c:v>
                </c:pt>
                <c:pt idx="6419">
                  <c:v>1.46038</c:v>
                </c:pt>
                <c:pt idx="6420">
                  <c:v>1.46068</c:v>
                </c:pt>
                <c:pt idx="6421">
                  <c:v>1.46099</c:v>
                </c:pt>
                <c:pt idx="6422">
                  <c:v>1.46129</c:v>
                </c:pt>
                <c:pt idx="6423">
                  <c:v>1.4616</c:v>
                </c:pt>
                <c:pt idx="6424">
                  <c:v>1.4619</c:v>
                </c:pt>
                <c:pt idx="6425">
                  <c:v>1.46221</c:v>
                </c:pt>
                <c:pt idx="6426">
                  <c:v>1.46251</c:v>
                </c:pt>
                <c:pt idx="6427">
                  <c:v>1.46282</c:v>
                </c:pt>
                <c:pt idx="6428">
                  <c:v>1.46313</c:v>
                </c:pt>
                <c:pt idx="6429">
                  <c:v>1.46343</c:v>
                </c:pt>
                <c:pt idx="6430">
                  <c:v>1.46374</c:v>
                </c:pt>
                <c:pt idx="6431">
                  <c:v>1.46404</c:v>
                </c:pt>
                <c:pt idx="6432">
                  <c:v>1.46435</c:v>
                </c:pt>
                <c:pt idx="6433">
                  <c:v>1.46465</c:v>
                </c:pt>
                <c:pt idx="6434">
                  <c:v>1.46496</c:v>
                </c:pt>
                <c:pt idx="6435">
                  <c:v>1.46526</c:v>
                </c:pt>
                <c:pt idx="6436">
                  <c:v>1.46557</c:v>
                </c:pt>
                <c:pt idx="6437">
                  <c:v>1.46587</c:v>
                </c:pt>
                <c:pt idx="6438">
                  <c:v>1.46618</c:v>
                </c:pt>
                <c:pt idx="6439">
                  <c:v>1.46648</c:v>
                </c:pt>
                <c:pt idx="6440">
                  <c:v>1.46679</c:v>
                </c:pt>
                <c:pt idx="6441">
                  <c:v>1.4671000000000001</c:v>
                </c:pt>
                <c:pt idx="6442">
                  <c:v>1.4674</c:v>
                </c:pt>
                <c:pt idx="6443">
                  <c:v>1.4677100000000001</c:v>
                </c:pt>
                <c:pt idx="6444">
                  <c:v>1.46801</c:v>
                </c:pt>
                <c:pt idx="6445">
                  <c:v>1.4683200000000001</c:v>
                </c:pt>
                <c:pt idx="6446">
                  <c:v>1.46862</c:v>
                </c:pt>
                <c:pt idx="6447">
                  <c:v>1.4689300000000001</c:v>
                </c:pt>
                <c:pt idx="6448">
                  <c:v>1.46923</c:v>
                </c:pt>
                <c:pt idx="6449">
                  <c:v>1.4695400000000001</c:v>
                </c:pt>
                <c:pt idx="6450">
                  <c:v>1.46984</c:v>
                </c:pt>
                <c:pt idx="6451">
                  <c:v>1.4701500000000001</c:v>
                </c:pt>
                <c:pt idx="6452">
                  <c:v>1.47045</c:v>
                </c:pt>
                <c:pt idx="6453">
                  <c:v>1.4707600000000001</c:v>
                </c:pt>
                <c:pt idx="6454">
                  <c:v>1.4710700000000001</c:v>
                </c:pt>
                <c:pt idx="6455">
                  <c:v>1.4713700000000001</c:v>
                </c:pt>
                <c:pt idx="6456">
                  <c:v>1.4716800000000001</c:v>
                </c:pt>
                <c:pt idx="6457">
                  <c:v>1.4719800000000001</c:v>
                </c:pt>
                <c:pt idx="6458">
                  <c:v>1.4722900000000001</c:v>
                </c:pt>
                <c:pt idx="6459">
                  <c:v>1.4725900000000001</c:v>
                </c:pt>
                <c:pt idx="6460">
                  <c:v>1.4729000000000001</c:v>
                </c:pt>
                <c:pt idx="6461">
                  <c:v>1.4732000000000001</c:v>
                </c:pt>
                <c:pt idx="6462">
                  <c:v>1.4735100000000001</c:v>
                </c:pt>
                <c:pt idx="6463">
                  <c:v>1.4738100000000001</c:v>
                </c:pt>
                <c:pt idx="6464">
                  <c:v>1.4741200000000001</c:v>
                </c:pt>
                <c:pt idx="6465">
                  <c:v>1.4744299999999999</c:v>
                </c:pt>
                <c:pt idx="6466">
                  <c:v>1.4747300000000001</c:v>
                </c:pt>
                <c:pt idx="6467">
                  <c:v>1.4750399999999999</c:v>
                </c:pt>
                <c:pt idx="6468">
                  <c:v>1.4753400000000001</c:v>
                </c:pt>
                <c:pt idx="6469">
                  <c:v>1.4756499999999999</c:v>
                </c:pt>
                <c:pt idx="6470">
                  <c:v>1.4759500000000001</c:v>
                </c:pt>
                <c:pt idx="6471">
                  <c:v>1.4762599999999999</c:v>
                </c:pt>
                <c:pt idx="6472">
                  <c:v>1.4765600000000001</c:v>
                </c:pt>
                <c:pt idx="6473">
                  <c:v>1.4768699999999999</c:v>
                </c:pt>
                <c:pt idx="6474">
                  <c:v>1.4771700000000001</c:v>
                </c:pt>
                <c:pt idx="6475">
                  <c:v>1.4774799999999999</c:v>
                </c:pt>
                <c:pt idx="6476">
                  <c:v>1.4777800000000001</c:v>
                </c:pt>
                <c:pt idx="6477">
                  <c:v>1.4780899999999999</c:v>
                </c:pt>
                <c:pt idx="6478">
                  <c:v>1.4783999999999999</c:v>
                </c:pt>
                <c:pt idx="6479">
                  <c:v>1.4786999999999999</c:v>
                </c:pt>
                <c:pt idx="6480">
                  <c:v>1.4790099999999999</c:v>
                </c:pt>
                <c:pt idx="6481">
                  <c:v>1.4793099999999999</c:v>
                </c:pt>
                <c:pt idx="6482">
                  <c:v>1.4796199999999999</c:v>
                </c:pt>
                <c:pt idx="6483">
                  <c:v>1.4799199999999999</c:v>
                </c:pt>
                <c:pt idx="6484">
                  <c:v>1.4802299999999999</c:v>
                </c:pt>
                <c:pt idx="6485">
                  <c:v>1.4805299999999999</c:v>
                </c:pt>
                <c:pt idx="6486">
                  <c:v>1.4808399999999999</c:v>
                </c:pt>
                <c:pt idx="6487">
                  <c:v>1.4811399999999999</c:v>
                </c:pt>
                <c:pt idx="6488">
                  <c:v>1.4814499999999999</c:v>
                </c:pt>
                <c:pt idx="6489">
                  <c:v>1.4817499999999999</c:v>
                </c:pt>
                <c:pt idx="6490">
                  <c:v>1.4820599999999999</c:v>
                </c:pt>
                <c:pt idx="6491">
                  <c:v>1.48237</c:v>
                </c:pt>
                <c:pt idx="6492">
                  <c:v>1.4826699999999999</c:v>
                </c:pt>
                <c:pt idx="6493">
                  <c:v>1.48298</c:v>
                </c:pt>
                <c:pt idx="6494">
                  <c:v>1.4832799999999999</c:v>
                </c:pt>
                <c:pt idx="6495">
                  <c:v>1.48359</c:v>
                </c:pt>
                <c:pt idx="6496">
                  <c:v>1.4838899999999999</c:v>
                </c:pt>
                <c:pt idx="6497">
                  <c:v>1.4842</c:v>
                </c:pt>
                <c:pt idx="6498">
                  <c:v>1.4844999999999999</c:v>
                </c:pt>
                <c:pt idx="6499">
                  <c:v>1.48481</c:v>
                </c:pt>
                <c:pt idx="6500">
                  <c:v>1.4851099999999999</c:v>
                </c:pt>
                <c:pt idx="6501">
                  <c:v>1.48542</c:v>
                </c:pt>
                <c:pt idx="6502">
                  <c:v>1.4857199999999999</c:v>
                </c:pt>
                <c:pt idx="6503">
                  <c:v>1.48603</c:v>
                </c:pt>
                <c:pt idx="6504">
                  <c:v>1.48634</c:v>
                </c:pt>
                <c:pt idx="6505">
                  <c:v>1.48664</c:v>
                </c:pt>
                <c:pt idx="6506">
                  <c:v>1.48695</c:v>
                </c:pt>
                <c:pt idx="6507">
                  <c:v>1.48725</c:v>
                </c:pt>
                <c:pt idx="6508">
                  <c:v>1.48756</c:v>
                </c:pt>
                <c:pt idx="6509">
                  <c:v>1.48786</c:v>
                </c:pt>
                <c:pt idx="6510">
                  <c:v>1.48817</c:v>
                </c:pt>
                <c:pt idx="6511">
                  <c:v>1.48847</c:v>
                </c:pt>
                <c:pt idx="6512">
                  <c:v>1.48878</c:v>
                </c:pt>
                <c:pt idx="6513">
                  <c:v>1.48908</c:v>
                </c:pt>
                <c:pt idx="6514">
                  <c:v>1.48939</c:v>
                </c:pt>
                <c:pt idx="6515">
                  <c:v>1.4897</c:v>
                </c:pt>
                <c:pt idx="6516">
                  <c:v>1.49</c:v>
                </c:pt>
                <c:pt idx="6517">
                  <c:v>1.49031</c:v>
                </c:pt>
                <c:pt idx="6518">
                  <c:v>1.49061</c:v>
                </c:pt>
                <c:pt idx="6519">
                  <c:v>1.49092</c:v>
                </c:pt>
                <c:pt idx="6520">
                  <c:v>1.49122</c:v>
                </c:pt>
                <c:pt idx="6521">
                  <c:v>1.49153</c:v>
                </c:pt>
                <c:pt idx="6522">
                  <c:v>1.49183</c:v>
                </c:pt>
                <c:pt idx="6523">
                  <c:v>1.49214</c:v>
                </c:pt>
                <c:pt idx="6524">
                  <c:v>1.49244</c:v>
                </c:pt>
                <c:pt idx="6525">
                  <c:v>1.49275</c:v>
                </c:pt>
                <c:pt idx="6526">
                  <c:v>1.49305</c:v>
                </c:pt>
                <c:pt idx="6527">
                  <c:v>1.49336</c:v>
                </c:pt>
                <c:pt idx="6528">
                  <c:v>1.4936700000000001</c:v>
                </c:pt>
                <c:pt idx="6529">
                  <c:v>1.49397</c:v>
                </c:pt>
                <c:pt idx="6530">
                  <c:v>1.4942800000000001</c:v>
                </c:pt>
                <c:pt idx="6531">
                  <c:v>1.49458</c:v>
                </c:pt>
                <c:pt idx="6532">
                  <c:v>1.4948900000000001</c:v>
                </c:pt>
                <c:pt idx="6533">
                  <c:v>1.49519</c:v>
                </c:pt>
                <c:pt idx="6534">
                  <c:v>1.4955000000000001</c:v>
                </c:pt>
                <c:pt idx="6535">
                  <c:v>1.4958</c:v>
                </c:pt>
                <c:pt idx="6536">
                  <c:v>1.4961100000000001</c:v>
                </c:pt>
                <c:pt idx="6537">
                  <c:v>1.49641</c:v>
                </c:pt>
                <c:pt idx="6538">
                  <c:v>1.4967200000000001</c:v>
                </c:pt>
                <c:pt idx="6539">
                  <c:v>1.49702</c:v>
                </c:pt>
                <c:pt idx="6540">
                  <c:v>1.49733</c:v>
                </c:pt>
                <c:pt idx="6541">
                  <c:v>1.4976400000000001</c:v>
                </c:pt>
                <c:pt idx="6542">
                  <c:v>1.49794</c:v>
                </c:pt>
                <c:pt idx="6543">
                  <c:v>1.4982500000000001</c:v>
                </c:pt>
                <c:pt idx="6544">
                  <c:v>1.49855</c:v>
                </c:pt>
                <c:pt idx="6545">
                  <c:v>1.4988600000000001</c:v>
                </c:pt>
                <c:pt idx="6546">
                  <c:v>1.49916</c:v>
                </c:pt>
                <c:pt idx="6547">
                  <c:v>1.4994700000000001</c:v>
                </c:pt>
                <c:pt idx="6548">
                  <c:v>1.49977</c:v>
                </c:pt>
                <c:pt idx="6549">
                  <c:v>1.5000800000000001</c:v>
                </c:pt>
                <c:pt idx="6550">
                  <c:v>1.50038</c:v>
                </c:pt>
                <c:pt idx="6551">
                  <c:v>1.5006900000000001</c:v>
                </c:pt>
                <c:pt idx="6552">
                  <c:v>1.50099</c:v>
                </c:pt>
                <c:pt idx="6553">
                  <c:v>1.5013000000000001</c:v>
                </c:pt>
                <c:pt idx="6554">
                  <c:v>1.5016099999999999</c:v>
                </c:pt>
                <c:pt idx="6555">
                  <c:v>1.5019100000000001</c:v>
                </c:pt>
                <c:pt idx="6556">
                  <c:v>1.5022200000000001</c:v>
                </c:pt>
                <c:pt idx="6557">
                  <c:v>1.5025200000000001</c:v>
                </c:pt>
                <c:pt idx="6558">
                  <c:v>1.5028300000000001</c:v>
                </c:pt>
                <c:pt idx="6559">
                  <c:v>1.5031300000000001</c:v>
                </c:pt>
                <c:pt idx="6560">
                  <c:v>1.5034400000000001</c:v>
                </c:pt>
                <c:pt idx="6561">
                  <c:v>1.5037400000000001</c:v>
                </c:pt>
                <c:pt idx="6562">
                  <c:v>1.5040500000000001</c:v>
                </c:pt>
                <c:pt idx="6563">
                  <c:v>1.5043500000000001</c:v>
                </c:pt>
                <c:pt idx="6564">
                  <c:v>1.5046600000000001</c:v>
                </c:pt>
                <c:pt idx="6565">
                  <c:v>1.5049600000000001</c:v>
                </c:pt>
                <c:pt idx="6566">
                  <c:v>1.5052700000000001</c:v>
                </c:pt>
                <c:pt idx="6567">
                  <c:v>1.5055799999999999</c:v>
                </c:pt>
                <c:pt idx="6568">
                  <c:v>1.5058800000000001</c:v>
                </c:pt>
                <c:pt idx="6569">
                  <c:v>1.5061899999999999</c:v>
                </c:pt>
                <c:pt idx="6570">
                  <c:v>1.5064900000000001</c:v>
                </c:pt>
                <c:pt idx="6571">
                  <c:v>1.5067999999999999</c:v>
                </c:pt>
                <c:pt idx="6572">
                  <c:v>1.5071000000000001</c:v>
                </c:pt>
                <c:pt idx="6573">
                  <c:v>1.5074099999999999</c:v>
                </c:pt>
                <c:pt idx="6574">
                  <c:v>1.5077100000000001</c:v>
                </c:pt>
                <c:pt idx="6575">
                  <c:v>1.5080199999999999</c:v>
                </c:pt>
                <c:pt idx="6576">
                  <c:v>1.5083200000000001</c:v>
                </c:pt>
                <c:pt idx="6577">
                  <c:v>1.5086299999999999</c:v>
                </c:pt>
                <c:pt idx="6578">
                  <c:v>1.5089399999999999</c:v>
                </c:pt>
                <c:pt idx="6579">
                  <c:v>1.5092399999999999</c:v>
                </c:pt>
                <c:pt idx="6580">
                  <c:v>1.5095499999999999</c:v>
                </c:pt>
                <c:pt idx="6581">
                  <c:v>1.5098499999999999</c:v>
                </c:pt>
                <c:pt idx="6582">
                  <c:v>1.5101599999999999</c:v>
                </c:pt>
                <c:pt idx="6583">
                  <c:v>1.5104599999999999</c:v>
                </c:pt>
                <c:pt idx="6584">
                  <c:v>1.5107699999999999</c:v>
                </c:pt>
                <c:pt idx="6585">
                  <c:v>1.5110699999999999</c:v>
                </c:pt>
                <c:pt idx="6586">
                  <c:v>1.5113799999999999</c:v>
                </c:pt>
                <c:pt idx="6587">
                  <c:v>1.5116799999999999</c:v>
                </c:pt>
                <c:pt idx="6588">
                  <c:v>1.5119899999999999</c:v>
                </c:pt>
                <c:pt idx="6589">
                  <c:v>1.5122899999999999</c:v>
                </c:pt>
                <c:pt idx="6590">
                  <c:v>1.5125999999999999</c:v>
                </c:pt>
                <c:pt idx="6591">
                  <c:v>1.51291</c:v>
                </c:pt>
                <c:pt idx="6592">
                  <c:v>1.5132099999999999</c:v>
                </c:pt>
                <c:pt idx="6593">
                  <c:v>1.51352</c:v>
                </c:pt>
                <c:pt idx="6594">
                  <c:v>1.5138199999999999</c:v>
                </c:pt>
                <c:pt idx="6595">
                  <c:v>1.51413</c:v>
                </c:pt>
                <c:pt idx="6596">
                  <c:v>1.5144299999999999</c:v>
                </c:pt>
                <c:pt idx="6597">
                  <c:v>1.51474</c:v>
                </c:pt>
                <c:pt idx="6598">
                  <c:v>1.5150399999999999</c:v>
                </c:pt>
                <c:pt idx="6599">
                  <c:v>1.51535</c:v>
                </c:pt>
                <c:pt idx="6600">
                  <c:v>1.5156499999999999</c:v>
                </c:pt>
                <c:pt idx="6601">
                  <c:v>1.51596</c:v>
                </c:pt>
                <c:pt idx="6602">
                  <c:v>1.5162599999999999</c:v>
                </c:pt>
                <c:pt idx="6603">
                  <c:v>1.51657</c:v>
                </c:pt>
                <c:pt idx="6604">
                  <c:v>1.51688</c:v>
                </c:pt>
                <c:pt idx="6605">
                  <c:v>1.51718</c:v>
                </c:pt>
                <c:pt idx="6606">
                  <c:v>1.51749</c:v>
                </c:pt>
                <c:pt idx="6607">
                  <c:v>1.51779</c:v>
                </c:pt>
                <c:pt idx="6608">
                  <c:v>1.5181</c:v>
                </c:pt>
                <c:pt idx="6609">
                  <c:v>1.5184</c:v>
                </c:pt>
                <c:pt idx="6610">
                  <c:v>1.51871</c:v>
                </c:pt>
                <c:pt idx="6611">
                  <c:v>1.51901</c:v>
                </c:pt>
                <c:pt idx="6612">
                  <c:v>1.51932</c:v>
                </c:pt>
                <c:pt idx="6613">
                  <c:v>1.51962</c:v>
                </c:pt>
                <c:pt idx="6614">
                  <c:v>1.51993</c:v>
                </c:pt>
                <c:pt idx="6615">
                  <c:v>1.52023</c:v>
                </c:pt>
                <c:pt idx="6616">
                  <c:v>1.52054</c:v>
                </c:pt>
                <c:pt idx="6617">
                  <c:v>1.52085</c:v>
                </c:pt>
                <c:pt idx="6618">
                  <c:v>1.52115</c:v>
                </c:pt>
                <c:pt idx="6619">
                  <c:v>1.52146</c:v>
                </c:pt>
                <c:pt idx="6620">
                  <c:v>1.52176</c:v>
                </c:pt>
                <c:pt idx="6621">
                  <c:v>1.52207</c:v>
                </c:pt>
                <c:pt idx="6622">
                  <c:v>1.52237</c:v>
                </c:pt>
                <c:pt idx="6623">
                  <c:v>1.52268</c:v>
                </c:pt>
                <c:pt idx="6624">
                  <c:v>1.52298</c:v>
                </c:pt>
                <c:pt idx="6625">
                  <c:v>1.52329</c:v>
                </c:pt>
                <c:pt idx="6626">
                  <c:v>1.52359</c:v>
                </c:pt>
                <c:pt idx="6627">
                  <c:v>1.5239</c:v>
                </c:pt>
                <c:pt idx="6628">
                  <c:v>1.5242</c:v>
                </c:pt>
                <c:pt idx="6629">
                  <c:v>1.52451</c:v>
                </c:pt>
                <c:pt idx="6630">
                  <c:v>1.5248200000000001</c:v>
                </c:pt>
                <c:pt idx="6631">
                  <c:v>1.52512</c:v>
                </c:pt>
                <c:pt idx="6632">
                  <c:v>1.5254300000000001</c:v>
                </c:pt>
                <c:pt idx="6633">
                  <c:v>1.52573</c:v>
                </c:pt>
                <c:pt idx="6634">
                  <c:v>1.5260400000000001</c:v>
                </c:pt>
                <c:pt idx="6635">
                  <c:v>1.52634</c:v>
                </c:pt>
                <c:pt idx="6636">
                  <c:v>1.5266500000000001</c:v>
                </c:pt>
                <c:pt idx="6637">
                  <c:v>1.52695</c:v>
                </c:pt>
                <c:pt idx="6638">
                  <c:v>1.5272600000000001</c:v>
                </c:pt>
                <c:pt idx="6639">
                  <c:v>1.52756</c:v>
                </c:pt>
                <c:pt idx="6640">
                  <c:v>1.5278700000000001</c:v>
                </c:pt>
                <c:pt idx="6641">
                  <c:v>1.5281800000000001</c:v>
                </c:pt>
                <c:pt idx="6642">
                  <c:v>1.5284800000000001</c:v>
                </c:pt>
                <c:pt idx="6643">
                  <c:v>1.5287900000000001</c:v>
                </c:pt>
                <c:pt idx="6644">
                  <c:v>1.5290900000000001</c:v>
                </c:pt>
                <c:pt idx="6645">
                  <c:v>1.5294000000000001</c:v>
                </c:pt>
                <c:pt idx="6646">
                  <c:v>1.5297000000000001</c:v>
                </c:pt>
                <c:pt idx="6647">
                  <c:v>1.5300100000000001</c:v>
                </c:pt>
                <c:pt idx="6648">
                  <c:v>1.5303100000000001</c:v>
                </c:pt>
                <c:pt idx="6649">
                  <c:v>1.5306200000000001</c:v>
                </c:pt>
                <c:pt idx="6650">
                  <c:v>1.5309200000000001</c:v>
                </c:pt>
                <c:pt idx="6651">
                  <c:v>1.5312300000000001</c:v>
                </c:pt>
                <c:pt idx="6652">
                  <c:v>1.5315300000000001</c:v>
                </c:pt>
                <c:pt idx="6653">
                  <c:v>1.5318400000000001</c:v>
                </c:pt>
                <c:pt idx="6654">
                  <c:v>1.5321499999999999</c:v>
                </c:pt>
                <c:pt idx="6655">
                  <c:v>1.5324500000000001</c:v>
                </c:pt>
                <c:pt idx="6656">
                  <c:v>1.5327599999999999</c:v>
                </c:pt>
                <c:pt idx="6657">
                  <c:v>1.5330600000000001</c:v>
                </c:pt>
                <c:pt idx="6658">
                  <c:v>1.5333699999999999</c:v>
                </c:pt>
                <c:pt idx="6659">
                  <c:v>1.5336700000000001</c:v>
                </c:pt>
                <c:pt idx="6660">
                  <c:v>1.5339799999999999</c:v>
                </c:pt>
                <c:pt idx="6661">
                  <c:v>1.5342800000000001</c:v>
                </c:pt>
                <c:pt idx="6662">
                  <c:v>1.5345899999999999</c:v>
                </c:pt>
                <c:pt idx="6663">
                  <c:v>1.5348900000000001</c:v>
                </c:pt>
                <c:pt idx="6664">
                  <c:v>1.5351999999999999</c:v>
                </c:pt>
                <c:pt idx="6665">
                  <c:v>1.5355000000000001</c:v>
                </c:pt>
                <c:pt idx="6666">
                  <c:v>1.5358099999999999</c:v>
                </c:pt>
                <c:pt idx="6667">
                  <c:v>1.5361199999999999</c:v>
                </c:pt>
                <c:pt idx="6668">
                  <c:v>1.5364199999999999</c:v>
                </c:pt>
                <c:pt idx="6669">
                  <c:v>1.5367299999999999</c:v>
                </c:pt>
                <c:pt idx="6670">
                  <c:v>1.5370299999999999</c:v>
                </c:pt>
                <c:pt idx="6671">
                  <c:v>1.5373399999999999</c:v>
                </c:pt>
                <c:pt idx="6672">
                  <c:v>1.5376399999999999</c:v>
                </c:pt>
                <c:pt idx="6673">
                  <c:v>1.5379499999999999</c:v>
                </c:pt>
                <c:pt idx="6674">
                  <c:v>1.5382499999999999</c:v>
                </c:pt>
                <c:pt idx="6675">
                  <c:v>1.5385599999999999</c:v>
                </c:pt>
                <c:pt idx="6676">
                  <c:v>1.5388599999999999</c:v>
                </c:pt>
                <c:pt idx="6677">
                  <c:v>1.5391699999999999</c:v>
                </c:pt>
                <c:pt idx="6678">
                  <c:v>1.5394699999999999</c:v>
                </c:pt>
                <c:pt idx="6679">
                  <c:v>1.5397799999999999</c:v>
                </c:pt>
                <c:pt idx="6680">
                  <c:v>1.54009</c:v>
                </c:pt>
                <c:pt idx="6681">
                  <c:v>1.5403899999999999</c:v>
                </c:pt>
                <c:pt idx="6682">
                  <c:v>1.5407</c:v>
                </c:pt>
                <c:pt idx="6683">
                  <c:v>1.5409999999999999</c:v>
                </c:pt>
                <c:pt idx="6684">
                  <c:v>1.54131</c:v>
                </c:pt>
                <c:pt idx="6685">
                  <c:v>1.5416099999999999</c:v>
                </c:pt>
                <c:pt idx="6686">
                  <c:v>1.54192</c:v>
                </c:pt>
                <c:pt idx="6687">
                  <c:v>1.5422199999999999</c:v>
                </c:pt>
                <c:pt idx="6688">
                  <c:v>1.54253</c:v>
                </c:pt>
                <c:pt idx="6689">
                  <c:v>1.5428299999999999</c:v>
                </c:pt>
                <c:pt idx="6690">
                  <c:v>1.54314</c:v>
                </c:pt>
                <c:pt idx="6691">
                  <c:v>1.5434399999999999</c:v>
                </c:pt>
                <c:pt idx="6692">
                  <c:v>1.54375</c:v>
                </c:pt>
                <c:pt idx="6693">
                  <c:v>1.54406</c:v>
                </c:pt>
                <c:pt idx="6694">
                  <c:v>1.54436</c:v>
                </c:pt>
                <c:pt idx="6695">
                  <c:v>1.54467</c:v>
                </c:pt>
                <c:pt idx="6696">
                  <c:v>1.54497</c:v>
                </c:pt>
                <c:pt idx="6697">
                  <c:v>1.54528</c:v>
                </c:pt>
                <c:pt idx="6698">
                  <c:v>1.54558</c:v>
                </c:pt>
                <c:pt idx="6699">
                  <c:v>1.54589</c:v>
                </c:pt>
                <c:pt idx="6700">
                  <c:v>1.54619</c:v>
                </c:pt>
                <c:pt idx="6701">
                  <c:v>1.5465</c:v>
                </c:pt>
                <c:pt idx="6702">
                  <c:v>1.5468</c:v>
                </c:pt>
                <c:pt idx="6703">
                  <c:v>1.54711</c:v>
                </c:pt>
                <c:pt idx="6704">
                  <c:v>1.54742</c:v>
                </c:pt>
                <c:pt idx="6705">
                  <c:v>1.54772</c:v>
                </c:pt>
                <c:pt idx="6706">
                  <c:v>1.54803</c:v>
                </c:pt>
                <c:pt idx="6707">
                  <c:v>1.54833</c:v>
                </c:pt>
                <c:pt idx="6708">
                  <c:v>1.54864</c:v>
                </c:pt>
                <c:pt idx="6709">
                  <c:v>1.54894</c:v>
                </c:pt>
                <c:pt idx="6710">
                  <c:v>1.54925</c:v>
                </c:pt>
                <c:pt idx="6711">
                  <c:v>1.54955</c:v>
                </c:pt>
                <c:pt idx="6712">
                  <c:v>1.54986</c:v>
                </c:pt>
                <c:pt idx="6713">
                  <c:v>1.55016</c:v>
                </c:pt>
                <c:pt idx="6714">
                  <c:v>1.55047</c:v>
                </c:pt>
                <c:pt idx="6715">
                  <c:v>1.55077</c:v>
                </c:pt>
                <c:pt idx="6716">
                  <c:v>1.55108</c:v>
                </c:pt>
                <c:pt idx="6717">
                  <c:v>1.55139</c:v>
                </c:pt>
                <c:pt idx="6718">
                  <c:v>1.55169</c:v>
                </c:pt>
                <c:pt idx="6719">
                  <c:v>1.552</c:v>
                </c:pt>
                <c:pt idx="6720">
                  <c:v>1.5523</c:v>
                </c:pt>
                <c:pt idx="6721">
                  <c:v>1.55261</c:v>
                </c:pt>
                <c:pt idx="6722">
                  <c:v>1.55291</c:v>
                </c:pt>
                <c:pt idx="6723">
                  <c:v>1.55322</c:v>
                </c:pt>
                <c:pt idx="6724">
                  <c:v>1.55352</c:v>
                </c:pt>
                <c:pt idx="6725">
                  <c:v>1.55383</c:v>
                </c:pt>
                <c:pt idx="6726">
                  <c:v>1.55413</c:v>
                </c:pt>
                <c:pt idx="6727">
                  <c:v>1.55444</c:v>
                </c:pt>
                <c:pt idx="6728">
                  <c:v>1.55474</c:v>
                </c:pt>
                <c:pt idx="6729">
                  <c:v>1.55505</c:v>
                </c:pt>
                <c:pt idx="6730">
                  <c:v>1.5553600000000001</c:v>
                </c:pt>
                <c:pt idx="6731">
                  <c:v>1.55566</c:v>
                </c:pt>
                <c:pt idx="6732">
                  <c:v>1.5559700000000001</c:v>
                </c:pt>
                <c:pt idx="6733">
                  <c:v>1.55627</c:v>
                </c:pt>
                <c:pt idx="6734">
                  <c:v>1.5565800000000001</c:v>
                </c:pt>
                <c:pt idx="6735">
                  <c:v>1.55688</c:v>
                </c:pt>
                <c:pt idx="6736">
                  <c:v>1.5571900000000001</c:v>
                </c:pt>
                <c:pt idx="6737">
                  <c:v>1.55749</c:v>
                </c:pt>
                <c:pt idx="6738">
                  <c:v>1.5578000000000001</c:v>
                </c:pt>
                <c:pt idx="6739">
                  <c:v>1.5581</c:v>
                </c:pt>
                <c:pt idx="6740">
                  <c:v>1.5584100000000001</c:v>
                </c:pt>
                <c:pt idx="6741">
                  <c:v>1.55871</c:v>
                </c:pt>
                <c:pt idx="6742">
                  <c:v>1.5590200000000001</c:v>
                </c:pt>
                <c:pt idx="6743">
                  <c:v>1.5593300000000001</c:v>
                </c:pt>
                <c:pt idx="6744">
                  <c:v>1.5596300000000001</c:v>
                </c:pt>
                <c:pt idx="6745">
                  <c:v>1.5599400000000001</c:v>
                </c:pt>
                <c:pt idx="6746">
                  <c:v>1.5602400000000001</c:v>
                </c:pt>
                <c:pt idx="6747">
                  <c:v>1.5605500000000001</c:v>
                </c:pt>
                <c:pt idx="6748">
                  <c:v>1.5608500000000001</c:v>
                </c:pt>
                <c:pt idx="6749">
                  <c:v>1.5611600000000001</c:v>
                </c:pt>
                <c:pt idx="6750">
                  <c:v>1.5614600000000001</c:v>
                </c:pt>
                <c:pt idx="6751">
                  <c:v>1.5617700000000001</c:v>
                </c:pt>
                <c:pt idx="6752">
                  <c:v>1.5620700000000001</c:v>
                </c:pt>
                <c:pt idx="6753">
                  <c:v>1.5623800000000001</c:v>
                </c:pt>
                <c:pt idx="6754">
                  <c:v>1.5626899999999999</c:v>
                </c:pt>
                <c:pt idx="6755">
                  <c:v>1.5629900000000001</c:v>
                </c:pt>
                <c:pt idx="6756">
                  <c:v>1.5632999999999999</c:v>
                </c:pt>
                <c:pt idx="6757">
                  <c:v>1.5636000000000001</c:v>
                </c:pt>
                <c:pt idx="6758">
                  <c:v>1.5639099999999999</c:v>
                </c:pt>
                <c:pt idx="6759">
                  <c:v>1.5642100000000001</c:v>
                </c:pt>
                <c:pt idx="6760">
                  <c:v>1.5645199999999999</c:v>
                </c:pt>
                <c:pt idx="6761">
                  <c:v>1.5648200000000001</c:v>
                </c:pt>
                <c:pt idx="6762">
                  <c:v>1.5651299999999999</c:v>
                </c:pt>
                <c:pt idx="6763">
                  <c:v>1.5654300000000001</c:v>
                </c:pt>
                <c:pt idx="6764">
                  <c:v>1.5657399999999999</c:v>
                </c:pt>
                <c:pt idx="6765">
                  <c:v>1.5660400000000001</c:v>
                </c:pt>
                <c:pt idx="6766">
                  <c:v>1.5663499999999999</c:v>
                </c:pt>
                <c:pt idx="6767">
                  <c:v>1.5666599999999999</c:v>
                </c:pt>
                <c:pt idx="6768">
                  <c:v>1.5669599999999999</c:v>
                </c:pt>
                <c:pt idx="6769">
                  <c:v>1.5672699999999999</c:v>
                </c:pt>
                <c:pt idx="6770">
                  <c:v>1.5675699999999999</c:v>
                </c:pt>
                <c:pt idx="6771">
                  <c:v>1.5678799999999999</c:v>
                </c:pt>
                <c:pt idx="6772">
                  <c:v>1.5681799999999999</c:v>
                </c:pt>
                <c:pt idx="6773">
                  <c:v>1.5684899999999999</c:v>
                </c:pt>
                <c:pt idx="6774">
                  <c:v>1.5687899999999999</c:v>
                </c:pt>
                <c:pt idx="6775">
                  <c:v>1.5690999999999999</c:v>
                </c:pt>
                <c:pt idx="6776">
                  <c:v>1.5693999999999999</c:v>
                </c:pt>
                <c:pt idx="6777">
                  <c:v>1.5697099999999999</c:v>
                </c:pt>
                <c:pt idx="6778">
                  <c:v>1.5700099999999999</c:v>
                </c:pt>
                <c:pt idx="6779">
                  <c:v>1.5703199999999999</c:v>
                </c:pt>
                <c:pt idx="6780">
                  <c:v>1.57063</c:v>
                </c:pt>
                <c:pt idx="6781">
                  <c:v>1.5709299999999999</c:v>
                </c:pt>
                <c:pt idx="6782">
                  <c:v>1.57124</c:v>
                </c:pt>
                <c:pt idx="6783">
                  <c:v>1.5715399999999999</c:v>
                </c:pt>
                <c:pt idx="6784">
                  <c:v>1.57185</c:v>
                </c:pt>
                <c:pt idx="6785">
                  <c:v>1.5721499999999999</c:v>
                </c:pt>
                <c:pt idx="6786">
                  <c:v>1.57246</c:v>
                </c:pt>
                <c:pt idx="6787">
                  <c:v>1.5727599999999999</c:v>
                </c:pt>
                <c:pt idx="6788">
                  <c:v>1.57307</c:v>
                </c:pt>
                <c:pt idx="6789">
                  <c:v>1.5733699999999999</c:v>
                </c:pt>
                <c:pt idx="6790">
                  <c:v>1.57368</c:v>
                </c:pt>
                <c:pt idx="6791">
                  <c:v>1.5739799999999999</c:v>
                </c:pt>
                <c:pt idx="6792">
                  <c:v>1.57429</c:v>
                </c:pt>
                <c:pt idx="6793">
                  <c:v>1.5746</c:v>
                </c:pt>
                <c:pt idx="6794">
                  <c:v>1.5749</c:v>
                </c:pt>
                <c:pt idx="6795">
                  <c:v>1.57521</c:v>
                </c:pt>
                <c:pt idx="6796">
                  <c:v>1.57551</c:v>
                </c:pt>
                <c:pt idx="6797">
                  <c:v>1.57582</c:v>
                </c:pt>
                <c:pt idx="6798">
                  <c:v>1.57612</c:v>
                </c:pt>
                <c:pt idx="6799">
                  <c:v>1.57643</c:v>
                </c:pt>
                <c:pt idx="6800">
                  <c:v>1.57673</c:v>
                </c:pt>
                <c:pt idx="6801">
                  <c:v>1.57704</c:v>
                </c:pt>
                <c:pt idx="6802">
                  <c:v>1.57734</c:v>
                </c:pt>
                <c:pt idx="6803">
                  <c:v>1.57765</c:v>
                </c:pt>
                <c:pt idx="6804">
                  <c:v>1.57795</c:v>
                </c:pt>
                <c:pt idx="6805">
                  <c:v>1.57826</c:v>
                </c:pt>
                <c:pt idx="6806">
                  <c:v>1.57857</c:v>
                </c:pt>
                <c:pt idx="6807">
                  <c:v>1.57887</c:v>
                </c:pt>
                <c:pt idx="6808">
                  <c:v>1.57918</c:v>
                </c:pt>
                <c:pt idx="6809">
                  <c:v>1.57948</c:v>
                </c:pt>
                <c:pt idx="6810">
                  <c:v>1.57979</c:v>
                </c:pt>
                <c:pt idx="6811">
                  <c:v>1.58009</c:v>
                </c:pt>
                <c:pt idx="6812">
                  <c:v>1.5804</c:v>
                </c:pt>
                <c:pt idx="6813">
                  <c:v>1.5807</c:v>
                </c:pt>
                <c:pt idx="6814">
                  <c:v>1.58101</c:v>
                </c:pt>
                <c:pt idx="6815">
                  <c:v>1.58131</c:v>
                </c:pt>
                <c:pt idx="6816">
                  <c:v>1.58162</c:v>
                </c:pt>
                <c:pt idx="6817">
                  <c:v>1.5819300000000001</c:v>
                </c:pt>
                <c:pt idx="6818">
                  <c:v>1.58223</c:v>
                </c:pt>
                <c:pt idx="6819">
                  <c:v>1.5825400000000001</c:v>
                </c:pt>
                <c:pt idx="6820">
                  <c:v>1.58284</c:v>
                </c:pt>
                <c:pt idx="6821">
                  <c:v>1.5831500000000001</c:v>
                </c:pt>
                <c:pt idx="6822">
                  <c:v>1.58345</c:v>
                </c:pt>
                <c:pt idx="6823">
                  <c:v>1.5837600000000001</c:v>
                </c:pt>
                <c:pt idx="6824">
                  <c:v>1.58406</c:v>
                </c:pt>
                <c:pt idx="6825">
                  <c:v>1.5843700000000001</c:v>
                </c:pt>
                <c:pt idx="6826">
                  <c:v>1.58467</c:v>
                </c:pt>
                <c:pt idx="6827">
                  <c:v>1.5849800000000001</c:v>
                </c:pt>
                <c:pt idx="6828">
                  <c:v>1.58528</c:v>
                </c:pt>
                <c:pt idx="6829">
                  <c:v>1.5855900000000001</c:v>
                </c:pt>
                <c:pt idx="6830">
                  <c:v>1.5859000000000001</c:v>
                </c:pt>
                <c:pt idx="6831">
                  <c:v>1.5862000000000001</c:v>
                </c:pt>
                <c:pt idx="6832">
                  <c:v>1.5865100000000001</c:v>
                </c:pt>
                <c:pt idx="6833">
                  <c:v>1.5868100000000001</c:v>
                </c:pt>
                <c:pt idx="6834">
                  <c:v>1.5871200000000001</c:v>
                </c:pt>
                <c:pt idx="6835">
                  <c:v>1.5874200000000001</c:v>
                </c:pt>
                <c:pt idx="6836">
                  <c:v>1.5877300000000001</c:v>
                </c:pt>
                <c:pt idx="6837">
                  <c:v>1.5880300000000001</c:v>
                </c:pt>
                <c:pt idx="6838">
                  <c:v>1.5883400000000001</c:v>
                </c:pt>
                <c:pt idx="6839">
                  <c:v>1.5886400000000001</c:v>
                </c:pt>
                <c:pt idx="6840">
                  <c:v>1.5889500000000001</c:v>
                </c:pt>
                <c:pt idx="6841">
                  <c:v>1.5892500000000001</c:v>
                </c:pt>
                <c:pt idx="6842">
                  <c:v>1.5895600000000001</c:v>
                </c:pt>
                <c:pt idx="6843">
                  <c:v>1.5898699999999999</c:v>
                </c:pt>
                <c:pt idx="6844">
                  <c:v>1.5901700000000001</c:v>
                </c:pt>
                <c:pt idx="6845">
                  <c:v>1.5904799999999999</c:v>
                </c:pt>
                <c:pt idx="6846">
                  <c:v>1.5907800000000001</c:v>
                </c:pt>
                <c:pt idx="6847">
                  <c:v>1.5910899999999999</c:v>
                </c:pt>
                <c:pt idx="6848">
                  <c:v>1.5913900000000001</c:v>
                </c:pt>
                <c:pt idx="6849">
                  <c:v>1.5916999999999999</c:v>
                </c:pt>
                <c:pt idx="6850">
                  <c:v>1.5920000000000001</c:v>
                </c:pt>
                <c:pt idx="6851">
                  <c:v>1.5923099999999999</c:v>
                </c:pt>
                <c:pt idx="6852">
                  <c:v>1.5926100000000001</c:v>
                </c:pt>
                <c:pt idx="6853">
                  <c:v>1.5929199999999999</c:v>
                </c:pt>
                <c:pt idx="6854">
                  <c:v>1.5932200000000001</c:v>
                </c:pt>
                <c:pt idx="6855">
                  <c:v>1.5935299999999999</c:v>
                </c:pt>
                <c:pt idx="6856">
                  <c:v>1.5938399999999999</c:v>
                </c:pt>
                <c:pt idx="6857">
                  <c:v>1.5941399999999999</c:v>
                </c:pt>
                <c:pt idx="6858">
                  <c:v>1.5944499999999999</c:v>
                </c:pt>
                <c:pt idx="6859">
                  <c:v>1.5947499999999999</c:v>
                </c:pt>
                <c:pt idx="6860">
                  <c:v>1.5950599999999999</c:v>
                </c:pt>
                <c:pt idx="6861">
                  <c:v>1.5953599999999999</c:v>
                </c:pt>
                <c:pt idx="6862">
                  <c:v>1.5956699999999999</c:v>
                </c:pt>
                <c:pt idx="6863">
                  <c:v>1.5959700000000001</c:v>
                </c:pt>
                <c:pt idx="6864">
                  <c:v>1.5962799999999999</c:v>
                </c:pt>
                <c:pt idx="6865">
                  <c:v>1.5965800000000001</c:v>
                </c:pt>
                <c:pt idx="6866">
                  <c:v>1.5968899999999999</c:v>
                </c:pt>
                <c:pt idx="6867">
                  <c:v>1.5971900000000001</c:v>
                </c:pt>
                <c:pt idx="6868">
                  <c:v>1.5974999999999999</c:v>
                </c:pt>
                <c:pt idx="6869">
                  <c:v>1.59781</c:v>
                </c:pt>
                <c:pt idx="6870">
                  <c:v>1.5981099999999999</c:v>
                </c:pt>
                <c:pt idx="6871">
                  <c:v>1.59842</c:v>
                </c:pt>
                <c:pt idx="6872">
                  <c:v>1.5987199999999999</c:v>
                </c:pt>
                <c:pt idx="6873">
                  <c:v>1.59903</c:v>
                </c:pt>
                <c:pt idx="6874">
                  <c:v>1.5993299999999999</c:v>
                </c:pt>
                <c:pt idx="6875">
                  <c:v>1.59964</c:v>
                </c:pt>
                <c:pt idx="6876">
                  <c:v>1.5999399999999999</c:v>
                </c:pt>
                <c:pt idx="6877">
                  <c:v>1.60025</c:v>
                </c:pt>
                <c:pt idx="6878">
                  <c:v>1.6005499999999999</c:v>
                </c:pt>
                <c:pt idx="6879">
                  <c:v>1.6008599999999999</c:v>
                </c:pt>
                <c:pt idx="6880">
                  <c:v>1.60117</c:v>
                </c:pt>
                <c:pt idx="6881">
                  <c:v>1.6014699999999999</c:v>
                </c:pt>
                <c:pt idx="6882">
                  <c:v>1.60178</c:v>
                </c:pt>
                <c:pt idx="6883">
                  <c:v>1.6020799999999999</c:v>
                </c:pt>
                <c:pt idx="6884">
                  <c:v>1.60239</c:v>
                </c:pt>
                <c:pt idx="6885">
                  <c:v>1.6026899999999999</c:v>
                </c:pt>
                <c:pt idx="6886">
                  <c:v>1.603</c:v>
                </c:pt>
                <c:pt idx="6887">
                  <c:v>1.6032999999999999</c:v>
                </c:pt>
                <c:pt idx="6888">
                  <c:v>1.60361</c:v>
                </c:pt>
                <c:pt idx="6889">
                  <c:v>1.6039099999999999</c:v>
                </c:pt>
                <c:pt idx="6890">
                  <c:v>1.60422</c:v>
                </c:pt>
                <c:pt idx="6891">
                  <c:v>1.6045199999999999</c:v>
                </c:pt>
                <c:pt idx="6892">
                  <c:v>1.60483</c:v>
                </c:pt>
                <c:pt idx="6893">
                  <c:v>1.60514</c:v>
                </c:pt>
                <c:pt idx="6894">
                  <c:v>1.60544</c:v>
                </c:pt>
                <c:pt idx="6895">
                  <c:v>1.60575</c:v>
                </c:pt>
                <c:pt idx="6896">
                  <c:v>1.60605</c:v>
                </c:pt>
                <c:pt idx="6897">
                  <c:v>1.60636</c:v>
                </c:pt>
                <c:pt idx="6898">
                  <c:v>1.60666</c:v>
                </c:pt>
                <c:pt idx="6899">
                  <c:v>1.60697</c:v>
                </c:pt>
                <c:pt idx="6900">
                  <c:v>1.60727</c:v>
                </c:pt>
                <c:pt idx="6901">
                  <c:v>1.60758</c:v>
                </c:pt>
                <c:pt idx="6902">
                  <c:v>1.60788</c:v>
                </c:pt>
                <c:pt idx="6903">
                  <c:v>1.60819</c:v>
                </c:pt>
                <c:pt idx="6904">
                  <c:v>1.60849</c:v>
                </c:pt>
                <c:pt idx="6905">
                  <c:v>1.6088</c:v>
                </c:pt>
                <c:pt idx="6906">
                  <c:v>1.60911</c:v>
                </c:pt>
                <c:pt idx="6907">
                  <c:v>1.60941</c:v>
                </c:pt>
                <c:pt idx="6908">
                  <c:v>1.60972</c:v>
                </c:pt>
                <c:pt idx="6909">
                  <c:v>1.61002</c:v>
                </c:pt>
                <c:pt idx="6910">
                  <c:v>1.61033</c:v>
                </c:pt>
                <c:pt idx="6911">
                  <c:v>1.61063</c:v>
                </c:pt>
                <c:pt idx="6912">
                  <c:v>1.61094</c:v>
                </c:pt>
                <c:pt idx="6913">
                  <c:v>1.61124</c:v>
                </c:pt>
                <c:pt idx="6914">
                  <c:v>1.61155</c:v>
                </c:pt>
                <c:pt idx="6915">
                  <c:v>1.61185</c:v>
                </c:pt>
                <c:pt idx="6916">
                  <c:v>1.61216</c:v>
                </c:pt>
                <c:pt idx="6917">
                  <c:v>1.61246</c:v>
                </c:pt>
                <c:pt idx="6918">
                  <c:v>1.61277</c:v>
                </c:pt>
                <c:pt idx="6919">
                  <c:v>1.6130800000000001</c:v>
                </c:pt>
                <c:pt idx="6920">
                  <c:v>1.61338</c:v>
                </c:pt>
                <c:pt idx="6921">
                  <c:v>1.6136900000000001</c:v>
                </c:pt>
                <c:pt idx="6922">
                  <c:v>1.61399</c:v>
                </c:pt>
                <c:pt idx="6923">
                  <c:v>1.6143000000000001</c:v>
                </c:pt>
                <c:pt idx="6924">
                  <c:v>1.6146</c:v>
                </c:pt>
                <c:pt idx="6925">
                  <c:v>1.6149100000000001</c:v>
                </c:pt>
                <c:pt idx="6926">
                  <c:v>1.61521</c:v>
                </c:pt>
                <c:pt idx="6927">
                  <c:v>1.6155200000000001</c:v>
                </c:pt>
                <c:pt idx="6928">
                  <c:v>1.61582</c:v>
                </c:pt>
                <c:pt idx="6929">
                  <c:v>1.6161300000000001</c:v>
                </c:pt>
                <c:pt idx="6930">
                  <c:v>1.6164400000000001</c:v>
                </c:pt>
                <c:pt idx="6931">
                  <c:v>1.6167400000000001</c:v>
                </c:pt>
                <c:pt idx="6932">
                  <c:v>1.6170500000000001</c:v>
                </c:pt>
                <c:pt idx="6933">
                  <c:v>1.6173500000000001</c:v>
                </c:pt>
                <c:pt idx="6934">
                  <c:v>1.6176600000000001</c:v>
                </c:pt>
                <c:pt idx="6935">
                  <c:v>1.6179600000000001</c:v>
                </c:pt>
                <c:pt idx="6936">
                  <c:v>1.6182700000000001</c:v>
                </c:pt>
                <c:pt idx="6937">
                  <c:v>1.6185700000000001</c:v>
                </c:pt>
                <c:pt idx="6938">
                  <c:v>1.6188800000000001</c:v>
                </c:pt>
                <c:pt idx="6939">
                  <c:v>1.6191800000000001</c:v>
                </c:pt>
                <c:pt idx="6940">
                  <c:v>1.6194900000000001</c:v>
                </c:pt>
                <c:pt idx="6941">
                  <c:v>1.6197900000000001</c:v>
                </c:pt>
                <c:pt idx="6942">
                  <c:v>1.6201000000000001</c:v>
                </c:pt>
                <c:pt idx="6943">
                  <c:v>1.6204099999999999</c:v>
                </c:pt>
                <c:pt idx="6944">
                  <c:v>1.6207100000000001</c:v>
                </c:pt>
                <c:pt idx="6945">
                  <c:v>1.6210199999999999</c:v>
                </c:pt>
                <c:pt idx="6946">
                  <c:v>1.6213200000000001</c:v>
                </c:pt>
                <c:pt idx="6947">
                  <c:v>1.6216299999999999</c:v>
                </c:pt>
                <c:pt idx="6948">
                  <c:v>1.6219300000000001</c:v>
                </c:pt>
                <c:pt idx="6949">
                  <c:v>1.6222399999999999</c:v>
                </c:pt>
                <c:pt idx="6950">
                  <c:v>1.6225400000000001</c:v>
                </c:pt>
                <c:pt idx="6951">
                  <c:v>1.6228499999999999</c:v>
                </c:pt>
                <c:pt idx="6952">
                  <c:v>1.6231500000000001</c:v>
                </c:pt>
                <c:pt idx="6953">
                  <c:v>1.6234599999999999</c:v>
                </c:pt>
                <c:pt idx="6954">
                  <c:v>1.6237600000000001</c:v>
                </c:pt>
                <c:pt idx="6955">
                  <c:v>1.6240699999999999</c:v>
                </c:pt>
                <c:pt idx="6956">
                  <c:v>1.6243799999999999</c:v>
                </c:pt>
                <c:pt idx="6957">
                  <c:v>1.6246799999999999</c:v>
                </c:pt>
                <c:pt idx="6958">
                  <c:v>1.6249899999999999</c:v>
                </c:pt>
                <c:pt idx="6959">
                  <c:v>1.6252899999999999</c:v>
                </c:pt>
                <c:pt idx="6960">
                  <c:v>1.6255999999999999</c:v>
                </c:pt>
                <c:pt idx="6961">
                  <c:v>1.6258999999999999</c:v>
                </c:pt>
                <c:pt idx="6962">
                  <c:v>1.6262099999999999</c:v>
                </c:pt>
                <c:pt idx="6963">
                  <c:v>1.6265099999999999</c:v>
                </c:pt>
                <c:pt idx="6964">
                  <c:v>1.6268199999999999</c:v>
                </c:pt>
                <c:pt idx="6965">
                  <c:v>1.6271199999999999</c:v>
                </c:pt>
                <c:pt idx="6966">
                  <c:v>1.6274299999999999</c:v>
                </c:pt>
                <c:pt idx="6967">
                  <c:v>1.6277299999999999</c:v>
                </c:pt>
                <c:pt idx="6968">
                  <c:v>1.6280399999999999</c:v>
                </c:pt>
                <c:pt idx="6969">
                  <c:v>1.62835</c:v>
                </c:pt>
                <c:pt idx="6970">
                  <c:v>1.6286499999999999</c:v>
                </c:pt>
                <c:pt idx="6971">
                  <c:v>1.62896</c:v>
                </c:pt>
                <c:pt idx="6972">
                  <c:v>1.6292599999999999</c:v>
                </c:pt>
                <c:pt idx="6973">
                  <c:v>1.62957</c:v>
                </c:pt>
                <c:pt idx="6974">
                  <c:v>1.6298699999999999</c:v>
                </c:pt>
                <c:pt idx="6975">
                  <c:v>1.63018</c:v>
                </c:pt>
                <c:pt idx="6976">
                  <c:v>1.6304799999999999</c:v>
                </c:pt>
                <c:pt idx="6977">
                  <c:v>1.63079</c:v>
                </c:pt>
                <c:pt idx="6978">
                  <c:v>1.6310899999999999</c:v>
                </c:pt>
                <c:pt idx="6979">
                  <c:v>1.6314</c:v>
                </c:pt>
                <c:pt idx="6980">
                  <c:v>1.6316999999999999</c:v>
                </c:pt>
                <c:pt idx="6981">
                  <c:v>1.63201</c:v>
                </c:pt>
                <c:pt idx="6982">
                  <c:v>1.63232</c:v>
                </c:pt>
                <c:pt idx="6983">
                  <c:v>1.63262</c:v>
                </c:pt>
                <c:pt idx="6984">
                  <c:v>1.63293</c:v>
                </c:pt>
                <c:pt idx="6985">
                  <c:v>1.63323</c:v>
                </c:pt>
                <c:pt idx="6986">
                  <c:v>1.63354</c:v>
                </c:pt>
                <c:pt idx="6987">
                  <c:v>1.63384</c:v>
                </c:pt>
                <c:pt idx="6988">
                  <c:v>1.63415</c:v>
                </c:pt>
                <c:pt idx="6989">
                  <c:v>1.63445</c:v>
                </c:pt>
                <c:pt idx="6990">
                  <c:v>1.63476</c:v>
                </c:pt>
                <c:pt idx="6991">
                  <c:v>1.63506</c:v>
                </c:pt>
                <c:pt idx="6992">
                  <c:v>1.63537</c:v>
                </c:pt>
                <c:pt idx="6993">
                  <c:v>1.63568</c:v>
                </c:pt>
                <c:pt idx="6994">
                  <c:v>1.63598</c:v>
                </c:pt>
                <c:pt idx="6995">
                  <c:v>1.63629</c:v>
                </c:pt>
                <c:pt idx="6996">
                  <c:v>1.63659</c:v>
                </c:pt>
                <c:pt idx="6997">
                  <c:v>1.6369</c:v>
                </c:pt>
                <c:pt idx="6998">
                  <c:v>1.6372</c:v>
                </c:pt>
                <c:pt idx="6999">
                  <c:v>1.63751</c:v>
                </c:pt>
                <c:pt idx="7000">
                  <c:v>1.63781</c:v>
                </c:pt>
                <c:pt idx="7001">
                  <c:v>1.63812</c:v>
                </c:pt>
                <c:pt idx="7002">
                  <c:v>1.63842</c:v>
                </c:pt>
                <c:pt idx="7003">
                  <c:v>1.63873</c:v>
                </c:pt>
                <c:pt idx="7004">
                  <c:v>1.63903</c:v>
                </c:pt>
                <c:pt idx="7005">
                  <c:v>1.63934</c:v>
                </c:pt>
                <c:pt idx="7006">
                  <c:v>1.6396500000000001</c:v>
                </c:pt>
                <c:pt idx="7007">
                  <c:v>1.63995</c:v>
                </c:pt>
                <c:pt idx="7008">
                  <c:v>1.6402600000000001</c:v>
                </c:pt>
                <c:pt idx="7009">
                  <c:v>1.64056</c:v>
                </c:pt>
                <c:pt idx="7010">
                  <c:v>1.6408700000000001</c:v>
                </c:pt>
                <c:pt idx="7011">
                  <c:v>1.64117</c:v>
                </c:pt>
                <c:pt idx="7012">
                  <c:v>1.6414800000000001</c:v>
                </c:pt>
                <c:pt idx="7013">
                  <c:v>1.64178</c:v>
                </c:pt>
                <c:pt idx="7014">
                  <c:v>1.64209</c:v>
                </c:pt>
                <c:pt idx="7015">
                  <c:v>1.64239</c:v>
                </c:pt>
                <c:pt idx="7016">
                  <c:v>1.6427</c:v>
                </c:pt>
                <c:pt idx="7017">
                  <c:v>1.643</c:v>
                </c:pt>
                <c:pt idx="7018">
                  <c:v>1.64331</c:v>
                </c:pt>
                <c:pt idx="7019">
                  <c:v>1.6436200000000001</c:v>
                </c:pt>
                <c:pt idx="7020">
                  <c:v>1.64392</c:v>
                </c:pt>
                <c:pt idx="7021">
                  <c:v>1.6442300000000001</c:v>
                </c:pt>
                <c:pt idx="7022">
                  <c:v>1.64453</c:v>
                </c:pt>
                <c:pt idx="7023">
                  <c:v>1.6448400000000001</c:v>
                </c:pt>
                <c:pt idx="7024">
                  <c:v>1.64514</c:v>
                </c:pt>
                <c:pt idx="7025">
                  <c:v>1.6454500000000001</c:v>
                </c:pt>
                <c:pt idx="7026">
                  <c:v>1.64575</c:v>
                </c:pt>
                <c:pt idx="7027">
                  <c:v>1.6460600000000001</c:v>
                </c:pt>
                <c:pt idx="7028">
                  <c:v>1.64636</c:v>
                </c:pt>
                <c:pt idx="7029">
                  <c:v>1.6466700000000001</c:v>
                </c:pt>
                <c:pt idx="7030">
                  <c:v>1.64697</c:v>
                </c:pt>
                <c:pt idx="7031">
                  <c:v>1.6472800000000001</c:v>
                </c:pt>
                <c:pt idx="7032">
                  <c:v>1.6475900000000001</c:v>
                </c:pt>
                <c:pt idx="7033">
                  <c:v>1.6478900000000001</c:v>
                </c:pt>
                <c:pt idx="7034">
                  <c:v>1.6482000000000001</c:v>
                </c:pt>
                <c:pt idx="7035">
                  <c:v>1.6485000000000001</c:v>
                </c:pt>
                <c:pt idx="7036">
                  <c:v>1.6488100000000001</c:v>
                </c:pt>
                <c:pt idx="7037">
                  <c:v>1.6491100000000001</c:v>
                </c:pt>
                <c:pt idx="7038">
                  <c:v>1.6494200000000001</c:v>
                </c:pt>
                <c:pt idx="7039">
                  <c:v>1.6497200000000001</c:v>
                </c:pt>
                <c:pt idx="7040">
                  <c:v>1.6500300000000001</c:v>
                </c:pt>
                <c:pt idx="7041">
                  <c:v>1.6503300000000001</c:v>
                </c:pt>
                <c:pt idx="7042">
                  <c:v>1.6506400000000001</c:v>
                </c:pt>
                <c:pt idx="7043">
                  <c:v>1.6509400000000001</c:v>
                </c:pt>
                <c:pt idx="7044">
                  <c:v>1.6512500000000001</c:v>
                </c:pt>
                <c:pt idx="7045">
                  <c:v>1.6515599999999999</c:v>
                </c:pt>
                <c:pt idx="7046">
                  <c:v>1.6518600000000001</c:v>
                </c:pt>
                <c:pt idx="7047">
                  <c:v>1.6521699999999999</c:v>
                </c:pt>
                <c:pt idx="7048">
                  <c:v>1.6524700000000001</c:v>
                </c:pt>
                <c:pt idx="7049">
                  <c:v>1.6527799999999999</c:v>
                </c:pt>
                <c:pt idx="7050">
                  <c:v>1.6530800000000001</c:v>
                </c:pt>
                <c:pt idx="7051">
                  <c:v>1.6533899999999999</c:v>
                </c:pt>
                <c:pt idx="7052">
                  <c:v>1.6536900000000001</c:v>
                </c:pt>
                <c:pt idx="7053">
                  <c:v>1.6539999999999999</c:v>
                </c:pt>
                <c:pt idx="7054">
                  <c:v>1.6543000000000001</c:v>
                </c:pt>
                <c:pt idx="7055">
                  <c:v>1.6546099999999999</c:v>
                </c:pt>
                <c:pt idx="7056">
                  <c:v>1.6549199999999999</c:v>
                </c:pt>
                <c:pt idx="7057">
                  <c:v>1.6552199999999999</c:v>
                </c:pt>
                <c:pt idx="7058">
                  <c:v>1.6555299999999999</c:v>
                </c:pt>
                <c:pt idx="7059">
                  <c:v>1.6558299999999999</c:v>
                </c:pt>
                <c:pt idx="7060">
                  <c:v>1.6561399999999999</c:v>
                </c:pt>
                <c:pt idx="7061">
                  <c:v>1.6564399999999999</c:v>
                </c:pt>
                <c:pt idx="7062">
                  <c:v>1.6567499999999999</c:v>
                </c:pt>
                <c:pt idx="7063">
                  <c:v>1.6570499999999999</c:v>
                </c:pt>
                <c:pt idx="7064">
                  <c:v>1.6573599999999999</c:v>
                </c:pt>
                <c:pt idx="7065">
                  <c:v>1.6576599999999999</c:v>
                </c:pt>
                <c:pt idx="7066">
                  <c:v>1.6579699999999999</c:v>
                </c:pt>
                <c:pt idx="7067">
                  <c:v>1.6582699999999999</c:v>
                </c:pt>
                <c:pt idx="7068">
                  <c:v>1.6585799999999999</c:v>
                </c:pt>
                <c:pt idx="7069">
                  <c:v>1.65889</c:v>
                </c:pt>
                <c:pt idx="7070">
                  <c:v>1.6591899999999999</c:v>
                </c:pt>
                <c:pt idx="7071">
                  <c:v>1.6595</c:v>
                </c:pt>
                <c:pt idx="7072">
                  <c:v>1.6597999999999999</c:v>
                </c:pt>
                <c:pt idx="7073">
                  <c:v>1.66011</c:v>
                </c:pt>
                <c:pt idx="7074">
                  <c:v>1.6604099999999999</c:v>
                </c:pt>
                <c:pt idx="7075">
                  <c:v>1.66072</c:v>
                </c:pt>
                <c:pt idx="7076">
                  <c:v>1.6610199999999999</c:v>
                </c:pt>
                <c:pt idx="7077">
                  <c:v>1.66133</c:v>
                </c:pt>
                <c:pt idx="7078">
                  <c:v>1.6616299999999999</c:v>
                </c:pt>
                <c:pt idx="7079">
                  <c:v>1.66194</c:v>
                </c:pt>
                <c:pt idx="7080">
                  <c:v>1.6622399999999999</c:v>
                </c:pt>
                <c:pt idx="7081">
                  <c:v>1.66255</c:v>
                </c:pt>
                <c:pt idx="7082">
                  <c:v>1.66286</c:v>
                </c:pt>
                <c:pt idx="7083">
                  <c:v>1.66316</c:v>
                </c:pt>
                <c:pt idx="7084">
                  <c:v>1.66347</c:v>
                </c:pt>
                <c:pt idx="7085">
                  <c:v>1.66377</c:v>
                </c:pt>
                <c:pt idx="7086">
                  <c:v>1.66408</c:v>
                </c:pt>
                <c:pt idx="7087">
                  <c:v>1.66438</c:v>
                </c:pt>
                <c:pt idx="7088">
                  <c:v>1.66469</c:v>
                </c:pt>
                <c:pt idx="7089">
                  <c:v>1.66499</c:v>
                </c:pt>
                <c:pt idx="7090">
                  <c:v>1.6653</c:v>
                </c:pt>
                <c:pt idx="7091">
                  <c:v>1.6656</c:v>
                </c:pt>
                <c:pt idx="7092">
                  <c:v>1.66591</c:v>
                </c:pt>
                <c:pt idx="7093">
                  <c:v>1.66621</c:v>
                </c:pt>
                <c:pt idx="7094">
                  <c:v>1.66652</c:v>
                </c:pt>
                <c:pt idx="7095">
                  <c:v>1.66683</c:v>
                </c:pt>
                <c:pt idx="7096">
                  <c:v>1.66713</c:v>
                </c:pt>
                <c:pt idx="7097">
                  <c:v>1.66744</c:v>
                </c:pt>
                <c:pt idx="7098">
                  <c:v>1.66774</c:v>
                </c:pt>
                <c:pt idx="7099">
                  <c:v>1.66805</c:v>
                </c:pt>
                <c:pt idx="7100">
                  <c:v>1.66835</c:v>
                </c:pt>
                <c:pt idx="7101">
                  <c:v>1.66866</c:v>
                </c:pt>
                <c:pt idx="7102">
                  <c:v>1.66896</c:v>
                </c:pt>
                <c:pt idx="7103">
                  <c:v>1.66927</c:v>
                </c:pt>
                <c:pt idx="7104">
                  <c:v>1.66957</c:v>
                </c:pt>
                <c:pt idx="7105">
                  <c:v>1.66988</c:v>
                </c:pt>
                <c:pt idx="7106">
                  <c:v>1.67018</c:v>
                </c:pt>
                <c:pt idx="7107">
                  <c:v>1.67049</c:v>
                </c:pt>
                <c:pt idx="7108">
                  <c:v>1.6708000000000001</c:v>
                </c:pt>
                <c:pt idx="7109">
                  <c:v>1.6711</c:v>
                </c:pt>
                <c:pt idx="7110">
                  <c:v>1.6714100000000001</c:v>
                </c:pt>
                <c:pt idx="7111">
                  <c:v>1.67171</c:v>
                </c:pt>
                <c:pt idx="7112">
                  <c:v>1.6720200000000001</c:v>
                </c:pt>
                <c:pt idx="7113">
                  <c:v>1.67232</c:v>
                </c:pt>
                <c:pt idx="7114">
                  <c:v>1.6726300000000001</c:v>
                </c:pt>
                <c:pt idx="7115">
                  <c:v>1.67293</c:v>
                </c:pt>
                <c:pt idx="7116">
                  <c:v>1.6732400000000001</c:v>
                </c:pt>
                <c:pt idx="7117">
                  <c:v>1.67354</c:v>
                </c:pt>
                <c:pt idx="7118">
                  <c:v>1.6738500000000001</c:v>
                </c:pt>
                <c:pt idx="7119">
                  <c:v>1.6741600000000001</c:v>
                </c:pt>
                <c:pt idx="7120">
                  <c:v>1.6744600000000001</c:v>
                </c:pt>
                <c:pt idx="7121">
                  <c:v>1.6747700000000001</c:v>
                </c:pt>
                <c:pt idx="7122">
                  <c:v>1.6750700000000001</c:v>
                </c:pt>
                <c:pt idx="7123">
                  <c:v>1.6753800000000001</c:v>
                </c:pt>
                <c:pt idx="7124">
                  <c:v>1.6756800000000001</c:v>
                </c:pt>
                <c:pt idx="7125">
                  <c:v>1.6759900000000001</c:v>
                </c:pt>
                <c:pt idx="7126">
                  <c:v>1.6762900000000001</c:v>
                </c:pt>
                <c:pt idx="7127">
                  <c:v>1.6766000000000001</c:v>
                </c:pt>
                <c:pt idx="7128">
                  <c:v>1.6769000000000001</c:v>
                </c:pt>
                <c:pt idx="7129">
                  <c:v>1.6772100000000001</c:v>
                </c:pt>
                <c:pt idx="7130">
                  <c:v>1.6775100000000001</c:v>
                </c:pt>
                <c:pt idx="7131">
                  <c:v>1.6778200000000001</c:v>
                </c:pt>
                <c:pt idx="7132">
                  <c:v>1.6781299999999999</c:v>
                </c:pt>
                <c:pt idx="7133">
                  <c:v>1.6784300000000001</c:v>
                </c:pt>
                <c:pt idx="7134">
                  <c:v>1.6787399999999999</c:v>
                </c:pt>
                <c:pt idx="7135">
                  <c:v>1.6790400000000001</c:v>
                </c:pt>
                <c:pt idx="7136">
                  <c:v>1.6793499999999999</c:v>
                </c:pt>
                <c:pt idx="7137">
                  <c:v>1.6796500000000001</c:v>
                </c:pt>
                <c:pt idx="7138">
                  <c:v>1.6799599999999999</c:v>
                </c:pt>
                <c:pt idx="7139">
                  <c:v>1.6802600000000001</c:v>
                </c:pt>
                <c:pt idx="7140">
                  <c:v>1.6805699999999999</c:v>
                </c:pt>
                <c:pt idx="7141">
                  <c:v>1.6808700000000001</c:v>
                </c:pt>
                <c:pt idx="7142">
                  <c:v>1.6811799999999999</c:v>
                </c:pt>
                <c:pt idx="7143">
                  <c:v>1.6814800000000001</c:v>
                </c:pt>
                <c:pt idx="7144">
                  <c:v>1.6817899999999999</c:v>
                </c:pt>
                <c:pt idx="7145">
                  <c:v>1.6820999999999999</c:v>
                </c:pt>
                <c:pt idx="7146">
                  <c:v>1.6823999999999999</c:v>
                </c:pt>
                <c:pt idx="7147">
                  <c:v>1.6827099999999999</c:v>
                </c:pt>
                <c:pt idx="7148">
                  <c:v>1.6830099999999999</c:v>
                </c:pt>
                <c:pt idx="7149">
                  <c:v>1.6833199999999999</c:v>
                </c:pt>
                <c:pt idx="7150">
                  <c:v>1.6836199999999999</c:v>
                </c:pt>
                <c:pt idx="7151">
                  <c:v>1.6839299999999999</c:v>
                </c:pt>
                <c:pt idx="7152">
                  <c:v>1.6842299999999999</c:v>
                </c:pt>
                <c:pt idx="7153">
                  <c:v>1.6845399999999999</c:v>
                </c:pt>
                <c:pt idx="7154">
                  <c:v>1.6848399999999999</c:v>
                </c:pt>
                <c:pt idx="7155">
                  <c:v>1.6851499999999999</c:v>
                </c:pt>
                <c:pt idx="7156">
                  <c:v>1.6854499999999999</c:v>
                </c:pt>
                <c:pt idx="7157">
                  <c:v>1.6857599999999999</c:v>
                </c:pt>
                <c:pt idx="7158">
                  <c:v>1.68607</c:v>
                </c:pt>
                <c:pt idx="7159">
                  <c:v>1.6863699999999999</c:v>
                </c:pt>
                <c:pt idx="7160">
                  <c:v>1.68668</c:v>
                </c:pt>
                <c:pt idx="7161">
                  <c:v>1.6869799999999999</c:v>
                </c:pt>
                <c:pt idx="7162">
                  <c:v>1.68729</c:v>
                </c:pt>
                <c:pt idx="7163">
                  <c:v>1.6875899999999999</c:v>
                </c:pt>
                <c:pt idx="7164">
                  <c:v>1.6879</c:v>
                </c:pt>
                <c:pt idx="7165">
                  <c:v>1.6881999999999999</c:v>
                </c:pt>
                <c:pt idx="7166">
                  <c:v>1.68851</c:v>
                </c:pt>
                <c:pt idx="7167">
                  <c:v>1.6888099999999999</c:v>
                </c:pt>
                <c:pt idx="7168">
                  <c:v>1.68912</c:v>
                </c:pt>
                <c:pt idx="7169">
                  <c:v>1.68943</c:v>
                </c:pt>
                <c:pt idx="7170">
                  <c:v>1.68973</c:v>
                </c:pt>
                <c:pt idx="7171">
                  <c:v>1.69004</c:v>
                </c:pt>
                <c:pt idx="7172">
                  <c:v>1.69034</c:v>
                </c:pt>
                <c:pt idx="7173">
                  <c:v>1.69065</c:v>
                </c:pt>
                <c:pt idx="7174">
                  <c:v>1.69095</c:v>
                </c:pt>
                <c:pt idx="7175">
                  <c:v>1.69126</c:v>
                </c:pt>
                <c:pt idx="7176">
                  <c:v>1.69156</c:v>
                </c:pt>
                <c:pt idx="7177">
                  <c:v>1.69187</c:v>
                </c:pt>
                <c:pt idx="7178">
                  <c:v>1.69217</c:v>
                </c:pt>
                <c:pt idx="7179">
                  <c:v>1.69248</c:v>
                </c:pt>
                <c:pt idx="7180">
                  <c:v>1.69278</c:v>
                </c:pt>
                <c:pt idx="7181">
                  <c:v>1.69309</c:v>
                </c:pt>
                <c:pt idx="7182">
                  <c:v>1.6934</c:v>
                </c:pt>
                <c:pt idx="7183">
                  <c:v>1.6937</c:v>
                </c:pt>
                <c:pt idx="7184">
                  <c:v>1.69401</c:v>
                </c:pt>
                <c:pt idx="7185">
                  <c:v>1.69431</c:v>
                </c:pt>
                <c:pt idx="7186">
                  <c:v>1.69462</c:v>
                </c:pt>
                <c:pt idx="7187">
                  <c:v>1.69492</c:v>
                </c:pt>
                <c:pt idx="7188">
                  <c:v>1.69523</c:v>
                </c:pt>
                <c:pt idx="7189">
                  <c:v>1.69553</c:v>
                </c:pt>
                <c:pt idx="7190">
                  <c:v>1.69584</c:v>
                </c:pt>
                <c:pt idx="7191">
                  <c:v>1.69614</c:v>
                </c:pt>
                <c:pt idx="7192">
                  <c:v>1.69645</c:v>
                </c:pt>
                <c:pt idx="7193">
                  <c:v>1.69675</c:v>
                </c:pt>
                <c:pt idx="7194">
                  <c:v>1.69706</c:v>
                </c:pt>
                <c:pt idx="7195">
                  <c:v>1.69737</c:v>
                </c:pt>
                <c:pt idx="7196">
                  <c:v>1.69767</c:v>
                </c:pt>
                <c:pt idx="7197">
                  <c:v>1.69798</c:v>
                </c:pt>
                <c:pt idx="7198">
                  <c:v>1.69828</c:v>
                </c:pt>
                <c:pt idx="7199">
                  <c:v>1.69859</c:v>
                </c:pt>
                <c:pt idx="7200">
                  <c:v>1.69889</c:v>
                </c:pt>
                <c:pt idx="7201">
                  <c:v>1.6992</c:v>
                </c:pt>
                <c:pt idx="7202">
                  <c:v>1.6995</c:v>
                </c:pt>
                <c:pt idx="7203">
                  <c:v>1.69981</c:v>
                </c:pt>
                <c:pt idx="7204">
                  <c:v>1.70011</c:v>
                </c:pt>
                <c:pt idx="7205">
                  <c:v>1.70042</c:v>
                </c:pt>
                <c:pt idx="7206">
                  <c:v>1.70072</c:v>
                </c:pt>
                <c:pt idx="7207">
                  <c:v>1.70103</c:v>
                </c:pt>
                <c:pt idx="7208">
                  <c:v>1.7013400000000001</c:v>
                </c:pt>
                <c:pt idx="7209">
                  <c:v>1.70164</c:v>
                </c:pt>
                <c:pt idx="7210">
                  <c:v>1.7019500000000001</c:v>
                </c:pt>
                <c:pt idx="7211">
                  <c:v>1.70225</c:v>
                </c:pt>
                <c:pt idx="7212">
                  <c:v>1.7025600000000001</c:v>
                </c:pt>
                <c:pt idx="7213">
                  <c:v>1.70286</c:v>
                </c:pt>
                <c:pt idx="7214">
                  <c:v>1.7031700000000001</c:v>
                </c:pt>
                <c:pt idx="7215">
                  <c:v>1.70347</c:v>
                </c:pt>
                <c:pt idx="7216">
                  <c:v>1.7037800000000001</c:v>
                </c:pt>
                <c:pt idx="7217">
                  <c:v>1.70408</c:v>
                </c:pt>
                <c:pt idx="7218">
                  <c:v>1.7043900000000001</c:v>
                </c:pt>
                <c:pt idx="7219">
                  <c:v>1.70469</c:v>
                </c:pt>
                <c:pt idx="7220">
                  <c:v>1.7050000000000001</c:v>
                </c:pt>
                <c:pt idx="7221">
                  <c:v>1.7053100000000001</c:v>
                </c:pt>
                <c:pt idx="7222">
                  <c:v>1.7056100000000001</c:v>
                </c:pt>
                <c:pt idx="7223">
                  <c:v>1.7059200000000001</c:v>
                </c:pt>
                <c:pt idx="7224">
                  <c:v>1.7062200000000001</c:v>
                </c:pt>
                <c:pt idx="7225">
                  <c:v>1.7065300000000001</c:v>
                </c:pt>
                <c:pt idx="7226">
                  <c:v>1.7068300000000001</c:v>
                </c:pt>
                <c:pt idx="7227">
                  <c:v>1.7071400000000001</c:v>
                </c:pt>
                <c:pt idx="7228">
                  <c:v>1.7074400000000001</c:v>
                </c:pt>
                <c:pt idx="7229">
                  <c:v>1.7077500000000001</c:v>
                </c:pt>
                <c:pt idx="7230">
                  <c:v>1.7080500000000001</c:v>
                </c:pt>
                <c:pt idx="7231">
                  <c:v>1.7083600000000001</c:v>
                </c:pt>
                <c:pt idx="7232">
                  <c:v>1.7086699999999999</c:v>
                </c:pt>
                <c:pt idx="7233">
                  <c:v>1.7089700000000001</c:v>
                </c:pt>
                <c:pt idx="7234">
                  <c:v>1.7092799999999999</c:v>
                </c:pt>
                <c:pt idx="7235">
                  <c:v>1.7095800000000001</c:v>
                </c:pt>
                <c:pt idx="7236">
                  <c:v>1.7098899999999999</c:v>
                </c:pt>
                <c:pt idx="7237">
                  <c:v>1.7101900000000001</c:v>
                </c:pt>
                <c:pt idx="7238">
                  <c:v>1.7104999999999999</c:v>
                </c:pt>
                <c:pt idx="7239">
                  <c:v>1.7108000000000001</c:v>
                </c:pt>
                <c:pt idx="7240">
                  <c:v>1.7111099999999999</c:v>
                </c:pt>
                <c:pt idx="7241">
                  <c:v>1.7114100000000001</c:v>
                </c:pt>
                <c:pt idx="7242">
                  <c:v>1.7117199999999999</c:v>
                </c:pt>
                <c:pt idx="7243">
                  <c:v>1.7120200000000001</c:v>
                </c:pt>
                <c:pt idx="7244">
                  <c:v>1.7123299999999999</c:v>
                </c:pt>
                <c:pt idx="7245">
                  <c:v>1.7126399999999999</c:v>
                </c:pt>
                <c:pt idx="7246">
                  <c:v>1.7129399999999999</c:v>
                </c:pt>
                <c:pt idx="7247">
                  <c:v>1.7132499999999999</c:v>
                </c:pt>
                <c:pt idx="7248">
                  <c:v>1.7135499999999999</c:v>
                </c:pt>
                <c:pt idx="7249">
                  <c:v>1.7138599999999999</c:v>
                </c:pt>
                <c:pt idx="7250">
                  <c:v>1.7141599999999999</c:v>
                </c:pt>
                <c:pt idx="7251">
                  <c:v>1.7144699999999999</c:v>
                </c:pt>
                <c:pt idx="7252">
                  <c:v>1.7147699999999999</c:v>
                </c:pt>
                <c:pt idx="7253">
                  <c:v>1.7150799999999999</c:v>
                </c:pt>
                <c:pt idx="7254">
                  <c:v>1.7153799999999999</c:v>
                </c:pt>
                <c:pt idx="7255">
                  <c:v>1.7156899999999999</c:v>
                </c:pt>
                <c:pt idx="7256">
                  <c:v>1.7159899999999999</c:v>
                </c:pt>
                <c:pt idx="7257">
                  <c:v>1.7162999999999999</c:v>
                </c:pt>
                <c:pt idx="7258">
                  <c:v>1.71661</c:v>
                </c:pt>
                <c:pt idx="7259">
                  <c:v>1.7169099999999999</c:v>
                </c:pt>
                <c:pt idx="7260">
                  <c:v>1.71722</c:v>
                </c:pt>
                <c:pt idx="7261">
                  <c:v>1.7175199999999999</c:v>
                </c:pt>
                <c:pt idx="7262">
                  <c:v>1.71783</c:v>
                </c:pt>
                <c:pt idx="7263">
                  <c:v>1.7181299999999999</c:v>
                </c:pt>
                <c:pt idx="7264">
                  <c:v>1.71844</c:v>
                </c:pt>
                <c:pt idx="7265">
                  <c:v>1.7187399999999999</c:v>
                </c:pt>
                <c:pt idx="7266">
                  <c:v>1.71905</c:v>
                </c:pt>
                <c:pt idx="7267">
                  <c:v>1.7193499999999999</c:v>
                </c:pt>
                <c:pt idx="7268">
                  <c:v>1.71966</c:v>
                </c:pt>
                <c:pt idx="7269">
                  <c:v>1.7199599999999999</c:v>
                </c:pt>
                <c:pt idx="7270">
                  <c:v>1.72027</c:v>
                </c:pt>
                <c:pt idx="7271">
                  <c:v>1.72058</c:v>
                </c:pt>
                <c:pt idx="7272">
                  <c:v>1.72088</c:v>
                </c:pt>
                <c:pt idx="7273">
                  <c:v>1.72119</c:v>
                </c:pt>
                <c:pt idx="7274">
                  <c:v>1.72149</c:v>
                </c:pt>
                <c:pt idx="7275">
                  <c:v>1.7218</c:v>
                </c:pt>
                <c:pt idx="7276">
                  <c:v>1.7221</c:v>
                </c:pt>
                <c:pt idx="7277">
                  <c:v>1.72241</c:v>
                </c:pt>
                <c:pt idx="7278">
                  <c:v>1.72271</c:v>
                </c:pt>
                <c:pt idx="7279">
                  <c:v>1.72302</c:v>
                </c:pt>
                <c:pt idx="7280">
                  <c:v>1.72332</c:v>
                </c:pt>
                <c:pt idx="7281">
                  <c:v>1.72363</c:v>
                </c:pt>
                <c:pt idx="7282">
                  <c:v>1.72393</c:v>
                </c:pt>
                <c:pt idx="7283">
                  <c:v>1.72424</c:v>
                </c:pt>
                <c:pt idx="7284">
                  <c:v>1.72455</c:v>
                </c:pt>
                <c:pt idx="7285">
                  <c:v>1.72485</c:v>
                </c:pt>
                <c:pt idx="7286">
                  <c:v>1.72516</c:v>
                </c:pt>
                <c:pt idx="7287">
                  <c:v>1.72546</c:v>
                </c:pt>
                <c:pt idx="7288">
                  <c:v>1.72577</c:v>
                </c:pt>
                <c:pt idx="7289">
                  <c:v>1.72607</c:v>
                </c:pt>
                <c:pt idx="7290">
                  <c:v>1.72638</c:v>
                </c:pt>
                <c:pt idx="7291">
                  <c:v>1.72668</c:v>
                </c:pt>
                <c:pt idx="7292">
                  <c:v>1.72699</c:v>
                </c:pt>
                <c:pt idx="7293">
                  <c:v>1.72729</c:v>
                </c:pt>
                <c:pt idx="7294">
                  <c:v>1.7276</c:v>
                </c:pt>
                <c:pt idx="7295">
                  <c:v>1.7279100000000001</c:v>
                </c:pt>
                <c:pt idx="7296">
                  <c:v>1.72821</c:v>
                </c:pt>
                <c:pt idx="7297">
                  <c:v>1.7285200000000001</c:v>
                </c:pt>
                <c:pt idx="7298">
                  <c:v>1.72882</c:v>
                </c:pt>
                <c:pt idx="7299">
                  <c:v>1.7291300000000001</c:v>
                </c:pt>
                <c:pt idx="7300">
                  <c:v>1.72943</c:v>
                </c:pt>
                <c:pt idx="7301">
                  <c:v>1.7297400000000001</c:v>
                </c:pt>
                <c:pt idx="7302">
                  <c:v>1.73004</c:v>
                </c:pt>
                <c:pt idx="7303">
                  <c:v>1.7303500000000001</c:v>
                </c:pt>
                <c:pt idx="7304">
                  <c:v>1.73065</c:v>
                </c:pt>
                <c:pt idx="7305">
                  <c:v>1.7309600000000001</c:v>
                </c:pt>
                <c:pt idx="7306">
                  <c:v>1.73126</c:v>
                </c:pt>
                <c:pt idx="7307">
                  <c:v>1.7315700000000001</c:v>
                </c:pt>
                <c:pt idx="7308">
                  <c:v>1.7318800000000001</c:v>
                </c:pt>
                <c:pt idx="7309">
                  <c:v>1.7321800000000001</c:v>
                </c:pt>
                <c:pt idx="7310">
                  <c:v>1.7324900000000001</c:v>
                </c:pt>
                <c:pt idx="7311">
                  <c:v>1.7327900000000001</c:v>
                </c:pt>
                <c:pt idx="7312">
                  <c:v>1.7331000000000001</c:v>
                </c:pt>
                <c:pt idx="7313">
                  <c:v>1.7334000000000001</c:v>
                </c:pt>
                <c:pt idx="7314">
                  <c:v>1.7337100000000001</c:v>
                </c:pt>
                <c:pt idx="7315">
                  <c:v>1.7340100000000001</c:v>
                </c:pt>
                <c:pt idx="7316">
                  <c:v>1.7343200000000001</c:v>
                </c:pt>
                <c:pt idx="7317">
                  <c:v>1.7346200000000001</c:v>
                </c:pt>
                <c:pt idx="7318">
                  <c:v>1.7349300000000001</c:v>
                </c:pt>
                <c:pt idx="7319">
                  <c:v>1.7352300000000001</c:v>
                </c:pt>
                <c:pt idx="7320">
                  <c:v>1.7355400000000001</c:v>
                </c:pt>
                <c:pt idx="7321">
                  <c:v>1.7358499999999999</c:v>
                </c:pt>
                <c:pt idx="7322">
                  <c:v>1.7361500000000001</c:v>
                </c:pt>
                <c:pt idx="7323">
                  <c:v>1.7364599999999999</c:v>
                </c:pt>
                <c:pt idx="7324">
                  <c:v>1.7367600000000001</c:v>
                </c:pt>
                <c:pt idx="7325">
                  <c:v>1.7370699999999999</c:v>
                </c:pt>
                <c:pt idx="7326">
                  <c:v>1.7373700000000001</c:v>
                </c:pt>
                <c:pt idx="7327">
                  <c:v>1.7376799999999999</c:v>
                </c:pt>
                <c:pt idx="7328">
                  <c:v>1.7379800000000001</c:v>
                </c:pt>
                <c:pt idx="7329">
                  <c:v>1.7382899999999999</c:v>
                </c:pt>
                <c:pt idx="7330">
                  <c:v>1.7385900000000001</c:v>
                </c:pt>
                <c:pt idx="7331">
                  <c:v>1.7388999999999999</c:v>
                </c:pt>
                <c:pt idx="7332">
                  <c:v>1.7392000000000001</c:v>
                </c:pt>
                <c:pt idx="7333">
                  <c:v>1.7395099999999999</c:v>
                </c:pt>
                <c:pt idx="7334">
                  <c:v>1.7398199999999999</c:v>
                </c:pt>
                <c:pt idx="7335">
                  <c:v>1.7401199999999999</c:v>
                </c:pt>
                <c:pt idx="7336">
                  <c:v>1.7404299999999999</c:v>
                </c:pt>
                <c:pt idx="7337">
                  <c:v>1.7407300000000001</c:v>
                </c:pt>
                <c:pt idx="7338">
                  <c:v>1.7410399999999999</c:v>
                </c:pt>
                <c:pt idx="7339">
                  <c:v>1.7413400000000001</c:v>
                </c:pt>
                <c:pt idx="7340">
                  <c:v>1.7416499999999999</c:v>
                </c:pt>
                <c:pt idx="7341">
                  <c:v>1.7419500000000001</c:v>
                </c:pt>
                <c:pt idx="7342">
                  <c:v>1.7422599999999999</c:v>
                </c:pt>
                <c:pt idx="7343">
                  <c:v>1.7425600000000001</c:v>
                </c:pt>
                <c:pt idx="7344">
                  <c:v>1.7428699999999999</c:v>
                </c:pt>
                <c:pt idx="7345">
                  <c:v>1.74318</c:v>
                </c:pt>
                <c:pt idx="7346">
                  <c:v>1.7434799999999999</c:v>
                </c:pt>
                <c:pt idx="7347">
                  <c:v>1.74379</c:v>
                </c:pt>
                <c:pt idx="7348">
                  <c:v>1.7440899999999999</c:v>
                </c:pt>
                <c:pt idx="7349">
                  <c:v>1.7444</c:v>
                </c:pt>
                <c:pt idx="7350">
                  <c:v>1.7446999999999999</c:v>
                </c:pt>
                <c:pt idx="7351">
                  <c:v>1.74501</c:v>
                </c:pt>
                <c:pt idx="7352">
                  <c:v>1.7453099999999999</c:v>
                </c:pt>
                <c:pt idx="7353">
                  <c:v>1.7456199999999999</c:v>
                </c:pt>
                <c:pt idx="7354">
                  <c:v>1.7459199999999999</c:v>
                </c:pt>
                <c:pt idx="7355">
                  <c:v>1.7462299999999999</c:v>
                </c:pt>
                <c:pt idx="7356">
                  <c:v>1.7465299999999999</c:v>
                </c:pt>
                <c:pt idx="7357">
                  <c:v>1.7468399999999999</c:v>
                </c:pt>
                <c:pt idx="7358">
                  <c:v>1.74715</c:v>
                </c:pt>
                <c:pt idx="7359">
                  <c:v>1.7474499999999999</c:v>
                </c:pt>
                <c:pt idx="7360">
                  <c:v>1.74776</c:v>
                </c:pt>
                <c:pt idx="7361">
                  <c:v>1.7480599999999999</c:v>
                </c:pt>
                <c:pt idx="7362">
                  <c:v>1.74837</c:v>
                </c:pt>
                <c:pt idx="7363">
                  <c:v>1.7486699999999999</c:v>
                </c:pt>
                <c:pt idx="7364">
                  <c:v>1.74898</c:v>
                </c:pt>
                <c:pt idx="7365">
                  <c:v>1.7492799999999999</c:v>
                </c:pt>
                <c:pt idx="7366">
                  <c:v>1.74959</c:v>
                </c:pt>
                <c:pt idx="7367">
                  <c:v>1.7498899999999999</c:v>
                </c:pt>
                <c:pt idx="7368">
                  <c:v>1.7502</c:v>
                </c:pt>
                <c:pt idx="7369">
                  <c:v>1.7504999999999999</c:v>
                </c:pt>
                <c:pt idx="7370">
                  <c:v>1.75081</c:v>
                </c:pt>
                <c:pt idx="7371">
                  <c:v>1.75112</c:v>
                </c:pt>
                <c:pt idx="7372">
                  <c:v>1.75142</c:v>
                </c:pt>
                <c:pt idx="7373">
                  <c:v>1.75173</c:v>
                </c:pt>
                <c:pt idx="7374">
                  <c:v>1.75203</c:v>
                </c:pt>
                <c:pt idx="7375">
                  <c:v>1.75234</c:v>
                </c:pt>
                <c:pt idx="7376">
                  <c:v>1.75264</c:v>
                </c:pt>
                <c:pt idx="7377">
                  <c:v>1.75295</c:v>
                </c:pt>
                <c:pt idx="7378">
                  <c:v>1.75325</c:v>
                </c:pt>
                <c:pt idx="7379">
                  <c:v>1.75356</c:v>
                </c:pt>
                <c:pt idx="7380">
                  <c:v>1.75386</c:v>
                </c:pt>
                <c:pt idx="7381">
                  <c:v>1.75417</c:v>
                </c:pt>
                <c:pt idx="7382">
                  <c:v>1.75447</c:v>
                </c:pt>
                <c:pt idx="7383">
                  <c:v>1.75478</c:v>
                </c:pt>
                <c:pt idx="7384">
                  <c:v>1.75509</c:v>
                </c:pt>
                <c:pt idx="7385">
                  <c:v>1.75539</c:v>
                </c:pt>
                <c:pt idx="7386">
                  <c:v>1.7557</c:v>
                </c:pt>
                <c:pt idx="7387">
                  <c:v>1.756</c:v>
                </c:pt>
                <c:pt idx="7388">
                  <c:v>1.75631</c:v>
                </c:pt>
                <c:pt idx="7389">
                  <c:v>1.75661</c:v>
                </c:pt>
                <c:pt idx="7390">
                  <c:v>1.75692</c:v>
                </c:pt>
                <c:pt idx="7391">
                  <c:v>1.75722</c:v>
                </c:pt>
                <c:pt idx="7392">
                  <c:v>1.75753</c:v>
                </c:pt>
                <c:pt idx="7393">
                  <c:v>1.75783</c:v>
                </c:pt>
                <c:pt idx="7394">
                  <c:v>1.75814</c:v>
                </c:pt>
                <c:pt idx="7395">
                  <c:v>1.75844</c:v>
                </c:pt>
                <c:pt idx="7396">
                  <c:v>1.75875</c:v>
                </c:pt>
                <c:pt idx="7397">
                  <c:v>1.7590600000000001</c:v>
                </c:pt>
                <c:pt idx="7398">
                  <c:v>1.75936</c:v>
                </c:pt>
                <c:pt idx="7399">
                  <c:v>1.7596700000000001</c:v>
                </c:pt>
                <c:pt idx="7400">
                  <c:v>1.75997</c:v>
                </c:pt>
                <c:pt idx="7401">
                  <c:v>1.7602800000000001</c:v>
                </c:pt>
                <c:pt idx="7402">
                  <c:v>1.76058</c:v>
                </c:pt>
                <c:pt idx="7403">
                  <c:v>1.7608900000000001</c:v>
                </c:pt>
                <c:pt idx="7404">
                  <c:v>1.76119</c:v>
                </c:pt>
                <c:pt idx="7405">
                  <c:v>1.7615000000000001</c:v>
                </c:pt>
                <c:pt idx="7406">
                  <c:v>1.7618</c:v>
                </c:pt>
                <c:pt idx="7407">
                  <c:v>1.7621100000000001</c:v>
                </c:pt>
                <c:pt idx="7408">
                  <c:v>1.7624200000000001</c:v>
                </c:pt>
                <c:pt idx="7409">
                  <c:v>1.7627200000000001</c:v>
                </c:pt>
                <c:pt idx="7410">
                  <c:v>1.7630300000000001</c:v>
                </c:pt>
                <c:pt idx="7411">
                  <c:v>1.7633300000000001</c:v>
                </c:pt>
                <c:pt idx="7412">
                  <c:v>1.7636400000000001</c:v>
                </c:pt>
                <c:pt idx="7413">
                  <c:v>1.7639400000000001</c:v>
                </c:pt>
                <c:pt idx="7414">
                  <c:v>1.7642500000000001</c:v>
                </c:pt>
                <c:pt idx="7415">
                  <c:v>1.7645500000000001</c:v>
                </c:pt>
                <c:pt idx="7416">
                  <c:v>1.7648600000000001</c:v>
                </c:pt>
                <c:pt idx="7417">
                  <c:v>1.7651600000000001</c:v>
                </c:pt>
                <c:pt idx="7418">
                  <c:v>1.7654700000000001</c:v>
                </c:pt>
                <c:pt idx="7419">
                  <c:v>1.7657700000000001</c:v>
                </c:pt>
                <c:pt idx="7420">
                  <c:v>1.7660800000000001</c:v>
                </c:pt>
                <c:pt idx="7421">
                  <c:v>1.7663899999999999</c:v>
                </c:pt>
                <c:pt idx="7422">
                  <c:v>1.7666900000000001</c:v>
                </c:pt>
                <c:pt idx="7423">
                  <c:v>1.7669999999999999</c:v>
                </c:pt>
                <c:pt idx="7424">
                  <c:v>1.7673000000000001</c:v>
                </c:pt>
                <c:pt idx="7425">
                  <c:v>1.7676099999999999</c:v>
                </c:pt>
                <c:pt idx="7426">
                  <c:v>1.7679100000000001</c:v>
                </c:pt>
                <c:pt idx="7427">
                  <c:v>1.7682199999999999</c:v>
                </c:pt>
                <c:pt idx="7428">
                  <c:v>1.7685200000000001</c:v>
                </c:pt>
                <c:pt idx="7429">
                  <c:v>1.7688299999999999</c:v>
                </c:pt>
                <c:pt idx="7430">
                  <c:v>1.7691300000000001</c:v>
                </c:pt>
                <c:pt idx="7431">
                  <c:v>1.7694399999999999</c:v>
                </c:pt>
                <c:pt idx="7432">
                  <c:v>1.7697400000000001</c:v>
                </c:pt>
                <c:pt idx="7433">
                  <c:v>1.7700499999999999</c:v>
                </c:pt>
                <c:pt idx="7434">
                  <c:v>1.7703599999999999</c:v>
                </c:pt>
                <c:pt idx="7435">
                  <c:v>1.7706599999999999</c:v>
                </c:pt>
                <c:pt idx="7436">
                  <c:v>1.7709699999999999</c:v>
                </c:pt>
                <c:pt idx="7437">
                  <c:v>1.7712699999999999</c:v>
                </c:pt>
                <c:pt idx="7438">
                  <c:v>1.7715799999999999</c:v>
                </c:pt>
                <c:pt idx="7439">
                  <c:v>1.7718799999999999</c:v>
                </c:pt>
                <c:pt idx="7440">
                  <c:v>1.7721899999999999</c:v>
                </c:pt>
                <c:pt idx="7441">
                  <c:v>1.7724899999999999</c:v>
                </c:pt>
                <c:pt idx="7442">
                  <c:v>1.7727999999999999</c:v>
                </c:pt>
                <c:pt idx="7443">
                  <c:v>1.7730999999999999</c:v>
                </c:pt>
                <c:pt idx="7444">
                  <c:v>1.7734099999999999</c:v>
                </c:pt>
                <c:pt idx="7445">
                  <c:v>1.7737099999999999</c:v>
                </c:pt>
                <c:pt idx="7446">
                  <c:v>1.7740199999999999</c:v>
                </c:pt>
                <c:pt idx="7447">
                  <c:v>1.77433</c:v>
                </c:pt>
                <c:pt idx="7448">
                  <c:v>1.7746299999999999</c:v>
                </c:pt>
                <c:pt idx="7449">
                  <c:v>1.77494</c:v>
                </c:pt>
                <c:pt idx="7450">
                  <c:v>1.7752399999999999</c:v>
                </c:pt>
                <c:pt idx="7451">
                  <c:v>1.77555</c:v>
                </c:pt>
                <c:pt idx="7452">
                  <c:v>1.7758499999999999</c:v>
                </c:pt>
                <c:pt idx="7453">
                  <c:v>1.77616</c:v>
                </c:pt>
                <c:pt idx="7454">
                  <c:v>1.7764599999999999</c:v>
                </c:pt>
                <c:pt idx="7455">
                  <c:v>1.77677</c:v>
                </c:pt>
                <c:pt idx="7456">
                  <c:v>1.7770699999999999</c:v>
                </c:pt>
                <c:pt idx="7457">
                  <c:v>1.77738</c:v>
                </c:pt>
                <c:pt idx="7458">
                  <c:v>1.7776799999999999</c:v>
                </c:pt>
                <c:pt idx="7459">
                  <c:v>1.77799</c:v>
                </c:pt>
                <c:pt idx="7460">
                  <c:v>1.7783</c:v>
                </c:pt>
                <c:pt idx="7461">
                  <c:v>1.7786</c:v>
                </c:pt>
                <c:pt idx="7462">
                  <c:v>1.77891</c:v>
                </c:pt>
                <c:pt idx="7463">
                  <c:v>1.77921</c:v>
                </c:pt>
                <c:pt idx="7464">
                  <c:v>1.77952</c:v>
                </c:pt>
                <c:pt idx="7465">
                  <c:v>1.77982</c:v>
                </c:pt>
                <c:pt idx="7466">
                  <c:v>1.78013</c:v>
                </c:pt>
                <c:pt idx="7467">
                  <c:v>1.78043</c:v>
                </c:pt>
                <c:pt idx="7468">
                  <c:v>1.78074</c:v>
                </c:pt>
                <c:pt idx="7469">
                  <c:v>1.78104</c:v>
                </c:pt>
                <c:pt idx="7470">
                  <c:v>1.78135</c:v>
                </c:pt>
                <c:pt idx="7471">
                  <c:v>1.78166</c:v>
                </c:pt>
                <c:pt idx="7472">
                  <c:v>1.78196</c:v>
                </c:pt>
                <c:pt idx="7473">
                  <c:v>1.78227</c:v>
                </c:pt>
                <c:pt idx="7474">
                  <c:v>1.78257</c:v>
                </c:pt>
                <c:pt idx="7475">
                  <c:v>1.78288</c:v>
                </c:pt>
                <c:pt idx="7476">
                  <c:v>1.78318</c:v>
                </c:pt>
                <c:pt idx="7477">
                  <c:v>1.78349</c:v>
                </c:pt>
                <c:pt idx="7478">
                  <c:v>1.78379</c:v>
                </c:pt>
                <c:pt idx="7479">
                  <c:v>1.7841</c:v>
                </c:pt>
                <c:pt idx="7480">
                  <c:v>1.7844</c:v>
                </c:pt>
                <c:pt idx="7481">
                  <c:v>1.78471</c:v>
                </c:pt>
                <c:pt idx="7482">
                  <c:v>1.78501</c:v>
                </c:pt>
                <c:pt idx="7483">
                  <c:v>1.78532</c:v>
                </c:pt>
                <c:pt idx="7484">
                  <c:v>1.7856300000000001</c:v>
                </c:pt>
                <c:pt idx="7485">
                  <c:v>1.78593</c:v>
                </c:pt>
                <c:pt idx="7486">
                  <c:v>1.78624</c:v>
                </c:pt>
                <c:pt idx="7487">
                  <c:v>1.78654</c:v>
                </c:pt>
                <c:pt idx="7488">
                  <c:v>1.78685</c:v>
                </c:pt>
                <c:pt idx="7489">
                  <c:v>1.78715</c:v>
                </c:pt>
                <c:pt idx="7490">
                  <c:v>1.78746</c:v>
                </c:pt>
                <c:pt idx="7491">
                  <c:v>1.78776</c:v>
                </c:pt>
                <c:pt idx="7492">
                  <c:v>1.78807</c:v>
                </c:pt>
                <c:pt idx="7493">
                  <c:v>1.78837</c:v>
                </c:pt>
                <c:pt idx="7494">
                  <c:v>1.78868</c:v>
                </c:pt>
                <c:pt idx="7495">
                  <c:v>1.78898</c:v>
                </c:pt>
                <c:pt idx="7496">
                  <c:v>1.78929</c:v>
                </c:pt>
                <c:pt idx="7497">
                  <c:v>1.7896000000000001</c:v>
                </c:pt>
                <c:pt idx="7498">
                  <c:v>1.7899</c:v>
                </c:pt>
                <c:pt idx="7499">
                  <c:v>1.7902100000000001</c:v>
                </c:pt>
                <c:pt idx="7500">
                  <c:v>1.79051</c:v>
                </c:pt>
                <c:pt idx="7501">
                  <c:v>1.7908200000000001</c:v>
                </c:pt>
                <c:pt idx="7502">
                  <c:v>1.79112</c:v>
                </c:pt>
                <c:pt idx="7503">
                  <c:v>1.7914300000000001</c:v>
                </c:pt>
                <c:pt idx="7504">
                  <c:v>1.79173</c:v>
                </c:pt>
                <c:pt idx="7505">
                  <c:v>1.7920400000000001</c:v>
                </c:pt>
                <c:pt idx="7506">
                  <c:v>1.79234</c:v>
                </c:pt>
                <c:pt idx="7507">
                  <c:v>1.7926500000000001</c:v>
                </c:pt>
                <c:pt idx="7508">
                  <c:v>1.79295</c:v>
                </c:pt>
                <c:pt idx="7509">
                  <c:v>1.7932600000000001</c:v>
                </c:pt>
                <c:pt idx="7510">
                  <c:v>1.7935700000000001</c:v>
                </c:pt>
                <c:pt idx="7511">
                  <c:v>1.7938700000000001</c:v>
                </c:pt>
                <c:pt idx="7512">
                  <c:v>1.7941800000000001</c:v>
                </c:pt>
                <c:pt idx="7513">
                  <c:v>1.7944800000000001</c:v>
                </c:pt>
                <c:pt idx="7514">
                  <c:v>1.7947900000000001</c:v>
                </c:pt>
                <c:pt idx="7515">
                  <c:v>1.7950900000000001</c:v>
                </c:pt>
                <c:pt idx="7516">
                  <c:v>1.7954000000000001</c:v>
                </c:pt>
                <c:pt idx="7517">
                  <c:v>1.7957000000000001</c:v>
                </c:pt>
                <c:pt idx="7518">
                  <c:v>1.7960100000000001</c:v>
                </c:pt>
                <c:pt idx="7519">
                  <c:v>1.7963100000000001</c:v>
                </c:pt>
                <c:pt idx="7520">
                  <c:v>1.7966200000000001</c:v>
                </c:pt>
                <c:pt idx="7521">
                  <c:v>1.7969299999999999</c:v>
                </c:pt>
                <c:pt idx="7522">
                  <c:v>1.7972300000000001</c:v>
                </c:pt>
                <c:pt idx="7523">
                  <c:v>1.7975399999999999</c:v>
                </c:pt>
                <c:pt idx="7524">
                  <c:v>1.7978400000000001</c:v>
                </c:pt>
                <c:pt idx="7525">
                  <c:v>1.7981499999999999</c:v>
                </c:pt>
                <c:pt idx="7526">
                  <c:v>1.7984500000000001</c:v>
                </c:pt>
                <c:pt idx="7527">
                  <c:v>1.7987599999999999</c:v>
                </c:pt>
                <c:pt idx="7528">
                  <c:v>1.7990600000000001</c:v>
                </c:pt>
                <c:pt idx="7529">
                  <c:v>1.7993699999999999</c:v>
                </c:pt>
                <c:pt idx="7530">
                  <c:v>1.7996700000000001</c:v>
                </c:pt>
                <c:pt idx="7531">
                  <c:v>1.7999799999999999</c:v>
                </c:pt>
                <c:pt idx="7532">
                  <c:v>1.8002800000000001</c:v>
                </c:pt>
                <c:pt idx="7533">
                  <c:v>1.8005899999999999</c:v>
                </c:pt>
                <c:pt idx="7534">
                  <c:v>1.8008999999999999</c:v>
                </c:pt>
                <c:pt idx="7535">
                  <c:v>1.8011999999999999</c:v>
                </c:pt>
                <c:pt idx="7536">
                  <c:v>1.8015099999999999</c:v>
                </c:pt>
                <c:pt idx="7537">
                  <c:v>1.8018099999999999</c:v>
                </c:pt>
                <c:pt idx="7538">
                  <c:v>1.8021199999999999</c:v>
                </c:pt>
                <c:pt idx="7539">
                  <c:v>1.8024199999999999</c:v>
                </c:pt>
                <c:pt idx="7540">
                  <c:v>1.8027299999999999</c:v>
                </c:pt>
                <c:pt idx="7541">
                  <c:v>1.8030299999999999</c:v>
                </c:pt>
                <c:pt idx="7542">
                  <c:v>1.8033399999999999</c:v>
                </c:pt>
                <c:pt idx="7543">
                  <c:v>1.8036399999999999</c:v>
                </c:pt>
                <c:pt idx="7544">
                  <c:v>1.8039499999999999</c:v>
                </c:pt>
                <c:pt idx="7545">
                  <c:v>1.8042499999999999</c:v>
                </c:pt>
                <c:pt idx="7546">
                  <c:v>1.8045599999999999</c:v>
                </c:pt>
                <c:pt idx="7547">
                  <c:v>1.80487</c:v>
                </c:pt>
                <c:pt idx="7548">
                  <c:v>1.8051699999999999</c:v>
                </c:pt>
                <c:pt idx="7549">
                  <c:v>1.80548</c:v>
                </c:pt>
                <c:pt idx="7550">
                  <c:v>1.8057799999999999</c:v>
                </c:pt>
                <c:pt idx="7551">
                  <c:v>1.80609</c:v>
                </c:pt>
                <c:pt idx="7552">
                  <c:v>1.8063899999999999</c:v>
                </c:pt>
                <c:pt idx="7553">
                  <c:v>1.8067</c:v>
                </c:pt>
                <c:pt idx="7554">
                  <c:v>1.8069999999999999</c:v>
                </c:pt>
                <c:pt idx="7555">
                  <c:v>1.80731</c:v>
                </c:pt>
                <c:pt idx="7556">
                  <c:v>1.8076099999999999</c:v>
                </c:pt>
                <c:pt idx="7557">
                  <c:v>1.80792</c:v>
                </c:pt>
                <c:pt idx="7558">
                  <c:v>1.8082199999999999</c:v>
                </c:pt>
                <c:pt idx="7559">
                  <c:v>1.80853</c:v>
                </c:pt>
                <c:pt idx="7560">
                  <c:v>1.80884</c:v>
                </c:pt>
                <c:pt idx="7561">
                  <c:v>1.80914</c:v>
                </c:pt>
                <c:pt idx="7562">
                  <c:v>1.80945</c:v>
                </c:pt>
                <c:pt idx="7563">
                  <c:v>1.80975</c:v>
                </c:pt>
                <c:pt idx="7564">
                  <c:v>1.81006</c:v>
                </c:pt>
                <c:pt idx="7565">
                  <c:v>1.81036</c:v>
                </c:pt>
                <c:pt idx="7566">
                  <c:v>1.81067</c:v>
                </c:pt>
                <c:pt idx="7567">
                  <c:v>1.81097</c:v>
                </c:pt>
                <c:pt idx="7568">
                  <c:v>1.81128</c:v>
                </c:pt>
                <c:pt idx="7569">
                  <c:v>1.81158</c:v>
                </c:pt>
                <c:pt idx="7570">
                  <c:v>1.81189</c:v>
                </c:pt>
                <c:pt idx="7571">
                  <c:v>1.81219</c:v>
                </c:pt>
                <c:pt idx="7572">
                  <c:v>1.8125</c:v>
                </c:pt>
                <c:pt idx="7573">
                  <c:v>1.81281</c:v>
                </c:pt>
                <c:pt idx="7574">
                  <c:v>1.81311</c:v>
                </c:pt>
                <c:pt idx="7575">
                  <c:v>1.81342</c:v>
                </c:pt>
                <c:pt idx="7576">
                  <c:v>1.81372</c:v>
                </c:pt>
                <c:pt idx="7577">
                  <c:v>1.81403</c:v>
                </c:pt>
                <c:pt idx="7578">
                  <c:v>1.81433</c:v>
                </c:pt>
                <c:pt idx="7579">
                  <c:v>1.81464</c:v>
                </c:pt>
                <c:pt idx="7580">
                  <c:v>1.81494</c:v>
                </c:pt>
                <c:pt idx="7581">
                  <c:v>1.81525</c:v>
                </c:pt>
                <c:pt idx="7582">
                  <c:v>1.81555</c:v>
                </c:pt>
                <c:pt idx="7583">
                  <c:v>1.81586</c:v>
                </c:pt>
                <c:pt idx="7584">
                  <c:v>1.8161700000000001</c:v>
                </c:pt>
                <c:pt idx="7585">
                  <c:v>1.81647</c:v>
                </c:pt>
                <c:pt idx="7586">
                  <c:v>1.8167800000000001</c:v>
                </c:pt>
                <c:pt idx="7587">
                  <c:v>1.81708</c:v>
                </c:pt>
                <c:pt idx="7588">
                  <c:v>1.8173900000000001</c:v>
                </c:pt>
                <c:pt idx="7589">
                  <c:v>1.81769</c:v>
                </c:pt>
                <c:pt idx="7590">
                  <c:v>1.8180000000000001</c:v>
                </c:pt>
                <c:pt idx="7591">
                  <c:v>1.8183</c:v>
                </c:pt>
                <c:pt idx="7592">
                  <c:v>1.8186100000000001</c:v>
                </c:pt>
                <c:pt idx="7593">
                  <c:v>1.81891</c:v>
                </c:pt>
                <c:pt idx="7594">
                  <c:v>1.8192200000000001</c:v>
                </c:pt>
                <c:pt idx="7595">
                  <c:v>1.81952</c:v>
                </c:pt>
                <c:pt idx="7596">
                  <c:v>1.8198300000000001</c:v>
                </c:pt>
                <c:pt idx="7597">
                  <c:v>1.8201400000000001</c:v>
                </c:pt>
                <c:pt idx="7598">
                  <c:v>1.8204400000000001</c:v>
                </c:pt>
                <c:pt idx="7599">
                  <c:v>1.8207500000000001</c:v>
                </c:pt>
                <c:pt idx="7600">
                  <c:v>1.8210500000000001</c:v>
                </c:pt>
                <c:pt idx="7601">
                  <c:v>1.8213600000000001</c:v>
                </c:pt>
                <c:pt idx="7602">
                  <c:v>1.8216600000000001</c:v>
                </c:pt>
                <c:pt idx="7603">
                  <c:v>1.8219700000000001</c:v>
                </c:pt>
                <c:pt idx="7604">
                  <c:v>1.8222700000000001</c:v>
                </c:pt>
                <c:pt idx="7605">
                  <c:v>1.8225800000000001</c:v>
                </c:pt>
                <c:pt idx="7606">
                  <c:v>1.8228800000000001</c:v>
                </c:pt>
                <c:pt idx="7607">
                  <c:v>1.8231900000000001</c:v>
                </c:pt>
                <c:pt idx="7608">
                  <c:v>1.8234900000000001</c:v>
                </c:pt>
                <c:pt idx="7609">
                  <c:v>1.8238000000000001</c:v>
                </c:pt>
                <c:pt idx="7610">
                  <c:v>1.8241099999999999</c:v>
                </c:pt>
                <c:pt idx="7611">
                  <c:v>1.8244100000000001</c:v>
                </c:pt>
                <c:pt idx="7612">
                  <c:v>1.8247199999999999</c:v>
                </c:pt>
                <c:pt idx="7613">
                  <c:v>1.8250200000000001</c:v>
                </c:pt>
                <c:pt idx="7614">
                  <c:v>1.8253299999999999</c:v>
                </c:pt>
                <c:pt idx="7615">
                  <c:v>1.8256300000000001</c:v>
                </c:pt>
                <c:pt idx="7616">
                  <c:v>1.8259399999999999</c:v>
                </c:pt>
                <c:pt idx="7617">
                  <c:v>1.8262400000000001</c:v>
                </c:pt>
                <c:pt idx="7618">
                  <c:v>1.8265499999999999</c:v>
                </c:pt>
                <c:pt idx="7619">
                  <c:v>1.8268500000000001</c:v>
                </c:pt>
                <c:pt idx="7620">
                  <c:v>1.8271599999999999</c:v>
                </c:pt>
                <c:pt idx="7621">
                  <c:v>1.8274600000000001</c:v>
                </c:pt>
                <c:pt idx="7622">
                  <c:v>1.8277699999999999</c:v>
                </c:pt>
                <c:pt idx="7623">
                  <c:v>1.8280799999999999</c:v>
                </c:pt>
                <c:pt idx="7624">
                  <c:v>1.8283799999999999</c:v>
                </c:pt>
                <c:pt idx="7625">
                  <c:v>1.8286899999999999</c:v>
                </c:pt>
                <c:pt idx="7626">
                  <c:v>1.8289899999999999</c:v>
                </c:pt>
                <c:pt idx="7627">
                  <c:v>1.8292999999999999</c:v>
                </c:pt>
                <c:pt idx="7628">
                  <c:v>1.8295999999999999</c:v>
                </c:pt>
                <c:pt idx="7629">
                  <c:v>1.8299099999999999</c:v>
                </c:pt>
                <c:pt idx="7630">
                  <c:v>1.8302099999999999</c:v>
                </c:pt>
                <c:pt idx="7631">
                  <c:v>1.8305199999999999</c:v>
                </c:pt>
                <c:pt idx="7632">
                  <c:v>1.8308199999999999</c:v>
                </c:pt>
                <c:pt idx="7633">
                  <c:v>1.8311299999999999</c:v>
                </c:pt>
                <c:pt idx="7634">
                  <c:v>1.8314299999999999</c:v>
                </c:pt>
                <c:pt idx="7635">
                  <c:v>1.8317399999999999</c:v>
                </c:pt>
                <c:pt idx="7636">
                  <c:v>1.83205</c:v>
                </c:pt>
                <c:pt idx="7637">
                  <c:v>1.8323499999999999</c:v>
                </c:pt>
                <c:pt idx="7638">
                  <c:v>1.83266</c:v>
                </c:pt>
                <c:pt idx="7639">
                  <c:v>1.8329599999999999</c:v>
                </c:pt>
                <c:pt idx="7640">
                  <c:v>1.83327</c:v>
                </c:pt>
                <c:pt idx="7641">
                  <c:v>1.8335699999999999</c:v>
                </c:pt>
                <c:pt idx="7642">
                  <c:v>1.83388</c:v>
                </c:pt>
                <c:pt idx="7643">
                  <c:v>1.8341799999999999</c:v>
                </c:pt>
                <c:pt idx="7644">
                  <c:v>1.83449</c:v>
                </c:pt>
                <c:pt idx="7645">
                  <c:v>1.8347899999999999</c:v>
                </c:pt>
                <c:pt idx="7646">
                  <c:v>1.8351</c:v>
                </c:pt>
                <c:pt idx="7647">
                  <c:v>1.83541</c:v>
                </c:pt>
                <c:pt idx="7648">
                  <c:v>1.83571</c:v>
                </c:pt>
                <c:pt idx="7649">
                  <c:v>1.83602</c:v>
                </c:pt>
                <c:pt idx="7650">
                  <c:v>1.83632</c:v>
                </c:pt>
                <c:pt idx="7651">
                  <c:v>1.83663</c:v>
                </c:pt>
                <c:pt idx="7652">
                  <c:v>1.83693</c:v>
                </c:pt>
                <c:pt idx="7653">
                  <c:v>1.83724</c:v>
                </c:pt>
                <c:pt idx="7654">
                  <c:v>1.83754</c:v>
                </c:pt>
                <c:pt idx="7655">
                  <c:v>1.83785</c:v>
                </c:pt>
                <c:pt idx="7656">
                  <c:v>1.83815</c:v>
                </c:pt>
                <c:pt idx="7657">
                  <c:v>1.83846</c:v>
                </c:pt>
                <c:pt idx="7658">
                  <c:v>1.83876</c:v>
                </c:pt>
                <c:pt idx="7659">
                  <c:v>1.83907</c:v>
                </c:pt>
                <c:pt idx="7660">
                  <c:v>1.83938</c:v>
                </c:pt>
                <c:pt idx="7661">
                  <c:v>1.83968</c:v>
                </c:pt>
                <c:pt idx="7662">
                  <c:v>1.83999</c:v>
                </c:pt>
                <c:pt idx="7663">
                  <c:v>1.84029</c:v>
                </c:pt>
                <c:pt idx="7664">
                  <c:v>1.8406</c:v>
                </c:pt>
                <c:pt idx="7665">
                  <c:v>1.8409</c:v>
                </c:pt>
                <c:pt idx="7666">
                  <c:v>1.84121</c:v>
                </c:pt>
                <c:pt idx="7667">
                  <c:v>1.84151</c:v>
                </c:pt>
                <c:pt idx="7668">
                  <c:v>1.84182</c:v>
                </c:pt>
                <c:pt idx="7669">
                  <c:v>1.84212</c:v>
                </c:pt>
                <c:pt idx="7670">
                  <c:v>1.84243</c:v>
                </c:pt>
                <c:pt idx="7671">
                  <c:v>1.84273</c:v>
                </c:pt>
                <c:pt idx="7672">
                  <c:v>1.84304</c:v>
                </c:pt>
                <c:pt idx="7673">
                  <c:v>1.84335</c:v>
                </c:pt>
                <c:pt idx="7674">
                  <c:v>1.84365</c:v>
                </c:pt>
                <c:pt idx="7675">
                  <c:v>1.84396</c:v>
                </c:pt>
                <c:pt idx="7676">
                  <c:v>1.84426</c:v>
                </c:pt>
                <c:pt idx="7677">
                  <c:v>1.84457</c:v>
                </c:pt>
                <c:pt idx="7678">
                  <c:v>1.84487</c:v>
                </c:pt>
                <c:pt idx="7679">
                  <c:v>1.84518</c:v>
                </c:pt>
                <c:pt idx="7680">
                  <c:v>1.84548</c:v>
                </c:pt>
                <c:pt idx="7681">
                  <c:v>1.84579</c:v>
                </c:pt>
                <c:pt idx="7682">
                  <c:v>1.84609</c:v>
                </c:pt>
                <c:pt idx="7683">
                  <c:v>1.8464</c:v>
                </c:pt>
                <c:pt idx="7684">
                  <c:v>1.8467</c:v>
                </c:pt>
                <c:pt idx="7685">
                  <c:v>1.84701</c:v>
                </c:pt>
                <c:pt idx="7686">
                  <c:v>1.8473200000000001</c:v>
                </c:pt>
                <c:pt idx="7687">
                  <c:v>1.84762</c:v>
                </c:pt>
                <c:pt idx="7688">
                  <c:v>1.8479300000000001</c:v>
                </c:pt>
                <c:pt idx="7689">
                  <c:v>1.84823</c:v>
                </c:pt>
                <c:pt idx="7690">
                  <c:v>1.8485400000000001</c:v>
                </c:pt>
                <c:pt idx="7691">
                  <c:v>1.84884</c:v>
                </c:pt>
                <c:pt idx="7692">
                  <c:v>1.8491500000000001</c:v>
                </c:pt>
                <c:pt idx="7693">
                  <c:v>1.84945</c:v>
                </c:pt>
                <c:pt idx="7694">
                  <c:v>1.8497600000000001</c:v>
                </c:pt>
                <c:pt idx="7695">
                  <c:v>1.85006</c:v>
                </c:pt>
                <c:pt idx="7696">
                  <c:v>1.8503700000000001</c:v>
                </c:pt>
                <c:pt idx="7697">
                  <c:v>1.85067</c:v>
                </c:pt>
                <c:pt idx="7698">
                  <c:v>1.8509800000000001</c:v>
                </c:pt>
                <c:pt idx="7699">
                  <c:v>1.8512900000000001</c:v>
                </c:pt>
                <c:pt idx="7700">
                  <c:v>1.8515900000000001</c:v>
                </c:pt>
                <c:pt idx="7701">
                  <c:v>1.8519000000000001</c:v>
                </c:pt>
                <c:pt idx="7702">
                  <c:v>1.8522000000000001</c:v>
                </c:pt>
                <c:pt idx="7703">
                  <c:v>1.8525100000000001</c:v>
                </c:pt>
                <c:pt idx="7704">
                  <c:v>1.8528100000000001</c:v>
                </c:pt>
                <c:pt idx="7705">
                  <c:v>1.8531200000000001</c:v>
                </c:pt>
                <c:pt idx="7706">
                  <c:v>1.8534200000000001</c:v>
                </c:pt>
                <c:pt idx="7707">
                  <c:v>1.8537300000000001</c:v>
                </c:pt>
                <c:pt idx="7708">
                  <c:v>1.8540300000000001</c:v>
                </c:pt>
                <c:pt idx="7709">
                  <c:v>1.8543400000000001</c:v>
                </c:pt>
                <c:pt idx="7710">
                  <c:v>1.8546499999999999</c:v>
                </c:pt>
                <c:pt idx="7711">
                  <c:v>1.8549500000000001</c:v>
                </c:pt>
                <c:pt idx="7712">
                  <c:v>1.8552599999999999</c:v>
                </c:pt>
                <c:pt idx="7713">
                  <c:v>1.8555600000000001</c:v>
                </c:pt>
                <c:pt idx="7714">
                  <c:v>1.8558699999999999</c:v>
                </c:pt>
                <c:pt idx="7715">
                  <c:v>1.8561700000000001</c:v>
                </c:pt>
                <c:pt idx="7716">
                  <c:v>1.8564799999999999</c:v>
                </c:pt>
                <c:pt idx="7717">
                  <c:v>1.8567800000000001</c:v>
                </c:pt>
                <c:pt idx="7718">
                  <c:v>1.8570899999999999</c:v>
                </c:pt>
                <c:pt idx="7719">
                  <c:v>1.8573900000000001</c:v>
                </c:pt>
                <c:pt idx="7720">
                  <c:v>1.8576999999999999</c:v>
                </c:pt>
                <c:pt idx="7721">
                  <c:v>1.8580000000000001</c:v>
                </c:pt>
                <c:pt idx="7722">
                  <c:v>1.8583099999999999</c:v>
                </c:pt>
                <c:pt idx="7723">
                  <c:v>1.8586199999999999</c:v>
                </c:pt>
                <c:pt idx="7724">
                  <c:v>1.8589199999999999</c:v>
                </c:pt>
                <c:pt idx="7725">
                  <c:v>1.8592299999999999</c:v>
                </c:pt>
                <c:pt idx="7726">
                  <c:v>1.8595299999999999</c:v>
                </c:pt>
                <c:pt idx="7727">
                  <c:v>1.8598399999999999</c:v>
                </c:pt>
                <c:pt idx="7728">
                  <c:v>1.8601399999999999</c:v>
                </c:pt>
                <c:pt idx="7729">
                  <c:v>1.8604499999999999</c:v>
                </c:pt>
                <c:pt idx="7730">
                  <c:v>1.8607499999999999</c:v>
                </c:pt>
                <c:pt idx="7731">
                  <c:v>1.8610599999999999</c:v>
                </c:pt>
                <c:pt idx="7732">
                  <c:v>1.8613599999999999</c:v>
                </c:pt>
                <c:pt idx="7733">
                  <c:v>1.8616699999999999</c:v>
                </c:pt>
                <c:pt idx="7734">
                  <c:v>1.8619699999999999</c:v>
                </c:pt>
                <c:pt idx="7735">
                  <c:v>1.8622799999999999</c:v>
                </c:pt>
                <c:pt idx="7736">
                  <c:v>1.86259</c:v>
                </c:pt>
                <c:pt idx="7737">
                  <c:v>1.8628899999999999</c:v>
                </c:pt>
                <c:pt idx="7738">
                  <c:v>1.8632</c:v>
                </c:pt>
                <c:pt idx="7739">
                  <c:v>1.8634999999999999</c:v>
                </c:pt>
                <c:pt idx="7740">
                  <c:v>1.86381</c:v>
                </c:pt>
                <c:pt idx="7741">
                  <c:v>1.8641099999999999</c:v>
                </c:pt>
                <c:pt idx="7742">
                  <c:v>1.86442</c:v>
                </c:pt>
                <c:pt idx="7743">
                  <c:v>1.8647199999999999</c:v>
                </c:pt>
                <c:pt idx="7744">
                  <c:v>1.86503</c:v>
                </c:pt>
                <c:pt idx="7745">
                  <c:v>1.8653299999999999</c:v>
                </c:pt>
                <c:pt idx="7746">
                  <c:v>1.86564</c:v>
                </c:pt>
                <c:pt idx="7747">
                  <c:v>1.8659399999999999</c:v>
                </c:pt>
                <c:pt idx="7748">
                  <c:v>1.86625</c:v>
                </c:pt>
                <c:pt idx="7749">
                  <c:v>1.86656</c:v>
                </c:pt>
                <c:pt idx="7750">
                  <c:v>1.86686</c:v>
                </c:pt>
                <c:pt idx="7751">
                  <c:v>1.86717</c:v>
                </c:pt>
                <c:pt idx="7752">
                  <c:v>1.86747</c:v>
                </c:pt>
                <c:pt idx="7753">
                  <c:v>1.86778</c:v>
                </c:pt>
                <c:pt idx="7754">
                  <c:v>1.86808</c:v>
                </c:pt>
                <c:pt idx="7755">
                  <c:v>1.86839</c:v>
                </c:pt>
                <c:pt idx="7756">
                  <c:v>1.86869</c:v>
                </c:pt>
                <c:pt idx="7757">
                  <c:v>1.869</c:v>
                </c:pt>
                <c:pt idx="7758">
                  <c:v>1.8693</c:v>
                </c:pt>
                <c:pt idx="7759">
                  <c:v>1.86961</c:v>
                </c:pt>
                <c:pt idx="7760">
                  <c:v>1.86992</c:v>
                </c:pt>
                <c:pt idx="7761">
                  <c:v>1.87022</c:v>
                </c:pt>
                <c:pt idx="7762">
                  <c:v>1.87053</c:v>
                </c:pt>
                <c:pt idx="7763">
                  <c:v>1.87083</c:v>
                </c:pt>
                <c:pt idx="7764">
                  <c:v>1.87114</c:v>
                </c:pt>
                <c:pt idx="7765">
                  <c:v>1.87144</c:v>
                </c:pt>
                <c:pt idx="7766">
                  <c:v>1.87175</c:v>
                </c:pt>
                <c:pt idx="7767">
                  <c:v>1.87205</c:v>
                </c:pt>
                <c:pt idx="7768">
                  <c:v>1.87236</c:v>
                </c:pt>
                <c:pt idx="7769">
                  <c:v>1.87266</c:v>
                </c:pt>
                <c:pt idx="7770">
                  <c:v>1.87297</c:v>
                </c:pt>
                <c:pt idx="7771">
                  <c:v>1.87327</c:v>
                </c:pt>
                <c:pt idx="7772">
                  <c:v>1.87358</c:v>
                </c:pt>
                <c:pt idx="7773">
                  <c:v>1.8738900000000001</c:v>
                </c:pt>
                <c:pt idx="7774">
                  <c:v>1.87419</c:v>
                </c:pt>
                <c:pt idx="7775">
                  <c:v>1.8745000000000001</c:v>
                </c:pt>
                <c:pt idx="7776">
                  <c:v>1.8748</c:v>
                </c:pt>
                <c:pt idx="7777">
                  <c:v>1.8751100000000001</c:v>
                </c:pt>
                <c:pt idx="7778">
                  <c:v>1.87541</c:v>
                </c:pt>
                <c:pt idx="7779">
                  <c:v>1.8757200000000001</c:v>
                </c:pt>
                <c:pt idx="7780">
                  <c:v>1.87602</c:v>
                </c:pt>
                <c:pt idx="7781">
                  <c:v>1.8763300000000001</c:v>
                </c:pt>
                <c:pt idx="7782">
                  <c:v>1.87663</c:v>
                </c:pt>
                <c:pt idx="7783">
                  <c:v>1.8769400000000001</c:v>
                </c:pt>
                <c:pt idx="7784">
                  <c:v>1.87724</c:v>
                </c:pt>
                <c:pt idx="7785">
                  <c:v>1.8775500000000001</c:v>
                </c:pt>
                <c:pt idx="7786">
                  <c:v>1.8778600000000001</c:v>
                </c:pt>
                <c:pt idx="7787">
                  <c:v>1.8781600000000001</c:v>
                </c:pt>
                <c:pt idx="7788">
                  <c:v>1.8784700000000001</c:v>
                </c:pt>
                <c:pt idx="7789">
                  <c:v>1.8787700000000001</c:v>
                </c:pt>
                <c:pt idx="7790">
                  <c:v>1.8790800000000001</c:v>
                </c:pt>
                <c:pt idx="7791">
                  <c:v>1.8793800000000001</c:v>
                </c:pt>
                <c:pt idx="7792">
                  <c:v>1.8796900000000001</c:v>
                </c:pt>
                <c:pt idx="7793">
                  <c:v>1.87999</c:v>
                </c:pt>
                <c:pt idx="7794">
                  <c:v>1.8803000000000001</c:v>
                </c:pt>
                <c:pt idx="7795">
                  <c:v>1.8806</c:v>
                </c:pt>
                <c:pt idx="7796">
                  <c:v>1.8809100000000001</c:v>
                </c:pt>
                <c:pt idx="7797">
                  <c:v>1.88121</c:v>
                </c:pt>
                <c:pt idx="7798">
                  <c:v>1.8815200000000001</c:v>
                </c:pt>
                <c:pt idx="7799">
                  <c:v>1.8818299999999999</c:v>
                </c:pt>
                <c:pt idx="7800">
                  <c:v>1.8821300000000001</c:v>
                </c:pt>
                <c:pt idx="7801">
                  <c:v>1.8824399999999999</c:v>
                </c:pt>
                <c:pt idx="7802">
                  <c:v>1.8827400000000001</c:v>
                </c:pt>
                <c:pt idx="7803">
                  <c:v>1.8830499999999999</c:v>
                </c:pt>
                <c:pt idx="7804">
                  <c:v>1.8833500000000001</c:v>
                </c:pt>
                <c:pt idx="7805">
                  <c:v>1.8836599999999999</c:v>
                </c:pt>
                <c:pt idx="7806">
                  <c:v>1.8839600000000001</c:v>
                </c:pt>
                <c:pt idx="7807">
                  <c:v>1.8842699999999999</c:v>
                </c:pt>
                <c:pt idx="7808">
                  <c:v>1.8845700000000001</c:v>
                </c:pt>
                <c:pt idx="7809">
                  <c:v>1.8848800000000001</c:v>
                </c:pt>
                <c:pt idx="7810">
                  <c:v>1.8851800000000001</c:v>
                </c:pt>
                <c:pt idx="7811">
                  <c:v>1.8854900000000001</c:v>
                </c:pt>
                <c:pt idx="7812">
                  <c:v>1.8857999999999999</c:v>
                </c:pt>
                <c:pt idx="7813">
                  <c:v>1.8861000000000001</c:v>
                </c:pt>
                <c:pt idx="7814">
                  <c:v>1.8864099999999999</c:v>
                </c:pt>
                <c:pt idx="7815">
                  <c:v>1.8867100000000001</c:v>
                </c:pt>
                <c:pt idx="7816">
                  <c:v>1.8870199999999999</c:v>
                </c:pt>
                <c:pt idx="7817">
                  <c:v>1.8873200000000001</c:v>
                </c:pt>
                <c:pt idx="7818">
                  <c:v>1.8876299999999999</c:v>
                </c:pt>
                <c:pt idx="7819">
                  <c:v>1.8879300000000001</c:v>
                </c:pt>
                <c:pt idx="7820">
                  <c:v>1.8882399999999999</c:v>
                </c:pt>
                <c:pt idx="7821">
                  <c:v>1.8885400000000001</c:v>
                </c:pt>
                <c:pt idx="7822">
                  <c:v>1.8888499999999999</c:v>
                </c:pt>
                <c:pt idx="7823">
                  <c:v>1.88916</c:v>
                </c:pt>
                <c:pt idx="7824">
                  <c:v>1.8894599999999999</c:v>
                </c:pt>
                <c:pt idx="7825">
                  <c:v>1.8897699999999999</c:v>
                </c:pt>
                <c:pt idx="7826">
                  <c:v>1.8900699999999999</c:v>
                </c:pt>
                <c:pt idx="7827">
                  <c:v>1.8903799999999999</c:v>
                </c:pt>
                <c:pt idx="7828">
                  <c:v>1.8906799999999999</c:v>
                </c:pt>
                <c:pt idx="7829">
                  <c:v>1.8909899999999999</c:v>
                </c:pt>
                <c:pt idx="7830">
                  <c:v>1.8912899999999999</c:v>
                </c:pt>
                <c:pt idx="7831">
                  <c:v>1.8915999999999999</c:v>
                </c:pt>
                <c:pt idx="7832">
                  <c:v>1.8918999999999999</c:v>
                </c:pt>
                <c:pt idx="7833">
                  <c:v>1.8922099999999999</c:v>
                </c:pt>
                <c:pt idx="7834">
                  <c:v>1.8925099999999999</c:v>
                </c:pt>
                <c:pt idx="7835">
                  <c:v>1.8928199999999999</c:v>
                </c:pt>
                <c:pt idx="7836">
                  <c:v>1.89313</c:v>
                </c:pt>
                <c:pt idx="7837">
                  <c:v>1.8934299999999999</c:v>
                </c:pt>
                <c:pt idx="7838">
                  <c:v>1.89374</c:v>
                </c:pt>
                <c:pt idx="7839">
                  <c:v>1.8940399999999999</c:v>
                </c:pt>
                <c:pt idx="7840">
                  <c:v>1.89435</c:v>
                </c:pt>
                <c:pt idx="7841">
                  <c:v>1.8946499999999999</c:v>
                </c:pt>
                <c:pt idx="7842">
                  <c:v>1.89496</c:v>
                </c:pt>
                <c:pt idx="7843">
                  <c:v>1.8952599999999999</c:v>
                </c:pt>
                <c:pt idx="7844">
                  <c:v>1.89557</c:v>
                </c:pt>
                <c:pt idx="7845">
                  <c:v>1.8958699999999999</c:v>
                </c:pt>
                <c:pt idx="7846">
                  <c:v>1.89618</c:v>
                </c:pt>
                <c:pt idx="7847">
                  <c:v>1.8964799999999999</c:v>
                </c:pt>
                <c:pt idx="7848">
                  <c:v>1.89679</c:v>
                </c:pt>
                <c:pt idx="7849">
                  <c:v>1.8971</c:v>
                </c:pt>
                <c:pt idx="7850">
                  <c:v>1.8974</c:v>
                </c:pt>
                <c:pt idx="7851">
                  <c:v>1.89771</c:v>
                </c:pt>
                <c:pt idx="7852">
                  <c:v>1.89801</c:v>
                </c:pt>
                <c:pt idx="7853">
                  <c:v>1.89832</c:v>
                </c:pt>
                <c:pt idx="7854">
                  <c:v>1.89862</c:v>
                </c:pt>
                <c:pt idx="7855">
                  <c:v>1.89893</c:v>
                </c:pt>
                <c:pt idx="7856">
                  <c:v>1.89923</c:v>
                </c:pt>
                <c:pt idx="7857">
                  <c:v>1.89954</c:v>
                </c:pt>
                <c:pt idx="7858">
                  <c:v>1.89984</c:v>
                </c:pt>
                <c:pt idx="7859">
                  <c:v>1.90015</c:v>
                </c:pt>
                <c:pt idx="7860">
                  <c:v>1.90045</c:v>
                </c:pt>
                <c:pt idx="7861">
                  <c:v>1.90076</c:v>
                </c:pt>
                <c:pt idx="7862">
                  <c:v>1.90107</c:v>
                </c:pt>
                <c:pt idx="7863">
                  <c:v>1.90137</c:v>
                </c:pt>
                <c:pt idx="7864">
                  <c:v>1.90168</c:v>
                </c:pt>
                <c:pt idx="7865">
                  <c:v>1.90198</c:v>
                </c:pt>
                <c:pt idx="7866">
                  <c:v>1.90229</c:v>
                </c:pt>
                <c:pt idx="7867">
                  <c:v>1.90259</c:v>
                </c:pt>
                <c:pt idx="7868">
                  <c:v>1.9029</c:v>
                </c:pt>
                <c:pt idx="7869">
                  <c:v>1.9032</c:v>
                </c:pt>
                <c:pt idx="7870">
                  <c:v>1.90351</c:v>
                </c:pt>
                <c:pt idx="7871">
                  <c:v>1.90381</c:v>
                </c:pt>
                <c:pt idx="7872">
                  <c:v>1.90412</c:v>
                </c:pt>
                <c:pt idx="7873">
                  <c:v>1.90442</c:v>
                </c:pt>
                <c:pt idx="7874">
                  <c:v>1.90473</c:v>
                </c:pt>
                <c:pt idx="7875">
                  <c:v>1.9050400000000001</c:v>
                </c:pt>
                <c:pt idx="7876">
                  <c:v>1.90534</c:v>
                </c:pt>
                <c:pt idx="7877">
                  <c:v>1.9056500000000001</c:v>
                </c:pt>
                <c:pt idx="7878">
                  <c:v>1.90595</c:v>
                </c:pt>
                <c:pt idx="7879">
                  <c:v>1.9062600000000001</c:v>
                </c:pt>
                <c:pt idx="7880">
                  <c:v>1.90656</c:v>
                </c:pt>
                <c:pt idx="7881">
                  <c:v>1.9068700000000001</c:v>
                </c:pt>
                <c:pt idx="7882">
                  <c:v>1.90717</c:v>
                </c:pt>
                <c:pt idx="7883">
                  <c:v>1.9074800000000001</c:v>
                </c:pt>
                <c:pt idx="7884">
                  <c:v>1.90778</c:v>
                </c:pt>
                <c:pt idx="7885">
                  <c:v>1.9080900000000001</c:v>
                </c:pt>
                <c:pt idx="7886">
                  <c:v>1.9084000000000001</c:v>
                </c:pt>
                <c:pt idx="7887">
                  <c:v>1.9087000000000001</c:v>
                </c:pt>
                <c:pt idx="7888">
                  <c:v>1.9090100000000001</c:v>
                </c:pt>
                <c:pt idx="7889">
                  <c:v>1.9093100000000001</c:v>
                </c:pt>
                <c:pt idx="7890">
                  <c:v>1.9096200000000001</c:v>
                </c:pt>
                <c:pt idx="7891">
                  <c:v>1.9099200000000001</c:v>
                </c:pt>
                <c:pt idx="7892">
                  <c:v>1.9102300000000001</c:v>
                </c:pt>
                <c:pt idx="7893">
                  <c:v>1.9105300000000001</c:v>
                </c:pt>
                <c:pt idx="7894">
                  <c:v>1.9108400000000001</c:v>
                </c:pt>
                <c:pt idx="7895">
                  <c:v>1.9111400000000001</c:v>
                </c:pt>
                <c:pt idx="7896">
                  <c:v>1.9114500000000001</c:v>
                </c:pt>
                <c:pt idx="7897">
                  <c:v>1.9117500000000001</c:v>
                </c:pt>
                <c:pt idx="7898">
                  <c:v>1.9120600000000001</c:v>
                </c:pt>
                <c:pt idx="7899">
                  <c:v>1.9123699999999999</c:v>
                </c:pt>
                <c:pt idx="7900">
                  <c:v>1.9126700000000001</c:v>
                </c:pt>
                <c:pt idx="7901">
                  <c:v>1.9129799999999999</c:v>
                </c:pt>
                <c:pt idx="7902">
                  <c:v>1.9132800000000001</c:v>
                </c:pt>
                <c:pt idx="7903">
                  <c:v>1.9135899999999999</c:v>
                </c:pt>
                <c:pt idx="7904">
                  <c:v>1.9138900000000001</c:v>
                </c:pt>
                <c:pt idx="7905">
                  <c:v>1.9141999999999999</c:v>
                </c:pt>
                <c:pt idx="7906">
                  <c:v>1.9145000000000001</c:v>
                </c:pt>
                <c:pt idx="7907">
                  <c:v>1.9148099999999999</c:v>
                </c:pt>
                <c:pt idx="7908">
                  <c:v>1.9151100000000001</c:v>
                </c:pt>
                <c:pt idx="7909">
                  <c:v>1.9154199999999999</c:v>
                </c:pt>
                <c:pt idx="7910">
                  <c:v>1.9157200000000001</c:v>
                </c:pt>
                <c:pt idx="7911">
                  <c:v>1.9160299999999999</c:v>
                </c:pt>
                <c:pt idx="7912">
                  <c:v>1.9163399999999999</c:v>
                </c:pt>
                <c:pt idx="7913">
                  <c:v>1.9166399999999999</c:v>
                </c:pt>
                <c:pt idx="7914">
                  <c:v>1.9169499999999999</c:v>
                </c:pt>
                <c:pt idx="7915">
                  <c:v>1.9172499999999999</c:v>
                </c:pt>
                <c:pt idx="7916">
                  <c:v>1.9175599999999999</c:v>
                </c:pt>
                <c:pt idx="7917">
                  <c:v>1.9178599999999999</c:v>
                </c:pt>
                <c:pt idx="7918">
                  <c:v>1.9181699999999999</c:v>
                </c:pt>
                <c:pt idx="7919">
                  <c:v>1.9184699999999999</c:v>
                </c:pt>
                <c:pt idx="7920">
                  <c:v>1.9187799999999999</c:v>
                </c:pt>
                <c:pt idx="7921">
                  <c:v>1.9190799999999999</c:v>
                </c:pt>
                <c:pt idx="7922">
                  <c:v>1.9193899999999999</c:v>
                </c:pt>
                <c:pt idx="7923">
                  <c:v>1.9196899999999999</c:v>
                </c:pt>
                <c:pt idx="7924">
                  <c:v>1.92</c:v>
                </c:pt>
                <c:pt idx="7925">
                  <c:v>1.92031</c:v>
                </c:pt>
                <c:pt idx="7926">
                  <c:v>1.9206099999999999</c:v>
                </c:pt>
                <c:pt idx="7927">
                  <c:v>1.92092</c:v>
                </c:pt>
                <c:pt idx="7928">
                  <c:v>1.9212199999999999</c:v>
                </c:pt>
                <c:pt idx="7929">
                  <c:v>1.92153</c:v>
                </c:pt>
                <c:pt idx="7930">
                  <c:v>1.9218299999999999</c:v>
                </c:pt>
                <c:pt idx="7931">
                  <c:v>1.92214</c:v>
                </c:pt>
                <c:pt idx="7932">
                  <c:v>1.9224399999999999</c:v>
                </c:pt>
                <c:pt idx="7933">
                  <c:v>1.92275</c:v>
                </c:pt>
                <c:pt idx="7934">
                  <c:v>1.9230499999999999</c:v>
                </c:pt>
                <c:pt idx="7935">
                  <c:v>1.92336</c:v>
                </c:pt>
                <c:pt idx="7936">
                  <c:v>1.92367</c:v>
                </c:pt>
                <c:pt idx="7937">
                  <c:v>1.92397</c:v>
                </c:pt>
                <c:pt idx="7938">
                  <c:v>1.92428</c:v>
                </c:pt>
                <c:pt idx="7939">
                  <c:v>1.92458</c:v>
                </c:pt>
                <c:pt idx="7940">
                  <c:v>1.92489</c:v>
                </c:pt>
                <c:pt idx="7941">
                  <c:v>1.92519</c:v>
                </c:pt>
                <c:pt idx="7942">
                  <c:v>1.9255</c:v>
                </c:pt>
                <c:pt idx="7943">
                  <c:v>1.9258</c:v>
                </c:pt>
                <c:pt idx="7944">
                  <c:v>1.92611</c:v>
                </c:pt>
                <c:pt idx="7945">
                  <c:v>1.92641</c:v>
                </c:pt>
                <c:pt idx="7946">
                  <c:v>1.92672</c:v>
                </c:pt>
                <c:pt idx="7947">
                  <c:v>1.92702</c:v>
                </c:pt>
                <c:pt idx="7948">
                  <c:v>1.92733</c:v>
                </c:pt>
                <c:pt idx="7949">
                  <c:v>1.92764</c:v>
                </c:pt>
                <c:pt idx="7950">
                  <c:v>1.92794</c:v>
                </c:pt>
                <c:pt idx="7951">
                  <c:v>1.92825</c:v>
                </c:pt>
                <c:pt idx="7952">
                  <c:v>1.92855</c:v>
                </c:pt>
                <c:pt idx="7953">
                  <c:v>1.92886</c:v>
                </c:pt>
                <c:pt idx="7954">
                  <c:v>1.92916</c:v>
                </c:pt>
                <c:pt idx="7955">
                  <c:v>1.92947</c:v>
                </c:pt>
                <c:pt idx="7956">
                  <c:v>1.92977</c:v>
                </c:pt>
                <c:pt idx="7957">
                  <c:v>1.93008</c:v>
                </c:pt>
                <c:pt idx="7958">
                  <c:v>1.93038</c:v>
                </c:pt>
                <c:pt idx="7959">
                  <c:v>1.93069</c:v>
                </c:pt>
                <c:pt idx="7960">
                  <c:v>1.93099</c:v>
                </c:pt>
                <c:pt idx="7961">
                  <c:v>1.9313</c:v>
                </c:pt>
                <c:pt idx="7962">
                  <c:v>1.93161</c:v>
                </c:pt>
                <c:pt idx="7963">
                  <c:v>1.93191</c:v>
                </c:pt>
                <c:pt idx="7964">
                  <c:v>1.93222</c:v>
                </c:pt>
                <c:pt idx="7965">
                  <c:v>1.93252</c:v>
                </c:pt>
                <c:pt idx="7966">
                  <c:v>1.93283</c:v>
                </c:pt>
                <c:pt idx="7967">
                  <c:v>1.93313</c:v>
                </c:pt>
                <c:pt idx="7968">
                  <c:v>1.93344</c:v>
                </c:pt>
                <c:pt idx="7969">
                  <c:v>1.93374</c:v>
                </c:pt>
                <c:pt idx="7970">
                  <c:v>1.93405</c:v>
                </c:pt>
                <c:pt idx="7971">
                  <c:v>1.93435</c:v>
                </c:pt>
                <c:pt idx="7972">
                  <c:v>1.93466</c:v>
                </c:pt>
                <c:pt idx="7973">
                  <c:v>1.93496</c:v>
                </c:pt>
                <c:pt idx="7974">
                  <c:v>1.93527</c:v>
                </c:pt>
                <c:pt idx="7975">
                  <c:v>1.9355800000000001</c:v>
                </c:pt>
                <c:pt idx="7976">
                  <c:v>1.93588</c:v>
                </c:pt>
                <c:pt idx="7977">
                  <c:v>1.9361900000000001</c:v>
                </c:pt>
                <c:pt idx="7978">
                  <c:v>1.93649</c:v>
                </c:pt>
                <c:pt idx="7979">
                  <c:v>1.9368000000000001</c:v>
                </c:pt>
                <c:pt idx="7980">
                  <c:v>1.9371</c:v>
                </c:pt>
                <c:pt idx="7981">
                  <c:v>1.9374100000000001</c:v>
                </c:pt>
                <c:pt idx="7982">
                  <c:v>1.93771</c:v>
                </c:pt>
                <c:pt idx="7983">
                  <c:v>1.9380200000000001</c:v>
                </c:pt>
                <c:pt idx="7984">
                  <c:v>1.93832</c:v>
                </c:pt>
                <c:pt idx="7985">
                  <c:v>1.9386300000000001</c:v>
                </c:pt>
                <c:pt idx="7986">
                  <c:v>1.93893</c:v>
                </c:pt>
                <c:pt idx="7987">
                  <c:v>1.9392400000000001</c:v>
                </c:pt>
                <c:pt idx="7988">
                  <c:v>1.9395500000000001</c:v>
                </c:pt>
                <c:pt idx="7989">
                  <c:v>1.9398500000000001</c:v>
                </c:pt>
                <c:pt idx="7990">
                  <c:v>1.9401600000000001</c:v>
                </c:pt>
                <c:pt idx="7991">
                  <c:v>1.9404600000000001</c:v>
                </c:pt>
                <c:pt idx="7992">
                  <c:v>1.9407700000000001</c:v>
                </c:pt>
                <c:pt idx="7993">
                  <c:v>1.9410700000000001</c:v>
                </c:pt>
                <c:pt idx="7994">
                  <c:v>1.9413800000000001</c:v>
                </c:pt>
                <c:pt idx="7995">
                  <c:v>1.9416800000000001</c:v>
                </c:pt>
                <c:pt idx="7996">
                  <c:v>1.9419900000000001</c:v>
                </c:pt>
                <c:pt idx="7997">
                  <c:v>1.9422900000000001</c:v>
                </c:pt>
                <c:pt idx="7998">
                  <c:v>1.9426000000000001</c:v>
                </c:pt>
                <c:pt idx="7999">
                  <c:v>1.9429099999999999</c:v>
                </c:pt>
                <c:pt idx="8000">
                  <c:v>1.9432100000000001</c:v>
                </c:pt>
                <c:pt idx="8001">
                  <c:v>1.9435199999999999</c:v>
                </c:pt>
                <c:pt idx="8002">
                  <c:v>1.9438200000000001</c:v>
                </c:pt>
                <c:pt idx="8003">
                  <c:v>1.9441299999999999</c:v>
                </c:pt>
                <c:pt idx="8004">
                  <c:v>1.9444300000000001</c:v>
                </c:pt>
                <c:pt idx="8005">
                  <c:v>1.9447399999999999</c:v>
                </c:pt>
                <c:pt idx="8006">
                  <c:v>1.9450400000000001</c:v>
                </c:pt>
                <c:pt idx="8007">
                  <c:v>1.9453499999999999</c:v>
                </c:pt>
                <c:pt idx="8008">
                  <c:v>1.9456500000000001</c:v>
                </c:pt>
                <c:pt idx="8009">
                  <c:v>1.9459599999999999</c:v>
                </c:pt>
                <c:pt idx="8010">
                  <c:v>1.9462600000000001</c:v>
                </c:pt>
                <c:pt idx="8011">
                  <c:v>1.9465699999999999</c:v>
                </c:pt>
                <c:pt idx="8012">
                  <c:v>1.9468799999999999</c:v>
                </c:pt>
                <c:pt idx="8013">
                  <c:v>1.9471799999999999</c:v>
                </c:pt>
                <c:pt idx="8014">
                  <c:v>1.9474899999999999</c:v>
                </c:pt>
                <c:pt idx="8015">
                  <c:v>1.9477899999999999</c:v>
                </c:pt>
                <c:pt idx="8016">
                  <c:v>1.9480999999999999</c:v>
                </c:pt>
                <c:pt idx="8017">
                  <c:v>1.9483999999999999</c:v>
                </c:pt>
                <c:pt idx="8018">
                  <c:v>1.9487099999999999</c:v>
                </c:pt>
                <c:pt idx="8019">
                  <c:v>1.9490099999999999</c:v>
                </c:pt>
                <c:pt idx="8020">
                  <c:v>1.9493199999999999</c:v>
                </c:pt>
                <c:pt idx="8021">
                  <c:v>1.9496199999999999</c:v>
                </c:pt>
                <c:pt idx="8022">
                  <c:v>1.9499299999999999</c:v>
                </c:pt>
                <c:pt idx="8023">
                  <c:v>1.9502299999999999</c:v>
                </c:pt>
                <c:pt idx="8024">
                  <c:v>1.9505399999999999</c:v>
                </c:pt>
                <c:pt idx="8025">
                  <c:v>1.95085</c:v>
                </c:pt>
                <c:pt idx="8026">
                  <c:v>1.9511499999999999</c:v>
                </c:pt>
                <c:pt idx="8027">
                  <c:v>1.95146</c:v>
                </c:pt>
                <c:pt idx="8028">
                  <c:v>1.9517599999999999</c:v>
                </c:pt>
                <c:pt idx="8029">
                  <c:v>1.95207</c:v>
                </c:pt>
                <c:pt idx="8030">
                  <c:v>1.9523699999999999</c:v>
                </c:pt>
                <c:pt idx="8031">
                  <c:v>1.95268</c:v>
                </c:pt>
                <c:pt idx="8032">
                  <c:v>1.9529799999999999</c:v>
                </c:pt>
                <c:pt idx="8033">
                  <c:v>1.95329</c:v>
                </c:pt>
                <c:pt idx="8034">
                  <c:v>1.9535899999999999</c:v>
                </c:pt>
                <c:pt idx="8035">
                  <c:v>1.9539</c:v>
                </c:pt>
                <c:pt idx="8036">
                  <c:v>1.9541999999999999</c:v>
                </c:pt>
                <c:pt idx="8037">
                  <c:v>1.95451</c:v>
                </c:pt>
                <c:pt idx="8038">
                  <c:v>1.95482</c:v>
                </c:pt>
                <c:pt idx="8039">
                  <c:v>1.95512</c:v>
                </c:pt>
                <c:pt idx="8040">
                  <c:v>1.95543</c:v>
                </c:pt>
                <c:pt idx="8041">
                  <c:v>1.95573</c:v>
                </c:pt>
                <c:pt idx="8042">
                  <c:v>1.95604</c:v>
                </c:pt>
                <c:pt idx="8043">
                  <c:v>1.95634</c:v>
                </c:pt>
                <c:pt idx="8044">
                  <c:v>1.95665</c:v>
                </c:pt>
                <c:pt idx="8045">
                  <c:v>1.95695</c:v>
                </c:pt>
                <c:pt idx="8046">
                  <c:v>1.95726</c:v>
                </c:pt>
                <c:pt idx="8047">
                  <c:v>1.95756</c:v>
                </c:pt>
                <c:pt idx="8048">
                  <c:v>1.95787</c:v>
                </c:pt>
                <c:pt idx="8049">
                  <c:v>1.95817</c:v>
                </c:pt>
                <c:pt idx="8050">
                  <c:v>1.95848</c:v>
                </c:pt>
                <c:pt idx="8051">
                  <c:v>1.95879</c:v>
                </c:pt>
                <c:pt idx="8052">
                  <c:v>1.95909</c:v>
                </c:pt>
                <c:pt idx="8053">
                  <c:v>1.9594</c:v>
                </c:pt>
                <c:pt idx="8054">
                  <c:v>1.9597</c:v>
                </c:pt>
                <c:pt idx="8055">
                  <c:v>1.96001</c:v>
                </c:pt>
                <c:pt idx="8056">
                  <c:v>1.96031</c:v>
                </c:pt>
                <c:pt idx="8057">
                  <c:v>1.96062</c:v>
                </c:pt>
                <c:pt idx="8058">
                  <c:v>1.96092</c:v>
                </c:pt>
                <c:pt idx="8059">
                  <c:v>1.96123</c:v>
                </c:pt>
                <c:pt idx="8060">
                  <c:v>1.96153</c:v>
                </c:pt>
                <c:pt idx="8061">
                  <c:v>1.96184</c:v>
                </c:pt>
                <c:pt idx="8062">
                  <c:v>1.9621500000000001</c:v>
                </c:pt>
                <c:pt idx="8063">
                  <c:v>1.96245</c:v>
                </c:pt>
                <c:pt idx="8064">
                  <c:v>1.9627600000000001</c:v>
                </c:pt>
                <c:pt idx="8065">
                  <c:v>1.96306</c:v>
                </c:pt>
                <c:pt idx="8066">
                  <c:v>1.9633700000000001</c:v>
                </c:pt>
                <c:pt idx="8067">
                  <c:v>1.96367</c:v>
                </c:pt>
                <c:pt idx="8068">
                  <c:v>1.9639800000000001</c:v>
                </c:pt>
                <c:pt idx="8069">
                  <c:v>1.96428</c:v>
                </c:pt>
                <c:pt idx="8070">
                  <c:v>1.9645900000000001</c:v>
                </c:pt>
                <c:pt idx="8071">
                  <c:v>1.96489</c:v>
                </c:pt>
                <c:pt idx="8072">
                  <c:v>1.9652000000000001</c:v>
                </c:pt>
                <c:pt idx="8073">
                  <c:v>1.9655</c:v>
                </c:pt>
                <c:pt idx="8074">
                  <c:v>1.9658100000000001</c:v>
                </c:pt>
                <c:pt idx="8075">
                  <c:v>1.9661200000000001</c:v>
                </c:pt>
                <c:pt idx="8076">
                  <c:v>1.9664200000000001</c:v>
                </c:pt>
                <c:pt idx="8077">
                  <c:v>1.9667300000000001</c:v>
                </c:pt>
                <c:pt idx="8078">
                  <c:v>1.9670300000000001</c:v>
                </c:pt>
                <c:pt idx="8079">
                  <c:v>1.9673400000000001</c:v>
                </c:pt>
                <c:pt idx="8080">
                  <c:v>1.9676400000000001</c:v>
                </c:pt>
                <c:pt idx="8081">
                  <c:v>1.9679500000000001</c:v>
                </c:pt>
                <c:pt idx="8082">
                  <c:v>1.9682500000000001</c:v>
                </c:pt>
                <c:pt idx="8083">
                  <c:v>1.9685600000000001</c:v>
                </c:pt>
                <c:pt idx="8084">
                  <c:v>1.9688600000000001</c:v>
                </c:pt>
                <c:pt idx="8085">
                  <c:v>1.9691700000000001</c:v>
                </c:pt>
                <c:pt idx="8086">
                  <c:v>1.9694700000000001</c:v>
                </c:pt>
                <c:pt idx="8087">
                  <c:v>1.9697800000000001</c:v>
                </c:pt>
                <c:pt idx="8088">
                  <c:v>1.9700899999999999</c:v>
                </c:pt>
                <c:pt idx="8089">
                  <c:v>1.9703900000000001</c:v>
                </c:pt>
                <c:pt idx="8090">
                  <c:v>1.9706999999999999</c:v>
                </c:pt>
                <c:pt idx="8091">
                  <c:v>1.9710000000000001</c:v>
                </c:pt>
                <c:pt idx="8092">
                  <c:v>1.9713099999999999</c:v>
                </c:pt>
                <c:pt idx="8093">
                  <c:v>1.9716100000000001</c:v>
                </c:pt>
                <c:pt idx="8094">
                  <c:v>1.9719199999999999</c:v>
                </c:pt>
                <c:pt idx="8095">
                  <c:v>1.9722200000000001</c:v>
                </c:pt>
                <c:pt idx="8096">
                  <c:v>1.9725299999999999</c:v>
                </c:pt>
                <c:pt idx="8097">
                  <c:v>1.9728300000000001</c:v>
                </c:pt>
                <c:pt idx="8098">
                  <c:v>1.9731399999999999</c:v>
                </c:pt>
                <c:pt idx="8099">
                  <c:v>1.9734400000000001</c:v>
                </c:pt>
                <c:pt idx="8100">
                  <c:v>1.9737499999999999</c:v>
                </c:pt>
                <c:pt idx="8101">
                  <c:v>1.9740599999999999</c:v>
                </c:pt>
                <c:pt idx="8102">
                  <c:v>1.9743599999999999</c:v>
                </c:pt>
                <c:pt idx="8103">
                  <c:v>1.9746699999999999</c:v>
                </c:pt>
                <c:pt idx="8104">
                  <c:v>1.9749699999999999</c:v>
                </c:pt>
                <c:pt idx="8105">
                  <c:v>1.9752799999999999</c:v>
                </c:pt>
                <c:pt idx="8106">
                  <c:v>1.9755799999999999</c:v>
                </c:pt>
                <c:pt idx="8107">
                  <c:v>1.9758899999999999</c:v>
                </c:pt>
                <c:pt idx="8108">
                  <c:v>1.9761899999999999</c:v>
                </c:pt>
                <c:pt idx="8109">
                  <c:v>1.9764999999999999</c:v>
                </c:pt>
                <c:pt idx="8110">
                  <c:v>1.9767999999999999</c:v>
                </c:pt>
                <c:pt idx="8111">
                  <c:v>1.9771099999999999</c:v>
                </c:pt>
                <c:pt idx="8112">
                  <c:v>1.97742</c:v>
                </c:pt>
                <c:pt idx="8113">
                  <c:v>1.9777199999999999</c:v>
                </c:pt>
                <c:pt idx="8114">
                  <c:v>1.97803</c:v>
                </c:pt>
                <c:pt idx="8115">
                  <c:v>1.9783299999999999</c:v>
                </c:pt>
                <c:pt idx="8116">
                  <c:v>1.97864</c:v>
                </c:pt>
                <c:pt idx="8117">
                  <c:v>1.9789399999999999</c:v>
                </c:pt>
                <c:pt idx="8118">
                  <c:v>1.97925</c:v>
                </c:pt>
                <c:pt idx="8119">
                  <c:v>1.9795499999999999</c:v>
                </c:pt>
                <c:pt idx="8120">
                  <c:v>1.97986</c:v>
                </c:pt>
                <c:pt idx="8121">
                  <c:v>1.9801599999999999</c:v>
                </c:pt>
                <c:pt idx="8122">
                  <c:v>1.98047</c:v>
                </c:pt>
                <c:pt idx="8123">
                  <c:v>1.9807699999999999</c:v>
                </c:pt>
                <c:pt idx="8124">
                  <c:v>1.98108</c:v>
                </c:pt>
                <c:pt idx="8125">
                  <c:v>1.98139</c:v>
                </c:pt>
                <c:pt idx="8126">
                  <c:v>1.98169</c:v>
                </c:pt>
                <c:pt idx="8127">
                  <c:v>1.982</c:v>
                </c:pt>
                <c:pt idx="8128">
                  <c:v>1.9823</c:v>
                </c:pt>
                <c:pt idx="8129">
                  <c:v>1.98261</c:v>
                </c:pt>
                <c:pt idx="8130">
                  <c:v>1.98291</c:v>
                </c:pt>
                <c:pt idx="8131">
                  <c:v>1.98322</c:v>
                </c:pt>
                <c:pt idx="8132">
                  <c:v>1.9835199999999999</c:v>
                </c:pt>
                <c:pt idx="8133">
                  <c:v>1.98383</c:v>
                </c:pt>
                <c:pt idx="8134">
                  <c:v>1.9841299999999999</c:v>
                </c:pt>
                <c:pt idx="8135">
                  <c:v>1.98444</c:v>
                </c:pt>
                <c:pt idx="8136">
                  <c:v>1.9847399999999999</c:v>
                </c:pt>
                <c:pt idx="8137">
                  <c:v>1.98505</c:v>
                </c:pt>
                <c:pt idx="8138">
                  <c:v>1.98536</c:v>
                </c:pt>
                <c:pt idx="8139">
                  <c:v>1.98566</c:v>
                </c:pt>
                <c:pt idx="8140">
                  <c:v>1.98597</c:v>
                </c:pt>
                <c:pt idx="8141">
                  <c:v>1.98627</c:v>
                </c:pt>
                <c:pt idx="8142">
                  <c:v>1.98658</c:v>
                </c:pt>
                <c:pt idx="8143">
                  <c:v>1.98688</c:v>
                </c:pt>
                <c:pt idx="8144">
                  <c:v>1.98719</c:v>
                </c:pt>
                <c:pt idx="8145">
                  <c:v>1.98749</c:v>
                </c:pt>
                <c:pt idx="8146">
                  <c:v>1.9878</c:v>
                </c:pt>
                <c:pt idx="8147">
                  <c:v>1.9881</c:v>
                </c:pt>
                <c:pt idx="8148">
                  <c:v>1.98841</c:v>
                </c:pt>
                <c:pt idx="8149">
                  <c:v>1.98871</c:v>
                </c:pt>
                <c:pt idx="8150">
                  <c:v>1.98902</c:v>
                </c:pt>
                <c:pt idx="8151">
                  <c:v>1.98933</c:v>
                </c:pt>
                <c:pt idx="8152">
                  <c:v>1.98963</c:v>
                </c:pt>
                <c:pt idx="8153">
                  <c:v>1.98994</c:v>
                </c:pt>
                <c:pt idx="8154">
                  <c:v>1.99024</c:v>
                </c:pt>
                <c:pt idx="8155">
                  <c:v>1.99055</c:v>
                </c:pt>
                <c:pt idx="8156">
                  <c:v>1.99085</c:v>
                </c:pt>
                <c:pt idx="8157">
                  <c:v>1.99116</c:v>
                </c:pt>
                <c:pt idx="8158">
                  <c:v>1.99146</c:v>
                </c:pt>
                <c:pt idx="8159">
                  <c:v>1.99177</c:v>
                </c:pt>
                <c:pt idx="8160">
                  <c:v>1.99207</c:v>
                </c:pt>
                <c:pt idx="8161">
                  <c:v>1.99238</c:v>
                </c:pt>
                <c:pt idx="8162">
                  <c:v>1.99268</c:v>
                </c:pt>
                <c:pt idx="8163">
                  <c:v>1.99299</c:v>
                </c:pt>
                <c:pt idx="8164">
                  <c:v>1.9933000000000001</c:v>
                </c:pt>
                <c:pt idx="8165">
                  <c:v>1.9936</c:v>
                </c:pt>
                <c:pt idx="8166">
                  <c:v>1.9939100000000001</c:v>
                </c:pt>
                <c:pt idx="8167">
                  <c:v>1.99421</c:v>
                </c:pt>
                <c:pt idx="8168">
                  <c:v>1.9945200000000001</c:v>
                </c:pt>
                <c:pt idx="8169">
                  <c:v>1.99482</c:v>
                </c:pt>
                <c:pt idx="8170">
                  <c:v>1.9951300000000001</c:v>
                </c:pt>
                <c:pt idx="8171">
                  <c:v>1.99543</c:v>
                </c:pt>
                <c:pt idx="8172">
                  <c:v>1.9957400000000001</c:v>
                </c:pt>
                <c:pt idx="8173">
                  <c:v>1.99604</c:v>
                </c:pt>
                <c:pt idx="8174">
                  <c:v>1.9963500000000001</c:v>
                </c:pt>
                <c:pt idx="8175">
                  <c:v>1.9966600000000001</c:v>
                </c:pt>
                <c:pt idx="8176">
                  <c:v>1.9969600000000001</c:v>
                </c:pt>
                <c:pt idx="8177">
                  <c:v>1.9972700000000001</c:v>
                </c:pt>
                <c:pt idx="8178">
                  <c:v>1.9975700000000001</c:v>
                </c:pt>
                <c:pt idx="8179">
                  <c:v>1.9978800000000001</c:v>
                </c:pt>
                <c:pt idx="8180">
                  <c:v>1.9981800000000001</c:v>
                </c:pt>
                <c:pt idx="8181">
                  <c:v>1.9984900000000001</c:v>
                </c:pt>
                <c:pt idx="8182">
                  <c:v>1.9987900000000001</c:v>
                </c:pt>
                <c:pt idx="8183">
                  <c:v>1.9991000000000001</c:v>
                </c:pt>
                <c:pt idx="8184">
                  <c:v>1.9994000000000001</c:v>
                </c:pt>
                <c:pt idx="8185">
                  <c:v>1.9997100000000001</c:v>
                </c:pt>
                <c:pt idx="8186">
                  <c:v>2.0000100000000001</c:v>
                </c:pt>
                <c:pt idx="8187">
                  <c:v>2.0003199999999999</c:v>
                </c:pt>
                <c:pt idx="8188">
                  <c:v>2.0006300000000001</c:v>
                </c:pt>
                <c:pt idx="8189">
                  <c:v>2.0009299999999999</c:v>
                </c:pt>
                <c:pt idx="8190">
                  <c:v>2.0012400000000001</c:v>
                </c:pt>
                <c:pt idx="8191">
                  <c:v>2.0015399999999999</c:v>
                </c:pt>
                <c:pt idx="8192">
                  <c:v>2.0018500000000001</c:v>
                </c:pt>
                <c:pt idx="8193">
                  <c:v>2.0021499999999999</c:v>
                </c:pt>
                <c:pt idx="8194">
                  <c:v>2.0024600000000001</c:v>
                </c:pt>
                <c:pt idx="8195">
                  <c:v>2.0027599999999999</c:v>
                </c:pt>
                <c:pt idx="8196">
                  <c:v>2.0030700000000001</c:v>
                </c:pt>
                <c:pt idx="8197">
                  <c:v>2.0033699999999999</c:v>
                </c:pt>
                <c:pt idx="8198">
                  <c:v>2.0036800000000001</c:v>
                </c:pt>
                <c:pt idx="8199">
                  <c:v>2.0039799999999999</c:v>
                </c:pt>
                <c:pt idx="8200">
                  <c:v>2.0042900000000001</c:v>
                </c:pt>
                <c:pt idx="8201">
                  <c:v>2.0045999999999999</c:v>
                </c:pt>
                <c:pt idx="8202">
                  <c:v>2.0049000000000001</c:v>
                </c:pt>
                <c:pt idx="8203">
                  <c:v>2.0052099999999999</c:v>
                </c:pt>
                <c:pt idx="8204">
                  <c:v>2.0055100000000001</c:v>
                </c:pt>
                <c:pt idx="8205">
                  <c:v>2.0058199999999999</c:v>
                </c:pt>
                <c:pt idx="8206">
                  <c:v>2.0061200000000001</c:v>
                </c:pt>
                <c:pt idx="8207">
                  <c:v>2.0064299999999999</c:v>
                </c:pt>
                <c:pt idx="8208">
                  <c:v>2.0067300000000001</c:v>
                </c:pt>
                <c:pt idx="8209">
                  <c:v>2.0070399999999999</c:v>
                </c:pt>
                <c:pt idx="8210">
                  <c:v>2.0073400000000001</c:v>
                </c:pt>
                <c:pt idx="8211">
                  <c:v>2.0076499999999999</c:v>
                </c:pt>
                <c:pt idx="8212">
                  <c:v>2.0079500000000001</c:v>
                </c:pt>
                <c:pt idx="8213">
                  <c:v>2.0082599999999999</c:v>
                </c:pt>
                <c:pt idx="8214">
                  <c:v>2.0085700000000002</c:v>
                </c:pt>
                <c:pt idx="8215">
                  <c:v>2.0088699999999999</c:v>
                </c:pt>
                <c:pt idx="8216">
                  <c:v>2.0091800000000002</c:v>
                </c:pt>
                <c:pt idx="8217">
                  <c:v>2.0094799999999999</c:v>
                </c:pt>
                <c:pt idx="8218">
                  <c:v>2.0097900000000002</c:v>
                </c:pt>
                <c:pt idx="8219">
                  <c:v>2.0100899999999999</c:v>
                </c:pt>
                <c:pt idx="8220">
                  <c:v>2.0104000000000002</c:v>
                </c:pt>
                <c:pt idx="8221">
                  <c:v>2.0106999999999999</c:v>
                </c:pt>
                <c:pt idx="8222">
                  <c:v>2.0110100000000002</c:v>
                </c:pt>
                <c:pt idx="8223">
                  <c:v>2.0113099999999999</c:v>
                </c:pt>
                <c:pt idx="8224">
                  <c:v>2.0116200000000002</c:v>
                </c:pt>
                <c:pt idx="8225">
                  <c:v>2.0119199999999999</c:v>
                </c:pt>
                <c:pt idx="8226">
                  <c:v>2.0122300000000002</c:v>
                </c:pt>
                <c:pt idx="8227">
                  <c:v>2.01254</c:v>
                </c:pt>
                <c:pt idx="8228">
                  <c:v>2.0128400000000002</c:v>
                </c:pt>
                <c:pt idx="8229">
                  <c:v>2.01315</c:v>
                </c:pt>
                <c:pt idx="8230">
                  <c:v>2.0134500000000002</c:v>
                </c:pt>
                <c:pt idx="8231">
                  <c:v>2.01376</c:v>
                </c:pt>
                <c:pt idx="8232">
                  <c:v>2.0140600000000002</c:v>
                </c:pt>
                <c:pt idx="8233">
                  <c:v>2.01437</c:v>
                </c:pt>
                <c:pt idx="8234">
                  <c:v>2.0146700000000002</c:v>
                </c:pt>
                <c:pt idx="8235">
                  <c:v>2.01498</c:v>
                </c:pt>
                <c:pt idx="8236">
                  <c:v>2.0152800000000002</c:v>
                </c:pt>
                <c:pt idx="8237">
                  <c:v>2.01559</c:v>
                </c:pt>
                <c:pt idx="8238">
                  <c:v>2.0158999999999998</c:v>
                </c:pt>
                <c:pt idx="8239">
                  <c:v>2.0162</c:v>
                </c:pt>
                <c:pt idx="8240">
                  <c:v>2.0165099999999998</c:v>
                </c:pt>
                <c:pt idx="8241">
                  <c:v>2.01681</c:v>
                </c:pt>
                <c:pt idx="8242">
                  <c:v>2.0171199999999998</c:v>
                </c:pt>
                <c:pt idx="8243">
                  <c:v>2.01742</c:v>
                </c:pt>
                <c:pt idx="8244">
                  <c:v>2.0177299999999998</c:v>
                </c:pt>
                <c:pt idx="8245">
                  <c:v>2.01803</c:v>
                </c:pt>
                <c:pt idx="8246">
                  <c:v>2.0183399999999998</c:v>
                </c:pt>
                <c:pt idx="8247">
                  <c:v>2.01864</c:v>
                </c:pt>
                <c:pt idx="8248">
                  <c:v>2.0189499999999998</c:v>
                </c:pt>
                <c:pt idx="8249">
                  <c:v>2.01925</c:v>
                </c:pt>
                <c:pt idx="8250">
                  <c:v>2.0195599999999998</c:v>
                </c:pt>
                <c:pt idx="8251">
                  <c:v>2.0198700000000001</c:v>
                </c:pt>
                <c:pt idx="8252">
                  <c:v>2.0201699999999998</c:v>
                </c:pt>
                <c:pt idx="8253">
                  <c:v>2.0204800000000001</c:v>
                </c:pt>
                <c:pt idx="8254">
                  <c:v>2.0207799999999998</c:v>
                </c:pt>
                <c:pt idx="8255">
                  <c:v>2.0210900000000001</c:v>
                </c:pt>
                <c:pt idx="8256">
                  <c:v>2.0213899999999998</c:v>
                </c:pt>
                <c:pt idx="8257">
                  <c:v>2.0217000000000001</c:v>
                </c:pt>
                <c:pt idx="8258">
                  <c:v>2.0219999999999998</c:v>
                </c:pt>
                <c:pt idx="8259">
                  <c:v>2.0223100000000001</c:v>
                </c:pt>
                <c:pt idx="8260">
                  <c:v>2.0226099999999998</c:v>
                </c:pt>
                <c:pt idx="8261">
                  <c:v>2.0229200000000001</c:v>
                </c:pt>
                <c:pt idx="8262">
                  <c:v>2.0232199999999998</c:v>
                </c:pt>
                <c:pt idx="8263">
                  <c:v>2.0235300000000001</c:v>
                </c:pt>
                <c:pt idx="8264">
                  <c:v>2.0238399999999999</c:v>
                </c:pt>
                <c:pt idx="8265">
                  <c:v>2.0241400000000001</c:v>
                </c:pt>
                <c:pt idx="8266">
                  <c:v>2.0244499999999999</c:v>
                </c:pt>
                <c:pt idx="8267">
                  <c:v>2.02475</c:v>
                </c:pt>
                <c:pt idx="8268">
                  <c:v>2.0250599999999999</c:v>
                </c:pt>
                <c:pt idx="8269">
                  <c:v>2.02536</c:v>
                </c:pt>
                <c:pt idx="8270">
                  <c:v>2.0256699999999999</c:v>
                </c:pt>
                <c:pt idx="8271">
                  <c:v>2.02597</c:v>
                </c:pt>
                <c:pt idx="8272">
                  <c:v>2.0262799999999999</c:v>
                </c:pt>
                <c:pt idx="8273">
                  <c:v>2.02658</c:v>
                </c:pt>
                <c:pt idx="8274">
                  <c:v>2.0268899999999999</c:v>
                </c:pt>
                <c:pt idx="8275">
                  <c:v>2.02719</c:v>
                </c:pt>
                <c:pt idx="8276">
                  <c:v>2.0274999999999999</c:v>
                </c:pt>
                <c:pt idx="8277">
                  <c:v>2.0278100000000001</c:v>
                </c:pt>
                <c:pt idx="8278">
                  <c:v>2.0281099999999999</c:v>
                </c:pt>
                <c:pt idx="8279">
                  <c:v>2.0284200000000001</c:v>
                </c:pt>
                <c:pt idx="8280">
                  <c:v>2.0287199999999999</c:v>
                </c:pt>
                <c:pt idx="8281">
                  <c:v>2.0290300000000001</c:v>
                </c:pt>
                <c:pt idx="8282">
                  <c:v>2.0293299999999999</c:v>
                </c:pt>
                <c:pt idx="8283">
                  <c:v>2.0296400000000001</c:v>
                </c:pt>
                <c:pt idx="8284">
                  <c:v>2.0299399999999999</c:v>
                </c:pt>
                <c:pt idx="8285">
                  <c:v>2.0302500000000001</c:v>
                </c:pt>
                <c:pt idx="8286">
                  <c:v>2.0305499999999999</c:v>
                </c:pt>
                <c:pt idx="8287">
                  <c:v>2.0308600000000001</c:v>
                </c:pt>
                <c:pt idx="8288">
                  <c:v>2.0311599999999999</c:v>
                </c:pt>
                <c:pt idx="8289">
                  <c:v>2.0314700000000001</c:v>
                </c:pt>
                <c:pt idx="8290">
                  <c:v>2.0317799999999999</c:v>
                </c:pt>
                <c:pt idx="8291">
                  <c:v>2.0320800000000001</c:v>
                </c:pt>
                <c:pt idx="8292">
                  <c:v>2.0323899999999999</c:v>
                </c:pt>
                <c:pt idx="8293">
                  <c:v>2.0326900000000001</c:v>
                </c:pt>
                <c:pt idx="8294">
                  <c:v>2.0329999999999999</c:v>
                </c:pt>
                <c:pt idx="8295">
                  <c:v>2.0333000000000001</c:v>
                </c:pt>
                <c:pt idx="8296">
                  <c:v>2.0336099999999999</c:v>
                </c:pt>
                <c:pt idx="8297">
                  <c:v>2.0339100000000001</c:v>
                </c:pt>
                <c:pt idx="8298">
                  <c:v>2.0342199999999999</c:v>
                </c:pt>
                <c:pt idx="8299">
                  <c:v>2.0345200000000001</c:v>
                </c:pt>
                <c:pt idx="8300">
                  <c:v>2.0348299999999999</c:v>
                </c:pt>
                <c:pt idx="8301">
                  <c:v>2.0351400000000002</c:v>
                </c:pt>
                <c:pt idx="8302">
                  <c:v>2.0354399999999999</c:v>
                </c:pt>
                <c:pt idx="8303">
                  <c:v>2.0357500000000002</c:v>
                </c:pt>
                <c:pt idx="8304">
                  <c:v>2.0360499999999999</c:v>
                </c:pt>
                <c:pt idx="8305">
                  <c:v>2.0363600000000002</c:v>
                </c:pt>
                <c:pt idx="8306">
                  <c:v>2.0366599999999999</c:v>
                </c:pt>
                <c:pt idx="8307">
                  <c:v>2.0369700000000002</c:v>
                </c:pt>
                <c:pt idx="8308">
                  <c:v>2.0372699999999999</c:v>
                </c:pt>
                <c:pt idx="8309">
                  <c:v>2.0375800000000002</c:v>
                </c:pt>
                <c:pt idx="8310">
                  <c:v>2.0378799999999999</c:v>
                </c:pt>
                <c:pt idx="8311">
                  <c:v>2.0381900000000002</c:v>
                </c:pt>
                <c:pt idx="8312">
                  <c:v>2.0384899999999999</c:v>
                </c:pt>
                <c:pt idx="8313">
                  <c:v>2.0388000000000002</c:v>
                </c:pt>
                <c:pt idx="8314">
                  <c:v>2.03911</c:v>
                </c:pt>
                <c:pt idx="8315">
                  <c:v>2.0394100000000002</c:v>
                </c:pt>
                <c:pt idx="8316">
                  <c:v>2.03972</c:v>
                </c:pt>
                <c:pt idx="8317">
                  <c:v>2.0400200000000002</c:v>
                </c:pt>
                <c:pt idx="8318">
                  <c:v>2.04033</c:v>
                </c:pt>
                <c:pt idx="8319">
                  <c:v>2.0406300000000002</c:v>
                </c:pt>
                <c:pt idx="8320">
                  <c:v>2.04094</c:v>
                </c:pt>
                <c:pt idx="8321">
                  <c:v>2.0412400000000002</c:v>
                </c:pt>
                <c:pt idx="8322">
                  <c:v>2.04155</c:v>
                </c:pt>
                <c:pt idx="8323">
                  <c:v>2.0418500000000002</c:v>
                </c:pt>
                <c:pt idx="8324">
                  <c:v>2.04216</c:v>
                </c:pt>
                <c:pt idx="8325">
                  <c:v>2.0424600000000002</c:v>
                </c:pt>
                <c:pt idx="8326">
                  <c:v>2.04277</c:v>
                </c:pt>
                <c:pt idx="8327">
                  <c:v>2.0430799999999998</c:v>
                </c:pt>
                <c:pt idx="8328">
                  <c:v>2.04338</c:v>
                </c:pt>
                <c:pt idx="8329">
                  <c:v>2.0436899999999998</c:v>
                </c:pt>
                <c:pt idx="8330">
                  <c:v>2.04399</c:v>
                </c:pt>
                <c:pt idx="8331">
                  <c:v>2.0442999999999998</c:v>
                </c:pt>
                <c:pt idx="8332">
                  <c:v>2.0446</c:v>
                </c:pt>
                <c:pt idx="8333">
                  <c:v>2.0449099999999998</c:v>
                </c:pt>
                <c:pt idx="8334">
                  <c:v>2.04521</c:v>
                </c:pt>
                <c:pt idx="8335">
                  <c:v>2.0455199999999998</c:v>
                </c:pt>
                <c:pt idx="8336">
                  <c:v>2.04582</c:v>
                </c:pt>
                <c:pt idx="8337">
                  <c:v>2.0461299999999998</c:v>
                </c:pt>
                <c:pt idx="8338">
                  <c:v>2.04643</c:v>
                </c:pt>
                <c:pt idx="8339">
                  <c:v>2.0467399999999998</c:v>
                </c:pt>
                <c:pt idx="8340">
                  <c:v>2.04705</c:v>
                </c:pt>
                <c:pt idx="8341">
                  <c:v>2.0473499999999998</c:v>
                </c:pt>
                <c:pt idx="8342">
                  <c:v>2.04766</c:v>
                </c:pt>
                <c:pt idx="8343">
                  <c:v>2.0479599999999998</c:v>
                </c:pt>
                <c:pt idx="8344">
                  <c:v>2.04827</c:v>
                </c:pt>
                <c:pt idx="8345">
                  <c:v>2.0485699999999998</c:v>
                </c:pt>
                <c:pt idx="8346">
                  <c:v>2.04888</c:v>
                </c:pt>
                <c:pt idx="8347">
                  <c:v>2.0491799999999998</c:v>
                </c:pt>
                <c:pt idx="8348">
                  <c:v>2.04949</c:v>
                </c:pt>
                <c:pt idx="8349">
                  <c:v>2.0497899999999998</c:v>
                </c:pt>
                <c:pt idx="8350">
                  <c:v>2.0501</c:v>
                </c:pt>
                <c:pt idx="8351">
                  <c:v>2.0504099999999998</c:v>
                </c:pt>
                <c:pt idx="8352">
                  <c:v>2.05071</c:v>
                </c:pt>
                <c:pt idx="8353">
                  <c:v>2.0510199999999998</c:v>
                </c:pt>
                <c:pt idx="8354">
                  <c:v>2.05132</c:v>
                </c:pt>
                <c:pt idx="8355">
                  <c:v>2.0516299999999998</c:v>
                </c:pt>
                <c:pt idx="8356">
                  <c:v>2.05193</c:v>
                </c:pt>
                <c:pt idx="8357">
                  <c:v>2.0522399999999998</c:v>
                </c:pt>
                <c:pt idx="8358">
                  <c:v>2.05254</c:v>
                </c:pt>
                <c:pt idx="8359">
                  <c:v>2.0528499999999998</c:v>
                </c:pt>
                <c:pt idx="8360">
                  <c:v>2.05315</c:v>
                </c:pt>
                <c:pt idx="8361">
                  <c:v>2.0534599999999998</c:v>
                </c:pt>
                <c:pt idx="8362">
                  <c:v>2.05376</c:v>
                </c:pt>
                <c:pt idx="8363">
                  <c:v>2.0540699999999998</c:v>
                </c:pt>
                <c:pt idx="8364">
                  <c:v>2.0543800000000001</c:v>
                </c:pt>
                <c:pt idx="8365">
                  <c:v>2.0546799999999998</c:v>
                </c:pt>
                <c:pt idx="8366">
                  <c:v>2.0549900000000001</c:v>
                </c:pt>
                <c:pt idx="8367">
                  <c:v>2.0552899999999998</c:v>
                </c:pt>
                <c:pt idx="8368">
                  <c:v>2.0556000000000001</c:v>
                </c:pt>
                <c:pt idx="8369">
                  <c:v>2.0558999999999998</c:v>
                </c:pt>
                <c:pt idx="8370">
                  <c:v>2.0562100000000001</c:v>
                </c:pt>
                <c:pt idx="8371">
                  <c:v>2.0565099999999998</c:v>
                </c:pt>
                <c:pt idx="8372">
                  <c:v>2.0568200000000001</c:v>
                </c:pt>
                <c:pt idx="8373">
                  <c:v>2.0571199999999998</c:v>
                </c:pt>
                <c:pt idx="8374">
                  <c:v>2.0574300000000001</c:v>
                </c:pt>
                <c:pt idx="8375">
                  <c:v>2.0577299999999998</c:v>
                </c:pt>
                <c:pt idx="8376">
                  <c:v>2.0580400000000001</c:v>
                </c:pt>
                <c:pt idx="8377">
                  <c:v>2.0583499999999999</c:v>
                </c:pt>
                <c:pt idx="8378">
                  <c:v>2.0586500000000001</c:v>
                </c:pt>
                <c:pt idx="8379">
                  <c:v>2.0589599999999999</c:v>
                </c:pt>
                <c:pt idx="8380">
                  <c:v>2.0592600000000001</c:v>
                </c:pt>
                <c:pt idx="8381">
                  <c:v>2.0595699999999999</c:v>
                </c:pt>
                <c:pt idx="8382">
                  <c:v>2.0598700000000001</c:v>
                </c:pt>
                <c:pt idx="8383">
                  <c:v>2.0601799999999999</c:v>
                </c:pt>
                <c:pt idx="8384">
                  <c:v>2.0604800000000001</c:v>
                </c:pt>
                <c:pt idx="8385">
                  <c:v>2.0607899999999999</c:v>
                </c:pt>
                <c:pt idx="8386">
                  <c:v>2.0610900000000001</c:v>
                </c:pt>
                <c:pt idx="8387">
                  <c:v>2.0613999999999999</c:v>
                </c:pt>
                <c:pt idx="8388">
                  <c:v>2.0617000000000001</c:v>
                </c:pt>
                <c:pt idx="8389">
                  <c:v>2.0620099999999999</c:v>
                </c:pt>
                <c:pt idx="8390">
                  <c:v>2.0623200000000002</c:v>
                </c:pt>
                <c:pt idx="8391">
                  <c:v>2.0626199999999999</c:v>
                </c:pt>
                <c:pt idx="8392">
                  <c:v>2.0629300000000002</c:v>
                </c:pt>
                <c:pt idx="8393">
                  <c:v>2.0632299999999999</c:v>
                </c:pt>
                <c:pt idx="8394">
                  <c:v>2.0635400000000002</c:v>
                </c:pt>
                <c:pt idx="8395">
                  <c:v>2.0638399999999999</c:v>
                </c:pt>
                <c:pt idx="8396">
                  <c:v>2.0641500000000002</c:v>
                </c:pt>
                <c:pt idx="8397">
                  <c:v>2.0644499999999999</c:v>
                </c:pt>
                <c:pt idx="8398">
                  <c:v>2.0647600000000002</c:v>
                </c:pt>
                <c:pt idx="8399">
                  <c:v>2.0650599999999999</c:v>
                </c:pt>
                <c:pt idx="8400">
                  <c:v>2.0653700000000002</c:v>
                </c:pt>
                <c:pt idx="8401">
                  <c:v>2.0656699999999999</c:v>
                </c:pt>
                <c:pt idx="8402">
                  <c:v>2.0659800000000001</c:v>
                </c:pt>
                <c:pt idx="8403">
                  <c:v>2.06629</c:v>
                </c:pt>
                <c:pt idx="8404">
                  <c:v>2.0665900000000001</c:v>
                </c:pt>
                <c:pt idx="8405">
                  <c:v>2.0669</c:v>
                </c:pt>
                <c:pt idx="8406">
                  <c:v>2.0672000000000001</c:v>
                </c:pt>
                <c:pt idx="8407">
                  <c:v>2.06751</c:v>
                </c:pt>
                <c:pt idx="8408">
                  <c:v>2.0678100000000001</c:v>
                </c:pt>
                <c:pt idx="8409">
                  <c:v>2.06812</c:v>
                </c:pt>
                <c:pt idx="8410">
                  <c:v>2.0684200000000001</c:v>
                </c:pt>
                <c:pt idx="8411">
                  <c:v>2.06873</c:v>
                </c:pt>
                <c:pt idx="8412">
                  <c:v>2.0690300000000001</c:v>
                </c:pt>
                <c:pt idx="8413">
                  <c:v>2.06934</c:v>
                </c:pt>
                <c:pt idx="8414">
                  <c:v>2.0696500000000002</c:v>
                </c:pt>
                <c:pt idx="8415">
                  <c:v>2.06995</c:v>
                </c:pt>
                <c:pt idx="8416">
                  <c:v>2.0702600000000002</c:v>
                </c:pt>
                <c:pt idx="8417">
                  <c:v>2.07056</c:v>
                </c:pt>
                <c:pt idx="8418">
                  <c:v>2.0708700000000002</c:v>
                </c:pt>
                <c:pt idx="8419">
                  <c:v>2.07117</c:v>
                </c:pt>
                <c:pt idx="8420">
                  <c:v>2.0714800000000002</c:v>
                </c:pt>
                <c:pt idx="8421">
                  <c:v>2.07178</c:v>
                </c:pt>
                <c:pt idx="8422">
                  <c:v>2.0720900000000002</c:v>
                </c:pt>
                <c:pt idx="8423">
                  <c:v>2.07239</c:v>
                </c:pt>
                <c:pt idx="8424">
                  <c:v>2.0727000000000002</c:v>
                </c:pt>
                <c:pt idx="8425">
                  <c:v>2.073</c:v>
                </c:pt>
                <c:pt idx="8426">
                  <c:v>2.0733100000000002</c:v>
                </c:pt>
                <c:pt idx="8427">
                  <c:v>2.07362</c:v>
                </c:pt>
                <c:pt idx="8428">
                  <c:v>2.0739200000000002</c:v>
                </c:pt>
                <c:pt idx="8429">
                  <c:v>2.07423</c:v>
                </c:pt>
                <c:pt idx="8430">
                  <c:v>2.0745300000000002</c:v>
                </c:pt>
                <c:pt idx="8431">
                  <c:v>2.07484</c:v>
                </c:pt>
                <c:pt idx="8432">
                  <c:v>2.0751400000000002</c:v>
                </c:pt>
                <c:pt idx="8433">
                  <c:v>2.07545</c:v>
                </c:pt>
                <c:pt idx="8434">
                  <c:v>2.0757500000000002</c:v>
                </c:pt>
                <c:pt idx="8435">
                  <c:v>2.07606</c:v>
                </c:pt>
                <c:pt idx="8436">
                  <c:v>2.0763600000000002</c:v>
                </c:pt>
                <c:pt idx="8437">
                  <c:v>2.07667</c:v>
                </c:pt>
                <c:pt idx="8438">
                  <c:v>2.0769700000000002</c:v>
                </c:pt>
                <c:pt idx="8439">
                  <c:v>2.07728</c:v>
                </c:pt>
                <c:pt idx="8440">
                  <c:v>2.0775899999999998</c:v>
                </c:pt>
                <c:pt idx="8441">
                  <c:v>2.07789</c:v>
                </c:pt>
                <c:pt idx="8442">
                  <c:v>2.0781999999999998</c:v>
                </c:pt>
                <c:pt idx="8443">
                  <c:v>2.0785</c:v>
                </c:pt>
                <c:pt idx="8444">
                  <c:v>2.0788099999999998</c:v>
                </c:pt>
                <c:pt idx="8445">
                  <c:v>2.07911</c:v>
                </c:pt>
                <c:pt idx="8446">
                  <c:v>2.0794199999999998</c:v>
                </c:pt>
                <c:pt idx="8447">
                  <c:v>2.07972</c:v>
                </c:pt>
                <c:pt idx="8448">
                  <c:v>2.0800299999999998</c:v>
                </c:pt>
                <c:pt idx="8449">
                  <c:v>2.08033</c:v>
                </c:pt>
                <c:pt idx="8450">
                  <c:v>2.0806399999999998</c:v>
                </c:pt>
                <c:pt idx="8451">
                  <c:v>2.08094</c:v>
                </c:pt>
                <c:pt idx="8452">
                  <c:v>2.0812499999999998</c:v>
                </c:pt>
                <c:pt idx="8453">
                  <c:v>2.0815600000000001</c:v>
                </c:pt>
                <c:pt idx="8454">
                  <c:v>2.0818599999999998</c:v>
                </c:pt>
                <c:pt idx="8455">
                  <c:v>2.0821700000000001</c:v>
                </c:pt>
                <c:pt idx="8456">
                  <c:v>2.0824699999999998</c:v>
                </c:pt>
                <c:pt idx="8457">
                  <c:v>2.0827800000000001</c:v>
                </c:pt>
                <c:pt idx="8458">
                  <c:v>2.0830799999999998</c:v>
                </c:pt>
                <c:pt idx="8459">
                  <c:v>2.0833900000000001</c:v>
                </c:pt>
                <c:pt idx="8460">
                  <c:v>2.0836899999999998</c:v>
                </c:pt>
                <c:pt idx="8461">
                  <c:v>2.0840000000000001</c:v>
                </c:pt>
                <c:pt idx="8462">
                  <c:v>2.0842999999999998</c:v>
                </c:pt>
                <c:pt idx="8463">
                  <c:v>2.0846100000000001</c:v>
                </c:pt>
                <c:pt idx="8464">
                  <c:v>2.0849099999999998</c:v>
                </c:pt>
                <c:pt idx="8465">
                  <c:v>2.0852200000000001</c:v>
                </c:pt>
                <c:pt idx="8466">
                  <c:v>2.0855299999999999</c:v>
                </c:pt>
                <c:pt idx="8467">
                  <c:v>2.0858300000000001</c:v>
                </c:pt>
                <c:pt idx="8468">
                  <c:v>2.0861399999999999</c:v>
                </c:pt>
                <c:pt idx="8469">
                  <c:v>2.0864400000000001</c:v>
                </c:pt>
                <c:pt idx="8470">
                  <c:v>2.0867499999999999</c:v>
                </c:pt>
                <c:pt idx="8471">
                  <c:v>2.0870500000000001</c:v>
                </c:pt>
                <c:pt idx="8472">
                  <c:v>2.0873599999999999</c:v>
                </c:pt>
                <c:pt idx="8473">
                  <c:v>2.0876600000000001</c:v>
                </c:pt>
                <c:pt idx="8474">
                  <c:v>2.0879699999999999</c:v>
                </c:pt>
                <c:pt idx="8475">
                  <c:v>2.0882700000000001</c:v>
                </c:pt>
                <c:pt idx="8476">
                  <c:v>2.0885799999999999</c:v>
                </c:pt>
                <c:pt idx="8477">
                  <c:v>2.0888900000000001</c:v>
                </c:pt>
                <c:pt idx="8478">
                  <c:v>2.0891899999999999</c:v>
                </c:pt>
                <c:pt idx="8479">
                  <c:v>2.0895000000000001</c:v>
                </c:pt>
                <c:pt idx="8480">
                  <c:v>2.0897999999999999</c:v>
                </c:pt>
                <c:pt idx="8481">
                  <c:v>2.0901100000000001</c:v>
                </c:pt>
                <c:pt idx="8482">
                  <c:v>2.0904099999999999</c:v>
                </c:pt>
                <c:pt idx="8483">
                  <c:v>2.0907200000000001</c:v>
                </c:pt>
                <c:pt idx="8484">
                  <c:v>2.0910199999999999</c:v>
                </c:pt>
                <c:pt idx="8485">
                  <c:v>2.0913300000000001</c:v>
                </c:pt>
                <c:pt idx="8486">
                  <c:v>2.0916299999999999</c:v>
                </c:pt>
                <c:pt idx="8487">
                  <c:v>2.0919400000000001</c:v>
                </c:pt>
                <c:pt idx="8488">
                  <c:v>2.0922399999999999</c:v>
                </c:pt>
                <c:pt idx="8489">
                  <c:v>2.0925500000000001</c:v>
                </c:pt>
                <c:pt idx="8490">
                  <c:v>2.0928599999999999</c:v>
                </c:pt>
                <c:pt idx="8491">
                  <c:v>2.0931600000000001</c:v>
                </c:pt>
                <c:pt idx="8492">
                  <c:v>2.0934699999999999</c:v>
                </c:pt>
                <c:pt idx="8493">
                  <c:v>2.0937700000000001</c:v>
                </c:pt>
                <c:pt idx="8494">
                  <c:v>2.0940799999999999</c:v>
                </c:pt>
                <c:pt idx="8495">
                  <c:v>2.0943800000000001</c:v>
                </c:pt>
                <c:pt idx="8496">
                  <c:v>2.0946899999999999</c:v>
                </c:pt>
                <c:pt idx="8497">
                  <c:v>2.0949900000000001</c:v>
                </c:pt>
                <c:pt idx="8498">
                  <c:v>2.0952999999999999</c:v>
                </c:pt>
                <c:pt idx="8499">
                  <c:v>2.0956000000000001</c:v>
                </c:pt>
                <c:pt idx="8500">
                  <c:v>2.0959099999999999</c:v>
                </c:pt>
                <c:pt idx="8501">
                  <c:v>2.0962100000000001</c:v>
                </c:pt>
                <c:pt idx="8502">
                  <c:v>2.0965199999999999</c:v>
                </c:pt>
                <c:pt idx="8503">
                  <c:v>2.0968300000000002</c:v>
                </c:pt>
                <c:pt idx="8504">
                  <c:v>2.0971299999999999</c:v>
                </c:pt>
                <c:pt idx="8505">
                  <c:v>2.0974400000000002</c:v>
                </c:pt>
                <c:pt idx="8506">
                  <c:v>2.0977399999999999</c:v>
                </c:pt>
                <c:pt idx="8507">
                  <c:v>2.0980500000000002</c:v>
                </c:pt>
                <c:pt idx="8508">
                  <c:v>2.0983499999999999</c:v>
                </c:pt>
                <c:pt idx="8509">
                  <c:v>2.0986600000000002</c:v>
                </c:pt>
                <c:pt idx="8510">
                  <c:v>2.0989599999999999</c:v>
                </c:pt>
                <c:pt idx="8511">
                  <c:v>2.0992700000000002</c:v>
                </c:pt>
                <c:pt idx="8512">
                  <c:v>2.0995699999999999</c:v>
                </c:pt>
                <c:pt idx="8513">
                  <c:v>2.0998800000000002</c:v>
                </c:pt>
                <c:pt idx="8514">
                  <c:v>2.1001799999999999</c:v>
                </c:pt>
                <c:pt idx="8515">
                  <c:v>2.1004900000000002</c:v>
                </c:pt>
                <c:pt idx="8516">
                  <c:v>2.1008</c:v>
                </c:pt>
                <c:pt idx="8517">
                  <c:v>2.1011000000000002</c:v>
                </c:pt>
                <c:pt idx="8518">
                  <c:v>2.10141</c:v>
                </c:pt>
                <c:pt idx="8519">
                  <c:v>2.1017100000000002</c:v>
                </c:pt>
                <c:pt idx="8520">
                  <c:v>2.10202</c:v>
                </c:pt>
                <c:pt idx="8521">
                  <c:v>2.1023200000000002</c:v>
                </c:pt>
                <c:pt idx="8522">
                  <c:v>2.10263</c:v>
                </c:pt>
                <c:pt idx="8523">
                  <c:v>2.1029300000000002</c:v>
                </c:pt>
                <c:pt idx="8524">
                  <c:v>2.10324</c:v>
                </c:pt>
                <c:pt idx="8525">
                  <c:v>2.1035400000000002</c:v>
                </c:pt>
                <c:pt idx="8526">
                  <c:v>2.10385</c:v>
                </c:pt>
                <c:pt idx="8527">
                  <c:v>2.1041599999999998</c:v>
                </c:pt>
                <c:pt idx="8528">
                  <c:v>2.10446</c:v>
                </c:pt>
                <c:pt idx="8529">
                  <c:v>2.1047699999999998</c:v>
                </c:pt>
                <c:pt idx="8530">
                  <c:v>2.10507</c:v>
                </c:pt>
                <c:pt idx="8531">
                  <c:v>2.1053799999999998</c:v>
                </c:pt>
                <c:pt idx="8532">
                  <c:v>2.10568</c:v>
                </c:pt>
                <c:pt idx="8533">
                  <c:v>2.1059899999999998</c:v>
                </c:pt>
                <c:pt idx="8534">
                  <c:v>2.10629</c:v>
                </c:pt>
                <c:pt idx="8535">
                  <c:v>2.1065999999999998</c:v>
                </c:pt>
                <c:pt idx="8536">
                  <c:v>2.1069</c:v>
                </c:pt>
                <c:pt idx="8537">
                  <c:v>2.1072099999999998</c:v>
                </c:pt>
                <c:pt idx="8538">
                  <c:v>2.10751</c:v>
                </c:pt>
                <c:pt idx="8539">
                  <c:v>2.1078199999999998</c:v>
                </c:pt>
                <c:pt idx="8540">
                  <c:v>2.1081300000000001</c:v>
                </c:pt>
                <c:pt idx="8541">
                  <c:v>2.1084299999999998</c:v>
                </c:pt>
                <c:pt idx="8542">
                  <c:v>2.1087400000000001</c:v>
                </c:pt>
                <c:pt idx="8543">
                  <c:v>2.1090399999999998</c:v>
                </c:pt>
                <c:pt idx="8544">
                  <c:v>2.1093500000000001</c:v>
                </c:pt>
                <c:pt idx="8545">
                  <c:v>2.1096499999999998</c:v>
                </c:pt>
                <c:pt idx="8546">
                  <c:v>2.1099600000000001</c:v>
                </c:pt>
                <c:pt idx="8547">
                  <c:v>2.1102599999999998</c:v>
                </c:pt>
                <c:pt idx="8548">
                  <c:v>2.1105700000000001</c:v>
                </c:pt>
                <c:pt idx="8549">
                  <c:v>2.1108699999999998</c:v>
                </c:pt>
                <c:pt idx="8550">
                  <c:v>2.1111800000000001</c:v>
                </c:pt>
                <c:pt idx="8551">
                  <c:v>2.1114799999999998</c:v>
                </c:pt>
                <c:pt idx="8552">
                  <c:v>2.1117900000000001</c:v>
                </c:pt>
                <c:pt idx="8553">
                  <c:v>2.1120999999999999</c:v>
                </c:pt>
                <c:pt idx="8554">
                  <c:v>2.1124000000000001</c:v>
                </c:pt>
                <c:pt idx="8555">
                  <c:v>2.1127099999999999</c:v>
                </c:pt>
                <c:pt idx="8556">
                  <c:v>2.1130100000000001</c:v>
                </c:pt>
                <c:pt idx="8557">
                  <c:v>2.1133199999999999</c:v>
                </c:pt>
                <c:pt idx="8558">
                  <c:v>2.1136200000000001</c:v>
                </c:pt>
                <c:pt idx="8559">
                  <c:v>2.1139299999999999</c:v>
                </c:pt>
                <c:pt idx="8560">
                  <c:v>2.1142300000000001</c:v>
                </c:pt>
                <c:pt idx="8561">
                  <c:v>2.1145399999999999</c:v>
                </c:pt>
                <c:pt idx="8562">
                  <c:v>2.1148400000000001</c:v>
                </c:pt>
                <c:pt idx="8563">
                  <c:v>2.1151499999999999</c:v>
                </c:pt>
                <c:pt idx="8564">
                  <c:v>2.1154500000000001</c:v>
                </c:pt>
                <c:pt idx="8565">
                  <c:v>2.1157599999999999</c:v>
                </c:pt>
                <c:pt idx="8566">
                  <c:v>2.1160700000000001</c:v>
                </c:pt>
                <c:pt idx="8567">
                  <c:v>2.1163699999999999</c:v>
                </c:pt>
                <c:pt idx="8568">
                  <c:v>2.1166800000000001</c:v>
                </c:pt>
                <c:pt idx="8569">
                  <c:v>2.1169799999999999</c:v>
                </c:pt>
                <c:pt idx="8570">
                  <c:v>2.1172900000000001</c:v>
                </c:pt>
                <c:pt idx="8571">
                  <c:v>2.1175899999999999</c:v>
                </c:pt>
                <c:pt idx="8572">
                  <c:v>2.1179000000000001</c:v>
                </c:pt>
                <c:pt idx="8573">
                  <c:v>2.1181999999999999</c:v>
                </c:pt>
                <c:pt idx="8574">
                  <c:v>2.1185100000000001</c:v>
                </c:pt>
                <c:pt idx="8575">
                  <c:v>2.1188099999999999</c:v>
                </c:pt>
                <c:pt idx="8576">
                  <c:v>2.1191200000000001</c:v>
                </c:pt>
                <c:pt idx="8577">
                  <c:v>2.1194199999999999</c:v>
                </c:pt>
                <c:pt idx="8578">
                  <c:v>2.1197300000000001</c:v>
                </c:pt>
                <c:pt idx="8579">
                  <c:v>2.1200399999999999</c:v>
                </c:pt>
                <c:pt idx="8580">
                  <c:v>2.1203400000000001</c:v>
                </c:pt>
                <c:pt idx="8581">
                  <c:v>2.1206499999999999</c:v>
                </c:pt>
                <c:pt idx="8582">
                  <c:v>2.1209500000000001</c:v>
                </c:pt>
                <c:pt idx="8583">
                  <c:v>2.1212599999999999</c:v>
                </c:pt>
                <c:pt idx="8584">
                  <c:v>2.1215600000000001</c:v>
                </c:pt>
                <c:pt idx="8585">
                  <c:v>2.1218699999999999</c:v>
                </c:pt>
                <c:pt idx="8586">
                  <c:v>2.1221700000000001</c:v>
                </c:pt>
                <c:pt idx="8587">
                  <c:v>2.1224799999999999</c:v>
                </c:pt>
                <c:pt idx="8588">
                  <c:v>2.1227800000000001</c:v>
                </c:pt>
                <c:pt idx="8589">
                  <c:v>2.1230899999999999</c:v>
                </c:pt>
                <c:pt idx="8590">
                  <c:v>2.1234000000000002</c:v>
                </c:pt>
                <c:pt idx="8591">
                  <c:v>2.1236999999999999</c:v>
                </c:pt>
                <c:pt idx="8592">
                  <c:v>2.1240100000000002</c:v>
                </c:pt>
                <c:pt idx="8593">
                  <c:v>2.1243099999999999</c:v>
                </c:pt>
                <c:pt idx="8594">
                  <c:v>2.1246200000000002</c:v>
                </c:pt>
                <c:pt idx="8595">
                  <c:v>2.1249199999999999</c:v>
                </c:pt>
                <c:pt idx="8596">
                  <c:v>2.1252300000000002</c:v>
                </c:pt>
                <c:pt idx="8597">
                  <c:v>2.1255299999999999</c:v>
                </c:pt>
                <c:pt idx="8598">
                  <c:v>2.1258400000000002</c:v>
                </c:pt>
                <c:pt idx="8599">
                  <c:v>2.1261399999999999</c:v>
                </c:pt>
                <c:pt idx="8600">
                  <c:v>2.1264500000000002</c:v>
                </c:pt>
                <c:pt idx="8601">
                  <c:v>2.1267499999999999</c:v>
                </c:pt>
                <c:pt idx="8602">
                  <c:v>2.1270600000000002</c:v>
                </c:pt>
                <c:pt idx="8603">
                  <c:v>2.12737</c:v>
                </c:pt>
                <c:pt idx="8604">
                  <c:v>2.1276700000000002</c:v>
                </c:pt>
                <c:pt idx="8605">
                  <c:v>2.12798</c:v>
                </c:pt>
                <c:pt idx="8606">
                  <c:v>2.1282800000000002</c:v>
                </c:pt>
                <c:pt idx="8607">
                  <c:v>2.12859</c:v>
                </c:pt>
                <c:pt idx="8608">
                  <c:v>2.1288900000000002</c:v>
                </c:pt>
                <c:pt idx="8609">
                  <c:v>2.1292</c:v>
                </c:pt>
                <c:pt idx="8610">
                  <c:v>2.1295000000000002</c:v>
                </c:pt>
                <c:pt idx="8611">
                  <c:v>2.12981</c:v>
                </c:pt>
                <c:pt idx="8612">
                  <c:v>2.1301100000000002</c:v>
                </c:pt>
                <c:pt idx="8613">
                  <c:v>2.13042</c:v>
                </c:pt>
                <c:pt idx="8614">
                  <c:v>2.1307200000000002</c:v>
                </c:pt>
                <c:pt idx="8615">
                  <c:v>2.13103</c:v>
                </c:pt>
                <c:pt idx="8616">
                  <c:v>2.1313399999999998</c:v>
                </c:pt>
                <c:pt idx="8617">
                  <c:v>2.13164</c:v>
                </c:pt>
                <c:pt idx="8618">
                  <c:v>2.1319499999999998</c:v>
                </c:pt>
                <c:pt idx="8619">
                  <c:v>2.13225</c:v>
                </c:pt>
                <c:pt idx="8620">
                  <c:v>2.1325599999999998</c:v>
                </c:pt>
                <c:pt idx="8621">
                  <c:v>2.13286</c:v>
                </c:pt>
                <c:pt idx="8622">
                  <c:v>2.1331699999999998</c:v>
                </c:pt>
                <c:pt idx="8623">
                  <c:v>2.13347</c:v>
                </c:pt>
                <c:pt idx="8624">
                  <c:v>2.1337799999999998</c:v>
                </c:pt>
                <c:pt idx="8625">
                  <c:v>2.13408</c:v>
                </c:pt>
                <c:pt idx="8626">
                  <c:v>2.1343899999999998</c:v>
                </c:pt>
                <c:pt idx="8627">
                  <c:v>2.13469</c:v>
                </c:pt>
                <c:pt idx="8628">
                  <c:v>2.1349999999999998</c:v>
                </c:pt>
                <c:pt idx="8629">
                  <c:v>2.13531</c:v>
                </c:pt>
                <c:pt idx="8630">
                  <c:v>2.1356099999999998</c:v>
                </c:pt>
                <c:pt idx="8631">
                  <c:v>2.13592</c:v>
                </c:pt>
                <c:pt idx="8632">
                  <c:v>2.1362199999999998</c:v>
                </c:pt>
                <c:pt idx="8633">
                  <c:v>2.13653</c:v>
                </c:pt>
                <c:pt idx="8634">
                  <c:v>2.1368299999999998</c:v>
                </c:pt>
                <c:pt idx="8635">
                  <c:v>2.13714</c:v>
                </c:pt>
                <c:pt idx="8636">
                  <c:v>2.1374399999999998</c:v>
                </c:pt>
                <c:pt idx="8637">
                  <c:v>2.13775</c:v>
                </c:pt>
                <c:pt idx="8638">
                  <c:v>2.1380499999999998</c:v>
                </c:pt>
                <c:pt idx="8639">
                  <c:v>2.13836</c:v>
                </c:pt>
                <c:pt idx="8640">
                  <c:v>2.1386599999999998</c:v>
                </c:pt>
                <c:pt idx="8641">
                  <c:v>2.13897</c:v>
                </c:pt>
                <c:pt idx="8642">
                  <c:v>2.1392799999999998</c:v>
                </c:pt>
                <c:pt idx="8643">
                  <c:v>2.13958</c:v>
                </c:pt>
                <c:pt idx="8644">
                  <c:v>2.1398899999999998</c:v>
                </c:pt>
                <c:pt idx="8645">
                  <c:v>2.14019</c:v>
                </c:pt>
                <c:pt idx="8646">
                  <c:v>2.1404999999999998</c:v>
                </c:pt>
                <c:pt idx="8647">
                  <c:v>2.1408</c:v>
                </c:pt>
                <c:pt idx="8648">
                  <c:v>2.1411099999999998</c:v>
                </c:pt>
                <c:pt idx="8649">
                  <c:v>2.14141</c:v>
                </c:pt>
                <c:pt idx="8650">
                  <c:v>2.1417199999999998</c:v>
                </c:pt>
                <c:pt idx="8651">
                  <c:v>2.14202</c:v>
                </c:pt>
                <c:pt idx="8652">
                  <c:v>2.1423299999999998</c:v>
                </c:pt>
                <c:pt idx="8653">
                  <c:v>2.1426400000000001</c:v>
                </c:pt>
                <c:pt idx="8654">
                  <c:v>2.1429399999999998</c:v>
                </c:pt>
                <c:pt idx="8655">
                  <c:v>2.1432500000000001</c:v>
                </c:pt>
                <c:pt idx="8656">
                  <c:v>2.1435499999999998</c:v>
                </c:pt>
                <c:pt idx="8657">
                  <c:v>2.1438600000000001</c:v>
                </c:pt>
                <c:pt idx="8658">
                  <c:v>2.1441599999999998</c:v>
                </c:pt>
                <c:pt idx="8659">
                  <c:v>2.1444700000000001</c:v>
                </c:pt>
                <c:pt idx="8660">
                  <c:v>2.1447699999999998</c:v>
                </c:pt>
                <c:pt idx="8661">
                  <c:v>2.1450800000000001</c:v>
                </c:pt>
                <c:pt idx="8662">
                  <c:v>2.1453799999999998</c:v>
                </c:pt>
                <c:pt idx="8663">
                  <c:v>2.1456900000000001</c:v>
                </c:pt>
                <c:pt idx="8664">
                  <c:v>2.1459899999999998</c:v>
                </c:pt>
                <c:pt idx="8665">
                  <c:v>2.1463000000000001</c:v>
                </c:pt>
                <c:pt idx="8666">
                  <c:v>2.1466099999999999</c:v>
                </c:pt>
                <c:pt idx="8667">
                  <c:v>2.1469100000000001</c:v>
                </c:pt>
                <c:pt idx="8668">
                  <c:v>2.1472199999999999</c:v>
                </c:pt>
                <c:pt idx="8669">
                  <c:v>2.1475200000000001</c:v>
                </c:pt>
                <c:pt idx="8670">
                  <c:v>2.1478299999999999</c:v>
                </c:pt>
                <c:pt idx="8671">
                  <c:v>2.1481300000000001</c:v>
                </c:pt>
                <c:pt idx="8672">
                  <c:v>2.1484399999999999</c:v>
                </c:pt>
                <c:pt idx="8673">
                  <c:v>2.1487400000000001</c:v>
                </c:pt>
                <c:pt idx="8674">
                  <c:v>2.1490499999999999</c:v>
                </c:pt>
                <c:pt idx="8675">
                  <c:v>2.1493500000000001</c:v>
                </c:pt>
                <c:pt idx="8676">
                  <c:v>2.1496599999999999</c:v>
                </c:pt>
                <c:pt idx="8677">
                  <c:v>2.1499600000000001</c:v>
                </c:pt>
                <c:pt idx="8678">
                  <c:v>2.1502699999999999</c:v>
                </c:pt>
                <c:pt idx="8679">
                  <c:v>2.1505800000000002</c:v>
                </c:pt>
                <c:pt idx="8680">
                  <c:v>2.1508799999999999</c:v>
                </c:pt>
                <c:pt idx="8681">
                  <c:v>2.1511900000000002</c:v>
                </c:pt>
                <c:pt idx="8682">
                  <c:v>2.1514899999999999</c:v>
                </c:pt>
                <c:pt idx="8683">
                  <c:v>2.1518000000000002</c:v>
                </c:pt>
                <c:pt idx="8684">
                  <c:v>2.1520999999999999</c:v>
                </c:pt>
                <c:pt idx="8685">
                  <c:v>2.1524100000000002</c:v>
                </c:pt>
                <c:pt idx="8686">
                  <c:v>2.1527099999999999</c:v>
                </c:pt>
                <c:pt idx="8687">
                  <c:v>2.1530200000000002</c:v>
                </c:pt>
                <c:pt idx="8688">
                  <c:v>2.1533199999999999</c:v>
                </c:pt>
                <c:pt idx="8689">
                  <c:v>2.1536300000000002</c:v>
                </c:pt>
                <c:pt idx="8690">
                  <c:v>2.1539299999999999</c:v>
                </c:pt>
                <c:pt idx="8691">
                  <c:v>2.1542400000000002</c:v>
                </c:pt>
                <c:pt idx="8692">
                  <c:v>2.15455</c:v>
                </c:pt>
                <c:pt idx="8693">
                  <c:v>2.1548500000000002</c:v>
                </c:pt>
                <c:pt idx="8694">
                  <c:v>2.15516</c:v>
                </c:pt>
                <c:pt idx="8695">
                  <c:v>2.1554600000000002</c:v>
                </c:pt>
                <c:pt idx="8696">
                  <c:v>2.15577</c:v>
                </c:pt>
                <c:pt idx="8697">
                  <c:v>2.1560700000000002</c:v>
                </c:pt>
                <c:pt idx="8698">
                  <c:v>2.15638</c:v>
                </c:pt>
                <c:pt idx="8699">
                  <c:v>2.1566800000000002</c:v>
                </c:pt>
                <c:pt idx="8700">
                  <c:v>2.15699</c:v>
                </c:pt>
                <c:pt idx="8701">
                  <c:v>2.1572900000000002</c:v>
                </c:pt>
                <c:pt idx="8702">
                  <c:v>2.1576</c:v>
                </c:pt>
                <c:pt idx="8703">
                  <c:v>2.1579100000000002</c:v>
                </c:pt>
                <c:pt idx="8704">
                  <c:v>2.15821</c:v>
                </c:pt>
                <c:pt idx="8705">
                  <c:v>2.1585200000000002</c:v>
                </c:pt>
                <c:pt idx="8706">
                  <c:v>2.15882</c:v>
                </c:pt>
                <c:pt idx="8707">
                  <c:v>2.1591300000000002</c:v>
                </c:pt>
                <c:pt idx="8708">
                  <c:v>2.15943</c:v>
                </c:pt>
                <c:pt idx="8709">
                  <c:v>2.1597400000000002</c:v>
                </c:pt>
                <c:pt idx="8710">
                  <c:v>2.16004</c:v>
                </c:pt>
                <c:pt idx="8711">
                  <c:v>2.1603500000000002</c:v>
                </c:pt>
                <c:pt idx="8712">
                  <c:v>2.16065</c:v>
                </c:pt>
                <c:pt idx="8713">
                  <c:v>2.1609600000000002</c:v>
                </c:pt>
                <c:pt idx="8714">
                  <c:v>2.16126</c:v>
                </c:pt>
                <c:pt idx="8715">
                  <c:v>2.1615700000000002</c:v>
                </c:pt>
                <c:pt idx="8716">
                  <c:v>2.16188</c:v>
                </c:pt>
                <c:pt idx="8717">
                  <c:v>2.1621800000000002</c:v>
                </c:pt>
                <c:pt idx="8718">
                  <c:v>2.16249</c:v>
                </c:pt>
                <c:pt idx="8719">
                  <c:v>2.1627900000000002</c:v>
                </c:pt>
                <c:pt idx="8720">
                  <c:v>2.1631</c:v>
                </c:pt>
                <c:pt idx="8721">
                  <c:v>2.1634000000000002</c:v>
                </c:pt>
                <c:pt idx="8722">
                  <c:v>2.16371</c:v>
                </c:pt>
                <c:pt idx="8723">
                  <c:v>2.1640100000000002</c:v>
                </c:pt>
                <c:pt idx="8724">
                  <c:v>2.16432</c:v>
                </c:pt>
                <c:pt idx="8725">
                  <c:v>2.1646200000000002</c:v>
                </c:pt>
                <c:pt idx="8726">
                  <c:v>2.16493</c:v>
                </c:pt>
                <c:pt idx="8727">
                  <c:v>2.1652300000000002</c:v>
                </c:pt>
                <c:pt idx="8728">
                  <c:v>2.16554</c:v>
                </c:pt>
                <c:pt idx="8729">
                  <c:v>2.1658499999999998</c:v>
                </c:pt>
                <c:pt idx="8730">
                  <c:v>2.16615</c:v>
                </c:pt>
                <c:pt idx="8731">
                  <c:v>2.1664599999999998</c:v>
                </c:pt>
                <c:pt idx="8732">
                  <c:v>2.16676</c:v>
                </c:pt>
                <c:pt idx="8733">
                  <c:v>2.1670699999999998</c:v>
                </c:pt>
                <c:pt idx="8734">
                  <c:v>2.16737</c:v>
                </c:pt>
                <c:pt idx="8735">
                  <c:v>2.1676799999999998</c:v>
                </c:pt>
                <c:pt idx="8736">
                  <c:v>2.16798</c:v>
                </c:pt>
                <c:pt idx="8737">
                  <c:v>2.1682899999999998</c:v>
                </c:pt>
                <c:pt idx="8738">
                  <c:v>2.16859</c:v>
                </c:pt>
                <c:pt idx="8739">
                  <c:v>2.1688999999999998</c:v>
                </c:pt>
                <c:pt idx="8740">
                  <c:v>2.1692</c:v>
                </c:pt>
                <c:pt idx="8741">
                  <c:v>2.1695099999999998</c:v>
                </c:pt>
                <c:pt idx="8742">
                  <c:v>2.1698200000000001</c:v>
                </c:pt>
                <c:pt idx="8743">
                  <c:v>2.1701199999999998</c:v>
                </c:pt>
                <c:pt idx="8744">
                  <c:v>2.1704300000000001</c:v>
                </c:pt>
                <c:pt idx="8745">
                  <c:v>2.1707299999999998</c:v>
                </c:pt>
                <c:pt idx="8746">
                  <c:v>2.1710400000000001</c:v>
                </c:pt>
                <c:pt idx="8747">
                  <c:v>2.1713399999999998</c:v>
                </c:pt>
                <c:pt idx="8748">
                  <c:v>2.1716500000000001</c:v>
                </c:pt>
                <c:pt idx="8749">
                  <c:v>2.1719499999999998</c:v>
                </c:pt>
                <c:pt idx="8750">
                  <c:v>2.1722600000000001</c:v>
                </c:pt>
                <c:pt idx="8751">
                  <c:v>2.1725599999999998</c:v>
                </c:pt>
                <c:pt idx="8752">
                  <c:v>2.1728700000000001</c:v>
                </c:pt>
                <c:pt idx="8753">
                  <c:v>2.1731699999999998</c:v>
                </c:pt>
                <c:pt idx="8754">
                  <c:v>2.1734800000000001</c:v>
                </c:pt>
                <c:pt idx="8755">
                  <c:v>2.1737899999999999</c:v>
                </c:pt>
                <c:pt idx="8756">
                  <c:v>2.1740900000000001</c:v>
                </c:pt>
                <c:pt idx="8757">
                  <c:v>2.1743999999999999</c:v>
                </c:pt>
                <c:pt idx="8758">
                  <c:v>2.1747000000000001</c:v>
                </c:pt>
                <c:pt idx="8759">
                  <c:v>2.1750099999999999</c:v>
                </c:pt>
                <c:pt idx="8760">
                  <c:v>2.1753100000000001</c:v>
                </c:pt>
                <c:pt idx="8761">
                  <c:v>2.1756199999999999</c:v>
                </c:pt>
                <c:pt idx="8762">
                  <c:v>2.1759200000000001</c:v>
                </c:pt>
                <c:pt idx="8763">
                  <c:v>2.1762299999999999</c:v>
                </c:pt>
                <c:pt idx="8764">
                  <c:v>2.1765300000000001</c:v>
                </c:pt>
                <c:pt idx="8765">
                  <c:v>2.1768399999999999</c:v>
                </c:pt>
                <c:pt idx="8766">
                  <c:v>2.1771500000000001</c:v>
                </c:pt>
                <c:pt idx="8767">
                  <c:v>2.1774499999999999</c:v>
                </c:pt>
                <c:pt idx="8768">
                  <c:v>2.1777600000000001</c:v>
                </c:pt>
                <c:pt idx="8769">
                  <c:v>2.1780599999999999</c:v>
                </c:pt>
                <c:pt idx="8770">
                  <c:v>2.1783700000000001</c:v>
                </c:pt>
                <c:pt idx="8771">
                  <c:v>2.1786699999999999</c:v>
                </c:pt>
                <c:pt idx="8772">
                  <c:v>2.1789800000000001</c:v>
                </c:pt>
                <c:pt idx="8773">
                  <c:v>2.1792799999999999</c:v>
                </c:pt>
                <c:pt idx="8774">
                  <c:v>2.1795900000000001</c:v>
                </c:pt>
                <c:pt idx="8775">
                  <c:v>2.1798899999999999</c:v>
                </c:pt>
                <c:pt idx="8776">
                  <c:v>2.1802000000000001</c:v>
                </c:pt>
                <c:pt idx="8777">
                  <c:v>2.1804999999999999</c:v>
                </c:pt>
                <c:pt idx="8778">
                  <c:v>2.1808100000000001</c:v>
                </c:pt>
                <c:pt idx="8779">
                  <c:v>2.1811199999999999</c:v>
                </c:pt>
                <c:pt idx="8780">
                  <c:v>2.1814200000000001</c:v>
                </c:pt>
                <c:pt idx="8781">
                  <c:v>2.1817299999999999</c:v>
                </c:pt>
                <c:pt idx="8782">
                  <c:v>2.1820300000000001</c:v>
                </c:pt>
                <c:pt idx="8783">
                  <c:v>2.1823399999999999</c:v>
                </c:pt>
                <c:pt idx="8784">
                  <c:v>2.1826400000000001</c:v>
                </c:pt>
                <c:pt idx="8785">
                  <c:v>2.1829499999999999</c:v>
                </c:pt>
                <c:pt idx="8786">
                  <c:v>2.1832500000000001</c:v>
                </c:pt>
                <c:pt idx="8787">
                  <c:v>2.1835599999999999</c:v>
                </c:pt>
                <c:pt idx="8788">
                  <c:v>2.1838600000000001</c:v>
                </c:pt>
                <c:pt idx="8789">
                  <c:v>2.1841699999999999</c:v>
                </c:pt>
                <c:pt idx="8790">
                  <c:v>2.1844700000000001</c:v>
                </c:pt>
                <c:pt idx="8791">
                  <c:v>2.1847799999999999</c:v>
                </c:pt>
                <c:pt idx="8792">
                  <c:v>2.1850900000000002</c:v>
                </c:pt>
                <c:pt idx="8793">
                  <c:v>2.1853899999999999</c:v>
                </c:pt>
                <c:pt idx="8794">
                  <c:v>2.1857000000000002</c:v>
                </c:pt>
                <c:pt idx="8795">
                  <c:v>2.1859999999999999</c:v>
                </c:pt>
                <c:pt idx="8796">
                  <c:v>2.1863100000000002</c:v>
                </c:pt>
                <c:pt idx="8797">
                  <c:v>2.1866099999999999</c:v>
                </c:pt>
                <c:pt idx="8798">
                  <c:v>2.1869200000000002</c:v>
                </c:pt>
                <c:pt idx="8799">
                  <c:v>2.1872199999999999</c:v>
                </c:pt>
                <c:pt idx="8800">
                  <c:v>2.1875300000000002</c:v>
                </c:pt>
                <c:pt idx="8801">
                  <c:v>2.1878299999999999</c:v>
                </c:pt>
                <c:pt idx="8802">
                  <c:v>2.1881400000000002</c:v>
                </c:pt>
                <c:pt idx="8803">
                  <c:v>2.1884399999999999</c:v>
                </c:pt>
                <c:pt idx="8804">
                  <c:v>2.1887500000000002</c:v>
                </c:pt>
                <c:pt idx="8805">
                  <c:v>2.18906</c:v>
                </c:pt>
                <c:pt idx="8806">
                  <c:v>2.1893600000000002</c:v>
                </c:pt>
                <c:pt idx="8807">
                  <c:v>2.18967</c:v>
                </c:pt>
                <c:pt idx="8808">
                  <c:v>2.1899700000000002</c:v>
                </c:pt>
                <c:pt idx="8809">
                  <c:v>2.19028</c:v>
                </c:pt>
                <c:pt idx="8810">
                  <c:v>2.1905800000000002</c:v>
                </c:pt>
                <c:pt idx="8811">
                  <c:v>2.19089</c:v>
                </c:pt>
                <c:pt idx="8812">
                  <c:v>2.1911900000000002</c:v>
                </c:pt>
                <c:pt idx="8813">
                  <c:v>2.1915</c:v>
                </c:pt>
                <c:pt idx="8814">
                  <c:v>2.1918000000000002</c:v>
                </c:pt>
                <c:pt idx="8815">
                  <c:v>2.19211</c:v>
                </c:pt>
                <c:pt idx="8816">
                  <c:v>2.1924100000000002</c:v>
                </c:pt>
                <c:pt idx="8817">
                  <c:v>2.19272</c:v>
                </c:pt>
                <c:pt idx="8818">
                  <c:v>2.1930299999999998</c:v>
                </c:pt>
                <c:pt idx="8819">
                  <c:v>2.19333</c:v>
                </c:pt>
                <c:pt idx="8820">
                  <c:v>2.1936399999999998</c:v>
                </c:pt>
                <c:pt idx="8821">
                  <c:v>2.19394</c:v>
                </c:pt>
                <c:pt idx="8822">
                  <c:v>2.1942499999999998</c:v>
                </c:pt>
                <c:pt idx="8823">
                  <c:v>2.19455</c:v>
                </c:pt>
                <c:pt idx="8824">
                  <c:v>2.1948599999999998</c:v>
                </c:pt>
                <c:pt idx="8825">
                  <c:v>2.19516</c:v>
                </c:pt>
                <c:pt idx="8826">
                  <c:v>2.1954699999999998</c:v>
                </c:pt>
                <c:pt idx="8827">
                  <c:v>2.19577</c:v>
                </c:pt>
                <c:pt idx="8828">
                  <c:v>2.1960799999999998</c:v>
                </c:pt>
                <c:pt idx="8829">
                  <c:v>2.1963900000000001</c:v>
                </c:pt>
                <c:pt idx="8830">
                  <c:v>2.1966899999999998</c:v>
                </c:pt>
                <c:pt idx="8831">
                  <c:v>2.1970000000000001</c:v>
                </c:pt>
                <c:pt idx="8832">
                  <c:v>2.1972999999999998</c:v>
                </c:pt>
                <c:pt idx="8833">
                  <c:v>2.1976100000000001</c:v>
                </c:pt>
                <c:pt idx="8834">
                  <c:v>2.1979099999999998</c:v>
                </c:pt>
                <c:pt idx="8835">
                  <c:v>2.1982200000000001</c:v>
                </c:pt>
                <c:pt idx="8836">
                  <c:v>2.1985199999999998</c:v>
                </c:pt>
                <c:pt idx="8837">
                  <c:v>2.1988300000000001</c:v>
                </c:pt>
                <c:pt idx="8838">
                  <c:v>2.1991299999999998</c:v>
                </c:pt>
                <c:pt idx="8839">
                  <c:v>2.1994400000000001</c:v>
                </c:pt>
                <c:pt idx="8840">
                  <c:v>2.1997399999999998</c:v>
                </c:pt>
                <c:pt idx="8841">
                  <c:v>2.2000500000000001</c:v>
                </c:pt>
                <c:pt idx="8842">
                  <c:v>2.2003599999999999</c:v>
                </c:pt>
                <c:pt idx="8843">
                  <c:v>2.2006600000000001</c:v>
                </c:pt>
                <c:pt idx="8844">
                  <c:v>2.2009699999999999</c:v>
                </c:pt>
                <c:pt idx="8845">
                  <c:v>2.2012700000000001</c:v>
                </c:pt>
                <c:pt idx="8846">
                  <c:v>2.2015799999999999</c:v>
                </c:pt>
                <c:pt idx="8847">
                  <c:v>2.2018800000000001</c:v>
                </c:pt>
                <c:pt idx="8848">
                  <c:v>2.2021899999999999</c:v>
                </c:pt>
                <c:pt idx="8849">
                  <c:v>2.2024900000000001</c:v>
                </c:pt>
                <c:pt idx="8850">
                  <c:v>2.2027999999999999</c:v>
                </c:pt>
                <c:pt idx="8851">
                  <c:v>2.2031000000000001</c:v>
                </c:pt>
                <c:pt idx="8852">
                  <c:v>2.2034099999999999</c:v>
                </c:pt>
                <c:pt idx="8853">
                  <c:v>2.2037100000000001</c:v>
                </c:pt>
                <c:pt idx="8854">
                  <c:v>2.2040199999999999</c:v>
                </c:pt>
                <c:pt idx="8855">
                  <c:v>2.2043300000000001</c:v>
                </c:pt>
                <c:pt idx="8856">
                  <c:v>2.2046299999999999</c:v>
                </c:pt>
                <c:pt idx="8857">
                  <c:v>2.2049400000000001</c:v>
                </c:pt>
                <c:pt idx="8858">
                  <c:v>2.2052399999999999</c:v>
                </c:pt>
                <c:pt idx="8859">
                  <c:v>2.2055500000000001</c:v>
                </c:pt>
                <c:pt idx="8860">
                  <c:v>2.2058499999999999</c:v>
                </c:pt>
                <c:pt idx="8861">
                  <c:v>2.2061600000000001</c:v>
                </c:pt>
                <c:pt idx="8862">
                  <c:v>2.2064599999999999</c:v>
                </c:pt>
                <c:pt idx="8863">
                  <c:v>2.2067700000000001</c:v>
                </c:pt>
                <c:pt idx="8864">
                  <c:v>2.2070699999999999</c:v>
                </c:pt>
                <c:pt idx="8865">
                  <c:v>2.2073800000000001</c:v>
                </c:pt>
                <c:pt idx="8866">
                  <c:v>2.2076799999999999</c:v>
                </c:pt>
                <c:pt idx="8867">
                  <c:v>2.2079900000000001</c:v>
                </c:pt>
                <c:pt idx="8868">
                  <c:v>2.2082999999999999</c:v>
                </c:pt>
                <c:pt idx="8869">
                  <c:v>2.2086000000000001</c:v>
                </c:pt>
                <c:pt idx="8870">
                  <c:v>2.2089099999999999</c:v>
                </c:pt>
                <c:pt idx="8871">
                  <c:v>2.2092100000000001</c:v>
                </c:pt>
                <c:pt idx="8872">
                  <c:v>2.2095199999999999</c:v>
                </c:pt>
                <c:pt idx="8873">
                  <c:v>2.2098200000000001</c:v>
                </c:pt>
                <c:pt idx="8874">
                  <c:v>2.2101299999999999</c:v>
                </c:pt>
                <c:pt idx="8875">
                  <c:v>2.2104300000000001</c:v>
                </c:pt>
                <c:pt idx="8876">
                  <c:v>2.2107399999999999</c:v>
                </c:pt>
                <c:pt idx="8877">
                  <c:v>2.2110400000000001</c:v>
                </c:pt>
                <c:pt idx="8878">
                  <c:v>2.2113499999999999</c:v>
                </c:pt>
                <c:pt idx="8879">
                  <c:v>2.2116500000000001</c:v>
                </c:pt>
                <c:pt idx="8880">
                  <c:v>2.2119599999999999</c:v>
                </c:pt>
                <c:pt idx="8881">
                  <c:v>2.2122700000000002</c:v>
                </c:pt>
                <c:pt idx="8882">
                  <c:v>2.2125699999999999</c:v>
                </c:pt>
                <c:pt idx="8883">
                  <c:v>2.2128800000000002</c:v>
                </c:pt>
                <c:pt idx="8884">
                  <c:v>2.2131799999999999</c:v>
                </c:pt>
                <c:pt idx="8885">
                  <c:v>2.2134900000000002</c:v>
                </c:pt>
                <c:pt idx="8886">
                  <c:v>2.2137899999999999</c:v>
                </c:pt>
                <c:pt idx="8887">
                  <c:v>2.2141000000000002</c:v>
                </c:pt>
                <c:pt idx="8888">
                  <c:v>2.2143999999999999</c:v>
                </c:pt>
                <c:pt idx="8889">
                  <c:v>2.2147100000000002</c:v>
                </c:pt>
                <c:pt idx="8890">
                  <c:v>2.2150099999999999</c:v>
                </c:pt>
                <c:pt idx="8891">
                  <c:v>2.2153200000000002</c:v>
                </c:pt>
                <c:pt idx="8892">
                  <c:v>2.21563</c:v>
                </c:pt>
                <c:pt idx="8893">
                  <c:v>2.2159300000000002</c:v>
                </c:pt>
                <c:pt idx="8894">
                  <c:v>2.21624</c:v>
                </c:pt>
                <c:pt idx="8895">
                  <c:v>2.2165400000000002</c:v>
                </c:pt>
                <c:pt idx="8896">
                  <c:v>2.21685</c:v>
                </c:pt>
                <c:pt idx="8897">
                  <c:v>2.2171500000000002</c:v>
                </c:pt>
                <c:pt idx="8898">
                  <c:v>2.21746</c:v>
                </c:pt>
                <c:pt idx="8899">
                  <c:v>2.2177600000000002</c:v>
                </c:pt>
                <c:pt idx="8900">
                  <c:v>2.21807</c:v>
                </c:pt>
                <c:pt idx="8901">
                  <c:v>2.2183700000000002</c:v>
                </c:pt>
                <c:pt idx="8902">
                  <c:v>2.21868</c:v>
                </c:pt>
                <c:pt idx="8903">
                  <c:v>2.2189800000000002</c:v>
                </c:pt>
                <c:pt idx="8904">
                  <c:v>2.21929</c:v>
                </c:pt>
                <c:pt idx="8905">
                  <c:v>2.2195999999999998</c:v>
                </c:pt>
                <c:pt idx="8906">
                  <c:v>2.2199</c:v>
                </c:pt>
                <c:pt idx="8907">
                  <c:v>2.2202099999999998</c:v>
                </c:pt>
                <c:pt idx="8908">
                  <c:v>2.22051</c:v>
                </c:pt>
                <c:pt idx="8909">
                  <c:v>2.2208199999999998</c:v>
                </c:pt>
                <c:pt idx="8910">
                  <c:v>2.22112</c:v>
                </c:pt>
                <c:pt idx="8911">
                  <c:v>2.2214299999999998</c:v>
                </c:pt>
                <c:pt idx="8912">
                  <c:v>2.22173</c:v>
                </c:pt>
                <c:pt idx="8913">
                  <c:v>2.2220399999999998</c:v>
                </c:pt>
                <c:pt idx="8914">
                  <c:v>2.22234</c:v>
                </c:pt>
                <c:pt idx="8915">
                  <c:v>2.2226499999999998</c:v>
                </c:pt>
                <c:pt idx="8916">
                  <c:v>2.22295</c:v>
                </c:pt>
                <c:pt idx="8917">
                  <c:v>2.2232599999999998</c:v>
                </c:pt>
                <c:pt idx="8918">
                  <c:v>2.22357</c:v>
                </c:pt>
                <c:pt idx="8919">
                  <c:v>2.2238699999999998</c:v>
                </c:pt>
                <c:pt idx="8920">
                  <c:v>2.22418</c:v>
                </c:pt>
                <c:pt idx="8921">
                  <c:v>2.2244799999999998</c:v>
                </c:pt>
                <c:pt idx="8922">
                  <c:v>2.22479</c:v>
                </c:pt>
                <c:pt idx="8923">
                  <c:v>2.2250899999999998</c:v>
                </c:pt>
                <c:pt idx="8924">
                  <c:v>2.2254</c:v>
                </c:pt>
                <c:pt idx="8925">
                  <c:v>2.2256999999999998</c:v>
                </c:pt>
                <c:pt idx="8926">
                  <c:v>2.22601</c:v>
                </c:pt>
                <c:pt idx="8927">
                  <c:v>2.2263099999999998</c:v>
                </c:pt>
                <c:pt idx="8928">
                  <c:v>2.22662</c:v>
                </c:pt>
                <c:pt idx="8929">
                  <c:v>2.2269199999999998</c:v>
                </c:pt>
                <c:pt idx="8930">
                  <c:v>2.22723</c:v>
                </c:pt>
                <c:pt idx="8931">
                  <c:v>2.2275399999999999</c:v>
                </c:pt>
                <c:pt idx="8932">
                  <c:v>2.22784</c:v>
                </c:pt>
                <c:pt idx="8933">
                  <c:v>2.2281499999999999</c:v>
                </c:pt>
                <c:pt idx="8934">
                  <c:v>2.22845</c:v>
                </c:pt>
                <c:pt idx="8935">
                  <c:v>2.2287599999999999</c:v>
                </c:pt>
                <c:pt idx="8936">
                  <c:v>2.22906</c:v>
                </c:pt>
                <c:pt idx="8937">
                  <c:v>2.2293699999999999</c:v>
                </c:pt>
                <c:pt idx="8938">
                  <c:v>2.22967</c:v>
                </c:pt>
                <c:pt idx="8939">
                  <c:v>2.2299799999999999</c:v>
                </c:pt>
                <c:pt idx="8940">
                  <c:v>2.23028</c:v>
                </c:pt>
                <c:pt idx="8941">
                  <c:v>2.2305899999999999</c:v>
                </c:pt>
                <c:pt idx="8942">
                  <c:v>2.2309000000000001</c:v>
                </c:pt>
                <c:pt idx="8943">
                  <c:v>2.2311999999999999</c:v>
                </c:pt>
                <c:pt idx="8944">
                  <c:v>2.2315100000000001</c:v>
                </c:pt>
                <c:pt idx="8945">
                  <c:v>2.2318099999999998</c:v>
                </c:pt>
                <c:pt idx="8946">
                  <c:v>2.2321200000000001</c:v>
                </c:pt>
                <c:pt idx="8947">
                  <c:v>2.2324199999999998</c:v>
                </c:pt>
                <c:pt idx="8948">
                  <c:v>2.2327300000000001</c:v>
                </c:pt>
                <c:pt idx="8949">
                  <c:v>2.2330299999999998</c:v>
                </c:pt>
                <c:pt idx="8950">
                  <c:v>2.2333400000000001</c:v>
                </c:pt>
                <c:pt idx="8951">
                  <c:v>2.2336399999999998</c:v>
                </c:pt>
                <c:pt idx="8952">
                  <c:v>2.2339500000000001</c:v>
                </c:pt>
                <c:pt idx="8953">
                  <c:v>2.2342499999999998</c:v>
                </c:pt>
                <c:pt idx="8954">
                  <c:v>2.2345600000000001</c:v>
                </c:pt>
                <c:pt idx="8955">
                  <c:v>2.2348699999999999</c:v>
                </c:pt>
                <c:pt idx="8956">
                  <c:v>2.2351700000000001</c:v>
                </c:pt>
                <c:pt idx="8957">
                  <c:v>2.2354799999999999</c:v>
                </c:pt>
                <c:pt idx="8958">
                  <c:v>2.2357800000000001</c:v>
                </c:pt>
                <c:pt idx="8959">
                  <c:v>2.2360899999999999</c:v>
                </c:pt>
                <c:pt idx="8960">
                  <c:v>2.2363900000000001</c:v>
                </c:pt>
                <c:pt idx="8961">
                  <c:v>2.2366999999999999</c:v>
                </c:pt>
                <c:pt idx="8962">
                  <c:v>2.2370000000000001</c:v>
                </c:pt>
                <c:pt idx="8963">
                  <c:v>2.2373099999999999</c:v>
                </c:pt>
                <c:pt idx="8964">
                  <c:v>2.2376100000000001</c:v>
                </c:pt>
                <c:pt idx="8965">
                  <c:v>2.2379199999999999</c:v>
                </c:pt>
                <c:pt idx="8966">
                  <c:v>2.2382200000000001</c:v>
                </c:pt>
                <c:pt idx="8967">
                  <c:v>2.2385299999999999</c:v>
                </c:pt>
                <c:pt idx="8968">
                  <c:v>2.2388400000000002</c:v>
                </c:pt>
                <c:pt idx="8969">
                  <c:v>2.2391399999999999</c:v>
                </c:pt>
                <c:pt idx="8970">
                  <c:v>2.2394500000000002</c:v>
                </c:pt>
                <c:pt idx="8971">
                  <c:v>2.2397499999999999</c:v>
                </c:pt>
                <c:pt idx="8972">
                  <c:v>2.2400600000000002</c:v>
                </c:pt>
                <c:pt idx="8973">
                  <c:v>2.2403599999999999</c:v>
                </c:pt>
                <c:pt idx="8974">
                  <c:v>2.2406700000000002</c:v>
                </c:pt>
                <c:pt idx="8975">
                  <c:v>2.2409699999999999</c:v>
                </c:pt>
                <c:pt idx="8976">
                  <c:v>2.2412800000000002</c:v>
                </c:pt>
                <c:pt idx="8977">
                  <c:v>2.2415799999999999</c:v>
                </c:pt>
                <c:pt idx="8978">
                  <c:v>2.2418900000000002</c:v>
                </c:pt>
                <c:pt idx="8979">
                  <c:v>2.2421899999999999</c:v>
                </c:pt>
                <c:pt idx="8980">
                  <c:v>2.2425000000000002</c:v>
                </c:pt>
                <c:pt idx="8981">
                  <c:v>2.24281</c:v>
                </c:pt>
                <c:pt idx="8982">
                  <c:v>2.2431100000000002</c:v>
                </c:pt>
                <c:pt idx="8983">
                  <c:v>2.24342</c:v>
                </c:pt>
                <c:pt idx="8984">
                  <c:v>2.2437200000000002</c:v>
                </c:pt>
                <c:pt idx="8985">
                  <c:v>2.24403</c:v>
                </c:pt>
                <c:pt idx="8986">
                  <c:v>2.2443300000000002</c:v>
                </c:pt>
                <c:pt idx="8987">
                  <c:v>2.24464</c:v>
                </c:pt>
                <c:pt idx="8988">
                  <c:v>2.2449400000000002</c:v>
                </c:pt>
                <c:pt idx="8989">
                  <c:v>2.24525</c:v>
                </c:pt>
                <c:pt idx="8990">
                  <c:v>2.2455500000000002</c:v>
                </c:pt>
                <c:pt idx="8991">
                  <c:v>2.24586</c:v>
                </c:pt>
                <c:pt idx="8992">
                  <c:v>2.2461600000000002</c:v>
                </c:pt>
                <c:pt idx="8993">
                  <c:v>2.24647</c:v>
                </c:pt>
                <c:pt idx="8994">
                  <c:v>2.2467800000000002</c:v>
                </c:pt>
                <c:pt idx="8995">
                  <c:v>2.24708</c:v>
                </c:pt>
                <c:pt idx="8996">
                  <c:v>2.2473900000000002</c:v>
                </c:pt>
                <c:pt idx="8997">
                  <c:v>2.24769</c:v>
                </c:pt>
                <c:pt idx="8998">
                  <c:v>2.2480000000000002</c:v>
                </c:pt>
                <c:pt idx="8999">
                  <c:v>2.2483</c:v>
                </c:pt>
                <c:pt idx="9000">
                  <c:v>2.2486100000000002</c:v>
                </c:pt>
                <c:pt idx="9001">
                  <c:v>2.24891</c:v>
                </c:pt>
                <c:pt idx="9002">
                  <c:v>2.2492200000000002</c:v>
                </c:pt>
                <c:pt idx="9003">
                  <c:v>2.24952</c:v>
                </c:pt>
                <c:pt idx="9004">
                  <c:v>2.2498300000000002</c:v>
                </c:pt>
                <c:pt idx="9005">
                  <c:v>2.25014</c:v>
                </c:pt>
                <c:pt idx="9006">
                  <c:v>2.2504400000000002</c:v>
                </c:pt>
                <c:pt idx="9007">
                  <c:v>2.25075</c:v>
                </c:pt>
                <c:pt idx="9008">
                  <c:v>2.2510500000000002</c:v>
                </c:pt>
                <c:pt idx="9009">
                  <c:v>2.25136</c:v>
                </c:pt>
                <c:pt idx="9010">
                  <c:v>2.2516600000000002</c:v>
                </c:pt>
                <c:pt idx="9011">
                  <c:v>2.25197</c:v>
                </c:pt>
                <c:pt idx="9012">
                  <c:v>2.2522700000000002</c:v>
                </c:pt>
                <c:pt idx="9013">
                  <c:v>2.25258</c:v>
                </c:pt>
                <c:pt idx="9014">
                  <c:v>2.2528800000000002</c:v>
                </c:pt>
                <c:pt idx="9015">
                  <c:v>2.25319</c:v>
                </c:pt>
                <c:pt idx="9016">
                  <c:v>2.2534900000000002</c:v>
                </c:pt>
                <c:pt idx="9017">
                  <c:v>2.2538</c:v>
                </c:pt>
                <c:pt idx="9018">
                  <c:v>2.2541099999999998</c:v>
                </c:pt>
                <c:pt idx="9019">
                  <c:v>2.25441</c:v>
                </c:pt>
                <c:pt idx="9020">
                  <c:v>2.2547199999999998</c:v>
                </c:pt>
                <c:pt idx="9021">
                  <c:v>2.25502</c:v>
                </c:pt>
                <c:pt idx="9022">
                  <c:v>2.2553299999999998</c:v>
                </c:pt>
                <c:pt idx="9023">
                  <c:v>2.25563</c:v>
                </c:pt>
                <c:pt idx="9024">
                  <c:v>2.2559399999999998</c:v>
                </c:pt>
                <c:pt idx="9025">
                  <c:v>2.25624</c:v>
                </c:pt>
                <c:pt idx="9026">
                  <c:v>2.2565499999999998</c:v>
                </c:pt>
                <c:pt idx="9027">
                  <c:v>2.25685</c:v>
                </c:pt>
                <c:pt idx="9028">
                  <c:v>2.2571599999999998</c:v>
                </c:pt>
                <c:pt idx="9029">
                  <c:v>2.25746</c:v>
                </c:pt>
                <c:pt idx="9030">
                  <c:v>2.2577699999999998</c:v>
                </c:pt>
                <c:pt idx="9031">
                  <c:v>2.2580800000000001</c:v>
                </c:pt>
                <c:pt idx="9032">
                  <c:v>2.2583799999999998</c:v>
                </c:pt>
                <c:pt idx="9033">
                  <c:v>2.2586900000000001</c:v>
                </c:pt>
                <c:pt idx="9034">
                  <c:v>2.2589899999999998</c:v>
                </c:pt>
                <c:pt idx="9035">
                  <c:v>2.2593000000000001</c:v>
                </c:pt>
                <c:pt idx="9036">
                  <c:v>2.2595999999999998</c:v>
                </c:pt>
                <c:pt idx="9037">
                  <c:v>2.2599100000000001</c:v>
                </c:pt>
                <c:pt idx="9038">
                  <c:v>2.2602099999999998</c:v>
                </c:pt>
                <c:pt idx="9039">
                  <c:v>2.2605200000000001</c:v>
                </c:pt>
                <c:pt idx="9040">
                  <c:v>2.2608199999999998</c:v>
                </c:pt>
                <c:pt idx="9041">
                  <c:v>2.2611300000000001</c:v>
                </c:pt>
                <c:pt idx="9042">
                  <c:v>2.2614299999999998</c:v>
                </c:pt>
                <c:pt idx="9043">
                  <c:v>2.2617400000000001</c:v>
                </c:pt>
                <c:pt idx="9044">
                  <c:v>2.2620499999999999</c:v>
                </c:pt>
                <c:pt idx="9045">
                  <c:v>2.2623500000000001</c:v>
                </c:pt>
                <c:pt idx="9046">
                  <c:v>2.2626599999999999</c:v>
                </c:pt>
                <c:pt idx="9047">
                  <c:v>2.2629600000000001</c:v>
                </c:pt>
                <c:pt idx="9048">
                  <c:v>2.2632699999999999</c:v>
                </c:pt>
                <c:pt idx="9049">
                  <c:v>2.2635700000000001</c:v>
                </c:pt>
                <c:pt idx="9050">
                  <c:v>2.2638799999999999</c:v>
                </c:pt>
                <c:pt idx="9051">
                  <c:v>2.2641800000000001</c:v>
                </c:pt>
                <c:pt idx="9052">
                  <c:v>2.2644899999999999</c:v>
                </c:pt>
                <c:pt idx="9053">
                  <c:v>2.2647900000000001</c:v>
                </c:pt>
                <c:pt idx="9054">
                  <c:v>2.2650999999999999</c:v>
                </c:pt>
                <c:pt idx="9055">
                  <c:v>2.2654000000000001</c:v>
                </c:pt>
                <c:pt idx="9056">
                  <c:v>2.2657099999999999</c:v>
                </c:pt>
                <c:pt idx="9057">
                  <c:v>2.2660200000000001</c:v>
                </c:pt>
                <c:pt idx="9058">
                  <c:v>2.2663199999999999</c:v>
                </c:pt>
                <c:pt idx="9059">
                  <c:v>2.2666300000000001</c:v>
                </c:pt>
                <c:pt idx="9060">
                  <c:v>2.2669299999999999</c:v>
                </c:pt>
                <c:pt idx="9061">
                  <c:v>2.2672400000000001</c:v>
                </c:pt>
                <c:pt idx="9062">
                  <c:v>2.2675399999999999</c:v>
                </c:pt>
                <c:pt idx="9063">
                  <c:v>2.2678500000000001</c:v>
                </c:pt>
                <c:pt idx="9064">
                  <c:v>2.2681499999999999</c:v>
                </c:pt>
                <c:pt idx="9065">
                  <c:v>2.2684600000000001</c:v>
                </c:pt>
                <c:pt idx="9066">
                  <c:v>2.2687599999999999</c:v>
                </c:pt>
                <c:pt idx="9067">
                  <c:v>2.2690700000000001</c:v>
                </c:pt>
                <c:pt idx="9068">
                  <c:v>2.26938</c:v>
                </c:pt>
                <c:pt idx="9069">
                  <c:v>2.2696800000000001</c:v>
                </c:pt>
                <c:pt idx="9070">
                  <c:v>2.26999</c:v>
                </c:pt>
                <c:pt idx="9071">
                  <c:v>2.2702900000000001</c:v>
                </c:pt>
                <c:pt idx="9072">
                  <c:v>2.2706</c:v>
                </c:pt>
                <c:pt idx="9073">
                  <c:v>2.2709000000000001</c:v>
                </c:pt>
                <c:pt idx="9074">
                  <c:v>2.27121</c:v>
                </c:pt>
                <c:pt idx="9075">
                  <c:v>2.2715100000000001</c:v>
                </c:pt>
                <c:pt idx="9076">
                  <c:v>2.27182</c:v>
                </c:pt>
                <c:pt idx="9077">
                  <c:v>2.2721200000000001</c:v>
                </c:pt>
                <c:pt idx="9078">
                  <c:v>2.2724299999999999</c:v>
                </c:pt>
                <c:pt idx="9079">
                  <c:v>2.2727300000000001</c:v>
                </c:pt>
                <c:pt idx="9080">
                  <c:v>2.2730399999999999</c:v>
                </c:pt>
                <c:pt idx="9081">
                  <c:v>2.2733500000000002</c:v>
                </c:pt>
                <c:pt idx="9082">
                  <c:v>2.2736499999999999</c:v>
                </c:pt>
                <c:pt idx="9083">
                  <c:v>2.2739600000000002</c:v>
                </c:pt>
                <c:pt idx="9084">
                  <c:v>2.2742599999999999</c:v>
                </c:pt>
                <c:pt idx="9085">
                  <c:v>2.2745700000000002</c:v>
                </c:pt>
                <c:pt idx="9086">
                  <c:v>2.2748699999999999</c:v>
                </c:pt>
                <c:pt idx="9087">
                  <c:v>2.2751800000000002</c:v>
                </c:pt>
                <c:pt idx="9088">
                  <c:v>2.2754799999999999</c:v>
                </c:pt>
                <c:pt idx="9089">
                  <c:v>2.2757900000000002</c:v>
                </c:pt>
                <c:pt idx="9090">
                  <c:v>2.2760899999999999</c:v>
                </c:pt>
                <c:pt idx="9091">
                  <c:v>2.2764000000000002</c:v>
                </c:pt>
                <c:pt idx="9092">
                  <c:v>2.2766999999999999</c:v>
                </c:pt>
                <c:pt idx="9093">
                  <c:v>2.2770100000000002</c:v>
                </c:pt>
                <c:pt idx="9094">
                  <c:v>2.27732</c:v>
                </c:pt>
                <c:pt idx="9095">
                  <c:v>2.2776200000000002</c:v>
                </c:pt>
                <c:pt idx="9096">
                  <c:v>2.27793</c:v>
                </c:pt>
                <c:pt idx="9097">
                  <c:v>2.2782300000000002</c:v>
                </c:pt>
                <c:pt idx="9098">
                  <c:v>2.27854</c:v>
                </c:pt>
                <c:pt idx="9099">
                  <c:v>2.2788400000000002</c:v>
                </c:pt>
                <c:pt idx="9100">
                  <c:v>2.27915</c:v>
                </c:pt>
                <c:pt idx="9101">
                  <c:v>2.2794500000000002</c:v>
                </c:pt>
                <c:pt idx="9102">
                  <c:v>2.27976</c:v>
                </c:pt>
                <c:pt idx="9103">
                  <c:v>2.2800600000000002</c:v>
                </c:pt>
                <c:pt idx="9104">
                  <c:v>2.28037</c:v>
                </c:pt>
                <c:pt idx="9105">
                  <c:v>2.2806700000000002</c:v>
                </c:pt>
                <c:pt idx="9106">
                  <c:v>2.28098</c:v>
                </c:pt>
                <c:pt idx="9107">
                  <c:v>2.2812899999999998</c:v>
                </c:pt>
                <c:pt idx="9108">
                  <c:v>2.28159</c:v>
                </c:pt>
                <c:pt idx="9109">
                  <c:v>2.2818999999999998</c:v>
                </c:pt>
                <c:pt idx="9110">
                  <c:v>2.2822</c:v>
                </c:pt>
                <c:pt idx="9111">
                  <c:v>2.2825099999999998</c:v>
                </c:pt>
                <c:pt idx="9112">
                  <c:v>2.28281</c:v>
                </c:pt>
                <c:pt idx="9113">
                  <c:v>2.2831199999999998</c:v>
                </c:pt>
                <c:pt idx="9114">
                  <c:v>2.28342</c:v>
                </c:pt>
                <c:pt idx="9115">
                  <c:v>2.2837299999999998</c:v>
                </c:pt>
                <c:pt idx="9116">
                  <c:v>2.28403</c:v>
                </c:pt>
                <c:pt idx="9117">
                  <c:v>2.2843399999999998</c:v>
                </c:pt>
                <c:pt idx="9118">
                  <c:v>2.2846500000000001</c:v>
                </c:pt>
                <c:pt idx="9119">
                  <c:v>2.2849499999999998</c:v>
                </c:pt>
                <c:pt idx="9120">
                  <c:v>2.2852600000000001</c:v>
                </c:pt>
                <c:pt idx="9121">
                  <c:v>2.2855599999999998</c:v>
                </c:pt>
                <c:pt idx="9122">
                  <c:v>2.2858700000000001</c:v>
                </c:pt>
                <c:pt idx="9123">
                  <c:v>2.2861699999999998</c:v>
                </c:pt>
                <c:pt idx="9124">
                  <c:v>2.2864800000000001</c:v>
                </c:pt>
                <c:pt idx="9125">
                  <c:v>2.2867799999999998</c:v>
                </c:pt>
                <c:pt idx="9126">
                  <c:v>2.2870900000000001</c:v>
                </c:pt>
                <c:pt idx="9127">
                  <c:v>2.2873899999999998</c:v>
                </c:pt>
                <c:pt idx="9128">
                  <c:v>2.2877000000000001</c:v>
                </c:pt>
                <c:pt idx="9129">
                  <c:v>2.2879999999999998</c:v>
                </c:pt>
                <c:pt idx="9130">
                  <c:v>2.2883100000000001</c:v>
                </c:pt>
                <c:pt idx="9131">
                  <c:v>2.2886199999999999</c:v>
                </c:pt>
                <c:pt idx="9132">
                  <c:v>2.2889200000000001</c:v>
                </c:pt>
                <c:pt idx="9133">
                  <c:v>2.2892299999999999</c:v>
                </c:pt>
                <c:pt idx="9134">
                  <c:v>2.2895300000000001</c:v>
                </c:pt>
                <c:pt idx="9135">
                  <c:v>2.2898399999999999</c:v>
                </c:pt>
                <c:pt idx="9136">
                  <c:v>2.2901400000000001</c:v>
                </c:pt>
                <c:pt idx="9137">
                  <c:v>2.2904499999999999</c:v>
                </c:pt>
                <c:pt idx="9138">
                  <c:v>2.2907500000000001</c:v>
                </c:pt>
                <c:pt idx="9139">
                  <c:v>2.2910599999999999</c:v>
                </c:pt>
                <c:pt idx="9140">
                  <c:v>2.2913600000000001</c:v>
                </c:pt>
                <c:pt idx="9141">
                  <c:v>2.2916699999999999</c:v>
                </c:pt>
                <c:pt idx="9142">
                  <c:v>2.2919700000000001</c:v>
                </c:pt>
                <c:pt idx="9143">
                  <c:v>2.2922799999999999</c:v>
                </c:pt>
                <c:pt idx="9144">
                  <c:v>2.2925900000000001</c:v>
                </c:pt>
                <c:pt idx="9145">
                  <c:v>2.2928899999999999</c:v>
                </c:pt>
                <c:pt idx="9146">
                  <c:v>2.2932000000000001</c:v>
                </c:pt>
                <c:pt idx="9147">
                  <c:v>2.2934999999999999</c:v>
                </c:pt>
                <c:pt idx="9148">
                  <c:v>2.2938100000000001</c:v>
                </c:pt>
                <c:pt idx="9149">
                  <c:v>2.2941099999999999</c:v>
                </c:pt>
                <c:pt idx="9150">
                  <c:v>2.2944200000000001</c:v>
                </c:pt>
                <c:pt idx="9151">
                  <c:v>2.2947199999999999</c:v>
                </c:pt>
                <c:pt idx="9152">
                  <c:v>2.2950300000000001</c:v>
                </c:pt>
                <c:pt idx="9153">
                  <c:v>2.2953299999999999</c:v>
                </c:pt>
                <c:pt idx="9154">
                  <c:v>2.2956400000000001</c:v>
                </c:pt>
                <c:pt idx="9155">
                  <c:v>2.2959399999999999</c:v>
                </c:pt>
                <c:pt idx="9156">
                  <c:v>2.2962500000000001</c:v>
                </c:pt>
                <c:pt idx="9157">
                  <c:v>2.2965599999999999</c:v>
                </c:pt>
                <c:pt idx="9158">
                  <c:v>2.2968600000000001</c:v>
                </c:pt>
                <c:pt idx="9159">
                  <c:v>2.2971699999999999</c:v>
                </c:pt>
                <c:pt idx="9160">
                  <c:v>2.2974700000000001</c:v>
                </c:pt>
                <c:pt idx="9161">
                  <c:v>2.2977799999999999</c:v>
                </c:pt>
                <c:pt idx="9162">
                  <c:v>2.2980800000000001</c:v>
                </c:pt>
                <c:pt idx="9163">
                  <c:v>2.2983899999999999</c:v>
                </c:pt>
                <c:pt idx="9164">
                  <c:v>2.2986900000000001</c:v>
                </c:pt>
                <c:pt idx="9165">
                  <c:v>2.2989999999999999</c:v>
                </c:pt>
                <c:pt idx="9166">
                  <c:v>2.2993000000000001</c:v>
                </c:pt>
                <c:pt idx="9167">
                  <c:v>2.2996099999999999</c:v>
                </c:pt>
                <c:pt idx="9168">
                  <c:v>2.2999100000000001</c:v>
                </c:pt>
                <c:pt idx="9169">
                  <c:v>2.3002199999999999</c:v>
                </c:pt>
                <c:pt idx="9170">
                  <c:v>2.3005300000000002</c:v>
                </c:pt>
                <c:pt idx="9171">
                  <c:v>2.3008299999999999</c:v>
                </c:pt>
                <c:pt idx="9172">
                  <c:v>2.3011400000000002</c:v>
                </c:pt>
                <c:pt idx="9173">
                  <c:v>2.3014399999999999</c:v>
                </c:pt>
                <c:pt idx="9174">
                  <c:v>2.3017500000000002</c:v>
                </c:pt>
                <c:pt idx="9175">
                  <c:v>2.3020499999999999</c:v>
                </c:pt>
                <c:pt idx="9176">
                  <c:v>2.3023600000000002</c:v>
                </c:pt>
                <c:pt idx="9177">
                  <c:v>2.3026599999999999</c:v>
                </c:pt>
                <c:pt idx="9178">
                  <c:v>2.3029700000000002</c:v>
                </c:pt>
                <c:pt idx="9179">
                  <c:v>2.3032699999999999</c:v>
                </c:pt>
                <c:pt idx="9180">
                  <c:v>2.3035800000000002</c:v>
                </c:pt>
                <c:pt idx="9181">
                  <c:v>2.30389</c:v>
                </c:pt>
                <c:pt idx="9182">
                  <c:v>2.3041900000000002</c:v>
                </c:pt>
                <c:pt idx="9183">
                  <c:v>2.3045</c:v>
                </c:pt>
                <c:pt idx="9184">
                  <c:v>2.3048000000000002</c:v>
                </c:pt>
                <c:pt idx="9185">
                  <c:v>2.30511</c:v>
                </c:pt>
                <c:pt idx="9186">
                  <c:v>2.3054100000000002</c:v>
                </c:pt>
                <c:pt idx="9187">
                  <c:v>2.30572</c:v>
                </c:pt>
                <c:pt idx="9188">
                  <c:v>2.3060200000000002</c:v>
                </c:pt>
                <c:pt idx="9189">
                  <c:v>2.30633</c:v>
                </c:pt>
                <c:pt idx="9190">
                  <c:v>2.3066300000000002</c:v>
                </c:pt>
                <c:pt idx="9191">
                  <c:v>2.30694</c:v>
                </c:pt>
                <c:pt idx="9192">
                  <c:v>2.3072400000000002</c:v>
                </c:pt>
                <c:pt idx="9193">
                  <c:v>2.30755</c:v>
                </c:pt>
                <c:pt idx="9194">
                  <c:v>2.3078599999999998</c:v>
                </c:pt>
                <c:pt idx="9195">
                  <c:v>2.30816</c:v>
                </c:pt>
                <c:pt idx="9196">
                  <c:v>2.3084699999999998</c:v>
                </c:pt>
                <c:pt idx="9197">
                  <c:v>2.30877</c:v>
                </c:pt>
                <c:pt idx="9198">
                  <c:v>2.3090799999999998</c:v>
                </c:pt>
                <c:pt idx="9199">
                  <c:v>2.30938</c:v>
                </c:pt>
                <c:pt idx="9200">
                  <c:v>2.3096899999999998</c:v>
                </c:pt>
                <c:pt idx="9201">
                  <c:v>2.30999</c:v>
                </c:pt>
                <c:pt idx="9202">
                  <c:v>2.3102999999999998</c:v>
                </c:pt>
                <c:pt idx="9203">
                  <c:v>2.3106</c:v>
                </c:pt>
                <c:pt idx="9204">
                  <c:v>2.3109099999999998</c:v>
                </c:pt>
                <c:pt idx="9205">
                  <c:v>2.31121</c:v>
                </c:pt>
                <c:pt idx="9206">
                  <c:v>2.3115199999999998</c:v>
                </c:pt>
                <c:pt idx="9207">
                  <c:v>2.3118300000000001</c:v>
                </c:pt>
                <c:pt idx="9208">
                  <c:v>2.3121299999999998</c:v>
                </c:pt>
                <c:pt idx="9209">
                  <c:v>2.3124400000000001</c:v>
                </c:pt>
                <c:pt idx="9210">
                  <c:v>2.3127399999999998</c:v>
                </c:pt>
                <c:pt idx="9211">
                  <c:v>2.3130500000000001</c:v>
                </c:pt>
                <c:pt idx="9212">
                  <c:v>2.3133499999999998</c:v>
                </c:pt>
                <c:pt idx="9213">
                  <c:v>2.31366</c:v>
                </c:pt>
                <c:pt idx="9214">
                  <c:v>2.3139599999999998</c:v>
                </c:pt>
                <c:pt idx="9215">
                  <c:v>2.31427</c:v>
                </c:pt>
                <c:pt idx="9216">
                  <c:v>2.3145699999999998</c:v>
                </c:pt>
                <c:pt idx="9217">
                  <c:v>2.31488</c:v>
                </c:pt>
                <c:pt idx="9218">
                  <c:v>2.3151799999999998</c:v>
                </c:pt>
                <c:pt idx="9219">
                  <c:v>2.31549</c:v>
                </c:pt>
                <c:pt idx="9220">
                  <c:v>2.3157999999999999</c:v>
                </c:pt>
                <c:pt idx="9221">
                  <c:v>2.3161</c:v>
                </c:pt>
                <c:pt idx="9222">
                  <c:v>2.3164099999999999</c:v>
                </c:pt>
                <c:pt idx="9223">
                  <c:v>2.31671</c:v>
                </c:pt>
                <c:pt idx="9224">
                  <c:v>2.3170199999999999</c:v>
                </c:pt>
                <c:pt idx="9225">
                  <c:v>2.31732</c:v>
                </c:pt>
                <c:pt idx="9226">
                  <c:v>2.3176299999999999</c:v>
                </c:pt>
                <c:pt idx="9227">
                  <c:v>2.31793</c:v>
                </c:pt>
                <c:pt idx="9228">
                  <c:v>2.3182399999999999</c:v>
                </c:pt>
                <c:pt idx="9229">
                  <c:v>2.31854</c:v>
                </c:pt>
                <c:pt idx="9230">
                  <c:v>2.3188499999999999</c:v>
                </c:pt>
                <c:pt idx="9231">
                  <c:v>2.31915</c:v>
                </c:pt>
                <c:pt idx="9232">
                  <c:v>2.3194599999999999</c:v>
                </c:pt>
                <c:pt idx="9233">
                  <c:v>2.3197700000000001</c:v>
                </c:pt>
                <c:pt idx="9234">
                  <c:v>2.3200699999999999</c:v>
                </c:pt>
                <c:pt idx="9235">
                  <c:v>2.3203800000000001</c:v>
                </c:pt>
                <c:pt idx="9236">
                  <c:v>2.3206799999999999</c:v>
                </c:pt>
                <c:pt idx="9237">
                  <c:v>2.3209900000000001</c:v>
                </c:pt>
                <c:pt idx="9238">
                  <c:v>2.3212899999999999</c:v>
                </c:pt>
                <c:pt idx="9239">
                  <c:v>2.3216000000000001</c:v>
                </c:pt>
                <c:pt idx="9240">
                  <c:v>2.3218999999999999</c:v>
                </c:pt>
                <c:pt idx="9241">
                  <c:v>2.3222100000000001</c:v>
                </c:pt>
                <c:pt idx="9242">
                  <c:v>2.3225099999999999</c:v>
                </c:pt>
                <c:pt idx="9243">
                  <c:v>2.3228200000000001</c:v>
                </c:pt>
                <c:pt idx="9244">
                  <c:v>2.3231299999999999</c:v>
                </c:pt>
                <c:pt idx="9245">
                  <c:v>2.3234300000000001</c:v>
                </c:pt>
                <c:pt idx="9246">
                  <c:v>2.3237399999999999</c:v>
                </c:pt>
                <c:pt idx="9247">
                  <c:v>2.3240400000000001</c:v>
                </c:pt>
                <c:pt idx="9248">
                  <c:v>2.3243499999999999</c:v>
                </c:pt>
                <c:pt idx="9249">
                  <c:v>2.3246500000000001</c:v>
                </c:pt>
                <c:pt idx="9250">
                  <c:v>2.3249599999999999</c:v>
                </c:pt>
                <c:pt idx="9251">
                  <c:v>2.3252600000000001</c:v>
                </c:pt>
                <c:pt idx="9252">
                  <c:v>2.3255699999999999</c:v>
                </c:pt>
                <c:pt idx="9253">
                  <c:v>2.3258700000000001</c:v>
                </c:pt>
                <c:pt idx="9254">
                  <c:v>2.3261799999999999</c:v>
                </c:pt>
                <c:pt idx="9255">
                  <c:v>2.3264800000000001</c:v>
                </c:pt>
                <c:pt idx="9256">
                  <c:v>2.3267899999999999</c:v>
                </c:pt>
                <c:pt idx="9257">
                  <c:v>2.3271000000000002</c:v>
                </c:pt>
                <c:pt idx="9258">
                  <c:v>2.3273999999999999</c:v>
                </c:pt>
                <c:pt idx="9259">
                  <c:v>2.3277100000000002</c:v>
                </c:pt>
                <c:pt idx="9260">
                  <c:v>2.3280099999999999</c:v>
                </c:pt>
                <c:pt idx="9261">
                  <c:v>2.3283200000000002</c:v>
                </c:pt>
                <c:pt idx="9262">
                  <c:v>2.3286199999999999</c:v>
                </c:pt>
                <c:pt idx="9263">
                  <c:v>2.3289300000000002</c:v>
                </c:pt>
                <c:pt idx="9264">
                  <c:v>2.3292299999999999</c:v>
                </c:pt>
                <c:pt idx="9265">
                  <c:v>2.3295400000000002</c:v>
                </c:pt>
                <c:pt idx="9266">
                  <c:v>2.3298399999999999</c:v>
                </c:pt>
                <c:pt idx="9267">
                  <c:v>2.3301500000000002</c:v>
                </c:pt>
                <c:pt idx="9268">
                  <c:v>2.3304499999999999</c:v>
                </c:pt>
                <c:pt idx="9269">
                  <c:v>2.3307600000000002</c:v>
                </c:pt>
                <c:pt idx="9270">
                  <c:v>2.33107</c:v>
                </c:pt>
                <c:pt idx="9271">
                  <c:v>2.3313700000000002</c:v>
                </c:pt>
                <c:pt idx="9272">
                  <c:v>2.33168</c:v>
                </c:pt>
                <c:pt idx="9273">
                  <c:v>2.3319800000000002</c:v>
                </c:pt>
                <c:pt idx="9274">
                  <c:v>2.33229</c:v>
                </c:pt>
                <c:pt idx="9275">
                  <c:v>2.3325900000000002</c:v>
                </c:pt>
                <c:pt idx="9276">
                  <c:v>2.3329</c:v>
                </c:pt>
                <c:pt idx="9277">
                  <c:v>2.3332000000000002</c:v>
                </c:pt>
                <c:pt idx="9278">
                  <c:v>2.33351</c:v>
                </c:pt>
                <c:pt idx="9279">
                  <c:v>2.3338100000000002</c:v>
                </c:pt>
                <c:pt idx="9280">
                  <c:v>2.33412</c:v>
                </c:pt>
                <c:pt idx="9281">
                  <c:v>2.3344200000000002</c:v>
                </c:pt>
                <c:pt idx="9282">
                  <c:v>2.33473</c:v>
                </c:pt>
                <c:pt idx="9283">
                  <c:v>2.3350399999999998</c:v>
                </c:pt>
                <c:pt idx="9284">
                  <c:v>2.33534</c:v>
                </c:pt>
                <c:pt idx="9285">
                  <c:v>2.3356499999999998</c:v>
                </c:pt>
                <c:pt idx="9286">
                  <c:v>2.33595</c:v>
                </c:pt>
                <c:pt idx="9287">
                  <c:v>2.3362599999999998</c:v>
                </c:pt>
                <c:pt idx="9288">
                  <c:v>2.33656</c:v>
                </c:pt>
                <c:pt idx="9289">
                  <c:v>2.3368699999999998</c:v>
                </c:pt>
                <c:pt idx="9290">
                  <c:v>2.33717</c:v>
                </c:pt>
                <c:pt idx="9291">
                  <c:v>2.3374799999999998</c:v>
                </c:pt>
                <c:pt idx="9292">
                  <c:v>2.33778</c:v>
                </c:pt>
                <c:pt idx="9293">
                  <c:v>2.3380899999999998</c:v>
                </c:pt>
                <c:pt idx="9294">
                  <c:v>2.33839</c:v>
                </c:pt>
                <c:pt idx="9295">
                  <c:v>2.3386999999999998</c:v>
                </c:pt>
                <c:pt idx="9296">
                  <c:v>2.33901</c:v>
                </c:pt>
                <c:pt idx="9297">
                  <c:v>2.3393099999999998</c:v>
                </c:pt>
                <c:pt idx="9298">
                  <c:v>2.33962</c:v>
                </c:pt>
                <c:pt idx="9299">
                  <c:v>2.3399200000000002</c:v>
                </c:pt>
                <c:pt idx="9300">
                  <c:v>2.34023</c:v>
                </c:pt>
                <c:pt idx="9301">
                  <c:v>2.3405300000000002</c:v>
                </c:pt>
                <c:pt idx="9302">
                  <c:v>2.34084</c:v>
                </c:pt>
                <c:pt idx="9303">
                  <c:v>2.3411400000000002</c:v>
                </c:pt>
                <c:pt idx="9304">
                  <c:v>2.34145</c:v>
                </c:pt>
                <c:pt idx="9305">
                  <c:v>2.3417500000000002</c:v>
                </c:pt>
                <c:pt idx="9306">
                  <c:v>2.34206</c:v>
                </c:pt>
                <c:pt idx="9307">
                  <c:v>2.3423699999999998</c:v>
                </c:pt>
                <c:pt idx="9308">
                  <c:v>2.34267</c:v>
                </c:pt>
                <c:pt idx="9309">
                  <c:v>2.3429799999999998</c:v>
                </c:pt>
                <c:pt idx="9310">
                  <c:v>2.34328</c:v>
                </c:pt>
                <c:pt idx="9311">
                  <c:v>2.3435899999999998</c:v>
                </c:pt>
                <c:pt idx="9312">
                  <c:v>2.34389</c:v>
                </c:pt>
                <c:pt idx="9313">
                  <c:v>2.3441999999999998</c:v>
                </c:pt>
                <c:pt idx="9314">
                  <c:v>2.3445</c:v>
                </c:pt>
                <c:pt idx="9315">
                  <c:v>2.3448099999999998</c:v>
                </c:pt>
                <c:pt idx="9316">
                  <c:v>2.34511</c:v>
                </c:pt>
                <c:pt idx="9317">
                  <c:v>2.3454199999999998</c:v>
                </c:pt>
                <c:pt idx="9318">
                  <c:v>2.34572</c:v>
                </c:pt>
                <c:pt idx="9319">
                  <c:v>2.3460299999999998</c:v>
                </c:pt>
                <c:pt idx="9320">
                  <c:v>2.3463400000000001</c:v>
                </c:pt>
                <c:pt idx="9321">
                  <c:v>2.3466399999999998</c:v>
                </c:pt>
                <c:pt idx="9322">
                  <c:v>2.3469500000000001</c:v>
                </c:pt>
                <c:pt idx="9323">
                  <c:v>2.3472499999999998</c:v>
                </c:pt>
                <c:pt idx="9324">
                  <c:v>2.3475600000000001</c:v>
                </c:pt>
                <c:pt idx="9325">
                  <c:v>2.3478599999999998</c:v>
                </c:pt>
                <c:pt idx="9326">
                  <c:v>2.3481700000000001</c:v>
                </c:pt>
                <c:pt idx="9327">
                  <c:v>2.3484699999999998</c:v>
                </c:pt>
                <c:pt idx="9328">
                  <c:v>2.3487800000000001</c:v>
                </c:pt>
                <c:pt idx="9329">
                  <c:v>2.3490799999999998</c:v>
                </c:pt>
                <c:pt idx="9330">
                  <c:v>2.3493900000000001</c:v>
                </c:pt>
                <c:pt idx="9331">
                  <c:v>2.3496899999999998</c:v>
                </c:pt>
                <c:pt idx="9332">
                  <c:v>2.35</c:v>
                </c:pt>
                <c:pt idx="9333">
                  <c:v>2.3503099999999999</c:v>
                </c:pt>
                <c:pt idx="9334">
                  <c:v>2.3506100000000001</c:v>
                </c:pt>
                <c:pt idx="9335">
                  <c:v>2.3509199999999999</c:v>
                </c:pt>
                <c:pt idx="9336">
                  <c:v>2.3512200000000001</c:v>
                </c:pt>
                <c:pt idx="9337">
                  <c:v>2.3515299999999999</c:v>
                </c:pt>
                <c:pt idx="9338">
                  <c:v>2.3518300000000001</c:v>
                </c:pt>
                <c:pt idx="9339">
                  <c:v>2.3521399999999999</c:v>
                </c:pt>
                <c:pt idx="9340">
                  <c:v>2.3524400000000001</c:v>
                </c:pt>
                <c:pt idx="9341">
                  <c:v>2.3527499999999999</c:v>
                </c:pt>
                <c:pt idx="9342">
                  <c:v>2.3530500000000001</c:v>
                </c:pt>
                <c:pt idx="9343">
                  <c:v>2.3533599999999999</c:v>
                </c:pt>
                <c:pt idx="9344">
                  <c:v>2.3536600000000001</c:v>
                </c:pt>
                <c:pt idx="9345">
                  <c:v>2.3539699999999999</c:v>
                </c:pt>
                <c:pt idx="9346">
                  <c:v>2.3542800000000002</c:v>
                </c:pt>
                <c:pt idx="9347">
                  <c:v>2.3545799999999999</c:v>
                </c:pt>
                <c:pt idx="9348">
                  <c:v>2.3548900000000001</c:v>
                </c:pt>
                <c:pt idx="9349">
                  <c:v>2.3551899999999999</c:v>
                </c:pt>
                <c:pt idx="9350">
                  <c:v>2.3555000000000001</c:v>
                </c:pt>
                <c:pt idx="9351">
                  <c:v>2.3557999999999999</c:v>
                </c:pt>
                <c:pt idx="9352">
                  <c:v>2.3561100000000001</c:v>
                </c:pt>
                <c:pt idx="9353">
                  <c:v>2.3564099999999999</c:v>
                </c:pt>
                <c:pt idx="9354">
                  <c:v>2.3567200000000001</c:v>
                </c:pt>
                <c:pt idx="9355">
                  <c:v>2.3570199999999999</c:v>
                </c:pt>
                <c:pt idx="9356">
                  <c:v>2.3573300000000001</c:v>
                </c:pt>
                <c:pt idx="9357">
                  <c:v>2.35764</c:v>
                </c:pt>
                <c:pt idx="9358">
                  <c:v>2.3579400000000001</c:v>
                </c:pt>
                <c:pt idx="9359">
                  <c:v>2.35825</c:v>
                </c:pt>
                <c:pt idx="9360">
                  <c:v>2.3585500000000001</c:v>
                </c:pt>
                <c:pt idx="9361">
                  <c:v>2.35886</c:v>
                </c:pt>
                <c:pt idx="9362">
                  <c:v>2.3591600000000001</c:v>
                </c:pt>
                <c:pt idx="9363">
                  <c:v>2.35947</c:v>
                </c:pt>
                <c:pt idx="9364">
                  <c:v>2.3597700000000001</c:v>
                </c:pt>
                <c:pt idx="9365">
                  <c:v>2.36008</c:v>
                </c:pt>
                <c:pt idx="9366">
                  <c:v>2.3603800000000001</c:v>
                </c:pt>
                <c:pt idx="9367">
                  <c:v>2.36069</c:v>
                </c:pt>
                <c:pt idx="9368">
                  <c:v>2.3609900000000001</c:v>
                </c:pt>
                <c:pt idx="9369">
                  <c:v>2.3613</c:v>
                </c:pt>
                <c:pt idx="9370">
                  <c:v>2.3616100000000002</c:v>
                </c:pt>
                <c:pt idx="9371">
                  <c:v>2.36191</c:v>
                </c:pt>
                <c:pt idx="9372">
                  <c:v>2.3622200000000002</c:v>
                </c:pt>
                <c:pt idx="9373">
                  <c:v>2.36252</c:v>
                </c:pt>
                <c:pt idx="9374">
                  <c:v>2.3628300000000002</c:v>
                </c:pt>
                <c:pt idx="9375">
                  <c:v>2.36313</c:v>
                </c:pt>
                <c:pt idx="9376">
                  <c:v>2.3634400000000002</c:v>
                </c:pt>
                <c:pt idx="9377">
                  <c:v>2.36374</c:v>
                </c:pt>
                <c:pt idx="9378">
                  <c:v>2.3640500000000002</c:v>
                </c:pt>
                <c:pt idx="9379">
                  <c:v>2.36435</c:v>
                </c:pt>
                <c:pt idx="9380">
                  <c:v>2.3646600000000002</c:v>
                </c:pt>
                <c:pt idx="9381">
                  <c:v>2.36496</c:v>
                </c:pt>
                <c:pt idx="9382">
                  <c:v>2.3652700000000002</c:v>
                </c:pt>
                <c:pt idx="9383">
                  <c:v>2.36558</c:v>
                </c:pt>
                <c:pt idx="9384">
                  <c:v>2.3658800000000002</c:v>
                </c:pt>
                <c:pt idx="9385">
                  <c:v>2.36619</c:v>
                </c:pt>
                <c:pt idx="9386">
                  <c:v>2.3664900000000002</c:v>
                </c:pt>
                <c:pt idx="9387">
                  <c:v>2.3668</c:v>
                </c:pt>
                <c:pt idx="9388">
                  <c:v>2.3671000000000002</c:v>
                </c:pt>
                <c:pt idx="9389">
                  <c:v>2.36741</c:v>
                </c:pt>
                <c:pt idx="9390">
                  <c:v>2.3677100000000002</c:v>
                </c:pt>
                <c:pt idx="9391">
                  <c:v>2.36802</c:v>
                </c:pt>
                <c:pt idx="9392">
                  <c:v>2.3683200000000002</c:v>
                </c:pt>
                <c:pt idx="9393">
                  <c:v>2.36863</c:v>
                </c:pt>
                <c:pt idx="9394">
                  <c:v>2.3689300000000002</c:v>
                </c:pt>
                <c:pt idx="9395">
                  <c:v>2.36924</c:v>
                </c:pt>
                <c:pt idx="9396">
                  <c:v>2.3695499999999998</c:v>
                </c:pt>
                <c:pt idx="9397">
                  <c:v>2.36985</c:v>
                </c:pt>
                <c:pt idx="9398">
                  <c:v>2.3701599999999998</c:v>
                </c:pt>
                <c:pt idx="9399">
                  <c:v>2.37046</c:v>
                </c:pt>
                <c:pt idx="9400">
                  <c:v>2.3707699999999998</c:v>
                </c:pt>
                <c:pt idx="9401">
                  <c:v>2.37107</c:v>
                </c:pt>
                <c:pt idx="9402">
                  <c:v>2.3713799999999998</c:v>
                </c:pt>
                <c:pt idx="9403">
                  <c:v>2.37168</c:v>
                </c:pt>
                <c:pt idx="9404">
                  <c:v>2.3719899999999998</c:v>
                </c:pt>
                <c:pt idx="9405">
                  <c:v>2.37229</c:v>
                </c:pt>
                <c:pt idx="9406">
                  <c:v>2.3725999999999998</c:v>
                </c:pt>
                <c:pt idx="9407">
                  <c:v>2.3729</c:v>
                </c:pt>
                <c:pt idx="9408">
                  <c:v>2.3732099999999998</c:v>
                </c:pt>
                <c:pt idx="9409">
                  <c:v>2.3735200000000001</c:v>
                </c:pt>
                <c:pt idx="9410">
                  <c:v>2.3738199999999998</c:v>
                </c:pt>
                <c:pt idx="9411">
                  <c:v>2.3741300000000001</c:v>
                </c:pt>
                <c:pt idx="9412">
                  <c:v>2.3744299999999998</c:v>
                </c:pt>
                <c:pt idx="9413">
                  <c:v>2.3747400000000001</c:v>
                </c:pt>
                <c:pt idx="9414">
                  <c:v>2.3750399999999998</c:v>
                </c:pt>
                <c:pt idx="9415">
                  <c:v>2.3753500000000001</c:v>
                </c:pt>
                <c:pt idx="9416">
                  <c:v>2.3756499999999998</c:v>
                </c:pt>
                <c:pt idx="9417">
                  <c:v>2.3759600000000001</c:v>
                </c:pt>
                <c:pt idx="9418">
                  <c:v>2.3762599999999998</c:v>
                </c:pt>
                <c:pt idx="9419">
                  <c:v>2.3765700000000001</c:v>
                </c:pt>
                <c:pt idx="9420">
                  <c:v>2.3768799999999999</c:v>
                </c:pt>
                <c:pt idx="9421">
                  <c:v>2.3771800000000001</c:v>
                </c:pt>
                <c:pt idx="9422">
                  <c:v>2.3774899999999999</c:v>
                </c:pt>
                <c:pt idx="9423">
                  <c:v>2.3777900000000001</c:v>
                </c:pt>
                <c:pt idx="9424">
                  <c:v>2.3780999999999999</c:v>
                </c:pt>
                <c:pt idx="9425">
                  <c:v>2.3784000000000001</c:v>
                </c:pt>
                <c:pt idx="9426">
                  <c:v>2.3787099999999999</c:v>
                </c:pt>
                <c:pt idx="9427">
                  <c:v>2.3790100000000001</c:v>
                </c:pt>
                <c:pt idx="9428">
                  <c:v>2.3793199999999999</c:v>
                </c:pt>
                <c:pt idx="9429">
                  <c:v>2.3796200000000001</c:v>
                </c:pt>
                <c:pt idx="9430">
                  <c:v>2.3799299999999999</c:v>
                </c:pt>
                <c:pt idx="9431">
                  <c:v>2.3802300000000001</c:v>
                </c:pt>
                <c:pt idx="9432">
                  <c:v>2.3805399999999999</c:v>
                </c:pt>
                <c:pt idx="9433">
                  <c:v>2.3808500000000001</c:v>
                </c:pt>
                <c:pt idx="9434">
                  <c:v>2.3811499999999999</c:v>
                </c:pt>
                <c:pt idx="9435">
                  <c:v>2.3814600000000001</c:v>
                </c:pt>
                <c:pt idx="9436">
                  <c:v>2.3817599999999999</c:v>
                </c:pt>
                <c:pt idx="9437">
                  <c:v>2.3820700000000001</c:v>
                </c:pt>
                <c:pt idx="9438">
                  <c:v>2.3823699999999999</c:v>
                </c:pt>
                <c:pt idx="9439">
                  <c:v>2.3826800000000001</c:v>
                </c:pt>
                <c:pt idx="9440">
                  <c:v>2.3829799999999999</c:v>
                </c:pt>
                <c:pt idx="9441">
                  <c:v>2.3832900000000001</c:v>
                </c:pt>
                <c:pt idx="9442">
                  <c:v>2.3835899999999999</c:v>
                </c:pt>
                <c:pt idx="9443">
                  <c:v>2.3839000000000001</c:v>
                </c:pt>
                <c:pt idx="9444">
                  <c:v>2.3841999999999999</c:v>
                </c:pt>
                <c:pt idx="9445">
                  <c:v>2.3845100000000001</c:v>
                </c:pt>
                <c:pt idx="9446">
                  <c:v>2.3848199999999999</c:v>
                </c:pt>
                <c:pt idx="9447">
                  <c:v>2.3851200000000001</c:v>
                </c:pt>
                <c:pt idx="9448">
                  <c:v>2.3854299999999999</c:v>
                </c:pt>
                <c:pt idx="9449">
                  <c:v>2.3857300000000001</c:v>
                </c:pt>
                <c:pt idx="9450">
                  <c:v>2.3860399999999999</c:v>
                </c:pt>
                <c:pt idx="9451">
                  <c:v>2.3863400000000001</c:v>
                </c:pt>
                <c:pt idx="9452">
                  <c:v>2.3866499999999999</c:v>
                </c:pt>
                <c:pt idx="9453">
                  <c:v>2.3869500000000001</c:v>
                </c:pt>
                <c:pt idx="9454">
                  <c:v>2.3872599999999999</c:v>
                </c:pt>
                <c:pt idx="9455">
                  <c:v>2.3875600000000001</c:v>
                </c:pt>
                <c:pt idx="9456">
                  <c:v>2.3878699999999999</c:v>
                </c:pt>
                <c:pt idx="9457">
                  <c:v>2.3881700000000001</c:v>
                </c:pt>
                <c:pt idx="9458">
                  <c:v>2.3884799999999999</c:v>
                </c:pt>
                <c:pt idx="9459">
                  <c:v>2.3887900000000002</c:v>
                </c:pt>
                <c:pt idx="9460">
                  <c:v>2.3890899999999999</c:v>
                </c:pt>
                <c:pt idx="9461">
                  <c:v>2.3894000000000002</c:v>
                </c:pt>
                <c:pt idx="9462">
                  <c:v>2.3896999999999999</c:v>
                </c:pt>
                <c:pt idx="9463">
                  <c:v>2.3900100000000002</c:v>
                </c:pt>
                <c:pt idx="9464">
                  <c:v>2.3903099999999999</c:v>
                </c:pt>
                <c:pt idx="9465">
                  <c:v>2.3906200000000002</c:v>
                </c:pt>
                <c:pt idx="9466">
                  <c:v>2.3909199999999999</c:v>
                </c:pt>
                <c:pt idx="9467">
                  <c:v>2.3912300000000002</c:v>
                </c:pt>
                <c:pt idx="9468">
                  <c:v>2.3915299999999999</c:v>
                </c:pt>
                <c:pt idx="9469">
                  <c:v>2.3918400000000002</c:v>
                </c:pt>
                <c:pt idx="9470">
                  <c:v>2.3921399999999999</c:v>
                </c:pt>
                <c:pt idx="9471">
                  <c:v>2.3924500000000002</c:v>
                </c:pt>
                <c:pt idx="9472">
                  <c:v>2.39276</c:v>
                </c:pt>
                <c:pt idx="9473">
                  <c:v>2.3930600000000002</c:v>
                </c:pt>
                <c:pt idx="9474">
                  <c:v>2.39337</c:v>
                </c:pt>
                <c:pt idx="9475">
                  <c:v>2.3936700000000002</c:v>
                </c:pt>
                <c:pt idx="9476">
                  <c:v>2.39398</c:v>
                </c:pt>
                <c:pt idx="9477">
                  <c:v>2.3942800000000002</c:v>
                </c:pt>
                <c:pt idx="9478">
                  <c:v>2.39459</c:v>
                </c:pt>
                <c:pt idx="9479">
                  <c:v>2.3948900000000002</c:v>
                </c:pt>
                <c:pt idx="9480">
                  <c:v>2.3952</c:v>
                </c:pt>
                <c:pt idx="9481">
                  <c:v>2.3955000000000002</c:v>
                </c:pt>
                <c:pt idx="9482">
                  <c:v>2.39581</c:v>
                </c:pt>
                <c:pt idx="9483">
                  <c:v>2.3961199999999998</c:v>
                </c:pt>
                <c:pt idx="9484">
                  <c:v>2.39642</c:v>
                </c:pt>
                <c:pt idx="9485">
                  <c:v>2.3967299999999998</c:v>
                </c:pt>
                <c:pt idx="9486">
                  <c:v>2.39703</c:v>
                </c:pt>
                <c:pt idx="9487">
                  <c:v>2.3973399999999998</c:v>
                </c:pt>
                <c:pt idx="9488">
                  <c:v>2.39764</c:v>
                </c:pt>
                <c:pt idx="9489">
                  <c:v>2.3979499999999998</c:v>
                </c:pt>
                <c:pt idx="9490">
                  <c:v>2.39825</c:v>
                </c:pt>
                <c:pt idx="9491">
                  <c:v>2.3985599999999998</c:v>
                </c:pt>
                <c:pt idx="9492">
                  <c:v>2.39886</c:v>
                </c:pt>
                <c:pt idx="9493">
                  <c:v>2.3991699999999998</c:v>
                </c:pt>
                <c:pt idx="9494">
                  <c:v>2.39947</c:v>
                </c:pt>
                <c:pt idx="9495">
                  <c:v>2.3997799999999998</c:v>
                </c:pt>
                <c:pt idx="9496">
                  <c:v>2.4000900000000001</c:v>
                </c:pt>
                <c:pt idx="9497">
                  <c:v>2.4003899999999998</c:v>
                </c:pt>
                <c:pt idx="9498">
                  <c:v>2.4007000000000001</c:v>
                </c:pt>
                <c:pt idx="9499">
                  <c:v>2.4009999999999998</c:v>
                </c:pt>
                <c:pt idx="9500">
                  <c:v>2.4013100000000001</c:v>
                </c:pt>
                <c:pt idx="9501">
                  <c:v>2.4016099999999998</c:v>
                </c:pt>
                <c:pt idx="9502">
                  <c:v>2.4019200000000001</c:v>
                </c:pt>
                <c:pt idx="9503">
                  <c:v>2.4022199999999998</c:v>
                </c:pt>
                <c:pt idx="9504">
                  <c:v>2.4025300000000001</c:v>
                </c:pt>
                <c:pt idx="9505">
                  <c:v>2.4028299999999998</c:v>
                </c:pt>
                <c:pt idx="9506">
                  <c:v>2.4031400000000001</c:v>
                </c:pt>
                <c:pt idx="9507">
                  <c:v>2.4034399999999998</c:v>
                </c:pt>
                <c:pt idx="9508">
                  <c:v>2.4037500000000001</c:v>
                </c:pt>
                <c:pt idx="9509">
                  <c:v>2.4040599999999999</c:v>
                </c:pt>
                <c:pt idx="9510">
                  <c:v>2.4043600000000001</c:v>
                </c:pt>
                <c:pt idx="9511">
                  <c:v>2.4046699999999999</c:v>
                </c:pt>
                <c:pt idx="9512">
                  <c:v>2.4049700000000001</c:v>
                </c:pt>
                <c:pt idx="9513">
                  <c:v>2.4052799999999999</c:v>
                </c:pt>
                <c:pt idx="9514">
                  <c:v>2.4055800000000001</c:v>
                </c:pt>
                <c:pt idx="9515">
                  <c:v>2.4058899999999999</c:v>
                </c:pt>
                <c:pt idx="9516">
                  <c:v>2.4061900000000001</c:v>
                </c:pt>
                <c:pt idx="9517">
                  <c:v>2.4064999999999999</c:v>
                </c:pt>
                <c:pt idx="9518">
                  <c:v>2.4068000000000001</c:v>
                </c:pt>
                <c:pt idx="9519">
                  <c:v>2.4071099999999999</c:v>
                </c:pt>
                <c:pt idx="9520">
                  <c:v>2.40741</c:v>
                </c:pt>
                <c:pt idx="9521">
                  <c:v>2.4077199999999999</c:v>
                </c:pt>
                <c:pt idx="9522">
                  <c:v>2.4080300000000001</c:v>
                </c:pt>
                <c:pt idx="9523">
                  <c:v>2.4083299999999999</c:v>
                </c:pt>
                <c:pt idx="9524">
                  <c:v>2.4086400000000001</c:v>
                </c:pt>
                <c:pt idx="9525">
                  <c:v>2.4089399999999999</c:v>
                </c:pt>
                <c:pt idx="9526">
                  <c:v>2.4092500000000001</c:v>
                </c:pt>
                <c:pt idx="9527">
                  <c:v>2.4095499999999999</c:v>
                </c:pt>
                <c:pt idx="9528">
                  <c:v>2.4098600000000001</c:v>
                </c:pt>
                <c:pt idx="9529">
                  <c:v>2.4101599999999999</c:v>
                </c:pt>
                <c:pt idx="9530">
                  <c:v>2.4104700000000001</c:v>
                </c:pt>
                <c:pt idx="9531">
                  <c:v>2.4107699999999999</c:v>
                </c:pt>
                <c:pt idx="9532">
                  <c:v>2.4110800000000001</c:v>
                </c:pt>
                <c:pt idx="9533">
                  <c:v>2.4113899999999999</c:v>
                </c:pt>
                <c:pt idx="9534">
                  <c:v>2.4116900000000001</c:v>
                </c:pt>
                <c:pt idx="9535">
                  <c:v>2.4119999999999999</c:v>
                </c:pt>
                <c:pt idx="9536">
                  <c:v>2.4123000000000001</c:v>
                </c:pt>
                <c:pt idx="9537">
                  <c:v>2.4126099999999999</c:v>
                </c:pt>
                <c:pt idx="9538">
                  <c:v>2.4129100000000001</c:v>
                </c:pt>
                <c:pt idx="9539">
                  <c:v>2.4132199999999999</c:v>
                </c:pt>
                <c:pt idx="9540">
                  <c:v>2.4135200000000001</c:v>
                </c:pt>
                <c:pt idx="9541">
                  <c:v>2.4138299999999999</c:v>
                </c:pt>
                <c:pt idx="9542">
                  <c:v>2.4141300000000001</c:v>
                </c:pt>
                <c:pt idx="9543">
                  <c:v>2.4144399999999999</c:v>
                </c:pt>
                <c:pt idx="9544">
                  <c:v>2.4147400000000001</c:v>
                </c:pt>
                <c:pt idx="9545">
                  <c:v>2.4150499999999999</c:v>
                </c:pt>
                <c:pt idx="9546">
                  <c:v>2.4153600000000002</c:v>
                </c:pt>
                <c:pt idx="9547">
                  <c:v>2.4156599999999999</c:v>
                </c:pt>
                <c:pt idx="9548">
                  <c:v>2.4159700000000002</c:v>
                </c:pt>
                <c:pt idx="9549">
                  <c:v>2.4162699999999999</c:v>
                </c:pt>
                <c:pt idx="9550">
                  <c:v>2.4165800000000002</c:v>
                </c:pt>
                <c:pt idx="9551">
                  <c:v>2.4168799999999999</c:v>
                </c:pt>
                <c:pt idx="9552">
                  <c:v>2.4171900000000002</c:v>
                </c:pt>
                <c:pt idx="9553">
                  <c:v>2.4174899999999999</c:v>
                </c:pt>
                <c:pt idx="9554">
                  <c:v>2.4178000000000002</c:v>
                </c:pt>
                <c:pt idx="9555">
                  <c:v>2.4180999999999999</c:v>
                </c:pt>
                <c:pt idx="9556">
                  <c:v>2.4184100000000002</c:v>
                </c:pt>
                <c:pt idx="9557">
                  <c:v>2.4187099999999999</c:v>
                </c:pt>
                <c:pt idx="9558">
                  <c:v>2.4190200000000002</c:v>
                </c:pt>
                <c:pt idx="9559">
                  <c:v>2.41933</c:v>
                </c:pt>
                <c:pt idx="9560">
                  <c:v>2.4196300000000002</c:v>
                </c:pt>
                <c:pt idx="9561">
                  <c:v>2.41994</c:v>
                </c:pt>
                <c:pt idx="9562">
                  <c:v>2.4202400000000002</c:v>
                </c:pt>
                <c:pt idx="9563">
                  <c:v>2.42055</c:v>
                </c:pt>
                <c:pt idx="9564">
                  <c:v>2.4208500000000002</c:v>
                </c:pt>
                <c:pt idx="9565">
                  <c:v>2.42116</c:v>
                </c:pt>
                <c:pt idx="9566">
                  <c:v>2.4214600000000002</c:v>
                </c:pt>
                <c:pt idx="9567">
                  <c:v>2.42177</c:v>
                </c:pt>
                <c:pt idx="9568">
                  <c:v>2.4220700000000002</c:v>
                </c:pt>
                <c:pt idx="9569">
                  <c:v>2.42238</c:v>
                </c:pt>
                <c:pt idx="9570">
                  <c:v>2.4226800000000002</c:v>
                </c:pt>
                <c:pt idx="9571">
                  <c:v>2.42299</c:v>
                </c:pt>
                <c:pt idx="9572">
                  <c:v>2.4232999999999998</c:v>
                </c:pt>
                <c:pt idx="9573">
                  <c:v>2.4236</c:v>
                </c:pt>
                <c:pt idx="9574">
                  <c:v>2.4239099999999998</c:v>
                </c:pt>
                <c:pt idx="9575">
                  <c:v>2.42421</c:v>
                </c:pt>
                <c:pt idx="9576">
                  <c:v>2.4245199999999998</c:v>
                </c:pt>
                <c:pt idx="9577">
                  <c:v>2.42482</c:v>
                </c:pt>
                <c:pt idx="9578">
                  <c:v>2.4251299999999998</c:v>
                </c:pt>
                <c:pt idx="9579">
                  <c:v>2.42543</c:v>
                </c:pt>
                <c:pt idx="9580">
                  <c:v>2.4257399999999998</c:v>
                </c:pt>
                <c:pt idx="9581">
                  <c:v>2.42604</c:v>
                </c:pt>
                <c:pt idx="9582">
                  <c:v>2.4263499999999998</c:v>
                </c:pt>
                <c:pt idx="9583">
                  <c:v>2.42665</c:v>
                </c:pt>
                <c:pt idx="9584">
                  <c:v>2.4269599999999998</c:v>
                </c:pt>
                <c:pt idx="9585">
                  <c:v>2.42727</c:v>
                </c:pt>
                <c:pt idx="9586">
                  <c:v>2.4275699999999998</c:v>
                </c:pt>
                <c:pt idx="9587">
                  <c:v>2.42788</c:v>
                </c:pt>
                <c:pt idx="9588">
                  <c:v>2.4281799999999998</c:v>
                </c:pt>
                <c:pt idx="9589">
                  <c:v>2.42849</c:v>
                </c:pt>
                <c:pt idx="9590">
                  <c:v>2.4287899999999998</c:v>
                </c:pt>
                <c:pt idx="9591">
                  <c:v>2.4291</c:v>
                </c:pt>
                <c:pt idx="9592">
                  <c:v>2.4293999999999998</c:v>
                </c:pt>
                <c:pt idx="9593">
                  <c:v>2.42971</c:v>
                </c:pt>
                <c:pt idx="9594">
                  <c:v>2.4300099999999998</c:v>
                </c:pt>
                <c:pt idx="9595">
                  <c:v>2.43032</c:v>
                </c:pt>
                <c:pt idx="9596">
                  <c:v>2.4306299999999998</c:v>
                </c:pt>
                <c:pt idx="9597">
                  <c:v>2.43093</c:v>
                </c:pt>
                <c:pt idx="9598">
                  <c:v>2.4312399999999998</c:v>
                </c:pt>
                <c:pt idx="9599">
                  <c:v>2.43154</c:v>
                </c:pt>
                <c:pt idx="9600">
                  <c:v>2.4318499999999998</c:v>
                </c:pt>
                <c:pt idx="9601">
                  <c:v>2.43215</c:v>
                </c:pt>
                <c:pt idx="9602">
                  <c:v>2.4324599999999998</c:v>
                </c:pt>
                <c:pt idx="9603">
                  <c:v>2.43276</c:v>
                </c:pt>
                <c:pt idx="9604">
                  <c:v>2.4330699999999998</c:v>
                </c:pt>
                <c:pt idx="9605">
                  <c:v>2.43337</c:v>
                </c:pt>
                <c:pt idx="9606">
                  <c:v>2.4336799999999998</c:v>
                </c:pt>
                <c:pt idx="9607">
                  <c:v>2.43398</c:v>
                </c:pt>
                <c:pt idx="9608">
                  <c:v>2.4342899999999998</c:v>
                </c:pt>
                <c:pt idx="9609">
                  <c:v>2.4346000000000001</c:v>
                </c:pt>
                <c:pt idx="9610">
                  <c:v>2.4348999999999998</c:v>
                </c:pt>
                <c:pt idx="9611">
                  <c:v>2.4352100000000001</c:v>
                </c:pt>
                <c:pt idx="9612">
                  <c:v>2.4355099999999998</c:v>
                </c:pt>
                <c:pt idx="9613">
                  <c:v>2.4358200000000001</c:v>
                </c:pt>
                <c:pt idx="9614">
                  <c:v>2.4361199999999998</c:v>
                </c:pt>
                <c:pt idx="9615">
                  <c:v>2.4364300000000001</c:v>
                </c:pt>
                <c:pt idx="9616">
                  <c:v>2.4367299999999998</c:v>
                </c:pt>
                <c:pt idx="9617">
                  <c:v>2.4370400000000001</c:v>
                </c:pt>
                <c:pt idx="9618">
                  <c:v>2.4373399999999998</c:v>
                </c:pt>
                <c:pt idx="9619">
                  <c:v>2.4376500000000001</c:v>
                </c:pt>
                <c:pt idx="9620">
                  <c:v>2.4379499999999998</c:v>
                </c:pt>
                <c:pt idx="9621">
                  <c:v>2.4382600000000001</c:v>
                </c:pt>
                <c:pt idx="9622">
                  <c:v>2.4385699999999999</c:v>
                </c:pt>
                <c:pt idx="9623">
                  <c:v>2.4388700000000001</c:v>
                </c:pt>
                <c:pt idx="9624">
                  <c:v>2.4391799999999999</c:v>
                </c:pt>
                <c:pt idx="9625">
                  <c:v>2.4394800000000001</c:v>
                </c:pt>
                <c:pt idx="9626">
                  <c:v>2.4397899999999999</c:v>
                </c:pt>
                <c:pt idx="9627">
                  <c:v>2.4400900000000001</c:v>
                </c:pt>
                <c:pt idx="9628">
                  <c:v>2.4403999999999999</c:v>
                </c:pt>
                <c:pt idx="9629">
                  <c:v>2.4407000000000001</c:v>
                </c:pt>
                <c:pt idx="9630">
                  <c:v>2.4410099999999999</c:v>
                </c:pt>
                <c:pt idx="9631">
                  <c:v>2.4413100000000001</c:v>
                </c:pt>
                <c:pt idx="9632">
                  <c:v>2.4416199999999999</c:v>
                </c:pt>
                <c:pt idx="9633">
                  <c:v>2.4419200000000001</c:v>
                </c:pt>
                <c:pt idx="9634">
                  <c:v>2.4422299999999999</c:v>
                </c:pt>
                <c:pt idx="9635">
                  <c:v>2.4425400000000002</c:v>
                </c:pt>
                <c:pt idx="9636">
                  <c:v>2.4428399999999999</c:v>
                </c:pt>
                <c:pt idx="9637">
                  <c:v>2.4431500000000002</c:v>
                </c:pt>
                <c:pt idx="9638">
                  <c:v>2.4434499999999999</c:v>
                </c:pt>
                <c:pt idx="9639">
                  <c:v>2.4437600000000002</c:v>
                </c:pt>
                <c:pt idx="9640">
                  <c:v>2.4440599999999999</c:v>
                </c:pt>
                <c:pt idx="9641">
                  <c:v>2.4443700000000002</c:v>
                </c:pt>
                <c:pt idx="9642">
                  <c:v>2.4446699999999999</c:v>
                </c:pt>
                <c:pt idx="9643">
                  <c:v>2.4449800000000002</c:v>
                </c:pt>
                <c:pt idx="9644">
                  <c:v>2.4452799999999999</c:v>
                </c:pt>
                <c:pt idx="9645">
                  <c:v>2.4455900000000002</c:v>
                </c:pt>
                <c:pt idx="9646">
                  <c:v>2.4458899999999999</c:v>
                </c:pt>
                <c:pt idx="9647">
                  <c:v>2.4462000000000002</c:v>
                </c:pt>
                <c:pt idx="9648">
                  <c:v>2.44651</c:v>
                </c:pt>
                <c:pt idx="9649">
                  <c:v>2.4468100000000002</c:v>
                </c:pt>
                <c:pt idx="9650">
                  <c:v>2.44712</c:v>
                </c:pt>
                <c:pt idx="9651">
                  <c:v>2.4474200000000002</c:v>
                </c:pt>
                <c:pt idx="9652">
                  <c:v>2.44773</c:v>
                </c:pt>
                <c:pt idx="9653">
                  <c:v>2.4480300000000002</c:v>
                </c:pt>
                <c:pt idx="9654">
                  <c:v>2.44834</c:v>
                </c:pt>
                <c:pt idx="9655">
                  <c:v>2.4486400000000001</c:v>
                </c:pt>
                <c:pt idx="9656">
                  <c:v>2.44895</c:v>
                </c:pt>
                <c:pt idx="9657">
                  <c:v>2.4492500000000001</c:v>
                </c:pt>
                <c:pt idx="9658">
                  <c:v>2.44956</c:v>
                </c:pt>
                <c:pt idx="9659">
                  <c:v>2.4498700000000002</c:v>
                </c:pt>
                <c:pt idx="9660">
                  <c:v>2.45017</c:v>
                </c:pt>
                <c:pt idx="9661">
                  <c:v>2.4504800000000002</c:v>
                </c:pt>
                <c:pt idx="9662">
                  <c:v>2.45078</c:v>
                </c:pt>
                <c:pt idx="9663">
                  <c:v>2.4510900000000002</c:v>
                </c:pt>
                <c:pt idx="9664">
                  <c:v>2.45139</c:v>
                </c:pt>
                <c:pt idx="9665">
                  <c:v>2.4517000000000002</c:v>
                </c:pt>
                <c:pt idx="9666">
                  <c:v>2.452</c:v>
                </c:pt>
                <c:pt idx="9667">
                  <c:v>2.4523100000000002</c:v>
                </c:pt>
                <c:pt idx="9668">
                  <c:v>2.45261</c:v>
                </c:pt>
                <c:pt idx="9669">
                  <c:v>2.4529200000000002</c:v>
                </c:pt>
                <c:pt idx="9670">
                  <c:v>2.45322</c:v>
                </c:pt>
                <c:pt idx="9671">
                  <c:v>2.4535300000000002</c:v>
                </c:pt>
                <c:pt idx="9672">
                  <c:v>2.45384</c:v>
                </c:pt>
                <c:pt idx="9673">
                  <c:v>2.4541400000000002</c:v>
                </c:pt>
                <c:pt idx="9674">
                  <c:v>2.45445</c:v>
                </c:pt>
                <c:pt idx="9675">
                  <c:v>2.4547500000000002</c:v>
                </c:pt>
                <c:pt idx="9676">
                  <c:v>2.45506</c:v>
                </c:pt>
                <c:pt idx="9677">
                  <c:v>2.4553600000000002</c:v>
                </c:pt>
                <c:pt idx="9678">
                  <c:v>2.45567</c:v>
                </c:pt>
                <c:pt idx="9679">
                  <c:v>2.4559700000000002</c:v>
                </c:pt>
                <c:pt idx="9680">
                  <c:v>2.45628</c:v>
                </c:pt>
                <c:pt idx="9681">
                  <c:v>2.4565800000000002</c:v>
                </c:pt>
                <c:pt idx="9682">
                  <c:v>2.45689</c:v>
                </c:pt>
                <c:pt idx="9683">
                  <c:v>2.4571900000000002</c:v>
                </c:pt>
                <c:pt idx="9684">
                  <c:v>2.4575</c:v>
                </c:pt>
                <c:pt idx="9685">
                  <c:v>2.4578099999999998</c:v>
                </c:pt>
                <c:pt idx="9686">
                  <c:v>2.45811</c:v>
                </c:pt>
                <c:pt idx="9687">
                  <c:v>2.4584199999999998</c:v>
                </c:pt>
                <c:pt idx="9688">
                  <c:v>2.45872</c:v>
                </c:pt>
                <c:pt idx="9689">
                  <c:v>2.4590299999999998</c:v>
                </c:pt>
                <c:pt idx="9690">
                  <c:v>2.45933</c:v>
                </c:pt>
                <c:pt idx="9691">
                  <c:v>2.4596399999999998</c:v>
                </c:pt>
                <c:pt idx="9692">
                  <c:v>2.45994</c:v>
                </c:pt>
                <c:pt idx="9693">
                  <c:v>2.4602499999999998</c:v>
                </c:pt>
                <c:pt idx="9694">
                  <c:v>2.46055</c:v>
                </c:pt>
                <c:pt idx="9695">
                  <c:v>2.4608599999999998</c:v>
                </c:pt>
                <c:pt idx="9696">
                  <c:v>2.46116</c:v>
                </c:pt>
                <c:pt idx="9697">
                  <c:v>2.4614699999999998</c:v>
                </c:pt>
                <c:pt idx="9698">
                  <c:v>2.4617800000000001</c:v>
                </c:pt>
                <c:pt idx="9699">
                  <c:v>2.4620799999999998</c:v>
                </c:pt>
                <c:pt idx="9700">
                  <c:v>2.4623900000000001</c:v>
                </c:pt>
                <c:pt idx="9701">
                  <c:v>2.4626899999999998</c:v>
                </c:pt>
                <c:pt idx="9702">
                  <c:v>2.4630000000000001</c:v>
                </c:pt>
                <c:pt idx="9703">
                  <c:v>2.4632999999999998</c:v>
                </c:pt>
                <c:pt idx="9704">
                  <c:v>2.4636100000000001</c:v>
                </c:pt>
                <c:pt idx="9705">
                  <c:v>2.4639099999999998</c:v>
                </c:pt>
                <c:pt idx="9706">
                  <c:v>2.4642200000000001</c:v>
                </c:pt>
                <c:pt idx="9707">
                  <c:v>2.4645199999999998</c:v>
                </c:pt>
                <c:pt idx="9708">
                  <c:v>2.4648300000000001</c:v>
                </c:pt>
                <c:pt idx="9709">
                  <c:v>2.4651399999999999</c:v>
                </c:pt>
                <c:pt idx="9710">
                  <c:v>2.4654400000000001</c:v>
                </c:pt>
                <c:pt idx="9711">
                  <c:v>2.4657499999999999</c:v>
                </c:pt>
                <c:pt idx="9712">
                  <c:v>2.4660500000000001</c:v>
                </c:pt>
                <c:pt idx="9713">
                  <c:v>2.4663599999999999</c:v>
                </c:pt>
                <c:pt idx="9714">
                  <c:v>2.4666600000000001</c:v>
                </c:pt>
                <c:pt idx="9715">
                  <c:v>2.4669699999999999</c:v>
                </c:pt>
                <c:pt idx="9716">
                  <c:v>2.4672700000000001</c:v>
                </c:pt>
                <c:pt idx="9717">
                  <c:v>2.4675799999999999</c:v>
                </c:pt>
                <c:pt idx="9718">
                  <c:v>2.4678800000000001</c:v>
                </c:pt>
                <c:pt idx="9719">
                  <c:v>2.4681899999999999</c:v>
                </c:pt>
                <c:pt idx="9720">
                  <c:v>2.4684900000000001</c:v>
                </c:pt>
                <c:pt idx="9721">
                  <c:v>2.4687999999999999</c:v>
                </c:pt>
                <c:pt idx="9722">
                  <c:v>2.4691100000000001</c:v>
                </c:pt>
                <c:pt idx="9723">
                  <c:v>2.4694099999999999</c:v>
                </c:pt>
                <c:pt idx="9724">
                  <c:v>2.4697200000000001</c:v>
                </c:pt>
                <c:pt idx="9725">
                  <c:v>2.4700199999999999</c:v>
                </c:pt>
                <c:pt idx="9726">
                  <c:v>2.4703300000000001</c:v>
                </c:pt>
                <c:pt idx="9727">
                  <c:v>2.4706299999999999</c:v>
                </c:pt>
                <c:pt idx="9728">
                  <c:v>2.4709400000000001</c:v>
                </c:pt>
                <c:pt idx="9729">
                  <c:v>2.4712399999999999</c:v>
                </c:pt>
                <c:pt idx="9730">
                  <c:v>2.4715500000000001</c:v>
                </c:pt>
                <c:pt idx="9731">
                  <c:v>2.4718499999999999</c:v>
                </c:pt>
                <c:pt idx="9732">
                  <c:v>2.4721600000000001</c:v>
                </c:pt>
                <c:pt idx="9733">
                  <c:v>2.4724599999999999</c:v>
                </c:pt>
                <c:pt idx="9734">
                  <c:v>2.4727700000000001</c:v>
                </c:pt>
                <c:pt idx="9735">
                  <c:v>2.4730799999999999</c:v>
                </c:pt>
                <c:pt idx="9736">
                  <c:v>2.4733800000000001</c:v>
                </c:pt>
                <c:pt idx="9737">
                  <c:v>2.4736899999999999</c:v>
                </c:pt>
                <c:pt idx="9738">
                  <c:v>2.4739900000000001</c:v>
                </c:pt>
                <c:pt idx="9739">
                  <c:v>2.4742999999999999</c:v>
                </c:pt>
                <c:pt idx="9740">
                  <c:v>2.4746000000000001</c:v>
                </c:pt>
                <c:pt idx="9741">
                  <c:v>2.4749099999999999</c:v>
                </c:pt>
                <c:pt idx="9742">
                  <c:v>2.4752100000000001</c:v>
                </c:pt>
                <c:pt idx="9743">
                  <c:v>2.4755199999999999</c:v>
                </c:pt>
                <c:pt idx="9744">
                  <c:v>2.4758200000000001</c:v>
                </c:pt>
                <c:pt idx="9745">
                  <c:v>2.4761299999999999</c:v>
                </c:pt>
                <c:pt idx="9746">
                  <c:v>2.4764300000000001</c:v>
                </c:pt>
                <c:pt idx="9747">
                  <c:v>2.4767399999999999</c:v>
                </c:pt>
                <c:pt idx="9748">
                  <c:v>2.4770500000000002</c:v>
                </c:pt>
                <c:pt idx="9749">
                  <c:v>2.4773499999999999</c:v>
                </c:pt>
                <c:pt idx="9750">
                  <c:v>2.4776600000000002</c:v>
                </c:pt>
                <c:pt idx="9751">
                  <c:v>2.4779599999999999</c:v>
                </c:pt>
                <c:pt idx="9752">
                  <c:v>2.4782700000000002</c:v>
                </c:pt>
                <c:pt idx="9753">
                  <c:v>2.4785699999999999</c:v>
                </c:pt>
                <c:pt idx="9754">
                  <c:v>2.4788800000000002</c:v>
                </c:pt>
                <c:pt idx="9755">
                  <c:v>2.4791799999999999</c:v>
                </c:pt>
                <c:pt idx="9756">
                  <c:v>2.4794900000000002</c:v>
                </c:pt>
                <c:pt idx="9757">
                  <c:v>2.4797899999999999</c:v>
                </c:pt>
                <c:pt idx="9758">
                  <c:v>2.4801000000000002</c:v>
                </c:pt>
                <c:pt idx="9759">
                  <c:v>2.4803999999999999</c:v>
                </c:pt>
                <c:pt idx="9760">
                  <c:v>2.4807100000000002</c:v>
                </c:pt>
                <c:pt idx="9761">
                  <c:v>2.48102</c:v>
                </c:pt>
                <c:pt idx="9762">
                  <c:v>2.4813200000000002</c:v>
                </c:pt>
                <c:pt idx="9763">
                  <c:v>2.48163</c:v>
                </c:pt>
                <c:pt idx="9764">
                  <c:v>2.4819300000000002</c:v>
                </c:pt>
                <c:pt idx="9765">
                  <c:v>2.48224</c:v>
                </c:pt>
                <c:pt idx="9766">
                  <c:v>2.4825400000000002</c:v>
                </c:pt>
                <c:pt idx="9767">
                  <c:v>2.48285</c:v>
                </c:pt>
                <c:pt idx="9768">
                  <c:v>2.4831500000000002</c:v>
                </c:pt>
                <c:pt idx="9769">
                  <c:v>2.48346</c:v>
                </c:pt>
                <c:pt idx="9770">
                  <c:v>2.4837600000000002</c:v>
                </c:pt>
                <c:pt idx="9771">
                  <c:v>2.48407</c:v>
                </c:pt>
                <c:pt idx="9772">
                  <c:v>2.4843799999999998</c:v>
                </c:pt>
                <c:pt idx="9773">
                  <c:v>2.48468</c:v>
                </c:pt>
                <c:pt idx="9774">
                  <c:v>2.4849899999999998</c:v>
                </c:pt>
                <c:pt idx="9775">
                  <c:v>2.48529</c:v>
                </c:pt>
                <c:pt idx="9776">
                  <c:v>2.4855999999999998</c:v>
                </c:pt>
                <c:pt idx="9777">
                  <c:v>2.4859</c:v>
                </c:pt>
                <c:pt idx="9778">
                  <c:v>2.4862099999999998</c:v>
                </c:pt>
                <c:pt idx="9779">
                  <c:v>2.48651</c:v>
                </c:pt>
                <c:pt idx="9780">
                  <c:v>2.4868199999999998</c:v>
                </c:pt>
                <c:pt idx="9781">
                  <c:v>2.48712</c:v>
                </c:pt>
                <c:pt idx="9782">
                  <c:v>2.4874299999999998</c:v>
                </c:pt>
                <c:pt idx="9783">
                  <c:v>2.48773</c:v>
                </c:pt>
                <c:pt idx="9784">
                  <c:v>2.4880399999999998</c:v>
                </c:pt>
                <c:pt idx="9785">
                  <c:v>2.4883500000000001</c:v>
                </c:pt>
                <c:pt idx="9786">
                  <c:v>2.4886499999999998</c:v>
                </c:pt>
                <c:pt idx="9787">
                  <c:v>2.4889600000000001</c:v>
                </c:pt>
                <c:pt idx="9788">
                  <c:v>2.4892599999999998</c:v>
                </c:pt>
                <c:pt idx="9789">
                  <c:v>2.4895700000000001</c:v>
                </c:pt>
                <c:pt idx="9790">
                  <c:v>2.4898699999999998</c:v>
                </c:pt>
                <c:pt idx="9791">
                  <c:v>2.4901800000000001</c:v>
                </c:pt>
                <c:pt idx="9792">
                  <c:v>2.4904799999999998</c:v>
                </c:pt>
                <c:pt idx="9793">
                  <c:v>2.4907900000000001</c:v>
                </c:pt>
                <c:pt idx="9794">
                  <c:v>2.4910899999999998</c:v>
                </c:pt>
                <c:pt idx="9795">
                  <c:v>2.4914000000000001</c:v>
                </c:pt>
                <c:pt idx="9796">
                  <c:v>2.4916999999999998</c:v>
                </c:pt>
                <c:pt idx="9797">
                  <c:v>2.4920100000000001</c:v>
                </c:pt>
                <c:pt idx="9798">
                  <c:v>2.4923199999999999</c:v>
                </c:pt>
                <c:pt idx="9799">
                  <c:v>2.4926200000000001</c:v>
                </c:pt>
                <c:pt idx="9800">
                  <c:v>2.4929299999999999</c:v>
                </c:pt>
                <c:pt idx="9801">
                  <c:v>2.4932300000000001</c:v>
                </c:pt>
                <c:pt idx="9802">
                  <c:v>2.4935399999999999</c:v>
                </c:pt>
                <c:pt idx="9803">
                  <c:v>2.4938400000000001</c:v>
                </c:pt>
                <c:pt idx="9804">
                  <c:v>2.4941499999999999</c:v>
                </c:pt>
                <c:pt idx="9805">
                  <c:v>2.4944500000000001</c:v>
                </c:pt>
                <c:pt idx="9806">
                  <c:v>2.4947599999999999</c:v>
                </c:pt>
                <c:pt idx="9807">
                  <c:v>2.4950600000000001</c:v>
                </c:pt>
                <c:pt idx="9808">
                  <c:v>2.4953699999999999</c:v>
                </c:pt>
                <c:pt idx="9809">
                  <c:v>2.4956700000000001</c:v>
                </c:pt>
                <c:pt idx="9810">
                  <c:v>2.4959799999999999</c:v>
                </c:pt>
                <c:pt idx="9811">
                  <c:v>2.4962900000000001</c:v>
                </c:pt>
                <c:pt idx="9812">
                  <c:v>2.4965899999999999</c:v>
                </c:pt>
                <c:pt idx="9813">
                  <c:v>2.4969000000000001</c:v>
                </c:pt>
                <c:pt idx="9814">
                  <c:v>2.4971999999999999</c:v>
                </c:pt>
                <c:pt idx="9815">
                  <c:v>2.4975100000000001</c:v>
                </c:pt>
                <c:pt idx="9816">
                  <c:v>2.4978099999999999</c:v>
                </c:pt>
                <c:pt idx="9817">
                  <c:v>2.4981200000000001</c:v>
                </c:pt>
                <c:pt idx="9818">
                  <c:v>2.4984199999999999</c:v>
                </c:pt>
                <c:pt idx="9819">
                  <c:v>2.4987300000000001</c:v>
                </c:pt>
                <c:pt idx="9820">
                  <c:v>2.4990299999999999</c:v>
                </c:pt>
                <c:pt idx="9821">
                  <c:v>2.4993400000000001</c:v>
                </c:pt>
                <c:pt idx="9822">
                  <c:v>2.4996399999999999</c:v>
                </c:pt>
                <c:pt idx="9823">
                  <c:v>2.4999500000000001</c:v>
                </c:pt>
                <c:pt idx="9824">
                  <c:v>2.5002599999999999</c:v>
                </c:pt>
                <c:pt idx="9825">
                  <c:v>2.5005600000000001</c:v>
                </c:pt>
                <c:pt idx="9826">
                  <c:v>2.5008699999999999</c:v>
                </c:pt>
                <c:pt idx="9827">
                  <c:v>2.5011700000000001</c:v>
                </c:pt>
                <c:pt idx="9828">
                  <c:v>2.5014799999999999</c:v>
                </c:pt>
                <c:pt idx="9829">
                  <c:v>2.5017800000000001</c:v>
                </c:pt>
                <c:pt idx="9830">
                  <c:v>2.5020899999999999</c:v>
                </c:pt>
                <c:pt idx="9831">
                  <c:v>2.5023900000000001</c:v>
                </c:pt>
                <c:pt idx="9832">
                  <c:v>2.5026999999999999</c:v>
                </c:pt>
                <c:pt idx="9833">
                  <c:v>2.5030000000000001</c:v>
                </c:pt>
                <c:pt idx="9834">
                  <c:v>2.5033099999999999</c:v>
                </c:pt>
                <c:pt idx="9835">
                  <c:v>2.5036200000000002</c:v>
                </c:pt>
                <c:pt idx="9836">
                  <c:v>2.5039199999999999</c:v>
                </c:pt>
                <c:pt idx="9837">
                  <c:v>2.5042300000000002</c:v>
                </c:pt>
                <c:pt idx="9838">
                  <c:v>2.5045299999999999</c:v>
                </c:pt>
                <c:pt idx="9839">
                  <c:v>2.5048400000000002</c:v>
                </c:pt>
                <c:pt idx="9840">
                  <c:v>2.5051399999999999</c:v>
                </c:pt>
                <c:pt idx="9841">
                  <c:v>2.5054500000000002</c:v>
                </c:pt>
                <c:pt idx="9842">
                  <c:v>2.5057499999999999</c:v>
                </c:pt>
                <c:pt idx="9843">
                  <c:v>2.5060600000000002</c:v>
                </c:pt>
                <c:pt idx="9844">
                  <c:v>2.5063599999999999</c:v>
                </c:pt>
                <c:pt idx="9845">
                  <c:v>2.5066700000000002</c:v>
                </c:pt>
                <c:pt idx="9846">
                  <c:v>2.5069699999999999</c:v>
                </c:pt>
                <c:pt idx="9847">
                  <c:v>2.5072800000000002</c:v>
                </c:pt>
                <c:pt idx="9848">
                  <c:v>2.50759</c:v>
                </c:pt>
                <c:pt idx="9849">
                  <c:v>2.5078900000000002</c:v>
                </c:pt>
                <c:pt idx="9850">
                  <c:v>2.5082</c:v>
                </c:pt>
                <c:pt idx="9851">
                  <c:v>2.5085000000000002</c:v>
                </c:pt>
                <c:pt idx="9852">
                  <c:v>2.50881</c:v>
                </c:pt>
                <c:pt idx="9853">
                  <c:v>2.5091100000000002</c:v>
                </c:pt>
                <c:pt idx="9854">
                  <c:v>2.50942</c:v>
                </c:pt>
                <c:pt idx="9855">
                  <c:v>2.5097200000000002</c:v>
                </c:pt>
                <c:pt idx="9856">
                  <c:v>2.51003</c:v>
                </c:pt>
                <c:pt idx="9857">
                  <c:v>2.5103300000000002</c:v>
                </c:pt>
                <c:pt idx="9858">
                  <c:v>2.51064</c:v>
                </c:pt>
                <c:pt idx="9859">
                  <c:v>2.5109400000000002</c:v>
                </c:pt>
                <c:pt idx="9860">
                  <c:v>2.51125</c:v>
                </c:pt>
                <c:pt idx="9861">
                  <c:v>2.5115599999999998</c:v>
                </c:pt>
                <c:pt idx="9862">
                  <c:v>2.51186</c:v>
                </c:pt>
                <c:pt idx="9863">
                  <c:v>2.5121699999999998</c:v>
                </c:pt>
                <c:pt idx="9864">
                  <c:v>2.51247</c:v>
                </c:pt>
                <c:pt idx="9865">
                  <c:v>2.5127799999999998</c:v>
                </c:pt>
                <c:pt idx="9866">
                  <c:v>2.51308</c:v>
                </c:pt>
                <c:pt idx="9867">
                  <c:v>2.5133899999999998</c:v>
                </c:pt>
                <c:pt idx="9868">
                  <c:v>2.51369</c:v>
                </c:pt>
                <c:pt idx="9869">
                  <c:v>2.5139999999999998</c:v>
                </c:pt>
                <c:pt idx="9870">
                  <c:v>2.5143</c:v>
                </c:pt>
                <c:pt idx="9871">
                  <c:v>2.5146099999999998</c:v>
                </c:pt>
                <c:pt idx="9872">
                  <c:v>2.51491</c:v>
                </c:pt>
                <c:pt idx="9873">
                  <c:v>2.5152199999999998</c:v>
                </c:pt>
                <c:pt idx="9874">
                  <c:v>2.51553</c:v>
                </c:pt>
                <c:pt idx="9875">
                  <c:v>2.5158299999999998</c:v>
                </c:pt>
                <c:pt idx="9876">
                  <c:v>2.51614</c:v>
                </c:pt>
                <c:pt idx="9877">
                  <c:v>2.5164399999999998</c:v>
                </c:pt>
                <c:pt idx="9878">
                  <c:v>2.51675</c:v>
                </c:pt>
                <c:pt idx="9879">
                  <c:v>2.5170499999999998</c:v>
                </c:pt>
                <c:pt idx="9880">
                  <c:v>2.51736</c:v>
                </c:pt>
                <c:pt idx="9881">
                  <c:v>2.5176599999999998</c:v>
                </c:pt>
                <c:pt idx="9882">
                  <c:v>2.51797</c:v>
                </c:pt>
                <c:pt idx="9883">
                  <c:v>2.5182699999999998</c:v>
                </c:pt>
                <c:pt idx="9884">
                  <c:v>2.51858</c:v>
                </c:pt>
                <c:pt idx="9885">
                  <c:v>2.5188799999999998</c:v>
                </c:pt>
                <c:pt idx="9886">
                  <c:v>2.51919</c:v>
                </c:pt>
                <c:pt idx="9887">
                  <c:v>2.5194999999999999</c:v>
                </c:pt>
                <c:pt idx="9888">
                  <c:v>2.5198</c:v>
                </c:pt>
                <c:pt idx="9889">
                  <c:v>2.5201099999999999</c:v>
                </c:pt>
                <c:pt idx="9890">
                  <c:v>2.52041</c:v>
                </c:pt>
                <c:pt idx="9891">
                  <c:v>2.5207199999999998</c:v>
                </c:pt>
                <c:pt idx="9892">
                  <c:v>2.52102</c:v>
                </c:pt>
                <c:pt idx="9893">
                  <c:v>2.5213299999999998</c:v>
                </c:pt>
                <c:pt idx="9894">
                  <c:v>2.52163</c:v>
                </c:pt>
                <c:pt idx="9895">
                  <c:v>2.5219399999999998</c:v>
                </c:pt>
                <c:pt idx="9896">
                  <c:v>2.52224</c:v>
                </c:pt>
                <c:pt idx="9897">
                  <c:v>2.5225499999999998</c:v>
                </c:pt>
                <c:pt idx="9898">
                  <c:v>2.5228600000000001</c:v>
                </c:pt>
                <c:pt idx="9899">
                  <c:v>2.5231599999999998</c:v>
                </c:pt>
                <c:pt idx="9900">
                  <c:v>2.5234700000000001</c:v>
                </c:pt>
                <c:pt idx="9901">
                  <c:v>2.5237699999999998</c:v>
                </c:pt>
                <c:pt idx="9902">
                  <c:v>2.5240800000000001</c:v>
                </c:pt>
                <c:pt idx="9903">
                  <c:v>2.5243799999999998</c:v>
                </c:pt>
                <c:pt idx="9904">
                  <c:v>2.5246900000000001</c:v>
                </c:pt>
                <c:pt idx="9905">
                  <c:v>2.5249899999999998</c:v>
                </c:pt>
                <c:pt idx="9906">
                  <c:v>2.5253000000000001</c:v>
                </c:pt>
                <c:pt idx="9907">
                  <c:v>2.5255999999999998</c:v>
                </c:pt>
                <c:pt idx="9908">
                  <c:v>2.5259100000000001</c:v>
                </c:pt>
                <c:pt idx="9909">
                  <c:v>2.5262099999999998</c:v>
                </c:pt>
                <c:pt idx="9910">
                  <c:v>2.5265200000000001</c:v>
                </c:pt>
                <c:pt idx="9911">
                  <c:v>2.5268299999999999</c:v>
                </c:pt>
                <c:pt idx="9912">
                  <c:v>2.5271300000000001</c:v>
                </c:pt>
                <c:pt idx="9913">
                  <c:v>2.5274399999999999</c:v>
                </c:pt>
                <c:pt idx="9914">
                  <c:v>2.5277400000000001</c:v>
                </c:pt>
                <c:pt idx="9915">
                  <c:v>2.5280499999999999</c:v>
                </c:pt>
                <c:pt idx="9916">
                  <c:v>2.5283500000000001</c:v>
                </c:pt>
                <c:pt idx="9917">
                  <c:v>2.5286599999999999</c:v>
                </c:pt>
                <c:pt idx="9918">
                  <c:v>2.5289600000000001</c:v>
                </c:pt>
                <c:pt idx="9919">
                  <c:v>2.5292699999999999</c:v>
                </c:pt>
                <c:pt idx="9920">
                  <c:v>2.5295700000000001</c:v>
                </c:pt>
                <c:pt idx="9921">
                  <c:v>2.5298799999999999</c:v>
                </c:pt>
                <c:pt idx="9922">
                  <c:v>2.5301800000000001</c:v>
                </c:pt>
                <c:pt idx="9923">
                  <c:v>2.5304899999999999</c:v>
                </c:pt>
                <c:pt idx="9924">
                  <c:v>2.5308000000000002</c:v>
                </c:pt>
                <c:pt idx="9925">
                  <c:v>2.5310999999999999</c:v>
                </c:pt>
                <c:pt idx="9926">
                  <c:v>2.5314100000000002</c:v>
                </c:pt>
                <c:pt idx="9927">
                  <c:v>2.5317099999999999</c:v>
                </c:pt>
                <c:pt idx="9928">
                  <c:v>2.5320200000000002</c:v>
                </c:pt>
                <c:pt idx="9929">
                  <c:v>2.5323199999999999</c:v>
                </c:pt>
                <c:pt idx="9930">
                  <c:v>2.5326300000000002</c:v>
                </c:pt>
                <c:pt idx="9931">
                  <c:v>2.5329299999999999</c:v>
                </c:pt>
                <c:pt idx="9932">
                  <c:v>2.5332400000000002</c:v>
                </c:pt>
                <c:pt idx="9933">
                  <c:v>2.5335399999999999</c:v>
                </c:pt>
                <c:pt idx="9934">
                  <c:v>2.5338500000000002</c:v>
                </c:pt>
                <c:pt idx="9935">
                  <c:v>2.5341499999999999</c:v>
                </c:pt>
                <c:pt idx="9936">
                  <c:v>2.5344600000000002</c:v>
                </c:pt>
                <c:pt idx="9937">
                  <c:v>2.53477</c:v>
                </c:pt>
                <c:pt idx="9938">
                  <c:v>2.5350700000000002</c:v>
                </c:pt>
                <c:pt idx="9939">
                  <c:v>2.53538</c:v>
                </c:pt>
                <c:pt idx="9940">
                  <c:v>2.5356800000000002</c:v>
                </c:pt>
                <c:pt idx="9941">
                  <c:v>2.53599</c:v>
                </c:pt>
                <c:pt idx="9942">
                  <c:v>2.5362900000000002</c:v>
                </c:pt>
                <c:pt idx="9943">
                  <c:v>2.5366</c:v>
                </c:pt>
                <c:pt idx="9944">
                  <c:v>2.5369000000000002</c:v>
                </c:pt>
                <c:pt idx="9945">
                  <c:v>2.53721</c:v>
                </c:pt>
                <c:pt idx="9946">
                  <c:v>2.5375100000000002</c:v>
                </c:pt>
                <c:pt idx="9947">
                  <c:v>2.53782</c:v>
                </c:pt>
                <c:pt idx="9948">
                  <c:v>2.5381300000000002</c:v>
                </c:pt>
                <c:pt idx="9949">
                  <c:v>2.53843</c:v>
                </c:pt>
                <c:pt idx="9950">
                  <c:v>2.5387400000000002</c:v>
                </c:pt>
                <c:pt idx="9951">
                  <c:v>2.53904</c:v>
                </c:pt>
                <c:pt idx="9952">
                  <c:v>2.5393500000000002</c:v>
                </c:pt>
                <c:pt idx="9953">
                  <c:v>2.53965</c:v>
                </c:pt>
                <c:pt idx="9954">
                  <c:v>2.5399600000000002</c:v>
                </c:pt>
                <c:pt idx="9955">
                  <c:v>2.54026</c:v>
                </c:pt>
                <c:pt idx="9956">
                  <c:v>2.5405700000000002</c:v>
                </c:pt>
                <c:pt idx="9957">
                  <c:v>2.54087</c:v>
                </c:pt>
                <c:pt idx="9958">
                  <c:v>2.5411800000000002</c:v>
                </c:pt>
                <c:pt idx="9959">
                  <c:v>2.54148</c:v>
                </c:pt>
                <c:pt idx="9960">
                  <c:v>2.5417900000000002</c:v>
                </c:pt>
                <c:pt idx="9961">
                  <c:v>2.5421</c:v>
                </c:pt>
                <c:pt idx="9962">
                  <c:v>2.5424000000000002</c:v>
                </c:pt>
                <c:pt idx="9963">
                  <c:v>2.54271</c:v>
                </c:pt>
                <c:pt idx="9964">
                  <c:v>2.5430100000000002</c:v>
                </c:pt>
                <c:pt idx="9965">
                  <c:v>2.54332</c:v>
                </c:pt>
                <c:pt idx="9966">
                  <c:v>2.5436200000000002</c:v>
                </c:pt>
                <c:pt idx="9967">
                  <c:v>2.54393</c:v>
                </c:pt>
                <c:pt idx="9968">
                  <c:v>2.5442300000000002</c:v>
                </c:pt>
                <c:pt idx="9969">
                  <c:v>2.54454</c:v>
                </c:pt>
                <c:pt idx="9970">
                  <c:v>2.5448400000000002</c:v>
                </c:pt>
                <c:pt idx="9971">
                  <c:v>2.54515</c:v>
                </c:pt>
                <c:pt idx="9972">
                  <c:v>2.5454500000000002</c:v>
                </c:pt>
                <c:pt idx="9973">
                  <c:v>2.54576</c:v>
                </c:pt>
                <c:pt idx="9974">
                  <c:v>2.5460699999999998</c:v>
                </c:pt>
                <c:pt idx="9975">
                  <c:v>2.54637</c:v>
                </c:pt>
                <c:pt idx="9976">
                  <c:v>2.5466799999999998</c:v>
                </c:pt>
                <c:pt idx="9977">
                  <c:v>2.54698</c:v>
                </c:pt>
                <c:pt idx="9978">
                  <c:v>2.5472899999999998</c:v>
                </c:pt>
                <c:pt idx="9979">
                  <c:v>2.54759</c:v>
                </c:pt>
                <c:pt idx="9980">
                  <c:v>2.5478999999999998</c:v>
                </c:pt>
                <c:pt idx="9981">
                  <c:v>2.5482</c:v>
                </c:pt>
                <c:pt idx="9982">
                  <c:v>2.5485099999999998</c:v>
                </c:pt>
                <c:pt idx="9983">
                  <c:v>2.54881</c:v>
                </c:pt>
                <c:pt idx="9984">
                  <c:v>2.5491199999999998</c:v>
                </c:pt>
                <c:pt idx="9985">
                  <c:v>2.54942</c:v>
                </c:pt>
                <c:pt idx="9986">
                  <c:v>2.5497299999999998</c:v>
                </c:pt>
                <c:pt idx="9987">
                  <c:v>2.5500400000000001</c:v>
                </c:pt>
                <c:pt idx="9988">
                  <c:v>2.5503399999999998</c:v>
                </c:pt>
                <c:pt idx="9989">
                  <c:v>2.5506500000000001</c:v>
                </c:pt>
                <c:pt idx="9990">
                  <c:v>2.5509499999999998</c:v>
                </c:pt>
                <c:pt idx="9991">
                  <c:v>2.5512600000000001</c:v>
                </c:pt>
                <c:pt idx="9992">
                  <c:v>2.5515599999999998</c:v>
                </c:pt>
                <c:pt idx="9993">
                  <c:v>2.5518700000000001</c:v>
                </c:pt>
                <c:pt idx="9994">
                  <c:v>2.5521699999999998</c:v>
                </c:pt>
                <c:pt idx="9995">
                  <c:v>2.5524800000000001</c:v>
                </c:pt>
                <c:pt idx="9996">
                  <c:v>2.5527799999999998</c:v>
                </c:pt>
                <c:pt idx="9997">
                  <c:v>2.5530900000000001</c:v>
                </c:pt>
                <c:pt idx="9998">
                  <c:v>2.5533899999999998</c:v>
                </c:pt>
                <c:pt idx="9999">
                  <c:v>2.5537000000000001</c:v>
                </c:pt>
                <c:pt idx="10000">
                  <c:v>2.5540099999999999</c:v>
                </c:pt>
                <c:pt idx="10001">
                  <c:v>2.5543100000000001</c:v>
                </c:pt>
                <c:pt idx="10002">
                  <c:v>2.5546199999999999</c:v>
                </c:pt>
                <c:pt idx="10003">
                  <c:v>2.5549200000000001</c:v>
                </c:pt>
                <c:pt idx="10004">
                  <c:v>2.5552299999999999</c:v>
                </c:pt>
                <c:pt idx="10005">
                  <c:v>2.5555300000000001</c:v>
                </c:pt>
                <c:pt idx="10006">
                  <c:v>2.5558399999999999</c:v>
                </c:pt>
                <c:pt idx="10007">
                  <c:v>2.5561400000000001</c:v>
                </c:pt>
                <c:pt idx="10008">
                  <c:v>2.5564499999999999</c:v>
                </c:pt>
                <c:pt idx="10009">
                  <c:v>2.5567500000000001</c:v>
                </c:pt>
                <c:pt idx="10010">
                  <c:v>2.5570599999999999</c:v>
                </c:pt>
                <c:pt idx="10011">
                  <c:v>2.5573700000000001</c:v>
                </c:pt>
                <c:pt idx="10012">
                  <c:v>2.5576699999999999</c:v>
                </c:pt>
                <c:pt idx="10013">
                  <c:v>2.5579800000000001</c:v>
                </c:pt>
                <c:pt idx="10014">
                  <c:v>2.5582799999999999</c:v>
                </c:pt>
                <c:pt idx="10015">
                  <c:v>2.5585900000000001</c:v>
                </c:pt>
                <c:pt idx="10016">
                  <c:v>2.5588899999999999</c:v>
                </c:pt>
                <c:pt idx="10017">
                  <c:v>2.5592000000000001</c:v>
                </c:pt>
                <c:pt idx="10018">
                  <c:v>2.5594999999999999</c:v>
                </c:pt>
                <c:pt idx="10019">
                  <c:v>2.5598100000000001</c:v>
                </c:pt>
                <c:pt idx="10020">
                  <c:v>2.5601099999999999</c:v>
                </c:pt>
                <c:pt idx="10021">
                  <c:v>2.5604200000000001</c:v>
                </c:pt>
                <c:pt idx="10022">
                  <c:v>2.5607199999999999</c:v>
                </c:pt>
                <c:pt idx="10023">
                  <c:v>2.5610300000000001</c:v>
                </c:pt>
                <c:pt idx="10024">
                  <c:v>2.56134</c:v>
                </c:pt>
                <c:pt idx="10025">
                  <c:v>2.5616400000000001</c:v>
                </c:pt>
                <c:pt idx="10026">
                  <c:v>2.5619499999999999</c:v>
                </c:pt>
                <c:pt idx="10027">
                  <c:v>2.5622500000000001</c:v>
                </c:pt>
                <c:pt idx="10028">
                  <c:v>2.5625599999999999</c:v>
                </c:pt>
                <c:pt idx="10029">
                  <c:v>2.5628600000000001</c:v>
                </c:pt>
                <c:pt idx="10030">
                  <c:v>2.5631699999999999</c:v>
                </c:pt>
                <c:pt idx="10031">
                  <c:v>2.5634700000000001</c:v>
                </c:pt>
                <c:pt idx="10032">
                  <c:v>2.5637799999999999</c:v>
                </c:pt>
                <c:pt idx="10033">
                  <c:v>2.5640800000000001</c:v>
                </c:pt>
                <c:pt idx="10034">
                  <c:v>2.5643899999999999</c:v>
                </c:pt>
                <c:pt idx="10035">
                  <c:v>2.5646900000000001</c:v>
                </c:pt>
                <c:pt idx="10036">
                  <c:v>2.5649999999999999</c:v>
                </c:pt>
                <c:pt idx="10037">
                  <c:v>2.5653100000000002</c:v>
                </c:pt>
                <c:pt idx="10038">
                  <c:v>2.5656099999999999</c:v>
                </c:pt>
                <c:pt idx="10039">
                  <c:v>2.5659200000000002</c:v>
                </c:pt>
                <c:pt idx="10040">
                  <c:v>2.5662199999999999</c:v>
                </c:pt>
                <c:pt idx="10041">
                  <c:v>2.5665300000000002</c:v>
                </c:pt>
                <c:pt idx="10042">
                  <c:v>2.5668299999999999</c:v>
                </c:pt>
                <c:pt idx="10043">
                  <c:v>2.5671400000000002</c:v>
                </c:pt>
                <c:pt idx="10044">
                  <c:v>2.5674399999999999</c:v>
                </c:pt>
                <c:pt idx="10045">
                  <c:v>2.5677500000000002</c:v>
                </c:pt>
                <c:pt idx="10046">
                  <c:v>2.5680499999999999</c:v>
                </c:pt>
                <c:pt idx="10047">
                  <c:v>2.5683600000000002</c:v>
                </c:pt>
                <c:pt idx="10048">
                  <c:v>2.5686599999999999</c:v>
                </c:pt>
                <c:pt idx="10049">
                  <c:v>2.5689700000000002</c:v>
                </c:pt>
                <c:pt idx="10050">
                  <c:v>2.56928</c:v>
                </c:pt>
                <c:pt idx="10051">
                  <c:v>2.5695800000000002</c:v>
                </c:pt>
                <c:pt idx="10052">
                  <c:v>2.56989</c:v>
                </c:pt>
                <c:pt idx="10053">
                  <c:v>2.5701900000000002</c:v>
                </c:pt>
                <c:pt idx="10054">
                  <c:v>2.5705</c:v>
                </c:pt>
                <c:pt idx="10055">
                  <c:v>2.5708000000000002</c:v>
                </c:pt>
                <c:pt idx="10056">
                  <c:v>2.57111</c:v>
                </c:pt>
                <c:pt idx="10057">
                  <c:v>2.5714100000000002</c:v>
                </c:pt>
                <c:pt idx="10058">
                  <c:v>2.57172</c:v>
                </c:pt>
                <c:pt idx="10059">
                  <c:v>2.5720200000000002</c:v>
                </c:pt>
                <c:pt idx="10060">
                  <c:v>2.57233</c:v>
                </c:pt>
                <c:pt idx="10061">
                  <c:v>2.5726300000000002</c:v>
                </c:pt>
                <c:pt idx="10062">
                  <c:v>2.57294</c:v>
                </c:pt>
                <c:pt idx="10063">
                  <c:v>2.5732499999999998</c:v>
                </c:pt>
                <c:pt idx="10064">
                  <c:v>2.57355</c:v>
                </c:pt>
                <c:pt idx="10065">
                  <c:v>2.5738599999999998</c:v>
                </c:pt>
                <c:pt idx="10066">
                  <c:v>2.57416</c:v>
                </c:pt>
                <c:pt idx="10067">
                  <c:v>2.5744699999999998</c:v>
                </c:pt>
                <c:pt idx="10068">
                  <c:v>2.57477</c:v>
                </c:pt>
                <c:pt idx="10069">
                  <c:v>2.5750799999999998</c:v>
                </c:pt>
                <c:pt idx="10070">
                  <c:v>2.57538</c:v>
                </c:pt>
                <c:pt idx="10071">
                  <c:v>2.5756899999999998</c:v>
                </c:pt>
                <c:pt idx="10072">
                  <c:v>2.57599</c:v>
                </c:pt>
                <c:pt idx="10073">
                  <c:v>2.5762999999999998</c:v>
                </c:pt>
                <c:pt idx="10074">
                  <c:v>2.5766100000000001</c:v>
                </c:pt>
                <c:pt idx="10075">
                  <c:v>2.5769099999999998</c:v>
                </c:pt>
                <c:pt idx="10076">
                  <c:v>2.5772200000000001</c:v>
                </c:pt>
                <c:pt idx="10077">
                  <c:v>2.5775199999999998</c:v>
                </c:pt>
                <c:pt idx="10078">
                  <c:v>2.5778300000000001</c:v>
                </c:pt>
                <c:pt idx="10079">
                  <c:v>2.5781299999999998</c:v>
                </c:pt>
                <c:pt idx="10080">
                  <c:v>2.5784400000000001</c:v>
                </c:pt>
                <c:pt idx="10081">
                  <c:v>2.5787399999999998</c:v>
                </c:pt>
                <c:pt idx="10082">
                  <c:v>2.5790500000000001</c:v>
                </c:pt>
                <c:pt idx="10083">
                  <c:v>2.5793499999999998</c:v>
                </c:pt>
                <c:pt idx="10084">
                  <c:v>2.5796600000000001</c:v>
                </c:pt>
                <c:pt idx="10085">
                  <c:v>2.5799599999999998</c:v>
                </c:pt>
                <c:pt idx="10086">
                  <c:v>2.5802700000000001</c:v>
                </c:pt>
                <c:pt idx="10087">
                  <c:v>2.5805799999999999</c:v>
                </c:pt>
                <c:pt idx="10088">
                  <c:v>2.5808800000000001</c:v>
                </c:pt>
                <c:pt idx="10089">
                  <c:v>2.5811899999999999</c:v>
                </c:pt>
                <c:pt idx="10090">
                  <c:v>2.5814900000000001</c:v>
                </c:pt>
                <c:pt idx="10091">
                  <c:v>2.5817999999999999</c:v>
                </c:pt>
                <c:pt idx="10092">
                  <c:v>2.5821000000000001</c:v>
                </c:pt>
                <c:pt idx="10093">
                  <c:v>2.5824099999999999</c:v>
                </c:pt>
                <c:pt idx="10094">
                  <c:v>2.5827100000000001</c:v>
                </c:pt>
                <c:pt idx="10095">
                  <c:v>2.5830199999999999</c:v>
                </c:pt>
                <c:pt idx="10096">
                  <c:v>2.5833200000000001</c:v>
                </c:pt>
                <c:pt idx="10097">
                  <c:v>2.5836299999999999</c:v>
                </c:pt>
                <c:pt idx="10098">
                  <c:v>2.5839300000000001</c:v>
                </c:pt>
                <c:pt idx="10099">
                  <c:v>2.5842399999999999</c:v>
                </c:pt>
                <c:pt idx="10100">
                  <c:v>2.5845500000000001</c:v>
                </c:pt>
                <c:pt idx="10101">
                  <c:v>2.5848499999999999</c:v>
                </c:pt>
                <c:pt idx="10102">
                  <c:v>2.5851600000000001</c:v>
                </c:pt>
                <c:pt idx="10103">
                  <c:v>2.5854599999999999</c:v>
                </c:pt>
                <c:pt idx="10104">
                  <c:v>2.5857700000000001</c:v>
                </c:pt>
                <c:pt idx="10105">
                  <c:v>2.5860699999999999</c:v>
                </c:pt>
                <c:pt idx="10106">
                  <c:v>2.5863800000000001</c:v>
                </c:pt>
                <c:pt idx="10107">
                  <c:v>2.5866799999999999</c:v>
                </c:pt>
                <c:pt idx="10108">
                  <c:v>2.5869900000000001</c:v>
                </c:pt>
                <c:pt idx="10109">
                  <c:v>2.5872899999999999</c:v>
                </c:pt>
                <c:pt idx="10110">
                  <c:v>2.5876000000000001</c:v>
                </c:pt>
                <c:pt idx="10111">
                  <c:v>2.5878999999999999</c:v>
                </c:pt>
                <c:pt idx="10112">
                  <c:v>2.5882100000000001</c:v>
                </c:pt>
                <c:pt idx="10113">
                  <c:v>2.5885199999999999</c:v>
                </c:pt>
                <c:pt idx="10114">
                  <c:v>2.5888200000000001</c:v>
                </c:pt>
                <c:pt idx="10115">
                  <c:v>2.5891299999999999</c:v>
                </c:pt>
                <c:pt idx="10116">
                  <c:v>2.5894300000000001</c:v>
                </c:pt>
                <c:pt idx="10117">
                  <c:v>2.5897399999999999</c:v>
                </c:pt>
                <c:pt idx="10118">
                  <c:v>2.5900400000000001</c:v>
                </c:pt>
                <c:pt idx="10119">
                  <c:v>2.5903499999999999</c:v>
                </c:pt>
                <c:pt idx="10120">
                  <c:v>2.5906500000000001</c:v>
                </c:pt>
                <c:pt idx="10121">
                  <c:v>2.5909599999999999</c:v>
                </c:pt>
                <c:pt idx="10122">
                  <c:v>2.5912600000000001</c:v>
                </c:pt>
                <c:pt idx="10123">
                  <c:v>2.5915699999999999</c:v>
                </c:pt>
                <c:pt idx="10124">
                  <c:v>2.5918800000000002</c:v>
                </c:pt>
                <c:pt idx="10125">
                  <c:v>2.5921799999999999</c:v>
                </c:pt>
                <c:pt idx="10126">
                  <c:v>2.5924900000000002</c:v>
                </c:pt>
                <c:pt idx="10127">
                  <c:v>2.5927899999999999</c:v>
                </c:pt>
                <c:pt idx="10128">
                  <c:v>2.5931000000000002</c:v>
                </c:pt>
                <c:pt idx="10129">
                  <c:v>2.5933999999999999</c:v>
                </c:pt>
                <c:pt idx="10130">
                  <c:v>2.5937100000000002</c:v>
                </c:pt>
                <c:pt idx="10131">
                  <c:v>2.5940099999999999</c:v>
                </c:pt>
                <c:pt idx="10132">
                  <c:v>2.5943200000000002</c:v>
                </c:pt>
                <c:pt idx="10133">
                  <c:v>2.5946199999999999</c:v>
                </c:pt>
                <c:pt idx="10134">
                  <c:v>2.5949300000000002</c:v>
                </c:pt>
                <c:pt idx="10135">
                  <c:v>2.5952299999999999</c:v>
                </c:pt>
                <c:pt idx="10136">
                  <c:v>2.5955400000000002</c:v>
                </c:pt>
                <c:pt idx="10137">
                  <c:v>2.59585</c:v>
                </c:pt>
                <c:pt idx="10138">
                  <c:v>2.5961500000000002</c:v>
                </c:pt>
                <c:pt idx="10139">
                  <c:v>2.59646</c:v>
                </c:pt>
                <c:pt idx="10140">
                  <c:v>2.5967600000000002</c:v>
                </c:pt>
                <c:pt idx="10141">
                  <c:v>2.59707</c:v>
                </c:pt>
                <c:pt idx="10142">
                  <c:v>2.5973700000000002</c:v>
                </c:pt>
                <c:pt idx="10143">
                  <c:v>2.59768</c:v>
                </c:pt>
                <c:pt idx="10144">
                  <c:v>2.5979800000000002</c:v>
                </c:pt>
                <c:pt idx="10145">
                  <c:v>2.59829</c:v>
                </c:pt>
                <c:pt idx="10146">
                  <c:v>2.5985900000000002</c:v>
                </c:pt>
                <c:pt idx="10147">
                  <c:v>2.5989</c:v>
                </c:pt>
                <c:pt idx="10148">
                  <c:v>2.5992000000000002</c:v>
                </c:pt>
                <c:pt idx="10149">
                  <c:v>2.59951</c:v>
                </c:pt>
                <c:pt idx="10150">
                  <c:v>2.5998199999999998</c:v>
                </c:pt>
                <c:pt idx="10151">
                  <c:v>2.60012</c:v>
                </c:pt>
                <c:pt idx="10152">
                  <c:v>2.6004299999999998</c:v>
                </c:pt>
                <c:pt idx="10153">
                  <c:v>2.60073</c:v>
                </c:pt>
                <c:pt idx="10154">
                  <c:v>2.6010399999999998</c:v>
                </c:pt>
                <c:pt idx="10155">
                  <c:v>2.60134</c:v>
                </c:pt>
                <c:pt idx="10156">
                  <c:v>2.6016499999999998</c:v>
                </c:pt>
                <c:pt idx="10157">
                  <c:v>2.60195</c:v>
                </c:pt>
                <c:pt idx="10158">
                  <c:v>2.6022599999999998</c:v>
                </c:pt>
                <c:pt idx="10159">
                  <c:v>2.60256</c:v>
                </c:pt>
                <c:pt idx="10160">
                  <c:v>2.6028699999999998</c:v>
                </c:pt>
                <c:pt idx="10161">
                  <c:v>2.60317</c:v>
                </c:pt>
                <c:pt idx="10162">
                  <c:v>2.6034799999999998</c:v>
                </c:pt>
                <c:pt idx="10163">
                  <c:v>2.60379</c:v>
                </c:pt>
                <c:pt idx="10164">
                  <c:v>2.6040899999999998</c:v>
                </c:pt>
                <c:pt idx="10165">
                  <c:v>2.6044</c:v>
                </c:pt>
                <c:pt idx="10166">
                  <c:v>2.6046999999999998</c:v>
                </c:pt>
                <c:pt idx="10167">
                  <c:v>2.60501</c:v>
                </c:pt>
                <c:pt idx="10168">
                  <c:v>2.6053099999999998</c:v>
                </c:pt>
                <c:pt idx="10169">
                  <c:v>2.60562</c:v>
                </c:pt>
                <c:pt idx="10170">
                  <c:v>2.6059199999999998</c:v>
                </c:pt>
                <c:pt idx="10171">
                  <c:v>2.60623</c:v>
                </c:pt>
                <c:pt idx="10172">
                  <c:v>2.6065299999999998</c:v>
                </c:pt>
                <c:pt idx="10173">
                  <c:v>2.60684</c:v>
                </c:pt>
                <c:pt idx="10174">
                  <c:v>2.6071399999999998</c:v>
                </c:pt>
                <c:pt idx="10175">
                  <c:v>2.60745</c:v>
                </c:pt>
                <c:pt idx="10176">
                  <c:v>2.6077599999999999</c:v>
                </c:pt>
                <c:pt idx="10177">
                  <c:v>2.60806</c:v>
                </c:pt>
                <c:pt idx="10178">
                  <c:v>2.6083699999999999</c:v>
                </c:pt>
                <c:pt idx="10179">
                  <c:v>2.60867</c:v>
                </c:pt>
                <c:pt idx="10180">
                  <c:v>2.6089799999999999</c:v>
                </c:pt>
                <c:pt idx="10181">
                  <c:v>2.60928</c:v>
                </c:pt>
                <c:pt idx="10182">
                  <c:v>2.6095899999999999</c:v>
                </c:pt>
                <c:pt idx="10183">
                  <c:v>2.60989</c:v>
                </c:pt>
                <c:pt idx="10184">
                  <c:v>2.6101999999999999</c:v>
                </c:pt>
                <c:pt idx="10185">
                  <c:v>2.6105</c:v>
                </c:pt>
                <c:pt idx="10186">
                  <c:v>2.6108099999999999</c:v>
                </c:pt>
                <c:pt idx="10187">
                  <c:v>2.6111200000000001</c:v>
                </c:pt>
                <c:pt idx="10188">
                  <c:v>2.6114199999999999</c:v>
                </c:pt>
                <c:pt idx="10189">
                  <c:v>2.6117300000000001</c:v>
                </c:pt>
                <c:pt idx="10190">
                  <c:v>2.6120299999999999</c:v>
                </c:pt>
                <c:pt idx="10191">
                  <c:v>2.6123400000000001</c:v>
                </c:pt>
                <c:pt idx="10192">
                  <c:v>2.6126399999999999</c:v>
                </c:pt>
                <c:pt idx="10193">
                  <c:v>2.6129500000000001</c:v>
                </c:pt>
                <c:pt idx="10194">
                  <c:v>2.6132499999999999</c:v>
                </c:pt>
                <c:pt idx="10195">
                  <c:v>2.6135600000000001</c:v>
                </c:pt>
                <c:pt idx="10196">
                  <c:v>2.6138599999999999</c:v>
                </c:pt>
                <c:pt idx="10197">
                  <c:v>2.6141700000000001</c:v>
                </c:pt>
                <c:pt idx="10198">
                  <c:v>2.6144699999999998</c:v>
                </c:pt>
                <c:pt idx="10199">
                  <c:v>2.6147800000000001</c:v>
                </c:pt>
                <c:pt idx="10200">
                  <c:v>2.6150899999999999</c:v>
                </c:pt>
                <c:pt idx="10201">
                  <c:v>2.6153900000000001</c:v>
                </c:pt>
                <c:pt idx="10202">
                  <c:v>2.6156999999999999</c:v>
                </c:pt>
                <c:pt idx="10203">
                  <c:v>2.6160000000000001</c:v>
                </c:pt>
                <c:pt idx="10204">
                  <c:v>2.6163099999999999</c:v>
                </c:pt>
                <c:pt idx="10205">
                  <c:v>2.6166100000000001</c:v>
                </c:pt>
                <c:pt idx="10206">
                  <c:v>2.6169199999999999</c:v>
                </c:pt>
                <c:pt idx="10207">
                  <c:v>2.6172200000000001</c:v>
                </c:pt>
                <c:pt idx="10208">
                  <c:v>2.6175299999999999</c:v>
                </c:pt>
                <c:pt idx="10209">
                  <c:v>2.6178300000000001</c:v>
                </c:pt>
                <c:pt idx="10210">
                  <c:v>2.6181399999999999</c:v>
                </c:pt>
                <c:pt idx="10211">
                  <c:v>2.6184400000000001</c:v>
                </c:pt>
                <c:pt idx="10212">
                  <c:v>2.6187499999999999</c:v>
                </c:pt>
                <c:pt idx="10213">
                  <c:v>2.6190600000000002</c:v>
                </c:pt>
                <c:pt idx="10214">
                  <c:v>2.6193599999999999</c:v>
                </c:pt>
                <c:pt idx="10215">
                  <c:v>2.6196700000000002</c:v>
                </c:pt>
                <c:pt idx="10216">
                  <c:v>2.6199699999999999</c:v>
                </c:pt>
                <c:pt idx="10217">
                  <c:v>2.6202800000000002</c:v>
                </c:pt>
                <c:pt idx="10218">
                  <c:v>2.6205799999999999</c:v>
                </c:pt>
                <c:pt idx="10219">
                  <c:v>2.6208900000000002</c:v>
                </c:pt>
                <c:pt idx="10220">
                  <c:v>2.6211899999999999</c:v>
                </c:pt>
                <c:pt idx="10221">
                  <c:v>2.6215000000000002</c:v>
                </c:pt>
                <c:pt idx="10222">
                  <c:v>2.6217999999999999</c:v>
                </c:pt>
                <c:pt idx="10223">
                  <c:v>2.6221100000000002</c:v>
                </c:pt>
                <c:pt idx="10224">
                  <c:v>2.6224099999999999</c:v>
                </c:pt>
                <c:pt idx="10225">
                  <c:v>2.6227200000000002</c:v>
                </c:pt>
                <c:pt idx="10226">
                  <c:v>2.62303</c:v>
                </c:pt>
                <c:pt idx="10227">
                  <c:v>2.6233300000000002</c:v>
                </c:pt>
                <c:pt idx="10228">
                  <c:v>2.62364</c:v>
                </c:pt>
                <c:pt idx="10229">
                  <c:v>2.6239400000000002</c:v>
                </c:pt>
                <c:pt idx="10230">
                  <c:v>2.62425</c:v>
                </c:pt>
                <c:pt idx="10231">
                  <c:v>2.6245500000000002</c:v>
                </c:pt>
                <c:pt idx="10232">
                  <c:v>2.62486</c:v>
                </c:pt>
                <c:pt idx="10233">
                  <c:v>2.6251600000000002</c:v>
                </c:pt>
                <c:pt idx="10234">
                  <c:v>2.62547</c:v>
                </c:pt>
                <c:pt idx="10235">
                  <c:v>2.6257700000000002</c:v>
                </c:pt>
                <c:pt idx="10236">
                  <c:v>2.62608</c:v>
                </c:pt>
                <c:pt idx="10237">
                  <c:v>2.6263800000000002</c:v>
                </c:pt>
                <c:pt idx="10238">
                  <c:v>2.62669</c:v>
                </c:pt>
                <c:pt idx="10239">
                  <c:v>2.6269999999999998</c:v>
                </c:pt>
                <c:pt idx="10240">
                  <c:v>2.6273</c:v>
                </c:pt>
                <c:pt idx="10241">
                  <c:v>2.6276099999999998</c:v>
                </c:pt>
                <c:pt idx="10242">
                  <c:v>2.62791</c:v>
                </c:pt>
                <c:pt idx="10243">
                  <c:v>2.6282199999999998</c:v>
                </c:pt>
                <c:pt idx="10244">
                  <c:v>2.62852</c:v>
                </c:pt>
                <c:pt idx="10245">
                  <c:v>2.6288299999999998</c:v>
                </c:pt>
                <c:pt idx="10246">
                  <c:v>2.62913</c:v>
                </c:pt>
                <c:pt idx="10247">
                  <c:v>2.6294400000000002</c:v>
                </c:pt>
                <c:pt idx="10248">
                  <c:v>2.62974</c:v>
                </c:pt>
                <c:pt idx="10249">
                  <c:v>2.6300500000000002</c:v>
                </c:pt>
                <c:pt idx="10250">
                  <c:v>2.63036</c:v>
                </c:pt>
                <c:pt idx="10251">
                  <c:v>2.6306600000000002</c:v>
                </c:pt>
                <c:pt idx="10252">
                  <c:v>2.63097</c:v>
                </c:pt>
                <c:pt idx="10253">
                  <c:v>2.6312700000000002</c:v>
                </c:pt>
                <c:pt idx="10254">
                  <c:v>2.63158</c:v>
                </c:pt>
                <c:pt idx="10255">
                  <c:v>2.6318800000000002</c:v>
                </c:pt>
                <c:pt idx="10256">
                  <c:v>2.63219</c:v>
                </c:pt>
                <c:pt idx="10257">
                  <c:v>2.6324900000000002</c:v>
                </c:pt>
                <c:pt idx="10258">
                  <c:v>2.6328</c:v>
                </c:pt>
                <c:pt idx="10259">
                  <c:v>2.6331000000000002</c:v>
                </c:pt>
                <c:pt idx="10260">
                  <c:v>2.63341</c:v>
                </c:pt>
                <c:pt idx="10261">
                  <c:v>2.6337100000000002</c:v>
                </c:pt>
                <c:pt idx="10262">
                  <c:v>2.63402</c:v>
                </c:pt>
                <c:pt idx="10263">
                  <c:v>2.6343299999999998</c:v>
                </c:pt>
                <c:pt idx="10264">
                  <c:v>2.63463</c:v>
                </c:pt>
                <c:pt idx="10265">
                  <c:v>2.6349399999999998</c:v>
                </c:pt>
                <c:pt idx="10266">
                  <c:v>2.63524</c:v>
                </c:pt>
                <c:pt idx="10267">
                  <c:v>2.6355499999999998</c:v>
                </c:pt>
                <c:pt idx="10268">
                  <c:v>2.63585</c:v>
                </c:pt>
                <c:pt idx="10269">
                  <c:v>2.6361599999999998</c:v>
                </c:pt>
                <c:pt idx="10270">
                  <c:v>2.63646</c:v>
                </c:pt>
                <c:pt idx="10271">
                  <c:v>2.6367699999999998</c:v>
                </c:pt>
                <c:pt idx="10272">
                  <c:v>2.63707</c:v>
                </c:pt>
                <c:pt idx="10273">
                  <c:v>2.6373799999999998</c:v>
                </c:pt>
                <c:pt idx="10274">
                  <c:v>2.63768</c:v>
                </c:pt>
                <c:pt idx="10275">
                  <c:v>2.6379899999999998</c:v>
                </c:pt>
                <c:pt idx="10276">
                  <c:v>2.6383000000000001</c:v>
                </c:pt>
                <c:pt idx="10277">
                  <c:v>2.6385999999999998</c:v>
                </c:pt>
                <c:pt idx="10278">
                  <c:v>2.6389100000000001</c:v>
                </c:pt>
                <c:pt idx="10279">
                  <c:v>2.6392099999999998</c:v>
                </c:pt>
                <c:pt idx="10280">
                  <c:v>2.6395200000000001</c:v>
                </c:pt>
                <c:pt idx="10281">
                  <c:v>2.6398199999999998</c:v>
                </c:pt>
                <c:pt idx="10282">
                  <c:v>2.6401300000000001</c:v>
                </c:pt>
                <c:pt idx="10283">
                  <c:v>2.6404299999999998</c:v>
                </c:pt>
                <c:pt idx="10284">
                  <c:v>2.6407400000000001</c:v>
                </c:pt>
                <c:pt idx="10285">
                  <c:v>2.6410399999999998</c:v>
                </c:pt>
                <c:pt idx="10286">
                  <c:v>2.6413500000000001</c:v>
                </c:pt>
                <c:pt idx="10287">
                  <c:v>2.6416499999999998</c:v>
                </c:pt>
                <c:pt idx="10288">
                  <c:v>2.6419600000000001</c:v>
                </c:pt>
                <c:pt idx="10289">
                  <c:v>2.6422699999999999</c:v>
                </c:pt>
                <c:pt idx="10290">
                  <c:v>2.6425700000000001</c:v>
                </c:pt>
                <c:pt idx="10291">
                  <c:v>2.6428799999999999</c:v>
                </c:pt>
                <c:pt idx="10292">
                  <c:v>2.6431800000000001</c:v>
                </c:pt>
                <c:pt idx="10293">
                  <c:v>2.6434899999999999</c:v>
                </c:pt>
                <c:pt idx="10294">
                  <c:v>2.6437900000000001</c:v>
                </c:pt>
                <c:pt idx="10295">
                  <c:v>2.6440999999999999</c:v>
                </c:pt>
                <c:pt idx="10296">
                  <c:v>2.6444000000000001</c:v>
                </c:pt>
                <c:pt idx="10297">
                  <c:v>2.6447099999999999</c:v>
                </c:pt>
                <c:pt idx="10298">
                  <c:v>2.6450100000000001</c:v>
                </c:pt>
                <c:pt idx="10299">
                  <c:v>2.6453199999999999</c:v>
                </c:pt>
                <c:pt idx="10300">
                  <c:v>2.6456300000000001</c:v>
                </c:pt>
                <c:pt idx="10301">
                  <c:v>2.6459299999999999</c:v>
                </c:pt>
                <c:pt idx="10302">
                  <c:v>2.6462400000000001</c:v>
                </c:pt>
                <c:pt idx="10303">
                  <c:v>2.6465399999999999</c:v>
                </c:pt>
                <c:pt idx="10304">
                  <c:v>2.6468500000000001</c:v>
                </c:pt>
                <c:pt idx="10305">
                  <c:v>2.6471499999999999</c:v>
                </c:pt>
                <c:pt idx="10306">
                  <c:v>2.6474600000000001</c:v>
                </c:pt>
                <c:pt idx="10307">
                  <c:v>2.6477599999999999</c:v>
                </c:pt>
                <c:pt idx="10308">
                  <c:v>2.6480700000000001</c:v>
                </c:pt>
                <c:pt idx="10309">
                  <c:v>2.6483699999999999</c:v>
                </c:pt>
                <c:pt idx="10310">
                  <c:v>2.6486800000000001</c:v>
                </c:pt>
                <c:pt idx="10311">
                  <c:v>2.6489799999999999</c:v>
                </c:pt>
                <c:pt idx="10312">
                  <c:v>2.6492900000000001</c:v>
                </c:pt>
                <c:pt idx="10313">
                  <c:v>2.6496</c:v>
                </c:pt>
                <c:pt idx="10314">
                  <c:v>2.6499000000000001</c:v>
                </c:pt>
                <c:pt idx="10315">
                  <c:v>2.65021</c:v>
                </c:pt>
                <c:pt idx="10316">
                  <c:v>2.6505100000000001</c:v>
                </c:pt>
                <c:pt idx="10317">
                  <c:v>2.65082</c:v>
                </c:pt>
                <c:pt idx="10318">
                  <c:v>2.6511200000000001</c:v>
                </c:pt>
                <c:pt idx="10319">
                  <c:v>2.65143</c:v>
                </c:pt>
                <c:pt idx="10320">
                  <c:v>2.6517300000000001</c:v>
                </c:pt>
                <c:pt idx="10321">
                  <c:v>2.65204</c:v>
                </c:pt>
                <c:pt idx="10322">
                  <c:v>2.6523400000000001</c:v>
                </c:pt>
                <c:pt idx="10323">
                  <c:v>2.65265</c:v>
                </c:pt>
                <c:pt idx="10324">
                  <c:v>2.6529500000000001</c:v>
                </c:pt>
                <c:pt idx="10325">
                  <c:v>2.65326</c:v>
                </c:pt>
                <c:pt idx="10326">
                  <c:v>2.6535700000000002</c:v>
                </c:pt>
                <c:pt idx="10327">
                  <c:v>2.65387</c:v>
                </c:pt>
                <c:pt idx="10328">
                  <c:v>2.6541800000000002</c:v>
                </c:pt>
                <c:pt idx="10329">
                  <c:v>2.65448</c:v>
                </c:pt>
                <c:pt idx="10330">
                  <c:v>2.6547900000000002</c:v>
                </c:pt>
                <c:pt idx="10331">
                  <c:v>2.65509</c:v>
                </c:pt>
                <c:pt idx="10332">
                  <c:v>2.6554000000000002</c:v>
                </c:pt>
                <c:pt idx="10333">
                  <c:v>2.6556999999999999</c:v>
                </c:pt>
                <c:pt idx="10334">
                  <c:v>2.6560100000000002</c:v>
                </c:pt>
                <c:pt idx="10335">
                  <c:v>2.6563099999999999</c:v>
                </c:pt>
                <c:pt idx="10336">
                  <c:v>2.6566200000000002</c:v>
                </c:pt>
                <c:pt idx="10337">
                  <c:v>2.6569199999999999</c:v>
                </c:pt>
                <c:pt idx="10338">
                  <c:v>2.6572300000000002</c:v>
                </c:pt>
                <c:pt idx="10339">
                  <c:v>2.65754</c:v>
                </c:pt>
                <c:pt idx="10340">
                  <c:v>2.6578400000000002</c:v>
                </c:pt>
                <c:pt idx="10341">
                  <c:v>2.65815</c:v>
                </c:pt>
                <c:pt idx="10342">
                  <c:v>2.6584500000000002</c:v>
                </c:pt>
                <c:pt idx="10343">
                  <c:v>2.65876</c:v>
                </c:pt>
                <c:pt idx="10344">
                  <c:v>2.6590600000000002</c:v>
                </c:pt>
                <c:pt idx="10345">
                  <c:v>2.65937</c:v>
                </c:pt>
                <c:pt idx="10346">
                  <c:v>2.6596700000000002</c:v>
                </c:pt>
                <c:pt idx="10347">
                  <c:v>2.65998</c:v>
                </c:pt>
                <c:pt idx="10348">
                  <c:v>2.6602800000000002</c:v>
                </c:pt>
                <c:pt idx="10349">
                  <c:v>2.66059</c:v>
                </c:pt>
                <c:pt idx="10350">
                  <c:v>2.6608900000000002</c:v>
                </c:pt>
                <c:pt idx="10351">
                  <c:v>2.6612</c:v>
                </c:pt>
                <c:pt idx="10352">
                  <c:v>2.6615099999999998</c:v>
                </c:pt>
                <c:pt idx="10353">
                  <c:v>2.66181</c:v>
                </c:pt>
                <c:pt idx="10354">
                  <c:v>2.6621199999999998</c:v>
                </c:pt>
                <c:pt idx="10355">
                  <c:v>2.66242</c:v>
                </c:pt>
                <c:pt idx="10356">
                  <c:v>2.6627299999999998</c:v>
                </c:pt>
                <c:pt idx="10357">
                  <c:v>2.66303</c:v>
                </c:pt>
                <c:pt idx="10358">
                  <c:v>2.6633399999999998</c:v>
                </c:pt>
                <c:pt idx="10359">
                  <c:v>2.66364</c:v>
                </c:pt>
                <c:pt idx="10360">
                  <c:v>2.6639499999999998</c:v>
                </c:pt>
                <c:pt idx="10361">
                  <c:v>2.66425</c:v>
                </c:pt>
                <c:pt idx="10362">
                  <c:v>2.6645599999999998</c:v>
                </c:pt>
                <c:pt idx="10363">
                  <c:v>2.6648700000000001</c:v>
                </c:pt>
                <c:pt idx="10364">
                  <c:v>2.6651699999999998</c:v>
                </c:pt>
                <c:pt idx="10365">
                  <c:v>2.6654800000000001</c:v>
                </c:pt>
                <c:pt idx="10366">
                  <c:v>2.6657799999999998</c:v>
                </c:pt>
                <c:pt idx="10367">
                  <c:v>2.6660900000000001</c:v>
                </c:pt>
                <c:pt idx="10368">
                  <c:v>2.6663899999999998</c:v>
                </c:pt>
                <c:pt idx="10369">
                  <c:v>2.6667000000000001</c:v>
                </c:pt>
                <c:pt idx="10370">
                  <c:v>2.6669999999999998</c:v>
                </c:pt>
                <c:pt idx="10371">
                  <c:v>2.6673100000000001</c:v>
                </c:pt>
                <c:pt idx="10372">
                  <c:v>2.6676099999999998</c:v>
                </c:pt>
                <c:pt idx="10373">
                  <c:v>2.6679200000000001</c:v>
                </c:pt>
                <c:pt idx="10374">
                  <c:v>2.6682199999999998</c:v>
                </c:pt>
                <c:pt idx="10375">
                  <c:v>2.6685300000000001</c:v>
                </c:pt>
                <c:pt idx="10376">
                  <c:v>2.6688399999999999</c:v>
                </c:pt>
                <c:pt idx="10377">
                  <c:v>2.6691400000000001</c:v>
                </c:pt>
                <c:pt idx="10378">
                  <c:v>2.6694499999999999</c:v>
                </c:pt>
                <c:pt idx="10379">
                  <c:v>2.6697500000000001</c:v>
                </c:pt>
                <c:pt idx="10380">
                  <c:v>2.6700599999999999</c:v>
                </c:pt>
                <c:pt idx="10381">
                  <c:v>2.6703600000000001</c:v>
                </c:pt>
                <c:pt idx="10382">
                  <c:v>2.6706699999999999</c:v>
                </c:pt>
                <c:pt idx="10383">
                  <c:v>2.6709700000000001</c:v>
                </c:pt>
                <c:pt idx="10384">
                  <c:v>2.6712799999999999</c:v>
                </c:pt>
                <c:pt idx="10385">
                  <c:v>2.6715800000000001</c:v>
                </c:pt>
                <c:pt idx="10386">
                  <c:v>2.6718899999999999</c:v>
                </c:pt>
                <c:pt idx="10387">
                  <c:v>2.6721900000000001</c:v>
                </c:pt>
                <c:pt idx="10388">
                  <c:v>2.6724999999999999</c:v>
                </c:pt>
                <c:pt idx="10389">
                  <c:v>2.6728100000000001</c:v>
                </c:pt>
                <c:pt idx="10390">
                  <c:v>2.6731099999999999</c:v>
                </c:pt>
                <c:pt idx="10391">
                  <c:v>2.6734200000000001</c:v>
                </c:pt>
                <c:pt idx="10392">
                  <c:v>2.6737199999999999</c:v>
                </c:pt>
                <c:pt idx="10393">
                  <c:v>2.6740300000000001</c:v>
                </c:pt>
                <c:pt idx="10394">
                  <c:v>2.6743299999999999</c:v>
                </c:pt>
                <c:pt idx="10395">
                  <c:v>2.6746400000000001</c:v>
                </c:pt>
                <c:pt idx="10396">
                  <c:v>2.6749399999999999</c:v>
                </c:pt>
                <c:pt idx="10397">
                  <c:v>2.6752500000000001</c:v>
                </c:pt>
                <c:pt idx="10398">
                  <c:v>2.6755499999999999</c:v>
                </c:pt>
                <c:pt idx="10399">
                  <c:v>2.6758600000000001</c:v>
                </c:pt>
                <c:pt idx="10400">
                  <c:v>2.6761599999999999</c:v>
                </c:pt>
                <c:pt idx="10401">
                  <c:v>2.6764700000000001</c:v>
                </c:pt>
                <c:pt idx="10402">
                  <c:v>2.6767799999999999</c:v>
                </c:pt>
                <c:pt idx="10403">
                  <c:v>2.6770800000000001</c:v>
                </c:pt>
                <c:pt idx="10404">
                  <c:v>2.6773899999999999</c:v>
                </c:pt>
                <c:pt idx="10405">
                  <c:v>2.6776900000000001</c:v>
                </c:pt>
                <c:pt idx="10406">
                  <c:v>2.6779999999999999</c:v>
                </c:pt>
                <c:pt idx="10407">
                  <c:v>2.6783000000000001</c:v>
                </c:pt>
                <c:pt idx="10408">
                  <c:v>2.6786099999999999</c:v>
                </c:pt>
                <c:pt idx="10409">
                  <c:v>2.6789100000000001</c:v>
                </c:pt>
                <c:pt idx="10410">
                  <c:v>2.6792199999999999</c:v>
                </c:pt>
                <c:pt idx="10411">
                  <c:v>2.6795200000000001</c:v>
                </c:pt>
                <c:pt idx="10412">
                  <c:v>2.6798299999999999</c:v>
                </c:pt>
                <c:pt idx="10413">
                  <c:v>2.6801300000000001</c:v>
                </c:pt>
                <c:pt idx="10414">
                  <c:v>2.6804399999999999</c:v>
                </c:pt>
                <c:pt idx="10415">
                  <c:v>2.6807500000000002</c:v>
                </c:pt>
                <c:pt idx="10416">
                  <c:v>2.6810499999999999</c:v>
                </c:pt>
                <c:pt idx="10417">
                  <c:v>2.6813600000000002</c:v>
                </c:pt>
                <c:pt idx="10418">
                  <c:v>2.6816599999999999</c:v>
                </c:pt>
                <c:pt idx="10419">
                  <c:v>2.6819700000000002</c:v>
                </c:pt>
                <c:pt idx="10420">
                  <c:v>2.6822699999999999</c:v>
                </c:pt>
                <c:pt idx="10421">
                  <c:v>2.6825800000000002</c:v>
                </c:pt>
                <c:pt idx="10422">
                  <c:v>2.6828799999999999</c:v>
                </c:pt>
                <c:pt idx="10423">
                  <c:v>2.6831900000000002</c:v>
                </c:pt>
                <c:pt idx="10424">
                  <c:v>2.6834899999999999</c:v>
                </c:pt>
                <c:pt idx="10425">
                  <c:v>2.6838000000000002</c:v>
                </c:pt>
                <c:pt idx="10426">
                  <c:v>2.68411</c:v>
                </c:pt>
                <c:pt idx="10427">
                  <c:v>2.6844100000000002</c:v>
                </c:pt>
                <c:pt idx="10428">
                  <c:v>2.68472</c:v>
                </c:pt>
                <c:pt idx="10429">
                  <c:v>2.6850200000000002</c:v>
                </c:pt>
                <c:pt idx="10430">
                  <c:v>2.68533</c:v>
                </c:pt>
                <c:pt idx="10431">
                  <c:v>2.6856300000000002</c:v>
                </c:pt>
                <c:pt idx="10432">
                  <c:v>2.68594</c:v>
                </c:pt>
                <c:pt idx="10433">
                  <c:v>2.6862400000000002</c:v>
                </c:pt>
                <c:pt idx="10434">
                  <c:v>2.68655</c:v>
                </c:pt>
                <c:pt idx="10435">
                  <c:v>2.6868500000000002</c:v>
                </c:pt>
                <c:pt idx="10436">
                  <c:v>2.68716</c:v>
                </c:pt>
                <c:pt idx="10437">
                  <c:v>2.6874600000000002</c:v>
                </c:pt>
                <c:pt idx="10438">
                  <c:v>2.68777</c:v>
                </c:pt>
                <c:pt idx="10439">
                  <c:v>2.6880799999999998</c:v>
                </c:pt>
                <c:pt idx="10440">
                  <c:v>2.68838</c:v>
                </c:pt>
                <c:pt idx="10441">
                  <c:v>2.6886899999999998</c:v>
                </c:pt>
                <c:pt idx="10442">
                  <c:v>2.68899</c:v>
                </c:pt>
                <c:pt idx="10443">
                  <c:v>2.6892999999999998</c:v>
                </c:pt>
                <c:pt idx="10444">
                  <c:v>2.6896</c:v>
                </c:pt>
                <c:pt idx="10445">
                  <c:v>2.6899099999999998</c:v>
                </c:pt>
                <c:pt idx="10446">
                  <c:v>2.69021</c:v>
                </c:pt>
                <c:pt idx="10447">
                  <c:v>2.6905199999999998</c:v>
                </c:pt>
                <c:pt idx="10448">
                  <c:v>2.69082</c:v>
                </c:pt>
                <c:pt idx="10449">
                  <c:v>2.6911299999999998</c:v>
                </c:pt>
                <c:pt idx="10450">
                  <c:v>2.69143</c:v>
                </c:pt>
                <c:pt idx="10451">
                  <c:v>2.6917399999999998</c:v>
                </c:pt>
                <c:pt idx="10452">
                  <c:v>2.6920500000000001</c:v>
                </c:pt>
                <c:pt idx="10453">
                  <c:v>2.6923499999999998</c:v>
                </c:pt>
                <c:pt idx="10454">
                  <c:v>2.6926600000000001</c:v>
                </c:pt>
                <c:pt idx="10455">
                  <c:v>2.6929599999999998</c:v>
                </c:pt>
                <c:pt idx="10456">
                  <c:v>2.6932700000000001</c:v>
                </c:pt>
                <c:pt idx="10457">
                  <c:v>2.6935699999999998</c:v>
                </c:pt>
                <c:pt idx="10458">
                  <c:v>2.6938800000000001</c:v>
                </c:pt>
                <c:pt idx="10459">
                  <c:v>2.6941799999999998</c:v>
                </c:pt>
                <c:pt idx="10460">
                  <c:v>2.6944900000000001</c:v>
                </c:pt>
                <c:pt idx="10461">
                  <c:v>2.6947899999999998</c:v>
                </c:pt>
                <c:pt idx="10462">
                  <c:v>2.6951000000000001</c:v>
                </c:pt>
                <c:pt idx="10463">
                  <c:v>2.6953999999999998</c:v>
                </c:pt>
                <c:pt idx="10464">
                  <c:v>2.6957100000000001</c:v>
                </c:pt>
                <c:pt idx="10465">
                  <c:v>2.6960199999999999</c:v>
                </c:pt>
                <c:pt idx="10466">
                  <c:v>2.6963200000000001</c:v>
                </c:pt>
                <c:pt idx="10467">
                  <c:v>2.6966299999999999</c:v>
                </c:pt>
                <c:pt idx="10468">
                  <c:v>2.69693</c:v>
                </c:pt>
                <c:pt idx="10469">
                  <c:v>2.6972399999999999</c:v>
                </c:pt>
                <c:pt idx="10470">
                  <c:v>2.69754</c:v>
                </c:pt>
                <c:pt idx="10471">
                  <c:v>2.6978499999999999</c:v>
                </c:pt>
                <c:pt idx="10472">
                  <c:v>2.69815</c:v>
                </c:pt>
                <c:pt idx="10473">
                  <c:v>2.6984599999999999</c:v>
                </c:pt>
                <c:pt idx="10474">
                  <c:v>2.69876</c:v>
                </c:pt>
                <c:pt idx="10475">
                  <c:v>2.6990699999999999</c:v>
                </c:pt>
                <c:pt idx="10476">
                  <c:v>2.69937</c:v>
                </c:pt>
                <c:pt idx="10477">
                  <c:v>2.6996799999999999</c:v>
                </c:pt>
                <c:pt idx="10478">
                  <c:v>2.6999900000000001</c:v>
                </c:pt>
                <c:pt idx="10479">
                  <c:v>2.7002899999999999</c:v>
                </c:pt>
                <c:pt idx="10480">
                  <c:v>2.7006000000000001</c:v>
                </c:pt>
                <c:pt idx="10481">
                  <c:v>2.7008999999999999</c:v>
                </c:pt>
                <c:pt idx="10482">
                  <c:v>2.7012100000000001</c:v>
                </c:pt>
                <c:pt idx="10483">
                  <c:v>2.7015099999999999</c:v>
                </c:pt>
                <c:pt idx="10484">
                  <c:v>2.7018200000000001</c:v>
                </c:pt>
                <c:pt idx="10485">
                  <c:v>2.7021199999999999</c:v>
                </c:pt>
                <c:pt idx="10486">
                  <c:v>2.7024300000000001</c:v>
                </c:pt>
                <c:pt idx="10487">
                  <c:v>2.7027299999999999</c:v>
                </c:pt>
                <c:pt idx="10488">
                  <c:v>2.7030400000000001</c:v>
                </c:pt>
                <c:pt idx="10489">
                  <c:v>2.7033499999999999</c:v>
                </c:pt>
                <c:pt idx="10490">
                  <c:v>2.7036500000000001</c:v>
                </c:pt>
                <c:pt idx="10491">
                  <c:v>2.7039599999999999</c:v>
                </c:pt>
                <c:pt idx="10492">
                  <c:v>2.7042600000000001</c:v>
                </c:pt>
                <c:pt idx="10493">
                  <c:v>2.7045699999999999</c:v>
                </c:pt>
                <c:pt idx="10494">
                  <c:v>2.7048700000000001</c:v>
                </c:pt>
                <c:pt idx="10495">
                  <c:v>2.7051799999999999</c:v>
                </c:pt>
                <c:pt idx="10496">
                  <c:v>2.7054800000000001</c:v>
                </c:pt>
                <c:pt idx="10497">
                  <c:v>2.7057899999999999</c:v>
                </c:pt>
                <c:pt idx="10498">
                  <c:v>2.7060900000000001</c:v>
                </c:pt>
                <c:pt idx="10499">
                  <c:v>2.7063999999999999</c:v>
                </c:pt>
                <c:pt idx="10500">
                  <c:v>2.7067000000000001</c:v>
                </c:pt>
                <c:pt idx="10501">
                  <c:v>2.7070099999999999</c:v>
                </c:pt>
                <c:pt idx="10502">
                  <c:v>2.7073200000000002</c:v>
                </c:pt>
                <c:pt idx="10503">
                  <c:v>2.7076199999999999</c:v>
                </c:pt>
                <c:pt idx="10504">
                  <c:v>2.7079300000000002</c:v>
                </c:pt>
                <c:pt idx="10505">
                  <c:v>2.7082299999999999</c:v>
                </c:pt>
                <c:pt idx="10506">
                  <c:v>2.7085400000000002</c:v>
                </c:pt>
                <c:pt idx="10507">
                  <c:v>2.7088399999999999</c:v>
                </c:pt>
                <c:pt idx="10508">
                  <c:v>2.7091500000000002</c:v>
                </c:pt>
                <c:pt idx="10509">
                  <c:v>2.7094499999999999</c:v>
                </c:pt>
                <c:pt idx="10510">
                  <c:v>2.7097600000000002</c:v>
                </c:pt>
                <c:pt idx="10511">
                  <c:v>2.7100599999999999</c:v>
                </c:pt>
                <c:pt idx="10512">
                  <c:v>2.7103700000000002</c:v>
                </c:pt>
                <c:pt idx="10513">
                  <c:v>2.7106699999999999</c:v>
                </c:pt>
                <c:pt idx="10514">
                  <c:v>2.7109800000000002</c:v>
                </c:pt>
                <c:pt idx="10515">
                  <c:v>2.71129</c:v>
                </c:pt>
                <c:pt idx="10516">
                  <c:v>2.7115900000000002</c:v>
                </c:pt>
                <c:pt idx="10517">
                  <c:v>2.7119</c:v>
                </c:pt>
                <c:pt idx="10518">
                  <c:v>2.7122000000000002</c:v>
                </c:pt>
                <c:pt idx="10519">
                  <c:v>2.71251</c:v>
                </c:pt>
                <c:pt idx="10520">
                  <c:v>2.7128100000000002</c:v>
                </c:pt>
                <c:pt idx="10521">
                  <c:v>2.71312</c:v>
                </c:pt>
                <c:pt idx="10522">
                  <c:v>2.7134200000000002</c:v>
                </c:pt>
                <c:pt idx="10523">
                  <c:v>2.71373</c:v>
                </c:pt>
                <c:pt idx="10524">
                  <c:v>2.7140300000000002</c:v>
                </c:pt>
                <c:pt idx="10525">
                  <c:v>2.71434</c:v>
                </c:pt>
                <c:pt idx="10526">
                  <c:v>2.7146400000000002</c:v>
                </c:pt>
                <c:pt idx="10527">
                  <c:v>2.71495</c:v>
                </c:pt>
                <c:pt idx="10528">
                  <c:v>2.7152599999999998</c:v>
                </c:pt>
                <c:pt idx="10529">
                  <c:v>2.71556</c:v>
                </c:pt>
                <c:pt idx="10530">
                  <c:v>2.7158699999999998</c:v>
                </c:pt>
                <c:pt idx="10531">
                  <c:v>2.71617</c:v>
                </c:pt>
                <c:pt idx="10532">
                  <c:v>2.7164799999999998</c:v>
                </c:pt>
                <c:pt idx="10533">
                  <c:v>2.71678</c:v>
                </c:pt>
                <c:pt idx="10534">
                  <c:v>2.7170899999999998</c:v>
                </c:pt>
                <c:pt idx="10535">
                  <c:v>2.71739</c:v>
                </c:pt>
                <c:pt idx="10536">
                  <c:v>2.7176999999999998</c:v>
                </c:pt>
                <c:pt idx="10537">
                  <c:v>2.718</c:v>
                </c:pt>
                <c:pt idx="10538">
                  <c:v>2.7183099999999998</c:v>
                </c:pt>
                <c:pt idx="10539">
                  <c:v>2.71862</c:v>
                </c:pt>
                <c:pt idx="10540">
                  <c:v>2.7189199999999998</c:v>
                </c:pt>
                <c:pt idx="10541">
                  <c:v>2.71923</c:v>
                </c:pt>
                <c:pt idx="10542">
                  <c:v>2.7195299999999998</c:v>
                </c:pt>
                <c:pt idx="10543">
                  <c:v>2.71984</c:v>
                </c:pt>
                <c:pt idx="10544">
                  <c:v>2.7201399999999998</c:v>
                </c:pt>
                <c:pt idx="10545">
                  <c:v>2.72045</c:v>
                </c:pt>
                <c:pt idx="10546">
                  <c:v>2.7207499999999998</c:v>
                </c:pt>
                <c:pt idx="10547">
                  <c:v>2.72106</c:v>
                </c:pt>
                <c:pt idx="10548">
                  <c:v>2.7213599999999998</c:v>
                </c:pt>
                <c:pt idx="10549">
                  <c:v>2.72167</c:v>
                </c:pt>
                <c:pt idx="10550">
                  <c:v>2.7219699999999998</c:v>
                </c:pt>
                <c:pt idx="10551">
                  <c:v>2.72228</c:v>
                </c:pt>
                <c:pt idx="10552">
                  <c:v>2.7225899999999998</c:v>
                </c:pt>
                <c:pt idx="10553">
                  <c:v>2.72289</c:v>
                </c:pt>
                <c:pt idx="10554">
                  <c:v>2.7231999999999998</c:v>
                </c:pt>
                <c:pt idx="10555">
                  <c:v>2.7235</c:v>
                </c:pt>
                <c:pt idx="10556">
                  <c:v>2.7238099999999998</c:v>
                </c:pt>
                <c:pt idx="10557">
                  <c:v>2.72411</c:v>
                </c:pt>
                <c:pt idx="10558">
                  <c:v>2.7244199999999998</c:v>
                </c:pt>
                <c:pt idx="10559">
                  <c:v>2.72472</c:v>
                </c:pt>
                <c:pt idx="10560">
                  <c:v>2.7250299999999998</c:v>
                </c:pt>
                <c:pt idx="10561">
                  <c:v>2.72533</c:v>
                </c:pt>
                <c:pt idx="10562">
                  <c:v>2.7256399999999998</c:v>
                </c:pt>
                <c:pt idx="10563">
                  <c:v>2.72594</c:v>
                </c:pt>
                <c:pt idx="10564">
                  <c:v>2.7262499999999998</c:v>
                </c:pt>
                <c:pt idx="10565">
                  <c:v>2.7265600000000001</c:v>
                </c:pt>
                <c:pt idx="10566">
                  <c:v>2.7268599999999998</c:v>
                </c:pt>
                <c:pt idx="10567">
                  <c:v>2.7271700000000001</c:v>
                </c:pt>
                <c:pt idx="10568">
                  <c:v>2.7274699999999998</c:v>
                </c:pt>
                <c:pt idx="10569">
                  <c:v>2.7277800000000001</c:v>
                </c:pt>
                <c:pt idx="10570">
                  <c:v>2.7280799999999998</c:v>
                </c:pt>
                <c:pt idx="10571">
                  <c:v>2.7283900000000001</c:v>
                </c:pt>
                <c:pt idx="10572">
                  <c:v>2.7286899999999998</c:v>
                </c:pt>
                <c:pt idx="10573">
                  <c:v>2.7290000000000001</c:v>
                </c:pt>
                <c:pt idx="10574">
                  <c:v>2.7292999999999998</c:v>
                </c:pt>
                <c:pt idx="10575">
                  <c:v>2.7296100000000001</c:v>
                </c:pt>
                <c:pt idx="10576">
                  <c:v>2.7299099999999998</c:v>
                </c:pt>
                <c:pt idx="10577">
                  <c:v>2.7302200000000001</c:v>
                </c:pt>
                <c:pt idx="10578">
                  <c:v>2.7305299999999999</c:v>
                </c:pt>
                <c:pt idx="10579">
                  <c:v>2.7308300000000001</c:v>
                </c:pt>
                <c:pt idx="10580">
                  <c:v>2.7311399999999999</c:v>
                </c:pt>
                <c:pt idx="10581">
                  <c:v>2.7314400000000001</c:v>
                </c:pt>
                <c:pt idx="10582">
                  <c:v>2.7317499999999999</c:v>
                </c:pt>
                <c:pt idx="10583">
                  <c:v>2.7320500000000001</c:v>
                </c:pt>
                <c:pt idx="10584">
                  <c:v>2.7323599999999999</c:v>
                </c:pt>
                <c:pt idx="10585">
                  <c:v>2.7326600000000001</c:v>
                </c:pt>
                <c:pt idx="10586">
                  <c:v>2.7329699999999999</c:v>
                </c:pt>
                <c:pt idx="10587">
                  <c:v>2.7332700000000001</c:v>
                </c:pt>
                <c:pt idx="10588">
                  <c:v>2.7335799999999999</c:v>
                </c:pt>
                <c:pt idx="10589">
                  <c:v>2.7338800000000001</c:v>
                </c:pt>
                <c:pt idx="10590">
                  <c:v>2.7341899999999999</c:v>
                </c:pt>
                <c:pt idx="10591">
                  <c:v>2.7345000000000002</c:v>
                </c:pt>
                <c:pt idx="10592">
                  <c:v>2.7347999999999999</c:v>
                </c:pt>
                <c:pt idx="10593">
                  <c:v>2.7351100000000002</c:v>
                </c:pt>
                <c:pt idx="10594">
                  <c:v>2.7354099999999999</c:v>
                </c:pt>
                <c:pt idx="10595">
                  <c:v>2.7357200000000002</c:v>
                </c:pt>
                <c:pt idx="10596">
                  <c:v>2.7360199999999999</c:v>
                </c:pt>
                <c:pt idx="10597">
                  <c:v>2.7363300000000002</c:v>
                </c:pt>
                <c:pt idx="10598">
                  <c:v>2.7366299999999999</c:v>
                </c:pt>
                <c:pt idx="10599">
                  <c:v>2.7369400000000002</c:v>
                </c:pt>
                <c:pt idx="10600">
                  <c:v>2.7372399999999999</c:v>
                </c:pt>
                <c:pt idx="10601">
                  <c:v>2.7375500000000001</c:v>
                </c:pt>
                <c:pt idx="10602">
                  <c:v>2.73786</c:v>
                </c:pt>
                <c:pt idx="10603">
                  <c:v>2.7381600000000001</c:v>
                </c:pt>
                <c:pt idx="10604">
                  <c:v>2.73847</c:v>
                </c:pt>
                <c:pt idx="10605">
                  <c:v>2.7387700000000001</c:v>
                </c:pt>
                <c:pt idx="10606">
                  <c:v>2.73908</c:v>
                </c:pt>
                <c:pt idx="10607">
                  <c:v>2.7393800000000001</c:v>
                </c:pt>
                <c:pt idx="10608">
                  <c:v>2.73969</c:v>
                </c:pt>
                <c:pt idx="10609">
                  <c:v>2.7399900000000001</c:v>
                </c:pt>
                <c:pt idx="10610">
                  <c:v>2.7403</c:v>
                </c:pt>
                <c:pt idx="10611">
                  <c:v>2.7406000000000001</c:v>
                </c:pt>
                <c:pt idx="10612">
                  <c:v>2.74091</c:v>
                </c:pt>
                <c:pt idx="10613">
                  <c:v>2.7412100000000001</c:v>
                </c:pt>
                <c:pt idx="10614">
                  <c:v>2.74152</c:v>
                </c:pt>
                <c:pt idx="10615">
                  <c:v>2.7418300000000002</c:v>
                </c:pt>
                <c:pt idx="10616">
                  <c:v>2.74213</c:v>
                </c:pt>
                <c:pt idx="10617">
                  <c:v>2.7424400000000002</c:v>
                </c:pt>
                <c:pt idx="10618">
                  <c:v>2.74274</c:v>
                </c:pt>
                <c:pt idx="10619">
                  <c:v>2.7430500000000002</c:v>
                </c:pt>
                <c:pt idx="10620">
                  <c:v>2.74335</c:v>
                </c:pt>
                <c:pt idx="10621">
                  <c:v>2.7436600000000002</c:v>
                </c:pt>
                <c:pt idx="10622">
                  <c:v>2.74396</c:v>
                </c:pt>
                <c:pt idx="10623">
                  <c:v>2.7442700000000002</c:v>
                </c:pt>
                <c:pt idx="10624">
                  <c:v>2.74457</c:v>
                </c:pt>
                <c:pt idx="10625">
                  <c:v>2.7448800000000002</c:v>
                </c:pt>
                <c:pt idx="10626">
                  <c:v>2.74518</c:v>
                </c:pt>
                <c:pt idx="10627">
                  <c:v>2.7454900000000002</c:v>
                </c:pt>
                <c:pt idx="10628">
                  <c:v>2.7458</c:v>
                </c:pt>
                <c:pt idx="10629">
                  <c:v>2.7461000000000002</c:v>
                </c:pt>
                <c:pt idx="10630">
                  <c:v>2.74641</c:v>
                </c:pt>
                <c:pt idx="10631">
                  <c:v>2.7467100000000002</c:v>
                </c:pt>
                <c:pt idx="10632">
                  <c:v>2.74702</c:v>
                </c:pt>
                <c:pt idx="10633">
                  <c:v>2.7473200000000002</c:v>
                </c:pt>
                <c:pt idx="10634">
                  <c:v>2.74763</c:v>
                </c:pt>
                <c:pt idx="10635">
                  <c:v>2.7479300000000002</c:v>
                </c:pt>
                <c:pt idx="10636">
                  <c:v>2.74824</c:v>
                </c:pt>
                <c:pt idx="10637">
                  <c:v>2.7485400000000002</c:v>
                </c:pt>
                <c:pt idx="10638">
                  <c:v>2.74885</c:v>
                </c:pt>
                <c:pt idx="10639">
                  <c:v>2.7491500000000002</c:v>
                </c:pt>
                <c:pt idx="10640">
                  <c:v>2.74946</c:v>
                </c:pt>
                <c:pt idx="10641">
                  <c:v>2.7497699999999998</c:v>
                </c:pt>
                <c:pt idx="10642">
                  <c:v>2.75007</c:v>
                </c:pt>
                <c:pt idx="10643">
                  <c:v>2.7503799999999998</c:v>
                </c:pt>
                <c:pt idx="10644">
                  <c:v>2.75068</c:v>
                </c:pt>
                <c:pt idx="10645">
                  <c:v>2.7509899999999998</c:v>
                </c:pt>
                <c:pt idx="10646">
                  <c:v>2.75129</c:v>
                </c:pt>
                <c:pt idx="10647">
                  <c:v>2.7515999999999998</c:v>
                </c:pt>
                <c:pt idx="10648">
                  <c:v>2.7519</c:v>
                </c:pt>
                <c:pt idx="10649">
                  <c:v>2.7522099999999998</c:v>
                </c:pt>
                <c:pt idx="10650">
                  <c:v>2.75251</c:v>
                </c:pt>
                <c:pt idx="10651">
                  <c:v>2.7528199999999998</c:v>
                </c:pt>
                <c:pt idx="10652">
                  <c:v>2.75312</c:v>
                </c:pt>
                <c:pt idx="10653">
                  <c:v>2.7534299999999998</c:v>
                </c:pt>
                <c:pt idx="10654">
                  <c:v>2.7537400000000001</c:v>
                </c:pt>
                <c:pt idx="10655">
                  <c:v>2.7540399999999998</c:v>
                </c:pt>
                <c:pt idx="10656">
                  <c:v>2.7543500000000001</c:v>
                </c:pt>
                <c:pt idx="10657">
                  <c:v>2.7546499999999998</c:v>
                </c:pt>
                <c:pt idx="10658">
                  <c:v>2.7549600000000001</c:v>
                </c:pt>
                <c:pt idx="10659">
                  <c:v>2.7552599999999998</c:v>
                </c:pt>
                <c:pt idx="10660">
                  <c:v>2.7555700000000001</c:v>
                </c:pt>
                <c:pt idx="10661">
                  <c:v>2.7558699999999998</c:v>
                </c:pt>
                <c:pt idx="10662">
                  <c:v>2.7561800000000001</c:v>
                </c:pt>
                <c:pt idx="10663">
                  <c:v>2.7564799999999998</c:v>
                </c:pt>
                <c:pt idx="10664">
                  <c:v>2.7567900000000001</c:v>
                </c:pt>
                <c:pt idx="10665">
                  <c:v>2.7570999999999999</c:v>
                </c:pt>
                <c:pt idx="10666">
                  <c:v>2.7574000000000001</c:v>
                </c:pt>
                <c:pt idx="10667">
                  <c:v>2.7577099999999999</c:v>
                </c:pt>
                <c:pt idx="10668">
                  <c:v>2.7580100000000001</c:v>
                </c:pt>
                <c:pt idx="10669">
                  <c:v>2.7583199999999999</c:v>
                </c:pt>
                <c:pt idx="10670">
                  <c:v>2.7586200000000001</c:v>
                </c:pt>
                <c:pt idx="10671">
                  <c:v>2.7589299999999999</c:v>
                </c:pt>
                <c:pt idx="10672">
                  <c:v>2.7592300000000001</c:v>
                </c:pt>
                <c:pt idx="10673">
                  <c:v>2.7595399999999999</c:v>
                </c:pt>
                <c:pt idx="10674">
                  <c:v>2.7598400000000001</c:v>
                </c:pt>
                <c:pt idx="10675">
                  <c:v>2.7601499999999999</c:v>
                </c:pt>
                <c:pt idx="10676">
                  <c:v>2.7604500000000001</c:v>
                </c:pt>
                <c:pt idx="10677">
                  <c:v>2.7607599999999999</c:v>
                </c:pt>
                <c:pt idx="10678">
                  <c:v>2.7610700000000001</c:v>
                </c:pt>
                <c:pt idx="10679">
                  <c:v>2.7613699999999999</c:v>
                </c:pt>
                <c:pt idx="10680">
                  <c:v>2.7616800000000001</c:v>
                </c:pt>
                <c:pt idx="10681">
                  <c:v>2.7619799999999999</c:v>
                </c:pt>
                <c:pt idx="10682">
                  <c:v>2.7622900000000001</c:v>
                </c:pt>
                <c:pt idx="10683">
                  <c:v>2.7625899999999999</c:v>
                </c:pt>
                <c:pt idx="10684">
                  <c:v>2.7629000000000001</c:v>
                </c:pt>
                <c:pt idx="10685">
                  <c:v>2.7631999999999999</c:v>
                </c:pt>
                <c:pt idx="10686">
                  <c:v>2.7635100000000001</c:v>
                </c:pt>
                <c:pt idx="10687">
                  <c:v>2.7638099999999999</c:v>
                </c:pt>
                <c:pt idx="10688">
                  <c:v>2.7641200000000001</c:v>
                </c:pt>
                <c:pt idx="10689">
                  <c:v>2.7644199999999999</c:v>
                </c:pt>
                <c:pt idx="10690">
                  <c:v>2.7647300000000001</c:v>
                </c:pt>
                <c:pt idx="10691">
                  <c:v>2.7650399999999999</c:v>
                </c:pt>
                <c:pt idx="10692">
                  <c:v>2.7653400000000001</c:v>
                </c:pt>
                <c:pt idx="10693">
                  <c:v>2.7656499999999999</c:v>
                </c:pt>
                <c:pt idx="10694">
                  <c:v>2.7659500000000001</c:v>
                </c:pt>
                <c:pt idx="10695">
                  <c:v>2.7662599999999999</c:v>
                </c:pt>
                <c:pt idx="10696">
                  <c:v>2.7665600000000001</c:v>
                </c:pt>
                <c:pt idx="10697">
                  <c:v>2.7668699999999999</c:v>
                </c:pt>
                <c:pt idx="10698">
                  <c:v>2.7671700000000001</c:v>
                </c:pt>
                <c:pt idx="10699">
                  <c:v>2.7674799999999999</c:v>
                </c:pt>
                <c:pt idx="10700">
                  <c:v>2.7677800000000001</c:v>
                </c:pt>
                <c:pt idx="10701">
                  <c:v>2.7680899999999999</c:v>
                </c:pt>
                <c:pt idx="10702">
                  <c:v>2.7683900000000001</c:v>
                </c:pt>
                <c:pt idx="10703">
                  <c:v>2.7686999999999999</c:v>
                </c:pt>
                <c:pt idx="10704">
                  <c:v>2.7690100000000002</c:v>
                </c:pt>
                <c:pt idx="10705">
                  <c:v>2.7693099999999999</c:v>
                </c:pt>
                <c:pt idx="10706">
                  <c:v>2.7696200000000002</c:v>
                </c:pt>
                <c:pt idx="10707">
                  <c:v>2.7699199999999999</c:v>
                </c:pt>
                <c:pt idx="10708">
                  <c:v>2.7702300000000002</c:v>
                </c:pt>
                <c:pt idx="10709">
                  <c:v>2.7705299999999999</c:v>
                </c:pt>
                <c:pt idx="10710">
                  <c:v>2.7708400000000002</c:v>
                </c:pt>
                <c:pt idx="10711">
                  <c:v>2.7711399999999999</c:v>
                </c:pt>
                <c:pt idx="10712">
                  <c:v>2.7714500000000002</c:v>
                </c:pt>
                <c:pt idx="10713">
                  <c:v>2.7717499999999999</c:v>
                </c:pt>
                <c:pt idx="10714">
                  <c:v>2.7720600000000002</c:v>
                </c:pt>
                <c:pt idx="10715">
                  <c:v>2.77237</c:v>
                </c:pt>
                <c:pt idx="10716">
                  <c:v>2.7726700000000002</c:v>
                </c:pt>
                <c:pt idx="10717">
                  <c:v>2.77298</c:v>
                </c:pt>
                <c:pt idx="10718">
                  <c:v>2.7732800000000002</c:v>
                </c:pt>
                <c:pt idx="10719">
                  <c:v>2.77359</c:v>
                </c:pt>
                <c:pt idx="10720">
                  <c:v>2.7738900000000002</c:v>
                </c:pt>
                <c:pt idx="10721">
                  <c:v>2.7742</c:v>
                </c:pt>
                <c:pt idx="10722">
                  <c:v>2.7745000000000002</c:v>
                </c:pt>
                <c:pt idx="10723">
                  <c:v>2.77481</c:v>
                </c:pt>
                <c:pt idx="10724">
                  <c:v>2.7751100000000002</c:v>
                </c:pt>
                <c:pt idx="10725">
                  <c:v>2.77542</c:v>
                </c:pt>
                <c:pt idx="10726">
                  <c:v>2.7757200000000002</c:v>
                </c:pt>
                <c:pt idx="10727">
                  <c:v>2.77603</c:v>
                </c:pt>
                <c:pt idx="10728">
                  <c:v>2.7763399999999998</c:v>
                </c:pt>
                <c:pt idx="10729">
                  <c:v>2.77664</c:v>
                </c:pt>
                <c:pt idx="10730">
                  <c:v>2.7769499999999998</c:v>
                </c:pt>
                <c:pt idx="10731">
                  <c:v>2.77725</c:v>
                </c:pt>
                <c:pt idx="10732">
                  <c:v>2.7775599999999998</c:v>
                </c:pt>
                <c:pt idx="10733">
                  <c:v>2.77786</c:v>
                </c:pt>
                <c:pt idx="10734">
                  <c:v>2.7781699999999998</c:v>
                </c:pt>
                <c:pt idx="10735">
                  <c:v>2.77847</c:v>
                </c:pt>
                <c:pt idx="10736">
                  <c:v>2.7787799999999998</c:v>
                </c:pt>
                <c:pt idx="10737">
                  <c:v>2.77908</c:v>
                </c:pt>
                <c:pt idx="10738">
                  <c:v>2.7793899999999998</c:v>
                </c:pt>
                <c:pt idx="10739">
                  <c:v>2.77969</c:v>
                </c:pt>
                <c:pt idx="10740">
                  <c:v>2.78</c:v>
                </c:pt>
                <c:pt idx="10741">
                  <c:v>2.7803100000000001</c:v>
                </c:pt>
                <c:pt idx="10742">
                  <c:v>2.7806099999999998</c:v>
                </c:pt>
                <c:pt idx="10743">
                  <c:v>2.7809200000000001</c:v>
                </c:pt>
                <c:pt idx="10744">
                  <c:v>2.7812199999999998</c:v>
                </c:pt>
                <c:pt idx="10745">
                  <c:v>2.7815300000000001</c:v>
                </c:pt>
                <c:pt idx="10746">
                  <c:v>2.7818299999999998</c:v>
                </c:pt>
                <c:pt idx="10747">
                  <c:v>2.7821400000000001</c:v>
                </c:pt>
                <c:pt idx="10748">
                  <c:v>2.7824399999999998</c:v>
                </c:pt>
                <c:pt idx="10749">
                  <c:v>2.7827500000000001</c:v>
                </c:pt>
                <c:pt idx="10750">
                  <c:v>2.7830499999999998</c:v>
                </c:pt>
                <c:pt idx="10751">
                  <c:v>2.7833600000000001</c:v>
                </c:pt>
                <c:pt idx="10752">
                  <c:v>2.7836599999999998</c:v>
                </c:pt>
                <c:pt idx="10753">
                  <c:v>2.7839700000000001</c:v>
                </c:pt>
                <c:pt idx="10754">
                  <c:v>2.7842799999999999</c:v>
                </c:pt>
                <c:pt idx="10755">
                  <c:v>2.7845800000000001</c:v>
                </c:pt>
                <c:pt idx="10756">
                  <c:v>2.7848899999999999</c:v>
                </c:pt>
                <c:pt idx="10757">
                  <c:v>2.7851900000000001</c:v>
                </c:pt>
                <c:pt idx="10758">
                  <c:v>2.7854999999999999</c:v>
                </c:pt>
                <c:pt idx="10759">
                  <c:v>2.7858000000000001</c:v>
                </c:pt>
                <c:pt idx="10760">
                  <c:v>2.7861099999999999</c:v>
                </c:pt>
                <c:pt idx="10761">
                  <c:v>2.7864100000000001</c:v>
                </c:pt>
                <c:pt idx="10762">
                  <c:v>2.7867199999999999</c:v>
                </c:pt>
                <c:pt idx="10763">
                  <c:v>2.7870200000000001</c:v>
                </c:pt>
                <c:pt idx="10764">
                  <c:v>2.7873299999999999</c:v>
                </c:pt>
                <c:pt idx="10765">
                  <c:v>2.7876300000000001</c:v>
                </c:pt>
                <c:pt idx="10766">
                  <c:v>2.7879399999999999</c:v>
                </c:pt>
                <c:pt idx="10767">
                  <c:v>2.7882500000000001</c:v>
                </c:pt>
                <c:pt idx="10768">
                  <c:v>2.7885499999999999</c:v>
                </c:pt>
                <c:pt idx="10769">
                  <c:v>2.7888600000000001</c:v>
                </c:pt>
                <c:pt idx="10770">
                  <c:v>2.7891599999999999</c:v>
                </c:pt>
                <c:pt idx="10771">
                  <c:v>2.7894700000000001</c:v>
                </c:pt>
                <c:pt idx="10772">
                  <c:v>2.7897699999999999</c:v>
                </c:pt>
                <c:pt idx="10773">
                  <c:v>2.7900800000000001</c:v>
                </c:pt>
                <c:pt idx="10774">
                  <c:v>2.7903799999999999</c:v>
                </c:pt>
                <c:pt idx="10775">
                  <c:v>2.7906900000000001</c:v>
                </c:pt>
                <c:pt idx="10776">
                  <c:v>2.7909899999999999</c:v>
                </c:pt>
                <c:pt idx="10777">
                  <c:v>2.7913000000000001</c:v>
                </c:pt>
                <c:pt idx="10778">
                  <c:v>2.7916099999999999</c:v>
                </c:pt>
                <c:pt idx="10779">
                  <c:v>2.7919100000000001</c:v>
                </c:pt>
                <c:pt idx="10780">
                  <c:v>2.7922199999999999</c:v>
                </c:pt>
                <c:pt idx="10781">
                  <c:v>2.7925200000000001</c:v>
                </c:pt>
                <c:pt idx="10782">
                  <c:v>2.7928299999999999</c:v>
                </c:pt>
                <c:pt idx="10783">
                  <c:v>2.7931300000000001</c:v>
                </c:pt>
                <c:pt idx="10784">
                  <c:v>2.7934399999999999</c:v>
                </c:pt>
                <c:pt idx="10785">
                  <c:v>2.7937400000000001</c:v>
                </c:pt>
                <c:pt idx="10786">
                  <c:v>2.7940499999999999</c:v>
                </c:pt>
                <c:pt idx="10787">
                  <c:v>2.7943500000000001</c:v>
                </c:pt>
                <c:pt idx="10788">
                  <c:v>2.7946599999999999</c:v>
                </c:pt>
                <c:pt idx="10789">
                  <c:v>2.7949600000000001</c:v>
                </c:pt>
                <c:pt idx="10790">
                  <c:v>2.7952699999999999</c:v>
                </c:pt>
                <c:pt idx="10791">
                  <c:v>2.7955800000000002</c:v>
                </c:pt>
                <c:pt idx="10792">
                  <c:v>2.7958799999999999</c:v>
                </c:pt>
                <c:pt idx="10793">
                  <c:v>2.7961900000000002</c:v>
                </c:pt>
                <c:pt idx="10794">
                  <c:v>2.7964899999999999</c:v>
                </c:pt>
                <c:pt idx="10795">
                  <c:v>2.7968000000000002</c:v>
                </c:pt>
                <c:pt idx="10796">
                  <c:v>2.7970999999999999</c:v>
                </c:pt>
                <c:pt idx="10797">
                  <c:v>2.7974100000000002</c:v>
                </c:pt>
                <c:pt idx="10798">
                  <c:v>2.7977099999999999</c:v>
                </c:pt>
                <c:pt idx="10799">
                  <c:v>2.7980200000000002</c:v>
                </c:pt>
                <c:pt idx="10800">
                  <c:v>2.7983199999999999</c:v>
                </c:pt>
                <c:pt idx="10801">
                  <c:v>2.7986300000000002</c:v>
                </c:pt>
                <c:pt idx="10802">
                  <c:v>2.7989299999999999</c:v>
                </c:pt>
                <c:pt idx="10803">
                  <c:v>2.7992400000000002</c:v>
                </c:pt>
                <c:pt idx="10804">
                  <c:v>2.79955</c:v>
                </c:pt>
                <c:pt idx="10805">
                  <c:v>2.7998500000000002</c:v>
                </c:pt>
                <c:pt idx="10806">
                  <c:v>2.80016</c:v>
                </c:pt>
                <c:pt idx="10807">
                  <c:v>2.8004600000000002</c:v>
                </c:pt>
                <c:pt idx="10808">
                  <c:v>2.80077</c:v>
                </c:pt>
                <c:pt idx="10809">
                  <c:v>2.8010700000000002</c:v>
                </c:pt>
                <c:pt idx="10810">
                  <c:v>2.80138</c:v>
                </c:pt>
                <c:pt idx="10811">
                  <c:v>2.8016800000000002</c:v>
                </c:pt>
                <c:pt idx="10812">
                  <c:v>2.80199</c:v>
                </c:pt>
                <c:pt idx="10813">
                  <c:v>2.8022900000000002</c:v>
                </c:pt>
                <c:pt idx="10814">
                  <c:v>2.8026</c:v>
                </c:pt>
                <c:pt idx="10815">
                  <c:v>2.8029000000000002</c:v>
                </c:pt>
                <c:pt idx="10816">
                  <c:v>2.80321</c:v>
                </c:pt>
                <c:pt idx="10817">
                  <c:v>2.8035199999999998</c:v>
                </c:pt>
                <c:pt idx="10818">
                  <c:v>2.80382</c:v>
                </c:pt>
                <c:pt idx="10819">
                  <c:v>2.8041299999999998</c:v>
                </c:pt>
                <c:pt idx="10820">
                  <c:v>2.80443</c:v>
                </c:pt>
                <c:pt idx="10821">
                  <c:v>2.8047399999999998</c:v>
                </c:pt>
                <c:pt idx="10822">
                  <c:v>2.80504</c:v>
                </c:pt>
                <c:pt idx="10823">
                  <c:v>2.8053499999999998</c:v>
                </c:pt>
                <c:pt idx="10824">
                  <c:v>2.80565</c:v>
                </c:pt>
                <c:pt idx="10825">
                  <c:v>2.8059599999999998</c:v>
                </c:pt>
                <c:pt idx="10826">
                  <c:v>2.80626</c:v>
                </c:pt>
                <c:pt idx="10827">
                  <c:v>2.8065699999999998</c:v>
                </c:pt>
                <c:pt idx="10828">
                  <c:v>2.80687</c:v>
                </c:pt>
                <c:pt idx="10829">
                  <c:v>2.8071799999999998</c:v>
                </c:pt>
                <c:pt idx="10830">
                  <c:v>2.80749</c:v>
                </c:pt>
                <c:pt idx="10831">
                  <c:v>2.8077899999999998</c:v>
                </c:pt>
                <c:pt idx="10832">
                  <c:v>2.8081</c:v>
                </c:pt>
                <c:pt idx="10833">
                  <c:v>2.8083999999999998</c:v>
                </c:pt>
                <c:pt idx="10834">
                  <c:v>2.80871</c:v>
                </c:pt>
                <c:pt idx="10835">
                  <c:v>2.8090099999999998</c:v>
                </c:pt>
                <c:pt idx="10836">
                  <c:v>2.80932</c:v>
                </c:pt>
                <c:pt idx="10837">
                  <c:v>2.8096199999999998</c:v>
                </c:pt>
                <c:pt idx="10838">
                  <c:v>2.80993</c:v>
                </c:pt>
                <c:pt idx="10839">
                  <c:v>2.8102299999999998</c:v>
                </c:pt>
                <c:pt idx="10840">
                  <c:v>2.81054</c:v>
                </c:pt>
                <c:pt idx="10841">
                  <c:v>2.8108499999999998</c:v>
                </c:pt>
                <c:pt idx="10842">
                  <c:v>2.81115</c:v>
                </c:pt>
                <c:pt idx="10843">
                  <c:v>2.8114599999999998</c:v>
                </c:pt>
                <c:pt idx="10844">
                  <c:v>2.81176</c:v>
                </c:pt>
                <c:pt idx="10845">
                  <c:v>2.8120699999999998</c:v>
                </c:pt>
                <c:pt idx="10846">
                  <c:v>2.81237</c:v>
                </c:pt>
                <c:pt idx="10847">
                  <c:v>2.8126799999999998</c:v>
                </c:pt>
                <c:pt idx="10848">
                  <c:v>2.81298</c:v>
                </c:pt>
                <c:pt idx="10849">
                  <c:v>2.8132899999999998</c:v>
                </c:pt>
                <c:pt idx="10850">
                  <c:v>2.81359</c:v>
                </c:pt>
                <c:pt idx="10851">
                  <c:v>2.8138999999999998</c:v>
                </c:pt>
                <c:pt idx="10852">
                  <c:v>2.8142</c:v>
                </c:pt>
                <c:pt idx="10853">
                  <c:v>2.8145099999999998</c:v>
                </c:pt>
                <c:pt idx="10854">
                  <c:v>2.8148200000000001</c:v>
                </c:pt>
                <c:pt idx="10855">
                  <c:v>2.8151199999999998</c:v>
                </c:pt>
                <c:pt idx="10856">
                  <c:v>2.8154300000000001</c:v>
                </c:pt>
                <c:pt idx="10857">
                  <c:v>2.8157299999999998</c:v>
                </c:pt>
                <c:pt idx="10858">
                  <c:v>2.8160400000000001</c:v>
                </c:pt>
                <c:pt idx="10859">
                  <c:v>2.8163399999999998</c:v>
                </c:pt>
                <c:pt idx="10860">
                  <c:v>2.8166500000000001</c:v>
                </c:pt>
                <c:pt idx="10861">
                  <c:v>2.8169499999999998</c:v>
                </c:pt>
                <c:pt idx="10862">
                  <c:v>2.8172600000000001</c:v>
                </c:pt>
                <c:pt idx="10863">
                  <c:v>2.8175599999999998</c:v>
                </c:pt>
                <c:pt idx="10864">
                  <c:v>2.8178700000000001</c:v>
                </c:pt>
                <c:pt idx="10865">
                  <c:v>2.8181699999999998</c:v>
                </c:pt>
                <c:pt idx="10866">
                  <c:v>2.8184800000000001</c:v>
                </c:pt>
                <c:pt idx="10867">
                  <c:v>2.8187899999999999</c:v>
                </c:pt>
                <c:pt idx="10868">
                  <c:v>2.8190900000000001</c:v>
                </c:pt>
                <c:pt idx="10869">
                  <c:v>2.8193999999999999</c:v>
                </c:pt>
                <c:pt idx="10870">
                  <c:v>2.8197000000000001</c:v>
                </c:pt>
                <c:pt idx="10871">
                  <c:v>2.8200099999999999</c:v>
                </c:pt>
                <c:pt idx="10872">
                  <c:v>2.8203100000000001</c:v>
                </c:pt>
                <c:pt idx="10873">
                  <c:v>2.8206199999999999</c:v>
                </c:pt>
                <c:pt idx="10874">
                  <c:v>2.8209200000000001</c:v>
                </c:pt>
                <c:pt idx="10875">
                  <c:v>2.8212299999999999</c:v>
                </c:pt>
                <c:pt idx="10876">
                  <c:v>2.8215300000000001</c:v>
                </c:pt>
                <c:pt idx="10877">
                  <c:v>2.8218399999999999</c:v>
                </c:pt>
                <c:pt idx="10878">
                  <c:v>2.8221400000000001</c:v>
                </c:pt>
                <c:pt idx="10879">
                  <c:v>2.8224499999999999</c:v>
                </c:pt>
                <c:pt idx="10880">
                  <c:v>2.8227600000000002</c:v>
                </c:pt>
                <c:pt idx="10881">
                  <c:v>2.8230599999999999</c:v>
                </c:pt>
                <c:pt idx="10882">
                  <c:v>2.8233700000000002</c:v>
                </c:pt>
                <c:pt idx="10883">
                  <c:v>2.8236699999999999</c:v>
                </c:pt>
                <c:pt idx="10884">
                  <c:v>2.8239800000000002</c:v>
                </c:pt>
                <c:pt idx="10885">
                  <c:v>2.8242799999999999</c:v>
                </c:pt>
                <c:pt idx="10886">
                  <c:v>2.8245900000000002</c:v>
                </c:pt>
                <c:pt idx="10887">
                  <c:v>2.8248899999999999</c:v>
                </c:pt>
                <c:pt idx="10888">
                  <c:v>2.8252000000000002</c:v>
                </c:pt>
                <c:pt idx="10889">
                  <c:v>2.8254999999999999</c:v>
                </c:pt>
                <c:pt idx="10890">
                  <c:v>2.8258100000000002</c:v>
                </c:pt>
                <c:pt idx="10891">
                  <c:v>2.8261099999999999</c:v>
                </c:pt>
                <c:pt idx="10892">
                  <c:v>2.8264200000000002</c:v>
                </c:pt>
                <c:pt idx="10893">
                  <c:v>2.82673</c:v>
                </c:pt>
                <c:pt idx="10894">
                  <c:v>2.8270300000000002</c:v>
                </c:pt>
                <c:pt idx="10895">
                  <c:v>2.82734</c:v>
                </c:pt>
                <c:pt idx="10896">
                  <c:v>2.8276400000000002</c:v>
                </c:pt>
                <c:pt idx="10897">
                  <c:v>2.82795</c:v>
                </c:pt>
                <c:pt idx="10898">
                  <c:v>2.8282500000000002</c:v>
                </c:pt>
                <c:pt idx="10899">
                  <c:v>2.82856</c:v>
                </c:pt>
                <c:pt idx="10900">
                  <c:v>2.8288600000000002</c:v>
                </c:pt>
                <c:pt idx="10901">
                  <c:v>2.82917</c:v>
                </c:pt>
                <c:pt idx="10902">
                  <c:v>2.8294700000000002</c:v>
                </c:pt>
                <c:pt idx="10903">
                  <c:v>2.82978</c:v>
                </c:pt>
                <c:pt idx="10904">
                  <c:v>2.8300900000000002</c:v>
                </c:pt>
                <c:pt idx="10905">
                  <c:v>2.83039</c:v>
                </c:pt>
                <c:pt idx="10906">
                  <c:v>2.8307000000000002</c:v>
                </c:pt>
                <c:pt idx="10907">
                  <c:v>2.831</c:v>
                </c:pt>
                <c:pt idx="10908">
                  <c:v>2.8313100000000002</c:v>
                </c:pt>
                <c:pt idx="10909">
                  <c:v>2.83161</c:v>
                </c:pt>
                <c:pt idx="10910">
                  <c:v>2.8319200000000002</c:v>
                </c:pt>
                <c:pt idx="10911">
                  <c:v>2.83222</c:v>
                </c:pt>
                <c:pt idx="10912">
                  <c:v>2.8325300000000002</c:v>
                </c:pt>
                <c:pt idx="10913">
                  <c:v>2.83283</c:v>
                </c:pt>
                <c:pt idx="10914">
                  <c:v>2.8331400000000002</c:v>
                </c:pt>
                <c:pt idx="10915">
                  <c:v>2.83344</c:v>
                </c:pt>
                <c:pt idx="10916">
                  <c:v>2.8337500000000002</c:v>
                </c:pt>
                <c:pt idx="10917">
                  <c:v>2.83406</c:v>
                </c:pt>
                <c:pt idx="10918">
                  <c:v>2.8343600000000002</c:v>
                </c:pt>
                <c:pt idx="10919">
                  <c:v>2.83467</c:v>
                </c:pt>
                <c:pt idx="10920">
                  <c:v>2.8349700000000002</c:v>
                </c:pt>
                <c:pt idx="10921">
                  <c:v>2.83528</c:v>
                </c:pt>
                <c:pt idx="10922">
                  <c:v>2.8355800000000002</c:v>
                </c:pt>
                <c:pt idx="10923">
                  <c:v>2.83589</c:v>
                </c:pt>
                <c:pt idx="10924">
                  <c:v>2.8361900000000002</c:v>
                </c:pt>
                <c:pt idx="10925">
                  <c:v>2.8365</c:v>
                </c:pt>
                <c:pt idx="10926">
                  <c:v>2.8368000000000002</c:v>
                </c:pt>
                <c:pt idx="10927">
                  <c:v>2.83711</c:v>
                </c:pt>
                <c:pt idx="10928">
                  <c:v>2.8374100000000002</c:v>
                </c:pt>
                <c:pt idx="10929">
                  <c:v>2.83772</c:v>
                </c:pt>
                <c:pt idx="10930">
                  <c:v>2.8380299999999998</c:v>
                </c:pt>
                <c:pt idx="10931">
                  <c:v>2.83833</c:v>
                </c:pt>
                <c:pt idx="10932">
                  <c:v>2.8386399999999998</c:v>
                </c:pt>
                <c:pt idx="10933">
                  <c:v>2.83894</c:v>
                </c:pt>
                <c:pt idx="10934">
                  <c:v>2.8392499999999998</c:v>
                </c:pt>
                <c:pt idx="10935">
                  <c:v>2.83955</c:v>
                </c:pt>
                <c:pt idx="10936">
                  <c:v>2.8398599999999998</c:v>
                </c:pt>
                <c:pt idx="10937">
                  <c:v>2.84016</c:v>
                </c:pt>
                <c:pt idx="10938">
                  <c:v>2.8404699999999998</c:v>
                </c:pt>
                <c:pt idx="10939">
                  <c:v>2.84077</c:v>
                </c:pt>
                <c:pt idx="10940">
                  <c:v>2.8410799999999998</c:v>
                </c:pt>
                <c:pt idx="10941">
                  <c:v>2.84138</c:v>
                </c:pt>
                <c:pt idx="10942">
                  <c:v>2.8416899999999998</c:v>
                </c:pt>
                <c:pt idx="10943">
                  <c:v>2.8420000000000001</c:v>
                </c:pt>
                <c:pt idx="10944">
                  <c:v>2.8422999999999998</c:v>
                </c:pt>
                <c:pt idx="10945">
                  <c:v>2.8426100000000001</c:v>
                </c:pt>
                <c:pt idx="10946">
                  <c:v>2.8429099999999998</c:v>
                </c:pt>
                <c:pt idx="10947">
                  <c:v>2.8432200000000001</c:v>
                </c:pt>
                <c:pt idx="10948">
                  <c:v>2.8435199999999998</c:v>
                </c:pt>
                <c:pt idx="10949">
                  <c:v>2.8438300000000001</c:v>
                </c:pt>
                <c:pt idx="10950">
                  <c:v>2.8441299999999998</c:v>
                </c:pt>
                <c:pt idx="10951">
                  <c:v>2.8444400000000001</c:v>
                </c:pt>
                <c:pt idx="10952">
                  <c:v>2.8447399999999998</c:v>
                </c:pt>
                <c:pt idx="10953">
                  <c:v>2.8450500000000001</c:v>
                </c:pt>
                <c:pt idx="10954">
                  <c:v>2.8453599999999999</c:v>
                </c:pt>
                <c:pt idx="10955">
                  <c:v>2.8456600000000001</c:v>
                </c:pt>
                <c:pt idx="10956">
                  <c:v>2.8459699999999999</c:v>
                </c:pt>
                <c:pt idx="10957">
                  <c:v>2.8462700000000001</c:v>
                </c:pt>
                <c:pt idx="10958">
                  <c:v>2.8465799999999999</c:v>
                </c:pt>
                <c:pt idx="10959">
                  <c:v>2.8468800000000001</c:v>
                </c:pt>
                <c:pt idx="10960">
                  <c:v>2.8471899999999999</c:v>
                </c:pt>
                <c:pt idx="10961">
                  <c:v>2.8474900000000001</c:v>
                </c:pt>
                <c:pt idx="10962">
                  <c:v>2.8477999999999999</c:v>
                </c:pt>
                <c:pt idx="10963">
                  <c:v>2.8481000000000001</c:v>
                </c:pt>
                <c:pt idx="10964">
                  <c:v>2.8484099999999999</c:v>
                </c:pt>
                <c:pt idx="10965">
                  <c:v>2.8487100000000001</c:v>
                </c:pt>
                <c:pt idx="10966">
                  <c:v>2.8490199999999999</c:v>
                </c:pt>
                <c:pt idx="10967">
                  <c:v>2.8493300000000001</c:v>
                </c:pt>
                <c:pt idx="10968">
                  <c:v>2.8496299999999999</c:v>
                </c:pt>
                <c:pt idx="10969">
                  <c:v>2.8499400000000001</c:v>
                </c:pt>
                <c:pt idx="10970">
                  <c:v>2.8502399999999999</c:v>
                </c:pt>
                <c:pt idx="10971">
                  <c:v>2.8505500000000001</c:v>
                </c:pt>
                <c:pt idx="10972">
                  <c:v>2.8508499999999999</c:v>
                </c:pt>
                <c:pt idx="10973">
                  <c:v>2.8511600000000001</c:v>
                </c:pt>
                <c:pt idx="10974">
                  <c:v>2.8514599999999999</c:v>
                </c:pt>
                <c:pt idx="10975">
                  <c:v>2.8517700000000001</c:v>
                </c:pt>
                <c:pt idx="10976">
                  <c:v>2.8520699999999999</c:v>
                </c:pt>
                <c:pt idx="10977">
                  <c:v>2.8523800000000001</c:v>
                </c:pt>
                <c:pt idx="10978">
                  <c:v>2.8526799999999999</c:v>
                </c:pt>
                <c:pt idx="10979">
                  <c:v>2.8529900000000001</c:v>
                </c:pt>
                <c:pt idx="10980">
                  <c:v>2.8532999999999999</c:v>
                </c:pt>
                <c:pt idx="10981">
                  <c:v>2.8536000000000001</c:v>
                </c:pt>
                <c:pt idx="10982">
                  <c:v>2.8539099999999999</c:v>
                </c:pt>
                <c:pt idx="10983">
                  <c:v>2.8542100000000001</c:v>
                </c:pt>
                <c:pt idx="10984">
                  <c:v>2.8545199999999999</c:v>
                </c:pt>
                <c:pt idx="10985">
                  <c:v>2.8548200000000001</c:v>
                </c:pt>
                <c:pt idx="10986">
                  <c:v>2.8551299999999999</c:v>
                </c:pt>
                <c:pt idx="10987">
                  <c:v>2.8554300000000001</c:v>
                </c:pt>
                <c:pt idx="10988">
                  <c:v>2.8557399999999999</c:v>
                </c:pt>
                <c:pt idx="10989">
                  <c:v>2.8560400000000001</c:v>
                </c:pt>
                <c:pt idx="10990">
                  <c:v>2.8563499999999999</c:v>
                </c:pt>
                <c:pt idx="10991">
                  <c:v>2.8566500000000001</c:v>
                </c:pt>
                <c:pt idx="10992">
                  <c:v>2.8569599999999999</c:v>
                </c:pt>
                <c:pt idx="10993">
                  <c:v>2.8572700000000002</c:v>
                </c:pt>
                <c:pt idx="10994">
                  <c:v>2.8575699999999999</c:v>
                </c:pt>
                <c:pt idx="10995">
                  <c:v>2.8578800000000002</c:v>
                </c:pt>
                <c:pt idx="10996">
                  <c:v>2.8581799999999999</c:v>
                </c:pt>
                <c:pt idx="10997">
                  <c:v>2.8584900000000002</c:v>
                </c:pt>
                <c:pt idx="10998">
                  <c:v>2.8587899999999999</c:v>
                </c:pt>
                <c:pt idx="10999">
                  <c:v>2.8591000000000002</c:v>
                </c:pt>
                <c:pt idx="11000">
                  <c:v>2.8593999999999999</c:v>
                </c:pt>
                <c:pt idx="11001">
                  <c:v>2.8597100000000002</c:v>
                </c:pt>
                <c:pt idx="11002">
                  <c:v>2.8600099999999999</c:v>
                </c:pt>
                <c:pt idx="11003">
                  <c:v>2.8603200000000002</c:v>
                </c:pt>
                <c:pt idx="11004">
                  <c:v>2.8606199999999999</c:v>
                </c:pt>
                <c:pt idx="11005">
                  <c:v>2.8609300000000002</c:v>
                </c:pt>
                <c:pt idx="11006">
                  <c:v>2.86124</c:v>
                </c:pt>
                <c:pt idx="11007">
                  <c:v>2.8615400000000002</c:v>
                </c:pt>
                <c:pt idx="11008">
                  <c:v>2.86185</c:v>
                </c:pt>
                <c:pt idx="11009">
                  <c:v>2.8621500000000002</c:v>
                </c:pt>
                <c:pt idx="11010">
                  <c:v>2.86246</c:v>
                </c:pt>
                <c:pt idx="11011">
                  <c:v>2.8627600000000002</c:v>
                </c:pt>
                <c:pt idx="11012">
                  <c:v>2.86307</c:v>
                </c:pt>
                <c:pt idx="11013">
                  <c:v>2.8633700000000002</c:v>
                </c:pt>
                <c:pt idx="11014">
                  <c:v>2.86368</c:v>
                </c:pt>
                <c:pt idx="11015">
                  <c:v>2.8639800000000002</c:v>
                </c:pt>
                <c:pt idx="11016">
                  <c:v>2.86429</c:v>
                </c:pt>
                <c:pt idx="11017">
                  <c:v>2.8645999999999998</c:v>
                </c:pt>
                <c:pt idx="11018">
                  <c:v>2.8649</c:v>
                </c:pt>
                <c:pt idx="11019">
                  <c:v>2.8652099999999998</c:v>
                </c:pt>
                <c:pt idx="11020">
                  <c:v>2.86551</c:v>
                </c:pt>
                <c:pt idx="11021">
                  <c:v>2.8658199999999998</c:v>
                </c:pt>
                <c:pt idx="11022">
                  <c:v>2.86612</c:v>
                </c:pt>
                <c:pt idx="11023">
                  <c:v>2.8664299999999998</c:v>
                </c:pt>
                <c:pt idx="11024">
                  <c:v>2.86673</c:v>
                </c:pt>
                <c:pt idx="11025">
                  <c:v>2.8670399999999998</c:v>
                </c:pt>
                <c:pt idx="11026">
                  <c:v>2.86734</c:v>
                </c:pt>
                <c:pt idx="11027">
                  <c:v>2.8676499999999998</c:v>
                </c:pt>
                <c:pt idx="11028">
                  <c:v>2.86795</c:v>
                </c:pt>
                <c:pt idx="11029">
                  <c:v>2.8682599999999998</c:v>
                </c:pt>
                <c:pt idx="11030">
                  <c:v>2.8685700000000001</c:v>
                </c:pt>
                <c:pt idx="11031">
                  <c:v>2.8688699999999998</c:v>
                </c:pt>
                <c:pt idx="11032">
                  <c:v>2.8691800000000001</c:v>
                </c:pt>
                <c:pt idx="11033">
                  <c:v>2.8694799999999998</c:v>
                </c:pt>
                <c:pt idx="11034">
                  <c:v>2.8697900000000001</c:v>
                </c:pt>
                <c:pt idx="11035">
                  <c:v>2.8700899999999998</c:v>
                </c:pt>
                <c:pt idx="11036">
                  <c:v>2.8704000000000001</c:v>
                </c:pt>
                <c:pt idx="11037">
                  <c:v>2.8706999999999998</c:v>
                </c:pt>
                <c:pt idx="11038">
                  <c:v>2.8710100000000001</c:v>
                </c:pt>
                <c:pt idx="11039">
                  <c:v>2.8713099999999998</c:v>
                </c:pt>
                <c:pt idx="11040">
                  <c:v>2.8716200000000001</c:v>
                </c:pt>
                <c:pt idx="11041">
                  <c:v>2.8719199999999998</c:v>
                </c:pt>
                <c:pt idx="11042">
                  <c:v>2.8722300000000001</c:v>
                </c:pt>
                <c:pt idx="11043">
                  <c:v>2.8725399999999999</c:v>
                </c:pt>
                <c:pt idx="11044">
                  <c:v>2.8728400000000001</c:v>
                </c:pt>
                <c:pt idx="11045">
                  <c:v>2.8731499999999999</c:v>
                </c:pt>
                <c:pt idx="11046">
                  <c:v>2.8734500000000001</c:v>
                </c:pt>
                <c:pt idx="11047">
                  <c:v>2.8737599999999999</c:v>
                </c:pt>
                <c:pt idx="11048">
                  <c:v>2.8740600000000001</c:v>
                </c:pt>
                <c:pt idx="11049">
                  <c:v>2.8743699999999999</c:v>
                </c:pt>
                <c:pt idx="11050">
                  <c:v>2.8746700000000001</c:v>
                </c:pt>
                <c:pt idx="11051">
                  <c:v>2.8749799999999999</c:v>
                </c:pt>
                <c:pt idx="11052">
                  <c:v>2.8752800000000001</c:v>
                </c:pt>
                <c:pt idx="11053">
                  <c:v>2.8755899999999999</c:v>
                </c:pt>
                <c:pt idx="11054">
                  <c:v>2.8758900000000001</c:v>
                </c:pt>
                <c:pt idx="11055">
                  <c:v>2.8761999999999999</c:v>
                </c:pt>
                <c:pt idx="11056">
                  <c:v>2.8765100000000001</c:v>
                </c:pt>
                <c:pt idx="11057">
                  <c:v>2.8768099999999999</c:v>
                </c:pt>
                <c:pt idx="11058">
                  <c:v>2.8771200000000001</c:v>
                </c:pt>
                <c:pt idx="11059">
                  <c:v>2.8774199999999999</c:v>
                </c:pt>
                <c:pt idx="11060">
                  <c:v>2.8777300000000001</c:v>
                </c:pt>
                <c:pt idx="11061">
                  <c:v>2.8780299999999999</c:v>
                </c:pt>
                <c:pt idx="11062">
                  <c:v>2.8783400000000001</c:v>
                </c:pt>
                <c:pt idx="11063">
                  <c:v>2.8786399999999999</c:v>
                </c:pt>
                <c:pt idx="11064">
                  <c:v>2.8789500000000001</c:v>
                </c:pt>
                <c:pt idx="11065">
                  <c:v>2.8792499999999999</c:v>
                </c:pt>
                <c:pt idx="11066">
                  <c:v>2.8795600000000001</c:v>
                </c:pt>
                <c:pt idx="11067">
                  <c:v>2.8798599999999999</c:v>
                </c:pt>
                <c:pt idx="11068">
                  <c:v>2.8801700000000001</c:v>
                </c:pt>
                <c:pt idx="11069">
                  <c:v>2.8804799999999999</c:v>
                </c:pt>
                <c:pt idx="11070">
                  <c:v>2.8807800000000001</c:v>
                </c:pt>
                <c:pt idx="11071">
                  <c:v>2.8810899999999999</c:v>
                </c:pt>
                <c:pt idx="11072">
                  <c:v>2.8813900000000001</c:v>
                </c:pt>
                <c:pt idx="11073">
                  <c:v>2.8816999999999999</c:v>
                </c:pt>
                <c:pt idx="11074">
                  <c:v>2.8820000000000001</c:v>
                </c:pt>
                <c:pt idx="11075">
                  <c:v>2.8823099999999999</c:v>
                </c:pt>
                <c:pt idx="11076">
                  <c:v>2.8826100000000001</c:v>
                </c:pt>
                <c:pt idx="11077">
                  <c:v>2.8829199999999999</c:v>
                </c:pt>
                <c:pt idx="11078">
                  <c:v>2.8832200000000001</c:v>
                </c:pt>
                <c:pt idx="11079">
                  <c:v>2.8835299999999999</c:v>
                </c:pt>
                <c:pt idx="11080">
                  <c:v>2.8838400000000002</c:v>
                </c:pt>
                <c:pt idx="11081">
                  <c:v>2.8841399999999999</c:v>
                </c:pt>
                <c:pt idx="11082">
                  <c:v>2.8844500000000002</c:v>
                </c:pt>
                <c:pt idx="11083">
                  <c:v>2.8847499999999999</c:v>
                </c:pt>
                <c:pt idx="11084">
                  <c:v>2.8850600000000002</c:v>
                </c:pt>
                <c:pt idx="11085">
                  <c:v>2.8853599999999999</c:v>
                </c:pt>
                <c:pt idx="11086">
                  <c:v>2.8856700000000002</c:v>
                </c:pt>
                <c:pt idx="11087">
                  <c:v>2.8859699999999999</c:v>
                </c:pt>
                <c:pt idx="11088">
                  <c:v>2.8862800000000002</c:v>
                </c:pt>
                <c:pt idx="11089">
                  <c:v>2.8865799999999999</c:v>
                </c:pt>
                <c:pt idx="11090">
                  <c:v>2.8868900000000002</c:v>
                </c:pt>
                <c:pt idx="11091">
                  <c:v>2.8871899999999999</c:v>
                </c:pt>
                <c:pt idx="11092">
                  <c:v>2.8875000000000002</c:v>
                </c:pt>
                <c:pt idx="11093">
                  <c:v>2.88781</c:v>
                </c:pt>
                <c:pt idx="11094">
                  <c:v>2.8881100000000002</c:v>
                </c:pt>
                <c:pt idx="11095">
                  <c:v>2.88842</c:v>
                </c:pt>
                <c:pt idx="11096">
                  <c:v>2.8887200000000002</c:v>
                </c:pt>
                <c:pt idx="11097">
                  <c:v>2.88903</c:v>
                </c:pt>
                <c:pt idx="11098">
                  <c:v>2.8893300000000002</c:v>
                </c:pt>
                <c:pt idx="11099">
                  <c:v>2.88964</c:v>
                </c:pt>
                <c:pt idx="11100">
                  <c:v>2.8899400000000002</c:v>
                </c:pt>
                <c:pt idx="11101">
                  <c:v>2.89025</c:v>
                </c:pt>
                <c:pt idx="11102">
                  <c:v>2.8905500000000002</c:v>
                </c:pt>
                <c:pt idx="11103">
                  <c:v>2.89086</c:v>
                </c:pt>
                <c:pt idx="11104">
                  <c:v>2.8911600000000002</c:v>
                </c:pt>
                <c:pt idx="11105">
                  <c:v>2.89147</c:v>
                </c:pt>
                <c:pt idx="11106">
                  <c:v>2.8917799999999998</c:v>
                </c:pt>
                <c:pt idx="11107">
                  <c:v>2.89208</c:v>
                </c:pt>
                <c:pt idx="11108">
                  <c:v>2.8923899999999998</c:v>
                </c:pt>
                <c:pt idx="11109">
                  <c:v>2.89269</c:v>
                </c:pt>
                <c:pt idx="11110">
                  <c:v>2.8929999999999998</c:v>
                </c:pt>
                <c:pt idx="11111">
                  <c:v>2.8933</c:v>
                </c:pt>
                <c:pt idx="11112">
                  <c:v>2.8936099999999998</c:v>
                </c:pt>
                <c:pt idx="11113">
                  <c:v>2.89391</c:v>
                </c:pt>
                <c:pt idx="11114">
                  <c:v>2.8942199999999998</c:v>
                </c:pt>
                <c:pt idx="11115">
                  <c:v>2.89452</c:v>
                </c:pt>
                <c:pt idx="11116">
                  <c:v>2.8948299999999998</c:v>
                </c:pt>
                <c:pt idx="11117">
                  <c:v>2.89513</c:v>
                </c:pt>
                <c:pt idx="11118">
                  <c:v>2.8954399999999998</c:v>
                </c:pt>
                <c:pt idx="11119">
                  <c:v>2.89575</c:v>
                </c:pt>
                <c:pt idx="11120">
                  <c:v>2.8960499999999998</c:v>
                </c:pt>
                <c:pt idx="11121">
                  <c:v>2.89636</c:v>
                </c:pt>
                <c:pt idx="11122">
                  <c:v>2.8966599999999998</c:v>
                </c:pt>
                <c:pt idx="11123">
                  <c:v>2.89697</c:v>
                </c:pt>
                <c:pt idx="11124">
                  <c:v>2.8972699999999998</c:v>
                </c:pt>
                <c:pt idx="11125">
                  <c:v>2.89758</c:v>
                </c:pt>
                <c:pt idx="11126">
                  <c:v>2.8978799999999998</c:v>
                </c:pt>
                <c:pt idx="11127">
                  <c:v>2.89819</c:v>
                </c:pt>
                <c:pt idx="11128">
                  <c:v>2.8984899999999998</c:v>
                </c:pt>
                <c:pt idx="11129">
                  <c:v>2.8988</c:v>
                </c:pt>
                <c:pt idx="11130">
                  <c:v>2.8991099999999999</c:v>
                </c:pt>
                <c:pt idx="11131">
                  <c:v>2.89941</c:v>
                </c:pt>
                <c:pt idx="11132">
                  <c:v>2.8997199999999999</c:v>
                </c:pt>
                <c:pt idx="11133">
                  <c:v>2.90002</c:v>
                </c:pt>
                <c:pt idx="11134">
                  <c:v>2.9003299999999999</c:v>
                </c:pt>
                <c:pt idx="11135">
                  <c:v>2.90063</c:v>
                </c:pt>
                <c:pt idx="11136">
                  <c:v>2.9009399999999999</c:v>
                </c:pt>
                <c:pt idx="11137">
                  <c:v>2.90124</c:v>
                </c:pt>
                <c:pt idx="11138">
                  <c:v>2.9015499999999999</c:v>
                </c:pt>
                <c:pt idx="11139">
                  <c:v>2.90185</c:v>
                </c:pt>
                <c:pt idx="11140">
                  <c:v>2.9021599999999999</c:v>
                </c:pt>
                <c:pt idx="11141">
                  <c:v>2.90246</c:v>
                </c:pt>
                <c:pt idx="11142">
                  <c:v>2.9027699999999999</c:v>
                </c:pt>
                <c:pt idx="11143">
                  <c:v>2.9030800000000001</c:v>
                </c:pt>
                <c:pt idx="11144">
                  <c:v>2.9033799999999998</c:v>
                </c:pt>
                <c:pt idx="11145">
                  <c:v>2.9036900000000001</c:v>
                </c:pt>
                <c:pt idx="11146">
                  <c:v>2.9039899999999998</c:v>
                </c:pt>
                <c:pt idx="11147">
                  <c:v>2.9043000000000001</c:v>
                </c:pt>
                <c:pt idx="11148">
                  <c:v>2.9045999999999998</c:v>
                </c:pt>
                <c:pt idx="11149">
                  <c:v>2.9049100000000001</c:v>
                </c:pt>
                <c:pt idx="11150">
                  <c:v>2.9052099999999998</c:v>
                </c:pt>
                <c:pt idx="11151">
                  <c:v>2.9055200000000001</c:v>
                </c:pt>
                <c:pt idx="11152">
                  <c:v>2.9058199999999998</c:v>
                </c:pt>
                <c:pt idx="11153">
                  <c:v>2.9061300000000001</c:v>
                </c:pt>
                <c:pt idx="11154">
                  <c:v>2.9064299999999998</c:v>
                </c:pt>
                <c:pt idx="11155">
                  <c:v>2.9067400000000001</c:v>
                </c:pt>
                <c:pt idx="11156">
                  <c:v>2.9070499999999999</c:v>
                </c:pt>
                <c:pt idx="11157">
                  <c:v>2.9073500000000001</c:v>
                </c:pt>
                <c:pt idx="11158">
                  <c:v>2.9076599999999999</c:v>
                </c:pt>
                <c:pt idx="11159">
                  <c:v>2.9079600000000001</c:v>
                </c:pt>
                <c:pt idx="11160">
                  <c:v>2.9082699999999999</c:v>
                </c:pt>
                <c:pt idx="11161">
                  <c:v>2.9085700000000001</c:v>
                </c:pt>
                <c:pt idx="11162">
                  <c:v>2.9088799999999999</c:v>
                </c:pt>
                <c:pt idx="11163">
                  <c:v>2.9091800000000001</c:v>
                </c:pt>
                <c:pt idx="11164">
                  <c:v>2.9094899999999999</c:v>
                </c:pt>
                <c:pt idx="11165">
                  <c:v>2.9097900000000001</c:v>
                </c:pt>
                <c:pt idx="11166">
                  <c:v>2.9100999999999999</c:v>
                </c:pt>
                <c:pt idx="11167">
                  <c:v>2.9104000000000001</c:v>
                </c:pt>
                <c:pt idx="11168">
                  <c:v>2.9107099999999999</c:v>
                </c:pt>
                <c:pt idx="11169">
                  <c:v>2.9110200000000002</c:v>
                </c:pt>
                <c:pt idx="11170">
                  <c:v>2.9113199999999999</c:v>
                </c:pt>
                <c:pt idx="11171">
                  <c:v>2.9116300000000002</c:v>
                </c:pt>
                <c:pt idx="11172">
                  <c:v>2.9119299999999999</c:v>
                </c:pt>
                <c:pt idx="11173">
                  <c:v>2.9122400000000002</c:v>
                </c:pt>
                <c:pt idx="11174">
                  <c:v>2.9125399999999999</c:v>
                </c:pt>
                <c:pt idx="11175">
                  <c:v>2.9128500000000002</c:v>
                </c:pt>
                <c:pt idx="11176">
                  <c:v>2.9131499999999999</c:v>
                </c:pt>
                <c:pt idx="11177">
                  <c:v>2.9134600000000002</c:v>
                </c:pt>
                <c:pt idx="11178">
                  <c:v>2.9137599999999999</c:v>
                </c:pt>
                <c:pt idx="11179">
                  <c:v>2.9140700000000002</c:v>
                </c:pt>
                <c:pt idx="11180">
                  <c:v>2.9143699999999999</c:v>
                </c:pt>
                <c:pt idx="11181">
                  <c:v>2.9146800000000002</c:v>
                </c:pt>
                <c:pt idx="11182">
                  <c:v>2.91499</c:v>
                </c:pt>
                <c:pt idx="11183">
                  <c:v>2.9152900000000002</c:v>
                </c:pt>
                <c:pt idx="11184">
                  <c:v>2.9156</c:v>
                </c:pt>
                <c:pt idx="11185">
                  <c:v>2.9159000000000002</c:v>
                </c:pt>
                <c:pt idx="11186">
                  <c:v>2.91621</c:v>
                </c:pt>
                <c:pt idx="11187">
                  <c:v>2.9165100000000002</c:v>
                </c:pt>
                <c:pt idx="11188">
                  <c:v>2.91682</c:v>
                </c:pt>
                <c:pt idx="11189">
                  <c:v>2.9171200000000002</c:v>
                </c:pt>
                <c:pt idx="11190">
                  <c:v>2.91743</c:v>
                </c:pt>
                <c:pt idx="11191">
                  <c:v>2.9177300000000002</c:v>
                </c:pt>
                <c:pt idx="11192">
                  <c:v>2.91804</c:v>
                </c:pt>
                <c:pt idx="11193">
                  <c:v>2.9183500000000002</c:v>
                </c:pt>
                <c:pt idx="11194">
                  <c:v>2.91865</c:v>
                </c:pt>
                <c:pt idx="11195">
                  <c:v>2.9189600000000002</c:v>
                </c:pt>
                <c:pt idx="11196">
                  <c:v>2.91926</c:v>
                </c:pt>
                <c:pt idx="11197">
                  <c:v>2.9195700000000002</c:v>
                </c:pt>
                <c:pt idx="11198">
                  <c:v>2.91987</c:v>
                </c:pt>
                <c:pt idx="11199">
                  <c:v>2.9201800000000002</c:v>
                </c:pt>
                <c:pt idx="11200">
                  <c:v>2.92048</c:v>
                </c:pt>
                <c:pt idx="11201">
                  <c:v>2.9207900000000002</c:v>
                </c:pt>
                <c:pt idx="11202">
                  <c:v>2.92109</c:v>
                </c:pt>
                <c:pt idx="11203">
                  <c:v>2.9214000000000002</c:v>
                </c:pt>
                <c:pt idx="11204">
                  <c:v>2.9217</c:v>
                </c:pt>
                <c:pt idx="11205">
                  <c:v>2.9220100000000002</c:v>
                </c:pt>
                <c:pt idx="11206">
                  <c:v>2.92232</c:v>
                </c:pt>
                <c:pt idx="11207">
                  <c:v>2.9226200000000002</c:v>
                </c:pt>
                <c:pt idx="11208">
                  <c:v>2.92293</c:v>
                </c:pt>
                <c:pt idx="11209">
                  <c:v>2.9232300000000002</c:v>
                </c:pt>
                <c:pt idx="11210">
                  <c:v>2.92354</c:v>
                </c:pt>
                <c:pt idx="11211">
                  <c:v>2.9238400000000002</c:v>
                </c:pt>
                <c:pt idx="11212">
                  <c:v>2.92415</c:v>
                </c:pt>
                <c:pt idx="11213">
                  <c:v>2.9244500000000002</c:v>
                </c:pt>
                <c:pt idx="11214">
                  <c:v>2.92476</c:v>
                </c:pt>
                <c:pt idx="11215">
                  <c:v>2.9250600000000002</c:v>
                </c:pt>
                <c:pt idx="11216">
                  <c:v>2.92537</c:v>
                </c:pt>
                <c:pt idx="11217">
                  <c:v>2.9256700000000002</c:v>
                </c:pt>
                <c:pt idx="11218">
                  <c:v>2.92598</c:v>
                </c:pt>
                <c:pt idx="11219">
                  <c:v>2.9262899999999998</c:v>
                </c:pt>
                <c:pt idx="11220">
                  <c:v>2.92659</c:v>
                </c:pt>
                <c:pt idx="11221">
                  <c:v>2.9268999999999998</c:v>
                </c:pt>
                <c:pt idx="11222">
                  <c:v>2.9272</c:v>
                </c:pt>
                <c:pt idx="11223">
                  <c:v>2.9275099999999998</c:v>
                </c:pt>
                <c:pt idx="11224">
                  <c:v>2.92781</c:v>
                </c:pt>
                <c:pt idx="11225">
                  <c:v>2.9281199999999998</c:v>
                </c:pt>
                <c:pt idx="11226">
                  <c:v>2.92842</c:v>
                </c:pt>
                <c:pt idx="11227">
                  <c:v>2.9287299999999998</c:v>
                </c:pt>
                <c:pt idx="11228">
                  <c:v>2.92903</c:v>
                </c:pt>
                <c:pt idx="11229">
                  <c:v>2.9293399999999998</c:v>
                </c:pt>
                <c:pt idx="11230">
                  <c:v>2.92964</c:v>
                </c:pt>
                <c:pt idx="11231">
                  <c:v>2.9299499999999998</c:v>
                </c:pt>
                <c:pt idx="11232">
                  <c:v>2.9302600000000001</c:v>
                </c:pt>
                <c:pt idx="11233">
                  <c:v>2.9305599999999998</c:v>
                </c:pt>
                <c:pt idx="11234">
                  <c:v>2.9308700000000001</c:v>
                </c:pt>
                <c:pt idx="11235">
                  <c:v>2.9311699999999998</c:v>
                </c:pt>
                <c:pt idx="11236">
                  <c:v>2.9314800000000001</c:v>
                </c:pt>
                <c:pt idx="11237">
                  <c:v>2.9317799999999998</c:v>
                </c:pt>
                <c:pt idx="11238">
                  <c:v>2.9320900000000001</c:v>
                </c:pt>
                <c:pt idx="11239">
                  <c:v>2.9323899999999998</c:v>
                </c:pt>
                <c:pt idx="11240">
                  <c:v>2.9327000000000001</c:v>
                </c:pt>
                <c:pt idx="11241">
                  <c:v>2.9329999999999998</c:v>
                </c:pt>
                <c:pt idx="11242">
                  <c:v>2.9333100000000001</c:v>
                </c:pt>
                <c:pt idx="11243">
                  <c:v>2.9336099999999998</c:v>
                </c:pt>
                <c:pt idx="11244">
                  <c:v>2.9339200000000001</c:v>
                </c:pt>
                <c:pt idx="11245">
                  <c:v>2.9342299999999999</c:v>
                </c:pt>
                <c:pt idx="11246">
                  <c:v>2.9345300000000001</c:v>
                </c:pt>
                <c:pt idx="11247">
                  <c:v>2.9348399999999999</c:v>
                </c:pt>
                <c:pt idx="11248">
                  <c:v>2.9351400000000001</c:v>
                </c:pt>
                <c:pt idx="11249">
                  <c:v>2.9354499999999999</c:v>
                </c:pt>
                <c:pt idx="11250">
                  <c:v>2.9357500000000001</c:v>
                </c:pt>
                <c:pt idx="11251">
                  <c:v>2.9360599999999999</c:v>
                </c:pt>
                <c:pt idx="11252">
                  <c:v>2.9363600000000001</c:v>
                </c:pt>
                <c:pt idx="11253">
                  <c:v>2.9366699999999999</c:v>
                </c:pt>
                <c:pt idx="11254">
                  <c:v>2.9369700000000001</c:v>
                </c:pt>
                <c:pt idx="11255">
                  <c:v>2.9372799999999999</c:v>
                </c:pt>
                <c:pt idx="11256">
                  <c:v>2.9375900000000001</c:v>
                </c:pt>
                <c:pt idx="11257">
                  <c:v>2.9378899999999999</c:v>
                </c:pt>
                <c:pt idx="11258">
                  <c:v>2.9382000000000001</c:v>
                </c:pt>
                <c:pt idx="11259">
                  <c:v>2.9384999999999999</c:v>
                </c:pt>
                <c:pt idx="11260">
                  <c:v>2.9388100000000001</c:v>
                </c:pt>
                <c:pt idx="11261">
                  <c:v>2.9391099999999999</c:v>
                </c:pt>
                <c:pt idx="11262">
                  <c:v>2.9394200000000001</c:v>
                </c:pt>
                <c:pt idx="11263">
                  <c:v>2.9397199999999999</c:v>
                </c:pt>
                <c:pt idx="11264">
                  <c:v>2.9400300000000001</c:v>
                </c:pt>
                <c:pt idx="11265">
                  <c:v>2.9403299999999999</c:v>
                </c:pt>
                <c:pt idx="11266">
                  <c:v>2.9406400000000001</c:v>
                </c:pt>
                <c:pt idx="11267">
                  <c:v>2.9409399999999999</c:v>
                </c:pt>
                <c:pt idx="11268">
                  <c:v>2.9412500000000001</c:v>
                </c:pt>
                <c:pt idx="11269">
                  <c:v>2.94156</c:v>
                </c:pt>
                <c:pt idx="11270">
                  <c:v>2.9418600000000001</c:v>
                </c:pt>
                <c:pt idx="11271">
                  <c:v>2.94217</c:v>
                </c:pt>
                <c:pt idx="11272">
                  <c:v>2.9424700000000001</c:v>
                </c:pt>
                <c:pt idx="11273">
                  <c:v>2.94278</c:v>
                </c:pt>
                <c:pt idx="11274">
                  <c:v>2.9430800000000001</c:v>
                </c:pt>
                <c:pt idx="11275">
                  <c:v>2.94339</c:v>
                </c:pt>
                <c:pt idx="11276">
                  <c:v>2.9436900000000001</c:v>
                </c:pt>
                <c:pt idx="11277">
                  <c:v>2.944</c:v>
                </c:pt>
                <c:pt idx="11278">
                  <c:v>2.9443000000000001</c:v>
                </c:pt>
                <c:pt idx="11279">
                  <c:v>2.9446099999999999</c:v>
                </c:pt>
                <c:pt idx="11280">
                  <c:v>2.9449100000000001</c:v>
                </c:pt>
                <c:pt idx="11281">
                  <c:v>2.9452199999999999</c:v>
                </c:pt>
                <c:pt idx="11282">
                  <c:v>2.9455300000000002</c:v>
                </c:pt>
                <c:pt idx="11283">
                  <c:v>2.9458299999999999</c:v>
                </c:pt>
                <c:pt idx="11284">
                  <c:v>2.9461400000000002</c:v>
                </c:pt>
                <c:pt idx="11285">
                  <c:v>2.9464399999999999</c:v>
                </c:pt>
                <c:pt idx="11286">
                  <c:v>2.9467500000000002</c:v>
                </c:pt>
                <c:pt idx="11287">
                  <c:v>2.9470499999999999</c:v>
                </c:pt>
                <c:pt idx="11288">
                  <c:v>2.9473600000000002</c:v>
                </c:pt>
                <c:pt idx="11289">
                  <c:v>2.9476599999999999</c:v>
                </c:pt>
                <c:pt idx="11290">
                  <c:v>2.9479700000000002</c:v>
                </c:pt>
                <c:pt idx="11291">
                  <c:v>2.9482699999999999</c:v>
                </c:pt>
                <c:pt idx="11292">
                  <c:v>2.9485800000000002</c:v>
                </c:pt>
                <c:pt idx="11293">
                  <c:v>2.9488799999999999</c:v>
                </c:pt>
                <c:pt idx="11294">
                  <c:v>2.9491900000000002</c:v>
                </c:pt>
                <c:pt idx="11295">
                  <c:v>2.9495</c:v>
                </c:pt>
                <c:pt idx="11296">
                  <c:v>2.9498000000000002</c:v>
                </c:pt>
                <c:pt idx="11297">
                  <c:v>2.95011</c:v>
                </c:pt>
                <c:pt idx="11298">
                  <c:v>2.9504100000000002</c:v>
                </c:pt>
                <c:pt idx="11299">
                  <c:v>2.95072</c:v>
                </c:pt>
                <c:pt idx="11300">
                  <c:v>2.9510200000000002</c:v>
                </c:pt>
                <c:pt idx="11301">
                  <c:v>2.95133</c:v>
                </c:pt>
                <c:pt idx="11302">
                  <c:v>2.9516300000000002</c:v>
                </c:pt>
                <c:pt idx="11303">
                  <c:v>2.95194</c:v>
                </c:pt>
                <c:pt idx="11304">
                  <c:v>2.9522400000000002</c:v>
                </c:pt>
                <c:pt idx="11305">
                  <c:v>2.95255</c:v>
                </c:pt>
                <c:pt idx="11306">
                  <c:v>2.9528599999999998</c:v>
                </c:pt>
                <c:pt idx="11307">
                  <c:v>2.95316</c:v>
                </c:pt>
                <c:pt idx="11308">
                  <c:v>2.9534699999999998</c:v>
                </c:pt>
                <c:pt idx="11309">
                  <c:v>2.95377</c:v>
                </c:pt>
                <c:pt idx="11310">
                  <c:v>2.9540799999999998</c:v>
                </c:pt>
                <c:pt idx="11311">
                  <c:v>2.95438</c:v>
                </c:pt>
                <c:pt idx="11312">
                  <c:v>2.9546899999999998</c:v>
                </c:pt>
                <c:pt idx="11313">
                  <c:v>2.95499</c:v>
                </c:pt>
                <c:pt idx="11314">
                  <c:v>2.9552999999999998</c:v>
                </c:pt>
                <c:pt idx="11315">
                  <c:v>2.9556</c:v>
                </c:pt>
                <c:pt idx="11316">
                  <c:v>2.9559099999999998</c:v>
                </c:pt>
                <c:pt idx="11317">
                  <c:v>2.95621</c:v>
                </c:pt>
                <c:pt idx="11318">
                  <c:v>2.9565199999999998</c:v>
                </c:pt>
                <c:pt idx="11319">
                  <c:v>2.9568300000000001</c:v>
                </c:pt>
                <c:pt idx="11320">
                  <c:v>2.9571299999999998</c:v>
                </c:pt>
                <c:pt idx="11321">
                  <c:v>2.9574400000000001</c:v>
                </c:pt>
                <c:pt idx="11322">
                  <c:v>2.9577399999999998</c:v>
                </c:pt>
                <c:pt idx="11323">
                  <c:v>2.9580500000000001</c:v>
                </c:pt>
                <c:pt idx="11324">
                  <c:v>2.9583499999999998</c:v>
                </c:pt>
                <c:pt idx="11325">
                  <c:v>2.9586600000000001</c:v>
                </c:pt>
                <c:pt idx="11326">
                  <c:v>2.9589599999999998</c:v>
                </c:pt>
                <c:pt idx="11327">
                  <c:v>2.9592700000000001</c:v>
                </c:pt>
                <c:pt idx="11328">
                  <c:v>2.9595699999999998</c:v>
                </c:pt>
                <c:pt idx="11329">
                  <c:v>2.9598800000000001</c:v>
                </c:pt>
                <c:pt idx="11330">
                  <c:v>2.9601799999999998</c:v>
                </c:pt>
                <c:pt idx="11331">
                  <c:v>2.9604900000000001</c:v>
                </c:pt>
                <c:pt idx="11332">
                  <c:v>2.9607999999999999</c:v>
                </c:pt>
                <c:pt idx="11333">
                  <c:v>2.9611000000000001</c:v>
                </c:pt>
                <c:pt idx="11334">
                  <c:v>2.9614099999999999</c:v>
                </c:pt>
                <c:pt idx="11335">
                  <c:v>2.9617100000000001</c:v>
                </c:pt>
                <c:pt idx="11336">
                  <c:v>2.9620199999999999</c:v>
                </c:pt>
                <c:pt idx="11337">
                  <c:v>2.9623200000000001</c:v>
                </c:pt>
                <c:pt idx="11338">
                  <c:v>2.9626299999999999</c:v>
                </c:pt>
                <c:pt idx="11339">
                  <c:v>2.9629300000000001</c:v>
                </c:pt>
                <c:pt idx="11340">
                  <c:v>2.9632399999999999</c:v>
                </c:pt>
                <c:pt idx="11341">
                  <c:v>2.9635400000000001</c:v>
                </c:pt>
                <c:pt idx="11342">
                  <c:v>2.9638499999999999</c:v>
                </c:pt>
                <c:pt idx="11343">
                  <c:v>2.9641500000000001</c:v>
                </c:pt>
                <c:pt idx="11344">
                  <c:v>2.9644599999999999</c:v>
                </c:pt>
                <c:pt idx="11345">
                  <c:v>2.9647700000000001</c:v>
                </c:pt>
                <c:pt idx="11346">
                  <c:v>2.9650699999999999</c:v>
                </c:pt>
                <c:pt idx="11347">
                  <c:v>2.9653800000000001</c:v>
                </c:pt>
                <c:pt idx="11348">
                  <c:v>2.9656799999999999</c:v>
                </c:pt>
                <c:pt idx="11349">
                  <c:v>2.9659900000000001</c:v>
                </c:pt>
                <c:pt idx="11350">
                  <c:v>2.9662899999999999</c:v>
                </c:pt>
                <c:pt idx="11351">
                  <c:v>2.9666000000000001</c:v>
                </c:pt>
                <c:pt idx="11352">
                  <c:v>2.9668999999999999</c:v>
                </c:pt>
                <c:pt idx="11353">
                  <c:v>2.9672100000000001</c:v>
                </c:pt>
                <c:pt idx="11354">
                  <c:v>2.9675099999999999</c:v>
                </c:pt>
                <c:pt idx="11355">
                  <c:v>2.9678200000000001</c:v>
                </c:pt>
                <c:pt idx="11356">
                  <c:v>2.9681199999999999</c:v>
                </c:pt>
                <c:pt idx="11357">
                  <c:v>2.9684300000000001</c:v>
                </c:pt>
                <c:pt idx="11358">
                  <c:v>2.9687399999999999</c:v>
                </c:pt>
                <c:pt idx="11359">
                  <c:v>2.9690400000000001</c:v>
                </c:pt>
                <c:pt idx="11360">
                  <c:v>2.9693499999999999</c:v>
                </c:pt>
                <c:pt idx="11361">
                  <c:v>2.9696500000000001</c:v>
                </c:pt>
                <c:pt idx="11362">
                  <c:v>2.9699599999999999</c:v>
                </c:pt>
                <c:pt idx="11363">
                  <c:v>2.9702600000000001</c:v>
                </c:pt>
                <c:pt idx="11364">
                  <c:v>2.9705699999999999</c:v>
                </c:pt>
                <c:pt idx="11365">
                  <c:v>2.9708700000000001</c:v>
                </c:pt>
                <c:pt idx="11366">
                  <c:v>2.9711799999999999</c:v>
                </c:pt>
                <c:pt idx="11367">
                  <c:v>2.9714800000000001</c:v>
                </c:pt>
                <c:pt idx="11368">
                  <c:v>2.9717899999999999</c:v>
                </c:pt>
                <c:pt idx="11369">
                  <c:v>2.9721000000000002</c:v>
                </c:pt>
                <c:pt idx="11370">
                  <c:v>2.9723999999999999</c:v>
                </c:pt>
                <c:pt idx="11371">
                  <c:v>2.9727100000000002</c:v>
                </c:pt>
                <c:pt idx="11372">
                  <c:v>2.9730099999999999</c:v>
                </c:pt>
                <c:pt idx="11373">
                  <c:v>2.9733200000000002</c:v>
                </c:pt>
                <c:pt idx="11374">
                  <c:v>2.9736199999999999</c:v>
                </c:pt>
                <c:pt idx="11375">
                  <c:v>2.9739300000000002</c:v>
                </c:pt>
                <c:pt idx="11376">
                  <c:v>2.9742299999999999</c:v>
                </c:pt>
                <c:pt idx="11377">
                  <c:v>2.9745400000000002</c:v>
                </c:pt>
                <c:pt idx="11378">
                  <c:v>2.9748399999999999</c:v>
                </c:pt>
                <c:pt idx="11379">
                  <c:v>2.9751500000000002</c:v>
                </c:pt>
                <c:pt idx="11380">
                  <c:v>2.9754499999999999</c:v>
                </c:pt>
                <c:pt idx="11381">
                  <c:v>2.9757600000000002</c:v>
                </c:pt>
                <c:pt idx="11382">
                  <c:v>2.97607</c:v>
                </c:pt>
                <c:pt idx="11383">
                  <c:v>2.9763700000000002</c:v>
                </c:pt>
                <c:pt idx="11384">
                  <c:v>2.97668</c:v>
                </c:pt>
                <c:pt idx="11385">
                  <c:v>2.9769800000000002</c:v>
                </c:pt>
                <c:pt idx="11386">
                  <c:v>2.97729</c:v>
                </c:pt>
                <c:pt idx="11387">
                  <c:v>2.9775900000000002</c:v>
                </c:pt>
                <c:pt idx="11388">
                  <c:v>2.9779</c:v>
                </c:pt>
                <c:pt idx="11389">
                  <c:v>2.9782000000000002</c:v>
                </c:pt>
                <c:pt idx="11390">
                  <c:v>2.97851</c:v>
                </c:pt>
                <c:pt idx="11391">
                  <c:v>2.9788100000000002</c:v>
                </c:pt>
                <c:pt idx="11392">
                  <c:v>2.97912</c:v>
                </c:pt>
                <c:pt idx="11393">
                  <c:v>2.9794200000000002</c:v>
                </c:pt>
                <c:pt idx="11394">
                  <c:v>2.97973</c:v>
                </c:pt>
                <c:pt idx="11395">
                  <c:v>2.9800399999999998</c:v>
                </c:pt>
                <c:pt idx="11396">
                  <c:v>2.98034</c:v>
                </c:pt>
                <c:pt idx="11397">
                  <c:v>2.9806499999999998</c:v>
                </c:pt>
                <c:pt idx="11398">
                  <c:v>2.98095</c:v>
                </c:pt>
                <c:pt idx="11399">
                  <c:v>2.9812599999999998</c:v>
                </c:pt>
                <c:pt idx="11400">
                  <c:v>2.98156</c:v>
                </c:pt>
                <c:pt idx="11401">
                  <c:v>2.9818699999999998</c:v>
                </c:pt>
                <c:pt idx="11402">
                  <c:v>2.98217</c:v>
                </c:pt>
                <c:pt idx="11403">
                  <c:v>2.9824799999999998</c:v>
                </c:pt>
                <c:pt idx="11404">
                  <c:v>2.98278</c:v>
                </c:pt>
                <c:pt idx="11405">
                  <c:v>2.9830899999999998</c:v>
                </c:pt>
                <c:pt idx="11406">
                  <c:v>2.98339</c:v>
                </c:pt>
                <c:pt idx="11407">
                  <c:v>2.9836999999999998</c:v>
                </c:pt>
                <c:pt idx="11408">
                  <c:v>2.9840100000000001</c:v>
                </c:pt>
                <c:pt idx="11409">
                  <c:v>2.9843099999999998</c:v>
                </c:pt>
                <c:pt idx="11410">
                  <c:v>2.9846200000000001</c:v>
                </c:pt>
                <c:pt idx="11411">
                  <c:v>2.9849199999999998</c:v>
                </c:pt>
                <c:pt idx="11412">
                  <c:v>2.9852300000000001</c:v>
                </c:pt>
                <c:pt idx="11413">
                  <c:v>2.9855299999999998</c:v>
                </c:pt>
                <c:pt idx="11414">
                  <c:v>2.98584</c:v>
                </c:pt>
                <c:pt idx="11415">
                  <c:v>2.9861399999999998</c:v>
                </c:pt>
                <c:pt idx="11416">
                  <c:v>2.98645</c:v>
                </c:pt>
                <c:pt idx="11417">
                  <c:v>2.9867499999999998</c:v>
                </c:pt>
                <c:pt idx="11418">
                  <c:v>2.98706</c:v>
                </c:pt>
                <c:pt idx="11419">
                  <c:v>2.9873599999999998</c:v>
                </c:pt>
                <c:pt idx="11420">
                  <c:v>2.98767</c:v>
                </c:pt>
                <c:pt idx="11421">
                  <c:v>2.9879799999999999</c:v>
                </c:pt>
                <c:pt idx="11422">
                  <c:v>2.98828</c:v>
                </c:pt>
                <c:pt idx="11423">
                  <c:v>2.9885899999999999</c:v>
                </c:pt>
                <c:pt idx="11424">
                  <c:v>2.98889</c:v>
                </c:pt>
                <c:pt idx="11425">
                  <c:v>2.9891999999999999</c:v>
                </c:pt>
                <c:pt idx="11426">
                  <c:v>2.9895</c:v>
                </c:pt>
                <c:pt idx="11427">
                  <c:v>2.9898099999999999</c:v>
                </c:pt>
                <c:pt idx="11428">
                  <c:v>2.99011</c:v>
                </c:pt>
                <c:pt idx="11429">
                  <c:v>2.9904199999999999</c:v>
                </c:pt>
                <c:pt idx="11430">
                  <c:v>2.99072</c:v>
                </c:pt>
                <c:pt idx="11431">
                  <c:v>2.9910299999999999</c:v>
                </c:pt>
                <c:pt idx="11432">
                  <c:v>2.9913400000000001</c:v>
                </c:pt>
                <c:pt idx="11433">
                  <c:v>2.9916399999999999</c:v>
                </c:pt>
                <c:pt idx="11434">
                  <c:v>2.9919500000000001</c:v>
                </c:pt>
                <c:pt idx="11435">
                  <c:v>2.9922499999999999</c:v>
                </c:pt>
                <c:pt idx="11436">
                  <c:v>2.9925600000000001</c:v>
                </c:pt>
                <c:pt idx="11437">
                  <c:v>2.9928599999999999</c:v>
                </c:pt>
                <c:pt idx="11438">
                  <c:v>2.9931700000000001</c:v>
                </c:pt>
                <c:pt idx="11439">
                  <c:v>2.9934699999999999</c:v>
                </c:pt>
                <c:pt idx="11440">
                  <c:v>2.9937800000000001</c:v>
                </c:pt>
                <c:pt idx="11441">
                  <c:v>2.9940799999999999</c:v>
                </c:pt>
                <c:pt idx="11442">
                  <c:v>2.9943900000000001</c:v>
                </c:pt>
                <c:pt idx="11443">
                  <c:v>2.9946899999999999</c:v>
                </c:pt>
                <c:pt idx="11444">
                  <c:v>2.9950000000000001</c:v>
                </c:pt>
                <c:pt idx="11445">
                  <c:v>2.9953099999999999</c:v>
                </c:pt>
                <c:pt idx="11446">
                  <c:v>2.9956100000000001</c:v>
                </c:pt>
                <c:pt idx="11447">
                  <c:v>2.9959199999999999</c:v>
                </c:pt>
                <c:pt idx="11448">
                  <c:v>2.9962200000000001</c:v>
                </c:pt>
                <c:pt idx="11449">
                  <c:v>2.9965299999999999</c:v>
                </c:pt>
                <c:pt idx="11450">
                  <c:v>2.9968300000000001</c:v>
                </c:pt>
                <c:pt idx="11451">
                  <c:v>2.9971399999999999</c:v>
                </c:pt>
                <c:pt idx="11452">
                  <c:v>2.9974400000000001</c:v>
                </c:pt>
                <c:pt idx="11453">
                  <c:v>2.9977499999999999</c:v>
                </c:pt>
                <c:pt idx="11454">
                  <c:v>2.9980500000000001</c:v>
                </c:pt>
                <c:pt idx="11455">
                  <c:v>2.9983599999999999</c:v>
                </c:pt>
                <c:pt idx="11456">
                  <c:v>2.9986600000000001</c:v>
                </c:pt>
                <c:pt idx="11457">
                  <c:v>2.9989699999999999</c:v>
                </c:pt>
                <c:pt idx="11458">
                  <c:v>2.9992800000000002</c:v>
                </c:pt>
                <c:pt idx="11459">
                  <c:v>2.9995799999999999</c:v>
                </c:pt>
                <c:pt idx="11460">
                  <c:v>2.9998900000000002</c:v>
                </c:pt>
                <c:pt idx="11461">
                  <c:v>3.0001899999999999</c:v>
                </c:pt>
                <c:pt idx="11462">
                  <c:v>3.0005000000000002</c:v>
                </c:pt>
                <c:pt idx="11463">
                  <c:v>3.0007999999999999</c:v>
                </c:pt>
                <c:pt idx="11464">
                  <c:v>3.0011100000000002</c:v>
                </c:pt>
                <c:pt idx="11465">
                  <c:v>3.0014099999999999</c:v>
                </c:pt>
                <c:pt idx="11466">
                  <c:v>3.0017200000000002</c:v>
                </c:pt>
                <c:pt idx="11467">
                  <c:v>3.0020199999999999</c:v>
                </c:pt>
                <c:pt idx="11468">
                  <c:v>3.0023300000000002</c:v>
                </c:pt>
                <c:pt idx="11469">
                  <c:v>3.0026299999999999</c:v>
                </c:pt>
                <c:pt idx="11470">
                  <c:v>3.0029400000000002</c:v>
                </c:pt>
                <c:pt idx="11471">
                  <c:v>3.00325</c:v>
                </c:pt>
                <c:pt idx="11472">
                  <c:v>3.0035500000000002</c:v>
                </c:pt>
                <c:pt idx="11473">
                  <c:v>3.00386</c:v>
                </c:pt>
                <c:pt idx="11474">
                  <c:v>3.0041600000000002</c:v>
                </c:pt>
                <c:pt idx="11475">
                  <c:v>3.00447</c:v>
                </c:pt>
                <c:pt idx="11476">
                  <c:v>3.0047700000000002</c:v>
                </c:pt>
                <c:pt idx="11477">
                  <c:v>3.00508</c:v>
                </c:pt>
                <c:pt idx="11478">
                  <c:v>3.0053800000000002</c:v>
                </c:pt>
                <c:pt idx="11479">
                  <c:v>3.00569</c:v>
                </c:pt>
                <c:pt idx="11480">
                  <c:v>3.0059900000000002</c:v>
                </c:pt>
                <c:pt idx="11481">
                  <c:v>3.0063</c:v>
                </c:pt>
                <c:pt idx="11482">
                  <c:v>3.0066000000000002</c:v>
                </c:pt>
                <c:pt idx="11483">
                  <c:v>3.00691</c:v>
                </c:pt>
                <c:pt idx="11484">
                  <c:v>3.0072199999999998</c:v>
                </c:pt>
                <c:pt idx="11485">
                  <c:v>3.00752</c:v>
                </c:pt>
                <c:pt idx="11486">
                  <c:v>3.0078299999999998</c:v>
                </c:pt>
                <c:pt idx="11487">
                  <c:v>3.00813</c:v>
                </c:pt>
                <c:pt idx="11488">
                  <c:v>3.0084399999999998</c:v>
                </c:pt>
                <c:pt idx="11489">
                  <c:v>3.00874</c:v>
                </c:pt>
                <c:pt idx="11490">
                  <c:v>3.0090499999999998</c:v>
                </c:pt>
                <c:pt idx="11491">
                  <c:v>3.00935</c:v>
                </c:pt>
                <c:pt idx="11492">
                  <c:v>3.0096599999999998</c:v>
                </c:pt>
                <c:pt idx="11493">
                  <c:v>3.00996</c:v>
                </c:pt>
                <c:pt idx="11494">
                  <c:v>3.0102699999999998</c:v>
                </c:pt>
                <c:pt idx="11495">
                  <c:v>3.01058</c:v>
                </c:pt>
                <c:pt idx="11496">
                  <c:v>3.0108799999999998</c:v>
                </c:pt>
                <c:pt idx="11497">
                  <c:v>3.01119</c:v>
                </c:pt>
                <c:pt idx="11498">
                  <c:v>3.0114899999999998</c:v>
                </c:pt>
                <c:pt idx="11499">
                  <c:v>3.0118</c:v>
                </c:pt>
                <c:pt idx="11500">
                  <c:v>3.0121000000000002</c:v>
                </c:pt>
                <c:pt idx="11501">
                  <c:v>3.01241</c:v>
                </c:pt>
                <c:pt idx="11502">
                  <c:v>3.0127100000000002</c:v>
                </c:pt>
                <c:pt idx="11503">
                  <c:v>3.01302</c:v>
                </c:pt>
                <c:pt idx="11504">
                  <c:v>3.0133200000000002</c:v>
                </c:pt>
                <c:pt idx="11505">
                  <c:v>3.01363</c:v>
                </c:pt>
                <c:pt idx="11506">
                  <c:v>3.0139300000000002</c:v>
                </c:pt>
                <c:pt idx="11507">
                  <c:v>3.01424</c:v>
                </c:pt>
                <c:pt idx="11508">
                  <c:v>3.0145499999999998</c:v>
                </c:pt>
                <c:pt idx="11509">
                  <c:v>3.01485</c:v>
                </c:pt>
                <c:pt idx="11510">
                  <c:v>3.0151599999999998</c:v>
                </c:pt>
                <c:pt idx="11511">
                  <c:v>3.01546</c:v>
                </c:pt>
                <c:pt idx="11512">
                  <c:v>3.0157699999999998</c:v>
                </c:pt>
                <c:pt idx="11513">
                  <c:v>3.01607</c:v>
                </c:pt>
                <c:pt idx="11514">
                  <c:v>3.0163799999999998</c:v>
                </c:pt>
                <c:pt idx="11515">
                  <c:v>3.01668</c:v>
                </c:pt>
                <c:pt idx="11516">
                  <c:v>3.0169899999999998</c:v>
                </c:pt>
                <c:pt idx="11517">
                  <c:v>3.01729</c:v>
                </c:pt>
                <c:pt idx="11518">
                  <c:v>3.0175999999999998</c:v>
                </c:pt>
                <c:pt idx="11519">
                  <c:v>3.0179</c:v>
                </c:pt>
                <c:pt idx="11520">
                  <c:v>3.0182099999999998</c:v>
                </c:pt>
                <c:pt idx="11521">
                  <c:v>3.0185200000000001</c:v>
                </c:pt>
                <c:pt idx="11522">
                  <c:v>3.0188199999999998</c:v>
                </c:pt>
                <c:pt idx="11523">
                  <c:v>3.0191300000000001</c:v>
                </c:pt>
                <c:pt idx="11524">
                  <c:v>3.0194299999999998</c:v>
                </c:pt>
                <c:pt idx="11525">
                  <c:v>3.0197400000000001</c:v>
                </c:pt>
                <c:pt idx="11526">
                  <c:v>3.0200399999999998</c:v>
                </c:pt>
                <c:pt idx="11527">
                  <c:v>3.0203500000000001</c:v>
                </c:pt>
                <c:pt idx="11528">
                  <c:v>3.0206499999999998</c:v>
                </c:pt>
                <c:pt idx="11529">
                  <c:v>3.0209600000000001</c:v>
                </c:pt>
                <c:pt idx="11530">
                  <c:v>3.0212599999999998</c:v>
                </c:pt>
                <c:pt idx="11531">
                  <c:v>3.0215700000000001</c:v>
                </c:pt>
                <c:pt idx="11532">
                  <c:v>3.0218699999999998</c:v>
                </c:pt>
                <c:pt idx="11533">
                  <c:v>3.0221800000000001</c:v>
                </c:pt>
                <c:pt idx="11534">
                  <c:v>3.0224899999999999</c:v>
                </c:pt>
                <c:pt idx="11535">
                  <c:v>3.0227900000000001</c:v>
                </c:pt>
                <c:pt idx="11536">
                  <c:v>3.0230999999999999</c:v>
                </c:pt>
                <c:pt idx="11537">
                  <c:v>3.0234000000000001</c:v>
                </c:pt>
                <c:pt idx="11538">
                  <c:v>3.0237099999999999</c:v>
                </c:pt>
                <c:pt idx="11539">
                  <c:v>3.0240100000000001</c:v>
                </c:pt>
                <c:pt idx="11540">
                  <c:v>3.0243199999999999</c:v>
                </c:pt>
                <c:pt idx="11541">
                  <c:v>3.0246200000000001</c:v>
                </c:pt>
                <c:pt idx="11542">
                  <c:v>3.0249299999999999</c:v>
                </c:pt>
                <c:pt idx="11543">
                  <c:v>3.0252300000000001</c:v>
                </c:pt>
                <c:pt idx="11544">
                  <c:v>3.0255399999999999</c:v>
                </c:pt>
                <c:pt idx="11545">
                  <c:v>3.0258500000000002</c:v>
                </c:pt>
                <c:pt idx="11546">
                  <c:v>3.0261499999999999</c:v>
                </c:pt>
                <c:pt idx="11547">
                  <c:v>3.0264600000000002</c:v>
                </c:pt>
                <c:pt idx="11548">
                  <c:v>3.0267599999999999</c:v>
                </c:pt>
                <c:pt idx="11549">
                  <c:v>3.0270700000000001</c:v>
                </c:pt>
                <c:pt idx="11550">
                  <c:v>3.0273699999999999</c:v>
                </c:pt>
                <c:pt idx="11551">
                  <c:v>3.0276800000000001</c:v>
                </c:pt>
                <c:pt idx="11552">
                  <c:v>3.0279799999999999</c:v>
                </c:pt>
                <c:pt idx="11553">
                  <c:v>3.0282900000000001</c:v>
                </c:pt>
                <c:pt idx="11554">
                  <c:v>3.0285899999999999</c:v>
                </c:pt>
                <c:pt idx="11555">
                  <c:v>3.0289000000000001</c:v>
                </c:pt>
                <c:pt idx="11556">
                  <c:v>3.0291999999999999</c:v>
                </c:pt>
                <c:pt idx="11557">
                  <c:v>3.0295100000000001</c:v>
                </c:pt>
                <c:pt idx="11558">
                  <c:v>3.02982</c:v>
                </c:pt>
                <c:pt idx="11559">
                  <c:v>3.0301200000000001</c:v>
                </c:pt>
                <c:pt idx="11560">
                  <c:v>3.03043</c:v>
                </c:pt>
                <c:pt idx="11561">
                  <c:v>3.0307300000000001</c:v>
                </c:pt>
                <c:pt idx="11562">
                  <c:v>3.03104</c:v>
                </c:pt>
                <c:pt idx="11563">
                  <c:v>3.0313400000000001</c:v>
                </c:pt>
                <c:pt idx="11564">
                  <c:v>3.03165</c:v>
                </c:pt>
                <c:pt idx="11565">
                  <c:v>3.0319500000000001</c:v>
                </c:pt>
                <c:pt idx="11566">
                  <c:v>3.03226</c:v>
                </c:pt>
                <c:pt idx="11567">
                  <c:v>3.0325600000000001</c:v>
                </c:pt>
                <c:pt idx="11568">
                  <c:v>3.03287</c:v>
                </c:pt>
                <c:pt idx="11569">
                  <c:v>3.0331700000000001</c:v>
                </c:pt>
                <c:pt idx="11570">
                  <c:v>3.03348</c:v>
                </c:pt>
                <c:pt idx="11571">
                  <c:v>3.0337900000000002</c:v>
                </c:pt>
                <c:pt idx="11572">
                  <c:v>3.03409</c:v>
                </c:pt>
                <c:pt idx="11573">
                  <c:v>3.0344000000000002</c:v>
                </c:pt>
                <c:pt idx="11574">
                  <c:v>3.0347</c:v>
                </c:pt>
                <c:pt idx="11575">
                  <c:v>3.0350100000000002</c:v>
                </c:pt>
                <c:pt idx="11576">
                  <c:v>3.03531</c:v>
                </c:pt>
                <c:pt idx="11577">
                  <c:v>3.0356200000000002</c:v>
                </c:pt>
                <c:pt idx="11578">
                  <c:v>3.03592</c:v>
                </c:pt>
                <c:pt idx="11579">
                  <c:v>3.0362300000000002</c:v>
                </c:pt>
                <c:pt idx="11580">
                  <c:v>3.03653</c:v>
                </c:pt>
                <c:pt idx="11581">
                  <c:v>3.0368400000000002</c:v>
                </c:pt>
                <c:pt idx="11582">
                  <c:v>3.03714</c:v>
                </c:pt>
                <c:pt idx="11583">
                  <c:v>3.0374500000000002</c:v>
                </c:pt>
                <c:pt idx="11584">
                  <c:v>3.03776</c:v>
                </c:pt>
                <c:pt idx="11585">
                  <c:v>3.0380600000000002</c:v>
                </c:pt>
                <c:pt idx="11586">
                  <c:v>3.03837</c:v>
                </c:pt>
                <c:pt idx="11587">
                  <c:v>3.0386700000000002</c:v>
                </c:pt>
                <c:pt idx="11588">
                  <c:v>3.03898</c:v>
                </c:pt>
                <c:pt idx="11589">
                  <c:v>3.0392800000000002</c:v>
                </c:pt>
                <c:pt idx="11590">
                  <c:v>3.03959</c:v>
                </c:pt>
                <c:pt idx="11591">
                  <c:v>3.0398900000000002</c:v>
                </c:pt>
                <c:pt idx="11592">
                  <c:v>3.0402</c:v>
                </c:pt>
                <c:pt idx="11593">
                  <c:v>3.0405000000000002</c:v>
                </c:pt>
                <c:pt idx="11594">
                  <c:v>3.04081</c:v>
                </c:pt>
                <c:pt idx="11595">
                  <c:v>3.0411100000000002</c:v>
                </c:pt>
                <c:pt idx="11596">
                  <c:v>3.04142</c:v>
                </c:pt>
                <c:pt idx="11597">
                  <c:v>3.0417299999999998</c:v>
                </c:pt>
                <c:pt idx="11598">
                  <c:v>3.04203</c:v>
                </c:pt>
                <c:pt idx="11599">
                  <c:v>3.0423399999999998</c:v>
                </c:pt>
                <c:pt idx="11600">
                  <c:v>3.04264</c:v>
                </c:pt>
                <c:pt idx="11601">
                  <c:v>3.0429499999999998</c:v>
                </c:pt>
                <c:pt idx="11602">
                  <c:v>3.04325</c:v>
                </c:pt>
                <c:pt idx="11603">
                  <c:v>3.0435599999999998</c:v>
                </c:pt>
                <c:pt idx="11604">
                  <c:v>3.04386</c:v>
                </c:pt>
                <c:pt idx="11605">
                  <c:v>3.0441699999999998</c:v>
                </c:pt>
                <c:pt idx="11606">
                  <c:v>3.04447</c:v>
                </c:pt>
                <c:pt idx="11607">
                  <c:v>3.0447799999999998</c:v>
                </c:pt>
                <c:pt idx="11608">
                  <c:v>3.0450900000000001</c:v>
                </c:pt>
                <c:pt idx="11609">
                  <c:v>3.0453899999999998</c:v>
                </c:pt>
                <c:pt idx="11610">
                  <c:v>3.0457000000000001</c:v>
                </c:pt>
                <c:pt idx="11611">
                  <c:v>3.0459999999999998</c:v>
                </c:pt>
                <c:pt idx="11612">
                  <c:v>3.0463100000000001</c:v>
                </c:pt>
                <c:pt idx="11613">
                  <c:v>3.0466099999999998</c:v>
                </c:pt>
                <c:pt idx="11614">
                  <c:v>3.0469200000000001</c:v>
                </c:pt>
                <c:pt idx="11615">
                  <c:v>3.0472199999999998</c:v>
                </c:pt>
                <c:pt idx="11616">
                  <c:v>3.0475300000000001</c:v>
                </c:pt>
                <c:pt idx="11617">
                  <c:v>3.0478299999999998</c:v>
                </c:pt>
                <c:pt idx="11618">
                  <c:v>3.0481400000000001</c:v>
                </c:pt>
                <c:pt idx="11619">
                  <c:v>3.0484399999999998</c:v>
                </c:pt>
                <c:pt idx="11620">
                  <c:v>3.0487500000000001</c:v>
                </c:pt>
                <c:pt idx="11621">
                  <c:v>3.0490599999999999</c:v>
                </c:pt>
                <c:pt idx="11622">
                  <c:v>3.0493600000000001</c:v>
                </c:pt>
                <c:pt idx="11623">
                  <c:v>3.0496699999999999</c:v>
                </c:pt>
                <c:pt idx="11624">
                  <c:v>3.0499700000000001</c:v>
                </c:pt>
                <c:pt idx="11625">
                  <c:v>3.0502799999999999</c:v>
                </c:pt>
                <c:pt idx="11626">
                  <c:v>3.0505800000000001</c:v>
                </c:pt>
                <c:pt idx="11627">
                  <c:v>3.0508899999999999</c:v>
                </c:pt>
                <c:pt idx="11628">
                  <c:v>3.0511900000000001</c:v>
                </c:pt>
                <c:pt idx="11629">
                  <c:v>3.0514999999999999</c:v>
                </c:pt>
                <c:pt idx="11630">
                  <c:v>3.0518000000000001</c:v>
                </c:pt>
                <c:pt idx="11631">
                  <c:v>3.0521099999999999</c:v>
                </c:pt>
                <c:pt idx="11632">
                  <c:v>3.0524100000000001</c:v>
                </c:pt>
                <c:pt idx="11633">
                  <c:v>3.0527199999999999</c:v>
                </c:pt>
                <c:pt idx="11634">
                  <c:v>3.0530300000000001</c:v>
                </c:pt>
                <c:pt idx="11635">
                  <c:v>3.0533299999999999</c:v>
                </c:pt>
                <c:pt idx="11636">
                  <c:v>3.0536400000000001</c:v>
                </c:pt>
                <c:pt idx="11637">
                  <c:v>3.0539399999999999</c:v>
                </c:pt>
                <c:pt idx="11638">
                  <c:v>3.0542500000000001</c:v>
                </c:pt>
                <c:pt idx="11639">
                  <c:v>3.0545499999999999</c:v>
                </c:pt>
                <c:pt idx="11640">
                  <c:v>3.0548600000000001</c:v>
                </c:pt>
                <c:pt idx="11641">
                  <c:v>3.0551599999999999</c:v>
                </c:pt>
                <c:pt idx="11642">
                  <c:v>3.0554700000000001</c:v>
                </c:pt>
                <c:pt idx="11643">
                  <c:v>3.0557699999999999</c:v>
                </c:pt>
                <c:pt idx="11644">
                  <c:v>3.0560800000000001</c:v>
                </c:pt>
                <c:pt idx="11645">
                  <c:v>3.0563799999999999</c:v>
                </c:pt>
                <c:pt idx="11646">
                  <c:v>3.0566900000000001</c:v>
                </c:pt>
                <c:pt idx="11647">
                  <c:v>3.0569999999999999</c:v>
                </c:pt>
                <c:pt idx="11648">
                  <c:v>3.0573000000000001</c:v>
                </c:pt>
                <c:pt idx="11649">
                  <c:v>3.0576099999999999</c:v>
                </c:pt>
                <c:pt idx="11650">
                  <c:v>3.0579100000000001</c:v>
                </c:pt>
                <c:pt idx="11651">
                  <c:v>3.0582199999999999</c:v>
                </c:pt>
                <c:pt idx="11652">
                  <c:v>3.0585200000000001</c:v>
                </c:pt>
                <c:pt idx="11653">
                  <c:v>3.0588299999999999</c:v>
                </c:pt>
                <c:pt idx="11654">
                  <c:v>3.0591300000000001</c:v>
                </c:pt>
                <c:pt idx="11655">
                  <c:v>3.0594399999999999</c:v>
                </c:pt>
                <c:pt idx="11656">
                  <c:v>3.0597400000000001</c:v>
                </c:pt>
                <c:pt idx="11657">
                  <c:v>3.0600499999999999</c:v>
                </c:pt>
                <c:pt idx="11658">
                  <c:v>3.0603500000000001</c:v>
                </c:pt>
                <c:pt idx="11659">
                  <c:v>3.0606599999999999</c:v>
                </c:pt>
                <c:pt idx="11660">
                  <c:v>3.0609700000000002</c:v>
                </c:pt>
                <c:pt idx="11661">
                  <c:v>3.0612699999999999</c:v>
                </c:pt>
                <c:pt idx="11662">
                  <c:v>3.0615800000000002</c:v>
                </c:pt>
                <c:pt idx="11663">
                  <c:v>3.0618799999999999</c:v>
                </c:pt>
                <c:pt idx="11664">
                  <c:v>3.0621900000000002</c:v>
                </c:pt>
                <c:pt idx="11665">
                  <c:v>3.0624899999999999</c:v>
                </c:pt>
                <c:pt idx="11666">
                  <c:v>3.0628000000000002</c:v>
                </c:pt>
                <c:pt idx="11667">
                  <c:v>3.0630999999999999</c:v>
                </c:pt>
                <c:pt idx="11668">
                  <c:v>3.0634100000000002</c:v>
                </c:pt>
                <c:pt idx="11669">
                  <c:v>3.0637099999999999</c:v>
                </c:pt>
                <c:pt idx="11670">
                  <c:v>3.0640200000000002</c:v>
                </c:pt>
                <c:pt idx="11671">
                  <c:v>3.06433</c:v>
                </c:pt>
                <c:pt idx="11672">
                  <c:v>3.0646300000000002</c:v>
                </c:pt>
                <c:pt idx="11673">
                  <c:v>3.06494</c:v>
                </c:pt>
                <c:pt idx="11674">
                  <c:v>3.0652400000000002</c:v>
                </c:pt>
                <c:pt idx="11675">
                  <c:v>3.06555</c:v>
                </c:pt>
                <c:pt idx="11676">
                  <c:v>3.0658500000000002</c:v>
                </c:pt>
                <c:pt idx="11677">
                  <c:v>3.06616</c:v>
                </c:pt>
                <c:pt idx="11678">
                  <c:v>3.0664600000000002</c:v>
                </c:pt>
                <c:pt idx="11679">
                  <c:v>3.06677</c:v>
                </c:pt>
                <c:pt idx="11680">
                  <c:v>3.0670700000000002</c:v>
                </c:pt>
                <c:pt idx="11681">
                  <c:v>3.06738</c:v>
                </c:pt>
                <c:pt idx="11682">
                  <c:v>3.0676800000000002</c:v>
                </c:pt>
                <c:pt idx="11683">
                  <c:v>3.06799</c:v>
                </c:pt>
                <c:pt idx="11684">
                  <c:v>3.0682999999999998</c:v>
                </c:pt>
                <c:pt idx="11685">
                  <c:v>3.0686</c:v>
                </c:pt>
                <c:pt idx="11686">
                  <c:v>3.0689099999999998</c:v>
                </c:pt>
                <c:pt idx="11687">
                  <c:v>3.06921</c:v>
                </c:pt>
                <c:pt idx="11688">
                  <c:v>3.0695199999999998</c:v>
                </c:pt>
                <c:pt idx="11689">
                  <c:v>3.06982</c:v>
                </c:pt>
                <c:pt idx="11690">
                  <c:v>3.0701299999999998</c:v>
                </c:pt>
                <c:pt idx="11691">
                  <c:v>3.07043</c:v>
                </c:pt>
                <c:pt idx="11692">
                  <c:v>3.0707399999999998</c:v>
                </c:pt>
                <c:pt idx="11693">
                  <c:v>3.07104</c:v>
                </c:pt>
                <c:pt idx="11694">
                  <c:v>3.0713499999999998</c:v>
                </c:pt>
                <c:pt idx="11695">
                  <c:v>3.07165</c:v>
                </c:pt>
                <c:pt idx="11696">
                  <c:v>3.0719599999999998</c:v>
                </c:pt>
                <c:pt idx="11697">
                  <c:v>3.0722700000000001</c:v>
                </c:pt>
                <c:pt idx="11698">
                  <c:v>3.0725699999999998</c:v>
                </c:pt>
                <c:pt idx="11699">
                  <c:v>3.0728800000000001</c:v>
                </c:pt>
                <c:pt idx="11700">
                  <c:v>3.0731799999999998</c:v>
                </c:pt>
                <c:pt idx="11701">
                  <c:v>3.0734900000000001</c:v>
                </c:pt>
                <c:pt idx="11702">
                  <c:v>3.0737899999999998</c:v>
                </c:pt>
                <c:pt idx="11703">
                  <c:v>3.0741000000000001</c:v>
                </c:pt>
                <c:pt idx="11704">
                  <c:v>3.0743999999999998</c:v>
                </c:pt>
                <c:pt idx="11705">
                  <c:v>3.0747100000000001</c:v>
                </c:pt>
                <c:pt idx="11706">
                  <c:v>3.0750099999999998</c:v>
                </c:pt>
                <c:pt idx="11707">
                  <c:v>3.0753200000000001</c:v>
                </c:pt>
                <c:pt idx="11708">
                  <c:v>3.0756199999999998</c:v>
                </c:pt>
                <c:pt idx="11709">
                  <c:v>3.0759300000000001</c:v>
                </c:pt>
                <c:pt idx="11710">
                  <c:v>3.0762399999999999</c:v>
                </c:pt>
                <c:pt idx="11711">
                  <c:v>3.0765400000000001</c:v>
                </c:pt>
                <c:pt idx="11712">
                  <c:v>3.0768499999999999</c:v>
                </c:pt>
                <c:pt idx="11713">
                  <c:v>3.0771500000000001</c:v>
                </c:pt>
                <c:pt idx="11714">
                  <c:v>3.0774599999999999</c:v>
                </c:pt>
                <c:pt idx="11715">
                  <c:v>3.0777600000000001</c:v>
                </c:pt>
                <c:pt idx="11716">
                  <c:v>3.0780699999999999</c:v>
                </c:pt>
                <c:pt idx="11717">
                  <c:v>3.0783700000000001</c:v>
                </c:pt>
                <c:pt idx="11718">
                  <c:v>3.0786799999999999</c:v>
                </c:pt>
                <c:pt idx="11719">
                  <c:v>3.0789800000000001</c:v>
                </c:pt>
                <c:pt idx="11720">
                  <c:v>3.0792899999999999</c:v>
                </c:pt>
                <c:pt idx="11721">
                  <c:v>3.0796000000000001</c:v>
                </c:pt>
                <c:pt idx="11722">
                  <c:v>3.0798999999999999</c:v>
                </c:pt>
                <c:pt idx="11723">
                  <c:v>3.0802100000000001</c:v>
                </c:pt>
                <c:pt idx="11724">
                  <c:v>3.0805099999999999</c:v>
                </c:pt>
                <c:pt idx="11725">
                  <c:v>3.0808200000000001</c:v>
                </c:pt>
                <c:pt idx="11726">
                  <c:v>3.0811199999999999</c:v>
                </c:pt>
                <c:pt idx="11727">
                  <c:v>3.0814300000000001</c:v>
                </c:pt>
                <c:pt idx="11728">
                  <c:v>3.0817299999999999</c:v>
                </c:pt>
                <c:pt idx="11729">
                  <c:v>3.0820400000000001</c:v>
                </c:pt>
                <c:pt idx="11730">
                  <c:v>3.0823399999999999</c:v>
                </c:pt>
                <c:pt idx="11731">
                  <c:v>3.0826500000000001</c:v>
                </c:pt>
                <c:pt idx="11732">
                  <c:v>3.0829499999999999</c:v>
                </c:pt>
                <c:pt idx="11733">
                  <c:v>3.0832600000000001</c:v>
                </c:pt>
                <c:pt idx="11734">
                  <c:v>3.0835699999999999</c:v>
                </c:pt>
                <c:pt idx="11735">
                  <c:v>3.0838700000000001</c:v>
                </c:pt>
                <c:pt idx="11736">
                  <c:v>3.0841799999999999</c:v>
                </c:pt>
                <c:pt idx="11737">
                  <c:v>3.0844800000000001</c:v>
                </c:pt>
                <c:pt idx="11738">
                  <c:v>3.0847899999999999</c:v>
                </c:pt>
                <c:pt idx="11739">
                  <c:v>3.0850900000000001</c:v>
                </c:pt>
                <c:pt idx="11740">
                  <c:v>3.0853999999999999</c:v>
                </c:pt>
                <c:pt idx="11741">
                  <c:v>3.0857000000000001</c:v>
                </c:pt>
                <c:pt idx="11742">
                  <c:v>3.0860099999999999</c:v>
                </c:pt>
                <c:pt idx="11743">
                  <c:v>3.0863100000000001</c:v>
                </c:pt>
                <c:pt idx="11744">
                  <c:v>3.0866199999999999</c:v>
                </c:pt>
                <c:pt idx="11745">
                  <c:v>3.0869200000000001</c:v>
                </c:pt>
                <c:pt idx="11746">
                  <c:v>3.0872299999999999</c:v>
                </c:pt>
                <c:pt idx="11747">
                  <c:v>3.0875400000000002</c:v>
                </c:pt>
                <c:pt idx="11748">
                  <c:v>3.0878399999999999</c:v>
                </c:pt>
                <c:pt idx="11749">
                  <c:v>3.0881500000000002</c:v>
                </c:pt>
                <c:pt idx="11750">
                  <c:v>3.0884499999999999</c:v>
                </c:pt>
                <c:pt idx="11751">
                  <c:v>3.0887600000000002</c:v>
                </c:pt>
                <c:pt idx="11752">
                  <c:v>3.0890599999999999</c:v>
                </c:pt>
                <c:pt idx="11753">
                  <c:v>3.0893700000000002</c:v>
                </c:pt>
                <c:pt idx="11754">
                  <c:v>3.0896699999999999</c:v>
                </c:pt>
                <c:pt idx="11755">
                  <c:v>3.0899800000000002</c:v>
                </c:pt>
                <c:pt idx="11756">
                  <c:v>3.0902799999999999</c:v>
                </c:pt>
                <c:pt idx="11757">
                  <c:v>3.0905900000000002</c:v>
                </c:pt>
                <c:pt idx="11758">
                  <c:v>3.0908899999999999</c:v>
                </c:pt>
                <c:pt idx="11759">
                  <c:v>3.0912000000000002</c:v>
                </c:pt>
                <c:pt idx="11760">
                  <c:v>3.09151</c:v>
                </c:pt>
                <c:pt idx="11761">
                  <c:v>3.0918100000000002</c:v>
                </c:pt>
                <c:pt idx="11762">
                  <c:v>3.09212</c:v>
                </c:pt>
                <c:pt idx="11763">
                  <c:v>3.0924200000000002</c:v>
                </c:pt>
                <c:pt idx="11764">
                  <c:v>3.09273</c:v>
                </c:pt>
                <c:pt idx="11765">
                  <c:v>3.0930300000000002</c:v>
                </c:pt>
                <c:pt idx="11766">
                  <c:v>3.09334</c:v>
                </c:pt>
                <c:pt idx="11767">
                  <c:v>3.0936400000000002</c:v>
                </c:pt>
                <c:pt idx="11768">
                  <c:v>3.09395</c:v>
                </c:pt>
                <c:pt idx="11769">
                  <c:v>3.0942500000000002</c:v>
                </c:pt>
                <c:pt idx="11770">
                  <c:v>3.09456</c:v>
                </c:pt>
                <c:pt idx="11771">
                  <c:v>3.0948600000000002</c:v>
                </c:pt>
                <c:pt idx="11772">
                  <c:v>3.09517</c:v>
                </c:pt>
                <c:pt idx="11773">
                  <c:v>3.0954799999999998</c:v>
                </c:pt>
                <c:pt idx="11774">
                  <c:v>3.09578</c:v>
                </c:pt>
                <c:pt idx="11775">
                  <c:v>3.0960899999999998</c:v>
                </c:pt>
                <c:pt idx="11776">
                  <c:v>3.09639</c:v>
                </c:pt>
                <c:pt idx="11777">
                  <c:v>3.0966999999999998</c:v>
                </c:pt>
                <c:pt idx="11778">
                  <c:v>3.097</c:v>
                </c:pt>
                <c:pt idx="11779">
                  <c:v>3.0973099999999998</c:v>
                </c:pt>
                <c:pt idx="11780">
                  <c:v>3.09761</c:v>
                </c:pt>
                <c:pt idx="11781">
                  <c:v>3.0979199999999998</c:v>
                </c:pt>
                <c:pt idx="11782">
                  <c:v>3.09822</c:v>
                </c:pt>
                <c:pt idx="11783">
                  <c:v>3.0985299999999998</c:v>
                </c:pt>
                <c:pt idx="11784">
                  <c:v>3.09884</c:v>
                </c:pt>
                <c:pt idx="11785">
                  <c:v>3.0991399999999998</c:v>
                </c:pt>
                <c:pt idx="11786">
                  <c:v>3.09945</c:v>
                </c:pt>
                <c:pt idx="11787">
                  <c:v>3.0997499999999998</c:v>
                </c:pt>
                <c:pt idx="11788">
                  <c:v>3.10006</c:v>
                </c:pt>
                <c:pt idx="11789">
                  <c:v>3.1003599999999998</c:v>
                </c:pt>
                <c:pt idx="11790">
                  <c:v>3.10067</c:v>
                </c:pt>
                <c:pt idx="11791">
                  <c:v>3.1009699999999998</c:v>
                </c:pt>
                <c:pt idx="11792">
                  <c:v>3.10128</c:v>
                </c:pt>
                <c:pt idx="11793">
                  <c:v>3.1015799999999998</c:v>
                </c:pt>
                <c:pt idx="11794">
                  <c:v>3.10189</c:v>
                </c:pt>
                <c:pt idx="11795">
                  <c:v>3.1021899999999998</c:v>
                </c:pt>
                <c:pt idx="11796">
                  <c:v>3.1025</c:v>
                </c:pt>
                <c:pt idx="11797">
                  <c:v>3.1028099999999998</c:v>
                </c:pt>
                <c:pt idx="11798">
                  <c:v>3.10311</c:v>
                </c:pt>
                <c:pt idx="11799">
                  <c:v>3.1034199999999998</c:v>
                </c:pt>
                <c:pt idx="11800">
                  <c:v>3.10372</c:v>
                </c:pt>
                <c:pt idx="11801">
                  <c:v>3.1040299999999998</c:v>
                </c:pt>
                <c:pt idx="11802">
                  <c:v>3.10433</c:v>
                </c:pt>
                <c:pt idx="11803">
                  <c:v>3.1046399999999998</c:v>
                </c:pt>
                <c:pt idx="11804">
                  <c:v>3.10494</c:v>
                </c:pt>
                <c:pt idx="11805">
                  <c:v>3.1052499999999998</c:v>
                </c:pt>
                <c:pt idx="11806">
                  <c:v>3.10555</c:v>
                </c:pt>
                <c:pt idx="11807">
                  <c:v>3.1058599999999998</c:v>
                </c:pt>
                <c:pt idx="11808">
                  <c:v>3.10616</c:v>
                </c:pt>
                <c:pt idx="11809">
                  <c:v>3.1064699999999998</c:v>
                </c:pt>
                <c:pt idx="11810">
                  <c:v>3.1067800000000001</c:v>
                </c:pt>
                <c:pt idx="11811">
                  <c:v>3.1070799999999998</c:v>
                </c:pt>
                <c:pt idx="11812">
                  <c:v>3.1073900000000001</c:v>
                </c:pt>
                <c:pt idx="11813">
                  <c:v>3.1076899999999998</c:v>
                </c:pt>
                <c:pt idx="11814">
                  <c:v>3.1080000000000001</c:v>
                </c:pt>
                <c:pt idx="11815">
                  <c:v>3.1082999999999998</c:v>
                </c:pt>
                <c:pt idx="11816">
                  <c:v>3.1086100000000001</c:v>
                </c:pt>
                <c:pt idx="11817">
                  <c:v>3.1089099999999998</c:v>
                </c:pt>
                <c:pt idx="11818">
                  <c:v>3.1092200000000001</c:v>
                </c:pt>
                <c:pt idx="11819">
                  <c:v>3.1095199999999998</c:v>
                </c:pt>
                <c:pt idx="11820">
                  <c:v>3.1098300000000001</c:v>
                </c:pt>
                <c:pt idx="11821">
                  <c:v>3.1101299999999998</c:v>
                </c:pt>
                <c:pt idx="11822">
                  <c:v>3.1104400000000001</c:v>
                </c:pt>
                <c:pt idx="11823">
                  <c:v>3.1107499999999999</c:v>
                </c:pt>
                <c:pt idx="11824">
                  <c:v>3.1110500000000001</c:v>
                </c:pt>
                <c:pt idx="11825">
                  <c:v>3.1113599999999999</c:v>
                </c:pt>
                <c:pt idx="11826">
                  <c:v>3.1116600000000001</c:v>
                </c:pt>
                <c:pt idx="11827">
                  <c:v>3.1119699999999999</c:v>
                </c:pt>
                <c:pt idx="11828">
                  <c:v>3.1122700000000001</c:v>
                </c:pt>
                <c:pt idx="11829">
                  <c:v>3.1125799999999999</c:v>
                </c:pt>
                <c:pt idx="11830">
                  <c:v>3.1128800000000001</c:v>
                </c:pt>
                <c:pt idx="11831">
                  <c:v>3.1131899999999999</c:v>
                </c:pt>
                <c:pt idx="11832">
                  <c:v>3.1134900000000001</c:v>
                </c:pt>
                <c:pt idx="11833">
                  <c:v>3.1137999999999999</c:v>
                </c:pt>
                <c:pt idx="11834">
                  <c:v>3.1141000000000001</c:v>
                </c:pt>
                <c:pt idx="11835">
                  <c:v>3.1144099999999999</c:v>
                </c:pt>
                <c:pt idx="11836">
                  <c:v>3.1147200000000002</c:v>
                </c:pt>
                <c:pt idx="11837">
                  <c:v>3.1150199999999999</c:v>
                </c:pt>
                <c:pt idx="11838">
                  <c:v>3.1153300000000002</c:v>
                </c:pt>
                <c:pt idx="11839">
                  <c:v>3.1156299999999999</c:v>
                </c:pt>
                <c:pt idx="11840">
                  <c:v>3.1159400000000002</c:v>
                </c:pt>
                <c:pt idx="11841">
                  <c:v>3.1162399999999999</c:v>
                </c:pt>
                <c:pt idx="11842">
                  <c:v>3.1165500000000002</c:v>
                </c:pt>
                <c:pt idx="11843">
                  <c:v>3.1168499999999999</c:v>
                </c:pt>
                <c:pt idx="11844">
                  <c:v>3.1171600000000002</c:v>
                </c:pt>
                <c:pt idx="11845">
                  <c:v>3.1174599999999999</c:v>
                </c:pt>
                <c:pt idx="11846">
                  <c:v>3.1177700000000002</c:v>
                </c:pt>
                <c:pt idx="11847">
                  <c:v>3.11808</c:v>
                </c:pt>
                <c:pt idx="11848">
                  <c:v>3.1183800000000002</c:v>
                </c:pt>
                <c:pt idx="11849">
                  <c:v>3.11869</c:v>
                </c:pt>
                <c:pt idx="11850">
                  <c:v>3.1189900000000002</c:v>
                </c:pt>
                <c:pt idx="11851">
                  <c:v>3.1193</c:v>
                </c:pt>
                <c:pt idx="11852">
                  <c:v>3.1196000000000002</c:v>
                </c:pt>
                <c:pt idx="11853">
                  <c:v>3.11991</c:v>
                </c:pt>
                <c:pt idx="11854">
                  <c:v>3.1202100000000002</c:v>
                </c:pt>
                <c:pt idx="11855">
                  <c:v>3.12052</c:v>
                </c:pt>
                <c:pt idx="11856">
                  <c:v>3.1208200000000001</c:v>
                </c:pt>
                <c:pt idx="11857">
                  <c:v>3.12113</c:v>
                </c:pt>
                <c:pt idx="11858">
                  <c:v>3.1214300000000001</c:v>
                </c:pt>
                <c:pt idx="11859">
                  <c:v>3.12174</c:v>
                </c:pt>
                <c:pt idx="11860">
                  <c:v>3.1220500000000002</c:v>
                </c:pt>
                <c:pt idx="11861">
                  <c:v>3.12235</c:v>
                </c:pt>
                <c:pt idx="11862">
                  <c:v>3.1226600000000002</c:v>
                </c:pt>
                <c:pt idx="11863">
                  <c:v>3.12296</c:v>
                </c:pt>
                <c:pt idx="11864">
                  <c:v>3.1232700000000002</c:v>
                </c:pt>
                <c:pt idx="11865">
                  <c:v>3.12357</c:v>
                </c:pt>
                <c:pt idx="11866">
                  <c:v>3.1238800000000002</c:v>
                </c:pt>
                <c:pt idx="11867">
                  <c:v>3.12418</c:v>
                </c:pt>
                <c:pt idx="11868">
                  <c:v>3.1244900000000002</c:v>
                </c:pt>
                <c:pt idx="11869">
                  <c:v>3.12479</c:v>
                </c:pt>
                <c:pt idx="11870">
                  <c:v>3.1251000000000002</c:v>
                </c:pt>
                <c:pt idx="11871">
                  <c:v>3.1254</c:v>
                </c:pt>
                <c:pt idx="11872">
                  <c:v>3.1257100000000002</c:v>
                </c:pt>
                <c:pt idx="11873">
                  <c:v>3.12602</c:v>
                </c:pt>
                <c:pt idx="11874">
                  <c:v>3.1263200000000002</c:v>
                </c:pt>
                <c:pt idx="11875">
                  <c:v>3.12663</c:v>
                </c:pt>
                <c:pt idx="11876">
                  <c:v>3.1269300000000002</c:v>
                </c:pt>
                <c:pt idx="11877">
                  <c:v>3.12724</c:v>
                </c:pt>
                <c:pt idx="11878">
                  <c:v>3.1275400000000002</c:v>
                </c:pt>
                <c:pt idx="11879">
                  <c:v>3.12785</c:v>
                </c:pt>
                <c:pt idx="11880">
                  <c:v>3.1281500000000002</c:v>
                </c:pt>
                <c:pt idx="11881">
                  <c:v>3.12846</c:v>
                </c:pt>
                <c:pt idx="11882">
                  <c:v>3.1287600000000002</c:v>
                </c:pt>
                <c:pt idx="11883">
                  <c:v>3.12907</c:v>
                </c:pt>
                <c:pt idx="11884">
                  <c:v>3.1293700000000002</c:v>
                </c:pt>
                <c:pt idx="11885">
                  <c:v>3.12968</c:v>
                </c:pt>
                <c:pt idx="11886">
                  <c:v>3.1299899999999998</c:v>
                </c:pt>
                <c:pt idx="11887">
                  <c:v>3.13029</c:v>
                </c:pt>
                <c:pt idx="11888">
                  <c:v>3.1305999999999998</c:v>
                </c:pt>
                <c:pt idx="11889">
                  <c:v>3.1309</c:v>
                </c:pt>
                <c:pt idx="11890">
                  <c:v>3.1312099999999998</c:v>
                </c:pt>
                <c:pt idx="11891">
                  <c:v>3.13151</c:v>
                </c:pt>
                <c:pt idx="11892">
                  <c:v>3.1318199999999998</c:v>
                </c:pt>
                <c:pt idx="11893">
                  <c:v>3.13212</c:v>
                </c:pt>
                <c:pt idx="11894">
                  <c:v>3.1324299999999998</c:v>
                </c:pt>
                <c:pt idx="11895">
                  <c:v>3.13273</c:v>
                </c:pt>
                <c:pt idx="11896">
                  <c:v>3.1330399999999998</c:v>
                </c:pt>
                <c:pt idx="11897">
                  <c:v>3.1333500000000001</c:v>
                </c:pt>
                <c:pt idx="11898">
                  <c:v>3.1336499999999998</c:v>
                </c:pt>
                <c:pt idx="11899">
                  <c:v>3.1339600000000001</c:v>
                </c:pt>
                <c:pt idx="11900">
                  <c:v>3.1342599999999998</c:v>
                </c:pt>
                <c:pt idx="11901">
                  <c:v>3.1345700000000001</c:v>
                </c:pt>
                <c:pt idx="11902">
                  <c:v>3.1348699999999998</c:v>
                </c:pt>
                <c:pt idx="11903">
                  <c:v>3.1351800000000001</c:v>
                </c:pt>
                <c:pt idx="11904">
                  <c:v>3.1354799999999998</c:v>
                </c:pt>
                <c:pt idx="11905">
                  <c:v>3.1357900000000001</c:v>
                </c:pt>
                <c:pt idx="11906">
                  <c:v>3.1360899999999998</c:v>
                </c:pt>
                <c:pt idx="11907">
                  <c:v>3.1364000000000001</c:v>
                </c:pt>
                <c:pt idx="11908">
                  <c:v>3.1366999999999998</c:v>
                </c:pt>
                <c:pt idx="11909">
                  <c:v>3.1370100000000001</c:v>
                </c:pt>
                <c:pt idx="11910">
                  <c:v>3.1373199999999999</c:v>
                </c:pt>
                <c:pt idx="11911">
                  <c:v>3.1376200000000001</c:v>
                </c:pt>
                <c:pt idx="11912">
                  <c:v>3.1379299999999999</c:v>
                </c:pt>
                <c:pt idx="11913">
                  <c:v>3.1382300000000001</c:v>
                </c:pt>
                <c:pt idx="11914">
                  <c:v>3.1385399999999999</c:v>
                </c:pt>
                <c:pt idx="11915">
                  <c:v>3.1388400000000001</c:v>
                </c:pt>
                <c:pt idx="11916">
                  <c:v>3.1391499999999999</c:v>
                </c:pt>
                <c:pt idx="11917">
                  <c:v>3.1394500000000001</c:v>
                </c:pt>
                <c:pt idx="11918">
                  <c:v>3.1397599999999999</c:v>
                </c:pt>
                <c:pt idx="11919">
                  <c:v>3.1400600000000001</c:v>
                </c:pt>
                <c:pt idx="11920">
                  <c:v>3.1403699999999999</c:v>
                </c:pt>
                <c:pt idx="11921">
                  <c:v>3.1406700000000001</c:v>
                </c:pt>
                <c:pt idx="11922">
                  <c:v>3.1409799999999999</c:v>
                </c:pt>
                <c:pt idx="11923">
                  <c:v>3.1412900000000001</c:v>
                </c:pt>
                <c:pt idx="11924">
                  <c:v>3.1415899999999999</c:v>
                </c:pt>
                <c:pt idx="11925">
                  <c:v>3.1419000000000001</c:v>
                </c:pt>
                <c:pt idx="11926">
                  <c:v>3.1421999999999999</c:v>
                </c:pt>
                <c:pt idx="11927">
                  <c:v>3.1425100000000001</c:v>
                </c:pt>
                <c:pt idx="11928">
                  <c:v>3.1428099999999999</c:v>
                </c:pt>
                <c:pt idx="11929">
                  <c:v>3.1431200000000001</c:v>
                </c:pt>
                <c:pt idx="11930">
                  <c:v>3.1434199999999999</c:v>
                </c:pt>
                <c:pt idx="11931">
                  <c:v>3.1437300000000001</c:v>
                </c:pt>
                <c:pt idx="11932">
                  <c:v>3.1440299999999999</c:v>
                </c:pt>
                <c:pt idx="11933">
                  <c:v>3.1443400000000001</c:v>
                </c:pt>
                <c:pt idx="11934">
                  <c:v>3.1446399999999999</c:v>
                </c:pt>
                <c:pt idx="11935">
                  <c:v>3.1449500000000001</c:v>
                </c:pt>
                <c:pt idx="11936">
                  <c:v>3.1452599999999999</c:v>
                </c:pt>
                <c:pt idx="11937">
                  <c:v>3.1455600000000001</c:v>
                </c:pt>
                <c:pt idx="11938">
                  <c:v>3.1458699999999999</c:v>
                </c:pt>
                <c:pt idx="11939">
                  <c:v>3.1461700000000001</c:v>
                </c:pt>
                <c:pt idx="11940">
                  <c:v>3.1464799999999999</c:v>
                </c:pt>
                <c:pt idx="11941">
                  <c:v>3.1467800000000001</c:v>
                </c:pt>
                <c:pt idx="11942">
                  <c:v>3.1470899999999999</c:v>
                </c:pt>
                <c:pt idx="11943">
                  <c:v>3.1473900000000001</c:v>
                </c:pt>
                <c:pt idx="11944">
                  <c:v>3.1476999999999999</c:v>
                </c:pt>
                <c:pt idx="11945">
                  <c:v>3.1480000000000001</c:v>
                </c:pt>
                <c:pt idx="11946">
                  <c:v>3.1483099999999999</c:v>
                </c:pt>
                <c:pt idx="11947">
                  <c:v>3.1486100000000001</c:v>
                </c:pt>
                <c:pt idx="11948">
                  <c:v>3.1489199999999999</c:v>
                </c:pt>
                <c:pt idx="11949">
                  <c:v>3.1492300000000002</c:v>
                </c:pt>
                <c:pt idx="11950">
                  <c:v>3.1495299999999999</c:v>
                </c:pt>
                <c:pt idx="11951">
                  <c:v>3.1498400000000002</c:v>
                </c:pt>
                <c:pt idx="11952">
                  <c:v>3.1501399999999999</c:v>
                </c:pt>
                <c:pt idx="11953">
                  <c:v>3.1504500000000002</c:v>
                </c:pt>
                <c:pt idx="11954">
                  <c:v>3.1507499999999999</c:v>
                </c:pt>
                <c:pt idx="11955">
                  <c:v>3.1510600000000002</c:v>
                </c:pt>
                <c:pt idx="11956">
                  <c:v>3.1513599999999999</c:v>
                </c:pt>
                <c:pt idx="11957">
                  <c:v>3.1516700000000002</c:v>
                </c:pt>
                <c:pt idx="11958">
                  <c:v>3.1519699999999999</c:v>
                </c:pt>
                <c:pt idx="11959">
                  <c:v>3.1522800000000002</c:v>
                </c:pt>
                <c:pt idx="11960">
                  <c:v>3.15259</c:v>
                </c:pt>
                <c:pt idx="11961">
                  <c:v>3.1528900000000002</c:v>
                </c:pt>
                <c:pt idx="11962">
                  <c:v>3.1532</c:v>
                </c:pt>
                <c:pt idx="11963">
                  <c:v>3.1535000000000002</c:v>
                </c:pt>
                <c:pt idx="11964">
                  <c:v>3.15381</c:v>
                </c:pt>
                <c:pt idx="11965">
                  <c:v>3.1541100000000002</c:v>
                </c:pt>
                <c:pt idx="11966">
                  <c:v>3.15442</c:v>
                </c:pt>
                <c:pt idx="11967">
                  <c:v>3.1547200000000002</c:v>
                </c:pt>
                <c:pt idx="11968">
                  <c:v>3.15503</c:v>
                </c:pt>
                <c:pt idx="11969">
                  <c:v>3.1553300000000002</c:v>
                </c:pt>
                <c:pt idx="11970">
                  <c:v>3.15564</c:v>
                </c:pt>
                <c:pt idx="11971">
                  <c:v>3.1559400000000002</c:v>
                </c:pt>
                <c:pt idx="11972">
                  <c:v>3.15625</c:v>
                </c:pt>
                <c:pt idx="11973">
                  <c:v>3.1565599999999998</c:v>
                </c:pt>
                <c:pt idx="11974">
                  <c:v>3.15686</c:v>
                </c:pt>
                <c:pt idx="11975">
                  <c:v>3.1571699999999998</c:v>
                </c:pt>
                <c:pt idx="11976">
                  <c:v>3.15747</c:v>
                </c:pt>
                <c:pt idx="11977">
                  <c:v>3.1577799999999998</c:v>
                </c:pt>
                <c:pt idx="11978">
                  <c:v>3.15808</c:v>
                </c:pt>
                <c:pt idx="11979">
                  <c:v>3.1583899999999998</c:v>
                </c:pt>
                <c:pt idx="11980">
                  <c:v>3.15869</c:v>
                </c:pt>
                <c:pt idx="11981">
                  <c:v>3.1589999999999998</c:v>
                </c:pt>
                <c:pt idx="11982">
                  <c:v>3.1593</c:v>
                </c:pt>
                <c:pt idx="11983">
                  <c:v>3.1596099999999998</c:v>
                </c:pt>
                <c:pt idx="11984">
                  <c:v>3.15991</c:v>
                </c:pt>
                <c:pt idx="11985">
                  <c:v>3.1602199999999998</c:v>
                </c:pt>
                <c:pt idx="11986">
                  <c:v>3.1605300000000001</c:v>
                </c:pt>
                <c:pt idx="11987">
                  <c:v>3.1608299999999998</c:v>
                </c:pt>
                <c:pt idx="11988">
                  <c:v>3.1611400000000001</c:v>
                </c:pt>
                <c:pt idx="11989">
                  <c:v>3.1614399999999998</c:v>
                </c:pt>
                <c:pt idx="11990">
                  <c:v>3.1617500000000001</c:v>
                </c:pt>
                <c:pt idx="11991">
                  <c:v>3.1620499999999998</c:v>
                </c:pt>
                <c:pt idx="11992">
                  <c:v>3.1623600000000001</c:v>
                </c:pt>
                <c:pt idx="11993">
                  <c:v>3.1626599999999998</c:v>
                </c:pt>
                <c:pt idx="11994">
                  <c:v>3.1629700000000001</c:v>
                </c:pt>
                <c:pt idx="11995">
                  <c:v>3.1632699999999998</c:v>
                </c:pt>
                <c:pt idx="11996">
                  <c:v>3.1635800000000001</c:v>
                </c:pt>
                <c:pt idx="11997">
                  <c:v>3.1638799999999998</c:v>
                </c:pt>
                <c:pt idx="11998">
                  <c:v>3.1641900000000001</c:v>
                </c:pt>
                <c:pt idx="11999">
                  <c:v>3.1644999999999999</c:v>
                </c:pt>
                <c:pt idx="12000">
                  <c:v>3.1648000000000001</c:v>
                </c:pt>
                <c:pt idx="12001">
                  <c:v>3.1651099999999999</c:v>
                </c:pt>
                <c:pt idx="12002">
                  <c:v>3.1654100000000001</c:v>
                </c:pt>
                <c:pt idx="12003">
                  <c:v>3.1657199999999999</c:v>
                </c:pt>
                <c:pt idx="12004">
                  <c:v>3.1660200000000001</c:v>
                </c:pt>
                <c:pt idx="12005">
                  <c:v>3.1663299999999999</c:v>
                </c:pt>
                <c:pt idx="12006">
                  <c:v>3.1666300000000001</c:v>
                </c:pt>
                <c:pt idx="12007">
                  <c:v>3.1669399999999999</c:v>
                </c:pt>
                <c:pt idx="12008">
                  <c:v>3.1672400000000001</c:v>
                </c:pt>
                <c:pt idx="12009">
                  <c:v>3.1675499999999999</c:v>
                </c:pt>
                <c:pt idx="12010">
                  <c:v>3.1678500000000001</c:v>
                </c:pt>
                <c:pt idx="12011">
                  <c:v>3.1681599999999999</c:v>
                </c:pt>
                <c:pt idx="12012">
                  <c:v>3.1684700000000001</c:v>
                </c:pt>
                <c:pt idx="12013">
                  <c:v>3.1687699999999999</c:v>
                </c:pt>
                <c:pt idx="12014">
                  <c:v>3.1690800000000001</c:v>
                </c:pt>
                <c:pt idx="12015">
                  <c:v>3.1693799999999999</c:v>
                </c:pt>
                <c:pt idx="12016">
                  <c:v>3.1696900000000001</c:v>
                </c:pt>
                <c:pt idx="12017">
                  <c:v>3.1699899999999999</c:v>
                </c:pt>
                <c:pt idx="12018">
                  <c:v>3.1703000000000001</c:v>
                </c:pt>
                <c:pt idx="12019">
                  <c:v>3.1705999999999999</c:v>
                </c:pt>
                <c:pt idx="12020">
                  <c:v>3.1709100000000001</c:v>
                </c:pt>
                <c:pt idx="12021">
                  <c:v>3.1712099999999999</c:v>
                </c:pt>
                <c:pt idx="12022">
                  <c:v>3.1715200000000001</c:v>
                </c:pt>
                <c:pt idx="12023">
                  <c:v>3.1718299999999999</c:v>
                </c:pt>
                <c:pt idx="12024">
                  <c:v>3.1721300000000001</c:v>
                </c:pt>
                <c:pt idx="12025">
                  <c:v>3.1724399999999999</c:v>
                </c:pt>
                <c:pt idx="12026">
                  <c:v>3.1727400000000001</c:v>
                </c:pt>
                <c:pt idx="12027">
                  <c:v>3.1730499999999999</c:v>
                </c:pt>
                <c:pt idx="12028">
                  <c:v>3.1733500000000001</c:v>
                </c:pt>
                <c:pt idx="12029">
                  <c:v>3.1736599999999999</c:v>
                </c:pt>
                <c:pt idx="12030">
                  <c:v>3.1739600000000001</c:v>
                </c:pt>
                <c:pt idx="12031">
                  <c:v>3.1742699999999999</c:v>
                </c:pt>
                <c:pt idx="12032">
                  <c:v>3.1745700000000001</c:v>
                </c:pt>
                <c:pt idx="12033">
                  <c:v>3.1748799999999999</c:v>
                </c:pt>
                <c:pt idx="12034">
                  <c:v>3.1751800000000001</c:v>
                </c:pt>
                <c:pt idx="12035">
                  <c:v>3.1754899999999999</c:v>
                </c:pt>
                <c:pt idx="12036">
                  <c:v>3.1758000000000002</c:v>
                </c:pt>
                <c:pt idx="12037">
                  <c:v>3.1760999999999999</c:v>
                </c:pt>
                <c:pt idx="12038">
                  <c:v>3.1764100000000002</c:v>
                </c:pt>
                <c:pt idx="12039">
                  <c:v>3.1767099999999999</c:v>
                </c:pt>
                <c:pt idx="12040">
                  <c:v>3.1770200000000002</c:v>
                </c:pt>
                <c:pt idx="12041">
                  <c:v>3.1773199999999999</c:v>
                </c:pt>
                <c:pt idx="12042">
                  <c:v>3.1776300000000002</c:v>
                </c:pt>
                <c:pt idx="12043">
                  <c:v>3.1779299999999999</c:v>
                </c:pt>
                <c:pt idx="12044">
                  <c:v>3.1782400000000002</c:v>
                </c:pt>
                <c:pt idx="12045">
                  <c:v>3.1785399999999999</c:v>
                </c:pt>
                <c:pt idx="12046">
                  <c:v>3.1788500000000002</c:v>
                </c:pt>
                <c:pt idx="12047">
                  <c:v>3.1791499999999999</c:v>
                </c:pt>
                <c:pt idx="12048">
                  <c:v>3.1794600000000002</c:v>
                </c:pt>
                <c:pt idx="12049">
                  <c:v>3.17977</c:v>
                </c:pt>
                <c:pt idx="12050">
                  <c:v>3.1800700000000002</c:v>
                </c:pt>
                <c:pt idx="12051">
                  <c:v>3.18038</c:v>
                </c:pt>
                <c:pt idx="12052">
                  <c:v>3.1806800000000002</c:v>
                </c:pt>
                <c:pt idx="12053">
                  <c:v>3.18099</c:v>
                </c:pt>
                <c:pt idx="12054">
                  <c:v>3.1812900000000002</c:v>
                </c:pt>
                <c:pt idx="12055">
                  <c:v>3.1816</c:v>
                </c:pt>
                <c:pt idx="12056">
                  <c:v>3.1819000000000002</c:v>
                </c:pt>
                <c:pt idx="12057">
                  <c:v>3.18221</c:v>
                </c:pt>
                <c:pt idx="12058">
                  <c:v>3.1825100000000002</c:v>
                </c:pt>
                <c:pt idx="12059">
                  <c:v>3.18282</c:v>
                </c:pt>
                <c:pt idx="12060">
                  <c:v>3.1831200000000002</c:v>
                </c:pt>
                <c:pt idx="12061">
                  <c:v>3.18343</c:v>
                </c:pt>
                <c:pt idx="12062">
                  <c:v>3.1837399999999998</c:v>
                </c:pt>
                <c:pt idx="12063">
                  <c:v>3.18404</c:v>
                </c:pt>
                <c:pt idx="12064">
                  <c:v>3.1843499999999998</c:v>
                </c:pt>
                <c:pt idx="12065">
                  <c:v>3.18465</c:v>
                </c:pt>
                <c:pt idx="12066">
                  <c:v>3.1849599999999998</c:v>
                </c:pt>
                <c:pt idx="12067">
                  <c:v>3.18526</c:v>
                </c:pt>
                <c:pt idx="12068">
                  <c:v>3.1855699999999998</c:v>
                </c:pt>
                <c:pt idx="12069">
                  <c:v>3.18587</c:v>
                </c:pt>
                <c:pt idx="12070">
                  <c:v>3.1861799999999998</c:v>
                </c:pt>
                <c:pt idx="12071">
                  <c:v>3.18648</c:v>
                </c:pt>
                <c:pt idx="12072">
                  <c:v>3.1867899999999998</c:v>
                </c:pt>
                <c:pt idx="12073">
                  <c:v>3.18709</c:v>
                </c:pt>
                <c:pt idx="12074">
                  <c:v>3.1873999999999998</c:v>
                </c:pt>
                <c:pt idx="12075">
                  <c:v>3.18771</c:v>
                </c:pt>
                <c:pt idx="12076">
                  <c:v>3.1880099999999998</c:v>
                </c:pt>
                <c:pt idx="12077">
                  <c:v>3.18832</c:v>
                </c:pt>
                <c:pt idx="12078">
                  <c:v>3.1886199999999998</c:v>
                </c:pt>
                <c:pt idx="12079">
                  <c:v>3.18893</c:v>
                </c:pt>
                <c:pt idx="12080">
                  <c:v>3.1892299999999998</c:v>
                </c:pt>
                <c:pt idx="12081">
                  <c:v>3.18954</c:v>
                </c:pt>
                <c:pt idx="12082">
                  <c:v>3.1898399999999998</c:v>
                </c:pt>
                <c:pt idx="12083">
                  <c:v>3.19015</c:v>
                </c:pt>
                <c:pt idx="12084">
                  <c:v>3.1904499999999998</c:v>
                </c:pt>
                <c:pt idx="12085">
                  <c:v>3.19076</c:v>
                </c:pt>
                <c:pt idx="12086">
                  <c:v>3.1910699999999999</c:v>
                </c:pt>
                <c:pt idx="12087">
                  <c:v>3.19137</c:v>
                </c:pt>
                <c:pt idx="12088">
                  <c:v>3.1916799999999999</c:v>
                </c:pt>
                <c:pt idx="12089">
                  <c:v>3.19198</c:v>
                </c:pt>
                <c:pt idx="12090">
                  <c:v>3.1922899999999998</c:v>
                </c:pt>
                <c:pt idx="12091">
                  <c:v>3.19259</c:v>
                </c:pt>
                <c:pt idx="12092">
                  <c:v>3.1928999999999998</c:v>
                </c:pt>
                <c:pt idx="12093">
                  <c:v>3.1932</c:v>
                </c:pt>
                <c:pt idx="12094">
                  <c:v>3.1935099999999998</c:v>
                </c:pt>
                <c:pt idx="12095">
                  <c:v>3.19381</c:v>
                </c:pt>
                <c:pt idx="12096">
                  <c:v>3.1941199999999998</c:v>
                </c:pt>
                <c:pt idx="12097">
                  <c:v>3.19442</c:v>
                </c:pt>
                <c:pt idx="12098">
                  <c:v>3.1947299999999998</c:v>
                </c:pt>
                <c:pt idx="12099">
                  <c:v>3.1950400000000001</c:v>
                </c:pt>
                <c:pt idx="12100">
                  <c:v>3.1953399999999998</c:v>
                </c:pt>
                <c:pt idx="12101">
                  <c:v>3.1956500000000001</c:v>
                </c:pt>
                <c:pt idx="12102">
                  <c:v>3.1959499999999998</c:v>
                </c:pt>
                <c:pt idx="12103">
                  <c:v>3.1962600000000001</c:v>
                </c:pt>
                <c:pt idx="12104">
                  <c:v>3.1965599999999998</c:v>
                </c:pt>
                <c:pt idx="12105">
                  <c:v>3.1968700000000001</c:v>
                </c:pt>
                <c:pt idx="12106">
                  <c:v>3.1971699999999998</c:v>
                </c:pt>
                <c:pt idx="12107">
                  <c:v>3.1974800000000001</c:v>
                </c:pt>
                <c:pt idx="12108">
                  <c:v>3.1977799999999998</c:v>
                </c:pt>
                <c:pt idx="12109">
                  <c:v>3.1980900000000001</c:v>
                </c:pt>
                <c:pt idx="12110">
                  <c:v>3.1983899999999998</c:v>
                </c:pt>
                <c:pt idx="12111">
                  <c:v>3.1987000000000001</c:v>
                </c:pt>
                <c:pt idx="12112">
                  <c:v>3.1990099999999999</c:v>
                </c:pt>
                <c:pt idx="12113">
                  <c:v>3.1993100000000001</c:v>
                </c:pt>
                <c:pt idx="12114">
                  <c:v>3.1996199999999999</c:v>
                </c:pt>
                <c:pt idx="12115">
                  <c:v>3.1999200000000001</c:v>
                </c:pt>
                <c:pt idx="12116">
                  <c:v>3.2002299999999999</c:v>
                </c:pt>
                <c:pt idx="12117">
                  <c:v>3.2005300000000001</c:v>
                </c:pt>
                <c:pt idx="12118">
                  <c:v>3.2008399999999999</c:v>
                </c:pt>
                <c:pt idx="12119">
                  <c:v>3.2011400000000001</c:v>
                </c:pt>
                <c:pt idx="12120">
                  <c:v>3.2014499999999999</c:v>
                </c:pt>
                <c:pt idx="12121">
                  <c:v>3.2017500000000001</c:v>
                </c:pt>
                <c:pt idx="12122">
                  <c:v>3.2020599999999999</c:v>
                </c:pt>
                <c:pt idx="12123">
                  <c:v>3.2023600000000001</c:v>
                </c:pt>
                <c:pt idx="12124">
                  <c:v>3.2026699999999999</c:v>
                </c:pt>
                <c:pt idx="12125">
                  <c:v>3.2029800000000002</c:v>
                </c:pt>
                <c:pt idx="12126">
                  <c:v>3.2032799999999999</c:v>
                </c:pt>
                <c:pt idx="12127">
                  <c:v>3.2035900000000002</c:v>
                </c:pt>
                <c:pt idx="12128">
                  <c:v>3.2038899999999999</c:v>
                </c:pt>
                <c:pt idx="12129">
                  <c:v>3.2042000000000002</c:v>
                </c:pt>
                <c:pt idx="12130">
                  <c:v>3.2044999999999999</c:v>
                </c:pt>
                <c:pt idx="12131">
                  <c:v>3.2048100000000002</c:v>
                </c:pt>
                <c:pt idx="12132">
                  <c:v>3.2051099999999999</c:v>
                </c:pt>
                <c:pt idx="12133">
                  <c:v>3.2054200000000002</c:v>
                </c:pt>
                <c:pt idx="12134">
                  <c:v>3.2057199999999999</c:v>
                </c:pt>
                <c:pt idx="12135">
                  <c:v>3.2060300000000002</c:v>
                </c:pt>
                <c:pt idx="12136">
                  <c:v>3.20634</c:v>
                </c:pt>
                <c:pt idx="12137">
                  <c:v>3.2066400000000002</c:v>
                </c:pt>
                <c:pt idx="12138">
                  <c:v>3.20695</c:v>
                </c:pt>
                <c:pt idx="12139">
                  <c:v>3.2072500000000002</c:v>
                </c:pt>
                <c:pt idx="12140">
                  <c:v>3.20756</c:v>
                </c:pt>
                <c:pt idx="12141">
                  <c:v>3.2078600000000002</c:v>
                </c:pt>
                <c:pt idx="12142">
                  <c:v>3.20817</c:v>
                </c:pt>
                <c:pt idx="12143">
                  <c:v>3.2084700000000002</c:v>
                </c:pt>
                <c:pt idx="12144">
                  <c:v>3.20878</c:v>
                </c:pt>
                <c:pt idx="12145">
                  <c:v>3.2090800000000002</c:v>
                </c:pt>
                <c:pt idx="12146">
                  <c:v>3.20939</c:v>
                </c:pt>
                <c:pt idx="12147">
                  <c:v>3.2096900000000002</c:v>
                </c:pt>
                <c:pt idx="12148">
                  <c:v>3.21</c:v>
                </c:pt>
                <c:pt idx="12149">
                  <c:v>3.2103100000000002</c:v>
                </c:pt>
                <c:pt idx="12150">
                  <c:v>3.21061</c:v>
                </c:pt>
                <c:pt idx="12151">
                  <c:v>3.2109200000000002</c:v>
                </c:pt>
                <c:pt idx="12152">
                  <c:v>3.21122</c:v>
                </c:pt>
                <c:pt idx="12153">
                  <c:v>3.2115300000000002</c:v>
                </c:pt>
                <c:pt idx="12154">
                  <c:v>3.21183</c:v>
                </c:pt>
                <c:pt idx="12155">
                  <c:v>3.2121400000000002</c:v>
                </c:pt>
                <c:pt idx="12156">
                  <c:v>3.21244</c:v>
                </c:pt>
                <c:pt idx="12157">
                  <c:v>3.2127500000000002</c:v>
                </c:pt>
                <c:pt idx="12158">
                  <c:v>3.21305</c:v>
                </c:pt>
                <c:pt idx="12159">
                  <c:v>3.2133600000000002</c:v>
                </c:pt>
                <c:pt idx="12160">
                  <c:v>3.21366</c:v>
                </c:pt>
                <c:pt idx="12161">
                  <c:v>3.2139700000000002</c:v>
                </c:pt>
                <c:pt idx="12162">
                  <c:v>3.21428</c:v>
                </c:pt>
                <c:pt idx="12163">
                  <c:v>3.2145800000000002</c:v>
                </c:pt>
                <c:pt idx="12164">
                  <c:v>3.21489</c:v>
                </c:pt>
                <c:pt idx="12165">
                  <c:v>3.2151900000000002</c:v>
                </c:pt>
                <c:pt idx="12166">
                  <c:v>3.2155</c:v>
                </c:pt>
                <c:pt idx="12167">
                  <c:v>3.2158000000000002</c:v>
                </c:pt>
                <c:pt idx="12168">
                  <c:v>3.21611</c:v>
                </c:pt>
                <c:pt idx="12169">
                  <c:v>3.2164100000000002</c:v>
                </c:pt>
                <c:pt idx="12170">
                  <c:v>3.21672</c:v>
                </c:pt>
                <c:pt idx="12171">
                  <c:v>3.2170200000000002</c:v>
                </c:pt>
                <c:pt idx="12172">
                  <c:v>3.21733</c:v>
                </c:pt>
                <c:pt idx="12173">
                  <c:v>3.2176300000000002</c:v>
                </c:pt>
                <c:pt idx="12174">
                  <c:v>3.21794</c:v>
                </c:pt>
                <c:pt idx="12175">
                  <c:v>3.2182499999999998</c:v>
                </c:pt>
                <c:pt idx="12176">
                  <c:v>3.21855</c:v>
                </c:pt>
                <c:pt idx="12177">
                  <c:v>3.2188599999999998</c:v>
                </c:pt>
                <c:pt idx="12178">
                  <c:v>3.21916</c:v>
                </c:pt>
                <c:pt idx="12179">
                  <c:v>3.2194699999999998</c:v>
                </c:pt>
                <c:pt idx="12180">
                  <c:v>3.21977</c:v>
                </c:pt>
                <c:pt idx="12181">
                  <c:v>3.2200799999999998</c:v>
                </c:pt>
                <c:pt idx="12182">
                  <c:v>3.22038</c:v>
                </c:pt>
                <c:pt idx="12183">
                  <c:v>3.2206899999999998</c:v>
                </c:pt>
                <c:pt idx="12184">
                  <c:v>3.22099</c:v>
                </c:pt>
                <c:pt idx="12185">
                  <c:v>3.2212999999999998</c:v>
                </c:pt>
                <c:pt idx="12186">
                  <c:v>3.2216</c:v>
                </c:pt>
                <c:pt idx="12187">
                  <c:v>3.2219099999999998</c:v>
                </c:pt>
                <c:pt idx="12188">
                  <c:v>3.2222200000000001</c:v>
                </c:pt>
                <c:pt idx="12189">
                  <c:v>3.2225199999999998</c:v>
                </c:pt>
                <c:pt idx="12190">
                  <c:v>3.2228300000000001</c:v>
                </c:pt>
                <c:pt idx="12191">
                  <c:v>3.2231299999999998</c:v>
                </c:pt>
                <c:pt idx="12192">
                  <c:v>3.2234400000000001</c:v>
                </c:pt>
                <c:pt idx="12193">
                  <c:v>3.2237399999999998</c:v>
                </c:pt>
                <c:pt idx="12194">
                  <c:v>3.2240500000000001</c:v>
                </c:pt>
                <c:pt idx="12195">
                  <c:v>3.2243499999999998</c:v>
                </c:pt>
                <c:pt idx="12196">
                  <c:v>3.2246600000000001</c:v>
                </c:pt>
                <c:pt idx="12197">
                  <c:v>3.2249599999999998</c:v>
                </c:pt>
                <c:pt idx="12198">
                  <c:v>3.2252700000000001</c:v>
                </c:pt>
                <c:pt idx="12199">
                  <c:v>3.2255799999999999</c:v>
                </c:pt>
                <c:pt idx="12200">
                  <c:v>3.2258800000000001</c:v>
                </c:pt>
                <c:pt idx="12201">
                  <c:v>3.2261899999999999</c:v>
                </c:pt>
                <c:pt idx="12202">
                  <c:v>3.2264900000000001</c:v>
                </c:pt>
                <c:pt idx="12203">
                  <c:v>3.2267999999999999</c:v>
                </c:pt>
                <c:pt idx="12204">
                  <c:v>3.2271000000000001</c:v>
                </c:pt>
                <c:pt idx="12205">
                  <c:v>3.2274099999999999</c:v>
                </c:pt>
                <c:pt idx="12206">
                  <c:v>3.2277100000000001</c:v>
                </c:pt>
                <c:pt idx="12207">
                  <c:v>3.2280199999999999</c:v>
                </c:pt>
                <c:pt idx="12208">
                  <c:v>3.2283200000000001</c:v>
                </c:pt>
                <c:pt idx="12209">
                  <c:v>3.2286299999999999</c:v>
                </c:pt>
                <c:pt idx="12210">
                  <c:v>3.2289300000000001</c:v>
                </c:pt>
                <c:pt idx="12211">
                  <c:v>3.2292399999999999</c:v>
                </c:pt>
                <c:pt idx="12212">
                  <c:v>3.2295500000000001</c:v>
                </c:pt>
                <c:pt idx="12213">
                  <c:v>3.2298499999999999</c:v>
                </c:pt>
                <c:pt idx="12214">
                  <c:v>3.2301600000000001</c:v>
                </c:pt>
                <c:pt idx="12215">
                  <c:v>3.2304599999999999</c:v>
                </c:pt>
                <c:pt idx="12216">
                  <c:v>3.2307700000000001</c:v>
                </c:pt>
                <c:pt idx="12217">
                  <c:v>3.2310699999999999</c:v>
                </c:pt>
                <c:pt idx="12218">
                  <c:v>3.2313800000000001</c:v>
                </c:pt>
                <c:pt idx="12219">
                  <c:v>3.2316799999999999</c:v>
                </c:pt>
                <c:pt idx="12220">
                  <c:v>3.2319900000000001</c:v>
                </c:pt>
                <c:pt idx="12221">
                  <c:v>3.2322899999999999</c:v>
                </c:pt>
                <c:pt idx="12222">
                  <c:v>3.2326000000000001</c:v>
                </c:pt>
                <c:pt idx="12223">
                  <c:v>3.2328999999999999</c:v>
                </c:pt>
                <c:pt idx="12224">
                  <c:v>3.2332100000000001</c:v>
                </c:pt>
                <c:pt idx="12225">
                  <c:v>3.2335199999999999</c:v>
                </c:pt>
                <c:pt idx="12226">
                  <c:v>3.2338200000000001</c:v>
                </c:pt>
                <c:pt idx="12227">
                  <c:v>3.2341299999999999</c:v>
                </c:pt>
                <c:pt idx="12228">
                  <c:v>3.2344300000000001</c:v>
                </c:pt>
                <c:pt idx="12229">
                  <c:v>3.2347399999999999</c:v>
                </c:pt>
                <c:pt idx="12230">
                  <c:v>3.2350400000000001</c:v>
                </c:pt>
                <c:pt idx="12231">
                  <c:v>3.2353499999999999</c:v>
                </c:pt>
                <c:pt idx="12232">
                  <c:v>3.2356500000000001</c:v>
                </c:pt>
                <c:pt idx="12233">
                  <c:v>3.2359599999999999</c:v>
                </c:pt>
                <c:pt idx="12234">
                  <c:v>3.2362600000000001</c:v>
                </c:pt>
                <c:pt idx="12235">
                  <c:v>3.2365699999999999</c:v>
                </c:pt>
                <c:pt idx="12236">
                  <c:v>3.2368700000000001</c:v>
                </c:pt>
                <c:pt idx="12237">
                  <c:v>3.2371799999999999</c:v>
                </c:pt>
                <c:pt idx="12238">
                  <c:v>3.2374900000000002</c:v>
                </c:pt>
                <c:pt idx="12239">
                  <c:v>3.2377899999999999</c:v>
                </c:pt>
                <c:pt idx="12240">
                  <c:v>3.2381000000000002</c:v>
                </c:pt>
                <c:pt idx="12241">
                  <c:v>3.2383999999999999</c:v>
                </c:pt>
                <c:pt idx="12242">
                  <c:v>3.2387100000000002</c:v>
                </c:pt>
                <c:pt idx="12243">
                  <c:v>3.2390099999999999</c:v>
                </c:pt>
                <c:pt idx="12244">
                  <c:v>3.2393200000000002</c:v>
                </c:pt>
                <c:pt idx="12245">
                  <c:v>3.2396199999999999</c:v>
                </c:pt>
                <c:pt idx="12246">
                  <c:v>3.2399300000000002</c:v>
                </c:pt>
                <c:pt idx="12247">
                  <c:v>3.2402299999999999</c:v>
                </c:pt>
                <c:pt idx="12248">
                  <c:v>3.2405400000000002</c:v>
                </c:pt>
                <c:pt idx="12249">
                  <c:v>3.2408399999999999</c:v>
                </c:pt>
                <c:pt idx="12250">
                  <c:v>3.2411500000000002</c:v>
                </c:pt>
                <c:pt idx="12251">
                  <c:v>3.24146</c:v>
                </c:pt>
                <c:pt idx="12252">
                  <c:v>3.2417600000000002</c:v>
                </c:pt>
                <c:pt idx="12253">
                  <c:v>3.24207</c:v>
                </c:pt>
                <c:pt idx="12254">
                  <c:v>3.2423700000000002</c:v>
                </c:pt>
                <c:pt idx="12255">
                  <c:v>3.24268</c:v>
                </c:pt>
                <c:pt idx="12256">
                  <c:v>3.2429800000000002</c:v>
                </c:pt>
                <c:pt idx="12257">
                  <c:v>3.24329</c:v>
                </c:pt>
                <c:pt idx="12258">
                  <c:v>3.2435900000000002</c:v>
                </c:pt>
                <c:pt idx="12259">
                  <c:v>3.2439</c:v>
                </c:pt>
                <c:pt idx="12260">
                  <c:v>3.2442000000000002</c:v>
                </c:pt>
                <c:pt idx="12261">
                  <c:v>3.24451</c:v>
                </c:pt>
                <c:pt idx="12262">
                  <c:v>3.2448199999999998</c:v>
                </c:pt>
                <c:pt idx="12263">
                  <c:v>3.24512</c:v>
                </c:pt>
                <c:pt idx="12264">
                  <c:v>3.2454299999999998</c:v>
                </c:pt>
                <c:pt idx="12265">
                  <c:v>3.24573</c:v>
                </c:pt>
                <c:pt idx="12266">
                  <c:v>3.2460399999999998</c:v>
                </c:pt>
                <c:pt idx="12267">
                  <c:v>3.24634</c:v>
                </c:pt>
                <c:pt idx="12268">
                  <c:v>3.2466499999999998</c:v>
                </c:pt>
                <c:pt idx="12269">
                  <c:v>3.24695</c:v>
                </c:pt>
                <c:pt idx="12270">
                  <c:v>3.2472599999999998</c:v>
                </c:pt>
                <c:pt idx="12271">
                  <c:v>3.24756</c:v>
                </c:pt>
                <c:pt idx="12272">
                  <c:v>3.2478699999999998</c:v>
                </c:pt>
                <c:pt idx="12273">
                  <c:v>3.24817</c:v>
                </c:pt>
                <c:pt idx="12274">
                  <c:v>3.2484799999999998</c:v>
                </c:pt>
                <c:pt idx="12275">
                  <c:v>3.2487900000000001</c:v>
                </c:pt>
                <c:pt idx="12276">
                  <c:v>3.2490899999999998</c:v>
                </c:pt>
                <c:pt idx="12277">
                  <c:v>3.2494000000000001</c:v>
                </c:pt>
                <c:pt idx="12278">
                  <c:v>3.2496999999999998</c:v>
                </c:pt>
                <c:pt idx="12279">
                  <c:v>3.2500100000000001</c:v>
                </c:pt>
                <c:pt idx="12280">
                  <c:v>3.2503099999999998</c:v>
                </c:pt>
                <c:pt idx="12281">
                  <c:v>3.2506200000000001</c:v>
                </c:pt>
                <c:pt idx="12282">
                  <c:v>3.2509199999999998</c:v>
                </c:pt>
                <c:pt idx="12283">
                  <c:v>3.2512300000000001</c:v>
                </c:pt>
                <c:pt idx="12284">
                  <c:v>3.2515299999999998</c:v>
                </c:pt>
                <c:pt idx="12285">
                  <c:v>3.2518400000000001</c:v>
                </c:pt>
                <c:pt idx="12286">
                  <c:v>3.2521399999999998</c:v>
                </c:pt>
                <c:pt idx="12287">
                  <c:v>3.2524500000000001</c:v>
                </c:pt>
                <c:pt idx="12288">
                  <c:v>3.2527599999999999</c:v>
                </c:pt>
                <c:pt idx="12289">
                  <c:v>3.2530600000000001</c:v>
                </c:pt>
                <c:pt idx="12290">
                  <c:v>3.2533699999999999</c:v>
                </c:pt>
                <c:pt idx="12291">
                  <c:v>3.2536700000000001</c:v>
                </c:pt>
                <c:pt idx="12292">
                  <c:v>3.2539799999999999</c:v>
                </c:pt>
                <c:pt idx="12293">
                  <c:v>3.2542800000000001</c:v>
                </c:pt>
                <c:pt idx="12294">
                  <c:v>3.2545899999999999</c:v>
                </c:pt>
                <c:pt idx="12295">
                  <c:v>3.2548900000000001</c:v>
                </c:pt>
                <c:pt idx="12296">
                  <c:v>3.2551999999999999</c:v>
                </c:pt>
                <c:pt idx="12297">
                  <c:v>3.2555000000000001</c:v>
                </c:pt>
                <c:pt idx="12298">
                  <c:v>3.2558099999999999</c:v>
                </c:pt>
                <c:pt idx="12299">
                  <c:v>3.2561100000000001</c:v>
                </c:pt>
                <c:pt idx="12300">
                  <c:v>3.2564199999999999</c:v>
                </c:pt>
                <c:pt idx="12301">
                  <c:v>3.2567300000000001</c:v>
                </c:pt>
                <c:pt idx="12302">
                  <c:v>3.2570299999999999</c:v>
                </c:pt>
                <c:pt idx="12303">
                  <c:v>3.2573400000000001</c:v>
                </c:pt>
                <c:pt idx="12304">
                  <c:v>3.2576399999999999</c:v>
                </c:pt>
                <c:pt idx="12305">
                  <c:v>3.2579500000000001</c:v>
                </c:pt>
                <c:pt idx="12306">
                  <c:v>3.2582499999999999</c:v>
                </c:pt>
                <c:pt idx="12307">
                  <c:v>3.2585600000000001</c:v>
                </c:pt>
                <c:pt idx="12308">
                  <c:v>3.2588599999999999</c:v>
                </c:pt>
                <c:pt idx="12309">
                  <c:v>3.2591700000000001</c:v>
                </c:pt>
                <c:pt idx="12310">
                  <c:v>3.2594699999999999</c:v>
                </c:pt>
                <c:pt idx="12311">
                  <c:v>3.2597800000000001</c:v>
                </c:pt>
                <c:pt idx="12312">
                  <c:v>3.2600899999999999</c:v>
                </c:pt>
                <c:pt idx="12313">
                  <c:v>3.2603900000000001</c:v>
                </c:pt>
                <c:pt idx="12314">
                  <c:v>3.2606999999999999</c:v>
                </c:pt>
                <c:pt idx="12315">
                  <c:v>3.2610000000000001</c:v>
                </c:pt>
                <c:pt idx="12316">
                  <c:v>3.2613099999999999</c:v>
                </c:pt>
                <c:pt idx="12317">
                  <c:v>3.2616100000000001</c:v>
                </c:pt>
                <c:pt idx="12318">
                  <c:v>3.2619199999999999</c:v>
                </c:pt>
                <c:pt idx="12319">
                  <c:v>3.2622200000000001</c:v>
                </c:pt>
                <c:pt idx="12320">
                  <c:v>3.2625299999999999</c:v>
                </c:pt>
                <c:pt idx="12321">
                  <c:v>3.2628300000000001</c:v>
                </c:pt>
                <c:pt idx="12322">
                  <c:v>3.2631399999999999</c:v>
                </c:pt>
                <c:pt idx="12323">
                  <c:v>3.2634400000000001</c:v>
                </c:pt>
                <c:pt idx="12324">
                  <c:v>3.2637499999999999</c:v>
                </c:pt>
                <c:pt idx="12325">
                  <c:v>3.2640600000000002</c:v>
                </c:pt>
                <c:pt idx="12326">
                  <c:v>3.2643599999999999</c:v>
                </c:pt>
                <c:pt idx="12327">
                  <c:v>3.2646700000000002</c:v>
                </c:pt>
                <c:pt idx="12328">
                  <c:v>3.2649699999999999</c:v>
                </c:pt>
                <c:pt idx="12329">
                  <c:v>3.2652800000000002</c:v>
                </c:pt>
                <c:pt idx="12330">
                  <c:v>3.2655799999999999</c:v>
                </c:pt>
                <c:pt idx="12331">
                  <c:v>3.2658900000000002</c:v>
                </c:pt>
                <c:pt idx="12332">
                  <c:v>3.2661899999999999</c:v>
                </c:pt>
                <c:pt idx="12333">
                  <c:v>3.2665000000000002</c:v>
                </c:pt>
                <c:pt idx="12334">
                  <c:v>3.2667999999999999</c:v>
                </c:pt>
                <c:pt idx="12335">
                  <c:v>3.2671100000000002</c:v>
                </c:pt>
                <c:pt idx="12336">
                  <c:v>3.2674099999999999</c:v>
                </c:pt>
                <c:pt idx="12337">
                  <c:v>3.2677200000000002</c:v>
                </c:pt>
                <c:pt idx="12338">
                  <c:v>3.26803</c:v>
                </c:pt>
                <c:pt idx="12339">
                  <c:v>3.2683300000000002</c:v>
                </c:pt>
                <c:pt idx="12340">
                  <c:v>3.26864</c:v>
                </c:pt>
                <c:pt idx="12341">
                  <c:v>3.2689400000000002</c:v>
                </c:pt>
                <c:pt idx="12342">
                  <c:v>3.26925</c:v>
                </c:pt>
                <c:pt idx="12343">
                  <c:v>3.2695500000000002</c:v>
                </c:pt>
                <c:pt idx="12344">
                  <c:v>3.26986</c:v>
                </c:pt>
                <c:pt idx="12345">
                  <c:v>3.2701600000000002</c:v>
                </c:pt>
                <c:pt idx="12346">
                  <c:v>3.27047</c:v>
                </c:pt>
                <c:pt idx="12347">
                  <c:v>3.2707700000000002</c:v>
                </c:pt>
                <c:pt idx="12348">
                  <c:v>3.27108</c:v>
                </c:pt>
                <c:pt idx="12349">
                  <c:v>3.2713800000000002</c:v>
                </c:pt>
                <c:pt idx="12350">
                  <c:v>3.27169</c:v>
                </c:pt>
                <c:pt idx="12351">
                  <c:v>3.2719999999999998</c:v>
                </c:pt>
                <c:pt idx="12352">
                  <c:v>3.2723</c:v>
                </c:pt>
                <c:pt idx="12353">
                  <c:v>3.2726099999999998</c:v>
                </c:pt>
                <c:pt idx="12354">
                  <c:v>3.27291</c:v>
                </c:pt>
                <c:pt idx="12355">
                  <c:v>3.2732199999999998</c:v>
                </c:pt>
                <c:pt idx="12356">
                  <c:v>3.27352</c:v>
                </c:pt>
                <c:pt idx="12357">
                  <c:v>3.2738299999999998</c:v>
                </c:pt>
                <c:pt idx="12358">
                  <c:v>3.27413</c:v>
                </c:pt>
                <c:pt idx="12359">
                  <c:v>3.2744399999999998</c:v>
                </c:pt>
                <c:pt idx="12360">
                  <c:v>3.27474</c:v>
                </c:pt>
                <c:pt idx="12361">
                  <c:v>3.2750499999999998</c:v>
                </c:pt>
                <c:pt idx="12362">
                  <c:v>3.27535</c:v>
                </c:pt>
                <c:pt idx="12363">
                  <c:v>3.2756599999999998</c:v>
                </c:pt>
                <c:pt idx="12364">
                  <c:v>3.27597</c:v>
                </c:pt>
                <c:pt idx="12365">
                  <c:v>3.2762699999999998</c:v>
                </c:pt>
                <c:pt idx="12366">
                  <c:v>3.27658</c:v>
                </c:pt>
                <c:pt idx="12367">
                  <c:v>3.2768799999999998</c:v>
                </c:pt>
                <c:pt idx="12368">
                  <c:v>3.27719</c:v>
                </c:pt>
                <c:pt idx="12369">
                  <c:v>3.2774899999999998</c:v>
                </c:pt>
                <c:pt idx="12370">
                  <c:v>3.2778</c:v>
                </c:pt>
                <c:pt idx="12371">
                  <c:v>3.2780999999999998</c:v>
                </c:pt>
                <c:pt idx="12372">
                  <c:v>3.27841</c:v>
                </c:pt>
                <c:pt idx="12373">
                  <c:v>3.2787099999999998</c:v>
                </c:pt>
                <c:pt idx="12374">
                  <c:v>3.27902</c:v>
                </c:pt>
                <c:pt idx="12375">
                  <c:v>3.2793299999999999</c:v>
                </c:pt>
                <c:pt idx="12376">
                  <c:v>3.27963</c:v>
                </c:pt>
                <c:pt idx="12377">
                  <c:v>3.2799399999999999</c:v>
                </c:pt>
                <c:pt idx="12378">
                  <c:v>3.28024</c:v>
                </c:pt>
                <c:pt idx="12379">
                  <c:v>3.2805499999999999</c:v>
                </c:pt>
                <c:pt idx="12380">
                  <c:v>3.28085</c:v>
                </c:pt>
                <c:pt idx="12381">
                  <c:v>3.2811599999999999</c:v>
                </c:pt>
                <c:pt idx="12382">
                  <c:v>3.28146</c:v>
                </c:pt>
                <c:pt idx="12383">
                  <c:v>3.2817699999999999</c:v>
                </c:pt>
                <c:pt idx="12384">
                  <c:v>3.28207</c:v>
                </c:pt>
                <c:pt idx="12385">
                  <c:v>3.2823799999999999</c:v>
                </c:pt>
                <c:pt idx="12386">
                  <c:v>3.28268</c:v>
                </c:pt>
                <c:pt idx="12387">
                  <c:v>3.2829899999999999</c:v>
                </c:pt>
                <c:pt idx="12388">
                  <c:v>3.2833000000000001</c:v>
                </c:pt>
                <c:pt idx="12389">
                  <c:v>3.2835999999999999</c:v>
                </c:pt>
                <c:pt idx="12390">
                  <c:v>3.2839100000000001</c:v>
                </c:pt>
                <c:pt idx="12391">
                  <c:v>3.2842099999999999</c:v>
                </c:pt>
                <c:pt idx="12392">
                  <c:v>3.2845200000000001</c:v>
                </c:pt>
                <c:pt idx="12393">
                  <c:v>3.2848199999999999</c:v>
                </c:pt>
                <c:pt idx="12394">
                  <c:v>3.2851300000000001</c:v>
                </c:pt>
                <c:pt idx="12395">
                  <c:v>3.2854299999999999</c:v>
                </c:pt>
                <c:pt idx="12396">
                  <c:v>3.2857400000000001</c:v>
                </c:pt>
                <c:pt idx="12397">
                  <c:v>3.2860399999999998</c:v>
                </c:pt>
                <c:pt idx="12398">
                  <c:v>3.2863500000000001</c:v>
                </c:pt>
                <c:pt idx="12399">
                  <c:v>3.2866499999999998</c:v>
                </c:pt>
                <c:pt idx="12400">
                  <c:v>3.2869600000000001</c:v>
                </c:pt>
                <c:pt idx="12401">
                  <c:v>3.2872699999999999</c:v>
                </c:pt>
                <c:pt idx="12402">
                  <c:v>3.2875700000000001</c:v>
                </c:pt>
                <c:pt idx="12403">
                  <c:v>3.2878799999999999</c:v>
                </c:pt>
                <c:pt idx="12404">
                  <c:v>3.2881800000000001</c:v>
                </c:pt>
                <c:pt idx="12405">
                  <c:v>3.2884899999999999</c:v>
                </c:pt>
                <c:pt idx="12406">
                  <c:v>3.2887900000000001</c:v>
                </c:pt>
                <c:pt idx="12407">
                  <c:v>3.2890999999999999</c:v>
                </c:pt>
                <c:pt idx="12408">
                  <c:v>3.2894000000000001</c:v>
                </c:pt>
                <c:pt idx="12409">
                  <c:v>3.2897099999999999</c:v>
                </c:pt>
                <c:pt idx="12410">
                  <c:v>3.2900100000000001</c:v>
                </c:pt>
                <c:pt idx="12411">
                  <c:v>3.2903199999999999</c:v>
                </c:pt>
                <c:pt idx="12412">
                  <c:v>3.2906200000000001</c:v>
                </c:pt>
                <c:pt idx="12413">
                  <c:v>3.2909299999999999</c:v>
                </c:pt>
                <c:pt idx="12414">
                  <c:v>3.2912400000000002</c:v>
                </c:pt>
                <c:pt idx="12415">
                  <c:v>3.2915399999999999</c:v>
                </c:pt>
                <c:pt idx="12416">
                  <c:v>3.2918500000000002</c:v>
                </c:pt>
                <c:pt idx="12417">
                  <c:v>3.2921499999999999</c:v>
                </c:pt>
                <c:pt idx="12418">
                  <c:v>3.2924600000000002</c:v>
                </c:pt>
                <c:pt idx="12419">
                  <c:v>3.2927599999999999</c:v>
                </c:pt>
                <c:pt idx="12420">
                  <c:v>3.2930700000000002</c:v>
                </c:pt>
                <c:pt idx="12421">
                  <c:v>3.2933699999999999</c:v>
                </c:pt>
                <c:pt idx="12422">
                  <c:v>3.2936800000000002</c:v>
                </c:pt>
                <c:pt idx="12423">
                  <c:v>3.2939799999999999</c:v>
                </c:pt>
                <c:pt idx="12424">
                  <c:v>3.2942900000000002</c:v>
                </c:pt>
                <c:pt idx="12425">
                  <c:v>3.2945899999999999</c:v>
                </c:pt>
                <c:pt idx="12426">
                  <c:v>3.2949000000000002</c:v>
                </c:pt>
                <c:pt idx="12427">
                  <c:v>3.29521</c:v>
                </c:pt>
                <c:pt idx="12428">
                  <c:v>3.2955100000000002</c:v>
                </c:pt>
                <c:pt idx="12429">
                  <c:v>3.29582</c:v>
                </c:pt>
                <c:pt idx="12430">
                  <c:v>3.2961200000000002</c:v>
                </c:pt>
                <c:pt idx="12431">
                  <c:v>3.29643</c:v>
                </c:pt>
                <c:pt idx="12432">
                  <c:v>3.2967300000000002</c:v>
                </c:pt>
                <c:pt idx="12433">
                  <c:v>3.29704</c:v>
                </c:pt>
                <c:pt idx="12434">
                  <c:v>3.2973400000000002</c:v>
                </c:pt>
                <c:pt idx="12435">
                  <c:v>3.29765</c:v>
                </c:pt>
                <c:pt idx="12436">
                  <c:v>3.2979500000000002</c:v>
                </c:pt>
                <c:pt idx="12437">
                  <c:v>3.29826</c:v>
                </c:pt>
                <c:pt idx="12438">
                  <c:v>3.2985699999999998</c:v>
                </c:pt>
                <c:pt idx="12439">
                  <c:v>3.29887</c:v>
                </c:pt>
                <c:pt idx="12440">
                  <c:v>3.2991799999999998</c:v>
                </c:pt>
                <c:pt idx="12441">
                  <c:v>3.29948</c:v>
                </c:pt>
                <c:pt idx="12442">
                  <c:v>3.2997899999999998</c:v>
                </c:pt>
                <c:pt idx="12443">
                  <c:v>3.30009</c:v>
                </c:pt>
                <c:pt idx="12444">
                  <c:v>3.3003999999999998</c:v>
                </c:pt>
                <c:pt idx="12445">
                  <c:v>3.3007</c:v>
                </c:pt>
                <c:pt idx="12446">
                  <c:v>3.3010100000000002</c:v>
                </c:pt>
                <c:pt idx="12447">
                  <c:v>3.30131</c:v>
                </c:pt>
                <c:pt idx="12448">
                  <c:v>3.3016200000000002</c:v>
                </c:pt>
                <c:pt idx="12449">
                  <c:v>3.30192</c:v>
                </c:pt>
                <c:pt idx="12450">
                  <c:v>3.3022300000000002</c:v>
                </c:pt>
                <c:pt idx="12451">
                  <c:v>3.30254</c:v>
                </c:pt>
                <c:pt idx="12452">
                  <c:v>3.3028400000000002</c:v>
                </c:pt>
                <c:pt idx="12453">
                  <c:v>3.30315</c:v>
                </c:pt>
                <c:pt idx="12454">
                  <c:v>3.3034500000000002</c:v>
                </c:pt>
                <c:pt idx="12455">
                  <c:v>3.30376</c:v>
                </c:pt>
                <c:pt idx="12456">
                  <c:v>3.3040600000000002</c:v>
                </c:pt>
                <c:pt idx="12457">
                  <c:v>3.30437</c:v>
                </c:pt>
                <c:pt idx="12458">
                  <c:v>3.3046700000000002</c:v>
                </c:pt>
                <c:pt idx="12459">
                  <c:v>3.30498</c:v>
                </c:pt>
                <c:pt idx="12460">
                  <c:v>3.3052800000000002</c:v>
                </c:pt>
                <c:pt idx="12461">
                  <c:v>3.30559</c:v>
                </c:pt>
                <c:pt idx="12462">
                  <c:v>3.3058900000000002</c:v>
                </c:pt>
                <c:pt idx="12463">
                  <c:v>3.3062</c:v>
                </c:pt>
                <c:pt idx="12464">
                  <c:v>3.3065099999999998</c:v>
                </c:pt>
                <c:pt idx="12465">
                  <c:v>3.30681</c:v>
                </c:pt>
                <c:pt idx="12466">
                  <c:v>3.3071199999999998</c:v>
                </c:pt>
                <c:pt idx="12467">
                  <c:v>3.30742</c:v>
                </c:pt>
                <c:pt idx="12468">
                  <c:v>3.3077299999999998</c:v>
                </c:pt>
                <c:pt idx="12469">
                  <c:v>3.30803</c:v>
                </c:pt>
                <c:pt idx="12470">
                  <c:v>3.3083399999999998</c:v>
                </c:pt>
                <c:pt idx="12471">
                  <c:v>3.30864</c:v>
                </c:pt>
                <c:pt idx="12472">
                  <c:v>3.3089499999999998</c:v>
                </c:pt>
                <c:pt idx="12473">
                  <c:v>3.30925</c:v>
                </c:pt>
                <c:pt idx="12474">
                  <c:v>3.3095599999999998</c:v>
                </c:pt>
                <c:pt idx="12475">
                  <c:v>3.30986</c:v>
                </c:pt>
                <c:pt idx="12476">
                  <c:v>3.3101699999999998</c:v>
                </c:pt>
                <c:pt idx="12477">
                  <c:v>3.3104800000000001</c:v>
                </c:pt>
                <c:pt idx="12478">
                  <c:v>3.3107799999999998</c:v>
                </c:pt>
                <c:pt idx="12479">
                  <c:v>3.3110900000000001</c:v>
                </c:pt>
                <c:pt idx="12480">
                  <c:v>3.3113899999999998</c:v>
                </c:pt>
                <c:pt idx="12481">
                  <c:v>3.3117000000000001</c:v>
                </c:pt>
                <c:pt idx="12482">
                  <c:v>3.3119999999999998</c:v>
                </c:pt>
                <c:pt idx="12483">
                  <c:v>3.3123100000000001</c:v>
                </c:pt>
                <c:pt idx="12484">
                  <c:v>3.3126099999999998</c:v>
                </c:pt>
                <c:pt idx="12485">
                  <c:v>3.3129200000000001</c:v>
                </c:pt>
                <c:pt idx="12486">
                  <c:v>3.3132199999999998</c:v>
                </c:pt>
                <c:pt idx="12487">
                  <c:v>3.3135300000000001</c:v>
                </c:pt>
                <c:pt idx="12488">
                  <c:v>3.3138399999999999</c:v>
                </c:pt>
                <c:pt idx="12489">
                  <c:v>3.3141400000000001</c:v>
                </c:pt>
                <c:pt idx="12490">
                  <c:v>3.3144499999999999</c:v>
                </c:pt>
                <c:pt idx="12491">
                  <c:v>3.3147500000000001</c:v>
                </c:pt>
                <c:pt idx="12492">
                  <c:v>3.3150599999999999</c:v>
                </c:pt>
                <c:pt idx="12493">
                  <c:v>3.3153600000000001</c:v>
                </c:pt>
                <c:pt idx="12494">
                  <c:v>3.3156699999999999</c:v>
                </c:pt>
                <c:pt idx="12495">
                  <c:v>3.3159700000000001</c:v>
                </c:pt>
                <c:pt idx="12496">
                  <c:v>3.3162799999999999</c:v>
                </c:pt>
                <c:pt idx="12497">
                  <c:v>3.3165800000000001</c:v>
                </c:pt>
                <c:pt idx="12498">
                  <c:v>3.3168899999999999</c:v>
                </c:pt>
                <c:pt idx="12499">
                  <c:v>3.3171900000000001</c:v>
                </c:pt>
                <c:pt idx="12500">
                  <c:v>3.3174999999999999</c:v>
                </c:pt>
                <c:pt idx="12501">
                  <c:v>3.3178100000000001</c:v>
                </c:pt>
                <c:pt idx="12502">
                  <c:v>3.3181099999999999</c:v>
                </c:pt>
                <c:pt idx="12503">
                  <c:v>3.3184200000000001</c:v>
                </c:pt>
                <c:pt idx="12504">
                  <c:v>3.3187199999999999</c:v>
                </c:pt>
                <c:pt idx="12505">
                  <c:v>3.3190300000000001</c:v>
                </c:pt>
                <c:pt idx="12506">
                  <c:v>3.3193299999999999</c:v>
                </c:pt>
                <c:pt idx="12507">
                  <c:v>3.3196400000000001</c:v>
                </c:pt>
                <c:pt idx="12508">
                  <c:v>3.3199399999999999</c:v>
                </c:pt>
                <c:pt idx="12509">
                  <c:v>3.3202500000000001</c:v>
                </c:pt>
                <c:pt idx="12510">
                  <c:v>3.3205499999999999</c:v>
                </c:pt>
                <c:pt idx="12511">
                  <c:v>3.3208600000000001</c:v>
                </c:pt>
                <c:pt idx="12512">
                  <c:v>3.3211599999999999</c:v>
                </c:pt>
                <c:pt idx="12513">
                  <c:v>3.3214700000000001</c:v>
                </c:pt>
                <c:pt idx="12514">
                  <c:v>3.32178</c:v>
                </c:pt>
                <c:pt idx="12515">
                  <c:v>3.3220800000000001</c:v>
                </c:pt>
                <c:pt idx="12516">
                  <c:v>3.32239</c:v>
                </c:pt>
                <c:pt idx="12517">
                  <c:v>3.3226900000000001</c:v>
                </c:pt>
                <c:pt idx="12518">
                  <c:v>3.323</c:v>
                </c:pt>
                <c:pt idx="12519">
                  <c:v>3.3233000000000001</c:v>
                </c:pt>
                <c:pt idx="12520">
                  <c:v>3.32361</c:v>
                </c:pt>
                <c:pt idx="12521">
                  <c:v>3.3239100000000001</c:v>
                </c:pt>
                <c:pt idx="12522">
                  <c:v>3.32422</c:v>
                </c:pt>
                <c:pt idx="12523">
                  <c:v>3.3245200000000001</c:v>
                </c:pt>
                <c:pt idx="12524">
                  <c:v>3.32483</c:v>
                </c:pt>
                <c:pt idx="12525">
                  <c:v>3.3251300000000001</c:v>
                </c:pt>
                <c:pt idx="12526">
                  <c:v>3.32544</c:v>
                </c:pt>
                <c:pt idx="12527">
                  <c:v>3.3257500000000002</c:v>
                </c:pt>
                <c:pt idx="12528">
                  <c:v>3.32605</c:v>
                </c:pt>
                <c:pt idx="12529">
                  <c:v>3.3263600000000002</c:v>
                </c:pt>
                <c:pt idx="12530">
                  <c:v>3.32666</c:v>
                </c:pt>
                <c:pt idx="12531">
                  <c:v>3.3269700000000002</c:v>
                </c:pt>
                <c:pt idx="12532">
                  <c:v>3.3272699999999999</c:v>
                </c:pt>
                <c:pt idx="12533">
                  <c:v>3.3275800000000002</c:v>
                </c:pt>
                <c:pt idx="12534">
                  <c:v>3.3278799999999999</c:v>
                </c:pt>
                <c:pt idx="12535">
                  <c:v>3.3281900000000002</c:v>
                </c:pt>
                <c:pt idx="12536">
                  <c:v>3.3284899999999999</c:v>
                </c:pt>
                <c:pt idx="12537">
                  <c:v>3.3288000000000002</c:v>
                </c:pt>
                <c:pt idx="12538">
                  <c:v>3.3290999999999999</c:v>
                </c:pt>
                <c:pt idx="12539">
                  <c:v>3.3294100000000002</c:v>
                </c:pt>
                <c:pt idx="12540">
                  <c:v>3.32972</c:v>
                </c:pt>
                <c:pt idx="12541">
                  <c:v>3.3300200000000002</c:v>
                </c:pt>
                <c:pt idx="12542">
                  <c:v>3.33033</c:v>
                </c:pt>
                <c:pt idx="12543">
                  <c:v>3.3306300000000002</c:v>
                </c:pt>
                <c:pt idx="12544">
                  <c:v>3.33094</c:v>
                </c:pt>
                <c:pt idx="12545">
                  <c:v>3.3312400000000002</c:v>
                </c:pt>
                <c:pt idx="12546">
                  <c:v>3.33155</c:v>
                </c:pt>
                <c:pt idx="12547">
                  <c:v>3.3318500000000002</c:v>
                </c:pt>
                <c:pt idx="12548">
                  <c:v>3.33216</c:v>
                </c:pt>
                <c:pt idx="12549">
                  <c:v>3.3324600000000002</c:v>
                </c:pt>
                <c:pt idx="12550">
                  <c:v>3.33277</c:v>
                </c:pt>
                <c:pt idx="12551">
                  <c:v>3.3330799999999998</c:v>
                </c:pt>
                <c:pt idx="12552">
                  <c:v>3.33338</c:v>
                </c:pt>
                <c:pt idx="12553">
                  <c:v>3.3336899999999998</c:v>
                </c:pt>
                <c:pt idx="12554">
                  <c:v>3.33399</c:v>
                </c:pt>
                <c:pt idx="12555">
                  <c:v>3.3342999999999998</c:v>
                </c:pt>
                <c:pt idx="12556">
                  <c:v>3.3346</c:v>
                </c:pt>
                <c:pt idx="12557">
                  <c:v>3.3349099999999998</c:v>
                </c:pt>
                <c:pt idx="12558">
                  <c:v>3.33521</c:v>
                </c:pt>
                <c:pt idx="12559">
                  <c:v>3.3355199999999998</c:v>
                </c:pt>
                <c:pt idx="12560">
                  <c:v>3.33582</c:v>
                </c:pt>
                <c:pt idx="12561">
                  <c:v>3.3361299999999998</c:v>
                </c:pt>
                <c:pt idx="12562">
                  <c:v>3.33643</c:v>
                </c:pt>
                <c:pt idx="12563">
                  <c:v>3.3367399999999998</c:v>
                </c:pt>
                <c:pt idx="12564">
                  <c:v>3.3370500000000001</c:v>
                </c:pt>
                <c:pt idx="12565">
                  <c:v>3.3373499999999998</c:v>
                </c:pt>
                <c:pt idx="12566">
                  <c:v>3.3376600000000001</c:v>
                </c:pt>
                <c:pt idx="12567">
                  <c:v>3.3379599999999998</c:v>
                </c:pt>
                <c:pt idx="12568">
                  <c:v>3.3382700000000001</c:v>
                </c:pt>
                <c:pt idx="12569">
                  <c:v>3.3385699999999998</c:v>
                </c:pt>
                <c:pt idx="12570">
                  <c:v>3.3388800000000001</c:v>
                </c:pt>
                <c:pt idx="12571">
                  <c:v>3.3391799999999998</c:v>
                </c:pt>
                <c:pt idx="12572">
                  <c:v>3.3394900000000001</c:v>
                </c:pt>
                <c:pt idx="12573">
                  <c:v>3.3397899999999998</c:v>
                </c:pt>
                <c:pt idx="12574">
                  <c:v>3.3401000000000001</c:v>
                </c:pt>
                <c:pt idx="12575">
                  <c:v>3.3403999999999998</c:v>
                </c:pt>
                <c:pt idx="12576">
                  <c:v>3.3407100000000001</c:v>
                </c:pt>
                <c:pt idx="12577">
                  <c:v>3.3410199999999999</c:v>
                </c:pt>
                <c:pt idx="12578">
                  <c:v>3.3413200000000001</c:v>
                </c:pt>
                <c:pt idx="12579">
                  <c:v>3.3416299999999999</c:v>
                </c:pt>
                <c:pt idx="12580">
                  <c:v>3.3419300000000001</c:v>
                </c:pt>
                <c:pt idx="12581">
                  <c:v>3.3422399999999999</c:v>
                </c:pt>
                <c:pt idx="12582">
                  <c:v>3.3425400000000001</c:v>
                </c:pt>
                <c:pt idx="12583">
                  <c:v>3.3428499999999999</c:v>
                </c:pt>
                <c:pt idx="12584">
                  <c:v>3.3431500000000001</c:v>
                </c:pt>
                <c:pt idx="12585">
                  <c:v>3.3434599999999999</c:v>
                </c:pt>
                <c:pt idx="12586">
                  <c:v>3.3437600000000001</c:v>
                </c:pt>
                <c:pt idx="12587">
                  <c:v>3.3440699999999999</c:v>
                </c:pt>
                <c:pt idx="12588">
                  <c:v>3.3443700000000001</c:v>
                </c:pt>
                <c:pt idx="12589">
                  <c:v>3.3446799999999999</c:v>
                </c:pt>
                <c:pt idx="12590">
                  <c:v>3.3449900000000001</c:v>
                </c:pt>
                <c:pt idx="12591">
                  <c:v>3.3452899999999999</c:v>
                </c:pt>
                <c:pt idx="12592">
                  <c:v>3.3456000000000001</c:v>
                </c:pt>
                <c:pt idx="12593">
                  <c:v>3.3458999999999999</c:v>
                </c:pt>
                <c:pt idx="12594">
                  <c:v>3.3462100000000001</c:v>
                </c:pt>
                <c:pt idx="12595">
                  <c:v>3.3465099999999999</c:v>
                </c:pt>
                <c:pt idx="12596">
                  <c:v>3.3468200000000001</c:v>
                </c:pt>
                <c:pt idx="12597">
                  <c:v>3.3471199999999999</c:v>
                </c:pt>
                <c:pt idx="12598">
                  <c:v>3.3474300000000001</c:v>
                </c:pt>
                <c:pt idx="12599">
                  <c:v>3.3477299999999999</c:v>
                </c:pt>
                <c:pt idx="12600">
                  <c:v>3.3480400000000001</c:v>
                </c:pt>
                <c:pt idx="12601">
                  <c:v>3.3483399999999999</c:v>
                </c:pt>
                <c:pt idx="12602">
                  <c:v>3.3486500000000001</c:v>
                </c:pt>
                <c:pt idx="12603">
                  <c:v>3.3489599999999999</c:v>
                </c:pt>
                <c:pt idx="12604">
                  <c:v>3.3492600000000001</c:v>
                </c:pt>
                <c:pt idx="12605">
                  <c:v>3.3495699999999999</c:v>
                </c:pt>
                <c:pt idx="12606">
                  <c:v>3.3498700000000001</c:v>
                </c:pt>
                <c:pt idx="12607">
                  <c:v>3.3501799999999999</c:v>
                </c:pt>
                <c:pt idx="12608">
                  <c:v>3.3504800000000001</c:v>
                </c:pt>
                <c:pt idx="12609">
                  <c:v>3.3507899999999999</c:v>
                </c:pt>
                <c:pt idx="12610">
                  <c:v>3.3510900000000001</c:v>
                </c:pt>
                <c:pt idx="12611">
                  <c:v>3.3513999999999999</c:v>
                </c:pt>
                <c:pt idx="12612">
                  <c:v>3.3517000000000001</c:v>
                </c:pt>
                <c:pt idx="12613">
                  <c:v>3.3520099999999999</c:v>
                </c:pt>
                <c:pt idx="12614">
                  <c:v>3.3523200000000002</c:v>
                </c:pt>
                <c:pt idx="12615">
                  <c:v>3.3526199999999999</c:v>
                </c:pt>
                <c:pt idx="12616">
                  <c:v>3.3529300000000002</c:v>
                </c:pt>
                <c:pt idx="12617">
                  <c:v>3.3532299999999999</c:v>
                </c:pt>
                <c:pt idx="12618">
                  <c:v>3.3535400000000002</c:v>
                </c:pt>
                <c:pt idx="12619">
                  <c:v>3.3538399999999999</c:v>
                </c:pt>
                <c:pt idx="12620">
                  <c:v>3.3541500000000002</c:v>
                </c:pt>
                <c:pt idx="12621">
                  <c:v>3.3544499999999999</c:v>
                </c:pt>
                <c:pt idx="12622">
                  <c:v>3.3547600000000002</c:v>
                </c:pt>
                <c:pt idx="12623">
                  <c:v>3.3550599999999999</c:v>
                </c:pt>
                <c:pt idx="12624">
                  <c:v>3.3553700000000002</c:v>
                </c:pt>
                <c:pt idx="12625">
                  <c:v>3.3556699999999999</c:v>
                </c:pt>
                <c:pt idx="12626">
                  <c:v>3.3559800000000002</c:v>
                </c:pt>
                <c:pt idx="12627">
                  <c:v>3.35629</c:v>
                </c:pt>
                <c:pt idx="12628">
                  <c:v>3.3565900000000002</c:v>
                </c:pt>
                <c:pt idx="12629">
                  <c:v>3.3569</c:v>
                </c:pt>
                <c:pt idx="12630">
                  <c:v>3.3572000000000002</c:v>
                </c:pt>
                <c:pt idx="12631">
                  <c:v>3.35751</c:v>
                </c:pt>
                <c:pt idx="12632">
                  <c:v>3.3578100000000002</c:v>
                </c:pt>
                <c:pt idx="12633">
                  <c:v>3.35812</c:v>
                </c:pt>
                <c:pt idx="12634">
                  <c:v>3.3584200000000002</c:v>
                </c:pt>
                <c:pt idx="12635">
                  <c:v>3.35873</c:v>
                </c:pt>
                <c:pt idx="12636">
                  <c:v>3.3590300000000002</c:v>
                </c:pt>
                <c:pt idx="12637">
                  <c:v>3.35934</c:v>
                </c:pt>
                <c:pt idx="12638">
                  <c:v>3.3596400000000002</c:v>
                </c:pt>
                <c:pt idx="12639">
                  <c:v>3.35995</c:v>
                </c:pt>
                <c:pt idx="12640">
                  <c:v>3.3602599999999998</c:v>
                </c:pt>
                <c:pt idx="12641">
                  <c:v>3.36056</c:v>
                </c:pt>
                <c:pt idx="12642">
                  <c:v>3.3608699999999998</c:v>
                </c:pt>
                <c:pt idx="12643">
                  <c:v>3.36117</c:v>
                </c:pt>
                <c:pt idx="12644">
                  <c:v>3.3614799999999998</c:v>
                </c:pt>
                <c:pt idx="12645">
                  <c:v>3.36178</c:v>
                </c:pt>
                <c:pt idx="12646">
                  <c:v>3.3620899999999998</c:v>
                </c:pt>
                <c:pt idx="12647">
                  <c:v>3.36239</c:v>
                </c:pt>
                <c:pt idx="12648">
                  <c:v>3.3626999999999998</c:v>
                </c:pt>
                <c:pt idx="12649">
                  <c:v>3.363</c:v>
                </c:pt>
                <c:pt idx="12650">
                  <c:v>3.3633099999999998</c:v>
                </c:pt>
                <c:pt idx="12651">
                  <c:v>3.36361</c:v>
                </c:pt>
                <c:pt idx="12652">
                  <c:v>3.3639199999999998</c:v>
                </c:pt>
                <c:pt idx="12653">
                  <c:v>3.3642300000000001</c:v>
                </c:pt>
                <c:pt idx="12654">
                  <c:v>3.3645299999999998</c:v>
                </c:pt>
                <c:pt idx="12655">
                  <c:v>3.3648400000000001</c:v>
                </c:pt>
                <c:pt idx="12656">
                  <c:v>3.3651399999999998</c:v>
                </c:pt>
                <c:pt idx="12657">
                  <c:v>3.3654500000000001</c:v>
                </c:pt>
                <c:pt idx="12658">
                  <c:v>3.3657499999999998</c:v>
                </c:pt>
                <c:pt idx="12659">
                  <c:v>3.3660600000000001</c:v>
                </c:pt>
                <c:pt idx="12660">
                  <c:v>3.3663599999999998</c:v>
                </c:pt>
                <c:pt idx="12661">
                  <c:v>3.3666700000000001</c:v>
                </c:pt>
                <c:pt idx="12662">
                  <c:v>3.3669699999999998</c:v>
                </c:pt>
                <c:pt idx="12663">
                  <c:v>3.3672800000000001</c:v>
                </c:pt>
                <c:pt idx="12664">
                  <c:v>3.3675799999999998</c:v>
                </c:pt>
                <c:pt idx="12665">
                  <c:v>3.3678900000000001</c:v>
                </c:pt>
                <c:pt idx="12666">
                  <c:v>3.3681999999999999</c:v>
                </c:pt>
                <c:pt idx="12667">
                  <c:v>3.3685</c:v>
                </c:pt>
                <c:pt idx="12668">
                  <c:v>3.3688099999999999</c:v>
                </c:pt>
                <c:pt idx="12669">
                  <c:v>3.36911</c:v>
                </c:pt>
                <c:pt idx="12670">
                  <c:v>3.3694199999999999</c:v>
                </c:pt>
                <c:pt idx="12671">
                  <c:v>3.36972</c:v>
                </c:pt>
                <c:pt idx="12672">
                  <c:v>3.3700299999999999</c:v>
                </c:pt>
                <c:pt idx="12673">
                  <c:v>3.37033</c:v>
                </c:pt>
                <c:pt idx="12674">
                  <c:v>3.3706399999999999</c:v>
                </c:pt>
                <c:pt idx="12675">
                  <c:v>3.37094</c:v>
                </c:pt>
                <c:pt idx="12676">
                  <c:v>3.3712499999999999</c:v>
                </c:pt>
                <c:pt idx="12677">
                  <c:v>3.3715600000000001</c:v>
                </c:pt>
                <c:pt idx="12678">
                  <c:v>3.3718599999999999</c:v>
                </c:pt>
                <c:pt idx="12679">
                  <c:v>3.3721700000000001</c:v>
                </c:pt>
                <c:pt idx="12680">
                  <c:v>3.3724699999999999</c:v>
                </c:pt>
                <c:pt idx="12681">
                  <c:v>3.3727800000000001</c:v>
                </c:pt>
                <c:pt idx="12682">
                  <c:v>3.3730799999999999</c:v>
                </c:pt>
                <c:pt idx="12683">
                  <c:v>3.3733900000000001</c:v>
                </c:pt>
                <c:pt idx="12684">
                  <c:v>3.3736899999999999</c:v>
                </c:pt>
                <c:pt idx="12685">
                  <c:v>3.3740000000000001</c:v>
                </c:pt>
                <c:pt idx="12686">
                  <c:v>3.3742999999999999</c:v>
                </c:pt>
                <c:pt idx="12687">
                  <c:v>3.3746100000000001</c:v>
                </c:pt>
                <c:pt idx="12688">
                  <c:v>3.3749099999999999</c:v>
                </c:pt>
                <c:pt idx="12689">
                  <c:v>3.3752200000000001</c:v>
                </c:pt>
                <c:pt idx="12690">
                  <c:v>3.3755299999999999</c:v>
                </c:pt>
                <c:pt idx="12691">
                  <c:v>3.3758300000000001</c:v>
                </c:pt>
                <c:pt idx="12692">
                  <c:v>3.3761399999999999</c:v>
                </c:pt>
                <c:pt idx="12693">
                  <c:v>3.3764400000000001</c:v>
                </c:pt>
                <c:pt idx="12694">
                  <c:v>3.3767499999999999</c:v>
                </c:pt>
                <c:pt idx="12695">
                  <c:v>3.3770500000000001</c:v>
                </c:pt>
                <c:pt idx="12696">
                  <c:v>3.3773599999999999</c:v>
                </c:pt>
                <c:pt idx="12697">
                  <c:v>3.3776600000000001</c:v>
                </c:pt>
                <c:pt idx="12698">
                  <c:v>3.3779699999999999</c:v>
                </c:pt>
                <c:pt idx="12699">
                  <c:v>3.3782700000000001</c:v>
                </c:pt>
                <c:pt idx="12700">
                  <c:v>3.3785799999999999</c:v>
                </c:pt>
                <c:pt idx="12701">
                  <c:v>3.3788800000000001</c:v>
                </c:pt>
                <c:pt idx="12702">
                  <c:v>3.3791899999999999</c:v>
                </c:pt>
                <c:pt idx="12703">
                  <c:v>3.3795000000000002</c:v>
                </c:pt>
                <c:pt idx="12704">
                  <c:v>3.3797999999999999</c:v>
                </c:pt>
                <c:pt idx="12705">
                  <c:v>3.3801100000000002</c:v>
                </c:pt>
                <c:pt idx="12706">
                  <c:v>3.3804099999999999</c:v>
                </c:pt>
                <c:pt idx="12707">
                  <c:v>3.3807200000000002</c:v>
                </c:pt>
                <c:pt idx="12708">
                  <c:v>3.3810199999999999</c:v>
                </c:pt>
                <c:pt idx="12709">
                  <c:v>3.3813300000000002</c:v>
                </c:pt>
                <c:pt idx="12710">
                  <c:v>3.3816299999999999</c:v>
                </c:pt>
                <c:pt idx="12711">
                  <c:v>3.3819400000000002</c:v>
                </c:pt>
                <c:pt idx="12712">
                  <c:v>3.3822399999999999</c:v>
                </c:pt>
                <c:pt idx="12713">
                  <c:v>3.3825500000000002</c:v>
                </c:pt>
                <c:pt idx="12714">
                  <c:v>3.3828499999999999</c:v>
                </c:pt>
                <c:pt idx="12715">
                  <c:v>3.3831600000000002</c:v>
                </c:pt>
                <c:pt idx="12716">
                  <c:v>3.38347</c:v>
                </c:pt>
                <c:pt idx="12717">
                  <c:v>3.3837700000000002</c:v>
                </c:pt>
                <c:pt idx="12718">
                  <c:v>3.38408</c:v>
                </c:pt>
                <c:pt idx="12719">
                  <c:v>3.3843800000000002</c:v>
                </c:pt>
                <c:pt idx="12720">
                  <c:v>3.38469</c:v>
                </c:pt>
                <c:pt idx="12721">
                  <c:v>3.3849900000000002</c:v>
                </c:pt>
                <c:pt idx="12722">
                  <c:v>3.3853</c:v>
                </c:pt>
                <c:pt idx="12723">
                  <c:v>3.3856000000000002</c:v>
                </c:pt>
                <c:pt idx="12724">
                  <c:v>3.38591</c:v>
                </c:pt>
                <c:pt idx="12725">
                  <c:v>3.3862100000000002</c:v>
                </c:pt>
                <c:pt idx="12726">
                  <c:v>3.38652</c:v>
                </c:pt>
                <c:pt idx="12727">
                  <c:v>3.3868299999999998</c:v>
                </c:pt>
                <c:pt idx="12728">
                  <c:v>3.38713</c:v>
                </c:pt>
                <c:pt idx="12729">
                  <c:v>3.3874399999999998</c:v>
                </c:pt>
                <c:pt idx="12730">
                  <c:v>3.38774</c:v>
                </c:pt>
                <c:pt idx="12731">
                  <c:v>3.3880499999999998</c:v>
                </c:pt>
                <c:pt idx="12732">
                  <c:v>3.38835</c:v>
                </c:pt>
                <c:pt idx="12733">
                  <c:v>3.3886599999999998</c:v>
                </c:pt>
                <c:pt idx="12734">
                  <c:v>3.38896</c:v>
                </c:pt>
                <c:pt idx="12735">
                  <c:v>3.3892699999999998</c:v>
                </c:pt>
                <c:pt idx="12736">
                  <c:v>3.38957</c:v>
                </c:pt>
                <c:pt idx="12737">
                  <c:v>3.3898799999999998</c:v>
                </c:pt>
                <c:pt idx="12738">
                  <c:v>3.39018</c:v>
                </c:pt>
                <c:pt idx="12739">
                  <c:v>3.3904899999999998</c:v>
                </c:pt>
                <c:pt idx="12740">
                  <c:v>3.3908</c:v>
                </c:pt>
                <c:pt idx="12741">
                  <c:v>3.3910999999999998</c:v>
                </c:pt>
                <c:pt idx="12742">
                  <c:v>3.39141</c:v>
                </c:pt>
                <c:pt idx="12743">
                  <c:v>3.3917099999999998</c:v>
                </c:pt>
                <c:pt idx="12744">
                  <c:v>3.39202</c:v>
                </c:pt>
                <c:pt idx="12745">
                  <c:v>3.3923199999999998</c:v>
                </c:pt>
                <c:pt idx="12746">
                  <c:v>3.39263</c:v>
                </c:pt>
                <c:pt idx="12747">
                  <c:v>3.3929299999999998</c:v>
                </c:pt>
                <c:pt idx="12748">
                  <c:v>3.39324</c:v>
                </c:pt>
                <c:pt idx="12749">
                  <c:v>3.3935399999999998</c:v>
                </c:pt>
                <c:pt idx="12750">
                  <c:v>3.39385</c:v>
                </c:pt>
                <c:pt idx="12751">
                  <c:v>3.3941499999999998</c:v>
                </c:pt>
                <c:pt idx="12752">
                  <c:v>3.39446</c:v>
                </c:pt>
                <c:pt idx="12753">
                  <c:v>3.3947699999999998</c:v>
                </c:pt>
                <c:pt idx="12754">
                  <c:v>3.39507</c:v>
                </c:pt>
                <c:pt idx="12755">
                  <c:v>3.3953799999999998</c:v>
                </c:pt>
                <c:pt idx="12756">
                  <c:v>3.39568</c:v>
                </c:pt>
                <c:pt idx="12757">
                  <c:v>3.3959899999999998</c:v>
                </c:pt>
                <c:pt idx="12758">
                  <c:v>3.39629</c:v>
                </c:pt>
                <c:pt idx="12759">
                  <c:v>3.3965999999999998</c:v>
                </c:pt>
                <c:pt idx="12760">
                  <c:v>3.3969</c:v>
                </c:pt>
                <c:pt idx="12761">
                  <c:v>3.3972099999999998</c:v>
                </c:pt>
                <c:pt idx="12762">
                  <c:v>3.39751</c:v>
                </c:pt>
                <c:pt idx="12763">
                  <c:v>3.3978199999999998</c:v>
                </c:pt>
                <c:pt idx="12764">
                  <c:v>3.39812</c:v>
                </c:pt>
                <c:pt idx="12765">
                  <c:v>3.3984299999999998</c:v>
                </c:pt>
                <c:pt idx="12766">
                  <c:v>3.3987400000000001</c:v>
                </c:pt>
                <c:pt idx="12767">
                  <c:v>3.3990399999999998</c:v>
                </c:pt>
                <c:pt idx="12768">
                  <c:v>3.3993500000000001</c:v>
                </c:pt>
                <c:pt idx="12769">
                  <c:v>3.3996499999999998</c:v>
                </c:pt>
                <c:pt idx="12770">
                  <c:v>3.3999600000000001</c:v>
                </c:pt>
                <c:pt idx="12771">
                  <c:v>3.4002599999999998</c:v>
                </c:pt>
                <c:pt idx="12772">
                  <c:v>3.4005700000000001</c:v>
                </c:pt>
                <c:pt idx="12773">
                  <c:v>3.4008699999999998</c:v>
                </c:pt>
                <c:pt idx="12774">
                  <c:v>3.4011800000000001</c:v>
                </c:pt>
                <c:pt idx="12775">
                  <c:v>3.4014799999999998</c:v>
                </c:pt>
                <c:pt idx="12776">
                  <c:v>3.4017900000000001</c:v>
                </c:pt>
                <c:pt idx="12777">
                  <c:v>3.4020899999999998</c:v>
                </c:pt>
                <c:pt idx="12778">
                  <c:v>3.4024000000000001</c:v>
                </c:pt>
                <c:pt idx="12779">
                  <c:v>3.4027099999999999</c:v>
                </c:pt>
                <c:pt idx="12780">
                  <c:v>3.4030100000000001</c:v>
                </c:pt>
                <c:pt idx="12781">
                  <c:v>3.4033199999999999</c:v>
                </c:pt>
                <c:pt idx="12782">
                  <c:v>3.4036200000000001</c:v>
                </c:pt>
                <c:pt idx="12783">
                  <c:v>3.4039299999999999</c:v>
                </c:pt>
                <c:pt idx="12784">
                  <c:v>3.4042300000000001</c:v>
                </c:pt>
                <c:pt idx="12785">
                  <c:v>3.4045399999999999</c:v>
                </c:pt>
                <c:pt idx="12786">
                  <c:v>3.4048400000000001</c:v>
                </c:pt>
                <c:pt idx="12787">
                  <c:v>3.4051499999999999</c:v>
                </c:pt>
                <c:pt idx="12788">
                  <c:v>3.4054500000000001</c:v>
                </c:pt>
                <c:pt idx="12789">
                  <c:v>3.4057599999999999</c:v>
                </c:pt>
                <c:pt idx="12790">
                  <c:v>3.4060700000000002</c:v>
                </c:pt>
                <c:pt idx="12791">
                  <c:v>3.4063699999999999</c:v>
                </c:pt>
                <c:pt idx="12792">
                  <c:v>3.4066800000000002</c:v>
                </c:pt>
                <c:pt idx="12793">
                  <c:v>3.4069799999999999</c:v>
                </c:pt>
                <c:pt idx="12794">
                  <c:v>3.4072900000000002</c:v>
                </c:pt>
                <c:pt idx="12795">
                  <c:v>3.4075899999999999</c:v>
                </c:pt>
                <c:pt idx="12796">
                  <c:v>3.4079000000000002</c:v>
                </c:pt>
                <c:pt idx="12797">
                  <c:v>3.4081999999999999</c:v>
                </c:pt>
                <c:pt idx="12798">
                  <c:v>3.4085100000000002</c:v>
                </c:pt>
                <c:pt idx="12799">
                  <c:v>3.4088099999999999</c:v>
                </c:pt>
                <c:pt idx="12800">
                  <c:v>3.4091200000000002</c:v>
                </c:pt>
                <c:pt idx="12801">
                  <c:v>3.4094199999999999</c:v>
                </c:pt>
                <c:pt idx="12802">
                  <c:v>3.4097300000000001</c:v>
                </c:pt>
                <c:pt idx="12803">
                  <c:v>3.41004</c:v>
                </c:pt>
                <c:pt idx="12804">
                  <c:v>3.4103400000000001</c:v>
                </c:pt>
                <c:pt idx="12805">
                  <c:v>3.41065</c:v>
                </c:pt>
                <c:pt idx="12806">
                  <c:v>3.4109500000000001</c:v>
                </c:pt>
                <c:pt idx="12807">
                  <c:v>3.41126</c:v>
                </c:pt>
                <c:pt idx="12808">
                  <c:v>3.4115600000000001</c:v>
                </c:pt>
                <c:pt idx="12809">
                  <c:v>3.41187</c:v>
                </c:pt>
                <c:pt idx="12810">
                  <c:v>3.4121700000000001</c:v>
                </c:pt>
                <c:pt idx="12811">
                  <c:v>3.41248</c:v>
                </c:pt>
                <c:pt idx="12812">
                  <c:v>3.4127800000000001</c:v>
                </c:pt>
                <c:pt idx="12813">
                  <c:v>3.41309</c:v>
                </c:pt>
                <c:pt idx="12814">
                  <c:v>3.4133900000000001</c:v>
                </c:pt>
                <c:pt idx="12815">
                  <c:v>3.4137</c:v>
                </c:pt>
                <c:pt idx="12816">
                  <c:v>3.4140100000000002</c:v>
                </c:pt>
                <c:pt idx="12817">
                  <c:v>3.41431</c:v>
                </c:pt>
                <c:pt idx="12818">
                  <c:v>3.4146200000000002</c:v>
                </c:pt>
                <c:pt idx="12819">
                  <c:v>3.41492</c:v>
                </c:pt>
                <c:pt idx="12820">
                  <c:v>3.4152300000000002</c:v>
                </c:pt>
                <c:pt idx="12821">
                  <c:v>3.41553</c:v>
                </c:pt>
                <c:pt idx="12822">
                  <c:v>3.4158400000000002</c:v>
                </c:pt>
                <c:pt idx="12823">
                  <c:v>3.41614</c:v>
                </c:pt>
                <c:pt idx="12824">
                  <c:v>3.4164500000000002</c:v>
                </c:pt>
                <c:pt idx="12825">
                  <c:v>3.41675</c:v>
                </c:pt>
                <c:pt idx="12826">
                  <c:v>3.4170600000000002</c:v>
                </c:pt>
                <c:pt idx="12827">
                  <c:v>3.41736</c:v>
                </c:pt>
                <c:pt idx="12828">
                  <c:v>3.4176700000000002</c:v>
                </c:pt>
                <c:pt idx="12829">
                  <c:v>3.41798</c:v>
                </c:pt>
                <c:pt idx="12830">
                  <c:v>3.4182800000000002</c:v>
                </c:pt>
                <c:pt idx="12831">
                  <c:v>3.41859</c:v>
                </c:pt>
                <c:pt idx="12832">
                  <c:v>3.4188900000000002</c:v>
                </c:pt>
                <c:pt idx="12833">
                  <c:v>3.4192</c:v>
                </c:pt>
                <c:pt idx="12834">
                  <c:v>3.4195000000000002</c:v>
                </c:pt>
                <c:pt idx="12835">
                  <c:v>3.41981</c:v>
                </c:pt>
                <c:pt idx="12836">
                  <c:v>3.4201100000000002</c:v>
                </c:pt>
                <c:pt idx="12837">
                  <c:v>3.42042</c:v>
                </c:pt>
                <c:pt idx="12838">
                  <c:v>3.4207200000000002</c:v>
                </c:pt>
                <c:pt idx="12839">
                  <c:v>3.42103</c:v>
                </c:pt>
                <c:pt idx="12840">
                  <c:v>3.4213300000000002</c:v>
                </c:pt>
                <c:pt idx="12841">
                  <c:v>3.42164</c:v>
                </c:pt>
                <c:pt idx="12842">
                  <c:v>3.4219499999999998</c:v>
                </c:pt>
                <c:pt idx="12843">
                  <c:v>3.42225</c:v>
                </c:pt>
                <c:pt idx="12844">
                  <c:v>3.4225599999999998</c:v>
                </c:pt>
                <c:pt idx="12845">
                  <c:v>3.42286</c:v>
                </c:pt>
                <c:pt idx="12846">
                  <c:v>3.4231699999999998</c:v>
                </c:pt>
                <c:pt idx="12847">
                  <c:v>3.42347</c:v>
                </c:pt>
                <c:pt idx="12848">
                  <c:v>3.4237799999999998</c:v>
                </c:pt>
                <c:pt idx="12849">
                  <c:v>3.42408</c:v>
                </c:pt>
                <c:pt idx="12850">
                  <c:v>3.4243899999999998</c:v>
                </c:pt>
                <c:pt idx="12851">
                  <c:v>3.42469</c:v>
                </c:pt>
                <c:pt idx="12852">
                  <c:v>3.4249999999999998</c:v>
                </c:pt>
                <c:pt idx="12853">
                  <c:v>3.4253100000000001</c:v>
                </c:pt>
                <c:pt idx="12854">
                  <c:v>3.4256099999999998</c:v>
                </c:pt>
                <c:pt idx="12855">
                  <c:v>3.4259200000000001</c:v>
                </c:pt>
                <c:pt idx="12856">
                  <c:v>3.4262199999999998</c:v>
                </c:pt>
                <c:pt idx="12857">
                  <c:v>3.4265300000000001</c:v>
                </c:pt>
                <c:pt idx="12858">
                  <c:v>3.4268299999999998</c:v>
                </c:pt>
                <c:pt idx="12859">
                  <c:v>3.4271400000000001</c:v>
                </c:pt>
                <c:pt idx="12860">
                  <c:v>3.4274399999999998</c:v>
                </c:pt>
                <c:pt idx="12861">
                  <c:v>3.4277500000000001</c:v>
                </c:pt>
                <c:pt idx="12862">
                  <c:v>3.4280499999999998</c:v>
                </c:pt>
                <c:pt idx="12863">
                  <c:v>3.4283600000000001</c:v>
                </c:pt>
                <c:pt idx="12864">
                  <c:v>3.4286599999999998</c:v>
                </c:pt>
                <c:pt idx="12865">
                  <c:v>3.4289700000000001</c:v>
                </c:pt>
                <c:pt idx="12866">
                  <c:v>3.4292799999999999</c:v>
                </c:pt>
                <c:pt idx="12867">
                  <c:v>3.4295800000000001</c:v>
                </c:pt>
                <c:pt idx="12868">
                  <c:v>3.4298899999999999</c:v>
                </c:pt>
                <c:pt idx="12869">
                  <c:v>3.4301900000000001</c:v>
                </c:pt>
                <c:pt idx="12870">
                  <c:v>3.4304999999999999</c:v>
                </c:pt>
                <c:pt idx="12871">
                  <c:v>3.4308000000000001</c:v>
                </c:pt>
                <c:pt idx="12872">
                  <c:v>3.4311099999999999</c:v>
                </c:pt>
                <c:pt idx="12873">
                  <c:v>3.4314100000000001</c:v>
                </c:pt>
                <c:pt idx="12874">
                  <c:v>3.4317199999999999</c:v>
                </c:pt>
                <c:pt idx="12875">
                  <c:v>3.4320200000000001</c:v>
                </c:pt>
                <c:pt idx="12876">
                  <c:v>3.4323299999999999</c:v>
                </c:pt>
                <c:pt idx="12877">
                  <c:v>3.4326300000000001</c:v>
                </c:pt>
                <c:pt idx="12878">
                  <c:v>3.4329399999999999</c:v>
                </c:pt>
                <c:pt idx="12879">
                  <c:v>3.4332500000000001</c:v>
                </c:pt>
                <c:pt idx="12880">
                  <c:v>3.4335499999999999</c:v>
                </c:pt>
                <c:pt idx="12881">
                  <c:v>3.4338600000000001</c:v>
                </c:pt>
                <c:pt idx="12882">
                  <c:v>3.4341599999999999</c:v>
                </c:pt>
                <c:pt idx="12883">
                  <c:v>3.4344700000000001</c:v>
                </c:pt>
                <c:pt idx="12884">
                  <c:v>3.4347699999999999</c:v>
                </c:pt>
                <c:pt idx="12885">
                  <c:v>3.4350800000000001</c:v>
                </c:pt>
                <c:pt idx="12886">
                  <c:v>3.4353799999999999</c:v>
                </c:pt>
                <c:pt idx="12887">
                  <c:v>3.4356900000000001</c:v>
                </c:pt>
                <c:pt idx="12888">
                  <c:v>3.4359899999999999</c:v>
                </c:pt>
                <c:pt idx="12889">
                  <c:v>3.4363000000000001</c:v>
                </c:pt>
                <c:pt idx="12890">
                  <c:v>3.4365999999999999</c:v>
                </c:pt>
                <c:pt idx="12891">
                  <c:v>3.4369100000000001</c:v>
                </c:pt>
                <c:pt idx="12892">
                  <c:v>3.4372199999999999</c:v>
                </c:pt>
                <c:pt idx="12893">
                  <c:v>3.4375200000000001</c:v>
                </c:pt>
                <c:pt idx="12894">
                  <c:v>3.4378299999999999</c:v>
                </c:pt>
                <c:pt idx="12895">
                  <c:v>3.4381300000000001</c:v>
                </c:pt>
                <c:pt idx="12896">
                  <c:v>3.4384399999999999</c:v>
                </c:pt>
                <c:pt idx="12897">
                  <c:v>3.4387400000000001</c:v>
                </c:pt>
                <c:pt idx="12898">
                  <c:v>3.4390499999999999</c:v>
                </c:pt>
                <c:pt idx="12899">
                  <c:v>3.4393500000000001</c:v>
                </c:pt>
                <c:pt idx="12900">
                  <c:v>3.4396599999999999</c:v>
                </c:pt>
                <c:pt idx="12901">
                  <c:v>3.4399600000000001</c:v>
                </c:pt>
                <c:pt idx="12902">
                  <c:v>3.4402699999999999</c:v>
                </c:pt>
                <c:pt idx="12903">
                  <c:v>3.4405800000000002</c:v>
                </c:pt>
                <c:pt idx="12904">
                  <c:v>3.4408799999999999</c:v>
                </c:pt>
                <c:pt idx="12905">
                  <c:v>3.4411900000000002</c:v>
                </c:pt>
                <c:pt idx="12906">
                  <c:v>3.4414899999999999</c:v>
                </c:pt>
                <c:pt idx="12907">
                  <c:v>3.4418000000000002</c:v>
                </c:pt>
                <c:pt idx="12908">
                  <c:v>3.4420999999999999</c:v>
                </c:pt>
                <c:pt idx="12909">
                  <c:v>3.4424100000000002</c:v>
                </c:pt>
                <c:pt idx="12910">
                  <c:v>3.4427099999999999</c:v>
                </c:pt>
                <c:pt idx="12911">
                  <c:v>3.4430200000000002</c:v>
                </c:pt>
                <c:pt idx="12912">
                  <c:v>3.4433199999999999</c:v>
                </c:pt>
                <c:pt idx="12913">
                  <c:v>3.4436300000000002</c:v>
                </c:pt>
                <c:pt idx="12914">
                  <c:v>3.4439299999999999</c:v>
                </c:pt>
                <c:pt idx="12915">
                  <c:v>3.4442400000000002</c:v>
                </c:pt>
                <c:pt idx="12916">
                  <c:v>3.44455</c:v>
                </c:pt>
                <c:pt idx="12917">
                  <c:v>3.4448500000000002</c:v>
                </c:pt>
                <c:pt idx="12918">
                  <c:v>3.44516</c:v>
                </c:pt>
                <c:pt idx="12919">
                  <c:v>3.4454600000000002</c:v>
                </c:pt>
                <c:pt idx="12920">
                  <c:v>3.44577</c:v>
                </c:pt>
                <c:pt idx="12921">
                  <c:v>3.4460700000000002</c:v>
                </c:pt>
                <c:pt idx="12922">
                  <c:v>3.44638</c:v>
                </c:pt>
                <c:pt idx="12923">
                  <c:v>3.4466800000000002</c:v>
                </c:pt>
                <c:pt idx="12924">
                  <c:v>3.44699</c:v>
                </c:pt>
                <c:pt idx="12925">
                  <c:v>3.4472900000000002</c:v>
                </c:pt>
                <c:pt idx="12926">
                  <c:v>3.4476</c:v>
                </c:pt>
                <c:pt idx="12927">
                  <c:v>3.4479000000000002</c:v>
                </c:pt>
                <c:pt idx="12928">
                  <c:v>3.44821</c:v>
                </c:pt>
                <c:pt idx="12929">
                  <c:v>3.4485199999999998</c:v>
                </c:pt>
                <c:pt idx="12930">
                  <c:v>3.44882</c:v>
                </c:pt>
                <c:pt idx="12931">
                  <c:v>3.4491299999999998</c:v>
                </c:pt>
                <c:pt idx="12932">
                  <c:v>3.44943</c:v>
                </c:pt>
                <c:pt idx="12933">
                  <c:v>3.4497399999999998</c:v>
                </c:pt>
                <c:pt idx="12934">
                  <c:v>3.45004</c:v>
                </c:pt>
                <c:pt idx="12935">
                  <c:v>3.4503499999999998</c:v>
                </c:pt>
                <c:pt idx="12936">
                  <c:v>3.45065</c:v>
                </c:pt>
                <c:pt idx="12937">
                  <c:v>3.4509599999999998</c:v>
                </c:pt>
                <c:pt idx="12938">
                  <c:v>3.45126</c:v>
                </c:pt>
                <c:pt idx="12939">
                  <c:v>3.4515699999999998</c:v>
                </c:pt>
                <c:pt idx="12940">
                  <c:v>3.45187</c:v>
                </c:pt>
                <c:pt idx="12941">
                  <c:v>3.4521799999999998</c:v>
                </c:pt>
                <c:pt idx="12942">
                  <c:v>3.4524900000000001</c:v>
                </c:pt>
                <c:pt idx="12943">
                  <c:v>3.4527899999999998</c:v>
                </c:pt>
                <c:pt idx="12944">
                  <c:v>3.4531000000000001</c:v>
                </c:pt>
                <c:pt idx="12945">
                  <c:v>3.4533999999999998</c:v>
                </c:pt>
                <c:pt idx="12946">
                  <c:v>3.4537100000000001</c:v>
                </c:pt>
                <c:pt idx="12947">
                  <c:v>3.4540099999999998</c:v>
                </c:pt>
                <c:pt idx="12948">
                  <c:v>3.4543200000000001</c:v>
                </c:pt>
                <c:pt idx="12949">
                  <c:v>3.4546199999999998</c:v>
                </c:pt>
                <c:pt idx="12950">
                  <c:v>3.4549300000000001</c:v>
                </c:pt>
                <c:pt idx="12951">
                  <c:v>3.4552299999999998</c:v>
                </c:pt>
                <c:pt idx="12952">
                  <c:v>3.4555400000000001</c:v>
                </c:pt>
                <c:pt idx="12953">
                  <c:v>3.4558399999999998</c:v>
                </c:pt>
                <c:pt idx="12954">
                  <c:v>3.4561500000000001</c:v>
                </c:pt>
                <c:pt idx="12955">
                  <c:v>3.4564599999999999</c:v>
                </c:pt>
                <c:pt idx="12956">
                  <c:v>3.4567600000000001</c:v>
                </c:pt>
                <c:pt idx="12957">
                  <c:v>3.4570699999999999</c:v>
                </c:pt>
                <c:pt idx="12958">
                  <c:v>3.4573700000000001</c:v>
                </c:pt>
                <c:pt idx="12959">
                  <c:v>3.4576799999999999</c:v>
                </c:pt>
                <c:pt idx="12960">
                  <c:v>3.4579800000000001</c:v>
                </c:pt>
                <c:pt idx="12961">
                  <c:v>3.4582899999999999</c:v>
                </c:pt>
                <c:pt idx="12962">
                  <c:v>3.4585900000000001</c:v>
                </c:pt>
                <c:pt idx="12963">
                  <c:v>3.4588999999999999</c:v>
                </c:pt>
                <c:pt idx="12964">
                  <c:v>3.4592000000000001</c:v>
                </c:pt>
                <c:pt idx="12965">
                  <c:v>3.4595099999999999</c:v>
                </c:pt>
                <c:pt idx="12966">
                  <c:v>3.4598200000000001</c:v>
                </c:pt>
                <c:pt idx="12967">
                  <c:v>3.4601199999999999</c:v>
                </c:pt>
                <c:pt idx="12968">
                  <c:v>3.4604300000000001</c:v>
                </c:pt>
                <c:pt idx="12969">
                  <c:v>3.4607299999999999</c:v>
                </c:pt>
                <c:pt idx="12970">
                  <c:v>3.4610400000000001</c:v>
                </c:pt>
                <c:pt idx="12971">
                  <c:v>3.4613399999999999</c:v>
                </c:pt>
                <c:pt idx="12972">
                  <c:v>3.4616500000000001</c:v>
                </c:pt>
                <c:pt idx="12973">
                  <c:v>3.4619499999999999</c:v>
                </c:pt>
                <c:pt idx="12974">
                  <c:v>3.4622600000000001</c:v>
                </c:pt>
                <c:pt idx="12975">
                  <c:v>3.4625599999999999</c:v>
                </c:pt>
                <c:pt idx="12976">
                  <c:v>3.4628700000000001</c:v>
                </c:pt>
                <c:pt idx="12977">
                  <c:v>3.4631699999999999</c:v>
                </c:pt>
                <c:pt idx="12978">
                  <c:v>3.4634800000000001</c:v>
                </c:pt>
                <c:pt idx="12979">
                  <c:v>3.4637899999999999</c:v>
                </c:pt>
                <c:pt idx="12980">
                  <c:v>3.4640900000000001</c:v>
                </c:pt>
                <c:pt idx="12981">
                  <c:v>3.4643999999999999</c:v>
                </c:pt>
                <c:pt idx="12982">
                  <c:v>3.4647000000000001</c:v>
                </c:pt>
                <c:pt idx="12983">
                  <c:v>3.4650099999999999</c:v>
                </c:pt>
                <c:pt idx="12984">
                  <c:v>3.4653100000000001</c:v>
                </c:pt>
                <c:pt idx="12985">
                  <c:v>3.4656199999999999</c:v>
                </c:pt>
                <c:pt idx="12986">
                  <c:v>3.4659200000000001</c:v>
                </c:pt>
                <c:pt idx="12987">
                  <c:v>3.4662299999999999</c:v>
                </c:pt>
                <c:pt idx="12988">
                  <c:v>3.4665300000000001</c:v>
                </c:pt>
                <c:pt idx="12989">
                  <c:v>3.4668399999999999</c:v>
                </c:pt>
                <c:pt idx="12990">
                  <c:v>3.4671400000000001</c:v>
                </c:pt>
                <c:pt idx="12991">
                  <c:v>3.4674499999999999</c:v>
                </c:pt>
                <c:pt idx="12992">
                  <c:v>3.4677600000000002</c:v>
                </c:pt>
                <c:pt idx="12993">
                  <c:v>3.4680599999999999</c:v>
                </c:pt>
                <c:pt idx="12994">
                  <c:v>3.4683700000000002</c:v>
                </c:pt>
                <c:pt idx="12995">
                  <c:v>3.4686699999999999</c:v>
                </c:pt>
                <c:pt idx="12996">
                  <c:v>3.4689800000000002</c:v>
                </c:pt>
                <c:pt idx="12997">
                  <c:v>3.4692799999999999</c:v>
                </c:pt>
                <c:pt idx="12998">
                  <c:v>3.4695900000000002</c:v>
                </c:pt>
                <c:pt idx="12999">
                  <c:v>3.4698899999999999</c:v>
                </c:pt>
                <c:pt idx="13000">
                  <c:v>3.4702000000000002</c:v>
                </c:pt>
                <c:pt idx="13001">
                  <c:v>3.4704999999999999</c:v>
                </c:pt>
                <c:pt idx="13002">
                  <c:v>3.4708100000000002</c:v>
                </c:pt>
                <c:pt idx="13003">
                  <c:v>3.4711099999999999</c:v>
                </c:pt>
                <c:pt idx="13004">
                  <c:v>3.4714200000000002</c:v>
                </c:pt>
                <c:pt idx="13005">
                  <c:v>3.47173</c:v>
                </c:pt>
                <c:pt idx="13006">
                  <c:v>3.4720300000000002</c:v>
                </c:pt>
                <c:pt idx="13007">
                  <c:v>3.47234</c:v>
                </c:pt>
                <c:pt idx="13008">
                  <c:v>3.4726400000000002</c:v>
                </c:pt>
                <c:pt idx="13009">
                  <c:v>3.47295</c:v>
                </c:pt>
                <c:pt idx="13010">
                  <c:v>3.4732500000000002</c:v>
                </c:pt>
                <c:pt idx="13011">
                  <c:v>3.47356</c:v>
                </c:pt>
                <c:pt idx="13012">
                  <c:v>3.4738600000000002</c:v>
                </c:pt>
                <c:pt idx="13013">
                  <c:v>3.47417</c:v>
                </c:pt>
                <c:pt idx="13014">
                  <c:v>3.4744700000000002</c:v>
                </c:pt>
                <c:pt idx="13015">
                  <c:v>3.47478</c:v>
                </c:pt>
                <c:pt idx="13016">
                  <c:v>3.4750800000000002</c:v>
                </c:pt>
                <c:pt idx="13017">
                  <c:v>3.47539</c:v>
                </c:pt>
                <c:pt idx="13018">
                  <c:v>3.4756999999999998</c:v>
                </c:pt>
                <c:pt idx="13019">
                  <c:v>3.476</c:v>
                </c:pt>
                <c:pt idx="13020">
                  <c:v>3.4763099999999998</c:v>
                </c:pt>
                <c:pt idx="13021">
                  <c:v>3.47661</c:v>
                </c:pt>
                <c:pt idx="13022">
                  <c:v>3.4769199999999998</c:v>
                </c:pt>
                <c:pt idx="13023">
                  <c:v>3.47722</c:v>
                </c:pt>
                <c:pt idx="13024">
                  <c:v>3.4775299999999998</c:v>
                </c:pt>
                <c:pt idx="13025">
                  <c:v>3.47783</c:v>
                </c:pt>
                <c:pt idx="13026">
                  <c:v>3.4781399999999998</c:v>
                </c:pt>
                <c:pt idx="13027">
                  <c:v>3.47844</c:v>
                </c:pt>
                <c:pt idx="13028">
                  <c:v>3.4787499999999998</c:v>
                </c:pt>
                <c:pt idx="13029">
                  <c:v>3.47906</c:v>
                </c:pt>
                <c:pt idx="13030">
                  <c:v>3.4793599999999998</c:v>
                </c:pt>
                <c:pt idx="13031">
                  <c:v>3.47967</c:v>
                </c:pt>
                <c:pt idx="13032">
                  <c:v>3.4799699999999998</c:v>
                </c:pt>
                <c:pt idx="13033">
                  <c:v>3.48028</c:v>
                </c:pt>
                <c:pt idx="13034">
                  <c:v>3.4805799999999998</c:v>
                </c:pt>
                <c:pt idx="13035">
                  <c:v>3.48089</c:v>
                </c:pt>
                <c:pt idx="13036">
                  <c:v>3.4811899999999998</c:v>
                </c:pt>
                <c:pt idx="13037">
                  <c:v>3.4815</c:v>
                </c:pt>
                <c:pt idx="13038">
                  <c:v>3.4817999999999998</c:v>
                </c:pt>
                <c:pt idx="13039">
                  <c:v>3.48211</c:v>
                </c:pt>
                <c:pt idx="13040">
                  <c:v>3.4824099999999998</c:v>
                </c:pt>
                <c:pt idx="13041">
                  <c:v>3.48272</c:v>
                </c:pt>
                <c:pt idx="13042">
                  <c:v>3.4830299999999998</c:v>
                </c:pt>
                <c:pt idx="13043">
                  <c:v>3.48333</c:v>
                </c:pt>
                <c:pt idx="13044">
                  <c:v>3.4836399999999998</c:v>
                </c:pt>
                <c:pt idx="13045">
                  <c:v>3.48394</c:v>
                </c:pt>
                <c:pt idx="13046">
                  <c:v>3.4842499999999998</c:v>
                </c:pt>
                <c:pt idx="13047">
                  <c:v>3.48455</c:v>
                </c:pt>
                <c:pt idx="13048">
                  <c:v>3.4848599999999998</c:v>
                </c:pt>
                <c:pt idx="13049">
                  <c:v>3.48516</c:v>
                </c:pt>
                <c:pt idx="13050">
                  <c:v>3.4854699999999998</c:v>
                </c:pt>
                <c:pt idx="13051">
                  <c:v>3.48577</c:v>
                </c:pt>
                <c:pt idx="13052">
                  <c:v>3.4860799999999998</c:v>
                </c:pt>
                <c:pt idx="13053">
                  <c:v>3.48638</c:v>
                </c:pt>
                <c:pt idx="13054">
                  <c:v>3.4866899999999998</c:v>
                </c:pt>
                <c:pt idx="13055">
                  <c:v>3.4870000000000001</c:v>
                </c:pt>
                <c:pt idx="13056">
                  <c:v>3.4872999999999998</c:v>
                </c:pt>
                <c:pt idx="13057">
                  <c:v>3.4876100000000001</c:v>
                </c:pt>
                <c:pt idx="13058">
                  <c:v>3.4879099999999998</c:v>
                </c:pt>
                <c:pt idx="13059">
                  <c:v>3.4882200000000001</c:v>
                </c:pt>
                <c:pt idx="13060">
                  <c:v>3.4885199999999998</c:v>
                </c:pt>
                <c:pt idx="13061">
                  <c:v>3.4888300000000001</c:v>
                </c:pt>
                <c:pt idx="13062">
                  <c:v>3.4891299999999998</c:v>
                </c:pt>
                <c:pt idx="13063">
                  <c:v>3.4894400000000001</c:v>
                </c:pt>
                <c:pt idx="13064">
                  <c:v>3.4897399999999998</c:v>
                </c:pt>
                <c:pt idx="13065">
                  <c:v>3.4900500000000001</c:v>
                </c:pt>
                <c:pt idx="13066">
                  <c:v>3.4903499999999998</c:v>
                </c:pt>
                <c:pt idx="13067">
                  <c:v>3.4906600000000001</c:v>
                </c:pt>
                <c:pt idx="13068">
                  <c:v>3.4909699999999999</c:v>
                </c:pt>
                <c:pt idx="13069">
                  <c:v>3.4912700000000001</c:v>
                </c:pt>
                <c:pt idx="13070">
                  <c:v>3.4915799999999999</c:v>
                </c:pt>
                <c:pt idx="13071">
                  <c:v>3.4918800000000001</c:v>
                </c:pt>
                <c:pt idx="13072">
                  <c:v>3.4921899999999999</c:v>
                </c:pt>
                <c:pt idx="13073">
                  <c:v>3.4924900000000001</c:v>
                </c:pt>
                <c:pt idx="13074">
                  <c:v>3.4927999999999999</c:v>
                </c:pt>
                <c:pt idx="13075">
                  <c:v>3.4931000000000001</c:v>
                </c:pt>
                <c:pt idx="13076">
                  <c:v>3.4934099999999999</c:v>
                </c:pt>
                <c:pt idx="13077">
                  <c:v>3.4937100000000001</c:v>
                </c:pt>
                <c:pt idx="13078">
                  <c:v>3.4940199999999999</c:v>
                </c:pt>
                <c:pt idx="13079">
                  <c:v>3.4943200000000001</c:v>
                </c:pt>
                <c:pt idx="13080">
                  <c:v>3.4946299999999999</c:v>
                </c:pt>
                <c:pt idx="13081">
                  <c:v>3.4949400000000002</c:v>
                </c:pt>
                <c:pt idx="13082">
                  <c:v>3.4952399999999999</c:v>
                </c:pt>
                <c:pt idx="13083">
                  <c:v>3.4955500000000002</c:v>
                </c:pt>
                <c:pt idx="13084">
                  <c:v>3.4958499999999999</c:v>
                </c:pt>
                <c:pt idx="13085">
                  <c:v>3.4961600000000002</c:v>
                </c:pt>
                <c:pt idx="13086">
                  <c:v>3.4964599999999999</c:v>
                </c:pt>
                <c:pt idx="13087">
                  <c:v>3.4967700000000002</c:v>
                </c:pt>
                <c:pt idx="13088">
                  <c:v>3.4970699999999999</c:v>
                </c:pt>
                <c:pt idx="13089">
                  <c:v>3.4973800000000002</c:v>
                </c:pt>
                <c:pt idx="13090">
                  <c:v>3.4976799999999999</c:v>
                </c:pt>
                <c:pt idx="13091">
                  <c:v>3.4979900000000002</c:v>
                </c:pt>
                <c:pt idx="13092">
                  <c:v>3.4983</c:v>
                </c:pt>
                <c:pt idx="13093">
                  <c:v>3.4986000000000002</c:v>
                </c:pt>
                <c:pt idx="13094">
                  <c:v>3.49891</c:v>
                </c:pt>
                <c:pt idx="13095">
                  <c:v>3.4992100000000002</c:v>
                </c:pt>
                <c:pt idx="13096">
                  <c:v>3.49952</c:v>
                </c:pt>
                <c:pt idx="13097">
                  <c:v>3.4998200000000002</c:v>
                </c:pt>
                <c:pt idx="13098">
                  <c:v>3.50013</c:v>
                </c:pt>
                <c:pt idx="13099">
                  <c:v>3.5004300000000002</c:v>
                </c:pt>
                <c:pt idx="13100">
                  <c:v>3.50074</c:v>
                </c:pt>
                <c:pt idx="13101">
                  <c:v>3.5010400000000002</c:v>
                </c:pt>
                <c:pt idx="13102">
                  <c:v>3.50135</c:v>
                </c:pt>
                <c:pt idx="13103">
                  <c:v>3.5016500000000002</c:v>
                </c:pt>
                <c:pt idx="13104">
                  <c:v>3.50196</c:v>
                </c:pt>
                <c:pt idx="13105">
                  <c:v>3.5022700000000002</c:v>
                </c:pt>
                <c:pt idx="13106">
                  <c:v>3.50257</c:v>
                </c:pt>
                <c:pt idx="13107">
                  <c:v>3.5028800000000002</c:v>
                </c:pt>
                <c:pt idx="13108">
                  <c:v>3.50318</c:v>
                </c:pt>
                <c:pt idx="13109">
                  <c:v>3.5034900000000002</c:v>
                </c:pt>
                <c:pt idx="13110">
                  <c:v>3.50379</c:v>
                </c:pt>
                <c:pt idx="13111">
                  <c:v>3.5041000000000002</c:v>
                </c:pt>
                <c:pt idx="13112">
                  <c:v>3.5044</c:v>
                </c:pt>
                <c:pt idx="13113">
                  <c:v>3.5047100000000002</c:v>
                </c:pt>
                <c:pt idx="13114">
                  <c:v>3.50501</c:v>
                </c:pt>
                <c:pt idx="13115">
                  <c:v>3.5053200000000002</c:v>
                </c:pt>
                <c:pt idx="13116">
                  <c:v>3.50562</c:v>
                </c:pt>
                <c:pt idx="13117">
                  <c:v>3.5059300000000002</c:v>
                </c:pt>
                <c:pt idx="13118">
                  <c:v>3.50624</c:v>
                </c:pt>
                <c:pt idx="13119">
                  <c:v>3.5065400000000002</c:v>
                </c:pt>
                <c:pt idx="13120">
                  <c:v>3.50685</c:v>
                </c:pt>
                <c:pt idx="13121">
                  <c:v>3.5071500000000002</c:v>
                </c:pt>
                <c:pt idx="13122">
                  <c:v>3.50746</c:v>
                </c:pt>
                <c:pt idx="13123">
                  <c:v>3.5077600000000002</c:v>
                </c:pt>
                <c:pt idx="13124">
                  <c:v>3.50807</c:v>
                </c:pt>
                <c:pt idx="13125">
                  <c:v>3.5083700000000002</c:v>
                </c:pt>
                <c:pt idx="13126">
                  <c:v>3.50868</c:v>
                </c:pt>
                <c:pt idx="13127">
                  <c:v>3.5089800000000002</c:v>
                </c:pt>
                <c:pt idx="13128">
                  <c:v>3.50929</c:v>
                </c:pt>
                <c:pt idx="13129">
                  <c:v>3.5095900000000002</c:v>
                </c:pt>
                <c:pt idx="13130">
                  <c:v>3.5099</c:v>
                </c:pt>
                <c:pt idx="13131">
                  <c:v>3.5102099999999998</c:v>
                </c:pt>
                <c:pt idx="13132">
                  <c:v>3.51051</c:v>
                </c:pt>
                <c:pt idx="13133">
                  <c:v>3.5108199999999998</c:v>
                </c:pt>
                <c:pt idx="13134">
                  <c:v>3.51112</c:v>
                </c:pt>
                <c:pt idx="13135">
                  <c:v>3.5114299999999998</c:v>
                </c:pt>
                <c:pt idx="13136">
                  <c:v>3.51173</c:v>
                </c:pt>
                <c:pt idx="13137">
                  <c:v>3.5120399999999998</c:v>
                </c:pt>
                <c:pt idx="13138">
                  <c:v>3.51234</c:v>
                </c:pt>
                <c:pt idx="13139">
                  <c:v>3.5126499999999998</c:v>
                </c:pt>
                <c:pt idx="13140">
                  <c:v>3.51295</c:v>
                </c:pt>
                <c:pt idx="13141">
                  <c:v>3.5132599999999998</c:v>
                </c:pt>
                <c:pt idx="13142">
                  <c:v>3.5135700000000001</c:v>
                </c:pt>
                <c:pt idx="13143">
                  <c:v>3.5138699999999998</c:v>
                </c:pt>
                <c:pt idx="13144">
                  <c:v>3.5141800000000001</c:v>
                </c:pt>
                <c:pt idx="13145">
                  <c:v>3.5144799999999998</c:v>
                </c:pt>
                <c:pt idx="13146">
                  <c:v>3.5147900000000001</c:v>
                </c:pt>
                <c:pt idx="13147">
                  <c:v>3.5150899999999998</c:v>
                </c:pt>
                <c:pt idx="13148">
                  <c:v>3.5154000000000001</c:v>
                </c:pt>
                <c:pt idx="13149">
                  <c:v>3.5156999999999998</c:v>
                </c:pt>
                <c:pt idx="13150">
                  <c:v>3.5160100000000001</c:v>
                </c:pt>
                <c:pt idx="13151">
                  <c:v>3.5163099999999998</c:v>
                </c:pt>
                <c:pt idx="13152">
                  <c:v>3.5166200000000001</c:v>
                </c:pt>
                <c:pt idx="13153">
                  <c:v>3.5169199999999998</c:v>
                </c:pt>
                <c:pt idx="13154">
                  <c:v>3.5172300000000001</c:v>
                </c:pt>
                <c:pt idx="13155">
                  <c:v>3.5175399999999999</c:v>
                </c:pt>
                <c:pt idx="13156">
                  <c:v>3.5178400000000001</c:v>
                </c:pt>
                <c:pt idx="13157">
                  <c:v>3.5181499999999999</c:v>
                </c:pt>
                <c:pt idx="13158">
                  <c:v>3.5184500000000001</c:v>
                </c:pt>
                <c:pt idx="13159">
                  <c:v>3.5187599999999999</c:v>
                </c:pt>
                <c:pt idx="13160">
                  <c:v>3.5190600000000001</c:v>
                </c:pt>
                <c:pt idx="13161">
                  <c:v>3.5193699999999999</c:v>
                </c:pt>
                <c:pt idx="13162">
                  <c:v>3.5196700000000001</c:v>
                </c:pt>
                <c:pt idx="13163">
                  <c:v>3.5199799999999999</c:v>
                </c:pt>
                <c:pt idx="13164">
                  <c:v>3.5202800000000001</c:v>
                </c:pt>
                <c:pt idx="13165">
                  <c:v>3.5205899999999999</c:v>
                </c:pt>
                <c:pt idx="13166">
                  <c:v>3.5208900000000001</c:v>
                </c:pt>
                <c:pt idx="13167">
                  <c:v>3.5211999999999999</c:v>
                </c:pt>
                <c:pt idx="13168">
                  <c:v>3.5215100000000001</c:v>
                </c:pt>
                <c:pt idx="13169">
                  <c:v>3.5218099999999999</c:v>
                </c:pt>
                <c:pt idx="13170">
                  <c:v>3.5221200000000001</c:v>
                </c:pt>
                <c:pt idx="13171">
                  <c:v>3.5224199999999999</c:v>
                </c:pt>
                <c:pt idx="13172">
                  <c:v>3.5227300000000001</c:v>
                </c:pt>
                <c:pt idx="13173">
                  <c:v>3.5230299999999999</c:v>
                </c:pt>
                <c:pt idx="13174">
                  <c:v>3.5233400000000001</c:v>
                </c:pt>
                <c:pt idx="13175">
                  <c:v>3.5236399999999999</c:v>
                </c:pt>
                <c:pt idx="13176">
                  <c:v>3.5239500000000001</c:v>
                </c:pt>
                <c:pt idx="13177">
                  <c:v>3.5242499999999999</c:v>
                </c:pt>
                <c:pt idx="13178">
                  <c:v>3.5245600000000001</c:v>
                </c:pt>
                <c:pt idx="13179">
                  <c:v>3.5248599999999999</c:v>
                </c:pt>
                <c:pt idx="13180">
                  <c:v>3.5251700000000001</c:v>
                </c:pt>
                <c:pt idx="13181">
                  <c:v>3.5254799999999999</c:v>
                </c:pt>
                <c:pt idx="13182">
                  <c:v>3.5257800000000001</c:v>
                </c:pt>
                <c:pt idx="13183">
                  <c:v>3.5260899999999999</c:v>
                </c:pt>
                <c:pt idx="13184">
                  <c:v>3.5263900000000001</c:v>
                </c:pt>
                <c:pt idx="13185">
                  <c:v>3.5266999999999999</c:v>
                </c:pt>
                <c:pt idx="13186">
                  <c:v>3.5270000000000001</c:v>
                </c:pt>
                <c:pt idx="13187">
                  <c:v>3.5273099999999999</c:v>
                </c:pt>
                <c:pt idx="13188">
                  <c:v>3.5276100000000001</c:v>
                </c:pt>
                <c:pt idx="13189">
                  <c:v>3.5279199999999999</c:v>
                </c:pt>
                <c:pt idx="13190">
                  <c:v>3.5282200000000001</c:v>
                </c:pt>
                <c:pt idx="13191">
                  <c:v>3.5285299999999999</c:v>
                </c:pt>
                <c:pt idx="13192">
                  <c:v>3.5288300000000001</c:v>
                </c:pt>
                <c:pt idx="13193">
                  <c:v>3.5291399999999999</c:v>
                </c:pt>
                <c:pt idx="13194">
                  <c:v>3.5294500000000002</c:v>
                </c:pt>
                <c:pt idx="13195">
                  <c:v>3.5297499999999999</c:v>
                </c:pt>
                <c:pt idx="13196">
                  <c:v>3.5300600000000002</c:v>
                </c:pt>
                <c:pt idx="13197">
                  <c:v>3.5303599999999999</c:v>
                </c:pt>
                <c:pt idx="13198">
                  <c:v>3.5306700000000002</c:v>
                </c:pt>
                <c:pt idx="13199">
                  <c:v>3.5309699999999999</c:v>
                </c:pt>
                <c:pt idx="13200">
                  <c:v>3.5312800000000002</c:v>
                </c:pt>
                <c:pt idx="13201">
                  <c:v>3.5315799999999999</c:v>
                </c:pt>
                <c:pt idx="13202">
                  <c:v>3.5318900000000002</c:v>
                </c:pt>
                <c:pt idx="13203">
                  <c:v>3.5321899999999999</c:v>
                </c:pt>
                <c:pt idx="13204">
                  <c:v>3.5325000000000002</c:v>
                </c:pt>
                <c:pt idx="13205">
                  <c:v>3.53281</c:v>
                </c:pt>
                <c:pt idx="13206">
                  <c:v>3.5331100000000002</c:v>
                </c:pt>
                <c:pt idx="13207">
                  <c:v>3.53342</c:v>
                </c:pt>
                <c:pt idx="13208">
                  <c:v>3.5337200000000002</c:v>
                </c:pt>
                <c:pt idx="13209">
                  <c:v>3.53403</c:v>
                </c:pt>
                <c:pt idx="13210">
                  <c:v>3.5343300000000002</c:v>
                </c:pt>
                <c:pt idx="13211">
                  <c:v>3.53464</c:v>
                </c:pt>
                <c:pt idx="13212">
                  <c:v>3.5349400000000002</c:v>
                </c:pt>
                <c:pt idx="13213">
                  <c:v>3.53525</c:v>
                </c:pt>
                <c:pt idx="13214">
                  <c:v>3.5355500000000002</c:v>
                </c:pt>
                <c:pt idx="13215">
                  <c:v>3.53586</c:v>
                </c:pt>
                <c:pt idx="13216">
                  <c:v>3.5361600000000002</c:v>
                </c:pt>
                <c:pt idx="13217">
                  <c:v>3.53647</c:v>
                </c:pt>
                <c:pt idx="13218">
                  <c:v>3.5367799999999998</c:v>
                </c:pt>
                <c:pt idx="13219">
                  <c:v>3.53708</c:v>
                </c:pt>
                <c:pt idx="13220">
                  <c:v>3.5373899999999998</c:v>
                </c:pt>
                <c:pt idx="13221">
                  <c:v>3.53769</c:v>
                </c:pt>
                <c:pt idx="13222">
                  <c:v>3.5379999999999998</c:v>
                </c:pt>
                <c:pt idx="13223">
                  <c:v>3.5383</c:v>
                </c:pt>
                <c:pt idx="13224">
                  <c:v>3.5386099999999998</c:v>
                </c:pt>
                <c:pt idx="13225">
                  <c:v>3.53891</c:v>
                </c:pt>
                <c:pt idx="13226">
                  <c:v>3.5392199999999998</c:v>
                </c:pt>
                <c:pt idx="13227">
                  <c:v>3.53952</c:v>
                </c:pt>
                <c:pt idx="13228">
                  <c:v>3.5398299999999998</c:v>
                </c:pt>
                <c:pt idx="13229">
                  <c:v>3.54013</c:v>
                </c:pt>
                <c:pt idx="13230">
                  <c:v>3.5404399999999998</c:v>
                </c:pt>
                <c:pt idx="13231">
                  <c:v>3.5407500000000001</c:v>
                </c:pt>
                <c:pt idx="13232">
                  <c:v>3.5410499999999998</c:v>
                </c:pt>
                <c:pt idx="13233">
                  <c:v>3.5413600000000001</c:v>
                </c:pt>
                <c:pt idx="13234">
                  <c:v>3.5416599999999998</c:v>
                </c:pt>
                <c:pt idx="13235">
                  <c:v>3.5419700000000001</c:v>
                </c:pt>
                <c:pt idx="13236">
                  <c:v>3.5422699999999998</c:v>
                </c:pt>
                <c:pt idx="13237">
                  <c:v>3.5425800000000001</c:v>
                </c:pt>
                <c:pt idx="13238">
                  <c:v>3.5428799999999998</c:v>
                </c:pt>
                <c:pt idx="13239">
                  <c:v>3.5431900000000001</c:v>
                </c:pt>
                <c:pt idx="13240">
                  <c:v>3.5434899999999998</c:v>
                </c:pt>
                <c:pt idx="13241">
                  <c:v>3.5438000000000001</c:v>
                </c:pt>
                <c:pt idx="13242">
                  <c:v>3.5440999999999998</c:v>
                </c:pt>
                <c:pt idx="13243">
                  <c:v>3.5444100000000001</c:v>
                </c:pt>
                <c:pt idx="13244">
                  <c:v>3.5447199999999999</c:v>
                </c:pt>
                <c:pt idx="13245">
                  <c:v>3.5450200000000001</c:v>
                </c:pt>
                <c:pt idx="13246">
                  <c:v>3.5453299999999999</c:v>
                </c:pt>
                <c:pt idx="13247">
                  <c:v>3.5456300000000001</c:v>
                </c:pt>
                <c:pt idx="13248">
                  <c:v>3.5459399999999999</c:v>
                </c:pt>
                <c:pt idx="13249">
                  <c:v>3.5462400000000001</c:v>
                </c:pt>
                <c:pt idx="13250">
                  <c:v>3.5465499999999999</c:v>
                </c:pt>
                <c:pt idx="13251">
                  <c:v>3.5468500000000001</c:v>
                </c:pt>
                <c:pt idx="13252">
                  <c:v>3.5471599999999999</c:v>
                </c:pt>
                <c:pt idx="13253">
                  <c:v>3.5474600000000001</c:v>
                </c:pt>
                <c:pt idx="13254">
                  <c:v>3.5477699999999999</c:v>
                </c:pt>
                <c:pt idx="13255">
                  <c:v>3.5480700000000001</c:v>
                </c:pt>
                <c:pt idx="13256">
                  <c:v>3.5483799999999999</c:v>
                </c:pt>
                <c:pt idx="13257">
                  <c:v>3.5486900000000001</c:v>
                </c:pt>
                <c:pt idx="13258">
                  <c:v>3.5489899999999999</c:v>
                </c:pt>
                <c:pt idx="13259">
                  <c:v>3.5493000000000001</c:v>
                </c:pt>
                <c:pt idx="13260">
                  <c:v>3.5495999999999999</c:v>
                </c:pt>
                <c:pt idx="13261">
                  <c:v>3.5499100000000001</c:v>
                </c:pt>
                <c:pt idx="13262">
                  <c:v>3.5502099999999999</c:v>
                </c:pt>
                <c:pt idx="13263">
                  <c:v>3.5505200000000001</c:v>
                </c:pt>
                <c:pt idx="13264">
                  <c:v>3.5508199999999999</c:v>
                </c:pt>
                <c:pt idx="13265">
                  <c:v>3.5511300000000001</c:v>
                </c:pt>
                <c:pt idx="13266">
                  <c:v>3.5514299999999999</c:v>
                </c:pt>
                <c:pt idx="13267">
                  <c:v>3.5517400000000001</c:v>
                </c:pt>
                <c:pt idx="13268">
                  <c:v>3.5520499999999999</c:v>
                </c:pt>
                <c:pt idx="13269">
                  <c:v>3.5523500000000001</c:v>
                </c:pt>
                <c:pt idx="13270">
                  <c:v>3.5526599999999999</c:v>
                </c:pt>
                <c:pt idx="13271">
                  <c:v>3.5529600000000001</c:v>
                </c:pt>
                <c:pt idx="13272">
                  <c:v>3.5532699999999999</c:v>
                </c:pt>
                <c:pt idx="13273">
                  <c:v>3.5535700000000001</c:v>
                </c:pt>
                <c:pt idx="13274">
                  <c:v>3.5538799999999999</c:v>
                </c:pt>
                <c:pt idx="13275">
                  <c:v>3.5541800000000001</c:v>
                </c:pt>
                <c:pt idx="13276">
                  <c:v>3.5544899999999999</c:v>
                </c:pt>
                <c:pt idx="13277">
                  <c:v>3.5547900000000001</c:v>
                </c:pt>
                <c:pt idx="13278">
                  <c:v>3.5550999999999999</c:v>
                </c:pt>
                <c:pt idx="13279">
                  <c:v>3.5554000000000001</c:v>
                </c:pt>
                <c:pt idx="13280">
                  <c:v>3.5557099999999999</c:v>
                </c:pt>
                <c:pt idx="13281">
                  <c:v>3.5560200000000002</c:v>
                </c:pt>
                <c:pt idx="13282">
                  <c:v>3.5563199999999999</c:v>
                </c:pt>
                <c:pt idx="13283">
                  <c:v>3.5566300000000002</c:v>
                </c:pt>
                <c:pt idx="13284">
                  <c:v>3.5569299999999999</c:v>
                </c:pt>
                <c:pt idx="13285">
                  <c:v>3.5572400000000002</c:v>
                </c:pt>
                <c:pt idx="13286">
                  <c:v>3.5575399999999999</c:v>
                </c:pt>
                <c:pt idx="13287">
                  <c:v>3.5578500000000002</c:v>
                </c:pt>
                <c:pt idx="13288">
                  <c:v>3.5581499999999999</c:v>
                </c:pt>
                <c:pt idx="13289">
                  <c:v>3.5584600000000002</c:v>
                </c:pt>
                <c:pt idx="13290">
                  <c:v>3.5587599999999999</c:v>
                </c:pt>
                <c:pt idx="13291">
                  <c:v>3.5590700000000002</c:v>
                </c:pt>
                <c:pt idx="13292">
                  <c:v>3.5593699999999999</c:v>
                </c:pt>
                <c:pt idx="13293">
                  <c:v>3.5596800000000002</c:v>
                </c:pt>
                <c:pt idx="13294">
                  <c:v>3.55999</c:v>
                </c:pt>
                <c:pt idx="13295">
                  <c:v>3.5602900000000002</c:v>
                </c:pt>
                <c:pt idx="13296">
                  <c:v>3.5606</c:v>
                </c:pt>
                <c:pt idx="13297">
                  <c:v>3.5609000000000002</c:v>
                </c:pt>
                <c:pt idx="13298">
                  <c:v>3.56121</c:v>
                </c:pt>
                <c:pt idx="13299">
                  <c:v>3.5615100000000002</c:v>
                </c:pt>
                <c:pt idx="13300">
                  <c:v>3.56182</c:v>
                </c:pt>
                <c:pt idx="13301">
                  <c:v>3.5621200000000002</c:v>
                </c:pt>
                <c:pt idx="13302">
                  <c:v>3.56243</c:v>
                </c:pt>
                <c:pt idx="13303">
                  <c:v>3.5627300000000002</c:v>
                </c:pt>
                <c:pt idx="13304">
                  <c:v>3.56304</c:v>
                </c:pt>
                <c:pt idx="13305">
                  <c:v>3.5633400000000002</c:v>
                </c:pt>
                <c:pt idx="13306">
                  <c:v>3.56365</c:v>
                </c:pt>
                <c:pt idx="13307">
                  <c:v>3.5639599999999998</c:v>
                </c:pt>
                <c:pt idx="13308">
                  <c:v>3.56426</c:v>
                </c:pt>
                <c:pt idx="13309">
                  <c:v>3.5645699999999998</c:v>
                </c:pt>
                <c:pt idx="13310">
                  <c:v>3.56487</c:v>
                </c:pt>
                <c:pt idx="13311">
                  <c:v>3.5651799999999998</c:v>
                </c:pt>
                <c:pt idx="13312">
                  <c:v>3.56548</c:v>
                </c:pt>
                <c:pt idx="13313">
                  <c:v>3.5657899999999998</c:v>
                </c:pt>
                <c:pt idx="13314">
                  <c:v>3.56609</c:v>
                </c:pt>
                <c:pt idx="13315">
                  <c:v>3.5663999999999998</c:v>
                </c:pt>
                <c:pt idx="13316">
                  <c:v>3.5667</c:v>
                </c:pt>
                <c:pt idx="13317">
                  <c:v>3.5670099999999998</c:v>
                </c:pt>
                <c:pt idx="13318">
                  <c:v>3.56732</c:v>
                </c:pt>
                <c:pt idx="13319">
                  <c:v>3.5676199999999998</c:v>
                </c:pt>
                <c:pt idx="13320">
                  <c:v>3.56793</c:v>
                </c:pt>
                <c:pt idx="13321">
                  <c:v>3.5682299999999998</c:v>
                </c:pt>
                <c:pt idx="13322">
                  <c:v>3.56854</c:v>
                </c:pt>
                <c:pt idx="13323">
                  <c:v>3.5688399999999998</c:v>
                </c:pt>
                <c:pt idx="13324">
                  <c:v>3.56915</c:v>
                </c:pt>
                <c:pt idx="13325">
                  <c:v>3.5694499999999998</c:v>
                </c:pt>
                <c:pt idx="13326">
                  <c:v>3.56976</c:v>
                </c:pt>
                <c:pt idx="13327">
                  <c:v>3.5700599999999998</c:v>
                </c:pt>
                <c:pt idx="13328">
                  <c:v>3.57037</c:v>
                </c:pt>
                <c:pt idx="13329">
                  <c:v>3.5706699999999998</c:v>
                </c:pt>
                <c:pt idx="13330">
                  <c:v>3.57098</c:v>
                </c:pt>
                <c:pt idx="13331">
                  <c:v>3.5712899999999999</c:v>
                </c:pt>
                <c:pt idx="13332">
                  <c:v>3.57159</c:v>
                </c:pt>
                <c:pt idx="13333">
                  <c:v>3.5718999999999999</c:v>
                </c:pt>
                <c:pt idx="13334">
                  <c:v>3.5722</c:v>
                </c:pt>
                <c:pt idx="13335">
                  <c:v>3.5725099999999999</c:v>
                </c:pt>
                <c:pt idx="13336">
                  <c:v>3.57281</c:v>
                </c:pt>
                <c:pt idx="13337">
                  <c:v>3.5731199999999999</c:v>
                </c:pt>
                <c:pt idx="13338">
                  <c:v>3.57342</c:v>
                </c:pt>
                <c:pt idx="13339">
                  <c:v>3.5737299999999999</c:v>
                </c:pt>
                <c:pt idx="13340">
                  <c:v>3.57403</c:v>
                </c:pt>
                <c:pt idx="13341">
                  <c:v>3.5743399999999999</c:v>
                </c:pt>
                <c:pt idx="13342">
                  <c:v>3.57464</c:v>
                </c:pt>
                <c:pt idx="13343">
                  <c:v>3.5749499999999999</c:v>
                </c:pt>
                <c:pt idx="13344">
                  <c:v>3.5752600000000001</c:v>
                </c:pt>
                <c:pt idx="13345">
                  <c:v>3.5755599999999998</c:v>
                </c:pt>
                <c:pt idx="13346">
                  <c:v>3.5758700000000001</c:v>
                </c:pt>
                <c:pt idx="13347">
                  <c:v>3.5761699999999998</c:v>
                </c:pt>
                <c:pt idx="13348">
                  <c:v>3.5764800000000001</c:v>
                </c:pt>
                <c:pt idx="13349">
                  <c:v>3.5767799999999998</c:v>
                </c:pt>
                <c:pt idx="13350">
                  <c:v>3.5770900000000001</c:v>
                </c:pt>
                <c:pt idx="13351">
                  <c:v>3.5773899999999998</c:v>
                </c:pt>
                <c:pt idx="13352">
                  <c:v>3.5777000000000001</c:v>
                </c:pt>
                <c:pt idx="13353">
                  <c:v>3.5779999999999998</c:v>
                </c:pt>
                <c:pt idx="13354">
                  <c:v>3.5783100000000001</c:v>
                </c:pt>
                <c:pt idx="13355">
                  <c:v>3.5786099999999998</c:v>
                </c:pt>
                <c:pt idx="13356">
                  <c:v>3.5789200000000001</c:v>
                </c:pt>
                <c:pt idx="13357">
                  <c:v>3.5792299999999999</c:v>
                </c:pt>
                <c:pt idx="13358">
                  <c:v>3.5795300000000001</c:v>
                </c:pt>
                <c:pt idx="13359">
                  <c:v>3.5798399999999999</c:v>
                </c:pt>
                <c:pt idx="13360">
                  <c:v>3.5801400000000001</c:v>
                </c:pt>
                <c:pt idx="13361">
                  <c:v>3.5804499999999999</c:v>
                </c:pt>
                <c:pt idx="13362">
                  <c:v>3.5807500000000001</c:v>
                </c:pt>
                <c:pt idx="13363">
                  <c:v>3.5810599999999999</c:v>
                </c:pt>
                <c:pt idx="13364">
                  <c:v>3.5813600000000001</c:v>
                </c:pt>
                <c:pt idx="13365">
                  <c:v>3.5816699999999999</c:v>
                </c:pt>
                <c:pt idx="13366">
                  <c:v>3.5819700000000001</c:v>
                </c:pt>
                <c:pt idx="13367">
                  <c:v>3.5822799999999999</c:v>
                </c:pt>
                <c:pt idx="13368">
                  <c:v>3.5825800000000001</c:v>
                </c:pt>
                <c:pt idx="13369">
                  <c:v>3.5828899999999999</c:v>
                </c:pt>
                <c:pt idx="13370">
                  <c:v>3.5832000000000002</c:v>
                </c:pt>
                <c:pt idx="13371">
                  <c:v>3.5834999999999999</c:v>
                </c:pt>
                <c:pt idx="13372">
                  <c:v>3.5838100000000002</c:v>
                </c:pt>
                <c:pt idx="13373">
                  <c:v>3.5841099999999999</c:v>
                </c:pt>
                <c:pt idx="13374">
                  <c:v>3.5844200000000002</c:v>
                </c:pt>
                <c:pt idx="13375">
                  <c:v>3.5847199999999999</c:v>
                </c:pt>
                <c:pt idx="13376">
                  <c:v>3.5850300000000002</c:v>
                </c:pt>
                <c:pt idx="13377">
                  <c:v>3.5853299999999999</c:v>
                </c:pt>
                <c:pt idx="13378">
                  <c:v>3.5856400000000002</c:v>
                </c:pt>
                <c:pt idx="13379">
                  <c:v>3.5859399999999999</c:v>
                </c:pt>
                <c:pt idx="13380">
                  <c:v>3.5862500000000002</c:v>
                </c:pt>
                <c:pt idx="13381">
                  <c:v>3.58656</c:v>
                </c:pt>
                <c:pt idx="13382">
                  <c:v>3.5868600000000002</c:v>
                </c:pt>
                <c:pt idx="13383">
                  <c:v>3.58717</c:v>
                </c:pt>
                <c:pt idx="13384">
                  <c:v>3.5874700000000002</c:v>
                </c:pt>
                <c:pt idx="13385">
                  <c:v>3.58778</c:v>
                </c:pt>
                <c:pt idx="13386">
                  <c:v>3.5880800000000002</c:v>
                </c:pt>
                <c:pt idx="13387">
                  <c:v>3.58839</c:v>
                </c:pt>
                <c:pt idx="13388">
                  <c:v>3.5886900000000002</c:v>
                </c:pt>
                <c:pt idx="13389">
                  <c:v>3.589</c:v>
                </c:pt>
                <c:pt idx="13390">
                  <c:v>3.5893000000000002</c:v>
                </c:pt>
                <c:pt idx="13391">
                  <c:v>3.58961</c:v>
                </c:pt>
                <c:pt idx="13392">
                  <c:v>3.5899100000000002</c:v>
                </c:pt>
                <c:pt idx="13393">
                  <c:v>3.59022</c:v>
                </c:pt>
                <c:pt idx="13394">
                  <c:v>3.5905300000000002</c:v>
                </c:pt>
                <c:pt idx="13395">
                  <c:v>3.59083</c:v>
                </c:pt>
                <c:pt idx="13396">
                  <c:v>3.5911400000000002</c:v>
                </c:pt>
                <c:pt idx="13397">
                  <c:v>3.59144</c:v>
                </c:pt>
                <c:pt idx="13398">
                  <c:v>3.5917500000000002</c:v>
                </c:pt>
                <c:pt idx="13399">
                  <c:v>3.59205</c:v>
                </c:pt>
                <c:pt idx="13400">
                  <c:v>3.5923600000000002</c:v>
                </c:pt>
                <c:pt idx="13401">
                  <c:v>3.59266</c:v>
                </c:pt>
                <c:pt idx="13402">
                  <c:v>3.5929700000000002</c:v>
                </c:pt>
                <c:pt idx="13403">
                  <c:v>3.59327</c:v>
                </c:pt>
                <c:pt idx="13404">
                  <c:v>3.5935800000000002</c:v>
                </c:pt>
                <c:pt idx="13405">
                  <c:v>3.59388</c:v>
                </c:pt>
                <c:pt idx="13406">
                  <c:v>3.5941900000000002</c:v>
                </c:pt>
                <c:pt idx="13407">
                  <c:v>3.5945</c:v>
                </c:pt>
                <c:pt idx="13408">
                  <c:v>3.5948000000000002</c:v>
                </c:pt>
                <c:pt idx="13409">
                  <c:v>3.59511</c:v>
                </c:pt>
                <c:pt idx="13410">
                  <c:v>3.5954100000000002</c:v>
                </c:pt>
                <c:pt idx="13411">
                  <c:v>3.59572</c:v>
                </c:pt>
                <c:pt idx="13412">
                  <c:v>3.5960200000000002</c:v>
                </c:pt>
                <c:pt idx="13413">
                  <c:v>3.59633</c:v>
                </c:pt>
                <c:pt idx="13414">
                  <c:v>3.5966300000000002</c:v>
                </c:pt>
                <c:pt idx="13415">
                  <c:v>3.59694</c:v>
                </c:pt>
                <c:pt idx="13416">
                  <c:v>3.5972400000000002</c:v>
                </c:pt>
                <c:pt idx="13417">
                  <c:v>3.59755</c:v>
                </c:pt>
                <c:pt idx="13418">
                  <c:v>3.5978500000000002</c:v>
                </c:pt>
                <c:pt idx="13419">
                  <c:v>3.59816</c:v>
                </c:pt>
                <c:pt idx="13420">
                  <c:v>3.5984699999999998</c:v>
                </c:pt>
                <c:pt idx="13421">
                  <c:v>3.59877</c:v>
                </c:pt>
                <c:pt idx="13422">
                  <c:v>3.5990799999999998</c:v>
                </c:pt>
                <c:pt idx="13423">
                  <c:v>3.59938</c:v>
                </c:pt>
                <c:pt idx="13424">
                  <c:v>3.5996899999999998</c:v>
                </c:pt>
                <c:pt idx="13425">
                  <c:v>3.59999</c:v>
                </c:pt>
                <c:pt idx="13426">
                  <c:v>3.6002999999999998</c:v>
                </c:pt>
                <c:pt idx="13427">
                  <c:v>3.6006</c:v>
                </c:pt>
                <c:pt idx="13428">
                  <c:v>3.6009099999999998</c:v>
                </c:pt>
                <c:pt idx="13429">
                  <c:v>3.60121</c:v>
                </c:pt>
                <c:pt idx="13430">
                  <c:v>3.6015199999999998</c:v>
                </c:pt>
                <c:pt idx="13431">
                  <c:v>3.60182</c:v>
                </c:pt>
                <c:pt idx="13432">
                  <c:v>3.6021299999999998</c:v>
                </c:pt>
                <c:pt idx="13433">
                  <c:v>3.6024400000000001</c:v>
                </c:pt>
                <c:pt idx="13434">
                  <c:v>3.6027399999999998</c:v>
                </c:pt>
                <c:pt idx="13435">
                  <c:v>3.6030500000000001</c:v>
                </c:pt>
                <c:pt idx="13436">
                  <c:v>3.6033499999999998</c:v>
                </c:pt>
                <c:pt idx="13437">
                  <c:v>3.6036600000000001</c:v>
                </c:pt>
                <c:pt idx="13438">
                  <c:v>3.6039599999999998</c:v>
                </c:pt>
                <c:pt idx="13439">
                  <c:v>3.6042700000000001</c:v>
                </c:pt>
                <c:pt idx="13440">
                  <c:v>3.6045699999999998</c:v>
                </c:pt>
                <c:pt idx="13441">
                  <c:v>3.6048800000000001</c:v>
                </c:pt>
                <c:pt idx="13442">
                  <c:v>3.6051799999999998</c:v>
                </c:pt>
                <c:pt idx="13443">
                  <c:v>3.6054900000000001</c:v>
                </c:pt>
                <c:pt idx="13444">
                  <c:v>3.6057999999999999</c:v>
                </c:pt>
                <c:pt idx="13445">
                  <c:v>3.6061000000000001</c:v>
                </c:pt>
                <c:pt idx="13446">
                  <c:v>3.6064099999999999</c:v>
                </c:pt>
                <c:pt idx="13447">
                  <c:v>3.6067100000000001</c:v>
                </c:pt>
                <c:pt idx="13448">
                  <c:v>3.6070199999999999</c:v>
                </c:pt>
                <c:pt idx="13449">
                  <c:v>3.6073200000000001</c:v>
                </c:pt>
                <c:pt idx="13450">
                  <c:v>3.6076299999999999</c:v>
                </c:pt>
                <c:pt idx="13451">
                  <c:v>3.6079300000000001</c:v>
                </c:pt>
                <c:pt idx="13452">
                  <c:v>3.6082399999999999</c:v>
                </c:pt>
                <c:pt idx="13453">
                  <c:v>3.6085400000000001</c:v>
                </c:pt>
                <c:pt idx="13454">
                  <c:v>3.6088499999999999</c:v>
                </c:pt>
                <c:pt idx="13455">
                  <c:v>3.6091500000000001</c:v>
                </c:pt>
                <c:pt idx="13456">
                  <c:v>3.6094599999999999</c:v>
                </c:pt>
                <c:pt idx="13457">
                  <c:v>3.6097700000000001</c:v>
                </c:pt>
                <c:pt idx="13458">
                  <c:v>3.6100699999999999</c:v>
                </c:pt>
                <c:pt idx="13459">
                  <c:v>3.6103800000000001</c:v>
                </c:pt>
                <c:pt idx="13460">
                  <c:v>3.6106799999999999</c:v>
                </c:pt>
                <c:pt idx="13461">
                  <c:v>3.6109900000000001</c:v>
                </c:pt>
                <c:pt idx="13462">
                  <c:v>3.6112899999999999</c:v>
                </c:pt>
                <c:pt idx="13463">
                  <c:v>3.6116000000000001</c:v>
                </c:pt>
                <c:pt idx="13464">
                  <c:v>3.6118999999999999</c:v>
                </c:pt>
                <c:pt idx="13465">
                  <c:v>3.6122100000000001</c:v>
                </c:pt>
                <c:pt idx="13466">
                  <c:v>3.6125099999999999</c:v>
                </c:pt>
                <c:pt idx="13467">
                  <c:v>3.6128200000000001</c:v>
                </c:pt>
                <c:pt idx="13468">
                  <c:v>3.6131199999999999</c:v>
                </c:pt>
                <c:pt idx="13469">
                  <c:v>3.6134300000000001</c:v>
                </c:pt>
                <c:pt idx="13470">
                  <c:v>3.61374</c:v>
                </c:pt>
                <c:pt idx="13471">
                  <c:v>3.6140400000000001</c:v>
                </c:pt>
                <c:pt idx="13472">
                  <c:v>3.61435</c:v>
                </c:pt>
                <c:pt idx="13473">
                  <c:v>3.6146500000000001</c:v>
                </c:pt>
                <c:pt idx="13474">
                  <c:v>3.61496</c:v>
                </c:pt>
                <c:pt idx="13475">
                  <c:v>3.6152600000000001</c:v>
                </c:pt>
                <c:pt idx="13476">
                  <c:v>3.61557</c:v>
                </c:pt>
                <c:pt idx="13477">
                  <c:v>3.6158700000000001</c:v>
                </c:pt>
                <c:pt idx="13478">
                  <c:v>3.6161799999999999</c:v>
                </c:pt>
                <c:pt idx="13479">
                  <c:v>3.6164800000000001</c:v>
                </c:pt>
                <c:pt idx="13480">
                  <c:v>3.6167899999999999</c:v>
                </c:pt>
                <c:pt idx="13481">
                  <c:v>3.6170900000000001</c:v>
                </c:pt>
                <c:pt idx="13482">
                  <c:v>3.6173999999999999</c:v>
                </c:pt>
                <c:pt idx="13483">
                  <c:v>3.6177100000000002</c:v>
                </c:pt>
                <c:pt idx="13484">
                  <c:v>3.6180099999999999</c:v>
                </c:pt>
                <c:pt idx="13485">
                  <c:v>3.6183200000000002</c:v>
                </c:pt>
                <c:pt idx="13486">
                  <c:v>3.6186199999999999</c:v>
                </c:pt>
                <c:pt idx="13487">
                  <c:v>3.6189300000000002</c:v>
                </c:pt>
                <c:pt idx="13488">
                  <c:v>3.6192299999999999</c:v>
                </c:pt>
                <c:pt idx="13489">
                  <c:v>3.6195400000000002</c:v>
                </c:pt>
                <c:pt idx="13490">
                  <c:v>3.6198399999999999</c:v>
                </c:pt>
                <c:pt idx="13491">
                  <c:v>3.6201500000000002</c:v>
                </c:pt>
                <c:pt idx="13492">
                  <c:v>3.6204499999999999</c:v>
                </c:pt>
                <c:pt idx="13493">
                  <c:v>3.6207600000000002</c:v>
                </c:pt>
                <c:pt idx="13494">
                  <c:v>3.62107</c:v>
                </c:pt>
                <c:pt idx="13495">
                  <c:v>3.6213700000000002</c:v>
                </c:pt>
                <c:pt idx="13496">
                  <c:v>3.62168</c:v>
                </c:pt>
                <c:pt idx="13497">
                  <c:v>3.6219800000000002</c:v>
                </c:pt>
                <c:pt idx="13498">
                  <c:v>3.62229</c:v>
                </c:pt>
                <c:pt idx="13499">
                  <c:v>3.6225900000000002</c:v>
                </c:pt>
                <c:pt idx="13500">
                  <c:v>3.6229</c:v>
                </c:pt>
                <c:pt idx="13501">
                  <c:v>3.6232000000000002</c:v>
                </c:pt>
                <c:pt idx="13502">
                  <c:v>3.62351</c:v>
                </c:pt>
                <c:pt idx="13503">
                  <c:v>3.6238100000000002</c:v>
                </c:pt>
                <c:pt idx="13504">
                  <c:v>3.62412</c:v>
                </c:pt>
                <c:pt idx="13505">
                  <c:v>3.6244200000000002</c:v>
                </c:pt>
                <c:pt idx="13506">
                  <c:v>3.62473</c:v>
                </c:pt>
                <c:pt idx="13507">
                  <c:v>3.6250399999999998</c:v>
                </c:pt>
                <c:pt idx="13508">
                  <c:v>3.62534</c:v>
                </c:pt>
                <c:pt idx="13509">
                  <c:v>3.6256499999999998</c:v>
                </c:pt>
                <c:pt idx="13510">
                  <c:v>3.62595</c:v>
                </c:pt>
                <c:pt idx="13511">
                  <c:v>3.6262599999999998</c:v>
                </c:pt>
                <c:pt idx="13512">
                  <c:v>3.62656</c:v>
                </c:pt>
                <c:pt idx="13513">
                  <c:v>3.6268699999999998</c:v>
                </c:pt>
                <c:pt idx="13514">
                  <c:v>3.62717</c:v>
                </c:pt>
                <c:pt idx="13515">
                  <c:v>3.6274799999999998</c:v>
                </c:pt>
                <c:pt idx="13516">
                  <c:v>3.62778</c:v>
                </c:pt>
                <c:pt idx="13517">
                  <c:v>3.6280899999999998</c:v>
                </c:pt>
                <c:pt idx="13518">
                  <c:v>3.62839</c:v>
                </c:pt>
                <c:pt idx="13519">
                  <c:v>3.6286999999999998</c:v>
                </c:pt>
                <c:pt idx="13520">
                  <c:v>3.6290100000000001</c:v>
                </c:pt>
                <c:pt idx="13521">
                  <c:v>3.6293099999999998</c:v>
                </c:pt>
                <c:pt idx="13522">
                  <c:v>3.6296200000000001</c:v>
                </c:pt>
                <c:pt idx="13523">
                  <c:v>3.6299199999999998</c:v>
                </c:pt>
                <c:pt idx="13524">
                  <c:v>3.6302300000000001</c:v>
                </c:pt>
                <c:pt idx="13525">
                  <c:v>3.6305299999999998</c:v>
                </c:pt>
                <c:pt idx="13526">
                  <c:v>3.6308400000000001</c:v>
                </c:pt>
                <c:pt idx="13527">
                  <c:v>3.6311399999999998</c:v>
                </c:pt>
                <c:pt idx="13528">
                  <c:v>3.6314500000000001</c:v>
                </c:pt>
                <c:pt idx="13529">
                  <c:v>3.6317499999999998</c:v>
                </c:pt>
                <c:pt idx="13530">
                  <c:v>3.6320600000000001</c:v>
                </c:pt>
                <c:pt idx="13531">
                  <c:v>3.6323599999999998</c:v>
                </c:pt>
                <c:pt idx="13532">
                  <c:v>3.6326700000000001</c:v>
                </c:pt>
                <c:pt idx="13533">
                  <c:v>3.6329799999999999</c:v>
                </c:pt>
                <c:pt idx="13534">
                  <c:v>3.6332800000000001</c:v>
                </c:pt>
                <c:pt idx="13535">
                  <c:v>3.6335899999999999</c:v>
                </c:pt>
                <c:pt idx="13536">
                  <c:v>3.6338900000000001</c:v>
                </c:pt>
                <c:pt idx="13537">
                  <c:v>3.6341999999999999</c:v>
                </c:pt>
                <c:pt idx="13538">
                  <c:v>3.6345000000000001</c:v>
                </c:pt>
                <c:pt idx="13539">
                  <c:v>3.6348099999999999</c:v>
                </c:pt>
                <c:pt idx="13540">
                  <c:v>3.6351100000000001</c:v>
                </c:pt>
                <c:pt idx="13541">
                  <c:v>3.6354199999999999</c:v>
                </c:pt>
                <c:pt idx="13542">
                  <c:v>3.6357200000000001</c:v>
                </c:pt>
                <c:pt idx="13543">
                  <c:v>3.6360299999999999</c:v>
                </c:pt>
                <c:pt idx="13544">
                  <c:v>3.6363300000000001</c:v>
                </c:pt>
                <c:pt idx="13545">
                  <c:v>3.6366399999999999</c:v>
                </c:pt>
                <c:pt idx="13546">
                  <c:v>3.6369500000000001</c:v>
                </c:pt>
                <c:pt idx="13547">
                  <c:v>3.6372499999999999</c:v>
                </c:pt>
                <c:pt idx="13548">
                  <c:v>3.6375600000000001</c:v>
                </c:pt>
                <c:pt idx="13549">
                  <c:v>3.6378599999999999</c:v>
                </c:pt>
                <c:pt idx="13550">
                  <c:v>3.6381700000000001</c:v>
                </c:pt>
                <c:pt idx="13551">
                  <c:v>3.6384699999999999</c:v>
                </c:pt>
                <c:pt idx="13552">
                  <c:v>3.6387800000000001</c:v>
                </c:pt>
                <c:pt idx="13553">
                  <c:v>3.6390799999999999</c:v>
                </c:pt>
                <c:pt idx="13554">
                  <c:v>3.6393900000000001</c:v>
                </c:pt>
                <c:pt idx="13555">
                  <c:v>3.6396899999999999</c:v>
                </c:pt>
                <c:pt idx="13556">
                  <c:v>3.64</c:v>
                </c:pt>
                <c:pt idx="13557">
                  <c:v>3.6403099999999999</c:v>
                </c:pt>
                <c:pt idx="13558">
                  <c:v>3.6406100000000001</c:v>
                </c:pt>
                <c:pt idx="13559">
                  <c:v>3.6409199999999999</c:v>
                </c:pt>
                <c:pt idx="13560">
                  <c:v>3.6412200000000001</c:v>
                </c:pt>
                <c:pt idx="13561">
                  <c:v>3.6415299999999999</c:v>
                </c:pt>
                <c:pt idx="13562">
                  <c:v>3.6418300000000001</c:v>
                </c:pt>
                <c:pt idx="13563">
                  <c:v>3.6421399999999999</c:v>
                </c:pt>
                <c:pt idx="13564">
                  <c:v>3.6424400000000001</c:v>
                </c:pt>
                <c:pt idx="13565">
                  <c:v>3.6427499999999999</c:v>
                </c:pt>
                <c:pt idx="13566">
                  <c:v>3.6430500000000001</c:v>
                </c:pt>
                <c:pt idx="13567">
                  <c:v>3.6433599999999999</c:v>
                </c:pt>
                <c:pt idx="13568">
                  <c:v>3.6436600000000001</c:v>
                </c:pt>
                <c:pt idx="13569">
                  <c:v>3.6439699999999999</c:v>
                </c:pt>
                <c:pt idx="13570">
                  <c:v>3.6442800000000002</c:v>
                </c:pt>
                <c:pt idx="13571">
                  <c:v>3.6445799999999999</c:v>
                </c:pt>
                <c:pt idx="13572">
                  <c:v>3.6448900000000002</c:v>
                </c:pt>
                <c:pt idx="13573">
                  <c:v>3.6451899999999999</c:v>
                </c:pt>
                <c:pt idx="13574">
                  <c:v>3.6455000000000002</c:v>
                </c:pt>
                <c:pt idx="13575">
                  <c:v>3.6457999999999999</c:v>
                </c:pt>
                <c:pt idx="13576">
                  <c:v>3.6461100000000002</c:v>
                </c:pt>
                <c:pt idx="13577">
                  <c:v>3.6464099999999999</c:v>
                </c:pt>
                <c:pt idx="13578">
                  <c:v>3.6467200000000002</c:v>
                </c:pt>
                <c:pt idx="13579">
                  <c:v>3.6470199999999999</c:v>
                </c:pt>
                <c:pt idx="13580">
                  <c:v>3.6473300000000002</c:v>
                </c:pt>
                <c:pt idx="13581">
                  <c:v>3.6476299999999999</c:v>
                </c:pt>
                <c:pt idx="13582">
                  <c:v>3.6479400000000002</c:v>
                </c:pt>
                <c:pt idx="13583">
                  <c:v>3.64825</c:v>
                </c:pt>
                <c:pt idx="13584">
                  <c:v>3.6485500000000002</c:v>
                </c:pt>
                <c:pt idx="13585">
                  <c:v>3.64886</c:v>
                </c:pt>
                <c:pt idx="13586">
                  <c:v>3.6491600000000002</c:v>
                </c:pt>
                <c:pt idx="13587">
                  <c:v>3.64947</c:v>
                </c:pt>
                <c:pt idx="13588">
                  <c:v>3.6497700000000002</c:v>
                </c:pt>
                <c:pt idx="13589">
                  <c:v>3.65008</c:v>
                </c:pt>
                <c:pt idx="13590">
                  <c:v>3.6503800000000002</c:v>
                </c:pt>
                <c:pt idx="13591">
                  <c:v>3.65069</c:v>
                </c:pt>
                <c:pt idx="13592">
                  <c:v>3.6509900000000002</c:v>
                </c:pt>
                <c:pt idx="13593">
                  <c:v>3.6513</c:v>
                </c:pt>
                <c:pt idx="13594">
                  <c:v>3.6516000000000002</c:v>
                </c:pt>
                <c:pt idx="13595">
                  <c:v>3.65191</c:v>
                </c:pt>
                <c:pt idx="13596">
                  <c:v>3.6522199999999998</c:v>
                </c:pt>
                <c:pt idx="13597">
                  <c:v>3.65252</c:v>
                </c:pt>
                <c:pt idx="13598">
                  <c:v>3.6528299999999998</c:v>
                </c:pt>
                <c:pt idx="13599">
                  <c:v>3.65313</c:v>
                </c:pt>
                <c:pt idx="13600">
                  <c:v>3.6534399999999998</c:v>
                </c:pt>
                <c:pt idx="13601">
                  <c:v>3.65374</c:v>
                </c:pt>
                <c:pt idx="13602">
                  <c:v>3.6540499999999998</c:v>
                </c:pt>
                <c:pt idx="13603">
                  <c:v>3.65435</c:v>
                </c:pt>
                <c:pt idx="13604">
                  <c:v>3.6546599999999998</c:v>
                </c:pt>
                <c:pt idx="13605">
                  <c:v>3.65496</c:v>
                </c:pt>
                <c:pt idx="13606">
                  <c:v>3.6552699999999998</c:v>
                </c:pt>
                <c:pt idx="13607">
                  <c:v>3.65557</c:v>
                </c:pt>
                <c:pt idx="13608">
                  <c:v>3.6558799999999998</c:v>
                </c:pt>
                <c:pt idx="13609">
                  <c:v>3.6561900000000001</c:v>
                </c:pt>
                <c:pt idx="13610">
                  <c:v>3.6564899999999998</c:v>
                </c:pt>
                <c:pt idx="13611">
                  <c:v>3.6568000000000001</c:v>
                </c:pt>
                <c:pt idx="13612">
                  <c:v>3.6570999999999998</c:v>
                </c:pt>
                <c:pt idx="13613">
                  <c:v>3.65741</c:v>
                </c:pt>
                <c:pt idx="13614">
                  <c:v>3.6577099999999998</c:v>
                </c:pt>
                <c:pt idx="13615">
                  <c:v>3.65802</c:v>
                </c:pt>
                <c:pt idx="13616">
                  <c:v>3.6583199999999998</c:v>
                </c:pt>
                <c:pt idx="13617">
                  <c:v>3.65863</c:v>
                </c:pt>
                <c:pt idx="13618">
                  <c:v>3.6589299999999998</c:v>
                </c:pt>
                <c:pt idx="13619">
                  <c:v>3.65924</c:v>
                </c:pt>
                <c:pt idx="13620">
                  <c:v>3.6595499999999999</c:v>
                </c:pt>
                <c:pt idx="13621">
                  <c:v>3.65985</c:v>
                </c:pt>
                <c:pt idx="13622">
                  <c:v>3.6601599999999999</c:v>
                </c:pt>
                <c:pt idx="13623">
                  <c:v>3.66046</c:v>
                </c:pt>
                <c:pt idx="13624">
                  <c:v>3.6607699999999999</c:v>
                </c:pt>
                <c:pt idx="13625">
                  <c:v>3.66107</c:v>
                </c:pt>
                <c:pt idx="13626">
                  <c:v>3.6613799999999999</c:v>
                </c:pt>
                <c:pt idx="13627">
                  <c:v>3.66168</c:v>
                </c:pt>
                <c:pt idx="13628">
                  <c:v>3.6619899999999999</c:v>
                </c:pt>
                <c:pt idx="13629">
                  <c:v>3.66229</c:v>
                </c:pt>
                <c:pt idx="13630">
                  <c:v>3.6625999999999999</c:v>
                </c:pt>
                <c:pt idx="13631">
                  <c:v>3.6629</c:v>
                </c:pt>
                <c:pt idx="13632">
                  <c:v>3.6632099999999999</c:v>
                </c:pt>
                <c:pt idx="13633">
                  <c:v>3.6635200000000001</c:v>
                </c:pt>
                <c:pt idx="13634">
                  <c:v>3.6638199999999999</c:v>
                </c:pt>
                <c:pt idx="13635">
                  <c:v>3.6641300000000001</c:v>
                </c:pt>
                <c:pt idx="13636">
                  <c:v>3.6644299999999999</c:v>
                </c:pt>
                <c:pt idx="13637">
                  <c:v>3.6647400000000001</c:v>
                </c:pt>
                <c:pt idx="13638">
                  <c:v>3.6650399999999999</c:v>
                </c:pt>
                <c:pt idx="13639">
                  <c:v>3.6653500000000001</c:v>
                </c:pt>
                <c:pt idx="13640">
                  <c:v>3.6656499999999999</c:v>
                </c:pt>
                <c:pt idx="13641">
                  <c:v>3.6659600000000001</c:v>
                </c:pt>
                <c:pt idx="13642">
                  <c:v>3.6662599999999999</c:v>
                </c:pt>
                <c:pt idx="13643">
                  <c:v>3.6665700000000001</c:v>
                </c:pt>
                <c:pt idx="13644">
                  <c:v>3.6668699999999999</c:v>
                </c:pt>
                <c:pt idx="13645">
                  <c:v>3.6671800000000001</c:v>
                </c:pt>
                <c:pt idx="13646">
                  <c:v>3.6674899999999999</c:v>
                </c:pt>
                <c:pt idx="13647">
                  <c:v>3.6677900000000001</c:v>
                </c:pt>
                <c:pt idx="13648">
                  <c:v>3.6680999999999999</c:v>
                </c:pt>
                <c:pt idx="13649">
                  <c:v>3.6684000000000001</c:v>
                </c:pt>
                <c:pt idx="13650">
                  <c:v>3.6687099999999999</c:v>
                </c:pt>
                <c:pt idx="13651">
                  <c:v>3.6690100000000001</c:v>
                </c:pt>
                <c:pt idx="13652">
                  <c:v>3.6693199999999999</c:v>
                </c:pt>
                <c:pt idx="13653">
                  <c:v>3.6696200000000001</c:v>
                </c:pt>
                <c:pt idx="13654">
                  <c:v>3.6699299999999999</c:v>
                </c:pt>
                <c:pt idx="13655">
                  <c:v>3.6702300000000001</c:v>
                </c:pt>
                <c:pt idx="13656">
                  <c:v>3.6705399999999999</c:v>
                </c:pt>
                <c:pt idx="13657">
                  <c:v>3.6708400000000001</c:v>
                </c:pt>
                <c:pt idx="13658">
                  <c:v>3.6711499999999999</c:v>
                </c:pt>
                <c:pt idx="13659">
                  <c:v>3.6714600000000002</c:v>
                </c:pt>
                <c:pt idx="13660">
                  <c:v>3.6717599999999999</c:v>
                </c:pt>
                <c:pt idx="13661">
                  <c:v>3.6720700000000002</c:v>
                </c:pt>
                <c:pt idx="13662">
                  <c:v>3.6723699999999999</c:v>
                </c:pt>
                <c:pt idx="13663">
                  <c:v>3.6726800000000002</c:v>
                </c:pt>
                <c:pt idx="13664">
                  <c:v>3.6729799999999999</c:v>
                </c:pt>
                <c:pt idx="13665">
                  <c:v>3.6732900000000002</c:v>
                </c:pt>
                <c:pt idx="13666">
                  <c:v>3.6735899999999999</c:v>
                </c:pt>
                <c:pt idx="13667">
                  <c:v>3.6739000000000002</c:v>
                </c:pt>
                <c:pt idx="13668">
                  <c:v>3.6741999999999999</c:v>
                </c:pt>
                <c:pt idx="13669">
                  <c:v>3.6745100000000002</c:v>
                </c:pt>
                <c:pt idx="13670">
                  <c:v>3.6748099999999999</c:v>
                </c:pt>
                <c:pt idx="13671">
                  <c:v>3.6751200000000002</c:v>
                </c:pt>
                <c:pt idx="13672">
                  <c:v>3.67543</c:v>
                </c:pt>
                <c:pt idx="13673">
                  <c:v>3.6757300000000002</c:v>
                </c:pt>
                <c:pt idx="13674">
                  <c:v>3.67604</c:v>
                </c:pt>
                <c:pt idx="13675">
                  <c:v>3.6763400000000002</c:v>
                </c:pt>
                <c:pt idx="13676">
                  <c:v>3.67665</c:v>
                </c:pt>
                <c:pt idx="13677">
                  <c:v>3.6769500000000002</c:v>
                </c:pt>
                <c:pt idx="13678">
                  <c:v>3.67726</c:v>
                </c:pt>
                <c:pt idx="13679">
                  <c:v>3.6775600000000002</c:v>
                </c:pt>
                <c:pt idx="13680">
                  <c:v>3.67787</c:v>
                </c:pt>
                <c:pt idx="13681">
                  <c:v>3.6781700000000002</c:v>
                </c:pt>
                <c:pt idx="13682">
                  <c:v>3.67848</c:v>
                </c:pt>
                <c:pt idx="13683">
                  <c:v>3.6787899999999998</c:v>
                </c:pt>
                <c:pt idx="13684">
                  <c:v>3.67909</c:v>
                </c:pt>
                <c:pt idx="13685">
                  <c:v>3.6793999999999998</c:v>
                </c:pt>
                <c:pt idx="13686">
                  <c:v>3.6797</c:v>
                </c:pt>
                <c:pt idx="13687">
                  <c:v>3.6800099999999998</c:v>
                </c:pt>
                <c:pt idx="13688">
                  <c:v>3.68031</c:v>
                </c:pt>
                <c:pt idx="13689">
                  <c:v>3.6806199999999998</c:v>
                </c:pt>
                <c:pt idx="13690">
                  <c:v>3.68092</c:v>
                </c:pt>
                <c:pt idx="13691">
                  <c:v>3.6812299999999998</c:v>
                </c:pt>
                <c:pt idx="13692">
                  <c:v>3.68153</c:v>
                </c:pt>
                <c:pt idx="13693">
                  <c:v>3.6818399999999998</c:v>
                </c:pt>
                <c:pt idx="13694">
                  <c:v>3.68214</c:v>
                </c:pt>
                <c:pt idx="13695">
                  <c:v>3.6824499999999998</c:v>
                </c:pt>
                <c:pt idx="13696">
                  <c:v>3.68276</c:v>
                </c:pt>
                <c:pt idx="13697">
                  <c:v>3.6830599999999998</c:v>
                </c:pt>
                <c:pt idx="13698">
                  <c:v>3.68337</c:v>
                </c:pt>
                <c:pt idx="13699">
                  <c:v>3.6836700000000002</c:v>
                </c:pt>
                <c:pt idx="13700">
                  <c:v>3.68398</c:v>
                </c:pt>
                <c:pt idx="13701">
                  <c:v>3.6842800000000002</c:v>
                </c:pt>
                <c:pt idx="13702">
                  <c:v>3.68459</c:v>
                </c:pt>
                <c:pt idx="13703">
                  <c:v>3.6848900000000002</c:v>
                </c:pt>
                <c:pt idx="13704">
                  <c:v>3.6852</c:v>
                </c:pt>
                <c:pt idx="13705">
                  <c:v>3.6855000000000002</c:v>
                </c:pt>
                <c:pt idx="13706">
                  <c:v>3.68581</c:v>
                </c:pt>
                <c:pt idx="13707">
                  <c:v>3.6861100000000002</c:v>
                </c:pt>
                <c:pt idx="13708">
                  <c:v>3.68642</c:v>
                </c:pt>
                <c:pt idx="13709">
                  <c:v>3.6867299999999998</c:v>
                </c:pt>
                <c:pt idx="13710">
                  <c:v>3.68703</c:v>
                </c:pt>
                <c:pt idx="13711">
                  <c:v>3.6873399999999998</c:v>
                </c:pt>
                <c:pt idx="13712">
                  <c:v>3.68764</c:v>
                </c:pt>
                <c:pt idx="13713">
                  <c:v>3.6879499999999998</c:v>
                </c:pt>
                <c:pt idx="13714">
                  <c:v>3.68825</c:v>
                </c:pt>
                <c:pt idx="13715">
                  <c:v>3.6885599999999998</c:v>
                </c:pt>
                <c:pt idx="13716">
                  <c:v>3.68886</c:v>
                </c:pt>
                <c:pt idx="13717">
                  <c:v>3.6891699999999998</c:v>
                </c:pt>
                <c:pt idx="13718">
                  <c:v>3.68947</c:v>
                </c:pt>
                <c:pt idx="13719">
                  <c:v>3.6897799999999998</c:v>
                </c:pt>
                <c:pt idx="13720">
                  <c:v>3.69008</c:v>
                </c:pt>
                <c:pt idx="13721">
                  <c:v>3.6903899999999998</c:v>
                </c:pt>
                <c:pt idx="13722">
                  <c:v>3.6907000000000001</c:v>
                </c:pt>
                <c:pt idx="13723">
                  <c:v>3.6909999999999998</c:v>
                </c:pt>
                <c:pt idx="13724">
                  <c:v>3.6913100000000001</c:v>
                </c:pt>
                <c:pt idx="13725">
                  <c:v>3.6916099999999998</c:v>
                </c:pt>
                <c:pt idx="13726">
                  <c:v>3.6919200000000001</c:v>
                </c:pt>
                <c:pt idx="13727">
                  <c:v>3.6922199999999998</c:v>
                </c:pt>
                <c:pt idx="13728">
                  <c:v>3.6925300000000001</c:v>
                </c:pt>
                <c:pt idx="13729">
                  <c:v>3.6928299999999998</c:v>
                </c:pt>
                <c:pt idx="13730">
                  <c:v>3.6931400000000001</c:v>
                </c:pt>
                <c:pt idx="13731">
                  <c:v>3.6934399999999998</c:v>
                </c:pt>
                <c:pt idx="13732">
                  <c:v>3.6937500000000001</c:v>
                </c:pt>
                <c:pt idx="13733">
                  <c:v>3.6940599999999999</c:v>
                </c:pt>
                <c:pt idx="13734">
                  <c:v>3.6943600000000001</c:v>
                </c:pt>
                <c:pt idx="13735">
                  <c:v>3.6946699999999999</c:v>
                </c:pt>
                <c:pt idx="13736">
                  <c:v>3.6949700000000001</c:v>
                </c:pt>
                <c:pt idx="13737">
                  <c:v>3.6952799999999999</c:v>
                </c:pt>
                <c:pt idx="13738">
                  <c:v>3.6955800000000001</c:v>
                </c:pt>
                <c:pt idx="13739">
                  <c:v>3.6958899999999999</c:v>
                </c:pt>
                <c:pt idx="13740">
                  <c:v>3.6961900000000001</c:v>
                </c:pt>
                <c:pt idx="13741">
                  <c:v>3.6964999999999999</c:v>
                </c:pt>
                <c:pt idx="13742">
                  <c:v>3.6968000000000001</c:v>
                </c:pt>
                <c:pt idx="13743">
                  <c:v>3.6971099999999999</c:v>
                </c:pt>
                <c:pt idx="13744">
                  <c:v>3.6974100000000001</c:v>
                </c:pt>
                <c:pt idx="13745">
                  <c:v>3.6977199999999999</c:v>
                </c:pt>
                <c:pt idx="13746">
                  <c:v>3.6980300000000002</c:v>
                </c:pt>
                <c:pt idx="13747">
                  <c:v>3.6983299999999999</c:v>
                </c:pt>
                <c:pt idx="13748">
                  <c:v>3.6986400000000001</c:v>
                </c:pt>
                <c:pt idx="13749">
                  <c:v>3.6989399999999999</c:v>
                </c:pt>
                <c:pt idx="13750">
                  <c:v>3.6992500000000001</c:v>
                </c:pt>
                <c:pt idx="13751">
                  <c:v>3.6995499999999999</c:v>
                </c:pt>
                <c:pt idx="13752">
                  <c:v>3.6998600000000001</c:v>
                </c:pt>
                <c:pt idx="13753">
                  <c:v>3.7001599999999999</c:v>
                </c:pt>
                <c:pt idx="13754">
                  <c:v>3.7004700000000001</c:v>
                </c:pt>
                <c:pt idx="13755">
                  <c:v>3.7007699999999999</c:v>
                </c:pt>
                <c:pt idx="13756">
                  <c:v>3.7010800000000001</c:v>
                </c:pt>
                <c:pt idx="13757">
                  <c:v>3.7013799999999999</c:v>
                </c:pt>
                <c:pt idx="13758">
                  <c:v>3.7016900000000001</c:v>
                </c:pt>
                <c:pt idx="13759">
                  <c:v>3.702</c:v>
                </c:pt>
                <c:pt idx="13760">
                  <c:v>3.7023000000000001</c:v>
                </c:pt>
                <c:pt idx="13761">
                  <c:v>3.70261</c:v>
                </c:pt>
                <c:pt idx="13762">
                  <c:v>3.7029100000000001</c:v>
                </c:pt>
                <c:pt idx="13763">
                  <c:v>3.70322</c:v>
                </c:pt>
                <c:pt idx="13764">
                  <c:v>3.7035200000000001</c:v>
                </c:pt>
                <c:pt idx="13765">
                  <c:v>3.70383</c:v>
                </c:pt>
                <c:pt idx="13766">
                  <c:v>3.7041300000000001</c:v>
                </c:pt>
                <c:pt idx="13767">
                  <c:v>3.70444</c:v>
                </c:pt>
                <c:pt idx="13768">
                  <c:v>3.7047400000000001</c:v>
                </c:pt>
                <c:pt idx="13769">
                  <c:v>3.70505</c:v>
                </c:pt>
                <c:pt idx="13770">
                  <c:v>3.7053500000000001</c:v>
                </c:pt>
                <c:pt idx="13771">
                  <c:v>3.70566</c:v>
                </c:pt>
                <c:pt idx="13772">
                  <c:v>3.7059700000000002</c:v>
                </c:pt>
                <c:pt idx="13773">
                  <c:v>3.70627</c:v>
                </c:pt>
                <c:pt idx="13774">
                  <c:v>3.7065800000000002</c:v>
                </c:pt>
                <c:pt idx="13775">
                  <c:v>3.70688</c:v>
                </c:pt>
                <c:pt idx="13776">
                  <c:v>3.7071900000000002</c:v>
                </c:pt>
                <c:pt idx="13777">
                  <c:v>3.70749</c:v>
                </c:pt>
                <c:pt idx="13778">
                  <c:v>3.7078000000000002</c:v>
                </c:pt>
                <c:pt idx="13779">
                  <c:v>3.7081</c:v>
                </c:pt>
                <c:pt idx="13780">
                  <c:v>3.7084100000000002</c:v>
                </c:pt>
                <c:pt idx="13781">
                  <c:v>3.70871</c:v>
                </c:pt>
                <c:pt idx="13782">
                  <c:v>3.7090200000000002</c:v>
                </c:pt>
                <c:pt idx="13783">
                  <c:v>3.70932</c:v>
                </c:pt>
                <c:pt idx="13784">
                  <c:v>3.7096300000000002</c:v>
                </c:pt>
                <c:pt idx="13785">
                  <c:v>3.70994</c:v>
                </c:pt>
                <c:pt idx="13786">
                  <c:v>3.7102400000000002</c:v>
                </c:pt>
                <c:pt idx="13787">
                  <c:v>3.71055</c:v>
                </c:pt>
                <c:pt idx="13788">
                  <c:v>3.7108500000000002</c:v>
                </c:pt>
                <c:pt idx="13789">
                  <c:v>3.71116</c:v>
                </c:pt>
                <c:pt idx="13790">
                  <c:v>3.7114600000000002</c:v>
                </c:pt>
                <c:pt idx="13791">
                  <c:v>3.71177</c:v>
                </c:pt>
                <c:pt idx="13792">
                  <c:v>3.7120700000000002</c:v>
                </c:pt>
                <c:pt idx="13793">
                  <c:v>3.71238</c:v>
                </c:pt>
                <c:pt idx="13794">
                  <c:v>3.7126800000000002</c:v>
                </c:pt>
                <c:pt idx="13795">
                  <c:v>3.71299</c:v>
                </c:pt>
                <c:pt idx="13796">
                  <c:v>3.7132999999999998</c:v>
                </c:pt>
                <c:pt idx="13797">
                  <c:v>3.7136</c:v>
                </c:pt>
                <c:pt idx="13798">
                  <c:v>3.7139099999999998</c:v>
                </c:pt>
                <c:pt idx="13799">
                  <c:v>3.71421</c:v>
                </c:pt>
                <c:pt idx="13800">
                  <c:v>3.7145199999999998</c:v>
                </c:pt>
                <c:pt idx="13801">
                  <c:v>3.71482</c:v>
                </c:pt>
                <c:pt idx="13802">
                  <c:v>3.7151299999999998</c:v>
                </c:pt>
                <c:pt idx="13803">
                  <c:v>3.71543</c:v>
                </c:pt>
                <c:pt idx="13804">
                  <c:v>3.7157399999999998</c:v>
                </c:pt>
                <c:pt idx="13805">
                  <c:v>3.71604</c:v>
                </c:pt>
                <c:pt idx="13806">
                  <c:v>3.7163499999999998</c:v>
                </c:pt>
                <c:pt idx="13807">
                  <c:v>3.71665</c:v>
                </c:pt>
                <c:pt idx="13808">
                  <c:v>3.7169599999999998</c:v>
                </c:pt>
                <c:pt idx="13809">
                  <c:v>3.7172700000000001</c:v>
                </c:pt>
                <c:pt idx="13810">
                  <c:v>3.7175699999999998</c:v>
                </c:pt>
                <c:pt idx="13811">
                  <c:v>3.7178800000000001</c:v>
                </c:pt>
                <c:pt idx="13812">
                  <c:v>3.7181799999999998</c:v>
                </c:pt>
                <c:pt idx="13813">
                  <c:v>3.7184900000000001</c:v>
                </c:pt>
                <c:pt idx="13814">
                  <c:v>3.7187899999999998</c:v>
                </c:pt>
                <c:pt idx="13815">
                  <c:v>3.7191000000000001</c:v>
                </c:pt>
                <c:pt idx="13816">
                  <c:v>3.7193999999999998</c:v>
                </c:pt>
                <c:pt idx="13817">
                  <c:v>3.7197100000000001</c:v>
                </c:pt>
                <c:pt idx="13818">
                  <c:v>3.7200099999999998</c:v>
                </c:pt>
                <c:pt idx="13819">
                  <c:v>3.7203200000000001</c:v>
                </c:pt>
                <c:pt idx="13820">
                  <c:v>3.7206199999999998</c:v>
                </c:pt>
                <c:pt idx="13821">
                  <c:v>3.7209300000000001</c:v>
                </c:pt>
                <c:pt idx="13822">
                  <c:v>3.7212399999999999</c:v>
                </c:pt>
                <c:pt idx="13823">
                  <c:v>3.7215400000000001</c:v>
                </c:pt>
                <c:pt idx="13824">
                  <c:v>3.7218499999999999</c:v>
                </c:pt>
                <c:pt idx="13825">
                  <c:v>3.7221500000000001</c:v>
                </c:pt>
                <c:pt idx="13826">
                  <c:v>3.7224599999999999</c:v>
                </c:pt>
                <c:pt idx="13827">
                  <c:v>3.7227600000000001</c:v>
                </c:pt>
                <c:pt idx="13828">
                  <c:v>3.7230699999999999</c:v>
                </c:pt>
                <c:pt idx="13829">
                  <c:v>3.7233700000000001</c:v>
                </c:pt>
                <c:pt idx="13830">
                  <c:v>3.7236799999999999</c:v>
                </c:pt>
                <c:pt idx="13831">
                  <c:v>3.7239800000000001</c:v>
                </c:pt>
                <c:pt idx="13832">
                  <c:v>3.7242899999999999</c:v>
                </c:pt>
                <c:pt idx="13833">
                  <c:v>3.7245900000000001</c:v>
                </c:pt>
                <c:pt idx="13834">
                  <c:v>3.7248999999999999</c:v>
                </c:pt>
                <c:pt idx="13835">
                  <c:v>3.7252100000000001</c:v>
                </c:pt>
                <c:pt idx="13836">
                  <c:v>3.7255099999999999</c:v>
                </c:pt>
                <c:pt idx="13837">
                  <c:v>3.7258200000000001</c:v>
                </c:pt>
                <c:pt idx="13838">
                  <c:v>3.7261199999999999</c:v>
                </c:pt>
                <c:pt idx="13839">
                  <c:v>3.7264300000000001</c:v>
                </c:pt>
                <c:pt idx="13840">
                  <c:v>3.7267299999999999</c:v>
                </c:pt>
                <c:pt idx="13841">
                  <c:v>3.7270400000000001</c:v>
                </c:pt>
                <c:pt idx="13842">
                  <c:v>3.7273399999999999</c:v>
                </c:pt>
                <c:pt idx="13843">
                  <c:v>3.7276500000000001</c:v>
                </c:pt>
                <c:pt idx="13844">
                  <c:v>3.7279499999999999</c:v>
                </c:pt>
                <c:pt idx="13845">
                  <c:v>3.7282600000000001</c:v>
                </c:pt>
                <c:pt idx="13846">
                  <c:v>3.7285599999999999</c:v>
                </c:pt>
                <c:pt idx="13847">
                  <c:v>3.7288700000000001</c:v>
                </c:pt>
                <c:pt idx="13848">
                  <c:v>3.7291799999999999</c:v>
                </c:pt>
                <c:pt idx="13849">
                  <c:v>3.7294800000000001</c:v>
                </c:pt>
                <c:pt idx="13850">
                  <c:v>3.7297899999999999</c:v>
                </c:pt>
                <c:pt idx="13851">
                  <c:v>3.7300900000000001</c:v>
                </c:pt>
                <c:pt idx="13852">
                  <c:v>3.7303999999999999</c:v>
                </c:pt>
                <c:pt idx="13853">
                  <c:v>3.7307000000000001</c:v>
                </c:pt>
                <c:pt idx="13854">
                  <c:v>3.7310099999999999</c:v>
                </c:pt>
                <c:pt idx="13855">
                  <c:v>3.7313100000000001</c:v>
                </c:pt>
                <c:pt idx="13856">
                  <c:v>3.7316199999999999</c:v>
                </c:pt>
                <c:pt idx="13857">
                  <c:v>3.7319200000000001</c:v>
                </c:pt>
                <c:pt idx="13858">
                  <c:v>3.7322299999999999</c:v>
                </c:pt>
                <c:pt idx="13859">
                  <c:v>3.7325400000000002</c:v>
                </c:pt>
                <c:pt idx="13860">
                  <c:v>3.7328399999999999</c:v>
                </c:pt>
                <c:pt idx="13861">
                  <c:v>3.7331500000000002</c:v>
                </c:pt>
                <c:pt idx="13862">
                  <c:v>3.7334499999999999</c:v>
                </c:pt>
                <c:pt idx="13863">
                  <c:v>3.7337600000000002</c:v>
                </c:pt>
                <c:pt idx="13864">
                  <c:v>3.7340599999999999</c:v>
                </c:pt>
                <c:pt idx="13865">
                  <c:v>3.7343700000000002</c:v>
                </c:pt>
                <c:pt idx="13866">
                  <c:v>3.7346699999999999</c:v>
                </c:pt>
                <c:pt idx="13867">
                  <c:v>3.7349800000000002</c:v>
                </c:pt>
                <c:pt idx="13868">
                  <c:v>3.7352799999999999</c:v>
                </c:pt>
                <c:pt idx="13869">
                  <c:v>3.7355900000000002</c:v>
                </c:pt>
                <c:pt idx="13870">
                  <c:v>3.7358899999999999</c:v>
                </c:pt>
                <c:pt idx="13871">
                  <c:v>3.7362000000000002</c:v>
                </c:pt>
                <c:pt idx="13872">
                  <c:v>3.73651</c:v>
                </c:pt>
                <c:pt idx="13873">
                  <c:v>3.7368100000000002</c:v>
                </c:pt>
                <c:pt idx="13874">
                  <c:v>3.73712</c:v>
                </c:pt>
                <c:pt idx="13875">
                  <c:v>3.7374200000000002</c:v>
                </c:pt>
                <c:pt idx="13876">
                  <c:v>3.73773</c:v>
                </c:pt>
                <c:pt idx="13877">
                  <c:v>3.7380300000000002</c:v>
                </c:pt>
                <c:pt idx="13878">
                  <c:v>3.73834</c:v>
                </c:pt>
                <c:pt idx="13879">
                  <c:v>3.7386400000000002</c:v>
                </c:pt>
                <c:pt idx="13880">
                  <c:v>3.73895</c:v>
                </c:pt>
                <c:pt idx="13881">
                  <c:v>3.7392500000000002</c:v>
                </c:pt>
                <c:pt idx="13882">
                  <c:v>3.73956</c:v>
                </c:pt>
                <c:pt idx="13883">
                  <c:v>3.7398600000000002</c:v>
                </c:pt>
                <c:pt idx="13884">
                  <c:v>3.74017</c:v>
                </c:pt>
                <c:pt idx="13885">
                  <c:v>3.7404799999999998</c:v>
                </c:pt>
                <c:pt idx="13886">
                  <c:v>3.74078</c:v>
                </c:pt>
                <c:pt idx="13887">
                  <c:v>3.7410899999999998</c:v>
                </c:pt>
                <c:pt idx="13888">
                  <c:v>3.74139</c:v>
                </c:pt>
                <c:pt idx="13889">
                  <c:v>3.7416999999999998</c:v>
                </c:pt>
                <c:pt idx="13890">
                  <c:v>3.742</c:v>
                </c:pt>
                <c:pt idx="13891">
                  <c:v>3.7423099999999998</c:v>
                </c:pt>
                <c:pt idx="13892">
                  <c:v>3.74261</c:v>
                </c:pt>
                <c:pt idx="13893">
                  <c:v>3.7429199999999998</c:v>
                </c:pt>
                <c:pt idx="13894">
                  <c:v>3.74322</c:v>
                </c:pt>
                <c:pt idx="13895">
                  <c:v>3.7435299999999998</c:v>
                </c:pt>
                <c:pt idx="13896">
                  <c:v>3.74383</c:v>
                </c:pt>
                <c:pt idx="13897">
                  <c:v>3.7441399999999998</c:v>
                </c:pt>
                <c:pt idx="13898">
                  <c:v>3.7444500000000001</c:v>
                </c:pt>
                <c:pt idx="13899">
                  <c:v>3.7447499999999998</c:v>
                </c:pt>
                <c:pt idx="13900">
                  <c:v>3.7450600000000001</c:v>
                </c:pt>
                <c:pt idx="13901">
                  <c:v>3.7453599999999998</c:v>
                </c:pt>
                <c:pt idx="13902">
                  <c:v>3.7456700000000001</c:v>
                </c:pt>
                <c:pt idx="13903">
                  <c:v>3.7459699999999998</c:v>
                </c:pt>
                <c:pt idx="13904">
                  <c:v>3.7462800000000001</c:v>
                </c:pt>
                <c:pt idx="13905">
                  <c:v>3.7465799999999998</c:v>
                </c:pt>
                <c:pt idx="13906">
                  <c:v>3.7468900000000001</c:v>
                </c:pt>
                <c:pt idx="13907">
                  <c:v>3.7471899999999998</c:v>
                </c:pt>
                <c:pt idx="13908">
                  <c:v>3.7475000000000001</c:v>
                </c:pt>
                <c:pt idx="13909">
                  <c:v>3.7478099999999999</c:v>
                </c:pt>
                <c:pt idx="13910">
                  <c:v>3.7481100000000001</c:v>
                </c:pt>
                <c:pt idx="13911">
                  <c:v>3.7484199999999999</c:v>
                </c:pt>
                <c:pt idx="13912">
                  <c:v>3.7487200000000001</c:v>
                </c:pt>
                <c:pt idx="13913">
                  <c:v>3.7490299999999999</c:v>
                </c:pt>
                <c:pt idx="13914">
                  <c:v>3.7493300000000001</c:v>
                </c:pt>
                <c:pt idx="13915">
                  <c:v>3.7496399999999999</c:v>
                </c:pt>
                <c:pt idx="13916">
                  <c:v>3.7499400000000001</c:v>
                </c:pt>
                <c:pt idx="13917">
                  <c:v>3.7502499999999999</c:v>
                </c:pt>
                <c:pt idx="13918">
                  <c:v>3.7505500000000001</c:v>
                </c:pt>
                <c:pt idx="13919">
                  <c:v>3.7508599999999999</c:v>
                </c:pt>
                <c:pt idx="13920">
                  <c:v>3.75116</c:v>
                </c:pt>
                <c:pt idx="13921">
                  <c:v>3.7514699999999999</c:v>
                </c:pt>
                <c:pt idx="13922">
                  <c:v>3.7517800000000001</c:v>
                </c:pt>
                <c:pt idx="13923">
                  <c:v>3.7520799999999999</c:v>
                </c:pt>
                <c:pt idx="13924">
                  <c:v>3.7523900000000001</c:v>
                </c:pt>
                <c:pt idx="13925">
                  <c:v>3.7526899999999999</c:v>
                </c:pt>
                <c:pt idx="13926">
                  <c:v>3.7530000000000001</c:v>
                </c:pt>
                <c:pt idx="13927">
                  <c:v>3.7532999999999999</c:v>
                </c:pt>
                <c:pt idx="13928">
                  <c:v>3.7536100000000001</c:v>
                </c:pt>
                <c:pt idx="13929">
                  <c:v>3.7539099999999999</c:v>
                </c:pt>
                <c:pt idx="13930">
                  <c:v>3.7542200000000001</c:v>
                </c:pt>
                <c:pt idx="13931">
                  <c:v>3.7545199999999999</c:v>
                </c:pt>
                <c:pt idx="13932">
                  <c:v>3.7548300000000001</c:v>
                </c:pt>
                <c:pt idx="13933">
                  <c:v>3.7551299999999999</c:v>
                </c:pt>
                <c:pt idx="13934">
                  <c:v>3.7554400000000001</c:v>
                </c:pt>
                <c:pt idx="13935">
                  <c:v>3.7557499999999999</c:v>
                </c:pt>
                <c:pt idx="13936">
                  <c:v>3.7560500000000001</c:v>
                </c:pt>
                <c:pt idx="13937">
                  <c:v>3.7563599999999999</c:v>
                </c:pt>
                <c:pt idx="13938">
                  <c:v>3.7566600000000001</c:v>
                </c:pt>
                <c:pt idx="13939">
                  <c:v>3.7569699999999999</c:v>
                </c:pt>
                <c:pt idx="13940">
                  <c:v>3.7572700000000001</c:v>
                </c:pt>
                <c:pt idx="13941">
                  <c:v>3.7575799999999999</c:v>
                </c:pt>
                <c:pt idx="13942">
                  <c:v>3.7578800000000001</c:v>
                </c:pt>
                <c:pt idx="13943">
                  <c:v>3.7581899999999999</c:v>
                </c:pt>
                <c:pt idx="13944">
                  <c:v>3.7584900000000001</c:v>
                </c:pt>
                <c:pt idx="13945">
                  <c:v>3.7587999999999999</c:v>
                </c:pt>
                <c:pt idx="13946">
                  <c:v>3.7591000000000001</c:v>
                </c:pt>
                <c:pt idx="13947">
                  <c:v>3.7594099999999999</c:v>
                </c:pt>
                <c:pt idx="13948">
                  <c:v>3.7597200000000002</c:v>
                </c:pt>
                <c:pt idx="13949">
                  <c:v>3.7600199999999999</c:v>
                </c:pt>
                <c:pt idx="13950">
                  <c:v>3.7603300000000002</c:v>
                </c:pt>
                <c:pt idx="13951">
                  <c:v>3.7606299999999999</c:v>
                </c:pt>
                <c:pt idx="13952">
                  <c:v>3.7609400000000002</c:v>
                </c:pt>
                <c:pt idx="13953">
                  <c:v>3.7612399999999999</c:v>
                </c:pt>
                <c:pt idx="13954">
                  <c:v>3.7615500000000002</c:v>
                </c:pt>
                <c:pt idx="13955">
                  <c:v>3.7618499999999999</c:v>
                </c:pt>
                <c:pt idx="13956">
                  <c:v>3.7621600000000002</c:v>
                </c:pt>
                <c:pt idx="13957">
                  <c:v>3.7624599999999999</c:v>
                </c:pt>
                <c:pt idx="13958">
                  <c:v>3.7627700000000002</c:v>
                </c:pt>
                <c:pt idx="13959">
                  <c:v>3.7630699999999999</c:v>
                </c:pt>
                <c:pt idx="13960">
                  <c:v>3.7633800000000002</c:v>
                </c:pt>
                <c:pt idx="13961">
                  <c:v>3.76369</c:v>
                </c:pt>
                <c:pt idx="13962">
                  <c:v>3.7639900000000002</c:v>
                </c:pt>
                <c:pt idx="13963">
                  <c:v>3.7643</c:v>
                </c:pt>
                <c:pt idx="13964">
                  <c:v>3.7646000000000002</c:v>
                </c:pt>
                <c:pt idx="13965">
                  <c:v>3.76491</c:v>
                </c:pt>
                <c:pt idx="13966">
                  <c:v>3.7652100000000002</c:v>
                </c:pt>
                <c:pt idx="13967">
                  <c:v>3.76552</c:v>
                </c:pt>
                <c:pt idx="13968">
                  <c:v>3.7658200000000002</c:v>
                </c:pt>
                <c:pt idx="13969">
                  <c:v>3.76613</c:v>
                </c:pt>
                <c:pt idx="13970">
                  <c:v>3.7664300000000002</c:v>
                </c:pt>
                <c:pt idx="13971">
                  <c:v>3.76674</c:v>
                </c:pt>
                <c:pt idx="13972">
                  <c:v>3.7670499999999998</c:v>
                </c:pt>
                <c:pt idx="13973">
                  <c:v>3.76735</c:v>
                </c:pt>
                <c:pt idx="13974">
                  <c:v>3.7676599999999998</c:v>
                </c:pt>
                <c:pt idx="13975">
                  <c:v>3.76796</c:v>
                </c:pt>
                <c:pt idx="13976">
                  <c:v>3.7682699999999998</c:v>
                </c:pt>
                <c:pt idx="13977">
                  <c:v>3.76857</c:v>
                </c:pt>
                <c:pt idx="13978">
                  <c:v>3.7688799999999998</c:v>
                </c:pt>
                <c:pt idx="13979">
                  <c:v>3.76918</c:v>
                </c:pt>
                <c:pt idx="13980">
                  <c:v>3.7694899999999998</c:v>
                </c:pt>
                <c:pt idx="13981">
                  <c:v>3.76979</c:v>
                </c:pt>
                <c:pt idx="13982">
                  <c:v>3.7700999999999998</c:v>
                </c:pt>
                <c:pt idx="13983">
                  <c:v>3.7704</c:v>
                </c:pt>
                <c:pt idx="13984">
                  <c:v>3.7707099999999998</c:v>
                </c:pt>
                <c:pt idx="13985">
                  <c:v>3.77102</c:v>
                </c:pt>
                <c:pt idx="13986">
                  <c:v>3.7713199999999998</c:v>
                </c:pt>
                <c:pt idx="13987">
                  <c:v>3.77163</c:v>
                </c:pt>
                <c:pt idx="13988">
                  <c:v>3.7719299999999998</c:v>
                </c:pt>
                <c:pt idx="13989">
                  <c:v>3.77224</c:v>
                </c:pt>
                <c:pt idx="13990">
                  <c:v>3.7725399999999998</c:v>
                </c:pt>
                <c:pt idx="13991">
                  <c:v>3.77285</c:v>
                </c:pt>
                <c:pt idx="13992">
                  <c:v>3.7731499999999998</c:v>
                </c:pt>
                <c:pt idx="13993">
                  <c:v>3.77346</c:v>
                </c:pt>
                <c:pt idx="13994">
                  <c:v>3.7737599999999998</c:v>
                </c:pt>
                <c:pt idx="13995">
                  <c:v>3.77407</c:v>
                </c:pt>
                <c:pt idx="13996">
                  <c:v>3.7743699999999998</c:v>
                </c:pt>
                <c:pt idx="13997">
                  <c:v>3.77468</c:v>
                </c:pt>
                <c:pt idx="13998">
                  <c:v>3.7749899999999998</c:v>
                </c:pt>
                <c:pt idx="13999">
                  <c:v>3.77529</c:v>
                </c:pt>
                <c:pt idx="14000">
                  <c:v>3.7755999999999998</c:v>
                </c:pt>
                <c:pt idx="14001">
                  <c:v>3.7759</c:v>
                </c:pt>
                <c:pt idx="14002">
                  <c:v>3.7762099999999998</c:v>
                </c:pt>
                <c:pt idx="14003">
                  <c:v>3.77651</c:v>
                </c:pt>
                <c:pt idx="14004">
                  <c:v>3.7768199999999998</c:v>
                </c:pt>
                <c:pt idx="14005">
                  <c:v>3.77712</c:v>
                </c:pt>
                <c:pt idx="14006">
                  <c:v>3.7774299999999998</c:v>
                </c:pt>
                <c:pt idx="14007">
                  <c:v>3.77773</c:v>
                </c:pt>
                <c:pt idx="14008">
                  <c:v>3.7780399999999998</c:v>
                </c:pt>
                <c:pt idx="14009">
                  <c:v>3.77834</c:v>
                </c:pt>
                <c:pt idx="14010">
                  <c:v>3.7786499999999998</c:v>
                </c:pt>
                <c:pt idx="14011">
                  <c:v>3.7789600000000001</c:v>
                </c:pt>
                <c:pt idx="14012">
                  <c:v>3.7792599999999998</c:v>
                </c:pt>
                <c:pt idx="14013">
                  <c:v>3.7795700000000001</c:v>
                </c:pt>
                <c:pt idx="14014">
                  <c:v>3.7798699999999998</c:v>
                </c:pt>
                <c:pt idx="14015">
                  <c:v>3.7801800000000001</c:v>
                </c:pt>
                <c:pt idx="14016">
                  <c:v>3.7804799999999998</c:v>
                </c:pt>
                <c:pt idx="14017">
                  <c:v>3.7807900000000001</c:v>
                </c:pt>
                <c:pt idx="14018">
                  <c:v>3.7810899999999998</c:v>
                </c:pt>
                <c:pt idx="14019">
                  <c:v>3.7814000000000001</c:v>
                </c:pt>
                <c:pt idx="14020">
                  <c:v>3.7816999999999998</c:v>
                </c:pt>
                <c:pt idx="14021">
                  <c:v>3.7820100000000001</c:v>
                </c:pt>
                <c:pt idx="14022">
                  <c:v>3.7823099999999998</c:v>
                </c:pt>
                <c:pt idx="14023">
                  <c:v>3.7826200000000001</c:v>
                </c:pt>
                <c:pt idx="14024">
                  <c:v>3.7829299999999999</c:v>
                </c:pt>
                <c:pt idx="14025">
                  <c:v>3.7832300000000001</c:v>
                </c:pt>
                <c:pt idx="14026">
                  <c:v>3.7835399999999999</c:v>
                </c:pt>
                <c:pt idx="14027">
                  <c:v>3.7838400000000001</c:v>
                </c:pt>
                <c:pt idx="14028">
                  <c:v>3.7841499999999999</c:v>
                </c:pt>
                <c:pt idx="14029">
                  <c:v>3.7844500000000001</c:v>
                </c:pt>
                <c:pt idx="14030">
                  <c:v>3.7847599999999999</c:v>
                </c:pt>
                <c:pt idx="14031">
                  <c:v>3.7850600000000001</c:v>
                </c:pt>
                <c:pt idx="14032">
                  <c:v>3.7853699999999999</c:v>
                </c:pt>
                <c:pt idx="14033">
                  <c:v>3.7856700000000001</c:v>
                </c:pt>
                <c:pt idx="14034">
                  <c:v>3.7859799999999999</c:v>
                </c:pt>
                <c:pt idx="14035">
                  <c:v>3.7862900000000002</c:v>
                </c:pt>
                <c:pt idx="14036">
                  <c:v>3.7865899999999999</c:v>
                </c:pt>
                <c:pt idx="14037">
                  <c:v>3.7869000000000002</c:v>
                </c:pt>
                <c:pt idx="14038">
                  <c:v>3.7871999999999999</c:v>
                </c:pt>
                <c:pt idx="14039">
                  <c:v>3.7875100000000002</c:v>
                </c:pt>
                <c:pt idx="14040">
                  <c:v>3.7878099999999999</c:v>
                </c:pt>
                <c:pt idx="14041">
                  <c:v>3.7881200000000002</c:v>
                </c:pt>
                <c:pt idx="14042">
                  <c:v>3.7884199999999999</c:v>
                </c:pt>
                <c:pt idx="14043">
                  <c:v>3.7887300000000002</c:v>
                </c:pt>
                <c:pt idx="14044">
                  <c:v>3.7890299999999999</c:v>
                </c:pt>
                <c:pt idx="14045">
                  <c:v>3.7893400000000002</c:v>
                </c:pt>
                <c:pt idx="14046">
                  <c:v>3.7896399999999999</c:v>
                </c:pt>
                <c:pt idx="14047">
                  <c:v>3.7899500000000002</c:v>
                </c:pt>
                <c:pt idx="14048">
                  <c:v>3.79026</c:v>
                </c:pt>
                <c:pt idx="14049">
                  <c:v>3.7905600000000002</c:v>
                </c:pt>
                <c:pt idx="14050">
                  <c:v>3.79087</c:v>
                </c:pt>
                <c:pt idx="14051">
                  <c:v>3.7911700000000002</c:v>
                </c:pt>
                <c:pt idx="14052">
                  <c:v>3.79148</c:v>
                </c:pt>
                <c:pt idx="14053">
                  <c:v>3.7917800000000002</c:v>
                </c:pt>
                <c:pt idx="14054">
                  <c:v>3.79209</c:v>
                </c:pt>
                <c:pt idx="14055">
                  <c:v>3.7923900000000001</c:v>
                </c:pt>
                <c:pt idx="14056">
                  <c:v>3.7927</c:v>
                </c:pt>
                <c:pt idx="14057">
                  <c:v>3.7930000000000001</c:v>
                </c:pt>
                <c:pt idx="14058">
                  <c:v>3.79331</c:v>
                </c:pt>
                <c:pt idx="14059">
                  <c:v>3.7936100000000001</c:v>
                </c:pt>
                <c:pt idx="14060">
                  <c:v>3.79392</c:v>
                </c:pt>
                <c:pt idx="14061">
                  <c:v>3.7942300000000002</c:v>
                </c:pt>
                <c:pt idx="14062">
                  <c:v>3.79453</c:v>
                </c:pt>
                <c:pt idx="14063">
                  <c:v>3.7948400000000002</c:v>
                </c:pt>
                <c:pt idx="14064">
                  <c:v>3.79514</c:v>
                </c:pt>
                <c:pt idx="14065">
                  <c:v>3.7954500000000002</c:v>
                </c:pt>
                <c:pt idx="14066">
                  <c:v>3.79575</c:v>
                </c:pt>
                <c:pt idx="14067">
                  <c:v>3.7960600000000002</c:v>
                </c:pt>
                <c:pt idx="14068">
                  <c:v>3.79636</c:v>
                </c:pt>
                <c:pt idx="14069">
                  <c:v>3.7966700000000002</c:v>
                </c:pt>
                <c:pt idx="14070">
                  <c:v>3.79697</c:v>
                </c:pt>
                <c:pt idx="14071">
                  <c:v>3.7972800000000002</c:v>
                </c:pt>
                <c:pt idx="14072">
                  <c:v>3.79758</c:v>
                </c:pt>
                <c:pt idx="14073">
                  <c:v>3.7978900000000002</c:v>
                </c:pt>
                <c:pt idx="14074">
                  <c:v>3.7982</c:v>
                </c:pt>
                <c:pt idx="14075">
                  <c:v>3.7985000000000002</c:v>
                </c:pt>
                <c:pt idx="14076">
                  <c:v>3.79881</c:v>
                </c:pt>
                <c:pt idx="14077">
                  <c:v>3.7991100000000002</c:v>
                </c:pt>
                <c:pt idx="14078">
                  <c:v>3.79942</c:v>
                </c:pt>
                <c:pt idx="14079">
                  <c:v>3.7997200000000002</c:v>
                </c:pt>
                <c:pt idx="14080">
                  <c:v>3.80003</c:v>
                </c:pt>
                <c:pt idx="14081">
                  <c:v>3.8003300000000002</c:v>
                </c:pt>
                <c:pt idx="14082">
                  <c:v>3.80064</c:v>
                </c:pt>
                <c:pt idx="14083">
                  <c:v>3.8009400000000002</c:v>
                </c:pt>
                <c:pt idx="14084">
                  <c:v>3.80125</c:v>
                </c:pt>
                <c:pt idx="14085">
                  <c:v>3.8015599999999998</c:v>
                </c:pt>
                <c:pt idx="14086">
                  <c:v>3.80186</c:v>
                </c:pt>
                <c:pt idx="14087">
                  <c:v>3.8021699999999998</c:v>
                </c:pt>
                <c:pt idx="14088">
                  <c:v>3.80247</c:v>
                </c:pt>
                <c:pt idx="14089">
                  <c:v>3.8027799999999998</c:v>
                </c:pt>
                <c:pt idx="14090">
                  <c:v>3.80308</c:v>
                </c:pt>
                <c:pt idx="14091">
                  <c:v>3.8033899999999998</c:v>
                </c:pt>
                <c:pt idx="14092">
                  <c:v>3.80369</c:v>
                </c:pt>
                <c:pt idx="14093">
                  <c:v>3.8039999999999998</c:v>
                </c:pt>
                <c:pt idx="14094">
                  <c:v>3.8043</c:v>
                </c:pt>
                <c:pt idx="14095">
                  <c:v>3.8046099999999998</c:v>
                </c:pt>
                <c:pt idx="14096">
                  <c:v>3.80491</c:v>
                </c:pt>
                <c:pt idx="14097">
                  <c:v>3.8052199999999998</c:v>
                </c:pt>
                <c:pt idx="14098">
                  <c:v>3.8055300000000001</c:v>
                </c:pt>
                <c:pt idx="14099">
                  <c:v>3.8058299999999998</c:v>
                </c:pt>
                <c:pt idx="14100">
                  <c:v>3.8061400000000001</c:v>
                </c:pt>
                <c:pt idx="14101">
                  <c:v>3.8064399999999998</c:v>
                </c:pt>
                <c:pt idx="14102">
                  <c:v>3.8067500000000001</c:v>
                </c:pt>
                <c:pt idx="14103">
                  <c:v>3.8070499999999998</c:v>
                </c:pt>
                <c:pt idx="14104">
                  <c:v>3.8073600000000001</c:v>
                </c:pt>
                <c:pt idx="14105">
                  <c:v>3.8076599999999998</c:v>
                </c:pt>
                <c:pt idx="14106">
                  <c:v>3.8079700000000001</c:v>
                </c:pt>
                <c:pt idx="14107">
                  <c:v>3.8082699999999998</c:v>
                </c:pt>
                <c:pt idx="14108">
                  <c:v>3.8085800000000001</c:v>
                </c:pt>
                <c:pt idx="14109">
                  <c:v>3.8088799999999998</c:v>
                </c:pt>
                <c:pt idx="14110">
                  <c:v>3.8091900000000001</c:v>
                </c:pt>
                <c:pt idx="14111">
                  <c:v>3.8094999999999999</c:v>
                </c:pt>
                <c:pt idx="14112">
                  <c:v>3.8098000000000001</c:v>
                </c:pt>
                <c:pt idx="14113">
                  <c:v>3.8101099999999999</c:v>
                </c:pt>
                <c:pt idx="14114">
                  <c:v>3.8104100000000001</c:v>
                </c:pt>
                <c:pt idx="14115">
                  <c:v>3.8107199999999999</c:v>
                </c:pt>
                <c:pt idx="14116">
                  <c:v>3.8110200000000001</c:v>
                </c:pt>
                <c:pt idx="14117">
                  <c:v>3.8113299999999999</c:v>
                </c:pt>
                <c:pt idx="14118">
                  <c:v>3.8116300000000001</c:v>
                </c:pt>
                <c:pt idx="14119">
                  <c:v>3.8119399999999999</c:v>
                </c:pt>
                <c:pt idx="14120">
                  <c:v>3.8122400000000001</c:v>
                </c:pt>
                <c:pt idx="14121">
                  <c:v>3.8125499999999999</c:v>
                </c:pt>
                <c:pt idx="14122">
                  <c:v>3.8128500000000001</c:v>
                </c:pt>
                <c:pt idx="14123">
                  <c:v>3.8131599999999999</c:v>
                </c:pt>
                <c:pt idx="14124">
                  <c:v>3.8134700000000001</c:v>
                </c:pt>
                <c:pt idx="14125">
                  <c:v>3.8137699999999999</c:v>
                </c:pt>
                <c:pt idx="14126">
                  <c:v>3.8140800000000001</c:v>
                </c:pt>
                <c:pt idx="14127">
                  <c:v>3.8143799999999999</c:v>
                </c:pt>
                <c:pt idx="14128">
                  <c:v>3.8146900000000001</c:v>
                </c:pt>
                <c:pt idx="14129">
                  <c:v>3.8149899999999999</c:v>
                </c:pt>
                <c:pt idx="14130">
                  <c:v>3.8153000000000001</c:v>
                </c:pt>
                <c:pt idx="14131">
                  <c:v>3.8155999999999999</c:v>
                </c:pt>
                <c:pt idx="14132">
                  <c:v>3.8159100000000001</c:v>
                </c:pt>
                <c:pt idx="14133">
                  <c:v>3.8162099999999999</c:v>
                </c:pt>
                <c:pt idx="14134">
                  <c:v>3.8165200000000001</c:v>
                </c:pt>
                <c:pt idx="14135">
                  <c:v>3.8168199999999999</c:v>
                </c:pt>
                <c:pt idx="14136">
                  <c:v>3.8171300000000001</c:v>
                </c:pt>
                <c:pt idx="14137">
                  <c:v>3.8174399999999999</c:v>
                </c:pt>
                <c:pt idx="14138">
                  <c:v>3.8177400000000001</c:v>
                </c:pt>
                <c:pt idx="14139">
                  <c:v>3.8180499999999999</c:v>
                </c:pt>
                <c:pt idx="14140">
                  <c:v>3.8183500000000001</c:v>
                </c:pt>
                <c:pt idx="14141">
                  <c:v>3.8186599999999999</c:v>
                </c:pt>
                <c:pt idx="14142">
                  <c:v>3.8189600000000001</c:v>
                </c:pt>
                <c:pt idx="14143">
                  <c:v>3.8192699999999999</c:v>
                </c:pt>
                <c:pt idx="14144">
                  <c:v>3.8195700000000001</c:v>
                </c:pt>
                <c:pt idx="14145">
                  <c:v>3.8198799999999999</c:v>
                </c:pt>
                <c:pt idx="14146">
                  <c:v>3.8201800000000001</c:v>
                </c:pt>
                <c:pt idx="14147">
                  <c:v>3.8204899999999999</c:v>
                </c:pt>
                <c:pt idx="14148">
                  <c:v>3.8208000000000002</c:v>
                </c:pt>
                <c:pt idx="14149">
                  <c:v>3.8210999999999999</c:v>
                </c:pt>
                <c:pt idx="14150">
                  <c:v>3.8214100000000002</c:v>
                </c:pt>
                <c:pt idx="14151">
                  <c:v>3.8217099999999999</c:v>
                </c:pt>
                <c:pt idx="14152">
                  <c:v>3.8220200000000002</c:v>
                </c:pt>
                <c:pt idx="14153">
                  <c:v>3.8223199999999999</c:v>
                </c:pt>
                <c:pt idx="14154">
                  <c:v>3.8226300000000002</c:v>
                </c:pt>
                <c:pt idx="14155">
                  <c:v>3.8229299999999999</c:v>
                </c:pt>
                <c:pt idx="14156">
                  <c:v>3.8232400000000002</c:v>
                </c:pt>
                <c:pt idx="14157">
                  <c:v>3.8235399999999999</c:v>
                </c:pt>
                <c:pt idx="14158">
                  <c:v>3.8238500000000002</c:v>
                </c:pt>
                <c:pt idx="14159">
                  <c:v>3.8241499999999999</c:v>
                </c:pt>
                <c:pt idx="14160">
                  <c:v>3.8244600000000002</c:v>
                </c:pt>
                <c:pt idx="14161">
                  <c:v>3.82477</c:v>
                </c:pt>
                <c:pt idx="14162">
                  <c:v>3.8250700000000002</c:v>
                </c:pt>
                <c:pt idx="14163">
                  <c:v>3.82538</c:v>
                </c:pt>
                <c:pt idx="14164">
                  <c:v>3.8256800000000002</c:v>
                </c:pt>
                <c:pt idx="14165">
                  <c:v>3.82599</c:v>
                </c:pt>
                <c:pt idx="14166">
                  <c:v>3.8262900000000002</c:v>
                </c:pt>
                <c:pt idx="14167">
                  <c:v>3.8266</c:v>
                </c:pt>
                <c:pt idx="14168">
                  <c:v>3.8269000000000002</c:v>
                </c:pt>
                <c:pt idx="14169">
                  <c:v>3.82721</c:v>
                </c:pt>
                <c:pt idx="14170">
                  <c:v>3.8275100000000002</c:v>
                </c:pt>
                <c:pt idx="14171">
                  <c:v>3.82782</c:v>
                </c:pt>
                <c:pt idx="14172">
                  <c:v>3.8281200000000002</c:v>
                </c:pt>
                <c:pt idx="14173">
                  <c:v>3.82843</c:v>
                </c:pt>
                <c:pt idx="14174">
                  <c:v>3.8287399999999998</c:v>
                </c:pt>
                <c:pt idx="14175">
                  <c:v>3.82904</c:v>
                </c:pt>
                <c:pt idx="14176">
                  <c:v>3.8293499999999998</c:v>
                </c:pt>
                <c:pt idx="14177">
                  <c:v>3.82965</c:v>
                </c:pt>
                <c:pt idx="14178">
                  <c:v>3.8299599999999998</c:v>
                </c:pt>
                <c:pt idx="14179">
                  <c:v>3.83026</c:v>
                </c:pt>
                <c:pt idx="14180">
                  <c:v>3.8305699999999998</c:v>
                </c:pt>
                <c:pt idx="14181">
                  <c:v>3.83087</c:v>
                </c:pt>
                <c:pt idx="14182">
                  <c:v>3.8311799999999998</c:v>
                </c:pt>
                <c:pt idx="14183">
                  <c:v>3.83148</c:v>
                </c:pt>
                <c:pt idx="14184">
                  <c:v>3.8317899999999998</c:v>
                </c:pt>
                <c:pt idx="14185">
                  <c:v>3.83209</c:v>
                </c:pt>
                <c:pt idx="14186">
                  <c:v>3.8323999999999998</c:v>
                </c:pt>
                <c:pt idx="14187">
                  <c:v>3.8327100000000001</c:v>
                </c:pt>
                <c:pt idx="14188">
                  <c:v>3.8330099999999998</c:v>
                </c:pt>
                <c:pt idx="14189">
                  <c:v>3.8333200000000001</c:v>
                </c:pt>
                <c:pt idx="14190">
                  <c:v>3.8336199999999998</c:v>
                </c:pt>
                <c:pt idx="14191">
                  <c:v>3.8339300000000001</c:v>
                </c:pt>
                <c:pt idx="14192">
                  <c:v>3.8342299999999998</c:v>
                </c:pt>
                <c:pt idx="14193">
                  <c:v>3.8345400000000001</c:v>
                </c:pt>
                <c:pt idx="14194">
                  <c:v>3.8348399999999998</c:v>
                </c:pt>
                <c:pt idx="14195">
                  <c:v>3.8351500000000001</c:v>
                </c:pt>
                <c:pt idx="14196">
                  <c:v>3.8354499999999998</c:v>
                </c:pt>
                <c:pt idx="14197">
                  <c:v>3.8357600000000001</c:v>
                </c:pt>
                <c:pt idx="14198">
                  <c:v>3.8360599999999998</c:v>
                </c:pt>
                <c:pt idx="14199">
                  <c:v>3.8363700000000001</c:v>
                </c:pt>
                <c:pt idx="14200">
                  <c:v>3.8366799999999999</c:v>
                </c:pt>
                <c:pt idx="14201">
                  <c:v>3.8369800000000001</c:v>
                </c:pt>
                <c:pt idx="14202">
                  <c:v>3.8372899999999999</c:v>
                </c:pt>
                <c:pt idx="14203">
                  <c:v>3.8375900000000001</c:v>
                </c:pt>
                <c:pt idx="14204">
                  <c:v>3.8378999999999999</c:v>
                </c:pt>
                <c:pt idx="14205">
                  <c:v>3.8382000000000001</c:v>
                </c:pt>
                <c:pt idx="14206">
                  <c:v>3.8385099999999999</c:v>
                </c:pt>
                <c:pt idx="14207">
                  <c:v>3.8388100000000001</c:v>
                </c:pt>
                <c:pt idx="14208">
                  <c:v>3.8391199999999999</c:v>
                </c:pt>
                <c:pt idx="14209">
                  <c:v>3.8394200000000001</c:v>
                </c:pt>
                <c:pt idx="14210">
                  <c:v>3.8397299999999999</c:v>
                </c:pt>
                <c:pt idx="14211">
                  <c:v>3.8400400000000001</c:v>
                </c:pt>
                <c:pt idx="14212">
                  <c:v>3.8403399999999999</c:v>
                </c:pt>
                <c:pt idx="14213">
                  <c:v>3.8406500000000001</c:v>
                </c:pt>
                <c:pt idx="14214">
                  <c:v>3.8409499999999999</c:v>
                </c:pt>
                <c:pt idx="14215">
                  <c:v>3.8412600000000001</c:v>
                </c:pt>
                <c:pt idx="14216">
                  <c:v>3.8415599999999999</c:v>
                </c:pt>
                <c:pt idx="14217">
                  <c:v>3.8418700000000001</c:v>
                </c:pt>
                <c:pt idx="14218">
                  <c:v>3.8421699999999999</c:v>
                </c:pt>
                <c:pt idx="14219">
                  <c:v>3.8424800000000001</c:v>
                </c:pt>
                <c:pt idx="14220">
                  <c:v>3.8427799999999999</c:v>
                </c:pt>
                <c:pt idx="14221">
                  <c:v>3.8430900000000001</c:v>
                </c:pt>
                <c:pt idx="14222">
                  <c:v>3.8433899999999999</c:v>
                </c:pt>
                <c:pt idx="14223">
                  <c:v>3.8437000000000001</c:v>
                </c:pt>
                <c:pt idx="14224">
                  <c:v>3.8440099999999999</c:v>
                </c:pt>
                <c:pt idx="14225">
                  <c:v>3.8443100000000001</c:v>
                </c:pt>
                <c:pt idx="14226">
                  <c:v>3.8446199999999999</c:v>
                </c:pt>
                <c:pt idx="14227">
                  <c:v>3.8449200000000001</c:v>
                </c:pt>
                <c:pt idx="14228">
                  <c:v>3.8452299999999999</c:v>
                </c:pt>
                <c:pt idx="14229">
                  <c:v>3.8455300000000001</c:v>
                </c:pt>
                <c:pt idx="14230">
                  <c:v>3.8458399999999999</c:v>
                </c:pt>
                <c:pt idx="14231">
                  <c:v>3.8461400000000001</c:v>
                </c:pt>
                <c:pt idx="14232">
                  <c:v>3.8464499999999999</c:v>
                </c:pt>
                <c:pt idx="14233">
                  <c:v>3.8467500000000001</c:v>
                </c:pt>
                <c:pt idx="14234">
                  <c:v>3.8470599999999999</c:v>
                </c:pt>
                <c:pt idx="14235">
                  <c:v>3.8473600000000001</c:v>
                </c:pt>
                <c:pt idx="14236">
                  <c:v>3.8476699999999999</c:v>
                </c:pt>
                <c:pt idx="14237">
                  <c:v>3.8479800000000002</c:v>
                </c:pt>
                <c:pt idx="14238">
                  <c:v>3.8482799999999999</c:v>
                </c:pt>
                <c:pt idx="14239">
                  <c:v>3.8485900000000002</c:v>
                </c:pt>
                <c:pt idx="14240">
                  <c:v>3.8488899999999999</c:v>
                </c:pt>
                <c:pt idx="14241">
                  <c:v>3.8492000000000002</c:v>
                </c:pt>
                <c:pt idx="14242">
                  <c:v>3.8494999999999999</c:v>
                </c:pt>
                <c:pt idx="14243">
                  <c:v>3.8498100000000002</c:v>
                </c:pt>
                <c:pt idx="14244">
                  <c:v>3.8501099999999999</c:v>
                </c:pt>
                <c:pt idx="14245">
                  <c:v>3.8504200000000002</c:v>
                </c:pt>
                <c:pt idx="14246">
                  <c:v>3.8507199999999999</c:v>
                </c:pt>
                <c:pt idx="14247">
                  <c:v>3.8510300000000002</c:v>
                </c:pt>
                <c:pt idx="14248">
                  <c:v>3.8513299999999999</c:v>
                </c:pt>
                <c:pt idx="14249">
                  <c:v>3.8516400000000002</c:v>
                </c:pt>
                <c:pt idx="14250">
                  <c:v>3.85195</c:v>
                </c:pt>
                <c:pt idx="14251">
                  <c:v>3.8522500000000002</c:v>
                </c:pt>
                <c:pt idx="14252">
                  <c:v>3.85256</c:v>
                </c:pt>
                <c:pt idx="14253">
                  <c:v>3.8528600000000002</c:v>
                </c:pt>
                <c:pt idx="14254">
                  <c:v>3.85317</c:v>
                </c:pt>
                <c:pt idx="14255">
                  <c:v>3.8534700000000002</c:v>
                </c:pt>
                <c:pt idx="14256">
                  <c:v>3.85378</c:v>
                </c:pt>
                <c:pt idx="14257">
                  <c:v>3.8540800000000002</c:v>
                </c:pt>
                <c:pt idx="14258">
                  <c:v>3.85439</c:v>
                </c:pt>
                <c:pt idx="14259">
                  <c:v>3.8546900000000002</c:v>
                </c:pt>
                <c:pt idx="14260">
                  <c:v>3.855</c:v>
                </c:pt>
                <c:pt idx="14261">
                  <c:v>3.8553000000000002</c:v>
                </c:pt>
                <c:pt idx="14262">
                  <c:v>3.85561</c:v>
                </c:pt>
                <c:pt idx="14263">
                  <c:v>3.8559199999999998</c:v>
                </c:pt>
                <c:pt idx="14264">
                  <c:v>3.85622</c:v>
                </c:pt>
                <c:pt idx="14265">
                  <c:v>3.8565299999999998</c:v>
                </c:pt>
                <c:pt idx="14266">
                  <c:v>3.85683</c:v>
                </c:pt>
                <c:pt idx="14267">
                  <c:v>3.8571399999999998</c:v>
                </c:pt>
                <c:pt idx="14268">
                  <c:v>3.85744</c:v>
                </c:pt>
                <c:pt idx="14269">
                  <c:v>3.8577499999999998</c:v>
                </c:pt>
                <c:pt idx="14270">
                  <c:v>3.85805</c:v>
                </c:pt>
                <c:pt idx="14271">
                  <c:v>3.8583599999999998</c:v>
                </c:pt>
                <c:pt idx="14272">
                  <c:v>3.85866</c:v>
                </c:pt>
                <c:pt idx="14273">
                  <c:v>3.8589699999999998</c:v>
                </c:pt>
                <c:pt idx="14274">
                  <c:v>3.85928</c:v>
                </c:pt>
                <c:pt idx="14275">
                  <c:v>3.8595799999999998</c:v>
                </c:pt>
                <c:pt idx="14276">
                  <c:v>3.85989</c:v>
                </c:pt>
                <c:pt idx="14277">
                  <c:v>3.8601899999999998</c:v>
                </c:pt>
                <c:pt idx="14278">
                  <c:v>3.8605</c:v>
                </c:pt>
                <c:pt idx="14279">
                  <c:v>3.8607999999999998</c:v>
                </c:pt>
                <c:pt idx="14280">
                  <c:v>3.86111</c:v>
                </c:pt>
                <c:pt idx="14281">
                  <c:v>3.8614099999999998</c:v>
                </c:pt>
                <c:pt idx="14282">
                  <c:v>3.86172</c:v>
                </c:pt>
                <c:pt idx="14283">
                  <c:v>3.8620199999999998</c:v>
                </c:pt>
                <c:pt idx="14284">
                  <c:v>3.86233</c:v>
                </c:pt>
                <c:pt idx="14285">
                  <c:v>3.8626299999999998</c:v>
                </c:pt>
                <c:pt idx="14286">
                  <c:v>3.86294</c:v>
                </c:pt>
                <c:pt idx="14287">
                  <c:v>3.8632499999999999</c:v>
                </c:pt>
                <c:pt idx="14288">
                  <c:v>3.86355</c:v>
                </c:pt>
                <c:pt idx="14289">
                  <c:v>3.8638599999999999</c:v>
                </c:pt>
                <c:pt idx="14290">
                  <c:v>3.86416</c:v>
                </c:pt>
                <c:pt idx="14291">
                  <c:v>3.8644699999999998</c:v>
                </c:pt>
                <c:pt idx="14292">
                  <c:v>3.86477</c:v>
                </c:pt>
                <c:pt idx="14293">
                  <c:v>3.8650799999999998</c:v>
                </c:pt>
                <c:pt idx="14294">
                  <c:v>3.86538</c:v>
                </c:pt>
                <c:pt idx="14295">
                  <c:v>3.8656899999999998</c:v>
                </c:pt>
                <c:pt idx="14296">
                  <c:v>3.86599</c:v>
                </c:pt>
                <c:pt idx="14297">
                  <c:v>3.8662999999999998</c:v>
                </c:pt>
                <c:pt idx="14298">
                  <c:v>3.8666</c:v>
                </c:pt>
                <c:pt idx="14299">
                  <c:v>3.8669099999999998</c:v>
                </c:pt>
                <c:pt idx="14300">
                  <c:v>3.8672200000000001</c:v>
                </c:pt>
                <c:pt idx="14301">
                  <c:v>3.8675199999999998</c:v>
                </c:pt>
                <c:pt idx="14302">
                  <c:v>3.8678300000000001</c:v>
                </c:pt>
                <c:pt idx="14303">
                  <c:v>3.8681299999999998</c:v>
                </c:pt>
                <c:pt idx="14304">
                  <c:v>3.8684400000000001</c:v>
                </c:pt>
                <c:pt idx="14305">
                  <c:v>3.8687399999999998</c:v>
                </c:pt>
                <c:pt idx="14306">
                  <c:v>3.8690500000000001</c:v>
                </c:pt>
                <c:pt idx="14307">
                  <c:v>3.8693499999999998</c:v>
                </c:pt>
                <c:pt idx="14308">
                  <c:v>3.8696600000000001</c:v>
                </c:pt>
                <c:pt idx="14309">
                  <c:v>3.8699599999999998</c:v>
                </c:pt>
                <c:pt idx="14310">
                  <c:v>3.8702700000000001</c:v>
                </c:pt>
                <c:pt idx="14311">
                  <c:v>3.8705699999999998</c:v>
                </c:pt>
                <c:pt idx="14312">
                  <c:v>3.8708800000000001</c:v>
                </c:pt>
                <c:pt idx="14313">
                  <c:v>3.8711899999999999</c:v>
                </c:pt>
                <c:pt idx="14314">
                  <c:v>3.8714900000000001</c:v>
                </c:pt>
                <c:pt idx="14315">
                  <c:v>3.8717999999999999</c:v>
                </c:pt>
                <c:pt idx="14316">
                  <c:v>3.8721000000000001</c:v>
                </c:pt>
                <c:pt idx="14317">
                  <c:v>3.8724099999999999</c:v>
                </c:pt>
                <c:pt idx="14318">
                  <c:v>3.8727100000000001</c:v>
                </c:pt>
                <c:pt idx="14319">
                  <c:v>3.8730199999999999</c:v>
                </c:pt>
                <c:pt idx="14320">
                  <c:v>3.8733200000000001</c:v>
                </c:pt>
                <c:pt idx="14321">
                  <c:v>3.8736299999999999</c:v>
                </c:pt>
                <c:pt idx="14322">
                  <c:v>3.8739300000000001</c:v>
                </c:pt>
                <c:pt idx="14323">
                  <c:v>3.8742399999999999</c:v>
                </c:pt>
                <c:pt idx="14324">
                  <c:v>3.8745500000000002</c:v>
                </c:pt>
                <c:pt idx="14325">
                  <c:v>3.8748499999999999</c:v>
                </c:pt>
                <c:pt idx="14326">
                  <c:v>3.8751600000000002</c:v>
                </c:pt>
                <c:pt idx="14327">
                  <c:v>3.8754599999999999</c:v>
                </c:pt>
                <c:pt idx="14328">
                  <c:v>3.8757700000000002</c:v>
                </c:pt>
                <c:pt idx="14329">
                  <c:v>3.8760699999999999</c:v>
                </c:pt>
                <c:pt idx="14330">
                  <c:v>3.8763800000000002</c:v>
                </c:pt>
                <c:pt idx="14331">
                  <c:v>3.8766799999999999</c:v>
                </c:pt>
                <c:pt idx="14332">
                  <c:v>3.8769900000000002</c:v>
                </c:pt>
                <c:pt idx="14333">
                  <c:v>3.8772899999999999</c:v>
                </c:pt>
                <c:pt idx="14334">
                  <c:v>3.8776000000000002</c:v>
                </c:pt>
                <c:pt idx="14335">
                  <c:v>3.8778999999999999</c:v>
                </c:pt>
                <c:pt idx="14336">
                  <c:v>3.8782100000000002</c:v>
                </c:pt>
                <c:pt idx="14337">
                  <c:v>3.87852</c:v>
                </c:pt>
                <c:pt idx="14338">
                  <c:v>3.8788200000000002</c:v>
                </c:pt>
                <c:pt idx="14339">
                  <c:v>3.87913</c:v>
                </c:pt>
                <c:pt idx="14340">
                  <c:v>3.8794300000000002</c:v>
                </c:pt>
                <c:pt idx="14341">
                  <c:v>3.87974</c:v>
                </c:pt>
                <c:pt idx="14342">
                  <c:v>3.8800400000000002</c:v>
                </c:pt>
                <c:pt idx="14343">
                  <c:v>3.88035</c:v>
                </c:pt>
                <c:pt idx="14344">
                  <c:v>3.8806500000000002</c:v>
                </c:pt>
                <c:pt idx="14345">
                  <c:v>3.88096</c:v>
                </c:pt>
                <c:pt idx="14346">
                  <c:v>3.8812600000000002</c:v>
                </c:pt>
                <c:pt idx="14347">
                  <c:v>3.88157</c:v>
                </c:pt>
                <c:pt idx="14348">
                  <c:v>3.8818700000000002</c:v>
                </c:pt>
                <c:pt idx="14349">
                  <c:v>3.88218</c:v>
                </c:pt>
                <c:pt idx="14350">
                  <c:v>3.8824900000000002</c:v>
                </c:pt>
                <c:pt idx="14351">
                  <c:v>3.88279</c:v>
                </c:pt>
                <c:pt idx="14352">
                  <c:v>3.8831000000000002</c:v>
                </c:pt>
                <c:pt idx="14353">
                  <c:v>3.8834</c:v>
                </c:pt>
                <c:pt idx="14354">
                  <c:v>3.8837100000000002</c:v>
                </c:pt>
                <c:pt idx="14355">
                  <c:v>3.88401</c:v>
                </c:pt>
                <c:pt idx="14356">
                  <c:v>3.8843200000000002</c:v>
                </c:pt>
                <c:pt idx="14357">
                  <c:v>3.88462</c:v>
                </c:pt>
                <c:pt idx="14358">
                  <c:v>3.8849300000000002</c:v>
                </c:pt>
                <c:pt idx="14359">
                  <c:v>3.88523</c:v>
                </c:pt>
                <c:pt idx="14360">
                  <c:v>3.8855400000000002</c:v>
                </c:pt>
                <c:pt idx="14361">
                  <c:v>3.88584</c:v>
                </c:pt>
                <c:pt idx="14362">
                  <c:v>3.8861500000000002</c:v>
                </c:pt>
                <c:pt idx="14363">
                  <c:v>3.88646</c:v>
                </c:pt>
                <c:pt idx="14364">
                  <c:v>3.8867600000000002</c:v>
                </c:pt>
                <c:pt idx="14365">
                  <c:v>3.88707</c:v>
                </c:pt>
                <c:pt idx="14366">
                  <c:v>3.8873700000000002</c:v>
                </c:pt>
                <c:pt idx="14367">
                  <c:v>3.88768</c:v>
                </c:pt>
                <c:pt idx="14368">
                  <c:v>3.8879800000000002</c:v>
                </c:pt>
                <c:pt idx="14369">
                  <c:v>3.88829</c:v>
                </c:pt>
                <c:pt idx="14370">
                  <c:v>3.8885900000000002</c:v>
                </c:pt>
                <c:pt idx="14371">
                  <c:v>3.8889</c:v>
                </c:pt>
                <c:pt idx="14372">
                  <c:v>3.8892000000000002</c:v>
                </c:pt>
                <c:pt idx="14373">
                  <c:v>3.88951</c:v>
                </c:pt>
                <c:pt idx="14374">
                  <c:v>3.8898100000000002</c:v>
                </c:pt>
                <c:pt idx="14375">
                  <c:v>3.89012</c:v>
                </c:pt>
                <c:pt idx="14376">
                  <c:v>3.8904299999999998</c:v>
                </c:pt>
                <c:pt idx="14377">
                  <c:v>3.89073</c:v>
                </c:pt>
                <c:pt idx="14378">
                  <c:v>3.8910399999999998</c:v>
                </c:pt>
                <c:pt idx="14379">
                  <c:v>3.89134</c:v>
                </c:pt>
                <c:pt idx="14380">
                  <c:v>3.8916499999999998</c:v>
                </c:pt>
                <c:pt idx="14381">
                  <c:v>3.89195</c:v>
                </c:pt>
                <c:pt idx="14382">
                  <c:v>3.8922599999999998</c:v>
                </c:pt>
                <c:pt idx="14383">
                  <c:v>3.89256</c:v>
                </c:pt>
                <c:pt idx="14384">
                  <c:v>3.8928699999999998</c:v>
                </c:pt>
                <c:pt idx="14385">
                  <c:v>3.89317</c:v>
                </c:pt>
                <c:pt idx="14386">
                  <c:v>3.8934799999999998</c:v>
                </c:pt>
                <c:pt idx="14387">
                  <c:v>3.8937900000000001</c:v>
                </c:pt>
                <c:pt idx="14388">
                  <c:v>3.8940899999999998</c:v>
                </c:pt>
                <c:pt idx="14389">
                  <c:v>3.8944000000000001</c:v>
                </c:pt>
                <c:pt idx="14390">
                  <c:v>3.8946999999999998</c:v>
                </c:pt>
                <c:pt idx="14391">
                  <c:v>3.8950100000000001</c:v>
                </c:pt>
                <c:pt idx="14392">
                  <c:v>3.8953099999999998</c:v>
                </c:pt>
                <c:pt idx="14393">
                  <c:v>3.8956200000000001</c:v>
                </c:pt>
                <c:pt idx="14394">
                  <c:v>3.8959199999999998</c:v>
                </c:pt>
                <c:pt idx="14395">
                  <c:v>3.8962300000000001</c:v>
                </c:pt>
                <c:pt idx="14396">
                  <c:v>3.8965299999999998</c:v>
                </c:pt>
                <c:pt idx="14397">
                  <c:v>3.8968400000000001</c:v>
                </c:pt>
                <c:pt idx="14398">
                  <c:v>3.8971399999999998</c:v>
                </c:pt>
                <c:pt idx="14399">
                  <c:v>3.8974500000000001</c:v>
                </c:pt>
                <c:pt idx="14400">
                  <c:v>3.8977599999999999</c:v>
                </c:pt>
                <c:pt idx="14401">
                  <c:v>3.8980600000000001</c:v>
                </c:pt>
                <c:pt idx="14402">
                  <c:v>3.8983699999999999</c:v>
                </c:pt>
                <c:pt idx="14403">
                  <c:v>3.8986700000000001</c:v>
                </c:pt>
                <c:pt idx="14404">
                  <c:v>3.8989799999999999</c:v>
                </c:pt>
                <c:pt idx="14405">
                  <c:v>3.8992800000000001</c:v>
                </c:pt>
                <c:pt idx="14406">
                  <c:v>3.8995899999999999</c:v>
                </c:pt>
                <c:pt idx="14407">
                  <c:v>3.8998900000000001</c:v>
                </c:pt>
                <c:pt idx="14408">
                  <c:v>3.9001999999999999</c:v>
                </c:pt>
                <c:pt idx="14409">
                  <c:v>3.9005000000000001</c:v>
                </c:pt>
                <c:pt idx="14410">
                  <c:v>3.9008099999999999</c:v>
                </c:pt>
                <c:pt idx="14411">
                  <c:v>3.9011100000000001</c:v>
                </c:pt>
                <c:pt idx="14412">
                  <c:v>3.9014199999999999</c:v>
                </c:pt>
                <c:pt idx="14413">
                  <c:v>3.9017300000000001</c:v>
                </c:pt>
                <c:pt idx="14414">
                  <c:v>3.9020299999999999</c:v>
                </c:pt>
                <c:pt idx="14415">
                  <c:v>3.9023400000000001</c:v>
                </c:pt>
                <c:pt idx="14416">
                  <c:v>3.9026399999999999</c:v>
                </c:pt>
                <c:pt idx="14417">
                  <c:v>3.9029500000000001</c:v>
                </c:pt>
                <c:pt idx="14418">
                  <c:v>3.9032499999999999</c:v>
                </c:pt>
                <c:pt idx="14419">
                  <c:v>3.9035600000000001</c:v>
                </c:pt>
                <c:pt idx="14420">
                  <c:v>3.9038599999999999</c:v>
                </c:pt>
                <c:pt idx="14421">
                  <c:v>3.9041700000000001</c:v>
                </c:pt>
                <c:pt idx="14422">
                  <c:v>3.9044699999999999</c:v>
                </c:pt>
                <c:pt idx="14423">
                  <c:v>3.9047800000000001</c:v>
                </c:pt>
                <c:pt idx="14424">
                  <c:v>3.9050799999999999</c:v>
                </c:pt>
                <c:pt idx="14425">
                  <c:v>3.9053900000000001</c:v>
                </c:pt>
                <c:pt idx="14426">
                  <c:v>3.9056999999999999</c:v>
                </c:pt>
                <c:pt idx="14427">
                  <c:v>3.9060000000000001</c:v>
                </c:pt>
                <c:pt idx="14428">
                  <c:v>3.9063099999999999</c:v>
                </c:pt>
                <c:pt idx="14429">
                  <c:v>3.9066100000000001</c:v>
                </c:pt>
                <c:pt idx="14430">
                  <c:v>3.9069199999999999</c:v>
                </c:pt>
                <c:pt idx="14431">
                  <c:v>3.9072200000000001</c:v>
                </c:pt>
                <c:pt idx="14432">
                  <c:v>3.9075299999999999</c:v>
                </c:pt>
                <c:pt idx="14433">
                  <c:v>3.9078300000000001</c:v>
                </c:pt>
                <c:pt idx="14434">
                  <c:v>3.9081399999999999</c:v>
                </c:pt>
                <c:pt idx="14435">
                  <c:v>3.9084400000000001</c:v>
                </c:pt>
                <c:pt idx="14436">
                  <c:v>3.9087499999999999</c:v>
                </c:pt>
                <c:pt idx="14437">
                  <c:v>3.9090500000000001</c:v>
                </c:pt>
                <c:pt idx="14438">
                  <c:v>3.9093599999999999</c:v>
                </c:pt>
                <c:pt idx="14439">
                  <c:v>3.9096700000000002</c:v>
                </c:pt>
                <c:pt idx="14440">
                  <c:v>3.9099699999999999</c:v>
                </c:pt>
                <c:pt idx="14441">
                  <c:v>3.9102800000000002</c:v>
                </c:pt>
                <c:pt idx="14442">
                  <c:v>3.9105799999999999</c:v>
                </c:pt>
                <c:pt idx="14443">
                  <c:v>3.9108900000000002</c:v>
                </c:pt>
                <c:pt idx="14444">
                  <c:v>3.9111899999999999</c:v>
                </c:pt>
                <c:pt idx="14445">
                  <c:v>3.9115000000000002</c:v>
                </c:pt>
                <c:pt idx="14446">
                  <c:v>3.9117999999999999</c:v>
                </c:pt>
                <c:pt idx="14447">
                  <c:v>3.9121100000000002</c:v>
                </c:pt>
                <c:pt idx="14448">
                  <c:v>3.9124099999999999</c:v>
                </c:pt>
                <c:pt idx="14449">
                  <c:v>3.9127200000000002</c:v>
                </c:pt>
                <c:pt idx="14450">
                  <c:v>3.91303</c:v>
                </c:pt>
                <c:pt idx="14451">
                  <c:v>3.9133300000000002</c:v>
                </c:pt>
                <c:pt idx="14452">
                  <c:v>3.91364</c:v>
                </c:pt>
                <c:pt idx="14453">
                  <c:v>3.9139400000000002</c:v>
                </c:pt>
                <c:pt idx="14454">
                  <c:v>3.91425</c:v>
                </c:pt>
                <c:pt idx="14455">
                  <c:v>3.9145500000000002</c:v>
                </c:pt>
                <c:pt idx="14456">
                  <c:v>3.91486</c:v>
                </c:pt>
                <c:pt idx="14457">
                  <c:v>3.9151600000000002</c:v>
                </c:pt>
                <c:pt idx="14458">
                  <c:v>3.91547</c:v>
                </c:pt>
                <c:pt idx="14459">
                  <c:v>3.9157700000000002</c:v>
                </c:pt>
                <c:pt idx="14460">
                  <c:v>3.91608</c:v>
                </c:pt>
                <c:pt idx="14461">
                  <c:v>3.9163800000000002</c:v>
                </c:pt>
                <c:pt idx="14462">
                  <c:v>3.91669</c:v>
                </c:pt>
                <c:pt idx="14463">
                  <c:v>3.9169999999999998</c:v>
                </c:pt>
                <c:pt idx="14464">
                  <c:v>3.9173</c:v>
                </c:pt>
                <c:pt idx="14465">
                  <c:v>3.9176099999999998</c:v>
                </c:pt>
                <c:pt idx="14466">
                  <c:v>3.91791</c:v>
                </c:pt>
                <c:pt idx="14467">
                  <c:v>3.9182199999999998</c:v>
                </c:pt>
                <c:pt idx="14468">
                  <c:v>3.91852</c:v>
                </c:pt>
                <c:pt idx="14469">
                  <c:v>3.9188299999999998</c:v>
                </c:pt>
                <c:pt idx="14470">
                  <c:v>3.91913</c:v>
                </c:pt>
                <c:pt idx="14471">
                  <c:v>3.9194399999999998</c:v>
                </c:pt>
                <c:pt idx="14472">
                  <c:v>3.91974</c:v>
                </c:pt>
                <c:pt idx="14473">
                  <c:v>3.9200499999999998</c:v>
                </c:pt>
                <c:pt idx="14474">
                  <c:v>3.92035</c:v>
                </c:pt>
                <c:pt idx="14475">
                  <c:v>3.9206599999999998</c:v>
                </c:pt>
                <c:pt idx="14476">
                  <c:v>3.9209700000000001</c:v>
                </c:pt>
                <c:pt idx="14477">
                  <c:v>3.9212699999999998</c:v>
                </c:pt>
                <c:pt idx="14478">
                  <c:v>3.9215800000000001</c:v>
                </c:pt>
                <c:pt idx="14479">
                  <c:v>3.9218799999999998</c:v>
                </c:pt>
                <c:pt idx="14480">
                  <c:v>3.9221900000000001</c:v>
                </c:pt>
                <c:pt idx="14481">
                  <c:v>3.9224899999999998</c:v>
                </c:pt>
                <c:pt idx="14482">
                  <c:v>3.9228000000000001</c:v>
                </c:pt>
                <c:pt idx="14483">
                  <c:v>3.9230999999999998</c:v>
                </c:pt>
                <c:pt idx="14484">
                  <c:v>3.9234100000000001</c:v>
                </c:pt>
                <c:pt idx="14485">
                  <c:v>3.9237099999999998</c:v>
                </c:pt>
                <c:pt idx="14486">
                  <c:v>3.9240200000000001</c:v>
                </c:pt>
                <c:pt idx="14487">
                  <c:v>3.9243199999999998</c:v>
                </c:pt>
                <c:pt idx="14488">
                  <c:v>3.9246300000000001</c:v>
                </c:pt>
                <c:pt idx="14489">
                  <c:v>3.9249399999999999</c:v>
                </c:pt>
                <c:pt idx="14490">
                  <c:v>3.9252400000000001</c:v>
                </c:pt>
                <c:pt idx="14491">
                  <c:v>3.9255499999999999</c:v>
                </c:pt>
                <c:pt idx="14492">
                  <c:v>3.9258500000000001</c:v>
                </c:pt>
                <c:pt idx="14493">
                  <c:v>3.9261599999999999</c:v>
                </c:pt>
                <c:pt idx="14494">
                  <c:v>3.9264600000000001</c:v>
                </c:pt>
                <c:pt idx="14495">
                  <c:v>3.9267699999999999</c:v>
                </c:pt>
                <c:pt idx="14496">
                  <c:v>3.9270700000000001</c:v>
                </c:pt>
                <c:pt idx="14497">
                  <c:v>3.9273799999999999</c:v>
                </c:pt>
                <c:pt idx="14498">
                  <c:v>3.9276800000000001</c:v>
                </c:pt>
                <c:pt idx="14499">
                  <c:v>3.9279899999999999</c:v>
                </c:pt>
                <c:pt idx="14500">
                  <c:v>3.9283000000000001</c:v>
                </c:pt>
                <c:pt idx="14501">
                  <c:v>3.9285999999999999</c:v>
                </c:pt>
                <c:pt idx="14502">
                  <c:v>3.9289100000000001</c:v>
                </c:pt>
                <c:pt idx="14503">
                  <c:v>3.9292099999999999</c:v>
                </c:pt>
                <c:pt idx="14504">
                  <c:v>3.9295200000000001</c:v>
                </c:pt>
                <c:pt idx="14505">
                  <c:v>3.9298199999999999</c:v>
                </c:pt>
                <c:pt idx="14506">
                  <c:v>3.9301300000000001</c:v>
                </c:pt>
                <c:pt idx="14507">
                  <c:v>3.9304299999999999</c:v>
                </c:pt>
                <c:pt idx="14508">
                  <c:v>3.9307400000000001</c:v>
                </c:pt>
                <c:pt idx="14509">
                  <c:v>3.9310399999999999</c:v>
                </c:pt>
                <c:pt idx="14510">
                  <c:v>3.9313500000000001</c:v>
                </c:pt>
                <c:pt idx="14511">
                  <c:v>3.9316499999999999</c:v>
                </c:pt>
                <c:pt idx="14512">
                  <c:v>3.9319600000000001</c:v>
                </c:pt>
                <c:pt idx="14513">
                  <c:v>3.9322699999999999</c:v>
                </c:pt>
                <c:pt idx="14514">
                  <c:v>3.9325700000000001</c:v>
                </c:pt>
                <c:pt idx="14515">
                  <c:v>3.9328799999999999</c:v>
                </c:pt>
                <c:pt idx="14516">
                  <c:v>3.9331800000000001</c:v>
                </c:pt>
                <c:pt idx="14517">
                  <c:v>3.9334899999999999</c:v>
                </c:pt>
                <c:pt idx="14518">
                  <c:v>3.9337900000000001</c:v>
                </c:pt>
                <c:pt idx="14519">
                  <c:v>3.9340999999999999</c:v>
                </c:pt>
                <c:pt idx="14520">
                  <c:v>3.9344000000000001</c:v>
                </c:pt>
                <c:pt idx="14521">
                  <c:v>3.9347099999999999</c:v>
                </c:pt>
                <c:pt idx="14522">
                  <c:v>3.9350100000000001</c:v>
                </c:pt>
                <c:pt idx="14523">
                  <c:v>3.9353199999999999</c:v>
                </c:pt>
                <c:pt idx="14524">
                  <c:v>3.9356200000000001</c:v>
                </c:pt>
                <c:pt idx="14525">
                  <c:v>3.9359299999999999</c:v>
                </c:pt>
                <c:pt idx="14526">
                  <c:v>3.9362400000000002</c:v>
                </c:pt>
                <c:pt idx="14527">
                  <c:v>3.9365399999999999</c:v>
                </c:pt>
                <c:pt idx="14528">
                  <c:v>3.9368500000000002</c:v>
                </c:pt>
                <c:pt idx="14529">
                  <c:v>3.9371499999999999</c:v>
                </c:pt>
                <c:pt idx="14530">
                  <c:v>3.9374600000000002</c:v>
                </c:pt>
                <c:pt idx="14531">
                  <c:v>3.9377599999999999</c:v>
                </c:pt>
                <c:pt idx="14532">
                  <c:v>3.9380700000000002</c:v>
                </c:pt>
                <c:pt idx="14533">
                  <c:v>3.9383699999999999</c:v>
                </c:pt>
                <c:pt idx="14534">
                  <c:v>3.9386800000000002</c:v>
                </c:pt>
                <c:pt idx="14535">
                  <c:v>3.9389799999999999</c:v>
                </c:pt>
                <c:pt idx="14536">
                  <c:v>3.9392900000000002</c:v>
                </c:pt>
                <c:pt idx="14537">
                  <c:v>3.9395899999999999</c:v>
                </c:pt>
                <c:pt idx="14538">
                  <c:v>3.9399000000000002</c:v>
                </c:pt>
                <c:pt idx="14539">
                  <c:v>3.94021</c:v>
                </c:pt>
                <c:pt idx="14540">
                  <c:v>3.9405100000000002</c:v>
                </c:pt>
                <c:pt idx="14541">
                  <c:v>3.94082</c:v>
                </c:pt>
                <c:pt idx="14542">
                  <c:v>3.9411200000000002</c:v>
                </c:pt>
                <c:pt idx="14543">
                  <c:v>3.94143</c:v>
                </c:pt>
                <c:pt idx="14544">
                  <c:v>3.9417300000000002</c:v>
                </c:pt>
                <c:pt idx="14545">
                  <c:v>3.94204</c:v>
                </c:pt>
                <c:pt idx="14546">
                  <c:v>3.9423400000000002</c:v>
                </c:pt>
                <c:pt idx="14547">
                  <c:v>3.94265</c:v>
                </c:pt>
                <c:pt idx="14548">
                  <c:v>3.9429500000000002</c:v>
                </c:pt>
                <c:pt idx="14549">
                  <c:v>3.94326</c:v>
                </c:pt>
                <c:pt idx="14550">
                  <c:v>3.9435600000000002</c:v>
                </c:pt>
                <c:pt idx="14551">
                  <c:v>3.94387</c:v>
                </c:pt>
                <c:pt idx="14552">
                  <c:v>3.9441799999999998</c:v>
                </c:pt>
                <c:pt idx="14553">
                  <c:v>3.94448</c:v>
                </c:pt>
                <c:pt idx="14554">
                  <c:v>3.9447899999999998</c:v>
                </c:pt>
                <c:pt idx="14555">
                  <c:v>3.94509</c:v>
                </c:pt>
                <c:pt idx="14556">
                  <c:v>3.9453999999999998</c:v>
                </c:pt>
                <c:pt idx="14557">
                  <c:v>3.9457</c:v>
                </c:pt>
                <c:pt idx="14558">
                  <c:v>3.9460099999999998</c:v>
                </c:pt>
                <c:pt idx="14559">
                  <c:v>3.94631</c:v>
                </c:pt>
                <c:pt idx="14560">
                  <c:v>3.9466199999999998</c:v>
                </c:pt>
                <c:pt idx="14561">
                  <c:v>3.94692</c:v>
                </c:pt>
                <c:pt idx="14562">
                  <c:v>3.9472299999999998</c:v>
                </c:pt>
                <c:pt idx="14563">
                  <c:v>3.94754</c:v>
                </c:pt>
                <c:pt idx="14564">
                  <c:v>3.9478399999999998</c:v>
                </c:pt>
                <c:pt idx="14565">
                  <c:v>3.94815</c:v>
                </c:pt>
                <c:pt idx="14566">
                  <c:v>3.9484499999999998</c:v>
                </c:pt>
                <c:pt idx="14567">
                  <c:v>3.94876</c:v>
                </c:pt>
                <c:pt idx="14568">
                  <c:v>3.9490599999999998</c:v>
                </c:pt>
                <c:pt idx="14569">
                  <c:v>3.94937</c:v>
                </c:pt>
                <c:pt idx="14570">
                  <c:v>3.9496699999999998</c:v>
                </c:pt>
                <c:pt idx="14571">
                  <c:v>3.94998</c:v>
                </c:pt>
                <c:pt idx="14572">
                  <c:v>3.9502799999999998</c:v>
                </c:pt>
                <c:pt idx="14573">
                  <c:v>3.95059</c:v>
                </c:pt>
                <c:pt idx="14574">
                  <c:v>3.9508899999999998</c:v>
                </c:pt>
                <c:pt idx="14575">
                  <c:v>3.9512</c:v>
                </c:pt>
                <c:pt idx="14576">
                  <c:v>3.9515099999999999</c:v>
                </c:pt>
                <c:pt idx="14577">
                  <c:v>3.95181</c:v>
                </c:pt>
                <c:pt idx="14578">
                  <c:v>3.9521199999999999</c:v>
                </c:pt>
                <c:pt idx="14579">
                  <c:v>3.95242</c:v>
                </c:pt>
                <c:pt idx="14580">
                  <c:v>3.9527299999999999</c:v>
                </c:pt>
                <c:pt idx="14581">
                  <c:v>3.95303</c:v>
                </c:pt>
                <c:pt idx="14582">
                  <c:v>3.9533399999999999</c:v>
                </c:pt>
                <c:pt idx="14583">
                  <c:v>3.95364</c:v>
                </c:pt>
                <c:pt idx="14584">
                  <c:v>3.9539499999999999</c:v>
                </c:pt>
                <c:pt idx="14585">
                  <c:v>3.95425</c:v>
                </c:pt>
                <c:pt idx="14586">
                  <c:v>3.9545599999999999</c:v>
                </c:pt>
                <c:pt idx="14587">
                  <c:v>3.95486</c:v>
                </c:pt>
                <c:pt idx="14588">
                  <c:v>3.9551699999999999</c:v>
                </c:pt>
                <c:pt idx="14589">
                  <c:v>3.9554800000000001</c:v>
                </c:pt>
                <c:pt idx="14590">
                  <c:v>3.9557799999999999</c:v>
                </c:pt>
                <c:pt idx="14591">
                  <c:v>3.9560900000000001</c:v>
                </c:pt>
                <c:pt idx="14592">
                  <c:v>3.9563899999999999</c:v>
                </c:pt>
                <c:pt idx="14593">
                  <c:v>3.9567000000000001</c:v>
                </c:pt>
                <c:pt idx="14594">
                  <c:v>3.9569999999999999</c:v>
                </c:pt>
                <c:pt idx="14595">
                  <c:v>3.9573100000000001</c:v>
                </c:pt>
                <c:pt idx="14596">
                  <c:v>3.9576099999999999</c:v>
                </c:pt>
                <c:pt idx="14597">
                  <c:v>3.9579200000000001</c:v>
                </c:pt>
                <c:pt idx="14598">
                  <c:v>3.9582199999999998</c:v>
                </c:pt>
                <c:pt idx="14599">
                  <c:v>3.9585300000000001</c:v>
                </c:pt>
                <c:pt idx="14600">
                  <c:v>3.9588299999999998</c:v>
                </c:pt>
                <c:pt idx="14601">
                  <c:v>3.9591400000000001</c:v>
                </c:pt>
                <c:pt idx="14602">
                  <c:v>3.9594499999999999</c:v>
                </c:pt>
                <c:pt idx="14603">
                  <c:v>3.9597500000000001</c:v>
                </c:pt>
                <c:pt idx="14604">
                  <c:v>3.9600599999999999</c:v>
                </c:pt>
                <c:pt idx="14605">
                  <c:v>3.9603600000000001</c:v>
                </c:pt>
                <c:pt idx="14606">
                  <c:v>3.9606699999999999</c:v>
                </c:pt>
                <c:pt idx="14607">
                  <c:v>3.9609700000000001</c:v>
                </c:pt>
                <c:pt idx="14608">
                  <c:v>3.9612799999999999</c:v>
                </c:pt>
                <c:pt idx="14609">
                  <c:v>3.9615800000000001</c:v>
                </c:pt>
                <c:pt idx="14610">
                  <c:v>3.9618899999999999</c:v>
                </c:pt>
                <c:pt idx="14611">
                  <c:v>3.9621900000000001</c:v>
                </c:pt>
                <c:pt idx="14612">
                  <c:v>3.9624999999999999</c:v>
                </c:pt>
                <c:pt idx="14613">
                  <c:v>3.9628000000000001</c:v>
                </c:pt>
                <c:pt idx="14614">
                  <c:v>3.9631099999999999</c:v>
                </c:pt>
                <c:pt idx="14615">
                  <c:v>3.9634200000000002</c:v>
                </c:pt>
                <c:pt idx="14616">
                  <c:v>3.9637199999999999</c:v>
                </c:pt>
                <c:pt idx="14617">
                  <c:v>3.9640300000000002</c:v>
                </c:pt>
                <c:pt idx="14618">
                  <c:v>3.9643299999999999</c:v>
                </c:pt>
                <c:pt idx="14619">
                  <c:v>3.9646400000000002</c:v>
                </c:pt>
                <c:pt idx="14620">
                  <c:v>3.9649399999999999</c:v>
                </c:pt>
                <c:pt idx="14621">
                  <c:v>3.9652500000000002</c:v>
                </c:pt>
                <c:pt idx="14622">
                  <c:v>3.9655499999999999</c:v>
                </c:pt>
                <c:pt idx="14623">
                  <c:v>3.9658600000000002</c:v>
                </c:pt>
                <c:pt idx="14624">
                  <c:v>3.9661599999999999</c:v>
                </c:pt>
                <c:pt idx="14625">
                  <c:v>3.9664700000000002</c:v>
                </c:pt>
                <c:pt idx="14626">
                  <c:v>3.96678</c:v>
                </c:pt>
                <c:pt idx="14627">
                  <c:v>3.9670800000000002</c:v>
                </c:pt>
                <c:pt idx="14628">
                  <c:v>3.96739</c:v>
                </c:pt>
                <c:pt idx="14629">
                  <c:v>3.9676900000000002</c:v>
                </c:pt>
                <c:pt idx="14630">
                  <c:v>3.968</c:v>
                </c:pt>
                <c:pt idx="14631">
                  <c:v>3.9683000000000002</c:v>
                </c:pt>
                <c:pt idx="14632">
                  <c:v>3.96861</c:v>
                </c:pt>
                <c:pt idx="14633">
                  <c:v>3.9689100000000002</c:v>
                </c:pt>
                <c:pt idx="14634">
                  <c:v>3.96922</c:v>
                </c:pt>
                <c:pt idx="14635">
                  <c:v>3.9695200000000002</c:v>
                </c:pt>
                <c:pt idx="14636">
                  <c:v>3.96983</c:v>
                </c:pt>
                <c:pt idx="14637">
                  <c:v>3.9701300000000002</c:v>
                </c:pt>
                <c:pt idx="14638">
                  <c:v>3.97044</c:v>
                </c:pt>
                <c:pt idx="14639">
                  <c:v>3.9707499999999998</c:v>
                </c:pt>
                <c:pt idx="14640">
                  <c:v>3.97105</c:v>
                </c:pt>
                <c:pt idx="14641">
                  <c:v>3.9713599999999998</c:v>
                </c:pt>
                <c:pt idx="14642">
                  <c:v>3.97166</c:v>
                </c:pt>
                <c:pt idx="14643">
                  <c:v>3.9719699999999998</c:v>
                </c:pt>
                <c:pt idx="14644">
                  <c:v>3.97227</c:v>
                </c:pt>
                <c:pt idx="14645">
                  <c:v>3.9725799999999998</c:v>
                </c:pt>
                <c:pt idx="14646">
                  <c:v>3.97288</c:v>
                </c:pt>
                <c:pt idx="14647">
                  <c:v>3.9731900000000002</c:v>
                </c:pt>
                <c:pt idx="14648">
                  <c:v>3.97349</c:v>
                </c:pt>
                <c:pt idx="14649">
                  <c:v>3.9738000000000002</c:v>
                </c:pt>
                <c:pt idx="14650">
                  <c:v>3.9741</c:v>
                </c:pt>
                <c:pt idx="14651">
                  <c:v>3.9744100000000002</c:v>
                </c:pt>
                <c:pt idx="14652">
                  <c:v>3.97472</c:v>
                </c:pt>
                <c:pt idx="14653">
                  <c:v>3.9750200000000002</c:v>
                </c:pt>
                <c:pt idx="14654">
                  <c:v>3.97533</c:v>
                </c:pt>
                <c:pt idx="14655">
                  <c:v>3.9756300000000002</c:v>
                </c:pt>
                <c:pt idx="14656">
                  <c:v>3.97594</c:v>
                </c:pt>
                <c:pt idx="14657">
                  <c:v>3.9762400000000002</c:v>
                </c:pt>
                <c:pt idx="14658">
                  <c:v>3.97655</c:v>
                </c:pt>
                <c:pt idx="14659">
                  <c:v>3.9768500000000002</c:v>
                </c:pt>
                <c:pt idx="14660">
                  <c:v>3.97716</c:v>
                </c:pt>
                <c:pt idx="14661">
                  <c:v>3.9774600000000002</c:v>
                </c:pt>
                <c:pt idx="14662">
                  <c:v>3.97777</c:v>
                </c:pt>
                <c:pt idx="14663">
                  <c:v>3.9780700000000002</c:v>
                </c:pt>
                <c:pt idx="14664">
                  <c:v>3.97838</c:v>
                </c:pt>
                <c:pt idx="14665">
                  <c:v>3.9786899999999998</c:v>
                </c:pt>
                <c:pt idx="14666">
                  <c:v>3.97899</c:v>
                </c:pt>
                <c:pt idx="14667">
                  <c:v>3.9792999999999998</c:v>
                </c:pt>
                <c:pt idx="14668">
                  <c:v>3.9796</c:v>
                </c:pt>
                <c:pt idx="14669">
                  <c:v>3.9799099999999998</c:v>
                </c:pt>
                <c:pt idx="14670">
                  <c:v>3.98021</c:v>
                </c:pt>
                <c:pt idx="14671">
                  <c:v>3.9805199999999998</c:v>
                </c:pt>
                <c:pt idx="14672">
                  <c:v>3.98082</c:v>
                </c:pt>
                <c:pt idx="14673">
                  <c:v>3.9811299999999998</c:v>
                </c:pt>
                <c:pt idx="14674">
                  <c:v>3.98143</c:v>
                </c:pt>
                <c:pt idx="14675">
                  <c:v>3.9817399999999998</c:v>
                </c:pt>
                <c:pt idx="14676">
                  <c:v>3.98204</c:v>
                </c:pt>
                <c:pt idx="14677">
                  <c:v>3.9823499999999998</c:v>
                </c:pt>
                <c:pt idx="14678">
                  <c:v>3.9826600000000001</c:v>
                </c:pt>
                <c:pt idx="14679">
                  <c:v>3.9829599999999998</c:v>
                </c:pt>
                <c:pt idx="14680">
                  <c:v>3.9832700000000001</c:v>
                </c:pt>
                <c:pt idx="14681">
                  <c:v>3.9835699999999998</c:v>
                </c:pt>
                <c:pt idx="14682">
                  <c:v>3.9838800000000001</c:v>
                </c:pt>
                <c:pt idx="14683">
                  <c:v>3.9841799999999998</c:v>
                </c:pt>
                <c:pt idx="14684">
                  <c:v>3.9844900000000001</c:v>
                </c:pt>
                <c:pt idx="14685">
                  <c:v>3.9847899999999998</c:v>
                </c:pt>
                <c:pt idx="14686">
                  <c:v>3.9851000000000001</c:v>
                </c:pt>
                <c:pt idx="14687">
                  <c:v>3.9853999999999998</c:v>
                </c:pt>
                <c:pt idx="14688">
                  <c:v>3.9857100000000001</c:v>
                </c:pt>
                <c:pt idx="14689">
                  <c:v>3.9860199999999999</c:v>
                </c:pt>
                <c:pt idx="14690">
                  <c:v>3.9863200000000001</c:v>
                </c:pt>
                <c:pt idx="14691">
                  <c:v>3.9866299999999999</c:v>
                </c:pt>
                <c:pt idx="14692">
                  <c:v>3.9869300000000001</c:v>
                </c:pt>
                <c:pt idx="14693">
                  <c:v>3.9872399999999999</c:v>
                </c:pt>
                <c:pt idx="14694">
                  <c:v>3.9875400000000001</c:v>
                </c:pt>
                <c:pt idx="14695">
                  <c:v>3.9878499999999999</c:v>
                </c:pt>
                <c:pt idx="14696">
                  <c:v>3.9881500000000001</c:v>
                </c:pt>
                <c:pt idx="14697">
                  <c:v>3.9884599999999999</c:v>
                </c:pt>
                <c:pt idx="14698">
                  <c:v>3.9887600000000001</c:v>
                </c:pt>
                <c:pt idx="14699">
                  <c:v>3.9890699999999999</c:v>
                </c:pt>
                <c:pt idx="14700">
                  <c:v>3.9893700000000001</c:v>
                </c:pt>
                <c:pt idx="14701">
                  <c:v>3.9896799999999999</c:v>
                </c:pt>
                <c:pt idx="14702">
                  <c:v>3.9899900000000001</c:v>
                </c:pt>
                <c:pt idx="14703">
                  <c:v>3.9902899999999999</c:v>
                </c:pt>
                <c:pt idx="14704">
                  <c:v>3.9906000000000001</c:v>
                </c:pt>
                <c:pt idx="14705">
                  <c:v>3.9908999999999999</c:v>
                </c:pt>
                <c:pt idx="14706">
                  <c:v>3.9912100000000001</c:v>
                </c:pt>
                <c:pt idx="14707">
                  <c:v>3.9915099999999999</c:v>
                </c:pt>
                <c:pt idx="14708">
                  <c:v>3.9918200000000001</c:v>
                </c:pt>
                <c:pt idx="14709">
                  <c:v>3.9921199999999999</c:v>
                </c:pt>
                <c:pt idx="14710">
                  <c:v>3.9924300000000001</c:v>
                </c:pt>
                <c:pt idx="14711">
                  <c:v>3.9927299999999999</c:v>
                </c:pt>
                <c:pt idx="14712">
                  <c:v>3.9930400000000001</c:v>
                </c:pt>
                <c:pt idx="14713">
                  <c:v>3.9933399999999999</c:v>
                </c:pt>
                <c:pt idx="14714">
                  <c:v>3.9936500000000001</c:v>
                </c:pt>
                <c:pt idx="14715">
                  <c:v>3.99396</c:v>
                </c:pt>
                <c:pt idx="14716">
                  <c:v>3.9942600000000001</c:v>
                </c:pt>
                <c:pt idx="14717">
                  <c:v>3.99457</c:v>
                </c:pt>
                <c:pt idx="14718">
                  <c:v>3.9948700000000001</c:v>
                </c:pt>
                <c:pt idx="14719">
                  <c:v>3.99518</c:v>
                </c:pt>
                <c:pt idx="14720">
                  <c:v>3.9954800000000001</c:v>
                </c:pt>
                <c:pt idx="14721">
                  <c:v>3.99579</c:v>
                </c:pt>
                <c:pt idx="14722">
                  <c:v>3.9960900000000001</c:v>
                </c:pt>
                <c:pt idx="14723">
                  <c:v>3.9964</c:v>
                </c:pt>
                <c:pt idx="14724">
                  <c:v>3.9967000000000001</c:v>
                </c:pt>
                <c:pt idx="14725">
                  <c:v>3.99701</c:v>
                </c:pt>
                <c:pt idx="14726">
                  <c:v>3.9973100000000001</c:v>
                </c:pt>
                <c:pt idx="14727">
                  <c:v>3.99762</c:v>
                </c:pt>
                <c:pt idx="14728">
                  <c:v>3.9979300000000002</c:v>
                </c:pt>
                <c:pt idx="14729">
                  <c:v>3.99823</c:v>
                </c:pt>
                <c:pt idx="14730">
                  <c:v>3.9985400000000002</c:v>
                </c:pt>
                <c:pt idx="14731">
                  <c:v>3.99884</c:v>
                </c:pt>
                <c:pt idx="14732">
                  <c:v>3.9991500000000002</c:v>
                </c:pt>
                <c:pt idx="14733">
                  <c:v>3.9994499999999999</c:v>
                </c:pt>
                <c:pt idx="14734">
                  <c:v>3.9997600000000002</c:v>
                </c:pt>
                <c:pt idx="14735">
                  <c:v>4.0000600000000004</c:v>
                </c:pt>
                <c:pt idx="14736">
                  <c:v>4.0003700000000002</c:v>
                </c:pt>
                <c:pt idx="14737">
                  <c:v>4.0006700000000004</c:v>
                </c:pt>
                <c:pt idx="14738">
                  <c:v>4.0009800000000002</c:v>
                </c:pt>
                <c:pt idx="14739">
                  <c:v>4.00129</c:v>
                </c:pt>
                <c:pt idx="14740">
                  <c:v>4.0015900000000002</c:v>
                </c:pt>
                <c:pt idx="14741">
                  <c:v>4.0019</c:v>
                </c:pt>
                <c:pt idx="14742">
                  <c:v>4.0022000000000002</c:v>
                </c:pt>
                <c:pt idx="14743">
                  <c:v>4.00251</c:v>
                </c:pt>
                <c:pt idx="14744">
                  <c:v>4.0028100000000002</c:v>
                </c:pt>
                <c:pt idx="14745">
                  <c:v>4.00312</c:v>
                </c:pt>
                <c:pt idx="14746">
                  <c:v>4.0034200000000002</c:v>
                </c:pt>
                <c:pt idx="14747">
                  <c:v>4.00373</c:v>
                </c:pt>
                <c:pt idx="14748">
                  <c:v>4.0040300000000002</c:v>
                </c:pt>
                <c:pt idx="14749">
                  <c:v>4.00434</c:v>
                </c:pt>
                <c:pt idx="14750">
                  <c:v>4.0046400000000002</c:v>
                </c:pt>
                <c:pt idx="14751">
                  <c:v>4.00495</c:v>
                </c:pt>
                <c:pt idx="14752">
                  <c:v>4.0052599999999998</c:v>
                </c:pt>
                <c:pt idx="14753">
                  <c:v>4.00556</c:v>
                </c:pt>
                <c:pt idx="14754">
                  <c:v>4.0058699999999998</c:v>
                </c:pt>
                <c:pt idx="14755">
                  <c:v>4.00617</c:v>
                </c:pt>
                <c:pt idx="14756">
                  <c:v>4.0064799999999998</c:v>
                </c:pt>
                <c:pt idx="14757">
                  <c:v>4.00678</c:v>
                </c:pt>
                <c:pt idx="14758">
                  <c:v>4.0070899999999998</c:v>
                </c:pt>
                <c:pt idx="14759">
                  <c:v>4.00739</c:v>
                </c:pt>
                <c:pt idx="14760">
                  <c:v>4.0076999999999998</c:v>
                </c:pt>
                <c:pt idx="14761">
                  <c:v>4.008</c:v>
                </c:pt>
                <c:pt idx="14762">
                  <c:v>4.0083099999999998</c:v>
                </c:pt>
                <c:pt idx="14763">
                  <c:v>4.00861</c:v>
                </c:pt>
                <c:pt idx="14764">
                  <c:v>4.0089199999999998</c:v>
                </c:pt>
                <c:pt idx="14765">
                  <c:v>4.0092299999999996</c:v>
                </c:pt>
                <c:pt idx="14766">
                  <c:v>4.0095299999999998</c:v>
                </c:pt>
                <c:pt idx="14767">
                  <c:v>4.0098399999999996</c:v>
                </c:pt>
                <c:pt idx="14768">
                  <c:v>4.0101399999999998</c:v>
                </c:pt>
                <c:pt idx="14769">
                  <c:v>4.0104499999999996</c:v>
                </c:pt>
                <c:pt idx="14770">
                  <c:v>4.0107499999999998</c:v>
                </c:pt>
                <c:pt idx="14771">
                  <c:v>4.0110599999999996</c:v>
                </c:pt>
                <c:pt idx="14772">
                  <c:v>4.0113599999999998</c:v>
                </c:pt>
                <c:pt idx="14773">
                  <c:v>4.0116699999999996</c:v>
                </c:pt>
                <c:pt idx="14774">
                  <c:v>4.0119699999999998</c:v>
                </c:pt>
                <c:pt idx="14775">
                  <c:v>4.0122799999999996</c:v>
                </c:pt>
                <c:pt idx="14776">
                  <c:v>4.0125799999999998</c:v>
                </c:pt>
                <c:pt idx="14777">
                  <c:v>4.0128899999999996</c:v>
                </c:pt>
                <c:pt idx="14778">
                  <c:v>4.0132000000000003</c:v>
                </c:pt>
                <c:pt idx="14779">
                  <c:v>4.0134999999999996</c:v>
                </c:pt>
                <c:pt idx="14780">
                  <c:v>4.0138100000000003</c:v>
                </c:pt>
                <c:pt idx="14781">
                  <c:v>4.0141099999999996</c:v>
                </c:pt>
                <c:pt idx="14782">
                  <c:v>4.0144200000000003</c:v>
                </c:pt>
                <c:pt idx="14783">
                  <c:v>4.0147199999999996</c:v>
                </c:pt>
                <c:pt idx="14784">
                  <c:v>4.0150300000000003</c:v>
                </c:pt>
                <c:pt idx="14785">
                  <c:v>4.0153299999999996</c:v>
                </c:pt>
                <c:pt idx="14786">
                  <c:v>4.0156400000000003</c:v>
                </c:pt>
                <c:pt idx="14787">
                  <c:v>4.0159399999999996</c:v>
                </c:pt>
                <c:pt idx="14788">
                  <c:v>4.0162500000000003</c:v>
                </c:pt>
                <c:pt idx="14789">
                  <c:v>4.0165499999999996</c:v>
                </c:pt>
                <c:pt idx="14790">
                  <c:v>4.0168600000000003</c:v>
                </c:pt>
                <c:pt idx="14791">
                  <c:v>4.0171700000000001</c:v>
                </c:pt>
                <c:pt idx="14792">
                  <c:v>4.0174700000000003</c:v>
                </c:pt>
                <c:pt idx="14793">
                  <c:v>4.0177800000000001</c:v>
                </c:pt>
                <c:pt idx="14794">
                  <c:v>4.0180800000000003</c:v>
                </c:pt>
                <c:pt idx="14795">
                  <c:v>4.0183900000000001</c:v>
                </c:pt>
                <c:pt idx="14796">
                  <c:v>4.0186900000000003</c:v>
                </c:pt>
                <c:pt idx="14797">
                  <c:v>4.0190000000000001</c:v>
                </c:pt>
                <c:pt idx="14798">
                  <c:v>4.0193000000000003</c:v>
                </c:pt>
                <c:pt idx="14799">
                  <c:v>4.0196100000000001</c:v>
                </c:pt>
                <c:pt idx="14800">
                  <c:v>4.0199100000000003</c:v>
                </c:pt>
                <c:pt idx="14801">
                  <c:v>4.0202200000000001</c:v>
                </c:pt>
                <c:pt idx="14802">
                  <c:v>4.0205299999999999</c:v>
                </c:pt>
                <c:pt idx="14803">
                  <c:v>4.0208300000000001</c:v>
                </c:pt>
                <c:pt idx="14804">
                  <c:v>4.0211399999999999</c:v>
                </c:pt>
                <c:pt idx="14805">
                  <c:v>4.0214400000000001</c:v>
                </c:pt>
                <c:pt idx="14806">
                  <c:v>4.0217499999999999</c:v>
                </c:pt>
                <c:pt idx="14807">
                  <c:v>4.0220500000000001</c:v>
                </c:pt>
                <c:pt idx="14808">
                  <c:v>4.0223599999999999</c:v>
                </c:pt>
                <c:pt idx="14809">
                  <c:v>4.0226600000000001</c:v>
                </c:pt>
                <c:pt idx="14810">
                  <c:v>4.0229699999999999</c:v>
                </c:pt>
                <c:pt idx="14811">
                  <c:v>4.0232700000000001</c:v>
                </c:pt>
                <c:pt idx="14812">
                  <c:v>4.0235799999999999</c:v>
                </c:pt>
                <c:pt idx="14813">
                  <c:v>4.0238800000000001</c:v>
                </c:pt>
                <c:pt idx="14814">
                  <c:v>4.0241899999999999</c:v>
                </c:pt>
                <c:pt idx="14815">
                  <c:v>4.0244999999999997</c:v>
                </c:pt>
                <c:pt idx="14816">
                  <c:v>4.0247999999999999</c:v>
                </c:pt>
                <c:pt idx="14817">
                  <c:v>4.0251099999999997</c:v>
                </c:pt>
                <c:pt idx="14818">
                  <c:v>4.0254099999999999</c:v>
                </c:pt>
                <c:pt idx="14819">
                  <c:v>4.0257199999999997</c:v>
                </c:pt>
                <c:pt idx="14820">
                  <c:v>4.0260199999999999</c:v>
                </c:pt>
                <c:pt idx="14821">
                  <c:v>4.0263299999999997</c:v>
                </c:pt>
                <c:pt idx="14822">
                  <c:v>4.0266299999999999</c:v>
                </c:pt>
                <c:pt idx="14823">
                  <c:v>4.0269399999999997</c:v>
                </c:pt>
                <c:pt idx="14824">
                  <c:v>4.0272399999999999</c:v>
                </c:pt>
                <c:pt idx="14825">
                  <c:v>4.0275499999999997</c:v>
                </c:pt>
                <c:pt idx="14826">
                  <c:v>4.0278499999999999</c:v>
                </c:pt>
                <c:pt idx="14827">
                  <c:v>4.0281599999999997</c:v>
                </c:pt>
                <c:pt idx="14828">
                  <c:v>4.0284700000000004</c:v>
                </c:pt>
                <c:pt idx="14829">
                  <c:v>4.0287699999999997</c:v>
                </c:pt>
                <c:pt idx="14830">
                  <c:v>4.0290800000000004</c:v>
                </c:pt>
                <c:pt idx="14831">
                  <c:v>4.0293799999999997</c:v>
                </c:pt>
                <c:pt idx="14832">
                  <c:v>4.0296900000000004</c:v>
                </c:pt>
                <c:pt idx="14833">
                  <c:v>4.0299899999999997</c:v>
                </c:pt>
                <c:pt idx="14834">
                  <c:v>4.0303000000000004</c:v>
                </c:pt>
                <c:pt idx="14835">
                  <c:v>4.0305999999999997</c:v>
                </c:pt>
                <c:pt idx="14836">
                  <c:v>4.0309100000000004</c:v>
                </c:pt>
                <c:pt idx="14837">
                  <c:v>4.0312099999999997</c:v>
                </c:pt>
                <c:pt idx="14838">
                  <c:v>4.0315200000000004</c:v>
                </c:pt>
                <c:pt idx="14839">
                  <c:v>4.0318199999999997</c:v>
                </c:pt>
                <c:pt idx="14840">
                  <c:v>4.0321300000000004</c:v>
                </c:pt>
                <c:pt idx="14841">
                  <c:v>4.0324400000000002</c:v>
                </c:pt>
                <c:pt idx="14842">
                  <c:v>4.0327400000000004</c:v>
                </c:pt>
                <c:pt idx="14843">
                  <c:v>4.0330500000000002</c:v>
                </c:pt>
                <c:pt idx="14844">
                  <c:v>4.0333500000000004</c:v>
                </c:pt>
                <c:pt idx="14845">
                  <c:v>4.0336600000000002</c:v>
                </c:pt>
                <c:pt idx="14846">
                  <c:v>4.0339600000000004</c:v>
                </c:pt>
                <c:pt idx="14847">
                  <c:v>4.0342700000000002</c:v>
                </c:pt>
                <c:pt idx="14848">
                  <c:v>4.0345700000000004</c:v>
                </c:pt>
                <c:pt idx="14849">
                  <c:v>4.0348800000000002</c:v>
                </c:pt>
                <c:pt idx="14850">
                  <c:v>4.0351800000000004</c:v>
                </c:pt>
                <c:pt idx="14851">
                  <c:v>4.0354900000000002</c:v>
                </c:pt>
                <c:pt idx="14852">
                  <c:v>4.0357900000000004</c:v>
                </c:pt>
                <c:pt idx="14853">
                  <c:v>4.0361000000000002</c:v>
                </c:pt>
                <c:pt idx="14854">
                  <c:v>4.0364100000000001</c:v>
                </c:pt>
                <c:pt idx="14855">
                  <c:v>4.0367100000000002</c:v>
                </c:pt>
                <c:pt idx="14856">
                  <c:v>4.0370200000000001</c:v>
                </c:pt>
                <c:pt idx="14857">
                  <c:v>4.0373200000000002</c:v>
                </c:pt>
                <c:pt idx="14858">
                  <c:v>4.0376300000000001</c:v>
                </c:pt>
                <c:pt idx="14859">
                  <c:v>4.0379300000000002</c:v>
                </c:pt>
                <c:pt idx="14860">
                  <c:v>4.0382400000000001</c:v>
                </c:pt>
                <c:pt idx="14861">
                  <c:v>4.0385400000000002</c:v>
                </c:pt>
                <c:pt idx="14862">
                  <c:v>4.0388500000000001</c:v>
                </c:pt>
                <c:pt idx="14863">
                  <c:v>4.0391500000000002</c:v>
                </c:pt>
                <c:pt idx="14864">
                  <c:v>4.0394600000000001</c:v>
                </c:pt>
                <c:pt idx="14865">
                  <c:v>4.0397699999999999</c:v>
                </c:pt>
                <c:pt idx="14866">
                  <c:v>4.0400700000000001</c:v>
                </c:pt>
                <c:pt idx="14867">
                  <c:v>4.0403799999999999</c:v>
                </c:pt>
                <c:pt idx="14868">
                  <c:v>4.04068</c:v>
                </c:pt>
                <c:pt idx="14869">
                  <c:v>4.0409899999999999</c:v>
                </c:pt>
                <c:pt idx="14870">
                  <c:v>4.04129</c:v>
                </c:pt>
                <c:pt idx="14871">
                  <c:v>4.0415999999999999</c:v>
                </c:pt>
                <c:pt idx="14872">
                  <c:v>4.0419</c:v>
                </c:pt>
                <c:pt idx="14873">
                  <c:v>4.0422099999999999</c:v>
                </c:pt>
                <c:pt idx="14874">
                  <c:v>4.04251</c:v>
                </c:pt>
                <c:pt idx="14875">
                  <c:v>4.0428199999999999</c:v>
                </c:pt>
                <c:pt idx="14876">
                  <c:v>4.04312</c:v>
                </c:pt>
                <c:pt idx="14877">
                  <c:v>4.0434299999999999</c:v>
                </c:pt>
                <c:pt idx="14878">
                  <c:v>4.0437399999999997</c:v>
                </c:pt>
                <c:pt idx="14879">
                  <c:v>4.0440399999999999</c:v>
                </c:pt>
                <c:pt idx="14880">
                  <c:v>4.0443499999999997</c:v>
                </c:pt>
                <c:pt idx="14881">
                  <c:v>4.0446499999999999</c:v>
                </c:pt>
                <c:pt idx="14882">
                  <c:v>4.0449599999999997</c:v>
                </c:pt>
                <c:pt idx="14883">
                  <c:v>4.0452599999999999</c:v>
                </c:pt>
                <c:pt idx="14884">
                  <c:v>4.0455699999999997</c:v>
                </c:pt>
                <c:pt idx="14885">
                  <c:v>4.0458699999999999</c:v>
                </c:pt>
                <c:pt idx="14886">
                  <c:v>4.0461799999999997</c:v>
                </c:pt>
                <c:pt idx="14887">
                  <c:v>4.0464799999999999</c:v>
                </c:pt>
                <c:pt idx="14888">
                  <c:v>4.0467899999999997</c:v>
                </c:pt>
                <c:pt idx="14889">
                  <c:v>4.0470899999999999</c:v>
                </c:pt>
                <c:pt idx="14890">
                  <c:v>4.0473999999999997</c:v>
                </c:pt>
                <c:pt idx="14891">
                  <c:v>4.0477100000000004</c:v>
                </c:pt>
                <c:pt idx="14892">
                  <c:v>4.0480099999999997</c:v>
                </c:pt>
                <c:pt idx="14893">
                  <c:v>4.0483200000000004</c:v>
                </c:pt>
                <c:pt idx="14894">
                  <c:v>4.0486199999999997</c:v>
                </c:pt>
                <c:pt idx="14895">
                  <c:v>4.0489300000000004</c:v>
                </c:pt>
                <c:pt idx="14896">
                  <c:v>4.0492299999999997</c:v>
                </c:pt>
                <c:pt idx="14897">
                  <c:v>4.0495400000000004</c:v>
                </c:pt>
                <c:pt idx="14898">
                  <c:v>4.0498399999999997</c:v>
                </c:pt>
                <c:pt idx="14899">
                  <c:v>4.0501500000000004</c:v>
                </c:pt>
                <c:pt idx="14900">
                  <c:v>4.0504499999999997</c:v>
                </c:pt>
                <c:pt idx="14901">
                  <c:v>4.0507600000000004</c:v>
                </c:pt>
                <c:pt idx="14902">
                  <c:v>4.0510599999999997</c:v>
                </c:pt>
                <c:pt idx="14903">
                  <c:v>4.0513700000000004</c:v>
                </c:pt>
                <c:pt idx="14904">
                  <c:v>4.0516800000000002</c:v>
                </c:pt>
                <c:pt idx="14905">
                  <c:v>4.0519800000000004</c:v>
                </c:pt>
                <c:pt idx="14906">
                  <c:v>4.0522900000000002</c:v>
                </c:pt>
                <c:pt idx="14907">
                  <c:v>4.0525900000000004</c:v>
                </c:pt>
                <c:pt idx="14908">
                  <c:v>4.0529000000000002</c:v>
                </c:pt>
                <c:pt idx="14909">
                  <c:v>4.0532000000000004</c:v>
                </c:pt>
                <c:pt idx="14910">
                  <c:v>4.0535100000000002</c:v>
                </c:pt>
                <c:pt idx="14911">
                  <c:v>4.0538100000000004</c:v>
                </c:pt>
                <c:pt idx="14912">
                  <c:v>4.0541200000000002</c:v>
                </c:pt>
                <c:pt idx="14913">
                  <c:v>4.0544200000000004</c:v>
                </c:pt>
                <c:pt idx="14914">
                  <c:v>4.0547300000000002</c:v>
                </c:pt>
                <c:pt idx="14915">
                  <c:v>4.05504</c:v>
                </c:pt>
                <c:pt idx="14916">
                  <c:v>4.0553400000000002</c:v>
                </c:pt>
                <c:pt idx="14917">
                  <c:v>4.05565</c:v>
                </c:pt>
                <c:pt idx="14918">
                  <c:v>4.0559500000000002</c:v>
                </c:pt>
                <c:pt idx="14919">
                  <c:v>4.05626</c:v>
                </c:pt>
                <c:pt idx="14920">
                  <c:v>4.0565600000000002</c:v>
                </c:pt>
                <c:pt idx="14921">
                  <c:v>4.05687</c:v>
                </c:pt>
                <c:pt idx="14922">
                  <c:v>4.0571700000000002</c:v>
                </c:pt>
                <c:pt idx="14923">
                  <c:v>4.05748</c:v>
                </c:pt>
                <c:pt idx="14924">
                  <c:v>4.0577800000000002</c:v>
                </c:pt>
                <c:pt idx="14925">
                  <c:v>4.05809</c:v>
                </c:pt>
                <c:pt idx="14926">
                  <c:v>4.0583900000000002</c:v>
                </c:pt>
                <c:pt idx="14927">
                  <c:v>4.0587</c:v>
                </c:pt>
                <c:pt idx="14928">
                  <c:v>4.0590099999999998</c:v>
                </c:pt>
                <c:pt idx="14929">
                  <c:v>4.05931</c:v>
                </c:pt>
                <c:pt idx="14930">
                  <c:v>4.0596199999999998</c:v>
                </c:pt>
                <c:pt idx="14931">
                  <c:v>4.05992</c:v>
                </c:pt>
                <c:pt idx="14932">
                  <c:v>4.0602299999999998</c:v>
                </c:pt>
                <c:pt idx="14933">
                  <c:v>4.06053</c:v>
                </c:pt>
                <c:pt idx="14934">
                  <c:v>4.0608399999999998</c:v>
                </c:pt>
                <c:pt idx="14935">
                  <c:v>4.06114</c:v>
                </c:pt>
                <c:pt idx="14936">
                  <c:v>4.0614499999999998</c:v>
                </c:pt>
                <c:pt idx="14937">
                  <c:v>4.06175</c:v>
                </c:pt>
                <c:pt idx="14938">
                  <c:v>4.0620599999999998</c:v>
                </c:pt>
                <c:pt idx="14939">
                  <c:v>4.06236</c:v>
                </c:pt>
                <c:pt idx="14940">
                  <c:v>4.0626699999999998</c:v>
                </c:pt>
                <c:pt idx="14941">
                  <c:v>4.0629799999999996</c:v>
                </c:pt>
                <c:pt idx="14942">
                  <c:v>4.0632799999999998</c:v>
                </c:pt>
                <c:pt idx="14943">
                  <c:v>4.0635899999999996</c:v>
                </c:pt>
                <c:pt idx="14944">
                  <c:v>4.0638899999999998</c:v>
                </c:pt>
                <c:pt idx="14945">
                  <c:v>4.0641999999999996</c:v>
                </c:pt>
                <c:pt idx="14946">
                  <c:v>4.0644999999999998</c:v>
                </c:pt>
                <c:pt idx="14947">
                  <c:v>4.0648099999999996</c:v>
                </c:pt>
                <c:pt idx="14948">
                  <c:v>4.0651099999999998</c:v>
                </c:pt>
                <c:pt idx="14949">
                  <c:v>4.0654199999999996</c:v>
                </c:pt>
                <c:pt idx="14950">
                  <c:v>4.0657199999999998</c:v>
                </c:pt>
                <c:pt idx="14951">
                  <c:v>4.0660299999999996</c:v>
                </c:pt>
                <c:pt idx="14952">
                  <c:v>4.0663299999999998</c:v>
                </c:pt>
                <c:pt idx="14953">
                  <c:v>4.0666399999999996</c:v>
                </c:pt>
                <c:pt idx="14954">
                  <c:v>4.0669500000000003</c:v>
                </c:pt>
                <c:pt idx="14955">
                  <c:v>4.0672499999999996</c:v>
                </c:pt>
                <c:pt idx="14956">
                  <c:v>4.0675600000000003</c:v>
                </c:pt>
                <c:pt idx="14957">
                  <c:v>4.0678599999999996</c:v>
                </c:pt>
                <c:pt idx="14958">
                  <c:v>4.0681700000000003</c:v>
                </c:pt>
                <c:pt idx="14959">
                  <c:v>4.0684699999999996</c:v>
                </c:pt>
                <c:pt idx="14960">
                  <c:v>4.0687800000000003</c:v>
                </c:pt>
                <c:pt idx="14961">
                  <c:v>4.0690799999999996</c:v>
                </c:pt>
                <c:pt idx="14962">
                  <c:v>4.0693900000000003</c:v>
                </c:pt>
                <c:pt idx="14963">
                  <c:v>4.0696899999999996</c:v>
                </c:pt>
                <c:pt idx="14964">
                  <c:v>4.07</c:v>
                </c:pt>
                <c:pt idx="14965">
                  <c:v>4.0702999999999996</c:v>
                </c:pt>
                <c:pt idx="14966">
                  <c:v>4.0706100000000003</c:v>
                </c:pt>
                <c:pt idx="14967">
                  <c:v>4.0709200000000001</c:v>
                </c:pt>
                <c:pt idx="14968">
                  <c:v>4.0712200000000003</c:v>
                </c:pt>
                <c:pt idx="14969">
                  <c:v>4.0715300000000001</c:v>
                </c:pt>
                <c:pt idx="14970">
                  <c:v>4.0718300000000003</c:v>
                </c:pt>
                <c:pt idx="14971">
                  <c:v>4.0721400000000001</c:v>
                </c:pt>
                <c:pt idx="14972">
                  <c:v>4.0724400000000003</c:v>
                </c:pt>
                <c:pt idx="14973">
                  <c:v>4.0727500000000001</c:v>
                </c:pt>
                <c:pt idx="14974">
                  <c:v>4.0730500000000003</c:v>
                </c:pt>
                <c:pt idx="14975">
                  <c:v>4.0733600000000001</c:v>
                </c:pt>
                <c:pt idx="14976">
                  <c:v>4.0736600000000003</c:v>
                </c:pt>
                <c:pt idx="14977">
                  <c:v>4.0739700000000001</c:v>
                </c:pt>
                <c:pt idx="14978">
                  <c:v>4.0742799999999999</c:v>
                </c:pt>
                <c:pt idx="14979">
                  <c:v>4.0745800000000001</c:v>
                </c:pt>
                <c:pt idx="14980">
                  <c:v>4.0748899999999999</c:v>
                </c:pt>
                <c:pt idx="14981">
                  <c:v>4.0751900000000001</c:v>
                </c:pt>
                <c:pt idx="14982">
                  <c:v>4.0754999999999999</c:v>
                </c:pt>
                <c:pt idx="14983">
                  <c:v>4.0758000000000001</c:v>
                </c:pt>
                <c:pt idx="14984">
                  <c:v>4.0761099999999999</c:v>
                </c:pt>
                <c:pt idx="14985">
                  <c:v>4.0764100000000001</c:v>
                </c:pt>
                <c:pt idx="14986">
                  <c:v>4.0767199999999999</c:v>
                </c:pt>
                <c:pt idx="14987">
                  <c:v>4.0770200000000001</c:v>
                </c:pt>
                <c:pt idx="14988">
                  <c:v>4.0773299999999999</c:v>
                </c:pt>
                <c:pt idx="14989">
                  <c:v>4.0776300000000001</c:v>
                </c:pt>
                <c:pt idx="14990">
                  <c:v>4.0779399999999999</c:v>
                </c:pt>
                <c:pt idx="14991">
                  <c:v>4.0782499999999997</c:v>
                </c:pt>
                <c:pt idx="14992">
                  <c:v>4.0785499999999999</c:v>
                </c:pt>
                <c:pt idx="14993">
                  <c:v>4.0788599999999997</c:v>
                </c:pt>
                <c:pt idx="14994">
                  <c:v>4.0791599999999999</c:v>
                </c:pt>
                <c:pt idx="14995">
                  <c:v>4.0794699999999997</c:v>
                </c:pt>
                <c:pt idx="14996">
                  <c:v>4.0797699999999999</c:v>
                </c:pt>
                <c:pt idx="14997">
                  <c:v>4.0800799999999997</c:v>
                </c:pt>
                <c:pt idx="14998">
                  <c:v>4.0803799999999999</c:v>
                </c:pt>
                <c:pt idx="14999">
                  <c:v>4.0806899999999997</c:v>
                </c:pt>
                <c:pt idx="15000">
                  <c:v>4.0809899999999999</c:v>
                </c:pt>
                <c:pt idx="15001">
                  <c:v>4.0812999999999997</c:v>
                </c:pt>
                <c:pt idx="15002">
                  <c:v>4.0815999999999999</c:v>
                </c:pt>
                <c:pt idx="15003">
                  <c:v>4.0819099999999997</c:v>
                </c:pt>
                <c:pt idx="15004">
                  <c:v>4.0822200000000004</c:v>
                </c:pt>
                <c:pt idx="15005">
                  <c:v>4.0825199999999997</c:v>
                </c:pt>
                <c:pt idx="15006">
                  <c:v>4.0828300000000004</c:v>
                </c:pt>
                <c:pt idx="15007">
                  <c:v>4.0831299999999997</c:v>
                </c:pt>
                <c:pt idx="15008">
                  <c:v>4.0834400000000004</c:v>
                </c:pt>
                <c:pt idx="15009">
                  <c:v>4.0837399999999997</c:v>
                </c:pt>
                <c:pt idx="15010">
                  <c:v>4.0840500000000004</c:v>
                </c:pt>
                <c:pt idx="15011">
                  <c:v>4.0843499999999997</c:v>
                </c:pt>
                <c:pt idx="15012">
                  <c:v>4.0846600000000004</c:v>
                </c:pt>
                <c:pt idx="15013">
                  <c:v>4.0849599999999997</c:v>
                </c:pt>
                <c:pt idx="15014">
                  <c:v>4.0852700000000004</c:v>
                </c:pt>
                <c:pt idx="15015">
                  <c:v>4.0855699999999997</c:v>
                </c:pt>
                <c:pt idx="15016">
                  <c:v>4.0858800000000004</c:v>
                </c:pt>
                <c:pt idx="15017">
                  <c:v>4.0861900000000002</c:v>
                </c:pt>
                <c:pt idx="15018">
                  <c:v>4.0864900000000004</c:v>
                </c:pt>
                <c:pt idx="15019">
                  <c:v>4.0868000000000002</c:v>
                </c:pt>
                <c:pt idx="15020">
                  <c:v>4.0871000000000004</c:v>
                </c:pt>
                <c:pt idx="15021">
                  <c:v>4.0874100000000002</c:v>
                </c:pt>
                <c:pt idx="15022">
                  <c:v>4.0877100000000004</c:v>
                </c:pt>
                <c:pt idx="15023">
                  <c:v>4.0880200000000002</c:v>
                </c:pt>
                <c:pt idx="15024">
                  <c:v>4.0883200000000004</c:v>
                </c:pt>
                <c:pt idx="15025">
                  <c:v>4.0886300000000002</c:v>
                </c:pt>
                <c:pt idx="15026">
                  <c:v>4.0889300000000004</c:v>
                </c:pt>
                <c:pt idx="15027">
                  <c:v>4.0892400000000002</c:v>
                </c:pt>
                <c:pt idx="15028">
                  <c:v>4.0895400000000004</c:v>
                </c:pt>
                <c:pt idx="15029">
                  <c:v>4.0898500000000002</c:v>
                </c:pt>
                <c:pt idx="15030">
                  <c:v>4.09016</c:v>
                </c:pt>
                <c:pt idx="15031">
                  <c:v>4.0904600000000002</c:v>
                </c:pt>
                <c:pt idx="15032">
                  <c:v>4.09077</c:v>
                </c:pt>
                <c:pt idx="15033">
                  <c:v>4.0910700000000002</c:v>
                </c:pt>
                <c:pt idx="15034">
                  <c:v>4.09138</c:v>
                </c:pt>
                <c:pt idx="15035">
                  <c:v>4.0916800000000002</c:v>
                </c:pt>
                <c:pt idx="15036">
                  <c:v>4.09199</c:v>
                </c:pt>
                <c:pt idx="15037">
                  <c:v>4.0922900000000002</c:v>
                </c:pt>
                <c:pt idx="15038">
                  <c:v>4.0926</c:v>
                </c:pt>
                <c:pt idx="15039">
                  <c:v>4.0929000000000002</c:v>
                </c:pt>
                <c:pt idx="15040">
                  <c:v>4.09321</c:v>
                </c:pt>
                <c:pt idx="15041">
                  <c:v>4.0935199999999998</c:v>
                </c:pt>
                <c:pt idx="15042">
                  <c:v>4.09382</c:v>
                </c:pt>
                <c:pt idx="15043">
                  <c:v>4.0941299999999998</c:v>
                </c:pt>
                <c:pt idx="15044">
                  <c:v>4.09443</c:v>
                </c:pt>
                <c:pt idx="15045">
                  <c:v>4.0947399999999998</c:v>
                </c:pt>
                <c:pt idx="15046">
                  <c:v>4.09504</c:v>
                </c:pt>
                <c:pt idx="15047">
                  <c:v>4.0953499999999998</c:v>
                </c:pt>
                <c:pt idx="15048">
                  <c:v>4.09565</c:v>
                </c:pt>
                <c:pt idx="15049">
                  <c:v>4.0959599999999998</c:v>
                </c:pt>
                <c:pt idx="15050">
                  <c:v>4.09626</c:v>
                </c:pt>
                <c:pt idx="15051">
                  <c:v>4.0965699999999998</c:v>
                </c:pt>
                <c:pt idx="15052">
                  <c:v>4.09687</c:v>
                </c:pt>
                <c:pt idx="15053">
                  <c:v>4.0971799999999998</c:v>
                </c:pt>
                <c:pt idx="15054">
                  <c:v>4.0974899999999996</c:v>
                </c:pt>
                <c:pt idx="15055">
                  <c:v>4.0977899999999998</c:v>
                </c:pt>
                <c:pt idx="15056">
                  <c:v>4.0980999999999996</c:v>
                </c:pt>
                <c:pt idx="15057">
                  <c:v>4.0983999999999998</c:v>
                </c:pt>
                <c:pt idx="15058">
                  <c:v>4.0987099999999996</c:v>
                </c:pt>
                <c:pt idx="15059">
                  <c:v>4.0990099999999998</c:v>
                </c:pt>
                <c:pt idx="15060">
                  <c:v>4.0993199999999996</c:v>
                </c:pt>
                <c:pt idx="15061">
                  <c:v>4.0996199999999998</c:v>
                </c:pt>
                <c:pt idx="15062">
                  <c:v>4.0999299999999996</c:v>
                </c:pt>
                <c:pt idx="15063">
                  <c:v>4.1002299999999998</c:v>
                </c:pt>
                <c:pt idx="15064">
                  <c:v>4.1005399999999996</c:v>
                </c:pt>
                <c:pt idx="15065">
                  <c:v>4.1008399999999998</c:v>
                </c:pt>
                <c:pt idx="15066">
                  <c:v>4.1011499999999996</c:v>
                </c:pt>
                <c:pt idx="15067">
                  <c:v>4.1014600000000003</c:v>
                </c:pt>
                <c:pt idx="15068">
                  <c:v>4.1017599999999996</c:v>
                </c:pt>
                <c:pt idx="15069">
                  <c:v>4.1020700000000003</c:v>
                </c:pt>
                <c:pt idx="15070">
                  <c:v>4.1023699999999996</c:v>
                </c:pt>
                <c:pt idx="15071">
                  <c:v>4.1026800000000003</c:v>
                </c:pt>
                <c:pt idx="15072">
                  <c:v>4.1029799999999996</c:v>
                </c:pt>
                <c:pt idx="15073">
                  <c:v>4.1032900000000003</c:v>
                </c:pt>
                <c:pt idx="15074">
                  <c:v>4.1035899999999996</c:v>
                </c:pt>
                <c:pt idx="15075">
                  <c:v>4.1039000000000003</c:v>
                </c:pt>
                <c:pt idx="15076">
                  <c:v>4.1041999999999996</c:v>
                </c:pt>
                <c:pt idx="15077">
                  <c:v>4.1045100000000003</c:v>
                </c:pt>
                <c:pt idx="15078">
                  <c:v>4.1048099999999996</c:v>
                </c:pt>
                <c:pt idx="15079">
                  <c:v>4.1051200000000003</c:v>
                </c:pt>
                <c:pt idx="15080">
                  <c:v>4.1054300000000001</c:v>
                </c:pt>
                <c:pt idx="15081">
                  <c:v>4.1057300000000003</c:v>
                </c:pt>
                <c:pt idx="15082">
                  <c:v>4.1060400000000001</c:v>
                </c:pt>
                <c:pt idx="15083">
                  <c:v>4.1063400000000003</c:v>
                </c:pt>
                <c:pt idx="15084">
                  <c:v>4.1066500000000001</c:v>
                </c:pt>
                <c:pt idx="15085">
                  <c:v>4.1069500000000003</c:v>
                </c:pt>
                <c:pt idx="15086">
                  <c:v>4.1072600000000001</c:v>
                </c:pt>
                <c:pt idx="15087">
                  <c:v>4.1075600000000003</c:v>
                </c:pt>
                <c:pt idx="15088">
                  <c:v>4.1078700000000001</c:v>
                </c:pt>
                <c:pt idx="15089">
                  <c:v>4.1081700000000003</c:v>
                </c:pt>
                <c:pt idx="15090">
                  <c:v>4.1084800000000001</c:v>
                </c:pt>
                <c:pt idx="15091">
                  <c:v>4.1087899999999999</c:v>
                </c:pt>
                <c:pt idx="15092">
                  <c:v>4.1090900000000001</c:v>
                </c:pt>
                <c:pt idx="15093">
                  <c:v>4.1093999999999999</c:v>
                </c:pt>
                <c:pt idx="15094">
                  <c:v>4.1097000000000001</c:v>
                </c:pt>
                <c:pt idx="15095">
                  <c:v>4.1100099999999999</c:v>
                </c:pt>
                <c:pt idx="15096">
                  <c:v>4.1103100000000001</c:v>
                </c:pt>
                <c:pt idx="15097">
                  <c:v>4.1106199999999999</c:v>
                </c:pt>
                <c:pt idx="15098">
                  <c:v>4.1109200000000001</c:v>
                </c:pt>
                <c:pt idx="15099">
                  <c:v>4.1112299999999999</c:v>
                </c:pt>
                <c:pt idx="15100">
                  <c:v>4.1115300000000001</c:v>
                </c:pt>
                <c:pt idx="15101">
                  <c:v>4.1118399999999999</c:v>
                </c:pt>
                <c:pt idx="15102">
                  <c:v>4.1121400000000001</c:v>
                </c:pt>
                <c:pt idx="15103">
                  <c:v>4.1124499999999999</c:v>
                </c:pt>
                <c:pt idx="15104">
                  <c:v>4.1127599999999997</c:v>
                </c:pt>
                <c:pt idx="15105">
                  <c:v>4.1130599999999999</c:v>
                </c:pt>
                <c:pt idx="15106">
                  <c:v>4.1133699999999997</c:v>
                </c:pt>
                <c:pt idx="15107">
                  <c:v>4.1136699999999999</c:v>
                </c:pt>
                <c:pt idx="15108">
                  <c:v>4.1139799999999997</c:v>
                </c:pt>
                <c:pt idx="15109">
                  <c:v>4.1142799999999999</c:v>
                </c:pt>
                <c:pt idx="15110">
                  <c:v>4.1145899999999997</c:v>
                </c:pt>
                <c:pt idx="15111">
                  <c:v>4.1148899999999999</c:v>
                </c:pt>
                <c:pt idx="15112">
                  <c:v>4.1151999999999997</c:v>
                </c:pt>
                <c:pt idx="15113">
                  <c:v>4.1154999999999999</c:v>
                </c:pt>
                <c:pt idx="15114">
                  <c:v>4.1158099999999997</c:v>
                </c:pt>
                <c:pt idx="15115">
                  <c:v>4.1161099999999999</c:v>
                </c:pt>
                <c:pt idx="15116">
                  <c:v>4.1164199999999997</c:v>
                </c:pt>
                <c:pt idx="15117">
                  <c:v>4.1167299999999996</c:v>
                </c:pt>
                <c:pt idx="15118">
                  <c:v>4.1170299999999997</c:v>
                </c:pt>
                <c:pt idx="15119">
                  <c:v>4.1173400000000004</c:v>
                </c:pt>
                <c:pt idx="15120">
                  <c:v>4.1176399999999997</c:v>
                </c:pt>
                <c:pt idx="15121">
                  <c:v>4.1179500000000004</c:v>
                </c:pt>
                <c:pt idx="15122">
                  <c:v>4.1182499999999997</c:v>
                </c:pt>
                <c:pt idx="15123">
                  <c:v>4.1185600000000004</c:v>
                </c:pt>
                <c:pt idx="15124">
                  <c:v>4.1188599999999997</c:v>
                </c:pt>
                <c:pt idx="15125">
                  <c:v>4.1191700000000004</c:v>
                </c:pt>
                <c:pt idx="15126">
                  <c:v>4.1194699999999997</c:v>
                </c:pt>
                <c:pt idx="15127">
                  <c:v>4.1197800000000004</c:v>
                </c:pt>
                <c:pt idx="15128">
                  <c:v>4.1200799999999997</c:v>
                </c:pt>
                <c:pt idx="15129">
                  <c:v>4.1203900000000004</c:v>
                </c:pt>
                <c:pt idx="15130">
                  <c:v>4.1207000000000003</c:v>
                </c:pt>
                <c:pt idx="15131">
                  <c:v>4.1210000000000004</c:v>
                </c:pt>
                <c:pt idx="15132">
                  <c:v>4.1213100000000003</c:v>
                </c:pt>
                <c:pt idx="15133">
                  <c:v>4.1216100000000004</c:v>
                </c:pt>
                <c:pt idx="15134">
                  <c:v>4.1219200000000003</c:v>
                </c:pt>
                <c:pt idx="15135">
                  <c:v>4.1222200000000004</c:v>
                </c:pt>
                <c:pt idx="15136">
                  <c:v>4.1225300000000002</c:v>
                </c:pt>
                <c:pt idx="15137">
                  <c:v>4.1228300000000004</c:v>
                </c:pt>
                <c:pt idx="15138">
                  <c:v>4.1231400000000002</c:v>
                </c:pt>
                <c:pt idx="15139">
                  <c:v>4.1234400000000004</c:v>
                </c:pt>
                <c:pt idx="15140">
                  <c:v>4.1237500000000002</c:v>
                </c:pt>
                <c:pt idx="15141">
                  <c:v>4.1240500000000004</c:v>
                </c:pt>
                <c:pt idx="15142">
                  <c:v>4.1243600000000002</c:v>
                </c:pt>
                <c:pt idx="15143">
                  <c:v>4.1246700000000001</c:v>
                </c:pt>
                <c:pt idx="15144">
                  <c:v>4.1249700000000002</c:v>
                </c:pt>
                <c:pt idx="15145">
                  <c:v>4.1252800000000001</c:v>
                </c:pt>
                <c:pt idx="15146">
                  <c:v>4.1255800000000002</c:v>
                </c:pt>
                <c:pt idx="15147">
                  <c:v>4.1258900000000001</c:v>
                </c:pt>
                <c:pt idx="15148">
                  <c:v>4.1261900000000002</c:v>
                </c:pt>
                <c:pt idx="15149">
                  <c:v>4.1265000000000001</c:v>
                </c:pt>
                <c:pt idx="15150">
                  <c:v>4.1268000000000002</c:v>
                </c:pt>
                <c:pt idx="15151">
                  <c:v>4.1271100000000001</c:v>
                </c:pt>
                <c:pt idx="15152">
                  <c:v>4.1274100000000002</c:v>
                </c:pt>
                <c:pt idx="15153">
                  <c:v>4.1277200000000001</c:v>
                </c:pt>
                <c:pt idx="15154">
                  <c:v>4.1280299999999999</c:v>
                </c:pt>
                <c:pt idx="15155">
                  <c:v>4.1283300000000001</c:v>
                </c:pt>
                <c:pt idx="15156">
                  <c:v>4.1286399999999999</c:v>
                </c:pt>
                <c:pt idx="15157">
                  <c:v>4.1289400000000001</c:v>
                </c:pt>
                <c:pt idx="15158">
                  <c:v>4.1292499999999999</c:v>
                </c:pt>
                <c:pt idx="15159">
                  <c:v>4.1295500000000001</c:v>
                </c:pt>
                <c:pt idx="15160">
                  <c:v>4.1298599999999999</c:v>
                </c:pt>
                <c:pt idx="15161">
                  <c:v>4.1301600000000001</c:v>
                </c:pt>
                <c:pt idx="15162">
                  <c:v>4.1304699999999999</c:v>
                </c:pt>
                <c:pt idx="15163">
                  <c:v>4.1307700000000001</c:v>
                </c:pt>
                <c:pt idx="15164">
                  <c:v>4.1310799999999999</c:v>
                </c:pt>
                <c:pt idx="15165">
                  <c:v>4.1313800000000001</c:v>
                </c:pt>
                <c:pt idx="15166">
                  <c:v>4.1316899999999999</c:v>
                </c:pt>
                <c:pt idx="15167">
                  <c:v>4.1319999999999997</c:v>
                </c:pt>
                <c:pt idx="15168">
                  <c:v>4.1322999999999999</c:v>
                </c:pt>
                <c:pt idx="15169">
                  <c:v>4.1326099999999997</c:v>
                </c:pt>
                <c:pt idx="15170">
                  <c:v>4.1329099999999999</c:v>
                </c:pt>
                <c:pt idx="15171">
                  <c:v>4.1332199999999997</c:v>
                </c:pt>
                <c:pt idx="15172">
                  <c:v>4.1335199999999999</c:v>
                </c:pt>
                <c:pt idx="15173">
                  <c:v>4.1338299999999997</c:v>
                </c:pt>
                <c:pt idx="15174">
                  <c:v>4.1341299999999999</c:v>
                </c:pt>
                <c:pt idx="15175">
                  <c:v>4.1344399999999997</c:v>
                </c:pt>
                <c:pt idx="15176">
                  <c:v>4.1347399999999999</c:v>
                </c:pt>
                <c:pt idx="15177">
                  <c:v>4.1350499999999997</c:v>
                </c:pt>
                <c:pt idx="15178">
                  <c:v>4.1353499999999999</c:v>
                </c:pt>
                <c:pt idx="15179">
                  <c:v>4.1356599999999997</c:v>
                </c:pt>
                <c:pt idx="15180">
                  <c:v>4.1359700000000004</c:v>
                </c:pt>
                <c:pt idx="15181">
                  <c:v>4.1362699999999997</c:v>
                </c:pt>
                <c:pt idx="15182">
                  <c:v>4.1365800000000004</c:v>
                </c:pt>
                <c:pt idx="15183">
                  <c:v>4.1368799999999997</c:v>
                </c:pt>
                <c:pt idx="15184">
                  <c:v>4.1371900000000004</c:v>
                </c:pt>
                <c:pt idx="15185">
                  <c:v>4.1374899999999997</c:v>
                </c:pt>
                <c:pt idx="15186">
                  <c:v>4.1378000000000004</c:v>
                </c:pt>
                <c:pt idx="15187">
                  <c:v>4.1380999999999997</c:v>
                </c:pt>
                <c:pt idx="15188">
                  <c:v>4.1384100000000004</c:v>
                </c:pt>
                <c:pt idx="15189">
                  <c:v>4.1387099999999997</c:v>
                </c:pt>
                <c:pt idx="15190">
                  <c:v>4.1390200000000004</c:v>
                </c:pt>
                <c:pt idx="15191">
                  <c:v>4.1393199999999997</c:v>
                </c:pt>
                <c:pt idx="15192">
                  <c:v>4.1396300000000004</c:v>
                </c:pt>
                <c:pt idx="15193">
                  <c:v>4.1399400000000002</c:v>
                </c:pt>
                <c:pt idx="15194">
                  <c:v>4.1402400000000004</c:v>
                </c:pt>
                <c:pt idx="15195">
                  <c:v>4.1405500000000002</c:v>
                </c:pt>
                <c:pt idx="15196">
                  <c:v>4.1408500000000004</c:v>
                </c:pt>
                <c:pt idx="15197">
                  <c:v>4.1411600000000002</c:v>
                </c:pt>
                <c:pt idx="15198">
                  <c:v>4.1414600000000004</c:v>
                </c:pt>
                <c:pt idx="15199">
                  <c:v>4.1417700000000002</c:v>
                </c:pt>
                <c:pt idx="15200">
                  <c:v>4.1420700000000004</c:v>
                </c:pt>
                <c:pt idx="15201">
                  <c:v>4.1423800000000002</c:v>
                </c:pt>
                <c:pt idx="15202">
                  <c:v>4.1426800000000004</c:v>
                </c:pt>
                <c:pt idx="15203">
                  <c:v>4.1429900000000002</c:v>
                </c:pt>
                <c:pt idx="15204">
                  <c:v>4.1432900000000004</c:v>
                </c:pt>
                <c:pt idx="15205">
                  <c:v>4.1436000000000002</c:v>
                </c:pt>
                <c:pt idx="15206">
                  <c:v>4.14391</c:v>
                </c:pt>
                <c:pt idx="15207">
                  <c:v>4.1442100000000002</c:v>
                </c:pt>
                <c:pt idx="15208">
                  <c:v>4.14452</c:v>
                </c:pt>
                <c:pt idx="15209">
                  <c:v>4.1448200000000002</c:v>
                </c:pt>
                <c:pt idx="15210">
                  <c:v>4.14513</c:v>
                </c:pt>
                <c:pt idx="15211">
                  <c:v>4.1454300000000002</c:v>
                </c:pt>
                <c:pt idx="15212">
                  <c:v>4.14574</c:v>
                </c:pt>
                <c:pt idx="15213">
                  <c:v>4.1460400000000002</c:v>
                </c:pt>
                <c:pt idx="15214">
                  <c:v>4.14635</c:v>
                </c:pt>
                <c:pt idx="15215">
                  <c:v>4.1466500000000002</c:v>
                </c:pt>
                <c:pt idx="15216">
                  <c:v>4.14696</c:v>
                </c:pt>
                <c:pt idx="15217">
                  <c:v>4.1472699999999998</c:v>
                </c:pt>
                <c:pt idx="15218">
                  <c:v>4.14757</c:v>
                </c:pt>
                <c:pt idx="15219">
                  <c:v>4.1478799999999998</c:v>
                </c:pt>
                <c:pt idx="15220">
                  <c:v>4.14818</c:v>
                </c:pt>
                <c:pt idx="15221">
                  <c:v>4.1484899999999998</c:v>
                </c:pt>
                <c:pt idx="15222">
                  <c:v>4.14879</c:v>
                </c:pt>
                <c:pt idx="15223">
                  <c:v>4.1490999999999998</c:v>
                </c:pt>
                <c:pt idx="15224">
                  <c:v>4.1494</c:v>
                </c:pt>
                <c:pt idx="15225">
                  <c:v>4.1497099999999998</c:v>
                </c:pt>
                <c:pt idx="15226">
                  <c:v>4.15001</c:v>
                </c:pt>
                <c:pt idx="15227">
                  <c:v>4.1503199999999998</c:v>
                </c:pt>
                <c:pt idx="15228">
                  <c:v>4.15062</c:v>
                </c:pt>
                <c:pt idx="15229">
                  <c:v>4.1509299999999998</c:v>
                </c:pt>
                <c:pt idx="15230">
                  <c:v>4.1512399999999996</c:v>
                </c:pt>
                <c:pt idx="15231">
                  <c:v>4.1515399999999998</c:v>
                </c:pt>
                <c:pt idx="15232">
                  <c:v>4.1518499999999996</c:v>
                </c:pt>
                <c:pt idx="15233">
                  <c:v>4.1521499999999998</c:v>
                </c:pt>
                <c:pt idx="15234">
                  <c:v>4.1524599999999996</c:v>
                </c:pt>
                <c:pt idx="15235">
                  <c:v>4.1527599999999998</c:v>
                </c:pt>
                <c:pt idx="15236">
                  <c:v>4.1530699999999996</c:v>
                </c:pt>
                <c:pt idx="15237">
                  <c:v>4.1533699999999998</c:v>
                </c:pt>
                <c:pt idx="15238">
                  <c:v>4.1536799999999996</c:v>
                </c:pt>
                <c:pt idx="15239">
                  <c:v>4.1539799999999998</c:v>
                </c:pt>
                <c:pt idx="15240">
                  <c:v>4.1542899999999996</c:v>
                </c:pt>
                <c:pt idx="15241">
                  <c:v>4.1545899999999998</c:v>
                </c:pt>
                <c:pt idx="15242">
                  <c:v>4.1548999999999996</c:v>
                </c:pt>
                <c:pt idx="15243">
                  <c:v>4.1552100000000003</c:v>
                </c:pt>
                <c:pt idx="15244">
                  <c:v>4.1555099999999996</c:v>
                </c:pt>
                <c:pt idx="15245">
                  <c:v>4.1558200000000003</c:v>
                </c:pt>
                <c:pt idx="15246">
                  <c:v>4.1561199999999996</c:v>
                </c:pt>
                <c:pt idx="15247">
                  <c:v>4.1564300000000003</c:v>
                </c:pt>
                <c:pt idx="15248">
                  <c:v>4.1567299999999996</c:v>
                </c:pt>
                <c:pt idx="15249">
                  <c:v>4.1570400000000003</c:v>
                </c:pt>
                <c:pt idx="15250">
                  <c:v>4.1573399999999996</c:v>
                </c:pt>
                <c:pt idx="15251">
                  <c:v>4.1576500000000003</c:v>
                </c:pt>
                <c:pt idx="15252">
                  <c:v>4.1579499999999996</c:v>
                </c:pt>
                <c:pt idx="15253">
                  <c:v>4.1582600000000003</c:v>
                </c:pt>
                <c:pt idx="15254">
                  <c:v>4.1585599999999996</c:v>
                </c:pt>
                <c:pt idx="15255">
                  <c:v>4.1588700000000003</c:v>
                </c:pt>
                <c:pt idx="15256">
                  <c:v>4.1591800000000001</c:v>
                </c:pt>
                <c:pt idx="15257">
                  <c:v>4.1594800000000003</c:v>
                </c:pt>
                <c:pt idx="15258">
                  <c:v>4.1597900000000001</c:v>
                </c:pt>
                <c:pt idx="15259">
                  <c:v>4.1600900000000003</c:v>
                </c:pt>
                <c:pt idx="15260">
                  <c:v>4.1604000000000001</c:v>
                </c:pt>
                <c:pt idx="15261">
                  <c:v>4.1607000000000003</c:v>
                </c:pt>
                <c:pt idx="15262">
                  <c:v>4.1610100000000001</c:v>
                </c:pt>
                <c:pt idx="15263">
                  <c:v>4.1613100000000003</c:v>
                </c:pt>
                <c:pt idx="15264">
                  <c:v>4.1616200000000001</c:v>
                </c:pt>
                <c:pt idx="15265">
                  <c:v>4.1619200000000003</c:v>
                </c:pt>
                <c:pt idx="15266">
                  <c:v>4.1622300000000001</c:v>
                </c:pt>
                <c:pt idx="15267">
                  <c:v>4.1625300000000003</c:v>
                </c:pt>
                <c:pt idx="15268">
                  <c:v>4.1628400000000001</c:v>
                </c:pt>
                <c:pt idx="15269">
                  <c:v>4.1631499999999999</c:v>
                </c:pt>
                <c:pt idx="15270">
                  <c:v>4.1634500000000001</c:v>
                </c:pt>
                <c:pt idx="15271">
                  <c:v>4.1637599999999999</c:v>
                </c:pt>
                <c:pt idx="15272">
                  <c:v>4.1640600000000001</c:v>
                </c:pt>
                <c:pt idx="15273">
                  <c:v>4.1643699999999999</c:v>
                </c:pt>
                <c:pt idx="15274">
                  <c:v>4.1646700000000001</c:v>
                </c:pt>
                <c:pt idx="15275">
                  <c:v>4.1649799999999999</c:v>
                </c:pt>
                <c:pt idx="15276">
                  <c:v>4.1652800000000001</c:v>
                </c:pt>
                <c:pt idx="15277">
                  <c:v>4.1655899999999999</c:v>
                </c:pt>
                <c:pt idx="15278">
                  <c:v>4.1658900000000001</c:v>
                </c:pt>
                <c:pt idx="15279">
                  <c:v>4.1661999999999999</c:v>
                </c:pt>
                <c:pt idx="15280">
                  <c:v>4.1665099999999997</c:v>
                </c:pt>
                <c:pt idx="15281">
                  <c:v>4.1668099999999999</c:v>
                </c:pt>
                <c:pt idx="15282">
                  <c:v>4.1671199999999997</c:v>
                </c:pt>
                <c:pt idx="15283">
                  <c:v>4.1674199999999999</c:v>
                </c:pt>
                <c:pt idx="15284">
                  <c:v>4.1677299999999997</c:v>
                </c:pt>
                <c:pt idx="15285">
                  <c:v>4.1680299999999999</c:v>
                </c:pt>
                <c:pt idx="15286">
                  <c:v>4.1683399999999997</c:v>
                </c:pt>
                <c:pt idx="15287">
                  <c:v>4.1686399999999999</c:v>
                </c:pt>
                <c:pt idx="15288">
                  <c:v>4.1689499999999997</c:v>
                </c:pt>
                <c:pt idx="15289">
                  <c:v>4.1692499999999999</c:v>
                </c:pt>
                <c:pt idx="15290">
                  <c:v>4.1695599999999997</c:v>
                </c:pt>
                <c:pt idx="15291">
                  <c:v>4.1698599999999999</c:v>
                </c:pt>
                <c:pt idx="15292">
                  <c:v>4.1701699999999997</c:v>
                </c:pt>
                <c:pt idx="15293">
                  <c:v>4.1704800000000004</c:v>
                </c:pt>
                <c:pt idx="15294">
                  <c:v>4.1707799999999997</c:v>
                </c:pt>
                <c:pt idx="15295">
                  <c:v>4.1710900000000004</c:v>
                </c:pt>
                <c:pt idx="15296">
                  <c:v>4.1713899999999997</c:v>
                </c:pt>
                <c:pt idx="15297">
                  <c:v>4.1717000000000004</c:v>
                </c:pt>
                <c:pt idx="15298">
                  <c:v>4.1719999999999997</c:v>
                </c:pt>
                <c:pt idx="15299">
                  <c:v>4.1723100000000004</c:v>
                </c:pt>
                <c:pt idx="15300">
                  <c:v>4.1726099999999997</c:v>
                </c:pt>
                <c:pt idx="15301">
                  <c:v>4.1729200000000004</c:v>
                </c:pt>
                <c:pt idx="15302">
                  <c:v>4.1732199999999997</c:v>
                </c:pt>
                <c:pt idx="15303">
                  <c:v>4.1735300000000004</c:v>
                </c:pt>
                <c:pt idx="15304">
                  <c:v>4.1738299999999997</c:v>
                </c:pt>
                <c:pt idx="15305">
                  <c:v>4.1741400000000004</c:v>
                </c:pt>
                <c:pt idx="15306">
                  <c:v>4.1744500000000002</c:v>
                </c:pt>
                <c:pt idx="15307">
                  <c:v>4.1747500000000004</c:v>
                </c:pt>
                <c:pt idx="15308">
                  <c:v>4.1750600000000002</c:v>
                </c:pt>
                <c:pt idx="15309">
                  <c:v>4.1753600000000004</c:v>
                </c:pt>
                <c:pt idx="15310">
                  <c:v>4.1756700000000002</c:v>
                </c:pt>
                <c:pt idx="15311">
                  <c:v>4.1759700000000004</c:v>
                </c:pt>
                <c:pt idx="15312">
                  <c:v>4.1762800000000002</c:v>
                </c:pt>
                <c:pt idx="15313">
                  <c:v>4.1765800000000004</c:v>
                </c:pt>
                <c:pt idx="15314">
                  <c:v>4.1768900000000002</c:v>
                </c:pt>
                <c:pt idx="15315">
                  <c:v>4.1771900000000004</c:v>
                </c:pt>
                <c:pt idx="15316">
                  <c:v>4.1775000000000002</c:v>
                </c:pt>
                <c:pt idx="15317">
                  <c:v>4.1778000000000004</c:v>
                </c:pt>
                <c:pt idx="15318">
                  <c:v>4.1781100000000002</c:v>
                </c:pt>
                <c:pt idx="15319">
                  <c:v>4.17842</c:v>
                </c:pt>
                <c:pt idx="15320">
                  <c:v>4.1787200000000002</c:v>
                </c:pt>
                <c:pt idx="15321">
                  <c:v>4.17903</c:v>
                </c:pt>
                <c:pt idx="15322">
                  <c:v>4.1793300000000002</c:v>
                </c:pt>
                <c:pt idx="15323">
                  <c:v>4.17964</c:v>
                </c:pt>
                <c:pt idx="15324">
                  <c:v>4.1799400000000002</c:v>
                </c:pt>
                <c:pt idx="15325">
                  <c:v>4.18025</c:v>
                </c:pt>
                <c:pt idx="15326">
                  <c:v>4.1805500000000002</c:v>
                </c:pt>
                <c:pt idx="15327">
                  <c:v>4.18086</c:v>
                </c:pt>
                <c:pt idx="15328">
                  <c:v>4.1811600000000002</c:v>
                </c:pt>
                <c:pt idx="15329">
                  <c:v>4.18147</c:v>
                </c:pt>
                <c:pt idx="15330">
                  <c:v>4.1817799999999998</c:v>
                </c:pt>
                <c:pt idx="15331">
                  <c:v>4.18208</c:v>
                </c:pt>
                <c:pt idx="15332">
                  <c:v>4.1823899999999998</c:v>
                </c:pt>
                <c:pt idx="15333">
                  <c:v>4.18269</c:v>
                </c:pt>
                <c:pt idx="15334">
                  <c:v>4.1829999999999998</c:v>
                </c:pt>
                <c:pt idx="15335">
                  <c:v>4.1833</c:v>
                </c:pt>
                <c:pt idx="15336">
                  <c:v>4.1836099999999998</c:v>
                </c:pt>
                <c:pt idx="15337">
                  <c:v>4.18391</c:v>
                </c:pt>
                <c:pt idx="15338">
                  <c:v>4.1842199999999998</c:v>
                </c:pt>
                <c:pt idx="15339">
                  <c:v>4.18452</c:v>
                </c:pt>
                <c:pt idx="15340">
                  <c:v>4.1848299999999998</c:v>
                </c:pt>
                <c:pt idx="15341">
                  <c:v>4.18513</c:v>
                </c:pt>
                <c:pt idx="15342">
                  <c:v>4.1854399999999998</c:v>
                </c:pt>
                <c:pt idx="15343">
                  <c:v>4.1857499999999996</c:v>
                </c:pt>
                <c:pt idx="15344">
                  <c:v>4.1860499999999998</c:v>
                </c:pt>
                <c:pt idx="15345">
                  <c:v>4.1863599999999996</c:v>
                </c:pt>
                <c:pt idx="15346">
                  <c:v>4.1866599999999998</c:v>
                </c:pt>
                <c:pt idx="15347">
                  <c:v>4.1869699999999996</c:v>
                </c:pt>
                <c:pt idx="15348">
                  <c:v>4.1872699999999998</c:v>
                </c:pt>
                <c:pt idx="15349">
                  <c:v>4.1875799999999996</c:v>
                </c:pt>
                <c:pt idx="15350">
                  <c:v>4.1878799999999998</c:v>
                </c:pt>
                <c:pt idx="15351">
                  <c:v>4.1881899999999996</c:v>
                </c:pt>
                <c:pt idx="15352">
                  <c:v>4.1884899999999998</c:v>
                </c:pt>
                <c:pt idx="15353">
                  <c:v>4.1887999999999996</c:v>
                </c:pt>
                <c:pt idx="15354">
                  <c:v>4.1890999999999998</c:v>
                </c:pt>
                <c:pt idx="15355">
                  <c:v>4.1894099999999996</c:v>
                </c:pt>
                <c:pt idx="15356">
                  <c:v>4.1897200000000003</c:v>
                </c:pt>
                <c:pt idx="15357">
                  <c:v>4.1900199999999996</c:v>
                </c:pt>
                <c:pt idx="15358">
                  <c:v>4.1903300000000003</c:v>
                </c:pt>
                <c:pt idx="15359">
                  <c:v>4.1906299999999996</c:v>
                </c:pt>
                <c:pt idx="15360">
                  <c:v>4.1909400000000003</c:v>
                </c:pt>
                <c:pt idx="15361">
                  <c:v>4.1912399999999996</c:v>
                </c:pt>
                <c:pt idx="15362">
                  <c:v>4.1915500000000003</c:v>
                </c:pt>
                <c:pt idx="15363">
                  <c:v>4.1918499999999996</c:v>
                </c:pt>
                <c:pt idx="15364">
                  <c:v>4.1921600000000003</c:v>
                </c:pt>
                <c:pt idx="15365">
                  <c:v>4.1924599999999996</c:v>
                </c:pt>
                <c:pt idx="15366">
                  <c:v>4.1927700000000003</c:v>
                </c:pt>
                <c:pt idx="15367">
                  <c:v>4.1930699999999996</c:v>
                </c:pt>
                <c:pt idx="15368">
                  <c:v>4.1933800000000003</c:v>
                </c:pt>
                <c:pt idx="15369">
                  <c:v>4.1936900000000001</c:v>
                </c:pt>
                <c:pt idx="15370">
                  <c:v>4.1939900000000003</c:v>
                </c:pt>
                <c:pt idx="15371">
                  <c:v>4.1943000000000001</c:v>
                </c:pt>
                <c:pt idx="15372">
                  <c:v>4.1946000000000003</c:v>
                </c:pt>
                <c:pt idx="15373">
                  <c:v>4.1949100000000001</c:v>
                </c:pt>
                <c:pt idx="15374">
                  <c:v>4.1952100000000003</c:v>
                </c:pt>
                <c:pt idx="15375">
                  <c:v>4.1955200000000001</c:v>
                </c:pt>
                <c:pt idx="15376">
                  <c:v>4.1958200000000003</c:v>
                </c:pt>
                <c:pt idx="15377">
                  <c:v>4.1961300000000001</c:v>
                </c:pt>
                <c:pt idx="15378">
                  <c:v>4.1964300000000003</c:v>
                </c:pt>
                <c:pt idx="15379">
                  <c:v>4.1967400000000001</c:v>
                </c:pt>
                <c:pt idx="15380">
                  <c:v>4.1970400000000003</c:v>
                </c:pt>
                <c:pt idx="15381">
                  <c:v>4.1973500000000001</c:v>
                </c:pt>
                <c:pt idx="15382">
                  <c:v>4.1976599999999999</c:v>
                </c:pt>
                <c:pt idx="15383">
                  <c:v>4.1979600000000001</c:v>
                </c:pt>
                <c:pt idx="15384">
                  <c:v>4.1982699999999999</c:v>
                </c:pt>
                <c:pt idx="15385">
                  <c:v>4.1985700000000001</c:v>
                </c:pt>
                <c:pt idx="15386">
                  <c:v>4.1988799999999999</c:v>
                </c:pt>
                <c:pt idx="15387">
                  <c:v>4.1991800000000001</c:v>
                </c:pt>
                <c:pt idx="15388">
                  <c:v>4.1994899999999999</c:v>
                </c:pt>
                <c:pt idx="15389">
                  <c:v>4.1997900000000001</c:v>
                </c:pt>
                <c:pt idx="15390">
                  <c:v>4.2000999999999999</c:v>
                </c:pt>
                <c:pt idx="15391">
                  <c:v>4.2004000000000001</c:v>
                </c:pt>
                <c:pt idx="15392">
                  <c:v>4.2007099999999999</c:v>
                </c:pt>
                <c:pt idx="15393">
                  <c:v>4.2010199999999998</c:v>
                </c:pt>
                <c:pt idx="15394">
                  <c:v>4.2013199999999999</c:v>
                </c:pt>
                <c:pt idx="15395">
                  <c:v>4.2016299999999998</c:v>
                </c:pt>
                <c:pt idx="15396">
                  <c:v>4.2019299999999999</c:v>
                </c:pt>
                <c:pt idx="15397">
                  <c:v>4.2022399999999998</c:v>
                </c:pt>
                <c:pt idx="15398">
                  <c:v>4.2025399999999999</c:v>
                </c:pt>
                <c:pt idx="15399">
                  <c:v>4.2028499999999998</c:v>
                </c:pt>
                <c:pt idx="15400">
                  <c:v>4.2031499999999999</c:v>
                </c:pt>
                <c:pt idx="15401">
                  <c:v>4.2034599999999998</c:v>
                </c:pt>
                <c:pt idx="15402">
                  <c:v>4.2037599999999999</c:v>
                </c:pt>
                <c:pt idx="15403">
                  <c:v>4.2040699999999998</c:v>
                </c:pt>
                <c:pt idx="15404">
                  <c:v>4.2043699999999999</c:v>
                </c:pt>
                <c:pt idx="15405">
                  <c:v>4.2046799999999998</c:v>
                </c:pt>
                <c:pt idx="15406">
                  <c:v>4.2049899999999996</c:v>
                </c:pt>
                <c:pt idx="15407">
                  <c:v>4.2052899999999998</c:v>
                </c:pt>
                <c:pt idx="15408">
                  <c:v>4.2055999999999996</c:v>
                </c:pt>
                <c:pt idx="15409">
                  <c:v>4.2058999999999997</c:v>
                </c:pt>
                <c:pt idx="15410">
                  <c:v>4.2062099999999996</c:v>
                </c:pt>
                <c:pt idx="15411">
                  <c:v>4.2065099999999997</c:v>
                </c:pt>
                <c:pt idx="15412">
                  <c:v>4.2068199999999996</c:v>
                </c:pt>
                <c:pt idx="15413">
                  <c:v>4.2071199999999997</c:v>
                </c:pt>
                <c:pt idx="15414">
                  <c:v>4.2074299999999996</c:v>
                </c:pt>
                <c:pt idx="15415">
                  <c:v>4.2077299999999997</c:v>
                </c:pt>
                <c:pt idx="15416">
                  <c:v>4.2080399999999996</c:v>
                </c:pt>
                <c:pt idx="15417">
                  <c:v>4.2083399999999997</c:v>
                </c:pt>
                <c:pt idx="15418">
                  <c:v>4.2086499999999996</c:v>
                </c:pt>
                <c:pt idx="15419">
                  <c:v>4.2089600000000003</c:v>
                </c:pt>
                <c:pt idx="15420">
                  <c:v>4.2092599999999996</c:v>
                </c:pt>
                <c:pt idx="15421">
                  <c:v>4.2095700000000003</c:v>
                </c:pt>
                <c:pt idx="15422">
                  <c:v>4.2098699999999996</c:v>
                </c:pt>
                <c:pt idx="15423">
                  <c:v>4.2101800000000003</c:v>
                </c:pt>
                <c:pt idx="15424">
                  <c:v>4.2104799999999996</c:v>
                </c:pt>
                <c:pt idx="15425">
                  <c:v>4.2107900000000003</c:v>
                </c:pt>
                <c:pt idx="15426">
                  <c:v>4.2110900000000004</c:v>
                </c:pt>
                <c:pt idx="15427">
                  <c:v>4.2114000000000003</c:v>
                </c:pt>
                <c:pt idx="15428">
                  <c:v>4.2117000000000004</c:v>
                </c:pt>
                <c:pt idx="15429">
                  <c:v>4.2120100000000003</c:v>
                </c:pt>
                <c:pt idx="15430">
                  <c:v>4.2123100000000004</c:v>
                </c:pt>
                <c:pt idx="15431">
                  <c:v>4.2126200000000003</c:v>
                </c:pt>
                <c:pt idx="15432">
                  <c:v>4.2129300000000001</c:v>
                </c:pt>
                <c:pt idx="15433">
                  <c:v>4.2132300000000003</c:v>
                </c:pt>
                <c:pt idx="15434">
                  <c:v>4.2135400000000001</c:v>
                </c:pt>
                <c:pt idx="15435">
                  <c:v>4.2138400000000003</c:v>
                </c:pt>
                <c:pt idx="15436">
                  <c:v>4.2141500000000001</c:v>
                </c:pt>
                <c:pt idx="15437">
                  <c:v>4.2144500000000003</c:v>
                </c:pt>
                <c:pt idx="15438">
                  <c:v>4.2147600000000001</c:v>
                </c:pt>
                <c:pt idx="15439">
                  <c:v>4.2150600000000003</c:v>
                </c:pt>
                <c:pt idx="15440">
                  <c:v>4.2153700000000001</c:v>
                </c:pt>
                <c:pt idx="15441">
                  <c:v>4.2156700000000003</c:v>
                </c:pt>
                <c:pt idx="15442">
                  <c:v>4.2159800000000001</c:v>
                </c:pt>
                <c:pt idx="15443">
                  <c:v>4.2162800000000002</c:v>
                </c:pt>
                <c:pt idx="15444">
                  <c:v>4.2165900000000001</c:v>
                </c:pt>
                <c:pt idx="15445">
                  <c:v>4.2168999999999999</c:v>
                </c:pt>
                <c:pt idx="15446">
                  <c:v>4.2172000000000001</c:v>
                </c:pt>
                <c:pt idx="15447">
                  <c:v>4.2175099999999999</c:v>
                </c:pt>
                <c:pt idx="15448">
                  <c:v>4.2178100000000001</c:v>
                </c:pt>
                <c:pt idx="15449">
                  <c:v>4.2181199999999999</c:v>
                </c:pt>
                <c:pt idx="15450">
                  <c:v>4.2184200000000001</c:v>
                </c:pt>
                <c:pt idx="15451">
                  <c:v>4.2187299999999999</c:v>
                </c:pt>
                <c:pt idx="15452">
                  <c:v>4.2190300000000001</c:v>
                </c:pt>
                <c:pt idx="15453">
                  <c:v>4.2193399999999999</c:v>
                </c:pt>
                <c:pt idx="15454">
                  <c:v>4.2196400000000001</c:v>
                </c:pt>
                <c:pt idx="15455">
                  <c:v>4.2199499999999999</c:v>
                </c:pt>
                <c:pt idx="15456">
                  <c:v>4.2202599999999997</c:v>
                </c:pt>
                <c:pt idx="15457">
                  <c:v>4.2205599999999999</c:v>
                </c:pt>
                <c:pt idx="15458">
                  <c:v>4.2208699999999997</c:v>
                </c:pt>
                <c:pt idx="15459">
                  <c:v>4.2211699999999999</c:v>
                </c:pt>
                <c:pt idx="15460">
                  <c:v>4.2214799999999997</c:v>
                </c:pt>
                <c:pt idx="15461">
                  <c:v>4.2217799999999999</c:v>
                </c:pt>
                <c:pt idx="15462">
                  <c:v>4.2220899999999997</c:v>
                </c:pt>
                <c:pt idx="15463">
                  <c:v>4.2223899999999999</c:v>
                </c:pt>
                <c:pt idx="15464">
                  <c:v>4.2226999999999997</c:v>
                </c:pt>
                <c:pt idx="15465">
                  <c:v>4.2229999999999999</c:v>
                </c:pt>
                <c:pt idx="15466">
                  <c:v>4.2233099999999997</c:v>
                </c:pt>
                <c:pt idx="15467">
                  <c:v>4.2236099999999999</c:v>
                </c:pt>
                <c:pt idx="15468">
                  <c:v>4.2239199999999997</c:v>
                </c:pt>
                <c:pt idx="15469">
                  <c:v>4.2242300000000004</c:v>
                </c:pt>
                <c:pt idx="15470">
                  <c:v>4.2245299999999997</c:v>
                </c:pt>
                <c:pt idx="15471">
                  <c:v>4.2248400000000004</c:v>
                </c:pt>
                <c:pt idx="15472">
                  <c:v>4.2251399999999997</c:v>
                </c:pt>
                <c:pt idx="15473">
                  <c:v>4.2254500000000004</c:v>
                </c:pt>
                <c:pt idx="15474">
                  <c:v>4.2257499999999997</c:v>
                </c:pt>
                <c:pt idx="15475">
                  <c:v>4.2260600000000004</c:v>
                </c:pt>
                <c:pt idx="15476">
                  <c:v>4.2263599999999997</c:v>
                </c:pt>
                <c:pt idx="15477">
                  <c:v>4.2266700000000004</c:v>
                </c:pt>
                <c:pt idx="15478">
                  <c:v>4.2269699999999997</c:v>
                </c:pt>
                <c:pt idx="15479">
                  <c:v>4.2272800000000004</c:v>
                </c:pt>
                <c:pt idx="15480">
                  <c:v>4.2275799999999997</c:v>
                </c:pt>
                <c:pt idx="15481">
                  <c:v>4.2278900000000004</c:v>
                </c:pt>
                <c:pt idx="15482">
                  <c:v>4.2282000000000002</c:v>
                </c:pt>
                <c:pt idx="15483">
                  <c:v>4.2285000000000004</c:v>
                </c:pt>
                <c:pt idx="15484">
                  <c:v>4.2288100000000002</c:v>
                </c:pt>
                <c:pt idx="15485">
                  <c:v>4.2291100000000004</c:v>
                </c:pt>
                <c:pt idx="15486">
                  <c:v>4.2294200000000002</c:v>
                </c:pt>
                <c:pt idx="15487">
                  <c:v>4.2297200000000004</c:v>
                </c:pt>
                <c:pt idx="15488">
                  <c:v>4.2300300000000002</c:v>
                </c:pt>
                <c:pt idx="15489">
                  <c:v>4.2303300000000004</c:v>
                </c:pt>
                <c:pt idx="15490">
                  <c:v>4.2306400000000002</c:v>
                </c:pt>
                <c:pt idx="15491">
                  <c:v>4.2309400000000004</c:v>
                </c:pt>
                <c:pt idx="15492">
                  <c:v>4.2312500000000002</c:v>
                </c:pt>
                <c:pt idx="15493">
                  <c:v>4.2315500000000004</c:v>
                </c:pt>
                <c:pt idx="15494">
                  <c:v>4.2318600000000002</c:v>
                </c:pt>
                <c:pt idx="15495">
                  <c:v>4.23217</c:v>
                </c:pt>
                <c:pt idx="15496">
                  <c:v>4.2324700000000002</c:v>
                </c:pt>
                <c:pt idx="15497">
                  <c:v>4.23278</c:v>
                </c:pt>
                <c:pt idx="15498">
                  <c:v>4.2330800000000002</c:v>
                </c:pt>
                <c:pt idx="15499">
                  <c:v>4.23339</c:v>
                </c:pt>
                <c:pt idx="15500">
                  <c:v>4.2336900000000002</c:v>
                </c:pt>
                <c:pt idx="15501">
                  <c:v>4.234</c:v>
                </c:pt>
                <c:pt idx="15502">
                  <c:v>4.2343000000000002</c:v>
                </c:pt>
                <c:pt idx="15503">
                  <c:v>4.23461</c:v>
                </c:pt>
                <c:pt idx="15504">
                  <c:v>4.2349100000000002</c:v>
                </c:pt>
                <c:pt idx="15505">
                  <c:v>4.23522</c:v>
                </c:pt>
                <c:pt idx="15506">
                  <c:v>4.2355299999999998</c:v>
                </c:pt>
                <c:pt idx="15507">
                  <c:v>4.23583</c:v>
                </c:pt>
                <c:pt idx="15508">
                  <c:v>4.2361399999999998</c:v>
                </c:pt>
                <c:pt idx="15509">
                  <c:v>4.23644</c:v>
                </c:pt>
                <c:pt idx="15510">
                  <c:v>4.2367499999999998</c:v>
                </c:pt>
                <c:pt idx="15511">
                  <c:v>4.23705</c:v>
                </c:pt>
                <c:pt idx="15512">
                  <c:v>4.2373599999999998</c:v>
                </c:pt>
                <c:pt idx="15513">
                  <c:v>4.23766</c:v>
                </c:pt>
                <c:pt idx="15514">
                  <c:v>4.2379699999999998</c:v>
                </c:pt>
                <c:pt idx="15515">
                  <c:v>4.23827</c:v>
                </c:pt>
                <c:pt idx="15516">
                  <c:v>4.2385799999999998</c:v>
                </c:pt>
                <c:pt idx="15517">
                  <c:v>4.23888</c:v>
                </c:pt>
                <c:pt idx="15518">
                  <c:v>4.2391899999999998</c:v>
                </c:pt>
                <c:pt idx="15519">
                  <c:v>4.2394999999999996</c:v>
                </c:pt>
                <c:pt idx="15520">
                  <c:v>4.2397999999999998</c:v>
                </c:pt>
                <c:pt idx="15521">
                  <c:v>4.2401099999999996</c:v>
                </c:pt>
                <c:pt idx="15522">
                  <c:v>4.2404099999999998</c:v>
                </c:pt>
                <c:pt idx="15523">
                  <c:v>4.2407199999999996</c:v>
                </c:pt>
                <c:pt idx="15524">
                  <c:v>4.2410199999999998</c:v>
                </c:pt>
                <c:pt idx="15525">
                  <c:v>4.2413299999999996</c:v>
                </c:pt>
                <c:pt idx="15526">
                  <c:v>4.2416299999999998</c:v>
                </c:pt>
                <c:pt idx="15527">
                  <c:v>4.2419399999999996</c:v>
                </c:pt>
                <c:pt idx="15528">
                  <c:v>4.2422399999999998</c:v>
                </c:pt>
                <c:pt idx="15529">
                  <c:v>4.2425499999999996</c:v>
                </c:pt>
                <c:pt idx="15530">
                  <c:v>4.2428499999999998</c:v>
                </c:pt>
                <c:pt idx="15531">
                  <c:v>4.2431599999999996</c:v>
                </c:pt>
                <c:pt idx="15532">
                  <c:v>4.2434700000000003</c:v>
                </c:pt>
                <c:pt idx="15533">
                  <c:v>4.2437699999999996</c:v>
                </c:pt>
                <c:pt idx="15534">
                  <c:v>4.2440800000000003</c:v>
                </c:pt>
                <c:pt idx="15535">
                  <c:v>4.2443799999999996</c:v>
                </c:pt>
                <c:pt idx="15536">
                  <c:v>4.2446900000000003</c:v>
                </c:pt>
                <c:pt idx="15537">
                  <c:v>4.2449899999999996</c:v>
                </c:pt>
                <c:pt idx="15538">
                  <c:v>4.2453000000000003</c:v>
                </c:pt>
                <c:pt idx="15539">
                  <c:v>4.2455999999999996</c:v>
                </c:pt>
                <c:pt idx="15540">
                  <c:v>4.2459100000000003</c:v>
                </c:pt>
                <c:pt idx="15541">
                  <c:v>4.2462099999999996</c:v>
                </c:pt>
                <c:pt idx="15542">
                  <c:v>4.2465200000000003</c:v>
                </c:pt>
                <c:pt idx="15543">
                  <c:v>4.2468199999999996</c:v>
                </c:pt>
                <c:pt idx="15544">
                  <c:v>4.2471300000000003</c:v>
                </c:pt>
                <c:pt idx="15545">
                  <c:v>4.2474400000000001</c:v>
                </c:pt>
                <c:pt idx="15546">
                  <c:v>4.2477400000000003</c:v>
                </c:pt>
                <c:pt idx="15547">
                  <c:v>4.2480500000000001</c:v>
                </c:pt>
                <c:pt idx="15548">
                  <c:v>4.2483500000000003</c:v>
                </c:pt>
                <c:pt idx="15549">
                  <c:v>4.2486600000000001</c:v>
                </c:pt>
                <c:pt idx="15550">
                  <c:v>4.2489600000000003</c:v>
                </c:pt>
                <c:pt idx="15551">
                  <c:v>4.2492700000000001</c:v>
                </c:pt>
                <c:pt idx="15552">
                  <c:v>4.2495700000000003</c:v>
                </c:pt>
                <c:pt idx="15553">
                  <c:v>4.2498800000000001</c:v>
                </c:pt>
                <c:pt idx="15554">
                  <c:v>4.2501800000000003</c:v>
                </c:pt>
                <c:pt idx="15555">
                  <c:v>4.2504900000000001</c:v>
                </c:pt>
                <c:pt idx="15556">
                  <c:v>4.2507900000000003</c:v>
                </c:pt>
                <c:pt idx="15557">
                  <c:v>4.2511000000000001</c:v>
                </c:pt>
                <c:pt idx="15558">
                  <c:v>4.2514099999999999</c:v>
                </c:pt>
                <c:pt idx="15559">
                  <c:v>4.2517100000000001</c:v>
                </c:pt>
                <c:pt idx="15560">
                  <c:v>4.2520199999999999</c:v>
                </c:pt>
                <c:pt idx="15561">
                  <c:v>4.2523200000000001</c:v>
                </c:pt>
                <c:pt idx="15562">
                  <c:v>4.2526299999999999</c:v>
                </c:pt>
                <c:pt idx="15563">
                  <c:v>4.2529300000000001</c:v>
                </c:pt>
                <c:pt idx="15564">
                  <c:v>4.2532399999999999</c:v>
                </c:pt>
                <c:pt idx="15565">
                  <c:v>4.2535400000000001</c:v>
                </c:pt>
                <c:pt idx="15566">
                  <c:v>4.2538499999999999</c:v>
                </c:pt>
                <c:pt idx="15567">
                  <c:v>4.2541500000000001</c:v>
                </c:pt>
                <c:pt idx="15568">
                  <c:v>4.2544599999999999</c:v>
                </c:pt>
                <c:pt idx="15569">
                  <c:v>4.2547699999999997</c:v>
                </c:pt>
                <c:pt idx="15570">
                  <c:v>4.2550699999999999</c:v>
                </c:pt>
                <c:pt idx="15571">
                  <c:v>4.2553799999999997</c:v>
                </c:pt>
                <c:pt idx="15572">
                  <c:v>4.2556799999999999</c:v>
                </c:pt>
                <c:pt idx="15573">
                  <c:v>4.2559899999999997</c:v>
                </c:pt>
                <c:pt idx="15574">
                  <c:v>4.2562899999999999</c:v>
                </c:pt>
                <c:pt idx="15575">
                  <c:v>4.2565999999999997</c:v>
                </c:pt>
                <c:pt idx="15576">
                  <c:v>4.2568999999999999</c:v>
                </c:pt>
                <c:pt idx="15577">
                  <c:v>4.2572099999999997</c:v>
                </c:pt>
                <c:pt idx="15578">
                  <c:v>4.2575099999999999</c:v>
                </c:pt>
                <c:pt idx="15579">
                  <c:v>4.2578199999999997</c:v>
                </c:pt>
                <c:pt idx="15580">
                  <c:v>4.2581199999999999</c:v>
                </c:pt>
                <c:pt idx="15581">
                  <c:v>4.2584299999999997</c:v>
                </c:pt>
                <c:pt idx="15582">
                  <c:v>4.2587400000000004</c:v>
                </c:pt>
                <c:pt idx="15583">
                  <c:v>4.2590399999999997</c:v>
                </c:pt>
                <c:pt idx="15584">
                  <c:v>4.2593500000000004</c:v>
                </c:pt>
                <c:pt idx="15585">
                  <c:v>4.2596499999999997</c:v>
                </c:pt>
                <c:pt idx="15586">
                  <c:v>4.2599600000000004</c:v>
                </c:pt>
                <c:pt idx="15587">
                  <c:v>4.2602599999999997</c:v>
                </c:pt>
                <c:pt idx="15588">
                  <c:v>4.2605700000000004</c:v>
                </c:pt>
                <c:pt idx="15589">
                  <c:v>4.2608699999999997</c:v>
                </c:pt>
                <c:pt idx="15590">
                  <c:v>4.2611800000000004</c:v>
                </c:pt>
                <c:pt idx="15591">
                  <c:v>4.2614799999999997</c:v>
                </c:pt>
                <c:pt idx="15592">
                  <c:v>4.2617900000000004</c:v>
                </c:pt>
                <c:pt idx="15593">
                  <c:v>4.2620899999999997</c:v>
                </c:pt>
                <c:pt idx="15594">
                  <c:v>4.2624000000000004</c:v>
                </c:pt>
                <c:pt idx="15595">
                  <c:v>4.2627100000000002</c:v>
                </c:pt>
                <c:pt idx="15596">
                  <c:v>4.2630100000000004</c:v>
                </c:pt>
                <c:pt idx="15597">
                  <c:v>4.2633200000000002</c:v>
                </c:pt>
                <c:pt idx="15598">
                  <c:v>4.2636200000000004</c:v>
                </c:pt>
                <c:pt idx="15599">
                  <c:v>4.2639300000000002</c:v>
                </c:pt>
                <c:pt idx="15600">
                  <c:v>4.2642300000000004</c:v>
                </c:pt>
                <c:pt idx="15601">
                  <c:v>4.2645400000000002</c:v>
                </c:pt>
                <c:pt idx="15602">
                  <c:v>4.2648400000000004</c:v>
                </c:pt>
                <c:pt idx="15603">
                  <c:v>4.2651500000000002</c:v>
                </c:pt>
                <c:pt idx="15604">
                  <c:v>4.2654500000000004</c:v>
                </c:pt>
                <c:pt idx="15605">
                  <c:v>4.2657600000000002</c:v>
                </c:pt>
                <c:pt idx="15606">
                  <c:v>4.2660600000000004</c:v>
                </c:pt>
                <c:pt idx="15607">
                  <c:v>4.2663700000000002</c:v>
                </c:pt>
                <c:pt idx="15608">
                  <c:v>4.26668</c:v>
                </c:pt>
                <c:pt idx="15609">
                  <c:v>4.2669800000000002</c:v>
                </c:pt>
                <c:pt idx="15610">
                  <c:v>4.26729</c:v>
                </c:pt>
                <c:pt idx="15611">
                  <c:v>4.2675900000000002</c:v>
                </c:pt>
                <c:pt idx="15612">
                  <c:v>4.2679</c:v>
                </c:pt>
                <c:pt idx="15613">
                  <c:v>4.2682000000000002</c:v>
                </c:pt>
                <c:pt idx="15614">
                  <c:v>4.26851</c:v>
                </c:pt>
                <c:pt idx="15615">
                  <c:v>4.2688100000000002</c:v>
                </c:pt>
                <c:pt idx="15616">
                  <c:v>4.26912</c:v>
                </c:pt>
                <c:pt idx="15617">
                  <c:v>4.2694200000000002</c:v>
                </c:pt>
                <c:pt idx="15618">
                  <c:v>4.26973</c:v>
                </c:pt>
                <c:pt idx="15619">
                  <c:v>4.2700300000000002</c:v>
                </c:pt>
                <c:pt idx="15620">
                  <c:v>4.27034</c:v>
                </c:pt>
                <c:pt idx="15621">
                  <c:v>4.2706499999999998</c:v>
                </c:pt>
                <c:pt idx="15622">
                  <c:v>4.27095</c:v>
                </c:pt>
                <c:pt idx="15623">
                  <c:v>4.2712599999999998</c:v>
                </c:pt>
                <c:pt idx="15624">
                  <c:v>4.27156</c:v>
                </c:pt>
                <c:pt idx="15625">
                  <c:v>4.2718699999999998</c:v>
                </c:pt>
                <c:pt idx="15626">
                  <c:v>4.27217</c:v>
                </c:pt>
                <c:pt idx="15627">
                  <c:v>4.2724799999999998</c:v>
                </c:pt>
                <c:pt idx="15628">
                  <c:v>4.27278</c:v>
                </c:pt>
                <c:pt idx="15629">
                  <c:v>4.2730899999999998</c:v>
                </c:pt>
                <c:pt idx="15630">
                  <c:v>4.27339</c:v>
                </c:pt>
                <c:pt idx="15631">
                  <c:v>4.2736999999999998</c:v>
                </c:pt>
                <c:pt idx="15632">
                  <c:v>4.2740099999999996</c:v>
                </c:pt>
                <c:pt idx="15633">
                  <c:v>4.2743099999999998</c:v>
                </c:pt>
                <c:pt idx="15634">
                  <c:v>4.2746199999999996</c:v>
                </c:pt>
                <c:pt idx="15635">
                  <c:v>4.2749199999999998</c:v>
                </c:pt>
                <c:pt idx="15636">
                  <c:v>4.2752299999999996</c:v>
                </c:pt>
                <c:pt idx="15637">
                  <c:v>4.2755299999999998</c:v>
                </c:pt>
                <c:pt idx="15638">
                  <c:v>4.2758399999999996</c:v>
                </c:pt>
                <c:pt idx="15639">
                  <c:v>4.2761399999999998</c:v>
                </c:pt>
                <c:pt idx="15640">
                  <c:v>4.2764499999999996</c:v>
                </c:pt>
                <c:pt idx="15641">
                  <c:v>4.2767499999999998</c:v>
                </c:pt>
                <c:pt idx="15642">
                  <c:v>4.2770599999999996</c:v>
                </c:pt>
                <c:pt idx="15643">
                  <c:v>4.2773599999999998</c:v>
                </c:pt>
                <c:pt idx="15644">
                  <c:v>4.2776699999999996</c:v>
                </c:pt>
                <c:pt idx="15645">
                  <c:v>4.2779800000000003</c:v>
                </c:pt>
                <c:pt idx="15646">
                  <c:v>4.2782799999999996</c:v>
                </c:pt>
                <c:pt idx="15647">
                  <c:v>4.2785900000000003</c:v>
                </c:pt>
                <c:pt idx="15648">
                  <c:v>4.2788899999999996</c:v>
                </c:pt>
                <c:pt idx="15649">
                  <c:v>4.2792000000000003</c:v>
                </c:pt>
                <c:pt idx="15650">
                  <c:v>4.2794999999999996</c:v>
                </c:pt>
                <c:pt idx="15651">
                  <c:v>4.2798100000000003</c:v>
                </c:pt>
                <c:pt idx="15652">
                  <c:v>4.2801099999999996</c:v>
                </c:pt>
                <c:pt idx="15653">
                  <c:v>4.2804200000000003</c:v>
                </c:pt>
                <c:pt idx="15654">
                  <c:v>4.2807199999999996</c:v>
                </c:pt>
                <c:pt idx="15655">
                  <c:v>4.2810300000000003</c:v>
                </c:pt>
                <c:pt idx="15656">
                  <c:v>4.2813299999999996</c:v>
                </c:pt>
                <c:pt idx="15657">
                  <c:v>4.2816400000000003</c:v>
                </c:pt>
                <c:pt idx="15658">
                  <c:v>4.2819500000000001</c:v>
                </c:pt>
                <c:pt idx="15659">
                  <c:v>4.2822500000000003</c:v>
                </c:pt>
                <c:pt idx="15660">
                  <c:v>4.2825600000000001</c:v>
                </c:pt>
                <c:pt idx="15661">
                  <c:v>4.2828600000000003</c:v>
                </c:pt>
                <c:pt idx="15662">
                  <c:v>4.2831700000000001</c:v>
                </c:pt>
                <c:pt idx="15663">
                  <c:v>4.2834700000000003</c:v>
                </c:pt>
                <c:pt idx="15664">
                  <c:v>4.2837800000000001</c:v>
                </c:pt>
                <c:pt idx="15665">
                  <c:v>4.2840800000000003</c:v>
                </c:pt>
                <c:pt idx="15666">
                  <c:v>4.2843900000000001</c:v>
                </c:pt>
                <c:pt idx="15667">
                  <c:v>4.2846900000000003</c:v>
                </c:pt>
                <c:pt idx="15668">
                  <c:v>4.2850000000000001</c:v>
                </c:pt>
                <c:pt idx="15669">
                  <c:v>4.2853000000000003</c:v>
                </c:pt>
                <c:pt idx="15670">
                  <c:v>4.2856100000000001</c:v>
                </c:pt>
                <c:pt idx="15671">
                  <c:v>4.28592</c:v>
                </c:pt>
                <c:pt idx="15672">
                  <c:v>4.2862200000000001</c:v>
                </c:pt>
                <c:pt idx="15673">
                  <c:v>4.28653</c:v>
                </c:pt>
                <c:pt idx="15674">
                  <c:v>4.2868300000000001</c:v>
                </c:pt>
                <c:pt idx="15675">
                  <c:v>4.28714</c:v>
                </c:pt>
                <c:pt idx="15676">
                  <c:v>4.2874400000000001</c:v>
                </c:pt>
                <c:pt idx="15677">
                  <c:v>4.28775</c:v>
                </c:pt>
                <c:pt idx="15678">
                  <c:v>4.2880500000000001</c:v>
                </c:pt>
                <c:pt idx="15679">
                  <c:v>4.2883599999999999</c:v>
                </c:pt>
                <c:pt idx="15680">
                  <c:v>4.2886600000000001</c:v>
                </c:pt>
                <c:pt idx="15681">
                  <c:v>4.2889699999999999</c:v>
                </c:pt>
                <c:pt idx="15682">
                  <c:v>4.2892799999999998</c:v>
                </c:pt>
                <c:pt idx="15683">
                  <c:v>4.2895799999999999</c:v>
                </c:pt>
                <c:pt idx="15684">
                  <c:v>4.2898899999999998</c:v>
                </c:pt>
                <c:pt idx="15685">
                  <c:v>4.2901899999999999</c:v>
                </c:pt>
                <c:pt idx="15686">
                  <c:v>4.2904999999999998</c:v>
                </c:pt>
                <c:pt idx="15687">
                  <c:v>4.2907999999999999</c:v>
                </c:pt>
                <c:pt idx="15688">
                  <c:v>4.2911099999999998</c:v>
                </c:pt>
                <c:pt idx="15689">
                  <c:v>4.2914099999999999</c:v>
                </c:pt>
                <c:pt idx="15690">
                  <c:v>4.2917199999999998</c:v>
                </c:pt>
                <c:pt idx="15691">
                  <c:v>4.2920199999999999</c:v>
                </c:pt>
                <c:pt idx="15692">
                  <c:v>4.2923299999999998</c:v>
                </c:pt>
                <c:pt idx="15693">
                  <c:v>4.2926299999999999</c:v>
                </c:pt>
                <c:pt idx="15694">
                  <c:v>4.2929399999999998</c:v>
                </c:pt>
                <c:pt idx="15695">
                  <c:v>4.2932499999999996</c:v>
                </c:pt>
                <c:pt idx="15696">
                  <c:v>4.2935499999999998</c:v>
                </c:pt>
                <c:pt idx="15697">
                  <c:v>4.2938599999999996</c:v>
                </c:pt>
                <c:pt idx="15698">
                  <c:v>4.2941599999999998</c:v>
                </c:pt>
                <c:pt idx="15699">
                  <c:v>4.2944699999999996</c:v>
                </c:pt>
                <c:pt idx="15700">
                  <c:v>4.2947699999999998</c:v>
                </c:pt>
                <c:pt idx="15701">
                  <c:v>4.2950799999999996</c:v>
                </c:pt>
                <c:pt idx="15702">
                  <c:v>4.2953799999999998</c:v>
                </c:pt>
                <c:pt idx="15703">
                  <c:v>4.2956899999999996</c:v>
                </c:pt>
                <c:pt idx="15704">
                  <c:v>4.2959899999999998</c:v>
                </c:pt>
                <c:pt idx="15705">
                  <c:v>4.2962999999999996</c:v>
                </c:pt>
                <c:pt idx="15706">
                  <c:v>4.2965999999999998</c:v>
                </c:pt>
                <c:pt idx="15707">
                  <c:v>4.2969099999999996</c:v>
                </c:pt>
                <c:pt idx="15708">
                  <c:v>4.2972200000000003</c:v>
                </c:pt>
                <c:pt idx="15709">
                  <c:v>4.2975199999999996</c:v>
                </c:pt>
                <c:pt idx="15710">
                  <c:v>4.2978300000000003</c:v>
                </c:pt>
                <c:pt idx="15711">
                  <c:v>4.2981299999999996</c:v>
                </c:pt>
                <c:pt idx="15712">
                  <c:v>4.2984400000000003</c:v>
                </c:pt>
                <c:pt idx="15713">
                  <c:v>4.2987399999999996</c:v>
                </c:pt>
                <c:pt idx="15714">
                  <c:v>4.2990500000000003</c:v>
                </c:pt>
                <c:pt idx="15715">
                  <c:v>4.2993499999999996</c:v>
                </c:pt>
                <c:pt idx="15716">
                  <c:v>4.2996600000000003</c:v>
                </c:pt>
                <c:pt idx="15717">
                  <c:v>4.2999599999999996</c:v>
                </c:pt>
                <c:pt idx="15718">
                  <c:v>4.3002700000000003</c:v>
                </c:pt>
                <c:pt idx="15719">
                  <c:v>4.3005699999999996</c:v>
                </c:pt>
                <c:pt idx="15720">
                  <c:v>4.3008800000000003</c:v>
                </c:pt>
                <c:pt idx="15721">
                  <c:v>4.3011900000000001</c:v>
                </c:pt>
                <c:pt idx="15722">
                  <c:v>4.3014900000000003</c:v>
                </c:pt>
                <c:pt idx="15723">
                  <c:v>4.3018000000000001</c:v>
                </c:pt>
                <c:pt idx="15724">
                  <c:v>4.3021000000000003</c:v>
                </c:pt>
                <c:pt idx="15725">
                  <c:v>4.3024100000000001</c:v>
                </c:pt>
                <c:pt idx="15726">
                  <c:v>4.3027100000000003</c:v>
                </c:pt>
                <c:pt idx="15727">
                  <c:v>4.3030200000000001</c:v>
                </c:pt>
                <c:pt idx="15728">
                  <c:v>4.3033200000000003</c:v>
                </c:pt>
                <c:pt idx="15729">
                  <c:v>4.3036300000000001</c:v>
                </c:pt>
                <c:pt idx="15730">
                  <c:v>4.3039300000000003</c:v>
                </c:pt>
                <c:pt idx="15731">
                  <c:v>4.3042400000000001</c:v>
                </c:pt>
                <c:pt idx="15732">
                  <c:v>4.3045400000000003</c:v>
                </c:pt>
                <c:pt idx="15733">
                  <c:v>4.3048500000000001</c:v>
                </c:pt>
                <c:pt idx="15734">
                  <c:v>4.3051599999999999</c:v>
                </c:pt>
                <c:pt idx="15735">
                  <c:v>4.3054600000000001</c:v>
                </c:pt>
                <c:pt idx="15736">
                  <c:v>4.3057699999999999</c:v>
                </c:pt>
                <c:pt idx="15737">
                  <c:v>4.3060700000000001</c:v>
                </c:pt>
                <c:pt idx="15738">
                  <c:v>4.3063799999999999</c:v>
                </c:pt>
                <c:pt idx="15739">
                  <c:v>4.3066800000000001</c:v>
                </c:pt>
                <c:pt idx="15740">
                  <c:v>4.3069899999999999</c:v>
                </c:pt>
                <c:pt idx="15741">
                  <c:v>4.3072900000000001</c:v>
                </c:pt>
                <c:pt idx="15742">
                  <c:v>4.3075999999999999</c:v>
                </c:pt>
                <c:pt idx="15743">
                  <c:v>4.3079000000000001</c:v>
                </c:pt>
                <c:pt idx="15744">
                  <c:v>4.3082099999999999</c:v>
                </c:pt>
                <c:pt idx="15745">
                  <c:v>4.3085199999999997</c:v>
                </c:pt>
                <c:pt idx="15746">
                  <c:v>4.3088199999999999</c:v>
                </c:pt>
                <c:pt idx="15747">
                  <c:v>4.3091299999999997</c:v>
                </c:pt>
                <c:pt idx="15748">
                  <c:v>4.3094299999999999</c:v>
                </c:pt>
                <c:pt idx="15749">
                  <c:v>4.3097399999999997</c:v>
                </c:pt>
                <c:pt idx="15750">
                  <c:v>4.3100399999999999</c:v>
                </c:pt>
                <c:pt idx="15751">
                  <c:v>4.3103499999999997</c:v>
                </c:pt>
                <c:pt idx="15752">
                  <c:v>4.3106499999999999</c:v>
                </c:pt>
                <c:pt idx="15753">
                  <c:v>4.3109599999999997</c:v>
                </c:pt>
                <c:pt idx="15754">
                  <c:v>4.3112599999999999</c:v>
                </c:pt>
                <c:pt idx="15755">
                  <c:v>4.3115699999999997</c:v>
                </c:pt>
                <c:pt idx="15756">
                  <c:v>4.3118699999999999</c:v>
                </c:pt>
                <c:pt idx="15757">
                  <c:v>4.3121799999999997</c:v>
                </c:pt>
                <c:pt idx="15758">
                  <c:v>4.3124900000000004</c:v>
                </c:pt>
                <c:pt idx="15759">
                  <c:v>4.3127899999999997</c:v>
                </c:pt>
                <c:pt idx="15760">
                  <c:v>4.3131000000000004</c:v>
                </c:pt>
                <c:pt idx="15761">
                  <c:v>4.3133999999999997</c:v>
                </c:pt>
                <c:pt idx="15762">
                  <c:v>4.3137100000000004</c:v>
                </c:pt>
                <c:pt idx="15763">
                  <c:v>4.3140099999999997</c:v>
                </c:pt>
                <c:pt idx="15764">
                  <c:v>4.3143200000000004</c:v>
                </c:pt>
                <c:pt idx="15765">
                  <c:v>4.3146199999999997</c:v>
                </c:pt>
                <c:pt idx="15766">
                  <c:v>4.3149300000000004</c:v>
                </c:pt>
                <c:pt idx="15767">
                  <c:v>4.3152299999999997</c:v>
                </c:pt>
                <c:pt idx="15768">
                  <c:v>4.3155400000000004</c:v>
                </c:pt>
                <c:pt idx="15769">
                  <c:v>4.3158399999999997</c:v>
                </c:pt>
                <c:pt idx="15770">
                  <c:v>4.3161500000000004</c:v>
                </c:pt>
                <c:pt idx="15771">
                  <c:v>4.3164600000000002</c:v>
                </c:pt>
                <c:pt idx="15772">
                  <c:v>4.3167600000000004</c:v>
                </c:pt>
                <c:pt idx="15773">
                  <c:v>4.3170700000000002</c:v>
                </c:pt>
                <c:pt idx="15774">
                  <c:v>4.3173700000000004</c:v>
                </c:pt>
                <c:pt idx="15775">
                  <c:v>4.3176800000000002</c:v>
                </c:pt>
                <c:pt idx="15776">
                  <c:v>4.3179800000000004</c:v>
                </c:pt>
                <c:pt idx="15777">
                  <c:v>4.3182900000000002</c:v>
                </c:pt>
                <c:pt idx="15778">
                  <c:v>4.3185900000000004</c:v>
                </c:pt>
                <c:pt idx="15779">
                  <c:v>4.3189000000000002</c:v>
                </c:pt>
                <c:pt idx="15780">
                  <c:v>4.3192000000000004</c:v>
                </c:pt>
                <c:pt idx="15781">
                  <c:v>4.3195100000000002</c:v>
                </c:pt>
                <c:pt idx="15782">
                  <c:v>4.3198100000000004</c:v>
                </c:pt>
                <c:pt idx="15783">
                  <c:v>4.3201200000000002</c:v>
                </c:pt>
                <c:pt idx="15784">
                  <c:v>4.32043</c:v>
                </c:pt>
                <c:pt idx="15785">
                  <c:v>4.3207300000000002</c:v>
                </c:pt>
                <c:pt idx="15786">
                  <c:v>4.32104</c:v>
                </c:pt>
                <c:pt idx="15787">
                  <c:v>4.3213400000000002</c:v>
                </c:pt>
                <c:pt idx="15788">
                  <c:v>4.32165</c:v>
                </c:pt>
                <c:pt idx="15789">
                  <c:v>4.3219500000000002</c:v>
                </c:pt>
                <c:pt idx="15790">
                  <c:v>4.32226</c:v>
                </c:pt>
                <c:pt idx="15791">
                  <c:v>4.3225600000000002</c:v>
                </c:pt>
                <c:pt idx="15792">
                  <c:v>4.32287</c:v>
                </c:pt>
                <c:pt idx="15793">
                  <c:v>4.3231700000000002</c:v>
                </c:pt>
                <c:pt idx="15794">
                  <c:v>4.32348</c:v>
                </c:pt>
                <c:pt idx="15795">
                  <c:v>4.3237800000000002</c:v>
                </c:pt>
                <c:pt idx="15796">
                  <c:v>4.32409</c:v>
                </c:pt>
                <c:pt idx="15797">
                  <c:v>4.3243999999999998</c:v>
                </c:pt>
                <c:pt idx="15798">
                  <c:v>4.3247</c:v>
                </c:pt>
                <c:pt idx="15799">
                  <c:v>4.3250099999999998</c:v>
                </c:pt>
                <c:pt idx="15800">
                  <c:v>4.32531</c:v>
                </c:pt>
                <c:pt idx="15801">
                  <c:v>4.3256199999999998</c:v>
                </c:pt>
                <c:pt idx="15802">
                  <c:v>4.32592</c:v>
                </c:pt>
                <c:pt idx="15803">
                  <c:v>4.3262299999999998</c:v>
                </c:pt>
                <c:pt idx="15804">
                  <c:v>4.32653</c:v>
                </c:pt>
                <c:pt idx="15805">
                  <c:v>4.3268399999999998</c:v>
                </c:pt>
                <c:pt idx="15806">
                  <c:v>4.32714</c:v>
                </c:pt>
                <c:pt idx="15807">
                  <c:v>4.3274499999999998</c:v>
                </c:pt>
                <c:pt idx="15808">
                  <c:v>4.3277599999999996</c:v>
                </c:pt>
                <c:pt idx="15809">
                  <c:v>4.3280599999999998</c:v>
                </c:pt>
                <c:pt idx="15810">
                  <c:v>4.3283699999999996</c:v>
                </c:pt>
                <c:pt idx="15811">
                  <c:v>4.3286699999999998</c:v>
                </c:pt>
                <c:pt idx="15812">
                  <c:v>4.3289799999999996</c:v>
                </c:pt>
                <c:pt idx="15813">
                  <c:v>4.3292799999999998</c:v>
                </c:pt>
                <c:pt idx="15814">
                  <c:v>4.3295899999999996</c:v>
                </c:pt>
                <c:pt idx="15815">
                  <c:v>4.3298899999999998</c:v>
                </c:pt>
                <c:pt idx="15816">
                  <c:v>4.3301999999999996</c:v>
                </c:pt>
                <c:pt idx="15817">
                  <c:v>4.3304999999999998</c:v>
                </c:pt>
                <c:pt idx="15818">
                  <c:v>4.3308099999999996</c:v>
                </c:pt>
                <c:pt idx="15819">
                  <c:v>4.3311099999999998</c:v>
                </c:pt>
                <c:pt idx="15820">
                  <c:v>4.3314199999999996</c:v>
                </c:pt>
                <c:pt idx="15821">
                  <c:v>4.3317300000000003</c:v>
                </c:pt>
                <c:pt idx="15822">
                  <c:v>4.3320299999999996</c:v>
                </c:pt>
                <c:pt idx="15823">
                  <c:v>4.3323400000000003</c:v>
                </c:pt>
                <c:pt idx="15824">
                  <c:v>4.3326399999999996</c:v>
                </c:pt>
                <c:pt idx="15825">
                  <c:v>4.3329500000000003</c:v>
                </c:pt>
                <c:pt idx="15826">
                  <c:v>4.3332499999999996</c:v>
                </c:pt>
                <c:pt idx="15827">
                  <c:v>4.3335600000000003</c:v>
                </c:pt>
                <c:pt idx="15828">
                  <c:v>4.3338599999999996</c:v>
                </c:pt>
                <c:pt idx="15829">
                  <c:v>4.3341700000000003</c:v>
                </c:pt>
                <c:pt idx="15830">
                  <c:v>4.3344699999999996</c:v>
                </c:pt>
                <c:pt idx="15831">
                  <c:v>4.3347800000000003</c:v>
                </c:pt>
                <c:pt idx="15832">
                  <c:v>4.3350799999999996</c:v>
                </c:pt>
                <c:pt idx="15833">
                  <c:v>4.3353900000000003</c:v>
                </c:pt>
                <c:pt idx="15834">
                  <c:v>4.3357000000000001</c:v>
                </c:pt>
                <c:pt idx="15835">
                  <c:v>4.3360000000000003</c:v>
                </c:pt>
                <c:pt idx="15836">
                  <c:v>4.3363100000000001</c:v>
                </c:pt>
                <c:pt idx="15837">
                  <c:v>4.3366100000000003</c:v>
                </c:pt>
                <c:pt idx="15838">
                  <c:v>4.3369200000000001</c:v>
                </c:pt>
                <c:pt idx="15839">
                  <c:v>4.3372200000000003</c:v>
                </c:pt>
                <c:pt idx="15840">
                  <c:v>4.3375300000000001</c:v>
                </c:pt>
                <c:pt idx="15841">
                  <c:v>4.3378300000000003</c:v>
                </c:pt>
                <c:pt idx="15842">
                  <c:v>4.3381400000000001</c:v>
                </c:pt>
                <c:pt idx="15843">
                  <c:v>4.3384400000000003</c:v>
                </c:pt>
                <c:pt idx="15844">
                  <c:v>4.3387500000000001</c:v>
                </c:pt>
                <c:pt idx="15845">
                  <c:v>4.3390500000000003</c:v>
                </c:pt>
                <c:pt idx="15846">
                  <c:v>4.3393600000000001</c:v>
                </c:pt>
                <c:pt idx="15847">
                  <c:v>4.3396699999999999</c:v>
                </c:pt>
                <c:pt idx="15848">
                  <c:v>4.3399700000000001</c:v>
                </c:pt>
                <c:pt idx="15849">
                  <c:v>4.3402799999999999</c:v>
                </c:pt>
                <c:pt idx="15850">
                  <c:v>4.3405800000000001</c:v>
                </c:pt>
                <c:pt idx="15851">
                  <c:v>4.3408899999999999</c:v>
                </c:pt>
                <c:pt idx="15852">
                  <c:v>4.3411900000000001</c:v>
                </c:pt>
                <c:pt idx="15853">
                  <c:v>4.3414999999999999</c:v>
                </c:pt>
                <c:pt idx="15854">
                  <c:v>4.3418000000000001</c:v>
                </c:pt>
                <c:pt idx="15855">
                  <c:v>4.3421099999999999</c:v>
                </c:pt>
                <c:pt idx="15856">
                  <c:v>4.3424100000000001</c:v>
                </c:pt>
                <c:pt idx="15857">
                  <c:v>4.3427199999999999</c:v>
                </c:pt>
                <c:pt idx="15858">
                  <c:v>4.3430200000000001</c:v>
                </c:pt>
                <c:pt idx="15859">
                  <c:v>4.3433299999999999</c:v>
                </c:pt>
                <c:pt idx="15860">
                  <c:v>4.3436399999999997</c:v>
                </c:pt>
                <c:pt idx="15861">
                  <c:v>4.3439399999999999</c:v>
                </c:pt>
                <c:pt idx="15862">
                  <c:v>4.3442499999999997</c:v>
                </c:pt>
                <c:pt idx="15863">
                  <c:v>4.3445499999999999</c:v>
                </c:pt>
                <c:pt idx="15864">
                  <c:v>4.3448599999999997</c:v>
                </c:pt>
                <c:pt idx="15865">
                  <c:v>4.3451599999999999</c:v>
                </c:pt>
                <c:pt idx="15866">
                  <c:v>4.3454699999999997</c:v>
                </c:pt>
                <c:pt idx="15867">
                  <c:v>4.3457699999999999</c:v>
                </c:pt>
                <c:pt idx="15868">
                  <c:v>4.3460799999999997</c:v>
                </c:pt>
                <c:pt idx="15869">
                  <c:v>4.3463799999999999</c:v>
                </c:pt>
                <c:pt idx="15870">
                  <c:v>4.3466899999999997</c:v>
                </c:pt>
                <c:pt idx="15871">
                  <c:v>4.3470000000000004</c:v>
                </c:pt>
                <c:pt idx="15872">
                  <c:v>4.3472999999999997</c:v>
                </c:pt>
                <c:pt idx="15873">
                  <c:v>4.3476100000000004</c:v>
                </c:pt>
                <c:pt idx="15874">
                  <c:v>4.3479099999999997</c:v>
                </c:pt>
                <c:pt idx="15875">
                  <c:v>4.3482200000000004</c:v>
                </c:pt>
                <c:pt idx="15876">
                  <c:v>4.3485199999999997</c:v>
                </c:pt>
                <c:pt idx="15877">
                  <c:v>4.3488300000000004</c:v>
                </c:pt>
                <c:pt idx="15878">
                  <c:v>4.3491299999999997</c:v>
                </c:pt>
                <c:pt idx="15879">
                  <c:v>4.3494400000000004</c:v>
                </c:pt>
                <c:pt idx="15880">
                  <c:v>4.3497399999999997</c:v>
                </c:pt>
                <c:pt idx="15881">
                  <c:v>4.3500500000000004</c:v>
                </c:pt>
                <c:pt idx="15882">
                  <c:v>4.3503499999999997</c:v>
                </c:pt>
                <c:pt idx="15883">
                  <c:v>4.3506600000000004</c:v>
                </c:pt>
                <c:pt idx="15884">
                  <c:v>4.3509700000000002</c:v>
                </c:pt>
                <c:pt idx="15885">
                  <c:v>4.3512700000000004</c:v>
                </c:pt>
                <c:pt idx="15886">
                  <c:v>4.3515800000000002</c:v>
                </c:pt>
                <c:pt idx="15887">
                  <c:v>4.3518800000000004</c:v>
                </c:pt>
                <c:pt idx="15888">
                  <c:v>4.3521900000000002</c:v>
                </c:pt>
                <c:pt idx="15889">
                  <c:v>4.3524900000000004</c:v>
                </c:pt>
                <c:pt idx="15890">
                  <c:v>4.3528000000000002</c:v>
                </c:pt>
                <c:pt idx="15891">
                  <c:v>4.3531000000000004</c:v>
                </c:pt>
                <c:pt idx="15892">
                  <c:v>4.3534100000000002</c:v>
                </c:pt>
                <c:pt idx="15893">
                  <c:v>4.3537100000000004</c:v>
                </c:pt>
                <c:pt idx="15894">
                  <c:v>4.3540200000000002</c:v>
                </c:pt>
                <c:pt idx="15895">
                  <c:v>4.3543200000000004</c:v>
                </c:pt>
                <c:pt idx="15896">
                  <c:v>4.3546300000000002</c:v>
                </c:pt>
                <c:pt idx="15897">
                  <c:v>4.35494</c:v>
                </c:pt>
                <c:pt idx="15898">
                  <c:v>4.3552400000000002</c:v>
                </c:pt>
                <c:pt idx="15899">
                  <c:v>4.35555</c:v>
                </c:pt>
                <c:pt idx="15900">
                  <c:v>4.3558500000000002</c:v>
                </c:pt>
                <c:pt idx="15901">
                  <c:v>4.35616</c:v>
                </c:pt>
                <c:pt idx="15902">
                  <c:v>4.3564600000000002</c:v>
                </c:pt>
                <c:pt idx="15903">
                  <c:v>4.35677</c:v>
                </c:pt>
                <c:pt idx="15904">
                  <c:v>4.3570700000000002</c:v>
                </c:pt>
                <c:pt idx="15905">
                  <c:v>4.35738</c:v>
                </c:pt>
                <c:pt idx="15906">
                  <c:v>4.3576800000000002</c:v>
                </c:pt>
                <c:pt idx="15907">
                  <c:v>4.35799</c:v>
                </c:pt>
                <c:pt idx="15908">
                  <c:v>4.3582900000000002</c:v>
                </c:pt>
                <c:pt idx="15909">
                  <c:v>4.3586</c:v>
                </c:pt>
                <c:pt idx="15910">
                  <c:v>4.3589099999999998</c:v>
                </c:pt>
                <c:pt idx="15911">
                  <c:v>4.35921</c:v>
                </c:pt>
                <c:pt idx="15912">
                  <c:v>4.3595199999999998</c:v>
                </c:pt>
                <c:pt idx="15913">
                  <c:v>4.35982</c:v>
                </c:pt>
                <c:pt idx="15914">
                  <c:v>4.3601299999999998</c:v>
                </c:pt>
                <c:pt idx="15915">
                  <c:v>4.36043</c:v>
                </c:pt>
                <c:pt idx="15916">
                  <c:v>4.3607399999999998</c:v>
                </c:pt>
                <c:pt idx="15917">
                  <c:v>4.36104</c:v>
                </c:pt>
                <c:pt idx="15918">
                  <c:v>4.3613499999999998</c:v>
                </c:pt>
                <c:pt idx="15919">
                  <c:v>4.36165</c:v>
                </c:pt>
                <c:pt idx="15920">
                  <c:v>4.3619599999999998</c:v>
                </c:pt>
                <c:pt idx="15921">
                  <c:v>4.3622699999999996</c:v>
                </c:pt>
                <c:pt idx="15922">
                  <c:v>4.3625699999999998</c:v>
                </c:pt>
                <c:pt idx="15923">
                  <c:v>4.3628799999999996</c:v>
                </c:pt>
                <c:pt idx="15924">
                  <c:v>4.3631799999999998</c:v>
                </c:pt>
                <c:pt idx="15925">
                  <c:v>4.3634899999999996</c:v>
                </c:pt>
                <c:pt idx="15926">
                  <c:v>4.3637899999999998</c:v>
                </c:pt>
                <c:pt idx="15927">
                  <c:v>4.3640999999999996</c:v>
                </c:pt>
                <c:pt idx="15928">
                  <c:v>4.3643999999999998</c:v>
                </c:pt>
                <c:pt idx="15929">
                  <c:v>4.3647099999999996</c:v>
                </c:pt>
                <c:pt idx="15930">
                  <c:v>4.3650099999999998</c:v>
                </c:pt>
                <c:pt idx="15931">
                  <c:v>4.3653199999999996</c:v>
                </c:pt>
                <c:pt idx="15932">
                  <c:v>4.3656199999999998</c:v>
                </c:pt>
                <c:pt idx="15933">
                  <c:v>4.3659299999999996</c:v>
                </c:pt>
                <c:pt idx="15934">
                  <c:v>4.3662400000000003</c:v>
                </c:pt>
                <c:pt idx="15935">
                  <c:v>4.3665399999999996</c:v>
                </c:pt>
                <c:pt idx="15936">
                  <c:v>4.3668500000000003</c:v>
                </c:pt>
                <c:pt idx="15937">
                  <c:v>4.3671499999999996</c:v>
                </c:pt>
                <c:pt idx="15938">
                  <c:v>4.3674600000000003</c:v>
                </c:pt>
                <c:pt idx="15939">
                  <c:v>4.3677599999999996</c:v>
                </c:pt>
                <c:pt idx="15940">
                  <c:v>4.3680700000000003</c:v>
                </c:pt>
                <c:pt idx="15941">
                  <c:v>4.3683699999999996</c:v>
                </c:pt>
                <c:pt idx="15942">
                  <c:v>4.3686800000000003</c:v>
                </c:pt>
                <c:pt idx="15943">
                  <c:v>4.3689799999999996</c:v>
                </c:pt>
                <c:pt idx="15944">
                  <c:v>4.3692900000000003</c:v>
                </c:pt>
                <c:pt idx="15945">
                  <c:v>4.3695899999999996</c:v>
                </c:pt>
                <c:pt idx="15946">
                  <c:v>4.3699000000000003</c:v>
                </c:pt>
                <c:pt idx="15947">
                  <c:v>4.3702100000000002</c:v>
                </c:pt>
                <c:pt idx="15948">
                  <c:v>4.3705100000000003</c:v>
                </c:pt>
                <c:pt idx="15949">
                  <c:v>4.3708200000000001</c:v>
                </c:pt>
                <c:pt idx="15950">
                  <c:v>4.3711200000000003</c:v>
                </c:pt>
                <c:pt idx="15951">
                  <c:v>4.3714300000000001</c:v>
                </c:pt>
                <c:pt idx="15952">
                  <c:v>4.3717300000000003</c:v>
                </c:pt>
                <c:pt idx="15953">
                  <c:v>4.3720400000000001</c:v>
                </c:pt>
                <c:pt idx="15954">
                  <c:v>4.3723400000000003</c:v>
                </c:pt>
                <c:pt idx="15955">
                  <c:v>4.3726500000000001</c:v>
                </c:pt>
                <c:pt idx="15956">
                  <c:v>4.3729500000000003</c:v>
                </c:pt>
                <c:pt idx="15957">
                  <c:v>4.3732600000000001</c:v>
                </c:pt>
                <c:pt idx="15958">
                  <c:v>4.3735600000000003</c:v>
                </c:pt>
                <c:pt idx="15959">
                  <c:v>4.3738700000000001</c:v>
                </c:pt>
                <c:pt idx="15960">
                  <c:v>4.37418</c:v>
                </c:pt>
                <c:pt idx="15961">
                  <c:v>4.3744800000000001</c:v>
                </c:pt>
                <c:pt idx="15962">
                  <c:v>4.37479</c:v>
                </c:pt>
                <c:pt idx="15963">
                  <c:v>4.3750900000000001</c:v>
                </c:pt>
                <c:pt idx="15964">
                  <c:v>4.3754</c:v>
                </c:pt>
                <c:pt idx="15965">
                  <c:v>4.3757000000000001</c:v>
                </c:pt>
                <c:pt idx="15966">
                  <c:v>4.37601</c:v>
                </c:pt>
                <c:pt idx="15967">
                  <c:v>4.3763100000000001</c:v>
                </c:pt>
                <c:pt idx="15968">
                  <c:v>4.37662</c:v>
                </c:pt>
                <c:pt idx="15969">
                  <c:v>4.3769200000000001</c:v>
                </c:pt>
                <c:pt idx="15970">
                  <c:v>4.37723</c:v>
                </c:pt>
                <c:pt idx="15971">
                  <c:v>4.3775300000000001</c:v>
                </c:pt>
                <c:pt idx="15972">
                  <c:v>4.37784</c:v>
                </c:pt>
                <c:pt idx="15973">
                  <c:v>4.3781499999999998</c:v>
                </c:pt>
                <c:pt idx="15974">
                  <c:v>4.37845</c:v>
                </c:pt>
                <c:pt idx="15975">
                  <c:v>4.3787599999999998</c:v>
                </c:pt>
                <c:pt idx="15976">
                  <c:v>4.37906</c:v>
                </c:pt>
                <c:pt idx="15977">
                  <c:v>4.3793699999999998</c:v>
                </c:pt>
                <c:pt idx="15978">
                  <c:v>4.37967</c:v>
                </c:pt>
                <c:pt idx="15979">
                  <c:v>4.3799799999999998</c:v>
                </c:pt>
                <c:pt idx="15980">
                  <c:v>4.38028</c:v>
                </c:pt>
                <c:pt idx="15981">
                  <c:v>4.3805899999999998</c:v>
                </c:pt>
                <c:pt idx="15982">
                  <c:v>4.38089</c:v>
                </c:pt>
                <c:pt idx="15983">
                  <c:v>4.3811999999999998</c:v>
                </c:pt>
                <c:pt idx="15984">
                  <c:v>4.3815099999999996</c:v>
                </c:pt>
                <c:pt idx="15985">
                  <c:v>4.3818099999999998</c:v>
                </c:pt>
                <c:pt idx="15986">
                  <c:v>4.3821199999999996</c:v>
                </c:pt>
                <c:pt idx="15987">
                  <c:v>4.3824199999999998</c:v>
                </c:pt>
                <c:pt idx="15988">
                  <c:v>4.3827299999999996</c:v>
                </c:pt>
                <c:pt idx="15989">
                  <c:v>4.3830299999999998</c:v>
                </c:pt>
                <c:pt idx="15990">
                  <c:v>4.3833399999999996</c:v>
                </c:pt>
                <c:pt idx="15991">
                  <c:v>4.3836399999999998</c:v>
                </c:pt>
                <c:pt idx="15992">
                  <c:v>4.3839499999999996</c:v>
                </c:pt>
                <c:pt idx="15993">
                  <c:v>4.3842499999999998</c:v>
                </c:pt>
                <c:pt idx="15994">
                  <c:v>4.3845599999999996</c:v>
                </c:pt>
                <c:pt idx="15995">
                  <c:v>4.3848599999999998</c:v>
                </c:pt>
                <c:pt idx="15996">
                  <c:v>4.3851699999999996</c:v>
                </c:pt>
                <c:pt idx="15997">
                  <c:v>4.3854800000000003</c:v>
                </c:pt>
                <c:pt idx="15998">
                  <c:v>4.3857799999999996</c:v>
                </c:pt>
                <c:pt idx="15999">
                  <c:v>4.3860900000000003</c:v>
                </c:pt>
                <c:pt idx="16000">
                  <c:v>4.3863899999999996</c:v>
                </c:pt>
                <c:pt idx="16001">
                  <c:v>4.3867000000000003</c:v>
                </c:pt>
                <c:pt idx="16002">
                  <c:v>4.3869999999999996</c:v>
                </c:pt>
                <c:pt idx="16003">
                  <c:v>4.3873100000000003</c:v>
                </c:pt>
                <c:pt idx="16004">
                  <c:v>4.3876099999999996</c:v>
                </c:pt>
                <c:pt idx="16005">
                  <c:v>4.3879200000000003</c:v>
                </c:pt>
                <c:pt idx="16006">
                  <c:v>4.3882199999999996</c:v>
                </c:pt>
                <c:pt idx="16007">
                  <c:v>4.3885300000000003</c:v>
                </c:pt>
                <c:pt idx="16008">
                  <c:v>4.3888299999999996</c:v>
                </c:pt>
                <c:pt idx="16009">
                  <c:v>4.3891400000000003</c:v>
                </c:pt>
                <c:pt idx="16010">
                  <c:v>4.3894500000000001</c:v>
                </c:pt>
                <c:pt idx="16011">
                  <c:v>4.3897500000000003</c:v>
                </c:pt>
                <c:pt idx="16012">
                  <c:v>4.3900600000000001</c:v>
                </c:pt>
                <c:pt idx="16013">
                  <c:v>4.3903600000000003</c:v>
                </c:pt>
                <c:pt idx="16014">
                  <c:v>4.3906700000000001</c:v>
                </c:pt>
                <c:pt idx="16015">
                  <c:v>4.3909700000000003</c:v>
                </c:pt>
                <c:pt idx="16016">
                  <c:v>4.3912800000000001</c:v>
                </c:pt>
                <c:pt idx="16017">
                  <c:v>4.3915800000000003</c:v>
                </c:pt>
                <c:pt idx="16018">
                  <c:v>4.3918900000000001</c:v>
                </c:pt>
                <c:pt idx="16019">
                  <c:v>4.3921900000000003</c:v>
                </c:pt>
                <c:pt idx="16020">
                  <c:v>4.3925000000000001</c:v>
                </c:pt>
                <c:pt idx="16021">
                  <c:v>4.3928000000000003</c:v>
                </c:pt>
                <c:pt idx="16022">
                  <c:v>4.3931100000000001</c:v>
                </c:pt>
                <c:pt idx="16023">
                  <c:v>4.3934199999999999</c:v>
                </c:pt>
                <c:pt idx="16024">
                  <c:v>4.3937200000000001</c:v>
                </c:pt>
                <c:pt idx="16025">
                  <c:v>4.3940299999999999</c:v>
                </c:pt>
                <c:pt idx="16026">
                  <c:v>4.3943300000000001</c:v>
                </c:pt>
                <c:pt idx="16027">
                  <c:v>4.3946399999999999</c:v>
                </c:pt>
                <c:pt idx="16028">
                  <c:v>4.3949400000000001</c:v>
                </c:pt>
                <c:pt idx="16029">
                  <c:v>4.3952499999999999</c:v>
                </c:pt>
                <c:pt idx="16030">
                  <c:v>4.3955500000000001</c:v>
                </c:pt>
                <c:pt idx="16031">
                  <c:v>4.3958599999999999</c:v>
                </c:pt>
                <c:pt idx="16032">
                  <c:v>4.3961600000000001</c:v>
                </c:pt>
                <c:pt idx="16033">
                  <c:v>4.3964699999999999</c:v>
                </c:pt>
                <c:pt idx="16034">
                  <c:v>4.3967700000000001</c:v>
                </c:pt>
                <c:pt idx="16035">
                  <c:v>4.3970799999999999</c:v>
                </c:pt>
                <c:pt idx="16036">
                  <c:v>4.3973899999999997</c:v>
                </c:pt>
                <c:pt idx="16037">
                  <c:v>4.3976899999999999</c:v>
                </c:pt>
                <c:pt idx="16038">
                  <c:v>4.3979999999999997</c:v>
                </c:pt>
                <c:pt idx="16039">
                  <c:v>4.3982999999999999</c:v>
                </c:pt>
                <c:pt idx="16040">
                  <c:v>4.3986099999999997</c:v>
                </c:pt>
                <c:pt idx="16041">
                  <c:v>4.3989099999999999</c:v>
                </c:pt>
                <c:pt idx="16042">
                  <c:v>4.3992199999999997</c:v>
                </c:pt>
                <c:pt idx="16043">
                  <c:v>4.3995199999999999</c:v>
                </c:pt>
                <c:pt idx="16044">
                  <c:v>4.3998299999999997</c:v>
                </c:pt>
                <c:pt idx="16045">
                  <c:v>4.4001299999999999</c:v>
                </c:pt>
                <c:pt idx="16046">
                  <c:v>4.4004399999999997</c:v>
                </c:pt>
                <c:pt idx="16047">
                  <c:v>4.4007500000000004</c:v>
                </c:pt>
                <c:pt idx="16048">
                  <c:v>4.4010499999999997</c:v>
                </c:pt>
                <c:pt idx="16049">
                  <c:v>4.4013600000000004</c:v>
                </c:pt>
                <c:pt idx="16050">
                  <c:v>4.4016599999999997</c:v>
                </c:pt>
                <c:pt idx="16051">
                  <c:v>4.4019700000000004</c:v>
                </c:pt>
                <c:pt idx="16052">
                  <c:v>4.4022699999999997</c:v>
                </c:pt>
                <c:pt idx="16053">
                  <c:v>4.4025800000000004</c:v>
                </c:pt>
                <c:pt idx="16054">
                  <c:v>4.4028799999999997</c:v>
                </c:pt>
                <c:pt idx="16055">
                  <c:v>4.4031900000000004</c:v>
                </c:pt>
                <c:pt idx="16056">
                  <c:v>4.4034899999999997</c:v>
                </c:pt>
                <c:pt idx="16057">
                  <c:v>4.4038000000000004</c:v>
                </c:pt>
                <c:pt idx="16058">
                  <c:v>4.4040999999999997</c:v>
                </c:pt>
                <c:pt idx="16059">
                  <c:v>4.4044100000000004</c:v>
                </c:pt>
                <c:pt idx="16060">
                  <c:v>4.4047200000000002</c:v>
                </c:pt>
                <c:pt idx="16061">
                  <c:v>4.4050200000000004</c:v>
                </c:pt>
                <c:pt idx="16062">
                  <c:v>4.4053300000000002</c:v>
                </c:pt>
                <c:pt idx="16063">
                  <c:v>4.4056300000000004</c:v>
                </c:pt>
                <c:pt idx="16064">
                  <c:v>4.4059400000000002</c:v>
                </c:pt>
                <c:pt idx="16065">
                  <c:v>4.4062400000000004</c:v>
                </c:pt>
                <c:pt idx="16066">
                  <c:v>4.4065500000000002</c:v>
                </c:pt>
                <c:pt idx="16067">
                  <c:v>4.4068500000000004</c:v>
                </c:pt>
                <c:pt idx="16068">
                  <c:v>4.4071600000000002</c:v>
                </c:pt>
                <c:pt idx="16069">
                  <c:v>4.4074600000000004</c:v>
                </c:pt>
                <c:pt idx="16070">
                  <c:v>4.4077700000000002</c:v>
                </c:pt>
                <c:pt idx="16071">
                  <c:v>4.4080700000000004</c:v>
                </c:pt>
                <c:pt idx="16072">
                  <c:v>4.4083800000000002</c:v>
                </c:pt>
                <c:pt idx="16073">
                  <c:v>4.40869</c:v>
                </c:pt>
                <c:pt idx="16074">
                  <c:v>4.4089900000000002</c:v>
                </c:pt>
                <c:pt idx="16075">
                  <c:v>4.4093</c:v>
                </c:pt>
                <c:pt idx="16076">
                  <c:v>4.4096000000000002</c:v>
                </c:pt>
                <c:pt idx="16077">
                  <c:v>4.40991</c:v>
                </c:pt>
                <c:pt idx="16078">
                  <c:v>4.4102100000000002</c:v>
                </c:pt>
                <c:pt idx="16079">
                  <c:v>4.41052</c:v>
                </c:pt>
                <c:pt idx="16080">
                  <c:v>4.4108200000000002</c:v>
                </c:pt>
                <c:pt idx="16081">
                  <c:v>4.41113</c:v>
                </c:pt>
                <c:pt idx="16082">
                  <c:v>4.4114300000000002</c:v>
                </c:pt>
                <c:pt idx="16083">
                  <c:v>4.41174</c:v>
                </c:pt>
                <c:pt idx="16084">
                  <c:v>4.4120400000000002</c:v>
                </c:pt>
                <c:pt idx="16085">
                  <c:v>4.41235</c:v>
                </c:pt>
                <c:pt idx="16086">
                  <c:v>4.4126599999999998</c:v>
                </c:pt>
                <c:pt idx="16087">
                  <c:v>4.41296</c:v>
                </c:pt>
                <c:pt idx="16088">
                  <c:v>4.4132699999999998</c:v>
                </c:pt>
                <c:pt idx="16089">
                  <c:v>4.41357</c:v>
                </c:pt>
                <c:pt idx="16090">
                  <c:v>4.4138799999999998</c:v>
                </c:pt>
                <c:pt idx="16091">
                  <c:v>4.41418</c:v>
                </c:pt>
                <c:pt idx="16092">
                  <c:v>4.4144899999999998</c:v>
                </c:pt>
                <c:pt idx="16093">
                  <c:v>4.41479</c:v>
                </c:pt>
                <c:pt idx="16094">
                  <c:v>4.4150999999999998</c:v>
                </c:pt>
                <c:pt idx="16095">
                  <c:v>4.4154</c:v>
                </c:pt>
                <c:pt idx="16096">
                  <c:v>4.4157099999999998</c:v>
                </c:pt>
                <c:pt idx="16097">
                  <c:v>4.4160199999999996</c:v>
                </c:pt>
                <c:pt idx="16098">
                  <c:v>4.4163199999999998</c:v>
                </c:pt>
                <c:pt idx="16099">
                  <c:v>4.4166299999999996</c:v>
                </c:pt>
                <c:pt idx="16100">
                  <c:v>4.4169299999999998</c:v>
                </c:pt>
                <c:pt idx="16101">
                  <c:v>4.4172399999999996</c:v>
                </c:pt>
                <c:pt idx="16102">
                  <c:v>4.4175399999999998</c:v>
                </c:pt>
                <c:pt idx="16103">
                  <c:v>4.4178499999999996</c:v>
                </c:pt>
                <c:pt idx="16104">
                  <c:v>4.4181499999999998</c:v>
                </c:pt>
                <c:pt idx="16105">
                  <c:v>4.4184599999999996</c:v>
                </c:pt>
                <c:pt idx="16106">
                  <c:v>4.4187599999999998</c:v>
                </c:pt>
                <c:pt idx="16107">
                  <c:v>4.4190699999999996</c:v>
                </c:pt>
                <c:pt idx="16108">
                  <c:v>4.4193699999999998</c:v>
                </c:pt>
                <c:pt idx="16109">
                  <c:v>4.4196799999999996</c:v>
                </c:pt>
                <c:pt idx="16110">
                  <c:v>4.4199900000000003</c:v>
                </c:pt>
                <c:pt idx="16111">
                  <c:v>4.4202899999999996</c:v>
                </c:pt>
                <c:pt idx="16112">
                  <c:v>4.4206000000000003</c:v>
                </c:pt>
                <c:pt idx="16113">
                  <c:v>4.4208999999999996</c:v>
                </c:pt>
                <c:pt idx="16114">
                  <c:v>4.4212100000000003</c:v>
                </c:pt>
                <c:pt idx="16115">
                  <c:v>4.4215099999999996</c:v>
                </c:pt>
                <c:pt idx="16116">
                  <c:v>4.4218200000000003</c:v>
                </c:pt>
                <c:pt idx="16117">
                  <c:v>4.4221199999999996</c:v>
                </c:pt>
                <c:pt idx="16118">
                  <c:v>4.4224300000000003</c:v>
                </c:pt>
                <c:pt idx="16119">
                  <c:v>4.4227299999999996</c:v>
                </c:pt>
                <c:pt idx="16120">
                  <c:v>4.4230400000000003</c:v>
                </c:pt>
                <c:pt idx="16121">
                  <c:v>4.4233399999999996</c:v>
                </c:pt>
                <c:pt idx="16122">
                  <c:v>4.4236500000000003</c:v>
                </c:pt>
                <c:pt idx="16123">
                  <c:v>4.4239600000000001</c:v>
                </c:pt>
                <c:pt idx="16124">
                  <c:v>4.4242600000000003</c:v>
                </c:pt>
                <c:pt idx="16125">
                  <c:v>4.4245700000000001</c:v>
                </c:pt>
                <c:pt idx="16126">
                  <c:v>4.4248700000000003</c:v>
                </c:pt>
                <c:pt idx="16127">
                  <c:v>4.4251800000000001</c:v>
                </c:pt>
                <c:pt idx="16128">
                  <c:v>4.4254800000000003</c:v>
                </c:pt>
                <c:pt idx="16129">
                  <c:v>4.4257900000000001</c:v>
                </c:pt>
                <c:pt idx="16130">
                  <c:v>4.4260900000000003</c:v>
                </c:pt>
                <c:pt idx="16131">
                  <c:v>4.4264000000000001</c:v>
                </c:pt>
                <c:pt idx="16132">
                  <c:v>4.4267000000000003</c:v>
                </c:pt>
                <c:pt idx="16133">
                  <c:v>4.4270100000000001</c:v>
                </c:pt>
                <c:pt idx="16134">
                  <c:v>4.4273100000000003</c:v>
                </c:pt>
                <c:pt idx="16135">
                  <c:v>4.4276200000000001</c:v>
                </c:pt>
                <c:pt idx="16136">
                  <c:v>4.4279299999999999</c:v>
                </c:pt>
                <c:pt idx="16137">
                  <c:v>4.4282300000000001</c:v>
                </c:pt>
                <c:pt idx="16138">
                  <c:v>4.4285399999999999</c:v>
                </c:pt>
                <c:pt idx="16139">
                  <c:v>4.4288400000000001</c:v>
                </c:pt>
                <c:pt idx="16140">
                  <c:v>4.4291499999999999</c:v>
                </c:pt>
                <c:pt idx="16141">
                  <c:v>4.4294500000000001</c:v>
                </c:pt>
                <c:pt idx="16142">
                  <c:v>4.4297599999999999</c:v>
                </c:pt>
                <c:pt idx="16143">
                  <c:v>4.4300600000000001</c:v>
                </c:pt>
                <c:pt idx="16144">
                  <c:v>4.4303699999999999</c:v>
                </c:pt>
                <c:pt idx="16145">
                  <c:v>4.4306700000000001</c:v>
                </c:pt>
                <c:pt idx="16146">
                  <c:v>4.4309799999999999</c:v>
                </c:pt>
                <c:pt idx="16147">
                  <c:v>4.4312800000000001</c:v>
                </c:pt>
                <c:pt idx="16148">
                  <c:v>4.4315899999999999</c:v>
                </c:pt>
                <c:pt idx="16149">
                  <c:v>4.4318999999999997</c:v>
                </c:pt>
                <c:pt idx="16150">
                  <c:v>4.4321999999999999</c:v>
                </c:pt>
                <c:pt idx="16151">
                  <c:v>4.4325099999999997</c:v>
                </c:pt>
                <c:pt idx="16152">
                  <c:v>4.4328099999999999</c:v>
                </c:pt>
                <c:pt idx="16153">
                  <c:v>4.4331199999999997</c:v>
                </c:pt>
                <c:pt idx="16154">
                  <c:v>4.4334199999999999</c:v>
                </c:pt>
                <c:pt idx="16155">
                  <c:v>4.4337299999999997</c:v>
                </c:pt>
                <c:pt idx="16156">
                  <c:v>4.4340299999999999</c:v>
                </c:pt>
                <c:pt idx="16157">
                  <c:v>4.4343399999999997</c:v>
                </c:pt>
                <c:pt idx="16158">
                  <c:v>4.4346399999999999</c:v>
                </c:pt>
                <c:pt idx="16159">
                  <c:v>4.4349499999999997</c:v>
                </c:pt>
                <c:pt idx="16160">
                  <c:v>4.4352600000000004</c:v>
                </c:pt>
                <c:pt idx="16161">
                  <c:v>4.4355599999999997</c:v>
                </c:pt>
                <c:pt idx="16162">
                  <c:v>4.4358700000000004</c:v>
                </c:pt>
                <c:pt idx="16163">
                  <c:v>4.4361699999999997</c:v>
                </c:pt>
                <c:pt idx="16164">
                  <c:v>4.4364800000000004</c:v>
                </c:pt>
                <c:pt idx="16165">
                  <c:v>4.4367799999999997</c:v>
                </c:pt>
                <c:pt idx="16166">
                  <c:v>4.4370900000000004</c:v>
                </c:pt>
                <c:pt idx="16167">
                  <c:v>4.4373899999999997</c:v>
                </c:pt>
                <c:pt idx="16168">
                  <c:v>4.4377000000000004</c:v>
                </c:pt>
                <c:pt idx="16169">
                  <c:v>4.4379999999999997</c:v>
                </c:pt>
                <c:pt idx="16170">
                  <c:v>4.4383100000000004</c:v>
                </c:pt>
                <c:pt idx="16171">
                  <c:v>4.4386099999999997</c:v>
                </c:pt>
                <c:pt idx="16172">
                  <c:v>4.4389200000000004</c:v>
                </c:pt>
                <c:pt idx="16173">
                  <c:v>4.4392300000000002</c:v>
                </c:pt>
                <c:pt idx="16174">
                  <c:v>4.4395300000000004</c:v>
                </c:pt>
                <c:pt idx="16175">
                  <c:v>4.4398400000000002</c:v>
                </c:pt>
                <c:pt idx="16176">
                  <c:v>4.4401400000000004</c:v>
                </c:pt>
                <c:pt idx="16177">
                  <c:v>4.4404500000000002</c:v>
                </c:pt>
                <c:pt idx="16178">
                  <c:v>4.4407500000000004</c:v>
                </c:pt>
                <c:pt idx="16179">
                  <c:v>4.4410600000000002</c:v>
                </c:pt>
                <c:pt idx="16180">
                  <c:v>4.4413600000000004</c:v>
                </c:pt>
                <c:pt idx="16181">
                  <c:v>4.4416700000000002</c:v>
                </c:pt>
                <c:pt idx="16182">
                  <c:v>4.4419700000000004</c:v>
                </c:pt>
                <c:pt idx="16183">
                  <c:v>4.4422800000000002</c:v>
                </c:pt>
                <c:pt idx="16184">
                  <c:v>4.4425800000000004</c:v>
                </c:pt>
                <c:pt idx="16185">
                  <c:v>4.4428900000000002</c:v>
                </c:pt>
                <c:pt idx="16186">
                  <c:v>4.4432</c:v>
                </c:pt>
                <c:pt idx="16187">
                  <c:v>4.4435000000000002</c:v>
                </c:pt>
                <c:pt idx="16188">
                  <c:v>4.44381</c:v>
                </c:pt>
                <c:pt idx="16189">
                  <c:v>4.4441100000000002</c:v>
                </c:pt>
                <c:pt idx="16190">
                  <c:v>4.44442</c:v>
                </c:pt>
                <c:pt idx="16191">
                  <c:v>4.4447200000000002</c:v>
                </c:pt>
                <c:pt idx="16192">
                  <c:v>4.44503</c:v>
                </c:pt>
                <c:pt idx="16193">
                  <c:v>4.4453300000000002</c:v>
                </c:pt>
                <c:pt idx="16194">
                  <c:v>4.44564</c:v>
                </c:pt>
                <c:pt idx="16195">
                  <c:v>4.4459400000000002</c:v>
                </c:pt>
                <c:pt idx="16196">
                  <c:v>4.44625</c:v>
                </c:pt>
                <c:pt idx="16197">
                  <c:v>4.4465500000000002</c:v>
                </c:pt>
                <c:pt idx="16198">
                  <c:v>4.44686</c:v>
                </c:pt>
                <c:pt idx="16199">
                  <c:v>4.4471699999999998</c:v>
                </c:pt>
                <c:pt idx="16200">
                  <c:v>4.44747</c:v>
                </c:pt>
                <c:pt idx="16201">
                  <c:v>4.4477799999999998</c:v>
                </c:pt>
                <c:pt idx="16202">
                  <c:v>4.44808</c:v>
                </c:pt>
                <c:pt idx="16203">
                  <c:v>4.4483899999999998</c:v>
                </c:pt>
                <c:pt idx="16204">
                  <c:v>4.44869</c:v>
                </c:pt>
                <c:pt idx="16205">
                  <c:v>4.4489999999999998</c:v>
                </c:pt>
                <c:pt idx="16206">
                  <c:v>4.4493</c:v>
                </c:pt>
                <c:pt idx="16207">
                  <c:v>4.4496099999999998</c:v>
                </c:pt>
                <c:pt idx="16208">
                  <c:v>4.44991</c:v>
                </c:pt>
                <c:pt idx="16209">
                  <c:v>4.4502199999999998</c:v>
                </c:pt>
                <c:pt idx="16210">
                  <c:v>4.45052</c:v>
                </c:pt>
                <c:pt idx="16211">
                  <c:v>4.4508299999999998</c:v>
                </c:pt>
                <c:pt idx="16212">
                  <c:v>4.4511399999999997</c:v>
                </c:pt>
                <c:pt idx="16213">
                  <c:v>4.4514399999999998</c:v>
                </c:pt>
                <c:pt idx="16214">
                  <c:v>4.4517499999999997</c:v>
                </c:pt>
                <c:pt idx="16215">
                  <c:v>4.4520499999999998</c:v>
                </c:pt>
                <c:pt idx="16216">
                  <c:v>4.4523599999999997</c:v>
                </c:pt>
                <c:pt idx="16217">
                  <c:v>4.4526599999999998</c:v>
                </c:pt>
                <c:pt idx="16218">
                  <c:v>4.4529699999999997</c:v>
                </c:pt>
                <c:pt idx="16219">
                  <c:v>4.4532699999999998</c:v>
                </c:pt>
                <c:pt idx="16220">
                  <c:v>4.4535799999999997</c:v>
                </c:pt>
                <c:pt idx="16221">
                  <c:v>4.4538799999999998</c:v>
                </c:pt>
                <c:pt idx="16222">
                  <c:v>4.4541899999999996</c:v>
                </c:pt>
                <c:pt idx="16223">
                  <c:v>4.4545000000000003</c:v>
                </c:pt>
                <c:pt idx="16224">
                  <c:v>4.4547999999999996</c:v>
                </c:pt>
                <c:pt idx="16225">
                  <c:v>4.4551100000000003</c:v>
                </c:pt>
                <c:pt idx="16226">
                  <c:v>4.4554099999999996</c:v>
                </c:pt>
                <c:pt idx="16227">
                  <c:v>4.4557200000000003</c:v>
                </c:pt>
                <c:pt idx="16228">
                  <c:v>4.4560199999999996</c:v>
                </c:pt>
                <c:pt idx="16229">
                  <c:v>4.4563300000000003</c:v>
                </c:pt>
                <c:pt idx="16230">
                  <c:v>4.4566299999999996</c:v>
                </c:pt>
                <c:pt idx="16231">
                  <c:v>4.4569400000000003</c:v>
                </c:pt>
                <c:pt idx="16232">
                  <c:v>4.4572399999999996</c:v>
                </c:pt>
                <c:pt idx="16233">
                  <c:v>4.4575500000000003</c:v>
                </c:pt>
                <c:pt idx="16234">
                  <c:v>4.4578499999999996</c:v>
                </c:pt>
                <c:pt idx="16235">
                  <c:v>4.4581600000000003</c:v>
                </c:pt>
                <c:pt idx="16236">
                  <c:v>4.4584700000000002</c:v>
                </c:pt>
                <c:pt idx="16237">
                  <c:v>4.4587700000000003</c:v>
                </c:pt>
                <c:pt idx="16238">
                  <c:v>4.4590800000000002</c:v>
                </c:pt>
                <c:pt idx="16239">
                  <c:v>4.4593800000000003</c:v>
                </c:pt>
                <c:pt idx="16240">
                  <c:v>4.4596900000000002</c:v>
                </c:pt>
                <c:pt idx="16241">
                  <c:v>4.4599900000000003</c:v>
                </c:pt>
                <c:pt idx="16242">
                  <c:v>4.4603000000000002</c:v>
                </c:pt>
                <c:pt idx="16243">
                  <c:v>4.4606000000000003</c:v>
                </c:pt>
                <c:pt idx="16244">
                  <c:v>4.4609100000000002</c:v>
                </c:pt>
                <c:pt idx="16245">
                  <c:v>4.4612100000000003</c:v>
                </c:pt>
                <c:pt idx="16246">
                  <c:v>4.4615200000000002</c:v>
                </c:pt>
                <c:pt idx="16247">
                  <c:v>4.4618200000000003</c:v>
                </c:pt>
                <c:pt idx="16248">
                  <c:v>4.4621300000000002</c:v>
                </c:pt>
                <c:pt idx="16249">
                  <c:v>4.46244</c:v>
                </c:pt>
                <c:pt idx="16250">
                  <c:v>4.4627400000000002</c:v>
                </c:pt>
                <c:pt idx="16251">
                  <c:v>4.46305</c:v>
                </c:pt>
                <c:pt idx="16252">
                  <c:v>4.4633500000000002</c:v>
                </c:pt>
                <c:pt idx="16253">
                  <c:v>4.46366</c:v>
                </c:pt>
                <c:pt idx="16254">
                  <c:v>4.4639600000000002</c:v>
                </c:pt>
                <c:pt idx="16255">
                  <c:v>4.46427</c:v>
                </c:pt>
                <c:pt idx="16256">
                  <c:v>4.4645700000000001</c:v>
                </c:pt>
                <c:pt idx="16257">
                  <c:v>4.46488</c:v>
                </c:pt>
                <c:pt idx="16258">
                  <c:v>4.4651800000000001</c:v>
                </c:pt>
                <c:pt idx="16259">
                  <c:v>4.46549</c:v>
                </c:pt>
                <c:pt idx="16260">
                  <c:v>4.4657900000000001</c:v>
                </c:pt>
                <c:pt idx="16261">
                  <c:v>4.4661</c:v>
                </c:pt>
                <c:pt idx="16262">
                  <c:v>4.4664099999999998</c:v>
                </c:pt>
                <c:pt idx="16263">
                  <c:v>4.46671</c:v>
                </c:pt>
                <c:pt idx="16264">
                  <c:v>4.4670199999999998</c:v>
                </c:pt>
                <c:pt idx="16265">
                  <c:v>4.46732</c:v>
                </c:pt>
                <c:pt idx="16266">
                  <c:v>4.4676299999999998</c:v>
                </c:pt>
                <c:pt idx="16267">
                  <c:v>4.46793</c:v>
                </c:pt>
                <c:pt idx="16268">
                  <c:v>4.4682399999999998</c:v>
                </c:pt>
                <c:pt idx="16269">
                  <c:v>4.46854</c:v>
                </c:pt>
                <c:pt idx="16270">
                  <c:v>4.4688499999999998</c:v>
                </c:pt>
                <c:pt idx="16271">
                  <c:v>4.46915</c:v>
                </c:pt>
                <c:pt idx="16272">
                  <c:v>4.4694599999999998</c:v>
                </c:pt>
                <c:pt idx="16273">
                  <c:v>4.4697699999999996</c:v>
                </c:pt>
                <c:pt idx="16274">
                  <c:v>4.4700699999999998</c:v>
                </c:pt>
                <c:pt idx="16275">
                  <c:v>4.4703799999999996</c:v>
                </c:pt>
                <c:pt idx="16276">
                  <c:v>4.4706799999999998</c:v>
                </c:pt>
                <c:pt idx="16277">
                  <c:v>4.4709899999999996</c:v>
                </c:pt>
                <c:pt idx="16278">
                  <c:v>4.4712899999999998</c:v>
                </c:pt>
                <c:pt idx="16279">
                  <c:v>4.4715999999999996</c:v>
                </c:pt>
                <c:pt idx="16280">
                  <c:v>4.4718999999999998</c:v>
                </c:pt>
                <c:pt idx="16281">
                  <c:v>4.4722099999999996</c:v>
                </c:pt>
                <c:pt idx="16282">
                  <c:v>4.4725099999999998</c:v>
                </c:pt>
                <c:pt idx="16283">
                  <c:v>4.4728199999999996</c:v>
                </c:pt>
                <c:pt idx="16284">
                  <c:v>4.4731199999999998</c:v>
                </c:pt>
                <c:pt idx="16285">
                  <c:v>4.4734299999999996</c:v>
                </c:pt>
                <c:pt idx="16286">
                  <c:v>4.4737400000000003</c:v>
                </c:pt>
                <c:pt idx="16287">
                  <c:v>4.4740399999999996</c:v>
                </c:pt>
                <c:pt idx="16288">
                  <c:v>4.4743500000000003</c:v>
                </c:pt>
                <c:pt idx="16289">
                  <c:v>4.4746499999999996</c:v>
                </c:pt>
                <c:pt idx="16290">
                  <c:v>4.4749600000000003</c:v>
                </c:pt>
                <c:pt idx="16291">
                  <c:v>4.4752599999999996</c:v>
                </c:pt>
                <c:pt idx="16292">
                  <c:v>4.4755700000000003</c:v>
                </c:pt>
                <c:pt idx="16293">
                  <c:v>4.4758699999999996</c:v>
                </c:pt>
                <c:pt idx="16294">
                  <c:v>4.4761800000000003</c:v>
                </c:pt>
                <c:pt idx="16295">
                  <c:v>4.4764799999999996</c:v>
                </c:pt>
                <c:pt idx="16296">
                  <c:v>4.4767900000000003</c:v>
                </c:pt>
                <c:pt idx="16297">
                  <c:v>4.4770899999999996</c:v>
                </c:pt>
                <c:pt idx="16298">
                  <c:v>4.4774000000000003</c:v>
                </c:pt>
                <c:pt idx="16299">
                  <c:v>4.4777100000000001</c:v>
                </c:pt>
                <c:pt idx="16300">
                  <c:v>4.4780100000000003</c:v>
                </c:pt>
                <c:pt idx="16301">
                  <c:v>4.4783200000000001</c:v>
                </c:pt>
                <c:pt idx="16302">
                  <c:v>4.4786200000000003</c:v>
                </c:pt>
                <c:pt idx="16303">
                  <c:v>4.4789300000000001</c:v>
                </c:pt>
                <c:pt idx="16304">
                  <c:v>4.4792300000000003</c:v>
                </c:pt>
                <c:pt idx="16305">
                  <c:v>4.4795400000000001</c:v>
                </c:pt>
                <c:pt idx="16306">
                  <c:v>4.4798400000000003</c:v>
                </c:pt>
                <c:pt idx="16307">
                  <c:v>4.4801500000000001</c:v>
                </c:pt>
                <c:pt idx="16308">
                  <c:v>4.4804500000000003</c:v>
                </c:pt>
                <c:pt idx="16309">
                  <c:v>4.4807600000000001</c:v>
                </c:pt>
                <c:pt idx="16310">
                  <c:v>4.4810600000000003</c:v>
                </c:pt>
                <c:pt idx="16311">
                  <c:v>4.4813700000000001</c:v>
                </c:pt>
                <c:pt idx="16312">
                  <c:v>4.4816799999999999</c:v>
                </c:pt>
                <c:pt idx="16313">
                  <c:v>4.4819800000000001</c:v>
                </c:pt>
                <c:pt idx="16314">
                  <c:v>4.4822899999999999</c:v>
                </c:pt>
                <c:pt idx="16315">
                  <c:v>4.4825900000000001</c:v>
                </c:pt>
                <c:pt idx="16316">
                  <c:v>4.4828999999999999</c:v>
                </c:pt>
                <c:pt idx="16317">
                  <c:v>4.4832000000000001</c:v>
                </c:pt>
                <c:pt idx="16318">
                  <c:v>4.4835099999999999</c:v>
                </c:pt>
                <c:pt idx="16319">
                  <c:v>4.4838100000000001</c:v>
                </c:pt>
                <c:pt idx="16320">
                  <c:v>4.4841199999999999</c:v>
                </c:pt>
                <c:pt idx="16321">
                  <c:v>4.4844200000000001</c:v>
                </c:pt>
                <c:pt idx="16322">
                  <c:v>4.4847299999999999</c:v>
                </c:pt>
                <c:pt idx="16323">
                  <c:v>4.4850300000000001</c:v>
                </c:pt>
                <c:pt idx="16324">
                  <c:v>4.4853399999999999</c:v>
                </c:pt>
                <c:pt idx="16325">
                  <c:v>4.4856499999999997</c:v>
                </c:pt>
                <c:pt idx="16326">
                  <c:v>4.4859499999999999</c:v>
                </c:pt>
                <c:pt idx="16327">
                  <c:v>4.4862599999999997</c:v>
                </c:pt>
                <c:pt idx="16328">
                  <c:v>4.4865599999999999</c:v>
                </c:pt>
                <c:pt idx="16329">
                  <c:v>4.4868699999999997</c:v>
                </c:pt>
                <c:pt idx="16330">
                  <c:v>4.4871699999999999</c:v>
                </c:pt>
                <c:pt idx="16331">
                  <c:v>4.4874799999999997</c:v>
                </c:pt>
                <c:pt idx="16332">
                  <c:v>4.4877799999999999</c:v>
                </c:pt>
                <c:pt idx="16333">
                  <c:v>4.4880899999999997</c:v>
                </c:pt>
                <c:pt idx="16334">
                  <c:v>4.4883899999999999</c:v>
                </c:pt>
                <c:pt idx="16335">
                  <c:v>4.4886999999999997</c:v>
                </c:pt>
                <c:pt idx="16336">
                  <c:v>4.4890100000000004</c:v>
                </c:pt>
                <c:pt idx="16337">
                  <c:v>4.4893099999999997</c:v>
                </c:pt>
                <c:pt idx="16338">
                  <c:v>4.4896200000000004</c:v>
                </c:pt>
                <c:pt idx="16339">
                  <c:v>4.4899199999999997</c:v>
                </c:pt>
                <c:pt idx="16340">
                  <c:v>4.4902300000000004</c:v>
                </c:pt>
                <c:pt idx="16341">
                  <c:v>4.4905299999999997</c:v>
                </c:pt>
                <c:pt idx="16342">
                  <c:v>4.4908400000000004</c:v>
                </c:pt>
                <c:pt idx="16343">
                  <c:v>4.4911399999999997</c:v>
                </c:pt>
                <c:pt idx="16344">
                  <c:v>4.4914500000000004</c:v>
                </c:pt>
                <c:pt idx="16345">
                  <c:v>4.4917499999999997</c:v>
                </c:pt>
                <c:pt idx="16346">
                  <c:v>4.4920600000000004</c:v>
                </c:pt>
                <c:pt idx="16347">
                  <c:v>4.4923599999999997</c:v>
                </c:pt>
                <c:pt idx="16348">
                  <c:v>4.4926700000000004</c:v>
                </c:pt>
                <c:pt idx="16349">
                  <c:v>4.4929800000000002</c:v>
                </c:pt>
                <c:pt idx="16350">
                  <c:v>4.4932800000000004</c:v>
                </c:pt>
                <c:pt idx="16351">
                  <c:v>4.4935900000000002</c:v>
                </c:pt>
                <c:pt idx="16352">
                  <c:v>4.4938900000000004</c:v>
                </c:pt>
                <c:pt idx="16353">
                  <c:v>4.4942000000000002</c:v>
                </c:pt>
                <c:pt idx="16354">
                  <c:v>4.4945000000000004</c:v>
                </c:pt>
                <c:pt idx="16355">
                  <c:v>4.4948100000000002</c:v>
                </c:pt>
                <c:pt idx="16356">
                  <c:v>4.4951100000000004</c:v>
                </c:pt>
                <c:pt idx="16357">
                  <c:v>4.4954200000000002</c:v>
                </c:pt>
                <c:pt idx="16358">
                  <c:v>4.4957200000000004</c:v>
                </c:pt>
                <c:pt idx="16359">
                  <c:v>4.4960300000000002</c:v>
                </c:pt>
                <c:pt idx="16360">
                  <c:v>4.4963300000000004</c:v>
                </c:pt>
                <c:pt idx="16361">
                  <c:v>4.4966400000000002</c:v>
                </c:pt>
                <c:pt idx="16362">
                  <c:v>4.49695</c:v>
                </c:pt>
                <c:pt idx="16363">
                  <c:v>4.4972500000000002</c:v>
                </c:pt>
                <c:pt idx="16364">
                  <c:v>4.49756</c:v>
                </c:pt>
                <c:pt idx="16365">
                  <c:v>4.4978600000000002</c:v>
                </c:pt>
                <c:pt idx="16366">
                  <c:v>4.49817</c:v>
                </c:pt>
                <c:pt idx="16367">
                  <c:v>4.4984700000000002</c:v>
                </c:pt>
                <c:pt idx="16368">
                  <c:v>4.49878</c:v>
                </c:pt>
                <c:pt idx="16369">
                  <c:v>4.4990800000000002</c:v>
                </c:pt>
                <c:pt idx="16370">
                  <c:v>4.49939</c:v>
                </c:pt>
                <c:pt idx="16371">
                  <c:v>4.4996900000000002</c:v>
                </c:pt>
                <c:pt idx="16372">
                  <c:v>4.5</c:v>
                </c:pt>
                <c:pt idx="16373">
                  <c:v>4.5003000000000002</c:v>
                </c:pt>
                <c:pt idx="16374">
                  <c:v>4.50061</c:v>
                </c:pt>
                <c:pt idx="16375">
                  <c:v>4.5009199999999998</c:v>
                </c:pt>
                <c:pt idx="16376">
                  <c:v>4.50122</c:v>
                </c:pt>
                <c:pt idx="16377">
                  <c:v>4.5015299999999998</c:v>
                </c:pt>
                <c:pt idx="16378">
                  <c:v>4.50183</c:v>
                </c:pt>
                <c:pt idx="16379">
                  <c:v>4.5021399999999998</c:v>
                </c:pt>
                <c:pt idx="16380">
                  <c:v>4.50244</c:v>
                </c:pt>
                <c:pt idx="16381">
                  <c:v>4.5027499999999998</c:v>
                </c:pt>
                <c:pt idx="16382">
                  <c:v>4.50305</c:v>
                </c:pt>
                <c:pt idx="16383">
                  <c:v>4.5033599999999998</c:v>
                </c:pt>
                <c:pt idx="16384">
                  <c:v>4.50366</c:v>
                </c:pt>
                <c:pt idx="16385">
                  <c:v>4.5039699999999998</c:v>
                </c:pt>
                <c:pt idx="16386">
                  <c:v>4.50427</c:v>
                </c:pt>
                <c:pt idx="16387">
                  <c:v>4.5045799999999998</c:v>
                </c:pt>
                <c:pt idx="16388">
                  <c:v>4.5048899999999996</c:v>
                </c:pt>
                <c:pt idx="16389">
                  <c:v>4.5051899999999998</c:v>
                </c:pt>
                <c:pt idx="16390">
                  <c:v>4.5054999999999996</c:v>
                </c:pt>
                <c:pt idx="16391">
                  <c:v>4.5057999999999998</c:v>
                </c:pt>
                <c:pt idx="16392">
                  <c:v>4.5061099999999996</c:v>
                </c:pt>
                <c:pt idx="16393">
                  <c:v>4.5064099999999998</c:v>
                </c:pt>
                <c:pt idx="16394">
                  <c:v>4.5067199999999996</c:v>
                </c:pt>
                <c:pt idx="16395">
                  <c:v>4.5070199999999998</c:v>
                </c:pt>
                <c:pt idx="16396">
                  <c:v>4.5073299999999996</c:v>
                </c:pt>
                <c:pt idx="16397">
                  <c:v>4.5076299999999998</c:v>
                </c:pt>
                <c:pt idx="16398">
                  <c:v>4.5079399999999996</c:v>
                </c:pt>
                <c:pt idx="16399">
                  <c:v>4.5082500000000003</c:v>
                </c:pt>
                <c:pt idx="16400">
                  <c:v>4.5085499999999996</c:v>
                </c:pt>
                <c:pt idx="16401">
                  <c:v>4.5088600000000003</c:v>
                </c:pt>
                <c:pt idx="16402">
                  <c:v>4.5091599999999996</c:v>
                </c:pt>
                <c:pt idx="16403">
                  <c:v>4.5094700000000003</c:v>
                </c:pt>
                <c:pt idx="16404">
                  <c:v>4.5097699999999996</c:v>
                </c:pt>
                <c:pt idx="16405">
                  <c:v>4.5100800000000003</c:v>
                </c:pt>
                <c:pt idx="16406">
                  <c:v>4.5103799999999996</c:v>
                </c:pt>
                <c:pt idx="16407">
                  <c:v>4.5106900000000003</c:v>
                </c:pt>
                <c:pt idx="16408">
                  <c:v>4.5109899999999996</c:v>
                </c:pt>
                <c:pt idx="16409">
                  <c:v>4.5113000000000003</c:v>
                </c:pt>
                <c:pt idx="16410">
                  <c:v>4.5115999999999996</c:v>
                </c:pt>
                <c:pt idx="16411">
                  <c:v>4.5119100000000003</c:v>
                </c:pt>
                <c:pt idx="16412">
                  <c:v>4.5122200000000001</c:v>
                </c:pt>
                <c:pt idx="16413">
                  <c:v>4.5125200000000003</c:v>
                </c:pt>
                <c:pt idx="16414">
                  <c:v>4.5128300000000001</c:v>
                </c:pt>
                <c:pt idx="16415">
                  <c:v>4.5131300000000003</c:v>
                </c:pt>
                <c:pt idx="16416">
                  <c:v>4.5134400000000001</c:v>
                </c:pt>
                <c:pt idx="16417">
                  <c:v>4.5137400000000003</c:v>
                </c:pt>
                <c:pt idx="16418">
                  <c:v>4.5140500000000001</c:v>
                </c:pt>
                <c:pt idx="16419">
                  <c:v>4.5143500000000003</c:v>
                </c:pt>
                <c:pt idx="16420">
                  <c:v>4.5146600000000001</c:v>
                </c:pt>
                <c:pt idx="16421">
                  <c:v>4.5149600000000003</c:v>
                </c:pt>
                <c:pt idx="16422">
                  <c:v>4.5152700000000001</c:v>
                </c:pt>
                <c:pt idx="16423">
                  <c:v>4.5155700000000003</c:v>
                </c:pt>
                <c:pt idx="16424">
                  <c:v>4.5158800000000001</c:v>
                </c:pt>
                <c:pt idx="16425">
                  <c:v>4.5161899999999999</c:v>
                </c:pt>
                <c:pt idx="16426">
                  <c:v>4.5164900000000001</c:v>
                </c:pt>
                <c:pt idx="16427">
                  <c:v>4.5167999999999999</c:v>
                </c:pt>
                <c:pt idx="16428">
                  <c:v>4.5171000000000001</c:v>
                </c:pt>
                <c:pt idx="16429">
                  <c:v>4.5174099999999999</c:v>
                </c:pt>
                <c:pt idx="16430">
                  <c:v>4.5177100000000001</c:v>
                </c:pt>
                <c:pt idx="16431">
                  <c:v>4.5180199999999999</c:v>
                </c:pt>
                <c:pt idx="16432">
                  <c:v>4.5183200000000001</c:v>
                </c:pt>
                <c:pt idx="16433">
                  <c:v>4.5186299999999999</c:v>
                </c:pt>
                <c:pt idx="16434">
                  <c:v>4.5189300000000001</c:v>
                </c:pt>
                <c:pt idx="16435">
                  <c:v>4.5192399999999999</c:v>
                </c:pt>
                <c:pt idx="16436">
                  <c:v>4.5195400000000001</c:v>
                </c:pt>
                <c:pt idx="16437">
                  <c:v>4.5198499999999999</c:v>
                </c:pt>
                <c:pt idx="16438">
                  <c:v>4.5201599999999997</c:v>
                </c:pt>
                <c:pt idx="16439">
                  <c:v>4.5204599999999999</c:v>
                </c:pt>
                <c:pt idx="16440">
                  <c:v>4.5207699999999997</c:v>
                </c:pt>
                <c:pt idx="16441">
                  <c:v>4.5210699999999999</c:v>
                </c:pt>
                <c:pt idx="16442">
                  <c:v>4.5213799999999997</c:v>
                </c:pt>
                <c:pt idx="16443">
                  <c:v>4.5216799999999999</c:v>
                </c:pt>
                <c:pt idx="16444">
                  <c:v>4.5219899999999997</c:v>
                </c:pt>
                <c:pt idx="16445">
                  <c:v>4.5222899999999999</c:v>
                </c:pt>
                <c:pt idx="16446">
                  <c:v>4.5225999999999997</c:v>
                </c:pt>
                <c:pt idx="16447">
                  <c:v>4.5228999999999999</c:v>
                </c:pt>
                <c:pt idx="16448">
                  <c:v>4.5232099999999997</c:v>
                </c:pt>
                <c:pt idx="16449">
                  <c:v>4.5235099999999999</c:v>
                </c:pt>
                <c:pt idx="16450">
                  <c:v>4.5238199999999997</c:v>
                </c:pt>
                <c:pt idx="16451">
                  <c:v>4.5241300000000004</c:v>
                </c:pt>
                <c:pt idx="16452">
                  <c:v>4.5244299999999997</c:v>
                </c:pt>
                <c:pt idx="16453">
                  <c:v>4.5247400000000004</c:v>
                </c:pt>
                <c:pt idx="16454">
                  <c:v>4.5250399999999997</c:v>
                </c:pt>
                <c:pt idx="16455">
                  <c:v>4.5253500000000004</c:v>
                </c:pt>
                <c:pt idx="16456">
                  <c:v>4.5256499999999997</c:v>
                </c:pt>
                <c:pt idx="16457">
                  <c:v>4.5259600000000004</c:v>
                </c:pt>
                <c:pt idx="16458">
                  <c:v>4.5262599999999997</c:v>
                </c:pt>
                <c:pt idx="16459">
                  <c:v>4.5265700000000004</c:v>
                </c:pt>
                <c:pt idx="16460">
                  <c:v>4.5268699999999997</c:v>
                </c:pt>
                <c:pt idx="16461">
                  <c:v>4.5271800000000004</c:v>
                </c:pt>
                <c:pt idx="16462">
                  <c:v>4.5274900000000002</c:v>
                </c:pt>
                <c:pt idx="16463">
                  <c:v>4.5277900000000004</c:v>
                </c:pt>
                <c:pt idx="16464">
                  <c:v>4.5281000000000002</c:v>
                </c:pt>
                <c:pt idx="16465">
                  <c:v>4.5284000000000004</c:v>
                </c:pt>
                <c:pt idx="16466">
                  <c:v>4.5287100000000002</c:v>
                </c:pt>
                <c:pt idx="16467">
                  <c:v>4.5290100000000004</c:v>
                </c:pt>
                <c:pt idx="16468">
                  <c:v>4.5293200000000002</c:v>
                </c:pt>
                <c:pt idx="16469">
                  <c:v>4.5296200000000004</c:v>
                </c:pt>
                <c:pt idx="16470">
                  <c:v>4.5299300000000002</c:v>
                </c:pt>
                <c:pt idx="16471">
                  <c:v>4.5302300000000004</c:v>
                </c:pt>
                <c:pt idx="16472">
                  <c:v>4.5305400000000002</c:v>
                </c:pt>
                <c:pt idx="16473">
                  <c:v>4.5308400000000004</c:v>
                </c:pt>
                <c:pt idx="16474">
                  <c:v>4.5311500000000002</c:v>
                </c:pt>
                <c:pt idx="16475">
                  <c:v>4.53146</c:v>
                </c:pt>
                <c:pt idx="16476">
                  <c:v>4.5317600000000002</c:v>
                </c:pt>
                <c:pt idx="16477">
                  <c:v>4.53207</c:v>
                </c:pt>
                <c:pt idx="16478">
                  <c:v>4.5323700000000002</c:v>
                </c:pt>
                <c:pt idx="16479">
                  <c:v>4.53268</c:v>
                </c:pt>
                <c:pt idx="16480">
                  <c:v>4.5329800000000002</c:v>
                </c:pt>
                <c:pt idx="16481">
                  <c:v>4.53329</c:v>
                </c:pt>
                <c:pt idx="16482">
                  <c:v>4.5335900000000002</c:v>
                </c:pt>
                <c:pt idx="16483">
                  <c:v>4.5339</c:v>
                </c:pt>
                <c:pt idx="16484">
                  <c:v>4.5342000000000002</c:v>
                </c:pt>
                <c:pt idx="16485">
                  <c:v>4.53451</c:v>
                </c:pt>
                <c:pt idx="16486">
                  <c:v>4.5348100000000002</c:v>
                </c:pt>
                <c:pt idx="16487">
                  <c:v>4.53512</c:v>
                </c:pt>
                <c:pt idx="16488">
                  <c:v>4.5354299999999999</c:v>
                </c:pt>
                <c:pt idx="16489">
                  <c:v>4.53573</c:v>
                </c:pt>
                <c:pt idx="16490">
                  <c:v>4.5360399999999998</c:v>
                </c:pt>
                <c:pt idx="16491">
                  <c:v>4.53634</c:v>
                </c:pt>
                <c:pt idx="16492">
                  <c:v>4.5366499999999998</c:v>
                </c:pt>
                <c:pt idx="16493">
                  <c:v>4.53695</c:v>
                </c:pt>
                <c:pt idx="16494">
                  <c:v>4.5372599999999998</c:v>
                </c:pt>
                <c:pt idx="16495">
                  <c:v>4.53756</c:v>
                </c:pt>
                <c:pt idx="16496">
                  <c:v>4.5378699999999998</c:v>
                </c:pt>
                <c:pt idx="16497">
                  <c:v>4.53817</c:v>
                </c:pt>
                <c:pt idx="16498">
                  <c:v>4.5384799999999998</c:v>
                </c:pt>
                <c:pt idx="16499">
                  <c:v>4.53878</c:v>
                </c:pt>
                <c:pt idx="16500">
                  <c:v>4.5390899999999998</c:v>
                </c:pt>
                <c:pt idx="16501">
                  <c:v>4.5393999999999997</c:v>
                </c:pt>
                <c:pt idx="16502">
                  <c:v>4.5396999999999998</c:v>
                </c:pt>
                <c:pt idx="16503">
                  <c:v>4.5400099999999997</c:v>
                </c:pt>
                <c:pt idx="16504">
                  <c:v>4.5403099999999998</c:v>
                </c:pt>
                <c:pt idx="16505">
                  <c:v>4.5406199999999997</c:v>
                </c:pt>
                <c:pt idx="16506">
                  <c:v>4.5409199999999998</c:v>
                </c:pt>
                <c:pt idx="16507">
                  <c:v>4.5412299999999997</c:v>
                </c:pt>
                <c:pt idx="16508">
                  <c:v>4.5415299999999998</c:v>
                </c:pt>
                <c:pt idx="16509">
                  <c:v>4.5418399999999997</c:v>
                </c:pt>
                <c:pt idx="16510">
                  <c:v>4.5421399999999998</c:v>
                </c:pt>
                <c:pt idx="16511">
                  <c:v>4.5424499999999997</c:v>
                </c:pt>
                <c:pt idx="16512">
                  <c:v>4.5427600000000004</c:v>
                </c:pt>
                <c:pt idx="16513">
                  <c:v>4.5430599999999997</c:v>
                </c:pt>
                <c:pt idx="16514">
                  <c:v>4.5433700000000004</c:v>
                </c:pt>
                <c:pt idx="16515">
                  <c:v>4.5436699999999997</c:v>
                </c:pt>
                <c:pt idx="16516">
                  <c:v>4.5439800000000004</c:v>
                </c:pt>
                <c:pt idx="16517">
                  <c:v>4.5442799999999997</c:v>
                </c:pt>
                <c:pt idx="16518">
                  <c:v>4.5445900000000004</c:v>
                </c:pt>
                <c:pt idx="16519">
                  <c:v>4.5448899999999997</c:v>
                </c:pt>
                <c:pt idx="16520">
                  <c:v>4.5452000000000004</c:v>
                </c:pt>
                <c:pt idx="16521">
                  <c:v>4.5454999999999997</c:v>
                </c:pt>
                <c:pt idx="16522">
                  <c:v>4.5458100000000004</c:v>
                </c:pt>
                <c:pt idx="16523">
                  <c:v>4.5461099999999997</c:v>
                </c:pt>
                <c:pt idx="16524">
                  <c:v>4.5464200000000003</c:v>
                </c:pt>
                <c:pt idx="16525">
                  <c:v>4.5467300000000002</c:v>
                </c:pt>
                <c:pt idx="16526">
                  <c:v>4.5470300000000003</c:v>
                </c:pt>
                <c:pt idx="16527">
                  <c:v>4.5473400000000002</c:v>
                </c:pt>
                <c:pt idx="16528">
                  <c:v>4.5476400000000003</c:v>
                </c:pt>
                <c:pt idx="16529">
                  <c:v>4.5479500000000002</c:v>
                </c:pt>
                <c:pt idx="16530">
                  <c:v>4.5482500000000003</c:v>
                </c:pt>
                <c:pt idx="16531">
                  <c:v>4.5485600000000002</c:v>
                </c:pt>
                <c:pt idx="16532">
                  <c:v>4.5488600000000003</c:v>
                </c:pt>
                <c:pt idx="16533">
                  <c:v>4.5491700000000002</c:v>
                </c:pt>
                <c:pt idx="16534">
                  <c:v>4.5494700000000003</c:v>
                </c:pt>
                <c:pt idx="16535">
                  <c:v>4.5497800000000002</c:v>
                </c:pt>
                <c:pt idx="16536">
                  <c:v>4.5500800000000003</c:v>
                </c:pt>
                <c:pt idx="16537">
                  <c:v>4.5503900000000002</c:v>
                </c:pt>
                <c:pt idx="16538">
                  <c:v>4.5507</c:v>
                </c:pt>
                <c:pt idx="16539">
                  <c:v>4.5510000000000002</c:v>
                </c:pt>
                <c:pt idx="16540">
                  <c:v>4.55131</c:v>
                </c:pt>
                <c:pt idx="16541">
                  <c:v>4.5516100000000002</c:v>
                </c:pt>
                <c:pt idx="16542">
                  <c:v>4.55192</c:v>
                </c:pt>
                <c:pt idx="16543">
                  <c:v>4.5522200000000002</c:v>
                </c:pt>
                <c:pt idx="16544">
                  <c:v>4.55253</c:v>
                </c:pt>
                <c:pt idx="16545">
                  <c:v>4.5528300000000002</c:v>
                </c:pt>
                <c:pt idx="16546">
                  <c:v>4.55314</c:v>
                </c:pt>
                <c:pt idx="16547">
                  <c:v>4.5534400000000002</c:v>
                </c:pt>
                <c:pt idx="16548">
                  <c:v>4.55375</c:v>
                </c:pt>
                <c:pt idx="16549">
                  <c:v>4.5540500000000002</c:v>
                </c:pt>
                <c:pt idx="16550">
                  <c:v>4.55436</c:v>
                </c:pt>
                <c:pt idx="16551">
                  <c:v>4.5546699999999998</c:v>
                </c:pt>
                <c:pt idx="16552">
                  <c:v>4.55497</c:v>
                </c:pt>
                <c:pt idx="16553">
                  <c:v>4.5552799999999998</c:v>
                </c:pt>
                <c:pt idx="16554">
                  <c:v>4.55558</c:v>
                </c:pt>
                <c:pt idx="16555">
                  <c:v>4.5558899999999998</c:v>
                </c:pt>
                <c:pt idx="16556">
                  <c:v>4.55619</c:v>
                </c:pt>
                <c:pt idx="16557">
                  <c:v>4.5564999999999998</c:v>
                </c:pt>
                <c:pt idx="16558">
                  <c:v>4.5568</c:v>
                </c:pt>
                <c:pt idx="16559">
                  <c:v>4.5571099999999998</c:v>
                </c:pt>
                <c:pt idx="16560">
                  <c:v>4.55741</c:v>
                </c:pt>
                <c:pt idx="16561">
                  <c:v>4.5577199999999998</c:v>
                </c:pt>
                <c:pt idx="16562">
                  <c:v>4.55802</c:v>
                </c:pt>
                <c:pt idx="16563">
                  <c:v>4.5583299999999998</c:v>
                </c:pt>
                <c:pt idx="16564">
                  <c:v>4.5586399999999996</c:v>
                </c:pt>
                <c:pt idx="16565">
                  <c:v>4.5589399999999998</c:v>
                </c:pt>
                <c:pt idx="16566">
                  <c:v>4.5592499999999996</c:v>
                </c:pt>
                <c:pt idx="16567">
                  <c:v>4.5595499999999998</c:v>
                </c:pt>
                <c:pt idx="16568">
                  <c:v>4.5598599999999996</c:v>
                </c:pt>
                <c:pt idx="16569">
                  <c:v>4.5601599999999998</c:v>
                </c:pt>
                <c:pt idx="16570">
                  <c:v>4.5604699999999996</c:v>
                </c:pt>
                <c:pt idx="16571">
                  <c:v>4.5607699999999998</c:v>
                </c:pt>
                <c:pt idx="16572">
                  <c:v>4.5610799999999996</c:v>
                </c:pt>
                <c:pt idx="16573">
                  <c:v>4.5613799999999998</c:v>
                </c:pt>
                <c:pt idx="16574">
                  <c:v>4.5616899999999996</c:v>
                </c:pt>
                <c:pt idx="16575">
                  <c:v>4.5620000000000003</c:v>
                </c:pt>
                <c:pt idx="16576">
                  <c:v>4.5622999999999996</c:v>
                </c:pt>
                <c:pt idx="16577">
                  <c:v>4.5626100000000003</c:v>
                </c:pt>
                <c:pt idx="16578">
                  <c:v>4.5629099999999996</c:v>
                </c:pt>
                <c:pt idx="16579">
                  <c:v>4.5632200000000003</c:v>
                </c:pt>
                <c:pt idx="16580">
                  <c:v>4.5635199999999996</c:v>
                </c:pt>
                <c:pt idx="16581">
                  <c:v>4.5638300000000003</c:v>
                </c:pt>
                <c:pt idx="16582">
                  <c:v>4.5641299999999996</c:v>
                </c:pt>
                <c:pt idx="16583">
                  <c:v>4.5644400000000003</c:v>
                </c:pt>
                <c:pt idx="16584">
                  <c:v>4.5647399999999996</c:v>
                </c:pt>
                <c:pt idx="16585">
                  <c:v>4.5650500000000003</c:v>
                </c:pt>
                <c:pt idx="16586">
                  <c:v>4.5653499999999996</c:v>
                </c:pt>
                <c:pt idx="16587">
                  <c:v>4.5656600000000003</c:v>
                </c:pt>
                <c:pt idx="16588">
                  <c:v>4.5659700000000001</c:v>
                </c:pt>
                <c:pt idx="16589">
                  <c:v>4.5662700000000003</c:v>
                </c:pt>
                <c:pt idx="16590">
                  <c:v>4.5665800000000001</c:v>
                </c:pt>
                <c:pt idx="16591">
                  <c:v>4.5668800000000003</c:v>
                </c:pt>
                <c:pt idx="16592">
                  <c:v>4.5671900000000001</c:v>
                </c:pt>
                <c:pt idx="16593">
                  <c:v>4.5674900000000003</c:v>
                </c:pt>
                <c:pt idx="16594">
                  <c:v>4.5678000000000001</c:v>
                </c:pt>
                <c:pt idx="16595">
                  <c:v>4.5681000000000003</c:v>
                </c:pt>
                <c:pt idx="16596">
                  <c:v>4.5684100000000001</c:v>
                </c:pt>
                <c:pt idx="16597">
                  <c:v>4.5687100000000003</c:v>
                </c:pt>
                <c:pt idx="16598">
                  <c:v>4.5690200000000001</c:v>
                </c:pt>
                <c:pt idx="16599">
                  <c:v>4.5693200000000003</c:v>
                </c:pt>
                <c:pt idx="16600">
                  <c:v>4.5696300000000001</c:v>
                </c:pt>
                <c:pt idx="16601">
                  <c:v>4.5699399999999999</c:v>
                </c:pt>
                <c:pt idx="16602">
                  <c:v>4.5702400000000001</c:v>
                </c:pt>
                <c:pt idx="16603">
                  <c:v>4.5705499999999999</c:v>
                </c:pt>
                <c:pt idx="16604">
                  <c:v>4.5708500000000001</c:v>
                </c:pt>
                <c:pt idx="16605">
                  <c:v>4.5711599999999999</c:v>
                </c:pt>
                <c:pt idx="16606">
                  <c:v>4.5714600000000001</c:v>
                </c:pt>
                <c:pt idx="16607">
                  <c:v>4.5717699999999999</c:v>
                </c:pt>
                <c:pt idx="16608">
                  <c:v>4.5720700000000001</c:v>
                </c:pt>
                <c:pt idx="16609">
                  <c:v>4.5723799999999999</c:v>
                </c:pt>
                <c:pt idx="16610">
                  <c:v>4.5726800000000001</c:v>
                </c:pt>
                <c:pt idx="16611">
                  <c:v>4.5729899999999999</c:v>
                </c:pt>
                <c:pt idx="16612">
                  <c:v>4.5732900000000001</c:v>
                </c:pt>
                <c:pt idx="16613">
                  <c:v>4.5735999999999999</c:v>
                </c:pt>
                <c:pt idx="16614">
                  <c:v>4.5739099999999997</c:v>
                </c:pt>
                <c:pt idx="16615">
                  <c:v>4.5742099999999999</c:v>
                </c:pt>
                <c:pt idx="16616">
                  <c:v>4.5745199999999997</c:v>
                </c:pt>
                <c:pt idx="16617">
                  <c:v>4.5748199999999999</c:v>
                </c:pt>
                <c:pt idx="16618">
                  <c:v>4.5751299999999997</c:v>
                </c:pt>
                <c:pt idx="16619">
                  <c:v>4.5754299999999999</c:v>
                </c:pt>
                <c:pt idx="16620">
                  <c:v>4.5757399999999997</c:v>
                </c:pt>
                <c:pt idx="16621">
                  <c:v>4.5760399999999999</c:v>
                </c:pt>
                <c:pt idx="16622">
                  <c:v>4.5763499999999997</c:v>
                </c:pt>
                <c:pt idx="16623">
                  <c:v>4.5766499999999999</c:v>
                </c:pt>
                <c:pt idx="16624">
                  <c:v>4.5769599999999997</c:v>
                </c:pt>
                <c:pt idx="16625">
                  <c:v>4.5772599999999999</c:v>
                </c:pt>
                <c:pt idx="16626">
                  <c:v>4.5775699999999997</c:v>
                </c:pt>
                <c:pt idx="16627">
                  <c:v>4.5778800000000004</c:v>
                </c:pt>
                <c:pt idx="16628">
                  <c:v>4.5781799999999997</c:v>
                </c:pt>
                <c:pt idx="16629">
                  <c:v>4.5784900000000004</c:v>
                </c:pt>
                <c:pt idx="16630">
                  <c:v>4.5787899999999997</c:v>
                </c:pt>
                <c:pt idx="16631">
                  <c:v>4.5791000000000004</c:v>
                </c:pt>
                <c:pt idx="16632">
                  <c:v>4.5793999999999997</c:v>
                </c:pt>
                <c:pt idx="16633">
                  <c:v>4.5797100000000004</c:v>
                </c:pt>
                <c:pt idx="16634">
                  <c:v>4.5800099999999997</c:v>
                </c:pt>
                <c:pt idx="16635">
                  <c:v>4.5803200000000004</c:v>
                </c:pt>
                <c:pt idx="16636">
                  <c:v>4.5806199999999997</c:v>
                </c:pt>
                <c:pt idx="16637">
                  <c:v>4.5809300000000004</c:v>
                </c:pt>
                <c:pt idx="16638">
                  <c:v>4.5812400000000002</c:v>
                </c:pt>
                <c:pt idx="16639">
                  <c:v>4.5815400000000004</c:v>
                </c:pt>
                <c:pt idx="16640">
                  <c:v>4.5818500000000002</c:v>
                </c:pt>
                <c:pt idx="16641">
                  <c:v>4.5821500000000004</c:v>
                </c:pt>
                <c:pt idx="16642">
                  <c:v>4.5824600000000002</c:v>
                </c:pt>
                <c:pt idx="16643">
                  <c:v>4.5827600000000004</c:v>
                </c:pt>
                <c:pt idx="16644">
                  <c:v>4.5830700000000002</c:v>
                </c:pt>
                <c:pt idx="16645">
                  <c:v>4.5833700000000004</c:v>
                </c:pt>
                <c:pt idx="16646">
                  <c:v>4.5836800000000002</c:v>
                </c:pt>
                <c:pt idx="16647">
                  <c:v>4.5839800000000004</c:v>
                </c:pt>
                <c:pt idx="16648">
                  <c:v>4.5842900000000002</c:v>
                </c:pt>
                <c:pt idx="16649">
                  <c:v>4.5845900000000004</c:v>
                </c:pt>
                <c:pt idx="16650">
                  <c:v>4.5849000000000002</c:v>
                </c:pt>
                <c:pt idx="16651">
                  <c:v>4.58521</c:v>
                </c:pt>
                <c:pt idx="16652">
                  <c:v>4.5855100000000002</c:v>
                </c:pt>
                <c:pt idx="16653">
                  <c:v>4.58582</c:v>
                </c:pt>
                <c:pt idx="16654">
                  <c:v>4.5861200000000002</c:v>
                </c:pt>
                <c:pt idx="16655">
                  <c:v>4.58643</c:v>
                </c:pt>
                <c:pt idx="16656">
                  <c:v>4.5867300000000002</c:v>
                </c:pt>
                <c:pt idx="16657">
                  <c:v>4.58704</c:v>
                </c:pt>
                <c:pt idx="16658">
                  <c:v>4.5873400000000002</c:v>
                </c:pt>
                <c:pt idx="16659">
                  <c:v>4.58765</c:v>
                </c:pt>
                <c:pt idx="16660">
                  <c:v>4.5879500000000002</c:v>
                </c:pt>
                <c:pt idx="16661">
                  <c:v>4.58826</c:v>
                </c:pt>
                <c:pt idx="16662">
                  <c:v>4.5885600000000002</c:v>
                </c:pt>
                <c:pt idx="16663">
                  <c:v>4.58887</c:v>
                </c:pt>
                <c:pt idx="16664">
                  <c:v>4.5891799999999998</c:v>
                </c:pt>
                <c:pt idx="16665">
                  <c:v>4.58948</c:v>
                </c:pt>
                <c:pt idx="16666">
                  <c:v>4.5897899999999998</c:v>
                </c:pt>
                <c:pt idx="16667">
                  <c:v>4.59009</c:v>
                </c:pt>
                <c:pt idx="16668">
                  <c:v>4.5903999999999998</c:v>
                </c:pt>
                <c:pt idx="16669">
                  <c:v>4.5907</c:v>
                </c:pt>
                <c:pt idx="16670">
                  <c:v>4.5910099999999998</c:v>
                </c:pt>
                <c:pt idx="16671">
                  <c:v>4.59131</c:v>
                </c:pt>
                <c:pt idx="16672">
                  <c:v>4.5916199999999998</c:v>
                </c:pt>
                <c:pt idx="16673">
                  <c:v>4.59192</c:v>
                </c:pt>
                <c:pt idx="16674">
                  <c:v>4.5922299999999998</c:v>
                </c:pt>
                <c:pt idx="16675">
                  <c:v>4.59253</c:v>
                </c:pt>
                <c:pt idx="16676">
                  <c:v>4.5928399999999998</c:v>
                </c:pt>
                <c:pt idx="16677">
                  <c:v>4.5931499999999996</c:v>
                </c:pt>
                <c:pt idx="16678">
                  <c:v>4.5934499999999998</c:v>
                </c:pt>
                <c:pt idx="16679">
                  <c:v>4.5937599999999996</c:v>
                </c:pt>
                <c:pt idx="16680">
                  <c:v>4.5940599999999998</c:v>
                </c:pt>
                <c:pt idx="16681">
                  <c:v>4.5943699999999996</c:v>
                </c:pt>
                <c:pt idx="16682">
                  <c:v>4.5946699999999998</c:v>
                </c:pt>
                <c:pt idx="16683">
                  <c:v>4.5949799999999996</c:v>
                </c:pt>
                <c:pt idx="16684">
                  <c:v>4.5952799999999998</c:v>
                </c:pt>
                <c:pt idx="16685">
                  <c:v>4.5955899999999996</c:v>
                </c:pt>
                <c:pt idx="16686">
                  <c:v>4.5958899999999998</c:v>
                </c:pt>
                <c:pt idx="16687">
                  <c:v>4.5961999999999996</c:v>
                </c:pt>
                <c:pt idx="16688">
                  <c:v>4.5965100000000003</c:v>
                </c:pt>
                <c:pt idx="16689">
                  <c:v>4.5968099999999996</c:v>
                </c:pt>
                <c:pt idx="16690">
                  <c:v>4.5971200000000003</c:v>
                </c:pt>
                <c:pt idx="16691">
                  <c:v>4.5974199999999996</c:v>
                </c:pt>
                <c:pt idx="16692">
                  <c:v>4.5977300000000003</c:v>
                </c:pt>
                <c:pt idx="16693">
                  <c:v>4.5980299999999996</c:v>
                </c:pt>
                <c:pt idx="16694">
                  <c:v>4.5983400000000003</c:v>
                </c:pt>
                <c:pt idx="16695">
                  <c:v>4.5986399999999996</c:v>
                </c:pt>
                <c:pt idx="16696">
                  <c:v>4.5989500000000003</c:v>
                </c:pt>
                <c:pt idx="16697">
                  <c:v>4.5992499999999996</c:v>
                </c:pt>
                <c:pt idx="16698">
                  <c:v>4.5995600000000003</c:v>
                </c:pt>
                <c:pt idx="16699">
                  <c:v>4.5998599999999996</c:v>
                </c:pt>
                <c:pt idx="16700">
                  <c:v>4.6001700000000003</c:v>
                </c:pt>
                <c:pt idx="16701">
                  <c:v>4.6004800000000001</c:v>
                </c:pt>
                <c:pt idx="16702">
                  <c:v>4.6007800000000003</c:v>
                </c:pt>
                <c:pt idx="16703">
                  <c:v>4.6010900000000001</c:v>
                </c:pt>
                <c:pt idx="16704">
                  <c:v>4.6013900000000003</c:v>
                </c:pt>
                <c:pt idx="16705">
                  <c:v>4.6017000000000001</c:v>
                </c:pt>
                <c:pt idx="16706">
                  <c:v>4.6020000000000003</c:v>
                </c:pt>
                <c:pt idx="16707">
                  <c:v>4.6023100000000001</c:v>
                </c:pt>
                <c:pt idx="16708">
                  <c:v>4.6026100000000003</c:v>
                </c:pt>
                <c:pt idx="16709">
                  <c:v>4.6029200000000001</c:v>
                </c:pt>
                <c:pt idx="16710">
                  <c:v>4.6032200000000003</c:v>
                </c:pt>
                <c:pt idx="16711">
                  <c:v>4.6035300000000001</c:v>
                </c:pt>
                <c:pt idx="16712">
                  <c:v>4.6038300000000003</c:v>
                </c:pt>
                <c:pt idx="16713">
                  <c:v>4.6041400000000001</c:v>
                </c:pt>
                <c:pt idx="16714">
                  <c:v>4.6044499999999999</c:v>
                </c:pt>
                <c:pt idx="16715">
                  <c:v>4.6047500000000001</c:v>
                </c:pt>
                <c:pt idx="16716">
                  <c:v>4.6050599999999999</c:v>
                </c:pt>
                <c:pt idx="16717">
                  <c:v>4.6053600000000001</c:v>
                </c:pt>
                <c:pt idx="16718">
                  <c:v>4.6056699999999999</c:v>
                </c:pt>
                <c:pt idx="16719">
                  <c:v>4.6059700000000001</c:v>
                </c:pt>
                <c:pt idx="16720">
                  <c:v>4.6062799999999999</c:v>
                </c:pt>
                <c:pt idx="16721">
                  <c:v>4.6065800000000001</c:v>
                </c:pt>
                <c:pt idx="16722">
                  <c:v>4.6068899999999999</c:v>
                </c:pt>
                <c:pt idx="16723">
                  <c:v>4.6071900000000001</c:v>
                </c:pt>
                <c:pt idx="16724">
                  <c:v>4.6074999999999999</c:v>
                </c:pt>
                <c:pt idx="16725">
                  <c:v>4.6078000000000001</c:v>
                </c:pt>
                <c:pt idx="16726">
                  <c:v>4.6081099999999999</c:v>
                </c:pt>
                <c:pt idx="16727">
                  <c:v>4.6084199999999997</c:v>
                </c:pt>
                <c:pt idx="16728">
                  <c:v>4.6087199999999999</c:v>
                </c:pt>
                <c:pt idx="16729">
                  <c:v>4.6090299999999997</c:v>
                </c:pt>
                <c:pt idx="16730">
                  <c:v>4.6093299999999999</c:v>
                </c:pt>
                <c:pt idx="16731">
                  <c:v>4.6096399999999997</c:v>
                </c:pt>
                <c:pt idx="16732">
                  <c:v>4.6099399999999999</c:v>
                </c:pt>
                <c:pt idx="16733">
                  <c:v>4.6102499999999997</c:v>
                </c:pt>
                <c:pt idx="16734">
                  <c:v>4.6105499999999999</c:v>
                </c:pt>
                <c:pt idx="16735">
                  <c:v>4.6108599999999997</c:v>
                </c:pt>
                <c:pt idx="16736">
                  <c:v>4.6111599999999999</c:v>
                </c:pt>
                <c:pt idx="16737">
                  <c:v>4.6114699999999997</c:v>
                </c:pt>
                <c:pt idx="16738">
                  <c:v>4.6117699999999999</c:v>
                </c:pt>
                <c:pt idx="16739">
                  <c:v>4.6120799999999997</c:v>
                </c:pt>
                <c:pt idx="16740">
                  <c:v>4.6123900000000004</c:v>
                </c:pt>
                <c:pt idx="16741">
                  <c:v>4.6126899999999997</c:v>
                </c:pt>
                <c:pt idx="16742">
                  <c:v>4.6130000000000004</c:v>
                </c:pt>
                <c:pt idx="16743">
                  <c:v>4.6132999999999997</c:v>
                </c:pt>
                <c:pt idx="16744">
                  <c:v>4.6136100000000004</c:v>
                </c:pt>
                <c:pt idx="16745">
                  <c:v>4.6139099999999997</c:v>
                </c:pt>
                <c:pt idx="16746">
                  <c:v>4.6142200000000004</c:v>
                </c:pt>
                <c:pt idx="16747">
                  <c:v>4.6145199999999997</c:v>
                </c:pt>
                <c:pt idx="16748">
                  <c:v>4.6148300000000004</c:v>
                </c:pt>
                <c:pt idx="16749">
                  <c:v>4.6151299999999997</c:v>
                </c:pt>
                <c:pt idx="16750">
                  <c:v>4.6154400000000004</c:v>
                </c:pt>
                <c:pt idx="16751">
                  <c:v>4.6157500000000002</c:v>
                </c:pt>
                <c:pt idx="16752">
                  <c:v>4.6160500000000004</c:v>
                </c:pt>
                <c:pt idx="16753">
                  <c:v>4.6163600000000002</c:v>
                </c:pt>
                <c:pt idx="16754">
                  <c:v>4.6166600000000004</c:v>
                </c:pt>
                <c:pt idx="16755">
                  <c:v>4.6169700000000002</c:v>
                </c:pt>
                <c:pt idx="16756">
                  <c:v>4.6172700000000004</c:v>
                </c:pt>
                <c:pt idx="16757">
                  <c:v>4.6175800000000002</c:v>
                </c:pt>
                <c:pt idx="16758">
                  <c:v>4.6178800000000004</c:v>
                </c:pt>
                <c:pt idx="16759">
                  <c:v>4.6181900000000002</c:v>
                </c:pt>
                <c:pt idx="16760">
                  <c:v>4.6184900000000004</c:v>
                </c:pt>
                <c:pt idx="16761">
                  <c:v>4.6188000000000002</c:v>
                </c:pt>
                <c:pt idx="16762">
                  <c:v>4.6191000000000004</c:v>
                </c:pt>
                <c:pt idx="16763">
                  <c:v>4.6194100000000002</c:v>
                </c:pt>
                <c:pt idx="16764">
                  <c:v>4.61972</c:v>
                </c:pt>
                <c:pt idx="16765">
                  <c:v>4.6200200000000002</c:v>
                </c:pt>
                <c:pt idx="16766">
                  <c:v>4.62033</c:v>
                </c:pt>
                <c:pt idx="16767">
                  <c:v>4.6206300000000002</c:v>
                </c:pt>
                <c:pt idx="16768">
                  <c:v>4.62094</c:v>
                </c:pt>
                <c:pt idx="16769">
                  <c:v>4.6212400000000002</c:v>
                </c:pt>
                <c:pt idx="16770">
                  <c:v>4.62155</c:v>
                </c:pt>
                <c:pt idx="16771">
                  <c:v>4.6218500000000002</c:v>
                </c:pt>
                <c:pt idx="16772">
                  <c:v>4.62216</c:v>
                </c:pt>
                <c:pt idx="16773">
                  <c:v>4.6224600000000002</c:v>
                </c:pt>
                <c:pt idx="16774">
                  <c:v>4.62277</c:v>
                </c:pt>
                <c:pt idx="16775">
                  <c:v>4.6230700000000002</c:v>
                </c:pt>
                <c:pt idx="16776">
                  <c:v>4.62338</c:v>
                </c:pt>
                <c:pt idx="16777">
                  <c:v>4.6236899999999999</c:v>
                </c:pt>
                <c:pt idx="16778">
                  <c:v>4.62399</c:v>
                </c:pt>
                <c:pt idx="16779">
                  <c:v>4.6242999999999999</c:v>
                </c:pt>
                <c:pt idx="16780">
                  <c:v>4.6246</c:v>
                </c:pt>
                <c:pt idx="16781">
                  <c:v>4.6249099999999999</c:v>
                </c:pt>
                <c:pt idx="16782">
                  <c:v>4.62521</c:v>
                </c:pt>
                <c:pt idx="16783">
                  <c:v>4.6255199999999999</c:v>
                </c:pt>
                <c:pt idx="16784">
                  <c:v>4.62582</c:v>
                </c:pt>
                <c:pt idx="16785">
                  <c:v>4.6261299999999999</c:v>
                </c:pt>
                <c:pt idx="16786">
                  <c:v>4.62643</c:v>
                </c:pt>
                <c:pt idx="16787">
                  <c:v>4.6267399999999999</c:v>
                </c:pt>
                <c:pt idx="16788">
                  <c:v>4.62704</c:v>
                </c:pt>
                <c:pt idx="16789">
                  <c:v>4.6273499999999999</c:v>
                </c:pt>
                <c:pt idx="16790">
                  <c:v>4.6276599999999997</c:v>
                </c:pt>
                <c:pt idx="16791">
                  <c:v>4.6279599999999999</c:v>
                </c:pt>
                <c:pt idx="16792">
                  <c:v>4.6282699999999997</c:v>
                </c:pt>
                <c:pt idx="16793">
                  <c:v>4.6285699999999999</c:v>
                </c:pt>
                <c:pt idx="16794">
                  <c:v>4.6288799999999997</c:v>
                </c:pt>
                <c:pt idx="16795">
                  <c:v>4.6291799999999999</c:v>
                </c:pt>
                <c:pt idx="16796">
                  <c:v>4.6294899999999997</c:v>
                </c:pt>
                <c:pt idx="16797">
                  <c:v>4.6297899999999998</c:v>
                </c:pt>
                <c:pt idx="16798">
                  <c:v>4.6300999999999997</c:v>
                </c:pt>
                <c:pt idx="16799">
                  <c:v>4.6303999999999998</c:v>
                </c:pt>
                <c:pt idx="16800">
                  <c:v>4.6307099999999997</c:v>
                </c:pt>
                <c:pt idx="16801">
                  <c:v>4.6310099999999998</c:v>
                </c:pt>
                <c:pt idx="16802">
                  <c:v>4.6313199999999997</c:v>
                </c:pt>
                <c:pt idx="16803">
                  <c:v>4.6316300000000004</c:v>
                </c:pt>
                <c:pt idx="16804">
                  <c:v>4.6319299999999997</c:v>
                </c:pt>
                <c:pt idx="16805">
                  <c:v>4.6322400000000004</c:v>
                </c:pt>
                <c:pt idx="16806">
                  <c:v>4.6325399999999997</c:v>
                </c:pt>
                <c:pt idx="16807">
                  <c:v>4.6328500000000004</c:v>
                </c:pt>
                <c:pt idx="16808">
                  <c:v>4.6331499999999997</c:v>
                </c:pt>
                <c:pt idx="16809">
                  <c:v>4.6334600000000004</c:v>
                </c:pt>
                <c:pt idx="16810">
                  <c:v>4.6337599999999997</c:v>
                </c:pt>
                <c:pt idx="16811">
                  <c:v>4.6340700000000004</c:v>
                </c:pt>
                <c:pt idx="16812">
                  <c:v>4.6343699999999997</c:v>
                </c:pt>
                <c:pt idx="16813">
                  <c:v>4.6346800000000004</c:v>
                </c:pt>
                <c:pt idx="16814">
                  <c:v>4.6349900000000002</c:v>
                </c:pt>
                <c:pt idx="16815">
                  <c:v>4.6352900000000004</c:v>
                </c:pt>
                <c:pt idx="16816">
                  <c:v>4.6356000000000002</c:v>
                </c:pt>
                <c:pt idx="16817">
                  <c:v>4.6359000000000004</c:v>
                </c:pt>
                <c:pt idx="16818">
                  <c:v>4.6362100000000002</c:v>
                </c:pt>
                <c:pt idx="16819">
                  <c:v>4.6365100000000004</c:v>
                </c:pt>
                <c:pt idx="16820">
                  <c:v>4.6368200000000002</c:v>
                </c:pt>
                <c:pt idx="16821">
                  <c:v>4.6371200000000004</c:v>
                </c:pt>
                <c:pt idx="16822">
                  <c:v>4.6374300000000002</c:v>
                </c:pt>
                <c:pt idx="16823">
                  <c:v>4.6377300000000004</c:v>
                </c:pt>
                <c:pt idx="16824">
                  <c:v>4.6380400000000002</c:v>
                </c:pt>
                <c:pt idx="16825">
                  <c:v>4.6383400000000004</c:v>
                </c:pt>
                <c:pt idx="16826">
                  <c:v>4.6386500000000002</c:v>
                </c:pt>
                <c:pt idx="16827">
                  <c:v>4.63896</c:v>
                </c:pt>
                <c:pt idx="16828">
                  <c:v>4.6392600000000002</c:v>
                </c:pt>
                <c:pt idx="16829">
                  <c:v>4.63957</c:v>
                </c:pt>
                <c:pt idx="16830">
                  <c:v>4.6398700000000002</c:v>
                </c:pt>
                <c:pt idx="16831">
                  <c:v>4.64018</c:v>
                </c:pt>
                <c:pt idx="16832">
                  <c:v>4.6404800000000002</c:v>
                </c:pt>
                <c:pt idx="16833">
                  <c:v>4.64079</c:v>
                </c:pt>
                <c:pt idx="16834">
                  <c:v>4.6410900000000002</c:v>
                </c:pt>
                <c:pt idx="16835">
                  <c:v>4.6414</c:v>
                </c:pt>
                <c:pt idx="16836">
                  <c:v>4.6417000000000002</c:v>
                </c:pt>
                <c:pt idx="16837">
                  <c:v>4.64201</c:v>
                </c:pt>
                <c:pt idx="16838">
                  <c:v>4.6423100000000002</c:v>
                </c:pt>
                <c:pt idx="16839">
                  <c:v>4.64262</c:v>
                </c:pt>
                <c:pt idx="16840">
                  <c:v>4.6429299999999998</c:v>
                </c:pt>
                <c:pt idx="16841">
                  <c:v>4.64323</c:v>
                </c:pt>
                <c:pt idx="16842">
                  <c:v>4.6435399999999998</c:v>
                </c:pt>
                <c:pt idx="16843">
                  <c:v>4.64384</c:v>
                </c:pt>
                <c:pt idx="16844">
                  <c:v>4.6441499999999998</c:v>
                </c:pt>
                <c:pt idx="16845">
                  <c:v>4.64445</c:v>
                </c:pt>
                <c:pt idx="16846">
                  <c:v>4.6447599999999998</c:v>
                </c:pt>
                <c:pt idx="16847">
                  <c:v>4.64506</c:v>
                </c:pt>
                <c:pt idx="16848">
                  <c:v>4.6453699999999998</c:v>
                </c:pt>
                <c:pt idx="16849">
                  <c:v>4.64567</c:v>
                </c:pt>
                <c:pt idx="16850">
                  <c:v>4.6459799999999998</c:v>
                </c:pt>
                <c:pt idx="16851">
                  <c:v>4.64628</c:v>
                </c:pt>
                <c:pt idx="16852">
                  <c:v>4.6465899999999998</c:v>
                </c:pt>
                <c:pt idx="16853">
                  <c:v>4.6468999999999996</c:v>
                </c:pt>
                <c:pt idx="16854">
                  <c:v>4.6471999999999998</c:v>
                </c:pt>
                <c:pt idx="16855">
                  <c:v>4.6475099999999996</c:v>
                </c:pt>
                <c:pt idx="16856">
                  <c:v>4.6478099999999998</c:v>
                </c:pt>
                <c:pt idx="16857">
                  <c:v>4.6481199999999996</c:v>
                </c:pt>
                <c:pt idx="16858">
                  <c:v>4.6484199999999998</c:v>
                </c:pt>
                <c:pt idx="16859">
                  <c:v>4.6487299999999996</c:v>
                </c:pt>
                <c:pt idx="16860">
                  <c:v>4.6490299999999998</c:v>
                </c:pt>
                <c:pt idx="16861">
                  <c:v>4.6493399999999996</c:v>
                </c:pt>
                <c:pt idx="16862">
                  <c:v>4.6496399999999998</c:v>
                </c:pt>
                <c:pt idx="16863">
                  <c:v>4.6499499999999996</c:v>
                </c:pt>
                <c:pt idx="16864">
                  <c:v>4.6502499999999998</c:v>
                </c:pt>
                <c:pt idx="16865">
                  <c:v>4.6505599999999996</c:v>
                </c:pt>
                <c:pt idx="16866">
                  <c:v>4.6508700000000003</c:v>
                </c:pt>
                <c:pt idx="16867">
                  <c:v>4.6511699999999996</c:v>
                </c:pt>
                <c:pt idx="16868">
                  <c:v>4.6514800000000003</c:v>
                </c:pt>
                <c:pt idx="16869">
                  <c:v>4.6517799999999996</c:v>
                </c:pt>
                <c:pt idx="16870">
                  <c:v>4.6520900000000003</c:v>
                </c:pt>
                <c:pt idx="16871">
                  <c:v>4.6523899999999996</c:v>
                </c:pt>
                <c:pt idx="16872">
                  <c:v>4.6527000000000003</c:v>
                </c:pt>
                <c:pt idx="16873">
                  <c:v>4.6529999999999996</c:v>
                </c:pt>
                <c:pt idx="16874">
                  <c:v>4.6533100000000003</c:v>
                </c:pt>
                <c:pt idx="16875">
                  <c:v>4.6536099999999996</c:v>
                </c:pt>
                <c:pt idx="16876">
                  <c:v>4.6539200000000003</c:v>
                </c:pt>
                <c:pt idx="16877">
                  <c:v>4.6542300000000001</c:v>
                </c:pt>
                <c:pt idx="16878">
                  <c:v>4.6545300000000003</c:v>
                </c:pt>
                <c:pt idx="16879">
                  <c:v>4.6548400000000001</c:v>
                </c:pt>
                <c:pt idx="16880">
                  <c:v>4.6551400000000003</c:v>
                </c:pt>
                <c:pt idx="16881">
                  <c:v>4.6554500000000001</c:v>
                </c:pt>
                <c:pt idx="16882">
                  <c:v>4.6557500000000003</c:v>
                </c:pt>
                <c:pt idx="16883">
                  <c:v>4.6560600000000001</c:v>
                </c:pt>
                <c:pt idx="16884">
                  <c:v>4.6563600000000003</c:v>
                </c:pt>
                <c:pt idx="16885">
                  <c:v>4.6566700000000001</c:v>
                </c:pt>
                <c:pt idx="16886">
                  <c:v>4.6569700000000003</c:v>
                </c:pt>
                <c:pt idx="16887">
                  <c:v>4.6572800000000001</c:v>
                </c:pt>
                <c:pt idx="16888">
                  <c:v>4.6575800000000003</c:v>
                </c:pt>
                <c:pt idx="16889">
                  <c:v>4.6578900000000001</c:v>
                </c:pt>
                <c:pt idx="16890">
                  <c:v>4.6581999999999999</c:v>
                </c:pt>
                <c:pt idx="16891">
                  <c:v>4.6585000000000001</c:v>
                </c:pt>
                <c:pt idx="16892">
                  <c:v>4.6588099999999999</c:v>
                </c:pt>
                <c:pt idx="16893">
                  <c:v>4.6591100000000001</c:v>
                </c:pt>
                <c:pt idx="16894">
                  <c:v>4.6594199999999999</c:v>
                </c:pt>
                <c:pt idx="16895">
                  <c:v>4.6597200000000001</c:v>
                </c:pt>
                <c:pt idx="16896">
                  <c:v>4.6600299999999999</c:v>
                </c:pt>
                <c:pt idx="16897">
                  <c:v>4.6603300000000001</c:v>
                </c:pt>
                <c:pt idx="16898">
                  <c:v>4.6606399999999999</c:v>
                </c:pt>
                <c:pt idx="16899">
                  <c:v>4.6609400000000001</c:v>
                </c:pt>
                <c:pt idx="16900">
                  <c:v>4.6612499999999999</c:v>
                </c:pt>
                <c:pt idx="16901">
                  <c:v>4.6615500000000001</c:v>
                </c:pt>
                <c:pt idx="16902">
                  <c:v>4.6618599999999999</c:v>
                </c:pt>
                <c:pt idx="16903">
                  <c:v>4.6621699999999997</c:v>
                </c:pt>
                <c:pt idx="16904">
                  <c:v>4.6624699999999999</c:v>
                </c:pt>
                <c:pt idx="16905">
                  <c:v>4.6627799999999997</c:v>
                </c:pt>
                <c:pt idx="16906">
                  <c:v>4.6630799999999999</c:v>
                </c:pt>
                <c:pt idx="16907">
                  <c:v>4.6633899999999997</c:v>
                </c:pt>
                <c:pt idx="16908">
                  <c:v>4.6636899999999999</c:v>
                </c:pt>
                <c:pt idx="16909">
                  <c:v>4.6639999999999997</c:v>
                </c:pt>
                <c:pt idx="16910">
                  <c:v>4.6642999999999999</c:v>
                </c:pt>
                <c:pt idx="16911">
                  <c:v>4.6646099999999997</c:v>
                </c:pt>
                <c:pt idx="16912">
                  <c:v>4.6649099999999999</c:v>
                </c:pt>
                <c:pt idx="16913">
                  <c:v>4.6652199999999997</c:v>
                </c:pt>
                <c:pt idx="16914">
                  <c:v>4.6655199999999999</c:v>
                </c:pt>
                <c:pt idx="16915">
                  <c:v>4.6658299999999997</c:v>
                </c:pt>
                <c:pt idx="16916">
                  <c:v>4.6661400000000004</c:v>
                </c:pt>
                <c:pt idx="16917">
                  <c:v>4.6664399999999997</c:v>
                </c:pt>
                <c:pt idx="16918">
                  <c:v>4.6667500000000004</c:v>
                </c:pt>
                <c:pt idx="16919">
                  <c:v>4.6670499999999997</c:v>
                </c:pt>
                <c:pt idx="16920">
                  <c:v>4.6673600000000004</c:v>
                </c:pt>
                <c:pt idx="16921">
                  <c:v>4.6676599999999997</c:v>
                </c:pt>
                <c:pt idx="16922">
                  <c:v>4.6679700000000004</c:v>
                </c:pt>
                <c:pt idx="16923">
                  <c:v>4.6682699999999997</c:v>
                </c:pt>
                <c:pt idx="16924">
                  <c:v>4.6685800000000004</c:v>
                </c:pt>
                <c:pt idx="16925">
                  <c:v>4.6688799999999997</c:v>
                </c:pt>
                <c:pt idx="16926">
                  <c:v>4.6691900000000004</c:v>
                </c:pt>
                <c:pt idx="16927">
                  <c:v>4.6695000000000002</c:v>
                </c:pt>
                <c:pt idx="16928">
                  <c:v>4.6698000000000004</c:v>
                </c:pt>
                <c:pt idx="16929">
                  <c:v>4.6701100000000002</c:v>
                </c:pt>
                <c:pt idx="16930">
                  <c:v>4.6704100000000004</c:v>
                </c:pt>
                <c:pt idx="16931">
                  <c:v>4.6707200000000002</c:v>
                </c:pt>
                <c:pt idx="16932">
                  <c:v>4.6710200000000004</c:v>
                </c:pt>
                <c:pt idx="16933">
                  <c:v>4.6713300000000002</c:v>
                </c:pt>
                <c:pt idx="16934">
                  <c:v>4.6716300000000004</c:v>
                </c:pt>
                <c:pt idx="16935">
                  <c:v>4.6719400000000002</c:v>
                </c:pt>
                <c:pt idx="16936">
                  <c:v>4.6722400000000004</c:v>
                </c:pt>
                <c:pt idx="16937">
                  <c:v>4.6725500000000002</c:v>
                </c:pt>
                <c:pt idx="16938">
                  <c:v>4.6728500000000004</c:v>
                </c:pt>
                <c:pt idx="16939">
                  <c:v>4.6731600000000002</c:v>
                </c:pt>
                <c:pt idx="16940">
                  <c:v>4.67347</c:v>
                </c:pt>
                <c:pt idx="16941">
                  <c:v>4.6737700000000002</c:v>
                </c:pt>
                <c:pt idx="16942">
                  <c:v>4.67408</c:v>
                </c:pt>
                <c:pt idx="16943">
                  <c:v>4.6743800000000002</c:v>
                </c:pt>
                <c:pt idx="16944">
                  <c:v>4.67469</c:v>
                </c:pt>
                <c:pt idx="16945">
                  <c:v>4.6749900000000002</c:v>
                </c:pt>
                <c:pt idx="16946">
                  <c:v>4.6753</c:v>
                </c:pt>
                <c:pt idx="16947">
                  <c:v>4.6756000000000002</c:v>
                </c:pt>
                <c:pt idx="16948">
                  <c:v>4.67591</c:v>
                </c:pt>
                <c:pt idx="16949">
                  <c:v>4.6762100000000002</c:v>
                </c:pt>
                <c:pt idx="16950">
                  <c:v>4.67652</c:v>
                </c:pt>
                <c:pt idx="16951">
                  <c:v>4.6768200000000002</c:v>
                </c:pt>
                <c:pt idx="16952">
                  <c:v>4.67713</c:v>
                </c:pt>
                <c:pt idx="16953">
                  <c:v>4.6774399999999998</c:v>
                </c:pt>
                <c:pt idx="16954">
                  <c:v>4.67774</c:v>
                </c:pt>
                <c:pt idx="16955">
                  <c:v>4.6780499999999998</c:v>
                </c:pt>
                <c:pt idx="16956">
                  <c:v>4.67835</c:v>
                </c:pt>
                <c:pt idx="16957">
                  <c:v>4.6786599999999998</c:v>
                </c:pt>
                <c:pt idx="16958">
                  <c:v>4.67896</c:v>
                </c:pt>
                <c:pt idx="16959">
                  <c:v>4.6792699999999998</c:v>
                </c:pt>
                <c:pt idx="16960">
                  <c:v>4.67957</c:v>
                </c:pt>
                <c:pt idx="16961">
                  <c:v>4.6798799999999998</c:v>
                </c:pt>
                <c:pt idx="16962">
                  <c:v>4.68018</c:v>
                </c:pt>
                <c:pt idx="16963">
                  <c:v>4.6804899999999998</c:v>
                </c:pt>
                <c:pt idx="16964">
                  <c:v>4.68079</c:v>
                </c:pt>
                <c:pt idx="16965">
                  <c:v>4.6810999999999998</c:v>
                </c:pt>
                <c:pt idx="16966">
                  <c:v>4.6814099999999996</c:v>
                </c:pt>
                <c:pt idx="16967">
                  <c:v>4.6817099999999998</c:v>
                </c:pt>
                <c:pt idx="16968">
                  <c:v>4.6820199999999996</c:v>
                </c:pt>
                <c:pt idx="16969">
                  <c:v>4.6823199999999998</c:v>
                </c:pt>
                <c:pt idx="16970">
                  <c:v>4.6826299999999996</c:v>
                </c:pt>
                <c:pt idx="16971">
                  <c:v>4.6829299999999998</c:v>
                </c:pt>
                <c:pt idx="16972">
                  <c:v>4.6832399999999996</c:v>
                </c:pt>
                <c:pt idx="16973">
                  <c:v>4.6835399999999998</c:v>
                </c:pt>
                <c:pt idx="16974">
                  <c:v>4.6838499999999996</c:v>
                </c:pt>
                <c:pt idx="16975">
                  <c:v>4.6841499999999998</c:v>
                </c:pt>
                <c:pt idx="16976">
                  <c:v>4.6844599999999996</c:v>
                </c:pt>
                <c:pt idx="16977">
                  <c:v>4.6847599999999998</c:v>
                </c:pt>
                <c:pt idx="16978">
                  <c:v>4.6850699999999996</c:v>
                </c:pt>
                <c:pt idx="16979">
                  <c:v>4.6853800000000003</c:v>
                </c:pt>
                <c:pt idx="16980">
                  <c:v>4.6856799999999996</c:v>
                </c:pt>
                <c:pt idx="16981">
                  <c:v>4.6859900000000003</c:v>
                </c:pt>
                <c:pt idx="16982">
                  <c:v>4.6862899999999996</c:v>
                </c:pt>
                <c:pt idx="16983">
                  <c:v>4.6866000000000003</c:v>
                </c:pt>
                <c:pt idx="16984">
                  <c:v>4.6868999999999996</c:v>
                </c:pt>
                <c:pt idx="16985">
                  <c:v>4.6872100000000003</c:v>
                </c:pt>
                <c:pt idx="16986">
                  <c:v>4.6875099999999996</c:v>
                </c:pt>
                <c:pt idx="16987">
                  <c:v>4.6878200000000003</c:v>
                </c:pt>
                <c:pt idx="16988">
                  <c:v>4.6881199999999996</c:v>
                </c:pt>
                <c:pt idx="16989">
                  <c:v>4.6884300000000003</c:v>
                </c:pt>
                <c:pt idx="16990">
                  <c:v>4.6887400000000001</c:v>
                </c:pt>
                <c:pt idx="16991">
                  <c:v>4.6890400000000003</c:v>
                </c:pt>
                <c:pt idx="16992">
                  <c:v>4.6893500000000001</c:v>
                </c:pt>
                <c:pt idx="16993">
                  <c:v>4.6896500000000003</c:v>
                </c:pt>
                <c:pt idx="16994">
                  <c:v>4.6899600000000001</c:v>
                </c:pt>
                <c:pt idx="16995">
                  <c:v>4.6902600000000003</c:v>
                </c:pt>
                <c:pt idx="16996">
                  <c:v>4.6905700000000001</c:v>
                </c:pt>
                <c:pt idx="16997">
                  <c:v>4.6908700000000003</c:v>
                </c:pt>
                <c:pt idx="16998">
                  <c:v>4.6911800000000001</c:v>
                </c:pt>
                <c:pt idx="16999">
                  <c:v>4.6914800000000003</c:v>
                </c:pt>
                <c:pt idx="17000">
                  <c:v>4.6917900000000001</c:v>
                </c:pt>
                <c:pt idx="17001">
                  <c:v>4.6920900000000003</c:v>
                </c:pt>
                <c:pt idx="17002">
                  <c:v>4.6924000000000001</c:v>
                </c:pt>
                <c:pt idx="17003">
                  <c:v>4.6927099999999999</c:v>
                </c:pt>
                <c:pt idx="17004">
                  <c:v>4.6930100000000001</c:v>
                </c:pt>
                <c:pt idx="17005">
                  <c:v>4.6933199999999999</c:v>
                </c:pt>
                <c:pt idx="17006">
                  <c:v>4.6936200000000001</c:v>
                </c:pt>
                <c:pt idx="17007">
                  <c:v>4.6939299999999999</c:v>
                </c:pt>
                <c:pt idx="17008">
                  <c:v>4.6942300000000001</c:v>
                </c:pt>
                <c:pt idx="17009">
                  <c:v>4.6945399999999999</c:v>
                </c:pt>
                <c:pt idx="17010">
                  <c:v>4.6948400000000001</c:v>
                </c:pt>
                <c:pt idx="17011">
                  <c:v>4.6951499999999999</c:v>
                </c:pt>
                <c:pt idx="17012">
                  <c:v>4.6954500000000001</c:v>
                </c:pt>
                <c:pt idx="17013">
                  <c:v>4.6957599999999999</c:v>
                </c:pt>
                <c:pt idx="17014">
                  <c:v>4.6960600000000001</c:v>
                </c:pt>
                <c:pt idx="17015">
                  <c:v>4.6963699999999999</c:v>
                </c:pt>
                <c:pt idx="17016">
                  <c:v>4.6966799999999997</c:v>
                </c:pt>
                <c:pt idx="17017">
                  <c:v>4.6969799999999999</c:v>
                </c:pt>
                <c:pt idx="17018">
                  <c:v>4.6972899999999997</c:v>
                </c:pt>
                <c:pt idx="17019">
                  <c:v>4.6975899999999999</c:v>
                </c:pt>
                <c:pt idx="17020">
                  <c:v>4.6978999999999997</c:v>
                </c:pt>
                <c:pt idx="17021">
                  <c:v>4.6981999999999999</c:v>
                </c:pt>
                <c:pt idx="17022">
                  <c:v>4.6985099999999997</c:v>
                </c:pt>
                <c:pt idx="17023">
                  <c:v>4.6988099999999999</c:v>
                </c:pt>
                <c:pt idx="17024">
                  <c:v>4.6991199999999997</c:v>
                </c:pt>
                <c:pt idx="17025">
                  <c:v>4.6994199999999999</c:v>
                </c:pt>
                <c:pt idx="17026">
                  <c:v>4.6997299999999997</c:v>
                </c:pt>
                <c:pt idx="17027">
                  <c:v>4.7000299999999999</c:v>
                </c:pt>
                <c:pt idx="17028">
                  <c:v>4.7003399999999997</c:v>
                </c:pt>
                <c:pt idx="17029">
                  <c:v>4.7006500000000004</c:v>
                </c:pt>
                <c:pt idx="17030">
                  <c:v>4.7009499999999997</c:v>
                </c:pt>
                <c:pt idx="17031">
                  <c:v>4.7012600000000004</c:v>
                </c:pt>
                <c:pt idx="17032">
                  <c:v>4.7015599999999997</c:v>
                </c:pt>
                <c:pt idx="17033">
                  <c:v>4.7018700000000004</c:v>
                </c:pt>
                <c:pt idx="17034">
                  <c:v>4.7021699999999997</c:v>
                </c:pt>
                <c:pt idx="17035">
                  <c:v>4.7024800000000004</c:v>
                </c:pt>
                <c:pt idx="17036">
                  <c:v>4.7027799999999997</c:v>
                </c:pt>
                <c:pt idx="17037">
                  <c:v>4.7030900000000004</c:v>
                </c:pt>
                <c:pt idx="17038">
                  <c:v>4.7033899999999997</c:v>
                </c:pt>
                <c:pt idx="17039">
                  <c:v>4.7037000000000004</c:v>
                </c:pt>
                <c:pt idx="17040">
                  <c:v>4.7039999999999997</c:v>
                </c:pt>
                <c:pt idx="17041">
                  <c:v>4.7043100000000004</c:v>
                </c:pt>
                <c:pt idx="17042">
                  <c:v>4.7046200000000002</c:v>
                </c:pt>
                <c:pt idx="17043">
                  <c:v>4.7049200000000004</c:v>
                </c:pt>
                <c:pt idx="17044">
                  <c:v>4.7052300000000002</c:v>
                </c:pt>
                <c:pt idx="17045">
                  <c:v>4.7055300000000004</c:v>
                </c:pt>
                <c:pt idx="17046">
                  <c:v>4.7058400000000002</c:v>
                </c:pt>
                <c:pt idx="17047">
                  <c:v>4.7061400000000004</c:v>
                </c:pt>
                <c:pt idx="17048">
                  <c:v>4.7064500000000002</c:v>
                </c:pt>
                <c:pt idx="17049">
                  <c:v>4.7067500000000004</c:v>
                </c:pt>
                <c:pt idx="17050">
                  <c:v>4.7070600000000002</c:v>
                </c:pt>
                <c:pt idx="17051">
                  <c:v>4.7073600000000004</c:v>
                </c:pt>
                <c:pt idx="17052">
                  <c:v>4.7076700000000002</c:v>
                </c:pt>
                <c:pt idx="17053">
                  <c:v>4.7079800000000001</c:v>
                </c:pt>
                <c:pt idx="17054">
                  <c:v>4.7082800000000002</c:v>
                </c:pt>
                <c:pt idx="17055">
                  <c:v>4.7085900000000001</c:v>
                </c:pt>
                <c:pt idx="17056">
                  <c:v>4.7088900000000002</c:v>
                </c:pt>
                <c:pt idx="17057">
                  <c:v>4.7092000000000001</c:v>
                </c:pt>
                <c:pt idx="17058">
                  <c:v>4.7095000000000002</c:v>
                </c:pt>
                <c:pt idx="17059">
                  <c:v>4.7098100000000001</c:v>
                </c:pt>
                <c:pt idx="17060">
                  <c:v>4.7101100000000002</c:v>
                </c:pt>
                <c:pt idx="17061">
                  <c:v>4.7104200000000001</c:v>
                </c:pt>
                <c:pt idx="17062">
                  <c:v>4.7107200000000002</c:v>
                </c:pt>
                <c:pt idx="17063">
                  <c:v>4.7110300000000001</c:v>
                </c:pt>
                <c:pt idx="17064">
                  <c:v>4.7113300000000002</c:v>
                </c:pt>
                <c:pt idx="17065">
                  <c:v>4.7116400000000001</c:v>
                </c:pt>
                <c:pt idx="17066">
                  <c:v>4.7119499999999999</c:v>
                </c:pt>
                <c:pt idx="17067">
                  <c:v>4.71225</c:v>
                </c:pt>
                <c:pt idx="17068">
                  <c:v>4.7125599999999999</c:v>
                </c:pt>
                <c:pt idx="17069">
                  <c:v>4.71286</c:v>
                </c:pt>
                <c:pt idx="17070">
                  <c:v>4.7131699999999999</c:v>
                </c:pt>
                <c:pt idx="17071">
                  <c:v>4.71347</c:v>
                </c:pt>
                <c:pt idx="17072">
                  <c:v>4.7137799999999999</c:v>
                </c:pt>
                <c:pt idx="17073">
                  <c:v>4.71408</c:v>
                </c:pt>
                <c:pt idx="17074">
                  <c:v>4.7143899999999999</c:v>
                </c:pt>
                <c:pt idx="17075">
                  <c:v>4.71469</c:v>
                </c:pt>
                <c:pt idx="17076">
                  <c:v>4.7149999999999999</c:v>
                </c:pt>
                <c:pt idx="17077">
                  <c:v>4.7153</c:v>
                </c:pt>
                <c:pt idx="17078">
                  <c:v>4.7156099999999999</c:v>
                </c:pt>
                <c:pt idx="17079">
                  <c:v>4.7159199999999997</c:v>
                </c:pt>
                <c:pt idx="17080">
                  <c:v>4.7162199999999999</c:v>
                </c:pt>
                <c:pt idx="17081">
                  <c:v>4.7165299999999997</c:v>
                </c:pt>
                <c:pt idx="17082">
                  <c:v>4.7168299999999999</c:v>
                </c:pt>
                <c:pt idx="17083">
                  <c:v>4.7171399999999997</c:v>
                </c:pt>
                <c:pt idx="17084">
                  <c:v>4.7174399999999999</c:v>
                </c:pt>
                <c:pt idx="17085">
                  <c:v>4.7177499999999997</c:v>
                </c:pt>
                <c:pt idx="17086">
                  <c:v>4.7180499999999999</c:v>
                </c:pt>
                <c:pt idx="17087">
                  <c:v>4.7183599999999997</c:v>
                </c:pt>
                <c:pt idx="17088">
                  <c:v>4.7186599999999999</c:v>
                </c:pt>
                <c:pt idx="17089">
                  <c:v>4.7189699999999997</c:v>
                </c:pt>
                <c:pt idx="17090">
                  <c:v>4.7192699999999999</c:v>
                </c:pt>
                <c:pt idx="17091">
                  <c:v>4.7195799999999997</c:v>
                </c:pt>
                <c:pt idx="17092">
                  <c:v>4.7198900000000004</c:v>
                </c:pt>
                <c:pt idx="17093">
                  <c:v>4.7201899999999997</c:v>
                </c:pt>
                <c:pt idx="17094">
                  <c:v>4.7205000000000004</c:v>
                </c:pt>
                <c:pt idx="17095">
                  <c:v>4.7207999999999997</c:v>
                </c:pt>
                <c:pt idx="17096">
                  <c:v>4.7211100000000004</c:v>
                </c:pt>
                <c:pt idx="17097">
                  <c:v>4.7214099999999997</c:v>
                </c:pt>
                <c:pt idx="17098">
                  <c:v>4.7217200000000004</c:v>
                </c:pt>
                <c:pt idx="17099">
                  <c:v>4.7220199999999997</c:v>
                </c:pt>
                <c:pt idx="17100">
                  <c:v>4.7223300000000004</c:v>
                </c:pt>
                <c:pt idx="17101">
                  <c:v>4.7226299999999997</c:v>
                </c:pt>
                <c:pt idx="17102">
                  <c:v>4.7229400000000004</c:v>
                </c:pt>
                <c:pt idx="17103">
                  <c:v>4.7232500000000002</c:v>
                </c:pt>
                <c:pt idx="17104">
                  <c:v>4.7235500000000004</c:v>
                </c:pt>
                <c:pt idx="17105">
                  <c:v>4.7238600000000002</c:v>
                </c:pt>
                <c:pt idx="17106">
                  <c:v>4.7241600000000004</c:v>
                </c:pt>
                <c:pt idx="17107">
                  <c:v>4.7244700000000002</c:v>
                </c:pt>
                <c:pt idx="17108">
                  <c:v>4.7247700000000004</c:v>
                </c:pt>
                <c:pt idx="17109">
                  <c:v>4.7250800000000002</c:v>
                </c:pt>
                <c:pt idx="17110">
                  <c:v>4.7253800000000004</c:v>
                </c:pt>
                <c:pt idx="17111">
                  <c:v>4.7256900000000002</c:v>
                </c:pt>
                <c:pt idx="17112">
                  <c:v>4.7259900000000004</c:v>
                </c:pt>
                <c:pt idx="17113">
                  <c:v>4.7263000000000002</c:v>
                </c:pt>
                <c:pt idx="17114">
                  <c:v>4.7266000000000004</c:v>
                </c:pt>
                <c:pt idx="17115">
                  <c:v>4.7269100000000002</c:v>
                </c:pt>
                <c:pt idx="17116">
                  <c:v>4.72722</c:v>
                </c:pt>
                <c:pt idx="17117">
                  <c:v>4.7275200000000002</c:v>
                </c:pt>
                <c:pt idx="17118">
                  <c:v>4.72783</c:v>
                </c:pt>
                <c:pt idx="17119">
                  <c:v>4.7281300000000002</c:v>
                </c:pt>
                <c:pt idx="17120">
                  <c:v>4.72844</c:v>
                </c:pt>
                <c:pt idx="17121">
                  <c:v>4.7287400000000002</c:v>
                </c:pt>
                <c:pt idx="17122">
                  <c:v>4.72905</c:v>
                </c:pt>
                <c:pt idx="17123">
                  <c:v>4.7293500000000002</c:v>
                </c:pt>
                <c:pt idx="17124">
                  <c:v>4.72966</c:v>
                </c:pt>
                <c:pt idx="17125">
                  <c:v>4.7299600000000002</c:v>
                </c:pt>
                <c:pt idx="17126">
                  <c:v>4.73027</c:v>
                </c:pt>
                <c:pt idx="17127">
                  <c:v>4.7305700000000002</c:v>
                </c:pt>
                <c:pt idx="17128">
                  <c:v>4.73088</c:v>
                </c:pt>
                <c:pt idx="17129">
                  <c:v>4.7311899999999998</c:v>
                </c:pt>
                <c:pt idx="17130">
                  <c:v>4.73149</c:v>
                </c:pt>
                <c:pt idx="17131">
                  <c:v>4.7317999999999998</c:v>
                </c:pt>
                <c:pt idx="17132">
                  <c:v>4.7321</c:v>
                </c:pt>
                <c:pt idx="17133">
                  <c:v>4.7324099999999998</c:v>
                </c:pt>
                <c:pt idx="17134">
                  <c:v>4.73271</c:v>
                </c:pt>
                <c:pt idx="17135">
                  <c:v>4.7330199999999998</c:v>
                </c:pt>
                <c:pt idx="17136">
                  <c:v>4.73332</c:v>
                </c:pt>
                <c:pt idx="17137">
                  <c:v>4.7336299999999998</c:v>
                </c:pt>
                <c:pt idx="17138">
                  <c:v>4.73393</c:v>
                </c:pt>
                <c:pt idx="17139">
                  <c:v>4.7342399999999998</c:v>
                </c:pt>
                <c:pt idx="17140">
                  <c:v>4.73454</c:v>
                </c:pt>
                <c:pt idx="17141">
                  <c:v>4.7348499999999998</c:v>
                </c:pt>
                <c:pt idx="17142">
                  <c:v>4.7351599999999996</c:v>
                </c:pt>
                <c:pt idx="17143">
                  <c:v>4.7354599999999998</c:v>
                </c:pt>
                <c:pt idx="17144">
                  <c:v>4.7357699999999996</c:v>
                </c:pt>
                <c:pt idx="17145">
                  <c:v>4.7360699999999998</c:v>
                </c:pt>
                <c:pt idx="17146">
                  <c:v>4.7363799999999996</c:v>
                </c:pt>
                <c:pt idx="17147">
                  <c:v>4.7366799999999998</c:v>
                </c:pt>
                <c:pt idx="17148">
                  <c:v>4.7369899999999996</c:v>
                </c:pt>
                <c:pt idx="17149">
                  <c:v>4.7372899999999998</c:v>
                </c:pt>
                <c:pt idx="17150">
                  <c:v>4.7375999999999996</c:v>
                </c:pt>
                <c:pt idx="17151">
                  <c:v>4.7378999999999998</c:v>
                </c:pt>
                <c:pt idx="17152">
                  <c:v>4.7382099999999996</c:v>
                </c:pt>
                <c:pt idx="17153">
                  <c:v>4.7385099999999998</c:v>
                </c:pt>
                <c:pt idx="17154">
                  <c:v>4.7388199999999996</c:v>
                </c:pt>
                <c:pt idx="17155">
                  <c:v>4.7391300000000003</c:v>
                </c:pt>
                <c:pt idx="17156">
                  <c:v>4.7394299999999996</c:v>
                </c:pt>
                <c:pt idx="17157">
                  <c:v>4.7397400000000003</c:v>
                </c:pt>
                <c:pt idx="17158">
                  <c:v>4.7400399999999996</c:v>
                </c:pt>
                <c:pt idx="17159">
                  <c:v>4.7403500000000003</c:v>
                </c:pt>
                <c:pt idx="17160">
                  <c:v>4.7406499999999996</c:v>
                </c:pt>
                <c:pt idx="17161">
                  <c:v>4.7409600000000003</c:v>
                </c:pt>
                <c:pt idx="17162">
                  <c:v>4.7412599999999996</c:v>
                </c:pt>
                <c:pt idx="17163">
                  <c:v>4.7415700000000003</c:v>
                </c:pt>
                <c:pt idx="17164">
                  <c:v>4.7418699999999996</c:v>
                </c:pt>
                <c:pt idx="17165">
                  <c:v>4.7421800000000003</c:v>
                </c:pt>
                <c:pt idx="17166">
                  <c:v>4.7424900000000001</c:v>
                </c:pt>
                <c:pt idx="17167">
                  <c:v>4.7427900000000003</c:v>
                </c:pt>
                <c:pt idx="17168">
                  <c:v>4.7431000000000001</c:v>
                </c:pt>
                <c:pt idx="17169">
                  <c:v>4.7434000000000003</c:v>
                </c:pt>
                <c:pt idx="17170">
                  <c:v>4.7437100000000001</c:v>
                </c:pt>
                <c:pt idx="17171">
                  <c:v>4.7440100000000003</c:v>
                </c:pt>
                <c:pt idx="17172">
                  <c:v>4.7443200000000001</c:v>
                </c:pt>
                <c:pt idx="17173">
                  <c:v>4.7446200000000003</c:v>
                </c:pt>
                <c:pt idx="17174">
                  <c:v>4.7449300000000001</c:v>
                </c:pt>
                <c:pt idx="17175">
                  <c:v>4.7452300000000003</c:v>
                </c:pt>
                <c:pt idx="17176">
                  <c:v>4.7455400000000001</c:v>
                </c:pt>
                <c:pt idx="17177">
                  <c:v>4.7458400000000003</c:v>
                </c:pt>
                <c:pt idx="17178">
                  <c:v>4.7461500000000001</c:v>
                </c:pt>
                <c:pt idx="17179">
                  <c:v>4.7464599999999999</c:v>
                </c:pt>
                <c:pt idx="17180">
                  <c:v>4.7467600000000001</c:v>
                </c:pt>
                <c:pt idx="17181">
                  <c:v>4.7470699999999999</c:v>
                </c:pt>
                <c:pt idx="17182">
                  <c:v>4.7473700000000001</c:v>
                </c:pt>
                <c:pt idx="17183">
                  <c:v>4.7476799999999999</c:v>
                </c:pt>
                <c:pt idx="17184">
                  <c:v>4.7479800000000001</c:v>
                </c:pt>
                <c:pt idx="17185">
                  <c:v>4.7482899999999999</c:v>
                </c:pt>
                <c:pt idx="17186">
                  <c:v>4.7485900000000001</c:v>
                </c:pt>
                <c:pt idx="17187">
                  <c:v>4.7488999999999999</c:v>
                </c:pt>
                <c:pt idx="17188">
                  <c:v>4.7492000000000001</c:v>
                </c:pt>
                <c:pt idx="17189">
                  <c:v>4.7495099999999999</c:v>
                </c:pt>
                <c:pt idx="17190">
                  <c:v>4.7498100000000001</c:v>
                </c:pt>
                <c:pt idx="17191">
                  <c:v>4.7501199999999999</c:v>
                </c:pt>
                <c:pt idx="17192">
                  <c:v>4.7504299999999997</c:v>
                </c:pt>
                <c:pt idx="17193">
                  <c:v>4.7507299999999999</c:v>
                </c:pt>
                <c:pt idx="17194">
                  <c:v>4.7510399999999997</c:v>
                </c:pt>
                <c:pt idx="17195">
                  <c:v>4.7513399999999999</c:v>
                </c:pt>
                <c:pt idx="17196">
                  <c:v>4.7516499999999997</c:v>
                </c:pt>
                <c:pt idx="17197">
                  <c:v>4.7519499999999999</c:v>
                </c:pt>
                <c:pt idx="17198">
                  <c:v>4.7522599999999997</c:v>
                </c:pt>
                <c:pt idx="17199">
                  <c:v>4.7525599999999999</c:v>
                </c:pt>
                <c:pt idx="17200">
                  <c:v>4.7528699999999997</c:v>
                </c:pt>
                <c:pt idx="17201">
                  <c:v>4.7531699999999999</c:v>
                </c:pt>
                <c:pt idx="17202">
                  <c:v>4.7534799999999997</c:v>
                </c:pt>
                <c:pt idx="17203">
                  <c:v>4.7537799999999999</c:v>
                </c:pt>
                <c:pt idx="17204">
                  <c:v>4.7540899999999997</c:v>
                </c:pt>
                <c:pt idx="17205">
                  <c:v>4.7544000000000004</c:v>
                </c:pt>
                <c:pt idx="17206">
                  <c:v>4.7546999999999997</c:v>
                </c:pt>
                <c:pt idx="17207">
                  <c:v>4.7550100000000004</c:v>
                </c:pt>
                <c:pt idx="17208">
                  <c:v>4.7553099999999997</c:v>
                </c:pt>
                <c:pt idx="17209">
                  <c:v>4.7556200000000004</c:v>
                </c:pt>
                <c:pt idx="17210">
                  <c:v>4.7559199999999997</c:v>
                </c:pt>
                <c:pt idx="17211">
                  <c:v>4.7562300000000004</c:v>
                </c:pt>
                <c:pt idx="17212">
                  <c:v>4.7565299999999997</c:v>
                </c:pt>
                <c:pt idx="17213">
                  <c:v>4.7568400000000004</c:v>
                </c:pt>
                <c:pt idx="17214">
                  <c:v>4.7571399999999997</c:v>
                </c:pt>
                <c:pt idx="17215">
                  <c:v>4.7574500000000004</c:v>
                </c:pt>
                <c:pt idx="17216">
                  <c:v>4.7577499999999997</c:v>
                </c:pt>
                <c:pt idx="17217">
                  <c:v>4.7580600000000004</c:v>
                </c:pt>
                <c:pt idx="17218">
                  <c:v>4.7583700000000002</c:v>
                </c:pt>
                <c:pt idx="17219">
                  <c:v>4.7586700000000004</c:v>
                </c:pt>
                <c:pt idx="17220">
                  <c:v>4.7589800000000002</c:v>
                </c:pt>
                <c:pt idx="17221">
                  <c:v>4.7592800000000004</c:v>
                </c:pt>
                <c:pt idx="17222">
                  <c:v>4.7595900000000002</c:v>
                </c:pt>
                <c:pt idx="17223">
                  <c:v>4.7598900000000004</c:v>
                </c:pt>
                <c:pt idx="17224">
                  <c:v>4.7602000000000002</c:v>
                </c:pt>
                <c:pt idx="17225">
                  <c:v>4.7605000000000004</c:v>
                </c:pt>
                <c:pt idx="17226">
                  <c:v>4.7608100000000002</c:v>
                </c:pt>
                <c:pt idx="17227">
                  <c:v>4.7611100000000004</c:v>
                </c:pt>
                <c:pt idx="17228">
                  <c:v>4.7614200000000002</c:v>
                </c:pt>
                <c:pt idx="17229">
                  <c:v>4.76173</c:v>
                </c:pt>
                <c:pt idx="17230">
                  <c:v>4.7620300000000002</c:v>
                </c:pt>
                <c:pt idx="17231">
                  <c:v>4.76234</c:v>
                </c:pt>
                <c:pt idx="17232">
                  <c:v>4.7626400000000002</c:v>
                </c:pt>
                <c:pt idx="17233">
                  <c:v>4.76295</c:v>
                </c:pt>
                <c:pt idx="17234">
                  <c:v>4.7632500000000002</c:v>
                </c:pt>
                <c:pt idx="17235">
                  <c:v>4.76356</c:v>
                </c:pt>
                <c:pt idx="17236">
                  <c:v>4.7638600000000002</c:v>
                </c:pt>
                <c:pt idx="17237">
                  <c:v>4.76417</c:v>
                </c:pt>
                <c:pt idx="17238">
                  <c:v>4.7644700000000002</c:v>
                </c:pt>
                <c:pt idx="17239">
                  <c:v>4.76478</c:v>
                </c:pt>
                <c:pt idx="17240">
                  <c:v>4.7650800000000002</c:v>
                </c:pt>
                <c:pt idx="17241">
                  <c:v>4.76539</c:v>
                </c:pt>
                <c:pt idx="17242">
                  <c:v>4.7656999999999998</c:v>
                </c:pt>
                <c:pt idx="17243">
                  <c:v>4.766</c:v>
                </c:pt>
                <c:pt idx="17244">
                  <c:v>4.7663099999999998</c:v>
                </c:pt>
                <c:pt idx="17245">
                  <c:v>4.76661</c:v>
                </c:pt>
                <c:pt idx="17246">
                  <c:v>4.7669199999999998</c:v>
                </c:pt>
                <c:pt idx="17247">
                  <c:v>4.76722</c:v>
                </c:pt>
                <c:pt idx="17248">
                  <c:v>4.7675299999999998</c:v>
                </c:pt>
                <c:pt idx="17249">
                  <c:v>4.76783</c:v>
                </c:pt>
                <c:pt idx="17250">
                  <c:v>4.7681399999999998</c:v>
                </c:pt>
                <c:pt idx="17251">
                  <c:v>4.76844</c:v>
                </c:pt>
                <c:pt idx="17252">
                  <c:v>4.7687499999999998</c:v>
                </c:pt>
                <c:pt idx="17253">
                  <c:v>4.76905</c:v>
                </c:pt>
                <c:pt idx="17254">
                  <c:v>4.7693599999999998</c:v>
                </c:pt>
                <c:pt idx="17255">
                  <c:v>4.7696699999999996</c:v>
                </c:pt>
                <c:pt idx="17256">
                  <c:v>4.7699699999999998</c:v>
                </c:pt>
                <c:pt idx="17257">
                  <c:v>4.7702799999999996</c:v>
                </c:pt>
                <c:pt idx="17258">
                  <c:v>4.7705799999999998</c:v>
                </c:pt>
                <c:pt idx="17259">
                  <c:v>4.7708899999999996</c:v>
                </c:pt>
                <c:pt idx="17260">
                  <c:v>4.7711899999999998</c:v>
                </c:pt>
                <c:pt idx="17261">
                  <c:v>4.7714999999999996</c:v>
                </c:pt>
                <c:pt idx="17262">
                  <c:v>4.7717999999999998</c:v>
                </c:pt>
                <c:pt idx="17263">
                  <c:v>4.7721099999999996</c:v>
                </c:pt>
                <c:pt idx="17264">
                  <c:v>4.7724099999999998</c:v>
                </c:pt>
                <c:pt idx="17265">
                  <c:v>4.7727199999999996</c:v>
                </c:pt>
                <c:pt idx="17266">
                  <c:v>4.7730199999999998</c:v>
                </c:pt>
                <c:pt idx="17267">
                  <c:v>4.7733299999999996</c:v>
                </c:pt>
                <c:pt idx="17268">
                  <c:v>4.7736400000000003</c:v>
                </c:pt>
                <c:pt idx="17269">
                  <c:v>4.7739399999999996</c:v>
                </c:pt>
                <c:pt idx="17270">
                  <c:v>4.7742500000000003</c:v>
                </c:pt>
                <c:pt idx="17271">
                  <c:v>4.7745499999999996</c:v>
                </c:pt>
                <c:pt idx="17272">
                  <c:v>4.7748600000000003</c:v>
                </c:pt>
                <c:pt idx="17273">
                  <c:v>4.7751599999999996</c:v>
                </c:pt>
                <c:pt idx="17274">
                  <c:v>4.7754700000000003</c:v>
                </c:pt>
                <c:pt idx="17275">
                  <c:v>4.7757699999999996</c:v>
                </c:pt>
                <c:pt idx="17276">
                  <c:v>4.7760800000000003</c:v>
                </c:pt>
                <c:pt idx="17277">
                  <c:v>4.7763799999999996</c:v>
                </c:pt>
                <c:pt idx="17278">
                  <c:v>4.7766900000000003</c:v>
                </c:pt>
                <c:pt idx="17279">
                  <c:v>4.7770000000000001</c:v>
                </c:pt>
                <c:pt idx="17280">
                  <c:v>4.7773000000000003</c:v>
                </c:pt>
                <c:pt idx="17281">
                  <c:v>4.7776100000000001</c:v>
                </c:pt>
                <c:pt idx="17282">
                  <c:v>4.7779100000000003</c:v>
                </c:pt>
                <c:pt idx="17283">
                  <c:v>4.7782200000000001</c:v>
                </c:pt>
                <c:pt idx="17284">
                  <c:v>4.7785200000000003</c:v>
                </c:pt>
                <c:pt idx="17285">
                  <c:v>4.7788300000000001</c:v>
                </c:pt>
                <c:pt idx="17286">
                  <c:v>4.7791300000000003</c:v>
                </c:pt>
                <c:pt idx="17287">
                  <c:v>4.7794400000000001</c:v>
                </c:pt>
                <c:pt idx="17288">
                  <c:v>4.7797400000000003</c:v>
                </c:pt>
                <c:pt idx="17289">
                  <c:v>4.7800500000000001</c:v>
                </c:pt>
                <c:pt idx="17290">
                  <c:v>4.7803500000000003</c:v>
                </c:pt>
                <c:pt idx="17291">
                  <c:v>4.7806600000000001</c:v>
                </c:pt>
                <c:pt idx="17292">
                  <c:v>4.7809699999999999</c:v>
                </c:pt>
                <c:pt idx="17293">
                  <c:v>4.7812700000000001</c:v>
                </c:pt>
                <c:pt idx="17294">
                  <c:v>4.7815799999999999</c:v>
                </c:pt>
                <c:pt idx="17295">
                  <c:v>4.7818800000000001</c:v>
                </c:pt>
                <c:pt idx="17296">
                  <c:v>4.7821899999999999</c:v>
                </c:pt>
                <c:pt idx="17297">
                  <c:v>4.7824900000000001</c:v>
                </c:pt>
                <c:pt idx="17298">
                  <c:v>4.7827999999999999</c:v>
                </c:pt>
                <c:pt idx="17299">
                  <c:v>4.7831000000000001</c:v>
                </c:pt>
                <c:pt idx="17300">
                  <c:v>4.7834099999999999</c:v>
                </c:pt>
                <c:pt idx="17301">
                  <c:v>4.7837100000000001</c:v>
                </c:pt>
                <c:pt idx="17302">
                  <c:v>4.7840199999999999</c:v>
                </c:pt>
                <c:pt idx="17303">
                  <c:v>4.7843200000000001</c:v>
                </c:pt>
                <c:pt idx="17304">
                  <c:v>4.7846299999999999</c:v>
                </c:pt>
                <c:pt idx="17305">
                  <c:v>4.7849399999999997</c:v>
                </c:pt>
                <c:pt idx="17306">
                  <c:v>4.7852399999999999</c:v>
                </c:pt>
                <c:pt idx="17307">
                  <c:v>4.7855499999999997</c:v>
                </c:pt>
                <c:pt idx="17308">
                  <c:v>4.7858499999999999</c:v>
                </c:pt>
                <c:pt idx="17309">
                  <c:v>4.7861599999999997</c:v>
                </c:pt>
                <c:pt idx="17310">
                  <c:v>4.7864599999999999</c:v>
                </c:pt>
                <c:pt idx="17311">
                  <c:v>4.7867699999999997</c:v>
                </c:pt>
                <c:pt idx="17312">
                  <c:v>4.7870699999999999</c:v>
                </c:pt>
                <c:pt idx="17313">
                  <c:v>4.7873799999999997</c:v>
                </c:pt>
                <c:pt idx="17314">
                  <c:v>4.7876799999999999</c:v>
                </c:pt>
                <c:pt idx="17315">
                  <c:v>4.7879899999999997</c:v>
                </c:pt>
                <c:pt idx="17316">
                  <c:v>4.7882899999999999</c:v>
                </c:pt>
                <c:pt idx="17317">
                  <c:v>4.7885999999999997</c:v>
                </c:pt>
                <c:pt idx="17318">
                  <c:v>4.7889099999999996</c:v>
                </c:pt>
                <c:pt idx="17319">
                  <c:v>4.7892099999999997</c:v>
                </c:pt>
                <c:pt idx="17320">
                  <c:v>4.7895200000000004</c:v>
                </c:pt>
                <c:pt idx="17321">
                  <c:v>4.7898199999999997</c:v>
                </c:pt>
                <c:pt idx="17322">
                  <c:v>4.7901300000000004</c:v>
                </c:pt>
                <c:pt idx="17323">
                  <c:v>4.7904299999999997</c:v>
                </c:pt>
                <c:pt idx="17324">
                  <c:v>4.7907400000000004</c:v>
                </c:pt>
                <c:pt idx="17325">
                  <c:v>4.7910399999999997</c:v>
                </c:pt>
                <c:pt idx="17326">
                  <c:v>4.7913500000000004</c:v>
                </c:pt>
                <c:pt idx="17327">
                  <c:v>4.7916499999999997</c:v>
                </c:pt>
                <c:pt idx="17328">
                  <c:v>4.7919600000000004</c:v>
                </c:pt>
                <c:pt idx="17329">
                  <c:v>4.7922599999999997</c:v>
                </c:pt>
                <c:pt idx="17330">
                  <c:v>4.7925700000000004</c:v>
                </c:pt>
                <c:pt idx="17331">
                  <c:v>4.7928800000000003</c:v>
                </c:pt>
                <c:pt idx="17332">
                  <c:v>4.7931800000000004</c:v>
                </c:pt>
                <c:pt idx="17333">
                  <c:v>4.7934900000000003</c:v>
                </c:pt>
                <c:pt idx="17334">
                  <c:v>4.7937900000000004</c:v>
                </c:pt>
                <c:pt idx="17335">
                  <c:v>4.7941000000000003</c:v>
                </c:pt>
                <c:pt idx="17336">
                  <c:v>4.7944000000000004</c:v>
                </c:pt>
                <c:pt idx="17337">
                  <c:v>4.7947100000000002</c:v>
                </c:pt>
                <c:pt idx="17338">
                  <c:v>4.7950100000000004</c:v>
                </c:pt>
                <c:pt idx="17339">
                  <c:v>4.7953200000000002</c:v>
                </c:pt>
                <c:pt idx="17340">
                  <c:v>4.7956200000000004</c:v>
                </c:pt>
                <c:pt idx="17341">
                  <c:v>4.7959300000000002</c:v>
                </c:pt>
                <c:pt idx="17342">
                  <c:v>4.7962400000000001</c:v>
                </c:pt>
                <c:pt idx="17343">
                  <c:v>4.7965400000000002</c:v>
                </c:pt>
                <c:pt idx="17344">
                  <c:v>4.7968500000000001</c:v>
                </c:pt>
                <c:pt idx="17345">
                  <c:v>4.7971500000000002</c:v>
                </c:pt>
                <c:pt idx="17346">
                  <c:v>4.7974600000000001</c:v>
                </c:pt>
                <c:pt idx="17347">
                  <c:v>4.7977600000000002</c:v>
                </c:pt>
                <c:pt idx="17348">
                  <c:v>4.7980700000000001</c:v>
                </c:pt>
                <c:pt idx="17349">
                  <c:v>4.7983700000000002</c:v>
                </c:pt>
                <c:pt idx="17350">
                  <c:v>4.7986800000000001</c:v>
                </c:pt>
                <c:pt idx="17351">
                  <c:v>4.7989800000000002</c:v>
                </c:pt>
                <c:pt idx="17352">
                  <c:v>4.7992900000000001</c:v>
                </c:pt>
                <c:pt idx="17353">
                  <c:v>4.7995900000000002</c:v>
                </c:pt>
                <c:pt idx="17354">
                  <c:v>4.7999000000000001</c:v>
                </c:pt>
                <c:pt idx="17355">
                  <c:v>4.8002099999999999</c:v>
                </c:pt>
                <c:pt idx="17356">
                  <c:v>4.8005100000000001</c:v>
                </c:pt>
                <c:pt idx="17357">
                  <c:v>4.8008199999999999</c:v>
                </c:pt>
                <c:pt idx="17358">
                  <c:v>4.8011200000000001</c:v>
                </c:pt>
                <c:pt idx="17359">
                  <c:v>4.8014299999999999</c:v>
                </c:pt>
                <c:pt idx="17360">
                  <c:v>4.8017300000000001</c:v>
                </c:pt>
                <c:pt idx="17361">
                  <c:v>4.8020399999999999</c:v>
                </c:pt>
                <c:pt idx="17362">
                  <c:v>4.8023400000000001</c:v>
                </c:pt>
                <c:pt idx="17363">
                  <c:v>4.8026499999999999</c:v>
                </c:pt>
                <c:pt idx="17364">
                  <c:v>4.8029500000000001</c:v>
                </c:pt>
                <c:pt idx="17365">
                  <c:v>4.8032599999999999</c:v>
                </c:pt>
                <c:pt idx="17366">
                  <c:v>4.8035600000000001</c:v>
                </c:pt>
                <c:pt idx="17367">
                  <c:v>4.8038699999999999</c:v>
                </c:pt>
                <c:pt idx="17368">
                  <c:v>4.8041799999999997</c:v>
                </c:pt>
                <c:pt idx="17369">
                  <c:v>4.8044799999999999</c:v>
                </c:pt>
                <c:pt idx="17370">
                  <c:v>4.8047899999999997</c:v>
                </c:pt>
                <c:pt idx="17371">
                  <c:v>4.8050899999999999</c:v>
                </c:pt>
                <c:pt idx="17372">
                  <c:v>4.8053999999999997</c:v>
                </c:pt>
                <c:pt idx="17373">
                  <c:v>4.8056999999999999</c:v>
                </c:pt>
                <c:pt idx="17374">
                  <c:v>4.8060099999999997</c:v>
                </c:pt>
                <c:pt idx="17375">
                  <c:v>4.8063099999999999</c:v>
                </c:pt>
                <c:pt idx="17376">
                  <c:v>4.8066199999999997</c:v>
                </c:pt>
                <c:pt idx="17377">
                  <c:v>4.8069199999999999</c:v>
                </c:pt>
                <c:pt idx="17378">
                  <c:v>4.8072299999999997</c:v>
                </c:pt>
                <c:pt idx="17379">
                  <c:v>4.8075299999999999</c:v>
                </c:pt>
                <c:pt idx="17380">
                  <c:v>4.8078399999999997</c:v>
                </c:pt>
                <c:pt idx="17381">
                  <c:v>4.8081500000000004</c:v>
                </c:pt>
                <c:pt idx="17382">
                  <c:v>4.8084499999999997</c:v>
                </c:pt>
                <c:pt idx="17383">
                  <c:v>4.8087600000000004</c:v>
                </c:pt>
                <c:pt idx="17384">
                  <c:v>4.8090599999999997</c:v>
                </c:pt>
                <c:pt idx="17385">
                  <c:v>4.8093700000000004</c:v>
                </c:pt>
                <c:pt idx="17386">
                  <c:v>4.8096699999999997</c:v>
                </c:pt>
                <c:pt idx="17387">
                  <c:v>4.8099800000000004</c:v>
                </c:pt>
                <c:pt idx="17388">
                  <c:v>4.8102799999999997</c:v>
                </c:pt>
                <c:pt idx="17389">
                  <c:v>4.8105900000000004</c:v>
                </c:pt>
                <c:pt idx="17390">
                  <c:v>4.8108899999999997</c:v>
                </c:pt>
                <c:pt idx="17391">
                  <c:v>4.8112000000000004</c:v>
                </c:pt>
                <c:pt idx="17392">
                  <c:v>4.8114999999999997</c:v>
                </c:pt>
                <c:pt idx="17393">
                  <c:v>4.8118100000000004</c:v>
                </c:pt>
                <c:pt idx="17394">
                  <c:v>4.8121200000000002</c:v>
                </c:pt>
                <c:pt idx="17395">
                  <c:v>4.8124200000000004</c:v>
                </c:pt>
                <c:pt idx="17396">
                  <c:v>4.8127300000000002</c:v>
                </c:pt>
                <c:pt idx="17397">
                  <c:v>4.8130300000000004</c:v>
                </c:pt>
                <c:pt idx="17398">
                  <c:v>4.8133400000000002</c:v>
                </c:pt>
                <c:pt idx="17399">
                  <c:v>4.8136400000000004</c:v>
                </c:pt>
                <c:pt idx="17400">
                  <c:v>4.8139500000000002</c:v>
                </c:pt>
                <c:pt idx="17401">
                  <c:v>4.8142500000000004</c:v>
                </c:pt>
                <c:pt idx="17402">
                  <c:v>4.8145600000000002</c:v>
                </c:pt>
                <c:pt idx="17403">
                  <c:v>4.8148600000000004</c:v>
                </c:pt>
                <c:pt idx="17404">
                  <c:v>4.8151700000000002</c:v>
                </c:pt>
                <c:pt idx="17405">
                  <c:v>4.81548</c:v>
                </c:pt>
                <c:pt idx="17406">
                  <c:v>4.8157800000000002</c:v>
                </c:pt>
                <c:pt idx="17407">
                  <c:v>4.81609</c:v>
                </c:pt>
                <c:pt idx="17408">
                  <c:v>4.8163900000000002</c:v>
                </c:pt>
                <c:pt idx="17409">
                  <c:v>4.8167</c:v>
                </c:pt>
                <c:pt idx="17410">
                  <c:v>4.8170000000000002</c:v>
                </c:pt>
                <c:pt idx="17411">
                  <c:v>4.81731</c:v>
                </c:pt>
                <c:pt idx="17412">
                  <c:v>4.8176100000000002</c:v>
                </c:pt>
                <c:pt idx="17413">
                  <c:v>4.81792</c:v>
                </c:pt>
                <c:pt idx="17414">
                  <c:v>4.8182200000000002</c:v>
                </c:pt>
                <c:pt idx="17415">
                  <c:v>4.81853</c:v>
                </c:pt>
                <c:pt idx="17416">
                  <c:v>4.8188300000000002</c:v>
                </c:pt>
                <c:pt idx="17417">
                  <c:v>4.81914</c:v>
                </c:pt>
                <c:pt idx="17418">
                  <c:v>4.8194499999999998</c:v>
                </c:pt>
                <c:pt idx="17419">
                  <c:v>4.81975</c:v>
                </c:pt>
                <c:pt idx="17420">
                  <c:v>4.8200599999999998</c:v>
                </c:pt>
                <c:pt idx="17421">
                  <c:v>4.82036</c:v>
                </c:pt>
                <c:pt idx="17422">
                  <c:v>4.8206699999999998</c:v>
                </c:pt>
                <c:pt idx="17423">
                  <c:v>4.82097</c:v>
                </c:pt>
                <c:pt idx="17424">
                  <c:v>4.8212799999999998</c:v>
                </c:pt>
                <c:pt idx="17425">
                  <c:v>4.82158</c:v>
                </c:pt>
                <c:pt idx="17426">
                  <c:v>4.8218899999999998</c:v>
                </c:pt>
                <c:pt idx="17427">
                  <c:v>4.82219</c:v>
                </c:pt>
                <c:pt idx="17428">
                  <c:v>4.8224999999999998</c:v>
                </c:pt>
                <c:pt idx="17429">
                  <c:v>4.8228</c:v>
                </c:pt>
                <c:pt idx="17430">
                  <c:v>4.8231099999999998</c:v>
                </c:pt>
                <c:pt idx="17431">
                  <c:v>4.8234199999999996</c:v>
                </c:pt>
                <c:pt idx="17432">
                  <c:v>4.8237199999999998</c:v>
                </c:pt>
                <c:pt idx="17433">
                  <c:v>4.8240299999999996</c:v>
                </c:pt>
                <c:pt idx="17434">
                  <c:v>4.8243299999999998</c:v>
                </c:pt>
                <c:pt idx="17435">
                  <c:v>4.8246399999999996</c:v>
                </c:pt>
                <c:pt idx="17436">
                  <c:v>4.8249399999999998</c:v>
                </c:pt>
                <c:pt idx="17437">
                  <c:v>4.8252499999999996</c:v>
                </c:pt>
                <c:pt idx="17438">
                  <c:v>4.8255499999999998</c:v>
                </c:pt>
                <c:pt idx="17439">
                  <c:v>4.8258599999999996</c:v>
                </c:pt>
                <c:pt idx="17440">
                  <c:v>4.8261599999999998</c:v>
                </c:pt>
                <c:pt idx="17441">
                  <c:v>4.8264699999999996</c:v>
                </c:pt>
                <c:pt idx="17442">
                  <c:v>4.8267699999999998</c:v>
                </c:pt>
                <c:pt idx="17443">
                  <c:v>4.8270799999999996</c:v>
                </c:pt>
                <c:pt idx="17444">
                  <c:v>4.8273900000000003</c:v>
                </c:pt>
                <c:pt idx="17445">
                  <c:v>4.8276899999999996</c:v>
                </c:pt>
                <c:pt idx="17446">
                  <c:v>4.8280000000000003</c:v>
                </c:pt>
                <c:pt idx="17447">
                  <c:v>4.8282999999999996</c:v>
                </c:pt>
                <c:pt idx="17448">
                  <c:v>4.8286100000000003</c:v>
                </c:pt>
                <c:pt idx="17449">
                  <c:v>4.8289099999999996</c:v>
                </c:pt>
                <c:pt idx="17450">
                  <c:v>4.8292200000000003</c:v>
                </c:pt>
                <c:pt idx="17451">
                  <c:v>4.8295199999999996</c:v>
                </c:pt>
                <c:pt idx="17452">
                  <c:v>4.8298300000000003</c:v>
                </c:pt>
                <c:pt idx="17453">
                  <c:v>4.8301299999999996</c:v>
                </c:pt>
                <c:pt idx="17454">
                  <c:v>4.8304400000000003</c:v>
                </c:pt>
                <c:pt idx="17455">
                  <c:v>4.8307399999999996</c:v>
                </c:pt>
                <c:pt idx="17456">
                  <c:v>4.8310500000000003</c:v>
                </c:pt>
                <c:pt idx="17457">
                  <c:v>4.8313600000000001</c:v>
                </c:pt>
                <c:pt idx="17458">
                  <c:v>4.8316600000000003</c:v>
                </c:pt>
                <c:pt idx="17459">
                  <c:v>4.8319700000000001</c:v>
                </c:pt>
                <c:pt idx="17460">
                  <c:v>4.8322700000000003</c:v>
                </c:pt>
                <c:pt idx="17461">
                  <c:v>4.8325800000000001</c:v>
                </c:pt>
                <c:pt idx="17462">
                  <c:v>4.8328800000000003</c:v>
                </c:pt>
                <c:pt idx="17463">
                  <c:v>4.8331900000000001</c:v>
                </c:pt>
                <c:pt idx="17464">
                  <c:v>4.8334900000000003</c:v>
                </c:pt>
                <c:pt idx="17465">
                  <c:v>4.8338000000000001</c:v>
                </c:pt>
                <c:pt idx="17466">
                  <c:v>4.8341000000000003</c:v>
                </c:pt>
                <c:pt idx="17467">
                  <c:v>4.8344100000000001</c:v>
                </c:pt>
                <c:pt idx="17468">
                  <c:v>4.8347199999999999</c:v>
                </c:pt>
                <c:pt idx="17469">
                  <c:v>4.8350200000000001</c:v>
                </c:pt>
                <c:pt idx="17470">
                  <c:v>4.8353299999999999</c:v>
                </c:pt>
                <c:pt idx="17471">
                  <c:v>4.8356300000000001</c:v>
                </c:pt>
                <c:pt idx="17472">
                  <c:v>4.8359399999999999</c:v>
                </c:pt>
                <c:pt idx="17473">
                  <c:v>4.8362400000000001</c:v>
                </c:pt>
                <c:pt idx="17474">
                  <c:v>4.8365499999999999</c:v>
                </c:pt>
                <c:pt idx="17475">
                  <c:v>4.8368500000000001</c:v>
                </c:pt>
                <c:pt idx="17476">
                  <c:v>4.8371599999999999</c:v>
                </c:pt>
                <c:pt idx="17477">
                  <c:v>4.8374600000000001</c:v>
                </c:pt>
                <c:pt idx="17478">
                  <c:v>4.8377699999999999</c:v>
                </c:pt>
                <c:pt idx="17479">
                  <c:v>4.8380700000000001</c:v>
                </c:pt>
                <c:pt idx="17480">
                  <c:v>4.8383799999999999</c:v>
                </c:pt>
                <c:pt idx="17481">
                  <c:v>4.8386899999999997</c:v>
                </c:pt>
                <c:pt idx="17482">
                  <c:v>4.8389899999999999</c:v>
                </c:pt>
                <c:pt idx="17483">
                  <c:v>4.8392999999999997</c:v>
                </c:pt>
                <c:pt idx="17484">
                  <c:v>4.8395999999999999</c:v>
                </c:pt>
                <c:pt idx="17485">
                  <c:v>4.8399099999999997</c:v>
                </c:pt>
                <c:pt idx="17486">
                  <c:v>4.8402099999999999</c:v>
                </c:pt>
                <c:pt idx="17487">
                  <c:v>4.8405199999999997</c:v>
                </c:pt>
                <c:pt idx="17488">
                  <c:v>4.8408199999999999</c:v>
                </c:pt>
                <c:pt idx="17489">
                  <c:v>4.8411299999999997</c:v>
                </c:pt>
                <c:pt idx="17490">
                  <c:v>4.8414299999999999</c:v>
                </c:pt>
                <c:pt idx="17491">
                  <c:v>4.8417399999999997</c:v>
                </c:pt>
                <c:pt idx="17492">
                  <c:v>4.8420399999999999</c:v>
                </c:pt>
                <c:pt idx="17493">
                  <c:v>4.8423499999999997</c:v>
                </c:pt>
                <c:pt idx="17494">
                  <c:v>4.8426600000000004</c:v>
                </c:pt>
                <c:pt idx="17495">
                  <c:v>4.8429599999999997</c:v>
                </c:pt>
                <c:pt idx="17496">
                  <c:v>4.8432700000000004</c:v>
                </c:pt>
                <c:pt idx="17497">
                  <c:v>4.8435699999999997</c:v>
                </c:pt>
                <c:pt idx="17498">
                  <c:v>4.8438800000000004</c:v>
                </c:pt>
                <c:pt idx="17499">
                  <c:v>4.8441799999999997</c:v>
                </c:pt>
                <c:pt idx="17500">
                  <c:v>4.8444900000000004</c:v>
                </c:pt>
                <c:pt idx="17501">
                  <c:v>4.8447899999999997</c:v>
                </c:pt>
                <c:pt idx="17502">
                  <c:v>4.8451000000000004</c:v>
                </c:pt>
                <c:pt idx="17503">
                  <c:v>4.8453999999999997</c:v>
                </c:pt>
                <c:pt idx="17504">
                  <c:v>4.8457100000000004</c:v>
                </c:pt>
                <c:pt idx="17505">
                  <c:v>4.8460099999999997</c:v>
                </c:pt>
                <c:pt idx="17506">
                  <c:v>4.8463200000000004</c:v>
                </c:pt>
                <c:pt idx="17507">
                  <c:v>4.8466300000000002</c:v>
                </c:pt>
                <c:pt idx="17508">
                  <c:v>4.8469300000000004</c:v>
                </c:pt>
                <c:pt idx="17509">
                  <c:v>4.8472400000000002</c:v>
                </c:pt>
                <c:pt idx="17510">
                  <c:v>4.8475400000000004</c:v>
                </c:pt>
                <c:pt idx="17511">
                  <c:v>4.8478500000000002</c:v>
                </c:pt>
                <c:pt idx="17512">
                  <c:v>4.8481500000000004</c:v>
                </c:pt>
                <c:pt idx="17513">
                  <c:v>4.8484600000000002</c:v>
                </c:pt>
                <c:pt idx="17514">
                  <c:v>4.8487600000000004</c:v>
                </c:pt>
                <c:pt idx="17515">
                  <c:v>4.8490700000000002</c:v>
                </c:pt>
                <c:pt idx="17516">
                  <c:v>4.8493700000000004</c:v>
                </c:pt>
                <c:pt idx="17517">
                  <c:v>4.8496800000000002</c:v>
                </c:pt>
                <c:pt idx="17518">
                  <c:v>4.84999</c:v>
                </c:pt>
                <c:pt idx="17519">
                  <c:v>4.8502900000000002</c:v>
                </c:pt>
                <c:pt idx="17520">
                  <c:v>4.8506</c:v>
                </c:pt>
                <c:pt idx="17521">
                  <c:v>4.8509000000000002</c:v>
                </c:pt>
                <c:pt idx="17522">
                  <c:v>4.85121</c:v>
                </c:pt>
                <c:pt idx="17523">
                  <c:v>4.8515100000000002</c:v>
                </c:pt>
                <c:pt idx="17524">
                  <c:v>4.85182</c:v>
                </c:pt>
                <c:pt idx="17525">
                  <c:v>4.8521200000000002</c:v>
                </c:pt>
                <c:pt idx="17526">
                  <c:v>4.85243</c:v>
                </c:pt>
                <c:pt idx="17527">
                  <c:v>4.8527300000000002</c:v>
                </c:pt>
                <c:pt idx="17528">
                  <c:v>4.85304</c:v>
                </c:pt>
                <c:pt idx="17529">
                  <c:v>4.8533400000000002</c:v>
                </c:pt>
                <c:pt idx="17530">
                  <c:v>4.85365</c:v>
                </c:pt>
                <c:pt idx="17531">
                  <c:v>4.8539599999999998</c:v>
                </c:pt>
                <c:pt idx="17532">
                  <c:v>4.85426</c:v>
                </c:pt>
                <c:pt idx="17533">
                  <c:v>4.8545699999999998</c:v>
                </c:pt>
                <c:pt idx="17534">
                  <c:v>4.85487</c:v>
                </c:pt>
                <c:pt idx="17535">
                  <c:v>4.8551799999999998</c:v>
                </c:pt>
                <c:pt idx="17536">
                  <c:v>4.85548</c:v>
                </c:pt>
                <c:pt idx="17537">
                  <c:v>4.8557899999999998</c:v>
                </c:pt>
                <c:pt idx="17538">
                  <c:v>4.85609</c:v>
                </c:pt>
                <c:pt idx="17539">
                  <c:v>4.8563999999999998</c:v>
                </c:pt>
                <c:pt idx="17540">
                  <c:v>4.8567</c:v>
                </c:pt>
                <c:pt idx="17541">
                  <c:v>4.8570099999999998</c:v>
                </c:pt>
                <c:pt idx="17542">
                  <c:v>4.85731</c:v>
                </c:pt>
                <c:pt idx="17543">
                  <c:v>4.8576199999999998</c:v>
                </c:pt>
                <c:pt idx="17544">
                  <c:v>4.8579299999999996</c:v>
                </c:pt>
                <c:pt idx="17545">
                  <c:v>4.8582299999999998</c:v>
                </c:pt>
                <c:pt idx="17546">
                  <c:v>4.8585399999999996</c:v>
                </c:pt>
                <c:pt idx="17547">
                  <c:v>4.8588399999999998</c:v>
                </c:pt>
                <c:pt idx="17548">
                  <c:v>4.8591499999999996</c:v>
                </c:pt>
                <c:pt idx="17549">
                  <c:v>4.8594499999999998</c:v>
                </c:pt>
                <c:pt idx="17550">
                  <c:v>4.8597599999999996</c:v>
                </c:pt>
                <c:pt idx="17551">
                  <c:v>4.8600599999999998</c:v>
                </c:pt>
                <c:pt idx="17552">
                  <c:v>4.8603699999999996</c:v>
                </c:pt>
                <c:pt idx="17553">
                  <c:v>4.8606699999999998</c:v>
                </c:pt>
                <c:pt idx="17554">
                  <c:v>4.8609799999999996</c:v>
                </c:pt>
                <c:pt idx="17555">
                  <c:v>4.8612799999999998</c:v>
                </c:pt>
                <c:pt idx="17556">
                  <c:v>4.8615899999999996</c:v>
                </c:pt>
                <c:pt idx="17557">
                  <c:v>4.8619000000000003</c:v>
                </c:pt>
                <c:pt idx="17558">
                  <c:v>4.8621999999999996</c:v>
                </c:pt>
                <c:pt idx="17559">
                  <c:v>4.8625100000000003</c:v>
                </c:pt>
                <c:pt idx="17560">
                  <c:v>4.8628099999999996</c:v>
                </c:pt>
                <c:pt idx="17561">
                  <c:v>4.8631200000000003</c:v>
                </c:pt>
                <c:pt idx="17562">
                  <c:v>4.8634199999999996</c:v>
                </c:pt>
                <c:pt idx="17563">
                  <c:v>4.8637300000000003</c:v>
                </c:pt>
                <c:pt idx="17564">
                  <c:v>4.8640299999999996</c:v>
                </c:pt>
                <c:pt idx="17565">
                  <c:v>4.8643400000000003</c:v>
                </c:pt>
                <c:pt idx="17566">
                  <c:v>4.8646399999999996</c:v>
                </c:pt>
                <c:pt idx="17567">
                  <c:v>4.8649500000000003</c:v>
                </c:pt>
                <c:pt idx="17568">
                  <c:v>4.8652499999999996</c:v>
                </c:pt>
                <c:pt idx="17569">
                  <c:v>4.8655600000000003</c:v>
                </c:pt>
                <c:pt idx="17570">
                  <c:v>4.8658700000000001</c:v>
                </c:pt>
                <c:pt idx="17571">
                  <c:v>4.8661700000000003</c:v>
                </c:pt>
                <c:pt idx="17572">
                  <c:v>4.8664800000000001</c:v>
                </c:pt>
                <c:pt idx="17573">
                  <c:v>4.8667800000000003</c:v>
                </c:pt>
                <c:pt idx="17574">
                  <c:v>4.8670900000000001</c:v>
                </c:pt>
                <c:pt idx="17575">
                  <c:v>4.8673900000000003</c:v>
                </c:pt>
                <c:pt idx="17576">
                  <c:v>4.8677000000000001</c:v>
                </c:pt>
                <c:pt idx="17577">
                  <c:v>4.8680000000000003</c:v>
                </c:pt>
                <c:pt idx="17578">
                  <c:v>4.8683100000000001</c:v>
                </c:pt>
                <c:pt idx="17579">
                  <c:v>4.8686100000000003</c:v>
                </c:pt>
                <c:pt idx="17580">
                  <c:v>4.8689200000000001</c:v>
                </c:pt>
                <c:pt idx="17581">
                  <c:v>4.8692299999999999</c:v>
                </c:pt>
                <c:pt idx="17582">
                  <c:v>4.8695300000000001</c:v>
                </c:pt>
                <c:pt idx="17583">
                  <c:v>4.8698399999999999</c:v>
                </c:pt>
                <c:pt idx="17584">
                  <c:v>4.8701400000000001</c:v>
                </c:pt>
                <c:pt idx="17585">
                  <c:v>4.8704499999999999</c:v>
                </c:pt>
                <c:pt idx="17586">
                  <c:v>4.8707500000000001</c:v>
                </c:pt>
                <c:pt idx="17587">
                  <c:v>4.8710599999999999</c:v>
                </c:pt>
                <c:pt idx="17588">
                  <c:v>4.8713600000000001</c:v>
                </c:pt>
                <c:pt idx="17589">
                  <c:v>4.8716699999999999</c:v>
                </c:pt>
                <c:pt idx="17590">
                  <c:v>4.8719700000000001</c:v>
                </c:pt>
                <c:pt idx="17591">
                  <c:v>4.8722799999999999</c:v>
                </c:pt>
                <c:pt idx="17592">
                  <c:v>4.8725800000000001</c:v>
                </c:pt>
                <c:pt idx="17593">
                  <c:v>4.8728899999999999</c:v>
                </c:pt>
                <c:pt idx="17594">
                  <c:v>4.8731999999999998</c:v>
                </c:pt>
                <c:pt idx="17595">
                  <c:v>4.8734999999999999</c:v>
                </c:pt>
                <c:pt idx="17596">
                  <c:v>4.8738099999999998</c:v>
                </c:pt>
                <c:pt idx="17597">
                  <c:v>4.8741099999999999</c:v>
                </c:pt>
                <c:pt idx="17598">
                  <c:v>4.8744199999999998</c:v>
                </c:pt>
                <c:pt idx="17599">
                  <c:v>4.8747199999999999</c:v>
                </c:pt>
                <c:pt idx="17600">
                  <c:v>4.8750299999999998</c:v>
                </c:pt>
                <c:pt idx="17601">
                  <c:v>4.8753299999999999</c:v>
                </c:pt>
                <c:pt idx="17602">
                  <c:v>4.8756399999999998</c:v>
                </c:pt>
                <c:pt idx="17603">
                  <c:v>4.8759399999999999</c:v>
                </c:pt>
                <c:pt idx="17604">
                  <c:v>4.8762499999999998</c:v>
                </c:pt>
                <c:pt idx="17605">
                  <c:v>4.8765499999999999</c:v>
                </c:pt>
                <c:pt idx="17606">
                  <c:v>4.8768599999999998</c:v>
                </c:pt>
                <c:pt idx="17607">
                  <c:v>4.8771699999999996</c:v>
                </c:pt>
                <c:pt idx="17608">
                  <c:v>4.8774699999999998</c:v>
                </c:pt>
                <c:pt idx="17609">
                  <c:v>4.8777799999999996</c:v>
                </c:pt>
                <c:pt idx="17610">
                  <c:v>4.8780799999999997</c:v>
                </c:pt>
                <c:pt idx="17611">
                  <c:v>4.8783899999999996</c:v>
                </c:pt>
                <c:pt idx="17612">
                  <c:v>4.8786899999999997</c:v>
                </c:pt>
                <c:pt idx="17613">
                  <c:v>4.8789999999999996</c:v>
                </c:pt>
                <c:pt idx="17614">
                  <c:v>4.8792999999999997</c:v>
                </c:pt>
                <c:pt idx="17615">
                  <c:v>4.8796099999999996</c:v>
                </c:pt>
                <c:pt idx="17616">
                  <c:v>4.8799099999999997</c:v>
                </c:pt>
                <c:pt idx="17617">
                  <c:v>4.8802199999999996</c:v>
                </c:pt>
                <c:pt idx="17618">
                  <c:v>4.8805199999999997</c:v>
                </c:pt>
                <c:pt idx="17619">
                  <c:v>4.8808299999999996</c:v>
                </c:pt>
                <c:pt idx="17620">
                  <c:v>4.8811400000000003</c:v>
                </c:pt>
                <c:pt idx="17621">
                  <c:v>4.8814399999999996</c:v>
                </c:pt>
                <c:pt idx="17622">
                  <c:v>4.8817500000000003</c:v>
                </c:pt>
                <c:pt idx="17623">
                  <c:v>4.8820499999999996</c:v>
                </c:pt>
                <c:pt idx="17624">
                  <c:v>4.8823600000000003</c:v>
                </c:pt>
                <c:pt idx="17625">
                  <c:v>4.8826599999999996</c:v>
                </c:pt>
                <c:pt idx="17626">
                  <c:v>4.8829700000000003</c:v>
                </c:pt>
                <c:pt idx="17627">
                  <c:v>4.8832700000000004</c:v>
                </c:pt>
                <c:pt idx="17628">
                  <c:v>4.8835800000000003</c:v>
                </c:pt>
                <c:pt idx="17629">
                  <c:v>4.8838800000000004</c:v>
                </c:pt>
                <c:pt idx="17630">
                  <c:v>4.8841900000000003</c:v>
                </c:pt>
                <c:pt idx="17631">
                  <c:v>4.8844900000000004</c:v>
                </c:pt>
                <c:pt idx="17632">
                  <c:v>4.8848000000000003</c:v>
                </c:pt>
                <c:pt idx="17633">
                  <c:v>4.8851100000000001</c:v>
                </c:pt>
                <c:pt idx="17634">
                  <c:v>4.8854100000000003</c:v>
                </c:pt>
                <c:pt idx="17635">
                  <c:v>4.8857200000000001</c:v>
                </c:pt>
                <c:pt idx="17636">
                  <c:v>4.8860200000000003</c:v>
                </c:pt>
                <c:pt idx="17637">
                  <c:v>4.8863300000000001</c:v>
                </c:pt>
                <c:pt idx="17638">
                  <c:v>4.8866300000000003</c:v>
                </c:pt>
                <c:pt idx="17639">
                  <c:v>4.8869400000000001</c:v>
                </c:pt>
                <c:pt idx="17640">
                  <c:v>4.8872400000000003</c:v>
                </c:pt>
                <c:pt idx="17641">
                  <c:v>4.8875500000000001</c:v>
                </c:pt>
                <c:pt idx="17642">
                  <c:v>4.8878500000000003</c:v>
                </c:pt>
                <c:pt idx="17643">
                  <c:v>4.8881600000000001</c:v>
                </c:pt>
                <c:pt idx="17644">
                  <c:v>4.8884699999999999</c:v>
                </c:pt>
                <c:pt idx="17645">
                  <c:v>4.8887700000000001</c:v>
                </c:pt>
                <c:pt idx="17646">
                  <c:v>4.8890799999999999</c:v>
                </c:pt>
                <c:pt idx="17647">
                  <c:v>4.8893800000000001</c:v>
                </c:pt>
                <c:pt idx="17648">
                  <c:v>4.8896899999999999</c:v>
                </c:pt>
                <c:pt idx="17649">
                  <c:v>4.8899900000000001</c:v>
                </c:pt>
                <c:pt idx="17650">
                  <c:v>4.8902999999999999</c:v>
                </c:pt>
                <c:pt idx="17651">
                  <c:v>4.8906000000000001</c:v>
                </c:pt>
                <c:pt idx="17652">
                  <c:v>4.8909099999999999</c:v>
                </c:pt>
                <c:pt idx="17653">
                  <c:v>4.8912100000000001</c:v>
                </c:pt>
                <c:pt idx="17654">
                  <c:v>4.8915199999999999</c:v>
                </c:pt>
                <c:pt idx="17655">
                  <c:v>4.8918200000000001</c:v>
                </c:pt>
                <c:pt idx="17656">
                  <c:v>4.8921299999999999</c:v>
                </c:pt>
                <c:pt idx="17657">
                  <c:v>4.8924399999999997</c:v>
                </c:pt>
                <c:pt idx="17658">
                  <c:v>4.8927399999999999</c:v>
                </c:pt>
                <c:pt idx="17659">
                  <c:v>4.8930499999999997</c:v>
                </c:pt>
                <c:pt idx="17660">
                  <c:v>4.8933499999999999</c:v>
                </c:pt>
                <c:pt idx="17661">
                  <c:v>4.8936599999999997</c:v>
                </c:pt>
                <c:pt idx="17662">
                  <c:v>4.8939599999999999</c:v>
                </c:pt>
                <c:pt idx="17663">
                  <c:v>4.8942699999999997</c:v>
                </c:pt>
                <c:pt idx="17664">
                  <c:v>4.8945699999999999</c:v>
                </c:pt>
                <c:pt idx="17665">
                  <c:v>4.8948799999999997</c:v>
                </c:pt>
                <c:pt idx="17666">
                  <c:v>4.8951799999999999</c:v>
                </c:pt>
                <c:pt idx="17667">
                  <c:v>4.8954899999999997</c:v>
                </c:pt>
                <c:pt idx="17668">
                  <c:v>4.8957899999999999</c:v>
                </c:pt>
                <c:pt idx="17669">
                  <c:v>4.8960999999999997</c:v>
                </c:pt>
                <c:pt idx="17670">
                  <c:v>4.8964100000000004</c:v>
                </c:pt>
                <c:pt idx="17671">
                  <c:v>4.8967099999999997</c:v>
                </c:pt>
                <c:pt idx="17672">
                  <c:v>4.8970200000000004</c:v>
                </c:pt>
                <c:pt idx="17673">
                  <c:v>4.8973199999999997</c:v>
                </c:pt>
                <c:pt idx="17674">
                  <c:v>4.8976300000000004</c:v>
                </c:pt>
                <c:pt idx="17675">
                  <c:v>4.8979299999999997</c:v>
                </c:pt>
                <c:pt idx="17676">
                  <c:v>4.8982400000000004</c:v>
                </c:pt>
                <c:pt idx="17677">
                  <c:v>4.8985399999999997</c:v>
                </c:pt>
                <c:pt idx="17678">
                  <c:v>4.8988500000000004</c:v>
                </c:pt>
                <c:pt idx="17679">
                  <c:v>4.8991499999999997</c:v>
                </c:pt>
                <c:pt idx="17680">
                  <c:v>4.8994600000000004</c:v>
                </c:pt>
                <c:pt idx="17681">
                  <c:v>4.8997599999999997</c:v>
                </c:pt>
                <c:pt idx="17682">
                  <c:v>4.9000700000000004</c:v>
                </c:pt>
                <c:pt idx="17683">
                  <c:v>4.9003800000000002</c:v>
                </c:pt>
                <c:pt idx="17684">
                  <c:v>4.9006800000000004</c:v>
                </c:pt>
                <c:pt idx="17685">
                  <c:v>4.9009900000000002</c:v>
                </c:pt>
                <c:pt idx="17686">
                  <c:v>4.9012900000000004</c:v>
                </c:pt>
                <c:pt idx="17687">
                  <c:v>4.9016000000000002</c:v>
                </c:pt>
                <c:pt idx="17688">
                  <c:v>4.9019000000000004</c:v>
                </c:pt>
                <c:pt idx="17689">
                  <c:v>4.9022100000000002</c:v>
                </c:pt>
                <c:pt idx="17690">
                  <c:v>4.9025100000000004</c:v>
                </c:pt>
                <c:pt idx="17691">
                  <c:v>4.9028200000000002</c:v>
                </c:pt>
                <c:pt idx="17692">
                  <c:v>4.9031200000000004</c:v>
                </c:pt>
                <c:pt idx="17693">
                  <c:v>4.9034300000000002</c:v>
                </c:pt>
                <c:pt idx="17694">
                  <c:v>4.90374</c:v>
                </c:pt>
                <c:pt idx="17695">
                  <c:v>4.9040400000000002</c:v>
                </c:pt>
                <c:pt idx="17696">
                  <c:v>4.90435</c:v>
                </c:pt>
                <c:pt idx="17697">
                  <c:v>4.9046500000000002</c:v>
                </c:pt>
                <c:pt idx="17698">
                  <c:v>4.90496</c:v>
                </c:pt>
                <c:pt idx="17699">
                  <c:v>4.9052600000000002</c:v>
                </c:pt>
                <c:pt idx="17700">
                  <c:v>4.90557</c:v>
                </c:pt>
                <c:pt idx="17701">
                  <c:v>4.9058700000000002</c:v>
                </c:pt>
                <c:pt idx="17702">
                  <c:v>4.90618</c:v>
                </c:pt>
                <c:pt idx="17703">
                  <c:v>4.9064800000000002</c:v>
                </c:pt>
                <c:pt idx="17704">
                  <c:v>4.90679</c:v>
                </c:pt>
                <c:pt idx="17705">
                  <c:v>4.9070900000000002</c:v>
                </c:pt>
                <c:pt idx="17706">
                  <c:v>4.9074</c:v>
                </c:pt>
                <c:pt idx="17707">
                  <c:v>4.9077099999999998</c:v>
                </c:pt>
                <c:pt idx="17708">
                  <c:v>4.90801</c:v>
                </c:pt>
                <c:pt idx="17709">
                  <c:v>4.9083199999999998</c:v>
                </c:pt>
                <c:pt idx="17710">
                  <c:v>4.90862</c:v>
                </c:pt>
                <c:pt idx="17711">
                  <c:v>4.9089299999999998</c:v>
                </c:pt>
                <c:pt idx="17712">
                  <c:v>4.90923</c:v>
                </c:pt>
                <c:pt idx="17713">
                  <c:v>4.9095399999999998</c:v>
                </c:pt>
                <c:pt idx="17714">
                  <c:v>4.90984</c:v>
                </c:pt>
                <c:pt idx="17715">
                  <c:v>4.9101499999999998</c:v>
                </c:pt>
                <c:pt idx="17716">
                  <c:v>4.91045</c:v>
                </c:pt>
                <c:pt idx="17717">
                  <c:v>4.9107599999999998</c:v>
                </c:pt>
                <c:pt idx="17718">
                  <c:v>4.91106</c:v>
                </c:pt>
                <c:pt idx="17719">
                  <c:v>4.9113699999999998</c:v>
                </c:pt>
                <c:pt idx="17720">
                  <c:v>4.9116799999999996</c:v>
                </c:pt>
                <c:pt idx="17721">
                  <c:v>4.9119799999999998</c:v>
                </c:pt>
                <c:pt idx="17722">
                  <c:v>4.9122899999999996</c:v>
                </c:pt>
                <c:pt idx="17723">
                  <c:v>4.9125899999999998</c:v>
                </c:pt>
                <c:pt idx="17724">
                  <c:v>4.9128999999999996</c:v>
                </c:pt>
                <c:pt idx="17725">
                  <c:v>4.9131999999999998</c:v>
                </c:pt>
                <c:pt idx="17726">
                  <c:v>4.9135099999999996</c:v>
                </c:pt>
                <c:pt idx="17727">
                  <c:v>4.9138099999999998</c:v>
                </c:pt>
                <c:pt idx="17728">
                  <c:v>4.9141199999999996</c:v>
                </c:pt>
                <c:pt idx="17729">
                  <c:v>4.9144199999999998</c:v>
                </c:pt>
                <c:pt idx="17730">
                  <c:v>4.9147299999999996</c:v>
                </c:pt>
                <c:pt idx="17731">
                  <c:v>4.9150299999999998</c:v>
                </c:pt>
                <c:pt idx="17732">
                  <c:v>4.9153399999999996</c:v>
                </c:pt>
                <c:pt idx="17733">
                  <c:v>4.9156500000000003</c:v>
                </c:pt>
                <c:pt idx="17734">
                  <c:v>4.9159499999999996</c:v>
                </c:pt>
                <c:pt idx="17735">
                  <c:v>4.9162600000000003</c:v>
                </c:pt>
                <c:pt idx="17736">
                  <c:v>4.9165599999999996</c:v>
                </c:pt>
                <c:pt idx="17737">
                  <c:v>4.9168700000000003</c:v>
                </c:pt>
                <c:pt idx="17738">
                  <c:v>4.9171699999999996</c:v>
                </c:pt>
                <c:pt idx="17739">
                  <c:v>4.9174800000000003</c:v>
                </c:pt>
                <c:pt idx="17740">
                  <c:v>4.9177799999999996</c:v>
                </c:pt>
                <c:pt idx="17741">
                  <c:v>4.9180900000000003</c:v>
                </c:pt>
                <c:pt idx="17742">
                  <c:v>4.9183899999999996</c:v>
                </c:pt>
                <c:pt idx="17743">
                  <c:v>4.9187000000000003</c:v>
                </c:pt>
                <c:pt idx="17744">
                  <c:v>4.9189999999999996</c:v>
                </c:pt>
                <c:pt idx="17745">
                  <c:v>4.9193100000000003</c:v>
                </c:pt>
                <c:pt idx="17746">
                  <c:v>4.9196200000000001</c:v>
                </c:pt>
                <c:pt idx="17747">
                  <c:v>4.9199200000000003</c:v>
                </c:pt>
                <c:pt idx="17748">
                  <c:v>4.9202300000000001</c:v>
                </c:pt>
                <c:pt idx="17749">
                  <c:v>4.9205300000000003</c:v>
                </c:pt>
                <c:pt idx="17750">
                  <c:v>4.9208400000000001</c:v>
                </c:pt>
                <c:pt idx="17751">
                  <c:v>4.9211400000000003</c:v>
                </c:pt>
                <c:pt idx="17752">
                  <c:v>4.9214500000000001</c:v>
                </c:pt>
                <c:pt idx="17753">
                  <c:v>4.9217500000000003</c:v>
                </c:pt>
                <c:pt idx="17754">
                  <c:v>4.9220600000000001</c:v>
                </c:pt>
                <c:pt idx="17755">
                  <c:v>4.9223600000000003</c:v>
                </c:pt>
                <c:pt idx="17756">
                  <c:v>4.9226700000000001</c:v>
                </c:pt>
                <c:pt idx="17757">
                  <c:v>4.9229799999999999</c:v>
                </c:pt>
                <c:pt idx="17758">
                  <c:v>4.9232800000000001</c:v>
                </c:pt>
                <c:pt idx="17759">
                  <c:v>4.9235899999999999</c:v>
                </c:pt>
                <c:pt idx="17760">
                  <c:v>4.9238900000000001</c:v>
                </c:pt>
                <c:pt idx="17761">
                  <c:v>4.9241999999999999</c:v>
                </c:pt>
                <c:pt idx="17762">
                  <c:v>4.9245000000000001</c:v>
                </c:pt>
                <c:pt idx="17763">
                  <c:v>4.9248099999999999</c:v>
                </c:pt>
                <c:pt idx="17764">
                  <c:v>4.9251100000000001</c:v>
                </c:pt>
                <c:pt idx="17765">
                  <c:v>4.9254199999999999</c:v>
                </c:pt>
                <c:pt idx="17766">
                  <c:v>4.9257200000000001</c:v>
                </c:pt>
                <c:pt idx="17767">
                  <c:v>4.9260299999999999</c:v>
                </c:pt>
                <c:pt idx="17768">
                  <c:v>4.9263300000000001</c:v>
                </c:pt>
                <c:pt idx="17769">
                  <c:v>4.9266399999999999</c:v>
                </c:pt>
                <c:pt idx="17770">
                  <c:v>4.9269499999999997</c:v>
                </c:pt>
                <c:pt idx="17771">
                  <c:v>4.9272499999999999</c:v>
                </c:pt>
                <c:pt idx="17772">
                  <c:v>4.9275599999999997</c:v>
                </c:pt>
                <c:pt idx="17773">
                  <c:v>4.9278599999999999</c:v>
                </c:pt>
                <c:pt idx="17774">
                  <c:v>4.9281699999999997</c:v>
                </c:pt>
                <c:pt idx="17775">
                  <c:v>4.9284699999999999</c:v>
                </c:pt>
                <c:pt idx="17776">
                  <c:v>4.9287799999999997</c:v>
                </c:pt>
                <c:pt idx="17777">
                  <c:v>4.9290799999999999</c:v>
                </c:pt>
                <c:pt idx="17778">
                  <c:v>4.9293899999999997</c:v>
                </c:pt>
                <c:pt idx="17779">
                  <c:v>4.9296899999999999</c:v>
                </c:pt>
                <c:pt idx="17780">
                  <c:v>4.93</c:v>
                </c:pt>
                <c:pt idx="17781">
                  <c:v>4.9302999999999999</c:v>
                </c:pt>
                <c:pt idx="17782">
                  <c:v>4.9306099999999997</c:v>
                </c:pt>
                <c:pt idx="17783">
                  <c:v>4.9309200000000004</c:v>
                </c:pt>
                <c:pt idx="17784">
                  <c:v>4.9312199999999997</c:v>
                </c:pt>
                <c:pt idx="17785">
                  <c:v>4.9315300000000004</c:v>
                </c:pt>
                <c:pt idx="17786">
                  <c:v>4.9318299999999997</c:v>
                </c:pt>
                <c:pt idx="17787">
                  <c:v>4.9321400000000004</c:v>
                </c:pt>
                <c:pt idx="17788">
                  <c:v>4.9324399999999997</c:v>
                </c:pt>
                <c:pt idx="17789">
                  <c:v>4.9327500000000004</c:v>
                </c:pt>
                <c:pt idx="17790">
                  <c:v>4.9330499999999997</c:v>
                </c:pt>
                <c:pt idx="17791">
                  <c:v>4.9333600000000004</c:v>
                </c:pt>
                <c:pt idx="17792">
                  <c:v>4.9336599999999997</c:v>
                </c:pt>
                <c:pt idx="17793">
                  <c:v>4.9339700000000004</c:v>
                </c:pt>
                <c:pt idx="17794">
                  <c:v>4.9342699999999997</c:v>
                </c:pt>
                <c:pt idx="17795">
                  <c:v>4.9345800000000004</c:v>
                </c:pt>
                <c:pt idx="17796">
                  <c:v>4.9348900000000002</c:v>
                </c:pt>
                <c:pt idx="17797">
                  <c:v>4.9351900000000004</c:v>
                </c:pt>
                <c:pt idx="17798">
                  <c:v>4.9355000000000002</c:v>
                </c:pt>
                <c:pt idx="17799">
                  <c:v>4.9358000000000004</c:v>
                </c:pt>
                <c:pt idx="17800">
                  <c:v>4.9361100000000002</c:v>
                </c:pt>
                <c:pt idx="17801">
                  <c:v>4.9364100000000004</c:v>
                </c:pt>
                <c:pt idx="17802">
                  <c:v>4.9367200000000002</c:v>
                </c:pt>
                <c:pt idx="17803">
                  <c:v>4.9370200000000004</c:v>
                </c:pt>
                <c:pt idx="17804">
                  <c:v>4.9373300000000002</c:v>
                </c:pt>
                <c:pt idx="17805">
                  <c:v>4.9376300000000004</c:v>
                </c:pt>
                <c:pt idx="17806">
                  <c:v>4.9379400000000002</c:v>
                </c:pt>
                <c:pt idx="17807">
                  <c:v>4.9382400000000004</c:v>
                </c:pt>
                <c:pt idx="17808">
                  <c:v>4.9385500000000002</c:v>
                </c:pt>
                <c:pt idx="17809">
                  <c:v>4.93886</c:v>
                </c:pt>
                <c:pt idx="17810">
                  <c:v>4.9391600000000002</c:v>
                </c:pt>
                <c:pt idx="17811">
                  <c:v>4.93947</c:v>
                </c:pt>
                <c:pt idx="17812">
                  <c:v>4.9397700000000002</c:v>
                </c:pt>
                <c:pt idx="17813">
                  <c:v>4.94008</c:v>
                </c:pt>
                <c:pt idx="17814">
                  <c:v>4.9403800000000002</c:v>
                </c:pt>
                <c:pt idx="17815">
                  <c:v>4.94069</c:v>
                </c:pt>
                <c:pt idx="17816">
                  <c:v>4.9409900000000002</c:v>
                </c:pt>
                <c:pt idx="17817">
                  <c:v>4.9413</c:v>
                </c:pt>
                <c:pt idx="17818">
                  <c:v>4.9416000000000002</c:v>
                </c:pt>
                <c:pt idx="17819">
                  <c:v>4.94191</c:v>
                </c:pt>
                <c:pt idx="17820">
                  <c:v>4.9422199999999998</c:v>
                </c:pt>
                <c:pt idx="17821">
                  <c:v>4.94252</c:v>
                </c:pt>
                <c:pt idx="17822">
                  <c:v>4.9428299999999998</c:v>
                </c:pt>
                <c:pt idx="17823">
                  <c:v>4.94313</c:v>
                </c:pt>
                <c:pt idx="17824">
                  <c:v>4.9434399999999998</c:v>
                </c:pt>
                <c:pt idx="17825">
                  <c:v>4.94374</c:v>
                </c:pt>
                <c:pt idx="17826">
                  <c:v>4.9440499999999998</c:v>
                </c:pt>
                <c:pt idx="17827">
                  <c:v>4.94435</c:v>
                </c:pt>
                <c:pt idx="17828">
                  <c:v>4.9446599999999998</c:v>
                </c:pt>
                <c:pt idx="17829">
                  <c:v>4.94496</c:v>
                </c:pt>
                <c:pt idx="17830">
                  <c:v>4.9452699999999998</c:v>
                </c:pt>
                <c:pt idx="17831">
                  <c:v>4.94557</c:v>
                </c:pt>
                <c:pt idx="17832">
                  <c:v>4.9458799999999998</c:v>
                </c:pt>
                <c:pt idx="17833">
                  <c:v>4.9461899999999996</c:v>
                </c:pt>
                <c:pt idx="17834">
                  <c:v>4.9464899999999998</c:v>
                </c:pt>
                <c:pt idx="17835">
                  <c:v>4.9467999999999996</c:v>
                </c:pt>
                <c:pt idx="17836">
                  <c:v>4.9470999999999998</c:v>
                </c:pt>
                <c:pt idx="17837">
                  <c:v>4.9474099999999996</c:v>
                </c:pt>
                <c:pt idx="17838">
                  <c:v>4.9477099999999998</c:v>
                </c:pt>
                <c:pt idx="17839">
                  <c:v>4.9480199999999996</c:v>
                </c:pt>
                <c:pt idx="17840">
                  <c:v>4.9483199999999998</c:v>
                </c:pt>
                <c:pt idx="17841">
                  <c:v>4.9486299999999996</c:v>
                </c:pt>
                <c:pt idx="17842">
                  <c:v>4.9489299999999998</c:v>
                </c:pt>
                <c:pt idx="17843">
                  <c:v>4.9492399999999996</c:v>
                </c:pt>
                <c:pt idx="17844">
                  <c:v>4.9495399999999998</c:v>
                </c:pt>
                <c:pt idx="17845">
                  <c:v>4.9498499999999996</c:v>
                </c:pt>
                <c:pt idx="17846">
                  <c:v>4.9501600000000003</c:v>
                </c:pt>
                <c:pt idx="17847">
                  <c:v>4.9504599999999996</c:v>
                </c:pt>
                <c:pt idx="17848">
                  <c:v>4.9507700000000003</c:v>
                </c:pt>
                <c:pt idx="17849">
                  <c:v>4.9510699999999996</c:v>
                </c:pt>
                <c:pt idx="17850">
                  <c:v>4.9513800000000003</c:v>
                </c:pt>
                <c:pt idx="17851">
                  <c:v>4.9516799999999996</c:v>
                </c:pt>
                <c:pt idx="17852">
                  <c:v>4.9519900000000003</c:v>
                </c:pt>
                <c:pt idx="17853">
                  <c:v>4.9522899999999996</c:v>
                </c:pt>
                <c:pt idx="17854">
                  <c:v>4.9526000000000003</c:v>
                </c:pt>
                <c:pt idx="17855">
                  <c:v>4.9528999999999996</c:v>
                </c:pt>
                <c:pt idx="17856">
                  <c:v>4.9532100000000003</c:v>
                </c:pt>
                <c:pt idx="17857">
                  <c:v>4.9535099999999996</c:v>
                </c:pt>
                <c:pt idx="17858">
                  <c:v>4.9538200000000003</c:v>
                </c:pt>
                <c:pt idx="17859">
                  <c:v>4.9541300000000001</c:v>
                </c:pt>
                <c:pt idx="17860">
                  <c:v>4.9544300000000003</c:v>
                </c:pt>
                <c:pt idx="17861">
                  <c:v>4.9547400000000001</c:v>
                </c:pt>
                <c:pt idx="17862">
                  <c:v>4.9550400000000003</c:v>
                </c:pt>
                <c:pt idx="17863">
                  <c:v>4.9553500000000001</c:v>
                </c:pt>
                <c:pt idx="17864">
                  <c:v>4.9556500000000003</c:v>
                </c:pt>
                <c:pt idx="17865">
                  <c:v>4.9559600000000001</c:v>
                </c:pt>
                <c:pt idx="17866">
                  <c:v>4.9562600000000003</c:v>
                </c:pt>
                <c:pt idx="17867">
                  <c:v>4.9565700000000001</c:v>
                </c:pt>
                <c:pt idx="17868">
                  <c:v>4.9568700000000003</c:v>
                </c:pt>
                <c:pt idx="17869">
                  <c:v>4.9571800000000001</c:v>
                </c:pt>
                <c:pt idx="17870">
                  <c:v>4.95749</c:v>
                </c:pt>
                <c:pt idx="17871">
                  <c:v>4.9577900000000001</c:v>
                </c:pt>
                <c:pt idx="17872">
                  <c:v>4.9581</c:v>
                </c:pt>
                <c:pt idx="17873">
                  <c:v>4.9584000000000001</c:v>
                </c:pt>
                <c:pt idx="17874">
                  <c:v>4.95871</c:v>
                </c:pt>
                <c:pt idx="17875">
                  <c:v>4.9590100000000001</c:v>
                </c:pt>
                <c:pt idx="17876">
                  <c:v>4.95932</c:v>
                </c:pt>
                <c:pt idx="17877">
                  <c:v>4.9596200000000001</c:v>
                </c:pt>
                <c:pt idx="17878">
                  <c:v>4.9599299999999999</c:v>
                </c:pt>
                <c:pt idx="17879">
                  <c:v>4.9602300000000001</c:v>
                </c:pt>
                <c:pt idx="17880">
                  <c:v>4.9605399999999999</c:v>
                </c:pt>
                <c:pt idx="17881">
                  <c:v>4.9608400000000001</c:v>
                </c:pt>
                <c:pt idx="17882">
                  <c:v>4.9611499999999999</c:v>
                </c:pt>
                <c:pt idx="17883">
                  <c:v>4.9614599999999998</c:v>
                </c:pt>
                <c:pt idx="17884">
                  <c:v>4.9617599999999999</c:v>
                </c:pt>
                <c:pt idx="17885">
                  <c:v>4.9620699999999998</c:v>
                </c:pt>
                <c:pt idx="17886">
                  <c:v>4.9623699999999999</c:v>
                </c:pt>
                <c:pt idx="17887">
                  <c:v>4.9626799999999998</c:v>
                </c:pt>
                <c:pt idx="17888">
                  <c:v>4.9629799999999999</c:v>
                </c:pt>
                <c:pt idx="17889">
                  <c:v>4.9632899999999998</c:v>
                </c:pt>
                <c:pt idx="17890">
                  <c:v>4.9635899999999999</c:v>
                </c:pt>
                <c:pt idx="17891">
                  <c:v>4.9638999999999998</c:v>
                </c:pt>
                <c:pt idx="17892">
                  <c:v>4.9641999999999999</c:v>
                </c:pt>
                <c:pt idx="17893">
                  <c:v>4.9645099999999998</c:v>
                </c:pt>
                <c:pt idx="17894">
                  <c:v>4.9648099999999999</c:v>
                </c:pt>
                <c:pt idx="17895">
                  <c:v>4.9651199999999998</c:v>
                </c:pt>
                <c:pt idx="17896">
                  <c:v>4.9654299999999996</c:v>
                </c:pt>
                <c:pt idx="17897">
                  <c:v>4.9657299999999998</c:v>
                </c:pt>
                <c:pt idx="17898">
                  <c:v>4.9660399999999996</c:v>
                </c:pt>
                <c:pt idx="17899">
                  <c:v>4.9663399999999998</c:v>
                </c:pt>
                <c:pt idx="17900">
                  <c:v>4.9666499999999996</c:v>
                </c:pt>
                <c:pt idx="17901">
                  <c:v>4.9669499999999998</c:v>
                </c:pt>
                <c:pt idx="17902">
                  <c:v>4.9672599999999996</c:v>
                </c:pt>
                <c:pt idx="17903">
                  <c:v>4.9675599999999998</c:v>
                </c:pt>
                <c:pt idx="17904">
                  <c:v>4.9678699999999996</c:v>
                </c:pt>
                <c:pt idx="17905">
                  <c:v>4.9681699999999998</c:v>
                </c:pt>
                <c:pt idx="17906">
                  <c:v>4.9684799999999996</c:v>
                </c:pt>
                <c:pt idx="17907">
                  <c:v>4.9687799999999998</c:v>
                </c:pt>
                <c:pt idx="17908">
                  <c:v>4.9690899999999996</c:v>
                </c:pt>
                <c:pt idx="17909">
                  <c:v>4.9694000000000003</c:v>
                </c:pt>
                <c:pt idx="17910">
                  <c:v>4.9696999999999996</c:v>
                </c:pt>
                <c:pt idx="17911">
                  <c:v>4.9700100000000003</c:v>
                </c:pt>
                <c:pt idx="17912">
                  <c:v>4.9703099999999996</c:v>
                </c:pt>
                <c:pt idx="17913">
                  <c:v>4.9706200000000003</c:v>
                </c:pt>
                <c:pt idx="17914">
                  <c:v>4.9709199999999996</c:v>
                </c:pt>
                <c:pt idx="17915">
                  <c:v>4.9712300000000003</c:v>
                </c:pt>
                <c:pt idx="17916">
                  <c:v>4.9715299999999996</c:v>
                </c:pt>
                <c:pt idx="17917">
                  <c:v>4.9718400000000003</c:v>
                </c:pt>
                <c:pt idx="17918">
                  <c:v>4.9721399999999996</c:v>
                </c:pt>
                <c:pt idx="17919">
                  <c:v>4.9724500000000003</c:v>
                </c:pt>
                <c:pt idx="17920">
                  <c:v>4.9727499999999996</c:v>
                </c:pt>
                <c:pt idx="17921">
                  <c:v>4.9730600000000003</c:v>
                </c:pt>
                <c:pt idx="17922">
                  <c:v>4.9733700000000001</c:v>
                </c:pt>
                <c:pt idx="17923">
                  <c:v>4.9736700000000003</c:v>
                </c:pt>
                <c:pt idx="17924">
                  <c:v>4.9739800000000001</c:v>
                </c:pt>
                <c:pt idx="17925">
                  <c:v>4.9742800000000003</c:v>
                </c:pt>
                <c:pt idx="17926">
                  <c:v>4.9745900000000001</c:v>
                </c:pt>
                <c:pt idx="17927">
                  <c:v>4.9748900000000003</c:v>
                </c:pt>
                <c:pt idx="17928">
                  <c:v>4.9752000000000001</c:v>
                </c:pt>
                <c:pt idx="17929">
                  <c:v>4.9755000000000003</c:v>
                </c:pt>
                <c:pt idx="17930">
                  <c:v>4.9758100000000001</c:v>
                </c:pt>
                <c:pt idx="17931">
                  <c:v>4.9761100000000003</c:v>
                </c:pt>
                <c:pt idx="17932">
                  <c:v>4.9764200000000001</c:v>
                </c:pt>
                <c:pt idx="17933">
                  <c:v>4.9767299999999999</c:v>
                </c:pt>
                <c:pt idx="17934">
                  <c:v>4.9770300000000001</c:v>
                </c:pt>
                <c:pt idx="17935">
                  <c:v>4.9773399999999999</c:v>
                </c:pt>
                <c:pt idx="17936">
                  <c:v>4.9776400000000001</c:v>
                </c:pt>
                <c:pt idx="17937">
                  <c:v>4.9779499999999999</c:v>
                </c:pt>
                <c:pt idx="17938">
                  <c:v>4.9782500000000001</c:v>
                </c:pt>
                <c:pt idx="17939">
                  <c:v>4.9785599999999999</c:v>
                </c:pt>
                <c:pt idx="17940">
                  <c:v>4.9788600000000001</c:v>
                </c:pt>
                <c:pt idx="17941">
                  <c:v>4.9791699999999999</c:v>
                </c:pt>
                <c:pt idx="17942">
                  <c:v>4.9794700000000001</c:v>
                </c:pt>
                <c:pt idx="17943">
                  <c:v>4.9797799999999999</c:v>
                </c:pt>
                <c:pt idx="17944">
                  <c:v>4.9800800000000001</c:v>
                </c:pt>
                <c:pt idx="17945">
                  <c:v>4.9803899999999999</c:v>
                </c:pt>
                <c:pt idx="17946">
                  <c:v>4.9806999999999997</c:v>
                </c:pt>
                <c:pt idx="17947">
                  <c:v>4.9809999999999999</c:v>
                </c:pt>
                <c:pt idx="17948">
                  <c:v>4.9813099999999997</c:v>
                </c:pt>
                <c:pt idx="17949">
                  <c:v>4.9816099999999999</c:v>
                </c:pt>
                <c:pt idx="17950">
                  <c:v>4.9819199999999997</c:v>
                </c:pt>
                <c:pt idx="17951">
                  <c:v>4.9822199999999999</c:v>
                </c:pt>
                <c:pt idx="17952">
                  <c:v>4.9825299999999997</c:v>
                </c:pt>
                <c:pt idx="17953">
                  <c:v>4.9828299999999999</c:v>
                </c:pt>
                <c:pt idx="17954">
                  <c:v>4.9831399999999997</c:v>
                </c:pt>
                <c:pt idx="17955">
                  <c:v>4.9834399999999999</c:v>
                </c:pt>
                <c:pt idx="17956">
                  <c:v>4.9837499999999997</c:v>
                </c:pt>
                <c:pt idx="17957">
                  <c:v>4.9840499999999999</c:v>
                </c:pt>
                <c:pt idx="17958">
                  <c:v>4.9843599999999997</c:v>
                </c:pt>
                <c:pt idx="17959">
                  <c:v>4.9846700000000004</c:v>
                </c:pt>
                <c:pt idx="17960">
                  <c:v>4.9849699999999997</c:v>
                </c:pt>
                <c:pt idx="17961">
                  <c:v>4.9852800000000004</c:v>
                </c:pt>
                <c:pt idx="17962">
                  <c:v>4.9855799999999997</c:v>
                </c:pt>
                <c:pt idx="17963">
                  <c:v>4.9858900000000004</c:v>
                </c:pt>
                <c:pt idx="17964">
                  <c:v>4.9861899999999997</c:v>
                </c:pt>
                <c:pt idx="17965">
                  <c:v>4.9865000000000004</c:v>
                </c:pt>
                <c:pt idx="17966">
                  <c:v>4.9867999999999997</c:v>
                </c:pt>
                <c:pt idx="17967">
                  <c:v>4.9871100000000004</c:v>
                </c:pt>
                <c:pt idx="17968">
                  <c:v>4.9874099999999997</c:v>
                </c:pt>
                <c:pt idx="17969">
                  <c:v>4.9877200000000004</c:v>
                </c:pt>
                <c:pt idx="17970">
                  <c:v>4.9880199999999997</c:v>
                </c:pt>
                <c:pt idx="17971">
                  <c:v>4.9883300000000004</c:v>
                </c:pt>
                <c:pt idx="17972">
                  <c:v>4.9886400000000002</c:v>
                </c:pt>
                <c:pt idx="17973">
                  <c:v>4.9889400000000004</c:v>
                </c:pt>
                <c:pt idx="17974">
                  <c:v>4.9892500000000002</c:v>
                </c:pt>
                <c:pt idx="17975">
                  <c:v>4.9895500000000004</c:v>
                </c:pt>
                <c:pt idx="17976">
                  <c:v>4.9898600000000002</c:v>
                </c:pt>
                <c:pt idx="17977">
                  <c:v>4.9901600000000004</c:v>
                </c:pt>
                <c:pt idx="17978">
                  <c:v>4.9904700000000002</c:v>
                </c:pt>
                <c:pt idx="17979">
                  <c:v>4.9907700000000004</c:v>
                </c:pt>
                <c:pt idx="17980">
                  <c:v>4.9910800000000002</c:v>
                </c:pt>
                <c:pt idx="17981">
                  <c:v>4.9913800000000004</c:v>
                </c:pt>
                <c:pt idx="17982">
                  <c:v>4.9916900000000002</c:v>
                </c:pt>
                <c:pt idx="17983">
                  <c:v>4.9919900000000004</c:v>
                </c:pt>
                <c:pt idx="17984">
                  <c:v>4.9923000000000002</c:v>
                </c:pt>
                <c:pt idx="17985">
                  <c:v>4.99261</c:v>
                </c:pt>
                <c:pt idx="17986">
                  <c:v>4.9929100000000002</c:v>
                </c:pt>
                <c:pt idx="17987">
                  <c:v>4.99322</c:v>
                </c:pt>
                <c:pt idx="17988">
                  <c:v>4.9935200000000002</c:v>
                </c:pt>
                <c:pt idx="17989">
                  <c:v>4.99383</c:v>
                </c:pt>
                <c:pt idx="17990">
                  <c:v>4.9941300000000002</c:v>
                </c:pt>
                <c:pt idx="17991">
                  <c:v>4.99444</c:v>
                </c:pt>
                <c:pt idx="17992">
                  <c:v>4.9947400000000002</c:v>
                </c:pt>
                <c:pt idx="17993">
                  <c:v>4.99505</c:v>
                </c:pt>
                <c:pt idx="17994">
                  <c:v>4.9953500000000002</c:v>
                </c:pt>
                <c:pt idx="17995">
                  <c:v>4.99566</c:v>
                </c:pt>
                <c:pt idx="17996">
                  <c:v>4.9959699999999998</c:v>
                </c:pt>
                <c:pt idx="17997">
                  <c:v>4.99627</c:v>
                </c:pt>
                <c:pt idx="17998">
                  <c:v>4.9965799999999998</c:v>
                </c:pt>
                <c:pt idx="17999">
                  <c:v>4.99688</c:v>
                </c:pt>
                <c:pt idx="18000">
                  <c:v>4.9971899999999998</c:v>
                </c:pt>
                <c:pt idx="18001">
                  <c:v>4.99749</c:v>
                </c:pt>
                <c:pt idx="18002">
                  <c:v>4.9977999999999998</c:v>
                </c:pt>
                <c:pt idx="18003">
                  <c:v>4.9981</c:v>
                </c:pt>
                <c:pt idx="18004">
                  <c:v>4.9984099999999998</c:v>
                </c:pt>
                <c:pt idx="18005">
                  <c:v>4.99871</c:v>
                </c:pt>
                <c:pt idx="18006">
                  <c:v>4.9990199999999998</c:v>
                </c:pt>
                <c:pt idx="18007">
                  <c:v>4.99932</c:v>
                </c:pt>
                <c:pt idx="18008">
                  <c:v>4.9996299999999998</c:v>
                </c:pt>
                <c:pt idx="18009">
                  <c:v>4.9999399999999996</c:v>
                </c:pt>
                <c:pt idx="18010">
                  <c:v>5.0002399999999998</c:v>
                </c:pt>
                <c:pt idx="18011">
                  <c:v>5.0005499999999996</c:v>
                </c:pt>
                <c:pt idx="18012">
                  <c:v>5.0008499999999998</c:v>
                </c:pt>
                <c:pt idx="18013">
                  <c:v>5.0011599999999996</c:v>
                </c:pt>
                <c:pt idx="18014">
                  <c:v>5.0014599999999998</c:v>
                </c:pt>
                <c:pt idx="18015">
                  <c:v>5.0017699999999996</c:v>
                </c:pt>
                <c:pt idx="18016">
                  <c:v>5.0020699999999998</c:v>
                </c:pt>
                <c:pt idx="18017">
                  <c:v>5.0023799999999996</c:v>
                </c:pt>
                <c:pt idx="18018">
                  <c:v>5.0026799999999998</c:v>
                </c:pt>
                <c:pt idx="18019">
                  <c:v>5.0029899999999996</c:v>
                </c:pt>
                <c:pt idx="18020">
                  <c:v>5.0032899999999998</c:v>
                </c:pt>
                <c:pt idx="18021">
                  <c:v>5.0035999999999996</c:v>
                </c:pt>
                <c:pt idx="18022">
                  <c:v>5.0039100000000003</c:v>
                </c:pt>
                <c:pt idx="18023">
                  <c:v>5.0042099999999996</c:v>
                </c:pt>
                <c:pt idx="18024">
                  <c:v>5.0045200000000003</c:v>
                </c:pt>
                <c:pt idx="18025">
                  <c:v>5.0048199999999996</c:v>
                </c:pt>
                <c:pt idx="18026">
                  <c:v>5.0051300000000003</c:v>
                </c:pt>
                <c:pt idx="18027">
                  <c:v>5.0054299999999996</c:v>
                </c:pt>
                <c:pt idx="18028">
                  <c:v>5.0057400000000003</c:v>
                </c:pt>
                <c:pt idx="18029">
                  <c:v>5.0060399999999996</c:v>
                </c:pt>
                <c:pt idx="18030">
                  <c:v>5.0063500000000003</c:v>
                </c:pt>
                <c:pt idx="18031">
                  <c:v>5.0066499999999996</c:v>
                </c:pt>
                <c:pt idx="18032">
                  <c:v>5.0069600000000003</c:v>
                </c:pt>
                <c:pt idx="18033">
                  <c:v>5.0072599999999996</c:v>
                </c:pt>
                <c:pt idx="18034">
                  <c:v>5.0075700000000003</c:v>
                </c:pt>
                <c:pt idx="18035">
                  <c:v>5.0078800000000001</c:v>
                </c:pt>
                <c:pt idx="18036">
                  <c:v>5.0081800000000003</c:v>
                </c:pt>
                <c:pt idx="18037">
                  <c:v>5.0084900000000001</c:v>
                </c:pt>
                <c:pt idx="18038">
                  <c:v>5.0087900000000003</c:v>
                </c:pt>
                <c:pt idx="18039">
                  <c:v>5.0091000000000001</c:v>
                </c:pt>
                <c:pt idx="18040">
                  <c:v>5.0094000000000003</c:v>
                </c:pt>
                <c:pt idx="18041">
                  <c:v>5.0097100000000001</c:v>
                </c:pt>
                <c:pt idx="18042">
                  <c:v>5.0100100000000003</c:v>
                </c:pt>
                <c:pt idx="18043">
                  <c:v>5.0103200000000001</c:v>
                </c:pt>
                <c:pt idx="18044">
                  <c:v>5.0106200000000003</c:v>
                </c:pt>
                <c:pt idx="18045">
                  <c:v>5.0109300000000001</c:v>
                </c:pt>
                <c:pt idx="18046">
                  <c:v>5.0112300000000003</c:v>
                </c:pt>
                <c:pt idx="18047">
                  <c:v>5.0115400000000001</c:v>
                </c:pt>
                <c:pt idx="18048">
                  <c:v>5.0118499999999999</c:v>
                </c:pt>
                <c:pt idx="18049">
                  <c:v>5.0121500000000001</c:v>
                </c:pt>
                <c:pt idx="18050">
                  <c:v>5.0124599999999999</c:v>
                </c:pt>
                <c:pt idx="18051">
                  <c:v>5.0127600000000001</c:v>
                </c:pt>
                <c:pt idx="18052">
                  <c:v>5.0130699999999999</c:v>
                </c:pt>
                <c:pt idx="18053">
                  <c:v>5.0133700000000001</c:v>
                </c:pt>
                <c:pt idx="18054">
                  <c:v>5.0136799999999999</c:v>
                </c:pt>
                <c:pt idx="18055">
                  <c:v>5.0139800000000001</c:v>
                </c:pt>
                <c:pt idx="18056">
                  <c:v>5.0142899999999999</c:v>
                </c:pt>
                <c:pt idx="18057">
                  <c:v>5.0145900000000001</c:v>
                </c:pt>
                <c:pt idx="18058">
                  <c:v>5.0148999999999999</c:v>
                </c:pt>
                <c:pt idx="18059">
                  <c:v>5.0152099999999997</c:v>
                </c:pt>
                <c:pt idx="18060">
                  <c:v>5.0155099999999999</c:v>
                </c:pt>
                <c:pt idx="18061">
                  <c:v>5.0158199999999997</c:v>
                </c:pt>
                <c:pt idx="18062">
                  <c:v>5.0161199999999999</c:v>
                </c:pt>
                <c:pt idx="18063">
                  <c:v>5.0164299999999997</c:v>
                </c:pt>
                <c:pt idx="18064">
                  <c:v>5.0167299999999999</c:v>
                </c:pt>
                <c:pt idx="18065">
                  <c:v>5.0170399999999997</c:v>
                </c:pt>
                <c:pt idx="18066">
                  <c:v>5.0173399999999999</c:v>
                </c:pt>
                <c:pt idx="18067">
                  <c:v>5.0176499999999997</c:v>
                </c:pt>
                <c:pt idx="18068">
                  <c:v>5.0179499999999999</c:v>
                </c:pt>
                <c:pt idx="18069">
                  <c:v>5.0182599999999997</c:v>
                </c:pt>
                <c:pt idx="18070">
                  <c:v>5.0185599999999999</c:v>
                </c:pt>
                <c:pt idx="18071">
                  <c:v>5.0188699999999997</c:v>
                </c:pt>
                <c:pt idx="18072">
                  <c:v>5.0191800000000004</c:v>
                </c:pt>
                <c:pt idx="18073">
                  <c:v>5.0194799999999997</c:v>
                </c:pt>
                <c:pt idx="18074">
                  <c:v>5.0197900000000004</c:v>
                </c:pt>
                <c:pt idx="18075">
                  <c:v>5.0200899999999997</c:v>
                </c:pt>
                <c:pt idx="18076">
                  <c:v>5.0204000000000004</c:v>
                </c:pt>
                <c:pt idx="18077">
                  <c:v>5.0206999999999997</c:v>
                </c:pt>
                <c:pt idx="18078">
                  <c:v>5.0210100000000004</c:v>
                </c:pt>
                <c:pt idx="18079">
                  <c:v>5.0213099999999997</c:v>
                </c:pt>
                <c:pt idx="18080">
                  <c:v>5.0216200000000004</c:v>
                </c:pt>
                <c:pt idx="18081">
                  <c:v>5.0219199999999997</c:v>
                </c:pt>
                <c:pt idx="18082">
                  <c:v>5.0222300000000004</c:v>
                </c:pt>
                <c:pt idx="18083">
                  <c:v>5.0225299999999997</c:v>
                </c:pt>
                <c:pt idx="18084">
                  <c:v>5.0228400000000004</c:v>
                </c:pt>
                <c:pt idx="18085">
                  <c:v>5.0231500000000002</c:v>
                </c:pt>
                <c:pt idx="18086">
                  <c:v>5.0234500000000004</c:v>
                </c:pt>
                <c:pt idx="18087">
                  <c:v>5.0237600000000002</c:v>
                </c:pt>
                <c:pt idx="18088">
                  <c:v>5.0240600000000004</c:v>
                </c:pt>
                <c:pt idx="18089">
                  <c:v>5.0243700000000002</c:v>
                </c:pt>
                <c:pt idx="18090">
                  <c:v>5.0246700000000004</c:v>
                </c:pt>
                <c:pt idx="18091">
                  <c:v>5.0249800000000002</c:v>
                </c:pt>
                <c:pt idx="18092">
                  <c:v>5.0252800000000004</c:v>
                </c:pt>
                <c:pt idx="18093">
                  <c:v>5.0255900000000002</c:v>
                </c:pt>
                <c:pt idx="18094">
                  <c:v>5.0258900000000004</c:v>
                </c:pt>
                <c:pt idx="18095">
                  <c:v>5.0262000000000002</c:v>
                </c:pt>
                <c:pt idx="18096">
                  <c:v>5.0265000000000004</c:v>
                </c:pt>
                <c:pt idx="18097">
                  <c:v>5.0268100000000002</c:v>
                </c:pt>
                <c:pt idx="18098">
                  <c:v>5.02712</c:v>
                </c:pt>
                <c:pt idx="18099">
                  <c:v>5.0274200000000002</c:v>
                </c:pt>
                <c:pt idx="18100">
                  <c:v>5.02773</c:v>
                </c:pt>
                <c:pt idx="18101">
                  <c:v>5.0280300000000002</c:v>
                </c:pt>
                <c:pt idx="18102">
                  <c:v>5.02834</c:v>
                </c:pt>
                <c:pt idx="18103">
                  <c:v>5.0286400000000002</c:v>
                </c:pt>
                <c:pt idx="18104">
                  <c:v>5.02895</c:v>
                </c:pt>
                <c:pt idx="18105">
                  <c:v>5.0292500000000002</c:v>
                </c:pt>
                <c:pt idx="18106">
                  <c:v>5.02956</c:v>
                </c:pt>
                <c:pt idx="18107">
                  <c:v>5.0298600000000002</c:v>
                </c:pt>
                <c:pt idx="18108">
                  <c:v>5.03017</c:v>
                </c:pt>
                <c:pt idx="18109">
                  <c:v>5.0304799999999998</c:v>
                </c:pt>
                <c:pt idx="18110">
                  <c:v>5.03078</c:v>
                </c:pt>
                <c:pt idx="18111">
                  <c:v>5.0310899999999998</c:v>
                </c:pt>
                <c:pt idx="18112">
                  <c:v>5.03139</c:v>
                </c:pt>
                <c:pt idx="18113">
                  <c:v>5.0316999999999998</c:v>
                </c:pt>
                <c:pt idx="18114">
                  <c:v>5.032</c:v>
                </c:pt>
                <c:pt idx="18115">
                  <c:v>5.0323099999999998</c:v>
                </c:pt>
                <c:pt idx="18116">
                  <c:v>5.03261</c:v>
                </c:pt>
                <c:pt idx="18117">
                  <c:v>5.0329199999999998</c:v>
                </c:pt>
                <c:pt idx="18118">
                  <c:v>5.03322</c:v>
                </c:pt>
                <c:pt idx="18119">
                  <c:v>5.0335299999999998</c:v>
                </c:pt>
                <c:pt idx="18120">
                  <c:v>5.03383</c:v>
                </c:pt>
                <c:pt idx="18121">
                  <c:v>5.0341399999999998</c:v>
                </c:pt>
                <c:pt idx="18122">
                  <c:v>5.0344499999999996</c:v>
                </c:pt>
                <c:pt idx="18123">
                  <c:v>5.0347499999999998</c:v>
                </c:pt>
                <c:pt idx="18124">
                  <c:v>5.0350599999999996</c:v>
                </c:pt>
                <c:pt idx="18125">
                  <c:v>5.0353599999999998</c:v>
                </c:pt>
                <c:pt idx="18126">
                  <c:v>5.0356699999999996</c:v>
                </c:pt>
                <c:pt idx="18127">
                  <c:v>5.0359699999999998</c:v>
                </c:pt>
                <c:pt idx="18128">
                  <c:v>5.0362799999999996</c:v>
                </c:pt>
                <c:pt idx="18129">
                  <c:v>5.0365799999999998</c:v>
                </c:pt>
                <c:pt idx="18130">
                  <c:v>5.0368899999999996</c:v>
                </c:pt>
                <c:pt idx="18131">
                  <c:v>5.0371899999999998</c:v>
                </c:pt>
                <c:pt idx="18132">
                  <c:v>5.0374999999999996</c:v>
                </c:pt>
                <c:pt idx="18133">
                  <c:v>5.0377999999999998</c:v>
                </c:pt>
                <c:pt idx="18134">
                  <c:v>5.0381099999999996</c:v>
                </c:pt>
                <c:pt idx="18135">
                  <c:v>5.0384200000000003</c:v>
                </c:pt>
                <c:pt idx="18136">
                  <c:v>5.0387199999999996</c:v>
                </c:pt>
                <c:pt idx="18137">
                  <c:v>5.0390300000000003</c:v>
                </c:pt>
                <c:pt idx="18138">
                  <c:v>5.0393299999999996</c:v>
                </c:pt>
                <c:pt idx="18139">
                  <c:v>5.0396400000000003</c:v>
                </c:pt>
                <c:pt idx="18140">
                  <c:v>5.0399399999999996</c:v>
                </c:pt>
                <c:pt idx="18141">
                  <c:v>5.0402500000000003</c:v>
                </c:pt>
                <c:pt idx="18142">
                  <c:v>5.0405499999999996</c:v>
                </c:pt>
                <c:pt idx="18143">
                  <c:v>5.0408600000000003</c:v>
                </c:pt>
                <c:pt idx="18144">
                  <c:v>5.0411599999999996</c:v>
                </c:pt>
                <c:pt idx="18145">
                  <c:v>5.0414700000000003</c:v>
                </c:pt>
                <c:pt idx="18146">
                  <c:v>5.0417699999999996</c:v>
                </c:pt>
                <c:pt idx="18147">
                  <c:v>5.0420800000000003</c:v>
                </c:pt>
                <c:pt idx="18148">
                  <c:v>5.0423900000000001</c:v>
                </c:pt>
                <c:pt idx="18149">
                  <c:v>5.0426900000000003</c:v>
                </c:pt>
                <c:pt idx="18150">
                  <c:v>5.0430000000000001</c:v>
                </c:pt>
                <c:pt idx="18151">
                  <c:v>5.0433000000000003</c:v>
                </c:pt>
                <c:pt idx="18152">
                  <c:v>5.0436100000000001</c:v>
                </c:pt>
                <c:pt idx="18153">
                  <c:v>5.0439100000000003</c:v>
                </c:pt>
                <c:pt idx="18154">
                  <c:v>5.0442200000000001</c:v>
                </c:pt>
                <c:pt idx="18155">
                  <c:v>5.0445200000000003</c:v>
                </c:pt>
                <c:pt idx="18156">
                  <c:v>5.0448300000000001</c:v>
                </c:pt>
                <c:pt idx="18157">
                  <c:v>5.0451300000000003</c:v>
                </c:pt>
                <c:pt idx="18158">
                  <c:v>5.0454400000000001</c:v>
                </c:pt>
                <c:pt idx="18159">
                  <c:v>5.0457400000000003</c:v>
                </c:pt>
                <c:pt idx="18160">
                  <c:v>5.0460500000000001</c:v>
                </c:pt>
                <c:pt idx="18161">
                  <c:v>5.04636</c:v>
                </c:pt>
                <c:pt idx="18162">
                  <c:v>5.0466600000000001</c:v>
                </c:pt>
                <c:pt idx="18163">
                  <c:v>5.04697</c:v>
                </c:pt>
                <c:pt idx="18164">
                  <c:v>5.0472700000000001</c:v>
                </c:pt>
                <c:pt idx="18165">
                  <c:v>5.04758</c:v>
                </c:pt>
                <c:pt idx="18166">
                  <c:v>5.0478800000000001</c:v>
                </c:pt>
                <c:pt idx="18167">
                  <c:v>5.04819</c:v>
                </c:pt>
                <c:pt idx="18168">
                  <c:v>5.0484900000000001</c:v>
                </c:pt>
                <c:pt idx="18169">
                  <c:v>5.0488</c:v>
                </c:pt>
                <c:pt idx="18170">
                  <c:v>5.0491000000000001</c:v>
                </c:pt>
                <c:pt idx="18171">
                  <c:v>5.04941</c:v>
                </c:pt>
                <c:pt idx="18172">
                  <c:v>5.0497199999999998</c:v>
                </c:pt>
                <c:pt idx="18173">
                  <c:v>5.05002</c:v>
                </c:pt>
                <c:pt idx="18174">
                  <c:v>5.0503299999999998</c:v>
                </c:pt>
                <c:pt idx="18175">
                  <c:v>5.05063</c:v>
                </c:pt>
                <c:pt idx="18176">
                  <c:v>5.0509399999999998</c:v>
                </c:pt>
                <c:pt idx="18177">
                  <c:v>5.05124</c:v>
                </c:pt>
                <c:pt idx="18178">
                  <c:v>5.0515499999999998</c:v>
                </c:pt>
                <c:pt idx="18179">
                  <c:v>5.05185</c:v>
                </c:pt>
                <c:pt idx="18180">
                  <c:v>5.0521599999999998</c:v>
                </c:pt>
                <c:pt idx="18181">
                  <c:v>5.05246</c:v>
                </c:pt>
                <c:pt idx="18182">
                  <c:v>5.0527699999999998</c:v>
                </c:pt>
                <c:pt idx="18183">
                  <c:v>5.05307</c:v>
                </c:pt>
                <c:pt idx="18184">
                  <c:v>5.0533799999999998</c:v>
                </c:pt>
                <c:pt idx="18185">
                  <c:v>5.0536899999999996</c:v>
                </c:pt>
                <c:pt idx="18186">
                  <c:v>5.0539899999999998</c:v>
                </c:pt>
                <c:pt idx="18187">
                  <c:v>5.0542999999999996</c:v>
                </c:pt>
                <c:pt idx="18188">
                  <c:v>5.0545999999999998</c:v>
                </c:pt>
                <c:pt idx="18189">
                  <c:v>5.0549099999999996</c:v>
                </c:pt>
                <c:pt idx="18190">
                  <c:v>5.0552099999999998</c:v>
                </c:pt>
                <c:pt idx="18191">
                  <c:v>5.0555199999999996</c:v>
                </c:pt>
                <c:pt idx="18192">
                  <c:v>5.0558199999999998</c:v>
                </c:pt>
                <c:pt idx="18193">
                  <c:v>5.0561299999999996</c:v>
                </c:pt>
                <c:pt idx="18194">
                  <c:v>5.0564299999999998</c:v>
                </c:pt>
                <c:pt idx="18195">
                  <c:v>5.0567399999999996</c:v>
                </c:pt>
                <c:pt idx="18196">
                  <c:v>5.0570399999999998</c:v>
                </c:pt>
                <c:pt idx="18197">
                  <c:v>5.0573499999999996</c:v>
                </c:pt>
                <c:pt idx="18198">
                  <c:v>5.0576600000000003</c:v>
                </c:pt>
                <c:pt idx="18199">
                  <c:v>5.0579599999999996</c:v>
                </c:pt>
                <c:pt idx="18200">
                  <c:v>5.0582700000000003</c:v>
                </c:pt>
                <c:pt idx="18201">
                  <c:v>5.0585699999999996</c:v>
                </c:pt>
                <c:pt idx="18202">
                  <c:v>5.0588800000000003</c:v>
                </c:pt>
                <c:pt idx="18203">
                  <c:v>5.0591799999999996</c:v>
                </c:pt>
                <c:pt idx="18204">
                  <c:v>5.0594900000000003</c:v>
                </c:pt>
                <c:pt idx="18205">
                  <c:v>5.0597899999999996</c:v>
                </c:pt>
                <c:pt idx="18206">
                  <c:v>5.0601000000000003</c:v>
                </c:pt>
                <c:pt idx="18207">
                  <c:v>5.0603999999999996</c:v>
                </c:pt>
                <c:pt idx="18208">
                  <c:v>5.0607100000000003</c:v>
                </c:pt>
                <c:pt idx="18209">
                  <c:v>5.0610099999999996</c:v>
                </c:pt>
                <c:pt idx="18210">
                  <c:v>5.0613200000000003</c:v>
                </c:pt>
                <c:pt idx="18211">
                  <c:v>5.0616300000000001</c:v>
                </c:pt>
                <c:pt idx="18212">
                  <c:v>5.0619300000000003</c:v>
                </c:pt>
                <c:pt idx="18213">
                  <c:v>5.0622400000000001</c:v>
                </c:pt>
                <c:pt idx="18214">
                  <c:v>5.0625400000000003</c:v>
                </c:pt>
                <c:pt idx="18215">
                  <c:v>5.0628500000000001</c:v>
                </c:pt>
                <c:pt idx="18216">
                  <c:v>5.0631500000000003</c:v>
                </c:pt>
                <c:pt idx="18217">
                  <c:v>5.0634600000000001</c:v>
                </c:pt>
                <c:pt idx="18218">
                  <c:v>5.0637600000000003</c:v>
                </c:pt>
                <c:pt idx="18219">
                  <c:v>5.0640700000000001</c:v>
                </c:pt>
                <c:pt idx="18220">
                  <c:v>5.0643700000000003</c:v>
                </c:pt>
                <c:pt idx="18221">
                  <c:v>5.0646800000000001</c:v>
                </c:pt>
                <c:pt idx="18222">
                  <c:v>5.0649800000000003</c:v>
                </c:pt>
                <c:pt idx="18223">
                  <c:v>5.0652900000000001</c:v>
                </c:pt>
                <c:pt idx="18224">
                  <c:v>5.0655999999999999</c:v>
                </c:pt>
                <c:pt idx="18225">
                  <c:v>5.0659000000000001</c:v>
                </c:pt>
                <c:pt idx="18226">
                  <c:v>5.0662099999999999</c:v>
                </c:pt>
                <c:pt idx="18227">
                  <c:v>5.0665100000000001</c:v>
                </c:pt>
                <c:pt idx="18228">
                  <c:v>5.0668199999999999</c:v>
                </c:pt>
                <c:pt idx="18229">
                  <c:v>5.0671200000000001</c:v>
                </c:pt>
                <c:pt idx="18230">
                  <c:v>5.0674299999999999</c:v>
                </c:pt>
                <c:pt idx="18231">
                  <c:v>5.0677300000000001</c:v>
                </c:pt>
                <c:pt idx="18232">
                  <c:v>5.0680399999999999</c:v>
                </c:pt>
                <c:pt idx="18233">
                  <c:v>5.0683400000000001</c:v>
                </c:pt>
                <c:pt idx="18234">
                  <c:v>5.0686499999999999</c:v>
                </c:pt>
                <c:pt idx="18235">
                  <c:v>5.0689599999999997</c:v>
                </c:pt>
                <c:pt idx="18236">
                  <c:v>5.0692599999999999</c:v>
                </c:pt>
                <c:pt idx="18237">
                  <c:v>5.0695699999999997</c:v>
                </c:pt>
                <c:pt idx="18238">
                  <c:v>5.0698699999999999</c:v>
                </c:pt>
                <c:pt idx="18239">
                  <c:v>5.0701799999999997</c:v>
                </c:pt>
                <c:pt idx="18240">
                  <c:v>5.0704799999999999</c:v>
                </c:pt>
                <c:pt idx="18241">
                  <c:v>5.0707899999999997</c:v>
                </c:pt>
                <c:pt idx="18242">
                  <c:v>5.0710899999999999</c:v>
                </c:pt>
                <c:pt idx="18243">
                  <c:v>5.0713999999999997</c:v>
                </c:pt>
                <c:pt idx="18244">
                  <c:v>5.0716999999999999</c:v>
                </c:pt>
                <c:pt idx="18245">
                  <c:v>5.0720099999999997</c:v>
                </c:pt>
                <c:pt idx="18246">
                  <c:v>5.0723099999999999</c:v>
                </c:pt>
                <c:pt idx="18247">
                  <c:v>5.0726199999999997</c:v>
                </c:pt>
                <c:pt idx="18248">
                  <c:v>5.0729300000000004</c:v>
                </c:pt>
                <c:pt idx="18249">
                  <c:v>5.0732299999999997</c:v>
                </c:pt>
                <c:pt idx="18250">
                  <c:v>5.0735400000000004</c:v>
                </c:pt>
                <c:pt idx="18251">
                  <c:v>5.0738399999999997</c:v>
                </c:pt>
                <c:pt idx="18252">
                  <c:v>5.0741500000000004</c:v>
                </c:pt>
                <c:pt idx="18253">
                  <c:v>5.0744499999999997</c:v>
                </c:pt>
                <c:pt idx="18254">
                  <c:v>5.0747600000000004</c:v>
                </c:pt>
                <c:pt idx="18255">
                  <c:v>5.0750599999999997</c:v>
                </c:pt>
                <c:pt idx="18256">
                  <c:v>5.0753700000000004</c:v>
                </c:pt>
                <c:pt idx="18257">
                  <c:v>5.0756699999999997</c:v>
                </c:pt>
                <c:pt idx="18258">
                  <c:v>5.0759800000000004</c:v>
                </c:pt>
                <c:pt idx="18259">
                  <c:v>5.0762799999999997</c:v>
                </c:pt>
                <c:pt idx="18260">
                  <c:v>5.0765900000000004</c:v>
                </c:pt>
                <c:pt idx="18261">
                  <c:v>5.0769000000000002</c:v>
                </c:pt>
                <c:pt idx="18262">
                  <c:v>5.0772000000000004</c:v>
                </c:pt>
                <c:pt idx="18263">
                  <c:v>5.0775100000000002</c:v>
                </c:pt>
                <c:pt idx="18264">
                  <c:v>5.0778100000000004</c:v>
                </c:pt>
                <c:pt idx="18265">
                  <c:v>5.0781200000000002</c:v>
                </c:pt>
                <c:pt idx="18266">
                  <c:v>5.0784200000000004</c:v>
                </c:pt>
                <c:pt idx="18267">
                  <c:v>5.0787300000000002</c:v>
                </c:pt>
                <c:pt idx="18268">
                  <c:v>5.0790300000000004</c:v>
                </c:pt>
                <c:pt idx="18269">
                  <c:v>5.0793400000000002</c:v>
                </c:pt>
                <c:pt idx="18270">
                  <c:v>5.0796400000000004</c:v>
                </c:pt>
                <c:pt idx="18271">
                  <c:v>5.0799500000000002</c:v>
                </c:pt>
                <c:pt idx="18272">
                  <c:v>5.0802500000000004</c:v>
                </c:pt>
                <c:pt idx="18273">
                  <c:v>5.0805600000000002</c:v>
                </c:pt>
                <c:pt idx="18274">
                  <c:v>5.08087</c:v>
                </c:pt>
                <c:pt idx="18275">
                  <c:v>5.0811700000000002</c:v>
                </c:pt>
                <c:pt idx="18276">
                  <c:v>5.08148</c:v>
                </c:pt>
                <c:pt idx="18277">
                  <c:v>5.0817800000000002</c:v>
                </c:pt>
                <c:pt idx="18278">
                  <c:v>5.08209</c:v>
                </c:pt>
                <c:pt idx="18279">
                  <c:v>5.0823900000000002</c:v>
                </c:pt>
                <c:pt idx="18280">
                  <c:v>5.0827</c:v>
                </c:pt>
                <c:pt idx="18281">
                  <c:v>5.0830000000000002</c:v>
                </c:pt>
                <c:pt idx="18282">
                  <c:v>5.08331</c:v>
                </c:pt>
                <c:pt idx="18283">
                  <c:v>5.0836100000000002</c:v>
                </c:pt>
                <c:pt idx="18284">
                  <c:v>5.08392</c:v>
                </c:pt>
                <c:pt idx="18285">
                  <c:v>5.0842299999999998</c:v>
                </c:pt>
                <c:pt idx="18286">
                  <c:v>5.08453</c:v>
                </c:pt>
                <c:pt idx="18287">
                  <c:v>5.0848399999999998</c:v>
                </c:pt>
                <c:pt idx="18288">
                  <c:v>5.08514</c:v>
                </c:pt>
                <c:pt idx="18289">
                  <c:v>5.0854499999999998</c:v>
                </c:pt>
                <c:pt idx="18290">
                  <c:v>5.08575</c:v>
                </c:pt>
                <c:pt idx="18291">
                  <c:v>5.0860599999999998</c:v>
                </c:pt>
                <c:pt idx="18292">
                  <c:v>5.08636</c:v>
                </c:pt>
                <c:pt idx="18293">
                  <c:v>5.0866699999999998</c:v>
                </c:pt>
                <c:pt idx="18294">
                  <c:v>5.08697</c:v>
                </c:pt>
                <c:pt idx="18295">
                  <c:v>5.0872799999999998</c:v>
                </c:pt>
                <c:pt idx="18296">
                  <c:v>5.08758</c:v>
                </c:pt>
                <c:pt idx="18297">
                  <c:v>5.0878899999999998</c:v>
                </c:pt>
                <c:pt idx="18298">
                  <c:v>5.0881999999999996</c:v>
                </c:pt>
                <c:pt idx="18299">
                  <c:v>5.0884999999999998</c:v>
                </c:pt>
                <c:pt idx="18300">
                  <c:v>5.0888099999999996</c:v>
                </c:pt>
                <c:pt idx="18301">
                  <c:v>5.0891099999999998</c:v>
                </c:pt>
                <c:pt idx="18302">
                  <c:v>5.0894199999999996</c:v>
                </c:pt>
                <c:pt idx="18303">
                  <c:v>5.0897199999999998</c:v>
                </c:pt>
                <c:pt idx="18304">
                  <c:v>5.0900299999999996</c:v>
                </c:pt>
                <c:pt idx="18305">
                  <c:v>5.0903299999999998</c:v>
                </c:pt>
                <c:pt idx="18306">
                  <c:v>5.0906399999999996</c:v>
                </c:pt>
                <c:pt idx="18307">
                  <c:v>5.0909399999999998</c:v>
                </c:pt>
                <c:pt idx="18308">
                  <c:v>5.0912499999999996</c:v>
                </c:pt>
                <c:pt idx="18309">
                  <c:v>5.0915499999999998</c:v>
                </c:pt>
                <c:pt idx="18310">
                  <c:v>5.0918599999999996</c:v>
                </c:pt>
                <c:pt idx="18311">
                  <c:v>5.0921700000000003</c:v>
                </c:pt>
                <c:pt idx="18312">
                  <c:v>5.0924699999999996</c:v>
                </c:pt>
                <c:pt idx="18313">
                  <c:v>5.0927800000000003</c:v>
                </c:pt>
                <c:pt idx="18314">
                  <c:v>5.0930799999999996</c:v>
                </c:pt>
                <c:pt idx="18315">
                  <c:v>5.0933900000000003</c:v>
                </c:pt>
                <c:pt idx="18316">
                  <c:v>5.0936899999999996</c:v>
                </c:pt>
                <c:pt idx="18317">
                  <c:v>5.0940000000000003</c:v>
                </c:pt>
                <c:pt idx="18318">
                  <c:v>5.0942999999999996</c:v>
                </c:pt>
                <c:pt idx="18319">
                  <c:v>5.0946100000000003</c:v>
                </c:pt>
                <c:pt idx="18320">
                  <c:v>5.0949099999999996</c:v>
                </c:pt>
                <c:pt idx="18321">
                  <c:v>5.0952200000000003</c:v>
                </c:pt>
                <c:pt idx="18322">
                  <c:v>5.0955199999999996</c:v>
                </c:pt>
                <c:pt idx="18323">
                  <c:v>5.0958300000000003</c:v>
                </c:pt>
                <c:pt idx="18324">
                  <c:v>5.0961400000000001</c:v>
                </c:pt>
                <c:pt idx="18325">
                  <c:v>5.0964400000000003</c:v>
                </c:pt>
                <c:pt idx="18326">
                  <c:v>5.0967500000000001</c:v>
                </c:pt>
                <c:pt idx="18327">
                  <c:v>5.0970500000000003</c:v>
                </c:pt>
                <c:pt idx="18328">
                  <c:v>5.0973600000000001</c:v>
                </c:pt>
                <c:pt idx="18329">
                  <c:v>5.0976600000000003</c:v>
                </c:pt>
                <c:pt idx="18330">
                  <c:v>5.0979700000000001</c:v>
                </c:pt>
                <c:pt idx="18331">
                  <c:v>5.0982700000000003</c:v>
                </c:pt>
                <c:pt idx="18332">
                  <c:v>5.0985800000000001</c:v>
                </c:pt>
                <c:pt idx="18333">
                  <c:v>5.0988800000000003</c:v>
                </c:pt>
                <c:pt idx="18334">
                  <c:v>5.0991900000000001</c:v>
                </c:pt>
                <c:pt idx="18335">
                  <c:v>5.0994900000000003</c:v>
                </c:pt>
                <c:pt idx="18336">
                  <c:v>5.0998000000000001</c:v>
                </c:pt>
                <c:pt idx="18337">
                  <c:v>5.1001099999999999</c:v>
                </c:pt>
                <c:pt idx="18338">
                  <c:v>5.1004100000000001</c:v>
                </c:pt>
                <c:pt idx="18339">
                  <c:v>5.1007199999999999</c:v>
                </c:pt>
                <c:pt idx="18340">
                  <c:v>5.1010200000000001</c:v>
                </c:pt>
                <c:pt idx="18341">
                  <c:v>5.1013299999999999</c:v>
                </c:pt>
                <c:pt idx="18342">
                  <c:v>5.1016300000000001</c:v>
                </c:pt>
                <c:pt idx="18343">
                  <c:v>5.1019399999999999</c:v>
                </c:pt>
                <c:pt idx="18344">
                  <c:v>5.1022400000000001</c:v>
                </c:pt>
                <c:pt idx="18345">
                  <c:v>5.1025499999999999</c:v>
                </c:pt>
                <c:pt idx="18346">
                  <c:v>5.1028500000000001</c:v>
                </c:pt>
                <c:pt idx="18347">
                  <c:v>5.1031599999999999</c:v>
                </c:pt>
                <c:pt idx="18348">
                  <c:v>5.1034699999999997</c:v>
                </c:pt>
                <c:pt idx="18349">
                  <c:v>5.1037699999999999</c:v>
                </c:pt>
                <c:pt idx="18350">
                  <c:v>5.1040799999999997</c:v>
                </c:pt>
                <c:pt idx="18351">
                  <c:v>5.1043799999999999</c:v>
                </c:pt>
                <c:pt idx="18352">
                  <c:v>5.1046899999999997</c:v>
                </c:pt>
                <c:pt idx="18353">
                  <c:v>5.1049899999999999</c:v>
                </c:pt>
                <c:pt idx="18354">
                  <c:v>5.1052999999999997</c:v>
                </c:pt>
                <c:pt idx="18355">
                  <c:v>5.1055999999999999</c:v>
                </c:pt>
                <c:pt idx="18356">
                  <c:v>5.1059099999999997</c:v>
                </c:pt>
                <c:pt idx="18357">
                  <c:v>5.1062099999999999</c:v>
                </c:pt>
                <c:pt idx="18358">
                  <c:v>5.1065199999999997</c:v>
                </c:pt>
                <c:pt idx="18359">
                  <c:v>5.1068199999999999</c:v>
                </c:pt>
                <c:pt idx="18360">
                  <c:v>5.1071299999999997</c:v>
                </c:pt>
                <c:pt idx="18361">
                  <c:v>5.1074400000000004</c:v>
                </c:pt>
                <c:pt idx="18362">
                  <c:v>5.1077399999999997</c:v>
                </c:pt>
                <c:pt idx="18363">
                  <c:v>5.1080500000000004</c:v>
                </c:pt>
                <c:pt idx="18364">
                  <c:v>5.1083499999999997</c:v>
                </c:pt>
                <c:pt idx="18365">
                  <c:v>5.1086600000000004</c:v>
                </c:pt>
                <c:pt idx="18366">
                  <c:v>5.1089599999999997</c:v>
                </c:pt>
                <c:pt idx="18367">
                  <c:v>5.1092700000000004</c:v>
                </c:pt>
                <c:pt idx="18368">
                  <c:v>5.1095699999999997</c:v>
                </c:pt>
                <c:pt idx="18369">
                  <c:v>5.1098800000000004</c:v>
                </c:pt>
                <c:pt idx="18370">
                  <c:v>5.1101799999999997</c:v>
                </c:pt>
                <c:pt idx="18371">
                  <c:v>5.1104900000000004</c:v>
                </c:pt>
                <c:pt idx="18372">
                  <c:v>5.1107899999999997</c:v>
                </c:pt>
                <c:pt idx="18373">
                  <c:v>5.1111000000000004</c:v>
                </c:pt>
                <c:pt idx="18374">
                  <c:v>5.1114100000000002</c:v>
                </c:pt>
                <c:pt idx="18375">
                  <c:v>5.1117100000000004</c:v>
                </c:pt>
                <c:pt idx="18376">
                  <c:v>5.1120200000000002</c:v>
                </c:pt>
                <c:pt idx="18377">
                  <c:v>5.1123200000000004</c:v>
                </c:pt>
                <c:pt idx="18378">
                  <c:v>5.1126300000000002</c:v>
                </c:pt>
                <c:pt idx="18379">
                  <c:v>5.1129300000000004</c:v>
                </c:pt>
                <c:pt idx="18380">
                  <c:v>5.1132400000000002</c:v>
                </c:pt>
                <c:pt idx="18381">
                  <c:v>5.1135400000000004</c:v>
                </c:pt>
                <c:pt idx="18382">
                  <c:v>5.1138500000000002</c:v>
                </c:pt>
                <c:pt idx="18383">
                  <c:v>5.1141500000000004</c:v>
                </c:pt>
                <c:pt idx="18384">
                  <c:v>5.1144600000000002</c:v>
                </c:pt>
                <c:pt idx="18385">
                  <c:v>5.1147600000000004</c:v>
                </c:pt>
                <c:pt idx="18386">
                  <c:v>5.1150700000000002</c:v>
                </c:pt>
                <c:pt idx="18387">
                  <c:v>5.11538</c:v>
                </c:pt>
                <c:pt idx="18388">
                  <c:v>5.1156800000000002</c:v>
                </c:pt>
                <c:pt idx="18389">
                  <c:v>5.11599</c:v>
                </c:pt>
                <c:pt idx="18390">
                  <c:v>5.1162900000000002</c:v>
                </c:pt>
                <c:pt idx="18391">
                  <c:v>5.1166</c:v>
                </c:pt>
                <c:pt idx="18392">
                  <c:v>5.1169000000000002</c:v>
                </c:pt>
                <c:pt idx="18393">
                  <c:v>5.11721</c:v>
                </c:pt>
                <c:pt idx="18394">
                  <c:v>5.1175100000000002</c:v>
                </c:pt>
                <c:pt idx="18395">
                  <c:v>5.11782</c:v>
                </c:pt>
                <c:pt idx="18396">
                  <c:v>5.1181200000000002</c:v>
                </c:pt>
                <c:pt idx="18397">
                  <c:v>5.11843</c:v>
                </c:pt>
                <c:pt idx="18398">
                  <c:v>5.1187300000000002</c:v>
                </c:pt>
                <c:pt idx="18399">
                  <c:v>5.11904</c:v>
                </c:pt>
                <c:pt idx="18400">
                  <c:v>5.1193499999999998</c:v>
                </c:pt>
                <c:pt idx="18401">
                  <c:v>5.11965</c:v>
                </c:pt>
                <c:pt idx="18402">
                  <c:v>5.1199599999999998</c:v>
                </c:pt>
                <c:pt idx="18403">
                  <c:v>5.12026</c:v>
                </c:pt>
                <c:pt idx="18404">
                  <c:v>5.1205699999999998</c:v>
                </c:pt>
                <c:pt idx="18405">
                  <c:v>5.12087</c:v>
                </c:pt>
                <c:pt idx="18406">
                  <c:v>5.1211799999999998</c:v>
                </c:pt>
                <c:pt idx="18407">
                  <c:v>5.12148</c:v>
                </c:pt>
                <c:pt idx="18408">
                  <c:v>5.1217899999999998</c:v>
                </c:pt>
                <c:pt idx="18409">
                  <c:v>5.12209</c:v>
                </c:pt>
                <c:pt idx="18410">
                  <c:v>5.1223999999999998</c:v>
                </c:pt>
                <c:pt idx="18411">
                  <c:v>5.1227099999999997</c:v>
                </c:pt>
                <c:pt idx="18412">
                  <c:v>5.1230099999999998</c:v>
                </c:pt>
                <c:pt idx="18413">
                  <c:v>5.1233199999999997</c:v>
                </c:pt>
                <c:pt idx="18414">
                  <c:v>5.1236199999999998</c:v>
                </c:pt>
                <c:pt idx="18415">
                  <c:v>5.1239299999999997</c:v>
                </c:pt>
                <c:pt idx="18416">
                  <c:v>5.1242299999999998</c:v>
                </c:pt>
                <c:pt idx="18417">
                  <c:v>5.1245399999999997</c:v>
                </c:pt>
                <c:pt idx="18418">
                  <c:v>5.1248399999999998</c:v>
                </c:pt>
                <c:pt idx="18419">
                  <c:v>5.1251499999999997</c:v>
                </c:pt>
                <c:pt idx="18420">
                  <c:v>5.1254499999999998</c:v>
                </c:pt>
                <c:pt idx="18421">
                  <c:v>5.1257599999999996</c:v>
                </c:pt>
                <c:pt idx="18422">
                  <c:v>5.1260599999999998</c:v>
                </c:pt>
                <c:pt idx="18423">
                  <c:v>5.1263699999999996</c:v>
                </c:pt>
                <c:pt idx="18424">
                  <c:v>5.1266800000000003</c:v>
                </c:pt>
                <c:pt idx="18425">
                  <c:v>5.1269799999999996</c:v>
                </c:pt>
                <c:pt idx="18426">
                  <c:v>5.1272900000000003</c:v>
                </c:pt>
                <c:pt idx="18427">
                  <c:v>5.1275899999999996</c:v>
                </c:pt>
                <c:pt idx="18428">
                  <c:v>5.1279000000000003</c:v>
                </c:pt>
                <c:pt idx="18429">
                  <c:v>5.1281999999999996</c:v>
                </c:pt>
                <c:pt idx="18430">
                  <c:v>5.1285100000000003</c:v>
                </c:pt>
                <c:pt idx="18431">
                  <c:v>5.1288099999999996</c:v>
                </c:pt>
                <c:pt idx="18432">
                  <c:v>5.1291200000000003</c:v>
                </c:pt>
                <c:pt idx="18433">
                  <c:v>5.1294199999999996</c:v>
                </c:pt>
                <c:pt idx="18434">
                  <c:v>5.1297300000000003</c:v>
                </c:pt>
                <c:pt idx="18435">
                  <c:v>5.1300299999999996</c:v>
                </c:pt>
                <c:pt idx="18436">
                  <c:v>5.1303400000000003</c:v>
                </c:pt>
                <c:pt idx="18437">
                  <c:v>5.1306500000000002</c:v>
                </c:pt>
                <c:pt idx="18438">
                  <c:v>5.1309500000000003</c:v>
                </c:pt>
                <c:pt idx="18439">
                  <c:v>5.1312600000000002</c:v>
                </c:pt>
                <c:pt idx="18440">
                  <c:v>5.1315600000000003</c:v>
                </c:pt>
                <c:pt idx="18441">
                  <c:v>5.1318700000000002</c:v>
                </c:pt>
                <c:pt idx="18442">
                  <c:v>5.1321700000000003</c:v>
                </c:pt>
                <c:pt idx="18443">
                  <c:v>5.1324800000000002</c:v>
                </c:pt>
                <c:pt idx="18444">
                  <c:v>5.1327800000000003</c:v>
                </c:pt>
                <c:pt idx="18445">
                  <c:v>5.1330900000000002</c:v>
                </c:pt>
                <c:pt idx="18446">
                  <c:v>5.1333900000000003</c:v>
                </c:pt>
                <c:pt idx="18447">
                  <c:v>5.1337000000000002</c:v>
                </c:pt>
                <c:pt idx="18448">
                  <c:v>5.1340000000000003</c:v>
                </c:pt>
                <c:pt idx="18449">
                  <c:v>5.1343100000000002</c:v>
                </c:pt>
                <c:pt idx="18450">
                  <c:v>5.13462</c:v>
                </c:pt>
                <c:pt idx="18451">
                  <c:v>5.1349200000000002</c:v>
                </c:pt>
                <c:pt idx="18452">
                  <c:v>5.13523</c:v>
                </c:pt>
                <c:pt idx="18453">
                  <c:v>5.1355300000000002</c:v>
                </c:pt>
                <c:pt idx="18454">
                  <c:v>5.13584</c:v>
                </c:pt>
                <c:pt idx="18455">
                  <c:v>5.1361400000000001</c:v>
                </c:pt>
                <c:pt idx="18456">
                  <c:v>5.13645</c:v>
                </c:pt>
                <c:pt idx="18457">
                  <c:v>5.1367500000000001</c:v>
                </c:pt>
                <c:pt idx="18458">
                  <c:v>5.13706</c:v>
                </c:pt>
                <c:pt idx="18459">
                  <c:v>5.1373600000000001</c:v>
                </c:pt>
                <c:pt idx="18460">
                  <c:v>5.13767</c:v>
                </c:pt>
                <c:pt idx="18461">
                  <c:v>5.1379700000000001</c:v>
                </c:pt>
                <c:pt idx="18462">
                  <c:v>5.13828</c:v>
                </c:pt>
                <c:pt idx="18463">
                  <c:v>5.1385899999999998</c:v>
                </c:pt>
                <c:pt idx="18464">
                  <c:v>5.13889</c:v>
                </c:pt>
                <c:pt idx="18465">
                  <c:v>5.1391999999999998</c:v>
                </c:pt>
                <c:pt idx="18466">
                  <c:v>5.1395</c:v>
                </c:pt>
                <c:pt idx="18467">
                  <c:v>5.1398099999999998</c:v>
                </c:pt>
                <c:pt idx="18468">
                  <c:v>5.14011</c:v>
                </c:pt>
                <c:pt idx="18469">
                  <c:v>5.1404199999999998</c:v>
                </c:pt>
                <c:pt idx="18470">
                  <c:v>5.14072</c:v>
                </c:pt>
                <c:pt idx="18471">
                  <c:v>5.1410299999999998</c:v>
                </c:pt>
                <c:pt idx="18472">
                  <c:v>5.14133</c:v>
                </c:pt>
                <c:pt idx="18473">
                  <c:v>5.1416399999999998</c:v>
                </c:pt>
                <c:pt idx="18474">
                  <c:v>5.1419499999999996</c:v>
                </c:pt>
                <c:pt idx="18475">
                  <c:v>5.1422499999999998</c:v>
                </c:pt>
                <c:pt idx="18476">
                  <c:v>5.1425599999999996</c:v>
                </c:pt>
                <c:pt idx="18477">
                  <c:v>5.1428599999999998</c:v>
                </c:pt>
                <c:pt idx="18478">
                  <c:v>5.1431699999999996</c:v>
                </c:pt>
                <c:pt idx="18479">
                  <c:v>5.1434699999999998</c:v>
                </c:pt>
                <c:pt idx="18480">
                  <c:v>5.1437799999999996</c:v>
                </c:pt>
                <c:pt idx="18481">
                  <c:v>5.1440799999999998</c:v>
                </c:pt>
                <c:pt idx="18482">
                  <c:v>5.1443899999999996</c:v>
                </c:pt>
                <c:pt idx="18483">
                  <c:v>5.1446899999999998</c:v>
                </c:pt>
                <c:pt idx="18484">
                  <c:v>5.1449999999999996</c:v>
                </c:pt>
                <c:pt idx="18485">
                  <c:v>5.1452999999999998</c:v>
                </c:pt>
                <c:pt idx="18486">
                  <c:v>5.1456099999999996</c:v>
                </c:pt>
                <c:pt idx="18487">
                  <c:v>5.1459200000000003</c:v>
                </c:pt>
                <c:pt idx="18488">
                  <c:v>5.1462199999999996</c:v>
                </c:pt>
                <c:pt idx="18489">
                  <c:v>5.1465300000000003</c:v>
                </c:pt>
                <c:pt idx="18490">
                  <c:v>5.1468299999999996</c:v>
                </c:pt>
                <c:pt idx="18491">
                  <c:v>5.1471400000000003</c:v>
                </c:pt>
                <c:pt idx="18492">
                  <c:v>5.1474399999999996</c:v>
                </c:pt>
                <c:pt idx="18493">
                  <c:v>5.1477500000000003</c:v>
                </c:pt>
                <c:pt idx="18494">
                  <c:v>5.1480499999999996</c:v>
                </c:pt>
                <c:pt idx="18495">
                  <c:v>5.1483600000000003</c:v>
                </c:pt>
                <c:pt idx="18496">
                  <c:v>5.1486599999999996</c:v>
                </c:pt>
                <c:pt idx="18497">
                  <c:v>5.1489700000000003</c:v>
                </c:pt>
                <c:pt idx="18498">
                  <c:v>5.1492699999999996</c:v>
                </c:pt>
                <c:pt idx="18499">
                  <c:v>5.1495800000000003</c:v>
                </c:pt>
                <c:pt idx="18500">
                  <c:v>5.1498900000000001</c:v>
                </c:pt>
                <c:pt idx="18501">
                  <c:v>5.1501900000000003</c:v>
                </c:pt>
                <c:pt idx="18502">
                  <c:v>5.1505000000000001</c:v>
                </c:pt>
                <c:pt idx="18503">
                  <c:v>5.1508000000000003</c:v>
                </c:pt>
                <c:pt idx="18504">
                  <c:v>5.1511100000000001</c:v>
                </c:pt>
                <c:pt idx="18505">
                  <c:v>5.1514100000000003</c:v>
                </c:pt>
                <c:pt idx="18506">
                  <c:v>5.1517200000000001</c:v>
                </c:pt>
                <c:pt idx="18507">
                  <c:v>5.1520200000000003</c:v>
                </c:pt>
                <c:pt idx="18508">
                  <c:v>5.1523300000000001</c:v>
                </c:pt>
                <c:pt idx="18509">
                  <c:v>5.1526300000000003</c:v>
                </c:pt>
                <c:pt idx="18510">
                  <c:v>5.1529400000000001</c:v>
                </c:pt>
                <c:pt idx="18511">
                  <c:v>5.1532400000000003</c:v>
                </c:pt>
                <c:pt idx="18512">
                  <c:v>5.1535500000000001</c:v>
                </c:pt>
                <c:pt idx="18513">
                  <c:v>5.1538599999999999</c:v>
                </c:pt>
                <c:pt idx="18514">
                  <c:v>5.1541600000000001</c:v>
                </c:pt>
                <c:pt idx="18515">
                  <c:v>5.1544699999999999</c:v>
                </c:pt>
                <c:pt idx="18516">
                  <c:v>5.1547700000000001</c:v>
                </c:pt>
                <c:pt idx="18517">
                  <c:v>5.1550799999999999</c:v>
                </c:pt>
                <c:pt idx="18518">
                  <c:v>5.1553800000000001</c:v>
                </c:pt>
                <c:pt idx="18519">
                  <c:v>5.1556899999999999</c:v>
                </c:pt>
                <c:pt idx="18520">
                  <c:v>5.1559900000000001</c:v>
                </c:pt>
                <c:pt idx="18521">
                  <c:v>5.1562999999999999</c:v>
                </c:pt>
                <c:pt idx="18522">
                  <c:v>5.1566000000000001</c:v>
                </c:pt>
                <c:pt idx="18523">
                  <c:v>5.1569099999999999</c:v>
                </c:pt>
                <c:pt idx="18524">
                  <c:v>5.1572199999999997</c:v>
                </c:pt>
                <c:pt idx="18525">
                  <c:v>5.1575199999999999</c:v>
                </c:pt>
                <c:pt idx="18526">
                  <c:v>5.1578299999999997</c:v>
                </c:pt>
                <c:pt idx="18527">
                  <c:v>5.1581299999999999</c:v>
                </c:pt>
                <c:pt idx="18528">
                  <c:v>5.1584399999999997</c:v>
                </c:pt>
                <c:pt idx="18529">
                  <c:v>5.1587399999999999</c:v>
                </c:pt>
                <c:pt idx="18530">
                  <c:v>5.1590499999999997</c:v>
                </c:pt>
                <c:pt idx="18531">
                  <c:v>5.1593499999999999</c:v>
                </c:pt>
                <c:pt idx="18532">
                  <c:v>5.1596599999999997</c:v>
                </c:pt>
                <c:pt idx="18533">
                  <c:v>5.1599599999999999</c:v>
                </c:pt>
                <c:pt idx="18534">
                  <c:v>5.1602699999999997</c:v>
                </c:pt>
                <c:pt idx="18535">
                  <c:v>5.1605699999999999</c:v>
                </c:pt>
                <c:pt idx="18536">
                  <c:v>5.1608799999999997</c:v>
                </c:pt>
                <c:pt idx="18537">
                  <c:v>5.1611900000000004</c:v>
                </c:pt>
                <c:pt idx="18538">
                  <c:v>5.1614899999999997</c:v>
                </c:pt>
                <c:pt idx="18539">
                  <c:v>5.1618000000000004</c:v>
                </c:pt>
                <c:pt idx="18540">
                  <c:v>5.1620999999999997</c:v>
                </c:pt>
                <c:pt idx="18541">
                  <c:v>5.1624100000000004</c:v>
                </c:pt>
                <c:pt idx="18542">
                  <c:v>5.1627099999999997</c:v>
                </c:pt>
                <c:pt idx="18543">
                  <c:v>5.1630200000000004</c:v>
                </c:pt>
                <c:pt idx="18544">
                  <c:v>5.1633199999999997</c:v>
                </c:pt>
                <c:pt idx="18545">
                  <c:v>5.1636300000000004</c:v>
                </c:pt>
                <c:pt idx="18546">
                  <c:v>5.1639299999999997</c:v>
                </c:pt>
                <c:pt idx="18547">
                  <c:v>5.1642400000000004</c:v>
                </c:pt>
                <c:pt idx="18548">
                  <c:v>5.1645399999999997</c:v>
                </c:pt>
                <c:pt idx="18549">
                  <c:v>5.1648500000000004</c:v>
                </c:pt>
                <c:pt idx="18550">
                  <c:v>5.1651600000000002</c:v>
                </c:pt>
                <c:pt idx="18551">
                  <c:v>5.1654600000000004</c:v>
                </c:pt>
                <c:pt idx="18552">
                  <c:v>5.1657700000000002</c:v>
                </c:pt>
                <c:pt idx="18553">
                  <c:v>5.1660700000000004</c:v>
                </c:pt>
                <c:pt idx="18554">
                  <c:v>5.1663800000000002</c:v>
                </c:pt>
                <c:pt idx="18555">
                  <c:v>5.1666800000000004</c:v>
                </c:pt>
                <c:pt idx="18556">
                  <c:v>5.1669900000000002</c:v>
                </c:pt>
                <c:pt idx="18557">
                  <c:v>5.1672900000000004</c:v>
                </c:pt>
                <c:pt idx="18558">
                  <c:v>5.1676000000000002</c:v>
                </c:pt>
                <c:pt idx="18559">
                  <c:v>5.1679000000000004</c:v>
                </c:pt>
                <c:pt idx="18560">
                  <c:v>5.1682100000000002</c:v>
                </c:pt>
                <c:pt idx="18561">
                  <c:v>5.1685100000000004</c:v>
                </c:pt>
                <c:pt idx="18562">
                  <c:v>5.1688200000000002</c:v>
                </c:pt>
                <c:pt idx="18563">
                  <c:v>5.16913</c:v>
                </c:pt>
                <c:pt idx="18564">
                  <c:v>5.1694300000000002</c:v>
                </c:pt>
                <c:pt idx="18565">
                  <c:v>5.16974</c:v>
                </c:pt>
                <c:pt idx="18566">
                  <c:v>5.1700400000000002</c:v>
                </c:pt>
                <c:pt idx="18567">
                  <c:v>5.17035</c:v>
                </c:pt>
                <c:pt idx="18568">
                  <c:v>5.1706500000000002</c:v>
                </c:pt>
                <c:pt idx="18569">
                  <c:v>5.17096</c:v>
                </c:pt>
                <c:pt idx="18570">
                  <c:v>5.1712600000000002</c:v>
                </c:pt>
                <c:pt idx="18571">
                  <c:v>5.17157</c:v>
                </c:pt>
                <c:pt idx="18572">
                  <c:v>5.1718700000000002</c:v>
                </c:pt>
                <c:pt idx="18573">
                  <c:v>5.17218</c:v>
                </c:pt>
                <c:pt idx="18574">
                  <c:v>5.1724800000000002</c:v>
                </c:pt>
                <c:pt idx="18575">
                  <c:v>5.17279</c:v>
                </c:pt>
                <c:pt idx="18576">
                  <c:v>5.1730999999999998</c:v>
                </c:pt>
                <c:pt idx="18577">
                  <c:v>5.1734</c:v>
                </c:pt>
                <c:pt idx="18578">
                  <c:v>5.1737099999999998</c:v>
                </c:pt>
                <c:pt idx="18579">
                  <c:v>5.17401</c:v>
                </c:pt>
                <c:pt idx="18580">
                  <c:v>5.1743199999999998</c:v>
                </c:pt>
                <c:pt idx="18581">
                  <c:v>5.17462</c:v>
                </c:pt>
                <c:pt idx="18582">
                  <c:v>5.1749299999999998</c:v>
                </c:pt>
                <c:pt idx="18583">
                  <c:v>5.17523</c:v>
                </c:pt>
                <c:pt idx="18584">
                  <c:v>5.1755399999999998</c:v>
                </c:pt>
                <c:pt idx="18585">
                  <c:v>5.17584</c:v>
                </c:pt>
                <c:pt idx="18586">
                  <c:v>5.1761499999999998</c:v>
                </c:pt>
                <c:pt idx="18587">
                  <c:v>5.1764599999999996</c:v>
                </c:pt>
                <c:pt idx="18588">
                  <c:v>5.1767599999999998</c:v>
                </c:pt>
                <c:pt idx="18589">
                  <c:v>5.1770699999999996</c:v>
                </c:pt>
                <c:pt idx="18590">
                  <c:v>5.1773699999999998</c:v>
                </c:pt>
                <c:pt idx="18591">
                  <c:v>5.1776799999999996</c:v>
                </c:pt>
                <c:pt idx="18592">
                  <c:v>5.1779799999999998</c:v>
                </c:pt>
                <c:pt idx="18593">
                  <c:v>5.1782899999999996</c:v>
                </c:pt>
                <c:pt idx="18594">
                  <c:v>5.1785899999999998</c:v>
                </c:pt>
                <c:pt idx="18595">
                  <c:v>5.1788999999999996</c:v>
                </c:pt>
                <c:pt idx="18596">
                  <c:v>5.1791999999999998</c:v>
                </c:pt>
                <c:pt idx="18597">
                  <c:v>5.1795099999999996</c:v>
                </c:pt>
                <c:pt idx="18598">
                  <c:v>5.1798099999999998</c:v>
                </c:pt>
                <c:pt idx="18599">
                  <c:v>5.1801199999999996</c:v>
                </c:pt>
                <c:pt idx="18600">
                  <c:v>5.1804300000000003</c:v>
                </c:pt>
                <c:pt idx="18601">
                  <c:v>5.1807299999999996</c:v>
                </c:pt>
                <c:pt idx="18602">
                  <c:v>5.1810400000000003</c:v>
                </c:pt>
                <c:pt idx="18603">
                  <c:v>5.1813399999999996</c:v>
                </c:pt>
                <c:pt idx="18604">
                  <c:v>5.1816500000000003</c:v>
                </c:pt>
                <c:pt idx="18605">
                  <c:v>5.1819499999999996</c:v>
                </c:pt>
                <c:pt idx="18606">
                  <c:v>5.1822600000000003</c:v>
                </c:pt>
                <c:pt idx="18607">
                  <c:v>5.1825599999999996</c:v>
                </c:pt>
                <c:pt idx="18608">
                  <c:v>5.1828700000000003</c:v>
                </c:pt>
                <c:pt idx="18609">
                  <c:v>5.1831699999999996</c:v>
                </c:pt>
                <c:pt idx="18610">
                  <c:v>5.1834800000000003</c:v>
                </c:pt>
                <c:pt idx="18611">
                  <c:v>5.1837799999999996</c:v>
                </c:pt>
                <c:pt idx="18612">
                  <c:v>5.1840900000000003</c:v>
                </c:pt>
                <c:pt idx="18613">
                  <c:v>5.1844000000000001</c:v>
                </c:pt>
                <c:pt idx="18614">
                  <c:v>5.1847000000000003</c:v>
                </c:pt>
                <c:pt idx="18615">
                  <c:v>5.1850100000000001</c:v>
                </c:pt>
                <c:pt idx="18616">
                  <c:v>5.1853100000000003</c:v>
                </c:pt>
                <c:pt idx="18617">
                  <c:v>5.1856200000000001</c:v>
                </c:pt>
                <c:pt idx="18618">
                  <c:v>5.1859200000000003</c:v>
                </c:pt>
                <c:pt idx="18619">
                  <c:v>5.1862300000000001</c:v>
                </c:pt>
                <c:pt idx="18620">
                  <c:v>5.1865300000000003</c:v>
                </c:pt>
                <c:pt idx="18621">
                  <c:v>5.1868400000000001</c:v>
                </c:pt>
                <c:pt idx="18622">
                  <c:v>5.1871400000000003</c:v>
                </c:pt>
                <c:pt idx="18623">
                  <c:v>5.1874500000000001</c:v>
                </c:pt>
                <c:pt idx="18624">
                  <c:v>5.1877500000000003</c:v>
                </c:pt>
                <c:pt idx="18625">
                  <c:v>5.1880600000000001</c:v>
                </c:pt>
                <c:pt idx="18626">
                  <c:v>5.1883699999999999</c:v>
                </c:pt>
                <c:pt idx="18627">
                  <c:v>5.1886700000000001</c:v>
                </c:pt>
                <c:pt idx="18628">
                  <c:v>5.1889799999999999</c:v>
                </c:pt>
                <c:pt idx="18629">
                  <c:v>5.1892800000000001</c:v>
                </c:pt>
                <c:pt idx="18630">
                  <c:v>5.1895899999999999</c:v>
                </c:pt>
                <c:pt idx="18631">
                  <c:v>5.1898900000000001</c:v>
                </c:pt>
                <c:pt idx="18632">
                  <c:v>5.1901999999999999</c:v>
                </c:pt>
                <c:pt idx="18633">
                  <c:v>5.1905000000000001</c:v>
                </c:pt>
                <c:pt idx="18634">
                  <c:v>5.1908099999999999</c:v>
                </c:pt>
                <c:pt idx="18635">
                  <c:v>5.1911100000000001</c:v>
                </c:pt>
                <c:pt idx="18636">
                  <c:v>5.1914199999999999</c:v>
                </c:pt>
                <c:pt idx="18637">
                  <c:v>5.1917200000000001</c:v>
                </c:pt>
                <c:pt idx="18638">
                  <c:v>5.1920299999999999</c:v>
                </c:pt>
                <c:pt idx="18639">
                  <c:v>5.1923399999999997</c:v>
                </c:pt>
                <c:pt idx="18640">
                  <c:v>5.1926399999999999</c:v>
                </c:pt>
                <c:pt idx="18641">
                  <c:v>5.1929499999999997</c:v>
                </c:pt>
                <c:pt idx="18642">
                  <c:v>5.1932499999999999</c:v>
                </c:pt>
                <c:pt idx="18643">
                  <c:v>5.1935599999999997</c:v>
                </c:pt>
                <c:pt idx="18644">
                  <c:v>5.1938599999999999</c:v>
                </c:pt>
                <c:pt idx="18645">
                  <c:v>5.1941699999999997</c:v>
                </c:pt>
                <c:pt idx="18646">
                  <c:v>5.1944699999999999</c:v>
                </c:pt>
                <c:pt idx="18647">
                  <c:v>5.1947799999999997</c:v>
                </c:pt>
                <c:pt idx="18648">
                  <c:v>5.1950799999999999</c:v>
                </c:pt>
                <c:pt idx="18649">
                  <c:v>5.1953899999999997</c:v>
                </c:pt>
                <c:pt idx="18650">
                  <c:v>5.1957000000000004</c:v>
                </c:pt>
                <c:pt idx="18651">
                  <c:v>5.1959999999999997</c:v>
                </c:pt>
                <c:pt idx="18652">
                  <c:v>5.1963100000000004</c:v>
                </c:pt>
                <c:pt idx="18653">
                  <c:v>5.1966099999999997</c:v>
                </c:pt>
                <c:pt idx="18654">
                  <c:v>5.1969200000000004</c:v>
                </c:pt>
                <c:pt idx="18655">
                  <c:v>5.1972199999999997</c:v>
                </c:pt>
                <c:pt idx="18656">
                  <c:v>5.1975300000000004</c:v>
                </c:pt>
                <c:pt idx="18657">
                  <c:v>5.1978299999999997</c:v>
                </c:pt>
                <c:pt idx="18658">
                  <c:v>5.1981400000000004</c:v>
                </c:pt>
                <c:pt idx="18659">
                  <c:v>5.1984399999999997</c:v>
                </c:pt>
                <c:pt idx="18660">
                  <c:v>5.1987500000000004</c:v>
                </c:pt>
                <c:pt idx="18661">
                  <c:v>5.1990499999999997</c:v>
                </c:pt>
                <c:pt idx="18662">
                  <c:v>5.1993600000000004</c:v>
                </c:pt>
                <c:pt idx="18663">
                  <c:v>5.1996700000000002</c:v>
                </c:pt>
                <c:pt idx="18664">
                  <c:v>5.1999700000000004</c:v>
                </c:pt>
                <c:pt idx="18665">
                  <c:v>5.2002800000000002</c:v>
                </c:pt>
                <c:pt idx="18666">
                  <c:v>5.2005800000000004</c:v>
                </c:pt>
                <c:pt idx="18667">
                  <c:v>5.2008900000000002</c:v>
                </c:pt>
                <c:pt idx="18668">
                  <c:v>5.2011900000000004</c:v>
                </c:pt>
                <c:pt idx="18669">
                  <c:v>5.2015000000000002</c:v>
                </c:pt>
                <c:pt idx="18670">
                  <c:v>5.2018000000000004</c:v>
                </c:pt>
                <c:pt idx="18671">
                  <c:v>5.2021100000000002</c:v>
                </c:pt>
                <c:pt idx="18672">
                  <c:v>5.2024100000000004</c:v>
                </c:pt>
                <c:pt idx="18673">
                  <c:v>5.2027200000000002</c:v>
                </c:pt>
                <c:pt idx="18674">
                  <c:v>5.2030200000000004</c:v>
                </c:pt>
                <c:pt idx="18675">
                  <c:v>5.2033300000000002</c:v>
                </c:pt>
                <c:pt idx="18676">
                  <c:v>5.20364</c:v>
                </c:pt>
                <c:pt idx="18677">
                  <c:v>5.2039400000000002</c:v>
                </c:pt>
                <c:pt idx="18678">
                  <c:v>5.20425</c:v>
                </c:pt>
                <c:pt idx="18679">
                  <c:v>5.2045500000000002</c:v>
                </c:pt>
                <c:pt idx="18680">
                  <c:v>5.20486</c:v>
                </c:pt>
                <c:pt idx="18681">
                  <c:v>5.2051600000000002</c:v>
                </c:pt>
                <c:pt idx="18682">
                  <c:v>5.20547</c:v>
                </c:pt>
                <c:pt idx="18683">
                  <c:v>5.2057700000000002</c:v>
                </c:pt>
                <c:pt idx="18684">
                  <c:v>5.20608</c:v>
                </c:pt>
                <c:pt idx="18685">
                  <c:v>5.2063800000000002</c:v>
                </c:pt>
                <c:pt idx="18686">
                  <c:v>5.20669</c:v>
                </c:pt>
                <c:pt idx="18687">
                  <c:v>5.2069900000000002</c:v>
                </c:pt>
                <c:pt idx="18688">
                  <c:v>5.2073</c:v>
                </c:pt>
                <c:pt idx="18689">
                  <c:v>5.2076099999999999</c:v>
                </c:pt>
                <c:pt idx="18690">
                  <c:v>5.20791</c:v>
                </c:pt>
                <c:pt idx="18691">
                  <c:v>5.2082199999999998</c:v>
                </c:pt>
                <c:pt idx="18692">
                  <c:v>5.20852</c:v>
                </c:pt>
                <c:pt idx="18693">
                  <c:v>5.2088299999999998</c:v>
                </c:pt>
                <c:pt idx="18694">
                  <c:v>5.20913</c:v>
                </c:pt>
                <c:pt idx="18695">
                  <c:v>5.2094399999999998</c:v>
                </c:pt>
                <c:pt idx="18696">
                  <c:v>5.20974</c:v>
                </c:pt>
                <c:pt idx="18697">
                  <c:v>5.2100499999999998</c:v>
                </c:pt>
                <c:pt idx="18698">
                  <c:v>5.21035</c:v>
                </c:pt>
                <c:pt idx="18699">
                  <c:v>5.2106599999999998</c:v>
                </c:pt>
                <c:pt idx="18700">
                  <c:v>5.2109699999999997</c:v>
                </c:pt>
                <c:pt idx="18701">
                  <c:v>5.2112699999999998</c:v>
                </c:pt>
                <c:pt idx="18702">
                  <c:v>5.2115799999999997</c:v>
                </c:pt>
                <c:pt idx="18703">
                  <c:v>5.2118799999999998</c:v>
                </c:pt>
                <c:pt idx="18704">
                  <c:v>5.2121899999999997</c:v>
                </c:pt>
                <c:pt idx="18705">
                  <c:v>5.2124899999999998</c:v>
                </c:pt>
                <c:pt idx="18706">
                  <c:v>5.2127999999999997</c:v>
                </c:pt>
                <c:pt idx="18707">
                  <c:v>5.2130999999999998</c:v>
                </c:pt>
                <c:pt idx="18708">
                  <c:v>5.2134099999999997</c:v>
                </c:pt>
                <c:pt idx="18709">
                  <c:v>5.2137099999999998</c:v>
                </c:pt>
                <c:pt idx="18710">
                  <c:v>5.2140199999999997</c:v>
                </c:pt>
                <c:pt idx="18711">
                  <c:v>5.2143199999999998</c:v>
                </c:pt>
                <c:pt idx="18712">
                  <c:v>5.2146299999999997</c:v>
                </c:pt>
                <c:pt idx="18713">
                  <c:v>5.2149400000000004</c:v>
                </c:pt>
                <c:pt idx="18714">
                  <c:v>5.2152399999999997</c:v>
                </c:pt>
                <c:pt idx="18715">
                  <c:v>5.2155500000000004</c:v>
                </c:pt>
                <c:pt idx="18716">
                  <c:v>5.2158499999999997</c:v>
                </c:pt>
                <c:pt idx="18717">
                  <c:v>5.2161600000000004</c:v>
                </c:pt>
                <c:pt idx="18718">
                  <c:v>5.2164599999999997</c:v>
                </c:pt>
                <c:pt idx="18719">
                  <c:v>5.2167700000000004</c:v>
                </c:pt>
                <c:pt idx="18720">
                  <c:v>5.2170699999999997</c:v>
                </c:pt>
                <c:pt idx="18721">
                  <c:v>5.2173800000000004</c:v>
                </c:pt>
                <c:pt idx="18722">
                  <c:v>5.2176799999999997</c:v>
                </c:pt>
                <c:pt idx="18723">
                  <c:v>5.2179900000000004</c:v>
                </c:pt>
                <c:pt idx="18724">
                  <c:v>5.2182899999999997</c:v>
                </c:pt>
                <c:pt idx="18725">
                  <c:v>5.2186000000000003</c:v>
                </c:pt>
                <c:pt idx="18726">
                  <c:v>5.2189100000000002</c:v>
                </c:pt>
                <c:pt idx="18727">
                  <c:v>5.2192100000000003</c:v>
                </c:pt>
                <c:pt idx="18728">
                  <c:v>5.2195200000000002</c:v>
                </c:pt>
                <c:pt idx="18729">
                  <c:v>5.2198200000000003</c:v>
                </c:pt>
                <c:pt idx="18730">
                  <c:v>5.2201300000000002</c:v>
                </c:pt>
                <c:pt idx="18731">
                  <c:v>5.2204300000000003</c:v>
                </c:pt>
                <c:pt idx="18732">
                  <c:v>5.2207400000000002</c:v>
                </c:pt>
                <c:pt idx="18733">
                  <c:v>5.2210400000000003</c:v>
                </c:pt>
                <c:pt idx="18734">
                  <c:v>5.2213500000000002</c:v>
                </c:pt>
                <c:pt idx="18735">
                  <c:v>5.2216500000000003</c:v>
                </c:pt>
                <c:pt idx="18736">
                  <c:v>5.2219600000000002</c:v>
                </c:pt>
                <c:pt idx="18737">
                  <c:v>5.2222600000000003</c:v>
                </c:pt>
                <c:pt idx="18738">
                  <c:v>5.2225700000000002</c:v>
                </c:pt>
                <c:pt idx="18739">
                  <c:v>5.22288</c:v>
                </c:pt>
                <c:pt idx="18740">
                  <c:v>5.2231800000000002</c:v>
                </c:pt>
                <c:pt idx="18741">
                  <c:v>5.22349</c:v>
                </c:pt>
                <c:pt idx="18742">
                  <c:v>5.2237900000000002</c:v>
                </c:pt>
                <c:pt idx="18743">
                  <c:v>5.2241</c:v>
                </c:pt>
                <c:pt idx="18744">
                  <c:v>5.2244000000000002</c:v>
                </c:pt>
                <c:pt idx="18745">
                  <c:v>5.22471</c:v>
                </c:pt>
                <c:pt idx="18746">
                  <c:v>5.2250100000000002</c:v>
                </c:pt>
                <c:pt idx="18747">
                  <c:v>5.22532</c:v>
                </c:pt>
                <c:pt idx="18748">
                  <c:v>5.2256200000000002</c:v>
                </c:pt>
                <c:pt idx="18749">
                  <c:v>5.22593</c:v>
                </c:pt>
                <c:pt idx="18750">
                  <c:v>5.2262300000000002</c:v>
                </c:pt>
                <c:pt idx="18751">
                  <c:v>5.22654</c:v>
                </c:pt>
                <c:pt idx="18752">
                  <c:v>5.2268499999999998</c:v>
                </c:pt>
                <c:pt idx="18753">
                  <c:v>5.22715</c:v>
                </c:pt>
                <c:pt idx="18754">
                  <c:v>5.2274599999999998</c:v>
                </c:pt>
                <c:pt idx="18755">
                  <c:v>5.22776</c:v>
                </c:pt>
                <c:pt idx="18756">
                  <c:v>5.2280699999999998</c:v>
                </c:pt>
                <c:pt idx="18757">
                  <c:v>5.22837</c:v>
                </c:pt>
                <c:pt idx="18758">
                  <c:v>5.2286799999999998</c:v>
                </c:pt>
                <c:pt idx="18759">
                  <c:v>5.22898</c:v>
                </c:pt>
                <c:pt idx="18760">
                  <c:v>5.2292899999999998</c:v>
                </c:pt>
                <c:pt idx="18761">
                  <c:v>5.22959</c:v>
                </c:pt>
                <c:pt idx="18762">
                  <c:v>5.2298999999999998</c:v>
                </c:pt>
                <c:pt idx="18763">
                  <c:v>5.2302099999999996</c:v>
                </c:pt>
                <c:pt idx="18764">
                  <c:v>5.2305099999999998</c:v>
                </c:pt>
                <c:pt idx="18765">
                  <c:v>5.2308199999999996</c:v>
                </c:pt>
                <c:pt idx="18766">
                  <c:v>5.2311199999999998</c:v>
                </c:pt>
                <c:pt idx="18767">
                  <c:v>5.2314299999999996</c:v>
                </c:pt>
                <c:pt idx="18768">
                  <c:v>5.2317299999999998</c:v>
                </c:pt>
                <c:pt idx="18769">
                  <c:v>5.2320399999999996</c:v>
                </c:pt>
                <c:pt idx="18770">
                  <c:v>5.2323399999999998</c:v>
                </c:pt>
                <c:pt idx="18771">
                  <c:v>5.2326499999999996</c:v>
                </c:pt>
                <c:pt idx="18772">
                  <c:v>5.2329499999999998</c:v>
                </c:pt>
                <c:pt idx="18773">
                  <c:v>5.2332599999999996</c:v>
                </c:pt>
                <c:pt idx="18774">
                  <c:v>5.2335599999999998</c:v>
                </c:pt>
                <c:pt idx="18775">
                  <c:v>5.2338699999999996</c:v>
                </c:pt>
                <c:pt idx="18776">
                  <c:v>5.2341800000000003</c:v>
                </c:pt>
                <c:pt idx="18777">
                  <c:v>5.2344799999999996</c:v>
                </c:pt>
                <c:pt idx="18778">
                  <c:v>5.2347900000000003</c:v>
                </c:pt>
                <c:pt idx="18779">
                  <c:v>5.2350899999999996</c:v>
                </c:pt>
                <c:pt idx="18780">
                  <c:v>5.2354000000000003</c:v>
                </c:pt>
                <c:pt idx="18781">
                  <c:v>5.2356999999999996</c:v>
                </c:pt>
                <c:pt idx="18782">
                  <c:v>5.2360100000000003</c:v>
                </c:pt>
                <c:pt idx="18783">
                  <c:v>5.2363099999999996</c:v>
                </c:pt>
                <c:pt idx="18784">
                  <c:v>5.2366200000000003</c:v>
                </c:pt>
                <c:pt idx="18785">
                  <c:v>5.2369199999999996</c:v>
                </c:pt>
                <c:pt idx="18786">
                  <c:v>5.2372300000000003</c:v>
                </c:pt>
                <c:pt idx="18787">
                  <c:v>5.2375299999999996</c:v>
                </c:pt>
                <c:pt idx="18788">
                  <c:v>5.2378400000000003</c:v>
                </c:pt>
                <c:pt idx="18789">
                  <c:v>5.2381500000000001</c:v>
                </c:pt>
                <c:pt idx="18790">
                  <c:v>5.2384500000000003</c:v>
                </c:pt>
                <c:pt idx="18791">
                  <c:v>5.2387600000000001</c:v>
                </c:pt>
                <c:pt idx="18792">
                  <c:v>5.2390600000000003</c:v>
                </c:pt>
                <c:pt idx="18793">
                  <c:v>5.2393700000000001</c:v>
                </c:pt>
                <c:pt idx="18794">
                  <c:v>5.2396700000000003</c:v>
                </c:pt>
                <c:pt idx="18795">
                  <c:v>5.2399800000000001</c:v>
                </c:pt>
                <c:pt idx="18796">
                  <c:v>5.2402800000000003</c:v>
                </c:pt>
                <c:pt idx="18797">
                  <c:v>5.2405900000000001</c:v>
                </c:pt>
                <c:pt idx="18798">
                  <c:v>5.2408900000000003</c:v>
                </c:pt>
                <c:pt idx="18799">
                  <c:v>5.2412000000000001</c:v>
                </c:pt>
                <c:pt idx="18800">
                  <c:v>5.2415000000000003</c:v>
                </c:pt>
                <c:pt idx="18801">
                  <c:v>5.2418100000000001</c:v>
                </c:pt>
                <c:pt idx="18802">
                  <c:v>5.2421199999999999</c:v>
                </c:pt>
                <c:pt idx="18803">
                  <c:v>5.2424200000000001</c:v>
                </c:pt>
                <c:pt idx="18804">
                  <c:v>5.2427299999999999</c:v>
                </c:pt>
                <c:pt idx="18805">
                  <c:v>5.2430300000000001</c:v>
                </c:pt>
                <c:pt idx="18806">
                  <c:v>5.2433399999999999</c:v>
                </c:pt>
                <c:pt idx="18807">
                  <c:v>5.2436400000000001</c:v>
                </c:pt>
                <c:pt idx="18808">
                  <c:v>5.2439499999999999</c:v>
                </c:pt>
                <c:pt idx="18809">
                  <c:v>5.2442500000000001</c:v>
                </c:pt>
                <c:pt idx="18810">
                  <c:v>5.2445599999999999</c:v>
                </c:pt>
                <c:pt idx="18811">
                  <c:v>5.2448600000000001</c:v>
                </c:pt>
                <c:pt idx="18812">
                  <c:v>5.2451699999999999</c:v>
                </c:pt>
                <c:pt idx="18813">
                  <c:v>5.2454700000000001</c:v>
                </c:pt>
                <c:pt idx="18814">
                  <c:v>5.2457799999999999</c:v>
                </c:pt>
                <c:pt idx="18815">
                  <c:v>5.2460899999999997</c:v>
                </c:pt>
                <c:pt idx="18816">
                  <c:v>5.2463899999999999</c:v>
                </c:pt>
                <c:pt idx="18817">
                  <c:v>5.2466999999999997</c:v>
                </c:pt>
                <c:pt idx="18818">
                  <c:v>5.2469999999999999</c:v>
                </c:pt>
                <c:pt idx="18819">
                  <c:v>5.2473099999999997</c:v>
                </c:pt>
                <c:pt idx="18820">
                  <c:v>5.2476099999999999</c:v>
                </c:pt>
                <c:pt idx="18821">
                  <c:v>5.2479199999999997</c:v>
                </c:pt>
                <c:pt idx="18822">
                  <c:v>5.2482199999999999</c:v>
                </c:pt>
                <c:pt idx="18823">
                  <c:v>5.2485299999999997</c:v>
                </c:pt>
                <c:pt idx="18824">
                  <c:v>5.2488299999999999</c:v>
                </c:pt>
                <c:pt idx="18825">
                  <c:v>5.2491399999999997</c:v>
                </c:pt>
                <c:pt idx="18826">
                  <c:v>5.2494500000000004</c:v>
                </c:pt>
                <c:pt idx="18827">
                  <c:v>5.2497499999999997</c:v>
                </c:pt>
                <c:pt idx="18828">
                  <c:v>5.2500600000000004</c:v>
                </c:pt>
                <c:pt idx="18829">
                  <c:v>5.2503599999999997</c:v>
                </c:pt>
                <c:pt idx="18830">
                  <c:v>5.2506700000000004</c:v>
                </c:pt>
                <c:pt idx="18831">
                  <c:v>5.2509699999999997</c:v>
                </c:pt>
                <c:pt idx="18832">
                  <c:v>5.2512800000000004</c:v>
                </c:pt>
                <c:pt idx="18833">
                  <c:v>5.2515799999999997</c:v>
                </c:pt>
                <c:pt idx="18834">
                  <c:v>5.2518900000000004</c:v>
                </c:pt>
                <c:pt idx="18835">
                  <c:v>5.2521899999999997</c:v>
                </c:pt>
                <c:pt idx="18836">
                  <c:v>5.2525000000000004</c:v>
                </c:pt>
                <c:pt idx="18837">
                  <c:v>5.2527999999999997</c:v>
                </c:pt>
                <c:pt idx="18838">
                  <c:v>5.2531100000000004</c:v>
                </c:pt>
                <c:pt idx="18839">
                  <c:v>5.2534200000000002</c:v>
                </c:pt>
                <c:pt idx="18840">
                  <c:v>5.2537200000000004</c:v>
                </c:pt>
                <c:pt idx="18841">
                  <c:v>5.2540300000000002</c:v>
                </c:pt>
                <c:pt idx="18842">
                  <c:v>5.2543300000000004</c:v>
                </c:pt>
                <c:pt idx="18843">
                  <c:v>5.2546400000000002</c:v>
                </c:pt>
                <c:pt idx="18844">
                  <c:v>5.2549400000000004</c:v>
                </c:pt>
                <c:pt idx="18845">
                  <c:v>5.2552500000000002</c:v>
                </c:pt>
                <c:pt idx="18846">
                  <c:v>5.2555500000000004</c:v>
                </c:pt>
                <c:pt idx="18847">
                  <c:v>5.2558600000000002</c:v>
                </c:pt>
                <c:pt idx="18848">
                  <c:v>5.2561600000000004</c:v>
                </c:pt>
                <c:pt idx="18849">
                  <c:v>5.2564700000000002</c:v>
                </c:pt>
                <c:pt idx="18850">
                  <c:v>5.2567700000000004</c:v>
                </c:pt>
                <c:pt idx="18851">
                  <c:v>5.2570800000000002</c:v>
                </c:pt>
                <c:pt idx="18852">
                  <c:v>5.25739</c:v>
                </c:pt>
                <c:pt idx="18853">
                  <c:v>5.2576900000000002</c:v>
                </c:pt>
                <c:pt idx="18854">
                  <c:v>5.258</c:v>
                </c:pt>
                <c:pt idx="18855">
                  <c:v>5.2583000000000002</c:v>
                </c:pt>
                <c:pt idx="18856">
                  <c:v>5.25861</c:v>
                </c:pt>
                <c:pt idx="18857">
                  <c:v>5.2589100000000002</c:v>
                </c:pt>
                <c:pt idx="18858">
                  <c:v>5.25922</c:v>
                </c:pt>
                <c:pt idx="18859">
                  <c:v>5.2595200000000002</c:v>
                </c:pt>
                <c:pt idx="18860">
                  <c:v>5.25983</c:v>
                </c:pt>
                <c:pt idx="18861">
                  <c:v>5.2601300000000002</c:v>
                </c:pt>
                <c:pt idx="18862">
                  <c:v>5.26044</c:v>
                </c:pt>
                <c:pt idx="18863">
                  <c:v>5.2607400000000002</c:v>
                </c:pt>
                <c:pt idx="18864">
                  <c:v>5.26105</c:v>
                </c:pt>
                <c:pt idx="18865">
                  <c:v>5.2613599999999998</c:v>
                </c:pt>
                <c:pt idx="18866">
                  <c:v>5.26166</c:v>
                </c:pt>
                <c:pt idx="18867">
                  <c:v>5.2619699999999998</c:v>
                </c:pt>
                <c:pt idx="18868">
                  <c:v>5.26227</c:v>
                </c:pt>
                <c:pt idx="18869">
                  <c:v>5.2625799999999998</c:v>
                </c:pt>
                <c:pt idx="18870">
                  <c:v>5.26288</c:v>
                </c:pt>
                <c:pt idx="18871">
                  <c:v>5.2631899999999998</c:v>
                </c:pt>
                <c:pt idx="18872">
                  <c:v>5.26349</c:v>
                </c:pt>
                <c:pt idx="18873">
                  <c:v>5.2637999999999998</c:v>
                </c:pt>
                <c:pt idx="18874">
                  <c:v>5.2641</c:v>
                </c:pt>
                <c:pt idx="18875">
                  <c:v>5.2644099999999998</c:v>
                </c:pt>
                <c:pt idx="18876">
                  <c:v>5.2647199999999996</c:v>
                </c:pt>
                <c:pt idx="18877">
                  <c:v>5.2650199999999998</c:v>
                </c:pt>
                <c:pt idx="18878">
                  <c:v>5.2653299999999996</c:v>
                </c:pt>
                <c:pt idx="18879">
                  <c:v>5.2656299999999998</c:v>
                </c:pt>
                <c:pt idx="18880">
                  <c:v>5.2659399999999996</c:v>
                </c:pt>
                <c:pt idx="18881">
                  <c:v>5.2662399999999998</c:v>
                </c:pt>
                <c:pt idx="18882">
                  <c:v>5.2665499999999996</c:v>
                </c:pt>
                <c:pt idx="18883">
                  <c:v>5.2668499999999998</c:v>
                </c:pt>
                <c:pt idx="18884">
                  <c:v>5.2671599999999996</c:v>
                </c:pt>
                <c:pt idx="18885">
                  <c:v>5.2674599999999998</c:v>
                </c:pt>
                <c:pt idx="18886">
                  <c:v>5.2677699999999996</c:v>
                </c:pt>
                <c:pt idx="18887">
                  <c:v>5.2680699999999998</c:v>
                </c:pt>
                <c:pt idx="18888">
                  <c:v>5.2683799999999996</c:v>
                </c:pt>
                <c:pt idx="18889">
                  <c:v>5.2686900000000003</c:v>
                </c:pt>
                <c:pt idx="18890">
                  <c:v>5.2689899999999996</c:v>
                </c:pt>
                <c:pt idx="18891">
                  <c:v>5.2693000000000003</c:v>
                </c:pt>
                <c:pt idx="18892">
                  <c:v>5.2695999999999996</c:v>
                </c:pt>
                <c:pt idx="18893">
                  <c:v>5.2699100000000003</c:v>
                </c:pt>
                <c:pt idx="18894">
                  <c:v>5.2702099999999996</c:v>
                </c:pt>
                <c:pt idx="18895">
                  <c:v>5.2705200000000003</c:v>
                </c:pt>
                <c:pt idx="18896">
                  <c:v>5.2708199999999996</c:v>
                </c:pt>
                <c:pt idx="18897">
                  <c:v>5.2711300000000003</c:v>
                </c:pt>
                <c:pt idx="18898">
                  <c:v>5.2714299999999996</c:v>
                </c:pt>
                <c:pt idx="18899">
                  <c:v>5.2717400000000003</c:v>
                </c:pt>
                <c:pt idx="18900">
                  <c:v>5.2720399999999996</c:v>
                </c:pt>
                <c:pt idx="18901">
                  <c:v>5.2723500000000003</c:v>
                </c:pt>
                <c:pt idx="18902">
                  <c:v>5.2726600000000001</c:v>
                </c:pt>
                <c:pt idx="18903">
                  <c:v>5.2729600000000003</c:v>
                </c:pt>
                <c:pt idx="18904">
                  <c:v>5.2732700000000001</c:v>
                </c:pt>
                <c:pt idx="18905">
                  <c:v>5.2735700000000003</c:v>
                </c:pt>
                <c:pt idx="18906">
                  <c:v>5.2738800000000001</c:v>
                </c:pt>
                <c:pt idx="18907">
                  <c:v>5.2741800000000003</c:v>
                </c:pt>
                <c:pt idx="18908">
                  <c:v>5.2744900000000001</c:v>
                </c:pt>
                <c:pt idx="18909">
                  <c:v>5.2747900000000003</c:v>
                </c:pt>
                <c:pt idx="18910">
                  <c:v>5.2751000000000001</c:v>
                </c:pt>
                <c:pt idx="18911">
                  <c:v>5.2754000000000003</c:v>
                </c:pt>
                <c:pt idx="18912">
                  <c:v>5.2757100000000001</c:v>
                </c:pt>
                <c:pt idx="18913">
                  <c:v>5.2760100000000003</c:v>
                </c:pt>
                <c:pt idx="18914">
                  <c:v>5.2763200000000001</c:v>
                </c:pt>
                <c:pt idx="18915">
                  <c:v>5.2766299999999999</c:v>
                </c:pt>
                <c:pt idx="18916">
                  <c:v>5.2769300000000001</c:v>
                </c:pt>
                <c:pt idx="18917">
                  <c:v>5.2772399999999999</c:v>
                </c:pt>
                <c:pt idx="18918">
                  <c:v>5.2775400000000001</c:v>
                </c:pt>
                <c:pt idx="18919">
                  <c:v>5.2778499999999999</c:v>
                </c:pt>
                <c:pt idx="18920">
                  <c:v>5.2781500000000001</c:v>
                </c:pt>
                <c:pt idx="18921">
                  <c:v>5.2784599999999999</c:v>
                </c:pt>
                <c:pt idx="18922">
                  <c:v>5.2787600000000001</c:v>
                </c:pt>
                <c:pt idx="18923">
                  <c:v>5.2790699999999999</c:v>
                </c:pt>
                <c:pt idx="18924">
                  <c:v>5.2793700000000001</c:v>
                </c:pt>
                <c:pt idx="18925">
                  <c:v>5.2796799999999999</c:v>
                </c:pt>
                <c:pt idx="18926">
                  <c:v>5.2799800000000001</c:v>
                </c:pt>
                <c:pt idx="18927">
                  <c:v>5.2802899999999999</c:v>
                </c:pt>
                <c:pt idx="18928">
                  <c:v>5.2805999999999997</c:v>
                </c:pt>
                <c:pt idx="18929">
                  <c:v>5.2808999999999999</c:v>
                </c:pt>
                <c:pt idx="18930">
                  <c:v>5.2812099999999997</c:v>
                </c:pt>
                <c:pt idx="18931">
                  <c:v>5.2815099999999999</c:v>
                </c:pt>
                <c:pt idx="18932">
                  <c:v>5.2818199999999997</c:v>
                </c:pt>
                <c:pt idx="18933">
                  <c:v>5.2821199999999999</c:v>
                </c:pt>
                <c:pt idx="18934">
                  <c:v>5.2824299999999997</c:v>
                </c:pt>
                <c:pt idx="18935">
                  <c:v>5.2827299999999999</c:v>
                </c:pt>
                <c:pt idx="18936">
                  <c:v>5.2830399999999997</c:v>
                </c:pt>
                <c:pt idx="18937">
                  <c:v>5.2833399999999999</c:v>
                </c:pt>
                <c:pt idx="18938">
                  <c:v>5.2836499999999997</c:v>
                </c:pt>
                <c:pt idx="18939">
                  <c:v>5.2839600000000004</c:v>
                </c:pt>
                <c:pt idx="18940">
                  <c:v>5.2842599999999997</c:v>
                </c:pt>
                <c:pt idx="18941">
                  <c:v>5.2845700000000004</c:v>
                </c:pt>
                <c:pt idx="18942">
                  <c:v>5.2848699999999997</c:v>
                </c:pt>
                <c:pt idx="18943">
                  <c:v>5.2851800000000004</c:v>
                </c:pt>
                <c:pt idx="18944">
                  <c:v>5.2854799999999997</c:v>
                </c:pt>
                <c:pt idx="18945">
                  <c:v>5.2857900000000004</c:v>
                </c:pt>
                <c:pt idx="18946">
                  <c:v>5.2860899999999997</c:v>
                </c:pt>
                <c:pt idx="18947">
                  <c:v>5.2864000000000004</c:v>
                </c:pt>
                <c:pt idx="18948">
                  <c:v>5.2866999999999997</c:v>
                </c:pt>
                <c:pt idx="18949">
                  <c:v>5.2870100000000004</c:v>
                </c:pt>
                <c:pt idx="18950">
                  <c:v>5.2873099999999997</c:v>
                </c:pt>
                <c:pt idx="18951">
                  <c:v>5.2876200000000004</c:v>
                </c:pt>
                <c:pt idx="18952">
                  <c:v>5.2879300000000002</c:v>
                </c:pt>
                <c:pt idx="18953">
                  <c:v>5.2882300000000004</c:v>
                </c:pt>
                <c:pt idx="18954">
                  <c:v>5.2885400000000002</c:v>
                </c:pt>
                <c:pt idx="18955">
                  <c:v>5.2888400000000004</c:v>
                </c:pt>
                <c:pt idx="18956">
                  <c:v>5.2891500000000002</c:v>
                </c:pt>
                <c:pt idx="18957">
                  <c:v>5.2894500000000004</c:v>
                </c:pt>
                <c:pt idx="18958">
                  <c:v>5.2897600000000002</c:v>
                </c:pt>
                <c:pt idx="18959">
                  <c:v>5.2900600000000004</c:v>
                </c:pt>
                <c:pt idx="18960">
                  <c:v>5.2903700000000002</c:v>
                </c:pt>
                <c:pt idx="18961">
                  <c:v>5.2906700000000004</c:v>
                </c:pt>
                <c:pt idx="18962">
                  <c:v>5.2909800000000002</c:v>
                </c:pt>
                <c:pt idx="18963">
                  <c:v>5.2912800000000004</c:v>
                </c:pt>
                <c:pt idx="18964">
                  <c:v>5.2915900000000002</c:v>
                </c:pt>
                <c:pt idx="18965">
                  <c:v>5.2919</c:v>
                </c:pt>
                <c:pt idx="18966">
                  <c:v>5.2922000000000002</c:v>
                </c:pt>
                <c:pt idx="18967">
                  <c:v>5.29251</c:v>
                </c:pt>
                <c:pt idx="18968">
                  <c:v>5.2928100000000002</c:v>
                </c:pt>
                <c:pt idx="18969">
                  <c:v>5.29312</c:v>
                </c:pt>
                <c:pt idx="18970">
                  <c:v>5.2934200000000002</c:v>
                </c:pt>
                <c:pt idx="18971">
                  <c:v>5.29373</c:v>
                </c:pt>
                <c:pt idx="18972">
                  <c:v>5.2940300000000002</c:v>
                </c:pt>
                <c:pt idx="18973">
                  <c:v>5.29434</c:v>
                </c:pt>
                <c:pt idx="18974">
                  <c:v>5.2946400000000002</c:v>
                </c:pt>
                <c:pt idx="18975">
                  <c:v>5.29495</c:v>
                </c:pt>
                <c:pt idx="18976">
                  <c:v>5.2952500000000002</c:v>
                </c:pt>
                <c:pt idx="18977">
                  <c:v>5.29556</c:v>
                </c:pt>
                <c:pt idx="18978">
                  <c:v>5.2958699999999999</c:v>
                </c:pt>
                <c:pt idx="18979">
                  <c:v>5.29617</c:v>
                </c:pt>
                <c:pt idx="18980">
                  <c:v>5.2964799999999999</c:v>
                </c:pt>
                <c:pt idx="18981">
                  <c:v>5.29678</c:v>
                </c:pt>
                <c:pt idx="18982">
                  <c:v>5.2970899999999999</c:v>
                </c:pt>
                <c:pt idx="18983">
                  <c:v>5.29739</c:v>
                </c:pt>
                <c:pt idx="18984">
                  <c:v>5.2976999999999999</c:v>
                </c:pt>
                <c:pt idx="18985">
                  <c:v>5.298</c:v>
                </c:pt>
                <c:pt idx="18986">
                  <c:v>5.2983099999999999</c:v>
                </c:pt>
                <c:pt idx="18987">
                  <c:v>5.29861</c:v>
                </c:pt>
                <c:pt idx="18988">
                  <c:v>5.2989199999999999</c:v>
                </c:pt>
                <c:pt idx="18989">
                  <c:v>5.29922</c:v>
                </c:pt>
                <c:pt idx="18990">
                  <c:v>5.2995299999999999</c:v>
                </c:pt>
                <c:pt idx="18991">
                  <c:v>5.2998399999999997</c:v>
                </c:pt>
                <c:pt idx="18992">
                  <c:v>5.3001399999999999</c:v>
                </c:pt>
                <c:pt idx="18993">
                  <c:v>5.3004499999999997</c:v>
                </c:pt>
                <c:pt idx="18994">
                  <c:v>5.3007499999999999</c:v>
                </c:pt>
                <c:pt idx="18995">
                  <c:v>5.3010599999999997</c:v>
                </c:pt>
                <c:pt idx="18996">
                  <c:v>5.3013599999999999</c:v>
                </c:pt>
                <c:pt idx="18997">
                  <c:v>5.3016699999999997</c:v>
                </c:pt>
                <c:pt idx="18998">
                  <c:v>5.3019699999999998</c:v>
                </c:pt>
                <c:pt idx="18999">
                  <c:v>5.3022799999999997</c:v>
                </c:pt>
                <c:pt idx="19000">
                  <c:v>5.3025799999999998</c:v>
                </c:pt>
                <c:pt idx="19001">
                  <c:v>5.3028899999999997</c:v>
                </c:pt>
                <c:pt idx="19002">
                  <c:v>5.3032000000000004</c:v>
                </c:pt>
                <c:pt idx="19003">
                  <c:v>5.3034999999999997</c:v>
                </c:pt>
                <c:pt idx="19004">
                  <c:v>5.3038100000000004</c:v>
                </c:pt>
                <c:pt idx="19005">
                  <c:v>5.3041099999999997</c:v>
                </c:pt>
                <c:pt idx="19006">
                  <c:v>5.3044200000000004</c:v>
                </c:pt>
                <c:pt idx="19007">
                  <c:v>5.3047199999999997</c:v>
                </c:pt>
                <c:pt idx="19008">
                  <c:v>5.3050300000000004</c:v>
                </c:pt>
                <c:pt idx="19009">
                  <c:v>5.3053299999999997</c:v>
                </c:pt>
                <c:pt idx="19010">
                  <c:v>5.3056400000000004</c:v>
                </c:pt>
                <c:pt idx="19011">
                  <c:v>5.3059399999999997</c:v>
                </c:pt>
                <c:pt idx="19012">
                  <c:v>5.3062500000000004</c:v>
                </c:pt>
                <c:pt idx="19013">
                  <c:v>5.3065499999999997</c:v>
                </c:pt>
                <c:pt idx="19014">
                  <c:v>5.3068600000000004</c:v>
                </c:pt>
                <c:pt idx="19015">
                  <c:v>5.3071700000000002</c:v>
                </c:pt>
                <c:pt idx="19016">
                  <c:v>5.3074700000000004</c:v>
                </c:pt>
                <c:pt idx="19017">
                  <c:v>5.3077800000000002</c:v>
                </c:pt>
                <c:pt idx="19018">
                  <c:v>5.3080800000000004</c:v>
                </c:pt>
                <c:pt idx="19019">
                  <c:v>5.3083900000000002</c:v>
                </c:pt>
                <c:pt idx="19020">
                  <c:v>5.3086900000000004</c:v>
                </c:pt>
                <c:pt idx="19021">
                  <c:v>5.3090000000000002</c:v>
                </c:pt>
                <c:pt idx="19022">
                  <c:v>5.3093000000000004</c:v>
                </c:pt>
                <c:pt idx="19023">
                  <c:v>5.3096100000000002</c:v>
                </c:pt>
                <c:pt idx="19024">
                  <c:v>5.3099100000000004</c:v>
                </c:pt>
                <c:pt idx="19025">
                  <c:v>5.3102200000000002</c:v>
                </c:pt>
                <c:pt idx="19026">
                  <c:v>5.3105200000000004</c:v>
                </c:pt>
                <c:pt idx="19027">
                  <c:v>5.3108300000000002</c:v>
                </c:pt>
                <c:pt idx="19028">
                  <c:v>5.31114</c:v>
                </c:pt>
                <c:pt idx="19029">
                  <c:v>5.3114400000000002</c:v>
                </c:pt>
                <c:pt idx="19030">
                  <c:v>5.31175</c:v>
                </c:pt>
                <c:pt idx="19031">
                  <c:v>5.3120500000000002</c:v>
                </c:pt>
                <c:pt idx="19032">
                  <c:v>5.31236</c:v>
                </c:pt>
                <c:pt idx="19033">
                  <c:v>5.3126600000000002</c:v>
                </c:pt>
                <c:pt idx="19034">
                  <c:v>5.31297</c:v>
                </c:pt>
                <c:pt idx="19035">
                  <c:v>5.3132700000000002</c:v>
                </c:pt>
                <c:pt idx="19036">
                  <c:v>5.31358</c:v>
                </c:pt>
                <c:pt idx="19037">
                  <c:v>5.3138800000000002</c:v>
                </c:pt>
                <c:pt idx="19038">
                  <c:v>5.31419</c:v>
                </c:pt>
                <c:pt idx="19039">
                  <c:v>5.3144900000000002</c:v>
                </c:pt>
                <c:pt idx="19040">
                  <c:v>5.3148</c:v>
                </c:pt>
                <c:pt idx="19041">
                  <c:v>5.3151099999999998</c:v>
                </c:pt>
                <c:pt idx="19042">
                  <c:v>5.31541</c:v>
                </c:pt>
                <c:pt idx="19043">
                  <c:v>5.3157199999999998</c:v>
                </c:pt>
                <c:pt idx="19044">
                  <c:v>5.31602</c:v>
                </c:pt>
                <c:pt idx="19045">
                  <c:v>5.3163299999999998</c:v>
                </c:pt>
                <c:pt idx="19046">
                  <c:v>5.31663</c:v>
                </c:pt>
                <c:pt idx="19047">
                  <c:v>5.3169399999999998</c:v>
                </c:pt>
                <c:pt idx="19048">
                  <c:v>5.31724</c:v>
                </c:pt>
                <c:pt idx="19049">
                  <c:v>5.3175499999999998</c:v>
                </c:pt>
                <c:pt idx="19050">
                  <c:v>5.31785</c:v>
                </c:pt>
                <c:pt idx="19051">
                  <c:v>5.3181599999999998</c:v>
                </c:pt>
                <c:pt idx="19052">
                  <c:v>5.31846</c:v>
                </c:pt>
                <c:pt idx="19053">
                  <c:v>5.3187699999999998</c:v>
                </c:pt>
                <c:pt idx="19054">
                  <c:v>5.3190799999999996</c:v>
                </c:pt>
                <c:pt idx="19055">
                  <c:v>5.3193799999999998</c:v>
                </c:pt>
                <c:pt idx="19056">
                  <c:v>5.3196899999999996</c:v>
                </c:pt>
                <c:pt idx="19057">
                  <c:v>5.3199899999999998</c:v>
                </c:pt>
                <c:pt idx="19058">
                  <c:v>5.3202999999999996</c:v>
                </c:pt>
                <c:pt idx="19059">
                  <c:v>5.3205999999999998</c:v>
                </c:pt>
                <c:pt idx="19060">
                  <c:v>5.3209099999999996</c:v>
                </c:pt>
                <c:pt idx="19061">
                  <c:v>5.3212099999999998</c:v>
                </c:pt>
                <c:pt idx="19062">
                  <c:v>5.3215199999999996</c:v>
                </c:pt>
                <c:pt idx="19063">
                  <c:v>5.3218199999999998</c:v>
                </c:pt>
                <c:pt idx="19064">
                  <c:v>5.3221299999999996</c:v>
                </c:pt>
                <c:pt idx="19065">
                  <c:v>5.3224400000000003</c:v>
                </c:pt>
                <c:pt idx="19066">
                  <c:v>5.3227399999999996</c:v>
                </c:pt>
                <c:pt idx="19067">
                  <c:v>5.3230500000000003</c:v>
                </c:pt>
                <c:pt idx="19068">
                  <c:v>5.3233499999999996</c:v>
                </c:pt>
                <c:pt idx="19069">
                  <c:v>5.3236600000000003</c:v>
                </c:pt>
                <c:pt idx="19070">
                  <c:v>5.3239599999999996</c:v>
                </c:pt>
                <c:pt idx="19071">
                  <c:v>5.3242700000000003</c:v>
                </c:pt>
                <c:pt idx="19072">
                  <c:v>5.3245699999999996</c:v>
                </c:pt>
                <c:pt idx="19073">
                  <c:v>5.3248800000000003</c:v>
                </c:pt>
                <c:pt idx="19074">
                  <c:v>5.3251799999999996</c:v>
                </c:pt>
                <c:pt idx="19075">
                  <c:v>5.3254900000000003</c:v>
                </c:pt>
                <c:pt idx="19076">
                  <c:v>5.3257899999999996</c:v>
                </c:pt>
                <c:pt idx="19077">
                  <c:v>5.3261000000000003</c:v>
                </c:pt>
                <c:pt idx="19078">
                  <c:v>5.3264100000000001</c:v>
                </c:pt>
                <c:pt idx="19079">
                  <c:v>5.3267100000000003</c:v>
                </c:pt>
                <c:pt idx="19080">
                  <c:v>5.3270200000000001</c:v>
                </c:pt>
                <c:pt idx="19081">
                  <c:v>5.3273200000000003</c:v>
                </c:pt>
                <c:pt idx="19082">
                  <c:v>5.3276300000000001</c:v>
                </c:pt>
                <c:pt idx="19083">
                  <c:v>5.3279300000000003</c:v>
                </c:pt>
                <c:pt idx="19084">
                  <c:v>5.3282400000000001</c:v>
                </c:pt>
                <c:pt idx="19085">
                  <c:v>5.3285400000000003</c:v>
                </c:pt>
                <c:pt idx="19086">
                  <c:v>5.3288500000000001</c:v>
                </c:pt>
                <c:pt idx="19087">
                  <c:v>5.3291500000000003</c:v>
                </c:pt>
                <c:pt idx="19088">
                  <c:v>5.3294600000000001</c:v>
                </c:pt>
                <c:pt idx="19089">
                  <c:v>5.3297600000000003</c:v>
                </c:pt>
                <c:pt idx="19090">
                  <c:v>5.3300700000000001</c:v>
                </c:pt>
                <c:pt idx="19091">
                  <c:v>5.3303799999999999</c:v>
                </c:pt>
                <c:pt idx="19092">
                  <c:v>5.3306800000000001</c:v>
                </c:pt>
                <c:pt idx="19093">
                  <c:v>5.3309899999999999</c:v>
                </c:pt>
                <c:pt idx="19094">
                  <c:v>5.3312900000000001</c:v>
                </c:pt>
                <c:pt idx="19095">
                  <c:v>5.3315999999999999</c:v>
                </c:pt>
                <c:pt idx="19096">
                  <c:v>5.3319000000000001</c:v>
                </c:pt>
                <c:pt idx="19097">
                  <c:v>5.3322099999999999</c:v>
                </c:pt>
                <c:pt idx="19098">
                  <c:v>5.3325100000000001</c:v>
                </c:pt>
                <c:pt idx="19099">
                  <c:v>5.3328199999999999</c:v>
                </c:pt>
                <c:pt idx="19100">
                  <c:v>5.3331200000000001</c:v>
                </c:pt>
                <c:pt idx="19101">
                  <c:v>5.3334299999999999</c:v>
                </c:pt>
                <c:pt idx="19102">
                  <c:v>5.3337300000000001</c:v>
                </c:pt>
                <c:pt idx="19103">
                  <c:v>5.3340399999999999</c:v>
                </c:pt>
                <c:pt idx="19104">
                  <c:v>5.3343499999999997</c:v>
                </c:pt>
                <c:pt idx="19105">
                  <c:v>5.3346499999999999</c:v>
                </c:pt>
                <c:pt idx="19106">
                  <c:v>5.3349599999999997</c:v>
                </c:pt>
                <c:pt idx="19107">
                  <c:v>5.3352599999999999</c:v>
                </c:pt>
                <c:pt idx="19108">
                  <c:v>5.3355699999999997</c:v>
                </c:pt>
                <c:pt idx="19109">
                  <c:v>5.3358699999999999</c:v>
                </c:pt>
                <c:pt idx="19110">
                  <c:v>5.3361799999999997</c:v>
                </c:pt>
                <c:pt idx="19111">
                  <c:v>5.3364799999999999</c:v>
                </c:pt>
                <c:pt idx="19112">
                  <c:v>5.3367899999999997</c:v>
                </c:pt>
                <c:pt idx="19113">
                  <c:v>5.3370899999999999</c:v>
                </c:pt>
                <c:pt idx="19114">
                  <c:v>5.3373999999999997</c:v>
                </c:pt>
                <c:pt idx="19115">
                  <c:v>5.3377100000000004</c:v>
                </c:pt>
                <c:pt idx="19116">
                  <c:v>5.3380099999999997</c:v>
                </c:pt>
                <c:pt idx="19117">
                  <c:v>5.3383200000000004</c:v>
                </c:pt>
                <c:pt idx="19118">
                  <c:v>5.3386199999999997</c:v>
                </c:pt>
                <c:pt idx="19119">
                  <c:v>5.3389300000000004</c:v>
                </c:pt>
                <c:pt idx="19120">
                  <c:v>5.3392299999999997</c:v>
                </c:pt>
                <c:pt idx="19121">
                  <c:v>5.3395400000000004</c:v>
                </c:pt>
                <c:pt idx="19122">
                  <c:v>5.3398399999999997</c:v>
                </c:pt>
                <c:pt idx="19123">
                  <c:v>5.3401500000000004</c:v>
                </c:pt>
                <c:pt idx="19124">
                  <c:v>5.3404499999999997</c:v>
                </c:pt>
                <c:pt idx="19125">
                  <c:v>5.3407600000000004</c:v>
                </c:pt>
                <c:pt idx="19126">
                  <c:v>5.3410599999999997</c:v>
                </c:pt>
                <c:pt idx="19127">
                  <c:v>5.3413700000000004</c:v>
                </c:pt>
                <c:pt idx="19128">
                  <c:v>5.3416800000000002</c:v>
                </c:pt>
                <c:pt idx="19129">
                  <c:v>5.3419800000000004</c:v>
                </c:pt>
                <c:pt idx="19130">
                  <c:v>5.3422900000000002</c:v>
                </c:pt>
                <c:pt idx="19131">
                  <c:v>5.3425900000000004</c:v>
                </c:pt>
                <c:pt idx="19132">
                  <c:v>5.3429000000000002</c:v>
                </c:pt>
                <c:pt idx="19133">
                  <c:v>5.3432000000000004</c:v>
                </c:pt>
                <c:pt idx="19134">
                  <c:v>5.3435100000000002</c:v>
                </c:pt>
                <c:pt idx="19135">
                  <c:v>5.3438100000000004</c:v>
                </c:pt>
                <c:pt idx="19136">
                  <c:v>5.3441200000000002</c:v>
                </c:pt>
                <c:pt idx="19137">
                  <c:v>5.3444200000000004</c:v>
                </c:pt>
                <c:pt idx="19138">
                  <c:v>5.3447300000000002</c:v>
                </c:pt>
                <c:pt idx="19139">
                  <c:v>5.3450300000000004</c:v>
                </c:pt>
                <c:pt idx="19140">
                  <c:v>5.3453400000000002</c:v>
                </c:pt>
                <c:pt idx="19141">
                  <c:v>5.34565</c:v>
                </c:pt>
                <c:pt idx="19142">
                  <c:v>5.3459500000000002</c:v>
                </c:pt>
                <c:pt idx="19143">
                  <c:v>5.34626</c:v>
                </c:pt>
                <c:pt idx="19144">
                  <c:v>5.3465600000000002</c:v>
                </c:pt>
                <c:pt idx="19145">
                  <c:v>5.34687</c:v>
                </c:pt>
                <c:pt idx="19146">
                  <c:v>5.3471700000000002</c:v>
                </c:pt>
                <c:pt idx="19147">
                  <c:v>5.34748</c:v>
                </c:pt>
                <c:pt idx="19148">
                  <c:v>5.3477800000000002</c:v>
                </c:pt>
                <c:pt idx="19149">
                  <c:v>5.34809</c:v>
                </c:pt>
                <c:pt idx="19150">
                  <c:v>5.3483900000000002</c:v>
                </c:pt>
                <c:pt idx="19151">
                  <c:v>5.3487</c:v>
                </c:pt>
                <c:pt idx="19152">
                  <c:v>5.3490000000000002</c:v>
                </c:pt>
                <c:pt idx="19153">
                  <c:v>5.34931</c:v>
                </c:pt>
                <c:pt idx="19154">
                  <c:v>5.3496199999999998</c:v>
                </c:pt>
                <c:pt idx="19155">
                  <c:v>5.34992</c:v>
                </c:pt>
                <c:pt idx="19156">
                  <c:v>5.3502299999999998</c:v>
                </c:pt>
                <c:pt idx="19157">
                  <c:v>5.35053</c:v>
                </c:pt>
                <c:pt idx="19158">
                  <c:v>5.3508399999999998</c:v>
                </c:pt>
                <c:pt idx="19159">
                  <c:v>5.35114</c:v>
                </c:pt>
                <c:pt idx="19160">
                  <c:v>5.3514499999999998</c:v>
                </c:pt>
                <c:pt idx="19161">
                  <c:v>5.35175</c:v>
                </c:pt>
                <c:pt idx="19162">
                  <c:v>5.3520599999999998</c:v>
                </c:pt>
                <c:pt idx="19163">
                  <c:v>5.35236</c:v>
                </c:pt>
                <c:pt idx="19164">
                  <c:v>5.3526699999999998</c:v>
                </c:pt>
                <c:pt idx="19165">
                  <c:v>5.35297</c:v>
                </c:pt>
                <c:pt idx="19166">
                  <c:v>5.3532799999999998</c:v>
                </c:pt>
                <c:pt idx="19167">
                  <c:v>5.3535899999999996</c:v>
                </c:pt>
                <c:pt idx="19168">
                  <c:v>5.3538899999999998</c:v>
                </c:pt>
                <c:pt idx="19169">
                  <c:v>5.3541999999999996</c:v>
                </c:pt>
                <c:pt idx="19170">
                  <c:v>5.3544999999999998</c:v>
                </c:pt>
                <c:pt idx="19171">
                  <c:v>5.3548099999999996</c:v>
                </c:pt>
                <c:pt idx="19172">
                  <c:v>5.3551099999999998</c:v>
                </c:pt>
                <c:pt idx="19173">
                  <c:v>5.3554199999999996</c:v>
                </c:pt>
                <c:pt idx="19174">
                  <c:v>5.3557199999999998</c:v>
                </c:pt>
                <c:pt idx="19175">
                  <c:v>5.3560299999999996</c:v>
                </c:pt>
                <c:pt idx="19176">
                  <c:v>5.3563299999999998</c:v>
                </c:pt>
                <c:pt idx="19177">
                  <c:v>5.3566399999999996</c:v>
                </c:pt>
                <c:pt idx="19178">
                  <c:v>5.3569500000000003</c:v>
                </c:pt>
                <c:pt idx="19179">
                  <c:v>5.3572499999999996</c:v>
                </c:pt>
                <c:pt idx="19180">
                  <c:v>5.3575600000000003</c:v>
                </c:pt>
                <c:pt idx="19181">
                  <c:v>5.3578599999999996</c:v>
                </c:pt>
                <c:pt idx="19182">
                  <c:v>5.3581700000000003</c:v>
                </c:pt>
                <c:pt idx="19183">
                  <c:v>5.3584699999999996</c:v>
                </c:pt>
                <c:pt idx="19184">
                  <c:v>5.3587800000000003</c:v>
                </c:pt>
                <c:pt idx="19185">
                  <c:v>5.3590799999999996</c:v>
                </c:pt>
                <c:pt idx="19186">
                  <c:v>5.3593900000000003</c:v>
                </c:pt>
                <c:pt idx="19187">
                  <c:v>5.3596899999999996</c:v>
                </c:pt>
                <c:pt idx="19188">
                  <c:v>5.36</c:v>
                </c:pt>
                <c:pt idx="19189">
                  <c:v>5.3602999999999996</c:v>
                </c:pt>
                <c:pt idx="19190">
                  <c:v>5.3606100000000003</c:v>
                </c:pt>
                <c:pt idx="19191">
                  <c:v>5.3609200000000001</c:v>
                </c:pt>
                <c:pt idx="19192">
                  <c:v>5.3612200000000003</c:v>
                </c:pt>
                <c:pt idx="19193">
                  <c:v>5.3615300000000001</c:v>
                </c:pt>
                <c:pt idx="19194">
                  <c:v>5.3618300000000003</c:v>
                </c:pt>
                <c:pt idx="19195">
                  <c:v>5.3621400000000001</c:v>
                </c:pt>
                <c:pt idx="19196">
                  <c:v>5.3624400000000003</c:v>
                </c:pt>
                <c:pt idx="19197">
                  <c:v>5.3627500000000001</c:v>
                </c:pt>
                <c:pt idx="19198">
                  <c:v>5.3630500000000003</c:v>
                </c:pt>
                <c:pt idx="19199">
                  <c:v>5.3633600000000001</c:v>
                </c:pt>
                <c:pt idx="19200">
                  <c:v>5.3636600000000003</c:v>
                </c:pt>
                <c:pt idx="19201">
                  <c:v>5.3639700000000001</c:v>
                </c:pt>
                <c:pt idx="19202">
                  <c:v>5.3642700000000003</c:v>
                </c:pt>
                <c:pt idx="19203">
                  <c:v>5.3645800000000001</c:v>
                </c:pt>
                <c:pt idx="19204">
                  <c:v>5.3648899999999999</c:v>
                </c:pt>
                <c:pt idx="19205">
                  <c:v>5.3651900000000001</c:v>
                </c:pt>
                <c:pt idx="19206">
                  <c:v>5.3654999999999999</c:v>
                </c:pt>
                <c:pt idx="19207">
                  <c:v>5.3658000000000001</c:v>
                </c:pt>
                <c:pt idx="19208">
                  <c:v>5.3661099999999999</c:v>
                </c:pt>
                <c:pt idx="19209">
                  <c:v>5.3664100000000001</c:v>
                </c:pt>
                <c:pt idx="19210">
                  <c:v>5.3667199999999999</c:v>
                </c:pt>
                <c:pt idx="19211">
                  <c:v>5.3670200000000001</c:v>
                </c:pt>
                <c:pt idx="19212">
                  <c:v>5.3673299999999999</c:v>
                </c:pt>
                <c:pt idx="19213">
                  <c:v>5.3676300000000001</c:v>
                </c:pt>
                <c:pt idx="19214">
                  <c:v>5.3679399999999999</c:v>
                </c:pt>
                <c:pt idx="19215">
                  <c:v>5.3682400000000001</c:v>
                </c:pt>
                <c:pt idx="19216">
                  <c:v>5.3685499999999999</c:v>
                </c:pt>
                <c:pt idx="19217">
                  <c:v>5.3688599999999997</c:v>
                </c:pt>
                <c:pt idx="19218">
                  <c:v>5.3691599999999999</c:v>
                </c:pt>
                <c:pt idx="19219">
                  <c:v>5.3694699999999997</c:v>
                </c:pt>
                <c:pt idx="19220">
                  <c:v>5.3697699999999999</c:v>
                </c:pt>
                <c:pt idx="19221">
                  <c:v>5.3700799999999997</c:v>
                </c:pt>
                <c:pt idx="19222">
                  <c:v>5.3703799999999999</c:v>
                </c:pt>
                <c:pt idx="19223">
                  <c:v>5.3706899999999997</c:v>
                </c:pt>
                <c:pt idx="19224">
                  <c:v>5.3709899999999999</c:v>
                </c:pt>
                <c:pt idx="19225">
                  <c:v>5.3712999999999997</c:v>
                </c:pt>
                <c:pt idx="19226">
                  <c:v>5.3715999999999999</c:v>
                </c:pt>
                <c:pt idx="19227">
                  <c:v>5.3719099999999997</c:v>
                </c:pt>
                <c:pt idx="19228">
                  <c:v>5.3722099999999999</c:v>
                </c:pt>
                <c:pt idx="19229">
                  <c:v>5.3725199999999997</c:v>
                </c:pt>
                <c:pt idx="19230">
                  <c:v>5.3728300000000004</c:v>
                </c:pt>
                <c:pt idx="19231">
                  <c:v>5.3731299999999997</c:v>
                </c:pt>
                <c:pt idx="19232">
                  <c:v>5.3734400000000004</c:v>
                </c:pt>
                <c:pt idx="19233">
                  <c:v>5.3737399999999997</c:v>
                </c:pt>
                <c:pt idx="19234">
                  <c:v>5.3740500000000004</c:v>
                </c:pt>
                <c:pt idx="19235">
                  <c:v>5.3743499999999997</c:v>
                </c:pt>
                <c:pt idx="19236">
                  <c:v>5.3746600000000004</c:v>
                </c:pt>
                <c:pt idx="19237">
                  <c:v>5.3749599999999997</c:v>
                </c:pt>
                <c:pt idx="19238">
                  <c:v>5.3752700000000004</c:v>
                </c:pt>
                <c:pt idx="19239">
                  <c:v>5.3755699999999997</c:v>
                </c:pt>
                <c:pt idx="19240">
                  <c:v>5.3758800000000004</c:v>
                </c:pt>
                <c:pt idx="19241">
                  <c:v>5.3761900000000002</c:v>
                </c:pt>
                <c:pt idx="19242">
                  <c:v>5.3764900000000004</c:v>
                </c:pt>
                <c:pt idx="19243">
                  <c:v>5.3768000000000002</c:v>
                </c:pt>
                <c:pt idx="19244">
                  <c:v>5.3771000000000004</c:v>
                </c:pt>
                <c:pt idx="19245">
                  <c:v>5.3774100000000002</c:v>
                </c:pt>
                <c:pt idx="19246">
                  <c:v>5.3777100000000004</c:v>
                </c:pt>
                <c:pt idx="19247">
                  <c:v>5.3780200000000002</c:v>
                </c:pt>
                <c:pt idx="19248">
                  <c:v>5.3783200000000004</c:v>
                </c:pt>
                <c:pt idx="19249">
                  <c:v>5.3786300000000002</c:v>
                </c:pt>
                <c:pt idx="19250">
                  <c:v>5.3789300000000004</c:v>
                </c:pt>
                <c:pt idx="19251">
                  <c:v>5.3792400000000002</c:v>
                </c:pt>
                <c:pt idx="19252">
                  <c:v>5.3795400000000004</c:v>
                </c:pt>
                <c:pt idx="19253">
                  <c:v>5.3798500000000002</c:v>
                </c:pt>
                <c:pt idx="19254">
                  <c:v>5.3801600000000001</c:v>
                </c:pt>
                <c:pt idx="19255">
                  <c:v>5.3804600000000002</c:v>
                </c:pt>
                <c:pt idx="19256">
                  <c:v>5.3807700000000001</c:v>
                </c:pt>
                <c:pt idx="19257">
                  <c:v>5.3810700000000002</c:v>
                </c:pt>
                <c:pt idx="19258">
                  <c:v>5.3813800000000001</c:v>
                </c:pt>
                <c:pt idx="19259">
                  <c:v>5.3816800000000002</c:v>
                </c:pt>
                <c:pt idx="19260">
                  <c:v>5.3819900000000001</c:v>
                </c:pt>
                <c:pt idx="19261">
                  <c:v>5.3822900000000002</c:v>
                </c:pt>
                <c:pt idx="19262">
                  <c:v>5.3826000000000001</c:v>
                </c:pt>
                <c:pt idx="19263">
                  <c:v>5.3829000000000002</c:v>
                </c:pt>
                <c:pt idx="19264">
                  <c:v>5.3832100000000001</c:v>
                </c:pt>
                <c:pt idx="19265">
                  <c:v>5.3835100000000002</c:v>
                </c:pt>
                <c:pt idx="19266">
                  <c:v>5.3838200000000001</c:v>
                </c:pt>
                <c:pt idx="19267">
                  <c:v>5.3841299999999999</c:v>
                </c:pt>
                <c:pt idx="19268">
                  <c:v>5.38443</c:v>
                </c:pt>
                <c:pt idx="19269">
                  <c:v>5.3847399999999999</c:v>
                </c:pt>
                <c:pt idx="19270">
                  <c:v>5.38504</c:v>
                </c:pt>
                <c:pt idx="19271">
                  <c:v>5.3853499999999999</c:v>
                </c:pt>
                <c:pt idx="19272">
                  <c:v>5.38565</c:v>
                </c:pt>
                <c:pt idx="19273">
                  <c:v>5.3859599999999999</c:v>
                </c:pt>
                <c:pt idx="19274">
                  <c:v>5.38626</c:v>
                </c:pt>
                <c:pt idx="19275">
                  <c:v>5.3865699999999999</c:v>
                </c:pt>
                <c:pt idx="19276">
                  <c:v>5.38687</c:v>
                </c:pt>
                <c:pt idx="19277">
                  <c:v>5.3871799999999999</c:v>
                </c:pt>
                <c:pt idx="19278">
                  <c:v>5.38748</c:v>
                </c:pt>
                <c:pt idx="19279">
                  <c:v>5.3877899999999999</c:v>
                </c:pt>
                <c:pt idx="19280">
                  <c:v>5.3880999999999997</c:v>
                </c:pt>
                <c:pt idx="19281">
                  <c:v>5.3883999999999999</c:v>
                </c:pt>
                <c:pt idx="19282">
                  <c:v>5.3887099999999997</c:v>
                </c:pt>
                <c:pt idx="19283">
                  <c:v>5.3890099999999999</c:v>
                </c:pt>
                <c:pt idx="19284">
                  <c:v>5.3893199999999997</c:v>
                </c:pt>
                <c:pt idx="19285">
                  <c:v>5.3896199999999999</c:v>
                </c:pt>
                <c:pt idx="19286">
                  <c:v>5.3899299999999997</c:v>
                </c:pt>
                <c:pt idx="19287">
                  <c:v>5.3902299999999999</c:v>
                </c:pt>
                <c:pt idx="19288">
                  <c:v>5.3905399999999997</c:v>
                </c:pt>
                <c:pt idx="19289">
                  <c:v>5.3908399999999999</c:v>
                </c:pt>
                <c:pt idx="19290">
                  <c:v>5.3911499999999997</c:v>
                </c:pt>
                <c:pt idx="19291">
                  <c:v>5.3914600000000004</c:v>
                </c:pt>
                <c:pt idx="19292">
                  <c:v>5.3917599999999997</c:v>
                </c:pt>
                <c:pt idx="19293">
                  <c:v>5.3920700000000004</c:v>
                </c:pt>
                <c:pt idx="19294">
                  <c:v>5.3923699999999997</c:v>
                </c:pt>
                <c:pt idx="19295">
                  <c:v>5.3926800000000004</c:v>
                </c:pt>
                <c:pt idx="19296">
                  <c:v>5.3929799999999997</c:v>
                </c:pt>
                <c:pt idx="19297">
                  <c:v>5.3932900000000004</c:v>
                </c:pt>
                <c:pt idx="19298">
                  <c:v>5.3935899999999997</c:v>
                </c:pt>
                <c:pt idx="19299">
                  <c:v>5.3939000000000004</c:v>
                </c:pt>
                <c:pt idx="19300">
                  <c:v>5.3941999999999997</c:v>
                </c:pt>
                <c:pt idx="19301">
                  <c:v>5.3945100000000004</c:v>
                </c:pt>
                <c:pt idx="19302">
                  <c:v>5.3948099999999997</c:v>
                </c:pt>
                <c:pt idx="19303">
                  <c:v>5.3951200000000004</c:v>
                </c:pt>
                <c:pt idx="19304">
                  <c:v>5.3954300000000002</c:v>
                </c:pt>
                <c:pt idx="19305">
                  <c:v>5.3957300000000004</c:v>
                </c:pt>
                <c:pt idx="19306">
                  <c:v>5.3960400000000002</c:v>
                </c:pt>
                <c:pt idx="19307">
                  <c:v>5.3963400000000004</c:v>
                </c:pt>
                <c:pt idx="19308">
                  <c:v>5.3966500000000002</c:v>
                </c:pt>
                <c:pt idx="19309">
                  <c:v>5.3969500000000004</c:v>
                </c:pt>
                <c:pt idx="19310">
                  <c:v>5.3972600000000002</c:v>
                </c:pt>
                <c:pt idx="19311">
                  <c:v>5.3975600000000004</c:v>
                </c:pt>
                <c:pt idx="19312">
                  <c:v>5.3978700000000002</c:v>
                </c:pt>
                <c:pt idx="19313">
                  <c:v>5.3981700000000004</c:v>
                </c:pt>
                <c:pt idx="19314">
                  <c:v>5.3984800000000002</c:v>
                </c:pt>
                <c:pt idx="19315">
                  <c:v>5.3987800000000004</c:v>
                </c:pt>
                <c:pt idx="19316">
                  <c:v>5.3990900000000002</c:v>
                </c:pt>
                <c:pt idx="19317">
                  <c:v>5.3994</c:v>
                </c:pt>
                <c:pt idx="19318">
                  <c:v>5.3997000000000002</c:v>
                </c:pt>
                <c:pt idx="19319">
                  <c:v>5.40001</c:v>
                </c:pt>
                <c:pt idx="19320">
                  <c:v>5.4003100000000002</c:v>
                </c:pt>
                <c:pt idx="19321">
                  <c:v>5.40062</c:v>
                </c:pt>
                <c:pt idx="19322">
                  <c:v>5.4009200000000002</c:v>
                </c:pt>
                <c:pt idx="19323">
                  <c:v>5.40123</c:v>
                </c:pt>
                <c:pt idx="19324">
                  <c:v>5.4015300000000002</c:v>
                </c:pt>
                <c:pt idx="19325">
                  <c:v>5.40184</c:v>
                </c:pt>
                <c:pt idx="19326">
                  <c:v>5.4021400000000002</c:v>
                </c:pt>
                <c:pt idx="19327">
                  <c:v>5.40245</c:v>
                </c:pt>
                <c:pt idx="19328">
                  <c:v>5.4027500000000002</c:v>
                </c:pt>
                <c:pt idx="19329">
                  <c:v>5.40306</c:v>
                </c:pt>
                <c:pt idx="19330">
                  <c:v>5.4033699999999998</c:v>
                </c:pt>
                <c:pt idx="19331">
                  <c:v>5.40367</c:v>
                </c:pt>
                <c:pt idx="19332">
                  <c:v>5.4039799999999998</c:v>
                </c:pt>
                <c:pt idx="19333">
                  <c:v>5.40428</c:v>
                </c:pt>
                <c:pt idx="19334">
                  <c:v>5.4045899999999998</c:v>
                </c:pt>
                <c:pt idx="19335">
                  <c:v>5.40489</c:v>
                </c:pt>
                <c:pt idx="19336">
                  <c:v>5.4051999999999998</c:v>
                </c:pt>
                <c:pt idx="19337">
                  <c:v>5.4055</c:v>
                </c:pt>
                <c:pt idx="19338">
                  <c:v>5.4058099999999998</c:v>
                </c:pt>
                <c:pt idx="19339">
                  <c:v>5.40611</c:v>
                </c:pt>
                <c:pt idx="19340">
                  <c:v>5.4064199999999998</c:v>
                </c:pt>
                <c:pt idx="19341">
                  <c:v>5.40672</c:v>
                </c:pt>
                <c:pt idx="19342">
                  <c:v>5.4070299999999998</c:v>
                </c:pt>
                <c:pt idx="19343">
                  <c:v>5.4073399999999996</c:v>
                </c:pt>
                <c:pt idx="19344">
                  <c:v>5.4076399999999998</c:v>
                </c:pt>
                <c:pt idx="19345">
                  <c:v>5.4079499999999996</c:v>
                </c:pt>
                <c:pt idx="19346">
                  <c:v>5.4082499999999998</c:v>
                </c:pt>
                <c:pt idx="19347">
                  <c:v>5.4085599999999996</c:v>
                </c:pt>
                <c:pt idx="19348">
                  <c:v>5.4088599999999998</c:v>
                </c:pt>
                <c:pt idx="19349">
                  <c:v>5.4091699999999996</c:v>
                </c:pt>
                <c:pt idx="19350">
                  <c:v>5.4094699999999998</c:v>
                </c:pt>
                <c:pt idx="19351">
                  <c:v>5.4097799999999996</c:v>
                </c:pt>
                <c:pt idx="19352">
                  <c:v>5.4100799999999998</c:v>
                </c:pt>
                <c:pt idx="19353">
                  <c:v>5.4103899999999996</c:v>
                </c:pt>
                <c:pt idx="19354">
                  <c:v>5.4107000000000003</c:v>
                </c:pt>
                <c:pt idx="19355">
                  <c:v>5.4109999999999996</c:v>
                </c:pt>
                <c:pt idx="19356">
                  <c:v>5.4113100000000003</c:v>
                </c:pt>
                <c:pt idx="19357">
                  <c:v>5.4116099999999996</c:v>
                </c:pt>
                <c:pt idx="19358">
                  <c:v>5.4119200000000003</c:v>
                </c:pt>
                <c:pt idx="19359">
                  <c:v>5.4122199999999996</c:v>
                </c:pt>
                <c:pt idx="19360">
                  <c:v>5.4125300000000003</c:v>
                </c:pt>
                <c:pt idx="19361">
                  <c:v>5.4128299999999996</c:v>
                </c:pt>
                <c:pt idx="19362">
                  <c:v>5.4131400000000003</c:v>
                </c:pt>
                <c:pt idx="19363">
                  <c:v>5.4134399999999996</c:v>
                </c:pt>
                <c:pt idx="19364">
                  <c:v>5.4137500000000003</c:v>
                </c:pt>
                <c:pt idx="19365">
                  <c:v>5.4140499999999996</c:v>
                </c:pt>
                <c:pt idx="19366">
                  <c:v>5.4143600000000003</c:v>
                </c:pt>
                <c:pt idx="19367">
                  <c:v>5.4146700000000001</c:v>
                </c:pt>
                <c:pt idx="19368">
                  <c:v>5.4149700000000003</c:v>
                </c:pt>
                <c:pt idx="19369">
                  <c:v>5.4152800000000001</c:v>
                </c:pt>
                <c:pt idx="19370">
                  <c:v>5.4155800000000003</c:v>
                </c:pt>
                <c:pt idx="19371">
                  <c:v>5.4158900000000001</c:v>
                </c:pt>
                <c:pt idx="19372">
                  <c:v>5.4161900000000003</c:v>
                </c:pt>
                <c:pt idx="19373">
                  <c:v>5.4165000000000001</c:v>
                </c:pt>
                <c:pt idx="19374">
                  <c:v>5.4168000000000003</c:v>
                </c:pt>
                <c:pt idx="19375">
                  <c:v>5.4171100000000001</c:v>
                </c:pt>
                <c:pt idx="19376">
                  <c:v>5.4174100000000003</c:v>
                </c:pt>
                <c:pt idx="19377">
                  <c:v>5.4177200000000001</c:v>
                </c:pt>
                <c:pt idx="19378">
                  <c:v>5.4180200000000003</c:v>
                </c:pt>
                <c:pt idx="19379">
                  <c:v>5.4183300000000001</c:v>
                </c:pt>
                <c:pt idx="19380">
                  <c:v>5.4186399999999999</c:v>
                </c:pt>
                <c:pt idx="19381">
                  <c:v>5.4189400000000001</c:v>
                </c:pt>
                <c:pt idx="19382">
                  <c:v>5.4192499999999999</c:v>
                </c:pt>
                <c:pt idx="19383">
                  <c:v>5.4195500000000001</c:v>
                </c:pt>
                <c:pt idx="19384">
                  <c:v>5.4198599999999999</c:v>
                </c:pt>
                <c:pt idx="19385">
                  <c:v>5.4201600000000001</c:v>
                </c:pt>
                <c:pt idx="19386">
                  <c:v>5.4204699999999999</c:v>
                </c:pt>
                <c:pt idx="19387">
                  <c:v>5.4207700000000001</c:v>
                </c:pt>
                <c:pt idx="19388">
                  <c:v>5.4210799999999999</c:v>
                </c:pt>
                <c:pt idx="19389">
                  <c:v>5.4213800000000001</c:v>
                </c:pt>
                <c:pt idx="19390">
                  <c:v>5.4216899999999999</c:v>
                </c:pt>
                <c:pt idx="19391">
                  <c:v>5.4219900000000001</c:v>
                </c:pt>
                <c:pt idx="19392">
                  <c:v>5.4222999999999999</c:v>
                </c:pt>
                <c:pt idx="19393">
                  <c:v>5.4226099999999997</c:v>
                </c:pt>
                <c:pt idx="19394">
                  <c:v>5.4229099999999999</c:v>
                </c:pt>
                <c:pt idx="19395">
                  <c:v>5.4232199999999997</c:v>
                </c:pt>
                <c:pt idx="19396">
                  <c:v>5.4235199999999999</c:v>
                </c:pt>
                <c:pt idx="19397">
                  <c:v>5.4238299999999997</c:v>
                </c:pt>
                <c:pt idx="19398">
                  <c:v>5.4241299999999999</c:v>
                </c:pt>
                <c:pt idx="19399">
                  <c:v>5.4244399999999997</c:v>
                </c:pt>
                <c:pt idx="19400">
                  <c:v>5.4247399999999999</c:v>
                </c:pt>
                <c:pt idx="19401">
                  <c:v>5.4250499999999997</c:v>
                </c:pt>
                <c:pt idx="19402">
                  <c:v>5.4253499999999999</c:v>
                </c:pt>
                <c:pt idx="19403">
                  <c:v>5.4256599999999997</c:v>
                </c:pt>
                <c:pt idx="19404">
                  <c:v>5.4259599999999999</c:v>
                </c:pt>
                <c:pt idx="19405">
                  <c:v>5.4262699999999997</c:v>
                </c:pt>
                <c:pt idx="19406">
                  <c:v>5.4265800000000004</c:v>
                </c:pt>
                <c:pt idx="19407">
                  <c:v>5.4268799999999997</c:v>
                </c:pt>
                <c:pt idx="19408">
                  <c:v>5.4271900000000004</c:v>
                </c:pt>
                <c:pt idx="19409">
                  <c:v>5.4274899999999997</c:v>
                </c:pt>
                <c:pt idx="19410">
                  <c:v>5.4278000000000004</c:v>
                </c:pt>
                <c:pt idx="19411">
                  <c:v>5.4280999999999997</c:v>
                </c:pt>
                <c:pt idx="19412">
                  <c:v>5.4284100000000004</c:v>
                </c:pt>
                <c:pt idx="19413">
                  <c:v>5.4287099999999997</c:v>
                </c:pt>
                <c:pt idx="19414">
                  <c:v>5.4290200000000004</c:v>
                </c:pt>
                <c:pt idx="19415">
                  <c:v>5.4293199999999997</c:v>
                </c:pt>
                <c:pt idx="19416">
                  <c:v>5.4296300000000004</c:v>
                </c:pt>
                <c:pt idx="19417">
                  <c:v>5.4299400000000002</c:v>
                </c:pt>
                <c:pt idx="19418">
                  <c:v>5.4302400000000004</c:v>
                </c:pt>
                <c:pt idx="19419">
                  <c:v>5.4305500000000002</c:v>
                </c:pt>
                <c:pt idx="19420">
                  <c:v>5.4308500000000004</c:v>
                </c:pt>
                <c:pt idx="19421">
                  <c:v>5.4311600000000002</c:v>
                </c:pt>
                <c:pt idx="19422">
                  <c:v>5.4314600000000004</c:v>
                </c:pt>
                <c:pt idx="19423">
                  <c:v>5.4317700000000002</c:v>
                </c:pt>
                <c:pt idx="19424">
                  <c:v>5.4320700000000004</c:v>
                </c:pt>
                <c:pt idx="19425">
                  <c:v>5.4323800000000002</c:v>
                </c:pt>
                <c:pt idx="19426">
                  <c:v>5.4326800000000004</c:v>
                </c:pt>
                <c:pt idx="19427">
                  <c:v>5.4329900000000002</c:v>
                </c:pt>
                <c:pt idx="19428">
                  <c:v>5.4332900000000004</c:v>
                </c:pt>
                <c:pt idx="19429">
                  <c:v>5.4336000000000002</c:v>
                </c:pt>
                <c:pt idx="19430">
                  <c:v>5.43391</c:v>
                </c:pt>
                <c:pt idx="19431">
                  <c:v>5.4342100000000002</c:v>
                </c:pt>
                <c:pt idx="19432">
                  <c:v>5.43452</c:v>
                </c:pt>
                <c:pt idx="19433">
                  <c:v>5.4348200000000002</c:v>
                </c:pt>
                <c:pt idx="19434">
                  <c:v>5.43513</c:v>
                </c:pt>
                <c:pt idx="19435">
                  <c:v>5.4354300000000002</c:v>
                </c:pt>
                <c:pt idx="19436">
                  <c:v>5.43574</c:v>
                </c:pt>
                <c:pt idx="19437">
                  <c:v>5.4360400000000002</c:v>
                </c:pt>
                <c:pt idx="19438">
                  <c:v>5.43635</c:v>
                </c:pt>
                <c:pt idx="19439">
                  <c:v>5.4366500000000002</c:v>
                </c:pt>
                <c:pt idx="19440">
                  <c:v>5.43696</c:v>
                </c:pt>
                <c:pt idx="19441">
                  <c:v>5.4372600000000002</c:v>
                </c:pt>
                <c:pt idx="19442">
                  <c:v>5.43757</c:v>
                </c:pt>
                <c:pt idx="19443">
                  <c:v>5.4378799999999998</c:v>
                </c:pt>
                <c:pt idx="19444">
                  <c:v>5.43818</c:v>
                </c:pt>
                <c:pt idx="19445">
                  <c:v>5.4384899999999998</c:v>
                </c:pt>
                <c:pt idx="19446">
                  <c:v>5.43879</c:v>
                </c:pt>
                <c:pt idx="19447">
                  <c:v>5.4390999999999998</c:v>
                </c:pt>
                <c:pt idx="19448">
                  <c:v>5.4394</c:v>
                </c:pt>
                <c:pt idx="19449">
                  <c:v>5.4397099999999998</c:v>
                </c:pt>
                <c:pt idx="19450">
                  <c:v>5.44001</c:v>
                </c:pt>
                <c:pt idx="19451">
                  <c:v>5.4403199999999998</c:v>
                </c:pt>
                <c:pt idx="19452">
                  <c:v>5.44062</c:v>
                </c:pt>
                <c:pt idx="19453">
                  <c:v>5.4409299999999998</c:v>
                </c:pt>
                <c:pt idx="19454">
                  <c:v>5.44123</c:v>
                </c:pt>
                <c:pt idx="19455">
                  <c:v>5.4415399999999998</c:v>
                </c:pt>
                <c:pt idx="19456">
                  <c:v>5.4418499999999996</c:v>
                </c:pt>
                <c:pt idx="19457">
                  <c:v>5.4421499999999998</c:v>
                </c:pt>
                <c:pt idx="19458">
                  <c:v>5.4424599999999996</c:v>
                </c:pt>
                <c:pt idx="19459">
                  <c:v>5.4427599999999998</c:v>
                </c:pt>
                <c:pt idx="19460">
                  <c:v>5.4430699999999996</c:v>
                </c:pt>
                <c:pt idx="19461">
                  <c:v>5.4433699999999998</c:v>
                </c:pt>
                <c:pt idx="19462">
                  <c:v>5.4436799999999996</c:v>
                </c:pt>
                <c:pt idx="19463">
                  <c:v>5.4439799999999998</c:v>
                </c:pt>
                <c:pt idx="19464">
                  <c:v>5.4442899999999996</c:v>
                </c:pt>
                <c:pt idx="19465">
                  <c:v>5.4445899999999998</c:v>
                </c:pt>
                <c:pt idx="19466">
                  <c:v>5.4448999999999996</c:v>
                </c:pt>
                <c:pt idx="19467">
                  <c:v>5.4452100000000003</c:v>
                </c:pt>
                <c:pt idx="19468">
                  <c:v>5.4455099999999996</c:v>
                </c:pt>
                <c:pt idx="19469">
                  <c:v>5.4458200000000003</c:v>
                </c:pt>
                <c:pt idx="19470">
                  <c:v>5.4461199999999996</c:v>
                </c:pt>
                <c:pt idx="19471">
                  <c:v>5.4464300000000003</c:v>
                </c:pt>
                <c:pt idx="19472">
                  <c:v>5.4467299999999996</c:v>
                </c:pt>
                <c:pt idx="19473">
                  <c:v>5.4470400000000003</c:v>
                </c:pt>
                <c:pt idx="19474">
                  <c:v>5.4473399999999996</c:v>
                </c:pt>
                <c:pt idx="19475">
                  <c:v>5.4476500000000003</c:v>
                </c:pt>
                <c:pt idx="19476">
                  <c:v>5.4479499999999996</c:v>
                </c:pt>
                <c:pt idx="19477">
                  <c:v>5.4482600000000003</c:v>
                </c:pt>
                <c:pt idx="19478">
                  <c:v>5.4485599999999996</c:v>
                </c:pt>
                <c:pt idx="19479">
                  <c:v>5.4488700000000003</c:v>
                </c:pt>
                <c:pt idx="19480">
                  <c:v>5.4491800000000001</c:v>
                </c:pt>
                <c:pt idx="19481">
                  <c:v>5.4494800000000003</c:v>
                </c:pt>
                <c:pt idx="19482">
                  <c:v>5.4497900000000001</c:v>
                </c:pt>
                <c:pt idx="19483">
                  <c:v>5.4500900000000003</c:v>
                </c:pt>
                <c:pt idx="19484">
                  <c:v>5.4504000000000001</c:v>
                </c:pt>
                <c:pt idx="19485">
                  <c:v>5.4507000000000003</c:v>
                </c:pt>
                <c:pt idx="19486">
                  <c:v>5.4510100000000001</c:v>
                </c:pt>
                <c:pt idx="19487">
                  <c:v>5.4513100000000003</c:v>
                </c:pt>
                <c:pt idx="19488">
                  <c:v>5.4516200000000001</c:v>
                </c:pt>
                <c:pt idx="19489">
                  <c:v>5.4519200000000003</c:v>
                </c:pt>
                <c:pt idx="19490">
                  <c:v>5.4522300000000001</c:v>
                </c:pt>
                <c:pt idx="19491">
                  <c:v>5.4525300000000003</c:v>
                </c:pt>
                <c:pt idx="19492">
                  <c:v>5.4528400000000001</c:v>
                </c:pt>
                <c:pt idx="19493">
                  <c:v>5.4531499999999999</c:v>
                </c:pt>
                <c:pt idx="19494">
                  <c:v>5.4534500000000001</c:v>
                </c:pt>
                <c:pt idx="19495">
                  <c:v>5.4537599999999999</c:v>
                </c:pt>
                <c:pt idx="19496">
                  <c:v>5.4540600000000001</c:v>
                </c:pt>
                <c:pt idx="19497">
                  <c:v>5.4543699999999999</c:v>
                </c:pt>
                <c:pt idx="19498">
                  <c:v>5.4546700000000001</c:v>
                </c:pt>
                <c:pt idx="19499">
                  <c:v>5.4549799999999999</c:v>
                </c:pt>
                <c:pt idx="19500">
                  <c:v>5.4552800000000001</c:v>
                </c:pt>
                <c:pt idx="19501">
                  <c:v>5.4555899999999999</c:v>
                </c:pt>
                <c:pt idx="19502">
                  <c:v>5.4558900000000001</c:v>
                </c:pt>
                <c:pt idx="19503">
                  <c:v>5.4561999999999999</c:v>
                </c:pt>
                <c:pt idx="19504">
                  <c:v>5.4565000000000001</c:v>
                </c:pt>
                <c:pt idx="19505">
                  <c:v>5.4568099999999999</c:v>
                </c:pt>
                <c:pt idx="19506">
                  <c:v>5.4571199999999997</c:v>
                </c:pt>
                <c:pt idx="19507">
                  <c:v>5.4574199999999999</c:v>
                </c:pt>
                <c:pt idx="19508">
                  <c:v>5.4577299999999997</c:v>
                </c:pt>
                <c:pt idx="19509">
                  <c:v>5.4580299999999999</c:v>
                </c:pt>
                <c:pt idx="19510">
                  <c:v>5.4583399999999997</c:v>
                </c:pt>
                <c:pt idx="19511">
                  <c:v>5.4586399999999999</c:v>
                </c:pt>
                <c:pt idx="19512">
                  <c:v>5.4589499999999997</c:v>
                </c:pt>
                <c:pt idx="19513">
                  <c:v>5.4592499999999999</c:v>
                </c:pt>
                <c:pt idx="19514">
                  <c:v>5.4595599999999997</c:v>
                </c:pt>
                <c:pt idx="19515">
                  <c:v>5.4598599999999999</c:v>
                </c:pt>
                <c:pt idx="19516">
                  <c:v>5.4601699999999997</c:v>
                </c:pt>
                <c:pt idx="19517">
                  <c:v>5.4604699999999999</c:v>
                </c:pt>
                <c:pt idx="19518">
                  <c:v>5.4607799999999997</c:v>
                </c:pt>
                <c:pt idx="19519">
                  <c:v>5.4610900000000004</c:v>
                </c:pt>
                <c:pt idx="19520">
                  <c:v>5.4613899999999997</c:v>
                </c:pt>
                <c:pt idx="19521">
                  <c:v>5.4617000000000004</c:v>
                </c:pt>
                <c:pt idx="19522">
                  <c:v>5.4619999999999997</c:v>
                </c:pt>
                <c:pt idx="19523">
                  <c:v>5.4623100000000004</c:v>
                </c:pt>
                <c:pt idx="19524">
                  <c:v>5.4626099999999997</c:v>
                </c:pt>
                <c:pt idx="19525">
                  <c:v>5.4629200000000004</c:v>
                </c:pt>
                <c:pt idx="19526">
                  <c:v>5.4632199999999997</c:v>
                </c:pt>
                <c:pt idx="19527">
                  <c:v>5.4635300000000004</c:v>
                </c:pt>
                <c:pt idx="19528">
                  <c:v>5.4638299999999997</c:v>
                </c:pt>
                <c:pt idx="19529">
                  <c:v>5.4641400000000004</c:v>
                </c:pt>
                <c:pt idx="19530">
                  <c:v>5.4644500000000003</c:v>
                </c:pt>
                <c:pt idx="19531">
                  <c:v>5.4647500000000004</c:v>
                </c:pt>
                <c:pt idx="19532">
                  <c:v>5.4650600000000003</c:v>
                </c:pt>
                <c:pt idx="19533">
                  <c:v>5.4653600000000004</c:v>
                </c:pt>
                <c:pt idx="19534">
                  <c:v>5.4656700000000003</c:v>
                </c:pt>
                <c:pt idx="19535">
                  <c:v>5.4659700000000004</c:v>
                </c:pt>
                <c:pt idx="19536">
                  <c:v>5.4662800000000002</c:v>
                </c:pt>
                <c:pt idx="19537">
                  <c:v>5.4665800000000004</c:v>
                </c:pt>
                <c:pt idx="19538">
                  <c:v>5.4668900000000002</c:v>
                </c:pt>
                <c:pt idx="19539">
                  <c:v>5.4671900000000004</c:v>
                </c:pt>
                <c:pt idx="19540">
                  <c:v>5.4675000000000002</c:v>
                </c:pt>
                <c:pt idx="19541">
                  <c:v>5.4678000000000004</c:v>
                </c:pt>
                <c:pt idx="19542">
                  <c:v>5.4681100000000002</c:v>
                </c:pt>
                <c:pt idx="19543">
                  <c:v>5.4684200000000001</c:v>
                </c:pt>
                <c:pt idx="19544">
                  <c:v>5.4687200000000002</c:v>
                </c:pt>
                <c:pt idx="19545">
                  <c:v>5.4690300000000001</c:v>
                </c:pt>
                <c:pt idx="19546">
                  <c:v>5.4693300000000002</c:v>
                </c:pt>
                <c:pt idx="19547">
                  <c:v>5.4696400000000001</c:v>
                </c:pt>
                <c:pt idx="19548">
                  <c:v>5.4699400000000002</c:v>
                </c:pt>
                <c:pt idx="19549">
                  <c:v>5.4702500000000001</c:v>
                </c:pt>
                <c:pt idx="19550">
                  <c:v>5.4705500000000002</c:v>
                </c:pt>
                <c:pt idx="19551">
                  <c:v>5.4708600000000001</c:v>
                </c:pt>
                <c:pt idx="19552">
                  <c:v>5.4711600000000002</c:v>
                </c:pt>
                <c:pt idx="19553">
                  <c:v>5.4714700000000001</c:v>
                </c:pt>
                <c:pt idx="19554">
                  <c:v>5.4717700000000002</c:v>
                </c:pt>
                <c:pt idx="19555">
                  <c:v>5.4720800000000001</c:v>
                </c:pt>
                <c:pt idx="19556">
                  <c:v>5.4723899999999999</c:v>
                </c:pt>
                <c:pt idx="19557">
                  <c:v>5.4726900000000001</c:v>
                </c:pt>
                <c:pt idx="19558">
                  <c:v>5.4729999999999999</c:v>
                </c:pt>
                <c:pt idx="19559">
                  <c:v>5.4733000000000001</c:v>
                </c:pt>
                <c:pt idx="19560">
                  <c:v>5.4736099999999999</c:v>
                </c:pt>
                <c:pt idx="19561">
                  <c:v>5.4739100000000001</c:v>
                </c:pt>
                <c:pt idx="19562">
                  <c:v>5.4742199999999999</c:v>
                </c:pt>
                <c:pt idx="19563">
                  <c:v>5.4745200000000001</c:v>
                </c:pt>
                <c:pt idx="19564">
                  <c:v>5.4748299999999999</c:v>
                </c:pt>
                <c:pt idx="19565">
                  <c:v>5.4751300000000001</c:v>
                </c:pt>
                <c:pt idx="19566">
                  <c:v>5.4754399999999999</c:v>
                </c:pt>
                <c:pt idx="19567">
                  <c:v>5.4757400000000001</c:v>
                </c:pt>
                <c:pt idx="19568">
                  <c:v>5.4760499999999999</c:v>
                </c:pt>
                <c:pt idx="19569">
                  <c:v>5.4763599999999997</c:v>
                </c:pt>
                <c:pt idx="19570">
                  <c:v>5.4766599999999999</c:v>
                </c:pt>
                <c:pt idx="19571">
                  <c:v>5.4769699999999997</c:v>
                </c:pt>
                <c:pt idx="19572">
                  <c:v>5.4772699999999999</c:v>
                </c:pt>
                <c:pt idx="19573">
                  <c:v>5.4775799999999997</c:v>
                </c:pt>
                <c:pt idx="19574">
                  <c:v>5.4778799999999999</c:v>
                </c:pt>
                <c:pt idx="19575">
                  <c:v>5.4781899999999997</c:v>
                </c:pt>
                <c:pt idx="19576">
                  <c:v>5.4784899999999999</c:v>
                </c:pt>
                <c:pt idx="19577">
                  <c:v>5.4787999999999997</c:v>
                </c:pt>
                <c:pt idx="19578">
                  <c:v>5.4790999999999999</c:v>
                </c:pt>
                <c:pt idx="19579">
                  <c:v>5.4794099999999997</c:v>
                </c:pt>
                <c:pt idx="19580">
                  <c:v>5.4797099999999999</c:v>
                </c:pt>
                <c:pt idx="19581">
                  <c:v>5.4800199999999997</c:v>
                </c:pt>
                <c:pt idx="19582">
                  <c:v>5.4803300000000004</c:v>
                </c:pt>
                <c:pt idx="19583">
                  <c:v>5.4806299999999997</c:v>
                </c:pt>
                <c:pt idx="19584">
                  <c:v>5.4809400000000004</c:v>
                </c:pt>
                <c:pt idx="19585">
                  <c:v>5.4812399999999997</c:v>
                </c:pt>
                <c:pt idx="19586">
                  <c:v>5.4815500000000004</c:v>
                </c:pt>
                <c:pt idx="19587">
                  <c:v>5.4818499999999997</c:v>
                </c:pt>
                <c:pt idx="19588">
                  <c:v>5.4821600000000004</c:v>
                </c:pt>
                <c:pt idx="19589">
                  <c:v>5.4824599999999997</c:v>
                </c:pt>
                <c:pt idx="19590">
                  <c:v>5.4827700000000004</c:v>
                </c:pt>
                <c:pt idx="19591">
                  <c:v>5.4830699999999997</c:v>
                </c:pt>
                <c:pt idx="19592">
                  <c:v>5.4833800000000004</c:v>
                </c:pt>
                <c:pt idx="19593">
                  <c:v>5.4836900000000002</c:v>
                </c:pt>
                <c:pt idx="19594">
                  <c:v>5.4839900000000004</c:v>
                </c:pt>
                <c:pt idx="19595">
                  <c:v>5.4843000000000002</c:v>
                </c:pt>
                <c:pt idx="19596">
                  <c:v>5.4846000000000004</c:v>
                </c:pt>
                <c:pt idx="19597">
                  <c:v>5.4849100000000002</c:v>
                </c:pt>
                <c:pt idx="19598">
                  <c:v>5.4852100000000004</c:v>
                </c:pt>
                <c:pt idx="19599">
                  <c:v>5.4855200000000002</c:v>
                </c:pt>
                <c:pt idx="19600">
                  <c:v>5.4858200000000004</c:v>
                </c:pt>
                <c:pt idx="19601">
                  <c:v>5.4861300000000002</c:v>
                </c:pt>
                <c:pt idx="19602">
                  <c:v>5.4864300000000004</c:v>
                </c:pt>
                <c:pt idx="19603">
                  <c:v>5.4867400000000002</c:v>
                </c:pt>
                <c:pt idx="19604">
                  <c:v>5.4870400000000004</c:v>
                </c:pt>
                <c:pt idx="19605">
                  <c:v>5.4873500000000002</c:v>
                </c:pt>
                <c:pt idx="19606">
                  <c:v>5.48766</c:v>
                </c:pt>
                <c:pt idx="19607">
                  <c:v>5.4879600000000002</c:v>
                </c:pt>
                <c:pt idx="19608">
                  <c:v>5.48827</c:v>
                </c:pt>
                <c:pt idx="19609">
                  <c:v>5.4885700000000002</c:v>
                </c:pt>
                <c:pt idx="19610">
                  <c:v>5.48888</c:v>
                </c:pt>
                <c:pt idx="19611">
                  <c:v>5.4891800000000002</c:v>
                </c:pt>
                <c:pt idx="19612">
                  <c:v>5.48949</c:v>
                </c:pt>
                <c:pt idx="19613">
                  <c:v>5.4897900000000002</c:v>
                </c:pt>
                <c:pt idx="19614">
                  <c:v>5.4901</c:v>
                </c:pt>
                <c:pt idx="19615">
                  <c:v>5.4904000000000002</c:v>
                </c:pt>
                <c:pt idx="19616">
                  <c:v>5.49071</c:v>
                </c:pt>
                <c:pt idx="19617">
                  <c:v>5.4910100000000002</c:v>
                </c:pt>
                <c:pt idx="19618">
                  <c:v>5.49132</c:v>
                </c:pt>
                <c:pt idx="19619">
                  <c:v>5.4916299999999998</c:v>
                </c:pt>
                <c:pt idx="19620">
                  <c:v>5.49193</c:v>
                </c:pt>
                <c:pt idx="19621">
                  <c:v>5.4922399999999998</c:v>
                </c:pt>
                <c:pt idx="19622">
                  <c:v>5.49254</c:v>
                </c:pt>
                <c:pt idx="19623">
                  <c:v>5.4928499999999998</c:v>
                </c:pt>
                <c:pt idx="19624">
                  <c:v>5.49315</c:v>
                </c:pt>
                <c:pt idx="19625">
                  <c:v>5.4934599999999998</c:v>
                </c:pt>
                <c:pt idx="19626">
                  <c:v>5.49376</c:v>
                </c:pt>
                <c:pt idx="19627">
                  <c:v>5.4940699999999998</c:v>
                </c:pt>
                <c:pt idx="19628">
                  <c:v>5.49437</c:v>
                </c:pt>
                <c:pt idx="19629">
                  <c:v>5.4946799999999998</c:v>
                </c:pt>
                <c:pt idx="19630">
                  <c:v>5.49498</c:v>
                </c:pt>
                <c:pt idx="19631">
                  <c:v>5.4952899999999998</c:v>
                </c:pt>
                <c:pt idx="19632">
                  <c:v>5.4955999999999996</c:v>
                </c:pt>
                <c:pt idx="19633">
                  <c:v>5.4958999999999998</c:v>
                </c:pt>
                <c:pt idx="19634">
                  <c:v>5.4962099999999996</c:v>
                </c:pt>
                <c:pt idx="19635">
                  <c:v>5.4965099999999998</c:v>
                </c:pt>
                <c:pt idx="19636">
                  <c:v>5.4968199999999996</c:v>
                </c:pt>
                <c:pt idx="19637">
                  <c:v>5.4971199999999998</c:v>
                </c:pt>
                <c:pt idx="19638">
                  <c:v>5.4974299999999996</c:v>
                </c:pt>
                <c:pt idx="19639">
                  <c:v>5.4977299999999998</c:v>
                </c:pt>
                <c:pt idx="19640">
                  <c:v>5.4980399999999996</c:v>
                </c:pt>
                <c:pt idx="19641">
                  <c:v>5.4983399999999998</c:v>
                </c:pt>
                <c:pt idx="19642">
                  <c:v>5.4986499999999996</c:v>
                </c:pt>
                <c:pt idx="19643">
                  <c:v>5.4989499999999998</c:v>
                </c:pt>
                <c:pt idx="19644">
                  <c:v>5.4992599999999996</c:v>
                </c:pt>
                <c:pt idx="19645">
                  <c:v>5.4995700000000003</c:v>
                </c:pt>
                <c:pt idx="19646">
                  <c:v>5.4998699999999996</c:v>
                </c:pt>
                <c:pt idx="19647">
                  <c:v>5.5001800000000003</c:v>
                </c:pt>
                <c:pt idx="19648">
                  <c:v>5.5004799999999996</c:v>
                </c:pt>
                <c:pt idx="19649">
                  <c:v>5.5007900000000003</c:v>
                </c:pt>
                <c:pt idx="19650">
                  <c:v>5.5010899999999996</c:v>
                </c:pt>
                <c:pt idx="19651">
                  <c:v>5.5014000000000003</c:v>
                </c:pt>
                <c:pt idx="19652">
                  <c:v>5.5016999999999996</c:v>
                </c:pt>
                <c:pt idx="19653">
                  <c:v>5.5020100000000003</c:v>
                </c:pt>
                <c:pt idx="19654">
                  <c:v>5.5023099999999996</c:v>
                </c:pt>
                <c:pt idx="19655">
                  <c:v>5.5026200000000003</c:v>
                </c:pt>
                <c:pt idx="19656">
                  <c:v>5.5029300000000001</c:v>
                </c:pt>
                <c:pt idx="19657">
                  <c:v>5.5032300000000003</c:v>
                </c:pt>
                <c:pt idx="19658">
                  <c:v>5.5035400000000001</c:v>
                </c:pt>
                <c:pt idx="19659">
                  <c:v>5.5038400000000003</c:v>
                </c:pt>
                <c:pt idx="19660">
                  <c:v>5.5041500000000001</c:v>
                </c:pt>
                <c:pt idx="19661">
                  <c:v>5.5044500000000003</c:v>
                </c:pt>
                <c:pt idx="19662">
                  <c:v>5.5047600000000001</c:v>
                </c:pt>
                <c:pt idx="19663">
                  <c:v>5.5050600000000003</c:v>
                </c:pt>
                <c:pt idx="19664">
                  <c:v>5.5053700000000001</c:v>
                </c:pt>
                <c:pt idx="19665">
                  <c:v>5.5056700000000003</c:v>
                </c:pt>
                <c:pt idx="19666">
                  <c:v>5.5059800000000001</c:v>
                </c:pt>
                <c:pt idx="19667">
                  <c:v>5.5062800000000003</c:v>
                </c:pt>
                <c:pt idx="19668">
                  <c:v>5.5065900000000001</c:v>
                </c:pt>
                <c:pt idx="19669">
                  <c:v>5.5068999999999999</c:v>
                </c:pt>
                <c:pt idx="19670">
                  <c:v>5.5072000000000001</c:v>
                </c:pt>
                <c:pt idx="19671">
                  <c:v>5.5075099999999999</c:v>
                </c:pt>
                <c:pt idx="19672">
                  <c:v>5.5078100000000001</c:v>
                </c:pt>
                <c:pt idx="19673">
                  <c:v>5.5081199999999999</c:v>
                </c:pt>
                <c:pt idx="19674">
                  <c:v>5.5084200000000001</c:v>
                </c:pt>
                <c:pt idx="19675">
                  <c:v>5.5087299999999999</c:v>
                </c:pt>
                <c:pt idx="19676">
                  <c:v>5.5090300000000001</c:v>
                </c:pt>
                <c:pt idx="19677">
                  <c:v>5.5093399999999999</c:v>
                </c:pt>
                <c:pt idx="19678">
                  <c:v>5.5096400000000001</c:v>
                </c:pt>
                <c:pt idx="19679">
                  <c:v>5.5099499999999999</c:v>
                </c:pt>
                <c:pt idx="19680">
                  <c:v>5.5102500000000001</c:v>
                </c:pt>
                <c:pt idx="19681">
                  <c:v>5.5105599999999999</c:v>
                </c:pt>
                <c:pt idx="19682">
                  <c:v>5.5108699999999997</c:v>
                </c:pt>
                <c:pt idx="19683">
                  <c:v>5.5111699999999999</c:v>
                </c:pt>
                <c:pt idx="19684">
                  <c:v>5.5114799999999997</c:v>
                </c:pt>
                <c:pt idx="19685">
                  <c:v>5.5117799999999999</c:v>
                </c:pt>
                <c:pt idx="19686">
                  <c:v>5.5120899999999997</c:v>
                </c:pt>
                <c:pt idx="19687">
                  <c:v>5.5123899999999999</c:v>
                </c:pt>
                <c:pt idx="19688">
                  <c:v>5.5126999999999997</c:v>
                </c:pt>
                <c:pt idx="19689">
                  <c:v>5.5129999999999999</c:v>
                </c:pt>
                <c:pt idx="19690">
                  <c:v>5.5133099999999997</c:v>
                </c:pt>
                <c:pt idx="19691">
                  <c:v>5.5136099999999999</c:v>
                </c:pt>
                <c:pt idx="19692">
                  <c:v>5.5139199999999997</c:v>
                </c:pt>
                <c:pt idx="19693">
                  <c:v>5.5142199999999999</c:v>
                </c:pt>
                <c:pt idx="19694">
                  <c:v>5.5145299999999997</c:v>
                </c:pt>
                <c:pt idx="19695">
                  <c:v>5.5148400000000004</c:v>
                </c:pt>
                <c:pt idx="19696">
                  <c:v>5.5151399999999997</c:v>
                </c:pt>
                <c:pt idx="19697">
                  <c:v>5.5154500000000004</c:v>
                </c:pt>
                <c:pt idx="19698">
                  <c:v>5.5157499999999997</c:v>
                </c:pt>
                <c:pt idx="19699">
                  <c:v>5.5160600000000004</c:v>
                </c:pt>
                <c:pt idx="19700">
                  <c:v>5.5163599999999997</c:v>
                </c:pt>
                <c:pt idx="19701">
                  <c:v>5.5166700000000004</c:v>
                </c:pt>
                <c:pt idx="19702">
                  <c:v>5.5169699999999997</c:v>
                </c:pt>
                <c:pt idx="19703">
                  <c:v>5.5172800000000004</c:v>
                </c:pt>
                <c:pt idx="19704">
                  <c:v>5.5175799999999997</c:v>
                </c:pt>
                <c:pt idx="19705">
                  <c:v>5.5178900000000004</c:v>
                </c:pt>
                <c:pt idx="19706">
                  <c:v>5.5182000000000002</c:v>
                </c:pt>
                <c:pt idx="19707">
                  <c:v>5.5185000000000004</c:v>
                </c:pt>
                <c:pt idx="19708">
                  <c:v>5.5188100000000002</c:v>
                </c:pt>
                <c:pt idx="19709">
                  <c:v>5.5191100000000004</c:v>
                </c:pt>
                <c:pt idx="19710">
                  <c:v>5.5194200000000002</c:v>
                </c:pt>
                <c:pt idx="19711">
                  <c:v>5.5197200000000004</c:v>
                </c:pt>
                <c:pt idx="19712">
                  <c:v>5.5200300000000002</c:v>
                </c:pt>
                <c:pt idx="19713">
                  <c:v>5.5203300000000004</c:v>
                </c:pt>
                <c:pt idx="19714">
                  <c:v>5.5206400000000002</c:v>
                </c:pt>
                <c:pt idx="19715">
                  <c:v>5.5209400000000004</c:v>
                </c:pt>
                <c:pt idx="19716">
                  <c:v>5.5212500000000002</c:v>
                </c:pt>
                <c:pt idx="19717">
                  <c:v>5.5215500000000004</c:v>
                </c:pt>
                <c:pt idx="19718">
                  <c:v>5.5218600000000002</c:v>
                </c:pt>
                <c:pt idx="19719">
                  <c:v>5.52217</c:v>
                </c:pt>
                <c:pt idx="19720">
                  <c:v>5.5224700000000002</c:v>
                </c:pt>
                <c:pt idx="19721">
                  <c:v>5.52278</c:v>
                </c:pt>
                <c:pt idx="19722">
                  <c:v>5.5230800000000002</c:v>
                </c:pt>
                <c:pt idx="19723">
                  <c:v>5.52339</c:v>
                </c:pt>
                <c:pt idx="19724">
                  <c:v>5.5236900000000002</c:v>
                </c:pt>
                <c:pt idx="19725">
                  <c:v>5.524</c:v>
                </c:pt>
                <c:pt idx="19726">
                  <c:v>5.5243000000000002</c:v>
                </c:pt>
                <c:pt idx="19727">
                  <c:v>5.52461</c:v>
                </c:pt>
                <c:pt idx="19728">
                  <c:v>5.5249100000000002</c:v>
                </c:pt>
                <c:pt idx="19729">
                  <c:v>5.52522</c:v>
                </c:pt>
                <c:pt idx="19730">
                  <c:v>5.5255200000000002</c:v>
                </c:pt>
                <c:pt idx="19731">
                  <c:v>5.52583</c:v>
                </c:pt>
                <c:pt idx="19732">
                  <c:v>5.5261399999999998</c:v>
                </c:pt>
                <c:pt idx="19733">
                  <c:v>5.52644</c:v>
                </c:pt>
                <c:pt idx="19734">
                  <c:v>5.5267499999999998</c:v>
                </c:pt>
                <c:pt idx="19735">
                  <c:v>5.52705</c:v>
                </c:pt>
                <c:pt idx="19736">
                  <c:v>5.5273599999999998</c:v>
                </c:pt>
                <c:pt idx="19737">
                  <c:v>5.52766</c:v>
                </c:pt>
                <c:pt idx="19738">
                  <c:v>5.5279699999999998</c:v>
                </c:pt>
                <c:pt idx="19739">
                  <c:v>5.52827</c:v>
                </c:pt>
                <c:pt idx="19740">
                  <c:v>5.5285799999999998</c:v>
                </c:pt>
                <c:pt idx="19741">
                  <c:v>5.52888</c:v>
                </c:pt>
                <c:pt idx="19742">
                  <c:v>5.5291899999999998</c:v>
                </c:pt>
                <c:pt idx="19743">
                  <c:v>5.52949</c:v>
                </c:pt>
                <c:pt idx="19744">
                  <c:v>5.5297999999999998</c:v>
                </c:pt>
                <c:pt idx="19745">
                  <c:v>5.5301099999999996</c:v>
                </c:pt>
                <c:pt idx="19746">
                  <c:v>5.5304099999999998</c:v>
                </c:pt>
                <c:pt idx="19747">
                  <c:v>5.5307199999999996</c:v>
                </c:pt>
                <c:pt idx="19748">
                  <c:v>5.5310199999999998</c:v>
                </c:pt>
                <c:pt idx="19749">
                  <c:v>5.5313299999999996</c:v>
                </c:pt>
                <c:pt idx="19750">
                  <c:v>5.5316299999999998</c:v>
                </c:pt>
                <c:pt idx="19751">
                  <c:v>5.5319399999999996</c:v>
                </c:pt>
                <c:pt idx="19752">
                  <c:v>5.5322399999999998</c:v>
                </c:pt>
                <c:pt idx="19753">
                  <c:v>5.5325499999999996</c:v>
                </c:pt>
                <c:pt idx="19754">
                  <c:v>5.5328499999999998</c:v>
                </c:pt>
                <c:pt idx="19755">
                  <c:v>5.5331599999999996</c:v>
                </c:pt>
                <c:pt idx="19756">
                  <c:v>5.5334599999999998</c:v>
                </c:pt>
                <c:pt idx="19757">
                  <c:v>5.5337699999999996</c:v>
                </c:pt>
                <c:pt idx="19758">
                  <c:v>5.5340800000000003</c:v>
                </c:pt>
                <c:pt idx="19759">
                  <c:v>5.5343799999999996</c:v>
                </c:pt>
                <c:pt idx="19760">
                  <c:v>5.5346900000000003</c:v>
                </c:pt>
                <c:pt idx="19761">
                  <c:v>5.5349899999999996</c:v>
                </c:pt>
                <c:pt idx="19762">
                  <c:v>5.5353000000000003</c:v>
                </c:pt>
                <c:pt idx="19763">
                  <c:v>5.5355999999999996</c:v>
                </c:pt>
                <c:pt idx="19764">
                  <c:v>5.5359100000000003</c:v>
                </c:pt>
                <c:pt idx="19765">
                  <c:v>5.5362099999999996</c:v>
                </c:pt>
                <c:pt idx="19766">
                  <c:v>5.5365200000000003</c:v>
                </c:pt>
                <c:pt idx="19767">
                  <c:v>5.5368199999999996</c:v>
                </c:pt>
                <c:pt idx="19768">
                  <c:v>5.5371300000000003</c:v>
                </c:pt>
                <c:pt idx="19769">
                  <c:v>5.5374400000000001</c:v>
                </c:pt>
                <c:pt idx="19770">
                  <c:v>5.5377400000000003</c:v>
                </c:pt>
                <c:pt idx="19771">
                  <c:v>5.5380500000000001</c:v>
                </c:pt>
                <c:pt idx="19772">
                  <c:v>5.5383500000000003</c:v>
                </c:pt>
                <c:pt idx="19773">
                  <c:v>5.5386600000000001</c:v>
                </c:pt>
                <c:pt idx="19774">
                  <c:v>5.5389600000000003</c:v>
                </c:pt>
                <c:pt idx="19775">
                  <c:v>5.5392700000000001</c:v>
                </c:pt>
                <c:pt idx="19776">
                  <c:v>5.5395700000000003</c:v>
                </c:pt>
                <c:pt idx="19777">
                  <c:v>5.5398800000000001</c:v>
                </c:pt>
                <c:pt idx="19778">
                  <c:v>5.5401800000000003</c:v>
                </c:pt>
                <c:pt idx="19779">
                  <c:v>5.5404900000000001</c:v>
                </c:pt>
                <c:pt idx="19780">
                  <c:v>5.5407900000000003</c:v>
                </c:pt>
                <c:pt idx="19781">
                  <c:v>5.5411000000000001</c:v>
                </c:pt>
                <c:pt idx="19782">
                  <c:v>5.5414099999999999</c:v>
                </c:pt>
                <c:pt idx="19783">
                  <c:v>5.5417100000000001</c:v>
                </c:pt>
                <c:pt idx="19784">
                  <c:v>5.5420199999999999</c:v>
                </c:pt>
                <c:pt idx="19785">
                  <c:v>5.5423200000000001</c:v>
                </c:pt>
                <c:pt idx="19786">
                  <c:v>5.5426299999999999</c:v>
                </c:pt>
                <c:pt idx="19787">
                  <c:v>5.5429300000000001</c:v>
                </c:pt>
                <c:pt idx="19788">
                  <c:v>5.5432399999999999</c:v>
                </c:pt>
                <c:pt idx="19789">
                  <c:v>5.5435400000000001</c:v>
                </c:pt>
                <c:pt idx="19790">
                  <c:v>5.5438499999999999</c:v>
                </c:pt>
                <c:pt idx="19791">
                  <c:v>5.5441500000000001</c:v>
                </c:pt>
                <c:pt idx="19792">
                  <c:v>5.5444599999999999</c:v>
                </c:pt>
                <c:pt idx="19793">
                  <c:v>5.5447600000000001</c:v>
                </c:pt>
                <c:pt idx="19794">
                  <c:v>5.5450699999999999</c:v>
                </c:pt>
                <c:pt idx="19795">
                  <c:v>5.5453799999999998</c:v>
                </c:pt>
                <c:pt idx="19796">
                  <c:v>5.5456799999999999</c:v>
                </c:pt>
                <c:pt idx="19797">
                  <c:v>5.5459899999999998</c:v>
                </c:pt>
                <c:pt idx="19798">
                  <c:v>5.5462899999999999</c:v>
                </c:pt>
                <c:pt idx="19799">
                  <c:v>5.5465999999999998</c:v>
                </c:pt>
                <c:pt idx="19800">
                  <c:v>5.5468999999999999</c:v>
                </c:pt>
                <c:pt idx="19801">
                  <c:v>5.5472099999999998</c:v>
                </c:pt>
                <c:pt idx="19802">
                  <c:v>5.5475099999999999</c:v>
                </c:pt>
                <c:pt idx="19803">
                  <c:v>5.5478199999999998</c:v>
                </c:pt>
                <c:pt idx="19804">
                  <c:v>5.5481199999999999</c:v>
                </c:pt>
                <c:pt idx="19805">
                  <c:v>5.5484299999999998</c:v>
                </c:pt>
                <c:pt idx="19806">
                  <c:v>5.5487299999999999</c:v>
                </c:pt>
                <c:pt idx="19807">
                  <c:v>5.5490399999999998</c:v>
                </c:pt>
                <c:pt idx="19808">
                  <c:v>5.5493499999999996</c:v>
                </c:pt>
                <c:pt idx="19809">
                  <c:v>5.5496499999999997</c:v>
                </c:pt>
                <c:pt idx="19810">
                  <c:v>5.5499599999999996</c:v>
                </c:pt>
                <c:pt idx="19811">
                  <c:v>5.5502599999999997</c:v>
                </c:pt>
                <c:pt idx="19812">
                  <c:v>5.5505699999999996</c:v>
                </c:pt>
                <c:pt idx="19813">
                  <c:v>5.5508699999999997</c:v>
                </c:pt>
                <c:pt idx="19814">
                  <c:v>5.5511799999999996</c:v>
                </c:pt>
                <c:pt idx="19815">
                  <c:v>5.5514799999999997</c:v>
                </c:pt>
                <c:pt idx="19816">
                  <c:v>5.5517899999999996</c:v>
                </c:pt>
                <c:pt idx="19817">
                  <c:v>5.5520899999999997</c:v>
                </c:pt>
                <c:pt idx="19818">
                  <c:v>5.5523999999999996</c:v>
                </c:pt>
                <c:pt idx="19819">
                  <c:v>5.5526999999999997</c:v>
                </c:pt>
                <c:pt idx="19820">
                  <c:v>5.5530099999999996</c:v>
                </c:pt>
                <c:pt idx="19821">
                  <c:v>5.5533200000000003</c:v>
                </c:pt>
                <c:pt idx="19822">
                  <c:v>5.5536199999999996</c:v>
                </c:pt>
                <c:pt idx="19823">
                  <c:v>5.5539300000000003</c:v>
                </c:pt>
                <c:pt idx="19824">
                  <c:v>5.5542299999999996</c:v>
                </c:pt>
                <c:pt idx="19825">
                  <c:v>5.5545400000000003</c:v>
                </c:pt>
                <c:pt idx="19826">
                  <c:v>5.5548400000000004</c:v>
                </c:pt>
                <c:pt idx="19827">
                  <c:v>5.5551500000000003</c:v>
                </c:pt>
                <c:pt idx="19828">
                  <c:v>5.5554500000000004</c:v>
                </c:pt>
                <c:pt idx="19829">
                  <c:v>5.5557600000000003</c:v>
                </c:pt>
                <c:pt idx="19830">
                  <c:v>5.5560600000000004</c:v>
                </c:pt>
                <c:pt idx="19831">
                  <c:v>5.5563700000000003</c:v>
                </c:pt>
                <c:pt idx="19832">
                  <c:v>5.5566800000000001</c:v>
                </c:pt>
                <c:pt idx="19833">
                  <c:v>5.5569800000000003</c:v>
                </c:pt>
                <c:pt idx="19834">
                  <c:v>5.5572900000000001</c:v>
                </c:pt>
                <c:pt idx="19835">
                  <c:v>5.5575900000000003</c:v>
                </c:pt>
                <c:pt idx="19836">
                  <c:v>5.5579000000000001</c:v>
                </c:pt>
                <c:pt idx="19837">
                  <c:v>5.5582000000000003</c:v>
                </c:pt>
                <c:pt idx="19838">
                  <c:v>5.5585100000000001</c:v>
                </c:pt>
                <c:pt idx="19839">
                  <c:v>5.5588100000000003</c:v>
                </c:pt>
                <c:pt idx="19840">
                  <c:v>5.5591200000000001</c:v>
                </c:pt>
                <c:pt idx="19841">
                  <c:v>5.5594200000000003</c:v>
                </c:pt>
                <c:pt idx="19842">
                  <c:v>5.5597300000000001</c:v>
                </c:pt>
                <c:pt idx="19843">
                  <c:v>5.5600300000000002</c:v>
                </c:pt>
                <c:pt idx="19844">
                  <c:v>5.5603400000000001</c:v>
                </c:pt>
                <c:pt idx="19845">
                  <c:v>5.5606499999999999</c:v>
                </c:pt>
                <c:pt idx="19846">
                  <c:v>5.5609500000000001</c:v>
                </c:pt>
                <c:pt idx="19847">
                  <c:v>5.5612599999999999</c:v>
                </c:pt>
                <c:pt idx="19848">
                  <c:v>5.5615600000000001</c:v>
                </c:pt>
                <c:pt idx="19849">
                  <c:v>5.5618699999999999</c:v>
                </c:pt>
                <c:pt idx="19850">
                  <c:v>5.5621700000000001</c:v>
                </c:pt>
                <c:pt idx="19851">
                  <c:v>5.5624799999999999</c:v>
                </c:pt>
                <c:pt idx="19852">
                  <c:v>5.5627800000000001</c:v>
                </c:pt>
                <c:pt idx="19853">
                  <c:v>5.5630899999999999</c:v>
                </c:pt>
                <c:pt idx="19854">
                  <c:v>5.5633900000000001</c:v>
                </c:pt>
                <c:pt idx="19855">
                  <c:v>5.5636999999999999</c:v>
                </c:pt>
                <c:pt idx="19856">
                  <c:v>5.5640000000000001</c:v>
                </c:pt>
                <c:pt idx="19857">
                  <c:v>5.5643099999999999</c:v>
                </c:pt>
                <c:pt idx="19858">
                  <c:v>5.5646199999999997</c:v>
                </c:pt>
                <c:pt idx="19859">
                  <c:v>5.5649199999999999</c:v>
                </c:pt>
                <c:pt idx="19860">
                  <c:v>5.5652299999999997</c:v>
                </c:pt>
                <c:pt idx="19861">
                  <c:v>5.5655299999999999</c:v>
                </c:pt>
                <c:pt idx="19862">
                  <c:v>5.5658399999999997</c:v>
                </c:pt>
                <c:pt idx="19863">
                  <c:v>5.5661399999999999</c:v>
                </c:pt>
                <c:pt idx="19864">
                  <c:v>5.5664499999999997</c:v>
                </c:pt>
                <c:pt idx="19865">
                  <c:v>5.5667499999999999</c:v>
                </c:pt>
                <c:pt idx="19866">
                  <c:v>5.5670599999999997</c:v>
                </c:pt>
                <c:pt idx="19867">
                  <c:v>5.5673599999999999</c:v>
                </c:pt>
                <c:pt idx="19868">
                  <c:v>5.5676699999999997</c:v>
                </c:pt>
                <c:pt idx="19869">
                  <c:v>5.5679699999999999</c:v>
                </c:pt>
                <c:pt idx="19870">
                  <c:v>5.5682799999999997</c:v>
                </c:pt>
                <c:pt idx="19871">
                  <c:v>5.5685900000000004</c:v>
                </c:pt>
                <c:pt idx="19872">
                  <c:v>5.5688899999999997</c:v>
                </c:pt>
                <c:pt idx="19873">
                  <c:v>5.5692000000000004</c:v>
                </c:pt>
                <c:pt idx="19874">
                  <c:v>5.5694999999999997</c:v>
                </c:pt>
                <c:pt idx="19875">
                  <c:v>5.5698100000000004</c:v>
                </c:pt>
                <c:pt idx="19876">
                  <c:v>5.5701099999999997</c:v>
                </c:pt>
                <c:pt idx="19877">
                  <c:v>5.5704200000000004</c:v>
                </c:pt>
                <c:pt idx="19878">
                  <c:v>5.5707199999999997</c:v>
                </c:pt>
                <c:pt idx="19879">
                  <c:v>5.5710300000000004</c:v>
                </c:pt>
                <c:pt idx="19880">
                  <c:v>5.5713299999999997</c:v>
                </c:pt>
                <c:pt idx="19881">
                  <c:v>5.5716400000000004</c:v>
                </c:pt>
                <c:pt idx="19882">
                  <c:v>5.5719500000000002</c:v>
                </c:pt>
                <c:pt idx="19883">
                  <c:v>5.5722500000000004</c:v>
                </c:pt>
                <c:pt idx="19884">
                  <c:v>5.5725600000000002</c:v>
                </c:pt>
                <c:pt idx="19885">
                  <c:v>5.5728600000000004</c:v>
                </c:pt>
                <c:pt idx="19886">
                  <c:v>5.5731700000000002</c:v>
                </c:pt>
                <c:pt idx="19887">
                  <c:v>5.5734700000000004</c:v>
                </c:pt>
                <c:pt idx="19888">
                  <c:v>5.5737800000000002</c:v>
                </c:pt>
                <c:pt idx="19889">
                  <c:v>5.5740800000000004</c:v>
                </c:pt>
                <c:pt idx="19890">
                  <c:v>5.5743900000000002</c:v>
                </c:pt>
                <c:pt idx="19891">
                  <c:v>5.5746900000000004</c:v>
                </c:pt>
                <c:pt idx="19892">
                  <c:v>5.5750000000000002</c:v>
                </c:pt>
                <c:pt idx="19893">
                  <c:v>5.5753000000000004</c:v>
                </c:pt>
                <c:pt idx="19894">
                  <c:v>5.5756100000000002</c:v>
                </c:pt>
                <c:pt idx="19895">
                  <c:v>5.57592</c:v>
                </c:pt>
                <c:pt idx="19896">
                  <c:v>5.5762200000000002</c:v>
                </c:pt>
                <c:pt idx="19897">
                  <c:v>5.57653</c:v>
                </c:pt>
                <c:pt idx="19898">
                  <c:v>5.5768300000000002</c:v>
                </c:pt>
                <c:pt idx="19899">
                  <c:v>5.57714</c:v>
                </c:pt>
                <c:pt idx="19900">
                  <c:v>5.5774400000000002</c:v>
                </c:pt>
                <c:pt idx="19901">
                  <c:v>5.57775</c:v>
                </c:pt>
                <c:pt idx="19902">
                  <c:v>5.5780500000000002</c:v>
                </c:pt>
                <c:pt idx="19903">
                  <c:v>5.57836</c:v>
                </c:pt>
                <c:pt idx="19904">
                  <c:v>5.5786600000000002</c:v>
                </c:pt>
                <c:pt idx="19905">
                  <c:v>5.57897</c:v>
                </c:pt>
                <c:pt idx="19906">
                  <c:v>5.5792700000000002</c:v>
                </c:pt>
                <c:pt idx="19907">
                  <c:v>5.57958</c:v>
                </c:pt>
                <c:pt idx="19908">
                  <c:v>5.5798899999999998</c:v>
                </c:pt>
                <c:pt idx="19909">
                  <c:v>5.58019</c:v>
                </c:pt>
                <c:pt idx="19910">
                  <c:v>5.5804999999999998</c:v>
                </c:pt>
                <c:pt idx="19911">
                  <c:v>5.5808</c:v>
                </c:pt>
                <c:pt idx="19912">
                  <c:v>5.5811099999999998</c:v>
                </c:pt>
                <c:pt idx="19913">
                  <c:v>5.58141</c:v>
                </c:pt>
                <c:pt idx="19914">
                  <c:v>5.5817199999999998</c:v>
                </c:pt>
                <c:pt idx="19915">
                  <c:v>5.58202</c:v>
                </c:pt>
                <c:pt idx="19916">
                  <c:v>5.5823299999999998</c:v>
                </c:pt>
                <c:pt idx="19917">
                  <c:v>5.58263</c:v>
                </c:pt>
                <c:pt idx="19918">
                  <c:v>5.5829399999999998</c:v>
                </c:pt>
                <c:pt idx="19919">
                  <c:v>5.58324</c:v>
                </c:pt>
                <c:pt idx="19920">
                  <c:v>5.5835499999999998</c:v>
                </c:pt>
                <c:pt idx="19921">
                  <c:v>5.5838599999999996</c:v>
                </c:pt>
                <c:pt idx="19922">
                  <c:v>5.5841599999999998</c:v>
                </c:pt>
                <c:pt idx="19923">
                  <c:v>5.5844699999999996</c:v>
                </c:pt>
                <c:pt idx="19924">
                  <c:v>5.5847699999999998</c:v>
                </c:pt>
                <c:pt idx="19925">
                  <c:v>5.5850799999999996</c:v>
                </c:pt>
                <c:pt idx="19926">
                  <c:v>5.5853799999999998</c:v>
                </c:pt>
                <c:pt idx="19927">
                  <c:v>5.5856899999999996</c:v>
                </c:pt>
                <c:pt idx="19928">
                  <c:v>5.5859899999999998</c:v>
                </c:pt>
                <c:pt idx="19929">
                  <c:v>5.5862999999999996</c:v>
                </c:pt>
                <c:pt idx="19930">
                  <c:v>5.5865999999999998</c:v>
                </c:pt>
                <c:pt idx="19931">
                  <c:v>5.5869099999999996</c:v>
                </c:pt>
                <c:pt idx="19932">
                  <c:v>5.5872099999999998</c:v>
                </c:pt>
                <c:pt idx="19933">
                  <c:v>5.5875199999999996</c:v>
                </c:pt>
                <c:pt idx="19934">
                  <c:v>5.5878300000000003</c:v>
                </c:pt>
                <c:pt idx="19935">
                  <c:v>5.5881299999999996</c:v>
                </c:pt>
                <c:pt idx="19936">
                  <c:v>5.5884400000000003</c:v>
                </c:pt>
                <c:pt idx="19937">
                  <c:v>5.5887399999999996</c:v>
                </c:pt>
                <c:pt idx="19938">
                  <c:v>5.5890500000000003</c:v>
                </c:pt>
                <c:pt idx="19939">
                  <c:v>5.5893499999999996</c:v>
                </c:pt>
                <c:pt idx="19940">
                  <c:v>5.5896600000000003</c:v>
                </c:pt>
                <c:pt idx="19941">
                  <c:v>5.5899599999999996</c:v>
                </c:pt>
                <c:pt idx="19942">
                  <c:v>5.5902700000000003</c:v>
                </c:pt>
                <c:pt idx="19943">
                  <c:v>5.5905699999999996</c:v>
                </c:pt>
                <c:pt idx="19944">
                  <c:v>5.5908800000000003</c:v>
                </c:pt>
                <c:pt idx="19945">
                  <c:v>5.5911900000000001</c:v>
                </c:pt>
                <c:pt idx="19946">
                  <c:v>5.5914900000000003</c:v>
                </c:pt>
                <c:pt idx="19947">
                  <c:v>5.5918000000000001</c:v>
                </c:pt>
                <c:pt idx="19948">
                  <c:v>5.5921000000000003</c:v>
                </c:pt>
                <c:pt idx="19949">
                  <c:v>5.5924100000000001</c:v>
                </c:pt>
                <c:pt idx="19950">
                  <c:v>5.5927100000000003</c:v>
                </c:pt>
                <c:pt idx="19951">
                  <c:v>5.5930200000000001</c:v>
                </c:pt>
                <c:pt idx="19952">
                  <c:v>5.5933200000000003</c:v>
                </c:pt>
                <c:pt idx="19953">
                  <c:v>5.5936300000000001</c:v>
                </c:pt>
                <c:pt idx="19954">
                  <c:v>5.5939300000000003</c:v>
                </c:pt>
                <c:pt idx="19955">
                  <c:v>5.5942400000000001</c:v>
                </c:pt>
                <c:pt idx="19956">
                  <c:v>5.5945400000000003</c:v>
                </c:pt>
                <c:pt idx="19957">
                  <c:v>5.5948500000000001</c:v>
                </c:pt>
                <c:pt idx="19958">
                  <c:v>5.5951599999999999</c:v>
                </c:pt>
                <c:pt idx="19959">
                  <c:v>5.5954600000000001</c:v>
                </c:pt>
                <c:pt idx="19960">
                  <c:v>5.5957699999999999</c:v>
                </c:pt>
                <c:pt idx="19961">
                  <c:v>5.5960700000000001</c:v>
                </c:pt>
                <c:pt idx="19962">
                  <c:v>5.5963799999999999</c:v>
                </c:pt>
                <c:pt idx="19963">
                  <c:v>5.5966800000000001</c:v>
                </c:pt>
                <c:pt idx="19964">
                  <c:v>5.5969899999999999</c:v>
                </c:pt>
                <c:pt idx="19965">
                  <c:v>5.5972900000000001</c:v>
                </c:pt>
                <c:pt idx="19966">
                  <c:v>5.5975999999999999</c:v>
                </c:pt>
                <c:pt idx="19967">
                  <c:v>5.5979000000000001</c:v>
                </c:pt>
                <c:pt idx="19968">
                  <c:v>5.5982099999999999</c:v>
                </c:pt>
                <c:pt idx="19969">
                  <c:v>5.5985100000000001</c:v>
                </c:pt>
                <c:pt idx="19970">
                  <c:v>5.5988199999999999</c:v>
                </c:pt>
                <c:pt idx="19971">
                  <c:v>5.5991299999999997</c:v>
                </c:pt>
                <c:pt idx="19972">
                  <c:v>5.5994299999999999</c:v>
                </c:pt>
                <c:pt idx="19973">
                  <c:v>5.5997399999999997</c:v>
                </c:pt>
                <c:pt idx="19974">
                  <c:v>5.6000399999999999</c:v>
                </c:pt>
                <c:pt idx="19975">
                  <c:v>5.6003499999999997</c:v>
                </c:pt>
                <c:pt idx="19976">
                  <c:v>5.6006499999999999</c:v>
                </c:pt>
                <c:pt idx="19977">
                  <c:v>5.6009599999999997</c:v>
                </c:pt>
                <c:pt idx="19978">
                  <c:v>5.6012599999999999</c:v>
                </c:pt>
                <c:pt idx="19979">
                  <c:v>5.6015699999999997</c:v>
                </c:pt>
                <c:pt idx="19980">
                  <c:v>5.6018699999999999</c:v>
                </c:pt>
                <c:pt idx="19981">
                  <c:v>5.6021799999999997</c:v>
                </c:pt>
                <c:pt idx="19982">
                  <c:v>5.6024799999999999</c:v>
                </c:pt>
                <c:pt idx="19983">
                  <c:v>5.6027899999999997</c:v>
                </c:pt>
                <c:pt idx="19984">
                  <c:v>5.6031000000000004</c:v>
                </c:pt>
                <c:pt idx="19985">
                  <c:v>5.6033999999999997</c:v>
                </c:pt>
                <c:pt idx="19986">
                  <c:v>5.6037100000000004</c:v>
                </c:pt>
                <c:pt idx="19987">
                  <c:v>5.6040099999999997</c:v>
                </c:pt>
                <c:pt idx="19988">
                  <c:v>5.6043200000000004</c:v>
                </c:pt>
                <c:pt idx="19989">
                  <c:v>5.6046199999999997</c:v>
                </c:pt>
                <c:pt idx="19990">
                  <c:v>5.6049300000000004</c:v>
                </c:pt>
                <c:pt idx="19991">
                  <c:v>5.6052299999999997</c:v>
                </c:pt>
                <c:pt idx="19992">
                  <c:v>5.6055400000000004</c:v>
                </c:pt>
                <c:pt idx="19993">
                  <c:v>5.6058399999999997</c:v>
                </c:pt>
                <c:pt idx="19994">
                  <c:v>5.6061500000000004</c:v>
                </c:pt>
                <c:pt idx="19995">
                  <c:v>5.6064499999999997</c:v>
                </c:pt>
                <c:pt idx="19996">
                  <c:v>5.6067600000000004</c:v>
                </c:pt>
                <c:pt idx="19997">
                  <c:v>5.6070700000000002</c:v>
                </c:pt>
                <c:pt idx="19998">
                  <c:v>5.6073700000000004</c:v>
                </c:pt>
                <c:pt idx="19999">
                  <c:v>5.6076800000000002</c:v>
                </c:pt>
                <c:pt idx="20000">
                  <c:v>5.6079800000000004</c:v>
                </c:pt>
                <c:pt idx="20001">
                  <c:v>5.6082900000000002</c:v>
                </c:pt>
                <c:pt idx="20002">
                  <c:v>5.6085900000000004</c:v>
                </c:pt>
                <c:pt idx="20003">
                  <c:v>5.6089000000000002</c:v>
                </c:pt>
                <c:pt idx="20004">
                  <c:v>5.6092000000000004</c:v>
                </c:pt>
                <c:pt idx="20005">
                  <c:v>5.6095100000000002</c:v>
                </c:pt>
                <c:pt idx="20006">
                  <c:v>5.6098100000000004</c:v>
                </c:pt>
                <c:pt idx="20007">
                  <c:v>5.6101200000000002</c:v>
                </c:pt>
                <c:pt idx="20008">
                  <c:v>5.61043</c:v>
                </c:pt>
                <c:pt idx="20009">
                  <c:v>5.6107300000000002</c:v>
                </c:pt>
                <c:pt idx="20010">
                  <c:v>5.61104</c:v>
                </c:pt>
                <c:pt idx="20011">
                  <c:v>5.6113400000000002</c:v>
                </c:pt>
                <c:pt idx="20012">
                  <c:v>5.61165</c:v>
                </c:pt>
                <c:pt idx="20013">
                  <c:v>5.6119500000000002</c:v>
                </c:pt>
                <c:pt idx="20014">
                  <c:v>5.61226</c:v>
                </c:pt>
                <c:pt idx="20015">
                  <c:v>5.6125600000000002</c:v>
                </c:pt>
                <c:pt idx="20016">
                  <c:v>5.61287</c:v>
                </c:pt>
                <c:pt idx="20017">
                  <c:v>5.6131700000000002</c:v>
                </c:pt>
                <c:pt idx="20018">
                  <c:v>5.61348</c:v>
                </c:pt>
                <c:pt idx="20019">
                  <c:v>5.6137800000000002</c:v>
                </c:pt>
                <c:pt idx="20020">
                  <c:v>5.61409</c:v>
                </c:pt>
                <c:pt idx="20021">
                  <c:v>5.6143999999999998</c:v>
                </c:pt>
                <c:pt idx="20022">
                  <c:v>5.6147</c:v>
                </c:pt>
                <c:pt idx="20023">
                  <c:v>5.6150099999999998</c:v>
                </c:pt>
                <c:pt idx="20024">
                  <c:v>5.61531</c:v>
                </c:pt>
                <c:pt idx="20025">
                  <c:v>5.6156199999999998</c:v>
                </c:pt>
                <c:pt idx="20026">
                  <c:v>5.61592</c:v>
                </c:pt>
                <c:pt idx="20027">
                  <c:v>5.6162299999999998</c:v>
                </c:pt>
                <c:pt idx="20028">
                  <c:v>5.61653</c:v>
                </c:pt>
                <c:pt idx="20029">
                  <c:v>5.6168399999999998</c:v>
                </c:pt>
                <c:pt idx="20030">
                  <c:v>5.61714</c:v>
                </c:pt>
                <c:pt idx="20031">
                  <c:v>5.6174499999999998</c:v>
                </c:pt>
                <c:pt idx="20032">
                  <c:v>5.61775</c:v>
                </c:pt>
                <c:pt idx="20033">
                  <c:v>5.6180599999999998</c:v>
                </c:pt>
                <c:pt idx="20034">
                  <c:v>5.6183699999999996</c:v>
                </c:pt>
                <c:pt idx="20035">
                  <c:v>5.6186699999999998</c:v>
                </c:pt>
                <c:pt idx="20036">
                  <c:v>5.6189799999999996</c:v>
                </c:pt>
                <c:pt idx="20037">
                  <c:v>5.6192799999999998</c:v>
                </c:pt>
                <c:pt idx="20038">
                  <c:v>5.6195899999999996</c:v>
                </c:pt>
                <c:pt idx="20039">
                  <c:v>5.6198899999999998</c:v>
                </c:pt>
                <c:pt idx="20040">
                  <c:v>5.6201999999999996</c:v>
                </c:pt>
                <c:pt idx="20041">
                  <c:v>5.6204999999999998</c:v>
                </c:pt>
                <c:pt idx="20042">
                  <c:v>5.6208099999999996</c:v>
                </c:pt>
                <c:pt idx="20043">
                  <c:v>5.6211099999999998</c:v>
                </c:pt>
                <c:pt idx="20044">
                  <c:v>5.6214199999999996</c:v>
                </c:pt>
                <c:pt idx="20045">
                  <c:v>5.6217199999999998</c:v>
                </c:pt>
                <c:pt idx="20046">
                  <c:v>5.6220299999999996</c:v>
                </c:pt>
                <c:pt idx="20047">
                  <c:v>5.6223400000000003</c:v>
                </c:pt>
                <c:pt idx="20048">
                  <c:v>5.6226399999999996</c:v>
                </c:pt>
                <c:pt idx="20049">
                  <c:v>5.6229500000000003</c:v>
                </c:pt>
                <c:pt idx="20050">
                  <c:v>5.6232499999999996</c:v>
                </c:pt>
                <c:pt idx="20051">
                  <c:v>5.6235600000000003</c:v>
                </c:pt>
                <c:pt idx="20052">
                  <c:v>5.6238599999999996</c:v>
                </c:pt>
                <c:pt idx="20053">
                  <c:v>5.6241700000000003</c:v>
                </c:pt>
                <c:pt idx="20054">
                  <c:v>5.6244699999999996</c:v>
                </c:pt>
                <c:pt idx="20055">
                  <c:v>5.6247800000000003</c:v>
                </c:pt>
                <c:pt idx="20056">
                  <c:v>5.6250799999999996</c:v>
                </c:pt>
                <c:pt idx="20057">
                  <c:v>5.6253900000000003</c:v>
                </c:pt>
                <c:pt idx="20058">
                  <c:v>5.6256899999999996</c:v>
                </c:pt>
                <c:pt idx="20059">
                  <c:v>5.6260000000000003</c:v>
                </c:pt>
                <c:pt idx="20060">
                  <c:v>5.6263100000000001</c:v>
                </c:pt>
                <c:pt idx="20061">
                  <c:v>5.6266100000000003</c:v>
                </c:pt>
                <c:pt idx="20062">
                  <c:v>5.6269200000000001</c:v>
                </c:pt>
                <c:pt idx="20063">
                  <c:v>5.6272200000000003</c:v>
                </c:pt>
                <c:pt idx="20064">
                  <c:v>5.6275300000000001</c:v>
                </c:pt>
                <c:pt idx="20065">
                  <c:v>5.6278300000000003</c:v>
                </c:pt>
                <c:pt idx="20066">
                  <c:v>5.6281400000000001</c:v>
                </c:pt>
                <c:pt idx="20067">
                  <c:v>5.6284400000000003</c:v>
                </c:pt>
                <c:pt idx="20068">
                  <c:v>5.6287500000000001</c:v>
                </c:pt>
                <c:pt idx="20069">
                  <c:v>5.6290500000000003</c:v>
                </c:pt>
                <c:pt idx="20070">
                  <c:v>5.6293600000000001</c:v>
                </c:pt>
                <c:pt idx="20071">
                  <c:v>5.62967</c:v>
                </c:pt>
                <c:pt idx="20072">
                  <c:v>5.6299700000000001</c:v>
                </c:pt>
                <c:pt idx="20073">
                  <c:v>5.63028</c:v>
                </c:pt>
                <c:pt idx="20074">
                  <c:v>5.6305800000000001</c:v>
                </c:pt>
                <c:pt idx="20075">
                  <c:v>5.63089</c:v>
                </c:pt>
                <c:pt idx="20076">
                  <c:v>5.6311900000000001</c:v>
                </c:pt>
                <c:pt idx="20077">
                  <c:v>5.6315</c:v>
                </c:pt>
                <c:pt idx="20078">
                  <c:v>5.6318000000000001</c:v>
                </c:pt>
                <c:pt idx="20079">
                  <c:v>5.6321099999999999</c:v>
                </c:pt>
                <c:pt idx="20080">
                  <c:v>5.6324100000000001</c:v>
                </c:pt>
                <c:pt idx="20081">
                  <c:v>5.6327199999999999</c:v>
                </c:pt>
                <c:pt idx="20082">
                  <c:v>5.6330200000000001</c:v>
                </c:pt>
                <c:pt idx="20083">
                  <c:v>5.6333299999999999</c:v>
                </c:pt>
                <c:pt idx="20084">
                  <c:v>5.6336399999999998</c:v>
                </c:pt>
                <c:pt idx="20085">
                  <c:v>5.6339399999999999</c:v>
                </c:pt>
                <c:pt idx="20086">
                  <c:v>5.6342499999999998</c:v>
                </c:pt>
                <c:pt idx="20087">
                  <c:v>5.6345499999999999</c:v>
                </c:pt>
                <c:pt idx="20088">
                  <c:v>5.6348599999999998</c:v>
                </c:pt>
                <c:pt idx="20089">
                  <c:v>5.6351599999999999</c:v>
                </c:pt>
                <c:pt idx="20090">
                  <c:v>5.6354699999999998</c:v>
                </c:pt>
                <c:pt idx="20091">
                  <c:v>5.6357699999999999</c:v>
                </c:pt>
                <c:pt idx="20092">
                  <c:v>5.6360799999999998</c:v>
                </c:pt>
                <c:pt idx="20093">
                  <c:v>5.6363799999999999</c:v>
                </c:pt>
                <c:pt idx="20094">
                  <c:v>5.6366899999999998</c:v>
                </c:pt>
                <c:pt idx="20095">
                  <c:v>5.6369899999999999</c:v>
                </c:pt>
                <c:pt idx="20096">
                  <c:v>5.6372999999999998</c:v>
                </c:pt>
                <c:pt idx="20097">
                  <c:v>5.6376099999999996</c:v>
                </c:pt>
                <c:pt idx="20098">
                  <c:v>5.6379099999999998</c:v>
                </c:pt>
                <c:pt idx="20099">
                  <c:v>5.6382199999999996</c:v>
                </c:pt>
                <c:pt idx="20100">
                  <c:v>5.6385199999999998</c:v>
                </c:pt>
                <c:pt idx="20101">
                  <c:v>5.6388299999999996</c:v>
                </c:pt>
                <c:pt idx="20102">
                  <c:v>5.6391299999999998</c:v>
                </c:pt>
                <c:pt idx="20103">
                  <c:v>5.6394399999999996</c:v>
                </c:pt>
                <c:pt idx="20104">
                  <c:v>5.6397399999999998</c:v>
                </c:pt>
                <c:pt idx="20105">
                  <c:v>5.6400499999999996</c:v>
                </c:pt>
                <c:pt idx="20106">
                  <c:v>5.6403499999999998</c:v>
                </c:pt>
                <c:pt idx="20107">
                  <c:v>5.6406599999999996</c:v>
                </c:pt>
                <c:pt idx="20108">
                  <c:v>5.6409599999999998</c:v>
                </c:pt>
                <c:pt idx="20109">
                  <c:v>5.6412699999999996</c:v>
                </c:pt>
                <c:pt idx="20110">
                  <c:v>5.6415800000000003</c:v>
                </c:pt>
                <c:pt idx="20111">
                  <c:v>5.6418799999999996</c:v>
                </c:pt>
                <c:pt idx="20112">
                  <c:v>5.6421900000000003</c:v>
                </c:pt>
                <c:pt idx="20113">
                  <c:v>5.6424899999999996</c:v>
                </c:pt>
                <c:pt idx="20114">
                  <c:v>5.6428000000000003</c:v>
                </c:pt>
                <c:pt idx="20115">
                  <c:v>5.6430999999999996</c:v>
                </c:pt>
                <c:pt idx="20116">
                  <c:v>5.6434100000000003</c:v>
                </c:pt>
                <c:pt idx="20117">
                  <c:v>5.6437099999999996</c:v>
                </c:pt>
                <c:pt idx="20118">
                  <c:v>5.6440200000000003</c:v>
                </c:pt>
                <c:pt idx="20119">
                  <c:v>5.6443199999999996</c:v>
                </c:pt>
                <c:pt idx="20120">
                  <c:v>5.6446300000000003</c:v>
                </c:pt>
                <c:pt idx="20121">
                  <c:v>5.6449400000000001</c:v>
                </c:pt>
                <c:pt idx="20122">
                  <c:v>5.6452400000000003</c:v>
                </c:pt>
                <c:pt idx="20123">
                  <c:v>5.6455500000000001</c:v>
                </c:pt>
                <c:pt idx="20124">
                  <c:v>5.6458500000000003</c:v>
                </c:pt>
                <c:pt idx="20125">
                  <c:v>5.6461600000000001</c:v>
                </c:pt>
                <c:pt idx="20126">
                  <c:v>5.6464600000000003</c:v>
                </c:pt>
                <c:pt idx="20127">
                  <c:v>5.6467700000000001</c:v>
                </c:pt>
                <c:pt idx="20128">
                  <c:v>5.6470700000000003</c:v>
                </c:pt>
                <c:pt idx="20129">
                  <c:v>5.6473800000000001</c:v>
                </c:pt>
                <c:pt idx="20130">
                  <c:v>5.6476800000000003</c:v>
                </c:pt>
                <c:pt idx="20131">
                  <c:v>5.6479900000000001</c:v>
                </c:pt>
                <c:pt idx="20132">
                  <c:v>5.6482900000000003</c:v>
                </c:pt>
                <c:pt idx="20133">
                  <c:v>5.6486000000000001</c:v>
                </c:pt>
                <c:pt idx="20134">
                  <c:v>5.6489099999999999</c:v>
                </c:pt>
                <c:pt idx="20135">
                  <c:v>5.6492100000000001</c:v>
                </c:pt>
                <c:pt idx="20136">
                  <c:v>5.6495199999999999</c:v>
                </c:pt>
                <c:pt idx="20137">
                  <c:v>5.6498200000000001</c:v>
                </c:pt>
                <c:pt idx="20138">
                  <c:v>5.6501299999999999</c:v>
                </c:pt>
                <c:pt idx="20139">
                  <c:v>5.6504300000000001</c:v>
                </c:pt>
                <c:pt idx="20140">
                  <c:v>5.6507399999999999</c:v>
                </c:pt>
                <c:pt idx="20141">
                  <c:v>5.6510400000000001</c:v>
                </c:pt>
                <c:pt idx="20142">
                  <c:v>5.6513499999999999</c:v>
                </c:pt>
                <c:pt idx="20143">
                  <c:v>5.6516500000000001</c:v>
                </c:pt>
                <c:pt idx="20144">
                  <c:v>5.6519599999999999</c:v>
                </c:pt>
                <c:pt idx="20145">
                  <c:v>5.6522600000000001</c:v>
                </c:pt>
                <c:pt idx="20146">
                  <c:v>5.6525699999999999</c:v>
                </c:pt>
                <c:pt idx="20147">
                  <c:v>5.6528799999999997</c:v>
                </c:pt>
                <c:pt idx="20148">
                  <c:v>5.6531799999999999</c:v>
                </c:pt>
                <c:pt idx="20149">
                  <c:v>5.6534899999999997</c:v>
                </c:pt>
                <c:pt idx="20150">
                  <c:v>5.6537899999999999</c:v>
                </c:pt>
                <c:pt idx="20151">
                  <c:v>5.6540999999999997</c:v>
                </c:pt>
                <c:pt idx="20152">
                  <c:v>5.6543999999999999</c:v>
                </c:pt>
                <c:pt idx="20153">
                  <c:v>5.6547099999999997</c:v>
                </c:pt>
                <c:pt idx="20154">
                  <c:v>5.6550099999999999</c:v>
                </c:pt>
                <c:pt idx="20155">
                  <c:v>5.6553199999999997</c:v>
                </c:pt>
                <c:pt idx="20156">
                  <c:v>5.6556199999999999</c:v>
                </c:pt>
                <c:pt idx="20157">
                  <c:v>5.6559299999999997</c:v>
                </c:pt>
                <c:pt idx="20158">
                  <c:v>5.6562299999999999</c:v>
                </c:pt>
                <c:pt idx="20159">
                  <c:v>5.6565399999999997</c:v>
                </c:pt>
                <c:pt idx="20160">
                  <c:v>5.6568500000000004</c:v>
                </c:pt>
                <c:pt idx="20161">
                  <c:v>5.6571499999999997</c:v>
                </c:pt>
                <c:pt idx="20162">
                  <c:v>5.6574600000000004</c:v>
                </c:pt>
                <c:pt idx="20163">
                  <c:v>5.6577599999999997</c:v>
                </c:pt>
                <c:pt idx="20164">
                  <c:v>5.6580700000000004</c:v>
                </c:pt>
                <c:pt idx="20165">
                  <c:v>5.6583699999999997</c:v>
                </c:pt>
                <c:pt idx="20166">
                  <c:v>5.6586800000000004</c:v>
                </c:pt>
                <c:pt idx="20167">
                  <c:v>5.6589799999999997</c:v>
                </c:pt>
                <c:pt idx="20168">
                  <c:v>5.6592900000000004</c:v>
                </c:pt>
                <c:pt idx="20169">
                  <c:v>5.6595899999999997</c:v>
                </c:pt>
                <c:pt idx="20170">
                  <c:v>5.6599000000000004</c:v>
                </c:pt>
                <c:pt idx="20171">
                  <c:v>5.6601999999999997</c:v>
                </c:pt>
                <c:pt idx="20172">
                  <c:v>5.6605100000000004</c:v>
                </c:pt>
                <c:pt idx="20173">
                  <c:v>5.6608200000000002</c:v>
                </c:pt>
                <c:pt idx="20174">
                  <c:v>5.6611200000000004</c:v>
                </c:pt>
                <c:pt idx="20175">
                  <c:v>5.6614300000000002</c:v>
                </c:pt>
                <c:pt idx="20176">
                  <c:v>5.6617300000000004</c:v>
                </c:pt>
                <c:pt idx="20177">
                  <c:v>5.6620400000000002</c:v>
                </c:pt>
                <c:pt idx="20178">
                  <c:v>5.6623400000000004</c:v>
                </c:pt>
                <c:pt idx="20179">
                  <c:v>5.6626500000000002</c:v>
                </c:pt>
                <c:pt idx="20180">
                  <c:v>5.6629500000000004</c:v>
                </c:pt>
                <c:pt idx="20181">
                  <c:v>5.6632600000000002</c:v>
                </c:pt>
                <c:pt idx="20182">
                  <c:v>5.6635600000000004</c:v>
                </c:pt>
                <c:pt idx="20183">
                  <c:v>5.6638700000000002</c:v>
                </c:pt>
                <c:pt idx="20184">
                  <c:v>5.66418</c:v>
                </c:pt>
                <c:pt idx="20185">
                  <c:v>5.6644800000000002</c:v>
                </c:pt>
                <c:pt idx="20186">
                  <c:v>5.66479</c:v>
                </c:pt>
                <c:pt idx="20187">
                  <c:v>5.6650900000000002</c:v>
                </c:pt>
                <c:pt idx="20188">
                  <c:v>5.6654</c:v>
                </c:pt>
                <c:pt idx="20189">
                  <c:v>5.6657000000000002</c:v>
                </c:pt>
                <c:pt idx="20190">
                  <c:v>5.66601</c:v>
                </c:pt>
                <c:pt idx="20191">
                  <c:v>5.6663100000000002</c:v>
                </c:pt>
                <c:pt idx="20192">
                  <c:v>5.66662</c:v>
                </c:pt>
                <c:pt idx="20193">
                  <c:v>5.6669200000000002</c:v>
                </c:pt>
                <c:pt idx="20194">
                  <c:v>5.66723</c:v>
                </c:pt>
                <c:pt idx="20195">
                  <c:v>5.6675300000000002</c:v>
                </c:pt>
                <c:pt idx="20196">
                  <c:v>5.66784</c:v>
                </c:pt>
                <c:pt idx="20197">
                  <c:v>5.6681499999999998</c:v>
                </c:pt>
                <c:pt idx="20198">
                  <c:v>5.66845</c:v>
                </c:pt>
                <c:pt idx="20199">
                  <c:v>5.6687599999999998</c:v>
                </c:pt>
                <c:pt idx="20200">
                  <c:v>5.66906</c:v>
                </c:pt>
                <c:pt idx="20201">
                  <c:v>5.6693699999999998</c:v>
                </c:pt>
                <c:pt idx="20202">
                  <c:v>5.66967</c:v>
                </c:pt>
                <c:pt idx="20203">
                  <c:v>5.6699799999999998</c:v>
                </c:pt>
                <c:pt idx="20204">
                  <c:v>5.67028</c:v>
                </c:pt>
                <c:pt idx="20205">
                  <c:v>5.6705899999999998</c:v>
                </c:pt>
                <c:pt idx="20206">
                  <c:v>5.67089</c:v>
                </c:pt>
                <c:pt idx="20207">
                  <c:v>5.6711999999999998</c:v>
                </c:pt>
                <c:pt idx="20208">
                  <c:v>5.6715</c:v>
                </c:pt>
                <c:pt idx="20209">
                  <c:v>5.6718099999999998</c:v>
                </c:pt>
                <c:pt idx="20210">
                  <c:v>5.6721199999999996</c:v>
                </c:pt>
                <c:pt idx="20211">
                  <c:v>5.6724199999999998</c:v>
                </c:pt>
                <c:pt idx="20212">
                  <c:v>5.6727299999999996</c:v>
                </c:pt>
                <c:pt idx="20213">
                  <c:v>5.6730299999999998</c:v>
                </c:pt>
                <c:pt idx="20214">
                  <c:v>5.6733399999999996</c:v>
                </c:pt>
                <c:pt idx="20215">
                  <c:v>5.6736399999999998</c:v>
                </c:pt>
                <c:pt idx="20216">
                  <c:v>5.6739499999999996</c:v>
                </c:pt>
                <c:pt idx="20217">
                  <c:v>5.6742499999999998</c:v>
                </c:pt>
                <c:pt idx="20218">
                  <c:v>5.6745599999999996</c:v>
                </c:pt>
                <c:pt idx="20219">
                  <c:v>5.6748599999999998</c:v>
                </c:pt>
                <c:pt idx="20220">
                  <c:v>5.6751699999999996</c:v>
                </c:pt>
                <c:pt idx="20221">
                  <c:v>5.6754699999999998</c:v>
                </c:pt>
                <c:pt idx="20222">
                  <c:v>5.6757799999999996</c:v>
                </c:pt>
                <c:pt idx="20223">
                  <c:v>5.6760900000000003</c:v>
                </c:pt>
                <c:pt idx="20224">
                  <c:v>5.6763899999999996</c:v>
                </c:pt>
                <c:pt idx="20225">
                  <c:v>5.6767000000000003</c:v>
                </c:pt>
                <c:pt idx="20226">
                  <c:v>5.6769999999999996</c:v>
                </c:pt>
                <c:pt idx="20227">
                  <c:v>5.6773100000000003</c:v>
                </c:pt>
                <c:pt idx="20228">
                  <c:v>5.6776099999999996</c:v>
                </c:pt>
                <c:pt idx="20229">
                  <c:v>5.6779200000000003</c:v>
                </c:pt>
                <c:pt idx="20230">
                  <c:v>5.6782199999999996</c:v>
                </c:pt>
                <c:pt idx="20231">
                  <c:v>5.6785300000000003</c:v>
                </c:pt>
                <c:pt idx="20232">
                  <c:v>5.6788299999999996</c:v>
                </c:pt>
                <c:pt idx="20233">
                  <c:v>5.6791400000000003</c:v>
                </c:pt>
                <c:pt idx="20234">
                  <c:v>5.6794399999999996</c:v>
                </c:pt>
                <c:pt idx="20235">
                  <c:v>5.6797500000000003</c:v>
                </c:pt>
                <c:pt idx="20236">
                  <c:v>5.6800600000000001</c:v>
                </c:pt>
                <c:pt idx="20237">
                  <c:v>5.6803600000000003</c:v>
                </c:pt>
                <c:pt idx="20238">
                  <c:v>5.6806700000000001</c:v>
                </c:pt>
                <c:pt idx="20239">
                  <c:v>5.6809700000000003</c:v>
                </c:pt>
                <c:pt idx="20240">
                  <c:v>5.6812800000000001</c:v>
                </c:pt>
                <c:pt idx="20241">
                  <c:v>5.6815800000000003</c:v>
                </c:pt>
                <c:pt idx="20242">
                  <c:v>5.6818900000000001</c:v>
                </c:pt>
                <c:pt idx="20243">
                  <c:v>5.6821900000000003</c:v>
                </c:pt>
                <c:pt idx="20244">
                  <c:v>5.6825000000000001</c:v>
                </c:pt>
                <c:pt idx="20245">
                  <c:v>5.6828000000000003</c:v>
                </c:pt>
                <c:pt idx="20246">
                  <c:v>5.6831100000000001</c:v>
                </c:pt>
                <c:pt idx="20247">
                  <c:v>5.6834199999999999</c:v>
                </c:pt>
                <c:pt idx="20248">
                  <c:v>5.6837200000000001</c:v>
                </c:pt>
                <c:pt idx="20249">
                  <c:v>5.6840299999999999</c:v>
                </c:pt>
                <c:pt idx="20250">
                  <c:v>5.6843300000000001</c:v>
                </c:pt>
                <c:pt idx="20251">
                  <c:v>5.6846399999999999</c:v>
                </c:pt>
                <c:pt idx="20252">
                  <c:v>5.6849400000000001</c:v>
                </c:pt>
                <c:pt idx="20253">
                  <c:v>5.6852499999999999</c:v>
                </c:pt>
                <c:pt idx="20254">
                  <c:v>5.6855500000000001</c:v>
                </c:pt>
                <c:pt idx="20255">
                  <c:v>5.6858599999999999</c:v>
                </c:pt>
                <c:pt idx="20256">
                  <c:v>5.6861600000000001</c:v>
                </c:pt>
                <c:pt idx="20257">
                  <c:v>5.6864699999999999</c:v>
                </c:pt>
                <c:pt idx="20258">
                  <c:v>5.6867700000000001</c:v>
                </c:pt>
                <c:pt idx="20259">
                  <c:v>5.6870799999999999</c:v>
                </c:pt>
                <c:pt idx="20260">
                  <c:v>5.6873899999999997</c:v>
                </c:pt>
                <c:pt idx="20261">
                  <c:v>5.6876899999999999</c:v>
                </c:pt>
                <c:pt idx="20262">
                  <c:v>5.6879999999999997</c:v>
                </c:pt>
                <c:pt idx="20263">
                  <c:v>5.6882999999999999</c:v>
                </c:pt>
                <c:pt idx="20264">
                  <c:v>5.6886099999999997</c:v>
                </c:pt>
                <c:pt idx="20265">
                  <c:v>5.6889099999999999</c:v>
                </c:pt>
                <c:pt idx="20266">
                  <c:v>5.6892199999999997</c:v>
                </c:pt>
                <c:pt idx="20267">
                  <c:v>5.6895199999999999</c:v>
                </c:pt>
                <c:pt idx="20268">
                  <c:v>5.6898299999999997</c:v>
                </c:pt>
                <c:pt idx="20269">
                  <c:v>5.6901299999999999</c:v>
                </c:pt>
                <c:pt idx="20270">
                  <c:v>5.6904399999999997</c:v>
                </c:pt>
                <c:pt idx="20271">
                  <c:v>5.6907399999999999</c:v>
                </c:pt>
                <c:pt idx="20272">
                  <c:v>5.6910499999999997</c:v>
                </c:pt>
                <c:pt idx="20273">
                  <c:v>5.6913600000000004</c:v>
                </c:pt>
                <c:pt idx="20274">
                  <c:v>5.6916599999999997</c:v>
                </c:pt>
                <c:pt idx="20275">
                  <c:v>5.6919700000000004</c:v>
                </c:pt>
                <c:pt idx="20276">
                  <c:v>5.6922699999999997</c:v>
                </c:pt>
                <c:pt idx="20277">
                  <c:v>5.6925800000000004</c:v>
                </c:pt>
                <c:pt idx="20278">
                  <c:v>5.6928799999999997</c:v>
                </c:pt>
                <c:pt idx="20279">
                  <c:v>5.6931900000000004</c:v>
                </c:pt>
                <c:pt idx="20280">
                  <c:v>5.6934899999999997</c:v>
                </c:pt>
                <c:pt idx="20281">
                  <c:v>5.6938000000000004</c:v>
                </c:pt>
                <c:pt idx="20282">
                  <c:v>5.6940999999999997</c:v>
                </c:pt>
                <c:pt idx="20283">
                  <c:v>5.6944100000000004</c:v>
                </c:pt>
                <c:pt idx="20284">
                  <c:v>5.6947099999999997</c:v>
                </c:pt>
                <c:pt idx="20285">
                  <c:v>5.6950200000000004</c:v>
                </c:pt>
                <c:pt idx="20286">
                  <c:v>5.6953300000000002</c:v>
                </c:pt>
                <c:pt idx="20287">
                  <c:v>5.6956300000000004</c:v>
                </c:pt>
                <c:pt idx="20288">
                  <c:v>5.6959400000000002</c:v>
                </c:pt>
                <c:pt idx="20289">
                  <c:v>5.6962400000000004</c:v>
                </c:pt>
                <c:pt idx="20290">
                  <c:v>5.6965500000000002</c:v>
                </c:pt>
                <c:pt idx="20291">
                  <c:v>5.6968500000000004</c:v>
                </c:pt>
                <c:pt idx="20292">
                  <c:v>5.6971600000000002</c:v>
                </c:pt>
                <c:pt idx="20293">
                  <c:v>5.6974600000000004</c:v>
                </c:pt>
                <c:pt idx="20294">
                  <c:v>5.6977700000000002</c:v>
                </c:pt>
                <c:pt idx="20295">
                  <c:v>5.6980700000000004</c:v>
                </c:pt>
                <c:pt idx="20296">
                  <c:v>5.6983800000000002</c:v>
                </c:pt>
                <c:pt idx="20297">
                  <c:v>5.69869</c:v>
                </c:pt>
                <c:pt idx="20298">
                  <c:v>5.6989900000000002</c:v>
                </c:pt>
                <c:pt idx="20299">
                  <c:v>5.6993</c:v>
                </c:pt>
                <c:pt idx="20300">
                  <c:v>5.6996000000000002</c:v>
                </c:pt>
                <c:pt idx="20301">
                  <c:v>5.69991</c:v>
                </c:pt>
                <c:pt idx="20302">
                  <c:v>5.7002100000000002</c:v>
                </c:pt>
                <c:pt idx="20303">
                  <c:v>5.70052</c:v>
                </c:pt>
                <c:pt idx="20304">
                  <c:v>5.7008200000000002</c:v>
                </c:pt>
                <c:pt idx="20305">
                  <c:v>5.70113</c:v>
                </c:pt>
                <c:pt idx="20306">
                  <c:v>5.7014300000000002</c:v>
                </c:pt>
                <c:pt idx="20307">
                  <c:v>5.70174</c:v>
                </c:pt>
                <c:pt idx="20308">
                  <c:v>5.7020400000000002</c:v>
                </c:pt>
                <c:pt idx="20309">
                  <c:v>5.70235</c:v>
                </c:pt>
                <c:pt idx="20310">
                  <c:v>5.7026599999999998</c:v>
                </c:pt>
                <c:pt idx="20311">
                  <c:v>5.70296</c:v>
                </c:pt>
                <c:pt idx="20312">
                  <c:v>5.7032699999999998</c:v>
                </c:pt>
                <c:pt idx="20313">
                  <c:v>5.70357</c:v>
                </c:pt>
                <c:pt idx="20314">
                  <c:v>5.7038799999999998</c:v>
                </c:pt>
                <c:pt idx="20315">
                  <c:v>5.70418</c:v>
                </c:pt>
                <c:pt idx="20316">
                  <c:v>5.7044899999999998</c:v>
                </c:pt>
                <c:pt idx="20317">
                  <c:v>5.70479</c:v>
                </c:pt>
                <c:pt idx="20318">
                  <c:v>5.7050999999999998</c:v>
                </c:pt>
                <c:pt idx="20319">
                  <c:v>5.7054</c:v>
                </c:pt>
                <c:pt idx="20320">
                  <c:v>5.7057099999999998</c:v>
                </c:pt>
                <c:pt idx="20321">
                  <c:v>5.70601</c:v>
                </c:pt>
                <c:pt idx="20322">
                  <c:v>5.7063199999999998</c:v>
                </c:pt>
                <c:pt idx="20323">
                  <c:v>5.7066299999999996</c:v>
                </c:pt>
                <c:pt idx="20324">
                  <c:v>5.7069299999999998</c:v>
                </c:pt>
                <c:pt idx="20325">
                  <c:v>5.7072399999999996</c:v>
                </c:pt>
                <c:pt idx="20326">
                  <c:v>5.7075399999999998</c:v>
                </c:pt>
                <c:pt idx="20327">
                  <c:v>5.7078499999999996</c:v>
                </c:pt>
                <c:pt idx="20328">
                  <c:v>5.7081499999999998</c:v>
                </c:pt>
                <c:pt idx="20329">
                  <c:v>5.7084599999999996</c:v>
                </c:pt>
                <c:pt idx="20330">
                  <c:v>5.7087599999999998</c:v>
                </c:pt>
                <c:pt idx="20331">
                  <c:v>5.7090699999999996</c:v>
                </c:pt>
                <c:pt idx="20332">
                  <c:v>5.7093699999999998</c:v>
                </c:pt>
                <c:pt idx="20333">
                  <c:v>5.7096799999999996</c:v>
                </c:pt>
                <c:pt idx="20334">
                  <c:v>5.7099799999999998</c:v>
                </c:pt>
                <c:pt idx="20335">
                  <c:v>5.7102899999999996</c:v>
                </c:pt>
                <c:pt idx="20336">
                  <c:v>5.7106000000000003</c:v>
                </c:pt>
                <c:pt idx="20337">
                  <c:v>5.7108999999999996</c:v>
                </c:pt>
                <c:pt idx="20338">
                  <c:v>5.7112100000000003</c:v>
                </c:pt>
                <c:pt idx="20339">
                  <c:v>5.7115099999999996</c:v>
                </c:pt>
                <c:pt idx="20340">
                  <c:v>5.7118200000000003</c:v>
                </c:pt>
                <c:pt idx="20341">
                  <c:v>5.7121199999999996</c:v>
                </c:pt>
                <c:pt idx="20342">
                  <c:v>5.7124300000000003</c:v>
                </c:pt>
                <c:pt idx="20343">
                  <c:v>5.7127299999999996</c:v>
                </c:pt>
                <c:pt idx="20344">
                  <c:v>5.7130400000000003</c:v>
                </c:pt>
                <c:pt idx="20345">
                  <c:v>5.7133399999999996</c:v>
                </c:pt>
                <c:pt idx="20346">
                  <c:v>5.7136500000000003</c:v>
                </c:pt>
                <c:pt idx="20347">
                  <c:v>5.7139499999999996</c:v>
                </c:pt>
                <c:pt idx="20348">
                  <c:v>5.7142600000000003</c:v>
                </c:pt>
                <c:pt idx="20349">
                  <c:v>5.7145700000000001</c:v>
                </c:pt>
                <c:pt idx="20350">
                  <c:v>5.7148700000000003</c:v>
                </c:pt>
                <c:pt idx="20351">
                  <c:v>5.7151800000000001</c:v>
                </c:pt>
                <c:pt idx="20352">
                  <c:v>5.7154800000000003</c:v>
                </c:pt>
                <c:pt idx="20353">
                  <c:v>5.7157900000000001</c:v>
                </c:pt>
                <c:pt idx="20354">
                  <c:v>5.7160900000000003</c:v>
                </c:pt>
                <c:pt idx="20355">
                  <c:v>5.7164000000000001</c:v>
                </c:pt>
                <c:pt idx="20356">
                  <c:v>5.7167000000000003</c:v>
                </c:pt>
                <c:pt idx="20357">
                  <c:v>5.7170100000000001</c:v>
                </c:pt>
                <c:pt idx="20358">
                  <c:v>5.7173100000000003</c:v>
                </c:pt>
                <c:pt idx="20359">
                  <c:v>5.7176200000000001</c:v>
                </c:pt>
                <c:pt idx="20360">
                  <c:v>5.71793</c:v>
                </c:pt>
                <c:pt idx="20361">
                  <c:v>5.7182300000000001</c:v>
                </c:pt>
                <c:pt idx="20362">
                  <c:v>5.71854</c:v>
                </c:pt>
                <c:pt idx="20363">
                  <c:v>5.7188400000000001</c:v>
                </c:pt>
                <c:pt idx="20364">
                  <c:v>5.71915</c:v>
                </c:pt>
                <c:pt idx="20365">
                  <c:v>5.7194500000000001</c:v>
                </c:pt>
                <c:pt idx="20366">
                  <c:v>5.71976</c:v>
                </c:pt>
                <c:pt idx="20367">
                  <c:v>5.7200600000000001</c:v>
                </c:pt>
                <c:pt idx="20368">
                  <c:v>5.72037</c:v>
                </c:pt>
                <c:pt idx="20369">
                  <c:v>5.7206700000000001</c:v>
                </c:pt>
                <c:pt idx="20370">
                  <c:v>5.72098</c:v>
                </c:pt>
                <c:pt idx="20371">
                  <c:v>5.7212800000000001</c:v>
                </c:pt>
                <c:pt idx="20372">
                  <c:v>5.72159</c:v>
                </c:pt>
                <c:pt idx="20373">
                  <c:v>5.7218999999999998</c:v>
                </c:pt>
                <c:pt idx="20374">
                  <c:v>5.7222</c:v>
                </c:pt>
                <c:pt idx="20375">
                  <c:v>5.7225099999999998</c:v>
                </c:pt>
                <c:pt idx="20376">
                  <c:v>5.72281</c:v>
                </c:pt>
                <c:pt idx="20377">
                  <c:v>5.7231199999999998</c:v>
                </c:pt>
                <c:pt idx="20378">
                  <c:v>5.72342</c:v>
                </c:pt>
                <c:pt idx="20379">
                  <c:v>5.7237299999999998</c:v>
                </c:pt>
                <c:pt idx="20380">
                  <c:v>5.72403</c:v>
                </c:pt>
                <c:pt idx="20381">
                  <c:v>5.7243399999999998</c:v>
                </c:pt>
                <c:pt idx="20382">
                  <c:v>5.72464</c:v>
                </c:pt>
                <c:pt idx="20383">
                  <c:v>5.7249499999999998</c:v>
                </c:pt>
                <c:pt idx="20384">
                  <c:v>5.72525</c:v>
                </c:pt>
                <c:pt idx="20385">
                  <c:v>5.7255599999999998</c:v>
                </c:pt>
                <c:pt idx="20386">
                  <c:v>5.7258699999999996</c:v>
                </c:pt>
                <c:pt idx="20387">
                  <c:v>5.7261699999999998</c:v>
                </c:pt>
                <c:pt idx="20388">
                  <c:v>5.7264799999999996</c:v>
                </c:pt>
                <c:pt idx="20389">
                  <c:v>5.7267799999999998</c:v>
                </c:pt>
                <c:pt idx="20390">
                  <c:v>5.7270899999999996</c:v>
                </c:pt>
                <c:pt idx="20391">
                  <c:v>5.7273899999999998</c:v>
                </c:pt>
                <c:pt idx="20392">
                  <c:v>5.7276999999999996</c:v>
                </c:pt>
                <c:pt idx="20393">
                  <c:v>5.7279999999999998</c:v>
                </c:pt>
                <c:pt idx="20394">
                  <c:v>5.7283099999999996</c:v>
                </c:pt>
                <c:pt idx="20395">
                  <c:v>5.7286099999999998</c:v>
                </c:pt>
                <c:pt idx="20396">
                  <c:v>5.7289199999999996</c:v>
                </c:pt>
                <c:pt idx="20397">
                  <c:v>5.7292199999999998</c:v>
                </c:pt>
                <c:pt idx="20398">
                  <c:v>5.7295299999999996</c:v>
                </c:pt>
                <c:pt idx="20399">
                  <c:v>5.7298400000000003</c:v>
                </c:pt>
                <c:pt idx="20400">
                  <c:v>5.7301399999999996</c:v>
                </c:pt>
                <c:pt idx="20401">
                  <c:v>5.7304500000000003</c:v>
                </c:pt>
                <c:pt idx="20402">
                  <c:v>5.7307499999999996</c:v>
                </c:pt>
                <c:pt idx="20403">
                  <c:v>5.7310600000000003</c:v>
                </c:pt>
                <c:pt idx="20404">
                  <c:v>5.7313599999999996</c:v>
                </c:pt>
                <c:pt idx="20405">
                  <c:v>5.7316700000000003</c:v>
                </c:pt>
                <c:pt idx="20406">
                  <c:v>5.7319699999999996</c:v>
                </c:pt>
                <c:pt idx="20407">
                  <c:v>5.7322800000000003</c:v>
                </c:pt>
                <c:pt idx="20408">
                  <c:v>5.7325799999999996</c:v>
                </c:pt>
                <c:pt idx="20409">
                  <c:v>5.7328900000000003</c:v>
                </c:pt>
                <c:pt idx="20410">
                  <c:v>5.7331899999999996</c:v>
                </c:pt>
                <c:pt idx="20411">
                  <c:v>5.7335000000000003</c:v>
                </c:pt>
                <c:pt idx="20412">
                  <c:v>5.7338100000000001</c:v>
                </c:pt>
                <c:pt idx="20413">
                  <c:v>5.7341100000000003</c:v>
                </c:pt>
                <c:pt idx="20414">
                  <c:v>5.7344200000000001</c:v>
                </c:pt>
                <c:pt idx="20415">
                  <c:v>5.7347200000000003</c:v>
                </c:pt>
                <c:pt idx="20416">
                  <c:v>5.7350300000000001</c:v>
                </c:pt>
                <c:pt idx="20417">
                  <c:v>5.7353300000000003</c:v>
                </c:pt>
                <c:pt idx="20418">
                  <c:v>5.7356400000000001</c:v>
                </c:pt>
                <c:pt idx="20419">
                  <c:v>5.7359400000000003</c:v>
                </c:pt>
                <c:pt idx="20420">
                  <c:v>5.7362500000000001</c:v>
                </c:pt>
                <c:pt idx="20421">
                  <c:v>5.7365500000000003</c:v>
                </c:pt>
                <c:pt idx="20422">
                  <c:v>5.7368600000000001</c:v>
                </c:pt>
                <c:pt idx="20423">
                  <c:v>5.7371699999999999</c:v>
                </c:pt>
                <c:pt idx="20424">
                  <c:v>5.7374700000000001</c:v>
                </c:pt>
                <c:pt idx="20425">
                  <c:v>5.7377799999999999</c:v>
                </c:pt>
                <c:pt idx="20426">
                  <c:v>5.7380800000000001</c:v>
                </c:pt>
                <c:pt idx="20427">
                  <c:v>5.7383899999999999</c:v>
                </c:pt>
                <c:pt idx="20428">
                  <c:v>5.7386900000000001</c:v>
                </c:pt>
                <c:pt idx="20429">
                  <c:v>5.7389999999999999</c:v>
                </c:pt>
                <c:pt idx="20430">
                  <c:v>5.7393000000000001</c:v>
                </c:pt>
                <c:pt idx="20431">
                  <c:v>5.7396099999999999</c:v>
                </c:pt>
                <c:pt idx="20432">
                  <c:v>5.7399100000000001</c:v>
                </c:pt>
                <c:pt idx="20433">
                  <c:v>5.7402199999999999</c:v>
                </c:pt>
                <c:pt idx="20434">
                  <c:v>5.7405200000000001</c:v>
                </c:pt>
                <c:pt idx="20435">
                  <c:v>5.7408299999999999</c:v>
                </c:pt>
                <c:pt idx="20436">
                  <c:v>5.7411399999999997</c:v>
                </c:pt>
                <c:pt idx="20437">
                  <c:v>5.7414399999999999</c:v>
                </c:pt>
                <c:pt idx="20438">
                  <c:v>5.7417499999999997</c:v>
                </c:pt>
                <c:pt idx="20439">
                  <c:v>5.7420499999999999</c:v>
                </c:pt>
                <c:pt idx="20440">
                  <c:v>5.7423599999999997</c:v>
                </c:pt>
                <c:pt idx="20441">
                  <c:v>5.7426599999999999</c:v>
                </c:pt>
                <c:pt idx="20442">
                  <c:v>5.7429699999999997</c:v>
                </c:pt>
                <c:pt idx="20443">
                  <c:v>5.7432699999999999</c:v>
                </c:pt>
                <c:pt idx="20444">
                  <c:v>5.7435799999999997</c:v>
                </c:pt>
                <c:pt idx="20445">
                  <c:v>5.7438799999999999</c:v>
                </c:pt>
                <c:pt idx="20446">
                  <c:v>5.7441899999999997</c:v>
                </c:pt>
                <c:pt idx="20447">
                  <c:v>5.7444899999999999</c:v>
                </c:pt>
                <c:pt idx="20448">
                  <c:v>5.7447999999999997</c:v>
                </c:pt>
                <c:pt idx="20449">
                  <c:v>5.7451100000000004</c:v>
                </c:pt>
                <c:pt idx="20450">
                  <c:v>5.7454099999999997</c:v>
                </c:pt>
                <c:pt idx="20451">
                  <c:v>5.7457200000000004</c:v>
                </c:pt>
                <c:pt idx="20452">
                  <c:v>5.7460199999999997</c:v>
                </c:pt>
                <c:pt idx="20453">
                  <c:v>5.7463300000000004</c:v>
                </c:pt>
                <c:pt idx="20454">
                  <c:v>5.7466299999999997</c:v>
                </c:pt>
                <c:pt idx="20455">
                  <c:v>5.7469400000000004</c:v>
                </c:pt>
                <c:pt idx="20456">
                  <c:v>5.7472399999999997</c:v>
                </c:pt>
                <c:pt idx="20457">
                  <c:v>5.7475500000000004</c:v>
                </c:pt>
                <c:pt idx="20458">
                  <c:v>5.7478499999999997</c:v>
                </c:pt>
                <c:pt idx="20459">
                  <c:v>5.7481600000000004</c:v>
                </c:pt>
                <c:pt idx="20460">
                  <c:v>5.7484599999999997</c:v>
                </c:pt>
                <c:pt idx="20461">
                  <c:v>5.7487700000000004</c:v>
                </c:pt>
                <c:pt idx="20462">
                  <c:v>5.7490800000000002</c:v>
                </c:pt>
                <c:pt idx="20463">
                  <c:v>5.7493800000000004</c:v>
                </c:pt>
                <c:pt idx="20464">
                  <c:v>5.7496900000000002</c:v>
                </c:pt>
                <c:pt idx="20465">
                  <c:v>5.7499900000000004</c:v>
                </c:pt>
                <c:pt idx="20466">
                  <c:v>5.7503000000000002</c:v>
                </c:pt>
                <c:pt idx="20467">
                  <c:v>5.7506000000000004</c:v>
                </c:pt>
                <c:pt idx="20468">
                  <c:v>5.7509100000000002</c:v>
                </c:pt>
                <c:pt idx="20469">
                  <c:v>5.7512100000000004</c:v>
                </c:pt>
                <c:pt idx="20470">
                  <c:v>5.7515200000000002</c:v>
                </c:pt>
                <c:pt idx="20471">
                  <c:v>5.7518200000000004</c:v>
                </c:pt>
                <c:pt idx="20472">
                  <c:v>5.7521300000000002</c:v>
                </c:pt>
                <c:pt idx="20473">
                  <c:v>5.75244</c:v>
                </c:pt>
                <c:pt idx="20474">
                  <c:v>5.7527400000000002</c:v>
                </c:pt>
                <c:pt idx="20475">
                  <c:v>5.75305</c:v>
                </c:pt>
                <c:pt idx="20476">
                  <c:v>5.7533500000000002</c:v>
                </c:pt>
                <c:pt idx="20477">
                  <c:v>5.75366</c:v>
                </c:pt>
                <c:pt idx="20478">
                  <c:v>5.7539600000000002</c:v>
                </c:pt>
                <c:pt idx="20479">
                  <c:v>5.75427</c:v>
                </c:pt>
                <c:pt idx="20480">
                  <c:v>5.7545700000000002</c:v>
                </c:pt>
                <c:pt idx="20481">
                  <c:v>5.75488</c:v>
                </c:pt>
                <c:pt idx="20482">
                  <c:v>5.7551800000000002</c:v>
                </c:pt>
                <c:pt idx="20483">
                  <c:v>5.75549</c:v>
                </c:pt>
                <c:pt idx="20484">
                  <c:v>5.7557900000000002</c:v>
                </c:pt>
                <c:pt idx="20485">
                  <c:v>5.7561</c:v>
                </c:pt>
                <c:pt idx="20486">
                  <c:v>5.7564099999999998</c:v>
                </c:pt>
                <c:pt idx="20487">
                  <c:v>5.75671</c:v>
                </c:pt>
                <c:pt idx="20488">
                  <c:v>5.7570199999999998</c:v>
                </c:pt>
                <c:pt idx="20489">
                  <c:v>5.75732</c:v>
                </c:pt>
                <c:pt idx="20490">
                  <c:v>5.7576299999999998</c:v>
                </c:pt>
                <c:pt idx="20491">
                  <c:v>5.75793</c:v>
                </c:pt>
                <c:pt idx="20492">
                  <c:v>5.7582399999999998</c:v>
                </c:pt>
                <c:pt idx="20493">
                  <c:v>5.75854</c:v>
                </c:pt>
                <c:pt idx="20494">
                  <c:v>5.7588499999999998</c:v>
                </c:pt>
                <c:pt idx="20495">
                  <c:v>5.75915</c:v>
                </c:pt>
                <c:pt idx="20496">
                  <c:v>5.7594599999999998</c:v>
                </c:pt>
                <c:pt idx="20497">
                  <c:v>5.75976</c:v>
                </c:pt>
                <c:pt idx="20498">
                  <c:v>5.7600699999999998</c:v>
                </c:pt>
                <c:pt idx="20499">
                  <c:v>5.7603799999999996</c:v>
                </c:pt>
                <c:pt idx="20500">
                  <c:v>5.7606799999999998</c:v>
                </c:pt>
                <c:pt idx="20501">
                  <c:v>5.7609899999999996</c:v>
                </c:pt>
                <c:pt idx="20502">
                  <c:v>5.7612899999999998</c:v>
                </c:pt>
                <c:pt idx="20503">
                  <c:v>5.7615999999999996</c:v>
                </c:pt>
                <c:pt idx="20504">
                  <c:v>5.7618999999999998</c:v>
                </c:pt>
                <c:pt idx="20505">
                  <c:v>5.7622099999999996</c:v>
                </c:pt>
                <c:pt idx="20506">
                  <c:v>5.7625099999999998</c:v>
                </c:pt>
                <c:pt idx="20507">
                  <c:v>5.7628199999999996</c:v>
                </c:pt>
                <c:pt idx="20508">
                  <c:v>5.7631199999999998</c:v>
                </c:pt>
                <c:pt idx="20509">
                  <c:v>5.7634299999999996</c:v>
                </c:pt>
                <c:pt idx="20510">
                  <c:v>5.7637299999999998</c:v>
                </c:pt>
                <c:pt idx="20511">
                  <c:v>5.7640399999999996</c:v>
                </c:pt>
                <c:pt idx="20512">
                  <c:v>5.7643500000000003</c:v>
                </c:pt>
                <c:pt idx="20513">
                  <c:v>5.7646499999999996</c:v>
                </c:pt>
                <c:pt idx="20514">
                  <c:v>5.7649600000000003</c:v>
                </c:pt>
                <c:pt idx="20515">
                  <c:v>5.7652599999999996</c:v>
                </c:pt>
                <c:pt idx="20516">
                  <c:v>5.7655700000000003</c:v>
                </c:pt>
                <c:pt idx="20517">
                  <c:v>5.7658699999999996</c:v>
                </c:pt>
                <c:pt idx="20518">
                  <c:v>5.7661800000000003</c:v>
                </c:pt>
                <c:pt idx="20519">
                  <c:v>5.7664799999999996</c:v>
                </c:pt>
                <c:pt idx="20520">
                  <c:v>5.7667900000000003</c:v>
                </c:pt>
                <c:pt idx="20521">
                  <c:v>5.7670899999999996</c:v>
                </c:pt>
                <c:pt idx="20522">
                  <c:v>5.7674000000000003</c:v>
                </c:pt>
                <c:pt idx="20523">
                  <c:v>5.7676999999999996</c:v>
                </c:pt>
                <c:pt idx="20524">
                  <c:v>5.7680100000000003</c:v>
                </c:pt>
                <c:pt idx="20525">
                  <c:v>5.7683200000000001</c:v>
                </c:pt>
                <c:pt idx="20526">
                  <c:v>5.7686200000000003</c:v>
                </c:pt>
                <c:pt idx="20527">
                  <c:v>5.7689300000000001</c:v>
                </c:pt>
                <c:pt idx="20528">
                  <c:v>5.7692300000000003</c:v>
                </c:pt>
                <c:pt idx="20529">
                  <c:v>5.7695400000000001</c:v>
                </c:pt>
                <c:pt idx="20530">
                  <c:v>5.7698400000000003</c:v>
                </c:pt>
                <c:pt idx="20531">
                  <c:v>5.7701500000000001</c:v>
                </c:pt>
                <c:pt idx="20532">
                  <c:v>5.7704500000000003</c:v>
                </c:pt>
                <c:pt idx="20533">
                  <c:v>5.7707600000000001</c:v>
                </c:pt>
                <c:pt idx="20534">
                  <c:v>5.7710600000000003</c:v>
                </c:pt>
                <c:pt idx="20535">
                  <c:v>5.7713700000000001</c:v>
                </c:pt>
                <c:pt idx="20536">
                  <c:v>5.7716799999999999</c:v>
                </c:pt>
                <c:pt idx="20537">
                  <c:v>5.7719800000000001</c:v>
                </c:pt>
                <c:pt idx="20538">
                  <c:v>5.7722899999999999</c:v>
                </c:pt>
                <c:pt idx="20539">
                  <c:v>5.7725900000000001</c:v>
                </c:pt>
                <c:pt idx="20540">
                  <c:v>5.7728999999999999</c:v>
                </c:pt>
                <c:pt idx="20541">
                  <c:v>5.7732000000000001</c:v>
                </c:pt>
                <c:pt idx="20542">
                  <c:v>5.7735099999999999</c:v>
                </c:pt>
                <c:pt idx="20543">
                  <c:v>5.7738100000000001</c:v>
                </c:pt>
                <c:pt idx="20544">
                  <c:v>5.7741199999999999</c:v>
                </c:pt>
                <c:pt idx="20545">
                  <c:v>5.7744200000000001</c:v>
                </c:pt>
                <c:pt idx="20546">
                  <c:v>5.7747299999999999</c:v>
                </c:pt>
                <c:pt idx="20547">
                  <c:v>5.7750300000000001</c:v>
                </c:pt>
                <c:pt idx="20548">
                  <c:v>5.7753399999999999</c:v>
                </c:pt>
                <c:pt idx="20549">
                  <c:v>5.7756499999999997</c:v>
                </c:pt>
                <c:pt idx="20550">
                  <c:v>5.7759499999999999</c:v>
                </c:pt>
                <c:pt idx="20551">
                  <c:v>5.7762599999999997</c:v>
                </c:pt>
                <c:pt idx="20552">
                  <c:v>5.7765599999999999</c:v>
                </c:pt>
                <c:pt idx="20553">
                  <c:v>5.7768699999999997</c:v>
                </c:pt>
                <c:pt idx="20554">
                  <c:v>5.7771699999999999</c:v>
                </c:pt>
                <c:pt idx="20555">
                  <c:v>5.7774799999999997</c:v>
                </c:pt>
                <c:pt idx="20556">
                  <c:v>5.7777799999999999</c:v>
                </c:pt>
                <c:pt idx="20557">
                  <c:v>5.7780899999999997</c:v>
                </c:pt>
                <c:pt idx="20558">
                  <c:v>5.7783899999999999</c:v>
                </c:pt>
                <c:pt idx="20559">
                  <c:v>5.7786999999999997</c:v>
                </c:pt>
                <c:pt idx="20560">
                  <c:v>5.7789999999999999</c:v>
                </c:pt>
                <c:pt idx="20561">
                  <c:v>5.7793099999999997</c:v>
                </c:pt>
                <c:pt idx="20562">
                  <c:v>5.7796200000000004</c:v>
                </c:pt>
                <c:pt idx="20563">
                  <c:v>5.7799199999999997</c:v>
                </c:pt>
                <c:pt idx="20564">
                  <c:v>5.7802300000000004</c:v>
                </c:pt>
                <c:pt idx="20565">
                  <c:v>5.7805299999999997</c:v>
                </c:pt>
                <c:pt idx="20566">
                  <c:v>5.7808400000000004</c:v>
                </c:pt>
                <c:pt idx="20567">
                  <c:v>5.7811399999999997</c:v>
                </c:pt>
                <c:pt idx="20568">
                  <c:v>5.7814500000000004</c:v>
                </c:pt>
                <c:pt idx="20569">
                  <c:v>5.7817499999999997</c:v>
                </c:pt>
                <c:pt idx="20570">
                  <c:v>5.7820600000000004</c:v>
                </c:pt>
                <c:pt idx="20571">
                  <c:v>5.7823599999999997</c:v>
                </c:pt>
                <c:pt idx="20572">
                  <c:v>5.7826700000000004</c:v>
                </c:pt>
                <c:pt idx="20573">
                  <c:v>5.7829699999999997</c:v>
                </c:pt>
                <c:pt idx="20574">
                  <c:v>5.7832800000000004</c:v>
                </c:pt>
                <c:pt idx="20575">
                  <c:v>5.7835900000000002</c:v>
                </c:pt>
                <c:pt idx="20576">
                  <c:v>5.7838900000000004</c:v>
                </c:pt>
                <c:pt idx="20577">
                  <c:v>5.7842000000000002</c:v>
                </c:pt>
                <c:pt idx="20578">
                  <c:v>5.7845000000000004</c:v>
                </c:pt>
                <c:pt idx="20579">
                  <c:v>5.7848100000000002</c:v>
                </c:pt>
                <c:pt idx="20580">
                  <c:v>5.7851100000000004</c:v>
                </c:pt>
                <c:pt idx="20581">
                  <c:v>5.7854200000000002</c:v>
                </c:pt>
                <c:pt idx="20582">
                  <c:v>5.7857200000000004</c:v>
                </c:pt>
                <c:pt idx="20583">
                  <c:v>5.7860300000000002</c:v>
                </c:pt>
                <c:pt idx="20584">
                  <c:v>5.7863300000000004</c:v>
                </c:pt>
                <c:pt idx="20585">
                  <c:v>5.7866400000000002</c:v>
                </c:pt>
                <c:pt idx="20586">
                  <c:v>5.7869400000000004</c:v>
                </c:pt>
                <c:pt idx="20587">
                  <c:v>5.7872500000000002</c:v>
                </c:pt>
                <c:pt idx="20588">
                  <c:v>5.78756</c:v>
                </c:pt>
                <c:pt idx="20589">
                  <c:v>5.7878600000000002</c:v>
                </c:pt>
                <c:pt idx="20590">
                  <c:v>5.78817</c:v>
                </c:pt>
                <c:pt idx="20591">
                  <c:v>5.7884700000000002</c:v>
                </c:pt>
                <c:pt idx="20592">
                  <c:v>5.78878</c:v>
                </c:pt>
                <c:pt idx="20593">
                  <c:v>5.7890800000000002</c:v>
                </c:pt>
                <c:pt idx="20594">
                  <c:v>5.78939</c:v>
                </c:pt>
                <c:pt idx="20595">
                  <c:v>5.7896900000000002</c:v>
                </c:pt>
                <c:pt idx="20596">
                  <c:v>5.79</c:v>
                </c:pt>
                <c:pt idx="20597">
                  <c:v>5.7903000000000002</c:v>
                </c:pt>
                <c:pt idx="20598">
                  <c:v>5.79061</c:v>
                </c:pt>
                <c:pt idx="20599">
                  <c:v>5.7909199999999998</c:v>
                </c:pt>
                <c:pt idx="20600">
                  <c:v>5.79122</c:v>
                </c:pt>
                <c:pt idx="20601">
                  <c:v>5.7915299999999998</c:v>
                </c:pt>
                <c:pt idx="20602">
                  <c:v>5.79183</c:v>
                </c:pt>
                <c:pt idx="20603">
                  <c:v>5.7921399999999998</c:v>
                </c:pt>
                <c:pt idx="20604">
                  <c:v>5.79244</c:v>
                </c:pt>
                <c:pt idx="20605">
                  <c:v>5.7927499999999998</c:v>
                </c:pt>
                <c:pt idx="20606">
                  <c:v>5.79305</c:v>
                </c:pt>
                <c:pt idx="20607">
                  <c:v>5.7933599999999998</c:v>
                </c:pt>
                <c:pt idx="20608">
                  <c:v>5.79366</c:v>
                </c:pt>
                <c:pt idx="20609">
                  <c:v>5.7939699999999998</c:v>
                </c:pt>
                <c:pt idx="20610">
                  <c:v>5.79427</c:v>
                </c:pt>
                <c:pt idx="20611">
                  <c:v>5.7945799999999998</c:v>
                </c:pt>
                <c:pt idx="20612">
                  <c:v>5.7948899999999997</c:v>
                </c:pt>
                <c:pt idx="20613">
                  <c:v>5.7951899999999998</c:v>
                </c:pt>
                <c:pt idx="20614">
                  <c:v>5.7954999999999997</c:v>
                </c:pt>
                <c:pt idx="20615">
                  <c:v>5.7957999999999998</c:v>
                </c:pt>
                <c:pt idx="20616">
                  <c:v>5.7961099999999997</c:v>
                </c:pt>
                <c:pt idx="20617">
                  <c:v>5.7964099999999998</c:v>
                </c:pt>
                <c:pt idx="20618">
                  <c:v>5.7967199999999997</c:v>
                </c:pt>
                <c:pt idx="20619">
                  <c:v>5.7970199999999998</c:v>
                </c:pt>
                <c:pt idx="20620">
                  <c:v>5.7973299999999997</c:v>
                </c:pt>
                <c:pt idx="20621">
                  <c:v>5.7976299999999998</c:v>
                </c:pt>
                <c:pt idx="20622">
                  <c:v>5.7979399999999996</c:v>
                </c:pt>
                <c:pt idx="20623">
                  <c:v>5.7982399999999998</c:v>
                </c:pt>
                <c:pt idx="20624">
                  <c:v>5.7985499999999996</c:v>
                </c:pt>
                <c:pt idx="20625">
                  <c:v>5.7988600000000003</c:v>
                </c:pt>
                <c:pt idx="20626">
                  <c:v>5.7991599999999996</c:v>
                </c:pt>
                <c:pt idx="20627">
                  <c:v>5.7994700000000003</c:v>
                </c:pt>
                <c:pt idx="20628">
                  <c:v>5.7997699999999996</c:v>
                </c:pt>
                <c:pt idx="20629">
                  <c:v>5.8000800000000003</c:v>
                </c:pt>
                <c:pt idx="20630">
                  <c:v>5.8003799999999996</c:v>
                </c:pt>
                <c:pt idx="20631">
                  <c:v>5.8006900000000003</c:v>
                </c:pt>
                <c:pt idx="20632">
                  <c:v>5.8009899999999996</c:v>
                </c:pt>
                <c:pt idx="20633">
                  <c:v>5.8013000000000003</c:v>
                </c:pt>
                <c:pt idx="20634">
                  <c:v>5.8015999999999996</c:v>
                </c:pt>
                <c:pt idx="20635">
                  <c:v>5.8019100000000003</c:v>
                </c:pt>
                <c:pt idx="20636">
                  <c:v>5.8022099999999996</c:v>
                </c:pt>
                <c:pt idx="20637">
                  <c:v>5.8025200000000003</c:v>
                </c:pt>
                <c:pt idx="20638">
                  <c:v>5.8028300000000002</c:v>
                </c:pt>
                <c:pt idx="20639">
                  <c:v>5.8031300000000003</c:v>
                </c:pt>
                <c:pt idx="20640">
                  <c:v>5.8034400000000002</c:v>
                </c:pt>
                <c:pt idx="20641">
                  <c:v>5.8037400000000003</c:v>
                </c:pt>
                <c:pt idx="20642">
                  <c:v>5.8040500000000002</c:v>
                </c:pt>
                <c:pt idx="20643">
                  <c:v>5.8043500000000003</c:v>
                </c:pt>
                <c:pt idx="20644">
                  <c:v>5.8046600000000002</c:v>
                </c:pt>
                <c:pt idx="20645">
                  <c:v>5.8049600000000003</c:v>
                </c:pt>
                <c:pt idx="20646">
                  <c:v>5.8052700000000002</c:v>
                </c:pt>
                <c:pt idx="20647">
                  <c:v>5.8055700000000003</c:v>
                </c:pt>
                <c:pt idx="20648">
                  <c:v>5.8058800000000002</c:v>
                </c:pt>
                <c:pt idx="20649">
                  <c:v>5.8061800000000003</c:v>
                </c:pt>
                <c:pt idx="20650">
                  <c:v>5.8064900000000002</c:v>
                </c:pt>
                <c:pt idx="20651">
                  <c:v>5.8068</c:v>
                </c:pt>
                <c:pt idx="20652">
                  <c:v>5.8071000000000002</c:v>
                </c:pt>
                <c:pt idx="20653">
                  <c:v>5.80741</c:v>
                </c:pt>
                <c:pt idx="20654">
                  <c:v>5.8077100000000002</c:v>
                </c:pt>
                <c:pt idx="20655">
                  <c:v>5.80802</c:v>
                </c:pt>
                <c:pt idx="20656">
                  <c:v>5.8083200000000001</c:v>
                </c:pt>
                <c:pt idx="20657">
                  <c:v>5.80863</c:v>
                </c:pt>
                <c:pt idx="20658">
                  <c:v>5.8089300000000001</c:v>
                </c:pt>
                <c:pt idx="20659">
                  <c:v>5.80924</c:v>
                </c:pt>
                <c:pt idx="20660">
                  <c:v>5.8095400000000001</c:v>
                </c:pt>
                <c:pt idx="20661">
                  <c:v>5.80985</c:v>
                </c:pt>
                <c:pt idx="20662">
                  <c:v>5.8101599999999998</c:v>
                </c:pt>
                <c:pt idx="20663">
                  <c:v>5.81046</c:v>
                </c:pt>
                <c:pt idx="20664">
                  <c:v>5.8107699999999998</c:v>
                </c:pt>
                <c:pt idx="20665">
                  <c:v>5.81107</c:v>
                </c:pt>
                <c:pt idx="20666">
                  <c:v>5.8113799999999998</c:v>
                </c:pt>
                <c:pt idx="20667">
                  <c:v>5.81168</c:v>
                </c:pt>
                <c:pt idx="20668">
                  <c:v>5.8119899999999998</c:v>
                </c:pt>
                <c:pt idx="20669">
                  <c:v>5.81229</c:v>
                </c:pt>
                <c:pt idx="20670">
                  <c:v>5.8125999999999998</c:v>
                </c:pt>
                <c:pt idx="20671">
                  <c:v>5.8129</c:v>
                </c:pt>
                <c:pt idx="20672">
                  <c:v>5.8132099999999998</c:v>
                </c:pt>
                <c:pt idx="20673">
                  <c:v>5.81351</c:v>
                </c:pt>
                <c:pt idx="20674">
                  <c:v>5.8138199999999998</c:v>
                </c:pt>
                <c:pt idx="20675">
                  <c:v>5.8141299999999996</c:v>
                </c:pt>
                <c:pt idx="20676">
                  <c:v>5.8144299999999998</c:v>
                </c:pt>
                <c:pt idx="20677">
                  <c:v>5.8147399999999996</c:v>
                </c:pt>
                <c:pt idx="20678">
                  <c:v>5.8150399999999998</c:v>
                </c:pt>
                <c:pt idx="20679">
                  <c:v>5.8153499999999996</c:v>
                </c:pt>
                <c:pt idx="20680">
                  <c:v>5.8156499999999998</c:v>
                </c:pt>
                <c:pt idx="20681">
                  <c:v>5.8159599999999996</c:v>
                </c:pt>
                <c:pt idx="20682">
                  <c:v>5.8162599999999998</c:v>
                </c:pt>
                <c:pt idx="20683">
                  <c:v>5.8165699999999996</c:v>
                </c:pt>
                <c:pt idx="20684">
                  <c:v>5.8168699999999998</c:v>
                </c:pt>
                <c:pt idx="20685">
                  <c:v>5.8171799999999996</c:v>
                </c:pt>
                <c:pt idx="20686">
                  <c:v>5.8174799999999998</c:v>
                </c:pt>
                <c:pt idx="20687">
                  <c:v>5.8177899999999996</c:v>
                </c:pt>
                <c:pt idx="20688">
                  <c:v>5.8181000000000003</c:v>
                </c:pt>
                <c:pt idx="20689">
                  <c:v>5.8183999999999996</c:v>
                </c:pt>
                <c:pt idx="20690">
                  <c:v>5.8187100000000003</c:v>
                </c:pt>
                <c:pt idx="20691">
                  <c:v>5.8190099999999996</c:v>
                </c:pt>
                <c:pt idx="20692">
                  <c:v>5.8193200000000003</c:v>
                </c:pt>
                <c:pt idx="20693">
                  <c:v>5.8196199999999996</c:v>
                </c:pt>
                <c:pt idx="20694">
                  <c:v>5.8199300000000003</c:v>
                </c:pt>
                <c:pt idx="20695">
                  <c:v>5.8202299999999996</c:v>
                </c:pt>
                <c:pt idx="20696">
                  <c:v>5.8205400000000003</c:v>
                </c:pt>
                <c:pt idx="20697">
                  <c:v>5.8208399999999996</c:v>
                </c:pt>
                <c:pt idx="20698">
                  <c:v>5.8211500000000003</c:v>
                </c:pt>
                <c:pt idx="20699">
                  <c:v>5.8214499999999996</c:v>
                </c:pt>
                <c:pt idx="20700">
                  <c:v>5.8217600000000003</c:v>
                </c:pt>
                <c:pt idx="20701">
                  <c:v>5.8220700000000001</c:v>
                </c:pt>
                <c:pt idx="20702">
                  <c:v>5.8223700000000003</c:v>
                </c:pt>
                <c:pt idx="20703">
                  <c:v>5.8226800000000001</c:v>
                </c:pt>
                <c:pt idx="20704">
                  <c:v>5.8229800000000003</c:v>
                </c:pt>
                <c:pt idx="20705">
                  <c:v>5.8232900000000001</c:v>
                </c:pt>
                <c:pt idx="20706">
                  <c:v>5.8235900000000003</c:v>
                </c:pt>
                <c:pt idx="20707">
                  <c:v>5.8239000000000001</c:v>
                </c:pt>
                <c:pt idx="20708">
                  <c:v>5.8242000000000003</c:v>
                </c:pt>
                <c:pt idx="20709">
                  <c:v>5.8245100000000001</c:v>
                </c:pt>
                <c:pt idx="20710">
                  <c:v>5.8248100000000003</c:v>
                </c:pt>
                <c:pt idx="20711">
                  <c:v>5.8251200000000001</c:v>
                </c:pt>
                <c:pt idx="20712">
                  <c:v>5.8254299999999999</c:v>
                </c:pt>
                <c:pt idx="20713">
                  <c:v>5.8257300000000001</c:v>
                </c:pt>
                <c:pt idx="20714">
                  <c:v>5.8260399999999999</c:v>
                </c:pt>
                <c:pt idx="20715">
                  <c:v>5.8263400000000001</c:v>
                </c:pt>
                <c:pt idx="20716">
                  <c:v>5.8266499999999999</c:v>
                </c:pt>
                <c:pt idx="20717">
                  <c:v>5.8269500000000001</c:v>
                </c:pt>
                <c:pt idx="20718">
                  <c:v>5.8272599999999999</c:v>
                </c:pt>
                <c:pt idx="20719">
                  <c:v>5.8275600000000001</c:v>
                </c:pt>
                <c:pt idx="20720">
                  <c:v>5.8278699999999999</c:v>
                </c:pt>
                <c:pt idx="20721">
                  <c:v>5.8281700000000001</c:v>
                </c:pt>
                <c:pt idx="20722">
                  <c:v>5.8284799999999999</c:v>
                </c:pt>
                <c:pt idx="20723">
                  <c:v>5.8287800000000001</c:v>
                </c:pt>
                <c:pt idx="20724">
                  <c:v>5.8290899999999999</c:v>
                </c:pt>
                <c:pt idx="20725">
                  <c:v>5.8293999999999997</c:v>
                </c:pt>
                <c:pt idx="20726">
                  <c:v>5.8296999999999999</c:v>
                </c:pt>
                <c:pt idx="20727">
                  <c:v>5.8300099999999997</c:v>
                </c:pt>
                <c:pt idx="20728">
                  <c:v>5.8303099999999999</c:v>
                </c:pt>
                <c:pt idx="20729">
                  <c:v>5.8306199999999997</c:v>
                </c:pt>
                <c:pt idx="20730">
                  <c:v>5.8309199999999999</c:v>
                </c:pt>
                <c:pt idx="20731">
                  <c:v>5.8312299999999997</c:v>
                </c:pt>
                <c:pt idx="20732">
                  <c:v>5.8315299999999999</c:v>
                </c:pt>
                <c:pt idx="20733">
                  <c:v>5.8318399999999997</c:v>
                </c:pt>
                <c:pt idx="20734">
                  <c:v>5.8321399999999999</c:v>
                </c:pt>
                <c:pt idx="20735">
                  <c:v>5.8324499999999997</c:v>
                </c:pt>
                <c:pt idx="20736">
                  <c:v>5.8327499999999999</c:v>
                </c:pt>
                <c:pt idx="20737">
                  <c:v>5.8330599999999997</c:v>
                </c:pt>
                <c:pt idx="20738">
                  <c:v>5.8333700000000004</c:v>
                </c:pt>
                <c:pt idx="20739">
                  <c:v>5.8336699999999997</c:v>
                </c:pt>
                <c:pt idx="20740">
                  <c:v>5.8339800000000004</c:v>
                </c:pt>
                <c:pt idx="20741">
                  <c:v>5.8342799999999997</c:v>
                </c:pt>
                <c:pt idx="20742">
                  <c:v>5.8345900000000004</c:v>
                </c:pt>
                <c:pt idx="20743">
                  <c:v>5.8348899999999997</c:v>
                </c:pt>
                <c:pt idx="20744">
                  <c:v>5.8352000000000004</c:v>
                </c:pt>
                <c:pt idx="20745">
                  <c:v>5.8354999999999997</c:v>
                </c:pt>
                <c:pt idx="20746">
                  <c:v>5.8358100000000004</c:v>
                </c:pt>
                <c:pt idx="20747">
                  <c:v>5.8361099999999997</c:v>
                </c:pt>
                <c:pt idx="20748">
                  <c:v>5.8364200000000004</c:v>
                </c:pt>
                <c:pt idx="20749">
                  <c:v>5.8367199999999997</c:v>
                </c:pt>
                <c:pt idx="20750">
                  <c:v>5.8370300000000004</c:v>
                </c:pt>
                <c:pt idx="20751">
                  <c:v>5.8373400000000002</c:v>
                </c:pt>
                <c:pt idx="20752">
                  <c:v>5.8376400000000004</c:v>
                </c:pt>
                <c:pt idx="20753">
                  <c:v>5.8379500000000002</c:v>
                </c:pt>
                <c:pt idx="20754">
                  <c:v>5.8382500000000004</c:v>
                </c:pt>
                <c:pt idx="20755">
                  <c:v>5.8385600000000002</c:v>
                </c:pt>
                <c:pt idx="20756">
                  <c:v>5.8388600000000004</c:v>
                </c:pt>
                <c:pt idx="20757">
                  <c:v>5.8391700000000002</c:v>
                </c:pt>
                <c:pt idx="20758">
                  <c:v>5.8394700000000004</c:v>
                </c:pt>
                <c:pt idx="20759">
                  <c:v>5.8397800000000002</c:v>
                </c:pt>
                <c:pt idx="20760">
                  <c:v>5.8400800000000004</c:v>
                </c:pt>
                <c:pt idx="20761">
                  <c:v>5.8403900000000002</c:v>
                </c:pt>
                <c:pt idx="20762">
                  <c:v>5.8406900000000004</c:v>
                </c:pt>
                <c:pt idx="20763">
                  <c:v>5.8410000000000002</c:v>
                </c:pt>
                <c:pt idx="20764">
                  <c:v>5.84131</c:v>
                </c:pt>
                <c:pt idx="20765">
                  <c:v>5.8416100000000002</c:v>
                </c:pt>
                <c:pt idx="20766">
                  <c:v>5.84192</c:v>
                </c:pt>
                <c:pt idx="20767">
                  <c:v>5.8422200000000002</c:v>
                </c:pt>
                <c:pt idx="20768">
                  <c:v>5.84253</c:v>
                </c:pt>
                <c:pt idx="20769">
                  <c:v>5.8428300000000002</c:v>
                </c:pt>
                <c:pt idx="20770">
                  <c:v>5.84314</c:v>
                </c:pt>
                <c:pt idx="20771">
                  <c:v>5.8434400000000002</c:v>
                </c:pt>
                <c:pt idx="20772">
                  <c:v>5.84375</c:v>
                </c:pt>
                <c:pt idx="20773">
                  <c:v>5.8440500000000002</c:v>
                </c:pt>
                <c:pt idx="20774">
                  <c:v>5.84436</c:v>
                </c:pt>
                <c:pt idx="20775">
                  <c:v>5.8446699999999998</c:v>
                </c:pt>
                <c:pt idx="20776">
                  <c:v>5.84497</c:v>
                </c:pt>
                <c:pt idx="20777">
                  <c:v>5.8452799999999998</c:v>
                </c:pt>
                <c:pt idx="20778">
                  <c:v>5.84558</c:v>
                </c:pt>
                <c:pt idx="20779">
                  <c:v>5.8458899999999998</c:v>
                </c:pt>
                <c:pt idx="20780">
                  <c:v>5.84619</c:v>
                </c:pt>
                <c:pt idx="20781">
                  <c:v>5.8464999999999998</c:v>
                </c:pt>
                <c:pt idx="20782">
                  <c:v>5.8468</c:v>
                </c:pt>
                <c:pt idx="20783">
                  <c:v>5.8471099999999998</c:v>
                </c:pt>
                <c:pt idx="20784">
                  <c:v>5.84741</c:v>
                </c:pt>
                <c:pt idx="20785">
                  <c:v>5.8477199999999998</c:v>
                </c:pt>
                <c:pt idx="20786">
                  <c:v>5.84802</c:v>
                </c:pt>
                <c:pt idx="20787">
                  <c:v>5.8483299999999998</c:v>
                </c:pt>
                <c:pt idx="20788">
                  <c:v>5.8486399999999996</c:v>
                </c:pt>
                <c:pt idx="20789">
                  <c:v>5.8489399999999998</c:v>
                </c:pt>
                <c:pt idx="20790">
                  <c:v>5.8492499999999996</c:v>
                </c:pt>
                <c:pt idx="20791">
                  <c:v>5.8495499999999998</c:v>
                </c:pt>
                <c:pt idx="20792">
                  <c:v>5.8498599999999996</c:v>
                </c:pt>
                <c:pt idx="20793">
                  <c:v>5.8501599999999998</c:v>
                </c:pt>
                <c:pt idx="20794">
                  <c:v>5.8504699999999996</c:v>
                </c:pt>
                <c:pt idx="20795">
                  <c:v>5.8507699999999998</c:v>
                </c:pt>
                <c:pt idx="20796">
                  <c:v>5.8510799999999996</c:v>
                </c:pt>
                <c:pt idx="20797">
                  <c:v>5.8513799999999998</c:v>
                </c:pt>
                <c:pt idx="20798">
                  <c:v>5.8516899999999996</c:v>
                </c:pt>
                <c:pt idx="20799">
                  <c:v>5.8519899999999998</c:v>
                </c:pt>
                <c:pt idx="20800">
                  <c:v>5.8522999999999996</c:v>
                </c:pt>
                <c:pt idx="20801">
                  <c:v>5.8526100000000003</c:v>
                </c:pt>
                <c:pt idx="20802">
                  <c:v>5.8529099999999996</c:v>
                </c:pt>
                <c:pt idx="20803">
                  <c:v>5.8532200000000003</c:v>
                </c:pt>
                <c:pt idx="20804">
                  <c:v>5.8535199999999996</c:v>
                </c:pt>
                <c:pt idx="20805">
                  <c:v>5.8538300000000003</c:v>
                </c:pt>
                <c:pt idx="20806">
                  <c:v>5.8541299999999996</c:v>
                </c:pt>
                <c:pt idx="20807">
                  <c:v>5.8544400000000003</c:v>
                </c:pt>
                <c:pt idx="20808">
                  <c:v>5.8547399999999996</c:v>
                </c:pt>
                <c:pt idx="20809">
                  <c:v>5.8550500000000003</c:v>
                </c:pt>
                <c:pt idx="20810">
                  <c:v>5.8553499999999996</c:v>
                </c:pt>
                <c:pt idx="20811">
                  <c:v>5.8556600000000003</c:v>
                </c:pt>
                <c:pt idx="20812">
                  <c:v>5.8559599999999996</c:v>
                </c:pt>
                <c:pt idx="20813">
                  <c:v>5.8562700000000003</c:v>
                </c:pt>
                <c:pt idx="20814">
                  <c:v>5.8565800000000001</c:v>
                </c:pt>
                <c:pt idx="20815">
                  <c:v>5.8568800000000003</c:v>
                </c:pt>
                <c:pt idx="20816">
                  <c:v>5.8571900000000001</c:v>
                </c:pt>
                <c:pt idx="20817">
                  <c:v>5.8574900000000003</c:v>
                </c:pt>
                <c:pt idx="20818">
                  <c:v>5.8578000000000001</c:v>
                </c:pt>
                <c:pt idx="20819">
                  <c:v>5.8581000000000003</c:v>
                </c:pt>
                <c:pt idx="20820">
                  <c:v>5.8584100000000001</c:v>
                </c:pt>
                <c:pt idx="20821">
                  <c:v>5.8587100000000003</c:v>
                </c:pt>
                <c:pt idx="20822">
                  <c:v>5.8590200000000001</c:v>
                </c:pt>
                <c:pt idx="20823">
                  <c:v>5.8593200000000003</c:v>
                </c:pt>
                <c:pt idx="20824">
                  <c:v>5.8596300000000001</c:v>
                </c:pt>
                <c:pt idx="20825">
                  <c:v>5.8599300000000003</c:v>
                </c:pt>
                <c:pt idx="20826">
                  <c:v>5.8602400000000001</c:v>
                </c:pt>
                <c:pt idx="20827">
                  <c:v>5.8605499999999999</c:v>
                </c:pt>
                <c:pt idx="20828">
                  <c:v>5.8608500000000001</c:v>
                </c:pt>
                <c:pt idx="20829">
                  <c:v>5.8611599999999999</c:v>
                </c:pt>
                <c:pt idx="20830">
                  <c:v>5.8614600000000001</c:v>
                </c:pt>
                <c:pt idx="20831">
                  <c:v>5.8617699999999999</c:v>
                </c:pt>
                <c:pt idx="20832">
                  <c:v>5.8620700000000001</c:v>
                </c:pt>
                <c:pt idx="20833">
                  <c:v>5.8623799999999999</c:v>
                </c:pt>
                <c:pt idx="20834">
                  <c:v>5.8626800000000001</c:v>
                </c:pt>
                <c:pt idx="20835">
                  <c:v>5.8629899999999999</c:v>
                </c:pt>
                <c:pt idx="20836">
                  <c:v>5.8632900000000001</c:v>
                </c:pt>
                <c:pt idx="20837">
                  <c:v>5.8635999999999999</c:v>
                </c:pt>
                <c:pt idx="20838">
                  <c:v>5.8639099999999997</c:v>
                </c:pt>
                <c:pt idx="20839">
                  <c:v>5.8642099999999999</c:v>
                </c:pt>
                <c:pt idx="20840">
                  <c:v>5.8645199999999997</c:v>
                </c:pt>
                <c:pt idx="20841">
                  <c:v>5.8648199999999999</c:v>
                </c:pt>
                <c:pt idx="20842">
                  <c:v>5.8651299999999997</c:v>
                </c:pt>
                <c:pt idx="20843">
                  <c:v>5.8654299999999999</c:v>
                </c:pt>
                <c:pt idx="20844">
                  <c:v>5.8657399999999997</c:v>
                </c:pt>
                <c:pt idx="20845">
                  <c:v>5.8660399999999999</c:v>
                </c:pt>
                <c:pt idx="20846">
                  <c:v>5.8663499999999997</c:v>
                </c:pt>
                <c:pt idx="20847">
                  <c:v>5.8666499999999999</c:v>
                </c:pt>
                <c:pt idx="20848">
                  <c:v>5.8669599999999997</c:v>
                </c:pt>
                <c:pt idx="20849">
                  <c:v>5.8672599999999999</c:v>
                </c:pt>
                <c:pt idx="20850">
                  <c:v>5.8675699999999997</c:v>
                </c:pt>
                <c:pt idx="20851">
                  <c:v>5.8678800000000004</c:v>
                </c:pt>
                <c:pt idx="20852">
                  <c:v>5.8681799999999997</c:v>
                </c:pt>
                <c:pt idx="20853">
                  <c:v>5.8684900000000004</c:v>
                </c:pt>
                <c:pt idx="20854">
                  <c:v>5.8687899999999997</c:v>
                </c:pt>
                <c:pt idx="20855">
                  <c:v>5.8691000000000004</c:v>
                </c:pt>
                <c:pt idx="20856">
                  <c:v>5.8693999999999997</c:v>
                </c:pt>
                <c:pt idx="20857">
                  <c:v>5.8697100000000004</c:v>
                </c:pt>
                <c:pt idx="20858">
                  <c:v>5.8700099999999997</c:v>
                </c:pt>
                <c:pt idx="20859">
                  <c:v>5.8703200000000004</c:v>
                </c:pt>
                <c:pt idx="20860">
                  <c:v>5.8706199999999997</c:v>
                </c:pt>
                <c:pt idx="20861">
                  <c:v>5.8709300000000004</c:v>
                </c:pt>
                <c:pt idx="20862">
                  <c:v>5.8712299999999997</c:v>
                </c:pt>
                <c:pt idx="20863">
                  <c:v>5.8715400000000004</c:v>
                </c:pt>
                <c:pt idx="20864">
                  <c:v>5.8718500000000002</c:v>
                </c:pt>
                <c:pt idx="20865">
                  <c:v>5.8721500000000004</c:v>
                </c:pt>
                <c:pt idx="20866">
                  <c:v>5.8724600000000002</c:v>
                </c:pt>
                <c:pt idx="20867">
                  <c:v>5.8727600000000004</c:v>
                </c:pt>
                <c:pt idx="20868">
                  <c:v>5.8730700000000002</c:v>
                </c:pt>
                <c:pt idx="20869">
                  <c:v>5.8733700000000004</c:v>
                </c:pt>
                <c:pt idx="20870">
                  <c:v>5.8736800000000002</c:v>
                </c:pt>
                <c:pt idx="20871">
                  <c:v>5.8739800000000004</c:v>
                </c:pt>
                <c:pt idx="20872">
                  <c:v>5.8742900000000002</c:v>
                </c:pt>
                <c:pt idx="20873">
                  <c:v>5.8745900000000004</c:v>
                </c:pt>
                <c:pt idx="20874">
                  <c:v>5.8749000000000002</c:v>
                </c:pt>
                <c:pt idx="20875">
                  <c:v>5.8752000000000004</c:v>
                </c:pt>
                <c:pt idx="20876">
                  <c:v>5.8755100000000002</c:v>
                </c:pt>
                <c:pt idx="20877">
                  <c:v>5.87582</c:v>
                </c:pt>
                <c:pt idx="20878">
                  <c:v>5.8761200000000002</c:v>
                </c:pt>
                <c:pt idx="20879">
                  <c:v>5.87643</c:v>
                </c:pt>
                <c:pt idx="20880">
                  <c:v>5.8767300000000002</c:v>
                </c:pt>
                <c:pt idx="20881">
                  <c:v>5.87704</c:v>
                </c:pt>
                <c:pt idx="20882">
                  <c:v>5.8773400000000002</c:v>
                </c:pt>
                <c:pt idx="20883">
                  <c:v>5.87765</c:v>
                </c:pt>
                <c:pt idx="20884">
                  <c:v>5.8779500000000002</c:v>
                </c:pt>
                <c:pt idx="20885">
                  <c:v>5.87826</c:v>
                </c:pt>
                <c:pt idx="20886">
                  <c:v>5.8785600000000002</c:v>
                </c:pt>
                <c:pt idx="20887">
                  <c:v>5.87887</c:v>
                </c:pt>
                <c:pt idx="20888">
                  <c:v>5.8791799999999999</c:v>
                </c:pt>
                <c:pt idx="20889">
                  <c:v>5.87948</c:v>
                </c:pt>
                <c:pt idx="20890">
                  <c:v>5.8797899999999998</c:v>
                </c:pt>
                <c:pt idx="20891">
                  <c:v>5.88009</c:v>
                </c:pt>
                <c:pt idx="20892">
                  <c:v>5.8803999999999998</c:v>
                </c:pt>
                <c:pt idx="20893">
                  <c:v>5.8807</c:v>
                </c:pt>
                <c:pt idx="20894">
                  <c:v>5.8810099999999998</c:v>
                </c:pt>
                <c:pt idx="20895">
                  <c:v>5.88131</c:v>
                </c:pt>
                <c:pt idx="20896">
                  <c:v>5.8816199999999998</c:v>
                </c:pt>
                <c:pt idx="20897">
                  <c:v>5.88192</c:v>
                </c:pt>
                <c:pt idx="20898">
                  <c:v>5.8822299999999998</c:v>
                </c:pt>
                <c:pt idx="20899">
                  <c:v>5.88253</c:v>
                </c:pt>
                <c:pt idx="20900">
                  <c:v>5.8828399999999998</c:v>
                </c:pt>
                <c:pt idx="20901">
                  <c:v>5.8831499999999997</c:v>
                </c:pt>
                <c:pt idx="20902">
                  <c:v>5.8834499999999998</c:v>
                </c:pt>
                <c:pt idx="20903">
                  <c:v>5.8837599999999997</c:v>
                </c:pt>
                <c:pt idx="20904">
                  <c:v>5.8840599999999998</c:v>
                </c:pt>
                <c:pt idx="20905">
                  <c:v>5.8843699999999997</c:v>
                </c:pt>
                <c:pt idx="20906">
                  <c:v>5.8846699999999998</c:v>
                </c:pt>
                <c:pt idx="20907">
                  <c:v>5.8849799999999997</c:v>
                </c:pt>
                <c:pt idx="20908">
                  <c:v>5.8852799999999998</c:v>
                </c:pt>
                <c:pt idx="20909">
                  <c:v>5.8855899999999997</c:v>
                </c:pt>
                <c:pt idx="20910">
                  <c:v>5.8858899999999998</c:v>
                </c:pt>
                <c:pt idx="20911">
                  <c:v>5.8861999999999997</c:v>
                </c:pt>
                <c:pt idx="20912">
                  <c:v>5.8864999999999998</c:v>
                </c:pt>
                <c:pt idx="20913">
                  <c:v>5.8868099999999997</c:v>
                </c:pt>
                <c:pt idx="20914">
                  <c:v>5.8871200000000004</c:v>
                </c:pt>
                <c:pt idx="20915">
                  <c:v>5.8874199999999997</c:v>
                </c:pt>
                <c:pt idx="20916">
                  <c:v>5.8877300000000004</c:v>
                </c:pt>
                <c:pt idx="20917">
                  <c:v>5.8880299999999997</c:v>
                </c:pt>
                <c:pt idx="20918">
                  <c:v>5.8883400000000004</c:v>
                </c:pt>
                <c:pt idx="20919">
                  <c:v>5.8886399999999997</c:v>
                </c:pt>
                <c:pt idx="20920">
                  <c:v>5.8889500000000004</c:v>
                </c:pt>
                <c:pt idx="20921">
                  <c:v>5.8892499999999997</c:v>
                </c:pt>
                <c:pt idx="20922">
                  <c:v>5.8895600000000004</c:v>
                </c:pt>
                <c:pt idx="20923">
                  <c:v>5.8898599999999997</c:v>
                </c:pt>
                <c:pt idx="20924">
                  <c:v>5.8901700000000003</c:v>
                </c:pt>
                <c:pt idx="20925">
                  <c:v>5.8904699999999997</c:v>
                </c:pt>
                <c:pt idx="20926">
                  <c:v>5.8907800000000003</c:v>
                </c:pt>
                <c:pt idx="20927">
                  <c:v>5.8910900000000002</c:v>
                </c:pt>
                <c:pt idx="20928">
                  <c:v>5.8913900000000003</c:v>
                </c:pt>
                <c:pt idx="20929">
                  <c:v>5.8917000000000002</c:v>
                </c:pt>
                <c:pt idx="20930">
                  <c:v>5.8920000000000003</c:v>
                </c:pt>
                <c:pt idx="20931">
                  <c:v>5.8923100000000002</c:v>
                </c:pt>
                <c:pt idx="20932">
                  <c:v>5.8926100000000003</c:v>
                </c:pt>
                <c:pt idx="20933">
                  <c:v>5.8929200000000002</c:v>
                </c:pt>
                <c:pt idx="20934">
                  <c:v>5.8932200000000003</c:v>
                </c:pt>
                <c:pt idx="20935">
                  <c:v>5.8935300000000002</c:v>
                </c:pt>
                <c:pt idx="20936">
                  <c:v>5.8938300000000003</c:v>
                </c:pt>
                <c:pt idx="20937">
                  <c:v>5.8941400000000002</c:v>
                </c:pt>
                <c:pt idx="20938">
                  <c:v>5.8944400000000003</c:v>
                </c:pt>
                <c:pt idx="20939">
                  <c:v>5.8947500000000002</c:v>
                </c:pt>
                <c:pt idx="20940">
                  <c:v>5.89506</c:v>
                </c:pt>
                <c:pt idx="20941">
                  <c:v>5.8953600000000002</c:v>
                </c:pt>
                <c:pt idx="20942">
                  <c:v>5.89567</c:v>
                </c:pt>
                <c:pt idx="20943">
                  <c:v>5.8959700000000002</c:v>
                </c:pt>
                <c:pt idx="20944">
                  <c:v>5.89628</c:v>
                </c:pt>
                <c:pt idx="20945">
                  <c:v>5.8965800000000002</c:v>
                </c:pt>
                <c:pt idx="20946">
                  <c:v>5.89689</c:v>
                </c:pt>
                <c:pt idx="20947">
                  <c:v>5.8971900000000002</c:v>
                </c:pt>
                <c:pt idx="20948">
                  <c:v>5.8975</c:v>
                </c:pt>
                <c:pt idx="20949">
                  <c:v>5.8978000000000002</c:v>
                </c:pt>
                <c:pt idx="20950">
                  <c:v>5.89811</c:v>
                </c:pt>
                <c:pt idx="20951">
                  <c:v>5.8984199999999998</c:v>
                </c:pt>
                <c:pt idx="20952">
                  <c:v>5.89872</c:v>
                </c:pt>
                <c:pt idx="20953">
                  <c:v>5.8990299999999998</c:v>
                </c:pt>
                <c:pt idx="20954">
                  <c:v>5.89933</c:v>
                </c:pt>
                <c:pt idx="20955">
                  <c:v>5.8996399999999998</c:v>
                </c:pt>
                <c:pt idx="20956">
                  <c:v>5.89994</c:v>
                </c:pt>
                <c:pt idx="20957">
                  <c:v>5.9002499999999998</c:v>
                </c:pt>
                <c:pt idx="20958">
                  <c:v>5.90055</c:v>
                </c:pt>
                <c:pt idx="20959">
                  <c:v>5.9008599999999998</c:v>
                </c:pt>
                <c:pt idx="20960">
                  <c:v>5.90116</c:v>
                </c:pt>
                <c:pt idx="20961">
                  <c:v>5.9014699999999998</c:v>
                </c:pt>
                <c:pt idx="20962">
                  <c:v>5.90177</c:v>
                </c:pt>
                <c:pt idx="20963">
                  <c:v>5.9020799999999998</c:v>
                </c:pt>
                <c:pt idx="20964">
                  <c:v>5.9023899999999996</c:v>
                </c:pt>
                <c:pt idx="20965">
                  <c:v>5.9026899999999998</c:v>
                </c:pt>
                <c:pt idx="20966">
                  <c:v>5.9029999999999996</c:v>
                </c:pt>
                <c:pt idx="20967">
                  <c:v>5.9032999999999998</c:v>
                </c:pt>
                <c:pt idx="20968">
                  <c:v>5.9036099999999996</c:v>
                </c:pt>
                <c:pt idx="20969">
                  <c:v>5.9039099999999998</c:v>
                </c:pt>
                <c:pt idx="20970">
                  <c:v>5.9042199999999996</c:v>
                </c:pt>
                <c:pt idx="20971">
                  <c:v>5.9045199999999998</c:v>
                </c:pt>
                <c:pt idx="20972">
                  <c:v>5.9048299999999996</c:v>
                </c:pt>
                <c:pt idx="20973">
                  <c:v>5.9051299999999998</c:v>
                </c:pt>
                <c:pt idx="20974">
                  <c:v>5.9054399999999996</c:v>
                </c:pt>
                <c:pt idx="20975">
                  <c:v>5.9057399999999998</c:v>
                </c:pt>
                <c:pt idx="20976">
                  <c:v>5.9060499999999996</c:v>
                </c:pt>
                <c:pt idx="20977">
                  <c:v>5.9063600000000003</c:v>
                </c:pt>
                <c:pt idx="20978">
                  <c:v>5.9066599999999996</c:v>
                </c:pt>
                <c:pt idx="20979">
                  <c:v>5.9069700000000003</c:v>
                </c:pt>
                <c:pt idx="20980">
                  <c:v>5.9072699999999996</c:v>
                </c:pt>
                <c:pt idx="20981">
                  <c:v>5.9075800000000003</c:v>
                </c:pt>
                <c:pt idx="20982">
                  <c:v>5.9078799999999996</c:v>
                </c:pt>
                <c:pt idx="20983">
                  <c:v>5.9081900000000003</c:v>
                </c:pt>
                <c:pt idx="20984">
                  <c:v>5.9084899999999996</c:v>
                </c:pt>
                <c:pt idx="20985">
                  <c:v>5.9088000000000003</c:v>
                </c:pt>
                <c:pt idx="20986">
                  <c:v>5.9090999999999996</c:v>
                </c:pt>
                <c:pt idx="20987">
                  <c:v>5.9094100000000003</c:v>
                </c:pt>
                <c:pt idx="20988">
                  <c:v>5.9097099999999996</c:v>
                </c:pt>
                <c:pt idx="20989">
                  <c:v>5.9100200000000003</c:v>
                </c:pt>
                <c:pt idx="20990">
                  <c:v>5.9103300000000001</c:v>
                </c:pt>
                <c:pt idx="20991">
                  <c:v>5.9106300000000003</c:v>
                </c:pt>
                <c:pt idx="20992">
                  <c:v>5.9109400000000001</c:v>
                </c:pt>
                <c:pt idx="20993">
                  <c:v>5.9112400000000003</c:v>
                </c:pt>
                <c:pt idx="20994">
                  <c:v>5.9115500000000001</c:v>
                </c:pt>
                <c:pt idx="20995">
                  <c:v>5.9118500000000003</c:v>
                </c:pt>
                <c:pt idx="20996">
                  <c:v>5.9121600000000001</c:v>
                </c:pt>
                <c:pt idx="20997">
                  <c:v>5.9124600000000003</c:v>
                </c:pt>
                <c:pt idx="20998">
                  <c:v>5.9127700000000001</c:v>
                </c:pt>
                <c:pt idx="20999">
                  <c:v>5.9130700000000003</c:v>
                </c:pt>
                <c:pt idx="21000">
                  <c:v>5.9133800000000001</c:v>
                </c:pt>
                <c:pt idx="21001">
                  <c:v>5.9136800000000003</c:v>
                </c:pt>
                <c:pt idx="21002">
                  <c:v>5.9139900000000001</c:v>
                </c:pt>
                <c:pt idx="21003">
                  <c:v>5.9142999999999999</c:v>
                </c:pt>
                <c:pt idx="21004">
                  <c:v>5.9146000000000001</c:v>
                </c:pt>
                <c:pt idx="21005">
                  <c:v>5.9149099999999999</c:v>
                </c:pt>
                <c:pt idx="21006">
                  <c:v>5.9152100000000001</c:v>
                </c:pt>
                <c:pt idx="21007">
                  <c:v>5.9155199999999999</c:v>
                </c:pt>
                <c:pt idx="21008">
                  <c:v>5.9158200000000001</c:v>
                </c:pt>
                <c:pt idx="21009">
                  <c:v>5.9161299999999999</c:v>
                </c:pt>
                <c:pt idx="21010">
                  <c:v>5.9164300000000001</c:v>
                </c:pt>
                <c:pt idx="21011">
                  <c:v>5.9167399999999999</c:v>
                </c:pt>
                <c:pt idx="21012">
                  <c:v>5.9170400000000001</c:v>
                </c:pt>
                <c:pt idx="21013">
                  <c:v>5.9173499999999999</c:v>
                </c:pt>
                <c:pt idx="21014">
                  <c:v>5.9176599999999997</c:v>
                </c:pt>
                <c:pt idx="21015">
                  <c:v>5.9179599999999999</c:v>
                </c:pt>
                <c:pt idx="21016">
                  <c:v>5.9182699999999997</c:v>
                </c:pt>
                <c:pt idx="21017">
                  <c:v>5.9185699999999999</c:v>
                </c:pt>
                <c:pt idx="21018">
                  <c:v>5.9188799999999997</c:v>
                </c:pt>
                <c:pt idx="21019">
                  <c:v>5.9191799999999999</c:v>
                </c:pt>
                <c:pt idx="21020">
                  <c:v>5.9194899999999997</c:v>
                </c:pt>
                <c:pt idx="21021">
                  <c:v>5.9197899999999999</c:v>
                </c:pt>
                <c:pt idx="21022">
                  <c:v>5.9200999999999997</c:v>
                </c:pt>
                <c:pt idx="21023">
                  <c:v>5.9203999999999999</c:v>
                </c:pt>
                <c:pt idx="21024">
                  <c:v>5.9207099999999997</c:v>
                </c:pt>
                <c:pt idx="21025">
                  <c:v>5.9210099999999999</c:v>
                </c:pt>
                <c:pt idx="21026">
                  <c:v>5.9213199999999997</c:v>
                </c:pt>
                <c:pt idx="21027">
                  <c:v>5.9216300000000004</c:v>
                </c:pt>
                <c:pt idx="21028">
                  <c:v>5.9219299999999997</c:v>
                </c:pt>
                <c:pt idx="21029">
                  <c:v>5.9222400000000004</c:v>
                </c:pt>
                <c:pt idx="21030">
                  <c:v>5.9225399999999997</c:v>
                </c:pt>
                <c:pt idx="21031">
                  <c:v>5.9228500000000004</c:v>
                </c:pt>
                <c:pt idx="21032">
                  <c:v>5.9231499999999997</c:v>
                </c:pt>
                <c:pt idx="21033">
                  <c:v>5.9234600000000004</c:v>
                </c:pt>
                <c:pt idx="21034">
                  <c:v>5.9237599999999997</c:v>
                </c:pt>
                <c:pt idx="21035">
                  <c:v>5.9240700000000004</c:v>
                </c:pt>
                <c:pt idx="21036">
                  <c:v>5.9243699999999997</c:v>
                </c:pt>
                <c:pt idx="21037">
                  <c:v>5.9246800000000004</c:v>
                </c:pt>
                <c:pt idx="21038">
                  <c:v>5.9249799999999997</c:v>
                </c:pt>
                <c:pt idx="21039">
                  <c:v>5.9252900000000004</c:v>
                </c:pt>
                <c:pt idx="21040">
                  <c:v>5.9256000000000002</c:v>
                </c:pt>
                <c:pt idx="21041">
                  <c:v>5.9259000000000004</c:v>
                </c:pt>
                <c:pt idx="21042">
                  <c:v>5.9262100000000002</c:v>
                </c:pt>
                <c:pt idx="21043">
                  <c:v>5.9265100000000004</c:v>
                </c:pt>
                <c:pt idx="21044">
                  <c:v>5.9268200000000002</c:v>
                </c:pt>
                <c:pt idx="21045">
                  <c:v>5.9271200000000004</c:v>
                </c:pt>
                <c:pt idx="21046">
                  <c:v>5.9274300000000002</c:v>
                </c:pt>
                <c:pt idx="21047">
                  <c:v>5.9277300000000004</c:v>
                </c:pt>
                <c:pt idx="21048">
                  <c:v>5.9280400000000002</c:v>
                </c:pt>
                <c:pt idx="21049">
                  <c:v>5.9283400000000004</c:v>
                </c:pt>
                <c:pt idx="21050">
                  <c:v>5.9286500000000002</c:v>
                </c:pt>
                <c:pt idx="21051">
                  <c:v>5.9289500000000004</c:v>
                </c:pt>
                <c:pt idx="21052">
                  <c:v>5.9292600000000002</c:v>
                </c:pt>
                <c:pt idx="21053">
                  <c:v>5.92957</c:v>
                </c:pt>
                <c:pt idx="21054">
                  <c:v>5.9298700000000002</c:v>
                </c:pt>
                <c:pt idx="21055">
                  <c:v>5.93018</c:v>
                </c:pt>
                <c:pt idx="21056">
                  <c:v>5.9304800000000002</c:v>
                </c:pt>
                <c:pt idx="21057">
                  <c:v>5.93079</c:v>
                </c:pt>
                <c:pt idx="21058">
                  <c:v>5.9310900000000002</c:v>
                </c:pt>
                <c:pt idx="21059">
                  <c:v>5.9314</c:v>
                </c:pt>
                <c:pt idx="21060">
                  <c:v>5.9317000000000002</c:v>
                </c:pt>
                <c:pt idx="21061">
                  <c:v>5.93201</c:v>
                </c:pt>
                <c:pt idx="21062">
                  <c:v>5.9323100000000002</c:v>
                </c:pt>
                <c:pt idx="21063">
                  <c:v>5.93262</c:v>
                </c:pt>
                <c:pt idx="21064">
                  <c:v>5.9329299999999998</c:v>
                </c:pt>
                <c:pt idx="21065">
                  <c:v>5.93323</c:v>
                </c:pt>
                <c:pt idx="21066">
                  <c:v>5.9335399999999998</c:v>
                </c:pt>
                <c:pt idx="21067">
                  <c:v>5.93384</c:v>
                </c:pt>
                <c:pt idx="21068">
                  <c:v>5.9341499999999998</c:v>
                </c:pt>
                <c:pt idx="21069">
                  <c:v>5.93445</c:v>
                </c:pt>
                <c:pt idx="21070">
                  <c:v>5.9347599999999998</c:v>
                </c:pt>
                <c:pt idx="21071">
                  <c:v>5.93506</c:v>
                </c:pt>
                <c:pt idx="21072">
                  <c:v>5.9353699999999998</c:v>
                </c:pt>
                <c:pt idx="21073">
                  <c:v>5.93567</c:v>
                </c:pt>
                <c:pt idx="21074">
                  <c:v>5.9359799999999998</c:v>
                </c:pt>
                <c:pt idx="21075">
                  <c:v>5.93628</c:v>
                </c:pt>
                <c:pt idx="21076">
                  <c:v>5.9365899999999998</c:v>
                </c:pt>
                <c:pt idx="21077">
                  <c:v>5.9368999999999996</c:v>
                </c:pt>
                <c:pt idx="21078">
                  <c:v>5.9371999999999998</c:v>
                </c:pt>
                <c:pt idx="21079">
                  <c:v>5.9375099999999996</c:v>
                </c:pt>
                <c:pt idx="21080">
                  <c:v>5.9378099999999998</c:v>
                </c:pt>
                <c:pt idx="21081">
                  <c:v>5.9381199999999996</c:v>
                </c:pt>
                <c:pt idx="21082">
                  <c:v>5.9384199999999998</c:v>
                </c:pt>
                <c:pt idx="21083">
                  <c:v>5.9387299999999996</c:v>
                </c:pt>
                <c:pt idx="21084">
                  <c:v>5.9390299999999998</c:v>
                </c:pt>
                <c:pt idx="21085">
                  <c:v>5.9393399999999996</c:v>
                </c:pt>
                <c:pt idx="21086">
                  <c:v>5.9396399999999998</c:v>
                </c:pt>
                <c:pt idx="21087">
                  <c:v>5.9399499999999996</c:v>
                </c:pt>
                <c:pt idx="21088">
                  <c:v>5.9402499999999998</c:v>
                </c:pt>
                <c:pt idx="21089">
                  <c:v>5.9405599999999996</c:v>
                </c:pt>
                <c:pt idx="21090">
                  <c:v>5.9408700000000003</c:v>
                </c:pt>
                <c:pt idx="21091">
                  <c:v>5.9411699999999996</c:v>
                </c:pt>
                <c:pt idx="21092">
                  <c:v>5.9414800000000003</c:v>
                </c:pt>
                <c:pt idx="21093">
                  <c:v>5.9417799999999996</c:v>
                </c:pt>
                <c:pt idx="21094">
                  <c:v>5.9420900000000003</c:v>
                </c:pt>
                <c:pt idx="21095">
                  <c:v>5.9423899999999996</c:v>
                </c:pt>
                <c:pt idx="21096">
                  <c:v>5.9427000000000003</c:v>
                </c:pt>
                <c:pt idx="21097">
                  <c:v>5.9429999999999996</c:v>
                </c:pt>
                <c:pt idx="21098">
                  <c:v>5.9433100000000003</c:v>
                </c:pt>
                <c:pt idx="21099">
                  <c:v>5.9436099999999996</c:v>
                </c:pt>
                <c:pt idx="21100">
                  <c:v>5.9439200000000003</c:v>
                </c:pt>
                <c:pt idx="21101">
                  <c:v>5.9442199999999996</c:v>
                </c:pt>
                <c:pt idx="21102">
                  <c:v>5.9445300000000003</c:v>
                </c:pt>
                <c:pt idx="21103">
                  <c:v>5.9448400000000001</c:v>
                </c:pt>
                <c:pt idx="21104">
                  <c:v>5.9451400000000003</c:v>
                </c:pt>
                <c:pt idx="21105">
                  <c:v>5.9454500000000001</c:v>
                </c:pt>
                <c:pt idx="21106">
                  <c:v>5.9457500000000003</c:v>
                </c:pt>
                <c:pt idx="21107">
                  <c:v>5.9460600000000001</c:v>
                </c:pt>
                <c:pt idx="21108">
                  <c:v>5.9463600000000003</c:v>
                </c:pt>
                <c:pt idx="21109">
                  <c:v>5.9466700000000001</c:v>
                </c:pt>
                <c:pt idx="21110">
                  <c:v>5.9469700000000003</c:v>
                </c:pt>
                <c:pt idx="21111">
                  <c:v>5.9472800000000001</c:v>
                </c:pt>
                <c:pt idx="21112">
                  <c:v>5.9475800000000003</c:v>
                </c:pt>
                <c:pt idx="21113">
                  <c:v>5.9478900000000001</c:v>
                </c:pt>
                <c:pt idx="21114">
                  <c:v>5.9481900000000003</c:v>
                </c:pt>
                <c:pt idx="21115">
                  <c:v>5.9485000000000001</c:v>
                </c:pt>
                <c:pt idx="21116">
                  <c:v>5.9488099999999999</c:v>
                </c:pt>
                <c:pt idx="21117">
                  <c:v>5.9491100000000001</c:v>
                </c:pt>
                <c:pt idx="21118">
                  <c:v>5.9494199999999999</c:v>
                </c:pt>
                <c:pt idx="21119">
                  <c:v>5.9497200000000001</c:v>
                </c:pt>
                <c:pt idx="21120">
                  <c:v>5.9500299999999999</c:v>
                </c:pt>
                <c:pt idx="21121">
                  <c:v>5.9503300000000001</c:v>
                </c:pt>
                <c:pt idx="21122">
                  <c:v>5.9506399999999999</c:v>
                </c:pt>
                <c:pt idx="21123">
                  <c:v>5.9509400000000001</c:v>
                </c:pt>
                <c:pt idx="21124">
                  <c:v>5.9512499999999999</c:v>
                </c:pt>
                <c:pt idx="21125">
                  <c:v>5.9515500000000001</c:v>
                </c:pt>
                <c:pt idx="21126">
                  <c:v>5.9518599999999999</c:v>
                </c:pt>
                <c:pt idx="21127">
                  <c:v>5.9521699999999997</c:v>
                </c:pt>
                <c:pt idx="21128">
                  <c:v>5.9524699999999999</c:v>
                </c:pt>
                <c:pt idx="21129">
                  <c:v>5.9527799999999997</c:v>
                </c:pt>
                <c:pt idx="21130">
                  <c:v>5.9530799999999999</c:v>
                </c:pt>
                <c:pt idx="21131">
                  <c:v>5.9533899999999997</c:v>
                </c:pt>
                <c:pt idx="21132">
                  <c:v>5.9536899999999999</c:v>
                </c:pt>
                <c:pt idx="21133">
                  <c:v>5.9539999999999997</c:v>
                </c:pt>
                <c:pt idx="21134">
                  <c:v>5.9542999999999999</c:v>
                </c:pt>
                <c:pt idx="21135">
                  <c:v>5.9546099999999997</c:v>
                </c:pt>
                <c:pt idx="21136">
                  <c:v>5.9549099999999999</c:v>
                </c:pt>
                <c:pt idx="21137">
                  <c:v>5.9552199999999997</c:v>
                </c:pt>
                <c:pt idx="21138">
                  <c:v>5.9555199999999999</c:v>
                </c:pt>
                <c:pt idx="21139">
                  <c:v>5.9558299999999997</c:v>
                </c:pt>
                <c:pt idx="21140">
                  <c:v>5.9561400000000004</c:v>
                </c:pt>
                <c:pt idx="21141">
                  <c:v>5.9564399999999997</c:v>
                </c:pt>
                <c:pt idx="21142">
                  <c:v>5.9567500000000004</c:v>
                </c:pt>
                <c:pt idx="21143">
                  <c:v>5.9570499999999997</c:v>
                </c:pt>
                <c:pt idx="21144">
                  <c:v>5.9573600000000004</c:v>
                </c:pt>
                <c:pt idx="21145">
                  <c:v>5.9576599999999997</c:v>
                </c:pt>
                <c:pt idx="21146">
                  <c:v>5.9579700000000004</c:v>
                </c:pt>
                <c:pt idx="21147">
                  <c:v>5.9582699999999997</c:v>
                </c:pt>
                <c:pt idx="21148">
                  <c:v>5.9585800000000004</c:v>
                </c:pt>
                <c:pt idx="21149">
                  <c:v>5.9588799999999997</c:v>
                </c:pt>
                <c:pt idx="21150">
                  <c:v>5.9591900000000004</c:v>
                </c:pt>
                <c:pt idx="21151">
                  <c:v>5.9594899999999997</c:v>
                </c:pt>
                <c:pt idx="21152">
                  <c:v>5.9598000000000004</c:v>
                </c:pt>
                <c:pt idx="21153">
                  <c:v>5.9601100000000002</c:v>
                </c:pt>
                <c:pt idx="21154">
                  <c:v>5.9604100000000004</c:v>
                </c:pt>
                <c:pt idx="21155">
                  <c:v>5.9607200000000002</c:v>
                </c:pt>
                <c:pt idx="21156">
                  <c:v>5.9610200000000004</c:v>
                </c:pt>
                <c:pt idx="21157">
                  <c:v>5.9613300000000002</c:v>
                </c:pt>
                <c:pt idx="21158">
                  <c:v>5.9616300000000004</c:v>
                </c:pt>
                <c:pt idx="21159">
                  <c:v>5.9619400000000002</c:v>
                </c:pt>
                <c:pt idx="21160">
                  <c:v>5.9622400000000004</c:v>
                </c:pt>
                <c:pt idx="21161">
                  <c:v>5.9625500000000002</c:v>
                </c:pt>
                <c:pt idx="21162">
                  <c:v>5.9628500000000004</c:v>
                </c:pt>
                <c:pt idx="21163">
                  <c:v>5.9631600000000002</c:v>
                </c:pt>
                <c:pt idx="21164">
                  <c:v>5.9634600000000004</c:v>
                </c:pt>
                <c:pt idx="21165">
                  <c:v>5.9637700000000002</c:v>
                </c:pt>
                <c:pt idx="21166">
                  <c:v>5.96408</c:v>
                </c:pt>
                <c:pt idx="21167">
                  <c:v>5.9643800000000002</c:v>
                </c:pt>
                <c:pt idx="21168">
                  <c:v>5.96469</c:v>
                </c:pt>
                <c:pt idx="21169">
                  <c:v>5.9649900000000002</c:v>
                </c:pt>
                <c:pt idx="21170">
                  <c:v>5.9653</c:v>
                </c:pt>
                <c:pt idx="21171">
                  <c:v>5.9656000000000002</c:v>
                </c:pt>
                <c:pt idx="21172">
                  <c:v>5.96591</c:v>
                </c:pt>
                <c:pt idx="21173">
                  <c:v>5.9662100000000002</c:v>
                </c:pt>
                <c:pt idx="21174">
                  <c:v>5.96652</c:v>
                </c:pt>
                <c:pt idx="21175">
                  <c:v>5.9668200000000002</c:v>
                </c:pt>
                <c:pt idx="21176">
                  <c:v>5.96713</c:v>
                </c:pt>
                <c:pt idx="21177">
                  <c:v>5.9674300000000002</c:v>
                </c:pt>
                <c:pt idx="21178">
                  <c:v>5.96774</c:v>
                </c:pt>
                <c:pt idx="21179">
                  <c:v>5.9680499999999999</c:v>
                </c:pt>
                <c:pt idx="21180">
                  <c:v>5.96835</c:v>
                </c:pt>
                <c:pt idx="21181">
                  <c:v>5.9686599999999999</c:v>
                </c:pt>
                <c:pt idx="21182">
                  <c:v>5.96896</c:v>
                </c:pt>
                <c:pt idx="21183">
                  <c:v>5.9692699999999999</c:v>
                </c:pt>
                <c:pt idx="21184">
                  <c:v>5.96957</c:v>
                </c:pt>
                <c:pt idx="21185">
                  <c:v>5.9698799999999999</c:v>
                </c:pt>
                <c:pt idx="21186">
                  <c:v>5.97018</c:v>
                </c:pt>
                <c:pt idx="21187">
                  <c:v>5.9704899999999999</c:v>
                </c:pt>
                <c:pt idx="21188">
                  <c:v>5.97079</c:v>
                </c:pt>
                <c:pt idx="21189">
                  <c:v>5.9710999999999999</c:v>
                </c:pt>
                <c:pt idx="21190">
                  <c:v>5.9714099999999997</c:v>
                </c:pt>
                <c:pt idx="21191">
                  <c:v>5.9717099999999999</c:v>
                </c:pt>
                <c:pt idx="21192">
                  <c:v>5.9720199999999997</c:v>
                </c:pt>
                <c:pt idx="21193">
                  <c:v>5.9723199999999999</c:v>
                </c:pt>
                <c:pt idx="21194">
                  <c:v>5.9726299999999997</c:v>
                </c:pt>
                <c:pt idx="21195">
                  <c:v>5.9729299999999999</c:v>
                </c:pt>
                <c:pt idx="21196">
                  <c:v>5.9732399999999997</c:v>
                </c:pt>
                <c:pt idx="21197">
                  <c:v>5.9735399999999998</c:v>
                </c:pt>
                <c:pt idx="21198">
                  <c:v>5.9738499999999997</c:v>
                </c:pt>
                <c:pt idx="21199">
                  <c:v>5.9741499999999998</c:v>
                </c:pt>
                <c:pt idx="21200">
                  <c:v>5.9744599999999997</c:v>
                </c:pt>
                <c:pt idx="21201">
                  <c:v>5.9747599999999998</c:v>
                </c:pt>
                <c:pt idx="21202">
                  <c:v>5.9750699999999997</c:v>
                </c:pt>
                <c:pt idx="21203">
                  <c:v>5.9753800000000004</c:v>
                </c:pt>
                <c:pt idx="21204">
                  <c:v>5.9756799999999997</c:v>
                </c:pt>
                <c:pt idx="21205">
                  <c:v>5.9759900000000004</c:v>
                </c:pt>
                <c:pt idx="21206">
                  <c:v>5.9762899999999997</c:v>
                </c:pt>
                <c:pt idx="21207">
                  <c:v>5.9766000000000004</c:v>
                </c:pt>
                <c:pt idx="21208">
                  <c:v>5.9768999999999997</c:v>
                </c:pt>
                <c:pt idx="21209">
                  <c:v>5.9772100000000004</c:v>
                </c:pt>
                <c:pt idx="21210">
                  <c:v>5.9775099999999997</c:v>
                </c:pt>
                <c:pt idx="21211">
                  <c:v>5.9778200000000004</c:v>
                </c:pt>
                <c:pt idx="21212">
                  <c:v>5.9781199999999997</c:v>
                </c:pt>
                <c:pt idx="21213">
                  <c:v>5.9784300000000004</c:v>
                </c:pt>
                <c:pt idx="21214">
                  <c:v>5.9787299999999997</c:v>
                </c:pt>
                <c:pt idx="21215">
                  <c:v>5.9790400000000004</c:v>
                </c:pt>
                <c:pt idx="21216">
                  <c:v>5.9793500000000002</c:v>
                </c:pt>
                <c:pt idx="21217">
                  <c:v>5.9796500000000004</c:v>
                </c:pt>
                <c:pt idx="21218">
                  <c:v>5.9799600000000002</c:v>
                </c:pt>
                <c:pt idx="21219">
                  <c:v>5.9802600000000004</c:v>
                </c:pt>
                <c:pt idx="21220">
                  <c:v>5.9805700000000002</c:v>
                </c:pt>
                <c:pt idx="21221">
                  <c:v>5.9808700000000004</c:v>
                </c:pt>
                <c:pt idx="21222">
                  <c:v>5.9811800000000002</c:v>
                </c:pt>
                <c:pt idx="21223">
                  <c:v>5.9814800000000004</c:v>
                </c:pt>
                <c:pt idx="21224">
                  <c:v>5.9817900000000002</c:v>
                </c:pt>
                <c:pt idx="21225">
                  <c:v>5.9820900000000004</c:v>
                </c:pt>
                <c:pt idx="21226">
                  <c:v>5.9824000000000002</c:v>
                </c:pt>
                <c:pt idx="21227">
                  <c:v>5.9827000000000004</c:v>
                </c:pt>
                <c:pt idx="21228">
                  <c:v>5.9830100000000002</c:v>
                </c:pt>
                <c:pt idx="21229">
                  <c:v>5.98332</c:v>
                </c:pt>
                <c:pt idx="21230">
                  <c:v>5.9836200000000002</c:v>
                </c:pt>
                <c:pt idx="21231">
                  <c:v>5.98393</c:v>
                </c:pt>
                <c:pt idx="21232">
                  <c:v>5.9842300000000002</c:v>
                </c:pt>
                <c:pt idx="21233">
                  <c:v>5.98454</c:v>
                </c:pt>
                <c:pt idx="21234">
                  <c:v>5.9848400000000002</c:v>
                </c:pt>
                <c:pt idx="21235">
                  <c:v>5.98515</c:v>
                </c:pt>
                <c:pt idx="21236">
                  <c:v>5.9854500000000002</c:v>
                </c:pt>
                <c:pt idx="21237">
                  <c:v>5.98576</c:v>
                </c:pt>
                <c:pt idx="21238">
                  <c:v>5.9860600000000002</c:v>
                </c:pt>
                <c:pt idx="21239">
                  <c:v>5.98637</c:v>
                </c:pt>
                <c:pt idx="21240">
                  <c:v>5.9866700000000002</c:v>
                </c:pt>
                <c:pt idx="21241">
                  <c:v>5.98698</c:v>
                </c:pt>
                <c:pt idx="21242">
                  <c:v>5.9872899999999998</c:v>
                </c:pt>
                <c:pt idx="21243">
                  <c:v>5.98759</c:v>
                </c:pt>
                <c:pt idx="21244">
                  <c:v>5.9878999999999998</c:v>
                </c:pt>
                <c:pt idx="21245">
                  <c:v>5.9882</c:v>
                </c:pt>
                <c:pt idx="21246">
                  <c:v>5.9885099999999998</c:v>
                </c:pt>
                <c:pt idx="21247">
                  <c:v>5.98881</c:v>
                </c:pt>
                <c:pt idx="21248">
                  <c:v>5.9891199999999998</c:v>
                </c:pt>
                <c:pt idx="21249">
                  <c:v>5.98942</c:v>
                </c:pt>
                <c:pt idx="21250">
                  <c:v>5.9897299999999998</c:v>
                </c:pt>
                <c:pt idx="21251">
                  <c:v>5.99003</c:v>
                </c:pt>
                <c:pt idx="21252">
                  <c:v>5.9903399999999998</c:v>
                </c:pt>
                <c:pt idx="21253">
                  <c:v>5.9906499999999996</c:v>
                </c:pt>
                <c:pt idx="21254">
                  <c:v>5.9909499999999998</c:v>
                </c:pt>
                <c:pt idx="21255">
                  <c:v>5.9912599999999996</c:v>
                </c:pt>
                <c:pt idx="21256">
                  <c:v>5.9915599999999998</c:v>
                </c:pt>
                <c:pt idx="21257">
                  <c:v>5.9918699999999996</c:v>
                </c:pt>
                <c:pt idx="21258">
                  <c:v>5.9921699999999998</c:v>
                </c:pt>
                <c:pt idx="21259">
                  <c:v>5.9924799999999996</c:v>
                </c:pt>
                <c:pt idx="21260">
                  <c:v>5.9927799999999998</c:v>
                </c:pt>
                <c:pt idx="21261">
                  <c:v>5.9930899999999996</c:v>
                </c:pt>
                <c:pt idx="21262">
                  <c:v>5.9933899999999998</c:v>
                </c:pt>
                <c:pt idx="21263">
                  <c:v>5.9936999999999996</c:v>
                </c:pt>
                <c:pt idx="21264">
                  <c:v>5.9939999999999998</c:v>
                </c:pt>
                <c:pt idx="21265">
                  <c:v>5.9943099999999996</c:v>
                </c:pt>
                <c:pt idx="21266">
                  <c:v>5.9946200000000003</c:v>
                </c:pt>
                <c:pt idx="21267">
                  <c:v>5.9949199999999996</c:v>
                </c:pt>
                <c:pt idx="21268">
                  <c:v>5.9952300000000003</c:v>
                </c:pt>
                <c:pt idx="21269">
                  <c:v>5.9955299999999996</c:v>
                </c:pt>
                <c:pt idx="21270">
                  <c:v>5.9958400000000003</c:v>
                </c:pt>
                <c:pt idx="21271">
                  <c:v>5.9961399999999996</c:v>
                </c:pt>
                <c:pt idx="21272">
                  <c:v>5.9964500000000003</c:v>
                </c:pt>
                <c:pt idx="21273">
                  <c:v>5.9967499999999996</c:v>
                </c:pt>
                <c:pt idx="21274">
                  <c:v>5.9970600000000003</c:v>
                </c:pt>
                <c:pt idx="21275">
                  <c:v>5.9973599999999996</c:v>
                </c:pt>
                <c:pt idx="21276">
                  <c:v>5.9976700000000003</c:v>
                </c:pt>
                <c:pt idx="21277">
                  <c:v>5.9979699999999996</c:v>
                </c:pt>
                <c:pt idx="21278">
                  <c:v>5.9982800000000003</c:v>
                </c:pt>
                <c:pt idx="21279">
                  <c:v>5.9985900000000001</c:v>
                </c:pt>
                <c:pt idx="21280">
                  <c:v>5.9988900000000003</c:v>
                </c:pt>
                <c:pt idx="21281">
                  <c:v>5.9992000000000001</c:v>
                </c:pt>
                <c:pt idx="21282">
                  <c:v>5.9995000000000003</c:v>
                </c:pt>
                <c:pt idx="21283">
                  <c:v>5.9998100000000001</c:v>
                </c:pt>
                <c:pt idx="21284">
                  <c:v>6.0001100000000003</c:v>
                </c:pt>
                <c:pt idx="21285">
                  <c:v>6.0004200000000001</c:v>
                </c:pt>
                <c:pt idx="21286">
                  <c:v>6.0007200000000003</c:v>
                </c:pt>
                <c:pt idx="21287">
                  <c:v>6.0010300000000001</c:v>
                </c:pt>
                <c:pt idx="21288">
                  <c:v>6.0013300000000003</c:v>
                </c:pt>
                <c:pt idx="21289">
                  <c:v>6.0016400000000001</c:v>
                </c:pt>
                <c:pt idx="21290">
                  <c:v>6.0019400000000003</c:v>
                </c:pt>
                <c:pt idx="21291">
                  <c:v>6.0022500000000001</c:v>
                </c:pt>
                <c:pt idx="21292">
                  <c:v>6.0025599999999999</c:v>
                </c:pt>
                <c:pt idx="21293">
                  <c:v>6.0028600000000001</c:v>
                </c:pt>
                <c:pt idx="21294">
                  <c:v>6.0031699999999999</c:v>
                </c:pt>
                <c:pt idx="21295">
                  <c:v>6.0034700000000001</c:v>
                </c:pt>
                <c:pt idx="21296">
                  <c:v>6.0037799999999999</c:v>
                </c:pt>
                <c:pt idx="21297">
                  <c:v>6.0040800000000001</c:v>
                </c:pt>
                <c:pt idx="21298">
                  <c:v>6.0043899999999999</c:v>
                </c:pt>
                <c:pt idx="21299">
                  <c:v>6.0046900000000001</c:v>
                </c:pt>
                <c:pt idx="21300">
                  <c:v>6.0049999999999999</c:v>
                </c:pt>
                <c:pt idx="21301">
                  <c:v>6.0053000000000001</c:v>
                </c:pt>
                <c:pt idx="21302">
                  <c:v>6.0056099999999999</c:v>
                </c:pt>
                <c:pt idx="21303">
                  <c:v>6.0059199999999997</c:v>
                </c:pt>
                <c:pt idx="21304">
                  <c:v>6.0062199999999999</c:v>
                </c:pt>
                <c:pt idx="21305">
                  <c:v>6.0065299999999997</c:v>
                </c:pt>
                <c:pt idx="21306">
                  <c:v>6.0068299999999999</c:v>
                </c:pt>
                <c:pt idx="21307">
                  <c:v>6.0071399999999997</c:v>
                </c:pt>
                <c:pt idx="21308">
                  <c:v>6.0074399999999999</c:v>
                </c:pt>
                <c:pt idx="21309">
                  <c:v>6.0077499999999997</c:v>
                </c:pt>
                <c:pt idx="21310">
                  <c:v>6.0080499999999999</c:v>
                </c:pt>
                <c:pt idx="21311">
                  <c:v>6.0083599999999997</c:v>
                </c:pt>
                <c:pt idx="21312">
                  <c:v>6.0086599999999999</c:v>
                </c:pt>
                <c:pt idx="21313">
                  <c:v>6.0089699999999997</c:v>
                </c:pt>
                <c:pt idx="21314">
                  <c:v>6.0092699999999999</c:v>
                </c:pt>
                <c:pt idx="21315">
                  <c:v>6.0095799999999997</c:v>
                </c:pt>
                <c:pt idx="21316">
                  <c:v>6.0098900000000004</c:v>
                </c:pt>
                <c:pt idx="21317">
                  <c:v>6.0101899999999997</c:v>
                </c:pt>
                <c:pt idx="21318">
                  <c:v>6.0105000000000004</c:v>
                </c:pt>
                <c:pt idx="21319">
                  <c:v>6.0107999999999997</c:v>
                </c:pt>
                <c:pt idx="21320">
                  <c:v>6.0111100000000004</c:v>
                </c:pt>
                <c:pt idx="21321">
                  <c:v>6.0114099999999997</c:v>
                </c:pt>
                <c:pt idx="21322">
                  <c:v>6.0117200000000004</c:v>
                </c:pt>
                <c:pt idx="21323">
                  <c:v>6.0120199999999997</c:v>
                </c:pt>
                <c:pt idx="21324">
                  <c:v>6.0123300000000004</c:v>
                </c:pt>
                <c:pt idx="21325">
                  <c:v>6.0126299999999997</c:v>
                </c:pt>
                <c:pt idx="21326">
                  <c:v>6.0129400000000004</c:v>
                </c:pt>
                <c:pt idx="21327">
                  <c:v>6.0132399999999997</c:v>
                </c:pt>
                <c:pt idx="21328">
                  <c:v>6.0135500000000004</c:v>
                </c:pt>
                <c:pt idx="21329">
                  <c:v>6.0138600000000002</c:v>
                </c:pt>
                <c:pt idx="21330">
                  <c:v>6.0141600000000004</c:v>
                </c:pt>
                <c:pt idx="21331">
                  <c:v>6.0144700000000002</c:v>
                </c:pt>
                <c:pt idx="21332">
                  <c:v>6.0147700000000004</c:v>
                </c:pt>
                <c:pt idx="21333">
                  <c:v>6.0150800000000002</c:v>
                </c:pt>
                <c:pt idx="21334">
                  <c:v>6.0153800000000004</c:v>
                </c:pt>
                <c:pt idx="21335">
                  <c:v>6.0156900000000002</c:v>
                </c:pt>
                <c:pt idx="21336">
                  <c:v>6.0159900000000004</c:v>
                </c:pt>
                <c:pt idx="21337">
                  <c:v>6.0163000000000002</c:v>
                </c:pt>
                <c:pt idx="21338">
                  <c:v>6.0166000000000004</c:v>
                </c:pt>
                <c:pt idx="21339">
                  <c:v>6.0169100000000002</c:v>
                </c:pt>
                <c:pt idx="21340">
                  <c:v>6.0172100000000004</c:v>
                </c:pt>
                <c:pt idx="21341">
                  <c:v>6.0175200000000002</c:v>
                </c:pt>
                <c:pt idx="21342">
                  <c:v>6.01783</c:v>
                </c:pt>
                <c:pt idx="21343">
                  <c:v>6.0181300000000002</c:v>
                </c:pt>
                <c:pt idx="21344">
                  <c:v>6.01844</c:v>
                </c:pt>
                <c:pt idx="21345">
                  <c:v>6.0187400000000002</c:v>
                </c:pt>
                <c:pt idx="21346">
                  <c:v>6.01905</c:v>
                </c:pt>
                <c:pt idx="21347">
                  <c:v>6.0193500000000002</c:v>
                </c:pt>
                <c:pt idx="21348">
                  <c:v>6.01966</c:v>
                </c:pt>
                <c:pt idx="21349">
                  <c:v>6.0199600000000002</c:v>
                </c:pt>
                <c:pt idx="21350">
                  <c:v>6.02027</c:v>
                </c:pt>
                <c:pt idx="21351">
                  <c:v>6.0205700000000002</c:v>
                </c:pt>
                <c:pt idx="21352">
                  <c:v>6.02088</c:v>
                </c:pt>
                <c:pt idx="21353">
                  <c:v>6.0211800000000002</c:v>
                </c:pt>
                <c:pt idx="21354">
                  <c:v>6.02149</c:v>
                </c:pt>
                <c:pt idx="21355">
                  <c:v>6.0217999999999998</c:v>
                </c:pt>
                <c:pt idx="21356">
                  <c:v>6.0221</c:v>
                </c:pt>
                <c:pt idx="21357">
                  <c:v>6.0224099999999998</c:v>
                </c:pt>
                <c:pt idx="21358">
                  <c:v>6.02271</c:v>
                </c:pt>
                <c:pt idx="21359">
                  <c:v>6.0230199999999998</c:v>
                </c:pt>
                <c:pt idx="21360">
                  <c:v>6.02332</c:v>
                </c:pt>
                <c:pt idx="21361">
                  <c:v>6.0236299999999998</c:v>
                </c:pt>
                <c:pt idx="21362">
                  <c:v>6.02393</c:v>
                </c:pt>
                <c:pt idx="21363">
                  <c:v>6.0242399999999998</c:v>
                </c:pt>
                <c:pt idx="21364">
                  <c:v>6.02454</c:v>
                </c:pt>
                <c:pt idx="21365">
                  <c:v>6.0248499999999998</c:v>
                </c:pt>
                <c:pt idx="21366">
                  <c:v>6.0251599999999996</c:v>
                </c:pt>
                <c:pt idx="21367">
                  <c:v>6.0254599999999998</c:v>
                </c:pt>
                <c:pt idx="21368">
                  <c:v>6.0257699999999996</c:v>
                </c:pt>
                <c:pt idx="21369">
                  <c:v>6.0260699999999998</c:v>
                </c:pt>
                <c:pt idx="21370">
                  <c:v>6.0263799999999996</c:v>
                </c:pt>
                <c:pt idx="21371">
                  <c:v>6.0266799999999998</c:v>
                </c:pt>
                <c:pt idx="21372">
                  <c:v>6.0269899999999996</c:v>
                </c:pt>
                <c:pt idx="21373">
                  <c:v>6.0272899999999998</c:v>
                </c:pt>
                <c:pt idx="21374">
                  <c:v>6.0275999999999996</c:v>
                </c:pt>
                <c:pt idx="21375">
                  <c:v>6.0278999999999998</c:v>
                </c:pt>
                <c:pt idx="21376">
                  <c:v>6.0282099999999996</c:v>
                </c:pt>
                <c:pt idx="21377">
                  <c:v>6.0285099999999998</c:v>
                </c:pt>
                <c:pt idx="21378">
                  <c:v>6.0288199999999996</c:v>
                </c:pt>
                <c:pt idx="21379">
                  <c:v>6.0291300000000003</c:v>
                </c:pt>
                <c:pt idx="21380">
                  <c:v>6.0294299999999996</c:v>
                </c:pt>
                <c:pt idx="21381">
                  <c:v>6.0297400000000003</c:v>
                </c:pt>
                <c:pt idx="21382">
                  <c:v>6.0300399999999996</c:v>
                </c:pt>
                <c:pt idx="21383">
                  <c:v>6.0303500000000003</c:v>
                </c:pt>
                <c:pt idx="21384">
                  <c:v>6.0306499999999996</c:v>
                </c:pt>
                <c:pt idx="21385">
                  <c:v>6.0309600000000003</c:v>
                </c:pt>
                <c:pt idx="21386">
                  <c:v>6.0312599999999996</c:v>
                </c:pt>
                <c:pt idx="21387">
                  <c:v>6.0315700000000003</c:v>
                </c:pt>
                <c:pt idx="21388">
                  <c:v>6.0318699999999996</c:v>
                </c:pt>
                <c:pt idx="21389">
                  <c:v>6.0321800000000003</c:v>
                </c:pt>
                <c:pt idx="21390">
                  <c:v>6.0324799999999996</c:v>
                </c:pt>
                <c:pt idx="21391">
                  <c:v>6.0327900000000003</c:v>
                </c:pt>
                <c:pt idx="21392">
                  <c:v>6.0331000000000001</c:v>
                </c:pt>
                <c:pt idx="21393">
                  <c:v>6.0334000000000003</c:v>
                </c:pt>
                <c:pt idx="21394">
                  <c:v>6.0337100000000001</c:v>
                </c:pt>
                <c:pt idx="21395">
                  <c:v>6.0340100000000003</c:v>
                </c:pt>
                <c:pt idx="21396">
                  <c:v>6.0343200000000001</c:v>
                </c:pt>
                <c:pt idx="21397">
                  <c:v>6.0346200000000003</c:v>
                </c:pt>
                <c:pt idx="21398">
                  <c:v>6.0349300000000001</c:v>
                </c:pt>
                <c:pt idx="21399">
                  <c:v>6.0352300000000003</c:v>
                </c:pt>
                <c:pt idx="21400">
                  <c:v>6.0355400000000001</c:v>
                </c:pt>
                <c:pt idx="21401">
                  <c:v>6.0358400000000003</c:v>
                </c:pt>
                <c:pt idx="21402">
                  <c:v>6.0361500000000001</c:v>
                </c:pt>
                <c:pt idx="21403">
                  <c:v>6.0364500000000003</c:v>
                </c:pt>
                <c:pt idx="21404">
                  <c:v>6.0367600000000001</c:v>
                </c:pt>
                <c:pt idx="21405">
                  <c:v>6.0370699999999999</c:v>
                </c:pt>
                <c:pt idx="21406">
                  <c:v>6.0373700000000001</c:v>
                </c:pt>
                <c:pt idx="21407">
                  <c:v>6.0376799999999999</c:v>
                </c:pt>
                <c:pt idx="21408">
                  <c:v>6.0379800000000001</c:v>
                </c:pt>
                <c:pt idx="21409">
                  <c:v>6.0382899999999999</c:v>
                </c:pt>
                <c:pt idx="21410">
                  <c:v>6.0385900000000001</c:v>
                </c:pt>
                <c:pt idx="21411">
                  <c:v>6.0388999999999999</c:v>
                </c:pt>
                <c:pt idx="21412">
                  <c:v>6.0392000000000001</c:v>
                </c:pt>
                <c:pt idx="21413">
                  <c:v>6.0395099999999999</c:v>
                </c:pt>
                <c:pt idx="21414">
                  <c:v>6.0398100000000001</c:v>
                </c:pt>
                <c:pt idx="21415">
                  <c:v>6.0401199999999999</c:v>
                </c:pt>
                <c:pt idx="21416">
                  <c:v>6.0404200000000001</c:v>
                </c:pt>
                <c:pt idx="21417">
                  <c:v>6.0407299999999999</c:v>
                </c:pt>
                <c:pt idx="21418">
                  <c:v>6.0410399999999997</c:v>
                </c:pt>
                <c:pt idx="21419">
                  <c:v>6.0413399999999999</c:v>
                </c:pt>
                <c:pt idx="21420">
                  <c:v>6.0416499999999997</c:v>
                </c:pt>
                <c:pt idx="21421">
                  <c:v>6.0419499999999999</c:v>
                </c:pt>
                <c:pt idx="21422">
                  <c:v>6.0422599999999997</c:v>
                </c:pt>
                <c:pt idx="21423">
                  <c:v>6.0425599999999999</c:v>
                </c:pt>
                <c:pt idx="21424">
                  <c:v>6.0428699999999997</c:v>
                </c:pt>
                <c:pt idx="21425">
                  <c:v>6.0431699999999999</c:v>
                </c:pt>
                <c:pt idx="21426">
                  <c:v>6.0434799999999997</c:v>
                </c:pt>
                <c:pt idx="21427">
                  <c:v>6.0437799999999999</c:v>
                </c:pt>
                <c:pt idx="21428">
                  <c:v>6.0440899999999997</c:v>
                </c:pt>
                <c:pt idx="21429">
                  <c:v>6.0444000000000004</c:v>
                </c:pt>
                <c:pt idx="21430">
                  <c:v>6.0446999999999997</c:v>
                </c:pt>
                <c:pt idx="21431">
                  <c:v>6.0450100000000004</c:v>
                </c:pt>
                <c:pt idx="21432">
                  <c:v>6.0453099999999997</c:v>
                </c:pt>
                <c:pt idx="21433">
                  <c:v>6.0456200000000004</c:v>
                </c:pt>
                <c:pt idx="21434">
                  <c:v>6.0459199999999997</c:v>
                </c:pt>
                <c:pt idx="21435">
                  <c:v>6.0462300000000004</c:v>
                </c:pt>
                <c:pt idx="21436">
                  <c:v>6.0465299999999997</c:v>
                </c:pt>
                <c:pt idx="21437">
                  <c:v>6.0468400000000004</c:v>
                </c:pt>
                <c:pt idx="21438">
                  <c:v>6.0471399999999997</c:v>
                </c:pt>
                <c:pt idx="21439">
                  <c:v>6.0474500000000004</c:v>
                </c:pt>
                <c:pt idx="21440">
                  <c:v>6.0477499999999997</c:v>
                </c:pt>
                <c:pt idx="21441">
                  <c:v>6.0480600000000004</c:v>
                </c:pt>
                <c:pt idx="21442">
                  <c:v>6.0483700000000002</c:v>
                </c:pt>
                <c:pt idx="21443">
                  <c:v>6.0486700000000004</c:v>
                </c:pt>
                <c:pt idx="21444">
                  <c:v>6.0489800000000002</c:v>
                </c:pt>
                <c:pt idx="21445">
                  <c:v>6.0492800000000004</c:v>
                </c:pt>
                <c:pt idx="21446">
                  <c:v>6.0495900000000002</c:v>
                </c:pt>
                <c:pt idx="21447">
                  <c:v>6.0498900000000004</c:v>
                </c:pt>
                <c:pt idx="21448">
                  <c:v>6.0502000000000002</c:v>
                </c:pt>
                <c:pt idx="21449">
                  <c:v>6.0505000000000004</c:v>
                </c:pt>
                <c:pt idx="21450">
                  <c:v>6.0508100000000002</c:v>
                </c:pt>
                <c:pt idx="21451">
                  <c:v>6.0511100000000004</c:v>
                </c:pt>
                <c:pt idx="21452">
                  <c:v>6.0514200000000002</c:v>
                </c:pt>
                <c:pt idx="21453">
                  <c:v>6.0517200000000004</c:v>
                </c:pt>
                <c:pt idx="21454">
                  <c:v>6.0520300000000002</c:v>
                </c:pt>
                <c:pt idx="21455">
                  <c:v>6.0523400000000001</c:v>
                </c:pt>
                <c:pt idx="21456">
                  <c:v>6.0526400000000002</c:v>
                </c:pt>
                <c:pt idx="21457">
                  <c:v>6.0529500000000001</c:v>
                </c:pt>
                <c:pt idx="21458">
                  <c:v>6.0532500000000002</c:v>
                </c:pt>
                <c:pt idx="21459">
                  <c:v>6.0535600000000001</c:v>
                </c:pt>
                <c:pt idx="21460">
                  <c:v>6.0538600000000002</c:v>
                </c:pt>
                <c:pt idx="21461">
                  <c:v>6.0541700000000001</c:v>
                </c:pt>
                <c:pt idx="21462">
                  <c:v>6.0544700000000002</c:v>
                </c:pt>
                <c:pt idx="21463">
                  <c:v>6.0547800000000001</c:v>
                </c:pt>
                <c:pt idx="21464">
                  <c:v>6.0550800000000002</c:v>
                </c:pt>
                <c:pt idx="21465">
                  <c:v>6.0553900000000001</c:v>
                </c:pt>
                <c:pt idx="21466">
                  <c:v>6.0556900000000002</c:v>
                </c:pt>
                <c:pt idx="21467">
                  <c:v>6.056</c:v>
                </c:pt>
                <c:pt idx="21468">
                  <c:v>6.0563099999999999</c:v>
                </c:pt>
                <c:pt idx="21469">
                  <c:v>6.05661</c:v>
                </c:pt>
                <c:pt idx="21470">
                  <c:v>6.0569199999999999</c:v>
                </c:pt>
                <c:pt idx="21471">
                  <c:v>6.05722</c:v>
                </c:pt>
                <c:pt idx="21472">
                  <c:v>6.0575299999999999</c:v>
                </c:pt>
                <c:pt idx="21473">
                  <c:v>6.05783</c:v>
                </c:pt>
                <c:pt idx="21474">
                  <c:v>6.0581399999999999</c:v>
                </c:pt>
                <c:pt idx="21475">
                  <c:v>6.05844</c:v>
                </c:pt>
                <c:pt idx="21476">
                  <c:v>6.0587499999999999</c:v>
                </c:pt>
                <c:pt idx="21477">
                  <c:v>6.05905</c:v>
                </c:pt>
                <c:pt idx="21478">
                  <c:v>6.0593599999999999</c:v>
                </c:pt>
                <c:pt idx="21479">
                  <c:v>6.0596699999999997</c:v>
                </c:pt>
                <c:pt idx="21480">
                  <c:v>6.0599699999999999</c:v>
                </c:pt>
                <c:pt idx="21481">
                  <c:v>6.0602799999999997</c:v>
                </c:pt>
                <c:pt idx="21482">
                  <c:v>6.0605799999999999</c:v>
                </c:pt>
                <c:pt idx="21483">
                  <c:v>6.0608899999999997</c:v>
                </c:pt>
                <c:pt idx="21484">
                  <c:v>6.0611899999999999</c:v>
                </c:pt>
                <c:pt idx="21485">
                  <c:v>6.0614999999999997</c:v>
                </c:pt>
                <c:pt idx="21486">
                  <c:v>6.0617999999999999</c:v>
                </c:pt>
                <c:pt idx="21487">
                  <c:v>6.0621099999999997</c:v>
                </c:pt>
                <c:pt idx="21488">
                  <c:v>6.0624099999999999</c:v>
                </c:pt>
                <c:pt idx="21489">
                  <c:v>6.0627199999999997</c:v>
                </c:pt>
                <c:pt idx="21490">
                  <c:v>6.0630199999999999</c:v>
                </c:pt>
                <c:pt idx="21491">
                  <c:v>6.0633299999999997</c:v>
                </c:pt>
                <c:pt idx="21492">
                  <c:v>6.0636400000000004</c:v>
                </c:pt>
                <c:pt idx="21493">
                  <c:v>6.0639399999999997</c:v>
                </c:pt>
                <c:pt idx="21494">
                  <c:v>6.0642500000000004</c:v>
                </c:pt>
                <c:pt idx="21495">
                  <c:v>6.0645499999999997</c:v>
                </c:pt>
                <c:pt idx="21496">
                  <c:v>6.0648600000000004</c:v>
                </c:pt>
                <c:pt idx="21497">
                  <c:v>6.0651599999999997</c:v>
                </c:pt>
                <c:pt idx="21498">
                  <c:v>6.0654700000000004</c:v>
                </c:pt>
                <c:pt idx="21499">
                  <c:v>6.0657699999999997</c:v>
                </c:pt>
                <c:pt idx="21500">
                  <c:v>6.0660800000000004</c:v>
                </c:pt>
                <c:pt idx="21501">
                  <c:v>6.0663799999999997</c:v>
                </c:pt>
                <c:pt idx="21502">
                  <c:v>6.0666900000000004</c:v>
                </c:pt>
                <c:pt idx="21503">
                  <c:v>6.0669899999999997</c:v>
                </c:pt>
                <c:pt idx="21504">
                  <c:v>6.0673000000000004</c:v>
                </c:pt>
                <c:pt idx="21505">
                  <c:v>6.0676100000000002</c:v>
                </c:pt>
                <c:pt idx="21506">
                  <c:v>6.0679100000000004</c:v>
                </c:pt>
                <c:pt idx="21507">
                  <c:v>6.0682200000000002</c:v>
                </c:pt>
                <c:pt idx="21508">
                  <c:v>6.0685200000000004</c:v>
                </c:pt>
                <c:pt idx="21509">
                  <c:v>6.0688300000000002</c:v>
                </c:pt>
                <c:pt idx="21510">
                  <c:v>6.0691300000000004</c:v>
                </c:pt>
                <c:pt idx="21511">
                  <c:v>6.0694400000000002</c:v>
                </c:pt>
                <c:pt idx="21512">
                  <c:v>6.0697400000000004</c:v>
                </c:pt>
                <c:pt idx="21513">
                  <c:v>6.0700500000000002</c:v>
                </c:pt>
                <c:pt idx="21514">
                  <c:v>6.0703500000000004</c:v>
                </c:pt>
                <c:pt idx="21515">
                  <c:v>6.0706600000000002</c:v>
                </c:pt>
                <c:pt idx="21516">
                  <c:v>6.0709600000000004</c:v>
                </c:pt>
                <c:pt idx="21517">
                  <c:v>6.0712700000000002</c:v>
                </c:pt>
                <c:pt idx="21518">
                  <c:v>6.07158</c:v>
                </c:pt>
                <c:pt idx="21519">
                  <c:v>6.0718800000000002</c:v>
                </c:pt>
                <c:pt idx="21520">
                  <c:v>6.07219</c:v>
                </c:pt>
                <c:pt idx="21521">
                  <c:v>6.0724900000000002</c:v>
                </c:pt>
                <c:pt idx="21522">
                  <c:v>6.0728</c:v>
                </c:pt>
                <c:pt idx="21523">
                  <c:v>6.0731000000000002</c:v>
                </c:pt>
                <c:pt idx="21524">
                  <c:v>6.07341</c:v>
                </c:pt>
                <c:pt idx="21525">
                  <c:v>6.0737100000000002</c:v>
                </c:pt>
                <c:pt idx="21526">
                  <c:v>6.07402</c:v>
                </c:pt>
                <c:pt idx="21527">
                  <c:v>6.0743200000000002</c:v>
                </c:pt>
                <c:pt idx="21528">
                  <c:v>6.07463</c:v>
                </c:pt>
                <c:pt idx="21529">
                  <c:v>6.0749300000000002</c:v>
                </c:pt>
                <c:pt idx="21530">
                  <c:v>6.07524</c:v>
                </c:pt>
                <c:pt idx="21531">
                  <c:v>6.0755499999999998</c:v>
                </c:pt>
                <c:pt idx="21532">
                  <c:v>6.07585</c:v>
                </c:pt>
                <c:pt idx="21533">
                  <c:v>6.0761599999999998</c:v>
                </c:pt>
                <c:pt idx="21534">
                  <c:v>6.07646</c:v>
                </c:pt>
                <c:pt idx="21535">
                  <c:v>6.0767699999999998</c:v>
                </c:pt>
                <c:pt idx="21536">
                  <c:v>6.07707</c:v>
                </c:pt>
                <c:pt idx="21537">
                  <c:v>6.0773799999999998</c:v>
                </c:pt>
                <c:pt idx="21538">
                  <c:v>6.07768</c:v>
                </c:pt>
                <c:pt idx="21539">
                  <c:v>6.0779899999999998</c:v>
                </c:pt>
                <c:pt idx="21540">
                  <c:v>6.07829</c:v>
                </c:pt>
                <c:pt idx="21541">
                  <c:v>6.0785999999999998</c:v>
                </c:pt>
                <c:pt idx="21542">
                  <c:v>6.0789099999999996</c:v>
                </c:pt>
                <c:pt idx="21543">
                  <c:v>6.0792099999999998</c:v>
                </c:pt>
                <c:pt idx="21544">
                  <c:v>6.0795199999999996</c:v>
                </c:pt>
                <c:pt idx="21545">
                  <c:v>6.0798199999999998</c:v>
                </c:pt>
                <c:pt idx="21546">
                  <c:v>6.0801299999999996</c:v>
                </c:pt>
                <c:pt idx="21547">
                  <c:v>6.0804299999999998</c:v>
                </c:pt>
                <c:pt idx="21548">
                  <c:v>6.0807399999999996</c:v>
                </c:pt>
                <c:pt idx="21549">
                  <c:v>6.0810399999999998</c:v>
                </c:pt>
                <c:pt idx="21550">
                  <c:v>6.0813499999999996</c:v>
                </c:pt>
                <c:pt idx="21551">
                  <c:v>6.0816499999999998</c:v>
                </c:pt>
                <c:pt idx="21552">
                  <c:v>6.0819599999999996</c:v>
                </c:pt>
                <c:pt idx="21553">
                  <c:v>6.0822599999999998</c:v>
                </c:pt>
                <c:pt idx="21554">
                  <c:v>6.0825699999999996</c:v>
                </c:pt>
                <c:pt idx="21555">
                  <c:v>6.0828800000000003</c:v>
                </c:pt>
                <c:pt idx="21556">
                  <c:v>6.0831799999999996</c:v>
                </c:pt>
                <c:pt idx="21557">
                  <c:v>6.0834900000000003</c:v>
                </c:pt>
                <c:pt idx="21558">
                  <c:v>6.0837899999999996</c:v>
                </c:pt>
                <c:pt idx="21559">
                  <c:v>6.0841000000000003</c:v>
                </c:pt>
                <c:pt idx="21560">
                  <c:v>6.0843999999999996</c:v>
                </c:pt>
                <c:pt idx="21561">
                  <c:v>6.0847100000000003</c:v>
                </c:pt>
                <c:pt idx="21562">
                  <c:v>6.0850099999999996</c:v>
                </c:pt>
                <c:pt idx="21563">
                  <c:v>6.0853200000000003</c:v>
                </c:pt>
                <c:pt idx="21564">
                  <c:v>6.0856199999999996</c:v>
                </c:pt>
                <c:pt idx="21565">
                  <c:v>6.0859300000000003</c:v>
                </c:pt>
                <c:pt idx="21566">
                  <c:v>6.0862299999999996</c:v>
                </c:pt>
                <c:pt idx="21567">
                  <c:v>6.0865400000000003</c:v>
                </c:pt>
                <c:pt idx="21568">
                  <c:v>6.0868500000000001</c:v>
                </c:pt>
                <c:pt idx="21569">
                  <c:v>6.0871500000000003</c:v>
                </c:pt>
                <c:pt idx="21570">
                  <c:v>6.0874600000000001</c:v>
                </c:pt>
                <c:pt idx="21571">
                  <c:v>6.0877600000000003</c:v>
                </c:pt>
                <c:pt idx="21572">
                  <c:v>6.0880700000000001</c:v>
                </c:pt>
                <c:pt idx="21573">
                  <c:v>6.0883700000000003</c:v>
                </c:pt>
                <c:pt idx="21574">
                  <c:v>6.0886800000000001</c:v>
                </c:pt>
                <c:pt idx="21575">
                  <c:v>6.0889800000000003</c:v>
                </c:pt>
                <c:pt idx="21576">
                  <c:v>6.0892900000000001</c:v>
                </c:pt>
                <c:pt idx="21577">
                  <c:v>6.0895900000000003</c:v>
                </c:pt>
                <c:pt idx="21578">
                  <c:v>6.0899000000000001</c:v>
                </c:pt>
                <c:pt idx="21579">
                  <c:v>6.0902000000000003</c:v>
                </c:pt>
                <c:pt idx="21580">
                  <c:v>6.0905100000000001</c:v>
                </c:pt>
                <c:pt idx="21581">
                  <c:v>6.0908199999999999</c:v>
                </c:pt>
                <c:pt idx="21582">
                  <c:v>6.0911200000000001</c:v>
                </c:pt>
                <c:pt idx="21583">
                  <c:v>6.0914299999999999</c:v>
                </c:pt>
                <c:pt idx="21584">
                  <c:v>6.0917300000000001</c:v>
                </c:pt>
                <c:pt idx="21585">
                  <c:v>6.0920399999999999</c:v>
                </c:pt>
                <c:pt idx="21586">
                  <c:v>6.0923400000000001</c:v>
                </c:pt>
                <c:pt idx="21587">
                  <c:v>6.0926499999999999</c:v>
                </c:pt>
                <c:pt idx="21588">
                  <c:v>6.0929500000000001</c:v>
                </c:pt>
                <c:pt idx="21589">
                  <c:v>6.0932599999999999</c:v>
                </c:pt>
                <c:pt idx="21590">
                  <c:v>6.0935600000000001</c:v>
                </c:pt>
                <c:pt idx="21591">
                  <c:v>6.0938699999999999</c:v>
                </c:pt>
                <c:pt idx="21592">
                  <c:v>6.0941700000000001</c:v>
                </c:pt>
                <c:pt idx="21593">
                  <c:v>6.0944799999999999</c:v>
                </c:pt>
                <c:pt idx="21594">
                  <c:v>6.0947899999999997</c:v>
                </c:pt>
                <c:pt idx="21595">
                  <c:v>6.0950899999999999</c:v>
                </c:pt>
                <c:pt idx="21596">
                  <c:v>6.0953999999999997</c:v>
                </c:pt>
                <c:pt idx="21597">
                  <c:v>6.0956999999999999</c:v>
                </c:pt>
                <c:pt idx="21598">
                  <c:v>6.0960099999999997</c:v>
                </c:pt>
                <c:pt idx="21599">
                  <c:v>6.0963099999999999</c:v>
                </c:pt>
                <c:pt idx="21600">
                  <c:v>6.0966199999999997</c:v>
                </c:pt>
                <c:pt idx="21601">
                  <c:v>6.0969199999999999</c:v>
                </c:pt>
                <c:pt idx="21602">
                  <c:v>6.0972299999999997</c:v>
                </c:pt>
                <c:pt idx="21603">
                  <c:v>6.0975299999999999</c:v>
                </c:pt>
                <c:pt idx="21604">
                  <c:v>6.0978399999999997</c:v>
                </c:pt>
                <c:pt idx="21605">
                  <c:v>6.0981500000000004</c:v>
                </c:pt>
                <c:pt idx="21606">
                  <c:v>6.0984499999999997</c:v>
                </c:pt>
                <c:pt idx="21607">
                  <c:v>6.0987600000000004</c:v>
                </c:pt>
                <c:pt idx="21608">
                  <c:v>6.0990599999999997</c:v>
                </c:pt>
                <c:pt idx="21609">
                  <c:v>6.0993700000000004</c:v>
                </c:pt>
                <c:pt idx="21610">
                  <c:v>6.0996699999999997</c:v>
                </c:pt>
                <c:pt idx="21611">
                  <c:v>6.0999800000000004</c:v>
                </c:pt>
                <c:pt idx="21612">
                  <c:v>6.1002799999999997</c:v>
                </c:pt>
                <c:pt idx="21613">
                  <c:v>6.1005900000000004</c:v>
                </c:pt>
                <c:pt idx="21614">
                  <c:v>6.1008899999999997</c:v>
                </c:pt>
                <c:pt idx="21615">
                  <c:v>6.1012000000000004</c:v>
                </c:pt>
                <c:pt idx="21616">
                  <c:v>6.1014999999999997</c:v>
                </c:pt>
                <c:pt idx="21617">
                  <c:v>6.1018100000000004</c:v>
                </c:pt>
                <c:pt idx="21618">
                  <c:v>6.1021200000000002</c:v>
                </c:pt>
                <c:pt idx="21619">
                  <c:v>6.1024200000000004</c:v>
                </c:pt>
                <c:pt idx="21620">
                  <c:v>6.1027300000000002</c:v>
                </c:pt>
                <c:pt idx="21621">
                  <c:v>6.1030300000000004</c:v>
                </c:pt>
                <c:pt idx="21622">
                  <c:v>6.1033400000000002</c:v>
                </c:pt>
                <c:pt idx="21623">
                  <c:v>6.1036400000000004</c:v>
                </c:pt>
                <c:pt idx="21624">
                  <c:v>6.1039500000000002</c:v>
                </c:pt>
                <c:pt idx="21625">
                  <c:v>6.1042500000000004</c:v>
                </c:pt>
                <c:pt idx="21626">
                  <c:v>6.1045600000000002</c:v>
                </c:pt>
                <c:pt idx="21627">
                  <c:v>6.1048600000000004</c:v>
                </c:pt>
                <c:pt idx="21628">
                  <c:v>6.1051700000000002</c:v>
                </c:pt>
                <c:pt idx="21629">
                  <c:v>6.1054700000000004</c:v>
                </c:pt>
                <c:pt idx="21630">
                  <c:v>6.1057800000000002</c:v>
                </c:pt>
                <c:pt idx="21631">
                  <c:v>6.10609</c:v>
                </c:pt>
                <c:pt idx="21632">
                  <c:v>6.1063900000000002</c:v>
                </c:pt>
                <c:pt idx="21633">
                  <c:v>6.1067</c:v>
                </c:pt>
                <c:pt idx="21634">
                  <c:v>6.1070000000000002</c:v>
                </c:pt>
                <c:pt idx="21635">
                  <c:v>6.10731</c:v>
                </c:pt>
                <c:pt idx="21636">
                  <c:v>6.1076100000000002</c:v>
                </c:pt>
                <c:pt idx="21637">
                  <c:v>6.10792</c:v>
                </c:pt>
                <c:pt idx="21638">
                  <c:v>6.1082200000000002</c:v>
                </c:pt>
                <c:pt idx="21639">
                  <c:v>6.10853</c:v>
                </c:pt>
                <c:pt idx="21640">
                  <c:v>6.1088300000000002</c:v>
                </c:pt>
                <c:pt idx="21641">
                  <c:v>6.10914</c:v>
                </c:pt>
                <c:pt idx="21642">
                  <c:v>6.1094400000000002</c:v>
                </c:pt>
                <c:pt idx="21643">
                  <c:v>6.10975</c:v>
                </c:pt>
                <c:pt idx="21644">
                  <c:v>6.1100599999999998</c:v>
                </c:pt>
                <c:pt idx="21645">
                  <c:v>6.11036</c:v>
                </c:pt>
                <c:pt idx="21646">
                  <c:v>6.1106699999999998</c:v>
                </c:pt>
                <c:pt idx="21647">
                  <c:v>6.11097</c:v>
                </c:pt>
                <c:pt idx="21648">
                  <c:v>6.1112799999999998</c:v>
                </c:pt>
                <c:pt idx="21649">
                  <c:v>6.11158</c:v>
                </c:pt>
                <c:pt idx="21650">
                  <c:v>6.1118899999999998</c:v>
                </c:pt>
                <c:pt idx="21651">
                  <c:v>6.11219</c:v>
                </c:pt>
                <c:pt idx="21652">
                  <c:v>6.1124999999999998</c:v>
                </c:pt>
                <c:pt idx="21653">
                  <c:v>6.1128</c:v>
                </c:pt>
                <c:pt idx="21654">
                  <c:v>6.1131099999999998</c:v>
                </c:pt>
                <c:pt idx="21655">
                  <c:v>6.1134199999999996</c:v>
                </c:pt>
                <c:pt idx="21656">
                  <c:v>6.1137199999999998</c:v>
                </c:pt>
                <c:pt idx="21657">
                  <c:v>6.1140299999999996</c:v>
                </c:pt>
                <c:pt idx="21658">
                  <c:v>6.1143299999999998</c:v>
                </c:pt>
                <c:pt idx="21659">
                  <c:v>6.1146399999999996</c:v>
                </c:pt>
                <c:pt idx="21660">
                  <c:v>6.1149399999999998</c:v>
                </c:pt>
                <c:pt idx="21661">
                  <c:v>6.1152499999999996</c:v>
                </c:pt>
                <c:pt idx="21662">
                  <c:v>6.1155499999999998</c:v>
                </c:pt>
                <c:pt idx="21663">
                  <c:v>6.1158599999999996</c:v>
                </c:pt>
                <c:pt idx="21664">
                  <c:v>6.1161599999999998</c:v>
                </c:pt>
                <c:pt idx="21665">
                  <c:v>6.1164699999999996</c:v>
                </c:pt>
                <c:pt idx="21666">
                  <c:v>6.1167699999999998</c:v>
                </c:pt>
                <c:pt idx="21667">
                  <c:v>6.1170799999999996</c:v>
                </c:pt>
                <c:pt idx="21668">
                  <c:v>6.1173900000000003</c:v>
                </c:pt>
                <c:pt idx="21669">
                  <c:v>6.1176899999999996</c:v>
                </c:pt>
                <c:pt idx="21670">
                  <c:v>6.1180000000000003</c:v>
                </c:pt>
                <c:pt idx="21671">
                  <c:v>6.1182999999999996</c:v>
                </c:pt>
                <c:pt idx="21672">
                  <c:v>6.1186100000000003</c:v>
                </c:pt>
                <c:pt idx="21673">
                  <c:v>6.1189099999999996</c:v>
                </c:pt>
                <c:pt idx="21674">
                  <c:v>6.1192200000000003</c:v>
                </c:pt>
                <c:pt idx="21675">
                  <c:v>6.1195199999999996</c:v>
                </c:pt>
                <c:pt idx="21676">
                  <c:v>6.1198300000000003</c:v>
                </c:pt>
                <c:pt idx="21677">
                  <c:v>6.1201299999999996</c:v>
                </c:pt>
                <c:pt idx="21678">
                  <c:v>6.1204400000000003</c:v>
                </c:pt>
                <c:pt idx="21679">
                  <c:v>6.1207399999999996</c:v>
                </c:pt>
                <c:pt idx="21680">
                  <c:v>6.1210500000000003</c:v>
                </c:pt>
                <c:pt idx="21681">
                  <c:v>6.1213600000000001</c:v>
                </c:pt>
                <c:pt idx="21682">
                  <c:v>6.1216600000000003</c:v>
                </c:pt>
                <c:pt idx="21683">
                  <c:v>6.1219700000000001</c:v>
                </c:pt>
                <c:pt idx="21684">
                  <c:v>6.1222700000000003</c:v>
                </c:pt>
                <c:pt idx="21685">
                  <c:v>6.1225800000000001</c:v>
                </c:pt>
                <c:pt idx="21686">
                  <c:v>6.1228800000000003</c:v>
                </c:pt>
                <c:pt idx="21687">
                  <c:v>6.1231900000000001</c:v>
                </c:pt>
                <c:pt idx="21688">
                  <c:v>6.1234900000000003</c:v>
                </c:pt>
                <c:pt idx="21689">
                  <c:v>6.1238000000000001</c:v>
                </c:pt>
                <c:pt idx="21690">
                  <c:v>6.1241000000000003</c:v>
                </c:pt>
                <c:pt idx="21691">
                  <c:v>6.1244100000000001</c:v>
                </c:pt>
                <c:pt idx="21692">
                  <c:v>6.1247100000000003</c:v>
                </c:pt>
                <c:pt idx="21693">
                  <c:v>6.1250200000000001</c:v>
                </c:pt>
                <c:pt idx="21694">
                  <c:v>6.1253299999999999</c:v>
                </c:pt>
                <c:pt idx="21695">
                  <c:v>6.1256300000000001</c:v>
                </c:pt>
                <c:pt idx="21696">
                  <c:v>6.1259399999999999</c:v>
                </c:pt>
                <c:pt idx="21697">
                  <c:v>6.1262400000000001</c:v>
                </c:pt>
                <c:pt idx="21698">
                  <c:v>6.1265499999999999</c:v>
                </c:pt>
                <c:pt idx="21699">
                  <c:v>6.1268500000000001</c:v>
                </c:pt>
                <c:pt idx="21700">
                  <c:v>6.1271599999999999</c:v>
                </c:pt>
                <c:pt idx="21701">
                  <c:v>6.1274600000000001</c:v>
                </c:pt>
                <c:pt idx="21702">
                  <c:v>6.1277699999999999</c:v>
                </c:pt>
                <c:pt idx="21703">
                  <c:v>6.1280700000000001</c:v>
                </c:pt>
                <c:pt idx="21704">
                  <c:v>6.1283799999999999</c:v>
                </c:pt>
                <c:pt idx="21705">
                  <c:v>6.1286800000000001</c:v>
                </c:pt>
                <c:pt idx="21706">
                  <c:v>6.1289899999999999</c:v>
                </c:pt>
                <c:pt idx="21707">
                  <c:v>6.1292999999999997</c:v>
                </c:pt>
                <c:pt idx="21708">
                  <c:v>6.1295999999999999</c:v>
                </c:pt>
                <c:pt idx="21709">
                  <c:v>6.1299099999999997</c:v>
                </c:pt>
                <c:pt idx="21710">
                  <c:v>6.1302099999999999</c:v>
                </c:pt>
                <c:pt idx="21711">
                  <c:v>6.1305199999999997</c:v>
                </c:pt>
                <c:pt idx="21712">
                  <c:v>6.1308199999999999</c:v>
                </c:pt>
                <c:pt idx="21713">
                  <c:v>6.1311299999999997</c:v>
                </c:pt>
                <c:pt idx="21714">
                  <c:v>6.1314299999999999</c:v>
                </c:pt>
                <c:pt idx="21715">
                  <c:v>6.1317399999999997</c:v>
                </c:pt>
                <c:pt idx="21716">
                  <c:v>6.1320399999999999</c:v>
                </c:pt>
                <c:pt idx="21717">
                  <c:v>6.1323499999999997</c:v>
                </c:pt>
                <c:pt idx="21718">
                  <c:v>6.1326599999999996</c:v>
                </c:pt>
                <c:pt idx="21719">
                  <c:v>6.1329599999999997</c:v>
                </c:pt>
                <c:pt idx="21720">
                  <c:v>6.1332700000000004</c:v>
                </c:pt>
                <c:pt idx="21721">
                  <c:v>6.1335699999999997</c:v>
                </c:pt>
                <c:pt idx="21722">
                  <c:v>6.1338800000000004</c:v>
                </c:pt>
                <c:pt idx="21723">
                  <c:v>6.1341799999999997</c:v>
                </c:pt>
                <c:pt idx="21724">
                  <c:v>6.1344900000000004</c:v>
                </c:pt>
                <c:pt idx="21725">
                  <c:v>6.1347899999999997</c:v>
                </c:pt>
                <c:pt idx="21726">
                  <c:v>6.1351000000000004</c:v>
                </c:pt>
                <c:pt idx="21727">
                  <c:v>6.1353999999999997</c:v>
                </c:pt>
                <c:pt idx="21728">
                  <c:v>6.1357100000000004</c:v>
                </c:pt>
                <c:pt idx="21729">
                  <c:v>6.1360099999999997</c:v>
                </c:pt>
                <c:pt idx="21730">
                  <c:v>6.1363200000000004</c:v>
                </c:pt>
                <c:pt idx="21731">
                  <c:v>6.1366300000000003</c:v>
                </c:pt>
                <c:pt idx="21732">
                  <c:v>6.1369300000000004</c:v>
                </c:pt>
                <c:pt idx="21733">
                  <c:v>6.1372400000000003</c:v>
                </c:pt>
                <c:pt idx="21734">
                  <c:v>6.1375400000000004</c:v>
                </c:pt>
                <c:pt idx="21735">
                  <c:v>6.1378500000000003</c:v>
                </c:pt>
                <c:pt idx="21736">
                  <c:v>6.1381500000000004</c:v>
                </c:pt>
                <c:pt idx="21737">
                  <c:v>6.1384600000000002</c:v>
                </c:pt>
                <c:pt idx="21738">
                  <c:v>6.1387600000000004</c:v>
                </c:pt>
                <c:pt idx="21739">
                  <c:v>6.1390700000000002</c:v>
                </c:pt>
                <c:pt idx="21740">
                  <c:v>6.1393700000000004</c:v>
                </c:pt>
                <c:pt idx="21741">
                  <c:v>6.1396800000000002</c:v>
                </c:pt>
                <c:pt idx="21742">
                  <c:v>6.1399800000000004</c:v>
                </c:pt>
                <c:pt idx="21743">
                  <c:v>6.1402900000000002</c:v>
                </c:pt>
                <c:pt idx="21744">
                  <c:v>6.1406000000000001</c:v>
                </c:pt>
                <c:pt idx="21745">
                  <c:v>6.1409000000000002</c:v>
                </c:pt>
                <c:pt idx="21746">
                  <c:v>6.1412100000000001</c:v>
                </c:pt>
                <c:pt idx="21747">
                  <c:v>6.1415100000000002</c:v>
                </c:pt>
                <c:pt idx="21748">
                  <c:v>6.1418200000000001</c:v>
                </c:pt>
                <c:pt idx="21749">
                  <c:v>6.1421200000000002</c:v>
                </c:pt>
                <c:pt idx="21750">
                  <c:v>6.1424300000000001</c:v>
                </c:pt>
                <c:pt idx="21751">
                  <c:v>6.1427300000000002</c:v>
                </c:pt>
                <c:pt idx="21752">
                  <c:v>6.1430400000000001</c:v>
                </c:pt>
                <c:pt idx="21753">
                  <c:v>6.1433400000000002</c:v>
                </c:pt>
                <c:pt idx="21754">
                  <c:v>6.1436500000000001</c:v>
                </c:pt>
                <c:pt idx="21755">
                  <c:v>6.1439500000000002</c:v>
                </c:pt>
                <c:pt idx="21756">
                  <c:v>6.1442600000000001</c:v>
                </c:pt>
                <c:pt idx="21757">
                  <c:v>6.1445699999999999</c:v>
                </c:pt>
                <c:pt idx="21758">
                  <c:v>6.1448700000000001</c:v>
                </c:pt>
                <c:pt idx="21759">
                  <c:v>6.1451799999999999</c:v>
                </c:pt>
                <c:pt idx="21760">
                  <c:v>6.1454800000000001</c:v>
                </c:pt>
                <c:pt idx="21761">
                  <c:v>6.1457899999999999</c:v>
                </c:pt>
                <c:pt idx="21762">
                  <c:v>6.1460900000000001</c:v>
                </c:pt>
                <c:pt idx="21763">
                  <c:v>6.1463999999999999</c:v>
                </c:pt>
                <c:pt idx="21764">
                  <c:v>6.1467000000000001</c:v>
                </c:pt>
                <c:pt idx="21765">
                  <c:v>6.1470099999999999</c:v>
                </c:pt>
                <c:pt idx="21766">
                  <c:v>6.1473100000000001</c:v>
                </c:pt>
                <c:pt idx="21767">
                  <c:v>6.1476199999999999</c:v>
                </c:pt>
                <c:pt idx="21768">
                  <c:v>6.1479200000000001</c:v>
                </c:pt>
                <c:pt idx="21769">
                  <c:v>6.1482299999999999</c:v>
                </c:pt>
                <c:pt idx="21770">
                  <c:v>6.1485399999999997</c:v>
                </c:pt>
                <c:pt idx="21771">
                  <c:v>6.1488399999999999</c:v>
                </c:pt>
                <c:pt idx="21772">
                  <c:v>6.1491499999999997</c:v>
                </c:pt>
                <c:pt idx="21773">
                  <c:v>6.1494499999999999</c:v>
                </c:pt>
                <c:pt idx="21774">
                  <c:v>6.1497599999999997</c:v>
                </c:pt>
                <c:pt idx="21775">
                  <c:v>6.1500599999999999</c:v>
                </c:pt>
                <c:pt idx="21776">
                  <c:v>6.1503699999999997</c:v>
                </c:pt>
                <c:pt idx="21777">
                  <c:v>6.1506699999999999</c:v>
                </c:pt>
                <c:pt idx="21778">
                  <c:v>6.1509799999999997</c:v>
                </c:pt>
                <c:pt idx="21779">
                  <c:v>6.1512799999999999</c:v>
                </c:pt>
                <c:pt idx="21780">
                  <c:v>6.1515899999999997</c:v>
                </c:pt>
                <c:pt idx="21781">
                  <c:v>6.1519000000000004</c:v>
                </c:pt>
                <c:pt idx="21782">
                  <c:v>6.1521999999999997</c:v>
                </c:pt>
                <c:pt idx="21783">
                  <c:v>6.1525100000000004</c:v>
                </c:pt>
                <c:pt idx="21784">
                  <c:v>6.1528099999999997</c:v>
                </c:pt>
                <c:pt idx="21785">
                  <c:v>6.1531200000000004</c:v>
                </c:pt>
                <c:pt idx="21786">
                  <c:v>6.1534199999999997</c:v>
                </c:pt>
                <c:pt idx="21787">
                  <c:v>6.1537300000000004</c:v>
                </c:pt>
                <c:pt idx="21788">
                  <c:v>6.1540299999999997</c:v>
                </c:pt>
                <c:pt idx="21789">
                  <c:v>6.1543400000000004</c:v>
                </c:pt>
                <c:pt idx="21790">
                  <c:v>6.1546399999999997</c:v>
                </c:pt>
                <c:pt idx="21791">
                  <c:v>6.1549500000000004</c:v>
                </c:pt>
                <c:pt idx="21792">
                  <c:v>6.1552499999999997</c:v>
                </c:pt>
                <c:pt idx="21793">
                  <c:v>6.1555600000000004</c:v>
                </c:pt>
                <c:pt idx="21794">
                  <c:v>6.1558700000000002</c:v>
                </c:pt>
                <c:pt idx="21795">
                  <c:v>6.1561700000000004</c:v>
                </c:pt>
                <c:pt idx="21796">
                  <c:v>6.1564800000000002</c:v>
                </c:pt>
                <c:pt idx="21797">
                  <c:v>6.1567800000000004</c:v>
                </c:pt>
                <c:pt idx="21798">
                  <c:v>6.1570900000000002</c:v>
                </c:pt>
                <c:pt idx="21799">
                  <c:v>6.1573900000000004</c:v>
                </c:pt>
                <c:pt idx="21800">
                  <c:v>6.1577000000000002</c:v>
                </c:pt>
                <c:pt idx="21801">
                  <c:v>6.1580000000000004</c:v>
                </c:pt>
                <c:pt idx="21802">
                  <c:v>6.1583100000000002</c:v>
                </c:pt>
                <c:pt idx="21803">
                  <c:v>6.1586100000000004</c:v>
                </c:pt>
                <c:pt idx="21804">
                  <c:v>6.1589200000000002</c:v>
                </c:pt>
                <c:pt idx="21805">
                  <c:v>6.1592200000000004</c:v>
                </c:pt>
                <c:pt idx="21806">
                  <c:v>6.1595300000000002</c:v>
                </c:pt>
                <c:pt idx="21807">
                  <c:v>6.15984</c:v>
                </c:pt>
                <c:pt idx="21808">
                  <c:v>6.1601400000000002</c:v>
                </c:pt>
                <c:pt idx="21809">
                  <c:v>6.16045</c:v>
                </c:pt>
                <c:pt idx="21810">
                  <c:v>6.1607500000000002</c:v>
                </c:pt>
                <c:pt idx="21811">
                  <c:v>6.16106</c:v>
                </c:pt>
                <c:pt idx="21812">
                  <c:v>6.1613600000000002</c:v>
                </c:pt>
                <c:pt idx="21813">
                  <c:v>6.16167</c:v>
                </c:pt>
                <c:pt idx="21814">
                  <c:v>6.1619700000000002</c:v>
                </c:pt>
                <c:pt idx="21815">
                  <c:v>6.16228</c:v>
                </c:pt>
                <c:pt idx="21816">
                  <c:v>6.1625800000000002</c:v>
                </c:pt>
                <c:pt idx="21817">
                  <c:v>6.16289</c:v>
                </c:pt>
                <c:pt idx="21818">
                  <c:v>6.1631900000000002</c:v>
                </c:pt>
                <c:pt idx="21819">
                  <c:v>6.1635</c:v>
                </c:pt>
                <c:pt idx="21820">
                  <c:v>6.1638099999999998</c:v>
                </c:pt>
                <c:pt idx="21821">
                  <c:v>6.16411</c:v>
                </c:pt>
                <c:pt idx="21822">
                  <c:v>6.1644199999999998</c:v>
                </c:pt>
                <c:pt idx="21823">
                  <c:v>6.16472</c:v>
                </c:pt>
                <c:pt idx="21824">
                  <c:v>6.1650299999999998</c:v>
                </c:pt>
                <c:pt idx="21825">
                  <c:v>6.16533</c:v>
                </c:pt>
                <c:pt idx="21826">
                  <c:v>6.1656399999999998</c:v>
                </c:pt>
                <c:pt idx="21827">
                  <c:v>6.16594</c:v>
                </c:pt>
                <c:pt idx="21828">
                  <c:v>6.1662499999999998</c:v>
                </c:pt>
                <c:pt idx="21829">
                  <c:v>6.16655</c:v>
                </c:pt>
                <c:pt idx="21830">
                  <c:v>6.1668599999999998</c:v>
                </c:pt>
                <c:pt idx="21831">
                  <c:v>6.16716</c:v>
                </c:pt>
                <c:pt idx="21832">
                  <c:v>6.1674699999999998</c:v>
                </c:pt>
                <c:pt idx="21833">
                  <c:v>6.1677799999999996</c:v>
                </c:pt>
                <c:pt idx="21834">
                  <c:v>6.1680799999999998</c:v>
                </c:pt>
                <c:pt idx="21835">
                  <c:v>6.1683899999999996</c:v>
                </c:pt>
                <c:pt idx="21836">
                  <c:v>6.1686899999999998</c:v>
                </c:pt>
                <c:pt idx="21837">
                  <c:v>6.1689999999999996</c:v>
                </c:pt>
                <c:pt idx="21838">
                  <c:v>6.1692999999999998</c:v>
                </c:pt>
                <c:pt idx="21839">
                  <c:v>6.1696099999999996</c:v>
                </c:pt>
                <c:pt idx="21840">
                  <c:v>6.1699099999999998</c:v>
                </c:pt>
                <c:pt idx="21841">
                  <c:v>6.1702199999999996</c:v>
                </c:pt>
                <c:pt idx="21842">
                  <c:v>6.1705199999999998</c:v>
                </c:pt>
                <c:pt idx="21843">
                  <c:v>6.1708299999999996</c:v>
                </c:pt>
                <c:pt idx="21844">
                  <c:v>6.1711400000000003</c:v>
                </c:pt>
                <c:pt idx="21845">
                  <c:v>6.1714399999999996</c:v>
                </c:pt>
                <c:pt idx="21846">
                  <c:v>6.1717500000000003</c:v>
                </c:pt>
                <c:pt idx="21847">
                  <c:v>6.1720499999999996</c:v>
                </c:pt>
                <c:pt idx="21848">
                  <c:v>6.1723600000000003</c:v>
                </c:pt>
                <c:pt idx="21849">
                  <c:v>6.1726599999999996</c:v>
                </c:pt>
                <c:pt idx="21850">
                  <c:v>6.1729700000000003</c:v>
                </c:pt>
                <c:pt idx="21851">
                  <c:v>6.1732699999999996</c:v>
                </c:pt>
                <c:pt idx="21852">
                  <c:v>6.1735800000000003</c:v>
                </c:pt>
                <c:pt idx="21853">
                  <c:v>6.1738799999999996</c:v>
                </c:pt>
                <c:pt idx="21854">
                  <c:v>6.1741900000000003</c:v>
                </c:pt>
                <c:pt idx="21855">
                  <c:v>6.1744899999999996</c:v>
                </c:pt>
                <c:pt idx="21856">
                  <c:v>6.1748000000000003</c:v>
                </c:pt>
                <c:pt idx="21857">
                  <c:v>6.1751100000000001</c:v>
                </c:pt>
                <c:pt idx="21858">
                  <c:v>6.1754100000000003</c:v>
                </c:pt>
                <c:pt idx="21859">
                  <c:v>6.1757200000000001</c:v>
                </c:pt>
                <c:pt idx="21860">
                  <c:v>6.1760200000000003</c:v>
                </c:pt>
                <c:pt idx="21861">
                  <c:v>6.1763300000000001</c:v>
                </c:pt>
                <c:pt idx="21862">
                  <c:v>6.1766300000000003</c:v>
                </c:pt>
                <c:pt idx="21863">
                  <c:v>6.1769400000000001</c:v>
                </c:pt>
                <c:pt idx="21864">
                  <c:v>6.1772400000000003</c:v>
                </c:pt>
                <c:pt idx="21865">
                  <c:v>6.1775500000000001</c:v>
                </c:pt>
                <c:pt idx="21866">
                  <c:v>6.1778500000000003</c:v>
                </c:pt>
                <c:pt idx="21867">
                  <c:v>6.1781600000000001</c:v>
                </c:pt>
                <c:pt idx="21868">
                  <c:v>6.1784600000000003</c:v>
                </c:pt>
                <c:pt idx="21869">
                  <c:v>6.1787700000000001</c:v>
                </c:pt>
                <c:pt idx="21870">
                  <c:v>6.1790799999999999</c:v>
                </c:pt>
                <c:pt idx="21871">
                  <c:v>6.1793800000000001</c:v>
                </c:pt>
                <c:pt idx="21872">
                  <c:v>6.1796899999999999</c:v>
                </c:pt>
                <c:pt idx="21873">
                  <c:v>6.1799900000000001</c:v>
                </c:pt>
                <c:pt idx="21874">
                  <c:v>6.1802999999999999</c:v>
                </c:pt>
                <c:pt idx="21875">
                  <c:v>6.1806000000000001</c:v>
                </c:pt>
                <c:pt idx="21876">
                  <c:v>6.1809099999999999</c:v>
                </c:pt>
                <c:pt idx="21877">
                  <c:v>6.1812100000000001</c:v>
                </c:pt>
                <c:pt idx="21878">
                  <c:v>6.1815199999999999</c:v>
                </c:pt>
                <c:pt idx="21879">
                  <c:v>6.1818200000000001</c:v>
                </c:pt>
                <c:pt idx="21880">
                  <c:v>6.1821299999999999</c:v>
                </c:pt>
                <c:pt idx="21881">
                  <c:v>6.1824300000000001</c:v>
                </c:pt>
                <c:pt idx="21882">
                  <c:v>6.1827399999999999</c:v>
                </c:pt>
                <c:pt idx="21883">
                  <c:v>6.1830499999999997</c:v>
                </c:pt>
                <c:pt idx="21884">
                  <c:v>6.1833499999999999</c:v>
                </c:pt>
                <c:pt idx="21885">
                  <c:v>6.1836599999999997</c:v>
                </c:pt>
                <c:pt idx="21886">
                  <c:v>6.1839599999999999</c:v>
                </c:pt>
                <c:pt idx="21887">
                  <c:v>6.1842699999999997</c:v>
                </c:pt>
                <c:pt idx="21888">
                  <c:v>6.1845699999999999</c:v>
                </c:pt>
                <c:pt idx="21889">
                  <c:v>6.1848799999999997</c:v>
                </c:pt>
                <c:pt idx="21890">
                  <c:v>6.1851799999999999</c:v>
                </c:pt>
                <c:pt idx="21891">
                  <c:v>6.1854899999999997</c:v>
                </c:pt>
                <c:pt idx="21892">
                  <c:v>6.1857899999999999</c:v>
                </c:pt>
                <c:pt idx="21893">
                  <c:v>6.1860999999999997</c:v>
                </c:pt>
                <c:pt idx="21894">
                  <c:v>6.1864100000000004</c:v>
                </c:pt>
                <c:pt idx="21895">
                  <c:v>6.1867099999999997</c:v>
                </c:pt>
                <c:pt idx="21896">
                  <c:v>6.1870200000000004</c:v>
                </c:pt>
                <c:pt idx="21897">
                  <c:v>6.1873199999999997</c:v>
                </c:pt>
                <c:pt idx="21898">
                  <c:v>6.1876300000000004</c:v>
                </c:pt>
                <c:pt idx="21899">
                  <c:v>6.1879299999999997</c:v>
                </c:pt>
                <c:pt idx="21900">
                  <c:v>6.1882400000000004</c:v>
                </c:pt>
                <c:pt idx="21901">
                  <c:v>6.1885399999999997</c:v>
                </c:pt>
                <c:pt idx="21902">
                  <c:v>6.1888500000000004</c:v>
                </c:pt>
                <c:pt idx="21903">
                  <c:v>6.1891499999999997</c:v>
                </c:pt>
                <c:pt idx="21904">
                  <c:v>6.1894600000000004</c:v>
                </c:pt>
                <c:pt idx="21905">
                  <c:v>6.1897599999999997</c:v>
                </c:pt>
                <c:pt idx="21906">
                  <c:v>6.1900700000000004</c:v>
                </c:pt>
                <c:pt idx="21907">
                  <c:v>6.1903800000000002</c:v>
                </c:pt>
                <c:pt idx="21908">
                  <c:v>6.1906800000000004</c:v>
                </c:pt>
                <c:pt idx="21909">
                  <c:v>6.1909900000000002</c:v>
                </c:pt>
                <c:pt idx="21910">
                  <c:v>6.1912900000000004</c:v>
                </c:pt>
                <c:pt idx="21911">
                  <c:v>6.1916000000000002</c:v>
                </c:pt>
                <c:pt idx="21912">
                  <c:v>6.1919000000000004</c:v>
                </c:pt>
                <c:pt idx="21913">
                  <c:v>6.1922100000000002</c:v>
                </c:pt>
                <c:pt idx="21914">
                  <c:v>6.1925100000000004</c:v>
                </c:pt>
                <c:pt idx="21915">
                  <c:v>6.1928200000000002</c:v>
                </c:pt>
                <c:pt idx="21916">
                  <c:v>6.1931200000000004</c:v>
                </c:pt>
                <c:pt idx="21917">
                  <c:v>6.1934300000000002</c:v>
                </c:pt>
                <c:pt idx="21918">
                  <c:v>6.1937300000000004</c:v>
                </c:pt>
                <c:pt idx="21919">
                  <c:v>6.1940400000000002</c:v>
                </c:pt>
                <c:pt idx="21920">
                  <c:v>6.19435</c:v>
                </c:pt>
                <c:pt idx="21921">
                  <c:v>6.1946500000000002</c:v>
                </c:pt>
                <c:pt idx="21922">
                  <c:v>6.19496</c:v>
                </c:pt>
                <c:pt idx="21923">
                  <c:v>6.1952600000000002</c:v>
                </c:pt>
                <c:pt idx="21924">
                  <c:v>6.19557</c:v>
                </c:pt>
                <c:pt idx="21925">
                  <c:v>6.1958700000000002</c:v>
                </c:pt>
                <c:pt idx="21926">
                  <c:v>6.19618</c:v>
                </c:pt>
                <c:pt idx="21927">
                  <c:v>6.1964800000000002</c:v>
                </c:pt>
                <c:pt idx="21928">
                  <c:v>6.19679</c:v>
                </c:pt>
                <c:pt idx="21929">
                  <c:v>6.1970900000000002</c:v>
                </c:pt>
                <c:pt idx="21930">
                  <c:v>6.1974</c:v>
                </c:pt>
                <c:pt idx="21931">
                  <c:v>6.1977000000000002</c:v>
                </c:pt>
                <c:pt idx="21932">
                  <c:v>6.19801</c:v>
                </c:pt>
                <c:pt idx="21933">
                  <c:v>6.1983199999999998</c:v>
                </c:pt>
                <c:pt idx="21934">
                  <c:v>6.19862</c:v>
                </c:pt>
                <c:pt idx="21935">
                  <c:v>6.1989299999999998</c:v>
                </c:pt>
                <c:pt idx="21936">
                  <c:v>6.19923</c:v>
                </c:pt>
                <c:pt idx="21937">
                  <c:v>6.1995399999999998</c:v>
                </c:pt>
                <c:pt idx="21938">
                  <c:v>6.19984</c:v>
                </c:pt>
                <c:pt idx="21939">
                  <c:v>6.2001499999999998</c:v>
                </c:pt>
                <c:pt idx="21940">
                  <c:v>6.20045</c:v>
                </c:pt>
                <c:pt idx="21941">
                  <c:v>6.2007599999999998</c:v>
                </c:pt>
                <c:pt idx="21942">
                  <c:v>6.20106</c:v>
                </c:pt>
                <c:pt idx="21943">
                  <c:v>6.2013699999999998</c:v>
                </c:pt>
                <c:pt idx="21944">
                  <c:v>6.20167</c:v>
                </c:pt>
                <c:pt idx="21945">
                  <c:v>6.2019799999999998</c:v>
                </c:pt>
                <c:pt idx="21946">
                  <c:v>6.2022899999999996</c:v>
                </c:pt>
                <c:pt idx="21947">
                  <c:v>6.2025899999999998</c:v>
                </c:pt>
                <c:pt idx="21948">
                  <c:v>6.2028999999999996</c:v>
                </c:pt>
                <c:pt idx="21949">
                  <c:v>6.2031999999999998</c:v>
                </c:pt>
                <c:pt idx="21950">
                  <c:v>6.2035099999999996</c:v>
                </c:pt>
                <c:pt idx="21951">
                  <c:v>6.2038099999999998</c:v>
                </c:pt>
                <c:pt idx="21952">
                  <c:v>6.2041199999999996</c:v>
                </c:pt>
                <c:pt idx="21953">
                  <c:v>6.2044199999999998</c:v>
                </c:pt>
                <c:pt idx="21954">
                  <c:v>6.2047299999999996</c:v>
                </c:pt>
                <c:pt idx="21955">
                  <c:v>6.2050299999999998</c:v>
                </c:pt>
                <c:pt idx="21956">
                  <c:v>6.2053399999999996</c:v>
                </c:pt>
                <c:pt idx="21957">
                  <c:v>6.2056500000000003</c:v>
                </c:pt>
                <c:pt idx="21958">
                  <c:v>6.2059499999999996</c:v>
                </c:pt>
                <c:pt idx="21959">
                  <c:v>6.2062600000000003</c:v>
                </c:pt>
                <c:pt idx="21960">
                  <c:v>6.2065599999999996</c:v>
                </c:pt>
                <c:pt idx="21961">
                  <c:v>6.2068700000000003</c:v>
                </c:pt>
                <c:pt idx="21962">
                  <c:v>6.2071699999999996</c:v>
                </c:pt>
                <c:pt idx="21963">
                  <c:v>6.2074800000000003</c:v>
                </c:pt>
                <c:pt idx="21964">
                  <c:v>6.2077799999999996</c:v>
                </c:pt>
                <c:pt idx="21965">
                  <c:v>6.2080900000000003</c:v>
                </c:pt>
                <c:pt idx="21966">
                  <c:v>6.2083899999999996</c:v>
                </c:pt>
                <c:pt idx="21967">
                  <c:v>6.2087000000000003</c:v>
                </c:pt>
                <c:pt idx="21968">
                  <c:v>6.2089999999999996</c:v>
                </c:pt>
                <c:pt idx="21969">
                  <c:v>6.2093100000000003</c:v>
                </c:pt>
                <c:pt idx="21970">
                  <c:v>6.2096200000000001</c:v>
                </c:pt>
                <c:pt idx="21971">
                  <c:v>6.2099200000000003</c:v>
                </c:pt>
                <c:pt idx="21972">
                  <c:v>6.2102300000000001</c:v>
                </c:pt>
                <c:pt idx="21973">
                  <c:v>6.2105300000000003</c:v>
                </c:pt>
                <c:pt idx="21974">
                  <c:v>6.2108400000000001</c:v>
                </c:pt>
                <c:pt idx="21975">
                  <c:v>6.2111400000000003</c:v>
                </c:pt>
                <c:pt idx="21976">
                  <c:v>6.2114500000000001</c:v>
                </c:pt>
                <c:pt idx="21977">
                  <c:v>6.2117500000000003</c:v>
                </c:pt>
                <c:pt idx="21978">
                  <c:v>6.2120600000000001</c:v>
                </c:pt>
                <c:pt idx="21979">
                  <c:v>6.2123600000000003</c:v>
                </c:pt>
                <c:pt idx="21980">
                  <c:v>6.2126700000000001</c:v>
                </c:pt>
                <c:pt idx="21981">
                  <c:v>6.2129700000000003</c:v>
                </c:pt>
                <c:pt idx="21982">
                  <c:v>6.2132800000000001</c:v>
                </c:pt>
                <c:pt idx="21983">
                  <c:v>6.2135899999999999</c:v>
                </c:pt>
                <c:pt idx="21984">
                  <c:v>6.2138900000000001</c:v>
                </c:pt>
                <c:pt idx="21985">
                  <c:v>6.2141999999999999</c:v>
                </c:pt>
                <c:pt idx="21986">
                  <c:v>6.2145000000000001</c:v>
                </c:pt>
                <c:pt idx="21987">
                  <c:v>6.2148099999999999</c:v>
                </c:pt>
                <c:pt idx="21988">
                  <c:v>6.2151100000000001</c:v>
                </c:pt>
                <c:pt idx="21989">
                  <c:v>6.2154199999999999</c:v>
                </c:pt>
                <c:pt idx="21990">
                  <c:v>6.2157200000000001</c:v>
                </c:pt>
                <c:pt idx="21991">
                  <c:v>6.2160299999999999</c:v>
                </c:pt>
                <c:pt idx="21992">
                  <c:v>6.2163300000000001</c:v>
                </c:pt>
                <c:pt idx="21993">
                  <c:v>6.2166399999999999</c:v>
                </c:pt>
                <c:pt idx="21994">
                  <c:v>6.2169400000000001</c:v>
                </c:pt>
                <c:pt idx="21995">
                  <c:v>6.2172499999999999</c:v>
                </c:pt>
                <c:pt idx="21996">
                  <c:v>6.2175599999999998</c:v>
                </c:pt>
                <c:pt idx="21997">
                  <c:v>6.2178599999999999</c:v>
                </c:pt>
                <c:pt idx="21998">
                  <c:v>6.2181699999999998</c:v>
                </c:pt>
                <c:pt idx="21999">
                  <c:v>6.2184699999999999</c:v>
                </c:pt>
                <c:pt idx="22000">
                  <c:v>6.2187799999999998</c:v>
                </c:pt>
                <c:pt idx="22001">
                  <c:v>6.2190799999999999</c:v>
                </c:pt>
                <c:pt idx="22002">
                  <c:v>6.2193899999999998</c:v>
                </c:pt>
                <c:pt idx="22003">
                  <c:v>6.2196899999999999</c:v>
                </c:pt>
                <c:pt idx="22004">
                  <c:v>6.22</c:v>
                </c:pt>
                <c:pt idx="22005">
                  <c:v>6.2202999999999999</c:v>
                </c:pt>
                <c:pt idx="22006">
                  <c:v>6.2206099999999998</c:v>
                </c:pt>
                <c:pt idx="22007">
                  <c:v>6.2209099999999999</c:v>
                </c:pt>
                <c:pt idx="22008">
                  <c:v>6.2212199999999998</c:v>
                </c:pt>
                <c:pt idx="22009">
                  <c:v>6.2215299999999996</c:v>
                </c:pt>
                <c:pt idx="22010">
                  <c:v>6.2218299999999997</c:v>
                </c:pt>
                <c:pt idx="22011">
                  <c:v>6.2221399999999996</c:v>
                </c:pt>
                <c:pt idx="22012">
                  <c:v>6.2224399999999997</c:v>
                </c:pt>
                <c:pt idx="22013">
                  <c:v>6.2227499999999996</c:v>
                </c:pt>
                <c:pt idx="22014">
                  <c:v>6.2230499999999997</c:v>
                </c:pt>
                <c:pt idx="22015">
                  <c:v>6.2233599999999996</c:v>
                </c:pt>
                <c:pt idx="22016">
                  <c:v>6.2236599999999997</c:v>
                </c:pt>
                <c:pt idx="22017">
                  <c:v>6.2239699999999996</c:v>
                </c:pt>
                <c:pt idx="22018">
                  <c:v>6.2242699999999997</c:v>
                </c:pt>
                <c:pt idx="22019">
                  <c:v>6.2245799999999996</c:v>
                </c:pt>
                <c:pt idx="22020">
                  <c:v>6.2248900000000003</c:v>
                </c:pt>
                <c:pt idx="22021">
                  <c:v>6.2251899999999996</c:v>
                </c:pt>
                <c:pt idx="22022">
                  <c:v>6.2255000000000003</c:v>
                </c:pt>
                <c:pt idx="22023">
                  <c:v>6.2257999999999996</c:v>
                </c:pt>
                <c:pt idx="22024">
                  <c:v>6.2261100000000003</c:v>
                </c:pt>
                <c:pt idx="22025">
                  <c:v>6.2264099999999996</c:v>
                </c:pt>
                <c:pt idx="22026">
                  <c:v>6.2267200000000003</c:v>
                </c:pt>
                <c:pt idx="22027">
                  <c:v>6.2270200000000004</c:v>
                </c:pt>
                <c:pt idx="22028">
                  <c:v>6.2273300000000003</c:v>
                </c:pt>
                <c:pt idx="22029">
                  <c:v>6.2276300000000004</c:v>
                </c:pt>
                <c:pt idx="22030">
                  <c:v>6.2279400000000003</c:v>
                </c:pt>
                <c:pt idx="22031">
                  <c:v>6.2282400000000004</c:v>
                </c:pt>
                <c:pt idx="22032">
                  <c:v>6.2285500000000003</c:v>
                </c:pt>
                <c:pt idx="22033">
                  <c:v>6.2288600000000001</c:v>
                </c:pt>
                <c:pt idx="22034">
                  <c:v>6.2291600000000003</c:v>
                </c:pt>
                <c:pt idx="22035">
                  <c:v>6.2294700000000001</c:v>
                </c:pt>
                <c:pt idx="22036">
                  <c:v>6.2297700000000003</c:v>
                </c:pt>
                <c:pt idx="22037">
                  <c:v>6.2300800000000001</c:v>
                </c:pt>
                <c:pt idx="22038">
                  <c:v>6.2303800000000003</c:v>
                </c:pt>
                <c:pt idx="22039">
                  <c:v>6.2306900000000001</c:v>
                </c:pt>
                <c:pt idx="22040">
                  <c:v>6.2309900000000003</c:v>
                </c:pt>
                <c:pt idx="22041">
                  <c:v>6.2313000000000001</c:v>
                </c:pt>
                <c:pt idx="22042">
                  <c:v>6.2316000000000003</c:v>
                </c:pt>
                <c:pt idx="22043">
                  <c:v>6.2319100000000001</c:v>
                </c:pt>
                <c:pt idx="22044">
                  <c:v>6.2322100000000002</c:v>
                </c:pt>
                <c:pt idx="22045">
                  <c:v>6.2325200000000001</c:v>
                </c:pt>
                <c:pt idx="22046">
                  <c:v>6.2328299999999999</c:v>
                </c:pt>
                <c:pt idx="22047">
                  <c:v>6.2331300000000001</c:v>
                </c:pt>
                <c:pt idx="22048">
                  <c:v>6.2334399999999999</c:v>
                </c:pt>
                <c:pt idx="22049">
                  <c:v>6.2337400000000001</c:v>
                </c:pt>
                <c:pt idx="22050">
                  <c:v>6.2340499999999999</c:v>
                </c:pt>
                <c:pt idx="22051">
                  <c:v>6.2343500000000001</c:v>
                </c:pt>
                <c:pt idx="22052">
                  <c:v>6.2346599999999999</c:v>
                </c:pt>
                <c:pt idx="22053">
                  <c:v>6.2349600000000001</c:v>
                </c:pt>
                <c:pt idx="22054">
                  <c:v>6.2352699999999999</c:v>
                </c:pt>
                <c:pt idx="22055">
                  <c:v>6.2355700000000001</c:v>
                </c:pt>
                <c:pt idx="22056">
                  <c:v>6.2358799999999999</c:v>
                </c:pt>
                <c:pt idx="22057">
                  <c:v>6.2361800000000001</c:v>
                </c:pt>
                <c:pt idx="22058">
                  <c:v>6.2364899999999999</c:v>
                </c:pt>
                <c:pt idx="22059">
                  <c:v>6.2367999999999997</c:v>
                </c:pt>
                <c:pt idx="22060">
                  <c:v>6.2370999999999999</c:v>
                </c:pt>
                <c:pt idx="22061">
                  <c:v>6.2374099999999997</c:v>
                </c:pt>
                <c:pt idx="22062">
                  <c:v>6.2377099999999999</c:v>
                </c:pt>
                <c:pt idx="22063">
                  <c:v>6.2380199999999997</c:v>
                </c:pt>
                <c:pt idx="22064">
                  <c:v>6.2383199999999999</c:v>
                </c:pt>
                <c:pt idx="22065">
                  <c:v>6.2386299999999997</c:v>
                </c:pt>
                <c:pt idx="22066">
                  <c:v>6.2389299999999999</c:v>
                </c:pt>
                <c:pt idx="22067">
                  <c:v>6.2392399999999997</c:v>
                </c:pt>
                <c:pt idx="22068">
                  <c:v>6.2395399999999999</c:v>
                </c:pt>
                <c:pt idx="22069">
                  <c:v>6.2398499999999997</c:v>
                </c:pt>
                <c:pt idx="22070">
                  <c:v>6.2401600000000004</c:v>
                </c:pt>
                <c:pt idx="22071">
                  <c:v>6.2404599999999997</c:v>
                </c:pt>
                <c:pt idx="22072">
                  <c:v>6.2407700000000004</c:v>
                </c:pt>
                <c:pt idx="22073">
                  <c:v>6.2410699999999997</c:v>
                </c:pt>
                <c:pt idx="22074">
                  <c:v>6.2413800000000004</c:v>
                </c:pt>
                <c:pt idx="22075">
                  <c:v>6.2416799999999997</c:v>
                </c:pt>
                <c:pt idx="22076">
                  <c:v>6.2419900000000004</c:v>
                </c:pt>
                <c:pt idx="22077">
                  <c:v>6.2422899999999997</c:v>
                </c:pt>
                <c:pt idx="22078">
                  <c:v>6.2426000000000004</c:v>
                </c:pt>
                <c:pt idx="22079">
                  <c:v>6.2428999999999997</c:v>
                </c:pt>
                <c:pt idx="22080">
                  <c:v>6.2432100000000004</c:v>
                </c:pt>
                <c:pt idx="22081">
                  <c:v>6.2435099999999997</c:v>
                </c:pt>
                <c:pt idx="22082">
                  <c:v>6.2438200000000004</c:v>
                </c:pt>
                <c:pt idx="22083">
                  <c:v>6.2441300000000002</c:v>
                </c:pt>
                <c:pt idx="22084">
                  <c:v>6.2444300000000004</c:v>
                </c:pt>
                <c:pt idx="22085">
                  <c:v>6.2447400000000002</c:v>
                </c:pt>
                <c:pt idx="22086">
                  <c:v>6.2450400000000004</c:v>
                </c:pt>
                <c:pt idx="22087">
                  <c:v>6.2453500000000002</c:v>
                </c:pt>
                <c:pt idx="22088">
                  <c:v>6.2456500000000004</c:v>
                </c:pt>
                <c:pt idx="22089">
                  <c:v>6.2459600000000002</c:v>
                </c:pt>
                <c:pt idx="22090">
                  <c:v>6.2462600000000004</c:v>
                </c:pt>
                <c:pt idx="22091">
                  <c:v>6.2465700000000002</c:v>
                </c:pt>
                <c:pt idx="22092">
                  <c:v>6.2468700000000004</c:v>
                </c:pt>
                <c:pt idx="22093">
                  <c:v>6.2471800000000002</c:v>
                </c:pt>
                <c:pt idx="22094">
                  <c:v>6.2474800000000004</c:v>
                </c:pt>
                <c:pt idx="22095">
                  <c:v>6.2477900000000002</c:v>
                </c:pt>
                <c:pt idx="22096">
                  <c:v>6.2481</c:v>
                </c:pt>
                <c:pt idx="22097">
                  <c:v>6.2484000000000002</c:v>
                </c:pt>
                <c:pt idx="22098">
                  <c:v>6.24871</c:v>
                </c:pt>
                <c:pt idx="22099">
                  <c:v>6.2490100000000002</c:v>
                </c:pt>
                <c:pt idx="22100">
                  <c:v>6.24932</c:v>
                </c:pt>
                <c:pt idx="22101">
                  <c:v>6.2496200000000002</c:v>
                </c:pt>
                <c:pt idx="22102">
                  <c:v>6.24993</c:v>
                </c:pt>
                <c:pt idx="22103">
                  <c:v>6.2502300000000002</c:v>
                </c:pt>
                <c:pt idx="22104">
                  <c:v>6.25054</c:v>
                </c:pt>
                <c:pt idx="22105">
                  <c:v>6.2508400000000002</c:v>
                </c:pt>
                <c:pt idx="22106">
                  <c:v>6.25115</c:v>
                </c:pt>
                <c:pt idx="22107">
                  <c:v>6.2514500000000002</c:v>
                </c:pt>
                <c:pt idx="22108">
                  <c:v>6.25176</c:v>
                </c:pt>
                <c:pt idx="22109">
                  <c:v>6.2520699999999998</c:v>
                </c:pt>
                <c:pt idx="22110">
                  <c:v>6.25237</c:v>
                </c:pt>
                <c:pt idx="22111">
                  <c:v>6.2526799999999998</c:v>
                </c:pt>
                <c:pt idx="22112">
                  <c:v>6.25298</c:v>
                </c:pt>
                <c:pt idx="22113">
                  <c:v>6.2532899999999998</c:v>
                </c:pt>
                <c:pt idx="22114">
                  <c:v>6.25359</c:v>
                </c:pt>
                <c:pt idx="22115">
                  <c:v>6.2538999999999998</c:v>
                </c:pt>
                <c:pt idx="22116">
                  <c:v>6.2542</c:v>
                </c:pt>
                <c:pt idx="22117">
                  <c:v>6.2545099999999998</c:v>
                </c:pt>
                <c:pt idx="22118">
                  <c:v>6.25481</c:v>
                </c:pt>
                <c:pt idx="22119">
                  <c:v>6.2551199999999998</c:v>
                </c:pt>
                <c:pt idx="22120">
                  <c:v>6.25542</c:v>
                </c:pt>
                <c:pt idx="22121">
                  <c:v>6.2557299999999998</c:v>
                </c:pt>
                <c:pt idx="22122">
                  <c:v>6.2560399999999996</c:v>
                </c:pt>
                <c:pt idx="22123">
                  <c:v>6.2563399999999998</c:v>
                </c:pt>
                <c:pt idx="22124">
                  <c:v>6.2566499999999996</c:v>
                </c:pt>
                <c:pt idx="22125">
                  <c:v>6.2569499999999998</c:v>
                </c:pt>
                <c:pt idx="22126">
                  <c:v>6.2572599999999996</c:v>
                </c:pt>
                <c:pt idx="22127">
                  <c:v>6.2575599999999998</c:v>
                </c:pt>
                <c:pt idx="22128">
                  <c:v>6.2578699999999996</c:v>
                </c:pt>
                <c:pt idx="22129">
                  <c:v>6.2581699999999998</c:v>
                </c:pt>
                <c:pt idx="22130">
                  <c:v>6.2584799999999996</c:v>
                </c:pt>
                <c:pt idx="22131">
                  <c:v>6.2587799999999998</c:v>
                </c:pt>
                <c:pt idx="22132">
                  <c:v>6.2590899999999996</c:v>
                </c:pt>
                <c:pt idx="22133">
                  <c:v>6.2594000000000003</c:v>
                </c:pt>
                <c:pt idx="22134">
                  <c:v>6.2596999999999996</c:v>
                </c:pt>
                <c:pt idx="22135">
                  <c:v>6.2600100000000003</c:v>
                </c:pt>
                <c:pt idx="22136">
                  <c:v>6.2603099999999996</c:v>
                </c:pt>
                <c:pt idx="22137">
                  <c:v>6.2606200000000003</c:v>
                </c:pt>
                <c:pt idx="22138">
                  <c:v>6.2609199999999996</c:v>
                </c:pt>
                <c:pt idx="22139">
                  <c:v>6.2612300000000003</c:v>
                </c:pt>
                <c:pt idx="22140">
                  <c:v>6.2615299999999996</c:v>
                </c:pt>
                <c:pt idx="22141">
                  <c:v>6.2618400000000003</c:v>
                </c:pt>
                <c:pt idx="22142">
                  <c:v>6.2621399999999996</c:v>
                </c:pt>
                <c:pt idx="22143">
                  <c:v>6.2624500000000003</c:v>
                </c:pt>
                <c:pt idx="22144">
                  <c:v>6.2627499999999996</c:v>
                </c:pt>
                <c:pt idx="22145">
                  <c:v>6.2630600000000003</c:v>
                </c:pt>
                <c:pt idx="22146">
                  <c:v>6.2633700000000001</c:v>
                </c:pt>
                <c:pt idx="22147">
                  <c:v>6.2636700000000003</c:v>
                </c:pt>
                <c:pt idx="22148">
                  <c:v>6.2639800000000001</c:v>
                </c:pt>
                <c:pt idx="22149">
                  <c:v>6.2642800000000003</c:v>
                </c:pt>
                <c:pt idx="22150">
                  <c:v>6.2645900000000001</c:v>
                </c:pt>
                <c:pt idx="22151">
                  <c:v>6.2648900000000003</c:v>
                </c:pt>
                <c:pt idx="22152">
                  <c:v>6.2652000000000001</c:v>
                </c:pt>
                <c:pt idx="22153">
                  <c:v>6.2655000000000003</c:v>
                </c:pt>
                <c:pt idx="22154">
                  <c:v>6.2658100000000001</c:v>
                </c:pt>
                <c:pt idx="22155">
                  <c:v>6.2661100000000003</c:v>
                </c:pt>
                <c:pt idx="22156">
                  <c:v>6.2664200000000001</c:v>
                </c:pt>
                <c:pt idx="22157">
                  <c:v>6.2667200000000003</c:v>
                </c:pt>
                <c:pt idx="22158">
                  <c:v>6.2670300000000001</c:v>
                </c:pt>
                <c:pt idx="22159">
                  <c:v>6.2673399999999999</c:v>
                </c:pt>
                <c:pt idx="22160">
                  <c:v>6.2676400000000001</c:v>
                </c:pt>
                <c:pt idx="22161">
                  <c:v>6.2679499999999999</c:v>
                </c:pt>
                <c:pt idx="22162">
                  <c:v>6.2682500000000001</c:v>
                </c:pt>
                <c:pt idx="22163">
                  <c:v>6.2685599999999999</c:v>
                </c:pt>
                <c:pt idx="22164">
                  <c:v>6.2688600000000001</c:v>
                </c:pt>
                <c:pt idx="22165">
                  <c:v>6.2691699999999999</c:v>
                </c:pt>
                <c:pt idx="22166">
                  <c:v>6.2694700000000001</c:v>
                </c:pt>
                <c:pt idx="22167">
                  <c:v>6.2697799999999999</c:v>
                </c:pt>
                <c:pt idx="22168">
                  <c:v>6.2700800000000001</c:v>
                </c:pt>
                <c:pt idx="22169">
                  <c:v>6.2703899999999999</c:v>
                </c:pt>
                <c:pt idx="22170">
                  <c:v>6.2706900000000001</c:v>
                </c:pt>
                <c:pt idx="22171">
                  <c:v>6.2709999999999999</c:v>
                </c:pt>
                <c:pt idx="22172">
                  <c:v>6.2713099999999997</c:v>
                </c:pt>
                <c:pt idx="22173">
                  <c:v>6.2716099999999999</c:v>
                </c:pt>
                <c:pt idx="22174">
                  <c:v>6.2719199999999997</c:v>
                </c:pt>
                <c:pt idx="22175">
                  <c:v>6.2722199999999999</c:v>
                </c:pt>
                <c:pt idx="22176">
                  <c:v>6.2725299999999997</c:v>
                </c:pt>
                <c:pt idx="22177">
                  <c:v>6.2728299999999999</c:v>
                </c:pt>
                <c:pt idx="22178">
                  <c:v>6.2731399999999997</c:v>
                </c:pt>
                <c:pt idx="22179">
                  <c:v>6.2734399999999999</c:v>
                </c:pt>
                <c:pt idx="22180">
                  <c:v>6.2737499999999997</c:v>
                </c:pt>
                <c:pt idx="22181">
                  <c:v>6.2740499999999999</c:v>
                </c:pt>
                <c:pt idx="22182">
                  <c:v>6.2743599999999997</c:v>
                </c:pt>
                <c:pt idx="22183">
                  <c:v>6.2746599999999999</c:v>
                </c:pt>
                <c:pt idx="22184">
                  <c:v>6.2749699999999997</c:v>
                </c:pt>
                <c:pt idx="22185">
                  <c:v>6.2752800000000004</c:v>
                </c:pt>
                <c:pt idx="22186">
                  <c:v>6.2755799999999997</c:v>
                </c:pt>
                <c:pt idx="22187">
                  <c:v>6.2758900000000004</c:v>
                </c:pt>
                <c:pt idx="22188">
                  <c:v>6.2761899999999997</c:v>
                </c:pt>
                <c:pt idx="22189">
                  <c:v>6.2765000000000004</c:v>
                </c:pt>
                <c:pt idx="22190">
                  <c:v>6.2767999999999997</c:v>
                </c:pt>
                <c:pt idx="22191">
                  <c:v>6.2771100000000004</c:v>
                </c:pt>
                <c:pt idx="22192">
                  <c:v>6.2774099999999997</c:v>
                </c:pt>
                <c:pt idx="22193">
                  <c:v>6.2777200000000004</c:v>
                </c:pt>
                <c:pt idx="22194">
                  <c:v>6.2780199999999997</c:v>
                </c:pt>
                <c:pt idx="22195">
                  <c:v>6.2783300000000004</c:v>
                </c:pt>
                <c:pt idx="22196">
                  <c:v>6.2786400000000002</c:v>
                </c:pt>
                <c:pt idx="22197">
                  <c:v>6.2789400000000004</c:v>
                </c:pt>
                <c:pt idx="22198">
                  <c:v>6.2792500000000002</c:v>
                </c:pt>
                <c:pt idx="22199">
                  <c:v>6.2795500000000004</c:v>
                </c:pt>
                <c:pt idx="22200">
                  <c:v>6.2798600000000002</c:v>
                </c:pt>
                <c:pt idx="22201">
                  <c:v>6.2801600000000004</c:v>
                </c:pt>
                <c:pt idx="22202">
                  <c:v>6.2804700000000002</c:v>
                </c:pt>
                <c:pt idx="22203">
                  <c:v>6.2807700000000004</c:v>
                </c:pt>
                <c:pt idx="22204">
                  <c:v>6.2810800000000002</c:v>
                </c:pt>
                <c:pt idx="22205">
                  <c:v>6.2813800000000004</c:v>
                </c:pt>
                <c:pt idx="22206">
                  <c:v>6.2816900000000002</c:v>
                </c:pt>
                <c:pt idx="22207">
                  <c:v>6.2819900000000004</c:v>
                </c:pt>
                <c:pt idx="22208">
                  <c:v>6.2823000000000002</c:v>
                </c:pt>
                <c:pt idx="22209">
                  <c:v>6.28261</c:v>
                </c:pt>
                <c:pt idx="22210">
                  <c:v>6.2829100000000002</c:v>
                </c:pt>
                <c:pt idx="22211">
                  <c:v>6.28322</c:v>
                </c:pt>
                <c:pt idx="22212">
                  <c:v>6.2835200000000002</c:v>
                </c:pt>
                <c:pt idx="22213">
                  <c:v>6.28383</c:v>
                </c:pt>
                <c:pt idx="22214">
                  <c:v>6.2841300000000002</c:v>
                </c:pt>
                <c:pt idx="22215">
                  <c:v>6.28444</c:v>
                </c:pt>
                <c:pt idx="22216">
                  <c:v>6.2847400000000002</c:v>
                </c:pt>
                <c:pt idx="22217">
                  <c:v>6.28505</c:v>
                </c:pt>
                <c:pt idx="22218">
                  <c:v>6.2853500000000002</c:v>
                </c:pt>
                <c:pt idx="22219">
                  <c:v>6.28566</c:v>
                </c:pt>
                <c:pt idx="22220">
                  <c:v>6.2859600000000002</c:v>
                </c:pt>
                <c:pt idx="22221">
                  <c:v>6.28627</c:v>
                </c:pt>
                <c:pt idx="22222">
                  <c:v>6.2865799999999998</c:v>
                </c:pt>
                <c:pt idx="22223">
                  <c:v>6.28688</c:v>
                </c:pt>
                <c:pt idx="22224">
                  <c:v>6.2871899999999998</c:v>
                </c:pt>
                <c:pt idx="22225">
                  <c:v>6.28749</c:v>
                </c:pt>
                <c:pt idx="22226">
                  <c:v>6.2877999999999998</c:v>
                </c:pt>
                <c:pt idx="22227">
                  <c:v>6.2881</c:v>
                </c:pt>
                <c:pt idx="22228">
                  <c:v>6.2884099999999998</c:v>
                </c:pt>
                <c:pt idx="22229">
                  <c:v>6.28871</c:v>
                </c:pt>
                <c:pt idx="22230">
                  <c:v>6.2890199999999998</c:v>
                </c:pt>
                <c:pt idx="22231">
                  <c:v>6.28932</c:v>
                </c:pt>
                <c:pt idx="22232">
                  <c:v>6.2896299999999998</c:v>
                </c:pt>
                <c:pt idx="22233">
                  <c:v>6.28993</c:v>
                </c:pt>
                <c:pt idx="22234">
                  <c:v>6.2902399999999998</c:v>
                </c:pt>
                <c:pt idx="22235">
                  <c:v>6.2905499999999996</c:v>
                </c:pt>
                <c:pt idx="22236">
                  <c:v>6.2908499999999998</c:v>
                </c:pt>
                <c:pt idx="22237">
                  <c:v>6.2911599999999996</c:v>
                </c:pt>
                <c:pt idx="22238">
                  <c:v>6.2914599999999998</c:v>
                </c:pt>
                <c:pt idx="22239">
                  <c:v>6.2917699999999996</c:v>
                </c:pt>
                <c:pt idx="22240">
                  <c:v>6.2920699999999998</c:v>
                </c:pt>
                <c:pt idx="22241">
                  <c:v>6.2923799999999996</c:v>
                </c:pt>
                <c:pt idx="22242">
                  <c:v>6.2926799999999998</c:v>
                </c:pt>
                <c:pt idx="22243">
                  <c:v>6.2929899999999996</c:v>
                </c:pt>
                <c:pt idx="22244">
                  <c:v>6.2932899999999998</c:v>
                </c:pt>
                <c:pt idx="22245">
                  <c:v>6.2935999999999996</c:v>
                </c:pt>
                <c:pt idx="22246">
                  <c:v>6.2938999999999998</c:v>
                </c:pt>
                <c:pt idx="22247">
                  <c:v>6.2942099999999996</c:v>
                </c:pt>
                <c:pt idx="22248">
                  <c:v>6.2945200000000003</c:v>
                </c:pt>
                <c:pt idx="22249">
                  <c:v>6.2948199999999996</c:v>
                </c:pt>
                <c:pt idx="22250">
                  <c:v>6.2951300000000003</c:v>
                </c:pt>
                <c:pt idx="22251">
                  <c:v>6.2954299999999996</c:v>
                </c:pt>
                <c:pt idx="22252">
                  <c:v>6.2957400000000003</c:v>
                </c:pt>
                <c:pt idx="22253">
                  <c:v>6.2960399999999996</c:v>
                </c:pt>
                <c:pt idx="22254">
                  <c:v>6.2963500000000003</c:v>
                </c:pt>
                <c:pt idx="22255">
                  <c:v>6.2966499999999996</c:v>
                </c:pt>
                <c:pt idx="22256">
                  <c:v>6.2969600000000003</c:v>
                </c:pt>
                <c:pt idx="22257">
                  <c:v>6.2972599999999996</c:v>
                </c:pt>
                <c:pt idx="22258">
                  <c:v>6.2975700000000003</c:v>
                </c:pt>
                <c:pt idx="22259">
                  <c:v>6.2978800000000001</c:v>
                </c:pt>
                <c:pt idx="22260">
                  <c:v>6.2981800000000003</c:v>
                </c:pt>
                <c:pt idx="22261">
                  <c:v>6.2984900000000001</c:v>
                </c:pt>
                <c:pt idx="22262">
                  <c:v>6.2987900000000003</c:v>
                </c:pt>
                <c:pt idx="22263">
                  <c:v>6.2991000000000001</c:v>
                </c:pt>
                <c:pt idx="22264">
                  <c:v>6.2994000000000003</c:v>
                </c:pt>
                <c:pt idx="22265">
                  <c:v>6.2997100000000001</c:v>
                </c:pt>
                <c:pt idx="22266">
                  <c:v>6.3000100000000003</c:v>
                </c:pt>
                <c:pt idx="22267">
                  <c:v>6.3003200000000001</c:v>
                </c:pt>
                <c:pt idx="22268">
                  <c:v>6.3006200000000003</c:v>
                </c:pt>
                <c:pt idx="22269">
                  <c:v>6.3009300000000001</c:v>
                </c:pt>
                <c:pt idx="22270">
                  <c:v>6.3012300000000003</c:v>
                </c:pt>
                <c:pt idx="22271">
                  <c:v>6.3015400000000001</c:v>
                </c:pt>
                <c:pt idx="22272">
                  <c:v>6.30185</c:v>
                </c:pt>
                <c:pt idx="22273">
                  <c:v>6.3021500000000001</c:v>
                </c:pt>
                <c:pt idx="22274">
                  <c:v>6.30246</c:v>
                </c:pt>
                <c:pt idx="22275">
                  <c:v>6.3027600000000001</c:v>
                </c:pt>
                <c:pt idx="22276">
                  <c:v>6.30307</c:v>
                </c:pt>
                <c:pt idx="22277">
                  <c:v>6.3033700000000001</c:v>
                </c:pt>
                <c:pt idx="22278">
                  <c:v>6.3036799999999999</c:v>
                </c:pt>
                <c:pt idx="22279">
                  <c:v>6.3039800000000001</c:v>
                </c:pt>
                <c:pt idx="22280">
                  <c:v>6.3042899999999999</c:v>
                </c:pt>
                <c:pt idx="22281">
                  <c:v>6.3045900000000001</c:v>
                </c:pt>
                <c:pt idx="22282">
                  <c:v>6.3048999999999999</c:v>
                </c:pt>
                <c:pt idx="22283">
                  <c:v>6.3052000000000001</c:v>
                </c:pt>
                <c:pt idx="22284">
                  <c:v>6.3055099999999999</c:v>
                </c:pt>
                <c:pt idx="22285">
                  <c:v>6.3058199999999998</c:v>
                </c:pt>
                <c:pt idx="22286">
                  <c:v>6.3061199999999999</c:v>
                </c:pt>
                <c:pt idx="22287">
                  <c:v>6.3064299999999998</c:v>
                </c:pt>
                <c:pt idx="22288">
                  <c:v>6.3067299999999999</c:v>
                </c:pt>
                <c:pt idx="22289">
                  <c:v>6.3070399999999998</c:v>
                </c:pt>
                <c:pt idx="22290">
                  <c:v>6.3073399999999999</c:v>
                </c:pt>
                <c:pt idx="22291">
                  <c:v>6.3076499999999998</c:v>
                </c:pt>
                <c:pt idx="22292">
                  <c:v>6.3079499999999999</c:v>
                </c:pt>
                <c:pt idx="22293">
                  <c:v>6.3082599999999998</c:v>
                </c:pt>
                <c:pt idx="22294">
                  <c:v>6.3085599999999999</c:v>
                </c:pt>
                <c:pt idx="22295">
                  <c:v>6.3088699999999998</c:v>
                </c:pt>
                <c:pt idx="22296">
                  <c:v>6.3091699999999999</c:v>
                </c:pt>
                <c:pt idx="22297">
                  <c:v>6.3094799999999998</c:v>
                </c:pt>
                <c:pt idx="22298">
                  <c:v>6.3097899999999996</c:v>
                </c:pt>
                <c:pt idx="22299">
                  <c:v>6.3100899999999998</c:v>
                </c:pt>
                <c:pt idx="22300">
                  <c:v>6.3103999999999996</c:v>
                </c:pt>
                <c:pt idx="22301">
                  <c:v>6.3106999999999998</c:v>
                </c:pt>
                <c:pt idx="22302">
                  <c:v>6.3110099999999996</c:v>
                </c:pt>
                <c:pt idx="22303">
                  <c:v>6.3113099999999998</c:v>
                </c:pt>
                <c:pt idx="22304">
                  <c:v>6.3116199999999996</c:v>
                </c:pt>
                <c:pt idx="22305">
                  <c:v>6.3119199999999998</c:v>
                </c:pt>
                <c:pt idx="22306">
                  <c:v>6.3122299999999996</c:v>
                </c:pt>
                <c:pt idx="22307">
                  <c:v>6.3125299999999998</c:v>
                </c:pt>
                <c:pt idx="22308">
                  <c:v>6.3128399999999996</c:v>
                </c:pt>
                <c:pt idx="22309">
                  <c:v>6.3131500000000003</c:v>
                </c:pt>
                <c:pt idx="22310">
                  <c:v>6.3134499999999996</c:v>
                </c:pt>
                <c:pt idx="22311">
                  <c:v>6.3137600000000003</c:v>
                </c:pt>
                <c:pt idx="22312">
                  <c:v>6.3140599999999996</c:v>
                </c:pt>
                <c:pt idx="22313">
                  <c:v>6.3143700000000003</c:v>
                </c:pt>
                <c:pt idx="22314">
                  <c:v>6.3146699999999996</c:v>
                </c:pt>
                <c:pt idx="22315">
                  <c:v>6.3149800000000003</c:v>
                </c:pt>
                <c:pt idx="22316">
                  <c:v>6.3152799999999996</c:v>
                </c:pt>
                <c:pt idx="22317">
                  <c:v>6.3155900000000003</c:v>
                </c:pt>
                <c:pt idx="22318">
                  <c:v>6.3158899999999996</c:v>
                </c:pt>
                <c:pt idx="22319">
                  <c:v>6.3162000000000003</c:v>
                </c:pt>
                <c:pt idx="22320">
                  <c:v>6.3164999999999996</c:v>
                </c:pt>
                <c:pt idx="22321">
                  <c:v>6.3168100000000003</c:v>
                </c:pt>
                <c:pt idx="22322">
                  <c:v>6.3171200000000001</c:v>
                </c:pt>
                <c:pt idx="22323">
                  <c:v>6.3174200000000003</c:v>
                </c:pt>
                <c:pt idx="22324">
                  <c:v>6.3177300000000001</c:v>
                </c:pt>
                <c:pt idx="22325">
                  <c:v>6.3180300000000003</c:v>
                </c:pt>
                <c:pt idx="22326">
                  <c:v>6.3183400000000001</c:v>
                </c:pt>
                <c:pt idx="22327">
                  <c:v>6.3186400000000003</c:v>
                </c:pt>
                <c:pt idx="22328">
                  <c:v>6.3189500000000001</c:v>
                </c:pt>
                <c:pt idx="22329">
                  <c:v>6.3192500000000003</c:v>
                </c:pt>
                <c:pt idx="22330">
                  <c:v>6.3195600000000001</c:v>
                </c:pt>
                <c:pt idx="22331">
                  <c:v>6.3198600000000003</c:v>
                </c:pt>
                <c:pt idx="22332">
                  <c:v>6.3201700000000001</c:v>
                </c:pt>
                <c:pt idx="22333">
                  <c:v>6.3204700000000003</c:v>
                </c:pt>
                <c:pt idx="22334">
                  <c:v>6.3207800000000001</c:v>
                </c:pt>
                <c:pt idx="22335">
                  <c:v>6.3210899999999999</c:v>
                </c:pt>
                <c:pt idx="22336">
                  <c:v>6.3213900000000001</c:v>
                </c:pt>
                <c:pt idx="22337">
                  <c:v>6.3216999999999999</c:v>
                </c:pt>
                <c:pt idx="22338">
                  <c:v>6.3220000000000001</c:v>
                </c:pt>
                <c:pt idx="22339">
                  <c:v>6.3223099999999999</c:v>
                </c:pt>
                <c:pt idx="22340">
                  <c:v>6.3226100000000001</c:v>
                </c:pt>
                <c:pt idx="22341">
                  <c:v>6.3229199999999999</c:v>
                </c:pt>
                <c:pt idx="22342">
                  <c:v>6.3232200000000001</c:v>
                </c:pt>
                <c:pt idx="22343">
                  <c:v>6.3235299999999999</c:v>
                </c:pt>
                <c:pt idx="22344">
                  <c:v>6.3238300000000001</c:v>
                </c:pt>
                <c:pt idx="22345">
                  <c:v>6.3241399999999999</c:v>
                </c:pt>
                <c:pt idx="22346">
                  <c:v>6.3244400000000001</c:v>
                </c:pt>
                <c:pt idx="22347">
                  <c:v>6.3247499999999999</c:v>
                </c:pt>
                <c:pt idx="22348">
                  <c:v>6.3250599999999997</c:v>
                </c:pt>
                <c:pt idx="22349">
                  <c:v>6.3253599999999999</c:v>
                </c:pt>
                <c:pt idx="22350">
                  <c:v>6.3256699999999997</c:v>
                </c:pt>
                <c:pt idx="22351">
                  <c:v>6.3259699999999999</c:v>
                </c:pt>
                <c:pt idx="22352">
                  <c:v>6.3262799999999997</c:v>
                </c:pt>
                <c:pt idx="22353">
                  <c:v>6.3265799999999999</c:v>
                </c:pt>
                <c:pt idx="22354">
                  <c:v>6.3268899999999997</c:v>
                </c:pt>
                <c:pt idx="22355">
                  <c:v>6.3271899999999999</c:v>
                </c:pt>
                <c:pt idx="22356">
                  <c:v>6.3274999999999997</c:v>
                </c:pt>
                <c:pt idx="22357">
                  <c:v>6.3277999999999999</c:v>
                </c:pt>
                <c:pt idx="22358">
                  <c:v>6.3281099999999997</c:v>
                </c:pt>
                <c:pt idx="22359">
                  <c:v>6.3284099999999999</c:v>
                </c:pt>
                <c:pt idx="22360">
                  <c:v>6.3287199999999997</c:v>
                </c:pt>
                <c:pt idx="22361">
                  <c:v>6.3290300000000004</c:v>
                </c:pt>
                <c:pt idx="22362">
                  <c:v>6.3293299999999997</c:v>
                </c:pt>
                <c:pt idx="22363">
                  <c:v>6.3296400000000004</c:v>
                </c:pt>
                <c:pt idx="22364">
                  <c:v>6.3299399999999997</c:v>
                </c:pt>
                <c:pt idx="22365">
                  <c:v>6.3302500000000004</c:v>
                </c:pt>
                <c:pt idx="22366">
                  <c:v>6.3305499999999997</c:v>
                </c:pt>
                <c:pt idx="22367">
                  <c:v>6.3308600000000004</c:v>
                </c:pt>
                <c:pt idx="22368">
                  <c:v>6.3311599999999997</c:v>
                </c:pt>
                <c:pt idx="22369">
                  <c:v>6.3314700000000004</c:v>
                </c:pt>
                <c:pt idx="22370">
                  <c:v>6.3317699999999997</c:v>
                </c:pt>
                <c:pt idx="22371">
                  <c:v>6.3320800000000004</c:v>
                </c:pt>
                <c:pt idx="22372">
                  <c:v>6.3323900000000002</c:v>
                </c:pt>
                <c:pt idx="22373">
                  <c:v>6.3326900000000004</c:v>
                </c:pt>
                <c:pt idx="22374">
                  <c:v>6.3330000000000002</c:v>
                </c:pt>
                <c:pt idx="22375">
                  <c:v>6.3333000000000004</c:v>
                </c:pt>
                <c:pt idx="22376">
                  <c:v>6.3336100000000002</c:v>
                </c:pt>
                <c:pt idx="22377">
                  <c:v>6.3339100000000004</c:v>
                </c:pt>
                <c:pt idx="22378">
                  <c:v>6.3342200000000002</c:v>
                </c:pt>
                <c:pt idx="22379">
                  <c:v>6.3345200000000004</c:v>
                </c:pt>
                <c:pt idx="22380">
                  <c:v>6.3348300000000002</c:v>
                </c:pt>
                <c:pt idx="22381">
                  <c:v>6.3351300000000004</c:v>
                </c:pt>
                <c:pt idx="22382">
                  <c:v>6.3354400000000002</c:v>
                </c:pt>
                <c:pt idx="22383">
                  <c:v>6.3357400000000004</c:v>
                </c:pt>
                <c:pt idx="22384">
                  <c:v>6.3360500000000002</c:v>
                </c:pt>
                <c:pt idx="22385">
                  <c:v>6.33636</c:v>
                </c:pt>
                <c:pt idx="22386">
                  <c:v>6.3366600000000002</c:v>
                </c:pt>
                <c:pt idx="22387">
                  <c:v>6.33697</c:v>
                </c:pt>
                <c:pt idx="22388">
                  <c:v>6.3372700000000002</c:v>
                </c:pt>
                <c:pt idx="22389">
                  <c:v>6.33758</c:v>
                </c:pt>
                <c:pt idx="22390">
                  <c:v>6.3378800000000002</c:v>
                </c:pt>
                <c:pt idx="22391">
                  <c:v>6.33819</c:v>
                </c:pt>
                <c:pt idx="22392">
                  <c:v>6.3384900000000002</c:v>
                </c:pt>
                <c:pt idx="22393">
                  <c:v>6.3388</c:v>
                </c:pt>
                <c:pt idx="22394">
                  <c:v>6.3391000000000002</c:v>
                </c:pt>
                <c:pt idx="22395">
                  <c:v>6.33941</c:v>
                </c:pt>
                <c:pt idx="22396">
                  <c:v>6.3397100000000002</c:v>
                </c:pt>
                <c:pt idx="22397">
                  <c:v>6.34002</c:v>
                </c:pt>
                <c:pt idx="22398">
                  <c:v>6.3403299999999998</c:v>
                </c:pt>
                <c:pt idx="22399">
                  <c:v>6.34063</c:v>
                </c:pt>
                <c:pt idx="22400">
                  <c:v>6.3409399999999998</c:v>
                </c:pt>
                <c:pt idx="22401">
                  <c:v>6.34124</c:v>
                </c:pt>
                <c:pt idx="22402">
                  <c:v>6.3415499999999998</c:v>
                </c:pt>
                <c:pt idx="22403">
                  <c:v>6.34185</c:v>
                </c:pt>
                <c:pt idx="22404">
                  <c:v>6.3421599999999998</c:v>
                </c:pt>
                <c:pt idx="22405">
                  <c:v>6.34246</c:v>
                </c:pt>
                <c:pt idx="22406">
                  <c:v>6.3427699999999998</c:v>
                </c:pt>
                <c:pt idx="22407">
                  <c:v>6.34307</c:v>
                </c:pt>
                <c:pt idx="22408">
                  <c:v>6.3433799999999998</c:v>
                </c:pt>
                <c:pt idx="22409">
                  <c:v>6.34368</c:v>
                </c:pt>
                <c:pt idx="22410">
                  <c:v>6.3439899999999998</c:v>
                </c:pt>
                <c:pt idx="22411">
                  <c:v>6.3442999999999996</c:v>
                </c:pt>
                <c:pt idx="22412">
                  <c:v>6.3445999999999998</c:v>
                </c:pt>
                <c:pt idx="22413">
                  <c:v>6.3449099999999996</c:v>
                </c:pt>
                <c:pt idx="22414">
                  <c:v>6.3452099999999998</c:v>
                </c:pt>
                <c:pt idx="22415">
                  <c:v>6.3455199999999996</c:v>
                </c:pt>
                <c:pt idx="22416">
                  <c:v>6.3458199999999998</c:v>
                </c:pt>
                <c:pt idx="22417">
                  <c:v>6.3461299999999996</c:v>
                </c:pt>
                <c:pt idx="22418">
                  <c:v>6.3464299999999998</c:v>
                </c:pt>
                <c:pt idx="22419">
                  <c:v>6.3467399999999996</c:v>
                </c:pt>
                <c:pt idx="22420">
                  <c:v>6.3470399999999998</c:v>
                </c:pt>
                <c:pt idx="22421">
                  <c:v>6.3473499999999996</c:v>
                </c:pt>
                <c:pt idx="22422">
                  <c:v>6.3476499999999998</c:v>
                </c:pt>
                <c:pt idx="22423">
                  <c:v>6.3479599999999996</c:v>
                </c:pt>
                <c:pt idx="22424">
                  <c:v>6.3482700000000003</c:v>
                </c:pt>
                <c:pt idx="22425">
                  <c:v>6.3485699999999996</c:v>
                </c:pt>
                <c:pt idx="22426">
                  <c:v>6.3488800000000003</c:v>
                </c:pt>
                <c:pt idx="22427">
                  <c:v>6.3491799999999996</c:v>
                </c:pt>
                <c:pt idx="22428">
                  <c:v>6.3494900000000003</c:v>
                </c:pt>
                <c:pt idx="22429">
                  <c:v>6.3497899999999996</c:v>
                </c:pt>
                <c:pt idx="22430">
                  <c:v>6.3501000000000003</c:v>
                </c:pt>
                <c:pt idx="22431">
                  <c:v>6.3503999999999996</c:v>
                </c:pt>
                <c:pt idx="22432">
                  <c:v>6.3507100000000003</c:v>
                </c:pt>
                <c:pt idx="22433">
                  <c:v>6.3510099999999996</c:v>
                </c:pt>
                <c:pt idx="22434">
                  <c:v>6.3513200000000003</c:v>
                </c:pt>
                <c:pt idx="22435">
                  <c:v>6.3516300000000001</c:v>
                </c:pt>
                <c:pt idx="22436">
                  <c:v>6.3519300000000003</c:v>
                </c:pt>
                <c:pt idx="22437">
                  <c:v>6.3522400000000001</c:v>
                </c:pt>
                <c:pt idx="22438">
                  <c:v>6.3525400000000003</c:v>
                </c:pt>
                <c:pt idx="22439">
                  <c:v>6.3528500000000001</c:v>
                </c:pt>
                <c:pt idx="22440">
                  <c:v>6.3531500000000003</c:v>
                </c:pt>
                <c:pt idx="22441">
                  <c:v>6.3534600000000001</c:v>
                </c:pt>
                <c:pt idx="22442">
                  <c:v>6.3537600000000003</c:v>
                </c:pt>
                <c:pt idx="22443">
                  <c:v>6.3540700000000001</c:v>
                </c:pt>
                <c:pt idx="22444">
                  <c:v>6.3543700000000003</c:v>
                </c:pt>
                <c:pt idx="22445">
                  <c:v>6.3546800000000001</c:v>
                </c:pt>
                <c:pt idx="22446">
                  <c:v>6.3549800000000003</c:v>
                </c:pt>
                <c:pt idx="22447">
                  <c:v>6.3552900000000001</c:v>
                </c:pt>
                <c:pt idx="22448">
                  <c:v>6.3555999999999999</c:v>
                </c:pt>
                <c:pt idx="22449">
                  <c:v>6.3559000000000001</c:v>
                </c:pt>
                <c:pt idx="22450">
                  <c:v>6.3562099999999999</c:v>
                </c:pt>
                <c:pt idx="22451">
                  <c:v>6.3565100000000001</c:v>
                </c:pt>
                <c:pt idx="22452">
                  <c:v>6.3568199999999999</c:v>
                </c:pt>
                <c:pt idx="22453">
                  <c:v>6.3571200000000001</c:v>
                </c:pt>
                <c:pt idx="22454">
                  <c:v>6.3574299999999999</c:v>
                </c:pt>
                <c:pt idx="22455">
                  <c:v>6.3577300000000001</c:v>
                </c:pt>
                <c:pt idx="22456">
                  <c:v>6.3580399999999999</c:v>
                </c:pt>
                <c:pt idx="22457">
                  <c:v>6.3583400000000001</c:v>
                </c:pt>
                <c:pt idx="22458">
                  <c:v>6.3586499999999999</c:v>
                </c:pt>
                <c:pt idx="22459">
                  <c:v>6.3589500000000001</c:v>
                </c:pt>
                <c:pt idx="22460">
                  <c:v>6.3592599999999999</c:v>
                </c:pt>
                <c:pt idx="22461">
                  <c:v>6.3595699999999997</c:v>
                </c:pt>
                <c:pt idx="22462">
                  <c:v>6.3598699999999999</c:v>
                </c:pt>
                <c:pt idx="22463">
                  <c:v>6.3601799999999997</c:v>
                </c:pt>
                <c:pt idx="22464">
                  <c:v>6.3604799999999999</c:v>
                </c:pt>
                <c:pt idx="22465">
                  <c:v>6.3607899999999997</c:v>
                </c:pt>
                <c:pt idx="22466">
                  <c:v>6.3610899999999999</c:v>
                </c:pt>
                <c:pt idx="22467">
                  <c:v>6.3613999999999997</c:v>
                </c:pt>
                <c:pt idx="22468">
                  <c:v>6.3616999999999999</c:v>
                </c:pt>
                <c:pt idx="22469">
                  <c:v>6.3620099999999997</c:v>
                </c:pt>
                <c:pt idx="22470">
                  <c:v>6.3623099999999999</c:v>
                </c:pt>
                <c:pt idx="22471">
                  <c:v>6.3626199999999997</c:v>
                </c:pt>
                <c:pt idx="22472">
                  <c:v>6.3629199999999999</c:v>
                </c:pt>
                <c:pt idx="22473">
                  <c:v>6.3632299999999997</c:v>
                </c:pt>
                <c:pt idx="22474">
                  <c:v>6.3635400000000004</c:v>
                </c:pt>
                <c:pt idx="22475">
                  <c:v>6.3638399999999997</c:v>
                </c:pt>
                <c:pt idx="22476">
                  <c:v>6.3641500000000004</c:v>
                </c:pt>
                <c:pt idx="22477">
                  <c:v>6.3644499999999997</c:v>
                </c:pt>
                <c:pt idx="22478">
                  <c:v>6.3647600000000004</c:v>
                </c:pt>
                <c:pt idx="22479">
                  <c:v>6.3650599999999997</c:v>
                </c:pt>
                <c:pt idx="22480">
                  <c:v>6.3653700000000004</c:v>
                </c:pt>
                <c:pt idx="22481">
                  <c:v>6.3656699999999997</c:v>
                </c:pt>
                <c:pt idx="22482">
                  <c:v>6.3659800000000004</c:v>
                </c:pt>
                <c:pt idx="22483">
                  <c:v>6.3662799999999997</c:v>
                </c:pt>
                <c:pt idx="22484">
                  <c:v>6.3665900000000004</c:v>
                </c:pt>
                <c:pt idx="22485">
                  <c:v>6.3669000000000002</c:v>
                </c:pt>
                <c:pt idx="22486">
                  <c:v>6.3672000000000004</c:v>
                </c:pt>
                <c:pt idx="22487">
                  <c:v>6.3675100000000002</c:v>
                </c:pt>
                <c:pt idx="22488">
                  <c:v>6.3678100000000004</c:v>
                </c:pt>
                <c:pt idx="22489">
                  <c:v>6.3681200000000002</c:v>
                </c:pt>
                <c:pt idx="22490">
                  <c:v>6.3684200000000004</c:v>
                </c:pt>
                <c:pt idx="22491">
                  <c:v>6.3687300000000002</c:v>
                </c:pt>
                <c:pt idx="22492">
                  <c:v>6.3690300000000004</c:v>
                </c:pt>
                <c:pt idx="22493">
                  <c:v>6.3693400000000002</c:v>
                </c:pt>
                <c:pt idx="22494">
                  <c:v>6.3696400000000004</c:v>
                </c:pt>
                <c:pt idx="22495">
                  <c:v>6.3699500000000002</c:v>
                </c:pt>
                <c:pt idx="22496">
                  <c:v>6.3702500000000004</c:v>
                </c:pt>
                <c:pt idx="22497">
                  <c:v>6.3705600000000002</c:v>
                </c:pt>
                <c:pt idx="22498">
                  <c:v>6.37087</c:v>
                </c:pt>
                <c:pt idx="22499">
                  <c:v>6.3711700000000002</c:v>
                </c:pt>
                <c:pt idx="22500">
                  <c:v>6.37148</c:v>
                </c:pt>
                <c:pt idx="22501">
                  <c:v>6.3717800000000002</c:v>
                </c:pt>
                <c:pt idx="22502">
                  <c:v>6.37209</c:v>
                </c:pt>
                <c:pt idx="22503">
                  <c:v>6.3723900000000002</c:v>
                </c:pt>
                <c:pt idx="22504">
                  <c:v>6.3727</c:v>
                </c:pt>
                <c:pt idx="22505">
                  <c:v>6.3730000000000002</c:v>
                </c:pt>
                <c:pt idx="22506">
                  <c:v>6.37331</c:v>
                </c:pt>
                <c:pt idx="22507">
                  <c:v>6.3736100000000002</c:v>
                </c:pt>
                <c:pt idx="22508">
                  <c:v>6.37392</c:v>
                </c:pt>
                <c:pt idx="22509">
                  <c:v>6.3742200000000002</c:v>
                </c:pt>
                <c:pt idx="22510">
                  <c:v>6.37453</c:v>
                </c:pt>
                <c:pt idx="22511">
                  <c:v>6.3748399999999998</c:v>
                </c:pt>
                <c:pt idx="22512">
                  <c:v>6.37514</c:v>
                </c:pt>
                <c:pt idx="22513">
                  <c:v>6.3754499999999998</c:v>
                </c:pt>
                <c:pt idx="22514">
                  <c:v>6.37575</c:v>
                </c:pt>
                <c:pt idx="22515">
                  <c:v>6.3760599999999998</c:v>
                </c:pt>
                <c:pt idx="22516">
                  <c:v>6.37636</c:v>
                </c:pt>
                <c:pt idx="22517">
                  <c:v>6.3766699999999998</c:v>
                </c:pt>
                <c:pt idx="22518">
                  <c:v>6.37697</c:v>
                </c:pt>
                <c:pt idx="22519">
                  <c:v>6.3772799999999998</c:v>
                </c:pt>
                <c:pt idx="22520">
                  <c:v>6.37758</c:v>
                </c:pt>
                <c:pt idx="22521">
                  <c:v>6.3778899999999998</c:v>
                </c:pt>
                <c:pt idx="22522">
                  <c:v>6.37819</c:v>
                </c:pt>
                <c:pt idx="22523">
                  <c:v>6.3784999999999998</c:v>
                </c:pt>
                <c:pt idx="22524">
                  <c:v>6.3788099999999996</c:v>
                </c:pt>
                <c:pt idx="22525">
                  <c:v>6.3791099999999998</c:v>
                </c:pt>
                <c:pt idx="22526">
                  <c:v>6.3794199999999996</c:v>
                </c:pt>
                <c:pt idx="22527">
                  <c:v>6.3797199999999998</c:v>
                </c:pt>
                <c:pt idx="22528">
                  <c:v>6.3800299999999996</c:v>
                </c:pt>
                <c:pt idx="22529">
                  <c:v>6.3803299999999998</c:v>
                </c:pt>
                <c:pt idx="22530">
                  <c:v>6.3806399999999996</c:v>
                </c:pt>
                <c:pt idx="22531">
                  <c:v>6.3809399999999998</c:v>
                </c:pt>
                <c:pt idx="22532">
                  <c:v>6.3812499999999996</c:v>
                </c:pt>
                <c:pt idx="22533">
                  <c:v>6.3815499999999998</c:v>
                </c:pt>
                <c:pt idx="22534">
                  <c:v>6.3818599999999996</c:v>
                </c:pt>
                <c:pt idx="22535">
                  <c:v>6.3821599999999998</c:v>
                </c:pt>
                <c:pt idx="22536">
                  <c:v>6.3824699999999996</c:v>
                </c:pt>
                <c:pt idx="22537">
                  <c:v>6.3827800000000003</c:v>
                </c:pt>
                <c:pt idx="22538">
                  <c:v>6.3830799999999996</c:v>
                </c:pt>
                <c:pt idx="22539">
                  <c:v>6.3833900000000003</c:v>
                </c:pt>
                <c:pt idx="22540">
                  <c:v>6.3836899999999996</c:v>
                </c:pt>
                <c:pt idx="22541">
                  <c:v>6.3840000000000003</c:v>
                </c:pt>
                <c:pt idx="22542">
                  <c:v>6.3842999999999996</c:v>
                </c:pt>
                <c:pt idx="22543">
                  <c:v>6.3846100000000003</c:v>
                </c:pt>
                <c:pt idx="22544">
                  <c:v>6.3849099999999996</c:v>
                </c:pt>
                <c:pt idx="22545">
                  <c:v>6.3852200000000003</c:v>
                </c:pt>
                <c:pt idx="22546">
                  <c:v>6.3855199999999996</c:v>
                </c:pt>
                <c:pt idx="22547">
                  <c:v>6.3858300000000003</c:v>
                </c:pt>
                <c:pt idx="22548">
                  <c:v>6.3861400000000001</c:v>
                </c:pt>
                <c:pt idx="22549">
                  <c:v>6.3864400000000003</c:v>
                </c:pt>
                <c:pt idx="22550">
                  <c:v>6.3867500000000001</c:v>
                </c:pt>
                <c:pt idx="22551">
                  <c:v>6.3870500000000003</c:v>
                </c:pt>
                <c:pt idx="22552">
                  <c:v>6.3873600000000001</c:v>
                </c:pt>
                <c:pt idx="22553">
                  <c:v>6.3876600000000003</c:v>
                </c:pt>
                <c:pt idx="22554">
                  <c:v>6.3879700000000001</c:v>
                </c:pt>
                <c:pt idx="22555">
                  <c:v>6.3882700000000003</c:v>
                </c:pt>
                <c:pt idx="22556">
                  <c:v>6.3885800000000001</c:v>
                </c:pt>
                <c:pt idx="22557">
                  <c:v>6.3888800000000003</c:v>
                </c:pt>
                <c:pt idx="22558">
                  <c:v>6.3891900000000001</c:v>
                </c:pt>
                <c:pt idx="22559">
                  <c:v>6.3894900000000003</c:v>
                </c:pt>
                <c:pt idx="22560">
                  <c:v>6.3898000000000001</c:v>
                </c:pt>
                <c:pt idx="22561">
                  <c:v>6.39011</c:v>
                </c:pt>
                <c:pt idx="22562">
                  <c:v>6.3904100000000001</c:v>
                </c:pt>
                <c:pt idx="22563">
                  <c:v>6.39072</c:v>
                </c:pt>
                <c:pt idx="22564">
                  <c:v>6.3910200000000001</c:v>
                </c:pt>
                <c:pt idx="22565">
                  <c:v>6.39133</c:v>
                </c:pt>
                <c:pt idx="22566">
                  <c:v>6.3916300000000001</c:v>
                </c:pt>
                <c:pt idx="22567">
                  <c:v>6.39194</c:v>
                </c:pt>
                <c:pt idx="22568">
                  <c:v>6.3922400000000001</c:v>
                </c:pt>
                <c:pt idx="22569">
                  <c:v>6.39255</c:v>
                </c:pt>
                <c:pt idx="22570">
                  <c:v>6.3928500000000001</c:v>
                </c:pt>
                <c:pt idx="22571">
                  <c:v>6.39316</c:v>
                </c:pt>
                <c:pt idx="22572">
                  <c:v>6.3934600000000001</c:v>
                </c:pt>
                <c:pt idx="22573">
                  <c:v>6.39377</c:v>
                </c:pt>
                <c:pt idx="22574">
                  <c:v>6.3940799999999998</c:v>
                </c:pt>
                <c:pt idx="22575">
                  <c:v>6.39438</c:v>
                </c:pt>
                <c:pt idx="22576">
                  <c:v>6.3946899999999998</c:v>
                </c:pt>
                <c:pt idx="22577">
                  <c:v>6.39499</c:v>
                </c:pt>
                <c:pt idx="22578">
                  <c:v>6.3952999999999998</c:v>
                </c:pt>
                <c:pt idx="22579">
                  <c:v>6.3956</c:v>
                </c:pt>
                <c:pt idx="22580">
                  <c:v>6.3959099999999998</c:v>
                </c:pt>
                <c:pt idx="22581">
                  <c:v>6.39621</c:v>
                </c:pt>
                <c:pt idx="22582">
                  <c:v>6.3965199999999998</c:v>
                </c:pt>
                <c:pt idx="22583">
                  <c:v>6.39682</c:v>
                </c:pt>
                <c:pt idx="22584">
                  <c:v>6.3971299999999998</c:v>
                </c:pt>
                <c:pt idx="22585">
                  <c:v>6.3974299999999999</c:v>
                </c:pt>
                <c:pt idx="22586">
                  <c:v>6.3977399999999998</c:v>
                </c:pt>
                <c:pt idx="22587">
                  <c:v>6.3980499999999996</c:v>
                </c:pt>
                <c:pt idx="22588">
                  <c:v>6.3983499999999998</c:v>
                </c:pt>
                <c:pt idx="22589">
                  <c:v>6.3986599999999996</c:v>
                </c:pt>
                <c:pt idx="22590">
                  <c:v>6.3989599999999998</c:v>
                </c:pt>
                <c:pt idx="22591">
                  <c:v>6.3992699999999996</c:v>
                </c:pt>
                <c:pt idx="22592">
                  <c:v>6.3995699999999998</c:v>
                </c:pt>
                <c:pt idx="22593">
                  <c:v>6.3998799999999996</c:v>
                </c:pt>
                <c:pt idx="22594">
                  <c:v>6.4001799999999998</c:v>
                </c:pt>
                <c:pt idx="22595">
                  <c:v>6.4004899999999996</c:v>
                </c:pt>
                <c:pt idx="22596">
                  <c:v>6.4007899999999998</c:v>
                </c:pt>
                <c:pt idx="22597">
                  <c:v>6.4010999999999996</c:v>
                </c:pt>
                <c:pt idx="22598">
                  <c:v>6.4013999999999998</c:v>
                </c:pt>
                <c:pt idx="22599">
                  <c:v>6.4017099999999996</c:v>
                </c:pt>
                <c:pt idx="22600">
                  <c:v>6.4020200000000003</c:v>
                </c:pt>
                <c:pt idx="22601">
                  <c:v>6.4023199999999996</c:v>
                </c:pt>
                <c:pt idx="22602">
                  <c:v>6.4026300000000003</c:v>
                </c:pt>
                <c:pt idx="22603">
                  <c:v>6.4029299999999996</c:v>
                </c:pt>
                <c:pt idx="22604">
                  <c:v>6.4032400000000003</c:v>
                </c:pt>
                <c:pt idx="22605">
                  <c:v>6.4035399999999996</c:v>
                </c:pt>
                <c:pt idx="22606">
                  <c:v>6.4038500000000003</c:v>
                </c:pt>
                <c:pt idx="22607">
                  <c:v>6.4041499999999996</c:v>
                </c:pt>
                <c:pt idx="22608">
                  <c:v>6.4044600000000003</c:v>
                </c:pt>
                <c:pt idx="22609">
                  <c:v>6.4047599999999996</c:v>
                </c:pt>
                <c:pt idx="22610">
                  <c:v>6.4050700000000003</c:v>
                </c:pt>
                <c:pt idx="22611">
                  <c:v>6.4053800000000001</c:v>
                </c:pt>
                <c:pt idx="22612">
                  <c:v>6.4056800000000003</c:v>
                </c:pt>
                <c:pt idx="22613">
                  <c:v>6.4059900000000001</c:v>
                </c:pt>
                <c:pt idx="22614">
                  <c:v>6.4062900000000003</c:v>
                </c:pt>
                <c:pt idx="22615">
                  <c:v>6.4066000000000001</c:v>
                </c:pt>
                <c:pt idx="22616">
                  <c:v>6.4069000000000003</c:v>
                </c:pt>
                <c:pt idx="22617">
                  <c:v>6.4072100000000001</c:v>
                </c:pt>
                <c:pt idx="22618">
                  <c:v>6.4075100000000003</c:v>
                </c:pt>
                <c:pt idx="22619">
                  <c:v>6.4078200000000001</c:v>
                </c:pt>
                <c:pt idx="22620">
                  <c:v>6.4081200000000003</c:v>
                </c:pt>
                <c:pt idx="22621">
                  <c:v>6.4084300000000001</c:v>
                </c:pt>
                <c:pt idx="22622">
                  <c:v>6.4087300000000003</c:v>
                </c:pt>
                <c:pt idx="22623">
                  <c:v>6.4090400000000001</c:v>
                </c:pt>
                <c:pt idx="22624">
                  <c:v>6.4093499999999999</c:v>
                </c:pt>
                <c:pt idx="22625">
                  <c:v>6.4096500000000001</c:v>
                </c:pt>
                <c:pt idx="22626">
                  <c:v>6.4099599999999999</c:v>
                </c:pt>
                <c:pt idx="22627">
                  <c:v>6.4102600000000001</c:v>
                </c:pt>
                <c:pt idx="22628">
                  <c:v>6.4105699999999999</c:v>
                </c:pt>
                <c:pt idx="22629">
                  <c:v>6.4108700000000001</c:v>
                </c:pt>
                <c:pt idx="22630">
                  <c:v>6.4111799999999999</c:v>
                </c:pt>
                <c:pt idx="22631">
                  <c:v>6.4114800000000001</c:v>
                </c:pt>
                <c:pt idx="22632">
                  <c:v>6.4117899999999999</c:v>
                </c:pt>
                <c:pt idx="22633">
                  <c:v>6.4120900000000001</c:v>
                </c:pt>
                <c:pt idx="22634">
                  <c:v>6.4123999999999999</c:v>
                </c:pt>
                <c:pt idx="22635">
                  <c:v>6.4127000000000001</c:v>
                </c:pt>
                <c:pt idx="22636">
                  <c:v>6.4130099999999999</c:v>
                </c:pt>
                <c:pt idx="22637">
                  <c:v>6.4133199999999997</c:v>
                </c:pt>
                <c:pt idx="22638">
                  <c:v>6.4136199999999999</c:v>
                </c:pt>
                <c:pt idx="22639">
                  <c:v>6.4139299999999997</c:v>
                </c:pt>
                <c:pt idx="22640">
                  <c:v>6.4142299999999999</c:v>
                </c:pt>
                <c:pt idx="22641">
                  <c:v>6.4145399999999997</c:v>
                </c:pt>
                <c:pt idx="22642">
                  <c:v>6.4148399999999999</c:v>
                </c:pt>
                <c:pt idx="22643">
                  <c:v>6.4151499999999997</c:v>
                </c:pt>
                <c:pt idx="22644">
                  <c:v>6.4154499999999999</c:v>
                </c:pt>
                <c:pt idx="22645">
                  <c:v>6.4157599999999997</c:v>
                </c:pt>
                <c:pt idx="22646">
                  <c:v>6.4160599999999999</c:v>
                </c:pt>
                <c:pt idx="22647">
                  <c:v>6.4163699999999997</c:v>
                </c:pt>
                <c:pt idx="22648">
                  <c:v>6.4166699999999999</c:v>
                </c:pt>
                <c:pt idx="22649">
                  <c:v>6.4169799999999997</c:v>
                </c:pt>
                <c:pt idx="22650">
                  <c:v>6.4172900000000004</c:v>
                </c:pt>
                <c:pt idx="22651">
                  <c:v>6.4175899999999997</c:v>
                </c:pt>
                <c:pt idx="22652">
                  <c:v>6.4179000000000004</c:v>
                </c:pt>
                <c:pt idx="22653">
                  <c:v>6.4181999999999997</c:v>
                </c:pt>
                <c:pt idx="22654">
                  <c:v>6.4185100000000004</c:v>
                </c:pt>
                <c:pt idx="22655">
                  <c:v>6.4188099999999997</c:v>
                </c:pt>
                <c:pt idx="22656">
                  <c:v>6.4191200000000004</c:v>
                </c:pt>
                <c:pt idx="22657">
                  <c:v>6.4194199999999997</c:v>
                </c:pt>
                <c:pt idx="22658">
                  <c:v>6.4197300000000004</c:v>
                </c:pt>
                <c:pt idx="22659">
                  <c:v>6.4200299999999997</c:v>
                </c:pt>
                <c:pt idx="22660">
                  <c:v>6.4203400000000004</c:v>
                </c:pt>
                <c:pt idx="22661">
                  <c:v>6.4206500000000002</c:v>
                </c:pt>
                <c:pt idx="22662">
                  <c:v>6.4209500000000004</c:v>
                </c:pt>
                <c:pt idx="22663">
                  <c:v>6.4212600000000002</c:v>
                </c:pt>
                <c:pt idx="22664">
                  <c:v>6.4215600000000004</c:v>
                </c:pt>
                <c:pt idx="22665">
                  <c:v>6.4218700000000002</c:v>
                </c:pt>
                <c:pt idx="22666">
                  <c:v>6.4221700000000004</c:v>
                </c:pt>
                <c:pt idx="22667">
                  <c:v>6.4224800000000002</c:v>
                </c:pt>
                <c:pt idx="22668">
                  <c:v>6.4227800000000004</c:v>
                </c:pt>
                <c:pt idx="22669">
                  <c:v>6.4230900000000002</c:v>
                </c:pt>
                <c:pt idx="22670">
                  <c:v>6.4233900000000004</c:v>
                </c:pt>
                <c:pt idx="22671">
                  <c:v>6.4237000000000002</c:v>
                </c:pt>
                <c:pt idx="22672">
                  <c:v>6.4240000000000004</c:v>
                </c:pt>
                <c:pt idx="22673">
                  <c:v>6.4243100000000002</c:v>
                </c:pt>
                <c:pt idx="22674">
                  <c:v>6.42462</c:v>
                </c:pt>
                <c:pt idx="22675">
                  <c:v>6.4249200000000002</c:v>
                </c:pt>
                <c:pt idx="22676">
                  <c:v>6.42523</c:v>
                </c:pt>
                <c:pt idx="22677">
                  <c:v>6.4255300000000002</c:v>
                </c:pt>
                <c:pt idx="22678">
                  <c:v>6.42584</c:v>
                </c:pt>
                <c:pt idx="22679">
                  <c:v>6.4261400000000002</c:v>
                </c:pt>
                <c:pt idx="22680">
                  <c:v>6.42645</c:v>
                </c:pt>
                <c:pt idx="22681">
                  <c:v>6.4267500000000002</c:v>
                </c:pt>
                <c:pt idx="22682">
                  <c:v>6.42706</c:v>
                </c:pt>
                <c:pt idx="22683">
                  <c:v>6.4273600000000002</c:v>
                </c:pt>
                <c:pt idx="22684">
                  <c:v>6.42767</c:v>
                </c:pt>
                <c:pt idx="22685">
                  <c:v>6.4279700000000002</c:v>
                </c:pt>
                <c:pt idx="22686">
                  <c:v>6.42828</c:v>
                </c:pt>
                <c:pt idx="22687">
                  <c:v>6.4285899999999998</c:v>
                </c:pt>
                <c:pt idx="22688">
                  <c:v>6.42889</c:v>
                </c:pt>
                <c:pt idx="22689">
                  <c:v>6.4291999999999998</c:v>
                </c:pt>
                <c:pt idx="22690">
                  <c:v>6.4295</c:v>
                </c:pt>
                <c:pt idx="22691">
                  <c:v>6.4298099999999998</c:v>
                </c:pt>
                <c:pt idx="22692">
                  <c:v>6.43011</c:v>
                </c:pt>
                <c:pt idx="22693">
                  <c:v>6.4304199999999998</c:v>
                </c:pt>
                <c:pt idx="22694">
                  <c:v>6.43072</c:v>
                </c:pt>
                <c:pt idx="22695">
                  <c:v>6.4310299999999998</c:v>
                </c:pt>
                <c:pt idx="22696">
                  <c:v>6.43133</c:v>
                </c:pt>
                <c:pt idx="22697">
                  <c:v>6.4316399999999998</c:v>
                </c:pt>
                <c:pt idx="22698">
                  <c:v>6.43194</c:v>
                </c:pt>
                <c:pt idx="22699">
                  <c:v>6.4322499999999998</c:v>
                </c:pt>
                <c:pt idx="22700">
                  <c:v>6.4325599999999996</c:v>
                </c:pt>
                <c:pt idx="22701">
                  <c:v>6.4328599999999998</c:v>
                </c:pt>
                <c:pt idx="22702">
                  <c:v>6.4331699999999996</c:v>
                </c:pt>
                <c:pt idx="22703">
                  <c:v>6.4334699999999998</c:v>
                </c:pt>
                <c:pt idx="22704">
                  <c:v>6.4337799999999996</c:v>
                </c:pt>
                <c:pt idx="22705">
                  <c:v>6.4340799999999998</c:v>
                </c:pt>
                <c:pt idx="22706">
                  <c:v>6.4343899999999996</c:v>
                </c:pt>
                <c:pt idx="22707">
                  <c:v>6.4346899999999998</c:v>
                </c:pt>
                <c:pt idx="22708">
                  <c:v>6.4349999999999996</c:v>
                </c:pt>
                <c:pt idx="22709">
                  <c:v>6.4352999999999998</c:v>
                </c:pt>
                <c:pt idx="22710">
                  <c:v>6.4356099999999996</c:v>
                </c:pt>
                <c:pt idx="22711">
                  <c:v>6.4359099999999998</c:v>
                </c:pt>
                <c:pt idx="22712">
                  <c:v>6.4362199999999996</c:v>
                </c:pt>
                <c:pt idx="22713">
                  <c:v>6.4365300000000003</c:v>
                </c:pt>
                <c:pt idx="22714">
                  <c:v>6.4368299999999996</c:v>
                </c:pt>
                <c:pt idx="22715">
                  <c:v>6.4371400000000003</c:v>
                </c:pt>
                <c:pt idx="22716">
                  <c:v>6.4374399999999996</c:v>
                </c:pt>
                <c:pt idx="22717">
                  <c:v>6.4377500000000003</c:v>
                </c:pt>
                <c:pt idx="22718">
                  <c:v>6.4380499999999996</c:v>
                </c:pt>
                <c:pt idx="22719">
                  <c:v>6.4383600000000003</c:v>
                </c:pt>
                <c:pt idx="22720">
                  <c:v>6.4386599999999996</c:v>
                </c:pt>
                <c:pt idx="22721">
                  <c:v>6.4389700000000003</c:v>
                </c:pt>
                <c:pt idx="22722">
                  <c:v>6.4392699999999996</c:v>
                </c:pt>
                <c:pt idx="22723">
                  <c:v>6.4395800000000003</c:v>
                </c:pt>
                <c:pt idx="22724">
                  <c:v>6.4398900000000001</c:v>
                </c:pt>
                <c:pt idx="22725">
                  <c:v>6.4401900000000003</c:v>
                </c:pt>
                <c:pt idx="22726">
                  <c:v>6.4405000000000001</c:v>
                </c:pt>
                <c:pt idx="22727">
                  <c:v>6.4408000000000003</c:v>
                </c:pt>
                <c:pt idx="22728">
                  <c:v>6.4411100000000001</c:v>
                </c:pt>
                <c:pt idx="22729">
                  <c:v>6.4414100000000003</c:v>
                </c:pt>
                <c:pt idx="22730">
                  <c:v>6.4417200000000001</c:v>
                </c:pt>
                <c:pt idx="22731">
                  <c:v>6.4420200000000003</c:v>
                </c:pt>
                <c:pt idx="22732">
                  <c:v>6.4423300000000001</c:v>
                </c:pt>
                <c:pt idx="22733">
                  <c:v>6.4426300000000003</c:v>
                </c:pt>
                <c:pt idx="22734">
                  <c:v>6.4429400000000001</c:v>
                </c:pt>
                <c:pt idx="22735">
                  <c:v>6.4432400000000003</c:v>
                </c:pt>
                <c:pt idx="22736">
                  <c:v>6.4435500000000001</c:v>
                </c:pt>
                <c:pt idx="22737">
                  <c:v>6.4438599999999999</c:v>
                </c:pt>
                <c:pt idx="22738">
                  <c:v>6.4441600000000001</c:v>
                </c:pt>
                <c:pt idx="22739">
                  <c:v>6.4444699999999999</c:v>
                </c:pt>
                <c:pt idx="22740">
                  <c:v>6.4447700000000001</c:v>
                </c:pt>
                <c:pt idx="22741">
                  <c:v>6.4450799999999999</c:v>
                </c:pt>
                <c:pt idx="22742">
                  <c:v>6.4453800000000001</c:v>
                </c:pt>
                <c:pt idx="22743">
                  <c:v>6.4456899999999999</c:v>
                </c:pt>
                <c:pt idx="22744">
                  <c:v>6.4459900000000001</c:v>
                </c:pt>
                <c:pt idx="22745">
                  <c:v>6.4462999999999999</c:v>
                </c:pt>
                <c:pt idx="22746">
                  <c:v>6.4466000000000001</c:v>
                </c:pt>
                <c:pt idx="22747">
                  <c:v>6.4469099999999999</c:v>
                </c:pt>
                <c:pt idx="22748">
                  <c:v>6.4472100000000001</c:v>
                </c:pt>
                <c:pt idx="22749">
                  <c:v>6.4475199999999999</c:v>
                </c:pt>
                <c:pt idx="22750">
                  <c:v>6.4478299999999997</c:v>
                </c:pt>
                <c:pt idx="22751">
                  <c:v>6.4481299999999999</c:v>
                </c:pt>
                <c:pt idx="22752">
                  <c:v>6.4484399999999997</c:v>
                </c:pt>
                <c:pt idx="22753">
                  <c:v>6.4487399999999999</c:v>
                </c:pt>
                <c:pt idx="22754">
                  <c:v>6.4490499999999997</c:v>
                </c:pt>
                <c:pt idx="22755">
                  <c:v>6.4493499999999999</c:v>
                </c:pt>
                <c:pt idx="22756">
                  <c:v>6.4496599999999997</c:v>
                </c:pt>
                <c:pt idx="22757">
                  <c:v>6.4499599999999999</c:v>
                </c:pt>
                <c:pt idx="22758">
                  <c:v>6.4502699999999997</c:v>
                </c:pt>
                <c:pt idx="22759">
                  <c:v>6.4505699999999999</c:v>
                </c:pt>
                <c:pt idx="22760">
                  <c:v>6.4508799999999997</c:v>
                </c:pt>
                <c:pt idx="22761">
                  <c:v>6.4511799999999999</c:v>
                </c:pt>
                <c:pt idx="22762">
                  <c:v>6.4514899999999997</c:v>
                </c:pt>
                <c:pt idx="22763">
                  <c:v>6.4518000000000004</c:v>
                </c:pt>
                <c:pt idx="22764">
                  <c:v>6.4520999999999997</c:v>
                </c:pt>
                <c:pt idx="22765">
                  <c:v>6.4524100000000004</c:v>
                </c:pt>
                <c:pt idx="22766">
                  <c:v>6.4527099999999997</c:v>
                </c:pt>
                <c:pt idx="22767">
                  <c:v>6.4530200000000004</c:v>
                </c:pt>
                <c:pt idx="22768">
                  <c:v>6.4533199999999997</c:v>
                </c:pt>
                <c:pt idx="22769">
                  <c:v>6.4536300000000004</c:v>
                </c:pt>
                <c:pt idx="22770">
                  <c:v>6.4539299999999997</c:v>
                </c:pt>
                <c:pt idx="22771">
                  <c:v>6.4542400000000004</c:v>
                </c:pt>
                <c:pt idx="22772">
                  <c:v>6.4545399999999997</c:v>
                </c:pt>
                <c:pt idx="22773">
                  <c:v>6.4548500000000004</c:v>
                </c:pt>
                <c:pt idx="22774">
                  <c:v>6.4551499999999997</c:v>
                </c:pt>
                <c:pt idx="22775">
                  <c:v>6.4554600000000004</c:v>
                </c:pt>
                <c:pt idx="22776">
                  <c:v>6.4557700000000002</c:v>
                </c:pt>
                <c:pt idx="22777">
                  <c:v>6.4560700000000004</c:v>
                </c:pt>
                <c:pt idx="22778">
                  <c:v>6.4563800000000002</c:v>
                </c:pt>
                <c:pt idx="22779">
                  <c:v>6.4566800000000004</c:v>
                </c:pt>
                <c:pt idx="22780">
                  <c:v>6.4569900000000002</c:v>
                </c:pt>
                <c:pt idx="22781">
                  <c:v>6.4572900000000004</c:v>
                </c:pt>
                <c:pt idx="22782">
                  <c:v>6.4576000000000002</c:v>
                </c:pt>
                <c:pt idx="22783">
                  <c:v>6.4579000000000004</c:v>
                </c:pt>
                <c:pt idx="22784">
                  <c:v>6.4582100000000002</c:v>
                </c:pt>
                <c:pt idx="22785">
                  <c:v>6.4585100000000004</c:v>
                </c:pt>
                <c:pt idx="22786">
                  <c:v>6.4588200000000002</c:v>
                </c:pt>
                <c:pt idx="22787">
                  <c:v>6.45913</c:v>
                </c:pt>
                <c:pt idx="22788">
                  <c:v>6.4594300000000002</c:v>
                </c:pt>
                <c:pt idx="22789">
                  <c:v>6.45974</c:v>
                </c:pt>
                <c:pt idx="22790">
                  <c:v>6.4600400000000002</c:v>
                </c:pt>
                <c:pt idx="22791">
                  <c:v>6.46035</c:v>
                </c:pt>
                <c:pt idx="22792">
                  <c:v>6.4606500000000002</c:v>
                </c:pt>
                <c:pt idx="22793">
                  <c:v>6.46096</c:v>
                </c:pt>
                <c:pt idx="22794">
                  <c:v>6.4612600000000002</c:v>
                </c:pt>
                <c:pt idx="22795">
                  <c:v>6.46157</c:v>
                </c:pt>
                <c:pt idx="22796">
                  <c:v>6.4618700000000002</c:v>
                </c:pt>
                <c:pt idx="22797">
                  <c:v>6.46218</c:v>
                </c:pt>
                <c:pt idx="22798">
                  <c:v>6.4624800000000002</c:v>
                </c:pt>
                <c:pt idx="22799">
                  <c:v>6.46279</c:v>
                </c:pt>
                <c:pt idx="22800">
                  <c:v>6.4630999999999998</c:v>
                </c:pt>
                <c:pt idx="22801">
                  <c:v>6.4634</c:v>
                </c:pt>
                <c:pt idx="22802">
                  <c:v>6.4637099999999998</c:v>
                </c:pt>
                <c:pt idx="22803">
                  <c:v>6.46401</c:v>
                </c:pt>
                <c:pt idx="22804">
                  <c:v>6.4643199999999998</c:v>
                </c:pt>
                <c:pt idx="22805">
                  <c:v>6.46462</c:v>
                </c:pt>
                <c:pt idx="22806">
                  <c:v>6.4649299999999998</c:v>
                </c:pt>
                <c:pt idx="22807">
                  <c:v>6.46523</c:v>
                </c:pt>
                <c:pt idx="22808">
                  <c:v>6.4655399999999998</c:v>
                </c:pt>
                <c:pt idx="22809">
                  <c:v>6.46584</c:v>
                </c:pt>
                <c:pt idx="22810">
                  <c:v>6.4661499999999998</c:v>
                </c:pt>
                <c:pt idx="22811">
                  <c:v>6.46645</c:v>
                </c:pt>
                <c:pt idx="22812">
                  <c:v>6.4667599999999998</c:v>
                </c:pt>
                <c:pt idx="22813">
                  <c:v>6.4670699999999997</c:v>
                </c:pt>
                <c:pt idx="22814">
                  <c:v>6.4673699999999998</c:v>
                </c:pt>
                <c:pt idx="22815">
                  <c:v>6.4676799999999997</c:v>
                </c:pt>
                <c:pt idx="22816">
                  <c:v>6.4679799999999998</c:v>
                </c:pt>
                <c:pt idx="22817">
                  <c:v>6.4682899999999997</c:v>
                </c:pt>
                <c:pt idx="22818">
                  <c:v>6.4685899999999998</c:v>
                </c:pt>
                <c:pt idx="22819">
                  <c:v>6.4688999999999997</c:v>
                </c:pt>
                <c:pt idx="22820">
                  <c:v>6.4691999999999998</c:v>
                </c:pt>
                <c:pt idx="22821">
                  <c:v>6.4695099999999996</c:v>
                </c:pt>
                <c:pt idx="22822">
                  <c:v>6.4698099999999998</c:v>
                </c:pt>
                <c:pt idx="22823">
                  <c:v>6.4701199999999996</c:v>
                </c:pt>
                <c:pt idx="22824">
                  <c:v>6.4704199999999998</c:v>
                </c:pt>
                <c:pt idx="22825">
                  <c:v>6.4707299999999996</c:v>
                </c:pt>
                <c:pt idx="22826">
                  <c:v>6.4710400000000003</c:v>
                </c:pt>
                <c:pt idx="22827">
                  <c:v>6.4713399999999996</c:v>
                </c:pt>
                <c:pt idx="22828">
                  <c:v>6.4716500000000003</c:v>
                </c:pt>
                <c:pt idx="22829">
                  <c:v>6.4719499999999996</c:v>
                </c:pt>
                <c:pt idx="22830">
                  <c:v>6.4722600000000003</c:v>
                </c:pt>
                <c:pt idx="22831">
                  <c:v>6.4725599999999996</c:v>
                </c:pt>
                <c:pt idx="22832">
                  <c:v>6.4728700000000003</c:v>
                </c:pt>
                <c:pt idx="22833">
                  <c:v>6.4731699999999996</c:v>
                </c:pt>
                <c:pt idx="22834">
                  <c:v>6.4734800000000003</c:v>
                </c:pt>
                <c:pt idx="22835">
                  <c:v>6.4737799999999996</c:v>
                </c:pt>
                <c:pt idx="22836">
                  <c:v>6.4740900000000003</c:v>
                </c:pt>
                <c:pt idx="22837">
                  <c:v>6.4743899999999996</c:v>
                </c:pt>
                <c:pt idx="22838">
                  <c:v>6.4747000000000003</c:v>
                </c:pt>
                <c:pt idx="22839">
                  <c:v>6.4750100000000002</c:v>
                </c:pt>
                <c:pt idx="22840">
                  <c:v>6.4753100000000003</c:v>
                </c:pt>
                <c:pt idx="22841">
                  <c:v>6.4756200000000002</c:v>
                </c:pt>
                <c:pt idx="22842">
                  <c:v>6.4759200000000003</c:v>
                </c:pt>
                <c:pt idx="22843">
                  <c:v>6.4762300000000002</c:v>
                </c:pt>
                <c:pt idx="22844">
                  <c:v>6.4765300000000003</c:v>
                </c:pt>
                <c:pt idx="22845">
                  <c:v>6.4768400000000002</c:v>
                </c:pt>
                <c:pt idx="22846">
                  <c:v>6.4771400000000003</c:v>
                </c:pt>
                <c:pt idx="22847">
                  <c:v>6.4774500000000002</c:v>
                </c:pt>
                <c:pt idx="22848">
                  <c:v>6.4777500000000003</c:v>
                </c:pt>
                <c:pt idx="22849">
                  <c:v>6.4780600000000002</c:v>
                </c:pt>
                <c:pt idx="22850">
                  <c:v>6.47837</c:v>
                </c:pt>
                <c:pt idx="22851">
                  <c:v>6.4786700000000002</c:v>
                </c:pt>
                <c:pt idx="22852">
                  <c:v>6.47898</c:v>
                </c:pt>
                <c:pt idx="22853">
                  <c:v>6.4792800000000002</c:v>
                </c:pt>
                <c:pt idx="22854">
                  <c:v>6.47959</c:v>
                </c:pt>
                <c:pt idx="22855">
                  <c:v>6.4798900000000001</c:v>
                </c:pt>
                <c:pt idx="22856">
                  <c:v>6.4802</c:v>
                </c:pt>
                <c:pt idx="22857">
                  <c:v>6.4805000000000001</c:v>
                </c:pt>
                <c:pt idx="22858">
                  <c:v>6.48081</c:v>
                </c:pt>
                <c:pt idx="22859">
                  <c:v>6.4811100000000001</c:v>
                </c:pt>
                <c:pt idx="22860">
                  <c:v>6.48142</c:v>
                </c:pt>
                <c:pt idx="22861">
                  <c:v>6.4817200000000001</c:v>
                </c:pt>
                <c:pt idx="22862">
                  <c:v>6.48203</c:v>
                </c:pt>
                <c:pt idx="22863">
                  <c:v>6.4823399999999998</c:v>
                </c:pt>
                <c:pt idx="22864">
                  <c:v>6.48264</c:v>
                </c:pt>
                <c:pt idx="22865">
                  <c:v>6.4829499999999998</c:v>
                </c:pt>
                <c:pt idx="22866">
                  <c:v>6.48325</c:v>
                </c:pt>
                <c:pt idx="22867">
                  <c:v>6.4835599999999998</c:v>
                </c:pt>
                <c:pt idx="22868">
                  <c:v>6.48386</c:v>
                </c:pt>
                <c:pt idx="22869">
                  <c:v>6.4841699999999998</c:v>
                </c:pt>
                <c:pt idx="22870">
                  <c:v>6.48447</c:v>
                </c:pt>
                <c:pt idx="22871">
                  <c:v>6.4847799999999998</c:v>
                </c:pt>
                <c:pt idx="22872">
                  <c:v>6.48508</c:v>
                </c:pt>
                <c:pt idx="22873">
                  <c:v>6.4853899999999998</c:v>
                </c:pt>
                <c:pt idx="22874">
                  <c:v>6.48569</c:v>
                </c:pt>
                <c:pt idx="22875">
                  <c:v>6.4859999999999998</c:v>
                </c:pt>
                <c:pt idx="22876">
                  <c:v>6.4863099999999996</c:v>
                </c:pt>
                <c:pt idx="22877">
                  <c:v>6.4866099999999998</c:v>
                </c:pt>
                <c:pt idx="22878">
                  <c:v>6.4869199999999996</c:v>
                </c:pt>
                <c:pt idx="22879">
                  <c:v>6.4872199999999998</c:v>
                </c:pt>
                <c:pt idx="22880">
                  <c:v>6.4875299999999996</c:v>
                </c:pt>
                <c:pt idx="22881">
                  <c:v>6.4878299999999998</c:v>
                </c:pt>
                <c:pt idx="22882">
                  <c:v>6.4881399999999996</c:v>
                </c:pt>
                <c:pt idx="22883">
                  <c:v>6.4884399999999998</c:v>
                </c:pt>
                <c:pt idx="22884">
                  <c:v>6.4887499999999996</c:v>
                </c:pt>
                <c:pt idx="22885">
                  <c:v>6.4890499999999998</c:v>
                </c:pt>
                <c:pt idx="22886">
                  <c:v>6.4893599999999996</c:v>
                </c:pt>
                <c:pt idx="22887">
                  <c:v>6.4896599999999998</c:v>
                </c:pt>
                <c:pt idx="22888">
                  <c:v>6.4899699999999996</c:v>
                </c:pt>
                <c:pt idx="22889">
                  <c:v>6.4902800000000003</c:v>
                </c:pt>
                <c:pt idx="22890">
                  <c:v>6.4905799999999996</c:v>
                </c:pt>
                <c:pt idx="22891">
                  <c:v>6.4908900000000003</c:v>
                </c:pt>
                <c:pt idx="22892">
                  <c:v>6.4911899999999996</c:v>
                </c:pt>
                <c:pt idx="22893">
                  <c:v>6.4915000000000003</c:v>
                </c:pt>
                <c:pt idx="22894">
                  <c:v>6.4917999999999996</c:v>
                </c:pt>
                <c:pt idx="22895">
                  <c:v>6.4921100000000003</c:v>
                </c:pt>
                <c:pt idx="22896">
                  <c:v>6.4924099999999996</c:v>
                </c:pt>
                <c:pt idx="22897">
                  <c:v>6.4927200000000003</c:v>
                </c:pt>
                <c:pt idx="22898">
                  <c:v>6.4930199999999996</c:v>
                </c:pt>
                <c:pt idx="22899">
                  <c:v>6.4933300000000003</c:v>
                </c:pt>
                <c:pt idx="22900">
                  <c:v>6.4936400000000001</c:v>
                </c:pt>
                <c:pt idx="22901">
                  <c:v>6.4939400000000003</c:v>
                </c:pt>
                <c:pt idx="22902">
                  <c:v>6.4942500000000001</c:v>
                </c:pt>
                <c:pt idx="22903">
                  <c:v>6.4945500000000003</c:v>
                </c:pt>
                <c:pt idx="22904">
                  <c:v>6.4948600000000001</c:v>
                </c:pt>
                <c:pt idx="22905">
                  <c:v>6.4951600000000003</c:v>
                </c:pt>
                <c:pt idx="22906">
                  <c:v>6.4954700000000001</c:v>
                </c:pt>
                <c:pt idx="22907">
                  <c:v>6.4957700000000003</c:v>
                </c:pt>
                <c:pt idx="22908">
                  <c:v>6.4960800000000001</c:v>
                </c:pt>
                <c:pt idx="22909">
                  <c:v>6.4963800000000003</c:v>
                </c:pt>
                <c:pt idx="22910">
                  <c:v>6.4966900000000001</c:v>
                </c:pt>
                <c:pt idx="22911">
                  <c:v>6.4969900000000003</c:v>
                </c:pt>
                <c:pt idx="22912">
                  <c:v>6.4973000000000001</c:v>
                </c:pt>
                <c:pt idx="22913">
                  <c:v>6.4976099999999999</c:v>
                </c:pt>
                <c:pt idx="22914">
                  <c:v>6.4979100000000001</c:v>
                </c:pt>
                <c:pt idx="22915">
                  <c:v>6.4982199999999999</c:v>
                </c:pt>
                <c:pt idx="22916">
                  <c:v>6.4985200000000001</c:v>
                </c:pt>
                <c:pt idx="22917">
                  <c:v>6.4988299999999999</c:v>
                </c:pt>
                <c:pt idx="22918">
                  <c:v>6.4991300000000001</c:v>
                </c:pt>
                <c:pt idx="22919">
                  <c:v>6.4994399999999999</c:v>
                </c:pt>
                <c:pt idx="22920">
                  <c:v>6.4997400000000001</c:v>
                </c:pt>
                <c:pt idx="22921">
                  <c:v>6.5000499999999999</c:v>
                </c:pt>
                <c:pt idx="22922">
                  <c:v>6.5003500000000001</c:v>
                </c:pt>
                <c:pt idx="22923">
                  <c:v>6.5006599999999999</c:v>
                </c:pt>
                <c:pt idx="22924">
                  <c:v>6.5009600000000001</c:v>
                </c:pt>
                <c:pt idx="22925">
                  <c:v>6.5012699999999999</c:v>
                </c:pt>
                <c:pt idx="22926">
                  <c:v>6.5015799999999997</c:v>
                </c:pt>
                <c:pt idx="22927">
                  <c:v>6.5018799999999999</c:v>
                </c:pt>
                <c:pt idx="22928">
                  <c:v>6.5021899999999997</c:v>
                </c:pt>
                <c:pt idx="22929">
                  <c:v>6.5024899999999999</c:v>
                </c:pt>
                <c:pt idx="22930">
                  <c:v>6.5027999999999997</c:v>
                </c:pt>
                <c:pt idx="22931">
                  <c:v>6.5030999999999999</c:v>
                </c:pt>
                <c:pt idx="22932">
                  <c:v>6.5034099999999997</c:v>
                </c:pt>
                <c:pt idx="22933">
                  <c:v>6.5037099999999999</c:v>
                </c:pt>
                <c:pt idx="22934">
                  <c:v>6.5040199999999997</c:v>
                </c:pt>
                <c:pt idx="22935">
                  <c:v>6.5043199999999999</c:v>
                </c:pt>
                <c:pt idx="22936">
                  <c:v>6.5046299999999997</c:v>
                </c:pt>
                <c:pt idx="22937">
                  <c:v>6.5049299999999999</c:v>
                </c:pt>
                <c:pt idx="22938">
                  <c:v>6.5052399999999997</c:v>
                </c:pt>
                <c:pt idx="22939">
                  <c:v>6.5055500000000004</c:v>
                </c:pt>
                <c:pt idx="22940">
                  <c:v>6.5058499999999997</c:v>
                </c:pt>
                <c:pt idx="22941">
                  <c:v>6.5061600000000004</c:v>
                </c:pt>
                <c:pt idx="22942">
                  <c:v>6.5064599999999997</c:v>
                </c:pt>
                <c:pt idx="22943">
                  <c:v>6.5067700000000004</c:v>
                </c:pt>
                <c:pt idx="22944">
                  <c:v>6.5070699999999997</c:v>
                </c:pt>
                <c:pt idx="22945">
                  <c:v>6.5073800000000004</c:v>
                </c:pt>
                <c:pt idx="22946">
                  <c:v>6.5076799999999997</c:v>
                </c:pt>
                <c:pt idx="22947">
                  <c:v>6.5079900000000004</c:v>
                </c:pt>
                <c:pt idx="22948">
                  <c:v>6.5082899999999997</c:v>
                </c:pt>
                <c:pt idx="22949">
                  <c:v>6.5086000000000004</c:v>
                </c:pt>
                <c:pt idx="22950">
                  <c:v>6.5088999999999997</c:v>
                </c:pt>
                <c:pt idx="22951">
                  <c:v>6.5092100000000004</c:v>
                </c:pt>
                <c:pt idx="22952">
                  <c:v>6.5095200000000002</c:v>
                </c:pt>
                <c:pt idx="22953">
                  <c:v>6.5098200000000004</c:v>
                </c:pt>
                <c:pt idx="22954">
                  <c:v>6.5101300000000002</c:v>
                </c:pt>
                <c:pt idx="22955">
                  <c:v>6.5104300000000004</c:v>
                </c:pt>
                <c:pt idx="22956">
                  <c:v>6.5107400000000002</c:v>
                </c:pt>
                <c:pt idx="22957">
                  <c:v>6.5110400000000004</c:v>
                </c:pt>
                <c:pt idx="22958">
                  <c:v>6.5113500000000002</c:v>
                </c:pt>
                <c:pt idx="22959">
                  <c:v>6.5116500000000004</c:v>
                </c:pt>
                <c:pt idx="22960">
                  <c:v>6.5119600000000002</c:v>
                </c:pt>
                <c:pt idx="22961">
                  <c:v>6.5122600000000004</c:v>
                </c:pt>
                <c:pt idx="22962">
                  <c:v>6.5125700000000002</c:v>
                </c:pt>
                <c:pt idx="22963">
                  <c:v>6.51288</c:v>
                </c:pt>
                <c:pt idx="22964">
                  <c:v>6.5131800000000002</c:v>
                </c:pt>
                <c:pt idx="22965">
                  <c:v>6.51349</c:v>
                </c:pt>
                <c:pt idx="22966">
                  <c:v>6.5137900000000002</c:v>
                </c:pt>
                <c:pt idx="22967">
                  <c:v>6.5141</c:v>
                </c:pt>
                <c:pt idx="22968">
                  <c:v>6.5144000000000002</c:v>
                </c:pt>
                <c:pt idx="22969">
                  <c:v>6.51471</c:v>
                </c:pt>
                <c:pt idx="22970">
                  <c:v>6.5150100000000002</c:v>
                </c:pt>
                <c:pt idx="22971">
                  <c:v>6.51532</c:v>
                </c:pt>
                <c:pt idx="22972">
                  <c:v>6.5156200000000002</c:v>
                </c:pt>
                <c:pt idx="22973">
                  <c:v>6.51593</c:v>
                </c:pt>
                <c:pt idx="22974">
                  <c:v>6.5162300000000002</c:v>
                </c:pt>
                <c:pt idx="22975">
                  <c:v>6.51654</c:v>
                </c:pt>
                <c:pt idx="22976">
                  <c:v>6.5168499999999998</c:v>
                </c:pt>
                <c:pt idx="22977">
                  <c:v>6.51715</c:v>
                </c:pt>
                <c:pt idx="22978">
                  <c:v>6.5174599999999998</c:v>
                </c:pt>
                <c:pt idx="22979">
                  <c:v>6.51776</c:v>
                </c:pt>
                <c:pt idx="22980">
                  <c:v>6.5180699999999998</c:v>
                </c:pt>
                <c:pt idx="22981">
                  <c:v>6.51837</c:v>
                </c:pt>
                <c:pt idx="22982">
                  <c:v>6.5186799999999998</c:v>
                </c:pt>
                <c:pt idx="22983">
                  <c:v>6.51898</c:v>
                </c:pt>
                <c:pt idx="22984">
                  <c:v>6.5192899999999998</c:v>
                </c:pt>
                <c:pt idx="22985">
                  <c:v>6.51959</c:v>
                </c:pt>
                <c:pt idx="22986">
                  <c:v>6.5198999999999998</c:v>
                </c:pt>
                <c:pt idx="22987">
                  <c:v>6.5202</c:v>
                </c:pt>
                <c:pt idx="22988">
                  <c:v>6.5205099999999998</c:v>
                </c:pt>
                <c:pt idx="22989">
                  <c:v>6.5208199999999996</c:v>
                </c:pt>
                <c:pt idx="22990">
                  <c:v>6.5211199999999998</c:v>
                </c:pt>
                <c:pt idx="22991">
                  <c:v>6.5214299999999996</c:v>
                </c:pt>
                <c:pt idx="22992">
                  <c:v>6.5217299999999998</c:v>
                </c:pt>
                <c:pt idx="22993">
                  <c:v>6.5220399999999996</c:v>
                </c:pt>
                <c:pt idx="22994">
                  <c:v>6.5223399999999998</c:v>
                </c:pt>
                <c:pt idx="22995">
                  <c:v>6.5226499999999996</c:v>
                </c:pt>
                <c:pt idx="22996">
                  <c:v>6.5229499999999998</c:v>
                </c:pt>
                <c:pt idx="22997">
                  <c:v>6.5232599999999996</c:v>
                </c:pt>
                <c:pt idx="22998">
                  <c:v>6.5235599999999998</c:v>
                </c:pt>
                <c:pt idx="22999">
                  <c:v>6.5238699999999996</c:v>
                </c:pt>
                <c:pt idx="23000">
                  <c:v>6.5241699999999998</c:v>
                </c:pt>
                <c:pt idx="23001">
                  <c:v>6.5244799999999996</c:v>
                </c:pt>
                <c:pt idx="23002">
                  <c:v>6.5247900000000003</c:v>
                </c:pt>
                <c:pt idx="23003">
                  <c:v>6.5250899999999996</c:v>
                </c:pt>
                <c:pt idx="23004">
                  <c:v>6.5254000000000003</c:v>
                </c:pt>
                <c:pt idx="23005">
                  <c:v>6.5256999999999996</c:v>
                </c:pt>
                <c:pt idx="23006">
                  <c:v>6.5260100000000003</c:v>
                </c:pt>
                <c:pt idx="23007">
                  <c:v>6.5263099999999996</c:v>
                </c:pt>
                <c:pt idx="23008">
                  <c:v>6.5266200000000003</c:v>
                </c:pt>
                <c:pt idx="23009">
                  <c:v>6.5269199999999996</c:v>
                </c:pt>
                <c:pt idx="23010">
                  <c:v>6.5272300000000003</c:v>
                </c:pt>
                <c:pt idx="23011">
                  <c:v>6.5275299999999996</c:v>
                </c:pt>
                <c:pt idx="23012">
                  <c:v>6.5278400000000003</c:v>
                </c:pt>
                <c:pt idx="23013">
                  <c:v>6.5281399999999996</c:v>
                </c:pt>
                <c:pt idx="23014">
                  <c:v>6.5284500000000003</c:v>
                </c:pt>
                <c:pt idx="23015">
                  <c:v>6.5287600000000001</c:v>
                </c:pt>
                <c:pt idx="23016">
                  <c:v>6.5290600000000003</c:v>
                </c:pt>
                <c:pt idx="23017">
                  <c:v>6.5293700000000001</c:v>
                </c:pt>
                <c:pt idx="23018">
                  <c:v>6.5296700000000003</c:v>
                </c:pt>
                <c:pt idx="23019">
                  <c:v>6.5299800000000001</c:v>
                </c:pt>
                <c:pt idx="23020">
                  <c:v>6.5302800000000003</c:v>
                </c:pt>
                <c:pt idx="23021">
                  <c:v>6.5305900000000001</c:v>
                </c:pt>
                <c:pt idx="23022">
                  <c:v>6.5308900000000003</c:v>
                </c:pt>
                <c:pt idx="23023">
                  <c:v>6.5312000000000001</c:v>
                </c:pt>
                <c:pt idx="23024">
                  <c:v>6.5315000000000003</c:v>
                </c:pt>
                <c:pt idx="23025">
                  <c:v>6.5318100000000001</c:v>
                </c:pt>
                <c:pt idx="23026">
                  <c:v>6.5321199999999999</c:v>
                </c:pt>
                <c:pt idx="23027">
                  <c:v>6.5324200000000001</c:v>
                </c:pt>
                <c:pt idx="23028">
                  <c:v>6.5327299999999999</c:v>
                </c:pt>
                <c:pt idx="23029">
                  <c:v>6.5330300000000001</c:v>
                </c:pt>
                <c:pt idx="23030">
                  <c:v>6.5333399999999999</c:v>
                </c:pt>
                <c:pt idx="23031">
                  <c:v>6.5336400000000001</c:v>
                </c:pt>
                <c:pt idx="23032">
                  <c:v>6.5339499999999999</c:v>
                </c:pt>
                <c:pt idx="23033">
                  <c:v>6.5342500000000001</c:v>
                </c:pt>
                <c:pt idx="23034">
                  <c:v>6.5345599999999999</c:v>
                </c:pt>
                <c:pt idx="23035">
                  <c:v>6.5348600000000001</c:v>
                </c:pt>
                <c:pt idx="23036">
                  <c:v>6.5351699999999999</c:v>
                </c:pt>
                <c:pt idx="23037">
                  <c:v>6.5354700000000001</c:v>
                </c:pt>
                <c:pt idx="23038">
                  <c:v>6.5357799999999999</c:v>
                </c:pt>
                <c:pt idx="23039">
                  <c:v>6.5360899999999997</c:v>
                </c:pt>
                <c:pt idx="23040">
                  <c:v>6.5363899999999999</c:v>
                </c:pt>
                <c:pt idx="23041">
                  <c:v>6.5366999999999997</c:v>
                </c:pt>
                <c:pt idx="23042">
                  <c:v>6.5369999999999999</c:v>
                </c:pt>
                <c:pt idx="23043">
                  <c:v>6.5373099999999997</c:v>
                </c:pt>
                <c:pt idx="23044">
                  <c:v>6.5376099999999999</c:v>
                </c:pt>
                <c:pt idx="23045">
                  <c:v>6.5379199999999997</c:v>
                </c:pt>
                <c:pt idx="23046">
                  <c:v>6.5382199999999999</c:v>
                </c:pt>
                <c:pt idx="23047">
                  <c:v>6.5385299999999997</c:v>
                </c:pt>
                <c:pt idx="23048">
                  <c:v>6.5388299999999999</c:v>
                </c:pt>
                <c:pt idx="23049">
                  <c:v>6.5391399999999997</c:v>
                </c:pt>
                <c:pt idx="23050">
                  <c:v>6.5394399999999999</c:v>
                </c:pt>
                <c:pt idx="23051">
                  <c:v>6.5397499999999997</c:v>
                </c:pt>
                <c:pt idx="23052">
                  <c:v>6.5400600000000004</c:v>
                </c:pt>
                <c:pt idx="23053">
                  <c:v>6.5403599999999997</c:v>
                </c:pt>
                <c:pt idx="23054">
                  <c:v>6.5406700000000004</c:v>
                </c:pt>
                <c:pt idx="23055">
                  <c:v>6.5409699999999997</c:v>
                </c:pt>
                <c:pt idx="23056">
                  <c:v>6.5412800000000004</c:v>
                </c:pt>
                <c:pt idx="23057">
                  <c:v>6.5415799999999997</c:v>
                </c:pt>
                <c:pt idx="23058">
                  <c:v>6.5418900000000004</c:v>
                </c:pt>
                <c:pt idx="23059">
                  <c:v>6.5421899999999997</c:v>
                </c:pt>
                <c:pt idx="23060">
                  <c:v>6.5425000000000004</c:v>
                </c:pt>
                <c:pt idx="23061">
                  <c:v>6.5427999999999997</c:v>
                </c:pt>
                <c:pt idx="23062">
                  <c:v>6.5431100000000004</c:v>
                </c:pt>
                <c:pt idx="23063">
                  <c:v>6.5434099999999997</c:v>
                </c:pt>
                <c:pt idx="23064">
                  <c:v>6.5437200000000004</c:v>
                </c:pt>
                <c:pt idx="23065">
                  <c:v>6.5440300000000002</c:v>
                </c:pt>
                <c:pt idx="23066">
                  <c:v>6.5443300000000004</c:v>
                </c:pt>
                <c:pt idx="23067">
                  <c:v>6.5446400000000002</c:v>
                </c:pt>
                <c:pt idx="23068">
                  <c:v>6.5449400000000004</c:v>
                </c:pt>
                <c:pt idx="23069">
                  <c:v>6.5452500000000002</c:v>
                </c:pt>
                <c:pt idx="23070">
                  <c:v>6.5455500000000004</c:v>
                </c:pt>
                <c:pt idx="23071">
                  <c:v>6.5458600000000002</c:v>
                </c:pt>
                <c:pt idx="23072">
                  <c:v>6.5461600000000004</c:v>
                </c:pt>
                <c:pt idx="23073">
                  <c:v>6.5464700000000002</c:v>
                </c:pt>
                <c:pt idx="23074">
                  <c:v>6.5467700000000004</c:v>
                </c:pt>
                <c:pt idx="23075">
                  <c:v>6.5470800000000002</c:v>
                </c:pt>
                <c:pt idx="23076">
                  <c:v>6.54739</c:v>
                </c:pt>
                <c:pt idx="23077">
                  <c:v>6.5476900000000002</c:v>
                </c:pt>
                <c:pt idx="23078">
                  <c:v>6.548</c:v>
                </c:pt>
                <c:pt idx="23079">
                  <c:v>6.5483000000000002</c:v>
                </c:pt>
                <c:pt idx="23080">
                  <c:v>6.54861</c:v>
                </c:pt>
                <c:pt idx="23081">
                  <c:v>6.5489100000000002</c:v>
                </c:pt>
                <c:pt idx="23082">
                  <c:v>6.54922</c:v>
                </c:pt>
                <c:pt idx="23083">
                  <c:v>6.5495200000000002</c:v>
                </c:pt>
                <c:pt idx="23084">
                  <c:v>6.54983</c:v>
                </c:pt>
                <c:pt idx="23085">
                  <c:v>6.5501300000000002</c:v>
                </c:pt>
                <c:pt idx="23086">
                  <c:v>6.55044</c:v>
                </c:pt>
                <c:pt idx="23087">
                  <c:v>6.5507400000000002</c:v>
                </c:pt>
                <c:pt idx="23088">
                  <c:v>6.55105</c:v>
                </c:pt>
                <c:pt idx="23089">
                  <c:v>6.5513599999999999</c:v>
                </c:pt>
                <c:pt idx="23090">
                  <c:v>6.55166</c:v>
                </c:pt>
                <c:pt idx="23091">
                  <c:v>6.5519699999999998</c:v>
                </c:pt>
                <c:pt idx="23092">
                  <c:v>6.55227</c:v>
                </c:pt>
                <c:pt idx="23093">
                  <c:v>6.5525799999999998</c:v>
                </c:pt>
                <c:pt idx="23094">
                  <c:v>6.55288</c:v>
                </c:pt>
                <c:pt idx="23095">
                  <c:v>6.5531899999999998</c:v>
                </c:pt>
                <c:pt idx="23096">
                  <c:v>6.55349</c:v>
                </c:pt>
                <c:pt idx="23097">
                  <c:v>6.5537999999999998</c:v>
                </c:pt>
                <c:pt idx="23098">
                  <c:v>6.5541</c:v>
                </c:pt>
                <c:pt idx="23099">
                  <c:v>6.5544099999999998</c:v>
                </c:pt>
                <c:pt idx="23100">
                  <c:v>6.55471</c:v>
                </c:pt>
                <c:pt idx="23101">
                  <c:v>6.5550199999999998</c:v>
                </c:pt>
                <c:pt idx="23102">
                  <c:v>6.5553299999999997</c:v>
                </c:pt>
                <c:pt idx="23103">
                  <c:v>6.5556299999999998</c:v>
                </c:pt>
                <c:pt idx="23104">
                  <c:v>6.5559399999999997</c:v>
                </c:pt>
                <c:pt idx="23105">
                  <c:v>6.5562399999999998</c:v>
                </c:pt>
                <c:pt idx="23106">
                  <c:v>6.5565499999999997</c:v>
                </c:pt>
                <c:pt idx="23107">
                  <c:v>6.5568499999999998</c:v>
                </c:pt>
                <c:pt idx="23108">
                  <c:v>6.5571599999999997</c:v>
                </c:pt>
                <c:pt idx="23109">
                  <c:v>6.5574599999999998</c:v>
                </c:pt>
                <c:pt idx="23110">
                  <c:v>6.5577699999999997</c:v>
                </c:pt>
                <c:pt idx="23111">
                  <c:v>6.5580699999999998</c:v>
                </c:pt>
                <c:pt idx="23112">
                  <c:v>6.5583799999999997</c:v>
                </c:pt>
                <c:pt idx="23113">
                  <c:v>6.5586799999999998</c:v>
                </c:pt>
                <c:pt idx="23114">
                  <c:v>6.5589899999999997</c:v>
                </c:pt>
                <c:pt idx="23115">
                  <c:v>6.5593000000000004</c:v>
                </c:pt>
                <c:pt idx="23116">
                  <c:v>6.5595999999999997</c:v>
                </c:pt>
                <c:pt idx="23117">
                  <c:v>6.5599100000000004</c:v>
                </c:pt>
                <c:pt idx="23118">
                  <c:v>6.5602099999999997</c:v>
                </c:pt>
                <c:pt idx="23119">
                  <c:v>6.5605200000000004</c:v>
                </c:pt>
                <c:pt idx="23120">
                  <c:v>6.5608199999999997</c:v>
                </c:pt>
                <c:pt idx="23121">
                  <c:v>6.5611300000000004</c:v>
                </c:pt>
                <c:pt idx="23122">
                  <c:v>6.5614299999999997</c:v>
                </c:pt>
                <c:pt idx="23123">
                  <c:v>6.5617400000000004</c:v>
                </c:pt>
                <c:pt idx="23124">
                  <c:v>6.5620399999999997</c:v>
                </c:pt>
                <c:pt idx="23125">
                  <c:v>6.5623500000000003</c:v>
                </c:pt>
                <c:pt idx="23126">
                  <c:v>6.5626499999999997</c:v>
                </c:pt>
                <c:pt idx="23127">
                  <c:v>6.5629600000000003</c:v>
                </c:pt>
                <c:pt idx="23128">
                  <c:v>6.5632700000000002</c:v>
                </c:pt>
                <c:pt idx="23129">
                  <c:v>6.5635700000000003</c:v>
                </c:pt>
                <c:pt idx="23130">
                  <c:v>6.5638800000000002</c:v>
                </c:pt>
                <c:pt idx="23131">
                  <c:v>6.5641800000000003</c:v>
                </c:pt>
                <c:pt idx="23132">
                  <c:v>6.5644900000000002</c:v>
                </c:pt>
                <c:pt idx="23133">
                  <c:v>6.5647900000000003</c:v>
                </c:pt>
                <c:pt idx="23134">
                  <c:v>6.5651000000000002</c:v>
                </c:pt>
                <c:pt idx="23135">
                  <c:v>6.5654000000000003</c:v>
                </c:pt>
                <c:pt idx="23136">
                  <c:v>6.5657100000000002</c:v>
                </c:pt>
                <c:pt idx="23137">
                  <c:v>6.5660100000000003</c:v>
                </c:pt>
                <c:pt idx="23138">
                  <c:v>6.5663200000000002</c:v>
                </c:pt>
                <c:pt idx="23139">
                  <c:v>6.56663</c:v>
                </c:pt>
                <c:pt idx="23140">
                  <c:v>6.5669300000000002</c:v>
                </c:pt>
                <c:pt idx="23141">
                  <c:v>6.56724</c:v>
                </c:pt>
                <c:pt idx="23142">
                  <c:v>6.5675400000000002</c:v>
                </c:pt>
                <c:pt idx="23143">
                  <c:v>6.56785</c:v>
                </c:pt>
                <c:pt idx="23144">
                  <c:v>6.5681500000000002</c:v>
                </c:pt>
                <c:pt idx="23145">
                  <c:v>6.56846</c:v>
                </c:pt>
                <c:pt idx="23146">
                  <c:v>6.5687600000000002</c:v>
                </c:pt>
                <c:pt idx="23147">
                  <c:v>6.56907</c:v>
                </c:pt>
                <c:pt idx="23148">
                  <c:v>6.5693700000000002</c:v>
                </c:pt>
                <c:pt idx="23149">
                  <c:v>6.56968</c:v>
                </c:pt>
                <c:pt idx="23150">
                  <c:v>6.5699800000000002</c:v>
                </c:pt>
                <c:pt idx="23151">
                  <c:v>6.57029</c:v>
                </c:pt>
                <c:pt idx="23152">
                  <c:v>6.5705999999999998</c:v>
                </c:pt>
                <c:pt idx="23153">
                  <c:v>6.5709</c:v>
                </c:pt>
                <c:pt idx="23154">
                  <c:v>6.5712099999999998</c:v>
                </c:pt>
                <c:pt idx="23155">
                  <c:v>6.57151</c:v>
                </c:pt>
                <c:pt idx="23156">
                  <c:v>6.5718199999999998</c:v>
                </c:pt>
                <c:pt idx="23157">
                  <c:v>6.57212</c:v>
                </c:pt>
                <c:pt idx="23158">
                  <c:v>6.5724299999999998</c:v>
                </c:pt>
                <c:pt idx="23159">
                  <c:v>6.57273</c:v>
                </c:pt>
                <c:pt idx="23160">
                  <c:v>6.5730399999999998</c:v>
                </c:pt>
                <c:pt idx="23161">
                  <c:v>6.57334</c:v>
                </c:pt>
                <c:pt idx="23162">
                  <c:v>6.5736499999999998</c:v>
                </c:pt>
                <c:pt idx="23163">
                  <c:v>6.57395</c:v>
                </c:pt>
                <c:pt idx="23164">
                  <c:v>6.5742599999999998</c:v>
                </c:pt>
                <c:pt idx="23165">
                  <c:v>6.5745699999999996</c:v>
                </c:pt>
                <c:pt idx="23166">
                  <c:v>6.5748699999999998</c:v>
                </c:pt>
                <c:pt idx="23167">
                  <c:v>6.5751799999999996</c:v>
                </c:pt>
                <c:pt idx="23168">
                  <c:v>6.5754799999999998</c:v>
                </c:pt>
                <c:pt idx="23169">
                  <c:v>6.5757899999999996</c:v>
                </c:pt>
                <c:pt idx="23170">
                  <c:v>6.5760899999999998</c:v>
                </c:pt>
                <c:pt idx="23171">
                  <c:v>6.5763999999999996</c:v>
                </c:pt>
                <c:pt idx="23172">
                  <c:v>6.5766999999999998</c:v>
                </c:pt>
                <c:pt idx="23173">
                  <c:v>6.5770099999999996</c:v>
                </c:pt>
                <c:pt idx="23174">
                  <c:v>6.5773099999999998</c:v>
                </c:pt>
                <c:pt idx="23175">
                  <c:v>6.5776199999999996</c:v>
                </c:pt>
                <c:pt idx="23176">
                  <c:v>6.5779199999999998</c:v>
                </c:pt>
                <c:pt idx="23177">
                  <c:v>6.5782299999999996</c:v>
                </c:pt>
                <c:pt idx="23178">
                  <c:v>6.5785400000000003</c:v>
                </c:pt>
                <c:pt idx="23179">
                  <c:v>6.5788399999999996</c:v>
                </c:pt>
                <c:pt idx="23180">
                  <c:v>6.5791500000000003</c:v>
                </c:pt>
                <c:pt idx="23181">
                  <c:v>6.5794499999999996</c:v>
                </c:pt>
                <c:pt idx="23182">
                  <c:v>6.5797600000000003</c:v>
                </c:pt>
                <c:pt idx="23183">
                  <c:v>6.5800599999999996</c:v>
                </c:pt>
                <c:pt idx="23184">
                  <c:v>6.5803700000000003</c:v>
                </c:pt>
                <c:pt idx="23185">
                  <c:v>6.5806699999999996</c:v>
                </c:pt>
                <c:pt idx="23186">
                  <c:v>6.5809800000000003</c:v>
                </c:pt>
                <c:pt idx="23187">
                  <c:v>6.5812799999999996</c:v>
                </c:pt>
                <c:pt idx="23188">
                  <c:v>6.5815900000000003</c:v>
                </c:pt>
                <c:pt idx="23189">
                  <c:v>6.5818899999999996</c:v>
                </c:pt>
                <c:pt idx="23190">
                  <c:v>6.5822000000000003</c:v>
                </c:pt>
                <c:pt idx="23191">
                  <c:v>6.5825100000000001</c:v>
                </c:pt>
                <c:pt idx="23192">
                  <c:v>6.5828100000000003</c:v>
                </c:pt>
                <c:pt idx="23193">
                  <c:v>6.5831200000000001</c:v>
                </c:pt>
                <c:pt idx="23194">
                  <c:v>6.5834200000000003</c:v>
                </c:pt>
                <c:pt idx="23195">
                  <c:v>6.5837300000000001</c:v>
                </c:pt>
                <c:pt idx="23196">
                  <c:v>6.5840300000000003</c:v>
                </c:pt>
                <c:pt idx="23197">
                  <c:v>6.5843400000000001</c:v>
                </c:pt>
                <c:pt idx="23198">
                  <c:v>6.5846400000000003</c:v>
                </c:pt>
                <c:pt idx="23199">
                  <c:v>6.5849500000000001</c:v>
                </c:pt>
                <c:pt idx="23200">
                  <c:v>6.5852500000000003</c:v>
                </c:pt>
                <c:pt idx="23201">
                  <c:v>6.5855600000000001</c:v>
                </c:pt>
                <c:pt idx="23202">
                  <c:v>6.5858699999999999</c:v>
                </c:pt>
                <c:pt idx="23203">
                  <c:v>6.5861700000000001</c:v>
                </c:pt>
                <c:pt idx="23204">
                  <c:v>6.5864799999999999</c:v>
                </c:pt>
                <c:pt idx="23205">
                  <c:v>6.5867800000000001</c:v>
                </c:pt>
                <c:pt idx="23206">
                  <c:v>6.5870899999999999</c:v>
                </c:pt>
                <c:pt idx="23207">
                  <c:v>6.5873900000000001</c:v>
                </c:pt>
                <c:pt idx="23208">
                  <c:v>6.5876999999999999</c:v>
                </c:pt>
                <c:pt idx="23209">
                  <c:v>6.5880000000000001</c:v>
                </c:pt>
                <c:pt idx="23210">
                  <c:v>6.5883099999999999</c:v>
                </c:pt>
                <c:pt idx="23211">
                  <c:v>6.5886100000000001</c:v>
                </c:pt>
                <c:pt idx="23212">
                  <c:v>6.5889199999999999</c:v>
                </c:pt>
                <c:pt idx="23213">
                  <c:v>6.5892200000000001</c:v>
                </c:pt>
                <c:pt idx="23214">
                  <c:v>6.5895299999999999</c:v>
                </c:pt>
                <c:pt idx="23215">
                  <c:v>6.5898399999999997</c:v>
                </c:pt>
                <c:pt idx="23216">
                  <c:v>6.5901399999999999</c:v>
                </c:pt>
                <c:pt idx="23217">
                  <c:v>6.5904499999999997</c:v>
                </c:pt>
                <c:pt idx="23218">
                  <c:v>6.5907499999999999</c:v>
                </c:pt>
                <c:pt idx="23219">
                  <c:v>6.5910599999999997</c:v>
                </c:pt>
                <c:pt idx="23220">
                  <c:v>6.5913599999999999</c:v>
                </c:pt>
                <c:pt idx="23221">
                  <c:v>6.5916699999999997</c:v>
                </c:pt>
                <c:pt idx="23222">
                  <c:v>6.5919699999999999</c:v>
                </c:pt>
                <c:pt idx="23223">
                  <c:v>6.5922799999999997</c:v>
                </c:pt>
                <c:pt idx="23224">
                  <c:v>6.5925799999999999</c:v>
                </c:pt>
                <c:pt idx="23225">
                  <c:v>6.5928899999999997</c:v>
                </c:pt>
                <c:pt idx="23226">
                  <c:v>6.5931899999999999</c:v>
                </c:pt>
                <c:pt idx="23227">
                  <c:v>6.5934999999999997</c:v>
                </c:pt>
                <c:pt idx="23228">
                  <c:v>6.5938100000000004</c:v>
                </c:pt>
                <c:pt idx="23229">
                  <c:v>6.5941099999999997</c:v>
                </c:pt>
                <c:pt idx="23230">
                  <c:v>6.5944200000000004</c:v>
                </c:pt>
                <c:pt idx="23231">
                  <c:v>6.5947199999999997</c:v>
                </c:pt>
                <c:pt idx="23232">
                  <c:v>6.5950300000000004</c:v>
                </c:pt>
                <c:pt idx="23233">
                  <c:v>6.5953299999999997</c:v>
                </c:pt>
                <c:pt idx="23234">
                  <c:v>6.5956400000000004</c:v>
                </c:pt>
                <c:pt idx="23235">
                  <c:v>6.5959399999999997</c:v>
                </c:pt>
                <c:pt idx="23236">
                  <c:v>6.5962500000000004</c:v>
                </c:pt>
                <c:pt idx="23237">
                  <c:v>6.5965499999999997</c:v>
                </c:pt>
                <c:pt idx="23238">
                  <c:v>6.5968600000000004</c:v>
                </c:pt>
                <c:pt idx="23239">
                  <c:v>6.5971599999999997</c:v>
                </c:pt>
                <c:pt idx="23240">
                  <c:v>6.5974700000000004</c:v>
                </c:pt>
                <c:pt idx="23241">
                  <c:v>6.5977800000000002</c:v>
                </c:pt>
                <c:pt idx="23242">
                  <c:v>6.5980800000000004</c:v>
                </c:pt>
                <c:pt idx="23243">
                  <c:v>6.5983900000000002</c:v>
                </c:pt>
                <c:pt idx="23244">
                  <c:v>6.5986900000000004</c:v>
                </c:pt>
                <c:pt idx="23245">
                  <c:v>6.5990000000000002</c:v>
                </c:pt>
                <c:pt idx="23246">
                  <c:v>6.5993000000000004</c:v>
                </c:pt>
                <c:pt idx="23247">
                  <c:v>6.5996100000000002</c:v>
                </c:pt>
                <c:pt idx="23248">
                  <c:v>6.5999100000000004</c:v>
                </c:pt>
                <c:pt idx="23249">
                  <c:v>6.6002200000000002</c:v>
                </c:pt>
                <c:pt idx="23250">
                  <c:v>6.6005200000000004</c:v>
                </c:pt>
                <c:pt idx="23251">
                  <c:v>6.6008300000000002</c:v>
                </c:pt>
                <c:pt idx="23252">
                  <c:v>6.60114</c:v>
                </c:pt>
                <c:pt idx="23253">
                  <c:v>6.6014400000000002</c:v>
                </c:pt>
                <c:pt idx="23254">
                  <c:v>6.60175</c:v>
                </c:pt>
                <c:pt idx="23255">
                  <c:v>6.6020500000000002</c:v>
                </c:pt>
                <c:pt idx="23256">
                  <c:v>6.60236</c:v>
                </c:pt>
                <c:pt idx="23257">
                  <c:v>6.6026600000000002</c:v>
                </c:pt>
                <c:pt idx="23258">
                  <c:v>6.60297</c:v>
                </c:pt>
                <c:pt idx="23259">
                  <c:v>6.6032700000000002</c:v>
                </c:pt>
                <c:pt idx="23260">
                  <c:v>6.60358</c:v>
                </c:pt>
                <c:pt idx="23261">
                  <c:v>6.6038800000000002</c:v>
                </c:pt>
                <c:pt idx="23262">
                  <c:v>6.60419</c:v>
                </c:pt>
                <c:pt idx="23263">
                  <c:v>6.6044900000000002</c:v>
                </c:pt>
                <c:pt idx="23264">
                  <c:v>6.6048</c:v>
                </c:pt>
                <c:pt idx="23265">
                  <c:v>6.6051099999999998</c:v>
                </c:pt>
                <c:pt idx="23266">
                  <c:v>6.60541</c:v>
                </c:pt>
                <c:pt idx="23267">
                  <c:v>6.6057199999999998</c:v>
                </c:pt>
                <c:pt idx="23268">
                  <c:v>6.60602</c:v>
                </c:pt>
                <c:pt idx="23269">
                  <c:v>6.6063299999999998</c:v>
                </c:pt>
                <c:pt idx="23270">
                  <c:v>6.60663</c:v>
                </c:pt>
                <c:pt idx="23271">
                  <c:v>6.6069399999999998</c:v>
                </c:pt>
                <c:pt idx="23272">
                  <c:v>6.60724</c:v>
                </c:pt>
                <c:pt idx="23273">
                  <c:v>6.6075499999999998</c:v>
                </c:pt>
                <c:pt idx="23274">
                  <c:v>6.60785</c:v>
                </c:pt>
                <c:pt idx="23275">
                  <c:v>6.6081599999999998</c:v>
                </c:pt>
                <c:pt idx="23276">
                  <c:v>6.60846</c:v>
                </c:pt>
                <c:pt idx="23277">
                  <c:v>6.6087699999999998</c:v>
                </c:pt>
                <c:pt idx="23278">
                  <c:v>6.6090799999999996</c:v>
                </c:pt>
                <c:pt idx="23279">
                  <c:v>6.6093799999999998</c:v>
                </c:pt>
                <c:pt idx="23280">
                  <c:v>6.6096899999999996</c:v>
                </c:pt>
                <c:pt idx="23281">
                  <c:v>6.6099899999999998</c:v>
                </c:pt>
                <c:pt idx="23282">
                  <c:v>6.6102999999999996</c:v>
                </c:pt>
                <c:pt idx="23283">
                  <c:v>6.6105999999999998</c:v>
                </c:pt>
                <c:pt idx="23284">
                  <c:v>6.6109099999999996</c:v>
                </c:pt>
                <c:pt idx="23285">
                  <c:v>6.6112099999999998</c:v>
                </c:pt>
                <c:pt idx="23286">
                  <c:v>6.6115199999999996</c:v>
                </c:pt>
                <c:pt idx="23287">
                  <c:v>6.6118199999999998</c:v>
                </c:pt>
                <c:pt idx="23288">
                  <c:v>6.6121299999999996</c:v>
                </c:pt>
                <c:pt idx="23289">
                  <c:v>6.6124299999999998</c:v>
                </c:pt>
                <c:pt idx="23290">
                  <c:v>6.6127399999999996</c:v>
                </c:pt>
                <c:pt idx="23291">
                  <c:v>6.6130500000000003</c:v>
                </c:pt>
                <c:pt idx="23292">
                  <c:v>6.6133499999999996</c:v>
                </c:pt>
                <c:pt idx="23293">
                  <c:v>6.6136600000000003</c:v>
                </c:pt>
                <c:pt idx="23294">
                  <c:v>6.6139599999999996</c:v>
                </c:pt>
                <c:pt idx="23295">
                  <c:v>6.6142700000000003</c:v>
                </c:pt>
                <c:pt idx="23296">
                  <c:v>6.6145699999999996</c:v>
                </c:pt>
                <c:pt idx="23297">
                  <c:v>6.6148800000000003</c:v>
                </c:pt>
                <c:pt idx="23298">
                  <c:v>6.6151799999999996</c:v>
                </c:pt>
                <c:pt idx="23299">
                  <c:v>6.6154900000000003</c:v>
                </c:pt>
                <c:pt idx="23300">
                  <c:v>6.6157899999999996</c:v>
                </c:pt>
                <c:pt idx="23301">
                  <c:v>6.6161000000000003</c:v>
                </c:pt>
                <c:pt idx="23302">
                  <c:v>6.6163999999999996</c:v>
                </c:pt>
                <c:pt idx="23303">
                  <c:v>6.6167100000000003</c:v>
                </c:pt>
                <c:pt idx="23304">
                  <c:v>6.6170200000000001</c:v>
                </c:pt>
                <c:pt idx="23305">
                  <c:v>6.6173200000000003</c:v>
                </c:pt>
                <c:pt idx="23306">
                  <c:v>6.6176300000000001</c:v>
                </c:pt>
                <c:pt idx="23307">
                  <c:v>6.6179300000000003</c:v>
                </c:pt>
                <c:pt idx="23308">
                  <c:v>6.6182400000000001</c:v>
                </c:pt>
                <c:pt idx="23309">
                  <c:v>6.6185400000000003</c:v>
                </c:pt>
                <c:pt idx="23310">
                  <c:v>6.6188500000000001</c:v>
                </c:pt>
                <c:pt idx="23311">
                  <c:v>6.6191500000000003</c:v>
                </c:pt>
                <c:pt idx="23312">
                  <c:v>6.6194600000000001</c:v>
                </c:pt>
                <c:pt idx="23313">
                  <c:v>6.6197600000000003</c:v>
                </c:pt>
                <c:pt idx="23314">
                  <c:v>6.6200700000000001</c:v>
                </c:pt>
                <c:pt idx="23315">
                  <c:v>6.6203799999999999</c:v>
                </c:pt>
                <c:pt idx="23316">
                  <c:v>6.6206800000000001</c:v>
                </c:pt>
                <c:pt idx="23317">
                  <c:v>6.6209899999999999</c:v>
                </c:pt>
                <c:pt idx="23318">
                  <c:v>6.6212900000000001</c:v>
                </c:pt>
                <c:pt idx="23319">
                  <c:v>6.6215999999999999</c:v>
                </c:pt>
                <c:pt idx="23320">
                  <c:v>6.6219000000000001</c:v>
                </c:pt>
                <c:pt idx="23321">
                  <c:v>6.6222099999999999</c:v>
                </c:pt>
                <c:pt idx="23322">
                  <c:v>6.6225100000000001</c:v>
                </c:pt>
                <c:pt idx="23323">
                  <c:v>6.6228199999999999</c:v>
                </c:pt>
                <c:pt idx="23324">
                  <c:v>6.6231200000000001</c:v>
                </c:pt>
                <c:pt idx="23325">
                  <c:v>6.6234299999999999</c:v>
                </c:pt>
                <c:pt idx="23326">
                  <c:v>6.6237300000000001</c:v>
                </c:pt>
                <c:pt idx="23327">
                  <c:v>6.6240399999999999</c:v>
                </c:pt>
                <c:pt idx="23328">
                  <c:v>6.6243499999999997</c:v>
                </c:pt>
                <c:pt idx="23329">
                  <c:v>6.6246499999999999</c:v>
                </c:pt>
                <c:pt idx="23330">
                  <c:v>6.6249599999999997</c:v>
                </c:pt>
                <c:pt idx="23331">
                  <c:v>6.6252599999999999</c:v>
                </c:pt>
                <c:pt idx="23332">
                  <c:v>6.6255699999999997</c:v>
                </c:pt>
                <c:pt idx="23333">
                  <c:v>6.6258699999999999</c:v>
                </c:pt>
                <c:pt idx="23334">
                  <c:v>6.6261799999999997</c:v>
                </c:pt>
                <c:pt idx="23335">
                  <c:v>6.6264799999999999</c:v>
                </c:pt>
                <c:pt idx="23336">
                  <c:v>6.6267899999999997</c:v>
                </c:pt>
                <c:pt idx="23337">
                  <c:v>6.6270899999999999</c:v>
                </c:pt>
                <c:pt idx="23338">
                  <c:v>6.6273999999999997</c:v>
                </c:pt>
                <c:pt idx="23339">
                  <c:v>6.6276999999999999</c:v>
                </c:pt>
                <c:pt idx="23340">
                  <c:v>6.6280099999999997</c:v>
                </c:pt>
                <c:pt idx="23341">
                  <c:v>6.6283200000000004</c:v>
                </c:pt>
                <c:pt idx="23342">
                  <c:v>6.6286199999999997</c:v>
                </c:pt>
                <c:pt idx="23343">
                  <c:v>6.6289300000000004</c:v>
                </c:pt>
                <c:pt idx="23344">
                  <c:v>6.6292299999999997</c:v>
                </c:pt>
                <c:pt idx="23345">
                  <c:v>6.6295400000000004</c:v>
                </c:pt>
                <c:pt idx="23346">
                  <c:v>6.6298399999999997</c:v>
                </c:pt>
                <c:pt idx="23347">
                  <c:v>6.6301500000000004</c:v>
                </c:pt>
                <c:pt idx="23348">
                  <c:v>6.6304499999999997</c:v>
                </c:pt>
                <c:pt idx="23349">
                  <c:v>6.6307600000000004</c:v>
                </c:pt>
                <c:pt idx="23350">
                  <c:v>6.6310599999999997</c:v>
                </c:pt>
                <c:pt idx="23351">
                  <c:v>6.6313700000000004</c:v>
                </c:pt>
                <c:pt idx="23352">
                  <c:v>6.6316699999999997</c:v>
                </c:pt>
                <c:pt idx="23353">
                  <c:v>6.6319800000000004</c:v>
                </c:pt>
                <c:pt idx="23354">
                  <c:v>6.6322900000000002</c:v>
                </c:pt>
                <c:pt idx="23355">
                  <c:v>6.6325900000000004</c:v>
                </c:pt>
                <c:pt idx="23356">
                  <c:v>6.6329000000000002</c:v>
                </c:pt>
                <c:pt idx="23357">
                  <c:v>6.6332000000000004</c:v>
                </c:pt>
                <c:pt idx="23358">
                  <c:v>6.6335100000000002</c:v>
                </c:pt>
                <c:pt idx="23359">
                  <c:v>6.6338100000000004</c:v>
                </c:pt>
                <c:pt idx="23360">
                  <c:v>6.6341200000000002</c:v>
                </c:pt>
                <c:pt idx="23361">
                  <c:v>6.6344200000000004</c:v>
                </c:pt>
                <c:pt idx="23362">
                  <c:v>6.6347300000000002</c:v>
                </c:pt>
                <c:pt idx="23363">
                  <c:v>6.6350300000000004</c:v>
                </c:pt>
                <c:pt idx="23364">
                  <c:v>6.6353400000000002</c:v>
                </c:pt>
                <c:pt idx="23365">
                  <c:v>6.6356400000000004</c:v>
                </c:pt>
                <c:pt idx="23366">
                  <c:v>6.6359500000000002</c:v>
                </c:pt>
                <c:pt idx="23367">
                  <c:v>6.63626</c:v>
                </c:pt>
                <c:pt idx="23368">
                  <c:v>6.6365600000000002</c:v>
                </c:pt>
                <c:pt idx="23369">
                  <c:v>6.63687</c:v>
                </c:pt>
                <c:pt idx="23370">
                  <c:v>6.6371700000000002</c:v>
                </c:pt>
                <c:pt idx="23371">
                  <c:v>6.63748</c:v>
                </c:pt>
                <c:pt idx="23372">
                  <c:v>6.6377800000000002</c:v>
                </c:pt>
                <c:pt idx="23373">
                  <c:v>6.63809</c:v>
                </c:pt>
                <c:pt idx="23374">
                  <c:v>6.6383900000000002</c:v>
                </c:pt>
                <c:pt idx="23375">
                  <c:v>6.6387</c:v>
                </c:pt>
                <c:pt idx="23376">
                  <c:v>6.6390000000000002</c:v>
                </c:pt>
                <c:pt idx="23377">
                  <c:v>6.63931</c:v>
                </c:pt>
                <c:pt idx="23378">
                  <c:v>6.6396199999999999</c:v>
                </c:pt>
                <c:pt idx="23379">
                  <c:v>6.63992</c:v>
                </c:pt>
                <c:pt idx="23380">
                  <c:v>6.6402299999999999</c:v>
                </c:pt>
                <c:pt idx="23381">
                  <c:v>6.64053</c:v>
                </c:pt>
                <c:pt idx="23382">
                  <c:v>6.6408399999999999</c:v>
                </c:pt>
                <c:pt idx="23383">
                  <c:v>6.64114</c:v>
                </c:pt>
                <c:pt idx="23384">
                  <c:v>6.6414499999999999</c:v>
                </c:pt>
                <c:pt idx="23385">
                  <c:v>6.64175</c:v>
                </c:pt>
                <c:pt idx="23386">
                  <c:v>6.6420599999999999</c:v>
                </c:pt>
                <c:pt idx="23387">
                  <c:v>6.64236</c:v>
                </c:pt>
                <c:pt idx="23388">
                  <c:v>6.6426699999999999</c:v>
                </c:pt>
                <c:pt idx="23389">
                  <c:v>6.64297</c:v>
                </c:pt>
                <c:pt idx="23390">
                  <c:v>6.6432799999999999</c:v>
                </c:pt>
                <c:pt idx="23391">
                  <c:v>6.6435899999999997</c:v>
                </c:pt>
                <c:pt idx="23392">
                  <c:v>6.6438899999999999</c:v>
                </c:pt>
                <c:pt idx="23393">
                  <c:v>6.6441999999999997</c:v>
                </c:pt>
                <c:pt idx="23394">
                  <c:v>6.6444999999999999</c:v>
                </c:pt>
                <c:pt idx="23395">
                  <c:v>6.6448099999999997</c:v>
                </c:pt>
                <c:pt idx="23396">
                  <c:v>6.6451099999999999</c:v>
                </c:pt>
                <c:pt idx="23397">
                  <c:v>6.6454199999999997</c:v>
                </c:pt>
                <c:pt idx="23398">
                  <c:v>6.6457199999999998</c:v>
                </c:pt>
                <c:pt idx="23399">
                  <c:v>6.6460299999999997</c:v>
                </c:pt>
                <c:pt idx="23400">
                  <c:v>6.6463299999999998</c:v>
                </c:pt>
                <c:pt idx="23401">
                  <c:v>6.6466399999999997</c:v>
                </c:pt>
                <c:pt idx="23402">
                  <c:v>6.6469399999999998</c:v>
                </c:pt>
                <c:pt idx="23403">
                  <c:v>6.6472499999999997</c:v>
                </c:pt>
                <c:pt idx="23404">
                  <c:v>6.6475600000000004</c:v>
                </c:pt>
                <c:pt idx="23405">
                  <c:v>6.6478599999999997</c:v>
                </c:pt>
                <c:pt idx="23406">
                  <c:v>6.6481700000000004</c:v>
                </c:pt>
                <c:pt idx="23407">
                  <c:v>6.6484699999999997</c:v>
                </c:pt>
                <c:pt idx="23408">
                  <c:v>6.6487800000000004</c:v>
                </c:pt>
                <c:pt idx="23409">
                  <c:v>6.6490799999999997</c:v>
                </c:pt>
                <c:pt idx="23410">
                  <c:v>6.6493900000000004</c:v>
                </c:pt>
                <c:pt idx="23411">
                  <c:v>6.6496899999999997</c:v>
                </c:pt>
                <c:pt idx="23412">
                  <c:v>6.65</c:v>
                </c:pt>
                <c:pt idx="23413">
                  <c:v>6.6502999999999997</c:v>
                </c:pt>
                <c:pt idx="23414">
                  <c:v>6.6506100000000004</c:v>
                </c:pt>
                <c:pt idx="23415">
                  <c:v>6.6509099999999997</c:v>
                </c:pt>
                <c:pt idx="23416">
                  <c:v>6.6512200000000004</c:v>
                </c:pt>
                <c:pt idx="23417">
                  <c:v>6.6515300000000002</c:v>
                </c:pt>
                <c:pt idx="23418">
                  <c:v>6.6518300000000004</c:v>
                </c:pt>
                <c:pt idx="23419">
                  <c:v>6.6521400000000002</c:v>
                </c:pt>
                <c:pt idx="23420">
                  <c:v>6.6524400000000004</c:v>
                </c:pt>
                <c:pt idx="23421">
                  <c:v>6.6527500000000002</c:v>
                </c:pt>
                <c:pt idx="23422">
                  <c:v>6.6530500000000004</c:v>
                </c:pt>
                <c:pt idx="23423">
                  <c:v>6.6533600000000002</c:v>
                </c:pt>
                <c:pt idx="23424">
                  <c:v>6.6536600000000004</c:v>
                </c:pt>
                <c:pt idx="23425">
                  <c:v>6.6539700000000002</c:v>
                </c:pt>
                <c:pt idx="23426">
                  <c:v>6.6542700000000004</c:v>
                </c:pt>
                <c:pt idx="23427">
                  <c:v>6.6545800000000002</c:v>
                </c:pt>
                <c:pt idx="23428">
                  <c:v>6.6548800000000004</c:v>
                </c:pt>
                <c:pt idx="23429">
                  <c:v>6.6551900000000002</c:v>
                </c:pt>
                <c:pt idx="23430">
                  <c:v>6.6555</c:v>
                </c:pt>
                <c:pt idx="23431">
                  <c:v>6.6558000000000002</c:v>
                </c:pt>
                <c:pt idx="23432">
                  <c:v>6.65611</c:v>
                </c:pt>
                <c:pt idx="23433">
                  <c:v>6.6564100000000002</c:v>
                </c:pt>
                <c:pt idx="23434">
                  <c:v>6.65672</c:v>
                </c:pt>
                <c:pt idx="23435">
                  <c:v>6.6570200000000002</c:v>
                </c:pt>
                <c:pt idx="23436">
                  <c:v>6.65733</c:v>
                </c:pt>
                <c:pt idx="23437">
                  <c:v>6.6576300000000002</c:v>
                </c:pt>
                <c:pt idx="23438">
                  <c:v>6.65794</c:v>
                </c:pt>
                <c:pt idx="23439">
                  <c:v>6.6582400000000002</c:v>
                </c:pt>
                <c:pt idx="23440">
                  <c:v>6.65855</c:v>
                </c:pt>
                <c:pt idx="23441">
                  <c:v>6.6588599999999998</c:v>
                </c:pt>
                <c:pt idx="23442">
                  <c:v>6.65916</c:v>
                </c:pt>
                <c:pt idx="23443">
                  <c:v>6.6594699999999998</c:v>
                </c:pt>
                <c:pt idx="23444">
                  <c:v>6.65977</c:v>
                </c:pt>
                <c:pt idx="23445">
                  <c:v>6.6600799999999998</c:v>
                </c:pt>
                <c:pt idx="23446">
                  <c:v>6.66038</c:v>
                </c:pt>
                <c:pt idx="23447">
                  <c:v>6.6606899999999998</c:v>
                </c:pt>
                <c:pt idx="23448">
                  <c:v>6.66099</c:v>
                </c:pt>
                <c:pt idx="23449">
                  <c:v>6.6612999999999998</c:v>
                </c:pt>
                <c:pt idx="23450">
                  <c:v>6.6616</c:v>
                </c:pt>
                <c:pt idx="23451">
                  <c:v>6.6619099999999998</c:v>
                </c:pt>
                <c:pt idx="23452">
                  <c:v>6.66221</c:v>
                </c:pt>
                <c:pt idx="23453">
                  <c:v>6.6625199999999998</c:v>
                </c:pt>
                <c:pt idx="23454">
                  <c:v>6.6628299999999996</c:v>
                </c:pt>
                <c:pt idx="23455">
                  <c:v>6.6631299999999998</c:v>
                </c:pt>
                <c:pt idx="23456">
                  <c:v>6.6634399999999996</c:v>
                </c:pt>
                <c:pt idx="23457">
                  <c:v>6.6637399999999998</c:v>
                </c:pt>
                <c:pt idx="23458">
                  <c:v>6.6640499999999996</c:v>
                </c:pt>
                <c:pt idx="23459">
                  <c:v>6.6643499999999998</c:v>
                </c:pt>
                <c:pt idx="23460">
                  <c:v>6.6646599999999996</c:v>
                </c:pt>
                <c:pt idx="23461">
                  <c:v>6.6649599999999998</c:v>
                </c:pt>
                <c:pt idx="23462">
                  <c:v>6.6652699999999996</c:v>
                </c:pt>
                <c:pt idx="23463">
                  <c:v>6.6655699999999998</c:v>
                </c:pt>
                <c:pt idx="23464">
                  <c:v>6.6658799999999996</c:v>
                </c:pt>
                <c:pt idx="23465">
                  <c:v>6.6661799999999998</c:v>
                </c:pt>
                <c:pt idx="23466">
                  <c:v>6.6664899999999996</c:v>
                </c:pt>
                <c:pt idx="23467">
                  <c:v>6.6668000000000003</c:v>
                </c:pt>
                <c:pt idx="23468">
                  <c:v>6.6670999999999996</c:v>
                </c:pt>
                <c:pt idx="23469">
                  <c:v>6.6674100000000003</c:v>
                </c:pt>
                <c:pt idx="23470">
                  <c:v>6.6677099999999996</c:v>
                </c:pt>
                <c:pt idx="23471">
                  <c:v>6.6680200000000003</c:v>
                </c:pt>
                <c:pt idx="23472">
                  <c:v>6.6683199999999996</c:v>
                </c:pt>
                <c:pt idx="23473">
                  <c:v>6.6686300000000003</c:v>
                </c:pt>
                <c:pt idx="23474">
                  <c:v>6.6689299999999996</c:v>
                </c:pt>
                <c:pt idx="23475">
                  <c:v>6.6692400000000003</c:v>
                </c:pt>
                <c:pt idx="23476">
                  <c:v>6.6695399999999996</c:v>
                </c:pt>
                <c:pt idx="23477">
                  <c:v>6.6698500000000003</c:v>
                </c:pt>
                <c:pt idx="23478">
                  <c:v>6.6701499999999996</c:v>
                </c:pt>
                <c:pt idx="23479">
                  <c:v>6.6704600000000003</c:v>
                </c:pt>
                <c:pt idx="23480">
                  <c:v>6.6707700000000001</c:v>
                </c:pt>
                <c:pt idx="23481">
                  <c:v>6.6710700000000003</c:v>
                </c:pt>
                <c:pt idx="23482">
                  <c:v>6.6713800000000001</c:v>
                </c:pt>
                <c:pt idx="23483">
                  <c:v>6.6716800000000003</c:v>
                </c:pt>
                <c:pt idx="23484">
                  <c:v>6.6719900000000001</c:v>
                </c:pt>
                <c:pt idx="23485">
                  <c:v>6.6722900000000003</c:v>
                </c:pt>
                <c:pt idx="23486">
                  <c:v>6.6726000000000001</c:v>
                </c:pt>
                <c:pt idx="23487">
                  <c:v>6.6729000000000003</c:v>
                </c:pt>
                <c:pt idx="23488">
                  <c:v>6.6732100000000001</c:v>
                </c:pt>
                <c:pt idx="23489">
                  <c:v>6.6735100000000003</c:v>
                </c:pt>
                <c:pt idx="23490">
                  <c:v>6.6738200000000001</c:v>
                </c:pt>
                <c:pt idx="23491">
                  <c:v>6.6741299999999999</c:v>
                </c:pt>
                <c:pt idx="23492">
                  <c:v>6.6744300000000001</c:v>
                </c:pt>
                <c:pt idx="23493">
                  <c:v>6.6747399999999999</c:v>
                </c:pt>
                <c:pt idx="23494">
                  <c:v>6.6750400000000001</c:v>
                </c:pt>
                <c:pt idx="23495">
                  <c:v>6.6753499999999999</c:v>
                </c:pt>
                <c:pt idx="23496">
                  <c:v>6.6756500000000001</c:v>
                </c:pt>
                <c:pt idx="23497">
                  <c:v>6.6759599999999999</c:v>
                </c:pt>
                <c:pt idx="23498">
                  <c:v>6.6762600000000001</c:v>
                </c:pt>
                <c:pt idx="23499">
                  <c:v>6.6765699999999999</c:v>
                </c:pt>
                <c:pt idx="23500">
                  <c:v>6.6768700000000001</c:v>
                </c:pt>
                <c:pt idx="23501">
                  <c:v>6.6771799999999999</c:v>
                </c:pt>
                <c:pt idx="23502">
                  <c:v>6.6774800000000001</c:v>
                </c:pt>
                <c:pt idx="23503">
                  <c:v>6.6777899999999999</c:v>
                </c:pt>
                <c:pt idx="23504">
                  <c:v>6.6780999999999997</c:v>
                </c:pt>
                <c:pt idx="23505">
                  <c:v>6.6783999999999999</c:v>
                </c:pt>
                <c:pt idx="23506">
                  <c:v>6.6787099999999997</c:v>
                </c:pt>
                <c:pt idx="23507">
                  <c:v>6.6790099999999999</c:v>
                </c:pt>
                <c:pt idx="23508">
                  <c:v>6.6793199999999997</c:v>
                </c:pt>
                <c:pt idx="23509">
                  <c:v>6.6796199999999999</c:v>
                </c:pt>
                <c:pt idx="23510">
                  <c:v>6.6799299999999997</c:v>
                </c:pt>
                <c:pt idx="23511">
                  <c:v>6.6802299999999999</c:v>
                </c:pt>
                <c:pt idx="23512">
                  <c:v>6.6805399999999997</c:v>
                </c:pt>
                <c:pt idx="23513">
                  <c:v>6.6808399999999999</c:v>
                </c:pt>
                <c:pt idx="23514">
                  <c:v>6.6811499999999997</c:v>
                </c:pt>
                <c:pt idx="23515">
                  <c:v>6.6814499999999999</c:v>
                </c:pt>
                <c:pt idx="23516">
                  <c:v>6.6817599999999997</c:v>
                </c:pt>
                <c:pt idx="23517">
                  <c:v>6.6820700000000004</c:v>
                </c:pt>
                <c:pt idx="23518">
                  <c:v>6.6823699999999997</c:v>
                </c:pt>
                <c:pt idx="23519">
                  <c:v>6.6826800000000004</c:v>
                </c:pt>
                <c:pt idx="23520">
                  <c:v>6.6829799999999997</c:v>
                </c:pt>
                <c:pt idx="23521">
                  <c:v>6.6832900000000004</c:v>
                </c:pt>
                <c:pt idx="23522">
                  <c:v>6.6835899999999997</c:v>
                </c:pt>
                <c:pt idx="23523">
                  <c:v>6.6839000000000004</c:v>
                </c:pt>
                <c:pt idx="23524">
                  <c:v>6.6841999999999997</c:v>
                </c:pt>
                <c:pt idx="23525">
                  <c:v>6.6845100000000004</c:v>
                </c:pt>
                <c:pt idx="23526">
                  <c:v>6.6848099999999997</c:v>
                </c:pt>
                <c:pt idx="23527">
                  <c:v>6.6851200000000004</c:v>
                </c:pt>
                <c:pt idx="23528">
                  <c:v>6.6854199999999997</c:v>
                </c:pt>
                <c:pt idx="23529">
                  <c:v>6.6857300000000004</c:v>
                </c:pt>
                <c:pt idx="23530">
                  <c:v>6.6860400000000002</c:v>
                </c:pt>
                <c:pt idx="23531">
                  <c:v>6.6863400000000004</c:v>
                </c:pt>
                <c:pt idx="23532">
                  <c:v>6.6866500000000002</c:v>
                </c:pt>
                <c:pt idx="23533">
                  <c:v>6.6869500000000004</c:v>
                </c:pt>
                <c:pt idx="23534">
                  <c:v>6.6872600000000002</c:v>
                </c:pt>
                <c:pt idx="23535">
                  <c:v>6.6875600000000004</c:v>
                </c:pt>
                <c:pt idx="23536">
                  <c:v>6.6878700000000002</c:v>
                </c:pt>
                <c:pt idx="23537">
                  <c:v>6.6881700000000004</c:v>
                </c:pt>
                <c:pt idx="23538">
                  <c:v>6.6884800000000002</c:v>
                </c:pt>
                <c:pt idx="23539">
                  <c:v>6.6887800000000004</c:v>
                </c:pt>
                <c:pt idx="23540">
                  <c:v>6.6890900000000002</c:v>
                </c:pt>
                <c:pt idx="23541">
                  <c:v>6.6893900000000004</c:v>
                </c:pt>
                <c:pt idx="23542">
                  <c:v>6.6897000000000002</c:v>
                </c:pt>
                <c:pt idx="23543">
                  <c:v>6.69001</c:v>
                </c:pt>
                <c:pt idx="23544">
                  <c:v>6.6903100000000002</c:v>
                </c:pt>
                <c:pt idx="23545">
                  <c:v>6.69062</c:v>
                </c:pt>
                <c:pt idx="23546">
                  <c:v>6.6909200000000002</c:v>
                </c:pt>
                <c:pt idx="23547">
                  <c:v>6.69123</c:v>
                </c:pt>
                <c:pt idx="23548">
                  <c:v>6.6915300000000002</c:v>
                </c:pt>
                <c:pt idx="23549">
                  <c:v>6.69184</c:v>
                </c:pt>
                <c:pt idx="23550">
                  <c:v>6.6921400000000002</c:v>
                </c:pt>
                <c:pt idx="23551">
                  <c:v>6.69245</c:v>
                </c:pt>
                <c:pt idx="23552">
                  <c:v>6.6927500000000002</c:v>
                </c:pt>
                <c:pt idx="23553">
                  <c:v>6.69306</c:v>
                </c:pt>
                <c:pt idx="23554">
                  <c:v>6.6933699999999998</c:v>
                </c:pt>
                <c:pt idx="23555">
                  <c:v>6.69367</c:v>
                </c:pt>
                <c:pt idx="23556">
                  <c:v>6.6939799999999998</c:v>
                </c:pt>
                <c:pt idx="23557">
                  <c:v>6.69428</c:v>
                </c:pt>
                <c:pt idx="23558">
                  <c:v>6.6945899999999998</c:v>
                </c:pt>
                <c:pt idx="23559">
                  <c:v>6.69489</c:v>
                </c:pt>
                <c:pt idx="23560">
                  <c:v>6.6951999999999998</c:v>
                </c:pt>
                <c:pt idx="23561">
                  <c:v>6.6955</c:v>
                </c:pt>
                <c:pt idx="23562">
                  <c:v>6.6958099999999998</c:v>
                </c:pt>
                <c:pt idx="23563">
                  <c:v>6.69611</c:v>
                </c:pt>
                <c:pt idx="23564">
                  <c:v>6.6964199999999998</c:v>
                </c:pt>
                <c:pt idx="23565">
                  <c:v>6.69672</c:v>
                </c:pt>
                <c:pt idx="23566">
                  <c:v>6.6970299999999998</c:v>
                </c:pt>
                <c:pt idx="23567">
                  <c:v>6.6973399999999996</c:v>
                </c:pt>
                <c:pt idx="23568">
                  <c:v>6.6976399999999998</c:v>
                </c:pt>
                <c:pt idx="23569">
                  <c:v>6.6979499999999996</c:v>
                </c:pt>
                <c:pt idx="23570">
                  <c:v>6.6982499999999998</c:v>
                </c:pt>
                <c:pt idx="23571">
                  <c:v>6.6985599999999996</c:v>
                </c:pt>
                <c:pt idx="23572">
                  <c:v>6.6988599999999998</c:v>
                </c:pt>
                <c:pt idx="23573">
                  <c:v>6.6991699999999996</c:v>
                </c:pt>
                <c:pt idx="23574">
                  <c:v>6.6994699999999998</c:v>
                </c:pt>
                <c:pt idx="23575">
                  <c:v>6.6997799999999996</c:v>
                </c:pt>
                <c:pt idx="23576">
                  <c:v>6.7000799999999998</c:v>
                </c:pt>
                <c:pt idx="23577">
                  <c:v>6.7003899999999996</c:v>
                </c:pt>
                <c:pt idx="23578">
                  <c:v>6.7006899999999998</c:v>
                </c:pt>
                <c:pt idx="23579">
                  <c:v>6.7009999999999996</c:v>
                </c:pt>
                <c:pt idx="23580">
                  <c:v>6.7013100000000003</c:v>
                </c:pt>
                <c:pt idx="23581">
                  <c:v>6.7016099999999996</c:v>
                </c:pt>
                <c:pt idx="23582">
                  <c:v>6.7019200000000003</c:v>
                </c:pt>
                <c:pt idx="23583">
                  <c:v>6.7022199999999996</c:v>
                </c:pt>
                <c:pt idx="23584">
                  <c:v>6.7025300000000003</c:v>
                </c:pt>
                <c:pt idx="23585">
                  <c:v>6.7028299999999996</c:v>
                </c:pt>
                <c:pt idx="23586">
                  <c:v>6.7031400000000003</c:v>
                </c:pt>
                <c:pt idx="23587">
                  <c:v>6.7034399999999996</c:v>
                </c:pt>
                <c:pt idx="23588">
                  <c:v>6.7037500000000003</c:v>
                </c:pt>
                <c:pt idx="23589">
                  <c:v>6.7040499999999996</c:v>
                </c:pt>
                <c:pt idx="23590">
                  <c:v>6.7043600000000003</c:v>
                </c:pt>
                <c:pt idx="23591">
                  <c:v>6.7046599999999996</c:v>
                </c:pt>
                <c:pt idx="23592">
                  <c:v>6.7049700000000003</c:v>
                </c:pt>
                <c:pt idx="23593">
                  <c:v>6.7052800000000001</c:v>
                </c:pt>
                <c:pt idx="23594">
                  <c:v>6.7055800000000003</c:v>
                </c:pt>
                <c:pt idx="23595">
                  <c:v>6.7058900000000001</c:v>
                </c:pt>
                <c:pt idx="23596">
                  <c:v>6.7061900000000003</c:v>
                </c:pt>
                <c:pt idx="23597">
                  <c:v>6.7065000000000001</c:v>
                </c:pt>
                <c:pt idx="23598">
                  <c:v>6.7068000000000003</c:v>
                </c:pt>
                <c:pt idx="23599">
                  <c:v>6.7071100000000001</c:v>
                </c:pt>
                <c:pt idx="23600">
                  <c:v>6.7074100000000003</c:v>
                </c:pt>
                <c:pt idx="23601">
                  <c:v>6.7077200000000001</c:v>
                </c:pt>
                <c:pt idx="23602">
                  <c:v>6.7080200000000003</c:v>
                </c:pt>
                <c:pt idx="23603">
                  <c:v>6.7083300000000001</c:v>
                </c:pt>
                <c:pt idx="23604">
                  <c:v>6.7086300000000003</c:v>
                </c:pt>
                <c:pt idx="23605">
                  <c:v>6.7089400000000001</c:v>
                </c:pt>
                <c:pt idx="23606">
                  <c:v>6.7092499999999999</c:v>
                </c:pt>
                <c:pt idx="23607">
                  <c:v>6.7095500000000001</c:v>
                </c:pt>
                <c:pt idx="23608">
                  <c:v>6.7098599999999999</c:v>
                </c:pt>
                <c:pt idx="23609">
                  <c:v>6.7101600000000001</c:v>
                </c:pt>
                <c:pt idx="23610">
                  <c:v>6.7104699999999999</c:v>
                </c:pt>
                <c:pt idx="23611">
                  <c:v>6.7107700000000001</c:v>
                </c:pt>
                <c:pt idx="23612">
                  <c:v>6.7110799999999999</c:v>
                </c:pt>
                <c:pt idx="23613">
                  <c:v>6.7113800000000001</c:v>
                </c:pt>
                <c:pt idx="23614">
                  <c:v>6.7116899999999999</c:v>
                </c:pt>
                <c:pt idx="23615">
                  <c:v>6.7119900000000001</c:v>
                </c:pt>
                <c:pt idx="23616">
                  <c:v>6.7122999999999999</c:v>
                </c:pt>
                <c:pt idx="23617">
                  <c:v>6.7126099999999997</c:v>
                </c:pt>
                <c:pt idx="23618">
                  <c:v>6.7129099999999999</c:v>
                </c:pt>
                <c:pt idx="23619">
                  <c:v>6.7132199999999997</c:v>
                </c:pt>
                <c:pt idx="23620">
                  <c:v>6.7135199999999999</c:v>
                </c:pt>
                <c:pt idx="23621">
                  <c:v>6.7138299999999997</c:v>
                </c:pt>
                <c:pt idx="23622">
                  <c:v>6.7141299999999999</c:v>
                </c:pt>
                <c:pt idx="23623">
                  <c:v>6.7144399999999997</c:v>
                </c:pt>
                <c:pt idx="23624">
                  <c:v>6.7147399999999999</c:v>
                </c:pt>
                <c:pt idx="23625">
                  <c:v>6.7150499999999997</c:v>
                </c:pt>
                <c:pt idx="23626">
                  <c:v>6.7153499999999999</c:v>
                </c:pt>
                <c:pt idx="23627">
                  <c:v>6.7156599999999997</c:v>
                </c:pt>
                <c:pt idx="23628">
                  <c:v>6.7159599999999999</c:v>
                </c:pt>
                <c:pt idx="23629">
                  <c:v>6.7162699999999997</c:v>
                </c:pt>
                <c:pt idx="23630">
                  <c:v>6.7165800000000004</c:v>
                </c:pt>
                <c:pt idx="23631">
                  <c:v>6.7168799999999997</c:v>
                </c:pt>
                <c:pt idx="23632">
                  <c:v>6.7171900000000004</c:v>
                </c:pt>
                <c:pt idx="23633">
                  <c:v>6.7174899999999997</c:v>
                </c:pt>
                <c:pt idx="23634">
                  <c:v>6.7178000000000004</c:v>
                </c:pt>
                <c:pt idx="23635">
                  <c:v>6.7180999999999997</c:v>
                </c:pt>
                <c:pt idx="23636">
                  <c:v>6.7184100000000004</c:v>
                </c:pt>
                <c:pt idx="23637">
                  <c:v>6.7187099999999997</c:v>
                </c:pt>
                <c:pt idx="23638">
                  <c:v>6.7190200000000004</c:v>
                </c:pt>
                <c:pt idx="23639">
                  <c:v>6.7193199999999997</c:v>
                </c:pt>
                <c:pt idx="23640">
                  <c:v>6.7196300000000004</c:v>
                </c:pt>
                <c:pt idx="23641">
                  <c:v>6.7199299999999997</c:v>
                </c:pt>
                <c:pt idx="23642">
                  <c:v>6.7202400000000004</c:v>
                </c:pt>
                <c:pt idx="23643">
                  <c:v>6.7205500000000002</c:v>
                </c:pt>
                <c:pt idx="23644">
                  <c:v>6.7208500000000004</c:v>
                </c:pt>
                <c:pt idx="23645">
                  <c:v>6.7211600000000002</c:v>
                </c:pt>
                <c:pt idx="23646">
                  <c:v>6.7214600000000004</c:v>
                </c:pt>
                <c:pt idx="23647">
                  <c:v>6.7217700000000002</c:v>
                </c:pt>
                <c:pt idx="23648">
                  <c:v>6.7220700000000004</c:v>
                </c:pt>
                <c:pt idx="23649">
                  <c:v>6.7223800000000002</c:v>
                </c:pt>
                <c:pt idx="23650">
                  <c:v>6.7226800000000004</c:v>
                </c:pt>
                <c:pt idx="23651">
                  <c:v>6.7229900000000002</c:v>
                </c:pt>
                <c:pt idx="23652">
                  <c:v>6.7232900000000004</c:v>
                </c:pt>
                <c:pt idx="23653">
                  <c:v>6.7236000000000002</c:v>
                </c:pt>
                <c:pt idx="23654">
                  <c:v>6.7239000000000004</c:v>
                </c:pt>
                <c:pt idx="23655">
                  <c:v>6.7242100000000002</c:v>
                </c:pt>
                <c:pt idx="23656">
                  <c:v>6.7245200000000001</c:v>
                </c:pt>
                <c:pt idx="23657">
                  <c:v>6.7248200000000002</c:v>
                </c:pt>
                <c:pt idx="23658">
                  <c:v>6.7251300000000001</c:v>
                </c:pt>
                <c:pt idx="23659">
                  <c:v>6.7254300000000002</c:v>
                </c:pt>
                <c:pt idx="23660">
                  <c:v>6.7257400000000001</c:v>
                </c:pt>
                <c:pt idx="23661">
                  <c:v>6.7260400000000002</c:v>
                </c:pt>
                <c:pt idx="23662">
                  <c:v>6.7263500000000001</c:v>
                </c:pt>
                <c:pt idx="23663">
                  <c:v>6.7266500000000002</c:v>
                </c:pt>
                <c:pt idx="23664">
                  <c:v>6.7269600000000001</c:v>
                </c:pt>
                <c:pt idx="23665">
                  <c:v>6.7272600000000002</c:v>
                </c:pt>
                <c:pt idx="23666">
                  <c:v>6.7275700000000001</c:v>
                </c:pt>
                <c:pt idx="23667">
                  <c:v>6.7278799999999999</c:v>
                </c:pt>
                <c:pt idx="23668">
                  <c:v>6.72818</c:v>
                </c:pt>
                <c:pt idx="23669">
                  <c:v>6.7284899999999999</c:v>
                </c:pt>
                <c:pt idx="23670">
                  <c:v>6.72879</c:v>
                </c:pt>
                <c:pt idx="23671">
                  <c:v>6.7290999999999999</c:v>
                </c:pt>
                <c:pt idx="23672">
                  <c:v>6.7294</c:v>
                </c:pt>
                <c:pt idx="23673">
                  <c:v>6.7297099999999999</c:v>
                </c:pt>
                <c:pt idx="23674">
                  <c:v>6.73001</c:v>
                </c:pt>
                <c:pt idx="23675">
                  <c:v>6.7303199999999999</c:v>
                </c:pt>
                <c:pt idx="23676">
                  <c:v>6.73062</c:v>
                </c:pt>
                <c:pt idx="23677">
                  <c:v>6.7309299999999999</c:v>
                </c:pt>
                <c:pt idx="23678">
                  <c:v>6.73123</c:v>
                </c:pt>
                <c:pt idx="23679">
                  <c:v>6.7315399999999999</c:v>
                </c:pt>
                <c:pt idx="23680">
                  <c:v>6.7318499999999997</c:v>
                </c:pt>
                <c:pt idx="23681">
                  <c:v>6.7321499999999999</c:v>
                </c:pt>
                <c:pt idx="23682">
                  <c:v>6.7324599999999997</c:v>
                </c:pt>
                <c:pt idx="23683">
                  <c:v>6.7327599999999999</c:v>
                </c:pt>
                <c:pt idx="23684">
                  <c:v>6.7330699999999997</c:v>
                </c:pt>
                <c:pt idx="23685">
                  <c:v>6.7333699999999999</c:v>
                </c:pt>
                <c:pt idx="23686">
                  <c:v>6.7336799999999997</c:v>
                </c:pt>
                <c:pt idx="23687">
                  <c:v>6.7339799999999999</c:v>
                </c:pt>
                <c:pt idx="23688">
                  <c:v>6.7342899999999997</c:v>
                </c:pt>
                <c:pt idx="23689">
                  <c:v>6.7345899999999999</c:v>
                </c:pt>
                <c:pt idx="23690">
                  <c:v>6.7348999999999997</c:v>
                </c:pt>
                <c:pt idx="23691">
                  <c:v>6.7351999999999999</c:v>
                </c:pt>
                <c:pt idx="23692">
                  <c:v>6.7355099999999997</c:v>
                </c:pt>
                <c:pt idx="23693">
                  <c:v>6.7358200000000004</c:v>
                </c:pt>
                <c:pt idx="23694">
                  <c:v>6.7361199999999997</c:v>
                </c:pt>
                <c:pt idx="23695">
                  <c:v>6.7364300000000004</c:v>
                </c:pt>
                <c:pt idx="23696">
                  <c:v>6.7367299999999997</c:v>
                </c:pt>
                <c:pt idx="23697">
                  <c:v>6.7370400000000004</c:v>
                </c:pt>
                <c:pt idx="23698">
                  <c:v>6.7373399999999997</c:v>
                </c:pt>
                <c:pt idx="23699">
                  <c:v>6.7376500000000004</c:v>
                </c:pt>
                <c:pt idx="23700">
                  <c:v>6.7379499999999997</c:v>
                </c:pt>
                <c:pt idx="23701">
                  <c:v>6.7382600000000004</c:v>
                </c:pt>
                <c:pt idx="23702">
                  <c:v>6.7385599999999997</c:v>
                </c:pt>
                <c:pt idx="23703">
                  <c:v>6.7388700000000004</c:v>
                </c:pt>
                <c:pt idx="23704">
                  <c:v>6.7391699999999997</c:v>
                </c:pt>
                <c:pt idx="23705">
                  <c:v>6.7394800000000004</c:v>
                </c:pt>
                <c:pt idx="23706">
                  <c:v>6.7397900000000002</c:v>
                </c:pt>
                <c:pt idx="23707">
                  <c:v>6.7400900000000004</c:v>
                </c:pt>
                <c:pt idx="23708">
                  <c:v>6.7404000000000002</c:v>
                </c:pt>
                <c:pt idx="23709">
                  <c:v>6.7407000000000004</c:v>
                </c:pt>
                <c:pt idx="23710">
                  <c:v>6.7410100000000002</c:v>
                </c:pt>
                <c:pt idx="23711">
                  <c:v>6.7413100000000004</c:v>
                </c:pt>
                <c:pt idx="23712">
                  <c:v>6.7416200000000002</c:v>
                </c:pt>
                <c:pt idx="23713">
                  <c:v>6.7419200000000004</c:v>
                </c:pt>
                <c:pt idx="23714">
                  <c:v>6.7422300000000002</c:v>
                </c:pt>
                <c:pt idx="23715">
                  <c:v>6.7425300000000004</c:v>
                </c:pt>
                <c:pt idx="23716">
                  <c:v>6.7428400000000002</c:v>
                </c:pt>
                <c:pt idx="23717">
                  <c:v>6.7431400000000004</c:v>
                </c:pt>
                <c:pt idx="23718">
                  <c:v>6.7434500000000002</c:v>
                </c:pt>
                <c:pt idx="23719">
                  <c:v>6.74376</c:v>
                </c:pt>
                <c:pt idx="23720">
                  <c:v>6.7440600000000002</c:v>
                </c:pt>
                <c:pt idx="23721">
                  <c:v>6.74437</c:v>
                </c:pt>
                <c:pt idx="23722">
                  <c:v>6.7446700000000002</c:v>
                </c:pt>
                <c:pt idx="23723">
                  <c:v>6.74498</c:v>
                </c:pt>
                <c:pt idx="23724">
                  <c:v>6.7452800000000002</c:v>
                </c:pt>
                <c:pt idx="23725">
                  <c:v>6.74559</c:v>
                </c:pt>
                <c:pt idx="23726">
                  <c:v>6.7458900000000002</c:v>
                </c:pt>
                <c:pt idx="23727">
                  <c:v>6.7462</c:v>
                </c:pt>
                <c:pt idx="23728">
                  <c:v>6.7465000000000002</c:v>
                </c:pt>
                <c:pt idx="23729">
                  <c:v>6.74681</c:v>
                </c:pt>
                <c:pt idx="23730">
                  <c:v>6.7471199999999998</c:v>
                </c:pt>
                <c:pt idx="23731">
                  <c:v>6.74742</c:v>
                </c:pt>
                <c:pt idx="23732">
                  <c:v>6.7477299999999998</c:v>
                </c:pt>
                <c:pt idx="23733">
                  <c:v>6.74803</c:v>
                </c:pt>
                <c:pt idx="23734">
                  <c:v>6.7483399999999998</c:v>
                </c:pt>
                <c:pt idx="23735">
                  <c:v>6.74864</c:v>
                </c:pt>
                <c:pt idx="23736">
                  <c:v>6.7489499999999998</c:v>
                </c:pt>
                <c:pt idx="23737">
                  <c:v>6.74925</c:v>
                </c:pt>
                <c:pt idx="23738">
                  <c:v>6.7495599999999998</c:v>
                </c:pt>
                <c:pt idx="23739">
                  <c:v>6.74986</c:v>
                </c:pt>
                <c:pt idx="23740">
                  <c:v>6.7501699999999998</c:v>
                </c:pt>
                <c:pt idx="23741">
                  <c:v>6.75047</c:v>
                </c:pt>
                <c:pt idx="23742">
                  <c:v>6.7507799999999998</c:v>
                </c:pt>
                <c:pt idx="23743">
                  <c:v>6.7510899999999996</c:v>
                </c:pt>
                <c:pt idx="23744">
                  <c:v>6.7513899999999998</c:v>
                </c:pt>
                <c:pt idx="23745">
                  <c:v>6.7516999999999996</c:v>
                </c:pt>
                <c:pt idx="23746">
                  <c:v>6.7519999999999998</c:v>
                </c:pt>
                <c:pt idx="23747">
                  <c:v>6.7523099999999996</c:v>
                </c:pt>
                <c:pt idx="23748">
                  <c:v>6.7526099999999998</c:v>
                </c:pt>
                <c:pt idx="23749">
                  <c:v>6.7529199999999996</c:v>
                </c:pt>
                <c:pt idx="23750">
                  <c:v>6.7532199999999998</c:v>
                </c:pt>
                <c:pt idx="23751">
                  <c:v>6.7535299999999996</c:v>
                </c:pt>
                <c:pt idx="23752">
                  <c:v>6.7538299999999998</c:v>
                </c:pt>
                <c:pt idx="23753">
                  <c:v>6.7541399999999996</c:v>
                </c:pt>
                <c:pt idx="23754">
                  <c:v>6.7544399999999998</c:v>
                </c:pt>
                <c:pt idx="23755">
                  <c:v>6.7547499999999996</c:v>
                </c:pt>
                <c:pt idx="23756">
                  <c:v>6.7550600000000003</c:v>
                </c:pt>
                <c:pt idx="23757">
                  <c:v>6.7553599999999996</c:v>
                </c:pt>
                <c:pt idx="23758">
                  <c:v>6.7556700000000003</c:v>
                </c:pt>
                <c:pt idx="23759">
                  <c:v>6.7559699999999996</c:v>
                </c:pt>
                <c:pt idx="23760">
                  <c:v>6.7562800000000003</c:v>
                </c:pt>
                <c:pt idx="23761">
                  <c:v>6.7565799999999996</c:v>
                </c:pt>
                <c:pt idx="23762">
                  <c:v>6.7568900000000003</c:v>
                </c:pt>
                <c:pt idx="23763">
                  <c:v>6.7571899999999996</c:v>
                </c:pt>
                <c:pt idx="23764">
                  <c:v>6.7575000000000003</c:v>
                </c:pt>
                <c:pt idx="23765">
                  <c:v>6.7577999999999996</c:v>
                </c:pt>
                <c:pt idx="23766">
                  <c:v>6.7581100000000003</c:v>
                </c:pt>
                <c:pt idx="23767">
                  <c:v>6.7584099999999996</c:v>
                </c:pt>
                <c:pt idx="23768">
                  <c:v>6.7587200000000003</c:v>
                </c:pt>
                <c:pt idx="23769">
                  <c:v>6.7590300000000001</c:v>
                </c:pt>
                <c:pt idx="23770">
                  <c:v>6.7593300000000003</c:v>
                </c:pt>
                <c:pt idx="23771">
                  <c:v>6.7596400000000001</c:v>
                </c:pt>
                <c:pt idx="23772">
                  <c:v>6.7599400000000003</c:v>
                </c:pt>
                <c:pt idx="23773">
                  <c:v>6.7602500000000001</c:v>
                </c:pt>
                <c:pt idx="23774">
                  <c:v>6.7605500000000003</c:v>
                </c:pt>
                <c:pt idx="23775">
                  <c:v>6.7608600000000001</c:v>
                </c:pt>
                <c:pt idx="23776">
                  <c:v>6.7611600000000003</c:v>
                </c:pt>
                <c:pt idx="23777">
                  <c:v>6.7614700000000001</c:v>
                </c:pt>
                <c:pt idx="23778">
                  <c:v>6.7617700000000003</c:v>
                </c:pt>
                <c:pt idx="23779">
                  <c:v>6.7620800000000001</c:v>
                </c:pt>
                <c:pt idx="23780">
                  <c:v>6.7623800000000003</c:v>
                </c:pt>
                <c:pt idx="23781">
                  <c:v>6.7626900000000001</c:v>
                </c:pt>
                <c:pt idx="23782">
                  <c:v>6.7629999999999999</c:v>
                </c:pt>
                <c:pt idx="23783">
                  <c:v>6.7633000000000001</c:v>
                </c:pt>
                <c:pt idx="23784">
                  <c:v>6.7636099999999999</c:v>
                </c:pt>
                <c:pt idx="23785">
                  <c:v>6.7639100000000001</c:v>
                </c:pt>
                <c:pt idx="23786">
                  <c:v>6.7642199999999999</c:v>
                </c:pt>
                <c:pt idx="23787">
                  <c:v>6.7645200000000001</c:v>
                </c:pt>
                <c:pt idx="23788">
                  <c:v>6.7648299999999999</c:v>
                </c:pt>
                <c:pt idx="23789">
                  <c:v>6.7651300000000001</c:v>
                </c:pt>
                <c:pt idx="23790">
                  <c:v>6.7654399999999999</c:v>
                </c:pt>
                <c:pt idx="23791">
                  <c:v>6.7657400000000001</c:v>
                </c:pt>
                <c:pt idx="23792">
                  <c:v>6.7660499999999999</c:v>
                </c:pt>
                <c:pt idx="23793">
                  <c:v>6.7663599999999997</c:v>
                </c:pt>
                <c:pt idx="23794">
                  <c:v>6.7666599999999999</c:v>
                </c:pt>
                <c:pt idx="23795">
                  <c:v>6.7669699999999997</c:v>
                </c:pt>
                <c:pt idx="23796">
                  <c:v>6.7672699999999999</c:v>
                </c:pt>
                <c:pt idx="23797">
                  <c:v>6.7675799999999997</c:v>
                </c:pt>
                <c:pt idx="23798">
                  <c:v>6.7678799999999999</c:v>
                </c:pt>
                <c:pt idx="23799">
                  <c:v>6.7681899999999997</c:v>
                </c:pt>
                <c:pt idx="23800">
                  <c:v>6.7684899999999999</c:v>
                </c:pt>
                <c:pt idx="23801">
                  <c:v>6.7687999999999997</c:v>
                </c:pt>
                <c:pt idx="23802">
                  <c:v>6.7690999999999999</c:v>
                </c:pt>
                <c:pt idx="23803">
                  <c:v>6.7694099999999997</c:v>
                </c:pt>
                <c:pt idx="23804">
                  <c:v>6.7697099999999999</c:v>
                </c:pt>
                <c:pt idx="23805">
                  <c:v>6.7700199999999997</c:v>
                </c:pt>
                <c:pt idx="23806">
                  <c:v>6.7703300000000004</c:v>
                </c:pt>
                <c:pt idx="23807">
                  <c:v>6.7706299999999997</c:v>
                </c:pt>
                <c:pt idx="23808">
                  <c:v>6.7709400000000004</c:v>
                </c:pt>
                <c:pt idx="23809">
                  <c:v>6.7712399999999997</c:v>
                </c:pt>
                <c:pt idx="23810">
                  <c:v>6.7715500000000004</c:v>
                </c:pt>
                <c:pt idx="23811">
                  <c:v>6.7718499999999997</c:v>
                </c:pt>
                <c:pt idx="23812">
                  <c:v>6.7721600000000004</c:v>
                </c:pt>
                <c:pt idx="23813">
                  <c:v>6.7724599999999997</c:v>
                </c:pt>
                <c:pt idx="23814">
                  <c:v>6.7727700000000004</c:v>
                </c:pt>
                <c:pt idx="23815">
                  <c:v>6.7730699999999997</c:v>
                </c:pt>
                <c:pt idx="23816">
                  <c:v>6.7733800000000004</c:v>
                </c:pt>
                <c:pt idx="23817">
                  <c:v>6.7736799999999997</c:v>
                </c:pt>
                <c:pt idx="23818">
                  <c:v>6.7739900000000004</c:v>
                </c:pt>
                <c:pt idx="23819">
                  <c:v>6.7743000000000002</c:v>
                </c:pt>
                <c:pt idx="23820">
                  <c:v>6.7746000000000004</c:v>
                </c:pt>
                <c:pt idx="23821">
                  <c:v>6.7749100000000002</c:v>
                </c:pt>
                <c:pt idx="23822">
                  <c:v>6.7752100000000004</c:v>
                </c:pt>
                <c:pt idx="23823">
                  <c:v>6.7755200000000002</c:v>
                </c:pt>
                <c:pt idx="23824">
                  <c:v>6.7758200000000004</c:v>
                </c:pt>
                <c:pt idx="23825">
                  <c:v>6.7761300000000002</c:v>
                </c:pt>
                <c:pt idx="23826">
                  <c:v>6.7764300000000004</c:v>
                </c:pt>
                <c:pt idx="23827">
                  <c:v>6.7767400000000002</c:v>
                </c:pt>
                <c:pt idx="23828">
                  <c:v>6.7770400000000004</c:v>
                </c:pt>
                <c:pt idx="23829">
                  <c:v>6.7773500000000002</c:v>
                </c:pt>
                <c:pt idx="23830">
                  <c:v>6.7776500000000004</c:v>
                </c:pt>
                <c:pt idx="23831">
                  <c:v>6.7779600000000002</c:v>
                </c:pt>
                <c:pt idx="23832">
                  <c:v>6.77827</c:v>
                </c:pt>
                <c:pt idx="23833">
                  <c:v>6.7785700000000002</c:v>
                </c:pt>
                <c:pt idx="23834">
                  <c:v>6.77888</c:v>
                </c:pt>
                <c:pt idx="23835">
                  <c:v>6.7791800000000002</c:v>
                </c:pt>
                <c:pt idx="23836">
                  <c:v>6.77949</c:v>
                </c:pt>
                <c:pt idx="23837">
                  <c:v>6.7797900000000002</c:v>
                </c:pt>
                <c:pt idx="23838">
                  <c:v>6.7801</c:v>
                </c:pt>
                <c:pt idx="23839">
                  <c:v>6.7804000000000002</c:v>
                </c:pt>
                <c:pt idx="23840">
                  <c:v>6.78071</c:v>
                </c:pt>
                <c:pt idx="23841">
                  <c:v>6.7810100000000002</c:v>
                </c:pt>
                <c:pt idx="23842">
                  <c:v>6.78132</c:v>
                </c:pt>
                <c:pt idx="23843">
                  <c:v>6.7816200000000002</c:v>
                </c:pt>
                <c:pt idx="23844">
                  <c:v>6.78193</c:v>
                </c:pt>
                <c:pt idx="23845">
                  <c:v>6.7822399999999998</c:v>
                </c:pt>
                <c:pt idx="23846">
                  <c:v>6.78254</c:v>
                </c:pt>
                <c:pt idx="23847">
                  <c:v>6.7828499999999998</c:v>
                </c:pt>
                <c:pt idx="23848">
                  <c:v>6.78315</c:v>
                </c:pt>
                <c:pt idx="23849">
                  <c:v>6.7834599999999998</c:v>
                </c:pt>
                <c:pt idx="23850">
                  <c:v>6.78376</c:v>
                </c:pt>
                <c:pt idx="23851">
                  <c:v>6.7840699999999998</c:v>
                </c:pt>
                <c:pt idx="23852">
                  <c:v>6.78437</c:v>
                </c:pt>
                <c:pt idx="23853">
                  <c:v>6.7846799999999998</c:v>
                </c:pt>
                <c:pt idx="23854">
                  <c:v>6.78498</c:v>
                </c:pt>
                <c:pt idx="23855">
                  <c:v>6.7852899999999998</c:v>
                </c:pt>
                <c:pt idx="23856">
                  <c:v>6.7855999999999996</c:v>
                </c:pt>
                <c:pt idx="23857">
                  <c:v>6.7858999999999998</c:v>
                </c:pt>
                <c:pt idx="23858">
                  <c:v>6.7862099999999996</c:v>
                </c:pt>
                <c:pt idx="23859">
                  <c:v>6.7865099999999998</c:v>
                </c:pt>
                <c:pt idx="23860">
                  <c:v>6.7868199999999996</c:v>
                </c:pt>
                <c:pt idx="23861">
                  <c:v>6.7871199999999998</c:v>
                </c:pt>
                <c:pt idx="23862">
                  <c:v>6.7874299999999996</c:v>
                </c:pt>
                <c:pt idx="23863">
                  <c:v>6.7877299999999998</c:v>
                </c:pt>
                <c:pt idx="23864">
                  <c:v>6.7880399999999996</c:v>
                </c:pt>
                <c:pt idx="23865">
                  <c:v>6.7883399999999998</c:v>
                </c:pt>
                <c:pt idx="23866">
                  <c:v>6.7886499999999996</c:v>
                </c:pt>
                <c:pt idx="23867">
                  <c:v>6.7889499999999998</c:v>
                </c:pt>
                <c:pt idx="23868">
                  <c:v>6.7892599999999996</c:v>
                </c:pt>
                <c:pt idx="23869">
                  <c:v>6.7895700000000003</c:v>
                </c:pt>
                <c:pt idx="23870">
                  <c:v>6.7898699999999996</c:v>
                </c:pt>
                <c:pt idx="23871">
                  <c:v>6.7901800000000003</c:v>
                </c:pt>
                <c:pt idx="23872">
                  <c:v>6.7904799999999996</c:v>
                </c:pt>
                <c:pt idx="23873">
                  <c:v>6.7907900000000003</c:v>
                </c:pt>
                <c:pt idx="23874">
                  <c:v>6.7910899999999996</c:v>
                </c:pt>
                <c:pt idx="23875">
                  <c:v>6.7914000000000003</c:v>
                </c:pt>
                <c:pt idx="23876">
                  <c:v>6.7916999999999996</c:v>
                </c:pt>
                <c:pt idx="23877">
                  <c:v>6.7920100000000003</c:v>
                </c:pt>
                <c:pt idx="23878">
                  <c:v>6.7923099999999996</c:v>
                </c:pt>
                <c:pt idx="23879">
                  <c:v>6.7926200000000003</c:v>
                </c:pt>
                <c:pt idx="23880">
                  <c:v>6.7929199999999996</c:v>
                </c:pt>
                <c:pt idx="23881">
                  <c:v>6.7932300000000003</c:v>
                </c:pt>
                <c:pt idx="23882">
                  <c:v>6.7935400000000001</c:v>
                </c:pt>
                <c:pt idx="23883">
                  <c:v>6.7938400000000003</c:v>
                </c:pt>
                <c:pt idx="23884">
                  <c:v>6.7941500000000001</c:v>
                </c:pt>
                <c:pt idx="23885">
                  <c:v>6.7944500000000003</c:v>
                </c:pt>
                <c:pt idx="23886">
                  <c:v>6.7947600000000001</c:v>
                </c:pt>
                <c:pt idx="23887">
                  <c:v>6.7950600000000003</c:v>
                </c:pt>
                <c:pt idx="23888">
                  <c:v>6.7953700000000001</c:v>
                </c:pt>
                <c:pt idx="23889">
                  <c:v>6.7956700000000003</c:v>
                </c:pt>
                <c:pt idx="23890">
                  <c:v>6.7959800000000001</c:v>
                </c:pt>
                <c:pt idx="23891">
                  <c:v>6.7962800000000003</c:v>
                </c:pt>
                <c:pt idx="23892">
                  <c:v>6.7965900000000001</c:v>
                </c:pt>
                <c:pt idx="23893">
                  <c:v>6.7968900000000003</c:v>
                </c:pt>
                <c:pt idx="23894">
                  <c:v>6.7972000000000001</c:v>
                </c:pt>
                <c:pt idx="23895">
                  <c:v>6.7975099999999999</c:v>
                </c:pt>
                <c:pt idx="23896">
                  <c:v>6.7978100000000001</c:v>
                </c:pt>
                <c:pt idx="23897">
                  <c:v>6.7981199999999999</c:v>
                </c:pt>
                <c:pt idx="23898">
                  <c:v>6.7984200000000001</c:v>
                </c:pt>
                <c:pt idx="23899">
                  <c:v>6.7987299999999999</c:v>
                </c:pt>
                <c:pt idx="23900">
                  <c:v>6.7990300000000001</c:v>
                </c:pt>
                <c:pt idx="23901">
                  <c:v>6.7993399999999999</c:v>
                </c:pt>
                <c:pt idx="23902">
                  <c:v>6.7996400000000001</c:v>
                </c:pt>
                <c:pt idx="23903">
                  <c:v>6.7999499999999999</c:v>
                </c:pt>
                <c:pt idx="23904">
                  <c:v>6.8002500000000001</c:v>
                </c:pt>
                <c:pt idx="23905">
                  <c:v>6.8005599999999999</c:v>
                </c:pt>
                <c:pt idx="23906">
                  <c:v>6.8008699999999997</c:v>
                </c:pt>
                <c:pt idx="23907">
                  <c:v>6.8011699999999999</c:v>
                </c:pt>
                <c:pt idx="23908">
                  <c:v>6.8014799999999997</c:v>
                </c:pt>
                <c:pt idx="23909">
                  <c:v>6.8017799999999999</c:v>
                </c:pt>
                <c:pt idx="23910">
                  <c:v>6.8020899999999997</c:v>
                </c:pt>
                <c:pt idx="23911">
                  <c:v>6.8023899999999999</c:v>
                </c:pt>
                <c:pt idx="23912">
                  <c:v>6.8026999999999997</c:v>
                </c:pt>
                <c:pt idx="23913">
                  <c:v>6.8029999999999999</c:v>
                </c:pt>
                <c:pt idx="23914">
                  <c:v>6.8033099999999997</c:v>
                </c:pt>
                <c:pt idx="23915">
                  <c:v>6.8036099999999999</c:v>
                </c:pt>
                <c:pt idx="23916">
                  <c:v>6.8039199999999997</c:v>
                </c:pt>
                <c:pt idx="23917">
                  <c:v>6.8042199999999999</c:v>
                </c:pt>
                <c:pt idx="23918">
                  <c:v>6.8045299999999997</c:v>
                </c:pt>
                <c:pt idx="23919">
                  <c:v>6.8048400000000004</c:v>
                </c:pt>
                <c:pt idx="23920">
                  <c:v>6.8051399999999997</c:v>
                </c:pt>
                <c:pt idx="23921">
                  <c:v>6.8054500000000004</c:v>
                </c:pt>
                <c:pt idx="23922">
                  <c:v>6.8057499999999997</c:v>
                </c:pt>
                <c:pt idx="23923">
                  <c:v>6.8060600000000004</c:v>
                </c:pt>
                <c:pt idx="23924">
                  <c:v>6.8063599999999997</c:v>
                </c:pt>
                <c:pt idx="23925">
                  <c:v>6.8066700000000004</c:v>
                </c:pt>
                <c:pt idx="23926">
                  <c:v>6.8069699999999997</c:v>
                </c:pt>
                <c:pt idx="23927">
                  <c:v>6.8072800000000004</c:v>
                </c:pt>
                <c:pt idx="23928">
                  <c:v>6.8075799999999997</c:v>
                </c:pt>
                <c:pt idx="23929">
                  <c:v>6.8078900000000004</c:v>
                </c:pt>
                <c:pt idx="23930">
                  <c:v>6.8081899999999997</c:v>
                </c:pt>
                <c:pt idx="23931">
                  <c:v>6.8085000000000004</c:v>
                </c:pt>
                <c:pt idx="23932">
                  <c:v>6.8088100000000003</c:v>
                </c:pt>
                <c:pt idx="23933">
                  <c:v>6.8091100000000004</c:v>
                </c:pt>
                <c:pt idx="23934">
                  <c:v>6.8094200000000003</c:v>
                </c:pt>
                <c:pt idx="23935">
                  <c:v>6.8097200000000004</c:v>
                </c:pt>
                <c:pt idx="23936">
                  <c:v>6.8100300000000002</c:v>
                </c:pt>
                <c:pt idx="23937">
                  <c:v>6.8103300000000004</c:v>
                </c:pt>
                <c:pt idx="23938">
                  <c:v>6.8106400000000002</c:v>
                </c:pt>
                <c:pt idx="23939">
                  <c:v>6.8109400000000004</c:v>
                </c:pt>
                <c:pt idx="23940">
                  <c:v>6.8112500000000002</c:v>
                </c:pt>
                <c:pt idx="23941">
                  <c:v>6.8115500000000004</c:v>
                </c:pt>
                <c:pt idx="23942">
                  <c:v>6.8118600000000002</c:v>
                </c:pt>
                <c:pt idx="23943">
                  <c:v>6.8121600000000004</c:v>
                </c:pt>
                <c:pt idx="23944">
                  <c:v>6.8124700000000002</c:v>
                </c:pt>
                <c:pt idx="23945">
                  <c:v>6.8127800000000001</c:v>
                </c:pt>
                <c:pt idx="23946">
                  <c:v>6.8130800000000002</c:v>
                </c:pt>
                <c:pt idx="23947">
                  <c:v>6.8133900000000001</c:v>
                </c:pt>
                <c:pt idx="23948">
                  <c:v>6.8136900000000002</c:v>
                </c:pt>
                <c:pt idx="23949">
                  <c:v>6.8140000000000001</c:v>
                </c:pt>
                <c:pt idx="23950">
                  <c:v>6.8143000000000002</c:v>
                </c:pt>
                <c:pt idx="23951">
                  <c:v>6.8146100000000001</c:v>
                </c:pt>
                <c:pt idx="23952">
                  <c:v>6.8149100000000002</c:v>
                </c:pt>
                <c:pt idx="23953">
                  <c:v>6.8152200000000001</c:v>
                </c:pt>
                <c:pt idx="23954">
                  <c:v>6.8155200000000002</c:v>
                </c:pt>
                <c:pt idx="23955">
                  <c:v>6.8158300000000001</c:v>
                </c:pt>
                <c:pt idx="23956">
                  <c:v>6.8161300000000002</c:v>
                </c:pt>
                <c:pt idx="23957">
                  <c:v>6.8164400000000001</c:v>
                </c:pt>
                <c:pt idx="23958">
                  <c:v>6.8167499999999999</c:v>
                </c:pt>
                <c:pt idx="23959">
                  <c:v>6.8170500000000001</c:v>
                </c:pt>
                <c:pt idx="23960">
                  <c:v>6.8173599999999999</c:v>
                </c:pt>
                <c:pt idx="23961">
                  <c:v>6.8176600000000001</c:v>
                </c:pt>
                <c:pt idx="23962">
                  <c:v>6.8179699999999999</c:v>
                </c:pt>
                <c:pt idx="23963">
                  <c:v>6.8182700000000001</c:v>
                </c:pt>
                <c:pt idx="23964">
                  <c:v>6.8185799999999999</c:v>
                </c:pt>
                <c:pt idx="23965">
                  <c:v>6.8188800000000001</c:v>
                </c:pt>
                <c:pt idx="23966">
                  <c:v>6.8191899999999999</c:v>
                </c:pt>
                <c:pt idx="23967">
                  <c:v>6.8194900000000001</c:v>
                </c:pt>
                <c:pt idx="23968">
                  <c:v>6.8197999999999999</c:v>
                </c:pt>
                <c:pt idx="23969">
                  <c:v>6.8201099999999997</c:v>
                </c:pt>
                <c:pt idx="23970">
                  <c:v>6.8204099999999999</c:v>
                </c:pt>
                <c:pt idx="23971">
                  <c:v>6.8207199999999997</c:v>
                </c:pt>
                <c:pt idx="23972">
                  <c:v>6.8210199999999999</c:v>
                </c:pt>
                <c:pt idx="23973">
                  <c:v>6.8213299999999997</c:v>
                </c:pt>
                <c:pt idx="23974">
                  <c:v>6.8216299999999999</c:v>
                </c:pt>
                <c:pt idx="23975">
                  <c:v>6.8219399999999997</c:v>
                </c:pt>
                <c:pt idx="23976">
                  <c:v>6.8222399999999999</c:v>
                </c:pt>
                <c:pt idx="23977">
                  <c:v>6.8225499999999997</c:v>
                </c:pt>
                <c:pt idx="23978">
                  <c:v>6.8228499999999999</c:v>
                </c:pt>
                <c:pt idx="23979">
                  <c:v>6.8231599999999997</c:v>
                </c:pt>
                <c:pt idx="23980">
                  <c:v>6.8234599999999999</c:v>
                </c:pt>
                <c:pt idx="23981">
                  <c:v>6.8237699999999997</c:v>
                </c:pt>
                <c:pt idx="23982">
                  <c:v>6.8240800000000004</c:v>
                </c:pt>
                <c:pt idx="23983">
                  <c:v>6.8243799999999997</c:v>
                </c:pt>
                <c:pt idx="23984">
                  <c:v>6.8246900000000004</c:v>
                </c:pt>
                <c:pt idx="23985">
                  <c:v>6.8249899999999997</c:v>
                </c:pt>
                <c:pt idx="23986">
                  <c:v>6.8253000000000004</c:v>
                </c:pt>
                <c:pt idx="23987">
                  <c:v>6.8255999999999997</c:v>
                </c:pt>
                <c:pt idx="23988">
                  <c:v>6.8259100000000004</c:v>
                </c:pt>
                <c:pt idx="23989">
                  <c:v>6.8262099999999997</c:v>
                </c:pt>
                <c:pt idx="23990">
                  <c:v>6.8265200000000004</c:v>
                </c:pt>
                <c:pt idx="23991">
                  <c:v>6.8268199999999997</c:v>
                </c:pt>
                <c:pt idx="23992">
                  <c:v>6.8271300000000004</c:v>
                </c:pt>
                <c:pt idx="23993">
                  <c:v>6.8274299999999997</c:v>
                </c:pt>
                <c:pt idx="23994">
                  <c:v>6.8277400000000004</c:v>
                </c:pt>
                <c:pt idx="23995">
                  <c:v>6.8280500000000002</c:v>
                </c:pt>
                <c:pt idx="23996">
                  <c:v>6.8283500000000004</c:v>
                </c:pt>
                <c:pt idx="23997">
                  <c:v>6.8286600000000002</c:v>
                </c:pt>
                <c:pt idx="23998">
                  <c:v>6.8289600000000004</c:v>
                </c:pt>
                <c:pt idx="23999">
                  <c:v>6.8292700000000002</c:v>
                </c:pt>
                <c:pt idx="24000">
                  <c:v>6.8295700000000004</c:v>
                </c:pt>
                <c:pt idx="24001">
                  <c:v>6.8298800000000002</c:v>
                </c:pt>
                <c:pt idx="24002">
                  <c:v>6.8301800000000004</c:v>
                </c:pt>
                <c:pt idx="24003">
                  <c:v>6.8304900000000002</c:v>
                </c:pt>
                <c:pt idx="24004">
                  <c:v>6.8307900000000004</c:v>
                </c:pt>
                <c:pt idx="24005">
                  <c:v>6.8311000000000002</c:v>
                </c:pt>
                <c:pt idx="24006">
                  <c:v>6.8314000000000004</c:v>
                </c:pt>
                <c:pt idx="24007">
                  <c:v>6.8317100000000002</c:v>
                </c:pt>
                <c:pt idx="24008">
                  <c:v>6.83202</c:v>
                </c:pt>
                <c:pt idx="24009">
                  <c:v>6.8323200000000002</c:v>
                </c:pt>
                <c:pt idx="24010">
                  <c:v>6.83263</c:v>
                </c:pt>
                <c:pt idx="24011">
                  <c:v>6.8329300000000002</c:v>
                </c:pt>
                <c:pt idx="24012">
                  <c:v>6.83324</c:v>
                </c:pt>
                <c:pt idx="24013">
                  <c:v>6.8335400000000002</c:v>
                </c:pt>
                <c:pt idx="24014">
                  <c:v>6.83385</c:v>
                </c:pt>
                <c:pt idx="24015">
                  <c:v>6.8341500000000002</c:v>
                </c:pt>
                <c:pt idx="24016">
                  <c:v>6.83446</c:v>
                </c:pt>
                <c:pt idx="24017">
                  <c:v>6.8347600000000002</c:v>
                </c:pt>
                <c:pt idx="24018">
                  <c:v>6.83507</c:v>
                </c:pt>
                <c:pt idx="24019">
                  <c:v>6.8353700000000002</c:v>
                </c:pt>
                <c:pt idx="24020">
                  <c:v>6.83568</c:v>
                </c:pt>
                <c:pt idx="24021">
                  <c:v>6.8359899999999998</c:v>
                </c:pt>
                <c:pt idx="24022">
                  <c:v>6.83629</c:v>
                </c:pt>
                <c:pt idx="24023">
                  <c:v>6.8365999999999998</c:v>
                </c:pt>
                <c:pt idx="24024">
                  <c:v>6.8369</c:v>
                </c:pt>
                <c:pt idx="24025">
                  <c:v>6.8372099999999998</c:v>
                </c:pt>
                <c:pt idx="24026">
                  <c:v>6.83751</c:v>
                </c:pt>
                <c:pt idx="24027">
                  <c:v>6.8378199999999998</c:v>
                </c:pt>
                <c:pt idx="24028">
                  <c:v>6.83812</c:v>
                </c:pt>
                <c:pt idx="24029">
                  <c:v>6.8384299999999998</c:v>
                </c:pt>
                <c:pt idx="24030">
                  <c:v>6.83873</c:v>
                </c:pt>
                <c:pt idx="24031">
                  <c:v>6.8390399999999998</c:v>
                </c:pt>
                <c:pt idx="24032">
                  <c:v>6.8393499999999996</c:v>
                </c:pt>
                <c:pt idx="24033">
                  <c:v>6.8396499999999998</c:v>
                </c:pt>
                <c:pt idx="24034">
                  <c:v>6.8399599999999996</c:v>
                </c:pt>
                <c:pt idx="24035">
                  <c:v>6.8402599999999998</c:v>
                </c:pt>
                <c:pt idx="24036">
                  <c:v>6.8405699999999996</c:v>
                </c:pt>
                <c:pt idx="24037">
                  <c:v>6.8408699999999998</c:v>
                </c:pt>
                <c:pt idx="24038">
                  <c:v>6.8411799999999996</c:v>
                </c:pt>
                <c:pt idx="24039">
                  <c:v>6.8414799999999998</c:v>
                </c:pt>
                <c:pt idx="24040">
                  <c:v>6.8417899999999996</c:v>
                </c:pt>
                <c:pt idx="24041">
                  <c:v>6.8420899999999998</c:v>
                </c:pt>
                <c:pt idx="24042">
                  <c:v>6.8423999999999996</c:v>
                </c:pt>
                <c:pt idx="24043">
                  <c:v>6.8426999999999998</c:v>
                </c:pt>
                <c:pt idx="24044">
                  <c:v>6.8430099999999996</c:v>
                </c:pt>
                <c:pt idx="24045">
                  <c:v>6.8433200000000003</c:v>
                </c:pt>
                <c:pt idx="24046">
                  <c:v>6.8436199999999996</c:v>
                </c:pt>
                <c:pt idx="24047">
                  <c:v>6.8439300000000003</c:v>
                </c:pt>
                <c:pt idx="24048">
                  <c:v>6.8442299999999996</c:v>
                </c:pt>
                <c:pt idx="24049">
                  <c:v>6.8445400000000003</c:v>
                </c:pt>
                <c:pt idx="24050">
                  <c:v>6.8448399999999996</c:v>
                </c:pt>
                <c:pt idx="24051">
                  <c:v>6.8451500000000003</c:v>
                </c:pt>
                <c:pt idx="24052">
                  <c:v>6.8454499999999996</c:v>
                </c:pt>
                <c:pt idx="24053">
                  <c:v>6.8457600000000003</c:v>
                </c:pt>
                <c:pt idx="24054">
                  <c:v>6.8460599999999996</c:v>
                </c:pt>
                <c:pt idx="24055">
                  <c:v>6.8463700000000003</c:v>
                </c:pt>
                <c:pt idx="24056">
                  <c:v>6.8466699999999996</c:v>
                </c:pt>
                <c:pt idx="24057">
                  <c:v>6.8469800000000003</c:v>
                </c:pt>
                <c:pt idx="24058">
                  <c:v>6.8472900000000001</c:v>
                </c:pt>
                <c:pt idx="24059">
                  <c:v>6.8475900000000003</c:v>
                </c:pt>
                <c:pt idx="24060">
                  <c:v>6.8479000000000001</c:v>
                </c:pt>
                <c:pt idx="24061">
                  <c:v>6.8482000000000003</c:v>
                </c:pt>
                <c:pt idx="24062">
                  <c:v>6.8485100000000001</c:v>
                </c:pt>
                <c:pt idx="24063">
                  <c:v>6.8488100000000003</c:v>
                </c:pt>
                <c:pt idx="24064">
                  <c:v>6.8491200000000001</c:v>
                </c:pt>
                <c:pt idx="24065">
                  <c:v>6.8494200000000003</c:v>
                </c:pt>
                <c:pt idx="24066">
                  <c:v>6.8497300000000001</c:v>
                </c:pt>
                <c:pt idx="24067">
                  <c:v>6.8500300000000003</c:v>
                </c:pt>
                <c:pt idx="24068">
                  <c:v>6.8503400000000001</c:v>
                </c:pt>
                <c:pt idx="24069">
                  <c:v>6.8506400000000003</c:v>
                </c:pt>
                <c:pt idx="24070">
                  <c:v>6.8509500000000001</c:v>
                </c:pt>
                <c:pt idx="24071">
                  <c:v>6.8512599999999999</c:v>
                </c:pt>
                <c:pt idx="24072">
                  <c:v>6.8515600000000001</c:v>
                </c:pt>
                <c:pt idx="24073">
                  <c:v>6.8518699999999999</c:v>
                </c:pt>
                <c:pt idx="24074">
                  <c:v>6.8521700000000001</c:v>
                </c:pt>
                <c:pt idx="24075">
                  <c:v>6.8524799999999999</c:v>
                </c:pt>
                <c:pt idx="24076">
                  <c:v>6.8527800000000001</c:v>
                </c:pt>
                <c:pt idx="24077">
                  <c:v>6.8530899999999999</c:v>
                </c:pt>
                <c:pt idx="24078">
                  <c:v>6.8533900000000001</c:v>
                </c:pt>
                <c:pt idx="24079">
                  <c:v>6.8536999999999999</c:v>
                </c:pt>
                <c:pt idx="24080">
                  <c:v>6.8540000000000001</c:v>
                </c:pt>
                <c:pt idx="24081">
                  <c:v>6.8543099999999999</c:v>
                </c:pt>
                <c:pt idx="24082">
                  <c:v>6.8546199999999997</c:v>
                </c:pt>
                <c:pt idx="24083">
                  <c:v>6.8549199999999999</c:v>
                </c:pt>
                <c:pt idx="24084">
                  <c:v>6.8552299999999997</c:v>
                </c:pt>
                <c:pt idx="24085">
                  <c:v>6.8555299999999999</c:v>
                </c:pt>
                <c:pt idx="24086">
                  <c:v>6.8558399999999997</c:v>
                </c:pt>
                <c:pt idx="24087">
                  <c:v>6.8561399999999999</c:v>
                </c:pt>
                <c:pt idx="24088">
                  <c:v>6.8564499999999997</c:v>
                </c:pt>
                <c:pt idx="24089">
                  <c:v>6.8567499999999999</c:v>
                </c:pt>
                <c:pt idx="24090">
                  <c:v>6.8570599999999997</c:v>
                </c:pt>
                <c:pt idx="24091">
                  <c:v>6.8573599999999999</c:v>
                </c:pt>
                <c:pt idx="24092">
                  <c:v>6.8576699999999997</c:v>
                </c:pt>
                <c:pt idx="24093">
                  <c:v>6.8579699999999999</c:v>
                </c:pt>
                <c:pt idx="24094">
                  <c:v>6.8582799999999997</c:v>
                </c:pt>
                <c:pt idx="24095">
                  <c:v>6.8585900000000004</c:v>
                </c:pt>
                <c:pt idx="24096">
                  <c:v>6.8588899999999997</c:v>
                </c:pt>
                <c:pt idx="24097">
                  <c:v>6.8592000000000004</c:v>
                </c:pt>
                <c:pt idx="24098">
                  <c:v>6.8594999999999997</c:v>
                </c:pt>
                <c:pt idx="24099">
                  <c:v>6.8598100000000004</c:v>
                </c:pt>
                <c:pt idx="24100">
                  <c:v>6.8601099999999997</c:v>
                </c:pt>
                <c:pt idx="24101">
                  <c:v>6.8604200000000004</c:v>
                </c:pt>
                <c:pt idx="24102">
                  <c:v>6.8607199999999997</c:v>
                </c:pt>
                <c:pt idx="24103">
                  <c:v>6.8610300000000004</c:v>
                </c:pt>
                <c:pt idx="24104">
                  <c:v>6.8613299999999997</c:v>
                </c:pt>
                <c:pt idx="24105">
                  <c:v>6.8616400000000004</c:v>
                </c:pt>
                <c:pt idx="24106">
                  <c:v>6.8619399999999997</c:v>
                </c:pt>
                <c:pt idx="24107">
                  <c:v>6.8622500000000004</c:v>
                </c:pt>
                <c:pt idx="24108">
                  <c:v>6.8625600000000002</c:v>
                </c:pt>
                <c:pt idx="24109">
                  <c:v>6.8628600000000004</c:v>
                </c:pt>
                <c:pt idx="24110">
                  <c:v>6.8631700000000002</c:v>
                </c:pt>
                <c:pt idx="24111">
                  <c:v>6.8634700000000004</c:v>
                </c:pt>
                <c:pt idx="24112">
                  <c:v>6.8637800000000002</c:v>
                </c:pt>
                <c:pt idx="24113">
                  <c:v>6.8640800000000004</c:v>
                </c:pt>
                <c:pt idx="24114">
                  <c:v>6.8643900000000002</c:v>
                </c:pt>
                <c:pt idx="24115">
                  <c:v>6.8646900000000004</c:v>
                </c:pt>
                <c:pt idx="24116">
                  <c:v>6.8650000000000002</c:v>
                </c:pt>
                <c:pt idx="24117">
                  <c:v>6.8653000000000004</c:v>
                </c:pt>
                <c:pt idx="24118">
                  <c:v>6.8656100000000002</c:v>
                </c:pt>
                <c:pt idx="24119">
                  <c:v>6.8659100000000004</c:v>
                </c:pt>
                <c:pt idx="24120">
                  <c:v>6.8662200000000002</c:v>
                </c:pt>
                <c:pt idx="24121">
                  <c:v>6.86653</c:v>
                </c:pt>
                <c:pt idx="24122">
                  <c:v>6.8668300000000002</c:v>
                </c:pt>
                <c:pt idx="24123">
                  <c:v>6.86714</c:v>
                </c:pt>
                <c:pt idx="24124">
                  <c:v>6.8674400000000002</c:v>
                </c:pt>
                <c:pt idx="24125">
                  <c:v>6.86775</c:v>
                </c:pt>
                <c:pt idx="24126">
                  <c:v>6.8680500000000002</c:v>
                </c:pt>
                <c:pt idx="24127">
                  <c:v>6.86836</c:v>
                </c:pt>
                <c:pt idx="24128">
                  <c:v>6.8686600000000002</c:v>
                </c:pt>
                <c:pt idx="24129">
                  <c:v>6.86897</c:v>
                </c:pt>
                <c:pt idx="24130">
                  <c:v>6.8692700000000002</c:v>
                </c:pt>
                <c:pt idx="24131">
                  <c:v>6.86958</c:v>
                </c:pt>
                <c:pt idx="24132">
                  <c:v>6.8698800000000002</c:v>
                </c:pt>
                <c:pt idx="24133">
                  <c:v>6.87019</c:v>
                </c:pt>
                <c:pt idx="24134">
                  <c:v>6.8704999999999998</c:v>
                </c:pt>
                <c:pt idx="24135">
                  <c:v>6.8708</c:v>
                </c:pt>
                <c:pt idx="24136">
                  <c:v>6.8711099999999998</c:v>
                </c:pt>
                <c:pt idx="24137">
                  <c:v>6.87141</c:v>
                </c:pt>
                <c:pt idx="24138">
                  <c:v>6.8717199999999998</c:v>
                </c:pt>
                <c:pt idx="24139">
                  <c:v>6.87202</c:v>
                </c:pt>
                <c:pt idx="24140">
                  <c:v>6.8723299999999998</c:v>
                </c:pt>
                <c:pt idx="24141">
                  <c:v>6.87263</c:v>
                </c:pt>
                <c:pt idx="24142">
                  <c:v>6.8729399999999998</c:v>
                </c:pt>
                <c:pt idx="24143">
                  <c:v>6.87324</c:v>
                </c:pt>
                <c:pt idx="24144">
                  <c:v>6.8735499999999998</c:v>
                </c:pt>
                <c:pt idx="24145">
                  <c:v>6.8738599999999996</c:v>
                </c:pt>
                <c:pt idx="24146">
                  <c:v>6.8741599999999998</c:v>
                </c:pt>
                <c:pt idx="24147">
                  <c:v>6.8744699999999996</c:v>
                </c:pt>
                <c:pt idx="24148">
                  <c:v>6.8747699999999998</c:v>
                </c:pt>
                <c:pt idx="24149">
                  <c:v>6.8750799999999996</c:v>
                </c:pt>
                <c:pt idx="24150">
                  <c:v>6.8753799999999998</c:v>
                </c:pt>
                <c:pt idx="24151">
                  <c:v>6.8756899999999996</c:v>
                </c:pt>
                <c:pt idx="24152">
                  <c:v>6.8759899999999998</c:v>
                </c:pt>
                <c:pt idx="24153">
                  <c:v>6.8762999999999996</c:v>
                </c:pt>
                <c:pt idx="24154">
                  <c:v>6.8765999999999998</c:v>
                </c:pt>
                <c:pt idx="24155">
                  <c:v>6.8769099999999996</c:v>
                </c:pt>
                <c:pt idx="24156">
                  <c:v>6.8772099999999998</c:v>
                </c:pt>
                <c:pt idx="24157">
                  <c:v>6.8775199999999996</c:v>
                </c:pt>
                <c:pt idx="24158">
                  <c:v>6.8778300000000003</c:v>
                </c:pt>
                <c:pt idx="24159">
                  <c:v>6.8781299999999996</c:v>
                </c:pt>
                <c:pt idx="24160">
                  <c:v>6.8784400000000003</c:v>
                </c:pt>
                <c:pt idx="24161">
                  <c:v>6.8787399999999996</c:v>
                </c:pt>
                <c:pt idx="24162">
                  <c:v>6.8790500000000003</c:v>
                </c:pt>
                <c:pt idx="24163">
                  <c:v>6.8793499999999996</c:v>
                </c:pt>
                <c:pt idx="24164">
                  <c:v>6.8796600000000003</c:v>
                </c:pt>
                <c:pt idx="24165">
                  <c:v>6.8799599999999996</c:v>
                </c:pt>
                <c:pt idx="24166">
                  <c:v>6.8802700000000003</c:v>
                </c:pt>
                <c:pt idx="24167">
                  <c:v>6.8805699999999996</c:v>
                </c:pt>
                <c:pt idx="24168">
                  <c:v>6.8808800000000003</c:v>
                </c:pt>
                <c:pt idx="24169">
                  <c:v>6.8811799999999996</c:v>
                </c:pt>
                <c:pt idx="24170">
                  <c:v>6.8814900000000003</c:v>
                </c:pt>
                <c:pt idx="24171">
                  <c:v>6.8818000000000001</c:v>
                </c:pt>
                <c:pt idx="24172">
                  <c:v>6.8821000000000003</c:v>
                </c:pt>
                <c:pt idx="24173">
                  <c:v>6.8824100000000001</c:v>
                </c:pt>
                <c:pt idx="24174">
                  <c:v>6.8827100000000003</c:v>
                </c:pt>
                <c:pt idx="24175">
                  <c:v>6.8830200000000001</c:v>
                </c:pt>
                <c:pt idx="24176">
                  <c:v>6.8833200000000003</c:v>
                </c:pt>
                <c:pt idx="24177">
                  <c:v>6.8836300000000001</c:v>
                </c:pt>
                <c:pt idx="24178">
                  <c:v>6.8839300000000003</c:v>
                </c:pt>
                <c:pt idx="24179">
                  <c:v>6.8842400000000001</c:v>
                </c:pt>
                <c:pt idx="24180">
                  <c:v>6.8845400000000003</c:v>
                </c:pt>
                <c:pt idx="24181">
                  <c:v>6.8848500000000001</c:v>
                </c:pt>
                <c:pt idx="24182">
                  <c:v>6.8851500000000003</c:v>
                </c:pt>
                <c:pt idx="24183">
                  <c:v>6.8854600000000001</c:v>
                </c:pt>
                <c:pt idx="24184">
                  <c:v>6.8857699999999999</c:v>
                </c:pt>
                <c:pt idx="24185">
                  <c:v>6.8860700000000001</c:v>
                </c:pt>
                <c:pt idx="24186">
                  <c:v>6.8863799999999999</c:v>
                </c:pt>
                <c:pt idx="24187">
                  <c:v>6.8866800000000001</c:v>
                </c:pt>
                <c:pt idx="24188">
                  <c:v>6.8869899999999999</c:v>
                </c:pt>
                <c:pt idx="24189">
                  <c:v>6.8872900000000001</c:v>
                </c:pt>
                <c:pt idx="24190">
                  <c:v>6.8875999999999999</c:v>
                </c:pt>
                <c:pt idx="24191">
                  <c:v>6.8879000000000001</c:v>
                </c:pt>
                <c:pt idx="24192">
                  <c:v>6.8882099999999999</c:v>
                </c:pt>
                <c:pt idx="24193">
                  <c:v>6.8885100000000001</c:v>
                </c:pt>
                <c:pt idx="24194">
                  <c:v>6.8888199999999999</c:v>
                </c:pt>
                <c:pt idx="24195">
                  <c:v>6.8891200000000001</c:v>
                </c:pt>
                <c:pt idx="24196">
                  <c:v>6.8894299999999999</c:v>
                </c:pt>
                <c:pt idx="24197">
                  <c:v>6.8897399999999998</c:v>
                </c:pt>
                <c:pt idx="24198">
                  <c:v>6.8900399999999999</c:v>
                </c:pt>
                <c:pt idx="24199">
                  <c:v>6.8903499999999998</c:v>
                </c:pt>
                <c:pt idx="24200">
                  <c:v>6.8906499999999999</c:v>
                </c:pt>
                <c:pt idx="24201">
                  <c:v>6.8909599999999998</c:v>
                </c:pt>
                <c:pt idx="24202">
                  <c:v>6.8912599999999999</c:v>
                </c:pt>
                <c:pt idx="24203">
                  <c:v>6.8915699999999998</c:v>
                </c:pt>
                <c:pt idx="24204">
                  <c:v>6.8918699999999999</c:v>
                </c:pt>
                <c:pt idx="24205">
                  <c:v>6.8921799999999998</c:v>
                </c:pt>
                <c:pt idx="24206">
                  <c:v>6.8924799999999999</c:v>
                </c:pt>
                <c:pt idx="24207">
                  <c:v>6.8927899999999998</c:v>
                </c:pt>
                <c:pt idx="24208">
                  <c:v>6.8930999999999996</c:v>
                </c:pt>
                <c:pt idx="24209">
                  <c:v>6.8933999999999997</c:v>
                </c:pt>
                <c:pt idx="24210">
                  <c:v>6.8937099999999996</c:v>
                </c:pt>
                <c:pt idx="24211">
                  <c:v>6.8940099999999997</c:v>
                </c:pt>
                <c:pt idx="24212">
                  <c:v>6.8943199999999996</c:v>
                </c:pt>
                <c:pt idx="24213">
                  <c:v>6.8946199999999997</c:v>
                </c:pt>
                <c:pt idx="24214">
                  <c:v>6.8949299999999996</c:v>
                </c:pt>
                <c:pt idx="24215">
                  <c:v>6.8952299999999997</c:v>
                </c:pt>
                <c:pt idx="24216">
                  <c:v>6.8955399999999996</c:v>
                </c:pt>
                <c:pt idx="24217">
                  <c:v>6.8958399999999997</c:v>
                </c:pt>
                <c:pt idx="24218">
                  <c:v>6.8961499999999996</c:v>
                </c:pt>
                <c:pt idx="24219">
                  <c:v>6.8964499999999997</c:v>
                </c:pt>
                <c:pt idx="24220">
                  <c:v>6.8967599999999996</c:v>
                </c:pt>
                <c:pt idx="24221">
                  <c:v>6.8970700000000003</c:v>
                </c:pt>
                <c:pt idx="24222">
                  <c:v>6.8973699999999996</c:v>
                </c:pt>
                <c:pt idx="24223">
                  <c:v>6.8976800000000003</c:v>
                </c:pt>
                <c:pt idx="24224">
                  <c:v>6.8979799999999996</c:v>
                </c:pt>
                <c:pt idx="24225">
                  <c:v>6.8982900000000003</c:v>
                </c:pt>
                <c:pt idx="24226">
                  <c:v>6.8985900000000004</c:v>
                </c:pt>
                <c:pt idx="24227">
                  <c:v>6.8989000000000003</c:v>
                </c:pt>
                <c:pt idx="24228">
                  <c:v>6.8992000000000004</c:v>
                </c:pt>
                <c:pt idx="24229">
                  <c:v>6.8995100000000003</c:v>
                </c:pt>
                <c:pt idx="24230">
                  <c:v>6.8998100000000004</c:v>
                </c:pt>
                <c:pt idx="24231">
                  <c:v>6.9001200000000003</c:v>
                </c:pt>
                <c:pt idx="24232">
                  <c:v>6.9004200000000004</c:v>
                </c:pt>
                <c:pt idx="24233">
                  <c:v>6.9007300000000003</c:v>
                </c:pt>
                <c:pt idx="24234">
                  <c:v>6.9010400000000001</c:v>
                </c:pt>
                <c:pt idx="24235">
                  <c:v>6.9013400000000003</c:v>
                </c:pt>
                <c:pt idx="24236">
                  <c:v>6.9016500000000001</c:v>
                </c:pt>
                <c:pt idx="24237">
                  <c:v>6.9019500000000003</c:v>
                </c:pt>
                <c:pt idx="24238">
                  <c:v>6.9022600000000001</c:v>
                </c:pt>
                <c:pt idx="24239">
                  <c:v>6.9025600000000003</c:v>
                </c:pt>
                <c:pt idx="24240">
                  <c:v>6.9028700000000001</c:v>
                </c:pt>
                <c:pt idx="24241">
                  <c:v>6.9031700000000003</c:v>
                </c:pt>
                <c:pt idx="24242">
                  <c:v>6.9034800000000001</c:v>
                </c:pt>
                <c:pt idx="24243">
                  <c:v>6.9037800000000002</c:v>
                </c:pt>
                <c:pt idx="24244">
                  <c:v>6.9040900000000001</c:v>
                </c:pt>
                <c:pt idx="24245">
                  <c:v>6.9043900000000002</c:v>
                </c:pt>
                <c:pt idx="24246">
                  <c:v>6.9047000000000001</c:v>
                </c:pt>
                <c:pt idx="24247">
                  <c:v>6.9050099999999999</c:v>
                </c:pt>
                <c:pt idx="24248">
                  <c:v>6.9053100000000001</c:v>
                </c:pt>
                <c:pt idx="24249">
                  <c:v>6.9056199999999999</c:v>
                </c:pt>
                <c:pt idx="24250">
                  <c:v>6.9059200000000001</c:v>
                </c:pt>
                <c:pt idx="24251">
                  <c:v>6.9062299999999999</c:v>
                </c:pt>
                <c:pt idx="24252">
                  <c:v>6.9065300000000001</c:v>
                </c:pt>
                <c:pt idx="24253">
                  <c:v>6.9068399999999999</c:v>
                </c:pt>
                <c:pt idx="24254">
                  <c:v>6.9071400000000001</c:v>
                </c:pt>
                <c:pt idx="24255">
                  <c:v>6.9074499999999999</c:v>
                </c:pt>
                <c:pt idx="24256">
                  <c:v>6.9077500000000001</c:v>
                </c:pt>
                <c:pt idx="24257">
                  <c:v>6.9080599999999999</c:v>
                </c:pt>
                <c:pt idx="24258">
                  <c:v>6.9083699999999997</c:v>
                </c:pt>
                <c:pt idx="24259">
                  <c:v>6.9086699999999999</c:v>
                </c:pt>
                <c:pt idx="24260">
                  <c:v>6.9089799999999997</c:v>
                </c:pt>
                <c:pt idx="24261">
                  <c:v>6.9092799999999999</c:v>
                </c:pt>
                <c:pt idx="24262">
                  <c:v>6.9095899999999997</c:v>
                </c:pt>
                <c:pt idx="24263">
                  <c:v>6.9098899999999999</c:v>
                </c:pt>
                <c:pt idx="24264">
                  <c:v>6.9101999999999997</c:v>
                </c:pt>
                <c:pt idx="24265">
                  <c:v>6.9104999999999999</c:v>
                </c:pt>
                <c:pt idx="24266">
                  <c:v>6.9108099999999997</c:v>
                </c:pt>
                <c:pt idx="24267">
                  <c:v>6.9111099999999999</c:v>
                </c:pt>
                <c:pt idx="24268">
                  <c:v>6.9114199999999997</c:v>
                </c:pt>
                <c:pt idx="24269">
                  <c:v>6.9117199999999999</c:v>
                </c:pt>
                <c:pt idx="24270">
                  <c:v>6.9120299999999997</c:v>
                </c:pt>
                <c:pt idx="24271">
                  <c:v>6.9123400000000004</c:v>
                </c:pt>
                <c:pt idx="24272">
                  <c:v>6.9126399999999997</c:v>
                </c:pt>
                <c:pt idx="24273">
                  <c:v>6.9129500000000004</c:v>
                </c:pt>
                <c:pt idx="24274">
                  <c:v>6.9132499999999997</c:v>
                </c:pt>
                <c:pt idx="24275">
                  <c:v>6.9135600000000004</c:v>
                </c:pt>
                <c:pt idx="24276">
                  <c:v>6.9138599999999997</c:v>
                </c:pt>
                <c:pt idx="24277">
                  <c:v>6.9141700000000004</c:v>
                </c:pt>
                <c:pt idx="24278">
                  <c:v>6.9144699999999997</c:v>
                </c:pt>
                <c:pt idx="24279">
                  <c:v>6.9147800000000004</c:v>
                </c:pt>
                <c:pt idx="24280">
                  <c:v>6.9150799999999997</c:v>
                </c:pt>
                <c:pt idx="24281">
                  <c:v>6.9153900000000004</c:v>
                </c:pt>
                <c:pt idx="24282">
                  <c:v>6.9156899999999997</c:v>
                </c:pt>
                <c:pt idx="24283">
                  <c:v>6.9160000000000004</c:v>
                </c:pt>
                <c:pt idx="24284">
                  <c:v>6.9163100000000002</c:v>
                </c:pt>
                <c:pt idx="24285">
                  <c:v>6.9166100000000004</c:v>
                </c:pt>
                <c:pt idx="24286">
                  <c:v>6.9169200000000002</c:v>
                </c:pt>
                <c:pt idx="24287">
                  <c:v>6.9172200000000004</c:v>
                </c:pt>
                <c:pt idx="24288">
                  <c:v>6.9175300000000002</c:v>
                </c:pt>
                <c:pt idx="24289">
                  <c:v>6.9178300000000004</c:v>
                </c:pt>
                <c:pt idx="24290">
                  <c:v>6.9181400000000002</c:v>
                </c:pt>
                <c:pt idx="24291">
                  <c:v>6.9184400000000004</c:v>
                </c:pt>
                <c:pt idx="24292">
                  <c:v>6.9187500000000002</c:v>
                </c:pt>
                <c:pt idx="24293">
                  <c:v>6.9190500000000004</c:v>
                </c:pt>
                <c:pt idx="24294">
                  <c:v>6.9193600000000002</c:v>
                </c:pt>
                <c:pt idx="24295">
                  <c:v>6.9196600000000004</c:v>
                </c:pt>
                <c:pt idx="24296">
                  <c:v>6.9199700000000002</c:v>
                </c:pt>
                <c:pt idx="24297">
                  <c:v>6.92028</c:v>
                </c:pt>
                <c:pt idx="24298">
                  <c:v>6.9205800000000002</c:v>
                </c:pt>
                <c:pt idx="24299">
                  <c:v>6.92089</c:v>
                </c:pt>
                <c:pt idx="24300">
                  <c:v>6.9211900000000002</c:v>
                </c:pt>
                <c:pt idx="24301">
                  <c:v>6.9215</c:v>
                </c:pt>
                <c:pt idx="24302">
                  <c:v>6.9218000000000002</c:v>
                </c:pt>
                <c:pt idx="24303">
                  <c:v>6.92211</c:v>
                </c:pt>
                <c:pt idx="24304">
                  <c:v>6.9224100000000002</c:v>
                </c:pt>
                <c:pt idx="24305">
                  <c:v>6.92272</c:v>
                </c:pt>
                <c:pt idx="24306">
                  <c:v>6.9230200000000002</c:v>
                </c:pt>
                <c:pt idx="24307">
                  <c:v>6.92333</c:v>
                </c:pt>
                <c:pt idx="24308">
                  <c:v>6.9236300000000002</c:v>
                </c:pt>
                <c:pt idx="24309">
                  <c:v>6.92394</c:v>
                </c:pt>
                <c:pt idx="24310">
                  <c:v>6.9242499999999998</c:v>
                </c:pt>
                <c:pt idx="24311">
                  <c:v>6.92455</c:v>
                </c:pt>
                <c:pt idx="24312">
                  <c:v>6.9248599999999998</c:v>
                </c:pt>
                <c:pt idx="24313">
                  <c:v>6.92516</c:v>
                </c:pt>
                <c:pt idx="24314">
                  <c:v>6.9254699999999998</c:v>
                </c:pt>
                <c:pt idx="24315">
                  <c:v>6.92577</c:v>
                </c:pt>
                <c:pt idx="24316">
                  <c:v>6.9260799999999998</c:v>
                </c:pt>
                <c:pt idx="24317">
                  <c:v>6.92638</c:v>
                </c:pt>
                <c:pt idx="24318">
                  <c:v>6.9266899999999998</c:v>
                </c:pt>
                <c:pt idx="24319">
                  <c:v>6.92699</c:v>
                </c:pt>
                <c:pt idx="24320">
                  <c:v>6.9272999999999998</c:v>
                </c:pt>
                <c:pt idx="24321">
                  <c:v>6.9276099999999996</c:v>
                </c:pt>
                <c:pt idx="24322">
                  <c:v>6.9279099999999998</c:v>
                </c:pt>
                <c:pt idx="24323">
                  <c:v>6.9282199999999996</c:v>
                </c:pt>
                <c:pt idx="24324">
                  <c:v>6.9285199999999998</c:v>
                </c:pt>
                <c:pt idx="24325">
                  <c:v>6.9288299999999996</c:v>
                </c:pt>
                <c:pt idx="24326">
                  <c:v>6.9291299999999998</c:v>
                </c:pt>
                <c:pt idx="24327">
                  <c:v>6.9294399999999996</c:v>
                </c:pt>
                <c:pt idx="24328">
                  <c:v>6.9297399999999998</c:v>
                </c:pt>
                <c:pt idx="24329">
                  <c:v>6.9300499999999996</c:v>
                </c:pt>
                <c:pt idx="24330">
                  <c:v>6.9303499999999998</c:v>
                </c:pt>
                <c:pt idx="24331">
                  <c:v>6.9306599999999996</c:v>
                </c:pt>
                <c:pt idx="24332">
                  <c:v>6.9309599999999998</c:v>
                </c:pt>
                <c:pt idx="24333">
                  <c:v>6.9312699999999996</c:v>
                </c:pt>
                <c:pt idx="24334">
                  <c:v>6.9315800000000003</c:v>
                </c:pt>
                <c:pt idx="24335">
                  <c:v>6.9318799999999996</c:v>
                </c:pt>
                <c:pt idx="24336">
                  <c:v>6.9321900000000003</c:v>
                </c:pt>
                <c:pt idx="24337">
                  <c:v>6.9324899999999996</c:v>
                </c:pt>
                <c:pt idx="24338">
                  <c:v>6.9328000000000003</c:v>
                </c:pt>
                <c:pt idx="24339">
                  <c:v>6.9330999999999996</c:v>
                </c:pt>
                <c:pt idx="24340">
                  <c:v>6.9334100000000003</c:v>
                </c:pt>
                <c:pt idx="24341">
                  <c:v>6.9337099999999996</c:v>
                </c:pt>
                <c:pt idx="24342">
                  <c:v>6.9340200000000003</c:v>
                </c:pt>
                <c:pt idx="24343">
                  <c:v>6.9343199999999996</c:v>
                </c:pt>
                <c:pt idx="24344">
                  <c:v>6.9346300000000003</c:v>
                </c:pt>
                <c:pt idx="24345">
                  <c:v>6.9349299999999996</c:v>
                </c:pt>
                <c:pt idx="24346">
                  <c:v>6.9352400000000003</c:v>
                </c:pt>
                <c:pt idx="24347">
                  <c:v>6.9355500000000001</c:v>
                </c:pt>
                <c:pt idx="24348">
                  <c:v>6.9358500000000003</c:v>
                </c:pt>
                <c:pt idx="24349">
                  <c:v>6.9361600000000001</c:v>
                </c:pt>
                <c:pt idx="24350">
                  <c:v>6.9364600000000003</c:v>
                </c:pt>
                <c:pt idx="24351">
                  <c:v>6.9367700000000001</c:v>
                </c:pt>
                <c:pt idx="24352">
                  <c:v>6.9370700000000003</c:v>
                </c:pt>
                <c:pt idx="24353">
                  <c:v>6.9373800000000001</c:v>
                </c:pt>
                <c:pt idx="24354">
                  <c:v>6.9376800000000003</c:v>
                </c:pt>
                <c:pt idx="24355">
                  <c:v>6.9379900000000001</c:v>
                </c:pt>
                <c:pt idx="24356">
                  <c:v>6.9382900000000003</c:v>
                </c:pt>
                <c:pt idx="24357">
                  <c:v>6.9386000000000001</c:v>
                </c:pt>
                <c:pt idx="24358">
                  <c:v>6.9389000000000003</c:v>
                </c:pt>
                <c:pt idx="24359">
                  <c:v>6.9392100000000001</c:v>
                </c:pt>
                <c:pt idx="24360">
                  <c:v>6.9395199999999999</c:v>
                </c:pt>
                <c:pt idx="24361">
                  <c:v>6.9398200000000001</c:v>
                </c:pt>
                <c:pt idx="24362">
                  <c:v>6.9401299999999999</c:v>
                </c:pt>
                <c:pt idx="24363">
                  <c:v>6.9404300000000001</c:v>
                </c:pt>
                <c:pt idx="24364">
                  <c:v>6.9407399999999999</c:v>
                </c:pt>
                <c:pt idx="24365">
                  <c:v>6.9410400000000001</c:v>
                </c:pt>
                <c:pt idx="24366">
                  <c:v>6.9413499999999999</c:v>
                </c:pt>
                <c:pt idx="24367">
                  <c:v>6.9416500000000001</c:v>
                </c:pt>
                <c:pt idx="24368">
                  <c:v>6.9419599999999999</c:v>
                </c:pt>
                <c:pt idx="24369">
                  <c:v>6.9422600000000001</c:v>
                </c:pt>
                <c:pt idx="24370">
                  <c:v>6.9425699999999999</c:v>
                </c:pt>
                <c:pt idx="24371">
                  <c:v>6.9428700000000001</c:v>
                </c:pt>
                <c:pt idx="24372">
                  <c:v>6.9431799999999999</c:v>
                </c:pt>
                <c:pt idx="24373">
                  <c:v>6.9434899999999997</c:v>
                </c:pt>
                <c:pt idx="24374">
                  <c:v>6.9437899999999999</c:v>
                </c:pt>
                <c:pt idx="24375">
                  <c:v>6.9440999999999997</c:v>
                </c:pt>
                <c:pt idx="24376">
                  <c:v>6.9443999999999999</c:v>
                </c:pt>
                <c:pt idx="24377">
                  <c:v>6.9447099999999997</c:v>
                </c:pt>
                <c:pt idx="24378">
                  <c:v>6.9450099999999999</c:v>
                </c:pt>
                <c:pt idx="24379">
                  <c:v>6.9453199999999997</c:v>
                </c:pt>
                <c:pt idx="24380">
                  <c:v>6.9456199999999999</c:v>
                </c:pt>
                <c:pt idx="24381">
                  <c:v>6.9459299999999997</c:v>
                </c:pt>
                <c:pt idx="24382">
                  <c:v>6.9462299999999999</c:v>
                </c:pt>
                <c:pt idx="24383">
                  <c:v>6.9465399999999997</c:v>
                </c:pt>
                <c:pt idx="24384">
                  <c:v>6.9468500000000004</c:v>
                </c:pt>
                <c:pt idx="24385">
                  <c:v>6.9471499999999997</c:v>
                </c:pt>
                <c:pt idx="24386">
                  <c:v>6.9474600000000004</c:v>
                </c:pt>
                <c:pt idx="24387">
                  <c:v>6.9477599999999997</c:v>
                </c:pt>
                <c:pt idx="24388">
                  <c:v>6.9480700000000004</c:v>
                </c:pt>
                <c:pt idx="24389">
                  <c:v>6.9483699999999997</c:v>
                </c:pt>
                <c:pt idx="24390">
                  <c:v>6.9486800000000004</c:v>
                </c:pt>
                <c:pt idx="24391">
                  <c:v>6.9489799999999997</c:v>
                </c:pt>
                <c:pt idx="24392">
                  <c:v>6.9492900000000004</c:v>
                </c:pt>
                <c:pt idx="24393">
                  <c:v>6.9495899999999997</c:v>
                </c:pt>
                <c:pt idx="24394">
                  <c:v>6.9499000000000004</c:v>
                </c:pt>
                <c:pt idx="24395">
                  <c:v>6.9501999999999997</c:v>
                </c:pt>
                <c:pt idx="24396">
                  <c:v>6.9505100000000004</c:v>
                </c:pt>
                <c:pt idx="24397">
                  <c:v>6.9508200000000002</c:v>
                </c:pt>
                <c:pt idx="24398">
                  <c:v>6.9511200000000004</c:v>
                </c:pt>
                <c:pt idx="24399">
                  <c:v>6.9514300000000002</c:v>
                </c:pt>
                <c:pt idx="24400">
                  <c:v>6.9517300000000004</c:v>
                </c:pt>
                <c:pt idx="24401">
                  <c:v>6.9520400000000002</c:v>
                </c:pt>
                <c:pt idx="24402">
                  <c:v>6.9523400000000004</c:v>
                </c:pt>
                <c:pt idx="24403">
                  <c:v>6.9526500000000002</c:v>
                </c:pt>
                <c:pt idx="24404">
                  <c:v>6.9529500000000004</c:v>
                </c:pt>
                <c:pt idx="24405">
                  <c:v>6.9532600000000002</c:v>
                </c:pt>
                <c:pt idx="24406">
                  <c:v>6.9535600000000004</c:v>
                </c:pt>
                <c:pt idx="24407">
                  <c:v>6.9538700000000002</c:v>
                </c:pt>
                <c:pt idx="24408">
                  <c:v>6.9541700000000004</c:v>
                </c:pt>
                <c:pt idx="24409">
                  <c:v>6.9544800000000002</c:v>
                </c:pt>
                <c:pt idx="24410">
                  <c:v>6.95479</c:v>
                </c:pt>
                <c:pt idx="24411">
                  <c:v>6.9550900000000002</c:v>
                </c:pt>
                <c:pt idx="24412">
                  <c:v>6.9554</c:v>
                </c:pt>
                <c:pt idx="24413">
                  <c:v>6.9557000000000002</c:v>
                </c:pt>
                <c:pt idx="24414">
                  <c:v>6.95601</c:v>
                </c:pt>
                <c:pt idx="24415">
                  <c:v>6.9563100000000002</c:v>
                </c:pt>
                <c:pt idx="24416">
                  <c:v>6.95662</c:v>
                </c:pt>
                <c:pt idx="24417">
                  <c:v>6.9569200000000002</c:v>
                </c:pt>
                <c:pt idx="24418">
                  <c:v>6.95723</c:v>
                </c:pt>
                <c:pt idx="24419">
                  <c:v>6.9575300000000002</c:v>
                </c:pt>
                <c:pt idx="24420">
                  <c:v>6.95784</c:v>
                </c:pt>
                <c:pt idx="24421">
                  <c:v>6.9581400000000002</c:v>
                </c:pt>
                <c:pt idx="24422">
                  <c:v>6.95845</c:v>
                </c:pt>
                <c:pt idx="24423">
                  <c:v>6.9587599999999998</c:v>
                </c:pt>
                <c:pt idx="24424">
                  <c:v>6.95906</c:v>
                </c:pt>
                <c:pt idx="24425">
                  <c:v>6.9593699999999998</c:v>
                </c:pt>
                <c:pt idx="24426">
                  <c:v>6.95967</c:v>
                </c:pt>
                <c:pt idx="24427">
                  <c:v>6.9599799999999998</c:v>
                </c:pt>
                <c:pt idx="24428">
                  <c:v>6.96028</c:v>
                </c:pt>
                <c:pt idx="24429">
                  <c:v>6.9605899999999998</c:v>
                </c:pt>
                <c:pt idx="24430">
                  <c:v>6.96089</c:v>
                </c:pt>
                <c:pt idx="24431">
                  <c:v>6.9611999999999998</c:v>
                </c:pt>
                <c:pt idx="24432">
                  <c:v>6.9615</c:v>
                </c:pt>
                <c:pt idx="24433">
                  <c:v>6.9618099999999998</c:v>
                </c:pt>
                <c:pt idx="24434">
                  <c:v>6.96211</c:v>
                </c:pt>
                <c:pt idx="24435">
                  <c:v>6.9624199999999998</c:v>
                </c:pt>
                <c:pt idx="24436">
                  <c:v>6.9627299999999996</c:v>
                </c:pt>
                <c:pt idx="24437">
                  <c:v>6.9630299999999998</c:v>
                </c:pt>
                <c:pt idx="24438">
                  <c:v>6.9633399999999996</c:v>
                </c:pt>
                <c:pt idx="24439">
                  <c:v>6.9636399999999998</c:v>
                </c:pt>
                <c:pt idx="24440">
                  <c:v>6.9639499999999996</c:v>
                </c:pt>
                <c:pt idx="24441">
                  <c:v>6.9642499999999998</c:v>
                </c:pt>
                <c:pt idx="24442">
                  <c:v>6.9645599999999996</c:v>
                </c:pt>
                <c:pt idx="24443">
                  <c:v>6.9648599999999998</c:v>
                </c:pt>
                <c:pt idx="24444">
                  <c:v>6.9651699999999996</c:v>
                </c:pt>
                <c:pt idx="24445">
                  <c:v>6.9654699999999998</c:v>
                </c:pt>
                <c:pt idx="24446">
                  <c:v>6.9657799999999996</c:v>
                </c:pt>
                <c:pt idx="24447">
                  <c:v>6.9660900000000003</c:v>
                </c:pt>
                <c:pt idx="24448">
                  <c:v>6.9663899999999996</c:v>
                </c:pt>
                <c:pt idx="24449">
                  <c:v>6.9667000000000003</c:v>
                </c:pt>
                <c:pt idx="24450">
                  <c:v>6.9669999999999996</c:v>
                </c:pt>
                <c:pt idx="24451">
                  <c:v>6.9673100000000003</c:v>
                </c:pt>
                <c:pt idx="24452">
                  <c:v>6.9676099999999996</c:v>
                </c:pt>
                <c:pt idx="24453">
                  <c:v>6.9679200000000003</c:v>
                </c:pt>
                <c:pt idx="24454">
                  <c:v>6.9682199999999996</c:v>
                </c:pt>
                <c:pt idx="24455">
                  <c:v>6.9685300000000003</c:v>
                </c:pt>
                <c:pt idx="24456">
                  <c:v>6.9688299999999996</c:v>
                </c:pt>
                <c:pt idx="24457">
                  <c:v>6.9691400000000003</c:v>
                </c:pt>
                <c:pt idx="24458">
                  <c:v>6.9694399999999996</c:v>
                </c:pt>
                <c:pt idx="24459">
                  <c:v>6.9697500000000003</c:v>
                </c:pt>
                <c:pt idx="24460">
                  <c:v>6.9700600000000001</c:v>
                </c:pt>
                <c:pt idx="24461">
                  <c:v>6.9703600000000003</c:v>
                </c:pt>
                <c:pt idx="24462">
                  <c:v>6.9706700000000001</c:v>
                </c:pt>
                <c:pt idx="24463">
                  <c:v>6.9709700000000003</c:v>
                </c:pt>
                <c:pt idx="24464">
                  <c:v>6.9712800000000001</c:v>
                </c:pt>
                <c:pt idx="24465">
                  <c:v>6.9715800000000003</c:v>
                </c:pt>
                <c:pt idx="24466">
                  <c:v>6.9718900000000001</c:v>
                </c:pt>
                <c:pt idx="24467">
                  <c:v>6.9721900000000003</c:v>
                </c:pt>
                <c:pt idx="24468">
                  <c:v>6.9725000000000001</c:v>
                </c:pt>
                <c:pt idx="24469">
                  <c:v>6.9728000000000003</c:v>
                </c:pt>
                <c:pt idx="24470">
                  <c:v>6.9731100000000001</c:v>
                </c:pt>
                <c:pt idx="24471">
                  <c:v>6.9734100000000003</c:v>
                </c:pt>
                <c:pt idx="24472">
                  <c:v>6.9737200000000001</c:v>
                </c:pt>
                <c:pt idx="24473">
                  <c:v>6.97403</c:v>
                </c:pt>
                <c:pt idx="24474">
                  <c:v>6.9743300000000001</c:v>
                </c:pt>
                <c:pt idx="24475">
                  <c:v>6.97464</c:v>
                </c:pt>
                <c:pt idx="24476">
                  <c:v>6.9749400000000001</c:v>
                </c:pt>
                <c:pt idx="24477">
                  <c:v>6.97525</c:v>
                </c:pt>
                <c:pt idx="24478">
                  <c:v>6.9755500000000001</c:v>
                </c:pt>
                <c:pt idx="24479">
                  <c:v>6.9758599999999999</c:v>
                </c:pt>
                <c:pt idx="24480">
                  <c:v>6.9761600000000001</c:v>
                </c:pt>
                <c:pt idx="24481">
                  <c:v>6.9764699999999999</c:v>
                </c:pt>
                <c:pt idx="24482">
                  <c:v>6.9767700000000001</c:v>
                </c:pt>
                <c:pt idx="24483">
                  <c:v>6.9770799999999999</c:v>
                </c:pt>
                <c:pt idx="24484">
                  <c:v>6.9773800000000001</c:v>
                </c:pt>
                <c:pt idx="24485">
                  <c:v>6.9776899999999999</c:v>
                </c:pt>
                <c:pt idx="24486">
                  <c:v>6.9779999999999998</c:v>
                </c:pt>
                <c:pt idx="24487">
                  <c:v>6.9782999999999999</c:v>
                </c:pt>
                <c:pt idx="24488">
                  <c:v>6.9786099999999998</c:v>
                </c:pt>
                <c:pt idx="24489">
                  <c:v>6.9789099999999999</c:v>
                </c:pt>
                <c:pt idx="24490">
                  <c:v>6.9792199999999998</c:v>
                </c:pt>
                <c:pt idx="24491">
                  <c:v>6.9795199999999999</c:v>
                </c:pt>
                <c:pt idx="24492">
                  <c:v>6.9798299999999998</c:v>
                </c:pt>
                <c:pt idx="24493">
                  <c:v>6.9801299999999999</c:v>
                </c:pt>
                <c:pt idx="24494">
                  <c:v>6.9804399999999998</c:v>
                </c:pt>
                <c:pt idx="24495">
                  <c:v>6.9807399999999999</c:v>
                </c:pt>
                <c:pt idx="24496">
                  <c:v>6.9810499999999998</c:v>
                </c:pt>
                <c:pt idx="24497">
                  <c:v>6.9813599999999996</c:v>
                </c:pt>
                <c:pt idx="24498">
                  <c:v>6.9816599999999998</c:v>
                </c:pt>
                <c:pt idx="24499">
                  <c:v>6.9819699999999996</c:v>
                </c:pt>
                <c:pt idx="24500">
                  <c:v>6.9822699999999998</c:v>
                </c:pt>
                <c:pt idx="24501">
                  <c:v>6.9825799999999996</c:v>
                </c:pt>
                <c:pt idx="24502">
                  <c:v>6.9828799999999998</c:v>
                </c:pt>
                <c:pt idx="24503">
                  <c:v>6.9831899999999996</c:v>
                </c:pt>
                <c:pt idx="24504">
                  <c:v>6.9834899999999998</c:v>
                </c:pt>
                <c:pt idx="24505">
                  <c:v>6.9837999999999996</c:v>
                </c:pt>
                <c:pt idx="24506">
                  <c:v>6.9840999999999998</c:v>
                </c:pt>
                <c:pt idx="24507">
                  <c:v>6.9844099999999996</c:v>
                </c:pt>
                <c:pt idx="24508">
                  <c:v>6.9847099999999998</c:v>
                </c:pt>
                <c:pt idx="24509">
                  <c:v>6.9850199999999996</c:v>
                </c:pt>
                <c:pt idx="24510">
                  <c:v>6.9853300000000003</c:v>
                </c:pt>
                <c:pt idx="24511">
                  <c:v>6.9856299999999996</c:v>
                </c:pt>
                <c:pt idx="24512">
                  <c:v>6.9859400000000003</c:v>
                </c:pt>
                <c:pt idx="24513">
                  <c:v>6.9862399999999996</c:v>
                </c:pt>
                <c:pt idx="24514">
                  <c:v>6.9865500000000003</c:v>
                </c:pt>
                <c:pt idx="24515">
                  <c:v>6.9868499999999996</c:v>
                </c:pt>
                <c:pt idx="24516">
                  <c:v>6.9871600000000003</c:v>
                </c:pt>
                <c:pt idx="24517">
                  <c:v>6.9874599999999996</c:v>
                </c:pt>
                <c:pt idx="24518">
                  <c:v>6.9877700000000003</c:v>
                </c:pt>
                <c:pt idx="24519">
                  <c:v>6.9880699999999996</c:v>
                </c:pt>
                <c:pt idx="24520">
                  <c:v>6.9883800000000003</c:v>
                </c:pt>
                <c:pt idx="24521">
                  <c:v>6.9886799999999996</c:v>
                </c:pt>
                <c:pt idx="24522">
                  <c:v>6.9889900000000003</c:v>
                </c:pt>
                <c:pt idx="24523">
                  <c:v>6.9893000000000001</c:v>
                </c:pt>
                <c:pt idx="24524">
                  <c:v>6.9896000000000003</c:v>
                </c:pt>
                <c:pt idx="24525">
                  <c:v>6.9899100000000001</c:v>
                </c:pt>
                <c:pt idx="24526">
                  <c:v>6.9902100000000003</c:v>
                </c:pt>
                <c:pt idx="24527">
                  <c:v>6.9905200000000001</c:v>
                </c:pt>
                <c:pt idx="24528">
                  <c:v>6.9908200000000003</c:v>
                </c:pt>
                <c:pt idx="24529">
                  <c:v>6.9911300000000001</c:v>
                </c:pt>
                <c:pt idx="24530">
                  <c:v>6.9914300000000003</c:v>
                </c:pt>
                <c:pt idx="24531">
                  <c:v>6.9917400000000001</c:v>
                </c:pt>
                <c:pt idx="24532">
                  <c:v>6.9920400000000003</c:v>
                </c:pt>
                <c:pt idx="24533">
                  <c:v>6.9923500000000001</c:v>
                </c:pt>
                <c:pt idx="24534">
                  <c:v>6.9926500000000003</c:v>
                </c:pt>
                <c:pt idx="24535">
                  <c:v>6.9929600000000001</c:v>
                </c:pt>
                <c:pt idx="24536">
                  <c:v>6.9932699999999999</c:v>
                </c:pt>
                <c:pt idx="24537">
                  <c:v>6.9935700000000001</c:v>
                </c:pt>
                <c:pt idx="24538">
                  <c:v>6.9938799999999999</c:v>
                </c:pt>
                <c:pt idx="24539">
                  <c:v>6.9941800000000001</c:v>
                </c:pt>
                <c:pt idx="24540">
                  <c:v>6.9944899999999999</c:v>
                </c:pt>
                <c:pt idx="24541">
                  <c:v>6.9947900000000001</c:v>
                </c:pt>
                <c:pt idx="24542">
                  <c:v>6.9950999999999999</c:v>
                </c:pt>
                <c:pt idx="24543">
                  <c:v>6.9954000000000001</c:v>
                </c:pt>
                <c:pt idx="24544">
                  <c:v>6.9957099999999999</c:v>
                </c:pt>
                <c:pt idx="24545">
                  <c:v>6.9960100000000001</c:v>
                </c:pt>
                <c:pt idx="24546">
                  <c:v>6.9963199999999999</c:v>
                </c:pt>
                <c:pt idx="24547">
                  <c:v>6.9966200000000001</c:v>
                </c:pt>
                <c:pt idx="24548">
                  <c:v>6.9969299999999999</c:v>
                </c:pt>
                <c:pt idx="24549">
                  <c:v>6.9972399999999997</c:v>
                </c:pt>
                <c:pt idx="24550">
                  <c:v>6.9975399999999999</c:v>
                </c:pt>
                <c:pt idx="24551">
                  <c:v>6.9978499999999997</c:v>
                </c:pt>
                <c:pt idx="24552">
                  <c:v>6.9981499999999999</c:v>
                </c:pt>
                <c:pt idx="24553">
                  <c:v>6.9984599999999997</c:v>
                </c:pt>
                <c:pt idx="24554">
                  <c:v>6.9987599999999999</c:v>
                </c:pt>
                <c:pt idx="24555">
                  <c:v>6.9990699999999997</c:v>
                </c:pt>
                <c:pt idx="24556">
                  <c:v>6.9993699999999999</c:v>
                </c:pt>
                <c:pt idx="24557">
                  <c:v>6.9996799999999997</c:v>
                </c:pt>
                <c:pt idx="24558">
                  <c:v>6.9999799999999999</c:v>
                </c:pt>
                <c:pt idx="24559">
                  <c:v>7.0002899999999997</c:v>
                </c:pt>
                <c:pt idx="24560">
                  <c:v>7.0006000000000004</c:v>
                </c:pt>
                <c:pt idx="24561">
                  <c:v>7.0008999999999997</c:v>
                </c:pt>
                <c:pt idx="24562">
                  <c:v>7.0012100000000004</c:v>
                </c:pt>
                <c:pt idx="24563">
                  <c:v>7.0015099999999997</c:v>
                </c:pt>
                <c:pt idx="24564">
                  <c:v>7.0018200000000004</c:v>
                </c:pt>
                <c:pt idx="24565">
                  <c:v>7.0021199999999997</c:v>
                </c:pt>
                <c:pt idx="24566">
                  <c:v>7.0024300000000004</c:v>
                </c:pt>
                <c:pt idx="24567">
                  <c:v>7.0027299999999997</c:v>
                </c:pt>
                <c:pt idx="24568">
                  <c:v>7.0030400000000004</c:v>
                </c:pt>
                <c:pt idx="24569">
                  <c:v>7.0033399999999997</c:v>
                </c:pt>
                <c:pt idx="24570">
                  <c:v>7.0036500000000004</c:v>
                </c:pt>
                <c:pt idx="24571">
                  <c:v>7.0039499999999997</c:v>
                </c:pt>
                <c:pt idx="24572">
                  <c:v>7.0042600000000004</c:v>
                </c:pt>
                <c:pt idx="24573">
                  <c:v>7.0045700000000002</c:v>
                </c:pt>
                <c:pt idx="24574">
                  <c:v>7.0048700000000004</c:v>
                </c:pt>
                <c:pt idx="24575">
                  <c:v>7.0051800000000002</c:v>
                </c:pt>
                <c:pt idx="24576">
                  <c:v>7.0054800000000004</c:v>
                </c:pt>
                <c:pt idx="24577">
                  <c:v>7.0057900000000002</c:v>
                </c:pt>
                <c:pt idx="24578">
                  <c:v>7.0060900000000004</c:v>
                </c:pt>
                <c:pt idx="24579">
                  <c:v>7.0064000000000002</c:v>
                </c:pt>
                <c:pt idx="24580">
                  <c:v>7.0067000000000004</c:v>
                </c:pt>
                <c:pt idx="24581">
                  <c:v>7.0070100000000002</c:v>
                </c:pt>
                <c:pt idx="24582">
                  <c:v>7.0073100000000004</c:v>
                </c:pt>
                <c:pt idx="24583">
                  <c:v>7.0076200000000002</c:v>
                </c:pt>
                <c:pt idx="24584">
                  <c:v>7.0079200000000004</c:v>
                </c:pt>
                <c:pt idx="24585">
                  <c:v>7.0082300000000002</c:v>
                </c:pt>
                <c:pt idx="24586">
                  <c:v>7.00854</c:v>
                </c:pt>
                <c:pt idx="24587">
                  <c:v>7.0088400000000002</c:v>
                </c:pt>
                <c:pt idx="24588">
                  <c:v>7.00915</c:v>
                </c:pt>
                <c:pt idx="24589">
                  <c:v>7.0094500000000002</c:v>
                </c:pt>
                <c:pt idx="24590">
                  <c:v>7.00976</c:v>
                </c:pt>
                <c:pt idx="24591">
                  <c:v>7.0100600000000002</c:v>
                </c:pt>
                <c:pt idx="24592">
                  <c:v>7.01037</c:v>
                </c:pt>
                <c:pt idx="24593">
                  <c:v>7.0106700000000002</c:v>
                </c:pt>
                <c:pt idx="24594">
                  <c:v>7.01098</c:v>
                </c:pt>
                <c:pt idx="24595">
                  <c:v>7.0112800000000002</c:v>
                </c:pt>
                <c:pt idx="24596">
                  <c:v>7.01159</c:v>
                </c:pt>
                <c:pt idx="24597">
                  <c:v>7.0118900000000002</c:v>
                </c:pt>
                <c:pt idx="24598">
                  <c:v>7.0122</c:v>
                </c:pt>
                <c:pt idx="24599">
                  <c:v>7.0125099999999998</c:v>
                </c:pt>
                <c:pt idx="24600">
                  <c:v>7.01281</c:v>
                </c:pt>
                <c:pt idx="24601">
                  <c:v>7.0131199999999998</c:v>
                </c:pt>
                <c:pt idx="24602">
                  <c:v>7.01342</c:v>
                </c:pt>
                <c:pt idx="24603">
                  <c:v>7.0137299999999998</c:v>
                </c:pt>
                <c:pt idx="24604">
                  <c:v>7.01403</c:v>
                </c:pt>
                <c:pt idx="24605">
                  <c:v>7.0143399999999998</c:v>
                </c:pt>
                <c:pt idx="24606">
                  <c:v>7.01464</c:v>
                </c:pt>
                <c:pt idx="24607">
                  <c:v>7.0149499999999998</c:v>
                </c:pt>
                <c:pt idx="24608">
                  <c:v>7.01525</c:v>
                </c:pt>
                <c:pt idx="24609">
                  <c:v>7.0155599999999998</c:v>
                </c:pt>
                <c:pt idx="24610">
                  <c:v>7.01586</c:v>
                </c:pt>
                <c:pt idx="24611">
                  <c:v>7.0161699999999998</c:v>
                </c:pt>
                <c:pt idx="24612">
                  <c:v>7.0164799999999996</c:v>
                </c:pt>
                <c:pt idx="24613">
                  <c:v>7.0167799999999998</c:v>
                </c:pt>
                <c:pt idx="24614">
                  <c:v>7.0170899999999996</c:v>
                </c:pt>
                <c:pt idx="24615">
                  <c:v>7.0173899999999998</c:v>
                </c:pt>
                <c:pt idx="24616">
                  <c:v>7.0176999999999996</c:v>
                </c:pt>
                <c:pt idx="24617">
                  <c:v>7.0179999999999998</c:v>
                </c:pt>
                <c:pt idx="24618">
                  <c:v>7.0183099999999996</c:v>
                </c:pt>
                <c:pt idx="24619">
                  <c:v>7.0186099999999998</c:v>
                </c:pt>
                <c:pt idx="24620">
                  <c:v>7.0189199999999996</c:v>
                </c:pt>
                <c:pt idx="24621">
                  <c:v>7.0192199999999998</c:v>
                </c:pt>
                <c:pt idx="24622">
                  <c:v>7.0195299999999996</c:v>
                </c:pt>
                <c:pt idx="24623">
                  <c:v>7.0198400000000003</c:v>
                </c:pt>
                <c:pt idx="24624">
                  <c:v>7.0201399999999996</c:v>
                </c:pt>
                <c:pt idx="24625">
                  <c:v>7.0204500000000003</c:v>
                </c:pt>
                <c:pt idx="24626">
                  <c:v>7.0207499999999996</c:v>
                </c:pt>
                <c:pt idx="24627">
                  <c:v>7.0210600000000003</c:v>
                </c:pt>
                <c:pt idx="24628">
                  <c:v>7.0213599999999996</c:v>
                </c:pt>
                <c:pt idx="24629">
                  <c:v>7.0216700000000003</c:v>
                </c:pt>
                <c:pt idx="24630">
                  <c:v>7.0219699999999996</c:v>
                </c:pt>
                <c:pt idx="24631">
                  <c:v>7.0222800000000003</c:v>
                </c:pt>
                <c:pt idx="24632">
                  <c:v>7.0225799999999996</c:v>
                </c:pt>
                <c:pt idx="24633">
                  <c:v>7.0228900000000003</c:v>
                </c:pt>
                <c:pt idx="24634">
                  <c:v>7.0231899999999996</c:v>
                </c:pt>
                <c:pt idx="24635">
                  <c:v>7.0235000000000003</c:v>
                </c:pt>
                <c:pt idx="24636">
                  <c:v>7.0238100000000001</c:v>
                </c:pt>
                <c:pt idx="24637">
                  <c:v>7.0241100000000003</c:v>
                </c:pt>
                <c:pt idx="24638">
                  <c:v>7.0244200000000001</c:v>
                </c:pt>
                <c:pt idx="24639">
                  <c:v>7.0247200000000003</c:v>
                </c:pt>
                <c:pt idx="24640">
                  <c:v>7.0250300000000001</c:v>
                </c:pt>
                <c:pt idx="24641">
                  <c:v>7.0253300000000003</c:v>
                </c:pt>
                <c:pt idx="24642">
                  <c:v>7.0256400000000001</c:v>
                </c:pt>
                <c:pt idx="24643">
                  <c:v>7.0259400000000003</c:v>
                </c:pt>
                <c:pt idx="24644">
                  <c:v>7.0262500000000001</c:v>
                </c:pt>
                <c:pt idx="24645">
                  <c:v>7.0265500000000003</c:v>
                </c:pt>
                <c:pt idx="24646">
                  <c:v>7.0268600000000001</c:v>
                </c:pt>
                <c:pt idx="24647">
                  <c:v>7.0271600000000003</c:v>
                </c:pt>
                <c:pt idx="24648">
                  <c:v>7.0274700000000001</c:v>
                </c:pt>
                <c:pt idx="24649">
                  <c:v>7.0277799999999999</c:v>
                </c:pt>
                <c:pt idx="24650">
                  <c:v>7.0280800000000001</c:v>
                </c:pt>
                <c:pt idx="24651">
                  <c:v>7.0283899999999999</c:v>
                </c:pt>
                <c:pt idx="24652">
                  <c:v>7.0286900000000001</c:v>
                </c:pt>
                <c:pt idx="24653">
                  <c:v>7.0289999999999999</c:v>
                </c:pt>
                <c:pt idx="24654">
                  <c:v>7.0293000000000001</c:v>
                </c:pt>
                <c:pt idx="24655">
                  <c:v>7.0296099999999999</c:v>
                </c:pt>
                <c:pt idx="24656">
                  <c:v>7.0299100000000001</c:v>
                </c:pt>
                <c:pt idx="24657">
                  <c:v>7.0302199999999999</c:v>
                </c:pt>
                <c:pt idx="24658">
                  <c:v>7.0305200000000001</c:v>
                </c:pt>
                <c:pt idx="24659">
                  <c:v>7.0308299999999999</c:v>
                </c:pt>
                <c:pt idx="24660">
                  <c:v>7.0311300000000001</c:v>
                </c:pt>
                <c:pt idx="24661">
                  <c:v>7.0314399999999999</c:v>
                </c:pt>
                <c:pt idx="24662">
                  <c:v>7.0317499999999997</c:v>
                </c:pt>
                <c:pt idx="24663">
                  <c:v>7.0320499999999999</c:v>
                </c:pt>
                <c:pt idx="24664">
                  <c:v>7.0323599999999997</c:v>
                </c:pt>
                <c:pt idx="24665">
                  <c:v>7.0326599999999999</c:v>
                </c:pt>
                <c:pt idx="24666">
                  <c:v>7.0329699999999997</c:v>
                </c:pt>
                <c:pt idx="24667">
                  <c:v>7.0332699999999999</c:v>
                </c:pt>
                <c:pt idx="24668">
                  <c:v>7.0335799999999997</c:v>
                </c:pt>
                <c:pt idx="24669">
                  <c:v>7.0338799999999999</c:v>
                </c:pt>
                <c:pt idx="24670">
                  <c:v>7.0341899999999997</c:v>
                </c:pt>
                <c:pt idx="24671">
                  <c:v>7.0344899999999999</c:v>
                </c:pt>
                <c:pt idx="24672">
                  <c:v>7.0347999999999997</c:v>
                </c:pt>
                <c:pt idx="24673">
                  <c:v>7.0351100000000004</c:v>
                </c:pt>
                <c:pt idx="24674">
                  <c:v>7.0354099999999997</c:v>
                </c:pt>
                <c:pt idx="24675">
                  <c:v>7.0357200000000004</c:v>
                </c:pt>
                <c:pt idx="24676">
                  <c:v>7.0360199999999997</c:v>
                </c:pt>
                <c:pt idx="24677">
                  <c:v>7.0363300000000004</c:v>
                </c:pt>
                <c:pt idx="24678">
                  <c:v>7.0366299999999997</c:v>
                </c:pt>
                <c:pt idx="24679">
                  <c:v>7.0369400000000004</c:v>
                </c:pt>
                <c:pt idx="24680">
                  <c:v>7.0372399999999997</c:v>
                </c:pt>
                <c:pt idx="24681">
                  <c:v>7.0375500000000004</c:v>
                </c:pt>
                <c:pt idx="24682">
                  <c:v>7.0378499999999997</c:v>
                </c:pt>
                <c:pt idx="24683">
                  <c:v>7.0381600000000004</c:v>
                </c:pt>
                <c:pt idx="24684">
                  <c:v>7.0384599999999997</c:v>
                </c:pt>
                <c:pt idx="24685">
                  <c:v>7.0387700000000004</c:v>
                </c:pt>
                <c:pt idx="24686">
                  <c:v>7.0390800000000002</c:v>
                </c:pt>
                <c:pt idx="24687">
                  <c:v>7.0393800000000004</c:v>
                </c:pt>
                <c:pt idx="24688">
                  <c:v>7.0396900000000002</c:v>
                </c:pt>
                <c:pt idx="24689">
                  <c:v>7.0399900000000004</c:v>
                </c:pt>
                <c:pt idx="24690">
                  <c:v>7.0403000000000002</c:v>
                </c:pt>
                <c:pt idx="24691">
                  <c:v>7.0406000000000004</c:v>
                </c:pt>
                <c:pt idx="24692">
                  <c:v>7.0409100000000002</c:v>
                </c:pt>
                <c:pt idx="24693">
                  <c:v>7.0412100000000004</c:v>
                </c:pt>
                <c:pt idx="24694">
                  <c:v>7.0415200000000002</c:v>
                </c:pt>
                <c:pt idx="24695">
                  <c:v>7.0418200000000004</c:v>
                </c:pt>
                <c:pt idx="24696">
                  <c:v>7.0421300000000002</c:v>
                </c:pt>
                <c:pt idx="24697">
                  <c:v>7.0424300000000004</c:v>
                </c:pt>
                <c:pt idx="24698">
                  <c:v>7.0427400000000002</c:v>
                </c:pt>
                <c:pt idx="24699">
                  <c:v>7.04305</c:v>
                </c:pt>
                <c:pt idx="24700">
                  <c:v>7.0433500000000002</c:v>
                </c:pt>
                <c:pt idx="24701">
                  <c:v>7.04366</c:v>
                </c:pt>
                <c:pt idx="24702">
                  <c:v>7.0439600000000002</c:v>
                </c:pt>
                <c:pt idx="24703">
                  <c:v>7.04427</c:v>
                </c:pt>
                <c:pt idx="24704">
                  <c:v>7.0445700000000002</c:v>
                </c:pt>
                <c:pt idx="24705">
                  <c:v>7.04488</c:v>
                </c:pt>
                <c:pt idx="24706">
                  <c:v>7.0451800000000002</c:v>
                </c:pt>
                <c:pt idx="24707">
                  <c:v>7.04549</c:v>
                </c:pt>
                <c:pt idx="24708">
                  <c:v>7.0457900000000002</c:v>
                </c:pt>
                <c:pt idx="24709">
                  <c:v>7.0461</c:v>
                </c:pt>
                <c:pt idx="24710">
                  <c:v>7.0464000000000002</c:v>
                </c:pt>
                <c:pt idx="24711">
                  <c:v>7.04671</c:v>
                </c:pt>
                <c:pt idx="24712">
                  <c:v>7.0470199999999998</c:v>
                </c:pt>
                <c:pt idx="24713">
                  <c:v>7.04732</c:v>
                </c:pt>
                <c:pt idx="24714">
                  <c:v>7.0476299999999998</c:v>
                </c:pt>
                <c:pt idx="24715">
                  <c:v>7.04793</c:v>
                </c:pt>
                <c:pt idx="24716">
                  <c:v>7.0482399999999998</c:v>
                </c:pt>
                <c:pt idx="24717">
                  <c:v>7.04854</c:v>
                </c:pt>
                <c:pt idx="24718">
                  <c:v>7.0488499999999998</c:v>
                </c:pt>
                <c:pt idx="24719">
                  <c:v>7.04915</c:v>
                </c:pt>
                <c:pt idx="24720">
                  <c:v>7.0494599999999998</c:v>
                </c:pt>
                <c:pt idx="24721">
                  <c:v>7.04976</c:v>
                </c:pt>
                <c:pt idx="24722">
                  <c:v>7.0500699999999998</c:v>
                </c:pt>
                <c:pt idx="24723">
                  <c:v>7.05037</c:v>
                </c:pt>
                <c:pt idx="24724">
                  <c:v>7.0506799999999998</c:v>
                </c:pt>
                <c:pt idx="24725">
                  <c:v>7.0509899999999996</c:v>
                </c:pt>
                <c:pt idx="24726">
                  <c:v>7.0512899999999998</c:v>
                </c:pt>
                <c:pt idx="24727">
                  <c:v>7.0515999999999996</c:v>
                </c:pt>
                <c:pt idx="24728">
                  <c:v>7.0518999999999998</c:v>
                </c:pt>
                <c:pt idx="24729">
                  <c:v>7.0522099999999996</c:v>
                </c:pt>
                <c:pt idx="24730">
                  <c:v>7.0525099999999998</c:v>
                </c:pt>
                <c:pt idx="24731">
                  <c:v>7.0528199999999996</c:v>
                </c:pt>
                <c:pt idx="24732">
                  <c:v>7.0531199999999998</c:v>
                </c:pt>
                <c:pt idx="24733">
                  <c:v>7.0534299999999996</c:v>
                </c:pt>
                <c:pt idx="24734">
                  <c:v>7.0537299999999998</c:v>
                </c:pt>
                <c:pt idx="24735">
                  <c:v>7.0540399999999996</c:v>
                </c:pt>
                <c:pt idx="24736">
                  <c:v>7.0543500000000003</c:v>
                </c:pt>
                <c:pt idx="24737">
                  <c:v>7.0546499999999996</c:v>
                </c:pt>
                <c:pt idx="24738">
                  <c:v>7.0549600000000003</c:v>
                </c:pt>
                <c:pt idx="24739">
                  <c:v>7.0552599999999996</c:v>
                </c:pt>
                <c:pt idx="24740">
                  <c:v>7.0555700000000003</c:v>
                </c:pt>
                <c:pt idx="24741">
                  <c:v>7.0558699999999996</c:v>
                </c:pt>
                <c:pt idx="24742">
                  <c:v>7.0561800000000003</c:v>
                </c:pt>
                <c:pt idx="24743">
                  <c:v>7.0564799999999996</c:v>
                </c:pt>
                <c:pt idx="24744">
                  <c:v>7.0567900000000003</c:v>
                </c:pt>
                <c:pt idx="24745">
                  <c:v>7.0570899999999996</c:v>
                </c:pt>
                <c:pt idx="24746">
                  <c:v>7.0574000000000003</c:v>
                </c:pt>
                <c:pt idx="24747">
                  <c:v>7.0576999999999996</c:v>
                </c:pt>
                <c:pt idx="24748">
                  <c:v>7.0580100000000003</c:v>
                </c:pt>
                <c:pt idx="24749">
                  <c:v>7.0583200000000001</c:v>
                </c:pt>
                <c:pt idx="24750">
                  <c:v>7.0586200000000003</c:v>
                </c:pt>
                <c:pt idx="24751">
                  <c:v>7.0589300000000001</c:v>
                </c:pt>
                <c:pt idx="24752">
                  <c:v>7.0592300000000003</c:v>
                </c:pt>
                <c:pt idx="24753">
                  <c:v>7.0595400000000001</c:v>
                </c:pt>
                <c:pt idx="24754">
                  <c:v>7.0598400000000003</c:v>
                </c:pt>
                <c:pt idx="24755">
                  <c:v>7.0601500000000001</c:v>
                </c:pt>
                <c:pt idx="24756">
                  <c:v>7.0604500000000003</c:v>
                </c:pt>
                <c:pt idx="24757">
                  <c:v>7.0607600000000001</c:v>
                </c:pt>
                <c:pt idx="24758">
                  <c:v>7.0610600000000003</c:v>
                </c:pt>
                <c:pt idx="24759">
                  <c:v>7.0613700000000001</c:v>
                </c:pt>
                <c:pt idx="24760">
                  <c:v>7.0616700000000003</c:v>
                </c:pt>
                <c:pt idx="24761">
                  <c:v>7.0619800000000001</c:v>
                </c:pt>
                <c:pt idx="24762">
                  <c:v>7.06229</c:v>
                </c:pt>
                <c:pt idx="24763">
                  <c:v>7.0625900000000001</c:v>
                </c:pt>
                <c:pt idx="24764">
                  <c:v>7.0629</c:v>
                </c:pt>
                <c:pt idx="24765">
                  <c:v>7.0632000000000001</c:v>
                </c:pt>
                <c:pt idx="24766">
                  <c:v>7.06351</c:v>
                </c:pt>
                <c:pt idx="24767">
                  <c:v>7.0638100000000001</c:v>
                </c:pt>
                <c:pt idx="24768">
                  <c:v>7.06412</c:v>
                </c:pt>
                <c:pt idx="24769">
                  <c:v>7.0644200000000001</c:v>
                </c:pt>
                <c:pt idx="24770">
                  <c:v>7.06473</c:v>
                </c:pt>
                <c:pt idx="24771">
                  <c:v>7.0650300000000001</c:v>
                </c:pt>
                <c:pt idx="24772">
                  <c:v>7.06534</c:v>
                </c:pt>
                <c:pt idx="24773">
                  <c:v>7.0656400000000001</c:v>
                </c:pt>
                <c:pt idx="24774">
                  <c:v>7.06595</c:v>
                </c:pt>
                <c:pt idx="24775">
                  <c:v>7.0662599999999998</c:v>
                </c:pt>
                <c:pt idx="24776">
                  <c:v>7.06656</c:v>
                </c:pt>
                <c:pt idx="24777">
                  <c:v>7.0668699999999998</c:v>
                </c:pt>
                <c:pt idx="24778">
                  <c:v>7.06717</c:v>
                </c:pt>
                <c:pt idx="24779">
                  <c:v>7.0674799999999998</c:v>
                </c:pt>
                <c:pt idx="24780">
                  <c:v>7.06778</c:v>
                </c:pt>
                <c:pt idx="24781">
                  <c:v>7.0680899999999998</c:v>
                </c:pt>
                <c:pt idx="24782">
                  <c:v>7.06839</c:v>
                </c:pt>
                <c:pt idx="24783">
                  <c:v>7.0686999999999998</c:v>
                </c:pt>
                <c:pt idx="24784">
                  <c:v>7.069</c:v>
                </c:pt>
                <c:pt idx="24785">
                  <c:v>7.0693099999999998</c:v>
                </c:pt>
                <c:pt idx="24786">
                  <c:v>7.0696099999999999</c:v>
                </c:pt>
                <c:pt idx="24787">
                  <c:v>7.0699199999999998</c:v>
                </c:pt>
                <c:pt idx="24788">
                  <c:v>7.0702299999999996</c:v>
                </c:pt>
                <c:pt idx="24789">
                  <c:v>7.0705299999999998</c:v>
                </c:pt>
                <c:pt idx="24790">
                  <c:v>7.0708399999999996</c:v>
                </c:pt>
                <c:pt idx="24791">
                  <c:v>7.0711399999999998</c:v>
                </c:pt>
                <c:pt idx="24792">
                  <c:v>7.0714499999999996</c:v>
                </c:pt>
                <c:pt idx="24793">
                  <c:v>7.0717499999999998</c:v>
                </c:pt>
                <c:pt idx="24794">
                  <c:v>7.0720599999999996</c:v>
                </c:pt>
                <c:pt idx="24795">
                  <c:v>7.0723599999999998</c:v>
                </c:pt>
                <c:pt idx="24796">
                  <c:v>7.0726699999999996</c:v>
                </c:pt>
                <c:pt idx="24797">
                  <c:v>7.0729699999999998</c:v>
                </c:pt>
                <c:pt idx="24798">
                  <c:v>7.0732799999999996</c:v>
                </c:pt>
                <c:pt idx="24799">
                  <c:v>7.0735900000000003</c:v>
                </c:pt>
                <c:pt idx="24800">
                  <c:v>7.0738899999999996</c:v>
                </c:pt>
                <c:pt idx="24801">
                  <c:v>7.0742000000000003</c:v>
                </c:pt>
                <c:pt idx="24802">
                  <c:v>7.0744999999999996</c:v>
                </c:pt>
                <c:pt idx="24803">
                  <c:v>7.0748100000000003</c:v>
                </c:pt>
                <c:pt idx="24804">
                  <c:v>7.0751099999999996</c:v>
                </c:pt>
                <c:pt idx="24805">
                  <c:v>7.0754200000000003</c:v>
                </c:pt>
                <c:pt idx="24806">
                  <c:v>7.0757199999999996</c:v>
                </c:pt>
                <c:pt idx="24807">
                  <c:v>7.0760300000000003</c:v>
                </c:pt>
                <c:pt idx="24808">
                  <c:v>7.0763299999999996</c:v>
                </c:pt>
                <c:pt idx="24809">
                  <c:v>7.0766400000000003</c:v>
                </c:pt>
                <c:pt idx="24810">
                  <c:v>7.0769399999999996</c:v>
                </c:pt>
                <c:pt idx="24811">
                  <c:v>7.0772500000000003</c:v>
                </c:pt>
                <c:pt idx="24812">
                  <c:v>7.0775600000000001</c:v>
                </c:pt>
                <c:pt idx="24813">
                  <c:v>7.0778600000000003</c:v>
                </c:pt>
                <c:pt idx="24814">
                  <c:v>7.0781700000000001</c:v>
                </c:pt>
                <c:pt idx="24815">
                  <c:v>7.0784700000000003</c:v>
                </c:pt>
                <c:pt idx="24816">
                  <c:v>7.0787800000000001</c:v>
                </c:pt>
                <c:pt idx="24817">
                  <c:v>7.0790800000000003</c:v>
                </c:pt>
                <c:pt idx="24818">
                  <c:v>7.0793900000000001</c:v>
                </c:pt>
                <c:pt idx="24819">
                  <c:v>7.0796900000000003</c:v>
                </c:pt>
                <c:pt idx="24820">
                  <c:v>7.08</c:v>
                </c:pt>
                <c:pt idx="24821">
                  <c:v>7.0803000000000003</c:v>
                </c:pt>
                <c:pt idx="24822">
                  <c:v>7.0806100000000001</c:v>
                </c:pt>
                <c:pt idx="24823">
                  <c:v>7.0809100000000003</c:v>
                </c:pt>
                <c:pt idx="24824">
                  <c:v>7.0812200000000001</c:v>
                </c:pt>
                <c:pt idx="24825">
                  <c:v>7.0815299999999999</c:v>
                </c:pt>
                <c:pt idx="24826">
                  <c:v>7.0818300000000001</c:v>
                </c:pt>
                <c:pt idx="24827">
                  <c:v>7.0821399999999999</c:v>
                </c:pt>
                <c:pt idx="24828">
                  <c:v>7.0824400000000001</c:v>
                </c:pt>
                <c:pt idx="24829">
                  <c:v>7.0827499999999999</c:v>
                </c:pt>
                <c:pt idx="24830">
                  <c:v>7.0830500000000001</c:v>
                </c:pt>
                <c:pt idx="24831">
                  <c:v>7.0833599999999999</c:v>
                </c:pt>
                <c:pt idx="24832">
                  <c:v>7.0836600000000001</c:v>
                </c:pt>
                <c:pt idx="24833">
                  <c:v>7.0839699999999999</c:v>
                </c:pt>
                <c:pt idx="24834">
                  <c:v>7.0842700000000001</c:v>
                </c:pt>
                <c:pt idx="24835">
                  <c:v>7.0845799999999999</c:v>
                </c:pt>
                <c:pt idx="24836">
                  <c:v>7.0848800000000001</c:v>
                </c:pt>
                <c:pt idx="24837">
                  <c:v>7.0851899999999999</c:v>
                </c:pt>
                <c:pt idx="24838">
                  <c:v>7.0854999999999997</c:v>
                </c:pt>
                <c:pt idx="24839">
                  <c:v>7.0857999999999999</c:v>
                </c:pt>
                <c:pt idx="24840">
                  <c:v>7.0861099999999997</c:v>
                </c:pt>
                <c:pt idx="24841">
                  <c:v>7.0864099999999999</c:v>
                </c:pt>
                <c:pt idx="24842">
                  <c:v>7.0867199999999997</c:v>
                </c:pt>
                <c:pt idx="24843">
                  <c:v>7.0870199999999999</c:v>
                </c:pt>
                <c:pt idx="24844">
                  <c:v>7.0873299999999997</c:v>
                </c:pt>
                <c:pt idx="24845">
                  <c:v>7.0876299999999999</c:v>
                </c:pt>
                <c:pt idx="24846">
                  <c:v>7.0879399999999997</c:v>
                </c:pt>
                <c:pt idx="24847">
                  <c:v>7.0882399999999999</c:v>
                </c:pt>
                <c:pt idx="24848">
                  <c:v>7.0885499999999997</c:v>
                </c:pt>
                <c:pt idx="24849">
                  <c:v>7.0888600000000004</c:v>
                </c:pt>
                <c:pt idx="24850">
                  <c:v>7.0891599999999997</c:v>
                </c:pt>
                <c:pt idx="24851">
                  <c:v>7.0894700000000004</c:v>
                </c:pt>
                <c:pt idx="24852">
                  <c:v>7.0897699999999997</c:v>
                </c:pt>
                <c:pt idx="24853">
                  <c:v>7.0900800000000004</c:v>
                </c:pt>
                <c:pt idx="24854">
                  <c:v>7.0903799999999997</c:v>
                </c:pt>
                <c:pt idx="24855">
                  <c:v>7.0906900000000004</c:v>
                </c:pt>
                <c:pt idx="24856">
                  <c:v>7.0909899999999997</c:v>
                </c:pt>
                <c:pt idx="24857">
                  <c:v>7.0913000000000004</c:v>
                </c:pt>
                <c:pt idx="24858">
                  <c:v>7.0915999999999997</c:v>
                </c:pt>
                <c:pt idx="24859">
                  <c:v>7.0919100000000004</c:v>
                </c:pt>
                <c:pt idx="24860">
                  <c:v>7.0922099999999997</c:v>
                </c:pt>
                <c:pt idx="24861">
                  <c:v>7.0925200000000004</c:v>
                </c:pt>
                <c:pt idx="24862">
                  <c:v>7.0928300000000002</c:v>
                </c:pt>
                <c:pt idx="24863">
                  <c:v>7.0931300000000004</c:v>
                </c:pt>
                <c:pt idx="24864">
                  <c:v>7.0934400000000002</c:v>
                </c:pt>
                <c:pt idx="24865">
                  <c:v>7.0937400000000004</c:v>
                </c:pt>
                <c:pt idx="24866">
                  <c:v>7.0940500000000002</c:v>
                </c:pt>
                <c:pt idx="24867">
                  <c:v>7.0943500000000004</c:v>
                </c:pt>
                <c:pt idx="24868">
                  <c:v>7.0946600000000002</c:v>
                </c:pt>
                <c:pt idx="24869">
                  <c:v>7.0949600000000004</c:v>
                </c:pt>
                <c:pt idx="24870">
                  <c:v>7.0952700000000002</c:v>
                </c:pt>
                <c:pt idx="24871">
                  <c:v>7.0955700000000004</c:v>
                </c:pt>
                <c:pt idx="24872">
                  <c:v>7.0958800000000002</c:v>
                </c:pt>
                <c:pt idx="24873">
                  <c:v>7.0961800000000004</c:v>
                </c:pt>
                <c:pt idx="24874">
                  <c:v>7.0964900000000002</c:v>
                </c:pt>
                <c:pt idx="24875">
                  <c:v>7.0968</c:v>
                </c:pt>
                <c:pt idx="24876">
                  <c:v>7.0971000000000002</c:v>
                </c:pt>
                <c:pt idx="24877">
                  <c:v>7.09741</c:v>
                </c:pt>
                <c:pt idx="24878">
                  <c:v>7.0977100000000002</c:v>
                </c:pt>
                <c:pt idx="24879">
                  <c:v>7.09802</c:v>
                </c:pt>
                <c:pt idx="24880">
                  <c:v>7.0983200000000002</c:v>
                </c:pt>
                <c:pt idx="24881">
                  <c:v>7.09863</c:v>
                </c:pt>
                <c:pt idx="24882">
                  <c:v>7.0989300000000002</c:v>
                </c:pt>
                <c:pt idx="24883">
                  <c:v>7.09924</c:v>
                </c:pt>
                <c:pt idx="24884">
                  <c:v>7.0995400000000002</c:v>
                </c:pt>
                <c:pt idx="24885">
                  <c:v>7.09985</c:v>
                </c:pt>
                <c:pt idx="24886">
                  <c:v>7.1001500000000002</c:v>
                </c:pt>
                <c:pt idx="24887">
                  <c:v>7.10046</c:v>
                </c:pt>
                <c:pt idx="24888">
                  <c:v>7.1007699999999998</c:v>
                </c:pt>
                <c:pt idx="24889">
                  <c:v>7.10107</c:v>
                </c:pt>
                <c:pt idx="24890">
                  <c:v>7.1013799999999998</c:v>
                </c:pt>
                <c:pt idx="24891">
                  <c:v>7.10168</c:v>
                </c:pt>
                <c:pt idx="24892">
                  <c:v>7.1019899999999998</c:v>
                </c:pt>
                <c:pt idx="24893">
                  <c:v>7.10229</c:v>
                </c:pt>
                <c:pt idx="24894">
                  <c:v>7.1025999999999998</c:v>
                </c:pt>
                <c:pt idx="24895">
                  <c:v>7.1029</c:v>
                </c:pt>
                <c:pt idx="24896">
                  <c:v>7.1032099999999998</c:v>
                </c:pt>
                <c:pt idx="24897">
                  <c:v>7.10351</c:v>
                </c:pt>
                <c:pt idx="24898">
                  <c:v>7.1038199999999998</c:v>
                </c:pt>
                <c:pt idx="24899">
                  <c:v>7.10412</c:v>
                </c:pt>
                <c:pt idx="24900">
                  <c:v>7.1044299999999998</c:v>
                </c:pt>
                <c:pt idx="24901">
                  <c:v>7.1047399999999996</c:v>
                </c:pt>
                <c:pt idx="24902">
                  <c:v>7.1050399999999998</c:v>
                </c:pt>
                <c:pt idx="24903">
                  <c:v>7.1053499999999996</c:v>
                </c:pt>
                <c:pt idx="24904">
                  <c:v>7.1056499999999998</c:v>
                </c:pt>
                <c:pt idx="24905">
                  <c:v>7.1059599999999996</c:v>
                </c:pt>
                <c:pt idx="24906">
                  <c:v>7.1062599999999998</c:v>
                </c:pt>
                <c:pt idx="24907">
                  <c:v>7.1065699999999996</c:v>
                </c:pt>
                <c:pt idx="24908">
                  <c:v>7.1068699999999998</c:v>
                </c:pt>
                <c:pt idx="24909">
                  <c:v>7.1071799999999996</c:v>
                </c:pt>
                <c:pt idx="24910">
                  <c:v>7.1074799999999998</c:v>
                </c:pt>
                <c:pt idx="24911">
                  <c:v>7.1077899999999996</c:v>
                </c:pt>
                <c:pt idx="24912">
                  <c:v>7.1081000000000003</c:v>
                </c:pt>
                <c:pt idx="24913">
                  <c:v>7.1083999999999996</c:v>
                </c:pt>
                <c:pt idx="24914">
                  <c:v>7.1087100000000003</c:v>
                </c:pt>
                <c:pt idx="24915">
                  <c:v>7.1090099999999996</c:v>
                </c:pt>
                <c:pt idx="24916">
                  <c:v>7.1093200000000003</c:v>
                </c:pt>
                <c:pt idx="24917">
                  <c:v>7.1096199999999996</c:v>
                </c:pt>
                <c:pt idx="24918">
                  <c:v>7.1099300000000003</c:v>
                </c:pt>
                <c:pt idx="24919">
                  <c:v>7.1102299999999996</c:v>
                </c:pt>
                <c:pt idx="24920">
                  <c:v>7.1105400000000003</c:v>
                </c:pt>
                <c:pt idx="24921">
                  <c:v>7.1108399999999996</c:v>
                </c:pt>
                <c:pt idx="24922">
                  <c:v>7.1111500000000003</c:v>
                </c:pt>
                <c:pt idx="24923">
                  <c:v>7.1114499999999996</c:v>
                </c:pt>
                <c:pt idx="24924">
                  <c:v>7.1117600000000003</c:v>
                </c:pt>
                <c:pt idx="24925">
                  <c:v>7.1120700000000001</c:v>
                </c:pt>
                <c:pt idx="24926">
                  <c:v>7.1123700000000003</c:v>
                </c:pt>
                <c:pt idx="24927">
                  <c:v>7.1126800000000001</c:v>
                </c:pt>
                <c:pt idx="24928">
                  <c:v>7.1129800000000003</c:v>
                </c:pt>
                <c:pt idx="24929">
                  <c:v>7.1132900000000001</c:v>
                </c:pt>
                <c:pt idx="24930">
                  <c:v>7.1135900000000003</c:v>
                </c:pt>
                <c:pt idx="24931">
                  <c:v>7.1139000000000001</c:v>
                </c:pt>
                <c:pt idx="24932">
                  <c:v>7.1142000000000003</c:v>
                </c:pt>
                <c:pt idx="24933">
                  <c:v>7.1145100000000001</c:v>
                </c:pt>
                <c:pt idx="24934">
                  <c:v>7.1148100000000003</c:v>
                </c:pt>
                <c:pt idx="24935">
                  <c:v>7.1151200000000001</c:v>
                </c:pt>
                <c:pt idx="24936">
                  <c:v>7.1154200000000003</c:v>
                </c:pt>
                <c:pt idx="24937">
                  <c:v>7.1157300000000001</c:v>
                </c:pt>
                <c:pt idx="24938">
                  <c:v>7.1160399999999999</c:v>
                </c:pt>
                <c:pt idx="24939">
                  <c:v>7.1163400000000001</c:v>
                </c:pt>
                <c:pt idx="24940">
                  <c:v>7.1166499999999999</c:v>
                </c:pt>
                <c:pt idx="24941">
                  <c:v>7.1169500000000001</c:v>
                </c:pt>
                <c:pt idx="24942">
                  <c:v>7.1172599999999999</c:v>
                </c:pt>
                <c:pt idx="24943">
                  <c:v>7.1175600000000001</c:v>
                </c:pt>
                <c:pt idx="24944">
                  <c:v>7.1178699999999999</c:v>
                </c:pt>
                <c:pt idx="24945">
                  <c:v>7.1181700000000001</c:v>
                </c:pt>
                <c:pt idx="24946">
                  <c:v>7.1184799999999999</c:v>
                </c:pt>
                <c:pt idx="24947">
                  <c:v>7.1187800000000001</c:v>
                </c:pt>
                <c:pt idx="24948">
                  <c:v>7.1190899999999999</c:v>
                </c:pt>
                <c:pt idx="24949">
                  <c:v>7.1193900000000001</c:v>
                </c:pt>
                <c:pt idx="24950">
                  <c:v>7.1196999999999999</c:v>
                </c:pt>
                <c:pt idx="24951">
                  <c:v>7.1200099999999997</c:v>
                </c:pt>
                <c:pt idx="24952">
                  <c:v>7.1203099999999999</c:v>
                </c:pt>
                <c:pt idx="24953">
                  <c:v>7.1206199999999997</c:v>
                </c:pt>
                <c:pt idx="24954">
                  <c:v>7.1209199999999999</c:v>
                </c:pt>
                <c:pt idx="24955">
                  <c:v>7.1212299999999997</c:v>
                </c:pt>
                <c:pt idx="24956">
                  <c:v>7.1215299999999999</c:v>
                </c:pt>
                <c:pt idx="24957">
                  <c:v>7.1218399999999997</c:v>
                </c:pt>
                <c:pt idx="24958">
                  <c:v>7.1221399999999999</c:v>
                </c:pt>
                <c:pt idx="24959">
                  <c:v>7.1224499999999997</c:v>
                </c:pt>
                <c:pt idx="24960">
                  <c:v>7.1227499999999999</c:v>
                </c:pt>
                <c:pt idx="24961">
                  <c:v>7.1230599999999997</c:v>
                </c:pt>
                <c:pt idx="24962">
                  <c:v>7.1233599999999999</c:v>
                </c:pt>
                <c:pt idx="24963">
                  <c:v>7.1236699999999997</c:v>
                </c:pt>
                <c:pt idx="24964">
                  <c:v>7.1239800000000004</c:v>
                </c:pt>
                <c:pt idx="24965">
                  <c:v>7.1242799999999997</c:v>
                </c:pt>
                <c:pt idx="24966">
                  <c:v>7.1245900000000004</c:v>
                </c:pt>
                <c:pt idx="24967">
                  <c:v>7.1248899999999997</c:v>
                </c:pt>
                <c:pt idx="24968">
                  <c:v>7.1252000000000004</c:v>
                </c:pt>
                <c:pt idx="24969">
                  <c:v>7.1254999999999997</c:v>
                </c:pt>
                <c:pt idx="24970">
                  <c:v>7.1258100000000004</c:v>
                </c:pt>
                <c:pt idx="24971">
                  <c:v>7.1261099999999997</c:v>
                </c:pt>
                <c:pt idx="24972">
                  <c:v>7.1264200000000004</c:v>
                </c:pt>
                <c:pt idx="24973">
                  <c:v>7.1267199999999997</c:v>
                </c:pt>
                <c:pt idx="24974">
                  <c:v>7.1270300000000004</c:v>
                </c:pt>
                <c:pt idx="24975">
                  <c:v>7.1273400000000002</c:v>
                </c:pt>
                <c:pt idx="24976">
                  <c:v>7.1276400000000004</c:v>
                </c:pt>
                <c:pt idx="24977">
                  <c:v>7.1279500000000002</c:v>
                </c:pt>
                <c:pt idx="24978">
                  <c:v>7.1282500000000004</c:v>
                </c:pt>
                <c:pt idx="24979">
                  <c:v>7.1285600000000002</c:v>
                </c:pt>
                <c:pt idx="24980">
                  <c:v>7.1288600000000004</c:v>
                </c:pt>
                <c:pt idx="24981">
                  <c:v>7.1291700000000002</c:v>
                </c:pt>
                <c:pt idx="24982">
                  <c:v>7.1294700000000004</c:v>
                </c:pt>
                <c:pt idx="24983">
                  <c:v>7.1297800000000002</c:v>
                </c:pt>
                <c:pt idx="24984">
                  <c:v>7.1300800000000004</c:v>
                </c:pt>
                <c:pt idx="24985">
                  <c:v>7.1303900000000002</c:v>
                </c:pt>
                <c:pt idx="24986">
                  <c:v>7.1306900000000004</c:v>
                </c:pt>
                <c:pt idx="24987">
                  <c:v>7.1310000000000002</c:v>
                </c:pt>
                <c:pt idx="24988">
                  <c:v>7.13131</c:v>
                </c:pt>
                <c:pt idx="24989">
                  <c:v>7.1316100000000002</c:v>
                </c:pt>
                <c:pt idx="24990">
                  <c:v>7.13192</c:v>
                </c:pt>
                <c:pt idx="24991">
                  <c:v>7.1322200000000002</c:v>
                </c:pt>
                <c:pt idx="24992">
                  <c:v>7.13253</c:v>
                </c:pt>
                <c:pt idx="24993">
                  <c:v>7.1328300000000002</c:v>
                </c:pt>
                <c:pt idx="24994">
                  <c:v>7.13314</c:v>
                </c:pt>
                <c:pt idx="24995">
                  <c:v>7.1334400000000002</c:v>
                </c:pt>
                <c:pt idx="24996">
                  <c:v>7.13375</c:v>
                </c:pt>
                <c:pt idx="24997">
                  <c:v>7.1340500000000002</c:v>
                </c:pt>
                <c:pt idx="24998">
                  <c:v>7.13436</c:v>
                </c:pt>
                <c:pt idx="24999">
                  <c:v>7.1346600000000002</c:v>
                </c:pt>
                <c:pt idx="25000">
                  <c:v>7.13497</c:v>
                </c:pt>
                <c:pt idx="25001">
                  <c:v>7.1352799999999998</c:v>
                </c:pt>
                <c:pt idx="25002">
                  <c:v>7.13558</c:v>
                </c:pt>
                <c:pt idx="25003">
                  <c:v>7.1358899999999998</c:v>
                </c:pt>
                <c:pt idx="25004">
                  <c:v>7.13619</c:v>
                </c:pt>
                <c:pt idx="25005">
                  <c:v>7.1364999999999998</c:v>
                </c:pt>
                <c:pt idx="25006">
                  <c:v>7.1368</c:v>
                </c:pt>
                <c:pt idx="25007">
                  <c:v>7.1371099999999998</c:v>
                </c:pt>
                <c:pt idx="25008">
                  <c:v>7.13741</c:v>
                </c:pt>
                <c:pt idx="25009">
                  <c:v>7.1377199999999998</c:v>
                </c:pt>
                <c:pt idx="25010">
                  <c:v>7.13802</c:v>
                </c:pt>
                <c:pt idx="25011">
                  <c:v>7.1383299999999998</c:v>
                </c:pt>
                <c:pt idx="25012">
                  <c:v>7.13863</c:v>
                </c:pt>
                <c:pt idx="25013">
                  <c:v>7.1389399999999998</c:v>
                </c:pt>
                <c:pt idx="25014">
                  <c:v>7.1392499999999997</c:v>
                </c:pt>
                <c:pt idx="25015">
                  <c:v>7.1395499999999998</c:v>
                </c:pt>
                <c:pt idx="25016">
                  <c:v>7.1398599999999997</c:v>
                </c:pt>
                <c:pt idx="25017">
                  <c:v>7.1401599999999998</c:v>
                </c:pt>
                <c:pt idx="25018">
                  <c:v>7.1404699999999997</c:v>
                </c:pt>
                <c:pt idx="25019">
                  <c:v>7.1407699999999998</c:v>
                </c:pt>
                <c:pt idx="25020">
                  <c:v>7.1410799999999997</c:v>
                </c:pt>
                <c:pt idx="25021">
                  <c:v>7.1413799999999998</c:v>
                </c:pt>
                <c:pt idx="25022">
                  <c:v>7.1416899999999996</c:v>
                </c:pt>
                <c:pt idx="25023">
                  <c:v>7.1419899999999998</c:v>
                </c:pt>
                <c:pt idx="25024">
                  <c:v>7.1422999999999996</c:v>
                </c:pt>
                <c:pt idx="25025">
                  <c:v>7.1425999999999998</c:v>
                </c:pt>
                <c:pt idx="25026">
                  <c:v>7.1429099999999996</c:v>
                </c:pt>
                <c:pt idx="25027">
                  <c:v>7.1432200000000003</c:v>
                </c:pt>
                <c:pt idx="25028">
                  <c:v>7.1435199999999996</c:v>
                </c:pt>
                <c:pt idx="25029">
                  <c:v>7.1438300000000003</c:v>
                </c:pt>
                <c:pt idx="25030">
                  <c:v>7.1441299999999996</c:v>
                </c:pt>
                <c:pt idx="25031">
                  <c:v>7.1444400000000003</c:v>
                </c:pt>
                <c:pt idx="25032">
                  <c:v>7.1447399999999996</c:v>
                </c:pt>
                <c:pt idx="25033">
                  <c:v>7.1450500000000003</c:v>
                </c:pt>
                <c:pt idx="25034">
                  <c:v>7.1453499999999996</c:v>
                </c:pt>
                <c:pt idx="25035">
                  <c:v>7.1456600000000003</c:v>
                </c:pt>
                <c:pt idx="25036">
                  <c:v>7.1459599999999996</c:v>
                </c:pt>
                <c:pt idx="25037">
                  <c:v>7.1462700000000003</c:v>
                </c:pt>
                <c:pt idx="25038">
                  <c:v>7.1465800000000002</c:v>
                </c:pt>
                <c:pt idx="25039">
                  <c:v>7.1468800000000003</c:v>
                </c:pt>
                <c:pt idx="25040">
                  <c:v>7.1471900000000002</c:v>
                </c:pt>
                <c:pt idx="25041">
                  <c:v>7.1474900000000003</c:v>
                </c:pt>
                <c:pt idx="25042">
                  <c:v>7.1478000000000002</c:v>
                </c:pt>
                <c:pt idx="25043">
                  <c:v>7.1481000000000003</c:v>
                </c:pt>
                <c:pt idx="25044">
                  <c:v>7.1484100000000002</c:v>
                </c:pt>
                <c:pt idx="25045">
                  <c:v>7.1487100000000003</c:v>
                </c:pt>
                <c:pt idx="25046">
                  <c:v>7.1490200000000002</c:v>
                </c:pt>
                <c:pt idx="25047">
                  <c:v>7.1493200000000003</c:v>
                </c:pt>
                <c:pt idx="25048">
                  <c:v>7.1496300000000002</c:v>
                </c:pt>
                <c:pt idx="25049">
                  <c:v>7.1499300000000003</c:v>
                </c:pt>
                <c:pt idx="25050">
                  <c:v>7.1502400000000002</c:v>
                </c:pt>
                <c:pt idx="25051">
                  <c:v>7.15055</c:v>
                </c:pt>
                <c:pt idx="25052">
                  <c:v>7.1508500000000002</c:v>
                </c:pt>
                <c:pt idx="25053">
                  <c:v>7.15116</c:v>
                </c:pt>
                <c:pt idx="25054">
                  <c:v>7.1514600000000002</c:v>
                </c:pt>
                <c:pt idx="25055">
                  <c:v>7.15177</c:v>
                </c:pt>
                <c:pt idx="25056">
                  <c:v>7.1520700000000001</c:v>
                </c:pt>
                <c:pt idx="25057">
                  <c:v>7.15238</c:v>
                </c:pt>
                <c:pt idx="25058">
                  <c:v>7.1526800000000001</c:v>
                </c:pt>
                <c:pt idx="25059">
                  <c:v>7.15299</c:v>
                </c:pt>
                <c:pt idx="25060">
                  <c:v>7.1532900000000001</c:v>
                </c:pt>
                <c:pt idx="25061">
                  <c:v>7.1536</c:v>
                </c:pt>
                <c:pt idx="25062">
                  <c:v>7.1539000000000001</c:v>
                </c:pt>
                <c:pt idx="25063">
                  <c:v>7.15421</c:v>
                </c:pt>
                <c:pt idx="25064">
                  <c:v>7.1545199999999998</c:v>
                </c:pt>
                <c:pt idx="25065">
                  <c:v>7.15482</c:v>
                </c:pt>
                <c:pt idx="25066">
                  <c:v>7.1551299999999998</c:v>
                </c:pt>
                <c:pt idx="25067">
                  <c:v>7.15543</c:v>
                </c:pt>
                <c:pt idx="25068">
                  <c:v>7.1557399999999998</c:v>
                </c:pt>
                <c:pt idx="25069">
                  <c:v>7.15604</c:v>
                </c:pt>
                <c:pt idx="25070">
                  <c:v>7.1563499999999998</c:v>
                </c:pt>
                <c:pt idx="25071">
                  <c:v>7.15665</c:v>
                </c:pt>
                <c:pt idx="25072">
                  <c:v>7.1569599999999998</c:v>
                </c:pt>
                <c:pt idx="25073">
                  <c:v>7.15726</c:v>
                </c:pt>
                <c:pt idx="25074">
                  <c:v>7.1575699999999998</c:v>
                </c:pt>
                <c:pt idx="25075">
                  <c:v>7.15787</c:v>
                </c:pt>
                <c:pt idx="25076">
                  <c:v>7.1581799999999998</c:v>
                </c:pt>
                <c:pt idx="25077">
                  <c:v>7.1584899999999996</c:v>
                </c:pt>
                <c:pt idx="25078">
                  <c:v>7.1587899999999998</c:v>
                </c:pt>
                <c:pt idx="25079">
                  <c:v>7.1590999999999996</c:v>
                </c:pt>
                <c:pt idx="25080">
                  <c:v>7.1593999999999998</c:v>
                </c:pt>
                <c:pt idx="25081">
                  <c:v>7.1597099999999996</c:v>
                </c:pt>
                <c:pt idx="25082">
                  <c:v>7.1600099999999998</c:v>
                </c:pt>
                <c:pt idx="25083">
                  <c:v>7.1603199999999996</c:v>
                </c:pt>
                <c:pt idx="25084">
                  <c:v>7.1606199999999998</c:v>
                </c:pt>
                <c:pt idx="25085">
                  <c:v>7.1609299999999996</c:v>
                </c:pt>
                <c:pt idx="25086">
                  <c:v>7.1612299999999998</c:v>
                </c:pt>
                <c:pt idx="25087">
                  <c:v>7.1615399999999996</c:v>
                </c:pt>
                <c:pt idx="25088">
                  <c:v>7.1618500000000003</c:v>
                </c:pt>
                <c:pt idx="25089">
                  <c:v>7.1621499999999996</c:v>
                </c:pt>
                <c:pt idx="25090">
                  <c:v>7.1624600000000003</c:v>
                </c:pt>
                <c:pt idx="25091">
                  <c:v>7.1627599999999996</c:v>
                </c:pt>
                <c:pt idx="25092">
                  <c:v>7.1630700000000003</c:v>
                </c:pt>
                <c:pt idx="25093">
                  <c:v>7.1633699999999996</c:v>
                </c:pt>
                <c:pt idx="25094">
                  <c:v>7.1636800000000003</c:v>
                </c:pt>
                <c:pt idx="25095">
                  <c:v>7.1639799999999996</c:v>
                </c:pt>
                <c:pt idx="25096">
                  <c:v>7.1642900000000003</c:v>
                </c:pt>
                <c:pt idx="25097">
                  <c:v>7.1645899999999996</c:v>
                </c:pt>
                <c:pt idx="25098">
                  <c:v>7.1649000000000003</c:v>
                </c:pt>
                <c:pt idx="25099">
                  <c:v>7.1651999999999996</c:v>
                </c:pt>
                <c:pt idx="25100">
                  <c:v>7.1655100000000003</c:v>
                </c:pt>
                <c:pt idx="25101">
                  <c:v>7.1658200000000001</c:v>
                </c:pt>
                <c:pt idx="25102">
                  <c:v>7.1661200000000003</c:v>
                </c:pt>
                <c:pt idx="25103">
                  <c:v>7.1664300000000001</c:v>
                </c:pt>
                <c:pt idx="25104">
                  <c:v>7.1667300000000003</c:v>
                </c:pt>
                <c:pt idx="25105">
                  <c:v>7.1670400000000001</c:v>
                </c:pt>
                <c:pt idx="25106">
                  <c:v>7.1673400000000003</c:v>
                </c:pt>
                <c:pt idx="25107">
                  <c:v>7.1676500000000001</c:v>
                </c:pt>
                <c:pt idx="25108">
                  <c:v>7.1679500000000003</c:v>
                </c:pt>
                <c:pt idx="25109">
                  <c:v>7.1682600000000001</c:v>
                </c:pt>
                <c:pt idx="25110">
                  <c:v>7.1685600000000003</c:v>
                </c:pt>
                <c:pt idx="25111">
                  <c:v>7.1688700000000001</c:v>
                </c:pt>
                <c:pt idx="25112">
                  <c:v>7.1691700000000003</c:v>
                </c:pt>
                <c:pt idx="25113">
                  <c:v>7.1694800000000001</c:v>
                </c:pt>
                <c:pt idx="25114">
                  <c:v>7.1697899999999999</c:v>
                </c:pt>
                <c:pt idx="25115">
                  <c:v>7.1700900000000001</c:v>
                </c:pt>
                <c:pt idx="25116">
                  <c:v>7.1703999999999999</c:v>
                </c:pt>
                <c:pt idx="25117">
                  <c:v>7.1707000000000001</c:v>
                </c:pt>
                <c:pt idx="25118">
                  <c:v>7.1710099999999999</c:v>
                </c:pt>
                <c:pt idx="25119">
                  <c:v>7.1713100000000001</c:v>
                </c:pt>
                <c:pt idx="25120">
                  <c:v>7.1716199999999999</c:v>
                </c:pt>
                <c:pt idx="25121">
                  <c:v>7.1719200000000001</c:v>
                </c:pt>
                <c:pt idx="25122">
                  <c:v>7.1722299999999999</c:v>
                </c:pt>
                <c:pt idx="25123">
                  <c:v>7.1725300000000001</c:v>
                </c:pt>
                <c:pt idx="25124">
                  <c:v>7.1728399999999999</c:v>
                </c:pt>
                <c:pt idx="25125">
                  <c:v>7.1731400000000001</c:v>
                </c:pt>
                <c:pt idx="25126">
                  <c:v>7.1734499999999999</c:v>
                </c:pt>
                <c:pt idx="25127">
                  <c:v>7.1737599999999997</c:v>
                </c:pt>
                <c:pt idx="25128">
                  <c:v>7.1740599999999999</c:v>
                </c:pt>
                <c:pt idx="25129">
                  <c:v>7.1743699999999997</c:v>
                </c:pt>
                <c:pt idx="25130">
                  <c:v>7.1746699999999999</c:v>
                </c:pt>
                <c:pt idx="25131">
                  <c:v>7.1749799999999997</c:v>
                </c:pt>
                <c:pt idx="25132">
                  <c:v>7.1752799999999999</c:v>
                </c:pt>
                <c:pt idx="25133">
                  <c:v>7.1755899999999997</c:v>
                </c:pt>
                <c:pt idx="25134">
                  <c:v>7.1758899999999999</c:v>
                </c:pt>
                <c:pt idx="25135">
                  <c:v>7.1761999999999997</c:v>
                </c:pt>
                <c:pt idx="25136">
                  <c:v>7.1764999999999999</c:v>
                </c:pt>
                <c:pt idx="25137">
                  <c:v>7.1768099999999997</c:v>
                </c:pt>
                <c:pt idx="25138">
                  <c:v>7.1771099999999999</c:v>
                </c:pt>
                <c:pt idx="25139">
                  <c:v>7.1774199999999997</c:v>
                </c:pt>
                <c:pt idx="25140">
                  <c:v>7.1777300000000004</c:v>
                </c:pt>
                <c:pt idx="25141">
                  <c:v>7.1780299999999997</c:v>
                </c:pt>
                <c:pt idx="25142">
                  <c:v>7.1783400000000004</c:v>
                </c:pt>
                <c:pt idx="25143">
                  <c:v>7.1786399999999997</c:v>
                </c:pt>
                <c:pt idx="25144">
                  <c:v>7.1789500000000004</c:v>
                </c:pt>
                <c:pt idx="25145">
                  <c:v>7.1792499999999997</c:v>
                </c:pt>
                <c:pt idx="25146">
                  <c:v>7.1795600000000004</c:v>
                </c:pt>
                <c:pt idx="25147">
                  <c:v>7.1798599999999997</c:v>
                </c:pt>
                <c:pt idx="25148">
                  <c:v>7.1801700000000004</c:v>
                </c:pt>
                <c:pt idx="25149">
                  <c:v>7.1804699999999997</c:v>
                </c:pt>
                <c:pt idx="25150">
                  <c:v>7.1807800000000004</c:v>
                </c:pt>
                <c:pt idx="25151">
                  <c:v>7.1810900000000002</c:v>
                </c:pt>
                <c:pt idx="25152">
                  <c:v>7.1813900000000004</c:v>
                </c:pt>
                <c:pt idx="25153">
                  <c:v>7.1817000000000002</c:v>
                </c:pt>
                <c:pt idx="25154">
                  <c:v>7.1820000000000004</c:v>
                </c:pt>
                <c:pt idx="25155">
                  <c:v>7.1823100000000002</c:v>
                </c:pt>
                <c:pt idx="25156">
                  <c:v>7.1826100000000004</c:v>
                </c:pt>
                <c:pt idx="25157">
                  <c:v>7.1829200000000002</c:v>
                </c:pt>
                <c:pt idx="25158">
                  <c:v>7.1832200000000004</c:v>
                </c:pt>
                <c:pt idx="25159">
                  <c:v>7.1835300000000002</c:v>
                </c:pt>
                <c:pt idx="25160">
                  <c:v>7.1838300000000004</c:v>
                </c:pt>
                <c:pt idx="25161">
                  <c:v>7.1841400000000002</c:v>
                </c:pt>
                <c:pt idx="25162">
                  <c:v>7.1844400000000004</c:v>
                </c:pt>
                <c:pt idx="25163">
                  <c:v>7.1847500000000002</c:v>
                </c:pt>
                <c:pt idx="25164">
                  <c:v>7.18506</c:v>
                </c:pt>
                <c:pt idx="25165">
                  <c:v>7.1853600000000002</c:v>
                </c:pt>
                <c:pt idx="25166">
                  <c:v>7.18567</c:v>
                </c:pt>
                <c:pt idx="25167">
                  <c:v>7.1859700000000002</c:v>
                </c:pt>
                <c:pt idx="25168">
                  <c:v>7.18628</c:v>
                </c:pt>
                <c:pt idx="25169">
                  <c:v>7.1865800000000002</c:v>
                </c:pt>
                <c:pt idx="25170">
                  <c:v>7.18689</c:v>
                </c:pt>
                <c:pt idx="25171">
                  <c:v>7.1871900000000002</c:v>
                </c:pt>
                <c:pt idx="25172">
                  <c:v>7.1875</c:v>
                </c:pt>
                <c:pt idx="25173">
                  <c:v>7.1878000000000002</c:v>
                </c:pt>
                <c:pt idx="25174">
                  <c:v>7.18811</c:v>
                </c:pt>
                <c:pt idx="25175">
                  <c:v>7.1884100000000002</c:v>
                </c:pt>
                <c:pt idx="25176">
                  <c:v>7.18872</c:v>
                </c:pt>
                <c:pt idx="25177">
                  <c:v>7.1890299999999998</c:v>
                </c:pt>
                <c:pt idx="25178">
                  <c:v>7.18933</c:v>
                </c:pt>
                <c:pt idx="25179">
                  <c:v>7.1896399999999998</c:v>
                </c:pt>
                <c:pt idx="25180">
                  <c:v>7.18994</c:v>
                </c:pt>
                <c:pt idx="25181">
                  <c:v>7.1902499999999998</c:v>
                </c:pt>
                <c:pt idx="25182">
                  <c:v>7.19055</c:v>
                </c:pt>
                <c:pt idx="25183">
                  <c:v>7.1908599999999998</c:v>
                </c:pt>
                <c:pt idx="25184">
                  <c:v>7.19116</c:v>
                </c:pt>
                <c:pt idx="25185">
                  <c:v>7.1914699999999998</c:v>
                </c:pt>
                <c:pt idx="25186">
                  <c:v>7.19177</c:v>
                </c:pt>
                <c:pt idx="25187">
                  <c:v>7.1920799999999998</c:v>
                </c:pt>
                <c:pt idx="25188">
                  <c:v>7.19238</c:v>
                </c:pt>
                <c:pt idx="25189">
                  <c:v>7.1926899999999998</c:v>
                </c:pt>
                <c:pt idx="25190">
                  <c:v>7.1929999999999996</c:v>
                </c:pt>
                <c:pt idx="25191">
                  <c:v>7.1932999999999998</c:v>
                </c:pt>
                <c:pt idx="25192">
                  <c:v>7.1936099999999996</c:v>
                </c:pt>
                <c:pt idx="25193">
                  <c:v>7.1939099999999998</c:v>
                </c:pt>
                <c:pt idx="25194">
                  <c:v>7.1942199999999996</c:v>
                </c:pt>
                <c:pt idx="25195">
                  <c:v>7.1945199999999998</c:v>
                </c:pt>
                <c:pt idx="25196">
                  <c:v>7.1948299999999996</c:v>
                </c:pt>
                <c:pt idx="25197">
                  <c:v>7.1951299999999998</c:v>
                </c:pt>
                <c:pt idx="25198">
                  <c:v>7.1954399999999996</c:v>
                </c:pt>
                <c:pt idx="25199">
                  <c:v>7.1957399999999998</c:v>
                </c:pt>
                <c:pt idx="25200">
                  <c:v>7.1960499999999996</c:v>
                </c:pt>
                <c:pt idx="25201">
                  <c:v>7.1963499999999998</c:v>
                </c:pt>
                <c:pt idx="25202">
                  <c:v>7.1966599999999996</c:v>
                </c:pt>
                <c:pt idx="25203">
                  <c:v>7.1969700000000003</c:v>
                </c:pt>
                <c:pt idx="25204">
                  <c:v>7.1972699999999996</c:v>
                </c:pt>
                <c:pt idx="25205">
                  <c:v>7.1975800000000003</c:v>
                </c:pt>
                <c:pt idx="25206">
                  <c:v>7.1978799999999996</c:v>
                </c:pt>
                <c:pt idx="25207">
                  <c:v>7.1981900000000003</c:v>
                </c:pt>
                <c:pt idx="25208">
                  <c:v>7.1984899999999996</c:v>
                </c:pt>
                <c:pt idx="25209">
                  <c:v>7.1988000000000003</c:v>
                </c:pt>
                <c:pt idx="25210">
                  <c:v>7.1990999999999996</c:v>
                </c:pt>
                <c:pt idx="25211">
                  <c:v>7.1994100000000003</c:v>
                </c:pt>
                <c:pt idx="25212">
                  <c:v>7.1997099999999996</c:v>
                </c:pt>
                <c:pt idx="25213">
                  <c:v>7.2000200000000003</c:v>
                </c:pt>
                <c:pt idx="25214">
                  <c:v>7.2003300000000001</c:v>
                </c:pt>
                <c:pt idx="25215">
                  <c:v>7.2006300000000003</c:v>
                </c:pt>
                <c:pt idx="25216">
                  <c:v>7.2009400000000001</c:v>
                </c:pt>
                <c:pt idx="25217">
                  <c:v>7.2012400000000003</c:v>
                </c:pt>
                <c:pt idx="25218">
                  <c:v>7.2015500000000001</c:v>
                </c:pt>
                <c:pt idx="25219">
                  <c:v>7.2018500000000003</c:v>
                </c:pt>
                <c:pt idx="25220">
                  <c:v>7.2021600000000001</c:v>
                </c:pt>
                <c:pt idx="25221">
                  <c:v>7.2024600000000003</c:v>
                </c:pt>
                <c:pt idx="25222">
                  <c:v>7.2027700000000001</c:v>
                </c:pt>
                <c:pt idx="25223">
                  <c:v>7.2030700000000003</c:v>
                </c:pt>
                <c:pt idx="25224">
                  <c:v>7.2033800000000001</c:v>
                </c:pt>
                <c:pt idx="25225">
                  <c:v>7.2036800000000003</c:v>
                </c:pt>
                <c:pt idx="25226">
                  <c:v>7.2039900000000001</c:v>
                </c:pt>
                <c:pt idx="25227">
                  <c:v>7.2042999999999999</c:v>
                </c:pt>
                <c:pt idx="25228">
                  <c:v>7.2046000000000001</c:v>
                </c:pt>
                <c:pt idx="25229">
                  <c:v>7.2049099999999999</c:v>
                </c:pt>
                <c:pt idx="25230">
                  <c:v>7.2052100000000001</c:v>
                </c:pt>
                <c:pt idx="25231">
                  <c:v>7.2055199999999999</c:v>
                </c:pt>
                <c:pt idx="25232">
                  <c:v>7.2058200000000001</c:v>
                </c:pt>
                <c:pt idx="25233">
                  <c:v>7.2061299999999999</c:v>
                </c:pt>
                <c:pt idx="25234">
                  <c:v>7.2064300000000001</c:v>
                </c:pt>
                <c:pt idx="25235">
                  <c:v>7.2067399999999999</c:v>
                </c:pt>
                <c:pt idx="25236">
                  <c:v>7.2070400000000001</c:v>
                </c:pt>
                <c:pt idx="25237">
                  <c:v>7.2073499999999999</c:v>
                </c:pt>
                <c:pt idx="25238">
                  <c:v>7.2076500000000001</c:v>
                </c:pt>
                <c:pt idx="25239">
                  <c:v>7.2079599999999999</c:v>
                </c:pt>
                <c:pt idx="25240">
                  <c:v>7.2082699999999997</c:v>
                </c:pt>
                <c:pt idx="25241">
                  <c:v>7.2085699999999999</c:v>
                </c:pt>
                <c:pt idx="25242">
                  <c:v>7.2088799999999997</c:v>
                </c:pt>
                <c:pt idx="25243">
                  <c:v>7.2091799999999999</c:v>
                </c:pt>
                <c:pt idx="25244">
                  <c:v>7.2094899999999997</c:v>
                </c:pt>
                <c:pt idx="25245">
                  <c:v>7.2097899999999999</c:v>
                </c:pt>
                <c:pt idx="25246">
                  <c:v>7.2100999999999997</c:v>
                </c:pt>
                <c:pt idx="25247">
                  <c:v>7.2103999999999999</c:v>
                </c:pt>
                <c:pt idx="25248">
                  <c:v>7.2107099999999997</c:v>
                </c:pt>
                <c:pt idx="25249">
                  <c:v>7.2110099999999999</c:v>
                </c:pt>
                <c:pt idx="25250">
                  <c:v>7.2113199999999997</c:v>
                </c:pt>
                <c:pt idx="25251">
                  <c:v>7.2116199999999999</c:v>
                </c:pt>
                <c:pt idx="25252">
                  <c:v>7.2119299999999997</c:v>
                </c:pt>
                <c:pt idx="25253">
                  <c:v>7.2122400000000004</c:v>
                </c:pt>
                <c:pt idx="25254">
                  <c:v>7.2125399999999997</c:v>
                </c:pt>
                <c:pt idx="25255">
                  <c:v>7.2128500000000004</c:v>
                </c:pt>
                <c:pt idx="25256">
                  <c:v>7.2131499999999997</c:v>
                </c:pt>
                <c:pt idx="25257">
                  <c:v>7.2134600000000004</c:v>
                </c:pt>
                <c:pt idx="25258">
                  <c:v>7.2137599999999997</c:v>
                </c:pt>
                <c:pt idx="25259">
                  <c:v>7.2140700000000004</c:v>
                </c:pt>
                <c:pt idx="25260">
                  <c:v>7.2143699999999997</c:v>
                </c:pt>
                <c:pt idx="25261">
                  <c:v>7.2146800000000004</c:v>
                </c:pt>
                <c:pt idx="25262">
                  <c:v>7.2149799999999997</c:v>
                </c:pt>
                <c:pt idx="25263">
                  <c:v>7.2152900000000004</c:v>
                </c:pt>
                <c:pt idx="25264">
                  <c:v>7.2156000000000002</c:v>
                </c:pt>
                <c:pt idx="25265">
                  <c:v>7.2159000000000004</c:v>
                </c:pt>
                <c:pt idx="25266">
                  <c:v>7.2162100000000002</c:v>
                </c:pt>
                <c:pt idx="25267">
                  <c:v>7.2165100000000004</c:v>
                </c:pt>
                <c:pt idx="25268">
                  <c:v>7.2168200000000002</c:v>
                </c:pt>
                <c:pt idx="25269">
                  <c:v>7.2171200000000004</c:v>
                </c:pt>
                <c:pt idx="25270">
                  <c:v>7.2174300000000002</c:v>
                </c:pt>
                <c:pt idx="25271">
                  <c:v>7.2177300000000004</c:v>
                </c:pt>
                <c:pt idx="25272">
                  <c:v>7.2180400000000002</c:v>
                </c:pt>
                <c:pt idx="25273">
                  <c:v>7.2183400000000004</c:v>
                </c:pt>
                <c:pt idx="25274">
                  <c:v>7.2186500000000002</c:v>
                </c:pt>
                <c:pt idx="25275">
                  <c:v>7.2189500000000004</c:v>
                </c:pt>
                <c:pt idx="25276">
                  <c:v>7.2192600000000002</c:v>
                </c:pt>
                <c:pt idx="25277">
                  <c:v>7.21957</c:v>
                </c:pt>
                <c:pt idx="25278">
                  <c:v>7.2198700000000002</c:v>
                </c:pt>
                <c:pt idx="25279">
                  <c:v>7.22018</c:v>
                </c:pt>
                <c:pt idx="25280">
                  <c:v>7.2204800000000002</c:v>
                </c:pt>
                <c:pt idx="25281">
                  <c:v>7.22079</c:v>
                </c:pt>
                <c:pt idx="25282">
                  <c:v>7.2210900000000002</c:v>
                </c:pt>
                <c:pt idx="25283">
                  <c:v>7.2214</c:v>
                </c:pt>
                <c:pt idx="25284">
                  <c:v>7.2217000000000002</c:v>
                </c:pt>
                <c:pt idx="25285">
                  <c:v>7.22201</c:v>
                </c:pt>
                <c:pt idx="25286">
                  <c:v>7.2223100000000002</c:v>
                </c:pt>
                <c:pt idx="25287">
                  <c:v>7.22262</c:v>
                </c:pt>
                <c:pt idx="25288">
                  <c:v>7.2229200000000002</c:v>
                </c:pt>
                <c:pt idx="25289">
                  <c:v>7.22323</c:v>
                </c:pt>
                <c:pt idx="25290">
                  <c:v>7.2235399999999998</c:v>
                </c:pt>
                <c:pt idx="25291">
                  <c:v>7.22384</c:v>
                </c:pt>
                <c:pt idx="25292">
                  <c:v>7.2241499999999998</c:v>
                </c:pt>
                <c:pt idx="25293">
                  <c:v>7.22445</c:v>
                </c:pt>
                <c:pt idx="25294">
                  <c:v>7.2247599999999998</c:v>
                </c:pt>
                <c:pt idx="25295">
                  <c:v>7.22506</c:v>
                </c:pt>
                <c:pt idx="25296">
                  <c:v>7.2253699999999998</c:v>
                </c:pt>
                <c:pt idx="25297">
                  <c:v>7.22567</c:v>
                </c:pt>
                <c:pt idx="25298">
                  <c:v>7.2259799999999998</c:v>
                </c:pt>
                <c:pt idx="25299">
                  <c:v>7.22628</c:v>
                </c:pt>
                <c:pt idx="25300">
                  <c:v>7.2265899999999998</c:v>
                </c:pt>
                <c:pt idx="25301">
                  <c:v>7.22689</c:v>
                </c:pt>
                <c:pt idx="25302">
                  <c:v>7.2271999999999998</c:v>
                </c:pt>
                <c:pt idx="25303">
                  <c:v>7.2275099999999997</c:v>
                </c:pt>
                <c:pt idx="25304">
                  <c:v>7.2278099999999998</c:v>
                </c:pt>
                <c:pt idx="25305">
                  <c:v>7.2281199999999997</c:v>
                </c:pt>
                <c:pt idx="25306">
                  <c:v>7.2284199999999998</c:v>
                </c:pt>
                <c:pt idx="25307">
                  <c:v>7.2287299999999997</c:v>
                </c:pt>
                <c:pt idx="25308">
                  <c:v>7.2290299999999998</c:v>
                </c:pt>
                <c:pt idx="25309">
                  <c:v>7.2293399999999997</c:v>
                </c:pt>
                <c:pt idx="25310">
                  <c:v>7.2296399999999998</c:v>
                </c:pt>
                <c:pt idx="25311">
                  <c:v>7.2299499999999997</c:v>
                </c:pt>
                <c:pt idx="25312">
                  <c:v>7.2302499999999998</c:v>
                </c:pt>
                <c:pt idx="25313">
                  <c:v>7.2305599999999997</c:v>
                </c:pt>
                <c:pt idx="25314">
                  <c:v>7.2308599999999998</c:v>
                </c:pt>
                <c:pt idx="25315">
                  <c:v>7.2311699999999997</c:v>
                </c:pt>
                <c:pt idx="25316">
                  <c:v>7.2314800000000004</c:v>
                </c:pt>
                <c:pt idx="25317">
                  <c:v>7.2317799999999997</c:v>
                </c:pt>
                <c:pt idx="25318">
                  <c:v>7.2320900000000004</c:v>
                </c:pt>
                <c:pt idx="25319">
                  <c:v>7.2323899999999997</c:v>
                </c:pt>
                <c:pt idx="25320">
                  <c:v>7.2327000000000004</c:v>
                </c:pt>
                <c:pt idx="25321">
                  <c:v>7.2329999999999997</c:v>
                </c:pt>
                <c:pt idx="25322">
                  <c:v>7.2333100000000004</c:v>
                </c:pt>
                <c:pt idx="25323">
                  <c:v>7.2336099999999997</c:v>
                </c:pt>
                <c:pt idx="25324">
                  <c:v>7.2339200000000003</c:v>
                </c:pt>
                <c:pt idx="25325">
                  <c:v>7.2342199999999997</c:v>
                </c:pt>
                <c:pt idx="25326">
                  <c:v>7.2345300000000003</c:v>
                </c:pt>
                <c:pt idx="25327">
                  <c:v>7.2348400000000002</c:v>
                </c:pt>
                <c:pt idx="25328">
                  <c:v>7.2351400000000003</c:v>
                </c:pt>
                <c:pt idx="25329">
                  <c:v>7.2354500000000002</c:v>
                </c:pt>
                <c:pt idx="25330">
                  <c:v>7.2357500000000003</c:v>
                </c:pt>
                <c:pt idx="25331">
                  <c:v>7.2360600000000002</c:v>
                </c:pt>
                <c:pt idx="25332">
                  <c:v>7.2363600000000003</c:v>
                </c:pt>
                <c:pt idx="25333">
                  <c:v>7.2366700000000002</c:v>
                </c:pt>
                <c:pt idx="25334">
                  <c:v>7.2369700000000003</c:v>
                </c:pt>
                <c:pt idx="25335">
                  <c:v>7.2372800000000002</c:v>
                </c:pt>
                <c:pt idx="25336">
                  <c:v>7.2375800000000003</c:v>
                </c:pt>
                <c:pt idx="25337">
                  <c:v>7.2378900000000002</c:v>
                </c:pt>
                <c:pt idx="25338">
                  <c:v>7.2381900000000003</c:v>
                </c:pt>
                <c:pt idx="25339">
                  <c:v>7.2385000000000002</c:v>
                </c:pt>
                <c:pt idx="25340">
                  <c:v>7.23881</c:v>
                </c:pt>
                <c:pt idx="25341">
                  <c:v>7.2391100000000002</c:v>
                </c:pt>
                <c:pt idx="25342">
                  <c:v>7.23942</c:v>
                </c:pt>
                <c:pt idx="25343">
                  <c:v>7.2397200000000002</c:v>
                </c:pt>
                <c:pt idx="25344">
                  <c:v>7.24003</c:v>
                </c:pt>
                <c:pt idx="25345">
                  <c:v>7.2403300000000002</c:v>
                </c:pt>
                <c:pt idx="25346">
                  <c:v>7.24064</c:v>
                </c:pt>
                <c:pt idx="25347">
                  <c:v>7.2409400000000002</c:v>
                </c:pt>
                <c:pt idx="25348">
                  <c:v>7.24125</c:v>
                </c:pt>
                <c:pt idx="25349">
                  <c:v>7.2415500000000002</c:v>
                </c:pt>
                <c:pt idx="25350">
                  <c:v>7.24186</c:v>
                </c:pt>
                <c:pt idx="25351">
                  <c:v>7.2421600000000002</c:v>
                </c:pt>
                <c:pt idx="25352">
                  <c:v>7.24247</c:v>
                </c:pt>
                <c:pt idx="25353">
                  <c:v>7.2427799999999998</c:v>
                </c:pt>
                <c:pt idx="25354">
                  <c:v>7.24308</c:v>
                </c:pt>
                <c:pt idx="25355">
                  <c:v>7.2433899999999998</c:v>
                </c:pt>
                <c:pt idx="25356">
                  <c:v>7.24369</c:v>
                </c:pt>
                <c:pt idx="25357">
                  <c:v>7.2439999999999998</c:v>
                </c:pt>
                <c:pt idx="25358">
                  <c:v>7.2443</c:v>
                </c:pt>
                <c:pt idx="25359">
                  <c:v>7.2446099999999998</c:v>
                </c:pt>
                <c:pt idx="25360">
                  <c:v>7.24491</c:v>
                </c:pt>
                <c:pt idx="25361">
                  <c:v>7.2452199999999998</c:v>
                </c:pt>
                <c:pt idx="25362">
                  <c:v>7.24552</c:v>
                </c:pt>
                <c:pt idx="25363">
                  <c:v>7.2458299999999998</c:v>
                </c:pt>
                <c:pt idx="25364">
                  <c:v>7.24613</c:v>
                </c:pt>
                <c:pt idx="25365">
                  <c:v>7.2464399999999998</c:v>
                </c:pt>
                <c:pt idx="25366">
                  <c:v>7.2467499999999996</c:v>
                </c:pt>
                <c:pt idx="25367">
                  <c:v>7.2470499999999998</c:v>
                </c:pt>
                <c:pt idx="25368">
                  <c:v>7.2473599999999996</c:v>
                </c:pt>
                <c:pt idx="25369">
                  <c:v>7.2476599999999998</c:v>
                </c:pt>
                <c:pt idx="25370">
                  <c:v>7.2479699999999996</c:v>
                </c:pt>
                <c:pt idx="25371">
                  <c:v>7.2482699999999998</c:v>
                </c:pt>
                <c:pt idx="25372">
                  <c:v>7.2485799999999996</c:v>
                </c:pt>
                <c:pt idx="25373">
                  <c:v>7.2488799999999998</c:v>
                </c:pt>
                <c:pt idx="25374">
                  <c:v>7.2491899999999996</c:v>
                </c:pt>
                <c:pt idx="25375">
                  <c:v>7.2494899999999998</c:v>
                </c:pt>
                <c:pt idx="25376">
                  <c:v>7.2497999999999996</c:v>
                </c:pt>
                <c:pt idx="25377">
                  <c:v>7.2500999999999998</c:v>
                </c:pt>
                <c:pt idx="25378">
                  <c:v>7.2504099999999996</c:v>
                </c:pt>
                <c:pt idx="25379">
                  <c:v>7.2507200000000003</c:v>
                </c:pt>
                <c:pt idx="25380">
                  <c:v>7.2510199999999996</c:v>
                </c:pt>
              </c:numCache>
            </c:numRef>
          </c:xVal>
          <c:yVal>
            <c:numRef>
              <c:f>'For plotting'!$B$2:$B$25382</c:f>
              <c:numCache>
                <c:formatCode>General</c:formatCode>
                <c:ptCount val="25381"/>
                <c:pt idx="0">
                  <c:v>9.016926407017074</c:v>
                </c:pt>
                <c:pt idx="1">
                  <c:v>9.0167220984199847</c:v>
                </c:pt>
                <c:pt idx="2">
                  <c:v>9.0160092698088228</c:v>
                </c:pt>
                <c:pt idx="3">
                  <c:v>9.0154207437628813</c:v>
                </c:pt>
                <c:pt idx="4">
                  <c:v>9.0162765150880482</c:v>
                </c:pt>
                <c:pt idx="5">
                  <c:v>9.0180505755407729</c:v>
                </c:pt>
                <c:pt idx="6">
                  <c:v>9.0188910577551393</c:v>
                </c:pt>
                <c:pt idx="7">
                  <c:v>9.0200766968818584</c:v>
                </c:pt>
                <c:pt idx="8">
                  <c:v>9.0211189744148257</c:v>
                </c:pt>
                <c:pt idx="9">
                  <c:v>9.0190974607509684</c:v>
                </c:pt>
                <c:pt idx="10">
                  <c:v>9.0183600229546101</c:v>
                </c:pt>
                <c:pt idx="11">
                  <c:v>9.0179876388586369</c:v>
                </c:pt>
                <c:pt idx="12">
                  <c:v>9.018684340599501</c:v>
                </c:pt>
                <c:pt idx="13">
                  <c:v>9.0217700182631564</c:v>
                </c:pt>
                <c:pt idx="14">
                  <c:v>9.0242207789487789</c:v>
                </c:pt>
                <c:pt idx="15">
                  <c:v>9.0230911649883545</c:v>
                </c:pt>
                <c:pt idx="16">
                  <c:v>9.0223482817552743</c:v>
                </c:pt>
                <c:pt idx="17">
                  <c:v>9.0228472722550812</c:v>
                </c:pt>
                <c:pt idx="18">
                  <c:v>9.0244014208401051</c:v>
                </c:pt>
                <c:pt idx="19">
                  <c:v>9.0236914196672426</c:v>
                </c:pt>
                <c:pt idx="20">
                  <c:v>9.0217977690464615</c:v>
                </c:pt>
                <c:pt idx="21">
                  <c:v>9.0186615116532352</c:v>
                </c:pt>
                <c:pt idx="22">
                  <c:v>9.015372363151986</c:v>
                </c:pt>
                <c:pt idx="23">
                  <c:v>9.0140783388904708</c:v>
                </c:pt>
                <c:pt idx="24">
                  <c:v>9.0149728565923297</c:v>
                </c:pt>
                <c:pt idx="25">
                  <c:v>9.0152912052008105</c:v>
                </c:pt>
                <c:pt idx="26">
                  <c:v>9.0135630120804926</c:v>
                </c:pt>
                <c:pt idx="27">
                  <c:v>9.0142451577501124</c:v>
                </c:pt>
                <c:pt idx="28">
                  <c:v>9.0159795293467155</c:v>
                </c:pt>
                <c:pt idx="29">
                  <c:v>9.0190415403046096</c:v>
                </c:pt>
                <c:pt idx="30">
                  <c:v>9.0201744005830804</c:v>
                </c:pt>
                <c:pt idx="31">
                  <c:v>9.0190941097129844</c:v>
                </c:pt>
                <c:pt idx="32">
                  <c:v>9.0187479056012592</c:v>
                </c:pt>
                <c:pt idx="33">
                  <c:v>9.0201362825260123</c:v>
                </c:pt>
                <c:pt idx="34">
                  <c:v>9.0230060276795729</c:v>
                </c:pt>
                <c:pt idx="35">
                  <c:v>9.0244107409144991</c:v>
                </c:pt>
                <c:pt idx="36">
                  <c:v>9.0234987349831606</c:v>
                </c:pt>
                <c:pt idx="37">
                  <c:v>9.0198032731263513</c:v>
                </c:pt>
                <c:pt idx="38">
                  <c:v>9.0192644890504834</c:v>
                </c:pt>
                <c:pt idx="39">
                  <c:v>9.0195522594373614</c:v>
                </c:pt>
                <c:pt idx="40">
                  <c:v>9.0202507414171542</c:v>
                </c:pt>
                <c:pt idx="41">
                  <c:v>9.0184854774391372</c:v>
                </c:pt>
                <c:pt idx="42">
                  <c:v>9.0183094432250392</c:v>
                </c:pt>
                <c:pt idx="43">
                  <c:v>9.0210145686376357</c:v>
                </c:pt>
                <c:pt idx="44">
                  <c:v>9.021020851833855</c:v>
                </c:pt>
                <c:pt idx="45">
                  <c:v>9.0188188009986092</c:v>
                </c:pt>
                <c:pt idx="46">
                  <c:v>9.0190468810213957</c:v>
                </c:pt>
                <c:pt idx="47">
                  <c:v>9.0194622002915406</c:v>
                </c:pt>
                <c:pt idx="48">
                  <c:v>9.0220422900993587</c:v>
                </c:pt>
                <c:pt idx="49">
                  <c:v>9.0243979650821835</c:v>
                </c:pt>
                <c:pt idx="50">
                  <c:v>9.0233827052929652</c:v>
                </c:pt>
                <c:pt idx="51">
                  <c:v>9.0227934462074622</c:v>
                </c:pt>
                <c:pt idx="52">
                  <c:v>9.0224025266826402</c:v>
                </c:pt>
                <c:pt idx="53">
                  <c:v>9.0209979181676516</c:v>
                </c:pt>
                <c:pt idx="54">
                  <c:v>9.0204520131360688</c:v>
                </c:pt>
                <c:pt idx="55">
                  <c:v>9.0202386986243983</c:v>
                </c:pt>
                <c:pt idx="56">
                  <c:v>9.0193958078514829</c:v>
                </c:pt>
                <c:pt idx="57">
                  <c:v>9.0201519905165632</c:v>
                </c:pt>
                <c:pt idx="58">
                  <c:v>9.0228758607978818</c:v>
                </c:pt>
                <c:pt idx="59">
                  <c:v>9.0225351021228821</c:v>
                </c:pt>
                <c:pt idx="60">
                  <c:v>9.0214148082368517</c:v>
                </c:pt>
                <c:pt idx="61">
                  <c:v>9.0225509148333689</c:v>
                </c:pt>
                <c:pt idx="62">
                  <c:v>9.0220798845567423</c:v>
                </c:pt>
                <c:pt idx="63">
                  <c:v>9.0227862205318097</c:v>
                </c:pt>
                <c:pt idx="64">
                  <c:v>9.0254882043462956</c:v>
                </c:pt>
                <c:pt idx="65">
                  <c:v>9.0284709423118805</c:v>
                </c:pt>
                <c:pt idx="66">
                  <c:v>9.0289017601327011</c:v>
                </c:pt>
                <c:pt idx="67">
                  <c:v>9.0260668867181604</c:v>
                </c:pt>
                <c:pt idx="68">
                  <c:v>9.0234427098168659</c:v>
                </c:pt>
                <c:pt idx="69">
                  <c:v>9.0204215396344019</c:v>
                </c:pt>
                <c:pt idx="70">
                  <c:v>9.0185479952415264</c:v>
                </c:pt>
                <c:pt idx="71">
                  <c:v>9.0190294975118537</c:v>
                </c:pt>
                <c:pt idx="72">
                  <c:v>9.0211470393579418</c:v>
                </c:pt>
                <c:pt idx="73">
                  <c:v>9.0229779627364568</c:v>
                </c:pt>
                <c:pt idx="74">
                  <c:v>9.0223165516143631</c:v>
                </c:pt>
                <c:pt idx="75">
                  <c:v>9.0210968785081178</c:v>
                </c:pt>
                <c:pt idx="76">
                  <c:v>9.0208136110785322</c:v>
                </c:pt>
                <c:pt idx="77">
                  <c:v>9.0215519913543218</c:v>
                </c:pt>
                <c:pt idx="78">
                  <c:v>9.0204807063988071</c:v>
                </c:pt>
                <c:pt idx="79">
                  <c:v>9.0192426025836507</c:v>
                </c:pt>
                <c:pt idx="80">
                  <c:v>9.0177073035872866</c:v>
                </c:pt>
                <c:pt idx="81">
                  <c:v>9.017808881926177</c:v>
                </c:pt>
                <c:pt idx="82">
                  <c:v>9.0181562379572071</c:v>
                </c:pt>
                <c:pt idx="83">
                  <c:v>9.01494803796726</c:v>
                </c:pt>
                <c:pt idx="84">
                  <c:v>9.015776267948997</c:v>
                </c:pt>
                <c:pt idx="85">
                  <c:v>9.0206568453328426</c:v>
                </c:pt>
                <c:pt idx="86">
                  <c:v>9.0222640869259259</c:v>
                </c:pt>
                <c:pt idx="87">
                  <c:v>9.0226564725298655</c:v>
                </c:pt>
                <c:pt idx="88">
                  <c:v>9.0221586339493651</c:v>
                </c:pt>
                <c:pt idx="89">
                  <c:v>9.0224400164200862</c:v>
                </c:pt>
                <c:pt idx="90">
                  <c:v>9.0218692927634336</c:v>
                </c:pt>
                <c:pt idx="91">
                  <c:v>9.0211436883199578</c:v>
                </c:pt>
                <c:pt idx="92">
                  <c:v>9.021084416835615</c:v>
                </c:pt>
                <c:pt idx="93">
                  <c:v>9.0208953973493298</c:v>
                </c:pt>
                <c:pt idx="94">
                  <c:v>9.0172851775212379</c:v>
                </c:pt>
                <c:pt idx="95">
                  <c:v>9.0137056406346865</c:v>
                </c:pt>
                <c:pt idx="96">
                  <c:v>9.016282588844394</c:v>
                </c:pt>
                <c:pt idx="97">
                  <c:v>9.0187274852135442</c:v>
                </c:pt>
                <c:pt idx="98">
                  <c:v>9.0179831359013463</c:v>
                </c:pt>
                <c:pt idx="99">
                  <c:v>9.0159595278387474</c:v>
                </c:pt>
                <c:pt idx="100">
                  <c:v>9.0169919616976362</c:v>
                </c:pt>
                <c:pt idx="101">
                  <c:v>9.0206227066333788</c:v>
                </c:pt>
                <c:pt idx="102">
                  <c:v>9.0218013295243207</c:v>
                </c:pt>
                <c:pt idx="103">
                  <c:v>9.0209192734949646</c:v>
                </c:pt>
                <c:pt idx="104">
                  <c:v>9.0192828150394586</c:v>
                </c:pt>
                <c:pt idx="105">
                  <c:v>9.020278911080208</c:v>
                </c:pt>
                <c:pt idx="106">
                  <c:v>9.0201871764153942</c:v>
                </c:pt>
                <c:pt idx="107">
                  <c:v>9.0167263919374019</c:v>
                </c:pt>
                <c:pt idx="108">
                  <c:v>9.0197678777876451</c:v>
                </c:pt>
                <c:pt idx="109">
                  <c:v>9.0238380275790426</c:v>
                </c:pt>
                <c:pt idx="110">
                  <c:v>9.0264346631369072</c:v>
                </c:pt>
                <c:pt idx="111">
                  <c:v>9.0257140852504065</c:v>
                </c:pt>
                <c:pt idx="112">
                  <c:v>9.0250810532312382</c:v>
                </c:pt>
                <c:pt idx="113">
                  <c:v>9.0278908985808357</c:v>
                </c:pt>
                <c:pt idx="114">
                  <c:v>9.0264192693061673</c:v>
                </c:pt>
                <c:pt idx="115">
                  <c:v>9.0234076286379707</c:v>
                </c:pt>
                <c:pt idx="116">
                  <c:v>9.0207101477807754</c:v>
                </c:pt>
                <c:pt idx="117">
                  <c:v>9.0185497754804551</c:v>
                </c:pt>
                <c:pt idx="118">
                  <c:v>9.0178158981619561</c:v>
                </c:pt>
                <c:pt idx="119">
                  <c:v>9.0186436045440068</c:v>
                </c:pt>
                <c:pt idx="120">
                  <c:v>9.0158948109176826</c:v>
                </c:pt>
                <c:pt idx="121">
                  <c:v>9.0147589137610371</c:v>
                </c:pt>
                <c:pt idx="122">
                  <c:v>9.0163292939362965</c:v>
                </c:pt>
                <c:pt idx="123">
                  <c:v>9.0178613466146142</c:v>
                </c:pt>
                <c:pt idx="124">
                  <c:v>9.0204383995442594</c:v>
                </c:pt>
                <c:pt idx="125">
                  <c:v>9.0207326625672302</c:v>
                </c:pt>
                <c:pt idx="126">
                  <c:v>9.0185169981401732</c:v>
                </c:pt>
                <c:pt idx="127">
                  <c:v>9.0169725885092902</c:v>
                </c:pt>
                <c:pt idx="128">
                  <c:v>9.0130828711693454</c:v>
                </c:pt>
                <c:pt idx="129">
                  <c:v>9.0081783757518892</c:v>
                </c:pt>
                <c:pt idx="130">
                  <c:v>9.0082854204714913</c:v>
                </c:pt>
                <c:pt idx="131">
                  <c:v>9.0120619565035263</c:v>
                </c:pt>
                <c:pt idx="132">
                  <c:v>9.0147048782735446</c:v>
                </c:pt>
                <c:pt idx="133">
                  <c:v>9.0158634996565183</c:v>
                </c:pt>
                <c:pt idx="134">
                  <c:v>9.0153738292311036</c:v>
                </c:pt>
                <c:pt idx="135">
                  <c:v>9.0155635817569486</c:v>
                </c:pt>
                <c:pt idx="136">
                  <c:v>9.0167986486939338</c:v>
                </c:pt>
                <c:pt idx="137">
                  <c:v>9.0174047676892926</c:v>
                </c:pt>
                <c:pt idx="138">
                  <c:v>9.0186724025266827</c:v>
                </c:pt>
                <c:pt idx="139">
                  <c:v>9.0199937586917542</c:v>
                </c:pt>
                <c:pt idx="140">
                  <c:v>9.021915997855336</c:v>
                </c:pt>
                <c:pt idx="141">
                  <c:v>9.0219699286228909</c:v>
                </c:pt>
                <c:pt idx="142">
                  <c:v>9.0206191461555214</c:v>
                </c:pt>
                <c:pt idx="143">
                  <c:v>9.0237755097766534</c:v>
                </c:pt>
                <c:pt idx="144">
                  <c:v>9.0250311018212894</c:v>
                </c:pt>
                <c:pt idx="145">
                  <c:v>9.0222749777993734</c:v>
                </c:pt>
                <c:pt idx="146">
                  <c:v>9.0199668456679465</c:v>
                </c:pt>
                <c:pt idx="147">
                  <c:v>9.0199092497025948</c:v>
                </c:pt>
                <c:pt idx="148">
                  <c:v>9.0182442027042882</c:v>
                </c:pt>
                <c:pt idx="149">
                  <c:v>9.0145707320342474</c:v>
                </c:pt>
                <c:pt idx="150">
                  <c:v>9.0123967461421177</c:v>
                </c:pt>
                <c:pt idx="151">
                  <c:v>9.0122438550340966</c:v>
                </c:pt>
                <c:pt idx="152">
                  <c:v>9.0135952658210883</c:v>
                </c:pt>
                <c:pt idx="153">
                  <c:v>9.0161290694167526</c:v>
                </c:pt>
                <c:pt idx="154">
                  <c:v>9.0167172813028831</c:v>
                </c:pt>
                <c:pt idx="155">
                  <c:v>9.0155841068646012</c:v>
                </c:pt>
                <c:pt idx="156">
                  <c:v>9.0175373431295345</c:v>
                </c:pt>
                <c:pt idx="157">
                  <c:v>9.0182916408357485</c:v>
                </c:pt>
                <c:pt idx="158">
                  <c:v>9.0190315919105934</c:v>
                </c:pt>
                <c:pt idx="159">
                  <c:v>9.0208537188144025</c:v>
                </c:pt>
                <c:pt idx="160">
                  <c:v>9.0250087964747081</c:v>
                </c:pt>
                <c:pt idx="161">
                  <c:v>9.0246522250892216</c:v>
                </c:pt>
                <c:pt idx="162">
                  <c:v>9.0226343766231594</c:v>
                </c:pt>
                <c:pt idx="163">
                  <c:v>9.0232451032957464</c:v>
                </c:pt>
                <c:pt idx="164">
                  <c:v>9.0229647680243961</c:v>
                </c:pt>
                <c:pt idx="165">
                  <c:v>9.0229715748202999</c:v>
                </c:pt>
                <c:pt idx="166">
                  <c:v>9.0250574912454127</c:v>
                </c:pt>
                <c:pt idx="167">
                  <c:v>9.0277281637987361</c:v>
                </c:pt>
                <c:pt idx="168">
                  <c:v>9.0287172436037064</c:v>
                </c:pt>
                <c:pt idx="169">
                  <c:v>9.027013345508772</c:v>
                </c:pt>
                <c:pt idx="170">
                  <c:v>9.0230609009265628</c:v>
                </c:pt>
                <c:pt idx="171">
                  <c:v>9.0212418109009267</c:v>
                </c:pt>
                <c:pt idx="172">
                  <c:v>9.0194586398136831</c:v>
                </c:pt>
                <c:pt idx="173">
                  <c:v>9.0210269255902009</c:v>
                </c:pt>
                <c:pt idx="174">
                  <c:v>9.0239514392708138</c:v>
                </c:pt>
                <c:pt idx="175">
                  <c:v>9.0239066191377777</c:v>
                </c:pt>
                <c:pt idx="176">
                  <c:v>9.0246155731112712</c:v>
                </c:pt>
                <c:pt idx="177">
                  <c:v>9.026325335522678</c:v>
                </c:pt>
                <c:pt idx="178">
                  <c:v>9.0273921175209022</c:v>
                </c:pt>
                <c:pt idx="179">
                  <c:v>9.0259432124725638</c:v>
                </c:pt>
                <c:pt idx="180">
                  <c:v>9.0227807750950859</c:v>
                </c:pt>
                <c:pt idx="181">
                  <c:v>9.0206612435701956</c:v>
                </c:pt>
                <c:pt idx="182">
                  <c:v>9.0199798309401338</c:v>
                </c:pt>
                <c:pt idx="183">
                  <c:v>9.0195565529547785</c:v>
                </c:pt>
                <c:pt idx="184">
                  <c:v>9.022992623527637</c:v>
                </c:pt>
                <c:pt idx="185">
                  <c:v>9.0227701983814494</c:v>
                </c:pt>
                <c:pt idx="186">
                  <c:v>9.0238933197057793</c:v>
                </c:pt>
                <c:pt idx="187">
                  <c:v>9.0236350803411352</c:v>
                </c:pt>
                <c:pt idx="188">
                  <c:v>9.0196857773570365</c:v>
                </c:pt>
                <c:pt idx="189">
                  <c:v>9.020595165289949</c:v>
                </c:pt>
                <c:pt idx="190">
                  <c:v>9.0207413543220021</c:v>
                </c:pt>
                <c:pt idx="191">
                  <c:v>9.0178481519025517</c:v>
                </c:pt>
                <c:pt idx="192">
                  <c:v>9.017363822193925</c:v>
                </c:pt>
                <c:pt idx="193">
                  <c:v>9.0190680344486704</c:v>
                </c:pt>
                <c:pt idx="194">
                  <c:v>9.022310268418142</c:v>
                </c:pt>
                <c:pt idx="195">
                  <c:v>9.0264079595529711</c:v>
                </c:pt>
                <c:pt idx="196">
                  <c:v>9.0266833729872822</c:v>
                </c:pt>
                <c:pt idx="197">
                  <c:v>9.0240433833755009</c:v>
                </c:pt>
                <c:pt idx="198">
                  <c:v>9.02140266072416</c:v>
                </c:pt>
                <c:pt idx="199">
                  <c:v>9.0178746460466126</c:v>
                </c:pt>
                <c:pt idx="200">
                  <c:v>9.0147769255902013</c:v>
                </c:pt>
                <c:pt idx="201">
                  <c:v>9.0142463096694208</c:v>
                </c:pt>
                <c:pt idx="202">
                  <c:v>9.0138823031684066</c:v>
                </c:pt>
                <c:pt idx="203">
                  <c:v>9.0158897843607058</c:v>
                </c:pt>
                <c:pt idx="204">
                  <c:v>9.0176609126551952</c:v>
                </c:pt>
                <c:pt idx="205">
                  <c:v>9.0186226605566073</c:v>
                </c:pt>
                <c:pt idx="206">
                  <c:v>9.0178358996699224</c:v>
                </c:pt>
                <c:pt idx="207">
                  <c:v>9.01232438466565</c:v>
                </c:pt>
                <c:pt idx="208">
                  <c:v>9.0099852344888838</c:v>
                </c:pt>
                <c:pt idx="209">
                  <c:v>9.0118170165708822</c:v>
                </c:pt>
                <c:pt idx="210">
                  <c:v>9.0138569609436523</c:v>
                </c:pt>
                <c:pt idx="211">
                  <c:v>9.0147488606470851</c:v>
                </c:pt>
                <c:pt idx="212">
                  <c:v>9.0155559372015475</c:v>
                </c:pt>
                <c:pt idx="213">
                  <c:v>9.0151479483269945</c:v>
                </c:pt>
                <c:pt idx="214">
                  <c:v>9.0144095680512031</c:v>
                </c:pt>
                <c:pt idx="215">
                  <c:v>9.0155091273897092</c:v>
                </c:pt>
                <c:pt idx="216">
                  <c:v>9.0174635155739491</c:v>
                </c:pt>
                <c:pt idx="217">
                  <c:v>9.0191506584789636</c:v>
                </c:pt>
                <c:pt idx="218">
                  <c:v>9.018657218135818</c:v>
                </c:pt>
                <c:pt idx="219">
                  <c:v>9.0172943928756926</c:v>
                </c:pt>
                <c:pt idx="220">
                  <c:v>9.0201646616289395</c:v>
                </c:pt>
                <c:pt idx="221">
                  <c:v>9.0239031633798561</c:v>
                </c:pt>
                <c:pt idx="222">
                  <c:v>9.021569689023675</c:v>
                </c:pt>
                <c:pt idx="223">
                  <c:v>9.0175129433842134</c:v>
                </c:pt>
                <c:pt idx="224">
                  <c:v>9.0152855503242133</c:v>
                </c:pt>
                <c:pt idx="225">
                  <c:v>9.0157698800328401</c:v>
                </c:pt>
                <c:pt idx="226">
                  <c:v>9.0162226890404309</c:v>
                </c:pt>
                <c:pt idx="227">
                  <c:v>9.0168585484978969</c:v>
                </c:pt>
                <c:pt idx="228">
                  <c:v>9.0174058148886616</c:v>
                </c:pt>
                <c:pt idx="229">
                  <c:v>9.017968893989913</c:v>
                </c:pt>
                <c:pt idx="230">
                  <c:v>9.0194060704053083</c:v>
                </c:pt>
                <c:pt idx="231">
                  <c:v>9.0190752601243229</c:v>
                </c:pt>
                <c:pt idx="232">
                  <c:v>9.0168973995945247</c:v>
                </c:pt>
                <c:pt idx="233">
                  <c:v>9.0155769859088846</c:v>
                </c:pt>
                <c:pt idx="234">
                  <c:v>9.0150288817586244</c:v>
                </c:pt>
                <c:pt idx="235">
                  <c:v>9.014962070438818</c:v>
                </c:pt>
                <c:pt idx="236">
                  <c:v>9.01538168322638</c:v>
                </c:pt>
                <c:pt idx="237">
                  <c:v>9.0161931580181953</c:v>
                </c:pt>
                <c:pt idx="238">
                  <c:v>9.0159903155002254</c:v>
                </c:pt>
                <c:pt idx="239">
                  <c:v>9.0158132340867585</c:v>
                </c:pt>
                <c:pt idx="240">
                  <c:v>9.0166749744483354</c:v>
                </c:pt>
                <c:pt idx="241">
                  <c:v>9.0189331551698135</c:v>
                </c:pt>
                <c:pt idx="242">
                  <c:v>9.0220459552971537</c:v>
                </c:pt>
                <c:pt idx="243">
                  <c:v>9.0201177470971636</c:v>
                </c:pt>
                <c:pt idx="244">
                  <c:v>9.016712568905719</c:v>
                </c:pt>
                <c:pt idx="245">
                  <c:v>9.0169208568604127</c:v>
                </c:pt>
                <c:pt idx="246">
                  <c:v>9.0158934495585008</c:v>
                </c:pt>
                <c:pt idx="247">
                  <c:v>9.0135179825075813</c:v>
                </c:pt>
                <c:pt idx="248">
                  <c:v>9.0129450597322514</c:v>
                </c:pt>
                <c:pt idx="249">
                  <c:v>9.0141372962150026</c:v>
                </c:pt>
                <c:pt idx="250">
                  <c:v>9.0184068327664502</c:v>
                </c:pt>
                <c:pt idx="251">
                  <c:v>9.0219645879061048</c:v>
                </c:pt>
                <c:pt idx="252">
                  <c:v>9.021793894408793</c:v>
                </c:pt>
                <c:pt idx="253">
                  <c:v>9.0219743268602457</c:v>
                </c:pt>
                <c:pt idx="254">
                  <c:v>9.0257054982155722</c:v>
                </c:pt>
                <c:pt idx="255">
                  <c:v>9.0277073245312742</c:v>
                </c:pt>
                <c:pt idx="256">
                  <c:v>9.0259235251244068</c:v>
                </c:pt>
                <c:pt idx="257">
                  <c:v>9.0212952180687971</c:v>
                </c:pt>
                <c:pt idx="258">
                  <c:v>9.0152272213193037</c:v>
                </c:pt>
                <c:pt idx="259">
                  <c:v>9.0120823768912413</c:v>
                </c:pt>
                <c:pt idx="260">
                  <c:v>9.0117399426972504</c:v>
                </c:pt>
                <c:pt idx="261">
                  <c:v>9.0116475797128164</c:v>
                </c:pt>
                <c:pt idx="262">
                  <c:v>9.0122081455355794</c:v>
                </c:pt>
                <c:pt idx="263">
                  <c:v>9.0146575448620219</c:v>
                </c:pt>
                <c:pt idx="264">
                  <c:v>9.0169162491831845</c:v>
                </c:pt>
                <c:pt idx="265">
                  <c:v>9.0150990441164147</c:v>
                </c:pt>
                <c:pt idx="266">
                  <c:v>9.0130074728147047</c:v>
                </c:pt>
                <c:pt idx="267">
                  <c:v>9.0150328611162305</c:v>
                </c:pt>
                <c:pt idx="268">
                  <c:v>9.0154631553373665</c:v>
                </c:pt>
                <c:pt idx="269">
                  <c:v>9.0142258892817058</c:v>
                </c:pt>
                <c:pt idx="270">
                  <c:v>9.0150921326005733</c:v>
                </c:pt>
                <c:pt idx="271">
                  <c:v>9.0155536333629342</c:v>
                </c:pt>
                <c:pt idx="272">
                  <c:v>9.0169996062530373</c:v>
                </c:pt>
                <c:pt idx="273">
                  <c:v>9.0183912294958368</c:v>
                </c:pt>
                <c:pt idx="274">
                  <c:v>9.0204252048321969</c:v>
                </c:pt>
                <c:pt idx="275">
                  <c:v>9.0223167610542365</c:v>
                </c:pt>
                <c:pt idx="276">
                  <c:v>9.0223170752140476</c:v>
                </c:pt>
                <c:pt idx="277">
                  <c:v>9.0194079553641746</c:v>
                </c:pt>
                <c:pt idx="278">
                  <c:v>9.0160047668515322</c:v>
                </c:pt>
                <c:pt idx="279">
                  <c:v>9.0156552117018247</c:v>
                </c:pt>
                <c:pt idx="280">
                  <c:v>9.0154208484828171</c:v>
                </c:pt>
                <c:pt idx="281">
                  <c:v>9.0170152095236507</c:v>
                </c:pt>
                <c:pt idx="282">
                  <c:v>9.0183335288105493</c:v>
                </c:pt>
                <c:pt idx="283">
                  <c:v>9.0199626568704652</c:v>
                </c:pt>
                <c:pt idx="284">
                  <c:v>9.0195370750464949</c:v>
                </c:pt>
                <c:pt idx="285">
                  <c:v>9.0157696705929666</c:v>
                </c:pt>
                <c:pt idx="286">
                  <c:v>9.0109409295779361</c:v>
                </c:pt>
                <c:pt idx="287">
                  <c:v>9.0087890710084952</c:v>
                </c:pt>
                <c:pt idx="288">
                  <c:v>9.0121702369183847</c:v>
                </c:pt>
                <c:pt idx="289">
                  <c:v>9.0157774198683036</c:v>
                </c:pt>
                <c:pt idx="290">
                  <c:v>9.0155934269389952</c:v>
                </c:pt>
                <c:pt idx="291">
                  <c:v>9.0126104795335351</c:v>
                </c:pt>
                <c:pt idx="292">
                  <c:v>9.0127088115543792</c:v>
                </c:pt>
                <c:pt idx="293">
                  <c:v>9.0133973451401577</c:v>
                </c:pt>
                <c:pt idx="294">
                  <c:v>9.0131424568134975</c:v>
                </c:pt>
                <c:pt idx="295">
                  <c:v>9.0139684876765571</c:v>
                </c:pt>
                <c:pt idx="296">
                  <c:v>9.0173975420136383</c:v>
                </c:pt>
                <c:pt idx="297">
                  <c:v>9.0199872660556615</c:v>
                </c:pt>
                <c:pt idx="298">
                  <c:v>9.0215115694586405</c:v>
                </c:pt>
                <c:pt idx="299">
                  <c:v>9.0236715228792121</c:v>
                </c:pt>
                <c:pt idx="300">
                  <c:v>9.023891434746913</c:v>
                </c:pt>
                <c:pt idx="301">
                  <c:v>9.0228256999480596</c:v>
                </c:pt>
                <c:pt idx="302">
                  <c:v>9.0235057512189396</c:v>
                </c:pt>
                <c:pt idx="303">
                  <c:v>9.0266330026975847</c:v>
                </c:pt>
                <c:pt idx="304">
                  <c:v>9.0262516126870302</c:v>
                </c:pt>
                <c:pt idx="305">
                  <c:v>9.0224943660673897</c:v>
                </c:pt>
                <c:pt idx="306">
                  <c:v>9.020623649112812</c:v>
                </c:pt>
                <c:pt idx="307">
                  <c:v>9.0190309635909731</c:v>
                </c:pt>
                <c:pt idx="308">
                  <c:v>9.0178397743075926</c:v>
                </c:pt>
                <c:pt idx="309">
                  <c:v>9.0208883811135507</c:v>
                </c:pt>
                <c:pt idx="310">
                  <c:v>9.0221045984618744</c:v>
                </c:pt>
                <c:pt idx="311">
                  <c:v>9.0213171045356297</c:v>
                </c:pt>
                <c:pt idx="312">
                  <c:v>9.0191634343112774</c:v>
                </c:pt>
                <c:pt idx="313">
                  <c:v>9.0159761783087315</c:v>
                </c:pt>
                <c:pt idx="314">
                  <c:v>9.0148025819747666</c:v>
                </c:pt>
                <c:pt idx="315">
                  <c:v>9.016312015146692</c:v>
                </c:pt>
                <c:pt idx="316">
                  <c:v>9.0165903607392384</c:v>
                </c:pt>
                <c:pt idx="317">
                  <c:v>9.0170461019050645</c:v>
                </c:pt>
                <c:pt idx="318">
                  <c:v>9.0183908106160882</c:v>
                </c:pt>
                <c:pt idx="319">
                  <c:v>9.0185486235611485</c:v>
                </c:pt>
                <c:pt idx="320">
                  <c:v>9.0179277390546719</c:v>
                </c:pt>
                <c:pt idx="321">
                  <c:v>9.0166211484007164</c:v>
                </c:pt>
                <c:pt idx="322">
                  <c:v>9.015215702126234</c:v>
                </c:pt>
                <c:pt idx="323">
                  <c:v>9.0133934705024874</c:v>
                </c:pt>
                <c:pt idx="324">
                  <c:v>9.0130687339778497</c:v>
                </c:pt>
                <c:pt idx="325">
                  <c:v>9.0171891493390071</c:v>
                </c:pt>
                <c:pt idx="326">
                  <c:v>9.019289412395489</c:v>
                </c:pt>
                <c:pt idx="327">
                  <c:v>9.017723221017711</c:v>
                </c:pt>
                <c:pt idx="328">
                  <c:v>9.0157621307575013</c:v>
                </c:pt>
                <c:pt idx="329">
                  <c:v>9.0137013471172693</c:v>
                </c:pt>
                <c:pt idx="330">
                  <c:v>9.0153032479935664</c:v>
                </c:pt>
                <c:pt idx="331">
                  <c:v>9.0192283606722174</c:v>
                </c:pt>
                <c:pt idx="332">
                  <c:v>9.0193247030142594</c:v>
                </c:pt>
                <c:pt idx="333">
                  <c:v>9.0175400658478964</c:v>
                </c:pt>
                <c:pt idx="334">
                  <c:v>9.0170040044903903</c:v>
                </c:pt>
                <c:pt idx="335">
                  <c:v>9.0182071318465891</c:v>
                </c:pt>
                <c:pt idx="336">
                  <c:v>9.0218727485213552</c:v>
                </c:pt>
                <c:pt idx="337">
                  <c:v>9.0263676423772257</c:v>
                </c:pt>
                <c:pt idx="338">
                  <c:v>9.0262132851900869</c:v>
                </c:pt>
                <c:pt idx="339">
                  <c:v>9.0244889667074375</c:v>
                </c:pt>
                <c:pt idx="340">
                  <c:v>9.0251473409513601</c:v>
                </c:pt>
                <c:pt idx="341">
                  <c:v>9.0256009877184464</c:v>
                </c:pt>
                <c:pt idx="342">
                  <c:v>9.0235671171020222</c:v>
                </c:pt>
                <c:pt idx="343">
                  <c:v>9.0228486336142613</c:v>
                </c:pt>
                <c:pt idx="344">
                  <c:v>9.0227424475981444</c:v>
                </c:pt>
                <c:pt idx="345">
                  <c:v>9.020683863076588</c:v>
                </c:pt>
                <c:pt idx="346">
                  <c:v>9.0206009248864838</c:v>
                </c:pt>
                <c:pt idx="347">
                  <c:v>9.0225873573714459</c:v>
                </c:pt>
                <c:pt idx="348">
                  <c:v>9.0246566233265746</c:v>
                </c:pt>
                <c:pt idx="349">
                  <c:v>9.0245275036442543</c:v>
                </c:pt>
                <c:pt idx="350">
                  <c:v>9.0261896184843255</c:v>
                </c:pt>
                <c:pt idx="351">
                  <c:v>9.0258277063820511</c:v>
                </c:pt>
                <c:pt idx="352">
                  <c:v>9.0253329046797237</c:v>
                </c:pt>
                <c:pt idx="353">
                  <c:v>9.0263872250054451</c:v>
                </c:pt>
                <c:pt idx="354">
                  <c:v>9.0243296876832595</c:v>
                </c:pt>
                <c:pt idx="355">
                  <c:v>9.0257294790811446</c:v>
                </c:pt>
                <c:pt idx="356">
                  <c:v>9.0282342752542597</c:v>
                </c:pt>
                <c:pt idx="357">
                  <c:v>9.0286057168708016</c:v>
                </c:pt>
                <c:pt idx="358">
                  <c:v>9.0270322998173675</c:v>
                </c:pt>
                <c:pt idx="359">
                  <c:v>9.0233488807533142</c:v>
                </c:pt>
                <c:pt idx="360">
                  <c:v>9.0229278018866346</c:v>
                </c:pt>
                <c:pt idx="361">
                  <c:v>9.0244361878591892</c:v>
                </c:pt>
                <c:pt idx="362">
                  <c:v>9.0247826014107861</c:v>
                </c:pt>
                <c:pt idx="363">
                  <c:v>9.0239739540572685</c:v>
                </c:pt>
                <c:pt idx="364">
                  <c:v>9.021696190707571</c:v>
                </c:pt>
                <c:pt idx="365">
                  <c:v>9.0223869234120269</c:v>
                </c:pt>
                <c:pt idx="366">
                  <c:v>9.0229734597791662</c:v>
                </c:pt>
                <c:pt idx="367">
                  <c:v>9.0220849111137174</c:v>
                </c:pt>
                <c:pt idx="368">
                  <c:v>9.0223606387078394</c:v>
                </c:pt>
                <c:pt idx="369">
                  <c:v>9.0210687088450641</c:v>
                </c:pt>
                <c:pt idx="370">
                  <c:v>9.020316714977465</c:v>
                </c:pt>
                <c:pt idx="371">
                  <c:v>9.0232780900759018</c:v>
                </c:pt>
                <c:pt idx="372">
                  <c:v>9.0268581505621359</c:v>
                </c:pt>
                <c:pt idx="373">
                  <c:v>9.0285716828912754</c:v>
                </c:pt>
                <c:pt idx="374">
                  <c:v>9.0250149749509916</c:v>
                </c:pt>
                <c:pt idx="375">
                  <c:v>9.0221985322453637</c:v>
                </c:pt>
                <c:pt idx="376">
                  <c:v>9.0222372786220539</c:v>
                </c:pt>
                <c:pt idx="377">
                  <c:v>9.0247824966908503</c:v>
                </c:pt>
                <c:pt idx="378">
                  <c:v>9.0241484174723112</c:v>
                </c:pt>
                <c:pt idx="379">
                  <c:v>9.0204326399477246</c:v>
                </c:pt>
                <c:pt idx="380">
                  <c:v>9.0196723732051005</c:v>
                </c:pt>
                <c:pt idx="381">
                  <c:v>9.0183571955163107</c:v>
                </c:pt>
                <c:pt idx="382">
                  <c:v>9.0173114622254236</c:v>
                </c:pt>
                <c:pt idx="383">
                  <c:v>9.0171492510430102</c:v>
                </c:pt>
                <c:pt idx="384">
                  <c:v>9.0158087311294679</c:v>
                </c:pt>
                <c:pt idx="385">
                  <c:v>9.0139981234187285</c:v>
                </c:pt>
                <c:pt idx="386">
                  <c:v>9.0134122153712113</c:v>
                </c:pt>
                <c:pt idx="387">
                  <c:v>9.0132693773771422</c:v>
                </c:pt>
                <c:pt idx="388">
                  <c:v>9.0106241517685106</c:v>
                </c:pt>
                <c:pt idx="389">
                  <c:v>9.0111384313791199</c:v>
                </c:pt>
                <c:pt idx="390">
                  <c:v>9.0118238233667878</c:v>
                </c:pt>
                <c:pt idx="391">
                  <c:v>9.0143436992108299</c:v>
                </c:pt>
                <c:pt idx="392">
                  <c:v>9.0195563435149033</c:v>
                </c:pt>
                <c:pt idx="393">
                  <c:v>9.0218782986780148</c:v>
                </c:pt>
                <c:pt idx="394">
                  <c:v>9.0223075456997801</c:v>
                </c:pt>
                <c:pt idx="395">
                  <c:v>9.0225756287385011</c:v>
                </c:pt>
                <c:pt idx="396">
                  <c:v>9.019380414020743</c:v>
                </c:pt>
                <c:pt idx="397">
                  <c:v>9.020090519913543</c:v>
                </c:pt>
                <c:pt idx="398">
                  <c:v>9.0213960633681278</c:v>
                </c:pt>
                <c:pt idx="399">
                  <c:v>9.0221794732168288</c:v>
                </c:pt>
                <c:pt idx="400">
                  <c:v>9.0228300981854126</c:v>
                </c:pt>
                <c:pt idx="401">
                  <c:v>9.0209973945679671</c:v>
                </c:pt>
                <c:pt idx="402">
                  <c:v>9.019074527084765</c:v>
                </c:pt>
                <c:pt idx="403">
                  <c:v>9.0181678618702144</c:v>
                </c:pt>
                <c:pt idx="404">
                  <c:v>9.0189906464152276</c:v>
                </c:pt>
                <c:pt idx="405">
                  <c:v>9.0199988899686669</c:v>
                </c:pt>
                <c:pt idx="406">
                  <c:v>9.0195413685639121</c:v>
                </c:pt>
                <c:pt idx="407">
                  <c:v>9.0202989125881743</c:v>
                </c:pt>
                <c:pt idx="408">
                  <c:v>9.0222388494211074</c:v>
                </c:pt>
                <c:pt idx="409">
                  <c:v>9.0267922817217627</c:v>
                </c:pt>
                <c:pt idx="410">
                  <c:v>9.0300974523733721</c:v>
                </c:pt>
                <c:pt idx="411">
                  <c:v>9.0281743754502966</c:v>
                </c:pt>
                <c:pt idx="412">
                  <c:v>9.0262090963926074</c:v>
                </c:pt>
                <c:pt idx="413">
                  <c:v>9.0234429192567394</c:v>
                </c:pt>
                <c:pt idx="414">
                  <c:v>9.0206282567900402</c:v>
                </c:pt>
                <c:pt idx="415">
                  <c:v>9.0235877469296106</c:v>
                </c:pt>
                <c:pt idx="416">
                  <c:v>9.025531244240403</c:v>
                </c:pt>
                <c:pt idx="417">
                  <c:v>9.0258803805103636</c:v>
                </c:pt>
                <c:pt idx="418">
                  <c:v>9.0251120503325897</c:v>
                </c:pt>
                <c:pt idx="419">
                  <c:v>9.0225147864551047</c:v>
                </c:pt>
                <c:pt idx="420">
                  <c:v>9.0223236725700779</c:v>
                </c:pt>
                <c:pt idx="421">
                  <c:v>9.0223463967964079</c:v>
                </c:pt>
                <c:pt idx="422">
                  <c:v>9.0217719032220227</c:v>
                </c:pt>
                <c:pt idx="423">
                  <c:v>9.0216096920396094</c:v>
                </c:pt>
                <c:pt idx="424">
                  <c:v>9.0217204857329563</c:v>
                </c:pt>
                <c:pt idx="425">
                  <c:v>9.0215739825410921</c:v>
                </c:pt>
                <c:pt idx="426">
                  <c:v>9.022744960876631</c:v>
                </c:pt>
                <c:pt idx="427">
                  <c:v>9.0231836326927262</c:v>
                </c:pt>
                <c:pt idx="428">
                  <c:v>9.0214218244726307</c:v>
                </c:pt>
                <c:pt idx="429">
                  <c:v>9.0203772431010503</c:v>
                </c:pt>
                <c:pt idx="430">
                  <c:v>9.0217383928421828</c:v>
                </c:pt>
                <c:pt idx="431">
                  <c:v>9.0204203877150952</c:v>
                </c:pt>
                <c:pt idx="432">
                  <c:v>9.0208186376355073</c:v>
                </c:pt>
                <c:pt idx="433">
                  <c:v>9.0226484090947174</c:v>
                </c:pt>
                <c:pt idx="434">
                  <c:v>9.025798908399377</c:v>
                </c:pt>
                <c:pt idx="435">
                  <c:v>9.0234684709213671</c:v>
                </c:pt>
                <c:pt idx="436">
                  <c:v>9.0211292369686511</c:v>
                </c:pt>
                <c:pt idx="437">
                  <c:v>9.0217772439388106</c:v>
                </c:pt>
                <c:pt idx="438">
                  <c:v>9.0229476986746651</c:v>
                </c:pt>
                <c:pt idx="439">
                  <c:v>9.0258435190925397</c:v>
                </c:pt>
                <c:pt idx="440">
                  <c:v>9.0266136295092405</c:v>
                </c:pt>
                <c:pt idx="441">
                  <c:v>9.0225915461689254</c:v>
                </c:pt>
                <c:pt idx="442">
                  <c:v>9.0206076269624518</c:v>
                </c:pt>
                <c:pt idx="443">
                  <c:v>9.0198604502119526</c:v>
                </c:pt>
                <c:pt idx="444">
                  <c:v>9.0183016939497005</c:v>
                </c:pt>
                <c:pt idx="445">
                  <c:v>9.019125735133958</c:v>
                </c:pt>
                <c:pt idx="446">
                  <c:v>9.0215373305631417</c:v>
                </c:pt>
                <c:pt idx="447">
                  <c:v>9.0223122580969459</c:v>
                </c:pt>
                <c:pt idx="448">
                  <c:v>9.0225956302464692</c:v>
                </c:pt>
                <c:pt idx="449">
                  <c:v>9.0223174940937962</c:v>
                </c:pt>
                <c:pt idx="450">
                  <c:v>9.0191831216594345</c:v>
                </c:pt>
                <c:pt idx="451">
                  <c:v>9.0177447933247326</c:v>
                </c:pt>
                <c:pt idx="452">
                  <c:v>9.0206176800764037</c:v>
                </c:pt>
                <c:pt idx="453">
                  <c:v>9.0225013823031688</c:v>
                </c:pt>
                <c:pt idx="454">
                  <c:v>9.0231487609537062</c:v>
                </c:pt>
                <c:pt idx="455">
                  <c:v>9.0220111882780696</c:v>
                </c:pt>
                <c:pt idx="456">
                  <c:v>9.0218445788583015</c:v>
                </c:pt>
                <c:pt idx="457">
                  <c:v>9.0215368069634572</c:v>
                </c:pt>
                <c:pt idx="458">
                  <c:v>9.0233545356299114</c:v>
                </c:pt>
                <c:pt idx="459">
                  <c:v>9.0255250657641213</c:v>
                </c:pt>
                <c:pt idx="460">
                  <c:v>9.0238358284603652</c:v>
                </c:pt>
                <c:pt idx="461">
                  <c:v>9.0204975663086646</c:v>
                </c:pt>
                <c:pt idx="462">
                  <c:v>9.0183136320225188</c:v>
                </c:pt>
                <c:pt idx="463">
                  <c:v>9.0194159140793868</c:v>
                </c:pt>
                <c:pt idx="464">
                  <c:v>9.0205608171506118</c:v>
                </c:pt>
                <c:pt idx="465">
                  <c:v>9.0227885243704229</c:v>
                </c:pt>
                <c:pt idx="466">
                  <c:v>9.0238659878022212</c:v>
                </c:pt>
                <c:pt idx="467">
                  <c:v>9.0235400993582768</c:v>
                </c:pt>
                <c:pt idx="468">
                  <c:v>9.0224972982256251</c:v>
                </c:pt>
                <c:pt idx="469">
                  <c:v>9.0230623670056804</c:v>
                </c:pt>
                <c:pt idx="470">
                  <c:v>9.0208414665817731</c:v>
                </c:pt>
                <c:pt idx="471">
                  <c:v>9.0206949633899107</c:v>
                </c:pt>
                <c:pt idx="472">
                  <c:v>9.0226267320677582</c:v>
                </c:pt>
                <c:pt idx="473">
                  <c:v>9.023820853509374</c:v>
                </c:pt>
                <c:pt idx="474">
                  <c:v>9.0240952197443161</c:v>
                </c:pt>
                <c:pt idx="475">
                  <c:v>9.0253636923412035</c:v>
                </c:pt>
                <c:pt idx="476">
                  <c:v>9.0253048397366076</c:v>
                </c:pt>
                <c:pt idx="477">
                  <c:v>9.0246123267932248</c:v>
                </c:pt>
                <c:pt idx="478">
                  <c:v>9.0228685304022918</c:v>
                </c:pt>
                <c:pt idx="479">
                  <c:v>9.022985921451669</c:v>
                </c:pt>
                <c:pt idx="480">
                  <c:v>9.0251735209356099</c:v>
                </c:pt>
                <c:pt idx="481">
                  <c:v>9.0230974481845756</c:v>
                </c:pt>
                <c:pt idx="482">
                  <c:v>9.0205115987802227</c:v>
                </c:pt>
                <c:pt idx="483">
                  <c:v>9.0214028701640334</c:v>
                </c:pt>
                <c:pt idx="484">
                  <c:v>9.022086377192835</c:v>
                </c:pt>
                <c:pt idx="485">
                  <c:v>9.0226953236264933</c:v>
                </c:pt>
                <c:pt idx="486">
                  <c:v>9.0244394341772356</c:v>
                </c:pt>
                <c:pt idx="487">
                  <c:v>9.0237358209205301</c:v>
                </c:pt>
                <c:pt idx="488">
                  <c:v>9.0215103128193963</c:v>
                </c:pt>
                <c:pt idx="489">
                  <c:v>9.0201851867365921</c:v>
                </c:pt>
                <c:pt idx="490">
                  <c:v>9.0194070128847414</c:v>
                </c:pt>
                <c:pt idx="491">
                  <c:v>9.0175601720758003</c:v>
                </c:pt>
                <c:pt idx="492">
                  <c:v>9.0162871965216222</c:v>
                </c:pt>
                <c:pt idx="493">
                  <c:v>9.017384556741451</c:v>
                </c:pt>
                <c:pt idx="494">
                  <c:v>9.0187004674697988</c:v>
                </c:pt>
                <c:pt idx="495">
                  <c:v>9.019468378767824</c:v>
                </c:pt>
                <c:pt idx="496">
                  <c:v>9.0203178668967716</c:v>
                </c:pt>
                <c:pt idx="497">
                  <c:v>9.0205478318784245</c:v>
                </c:pt>
                <c:pt idx="498">
                  <c:v>9.0210420052611298</c:v>
                </c:pt>
                <c:pt idx="499">
                  <c:v>9.0218753665197795</c:v>
                </c:pt>
                <c:pt idx="500">
                  <c:v>9.0216377569827255</c:v>
                </c:pt>
                <c:pt idx="501">
                  <c:v>9.0219283548079012</c:v>
                </c:pt>
                <c:pt idx="502">
                  <c:v>9.0236246083474363</c:v>
                </c:pt>
                <c:pt idx="503">
                  <c:v>9.0248699378382451</c:v>
                </c:pt>
                <c:pt idx="504">
                  <c:v>9.0223279660874951</c:v>
                </c:pt>
                <c:pt idx="505">
                  <c:v>9.0201488489184527</c:v>
                </c:pt>
                <c:pt idx="506">
                  <c:v>9.0231836326927262</c:v>
                </c:pt>
                <c:pt idx="507">
                  <c:v>9.0249756002546793</c:v>
                </c:pt>
                <c:pt idx="508">
                  <c:v>9.0239681944607337</c:v>
                </c:pt>
                <c:pt idx="509">
                  <c:v>9.0216492761757952</c:v>
                </c:pt>
                <c:pt idx="510">
                  <c:v>9.0196406430641893</c:v>
                </c:pt>
                <c:pt idx="511">
                  <c:v>9.0171589899971512</c:v>
                </c:pt>
                <c:pt idx="512">
                  <c:v>9.0169662005931333</c:v>
                </c:pt>
                <c:pt idx="513">
                  <c:v>9.0190331627096487</c:v>
                </c:pt>
                <c:pt idx="514">
                  <c:v>9.0198899812341882</c:v>
                </c:pt>
                <c:pt idx="515">
                  <c:v>9.021833687984854</c:v>
                </c:pt>
                <c:pt idx="516">
                  <c:v>9.0222617830873109</c:v>
                </c:pt>
                <c:pt idx="517">
                  <c:v>9.0197110148618531</c:v>
                </c:pt>
                <c:pt idx="518">
                  <c:v>9.0168029422113491</c:v>
                </c:pt>
                <c:pt idx="519">
                  <c:v>9.0158440217482365</c:v>
                </c:pt>
                <c:pt idx="520">
                  <c:v>9.0180860755994168</c:v>
                </c:pt>
                <c:pt idx="521">
                  <c:v>9.0244530477690468</c:v>
                </c:pt>
                <c:pt idx="522">
                  <c:v>9.0262919298627757</c:v>
                </c:pt>
                <c:pt idx="523">
                  <c:v>9.0235496288725425</c:v>
                </c:pt>
                <c:pt idx="524">
                  <c:v>9.0225925933682962</c:v>
                </c:pt>
                <c:pt idx="525">
                  <c:v>9.0187604719936996</c:v>
                </c:pt>
                <c:pt idx="526">
                  <c:v>9.0167793802255254</c:v>
                </c:pt>
                <c:pt idx="527">
                  <c:v>9.0157861116230755</c:v>
                </c:pt>
                <c:pt idx="528">
                  <c:v>9.0151635515976078</c:v>
                </c:pt>
                <c:pt idx="529">
                  <c:v>9.0155340507347148</c:v>
                </c:pt>
                <c:pt idx="530">
                  <c:v>9.0156256806795909</c:v>
                </c:pt>
                <c:pt idx="531">
                  <c:v>9.0166952901161128</c:v>
                </c:pt>
                <c:pt idx="532">
                  <c:v>9.0165320317343305</c:v>
                </c:pt>
                <c:pt idx="533">
                  <c:v>9.0165793651458532</c:v>
                </c:pt>
                <c:pt idx="534">
                  <c:v>9.0137505654876602</c:v>
                </c:pt>
                <c:pt idx="535">
                  <c:v>9.0153841965048667</c:v>
                </c:pt>
                <c:pt idx="536">
                  <c:v>9.0181601125948756</c:v>
                </c:pt>
                <c:pt idx="537">
                  <c:v>9.0210070288021722</c:v>
                </c:pt>
                <c:pt idx="538">
                  <c:v>9.0245604904244097</c:v>
                </c:pt>
                <c:pt idx="539">
                  <c:v>9.0239148920128009</c:v>
                </c:pt>
                <c:pt idx="540">
                  <c:v>9.0224839987936267</c:v>
                </c:pt>
                <c:pt idx="541">
                  <c:v>9.0212020173248657</c:v>
                </c:pt>
                <c:pt idx="542">
                  <c:v>9.0206978955481461</c:v>
                </c:pt>
                <c:pt idx="543">
                  <c:v>9.0178562153377015</c:v>
                </c:pt>
                <c:pt idx="544">
                  <c:v>9.0139889080642721</c:v>
                </c:pt>
                <c:pt idx="545">
                  <c:v>9.0134539986260744</c:v>
                </c:pt>
                <c:pt idx="546">
                  <c:v>9.0163043705912909</c:v>
                </c:pt>
                <c:pt idx="547">
                  <c:v>9.0183459904830521</c:v>
                </c:pt>
                <c:pt idx="548">
                  <c:v>9.0203393344838556</c:v>
                </c:pt>
                <c:pt idx="549">
                  <c:v>9.0222431429385246</c:v>
                </c:pt>
                <c:pt idx="550">
                  <c:v>9.0201805790593639</c:v>
                </c:pt>
                <c:pt idx="551">
                  <c:v>9.0204801827991226</c:v>
                </c:pt>
                <c:pt idx="552">
                  <c:v>9.0218378767823335</c:v>
                </c:pt>
                <c:pt idx="553">
                  <c:v>9.0212241132315736</c:v>
                </c:pt>
                <c:pt idx="554">
                  <c:v>9.0208917321515347</c:v>
                </c:pt>
                <c:pt idx="555">
                  <c:v>9.0211581396712628</c:v>
                </c:pt>
                <c:pt idx="556">
                  <c:v>9.0223160280146768</c:v>
                </c:pt>
                <c:pt idx="557">
                  <c:v>9.0238289169445238</c:v>
                </c:pt>
                <c:pt idx="558">
                  <c:v>9.0256741869544097</c:v>
                </c:pt>
                <c:pt idx="559">
                  <c:v>9.0275144304073187</c:v>
                </c:pt>
                <c:pt idx="560">
                  <c:v>9.0258007933582434</c:v>
                </c:pt>
                <c:pt idx="561">
                  <c:v>9.0211026381046526</c:v>
                </c:pt>
                <c:pt idx="562">
                  <c:v>9.018674287485549</c:v>
                </c:pt>
                <c:pt idx="563">
                  <c:v>9.0189841537791331</c:v>
                </c:pt>
                <c:pt idx="564">
                  <c:v>9.0209861895347085</c:v>
                </c:pt>
                <c:pt idx="565">
                  <c:v>9.0224094381984816</c:v>
                </c:pt>
                <c:pt idx="566">
                  <c:v>9.0243638263827215</c:v>
                </c:pt>
                <c:pt idx="567">
                  <c:v>9.0239021161804871</c:v>
                </c:pt>
                <c:pt idx="568">
                  <c:v>9.0243616272640459</c:v>
                </c:pt>
                <c:pt idx="569">
                  <c:v>9.0238050407988872</c:v>
                </c:pt>
                <c:pt idx="570">
                  <c:v>9.0246354698993017</c:v>
                </c:pt>
                <c:pt idx="571">
                  <c:v>9.0280907042206326</c:v>
                </c:pt>
                <c:pt idx="572">
                  <c:v>9.030978984803042</c:v>
                </c:pt>
                <c:pt idx="573">
                  <c:v>9.0313571284955518</c:v>
                </c:pt>
                <c:pt idx="574">
                  <c:v>9.0295070413685643</c:v>
                </c:pt>
                <c:pt idx="575">
                  <c:v>9.0286001667141402</c:v>
                </c:pt>
                <c:pt idx="576">
                  <c:v>9.0275665809359449</c:v>
                </c:pt>
                <c:pt idx="577">
                  <c:v>9.0266474540488915</c:v>
                </c:pt>
                <c:pt idx="578">
                  <c:v>9.0222925707487889</c:v>
                </c:pt>
                <c:pt idx="579">
                  <c:v>9.0208576981720086</c:v>
                </c:pt>
                <c:pt idx="580">
                  <c:v>9.0202322059883056</c:v>
                </c:pt>
                <c:pt idx="581">
                  <c:v>9.0203671899870983</c:v>
                </c:pt>
                <c:pt idx="582">
                  <c:v>9.0187134527419861</c:v>
                </c:pt>
                <c:pt idx="583">
                  <c:v>9.0148619581790452</c:v>
                </c:pt>
                <c:pt idx="584">
                  <c:v>9.0144272657205562</c:v>
                </c:pt>
                <c:pt idx="585">
                  <c:v>9.0173249710972971</c:v>
                </c:pt>
                <c:pt idx="586">
                  <c:v>9.0184103932443076</c:v>
                </c:pt>
                <c:pt idx="587">
                  <c:v>9.0156831719250032</c:v>
                </c:pt>
                <c:pt idx="588">
                  <c:v>9.0156773076085326</c:v>
                </c:pt>
                <c:pt idx="589">
                  <c:v>9.0179411432066079</c:v>
                </c:pt>
                <c:pt idx="590">
                  <c:v>9.0183997118107335</c:v>
                </c:pt>
                <c:pt idx="591">
                  <c:v>9.0170377243101054</c:v>
                </c:pt>
                <c:pt idx="592">
                  <c:v>9.0178118140844123</c:v>
                </c:pt>
                <c:pt idx="593">
                  <c:v>9.0168629467352517</c:v>
                </c:pt>
                <c:pt idx="594">
                  <c:v>9.0171686242313562</c:v>
                </c:pt>
                <c:pt idx="595">
                  <c:v>9.0190180830387217</c:v>
                </c:pt>
                <c:pt idx="596">
                  <c:v>9.0166891116398311</c:v>
                </c:pt>
                <c:pt idx="597">
                  <c:v>9.0137664829180846</c:v>
                </c:pt>
                <c:pt idx="598">
                  <c:v>9.0144362716351392</c:v>
                </c:pt>
                <c:pt idx="599">
                  <c:v>9.0167202134611202</c:v>
                </c:pt>
                <c:pt idx="600">
                  <c:v>9.0220974775061578</c:v>
                </c:pt>
                <c:pt idx="601">
                  <c:v>9.0214558584521551</c:v>
                </c:pt>
                <c:pt idx="602">
                  <c:v>9.0216939915888954</c:v>
                </c:pt>
                <c:pt idx="603">
                  <c:v>9.0230085409580614</c:v>
                </c:pt>
                <c:pt idx="604">
                  <c:v>9.0192898312752376</c:v>
                </c:pt>
                <c:pt idx="605">
                  <c:v>9.0158347016738443</c:v>
                </c:pt>
                <c:pt idx="606">
                  <c:v>9.0172024487710072</c:v>
                </c:pt>
                <c:pt idx="607">
                  <c:v>9.0199047467453042</c:v>
                </c:pt>
                <c:pt idx="608">
                  <c:v>9.0223646180654455</c:v>
                </c:pt>
                <c:pt idx="609">
                  <c:v>9.0220740202402698</c:v>
                </c:pt>
                <c:pt idx="610">
                  <c:v>9.0194579067741234</c:v>
                </c:pt>
                <c:pt idx="611">
                  <c:v>9.0165940259370334</c:v>
                </c:pt>
                <c:pt idx="612">
                  <c:v>9.014587591944105</c:v>
                </c:pt>
                <c:pt idx="613">
                  <c:v>9.0133171296684154</c:v>
                </c:pt>
                <c:pt idx="614">
                  <c:v>9.0142857890856689</c:v>
                </c:pt>
                <c:pt idx="615">
                  <c:v>9.016400712933331</c:v>
                </c:pt>
                <c:pt idx="616">
                  <c:v>9.0176460424241416</c:v>
                </c:pt>
                <c:pt idx="617">
                  <c:v>9.0194704731665638</c:v>
                </c:pt>
                <c:pt idx="618">
                  <c:v>9.0197156225390813</c:v>
                </c:pt>
                <c:pt idx="619">
                  <c:v>9.0187385855268669</c:v>
                </c:pt>
                <c:pt idx="620">
                  <c:v>9.0182041996883537</c:v>
                </c:pt>
                <c:pt idx="621">
                  <c:v>9.0175707487894368</c:v>
                </c:pt>
                <c:pt idx="622">
                  <c:v>9.0163829105440403</c:v>
                </c:pt>
                <c:pt idx="623">
                  <c:v>9.015264292177001</c:v>
                </c:pt>
                <c:pt idx="624">
                  <c:v>9.015232457316154</c:v>
                </c:pt>
                <c:pt idx="625">
                  <c:v>9.0151959100581411</c:v>
                </c:pt>
                <c:pt idx="626">
                  <c:v>9.0155703885528542</c:v>
                </c:pt>
                <c:pt idx="627">
                  <c:v>9.0174656099726889</c:v>
                </c:pt>
                <c:pt idx="628">
                  <c:v>9.0187634041519367</c:v>
                </c:pt>
                <c:pt idx="629">
                  <c:v>9.016878550005865</c:v>
                </c:pt>
                <c:pt idx="630">
                  <c:v>9.0143890429435523</c:v>
                </c:pt>
                <c:pt idx="631">
                  <c:v>9.0149214391032615</c:v>
                </c:pt>
                <c:pt idx="632">
                  <c:v>9.0160553465811031</c:v>
                </c:pt>
                <c:pt idx="633">
                  <c:v>9.0166792679657526</c:v>
                </c:pt>
                <c:pt idx="634">
                  <c:v>9.0183336335304869</c:v>
                </c:pt>
                <c:pt idx="635">
                  <c:v>9.020545004440125</c:v>
                </c:pt>
                <c:pt idx="636">
                  <c:v>9.0219211291322488</c:v>
                </c:pt>
                <c:pt idx="637">
                  <c:v>9.0203862490156332</c:v>
                </c:pt>
                <c:pt idx="638">
                  <c:v>9.0188478084211585</c:v>
                </c:pt>
                <c:pt idx="639">
                  <c:v>9.0199498810381513</c:v>
                </c:pt>
                <c:pt idx="640">
                  <c:v>9.0209104770202568</c:v>
                </c:pt>
                <c:pt idx="641">
                  <c:v>9.0216990181458705</c:v>
                </c:pt>
                <c:pt idx="642">
                  <c:v>9.0215877008528391</c:v>
                </c:pt>
                <c:pt idx="643">
                  <c:v>9.0186314570313151</c:v>
                </c:pt>
                <c:pt idx="644">
                  <c:v>9.0168198021212067</c:v>
                </c:pt>
                <c:pt idx="645">
                  <c:v>9.0166116188864507</c:v>
                </c:pt>
                <c:pt idx="646">
                  <c:v>9.0158975336360445</c:v>
                </c:pt>
                <c:pt idx="647">
                  <c:v>9.0164859549620502</c:v>
                </c:pt>
                <c:pt idx="648">
                  <c:v>9.0192311881105169</c:v>
                </c:pt>
                <c:pt idx="649">
                  <c:v>9.0179643910326224</c:v>
                </c:pt>
                <c:pt idx="650">
                  <c:v>9.0159378508117882</c:v>
                </c:pt>
                <c:pt idx="651">
                  <c:v>9.0198715505252753</c:v>
                </c:pt>
                <c:pt idx="652">
                  <c:v>9.0241774248948605</c:v>
                </c:pt>
                <c:pt idx="653">
                  <c:v>9.0218460449374192</c:v>
                </c:pt>
                <c:pt idx="654">
                  <c:v>9.0189880284168016</c:v>
                </c:pt>
                <c:pt idx="655">
                  <c:v>9.0211806544577176</c:v>
                </c:pt>
                <c:pt idx="656">
                  <c:v>9.020816019637083</c:v>
                </c:pt>
                <c:pt idx="657">
                  <c:v>9.0184498726605558</c:v>
                </c:pt>
                <c:pt idx="658">
                  <c:v>9.0175259286564007</c:v>
                </c:pt>
                <c:pt idx="659">
                  <c:v>9.0183170877804404</c:v>
                </c:pt>
                <c:pt idx="660">
                  <c:v>9.0197474573999301</c:v>
                </c:pt>
                <c:pt idx="661">
                  <c:v>9.0180639796927107</c:v>
                </c:pt>
                <c:pt idx="662">
                  <c:v>9.0177557889181177</c:v>
                </c:pt>
                <c:pt idx="663">
                  <c:v>9.0162788189266632</c:v>
                </c:pt>
                <c:pt idx="664">
                  <c:v>9.0149885645828789</c:v>
                </c:pt>
                <c:pt idx="665">
                  <c:v>9.0153386433322726</c:v>
                </c:pt>
                <c:pt idx="666">
                  <c:v>9.0160511577836235</c:v>
                </c:pt>
                <c:pt idx="667">
                  <c:v>9.0178862699596198</c:v>
                </c:pt>
                <c:pt idx="668">
                  <c:v>9.0196288097113086</c:v>
                </c:pt>
                <c:pt idx="669">
                  <c:v>9.0208979106278164</c:v>
                </c:pt>
                <c:pt idx="670">
                  <c:v>9.0211307030477688</c:v>
                </c:pt>
                <c:pt idx="671">
                  <c:v>9.0186322947908106</c:v>
                </c:pt>
                <c:pt idx="672">
                  <c:v>9.0173170123820849</c:v>
                </c:pt>
                <c:pt idx="673">
                  <c:v>9.0186703081279429</c:v>
                </c:pt>
                <c:pt idx="674">
                  <c:v>9.0190121140023116</c:v>
                </c:pt>
                <c:pt idx="675">
                  <c:v>9.0168475529045118</c:v>
                </c:pt>
                <c:pt idx="676">
                  <c:v>9.0154271316790382</c:v>
                </c:pt>
                <c:pt idx="677">
                  <c:v>9.0143417095320277</c:v>
                </c:pt>
                <c:pt idx="678">
                  <c:v>9.0153921552200789</c:v>
                </c:pt>
                <c:pt idx="679">
                  <c:v>9.0174614211752093</c:v>
                </c:pt>
                <c:pt idx="680">
                  <c:v>9.0185072591860322</c:v>
                </c:pt>
                <c:pt idx="681">
                  <c:v>9.0200959653502668</c:v>
                </c:pt>
                <c:pt idx="682">
                  <c:v>9.0216275991488359</c:v>
                </c:pt>
                <c:pt idx="683">
                  <c:v>9.0205585133119985</c:v>
                </c:pt>
                <c:pt idx="684">
                  <c:v>9.0216081212405541</c:v>
                </c:pt>
                <c:pt idx="685">
                  <c:v>9.0230088551178724</c:v>
                </c:pt>
                <c:pt idx="686">
                  <c:v>9.0239639009433166</c:v>
                </c:pt>
                <c:pt idx="687">
                  <c:v>9.0224487081748563</c:v>
                </c:pt>
                <c:pt idx="688">
                  <c:v>9.0192331777893209</c:v>
                </c:pt>
                <c:pt idx="689">
                  <c:v>9.0183628503929096</c:v>
                </c:pt>
                <c:pt idx="690">
                  <c:v>9.0172345977916653</c:v>
                </c:pt>
                <c:pt idx="691">
                  <c:v>9.0171482038436412</c:v>
                </c:pt>
                <c:pt idx="692">
                  <c:v>9.0182381289479423</c:v>
                </c:pt>
                <c:pt idx="693">
                  <c:v>9.0185338580500307</c:v>
                </c:pt>
                <c:pt idx="694">
                  <c:v>9.0183133178627077</c:v>
                </c:pt>
                <c:pt idx="695">
                  <c:v>9.0168428405073477</c:v>
                </c:pt>
                <c:pt idx="696">
                  <c:v>9.0155627439974531</c:v>
                </c:pt>
                <c:pt idx="697">
                  <c:v>9.0129024387178927</c:v>
                </c:pt>
                <c:pt idx="698">
                  <c:v>9.0134228968047854</c:v>
                </c:pt>
                <c:pt idx="699">
                  <c:v>9.0175637325536577</c:v>
                </c:pt>
                <c:pt idx="700">
                  <c:v>9.0195539349563525</c:v>
                </c:pt>
                <c:pt idx="701">
                  <c:v>9.0197804441800855</c:v>
                </c:pt>
                <c:pt idx="702">
                  <c:v>9.0199820300588112</c:v>
                </c:pt>
                <c:pt idx="703">
                  <c:v>9.0198861065965179</c:v>
                </c:pt>
                <c:pt idx="704">
                  <c:v>9.0194445026221874</c:v>
                </c:pt>
                <c:pt idx="705">
                  <c:v>9.020721666973845</c:v>
                </c:pt>
                <c:pt idx="706">
                  <c:v>9.0233859516110115</c:v>
                </c:pt>
                <c:pt idx="707">
                  <c:v>9.0282872635423814</c:v>
                </c:pt>
                <c:pt idx="708">
                  <c:v>9.0303334911113726</c:v>
                </c:pt>
                <c:pt idx="709">
                  <c:v>9.0309033770085279</c:v>
                </c:pt>
                <c:pt idx="710">
                  <c:v>9.0297051714893684</c:v>
                </c:pt>
                <c:pt idx="711">
                  <c:v>9.0250470192517138</c:v>
                </c:pt>
                <c:pt idx="712">
                  <c:v>9.0223584395891621</c:v>
                </c:pt>
                <c:pt idx="713">
                  <c:v>9.0220505629743819</c:v>
                </c:pt>
                <c:pt idx="714">
                  <c:v>9.0215422524001809</c:v>
                </c:pt>
                <c:pt idx="715">
                  <c:v>9.0182556171774202</c:v>
                </c:pt>
                <c:pt idx="716">
                  <c:v>9.0164236465995344</c:v>
                </c:pt>
                <c:pt idx="717">
                  <c:v>9.0178660590117783</c:v>
                </c:pt>
                <c:pt idx="718">
                  <c:v>9.018053193539199</c:v>
                </c:pt>
                <c:pt idx="719">
                  <c:v>9.0180592672955449</c:v>
                </c:pt>
                <c:pt idx="720">
                  <c:v>9.0173387941289818</c:v>
                </c:pt>
                <c:pt idx="721">
                  <c:v>9.0164608221771694</c:v>
                </c:pt>
                <c:pt idx="722">
                  <c:v>9.0170629618149221</c:v>
                </c:pt>
                <c:pt idx="723">
                  <c:v>9.0169653628336377</c:v>
                </c:pt>
                <c:pt idx="724">
                  <c:v>9.0157364743729378</c:v>
                </c:pt>
                <c:pt idx="725">
                  <c:v>9.0192662692894121</c:v>
                </c:pt>
                <c:pt idx="726">
                  <c:v>9.0237829448921811</c:v>
                </c:pt>
                <c:pt idx="727">
                  <c:v>9.0285176474037829</c:v>
                </c:pt>
                <c:pt idx="728">
                  <c:v>9.0309471499421949</c:v>
                </c:pt>
                <c:pt idx="729">
                  <c:v>9.0288623854363887</c:v>
                </c:pt>
                <c:pt idx="730">
                  <c:v>9.0241554337080903</c:v>
                </c:pt>
                <c:pt idx="731">
                  <c:v>9.0202559774140045</c:v>
                </c:pt>
                <c:pt idx="732">
                  <c:v>9.0189350401286799</c:v>
                </c:pt>
                <c:pt idx="733">
                  <c:v>9.0180425121056249</c:v>
                </c:pt>
                <c:pt idx="734">
                  <c:v>9.0161962996163059</c:v>
                </c:pt>
                <c:pt idx="735">
                  <c:v>9.0188945135130609</c:v>
                </c:pt>
                <c:pt idx="736">
                  <c:v>9.0216070740411851</c:v>
                </c:pt>
                <c:pt idx="737">
                  <c:v>9.0234564281286129</c:v>
                </c:pt>
                <c:pt idx="738">
                  <c:v>9.0233930725667282</c:v>
                </c:pt>
                <c:pt idx="739">
                  <c:v>9.022316237454552</c:v>
                </c:pt>
                <c:pt idx="740">
                  <c:v>9.0198666286882361</c:v>
                </c:pt>
                <c:pt idx="741">
                  <c:v>9.017482260442673</c:v>
                </c:pt>
                <c:pt idx="742">
                  <c:v>9.01800669788717</c:v>
                </c:pt>
                <c:pt idx="743">
                  <c:v>9.0214667493256044</c:v>
                </c:pt>
                <c:pt idx="744">
                  <c:v>9.021637233383041</c:v>
                </c:pt>
                <c:pt idx="745">
                  <c:v>9.019984752777173</c:v>
                </c:pt>
                <c:pt idx="746">
                  <c:v>9.0183900775765302</c:v>
                </c:pt>
                <c:pt idx="747">
                  <c:v>9.0168980279141469</c:v>
                </c:pt>
                <c:pt idx="748">
                  <c:v>9.0164928664778916</c:v>
                </c:pt>
                <c:pt idx="749">
                  <c:v>9.0183858887790489</c:v>
                </c:pt>
                <c:pt idx="750">
                  <c:v>9.0203820602181519</c:v>
                </c:pt>
                <c:pt idx="751">
                  <c:v>9.0197293408508283</c:v>
                </c:pt>
                <c:pt idx="752">
                  <c:v>9.0176984023926412</c:v>
                </c:pt>
                <c:pt idx="753">
                  <c:v>9.0148316941172535</c:v>
                </c:pt>
                <c:pt idx="754">
                  <c:v>9.0110486863931101</c:v>
                </c:pt>
                <c:pt idx="755">
                  <c:v>9.0098435274701334</c:v>
                </c:pt>
                <c:pt idx="756">
                  <c:v>9.0097282936514578</c:v>
                </c:pt>
                <c:pt idx="757">
                  <c:v>9.0116251696462975</c:v>
                </c:pt>
                <c:pt idx="758">
                  <c:v>9.0157921853794214</c:v>
                </c:pt>
                <c:pt idx="759">
                  <c:v>9.0168162416433493</c:v>
                </c:pt>
                <c:pt idx="760">
                  <c:v>9.017765423152321</c:v>
                </c:pt>
                <c:pt idx="761">
                  <c:v>9.0190394459058698</c:v>
                </c:pt>
                <c:pt idx="762">
                  <c:v>9.021128608649029</c:v>
                </c:pt>
                <c:pt idx="763">
                  <c:v>9.0214599425296988</c:v>
                </c:pt>
                <c:pt idx="764">
                  <c:v>9.0213230735720398</c:v>
                </c:pt>
                <c:pt idx="765">
                  <c:v>9.0208141346782167</c:v>
                </c:pt>
                <c:pt idx="766">
                  <c:v>9.019802435366854</c:v>
                </c:pt>
                <c:pt idx="767">
                  <c:v>9.0219333813648781</c:v>
                </c:pt>
                <c:pt idx="768">
                  <c:v>9.0248569525660578</c:v>
                </c:pt>
                <c:pt idx="769">
                  <c:v>9.0253509165088879</c:v>
                </c:pt>
                <c:pt idx="770">
                  <c:v>9.023901487860865</c:v>
                </c:pt>
                <c:pt idx="771">
                  <c:v>9.0225432702779678</c:v>
                </c:pt>
                <c:pt idx="772">
                  <c:v>9.0205957936095711</c:v>
                </c:pt>
                <c:pt idx="773">
                  <c:v>9.017957793676592</c:v>
                </c:pt>
                <c:pt idx="774">
                  <c:v>9.0193863830571512</c:v>
                </c:pt>
                <c:pt idx="775">
                  <c:v>9.0214568009315883</c:v>
                </c:pt>
                <c:pt idx="776">
                  <c:v>9.0223771844578859</c:v>
                </c:pt>
                <c:pt idx="777">
                  <c:v>9.0252681877586589</c:v>
                </c:pt>
                <c:pt idx="778">
                  <c:v>9.0249061709364469</c:v>
                </c:pt>
                <c:pt idx="779">
                  <c:v>9.0209810582577958</c:v>
                </c:pt>
                <c:pt idx="780">
                  <c:v>9.0174811085233646</c:v>
                </c:pt>
                <c:pt idx="781">
                  <c:v>9.014734514015716</c:v>
                </c:pt>
                <c:pt idx="782">
                  <c:v>9.0149851088249591</c:v>
                </c:pt>
                <c:pt idx="783">
                  <c:v>9.0163013337131179</c:v>
                </c:pt>
                <c:pt idx="784">
                  <c:v>9.0173239238979281</c:v>
                </c:pt>
                <c:pt idx="785">
                  <c:v>9.0205886726538544</c:v>
                </c:pt>
                <c:pt idx="786">
                  <c:v>9.0227463222358129</c:v>
                </c:pt>
                <c:pt idx="787">
                  <c:v>9.0231919055677494</c:v>
                </c:pt>
                <c:pt idx="788">
                  <c:v>9.0247676264597967</c:v>
                </c:pt>
                <c:pt idx="789">
                  <c:v>9.0260285592212188</c:v>
                </c:pt>
                <c:pt idx="790">
                  <c:v>9.0258369217365075</c:v>
                </c:pt>
                <c:pt idx="791">
                  <c:v>9.0257382755558542</c:v>
                </c:pt>
                <c:pt idx="792">
                  <c:v>9.0273441557897556</c:v>
                </c:pt>
                <c:pt idx="793">
                  <c:v>9.0284574334400087</c:v>
                </c:pt>
                <c:pt idx="794">
                  <c:v>9.0273565127423225</c:v>
                </c:pt>
                <c:pt idx="795">
                  <c:v>9.0242917790660648</c:v>
                </c:pt>
                <c:pt idx="796">
                  <c:v>9.0202999597875451</c:v>
                </c:pt>
                <c:pt idx="797">
                  <c:v>9.0185488330010219</c:v>
                </c:pt>
                <c:pt idx="798">
                  <c:v>9.0164082527687945</c:v>
                </c:pt>
                <c:pt idx="799">
                  <c:v>9.0152534013035535</c:v>
                </c:pt>
                <c:pt idx="800">
                  <c:v>9.0163342157733357</c:v>
                </c:pt>
                <c:pt idx="801">
                  <c:v>9.0163634326357585</c:v>
                </c:pt>
                <c:pt idx="802">
                  <c:v>9.0202849848365538</c:v>
                </c:pt>
                <c:pt idx="803">
                  <c:v>9.0238349907008697</c:v>
                </c:pt>
                <c:pt idx="804">
                  <c:v>9.0237554035487495</c:v>
                </c:pt>
                <c:pt idx="805">
                  <c:v>9.0256747105540942</c:v>
                </c:pt>
                <c:pt idx="806">
                  <c:v>9.0241964839233955</c:v>
                </c:pt>
                <c:pt idx="807">
                  <c:v>9.0245776644940765</c:v>
                </c:pt>
                <c:pt idx="808">
                  <c:v>9.0274031131142873</c:v>
                </c:pt>
                <c:pt idx="809">
                  <c:v>9.0281648459360291</c:v>
                </c:pt>
                <c:pt idx="810">
                  <c:v>9.0267250515222095</c:v>
                </c:pt>
                <c:pt idx="811">
                  <c:v>9.0251747775748541</c:v>
                </c:pt>
                <c:pt idx="812">
                  <c:v>9.025557319504717</c:v>
                </c:pt>
                <c:pt idx="813">
                  <c:v>9.0262663781981463</c:v>
                </c:pt>
                <c:pt idx="814">
                  <c:v>9.0250120427927545</c:v>
                </c:pt>
                <c:pt idx="815">
                  <c:v>9.0242514618903211</c:v>
                </c:pt>
                <c:pt idx="816">
                  <c:v>9.0260150503493453</c:v>
                </c:pt>
                <c:pt idx="817">
                  <c:v>9.0290971675351432</c:v>
                </c:pt>
                <c:pt idx="818">
                  <c:v>9.0293667166529836</c:v>
                </c:pt>
                <c:pt idx="819">
                  <c:v>9.0273061424526251</c:v>
                </c:pt>
                <c:pt idx="820">
                  <c:v>9.0251809560511376</c:v>
                </c:pt>
                <c:pt idx="821">
                  <c:v>9.0252917497444827</c:v>
                </c:pt>
                <c:pt idx="822">
                  <c:v>9.0266322696580268</c:v>
                </c:pt>
                <c:pt idx="823">
                  <c:v>9.0270446567699345</c:v>
                </c:pt>
                <c:pt idx="824">
                  <c:v>9.0243735653368624</c:v>
                </c:pt>
                <c:pt idx="825">
                  <c:v>9.0232149439538905</c:v>
                </c:pt>
                <c:pt idx="826">
                  <c:v>9.0250339292595889</c:v>
                </c:pt>
                <c:pt idx="827">
                  <c:v>9.0243881214081068</c:v>
                </c:pt>
                <c:pt idx="828">
                  <c:v>9.018992845533905</c:v>
                </c:pt>
                <c:pt idx="829">
                  <c:v>9.0173076923076927</c:v>
                </c:pt>
                <c:pt idx="830">
                  <c:v>9.0161328393344835</c:v>
                </c:pt>
                <c:pt idx="831">
                  <c:v>9.013746271970243</c:v>
                </c:pt>
                <c:pt idx="832">
                  <c:v>9.0127829532697756</c:v>
                </c:pt>
                <c:pt idx="833">
                  <c:v>9.0140950940803908</c:v>
                </c:pt>
                <c:pt idx="834">
                  <c:v>9.0152772774491901</c:v>
                </c:pt>
                <c:pt idx="835">
                  <c:v>9.0142055736139266</c:v>
                </c:pt>
                <c:pt idx="836">
                  <c:v>9.0127835815893977</c:v>
                </c:pt>
                <c:pt idx="837">
                  <c:v>9.013626786522126</c:v>
                </c:pt>
                <c:pt idx="838">
                  <c:v>9.0159152313053976</c:v>
                </c:pt>
                <c:pt idx="839">
                  <c:v>9.0167325704136854</c:v>
                </c:pt>
                <c:pt idx="840">
                  <c:v>9.0166077442487804</c:v>
                </c:pt>
                <c:pt idx="841">
                  <c:v>9.0174456084647225</c:v>
                </c:pt>
                <c:pt idx="842">
                  <c:v>9.019298732469883</c:v>
                </c:pt>
                <c:pt idx="843">
                  <c:v>9.0226902970695164</c:v>
                </c:pt>
                <c:pt idx="844">
                  <c:v>9.0241797287334755</c:v>
                </c:pt>
                <c:pt idx="845">
                  <c:v>9.0232647906439016</c:v>
                </c:pt>
                <c:pt idx="846">
                  <c:v>9.0208365447447338</c:v>
                </c:pt>
                <c:pt idx="847">
                  <c:v>9.0189974532111314</c:v>
                </c:pt>
                <c:pt idx="848">
                  <c:v>9.0169196002211685</c:v>
                </c:pt>
                <c:pt idx="849">
                  <c:v>9.0159382696915369</c:v>
                </c:pt>
                <c:pt idx="850">
                  <c:v>9.0154503795050509</c:v>
                </c:pt>
                <c:pt idx="851">
                  <c:v>9.0149230099023168</c:v>
                </c:pt>
                <c:pt idx="852">
                  <c:v>9.0171300872945395</c:v>
                </c:pt>
                <c:pt idx="853">
                  <c:v>9.01990349010606</c:v>
                </c:pt>
                <c:pt idx="854">
                  <c:v>9.0196938407921845</c:v>
                </c:pt>
                <c:pt idx="855">
                  <c:v>9.0195080676239456</c:v>
                </c:pt>
                <c:pt idx="856">
                  <c:v>9.0182162424811079</c:v>
                </c:pt>
                <c:pt idx="857">
                  <c:v>9.0175774508654047</c:v>
                </c:pt>
                <c:pt idx="858">
                  <c:v>9.0181303721327684</c:v>
                </c:pt>
                <c:pt idx="859">
                  <c:v>9.0165674270730367</c:v>
                </c:pt>
                <c:pt idx="860">
                  <c:v>9.0203632106294922</c:v>
                </c:pt>
                <c:pt idx="861">
                  <c:v>9.0232718068796807</c:v>
                </c:pt>
                <c:pt idx="862">
                  <c:v>9.0237836779317391</c:v>
                </c:pt>
                <c:pt idx="863">
                  <c:v>9.0223860856525313</c:v>
                </c:pt>
                <c:pt idx="864">
                  <c:v>9.020093556791716</c:v>
                </c:pt>
                <c:pt idx="865">
                  <c:v>9.0191527528777033</c:v>
                </c:pt>
                <c:pt idx="866">
                  <c:v>9.0177260484560087</c:v>
                </c:pt>
                <c:pt idx="867">
                  <c:v>9.0144511418661928</c:v>
                </c:pt>
                <c:pt idx="868">
                  <c:v>9.0146073840121979</c:v>
                </c:pt>
                <c:pt idx="869">
                  <c:v>9.0179925606956761</c:v>
                </c:pt>
                <c:pt idx="870">
                  <c:v>9.0199638087897718</c:v>
                </c:pt>
                <c:pt idx="871">
                  <c:v>9.0208596878508125</c:v>
                </c:pt>
                <c:pt idx="872">
                  <c:v>9.0209977087277782</c:v>
                </c:pt>
                <c:pt idx="873">
                  <c:v>9.021241392021178</c:v>
                </c:pt>
                <c:pt idx="874">
                  <c:v>9.0197020089472719</c:v>
                </c:pt>
                <c:pt idx="875">
                  <c:v>9.0190040505671636</c:v>
                </c:pt>
                <c:pt idx="876">
                  <c:v>9.0204537933749975</c:v>
                </c:pt>
                <c:pt idx="877">
                  <c:v>9.019206369485449</c:v>
                </c:pt>
                <c:pt idx="878">
                  <c:v>9.0190806008411109</c:v>
                </c:pt>
                <c:pt idx="879">
                  <c:v>9.0189915888946608</c:v>
                </c:pt>
                <c:pt idx="880">
                  <c:v>9.0190604946132069</c:v>
                </c:pt>
                <c:pt idx="881">
                  <c:v>9.0188770252835813</c:v>
                </c:pt>
                <c:pt idx="882">
                  <c:v>9.018814193321381</c:v>
                </c:pt>
                <c:pt idx="883">
                  <c:v>9.018999547609873</c:v>
                </c:pt>
                <c:pt idx="884">
                  <c:v>9.0167706884707535</c:v>
                </c:pt>
                <c:pt idx="885">
                  <c:v>9.0143782567900406</c:v>
                </c:pt>
                <c:pt idx="886">
                  <c:v>9.0146562882227776</c:v>
                </c:pt>
                <c:pt idx="887">
                  <c:v>9.0168990751135158</c:v>
                </c:pt>
                <c:pt idx="888">
                  <c:v>9.0184737488061923</c:v>
                </c:pt>
                <c:pt idx="889">
                  <c:v>9.0176980882328301</c:v>
                </c:pt>
                <c:pt idx="890">
                  <c:v>9.01437511519193</c:v>
                </c:pt>
                <c:pt idx="891">
                  <c:v>9.0150899334818959</c:v>
                </c:pt>
                <c:pt idx="892">
                  <c:v>9.0200688428865838</c:v>
                </c:pt>
                <c:pt idx="893">
                  <c:v>9.0220239641103834</c:v>
                </c:pt>
                <c:pt idx="894">
                  <c:v>9.0230383861401062</c:v>
                </c:pt>
                <c:pt idx="895">
                  <c:v>9.025493021463399</c:v>
                </c:pt>
                <c:pt idx="896">
                  <c:v>9.026144274751605</c:v>
                </c:pt>
                <c:pt idx="897">
                  <c:v>9.0256263299432007</c:v>
                </c:pt>
                <c:pt idx="898">
                  <c:v>9.0252258809041095</c:v>
                </c:pt>
                <c:pt idx="899">
                  <c:v>9.0231160883333619</c:v>
                </c:pt>
                <c:pt idx="900">
                  <c:v>9.0225799222559182</c:v>
                </c:pt>
                <c:pt idx="901">
                  <c:v>9.0219766306988589</c:v>
                </c:pt>
                <c:pt idx="902">
                  <c:v>9.0206275237504823</c:v>
                </c:pt>
                <c:pt idx="903">
                  <c:v>9.0211073505018184</c:v>
                </c:pt>
                <c:pt idx="904">
                  <c:v>9.022683699713486</c:v>
                </c:pt>
                <c:pt idx="905">
                  <c:v>9.0242445503744779</c:v>
                </c:pt>
                <c:pt idx="906">
                  <c:v>9.0255954375617851</c:v>
                </c:pt>
                <c:pt idx="907">
                  <c:v>9.0268736491128134</c:v>
                </c:pt>
                <c:pt idx="908">
                  <c:v>9.0254379387765358</c:v>
                </c:pt>
                <c:pt idx="909">
                  <c:v>9.0242248630263227</c:v>
                </c:pt>
                <c:pt idx="910">
                  <c:v>9.0214990030662001</c:v>
                </c:pt>
                <c:pt idx="911">
                  <c:v>9.0178232285575461</c:v>
                </c:pt>
                <c:pt idx="912">
                  <c:v>9.0187215161771359</c:v>
                </c:pt>
                <c:pt idx="913">
                  <c:v>9.023239553139085</c:v>
                </c:pt>
                <c:pt idx="914">
                  <c:v>9.0253153117303082</c:v>
                </c:pt>
                <c:pt idx="915">
                  <c:v>9.0272883400633344</c:v>
                </c:pt>
                <c:pt idx="916">
                  <c:v>9.0272505361660773</c:v>
                </c:pt>
                <c:pt idx="917">
                  <c:v>9.0254786748320299</c:v>
                </c:pt>
                <c:pt idx="918">
                  <c:v>9.0252669311194147</c:v>
                </c:pt>
                <c:pt idx="919">
                  <c:v>9.0224634736859741</c:v>
                </c:pt>
                <c:pt idx="920">
                  <c:v>9.0168723715295815</c:v>
                </c:pt>
                <c:pt idx="921">
                  <c:v>9.0160504247440638</c:v>
                </c:pt>
                <c:pt idx="922">
                  <c:v>9.0175484434428572</c:v>
                </c:pt>
                <c:pt idx="923">
                  <c:v>9.0170210738401213</c:v>
                </c:pt>
                <c:pt idx="924">
                  <c:v>9.0191147395405729</c:v>
                </c:pt>
                <c:pt idx="925">
                  <c:v>9.0211462015984445</c:v>
                </c:pt>
                <c:pt idx="926">
                  <c:v>9.0224210621114889</c:v>
                </c:pt>
                <c:pt idx="927">
                  <c:v>9.0220126543571872</c:v>
                </c:pt>
                <c:pt idx="928">
                  <c:v>9.0218299180671213</c:v>
                </c:pt>
                <c:pt idx="929">
                  <c:v>9.0241656962619174</c:v>
                </c:pt>
                <c:pt idx="930">
                  <c:v>9.0245682396997466</c:v>
                </c:pt>
                <c:pt idx="931">
                  <c:v>9.020718315935861</c:v>
                </c:pt>
                <c:pt idx="932">
                  <c:v>9.0180386374679564</c:v>
                </c:pt>
                <c:pt idx="933">
                  <c:v>9.0163645845550651</c:v>
                </c:pt>
                <c:pt idx="934">
                  <c:v>9.0184034817284662</c:v>
                </c:pt>
                <c:pt idx="935">
                  <c:v>9.0203108506609926</c:v>
                </c:pt>
                <c:pt idx="936">
                  <c:v>9.0201431940418537</c:v>
                </c:pt>
                <c:pt idx="937">
                  <c:v>9.0213784704187123</c:v>
                </c:pt>
                <c:pt idx="938">
                  <c:v>9.0218279283883192</c:v>
                </c:pt>
                <c:pt idx="939">
                  <c:v>9.0224705946416908</c:v>
                </c:pt>
                <c:pt idx="940">
                  <c:v>9.0221475336360442</c:v>
                </c:pt>
                <c:pt idx="941">
                  <c:v>9.0189682363487087</c:v>
                </c:pt>
                <c:pt idx="942">
                  <c:v>9.0179847067003998</c:v>
                </c:pt>
                <c:pt idx="943">
                  <c:v>9.0182865095588358</c:v>
                </c:pt>
                <c:pt idx="944">
                  <c:v>9.0189451979625694</c:v>
                </c:pt>
                <c:pt idx="945">
                  <c:v>9.0212742740813976</c:v>
                </c:pt>
                <c:pt idx="946">
                  <c:v>9.0227608783070554</c:v>
                </c:pt>
                <c:pt idx="947">
                  <c:v>9.0237257678065781</c:v>
                </c:pt>
                <c:pt idx="948">
                  <c:v>9.0248654348809545</c:v>
                </c:pt>
                <c:pt idx="949">
                  <c:v>9.0236903724678719</c:v>
                </c:pt>
                <c:pt idx="950">
                  <c:v>9.0214570103714617</c:v>
                </c:pt>
                <c:pt idx="951">
                  <c:v>9.0210129978385805</c:v>
                </c:pt>
                <c:pt idx="952">
                  <c:v>9.0192220774759981</c:v>
                </c:pt>
                <c:pt idx="953">
                  <c:v>9.0167160246636389</c:v>
                </c:pt>
                <c:pt idx="954">
                  <c:v>9.0162554663807111</c:v>
                </c:pt>
                <c:pt idx="955">
                  <c:v>9.0172633957743411</c:v>
                </c:pt>
                <c:pt idx="956">
                  <c:v>9.0184747960055631</c:v>
                </c:pt>
                <c:pt idx="957">
                  <c:v>9.0175959862942552</c:v>
                </c:pt>
                <c:pt idx="958">
                  <c:v>9.017801865690398</c:v>
                </c:pt>
                <c:pt idx="959">
                  <c:v>9.0182336259906499</c:v>
                </c:pt>
                <c:pt idx="960">
                  <c:v>9.0181665005110325</c:v>
                </c:pt>
                <c:pt idx="961">
                  <c:v>9.0172551228993179</c:v>
                </c:pt>
                <c:pt idx="962">
                  <c:v>9.0153972864969916</c:v>
                </c:pt>
                <c:pt idx="963">
                  <c:v>9.0163800831057426</c:v>
                </c:pt>
                <c:pt idx="964">
                  <c:v>9.0184112310038032</c:v>
                </c:pt>
                <c:pt idx="965">
                  <c:v>9.0181145594222816</c:v>
                </c:pt>
                <c:pt idx="966">
                  <c:v>9.0174098989662053</c:v>
                </c:pt>
                <c:pt idx="967">
                  <c:v>9.0195258700132364</c:v>
                </c:pt>
                <c:pt idx="968">
                  <c:v>9.023307830538009</c:v>
                </c:pt>
                <c:pt idx="969">
                  <c:v>9.0255897826851861</c:v>
                </c:pt>
                <c:pt idx="970">
                  <c:v>9.0242780607543178</c:v>
                </c:pt>
                <c:pt idx="971">
                  <c:v>9.0215901094113899</c:v>
                </c:pt>
                <c:pt idx="972">
                  <c:v>9.0205122270998448</c:v>
                </c:pt>
                <c:pt idx="973">
                  <c:v>9.0185315542114175</c:v>
                </c:pt>
                <c:pt idx="974">
                  <c:v>9.0196500678585192</c:v>
                </c:pt>
                <c:pt idx="975">
                  <c:v>9.0195393788851099</c:v>
                </c:pt>
                <c:pt idx="976">
                  <c:v>9.0186793140425241</c:v>
                </c:pt>
                <c:pt idx="977">
                  <c:v>9.0173151274232186</c:v>
                </c:pt>
                <c:pt idx="978">
                  <c:v>9.0170269381565937</c:v>
                </c:pt>
                <c:pt idx="979">
                  <c:v>9.0205369410049769</c:v>
                </c:pt>
                <c:pt idx="980">
                  <c:v>9.0237419993968135</c:v>
                </c:pt>
                <c:pt idx="981">
                  <c:v>9.022213507196355</c:v>
                </c:pt>
                <c:pt idx="982">
                  <c:v>9.0199581539131746</c:v>
                </c:pt>
                <c:pt idx="983">
                  <c:v>9.0182335212707141</c:v>
                </c:pt>
                <c:pt idx="984">
                  <c:v>9.0189703307474485</c:v>
                </c:pt>
                <c:pt idx="985">
                  <c:v>9.023056502689208</c:v>
                </c:pt>
                <c:pt idx="986">
                  <c:v>9.0240988849421111</c:v>
                </c:pt>
                <c:pt idx="987">
                  <c:v>9.0213437033996282</c:v>
                </c:pt>
                <c:pt idx="988">
                  <c:v>9.0197619087512351</c:v>
                </c:pt>
                <c:pt idx="989">
                  <c:v>9.019099659869644</c:v>
                </c:pt>
                <c:pt idx="990">
                  <c:v>9.0181727837072536</c:v>
                </c:pt>
                <c:pt idx="991">
                  <c:v>9.0193385260459422</c:v>
                </c:pt>
                <c:pt idx="992">
                  <c:v>9.0196418997034336</c:v>
                </c:pt>
                <c:pt idx="993">
                  <c:v>9.0186395204664649</c:v>
                </c:pt>
                <c:pt idx="994">
                  <c:v>9.0179613541544494</c:v>
                </c:pt>
                <c:pt idx="995">
                  <c:v>9.0202278077509508</c:v>
                </c:pt>
                <c:pt idx="996">
                  <c:v>9.0223042993817337</c:v>
                </c:pt>
                <c:pt idx="997">
                  <c:v>9.0185134376623157</c:v>
                </c:pt>
                <c:pt idx="998">
                  <c:v>9.0148064566124351</c:v>
                </c:pt>
                <c:pt idx="999">
                  <c:v>9.0137640743595338</c:v>
                </c:pt>
                <c:pt idx="1000">
                  <c:v>9.0142336385570427</c:v>
                </c:pt>
                <c:pt idx="1001">
                  <c:v>9.0175678166312014</c:v>
                </c:pt>
                <c:pt idx="1002">
                  <c:v>9.0199134385000761</c:v>
                </c:pt>
                <c:pt idx="1003">
                  <c:v>9.0235370624801039</c:v>
                </c:pt>
                <c:pt idx="1004">
                  <c:v>9.0252720623963274</c:v>
                </c:pt>
                <c:pt idx="1005">
                  <c:v>9.021855469731749</c:v>
                </c:pt>
                <c:pt idx="1006">
                  <c:v>9.0197642125898501</c:v>
                </c:pt>
                <c:pt idx="1007">
                  <c:v>9.0212972077475992</c:v>
                </c:pt>
                <c:pt idx="1008">
                  <c:v>9.0221210394919833</c:v>
                </c:pt>
                <c:pt idx="1009">
                  <c:v>9.0205617596300449</c:v>
                </c:pt>
                <c:pt idx="1010">
                  <c:v>9.0204901311931369</c:v>
                </c:pt>
                <c:pt idx="1011">
                  <c:v>9.0212692475244207</c:v>
                </c:pt>
                <c:pt idx="1012">
                  <c:v>9.0205097138213564</c:v>
                </c:pt>
                <c:pt idx="1013">
                  <c:v>9.0219389315215395</c:v>
                </c:pt>
                <c:pt idx="1014">
                  <c:v>9.0215569131913611</c:v>
                </c:pt>
                <c:pt idx="1015">
                  <c:v>9.0199169989779335</c:v>
                </c:pt>
                <c:pt idx="1016">
                  <c:v>9.0231112712162584</c:v>
                </c:pt>
                <c:pt idx="1017">
                  <c:v>9.0261360018765817</c:v>
                </c:pt>
                <c:pt idx="1018">
                  <c:v>9.0247823919709127</c:v>
                </c:pt>
                <c:pt idx="1019">
                  <c:v>9.0242831920312323</c:v>
                </c:pt>
                <c:pt idx="1020">
                  <c:v>9.0231761975772002</c:v>
                </c:pt>
                <c:pt idx="1021">
                  <c:v>9.0207305681684904</c:v>
                </c:pt>
                <c:pt idx="1022">
                  <c:v>9.0191080374646049</c:v>
                </c:pt>
                <c:pt idx="1023">
                  <c:v>9.0180673307306947</c:v>
                </c:pt>
                <c:pt idx="1024">
                  <c:v>9.0178570530971971</c:v>
                </c:pt>
                <c:pt idx="1025">
                  <c:v>9.0189903322554166</c:v>
                </c:pt>
                <c:pt idx="1026">
                  <c:v>9.0216670785650859</c:v>
                </c:pt>
                <c:pt idx="1027">
                  <c:v>9.0219580952700102</c:v>
                </c:pt>
                <c:pt idx="1028">
                  <c:v>9.0208875433540534</c:v>
                </c:pt>
                <c:pt idx="1029">
                  <c:v>9.0170271475964672</c:v>
                </c:pt>
                <c:pt idx="1030">
                  <c:v>9.0150129643282</c:v>
                </c:pt>
                <c:pt idx="1031">
                  <c:v>9.0154041980128348</c:v>
                </c:pt>
                <c:pt idx="1032">
                  <c:v>9.0157344846941339</c:v>
                </c:pt>
                <c:pt idx="1033">
                  <c:v>9.0166859700417206</c:v>
                </c:pt>
                <c:pt idx="1034">
                  <c:v>9.0204103346011433</c:v>
                </c:pt>
                <c:pt idx="1035">
                  <c:v>9.0229371219610268</c:v>
                </c:pt>
                <c:pt idx="1036">
                  <c:v>9.0255285215220411</c:v>
                </c:pt>
                <c:pt idx="1037">
                  <c:v>9.0243888544476647</c:v>
                </c:pt>
                <c:pt idx="1038">
                  <c:v>9.024105272858268</c:v>
                </c:pt>
                <c:pt idx="1039">
                  <c:v>9.0225723824204547</c:v>
                </c:pt>
                <c:pt idx="1040">
                  <c:v>9.0197830621785098</c:v>
                </c:pt>
                <c:pt idx="1041">
                  <c:v>9.0209480714776404</c:v>
                </c:pt>
                <c:pt idx="1042">
                  <c:v>9.0230046663203929</c:v>
                </c:pt>
                <c:pt idx="1043">
                  <c:v>9.0219151600958405</c:v>
                </c:pt>
                <c:pt idx="1044">
                  <c:v>9.0220484685756421</c:v>
                </c:pt>
                <c:pt idx="1045">
                  <c:v>9.0235748663773609</c:v>
                </c:pt>
                <c:pt idx="1046">
                  <c:v>9.0237861912102275</c:v>
                </c:pt>
                <c:pt idx="1047">
                  <c:v>9.0245947338438075</c:v>
                </c:pt>
                <c:pt idx="1048">
                  <c:v>9.0255582619841501</c:v>
                </c:pt>
                <c:pt idx="1049">
                  <c:v>9.0226949047467446</c:v>
                </c:pt>
                <c:pt idx="1050">
                  <c:v>9.021298987986528</c:v>
                </c:pt>
                <c:pt idx="1051">
                  <c:v>9.0216159752358287</c:v>
                </c:pt>
                <c:pt idx="1052">
                  <c:v>9.0202062354439292</c:v>
                </c:pt>
                <c:pt idx="1053">
                  <c:v>9.0215847686946038</c:v>
                </c:pt>
                <c:pt idx="1054">
                  <c:v>9.0242215119883387</c:v>
                </c:pt>
                <c:pt idx="1055">
                  <c:v>9.024322462007607</c:v>
                </c:pt>
                <c:pt idx="1056">
                  <c:v>9.0206926595512957</c:v>
                </c:pt>
                <c:pt idx="1057">
                  <c:v>9.0181119414238555</c:v>
                </c:pt>
                <c:pt idx="1058">
                  <c:v>9.0173105197459922</c:v>
                </c:pt>
                <c:pt idx="1059">
                  <c:v>9.0186554378968893</c:v>
                </c:pt>
                <c:pt idx="1060">
                  <c:v>9.019476128043161</c:v>
                </c:pt>
                <c:pt idx="1061">
                  <c:v>9.016590465459176</c:v>
                </c:pt>
                <c:pt idx="1062">
                  <c:v>9.0151895221419842</c:v>
                </c:pt>
                <c:pt idx="1063">
                  <c:v>9.0155555183218006</c:v>
                </c:pt>
                <c:pt idx="1064">
                  <c:v>9.0158909362800124</c:v>
                </c:pt>
                <c:pt idx="1065">
                  <c:v>9.0173407838077839</c:v>
                </c:pt>
                <c:pt idx="1066">
                  <c:v>9.017258055057555</c:v>
                </c:pt>
                <c:pt idx="1067">
                  <c:v>9.0152567523415374</c:v>
                </c:pt>
                <c:pt idx="1068">
                  <c:v>9.0165897324196163</c:v>
                </c:pt>
                <c:pt idx="1069">
                  <c:v>9.0192002957291013</c:v>
                </c:pt>
                <c:pt idx="1070">
                  <c:v>9.0180029279694391</c:v>
                </c:pt>
                <c:pt idx="1071">
                  <c:v>9.0176541058592896</c:v>
                </c:pt>
                <c:pt idx="1072">
                  <c:v>9.0192668976090342</c:v>
                </c:pt>
                <c:pt idx="1073">
                  <c:v>9.0210221084730993</c:v>
                </c:pt>
                <c:pt idx="1074">
                  <c:v>9.0210737354020409</c:v>
                </c:pt>
                <c:pt idx="1075">
                  <c:v>9.0182629475730103</c:v>
                </c:pt>
                <c:pt idx="1076">
                  <c:v>9.0188692760082443</c:v>
                </c:pt>
                <c:pt idx="1077">
                  <c:v>9.0221820912152531</c:v>
                </c:pt>
                <c:pt idx="1078">
                  <c:v>9.0220852252735284</c:v>
                </c:pt>
                <c:pt idx="1079">
                  <c:v>9.0219433297588925</c:v>
                </c:pt>
                <c:pt idx="1080">
                  <c:v>9.0189275002932163</c:v>
                </c:pt>
                <c:pt idx="1081">
                  <c:v>9.0140587562622514</c:v>
                </c:pt>
                <c:pt idx="1082">
                  <c:v>9.013412948410771</c:v>
                </c:pt>
                <c:pt idx="1083">
                  <c:v>9.0162873012415599</c:v>
                </c:pt>
                <c:pt idx="1084">
                  <c:v>9.0170781462057867</c:v>
                </c:pt>
                <c:pt idx="1085">
                  <c:v>9.0163445830470987</c:v>
                </c:pt>
                <c:pt idx="1086">
                  <c:v>9.0154642025367355</c:v>
                </c:pt>
                <c:pt idx="1087">
                  <c:v>9.0133461370909647</c:v>
                </c:pt>
                <c:pt idx="1088">
                  <c:v>9.0125774927533797</c:v>
                </c:pt>
                <c:pt idx="1089">
                  <c:v>9.0150267873598846</c:v>
                </c:pt>
                <c:pt idx="1090">
                  <c:v>9.0182083884858333</c:v>
                </c:pt>
                <c:pt idx="1091">
                  <c:v>9.019513617780607</c:v>
                </c:pt>
                <c:pt idx="1092">
                  <c:v>9.0180845048003615</c:v>
                </c:pt>
                <c:pt idx="1093">
                  <c:v>9.0188872878374085</c:v>
                </c:pt>
                <c:pt idx="1094">
                  <c:v>9.0221341294841082</c:v>
                </c:pt>
                <c:pt idx="1095">
                  <c:v>9.0239415955967353</c:v>
                </c:pt>
                <c:pt idx="1096">
                  <c:v>9.0254020198381451</c:v>
                </c:pt>
                <c:pt idx="1097">
                  <c:v>9.0243114664142219</c:v>
                </c:pt>
                <c:pt idx="1098">
                  <c:v>9.0200320861886976</c:v>
                </c:pt>
                <c:pt idx="1099">
                  <c:v>9.0173572248378928</c:v>
                </c:pt>
                <c:pt idx="1100">
                  <c:v>9.0168427357874101</c:v>
                </c:pt>
                <c:pt idx="1101">
                  <c:v>9.0182718487676556</c:v>
                </c:pt>
                <c:pt idx="1102">
                  <c:v>9.0169827463431798</c:v>
                </c:pt>
                <c:pt idx="1103">
                  <c:v>9.0155967779769792</c:v>
                </c:pt>
                <c:pt idx="1104">
                  <c:v>9.0161271844578863</c:v>
                </c:pt>
                <c:pt idx="1105">
                  <c:v>9.0186347033493632</c:v>
                </c:pt>
                <c:pt idx="1106">
                  <c:v>9.0214617227686276</c:v>
                </c:pt>
                <c:pt idx="1107">
                  <c:v>9.021631264346631</c:v>
                </c:pt>
                <c:pt idx="1108">
                  <c:v>9.0192771601628596</c:v>
                </c:pt>
                <c:pt idx="1109">
                  <c:v>9.0196140442001909</c:v>
                </c:pt>
                <c:pt idx="1110">
                  <c:v>9.0181616833939309</c:v>
                </c:pt>
                <c:pt idx="1111">
                  <c:v>9.0157818181056584</c:v>
                </c:pt>
                <c:pt idx="1112">
                  <c:v>9.0167167577031986</c:v>
                </c:pt>
                <c:pt idx="1113">
                  <c:v>9.0166642930147614</c:v>
                </c:pt>
                <c:pt idx="1114">
                  <c:v>9.013732239498685</c:v>
                </c:pt>
                <c:pt idx="1115">
                  <c:v>9.0115782551145216</c:v>
                </c:pt>
                <c:pt idx="1116">
                  <c:v>9.0137326583784319</c:v>
                </c:pt>
                <c:pt idx="1117">
                  <c:v>9.0161326298946101</c:v>
                </c:pt>
                <c:pt idx="1118">
                  <c:v>9.015911461387665</c:v>
                </c:pt>
                <c:pt idx="1119">
                  <c:v>9.014699328116885</c:v>
                </c:pt>
                <c:pt idx="1120">
                  <c:v>9.0157542767622267</c:v>
                </c:pt>
                <c:pt idx="1121">
                  <c:v>9.015596568537104</c:v>
                </c:pt>
                <c:pt idx="1122">
                  <c:v>9.0164513973828395</c:v>
                </c:pt>
                <c:pt idx="1123">
                  <c:v>9.0198958455506588</c:v>
                </c:pt>
                <c:pt idx="1124">
                  <c:v>9.021200237085937</c:v>
                </c:pt>
                <c:pt idx="1125">
                  <c:v>9.0213533376338315</c:v>
                </c:pt>
                <c:pt idx="1126">
                  <c:v>9.0224582376891238</c:v>
                </c:pt>
                <c:pt idx="1127">
                  <c:v>9.0230623670056804</c:v>
                </c:pt>
                <c:pt idx="1128">
                  <c:v>9.0235767513362273</c:v>
                </c:pt>
                <c:pt idx="1129">
                  <c:v>9.0243646641422188</c:v>
                </c:pt>
                <c:pt idx="1130">
                  <c:v>9.0240285131444473</c:v>
                </c:pt>
                <c:pt idx="1131">
                  <c:v>9.0201330362079659</c:v>
                </c:pt>
                <c:pt idx="1132">
                  <c:v>9.0174001600120643</c:v>
                </c:pt>
                <c:pt idx="1133">
                  <c:v>9.0184200274785109</c:v>
                </c:pt>
                <c:pt idx="1134">
                  <c:v>9.0210863017944813</c:v>
                </c:pt>
                <c:pt idx="1135">
                  <c:v>9.0215841403749817</c:v>
                </c:pt>
                <c:pt idx="1136">
                  <c:v>9.0191929653335112</c:v>
                </c:pt>
                <c:pt idx="1137">
                  <c:v>9.0184985674312621</c:v>
                </c:pt>
                <c:pt idx="1138">
                  <c:v>9.0166595806175955</c:v>
                </c:pt>
                <c:pt idx="1139">
                  <c:v>9.0164792528860822</c:v>
                </c:pt>
                <c:pt idx="1140">
                  <c:v>9.0174485406229579</c:v>
                </c:pt>
                <c:pt idx="1141">
                  <c:v>9.0182174991203521</c:v>
                </c:pt>
                <c:pt idx="1142">
                  <c:v>9.0201272766114311</c:v>
                </c:pt>
                <c:pt idx="1143">
                  <c:v>9.0194194745572442</c:v>
                </c:pt>
                <c:pt idx="1144">
                  <c:v>9.0208368589045449</c:v>
                </c:pt>
                <c:pt idx="1145">
                  <c:v>9.0232630104049729</c:v>
                </c:pt>
                <c:pt idx="1146">
                  <c:v>9.0231767211768847</c:v>
                </c:pt>
                <c:pt idx="1147">
                  <c:v>9.0204040514049222</c:v>
                </c:pt>
                <c:pt idx="1148">
                  <c:v>9.0191921275740157</c:v>
                </c:pt>
                <c:pt idx="1149">
                  <c:v>9.018419294438953</c:v>
                </c:pt>
                <c:pt idx="1150">
                  <c:v>9.0163103396276991</c:v>
                </c:pt>
                <c:pt idx="1151">
                  <c:v>9.0166607325369039</c:v>
                </c:pt>
                <c:pt idx="1152">
                  <c:v>9.0190180830387217</c:v>
                </c:pt>
                <c:pt idx="1153">
                  <c:v>9.0178722374880618</c:v>
                </c:pt>
                <c:pt idx="1154">
                  <c:v>9.0174063384883461</c:v>
                </c:pt>
                <c:pt idx="1155">
                  <c:v>9.014912852068429</c:v>
                </c:pt>
                <c:pt idx="1156">
                  <c:v>9.014151223966623</c:v>
                </c:pt>
                <c:pt idx="1157">
                  <c:v>9.0177340071712209</c:v>
                </c:pt>
                <c:pt idx="1158">
                  <c:v>9.0207402024026937</c:v>
                </c:pt>
                <c:pt idx="1159">
                  <c:v>9.022021764991706</c:v>
                </c:pt>
                <c:pt idx="1160">
                  <c:v>9.0220078372400856</c:v>
                </c:pt>
                <c:pt idx="1161">
                  <c:v>9.0217980832062725</c:v>
                </c:pt>
                <c:pt idx="1162">
                  <c:v>9.0199817158990001</c:v>
                </c:pt>
                <c:pt idx="1163">
                  <c:v>9.0183567766365638</c:v>
                </c:pt>
                <c:pt idx="1164">
                  <c:v>9.0178444867047567</c:v>
                </c:pt>
                <c:pt idx="1165">
                  <c:v>9.0194945587520738</c:v>
                </c:pt>
                <c:pt idx="1166">
                  <c:v>9.0211051513831411</c:v>
                </c:pt>
                <c:pt idx="1167">
                  <c:v>9.0234756965970213</c:v>
                </c:pt>
                <c:pt idx="1168">
                  <c:v>9.0253066199755381</c:v>
                </c:pt>
                <c:pt idx="1169">
                  <c:v>9.0249809409714654</c:v>
                </c:pt>
                <c:pt idx="1170">
                  <c:v>9.0237804316136927</c:v>
                </c:pt>
                <c:pt idx="1171">
                  <c:v>9.0212432769800444</c:v>
                </c:pt>
                <c:pt idx="1172">
                  <c:v>9.0205999824070506</c:v>
                </c:pt>
                <c:pt idx="1173">
                  <c:v>9.020915084697485</c:v>
                </c:pt>
                <c:pt idx="1174">
                  <c:v>9.020524898212221</c:v>
                </c:pt>
                <c:pt idx="1175">
                  <c:v>9.0173509416416735</c:v>
                </c:pt>
                <c:pt idx="1176">
                  <c:v>9.0138171673675913</c:v>
                </c:pt>
                <c:pt idx="1177">
                  <c:v>9.0129843297086278</c:v>
                </c:pt>
                <c:pt idx="1178">
                  <c:v>9.0156298694770705</c:v>
                </c:pt>
                <c:pt idx="1179">
                  <c:v>9.0195234614546855</c:v>
                </c:pt>
                <c:pt idx="1180">
                  <c:v>9.0203584982323282</c:v>
                </c:pt>
                <c:pt idx="1181">
                  <c:v>9.0195556104753454</c:v>
                </c:pt>
                <c:pt idx="1182">
                  <c:v>9.0189157716602715</c:v>
                </c:pt>
                <c:pt idx="1183">
                  <c:v>9.0180273277147602</c:v>
                </c:pt>
                <c:pt idx="1184">
                  <c:v>9.0172986863931097</c:v>
                </c:pt>
                <c:pt idx="1185">
                  <c:v>9.0158007724142557</c:v>
                </c:pt>
                <c:pt idx="1186">
                  <c:v>9.0131927223832591</c:v>
                </c:pt>
                <c:pt idx="1187">
                  <c:v>9.0131541854464423</c:v>
                </c:pt>
                <c:pt idx="1188">
                  <c:v>9.0170391903892231</c:v>
                </c:pt>
                <c:pt idx="1189">
                  <c:v>9.0168809585644158</c:v>
                </c:pt>
                <c:pt idx="1190">
                  <c:v>9.0162452038268857</c:v>
                </c:pt>
                <c:pt idx="1191">
                  <c:v>9.0171645401538125</c:v>
                </c:pt>
                <c:pt idx="1192">
                  <c:v>9.0191502395992167</c:v>
                </c:pt>
                <c:pt idx="1193">
                  <c:v>9.0231783966958758</c:v>
                </c:pt>
                <c:pt idx="1194">
                  <c:v>9.0252114295528045</c:v>
                </c:pt>
                <c:pt idx="1195">
                  <c:v>9.024503208618869</c:v>
                </c:pt>
                <c:pt idx="1196">
                  <c:v>9.0249728775363174</c:v>
                </c:pt>
                <c:pt idx="1197">
                  <c:v>9.0263354933565676</c:v>
                </c:pt>
                <c:pt idx="1198">
                  <c:v>9.0253238987651425</c:v>
                </c:pt>
                <c:pt idx="1199">
                  <c:v>9.0272945185396178</c:v>
                </c:pt>
                <c:pt idx="1200">
                  <c:v>9.0287973543555111</c:v>
                </c:pt>
                <c:pt idx="1201">
                  <c:v>9.0288695063921054</c:v>
                </c:pt>
                <c:pt idx="1202">
                  <c:v>9.0284199437025627</c:v>
                </c:pt>
                <c:pt idx="1203">
                  <c:v>9.0272922147010028</c:v>
                </c:pt>
                <c:pt idx="1204">
                  <c:v>9.0274108623896243</c:v>
                </c:pt>
                <c:pt idx="1205">
                  <c:v>9.0282751160296897</c:v>
                </c:pt>
                <c:pt idx="1206">
                  <c:v>9.0264159182681833</c:v>
                </c:pt>
                <c:pt idx="1207">
                  <c:v>9.021380250657641</c:v>
                </c:pt>
                <c:pt idx="1208">
                  <c:v>9.018054240738568</c:v>
                </c:pt>
                <c:pt idx="1209">
                  <c:v>9.0183962560528119</c:v>
                </c:pt>
                <c:pt idx="1210">
                  <c:v>9.0203688655060912</c:v>
                </c:pt>
                <c:pt idx="1211">
                  <c:v>9.0235065889784369</c:v>
                </c:pt>
                <c:pt idx="1212">
                  <c:v>9.0250819957106714</c:v>
                </c:pt>
                <c:pt idx="1213">
                  <c:v>9.0243836184508144</c:v>
                </c:pt>
                <c:pt idx="1214">
                  <c:v>9.0229600556272302</c:v>
                </c:pt>
                <c:pt idx="1215">
                  <c:v>9.0209779166596853</c:v>
                </c:pt>
                <c:pt idx="1216">
                  <c:v>9.0203715882244531</c:v>
                </c:pt>
                <c:pt idx="1217">
                  <c:v>9.0228369049813182</c:v>
                </c:pt>
                <c:pt idx="1218">
                  <c:v>9.0256120880317674</c:v>
                </c:pt>
                <c:pt idx="1219">
                  <c:v>9.0271586967813278</c:v>
                </c:pt>
                <c:pt idx="1220">
                  <c:v>9.0286614278772852</c:v>
                </c:pt>
                <c:pt idx="1221">
                  <c:v>9.0301261456361104</c:v>
                </c:pt>
                <c:pt idx="1222">
                  <c:v>9.0328725307038855</c:v>
                </c:pt>
                <c:pt idx="1223">
                  <c:v>9.0347787477171053</c:v>
                </c:pt>
                <c:pt idx="1224">
                  <c:v>9.0357962066250028</c:v>
                </c:pt>
                <c:pt idx="1225">
                  <c:v>9.0383030971968559</c:v>
                </c:pt>
                <c:pt idx="1226">
                  <c:v>9.0446379203458278</c:v>
                </c:pt>
                <c:pt idx="1227">
                  <c:v>9.0506074803545395</c:v>
                </c:pt>
                <c:pt idx="1228">
                  <c:v>9.0567150612402187</c:v>
                </c:pt>
                <c:pt idx="1229">
                  <c:v>9.0609655387631314</c:v>
                </c:pt>
                <c:pt idx="1230">
                  <c:v>9.0632729378550003</c:v>
                </c:pt>
                <c:pt idx="1231">
                  <c:v>9.0624484777909959</c:v>
                </c:pt>
                <c:pt idx="1232">
                  <c:v>9.0610194695306863</c:v>
                </c:pt>
                <c:pt idx="1233">
                  <c:v>9.0612960348843057</c:v>
                </c:pt>
                <c:pt idx="1234">
                  <c:v>9.0592641539466854</c:v>
                </c:pt>
                <c:pt idx="1235">
                  <c:v>9.0544364601310257</c:v>
                </c:pt>
                <c:pt idx="1236">
                  <c:v>9.051268891476635</c:v>
                </c:pt>
                <c:pt idx="1237">
                  <c:v>9.0476708191612349</c:v>
                </c:pt>
                <c:pt idx="1238">
                  <c:v>9.0422101980463445</c:v>
                </c:pt>
                <c:pt idx="1239">
                  <c:v>9.0381207797865386</c:v>
                </c:pt>
                <c:pt idx="1240">
                  <c:v>9.037375697434781</c:v>
                </c:pt>
                <c:pt idx="1241">
                  <c:v>9.0374852344888836</c:v>
                </c:pt>
                <c:pt idx="1242">
                  <c:v>9.0365281989846356</c:v>
                </c:pt>
                <c:pt idx="1243">
                  <c:v>9.0335708032438049</c:v>
                </c:pt>
                <c:pt idx="1244">
                  <c:v>9.0274152606269791</c:v>
                </c:pt>
                <c:pt idx="1245">
                  <c:v>9.0246193430290038</c:v>
                </c:pt>
                <c:pt idx="1246">
                  <c:v>9.0245716954576682</c:v>
                </c:pt>
                <c:pt idx="1247">
                  <c:v>9.0248588375249241</c:v>
                </c:pt>
                <c:pt idx="1248">
                  <c:v>9.0253306008411105</c:v>
                </c:pt>
                <c:pt idx="1249">
                  <c:v>9.0256817267898732</c:v>
                </c:pt>
                <c:pt idx="1250">
                  <c:v>9.0254851674681227</c:v>
                </c:pt>
                <c:pt idx="1251">
                  <c:v>9.0287497067841755</c:v>
                </c:pt>
                <c:pt idx="1252">
                  <c:v>9.0306046110282665</c:v>
                </c:pt>
                <c:pt idx="1253">
                  <c:v>9.0288978854950326</c:v>
                </c:pt>
                <c:pt idx="1254">
                  <c:v>9.0291882738803348</c:v>
                </c:pt>
                <c:pt idx="1255">
                  <c:v>9.0287861493222525</c:v>
                </c:pt>
                <c:pt idx="1256">
                  <c:v>9.0245161938910581</c:v>
                </c:pt>
                <c:pt idx="1257">
                  <c:v>9.0221284746075092</c:v>
                </c:pt>
                <c:pt idx="1258">
                  <c:v>9.021917045054705</c:v>
                </c:pt>
                <c:pt idx="1259">
                  <c:v>9.0211859951745055</c:v>
                </c:pt>
                <c:pt idx="1260">
                  <c:v>9.0200881113549922</c:v>
                </c:pt>
                <c:pt idx="1261">
                  <c:v>9.0204910736725701</c:v>
                </c:pt>
                <c:pt idx="1262">
                  <c:v>9.022187431932041</c:v>
                </c:pt>
                <c:pt idx="1263">
                  <c:v>9.0214961756279006</c:v>
                </c:pt>
                <c:pt idx="1264">
                  <c:v>9.0191307616909331</c:v>
                </c:pt>
                <c:pt idx="1265">
                  <c:v>9.0184193991588888</c:v>
                </c:pt>
                <c:pt idx="1266">
                  <c:v>9.0181363411691766</c:v>
                </c:pt>
                <c:pt idx="1267">
                  <c:v>9.0199940728515653</c:v>
                </c:pt>
                <c:pt idx="1268">
                  <c:v>9.0207784251796994</c:v>
                </c:pt>
                <c:pt idx="1269">
                  <c:v>9.0204209113147797</c:v>
                </c:pt>
                <c:pt idx="1270">
                  <c:v>9.0208565462527019</c:v>
                </c:pt>
                <c:pt idx="1271">
                  <c:v>9.0218844771542983</c:v>
                </c:pt>
                <c:pt idx="1272">
                  <c:v>9.0212130129182508</c:v>
                </c:pt>
                <c:pt idx="1273">
                  <c:v>9.0232313849839993</c:v>
                </c:pt>
                <c:pt idx="1274">
                  <c:v>9.0250724661964039</c:v>
                </c:pt>
                <c:pt idx="1275">
                  <c:v>9.0230662416433489</c:v>
                </c:pt>
                <c:pt idx="1276">
                  <c:v>9.0223725767806577</c:v>
                </c:pt>
                <c:pt idx="1277">
                  <c:v>9.0242935593049953</c:v>
                </c:pt>
                <c:pt idx="1278">
                  <c:v>9.0245217440477195</c:v>
                </c:pt>
                <c:pt idx="1279">
                  <c:v>9.0222884866712469</c:v>
                </c:pt>
                <c:pt idx="1280">
                  <c:v>9.0215182715346085</c:v>
                </c:pt>
                <c:pt idx="1281">
                  <c:v>9.0237430465961825</c:v>
                </c:pt>
                <c:pt idx="1282">
                  <c:v>9.0240907167870255</c:v>
                </c:pt>
                <c:pt idx="1283">
                  <c:v>9.0234347511016537</c:v>
                </c:pt>
                <c:pt idx="1284">
                  <c:v>9.0264089020324043</c:v>
                </c:pt>
                <c:pt idx="1285">
                  <c:v>9.0271828870867754</c:v>
                </c:pt>
                <c:pt idx="1286">
                  <c:v>9.0232570413685647</c:v>
                </c:pt>
                <c:pt idx="1287">
                  <c:v>9.0213629718680366</c:v>
                </c:pt>
                <c:pt idx="1288">
                  <c:v>9.0232882479097896</c:v>
                </c:pt>
                <c:pt idx="1289">
                  <c:v>9.0247795645326132</c:v>
                </c:pt>
                <c:pt idx="1290">
                  <c:v>9.0242572214868559</c:v>
                </c:pt>
                <c:pt idx="1291">
                  <c:v>9.025409769113482</c:v>
                </c:pt>
                <c:pt idx="1292">
                  <c:v>9.0287515917430419</c:v>
                </c:pt>
                <c:pt idx="1293">
                  <c:v>9.0286550399611283</c:v>
                </c:pt>
                <c:pt idx="1294">
                  <c:v>9.0267106001709028</c:v>
                </c:pt>
                <c:pt idx="1295">
                  <c:v>9.0234781051555721</c:v>
                </c:pt>
                <c:pt idx="1296">
                  <c:v>9.0190208057570835</c:v>
                </c:pt>
                <c:pt idx="1297">
                  <c:v>9.0169229512591524</c:v>
                </c:pt>
                <c:pt idx="1298">
                  <c:v>9.0174087470468987</c:v>
                </c:pt>
                <c:pt idx="1299">
                  <c:v>9.0195497461588729</c:v>
                </c:pt>
                <c:pt idx="1300">
                  <c:v>9.021329042608448</c:v>
                </c:pt>
                <c:pt idx="1301">
                  <c:v>9.0205040589447574</c:v>
                </c:pt>
                <c:pt idx="1302">
                  <c:v>9.0212200291540299</c:v>
                </c:pt>
                <c:pt idx="1303">
                  <c:v>9.0202825762780012</c:v>
                </c:pt>
                <c:pt idx="1304">
                  <c:v>9.0176839510413345</c:v>
                </c:pt>
                <c:pt idx="1305">
                  <c:v>9.017626878675669</c:v>
                </c:pt>
                <c:pt idx="1306">
                  <c:v>9.0202351381465409</c:v>
                </c:pt>
                <c:pt idx="1307">
                  <c:v>9.0235409371177724</c:v>
                </c:pt>
                <c:pt idx="1308">
                  <c:v>9.0254260007037175</c:v>
                </c:pt>
                <c:pt idx="1309">
                  <c:v>9.0242828778714212</c:v>
                </c:pt>
                <c:pt idx="1310">
                  <c:v>9.0229639302648987</c:v>
                </c:pt>
                <c:pt idx="1311">
                  <c:v>9.0232315944238728</c:v>
                </c:pt>
                <c:pt idx="1312">
                  <c:v>9.0232927508670819</c:v>
                </c:pt>
                <c:pt idx="1313">
                  <c:v>9.0240040086791886</c:v>
                </c:pt>
                <c:pt idx="1314">
                  <c:v>9.0249919365648505</c:v>
                </c:pt>
                <c:pt idx="1315">
                  <c:v>9.0221753891392851</c:v>
                </c:pt>
                <c:pt idx="1316">
                  <c:v>9.0202817385185057</c:v>
                </c:pt>
                <c:pt idx="1317">
                  <c:v>9.0197981418494386</c:v>
                </c:pt>
                <c:pt idx="1318">
                  <c:v>9.0194166471189448</c:v>
                </c:pt>
                <c:pt idx="1319">
                  <c:v>9.0174963976341669</c:v>
                </c:pt>
                <c:pt idx="1320">
                  <c:v>9.0142107048908393</c:v>
                </c:pt>
                <c:pt idx="1321">
                  <c:v>9.0134462493507357</c:v>
                </c:pt>
                <c:pt idx="1322">
                  <c:v>9.016106240470485</c:v>
                </c:pt>
                <c:pt idx="1323">
                  <c:v>9.0163318072147849</c:v>
                </c:pt>
                <c:pt idx="1324">
                  <c:v>9.0149676205954794</c:v>
                </c:pt>
                <c:pt idx="1325">
                  <c:v>9.0167734111891154</c:v>
                </c:pt>
                <c:pt idx="1326">
                  <c:v>9.0200552292947744</c:v>
                </c:pt>
                <c:pt idx="1327">
                  <c:v>9.0232279292260777</c:v>
                </c:pt>
                <c:pt idx="1328">
                  <c:v>9.023585233651124</c:v>
                </c:pt>
                <c:pt idx="1329">
                  <c:v>9.0224477656954249</c:v>
                </c:pt>
                <c:pt idx="1330">
                  <c:v>9.0239750012566393</c:v>
                </c:pt>
                <c:pt idx="1331">
                  <c:v>9.0261649045791934</c:v>
                </c:pt>
                <c:pt idx="1332">
                  <c:v>9.0256820409496843</c:v>
                </c:pt>
                <c:pt idx="1333">
                  <c:v>9.0209995936866445</c:v>
                </c:pt>
                <c:pt idx="1334">
                  <c:v>9.0173010949516605</c:v>
                </c:pt>
                <c:pt idx="1335">
                  <c:v>9.0183077677060464</c:v>
                </c:pt>
                <c:pt idx="1336">
                  <c:v>9.0184081941256302</c:v>
                </c:pt>
                <c:pt idx="1337">
                  <c:v>9.0185143801417489</c:v>
                </c:pt>
                <c:pt idx="1338">
                  <c:v>9.0206565311730316</c:v>
                </c:pt>
                <c:pt idx="1339">
                  <c:v>9.0232327463431794</c:v>
                </c:pt>
                <c:pt idx="1340">
                  <c:v>9.0226750079587159</c:v>
                </c:pt>
                <c:pt idx="1341">
                  <c:v>9.0232104409965981</c:v>
                </c:pt>
                <c:pt idx="1342">
                  <c:v>9.0250084823148971</c:v>
                </c:pt>
                <c:pt idx="1343">
                  <c:v>9.0241808806527821</c:v>
                </c:pt>
                <c:pt idx="1344">
                  <c:v>9.0214525074141712</c:v>
                </c:pt>
                <c:pt idx="1345">
                  <c:v>9.0186299909521974</c:v>
                </c:pt>
                <c:pt idx="1346">
                  <c:v>9.0179149632223581</c:v>
                </c:pt>
                <c:pt idx="1347">
                  <c:v>9.0144866419248366</c:v>
                </c:pt>
                <c:pt idx="1348">
                  <c:v>9.0119046671581522</c:v>
                </c:pt>
                <c:pt idx="1349">
                  <c:v>9.0154492275857443</c:v>
                </c:pt>
                <c:pt idx="1350">
                  <c:v>9.0190710713268434</c:v>
                </c:pt>
                <c:pt idx="1351">
                  <c:v>9.0201893755340716</c:v>
                </c:pt>
                <c:pt idx="1352">
                  <c:v>9.0196123686811998</c:v>
                </c:pt>
                <c:pt idx="1353">
                  <c:v>9.020826386910846</c:v>
                </c:pt>
                <c:pt idx="1354">
                  <c:v>9.0204915972722546</c:v>
                </c:pt>
                <c:pt idx="1355">
                  <c:v>9.0190301258314758</c:v>
                </c:pt>
                <c:pt idx="1356">
                  <c:v>9.0186998391501767</c:v>
                </c:pt>
                <c:pt idx="1357">
                  <c:v>9.0188305296315541</c:v>
                </c:pt>
                <c:pt idx="1358">
                  <c:v>9.0207253321716401</c:v>
                </c:pt>
                <c:pt idx="1359">
                  <c:v>9.0244991245413271</c:v>
                </c:pt>
                <c:pt idx="1360">
                  <c:v>9.0243744030963597</c:v>
                </c:pt>
                <c:pt idx="1361">
                  <c:v>9.02426790292043</c:v>
                </c:pt>
                <c:pt idx="1362">
                  <c:v>9.0252941583030335</c:v>
                </c:pt>
                <c:pt idx="1363">
                  <c:v>9.0265012650168384</c:v>
                </c:pt>
                <c:pt idx="1364">
                  <c:v>9.0271213117638194</c:v>
                </c:pt>
                <c:pt idx="1365">
                  <c:v>9.0267650545381439</c:v>
                </c:pt>
                <c:pt idx="1366">
                  <c:v>9.0260456285709498</c:v>
                </c:pt>
                <c:pt idx="1367">
                  <c:v>9.0263946601209728</c:v>
                </c:pt>
                <c:pt idx="1368">
                  <c:v>9.0254013915185229</c:v>
                </c:pt>
                <c:pt idx="1369">
                  <c:v>9.0252168749895283</c:v>
                </c:pt>
                <c:pt idx="1370">
                  <c:v>9.026578967210094</c:v>
                </c:pt>
                <c:pt idx="1371">
                  <c:v>9.0265571854631972</c:v>
                </c:pt>
                <c:pt idx="1372">
                  <c:v>9.0217659341856145</c:v>
                </c:pt>
                <c:pt idx="1373">
                  <c:v>9.0165987383341992</c:v>
                </c:pt>
                <c:pt idx="1374">
                  <c:v>9.0129523901278414</c:v>
                </c:pt>
                <c:pt idx="1375">
                  <c:v>9.0107147345140159</c:v>
                </c:pt>
                <c:pt idx="1376">
                  <c:v>9.0126379161570291</c:v>
                </c:pt>
                <c:pt idx="1377">
                  <c:v>9.0176637400934947</c:v>
                </c:pt>
                <c:pt idx="1378">
                  <c:v>9.0200830847980153</c:v>
                </c:pt>
                <c:pt idx="1379">
                  <c:v>9.021182434696648</c:v>
                </c:pt>
                <c:pt idx="1380">
                  <c:v>9.0224207479516778</c:v>
                </c:pt>
                <c:pt idx="1381">
                  <c:v>9.0221147562957622</c:v>
                </c:pt>
                <c:pt idx="1382">
                  <c:v>9.0236500552921264</c:v>
                </c:pt>
                <c:pt idx="1383">
                  <c:v>9.0272742028718387</c:v>
                </c:pt>
                <c:pt idx="1384">
                  <c:v>9.0262997838580503</c:v>
                </c:pt>
                <c:pt idx="1385">
                  <c:v>9.0244793324732342</c:v>
                </c:pt>
                <c:pt idx="1386">
                  <c:v>9.0216770269591002</c:v>
                </c:pt>
                <c:pt idx="1387">
                  <c:v>9.0163931730978675</c:v>
                </c:pt>
                <c:pt idx="1388">
                  <c:v>9.0145138691084572</c:v>
                </c:pt>
                <c:pt idx="1389">
                  <c:v>9.0195644069500531</c:v>
                </c:pt>
                <c:pt idx="1390">
                  <c:v>9.0215727259018479</c:v>
                </c:pt>
                <c:pt idx="1391">
                  <c:v>9.0191540095169476</c:v>
                </c:pt>
                <c:pt idx="1392">
                  <c:v>9.0177436414054259</c:v>
                </c:pt>
                <c:pt idx="1393">
                  <c:v>9.0189800697015894</c:v>
                </c:pt>
                <c:pt idx="1394">
                  <c:v>9.0218576688504264</c:v>
                </c:pt>
                <c:pt idx="1395">
                  <c:v>9.0205827036174462</c:v>
                </c:pt>
                <c:pt idx="1396">
                  <c:v>9.019126049293769</c:v>
                </c:pt>
                <c:pt idx="1397">
                  <c:v>9.0215967067674221</c:v>
                </c:pt>
                <c:pt idx="1398">
                  <c:v>9.0223285944071172</c:v>
                </c:pt>
                <c:pt idx="1399">
                  <c:v>9.0219150553759029</c:v>
                </c:pt>
                <c:pt idx="1400">
                  <c:v>9.0215878055727767</c:v>
                </c:pt>
                <c:pt idx="1401">
                  <c:v>9.0193348608481472</c:v>
                </c:pt>
                <c:pt idx="1402">
                  <c:v>9.0172020298912585</c:v>
                </c:pt>
                <c:pt idx="1403">
                  <c:v>9.0156580391401242</c:v>
                </c:pt>
                <c:pt idx="1404">
                  <c:v>9.0141926930616751</c:v>
                </c:pt>
                <c:pt idx="1405">
                  <c:v>9.017602793090159</c:v>
                </c:pt>
                <c:pt idx="1406">
                  <c:v>9.0219798770169053</c:v>
                </c:pt>
                <c:pt idx="1407">
                  <c:v>9.0216663455255262</c:v>
                </c:pt>
                <c:pt idx="1408">
                  <c:v>9.0196761431228332</c:v>
                </c:pt>
                <c:pt idx="1409">
                  <c:v>9.0203339937670695</c:v>
                </c:pt>
                <c:pt idx="1410">
                  <c:v>9.0194633522108472</c:v>
                </c:pt>
                <c:pt idx="1411">
                  <c:v>9.0169504926025841</c:v>
                </c:pt>
                <c:pt idx="1412">
                  <c:v>9.0195957182112156</c:v>
                </c:pt>
                <c:pt idx="1413">
                  <c:v>9.0208286907494593</c:v>
                </c:pt>
                <c:pt idx="1414">
                  <c:v>9.018922997335924</c:v>
                </c:pt>
                <c:pt idx="1415">
                  <c:v>9.0171865313405828</c:v>
                </c:pt>
                <c:pt idx="1416">
                  <c:v>9.0191790375818908</c:v>
                </c:pt>
                <c:pt idx="1417">
                  <c:v>9.0242502052510769</c:v>
                </c:pt>
                <c:pt idx="1418">
                  <c:v>9.0267655781378284</c:v>
                </c:pt>
                <c:pt idx="1419">
                  <c:v>9.0252261950639205</c:v>
                </c:pt>
                <c:pt idx="1420">
                  <c:v>9.0251616875827292</c:v>
                </c:pt>
                <c:pt idx="1421">
                  <c:v>9.0253253648442602</c:v>
                </c:pt>
                <c:pt idx="1422">
                  <c:v>9.0257569157046387</c:v>
                </c:pt>
                <c:pt idx="1423">
                  <c:v>9.0275088802506573</c:v>
                </c:pt>
                <c:pt idx="1424">
                  <c:v>9.0256709406363615</c:v>
                </c:pt>
                <c:pt idx="1425">
                  <c:v>9.0256126116314537</c:v>
                </c:pt>
                <c:pt idx="1426">
                  <c:v>9.0238488137325543</c:v>
                </c:pt>
                <c:pt idx="1427">
                  <c:v>9.020391694452357</c:v>
                </c:pt>
                <c:pt idx="1428">
                  <c:v>9.0205403967628968</c:v>
                </c:pt>
                <c:pt idx="1429">
                  <c:v>9.0246731690766211</c:v>
                </c:pt>
                <c:pt idx="1430">
                  <c:v>9.0256960734212424</c:v>
                </c:pt>
                <c:pt idx="1431">
                  <c:v>9.0226344813430952</c:v>
                </c:pt>
                <c:pt idx="1432">
                  <c:v>9.0192362146674938</c:v>
                </c:pt>
                <c:pt idx="1433">
                  <c:v>9.020629618149222</c:v>
                </c:pt>
                <c:pt idx="1434">
                  <c:v>9.0222403155002269</c:v>
                </c:pt>
                <c:pt idx="1435">
                  <c:v>9.0222992728247569</c:v>
                </c:pt>
                <c:pt idx="1436">
                  <c:v>9.0212601368899019</c:v>
                </c:pt>
                <c:pt idx="1437">
                  <c:v>9.0219321247256339</c:v>
                </c:pt>
                <c:pt idx="1438">
                  <c:v>9.0246853165893128</c:v>
                </c:pt>
                <c:pt idx="1439">
                  <c:v>9.0246594507648741</c:v>
                </c:pt>
                <c:pt idx="1440">
                  <c:v>9.0246302339024513</c:v>
                </c:pt>
                <c:pt idx="1441">
                  <c:v>9.0260078246736928</c:v>
                </c:pt>
                <c:pt idx="1442">
                  <c:v>9.0245038369384911</c:v>
                </c:pt>
                <c:pt idx="1443">
                  <c:v>9.0225384531608661</c:v>
                </c:pt>
                <c:pt idx="1444">
                  <c:v>9.0195931002127914</c:v>
                </c:pt>
                <c:pt idx="1445">
                  <c:v>9.0175693874302567</c:v>
                </c:pt>
                <c:pt idx="1446">
                  <c:v>9.0172619296952234</c:v>
                </c:pt>
                <c:pt idx="1447">
                  <c:v>9.0170028525710837</c:v>
                </c:pt>
                <c:pt idx="1448">
                  <c:v>9.0184724921669481</c:v>
                </c:pt>
                <c:pt idx="1449">
                  <c:v>9.0210853593150482</c:v>
                </c:pt>
                <c:pt idx="1450">
                  <c:v>9.0234332850225361</c:v>
                </c:pt>
                <c:pt idx="1451">
                  <c:v>9.0239220129685176</c:v>
                </c:pt>
                <c:pt idx="1452">
                  <c:v>9.0252977187808927</c:v>
                </c:pt>
                <c:pt idx="1453">
                  <c:v>9.0279798058073482</c:v>
                </c:pt>
                <c:pt idx="1454">
                  <c:v>9.0288908692592535</c:v>
                </c:pt>
                <c:pt idx="1455">
                  <c:v>9.0274022753547918</c:v>
                </c:pt>
                <c:pt idx="1456">
                  <c:v>9.0249052284570137</c:v>
                </c:pt>
                <c:pt idx="1457">
                  <c:v>9.0250007330395583</c:v>
                </c:pt>
                <c:pt idx="1458">
                  <c:v>9.0251804324514513</c:v>
                </c:pt>
                <c:pt idx="1459">
                  <c:v>9.0240692491999397</c:v>
                </c:pt>
                <c:pt idx="1460">
                  <c:v>9.0248417681751931</c:v>
                </c:pt>
                <c:pt idx="1461">
                  <c:v>9.0243928338052708</c:v>
                </c:pt>
                <c:pt idx="1462">
                  <c:v>9.020398396528325</c:v>
                </c:pt>
                <c:pt idx="1463">
                  <c:v>9.0197633748303545</c:v>
                </c:pt>
                <c:pt idx="1464">
                  <c:v>9.0216137761171531</c:v>
                </c:pt>
                <c:pt idx="1465">
                  <c:v>9.0210913283514564</c:v>
                </c:pt>
                <c:pt idx="1466">
                  <c:v>9.0181070195868163</c:v>
                </c:pt>
                <c:pt idx="1467">
                  <c:v>9.019631741869544</c:v>
                </c:pt>
                <c:pt idx="1468">
                  <c:v>9.0206118157599313</c:v>
                </c:pt>
                <c:pt idx="1469">
                  <c:v>9.0229766013772768</c:v>
                </c:pt>
                <c:pt idx="1470">
                  <c:v>9.028761540137058</c:v>
                </c:pt>
                <c:pt idx="1471">
                  <c:v>9.0300978712531208</c:v>
                </c:pt>
                <c:pt idx="1472">
                  <c:v>9.0284571192801977</c:v>
                </c:pt>
                <c:pt idx="1473">
                  <c:v>9.0273782944892176</c:v>
                </c:pt>
                <c:pt idx="1474">
                  <c:v>9.026909986930951</c:v>
                </c:pt>
                <c:pt idx="1475">
                  <c:v>9.0245285508436233</c:v>
                </c:pt>
                <c:pt idx="1476">
                  <c:v>9.02138590553424</c:v>
                </c:pt>
                <c:pt idx="1477">
                  <c:v>9.0191741157448515</c:v>
                </c:pt>
                <c:pt idx="1478">
                  <c:v>9.0176458329842664</c:v>
                </c:pt>
                <c:pt idx="1479">
                  <c:v>9.0189011108690913</c:v>
                </c:pt>
                <c:pt idx="1480">
                  <c:v>9.020550659316724</c:v>
                </c:pt>
                <c:pt idx="1481">
                  <c:v>9.0204540028148728</c:v>
                </c:pt>
                <c:pt idx="1482">
                  <c:v>9.0209962426486605</c:v>
                </c:pt>
                <c:pt idx="1483">
                  <c:v>9.0205877301744213</c:v>
                </c:pt>
                <c:pt idx="1484">
                  <c:v>9.0207871169344713</c:v>
                </c:pt>
                <c:pt idx="1485">
                  <c:v>9.0219817619757716</c:v>
                </c:pt>
                <c:pt idx="1486">
                  <c:v>9.0218769373188348</c:v>
                </c:pt>
                <c:pt idx="1487">
                  <c:v>9.0220663756848687</c:v>
                </c:pt>
                <c:pt idx="1488">
                  <c:v>9.0211074552217543</c:v>
                </c:pt>
                <c:pt idx="1489">
                  <c:v>9.0214525074141712</c:v>
                </c:pt>
                <c:pt idx="1490">
                  <c:v>9.0237749861769689</c:v>
                </c:pt>
                <c:pt idx="1491">
                  <c:v>9.0252655697602329</c:v>
                </c:pt>
                <c:pt idx="1492">
                  <c:v>9.0256802607107556</c:v>
                </c:pt>
                <c:pt idx="1493">
                  <c:v>9.0250286932627386</c:v>
                </c:pt>
                <c:pt idx="1494">
                  <c:v>9.0245531600288196</c:v>
                </c:pt>
                <c:pt idx="1495">
                  <c:v>9.0248574761657423</c:v>
                </c:pt>
                <c:pt idx="1496">
                  <c:v>9.0238766692357952</c:v>
                </c:pt>
                <c:pt idx="1497">
                  <c:v>9.0248398832163268</c:v>
                </c:pt>
                <c:pt idx="1498">
                  <c:v>9.0239043152991645</c:v>
                </c:pt>
                <c:pt idx="1499">
                  <c:v>9.022724540488916</c:v>
                </c:pt>
                <c:pt idx="1500">
                  <c:v>9.0218726438014176</c:v>
                </c:pt>
                <c:pt idx="1501">
                  <c:v>9.0225822260945332</c:v>
                </c:pt>
                <c:pt idx="1502">
                  <c:v>9.0230583876480743</c:v>
                </c:pt>
                <c:pt idx="1503">
                  <c:v>9.0232162005931329</c:v>
                </c:pt>
                <c:pt idx="1504">
                  <c:v>9.0218234254310268</c:v>
                </c:pt>
                <c:pt idx="1505">
                  <c:v>9.0221759127389713</c:v>
                </c:pt>
                <c:pt idx="1506">
                  <c:v>9.0229271735670125</c:v>
                </c:pt>
                <c:pt idx="1507">
                  <c:v>9.024210725834827</c:v>
                </c:pt>
                <c:pt idx="1508">
                  <c:v>9.0267296591994377</c:v>
                </c:pt>
                <c:pt idx="1509">
                  <c:v>9.0290857530620112</c:v>
                </c:pt>
                <c:pt idx="1510">
                  <c:v>9.0316962116515587</c:v>
                </c:pt>
                <c:pt idx="1511">
                  <c:v>9.0302289806142451</c:v>
                </c:pt>
                <c:pt idx="1512">
                  <c:v>9.028531679875341</c:v>
                </c:pt>
                <c:pt idx="1513">
                  <c:v>9.0284976458958166</c:v>
                </c:pt>
                <c:pt idx="1514">
                  <c:v>9.0268908231824803</c:v>
                </c:pt>
                <c:pt idx="1515">
                  <c:v>9.0268091416316203</c:v>
                </c:pt>
                <c:pt idx="1516">
                  <c:v>9.0287833218839531</c:v>
                </c:pt>
                <c:pt idx="1517">
                  <c:v>9.0284685337533297</c:v>
                </c:pt>
                <c:pt idx="1518">
                  <c:v>9.0284620411172369</c:v>
                </c:pt>
                <c:pt idx="1519">
                  <c:v>9.0268410812124049</c:v>
                </c:pt>
                <c:pt idx="1520">
                  <c:v>9.0243741936564845</c:v>
                </c:pt>
                <c:pt idx="1521">
                  <c:v>9.0240362624197843</c:v>
                </c:pt>
                <c:pt idx="1522">
                  <c:v>9.0252856759881368</c:v>
                </c:pt>
                <c:pt idx="1523">
                  <c:v>9.0233473099542589</c:v>
                </c:pt>
                <c:pt idx="1524">
                  <c:v>9.022354774391367</c:v>
                </c:pt>
                <c:pt idx="1525">
                  <c:v>9.0216124147579713</c:v>
                </c:pt>
                <c:pt idx="1526">
                  <c:v>9.0220052192416595</c:v>
                </c:pt>
                <c:pt idx="1527">
                  <c:v>9.023297777424057</c:v>
                </c:pt>
                <c:pt idx="1528">
                  <c:v>9.022832611463901</c:v>
                </c:pt>
                <c:pt idx="1529">
                  <c:v>9.021029857748438</c:v>
                </c:pt>
                <c:pt idx="1530">
                  <c:v>9.020412428999883</c:v>
                </c:pt>
                <c:pt idx="1531">
                  <c:v>9.0195933096526648</c:v>
                </c:pt>
                <c:pt idx="1532">
                  <c:v>9.0178579955766303</c:v>
                </c:pt>
                <c:pt idx="1533">
                  <c:v>9.0208424090612063</c:v>
                </c:pt>
                <c:pt idx="1534">
                  <c:v>9.0232563083290049</c:v>
                </c:pt>
                <c:pt idx="1535">
                  <c:v>9.0236121466749317</c:v>
                </c:pt>
                <c:pt idx="1536">
                  <c:v>9.0264257619422619</c:v>
                </c:pt>
                <c:pt idx="1537">
                  <c:v>9.0275676281353157</c:v>
                </c:pt>
                <c:pt idx="1538">
                  <c:v>9.0256361736172774</c:v>
                </c:pt>
                <c:pt idx="1539">
                  <c:v>9.0205514970762195</c:v>
                </c:pt>
                <c:pt idx="1540">
                  <c:v>9.0166331911934723</c:v>
                </c:pt>
                <c:pt idx="1541">
                  <c:v>9.0170577258180717</c:v>
                </c:pt>
                <c:pt idx="1542">
                  <c:v>9.021013835598076</c:v>
                </c:pt>
                <c:pt idx="1543">
                  <c:v>9.0217973501667146</c:v>
                </c:pt>
                <c:pt idx="1544">
                  <c:v>9.0232985104636168</c:v>
                </c:pt>
                <c:pt idx="1545">
                  <c:v>9.0233105532563709</c:v>
                </c:pt>
                <c:pt idx="1546">
                  <c:v>9.0226877837910298</c:v>
                </c:pt>
                <c:pt idx="1547">
                  <c:v>9.0249901563259218</c:v>
                </c:pt>
                <c:pt idx="1548">
                  <c:v>9.0281658931353981</c:v>
                </c:pt>
                <c:pt idx="1549">
                  <c:v>9.0262942337013889</c:v>
                </c:pt>
                <c:pt idx="1550">
                  <c:v>9.0228205686711451</c:v>
                </c:pt>
                <c:pt idx="1551">
                  <c:v>9.0197254662131598</c:v>
                </c:pt>
                <c:pt idx="1552">
                  <c:v>9.0191491923998459</c:v>
                </c:pt>
                <c:pt idx="1553">
                  <c:v>9.0210236792721545</c:v>
                </c:pt>
                <c:pt idx="1554">
                  <c:v>9.0255760643734391</c:v>
                </c:pt>
                <c:pt idx="1555">
                  <c:v>9.0256175334684912</c:v>
                </c:pt>
                <c:pt idx="1556">
                  <c:v>9.021071745723237</c:v>
                </c:pt>
                <c:pt idx="1557">
                  <c:v>9.0205117035001585</c:v>
                </c:pt>
                <c:pt idx="1558">
                  <c:v>9.0212233801920139</c:v>
                </c:pt>
                <c:pt idx="1559">
                  <c:v>9.023630786823718</c:v>
                </c:pt>
                <c:pt idx="1560">
                  <c:v>9.0211424316807136</c:v>
                </c:pt>
                <c:pt idx="1561">
                  <c:v>9.0185633890722645</c:v>
                </c:pt>
                <c:pt idx="1562">
                  <c:v>9.018487571837877</c:v>
                </c:pt>
                <c:pt idx="1563">
                  <c:v>9.016926407017074</c:v>
                </c:pt>
                <c:pt idx="1564">
                  <c:v>9.0177467830035347</c:v>
                </c:pt>
                <c:pt idx="1565">
                  <c:v>9.0195772875023046</c:v>
                </c:pt>
                <c:pt idx="1566">
                  <c:v>9.0227167912135791</c:v>
                </c:pt>
                <c:pt idx="1567">
                  <c:v>9.0244383869778666</c:v>
                </c:pt>
                <c:pt idx="1568">
                  <c:v>9.0249182137292028</c:v>
                </c:pt>
                <c:pt idx="1569">
                  <c:v>9.0247333830403971</c:v>
                </c:pt>
                <c:pt idx="1570">
                  <c:v>9.0235723530988725</c:v>
                </c:pt>
                <c:pt idx="1571">
                  <c:v>9.0198239029539398</c:v>
                </c:pt>
                <c:pt idx="1572">
                  <c:v>9.0192861660774426</c:v>
                </c:pt>
                <c:pt idx="1573">
                  <c:v>9.0214743938810038</c:v>
                </c:pt>
                <c:pt idx="1574">
                  <c:v>9.0235370624801039</c:v>
                </c:pt>
                <c:pt idx="1575">
                  <c:v>9.024403410518909</c:v>
                </c:pt>
                <c:pt idx="1576">
                  <c:v>9.0247019670592969</c:v>
                </c:pt>
                <c:pt idx="1577">
                  <c:v>9.0253486126702747</c:v>
                </c:pt>
                <c:pt idx="1578">
                  <c:v>9.0269373188345092</c:v>
                </c:pt>
                <c:pt idx="1579">
                  <c:v>9.0256954451016203</c:v>
                </c:pt>
                <c:pt idx="1580">
                  <c:v>9.0229590084278612</c:v>
                </c:pt>
                <c:pt idx="1581">
                  <c:v>9.0263771718914931</c:v>
                </c:pt>
                <c:pt idx="1582">
                  <c:v>9.0267646356583953</c:v>
                </c:pt>
                <c:pt idx="1583">
                  <c:v>9.0226390890203234</c:v>
                </c:pt>
                <c:pt idx="1584">
                  <c:v>9.0204886651140193</c:v>
                </c:pt>
                <c:pt idx="1585">
                  <c:v>9.0169553097196857</c:v>
                </c:pt>
                <c:pt idx="1586">
                  <c:v>9.0140261883618447</c:v>
                </c:pt>
                <c:pt idx="1587">
                  <c:v>9.0147199579444734</c:v>
                </c:pt>
                <c:pt idx="1588">
                  <c:v>9.0187458112025194</c:v>
                </c:pt>
                <c:pt idx="1589">
                  <c:v>9.0204612284905252</c:v>
                </c:pt>
                <c:pt idx="1590">
                  <c:v>9.0181024119095898</c:v>
                </c:pt>
                <c:pt idx="1591">
                  <c:v>9.0164152690045736</c:v>
                </c:pt>
                <c:pt idx="1592">
                  <c:v>9.0166437679071088</c:v>
                </c:pt>
                <c:pt idx="1593">
                  <c:v>9.0176271928354801</c:v>
                </c:pt>
                <c:pt idx="1594">
                  <c:v>9.0182902794765685</c:v>
                </c:pt>
                <c:pt idx="1595">
                  <c:v>9.0178172595211361</c:v>
                </c:pt>
                <c:pt idx="1596">
                  <c:v>9.0174705318097281</c:v>
                </c:pt>
                <c:pt idx="1597">
                  <c:v>9.0180744516864095</c:v>
                </c:pt>
                <c:pt idx="1598">
                  <c:v>9.0204748420823346</c:v>
                </c:pt>
                <c:pt idx="1599">
                  <c:v>9.0248924526246999</c:v>
                </c:pt>
                <c:pt idx="1600">
                  <c:v>9.0276697300738906</c:v>
                </c:pt>
                <c:pt idx="1601">
                  <c:v>9.0274910778613684</c:v>
                </c:pt>
                <c:pt idx="1602">
                  <c:v>9.0269264279610617</c:v>
                </c:pt>
                <c:pt idx="1603">
                  <c:v>9.0231993406832771</c:v>
                </c:pt>
                <c:pt idx="1604">
                  <c:v>9.0201823592982926</c:v>
                </c:pt>
                <c:pt idx="1605">
                  <c:v>9.021630217147262</c:v>
                </c:pt>
                <c:pt idx="1606">
                  <c:v>9.0241261121257317</c:v>
                </c:pt>
                <c:pt idx="1607">
                  <c:v>9.0237111070153979</c:v>
                </c:pt>
                <c:pt idx="1608">
                  <c:v>9.0206676314863525</c:v>
                </c:pt>
                <c:pt idx="1609">
                  <c:v>9.0228648652044967</c:v>
                </c:pt>
                <c:pt idx="1610">
                  <c:v>9.0276902551815432</c:v>
                </c:pt>
                <c:pt idx="1611">
                  <c:v>9.0280674563946182</c:v>
                </c:pt>
                <c:pt idx="1612">
                  <c:v>9.0263972781193971</c:v>
                </c:pt>
                <c:pt idx="1613">
                  <c:v>9.0241556431479655</c:v>
                </c:pt>
                <c:pt idx="1614">
                  <c:v>9.0220169478746044</c:v>
                </c:pt>
                <c:pt idx="1615">
                  <c:v>9.0218524328535761</c:v>
                </c:pt>
                <c:pt idx="1616">
                  <c:v>9.0241568997872097</c:v>
                </c:pt>
                <c:pt idx="1617">
                  <c:v>9.027712769967998</c:v>
                </c:pt>
                <c:pt idx="1618">
                  <c:v>9.0290910937787974</c:v>
                </c:pt>
                <c:pt idx="1619">
                  <c:v>9.0273602826600534</c:v>
                </c:pt>
                <c:pt idx="1620">
                  <c:v>9.0266324790979002</c:v>
                </c:pt>
                <c:pt idx="1621">
                  <c:v>9.0262389415746522</c:v>
                </c:pt>
                <c:pt idx="1622">
                  <c:v>9.0235099400164209</c:v>
                </c:pt>
                <c:pt idx="1623">
                  <c:v>9.0208357069852383</c:v>
                </c:pt>
                <c:pt idx="1624">
                  <c:v>9.0229785910560789</c:v>
                </c:pt>
                <c:pt idx="1625">
                  <c:v>9.0251980254008686</c:v>
                </c:pt>
                <c:pt idx="1626">
                  <c:v>9.0245689727393064</c:v>
                </c:pt>
                <c:pt idx="1627">
                  <c:v>9.0251676566191374</c:v>
                </c:pt>
                <c:pt idx="1628">
                  <c:v>9.0282909287401765</c:v>
                </c:pt>
                <c:pt idx="1629">
                  <c:v>9.0298405743679098</c:v>
                </c:pt>
                <c:pt idx="1630">
                  <c:v>9.0276232344218617</c:v>
                </c:pt>
                <c:pt idx="1631">
                  <c:v>9.0249265913241619</c:v>
                </c:pt>
                <c:pt idx="1632">
                  <c:v>9.026901923495803</c:v>
                </c:pt>
                <c:pt idx="1633">
                  <c:v>9.0311441281436924</c:v>
                </c:pt>
                <c:pt idx="1634">
                  <c:v>9.0324810875793773</c:v>
                </c:pt>
                <c:pt idx="1635">
                  <c:v>9.0302825972219889</c:v>
                </c:pt>
                <c:pt idx="1636">
                  <c:v>9.030851750079588</c:v>
                </c:pt>
                <c:pt idx="1637">
                  <c:v>9.0340697937436119</c:v>
                </c:pt>
                <c:pt idx="1638">
                  <c:v>9.0349875592714852</c:v>
                </c:pt>
                <c:pt idx="1639">
                  <c:v>9.0337947991890495</c:v>
                </c:pt>
                <c:pt idx="1640">
                  <c:v>9.0318558048355477</c:v>
                </c:pt>
                <c:pt idx="1641">
                  <c:v>9.032563816329608</c:v>
                </c:pt>
                <c:pt idx="1642">
                  <c:v>9.0342978737663984</c:v>
                </c:pt>
                <c:pt idx="1643">
                  <c:v>9.0319157046395127</c:v>
                </c:pt>
                <c:pt idx="1644">
                  <c:v>9.0307058752073459</c:v>
                </c:pt>
                <c:pt idx="1645">
                  <c:v>9.031827635172494</c:v>
                </c:pt>
                <c:pt idx="1646">
                  <c:v>9.0333458648191272</c:v>
                </c:pt>
                <c:pt idx="1647">
                  <c:v>9.0343874093125347</c:v>
                </c:pt>
                <c:pt idx="1648">
                  <c:v>9.0327211056749821</c:v>
                </c:pt>
                <c:pt idx="1649">
                  <c:v>9.0337341663455248</c:v>
                </c:pt>
                <c:pt idx="1650">
                  <c:v>9.0377885034264356</c:v>
                </c:pt>
                <c:pt idx="1651">
                  <c:v>9.0396079076118827</c:v>
                </c:pt>
                <c:pt idx="1652">
                  <c:v>9.0415736055493188</c:v>
                </c:pt>
                <c:pt idx="1653">
                  <c:v>9.0439187038185072</c:v>
                </c:pt>
                <c:pt idx="1654">
                  <c:v>9.0444342400683606</c:v>
                </c:pt>
                <c:pt idx="1655">
                  <c:v>9.0425000628319623</c:v>
                </c:pt>
                <c:pt idx="1656">
                  <c:v>9.0409220381013018</c:v>
                </c:pt>
                <c:pt idx="1657">
                  <c:v>9.0396967101184593</c:v>
                </c:pt>
                <c:pt idx="1658">
                  <c:v>9.0371906573061001</c:v>
                </c:pt>
                <c:pt idx="1659">
                  <c:v>9.0371091851951135</c:v>
                </c:pt>
                <c:pt idx="1660">
                  <c:v>9.0417689082318251</c:v>
                </c:pt>
                <c:pt idx="1661">
                  <c:v>9.0454098110014574</c:v>
                </c:pt>
                <c:pt idx="1662">
                  <c:v>9.0478572206490959</c:v>
                </c:pt>
                <c:pt idx="1663">
                  <c:v>9.052756438181726</c:v>
                </c:pt>
                <c:pt idx="1664">
                  <c:v>9.0567388326659177</c:v>
                </c:pt>
                <c:pt idx="1665">
                  <c:v>9.0576689551463563</c:v>
                </c:pt>
                <c:pt idx="1666">
                  <c:v>9.0568717222659725</c:v>
                </c:pt>
                <c:pt idx="1667">
                  <c:v>9.0541348667124648</c:v>
                </c:pt>
                <c:pt idx="1668">
                  <c:v>9.0570171782584659</c:v>
                </c:pt>
                <c:pt idx="1669">
                  <c:v>9.063705431194812</c:v>
                </c:pt>
                <c:pt idx="1670">
                  <c:v>9.067102022351424</c:v>
                </c:pt>
                <c:pt idx="1671">
                  <c:v>9.0694027193673232</c:v>
                </c:pt>
                <c:pt idx="1672">
                  <c:v>9.0726246376690174</c:v>
                </c:pt>
                <c:pt idx="1673">
                  <c:v>9.07450844461572</c:v>
                </c:pt>
                <c:pt idx="1674">
                  <c:v>9.077732771475965</c:v>
                </c:pt>
                <c:pt idx="1675">
                  <c:v>9.0801972504733346</c:v>
                </c:pt>
                <c:pt idx="1676">
                  <c:v>9.0865066266776129</c:v>
                </c:pt>
                <c:pt idx="1677">
                  <c:v>9.0954208065948432</c:v>
                </c:pt>
                <c:pt idx="1678">
                  <c:v>9.1017044216946204</c:v>
                </c:pt>
                <c:pt idx="1679">
                  <c:v>9.1093286614278774</c:v>
                </c:pt>
                <c:pt idx="1680">
                  <c:v>9.1185482046813995</c:v>
                </c:pt>
                <c:pt idx="1681">
                  <c:v>9.1273216410033005</c:v>
                </c:pt>
                <c:pt idx="1682">
                  <c:v>9.1363998123418728</c:v>
                </c:pt>
                <c:pt idx="1683">
                  <c:v>9.1465230886517102</c:v>
                </c:pt>
                <c:pt idx="1684">
                  <c:v>9.1616404587571001</c:v>
                </c:pt>
                <c:pt idx="1685">
                  <c:v>9.1802628051538964</c:v>
                </c:pt>
                <c:pt idx="1686">
                  <c:v>9.2043839954425888</c:v>
                </c:pt>
                <c:pt idx="1687">
                  <c:v>9.2364199185697764</c:v>
                </c:pt>
                <c:pt idx="1688">
                  <c:v>9.2795320694335075</c:v>
                </c:pt>
                <c:pt idx="1689">
                  <c:v>9.3238223195884924</c:v>
                </c:pt>
                <c:pt idx="1690">
                  <c:v>9.3676758876061861</c:v>
                </c:pt>
                <c:pt idx="1691">
                  <c:v>9.4081637568486833</c:v>
                </c:pt>
                <c:pt idx="1692">
                  <c:v>9.4373282593033192</c:v>
                </c:pt>
                <c:pt idx="1693">
                  <c:v>9.4488998123418728</c:v>
                </c:pt>
                <c:pt idx="1694">
                  <c:v>9.4467048824623419</c:v>
                </c:pt>
                <c:pt idx="1695">
                  <c:v>9.4446335221084734</c:v>
                </c:pt>
                <c:pt idx="1696">
                  <c:v>9.4457278454501274</c:v>
                </c:pt>
                <c:pt idx="1697">
                  <c:v>9.4522372367340779</c:v>
                </c:pt>
                <c:pt idx="1698">
                  <c:v>9.4668278655563558</c:v>
                </c:pt>
                <c:pt idx="1699">
                  <c:v>9.4898369301141035</c:v>
                </c:pt>
                <c:pt idx="1700">
                  <c:v>9.5189113734229185</c:v>
                </c:pt>
                <c:pt idx="1701">
                  <c:v>9.5517023272958799</c:v>
                </c:pt>
                <c:pt idx="1702">
                  <c:v>9.5889176985071121</c:v>
                </c:pt>
                <c:pt idx="1703">
                  <c:v>9.6318036543069212</c:v>
                </c:pt>
                <c:pt idx="1704">
                  <c:v>9.6830462610793688</c:v>
                </c:pt>
                <c:pt idx="1705">
                  <c:v>9.7475202318918281</c:v>
                </c:pt>
                <c:pt idx="1706">
                  <c:v>9.8305945579143135</c:v>
                </c:pt>
                <c:pt idx="1707">
                  <c:v>9.9318775865824431</c:v>
                </c:pt>
                <c:pt idx="1708">
                  <c:v>10.054592597557093</c:v>
                </c:pt>
                <c:pt idx="1709">
                  <c:v>10.201273813313675</c:v>
                </c:pt>
                <c:pt idx="1710">
                  <c:v>10.386272054018733</c:v>
                </c:pt>
                <c:pt idx="1711">
                  <c:v>10.628625404218957</c:v>
                </c:pt>
                <c:pt idx="1712">
                  <c:v>10.973887036509559</c:v>
                </c:pt>
                <c:pt idx="1713">
                  <c:v>11.484511921317628</c:v>
                </c:pt>
                <c:pt idx="1714">
                  <c:v>12.225133203759864</c:v>
                </c:pt>
                <c:pt idx="1715">
                  <c:v>13.256792135113852</c:v>
                </c:pt>
                <c:pt idx="1716">
                  <c:v>14.556261833352881</c:v>
                </c:pt>
                <c:pt idx="1717">
                  <c:v>15.892634837390883</c:v>
                </c:pt>
                <c:pt idx="1718">
                  <c:v>17.025557947824339</c:v>
                </c:pt>
                <c:pt idx="1719">
                  <c:v>17.792840926226901</c:v>
                </c:pt>
                <c:pt idx="1720">
                  <c:v>17.93780473501667</c:v>
                </c:pt>
                <c:pt idx="1721">
                  <c:v>17.244276008243553</c:v>
                </c:pt>
                <c:pt idx="1722">
                  <c:v>16.100284000469145</c:v>
                </c:pt>
                <c:pt idx="1723">
                  <c:v>15.00216979709465</c:v>
                </c:pt>
                <c:pt idx="1724">
                  <c:v>14.006283196220028</c:v>
                </c:pt>
                <c:pt idx="1725">
                  <c:v>13.14040639713151</c:v>
                </c:pt>
                <c:pt idx="1726">
                  <c:v>12.443516160380678</c:v>
                </c:pt>
                <c:pt idx="1727">
                  <c:v>11.897967176582947</c:v>
                </c:pt>
                <c:pt idx="1728">
                  <c:v>11.458017777256504</c:v>
                </c:pt>
                <c:pt idx="1729">
                  <c:v>11.088544895531392</c:v>
                </c:pt>
                <c:pt idx="1730">
                  <c:v>10.770730358728617</c:v>
                </c:pt>
                <c:pt idx="1731">
                  <c:v>10.499861769683159</c:v>
                </c:pt>
                <c:pt idx="1732">
                  <c:v>10.263037632156561</c:v>
                </c:pt>
                <c:pt idx="1733">
                  <c:v>10.062383760869929</c:v>
                </c:pt>
                <c:pt idx="1734">
                  <c:v>9.8925877134192319</c:v>
                </c:pt>
                <c:pt idx="1735">
                  <c:v>9.7557815877217973</c:v>
                </c:pt>
                <c:pt idx="1736">
                  <c:v>9.6515664008176536</c:v>
                </c:pt>
                <c:pt idx="1737">
                  <c:v>9.5742820401119246</c:v>
                </c:pt>
                <c:pt idx="1738">
                  <c:v>9.5186495735804169</c:v>
                </c:pt>
                <c:pt idx="1739">
                  <c:v>9.4815912822746853</c:v>
                </c:pt>
                <c:pt idx="1740">
                  <c:v>9.4565820669202285</c:v>
                </c:pt>
                <c:pt idx="1741">
                  <c:v>9.4447298644505135</c:v>
                </c:pt>
                <c:pt idx="1742">
                  <c:v>9.4457592614312276</c:v>
                </c:pt>
                <c:pt idx="1743">
                  <c:v>9.4590178526548598</c:v>
                </c:pt>
                <c:pt idx="1744">
                  <c:v>9.4751646197409656</c:v>
                </c:pt>
                <c:pt idx="1745">
                  <c:v>9.4886326508385981</c:v>
                </c:pt>
                <c:pt idx="1746">
                  <c:v>9.489904998073154</c:v>
                </c:pt>
                <c:pt idx="1747">
                  <c:v>9.4710491262168457</c:v>
                </c:pt>
                <c:pt idx="1748">
                  <c:v>9.436998391501767</c:v>
                </c:pt>
                <c:pt idx="1749">
                  <c:v>9.3961345776854373</c:v>
                </c:pt>
                <c:pt idx="1750">
                  <c:v>9.3570237756144969</c:v>
                </c:pt>
                <c:pt idx="1751">
                  <c:v>9.3223981284452861</c:v>
                </c:pt>
                <c:pt idx="1752">
                  <c:v>9.2927843774609187</c:v>
                </c:pt>
                <c:pt idx="1753">
                  <c:v>9.2700549151349634</c:v>
                </c:pt>
                <c:pt idx="1754">
                  <c:v>9.2523164050064501</c:v>
                </c:pt>
                <c:pt idx="1755">
                  <c:v>9.2344407117604685</c:v>
                </c:pt>
                <c:pt idx="1756">
                  <c:v>9.2181075431865018</c:v>
                </c:pt>
                <c:pt idx="1757">
                  <c:v>9.2054133924233028</c:v>
                </c:pt>
                <c:pt idx="1758">
                  <c:v>9.1938324145904193</c:v>
                </c:pt>
                <c:pt idx="1759">
                  <c:v>9.1839814101167843</c:v>
                </c:pt>
                <c:pt idx="1760">
                  <c:v>9.1763452323107089</c:v>
                </c:pt>
                <c:pt idx="1761">
                  <c:v>9.1716904311110365</c:v>
                </c:pt>
                <c:pt idx="1762">
                  <c:v>9.1657768962686195</c:v>
                </c:pt>
                <c:pt idx="1763">
                  <c:v>9.1613105909555479</c:v>
                </c:pt>
                <c:pt idx="1764">
                  <c:v>9.1585868253941651</c:v>
                </c:pt>
                <c:pt idx="1765">
                  <c:v>9.155452557679741</c:v>
                </c:pt>
                <c:pt idx="1766">
                  <c:v>9.1528303704572487</c:v>
                </c:pt>
                <c:pt idx="1767">
                  <c:v>9.1473461873565345</c:v>
                </c:pt>
                <c:pt idx="1768">
                  <c:v>9.1414001893336465</c:v>
                </c:pt>
                <c:pt idx="1769">
                  <c:v>9.1369506392104949</c:v>
                </c:pt>
                <c:pt idx="1770">
                  <c:v>9.1374491061106173</c:v>
                </c:pt>
                <c:pt idx="1771">
                  <c:v>9.1367192081497244</c:v>
                </c:pt>
                <c:pt idx="1772">
                  <c:v>9.1336153092170296</c:v>
                </c:pt>
                <c:pt idx="1773">
                  <c:v>9.1299218370390225</c:v>
                </c:pt>
                <c:pt idx="1774">
                  <c:v>9.1246523298091589</c:v>
                </c:pt>
                <c:pt idx="1775">
                  <c:v>9.1209881792135121</c:v>
                </c:pt>
                <c:pt idx="1776">
                  <c:v>9.1153783321883957</c:v>
                </c:pt>
                <c:pt idx="1777">
                  <c:v>9.1098732051002802</c:v>
                </c:pt>
                <c:pt idx="1778">
                  <c:v>9.1086396042424145</c:v>
                </c:pt>
                <c:pt idx="1779">
                  <c:v>9.1120723237772907</c:v>
                </c:pt>
                <c:pt idx="1780">
                  <c:v>9.113083918368714</c:v>
                </c:pt>
                <c:pt idx="1781">
                  <c:v>9.1087987785466549</c:v>
                </c:pt>
                <c:pt idx="1782">
                  <c:v>9.1051241559573075</c:v>
                </c:pt>
                <c:pt idx="1783">
                  <c:v>9.1035300043563492</c:v>
                </c:pt>
                <c:pt idx="1784">
                  <c:v>9.103348315265654</c:v>
                </c:pt>
                <c:pt idx="1785">
                  <c:v>9.1015275497210268</c:v>
                </c:pt>
                <c:pt idx="1786">
                  <c:v>9.0967309577266562</c:v>
                </c:pt>
                <c:pt idx="1787">
                  <c:v>9.0920177228021384</c:v>
                </c:pt>
                <c:pt idx="1788">
                  <c:v>9.0868381699981562</c:v>
                </c:pt>
                <c:pt idx="1789">
                  <c:v>9.0852628679858594</c:v>
                </c:pt>
                <c:pt idx="1790">
                  <c:v>9.0851974180252331</c:v>
                </c:pt>
                <c:pt idx="1791">
                  <c:v>9.0840452892783539</c:v>
                </c:pt>
                <c:pt idx="1792">
                  <c:v>9.08631750247139</c:v>
                </c:pt>
                <c:pt idx="1793">
                  <c:v>9.0846625085870354</c:v>
                </c:pt>
                <c:pt idx="1794">
                  <c:v>9.0780088132298982</c:v>
                </c:pt>
                <c:pt idx="1795">
                  <c:v>9.0777624072181364</c:v>
                </c:pt>
                <c:pt idx="1796">
                  <c:v>9.0776910929410377</c:v>
                </c:pt>
                <c:pt idx="1797">
                  <c:v>9.0775395631921985</c:v>
                </c:pt>
                <c:pt idx="1798">
                  <c:v>9.079240738568771</c:v>
                </c:pt>
                <c:pt idx="1799">
                  <c:v>9.0822298644505128</c:v>
                </c:pt>
                <c:pt idx="1800">
                  <c:v>9.0800660363922727</c:v>
                </c:pt>
                <c:pt idx="1801">
                  <c:v>9.0777752877703861</c:v>
                </c:pt>
                <c:pt idx="1802">
                  <c:v>9.0795587730174425</c:v>
                </c:pt>
                <c:pt idx="1803">
                  <c:v>9.0774005998357996</c:v>
                </c:pt>
                <c:pt idx="1804">
                  <c:v>9.072169629542751</c:v>
                </c:pt>
                <c:pt idx="1805">
                  <c:v>9.0712823375165463</c:v>
                </c:pt>
                <c:pt idx="1806">
                  <c:v>9.072315504414993</c:v>
                </c:pt>
                <c:pt idx="1807">
                  <c:v>9.0707267982507584</c:v>
                </c:pt>
                <c:pt idx="1808">
                  <c:v>9.0666827237236731</c:v>
                </c:pt>
                <c:pt idx="1809">
                  <c:v>9.0628471465911566</c:v>
                </c:pt>
                <c:pt idx="1810">
                  <c:v>9.0596480572357283</c:v>
                </c:pt>
                <c:pt idx="1811">
                  <c:v>9.0579817535981775</c:v>
                </c:pt>
                <c:pt idx="1812">
                  <c:v>9.056581438600606</c:v>
                </c:pt>
                <c:pt idx="1813">
                  <c:v>9.0561270587939617</c:v>
                </c:pt>
                <c:pt idx="1814">
                  <c:v>9.0557971909924095</c:v>
                </c:pt>
                <c:pt idx="1815">
                  <c:v>9.0567881557562462</c:v>
                </c:pt>
                <c:pt idx="1816">
                  <c:v>9.0560966900122306</c:v>
                </c:pt>
                <c:pt idx="1817">
                  <c:v>9.0547008779719516</c:v>
                </c:pt>
                <c:pt idx="1818">
                  <c:v>9.0554888954978807</c:v>
                </c:pt>
                <c:pt idx="1819">
                  <c:v>9.0558971985322447</c:v>
                </c:pt>
                <c:pt idx="1820">
                  <c:v>9.0571208509960961</c:v>
                </c:pt>
                <c:pt idx="1821">
                  <c:v>9.057571670324883</c:v>
                </c:pt>
                <c:pt idx="1822">
                  <c:v>9.0572684013873292</c:v>
                </c:pt>
                <c:pt idx="1823">
                  <c:v>9.0586717532630736</c:v>
                </c:pt>
                <c:pt idx="1824">
                  <c:v>9.0595633388066954</c:v>
                </c:pt>
                <c:pt idx="1825">
                  <c:v>9.0606849940519076</c:v>
                </c:pt>
                <c:pt idx="1826">
                  <c:v>9.0626474456712973</c:v>
                </c:pt>
                <c:pt idx="1827">
                  <c:v>9.0635831183083955</c:v>
                </c:pt>
                <c:pt idx="1828">
                  <c:v>9.0625877553072058</c:v>
                </c:pt>
                <c:pt idx="1829">
                  <c:v>9.0610890035688563</c:v>
                </c:pt>
                <c:pt idx="1830">
                  <c:v>9.0624075322956283</c:v>
                </c:pt>
                <c:pt idx="1831">
                  <c:v>9.0605962962652686</c:v>
                </c:pt>
                <c:pt idx="1832">
                  <c:v>9.0559677797697837</c:v>
                </c:pt>
                <c:pt idx="1833">
                  <c:v>9.0499968584018902</c:v>
                </c:pt>
                <c:pt idx="1834">
                  <c:v>9.0480033049612114</c:v>
                </c:pt>
                <c:pt idx="1835">
                  <c:v>9.0511351641170847</c:v>
                </c:pt>
                <c:pt idx="1836">
                  <c:v>9.0525982063569188</c:v>
                </c:pt>
                <c:pt idx="1837">
                  <c:v>9.052368555535077</c:v>
                </c:pt>
                <c:pt idx="1838">
                  <c:v>9.0521204740043224</c:v>
                </c:pt>
                <c:pt idx="1839">
                  <c:v>9.0536780783472679</c:v>
                </c:pt>
                <c:pt idx="1840">
                  <c:v>9.0564145150210269</c:v>
                </c:pt>
                <c:pt idx="1841">
                  <c:v>9.0602669520634009</c:v>
                </c:pt>
                <c:pt idx="1842">
                  <c:v>9.0646161804869063</c:v>
                </c:pt>
                <c:pt idx="1843">
                  <c:v>9.0659948184575168</c:v>
                </c:pt>
                <c:pt idx="1844">
                  <c:v>9.0648882428832334</c:v>
                </c:pt>
                <c:pt idx="1845">
                  <c:v>9.0608771551363034</c:v>
                </c:pt>
                <c:pt idx="1846">
                  <c:v>9.0574291464906249</c:v>
                </c:pt>
                <c:pt idx="1847">
                  <c:v>9.0541553918201156</c:v>
                </c:pt>
                <c:pt idx="1848">
                  <c:v>9.0532251646197412</c:v>
                </c:pt>
                <c:pt idx="1849">
                  <c:v>9.0570199009768277</c:v>
                </c:pt>
                <c:pt idx="1850">
                  <c:v>9.056977279962469</c:v>
                </c:pt>
                <c:pt idx="1851">
                  <c:v>9.0542796943853361</c:v>
                </c:pt>
                <c:pt idx="1852">
                  <c:v>9.0526554881624577</c:v>
                </c:pt>
                <c:pt idx="1853">
                  <c:v>9.0495238384464596</c:v>
                </c:pt>
                <c:pt idx="1854">
                  <c:v>9.048862846204111</c:v>
                </c:pt>
                <c:pt idx="1855">
                  <c:v>9.0498825042306859</c:v>
                </c:pt>
                <c:pt idx="1856">
                  <c:v>9.0468799741970081</c:v>
                </c:pt>
                <c:pt idx="1857">
                  <c:v>9.045144869560847</c:v>
                </c:pt>
                <c:pt idx="1858">
                  <c:v>9.0453910661327352</c:v>
                </c:pt>
                <c:pt idx="1859">
                  <c:v>9.0466266566694031</c:v>
                </c:pt>
                <c:pt idx="1860">
                  <c:v>9.0460734212422302</c:v>
                </c:pt>
                <c:pt idx="1861">
                  <c:v>9.0444462828611165</c:v>
                </c:pt>
                <c:pt idx="1862">
                  <c:v>9.0429799943032361</c:v>
                </c:pt>
                <c:pt idx="1863">
                  <c:v>9.044260090813129</c:v>
                </c:pt>
                <c:pt idx="1864">
                  <c:v>9.045377138381113</c:v>
                </c:pt>
                <c:pt idx="1865">
                  <c:v>9.0426656250523596</c:v>
                </c:pt>
                <c:pt idx="1866">
                  <c:v>9.0406868371227986</c:v>
                </c:pt>
                <c:pt idx="1867">
                  <c:v>9.0405718546319722</c:v>
                </c:pt>
                <c:pt idx="1868">
                  <c:v>9.0417703743109428</c:v>
                </c:pt>
                <c:pt idx="1869">
                  <c:v>9.0430047082083682</c:v>
                </c:pt>
                <c:pt idx="1870">
                  <c:v>9.0412925372384088</c:v>
                </c:pt>
                <c:pt idx="1871">
                  <c:v>9.0394938676004895</c:v>
                </c:pt>
                <c:pt idx="1872">
                  <c:v>9.0389471248094093</c:v>
                </c:pt>
                <c:pt idx="1873">
                  <c:v>9.0393093510714948</c:v>
                </c:pt>
                <c:pt idx="1874">
                  <c:v>9.040055585342559</c:v>
                </c:pt>
                <c:pt idx="1875">
                  <c:v>9.0405245212204477</c:v>
                </c:pt>
                <c:pt idx="1876">
                  <c:v>9.0408729244508486</c:v>
                </c:pt>
                <c:pt idx="1877">
                  <c:v>9.0420521756614107</c:v>
                </c:pt>
                <c:pt idx="1878">
                  <c:v>9.0426864643198233</c:v>
                </c:pt>
                <c:pt idx="1879">
                  <c:v>9.0426862548799498</c:v>
                </c:pt>
                <c:pt idx="1880">
                  <c:v>9.0435917681751921</c:v>
                </c:pt>
                <c:pt idx="1881">
                  <c:v>9.0431070195868166</c:v>
                </c:pt>
                <c:pt idx="1882">
                  <c:v>9.0380509315885593</c:v>
                </c:pt>
                <c:pt idx="1883">
                  <c:v>9.0357271961865191</c:v>
                </c:pt>
                <c:pt idx="1884">
                  <c:v>9.0343649992460158</c:v>
                </c:pt>
                <c:pt idx="1885">
                  <c:v>9.0358983085635778</c:v>
                </c:pt>
                <c:pt idx="1886">
                  <c:v>9.0404719518120746</c:v>
                </c:pt>
                <c:pt idx="1887">
                  <c:v>9.0403283807784458</c:v>
                </c:pt>
                <c:pt idx="1888">
                  <c:v>9.0402741358510799</c:v>
                </c:pt>
                <c:pt idx="1889">
                  <c:v>9.0430277465945075</c:v>
                </c:pt>
                <c:pt idx="1890">
                  <c:v>9.0430194737194842</c:v>
                </c:pt>
                <c:pt idx="1891">
                  <c:v>9.0428694100497626</c:v>
                </c:pt>
                <c:pt idx="1892">
                  <c:v>9.0419103848667124</c:v>
                </c:pt>
                <c:pt idx="1893">
                  <c:v>9.0410416282693564</c:v>
                </c:pt>
                <c:pt idx="1894">
                  <c:v>9.0428982080324385</c:v>
                </c:pt>
                <c:pt idx="1895">
                  <c:v>9.045962732268821</c:v>
                </c:pt>
                <c:pt idx="1896">
                  <c:v>9.0493369133589123</c:v>
                </c:pt>
                <c:pt idx="1897">
                  <c:v>9.0500292168624235</c:v>
                </c:pt>
                <c:pt idx="1898">
                  <c:v>9.0485130816145301</c:v>
                </c:pt>
                <c:pt idx="1899">
                  <c:v>9.0451005730274954</c:v>
                </c:pt>
                <c:pt idx="1900">
                  <c:v>9.0421909295779361</c:v>
                </c:pt>
                <c:pt idx="1901">
                  <c:v>9.0385990357388195</c:v>
                </c:pt>
                <c:pt idx="1902">
                  <c:v>9.0386435417120445</c:v>
                </c:pt>
                <c:pt idx="1903">
                  <c:v>9.0399107576696878</c:v>
                </c:pt>
                <c:pt idx="1904">
                  <c:v>9.0414924475981433</c:v>
                </c:pt>
                <c:pt idx="1905">
                  <c:v>9.0403480681266029</c:v>
                </c:pt>
                <c:pt idx="1906">
                  <c:v>9.0391192843858388</c:v>
                </c:pt>
                <c:pt idx="1907">
                  <c:v>9.041121110701539</c:v>
                </c:pt>
                <c:pt idx="1908">
                  <c:v>9.0400451133488602</c:v>
                </c:pt>
                <c:pt idx="1909">
                  <c:v>9.0399843757853997</c:v>
                </c:pt>
                <c:pt idx="1910">
                  <c:v>9.0419782433858895</c:v>
                </c:pt>
                <c:pt idx="1911">
                  <c:v>9.042650754821306</c:v>
                </c:pt>
                <c:pt idx="1912">
                  <c:v>9.0435683109093041</c:v>
                </c:pt>
                <c:pt idx="1913">
                  <c:v>9.0467135742171134</c:v>
                </c:pt>
                <c:pt idx="1914">
                  <c:v>9.0450811998391494</c:v>
                </c:pt>
                <c:pt idx="1915">
                  <c:v>9.039508109511921</c:v>
                </c:pt>
                <c:pt idx="1916">
                  <c:v>9.0382973376003211</c:v>
                </c:pt>
                <c:pt idx="1917">
                  <c:v>9.038652757066501</c:v>
                </c:pt>
                <c:pt idx="1918">
                  <c:v>9.039270499974867</c:v>
                </c:pt>
                <c:pt idx="1919">
                  <c:v>9.0402347611547675</c:v>
                </c:pt>
                <c:pt idx="1920">
                  <c:v>9.0379765804332894</c:v>
                </c:pt>
                <c:pt idx="1921">
                  <c:v>9.0343119062379564</c:v>
                </c:pt>
                <c:pt idx="1922">
                  <c:v>9.0351993029840987</c:v>
                </c:pt>
                <c:pt idx="1923">
                  <c:v>9.0380408784746074</c:v>
                </c:pt>
                <c:pt idx="1924">
                  <c:v>9.0379615007623606</c:v>
                </c:pt>
                <c:pt idx="1925">
                  <c:v>9.0380630791012511</c:v>
                </c:pt>
                <c:pt idx="1926">
                  <c:v>9.0403513144446492</c:v>
                </c:pt>
                <c:pt idx="1927">
                  <c:v>9.0404374989527998</c:v>
                </c:pt>
                <c:pt idx="1928">
                  <c:v>9.0401409320912158</c:v>
                </c:pt>
                <c:pt idx="1929">
                  <c:v>9.0417038771509475</c:v>
                </c:pt>
                <c:pt idx="1930">
                  <c:v>9.0432506953403813</c:v>
                </c:pt>
                <c:pt idx="1931">
                  <c:v>9.0427797697836905</c:v>
                </c:pt>
                <c:pt idx="1932">
                  <c:v>9.0442011334885972</c:v>
                </c:pt>
                <c:pt idx="1933">
                  <c:v>9.0443863830571516</c:v>
                </c:pt>
                <c:pt idx="1934">
                  <c:v>9.0422480019436016</c:v>
                </c:pt>
                <c:pt idx="1935">
                  <c:v>9.0428637551731654</c:v>
                </c:pt>
                <c:pt idx="1936">
                  <c:v>9.0444449215019347</c:v>
                </c:pt>
                <c:pt idx="1937">
                  <c:v>9.0469973652463853</c:v>
                </c:pt>
                <c:pt idx="1938">
                  <c:v>9.049096057503812</c:v>
                </c:pt>
                <c:pt idx="1939">
                  <c:v>9.0492055945579146</c:v>
                </c:pt>
                <c:pt idx="1940">
                  <c:v>9.050592924283297</c:v>
                </c:pt>
                <c:pt idx="1941">
                  <c:v>9.0539327572340529</c:v>
                </c:pt>
                <c:pt idx="1942">
                  <c:v>9.0589391032622348</c:v>
                </c:pt>
                <c:pt idx="1943">
                  <c:v>9.0624199939681311</c:v>
                </c:pt>
                <c:pt idx="1944">
                  <c:v>9.0649384037330556</c:v>
                </c:pt>
                <c:pt idx="1945">
                  <c:v>9.0677135867835066</c:v>
                </c:pt>
                <c:pt idx="1946">
                  <c:v>9.0755751218940066</c:v>
                </c:pt>
                <c:pt idx="1947">
                  <c:v>9.0807801216426789</c:v>
                </c:pt>
                <c:pt idx="1948">
                  <c:v>9.0786606948377262</c:v>
                </c:pt>
                <c:pt idx="1949">
                  <c:v>9.0731543111103665</c:v>
                </c:pt>
                <c:pt idx="1950">
                  <c:v>9.064808760451049</c:v>
                </c:pt>
                <c:pt idx="1951">
                  <c:v>9.0562624616725032</c:v>
                </c:pt>
                <c:pt idx="1952">
                  <c:v>9.0522925288608143</c:v>
                </c:pt>
                <c:pt idx="1953">
                  <c:v>9.0517295544795005</c:v>
                </c:pt>
                <c:pt idx="1954">
                  <c:v>9.0503263073236937</c:v>
                </c:pt>
                <c:pt idx="1955">
                  <c:v>9.0492916743461294</c:v>
                </c:pt>
                <c:pt idx="1956">
                  <c:v>9.0451536660355547</c:v>
                </c:pt>
                <c:pt idx="1957">
                  <c:v>9.0425705393495637</c:v>
                </c:pt>
                <c:pt idx="1958">
                  <c:v>9.0420183511217598</c:v>
                </c:pt>
                <c:pt idx="1959">
                  <c:v>9.0406898740009716</c:v>
                </c:pt>
                <c:pt idx="1960">
                  <c:v>9.0393225457835573</c:v>
                </c:pt>
                <c:pt idx="1961">
                  <c:v>9.0377683971985316</c:v>
                </c:pt>
                <c:pt idx="1962">
                  <c:v>9.0358782023356738</c:v>
                </c:pt>
                <c:pt idx="1963">
                  <c:v>9.0353972236650311</c:v>
                </c:pt>
                <c:pt idx="1964">
                  <c:v>9.0358707672201461</c:v>
                </c:pt>
                <c:pt idx="1965">
                  <c:v>9.0381268535428845</c:v>
                </c:pt>
                <c:pt idx="1966">
                  <c:v>9.0392238996029022</c:v>
                </c:pt>
                <c:pt idx="1967">
                  <c:v>9.0389864995057216</c:v>
                </c:pt>
                <c:pt idx="1968">
                  <c:v>9.0375819957106707</c:v>
                </c:pt>
                <c:pt idx="1969">
                  <c:v>9.0371592413249999</c:v>
                </c:pt>
                <c:pt idx="1970">
                  <c:v>9.0363231573479883</c:v>
                </c:pt>
                <c:pt idx="1971">
                  <c:v>9.0347277491077858</c:v>
                </c:pt>
                <c:pt idx="1972">
                  <c:v>9.0328906472529873</c:v>
                </c:pt>
                <c:pt idx="1973">
                  <c:v>9.0349271358678358</c:v>
                </c:pt>
                <c:pt idx="1974">
                  <c:v>9.0354043446207459</c:v>
                </c:pt>
                <c:pt idx="1975">
                  <c:v>9.0359921376271295</c:v>
                </c:pt>
                <c:pt idx="1976">
                  <c:v>9.0356525308714382</c:v>
                </c:pt>
                <c:pt idx="1977">
                  <c:v>9.0332584236717324</c:v>
                </c:pt>
                <c:pt idx="1978">
                  <c:v>9.0300477104032968</c:v>
                </c:pt>
                <c:pt idx="1979">
                  <c:v>9.0298532454802878</c:v>
                </c:pt>
                <c:pt idx="1980">
                  <c:v>9.0323198188763971</c:v>
                </c:pt>
                <c:pt idx="1981">
                  <c:v>9.0361980170232723</c:v>
                </c:pt>
                <c:pt idx="1982">
                  <c:v>9.0390044066149482</c:v>
                </c:pt>
                <c:pt idx="1983">
                  <c:v>9.0394465341889649</c:v>
                </c:pt>
                <c:pt idx="1984">
                  <c:v>9.0386286714809909</c:v>
                </c:pt>
                <c:pt idx="1985">
                  <c:v>9.0356569291087911</c:v>
                </c:pt>
                <c:pt idx="1986">
                  <c:v>9.034317665834493</c:v>
                </c:pt>
                <c:pt idx="1987">
                  <c:v>9.0328320040882666</c:v>
                </c:pt>
                <c:pt idx="1988">
                  <c:v>9.0339758599601225</c:v>
                </c:pt>
                <c:pt idx="1989">
                  <c:v>9.0388381113549929</c:v>
                </c:pt>
                <c:pt idx="1990">
                  <c:v>9.0422607777759154</c:v>
                </c:pt>
                <c:pt idx="1991">
                  <c:v>9.0405777189484446</c:v>
                </c:pt>
                <c:pt idx="1992">
                  <c:v>9.0390871353651789</c:v>
                </c:pt>
                <c:pt idx="1993">
                  <c:v>9.039531147898062</c:v>
                </c:pt>
                <c:pt idx="1994">
                  <c:v>9.0376230459259759</c:v>
                </c:pt>
                <c:pt idx="1995">
                  <c:v>9.0385873071058764</c:v>
                </c:pt>
                <c:pt idx="1996">
                  <c:v>9.0395179531859995</c:v>
                </c:pt>
                <c:pt idx="1997">
                  <c:v>9.0386834400080431</c:v>
                </c:pt>
                <c:pt idx="1998">
                  <c:v>9.0376660858200832</c:v>
                </c:pt>
                <c:pt idx="1999">
                  <c:v>9.0348963482063578</c:v>
                </c:pt>
                <c:pt idx="2000">
                  <c:v>9.0335291247088794</c:v>
                </c:pt>
                <c:pt idx="2001">
                  <c:v>9.0345534951326165</c:v>
                </c:pt>
                <c:pt idx="2002">
                  <c:v>9.0332148601779405</c:v>
                </c:pt>
                <c:pt idx="2003">
                  <c:v>9.0315260417539331</c:v>
                </c:pt>
                <c:pt idx="2004">
                  <c:v>9.0309190849990788</c:v>
                </c:pt>
                <c:pt idx="2005">
                  <c:v>9.033249208317276</c:v>
                </c:pt>
                <c:pt idx="2006">
                  <c:v>9.0367228733475198</c:v>
                </c:pt>
                <c:pt idx="2007">
                  <c:v>9.0361873355896982</c:v>
                </c:pt>
                <c:pt idx="2008">
                  <c:v>9.0351236951895846</c:v>
                </c:pt>
                <c:pt idx="2009">
                  <c:v>9.0342636303470005</c:v>
                </c:pt>
                <c:pt idx="2010">
                  <c:v>9.0339572198113363</c:v>
                </c:pt>
                <c:pt idx="2011">
                  <c:v>9.0339722994822651</c:v>
                </c:pt>
                <c:pt idx="2012">
                  <c:v>9.0326053901445977</c:v>
                </c:pt>
                <c:pt idx="2013">
                  <c:v>9.0310021279091206</c:v>
                </c:pt>
                <c:pt idx="2014">
                  <c:v>9.0329654172880058</c:v>
                </c:pt>
                <c:pt idx="2015">
                  <c:v>9.034190221671162</c:v>
                </c:pt>
                <c:pt idx="2016">
                  <c:v>9.0339778496389265</c:v>
                </c:pt>
                <c:pt idx="2017">
                  <c:v>9.0314965107316993</c:v>
                </c:pt>
                <c:pt idx="2018">
                  <c:v>9.0303496179816705</c:v>
                </c:pt>
                <c:pt idx="2019">
                  <c:v>9.0316337985691071</c:v>
                </c:pt>
                <c:pt idx="2020">
                  <c:v>9.0328291766499671</c:v>
                </c:pt>
                <c:pt idx="2021">
                  <c:v>9.0322421166831433</c:v>
                </c:pt>
                <c:pt idx="2022">
                  <c:v>9.0331510857363071</c:v>
                </c:pt>
                <c:pt idx="2023">
                  <c:v>9.0320743553440686</c:v>
                </c:pt>
                <c:pt idx="2024">
                  <c:v>9.0320680721478475</c:v>
                </c:pt>
                <c:pt idx="2025">
                  <c:v>9.0328004833872289</c:v>
                </c:pt>
                <c:pt idx="2026">
                  <c:v>9.0321392817050086</c:v>
                </c:pt>
                <c:pt idx="2027">
                  <c:v>9.0302516001206374</c:v>
                </c:pt>
                <c:pt idx="2028">
                  <c:v>9.0295907125982264</c:v>
                </c:pt>
                <c:pt idx="2029">
                  <c:v>9.0318922473736247</c:v>
                </c:pt>
                <c:pt idx="2030">
                  <c:v>9.0334268133304292</c:v>
                </c:pt>
                <c:pt idx="2031">
                  <c:v>9.0321510103379516</c:v>
                </c:pt>
                <c:pt idx="2032">
                  <c:v>9.0330760015414775</c:v>
                </c:pt>
                <c:pt idx="2033">
                  <c:v>9.0346354908432893</c:v>
                </c:pt>
                <c:pt idx="2034">
                  <c:v>9.0302164142218047</c:v>
                </c:pt>
                <c:pt idx="2035">
                  <c:v>9.026963184658948</c:v>
                </c:pt>
                <c:pt idx="2036">
                  <c:v>9.0278944590586931</c:v>
                </c:pt>
                <c:pt idx="2037">
                  <c:v>9.0290258532580463</c:v>
                </c:pt>
                <c:pt idx="2038">
                  <c:v>9.031282777340282</c:v>
                </c:pt>
                <c:pt idx="2039">
                  <c:v>9.0309939597540332</c:v>
                </c:pt>
                <c:pt idx="2040">
                  <c:v>9.029845182045138</c:v>
                </c:pt>
                <c:pt idx="2041">
                  <c:v>9.0302275145351274</c:v>
                </c:pt>
                <c:pt idx="2042">
                  <c:v>9.0311004599299629</c:v>
                </c:pt>
                <c:pt idx="2043">
                  <c:v>9.0312912596551786</c:v>
                </c:pt>
                <c:pt idx="2044">
                  <c:v>9.032068909907343</c:v>
                </c:pt>
                <c:pt idx="2045">
                  <c:v>9.0331142243184832</c:v>
                </c:pt>
                <c:pt idx="2046">
                  <c:v>9.0326722014644041</c:v>
                </c:pt>
                <c:pt idx="2047">
                  <c:v>9.0312646607911802</c:v>
                </c:pt>
                <c:pt idx="2048">
                  <c:v>9.0273360923546075</c:v>
                </c:pt>
                <c:pt idx="2049">
                  <c:v>9.0278451359683665</c:v>
                </c:pt>
                <c:pt idx="2050">
                  <c:v>9.0298394224486032</c:v>
                </c:pt>
                <c:pt idx="2051">
                  <c:v>9.0292025157917664</c:v>
                </c:pt>
                <c:pt idx="2052">
                  <c:v>9.0277721461722766</c:v>
                </c:pt>
                <c:pt idx="2053">
                  <c:v>9.0272172352261109</c:v>
                </c:pt>
                <c:pt idx="2054">
                  <c:v>9.0275764246100234</c:v>
                </c:pt>
                <c:pt idx="2055">
                  <c:v>9.0277876447229524</c:v>
                </c:pt>
                <c:pt idx="2056">
                  <c:v>9.0293345676323238</c:v>
                </c:pt>
                <c:pt idx="2057">
                  <c:v>9.0295952155555188</c:v>
                </c:pt>
                <c:pt idx="2058">
                  <c:v>9.0276078405911235</c:v>
                </c:pt>
                <c:pt idx="2059">
                  <c:v>9.0254684122782027</c:v>
                </c:pt>
                <c:pt idx="2060">
                  <c:v>9.0266366678953798</c:v>
                </c:pt>
                <c:pt idx="2061">
                  <c:v>9.0292012591525221</c:v>
                </c:pt>
                <c:pt idx="2062">
                  <c:v>9.0317861660774419</c:v>
                </c:pt>
                <c:pt idx="2063">
                  <c:v>9.0333291096292072</c:v>
                </c:pt>
                <c:pt idx="2064">
                  <c:v>9.0319108875224092</c:v>
                </c:pt>
                <c:pt idx="2065">
                  <c:v>9.0270046537540001</c:v>
                </c:pt>
                <c:pt idx="2066">
                  <c:v>9.0237568696278672</c:v>
                </c:pt>
                <c:pt idx="2067">
                  <c:v>9.0235402040782127</c:v>
                </c:pt>
                <c:pt idx="2068">
                  <c:v>9.0261192466866618</c:v>
                </c:pt>
                <c:pt idx="2069">
                  <c:v>9.0281412839502035</c:v>
                </c:pt>
                <c:pt idx="2070">
                  <c:v>9.0301388167484884</c:v>
                </c:pt>
                <c:pt idx="2071">
                  <c:v>9.0311721930868085</c:v>
                </c:pt>
                <c:pt idx="2072">
                  <c:v>9.0298208870197545</c:v>
                </c:pt>
                <c:pt idx="2073">
                  <c:v>9.0301303344335899</c:v>
                </c:pt>
                <c:pt idx="2074">
                  <c:v>9.0320653494294856</c:v>
                </c:pt>
                <c:pt idx="2075">
                  <c:v>9.0337665248060581</c:v>
                </c:pt>
                <c:pt idx="2076">
                  <c:v>9.0331259529514263</c:v>
                </c:pt>
                <c:pt idx="2077">
                  <c:v>9.0308091290652275</c:v>
                </c:pt>
                <c:pt idx="2078">
                  <c:v>9.0307896511569457</c:v>
                </c:pt>
                <c:pt idx="2079">
                  <c:v>9.032047128160448</c:v>
                </c:pt>
                <c:pt idx="2080">
                  <c:v>9.0298390035688563</c:v>
                </c:pt>
                <c:pt idx="2081">
                  <c:v>9.0276324497763181</c:v>
                </c:pt>
                <c:pt idx="2082">
                  <c:v>9.0275706650134886</c:v>
                </c:pt>
                <c:pt idx="2083">
                  <c:v>9.0274407075716709</c:v>
                </c:pt>
                <c:pt idx="2084">
                  <c:v>9.0254749049142973</c:v>
                </c:pt>
                <c:pt idx="2085">
                  <c:v>9.0267321724779244</c:v>
                </c:pt>
                <c:pt idx="2086">
                  <c:v>9.0290500435634939</c:v>
                </c:pt>
                <c:pt idx="2087">
                  <c:v>9.0306343514903737</c:v>
                </c:pt>
                <c:pt idx="2088">
                  <c:v>9.0304293098537265</c:v>
                </c:pt>
                <c:pt idx="2089">
                  <c:v>9.027427303419735</c:v>
                </c:pt>
                <c:pt idx="2090">
                  <c:v>9.028311139688018</c:v>
                </c:pt>
                <c:pt idx="2091">
                  <c:v>9.0286486520449714</c:v>
                </c:pt>
                <c:pt idx="2092">
                  <c:v>9.0280322704957854</c:v>
                </c:pt>
                <c:pt idx="2093">
                  <c:v>9.022798472764439</c:v>
                </c:pt>
                <c:pt idx="2094">
                  <c:v>9.0207928765310061</c:v>
                </c:pt>
                <c:pt idx="2095">
                  <c:v>9.0228349153025142</c:v>
                </c:pt>
                <c:pt idx="2096">
                  <c:v>9.0226801392356286</c:v>
                </c:pt>
                <c:pt idx="2097">
                  <c:v>9.0224056682807507</c:v>
                </c:pt>
                <c:pt idx="2098">
                  <c:v>9.0249858628085047</c:v>
                </c:pt>
                <c:pt idx="2099">
                  <c:v>9.027241949131243</c:v>
                </c:pt>
                <c:pt idx="2100">
                  <c:v>9.0244796466330452</c:v>
                </c:pt>
                <c:pt idx="2101">
                  <c:v>9.0242810976324925</c:v>
                </c:pt>
                <c:pt idx="2102">
                  <c:v>9.0265265025216568</c:v>
                </c:pt>
                <c:pt idx="2103">
                  <c:v>9.0268561608833338</c:v>
                </c:pt>
                <c:pt idx="2104">
                  <c:v>9.0276179984250113</c:v>
                </c:pt>
                <c:pt idx="2105">
                  <c:v>9.0254899845852261</c:v>
                </c:pt>
                <c:pt idx="2106">
                  <c:v>9.0230720012398837</c:v>
                </c:pt>
                <c:pt idx="2107">
                  <c:v>9.0235735050181791</c:v>
                </c:pt>
                <c:pt idx="2108">
                  <c:v>9.0211434788800826</c:v>
                </c:pt>
                <c:pt idx="2109">
                  <c:v>9.021566652145502</c:v>
                </c:pt>
                <c:pt idx="2110">
                  <c:v>9.0260369368161797</c:v>
                </c:pt>
                <c:pt idx="2111">
                  <c:v>9.0293036752509082</c:v>
                </c:pt>
                <c:pt idx="2112">
                  <c:v>9.0294470368446618</c:v>
                </c:pt>
                <c:pt idx="2113">
                  <c:v>9.0289390404302736</c:v>
                </c:pt>
                <c:pt idx="2114">
                  <c:v>9.0290138104652922</c:v>
                </c:pt>
                <c:pt idx="2115">
                  <c:v>9.0297238116381546</c:v>
                </c:pt>
                <c:pt idx="2116">
                  <c:v>9.0295939589162746</c:v>
                </c:pt>
                <c:pt idx="2117">
                  <c:v>9.0295445311060103</c:v>
                </c:pt>
                <c:pt idx="2118">
                  <c:v>9.0304489972018835</c:v>
                </c:pt>
                <c:pt idx="2119">
                  <c:v>9.0296275740160521</c:v>
                </c:pt>
                <c:pt idx="2120">
                  <c:v>9.027848277566477</c:v>
                </c:pt>
                <c:pt idx="2121">
                  <c:v>9.0254432794933237</c:v>
                </c:pt>
                <c:pt idx="2122">
                  <c:v>9.0227176289730746</c:v>
                </c:pt>
                <c:pt idx="2123">
                  <c:v>9.022144287317996</c:v>
                </c:pt>
                <c:pt idx="2124">
                  <c:v>9.0255127088115543</c:v>
                </c:pt>
                <c:pt idx="2125">
                  <c:v>9.0292877578204855</c:v>
                </c:pt>
                <c:pt idx="2126">
                  <c:v>9.0296866360605197</c:v>
                </c:pt>
                <c:pt idx="2127">
                  <c:v>9.0275583080609216</c:v>
                </c:pt>
                <c:pt idx="2128">
                  <c:v>9.0267432727912471</c:v>
                </c:pt>
                <c:pt idx="2129">
                  <c:v>9.0277044970929747</c:v>
                </c:pt>
                <c:pt idx="2130">
                  <c:v>9.0257796399309687</c:v>
                </c:pt>
                <c:pt idx="2131">
                  <c:v>9.0260616507213101</c:v>
                </c:pt>
                <c:pt idx="2132">
                  <c:v>9.0285892758406909</c:v>
                </c:pt>
                <c:pt idx="2133">
                  <c:v>9.0281461010673052</c:v>
                </c:pt>
                <c:pt idx="2134">
                  <c:v>9.0283071603304119</c:v>
                </c:pt>
                <c:pt idx="2135">
                  <c:v>9.0304478452825769</c:v>
                </c:pt>
                <c:pt idx="2136">
                  <c:v>9.0320216812157561</c:v>
                </c:pt>
                <c:pt idx="2137">
                  <c:v>9.0322246284536636</c:v>
                </c:pt>
                <c:pt idx="2138">
                  <c:v>9.029919114320661</c:v>
                </c:pt>
                <c:pt idx="2139">
                  <c:v>9.0297557512189393</c:v>
                </c:pt>
                <c:pt idx="2140">
                  <c:v>9.0302910795368874</c:v>
                </c:pt>
                <c:pt idx="2141">
                  <c:v>9.0283284184776242</c:v>
                </c:pt>
                <c:pt idx="2142">
                  <c:v>9.0258859306670249</c:v>
                </c:pt>
                <c:pt idx="2143">
                  <c:v>9.026403666035554</c:v>
                </c:pt>
                <c:pt idx="2144">
                  <c:v>9.0293323685136464</c:v>
                </c:pt>
                <c:pt idx="2145">
                  <c:v>9.0306968692927629</c:v>
                </c:pt>
                <c:pt idx="2146">
                  <c:v>9.0312645560712426</c:v>
                </c:pt>
                <c:pt idx="2147">
                  <c:v>9.0295107065663593</c:v>
                </c:pt>
                <c:pt idx="2148">
                  <c:v>9.0301132650838589</c:v>
                </c:pt>
                <c:pt idx="2149">
                  <c:v>9.0329510706566367</c:v>
                </c:pt>
                <c:pt idx="2150">
                  <c:v>9.0331164234371588</c:v>
                </c:pt>
                <c:pt idx="2151">
                  <c:v>9.0300213209791735</c:v>
                </c:pt>
                <c:pt idx="2152">
                  <c:v>9.029482432183368</c:v>
                </c:pt>
                <c:pt idx="2153">
                  <c:v>9.0295910267580375</c:v>
                </c:pt>
                <c:pt idx="2154">
                  <c:v>9.0257153418896507</c:v>
                </c:pt>
                <c:pt idx="2155">
                  <c:v>9.0243207864886141</c:v>
                </c:pt>
                <c:pt idx="2156">
                  <c:v>9.0242113541544491</c:v>
                </c:pt>
                <c:pt idx="2157">
                  <c:v>9.0256850778278572</c:v>
                </c:pt>
                <c:pt idx="2158">
                  <c:v>9.0265223137241755</c:v>
                </c:pt>
                <c:pt idx="2159">
                  <c:v>9.0291115141665124</c:v>
                </c:pt>
                <c:pt idx="2160">
                  <c:v>9.0316916039743305</c:v>
                </c:pt>
                <c:pt idx="2161">
                  <c:v>9.0316995626895427</c:v>
                </c:pt>
                <c:pt idx="2162">
                  <c:v>9.0325908340733534</c:v>
                </c:pt>
                <c:pt idx="2163">
                  <c:v>9.0344655303855372</c:v>
                </c:pt>
                <c:pt idx="2164">
                  <c:v>9.0343440552586163</c:v>
                </c:pt>
                <c:pt idx="2165">
                  <c:v>9.032218135817569</c:v>
                </c:pt>
                <c:pt idx="2166">
                  <c:v>9.0295728054889999</c:v>
                </c:pt>
                <c:pt idx="2167">
                  <c:v>9.0276703583935127</c:v>
                </c:pt>
                <c:pt idx="2168">
                  <c:v>9.0260217524253132</c:v>
                </c:pt>
                <c:pt idx="2169">
                  <c:v>9.0234701464403599</c:v>
                </c:pt>
                <c:pt idx="2170">
                  <c:v>9.025462233801921</c:v>
                </c:pt>
                <c:pt idx="2171">
                  <c:v>9.029857853157516</c:v>
                </c:pt>
                <c:pt idx="2172">
                  <c:v>9.0336443166395792</c:v>
                </c:pt>
                <c:pt idx="2173">
                  <c:v>9.0330254218119066</c:v>
                </c:pt>
                <c:pt idx="2174">
                  <c:v>9.0285637241760632</c:v>
                </c:pt>
                <c:pt idx="2175">
                  <c:v>9.0271595345408233</c:v>
                </c:pt>
                <c:pt idx="2176">
                  <c:v>9.0275354791146558</c:v>
                </c:pt>
                <c:pt idx="2177">
                  <c:v>9.028925217398589</c:v>
                </c:pt>
                <c:pt idx="2178">
                  <c:v>9.0300028902702607</c:v>
                </c:pt>
                <c:pt idx="2179">
                  <c:v>9.0288429075281069</c:v>
                </c:pt>
                <c:pt idx="2180">
                  <c:v>9.0294910192182023</c:v>
                </c:pt>
                <c:pt idx="2181">
                  <c:v>9.0298222483789345</c:v>
                </c:pt>
                <c:pt idx="2182">
                  <c:v>9.0295478821439943</c:v>
                </c:pt>
                <c:pt idx="2183">
                  <c:v>9.0317876321565613</c:v>
                </c:pt>
                <c:pt idx="2184">
                  <c:v>9.032058856793391</c:v>
                </c:pt>
                <c:pt idx="2185">
                  <c:v>9.0305277465945082</c:v>
                </c:pt>
                <c:pt idx="2186">
                  <c:v>9.0282680997939107</c:v>
                </c:pt>
                <c:pt idx="2187">
                  <c:v>9.0280007497947494</c:v>
                </c:pt>
                <c:pt idx="2188">
                  <c:v>9.0327380703047773</c:v>
                </c:pt>
                <c:pt idx="2189">
                  <c:v>9.0360841864517543</c:v>
                </c:pt>
                <c:pt idx="2190">
                  <c:v>9.0364468315935866</c:v>
                </c:pt>
                <c:pt idx="2191">
                  <c:v>9.0395022451954485</c:v>
                </c:pt>
                <c:pt idx="2192">
                  <c:v>9.0459439874000971</c:v>
                </c:pt>
                <c:pt idx="2193">
                  <c:v>9.0513095228121916</c:v>
                </c:pt>
                <c:pt idx="2194">
                  <c:v>9.0552212313389067</c:v>
                </c:pt>
                <c:pt idx="2195">
                  <c:v>9.0596855469731743</c:v>
                </c:pt>
                <c:pt idx="2196">
                  <c:v>9.0629263148635282</c:v>
                </c:pt>
                <c:pt idx="2197">
                  <c:v>9.0651920354204716</c:v>
                </c:pt>
                <c:pt idx="2198">
                  <c:v>9.068935249568554</c:v>
                </c:pt>
                <c:pt idx="2199">
                  <c:v>9.068039789387262</c:v>
                </c:pt>
                <c:pt idx="2200">
                  <c:v>9.0658411943099377</c:v>
                </c:pt>
                <c:pt idx="2201">
                  <c:v>9.0629274667828366</c:v>
                </c:pt>
                <c:pt idx="2202">
                  <c:v>9.0591484384162992</c:v>
                </c:pt>
                <c:pt idx="2203">
                  <c:v>9.0550538888795806</c:v>
                </c:pt>
                <c:pt idx="2204">
                  <c:v>9.050654499606253</c:v>
                </c:pt>
                <c:pt idx="2205">
                  <c:v>9.0487140391736336</c:v>
                </c:pt>
                <c:pt idx="2206">
                  <c:v>9.0477160581740197</c:v>
                </c:pt>
                <c:pt idx="2207">
                  <c:v>9.0444215689559844</c:v>
                </c:pt>
                <c:pt idx="2208">
                  <c:v>9.0404047216125196</c:v>
                </c:pt>
                <c:pt idx="2209">
                  <c:v>9.0370389181173874</c:v>
                </c:pt>
                <c:pt idx="2210">
                  <c:v>9.0359318189434177</c:v>
                </c:pt>
                <c:pt idx="2211">
                  <c:v>9.0341445637786304</c:v>
                </c:pt>
                <c:pt idx="2212">
                  <c:v>9.0313326240302931</c:v>
                </c:pt>
                <c:pt idx="2213">
                  <c:v>9.0303154792822085</c:v>
                </c:pt>
                <c:pt idx="2214">
                  <c:v>9.0310670542700606</c:v>
                </c:pt>
                <c:pt idx="2215">
                  <c:v>9.0334248236516252</c:v>
                </c:pt>
                <c:pt idx="2216">
                  <c:v>9.0355082267982514</c:v>
                </c:pt>
                <c:pt idx="2217">
                  <c:v>9.0340883291724605</c:v>
                </c:pt>
                <c:pt idx="2218">
                  <c:v>9.0297378441097127</c:v>
                </c:pt>
                <c:pt idx="2219">
                  <c:v>9.0252733190355716</c:v>
                </c:pt>
                <c:pt idx="2220">
                  <c:v>9.0220179950739734</c:v>
                </c:pt>
                <c:pt idx="2221">
                  <c:v>9.0210052485632417</c:v>
                </c:pt>
                <c:pt idx="2222">
                  <c:v>9.0241420295561543</c:v>
                </c:pt>
                <c:pt idx="2223">
                  <c:v>9.0279608514987526</c:v>
                </c:pt>
                <c:pt idx="2224">
                  <c:v>9.0294223229395314</c:v>
                </c:pt>
                <c:pt idx="2225">
                  <c:v>9.0295043186502024</c:v>
                </c:pt>
                <c:pt idx="2226">
                  <c:v>9.0304195708995856</c:v>
                </c:pt>
                <c:pt idx="2227">
                  <c:v>9.0321200132366002</c:v>
                </c:pt>
                <c:pt idx="2228">
                  <c:v>9.0324318692089882</c:v>
                </c:pt>
                <c:pt idx="2229">
                  <c:v>9.0300257192165265</c:v>
                </c:pt>
                <c:pt idx="2230">
                  <c:v>9.0277994780758348</c:v>
                </c:pt>
                <c:pt idx="2231">
                  <c:v>9.0302002873515068</c:v>
                </c:pt>
                <c:pt idx="2232">
                  <c:v>9.0330810280984544</c:v>
                </c:pt>
                <c:pt idx="2233">
                  <c:v>9.0334387514032475</c:v>
                </c:pt>
                <c:pt idx="2234">
                  <c:v>9.0343346304642864</c:v>
                </c:pt>
                <c:pt idx="2235">
                  <c:v>9.0341069693212468</c:v>
                </c:pt>
                <c:pt idx="2236">
                  <c:v>9.0327493800579735</c:v>
                </c:pt>
                <c:pt idx="2237">
                  <c:v>9.0311252785550327</c:v>
                </c:pt>
                <c:pt idx="2238">
                  <c:v>9.026908625571771</c:v>
                </c:pt>
                <c:pt idx="2239">
                  <c:v>9.0222164393545903</c:v>
                </c:pt>
                <c:pt idx="2240">
                  <c:v>9.0195072298644501</c:v>
                </c:pt>
                <c:pt idx="2241">
                  <c:v>9.0222076428798825</c:v>
                </c:pt>
                <c:pt idx="2242">
                  <c:v>9.0257226722852408</c:v>
                </c:pt>
                <c:pt idx="2243">
                  <c:v>9.027551501265016</c:v>
                </c:pt>
                <c:pt idx="2244">
                  <c:v>9.0313181726789882</c:v>
                </c:pt>
                <c:pt idx="2245">
                  <c:v>9.0340177479349233</c:v>
                </c:pt>
                <c:pt idx="2246">
                  <c:v>9.0351893545900843</c:v>
                </c:pt>
                <c:pt idx="2247">
                  <c:v>9.0353405701791125</c:v>
                </c:pt>
                <c:pt idx="2248">
                  <c:v>9.0332363277650245</c:v>
                </c:pt>
                <c:pt idx="2249">
                  <c:v>9.0303963230735729</c:v>
                </c:pt>
                <c:pt idx="2250">
                  <c:v>9.0285669704941114</c:v>
                </c:pt>
                <c:pt idx="2251">
                  <c:v>9.0239055719384087</c:v>
                </c:pt>
                <c:pt idx="2252">
                  <c:v>9.0188896963959593</c:v>
                </c:pt>
                <c:pt idx="2253">
                  <c:v>9.0187226680964425</c:v>
                </c:pt>
                <c:pt idx="2254">
                  <c:v>9.0205787242598401</c:v>
                </c:pt>
                <c:pt idx="2255">
                  <c:v>9.0211524847946656</c:v>
                </c:pt>
                <c:pt idx="2256">
                  <c:v>9.0212799289579948</c:v>
                </c:pt>
                <c:pt idx="2257">
                  <c:v>9.0228802590352366</c:v>
                </c:pt>
                <c:pt idx="2258">
                  <c:v>9.0253153117303082</c:v>
                </c:pt>
                <c:pt idx="2259">
                  <c:v>9.0260940091818433</c:v>
                </c:pt>
                <c:pt idx="2260">
                  <c:v>9.025711257812107</c:v>
                </c:pt>
                <c:pt idx="2261">
                  <c:v>9.0235299415243873</c:v>
                </c:pt>
                <c:pt idx="2262">
                  <c:v>9.0209370758842553</c:v>
                </c:pt>
                <c:pt idx="2263">
                  <c:v>9.0227187808923812</c:v>
                </c:pt>
                <c:pt idx="2264">
                  <c:v>9.0214156459963473</c:v>
                </c:pt>
                <c:pt idx="2265">
                  <c:v>9.0185151131813086</c:v>
                </c:pt>
                <c:pt idx="2266">
                  <c:v>9.0188526255382602</c:v>
                </c:pt>
                <c:pt idx="2267">
                  <c:v>9.0229565998693086</c:v>
                </c:pt>
                <c:pt idx="2268">
                  <c:v>9.0256377444163327</c:v>
                </c:pt>
                <c:pt idx="2269">
                  <c:v>9.0247628093426933</c:v>
                </c:pt>
                <c:pt idx="2270">
                  <c:v>9.0234508779719516</c:v>
                </c:pt>
                <c:pt idx="2271">
                  <c:v>9.0228803637551724</c:v>
                </c:pt>
                <c:pt idx="2272">
                  <c:v>9.0239802372534896</c:v>
                </c:pt>
                <c:pt idx="2273">
                  <c:v>9.0233779928957993</c:v>
                </c:pt>
                <c:pt idx="2274">
                  <c:v>9.0202039316053142</c:v>
                </c:pt>
                <c:pt idx="2275">
                  <c:v>9.0196532094566297</c:v>
                </c:pt>
                <c:pt idx="2276">
                  <c:v>9.019320200056967</c:v>
                </c:pt>
                <c:pt idx="2277">
                  <c:v>9.0207791582192591</c:v>
                </c:pt>
                <c:pt idx="2278">
                  <c:v>9.0233164175728433</c:v>
                </c:pt>
                <c:pt idx="2279">
                  <c:v>9.0257650838597261</c:v>
                </c:pt>
                <c:pt idx="2280">
                  <c:v>9.0274964185781545</c:v>
                </c:pt>
                <c:pt idx="2281">
                  <c:v>9.0229629877854673</c:v>
                </c:pt>
                <c:pt idx="2282">
                  <c:v>9.0212883065529557</c:v>
                </c:pt>
                <c:pt idx="2283">
                  <c:v>9.0221411457198872</c:v>
                </c:pt>
                <c:pt idx="2284">
                  <c:v>9.0199870566157863</c:v>
                </c:pt>
                <c:pt idx="2285">
                  <c:v>9.0192711911264514</c:v>
                </c:pt>
                <c:pt idx="2286">
                  <c:v>9.0197251520533488</c:v>
                </c:pt>
                <c:pt idx="2287">
                  <c:v>9.0207061684231693</c:v>
                </c:pt>
                <c:pt idx="2288">
                  <c:v>9.0235540271098973</c:v>
                </c:pt>
                <c:pt idx="2289">
                  <c:v>9.0237538327496942</c:v>
                </c:pt>
                <c:pt idx="2290">
                  <c:v>9.0237021011008167</c:v>
                </c:pt>
                <c:pt idx="2291">
                  <c:v>9.0234525534909444</c:v>
                </c:pt>
                <c:pt idx="2292">
                  <c:v>9.0229738786589149</c:v>
                </c:pt>
                <c:pt idx="2293">
                  <c:v>9.0241307198029581</c:v>
                </c:pt>
                <c:pt idx="2294">
                  <c:v>9.0241237035671791</c:v>
                </c:pt>
                <c:pt idx="2295">
                  <c:v>9.021951183754167</c:v>
                </c:pt>
                <c:pt idx="2296">
                  <c:v>9.0228375333009403</c:v>
                </c:pt>
                <c:pt idx="2297">
                  <c:v>9.0255530259872998</c:v>
                </c:pt>
                <c:pt idx="2298">
                  <c:v>9.0249058567766358</c:v>
                </c:pt>
                <c:pt idx="2299">
                  <c:v>9.02334165507766</c:v>
                </c:pt>
                <c:pt idx="2300">
                  <c:v>9.022103446542566</c:v>
                </c:pt>
                <c:pt idx="2301">
                  <c:v>9.0237621056247175</c:v>
                </c:pt>
                <c:pt idx="2302">
                  <c:v>9.0269572156225397</c:v>
                </c:pt>
                <c:pt idx="2303">
                  <c:v>9.0276931873397785</c:v>
                </c:pt>
                <c:pt idx="2304">
                  <c:v>9.030520835078665</c:v>
                </c:pt>
                <c:pt idx="2305">
                  <c:v>9.0319923596333958</c:v>
                </c:pt>
                <c:pt idx="2306">
                  <c:v>9.0307464018229648</c:v>
                </c:pt>
                <c:pt idx="2307">
                  <c:v>9.0264496380878985</c:v>
                </c:pt>
                <c:pt idx="2308">
                  <c:v>9.0224924811085234</c:v>
                </c:pt>
                <c:pt idx="2309">
                  <c:v>9.0228498902535055</c:v>
                </c:pt>
                <c:pt idx="2310">
                  <c:v>9.0234972689040429</c:v>
                </c:pt>
                <c:pt idx="2311">
                  <c:v>9.0235088928170502</c:v>
                </c:pt>
                <c:pt idx="2312">
                  <c:v>9.0235011435417114</c:v>
                </c:pt>
                <c:pt idx="2313">
                  <c:v>9.0222179054337079</c:v>
                </c:pt>
                <c:pt idx="2314">
                  <c:v>9.0228243385888778</c:v>
                </c:pt>
                <c:pt idx="2315">
                  <c:v>9.0247347443995771</c:v>
                </c:pt>
                <c:pt idx="2316">
                  <c:v>9.0262152748688909</c:v>
                </c:pt>
                <c:pt idx="2317">
                  <c:v>9.0261788323308139</c:v>
                </c:pt>
                <c:pt idx="2318">
                  <c:v>9.0277645016168755</c:v>
                </c:pt>
                <c:pt idx="2319">
                  <c:v>9.0298040271098969</c:v>
                </c:pt>
                <c:pt idx="2320">
                  <c:v>9.0312291607325363</c:v>
                </c:pt>
                <c:pt idx="2321">
                  <c:v>9.0343626954074026</c:v>
                </c:pt>
                <c:pt idx="2322">
                  <c:v>9.0348235678501414</c:v>
                </c:pt>
                <c:pt idx="2323">
                  <c:v>9.0337889348725771</c:v>
                </c:pt>
                <c:pt idx="2324">
                  <c:v>9.0317176792386444</c:v>
                </c:pt>
                <c:pt idx="2325">
                  <c:v>9.0279367659132408</c:v>
                </c:pt>
                <c:pt idx="2326">
                  <c:v>9.0267428539114984</c:v>
                </c:pt>
                <c:pt idx="2327">
                  <c:v>9.0296234899385084</c:v>
                </c:pt>
                <c:pt idx="2328">
                  <c:v>9.0309415997855336</c:v>
                </c:pt>
                <c:pt idx="2329">
                  <c:v>9.028976111287971</c:v>
                </c:pt>
                <c:pt idx="2330">
                  <c:v>9.0278978100966771</c:v>
                </c:pt>
                <c:pt idx="2331">
                  <c:v>9.0267512315064593</c:v>
                </c:pt>
                <c:pt idx="2332">
                  <c:v>9.0247430172746004</c:v>
                </c:pt>
                <c:pt idx="2333">
                  <c:v>9.0248605130439152</c:v>
                </c:pt>
                <c:pt idx="2334">
                  <c:v>9.0235005152220893</c:v>
                </c:pt>
                <c:pt idx="2335">
                  <c:v>9.0218325360655456</c:v>
                </c:pt>
                <c:pt idx="2336">
                  <c:v>9.0228479005747033</c:v>
                </c:pt>
                <c:pt idx="2337">
                  <c:v>9.0249984292009451</c:v>
                </c:pt>
                <c:pt idx="2338">
                  <c:v>9.0258183863076589</c:v>
                </c:pt>
                <c:pt idx="2339">
                  <c:v>9.0247715010974652</c:v>
                </c:pt>
                <c:pt idx="2340">
                  <c:v>9.0237940452055021</c:v>
                </c:pt>
                <c:pt idx="2341">
                  <c:v>9.024085899669922</c:v>
                </c:pt>
                <c:pt idx="2342">
                  <c:v>9.0244538855285423</c:v>
                </c:pt>
                <c:pt idx="2343">
                  <c:v>9.0259908600438994</c:v>
                </c:pt>
                <c:pt idx="2344">
                  <c:v>9.0248171589899968</c:v>
                </c:pt>
                <c:pt idx="2345">
                  <c:v>9.0243483278320458</c:v>
                </c:pt>
                <c:pt idx="2346">
                  <c:v>9.0232953688655062</c:v>
                </c:pt>
                <c:pt idx="2347">
                  <c:v>9.0213179422951253</c:v>
                </c:pt>
                <c:pt idx="2348">
                  <c:v>9.0201595303520268</c:v>
                </c:pt>
                <c:pt idx="2349">
                  <c:v>9.0207615652698419</c:v>
                </c:pt>
                <c:pt idx="2350">
                  <c:v>9.0223844101335384</c:v>
                </c:pt>
                <c:pt idx="2351">
                  <c:v>9.0214310398270872</c:v>
                </c:pt>
                <c:pt idx="2352">
                  <c:v>9.0208479592178676</c:v>
                </c:pt>
                <c:pt idx="2353">
                  <c:v>9.0231359851213906</c:v>
                </c:pt>
                <c:pt idx="2354">
                  <c:v>9.0256927223832584</c:v>
                </c:pt>
                <c:pt idx="2355">
                  <c:v>9.0272088576311518</c:v>
                </c:pt>
                <c:pt idx="2356">
                  <c:v>9.0263155965685371</c:v>
                </c:pt>
                <c:pt idx="2357">
                  <c:v>9.0259859382068601</c:v>
                </c:pt>
                <c:pt idx="2358">
                  <c:v>9.0260237421041172</c:v>
                </c:pt>
                <c:pt idx="2359">
                  <c:v>9.0269967997587255</c:v>
                </c:pt>
                <c:pt idx="2360">
                  <c:v>9.0268596166412554</c:v>
                </c:pt>
                <c:pt idx="2361">
                  <c:v>9.0240816061525049</c:v>
                </c:pt>
                <c:pt idx="2362">
                  <c:v>9.0224745739992969</c:v>
                </c:pt>
                <c:pt idx="2363">
                  <c:v>9.0243500033510387</c:v>
                </c:pt>
                <c:pt idx="2364">
                  <c:v>9.025058014845099</c:v>
                </c:pt>
                <c:pt idx="2365">
                  <c:v>9.0261853249669084</c:v>
                </c:pt>
                <c:pt idx="2366">
                  <c:v>9.0260058349948888</c:v>
                </c:pt>
                <c:pt idx="2367">
                  <c:v>9.0245191260492934</c:v>
                </c:pt>
                <c:pt idx="2368">
                  <c:v>9.0223027285826785</c:v>
                </c:pt>
                <c:pt idx="2369">
                  <c:v>9.0177714969086669</c:v>
                </c:pt>
                <c:pt idx="2370">
                  <c:v>9.0150745396511578</c:v>
                </c:pt>
                <c:pt idx="2371">
                  <c:v>9.0165868002613809</c:v>
                </c:pt>
                <c:pt idx="2372">
                  <c:v>9.0209757175410079</c:v>
                </c:pt>
                <c:pt idx="2373">
                  <c:v>9.0260668867181604</c:v>
                </c:pt>
                <c:pt idx="2374">
                  <c:v>9.0299650863730037</c:v>
                </c:pt>
                <c:pt idx="2375">
                  <c:v>9.0296102952264459</c:v>
                </c:pt>
                <c:pt idx="2376">
                  <c:v>9.0265489125881739</c:v>
                </c:pt>
                <c:pt idx="2377">
                  <c:v>9.0263512013471168</c:v>
                </c:pt>
                <c:pt idx="2378">
                  <c:v>9.0265804332892117</c:v>
                </c:pt>
                <c:pt idx="2379">
                  <c:v>9.0259845768476783</c:v>
                </c:pt>
                <c:pt idx="2380">
                  <c:v>9.0260657347988538</c:v>
                </c:pt>
                <c:pt idx="2381">
                  <c:v>9.0265964554395719</c:v>
                </c:pt>
                <c:pt idx="2382">
                  <c:v>9.0273316941172528</c:v>
                </c:pt>
                <c:pt idx="2383">
                  <c:v>9.0275941222793765</c:v>
                </c:pt>
                <c:pt idx="2384">
                  <c:v>9.0259041519360625</c:v>
                </c:pt>
                <c:pt idx="2385">
                  <c:v>9.0251230459259748</c:v>
                </c:pt>
                <c:pt idx="2386">
                  <c:v>9.0258812182698591</c:v>
                </c:pt>
                <c:pt idx="2387">
                  <c:v>9.0278769708292135</c:v>
                </c:pt>
                <c:pt idx="2388">
                  <c:v>9.0272550391233679</c:v>
                </c:pt>
                <c:pt idx="2389">
                  <c:v>9.0256299951409957</c:v>
                </c:pt>
                <c:pt idx="2390">
                  <c:v>9.028931919474557</c:v>
                </c:pt>
                <c:pt idx="2391">
                  <c:v>9.0297857011209217</c:v>
                </c:pt>
                <c:pt idx="2392">
                  <c:v>9.0239604451853968</c:v>
                </c:pt>
                <c:pt idx="2393">
                  <c:v>9.0215457081581025</c:v>
                </c:pt>
                <c:pt idx="2394">
                  <c:v>9.0207066920228538</c:v>
                </c:pt>
                <c:pt idx="2395">
                  <c:v>9.0237532044300721</c:v>
                </c:pt>
                <c:pt idx="2396">
                  <c:v>9.0266020055962333</c:v>
                </c:pt>
                <c:pt idx="2397">
                  <c:v>9.0264178032270497</c:v>
                </c:pt>
                <c:pt idx="2398">
                  <c:v>9.0225992954442642</c:v>
                </c:pt>
                <c:pt idx="2399">
                  <c:v>9.0203982918083874</c:v>
                </c:pt>
                <c:pt idx="2400">
                  <c:v>9.0203529480756668</c:v>
                </c:pt>
                <c:pt idx="2401">
                  <c:v>9.0204159894777405</c:v>
                </c:pt>
                <c:pt idx="2402">
                  <c:v>9.0229131410954544</c:v>
                </c:pt>
                <c:pt idx="2403">
                  <c:v>9.0251391727962744</c:v>
                </c:pt>
                <c:pt idx="2404">
                  <c:v>9.0274754745907551</c:v>
                </c:pt>
                <c:pt idx="2405">
                  <c:v>9.0288954769364818</c:v>
                </c:pt>
                <c:pt idx="2406">
                  <c:v>9.0295025384112737</c:v>
                </c:pt>
                <c:pt idx="2407">
                  <c:v>9.0299688562907363</c:v>
                </c:pt>
                <c:pt idx="2408">
                  <c:v>9.0291237663991417</c:v>
                </c:pt>
                <c:pt idx="2409">
                  <c:v>9.027177022770303</c:v>
                </c:pt>
                <c:pt idx="2410">
                  <c:v>9.0272172352261109</c:v>
                </c:pt>
                <c:pt idx="2411">
                  <c:v>9.0270240269423461</c:v>
                </c:pt>
                <c:pt idx="2412">
                  <c:v>9.0226165742338686</c:v>
                </c:pt>
                <c:pt idx="2413">
                  <c:v>9.0204527461756285</c:v>
                </c:pt>
                <c:pt idx="2414">
                  <c:v>9.0195988598093262</c:v>
                </c:pt>
                <c:pt idx="2415">
                  <c:v>9.0207958086892415</c:v>
                </c:pt>
                <c:pt idx="2416">
                  <c:v>9.0240001340415201</c:v>
                </c:pt>
                <c:pt idx="2417">
                  <c:v>9.0252845240688302</c:v>
                </c:pt>
                <c:pt idx="2418">
                  <c:v>9.0256929318231318</c:v>
                </c:pt>
                <c:pt idx="2419">
                  <c:v>9.0244804843925408</c:v>
                </c:pt>
                <c:pt idx="2420">
                  <c:v>9.0259970385201811</c:v>
                </c:pt>
                <c:pt idx="2421">
                  <c:v>9.0293128906053646</c:v>
                </c:pt>
                <c:pt idx="2422">
                  <c:v>9.030196831593587</c:v>
                </c:pt>
                <c:pt idx="2423">
                  <c:v>9.0301245748370551</c:v>
                </c:pt>
                <c:pt idx="2424">
                  <c:v>9.0264202117856005</c:v>
                </c:pt>
                <c:pt idx="2425">
                  <c:v>9.0251583365447452</c:v>
                </c:pt>
                <c:pt idx="2426">
                  <c:v>9.0263868061256982</c:v>
                </c:pt>
                <c:pt idx="2427">
                  <c:v>9.0261309753196048</c:v>
                </c:pt>
                <c:pt idx="2428">
                  <c:v>9.0253094474138358</c:v>
                </c:pt>
                <c:pt idx="2429">
                  <c:v>9.0251605356634226</c:v>
                </c:pt>
                <c:pt idx="2430">
                  <c:v>9.0251600120637363</c:v>
                </c:pt>
                <c:pt idx="2431">
                  <c:v>9.0271686451753439</c:v>
                </c:pt>
                <c:pt idx="2432">
                  <c:v>9.0284900013404155</c:v>
                </c:pt>
                <c:pt idx="2433">
                  <c:v>9.03112747767371</c:v>
                </c:pt>
                <c:pt idx="2434">
                  <c:v>9.0304644957525593</c:v>
                </c:pt>
                <c:pt idx="2435">
                  <c:v>9.0277277449189892</c:v>
                </c:pt>
                <c:pt idx="2436">
                  <c:v>9.0288696111120412</c:v>
                </c:pt>
                <c:pt idx="2437">
                  <c:v>9.0292142444247112</c:v>
                </c:pt>
                <c:pt idx="2438">
                  <c:v>9.0287475076654999</c:v>
                </c:pt>
                <c:pt idx="2439">
                  <c:v>9.0278338262151703</c:v>
                </c:pt>
                <c:pt idx="2440">
                  <c:v>9.0287392347904767</c:v>
                </c:pt>
                <c:pt idx="2441">
                  <c:v>9.0278033527135033</c:v>
                </c:pt>
                <c:pt idx="2442">
                  <c:v>9.0234486788532742</c:v>
                </c:pt>
                <c:pt idx="2443">
                  <c:v>9.0221213536517944</c:v>
                </c:pt>
                <c:pt idx="2444">
                  <c:v>9.0241201430893216</c:v>
                </c:pt>
                <c:pt idx="2445">
                  <c:v>9.0266589732419611</c:v>
                </c:pt>
                <c:pt idx="2446">
                  <c:v>9.0286556682807504</c:v>
                </c:pt>
                <c:pt idx="2447">
                  <c:v>9.0260876212656864</c:v>
                </c:pt>
                <c:pt idx="2448">
                  <c:v>9.0242089455958983</c:v>
                </c:pt>
                <c:pt idx="2449">
                  <c:v>9.024306125697434</c:v>
                </c:pt>
                <c:pt idx="2450">
                  <c:v>9.0239131117738722</c:v>
                </c:pt>
                <c:pt idx="2451">
                  <c:v>9.0244112645141836</c:v>
                </c:pt>
                <c:pt idx="2452">
                  <c:v>9.0229418343581926</c:v>
                </c:pt>
                <c:pt idx="2453">
                  <c:v>9.0226467335757246</c:v>
                </c:pt>
                <c:pt idx="2454">
                  <c:v>9.0222666002044125</c:v>
                </c:pt>
                <c:pt idx="2455">
                  <c:v>9.0217397542013646</c:v>
                </c:pt>
                <c:pt idx="2456">
                  <c:v>9.021685823433808</c:v>
                </c:pt>
                <c:pt idx="2457">
                  <c:v>9.0228052795603446</c:v>
                </c:pt>
                <c:pt idx="2458">
                  <c:v>9.0266178183067201</c:v>
                </c:pt>
                <c:pt idx="2459">
                  <c:v>9.0265004272573428</c:v>
                </c:pt>
                <c:pt idx="2460">
                  <c:v>9.0255446483923389</c:v>
                </c:pt>
                <c:pt idx="2461">
                  <c:v>9.0241912479265451</c:v>
                </c:pt>
                <c:pt idx="2462">
                  <c:v>9.0200000418879753</c:v>
                </c:pt>
                <c:pt idx="2463">
                  <c:v>9.0219421778395859</c:v>
                </c:pt>
                <c:pt idx="2464">
                  <c:v>9.0259368245564069</c:v>
                </c:pt>
                <c:pt idx="2465">
                  <c:v>9.0282115510279315</c:v>
                </c:pt>
                <c:pt idx="2466">
                  <c:v>9.0288469916056506</c:v>
                </c:pt>
                <c:pt idx="2467">
                  <c:v>9.0294079763081623</c:v>
                </c:pt>
                <c:pt idx="2468">
                  <c:v>9.0278128822277708</c:v>
                </c:pt>
                <c:pt idx="2469">
                  <c:v>9.0248938139838817</c:v>
                </c:pt>
                <c:pt idx="2470">
                  <c:v>9.0237838873716125</c:v>
                </c:pt>
                <c:pt idx="2471">
                  <c:v>9.0243691670995094</c:v>
                </c:pt>
                <c:pt idx="2472">
                  <c:v>9.0254127012717191</c:v>
                </c:pt>
                <c:pt idx="2473">
                  <c:v>9.026091077023608</c:v>
                </c:pt>
                <c:pt idx="2474">
                  <c:v>9.0261620771408939</c:v>
                </c:pt>
                <c:pt idx="2475">
                  <c:v>9.0293189643617104</c:v>
                </c:pt>
                <c:pt idx="2476">
                  <c:v>9.0299188001608499</c:v>
                </c:pt>
                <c:pt idx="2477">
                  <c:v>9.0275498257460249</c:v>
                </c:pt>
                <c:pt idx="2478">
                  <c:v>9.0260800814302229</c:v>
                </c:pt>
                <c:pt idx="2479">
                  <c:v>9.0268571033627669</c:v>
                </c:pt>
                <c:pt idx="2480">
                  <c:v>9.0269328158772186</c:v>
                </c:pt>
                <c:pt idx="2481">
                  <c:v>9.0253755256940842</c:v>
                </c:pt>
                <c:pt idx="2482">
                  <c:v>9.0229451853961766</c:v>
                </c:pt>
                <c:pt idx="2483">
                  <c:v>9.0224184441130646</c:v>
                </c:pt>
                <c:pt idx="2484">
                  <c:v>9.0220242782701945</c:v>
                </c:pt>
                <c:pt idx="2485">
                  <c:v>9.0188494839401496</c:v>
                </c:pt>
                <c:pt idx="2486">
                  <c:v>9.0178982080324381</c:v>
                </c:pt>
                <c:pt idx="2487">
                  <c:v>9.0172476877837902</c:v>
                </c:pt>
                <c:pt idx="2488">
                  <c:v>9.0188685429686846</c:v>
                </c:pt>
                <c:pt idx="2489">
                  <c:v>9.0217130506174286</c:v>
                </c:pt>
                <c:pt idx="2490">
                  <c:v>9.0266154097481692</c:v>
                </c:pt>
                <c:pt idx="2491">
                  <c:v>9.0306528869192224</c:v>
                </c:pt>
                <c:pt idx="2492">
                  <c:v>9.0287509634234198</c:v>
                </c:pt>
                <c:pt idx="2493">
                  <c:v>9.0247015481795483</c:v>
                </c:pt>
                <c:pt idx="2494">
                  <c:v>9.0230585970879478</c:v>
                </c:pt>
                <c:pt idx="2495">
                  <c:v>9.0211059891426366</c:v>
                </c:pt>
                <c:pt idx="2496">
                  <c:v>9.0222092136789378</c:v>
                </c:pt>
                <c:pt idx="2497">
                  <c:v>9.0259963054806231</c:v>
                </c:pt>
                <c:pt idx="2498">
                  <c:v>9.0270360697351002</c:v>
                </c:pt>
                <c:pt idx="2499">
                  <c:v>9.0252247289848029</c:v>
                </c:pt>
                <c:pt idx="2500">
                  <c:v>9.0245137853325073</c:v>
                </c:pt>
                <c:pt idx="2501">
                  <c:v>9.0230460306955074</c:v>
                </c:pt>
                <c:pt idx="2502">
                  <c:v>9.0216773411189113</c:v>
                </c:pt>
                <c:pt idx="2503">
                  <c:v>9.0215556565521169</c:v>
                </c:pt>
                <c:pt idx="2504">
                  <c:v>9.0237806410535661</c:v>
                </c:pt>
                <c:pt idx="2505">
                  <c:v>9.0236566526481585</c:v>
                </c:pt>
                <c:pt idx="2506">
                  <c:v>9.025560984702512</c:v>
                </c:pt>
                <c:pt idx="2507">
                  <c:v>9.0280150964261185</c:v>
                </c:pt>
                <c:pt idx="2508">
                  <c:v>9.0310362666085826</c:v>
                </c:pt>
                <c:pt idx="2509">
                  <c:v>9.0299932560360574</c:v>
                </c:pt>
                <c:pt idx="2510">
                  <c:v>9.0268924987014731</c:v>
                </c:pt>
                <c:pt idx="2511">
                  <c:v>9.0250209439873998</c:v>
                </c:pt>
                <c:pt idx="2512">
                  <c:v>9.0255772162927475</c:v>
                </c:pt>
                <c:pt idx="2513">
                  <c:v>9.0280370876128888</c:v>
                </c:pt>
                <c:pt idx="2514">
                  <c:v>9.0274433255700952</c:v>
                </c:pt>
                <c:pt idx="2515">
                  <c:v>9.0250432493339812</c:v>
                </c:pt>
                <c:pt idx="2516">
                  <c:v>9.0257953479215178</c:v>
                </c:pt>
                <c:pt idx="2517">
                  <c:v>9.0273418519511424</c:v>
                </c:pt>
                <c:pt idx="2518">
                  <c:v>9.0259308555199969</c:v>
                </c:pt>
                <c:pt idx="2519">
                  <c:v>9.0254665273193364</c:v>
                </c:pt>
                <c:pt idx="2520">
                  <c:v>9.0282009743142932</c:v>
                </c:pt>
                <c:pt idx="2521">
                  <c:v>9.0291575909387927</c:v>
                </c:pt>
                <c:pt idx="2522">
                  <c:v>9.0287665666940331</c:v>
                </c:pt>
                <c:pt idx="2523">
                  <c:v>9.0249006207797873</c:v>
                </c:pt>
                <c:pt idx="2524">
                  <c:v>9.0218021672838162</c:v>
                </c:pt>
                <c:pt idx="2525">
                  <c:v>9.0219415495199637</c:v>
                </c:pt>
                <c:pt idx="2526">
                  <c:v>9.024047048573296</c:v>
                </c:pt>
                <c:pt idx="2527">
                  <c:v>9.0268058953135739</c:v>
                </c:pt>
                <c:pt idx="2528">
                  <c:v>9.0258268686225556</c:v>
                </c:pt>
                <c:pt idx="2529">
                  <c:v>9.0230319982239493</c:v>
                </c:pt>
                <c:pt idx="2530">
                  <c:v>9.0239711266189708</c:v>
                </c:pt>
                <c:pt idx="2531">
                  <c:v>9.0260312819395807</c:v>
                </c:pt>
                <c:pt idx="2532">
                  <c:v>9.0266801266692358</c:v>
                </c:pt>
                <c:pt idx="2533">
                  <c:v>9.0258817418695436</c:v>
                </c:pt>
                <c:pt idx="2534">
                  <c:v>9.0249097314143061</c:v>
                </c:pt>
                <c:pt idx="2535">
                  <c:v>9.0216151374763331</c:v>
                </c:pt>
                <c:pt idx="2536">
                  <c:v>9.0227366880016078</c:v>
                </c:pt>
                <c:pt idx="2537">
                  <c:v>9.0247722341370231</c:v>
                </c:pt>
                <c:pt idx="2538">
                  <c:v>9.0241647537824843</c:v>
                </c:pt>
                <c:pt idx="2539">
                  <c:v>9.0251592790241784</c:v>
                </c:pt>
                <c:pt idx="2540">
                  <c:v>9.0292301618551338</c:v>
                </c:pt>
                <c:pt idx="2541">
                  <c:v>9.0307459829432162</c:v>
                </c:pt>
                <c:pt idx="2542">
                  <c:v>9.030085409580618</c:v>
                </c:pt>
                <c:pt idx="2543">
                  <c:v>9.0278932024194489</c:v>
                </c:pt>
                <c:pt idx="2544">
                  <c:v>9.0247221780071385</c:v>
                </c:pt>
                <c:pt idx="2545">
                  <c:v>9.0275039584136181</c:v>
                </c:pt>
                <c:pt idx="2546">
                  <c:v>9.0285804793659832</c:v>
                </c:pt>
                <c:pt idx="2547">
                  <c:v>9.0288991421342768</c:v>
                </c:pt>
                <c:pt idx="2548">
                  <c:v>9.0316986202101095</c:v>
                </c:pt>
                <c:pt idx="2549">
                  <c:v>9.0321104837223327</c:v>
                </c:pt>
                <c:pt idx="2550">
                  <c:v>9.0310430734044864</c:v>
                </c:pt>
                <c:pt idx="2551">
                  <c:v>9.0299641438935705</c:v>
                </c:pt>
                <c:pt idx="2552">
                  <c:v>9.0318233416550768</c:v>
                </c:pt>
                <c:pt idx="2553">
                  <c:v>9.0345886810314493</c:v>
                </c:pt>
                <c:pt idx="2554">
                  <c:v>9.0344820761355837</c:v>
                </c:pt>
                <c:pt idx="2555">
                  <c:v>9.0323572038939055</c:v>
                </c:pt>
                <c:pt idx="2556">
                  <c:v>9.0305526699395138</c:v>
                </c:pt>
                <c:pt idx="2557">
                  <c:v>9.0287160916843998</c:v>
                </c:pt>
                <c:pt idx="2558">
                  <c:v>9.0275052150528623</c:v>
                </c:pt>
                <c:pt idx="2559">
                  <c:v>9.0238203299096895</c:v>
                </c:pt>
                <c:pt idx="2560">
                  <c:v>9.0216060268418143</c:v>
                </c:pt>
                <c:pt idx="2561">
                  <c:v>9.0195673391082885</c:v>
                </c:pt>
                <c:pt idx="2562">
                  <c:v>9.0215057051421681</c:v>
                </c:pt>
                <c:pt idx="2563">
                  <c:v>9.0247693019787878</c:v>
                </c:pt>
                <c:pt idx="2564">
                  <c:v>9.0234869016302799</c:v>
                </c:pt>
                <c:pt idx="2565">
                  <c:v>9.0207346522460323</c:v>
                </c:pt>
                <c:pt idx="2566">
                  <c:v>9.0178894115577304</c:v>
                </c:pt>
                <c:pt idx="2567">
                  <c:v>9.0147018413953717</c:v>
                </c:pt>
                <c:pt idx="2568">
                  <c:v>9.0131302045808681</c:v>
                </c:pt>
                <c:pt idx="2569">
                  <c:v>9.0134345207177926</c:v>
                </c:pt>
                <c:pt idx="2570">
                  <c:v>9.0155911231003802</c:v>
                </c:pt>
                <c:pt idx="2571">
                  <c:v>9.0191990390898589</c:v>
                </c:pt>
                <c:pt idx="2572">
                  <c:v>9.0219524403934113</c:v>
                </c:pt>
                <c:pt idx="2573">
                  <c:v>9.0252315357807085</c:v>
                </c:pt>
                <c:pt idx="2574">
                  <c:v>9.0247688830990391</c:v>
                </c:pt>
                <c:pt idx="2575">
                  <c:v>9.0237782324950153</c:v>
                </c:pt>
                <c:pt idx="2576">
                  <c:v>9.0276852286245663</c:v>
                </c:pt>
                <c:pt idx="2577">
                  <c:v>9.0313270738736318</c:v>
                </c:pt>
                <c:pt idx="2578">
                  <c:v>9.0323324899887734</c:v>
                </c:pt>
                <c:pt idx="2579">
                  <c:v>9.0322160414188293</c:v>
                </c:pt>
                <c:pt idx="2580">
                  <c:v>9.0302654231523221</c:v>
                </c:pt>
                <c:pt idx="2581">
                  <c:v>9.0264764463917704</c:v>
                </c:pt>
                <c:pt idx="2582">
                  <c:v>9.0228986897441477</c:v>
                </c:pt>
                <c:pt idx="2583">
                  <c:v>9.0225746862590679</c:v>
                </c:pt>
                <c:pt idx="2584">
                  <c:v>9.0253308102809839</c:v>
                </c:pt>
                <c:pt idx="2585">
                  <c:v>9.0242315651022906</c:v>
                </c:pt>
                <c:pt idx="2586">
                  <c:v>9.021220971633463</c:v>
                </c:pt>
                <c:pt idx="2587">
                  <c:v>9.0211973049277017</c:v>
                </c:pt>
                <c:pt idx="2588">
                  <c:v>9.0247306603220352</c:v>
                </c:pt>
                <c:pt idx="2589">
                  <c:v>9.0271011008159778</c:v>
                </c:pt>
                <c:pt idx="2590">
                  <c:v>9.0285641430558119</c:v>
                </c:pt>
                <c:pt idx="2591">
                  <c:v>9.0290006157532297</c:v>
                </c:pt>
                <c:pt idx="2592">
                  <c:v>9.027604698993013</c:v>
                </c:pt>
                <c:pt idx="2593">
                  <c:v>9.026578967210094</c:v>
                </c:pt>
                <c:pt idx="2594">
                  <c:v>9.0230662416433489</c:v>
                </c:pt>
                <c:pt idx="2595">
                  <c:v>9.0184550039374702</c:v>
                </c:pt>
                <c:pt idx="2596">
                  <c:v>9.0214973275472072</c:v>
                </c:pt>
                <c:pt idx="2597">
                  <c:v>9.0244391200174245</c:v>
                </c:pt>
                <c:pt idx="2598">
                  <c:v>9.0256350216979708</c:v>
                </c:pt>
                <c:pt idx="2599">
                  <c:v>9.0252439974532113</c:v>
                </c:pt>
                <c:pt idx="2600">
                  <c:v>9.0243708426185005</c:v>
                </c:pt>
                <c:pt idx="2601">
                  <c:v>9.023885779870314</c:v>
                </c:pt>
                <c:pt idx="2602">
                  <c:v>9.0205193480555597</c:v>
                </c:pt>
                <c:pt idx="2603">
                  <c:v>9.0212934378298684</c:v>
                </c:pt>
                <c:pt idx="2604">
                  <c:v>9.0225656803444867</c:v>
                </c:pt>
                <c:pt idx="2605">
                  <c:v>9.0213766901797836</c:v>
                </c:pt>
                <c:pt idx="2606">
                  <c:v>9.0199846480572354</c:v>
                </c:pt>
                <c:pt idx="2607">
                  <c:v>9.0191578841546161</c:v>
                </c:pt>
                <c:pt idx="2608">
                  <c:v>9.0194241869544083</c:v>
                </c:pt>
                <c:pt idx="2609">
                  <c:v>9.0214158554362207</c:v>
                </c:pt>
                <c:pt idx="2610">
                  <c:v>9.0247859524487701</c:v>
                </c:pt>
                <c:pt idx="2611">
                  <c:v>9.0263505730274947</c:v>
                </c:pt>
                <c:pt idx="2612">
                  <c:v>9.0246940083440848</c:v>
                </c:pt>
                <c:pt idx="2613">
                  <c:v>9.0234368455003935</c:v>
                </c:pt>
                <c:pt idx="2614">
                  <c:v>9.0211762562203646</c:v>
                </c:pt>
                <c:pt idx="2615">
                  <c:v>9.0199150092991296</c:v>
                </c:pt>
                <c:pt idx="2616">
                  <c:v>9.0205156828577646</c:v>
                </c:pt>
                <c:pt idx="2617">
                  <c:v>9.0210780289194581</c:v>
                </c:pt>
                <c:pt idx="2618">
                  <c:v>9.0245488665114024</c:v>
                </c:pt>
                <c:pt idx="2619">
                  <c:v>9.0265781294505967</c:v>
                </c:pt>
                <c:pt idx="2620">
                  <c:v>9.0282022309535375</c:v>
                </c:pt>
                <c:pt idx="2621">
                  <c:v>9.0272017366754351</c:v>
                </c:pt>
                <c:pt idx="2622">
                  <c:v>9.0231824807734196</c:v>
                </c:pt>
                <c:pt idx="2623">
                  <c:v>9.0206056372836478</c:v>
                </c:pt>
                <c:pt idx="2624">
                  <c:v>9.0181027260693991</c:v>
                </c:pt>
                <c:pt idx="2625">
                  <c:v>9.0163674119933646</c:v>
                </c:pt>
                <c:pt idx="2626">
                  <c:v>9.017120557780272</c:v>
                </c:pt>
                <c:pt idx="2627">
                  <c:v>9.0182949918737325</c:v>
                </c:pt>
                <c:pt idx="2628">
                  <c:v>9.0195281738518513</c:v>
                </c:pt>
                <c:pt idx="2629">
                  <c:v>9.0210114270395252</c:v>
                </c:pt>
                <c:pt idx="2630">
                  <c:v>9.0213322889264944</c:v>
                </c:pt>
                <c:pt idx="2631">
                  <c:v>9.0239524864701846</c:v>
                </c:pt>
                <c:pt idx="2632">
                  <c:v>9.0265995970376824</c:v>
                </c:pt>
                <c:pt idx="2633">
                  <c:v>9.0283430792688026</c:v>
                </c:pt>
                <c:pt idx="2634">
                  <c:v>9.0286915872191411</c:v>
                </c:pt>
                <c:pt idx="2635">
                  <c:v>9.0271382763936128</c:v>
                </c:pt>
                <c:pt idx="2636">
                  <c:v>9.0268850635859454</c:v>
                </c:pt>
                <c:pt idx="2637">
                  <c:v>9.0252868279074452</c:v>
                </c:pt>
                <c:pt idx="2638">
                  <c:v>9.0233798778546657</c:v>
                </c:pt>
                <c:pt idx="2639">
                  <c:v>9.026532157398254</c:v>
                </c:pt>
                <c:pt idx="2640">
                  <c:v>9.0284750263894242</c:v>
                </c:pt>
                <c:pt idx="2641">
                  <c:v>9.0285827832045982</c:v>
                </c:pt>
                <c:pt idx="2642">
                  <c:v>9.0298822529028371</c:v>
                </c:pt>
                <c:pt idx="2643">
                  <c:v>9.0307792838831826</c:v>
                </c:pt>
                <c:pt idx="2644">
                  <c:v>9.032587587755307</c:v>
                </c:pt>
                <c:pt idx="2645">
                  <c:v>9.0331634426888723</c:v>
                </c:pt>
                <c:pt idx="2646">
                  <c:v>9.0293011619724215</c:v>
                </c:pt>
                <c:pt idx="2647">
                  <c:v>9.0294114320660821</c:v>
                </c:pt>
                <c:pt idx="2648">
                  <c:v>9.0275612402191587</c:v>
                </c:pt>
                <c:pt idx="2649">
                  <c:v>9.0248543345676318</c:v>
                </c:pt>
                <c:pt idx="2650">
                  <c:v>9.0245387086775128</c:v>
                </c:pt>
                <c:pt idx="2651">
                  <c:v>9.024686259068746</c:v>
                </c:pt>
                <c:pt idx="2652">
                  <c:v>9.0258842551480321</c:v>
                </c:pt>
                <c:pt idx="2653">
                  <c:v>9.0272169210662998</c:v>
                </c:pt>
                <c:pt idx="2654">
                  <c:v>9.0268619204798686</c:v>
                </c:pt>
                <c:pt idx="2655">
                  <c:v>9.0245831099308003</c:v>
                </c:pt>
                <c:pt idx="2656">
                  <c:v>9.0216609000888024</c:v>
                </c:pt>
                <c:pt idx="2657">
                  <c:v>9.0199757468625901</c:v>
                </c:pt>
                <c:pt idx="2658">
                  <c:v>9.020925137811437</c:v>
                </c:pt>
                <c:pt idx="2659">
                  <c:v>9.0250883836268283</c:v>
                </c:pt>
                <c:pt idx="2660">
                  <c:v>9.0280844210244116</c:v>
                </c:pt>
                <c:pt idx="2661">
                  <c:v>9.030991970075231</c:v>
                </c:pt>
                <c:pt idx="2662">
                  <c:v>9.0300670835916428</c:v>
                </c:pt>
                <c:pt idx="2663">
                  <c:v>9.0280445227284147</c:v>
                </c:pt>
                <c:pt idx="2664">
                  <c:v>9.0267095529715338</c:v>
                </c:pt>
                <c:pt idx="2665">
                  <c:v>9.0267456813497979</c:v>
                </c:pt>
                <c:pt idx="2666">
                  <c:v>9.0271649799775489</c:v>
                </c:pt>
                <c:pt idx="2667">
                  <c:v>9.027658210880821</c:v>
                </c:pt>
                <c:pt idx="2668">
                  <c:v>9.0286448821272387</c:v>
                </c:pt>
                <c:pt idx="2669">
                  <c:v>9.0277468039475224</c:v>
                </c:pt>
                <c:pt idx="2670">
                  <c:v>9.0274775689894948</c:v>
                </c:pt>
                <c:pt idx="2671">
                  <c:v>9.0282982591357666</c:v>
                </c:pt>
                <c:pt idx="2672">
                  <c:v>9.0278492200459084</c:v>
                </c:pt>
                <c:pt idx="2673">
                  <c:v>9.0255256940837416</c:v>
                </c:pt>
                <c:pt idx="2674">
                  <c:v>9.0253908148048865</c:v>
                </c:pt>
                <c:pt idx="2675">
                  <c:v>9.0253752115342731</c:v>
                </c:pt>
                <c:pt idx="2676">
                  <c:v>9.0244324179414566</c:v>
                </c:pt>
                <c:pt idx="2677">
                  <c:v>9.023069906841144</c:v>
                </c:pt>
                <c:pt idx="2678">
                  <c:v>9.0241851741701993</c:v>
                </c:pt>
                <c:pt idx="2679">
                  <c:v>9.0258777625119375</c:v>
                </c:pt>
                <c:pt idx="2680">
                  <c:v>9.0245712765779196</c:v>
                </c:pt>
                <c:pt idx="2681">
                  <c:v>9.0211233726521787</c:v>
                </c:pt>
                <c:pt idx="2682">
                  <c:v>9.0211866234941276</c:v>
                </c:pt>
                <c:pt idx="2683">
                  <c:v>9.021709594859507</c:v>
                </c:pt>
                <c:pt idx="2684">
                  <c:v>9.0246261498249076</c:v>
                </c:pt>
                <c:pt idx="2685">
                  <c:v>9.0275283581589392</c:v>
                </c:pt>
                <c:pt idx="2686">
                  <c:v>9.0252283941825979</c:v>
                </c:pt>
                <c:pt idx="2687">
                  <c:v>9.0239444230350347</c:v>
                </c:pt>
                <c:pt idx="2688">
                  <c:v>9.0246779861937227</c:v>
                </c:pt>
                <c:pt idx="2689">
                  <c:v>9.0244015255600427</c:v>
                </c:pt>
                <c:pt idx="2690">
                  <c:v>9.0240847477506154</c:v>
                </c:pt>
                <c:pt idx="2691">
                  <c:v>9.0262057453546234</c:v>
                </c:pt>
                <c:pt idx="2692">
                  <c:v>9.0273532664242744</c:v>
                </c:pt>
                <c:pt idx="2693">
                  <c:v>9.0275667903758183</c:v>
                </c:pt>
                <c:pt idx="2694">
                  <c:v>9.0291168548833003</c:v>
                </c:pt>
                <c:pt idx="2695">
                  <c:v>9.0305229294774048</c:v>
                </c:pt>
                <c:pt idx="2696">
                  <c:v>9.028769289412395</c:v>
                </c:pt>
                <c:pt idx="2697">
                  <c:v>9.0262386274148412</c:v>
                </c:pt>
                <c:pt idx="2698">
                  <c:v>9.0274604996397638</c:v>
                </c:pt>
                <c:pt idx="2699">
                  <c:v>9.0287067716100058</c:v>
                </c:pt>
                <c:pt idx="2700">
                  <c:v>9.0278678601946947</c:v>
                </c:pt>
                <c:pt idx="2701">
                  <c:v>9.0287677186133397</c:v>
                </c:pt>
                <c:pt idx="2702">
                  <c:v>9.0293074451686408</c:v>
                </c:pt>
                <c:pt idx="2703">
                  <c:v>9.0245311688420493</c:v>
                </c:pt>
                <c:pt idx="2704">
                  <c:v>9.0227651718244726</c:v>
                </c:pt>
                <c:pt idx="2705">
                  <c:v>9.0267323819177996</c:v>
                </c:pt>
                <c:pt idx="2706">
                  <c:v>9.0278716301124273</c:v>
                </c:pt>
                <c:pt idx="2707">
                  <c:v>9.0300091734664818</c:v>
                </c:pt>
                <c:pt idx="2708">
                  <c:v>9.0327869745153553</c:v>
                </c:pt>
                <c:pt idx="2709">
                  <c:v>9.0284024554730831</c:v>
                </c:pt>
                <c:pt idx="2710">
                  <c:v>9.0220814553557958</c:v>
                </c:pt>
                <c:pt idx="2711">
                  <c:v>9.0227610877469289</c:v>
                </c:pt>
                <c:pt idx="2712">
                  <c:v>9.0255395171154262</c:v>
                </c:pt>
                <c:pt idx="2713">
                  <c:v>9.0264950865405567</c:v>
                </c:pt>
                <c:pt idx="2714">
                  <c:v>9.0258881297857005</c:v>
                </c:pt>
                <c:pt idx="2715">
                  <c:v>9.0256976442202976</c:v>
                </c:pt>
                <c:pt idx="2716">
                  <c:v>9.0292100556272299</c:v>
                </c:pt>
                <c:pt idx="2717">
                  <c:v>9.0288887748605138</c:v>
                </c:pt>
                <c:pt idx="2718">
                  <c:v>9.024910464453864</c:v>
                </c:pt>
                <c:pt idx="2719">
                  <c:v>9.0216271802690891</c:v>
                </c:pt>
                <c:pt idx="2720">
                  <c:v>9.0213738627414841</c:v>
                </c:pt>
                <c:pt idx="2721">
                  <c:v>9.0218582971700485</c:v>
                </c:pt>
                <c:pt idx="2722">
                  <c:v>9.0227818222944549</c:v>
                </c:pt>
                <c:pt idx="2723">
                  <c:v>9.0232171430725661</c:v>
                </c:pt>
                <c:pt idx="2724">
                  <c:v>9.0230807977145915</c:v>
                </c:pt>
                <c:pt idx="2725">
                  <c:v>9.0249819881708362</c:v>
                </c:pt>
                <c:pt idx="2726">
                  <c:v>9.0259422699931307</c:v>
                </c:pt>
                <c:pt idx="2727">
                  <c:v>9.0260283497813454</c:v>
                </c:pt>
                <c:pt idx="2728">
                  <c:v>9.0266806502689203</c:v>
                </c:pt>
                <c:pt idx="2729">
                  <c:v>9.0248959083826215</c:v>
                </c:pt>
                <c:pt idx="2730">
                  <c:v>9.0214329247859517</c:v>
                </c:pt>
                <c:pt idx="2731">
                  <c:v>9.0214866461136332</c:v>
                </c:pt>
                <c:pt idx="2732">
                  <c:v>9.024533682120536</c:v>
                </c:pt>
                <c:pt idx="2733">
                  <c:v>9.0283957533971151</c:v>
                </c:pt>
                <c:pt idx="2734">
                  <c:v>9.0296134368245564</c:v>
                </c:pt>
                <c:pt idx="2735">
                  <c:v>9.0277945562387956</c:v>
                </c:pt>
                <c:pt idx="2736">
                  <c:v>9.0254740671548017</c:v>
                </c:pt>
                <c:pt idx="2737">
                  <c:v>9.0243689576596342</c:v>
                </c:pt>
                <c:pt idx="2738">
                  <c:v>9.026505034934571</c:v>
                </c:pt>
                <c:pt idx="2739">
                  <c:v>9.0269012951761809</c:v>
                </c:pt>
                <c:pt idx="2740">
                  <c:v>9.0256969111807379</c:v>
                </c:pt>
                <c:pt idx="2741">
                  <c:v>9.0240690397600662</c:v>
                </c:pt>
                <c:pt idx="2742">
                  <c:v>9.02302707638691</c:v>
                </c:pt>
                <c:pt idx="2743">
                  <c:v>9.0224885017509173</c:v>
                </c:pt>
                <c:pt idx="2744">
                  <c:v>9.0203812224586564</c:v>
                </c:pt>
                <c:pt idx="2745">
                  <c:v>9.0186388921468428</c:v>
                </c:pt>
                <c:pt idx="2746">
                  <c:v>9.0170667317326547</c:v>
                </c:pt>
                <c:pt idx="2747">
                  <c:v>9.0180173793207441</c:v>
                </c:pt>
                <c:pt idx="2748">
                  <c:v>9.0217197526933965</c:v>
                </c:pt>
                <c:pt idx="2749">
                  <c:v>9.0254359490977336</c:v>
                </c:pt>
                <c:pt idx="2750">
                  <c:v>9.0285309468357831</c:v>
                </c:pt>
                <c:pt idx="2751">
                  <c:v>9.0298587956369492</c:v>
                </c:pt>
                <c:pt idx="2752">
                  <c:v>9.0294065102290428</c:v>
                </c:pt>
                <c:pt idx="2753">
                  <c:v>9.0305645032923945</c:v>
                </c:pt>
                <c:pt idx="2754">
                  <c:v>9.0312616239130072</c:v>
                </c:pt>
                <c:pt idx="2755">
                  <c:v>9.0316550567163176</c:v>
                </c:pt>
                <c:pt idx="2756">
                  <c:v>9.0321651475294473</c:v>
                </c:pt>
                <c:pt idx="2757">
                  <c:v>9.0315410167049244</c:v>
                </c:pt>
                <c:pt idx="2758">
                  <c:v>9.0291953948360497</c:v>
                </c:pt>
                <c:pt idx="2759">
                  <c:v>9.0269963808789768</c:v>
                </c:pt>
                <c:pt idx="2760">
                  <c:v>9.0295221210394914</c:v>
                </c:pt>
                <c:pt idx="2761">
                  <c:v>9.0311064289663729</c:v>
                </c:pt>
                <c:pt idx="2762">
                  <c:v>9.0289235418795979</c:v>
                </c:pt>
                <c:pt idx="2763">
                  <c:v>9.0282019167937264</c:v>
                </c:pt>
                <c:pt idx="2764">
                  <c:v>9.0254950111422012</c:v>
                </c:pt>
                <c:pt idx="2765">
                  <c:v>9.0230932593870943</c:v>
                </c:pt>
                <c:pt idx="2766">
                  <c:v>9.0220976869460312</c:v>
                </c:pt>
                <c:pt idx="2767">
                  <c:v>9.0244550374478489</c:v>
                </c:pt>
                <c:pt idx="2768">
                  <c:v>9.0253463088316614</c:v>
                </c:pt>
                <c:pt idx="2769">
                  <c:v>9.0226644312450777</c:v>
                </c:pt>
                <c:pt idx="2770">
                  <c:v>9.0229648727443319</c:v>
                </c:pt>
                <c:pt idx="2771">
                  <c:v>9.0249588450647593</c:v>
                </c:pt>
                <c:pt idx="2772">
                  <c:v>9.026623159023508</c:v>
                </c:pt>
                <c:pt idx="2773">
                  <c:v>9.0263056481745227</c:v>
                </c:pt>
                <c:pt idx="2774">
                  <c:v>9.0254387765360313</c:v>
                </c:pt>
                <c:pt idx="2775">
                  <c:v>9.0278501625253416</c:v>
                </c:pt>
                <c:pt idx="2776">
                  <c:v>9.0283548079017475</c:v>
                </c:pt>
                <c:pt idx="2777">
                  <c:v>9.026498332858603</c:v>
                </c:pt>
                <c:pt idx="2778">
                  <c:v>9.0256336603387908</c:v>
                </c:pt>
                <c:pt idx="2779">
                  <c:v>9.0237656661025749</c:v>
                </c:pt>
                <c:pt idx="2780">
                  <c:v>9.0242990047417191</c:v>
                </c:pt>
                <c:pt idx="2781">
                  <c:v>9.0270188956654316</c:v>
                </c:pt>
                <c:pt idx="2782">
                  <c:v>9.0272135700283158</c:v>
                </c:pt>
                <c:pt idx="2783">
                  <c:v>9.0263937176415396</c:v>
                </c:pt>
                <c:pt idx="2784">
                  <c:v>9.0258822654692299</c:v>
                </c:pt>
                <c:pt idx="2785">
                  <c:v>9.0227285198465221</c:v>
                </c:pt>
                <c:pt idx="2786">
                  <c:v>9.0224941566275145</c:v>
                </c:pt>
                <c:pt idx="2787">
                  <c:v>9.0220703550424748</c:v>
                </c:pt>
                <c:pt idx="2788">
                  <c:v>9.0183401261665797</c:v>
                </c:pt>
                <c:pt idx="2789">
                  <c:v>9.0185943861736177</c:v>
                </c:pt>
                <c:pt idx="2790">
                  <c:v>9.0226121759965157</c:v>
                </c:pt>
                <c:pt idx="2791">
                  <c:v>9.0243510505504076</c:v>
                </c:pt>
                <c:pt idx="2792">
                  <c:v>9.0232867818306719</c:v>
                </c:pt>
                <c:pt idx="2793">
                  <c:v>9.0227890479701092</c:v>
                </c:pt>
                <c:pt idx="2794">
                  <c:v>9.022418339393127</c:v>
                </c:pt>
                <c:pt idx="2795">
                  <c:v>9.023637803059497</c:v>
                </c:pt>
                <c:pt idx="2796">
                  <c:v>9.0251953026825067</c:v>
                </c:pt>
                <c:pt idx="2797">
                  <c:v>9.0237084890169736</c:v>
                </c:pt>
                <c:pt idx="2798">
                  <c:v>9.0234087805572774</c:v>
                </c:pt>
                <c:pt idx="2799">
                  <c:v>9.0233534884305406</c:v>
                </c:pt>
                <c:pt idx="2800">
                  <c:v>9.0216334634653084</c:v>
                </c:pt>
                <c:pt idx="2801">
                  <c:v>9.0222372786220539</c:v>
                </c:pt>
                <c:pt idx="2802">
                  <c:v>9.0234177864718603</c:v>
                </c:pt>
                <c:pt idx="2803">
                  <c:v>9.0227798326156528</c:v>
                </c:pt>
                <c:pt idx="2804">
                  <c:v>9.024426867784797</c:v>
                </c:pt>
                <c:pt idx="2805">
                  <c:v>9.0243349236801098</c:v>
                </c:pt>
                <c:pt idx="2806">
                  <c:v>9.0235806259738958</c:v>
                </c:pt>
                <c:pt idx="2807">
                  <c:v>9.0269827672871674</c:v>
                </c:pt>
                <c:pt idx="2808">
                  <c:v>9.0308134225826446</c:v>
                </c:pt>
                <c:pt idx="2809">
                  <c:v>9.0290730819496332</c:v>
                </c:pt>
                <c:pt idx="2810">
                  <c:v>9.0242067464772209</c:v>
                </c:pt>
                <c:pt idx="2811">
                  <c:v>9.0223175988137321</c:v>
                </c:pt>
                <c:pt idx="2812">
                  <c:v>9.0228802590352366</c:v>
                </c:pt>
                <c:pt idx="2813">
                  <c:v>9.0217454090779619</c:v>
                </c:pt>
                <c:pt idx="2814">
                  <c:v>9.0242730341973427</c:v>
                </c:pt>
                <c:pt idx="2815">
                  <c:v>9.0227611924668665</c:v>
                </c:pt>
                <c:pt idx="2816">
                  <c:v>9.0188608984132834</c:v>
                </c:pt>
                <c:pt idx="2817">
                  <c:v>9.0209020994252977</c:v>
                </c:pt>
                <c:pt idx="2818">
                  <c:v>9.0245044652581132</c:v>
                </c:pt>
                <c:pt idx="2819">
                  <c:v>9.0267782492502047</c:v>
                </c:pt>
                <c:pt idx="2820">
                  <c:v>9.0269860136052138</c:v>
                </c:pt>
                <c:pt idx="2821">
                  <c:v>9.027524064641522</c:v>
                </c:pt>
                <c:pt idx="2822">
                  <c:v>9.0288573588794137</c:v>
                </c:pt>
                <c:pt idx="2823">
                  <c:v>9.0297551228993189</c:v>
                </c:pt>
                <c:pt idx="2824">
                  <c:v>9.0325726128043158</c:v>
                </c:pt>
                <c:pt idx="2825">
                  <c:v>9.0340590075901002</c:v>
                </c:pt>
                <c:pt idx="2826">
                  <c:v>9.0329762034415158</c:v>
                </c:pt>
                <c:pt idx="2827">
                  <c:v>9.0313106328435229</c:v>
                </c:pt>
                <c:pt idx="2828">
                  <c:v>9.0318630305112002</c:v>
                </c:pt>
                <c:pt idx="2829">
                  <c:v>9.0319381147060298</c:v>
                </c:pt>
                <c:pt idx="2830">
                  <c:v>9.0300595437561793</c:v>
                </c:pt>
                <c:pt idx="2831">
                  <c:v>9.0282066291908922</c:v>
                </c:pt>
                <c:pt idx="2832">
                  <c:v>9.0286968232159914</c:v>
                </c:pt>
                <c:pt idx="2833">
                  <c:v>9.0278351875743503</c:v>
                </c:pt>
                <c:pt idx="2834">
                  <c:v>9.0244255064256151</c:v>
                </c:pt>
                <c:pt idx="2835">
                  <c:v>9.0239046294589755</c:v>
                </c:pt>
                <c:pt idx="2836">
                  <c:v>9.0242186845500392</c:v>
                </c:pt>
                <c:pt idx="2837">
                  <c:v>9.0259219543253515</c:v>
                </c:pt>
                <c:pt idx="2838">
                  <c:v>9.0296878926997639</c:v>
                </c:pt>
                <c:pt idx="2839">
                  <c:v>9.0290541276410377</c:v>
                </c:pt>
                <c:pt idx="2840">
                  <c:v>9.0264392708141354</c:v>
                </c:pt>
                <c:pt idx="2841">
                  <c:v>9.0250904780255681</c:v>
                </c:pt>
                <c:pt idx="2842">
                  <c:v>9.0261141154097473</c:v>
                </c:pt>
                <c:pt idx="2843">
                  <c:v>9.0280490256857053</c:v>
                </c:pt>
                <c:pt idx="2844">
                  <c:v>9.0276654365564735</c:v>
                </c:pt>
                <c:pt idx="2845">
                  <c:v>9.0260107568319281</c:v>
                </c:pt>
                <c:pt idx="2846">
                  <c:v>9.0244857203893911</c:v>
                </c:pt>
                <c:pt idx="2847">
                  <c:v>9.0246441616540718</c:v>
                </c:pt>
                <c:pt idx="2848">
                  <c:v>9.0249541326675935</c:v>
                </c:pt>
                <c:pt idx="2849">
                  <c:v>9.0245452013136074</c:v>
                </c:pt>
                <c:pt idx="2850">
                  <c:v>9.021284222475412</c:v>
                </c:pt>
                <c:pt idx="2851">
                  <c:v>9.0175133622639621</c:v>
                </c:pt>
                <c:pt idx="2852">
                  <c:v>9.0172857011209224</c:v>
                </c:pt>
                <c:pt idx="2853">
                  <c:v>9.0181229370172407</c:v>
                </c:pt>
                <c:pt idx="2854">
                  <c:v>9.0185631796323911</c:v>
                </c:pt>
                <c:pt idx="2855">
                  <c:v>9.0164871068813568</c:v>
                </c:pt>
                <c:pt idx="2856">
                  <c:v>9.0156231674011025</c:v>
                </c:pt>
                <c:pt idx="2857">
                  <c:v>9.0198614974113234</c:v>
                </c:pt>
                <c:pt idx="2858">
                  <c:v>9.0240226488279749</c:v>
                </c:pt>
                <c:pt idx="2859">
                  <c:v>9.0232935886265775</c:v>
                </c:pt>
                <c:pt idx="2860">
                  <c:v>9.019058504934403</c:v>
                </c:pt>
                <c:pt idx="2861">
                  <c:v>9.0187053893068381</c:v>
                </c:pt>
                <c:pt idx="2862">
                  <c:v>9.0218549461320645</c:v>
                </c:pt>
                <c:pt idx="2863">
                  <c:v>9.0229022502220069</c:v>
                </c:pt>
                <c:pt idx="2864">
                  <c:v>9.0192704580868917</c:v>
                </c:pt>
                <c:pt idx="2865">
                  <c:v>9.0182880803578911</c:v>
                </c:pt>
                <c:pt idx="2866">
                  <c:v>9.0178320250322539</c:v>
                </c:pt>
                <c:pt idx="2867">
                  <c:v>9.013922620344152</c:v>
                </c:pt>
                <c:pt idx="2868">
                  <c:v>9.015639713151149</c:v>
                </c:pt>
                <c:pt idx="2869">
                  <c:v>9.0201476969991461</c:v>
                </c:pt>
                <c:pt idx="2870">
                  <c:v>9.0218613340482214</c:v>
                </c:pt>
                <c:pt idx="2871">
                  <c:v>9.0232340029824236</c:v>
                </c:pt>
                <c:pt idx="2872">
                  <c:v>9.0241912479265451</c:v>
                </c:pt>
                <c:pt idx="2873">
                  <c:v>9.0244110550743084</c:v>
                </c:pt>
                <c:pt idx="2874">
                  <c:v>9.0216644605666598</c:v>
                </c:pt>
                <c:pt idx="2875">
                  <c:v>9.0196406430641893</c:v>
                </c:pt>
                <c:pt idx="2876">
                  <c:v>9.0211658889466015</c:v>
                </c:pt>
                <c:pt idx="2877">
                  <c:v>9.0229157590938787</c:v>
                </c:pt>
                <c:pt idx="2878">
                  <c:v>9.0262863797061144</c:v>
                </c:pt>
                <c:pt idx="2879">
                  <c:v>9.0270393160531466</c:v>
                </c:pt>
                <c:pt idx="2880">
                  <c:v>9.0243645594222812</c:v>
                </c:pt>
                <c:pt idx="2881">
                  <c:v>9.020867960725834</c:v>
                </c:pt>
                <c:pt idx="2882">
                  <c:v>9.0202975512289925</c:v>
                </c:pt>
                <c:pt idx="2883">
                  <c:v>9.0205945369703269</c:v>
                </c:pt>
                <c:pt idx="2884">
                  <c:v>9.0206694117252813</c:v>
                </c:pt>
                <c:pt idx="2885">
                  <c:v>9.022326604728315</c:v>
                </c:pt>
                <c:pt idx="2886">
                  <c:v>9.0226817100346839</c:v>
                </c:pt>
                <c:pt idx="2887">
                  <c:v>9.0233677303419739</c:v>
                </c:pt>
                <c:pt idx="2888">
                  <c:v>9.0257723095353786</c:v>
                </c:pt>
                <c:pt idx="2889">
                  <c:v>9.024616934470453</c:v>
                </c:pt>
                <c:pt idx="2890">
                  <c:v>9.023368358661596</c:v>
                </c:pt>
                <c:pt idx="2891">
                  <c:v>9.023212116515591</c:v>
                </c:pt>
                <c:pt idx="2892">
                  <c:v>9.024960625303688</c:v>
                </c:pt>
                <c:pt idx="2893">
                  <c:v>9.0221066928606142</c:v>
                </c:pt>
                <c:pt idx="2894">
                  <c:v>9.0198042156057845</c:v>
                </c:pt>
                <c:pt idx="2895">
                  <c:v>9.0211236868119897</c:v>
                </c:pt>
                <c:pt idx="2896">
                  <c:v>9.0219495082351759</c:v>
                </c:pt>
                <c:pt idx="2897">
                  <c:v>9.0214530310138574</c:v>
                </c:pt>
                <c:pt idx="2898">
                  <c:v>9.0202671824472631</c:v>
                </c:pt>
                <c:pt idx="2899">
                  <c:v>9.0191226982557851</c:v>
                </c:pt>
                <c:pt idx="2900">
                  <c:v>9.0159622505571093</c:v>
                </c:pt>
                <c:pt idx="2901">
                  <c:v>9.0168691252115334</c:v>
                </c:pt>
                <c:pt idx="2902">
                  <c:v>9.0187053893068381</c:v>
                </c:pt>
                <c:pt idx="2903">
                  <c:v>9.0211277708895334</c:v>
                </c:pt>
                <c:pt idx="2904">
                  <c:v>9.0241210855687548</c:v>
                </c:pt>
                <c:pt idx="2905">
                  <c:v>9.0263828267680921</c:v>
                </c:pt>
                <c:pt idx="2906">
                  <c:v>9.0291566484593595</c:v>
                </c:pt>
                <c:pt idx="2907">
                  <c:v>9.0319016721679546</c:v>
                </c:pt>
                <c:pt idx="2908">
                  <c:v>9.0330317050081259</c:v>
                </c:pt>
                <c:pt idx="2909">
                  <c:v>9.033310783640232</c:v>
                </c:pt>
                <c:pt idx="2910">
                  <c:v>9.0315958899519124</c:v>
                </c:pt>
                <c:pt idx="2911">
                  <c:v>9.0289042734111895</c:v>
                </c:pt>
                <c:pt idx="2912">
                  <c:v>9.0250160221503606</c:v>
                </c:pt>
                <c:pt idx="2913">
                  <c:v>9.0229452901161142</c:v>
                </c:pt>
                <c:pt idx="2914">
                  <c:v>9.0234473174940941</c:v>
                </c:pt>
                <c:pt idx="2915">
                  <c:v>9.0228315642645303</c:v>
                </c:pt>
                <c:pt idx="2916">
                  <c:v>9.0224158261146385</c:v>
                </c:pt>
                <c:pt idx="2917">
                  <c:v>9.0232810222341371</c:v>
                </c:pt>
                <c:pt idx="2918">
                  <c:v>9.0254248487844109</c:v>
                </c:pt>
                <c:pt idx="2919">
                  <c:v>9.0286990223346688</c:v>
                </c:pt>
                <c:pt idx="2920">
                  <c:v>9.0288965241358508</c:v>
                </c:pt>
                <c:pt idx="2921">
                  <c:v>9.0234869016302799</c:v>
                </c:pt>
                <c:pt idx="2922">
                  <c:v>9.0216018380443348</c:v>
                </c:pt>
                <c:pt idx="2923">
                  <c:v>9.0226356332624036</c:v>
                </c:pt>
                <c:pt idx="2924">
                  <c:v>9.0248528684885141</c:v>
                </c:pt>
                <c:pt idx="2925">
                  <c:v>9.0271203692843862</c:v>
                </c:pt>
                <c:pt idx="2926">
                  <c:v>9.0263786379706108</c:v>
                </c:pt>
                <c:pt idx="2927">
                  <c:v>9.0253695566576742</c:v>
                </c:pt>
                <c:pt idx="2928">
                  <c:v>9.0274778831493059</c:v>
                </c:pt>
                <c:pt idx="2929">
                  <c:v>9.0317584152941368</c:v>
                </c:pt>
                <c:pt idx="2930">
                  <c:v>9.0335255642310202</c:v>
                </c:pt>
                <c:pt idx="2931">
                  <c:v>9.0310468433222191</c:v>
                </c:pt>
                <c:pt idx="2932">
                  <c:v>9.0286266608582011</c:v>
                </c:pt>
                <c:pt idx="2933">
                  <c:v>9.0260731699143815</c:v>
                </c:pt>
                <c:pt idx="2934">
                  <c:v>9.0257652932995995</c:v>
                </c:pt>
                <c:pt idx="2935">
                  <c:v>9.0291388460700706</c:v>
                </c:pt>
                <c:pt idx="2936">
                  <c:v>9.0308348901697304</c:v>
                </c:pt>
                <c:pt idx="2937">
                  <c:v>9.0315127423219348</c:v>
                </c:pt>
                <c:pt idx="2938">
                  <c:v>9.0294054630296738</c:v>
                </c:pt>
                <c:pt idx="2939">
                  <c:v>9.0269150134879279</c:v>
                </c:pt>
                <c:pt idx="2940">
                  <c:v>9.0253487173902123</c:v>
                </c:pt>
                <c:pt idx="2941">
                  <c:v>9.023568164301393</c:v>
                </c:pt>
                <c:pt idx="2942">
                  <c:v>9.0232072993984893</c:v>
                </c:pt>
                <c:pt idx="2943">
                  <c:v>9.0217239414908761</c:v>
                </c:pt>
                <c:pt idx="2944">
                  <c:v>9.0220721352814035</c:v>
                </c:pt>
                <c:pt idx="2945">
                  <c:v>9.0226568914096141</c:v>
                </c:pt>
                <c:pt idx="2946">
                  <c:v>9.0221338153242971</c:v>
                </c:pt>
                <c:pt idx="2947">
                  <c:v>9.026721909924099</c:v>
                </c:pt>
                <c:pt idx="2948">
                  <c:v>9.0277255458003118</c:v>
                </c:pt>
                <c:pt idx="2949">
                  <c:v>9.0250718378767818</c:v>
                </c:pt>
                <c:pt idx="2950">
                  <c:v>9.022724226329105</c:v>
                </c:pt>
                <c:pt idx="2951">
                  <c:v>9.0192735996850022</c:v>
                </c:pt>
                <c:pt idx="2952">
                  <c:v>9.0198841169177157</c:v>
                </c:pt>
                <c:pt idx="2953">
                  <c:v>9.0235849194913129</c:v>
                </c:pt>
                <c:pt idx="2954">
                  <c:v>9.02764114153109</c:v>
                </c:pt>
                <c:pt idx="2955">
                  <c:v>9.0298117763852357</c:v>
                </c:pt>
                <c:pt idx="2956">
                  <c:v>9.0275427047903083</c:v>
                </c:pt>
                <c:pt idx="2957">
                  <c:v>9.025860169562522</c:v>
                </c:pt>
                <c:pt idx="2958">
                  <c:v>9.0238445202151372</c:v>
                </c:pt>
                <c:pt idx="2959">
                  <c:v>9.0231771400566334</c:v>
                </c:pt>
                <c:pt idx="2960">
                  <c:v>9.0236542440896059</c:v>
                </c:pt>
                <c:pt idx="2961">
                  <c:v>9.0265895439237305</c:v>
                </c:pt>
                <c:pt idx="2962">
                  <c:v>9.0288450019268467</c:v>
                </c:pt>
                <c:pt idx="2963">
                  <c:v>9.0258620545213883</c:v>
                </c:pt>
                <c:pt idx="2964">
                  <c:v>9.0231660397433107</c:v>
                </c:pt>
                <c:pt idx="2965">
                  <c:v>9.0223311076856056</c:v>
                </c:pt>
                <c:pt idx="2966">
                  <c:v>9.0223334115242189</c:v>
                </c:pt>
                <c:pt idx="2967">
                  <c:v>9.0210006408860153</c:v>
                </c:pt>
                <c:pt idx="2968">
                  <c:v>9.0201145007791155</c:v>
                </c:pt>
                <c:pt idx="2969">
                  <c:v>9.021182434696648</c:v>
                </c:pt>
                <c:pt idx="2970">
                  <c:v>9.0192606144128149</c:v>
                </c:pt>
                <c:pt idx="2971">
                  <c:v>9.0194653418896511</c:v>
                </c:pt>
                <c:pt idx="2972">
                  <c:v>9.0231887639696389</c:v>
                </c:pt>
                <c:pt idx="2973">
                  <c:v>9.0254642234807232</c:v>
                </c:pt>
                <c:pt idx="2974">
                  <c:v>9.0247134862523666</c:v>
                </c:pt>
                <c:pt idx="2975">
                  <c:v>9.0248303537020593</c:v>
                </c:pt>
                <c:pt idx="2976">
                  <c:v>9.0247688830990391</c:v>
                </c:pt>
                <c:pt idx="2977">
                  <c:v>9.0243237186468512</c:v>
                </c:pt>
                <c:pt idx="2978">
                  <c:v>9.0227408767990891</c:v>
                </c:pt>
                <c:pt idx="2979">
                  <c:v>9.0234087805572774</c:v>
                </c:pt>
                <c:pt idx="2980">
                  <c:v>9.0232180855519992</c:v>
                </c:pt>
                <c:pt idx="2981">
                  <c:v>9.0232698172008785</c:v>
                </c:pt>
                <c:pt idx="2982">
                  <c:v>9.0251578129450589</c:v>
                </c:pt>
                <c:pt idx="2983">
                  <c:v>9.0279471331870038</c:v>
                </c:pt>
                <c:pt idx="2984">
                  <c:v>9.0280154105859296</c:v>
                </c:pt>
                <c:pt idx="2985">
                  <c:v>9.0292973920546888</c:v>
                </c:pt>
                <c:pt idx="2986">
                  <c:v>9.0314531566777809</c:v>
                </c:pt>
                <c:pt idx="2987">
                  <c:v>9.0310608757937771</c:v>
                </c:pt>
                <c:pt idx="2988">
                  <c:v>9.0291405215890617</c:v>
                </c:pt>
                <c:pt idx="2989">
                  <c:v>9.0271519947053598</c:v>
                </c:pt>
                <c:pt idx="2990">
                  <c:v>9.0257697962568901</c:v>
                </c:pt>
                <c:pt idx="2991">
                  <c:v>9.0283629760568331</c:v>
                </c:pt>
                <c:pt idx="2992">
                  <c:v>9.0303295117537665</c:v>
                </c:pt>
                <c:pt idx="2993">
                  <c:v>9.0293182313221525</c:v>
                </c:pt>
                <c:pt idx="2994">
                  <c:v>9.0244563988070308</c:v>
                </c:pt>
                <c:pt idx="2995">
                  <c:v>9.0225717541008326</c:v>
                </c:pt>
                <c:pt idx="2996">
                  <c:v>9.0268084085920606</c:v>
                </c:pt>
                <c:pt idx="2997">
                  <c:v>9.0303566342174495</c:v>
                </c:pt>
                <c:pt idx="2998">
                  <c:v>9.0322207538159951</c:v>
                </c:pt>
                <c:pt idx="2999">
                  <c:v>9.0297325033929265</c:v>
                </c:pt>
                <c:pt idx="3000">
                  <c:v>9.0274670969957942</c:v>
                </c:pt>
                <c:pt idx="3001">
                  <c:v>9.0255935526029187</c:v>
                </c:pt>
                <c:pt idx="3002">
                  <c:v>9.0243806862925791</c:v>
                </c:pt>
                <c:pt idx="3003">
                  <c:v>9.0265625261799851</c:v>
                </c:pt>
                <c:pt idx="3004">
                  <c:v>9.0258482314897037</c:v>
                </c:pt>
                <c:pt idx="3005">
                  <c:v>9.0246866779484947</c:v>
                </c:pt>
                <c:pt idx="3006">
                  <c:v>9.0240234865874704</c:v>
                </c:pt>
                <c:pt idx="3007">
                  <c:v>9.0225575121894011</c:v>
                </c:pt>
                <c:pt idx="3008">
                  <c:v>9.0227717691805029</c:v>
                </c:pt>
                <c:pt idx="3009">
                  <c:v>9.0253047350166717</c:v>
                </c:pt>
                <c:pt idx="3010">
                  <c:v>9.0293263994772381</c:v>
                </c:pt>
                <c:pt idx="3011">
                  <c:v>9.0302164142218047</c:v>
                </c:pt>
                <c:pt idx="3012">
                  <c:v>9.0297777424057095</c:v>
                </c:pt>
                <c:pt idx="3013">
                  <c:v>9.0325869594356849</c:v>
                </c:pt>
                <c:pt idx="3014">
                  <c:v>9.036408922976392</c:v>
                </c:pt>
                <c:pt idx="3015">
                  <c:v>9.0362772900155832</c:v>
                </c:pt>
                <c:pt idx="3016">
                  <c:v>9.0333229311529237</c:v>
                </c:pt>
                <c:pt idx="3017">
                  <c:v>9.0305887983177797</c:v>
                </c:pt>
                <c:pt idx="3018">
                  <c:v>9.0274828049863451</c:v>
                </c:pt>
                <c:pt idx="3019">
                  <c:v>9.02573838027579</c:v>
                </c:pt>
                <c:pt idx="3020">
                  <c:v>9.0248821900708744</c:v>
                </c:pt>
                <c:pt idx="3021">
                  <c:v>9.0219380937620421</c:v>
                </c:pt>
                <c:pt idx="3022">
                  <c:v>9.0200165876380201</c:v>
                </c:pt>
                <c:pt idx="3023">
                  <c:v>9.0225303897257181</c:v>
                </c:pt>
                <c:pt idx="3024">
                  <c:v>9.0263407293534179</c:v>
                </c:pt>
                <c:pt idx="3025">
                  <c:v>9.0286308496556806</c:v>
                </c:pt>
                <c:pt idx="3026">
                  <c:v>9.0291660732536911</c:v>
                </c:pt>
                <c:pt idx="3027">
                  <c:v>9.0282671573144775</c:v>
                </c:pt>
                <c:pt idx="3028">
                  <c:v>9.0247629140626309</c:v>
                </c:pt>
                <c:pt idx="3029">
                  <c:v>9.0207017701858145</c:v>
                </c:pt>
                <c:pt idx="3030">
                  <c:v>9.0175912738970894</c:v>
                </c:pt>
                <c:pt idx="3031">
                  <c:v>9.0179044912286574</c:v>
                </c:pt>
                <c:pt idx="3032">
                  <c:v>9.0210811705175686</c:v>
                </c:pt>
                <c:pt idx="3033">
                  <c:v>9.0226040078414282</c:v>
                </c:pt>
                <c:pt idx="3034">
                  <c:v>9.0239733257376464</c:v>
                </c:pt>
                <c:pt idx="3035">
                  <c:v>9.0237551941088761</c:v>
                </c:pt>
                <c:pt idx="3036">
                  <c:v>9.024492108305548</c:v>
                </c:pt>
                <c:pt idx="3037">
                  <c:v>9.0252870373473186</c:v>
                </c:pt>
                <c:pt idx="3038">
                  <c:v>9.0235490005529204</c:v>
                </c:pt>
                <c:pt idx="3039">
                  <c:v>9.0193205142167781</c:v>
                </c:pt>
                <c:pt idx="3040">
                  <c:v>9.0175421602466361</c:v>
                </c:pt>
                <c:pt idx="3041">
                  <c:v>9.0167585409580617</c:v>
                </c:pt>
                <c:pt idx="3042">
                  <c:v>9.017399322252567</c:v>
                </c:pt>
                <c:pt idx="3043">
                  <c:v>9.0182125772833128</c:v>
                </c:pt>
                <c:pt idx="3044">
                  <c:v>9.0170012817720284</c:v>
                </c:pt>
                <c:pt idx="3045">
                  <c:v>9.017916952901162</c:v>
                </c:pt>
                <c:pt idx="3046">
                  <c:v>9.0183167736206293</c:v>
                </c:pt>
                <c:pt idx="3047">
                  <c:v>9.0195173876983397</c:v>
                </c:pt>
                <c:pt idx="3048">
                  <c:v>9.0216469723371819</c:v>
                </c:pt>
                <c:pt idx="3049">
                  <c:v>9.0250101578338899</c:v>
                </c:pt>
                <c:pt idx="3050">
                  <c:v>9.0259050944154957</c:v>
                </c:pt>
                <c:pt idx="3051">
                  <c:v>9.025042306854548</c:v>
                </c:pt>
                <c:pt idx="3052">
                  <c:v>9.0272147219476224</c:v>
                </c:pt>
                <c:pt idx="3053">
                  <c:v>9.0306328854112561</c:v>
                </c:pt>
                <c:pt idx="3054">
                  <c:v>9.030333386391435</c:v>
                </c:pt>
                <c:pt idx="3055">
                  <c:v>9.0287323232746335</c:v>
                </c:pt>
                <c:pt idx="3056">
                  <c:v>9.0257973376003218</c:v>
                </c:pt>
                <c:pt idx="3057">
                  <c:v>9.0262452247708733</c:v>
                </c:pt>
                <c:pt idx="3058">
                  <c:v>9.0292055526699393</c:v>
                </c:pt>
                <c:pt idx="3059">
                  <c:v>9.0279102717691799</c:v>
                </c:pt>
                <c:pt idx="3060">
                  <c:v>9.0269775312903171</c:v>
                </c:pt>
                <c:pt idx="3061">
                  <c:v>9.0302978863327912</c:v>
                </c:pt>
                <c:pt idx="3062">
                  <c:v>9.0318082619841498</c:v>
                </c:pt>
                <c:pt idx="3063">
                  <c:v>9.0291303637551739</c:v>
                </c:pt>
                <c:pt idx="3064">
                  <c:v>9.025735029237806</c:v>
                </c:pt>
                <c:pt idx="3065">
                  <c:v>9.0240975235829293</c:v>
                </c:pt>
                <c:pt idx="3066">
                  <c:v>9.0254890421057929</c:v>
                </c:pt>
                <c:pt idx="3067">
                  <c:v>9.0265454568302523</c:v>
                </c:pt>
                <c:pt idx="3068">
                  <c:v>9.0268125973895419</c:v>
                </c:pt>
                <c:pt idx="3069">
                  <c:v>9.0252582393646428</c:v>
                </c:pt>
                <c:pt idx="3070">
                  <c:v>9.020381327178594</c:v>
                </c:pt>
                <c:pt idx="3071">
                  <c:v>9.0187152329809166</c:v>
                </c:pt>
                <c:pt idx="3072">
                  <c:v>9.0191992485297323</c:v>
                </c:pt>
                <c:pt idx="3073">
                  <c:v>9.019785366017123</c:v>
                </c:pt>
                <c:pt idx="3074">
                  <c:v>9.0218461496573568</c:v>
                </c:pt>
                <c:pt idx="3075">
                  <c:v>9.0246036350384529</c:v>
                </c:pt>
                <c:pt idx="3076">
                  <c:v>9.0215905282911386</c:v>
                </c:pt>
                <c:pt idx="3077">
                  <c:v>9.020863562488481</c:v>
                </c:pt>
                <c:pt idx="3078">
                  <c:v>9.0214117713586788</c:v>
                </c:pt>
                <c:pt idx="3079">
                  <c:v>9.0217491789956945</c:v>
                </c:pt>
                <c:pt idx="3080">
                  <c:v>9.0225826449742801</c:v>
                </c:pt>
                <c:pt idx="3081">
                  <c:v>9.0225988765645155</c:v>
                </c:pt>
                <c:pt idx="3082">
                  <c:v>9.0214454911783921</c:v>
                </c:pt>
                <c:pt idx="3083">
                  <c:v>9.0201082175828962</c:v>
                </c:pt>
                <c:pt idx="3084">
                  <c:v>9.0236518355310551</c:v>
                </c:pt>
                <c:pt idx="3085">
                  <c:v>9.0231023700216149</c:v>
                </c:pt>
                <c:pt idx="3086">
                  <c:v>9.0212256840306289</c:v>
                </c:pt>
                <c:pt idx="3087">
                  <c:v>9.0202490658981613</c:v>
                </c:pt>
                <c:pt idx="3088">
                  <c:v>9.0209979181676516</c:v>
                </c:pt>
                <c:pt idx="3089">
                  <c:v>9.0252752039944379</c:v>
                </c:pt>
                <c:pt idx="3090">
                  <c:v>9.0286401697300747</c:v>
                </c:pt>
                <c:pt idx="3091">
                  <c:v>9.0267692433356235</c:v>
                </c:pt>
                <c:pt idx="3092">
                  <c:v>9.0262728708342408</c:v>
                </c:pt>
                <c:pt idx="3093">
                  <c:v>9.0261953780808604</c:v>
                </c:pt>
                <c:pt idx="3094">
                  <c:v>9.0265477606688673</c:v>
                </c:pt>
                <c:pt idx="3095">
                  <c:v>9.0260675150377825</c:v>
                </c:pt>
                <c:pt idx="3096">
                  <c:v>9.0237424182765604</c:v>
                </c:pt>
                <c:pt idx="3097">
                  <c:v>9.0248157976308168</c:v>
                </c:pt>
                <c:pt idx="3098">
                  <c:v>9.0232573555283757</c:v>
                </c:pt>
                <c:pt idx="3099">
                  <c:v>9.02227612971868</c:v>
                </c:pt>
                <c:pt idx="3100">
                  <c:v>9.0222875441918138</c:v>
                </c:pt>
                <c:pt idx="3101">
                  <c:v>9.0210814846773797</c:v>
                </c:pt>
                <c:pt idx="3102">
                  <c:v>9.0205292964495758</c:v>
                </c:pt>
                <c:pt idx="3103">
                  <c:v>9.022157691469932</c:v>
                </c:pt>
                <c:pt idx="3104">
                  <c:v>9.0245107484543343</c:v>
                </c:pt>
                <c:pt idx="3105">
                  <c:v>9.02321316371496</c:v>
                </c:pt>
                <c:pt idx="3106">
                  <c:v>9.0238072399175646</c:v>
                </c:pt>
                <c:pt idx="3107">
                  <c:v>9.026555195784395</c:v>
                </c:pt>
                <c:pt idx="3108">
                  <c:v>9.0242938734648064</c:v>
                </c:pt>
                <c:pt idx="3109">
                  <c:v>9.0221056456612434</c:v>
                </c:pt>
                <c:pt idx="3110">
                  <c:v>9.0238279744650907</c:v>
                </c:pt>
                <c:pt idx="3111">
                  <c:v>9.0267529070254504</c:v>
                </c:pt>
                <c:pt idx="3112">
                  <c:v>9.026646930449207</c:v>
                </c:pt>
                <c:pt idx="3113">
                  <c:v>9.0202765025216554</c:v>
                </c:pt>
                <c:pt idx="3114">
                  <c:v>9.0180269088350116</c:v>
                </c:pt>
                <c:pt idx="3115">
                  <c:v>9.020364571988674</c:v>
                </c:pt>
                <c:pt idx="3116">
                  <c:v>9.0211907075716695</c:v>
                </c:pt>
                <c:pt idx="3117">
                  <c:v>9.0218092882395329</c:v>
                </c:pt>
                <c:pt idx="3118">
                  <c:v>9.0202835187574344</c:v>
                </c:pt>
                <c:pt idx="3119">
                  <c:v>9.0204278228306212</c:v>
                </c:pt>
                <c:pt idx="3120">
                  <c:v>9.0243643499824078</c:v>
                </c:pt>
                <c:pt idx="3121">
                  <c:v>9.0264138238694436</c:v>
                </c:pt>
                <c:pt idx="3122">
                  <c:v>9.0255019226580426</c:v>
                </c:pt>
                <c:pt idx="3123">
                  <c:v>9.0238974037833213</c:v>
                </c:pt>
                <c:pt idx="3124">
                  <c:v>9.0234758013169571</c:v>
                </c:pt>
                <c:pt idx="3125">
                  <c:v>9.0258191193472186</c:v>
                </c:pt>
                <c:pt idx="3126">
                  <c:v>9.0290440745270839</c:v>
                </c:pt>
                <c:pt idx="3127">
                  <c:v>9.0292472312048648</c:v>
                </c:pt>
                <c:pt idx="3128">
                  <c:v>9.0290345450128182</c:v>
                </c:pt>
                <c:pt idx="3129">
                  <c:v>9.030150021781747</c:v>
                </c:pt>
                <c:pt idx="3130">
                  <c:v>9.0309086130053782</c:v>
                </c:pt>
                <c:pt idx="3131">
                  <c:v>9.0315443677429084</c:v>
                </c:pt>
                <c:pt idx="3132">
                  <c:v>9.0300290702545105</c:v>
                </c:pt>
                <c:pt idx="3133">
                  <c:v>9.0274496087663145</c:v>
                </c:pt>
                <c:pt idx="3134">
                  <c:v>9.0239474599132077</c:v>
                </c:pt>
                <c:pt idx="3135">
                  <c:v>9.0232517006517767</c:v>
                </c:pt>
                <c:pt idx="3136">
                  <c:v>9.0203752534222481</c:v>
                </c:pt>
                <c:pt idx="3137">
                  <c:v>9.0183467235226118</c:v>
                </c:pt>
                <c:pt idx="3138">
                  <c:v>9.0205464705192426</c:v>
                </c:pt>
                <c:pt idx="3139">
                  <c:v>9.0254755332339194</c:v>
                </c:pt>
                <c:pt idx="3140">
                  <c:v>9.0263852353266429</c:v>
                </c:pt>
                <c:pt idx="3141">
                  <c:v>9.0247290895229799</c:v>
                </c:pt>
                <c:pt idx="3142">
                  <c:v>9.0248288876229417</c:v>
                </c:pt>
                <c:pt idx="3143">
                  <c:v>9.0264053415545469</c:v>
                </c:pt>
                <c:pt idx="3144">
                  <c:v>9.0275013404151938</c:v>
                </c:pt>
                <c:pt idx="3145">
                  <c:v>9.0258057151952809</c:v>
                </c:pt>
                <c:pt idx="3146">
                  <c:v>9.0265607459410546</c:v>
                </c:pt>
                <c:pt idx="3147">
                  <c:v>9.0288561022401694</c:v>
                </c:pt>
                <c:pt idx="3148">
                  <c:v>9.0292627297555423</c:v>
                </c:pt>
                <c:pt idx="3149">
                  <c:v>9.0282786765075489</c:v>
                </c:pt>
                <c:pt idx="3150">
                  <c:v>9.0269637082586325</c:v>
                </c:pt>
                <c:pt idx="3151">
                  <c:v>9.0258708509960961</c:v>
                </c:pt>
                <c:pt idx="3152">
                  <c:v>9.0260053113952043</c:v>
                </c:pt>
                <c:pt idx="3153">
                  <c:v>9.0259490767890362</c:v>
                </c:pt>
                <c:pt idx="3154">
                  <c:v>9.024939890756162</c:v>
                </c:pt>
                <c:pt idx="3155">
                  <c:v>9.0250955045825449</c:v>
                </c:pt>
                <c:pt idx="3156">
                  <c:v>9.0250878600271438</c:v>
                </c:pt>
                <c:pt idx="3157">
                  <c:v>9.0256158579495001</c:v>
                </c:pt>
                <c:pt idx="3158">
                  <c:v>9.0266166663874134</c:v>
                </c:pt>
                <c:pt idx="3159">
                  <c:v>9.0281458916274318</c:v>
                </c:pt>
                <c:pt idx="3160">
                  <c:v>9.0273863579243674</c:v>
                </c:pt>
                <c:pt idx="3161">
                  <c:v>9.0273157766868284</c:v>
                </c:pt>
                <c:pt idx="3162">
                  <c:v>9.0277002035755576</c:v>
                </c:pt>
                <c:pt idx="3163">
                  <c:v>9.0280984534959696</c:v>
                </c:pt>
                <c:pt idx="3164">
                  <c:v>9.0263642913392417</c:v>
                </c:pt>
                <c:pt idx="3165">
                  <c:v>9.0218769373188348</c:v>
                </c:pt>
                <c:pt idx="3166">
                  <c:v>9.0176785056046107</c:v>
                </c:pt>
                <c:pt idx="3167">
                  <c:v>9.0182162424811079</c:v>
                </c:pt>
                <c:pt idx="3168">
                  <c:v>9.0225347879630711</c:v>
                </c:pt>
                <c:pt idx="3169">
                  <c:v>9.0245422691553703</c:v>
                </c:pt>
                <c:pt idx="3170">
                  <c:v>9.0245341010002846</c:v>
                </c:pt>
                <c:pt idx="3171">
                  <c:v>9.0203349362465026</c:v>
                </c:pt>
                <c:pt idx="3172">
                  <c:v>9.018906242146004</c:v>
                </c:pt>
                <c:pt idx="3173">
                  <c:v>9.0206022862456638</c:v>
                </c:pt>
                <c:pt idx="3174">
                  <c:v>9.0192762176834282</c:v>
                </c:pt>
                <c:pt idx="3175">
                  <c:v>9.0188485414607182</c:v>
                </c:pt>
                <c:pt idx="3176">
                  <c:v>9.0200421393026495</c:v>
                </c:pt>
                <c:pt idx="3177">
                  <c:v>9.0215469647973467</c:v>
                </c:pt>
                <c:pt idx="3178">
                  <c:v>9.0227985774843766</c:v>
                </c:pt>
                <c:pt idx="3179">
                  <c:v>9.0236707898396524</c:v>
                </c:pt>
                <c:pt idx="3180">
                  <c:v>9.0240953244642537</c:v>
                </c:pt>
                <c:pt idx="3181">
                  <c:v>9.0240078833168571</c:v>
                </c:pt>
                <c:pt idx="3182">
                  <c:v>9.025299289579948</c:v>
                </c:pt>
                <c:pt idx="3183">
                  <c:v>9.0251560327061302</c:v>
                </c:pt>
                <c:pt idx="3184">
                  <c:v>9.0266852579461485</c:v>
                </c:pt>
                <c:pt idx="3185">
                  <c:v>9.0275245882412083</c:v>
                </c:pt>
                <c:pt idx="3186">
                  <c:v>9.025897345140157</c:v>
                </c:pt>
                <c:pt idx="3187">
                  <c:v>9.0253938516830594</c:v>
                </c:pt>
                <c:pt idx="3188">
                  <c:v>9.0271786982892959</c:v>
                </c:pt>
                <c:pt idx="3189">
                  <c:v>9.0266509098068131</c:v>
                </c:pt>
                <c:pt idx="3190">
                  <c:v>9.0244291716234102</c:v>
                </c:pt>
                <c:pt idx="3191">
                  <c:v>9.0216752467201715</c:v>
                </c:pt>
                <c:pt idx="3192">
                  <c:v>9.0200318767488223</c:v>
                </c:pt>
                <c:pt idx="3193">
                  <c:v>9.0217214282123894</c:v>
                </c:pt>
                <c:pt idx="3194">
                  <c:v>9.0251430474339429</c:v>
                </c:pt>
                <c:pt idx="3195">
                  <c:v>9.0247797739724884</c:v>
                </c:pt>
                <c:pt idx="3196">
                  <c:v>9.0233097154968753</c:v>
                </c:pt>
                <c:pt idx="3197">
                  <c:v>9.0248442814536798</c:v>
                </c:pt>
                <c:pt idx="3198">
                  <c:v>9.0279185446442032</c:v>
                </c:pt>
                <c:pt idx="3199">
                  <c:v>9.0285902183201241</c:v>
                </c:pt>
                <c:pt idx="3200">
                  <c:v>9.0267989837977307</c:v>
                </c:pt>
                <c:pt idx="3201">
                  <c:v>9.0260708660757665</c:v>
                </c:pt>
                <c:pt idx="3202">
                  <c:v>9.0256707311964881</c:v>
                </c:pt>
                <c:pt idx="3203">
                  <c:v>9.0253851599282875</c:v>
                </c:pt>
                <c:pt idx="3204">
                  <c:v>9.0239385587185623</c:v>
                </c:pt>
                <c:pt idx="3205">
                  <c:v>9.0224891300705394</c:v>
                </c:pt>
                <c:pt idx="3206">
                  <c:v>9.0232600782467376</c:v>
                </c:pt>
                <c:pt idx="3207">
                  <c:v>9.022561910426754</c:v>
                </c:pt>
                <c:pt idx="3208">
                  <c:v>9.0213304039676281</c:v>
                </c:pt>
                <c:pt idx="3209">
                  <c:v>9.0213438081195658</c:v>
                </c:pt>
                <c:pt idx="3210">
                  <c:v>9.0256669612787555</c:v>
                </c:pt>
                <c:pt idx="3211">
                  <c:v>9.0299744064473977</c:v>
                </c:pt>
                <c:pt idx="3212">
                  <c:v>9.0296010798719912</c:v>
                </c:pt>
                <c:pt idx="3213">
                  <c:v>9.0260901345441749</c:v>
                </c:pt>
                <c:pt idx="3214">
                  <c:v>9.022889474389693</c:v>
                </c:pt>
                <c:pt idx="3215">
                  <c:v>9.023667229361795</c:v>
                </c:pt>
                <c:pt idx="3216">
                  <c:v>9.0244689651994712</c:v>
                </c:pt>
                <c:pt idx="3217">
                  <c:v>9.0231936858066781</c:v>
                </c:pt>
                <c:pt idx="3218">
                  <c:v>9.0231478184742731</c:v>
                </c:pt>
                <c:pt idx="3219">
                  <c:v>9.0253349990784653</c:v>
                </c:pt>
                <c:pt idx="3220">
                  <c:v>9.0267895590034009</c:v>
                </c:pt>
                <c:pt idx="3221">
                  <c:v>9.0259969338002453</c:v>
                </c:pt>
                <c:pt idx="3222">
                  <c:v>9.0242246535864492</c:v>
                </c:pt>
                <c:pt idx="3223">
                  <c:v>9.0254979433004365</c:v>
                </c:pt>
                <c:pt idx="3224">
                  <c:v>9.0262783162709646</c:v>
                </c:pt>
                <c:pt idx="3225">
                  <c:v>9.026124168523701</c:v>
                </c:pt>
                <c:pt idx="3226">
                  <c:v>9.025304001977112</c:v>
                </c:pt>
                <c:pt idx="3227">
                  <c:v>9.0250341386994624</c:v>
                </c:pt>
                <c:pt idx="3228">
                  <c:v>9.025113935291456</c:v>
                </c:pt>
                <c:pt idx="3229">
                  <c:v>9.0262850183469325</c:v>
                </c:pt>
                <c:pt idx="3230">
                  <c:v>9.0266132106294918</c:v>
                </c:pt>
                <c:pt idx="3231">
                  <c:v>9.0263529815860455</c:v>
                </c:pt>
                <c:pt idx="3232">
                  <c:v>9.026561897860363</c:v>
                </c:pt>
                <c:pt idx="3233">
                  <c:v>9.0282450614077714</c:v>
                </c:pt>
                <c:pt idx="3234">
                  <c:v>9.0272977648576642</c:v>
                </c:pt>
                <c:pt idx="3235">
                  <c:v>9.0270409915721395</c:v>
                </c:pt>
                <c:pt idx="3236">
                  <c:v>9.0268934411809063</c:v>
                </c:pt>
                <c:pt idx="3237">
                  <c:v>9.0248270026640753</c:v>
                </c:pt>
                <c:pt idx="3238">
                  <c:v>9.0244906422264304</c:v>
                </c:pt>
                <c:pt idx="3239">
                  <c:v>9.023545440075063</c:v>
                </c:pt>
                <c:pt idx="3240">
                  <c:v>9.0240497712916579</c:v>
                </c:pt>
                <c:pt idx="3241">
                  <c:v>9.0258116842316909</c:v>
                </c:pt>
                <c:pt idx="3242">
                  <c:v>9.0307121584035652</c:v>
                </c:pt>
                <c:pt idx="3243">
                  <c:v>9.0325455950605704</c:v>
                </c:pt>
                <c:pt idx="3244">
                  <c:v>9.0290445981267702</c:v>
                </c:pt>
                <c:pt idx="3245">
                  <c:v>9.0253418058743691</c:v>
                </c:pt>
                <c:pt idx="3246">
                  <c:v>9.0224694427223824</c:v>
                </c:pt>
                <c:pt idx="3247">
                  <c:v>9.0185483094013374</c:v>
                </c:pt>
                <c:pt idx="3248">
                  <c:v>9.0202356617462254</c:v>
                </c:pt>
                <c:pt idx="3249">
                  <c:v>9.0264338253774099</c:v>
                </c:pt>
                <c:pt idx="3250">
                  <c:v>9.030251390680764</c:v>
                </c:pt>
                <c:pt idx="3251">
                  <c:v>9.0315912822746842</c:v>
                </c:pt>
                <c:pt idx="3252">
                  <c:v>9.0327847753966797</c:v>
                </c:pt>
                <c:pt idx="3253">
                  <c:v>9.0337843271953489</c:v>
                </c:pt>
                <c:pt idx="3254">
                  <c:v>9.0333879622338014</c:v>
                </c:pt>
                <c:pt idx="3255">
                  <c:v>9.033809041100481</c:v>
                </c:pt>
                <c:pt idx="3256">
                  <c:v>9.0344955850074555</c:v>
                </c:pt>
                <c:pt idx="3257">
                  <c:v>9.0334391702829944</c:v>
                </c:pt>
                <c:pt idx="3258">
                  <c:v>9.0311162726404497</c:v>
                </c:pt>
                <c:pt idx="3259">
                  <c:v>9.0294480840440325</c:v>
                </c:pt>
                <c:pt idx="3260">
                  <c:v>9.0296154265033586</c:v>
                </c:pt>
                <c:pt idx="3261">
                  <c:v>9.030724305916257</c:v>
                </c:pt>
                <c:pt idx="3262">
                  <c:v>9.0312474867215116</c:v>
                </c:pt>
                <c:pt idx="3263">
                  <c:v>9.0303086724863029</c:v>
                </c:pt>
                <c:pt idx="3264">
                  <c:v>9.0274967327379656</c:v>
                </c:pt>
                <c:pt idx="3265">
                  <c:v>9.0260859457466953</c:v>
                </c:pt>
                <c:pt idx="3266">
                  <c:v>9.0287875106814344</c:v>
                </c:pt>
                <c:pt idx="3267">
                  <c:v>9.0297542851398216</c:v>
                </c:pt>
                <c:pt idx="3268">
                  <c:v>9.0271810021279091</c:v>
                </c:pt>
                <c:pt idx="3269">
                  <c:v>9.0260545297655952</c:v>
                </c:pt>
                <c:pt idx="3270">
                  <c:v>9.0272685479952415</c:v>
                </c:pt>
                <c:pt idx="3271">
                  <c:v>9.0256536618467571</c:v>
                </c:pt>
                <c:pt idx="3272">
                  <c:v>9.023939291758122</c:v>
                </c:pt>
                <c:pt idx="3273">
                  <c:v>9.0244775522343037</c:v>
                </c:pt>
                <c:pt idx="3274">
                  <c:v>9.0262183117470638</c:v>
                </c:pt>
                <c:pt idx="3275">
                  <c:v>9.0271905316421766</c:v>
                </c:pt>
                <c:pt idx="3276">
                  <c:v>9.0244335698607649</c:v>
                </c:pt>
                <c:pt idx="3277">
                  <c:v>9.0233343246820699</c:v>
                </c:pt>
                <c:pt idx="3278">
                  <c:v>9.0240424408960678</c:v>
                </c:pt>
                <c:pt idx="3279">
                  <c:v>9.0247541175879231</c:v>
                </c:pt>
                <c:pt idx="3280">
                  <c:v>9.026996276159041</c:v>
                </c:pt>
                <c:pt idx="3281">
                  <c:v>9.0269483144278944</c:v>
                </c:pt>
                <c:pt idx="3282">
                  <c:v>9.0246664670006531</c:v>
                </c:pt>
                <c:pt idx="3283">
                  <c:v>9.0234288867851813</c:v>
                </c:pt>
                <c:pt idx="3284">
                  <c:v>9.022081664795671</c:v>
                </c:pt>
                <c:pt idx="3285">
                  <c:v>9.0233146373339146</c:v>
                </c:pt>
                <c:pt idx="3286">
                  <c:v>9.0264484861685901</c:v>
                </c:pt>
                <c:pt idx="3287">
                  <c:v>9.0268407670525939</c:v>
                </c:pt>
                <c:pt idx="3288">
                  <c:v>9.0250940385034273</c:v>
                </c:pt>
                <c:pt idx="3289">
                  <c:v>9.0241173156510222</c:v>
                </c:pt>
                <c:pt idx="3290">
                  <c:v>9.0256565940049924</c:v>
                </c:pt>
                <c:pt idx="3291">
                  <c:v>9.0257293743612088</c:v>
                </c:pt>
                <c:pt idx="3292">
                  <c:v>9.0255628696613783</c:v>
                </c:pt>
                <c:pt idx="3293">
                  <c:v>9.0246289772632071</c:v>
                </c:pt>
                <c:pt idx="3294">
                  <c:v>9.0242325075817238</c:v>
                </c:pt>
                <c:pt idx="3295">
                  <c:v>9.0234211375098443</c:v>
                </c:pt>
                <c:pt idx="3296">
                  <c:v>9.021668754084077</c:v>
                </c:pt>
                <c:pt idx="3297">
                  <c:v>9.0221614613876646</c:v>
                </c:pt>
                <c:pt idx="3298">
                  <c:v>9.0237545657892539</c:v>
                </c:pt>
                <c:pt idx="3299">
                  <c:v>9.0244731539969507</c:v>
                </c:pt>
                <c:pt idx="3300">
                  <c:v>9.0253578280247311</c:v>
                </c:pt>
                <c:pt idx="3301">
                  <c:v>9.024943555953957</c:v>
                </c:pt>
                <c:pt idx="3302">
                  <c:v>9.0252305933012753</c:v>
                </c:pt>
                <c:pt idx="3303">
                  <c:v>9.0248234421862179</c:v>
                </c:pt>
                <c:pt idx="3304">
                  <c:v>9.0221850233734902</c:v>
                </c:pt>
                <c:pt idx="3305">
                  <c:v>9.0222402107802893</c:v>
                </c:pt>
                <c:pt idx="3306">
                  <c:v>9.0250684868387978</c:v>
                </c:pt>
                <c:pt idx="3307">
                  <c:v>9.0278463926076107</c:v>
                </c:pt>
                <c:pt idx="3308">
                  <c:v>9.0296961655747872</c:v>
                </c:pt>
                <c:pt idx="3309">
                  <c:v>9.0260337952180691</c:v>
                </c:pt>
                <c:pt idx="3310">
                  <c:v>9.0205241651726631</c:v>
                </c:pt>
                <c:pt idx="3311">
                  <c:v>9.0186541812576451</c:v>
                </c:pt>
                <c:pt idx="3312">
                  <c:v>9.0167529908014004</c:v>
                </c:pt>
                <c:pt idx="3313">
                  <c:v>9.0140387547542851</c:v>
                </c:pt>
                <c:pt idx="3314">
                  <c:v>9.0157529154030467</c:v>
                </c:pt>
                <c:pt idx="3315">
                  <c:v>9.0207107761003975</c:v>
                </c:pt>
                <c:pt idx="3316">
                  <c:v>9.0244326273813318</c:v>
                </c:pt>
                <c:pt idx="3317">
                  <c:v>9.025812312551313</c:v>
                </c:pt>
                <c:pt idx="3318">
                  <c:v>9.0276398848918458</c:v>
                </c:pt>
                <c:pt idx="3319">
                  <c:v>9.0314661419499682</c:v>
                </c:pt>
                <c:pt idx="3320">
                  <c:v>9.0316510773587115</c:v>
                </c:pt>
                <c:pt idx="3321">
                  <c:v>9.028684256823551</c:v>
                </c:pt>
                <c:pt idx="3322">
                  <c:v>9.0251050340968106</c:v>
                </c:pt>
                <c:pt idx="3323">
                  <c:v>9.0240907167870255</c:v>
                </c:pt>
                <c:pt idx="3324">
                  <c:v>9.0228357530620116</c:v>
                </c:pt>
                <c:pt idx="3325">
                  <c:v>9.0222795854766016</c:v>
                </c:pt>
                <c:pt idx="3326">
                  <c:v>9.0223281755273703</c:v>
                </c:pt>
                <c:pt idx="3327">
                  <c:v>9.0229435098771837</c:v>
                </c:pt>
                <c:pt idx="3328">
                  <c:v>9.0264948771006814</c:v>
                </c:pt>
                <c:pt idx="3329">
                  <c:v>9.0267680914163169</c:v>
                </c:pt>
                <c:pt idx="3330">
                  <c:v>9.0271897986026168</c:v>
                </c:pt>
                <c:pt idx="3331">
                  <c:v>9.0278959251378108</c:v>
                </c:pt>
                <c:pt idx="3332">
                  <c:v>9.0264187457064828</c:v>
                </c:pt>
                <c:pt idx="3333">
                  <c:v>9.0223835723740429</c:v>
                </c:pt>
                <c:pt idx="3334">
                  <c:v>9.0223710059816025</c:v>
                </c:pt>
                <c:pt idx="3335">
                  <c:v>9.0218427986193728</c:v>
                </c:pt>
                <c:pt idx="3336">
                  <c:v>9.0239647387028139</c:v>
                </c:pt>
                <c:pt idx="3337">
                  <c:v>9.0226705050014235</c:v>
                </c:pt>
                <c:pt idx="3338">
                  <c:v>9.0197087110232399</c:v>
                </c:pt>
                <c:pt idx="3339">
                  <c:v>9.0204881415143348</c:v>
                </c:pt>
                <c:pt idx="3340">
                  <c:v>9.0220209272322105</c:v>
                </c:pt>
                <c:pt idx="3341">
                  <c:v>9.0219980982859447</c:v>
                </c:pt>
                <c:pt idx="3342">
                  <c:v>9.0234925565068789</c:v>
                </c:pt>
                <c:pt idx="3343">
                  <c:v>9.0291326675937871</c:v>
                </c:pt>
                <c:pt idx="3344">
                  <c:v>9.0315308588710348</c:v>
                </c:pt>
                <c:pt idx="3345">
                  <c:v>9.0327992267479846</c:v>
                </c:pt>
                <c:pt idx="3346">
                  <c:v>9.0330019645460187</c:v>
                </c:pt>
                <c:pt idx="3347">
                  <c:v>9.0267499748672151</c:v>
                </c:pt>
                <c:pt idx="3348">
                  <c:v>9.0295338496724362</c:v>
                </c:pt>
                <c:pt idx="3349">
                  <c:v>9.031826587973125</c:v>
                </c:pt>
                <c:pt idx="3350">
                  <c:v>9.0314662466699058</c:v>
                </c:pt>
                <c:pt idx="3351">
                  <c:v>9.0303327580718129</c:v>
                </c:pt>
                <c:pt idx="3352">
                  <c:v>9.0296579427977814</c:v>
                </c:pt>
                <c:pt idx="3353">
                  <c:v>9.031578611162308</c:v>
                </c:pt>
                <c:pt idx="3354">
                  <c:v>9.0297436037062475</c:v>
                </c:pt>
                <c:pt idx="3355">
                  <c:v>9.0257602667426227</c:v>
                </c:pt>
                <c:pt idx="3356">
                  <c:v>9.0215489544761489</c:v>
                </c:pt>
                <c:pt idx="3357">
                  <c:v>9.0204632181693274</c:v>
                </c:pt>
                <c:pt idx="3358">
                  <c:v>9.0181471273226883</c:v>
                </c:pt>
                <c:pt idx="3359">
                  <c:v>9.0161791255466373</c:v>
                </c:pt>
                <c:pt idx="3360">
                  <c:v>9.0185199302984103</c:v>
                </c:pt>
                <c:pt idx="3361">
                  <c:v>9.020952574434931</c:v>
                </c:pt>
                <c:pt idx="3362">
                  <c:v>9.0211554169529009</c:v>
                </c:pt>
                <c:pt idx="3363">
                  <c:v>9.0212918670308131</c:v>
                </c:pt>
                <c:pt idx="3364">
                  <c:v>9.0204933775111833</c:v>
                </c:pt>
                <c:pt idx="3365">
                  <c:v>9.0224249367491574</c:v>
                </c:pt>
                <c:pt idx="3366">
                  <c:v>9.0239599215857105</c:v>
                </c:pt>
                <c:pt idx="3367">
                  <c:v>9.0221474289161065</c:v>
                </c:pt>
                <c:pt idx="3368">
                  <c:v>9.0194177990382514</c:v>
                </c:pt>
                <c:pt idx="3369">
                  <c:v>9.0187556548765979</c:v>
                </c:pt>
                <c:pt idx="3370">
                  <c:v>9.0187701062279046</c:v>
                </c:pt>
                <c:pt idx="3371">
                  <c:v>9.020843456260577</c:v>
                </c:pt>
                <c:pt idx="3372">
                  <c:v>9.0234744399577771</c:v>
                </c:pt>
                <c:pt idx="3373">
                  <c:v>9.0239985632424649</c:v>
                </c:pt>
                <c:pt idx="3374">
                  <c:v>9.0224401211400238</c:v>
                </c:pt>
                <c:pt idx="3375">
                  <c:v>9.0230258197476676</c:v>
                </c:pt>
                <c:pt idx="3376">
                  <c:v>9.0259843674078049</c:v>
                </c:pt>
                <c:pt idx="3377">
                  <c:v>9.0295072508084377</c:v>
                </c:pt>
                <c:pt idx="3378">
                  <c:v>9.0297582644974277</c:v>
                </c:pt>
                <c:pt idx="3379">
                  <c:v>9.0270773293902788</c:v>
                </c:pt>
                <c:pt idx="3380">
                  <c:v>9.0242413040564315</c:v>
                </c:pt>
                <c:pt idx="3381">
                  <c:v>9.0199790979005741</c:v>
                </c:pt>
                <c:pt idx="3382">
                  <c:v>9.0191831216594345</c:v>
                </c:pt>
                <c:pt idx="3383">
                  <c:v>9.022224921669487</c:v>
                </c:pt>
                <c:pt idx="3384">
                  <c:v>9.0250294263022965</c:v>
                </c:pt>
                <c:pt idx="3385">
                  <c:v>9.0287091801685566</c:v>
                </c:pt>
                <c:pt idx="3386">
                  <c:v>9.0304576889566537</c:v>
                </c:pt>
                <c:pt idx="3387">
                  <c:v>9.0291603136571545</c:v>
                </c:pt>
                <c:pt idx="3388">
                  <c:v>9.0267348951962862</c:v>
                </c:pt>
                <c:pt idx="3389">
                  <c:v>9.0290263768577326</c:v>
                </c:pt>
                <c:pt idx="3390">
                  <c:v>9.0306853500996933</c:v>
                </c:pt>
                <c:pt idx="3391">
                  <c:v>9.028701012013471</c:v>
                </c:pt>
                <c:pt idx="3392">
                  <c:v>9.0250142419114319</c:v>
                </c:pt>
                <c:pt idx="3393">
                  <c:v>9.0230613198063097</c:v>
                </c:pt>
                <c:pt idx="3394">
                  <c:v>9.0232737965584846</c:v>
                </c:pt>
                <c:pt idx="3395">
                  <c:v>9.0246437427743249</c:v>
                </c:pt>
                <c:pt idx="3396">
                  <c:v>9.0249040765377071</c:v>
                </c:pt>
                <c:pt idx="3397">
                  <c:v>9.0245886600874616</c:v>
                </c:pt>
                <c:pt idx="3398">
                  <c:v>9.0233531742707296</c:v>
                </c:pt>
                <c:pt idx="3399">
                  <c:v>9.025008168155086</c:v>
                </c:pt>
                <c:pt idx="3400">
                  <c:v>9.0261541184256817</c:v>
                </c:pt>
                <c:pt idx="3401">
                  <c:v>9.0279983412361986</c:v>
                </c:pt>
                <c:pt idx="3402">
                  <c:v>9.0266474540488915</c:v>
                </c:pt>
                <c:pt idx="3403">
                  <c:v>9.0229995350434802</c:v>
                </c:pt>
                <c:pt idx="3404">
                  <c:v>9.0231286547258005</c:v>
                </c:pt>
                <c:pt idx="3405">
                  <c:v>9.0224744692793593</c:v>
                </c:pt>
                <c:pt idx="3406">
                  <c:v>9.0216018380443348</c:v>
                </c:pt>
                <c:pt idx="3407">
                  <c:v>9.0211044183435813</c:v>
                </c:pt>
                <c:pt idx="3408">
                  <c:v>9.0209971851280937</c:v>
                </c:pt>
                <c:pt idx="3409">
                  <c:v>9.0209761364207566</c:v>
                </c:pt>
                <c:pt idx="3410">
                  <c:v>9.0202797488397035</c:v>
                </c:pt>
                <c:pt idx="3411">
                  <c:v>9.0175112678652205</c:v>
                </c:pt>
                <c:pt idx="3412">
                  <c:v>9.0152606269792059</c:v>
                </c:pt>
                <c:pt idx="3413">
                  <c:v>9.0158873758021549</c:v>
                </c:pt>
                <c:pt idx="3414">
                  <c:v>9.0168810632843517</c:v>
                </c:pt>
                <c:pt idx="3415">
                  <c:v>9.0185887312970188</c:v>
                </c:pt>
                <c:pt idx="3416">
                  <c:v>9.0201240302933829</c:v>
                </c:pt>
                <c:pt idx="3417">
                  <c:v>9.0210939463498825</c:v>
                </c:pt>
                <c:pt idx="3418">
                  <c:v>9.0225979340850824</c:v>
                </c:pt>
                <c:pt idx="3419">
                  <c:v>9.022938378600271</c:v>
                </c:pt>
                <c:pt idx="3420">
                  <c:v>9.0215506299951418</c:v>
                </c:pt>
                <c:pt idx="3421">
                  <c:v>9.0205872065747368</c:v>
                </c:pt>
                <c:pt idx="3422">
                  <c:v>9.0204096015615836</c:v>
                </c:pt>
                <c:pt idx="3423">
                  <c:v>9.0206298275890955</c:v>
                </c:pt>
                <c:pt idx="3424">
                  <c:v>9.0225015917430422</c:v>
                </c:pt>
                <c:pt idx="3425">
                  <c:v>9.0205072005428679</c:v>
                </c:pt>
                <c:pt idx="3426">
                  <c:v>9.0225194988522688</c:v>
                </c:pt>
                <c:pt idx="3427">
                  <c:v>9.0261056330948506</c:v>
                </c:pt>
                <c:pt idx="3428">
                  <c:v>9.0261112879714496</c:v>
                </c:pt>
                <c:pt idx="3429">
                  <c:v>9.0234349605415272</c:v>
                </c:pt>
                <c:pt idx="3430">
                  <c:v>9.0210528961345773</c:v>
                </c:pt>
                <c:pt idx="3431">
                  <c:v>9.0229851884121111</c:v>
                </c:pt>
                <c:pt idx="3432">
                  <c:v>9.0261001876581268</c:v>
                </c:pt>
                <c:pt idx="3433">
                  <c:v>9.0257094775731783</c:v>
                </c:pt>
                <c:pt idx="3434">
                  <c:v>9.0242112494345115</c:v>
                </c:pt>
                <c:pt idx="3435">
                  <c:v>9.022240943819849</c:v>
                </c:pt>
                <c:pt idx="3436">
                  <c:v>9.0220562178509791</c:v>
                </c:pt>
                <c:pt idx="3437">
                  <c:v>9.0224405400197707</c:v>
                </c:pt>
                <c:pt idx="3438">
                  <c:v>9.021586758373406</c:v>
                </c:pt>
                <c:pt idx="3439">
                  <c:v>9.0200570095337032</c:v>
                </c:pt>
                <c:pt idx="3440">
                  <c:v>9.0204115912403875</c:v>
                </c:pt>
                <c:pt idx="3441">
                  <c:v>9.0222667049243501</c:v>
                </c:pt>
                <c:pt idx="3442">
                  <c:v>9.0251473409513601</c:v>
                </c:pt>
                <c:pt idx="3443">
                  <c:v>9.0265235703634197</c:v>
                </c:pt>
                <c:pt idx="3444">
                  <c:v>9.0275003979357606</c:v>
                </c:pt>
                <c:pt idx="3445">
                  <c:v>9.0260543203257217</c:v>
                </c:pt>
                <c:pt idx="3446">
                  <c:v>9.0266739481929523</c:v>
                </c:pt>
                <c:pt idx="3447">
                  <c:v>9.0287431094281452</c:v>
                </c:pt>
                <c:pt idx="3448">
                  <c:v>9.0285156577249808</c:v>
                </c:pt>
                <c:pt idx="3449">
                  <c:v>9.026851762645979</c:v>
                </c:pt>
                <c:pt idx="3450">
                  <c:v>9.0248464805723572</c:v>
                </c:pt>
                <c:pt idx="3451">
                  <c:v>9.0224134175560877</c:v>
                </c:pt>
                <c:pt idx="3452">
                  <c:v>9.0221128713368959</c:v>
                </c:pt>
                <c:pt idx="3453">
                  <c:v>9.025068696278673</c:v>
                </c:pt>
                <c:pt idx="3454">
                  <c:v>9.0268547995241519</c:v>
                </c:pt>
                <c:pt idx="3455">
                  <c:v>9.0264659743980697</c:v>
                </c:pt>
                <c:pt idx="3456">
                  <c:v>9.0261502437880132</c:v>
                </c:pt>
                <c:pt idx="3457">
                  <c:v>9.024794330043731</c:v>
                </c:pt>
                <c:pt idx="3458">
                  <c:v>9.0217586037900244</c:v>
                </c:pt>
                <c:pt idx="3459">
                  <c:v>9.019882336678787</c:v>
                </c:pt>
                <c:pt idx="3460">
                  <c:v>9.0192969522309543</c:v>
                </c:pt>
                <c:pt idx="3461">
                  <c:v>9.0212761590402621</c:v>
                </c:pt>
                <c:pt idx="3462">
                  <c:v>9.0220036484426043</c:v>
                </c:pt>
                <c:pt idx="3463">
                  <c:v>9.0208264916307819</c:v>
                </c:pt>
                <c:pt idx="3464">
                  <c:v>9.0194790602013981</c:v>
                </c:pt>
                <c:pt idx="3465">
                  <c:v>9.0196406430641893</c:v>
                </c:pt>
                <c:pt idx="3466">
                  <c:v>9.0201623577903263</c:v>
                </c:pt>
                <c:pt idx="3467">
                  <c:v>9.0222340323040058</c:v>
                </c:pt>
                <c:pt idx="3468">
                  <c:v>9.0242628763634531</c:v>
                </c:pt>
                <c:pt idx="3469">
                  <c:v>9.0235775890957228</c:v>
                </c:pt>
                <c:pt idx="3470">
                  <c:v>9.0244090653955062</c:v>
                </c:pt>
                <c:pt idx="3471">
                  <c:v>9.0254538562069602</c:v>
                </c:pt>
                <c:pt idx="3472">
                  <c:v>9.0270561759630041</c:v>
                </c:pt>
                <c:pt idx="3473">
                  <c:v>9.0287619590168049</c:v>
                </c:pt>
                <c:pt idx="3474">
                  <c:v>9.0276096208300523</c:v>
                </c:pt>
                <c:pt idx="3475">
                  <c:v>9.0264035613156182</c:v>
                </c:pt>
                <c:pt idx="3476">
                  <c:v>9.0259200693664869</c:v>
                </c:pt>
                <c:pt idx="3477">
                  <c:v>9.0257870750464964</c:v>
                </c:pt>
                <c:pt idx="3478">
                  <c:v>9.027644492569074</c:v>
                </c:pt>
                <c:pt idx="3479">
                  <c:v>9.0276725575121901</c:v>
                </c:pt>
                <c:pt idx="3480">
                  <c:v>9.0257354481175547</c:v>
                </c:pt>
                <c:pt idx="3481">
                  <c:v>9.0236296349044114</c:v>
                </c:pt>
                <c:pt idx="3482">
                  <c:v>9.0247039567380991</c:v>
                </c:pt>
                <c:pt idx="3483">
                  <c:v>9.0260525400867913</c:v>
                </c:pt>
                <c:pt idx="3484">
                  <c:v>9.0257513655479791</c:v>
                </c:pt>
                <c:pt idx="3485">
                  <c:v>9.0249254394048553</c:v>
                </c:pt>
                <c:pt idx="3486">
                  <c:v>9.0235542365497707</c:v>
                </c:pt>
                <c:pt idx="3487">
                  <c:v>9.0225223262905683</c:v>
                </c:pt>
                <c:pt idx="3488">
                  <c:v>9.0246480362917421</c:v>
                </c:pt>
                <c:pt idx="3489">
                  <c:v>9.0288931730978668</c:v>
                </c:pt>
                <c:pt idx="3490">
                  <c:v>9.0318251218940073</c:v>
                </c:pt>
                <c:pt idx="3491">
                  <c:v>9.0293700676909676</c:v>
                </c:pt>
                <c:pt idx="3492">
                  <c:v>9.0246670953202752</c:v>
                </c:pt>
                <c:pt idx="3493">
                  <c:v>9.022027419868305</c:v>
                </c:pt>
                <c:pt idx="3494">
                  <c:v>9.0239502873515072</c:v>
                </c:pt>
                <c:pt idx="3495">
                  <c:v>9.0248770587939617</c:v>
                </c:pt>
                <c:pt idx="3496">
                  <c:v>9.022268066283532</c:v>
                </c:pt>
                <c:pt idx="3497">
                  <c:v>9.0222659718847922</c:v>
                </c:pt>
                <c:pt idx="3498">
                  <c:v>9.0244237261866864</c:v>
                </c:pt>
                <c:pt idx="3499">
                  <c:v>9.0272431010505496</c:v>
                </c:pt>
                <c:pt idx="3500">
                  <c:v>9.0324663220682613</c:v>
                </c:pt>
                <c:pt idx="3501">
                  <c:v>9.0332941331702497</c:v>
                </c:pt>
                <c:pt idx="3502">
                  <c:v>9.0279050357723296</c:v>
                </c:pt>
                <c:pt idx="3503">
                  <c:v>9.02494795419131</c:v>
                </c:pt>
                <c:pt idx="3504">
                  <c:v>9.0219477279962472</c:v>
                </c:pt>
                <c:pt idx="3505">
                  <c:v>9.0215401580014412</c:v>
                </c:pt>
                <c:pt idx="3506">
                  <c:v>9.021255110332925</c:v>
                </c:pt>
                <c:pt idx="3507">
                  <c:v>9.0213359541242895</c:v>
                </c:pt>
                <c:pt idx="3508">
                  <c:v>9.0249373774776736</c:v>
                </c:pt>
                <c:pt idx="3509">
                  <c:v>9.0283395187909452</c:v>
                </c:pt>
                <c:pt idx="3510">
                  <c:v>9.0282031734329706</c:v>
                </c:pt>
                <c:pt idx="3511">
                  <c:v>9.027007376472362</c:v>
                </c:pt>
                <c:pt idx="3512">
                  <c:v>9.0241412965165964</c:v>
                </c:pt>
                <c:pt idx="3513">
                  <c:v>9.0244086465157576</c:v>
                </c:pt>
                <c:pt idx="3514">
                  <c:v>9.0278761330697179</c:v>
                </c:pt>
                <c:pt idx="3515">
                  <c:v>9.0274159936665388</c:v>
                </c:pt>
                <c:pt idx="3516">
                  <c:v>9.0249213553273133</c:v>
                </c:pt>
                <c:pt idx="3517">
                  <c:v>9.0271037188144021</c:v>
                </c:pt>
                <c:pt idx="3518">
                  <c:v>9.0294282919759397</c:v>
                </c:pt>
                <c:pt idx="3519">
                  <c:v>9.0294691327513696</c:v>
                </c:pt>
                <c:pt idx="3520">
                  <c:v>9.0292152916240802</c:v>
                </c:pt>
                <c:pt idx="3521">
                  <c:v>9.0256069567548547</c:v>
                </c:pt>
                <c:pt idx="3522">
                  <c:v>9.0211194980145102</c:v>
                </c:pt>
                <c:pt idx="3523">
                  <c:v>9.0186497830202903</c:v>
                </c:pt>
                <c:pt idx="3524">
                  <c:v>9.018192052175662</c:v>
                </c:pt>
                <c:pt idx="3525">
                  <c:v>9.0187894794162489</c:v>
                </c:pt>
                <c:pt idx="3526">
                  <c:v>9.0203884481343088</c:v>
                </c:pt>
                <c:pt idx="3527">
                  <c:v>9.0227785759764085</c:v>
                </c:pt>
                <c:pt idx="3528">
                  <c:v>9.0251430474339429</c:v>
                </c:pt>
                <c:pt idx="3529">
                  <c:v>9.0288638515155064</c:v>
                </c:pt>
                <c:pt idx="3530">
                  <c:v>9.0307226303972659</c:v>
                </c:pt>
                <c:pt idx="3531">
                  <c:v>9.0312166990600335</c:v>
                </c:pt>
                <c:pt idx="3532">
                  <c:v>9.028751487023106</c:v>
                </c:pt>
                <c:pt idx="3533">
                  <c:v>9.0269689442554828</c:v>
                </c:pt>
                <c:pt idx="3534">
                  <c:v>9.0289515021027764</c:v>
                </c:pt>
                <c:pt idx="3535">
                  <c:v>9.0313067582058544</c:v>
                </c:pt>
                <c:pt idx="3536">
                  <c:v>9.030687130338622</c:v>
                </c:pt>
                <c:pt idx="3537">
                  <c:v>9.0302497151617711</c:v>
                </c:pt>
                <c:pt idx="3538">
                  <c:v>9.031665319270143</c:v>
                </c:pt>
                <c:pt idx="3539">
                  <c:v>9.0304023968299187</c:v>
                </c:pt>
                <c:pt idx="3540">
                  <c:v>9.0246367265385459</c:v>
                </c:pt>
                <c:pt idx="3541">
                  <c:v>9.0233880460097513</c:v>
                </c:pt>
                <c:pt idx="3542">
                  <c:v>9.0255270554429234</c:v>
                </c:pt>
                <c:pt idx="3543">
                  <c:v>9.0265406397131507</c:v>
                </c:pt>
                <c:pt idx="3544">
                  <c:v>9.0257994319990615</c:v>
                </c:pt>
                <c:pt idx="3545">
                  <c:v>9.0241454853140759</c:v>
                </c:pt>
                <c:pt idx="3546">
                  <c:v>9.0250121475126921</c:v>
                </c:pt>
                <c:pt idx="3547">
                  <c:v>9.0249615677831212</c:v>
                </c:pt>
                <c:pt idx="3548">
                  <c:v>9.0240356341001622</c:v>
                </c:pt>
                <c:pt idx="3549">
                  <c:v>9.0231216384900215</c:v>
                </c:pt>
                <c:pt idx="3550">
                  <c:v>9.0224753070388548</c:v>
                </c:pt>
                <c:pt idx="3551">
                  <c:v>9.0211427458405247</c:v>
                </c:pt>
                <c:pt idx="3552">
                  <c:v>9.0221105674982827</c:v>
                </c:pt>
                <c:pt idx="3553">
                  <c:v>9.0231424777574851</c:v>
                </c:pt>
                <c:pt idx="3554">
                  <c:v>9.0235722483789349</c:v>
                </c:pt>
                <c:pt idx="3555">
                  <c:v>9.0233240621282444</c:v>
                </c:pt>
                <c:pt idx="3556">
                  <c:v>9.0210070288021722</c:v>
                </c:pt>
                <c:pt idx="3557">
                  <c:v>9.0214316681467093</c:v>
                </c:pt>
                <c:pt idx="3558">
                  <c:v>9.025126606403834</c:v>
                </c:pt>
                <c:pt idx="3559">
                  <c:v>9.0301461471440785</c:v>
                </c:pt>
                <c:pt idx="3560">
                  <c:v>9.0319397902250227</c:v>
                </c:pt>
                <c:pt idx="3561">
                  <c:v>9.0283966958765483</c:v>
                </c:pt>
                <c:pt idx="3562">
                  <c:v>9.0278463926076107</c:v>
                </c:pt>
                <c:pt idx="3563">
                  <c:v>9.0286516889231443</c:v>
                </c:pt>
                <c:pt idx="3564">
                  <c:v>9.0288865757418364</c:v>
                </c:pt>
                <c:pt idx="3565">
                  <c:v>9.0283152237655617</c:v>
                </c:pt>
                <c:pt idx="3566">
                  <c:v>9.0278420990901935</c:v>
                </c:pt>
                <c:pt idx="3567">
                  <c:v>9.0293332062731437</c:v>
                </c:pt>
                <c:pt idx="3568">
                  <c:v>9.0308198104988016</c:v>
                </c:pt>
                <c:pt idx="3569">
                  <c:v>9.0302612343548407</c:v>
                </c:pt>
                <c:pt idx="3570">
                  <c:v>9.0282888343414367</c:v>
                </c:pt>
                <c:pt idx="3571">
                  <c:v>9.0272714801534768</c:v>
                </c:pt>
                <c:pt idx="3572">
                  <c:v>9.0279014752944722</c:v>
                </c:pt>
                <c:pt idx="3573">
                  <c:v>9.0287564088601453</c:v>
                </c:pt>
                <c:pt idx="3574">
                  <c:v>9.0280966732570409</c:v>
                </c:pt>
                <c:pt idx="3575">
                  <c:v>9.0257296885210199</c:v>
                </c:pt>
                <c:pt idx="3576">
                  <c:v>9.0238887120285511</c:v>
                </c:pt>
                <c:pt idx="3577">
                  <c:v>9.0222080617596294</c:v>
                </c:pt>
                <c:pt idx="3578">
                  <c:v>9.0226194016721681</c:v>
                </c:pt>
                <c:pt idx="3579">
                  <c:v>9.0255630791012518</c:v>
                </c:pt>
                <c:pt idx="3580">
                  <c:v>9.0245776644940765</c:v>
                </c:pt>
                <c:pt idx="3581">
                  <c:v>9.0214321917463938</c:v>
                </c:pt>
                <c:pt idx="3582">
                  <c:v>9.0224646256052807</c:v>
                </c:pt>
                <c:pt idx="3583">
                  <c:v>9.0252425313740936</c:v>
                </c:pt>
                <c:pt idx="3584">
                  <c:v>9.0252164561097796</c:v>
                </c:pt>
                <c:pt idx="3585">
                  <c:v>9.0237689124206231</c:v>
                </c:pt>
                <c:pt idx="3586">
                  <c:v>9.0227633915855439</c:v>
                </c:pt>
                <c:pt idx="3587">
                  <c:v>9.0232553658495718</c:v>
                </c:pt>
                <c:pt idx="3588">
                  <c:v>9.0247641707018751</c:v>
                </c:pt>
                <c:pt idx="3589">
                  <c:v>9.0235519327111575</c:v>
                </c:pt>
                <c:pt idx="3590">
                  <c:v>9.0218342115845385</c:v>
                </c:pt>
                <c:pt idx="3591">
                  <c:v>9.0234413484576841</c:v>
                </c:pt>
                <c:pt idx="3592">
                  <c:v>9.02263887958045</c:v>
                </c:pt>
                <c:pt idx="3593">
                  <c:v>9.0202722090042382</c:v>
                </c:pt>
                <c:pt idx="3594">
                  <c:v>9.021696190707571</c:v>
                </c:pt>
                <c:pt idx="3595">
                  <c:v>9.0235407276778989</c:v>
                </c:pt>
                <c:pt idx="3596">
                  <c:v>9.024823756346029</c:v>
                </c:pt>
                <c:pt idx="3597">
                  <c:v>9.0279665063753498</c:v>
                </c:pt>
                <c:pt idx="3598">
                  <c:v>9.0281136378868361</c:v>
                </c:pt>
                <c:pt idx="3599">
                  <c:v>9.0260911817435456</c:v>
                </c:pt>
                <c:pt idx="3600">
                  <c:v>9.0265624214600475</c:v>
                </c:pt>
                <c:pt idx="3601">
                  <c:v>9.0282072575105143</c:v>
                </c:pt>
                <c:pt idx="3602">
                  <c:v>9.0281371998726598</c:v>
                </c:pt>
                <c:pt idx="3603">
                  <c:v>9.0240164703516914</c:v>
                </c:pt>
                <c:pt idx="3604">
                  <c:v>9.0234166345525519</c:v>
                </c:pt>
                <c:pt idx="3605">
                  <c:v>9.0260284545012812</c:v>
                </c:pt>
                <c:pt idx="3606">
                  <c:v>9.0288478293651462</c:v>
                </c:pt>
                <c:pt idx="3607">
                  <c:v>9.0276657507162845</c:v>
                </c:pt>
                <c:pt idx="3608">
                  <c:v>9.0268271534607845</c:v>
                </c:pt>
                <c:pt idx="3609">
                  <c:v>9.0273960968785083</c:v>
                </c:pt>
                <c:pt idx="3610">
                  <c:v>9.0281543739423284</c:v>
                </c:pt>
                <c:pt idx="3611">
                  <c:v>9.0326909463331262</c:v>
                </c:pt>
                <c:pt idx="3612">
                  <c:v>9.0331848055560204</c:v>
                </c:pt>
                <c:pt idx="3613">
                  <c:v>9.032325892632743</c:v>
                </c:pt>
                <c:pt idx="3614">
                  <c:v>9.0301601796156366</c:v>
                </c:pt>
                <c:pt idx="3615">
                  <c:v>9.0239510203910669</c:v>
                </c:pt>
                <c:pt idx="3616">
                  <c:v>9.0198583558132128</c:v>
                </c:pt>
                <c:pt idx="3617">
                  <c:v>9.0176914908767998</c:v>
                </c:pt>
                <c:pt idx="3618">
                  <c:v>9.016444171707187</c:v>
                </c:pt>
                <c:pt idx="3619">
                  <c:v>9.0191185094583055</c:v>
                </c:pt>
                <c:pt idx="3620">
                  <c:v>9.0208345550659317</c:v>
                </c:pt>
                <c:pt idx="3621">
                  <c:v>9.0179001977112403</c:v>
                </c:pt>
                <c:pt idx="3622">
                  <c:v>9.0177751621064619</c:v>
                </c:pt>
                <c:pt idx="3623">
                  <c:v>9.0186498877402279</c:v>
                </c:pt>
                <c:pt idx="3624">
                  <c:v>9.0203543094348468</c:v>
                </c:pt>
                <c:pt idx="3625">
                  <c:v>9.0217108514987512</c:v>
                </c:pt>
                <c:pt idx="3626">
                  <c:v>9.0245763031348964</c:v>
                </c:pt>
                <c:pt idx="3627">
                  <c:v>9.0265055585342555</c:v>
                </c:pt>
                <c:pt idx="3628">
                  <c:v>9.0238102767957376</c:v>
                </c:pt>
                <c:pt idx="3629">
                  <c:v>9.0224356181827314</c:v>
                </c:pt>
                <c:pt idx="3630">
                  <c:v>9.024248215572273</c:v>
                </c:pt>
                <c:pt idx="3631">
                  <c:v>9.0276584203206944</c:v>
                </c:pt>
                <c:pt idx="3632">
                  <c:v>9.0281694536132573</c:v>
                </c:pt>
                <c:pt idx="3633">
                  <c:v>9.0226718663606054</c:v>
                </c:pt>
                <c:pt idx="3634">
                  <c:v>9.0226359474222146</c:v>
                </c:pt>
                <c:pt idx="3635">
                  <c:v>9.0248187297890521</c:v>
                </c:pt>
                <c:pt idx="3636">
                  <c:v>9.0266105926310676</c:v>
                </c:pt>
                <c:pt idx="3637">
                  <c:v>9.0275972638774853</c:v>
                </c:pt>
                <c:pt idx="3638">
                  <c:v>9.02590771241392</c:v>
                </c:pt>
                <c:pt idx="3639">
                  <c:v>9.0239669378214895</c:v>
                </c:pt>
                <c:pt idx="3640">
                  <c:v>9.0243373322386606</c:v>
                </c:pt>
                <c:pt idx="3641">
                  <c:v>9.0240747993566011</c:v>
                </c:pt>
                <c:pt idx="3642">
                  <c:v>9.0237273386056334</c:v>
                </c:pt>
                <c:pt idx="3643">
                  <c:v>9.0243789060536503</c:v>
                </c:pt>
                <c:pt idx="3644">
                  <c:v>9.0239055719384087</c:v>
                </c:pt>
                <c:pt idx="3645">
                  <c:v>9.0216297982675133</c:v>
                </c:pt>
                <c:pt idx="3646">
                  <c:v>9.0172525049008936</c:v>
                </c:pt>
                <c:pt idx="3647">
                  <c:v>9.0146269666404173</c:v>
                </c:pt>
                <c:pt idx="3648">
                  <c:v>9.019420207596804</c:v>
                </c:pt>
                <c:pt idx="3649">
                  <c:v>9.0237236734078383</c:v>
                </c:pt>
                <c:pt idx="3650">
                  <c:v>9.0236275405056716</c:v>
                </c:pt>
                <c:pt idx="3651">
                  <c:v>9.0254166806293252</c:v>
                </c:pt>
                <c:pt idx="3652">
                  <c:v>9.0269607761003972</c:v>
                </c:pt>
                <c:pt idx="3653">
                  <c:v>9.0249357019586824</c:v>
                </c:pt>
                <c:pt idx="3654">
                  <c:v>9.0211308077677064</c:v>
                </c:pt>
                <c:pt idx="3655">
                  <c:v>9.0185040128679859</c:v>
                </c:pt>
                <c:pt idx="3656">
                  <c:v>9.0185161603806776</c:v>
                </c:pt>
                <c:pt idx="3657">
                  <c:v>9.02061223463968</c:v>
                </c:pt>
                <c:pt idx="3658">
                  <c:v>9.0236099475562561</c:v>
                </c:pt>
                <c:pt idx="3659">
                  <c:v>9.0259151475294477</c:v>
                </c:pt>
                <c:pt idx="3660">
                  <c:v>9.0274800822679833</c:v>
                </c:pt>
                <c:pt idx="3661">
                  <c:v>9.0267634837390887</c:v>
                </c:pt>
                <c:pt idx="3662">
                  <c:v>9.0271429887907786</c:v>
                </c:pt>
                <c:pt idx="3663">
                  <c:v>9.0282708225122725</c:v>
                </c:pt>
                <c:pt idx="3664">
                  <c:v>9.0283448595077331</c:v>
                </c:pt>
                <c:pt idx="3665">
                  <c:v>9.0264539316053156</c:v>
                </c:pt>
                <c:pt idx="3666">
                  <c:v>9.0273408047517716</c:v>
                </c:pt>
                <c:pt idx="3667">
                  <c:v>9.0288618618367043</c:v>
                </c:pt>
                <c:pt idx="3668">
                  <c:v>9.0267605515808516</c:v>
                </c:pt>
                <c:pt idx="3669">
                  <c:v>9.0279682866142785</c:v>
                </c:pt>
                <c:pt idx="3670">
                  <c:v>9.0291096292076478</c:v>
                </c:pt>
                <c:pt idx="3671">
                  <c:v>9.0285309468357831</c:v>
                </c:pt>
                <c:pt idx="3672">
                  <c:v>9.029767165692073</c:v>
                </c:pt>
                <c:pt idx="3673">
                  <c:v>9.0322536358762129</c:v>
                </c:pt>
                <c:pt idx="3674">
                  <c:v>9.029929481594424</c:v>
                </c:pt>
                <c:pt idx="3675">
                  <c:v>9.0287293911163982</c:v>
                </c:pt>
                <c:pt idx="3676">
                  <c:v>9.0276553834425215</c:v>
                </c:pt>
                <c:pt idx="3677">
                  <c:v>9.0246475126920558</c:v>
                </c:pt>
                <c:pt idx="3678">
                  <c:v>9.0234542290099355</c:v>
                </c:pt>
                <c:pt idx="3679">
                  <c:v>9.0227767957374798</c:v>
                </c:pt>
                <c:pt idx="3680">
                  <c:v>9.0231844704522217</c:v>
                </c:pt>
                <c:pt idx="3681">
                  <c:v>9.0262882646649807</c:v>
                </c:pt>
                <c:pt idx="3682">
                  <c:v>9.0262088869527339</c:v>
                </c:pt>
                <c:pt idx="3683">
                  <c:v>9.0259579779836798</c:v>
                </c:pt>
                <c:pt idx="3684">
                  <c:v>9.0279906966807975</c:v>
                </c:pt>
                <c:pt idx="3685">
                  <c:v>9.0293242003585608</c:v>
                </c:pt>
                <c:pt idx="3686">
                  <c:v>9.0297654901730819</c:v>
                </c:pt>
                <c:pt idx="3687">
                  <c:v>9.0301459377042033</c:v>
                </c:pt>
                <c:pt idx="3688">
                  <c:v>9.0312618333528807</c:v>
                </c:pt>
                <c:pt idx="3689">
                  <c:v>9.0338246443710943</c:v>
                </c:pt>
                <c:pt idx="3690">
                  <c:v>9.0346337106043588</c:v>
                </c:pt>
                <c:pt idx="3691">
                  <c:v>9.0337669436858068</c:v>
                </c:pt>
                <c:pt idx="3692">
                  <c:v>9.0318004079888752</c:v>
                </c:pt>
                <c:pt idx="3693">
                  <c:v>9.0297028676507551</c:v>
                </c:pt>
                <c:pt idx="3694">
                  <c:v>9.0261662659383752</c:v>
                </c:pt>
                <c:pt idx="3695">
                  <c:v>9.0267266223212648</c:v>
                </c:pt>
                <c:pt idx="3696">
                  <c:v>9.0287244692793589</c:v>
                </c:pt>
                <c:pt idx="3697">
                  <c:v>9.0280748915101459</c:v>
                </c:pt>
                <c:pt idx="3698">
                  <c:v>9.0279248278404243</c:v>
                </c:pt>
                <c:pt idx="3699">
                  <c:v>9.0275390395925132</c:v>
                </c:pt>
                <c:pt idx="3700">
                  <c:v>9.0288562069601053</c:v>
                </c:pt>
                <c:pt idx="3701">
                  <c:v>9.0312099969840656</c:v>
                </c:pt>
                <c:pt idx="3702">
                  <c:v>9.0286493850845293</c:v>
                </c:pt>
                <c:pt idx="3703">
                  <c:v>9.02441314947305</c:v>
                </c:pt>
                <c:pt idx="3704">
                  <c:v>9.0220088844394546</c:v>
                </c:pt>
                <c:pt idx="3705">
                  <c:v>9.0242755474758312</c:v>
                </c:pt>
                <c:pt idx="3706">
                  <c:v>9.0261094030125832</c:v>
                </c:pt>
                <c:pt idx="3707">
                  <c:v>9.0269557495434203</c:v>
                </c:pt>
                <c:pt idx="3708">
                  <c:v>9.0274091868706332</c:v>
                </c:pt>
                <c:pt idx="3709">
                  <c:v>9.0289432292277532</c:v>
                </c:pt>
                <c:pt idx="3710">
                  <c:v>9.0298414121274071</c:v>
                </c:pt>
                <c:pt idx="3711">
                  <c:v>9.0305363336293425</c:v>
                </c:pt>
                <c:pt idx="3712">
                  <c:v>9.0305136094030125</c:v>
                </c:pt>
                <c:pt idx="3713">
                  <c:v>9.0295310222341367</c:v>
                </c:pt>
                <c:pt idx="3714">
                  <c:v>9.0279879739624356</c:v>
                </c:pt>
                <c:pt idx="3715">
                  <c:v>9.0231023700216149</c:v>
                </c:pt>
                <c:pt idx="3716">
                  <c:v>9.0195332004088264</c:v>
                </c:pt>
                <c:pt idx="3717">
                  <c:v>9.0193128696613769</c:v>
                </c:pt>
                <c:pt idx="3718">
                  <c:v>9.0184559464169034</c:v>
                </c:pt>
                <c:pt idx="3719">
                  <c:v>9.0199868471759128</c:v>
                </c:pt>
                <c:pt idx="3720">
                  <c:v>9.0210196999145484</c:v>
                </c:pt>
                <c:pt idx="3721">
                  <c:v>9.0212491412965168</c:v>
                </c:pt>
                <c:pt idx="3722">
                  <c:v>9.0230866620310639</c:v>
                </c:pt>
                <c:pt idx="3723">
                  <c:v>9.02245143089322</c:v>
                </c:pt>
                <c:pt idx="3724">
                  <c:v>9.0230397474992881</c:v>
                </c:pt>
                <c:pt idx="3725">
                  <c:v>9.0249813598512141</c:v>
                </c:pt>
                <c:pt idx="3726">
                  <c:v>9.0229691662617491</c:v>
                </c:pt>
                <c:pt idx="3727">
                  <c:v>9.0219224904914306</c:v>
                </c:pt>
                <c:pt idx="3728">
                  <c:v>9.0234609310859035</c:v>
                </c:pt>
                <c:pt idx="3729">
                  <c:v>9.0251887053264745</c:v>
                </c:pt>
                <c:pt idx="3730">
                  <c:v>9.0253827513697367</c:v>
                </c:pt>
                <c:pt idx="3731">
                  <c:v>9.0245344151600957</c:v>
                </c:pt>
                <c:pt idx="3732">
                  <c:v>9.0254973149808144</c:v>
                </c:pt>
                <c:pt idx="3733">
                  <c:v>9.0249597875441925</c:v>
                </c:pt>
                <c:pt idx="3734">
                  <c:v>9.0239871487693311</c:v>
                </c:pt>
                <c:pt idx="3735">
                  <c:v>9.0255841278085889</c:v>
                </c:pt>
                <c:pt idx="3736">
                  <c:v>9.0263596836620135</c:v>
                </c:pt>
                <c:pt idx="3737">
                  <c:v>9.0252446257728334</c:v>
                </c:pt>
                <c:pt idx="3738">
                  <c:v>9.0232097079570401</c:v>
                </c:pt>
                <c:pt idx="3739">
                  <c:v>9.0215874914129657</c:v>
                </c:pt>
                <c:pt idx="3740">
                  <c:v>9.0204609143307142</c:v>
                </c:pt>
                <c:pt idx="3741">
                  <c:v>9.0192464772213192</c:v>
                </c:pt>
                <c:pt idx="3742">
                  <c:v>9.0188037213276804</c:v>
                </c:pt>
                <c:pt idx="3743">
                  <c:v>9.0200548104150258</c:v>
                </c:pt>
                <c:pt idx="3744">
                  <c:v>9.0213654851465233</c:v>
                </c:pt>
                <c:pt idx="3745">
                  <c:v>9.0230595395673809</c:v>
                </c:pt>
                <c:pt idx="3746">
                  <c:v>9.0233758984970596</c:v>
                </c:pt>
                <c:pt idx="3747">
                  <c:v>9.0231162977732353</c:v>
                </c:pt>
                <c:pt idx="3748">
                  <c:v>9.0229671765829469</c:v>
                </c:pt>
                <c:pt idx="3749">
                  <c:v>9.0236370700199391</c:v>
                </c:pt>
                <c:pt idx="3750">
                  <c:v>9.0231781872560024</c:v>
                </c:pt>
                <c:pt idx="3751">
                  <c:v>9.0226929150679425</c:v>
                </c:pt>
                <c:pt idx="3752">
                  <c:v>9.0239684039006089</c:v>
                </c:pt>
                <c:pt idx="3753">
                  <c:v>9.0237631528240865</c:v>
                </c:pt>
                <c:pt idx="3754">
                  <c:v>9.0212234849119515</c:v>
                </c:pt>
                <c:pt idx="3755">
                  <c:v>9.0234468986143455</c:v>
                </c:pt>
                <c:pt idx="3756">
                  <c:v>9.0277155974062975</c:v>
                </c:pt>
                <c:pt idx="3757">
                  <c:v>9.02907077811102</c:v>
                </c:pt>
                <c:pt idx="3758">
                  <c:v>9.0259382906355246</c:v>
                </c:pt>
                <c:pt idx="3759">
                  <c:v>9.0218771467587082</c:v>
                </c:pt>
                <c:pt idx="3760">
                  <c:v>9.0188348231489712</c:v>
                </c:pt>
                <c:pt idx="3761">
                  <c:v>9.0198201330362071</c:v>
                </c:pt>
                <c:pt idx="3762">
                  <c:v>9.0223747758993351</c:v>
                </c:pt>
                <c:pt idx="3763">
                  <c:v>9.0238219007087448</c:v>
                </c:pt>
                <c:pt idx="3764">
                  <c:v>9.0249828259303317</c:v>
                </c:pt>
                <c:pt idx="3765">
                  <c:v>9.0250811579511758</c:v>
                </c:pt>
                <c:pt idx="3766">
                  <c:v>9.0246412294958365</c:v>
                </c:pt>
                <c:pt idx="3767">
                  <c:v>9.0219801911767163</c:v>
                </c:pt>
                <c:pt idx="3768">
                  <c:v>9.0215689559841152</c:v>
                </c:pt>
                <c:pt idx="3769">
                  <c:v>9.0237433607559936</c:v>
                </c:pt>
                <c:pt idx="3770">
                  <c:v>9.0256412001742543</c:v>
                </c:pt>
                <c:pt idx="3771">
                  <c:v>9.0273827974465082</c:v>
                </c:pt>
                <c:pt idx="3772">
                  <c:v>9.0281818105658225</c:v>
                </c:pt>
                <c:pt idx="3773">
                  <c:v>9.0295233776787356</c:v>
                </c:pt>
                <c:pt idx="3774">
                  <c:v>9.0284406782500888</c:v>
                </c:pt>
                <c:pt idx="3775">
                  <c:v>9.0245794447330052</c:v>
                </c:pt>
                <c:pt idx="3776">
                  <c:v>9.0236214667493257</c:v>
                </c:pt>
                <c:pt idx="3777">
                  <c:v>9.0245483429117161</c:v>
                </c:pt>
                <c:pt idx="3778">
                  <c:v>9.0238167694318321</c:v>
                </c:pt>
                <c:pt idx="3779">
                  <c:v>9.0248031265184387</c:v>
                </c:pt>
                <c:pt idx="3780">
                  <c:v>9.0249490013906808</c:v>
                </c:pt>
                <c:pt idx="3781">
                  <c:v>9.0240306075431871</c:v>
                </c:pt>
                <c:pt idx="3782">
                  <c:v>9.023671627599148</c:v>
                </c:pt>
                <c:pt idx="3783">
                  <c:v>9.0236278546654827</c:v>
                </c:pt>
                <c:pt idx="3784">
                  <c:v>9.0270829842668761</c:v>
                </c:pt>
                <c:pt idx="3785">
                  <c:v>9.0290274240571016</c:v>
                </c:pt>
                <c:pt idx="3786">
                  <c:v>9.0286279174974453</c:v>
                </c:pt>
                <c:pt idx="3787">
                  <c:v>9.0275326516763563</c:v>
                </c:pt>
                <c:pt idx="3788">
                  <c:v>9.0261089841328346</c:v>
                </c:pt>
                <c:pt idx="3789">
                  <c:v>9.024589497846959</c:v>
                </c:pt>
                <c:pt idx="3790">
                  <c:v>9.0256541854464416</c:v>
                </c:pt>
                <c:pt idx="3791">
                  <c:v>9.0263212514451343</c:v>
                </c:pt>
                <c:pt idx="3792">
                  <c:v>9.0248032312383764</c:v>
                </c:pt>
                <c:pt idx="3793">
                  <c:v>9.0269130238091257</c:v>
                </c:pt>
                <c:pt idx="3794">
                  <c:v>9.0274186116649631</c:v>
                </c:pt>
                <c:pt idx="3795">
                  <c:v>9.0267457860697355</c:v>
                </c:pt>
                <c:pt idx="3796">
                  <c:v>9.0244264489050483</c:v>
                </c:pt>
                <c:pt idx="3797">
                  <c:v>9.0222376975018008</c:v>
                </c:pt>
                <c:pt idx="3798">
                  <c:v>9.0225194988522688</c:v>
                </c:pt>
                <c:pt idx="3799">
                  <c:v>9.0266990809778331</c:v>
                </c:pt>
                <c:pt idx="3800">
                  <c:v>9.0286525266826398</c:v>
                </c:pt>
                <c:pt idx="3801">
                  <c:v>9.0280209607425892</c:v>
                </c:pt>
                <c:pt idx="3802">
                  <c:v>9.0261423897927386</c:v>
                </c:pt>
                <c:pt idx="3803">
                  <c:v>9.0249016679791563</c:v>
                </c:pt>
                <c:pt idx="3804">
                  <c:v>9.0254901940250996</c:v>
                </c:pt>
                <c:pt idx="3805">
                  <c:v>9.0252171891493393</c:v>
                </c:pt>
                <c:pt idx="3806">
                  <c:v>9.0226259990281985</c:v>
                </c:pt>
                <c:pt idx="3807">
                  <c:v>9.0192140140408483</c:v>
                </c:pt>
                <c:pt idx="3808">
                  <c:v>9.0181484886818684</c:v>
                </c:pt>
                <c:pt idx="3809">
                  <c:v>9.0193342325285251</c:v>
                </c:pt>
                <c:pt idx="3810">
                  <c:v>9.0218607057285993</c:v>
                </c:pt>
                <c:pt idx="3811">
                  <c:v>9.0254779417924702</c:v>
                </c:pt>
                <c:pt idx="3812">
                  <c:v>9.023892481946282</c:v>
                </c:pt>
                <c:pt idx="3813">
                  <c:v>9.0219188252936355</c:v>
                </c:pt>
                <c:pt idx="3814">
                  <c:v>9.0229068578992351</c:v>
                </c:pt>
                <c:pt idx="3815">
                  <c:v>9.023741161637318</c:v>
                </c:pt>
                <c:pt idx="3816">
                  <c:v>9.0256151249099403</c:v>
                </c:pt>
                <c:pt idx="3817">
                  <c:v>9.0265003225374052</c:v>
                </c:pt>
                <c:pt idx="3818">
                  <c:v>9.0269254854816285</c:v>
                </c:pt>
                <c:pt idx="3819">
                  <c:v>9.0261361065965175</c:v>
                </c:pt>
                <c:pt idx="3820">
                  <c:v>9.0236202101100815</c:v>
                </c:pt>
                <c:pt idx="3821">
                  <c:v>9.0221180026138104</c:v>
                </c:pt>
                <c:pt idx="3822">
                  <c:v>9.0224836846338157</c:v>
                </c:pt>
                <c:pt idx="3823">
                  <c:v>9.021940816480404</c:v>
                </c:pt>
                <c:pt idx="3824">
                  <c:v>9.0199086213829727</c:v>
                </c:pt>
                <c:pt idx="3825">
                  <c:v>9.0214891593921216</c:v>
                </c:pt>
                <c:pt idx="3826">
                  <c:v>9.0253285064423707</c:v>
                </c:pt>
                <c:pt idx="3827">
                  <c:v>9.0271062320928905</c:v>
                </c:pt>
                <c:pt idx="3828">
                  <c:v>9.0290723489100753</c:v>
                </c:pt>
                <c:pt idx="3829">
                  <c:v>9.0287577702193254</c:v>
                </c:pt>
                <c:pt idx="3830">
                  <c:v>9.0265470276293076</c:v>
                </c:pt>
                <c:pt idx="3831">
                  <c:v>9.0224575046495659</c:v>
                </c:pt>
                <c:pt idx="3832">
                  <c:v>9.0209712145837173</c:v>
                </c:pt>
                <c:pt idx="3833">
                  <c:v>9.0198912378734306</c:v>
                </c:pt>
                <c:pt idx="3834">
                  <c:v>9.0172073706080464</c:v>
                </c:pt>
                <c:pt idx="3835">
                  <c:v>9.0172111405257773</c:v>
                </c:pt>
                <c:pt idx="3836">
                  <c:v>9.0176737932074467</c:v>
                </c:pt>
                <c:pt idx="3837">
                  <c:v>9.0189641522711668</c:v>
                </c:pt>
                <c:pt idx="3838">
                  <c:v>9.0195083817837567</c:v>
                </c:pt>
                <c:pt idx="3839">
                  <c:v>9.0215364928036461</c:v>
                </c:pt>
                <c:pt idx="3840">
                  <c:v>9.024092287586079</c:v>
                </c:pt>
                <c:pt idx="3841">
                  <c:v>9.0246941130640224</c:v>
                </c:pt>
                <c:pt idx="3842">
                  <c:v>9.0272247750615762</c:v>
                </c:pt>
                <c:pt idx="3843">
                  <c:v>9.0325621408106169</c:v>
                </c:pt>
                <c:pt idx="3844">
                  <c:v>9.0351012851230674</c:v>
                </c:pt>
                <c:pt idx="3845">
                  <c:v>9.0344129609771624</c:v>
                </c:pt>
                <c:pt idx="3846">
                  <c:v>9.0321646239297628</c:v>
                </c:pt>
                <c:pt idx="3847">
                  <c:v>9.0283549126216851</c:v>
                </c:pt>
                <c:pt idx="3848">
                  <c:v>9.0264519419265117</c:v>
                </c:pt>
                <c:pt idx="3849">
                  <c:v>9.0265537297052756</c:v>
                </c:pt>
                <c:pt idx="3850">
                  <c:v>9.0253307055610481</c:v>
                </c:pt>
                <c:pt idx="3851">
                  <c:v>9.0281805539265783</c:v>
                </c:pt>
                <c:pt idx="3852">
                  <c:v>9.0316644815106475</c:v>
                </c:pt>
                <c:pt idx="3853">
                  <c:v>9.0306866067389375</c:v>
                </c:pt>
                <c:pt idx="3854">
                  <c:v>9.0291488991840225</c:v>
                </c:pt>
                <c:pt idx="3855">
                  <c:v>9.0270684281956335</c:v>
                </c:pt>
                <c:pt idx="3856">
                  <c:v>9.0228447589765928</c:v>
                </c:pt>
                <c:pt idx="3857">
                  <c:v>9.0170253673575385</c:v>
                </c:pt>
                <c:pt idx="3858">
                  <c:v>9.0170744810079917</c:v>
                </c:pt>
                <c:pt idx="3859">
                  <c:v>9.0176149406028525</c:v>
                </c:pt>
                <c:pt idx="3860">
                  <c:v>9.0173835095420802</c:v>
                </c:pt>
                <c:pt idx="3861">
                  <c:v>9.0171589899971512</c:v>
                </c:pt>
                <c:pt idx="3862">
                  <c:v>9.0173177454216447</c:v>
                </c:pt>
                <c:pt idx="3863">
                  <c:v>9.0171586758373401</c:v>
                </c:pt>
                <c:pt idx="3864">
                  <c:v>9.0189106403833588</c:v>
                </c:pt>
                <c:pt idx="3865">
                  <c:v>9.0218271953487594</c:v>
                </c:pt>
                <c:pt idx="3866">
                  <c:v>9.0233376757200539</c:v>
                </c:pt>
                <c:pt idx="3867">
                  <c:v>9.0256366972169637</c:v>
                </c:pt>
                <c:pt idx="3868">
                  <c:v>9.0272631025585177</c:v>
                </c:pt>
                <c:pt idx="3869">
                  <c:v>9.0289984166345523</c:v>
                </c:pt>
                <c:pt idx="3870">
                  <c:v>9.0304541284787962</c:v>
                </c:pt>
                <c:pt idx="3871">
                  <c:v>9.0303352713503013</c:v>
                </c:pt>
                <c:pt idx="3872">
                  <c:v>9.0310651693111943</c:v>
                </c:pt>
                <c:pt idx="3873">
                  <c:v>9.0307753045255765</c:v>
                </c:pt>
                <c:pt idx="3874">
                  <c:v>9.0290423990080928</c:v>
                </c:pt>
                <c:pt idx="3875">
                  <c:v>9.0234977925037274</c:v>
                </c:pt>
                <c:pt idx="3876">
                  <c:v>9.0229679096225048</c:v>
                </c:pt>
                <c:pt idx="3877">
                  <c:v>9.0289853266424274</c:v>
                </c:pt>
                <c:pt idx="3878">
                  <c:v>9.0298106244659291</c:v>
                </c:pt>
                <c:pt idx="3879">
                  <c:v>9.0268288289797773</c:v>
                </c:pt>
                <c:pt idx="3880">
                  <c:v>9.0266364584555063</c:v>
                </c:pt>
                <c:pt idx="3881">
                  <c:v>9.0285745103295749</c:v>
                </c:pt>
                <c:pt idx="3882">
                  <c:v>9.0305695298493713</c:v>
                </c:pt>
                <c:pt idx="3883">
                  <c:v>9.0306136169428477</c:v>
                </c:pt>
                <c:pt idx="3884">
                  <c:v>9.0296583616775301</c:v>
                </c:pt>
                <c:pt idx="3885">
                  <c:v>9.028167882814202</c:v>
                </c:pt>
                <c:pt idx="3886">
                  <c:v>9.0271411038319123</c:v>
                </c:pt>
                <c:pt idx="3887">
                  <c:v>9.0263831409279032</c:v>
                </c:pt>
                <c:pt idx="3888">
                  <c:v>9.0256864391870391</c:v>
                </c:pt>
                <c:pt idx="3889">
                  <c:v>9.0245799683326915</c:v>
                </c:pt>
                <c:pt idx="3890">
                  <c:v>9.0255528165474264</c:v>
                </c:pt>
                <c:pt idx="3891">
                  <c:v>9.0252453588123913</c:v>
                </c:pt>
                <c:pt idx="3892">
                  <c:v>9.0231483420739576</c:v>
                </c:pt>
                <c:pt idx="3893">
                  <c:v>9.0208963398287612</c:v>
                </c:pt>
                <c:pt idx="3894">
                  <c:v>9.0193386307658798</c:v>
                </c:pt>
                <c:pt idx="3895">
                  <c:v>9.0213893612921598</c:v>
                </c:pt>
                <c:pt idx="3896">
                  <c:v>9.0229208903707931</c:v>
                </c:pt>
                <c:pt idx="3897">
                  <c:v>9.0271937779602229</c:v>
                </c:pt>
                <c:pt idx="3898">
                  <c:v>9.0307940493943004</c:v>
                </c:pt>
                <c:pt idx="3899">
                  <c:v>9.0312764941440609</c:v>
                </c:pt>
                <c:pt idx="3900">
                  <c:v>9.0315235284754447</c:v>
                </c:pt>
                <c:pt idx="3901">
                  <c:v>9.0309181425196456</c:v>
                </c:pt>
                <c:pt idx="3902">
                  <c:v>9.030105829968333</c:v>
                </c:pt>
                <c:pt idx="3903">
                  <c:v>9.0291435584672346</c:v>
                </c:pt>
                <c:pt idx="3904">
                  <c:v>9.0282909287401765</c:v>
                </c:pt>
                <c:pt idx="3905">
                  <c:v>9.0300482340029831</c:v>
                </c:pt>
                <c:pt idx="3906">
                  <c:v>9.0296526020809953</c:v>
                </c:pt>
                <c:pt idx="3907">
                  <c:v>9.0275689894944957</c:v>
                </c:pt>
                <c:pt idx="3908">
                  <c:v>9.0280198088232826</c:v>
                </c:pt>
                <c:pt idx="3909">
                  <c:v>9.028928568436573</c:v>
                </c:pt>
                <c:pt idx="3910">
                  <c:v>9.0273456218688732</c:v>
                </c:pt>
                <c:pt idx="3911">
                  <c:v>9.0243548204681403</c:v>
                </c:pt>
                <c:pt idx="3912">
                  <c:v>9.0246457324531271</c:v>
                </c:pt>
                <c:pt idx="3913">
                  <c:v>9.024503208618869</c:v>
                </c:pt>
                <c:pt idx="3914">
                  <c:v>9.0238487090126167</c:v>
                </c:pt>
                <c:pt idx="3915">
                  <c:v>9.0235602055861808</c:v>
                </c:pt>
                <c:pt idx="3916">
                  <c:v>9.0232014350820169</c:v>
                </c:pt>
                <c:pt idx="3917">
                  <c:v>9.0230058182396995</c:v>
                </c:pt>
                <c:pt idx="3918">
                  <c:v>9.0228690540019763</c:v>
                </c:pt>
                <c:pt idx="3919">
                  <c:v>9.0250468098118386</c:v>
                </c:pt>
                <c:pt idx="3920">
                  <c:v>9.0240147948327003</c:v>
                </c:pt>
                <c:pt idx="3921">
                  <c:v>9.0229295821255633</c:v>
                </c:pt>
                <c:pt idx="3922">
                  <c:v>9.0217064532613982</c:v>
                </c:pt>
                <c:pt idx="3923">
                  <c:v>9.0191660523097035</c:v>
                </c:pt>
                <c:pt idx="3924">
                  <c:v>9.019016931119415</c:v>
                </c:pt>
                <c:pt idx="3925">
                  <c:v>9.0204457299398495</c:v>
                </c:pt>
                <c:pt idx="3926">
                  <c:v>9.0181223086976185</c:v>
                </c:pt>
                <c:pt idx="3927">
                  <c:v>9.0183454668833676</c:v>
                </c:pt>
                <c:pt idx="3928">
                  <c:v>9.0209189593351535</c:v>
                </c:pt>
                <c:pt idx="3929">
                  <c:v>9.0242218261481497</c:v>
                </c:pt>
                <c:pt idx="3930">
                  <c:v>9.0248052209171785</c:v>
                </c:pt>
                <c:pt idx="3931">
                  <c:v>9.0247085644153273</c:v>
                </c:pt>
                <c:pt idx="3932">
                  <c:v>9.0242600489251554</c:v>
                </c:pt>
                <c:pt idx="3933">
                  <c:v>9.0230645661243578</c:v>
                </c:pt>
                <c:pt idx="3934">
                  <c:v>9.0247097163346339</c:v>
                </c:pt>
                <c:pt idx="3935">
                  <c:v>9.0254102927131683</c:v>
                </c:pt>
                <c:pt idx="3936">
                  <c:v>9.029281265184391</c:v>
                </c:pt>
                <c:pt idx="3937">
                  <c:v>9.0297771140860874</c:v>
                </c:pt>
                <c:pt idx="3938">
                  <c:v>9.0284591089589998</c:v>
                </c:pt>
                <c:pt idx="3939">
                  <c:v>9.0303583097364406</c:v>
                </c:pt>
                <c:pt idx="3940">
                  <c:v>9.0311394157465283</c:v>
                </c:pt>
                <c:pt idx="3941">
                  <c:v>9.0319030335271346</c:v>
                </c:pt>
                <c:pt idx="3942">
                  <c:v>9.0302195558199152</c:v>
                </c:pt>
                <c:pt idx="3943">
                  <c:v>9.0286019469530689</c:v>
                </c:pt>
                <c:pt idx="3944">
                  <c:v>9.0286303260559961</c:v>
                </c:pt>
                <c:pt idx="3945">
                  <c:v>9.0290544418008469</c:v>
                </c:pt>
                <c:pt idx="3946">
                  <c:v>9.029226391937403</c:v>
                </c:pt>
                <c:pt idx="3947">
                  <c:v>9.0290359063719983</c:v>
                </c:pt>
                <c:pt idx="3948">
                  <c:v>9.0287124264866048</c:v>
                </c:pt>
                <c:pt idx="3949">
                  <c:v>9.0278542466028853</c:v>
                </c:pt>
                <c:pt idx="3950">
                  <c:v>9.0278641949968996</c:v>
                </c:pt>
                <c:pt idx="3951">
                  <c:v>9.0281973091164982</c:v>
                </c:pt>
                <c:pt idx="3952">
                  <c:v>9.0268896712631737</c:v>
                </c:pt>
                <c:pt idx="3953">
                  <c:v>9.0270760727510346</c:v>
                </c:pt>
                <c:pt idx="3954">
                  <c:v>9.0272298016185513</c:v>
                </c:pt>
                <c:pt idx="3955">
                  <c:v>9.0262968516998132</c:v>
                </c:pt>
                <c:pt idx="3956">
                  <c:v>9.0267535353450725</c:v>
                </c:pt>
                <c:pt idx="3957">
                  <c:v>9.0235757041368565</c:v>
                </c:pt>
                <c:pt idx="3958">
                  <c:v>9.0217039399829098</c:v>
                </c:pt>
                <c:pt idx="3959">
                  <c:v>9.0223325737647233</c:v>
                </c:pt>
                <c:pt idx="3960">
                  <c:v>9.0229449759563032</c:v>
                </c:pt>
                <c:pt idx="3961">
                  <c:v>9.0225819119347221</c:v>
                </c:pt>
                <c:pt idx="3962">
                  <c:v>9.0247485674312617</c:v>
                </c:pt>
                <c:pt idx="3963">
                  <c:v>9.0276018715547135</c:v>
                </c:pt>
                <c:pt idx="3964">
                  <c:v>9.027734551714893</c:v>
                </c:pt>
                <c:pt idx="3965">
                  <c:v>9.0249886902468042</c:v>
                </c:pt>
                <c:pt idx="3966">
                  <c:v>9.0212147931571796</c:v>
                </c:pt>
                <c:pt idx="3967">
                  <c:v>9.0185960616926089</c:v>
                </c:pt>
                <c:pt idx="3968">
                  <c:v>9.01945769733425</c:v>
                </c:pt>
                <c:pt idx="3969">
                  <c:v>9.0247146381716732</c:v>
                </c:pt>
                <c:pt idx="3970">
                  <c:v>9.0282673667543527</c:v>
                </c:pt>
                <c:pt idx="3971">
                  <c:v>9.0288106537875112</c:v>
                </c:pt>
                <c:pt idx="3972">
                  <c:v>9.029970636529665</c:v>
                </c:pt>
                <c:pt idx="3973">
                  <c:v>9.0298814151433415</c:v>
                </c:pt>
                <c:pt idx="3974">
                  <c:v>9.0302058375081682</c:v>
                </c:pt>
                <c:pt idx="3975">
                  <c:v>9.0294594985171663</c:v>
                </c:pt>
                <c:pt idx="3976">
                  <c:v>9.0262970611396884</c:v>
                </c:pt>
                <c:pt idx="3977">
                  <c:v>9.0241117654943626</c:v>
                </c:pt>
                <c:pt idx="3978">
                  <c:v>9.0241158495719045</c:v>
                </c:pt>
                <c:pt idx="3979">
                  <c:v>9.0253236893252691</c:v>
                </c:pt>
                <c:pt idx="3980">
                  <c:v>9.0263486880686301</c:v>
                </c:pt>
                <c:pt idx="3981">
                  <c:v>9.0285174379639095</c:v>
                </c:pt>
                <c:pt idx="3982">
                  <c:v>9.0302791414640691</c:v>
                </c:pt>
                <c:pt idx="3983">
                  <c:v>9.0307409563862411</c:v>
                </c:pt>
                <c:pt idx="3984">
                  <c:v>9.0310686250691159</c:v>
                </c:pt>
                <c:pt idx="3985">
                  <c:v>9.0318695231472947</c:v>
                </c:pt>
                <c:pt idx="3986">
                  <c:v>9.0290589447581393</c:v>
                </c:pt>
                <c:pt idx="3987">
                  <c:v>9.0263565420639047</c:v>
                </c:pt>
                <c:pt idx="3988">
                  <c:v>9.0276672167954022</c:v>
                </c:pt>
                <c:pt idx="3989">
                  <c:v>9.0289130698858973</c:v>
                </c:pt>
                <c:pt idx="3990">
                  <c:v>9.0273062471725609</c:v>
                </c:pt>
                <c:pt idx="3991">
                  <c:v>9.0247348491195147</c:v>
                </c:pt>
                <c:pt idx="3992">
                  <c:v>9.0251322612804312</c:v>
                </c:pt>
                <c:pt idx="3993">
                  <c:v>9.0251289102424472</c:v>
                </c:pt>
                <c:pt idx="3994">
                  <c:v>9.0264734095135974</c:v>
                </c:pt>
                <c:pt idx="3995">
                  <c:v>9.0283965911566106</c:v>
                </c:pt>
                <c:pt idx="3996">
                  <c:v>9.0284398404905915</c:v>
                </c:pt>
                <c:pt idx="3997">
                  <c:v>9.028585191763149</c:v>
                </c:pt>
                <c:pt idx="3998">
                  <c:v>9.0286212154214773</c:v>
                </c:pt>
                <c:pt idx="3999">
                  <c:v>9.0266756237119452</c:v>
                </c:pt>
                <c:pt idx="4000">
                  <c:v>9.0268719735938205</c:v>
                </c:pt>
                <c:pt idx="4001">
                  <c:v>9.0273230023624826</c:v>
                </c:pt>
                <c:pt idx="4002">
                  <c:v>9.0261196655664087</c:v>
                </c:pt>
                <c:pt idx="4003">
                  <c:v>9.0238725851582533</c:v>
                </c:pt>
                <c:pt idx="4004">
                  <c:v>9.0244533619288578</c:v>
                </c:pt>
                <c:pt idx="4005">
                  <c:v>9.0255689434177242</c:v>
                </c:pt>
                <c:pt idx="4006">
                  <c:v>9.0271854003652638</c:v>
                </c:pt>
                <c:pt idx="4007">
                  <c:v>9.0274308638975924</c:v>
                </c:pt>
                <c:pt idx="4008">
                  <c:v>9.0274398698121736</c:v>
                </c:pt>
                <c:pt idx="4009">
                  <c:v>9.0282233843808122</c:v>
                </c:pt>
                <c:pt idx="4010">
                  <c:v>9.0302438508452987</c:v>
                </c:pt>
                <c:pt idx="4011">
                  <c:v>9.0284958656568879</c:v>
                </c:pt>
                <c:pt idx="4012">
                  <c:v>9.0254555317259513</c:v>
                </c:pt>
                <c:pt idx="4013">
                  <c:v>9.0240204497092975</c:v>
                </c:pt>
                <c:pt idx="4014">
                  <c:v>9.0257822579293929</c:v>
                </c:pt>
                <c:pt idx="4015">
                  <c:v>9.0274189258247741</c:v>
                </c:pt>
                <c:pt idx="4016">
                  <c:v>9.0246433238945762</c:v>
                </c:pt>
                <c:pt idx="4017">
                  <c:v>9.0238568771677024</c:v>
                </c:pt>
                <c:pt idx="4018">
                  <c:v>9.0247321264011529</c:v>
                </c:pt>
                <c:pt idx="4019">
                  <c:v>9.0266012725566735</c:v>
                </c:pt>
                <c:pt idx="4020">
                  <c:v>9.0284761783087308</c:v>
                </c:pt>
                <c:pt idx="4021">
                  <c:v>9.0247798786924243</c:v>
                </c:pt>
                <c:pt idx="4022">
                  <c:v>9.022116850694502</c:v>
                </c:pt>
                <c:pt idx="4023">
                  <c:v>9.024078883434143</c:v>
                </c:pt>
                <c:pt idx="4024">
                  <c:v>9.0272093812308363</c:v>
                </c:pt>
                <c:pt idx="4025">
                  <c:v>9.0279964562773323</c:v>
                </c:pt>
                <c:pt idx="4026">
                  <c:v>9.0256409907343791</c:v>
                </c:pt>
                <c:pt idx="4027">
                  <c:v>9.0235538176700238</c:v>
                </c:pt>
                <c:pt idx="4028">
                  <c:v>9.0268538570447188</c:v>
                </c:pt>
                <c:pt idx="4029">
                  <c:v>9.0295098688068638</c:v>
                </c:pt>
                <c:pt idx="4030">
                  <c:v>9.0301935852755388</c:v>
                </c:pt>
                <c:pt idx="4031">
                  <c:v>9.0270796332288921</c:v>
                </c:pt>
                <c:pt idx="4032">
                  <c:v>9.0271983856374511</c:v>
                </c:pt>
                <c:pt idx="4033">
                  <c:v>9.0311826650805092</c:v>
                </c:pt>
                <c:pt idx="4034">
                  <c:v>9.0298652882730419</c:v>
                </c:pt>
                <c:pt idx="4035">
                  <c:v>9.0271298987986537</c:v>
                </c:pt>
                <c:pt idx="4036">
                  <c:v>9.0285532521823626</c:v>
                </c:pt>
                <c:pt idx="4037">
                  <c:v>9.0298498944423038</c:v>
                </c:pt>
                <c:pt idx="4038">
                  <c:v>9.0301390261883618</c:v>
                </c:pt>
                <c:pt idx="4039">
                  <c:v>9.0294143642243192</c:v>
                </c:pt>
                <c:pt idx="4040">
                  <c:v>9.0270394207730842</c:v>
                </c:pt>
                <c:pt idx="4041">
                  <c:v>9.0248090955548488</c:v>
                </c:pt>
                <c:pt idx="4042">
                  <c:v>9.0237701690598655</c:v>
                </c:pt>
                <c:pt idx="4043">
                  <c:v>9.0266956252199115</c:v>
                </c:pt>
                <c:pt idx="4044">
                  <c:v>9.0288207069014632</c:v>
                </c:pt>
                <c:pt idx="4045">
                  <c:v>9.0287869870817481</c:v>
                </c:pt>
                <c:pt idx="4046">
                  <c:v>9.0257971281604483</c:v>
                </c:pt>
                <c:pt idx="4047">
                  <c:v>9.0250231431060772</c:v>
                </c:pt>
                <c:pt idx="4048">
                  <c:v>9.0262989460985548</c:v>
                </c:pt>
                <c:pt idx="4049">
                  <c:v>9.0294769867466442</c:v>
                </c:pt>
                <c:pt idx="4050">
                  <c:v>9.0283424509491823</c:v>
                </c:pt>
                <c:pt idx="4051">
                  <c:v>9.0223217876112134</c:v>
                </c:pt>
                <c:pt idx="4052">
                  <c:v>9.0195495367189995</c:v>
                </c:pt>
                <c:pt idx="4053">
                  <c:v>9.0195640927902421</c:v>
                </c:pt>
                <c:pt idx="4054">
                  <c:v>9.0174329373523445</c:v>
                </c:pt>
                <c:pt idx="4055">
                  <c:v>9.0177530661997558</c:v>
                </c:pt>
                <c:pt idx="4056">
                  <c:v>9.0210273444699496</c:v>
                </c:pt>
                <c:pt idx="4057">
                  <c:v>9.0222101561583692</c:v>
                </c:pt>
                <c:pt idx="4058">
                  <c:v>9.0209663974666157</c:v>
                </c:pt>
                <c:pt idx="4059">
                  <c:v>9.0222870205921293</c:v>
                </c:pt>
                <c:pt idx="4060">
                  <c:v>9.0234990491429716</c:v>
                </c:pt>
                <c:pt idx="4061">
                  <c:v>9.0238217959888072</c:v>
                </c:pt>
                <c:pt idx="4062">
                  <c:v>9.0231130514551889</c:v>
                </c:pt>
                <c:pt idx="4063">
                  <c:v>9.0249010396595342</c:v>
                </c:pt>
                <c:pt idx="4064">
                  <c:v>9.0269886316036398</c:v>
                </c:pt>
                <c:pt idx="4065">
                  <c:v>9.0276739188713702</c:v>
                </c:pt>
                <c:pt idx="4066">
                  <c:v>9.0276820870264558</c:v>
                </c:pt>
                <c:pt idx="4067">
                  <c:v>9.0257913685639135</c:v>
                </c:pt>
                <c:pt idx="4068">
                  <c:v>9.0252030519578437</c:v>
                </c:pt>
                <c:pt idx="4069">
                  <c:v>9.02751401152757</c:v>
                </c:pt>
                <c:pt idx="4070">
                  <c:v>9.0291370658311418</c:v>
                </c:pt>
                <c:pt idx="4071">
                  <c:v>9.0299180671212902</c:v>
                </c:pt>
                <c:pt idx="4072">
                  <c:v>9.0300928446961439</c:v>
                </c:pt>
                <c:pt idx="4073">
                  <c:v>9.0289450094666819</c:v>
                </c:pt>
                <c:pt idx="4074">
                  <c:v>9.0283687356533679</c:v>
                </c:pt>
                <c:pt idx="4075">
                  <c:v>9.0253247365246381</c:v>
                </c:pt>
                <c:pt idx="4076">
                  <c:v>9.0243629886232259</c:v>
                </c:pt>
                <c:pt idx="4077">
                  <c:v>9.0255819286899115</c:v>
                </c:pt>
                <c:pt idx="4078">
                  <c:v>9.0239910234069995</c:v>
                </c:pt>
                <c:pt idx="4079">
                  <c:v>9.0247579922255916</c:v>
                </c:pt>
                <c:pt idx="4080">
                  <c:v>9.0255501985490003</c:v>
                </c:pt>
                <c:pt idx="4081">
                  <c:v>9.0252043085970879</c:v>
                </c:pt>
                <c:pt idx="4082">
                  <c:v>9.0275212372032243</c:v>
                </c:pt>
                <c:pt idx="4083">
                  <c:v>9.0314632097917329</c:v>
                </c:pt>
                <c:pt idx="4084">
                  <c:v>9.0306442998843899</c:v>
                </c:pt>
                <c:pt idx="4085">
                  <c:v>9.0280247306603219</c:v>
                </c:pt>
                <c:pt idx="4086">
                  <c:v>9.0288426980882335</c:v>
                </c:pt>
                <c:pt idx="4087">
                  <c:v>9.0319592681333045</c:v>
                </c:pt>
                <c:pt idx="4088">
                  <c:v>9.0330302389290082</c:v>
                </c:pt>
                <c:pt idx="4089">
                  <c:v>9.0335877678735983</c:v>
                </c:pt>
                <c:pt idx="4090">
                  <c:v>9.0309987768711366</c:v>
                </c:pt>
                <c:pt idx="4091">
                  <c:v>9.0271192173650796</c:v>
                </c:pt>
                <c:pt idx="4092">
                  <c:v>9.0276255382604766</c:v>
                </c:pt>
                <c:pt idx="4093">
                  <c:v>9.027672976391937</c:v>
                </c:pt>
                <c:pt idx="4094">
                  <c:v>9.0271610006199428</c:v>
                </c:pt>
                <c:pt idx="4095">
                  <c:v>9.0299286438349284</c:v>
                </c:pt>
                <c:pt idx="4096">
                  <c:v>9.0291669110131867</c:v>
                </c:pt>
                <c:pt idx="4097">
                  <c:v>9.0273869862439895</c:v>
                </c:pt>
                <c:pt idx="4098">
                  <c:v>9.0273501248261656</c:v>
                </c:pt>
                <c:pt idx="4099">
                  <c:v>9.0238752031566776</c:v>
                </c:pt>
                <c:pt idx="4100">
                  <c:v>9.0221852328133636</c:v>
                </c:pt>
                <c:pt idx="4101">
                  <c:v>9.0232621726454774</c:v>
                </c:pt>
                <c:pt idx="4102">
                  <c:v>9.0242242347067005</c:v>
                </c:pt>
                <c:pt idx="4103">
                  <c:v>9.0221774835380266</c:v>
                </c:pt>
                <c:pt idx="4104">
                  <c:v>9.0208254444314129</c:v>
                </c:pt>
                <c:pt idx="4105">
                  <c:v>9.0198160489586652</c:v>
                </c:pt>
                <c:pt idx="4106">
                  <c:v>9.0188734648057238</c:v>
                </c:pt>
                <c:pt idx="4107">
                  <c:v>9.0187687448687228</c:v>
                </c:pt>
                <c:pt idx="4108">
                  <c:v>9.0210590746108608</c:v>
                </c:pt>
                <c:pt idx="4109">
                  <c:v>9.0238372945394829</c:v>
                </c:pt>
                <c:pt idx="4110">
                  <c:v>9.0244157674714742</c:v>
                </c:pt>
                <c:pt idx="4111">
                  <c:v>9.0264012574770032</c:v>
                </c:pt>
                <c:pt idx="4112">
                  <c:v>9.0262256421426539</c:v>
                </c:pt>
                <c:pt idx="4113">
                  <c:v>9.025323061005647</c:v>
                </c:pt>
                <c:pt idx="4114">
                  <c:v>9.0233634368245568</c:v>
                </c:pt>
                <c:pt idx="4115">
                  <c:v>9.0225315416450247</c:v>
                </c:pt>
                <c:pt idx="4116">
                  <c:v>9.0220264773888719</c:v>
                </c:pt>
                <c:pt idx="4117">
                  <c:v>9.0238545733290891</c:v>
                </c:pt>
                <c:pt idx="4118">
                  <c:v>9.0270562806829417</c:v>
                </c:pt>
                <c:pt idx="4119">
                  <c:v>9.0281213871621731</c:v>
                </c:pt>
                <c:pt idx="4120">
                  <c:v>9.0269887363235757</c:v>
                </c:pt>
                <c:pt idx="4121">
                  <c:v>9.0257715764958188</c:v>
                </c:pt>
                <c:pt idx="4122">
                  <c:v>9.0282635968366201</c:v>
                </c:pt>
                <c:pt idx="4123">
                  <c:v>9.0307362439890753</c:v>
                </c:pt>
                <c:pt idx="4124">
                  <c:v>9.0287652053348531</c:v>
                </c:pt>
                <c:pt idx="4125">
                  <c:v>9.0243935668448305</c:v>
                </c:pt>
                <c:pt idx="4126">
                  <c:v>9.0248925573446375</c:v>
                </c:pt>
                <c:pt idx="4127">
                  <c:v>9.0239844260509692</c:v>
                </c:pt>
                <c:pt idx="4128">
                  <c:v>9.0256458078514825</c:v>
                </c:pt>
                <c:pt idx="4129">
                  <c:v>9.0301445763450232</c:v>
                </c:pt>
                <c:pt idx="4130">
                  <c:v>9.0303029128897681</c:v>
                </c:pt>
                <c:pt idx="4131">
                  <c:v>9.0298021421510306</c:v>
                </c:pt>
                <c:pt idx="4132">
                  <c:v>9.0278015724745746</c:v>
                </c:pt>
                <c:pt idx="4133">
                  <c:v>9.0239270395254927</c:v>
                </c:pt>
                <c:pt idx="4134">
                  <c:v>9.0253975168808545</c:v>
                </c:pt>
                <c:pt idx="4135">
                  <c:v>9.0277428245899163</c:v>
                </c:pt>
                <c:pt idx="4136">
                  <c:v>9.0290772707471145</c:v>
                </c:pt>
                <c:pt idx="4137">
                  <c:v>9.0301759923261233</c:v>
                </c:pt>
                <c:pt idx="4138">
                  <c:v>9.0277554957022943</c:v>
                </c:pt>
                <c:pt idx="4139">
                  <c:v>9.026189827924199</c:v>
                </c:pt>
                <c:pt idx="4140">
                  <c:v>9.0254261054236551</c:v>
                </c:pt>
                <c:pt idx="4141">
                  <c:v>9.0253298678015508</c:v>
                </c:pt>
                <c:pt idx="4142">
                  <c:v>9.0239820174924184</c:v>
                </c:pt>
                <c:pt idx="4143">
                  <c:v>9.0237543563493787</c:v>
                </c:pt>
                <c:pt idx="4144">
                  <c:v>9.025798594239566</c:v>
                </c:pt>
                <c:pt idx="4145">
                  <c:v>9.0303286739942692</c:v>
                </c:pt>
                <c:pt idx="4146">
                  <c:v>9.0335169771961858</c:v>
                </c:pt>
                <c:pt idx="4147">
                  <c:v>9.0322380326055995</c:v>
                </c:pt>
                <c:pt idx="4148">
                  <c:v>9.0304101461052557</c:v>
                </c:pt>
                <c:pt idx="4149">
                  <c:v>9.029363260895062</c:v>
                </c:pt>
                <c:pt idx="4150">
                  <c:v>9.028755885260459</c:v>
                </c:pt>
                <c:pt idx="4151">
                  <c:v>9.028275639629376</c:v>
                </c:pt>
                <c:pt idx="4152">
                  <c:v>9.0266784511502429</c:v>
                </c:pt>
                <c:pt idx="4153">
                  <c:v>9.0274357857346317</c:v>
                </c:pt>
                <c:pt idx="4154">
                  <c:v>9.0288079310691494</c:v>
                </c:pt>
                <c:pt idx="4155">
                  <c:v>9.0285721017710241</c:v>
                </c:pt>
                <c:pt idx="4156">
                  <c:v>9.0296846463817175</c:v>
                </c:pt>
                <c:pt idx="4157">
                  <c:v>9.0304473216828907</c:v>
                </c:pt>
                <c:pt idx="4158">
                  <c:v>9.0307534180587439</c:v>
                </c:pt>
                <c:pt idx="4159">
                  <c:v>9.0307896511569457</c:v>
                </c:pt>
                <c:pt idx="4160">
                  <c:v>9.0309862104786962</c:v>
                </c:pt>
                <c:pt idx="4161">
                  <c:v>9.029168481812242</c:v>
                </c:pt>
                <c:pt idx="4162">
                  <c:v>9.0278854531441119</c:v>
                </c:pt>
                <c:pt idx="4163">
                  <c:v>9.025957873263744</c:v>
                </c:pt>
                <c:pt idx="4164">
                  <c:v>9.0250138230316832</c:v>
                </c:pt>
                <c:pt idx="4165">
                  <c:v>9.0273092840507339</c:v>
                </c:pt>
                <c:pt idx="4166">
                  <c:v>9.0301834274416493</c:v>
                </c:pt>
                <c:pt idx="4167">
                  <c:v>9.0317995702293778</c:v>
                </c:pt>
                <c:pt idx="4168">
                  <c:v>9.0309241115560539</c:v>
                </c:pt>
                <c:pt idx="4169">
                  <c:v>9.0286982892951091</c:v>
                </c:pt>
                <c:pt idx="4170">
                  <c:v>9.0246408106160878</c:v>
                </c:pt>
                <c:pt idx="4171">
                  <c:v>9.0231229998492033</c:v>
                </c:pt>
                <c:pt idx="4172">
                  <c:v>9.0235097305765457</c:v>
                </c:pt>
                <c:pt idx="4173">
                  <c:v>9.0238422163765222</c:v>
                </c:pt>
                <c:pt idx="4174">
                  <c:v>9.0246288725432695</c:v>
                </c:pt>
                <c:pt idx="4175">
                  <c:v>9.0245035227786801</c:v>
                </c:pt>
                <c:pt idx="4176">
                  <c:v>9.0265994923177448</c:v>
                </c:pt>
                <c:pt idx="4177">
                  <c:v>9.0276600958396855</c:v>
                </c:pt>
                <c:pt idx="4178">
                  <c:v>9.0261507673876977</c:v>
                </c:pt>
                <c:pt idx="4179">
                  <c:v>9.0251267111237699</c:v>
                </c:pt>
                <c:pt idx="4180">
                  <c:v>9.0261749576931454</c:v>
                </c:pt>
                <c:pt idx="4181">
                  <c:v>9.0263025065764122</c:v>
                </c:pt>
                <c:pt idx="4182">
                  <c:v>9.0240089305162279</c:v>
                </c:pt>
                <c:pt idx="4183">
                  <c:v>9.0205638540287847</c:v>
                </c:pt>
                <c:pt idx="4184">
                  <c:v>9.0206588350116448</c:v>
                </c:pt>
                <c:pt idx="4185">
                  <c:v>9.0239999246016449</c:v>
                </c:pt>
                <c:pt idx="4186">
                  <c:v>9.0271096878508121</c:v>
                </c:pt>
                <c:pt idx="4187">
                  <c:v>9.0251300621617538</c:v>
                </c:pt>
                <c:pt idx="4188">
                  <c:v>9.0236744550374475</c:v>
                </c:pt>
                <c:pt idx="4189">
                  <c:v>9.0223029380225519</c:v>
                </c:pt>
                <c:pt idx="4190">
                  <c:v>9.021563301107518</c:v>
                </c:pt>
                <c:pt idx="4191">
                  <c:v>9.022751662952599</c:v>
                </c:pt>
                <c:pt idx="4192">
                  <c:v>9.0263596836620135</c:v>
                </c:pt>
                <c:pt idx="4193">
                  <c:v>9.0283877946819029</c:v>
                </c:pt>
                <c:pt idx="4194">
                  <c:v>9.0269318733977855</c:v>
                </c:pt>
                <c:pt idx="4195">
                  <c:v>9.0286489662047824</c:v>
                </c:pt>
                <c:pt idx="4196">
                  <c:v>9.0312270663337966</c:v>
                </c:pt>
                <c:pt idx="4197">
                  <c:v>9.0312166990600335</c:v>
                </c:pt>
                <c:pt idx="4198">
                  <c:v>9.0295229587989887</c:v>
                </c:pt>
                <c:pt idx="4199">
                  <c:v>9.0269477908282099</c:v>
                </c:pt>
                <c:pt idx="4200">
                  <c:v>9.023612670274618</c:v>
                </c:pt>
                <c:pt idx="4201">
                  <c:v>9.0253801333713124</c:v>
                </c:pt>
                <c:pt idx="4202">
                  <c:v>9.0280740537506485</c:v>
                </c:pt>
                <c:pt idx="4203">
                  <c:v>9.0296662156728047</c:v>
                </c:pt>
                <c:pt idx="4204">
                  <c:v>9.0290448075666436</c:v>
                </c:pt>
                <c:pt idx="4205">
                  <c:v>9.0244739917564463</c:v>
                </c:pt>
                <c:pt idx="4206">
                  <c:v>9.0224663011242736</c:v>
                </c:pt>
                <c:pt idx="4207">
                  <c:v>9.0246015406397131</c:v>
                </c:pt>
                <c:pt idx="4208">
                  <c:v>9.0250166504699827</c:v>
                </c:pt>
                <c:pt idx="4209">
                  <c:v>9.0260131653904789</c:v>
                </c:pt>
                <c:pt idx="4210">
                  <c:v>9.0275790426084477</c:v>
                </c:pt>
                <c:pt idx="4211">
                  <c:v>9.028164217616407</c:v>
                </c:pt>
                <c:pt idx="4212">
                  <c:v>9.0285525191428047</c:v>
                </c:pt>
                <c:pt idx="4213">
                  <c:v>9.0284307298560726</c:v>
                </c:pt>
                <c:pt idx="4214">
                  <c:v>9.0272012130757506</c:v>
                </c:pt>
                <c:pt idx="4215">
                  <c:v>9.0242044426386077</c:v>
                </c:pt>
                <c:pt idx="4216">
                  <c:v>9.0250815768309227</c:v>
                </c:pt>
                <c:pt idx="4217">
                  <c:v>9.0260913911834191</c:v>
                </c:pt>
                <c:pt idx="4218">
                  <c:v>9.0269720858535933</c:v>
                </c:pt>
                <c:pt idx="4219">
                  <c:v>9.0283451736675442</c:v>
                </c:pt>
                <c:pt idx="4220">
                  <c:v>9.0313356609084661</c:v>
                </c:pt>
                <c:pt idx="4221">
                  <c:v>9.0302285617344964</c:v>
                </c:pt>
                <c:pt idx="4222">
                  <c:v>9.0302013345508776</c:v>
                </c:pt>
                <c:pt idx="4223">
                  <c:v>9.0304736063870781</c:v>
                </c:pt>
                <c:pt idx="4224">
                  <c:v>9.0293129953253022</c:v>
                </c:pt>
                <c:pt idx="4225">
                  <c:v>9.0263592647822666</c:v>
                </c:pt>
                <c:pt idx="4226">
                  <c:v>9.0231266650469983</c:v>
                </c:pt>
                <c:pt idx="4227">
                  <c:v>9.0252368764974946</c:v>
                </c:pt>
                <c:pt idx="4228">
                  <c:v>9.0277047065328482</c:v>
                </c:pt>
                <c:pt idx="4229">
                  <c:v>9.0291909965986967</c:v>
                </c:pt>
                <c:pt idx="4230">
                  <c:v>9.0287963071561421</c:v>
                </c:pt>
                <c:pt idx="4231">
                  <c:v>9.0275407151115061</c:v>
                </c:pt>
                <c:pt idx="4232">
                  <c:v>9.0251395916760213</c:v>
                </c:pt>
                <c:pt idx="4233">
                  <c:v>9.0212887254327025</c:v>
                </c:pt>
                <c:pt idx="4234">
                  <c:v>9.0204419600221168</c:v>
                </c:pt>
                <c:pt idx="4235">
                  <c:v>9.0220194611530928</c:v>
                </c:pt>
                <c:pt idx="4236">
                  <c:v>9.0226054739205477</c:v>
                </c:pt>
                <c:pt idx="4237">
                  <c:v>9.0205491932376045</c:v>
                </c:pt>
                <c:pt idx="4238">
                  <c:v>9.0211463063183821</c:v>
                </c:pt>
                <c:pt idx="4239">
                  <c:v>9.0233696153008403</c:v>
                </c:pt>
                <c:pt idx="4240">
                  <c:v>9.0211765703801756</c:v>
                </c:pt>
                <c:pt idx="4241">
                  <c:v>9.0192873179967492</c:v>
                </c:pt>
                <c:pt idx="4242">
                  <c:v>9.0219821808555203</c:v>
                </c:pt>
                <c:pt idx="4243">
                  <c:v>9.0232162005931329</c:v>
                </c:pt>
                <c:pt idx="4244">
                  <c:v>9.0238792872342213</c:v>
                </c:pt>
                <c:pt idx="4245">
                  <c:v>9.0240832816714978</c:v>
                </c:pt>
                <c:pt idx="4246">
                  <c:v>9.0237861912102275</c:v>
                </c:pt>
                <c:pt idx="4247">
                  <c:v>9.0243711567783116</c:v>
                </c:pt>
                <c:pt idx="4248">
                  <c:v>9.0258118936715643</c:v>
                </c:pt>
                <c:pt idx="4249">
                  <c:v>9.0275594599802282</c:v>
                </c:pt>
                <c:pt idx="4250">
                  <c:v>9.0273237354020406</c:v>
                </c:pt>
                <c:pt idx="4251">
                  <c:v>9.0299755583667043</c:v>
                </c:pt>
                <c:pt idx="4252">
                  <c:v>9.0284220381013025</c:v>
                </c:pt>
                <c:pt idx="4253">
                  <c:v>9.0257420454735851</c:v>
                </c:pt>
                <c:pt idx="4254">
                  <c:v>9.0268271534607845</c:v>
                </c:pt>
                <c:pt idx="4255">
                  <c:v>9.0297572172980587</c:v>
                </c:pt>
                <c:pt idx="4256">
                  <c:v>9.0302277239750008</c:v>
                </c:pt>
                <c:pt idx="4257">
                  <c:v>9.0255869552468884</c:v>
                </c:pt>
                <c:pt idx="4258">
                  <c:v>9.0249515146691692</c:v>
                </c:pt>
                <c:pt idx="4259">
                  <c:v>9.0276816681467089</c:v>
                </c:pt>
                <c:pt idx="4260">
                  <c:v>9.0280874579025845</c:v>
                </c:pt>
                <c:pt idx="4261">
                  <c:v>9.0274791397885501</c:v>
                </c:pt>
                <c:pt idx="4262">
                  <c:v>9.0237120494948311</c:v>
                </c:pt>
                <c:pt idx="4263">
                  <c:v>9.0221196781328015</c:v>
                </c:pt>
                <c:pt idx="4264">
                  <c:v>9.0218793458773856</c:v>
                </c:pt>
                <c:pt idx="4265">
                  <c:v>9.0214111430390567</c:v>
                </c:pt>
                <c:pt idx="4266">
                  <c:v>9.0195862934168858</c:v>
                </c:pt>
                <c:pt idx="4267">
                  <c:v>9.020402794765678</c:v>
                </c:pt>
                <c:pt idx="4268">
                  <c:v>9.021308308060922</c:v>
                </c:pt>
                <c:pt idx="4269">
                  <c:v>9.0233039559003405</c:v>
                </c:pt>
                <c:pt idx="4270">
                  <c:v>9.0273853107249966</c:v>
                </c:pt>
                <c:pt idx="4271">
                  <c:v>9.02870802824925</c:v>
                </c:pt>
                <c:pt idx="4272">
                  <c:v>9.0293535219409211</c:v>
                </c:pt>
                <c:pt idx="4273">
                  <c:v>9.0311602550139902</c:v>
                </c:pt>
                <c:pt idx="4274">
                  <c:v>9.0333045004440127</c:v>
                </c:pt>
                <c:pt idx="4275">
                  <c:v>9.0332330814469781</c:v>
                </c:pt>
                <c:pt idx="4276">
                  <c:v>9.031409279024178</c:v>
                </c:pt>
                <c:pt idx="4277">
                  <c:v>9.0311876916374842</c:v>
                </c:pt>
                <c:pt idx="4278">
                  <c:v>9.0304542331987339</c:v>
                </c:pt>
                <c:pt idx="4279">
                  <c:v>9.0306159207814627</c:v>
                </c:pt>
                <c:pt idx="4280">
                  <c:v>9.0321815885595562</c:v>
                </c:pt>
                <c:pt idx="4281">
                  <c:v>9.0309293475529042</c:v>
                </c:pt>
                <c:pt idx="4282">
                  <c:v>9.0261480446693358</c:v>
                </c:pt>
                <c:pt idx="4283">
                  <c:v>9.0232652095236503</c:v>
                </c:pt>
                <c:pt idx="4284">
                  <c:v>9.0223839912537915</c:v>
                </c:pt>
                <c:pt idx="4285">
                  <c:v>9.0244792277532966</c:v>
                </c:pt>
                <c:pt idx="4286">
                  <c:v>9.0297948117554405</c:v>
                </c:pt>
                <c:pt idx="4287">
                  <c:v>9.0297224502789746</c:v>
                </c:pt>
                <c:pt idx="4288">
                  <c:v>9.0277106755692582</c:v>
                </c:pt>
                <c:pt idx="4289">
                  <c:v>9.0274743226714467</c:v>
                </c:pt>
                <c:pt idx="4290">
                  <c:v>9.0282729169110123</c:v>
                </c:pt>
                <c:pt idx="4291">
                  <c:v>9.0284137652262793</c:v>
                </c:pt>
                <c:pt idx="4292">
                  <c:v>9.0274221721428205</c:v>
                </c:pt>
                <c:pt idx="4293">
                  <c:v>9.0235066936983728</c:v>
                </c:pt>
                <c:pt idx="4294">
                  <c:v>9.0219088768996194</c:v>
                </c:pt>
                <c:pt idx="4295">
                  <c:v>9.0219820761355827</c:v>
                </c:pt>
                <c:pt idx="4296">
                  <c:v>9.0239523817502469</c:v>
                </c:pt>
                <c:pt idx="4297">
                  <c:v>9.0273112737295378</c:v>
                </c:pt>
                <c:pt idx="4298">
                  <c:v>9.0257312593200751</c:v>
                </c:pt>
                <c:pt idx="4299">
                  <c:v>9.0221388418812722</c:v>
                </c:pt>
                <c:pt idx="4300">
                  <c:v>9.0230901177889855</c:v>
                </c:pt>
                <c:pt idx="4301">
                  <c:v>9.0253962602416102</c:v>
                </c:pt>
                <c:pt idx="4302">
                  <c:v>9.0263399963138582</c:v>
                </c:pt>
                <c:pt idx="4303">
                  <c:v>9.0282568947606521</c:v>
                </c:pt>
                <c:pt idx="4304">
                  <c:v>9.0312053893068374</c:v>
                </c:pt>
                <c:pt idx="4305">
                  <c:v>9.030517484040681</c:v>
                </c:pt>
                <c:pt idx="4306">
                  <c:v>9.0298462292445087</c:v>
                </c:pt>
                <c:pt idx="4307">
                  <c:v>9.0280368781730136</c:v>
                </c:pt>
                <c:pt idx="4308">
                  <c:v>9.0261771568118228</c:v>
                </c:pt>
                <c:pt idx="4309">
                  <c:v>9.0264030377159319</c:v>
                </c:pt>
                <c:pt idx="4310">
                  <c:v>9.0265845173667536</c:v>
                </c:pt>
                <c:pt idx="4311">
                  <c:v>9.0243083248161113</c:v>
                </c:pt>
                <c:pt idx="4312">
                  <c:v>9.022221884791314</c:v>
                </c:pt>
                <c:pt idx="4313">
                  <c:v>9.0214486327765027</c:v>
                </c:pt>
                <c:pt idx="4314">
                  <c:v>9.0199605624717254</c:v>
                </c:pt>
                <c:pt idx="4315">
                  <c:v>9.0185373138079523</c:v>
                </c:pt>
                <c:pt idx="4316">
                  <c:v>9.0202994361878588</c:v>
                </c:pt>
                <c:pt idx="4317">
                  <c:v>9.0220363210629486</c:v>
                </c:pt>
                <c:pt idx="4318">
                  <c:v>9.0246616498835515</c:v>
                </c:pt>
                <c:pt idx="4319">
                  <c:v>9.024861560243286</c:v>
                </c:pt>
                <c:pt idx="4320">
                  <c:v>9.0227766910175422</c:v>
                </c:pt>
                <c:pt idx="4321">
                  <c:v>9.0218820685957475</c:v>
                </c:pt>
                <c:pt idx="4322">
                  <c:v>9.0244593309652661</c:v>
                </c:pt>
                <c:pt idx="4323">
                  <c:v>9.0269045414942273</c:v>
                </c:pt>
                <c:pt idx="4324">
                  <c:v>9.0250677537992399</c:v>
                </c:pt>
                <c:pt idx="4325">
                  <c:v>9.0220773712782538</c:v>
                </c:pt>
                <c:pt idx="4326">
                  <c:v>9.0199615049511586</c:v>
                </c:pt>
                <c:pt idx="4327">
                  <c:v>9.020829423789019</c:v>
                </c:pt>
                <c:pt idx="4328">
                  <c:v>9.0219588283095682</c:v>
                </c:pt>
                <c:pt idx="4329">
                  <c:v>9.0219597707890014</c:v>
                </c:pt>
                <c:pt idx="4330">
                  <c:v>9.0242926168255622</c:v>
                </c:pt>
                <c:pt idx="4331">
                  <c:v>9.0253154164502458</c:v>
                </c:pt>
                <c:pt idx="4332">
                  <c:v>9.0242665415612482</c:v>
                </c:pt>
                <c:pt idx="4333">
                  <c:v>9.0221079494998584</c:v>
                </c:pt>
                <c:pt idx="4334">
                  <c:v>9.021624562270663</c:v>
                </c:pt>
                <c:pt idx="4335">
                  <c:v>9.0202271794313287</c:v>
                </c:pt>
                <c:pt idx="4336">
                  <c:v>9.0197346815676163</c:v>
                </c:pt>
                <c:pt idx="4337">
                  <c:v>9.0208073278823111</c:v>
                </c:pt>
                <c:pt idx="4338">
                  <c:v>9.0215877008528391</c:v>
                </c:pt>
                <c:pt idx="4339">
                  <c:v>9.0215183762545443</c:v>
                </c:pt>
                <c:pt idx="4340">
                  <c:v>9.0218944255483144</c:v>
                </c:pt>
                <c:pt idx="4341">
                  <c:v>9.0208007305262807</c:v>
                </c:pt>
                <c:pt idx="4342">
                  <c:v>9.0193865924970265</c:v>
                </c:pt>
                <c:pt idx="4343">
                  <c:v>9.0199793073404493</c:v>
                </c:pt>
                <c:pt idx="4344">
                  <c:v>9.0227354313623653</c:v>
                </c:pt>
                <c:pt idx="4345">
                  <c:v>9.0237895422482115</c:v>
                </c:pt>
                <c:pt idx="4346">
                  <c:v>9.0250833570698532</c:v>
                </c:pt>
                <c:pt idx="4347">
                  <c:v>9.0305774885645835</c:v>
                </c:pt>
                <c:pt idx="4348">
                  <c:v>9.0345746485598912</c:v>
                </c:pt>
                <c:pt idx="4349">
                  <c:v>9.0325690523264583</c:v>
                </c:pt>
                <c:pt idx="4350">
                  <c:v>9.0291113047266389</c:v>
                </c:pt>
                <c:pt idx="4351">
                  <c:v>9.0298672779518458</c:v>
                </c:pt>
                <c:pt idx="4352">
                  <c:v>9.0292016780322708</c:v>
                </c:pt>
                <c:pt idx="4353">
                  <c:v>9.0274121190288685</c:v>
                </c:pt>
                <c:pt idx="4354">
                  <c:v>9.0262608280414867</c:v>
                </c:pt>
                <c:pt idx="4355">
                  <c:v>9.0253693472178007</c:v>
                </c:pt>
                <c:pt idx="4356">
                  <c:v>9.025513441851114</c:v>
                </c:pt>
                <c:pt idx="4357">
                  <c:v>9.02441314947305</c:v>
                </c:pt>
                <c:pt idx="4358">
                  <c:v>9.0226378323810792</c:v>
                </c:pt>
                <c:pt idx="4359">
                  <c:v>9.0211648417472308</c:v>
                </c:pt>
                <c:pt idx="4360">
                  <c:v>9.0204762034415165</c:v>
                </c:pt>
                <c:pt idx="4361">
                  <c:v>9.0250353953387066</c:v>
                </c:pt>
                <c:pt idx="4362">
                  <c:v>9.0296129132248719</c:v>
                </c:pt>
                <c:pt idx="4363">
                  <c:v>9.0295205502404361</c:v>
                </c:pt>
                <c:pt idx="4364">
                  <c:v>9.0265234656434838</c:v>
                </c:pt>
                <c:pt idx="4365">
                  <c:v>9.024529598042994</c:v>
                </c:pt>
                <c:pt idx="4366">
                  <c:v>9.0250569676457282</c:v>
                </c:pt>
                <c:pt idx="4367">
                  <c:v>9.0258411105339871</c:v>
                </c:pt>
                <c:pt idx="4368">
                  <c:v>9.0268544853643409</c:v>
                </c:pt>
                <c:pt idx="4369">
                  <c:v>9.0295542700601512</c:v>
                </c:pt>
                <c:pt idx="4370">
                  <c:v>9.0292119405860962</c:v>
                </c:pt>
                <c:pt idx="4371">
                  <c:v>9.0295198172008782</c:v>
                </c:pt>
                <c:pt idx="4372">
                  <c:v>9.0264280657808751</c:v>
                </c:pt>
                <c:pt idx="4373">
                  <c:v>9.0216280180285846</c:v>
                </c:pt>
                <c:pt idx="4374">
                  <c:v>9.0202473903791702</c:v>
                </c:pt>
                <c:pt idx="4375">
                  <c:v>9.0216536744131499</c:v>
                </c:pt>
                <c:pt idx="4376">
                  <c:v>9.0229345039626025</c:v>
                </c:pt>
                <c:pt idx="4377">
                  <c:v>9.025090163865757</c:v>
                </c:pt>
                <c:pt idx="4378">
                  <c:v>9.0251338320794865</c:v>
                </c:pt>
                <c:pt idx="4379">
                  <c:v>9.0254325980597496</c:v>
                </c:pt>
                <c:pt idx="4380">
                  <c:v>9.026440422733442</c:v>
                </c:pt>
                <c:pt idx="4381">
                  <c:v>9.0266157239079803</c:v>
                </c:pt>
                <c:pt idx="4382">
                  <c:v>9.0273566174622584</c:v>
                </c:pt>
                <c:pt idx="4383">
                  <c:v>9.0295567833386396</c:v>
                </c:pt>
                <c:pt idx="4384">
                  <c:v>9.0280537380828711</c:v>
                </c:pt>
                <c:pt idx="4385">
                  <c:v>9.0261179900474175</c:v>
                </c:pt>
                <c:pt idx="4386">
                  <c:v>9.025110270093661</c:v>
                </c:pt>
                <c:pt idx="4387">
                  <c:v>9.0225067230199549</c:v>
                </c:pt>
                <c:pt idx="4388">
                  <c:v>9.0242614102843355</c:v>
                </c:pt>
                <c:pt idx="4389">
                  <c:v>9.0274869937838247</c:v>
                </c:pt>
                <c:pt idx="4390">
                  <c:v>9.0304398865673647</c:v>
                </c:pt>
                <c:pt idx="4391">
                  <c:v>9.0325004607677233</c:v>
                </c:pt>
                <c:pt idx="4392">
                  <c:v>9.0315861509977715</c:v>
                </c:pt>
                <c:pt idx="4393">
                  <c:v>9.031172716686493</c:v>
                </c:pt>
                <c:pt idx="4394">
                  <c:v>9.0308139461823291</c:v>
                </c:pt>
                <c:pt idx="4395">
                  <c:v>9.030045616004557</c:v>
                </c:pt>
                <c:pt idx="4396">
                  <c:v>9.0293082829281364</c:v>
                </c:pt>
                <c:pt idx="4397">
                  <c:v>9.0307433649447919</c:v>
                </c:pt>
                <c:pt idx="4398">
                  <c:v>9.0327392222240839</c:v>
                </c:pt>
                <c:pt idx="4399">
                  <c:v>9.0330716033041227</c:v>
                </c:pt>
                <c:pt idx="4400">
                  <c:v>9.0328899142134276</c:v>
                </c:pt>
                <c:pt idx="4401">
                  <c:v>9.0371749493155509</c:v>
                </c:pt>
                <c:pt idx="4402">
                  <c:v>9.0364820174924176</c:v>
                </c:pt>
                <c:pt idx="4403">
                  <c:v>9.0333065948427524</c:v>
                </c:pt>
                <c:pt idx="4404">
                  <c:v>9.0317600908131297</c:v>
                </c:pt>
                <c:pt idx="4405">
                  <c:v>9.030201543990751</c:v>
                </c:pt>
                <c:pt idx="4406">
                  <c:v>9.0300893889382241</c:v>
                </c:pt>
                <c:pt idx="4407">
                  <c:v>9.0307171849605421</c:v>
                </c:pt>
                <c:pt idx="4408">
                  <c:v>9.0325527160162853</c:v>
                </c:pt>
                <c:pt idx="4409">
                  <c:v>9.0309874671179404</c:v>
                </c:pt>
                <c:pt idx="4410">
                  <c:v>9.0269977422381587</c:v>
                </c:pt>
                <c:pt idx="4411">
                  <c:v>9.0250559204463574</c:v>
                </c:pt>
                <c:pt idx="4412">
                  <c:v>9.0230889658696789</c:v>
                </c:pt>
                <c:pt idx="4413">
                  <c:v>9.0193565378751064</c:v>
                </c:pt>
                <c:pt idx="4414">
                  <c:v>9.0159279024177739</c:v>
                </c:pt>
                <c:pt idx="4415">
                  <c:v>9.017185169981401</c:v>
                </c:pt>
                <c:pt idx="4416">
                  <c:v>9.0217231037313805</c:v>
                </c:pt>
                <c:pt idx="4417">
                  <c:v>9.0224006417237739</c:v>
                </c:pt>
                <c:pt idx="4418">
                  <c:v>9.0208883811135507</c:v>
                </c:pt>
                <c:pt idx="4419">
                  <c:v>9.0216414221805206</c:v>
                </c:pt>
                <c:pt idx="4420">
                  <c:v>9.0229970217649917</c:v>
                </c:pt>
                <c:pt idx="4421">
                  <c:v>9.0239702888594735</c:v>
                </c:pt>
                <c:pt idx="4422">
                  <c:v>9.0231160883333619</c:v>
                </c:pt>
                <c:pt idx="4423">
                  <c:v>9.026882550307457</c:v>
                </c:pt>
                <c:pt idx="4424">
                  <c:v>9.0326813120989229</c:v>
                </c:pt>
                <c:pt idx="4425">
                  <c:v>9.0341551404922669</c:v>
                </c:pt>
                <c:pt idx="4426">
                  <c:v>9.0337263123502503</c:v>
                </c:pt>
                <c:pt idx="4427">
                  <c:v>9.0308169830605038</c:v>
                </c:pt>
                <c:pt idx="4428">
                  <c:v>9.0282820275455329</c:v>
                </c:pt>
                <c:pt idx="4429">
                  <c:v>9.0267805530888197</c:v>
                </c:pt>
                <c:pt idx="4430">
                  <c:v>9.0251918469245851</c:v>
                </c:pt>
                <c:pt idx="4431">
                  <c:v>9.025317406129048</c:v>
                </c:pt>
                <c:pt idx="4432">
                  <c:v>9.0270172201464405</c:v>
                </c:pt>
                <c:pt idx="4433">
                  <c:v>9.0310381515674472</c:v>
                </c:pt>
                <c:pt idx="4434">
                  <c:v>9.0338903037715941</c:v>
                </c:pt>
                <c:pt idx="4435">
                  <c:v>9.0317395657054771</c:v>
                </c:pt>
                <c:pt idx="4436">
                  <c:v>9.028203068713033</c:v>
                </c:pt>
                <c:pt idx="4437">
                  <c:v>9.0255326055995848</c:v>
                </c:pt>
                <c:pt idx="4438">
                  <c:v>9.0281108104485366</c:v>
                </c:pt>
                <c:pt idx="4439">
                  <c:v>9.031104125127758</c:v>
                </c:pt>
                <c:pt idx="4440">
                  <c:v>9.032012989460986</c:v>
                </c:pt>
                <c:pt idx="4441">
                  <c:v>9.032401186267446</c:v>
                </c:pt>
                <c:pt idx="4442">
                  <c:v>9.0352318708845072</c:v>
                </c:pt>
                <c:pt idx="4443">
                  <c:v>9.0383885486654485</c:v>
                </c:pt>
                <c:pt idx="4444">
                  <c:v>9.0342202762930821</c:v>
                </c:pt>
                <c:pt idx="4445">
                  <c:v>9.029840783807785</c:v>
                </c:pt>
                <c:pt idx="4446">
                  <c:v>9.0326315701288475</c:v>
                </c:pt>
                <c:pt idx="4447">
                  <c:v>9.0374503627498619</c:v>
                </c:pt>
                <c:pt idx="4448">
                  <c:v>9.0391942638607308</c:v>
                </c:pt>
                <c:pt idx="4449">
                  <c:v>9.0383527344469954</c:v>
                </c:pt>
                <c:pt idx="4450">
                  <c:v>9.0346200970125494</c:v>
                </c:pt>
                <c:pt idx="4451">
                  <c:v>9.0334543546738608</c:v>
                </c:pt>
                <c:pt idx="4452">
                  <c:v>9.0350868337717607</c:v>
                </c:pt>
                <c:pt idx="4453">
                  <c:v>9.0351503987735207</c:v>
                </c:pt>
                <c:pt idx="4454">
                  <c:v>9.0348948821272383</c:v>
                </c:pt>
                <c:pt idx="4455">
                  <c:v>9.0316833310993072</c:v>
                </c:pt>
                <c:pt idx="4456">
                  <c:v>9.0313528349781347</c:v>
                </c:pt>
                <c:pt idx="4457">
                  <c:v>9.0325925095923463</c:v>
                </c:pt>
                <c:pt idx="4458">
                  <c:v>9.0327482281386651</c:v>
                </c:pt>
                <c:pt idx="4459">
                  <c:v>9.0327109478410943</c:v>
                </c:pt>
                <c:pt idx="4460">
                  <c:v>9.0322903925740992</c:v>
                </c:pt>
                <c:pt idx="4461">
                  <c:v>9.0306295343732721</c:v>
                </c:pt>
                <c:pt idx="4462">
                  <c:v>9.0280740537506485</c:v>
                </c:pt>
                <c:pt idx="4463">
                  <c:v>9.0281330110751803</c:v>
                </c:pt>
                <c:pt idx="4464">
                  <c:v>9.0313303201916799</c:v>
                </c:pt>
                <c:pt idx="4465">
                  <c:v>9.0318705703466655</c:v>
                </c:pt>
                <c:pt idx="4466">
                  <c:v>9.0331148526381053</c:v>
                </c:pt>
                <c:pt idx="4467">
                  <c:v>9.0340669663053124</c:v>
                </c:pt>
                <c:pt idx="4468">
                  <c:v>9.033314448838027</c:v>
                </c:pt>
                <c:pt idx="4469">
                  <c:v>9.0327059212841174</c:v>
                </c:pt>
                <c:pt idx="4470">
                  <c:v>9.0295968910745099</c:v>
                </c:pt>
                <c:pt idx="4471">
                  <c:v>9.0261862674463416</c:v>
                </c:pt>
                <c:pt idx="4472">
                  <c:v>9.0223792788566257</c:v>
                </c:pt>
                <c:pt idx="4473">
                  <c:v>9.0227773193371643</c:v>
                </c:pt>
                <c:pt idx="4474">
                  <c:v>9.0263848164468943</c:v>
                </c:pt>
                <c:pt idx="4475">
                  <c:v>9.0282847502638948</c:v>
                </c:pt>
                <c:pt idx="4476">
                  <c:v>9.027130527118274</c:v>
                </c:pt>
                <c:pt idx="4477">
                  <c:v>9.0245420597154968</c:v>
                </c:pt>
                <c:pt idx="4478">
                  <c:v>9.0251888100464122</c:v>
                </c:pt>
                <c:pt idx="4479">
                  <c:v>9.0274584052410241</c:v>
                </c:pt>
                <c:pt idx="4480">
                  <c:v>9.0278541418829477</c:v>
                </c:pt>
                <c:pt idx="4481">
                  <c:v>9.0297024487710065</c:v>
                </c:pt>
                <c:pt idx="4482">
                  <c:v>9.0339201489536389</c:v>
                </c:pt>
                <c:pt idx="4483">
                  <c:v>9.0345746485598912</c:v>
                </c:pt>
                <c:pt idx="4484">
                  <c:v>9.0307040949684172</c:v>
                </c:pt>
                <c:pt idx="4485">
                  <c:v>9.0260589280029482</c:v>
                </c:pt>
                <c:pt idx="4486">
                  <c:v>9.0234843883517915</c:v>
                </c:pt>
                <c:pt idx="4487">
                  <c:v>9.0230838345927644</c:v>
                </c:pt>
                <c:pt idx="4488">
                  <c:v>9.0241619263441848</c:v>
                </c:pt>
                <c:pt idx="4489">
                  <c:v>9.0258661385989303</c:v>
                </c:pt>
                <c:pt idx="4490">
                  <c:v>9.0259720104552379</c:v>
                </c:pt>
                <c:pt idx="4491">
                  <c:v>9.0261184089271644</c:v>
                </c:pt>
                <c:pt idx="4492">
                  <c:v>9.0253323810800392</c:v>
                </c:pt>
                <c:pt idx="4493">
                  <c:v>9.0252676641589726</c:v>
                </c:pt>
                <c:pt idx="4494">
                  <c:v>9.0259817494093788</c:v>
                </c:pt>
                <c:pt idx="4495">
                  <c:v>9.0254883090662332</c:v>
                </c:pt>
                <c:pt idx="4496">
                  <c:v>9.0279058735318269</c:v>
                </c:pt>
                <c:pt idx="4497">
                  <c:v>9.0291428254276767</c:v>
                </c:pt>
                <c:pt idx="4498">
                  <c:v>9.0270174295863139</c:v>
                </c:pt>
                <c:pt idx="4499">
                  <c:v>9.0237656661025749</c:v>
                </c:pt>
                <c:pt idx="4500">
                  <c:v>9.0239990868421494</c:v>
                </c:pt>
                <c:pt idx="4501">
                  <c:v>9.0259189174471786</c:v>
                </c:pt>
                <c:pt idx="4502">
                  <c:v>9.0269935534406791</c:v>
                </c:pt>
                <c:pt idx="4503">
                  <c:v>9.0295670458924651</c:v>
                </c:pt>
                <c:pt idx="4504">
                  <c:v>9.0312605767136365</c:v>
                </c:pt>
                <c:pt idx="4505">
                  <c:v>9.0328778714206734</c:v>
                </c:pt>
                <c:pt idx="4506">
                  <c:v>9.034311696798083</c:v>
                </c:pt>
                <c:pt idx="4507">
                  <c:v>9.0314929502538419</c:v>
                </c:pt>
                <c:pt idx="4508">
                  <c:v>9.0293283891560403</c:v>
                </c:pt>
                <c:pt idx="4509">
                  <c:v>9.0294761489871487</c:v>
                </c:pt>
                <c:pt idx="4510">
                  <c:v>9.0295689308513314</c:v>
                </c:pt>
                <c:pt idx="4511">
                  <c:v>9.0278535135633255</c:v>
                </c:pt>
                <c:pt idx="4512">
                  <c:v>9.0265380217147264</c:v>
                </c:pt>
                <c:pt idx="4513">
                  <c:v>9.0286106387078391</c:v>
                </c:pt>
                <c:pt idx="4514">
                  <c:v>9.0308015892297639</c:v>
                </c:pt>
                <c:pt idx="4515">
                  <c:v>9.0296434914464747</c:v>
                </c:pt>
                <c:pt idx="4516">
                  <c:v>9.0279787586079792</c:v>
                </c:pt>
                <c:pt idx="4517">
                  <c:v>9.0267942714005667</c:v>
                </c:pt>
                <c:pt idx="4518">
                  <c:v>9.0280334224150938</c:v>
                </c:pt>
                <c:pt idx="4519">
                  <c:v>9.0288358912923279</c:v>
                </c:pt>
                <c:pt idx="4520">
                  <c:v>9.0292282768962693</c:v>
                </c:pt>
                <c:pt idx="4521">
                  <c:v>9.0307342543102731</c:v>
                </c:pt>
                <c:pt idx="4522">
                  <c:v>9.0285057093309646</c:v>
                </c:pt>
                <c:pt idx="4523">
                  <c:v>9.0296480991237029</c:v>
                </c:pt>
                <c:pt idx="4524">
                  <c:v>9.0293393847494254</c:v>
                </c:pt>
                <c:pt idx="4525">
                  <c:v>9.0257591148233161</c:v>
                </c:pt>
                <c:pt idx="4526">
                  <c:v>9.023527637685774</c:v>
                </c:pt>
                <c:pt idx="4527">
                  <c:v>9.0249864911281268</c:v>
                </c:pt>
                <c:pt idx="4528">
                  <c:v>9.0278261816597691</c:v>
                </c:pt>
                <c:pt idx="4529">
                  <c:v>9.0271148191277248</c:v>
                </c:pt>
                <c:pt idx="4530">
                  <c:v>9.0296598277566478</c:v>
                </c:pt>
                <c:pt idx="4531">
                  <c:v>9.0324466347201042</c:v>
                </c:pt>
                <c:pt idx="4532">
                  <c:v>9.0339051740026477</c:v>
                </c:pt>
                <c:pt idx="4533">
                  <c:v>9.0310720808270357</c:v>
                </c:pt>
                <c:pt idx="4534">
                  <c:v>9.0258904336243155</c:v>
                </c:pt>
                <c:pt idx="4535">
                  <c:v>9.025157079905501</c:v>
                </c:pt>
                <c:pt idx="4536">
                  <c:v>9.0294010647923191</c:v>
                </c:pt>
                <c:pt idx="4537">
                  <c:v>9.0339206725533234</c:v>
                </c:pt>
                <c:pt idx="4538">
                  <c:v>9.0341426788197641</c:v>
                </c:pt>
                <c:pt idx="4539">
                  <c:v>9.0340051815424829</c:v>
                </c:pt>
                <c:pt idx="4540">
                  <c:v>9.0342200668532087</c:v>
                </c:pt>
                <c:pt idx="4541">
                  <c:v>9.0322546830755819</c:v>
                </c:pt>
                <c:pt idx="4542">
                  <c:v>9.030730274952667</c:v>
                </c:pt>
                <c:pt idx="4543">
                  <c:v>9.0321675560879982</c:v>
                </c:pt>
                <c:pt idx="4544">
                  <c:v>9.0323780431613692</c:v>
                </c:pt>
                <c:pt idx="4545">
                  <c:v>9.0297784754452692</c:v>
                </c:pt>
                <c:pt idx="4546">
                  <c:v>9.0276460633681275</c:v>
                </c:pt>
                <c:pt idx="4547">
                  <c:v>9.0275276251193812</c:v>
                </c:pt>
                <c:pt idx="4548">
                  <c:v>9.0281119623678432</c:v>
                </c:pt>
                <c:pt idx="4549">
                  <c:v>9.0305073262067932</c:v>
                </c:pt>
                <c:pt idx="4550">
                  <c:v>9.032461086071411</c:v>
                </c:pt>
                <c:pt idx="4551">
                  <c:v>9.0336473535177522</c:v>
                </c:pt>
                <c:pt idx="4552">
                  <c:v>9.0333104694804209</c:v>
                </c:pt>
                <c:pt idx="4553">
                  <c:v>9.0326771233014433</c:v>
                </c:pt>
                <c:pt idx="4554">
                  <c:v>9.0337813950371135</c:v>
                </c:pt>
                <c:pt idx="4555">
                  <c:v>9.0330560000335112</c:v>
                </c:pt>
                <c:pt idx="4556">
                  <c:v>9.0308747884657272</c:v>
                </c:pt>
                <c:pt idx="4557">
                  <c:v>9.0286908541795814</c:v>
                </c:pt>
                <c:pt idx="4558">
                  <c:v>9.0277097330898251</c:v>
                </c:pt>
                <c:pt idx="4559">
                  <c:v>9.0312590059145812</c:v>
                </c:pt>
                <c:pt idx="4560">
                  <c:v>9.0334345626057679</c:v>
                </c:pt>
                <c:pt idx="4561">
                  <c:v>9.0306913191361016</c:v>
                </c:pt>
                <c:pt idx="4562">
                  <c:v>9.0290215597406291</c:v>
                </c:pt>
                <c:pt idx="4563">
                  <c:v>9.0307670316505533</c:v>
                </c:pt>
                <c:pt idx="4564">
                  <c:v>9.0316519151182071</c:v>
                </c:pt>
                <c:pt idx="4565">
                  <c:v>9.0312732478260145</c:v>
                </c:pt>
                <c:pt idx="4566">
                  <c:v>9.0305250238761463</c:v>
                </c:pt>
                <c:pt idx="4567">
                  <c:v>9.0293333109930796</c:v>
                </c:pt>
                <c:pt idx="4568">
                  <c:v>9.0280938458187432</c:v>
                </c:pt>
                <c:pt idx="4569">
                  <c:v>9.0260906581438594</c:v>
                </c:pt>
                <c:pt idx="4570">
                  <c:v>9.022028152907863</c:v>
                </c:pt>
                <c:pt idx="4571">
                  <c:v>9.0229365983613423</c:v>
                </c:pt>
                <c:pt idx="4572">
                  <c:v>9.0265362414757977</c:v>
                </c:pt>
                <c:pt idx="4573">
                  <c:v>9.0293464009852045</c:v>
                </c:pt>
                <c:pt idx="4574">
                  <c:v>9.0309845349597033</c:v>
                </c:pt>
                <c:pt idx="4575">
                  <c:v>9.0301168255617181</c:v>
                </c:pt>
                <c:pt idx="4576">
                  <c:v>9.0270976450580562</c:v>
                </c:pt>
                <c:pt idx="4577">
                  <c:v>9.0248501457701522</c:v>
                </c:pt>
                <c:pt idx="4578">
                  <c:v>9.0259226873649112</c:v>
                </c:pt>
                <c:pt idx="4579">
                  <c:v>9.0276125529882876</c:v>
                </c:pt>
                <c:pt idx="4580">
                  <c:v>9.029257493758692</c:v>
                </c:pt>
                <c:pt idx="4581">
                  <c:v>9.0311498877402272</c:v>
                </c:pt>
                <c:pt idx="4582">
                  <c:v>9.0321487064993384</c:v>
                </c:pt>
                <c:pt idx="4583">
                  <c:v>9.0327013136068892</c:v>
                </c:pt>
                <c:pt idx="4584">
                  <c:v>9.0332580047919837</c:v>
                </c:pt>
                <c:pt idx="4585">
                  <c:v>9.0328695985456502</c:v>
                </c:pt>
                <c:pt idx="4586">
                  <c:v>9.0332316153678605</c:v>
                </c:pt>
                <c:pt idx="4587">
                  <c:v>9.0356661444632476</c:v>
                </c:pt>
                <c:pt idx="4588">
                  <c:v>9.0359742305179029</c:v>
                </c:pt>
                <c:pt idx="4589">
                  <c:v>9.0362681793810626</c:v>
                </c:pt>
                <c:pt idx="4590">
                  <c:v>9.037185944908936</c:v>
                </c:pt>
                <c:pt idx="4591">
                  <c:v>9.0355561885293962</c:v>
                </c:pt>
                <c:pt idx="4592">
                  <c:v>9.032479516780322</c:v>
                </c:pt>
                <c:pt idx="4593">
                  <c:v>9.02917654524739</c:v>
                </c:pt>
                <c:pt idx="4594">
                  <c:v>9.0291621986160209</c:v>
                </c:pt>
                <c:pt idx="4595">
                  <c:v>9.0296086197074548</c:v>
                </c:pt>
                <c:pt idx="4596">
                  <c:v>9.0305510991404585</c:v>
                </c:pt>
                <c:pt idx="4597">
                  <c:v>9.0341491714558586</c:v>
                </c:pt>
                <c:pt idx="4598">
                  <c:v>9.0373253271450835</c:v>
                </c:pt>
                <c:pt idx="4599">
                  <c:v>9.0409646591156605</c:v>
                </c:pt>
                <c:pt idx="4600">
                  <c:v>9.0409384791314107</c:v>
                </c:pt>
                <c:pt idx="4601">
                  <c:v>9.0413269900976836</c:v>
                </c:pt>
                <c:pt idx="4602">
                  <c:v>9.0432458782232796</c:v>
                </c:pt>
                <c:pt idx="4603">
                  <c:v>9.044852700936616</c:v>
                </c:pt>
                <c:pt idx="4604">
                  <c:v>9.0466580726505033</c:v>
                </c:pt>
                <c:pt idx="4605">
                  <c:v>9.0475808647353517</c:v>
                </c:pt>
                <c:pt idx="4606">
                  <c:v>9.0490366812995333</c:v>
                </c:pt>
                <c:pt idx="4607">
                  <c:v>9.0474829515942563</c:v>
                </c:pt>
                <c:pt idx="4608">
                  <c:v>9.0441088752241008</c:v>
                </c:pt>
                <c:pt idx="4609">
                  <c:v>9.0434754243251856</c:v>
                </c:pt>
                <c:pt idx="4610">
                  <c:v>9.0469073061005645</c:v>
                </c:pt>
                <c:pt idx="4611">
                  <c:v>9.04733582008277</c:v>
                </c:pt>
                <c:pt idx="4612">
                  <c:v>9.0458441893001353</c:v>
                </c:pt>
                <c:pt idx="4613">
                  <c:v>9.0447408600438983</c:v>
                </c:pt>
                <c:pt idx="4614">
                  <c:v>9.0450893679942368</c:v>
                </c:pt>
                <c:pt idx="4615">
                  <c:v>9.0469949566878345</c:v>
                </c:pt>
                <c:pt idx="4616">
                  <c:v>9.0520664385168299</c:v>
                </c:pt>
                <c:pt idx="4617">
                  <c:v>9.0566795611815767</c:v>
                </c:pt>
                <c:pt idx="4618">
                  <c:v>9.0562290560125991</c:v>
                </c:pt>
                <c:pt idx="4619">
                  <c:v>9.0567909831945439</c:v>
                </c:pt>
                <c:pt idx="4620">
                  <c:v>9.0556616833939305</c:v>
                </c:pt>
                <c:pt idx="4621">
                  <c:v>9.054066589313539</c:v>
                </c:pt>
                <c:pt idx="4622">
                  <c:v>9.0554725591877077</c:v>
                </c:pt>
                <c:pt idx="4623">
                  <c:v>9.0590448703986066</c:v>
                </c:pt>
                <c:pt idx="4624">
                  <c:v>9.0616031784595279</c:v>
                </c:pt>
                <c:pt idx="4625">
                  <c:v>9.0603195214717758</c:v>
                </c:pt>
                <c:pt idx="4626">
                  <c:v>9.0561655957307767</c:v>
                </c:pt>
                <c:pt idx="4627">
                  <c:v>9.0526738141514329</c:v>
                </c:pt>
                <c:pt idx="4628">
                  <c:v>9.0534015129936503</c:v>
                </c:pt>
                <c:pt idx="4629">
                  <c:v>9.0518033820350858</c:v>
                </c:pt>
                <c:pt idx="4630">
                  <c:v>9.050042411574486</c:v>
                </c:pt>
                <c:pt idx="4631">
                  <c:v>9.052507100011729</c:v>
                </c:pt>
                <c:pt idx="4632">
                  <c:v>9.0553903540371632</c:v>
                </c:pt>
                <c:pt idx="4633">
                  <c:v>9.0577532546956423</c:v>
                </c:pt>
                <c:pt idx="4634">
                  <c:v>9.0590973350870438</c:v>
                </c:pt>
                <c:pt idx="4635">
                  <c:v>9.0585888150729694</c:v>
                </c:pt>
                <c:pt idx="4636">
                  <c:v>9.0573776242816209</c:v>
                </c:pt>
                <c:pt idx="4637">
                  <c:v>9.0578939982909699</c:v>
                </c:pt>
                <c:pt idx="4638">
                  <c:v>9.05656667308949</c:v>
                </c:pt>
                <c:pt idx="4639">
                  <c:v>9.0537874059614971</c:v>
                </c:pt>
                <c:pt idx="4640">
                  <c:v>9.0517398170333259</c:v>
                </c:pt>
                <c:pt idx="4641">
                  <c:v>9.0517758406916542</c:v>
                </c:pt>
                <c:pt idx="4642">
                  <c:v>9.0515569760233241</c:v>
                </c:pt>
                <c:pt idx="4643">
                  <c:v>9.0506085275539103</c:v>
                </c:pt>
                <c:pt idx="4644">
                  <c:v>9.0476157364743734</c:v>
                </c:pt>
                <c:pt idx="4645">
                  <c:v>9.047915444934068</c:v>
                </c:pt>
                <c:pt idx="4646">
                  <c:v>9.0486889063887546</c:v>
                </c:pt>
                <c:pt idx="4647">
                  <c:v>9.0469454241576326</c:v>
                </c:pt>
                <c:pt idx="4648">
                  <c:v>9.0452748270026646</c:v>
                </c:pt>
                <c:pt idx="4649">
                  <c:v>9.0447962568905726</c:v>
                </c:pt>
                <c:pt idx="4650">
                  <c:v>9.0448983588291476</c:v>
                </c:pt>
                <c:pt idx="4651">
                  <c:v>9.0427517048405743</c:v>
                </c:pt>
                <c:pt idx="4652">
                  <c:v>9.041004243251848</c:v>
                </c:pt>
                <c:pt idx="4653">
                  <c:v>9.0401057461923831</c:v>
                </c:pt>
                <c:pt idx="4654">
                  <c:v>9.0375146607911798</c:v>
                </c:pt>
                <c:pt idx="4655">
                  <c:v>9.0384231062446592</c:v>
                </c:pt>
                <c:pt idx="4656">
                  <c:v>9.039593456260576</c:v>
                </c:pt>
                <c:pt idx="4657">
                  <c:v>9.03936254879949</c:v>
                </c:pt>
                <c:pt idx="4658">
                  <c:v>9.0399371470938128</c:v>
                </c:pt>
                <c:pt idx="4659">
                  <c:v>9.0391291280599173</c:v>
                </c:pt>
                <c:pt idx="4660">
                  <c:v>9.0372557931069153</c:v>
                </c:pt>
                <c:pt idx="4661">
                  <c:v>9.0368691670995087</c:v>
                </c:pt>
                <c:pt idx="4662">
                  <c:v>9.0378614932225254</c:v>
                </c:pt>
                <c:pt idx="4663">
                  <c:v>9.0379710302766281</c:v>
                </c:pt>
                <c:pt idx="4664">
                  <c:v>9.0370275036442536</c:v>
                </c:pt>
                <c:pt idx="4665">
                  <c:v>9.0368197392892444</c:v>
                </c:pt>
                <c:pt idx="4666">
                  <c:v>9.0385010178777883</c:v>
                </c:pt>
                <c:pt idx="4667">
                  <c:v>9.0379847485883751</c:v>
                </c:pt>
                <c:pt idx="4668">
                  <c:v>9.0371226940669871</c:v>
                </c:pt>
                <c:pt idx="4669">
                  <c:v>9.0377541552871001</c:v>
                </c:pt>
                <c:pt idx="4670">
                  <c:v>9.0420084027277454</c:v>
                </c:pt>
                <c:pt idx="4671">
                  <c:v>9.0443198858971563</c:v>
                </c:pt>
                <c:pt idx="4672">
                  <c:v>9.0434028534088426</c:v>
                </c:pt>
                <c:pt idx="4673">
                  <c:v>9.0401891032622359</c:v>
                </c:pt>
                <c:pt idx="4674">
                  <c:v>9.0386438558718556</c:v>
                </c:pt>
                <c:pt idx="4675">
                  <c:v>9.0400931797999426</c:v>
                </c:pt>
                <c:pt idx="4676">
                  <c:v>9.0379643282006601</c:v>
                </c:pt>
                <c:pt idx="4677">
                  <c:v>9.0366108230149287</c:v>
                </c:pt>
                <c:pt idx="4678">
                  <c:v>9.0376348792788566</c:v>
                </c:pt>
                <c:pt idx="4679">
                  <c:v>9.0407716602717692</c:v>
                </c:pt>
                <c:pt idx="4680">
                  <c:v>9.0423169076621477</c:v>
                </c:pt>
                <c:pt idx="4681">
                  <c:v>9.0420977288340065</c:v>
                </c:pt>
                <c:pt idx="4682">
                  <c:v>9.0425854095806173</c:v>
                </c:pt>
                <c:pt idx="4683">
                  <c:v>9.040269109294103</c:v>
                </c:pt>
                <c:pt idx="4684">
                  <c:v>9.0378220138062773</c:v>
                </c:pt>
                <c:pt idx="4685">
                  <c:v>9.0372971574820298</c:v>
                </c:pt>
                <c:pt idx="4686">
                  <c:v>9.0389038754754285</c:v>
                </c:pt>
                <c:pt idx="4687">
                  <c:v>9.040559497679407</c:v>
                </c:pt>
                <c:pt idx="4688">
                  <c:v>9.0382225675653025</c:v>
                </c:pt>
                <c:pt idx="4689">
                  <c:v>9.0334427307608536</c:v>
                </c:pt>
                <c:pt idx="4690">
                  <c:v>9.0335763534004663</c:v>
                </c:pt>
                <c:pt idx="4691">
                  <c:v>9.0358499279526825</c:v>
                </c:pt>
                <c:pt idx="4692">
                  <c:v>9.0380426587135361</c:v>
                </c:pt>
                <c:pt idx="4693">
                  <c:v>9.040779723706919</c:v>
                </c:pt>
                <c:pt idx="4694">
                  <c:v>9.0398728490524949</c:v>
                </c:pt>
                <c:pt idx="4695">
                  <c:v>9.0394447539500362</c:v>
                </c:pt>
                <c:pt idx="4696">
                  <c:v>9.0387863797061136</c:v>
                </c:pt>
                <c:pt idx="4697">
                  <c:v>9.0397899108623889</c:v>
                </c:pt>
                <c:pt idx="4698">
                  <c:v>9.0384605959821052</c:v>
                </c:pt>
                <c:pt idx="4699">
                  <c:v>9.0373357991387824</c:v>
                </c:pt>
                <c:pt idx="4700">
                  <c:v>9.0372057369770289</c:v>
                </c:pt>
                <c:pt idx="4701">
                  <c:v>9.0374055426168258</c:v>
                </c:pt>
                <c:pt idx="4702">
                  <c:v>9.0370491806712128</c:v>
                </c:pt>
                <c:pt idx="4703">
                  <c:v>9.0380410879144808</c:v>
                </c:pt>
                <c:pt idx="4704">
                  <c:v>9.0358165222927802</c:v>
                </c:pt>
                <c:pt idx="4705">
                  <c:v>9.0336685069450269</c:v>
                </c:pt>
                <c:pt idx="4706">
                  <c:v>9.0373289923428786</c:v>
                </c:pt>
                <c:pt idx="4707">
                  <c:v>9.0397822663069878</c:v>
                </c:pt>
                <c:pt idx="4708">
                  <c:v>9.0385656300789172</c:v>
                </c:pt>
                <c:pt idx="4709">
                  <c:v>9.03894084161319</c:v>
                </c:pt>
                <c:pt idx="4710">
                  <c:v>9.0419558333193706</c:v>
                </c:pt>
                <c:pt idx="4711">
                  <c:v>9.0437586917547712</c:v>
                </c:pt>
                <c:pt idx="4712">
                  <c:v>9.040315919105943</c:v>
                </c:pt>
                <c:pt idx="4713">
                  <c:v>9.036761933884021</c:v>
                </c:pt>
                <c:pt idx="4714">
                  <c:v>9.0401478436070573</c:v>
                </c:pt>
                <c:pt idx="4715">
                  <c:v>9.0435174170199222</c:v>
                </c:pt>
                <c:pt idx="4716">
                  <c:v>9.0441911850945829</c:v>
                </c:pt>
                <c:pt idx="4717">
                  <c:v>9.0442603002530042</c:v>
                </c:pt>
                <c:pt idx="4718">
                  <c:v>9.0416015657724973</c:v>
                </c:pt>
                <c:pt idx="4719">
                  <c:v>9.0425171321816933</c:v>
                </c:pt>
                <c:pt idx="4720">
                  <c:v>9.0455101327011036</c:v>
                </c:pt>
                <c:pt idx="4721">
                  <c:v>9.0460466129383583</c:v>
                </c:pt>
                <c:pt idx="4722">
                  <c:v>9.04319351825478</c:v>
                </c:pt>
                <c:pt idx="4723">
                  <c:v>9.0403119397483369</c:v>
                </c:pt>
                <c:pt idx="4724">
                  <c:v>9.0434208652380068</c:v>
                </c:pt>
                <c:pt idx="4725">
                  <c:v>9.0475880904110042</c:v>
                </c:pt>
                <c:pt idx="4726">
                  <c:v>9.0492220355880235</c:v>
                </c:pt>
                <c:pt idx="4727">
                  <c:v>9.0470796751168674</c:v>
                </c:pt>
                <c:pt idx="4728">
                  <c:v>9.0467223706918212</c:v>
                </c:pt>
                <c:pt idx="4729">
                  <c:v>9.0447396034046541</c:v>
                </c:pt>
                <c:pt idx="4730">
                  <c:v>9.0410841445637793</c:v>
                </c:pt>
                <c:pt idx="4731">
                  <c:v>9.0409986930951867</c:v>
                </c:pt>
                <c:pt idx="4732">
                  <c:v>9.0398218504431753</c:v>
                </c:pt>
                <c:pt idx="4733">
                  <c:v>9.0393143776284699</c:v>
                </c:pt>
                <c:pt idx="4734">
                  <c:v>9.0422342836318546</c:v>
                </c:pt>
                <c:pt idx="4735">
                  <c:v>9.0434739582460661</c:v>
                </c:pt>
                <c:pt idx="4736">
                  <c:v>9.0437980664510835</c:v>
                </c:pt>
                <c:pt idx="4737">
                  <c:v>9.0450218236348707</c:v>
                </c:pt>
                <c:pt idx="4738">
                  <c:v>9.0454584010522261</c:v>
                </c:pt>
                <c:pt idx="4739">
                  <c:v>9.0425066601879927</c:v>
                </c:pt>
                <c:pt idx="4740">
                  <c:v>9.040312253908148</c:v>
                </c:pt>
                <c:pt idx="4741">
                  <c:v>9.041214416165408</c:v>
                </c:pt>
                <c:pt idx="4742">
                  <c:v>9.0432066082469049</c:v>
                </c:pt>
                <c:pt idx="4743">
                  <c:v>9.0434121734832367</c:v>
                </c:pt>
                <c:pt idx="4744">
                  <c:v>9.0428218671983647</c:v>
                </c:pt>
                <c:pt idx="4745">
                  <c:v>9.0404010564147246</c:v>
                </c:pt>
                <c:pt idx="4746">
                  <c:v>9.040767366754352</c:v>
                </c:pt>
                <c:pt idx="4747">
                  <c:v>9.0423717809091357</c:v>
                </c:pt>
                <c:pt idx="4748">
                  <c:v>9.0418803302447941</c:v>
                </c:pt>
                <c:pt idx="4749">
                  <c:v>9.0440956805120383</c:v>
                </c:pt>
                <c:pt idx="4750">
                  <c:v>9.0479615217063483</c:v>
                </c:pt>
                <c:pt idx="4751">
                  <c:v>9.0502406464152276</c:v>
                </c:pt>
                <c:pt idx="4752">
                  <c:v>9.0512079444733011</c:v>
                </c:pt>
                <c:pt idx="4753">
                  <c:v>9.0512811437092644</c:v>
                </c:pt>
                <c:pt idx="4754">
                  <c:v>9.0514999036576587</c:v>
                </c:pt>
                <c:pt idx="4755">
                  <c:v>9.0482838496724352</c:v>
                </c:pt>
                <c:pt idx="4756">
                  <c:v>9.048027181106848</c:v>
                </c:pt>
                <c:pt idx="4757">
                  <c:v>9.0476182497528601</c:v>
                </c:pt>
                <c:pt idx="4758">
                  <c:v>9.0462806619975531</c:v>
                </c:pt>
                <c:pt idx="4759">
                  <c:v>9.0476166789538066</c:v>
                </c:pt>
                <c:pt idx="4760">
                  <c:v>9.0509000678585192</c:v>
                </c:pt>
                <c:pt idx="4761">
                  <c:v>9.0547215077995418</c:v>
                </c:pt>
                <c:pt idx="4762">
                  <c:v>9.0541061734497266</c:v>
                </c:pt>
                <c:pt idx="4763">
                  <c:v>9.0510214382655025</c:v>
                </c:pt>
                <c:pt idx="4764">
                  <c:v>9.0491117654943611</c:v>
                </c:pt>
                <c:pt idx="4765">
                  <c:v>9.0489928036459286</c:v>
                </c:pt>
                <c:pt idx="4766">
                  <c:v>9.0529971893168906</c:v>
                </c:pt>
                <c:pt idx="4767">
                  <c:v>9.0567750657641213</c:v>
                </c:pt>
                <c:pt idx="4768">
                  <c:v>9.0573900859541236</c:v>
                </c:pt>
                <c:pt idx="4769">
                  <c:v>9.0574536509558836</c:v>
                </c:pt>
                <c:pt idx="4770">
                  <c:v>9.0588368966037223</c:v>
                </c:pt>
                <c:pt idx="4771">
                  <c:v>9.0598808496556806</c:v>
                </c:pt>
                <c:pt idx="4772">
                  <c:v>9.058800454065647</c:v>
                </c:pt>
                <c:pt idx="4773">
                  <c:v>9.0575193103563834</c:v>
                </c:pt>
                <c:pt idx="4774">
                  <c:v>9.0558626409530358</c:v>
                </c:pt>
                <c:pt idx="4775">
                  <c:v>9.0534957609369506</c:v>
                </c:pt>
                <c:pt idx="4776">
                  <c:v>9.0544908097783292</c:v>
                </c:pt>
                <c:pt idx="4777">
                  <c:v>9.0558510170400286</c:v>
                </c:pt>
                <c:pt idx="4778">
                  <c:v>9.0549464462242177</c:v>
                </c:pt>
                <c:pt idx="4779">
                  <c:v>9.0559039006082127</c:v>
                </c:pt>
                <c:pt idx="4780">
                  <c:v>9.05835309049478</c:v>
                </c:pt>
                <c:pt idx="4781">
                  <c:v>9.0580980974481839</c:v>
                </c:pt>
                <c:pt idx="4782">
                  <c:v>9.0585281822294448</c:v>
                </c:pt>
                <c:pt idx="4783">
                  <c:v>9.0569887991555387</c:v>
                </c:pt>
                <c:pt idx="4784">
                  <c:v>9.0511121257309455</c:v>
                </c:pt>
                <c:pt idx="4785">
                  <c:v>9.0483185119715834</c:v>
                </c:pt>
                <c:pt idx="4786">
                  <c:v>9.0490688303201914</c:v>
                </c:pt>
                <c:pt idx="4787">
                  <c:v>9.0505180495283408</c:v>
                </c:pt>
                <c:pt idx="4788">
                  <c:v>9.0528579118006807</c:v>
                </c:pt>
                <c:pt idx="4789">
                  <c:v>9.0548350242112488</c:v>
                </c:pt>
                <c:pt idx="4790">
                  <c:v>9.0558740554261679</c:v>
                </c:pt>
                <c:pt idx="4791">
                  <c:v>9.0561349127892363</c:v>
                </c:pt>
                <c:pt idx="4792">
                  <c:v>9.0552608154750942</c:v>
                </c:pt>
                <c:pt idx="4793">
                  <c:v>9.0536385989310197</c:v>
                </c:pt>
                <c:pt idx="4794">
                  <c:v>9.0532766868287453</c:v>
                </c:pt>
                <c:pt idx="4795">
                  <c:v>9.0534174304240747</c:v>
                </c:pt>
                <c:pt idx="4796">
                  <c:v>9.0517622270998448</c:v>
                </c:pt>
                <c:pt idx="4797">
                  <c:v>9.0498156929108795</c:v>
                </c:pt>
                <c:pt idx="4798">
                  <c:v>9.0479581706683643</c:v>
                </c:pt>
                <c:pt idx="4799">
                  <c:v>9.0468521186937654</c:v>
                </c:pt>
                <c:pt idx="4800">
                  <c:v>9.0457260652111984</c:v>
                </c:pt>
                <c:pt idx="4801">
                  <c:v>9.0422186803612412</c:v>
                </c:pt>
                <c:pt idx="4802">
                  <c:v>9.0403921552200792</c:v>
                </c:pt>
                <c:pt idx="4803">
                  <c:v>9.0417356072918587</c:v>
                </c:pt>
                <c:pt idx="4804">
                  <c:v>9.0442693061675854</c:v>
                </c:pt>
                <c:pt idx="4805">
                  <c:v>9.0479379597205227</c:v>
                </c:pt>
                <c:pt idx="4806">
                  <c:v>9.0482334793827395</c:v>
                </c:pt>
                <c:pt idx="4807">
                  <c:v>9.0445046118660262</c:v>
                </c:pt>
                <c:pt idx="4808">
                  <c:v>9.0447494470787326</c:v>
                </c:pt>
                <c:pt idx="4809">
                  <c:v>9.0469602943886862</c:v>
                </c:pt>
                <c:pt idx="4810">
                  <c:v>9.0466382805824104</c:v>
                </c:pt>
                <c:pt idx="4811">
                  <c:v>9.042529279694385</c:v>
                </c:pt>
                <c:pt idx="4812">
                  <c:v>9.0410923127188649</c:v>
                </c:pt>
                <c:pt idx="4813">
                  <c:v>9.0441708694268055</c:v>
                </c:pt>
                <c:pt idx="4814">
                  <c:v>9.0466144044367738</c:v>
                </c:pt>
                <c:pt idx="4815">
                  <c:v>9.0453920086121684</c:v>
                </c:pt>
                <c:pt idx="4816">
                  <c:v>9.044850397098001</c:v>
                </c:pt>
                <c:pt idx="4817">
                  <c:v>9.0427354732503389</c:v>
                </c:pt>
                <c:pt idx="4818">
                  <c:v>9.0421031742707303</c:v>
                </c:pt>
                <c:pt idx="4819">
                  <c:v>9.0419000175929494</c:v>
                </c:pt>
                <c:pt idx="4820">
                  <c:v>9.0383440426922235</c:v>
                </c:pt>
                <c:pt idx="4821">
                  <c:v>9.040033803595664</c:v>
                </c:pt>
                <c:pt idx="4822">
                  <c:v>9.0403589590000504</c:v>
                </c:pt>
                <c:pt idx="4823">
                  <c:v>9.0388713075750218</c:v>
                </c:pt>
                <c:pt idx="4824">
                  <c:v>9.0420723866092523</c:v>
                </c:pt>
                <c:pt idx="4825">
                  <c:v>9.0465353408843381</c:v>
                </c:pt>
                <c:pt idx="4826">
                  <c:v>9.0466843573546907</c:v>
                </c:pt>
                <c:pt idx="4827">
                  <c:v>9.0447966757703195</c:v>
                </c:pt>
                <c:pt idx="4828">
                  <c:v>9.044788821775045</c:v>
                </c:pt>
                <c:pt idx="4829">
                  <c:v>9.0462690380845459</c:v>
                </c:pt>
                <c:pt idx="4830">
                  <c:v>9.0458262821909088</c:v>
                </c:pt>
                <c:pt idx="4831">
                  <c:v>9.0452468667794843</c:v>
                </c:pt>
                <c:pt idx="4832">
                  <c:v>9.0424012072114337</c:v>
                </c:pt>
                <c:pt idx="4833">
                  <c:v>9.0410193229227751</c:v>
                </c:pt>
                <c:pt idx="4834">
                  <c:v>9.0398004875760272</c:v>
                </c:pt>
                <c:pt idx="4835">
                  <c:v>9.0403639855570255</c:v>
                </c:pt>
                <c:pt idx="4836">
                  <c:v>9.0427648995526368</c:v>
                </c:pt>
                <c:pt idx="4837">
                  <c:v>9.047349224234706</c:v>
                </c:pt>
                <c:pt idx="4838">
                  <c:v>9.0505063208953977</c:v>
                </c:pt>
                <c:pt idx="4839">
                  <c:v>9.0518144823484068</c:v>
                </c:pt>
                <c:pt idx="4840">
                  <c:v>9.0514046085149875</c:v>
                </c:pt>
                <c:pt idx="4841">
                  <c:v>9.0526413509709638</c:v>
                </c:pt>
                <c:pt idx="4842">
                  <c:v>9.0502945771827825</c:v>
                </c:pt>
                <c:pt idx="4843">
                  <c:v>9.0458678560058985</c:v>
                </c:pt>
                <c:pt idx="4844">
                  <c:v>9.042173231908583</c:v>
                </c:pt>
                <c:pt idx="4845">
                  <c:v>9.0401165323458947</c:v>
                </c:pt>
                <c:pt idx="4846">
                  <c:v>9.0397207957039694</c:v>
                </c:pt>
                <c:pt idx="4847">
                  <c:v>9.0367428748554861</c:v>
                </c:pt>
                <c:pt idx="4848">
                  <c:v>9.0352345936028691</c:v>
                </c:pt>
                <c:pt idx="4849">
                  <c:v>9.0361817854330386</c:v>
                </c:pt>
                <c:pt idx="4850">
                  <c:v>9.0364997151617708</c:v>
                </c:pt>
                <c:pt idx="4851">
                  <c:v>9.0374261724444143</c:v>
                </c:pt>
                <c:pt idx="4852">
                  <c:v>9.0393810842283404</c:v>
                </c:pt>
                <c:pt idx="4853">
                  <c:v>9.0387323442186212</c:v>
                </c:pt>
                <c:pt idx="4854">
                  <c:v>9.039233010237421</c:v>
                </c:pt>
                <c:pt idx="4855">
                  <c:v>9.0418827388033449</c:v>
                </c:pt>
                <c:pt idx="4856">
                  <c:v>9.0418612712162592</c:v>
                </c:pt>
                <c:pt idx="4857">
                  <c:v>9.0392830663673074</c:v>
                </c:pt>
                <c:pt idx="4858">
                  <c:v>9.0387773737915325</c:v>
                </c:pt>
                <c:pt idx="4859">
                  <c:v>9.0406872560025473</c:v>
                </c:pt>
                <c:pt idx="4860">
                  <c:v>9.0413757895883258</c:v>
                </c:pt>
                <c:pt idx="4861">
                  <c:v>9.0427445838848577</c:v>
                </c:pt>
                <c:pt idx="4862">
                  <c:v>9.045555476433826</c:v>
                </c:pt>
                <c:pt idx="4863">
                  <c:v>9.047154759311697</c:v>
                </c:pt>
                <c:pt idx="4864">
                  <c:v>9.0477506157532304</c:v>
                </c:pt>
                <c:pt idx="4865">
                  <c:v>9.0453927416517264</c:v>
                </c:pt>
                <c:pt idx="4866">
                  <c:v>9.043404738367709</c:v>
                </c:pt>
                <c:pt idx="4867">
                  <c:v>9.0444165423990075</c:v>
                </c:pt>
                <c:pt idx="4868">
                  <c:v>9.0467349370842616</c:v>
                </c:pt>
                <c:pt idx="4869">
                  <c:v>9.050257611045021</c:v>
                </c:pt>
                <c:pt idx="4870">
                  <c:v>9.0499867005680006</c:v>
                </c:pt>
                <c:pt idx="4871">
                  <c:v>9.0482705502404368</c:v>
                </c:pt>
                <c:pt idx="4872">
                  <c:v>9.0469035361828318</c:v>
                </c:pt>
                <c:pt idx="4873">
                  <c:v>9.0459165507766031</c:v>
                </c:pt>
                <c:pt idx="4874">
                  <c:v>9.0449785743008899</c:v>
                </c:pt>
                <c:pt idx="4875">
                  <c:v>9.0450001466079115</c:v>
                </c:pt>
                <c:pt idx="4876">
                  <c:v>9.0447258850929071</c:v>
                </c:pt>
                <c:pt idx="4877">
                  <c:v>9.0412041536115808</c:v>
                </c:pt>
                <c:pt idx="4878">
                  <c:v>9.0354576470686787</c:v>
                </c:pt>
                <c:pt idx="4879">
                  <c:v>9.0331349588660093</c:v>
                </c:pt>
                <c:pt idx="4880">
                  <c:v>9.0346542357120114</c:v>
                </c:pt>
                <c:pt idx="4881">
                  <c:v>9.0378908148048858</c:v>
                </c:pt>
                <c:pt idx="4882">
                  <c:v>9.0413670978335539</c:v>
                </c:pt>
                <c:pt idx="4883">
                  <c:v>9.0438797480019435</c:v>
                </c:pt>
                <c:pt idx="4884">
                  <c:v>9.0414650109746493</c:v>
                </c:pt>
                <c:pt idx="4885">
                  <c:v>9.0388992677982003</c:v>
                </c:pt>
                <c:pt idx="4886">
                  <c:v>9.0417346648124255</c:v>
                </c:pt>
                <c:pt idx="4887">
                  <c:v>9.0409398404905925</c:v>
                </c:pt>
                <c:pt idx="4888">
                  <c:v>9.0367639235628232</c:v>
                </c:pt>
                <c:pt idx="4889">
                  <c:v>9.0336013814654095</c:v>
                </c:pt>
                <c:pt idx="4890">
                  <c:v>9.0340490591960858</c:v>
                </c:pt>
                <c:pt idx="4891">
                  <c:v>9.0364561516679789</c:v>
                </c:pt>
                <c:pt idx="4892">
                  <c:v>9.0401544409630876</c:v>
                </c:pt>
                <c:pt idx="4893">
                  <c:v>9.0405470360069025</c:v>
                </c:pt>
                <c:pt idx="4894">
                  <c:v>9.0358361049209996</c:v>
                </c:pt>
                <c:pt idx="4895">
                  <c:v>9.0362313179632388</c:v>
                </c:pt>
                <c:pt idx="4896">
                  <c:v>9.0401767463096689</c:v>
                </c:pt>
                <c:pt idx="4897">
                  <c:v>9.037370356717993</c:v>
                </c:pt>
                <c:pt idx="4898">
                  <c:v>9.0314778705829131</c:v>
                </c:pt>
                <c:pt idx="4899">
                  <c:v>9.028616712464185</c:v>
                </c:pt>
                <c:pt idx="4900">
                  <c:v>9.0288179841831013</c:v>
                </c:pt>
                <c:pt idx="4901">
                  <c:v>9.0321828451988004</c:v>
                </c:pt>
                <c:pt idx="4902">
                  <c:v>9.0353830864735354</c:v>
                </c:pt>
                <c:pt idx="4903">
                  <c:v>9.0357216460298577</c:v>
                </c:pt>
                <c:pt idx="4904">
                  <c:v>9.0349936330278311</c:v>
                </c:pt>
                <c:pt idx="4905">
                  <c:v>9.0342267689291766</c:v>
                </c:pt>
                <c:pt idx="4906">
                  <c:v>9.033886324413988</c:v>
                </c:pt>
                <c:pt idx="4907">
                  <c:v>9.035061282107133</c:v>
                </c:pt>
                <c:pt idx="4908">
                  <c:v>9.0359412437377475</c:v>
                </c:pt>
                <c:pt idx="4909">
                  <c:v>9.0363942621852118</c:v>
                </c:pt>
                <c:pt idx="4910">
                  <c:v>9.0368211006484263</c:v>
                </c:pt>
                <c:pt idx="4911">
                  <c:v>9.0388784285307366</c:v>
                </c:pt>
                <c:pt idx="4912">
                  <c:v>9.0404189635239511</c:v>
                </c:pt>
                <c:pt idx="4913">
                  <c:v>9.0386218646850853</c:v>
                </c:pt>
                <c:pt idx="4914">
                  <c:v>9.03723149808153</c:v>
                </c:pt>
                <c:pt idx="4915">
                  <c:v>9.0377834768694605</c:v>
                </c:pt>
                <c:pt idx="4916">
                  <c:v>9.039189865623376</c:v>
                </c:pt>
                <c:pt idx="4917">
                  <c:v>9.0392255751218933</c:v>
                </c:pt>
                <c:pt idx="4918">
                  <c:v>9.0380706189367164</c:v>
                </c:pt>
                <c:pt idx="4919">
                  <c:v>9.0364576177470965</c:v>
                </c:pt>
                <c:pt idx="4920">
                  <c:v>9.0377354104183762</c:v>
                </c:pt>
                <c:pt idx="4921">
                  <c:v>9.0364609687850805</c:v>
                </c:pt>
                <c:pt idx="4922">
                  <c:v>9.0353369049813175</c:v>
                </c:pt>
                <c:pt idx="4923">
                  <c:v>9.0359055342392303</c:v>
                </c:pt>
                <c:pt idx="4924">
                  <c:v>9.0354198431714217</c:v>
                </c:pt>
                <c:pt idx="4925">
                  <c:v>9.0365747993566004</c:v>
                </c:pt>
                <c:pt idx="4926">
                  <c:v>9.0361970745438391</c:v>
                </c:pt>
                <c:pt idx="4927">
                  <c:v>9.0350755240185645</c:v>
                </c:pt>
                <c:pt idx="4928">
                  <c:v>9.035683109093041</c:v>
                </c:pt>
                <c:pt idx="4929">
                  <c:v>9.0374786371328515</c:v>
                </c:pt>
                <c:pt idx="4930">
                  <c:v>9.0355452976559487</c:v>
                </c:pt>
                <c:pt idx="4931">
                  <c:v>9.0350819119347214</c:v>
                </c:pt>
                <c:pt idx="4932">
                  <c:v>9.0337532253740598</c:v>
                </c:pt>
                <c:pt idx="4933">
                  <c:v>9.0312923068545476</c:v>
                </c:pt>
                <c:pt idx="4934">
                  <c:v>9.0330295058894485</c:v>
                </c:pt>
                <c:pt idx="4935">
                  <c:v>9.0340541904729985</c:v>
                </c:pt>
                <c:pt idx="4936">
                  <c:v>9.0342212187725153</c:v>
                </c:pt>
                <c:pt idx="4937">
                  <c:v>9.0326130346999989</c:v>
                </c:pt>
                <c:pt idx="4938">
                  <c:v>9.031229579612285</c:v>
                </c:pt>
                <c:pt idx="4939">
                  <c:v>9.0305095253254688</c:v>
                </c:pt>
                <c:pt idx="4940">
                  <c:v>9.0298216200593142</c:v>
                </c:pt>
                <c:pt idx="4941">
                  <c:v>9.0279309015967701</c:v>
                </c:pt>
                <c:pt idx="4942">
                  <c:v>9.0236584328870872</c:v>
                </c:pt>
                <c:pt idx="4943">
                  <c:v>9.0252299649816532</c:v>
                </c:pt>
                <c:pt idx="4944">
                  <c:v>9.0262141229495843</c:v>
                </c:pt>
                <c:pt idx="4945">
                  <c:v>9.0261329649984088</c:v>
                </c:pt>
                <c:pt idx="4946">
                  <c:v>9.0269239146825733</c:v>
                </c:pt>
                <c:pt idx="4947">
                  <c:v>9.0271584873414543</c:v>
                </c:pt>
                <c:pt idx="4948">
                  <c:v>9.0292528860814638</c:v>
                </c:pt>
                <c:pt idx="4949">
                  <c:v>9.0326960776100389</c:v>
                </c:pt>
                <c:pt idx="4950">
                  <c:v>9.0360613575054867</c:v>
                </c:pt>
                <c:pt idx="4951">
                  <c:v>9.0328170291372754</c:v>
                </c:pt>
                <c:pt idx="4952">
                  <c:v>9.031389591676021</c:v>
                </c:pt>
                <c:pt idx="4953">
                  <c:v>9.0323836980379681</c:v>
                </c:pt>
                <c:pt idx="4954">
                  <c:v>9.0311018212891447</c:v>
                </c:pt>
                <c:pt idx="4955">
                  <c:v>9.0278224117420365</c:v>
                </c:pt>
                <c:pt idx="4956">
                  <c:v>9.0245789211333207</c:v>
                </c:pt>
                <c:pt idx="4957">
                  <c:v>9.0229427768376258</c:v>
                </c:pt>
                <c:pt idx="4958">
                  <c:v>9.0236448192952761</c:v>
                </c:pt>
                <c:pt idx="4959">
                  <c:v>9.0235585300671879</c:v>
                </c:pt>
                <c:pt idx="4960">
                  <c:v>9.0235968575641312</c:v>
                </c:pt>
                <c:pt idx="4961">
                  <c:v>9.0255073680947682</c:v>
                </c:pt>
                <c:pt idx="4962">
                  <c:v>9.0281657884154622</c:v>
                </c:pt>
                <c:pt idx="4963">
                  <c:v>9.0300247767370951</c:v>
                </c:pt>
                <c:pt idx="4964">
                  <c:v>9.0291574862188568</c:v>
                </c:pt>
                <c:pt idx="4965">
                  <c:v>9.0271494814268713</c:v>
                </c:pt>
                <c:pt idx="4966">
                  <c:v>9.0267176164066818</c:v>
                </c:pt>
                <c:pt idx="4967">
                  <c:v>9.0287426905483965</c:v>
                </c:pt>
                <c:pt idx="4968">
                  <c:v>9.0290788415461698</c:v>
                </c:pt>
                <c:pt idx="4969">
                  <c:v>9.0305339250707899</c:v>
                </c:pt>
                <c:pt idx="4970">
                  <c:v>9.0322344721277421</c:v>
                </c:pt>
                <c:pt idx="4971">
                  <c:v>9.0315999740294561</c:v>
                </c:pt>
                <c:pt idx="4972">
                  <c:v>9.0282921853794207</c:v>
                </c:pt>
                <c:pt idx="4973">
                  <c:v>9.0263719358946428</c:v>
                </c:pt>
                <c:pt idx="4974">
                  <c:v>9.0271037188144021</c:v>
                </c:pt>
                <c:pt idx="4975">
                  <c:v>9.0252024236382216</c:v>
                </c:pt>
                <c:pt idx="4976">
                  <c:v>9.0233562111489025</c:v>
                </c:pt>
                <c:pt idx="4977">
                  <c:v>9.0209099534205723</c:v>
                </c:pt>
                <c:pt idx="4978">
                  <c:v>9.0195981267697665</c:v>
                </c:pt>
                <c:pt idx="4979">
                  <c:v>9.0205351607660464</c:v>
                </c:pt>
                <c:pt idx="4980">
                  <c:v>9.0206379957441811</c:v>
                </c:pt>
                <c:pt idx="4981">
                  <c:v>9.0170877804399918</c:v>
                </c:pt>
                <c:pt idx="4982">
                  <c:v>9.0159929334986515</c:v>
                </c:pt>
                <c:pt idx="4983">
                  <c:v>9.0196706976861076</c:v>
                </c:pt>
                <c:pt idx="4984">
                  <c:v>9.0250480664510828</c:v>
                </c:pt>
                <c:pt idx="4985">
                  <c:v>9.0273352545951102</c:v>
                </c:pt>
                <c:pt idx="4986">
                  <c:v>9.0273022678149548</c:v>
                </c:pt>
                <c:pt idx="4987">
                  <c:v>9.0285418377092306</c:v>
                </c:pt>
                <c:pt idx="4988">
                  <c:v>9.0296152170634851</c:v>
                </c:pt>
                <c:pt idx="4989">
                  <c:v>9.0283993138749725</c:v>
                </c:pt>
                <c:pt idx="4990">
                  <c:v>9.0259744190137887</c:v>
                </c:pt>
                <c:pt idx="4991">
                  <c:v>9.0252025283581592</c:v>
                </c:pt>
                <c:pt idx="4992">
                  <c:v>9.0258584940435291</c:v>
                </c:pt>
                <c:pt idx="4993">
                  <c:v>9.0237470259537886</c:v>
                </c:pt>
                <c:pt idx="4994">
                  <c:v>9.02278548749225</c:v>
                </c:pt>
                <c:pt idx="4995">
                  <c:v>9.0236936187859182</c:v>
                </c:pt>
                <c:pt idx="4996">
                  <c:v>9.0263967545197126</c:v>
                </c:pt>
                <c:pt idx="4997">
                  <c:v>9.0279387555920447</c:v>
                </c:pt>
                <c:pt idx="4998">
                  <c:v>9.0277876447229524</c:v>
                </c:pt>
                <c:pt idx="4999">
                  <c:v>9.0310912445755065</c:v>
                </c:pt>
                <c:pt idx="5000">
                  <c:v>9.034410447698674</c:v>
                </c:pt>
                <c:pt idx="5001">
                  <c:v>9.0332809384581871</c:v>
                </c:pt>
                <c:pt idx="5002">
                  <c:v>9.0312453923227718</c:v>
                </c:pt>
                <c:pt idx="5003">
                  <c:v>9.0287022686527152</c:v>
                </c:pt>
                <c:pt idx="5004">
                  <c:v>9.0246683519595194</c:v>
                </c:pt>
                <c:pt idx="5005">
                  <c:v>9.0242235016671408</c:v>
                </c:pt>
                <c:pt idx="5006">
                  <c:v>9.0275391443124509</c:v>
                </c:pt>
                <c:pt idx="5007">
                  <c:v>9.0281723857714926</c:v>
                </c:pt>
                <c:pt idx="5008">
                  <c:v>9.025767806578088</c:v>
                </c:pt>
                <c:pt idx="5009">
                  <c:v>9.0252614856826909</c:v>
                </c:pt>
                <c:pt idx="5010">
                  <c:v>9.0249542373875311</c:v>
                </c:pt>
                <c:pt idx="5011">
                  <c:v>9.024139097397919</c:v>
                </c:pt>
                <c:pt idx="5012">
                  <c:v>9.024716732570413</c:v>
                </c:pt>
                <c:pt idx="5013">
                  <c:v>9.0266112209506897</c:v>
                </c:pt>
                <c:pt idx="5014">
                  <c:v>9.028412508587035</c:v>
                </c:pt>
                <c:pt idx="5015">
                  <c:v>9.025771157616072</c:v>
                </c:pt>
                <c:pt idx="5016">
                  <c:v>9.0238445202151372</c:v>
                </c:pt>
                <c:pt idx="5017">
                  <c:v>9.0260135842702276</c:v>
                </c:pt>
                <c:pt idx="5018">
                  <c:v>9.02877295461019</c:v>
                </c:pt>
                <c:pt idx="5019">
                  <c:v>9.0284108330680422</c:v>
                </c:pt>
                <c:pt idx="5020">
                  <c:v>9.0277166446056665</c:v>
                </c:pt>
                <c:pt idx="5021">
                  <c:v>9.0258224703852026</c:v>
                </c:pt>
                <c:pt idx="5022">
                  <c:v>9.0247569450262226</c:v>
                </c:pt>
                <c:pt idx="5023">
                  <c:v>9.0279089104099999</c:v>
                </c:pt>
                <c:pt idx="5024">
                  <c:v>9.0303999882713679</c:v>
                </c:pt>
                <c:pt idx="5025">
                  <c:v>9.0300232059380399</c:v>
                </c:pt>
                <c:pt idx="5026">
                  <c:v>9.0290469019653834</c:v>
                </c:pt>
                <c:pt idx="5027">
                  <c:v>9.0280493398455164</c:v>
                </c:pt>
                <c:pt idx="5028">
                  <c:v>9.0290709875508934</c:v>
                </c:pt>
                <c:pt idx="5029">
                  <c:v>9.0269246477221312</c:v>
                </c:pt>
                <c:pt idx="5030">
                  <c:v>9.0239946886047946</c:v>
                </c:pt>
                <c:pt idx="5031">
                  <c:v>9.0228363813816337</c:v>
                </c:pt>
                <c:pt idx="5032">
                  <c:v>9.0223994898044673</c:v>
                </c:pt>
                <c:pt idx="5033">
                  <c:v>9.0238716426788201</c:v>
                </c:pt>
                <c:pt idx="5034">
                  <c:v>9.0230698021212064</c:v>
                </c:pt>
                <c:pt idx="5035">
                  <c:v>9.0233472052343213</c:v>
                </c:pt>
                <c:pt idx="5036">
                  <c:v>9.027380493607895</c:v>
                </c:pt>
                <c:pt idx="5037">
                  <c:v>9.0288561022401694</c:v>
                </c:pt>
                <c:pt idx="5038">
                  <c:v>9.0274610232394483</c:v>
                </c:pt>
                <c:pt idx="5039">
                  <c:v>9.0283112444079556</c:v>
                </c:pt>
                <c:pt idx="5040">
                  <c:v>9.031070300588107</c:v>
                </c:pt>
                <c:pt idx="5041">
                  <c:v>9.0306528869192224</c:v>
                </c:pt>
                <c:pt idx="5042">
                  <c:v>9.0307658797312467</c:v>
                </c:pt>
                <c:pt idx="5043">
                  <c:v>9.0307669269306174</c:v>
                </c:pt>
                <c:pt idx="5044">
                  <c:v>9.0286769264279609</c:v>
                </c:pt>
                <c:pt idx="5045">
                  <c:v>9.0275543287033155</c:v>
                </c:pt>
                <c:pt idx="5046">
                  <c:v>9.0308298636127535</c:v>
                </c:pt>
                <c:pt idx="5047">
                  <c:v>9.0323755298828807</c:v>
                </c:pt>
                <c:pt idx="5048">
                  <c:v>9.0292934126970827</c:v>
                </c:pt>
                <c:pt idx="5049">
                  <c:v>9.0275484643868431</c:v>
                </c:pt>
                <c:pt idx="5050">
                  <c:v>9.0280793944674365</c:v>
                </c:pt>
                <c:pt idx="5051">
                  <c:v>9.0297212983596662</c:v>
                </c:pt>
                <c:pt idx="5052">
                  <c:v>9.030842744165005</c:v>
                </c:pt>
                <c:pt idx="5053">
                  <c:v>9.0293447254662134</c:v>
                </c:pt>
                <c:pt idx="5054">
                  <c:v>9.0262932912219558</c:v>
                </c:pt>
                <c:pt idx="5055">
                  <c:v>9.0269596241810905</c:v>
                </c:pt>
                <c:pt idx="5056">
                  <c:v>9.0265674480170226</c:v>
                </c:pt>
                <c:pt idx="5057">
                  <c:v>9.0259190221671162</c:v>
                </c:pt>
                <c:pt idx="5058">
                  <c:v>9.0259287611212571</c:v>
                </c:pt>
                <c:pt idx="5059">
                  <c:v>9.0273792369686507</c:v>
                </c:pt>
                <c:pt idx="5060">
                  <c:v>9.0302640617931402</c:v>
                </c:pt>
                <c:pt idx="5061">
                  <c:v>9.0307722676474036</c:v>
                </c:pt>
                <c:pt idx="5062">
                  <c:v>9.0320954040514057</c:v>
                </c:pt>
                <c:pt idx="5063">
                  <c:v>9.0356300160849816</c:v>
                </c:pt>
                <c:pt idx="5064">
                  <c:v>9.036893462124894</c:v>
                </c:pt>
                <c:pt idx="5065">
                  <c:v>9.035016776133908</c:v>
                </c:pt>
                <c:pt idx="5066">
                  <c:v>9.0328091751420008</c:v>
                </c:pt>
                <c:pt idx="5067">
                  <c:v>9.0292978109344375</c:v>
                </c:pt>
                <c:pt idx="5068">
                  <c:v>9.0263266968818598</c:v>
                </c:pt>
                <c:pt idx="5069">
                  <c:v>9.027257657121794</c:v>
                </c:pt>
                <c:pt idx="5070">
                  <c:v>9.0253945847226174</c:v>
                </c:pt>
                <c:pt idx="5071">
                  <c:v>9.0239275631251772</c:v>
                </c:pt>
                <c:pt idx="5072">
                  <c:v>9.0266408566928611</c:v>
                </c:pt>
                <c:pt idx="5073">
                  <c:v>9.0273487634669838</c:v>
                </c:pt>
                <c:pt idx="5074">
                  <c:v>9.0277530871437435</c:v>
                </c:pt>
                <c:pt idx="5075">
                  <c:v>9.0265742548129282</c:v>
                </c:pt>
                <c:pt idx="5076">
                  <c:v>9.0267058877737387</c:v>
                </c:pt>
                <c:pt idx="5077">
                  <c:v>9.026468278236683</c:v>
                </c:pt>
                <c:pt idx="5078">
                  <c:v>9.026056624164335</c:v>
                </c:pt>
                <c:pt idx="5079">
                  <c:v>9.0267280884003824</c:v>
                </c:pt>
                <c:pt idx="5080">
                  <c:v>9.0290218739004402</c:v>
                </c:pt>
                <c:pt idx="5081">
                  <c:v>9.0304504632810012</c:v>
                </c:pt>
                <c:pt idx="5082">
                  <c:v>9.0279168691252121</c:v>
                </c:pt>
                <c:pt idx="5083">
                  <c:v>9.0276565353618281</c:v>
                </c:pt>
                <c:pt idx="5084">
                  <c:v>9.0314960918519507</c:v>
                </c:pt>
                <c:pt idx="5085">
                  <c:v>9.0320078581840733</c:v>
                </c:pt>
                <c:pt idx="5086">
                  <c:v>9.0317974758306381</c:v>
                </c:pt>
                <c:pt idx="5087">
                  <c:v>9.0314643617110395</c:v>
                </c:pt>
                <c:pt idx="5088">
                  <c:v>9.0309446366637065</c:v>
                </c:pt>
                <c:pt idx="5089">
                  <c:v>9.0300722148685555</c:v>
                </c:pt>
                <c:pt idx="5090">
                  <c:v>9.0261321272389115</c:v>
                </c:pt>
                <c:pt idx="5091">
                  <c:v>9.0263714122949583</c:v>
                </c:pt>
                <c:pt idx="5092">
                  <c:v>9.0281219107618593</c:v>
                </c:pt>
                <c:pt idx="5093">
                  <c:v>9.0286567154801194</c:v>
                </c:pt>
                <c:pt idx="5094">
                  <c:v>9.0304738158269515</c:v>
                </c:pt>
                <c:pt idx="5095">
                  <c:v>9.0316185094583048</c:v>
                </c:pt>
                <c:pt idx="5096">
                  <c:v>9.0299441423856042</c:v>
                </c:pt>
                <c:pt idx="5097">
                  <c:v>9.0289491982641632</c:v>
                </c:pt>
                <c:pt idx="5098">
                  <c:v>9.0306704798686397</c:v>
                </c:pt>
                <c:pt idx="5099">
                  <c:v>9.0313638305715198</c:v>
                </c:pt>
                <c:pt idx="5100">
                  <c:v>9.0283784746075089</c:v>
                </c:pt>
                <c:pt idx="5101">
                  <c:v>9.0277005177353686</c:v>
                </c:pt>
                <c:pt idx="5102">
                  <c:v>9.0285779660874947</c:v>
                </c:pt>
                <c:pt idx="5103">
                  <c:v>9.0266655705979932</c:v>
                </c:pt>
                <c:pt idx="5104">
                  <c:v>9.0231171355327309</c:v>
                </c:pt>
                <c:pt idx="5105">
                  <c:v>9.0195230425749369</c:v>
                </c:pt>
                <c:pt idx="5106">
                  <c:v>9.0187330353702055</c:v>
                </c:pt>
                <c:pt idx="5107">
                  <c:v>9.020056381214081</c:v>
                </c:pt>
                <c:pt idx="5108">
                  <c:v>9.0212236943518249</c:v>
                </c:pt>
                <c:pt idx="5109">
                  <c:v>9.0212244273913846</c:v>
                </c:pt>
                <c:pt idx="5110">
                  <c:v>9.020195972890102</c:v>
                </c:pt>
                <c:pt idx="5111">
                  <c:v>9.0208451317795681</c:v>
                </c:pt>
                <c:pt idx="5112">
                  <c:v>9.0231477137543354</c:v>
                </c:pt>
                <c:pt idx="5113">
                  <c:v>9.0249669084999073</c:v>
                </c:pt>
                <c:pt idx="5114">
                  <c:v>9.0221420881993204</c:v>
                </c:pt>
                <c:pt idx="5115">
                  <c:v>9.0170699780507011</c:v>
                </c:pt>
                <c:pt idx="5116">
                  <c:v>9.0169400206088834</c:v>
                </c:pt>
                <c:pt idx="5117">
                  <c:v>9.0191657381498924</c:v>
                </c:pt>
                <c:pt idx="5118">
                  <c:v>9.0221939245681355</c:v>
                </c:pt>
                <c:pt idx="5119">
                  <c:v>9.0254780465124078</c:v>
                </c:pt>
                <c:pt idx="5120">
                  <c:v>9.0276651223966624</c:v>
                </c:pt>
                <c:pt idx="5121">
                  <c:v>9.0286786019469538</c:v>
                </c:pt>
                <c:pt idx="5122">
                  <c:v>9.0278258674999581</c:v>
                </c:pt>
                <c:pt idx="5123">
                  <c:v>9.0256160673893735</c:v>
                </c:pt>
                <c:pt idx="5124">
                  <c:v>9.024501847259689</c:v>
                </c:pt>
                <c:pt idx="5125">
                  <c:v>9.0248673198398208</c:v>
                </c:pt>
                <c:pt idx="5126">
                  <c:v>9.0258274969421777</c:v>
                </c:pt>
                <c:pt idx="5127">
                  <c:v>9.0262333914179909</c:v>
                </c:pt>
                <c:pt idx="5128">
                  <c:v>9.0267742698925986</c:v>
                </c:pt>
                <c:pt idx="5129">
                  <c:v>9.0264664979977542</c:v>
                </c:pt>
                <c:pt idx="5130">
                  <c:v>9.0238444154951996</c:v>
                </c:pt>
                <c:pt idx="5131">
                  <c:v>9.0217353559640099</c:v>
                </c:pt>
                <c:pt idx="5132">
                  <c:v>9.022320321532094</c:v>
                </c:pt>
                <c:pt idx="5133">
                  <c:v>9.0242737672369024</c:v>
                </c:pt>
                <c:pt idx="5134">
                  <c:v>9.0242748144362714</c:v>
                </c:pt>
                <c:pt idx="5135">
                  <c:v>9.0260142125898497</c:v>
                </c:pt>
                <c:pt idx="5136">
                  <c:v>9.0282458991672669</c:v>
                </c:pt>
                <c:pt idx="5137">
                  <c:v>9.0319220925556696</c:v>
                </c:pt>
                <c:pt idx="5138">
                  <c:v>9.0339466430976998</c:v>
                </c:pt>
                <c:pt idx="5139">
                  <c:v>9.0325950228708347</c:v>
                </c:pt>
                <c:pt idx="5140">
                  <c:v>9.0294996062530366</c:v>
                </c:pt>
                <c:pt idx="5141">
                  <c:v>9.029916077442488</c:v>
                </c:pt>
                <c:pt idx="5142">
                  <c:v>9.0289946467168214</c:v>
                </c:pt>
                <c:pt idx="5143">
                  <c:v>9.0285909513596838</c:v>
                </c:pt>
                <c:pt idx="5144">
                  <c:v>9.0288626995961998</c:v>
                </c:pt>
                <c:pt idx="5145">
                  <c:v>9.0236717323190856</c:v>
                </c:pt>
                <c:pt idx="5146">
                  <c:v>9.0228659124038675</c:v>
                </c:pt>
                <c:pt idx="5147">
                  <c:v>9.0239436899954768</c:v>
                </c:pt>
                <c:pt idx="5148">
                  <c:v>9.022635528542466</c:v>
                </c:pt>
                <c:pt idx="5149">
                  <c:v>9.0233080399778824</c:v>
                </c:pt>
                <c:pt idx="5150">
                  <c:v>9.0242673793207437</c:v>
                </c:pt>
                <c:pt idx="5151">
                  <c:v>9.0213786798585858</c:v>
                </c:pt>
                <c:pt idx="5152">
                  <c:v>9.0204612284905252</c:v>
                </c:pt>
                <c:pt idx="5153">
                  <c:v>9.0234478410937786</c:v>
                </c:pt>
                <c:pt idx="5154">
                  <c:v>9.0258643583600016</c:v>
                </c:pt>
                <c:pt idx="5155">
                  <c:v>9.0257925204832201</c:v>
                </c:pt>
                <c:pt idx="5156">
                  <c:v>9.026882550307457</c:v>
                </c:pt>
                <c:pt idx="5157">
                  <c:v>9.0280489209657695</c:v>
                </c:pt>
                <c:pt idx="5158">
                  <c:v>9.0295923881172193</c:v>
                </c:pt>
                <c:pt idx="5159">
                  <c:v>9.0306505830806092</c:v>
                </c:pt>
                <c:pt idx="5160">
                  <c:v>9.0314394383660339</c:v>
                </c:pt>
                <c:pt idx="5161">
                  <c:v>9.0327899066735924</c:v>
                </c:pt>
                <c:pt idx="5162">
                  <c:v>9.0302574644371099</c:v>
                </c:pt>
                <c:pt idx="5163">
                  <c:v>9.0282889390613743</c:v>
                </c:pt>
                <c:pt idx="5164">
                  <c:v>9.0304131829834287</c:v>
                </c:pt>
                <c:pt idx="5165">
                  <c:v>9.0310598285944064</c:v>
                </c:pt>
                <c:pt idx="5166">
                  <c:v>9.0306047157482023</c:v>
                </c:pt>
                <c:pt idx="5167">
                  <c:v>9.0285678082536069</c:v>
                </c:pt>
                <c:pt idx="5168">
                  <c:v>9.0269218202838335</c:v>
                </c:pt>
                <c:pt idx="5169">
                  <c:v>9.0290280523767237</c:v>
                </c:pt>
                <c:pt idx="5170">
                  <c:v>9.0308671439103261</c:v>
                </c:pt>
                <c:pt idx="5171">
                  <c:v>9.0305832481611183</c:v>
                </c:pt>
                <c:pt idx="5172">
                  <c:v>9.0302553700383701</c:v>
                </c:pt>
                <c:pt idx="5173">
                  <c:v>9.0285586976190881</c:v>
                </c:pt>
                <c:pt idx="5174">
                  <c:v>9.0307480773419559</c:v>
                </c:pt>
                <c:pt idx="5175">
                  <c:v>9.0334209490139568</c:v>
                </c:pt>
                <c:pt idx="5176">
                  <c:v>9.0312870708576973</c:v>
                </c:pt>
                <c:pt idx="5177">
                  <c:v>9.0312929351741698</c:v>
                </c:pt>
                <c:pt idx="5178">
                  <c:v>9.0296118660255011</c:v>
                </c:pt>
                <c:pt idx="5179">
                  <c:v>9.0285928363185501</c:v>
                </c:pt>
                <c:pt idx="5180">
                  <c:v>9.0302098168657743</c:v>
                </c:pt>
                <c:pt idx="5181">
                  <c:v>9.0338262151701496</c:v>
                </c:pt>
                <c:pt idx="5182">
                  <c:v>9.0338330219660534</c:v>
                </c:pt>
                <c:pt idx="5183">
                  <c:v>9.0312489528006292</c:v>
                </c:pt>
                <c:pt idx="5184">
                  <c:v>9.0299771291657596</c:v>
                </c:pt>
                <c:pt idx="5185">
                  <c:v>9.0284911532597221</c:v>
                </c:pt>
                <c:pt idx="5186">
                  <c:v>9.0278911080207092</c:v>
                </c:pt>
                <c:pt idx="5187">
                  <c:v>9.0257231958849253</c:v>
                </c:pt>
                <c:pt idx="5188">
                  <c:v>9.0216166035554508</c:v>
                </c:pt>
                <c:pt idx="5189">
                  <c:v>9.0212861074342783</c:v>
                </c:pt>
                <c:pt idx="5190">
                  <c:v>9.0259951535613148</c:v>
                </c:pt>
                <c:pt idx="5191">
                  <c:v>9.0293003242129242</c:v>
                </c:pt>
                <c:pt idx="5192">
                  <c:v>9.0284441340080086</c:v>
                </c:pt>
                <c:pt idx="5193">
                  <c:v>9.0256690556774952</c:v>
                </c:pt>
                <c:pt idx="5194">
                  <c:v>9.0255632885411252</c:v>
                </c:pt>
                <c:pt idx="5195">
                  <c:v>9.0244106361945615</c:v>
                </c:pt>
                <c:pt idx="5196">
                  <c:v>9.0220327605850912</c:v>
                </c:pt>
                <c:pt idx="5197">
                  <c:v>9.0211500762361148</c:v>
                </c:pt>
                <c:pt idx="5198">
                  <c:v>9.0225284000469141</c:v>
                </c:pt>
                <c:pt idx="5199">
                  <c:v>9.0224460901764321</c:v>
                </c:pt>
                <c:pt idx="5200">
                  <c:v>9.0223550885511781</c:v>
                </c:pt>
                <c:pt idx="5201">
                  <c:v>9.0256341839384753</c:v>
                </c:pt>
                <c:pt idx="5202">
                  <c:v>9.0279806435668455</c:v>
                </c:pt>
                <c:pt idx="5203">
                  <c:v>9.0278196890236746</c:v>
                </c:pt>
                <c:pt idx="5204">
                  <c:v>9.0290223975001265</c:v>
                </c:pt>
                <c:pt idx="5205">
                  <c:v>9.0307198029589664</c:v>
                </c:pt>
                <c:pt idx="5206">
                  <c:v>9.0297755432870339</c:v>
                </c:pt>
                <c:pt idx="5207">
                  <c:v>9.0264018857966253</c:v>
                </c:pt>
                <c:pt idx="5208">
                  <c:v>9.026012746510732</c:v>
                </c:pt>
                <c:pt idx="5209">
                  <c:v>9.0256671707186307</c:v>
                </c:pt>
                <c:pt idx="5210">
                  <c:v>9.0278877569827252</c:v>
                </c:pt>
                <c:pt idx="5211">
                  <c:v>9.0315571435752222</c:v>
                </c:pt>
                <c:pt idx="5212">
                  <c:v>9.0279047216125203</c:v>
                </c:pt>
                <c:pt idx="5213">
                  <c:v>9.0232449985758088</c:v>
                </c:pt>
                <c:pt idx="5214">
                  <c:v>9.0247857430088967</c:v>
                </c:pt>
                <c:pt idx="5215">
                  <c:v>9.0284186870633185</c:v>
                </c:pt>
                <c:pt idx="5216">
                  <c:v>9.029984354841412</c:v>
                </c:pt>
                <c:pt idx="5217">
                  <c:v>9.0300861426201759</c:v>
                </c:pt>
                <c:pt idx="5218">
                  <c:v>9.0293965618350285</c:v>
                </c:pt>
                <c:pt idx="5219">
                  <c:v>9.0266224259839483</c:v>
                </c:pt>
                <c:pt idx="5220">
                  <c:v>9.026077358711861</c:v>
                </c:pt>
                <c:pt idx="5221">
                  <c:v>9.0289417631486355</c:v>
                </c:pt>
                <c:pt idx="5222">
                  <c:v>9.0313633069718353</c:v>
                </c:pt>
                <c:pt idx="5223">
                  <c:v>9.0311502019000383</c:v>
                </c:pt>
                <c:pt idx="5224">
                  <c:v>9.0289316053147459</c:v>
                </c:pt>
                <c:pt idx="5225">
                  <c:v>9.0288193455422814</c:v>
                </c:pt>
                <c:pt idx="5226">
                  <c:v>9.0279115284084241</c:v>
                </c:pt>
                <c:pt idx="5227">
                  <c:v>9.0286040413518087</c:v>
                </c:pt>
                <c:pt idx="5228">
                  <c:v>9.0301965174337759</c:v>
                </c:pt>
                <c:pt idx="5229">
                  <c:v>9.0325684240068362</c:v>
                </c:pt>
                <c:pt idx="5230">
                  <c:v>9.0318753874637672</c:v>
                </c:pt>
                <c:pt idx="5231">
                  <c:v>9.028331245915922</c:v>
                </c:pt>
                <c:pt idx="5232">
                  <c:v>9.0292358167317328</c:v>
                </c:pt>
                <c:pt idx="5233">
                  <c:v>9.0322309116498829</c:v>
                </c:pt>
                <c:pt idx="5234">
                  <c:v>9.0340312568067951</c:v>
                </c:pt>
                <c:pt idx="5235">
                  <c:v>9.0332835564566132</c:v>
                </c:pt>
                <c:pt idx="5236">
                  <c:v>9.030279560343816</c:v>
                </c:pt>
                <c:pt idx="5237">
                  <c:v>9.0297236021982812</c:v>
                </c:pt>
                <c:pt idx="5238">
                  <c:v>9.0304345458505768</c:v>
                </c:pt>
                <c:pt idx="5239">
                  <c:v>9.0291465953454075</c:v>
                </c:pt>
                <c:pt idx="5240">
                  <c:v>9.0290933976174124</c:v>
                </c:pt>
                <c:pt idx="5241">
                  <c:v>9.0321653569693208</c:v>
                </c:pt>
                <c:pt idx="5242">
                  <c:v>9.0366112418946773</c:v>
                </c:pt>
                <c:pt idx="5243">
                  <c:v>9.0387070019938669</c:v>
                </c:pt>
                <c:pt idx="5244">
                  <c:v>9.0400698272539923</c:v>
                </c:pt>
                <c:pt idx="5245">
                  <c:v>9.0411255089388938</c:v>
                </c:pt>
                <c:pt idx="5246">
                  <c:v>9.0391276619807979</c:v>
                </c:pt>
                <c:pt idx="5247">
                  <c:v>9.037341558735319</c:v>
                </c:pt>
                <c:pt idx="5248">
                  <c:v>9.0360782174153442</c:v>
                </c:pt>
                <c:pt idx="5249">
                  <c:v>9.0358398748387305</c:v>
                </c:pt>
                <c:pt idx="5250">
                  <c:v>9.0352295670458922</c:v>
                </c:pt>
                <c:pt idx="5251">
                  <c:v>9.0378919667241924</c:v>
                </c:pt>
                <c:pt idx="5252">
                  <c:v>9.0378845316086664</c:v>
                </c:pt>
                <c:pt idx="5253">
                  <c:v>9.035798510463616</c:v>
                </c:pt>
                <c:pt idx="5254">
                  <c:v>9.0345722400013404</c:v>
                </c:pt>
                <c:pt idx="5255">
                  <c:v>9.0315490801400742</c:v>
                </c:pt>
                <c:pt idx="5256">
                  <c:v>9.0319011485682683</c:v>
                </c:pt>
                <c:pt idx="5257">
                  <c:v>9.0347314143055808</c:v>
                </c:pt>
                <c:pt idx="5258">
                  <c:v>9.03413199738619</c:v>
                </c:pt>
                <c:pt idx="5259">
                  <c:v>9.0344222810515564</c:v>
                </c:pt>
                <c:pt idx="5260">
                  <c:v>9.0352398295997194</c:v>
                </c:pt>
                <c:pt idx="5261">
                  <c:v>9.0346133949365814</c:v>
                </c:pt>
                <c:pt idx="5262">
                  <c:v>9.0310800395422479</c:v>
                </c:pt>
                <c:pt idx="5263">
                  <c:v>9.0283258004791982</c:v>
                </c:pt>
                <c:pt idx="5264">
                  <c:v>9.0306277541343434</c:v>
                </c:pt>
                <c:pt idx="5265">
                  <c:v>9.0338273670894562</c:v>
                </c:pt>
                <c:pt idx="5266">
                  <c:v>9.0369056096375857</c:v>
                </c:pt>
                <c:pt idx="5267">
                  <c:v>9.0391110115108155</c:v>
                </c:pt>
                <c:pt idx="5268">
                  <c:v>9.038636001876581</c:v>
                </c:pt>
                <c:pt idx="5269">
                  <c:v>9.0364071427374633</c:v>
                </c:pt>
                <c:pt idx="5270">
                  <c:v>9.033741810900926</c:v>
                </c:pt>
                <c:pt idx="5271">
                  <c:v>9.031368124088937</c:v>
                </c:pt>
                <c:pt idx="5272">
                  <c:v>9.0343540036526306</c:v>
                </c:pt>
                <c:pt idx="5273">
                  <c:v>9.040617407804568</c:v>
                </c:pt>
                <c:pt idx="5274">
                  <c:v>9.0437637183117463</c:v>
                </c:pt>
                <c:pt idx="5275">
                  <c:v>9.0435300881322984</c:v>
                </c:pt>
                <c:pt idx="5276">
                  <c:v>9.042861241894677</c:v>
                </c:pt>
                <c:pt idx="5277">
                  <c:v>9.0420223304793659</c:v>
                </c:pt>
                <c:pt idx="5278">
                  <c:v>9.0421894634988185</c:v>
                </c:pt>
                <c:pt idx="5279">
                  <c:v>9.0461619095889958</c:v>
                </c:pt>
                <c:pt idx="5280">
                  <c:v>9.0496064624767527</c:v>
                </c:pt>
                <c:pt idx="5281">
                  <c:v>9.0484540195700625</c:v>
                </c:pt>
                <c:pt idx="5282">
                  <c:v>9.0491470561131315</c:v>
                </c:pt>
                <c:pt idx="5283">
                  <c:v>9.0513048104150258</c:v>
                </c:pt>
                <c:pt idx="5284">
                  <c:v>9.0532928136990432</c:v>
                </c:pt>
                <c:pt idx="5285">
                  <c:v>9.0528407377310121</c:v>
                </c:pt>
                <c:pt idx="5286">
                  <c:v>9.0529208484828168</c:v>
                </c:pt>
                <c:pt idx="5287">
                  <c:v>9.0530740537506489</c:v>
                </c:pt>
                <c:pt idx="5288">
                  <c:v>9.0534299968165133</c:v>
                </c:pt>
                <c:pt idx="5289">
                  <c:v>9.0538928589380561</c:v>
                </c:pt>
                <c:pt idx="5290">
                  <c:v>9.0542759244676034</c:v>
                </c:pt>
                <c:pt idx="5291">
                  <c:v>9.0540781085066104</c:v>
                </c:pt>
                <c:pt idx="5292">
                  <c:v>9.0546801434244255</c:v>
                </c:pt>
                <c:pt idx="5293">
                  <c:v>9.0560797253824372</c:v>
                </c:pt>
                <c:pt idx="5294">
                  <c:v>9.0564667702695907</c:v>
                </c:pt>
                <c:pt idx="5295">
                  <c:v>9.0535533569023006</c:v>
                </c:pt>
                <c:pt idx="5296">
                  <c:v>9.0508381783757521</c:v>
                </c:pt>
                <c:pt idx="5297">
                  <c:v>9.0500483806108942</c:v>
                </c:pt>
                <c:pt idx="5298">
                  <c:v>9.0523844729655014</c:v>
                </c:pt>
                <c:pt idx="5299">
                  <c:v>9.0551827991220275</c:v>
                </c:pt>
                <c:pt idx="5300">
                  <c:v>9.0558055685873704</c:v>
                </c:pt>
                <c:pt idx="5301">
                  <c:v>9.057412705460516</c:v>
                </c:pt>
                <c:pt idx="5302">
                  <c:v>9.0589284218286608</c:v>
                </c:pt>
                <c:pt idx="5303">
                  <c:v>9.0605128344754782</c:v>
                </c:pt>
                <c:pt idx="5304">
                  <c:v>9.0588387815625886</c:v>
                </c:pt>
                <c:pt idx="5305">
                  <c:v>9.0573958455506585</c:v>
                </c:pt>
                <c:pt idx="5306">
                  <c:v>9.0559758432049335</c:v>
                </c:pt>
                <c:pt idx="5307">
                  <c:v>9.0534984836553125</c:v>
                </c:pt>
                <c:pt idx="5308">
                  <c:v>9.0510152597892191</c:v>
                </c:pt>
                <c:pt idx="5309">
                  <c:v>9.0466673927248973</c:v>
                </c:pt>
                <c:pt idx="5310">
                  <c:v>9.0440714902065906</c:v>
                </c:pt>
                <c:pt idx="5311">
                  <c:v>9.0468614387681576</c:v>
                </c:pt>
                <c:pt idx="5312">
                  <c:v>9.052452855084363</c:v>
                </c:pt>
                <c:pt idx="5313">
                  <c:v>9.0586984568470079</c:v>
                </c:pt>
                <c:pt idx="5314">
                  <c:v>9.0603735569592683</c:v>
                </c:pt>
                <c:pt idx="5315">
                  <c:v>9.0589605708493206</c:v>
                </c:pt>
                <c:pt idx="5316">
                  <c:v>9.0540660657138545</c:v>
                </c:pt>
                <c:pt idx="5317">
                  <c:v>9.049754641187608</c:v>
                </c:pt>
                <c:pt idx="5318">
                  <c:v>9.0483057361392696</c:v>
                </c:pt>
                <c:pt idx="5319">
                  <c:v>9.0470910895900012</c:v>
                </c:pt>
                <c:pt idx="5320">
                  <c:v>9.0478660171238037</c:v>
                </c:pt>
                <c:pt idx="5321">
                  <c:v>9.0495691821791802</c:v>
                </c:pt>
                <c:pt idx="5322">
                  <c:v>9.0506423520935613</c:v>
                </c:pt>
                <c:pt idx="5323">
                  <c:v>9.0512060595144348</c:v>
                </c:pt>
                <c:pt idx="5324">
                  <c:v>9.0506638196806453</c:v>
                </c:pt>
                <c:pt idx="5325">
                  <c:v>9.0487249300470829</c:v>
                </c:pt>
                <c:pt idx="5326">
                  <c:v>9.0480264480672883</c:v>
                </c:pt>
                <c:pt idx="5327">
                  <c:v>9.0484143307139391</c:v>
                </c:pt>
                <c:pt idx="5328">
                  <c:v>9.0481196488112197</c:v>
                </c:pt>
                <c:pt idx="5329">
                  <c:v>9.0493016227401437</c:v>
                </c:pt>
                <c:pt idx="5330">
                  <c:v>9.0485806259738961</c:v>
                </c:pt>
                <c:pt idx="5331">
                  <c:v>9.044901605147194</c:v>
                </c:pt>
                <c:pt idx="5332">
                  <c:v>9.0402291062781703</c:v>
                </c:pt>
                <c:pt idx="5333">
                  <c:v>9.0417773905467218</c:v>
                </c:pt>
                <c:pt idx="5334">
                  <c:v>9.0463759571402242</c:v>
                </c:pt>
                <c:pt idx="5335">
                  <c:v>9.0485314076035053</c:v>
                </c:pt>
                <c:pt idx="5336">
                  <c:v>9.0515923713620285</c:v>
                </c:pt>
                <c:pt idx="5337">
                  <c:v>9.0546673675921117</c:v>
                </c:pt>
                <c:pt idx="5338">
                  <c:v>9.0554463792034579</c:v>
                </c:pt>
                <c:pt idx="5339">
                  <c:v>9.0546938617361725</c:v>
                </c:pt>
                <c:pt idx="5340">
                  <c:v>9.05524280364593</c:v>
                </c:pt>
                <c:pt idx="5341">
                  <c:v>9.0547105122061566</c:v>
                </c:pt>
                <c:pt idx="5342">
                  <c:v>9.0545585635775687</c:v>
                </c:pt>
                <c:pt idx="5343">
                  <c:v>9.0553453244642537</c:v>
                </c:pt>
                <c:pt idx="5344">
                  <c:v>9.0547362733106578</c:v>
                </c:pt>
                <c:pt idx="5345">
                  <c:v>9.0540727677898225</c:v>
                </c:pt>
                <c:pt idx="5346">
                  <c:v>9.0538910786991273</c:v>
                </c:pt>
                <c:pt idx="5347">
                  <c:v>9.0542739347888013</c:v>
                </c:pt>
                <c:pt idx="5348">
                  <c:v>9.0539653251344596</c:v>
                </c:pt>
                <c:pt idx="5349">
                  <c:v>9.0539922381582691</c:v>
                </c:pt>
                <c:pt idx="5350">
                  <c:v>9.0520474842082344</c:v>
                </c:pt>
                <c:pt idx="5351">
                  <c:v>9.0512821909086334</c:v>
                </c:pt>
                <c:pt idx="5352">
                  <c:v>9.0532102943886876</c:v>
                </c:pt>
                <c:pt idx="5353">
                  <c:v>9.0573913425933679</c:v>
                </c:pt>
                <c:pt idx="5354">
                  <c:v>9.0599234706700393</c:v>
                </c:pt>
                <c:pt idx="5355">
                  <c:v>9.0606443627163511</c:v>
                </c:pt>
                <c:pt idx="5356">
                  <c:v>9.0566567322353091</c:v>
                </c:pt>
                <c:pt idx="5357">
                  <c:v>9.0551569332975888</c:v>
                </c:pt>
                <c:pt idx="5358">
                  <c:v>9.0549664477321858</c:v>
                </c:pt>
                <c:pt idx="5359">
                  <c:v>9.0535888569609444</c:v>
                </c:pt>
                <c:pt idx="5360">
                  <c:v>9.0536600665181037</c:v>
                </c:pt>
                <c:pt idx="5361">
                  <c:v>9.0557022100095512</c:v>
                </c:pt>
                <c:pt idx="5362">
                  <c:v>9.0576649757887502</c:v>
                </c:pt>
                <c:pt idx="5363">
                  <c:v>9.0566830169394965</c:v>
                </c:pt>
                <c:pt idx="5364">
                  <c:v>9.0566841688588049</c:v>
                </c:pt>
                <c:pt idx="5365">
                  <c:v>9.0568080525442749</c:v>
                </c:pt>
                <c:pt idx="5366">
                  <c:v>9.0564126300621623</c:v>
                </c:pt>
                <c:pt idx="5367">
                  <c:v>9.0542977062145003</c:v>
                </c:pt>
                <c:pt idx="5368">
                  <c:v>9.0532466322068252</c:v>
                </c:pt>
                <c:pt idx="5369">
                  <c:v>9.0551567238577153</c:v>
                </c:pt>
                <c:pt idx="5370">
                  <c:v>9.0529704857329563</c:v>
                </c:pt>
                <c:pt idx="5371">
                  <c:v>9.0499187373288876</c:v>
                </c:pt>
                <c:pt idx="5372">
                  <c:v>9.0487772900155825</c:v>
                </c:pt>
                <c:pt idx="5373">
                  <c:v>9.0484774768359504</c:v>
                </c:pt>
                <c:pt idx="5374">
                  <c:v>9.0490844335908047</c:v>
                </c:pt>
                <c:pt idx="5375">
                  <c:v>9.0518976299783862</c:v>
                </c:pt>
                <c:pt idx="5376">
                  <c:v>9.0518804559087176</c:v>
                </c:pt>
                <c:pt idx="5377">
                  <c:v>9.0512998885779865</c:v>
                </c:pt>
                <c:pt idx="5378">
                  <c:v>9.0502344679389441</c:v>
                </c:pt>
                <c:pt idx="5379">
                  <c:v>9.0496932753045254</c:v>
                </c:pt>
                <c:pt idx="5380">
                  <c:v>9.0515214759646803</c:v>
                </c:pt>
                <c:pt idx="5381">
                  <c:v>9.0511671036978711</c:v>
                </c:pt>
                <c:pt idx="5382">
                  <c:v>9.0491029690196534</c:v>
                </c:pt>
                <c:pt idx="5383">
                  <c:v>9.0478520893721832</c:v>
                </c:pt>
                <c:pt idx="5384">
                  <c:v>9.0494672896804786</c:v>
                </c:pt>
                <c:pt idx="5385">
                  <c:v>9.0511275195616836</c:v>
                </c:pt>
                <c:pt idx="5386">
                  <c:v>9.0516243109428149</c:v>
                </c:pt>
                <c:pt idx="5387">
                  <c:v>9.0539264740378336</c:v>
                </c:pt>
                <c:pt idx="5388">
                  <c:v>9.0548042365497707</c:v>
                </c:pt>
                <c:pt idx="5389">
                  <c:v>9.0549466556640912</c:v>
                </c:pt>
                <c:pt idx="5390">
                  <c:v>9.0549739875676494</c:v>
                </c:pt>
                <c:pt idx="5391">
                  <c:v>9.0551924333562326</c:v>
                </c:pt>
                <c:pt idx="5392">
                  <c:v>9.0528826257058128</c:v>
                </c:pt>
                <c:pt idx="5393">
                  <c:v>9.0505764832531881</c:v>
                </c:pt>
                <c:pt idx="5394">
                  <c:v>9.0509910694837732</c:v>
                </c:pt>
                <c:pt idx="5395">
                  <c:v>9.0513082661729474</c:v>
                </c:pt>
                <c:pt idx="5396">
                  <c:v>9.0539938089573244</c:v>
                </c:pt>
                <c:pt idx="5397">
                  <c:v>9.05977057956202</c:v>
                </c:pt>
                <c:pt idx="5398">
                  <c:v>9.0590504205552662</c:v>
                </c:pt>
                <c:pt idx="5399">
                  <c:v>9.0568580039542255</c:v>
                </c:pt>
                <c:pt idx="5400">
                  <c:v>9.0637950714608841</c:v>
                </c:pt>
                <c:pt idx="5401">
                  <c:v>9.067089037079235</c:v>
                </c:pt>
                <c:pt idx="5402">
                  <c:v>9.0638924610022951</c:v>
                </c:pt>
                <c:pt idx="5403">
                  <c:v>9.0617024529598051</c:v>
                </c:pt>
                <c:pt idx="5404">
                  <c:v>9.0607071946785513</c:v>
                </c:pt>
                <c:pt idx="5405">
                  <c:v>9.060942919256739</c:v>
                </c:pt>
                <c:pt idx="5406">
                  <c:v>9.0638674329373519</c:v>
                </c:pt>
                <c:pt idx="5407">
                  <c:v>9.063453370306453</c:v>
                </c:pt>
                <c:pt idx="5408">
                  <c:v>9.0597757108389327</c:v>
                </c:pt>
                <c:pt idx="5409">
                  <c:v>9.0600326935643309</c:v>
                </c:pt>
                <c:pt idx="5410">
                  <c:v>9.0608368379605579</c:v>
                </c:pt>
                <c:pt idx="5411">
                  <c:v>9.0599471373758025</c:v>
                </c:pt>
                <c:pt idx="5412">
                  <c:v>9.0597322520650767</c:v>
                </c:pt>
                <c:pt idx="5413">
                  <c:v>9.0597934085082859</c:v>
                </c:pt>
                <c:pt idx="5414">
                  <c:v>9.0615164703516911</c:v>
                </c:pt>
                <c:pt idx="5415">
                  <c:v>9.062119866628688</c:v>
                </c:pt>
                <c:pt idx="5416">
                  <c:v>9.0599106948377255</c:v>
                </c:pt>
                <c:pt idx="5417">
                  <c:v>9.0558376128880926</c:v>
                </c:pt>
                <c:pt idx="5418">
                  <c:v>9.0557995995509604</c:v>
                </c:pt>
                <c:pt idx="5419">
                  <c:v>9.0585007456059508</c:v>
                </c:pt>
                <c:pt idx="5420">
                  <c:v>9.0601542734111895</c:v>
                </c:pt>
                <c:pt idx="5421">
                  <c:v>9.0606443627163511</c:v>
                </c:pt>
                <c:pt idx="5422">
                  <c:v>9.0645163823869446</c:v>
                </c:pt>
                <c:pt idx="5423">
                  <c:v>9.0692595672134448</c:v>
                </c:pt>
                <c:pt idx="5424">
                  <c:v>9.0696060854849794</c:v>
                </c:pt>
                <c:pt idx="5425">
                  <c:v>9.0662726404503786</c:v>
                </c:pt>
                <c:pt idx="5426">
                  <c:v>9.064981443627163</c:v>
                </c:pt>
                <c:pt idx="5427">
                  <c:v>9.0613337340616251</c:v>
                </c:pt>
                <c:pt idx="5428">
                  <c:v>9.0579235293132054</c:v>
                </c:pt>
                <c:pt idx="5429">
                  <c:v>9.0569592681333049</c:v>
                </c:pt>
                <c:pt idx="5430">
                  <c:v>9.0546691478310404</c:v>
                </c:pt>
                <c:pt idx="5431">
                  <c:v>9.0533061131310415</c:v>
                </c:pt>
                <c:pt idx="5432">
                  <c:v>9.0532361602131264</c:v>
                </c:pt>
                <c:pt idx="5433">
                  <c:v>9.0507688537774573</c:v>
                </c:pt>
                <c:pt idx="5434">
                  <c:v>9.0496391350970971</c:v>
                </c:pt>
                <c:pt idx="5435">
                  <c:v>9.0540537087612893</c:v>
                </c:pt>
                <c:pt idx="5436">
                  <c:v>9.0556991731313783</c:v>
                </c:pt>
                <c:pt idx="5437">
                  <c:v>9.0527700517735372</c:v>
                </c:pt>
                <c:pt idx="5438">
                  <c:v>9.0517057830538015</c:v>
                </c:pt>
                <c:pt idx="5439">
                  <c:v>9.0514094256320892</c:v>
                </c:pt>
                <c:pt idx="5440">
                  <c:v>9.0504187750280654</c:v>
                </c:pt>
                <c:pt idx="5441">
                  <c:v>9.0491312434026447</c:v>
                </c:pt>
                <c:pt idx="5442">
                  <c:v>9.0512031273561977</c:v>
                </c:pt>
                <c:pt idx="5443">
                  <c:v>9.0523801794480843</c:v>
                </c:pt>
                <c:pt idx="5444">
                  <c:v>9.0504107115929155</c:v>
                </c:pt>
                <c:pt idx="5445">
                  <c:v>9.0478547073706075</c:v>
                </c:pt>
                <c:pt idx="5446">
                  <c:v>9.0441309711308069</c:v>
                </c:pt>
                <c:pt idx="5447">
                  <c:v>9.0426851029606414</c:v>
                </c:pt>
                <c:pt idx="5448">
                  <c:v>9.0435558492368013</c:v>
                </c:pt>
                <c:pt idx="5449">
                  <c:v>9.0435939672938694</c:v>
                </c:pt>
                <c:pt idx="5450">
                  <c:v>9.0455292964495762</c:v>
                </c:pt>
                <c:pt idx="5451">
                  <c:v>9.0452811101988839</c:v>
                </c:pt>
                <c:pt idx="5452">
                  <c:v>9.0479568093091842</c:v>
                </c:pt>
                <c:pt idx="5453">
                  <c:v>9.0499843967293874</c:v>
                </c:pt>
                <c:pt idx="5454">
                  <c:v>9.047850832732939</c:v>
                </c:pt>
                <c:pt idx="5455">
                  <c:v>9.046842170299751</c:v>
                </c:pt>
                <c:pt idx="5456">
                  <c:v>9.0474890253506022</c:v>
                </c:pt>
                <c:pt idx="5457">
                  <c:v>9.0489688227803562</c:v>
                </c:pt>
                <c:pt idx="5458">
                  <c:v>9.0490469438533587</c:v>
                </c:pt>
                <c:pt idx="5459">
                  <c:v>9.0480099023172436</c:v>
                </c:pt>
                <c:pt idx="5460">
                  <c:v>9.0490497712916582</c:v>
                </c:pt>
                <c:pt idx="5461">
                  <c:v>9.047114965735636</c:v>
                </c:pt>
                <c:pt idx="5462">
                  <c:v>9.0436117696831602</c:v>
                </c:pt>
                <c:pt idx="5463">
                  <c:v>9.0431336184508151</c:v>
                </c:pt>
                <c:pt idx="5464">
                  <c:v>9.0427674128311253</c:v>
                </c:pt>
                <c:pt idx="5465">
                  <c:v>9.0427441650051108</c:v>
                </c:pt>
                <c:pt idx="5466">
                  <c:v>9.0424632014141384</c:v>
                </c:pt>
                <c:pt idx="5467">
                  <c:v>9.0428246946366642</c:v>
                </c:pt>
                <c:pt idx="5468">
                  <c:v>9.0429319278521518</c:v>
                </c:pt>
                <c:pt idx="5469">
                  <c:v>9.0434126970829212</c:v>
                </c:pt>
                <c:pt idx="5470">
                  <c:v>9.0412422716686489</c:v>
                </c:pt>
                <c:pt idx="5471">
                  <c:v>9.0395205711844238</c:v>
                </c:pt>
                <c:pt idx="5472">
                  <c:v>9.0389395849739458</c:v>
                </c:pt>
                <c:pt idx="5473">
                  <c:v>9.0391756237119445</c:v>
                </c:pt>
                <c:pt idx="5474">
                  <c:v>9.0398455171489367</c:v>
                </c:pt>
                <c:pt idx="5475">
                  <c:v>9.0404173927248959</c:v>
                </c:pt>
                <c:pt idx="5476">
                  <c:v>9.0389674404771885</c:v>
                </c:pt>
                <c:pt idx="5477">
                  <c:v>9.0385530636864768</c:v>
                </c:pt>
                <c:pt idx="5478">
                  <c:v>9.0393261062614148</c:v>
                </c:pt>
                <c:pt idx="5479">
                  <c:v>9.0418903833587461</c:v>
                </c:pt>
                <c:pt idx="5480">
                  <c:v>9.0411820577048747</c:v>
                </c:pt>
                <c:pt idx="5481">
                  <c:v>9.039379932309032</c:v>
                </c:pt>
                <c:pt idx="5482">
                  <c:v>9.0383705368362843</c:v>
                </c:pt>
                <c:pt idx="5483">
                  <c:v>9.0390301677194511</c:v>
                </c:pt>
                <c:pt idx="5484">
                  <c:v>9.0408424509491816</c:v>
                </c:pt>
                <c:pt idx="5485">
                  <c:v>9.0424879153192705</c:v>
                </c:pt>
                <c:pt idx="5486">
                  <c:v>9.0433403356064535</c:v>
                </c:pt>
                <c:pt idx="5487">
                  <c:v>9.0439487584404272</c:v>
                </c:pt>
                <c:pt idx="5488">
                  <c:v>9.0456501432568732</c:v>
                </c:pt>
                <c:pt idx="5489">
                  <c:v>9.0460097515205327</c:v>
                </c:pt>
                <c:pt idx="5490">
                  <c:v>9.0451928312919918</c:v>
                </c:pt>
                <c:pt idx="5491">
                  <c:v>9.0424202662399686</c:v>
                </c:pt>
                <c:pt idx="5492">
                  <c:v>9.0390769775312911</c:v>
                </c:pt>
                <c:pt idx="5493">
                  <c:v>9.037620323207614</c:v>
                </c:pt>
                <c:pt idx="5494">
                  <c:v>9.0394024470954886</c:v>
                </c:pt>
                <c:pt idx="5495">
                  <c:v>9.0413721243905307</c:v>
                </c:pt>
                <c:pt idx="5496">
                  <c:v>9.0409114613876653</c:v>
                </c:pt>
                <c:pt idx="5497">
                  <c:v>9.039270814134678</c:v>
                </c:pt>
                <c:pt idx="5498">
                  <c:v>9.0377851523884516</c:v>
                </c:pt>
                <c:pt idx="5499">
                  <c:v>9.0369911658261142</c:v>
                </c:pt>
                <c:pt idx="5500">
                  <c:v>9.0372033284184781</c:v>
                </c:pt>
                <c:pt idx="5501">
                  <c:v>9.037665562220397</c:v>
                </c:pt>
                <c:pt idx="5502">
                  <c:v>9.0375029321582367</c:v>
                </c:pt>
                <c:pt idx="5503">
                  <c:v>9.036021354489554</c:v>
                </c:pt>
                <c:pt idx="5504">
                  <c:v>9.0363682916408354</c:v>
                </c:pt>
                <c:pt idx="5505">
                  <c:v>9.0367659132416271</c:v>
                </c:pt>
                <c:pt idx="5506">
                  <c:v>9.0379051614362549</c:v>
                </c:pt>
                <c:pt idx="5507">
                  <c:v>9.0365177269909349</c:v>
                </c:pt>
                <c:pt idx="5508">
                  <c:v>9.0349765636781001</c:v>
                </c:pt>
                <c:pt idx="5509">
                  <c:v>9.0381024537975634</c:v>
                </c:pt>
                <c:pt idx="5510">
                  <c:v>9.0390234656434831</c:v>
                </c:pt>
                <c:pt idx="5511">
                  <c:v>9.0357965207848139</c:v>
                </c:pt>
                <c:pt idx="5512">
                  <c:v>9.0341013144446496</c:v>
                </c:pt>
                <c:pt idx="5513">
                  <c:v>9.0354781721763313</c:v>
                </c:pt>
                <c:pt idx="5514">
                  <c:v>9.0385359943367458</c:v>
                </c:pt>
                <c:pt idx="5515">
                  <c:v>9.0393297714592098</c:v>
                </c:pt>
                <c:pt idx="5516">
                  <c:v>9.0390310054789467</c:v>
                </c:pt>
                <c:pt idx="5517">
                  <c:v>9.0399356810146951</c:v>
                </c:pt>
                <c:pt idx="5518">
                  <c:v>9.0400017592949418</c:v>
                </c:pt>
                <c:pt idx="5519">
                  <c:v>9.0362925791263837</c:v>
                </c:pt>
                <c:pt idx="5520">
                  <c:v>9.0349700710420056</c:v>
                </c:pt>
                <c:pt idx="5521">
                  <c:v>9.0359215563895923</c:v>
                </c:pt>
                <c:pt idx="5522">
                  <c:v>9.0362681793810626</c:v>
                </c:pt>
                <c:pt idx="5523">
                  <c:v>9.0343670936447573</c:v>
                </c:pt>
                <c:pt idx="5524">
                  <c:v>9.033703588123922</c:v>
                </c:pt>
                <c:pt idx="5525">
                  <c:v>9.0335462987785462</c:v>
                </c:pt>
                <c:pt idx="5526">
                  <c:v>9.0345124449173131</c:v>
                </c:pt>
                <c:pt idx="5527">
                  <c:v>9.0368264413652124</c:v>
                </c:pt>
                <c:pt idx="5528">
                  <c:v>9.0347329851046361</c:v>
                </c:pt>
                <c:pt idx="5529">
                  <c:v>9.0358509751520533</c:v>
                </c:pt>
                <c:pt idx="5530">
                  <c:v>9.0375970753815995</c:v>
                </c:pt>
                <c:pt idx="5531">
                  <c:v>9.0370259328451983</c:v>
                </c:pt>
                <c:pt idx="5532">
                  <c:v>9.0389862900658482</c:v>
                </c:pt>
                <c:pt idx="5533">
                  <c:v>9.0410282241174205</c:v>
                </c:pt>
                <c:pt idx="5534">
                  <c:v>9.0406200258029923</c:v>
                </c:pt>
                <c:pt idx="5535">
                  <c:v>9.039457215622539</c:v>
                </c:pt>
                <c:pt idx="5536">
                  <c:v>9.0379236968651036</c:v>
                </c:pt>
                <c:pt idx="5537">
                  <c:v>9.0371225893470495</c:v>
                </c:pt>
                <c:pt idx="5538">
                  <c:v>9.0371673047601497</c:v>
                </c:pt>
                <c:pt idx="5539">
                  <c:v>9.0388676423772267</c:v>
                </c:pt>
                <c:pt idx="5540">
                  <c:v>9.040899523314847</c:v>
                </c:pt>
                <c:pt idx="5541">
                  <c:v>9.0424256069567548</c:v>
                </c:pt>
                <c:pt idx="5542">
                  <c:v>9.0437811018212884</c:v>
                </c:pt>
                <c:pt idx="5543">
                  <c:v>9.0442119196421089</c:v>
                </c:pt>
                <c:pt idx="5544">
                  <c:v>9.0465740872610283</c:v>
                </c:pt>
                <c:pt idx="5545">
                  <c:v>9.0484847025116029</c:v>
                </c:pt>
                <c:pt idx="5546">
                  <c:v>9.04633385972555</c:v>
                </c:pt>
                <c:pt idx="5547">
                  <c:v>9.0437736667057624</c:v>
                </c:pt>
                <c:pt idx="5548">
                  <c:v>9.0398255156409704</c:v>
                </c:pt>
                <c:pt idx="5549">
                  <c:v>9.037845575792101</c:v>
                </c:pt>
                <c:pt idx="5550">
                  <c:v>9.0386379915553849</c:v>
                </c:pt>
                <c:pt idx="5551">
                  <c:v>9.0415037573513395</c:v>
                </c:pt>
                <c:pt idx="5552">
                  <c:v>9.0396053943333943</c:v>
                </c:pt>
                <c:pt idx="5553">
                  <c:v>9.0364815986126708</c:v>
                </c:pt>
                <c:pt idx="5554">
                  <c:v>9.0361083767572001</c:v>
                </c:pt>
                <c:pt idx="5555">
                  <c:v>9.0353354389021998</c:v>
                </c:pt>
                <c:pt idx="5556">
                  <c:v>9.0359851213913505</c:v>
                </c:pt>
                <c:pt idx="5557">
                  <c:v>9.0386009206976858</c:v>
                </c:pt>
                <c:pt idx="5558">
                  <c:v>9.0391429510916002</c:v>
                </c:pt>
                <c:pt idx="5559">
                  <c:v>9.0388894241241218</c:v>
                </c:pt>
                <c:pt idx="5560">
                  <c:v>9.039226308161453</c:v>
                </c:pt>
                <c:pt idx="5561">
                  <c:v>9.0361252366670577</c:v>
                </c:pt>
                <c:pt idx="5562">
                  <c:v>9.0349512214533458</c:v>
                </c:pt>
                <c:pt idx="5563">
                  <c:v>9.0343657322855755</c:v>
                </c:pt>
                <c:pt idx="5564">
                  <c:v>9.0328577651927677</c:v>
                </c:pt>
                <c:pt idx="5565">
                  <c:v>9.0328640483889888</c:v>
                </c:pt>
                <c:pt idx="5566">
                  <c:v>9.0319658654893349</c:v>
                </c:pt>
                <c:pt idx="5567">
                  <c:v>9.0338971105674979</c:v>
                </c:pt>
                <c:pt idx="5568">
                  <c:v>9.0364870440493945</c:v>
                </c:pt>
                <c:pt idx="5569">
                  <c:v>9.0374218789269971</c:v>
                </c:pt>
                <c:pt idx="5570">
                  <c:v>9.0367472730928409</c:v>
                </c:pt>
                <c:pt idx="5571">
                  <c:v>9.0360644991035972</c:v>
                </c:pt>
                <c:pt idx="5572">
                  <c:v>9.0355525233316012</c:v>
                </c:pt>
                <c:pt idx="5573">
                  <c:v>9.0340996389256567</c:v>
                </c:pt>
                <c:pt idx="5574">
                  <c:v>9.0351886215505246</c:v>
                </c:pt>
                <c:pt idx="5575">
                  <c:v>9.0386192466866611</c:v>
                </c:pt>
                <c:pt idx="5576">
                  <c:v>9.0422613013756017</c:v>
                </c:pt>
                <c:pt idx="5577">
                  <c:v>9.0436468508620553</c:v>
                </c:pt>
                <c:pt idx="5578">
                  <c:v>9.0421713469497185</c:v>
                </c:pt>
                <c:pt idx="5579">
                  <c:v>9.0402027168540453</c:v>
                </c:pt>
                <c:pt idx="5580">
                  <c:v>9.0400872107635344</c:v>
                </c:pt>
                <c:pt idx="5581">
                  <c:v>9.0409071678702482</c:v>
                </c:pt>
                <c:pt idx="5582">
                  <c:v>9.0390612695407402</c:v>
                </c:pt>
                <c:pt idx="5583">
                  <c:v>9.037593933783489</c:v>
                </c:pt>
                <c:pt idx="5584">
                  <c:v>9.0383194335070289</c:v>
                </c:pt>
                <c:pt idx="5585">
                  <c:v>9.0421912437377472</c:v>
                </c:pt>
                <c:pt idx="5586">
                  <c:v>9.0417109981066641</c:v>
                </c:pt>
                <c:pt idx="5587">
                  <c:v>9.0377831627096494</c:v>
                </c:pt>
                <c:pt idx="5588">
                  <c:v>9.0357217507497953</c:v>
                </c:pt>
                <c:pt idx="5589">
                  <c:v>9.0365034850795034</c:v>
                </c:pt>
                <c:pt idx="5590">
                  <c:v>9.0358722332992638</c:v>
                </c:pt>
                <c:pt idx="5591">
                  <c:v>9.0354901102491496</c:v>
                </c:pt>
                <c:pt idx="5592">
                  <c:v>9.0373014509994469</c:v>
                </c:pt>
                <c:pt idx="5593">
                  <c:v>9.0363061927181949</c:v>
                </c:pt>
                <c:pt idx="5594">
                  <c:v>9.0338628671480983</c:v>
                </c:pt>
                <c:pt idx="5595">
                  <c:v>9.0324036995459345</c:v>
                </c:pt>
                <c:pt idx="5596">
                  <c:v>9.0316942219727565</c:v>
                </c:pt>
                <c:pt idx="5597">
                  <c:v>9.0317728666454435</c:v>
                </c:pt>
                <c:pt idx="5598">
                  <c:v>9.031718831157951</c:v>
                </c:pt>
                <c:pt idx="5599">
                  <c:v>9.0301543152991641</c:v>
                </c:pt>
                <c:pt idx="5600">
                  <c:v>9.0310887312970198</c:v>
                </c:pt>
                <c:pt idx="5601">
                  <c:v>9.0330428053214487</c:v>
                </c:pt>
                <c:pt idx="5602">
                  <c:v>9.0328731590235076</c:v>
                </c:pt>
                <c:pt idx="5603">
                  <c:v>9.0304973778127771</c:v>
                </c:pt>
                <c:pt idx="5604">
                  <c:v>9.0293920588777379</c:v>
                </c:pt>
                <c:pt idx="5605">
                  <c:v>9.0322538453160863</c:v>
                </c:pt>
                <c:pt idx="5606">
                  <c:v>9.0329781931203197</c:v>
                </c:pt>
                <c:pt idx="5607">
                  <c:v>9.0327613181307918</c:v>
                </c:pt>
                <c:pt idx="5608">
                  <c:v>9.0335004314461411</c:v>
                </c:pt>
                <c:pt idx="5609">
                  <c:v>9.0336774081396705</c:v>
                </c:pt>
                <c:pt idx="5610">
                  <c:v>9.0358538025903528</c:v>
                </c:pt>
                <c:pt idx="5611">
                  <c:v>9.0379972102608779</c:v>
                </c:pt>
                <c:pt idx="5612">
                  <c:v>9.0394349102759577</c:v>
                </c:pt>
                <c:pt idx="5613">
                  <c:v>9.0387250138230311</c:v>
                </c:pt>
                <c:pt idx="5614">
                  <c:v>9.0395235033426609</c:v>
                </c:pt>
                <c:pt idx="5615">
                  <c:v>9.0417701648710693</c:v>
                </c:pt>
                <c:pt idx="5616">
                  <c:v>9.0418211634803889</c:v>
                </c:pt>
                <c:pt idx="5617">
                  <c:v>9.0415770613072404</c:v>
                </c:pt>
                <c:pt idx="5618">
                  <c:v>9.0446791800010047</c:v>
                </c:pt>
                <c:pt idx="5619">
                  <c:v>9.0444369627867225</c:v>
                </c:pt>
                <c:pt idx="5620">
                  <c:v>9.0438733600857866</c:v>
                </c:pt>
                <c:pt idx="5621">
                  <c:v>9.0461184508151398</c:v>
                </c:pt>
                <c:pt idx="5622">
                  <c:v>9.0467608029087003</c:v>
                </c:pt>
                <c:pt idx="5623">
                  <c:v>9.0463262151701489</c:v>
                </c:pt>
                <c:pt idx="5624">
                  <c:v>9.0452287502303843</c:v>
                </c:pt>
                <c:pt idx="5625">
                  <c:v>9.0426951560745934</c:v>
                </c:pt>
                <c:pt idx="5626">
                  <c:v>9.0391424274919157</c:v>
                </c:pt>
                <c:pt idx="5627">
                  <c:v>9.0387528693262738</c:v>
                </c:pt>
                <c:pt idx="5628">
                  <c:v>9.0403438793291215</c:v>
                </c:pt>
                <c:pt idx="5629">
                  <c:v>9.0453434185613997</c:v>
                </c:pt>
                <c:pt idx="5630">
                  <c:v>9.0479928329675126</c:v>
                </c:pt>
                <c:pt idx="5631">
                  <c:v>9.0471928773687651</c:v>
                </c:pt>
                <c:pt idx="5632">
                  <c:v>9.0438449809828594</c:v>
                </c:pt>
                <c:pt idx="5633">
                  <c:v>9.0391005395171149</c:v>
                </c:pt>
                <c:pt idx="5634">
                  <c:v>9.034986302632241</c:v>
                </c:pt>
                <c:pt idx="5635">
                  <c:v>9.0337936472697411</c:v>
                </c:pt>
                <c:pt idx="5636">
                  <c:v>9.0353219300303262</c:v>
                </c:pt>
                <c:pt idx="5637">
                  <c:v>9.0343328502253577</c:v>
                </c:pt>
                <c:pt idx="5638">
                  <c:v>9.034667744583885</c:v>
                </c:pt>
                <c:pt idx="5639">
                  <c:v>9.0342343087646402</c:v>
                </c:pt>
                <c:pt idx="5640">
                  <c:v>9.0336243151316129</c:v>
                </c:pt>
                <c:pt idx="5641">
                  <c:v>9.0342898103312503</c:v>
                </c:pt>
                <c:pt idx="5642">
                  <c:v>9.0369536760886682</c:v>
                </c:pt>
                <c:pt idx="5643">
                  <c:v>9.0396455020692663</c:v>
                </c:pt>
                <c:pt idx="5644">
                  <c:v>9.0397778680696348</c:v>
                </c:pt>
                <c:pt idx="5645">
                  <c:v>9.0363893403481725</c:v>
                </c:pt>
                <c:pt idx="5646">
                  <c:v>9.0345618727275774</c:v>
                </c:pt>
                <c:pt idx="5647">
                  <c:v>9.0347369644622422</c:v>
                </c:pt>
                <c:pt idx="5648">
                  <c:v>9.0330675192265808</c:v>
                </c:pt>
                <c:pt idx="5649">
                  <c:v>9.0320702712665248</c:v>
                </c:pt>
                <c:pt idx="5650">
                  <c:v>9.0322029514267044</c:v>
                </c:pt>
                <c:pt idx="5651">
                  <c:v>9.0350184516528991</c:v>
                </c:pt>
                <c:pt idx="5652">
                  <c:v>9.0378055727761666</c:v>
                </c:pt>
                <c:pt idx="5653">
                  <c:v>9.036956084647219</c:v>
                </c:pt>
                <c:pt idx="5654">
                  <c:v>9.0347815751554048</c:v>
                </c:pt>
                <c:pt idx="5655">
                  <c:v>9.0342644681064961</c:v>
                </c:pt>
                <c:pt idx="5656">
                  <c:v>9.0372220732872002</c:v>
                </c:pt>
                <c:pt idx="5657">
                  <c:v>9.0377024236382226</c:v>
                </c:pt>
                <c:pt idx="5658">
                  <c:v>9.0388584270227703</c:v>
                </c:pt>
                <c:pt idx="5659">
                  <c:v>9.0399472002077648</c:v>
                </c:pt>
                <c:pt idx="5660">
                  <c:v>9.0396865522845697</c:v>
                </c:pt>
                <c:pt idx="5661">
                  <c:v>9.0401021857145256</c:v>
                </c:pt>
                <c:pt idx="5662">
                  <c:v>9.0405555183218009</c:v>
                </c:pt>
                <c:pt idx="5663">
                  <c:v>9.041153888041821</c:v>
                </c:pt>
                <c:pt idx="5664">
                  <c:v>9.0404004280951025</c:v>
                </c:pt>
                <c:pt idx="5665">
                  <c:v>9.0391742623527644</c:v>
                </c:pt>
                <c:pt idx="5666">
                  <c:v>9.0383256119833124</c:v>
                </c:pt>
                <c:pt idx="5667">
                  <c:v>9.037831857480354</c:v>
                </c:pt>
                <c:pt idx="5668">
                  <c:v>9.0357550516897618</c:v>
                </c:pt>
                <c:pt idx="5669">
                  <c:v>9.0335969832280547</c:v>
                </c:pt>
                <c:pt idx="5670">
                  <c:v>9.0345570556104757</c:v>
                </c:pt>
                <c:pt idx="5671">
                  <c:v>9.0351558442102444</c:v>
                </c:pt>
                <c:pt idx="5672">
                  <c:v>9.0355221545498718</c:v>
                </c:pt>
                <c:pt idx="5673">
                  <c:v>9.0366674765008455</c:v>
                </c:pt>
                <c:pt idx="5674">
                  <c:v>9.0377404369753531</c:v>
                </c:pt>
                <c:pt idx="5675">
                  <c:v>9.0375273319035578</c:v>
                </c:pt>
                <c:pt idx="5676">
                  <c:v>9.0370248856458293</c:v>
                </c:pt>
                <c:pt idx="5677">
                  <c:v>9.0352526054320332</c:v>
                </c:pt>
                <c:pt idx="5678">
                  <c:v>9.0354064390194857</c:v>
                </c:pt>
                <c:pt idx="5679">
                  <c:v>9.037445022033074</c:v>
                </c:pt>
                <c:pt idx="5680">
                  <c:v>9.0383834173885358</c:v>
                </c:pt>
                <c:pt idx="5681">
                  <c:v>9.036307868237186</c:v>
                </c:pt>
                <c:pt idx="5682">
                  <c:v>9.0352277868069635</c:v>
                </c:pt>
                <c:pt idx="5683">
                  <c:v>9.0373830278303711</c:v>
                </c:pt>
                <c:pt idx="5684">
                  <c:v>9.0413897173399462</c:v>
                </c:pt>
                <c:pt idx="5685">
                  <c:v>9.0421960608548506</c:v>
                </c:pt>
                <c:pt idx="5686">
                  <c:v>9.0414918192785212</c:v>
                </c:pt>
                <c:pt idx="5687">
                  <c:v>9.0403873381029776</c:v>
                </c:pt>
                <c:pt idx="5688">
                  <c:v>9.0395179531859995</c:v>
                </c:pt>
                <c:pt idx="5689">
                  <c:v>9.039035194276428</c:v>
                </c:pt>
                <c:pt idx="5690">
                  <c:v>9.0380622413417555</c:v>
                </c:pt>
                <c:pt idx="5691">
                  <c:v>9.0367220355880242</c:v>
                </c:pt>
                <c:pt idx="5692">
                  <c:v>9.0373322386609249</c:v>
                </c:pt>
                <c:pt idx="5693">
                  <c:v>9.0396694829348387</c:v>
                </c:pt>
                <c:pt idx="5694">
                  <c:v>9.0380118710520581</c:v>
                </c:pt>
                <c:pt idx="5695">
                  <c:v>9.0375098436740782</c:v>
                </c:pt>
                <c:pt idx="5696">
                  <c:v>9.0405231598612676</c:v>
                </c:pt>
                <c:pt idx="5697">
                  <c:v>9.0438821565604943</c:v>
                </c:pt>
                <c:pt idx="5698">
                  <c:v>9.0462603463297757</c:v>
                </c:pt>
                <c:pt idx="5699">
                  <c:v>9.0471293123670051</c:v>
                </c:pt>
                <c:pt idx="5700">
                  <c:v>9.0466202687532462</c:v>
                </c:pt>
                <c:pt idx="5701">
                  <c:v>9.0468890848315269</c:v>
                </c:pt>
                <c:pt idx="5702">
                  <c:v>9.045618098956151</c:v>
                </c:pt>
                <c:pt idx="5703">
                  <c:v>9.042724687096829</c:v>
                </c:pt>
                <c:pt idx="5704">
                  <c:v>9.0412330563141925</c:v>
                </c:pt>
                <c:pt idx="5705">
                  <c:v>9.040591018380443</c:v>
                </c:pt>
                <c:pt idx="5706">
                  <c:v>9.0416615702963998</c:v>
                </c:pt>
                <c:pt idx="5707">
                  <c:v>9.0433962560528123</c:v>
                </c:pt>
                <c:pt idx="5708">
                  <c:v>9.0449460064004832</c:v>
                </c:pt>
                <c:pt idx="5709">
                  <c:v>9.0447017995073971</c:v>
                </c:pt>
                <c:pt idx="5710">
                  <c:v>9.0419910192182034</c:v>
                </c:pt>
                <c:pt idx="5711">
                  <c:v>9.0389806351892492</c:v>
                </c:pt>
                <c:pt idx="5712">
                  <c:v>9.0387606186016125</c:v>
                </c:pt>
                <c:pt idx="5713">
                  <c:v>9.0404049310523931</c:v>
                </c:pt>
                <c:pt idx="5714">
                  <c:v>9.0401240721813583</c:v>
                </c:pt>
                <c:pt idx="5715">
                  <c:v>9.0384637375802157</c:v>
                </c:pt>
                <c:pt idx="5716">
                  <c:v>9.0364750012566386</c:v>
                </c:pt>
                <c:pt idx="5717">
                  <c:v>9.0333363353048615</c:v>
                </c:pt>
                <c:pt idx="5718">
                  <c:v>9.0323934369921091</c:v>
                </c:pt>
                <c:pt idx="5719">
                  <c:v>9.0335373975839008</c:v>
                </c:pt>
                <c:pt idx="5720">
                  <c:v>9.0309124876430467</c:v>
                </c:pt>
                <c:pt idx="5721">
                  <c:v>9.0297543898597592</c:v>
                </c:pt>
                <c:pt idx="5722">
                  <c:v>9.03288980949349</c:v>
                </c:pt>
                <c:pt idx="5723">
                  <c:v>9.0381859155873538</c:v>
                </c:pt>
                <c:pt idx="5724">
                  <c:v>9.0428236474372934</c:v>
                </c:pt>
                <c:pt idx="5725">
                  <c:v>9.0467677144245435</c:v>
                </c:pt>
                <c:pt idx="5726">
                  <c:v>9.0450578472931991</c:v>
                </c:pt>
                <c:pt idx="5727">
                  <c:v>9.0428464763835592</c:v>
                </c:pt>
                <c:pt idx="5728">
                  <c:v>9.0436544954174547</c:v>
                </c:pt>
                <c:pt idx="5729">
                  <c:v>9.0460439949399323</c:v>
                </c:pt>
                <c:pt idx="5730">
                  <c:v>9.0470806175963006</c:v>
                </c:pt>
                <c:pt idx="5731">
                  <c:v>9.0451962870499134</c:v>
                </c:pt>
                <c:pt idx="5732">
                  <c:v>9.0443103563828888</c:v>
                </c:pt>
                <c:pt idx="5733">
                  <c:v>9.0415310892548959</c:v>
                </c:pt>
                <c:pt idx="5734">
                  <c:v>9.038924819462828</c:v>
                </c:pt>
                <c:pt idx="5735">
                  <c:v>9.039934738535262</c:v>
                </c:pt>
                <c:pt idx="5736">
                  <c:v>9.0395134502287089</c:v>
                </c:pt>
                <c:pt idx="5737">
                  <c:v>9.0396016244156634</c:v>
                </c:pt>
                <c:pt idx="5738">
                  <c:v>9.0415915126585453</c:v>
                </c:pt>
                <c:pt idx="5739">
                  <c:v>9.0438717892867313</c:v>
                </c:pt>
                <c:pt idx="5740">
                  <c:v>9.0456865857949502</c:v>
                </c:pt>
                <c:pt idx="5741">
                  <c:v>9.0459300596484766</c:v>
                </c:pt>
                <c:pt idx="5742">
                  <c:v>9.0458153913174613</c:v>
                </c:pt>
                <c:pt idx="5743">
                  <c:v>9.0444508905383447</c:v>
                </c:pt>
                <c:pt idx="5744">
                  <c:v>9.0453106412211177</c:v>
                </c:pt>
                <c:pt idx="5745">
                  <c:v>9.0478106202771311</c:v>
                </c:pt>
                <c:pt idx="5746">
                  <c:v>9.0447119573412866</c:v>
                </c:pt>
                <c:pt idx="5747">
                  <c:v>9.0382201590067517</c:v>
                </c:pt>
                <c:pt idx="5748">
                  <c:v>9.0394996271970243</c:v>
                </c:pt>
                <c:pt idx="5749">
                  <c:v>9.0429856491798333</c:v>
                </c:pt>
                <c:pt idx="5750">
                  <c:v>9.042476710286012</c:v>
                </c:pt>
                <c:pt idx="5751">
                  <c:v>9.041754875760267</c:v>
                </c:pt>
                <c:pt idx="5752">
                  <c:v>9.0408260099190727</c:v>
                </c:pt>
                <c:pt idx="5753">
                  <c:v>9.0423036082301493</c:v>
                </c:pt>
                <c:pt idx="5754">
                  <c:v>9.0428438583851349</c:v>
                </c:pt>
                <c:pt idx="5755">
                  <c:v>9.0432508000603189</c:v>
                </c:pt>
                <c:pt idx="5756">
                  <c:v>9.0435841236197909</c:v>
                </c:pt>
                <c:pt idx="5757">
                  <c:v>9.0404443057487054</c:v>
                </c:pt>
                <c:pt idx="5758">
                  <c:v>9.0401417698507114</c:v>
                </c:pt>
                <c:pt idx="5759">
                  <c:v>9.0394996271970243</c:v>
                </c:pt>
                <c:pt idx="5760">
                  <c:v>9.038707630313489</c:v>
                </c:pt>
                <c:pt idx="5761">
                  <c:v>9.0410776519276848</c:v>
                </c:pt>
                <c:pt idx="5762">
                  <c:v>9.0473112108975755</c:v>
                </c:pt>
                <c:pt idx="5763">
                  <c:v>9.0499025057386522</c:v>
                </c:pt>
                <c:pt idx="5764">
                  <c:v>9.0496020642393979</c:v>
                </c:pt>
                <c:pt idx="5765">
                  <c:v>9.0473884942110825</c:v>
                </c:pt>
                <c:pt idx="5766">
                  <c:v>9.0466904311110365</c:v>
                </c:pt>
                <c:pt idx="5767">
                  <c:v>9.0475710210612732</c:v>
                </c:pt>
                <c:pt idx="5768">
                  <c:v>9.0481848893319707</c:v>
                </c:pt>
                <c:pt idx="5769">
                  <c:v>9.0462636973677597</c:v>
                </c:pt>
                <c:pt idx="5770">
                  <c:v>9.0441989343699216</c:v>
                </c:pt>
                <c:pt idx="5771">
                  <c:v>9.0468490818155924</c:v>
                </c:pt>
                <c:pt idx="5772">
                  <c:v>9.0493337717608036</c:v>
                </c:pt>
                <c:pt idx="5773">
                  <c:v>9.047793655647336</c:v>
                </c:pt>
                <c:pt idx="5774">
                  <c:v>9.0458270152304685</c:v>
                </c:pt>
                <c:pt idx="5775">
                  <c:v>9.0464269557495438</c:v>
                </c:pt>
                <c:pt idx="5776">
                  <c:v>9.0473111061776379</c:v>
                </c:pt>
                <c:pt idx="5777">
                  <c:v>9.046286735753899</c:v>
                </c:pt>
                <c:pt idx="5778">
                  <c:v>9.0464153318365366</c:v>
                </c:pt>
                <c:pt idx="5779">
                  <c:v>9.0473461873565331</c:v>
                </c:pt>
                <c:pt idx="5780">
                  <c:v>9.0483942244860351</c:v>
                </c:pt>
                <c:pt idx="5781">
                  <c:v>9.0513951837206577</c:v>
                </c:pt>
                <c:pt idx="5782">
                  <c:v>9.0530479784863367</c:v>
                </c:pt>
                <c:pt idx="5783">
                  <c:v>9.0513878533250676</c:v>
                </c:pt>
                <c:pt idx="5784">
                  <c:v>9.0475589782685191</c:v>
                </c:pt>
                <c:pt idx="5785">
                  <c:v>9.0494580743260222</c:v>
                </c:pt>
                <c:pt idx="5786">
                  <c:v>9.0503535345073143</c:v>
                </c:pt>
                <c:pt idx="5787">
                  <c:v>9.0486912102273678</c:v>
                </c:pt>
                <c:pt idx="5788">
                  <c:v>9.05181542482784</c:v>
                </c:pt>
                <c:pt idx="5789">
                  <c:v>9.0542779141464074</c:v>
                </c:pt>
                <c:pt idx="5790">
                  <c:v>9.055324171036979</c:v>
                </c:pt>
                <c:pt idx="5791">
                  <c:v>9.0590479072767796</c:v>
                </c:pt>
                <c:pt idx="5792">
                  <c:v>9.061169114320661</c:v>
                </c:pt>
                <c:pt idx="5793">
                  <c:v>9.0624458597925699</c:v>
                </c:pt>
                <c:pt idx="5794">
                  <c:v>9.0636787276108777</c:v>
                </c:pt>
                <c:pt idx="5795">
                  <c:v>9.0605488581338065</c:v>
                </c:pt>
                <c:pt idx="5796">
                  <c:v>9.0551636353735567</c:v>
                </c:pt>
                <c:pt idx="5797">
                  <c:v>9.0539760065680337</c:v>
                </c:pt>
                <c:pt idx="5798">
                  <c:v>9.0553147462426491</c:v>
                </c:pt>
                <c:pt idx="5799">
                  <c:v>9.0520970167384345</c:v>
                </c:pt>
                <c:pt idx="5800">
                  <c:v>9.0494681274399742</c:v>
                </c:pt>
                <c:pt idx="5801">
                  <c:v>9.0470772665583166</c:v>
                </c:pt>
                <c:pt idx="5802">
                  <c:v>9.0483797731347284</c:v>
                </c:pt>
                <c:pt idx="5803">
                  <c:v>9.0517589807817966</c:v>
                </c:pt>
                <c:pt idx="5804">
                  <c:v>9.0565571435752226</c:v>
                </c:pt>
                <c:pt idx="5805">
                  <c:v>9.0603225583499487</c:v>
                </c:pt>
                <c:pt idx="5806">
                  <c:v>9.0608795636948543</c:v>
                </c:pt>
                <c:pt idx="5807">
                  <c:v>9.0578349362465023</c:v>
                </c:pt>
                <c:pt idx="5808">
                  <c:v>9.0551874067992557</c:v>
                </c:pt>
                <c:pt idx="5809">
                  <c:v>9.0576561793140424</c:v>
                </c:pt>
                <c:pt idx="5810">
                  <c:v>9.0592095948595084</c:v>
                </c:pt>
                <c:pt idx="5811">
                  <c:v>9.0578736826231925</c:v>
                </c:pt>
                <c:pt idx="5812">
                  <c:v>9.0577020466464493</c:v>
                </c:pt>
                <c:pt idx="5813">
                  <c:v>9.0591382805824097</c:v>
                </c:pt>
                <c:pt idx="5814">
                  <c:v>9.0584243000519411</c:v>
                </c:pt>
                <c:pt idx="5815">
                  <c:v>9.0578650955883582</c:v>
                </c:pt>
                <c:pt idx="5816">
                  <c:v>9.0592435241190952</c:v>
                </c:pt>
                <c:pt idx="5817">
                  <c:v>9.0627700727175249</c:v>
                </c:pt>
                <c:pt idx="5818">
                  <c:v>9.0644035990147955</c:v>
                </c:pt>
                <c:pt idx="5819">
                  <c:v>9.0660972345559045</c:v>
                </c:pt>
                <c:pt idx="5820">
                  <c:v>9.0676733743276987</c:v>
                </c:pt>
                <c:pt idx="5821">
                  <c:v>9.0697198113365616</c:v>
                </c:pt>
                <c:pt idx="5822">
                  <c:v>9.0708595831308756</c:v>
                </c:pt>
                <c:pt idx="5823">
                  <c:v>9.0723786505370043</c:v>
                </c:pt>
                <c:pt idx="5824">
                  <c:v>9.0719888829314872</c:v>
                </c:pt>
                <c:pt idx="5825">
                  <c:v>9.0732633245647847</c:v>
                </c:pt>
                <c:pt idx="5826">
                  <c:v>9.0780272439388092</c:v>
                </c:pt>
                <c:pt idx="5827">
                  <c:v>9.0809383534674861</c:v>
                </c:pt>
                <c:pt idx="5828">
                  <c:v>9.082590519913543</c:v>
                </c:pt>
                <c:pt idx="5829">
                  <c:v>9.0813224661964043</c:v>
                </c:pt>
                <c:pt idx="5830">
                  <c:v>9.0787691846924581</c:v>
                </c:pt>
                <c:pt idx="5831">
                  <c:v>9.079229324095639</c:v>
                </c:pt>
                <c:pt idx="5832">
                  <c:v>9.082518577316824</c:v>
                </c:pt>
                <c:pt idx="5833">
                  <c:v>9.0826084270227696</c:v>
                </c:pt>
                <c:pt idx="5834">
                  <c:v>9.0783756471692101</c:v>
                </c:pt>
                <c:pt idx="5835">
                  <c:v>9.0761577836234775</c:v>
                </c:pt>
                <c:pt idx="5836">
                  <c:v>9.0786725281906069</c:v>
                </c:pt>
                <c:pt idx="5837">
                  <c:v>9.0771347159157543</c:v>
                </c:pt>
                <c:pt idx="5838">
                  <c:v>9.0740146901127616</c:v>
                </c:pt>
                <c:pt idx="5839">
                  <c:v>9.0715675946249359</c:v>
                </c:pt>
                <c:pt idx="5840">
                  <c:v>9.0699270520918862</c:v>
                </c:pt>
                <c:pt idx="5841">
                  <c:v>9.0710829507564963</c:v>
                </c:pt>
                <c:pt idx="5842">
                  <c:v>9.07516441030109</c:v>
                </c:pt>
                <c:pt idx="5843">
                  <c:v>9.0759462493507357</c:v>
                </c:pt>
                <c:pt idx="5844">
                  <c:v>9.0759285516813826</c:v>
                </c:pt>
                <c:pt idx="5845">
                  <c:v>9.0775884674027782</c:v>
                </c:pt>
                <c:pt idx="5846">
                  <c:v>9.0765279686007734</c:v>
                </c:pt>
                <c:pt idx="5847">
                  <c:v>9.0716018380443337</c:v>
                </c:pt>
                <c:pt idx="5848">
                  <c:v>9.0688418393847492</c:v>
                </c:pt>
                <c:pt idx="5849">
                  <c:v>9.0716578632106302</c:v>
                </c:pt>
                <c:pt idx="5850">
                  <c:v>9.0745396511569467</c:v>
                </c:pt>
                <c:pt idx="5851">
                  <c:v>9.0725117495769307</c:v>
                </c:pt>
                <c:pt idx="5852">
                  <c:v>9.0694946634720104</c:v>
                </c:pt>
                <c:pt idx="5853">
                  <c:v>9.0684671514501609</c:v>
                </c:pt>
                <c:pt idx="5854">
                  <c:v>9.0691041628269353</c:v>
                </c:pt>
                <c:pt idx="5855">
                  <c:v>9.0710561424526244</c:v>
                </c:pt>
                <c:pt idx="5856">
                  <c:v>9.0722659718847911</c:v>
                </c:pt>
                <c:pt idx="5857">
                  <c:v>9.070326349211669</c:v>
                </c:pt>
                <c:pt idx="5858">
                  <c:v>9.0681695373892062</c:v>
                </c:pt>
                <c:pt idx="5859">
                  <c:v>9.0680177982004935</c:v>
                </c:pt>
                <c:pt idx="5860">
                  <c:v>9.0679663807114252</c:v>
                </c:pt>
                <c:pt idx="5861">
                  <c:v>9.0671759546269453</c:v>
                </c:pt>
                <c:pt idx="5862">
                  <c:v>9.0676003845316089</c:v>
                </c:pt>
                <c:pt idx="5863">
                  <c:v>9.0705351607660472</c:v>
                </c:pt>
                <c:pt idx="5864">
                  <c:v>9.0708436657004512</c:v>
                </c:pt>
                <c:pt idx="5865">
                  <c:v>9.0705628068294146</c:v>
                </c:pt>
                <c:pt idx="5866">
                  <c:v>9.0689981862506919</c:v>
                </c:pt>
                <c:pt idx="5867">
                  <c:v>9.067183389742473</c:v>
                </c:pt>
                <c:pt idx="5868">
                  <c:v>9.0678881549184869</c:v>
                </c:pt>
                <c:pt idx="5869">
                  <c:v>9.0705812375383275</c:v>
                </c:pt>
                <c:pt idx="5870">
                  <c:v>9.0734569517282981</c:v>
                </c:pt>
                <c:pt idx="5871">
                  <c:v>9.0740911356667731</c:v>
                </c:pt>
                <c:pt idx="5872">
                  <c:v>9.0736898488681863</c:v>
                </c:pt>
                <c:pt idx="5873">
                  <c:v>9.0713396193220852</c:v>
                </c:pt>
                <c:pt idx="5874">
                  <c:v>9.0705364174052914</c:v>
                </c:pt>
                <c:pt idx="5875">
                  <c:v>9.0717551480321035</c:v>
                </c:pt>
                <c:pt idx="5876">
                  <c:v>9.0736535110500469</c:v>
                </c:pt>
                <c:pt idx="5877">
                  <c:v>9.0769466389089022</c:v>
                </c:pt>
                <c:pt idx="5878">
                  <c:v>9.0759217448854788</c:v>
                </c:pt>
                <c:pt idx="5879">
                  <c:v>9.0773093887706722</c:v>
                </c:pt>
                <c:pt idx="5880">
                  <c:v>9.0778608439589163</c:v>
                </c:pt>
                <c:pt idx="5881">
                  <c:v>9.0792263919374019</c:v>
                </c:pt>
                <c:pt idx="5882">
                  <c:v>9.0801338949114481</c:v>
                </c:pt>
                <c:pt idx="5883">
                  <c:v>9.0773470879479916</c:v>
                </c:pt>
                <c:pt idx="5884">
                  <c:v>9.0770666479567055</c:v>
                </c:pt>
                <c:pt idx="5885">
                  <c:v>9.0780842115845388</c:v>
                </c:pt>
                <c:pt idx="5886">
                  <c:v>9.0762172645476937</c:v>
                </c:pt>
                <c:pt idx="5887">
                  <c:v>9.0758807993901112</c:v>
                </c:pt>
                <c:pt idx="5888">
                  <c:v>9.0786761933884019</c:v>
                </c:pt>
                <c:pt idx="5889">
                  <c:v>9.0818200953370312</c:v>
                </c:pt>
                <c:pt idx="5890">
                  <c:v>9.0837672578456186</c:v>
                </c:pt>
                <c:pt idx="5891">
                  <c:v>9.0826706306653477</c:v>
                </c:pt>
                <c:pt idx="5892">
                  <c:v>9.0802354732503385</c:v>
                </c:pt>
                <c:pt idx="5893">
                  <c:v>9.0788979902149691</c:v>
                </c:pt>
                <c:pt idx="5894">
                  <c:v>9.0812772271836195</c:v>
                </c:pt>
                <c:pt idx="5895">
                  <c:v>9.0825488413786175</c:v>
                </c:pt>
                <c:pt idx="5896">
                  <c:v>9.0826345022870836</c:v>
                </c:pt>
                <c:pt idx="5897">
                  <c:v>9.0842867734530763</c:v>
                </c:pt>
                <c:pt idx="5898">
                  <c:v>9.0826808932191749</c:v>
                </c:pt>
                <c:pt idx="5899">
                  <c:v>9.0818183150981024</c:v>
                </c:pt>
                <c:pt idx="5900">
                  <c:v>9.0832190489754208</c:v>
                </c:pt>
                <c:pt idx="5901">
                  <c:v>9.0854378550005865</c:v>
                </c:pt>
                <c:pt idx="5902">
                  <c:v>9.0857584027277447</c:v>
                </c:pt>
                <c:pt idx="5903">
                  <c:v>9.0862315274031129</c:v>
                </c:pt>
                <c:pt idx="5904">
                  <c:v>9.0889331970577878</c:v>
                </c:pt>
                <c:pt idx="5905">
                  <c:v>9.0899159936665388</c:v>
                </c:pt>
                <c:pt idx="5906">
                  <c:v>9.0895879061039153</c:v>
                </c:pt>
                <c:pt idx="5907">
                  <c:v>9.0886164192483623</c:v>
                </c:pt>
                <c:pt idx="5908">
                  <c:v>9.0876995961999221</c:v>
                </c:pt>
                <c:pt idx="5909">
                  <c:v>9.0888418812727245</c:v>
                </c:pt>
                <c:pt idx="5910">
                  <c:v>9.0888368547157476</c:v>
                </c:pt>
                <c:pt idx="5911">
                  <c:v>9.0874203081279425</c:v>
                </c:pt>
                <c:pt idx="5912">
                  <c:v>9.0873873213477872</c:v>
                </c:pt>
                <c:pt idx="5913">
                  <c:v>9.0898274005998356</c:v>
                </c:pt>
                <c:pt idx="5914">
                  <c:v>9.0911015280733203</c:v>
                </c:pt>
                <c:pt idx="5915">
                  <c:v>9.0922436037062475</c:v>
                </c:pt>
                <c:pt idx="5916">
                  <c:v>9.0922432895464365</c:v>
                </c:pt>
                <c:pt idx="5917">
                  <c:v>9.0953045674647726</c:v>
                </c:pt>
                <c:pt idx="5918">
                  <c:v>9.0976018087227519</c:v>
                </c:pt>
                <c:pt idx="5919">
                  <c:v>9.0973028333026154</c:v>
                </c:pt>
                <c:pt idx="5920">
                  <c:v>9.0974028408424505</c:v>
                </c:pt>
                <c:pt idx="5921">
                  <c:v>9.0981758834173885</c:v>
                </c:pt>
                <c:pt idx="5922">
                  <c:v>9.095708681701657</c:v>
                </c:pt>
                <c:pt idx="5923">
                  <c:v>9.0969822855754572</c:v>
                </c:pt>
                <c:pt idx="5924">
                  <c:v>9.1011476257895882</c:v>
                </c:pt>
                <c:pt idx="5925">
                  <c:v>9.104406824388855</c:v>
                </c:pt>
                <c:pt idx="5926">
                  <c:v>9.1042904805388467</c:v>
                </c:pt>
                <c:pt idx="5927">
                  <c:v>9.1007774408122923</c:v>
                </c:pt>
                <c:pt idx="5928">
                  <c:v>9.0982984057436784</c:v>
                </c:pt>
                <c:pt idx="5929">
                  <c:v>9.0997098210545708</c:v>
                </c:pt>
                <c:pt idx="5930">
                  <c:v>9.1028189559841159</c:v>
                </c:pt>
                <c:pt idx="5931">
                  <c:v>9.1030968826969154</c:v>
                </c:pt>
                <c:pt idx="5932">
                  <c:v>9.1032310289362126</c:v>
                </c:pt>
                <c:pt idx="5933">
                  <c:v>9.1033705158922977</c:v>
                </c:pt>
                <c:pt idx="5934">
                  <c:v>9.1067693061675854</c:v>
                </c:pt>
                <c:pt idx="5935">
                  <c:v>9.1108942244860351</c:v>
                </c:pt>
                <c:pt idx="5936">
                  <c:v>9.1111465995342051</c:v>
                </c:pt>
                <c:pt idx="5937">
                  <c:v>9.109729738786589</c:v>
                </c:pt>
                <c:pt idx="5938">
                  <c:v>9.10778508955649</c:v>
                </c:pt>
                <c:pt idx="5939">
                  <c:v>9.106821666136085</c:v>
                </c:pt>
                <c:pt idx="5940">
                  <c:v>9.1063682288088739</c:v>
                </c:pt>
                <c:pt idx="5941">
                  <c:v>9.1055440829046805</c:v>
                </c:pt>
                <c:pt idx="5942">
                  <c:v>9.1078583935123909</c:v>
                </c:pt>
                <c:pt idx="5943">
                  <c:v>9.1103727191997717</c:v>
                </c:pt>
                <c:pt idx="5944">
                  <c:v>9.1109759060368951</c:v>
                </c:pt>
                <c:pt idx="5945">
                  <c:v>9.1078364023256206</c:v>
                </c:pt>
                <c:pt idx="5946">
                  <c:v>9.1071808555199976</c:v>
                </c:pt>
                <c:pt idx="5947">
                  <c:v>9.1112314226831757</c:v>
                </c:pt>
                <c:pt idx="5948">
                  <c:v>9.1161312685354297</c:v>
                </c:pt>
                <c:pt idx="5949">
                  <c:v>9.1168842048824619</c:v>
                </c:pt>
                <c:pt idx="5950">
                  <c:v>9.1138714122949587</c:v>
                </c:pt>
                <c:pt idx="5951">
                  <c:v>9.1159323006551283</c:v>
                </c:pt>
                <c:pt idx="5952">
                  <c:v>9.1190079252048317</c:v>
                </c:pt>
                <c:pt idx="5953">
                  <c:v>9.1189063468659413</c:v>
                </c:pt>
                <c:pt idx="5954">
                  <c:v>9.1200561717742072</c:v>
                </c:pt>
                <c:pt idx="5955">
                  <c:v>9.121378784578523</c:v>
                </c:pt>
                <c:pt idx="5956">
                  <c:v>9.1220521337734368</c:v>
                </c:pt>
                <c:pt idx="5957">
                  <c:v>9.123850175091734</c:v>
                </c:pt>
                <c:pt idx="5958">
                  <c:v>9.125777021932544</c:v>
                </c:pt>
                <c:pt idx="5959">
                  <c:v>9.1255969036409024</c:v>
                </c:pt>
                <c:pt idx="5960">
                  <c:v>9.1258042491161646</c:v>
                </c:pt>
                <c:pt idx="5961">
                  <c:v>9.1254701925171329</c:v>
                </c:pt>
                <c:pt idx="5962">
                  <c:v>9.1268671564767185</c:v>
                </c:pt>
                <c:pt idx="5963">
                  <c:v>9.12946421091433</c:v>
                </c:pt>
                <c:pt idx="5964">
                  <c:v>9.1322434780423229</c:v>
                </c:pt>
                <c:pt idx="5965">
                  <c:v>9.1371579846857571</c:v>
                </c:pt>
                <c:pt idx="5966">
                  <c:v>9.1384313791196821</c:v>
                </c:pt>
                <c:pt idx="5967">
                  <c:v>9.1379789889918399</c:v>
                </c:pt>
                <c:pt idx="5968">
                  <c:v>9.1379884137861698</c:v>
                </c:pt>
                <c:pt idx="5969">
                  <c:v>9.139370716954577</c:v>
                </c:pt>
                <c:pt idx="5970">
                  <c:v>9.1374093125345581</c:v>
                </c:pt>
                <c:pt idx="5971">
                  <c:v>9.1354489553139082</c:v>
                </c:pt>
                <c:pt idx="5972">
                  <c:v>9.1368616272640448</c:v>
                </c:pt>
                <c:pt idx="5973">
                  <c:v>9.1383130455908717</c:v>
                </c:pt>
                <c:pt idx="5974">
                  <c:v>9.1409310440158844</c:v>
                </c:pt>
                <c:pt idx="5975">
                  <c:v>9.1472676474037833</c:v>
                </c:pt>
                <c:pt idx="5976">
                  <c:v>9.1512197778261815</c:v>
                </c:pt>
                <c:pt idx="5977">
                  <c:v>9.1522910627816962</c:v>
                </c:pt>
                <c:pt idx="5978">
                  <c:v>9.1536733659501035</c:v>
                </c:pt>
                <c:pt idx="5979">
                  <c:v>9.1540733961094443</c:v>
                </c:pt>
                <c:pt idx="5980">
                  <c:v>9.1554033393093519</c:v>
                </c:pt>
                <c:pt idx="5981">
                  <c:v>9.1533529229428812</c:v>
                </c:pt>
                <c:pt idx="5982">
                  <c:v>9.1517622270998444</c:v>
                </c:pt>
                <c:pt idx="5983">
                  <c:v>9.1524104435098774</c:v>
                </c:pt>
                <c:pt idx="5984">
                  <c:v>9.1508574468441601</c:v>
                </c:pt>
                <c:pt idx="5985">
                  <c:v>9.1491672670609727</c:v>
                </c:pt>
                <c:pt idx="5986">
                  <c:v>9.1478006718831164</c:v>
                </c:pt>
                <c:pt idx="5987">
                  <c:v>9.1470980011058423</c:v>
                </c:pt>
                <c:pt idx="5988">
                  <c:v>9.1465157582561201</c:v>
                </c:pt>
                <c:pt idx="5989">
                  <c:v>9.1454078213226548</c:v>
                </c:pt>
                <c:pt idx="5990">
                  <c:v>9.1473639897458234</c:v>
                </c:pt>
                <c:pt idx="5991">
                  <c:v>9.15291624080559</c:v>
                </c:pt>
                <c:pt idx="5992">
                  <c:v>9.1584286982892955</c:v>
                </c:pt>
                <c:pt idx="5993">
                  <c:v>9.1611849270311474</c:v>
                </c:pt>
                <c:pt idx="5994">
                  <c:v>9.1635578808035785</c:v>
                </c:pt>
                <c:pt idx="5995">
                  <c:v>9.1628583516244149</c:v>
                </c:pt>
                <c:pt idx="5996">
                  <c:v>9.1629075699948057</c:v>
                </c:pt>
                <c:pt idx="5997">
                  <c:v>9.1652271165993664</c:v>
                </c:pt>
                <c:pt idx="5998">
                  <c:v>9.1692818725600258</c:v>
                </c:pt>
                <c:pt idx="5999">
                  <c:v>9.1732381917799035</c:v>
                </c:pt>
                <c:pt idx="6000">
                  <c:v>9.1762729755541788</c:v>
                </c:pt>
                <c:pt idx="6001">
                  <c:v>9.1792595881574321</c:v>
                </c:pt>
                <c:pt idx="6002">
                  <c:v>9.1799779669252555</c:v>
                </c:pt>
                <c:pt idx="6003">
                  <c:v>9.1768112360303604</c:v>
                </c:pt>
                <c:pt idx="6004">
                  <c:v>9.1756027679573755</c:v>
                </c:pt>
                <c:pt idx="6005">
                  <c:v>9.1748519260090813</c:v>
                </c:pt>
                <c:pt idx="6006">
                  <c:v>9.1722402107802896</c:v>
                </c:pt>
                <c:pt idx="6007">
                  <c:v>9.1708725684030625</c:v>
                </c:pt>
                <c:pt idx="6008">
                  <c:v>9.1759022669771966</c:v>
                </c:pt>
                <c:pt idx="6009">
                  <c:v>9.1808869359784193</c:v>
                </c:pt>
                <c:pt idx="6010">
                  <c:v>9.185046411876078</c:v>
                </c:pt>
                <c:pt idx="6011">
                  <c:v>9.1889597959217859</c:v>
                </c:pt>
                <c:pt idx="6012">
                  <c:v>9.1916563342995499</c:v>
                </c:pt>
                <c:pt idx="6013">
                  <c:v>9.1923904210579224</c:v>
                </c:pt>
                <c:pt idx="6014">
                  <c:v>9.1890927902417765</c:v>
                </c:pt>
                <c:pt idx="6015">
                  <c:v>9.1859438617361722</c:v>
                </c:pt>
                <c:pt idx="6016">
                  <c:v>9.1852097749777997</c:v>
                </c:pt>
                <c:pt idx="6017">
                  <c:v>9.1861512072114344</c:v>
                </c:pt>
                <c:pt idx="6018">
                  <c:v>9.1883126267111237</c:v>
                </c:pt>
                <c:pt idx="6019">
                  <c:v>9.1874340264396892</c:v>
                </c:pt>
                <c:pt idx="6020">
                  <c:v>9.187896888561232</c:v>
                </c:pt>
                <c:pt idx="6021">
                  <c:v>9.1928281503945843</c:v>
                </c:pt>
                <c:pt idx="6022">
                  <c:v>9.1958566509726385</c:v>
                </c:pt>
                <c:pt idx="6023">
                  <c:v>9.1974295444263863</c:v>
                </c:pt>
                <c:pt idx="6024">
                  <c:v>9.1997805070120471</c:v>
                </c:pt>
                <c:pt idx="6025">
                  <c:v>9.199650654290167</c:v>
                </c:pt>
                <c:pt idx="6026">
                  <c:v>9.2001805371713896</c:v>
                </c:pt>
                <c:pt idx="6027">
                  <c:v>9.2024121190288692</c:v>
                </c:pt>
                <c:pt idx="6028">
                  <c:v>9.2054144396226736</c:v>
                </c:pt>
                <c:pt idx="6029">
                  <c:v>9.2072774073019126</c:v>
                </c:pt>
                <c:pt idx="6030">
                  <c:v>9.2074229680143418</c:v>
                </c:pt>
                <c:pt idx="6031">
                  <c:v>9.2085508017358375</c:v>
                </c:pt>
                <c:pt idx="6032">
                  <c:v>9.2112180185312393</c:v>
                </c:pt>
                <c:pt idx="6033">
                  <c:v>9.2123175778697455</c:v>
                </c:pt>
                <c:pt idx="6034">
                  <c:v>9.2127144664309775</c:v>
                </c:pt>
                <c:pt idx="6035">
                  <c:v>9.2169744734681576</c:v>
                </c:pt>
                <c:pt idx="6036">
                  <c:v>9.2203935794112226</c:v>
                </c:pt>
                <c:pt idx="6037">
                  <c:v>9.2204752609620826</c:v>
                </c:pt>
                <c:pt idx="6038">
                  <c:v>9.2227612971868034</c:v>
                </c:pt>
                <c:pt idx="6039">
                  <c:v>9.2234702511602968</c:v>
                </c:pt>
                <c:pt idx="6040">
                  <c:v>9.220260585091232</c:v>
                </c:pt>
                <c:pt idx="6041">
                  <c:v>9.2190123234421861</c:v>
                </c:pt>
                <c:pt idx="6042">
                  <c:v>9.223250339292596</c:v>
                </c:pt>
                <c:pt idx="6043">
                  <c:v>9.2282507162843697</c:v>
                </c:pt>
                <c:pt idx="6044">
                  <c:v>9.2296518690414349</c:v>
                </c:pt>
                <c:pt idx="6045">
                  <c:v>9.2298236097381157</c:v>
                </c:pt>
                <c:pt idx="6046">
                  <c:v>9.2296811906237952</c:v>
                </c:pt>
                <c:pt idx="6047">
                  <c:v>9.2282287250975994</c:v>
                </c:pt>
                <c:pt idx="6048">
                  <c:v>9.2311263257544027</c:v>
                </c:pt>
                <c:pt idx="6049">
                  <c:v>9.2322279794916469</c:v>
                </c:pt>
                <c:pt idx="6050">
                  <c:v>9.2303660590117786</c:v>
                </c:pt>
                <c:pt idx="6051">
                  <c:v>9.229707370608045</c:v>
                </c:pt>
                <c:pt idx="6052">
                  <c:v>9.2348072315399694</c:v>
                </c:pt>
                <c:pt idx="6053">
                  <c:v>9.2396086406514417</c:v>
                </c:pt>
                <c:pt idx="6054">
                  <c:v>9.2414276259571402</c:v>
                </c:pt>
                <c:pt idx="6055">
                  <c:v>9.2422737630481038</c:v>
                </c:pt>
                <c:pt idx="6056">
                  <c:v>9.2398149389273332</c:v>
                </c:pt>
                <c:pt idx="6057">
                  <c:v>9.2389258666621981</c:v>
                </c:pt>
                <c:pt idx="6058">
                  <c:v>9.2385321196990766</c:v>
                </c:pt>
                <c:pt idx="6059">
                  <c:v>9.2392044216946196</c:v>
                </c:pt>
                <c:pt idx="6060">
                  <c:v>9.2421543823199244</c:v>
                </c:pt>
                <c:pt idx="6061">
                  <c:v>9.2455054203039388</c:v>
                </c:pt>
                <c:pt idx="6062">
                  <c:v>9.248533920881993</c:v>
                </c:pt>
                <c:pt idx="6063">
                  <c:v>9.2521572307022097</c:v>
                </c:pt>
                <c:pt idx="6064">
                  <c:v>9.2539427056280683</c:v>
                </c:pt>
                <c:pt idx="6065">
                  <c:v>9.253814947304928</c:v>
                </c:pt>
                <c:pt idx="6066">
                  <c:v>9.2556527821992862</c:v>
                </c:pt>
                <c:pt idx="6067">
                  <c:v>9.2548872794598118</c:v>
                </c:pt>
                <c:pt idx="6068">
                  <c:v>9.2524284553390412</c:v>
                </c:pt>
                <c:pt idx="6069">
                  <c:v>9.2535280146775456</c:v>
                </c:pt>
                <c:pt idx="6070">
                  <c:v>9.2548726186686334</c:v>
                </c:pt>
                <c:pt idx="6071">
                  <c:v>9.2557910125161271</c:v>
                </c:pt>
                <c:pt idx="6072">
                  <c:v>9.2577555585342566</c:v>
                </c:pt>
                <c:pt idx="6073">
                  <c:v>9.2588289378885111</c:v>
                </c:pt>
                <c:pt idx="6074">
                  <c:v>9.2642607610207257</c:v>
                </c:pt>
                <c:pt idx="6075">
                  <c:v>9.2688359750682778</c:v>
                </c:pt>
                <c:pt idx="6076">
                  <c:v>9.2693826131394204</c:v>
                </c:pt>
                <c:pt idx="6077">
                  <c:v>9.2718142100765704</c:v>
                </c:pt>
                <c:pt idx="6078">
                  <c:v>9.2737504817117102</c:v>
                </c:pt>
                <c:pt idx="6079">
                  <c:v>9.2745180788499244</c:v>
                </c:pt>
                <c:pt idx="6080">
                  <c:v>9.2738059832783204</c:v>
                </c:pt>
                <c:pt idx="6081">
                  <c:v>9.2729514685923959</c:v>
                </c:pt>
                <c:pt idx="6082">
                  <c:v>9.274546353232914</c:v>
                </c:pt>
                <c:pt idx="6083">
                  <c:v>9.2750584337248458</c:v>
                </c:pt>
                <c:pt idx="6084">
                  <c:v>9.2777759160900093</c:v>
                </c:pt>
                <c:pt idx="6085">
                  <c:v>9.2823783573211802</c:v>
                </c:pt>
                <c:pt idx="6086">
                  <c:v>9.2841303218671989</c:v>
                </c:pt>
                <c:pt idx="6087">
                  <c:v>9.2844099240989895</c:v>
                </c:pt>
                <c:pt idx="6088">
                  <c:v>9.2847774910778611</c:v>
                </c:pt>
                <c:pt idx="6089">
                  <c:v>9.281124859675284</c:v>
                </c:pt>
                <c:pt idx="6090">
                  <c:v>9.2787927466782829</c:v>
                </c:pt>
                <c:pt idx="6091">
                  <c:v>9.2804431328854111</c:v>
                </c:pt>
                <c:pt idx="6092">
                  <c:v>9.2806400063669727</c:v>
                </c:pt>
                <c:pt idx="6093">
                  <c:v>9.2818767488229472</c:v>
                </c:pt>
                <c:pt idx="6094">
                  <c:v>9.2847020927232204</c:v>
                </c:pt>
                <c:pt idx="6095">
                  <c:v>9.287864634820636</c:v>
                </c:pt>
                <c:pt idx="6096">
                  <c:v>9.2895757585912229</c:v>
                </c:pt>
                <c:pt idx="6097">
                  <c:v>9.2904218956821882</c:v>
                </c:pt>
                <c:pt idx="6098">
                  <c:v>9.2930754988857807</c:v>
                </c:pt>
                <c:pt idx="6099">
                  <c:v>9.2958254444314132</c:v>
                </c:pt>
                <c:pt idx="6100">
                  <c:v>9.2972443995777692</c:v>
                </c:pt>
                <c:pt idx="6101">
                  <c:v>9.2992089455958986</c:v>
                </c:pt>
                <c:pt idx="6102">
                  <c:v>9.3015808521689589</c:v>
                </c:pt>
                <c:pt idx="6103">
                  <c:v>9.3056774961044191</c:v>
                </c:pt>
                <c:pt idx="6104">
                  <c:v>9.3078033108255287</c:v>
                </c:pt>
                <c:pt idx="6105">
                  <c:v>9.3092547291523555</c:v>
                </c:pt>
                <c:pt idx="6106">
                  <c:v>9.3101563678099293</c:v>
                </c:pt>
                <c:pt idx="6107">
                  <c:v>9.3127094398740002</c:v>
                </c:pt>
                <c:pt idx="6108">
                  <c:v>9.3115072549972346</c:v>
                </c:pt>
                <c:pt idx="6109">
                  <c:v>9.3116999396813167</c:v>
                </c:pt>
                <c:pt idx="6110">
                  <c:v>9.314824782601411</c:v>
                </c:pt>
                <c:pt idx="6111">
                  <c:v>9.3152782199286221</c:v>
                </c:pt>
                <c:pt idx="6112">
                  <c:v>9.3156772028885939</c:v>
                </c:pt>
                <c:pt idx="6113">
                  <c:v>9.3164521304223982</c:v>
                </c:pt>
                <c:pt idx="6114">
                  <c:v>9.3176658344922334</c:v>
                </c:pt>
                <c:pt idx="6115">
                  <c:v>9.3161306402158068</c:v>
                </c:pt>
                <c:pt idx="6116">
                  <c:v>9.3125261799842498</c:v>
                </c:pt>
                <c:pt idx="6117">
                  <c:v>9.3134477154298541</c:v>
                </c:pt>
                <c:pt idx="6118">
                  <c:v>9.3162992393143771</c:v>
                </c:pt>
                <c:pt idx="6119">
                  <c:v>9.3177370440493945</c:v>
                </c:pt>
                <c:pt idx="6120">
                  <c:v>9.3189434177236397</c:v>
                </c:pt>
                <c:pt idx="6121">
                  <c:v>9.3199246435333336</c:v>
                </c:pt>
                <c:pt idx="6122">
                  <c:v>9.3224923763885865</c:v>
                </c:pt>
                <c:pt idx="6123">
                  <c:v>9.3267324866377361</c:v>
                </c:pt>
                <c:pt idx="6124">
                  <c:v>9.3282708225122732</c:v>
                </c:pt>
                <c:pt idx="6125">
                  <c:v>9.3291578003786668</c:v>
                </c:pt>
                <c:pt idx="6126">
                  <c:v>9.3310731280264054</c:v>
                </c:pt>
                <c:pt idx="6127">
                  <c:v>9.334259755709331</c:v>
                </c:pt>
                <c:pt idx="6128">
                  <c:v>9.3330827036174462</c:v>
                </c:pt>
                <c:pt idx="6129">
                  <c:v>9.3292290099358279</c:v>
                </c:pt>
                <c:pt idx="6130">
                  <c:v>9.3296698808706005</c:v>
                </c:pt>
                <c:pt idx="6131">
                  <c:v>9.3332502555166457</c:v>
                </c:pt>
                <c:pt idx="6132">
                  <c:v>9.3347467034163838</c:v>
                </c:pt>
                <c:pt idx="6133">
                  <c:v>9.3363028416802099</c:v>
                </c:pt>
                <c:pt idx="6134">
                  <c:v>9.3366756446559318</c:v>
                </c:pt>
                <c:pt idx="6135">
                  <c:v>9.3360735050181791</c:v>
                </c:pt>
                <c:pt idx="6136">
                  <c:v>9.3378359415578984</c:v>
                </c:pt>
                <c:pt idx="6137">
                  <c:v>9.3391376103748129</c:v>
                </c:pt>
                <c:pt idx="6138">
                  <c:v>9.3405680847142403</c:v>
                </c:pt>
                <c:pt idx="6139">
                  <c:v>9.3453077090628831</c:v>
                </c:pt>
                <c:pt idx="6140">
                  <c:v>9.3481131561751258</c:v>
                </c:pt>
                <c:pt idx="6141">
                  <c:v>9.3489666236616795</c:v>
                </c:pt>
                <c:pt idx="6142">
                  <c:v>9.3456291992694744</c:v>
                </c:pt>
                <c:pt idx="6143">
                  <c:v>9.3433431630447537</c:v>
                </c:pt>
                <c:pt idx="6144">
                  <c:v>9.3466994370256185</c:v>
                </c:pt>
                <c:pt idx="6145">
                  <c:v>9.3520715697937433</c:v>
                </c:pt>
                <c:pt idx="6146">
                  <c:v>9.3548990080927563</c:v>
                </c:pt>
                <c:pt idx="6147">
                  <c:v>9.3563451904227328</c:v>
                </c:pt>
                <c:pt idx="6148">
                  <c:v>9.3541691101318634</c:v>
                </c:pt>
                <c:pt idx="6149">
                  <c:v>9.3529030460935267</c:v>
                </c:pt>
                <c:pt idx="6150">
                  <c:v>9.3550131528240872</c:v>
                </c:pt>
                <c:pt idx="6151">
                  <c:v>9.3564907511351638</c:v>
                </c:pt>
                <c:pt idx="6152">
                  <c:v>9.3573452658210883</c:v>
                </c:pt>
                <c:pt idx="6153">
                  <c:v>9.3570394836050461</c:v>
                </c:pt>
                <c:pt idx="6154">
                  <c:v>9.3586385570430437</c:v>
                </c:pt>
                <c:pt idx="6155">
                  <c:v>9.3624734011360022</c:v>
                </c:pt>
                <c:pt idx="6156">
                  <c:v>9.3637195683863084</c:v>
                </c:pt>
                <c:pt idx="6157">
                  <c:v>9.364590838262151</c:v>
                </c:pt>
                <c:pt idx="6158">
                  <c:v>9.3627592865640139</c:v>
                </c:pt>
                <c:pt idx="6159">
                  <c:v>9.3638756010924382</c:v>
                </c:pt>
                <c:pt idx="6160">
                  <c:v>9.3658830822847374</c:v>
                </c:pt>
                <c:pt idx="6161">
                  <c:v>9.3658537607023771</c:v>
                </c:pt>
                <c:pt idx="6162">
                  <c:v>9.3675732620679248</c:v>
                </c:pt>
                <c:pt idx="6163">
                  <c:v>9.3689765092237316</c:v>
                </c:pt>
                <c:pt idx="6164">
                  <c:v>9.3705441666806291</c:v>
                </c:pt>
                <c:pt idx="6165">
                  <c:v>9.3732459410552416</c:v>
                </c:pt>
                <c:pt idx="6166">
                  <c:v>9.3753916525643817</c:v>
                </c:pt>
                <c:pt idx="6167">
                  <c:v>9.378580374646047</c:v>
                </c:pt>
                <c:pt idx="6168">
                  <c:v>9.3792442990466292</c:v>
                </c:pt>
                <c:pt idx="6169">
                  <c:v>9.378767823333277</c:v>
                </c:pt>
                <c:pt idx="6170">
                  <c:v>9.3771593251009495</c:v>
                </c:pt>
                <c:pt idx="6171">
                  <c:v>9.3777813615267327</c:v>
                </c:pt>
                <c:pt idx="6172">
                  <c:v>9.3800810113432629</c:v>
                </c:pt>
                <c:pt idx="6173">
                  <c:v>9.3823639059698749</c:v>
                </c:pt>
                <c:pt idx="6174">
                  <c:v>9.3846007238242048</c:v>
                </c:pt>
                <c:pt idx="6175">
                  <c:v>9.385637451200509</c:v>
                </c:pt>
                <c:pt idx="6176">
                  <c:v>9.3868155504917645</c:v>
                </c:pt>
                <c:pt idx="6177">
                  <c:v>9.3901278420990906</c:v>
                </c:pt>
                <c:pt idx="6178">
                  <c:v>9.3950632927299225</c:v>
                </c:pt>
                <c:pt idx="6179">
                  <c:v>9.3973231489703934</c:v>
                </c:pt>
                <c:pt idx="6180">
                  <c:v>9.395382688537774</c:v>
                </c:pt>
                <c:pt idx="6181">
                  <c:v>9.3915771660271776</c:v>
                </c:pt>
                <c:pt idx="6182">
                  <c:v>9.3922348072315405</c:v>
                </c:pt>
                <c:pt idx="6183">
                  <c:v>9.3934097649246855</c:v>
                </c:pt>
                <c:pt idx="6184">
                  <c:v>9.3923897927383013</c:v>
                </c:pt>
                <c:pt idx="6185">
                  <c:v>9.3947616993113616</c:v>
                </c:pt>
                <c:pt idx="6186">
                  <c:v>9.4008742020340801</c:v>
                </c:pt>
                <c:pt idx="6187">
                  <c:v>9.4035100028483818</c:v>
                </c:pt>
                <c:pt idx="6188">
                  <c:v>9.4019884221637646</c:v>
                </c:pt>
                <c:pt idx="6189">
                  <c:v>9.4016679791565441</c:v>
                </c:pt>
                <c:pt idx="6190">
                  <c:v>9.4035026724527917</c:v>
                </c:pt>
                <c:pt idx="6191">
                  <c:v>9.4065898161955666</c:v>
                </c:pt>
                <c:pt idx="6192">
                  <c:v>9.4071626342509589</c:v>
                </c:pt>
                <c:pt idx="6193">
                  <c:v>9.4061122932828436</c:v>
                </c:pt>
                <c:pt idx="6194">
                  <c:v>9.4078108506609919</c:v>
                </c:pt>
                <c:pt idx="6195">
                  <c:v>9.4088936548095781</c:v>
                </c:pt>
                <c:pt idx="6196">
                  <c:v>9.4082873263743441</c:v>
                </c:pt>
                <c:pt idx="6197">
                  <c:v>9.4039602985774842</c:v>
                </c:pt>
                <c:pt idx="6198">
                  <c:v>9.4029214768024403</c:v>
                </c:pt>
                <c:pt idx="6199">
                  <c:v>9.4035623628168832</c:v>
                </c:pt>
                <c:pt idx="6200">
                  <c:v>9.4044242078983959</c:v>
                </c:pt>
                <c:pt idx="6201">
                  <c:v>9.4094528592731592</c:v>
                </c:pt>
                <c:pt idx="6202">
                  <c:v>9.4142238996029022</c:v>
                </c:pt>
                <c:pt idx="6203">
                  <c:v>9.4160502153041907</c:v>
                </c:pt>
                <c:pt idx="6204">
                  <c:v>9.4168408508285442</c:v>
                </c:pt>
                <c:pt idx="6205">
                  <c:v>9.4174827840423578</c:v>
                </c:pt>
                <c:pt idx="6206">
                  <c:v>9.4184357354690622</c:v>
                </c:pt>
                <c:pt idx="6207">
                  <c:v>9.4203562991136511</c:v>
                </c:pt>
                <c:pt idx="6208">
                  <c:v>9.4239837977313474</c:v>
                </c:pt>
                <c:pt idx="6209">
                  <c:v>9.4252550977665326</c:v>
                </c:pt>
                <c:pt idx="6210">
                  <c:v>9.4266384481343088</c:v>
                </c:pt>
                <c:pt idx="6211">
                  <c:v>9.4275086708107843</c:v>
                </c:pt>
                <c:pt idx="6212">
                  <c:v>9.4298983797731353</c:v>
                </c:pt>
                <c:pt idx="6213">
                  <c:v>9.431764489050483</c:v>
                </c:pt>
                <c:pt idx="6214">
                  <c:v>9.4308984551714889</c:v>
                </c:pt>
                <c:pt idx="6215">
                  <c:v>9.4309152103614089</c:v>
                </c:pt>
                <c:pt idx="6216">
                  <c:v>9.4312084261850107</c:v>
                </c:pt>
                <c:pt idx="6217">
                  <c:v>9.4318273210126833</c:v>
                </c:pt>
                <c:pt idx="6218">
                  <c:v>9.4327760836419081</c:v>
                </c:pt>
                <c:pt idx="6219">
                  <c:v>9.4363700718797645</c:v>
                </c:pt>
                <c:pt idx="6220">
                  <c:v>9.4391975101787775</c:v>
                </c:pt>
                <c:pt idx="6221">
                  <c:v>9.4398080274114911</c:v>
                </c:pt>
                <c:pt idx="6222">
                  <c:v>9.4420469396645608</c:v>
                </c:pt>
                <c:pt idx="6223">
                  <c:v>9.4479678049025679</c:v>
                </c:pt>
                <c:pt idx="6224">
                  <c:v>9.451110450211953</c:v>
                </c:pt>
                <c:pt idx="6225">
                  <c:v>9.4505491513496303</c:v>
                </c:pt>
                <c:pt idx="6226">
                  <c:v>9.4499396813162875</c:v>
                </c:pt>
                <c:pt idx="6227">
                  <c:v>9.4506622488815903</c:v>
                </c:pt>
                <c:pt idx="6228">
                  <c:v>9.453500159174304</c:v>
                </c:pt>
                <c:pt idx="6229">
                  <c:v>9.4571182329976704</c:v>
                </c:pt>
                <c:pt idx="6230">
                  <c:v>9.4588021295846385</c:v>
                </c:pt>
                <c:pt idx="6231">
                  <c:v>9.4585696513244972</c:v>
                </c:pt>
                <c:pt idx="6232">
                  <c:v>9.4582073203424759</c:v>
                </c:pt>
                <c:pt idx="6233">
                  <c:v>9.4575706231255126</c:v>
                </c:pt>
                <c:pt idx="6234">
                  <c:v>9.4578701221453336</c:v>
                </c:pt>
                <c:pt idx="6235">
                  <c:v>9.459194829348391</c:v>
                </c:pt>
                <c:pt idx="6236">
                  <c:v>9.4598126769766928</c:v>
                </c:pt>
                <c:pt idx="6237">
                  <c:v>9.4608850091315784</c:v>
                </c:pt>
                <c:pt idx="6238">
                  <c:v>9.4616965886433331</c:v>
                </c:pt>
                <c:pt idx="6239">
                  <c:v>9.4633951460214796</c:v>
                </c:pt>
                <c:pt idx="6240">
                  <c:v>9.4651293081782075</c:v>
                </c:pt>
                <c:pt idx="6241">
                  <c:v>9.4644643365782546</c:v>
                </c:pt>
                <c:pt idx="6242">
                  <c:v>9.4655586599199104</c:v>
                </c:pt>
                <c:pt idx="6243">
                  <c:v>9.4669294438952463</c:v>
                </c:pt>
                <c:pt idx="6244">
                  <c:v>9.4676048874888998</c:v>
                </c:pt>
                <c:pt idx="6245">
                  <c:v>9.4689672938692766</c:v>
                </c:pt>
                <c:pt idx="6246">
                  <c:v>9.4721026087830698</c:v>
                </c:pt>
                <c:pt idx="6247">
                  <c:v>9.475429561181576</c:v>
                </c:pt>
                <c:pt idx="6248">
                  <c:v>9.4795178275220753</c:v>
                </c:pt>
                <c:pt idx="6249">
                  <c:v>9.4829903406330107</c:v>
                </c:pt>
                <c:pt idx="6250">
                  <c:v>9.4867927215454984</c:v>
                </c:pt>
                <c:pt idx="6251">
                  <c:v>9.4894368999547609</c:v>
                </c:pt>
                <c:pt idx="6252">
                  <c:v>9.4891080793525795</c:v>
                </c:pt>
                <c:pt idx="6253">
                  <c:v>9.4872116012935006</c:v>
                </c:pt>
                <c:pt idx="6254">
                  <c:v>9.48483445872359</c:v>
                </c:pt>
                <c:pt idx="6255">
                  <c:v>9.4850135298158609</c:v>
                </c:pt>
                <c:pt idx="6256">
                  <c:v>9.4847077475998187</c:v>
                </c:pt>
                <c:pt idx="6257">
                  <c:v>9.4847611547676891</c:v>
                </c:pt>
                <c:pt idx="6258">
                  <c:v>9.4884368245564055</c:v>
                </c:pt>
                <c:pt idx="6259">
                  <c:v>9.4912967260358894</c:v>
                </c:pt>
                <c:pt idx="6260">
                  <c:v>9.4915574786790202</c:v>
                </c:pt>
                <c:pt idx="6261">
                  <c:v>9.48925782886249</c:v>
                </c:pt>
                <c:pt idx="6262">
                  <c:v>9.4889960290199884</c:v>
                </c:pt>
                <c:pt idx="6263">
                  <c:v>9.4916056498500403</c:v>
                </c:pt>
                <c:pt idx="6264">
                  <c:v>9.4937712581472109</c:v>
                </c:pt>
                <c:pt idx="6265">
                  <c:v>9.4949985758088573</c:v>
                </c:pt>
                <c:pt idx="6266">
                  <c:v>9.4936215086373004</c:v>
                </c:pt>
                <c:pt idx="6267">
                  <c:v>9.4932267144748081</c:v>
                </c:pt>
                <c:pt idx="6268">
                  <c:v>9.4940309635909728</c:v>
                </c:pt>
                <c:pt idx="6269">
                  <c:v>9.4972552904512177</c:v>
                </c:pt>
                <c:pt idx="6270">
                  <c:v>9.4990240101871564</c:v>
                </c:pt>
                <c:pt idx="6271">
                  <c:v>9.5003434813933616</c:v>
                </c:pt>
                <c:pt idx="6272">
                  <c:v>9.5022703282341698</c:v>
                </c:pt>
                <c:pt idx="6273">
                  <c:v>9.5035678082536066</c:v>
                </c:pt>
                <c:pt idx="6274">
                  <c:v>9.5057417941457363</c:v>
                </c:pt>
                <c:pt idx="6275">
                  <c:v>9.5077189065563061</c:v>
                </c:pt>
                <c:pt idx="6276">
                  <c:v>9.5073167819982238</c:v>
                </c:pt>
                <c:pt idx="6277">
                  <c:v>9.5067041703667705</c:v>
                </c:pt>
                <c:pt idx="6278">
                  <c:v>9.5078927416517267</c:v>
                </c:pt>
                <c:pt idx="6279">
                  <c:v>9.5100384531608668</c:v>
                </c:pt>
                <c:pt idx="6280">
                  <c:v>9.5124229261263675</c:v>
                </c:pt>
                <c:pt idx="6281">
                  <c:v>9.5143445369703272</c:v>
                </c:pt>
                <c:pt idx="6282">
                  <c:v>9.5178987316321226</c:v>
                </c:pt>
                <c:pt idx="6283">
                  <c:v>9.5197480857195522</c:v>
                </c:pt>
                <c:pt idx="6284">
                  <c:v>9.517466238292311</c:v>
                </c:pt>
                <c:pt idx="6285">
                  <c:v>9.5176379789889918</c:v>
                </c:pt>
                <c:pt idx="6286">
                  <c:v>9.5202214198347939</c:v>
                </c:pt>
                <c:pt idx="6287">
                  <c:v>9.5206109780004358</c:v>
                </c:pt>
                <c:pt idx="6288">
                  <c:v>9.5186872727577363</c:v>
                </c:pt>
                <c:pt idx="6289">
                  <c:v>9.5184495585007447</c:v>
                </c:pt>
                <c:pt idx="6290">
                  <c:v>9.5202779686007748</c:v>
                </c:pt>
                <c:pt idx="6291">
                  <c:v>9.5247453211132154</c:v>
                </c:pt>
                <c:pt idx="6292">
                  <c:v>9.5266669319571733</c:v>
                </c:pt>
                <c:pt idx="6293">
                  <c:v>9.527688998542299</c:v>
                </c:pt>
                <c:pt idx="6294">
                  <c:v>9.5291592664577855</c:v>
                </c:pt>
                <c:pt idx="6295">
                  <c:v>9.5306651391518518</c:v>
                </c:pt>
                <c:pt idx="6296">
                  <c:v>9.5303939145150203</c:v>
                </c:pt>
                <c:pt idx="6297">
                  <c:v>9.5311154348809541</c:v>
                </c:pt>
                <c:pt idx="6298">
                  <c:v>9.5327762930817812</c:v>
                </c:pt>
                <c:pt idx="6299">
                  <c:v>9.5349419013789518</c:v>
                </c:pt>
                <c:pt idx="6300">
                  <c:v>9.5358665784226666</c:v>
                </c:pt>
                <c:pt idx="6301">
                  <c:v>9.5368656066216513</c:v>
                </c:pt>
                <c:pt idx="6302">
                  <c:v>9.5384238392842189</c:v>
                </c:pt>
                <c:pt idx="6303">
                  <c:v>9.5397621600790838</c:v>
                </c:pt>
                <c:pt idx="6304">
                  <c:v>9.5411915872191404</c:v>
                </c:pt>
                <c:pt idx="6305">
                  <c:v>9.542515247222827</c:v>
                </c:pt>
                <c:pt idx="6306">
                  <c:v>9.5445949851716563</c:v>
                </c:pt>
                <c:pt idx="6307">
                  <c:v>9.5458945595898328</c:v>
                </c:pt>
                <c:pt idx="6308">
                  <c:v>9.5498142268317618</c:v>
                </c:pt>
                <c:pt idx="6309">
                  <c:v>9.5518562656032699</c:v>
                </c:pt>
                <c:pt idx="6310">
                  <c:v>9.5488864081899365</c:v>
                </c:pt>
                <c:pt idx="6311">
                  <c:v>9.5495974565621697</c:v>
                </c:pt>
                <c:pt idx="6312">
                  <c:v>9.5536899117001486</c:v>
                </c:pt>
                <c:pt idx="6313">
                  <c:v>9.5552073035872862</c:v>
                </c:pt>
                <c:pt idx="6314">
                  <c:v>9.5555874369585982</c:v>
                </c:pt>
                <c:pt idx="6315">
                  <c:v>9.5562063317862709</c:v>
                </c:pt>
                <c:pt idx="6316">
                  <c:v>9.556277541343432</c:v>
                </c:pt>
                <c:pt idx="6317">
                  <c:v>9.5586148903372816</c:v>
                </c:pt>
                <c:pt idx="6318">
                  <c:v>9.5627439974532109</c:v>
                </c:pt>
                <c:pt idx="6319">
                  <c:v>9.5616465325134463</c:v>
                </c:pt>
                <c:pt idx="6320">
                  <c:v>9.5603406748990505</c:v>
                </c:pt>
                <c:pt idx="6321">
                  <c:v>9.5621523298091589</c:v>
                </c:pt>
                <c:pt idx="6322">
                  <c:v>9.5611616792051333</c:v>
                </c:pt>
                <c:pt idx="6323">
                  <c:v>9.5580085619020494</c:v>
                </c:pt>
                <c:pt idx="6324">
                  <c:v>9.5554753866260072</c:v>
                </c:pt>
                <c:pt idx="6325">
                  <c:v>9.557622145334518</c:v>
                </c:pt>
                <c:pt idx="6326">
                  <c:v>9.5627775078330508</c:v>
                </c:pt>
                <c:pt idx="6327">
                  <c:v>9.5662929561181578</c:v>
                </c:pt>
                <c:pt idx="6328">
                  <c:v>9.5682522661394369</c:v>
                </c:pt>
                <c:pt idx="6329">
                  <c:v>9.568138121408106</c:v>
                </c:pt>
                <c:pt idx="6330">
                  <c:v>9.5678113952046644</c:v>
                </c:pt>
                <c:pt idx="6331">
                  <c:v>9.5694554982155715</c:v>
                </c:pt>
                <c:pt idx="6332">
                  <c:v>9.5698544811755433</c:v>
                </c:pt>
                <c:pt idx="6333">
                  <c:v>9.5686428715044478</c:v>
                </c:pt>
                <c:pt idx="6334">
                  <c:v>9.5692062647655121</c:v>
                </c:pt>
                <c:pt idx="6335">
                  <c:v>9.5697539500360236</c:v>
                </c:pt>
                <c:pt idx="6336">
                  <c:v>9.5705655295477783</c:v>
                </c:pt>
                <c:pt idx="6337">
                  <c:v>9.5708786421594088</c:v>
                </c:pt>
                <c:pt idx="6338">
                  <c:v>9.5726138515155075</c:v>
                </c:pt>
                <c:pt idx="6339">
                  <c:v>9.5732641623242802</c:v>
                </c:pt>
                <c:pt idx="6340">
                  <c:v>9.5752077643550084</c:v>
                </c:pt>
                <c:pt idx="6341">
                  <c:v>9.5759324263190528</c:v>
                </c:pt>
                <c:pt idx="6342">
                  <c:v>9.5758402727744922</c:v>
                </c:pt>
                <c:pt idx="6343">
                  <c:v>9.5769827672871664</c:v>
                </c:pt>
                <c:pt idx="6344">
                  <c:v>9.5774016470351686</c:v>
                </c:pt>
                <c:pt idx="6345">
                  <c:v>9.5780519578439431</c:v>
                </c:pt>
                <c:pt idx="6346">
                  <c:v>9.5782593033192036</c:v>
                </c:pt>
                <c:pt idx="6347">
                  <c:v>9.5774435350099694</c:v>
                </c:pt>
                <c:pt idx="6348">
                  <c:v>9.5788457349664053</c:v>
                </c:pt>
                <c:pt idx="6349">
                  <c:v>9.581918217918</c:v>
                </c:pt>
                <c:pt idx="6350">
                  <c:v>9.584680729856073</c:v>
                </c:pt>
                <c:pt idx="6351">
                  <c:v>9.5842367173231899</c:v>
                </c:pt>
                <c:pt idx="6352">
                  <c:v>9.5822554161151423</c:v>
                </c:pt>
                <c:pt idx="6353">
                  <c:v>9.5791598947774066</c:v>
                </c:pt>
                <c:pt idx="6354">
                  <c:v>9.5771943015599081</c:v>
                </c:pt>
                <c:pt idx="6355">
                  <c:v>9.5788729621500259</c:v>
                </c:pt>
                <c:pt idx="6356">
                  <c:v>9.5812071695457668</c:v>
                </c:pt>
                <c:pt idx="6357">
                  <c:v>9.5838366871638492</c:v>
                </c:pt>
                <c:pt idx="6358">
                  <c:v>9.585060863227385</c:v>
                </c:pt>
                <c:pt idx="6359">
                  <c:v>9.5858682539416584</c:v>
                </c:pt>
                <c:pt idx="6360">
                  <c:v>9.5861656585627397</c:v>
                </c:pt>
                <c:pt idx="6361">
                  <c:v>9.585165583164386</c:v>
                </c:pt>
                <c:pt idx="6362">
                  <c:v>9.5869028869192228</c:v>
                </c:pt>
                <c:pt idx="6363">
                  <c:v>9.5877846287887678</c:v>
                </c:pt>
                <c:pt idx="6364">
                  <c:v>9.5880830806092181</c:v>
                </c:pt>
                <c:pt idx="6365">
                  <c:v>9.5899523314846782</c:v>
                </c:pt>
                <c:pt idx="6366">
                  <c:v>9.5900790426084477</c:v>
                </c:pt>
                <c:pt idx="6367">
                  <c:v>9.5879752190741083</c:v>
                </c:pt>
                <c:pt idx="6368">
                  <c:v>9.5879877854665487</c:v>
                </c:pt>
                <c:pt idx="6369">
                  <c:v>9.5883731548347093</c:v>
                </c:pt>
                <c:pt idx="6370">
                  <c:v>9.5910340884338918</c:v>
                </c:pt>
                <c:pt idx="6371">
                  <c:v>9.5946039910862382</c:v>
                </c:pt>
                <c:pt idx="6372">
                  <c:v>9.5946071326843487</c:v>
                </c:pt>
                <c:pt idx="6373">
                  <c:v>9.5928174689610106</c:v>
                </c:pt>
                <c:pt idx="6374">
                  <c:v>9.5932248295159432</c:v>
                </c:pt>
                <c:pt idx="6375">
                  <c:v>9.5934468357823839</c:v>
                </c:pt>
                <c:pt idx="6376">
                  <c:v>9.593390287016403</c:v>
                </c:pt>
                <c:pt idx="6377">
                  <c:v>9.5932248295159432</c:v>
                </c:pt>
                <c:pt idx="6378">
                  <c:v>9.5936971164318141</c:v>
                </c:pt>
                <c:pt idx="6379">
                  <c:v>9.594062589011946</c:v>
                </c:pt>
                <c:pt idx="6380">
                  <c:v>9.5952658210880823</c:v>
                </c:pt>
                <c:pt idx="6381">
                  <c:v>9.596306737261866</c:v>
                </c:pt>
                <c:pt idx="6382">
                  <c:v>9.5981382889600049</c:v>
                </c:pt>
                <c:pt idx="6383">
                  <c:v>9.5976639076453925</c:v>
                </c:pt>
                <c:pt idx="6384">
                  <c:v>9.596938198481979</c:v>
                </c:pt>
                <c:pt idx="6385">
                  <c:v>9.5949914548531403</c:v>
                </c:pt>
                <c:pt idx="6386">
                  <c:v>9.5927137962233804</c:v>
                </c:pt>
                <c:pt idx="6387">
                  <c:v>9.5902895296818187</c:v>
                </c:pt>
                <c:pt idx="6388">
                  <c:v>9.5870599668247234</c:v>
                </c:pt>
                <c:pt idx="6389">
                  <c:v>9.5843592396494817</c:v>
                </c:pt>
                <c:pt idx="6390">
                  <c:v>9.5850001256639246</c:v>
                </c:pt>
                <c:pt idx="6391">
                  <c:v>9.5850231640500638</c:v>
                </c:pt>
                <c:pt idx="6392">
                  <c:v>9.5870400700366947</c:v>
                </c:pt>
                <c:pt idx="6393">
                  <c:v>9.5902088953303277</c:v>
                </c:pt>
                <c:pt idx="6394">
                  <c:v>9.5913472010455241</c:v>
                </c:pt>
                <c:pt idx="6395">
                  <c:v>9.5929473216828907</c:v>
                </c:pt>
                <c:pt idx="6396">
                  <c:v>9.590650813464471</c:v>
                </c:pt>
                <c:pt idx="6397">
                  <c:v>9.5888349697568813</c:v>
                </c:pt>
                <c:pt idx="6398">
                  <c:v>9.5901240721813572</c:v>
                </c:pt>
                <c:pt idx="6399">
                  <c:v>9.5893784662299151</c:v>
                </c:pt>
                <c:pt idx="6400">
                  <c:v>9.5884297036006902</c:v>
                </c:pt>
                <c:pt idx="6401">
                  <c:v>9.5878914431245086</c:v>
                </c:pt>
                <c:pt idx="6402">
                  <c:v>9.5893700886349542</c:v>
                </c:pt>
                <c:pt idx="6403">
                  <c:v>9.5878443191528575</c:v>
                </c:pt>
                <c:pt idx="6404">
                  <c:v>9.5862546705091898</c:v>
                </c:pt>
                <c:pt idx="6405">
                  <c:v>9.5867007774408126</c:v>
                </c:pt>
                <c:pt idx="6406">
                  <c:v>9.5853854950320869</c:v>
                </c:pt>
                <c:pt idx="6407">
                  <c:v>9.5827727326039245</c:v>
                </c:pt>
                <c:pt idx="6408">
                  <c:v>9.580264690112763</c:v>
                </c:pt>
                <c:pt idx="6409">
                  <c:v>9.580176725365682</c:v>
                </c:pt>
                <c:pt idx="6410">
                  <c:v>9.5823391920647421</c:v>
                </c:pt>
                <c:pt idx="6411">
                  <c:v>9.5850922792084852</c:v>
                </c:pt>
                <c:pt idx="6412">
                  <c:v>9.5846775882579625</c:v>
                </c:pt>
                <c:pt idx="6413">
                  <c:v>9.5841393277817808</c:v>
                </c:pt>
                <c:pt idx="6414">
                  <c:v>9.5858588291473286</c:v>
                </c:pt>
                <c:pt idx="6415">
                  <c:v>9.5887784209909022</c:v>
                </c:pt>
                <c:pt idx="6416">
                  <c:v>9.5863782400348505</c:v>
                </c:pt>
                <c:pt idx="6417">
                  <c:v>9.5832994738870365</c:v>
                </c:pt>
                <c:pt idx="6418">
                  <c:v>9.5837434864199178</c:v>
                </c:pt>
                <c:pt idx="6419">
                  <c:v>9.5833235594725465</c:v>
                </c:pt>
                <c:pt idx="6420">
                  <c:v>9.5827926293919532</c:v>
                </c:pt>
                <c:pt idx="6421">
                  <c:v>9.5834942529698566</c:v>
                </c:pt>
                <c:pt idx="6422">
                  <c:v>9.5830230132533547</c:v>
                </c:pt>
                <c:pt idx="6423">
                  <c:v>9.5822669353082119</c:v>
                </c:pt>
                <c:pt idx="6424">
                  <c:v>9.5828387061642335</c:v>
                </c:pt>
                <c:pt idx="6425">
                  <c:v>9.5803076252869328</c:v>
                </c:pt>
                <c:pt idx="6426">
                  <c:v>9.5762612469212343</c:v>
                </c:pt>
                <c:pt idx="6427">
                  <c:v>9.5742851817100352</c:v>
                </c:pt>
                <c:pt idx="6428">
                  <c:v>9.5697686108272038</c:v>
                </c:pt>
                <c:pt idx="6429">
                  <c:v>9.5655002261950646</c:v>
                </c:pt>
                <c:pt idx="6430">
                  <c:v>9.5648959921585703</c:v>
                </c:pt>
                <c:pt idx="6431">
                  <c:v>9.566251068143357</c:v>
                </c:pt>
                <c:pt idx="6432">
                  <c:v>9.5663599768778376</c:v>
                </c:pt>
                <c:pt idx="6433">
                  <c:v>9.5677485632424641</c:v>
                </c:pt>
                <c:pt idx="6434">
                  <c:v>9.5686711458874392</c:v>
                </c:pt>
                <c:pt idx="6435">
                  <c:v>9.5681286966137762</c:v>
                </c:pt>
                <c:pt idx="6436">
                  <c:v>9.5647514786455101</c:v>
                </c:pt>
                <c:pt idx="6437">
                  <c:v>9.5628717557763512</c:v>
                </c:pt>
                <c:pt idx="6438">
                  <c:v>9.565116951225642</c:v>
                </c:pt>
                <c:pt idx="6439">
                  <c:v>9.5653693262738138</c:v>
                </c:pt>
                <c:pt idx="6440">
                  <c:v>9.5645514635658397</c:v>
                </c:pt>
                <c:pt idx="6441">
                  <c:v>9.5624706784176396</c:v>
                </c:pt>
                <c:pt idx="6442">
                  <c:v>9.5612548799490646</c:v>
                </c:pt>
                <c:pt idx="6443">
                  <c:v>9.5581206122346405</c:v>
                </c:pt>
                <c:pt idx="6444">
                  <c:v>9.5575436053817668</c:v>
                </c:pt>
                <c:pt idx="6445">
                  <c:v>9.5573215991153262</c:v>
                </c:pt>
                <c:pt idx="6446">
                  <c:v>9.5561298862322612</c:v>
                </c:pt>
                <c:pt idx="6447">
                  <c:v>9.5549444565454156</c:v>
                </c:pt>
                <c:pt idx="6448">
                  <c:v>9.5542752961479813</c:v>
                </c:pt>
                <c:pt idx="6449">
                  <c:v>9.5588222358125421</c:v>
                </c:pt>
                <c:pt idx="6450">
                  <c:v>9.5625230383861393</c:v>
                </c:pt>
                <c:pt idx="6451">
                  <c:v>9.5616465325134463</c:v>
                </c:pt>
                <c:pt idx="6452">
                  <c:v>9.5581080458422001</c:v>
                </c:pt>
                <c:pt idx="6453">
                  <c:v>9.5558345760099197</c:v>
                </c:pt>
                <c:pt idx="6454">
                  <c:v>9.5527767538495052</c:v>
                </c:pt>
                <c:pt idx="6455">
                  <c:v>9.5511871052058375</c:v>
                </c:pt>
                <c:pt idx="6456">
                  <c:v>9.5504551128462047</c:v>
                </c:pt>
                <c:pt idx="6457">
                  <c:v>9.5509179749677457</c:v>
                </c:pt>
                <c:pt idx="6458">
                  <c:v>9.5504551128462047</c:v>
                </c:pt>
                <c:pt idx="6459">
                  <c:v>9.548298929343364</c:v>
                </c:pt>
                <c:pt idx="6460">
                  <c:v>9.5440902350753145</c:v>
                </c:pt>
                <c:pt idx="6461">
                  <c:v>9.5427686694703677</c:v>
                </c:pt>
                <c:pt idx="6462">
                  <c:v>9.5446389675451968</c:v>
                </c:pt>
                <c:pt idx="6463">
                  <c:v>9.5451531424358702</c:v>
                </c:pt>
                <c:pt idx="6464">
                  <c:v>9.5459814771375431</c:v>
                </c:pt>
                <c:pt idx="6465">
                  <c:v>9.5483251093276138</c:v>
                </c:pt>
                <c:pt idx="6466">
                  <c:v>9.5529568721411451</c:v>
                </c:pt>
                <c:pt idx="6467">
                  <c:v>9.5513022971365373</c:v>
                </c:pt>
                <c:pt idx="6468">
                  <c:v>9.5452316823886196</c:v>
                </c:pt>
                <c:pt idx="6469">
                  <c:v>9.5429613541544498</c:v>
                </c:pt>
                <c:pt idx="6470">
                  <c:v>9.5429980061324002</c:v>
                </c:pt>
                <c:pt idx="6471">
                  <c:v>9.543041988505939</c:v>
                </c:pt>
                <c:pt idx="6472">
                  <c:v>9.5407224419013783</c:v>
                </c:pt>
                <c:pt idx="6473">
                  <c:v>9.5368478042323606</c:v>
                </c:pt>
                <c:pt idx="6474">
                  <c:v>9.5314599634736865</c:v>
                </c:pt>
                <c:pt idx="6475">
                  <c:v>9.5281832766449401</c:v>
                </c:pt>
                <c:pt idx="6476">
                  <c:v>9.5273664611363369</c:v>
                </c:pt>
                <c:pt idx="6477">
                  <c:v>9.5304672184709212</c:v>
                </c:pt>
                <c:pt idx="6478">
                  <c:v>9.5340601595094085</c:v>
                </c:pt>
                <c:pt idx="6479">
                  <c:v>9.5297195181207375</c:v>
                </c:pt>
                <c:pt idx="6480">
                  <c:v>9.5244353500996937</c:v>
                </c:pt>
                <c:pt idx="6481">
                  <c:v>9.5223535177521228</c:v>
                </c:pt>
                <c:pt idx="6482">
                  <c:v>9.521094784109378</c:v>
                </c:pt>
                <c:pt idx="6483">
                  <c:v>9.5199156376187517</c:v>
                </c:pt>
                <c:pt idx="6484">
                  <c:v>9.5175740998274208</c:v>
                </c:pt>
                <c:pt idx="6485">
                  <c:v>9.5160724159308341</c:v>
                </c:pt>
                <c:pt idx="6486">
                  <c:v>9.5137780021111542</c:v>
                </c:pt>
                <c:pt idx="6487">
                  <c:v>9.5129601394031802</c:v>
                </c:pt>
                <c:pt idx="6488">
                  <c:v>9.5142063066534863</c:v>
                </c:pt>
                <c:pt idx="6489">
                  <c:v>9.5119537808086054</c:v>
                </c:pt>
                <c:pt idx="6490">
                  <c:v>9.5061020307290178</c:v>
                </c:pt>
                <c:pt idx="6491">
                  <c:v>9.5038495048841369</c:v>
                </c:pt>
                <c:pt idx="6492">
                  <c:v>9.5040631335556185</c:v>
                </c:pt>
                <c:pt idx="6493">
                  <c:v>9.5036672921937573</c:v>
                </c:pt>
                <c:pt idx="6494">
                  <c:v>9.5010650017592955</c:v>
                </c:pt>
                <c:pt idx="6495">
                  <c:v>9.5000596903640897</c:v>
                </c:pt>
                <c:pt idx="6496">
                  <c:v>9.5003434813933616</c:v>
                </c:pt>
                <c:pt idx="6497">
                  <c:v>9.5012356952566055</c:v>
                </c:pt>
                <c:pt idx="6498">
                  <c:v>9.5000596903640897</c:v>
                </c:pt>
                <c:pt idx="6499">
                  <c:v>9.4989056766583442</c:v>
                </c:pt>
                <c:pt idx="6500">
                  <c:v>9.4968898178710859</c:v>
                </c:pt>
                <c:pt idx="6501">
                  <c:v>9.4931858736993782</c:v>
                </c:pt>
                <c:pt idx="6502">
                  <c:v>9.4909207814620586</c:v>
                </c:pt>
                <c:pt idx="6503">
                  <c:v>9.4896473870281319</c:v>
                </c:pt>
                <c:pt idx="6504">
                  <c:v>9.490675736809477</c:v>
                </c:pt>
                <c:pt idx="6505">
                  <c:v>9.4913805019854891</c:v>
                </c:pt>
                <c:pt idx="6506">
                  <c:v>9.491032831794648</c:v>
                </c:pt>
                <c:pt idx="6507">
                  <c:v>9.4892871504448504</c:v>
                </c:pt>
                <c:pt idx="6508">
                  <c:v>9.4862052426989258</c:v>
                </c:pt>
                <c:pt idx="6509">
                  <c:v>9.4843045758423674</c:v>
                </c:pt>
                <c:pt idx="6510">
                  <c:v>9.4838532329138943</c:v>
                </c:pt>
                <c:pt idx="6511">
                  <c:v>9.4817462677814461</c:v>
                </c:pt>
                <c:pt idx="6512">
                  <c:v>9.47857325369033</c:v>
                </c:pt>
                <c:pt idx="6513">
                  <c:v>9.4775072047316655</c:v>
                </c:pt>
                <c:pt idx="6514">
                  <c:v>9.4759227920848481</c:v>
                </c:pt>
                <c:pt idx="6515">
                  <c:v>9.4738053549586994</c:v>
                </c:pt>
                <c:pt idx="6516">
                  <c:v>9.4744546185681013</c:v>
                </c:pt>
                <c:pt idx="6517">
                  <c:v>9.4750777021932535</c:v>
                </c:pt>
                <c:pt idx="6518">
                  <c:v>9.4753824372099267</c:v>
                </c:pt>
                <c:pt idx="6519">
                  <c:v>9.472351842233131</c:v>
                </c:pt>
                <c:pt idx="6520">
                  <c:v>9.4686981636311849</c:v>
                </c:pt>
                <c:pt idx="6521">
                  <c:v>9.468496054152773</c:v>
                </c:pt>
                <c:pt idx="6522">
                  <c:v>9.4712219141128973</c:v>
                </c:pt>
                <c:pt idx="6523">
                  <c:v>9.4724460901764314</c:v>
                </c:pt>
                <c:pt idx="6524">
                  <c:v>9.471727711408608</c:v>
                </c:pt>
                <c:pt idx="6525">
                  <c:v>9.4717360890035689</c:v>
                </c:pt>
                <c:pt idx="6526">
                  <c:v>9.4737781277750788</c:v>
                </c:pt>
                <c:pt idx="6527">
                  <c:v>9.4747321264011521</c:v>
                </c:pt>
                <c:pt idx="6528">
                  <c:v>9.47212459996984</c:v>
                </c:pt>
                <c:pt idx="6529">
                  <c:v>9.4716910594306594</c:v>
                </c:pt>
                <c:pt idx="6530">
                  <c:v>9.472538243720992</c:v>
                </c:pt>
                <c:pt idx="6531">
                  <c:v>9.4693872208166479</c:v>
                </c:pt>
                <c:pt idx="6532">
                  <c:v>9.4658811973258725</c:v>
                </c:pt>
                <c:pt idx="6533">
                  <c:v>9.4640140408491522</c:v>
                </c:pt>
                <c:pt idx="6534">
                  <c:v>9.4615353199403511</c:v>
                </c:pt>
                <c:pt idx="6535">
                  <c:v>9.4625280649431165</c:v>
                </c:pt>
                <c:pt idx="6536">
                  <c:v>9.4610096258566099</c:v>
                </c:pt>
                <c:pt idx="6537">
                  <c:v>9.4573831744382826</c:v>
                </c:pt>
                <c:pt idx="6538">
                  <c:v>9.4562354439287564</c:v>
                </c:pt>
                <c:pt idx="6539">
                  <c:v>9.4550667694318307</c:v>
                </c:pt>
                <c:pt idx="6540">
                  <c:v>9.4546845416617789</c:v>
                </c:pt>
                <c:pt idx="6541">
                  <c:v>9.4535294807566643</c:v>
                </c:pt>
                <c:pt idx="6542">
                  <c:v>9.4526561164820802</c:v>
                </c:pt>
                <c:pt idx="6543">
                  <c:v>9.4527095236499505</c:v>
                </c:pt>
                <c:pt idx="6544">
                  <c:v>9.4519461153092177</c:v>
                </c:pt>
                <c:pt idx="6545">
                  <c:v>9.4494317896218352</c:v>
                </c:pt>
                <c:pt idx="6546">
                  <c:v>9.4491061106177643</c:v>
                </c:pt>
                <c:pt idx="6547">
                  <c:v>9.4469750598998044</c:v>
                </c:pt>
                <c:pt idx="6548">
                  <c:v>9.4448115460013735</c:v>
                </c:pt>
                <c:pt idx="6549">
                  <c:v>9.4425935777357033</c:v>
                </c:pt>
                <c:pt idx="6550">
                  <c:v>9.4425736809476728</c:v>
                </c:pt>
                <c:pt idx="6551">
                  <c:v>9.4452314729487465</c:v>
                </c:pt>
                <c:pt idx="6552">
                  <c:v>9.4436879010773591</c:v>
                </c:pt>
                <c:pt idx="6553">
                  <c:v>9.442320258700132</c:v>
                </c:pt>
                <c:pt idx="6554">
                  <c:v>9.4413641656753171</c:v>
                </c:pt>
                <c:pt idx="6555">
                  <c:v>9.4402153879664219</c:v>
                </c:pt>
                <c:pt idx="6556">
                  <c:v>9.4402918335204333</c:v>
                </c:pt>
                <c:pt idx="6557">
                  <c:v>9.4368811051723274</c:v>
                </c:pt>
                <c:pt idx="6558">
                  <c:v>9.4350443174773382</c:v>
                </c:pt>
                <c:pt idx="6559">
                  <c:v>9.4394456964294697</c:v>
                </c:pt>
                <c:pt idx="6560">
                  <c:v>9.4420867332406218</c:v>
                </c:pt>
                <c:pt idx="6561">
                  <c:v>9.4397305346581106</c:v>
                </c:pt>
                <c:pt idx="6562">
                  <c:v>9.4358024898212225</c:v>
                </c:pt>
                <c:pt idx="6563">
                  <c:v>9.4339248613508033</c:v>
                </c:pt>
                <c:pt idx="6564">
                  <c:v>9.4329876179146499</c:v>
                </c:pt>
                <c:pt idx="6565">
                  <c:v>9.4289757971281603</c:v>
                </c:pt>
                <c:pt idx="6566">
                  <c:v>9.4299779669252555</c:v>
                </c:pt>
                <c:pt idx="6567">
                  <c:v>9.4331457450195195</c:v>
                </c:pt>
                <c:pt idx="6568">
                  <c:v>9.4309026439689703</c:v>
                </c:pt>
                <c:pt idx="6569">
                  <c:v>9.4263483739088176</c:v>
                </c:pt>
                <c:pt idx="6570">
                  <c:v>9.4246519109294109</c:v>
                </c:pt>
                <c:pt idx="6571">
                  <c:v>9.4242518807700684</c:v>
                </c:pt>
                <c:pt idx="6572">
                  <c:v>9.4259682405375074</c:v>
                </c:pt>
                <c:pt idx="6573">
                  <c:v>9.4288857379823394</c:v>
                </c:pt>
                <c:pt idx="6574">
                  <c:v>9.4286867701020398</c:v>
                </c:pt>
                <c:pt idx="6575">
                  <c:v>9.4270761774709708</c:v>
                </c:pt>
                <c:pt idx="6576">
                  <c:v>9.4251744634150434</c:v>
                </c:pt>
                <c:pt idx="6577">
                  <c:v>9.4210694418846241</c:v>
                </c:pt>
                <c:pt idx="6578">
                  <c:v>9.4167277532965841</c:v>
                </c:pt>
                <c:pt idx="6579">
                  <c:v>9.41393487257678</c:v>
                </c:pt>
                <c:pt idx="6580">
                  <c:v>9.4144291506794229</c:v>
                </c:pt>
                <c:pt idx="6581">
                  <c:v>9.4157444330881486</c:v>
                </c:pt>
                <c:pt idx="6582">
                  <c:v>9.4154732084513171</c:v>
                </c:pt>
                <c:pt idx="6583">
                  <c:v>9.414338044334233</c:v>
                </c:pt>
                <c:pt idx="6584">
                  <c:v>9.4142029556155027</c:v>
                </c:pt>
                <c:pt idx="6585">
                  <c:v>9.4131253874637668</c:v>
                </c:pt>
                <c:pt idx="6586">
                  <c:v>9.4138165390479696</c:v>
                </c:pt>
                <c:pt idx="6587">
                  <c:v>9.409785868672822</c:v>
                </c:pt>
                <c:pt idx="6588">
                  <c:v>9.4081648040480541</c:v>
                </c:pt>
                <c:pt idx="6589">
                  <c:v>9.4091565018514487</c:v>
                </c:pt>
                <c:pt idx="6590">
                  <c:v>9.4086287133689659</c:v>
                </c:pt>
                <c:pt idx="6591">
                  <c:v>9.4066568369552463</c:v>
                </c:pt>
                <c:pt idx="6592">
                  <c:v>9.4032911381800517</c:v>
                </c:pt>
                <c:pt idx="6593">
                  <c:v>9.3974980312651848</c:v>
                </c:pt>
                <c:pt idx="6594">
                  <c:v>9.393454794497595</c:v>
                </c:pt>
                <c:pt idx="6595">
                  <c:v>9.39448314427894</c:v>
                </c:pt>
                <c:pt idx="6596">
                  <c:v>9.3971137090963932</c:v>
                </c:pt>
                <c:pt idx="6597">
                  <c:v>9.3997317075214042</c:v>
                </c:pt>
                <c:pt idx="6598">
                  <c:v>9.40086687163849</c:v>
                </c:pt>
                <c:pt idx="6599">
                  <c:v>9.4032492502052509</c:v>
                </c:pt>
                <c:pt idx="6600">
                  <c:v>9.4065521170182471</c:v>
                </c:pt>
                <c:pt idx="6601">
                  <c:v>9.4044619070757172</c:v>
                </c:pt>
                <c:pt idx="6602">
                  <c:v>9.3959439874000967</c:v>
                </c:pt>
                <c:pt idx="6603">
                  <c:v>9.3920023289713992</c:v>
                </c:pt>
                <c:pt idx="6604">
                  <c:v>9.3920588777373784</c:v>
                </c:pt>
                <c:pt idx="6605">
                  <c:v>9.3941134829013286</c:v>
                </c:pt>
                <c:pt idx="6606">
                  <c:v>9.3950727175242523</c:v>
                </c:pt>
                <c:pt idx="6607">
                  <c:v>9.3943595747532793</c:v>
                </c:pt>
                <c:pt idx="6608">
                  <c:v>9.3936129216024664</c:v>
                </c:pt>
                <c:pt idx="6609">
                  <c:v>9.3942182028383296</c:v>
                </c:pt>
                <c:pt idx="6610">
                  <c:v>9.3966403749811498</c:v>
                </c:pt>
                <c:pt idx="6611">
                  <c:v>9.3973283849672438</c:v>
                </c:pt>
                <c:pt idx="6612">
                  <c:v>9.3911415310892554</c:v>
                </c:pt>
                <c:pt idx="6613">
                  <c:v>9.3852437042373875</c:v>
                </c:pt>
                <c:pt idx="6614">
                  <c:v>9.3863998123418728</c:v>
                </c:pt>
                <c:pt idx="6615">
                  <c:v>9.389493239280867</c:v>
                </c:pt>
                <c:pt idx="6616">
                  <c:v>9.3894167937268573</c:v>
                </c:pt>
                <c:pt idx="6617">
                  <c:v>9.3854217281302876</c:v>
                </c:pt>
                <c:pt idx="6618">
                  <c:v>9.3833514149757882</c:v>
                </c:pt>
                <c:pt idx="6619">
                  <c:v>9.3836687163849</c:v>
                </c:pt>
                <c:pt idx="6620">
                  <c:v>9.3833304709883887</c:v>
                </c:pt>
                <c:pt idx="6621">
                  <c:v>9.382453965115694</c:v>
                </c:pt>
                <c:pt idx="6622">
                  <c:v>9.3807281805539269</c:v>
                </c:pt>
                <c:pt idx="6623">
                  <c:v>9.3788746376690177</c:v>
                </c:pt>
                <c:pt idx="6624">
                  <c:v>9.3775698272539927</c:v>
                </c:pt>
                <c:pt idx="6625">
                  <c:v>9.3760231137844947</c:v>
                </c:pt>
                <c:pt idx="6626">
                  <c:v>9.3734983161034133</c:v>
                </c:pt>
                <c:pt idx="6627">
                  <c:v>9.3712049494831025</c:v>
                </c:pt>
                <c:pt idx="6628">
                  <c:v>9.3722825176348366</c:v>
                </c:pt>
                <c:pt idx="6629">
                  <c:v>9.3736742455975737</c:v>
                </c:pt>
                <c:pt idx="6630">
                  <c:v>9.3726207630313496</c:v>
                </c:pt>
                <c:pt idx="6631">
                  <c:v>9.371645820417875</c:v>
                </c:pt>
                <c:pt idx="6632">
                  <c:v>9.3699420270428764</c:v>
                </c:pt>
                <c:pt idx="6633">
                  <c:v>9.3665312986947704</c:v>
                </c:pt>
                <c:pt idx="6634">
                  <c:v>9.3654840993247657</c:v>
                </c:pt>
                <c:pt idx="6635">
                  <c:v>9.3632347150779953</c:v>
                </c:pt>
                <c:pt idx="6636">
                  <c:v>9.3628336377192838</c:v>
                </c:pt>
                <c:pt idx="6637">
                  <c:v>9.3614408625571777</c:v>
                </c:pt>
                <c:pt idx="6638">
                  <c:v>9.360280565655211</c:v>
                </c:pt>
                <c:pt idx="6639">
                  <c:v>9.3590448703986056</c:v>
                </c:pt>
                <c:pt idx="6640">
                  <c:v>9.3594365229629872</c:v>
                </c:pt>
                <c:pt idx="6641">
                  <c:v>9.3571515339376372</c:v>
                </c:pt>
                <c:pt idx="6642">
                  <c:v>9.352567942295126</c:v>
                </c:pt>
                <c:pt idx="6643">
                  <c:v>9.3500347670190838</c:v>
                </c:pt>
                <c:pt idx="6644">
                  <c:v>9.3504672603588954</c:v>
                </c:pt>
                <c:pt idx="6645">
                  <c:v>9.3526862758239364</c:v>
                </c:pt>
                <c:pt idx="6646">
                  <c:v>9.3543628420153144</c:v>
                </c:pt>
                <c:pt idx="6647">
                  <c:v>9.3554089941859484</c:v>
                </c:pt>
                <c:pt idx="6648">
                  <c:v>9.3554896285374394</c:v>
                </c:pt>
                <c:pt idx="6649">
                  <c:v>9.3537470887857506</c:v>
                </c:pt>
                <c:pt idx="6650">
                  <c:v>9.3514086925925302</c:v>
                </c:pt>
                <c:pt idx="6651">
                  <c:v>9.3514830437478018</c:v>
                </c:pt>
                <c:pt idx="6652">
                  <c:v>9.3512767454719103</c:v>
                </c:pt>
                <c:pt idx="6653">
                  <c:v>9.3501174957693145</c:v>
                </c:pt>
                <c:pt idx="6654">
                  <c:v>9.3502546788867846</c:v>
                </c:pt>
                <c:pt idx="6655">
                  <c:v>9.3516139436690509</c:v>
                </c:pt>
                <c:pt idx="6656">
                  <c:v>9.3536559824405607</c:v>
                </c:pt>
                <c:pt idx="6657">
                  <c:v>9.3555398941071992</c:v>
                </c:pt>
                <c:pt idx="6658">
                  <c:v>9.3565232143156347</c:v>
                </c:pt>
                <c:pt idx="6659">
                  <c:v>9.3538570447196019</c:v>
                </c:pt>
                <c:pt idx="6660">
                  <c:v>9.3526276326592157</c:v>
                </c:pt>
                <c:pt idx="6661">
                  <c:v>9.3548571201179573</c:v>
                </c:pt>
                <c:pt idx="6662">
                  <c:v>9.3563430960239931</c:v>
                </c:pt>
                <c:pt idx="6663">
                  <c:v>9.3540151718244733</c:v>
                </c:pt>
                <c:pt idx="6664">
                  <c:v>9.3512254327027797</c:v>
                </c:pt>
                <c:pt idx="6665">
                  <c:v>9.3506222458656563</c:v>
                </c:pt>
                <c:pt idx="6666">
                  <c:v>9.3486210478695781</c:v>
                </c:pt>
                <c:pt idx="6667">
                  <c:v>9.3439138867014062</c:v>
                </c:pt>
                <c:pt idx="6668">
                  <c:v>9.3374044954174558</c:v>
                </c:pt>
                <c:pt idx="6669">
                  <c:v>9.3370746276159036</c:v>
                </c:pt>
                <c:pt idx="6670">
                  <c:v>9.3394611949801458</c:v>
                </c:pt>
                <c:pt idx="6671">
                  <c:v>9.3409335572943721</c:v>
                </c:pt>
                <c:pt idx="6672">
                  <c:v>9.3368431965551331</c:v>
                </c:pt>
                <c:pt idx="6673">
                  <c:v>9.3348964529262943</c:v>
                </c:pt>
                <c:pt idx="6674">
                  <c:v>9.3360892130087301</c:v>
                </c:pt>
                <c:pt idx="6675">
                  <c:v>9.3373814570313147</c:v>
                </c:pt>
                <c:pt idx="6676">
                  <c:v>9.3389836720674229</c:v>
                </c:pt>
                <c:pt idx="6677">
                  <c:v>9.3425242531374089</c:v>
                </c:pt>
                <c:pt idx="6678">
                  <c:v>9.3447485045993002</c:v>
                </c:pt>
                <c:pt idx="6679">
                  <c:v>9.3436730308463041</c:v>
                </c:pt>
                <c:pt idx="6680">
                  <c:v>9.342433146792219</c:v>
                </c:pt>
                <c:pt idx="6681">
                  <c:v>9.3384192316069896</c:v>
                </c:pt>
                <c:pt idx="6682">
                  <c:v>9.3351572055694252</c:v>
                </c:pt>
                <c:pt idx="6683">
                  <c:v>9.3312982758909566</c:v>
                </c:pt>
                <c:pt idx="6684">
                  <c:v>9.3282121793475525</c:v>
                </c:pt>
                <c:pt idx="6685">
                  <c:v>9.3269335489167773</c:v>
                </c:pt>
                <c:pt idx="6686">
                  <c:v>9.3250559204463581</c:v>
                </c:pt>
                <c:pt idx="6687">
                  <c:v>9.3232201799507397</c:v>
                </c:pt>
                <c:pt idx="6688">
                  <c:v>9.3219143223363439</c:v>
                </c:pt>
                <c:pt idx="6689">
                  <c:v>9.3215760769398326</c:v>
                </c:pt>
                <c:pt idx="6690">
                  <c:v>9.3236935140659813</c:v>
                </c:pt>
                <c:pt idx="6691">
                  <c:v>9.3266026339158561</c:v>
                </c:pt>
                <c:pt idx="6692">
                  <c:v>9.329277181106848</c:v>
                </c:pt>
                <c:pt idx="6693">
                  <c:v>9.3302133773436324</c:v>
                </c:pt>
                <c:pt idx="6694">
                  <c:v>9.3297683176113804</c:v>
                </c:pt>
                <c:pt idx="6695">
                  <c:v>9.331497243771258</c:v>
                </c:pt>
                <c:pt idx="6696">
                  <c:v>9.3328743109428149</c:v>
                </c:pt>
                <c:pt idx="6697">
                  <c:v>9.3333790610391567</c:v>
                </c:pt>
                <c:pt idx="6698">
                  <c:v>9.3348702729420445</c:v>
                </c:pt>
                <c:pt idx="6699">
                  <c:v>9.337046353232914</c:v>
                </c:pt>
                <c:pt idx="6700">
                  <c:v>9.3379061039156888</c:v>
                </c:pt>
                <c:pt idx="6701">
                  <c:v>9.3375092153544568</c:v>
                </c:pt>
                <c:pt idx="6702">
                  <c:v>9.3349886064708549</c:v>
                </c:pt>
                <c:pt idx="6703">
                  <c:v>9.3327109478410932</c:v>
                </c:pt>
                <c:pt idx="6704">
                  <c:v>9.3346943434478824</c:v>
                </c:pt>
                <c:pt idx="6705">
                  <c:v>9.3387616658009822</c:v>
                </c:pt>
                <c:pt idx="6706">
                  <c:v>9.3409052829113826</c:v>
                </c:pt>
                <c:pt idx="6707">
                  <c:v>9.3438500075398352</c:v>
                </c:pt>
                <c:pt idx="6708">
                  <c:v>9.3437683259889752</c:v>
                </c:pt>
                <c:pt idx="6709">
                  <c:v>9.3458878575138655</c:v>
                </c:pt>
                <c:pt idx="6710">
                  <c:v>9.350518573128026</c:v>
                </c:pt>
                <c:pt idx="6711">
                  <c:v>9.3527627213779461</c:v>
                </c:pt>
                <c:pt idx="6712">
                  <c:v>9.3550456160045581</c:v>
                </c:pt>
                <c:pt idx="6713">
                  <c:v>9.3583212556339319</c:v>
                </c:pt>
                <c:pt idx="6714">
                  <c:v>9.3600397098001107</c:v>
                </c:pt>
                <c:pt idx="6715">
                  <c:v>9.359963264246101</c:v>
                </c:pt>
                <c:pt idx="6716">
                  <c:v>9.3596710956218683</c:v>
                </c:pt>
                <c:pt idx="6717">
                  <c:v>9.3653929929795758</c:v>
                </c:pt>
                <c:pt idx="6718">
                  <c:v>9.3727223413702401</c:v>
                </c:pt>
                <c:pt idx="6719">
                  <c:v>9.377681877586582</c:v>
                </c:pt>
                <c:pt idx="6720">
                  <c:v>9.3825126082804147</c:v>
                </c:pt>
                <c:pt idx="6721">
                  <c:v>9.3891152003082947</c:v>
                </c:pt>
                <c:pt idx="6722">
                  <c:v>9.398063518924987</c:v>
                </c:pt>
                <c:pt idx="6723">
                  <c:v>9.4106676105423652</c:v>
                </c:pt>
                <c:pt idx="6724">
                  <c:v>9.4227952264463912</c:v>
                </c:pt>
                <c:pt idx="6725">
                  <c:v>9.437166990600339</c:v>
                </c:pt>
                <c:pt idx="6726">
                  <c:v>9.4480735720389397</c:v>
                </c:pt>
                <c:pt idx="6727">
                  <c:v>9.4597142402359129</c:v>
                </c:pt>
                <c:pt idx="6728">
                  <c:v>9.4731581857480354</c:v>
                </c:pt>
                <c:pt idx="6729">
                  <c:v>9.4848899602902002</c:v>
                </c:pt>
                <c:pt idx="6730">
                  <c:v>9.4965526196739436</c:v>
                </c:pt>
                <c:pt idx="6731">
                  <c:v>9.5105358728616185</c:v>
                </c:pt>
                <c:pt idx="6732">
                  <c:v>9.5265904864031636</c:v>
                </c:pt>
                <c:pt idx="6733">
                  <c:v>9.5438252936347041</c:v>
                </c:pt>
                <c:pt idx="6734">
                  <c:v>9.5659777491077858</c:v>
                </c:pt>
                <c:pt idx="6735">
                  <c:v>9.5898130539684665</c:v>
                </c:pt>
                <c:pt idx="6736">
                  <c:v>9.6142766784511497</c:v>
                </c:pt>
                <c:pt idx="6737">
                  <c:v>9.64003568855453</c:v>
                </c:pt>
                <c:pt idx="6738">
                  <c:v>9.6710621114890341</c:v>
                </c:pt>
                <c:pt idx="6739">
                  <c:v>9.7095037531625419</c:v>
                </c:pt>
                <c:pt idx="6740">
                  <c:v>9.7558318532915571</c:v>
                </c:pt>
                <c:pt idx="6741">
                  <c:v>9.8056230417371779</c:v>
                </c:pt>
                <c:pt idx="6742">
                  <c:v>9.8577358711860992</c:v>
                </c:pt>
                <c:pt idx="6743">
                  <c:v>9.918689157716603</c:v>
                </c:pt>
                <c:pt idx="6744">
                  <c:v>9.9887174739875668</c:v>
                </c:pt>
                <c:pt idx="6745">
                  <c:v>10.064771375433541</c:v>
                </c:pt>
                <c:pt idx="6746">
                  <c:v>10.146672838161621</c:v>
                </c:pt>
                <c:pt idx="6747">
                  <c:v>10.233223866092523</c:v>
                </c:pt>
                <c:pt idx="6748">
                  <c:v>10.325188914766349</c:v>
                </c:pt>
                <c:pt idx="6749">
                  <c:v>10.423709431496405</c:v>
                </c:pt>
                <c:pt idx="6750">
                  <c:v>10.527549721026087</c:v>
                </c:pt>
                <c:pt idx="6751">
                  <c:v>10.648532664242749</c:v>
                </c:pt>
                <c:pt idx="6752">
                  <c:v>10.793433641070322</c:v>
                </c:pt>
                <c:pt idx="6753">
                  <c:v>10.966619472881725</c:v>
                </c:pt>
                <c:pt idx="6754">
                  <c:v>11.18098118392172</c:v>
                </c:pt>
                <c:pt idx="6755">
                  <c:v>11.452792252400181</c:v>
                </c:pt>
                <c:pt idx="6756">
                  <c:v>11.793425263475362</c:v>
                </c:pt>
                <c:pt idx="6757">
                  <c:v>12.230976576244492</c:v>
                </c:pt>
                <c:pt idx="6758">
                  <c:v>12.816622823919708</c:v>
                </c:pt>
                <c:pt idx="6759">
                  <c:v>13.640548816245833</c:v>
                </c:pt>
                <c:pt idx="6760">
                  <c:v>14.820763450228707</c:v>
                </c:pt>
                <c:pt idx="6761">
                  <c:v>16.470887857513866</c:v>
                </c:pt>
                <c:pt idx="6762">
                  <c:v>18.653670224351991</c:v>
                </c:pt>
                <c:pt idx="6763">
                  <c:v>21.20908801501265</c:v>
                </c:pt>
                <c:pt idx="6764">
                  <c:v>23.702260275120217</c:v>
                </c:pt>
                <c:pt idx="6765">
                  <c:v>25.769536551446812</c:v>
                </c:pt>
                <c:pt idx="6766">
                  <c:v>27.058638975922793</c:v>
                </c:pt>
                <c:pt idx="6767">
                  <c:v>27.009525325469564</c:v>
                </c:pt>
                <c:pt idx="6768">
                  <c:v>25.481347284821474</c:v>
                </c:pt>
                <c:pt idx="6769">
                  <c:v>23.275212372032236</c:v>
                </c:pt>
                <c:pt idx="6770">
                  <c:v>21.073161536786017</c:v>
                </c:pt>
                <c:pt idx="6771">
                  <c:v>19.050914833369635</c:v>
                </c:pt>
                <c:pt idx="6772">
                  <c:v>17.322679825075816</c:v>
                </c:pt>
                <c:pt idx="6773">
                  <c:v>15.931224134175562</c:v>
                </c:pt>
                <c:pt idx="6774">
                  <c:v>14.829612284905249</c:v>
                </c:pt>
                <c:pt idx="6775">
                  <c:v>13.937922021346111</c:v>
                </c:pt>
                <c:pt idx="6776">
                  <c:v>13.20063083290049</c:v>
                </c:pt>
                <c:pt idx="6777">
                  <c:v>12.575882160749291</c:v>
                </c:pt>
                <c:pt idx="6778">
                  <c:v>12.042365497712916</c:v>
                </c:pt>
                <c:pt idx="6779">
                  <c:v>11.584770789001894</c:v>
                </c:pt>
                <c:pt idx="6780">
                  <c:v>11.197924869728398</c:v>
                </c:pt>
                <c:pt idx="6781">
                  <c:v>10.881209892264129</c:v>
                </c:pt>
                <c:pt idx="6782">
                  <c:v>10.633966121005981</c:v>
                </c:pt>
                <c:pt idx="6783">
                  <c:v>10.445292210512207</c:v>
                </c:pt>
                <c:pt idx="6784">
                  <c:v>10.299333562320928</c:v>
                </c:pt>
                <c:pt idx="6785">
                  <c:v>10.182968768325988</c:v>
                </c:pt>
                <c:pt idx="6786">
                  <c:v>10.089600472496356</c:v>
                </c:pt>
                <c:pt idx="6787">
                  <c:v>10.017180352864299</c:v>
                </c:pt>
                <c:pt idx="6788">
                  <c:v>9.9582806242983768</c:v>
                </c:pt>
                <c:pt idx="6789">
                  <c:v>9.9076391099643111</c:v>
                </c:pt>
                <c:pt idx="6790">
                  <c:v>9.8640620025802992</c:v>
                </c:pt>
                <c:pt idx="6791">
                  <c:v>9.8212116515590697</c:v>
                </c:pt>
                <c:pt idx="6792">
                  <c:v>9.7818222944557078</c:v>
                </c:pt>
                <c:pt idx="6793">
                  <c:v>9.7469285642477761</c:v>
                </c:pt>
                <c:pt idx="6794">
                  <c:v>9.7146130388887961</c:v>
                </c:pt>
                <c:pt idx="6795">
                  <c:v>9.6837646398471922</c:v>
                </c:pt>
                <c:pt idx="6796">
                  <c:v>9.6560379421275737</c:v>
                </c:pt>
                <c:pt idx="6797">
                  <c:v>9.6288746376690177</c:v>
                </c:pt>
                <c:pt idx="6798">
                  <c:v>9.5999551798669636</c:v>
                </c:pt>
                <c:pt idx="6799">
                  <c:v>9.5764486956084642</c:v>
                </c:pt>
                <c:pt idx="6800">
                  <c:v>9.5584033560645416</c:v>
                </c:pt>
                <c:pt idx="6801">
                  <c:v>9.5410250825193099</c:v>
                </c:pt>
                <c:pt idx="6802">
                  <c:v>9.5283843389239813</c:v>
                </c:pt>
                <c:pt idx="6803">
                  <c:v>9.5158839200442333</c:v>
                </c:pt>
                <c:pt idx="6804">
                  <c:v>9.5034965986964455</c:v>
                </c:pt>
                <c:pt idx="6805">
                  <c:v>9.4926476132231965</c:v>
                </c:pt>
                <c:pt idx="6806">
                  <c:v>9.484437570162358</c:v>
                </c:pt>
                <c:pt idx="6807">
                  <c:v>9.4731885545297665</c:v>
                </c:pt>
                <c:pt idx="6808">
                  <c:v>9.4610431362364498</c:v>
                </c:pt>
                <c:pt idx="6809">
                  <c:v>9.4502925875039789</c:v>
                </c:pt>
                <c:pt idx="6810">
                  <c:v>9.4418919541577999</c:v>
                </c:pt>
                <c:pt idx="6811">
                  <c:v>9.437248672151199</c:v>
                </c:pt>
                <c:pt idx="6812">
                  <c:v>9.4314576596350719</c:v>
                </c:pt>
                <c:pt idx="6813">
                  <c:v>9.4263735066936984</c:v>
                </c:pt>
                <c:pt idx="6814">
                  <c:v>9.4210516394953334</c:v>
                </c:pt>
                <c:pt idx="6815">
                  <c:v>9.4181802188227799</c:v>
                </c:pt>
                <c:pt idx="6816">
                  <c:v>9.414922381582695</c:v>
                </c:pt>
                <c:pt idx="6817">
                  <c:v>9.404406405509107</c:v>
                </c:pt>
                <c:pt idx="6818">
                  <c:v>9.3940318013504687</c:v>
                </c:pt>
                <c:pt idx="6819">
                  <c:v>9.3862552988288126</c:v>
                </c:pt>
                <c:pt idx="6820">
                  <c:v>9.3803103480052954</c:v>
                </c:pt>
                <c:pt idx="6821">
                  <c:v>9.3748512976894602</c:v>
                </c:pt>
                <c:pt idx="6822">
                  <c:v>9.3686152254410811</c:v>
                </c:pt>
                <c:pt idx="6823">
                  <c:v>9.3642264128813899</c:v>
                </c:pt>
                <c:pt idx="6824">
                  <c:v>9.3587464185781553</c:v>
                </c:pt>
                <c:pt idx="6825">
                  <c:v>9.3524831191461555</c:v>
                </c:pt>
                <c:pt idx="6826">
                  <c:v>9.3453234170534323</c:v>
                </c:pt>
                <c:pt idx="6827">
                  <c:v>9.3348493289546433</c:v>
                </c:pt>
                <c:pt idx="6828">
                  <c:v>9.3286551446810648</c:v>
                </c:pt>
                <c:pt idx="6829">
                  <c:v>9.3238390747784123</c:v>
                </c:pt>
                <c:pt idx="6830">
                  <c:v>9.3193099375031423</c:v>
                </c:pt>
                <c:pt idx="6831">
                  <c:v>9.3174899049980731</c:v>
                </c:pt>
                <c:pt idx="6832">
                  <c:v>9.3150960072382425</c:v>
                </c:pt>
                <c:pt idx="6833">
                  <c:v>9.3103291557059791</c:v>
                </c:pt>
                <c:pt idx="6834">
                  <c:v>9.3071236784343956</c:v>
                </c:pt>
                <c:pt idx="6835">
                  <c:v>9.302469924434094</c:v>
                </c:pt>
                <c:pt idx="6836">
                  <c:v>9.2990309217029967</c:v>
                </c:pt>
                <c:pt idx="6837">
                  <c:v>9.2969354757636182</c:v>
                </c:pt>
                <c:pt idx="6838">
                  <c:v>9.29317079402845</c:v>
                </c:pt>
                <c:pt idx="6839">
                  <c:v>9.2902407301911758</c:v>
                </c:pt>
                <c:pt idx="6840">
                  <c:v>9.2911423688487513</c:v>
                </c:pt>
                <c:pt idx="6841">
                  <c:v>9.2878960508017361</c:v>
                </c:pt>
                <c:pt idx="6842">
                  <c:v>9.2823448469413403</c:v>
                </c:pt>
                <c:pt idx="6843">
                  <c:v>9.2791393696697551</c:v>
                </c:pt>
                <c:pt idx="6844">
                  <c:v>9.2788555786404832</c:v>
                </c:pt>
                <c:pt idx="6845">
                  <c:v>9.279682866142787</c:v>
                </c:pt>
                <c:pt idx="6846">
                  <c:v>9.278085887103531</c:v>
                </c:pt>
                <c:pt idx="6847">
                  <c:v>9.275656384565119</c:v>
                </c:pt>
                <c:pt idx="6848">
                  <c:v>9.2731556724695476</c:v>
                </c:pt>
                <c:pt idx="6849">
                  <c:v>9.2694265955129609</c:v>
                </c:pt>
                <c:pt idx="6850">
                  <c:v>9.2671730224687092</c:v>
                </c:pt>
                <c:pt idx="6851">
                  <c:v>9.2666567531792978</c:v>
                </c:pt>
                <c:pt idx="6852">
                  <c:v>9.2651068981116893</c:v>
                </c:pt>
                <c:pt idx="6853">
                  <c:v>9.2633905383442521</c:v>
                </c:pt>
                <c:pt idx="6854">
                  <c:v>9.2597316237454557</c:v>
                </c:pt>
                <c:pt idx="6855">
                  <c:v>9.2567921351138516</c:v>
                </c:pt>
                <c:pt idx="6856">
                  <c:v>9.2570047165859624</c:v>
                </c:pt>
                <c:pt idx="6857">
                  <c:v>9.2554506727208761</c:v>
                </c:pt>
                <c:pt idx="6858">
                  <c:v>9.2485265904864029</c:v>
                </c:pt>
                <c:pt idx="6859">
                  <c:v>9.2440885595563227</c:v>
                </c:pt>
                <c:pt idx="6860">
                  <c:v>9.2420192936011922</c:v>
                </c:pt>
                <c:pt idx="6861">
                  <c:v>9.2399981988170836</c:v>
                </c:pt>
                <c:pt idx="6862">
                  <c:v>9.2408851766834772</c:v>
                </c:pt>
                <c:pt idx="6863">
                  <c:v>9.2407176247842777</c:v>
                </c:pt>
                <c:pt idx="6864">
                  <c:v>9.2381854967076045</c:v>
                </c:pt>
                <c:pt idx="6865">
                  <c:v>9.2361748739171965</c:v>
                </c:pt>
                <c:pt idx="6866">
                  <c:v>9.2382001574987846</c:v>
                </c:pt>
                <c:pt idx="6867">
                  <c:v>9.2381121927517054</c:v>
                </c:pt>
                <c:pt idx="6868">
                  <c:v>9.2354135599752016</c:v>
                </c:pt>
                <c:pt idx="6869">
                  <c:v>9.2324667409480092</c:v>
                </c:pt>
                <c:pt idx="6870">
                  <c:v>9.2284350233734891</c:v>
                </c:pt>
                <c:pt idx="6871">
                  <c:v>9.2232419616976351</c:v>
                </c:pt>
                <c:pt idx="6872">
                  <c:v>9.2204606001709024</c:v>
                </c:pt>
                <c:pt idx="6873">
                  <c:v>9.2186908332355948</c:v>
                </c:pt>
                <c:pt idx="6874">
                  <c:v>9.2161335723740425</c:v>
                </c:pt>
                <c:pt idx="6875">
                  <c:v>9.2158937637183111</c:v>
                </c:pt>
                <c:pt idx="6876">
                  <c:v>9.2170781462057878</c:v>
                </c:pt>
                <c:pt idx="6877">
                  <c:v>9.21537540003016</c:v>
                </c:pt>
                <c:pt idx="6878">
                  <c:v>9.2127846287887678</c:v>
                </c:pt>
                <c:pt idx="6879">
                  <c:v>9.2084335154063979</c:v>
                </c:pt>
                <c:pt idx="6880">
                  <c:v>9.2083895330328573</c:v>
                </c:pt>
                <c:pt idx="6881">
                  <c:v>9.2104629877854673</c:v>
                </c:pt>
                <c:pt idx="6882">
                  <c:v>9.2124474305916255</c:v>
                </c:pt>
                <c:pt idx="6883">
                  <c:v>9.2148559891426363</c:v>
                </c:pt>
                <c:pt idx="6884">
                  <c:v>9.2161094867885325</c:v>
                </c:pt>
                <c:pt idx="6885">
                  <c:v>9.2148497059464169</c:v>
                </c:pt>
                <c:pt idx="6886">
                  <c:v>9.2138674329373522</c:v>
                </c:pt>
                <c:pt idx="6887">
                  <c:v>9.2087015984451188</c:v>
                </c:pt>
                <c:pt idx="6888">
                  <c:v>9.2035022535730437</c:v>
                </c:pt>
                <c:pt idx="6889">
                  <c:v>9.2038855285424663</c:v>
                </c:pt>
                <c:pt idx="6890">
                  <c:v>9.2067433356232087</c:v>
                </c:pt>
                <c:pt idx="6891">
                  <c:v>9.2084471289982073</c:v>
                </c:pt>
                <c:pt idx="6892">
                  <c:v>9.2063349278689071</c:v>
                </c:pt>
                <c:pt idx="6893">
                  <c:v>9.2020592128411778</c:v>
                </c:pt>
                <c:pt idx="6894">
                  <c:v>9.2010737982340025</c:v>
                </c:pt>
                <c:pt idx="6895">
                  <c:v>9.2019262185211872</c:v>
                </c:pt>
                <c:pt idx="6896">
                  <c:v>9.2002475579310694</c:v>
                </c:pt>
                <c:pt idx="6897">
                  <c:v>9.1996380878977266</c:v>
                </c:pt>
                <c:pt idx="6898">
                  <c:v>9.2017440058308058</c:v>
                </c:pt>
                <c:pt idx="6899">
                  <c:v>9.2019911448821272</c:v>
                </c:pt>
                <c:pt idx="6900">
                  <c:v>9.202057118442438</c:v>
                </c:pt>
                <c:pt idx="6901">
                  <c:v>9.1995731615367866</c:v>
                </c:pt>
                <c:pt idx="6902">
                  <c:v>9.1948429619824736</c:v>
                </c:pt>
                <c:pt idx="6903">
                  <c:v>9.1940795536417408</c:v>
                </c:pt>
                <c:pt idx="6904">
                  <c:v>9.1946083893235926</c:v>
                </c:pt>
                <c:pt idx="6905">
                  <c:v>9.1936543906975192</c:v>
                </c:pt>
                <c:pt idx="6906">
                  <c:v>9.1897273930600001</c:v>
                </c:pt>
                <c:pt idx="6907">
                  <c:v>9.1893671564767185</c:v>
                </c:pt>
                <c:pt idx="6908">
                  <c:v>9.1899033225541604</c:v>
                </c:pt>
                <c:pt idx="6909">
                  <c:v>9.1878371981971423</c:v>
                </c:pt>
                <c:pt idx="6910">
                  <c:v>9.1867282140643063</c:v>
                </c:pt>
                <c:pt idx="6911">
                  <c:v>9.1818346514082734</c:v>
                </c:pt>
                <c:pt idx="6912">
                  <c:v>9.1777484794665156</c:v>
                </c:pt>
                <c:pt idx="6913">
                  <c:v>9.1751179146490625</c:v>
                </c:pt>
                <c:pt idx="6914">
                  <c:v>9.1742309367826689</c:v>
                </c:pt>
                <c:pt idx="6915">
                  <c:v>9.1760174589078964</c:v>
                </c:pt>
                <c:pt idx="6916">
                  <c:v>9.1781558400214465</c:v>
                </c:pt>
                <c:pt idx="6917">
                  <c:v>9.1794313288541129</c:v>
                </c:pt>
                <c:pt idx="6918">
                  <c:v>9.179584219962134</c:v>
                </c:pt>
                <c:pt idx="6919">
                  <c:v>9.1776050131528244</c:v>
                </c:pt>
                <c:pt idx="6920">
                  <c:v>9.1759577685438067</c:v>
                </c:pt>
                <c:pt idx="6921">
                  <c:v>9.1755985791598942</c:v>
                </c:pt>
                <c:pt idx="6922">
                  <c:v>9.1756676943183155</c:v>
                </c:pt>
                <c:pt idx="6923">
                  <c:v>9.1730036191210225</c:v>
                </c:pt>
                <c:pt idx="6924">
                  <c:v>9.1714097816798752</c:v>
                </c:pt>
                <c:pt idx="6925">
                  <c:v>9.1746079285558704</c:v>
                </c:pt>
                <c:pt idx="6926">
                  <c:v>9.1750351858988317</c:v>
                </c:pt>
                <c:pt idx="6927">
                  <c:v>9.1714705192433357</c:v>
                </c:pt>
                <c:pt idx="6928">
                  <c:v>9.1688608984132838</c:v>
                </c:pt>
                <c:pt idx="6929">
                  <c:v>9.1658994185949094</c:v>
                </c:pt>
                <c:pt idx="6930">
                  <c:v>9.1648616440192345</c:v>
                </c:pt>
                <c:pt idx="6931">
                  <c:v>9.1658135482465699</c:v>
                </c:pt>
                <c:pt idx="6932">
                  <c:v>9.1656009667744591</c:v>
                </c:pt>
                <c:pt idx="6933">
                  <c:v>9.1648679272154556</c:v>
                </c:pt>
                <c:pt idx="6934">
                  <c:v>9.1618478042323606</c:v>
                </c:pt>
                <c:pt idx="6935">
                  <c:v>9.1603817251143536</c:v>
                </c:pt>
                <c:pt idx="6936">
                  <c:v>9.1626394869560848</c:v>
                </c:pt>
                <c:pt idx="6937">
                  <c:v>9.1639285893805607</c:v>
                </c:pt>
                <c:pt idx="6938">
                  <c:v>9.1643600355210033</c:v>
                </c:pt>
                <c:pt idx="6939">
                  <c:v>9.1656501851448482</c:v>
                </c:pt>
                <c:pt idx="6940">
                  <c:v>9.1649129567883652</c:v>
                </c:pt>
                <c:pt idx="6941">
                  <c:v>9.1642322771978613</c:v>
                </c:pt>
                <c:pt idx="6942">
                  <c:v>9.162217465609972</c:v>
                </c:pt>
                <c:pt idx="6943">
                  <c:v>9.1595649096057503</c:v>
                </c:pt>
                <c:pt idx="6944">
                  <c:v>9.1578935794112226</c:v>
                </c:pt>
                <c:pt idx="6945">
                  <c:v>9.1564819546604568</c:v>
                </c:pt>
                <c:pt idx="6946">
                  <c:v>9.1564945210528954</c:v>
                </c:pt>
                <c:pt idx="6947">
                  <c:v>9.1557792838831826</c:v>
                </c:pt>
                <c:pt idx="6948">
                  <c:v>9.1550462443241791</c:v>
                </c:pt>
                <c:pt idx="6949">
                  <c:v>9.1537822746845841</c:v>
                </c:pt>
                <c:pt idx="6950">
                  <c:v>9.1555310976324922</c:v>
                </c:pt>
                <c:pt idx="6951">
                  <c:v>9.1549614211752086</c:v>
                </c:pt>
                <c:pt idx="6952">
                  <c:v>9.153653469162073</c:v>
                </c:pt>
                <c:pt idx="6953">
                  <c:v>9.153735150712933</c:v>
                </c:pt>
                <c:pt idx="6954">
                  <c:v>9.1509014292177007</c:v>
                </c:pt>
                <c:pt idx="6955">
                  <c:v>9.1470676323241129</c:v>
                </c:pt>
                <c:pt idx="6956">
                  <c:v>9.1456245915922452</c:v>
                </c:pt>
                <c:pt idx="6957">
                  <c:v>9.1451125111003133</c:v>
                </c:pt>
                <c:pt idx="6958">
                  <c:v>9.1413844813430956</c:v>
                </c:pt>
                <c:pt idx="6959">
                  <c:v>9.139678593569359</c:v>
                </c:pt>
                <c:pt idx="6960">
                  <c:v>9.1409111472278539</c:v>
                </c:pt>
                <c:pt idx="6961">
                  <c:v>9.1411907494596445</c:v>
                </c:pt>
                <c:pt idx="6962">
                  <c:v>9.1383821607492912</c:v>
                </c:pt>
                <c:pt idx="6963">
                  <c:v>9.1350206507715761</c:v>
                </c:pt>
                <c:pt idx="6964">
                  <c:v>9.1333796893587795</c:v>
                </c:pt>
                <c:pt idx="6965">
                  <c:v>9.1346646029857741</c:v>
                </c:pt>
                <c:pt idx="6966">
                  <c:v>9.1370208015682852</c:v>
                </c:pt>
                <c:pt idx="6967">
                  <c:v>9.1337587755307208</c:v>
                </c:pt>
                <c:pt idx="6968">
                  <c:v>9.1299836218018537</c:v>
                </c:pt>
                <c:pt idx="6969">
                  <c:v>9.1291395791096299</c:v>
                </c:pt>
                <c:pt idx="6970">
                  <c:v>9.1292065998693097</c:v>
                </c:pt>
                <c:pt idx="6971">
                  <c:v>9.1314067657456892</c:v>
                </c:pt>
                <c:pt idx="6972">
                  <c:v>9.1361704756798421</c:v>
                </c:pt>
                <c:pt idx="6973">
                  <c:v>9.1373925573446382</c:v>
                </c:pt>
                <c:pt idx="6974">
                  <c:v>9.1362155052527516</c:v>
                </c:pt>
                <c:pt idx="6975">
                  <c:v>9.1344038503426432</c:v>
                </c:pt>
                <c:pt idx="6976">
                  <c:v>9.132955573613927</c:v>
                </c:pt>
                <c:pt idx="6977">
                  <c:v>9.1359023926411211</c:v>
                </c:pt>
                <c:pt idx="6978">
                  <c:v>9.1371014359197762</c:v>
                </c:pt>
                <c:pt idx="6979">
                  <c:v>9.1357945311060096</c:v>
                </c:pt>
                <c:pt idx="6980">
                  <c:v>9.1344279359281533</c:v>
                </c:pt>
                <c:pt idx="6981">
                  <c:v>9.1310025467888671</c:v>
                </c:pt>
                <c:pt idx="6982">
                  <c:v>9.1308203340984875</c:v>
                </c:pt>
                <c:pt idx="6983">
                  <c:v>9.1355871856307491</c:v>
                </c:pt>
                <c:pt idx="6984">
                  <c:v>9.1389759227920848</c:v>
                </c:pt>
                <c:pt idx="6985">
                  <c:v>9.1361568620880309</c:v>
                </c:pt>
                <c:pt idx="6986">
                  <c:v>9.1322382420454744</c:v>
                </c:pt>
                <c:pt idx="6987">
                  <c:v>9.1294694469111803</c:v>
                </c:pt>
                <c:pt idx="6988">
                  <c:v>9.1278326742958633</c:v>
                </c:pt>
                <c:pt idx="6989">
                  <c:v>9.1252439974532109</c:v>
                </c:pt>
                <c:pt idx="6990">
                  <c:v>9.123031265184391</c:v>
                </c:pt>
                <c:pt idx="6991">
                  <c:v>9.1221757032990975</c:v>
                </c:pt>
                <c:pt idx="6992">
                  <c:v>9.1221065881406762</c:v>
                </c:pt>
                <c:pt idx="6993">
                  <c:v>9.12083633530486</c:v>
                </c:pt>
                <c:pt idx="6994">
                  <c:v>9.1235831392523838</c:v>
                </c:pt>
                <c:pt idx="6995">
                  <c:v>9.125981225809694</c:v>
                </c:pt>
                <c:pt idx="6996">
                  <c:v>9.1275624968584026</c:v>
                </c:pt>
                <c:pt idx="6997">
                  <c:v>9.1292610542365491</c:v>
                </c:pt>
                <c:pt idx="6998">
                  <c:v>9.1271813162877198</c:v>
                </c:pt>
                <c:pt idx="6999">
                  <c:v>9.1241381549184855</c:v>
                </c:pt>
                <c:pt idx="7000">
                  <c:v>9.1233401889985419</c:v>
                </c:pt>
                <c:pt idx="7001">
                  <c:v>9.1213012918251426</c:v>
                </c:pt>
                <c:pt idx="7002">
                  <c:v>9.1221243905299669</c:v>
                </c:pt>
                <c:pt idx="7003">
                  <c:v>9.1240700869594349</c:v>
                </c:pt>
                <c:pt idx="7004">
                  <c:v>9.1249204128478798</c:v>
                </c:pt>
                <c:pt idx="7005">
                  <c:v>9.1228396276996797</c:v>
                </c:pt>
                <c:pt idx="7006">
                  <c:v>9.1190969371512818</c:v>
                </c:pt>
                <c:pt idx="7007">
                  <c:v>9.1177921267362567</c:v>
                </c:pt>
                <c:pt idx="7008">
                  <c:v>9.1203127356198586</c:v>
                </c:pt>
                <c:pt idx="7009">
                  <c:v>9.1261424945126759</c:v>
                </c:pt>
                <c:pt idx="7010">
                  <c:v>9.1278756094700331</c:v>
                </c:pt>
                <c:pt idx="7011">
                  <c:v>9.1286767169880871</c:v>
                </c:pt>
                <c:pt idx="7012">
                  <c:v>9.127851523884523</c:v>
                </c:pt>
                <c:pt idx="7013">
                  <c:v>9.1235391568788433</c:v>
                </c:pt>
                <c:pt idx="7014">
                  <c:v>9.1190309635909728</c:v>
                </c:pt>
                <c:pt idx="7015">
                  <c:v>9.1131383727359552</c:v>
                </c:pt>
                <c:pt idx="7016">
                  <c:v>9.1096815676155689</c:v>
                </c:pt>
                <c:pt idx="7017">
                  <c:v>9.1082364324849614</c:v>
                </c:pt>
                <c:pt idx="7018">
                  <c:v>9.1093119062379575</c:v>
                </c:pt>
                <c:pt idx="7019">
                  <c:v>9.1112282810850669</c:v>
                </c:pt>
                <c:pt idx="7020">
                  <c:v>9.1122304508821603</c:v>
                </c:pt>
                <c:pt idx="7021">
                  <c:v>9.1129676792386434</c:v>
                </c:pt>
                <c:pt idx="7022">
                  <c:v>9.1127645225608624</c:v>
                </c:pt>
                <c:pt idx="7023">
                  <c:v>9.1122922356449916</c:v>
                </c:pt>
                <c:pt idx="7024">
                  <c:v>9.11193199906171</c:v>
                </c:pt>
                <c:pt idx="7025">
                  <c:v>9.111180109914045</c:v>
                </c:pt>
                <c:pt idx="7026">
                  <c:v>9.1103528224117412</c:v>
                </c:pt>
                <c:pt idx="7027">
                  <c:v>9.1099423202586998</c:v>
                </c:pt>
                <c:pt idx="7028">
                  <c:v>9.1074206641757289</c:v>
                </c:pt>
                <c:pt idx="7029">
                  <c:v>9.1062216208970721</c:v>
                </c:pt>
                <c:pt idx="7030">
                  <c:v>9.1080667861870221</c:v>
                </c:pt>
                <c:pt idx="7031">
                  <c:v>9.1081840725164618</c:v>
                </c:pt>
                <c:pt idx="7032">
                  <c:v>9.1056655580315997</c:v>
                </c:pt>
                <c:pt idx="7033">
                  <c:v>9.104418553021798</c:v>
                </c:pt>
                <c:pt idx="7034">
                  <c:v>9.1042241928187249</c:v>
                </c:pt>
                <c:pt idx="7035">
                  <c:v>9.1038899267798197</c:v>
                </c:pt>
                <c:pt idx="7036">
                  <c:v>9.1075861216761886</c:v>
                </c:pt>
                <c:pt idx="7037">
                  <c:v>9.1128304961211732</c:v>
                </c:pt>
                <c:pt idx="7038">
                  <c:v>9.1109769532362641</c:v>
                </c:pt>
                <c:pt idx="7039">
                  <c:v>9.1069379052661557</c:v>
                </c:pt>
                <c:pt idx="7040">
                  <c:v>9.1053074158470579</c:v>
                </c:pt>
                <c:pt idx="7041">
                  <c:v>9.1035215220414525</c:v>
                </c:pt>
                <c:pt idx="7042">
                  <c:v>9.1023459360286854</c:v>
                </c:pt>
                <c:pt idx="7043">
                  <c:v>9.1027803143273633</c:v>
                </c:pt>
                <c:pt idx="7044">
                  <c:v>9.1041655496540059</c:v>
                </c:pt>
                <c:pt idx="7045">
                  <c:v>9.1054655429519293</c:v>
                </c:pt>
                <c:pt idx="7046">
                  <c:v>9.1070143508201671</c:v>
                </c:pt>
                <c:pt idx="7047">
                  <c:v>9.1070038788264664</c:v>
                </c:pt>
                <c:pt idx="7048">
                  <c:v>9.1038303411356676</c:v>
                </c:pt>
                <c:pt idx="7049">
                  <c:v>9.103358368379606</c:v>
                </c:pt>
                <c:pt idx="7050">
                  <c:v>9.105581782082</c:v>
                </c:pt>
                <c:pt idx="7051">
                  <c:v>9.1049136688839365</c:v>
                </c:pt>
                <c:pt idx="7052">
                  <c:v>9.1048257041368572</c:v>
                </c:pt>
                <c:pt idx="7053">
                  <c:v>9.1062415176851026</c:v>
                </c:pt>
                <c:pt idx="7054">
                  <c:v>9.1056666052309705</c:v>
                </c:pt>
                <c:pt idx="7055">
                  <c:v>9.1046144840239265</c:v>
                </c:pt>
                <c:pt idx="7056">
                  <c:v>9.1049503208618869</c:v>
                </c:pt>
                <c:pt idx="7057">
                  <c:v>9.1046787820652444</c:v>
                </c:pt>
                <c:pt idx="7058">
                  <c:v>9.1020872777842943</c:v>
                </c:pt>
                <c:pt idx="7059">
                  <c:v>9.1005472663907643</c:v>
                </c:pt>
                <c:pt idx="7060">
                  <c:v>9.0990939631050711</c:v>
                </c:pt>
                <c:pt idx="7061">
                  <c:v>9.0984669001223129</c:v>
                </c:pt>
                <c:pt idx="7062">
                  <c:v>9.0982702360806265</c:v>
                </c:pt>
                <c:pt idx="7063">
                  <c:v>9.0955808186585791</c:v>
                </c:pt>
                <c:pt idx="7064">
                  <c:v>9.0968868857128502</c:v>
                </c:pt>
                <c:pt idx="7065">
                  <c:v>9.099537033158521</c:v>
                </c:pt>
                <c:pt idx="7066">
                  <c:v>9.0984444900557939</c:v>
                </c:pt>
                <c:pt idx="7067">
                  <c:v>9.0980161855134636</c:v>
                </c:pt>
                <c:pt idx="7068">
                  <c:v>9.0948411817435453</c:v>
                </c:pt>
                <c:pt idx="7069">
                  <c:v>9.0937695826282194</c:v>
                </c:pt>
                <c:pt idx="7070">
                  <c:v>9.0939783941825976</c:v>
                </c:pt>
                <c:pt idx="7071">
                  <c:v>9.0929865916592671</c:v>
                </c:pt>
                <c:pt idx="7072">
                  <c:v>9.0927131679037583</c:v>
                </c:pt>
                <c:pt idx="7073">
                  <c:v>9.0939606965132445</c:v>
                </c:pt>
                <c:pt idx="7074">
                  <c:v>9.0961369862439891</c:v>
                </c:pt>
                <c:pt idx="7075">
                  <c:v>9.0947303880501984</c:v>
                </c:pt>
                <c:pt idx="7076">
                  <c:v>9.0928977891526905</c:v>
                </c:pt>
                <c:pt idx="7077">
                  <c:v>9.0930170651609341</c:v>
                </c:pt>
                <c:pt idx="7078">
                  <c:v>9.0939564029958273</c:v>
                </c:pt>
                <c:pt idx="7079">
                  <c:v>9.093611455523348</c:v>
                </c:pt>
                <c:pt idx="7080">
                  <c:v>9.0931906908164812</c:v>
                </c:pt>
                <c:pt idx="7081">
                  <c:v>9.0906118576479056</c:v>
                </c:pt>
                <c:pt idx="7082">
                  <c:v>9.0889569684834886</c:v>
                </c:pt>
                <c:pt idx="7083">
                  <c:v>9.0895486361275406</c:v>
                </c:pt>
                <c:pt idx="7084">
                  <c:v>9.0924080140073382</c:v>
                </c:pt>
                <c:pt idx="7085">
                  <c:v>9.0919053583097362</c:v>
                </c:pt>
                <c:pt idx="7086">
                  <c:v>9.0888243930432449</c:v>
                </c:pt>
                <c:pt idx="7087">
                  <c:v>9.0903128822277708</c:v>
                </c:pt>
                <c:pt idx="7088">
                  <c:v>9.0924804802037436</c:v>
                </c:pt>
                <c:pt idx="7089">
                  <c:v>9.0923431923663358</c:v>
                </c:pt>
                <c:pt idx="7090">
                  <c:v>9.091743461287134</c:v>
                </c:pt>
                <c:pt idx="7091">
                  <c:v>9.0869447748940235</c:v>
                </c:pt>
                <c:pt idx="7092">
                  <c:v>9.0835458798987982</c:v>
                </c:pt>
                <c:pt idx="7093">
                  <c:v>9.0827203726354231</c:v>
                </c:pt>
                <c:pt idx="7094">
                  <c:v>9.0827536735753895</c:v>
                </c:pt>
                <c:pt idx="7095">
                  <c:v>9.0833550801735843</c:v>
                </c:pt>
                <c:pt idx="7096">
                  <c:v>9.0818137074208742</c:v>
                </c:pt>
                <c:pt idx="7097">
                  <c:v>9.0807746762059551</c:v>
                </c:pt>
                <c:pt idx="7098">
                  <c:v>9.0845992577450865</c:v>
                </c:pt>
                <c:pt idx="7099">
                  <c:v>9.0883627875609463</c:v>
                </c:pt>
                <c:pt idx="7100">
                  <c:v>9.0877126861920487</c:v>
                </c:pt>
                <c:pt idx="7101">
                  <c:v>9.0844285642477764</c:v>
                </c:pt>
                <c:pt idx="7102">
                  <c:v>9.0824425506425612</c:v>
                </c:pt>
                <c:pt idx="7103">
                  <c:v>9.0856864601310257</c:v>
                </c:pt>
                <c:pt idx="7104">
                  <c:v>9.0892157314478155</c:v>
                </c:pt>
                <c:pt idx="7105">
                  <c:v>9.0923793207446</c:v>
                </c:pt>
                <c:pt idx="7106">
                  <c:v>9.091249183184491</c:v>
                </c:pt>
                <c:pt idx="7107">
                  <c:v>9.0901655412764111</c:v>
                </c:pt>
                <c:pt idx="7108">
                  <c:v>9.0890917430424079</c:v>
                </c:pt>
                <c:pt idx="7109">
                  <c:v>9.0863193874302564</c:v>
                </c:pt>
                <c:pt idx="7110">
                  <c:v>9.0832808337382502</c:v>
                </c:pt>
                <c:pt idx="7111">
                  <c:v>9.0805649221721421</c:v>
                </c:pt>
                <c:pt idx="7112">
                  <c:v>9.0803524454199689</c:v>
                </c:pt>
                <c:pt idx="7113">
                  <c:v>9.0809798225625382</c:v>
                </c:pt>
                <c:pt idx="7114">
                  <c:v>9.0828576604728308</c:v>
                </c:pt>
                <c:pt idx="7115">
                  <c:v>9.0842092806996959</c:v>
                </c:pt>
                <c:pt idx="7116">
                  <c:v>9.0827195348759275</c:v>
                </c:pt>
                <c:pt idx="7117">
                  <c:v>9.081859993633028</c:v>
                </c:pt>
                <c:pt idx="7118">
                  <c:v>9.0832152790576881</c:v>
                </c:pt>
                <c:pt idx="7119">
                  <c:v>9.0863394936581603</c:v>
                </c:pt>
                <c:pt idx="7120">
                  <c:v>9.087559376204279</c:v>
                </c:pt>
                <c:pt idx="7121">
                  <c:v>9.0856325293634708</c:v>
                </c:pt>
                <c:pt idx="7122">
                  <c:v>9.0827738845232311</c:v>
                </c:pt>
                <c:pt idx="7123">
                  <c:v>9.0808261984149592</c:v>
                </c:pt>
                <c:pt idx="7124">
                  <c:v>9.0801903389574914</c:v>
                </c:pt>
                <c:pt idx="7125">
                  <c:v>9.0806494311613015</c:v>
                </c:pt>
                <c:pt idx="7126">
                  <c:v>9.0802412328468751</c:v>
                </c:pt>
                <c:pt idx="7127">
                  <c:v>9.0804906757368098</c:v>
                </c:pt>
                <c:pt idx="7128">
                  <c:v>9.0823958455506588</c:v>
                </c:pt>
                <c:pt idx="7129">
                  <c:v>9.0824481007992226</c:v>
                </c:pt>
                <c:pt idx="7130">
                  <c:v>9.0798545021195309</c:v>
                </c:pt>
                <c:pt idx="7131">
                  <c:v>9.0793897550391236</c:v>
                </c:pt>
                <c:pt idx="7132">
                  <c:v>9.0813360797882137</c:v>
                </c:pt>
                <c:pt idx="7133">
                  <c:v>9.0847138213561642</c:v>
                </c:pt>
                <c:pt idx="7134">
                  <c:v>9.0832160120972478</c:v>
                </c:pt>
                <c:pt idx="7135">
                  <c:v>9.0774215438231991</c:v>
                </c:pt>
                <c:pt idx="7136">
                  <c:v>9.0742450739741631</c:v>
                </c:pt>
                <c:pt idx="7137">
                  <c:v>9.0735593678266842</c:v>
                </c:pt>
                <c:pt idx="7138">
                  <c:v>9.0738550969287743</c:v>
                </c:pt>
                <c:pt idx="7139">
                  <c:v>9.0732327463431801</c:v>
                </c:pt>
                <c:pt idx="7140">
                  <c:v>9.0741429720355882</c:v>
                </c:pt>
                <c:pt idx="7141">
                  <c:v>9.0778591684399235</c:v>
                </c:pt>
                <c:pt idx="7142">
                  <c:v>9.0836576160715783</c:v>
                </c:pt>
                <c:pt idx="7143">
                  <c:v>9.0861952943049111</c:v>
                </c:pt>
                <c:pt idx="7144">
                  <c:v>9.0839065353618285</c:v>
                </c:pt>
                <c:pt idx="7145">
                  <c:v>9.0818677429083667</c:v>
                </c:pt>
                <c:pt idx="7146">
                  <c:v>9.0837452666588483</c:v>
                </c:pt>
                <c:pt idx="7147">
                  <c:v>9.084510036358763</c:v>
                </c:pt>
                <c:pt idx="7148">
                  <c:v>9.0864986679624007</c:v>
                </c:pt>
                <c:pt idx="7149">
                  <c:v>9.0869242497863709</c:v>
                </c:pt>
                <c:pt idx="7150">
                  <c:v>9.0823658956486764</c:v>
                </c:pt>
                <c:pt idx="7151">
                  <c:v>9.0784618316773624</c:v>
                </c:pt>
                <c:pt idx="7152">
                  <c:v>9.0782462133270787</c:v>
                </c:pt>
                <c:pt idx="7153">
                  <c:v>9.0786016327932568</c:v>
                </c:pt>
                <c:pt idx="7154">
                  <c:v>9.0769589958614674</c:v>
                </c:pt>
                <c:pt idx="7155">
                  <c:v>9.0764490097682753</c:v>
                </c:pt>
                <c:pt idx="7156">
                  <c:v>9.0780998148551522</c:v>
                </c:pt>
                <c:pt idx="7157">
                  <c:v>9.0789944372769469</c:v>
                </c:pt>
                <c:pt idx="7158">
                  <c:v>9.079827379655848</c:v>
                </c:pt>
                <c:pt idx="7159">
                  <c:v>9.077145816229077</c:v>
                </c:pt>
                <c:pt idx="7160">
                  <c:v>9.0733015473417886</c:v>
                </c:pt>
                <c:pt idx="7161">
                  <c:v>9.0745104342945222</c:v>
                </c:pt>
                <c:pt idx="7162">
                  <c:v>9.0763088944925698</c:v>
                </c:pt>
                <c:pt idx="7163">
                  <c:v>9.0778283807784454</c:v>
                </c:pt>
                <c:pt idx="7164">
                  <c:v>9.0789787292863959</c:v>
                </c:pt>
                <c:pt idx="7165">
                  <c:v>9.0791411499086845</c:v>
                </c:pt>
                <c:pt idx="7166">
                  <c:v>9.0773064566124351</c:v>
                </c:pt>
                <c:pt idx="7167">
                  <c:v>9.0769019234958037</c:v>
                </c:pt>
                <c:pt idx="7168">
                  <c:v>9.0784569098403232</c:v>
                </c:pt>
                <c:pt idx="7169">
                  <c:v>9.077878018028585</c:v>
                </c:pt>
                <c:pt idx="7170">
                  <c:v>9.0757384849957266</c:v>
                </c:pt>
                <c:pt idx="7171">
                  <c:v>9.075261066802943</c:v>
                </c:pt>
                <c:pt idx="7172">
                  <c:v>9.0741858024898221</c:v>
                </c:pt>
                <c:pt idx="7173">
                  <c:v>9.074935806678619</c:v>
                </c:pt>
                <c:pt idx="7174">
                  <c:v>9.0767237948829642</c:v>
                </c:pt>
                <c:pt idx="7175">
                  <c:v>9.07697952096912</c:v>
                </c:pt>
                <c:pt idx="7176">
                  <c:v>9.0761406095538089</c:v>
                </c:pt>
                <c:pt idx="7177">
                  <c:v>9.0745173458103654</c:v>
                </c:pt>
                <c:pt idx="7178">
                  <c:v>9.0726214960709086</c:v>
                </c:pt>
                <c:pt idx="7179">
                  <c:v>9.0739308094432243</c:v>
                </c:pt>
                <c:pt idx="7180">
                  <c:v>9.077467411155606</c:v>
                </c:pt>
                <c:pt idx="7181">
                  <c:v>9.0779484945461864</c:v>
                </c:pt>
                <c:pt idx="7182">
                  <c:v>9.0798933532161588</c:v>
                </c:pt>
                <c:pt idx="7183">
                  <c:v>9.0822232670944825</c:v>
                </c:pt>
                <c:pt idx="7184">
                  <c:v>9.0816860538176698</c:v>
                </c:pt>
                <c:pt idx="7185">
                  <c:v>9.082144412981922</c:v>
                </c:pt>
                <c:pt idx="7186">
                  <c:v>9.0821341504280948</c:v>
                </c:pt>
                <c:pt idx="7187">
                  <c:v>9.082831480488581</c:v>
                </c:pt>
                <c:pt idx="7188">
                  <c:v>9.0822581388335042</c:v>
                </c:pt>
                <c:pt idx="7189">
                  <c:v>9.0816874151768516</c:v>
                </c:pt>
                <c:pt idx="7190">
                  <c:v>9.0801982976727036</c:v>
                </c:pt>
                <c:pt idx="7191">
                  <c:v>9.0803344335908047</c:v>
                </c:pt>
                <c:pt idx="7192">
                  <c:v>9.0796187775413433</c:v>
                </c:pt>
                <c:pt idx="7193">
                  <c:v>9.0811283154332063</c:v>
                </c:pt>
                <c:pt idx="7194">
                  <c:v>9.0821449365816065</c:v>
                </c:pt>
                <c:pt idx="7195">
                  <c:v>9.0797466405844212</c:v>
                </c:pt>
                <c:pt idx="7196">
                  <c:v>9.0767837994068667</c:v>
                </c:pt>
                <c:pt idx="7197">
                  <c:v>9.0777556004222308</c:v>
                </c:pt>
                <c:pt idx="7198">
                  <c:v>9.077091990181458</c:v>
                </c:pt>
                <c:pt idx="7199">
                  <c:v>9.076086992946065</c:v>
                </c:pt>
                <c:pt idx="7200">
                  <c:v>9.0777141313271787</c:v>
                </c:pt>
                <c:pt idx="7201">
                  <c:v>9.0783392046311349</c:v>
                </c:pt>
                <c:pt idx="7202">
                  <c:v>9.0784414112896474</c:v>
                </c:pt>
                <c:pt idx="7203">
                  <c:v>9.0775227032823409</c:v>
                </c:pt>
                <c:pt idx="7204">
                  <c:v>9.0743244516864099</c:v>
                </c:pt>
                <c:pt idx="7205">
                  <c:v>9.0729814184943791</c:v>
                </c:pt>
                <c:pt idx="7206">
                  <c:v>9.0723650369451931</c:v>
                </c:pt>
                <c:pt idx="7207">
                  <c:v>9.0762575817234392</c:v>
                </c:pt>
                <c:pt idx="7208">
                  <c:v>9.0810391987668186</c:v>
                </c:pt>
                <c:pt idx="7209">
                  <c:v>9.0830568377930057</c:v>
                </c:pt>
                <c:pt idx="7210">
                  <c:v>9.0866599366653826</c:v>
                </c:pt>
                <c:pt idx="7211">
                  <c:v>9.0881371160967106</c:v>
                </c:pt>
                <c:pt idx="7212">
                  <c:v>9.0879319697401275</c:v>
                </c:pt>
                <c:pt idx="7213">
                  <c:v>9.0854705276209309</c:v>
                </c:pt>
                <c:pt idx="7214">
                  <c:v>9.0804841831007153</c:v>
                </c:pt>
                <c:pt idx="7215">
                  <c:v>9.0793457726655831</c:v>
                </c:pt>
                <c:pt idx="7216">
                  <c:v>9.0794222182195927</c:v>
                </c:pt>
                <c:pt idx="7217">
                  <c:v>9.0815396553457433</c:v>
                </c:pt>
                <c:pt idx="7218">
                  <c:v>9.0835937369100073</c:v>
                </c:pt>
                <c:pt idx="7219">
                  <c:v>9.0843481393361589</c:v>
                </c:pt>
                <c:pt idx="7220">
                  <c:v>9.0827255039123376</c:v>
                </c:pt>
                <c:pt idx="7221">
                  <c:v>9.0827574434931222</c:v>
                </c:pt>
                <c:pt idx="7222">
                  <c:v>9.0838637049075945</c:v>
                </c:pt>
                <c:pt idx="7223">
                  <c:v>9.084192839669587</c:v>
                </c:pt>
                <c:pt idx="7224">
                  <c:v>9.0847043965618344</c:v>
                </c:pt>
                <c:pt idx="7225">
                  <c:v>9.0827907444330886</c:v>
                </c:pt>
                <c:pt idx="7226">
                  <c:v>9.0803527595797799</c:v>
                </c:pt>
                <c:pt idx="7227">
                  <c:v>9.0802219643784667</c:v>
                </c:pt>
                <c:pt idx="7228">
                  <c:v>9.0817367382671783</c:v>
                </c:pt>
                <c:pt idx="7229">
                  <c:v>9.0821942596719332</c:v>
                </c:pt>
                <c:pt idx="7230">
                  <c:v>9.0792824171036983</c:v>
                </c:pt>
                <c:pt idx="7231">
                  <c:v>9.0752073454752615</c:v>
                </c:pt>
                <c:pt idx="7232">
                  <c:v>9.0724617981669819</c:v>
                </c:pt>
                <c:pt idx="7233">
                  <c:v>9.0725453646767082</c:v>
                </c:pt>
                <c:pt idx="7234">
                  <c:v>9.0753187674882287</c:v>
                </c:pt>
                <c:pt idx="7235">
                  <c:v>9.0767551061441285</c:v>
                </c:pt>
                <c:pt idx="7236">
                  <c:v>9.0797665373724517</c:v>
                </c:pt>
                <c:pt idx="7237">
                  <c:v>9.0840688512641794</c:v>
                </c:pt>
                <c:pt idx="7238">
                  <c:v>9.085559853727192</c:v>
                </c:pt>
                <c:pt idx="7239">
                  <c:v>9.0852679992627721</c:v>
                </c:pt>
                <c:pt idx="7240">
                  <c:v>9.0847462845366351</c:v>
                </c:pt>
                <c:pt idx="7241">
                  <c:v>9.08422593116968</c:v>
                </c:pt>
                <c:pt idx="7242">
                  <c:v>9.0855822637937109</c:v>
                </c:pt>
                <c:pt idx="7243">
                  <c:v>9.0861125655546804</c:v>
                </c:pt>
                <c:pt idx="7244">
                  <c:v>9.0852307189651995</c:v>
                </c:pt>
                <c:pt idx="7245">
                  <c:v>9.0872557931069142</c:v>
                </c:pt>
                <c:pt idx="7246">
                  <c:v>9.0878460993917862</c:v>
                </c:pt>
                <c:pt idx="7247">
                  <c:v>9.0875553968466729</c:v>
                </c:pt>
                <c:pt idx="7248">
                  <c:v>9.08629938592229</c:v>
                </c:pt>
                <c:pt idx="7249">
                  <c:v>9.0821432610626136</c:v>
                </c:pt>
                <c:pt idx="7250">
                  <c:v>9.0799061290484726</c:v>
                </c:pt>
                <c:pt idx="7251">
                  <c:v>9.0816319136102415</c:v>
                </c:pt>
                <c:pt idx="7252">
                  <c:v>9.084632872844864</c:v>
                </c:pt>
                <c:pt idx="7253">
                  <c:v>9.0888166437679079</c:v>
                </c:pt>
                <c:pt idx="7254">
                  <c:v>9.0896686451753439</c:v>
                </c:pt>
                <c:pt idx="7255">
                  <c:v>9.0899881457031313</c:v>
                </c:pt>
                <c:pt idx="7256">
                  <c:v>9.0880456955917097</c:v>
                </c:pt>
                <c:pt idx="7257">
                  <c:v>9.0863630556439858</c:v>
                </c:pt>
                <c:pt idx="7258">
                  <c:v>9.087450991069483</c:v>
                </c:pt>
                <c:pt idx="7259">
                  <c:v>9.0859351699814024</c:v>
                </c:pt>
                <c:pt idx="7260">
                  <c:v>9.0842712749024006</c:v>
                </c:pt>
                <c:pt idx="7261">
                  <c:v>9.0828917991722928</c:v>
                </c:pt>
                <c:pt idx="7262">
                  <c:v>9.0838175234153784</c:v>
                </c:pt>
                <c:pt idx="7263">
                  <c:v>9.0830877301744213</c:v>
                </c:pt>
                <c:pt idx="7264">
                  <c:v>9.0815698146875992</c:v>
                </c:pt>
                <c:pt idx="7265">
                  <c:v>9.0822078732637426</c:v>
                </c:pt>
                <c:pt idx="7266">
                  <c:v>9.0825837131176375</c:v>
                </c:pt>
                <c:pt idx="7267">
                  <c:v>9.0824876849354084</c:v>
                </c:pt>
                <c:pt idx="7268">
                  <c:v>9.0815943191528579</c:v>
                </c:pt>
                <c:pt idx="7269">
                  <c:v>9.0814117923026654</c:v>
                </c:pt>
                <c:pt idx="7270">
                  <c:v>9.0802325410921032</c:v>
                </c:pt>
                <c:pt idx="7271">
                  <c:v>9.0775135926478221</c:v>
                </c:pt>
                <c:pt idx="7272">
                  <c:v>9.0786498039642787</c:v>
                </c:pt>
                <c:pt idx="7273">
                  <c:v>9.081215128260979</c:v>
                </c:pt>
                <c:pt idx="7274">
                  <c:v>9.0820484895196287</c:v>
                </c:pt>
                <c:pt idx="7275">
                  <c:v>9.0814913794547856</c:v>
                </c:pt>
                <c:pt idx="7276">
                  <c:v>9.0815391317460588</c:v>
                </c:pt>
                <c:pt idx="7277">
                  <c:v>9.0814791272221562</c:v>
                </c:pt>
                <c:pt idx="7278">
                  <c:v>9.0840438231992362</c:v>
                </c:pt>
                <c:pt idx="7279">
                  <c:v>9.0825715656049457</c:v>
                </c:pt>
                <c:pt idx="7280">
                  <c:v>9.0811931370742087</c:v>
                </c:pt>
                <c:pt idx="7281">
                  <c:v>9.0853839242330316</c:v>
                </c:pt>
                <c:pt idx="7282">
                  <c:v>9.0900265779200105</c:v>
                </c:pt>
                <c:pt idx="7283">
                  <c:v>9.0899411264514178</c:v>
                </c:pt>
                <c:pt idx="7284">
                  <c:v>9.0876056624164328</c:v>
                </c:pt>
                <c:pt idx="7285">
                  <c:v>9.084843359918235</c:v>
                </c:pt>
                <c:pt idx="7286">
                  <c:v>9.0851684106026838</c:v>
                </c:pt>
                <c:pt idx="7287">
                  <c:v>9.0853591056079619</c:v>
                </c:pt>
                <c:pt idx="7288">
                  <c:v>9.0862096409362803</c:v>
                </c:pt>
                <c:pt idx="7289">
                  <c:v>9.0869213176281356</c:v>
                </c:pt>
                <c:pt idx="7290">
                  <c:v>9.0860178987316313</c:v>
                </c:pt>
                <c:pt idx="7291">
                  <c:v>9.0838398287619597</c:v>
                </c:pt>
                <c:pt idx="7292">
                  <c:v>9.0834458723589631</c:v>
                </c:pt>
                <c:pt idx="7293">
                  <c:v>9.0862566601879937</c:v>
                </c:pt>
                <c:pt idx="7294">
                  <c:v>9.0883773436321906</c:v>
                </c:pt>
                <c:pt idx="7295">
                  <c:v>9.0857998718227968</c:v>
                </c:pt>
                <c:pt idx="7296">
                  <c:v>9.0849341521036138</c:v>
                </c:pt>
                <c:pt idx="7297">
                  <c:v>9.0873163212305013</c:v>
                </c:pt>
                <c:pt idx="7298">
                  <c:v>9.0877851523884523</c:v>
                </c:pt>
                <c:pt idx="7299">
                  <c:v>9.0879877854665487</c:v>
                </c:pt>
                <c:pt idx="7300">
                  <c:v>9.0873599894442307</c:v>
                </c:pt>
                <c:pt idx="7301">
                  <c:v>9.0861295301844738</c:v>
                </c:pt>
                <c:pt idx="7302">
                  <c:v>9.0869068662768289</c:v>
                </c:pt>
                <c:pt idx="7303">
                  <c:v>9.0867443409346045</c:v>
                </c:pt>
                <c:pt idx="7304">
                  <c:v>9.0856855176515925</c:v>
                </c:pt>
                <c:pt idx="7305">
                  <c:v>9.0841683352043301</c:v>
                </c:pt>
                <c:pt idx="7306">
                  <c:v>9.0851683058827479</c:v>
                </c:pt>
                <c:pt idx="7307">
                  <c:v>9.0867514618903211</c:v>
                </c:pt>
                <c:pt idx="7308">
                  <c:v>9.0887223958246075</c:v>
                </c:pt>
                <c:pt idx="7309">
                  <c:v>9.089937670693498</c:v>
                </c:pt>
                <c:pt idx="7310">
                  <c:v>9.0902524588241214</c:v>
                </c:pt>
                <c:pt idx="7311">
                  <c:v>9.0922059045289281</c:v>
                </c:pt>
                <c:pt idx="7312">
                  <c:v>9.0945717373456425</c:v>
                </c:pt>
                <c:pt idx="7313">
                  <c:v>9.0973778127775073</c:v>
                </c:pt>
                <c:pt idx="7314">
                  <c:v>9.0974925858284603</c:v>
                </c:pt>
                <c:pt idx="7315">
                  <c:v>9.0980820543538368</c:v>
                </c:pt>
                <c:pt idx="7316">
                  <c:v>9.0995375567582055</c:v>
                </c:pt>
                <c:pt idx="7317">
                  <c:v>9.0987889139285887</c:v>
                </c:pt>
                <c:pt idx="7318">
                  <c:v>9.096683205435383</c:v>
                </c:pt>
                <c:pt idx="7319">
                  <c:v>9.0967326332456473</c:v>
                </c:pt>
                <c:pt idx="7320">
                  <c:v>9.0979885394500943</c:v>
                </c:pt>
                <c:pt idx="7321">
                  <c:v>9.0974593896084315</c:v>
                </c:pt>
                <c:pt idx="7322">
                  <c:v>9.0943518254779416</c:v>
                </c:pt>
                <c:pt idx="7323">
                  <c:v>9.0934256823551092</c:v>
                </c:pt>
                <c:pt idx="7324">
                  <c:v>9.0961707060637025</c:v>
                </c:pt>
                <c:pt idx="7325">
                  <c:v>9.0990153184323841</c:v>
                </c:pt>
                <c:pt idx="7326">
                  <c:v>9.1001323660003681</c:v>
                </c:pt>
                <c:pt idx="7327">
                  <c:v>9.09872953772431</c:v>
                </c:pt>
                <c:pt idx="7328">
                  <c:v>9.0987635717038344</c:v>
                </c:pt>
                <c:pt idx="7329">
                  <c:v>9.0992621433238945</c:v>
                </c:pt>
                <c:pt idx="7330">
                  <c:v>9.0982092890772925</c:v>
                </c:pt>
                <c:pt idx="7331">
                  <c:v>9.0993341906405512</c:v>
                </c:pt>
                <c:pt idx="7332">
                  <c:v>9.099024743226714</c:v>
                </c:pt>
                <c:pt idx="7333">
                  <c:v>9.0980285424660288</c:v>
                </c:pt>
                <c:pt idx="7334">
                  <c:v>9.0985494194326701</c:v>
                </c:pt>
                <c:pt idx="7335">
                  <c:v>9.0982955783053807</c:v>
                </c:pt>
                <c:pt idx="7336">
                  <c:v>9.0975192894123946</c:v>
                </c:pt>
                <c:pt idx="7337">
                  <c:v>9.0987483873129698</c:v>
                </c:pt>
                <c:pt idx="7338">
                  <c:v>9.1028496389256564</c:v>
                </c:pt>
                <c:pt idx="7339">
                  <c:v>9.1039340138732978</c:v>
                </c:pt>
                <c:pt idx="7340">
                  <c:v>9.1042746678283599</c:v>
                </c:pt>
                <c:pt idx="7341">
                  <c:v>9.1058184491396208</c:v>
                </c:pt>
                <c:pt idx="7342">
                  <c:v>9.1065891878759437</c:v>
                </c:pt>
                <c:pt idx="7343">
                  <c:v>9.1074175225776184</c:v>
                </c:pt>
                <c:pt idx="7344">
                  <c:v>9.1077913727527093</c:v>
                </c:pt>
                <c:pt idx="7345">
                  <c:v>9.1081243821523721</c:v>
                </c:pt>
                <c:pt idx="7346">
                  <c:v>9.1067001910091658</c:v>
                </c:pt>
                <c:pt idx="7347">
                  <c:v>9.1058048355478114</c:v>
                </c:pt>
                <c:pt idx="7348">
                  <c:v>9.1077829951577502</c:v>
                </c:pt>
                <c:pt idx="7349">
                  <c:v>9.1108827052929637</c:v>
                </c:pt>
                <c:pt idx="7350">
                  <c:v>9.1123110852336513</c:v>
                </c:pt>
                <c:pt idx="7351">
                  <c:v>9.1117288423839291</c:v>
                </c:pt>
                <c:pt idx="7352">
                  <c:v>9.109355888611498</c:v>
                </c:pt>
                <c:pt idx="7353">
                  <c:v>9.1050697015900681</c:v>
                </c:pt>
                <c:pt idx="7354">
                  <c:v>9.0991996255215053</c:v>
                </c:pt>
                <c:pt idx="7355">
                  <c:v>9.0962264170701879</c:v>
                </c:pt>
                <c:pt idx="7356">
                  <c:v>9.0982338982624871</c:v>
                </c:pt>
                <c:pt idx="7357">
                  <c:v>9.1018426520114613</c:v>
                </c:pt>
                <c:pt idx="7358">
                  <c:v>9.1034637166362273</c:v>
                </c:pt>
                <c:pt idx="7359">
                  <c:v>9.1051827991220282</c:v>
                </c:pt>
                <c:pt idx="7360">
                  <c:v>9.1049660288524379</c:v>
                </c:pt>
                <c:pt idx="7361">
                  <c:v>9.1033427651089927</c:v>
                </c:pt>
                <c:pt idx="7362">
                  <c:v>9.104166911013186</c:v>
                </c:pt>
                <c:pt idx="7363">
                  <c:v>9.1077871839552298</c:v>
                </c:pt>
                <c:pt idx="7364">
                  <c:v>9.1090710503828554</c:v>
                </c:pt>
                <c:pt idx="7365">
                  <c:v>9.108659501030445</c:v>
                </c:pt>
                <c:pt idx="7366">
                  <c:v>9.1090836167752958</c:v>
                </c:pt>
                <c:pt idx="7367">
                  <c:v>9.1090249736105751</c:v>
                </c:pt>
                <c:pt idx="7368">
                  <c:v>9.1084647219476231</c:v>
                </c:pt>
                <c:pt idx="7369">
                  <c:v>9.1077421543823203</c:v>
                </c:pt>
                <c:pt idx="7370">
                  <c:v>9.1089432920597151</c:v>
                </c:pt>
                <c:pt idx="7371">
                  <c:v>9.1126702746175621</c:v>
                </c:pt>
                <c:pt idx="7372">
                  <c:v>9.1155343648945255</c:v>
                </c:pt>
                <c:pt idx="7373">
                  <c:v>9.115569969673107</c:v>
                </c:pt>
                <c:pt idx="7374">
                  <c:v>9.1171282023356728</c:v>
                </c:pt>
                <c:pt idx="7375">
                  <c:v>9.1175711676691851</c:v>
                </c:pt>
                <c:pt idx="7376">
                  <c:v>9.1175659316723348</c:v>
                </c:pt>
                <c:pt idx="7377">
                  <c:v>9.116874780088132</c:v>
                </c:pt>
                <c:pt idx="7378">
                  <c:v>9.1158003535345067</c:v>
                </c:pt>
                <c:pt idx="7379">
                  <c:v>9.1161930532982591</c:v>
                </c:pt>
                <c:pt idx="7380">
                  <c:v>9.1134588157431757</c:v>
                </c:pt>
                <c:pt idx="7381">
                  <c:v>9.1130242280046243</c:v>
                </c:pt>
                <c:pt idx="7382">
                  <c:v>9.1153123586280849</c:v>
                </c:pt>
                <c:pt idx="7383">
                  <c:v>9.1183848415796795</c:v>
                </c:pt>
                <c:pt idx="7384">
                  <c:v>9.1190592379739623</c:v>
                </c:pt>
                <c:pt idx="7385">
                  <c:v>9.1204268803511894</c:v>
                </c:pt>
                <c:pt idx="7386">
                  <c:v>9.1199891510145275</c:v>
                </c:pt>
                <c:pt idx="7387">
                  <c:v>9.1208740344821813</c:v>
                </c:pt>
                <c:pt idx="7388">
                  <c:v>9.1209787544191805</c:v>
                </c:pt>
                <c:pt idx="7389">
                  <c:v>9.1210834743561815</c:v>
                </c:pt>
                <c:pt idx="7390">
                  <c:v>9.1195681768677854</c:v>
                </c:pt>
                <c:pt idx="7391">
                  <c:v>9.1216583868103136</c:v>
                </c:pt>
                <c:pt idx="7392">
                  <c:v>9.1254953253020119</c:v>
                </c:pt>
                <c:pt idx="7393">
                  <c:v>9.1294830605029915</c:v>
                </c:pt>
                <c:pt idx="7394">
                  <c:v>9.1306454518036961</c:v>
                </c:pt>
                <c:pt idx="7395">
                  <c:v>9.1258660338789941</c:v>
                </c:pt>
                <c:pt idx="7396">
                  <c:v>9.1259341018380447</c:v>
                </c:pt>
                <c:pt idx="7397">
                  <c:v>9.128515448285107</c:v>
                </c:pt>
                <c:pt idx="7398">
                  <c:v>9.1295197124809402</c:v>
                </c:pt>
                <c:pt idx="7399">
                  <c:v>9.1315921200341812</c:v>
                </c:pt>
                <c:pt idx="7400">
                  <c:v>9.1312203642578282</c:v>
                </c:pt>
                <c:pt idx="7401">
                  <c:v>9.132646649799776</c:v>
                </c:pt>
                <c:pt idx="7402">
                  <c:v>9.133983923395272</c:v>
                </c:pt>
                <c:pt idx="7403">
                  <c:v>9.1341923160699032</c:v>
                </c:pt>
                <c:pt idx="7404">
                  <c:v>9.1362092220565323</c:v>
                </c:pt>
                <c:pt idx="7405">
                  <c:v>9.1381025585175006</c:v>
                </c:pt>
                <c:pt idx="7406">
                  <c:v>9.1369087512356959</c:v>
                </c:pt>
                <c:pt idx="7407">
                  <c:v>9.1362804316136916</c:v>
                </c:pt>
                <c:pt idx="7408">
                  <c:v>9.138780096509894</c:v>
                </c:pt>
                <c:pt idx="7409">
                  <c:v>9.1396042424140873</c:v>
                </c:pt>
                <c:pt idx="7410">
                  <c:v>9.1416347619925276</c:v>
                </c:pt>
                <c:pt idx="7411">
                  <c:v>9.1435155320610555</c:v>
                </c:pt>
                <c:pt idx="7412">
                  <c:v>9.1403875475428507</c:v>
                </c:pt>
                <c:pt idx="7413">
                  <c:v>9.1376868203676089</c:v>
                </c:pt>
                <c:pt idx="7414">
                  <c:v>9.1371370406983559</c:v>
                </c:pt>
                <c:pt idx="7415">
                  <c:v>9.1384387095152722</c:v>
                </c:pt>
                <c:pt idx="7416">
                  <c:v>9.1402367508335711</c:v>
                </c:pt>
                <c:pt idx="7417">
                  <c:v>9.1411551446810648</c:v>
                </c:pt>
                <c:pt idx="7418">
                  <c:v>9.1426547341789117</c:v>
                </c:pt>
                <c:pt idx="7419">
                  <c:v>9.1410493775446948</c:v>
                </c:pt>
                <c:pt idx="7420">
                  <c:v>9.1415562220397764</c:v>
                </c:pt>
                <c:pt idx="7421">
                  <c:v>9.1452989125881743</c:v>
                </c:pt>
                <c:pt idx="7422">
                  <c:v>9.1481116900960071</c:v>
                </c:pt>
                <c:pt idx="7423">
                  <c:v>9.148372442739138</c:v>
                </c:pt>
                <c:pt idx="7424">
                  <c:v>9.1475566744299055</c:v>
                </c:pt>
                <c:pt idx="7425">
                  <c:v>9.1495484476316538</c:v>
                </c:pt>
                <c:pt idx="7426">
                  <c:v>9.1522596468005961</c:v>
                </c:pt>
                <c:pt idx="7427">
                  <c:v>9.1506124021915785</c:v>
                </c:pt>
                <c:pt idx="7428">
                  <c:v>9.147432057704874</c:v>
                </c:pt>
                <c:pt idx="7429">
                  <c:v>9.1450413015431522</c:v>
                </c:pt>
                <c:pt idx="7430">
                  <c:v>9.146678074158471</c:v>
                </c:pt>
                <c:pt idx="7431">
                  <c:v>9.147407972119364</c:v>
                </c:pt>
                <c:pt idx="7432">
                  <c:v>9.1464654926863602</c:v>
                </c:pt>
                <c:pt idx="7433">
                  <c:v>9.1439459310021274</c:v>
                </c:pt>
                <c:pt idx="7434">
                  <c:v>9.1423384799691707</c:v>
                </c:pt>
                <c:pt idx="7435">
                  <c:v>9.1422117688453994</c:v>
                </c:pt>
                <c:pt idx="7436">
                  <c:v>9.1436736591659269</c:v>
                </c:pt>
                <c:pt idx="7437">
                  <c:v>9.1463879999329798</c:v>
                </c:pt>
                <c:pt idx="7438">
                  <c:v>9.1491505118710528</c:v>
                </c:pt>
                <c:pt idx="7439">
                  <c:v>9.1526293081782075</c:v>
                </c:pt>
                <c:pt idx="7440">
                  <c:v>9.1561510396595338</c:v>
                </c:pt>
                <c:pt idx="7441">
                  <c:v>9.1576600539517123</c:v>
                </c:pt>
                <c:pt idx="7442">
                  <c:v>9.1584915302514958</c:v>
                </c:pt>
                <c:pt idx="7443">
                  <c:v>9.1580359985255431</c:v>
                </c:pt>
                <c:pt idx="7444">
                  <c:v>9.1584580198716559</c:v>
                </c:pt>
                <c:pt idx="7445">
                  <c:v>9.1594832280548903</c:v>
                </c:pt>
                <c:pt idx="7446">
                  <c:v>9.1593219593519084</c:v>
                </c:pt>
                <c:pt idx="7447">
                  <c:v>9.159931429385253</c:v>
                </c:pt>
                <c:pt idx="7448">
                  <c:v>9.1590109411390177</c:v>
                </c:pt>
                <c:pt idx="7449">
                  <c:v>9.1587365749040757</c:v>
                </c:pt>
                <c:pt idx="7450">
                  <c:v>9.1598905886098212</c:v>
                </c:pt>
                <c:pt idx="7451">
                  <c:v>9.1588004540656467</c:v>
                </c:pt>
                <c:pt idx="7452">
                  <c:v>9.1560348005294632</c:v>
                </c:pt>
                <c:pt idx="7453">
                  <c:v>9.155751009500193</c:v>
                </c:pt>
                <c:pt idx="7454">
                  <c:v>9.1611639830437479</c:v>
                </c:pt>
                <c:pt idx="7455">
                  <c:v>9.167059715496876</c:v>
                </c:pt>
                <c:pt idx="7456">
                  <c:v>9.1678377846287891</c:v>
                </c:pt>
                <c:pt idx="7457">
                  <c:v>9.1667476500846146</c:v>
                </c:pt>
                <c:pt idx="7458">
                  <c:v>9.1653339309351072</c:v>
                </c:pt>
                <c:pt idx="7459">
                  <c:v>9.1627965668615854</c:v>
                </c:pt>
                <c:pt idx="7460">
                  <c:v>9.1627850476685158</c:v>
                </c:pt>
                <c:pt idx="7461">
                  <c:v>9.1632007858184075</c:v>
                </c:pt>
                <c:pt idx="7462">
                  <c:v>9.1646522041452343</c:v>
                </c:pt>
                <c:pt idx="7463">
                  <c:v>9.1672534473803253</c:v>
                </c:pt>
                <c:pt idx="7464">
                  <c:v>9.169467226848516</c:v>
                </c:pt>
                <c:pt idx="7465">
                  <c:v>9.1695981267697668</c:v>
                </c:pt>
                <c:pt idx="7466">
                  <c:v>9.1683896586967819</c:v>
                </c:pt>
                <c:pt idx="7467">
                  <c:v>9.1676859407201388</c:v>
                </c:pt>
                <c:pt idx="7468">
                  <c:v>9.167522577618417</c:v>
                </c:pt>
                <c:pt idx="7469">
                  <c:v>9.168333109930801</c:v>
                </c:pt>
                <c:pt idx="7470">
                  <c:v>9.1693153829398657</c:v>
                </c:pt>
                <c:pt idx="7471">
                  <c:v>9.1689289663723343</c:v>
                </c:pt>
                <c:pt idx="7472">
                  <c:v>9.17237529949902</c:v>
                </c:pt>
                <c:pt idx="7473">
                  <c:v>9.1770342894961718</c:v>
                </c:pt>
                <c:pt idx="7474">
                  <c:v>9.1771536702243512</c:v>
                </c:pt>
                <c:pt idx="7475">
                  <c:v>9.177469924434094</c:v>
                </c:pt>
                <c:pt idx="7476">
                  <c:v>9.1764436690514888</c:v>
                </c:pt>
                <c:pt idx="7477">
                  <c:v>9.1747042708979105</c:v>
                </c:pt>
                <c:pt idx="7478">
                  <c:v>9.1770374310942806</c:v>
                </c:pt>
                <c:pt idx="7479">
                  <c:v>9.1825729269641272</c:v>
                </c:pt>
                <c:pt idx="7480">
                  <c:v>9.1843039475227446</c:v>
                </c:pt>
                <c:pt idx="7481">
                  <c:v>9.1817791498416632</c:v>
                </c:pt>
                <c:pt idx="7482">
                  <c:v>9.1776877419030551</c:v>
                </c:pt>
                <c:pt idx="7483">
                  <c:v>9.1756216175460352</c:v>
                </c:pt>
                <c:pt idx="7484">
                  <c:v>9.1766017961563602</c:v>
                </c:pt>
                <c:pt idx="7485">
                  <c:v>9.1787537908617196</c:v>
                </c:pt>
                <c:pt idx="7486">
                  <c:v>9.180062790074226</c:v>
                </c:pt>
                <c:pt idx="7487">
                  <c:v>9.180403129869477</c:v>
                </c:pt>
                <c:pt idx="7488">
                  <c:v>9.1793873464805724</c:v>
                </c:pt>
                <c:pt idx="7489">
                  <c:v>9.1780019017140564</c:v>
                </c:pt>
                <c:pt idx="7490">
                  <c:v>9.1769651743377505</c:v>
                </c:pt>
                <c:pt idx="7491">
                  <c:v>9.1779809577266551</c:v>
                </c:pt>
                <c:pt idx="7492">
                  <c:v>9.177616532345894</c:v>
                </c:pt>
                <c:pt idx="7493">
                  <c:v>9.1774521220448033</c:v>
                </c:pt>
                <c:pt idx="7494">
                  <c:v>9.1783380527118279</c:v>
                </c:pt>
                <c:pt idx="7495">
                  <c:v>9.1810167887002994</c:v>
                </c:pt>
                <c:pt idx="7496">
                  <c:v>9.1809769951242401</c:v>
                </c:pt>
                <c:pt idx="7497">
                  <c:v>9.1808680863897596</c:v>
                </c:pt>
                <c:pt idx="7498">
                  <c:v>9.1831153762377902</c:v>
                </c:pt>
                <c:pt idx="7499">
                  <c:v>9.1846956000871263</c:v>
                </c:pt>
                <c:pt idx="7500">
                  <c:v>9.1882864467268739</c:v>
                </c:pt>
                <c:pt idx="7501">
                  <c:v>9.1902614647387022</c:v>
                </c:pt>
                <c:pt idx="7502">
                  <c:v>9.1890257694820967</c:v>
                </c:pt>
                <c:pt idx="7503">
                  <c:v>9.1889158135482472</c:v>
                </c:pt>
                <c:pt idx="7504">
                  <c:v>9.187102064239399</c:v>
                </c:pt>
                <c:pt idx="7505">
                  <c:v>9.1850411758792294</c:v>
                </c:pt>
                <c:pt idx="7506">
                  <c:v>9.1871041586381388</c:v>
                </c:pt>
                <c:pt idx="7507">
                  <c:v>9.1866978452825769</c:v>
                </c:pt>
                <c:pt idx="7508">
                  <c:v>9.1861197912303343</c:v>
                </c:pt>
                <c:pt idx="7509">
                  <c:v>9.1897252986612603</c:v>
                </c:pt>
                <c:pt idx="7510">
                  <c:v>9.194871236365465</c:v>
                </c:pt>
                <c:pt idx="7511">
                  <c:v>9.195560293550928</c:v>
                </c:pt>
                <c:pt idx="7512">
                  <c:v>9.1952021513663862</c:v>
                </c:pt>
                <c:pt idx="7513">
                  <c:v>9.1979688521019387</c:v>
                </c:pt>
                <c:pt idx="7514">
                  <c:v>9.20060884171372</c:v>
                </c:pt>
                <c:pt idx="7515">
                  <c:v>9.2011397717943133</c:v>
                </c:pt>
                <c:pt idx="7516">
                  <c:v>9.2010015414774724</c:v>
                </c:pt>
                <c:pt idx="7517">
                  <c:v>9.1993396360772746</c:v>
                </c:pt>
                <c:pt idx="7518">
                  <c:v>9.198137451200509</c:v>
                </c:pt>
                <c:pt idx="7519">
                  <c:v>9.1971698389826244</c:v>
                </c:pt>
                <c:pt idx="7520">
                  <c:v>9.1942722383258211</c:v>
                </c:pt>
                <c:pt idx="7521">
                  <c:v>9.1930972806326761</c:v>
                </c:pt>
                <c:pt idx="7522">
                  <c:v>9.194685882076973</c:v>
                </c:pt>
                <c:pt idx="7523">
                  <c:v>9.1987134108540118</c:v>
                </c:pt>
                <c:pt idx="7524">
                  <c:v>9.200299917899569</c:v>
                </c:pt>
                <c:pt idx="7525">
                  <c:v>9.1996642678819764</c:v>
                </c:pt>
                <c:pt idx="7526">
                  <c:v>9.2004528090075901</c:v>
                </c:pt>
                <c:pt idx="7527">
                  <c:v>9.2029262939195409</c:v>
                </c:pt>
                <c:pt idx="7528">
                  <c:v>9.2042384347301578</c:v>
                </c:pt>
                <c:pt idx="7529">
                  <c:v>9.202933624315131</c:v>
                </c:pt>
                <c:pt idx="7530">
                  <c:v>9.1990767890354039</c:v>
                </c:pt>
                <c:pt idx="7531">
                  <c:v>9.1955665767471473</c:v>
                </c:pt>
                <c:pt idx="7532">
                  <c:v>9.1946429469028033</c:v>
                </c:pt>
                <c:pt idx="7533">
                  <c:v>9.1970892046311352</c:v>
                </c:pt>
                <c:pt idx="7534">
                  <c:v>9.2005659065395502</c:v>
                </c:pt>
                <c:pt idx="7535">
                  <c:v>9.2025712933331096</c:v>
                </c:pt>
                <c:pt idx="7536">
                  <c:v>9.2046395120888693</c:v>
                </c:pt>
                <c:pt idx="7537">
                  <c:v>9.2057170802406052</c:v>
                </c:pt>
                <c:pt idx="7538">
                  <c:v>9.2052458405241016</c:v>
                </c:pt>
                <c:pt idx="7539">
                  <c:v>9.2058469329624852</c:v>
                </c:pt>
                <c:pt idx="7540">
                  <c:v>9.2067496188194298</c:v>
                </c:pt>
                <c:pt idx="7541">
                  <c:v>9.2067527604175385</c:v>
                </c:pt>
                <c:pt idx="7542">
                  <c:v>9.2081287803897265</c:v>
                </c:pt>
                <c:pt idx="7543">
                  <c:v>9.2091518941742212</c:v>
                </c:pt>
                <c:pt idx="7544">
                  <c:v>9.2114473551932718</c:v>
                </c:pt>
                <c:pt idx="7545">
                  <c:v>9.2130003518589891</c:v>
                </c:pt>
                <c:pt idx="7546">
                  <c:v>9.2158340733542214</c:v>
                </c:pt>
                <c:pt idx="7547">
                  <c:v>9.21556284871739</c:v>
                </c:pt>
                <c:pt idx="7548">
                  <c:v>9.2132129333310999</c:v>
                </c:pt>
                <c:pt idx="7549">
                  <c:v>9.2125971801015361</c:v>
                </c:pt>
                <c:pt idx="7550">
                  <c:v>9.2152748688906385</c:v>
                </c:pt>
                <c:pt idx="7551">
                  <c:v>9.2166812576445558</c:v>
                </c:pt>
                <c:pt idx="7552">
                  <c:v>9.2144674781763651</c:v>
                </c:pt>
                <c:pt idx="7553">
                  <c:v>9.2117238158269519</c:v>
                </c:pt>
                <c:pt idx="7554">
                  <c:v>9.2135522259269802</c:v>
                </c:pt>
                <c:pt idx="7555">
                  <c:v>9.2162728498902542</c:v>
                </c:pt>
                <c:pt idx="7556">
                  <c:v>9.2184625437729331</c:v>
                </c:pt>
                <c:pt idx="7557">
                  <c:v>9.2201024579863606</c:v>
                </c:pt>
                <c:pt idx="7558">
                  <c:v>9.2222031399225912</c:v>
                </c:pt>
                <c:pt idx="7559">
                  <c:v>9.2225141581354819</c:v>
                </c:pt>
                <c:pt idx="7560">
                  <c:v>9.22423889549788</c:v>
                </c:pt>
                <c:pt idx="7561">
                  <c:v>9.2256442370524265</c:v>
                </c:pt>
                <c:pt idx="7562">
                  <c:v>9.2258327329390273</c:v>
                </c:pt>
                <c:pt idx="7563">
                  <c:v>9.2248138079520139</c:v>
                </c:pt>
                <c:pt idx="7564">
                  <c:v>9.2215151299364972</c:v>
                </c:pt>
                <c:pt idx="7565">
                  <c:v>9.2205202905349939</c:v>
                </c:pt>
                <c:pt idx="7566">
                  <c:v>9.219920245295981</c:v>
                </c:pt>
                <c:pt idx="7567">
                  <c:v>9.2183347854497928</c:v>
                </c:pt>
                <c:pt idx="7568">
                  <c:v>9.2209716334634653</c:v>
                </c:pt>
                <c:pt idx="7569">
                  <c:v>9.2227016068227137</c:v>
                </c:pt>
                <c:pt idx="7570">
                  <c:v>9.2214585811705181</c:v>
                </c:pt>
                <c:pt idx="7571">
                  <c:v>9.2202982842685515</c:v>
                </c:pt>
                <c:pt idx="7572">
                  <c:v>9.2215025635440586</c:v>
                </c:pt>
                <c:pt idx="7573">
                  <c:v>9.2210868253941651</c:v>
                </c:pt>
                <c:pt idx="7574">
                  <c:v>9.221264849287067</c:v>
                </c:pt>
                <c:pt idx="7575">
                  <c:v>9.2249907846455432</c:v>
                </c:pt>
                <c:pt idx="7576">
                  <c:v>9.2276538126434655</c:v>
                </c:pt>
                <c:pt idx="7577">
                  <c:v>9.2278758189099079</c:v>
                </c:pt>
                <c:pt idx="7578">
                  <c:v>9.2271752425313736</c:v>
                </c:pt>
                <c:pt idx="7579">
                  <c:v>9.2274129567883652</c:v>
                </c:pt>
                <c:pt idx="7580">
                  <c:v>9.2268485163279319</c:v>
                </c:pt>
                <c:pt idx="7581">
                  <c:v>9.2303461622237482</c:v>
                </c:pt>
                <c:pt idx="7582">
                  <c:v>9.2346553876313191</c:v>
                </c:pt>
                <c:pt idx="7583">
                  <c:v>9.2341757703198564</c:v>
                </c:pt>
                <c:pt idx="7584">
                  <c:v>9.2332521404755123</c:v>
                </c:pt>
                <c:pt idx="7585">
                  <c:v>9.2344763165390482</c:v>
                </c:pt>
                <c:pt idx="7586">
                  <c:v>9.2361109947556255</c:v>
                </c:pt>
                <c:pt idx="7587">
                  <c:v>9.2365497712916582</c:v>
                </c:pt>
                <c:pt idx="7588">
                  <c:v>9.2380818239699742</c:v>
                </c:pt>
                <c:pt idx="7589">
                  <c:v>9.2386515004272578</c:v>
                </c:pt>
                <c:pt idx="7590">
                  <c:v>9.236535110500478</c:v>
                </c:pt>
                <c:pt idx="7591">
                  <c:v>9.2354910527285821</c:v>
                </c:pt>
                <c:pt idx="7592">
                  <c:v>9.2357214365899836</c:v>
                </c:pt>
                <c:pt idx="7593">
                  <c:v>9.2378765728934535</c:v>
                </c:pt>
                <c:pt idx="7594">
                  <c:v>9.2408380527118279</c:v>
                </c:pt>
                <c:pt idx="7595">
                  <c:v>9.2432455640634679</c:v>
                </c:pt>
                <c:pt idx="7596">
                  <c:v>9.2422653854531447</c:v>
                </c:pt>
                <c:pt idx="7597">
                  <c:v>9.2400369451937738</c:v>
                </c:pt>
                <c:pt idx="7598">
                  <c:v>9.2385363084965562</c:v>
                </c:pt>
                <c:pt idx="7599">
                  <c:v>9.2363644170031662</c:v>
                </c:pt>
                <c:pt idx="7600">
                  <c:v>9.2344396645610978</c:v>
                </c:pt>
                <c:pt idx="7601">
                  <c:v>9.2341003719652157</c:v>
                </c:pt>
                <c:pt idx="7602">
                  <c:v>9.2337506073756348</c:v>
                </c:pt>
                <c:pt idx="7603">
                  <c:v>9.2353884271903226</c:v>
                </c:pt>
                <c:pt idx="7604">
                  <c:v>9.240027520399444</c:v>
                </c:pt>
                <c:pt idx="7605">
                  <c:v>9.2453713787845793</c:v>
                </c:pt>
                <c:pt idx="7606">
                  <c:v>9.2478689492820401</c:v>
                </c:pt>
                <c:pt idx="7607">
                  <c:v>9.2474909103094678</c:v>
                </c:pt>
                <c:pt idx="7608">
                  <c:v>9.2460908047517716</c:v>
                </c:pt>
                <c:pt idx="7609">
                  <c:v>9.2445032505068436</c:v>
                </c:pt>
                <c:pt idx="7610">
                  <c:v>9.2418412697082921</c:v>
                </c:pt>
                <c:pt idx="7611">
                  <c:v>9.2428800914833378</c:v>
                </c:pt>
                <c:pt idx="7612">
                  <c:v>9.2478553356902307</c:v>
                </c:pt>
                <c:pt idx="7613">
                  <c:v>9.251612687029807</c:v>
                </c:pt>
                <c:pt idx="7614">
                  <c:v>9.2528420990901932</c:v>
                </c:pt>
                <c:pt idx="7615">
                  <c:v>9.2511843824874749</c:v>
                </c:pt>
                <c:pt idx="7616">
                  <c:v>9.2509896034046548</c:v>
                </c:pt>
                <c:pt idx="7617">
                  <c:v>9.2521111539299294</c:v>
                </c:pt>
                <c:pt idx="7618">
                  <c:v>9.2506618300018424</c:v>
                </c:pt>
                <c:pt idx="7619">
                  <c:v>9.247278328837357</c:v>
                </c:pt>
                <c:pt idx="7620">
                  <c:v>9.2458708928840707</c:v>
                </c:pt>
                <c:pt idx="7621">
                  <c:v>9.2472584320493265</c:v>
                </c:pt>
                <c:pt idx="7622">
                  <c:v>9.2494585979257078</c:v>
                </c:pt>
                <c:pt idx="7623">
                  <c:v>9.2493957659635075</c:v>
                </c:pt>
                <c:pt idx="7624">
                  <c:v>9.2498471088919789</c:v>
                </c:pt>
                <c:pt idx="7625">
                  <c:v>9.2517341621567279</c:v>
                </c:pt>
                <c:pt idx="7626">
                  <c:v>9.2519195164452182</c:v>
                </c:pt>
                <c:pt idx="7627">
                  <c:v>9.2514974950991071</c:v>
                </c:pt>
                <c:pt idx="7628">
                  <c:v>9.2516629525995668</c:v>
                </c:pt>
                <c:pt idx="7629">
                  <c:v>9.2513456511904568</c:v>
                </c:pt>
                <c:pt idx="7630">
                  <c:v>9.2508356650972647</c:v>
                </c:pt>
                <c:pt idx="7631">
                  <c:v>9.2500712095571611</c:v>
                </c:pt>
                <c:pt idx="7632">
                  <c:v>9.2511006065378751</c:v>
                </c:pt>
                <c:pt idx="7633">
                  <c:v>9.2516472446090177</c:v>
                </c:pt>
                <c:pt idx="7634">
                  <c:v>9.2511047953353547</c:v>
                </c:pt>
                <c:pt idx="7635">
                  <c:v>9.2497758993348196</c:v>
                </c:pt>
                <c:pt idx="7636">
                  <c:v>9.2515299582795762</c:v>
                </c:pt>
                <c:pt idx="7637">
                  <c:v>9.251847259688688</c:v>
                </c:pt>
                <c:pt idx="7638">
                  <c:v>9.2510084529933145</c:v>
                </c:pt>
                <c:pt idx="7639">
                  <c:v>9.2507644555401036</c:v>
                </c:pt>
                <c:pt idx="7640">
                  <c:v>9.2505382604761817</c:v>
                </c:pt>
                <c:pt idx="7641">
                  <c:v>9.2530860965434041</c:v>
                </c:pt>
                <c:pt idx="7642">
                  <c:v>9.2560035939882379</c:v>
                </c:pt>
                <c:pt idx="7643">
                  <c:v>9.2570706901462732</c:v>
                </c:pt>
                <c:pt idx="7644">
                  <c:v>9.2563973409513594</c:v>
                </c:pt>
                <c:pt idx="7645">
                  <c:v>9.2574403515238846</c:v>
                </c:pt>
                <c:pt idx="7646">
                  <c:v>9.2570455573613923</c:v>
                </c:pt>
                <c:pt idx="7647">
                  <c:v>9.257437209925774</c:v>
                </c:pt>
                <c:pt idx="7648">
                  <c:v>9.2592017408642331</c:v>
                </c:pt>
                <c:pt idx="7649">
                  <c:v>9.2608029087009704</c:v>
                </c:pt>
                <c:pt idx="7650">
                  <c:v>9.2592017408642331</c:v>
                </c:pt>
                <c:pt idx="7651">
                  <c:v>9.2599620076068554</c:v>
                </c:pt>
                <c:pt idx="7652">
                  <c:v>9.2601337483035362</c:v>
                </c:pt>
                <c:pt idx="7653">
                  <c:v>9.2598855620528457</c:v>
                </c:pt>
                <c:pt idx="7654">
                  <c:v>9.2584613709096395</c:v>
                </c:pt>
                <c:pt idx="7655">
                  <c:v>9.2579608096107773</c:v>
                </c:pt>
                <c:pt idx="7656">
                  <c:v>9.2587462091382804</c:v>
                </c:pt>
                <c:pt idx="7657">
                  <c:v>9.2571659852889425</c:v>
                </c:pt>
                <c:pt idx="7658">
                  <c:v>9.2564716921066292</c:v>
                </c:pt>
                <c:pt idx="7659">
                  <c:v>9.2565146272808008</c:v>
                </c:pt>
                <c:pt idx="7660">
                  <c:v>9.2579000720473168</c:v>
                </c:pt>
                <c:pt idx="7661">
                  <c:v>9.2617569073270438</c:v>
                </c:pt>
                <c:pt idx="7662">
                  <c:v>9.2643393009734769</c:v>
                </c:pt>
                <c:pt idx="7663">
                  <c:v>9.2646775463699882</c:v>
                </c:pt>
                <c:pt idx="7664">
                  <c:v>9.2634627951007822</c:v>
                </c:pt>
                <c:pt idx="7665">
                  <c:v>9.2661321062949256</c:v>
                </c:pt>
                <c:pt idx="7666">
                  <c:v>9.2707240755323959</c:v>
                </c:pt>
                <c:pt idx="7667">
                  <c:v>9.2707397835229468</c:v>
                </c:pt>
                <c:pt idx="7668">
                  <c:v>9.2682265050349351</c:v>
                </c:pt>
                <c:pt idx="7669">
                  <c:v>9.267530117453882</c:v>
                </c:pt>
                <c:pt idx="7670">
                  <c:v>9.2668442018665278</c:v>
                </c:pt>
                <c:pt idx="7671">
                  <c:v>9.2621789286731566</c:v>
                </c:pt>
                <c:pt idx="7672">
                  <c:v>9.2607589263274299</c:v>
                </c:pt>
                <c:pt idx="7673">
                  <c:v>9.2624354925188079</c:v>
                </c:pt>
                <c:pt idx="7674">
                  <c:v>9.2610866997302423</c:v>
                </c:pt>
                <c:pt idx="7675">
                  <c:v>9.261940167216796</c:v>
                </c:pt>
                <c:pt idx="7676">
                  <c:v>9.26497809258918</c:v>
                </c:pt>
                <c:pt idx="7677">
                  <c:v>9.2648377678735994</c:v>
                </c:pt>
                <c:pt idx="7678">
                  <c:v>9.2654105859289917</c:v>
                </c:pt>
                <c:pt idx="7679">
                  <c:v>9.2684799272824758</c:v>
                </c:pt>
                <c:pt idx="7680">
                  <c:v>9.2710801233181979</c:v>
                </c:pt>
                <c:pt idx="7681">
                  <c:v>9.2708214650738068</c:v>
                </c:pt>
                <c:pt idx="7682">
                  <c:v>9.2715230886517102</c:v>
                </c:pt>
                <c:pt idx="7683">
                  <c:v>9.2707177923361765</c:v>
                </c:pt>
                <c:pt idx="7684">
                  <c:v>9.2694527754972107</c:v>
                </c:pt>
                <c:pt idx="7685">
                  <c:v>9.2676505453814322</c:v>
                </c:pt>
                <c:pt idx="7686">
                  <c:v>9.2662902333997952</c:v>
                </c:pt>
                <c:pt idx="7687">
                  <c:v>9.2684066233265749</c:v>
                </c:pt>
                <c:pt idx="7688">
                  <c:v>9.2683469329624852</c:v>
                </c:pt>
                <c:pt idx="7689">
                  <c:v>9.2651445972890105</c:v>
                </c:pt>
                <c:pt idx="7690">
                  <c:v>9.2650629157381506</c:v>
                </c:pt>
                <c:pt idx="7691">
                  <c:v>9.2675112678652205</c:v>
                </c:pt>
                <c:pt idx="7692">
                  <c:v>9.2700203575557527</c:v>
                </c:pt>
                <c:pt idx="7693">
                  <c:v>9.2700130271601626</c:v>
                </c:pt>
                <c:pt idx="7694">
                  <c:v>9.2704957860697359</c:v>
                </c:pt>
                <c:pt idx="7695">
                  <c:v>9.2718456260576723</c:v>
                </c:pt>
                <c:pt idx="7696">
                  <c:v>9.271994328368212</c:v>
                </c:pt>
                <c:pt idx="7697">
                  <c:v>9.2717681333042918</c:v>
                </c:pt>
                <c:pt idx="7698">
                  <c:v>9.2716351389843012</c:v>
                </c:pt>
                <c:pt idx="7699">
                  <c:v>9.2681940418544642</c:v>
                </c:pt>
                <c:pt idx="7700">
                  <c:v>9.2647089623510883</c:v>
                </c:pt>
                <c:pt idx="7701">
                  <c:v>9.2674620494948314</c:v>
                </c:pt>
                <c:pt idx="7702">
                  <c:v>9.2708560226530174</c:v>
                </c:pt>
                <c:pt idx="7703">
                  <c:v>9.2709366570045066</c:v>
                </c:pt>
                <c:pt idx="7704">
                  <c:v>9.2679615635943229</c:v>
                </c:pt>
                <c:pt idx="7705">
                  <c:v>9.2668965618350292</c:v>
                </c:pt>
                <c:pt idx="7706">
                  <c:v>9.2697868320962424</c:v>
                </c:pt>
                <c:pt idx="7707">
                  <c:v>9.2733839619322094</c:v>
                </c:pt>
                <c:pt idx="7708">
                  <c:v>9.2759642611799009</c:v>
                </c:pt>
                <c:pt idx="7709">
                  <c:v>9.2796671581522379</c:v>
                </c:pt>
                <c:pt idx="7710">
                  <c:v>9.2812557595965348</c:v>
                </c:pt>
                <c:pt idx="7711">
                  <c:v>9.2815500226195056</c:v>
                </c:pt>
                <c:pt idx="7712">
                  <c:v>9.279786538880419</c:v>
                </c:pt>
                <c:pt idx="7713">
                  <c:v>9.2785874956017622</c:v>
                </c:pt>
                <c:pt idx="7714">
                  <c:v>9.2771685404554063</c:v>
                </c:pt>
                <c:pt idx="7715">
                  <c:v>9.2774565202821577</c:v>
                </c:pt>
                <c:pt idx="7716">
                  <c:v>9.2786953571368738</c:v>
                </c:pt>
                <c:pt idx="7717">
                  <c:v>9.2776963289378891</c:v>
                </c:pt>
                <c:pt idx="7718">
                  <c:v>9.2754563694854486</c:v>
                </c:pt>
                <c:pt idx="7719">
                  <c:v>9.2724226329105441</c:v>
                </c:pt>
                <c:pt idx="7720">
                  <c:v>9.2718110684784616</c:v>
                </c:pt>
                <c:pt idx="7721">
                  <c:v>9.2731472948745868</c:v>
                </c:pt>
                <c:pt idx="7722">
                  <c:v>9.2756919893436987</c:v>
                </c:pt>
                <c:pt idx="7723">
                  <c:v>9.2776533937637176</c:v>
                </c:pt>
                <c:pt idx="7724">
                  <c:v>9.2768250590620447</c:v>
                </c:pt>
                <c:pt idx="7725">
                  <c:v>9.2778366536534698</c:v>
                </c:pt>
                <c:pt idx="7726">
                  <c:v>9.276287845785232</c:v>
                </c:pt>
                <c:pt idx="7727">
                  <c:v>9.2764019905165629</c:v>
                </c:pt>
                <c:pt idx="7728">
                  <c:v>9.2803530737395903</c:v>
                </c:pt>
                <c:pt idx="7729">
                  <c:v>9.2827899066735924</c:v>
                </c:pt>
                <c:pt idx="7730">
                  <c:v>9.2807803310825534</c:v>
                </c:pt>
                <c:pt idx="7731">
                  <c:v>9.2778544560427587</c:v>
                </c:pt>
                <c:pt idx="7732">
                  <c:v>9.2784503124842921</c:v>
                </c:pt>
                <c:pt idx="7733">
                  <c:v>9.2796849605415286</c:v>
                </c:pt>
                <c:pt idx="7734">
                  <c:v>9.2786649883551426</c:v>
                </c:pt>
                <c:pt idx="7735">
                  <c:v>9.2757988036794394</c:v>
                </c:pt>
                <c:pt idx="7736">
                  <c:v>9.2770889533032861</c:v>
                </c:pt>
                <c:pt idx="7737">
                  <c:v>9.2793718479298963</c:v>
                </c:pt>
                <c:pt idx="7738">
                  <c:v>9.2788178794631637</c:v>
                </c:pt>
                <c:pt idx="7739">
                  <c:v>9.2774847946651473</c:v>
                </c:pt>
                <c:pt idx="7740">
                  <c:v>9.2810348005294632</c:v>
                </c:pt>
                <c:pt idx="7741">
                  <c:v>9.2841407938608977</c:v>
                </c:pt>
                <c:pt idx="7742">
                  <c:v>9.2832538159945042</c:v>
                </c:pt>
                <c:pt idx="7743">
                  <c:v>9.2834883886533852</c:v>
                </c:pt>
                <c:pt idx="7744">
                  <c:v>9.2835564566124358</c:v>
                </c:pt>
                <c:pt idx="7745">
                  <c:v>9.2823364693463795</c:v>
                </c:pt>
                <c:pt idx="7746">
                  <c:v>9.2807237823165725</c:v>
                </c:pt>
                <c:pt idx="7747">
                  <c:v>9.280621156778313</c:v>
                </c:pt>
                <c:pt idx="7748">
                  <c:v>9.2783989997151615</c:v>
                </c:pt>
                <c:pt idx="7749">
                  <c:v>9.2771748236516256</c:v>
                </c:pt>
                <c:pt idx="7750">
                  <c:v>9.2775308714374276</c:v>
                </c:pt>
                <c:pt idx="7751">
                  <c:v>9.2775287770386878</c:v>
                </c:pt>
                <c:pt idx="7752">
                  <c:v>9.2808232662567232</c:v>
                </c:pt>
                <c:pt idx="7753">
                  <c:v>9.2840245547308271</c:v>
                </c:pt>
                <c:pt idx="7754">
                  <c:v>9.2819353919876679</c:v>
                </c:pt>
                <c:pt idx="7755">
                  <c:v>9.2781612854581699</c:v>
                </c:pt>
                <c:pt idx="7756">
                  <c:v>9.2759611195817904</c:v>
                </c:pt>
                <c:pt idx="7757">
                  <c:v>9.2768208702645651</c:v>
                </c:pt>
                <c:pt idx="7758">
                  <c:v>9.2767768878910246</c:v>
                </c:pt>
                <c:pt idx="7759">
                  <c:v>9.2746940083440848</c:v>
                </c:pt>
                <c:pt idx="7760">
                  <c:v>9.2736897441482498</c:v>
                </c:pt>
                <c:pt idx="7761">
                  <c:v>9.2743149221721435</c:v>
                </c:pt>
                <c:pt idx="7762">
                  <c:v>9.2729294774056257</c:v>
                </c:pt>
                <c:pt idx="7763">
                  <c:v>9.2712749024010179</c:v>
                </c:pt>
                <c:pt idx="7764">
                  <c:v>9.2704800780791849</c:v>
                </c:pt>
                <c:pt idx="7765">
                  <c:v>9.267740604527253</c:v>
                </c:pt>
                <c:pt idx="7766">
                  <c:v>9.2663792453462452</c:v>
                </c:pt>
                <c:pt idx="7767">
                  <c:v>9.2666703667711072</c:v>
                </c:pt>
                <c:pt idx="7768">
                  <c:v>9.2688485414607182</c:v>
                </c:pt>
                <c:pt idx="7769">
                  <c:v>9.2712832799959788</c:v>
                </c:pt>
                <c:pt idx="7770">
                  <c:v>9.2721315114856822</c:v>
                </c:pt>
                <c:pt idx="7771">
                  <c:v>9.2701051807047232</c:v>
                </c:pt>
                <c:pt idx="7772">
                  <c:v>9.2686014024093968</c:v>
                </c:pt>
                <c:pt idx="7773">
                  <c:v>9.2680076403666032</c:v>
                </c:pt>
                <c:pt idx="7774">
                  <c:v>9.2692098252433688</c:v>
                </c:pt>
                <c:pt idx="7775">
                  <c:v>9.2699533367960729</c:v>
                </c:pt>
                <c:pt idx="7776">
                  <c:v>9.2708989578271872</c:v>
                </c:pt>
                <c:pt idx="7777">
                  <c:v>9.2706685739657857</c:v>
                </c:pt>
                <c:pt idx="7778">
                  <c:v>9.2697114337416018</c:v>
                </c:pt>
                <c:pt idx="7779">
                  <c:v>9.2681730978670647</c:v>
                </c:pt>
                <c:pt idx="7780">
                  <c:v>9.2713199319739292</c:v>
                </c:pt>
                <c:pt idx="7781">
                  <c:v>9.272974506978537</c:v>
                </c:pt>
                <c:pt idx="7782">
                  <c:v>9.2726435919776158</c:v>
                </c:pt>
                <c:pt idx="7783">
                  <c:v>9.2734530770906289</c:v>
                </c:pt>
                <c:pt idx="7784">
                  <c:v>9.2733818675334678</c:v>
                </c:pt>
                <c:pt idx="7785">
                  <c:v>9.2750238761456369</c:v>
                </c:pt>
                <c:pt idx="7786">
                  <c:v>9.2785696932124733</c:v>
                </c:pt>
                <c:pt idx="7787">
                  <c:v>9.2793184407620259</c:v>
                </c:pt>
                <c:pt idx="7788">
                  <c:v>9.2756385821758283</c:v>
                </c:pt>
                <c:pt idx="7789">
                  <c:v>9.2683678769498847</c:v>
                </c:pt>
                <c:pt idx="7790">
                  <c:v>9.2622763182145675</c:v>
                </c:pt>
                <c:pt idx="7791">
                  <c:v>9.2617432937352344</c:v>
                </c:pt>
                <c:pt idx="7792">
                  <c:v>9.2644450681098469</c:v>
                </c:pt>
                <c:pt idx="7793">
                  <c:v>9.2660954543169751</c:v>
                </c:pt>
                <c:pt idx="7794">
                  <c:v>9.2663635373556961</c:v>
                </c:pt>
                <c:pt idx="7795">
                  <c:v>9.2669143642243181</c:v>
                </c:pt>
                <c:pt idx="7796">
                  <c:v>9.2681050299080141</c:v>
                </c:pt>
                <c:pt idx="7797">
                  <c:v>9.2712068344419691</c:v>
                </c:pt>
                <c:pt idx="7798">
                  <c:v>9.2745882412077147</c:v>
                </c:pt>
                <c:pt idx="7799">
                  <c:v>9.2756333461789797</c:v>
                </c:pt>
                <c:pt idx="7800">
                  <c:v>9.2749976961613854</c:v>
                </c:pt>
                <c:pt idx="7801">
                  <c:v>9.2734551714893687</c:v>
                </c:pt>
                <c:pt idx="7802">
                  <c:v>9.2724299633061342</c:v>
                </c:pt>
                <c:pt idx="7803">
                  <c:v>9.269816153678601</c:v>
                </c:pt>
                <c:pt idx="7804">
                  <c:v>9.2654629458974913</c:v>
                </c:pt>
                <c:pt idx="7805">
                  <c:v>9.2638973828393336</c:v>
                </c:pt>
                <c:pt idx="7806">
                  <c:v>9.262985272188061</c:v>
                </c:pt>
                <c:pt idx="7807">
                  <c:v>9.2625192684684077</c:v>
                </c:pt>
                <c:pt idx="7808">
                  <c:v>9.2617391049377549</c:v>
                </c:pt>
                <c:pt idx="7809">
                  <c:v>9.26306800093829</c:v>
                </c:pt>
                <c:pt idx="7810">
                  <c:v>9.2656179314042522</c:v>
                </c:pt>
                <c:pt idx="7811">
                  <c:v>9.2684809744818466</c:v>
                </c:pt>
                <c:pt idx="7812">
                  <c:v>9.270334517366754</c:v>
                </c:pt>
                <c:pt idx="7813">
                  <c:v>9.2678767404453524</c:v>
                </c:pt>
                <c:pt idx="7814">
                  <c:v>9.2667604259169281</c:v>
                </c:pt>
                <c:pt idx="7815">
                  <c:v>9.2672819312031898</c:v>
                </c:pt>
                <c:pt idx="7816">
                  <c:v>9.2671217096995786</c:v>
                </c:pt>
                <c:pt idx="7817">
                  <c:v>9.2653006299951404</c:v>
                </c:pt>
                <c:pt idx="7818">
                  <c:v>9.2648974582376891</c:v>
                </c:pt>
                <c:pt idx="7819">
                  <c:v>9.2645728264329872</c:v>
                </c:pt>
                <c:pt idx="7820">
                  <c:v>9.2629140626308999</c:v>
                </c:pt>
                <c:pt idx="7821">
                  <c:v>9.2637036509558843</c:v>
                </c:pt>
                <c:pt idx="7822">
                  <c:v>9.2638136068897339</c:v>
                </c:pt>
                <c:pt idx="7823">
                  <c:v>9.263171673675922</c:v>
                </c:pt>
                <c:pt idx="7824">
                  <c:v>9.2622836486101576</c:v>
                </c:pt>
                <c:pt idx="7825">
                  <c:v>9.2596750749794747</c:v>
                </c:pt>
                <c:pt idx="7826">
                  <c:v>9.2555553926578753</c:v>
                </c:pt>
                <c:pt idx="7827">
                  <c:v>9.2521959770789</c:v>
                </c:pt>
                <c:pt idx="7828">
                  <c:v>9.2518189853056985</c:v>
                </c:pt>
                <c:pt idx="7829">
                  <c:v>9.2509309602399341</c:v>
                </c:pt>
                <c:pt idx="7830">
                  <c:v>9.2508482314897034</c:v>
                </c:pt>
                <c:pt idx="7831">
                  <c:v>9.249642905014829</c:v>
                </c:pt>
                <c:pt idx="7832">
                  <c:v>9.2483967377645229</c:v>
                </c:pt>
                <c:pt idx="7833">
                  <c:v>9.2496366218186079</c:v>
                </c:pt>
                <c:pt idx="7834">
                  <c:v>9.2526211400231215</c:v>
                </c:pt>
                <c:pt idx="7835">
                  <c:v>9.2535185898832157</c:v>
                </c:pt>
                <c:pt idx="7836">
                  <c:v>9.2590132449776323</c:v>
                </c:pt>
                <c:pt idx="7837">
                  <c:v>9.2615453730543038</c:v>
                </c:pt>
                <c:pt idx="7838">
                  <c:v>9.2604761824975288</c:v>
                </c:pt>
                <c:pt idx="7839">
                  <c:v>9.2575775346413547</c:v>
                </c:pt>
                <c:pt idx="7840">
                  <c:v>9.2524012281554207</c:v>
                </c:pt>
                <c:pt idx="7841">
                  <c:v>9.2479045540606197</c:v>
                </c:pt>
                <c:pt idx="7842">
                  <c:v>9.2499727728163794</c:v>
                </c:pt>
                <c:pt idx="7843">
                  <c:v>9.2542139302648998</c:v>
                </c:pt>
                <c:pt idx="7844">
                  <c:v>9.2586708107836397</c:v>
                </c:pt>
                <c:pt idx="7845">
                  <c:v>9.2617097833553945</c:v>
                </c:pt>
                <c:pt idx="7846">
                  <c:v>9.2634324263190528</c:v>
                </c:pt>
                <c:pt idx="7847">
                  <c:v>9.2618720992577455</c:v>
                </c:pt>
                <c:pt idx="7848">
                  <c:v>9.2574707203056139</c:v>
                </c:pt>
                <c:pt idx="7849">
                  <c:v>9.2544683997118113</c:v>
                </c:pt>
                <c:pt idx="7850">
                  <c:v>9.2551784008846738</c:v>
                </c:pt>
                <c:pt idx="7851">
                  <c:v>9.2558381364877764</c:v>
                </c:pt>
                <c:pt idx="7852">
                  <c:v>9.2517655781378281</c:v>
                </c:pt>
                <c:pt idx="7853">
                  <c:v>9.2481401739188716</c:v>
                </c:pt>
                <c:pt idx="7854">
                  <c:v>9.2468636378868361</c:v>
                </c:pt>
                <c:pt idx="7855">
                  <c:v>9.2456604058106997</c:v>
                </c:pt>
                <c:pt idx="7856">
                  <c:v>9.2465568084714231</c:v>
                </c:pt>
                <c:pt idx="7857">
                  <c:v>9.2481904394886314</c:v>
                </c:pt>
                <c:pt idx="7858">
                  <c:v>9.2502680830387209</c:v>
                </c:pt>
                <c:pt idx="7859">
                  <c:v>9.2540976911348292</c:v>
                </c:pt>
                <c:pt idx="7860">
                  <c:v>9.2562098922641294</c:v>
                </c:pt>
                <c:pt idx="7861">
                  <c:v>9.2538118057068175</c:v>
                </c:pt>
                <c:pt idx="7862">
                  <c:v>9.2493863411691777</c:v>
                </c:pt>
                <c:pt idx="7863">
                  <c:v>9.2464112477589939</c:v>
                </c:pt>
                <c:pt idx="7864">
                  <c:v>9.2446477640199056</c:v>
                </c:pt>
                <c:pt idx="7865">
                  <c:v>9.2442058458857623</c:v>
                </c:pt>
                <c:pt idx="7866">
                  <c:v>9.241582611463901</c:v>
                </c:pt>
                <c:pt idx="7867">
                  <c:v>9.2425303268937551</c:v>
                </c:pt>
                <c:pt idx="7868">
                  <c:v>9.2445828376589656</c:v>
                </c:pt>
                <c:pt idx="7869">
                  <c:v>9.245577677060469</c:v>
                </c:pt>
                <c:pt idx="7870">
                  <c:v>9.2452425732620682</c:v>
                </c:pt>
                <c:pt idx="7871">
                  <c:v>9.2461588727108222</c:v>
                </c:pt>
                <c:pt idx="7872">
                  <c:v>9.2482752626376019</c:v>
                </c:pt>
                <c:pt idx="7873">
                  <c:v>9.2510869929460657</c:v>
                </c:pt>
                <c:pt idx="7874">
                  <c:v>9.2534672771140869</c:v>
                </c:pt>
                <c:pt idx="7875">
                  <c:v>9.2512587336427465</c:v>
                </c:pt>
                <c:pt idx="7876">
                  <c:v>9.2502534222475408</c:v>
                </c:pt>
                <c:pt idx="7877">
                  <c:v>9.2507927299230932</c:v>
                </c:pt>
                <c:pt idx="7878">
                  <c:v>9.2517907109227089</c:v>
                </c:pt>
                <c:pt idx="7879">
                  <c:v>9.2526316120168222</c:v>
                </c:pt>
                <c:pt idx="7880">
                  <c:v>9.2509382906355242</c:v>
                </c:pt>
                <c:pt idx="7881">
                  <c:v>9.2493905299666572</c:v>
                </c:pt>
                <c:pt idx="7882">
                  <c:v>9.2474856743126175</c:v>
                </c:pt>
                <c:pt idx="7883">
                  <c:v>9.2482145250741414</c:v>
                </c:pt>
                <c:pt idx="7884">
                  <c:v>9.2461735335020023</c:v>
                </c:pt>
                <c:pt idx="7885">
                  <c:v>9.2448247407134367</c:v>
                </c:pt>
                <c:pt idx="7886">
                  <c:v>9.2470699361627258</c:v>
                </c:pt>
                <c:pt idx="7887">
                  <c:v>9.2500785399527512</c:v>
                </c:pt>
                <c:pt idx="7888">
                  <c:v>9.2492837156309164</c:v>
                </c:pt>
                <c:pt idx="7889">
                  <c:v>9.2464175309552132</c:v>
                </c:pt>
                <c:pt idx="7890">
                  <c:v>9.243008897005847</c:v>
                </c:pt>
                <c:pt idx="7891">
                  <c:v>9.2418862992812016</c:v>
                </c:pt>
                <c:pt idx="7892">
                  <c:v>9.2411647789152696</c:v>
                </c:pt>
                <c:pt idx="7893">
                  <c:v>9.2393269440209096</c:v>
                </c:pt>
                <c:pt idx="7894">
                  <c:v>9.2367654943618778</c:v>
                </c:pt>
                <c:pt idx="7895">
                  <c:v>9.2338553273126358</c:v>
                </c:pt>
                <c:pt idx="7896">
                  <c:v>9.2343705494026782</c:v>
                </c:pt>
                <c:pt idx="7897">
                  <c:v>9.2343422750196869</c:v>
                </c:pt>
                <c:pt idx="7898">
                  <c:v>9.233433305966523</c:v>
                </c:pt>
                <c:pt idx="7899">
                  <c:v>9.2324531273561981</c:v>
                </c:pt>
                <c:pt idx="7900">
                  <c:v>9.2329390278638801</c:v>
                </c:pt>
                <c:pt idx="7901">
                  <c:v>9.2325452809007587</c:v>
                </c:pt>
                <c:pt idx="7902">
                  <c:v>9.2309650570514208</c:v>
                </c:pt>
                <c:pt idx="7903">
                  <c:v>9.232444749761239</c:v>
                </c:pt>
                <c:pt idx="7904">
                  <c:v>9.2336752090209941</c:v>
                </c:pt>
                <c:pt idx="7905">
                  <c:v>9.232032153209456</c:v>
                </c:pt>
                <c:pt idx="7906">
                  <c:v>9.2301545247390386</c:v>
                </c:pt>
                <c:pt idx="7907">
                  <c:v>9.2304215605783888</c:v>
                </c:pt>
                <c:pt idx="7908">
                  <c:v>9.2314373439672934</c:v>
                </c:pt>
                <c:pt idx="7909">
                  <c:v>9.2298906304977972</c:v>
                </c:pt>
                <c:pt idx="7910">
                  <c:v>9.2243593234254302</c:v>
                </c:pt>
                <c:pt idx="7911">
                  <c:v>9.2213622388284779</c:v>
                </c:pt>
                <c:pt idx="7912">
                  <c:v>9.2215915754905087</c:v>
                </c:pt>
                <c:pt idx="7913">
                  <c:v>9.2249227166864944</c:v>
                </c:pt>
                <c:pt idx="7914">
                  <c:v>9.2274977799373357</c:v>
                </c:pt>
                <c:pt idx="7915">
                  <c:v>9.2309462074627611</c:v>
                </c:pt>
                <c:pt idx="7916">
                  <c:v>9.2337516545750038</c:v>
                </c:pt>
                <c:pt idx="7917">
                  <c:v>9.2328227887338095</c:v>
                </c:pt>
                <c:pt idx="7918">
                  <c:v>9.231505411926344</c:v>
                </c:pt>
                <c:pt idx="7919">
                  <c:v>9.2309011778898515</c:v>
                </c:pt>
                <c:pt idx="7920">
                  <c:v>9.228045465207849</c:v>
                </c:pt>
                <c:pt idx="7921">
                  <c:v>9.2265249317226008</c:v>
                </c:pt>
                <c:pt idx="7922">
                  <c:v>9.2262558014845091</c:v>
                </c:pt>
                <c:pt idx="7923">
                  <c:v>9.2251478645510439</c:v>
                </c:pt>
                <c:pt idx="7924">
                  <c:v>9.2256620394417173</c:v>
                </c:pt>
                <c:pt idx="7925">
                  <c:v>9.2275061575322965</c:v>
                </c:pt>
                <c:pt idx="7926">
                  <c:v>9.2260526448067282</c:v>
                </c:pt>
                <c:pt idx="7927">
                  <c:v>9.2248829231104335</c:v>
                </c:pt>
                <c:pt idx="7928">
                  <c:v>9.2241310339627702</c:v>
                </c:pt>
                <c:pt idx="7929">
                  <c:v>9.2232168289127561</c:v>
                </c:pt>
                <c:pt idx="7930">
                  <c:v>9.2213590972303674</c:v>
                </c:pt>
                <c:pt idx="7931">
                  <c:v>9.21763630347</c:v>
                </c:pt>
                <c:pt idx="7932">
                  <c:v>9.2139019905165629</c:v>
                </c:pt>
                <c:pt idx="7933">
                  <c:v>9.2140852504063133</c:v>
                </c:pt>
                <c:pt idx="7934">
                  <c:v>9.216526272137795</c:v>
                </c:pt>
                <c:pt idx="7935">
                  <c:v>9.2167964495752557</c:v>
                </c:pt>
                <c:pt idx="7936">
                  <c:v>9.215067523415378</c:v>
                </c:pt>
                <c:pt idx="7937">
                  <c:v>9.2152424057101694</c:v>
                </c:pt>
                <c:pt idx="7938">
                  <c:v>9.2169828510631167</c:v>
                </c:pt>
                <c:pt idx="7939">
                  <c:v>9.2171147981837382</c:v>
                </c:pt>
                <c:pt idx="7940">
                  <c:v>9.2160194276427116</c:v>
                </c:pt>
                <c:pt idx="7941">
                  <c:v>9.2155000167551897</c:v>
                </c:pt>
                <c:pt idx="7942">
                  <c:v>9.2147209004239059</c:v>
                </c:pt>
                <c:pt idx="7943">
                  <c:v>9.2121657339610952</c:v>
                </c:pt>
                <c:pt idx="7944">
                  <c:v>9.2099749928790438</c:v>
                </c:pt>
                <c:pt idx="7945">
                  <c:v>9.2092105373389401</c:v>
                </c:pt>
                <c:pt idx="7946">
                  <c:v>9.2098001105842542</c:v>
                </c:pt>
                <c:pt idx="7947">
                  <c:v>9.2116944942445915</c:v>
                </c:pt>
                <c:pt idx="7948">
                  <c:v>9.2136213410854015</c:v>
                </c:pt>
                <c:pt idx="7949">
                  <c:v>9.2152465945076489</c:v>
                </c:pt>
                <c:pt idx="7950">
                  <c:v>9.2163325402543439</c:v>
                </c:pt>
                <c:pt idx="7951">
                  <c:v>9.2151418745706479</c:v>
                </c:pt>
                <c:pt idx="7952">
                  <c:v>9.2137679489972015</c:v>
                </c:pt>
                <c:pt idx="7953">
                  <c:v>9.2125291121424855</c:v>
                </c:pt>
                <c:pt idx="7954">
                  <c:v>9.213197225340549</c:v>
                </c:pt>
                <c:pt idx="7955">
                  <c:v>9.2148905467218469</c:v>
                </c:pt>
                <c:pt idx="7956">
                  <c:v>9.215878055727762</c:v>
                </c:pt>
                <c:pt idx="7957">
                  <c:v>9.2163953722165441</c:v>
                </c:pt>
                <c:pt idx="7958">
                  <c:v>9.2141700735552838</c:v>
                </c:pt>
                <c:pt idx="7959">
                  <c:v>9.21129341688588</c:v>
                </c:pt>
                <c:pt idx="7960">
                  <c:v>9.2067674212087187</c:v>
                </c:pt>
                <c:pt idx="7961">
                  <c:v>9.2037577702193261</c:v>
                </c:pt>
                <c:pt idx="7962">
                  <c:v>9.2052908700970129</c:v>
                </c:pt>
                <c:pt idx="7963">
                  <c:v>9.2067695156074603</c:v>
                </c:pt>
                <c:pt idx="7964">
                  <c:v>9.207250180118292</c:v>
                </c:pt>
                <c:pt idx="7965">
                  <c:v>9.2085905953118985</c:v>
                </c:pt>
                <c:pt idx="7966">
                  <c:v>9.209511083558132</c:v>
                </c:pt>
                <c:pt idx="7967">
                  <c:v>9.2087466280180283</c:v>
                </c:pt>
                <c:pt idx="7968">
                  <c:v>9.2043724762495192</c:v>
                </c:pt>
                <c:pt idx="7969">
                  <c:v>9.2004905081849095</c:v>
                </c:pt>
                <c:pt idx="7970">
                  <c:v>9.1990558450480044</c:v>
                </c:pt>
                <c:pt idx="7971">
                  <c:v>9.1966430976995124</c:v>
                </c:pt>
                <c:pt idx="7972">
                  <c:v>9.1960242028718397</c:v>
                </c:pt>
                <c:pt idx="7973">
                  <c:v>9.1983856374512012</c:v>
                </c:pt>
                <c:pt idx="7974">
                  <c:v>9.2026906740612908</c:v>
                </c:pt>
                <c:pt idx="7975">
                  <c:v>9.2048814151433405</c:v>
                </c:pt>
                <c:pt idx="7976">
                  <c:v>9.2067831291992697</c:v>
                </c:pt>
                <c:pt idx="7977">
                  <c:v>9.2037294958363347</c:v>
                </c:pt>
                <c:pt idx="7978">
                  <c:v>9.1996056247172557</c:v>
                </c:pt>
                <c:pt idx="7979">
                  <c:v>9.1986830420722825</c:v>
                </c:pt>
                <c:pt idx="7980">
                  <c:v>9.2001962451619388</c:v>
                </c:pt>
                <c:pt idx="7981">
                  <c:v>9.2027126652480611</c:v>
                </c:pt>
                <c:pt idx="7982">
                  <c:v>9.2029032555334016</c:v>
                </c:pt>
                <c:pt idx="7983">
                  <c:v>9.2004601394031802</c:v>
                </c:pt>
                <c:pt idx="7984">
                  <c:v>9.1979301057252485</c:v>
                </c:pt>
                <c:pt idx="7985">
                  <c:v>9.1987668180218822</c:v>
                </c:pt>
                <c:pt idx="7986">
                  <c:v>9.2015272355612154</c:v>
                </c:pt>
                <c:pt idx="7987">
                  <c:v>9.2028666035554512</c:v>
                </c:pt>
                <c:pt idx="7988">
                  <c:v>9.2019073689325275</c:v>
                </c:pt>
                <c:pt idx="7989">
                  <c:v>9.1990390898580827</c:v>
                </c:pt>
                <c:pt idx="7990">
                  <c:v>9.1972724645208856</c:v>
                </c:pt>
                <c:pt idx="7991">
                  <c:v>9.1957341286463485</c:v>
                </c:pt>
                <c:pt idx="7992">
                  <c:v>9.1935967947321675</c:v>
                </c:pt>
                <c:pt idx="7993">
                  <c:v>9.193283682120537</c:v>
                </c:pt>
                <c:pt idx="7994">
                  <c:v>9.1925956721344431</c:v>
                </c:pt>
                <c:pt idx="7995">
                  <c:v>9.1930711006484263</c:v>
                </c:pt>
                <c:pt idx="7996">
                  <c:v>9.1956472110986383</c:v>
                </c:pt>
                <c:pt idx="7997">
                  <c:v>9.1953299096895265</c:v>
                </c:pt>
                <c:pt idx="7998">
                  <c:v>9.1954639512088878</c:v>
                </c:pt>
                <c:pt idx="7999">
                  <c:v>9.1902415679506735</c:v>
                </c:pt>
                <c:pt idx="8000">
                  <c:v>9.1876204279275502</c:v>
                </c:pt>
                <c:pt idx="8001">
                  <c:v>9.1867564884472959</c:v>
                </c:pt>
                <c:pt idx="8002">
                  <c:v>9.1850191846924591</c:v>
                </c:pt>
                <c:pt idx="8003">
                  <c:v>9.1871690849990788</c:v>
                </c:pt>
                <c:pt idx="8004">
                  <c:v>9.1870748370557784</c:v>
                </c:pt>
                <c:pt idx="8005">
                  <c:v>9.18739423286363</c:v>
                </c:pt>
                <c:pt idx="8006">
                  <c:v>9.1897535730442499</c:v>
                </c:pt>
                <c:pt idx="8007">
                  <c:v>9.1905955213377339</c:v>
                </c:pt>
                <c:pt idx="8008">
                  <c:v>9.1903871286631027</c:v>
                </c:pt>
                <c:pt idx="8009">
                  <c:v>9.1881262252232627</c:v>
                </c:pt>
                <c:pt idx="8010">
                  <c:v>9.1845311897860356</c:v>
                </c:pt>
                <c:pt idx="8011">
                  <c:v>9.1825928237521577</c:v>
                </c:pt>
                <c:pt idx="8012">
                  <c:v>9.181821037816464</c:v>
                </c:pt>
                <c:pt idx="8013">
                  <c:v>9.1816618635122236</c:v>
                </c:pt>
                <c:pt idx="8014">
                  <c:v>9.1827876028349777</c:v>
                </c:pt>
                <c:pt idx="8015">
                  <c:v>9.1827624700500987</c:v>
                </c:pt>
                <c:pt idx="8016">
                  <c:v>9.1829844763165394</c:v>
                </c:pt>
                <c:pt idx="8017">
                  <c:v>9.1816042675468719</c:v>
                </c:pt>
                <c:pt idx="8018">
                  <c:v>9.1818158018196137</c:v>
                </c:pt>
                <c:pt idx="8019">
                  <c:v>9.186747063652966</c:v>
                </c:pt>
                <c:pt idx="8020">
                  <c:v>9.1885356801769351</c:v>
                </c:pt>
                <c:pt idx="8021">
                  <c:v>9.1850432702779692</c:v>
                </c:pt>
                <c:pt idx="8022">
                  <c:v>9.1817508754586736</c:v>
                </c:pt>
                <c:pt idx="8023">
                  <c:v>9.180395799473887</c:v>
                </c:pt>
                <c:pt idx="8024">
                  <c:v>9.1808440008042496</c:v>
                </c:pt>
                <c:pt idx="8025">
                  <c:v>9.18115711341588</c:v>
                </c:pt>
                <c:pt idx="8026">
                  <c:v>9.1830672050667701</c:v>
                </c:pt>
                <c:pt idx="8027">
                  <c:v>9.1843196555132955</c:v>
                </c:pt>
                <c:pt idx="8028">
                  <c:v>9.182914313958749</c:v>
                </c:pt>
                <c:pt idx="8029">
                  <c:v>9.1794742640282827</c:v>
                </c:pt>
                <c:pt idx="8030">
                  <c:v>9.1772018413953731</c:v>
                </c:pt>
                <c:pt idx="8031">
                  <c:v>9.1783139671263179</c:v>
                </c:pt>
                <c:pt idx="8032">
                  <c:v>9.1787443660673897</c:v>
                </c:pt>
                <c:pt idx="8033">
                  <c:v>9.1792742489486123</c:v>
                </c:pt>
                <c:pt idx="8034">
                  <c:v>9.1811047534473804</c:v>
                </c:pt>
                <c:pt idx="8035">
                  <c:v>9.1788291892163603</c:v>
                </c:pt>
                <c:pt idx="8036">
                  <c:v>9.1752194929879529</c:v>
                </c:pt>
                <c:pt idx="8037">
                  <c:v>9.1740183553105581</c:v>
                </c:pt>
                <c:pt idx="8038">
                  <c:v>9.1766300705393498</c:v>
                </c:pt>
                <c:pt idx="8039">
                  <c:v>9.1762426067724476</c:v>
                </c:pt>
                <c:pt idx="8040">
                  <c:v>9.1728036040413521</c:v>
                </c:pt>
                <c:pt idx="8041">
                  <c:v>9.1725669369837313</c:v>
                </c:pt>
                <c:pt idx="8042">
                  <c:v>9.17242347067004</c:v>
                </c:pt>
                <c:pt idx="8043">
                  <c:v>9.1739104937754465</c:v>
                </c:pt>
                <c:pt idx="8044">
                  <c:v>9.1745084446157197</c:v>
                </c:pt>
                <c:pt idx="8045">
                  <c:v>9.1736591659266455</c:v>
                </c:pt>
                <c:pt idx="8046">
                  <c:v>9.1717742070606363</c:v>
                </c:pt>
                <c:pt idx="8047">
                  <c:v>9.1694002060888362</c:v>
                </c:pt>
                <c:pt idx="8048">
                  <c:v>9.1686922993147135</c:v>
                </c:pt>
                <c:pt idx="8049">
                  <c:v>9.169320618936716</c:v>
                </c:pt>
                <c:pt idx="8050">
                  <c:v>9.1701458120402801</c:v>
                </c:pt>
                <c:pt idx="8051">
                  <c:v>9.1724433674580705</c:v>
                </c:pt>
                <c:pt idx="8052">
                  <c:v>9.170852671615032</c:v>
                </c:pt>
                <c:pt idx="8053">
                  <c:v>9.1667424140877642</c:v>
                </c:pt>
                <c:pt idx="8054">
                  <c:v>9.1652093142100775</c:v>
                </c:pt>
                <c:pt idx="8055">
                  <c:v>9.1660250825193099</c:v>
                </c:pt>
                <c:pt idx="8056">
                  <c:v>9.1679247021764994</c:v>
                </c:pt>
                <c:pt idx="8057">
                  <c:v>9.1672220313992252</c:v>
                </c:pt>
                <c:pt idx="8058">
                  <c:v>9.1665329742137622</c:v>
                </c:pt>
                <c:pt idx="8059">
                  <c:v>9.1676252031566783</c:v>
                </c:pt>
                <c:pt idx="8060">
                  <c:v>9.1667979156543744</c:v>
                </c:pt>
                <c:pt idx="8061">
                  <c:v>9.1649820719467847</c:v>
                </c:pt>
                <c:pt idx="8062">
                  <c:v>9.1643191947455733</c:v>
                </c:pt>
                <c:pt idx="8063">
                  <c:v>9.1640479701087418</c:v>
                </c:pt>
                <c:pt idx="8064">
                  <c:v>9.1647443576897949</c:v>
                </c:pt>
                <c:pt idx="8065">
                  <c:v>9.1663381951309422</c:v>
                </c:pt>
                <c:pt idx="8066">
                  <c:v>9.1640437813112605</c:v>
                </c:pt>
                <c:pt idx="8067">
                  <c:v>9.1615828627917502</c:v>
                </c:pt>
                <c:pt idx="8068">
                  <c:v>9.1587889348725771</c:v>
                </c:pt>
                <c:pt idx="8069">
                  <c:v>9.1564473970812461</c:v>
                </c:pt>
                <c:pt idx="8070">
                  <c:v>9.155582410401621</c:v>
                </c:pt>
                <c:pt idx="8071">
                  <c:v>9.1553153745622708</c:v>
                </c:pt>
                <c:pt idx="8072">
                  <c:v>9.1544660958731967</c:v>
                </c:pt>
                <c:pt idx="8073">
                  <c:v>9.1548640316337977</c:v>
                </c:pt>
                <c:pt idx="8074">
                  <c:v>9.155955213377343</c:v>
                </c:pt>
                <c:pt idx="8075">
                  <c:v>9.1550870850996091</c:v>
                </c:pt>
                <c:pt idx="8076">
                  <c:v>9.154642025367357</c:v>
                </c:pt>
                <c:pt idx="8077">
                  <c:v>9.1555290032337524</c:v>
                </c:pt>
                <c:pt idx="8078">
                  <c:v>9.1568809376204285</c:v>
                </c:pt>
                <c:pt idx="8079">
                  <c:v>9.1569699495668786</c:v>
                </c:pt>
                <c:pt idx="8080">
                  <c:v>9.1581490960575032</c:v>
                </c:pt>
                <c:pt idx="8081">
                  <c:v>9.1575071628436913</c:v>
                </c:pt>
                <c:pt idx="8082">
                  <c:v>9.1572537405961505</c:v>
                </c:pt>
                <c:pt idx="8083">
                  <c:v>9.160230928405074</c:v>
                </c:pt>
                <c:pt idx="8084">
                  <c:v>9.1616886299281202</c:v>
                </c:pt>
                <c:pt idx="8085">
                  <c:v>9.1600633765058728</c:v>
                </c:pt>
                <c:pt idx="8086">
                  <c:v>9.1579731665633428</c:v>
                </c:pt>
                <c:pt idx="8087">
                  <c:v>9.1564128395020354</c:v>
                </c:pt>
                <c:pt idx="8088">
                  <c:v>9.1549436187859197</c:v>
                </c:pt>
                <c:pt idx="8089">
                  <c:v>9.1526554881624591</c:v>
                </c:pt>
                <c:pt idx="8090">
                  <c:v>9.153717348323644</c:v>
                </c:pt>
                <c:pt idx="8091">
                  <c:v>9.1539110802070933</c:v>
                </c:pt>
                <c:pt idx="8092">
                  <c:v>9.1527916240805585</c:v>
                </c:pt>
                <c:pt idx="8093">
                  <c:v>9.1535916843992435</c:v>
                </c:pt>
                <c:pt idx="8094">
                  <c:v>9.1517507079067748</c:v>
                </c:pt>
                <c:pt idx="8095">
                  <c:v>9.1485200978503087</c:v>
                </c:pt>
                <c:pt idx="8096">
                  <c:v>9.1468498148551518</c:v>
                </c:pt>
                <c:pt idx="8097">
                  <c:v>9.147601704002815</c:v>
                </c:pt>
                <c:pt idx="8098">
                  <c:v>9.148963063183821</c:v>
                </c:pt>
                <c:pt idx="8099">
                  <c:v>9.1500961329021671</c:v>
                </c:pt>
                <c:pt idx="8100">
                  <c:v>9.1528167568654393</c:v>
                </c:pt>
                <c:pt idx="8101">
                  <c:v>9.1539948561566948</c:v>
                </c:pt>
                <c:pt idx="8102">
                  <c:v>9.1527455473082782</c:v>
                </c:pt>
                <c:pt idx="8103">
                  <c:v>9.1490342727409821</c:v>
                </c:pt>
                <c:pt idx="8104">
                  <c:v>9.1478373238610651</c:v>
                </c:pt>
                <c:pt idx="8105">
                  <c:v>9.1478551262503558</c:v>
                </c:pt>
                <c:pt idx="8106">
                  <c:v>9.1474791816765251</c:v>
                </c:pt>
                <c:pt idx="8107">
                  <c:v>9.1481368228808879</c:v>
                </c:pt>
                <c:pt idx="8108">
                  <c:v>9.1462340616255879</c:v>
                </c:pt>
                <c:pt idx="8109">
                  <c:v>9.1454434261012345</c:v>
                </c:pt>
                <c:pt idx="8110">
                  <c:v>9.143851683058827</c:v>
                </c:pt>
                <c:pt idx="8111">
                  <c:v>9.1414598796977362</c:v>
                </c:pt>
                <c:pt idx="8112">
                  <c:v>9.140164494077041</c:v>
                </c:pt>
                <c:pt idx="8113">
                  <c:v>9.1423353383710602</c:v>
                </c:pt>
                <c:pt idx="8114">
                  <c:v>9.1425468726438019</c:v>
                </c:pt>
                <c:pt idx="8115">
                  <c:v>9.1424987014727819</c:v>
                </c:pt>
                <c:pt idx="8116">
                  <c:v>9.1409624599969845</c:v>
                </c:pt>
                <c:pt idx="8117">
                  <c:v>9.138342367173232</c:v>
                </c:pt>
                <c:pt idx="8118">
                  <c:v>9.1333461789789379</c:v>
                </c:pt>
                <c:pt idx="8119">
                  <c:v>9.1311962786723182</c:v>
                </c:pt>
                <c:pt idx="8120">
                  <c:v>9.1303459527838751</c:v>
                </c:pt>
                <c:pt idx="8121">
                  <c:v>9.1301501265016842</c:v>
                </c:pt>
                <c:pt idx="8122">
                  <c:v>9.1315198632776511</c:v>
                </c:pt>
                <c:pt idx="8123">
                  <c:v>9.1316015448285111</c:v>
                </c:pt>
                <c:pt idx="8124">
                  <c:v>9.1307428413451071</c:v>
                </c:pt>
                <c:pt idx="8125">
                  <c:v>9.1320089053834419</c:v>
                </c:pt>
                <c:pt idx="8126">
                  <c:v>9.1363945763450225</c:v>
                </c:pt>
                <c:pt idx="8127">
                  <c:v>9.1350593971482663</c:v>
                </c:pt>
                <c:pt idx="8128">
                  <c:v>9.131577459243001</c:v>
                </c:pt>
                <c:pt idx="8129">
                  <c:v>9.1327011041670154</c:v>
                </c:pt>
                <c:pt idx="8130">
                  <c:v>9.1331692022854085</c:v>
                </c:pt>
                <c:pt idx="8131">
                  <c:v>9.1315994504297713</c:v>
                </c:pt>
                <c:pt idx="8132">
                  <c:v>9.1266639997989376</c:v>
                </c:pt>
                <c:pt idx="8133">
                  <c:v>9.123111899535882</c:v>
                </c:pt>
                <c:pt idx="8134">
                  <c:v>9.1207829281369897</c:v>
                </c:pt>
                <c:pt idx="8135">
                  <c:v>9.120560921870549</c:v>
                </c:pt>
                <c:pt idx="8136">
                  <c:v>9.1231077107384007</c:v>
                </c:pt>
                <c:pt idx="8137">
                  <c:v>9.124262771643517</c:v>
                </c:pt>
                <c:pt idx="8138">
                  <c:v>9.1231192299314721</c:v>
                </c:pt>
                <c:pt idx="8139">
                  <c:v>9.1216123100380351</c:v>
                </c:pt>
                <c:pt idx="8140">
                  <c:v>9.1220573697702871</c:v>
                </c:pt>
                <c:pt idx="8141">
                  <c:v>9.1227212941708693</c:v>
                </c:pt>
                <c:pt idx="8142">
                  <c:v>9.1200080006031872</c:v>
                </c:pt>
                <c:pt idx="8143">
                  <c:v>9.1193744449843344</c:v>
                </c:pt>
                <c:pt idx="8144">
                  <c:v>9.1195545632759742</c:v>
                </c:pt>
                <c:pt idx="8145">
                  <c:v>9.1183502840004689</c:v>
                </c:pt>
                <c:pt idx="8146">
                  <c:v>9.115238007472815</c:v>
                </c:pt>
                <c:pt idx="8147">
                  <c:v>9.1123718227971118</c:v>
                </c:pt>
                <c:pt idx="8148">
                  <c:v>9.1113078682371871</c:v>
                </c:pt>
                <c:pt idx="8149">
                  <c:v>9.114064096979039</c:v>
                </c:pt>
                <c:pt idx="8150">
                  <c:v>9.1138714122949587</c:v>
                </c:pt>
                <c:pt idx="8151">
                  <c:v>9.110530846304643</c:v>
                </c:pt>
                <c:pt idx="8152">
                  <c:v>9.107639528844059</c:v>
                </c:pt>
                <c:pt idx="8153">
                  <c:v>9.1082353852855924</c:v>
                </c:pt>
                <c:pt idx="8154">
                  <c:v>9.111486939329458</c:v>
                </c:pt>
                <c:pt idx="8155">
                  <c:v>9.1101988841043511</c:v>
                </c:pt>
                <c:pt idx="8156">
                  <c:v>9.1094407117604685</c:v>
                </c:pt>
                <c:pt idx="8157">
                  <c:v>9.1116796240135383</c:v>
                </c:pt>
                <c:pt idx="8158">
                  <c:v>9.1116649632223581</c:v>
                </c:pt>
                <c:pt idx="8159">
                  <c:v>9.1092354606839461</c:v>
                </c:pt>
                <c:pt idx="8160">
                  <c:v>9.1078437327212107</c:v>
                </c:pt>
                <c:pt idx="8161">
                  <c:v>9.1068101469430154</c:v>
                </c:pt>
                <c:pt idx="8162">
                  <c:v>9.1048665449122872</c:v>
                </c:pt>
                <c:pt idx="8163">
                  <c:v>9.1032115510279308</c:v>
                </c:pt>
                <c:pt idx="8164">
                  <c:v>9.1017038980949341</c:v>
                </c:pt>
                <c:pt idx="8165">
                  <c:v>9.0985266952063402</c:v>
                </c:pt>
                <c:pt idx="8166">
                  <c:v>9.0976945905869346</c:v>
                </c:pt>
                <c:pt idx="8167">
                  <c:v>9.1000662877201215</c:v>
                </c:pt>
                <c:pt idx="8168">
                  <c:v>9.1001228364861024</c:v>
                </c:pt>
                <c:pt idx="8169">
                  <c:v>9.1014657649581956</c:v>
                </c:pt>
                <c:pt idx="8170">
                  <c:v>9.1010400784142895</c:v>
                </c:pt>
                <c:pt idx="8171">
                  <c:v>9.0961271425699106</c:v>
                </c:pt>
                <c:pt idx="8172">
                  <c:v>9.094459791732989</c:v>
                </c:pt>
                <c:pt idx="8173">
                  <c:v>9.0957724561432904</c:v>
                </c:pt>
                <c:pt idx="8174">
                  <c:v>9.0969013370641552</c:v>
                </c:pt>
                <c:pt idx="8175">
                  <c:v>9.1017104954509662</c:v>
                </c:pt>
                <c:pt idx="8176">
                  <c:v>9.1067211349965653</c:v>
                </c:pt>
                <c:pt idx="8177">
                  <c:v>9.1068646013102565</c:v>
                </c:pt>
                <c:pt idx="8178">
                  <c:v>9.1047848633614255</c:v>
                </c:pt>
                <c:pt idx="8179">
                  <c:v>9.104265661913777</c:v>
                </c:pt>
                <c:pt idx="8180">
                  <c:v>9.1027775916090015</c:v>
                </c:pt>
                <c:pt idx="8181">
                  <c:v>9.1018029631553379</c:v>
                </c:pt>
                <c:pt idx="8182">
                  <c:v>9.0986293207446014</c:v>
                </c:pt>
                <c:pt idx="8183">
                  <c:v>9.0980977623443859</c:v>
                </c:pt>
                <c:pt idx="8184">
                  <c:v>9.0979165968533753</c:v>
                </c:pt>
                <c:pt idx="8185">
                  <c:v>9.0971840808940563</c:v>
                </c:pt>
                <c:pt idx="8186">
                  <c:v>9.0970995719048968</c:v>
                </c:pt>
                <c:pt idx="8187">
                  <c:v>9.0982259395472749</c:v>
                </c:pt>
                <c:pt idx="8188">
                  <c:v>9.0988980321029445</c:v>
                </c:pt>
                <c:pt idx="8189">
                  <c:v>9.0974691285625724</c:v>
                </c:pt>
                <c:pt idx="8190">
                  <c:v>9.0949352202469722</c:v>
                </c:pt>
                <c:pt idx="8191">
                  <c:v>9.095158168992846</c:v>
                </c:pt>
                <c:pt idx="8192">
                  <c:v>9.0945915294137354</c:v>
                </c:pt>
                <c:pt idx="8193">
                  <c:v>9.0932277616741786</c:v>
                </c:pt>
                <c:pt idx="8194">
                  <c:v>9.092836737429419</c:v>
                </c:pt>
                <c:pt idx="8195">
                  <c:v>9.0914623929762239</c:v>
                </c:pt>
                <c:pt idx="8196">
                  <c:v>9.0906958430373805</c:v>
                </c:pt>
                <c:pt idx="8197">
                  <c:v>9.0904263986394778</c:v>
                </c:pt>
                <c:pt idx="8198">
                  <c:v>9.0870505420303935</c:v>
                </c:pt>
                <c:pt idx="8199">
                  <c:v>9.0846358050030993</c:v>
                </c:pt>
                <c:pt idx="8200">
                  <c:v>9.0865587772062391</c:v>
                </c:pt>
                <c:pt idx="8201">
                  <c:v>9.0869574460063998</c:v>
                </c:pt>
                <c:pt idx="8202">
                  <c:v>9.0874820928907738</c:v>
                </c:pt>
                <c:pt idx="8203">
                  <c:v>9.0877581346447069</c:v>
                </c:pt>
                <c:pt idx="8204">
                  <c:v>9.0852926084479666</c:v>
                </c:pt>
                <c:pt idx="8205">
                  <c:v>9.0815193396779659</c:v>
                </c:pt>
                <c:pt idx="8206">
                  <c:v>9.0811043345676321</c:v>
                </c:pt>
                <c:pt idx="8207">
                  <c:v>9.084440816480404</c:v>
                </c:pt>
                <c:pt idx="8208">
                  <c:v>9.0839315634267717</c:v>
                </c:pt>
                <c:pt idx="8209">
                  <c:v>9.0823623351708189</c:v>
                </c:pt>
                <c:pt idx="8210">
                  <c:v>9.0850972010455244</c:v>
                </c:pt>
                <c:pt idx="8211">
                  <c:v>9.0843778797982679</c:v>
                </c:pt>
                <c:pt idx="8212">
                  <c:v>9.0837275689894952</c:v>
                </c:pt>
                <c:pt idx="8213">
                  <c:v>9.0826900038536937</c:v>
                </c:pt>
                <c:pt idx="8214">
                  <c:v>9.0816444800026801</c:v>
                </c:pt>
                <c:pt idx="8215">
                  <c:v>9.0844990407653778</c:v>
                </c:pt>
                <c:pt idx="8216">
                  <c:v>9.0836038947438968</c:v>
                </c:pt>
                <c:pt idx="8217">
                  <c:v>9.0781968902367502</c:v>
                </c:pt>
                <c:pt idx="8218">
                  <c:v>9.0762205108657401</c:v>
                </c:pt>
                <c:pt idx="8219">
                  <c:v>9.0781830672050674</c:v>
                </c:pt>
                <c:pt idx="8220">
                  <c:v>9.0805052318080524</c:v>
                </c:pt>
                <c:pt idx="8221">
                  <c:v>9.0823839074778405</c:v>
                </c:pt>
                <c:pt idx="8222">
                  <c:v>9.0826145007791155</c:v>
                </c:pt>
                <c:pt idx="8223">
                  <c:v>9.0837190866745967</c:v>
                </c:pt>
                <c:pt idx="8224">
                  <c:v>9.0841261330697183</c:v>
                </c:pt>
                <c:pt idx="8225">
                  <c:v>9.0836089213008737</c:v>
                </c:pt>
                <c:pt idx="8226">
                  <c:v>9.0823716552452129</c:v>
                </c:pt>
                <c:pt idx="8227">
                  <c:v>9.0805690062496858</c:v>
                </c:pt>
                <c:pt idx="8228">
                  <c:v>9.0797583692173642</c:v>
                </c:pt>
                <c:pt idx="8229">
                  <c:v>9.0775170484057437</c:v>
                </c:pt>
                <c:pt idx="8230">
                  <c:v>9.0764282752207492</c:v>
                </c:pt>
                <c:pt idx="8231">
                  <c:v>9.0764537221654411</c:v>
                </c:pt>
                <c:pt idx="8232">
                  <c:v>9.0795268334366561</c:v>
                </c:pt>
                <c:pt idx="8233">
                  <c:v>9.0841352437042371</c:v>
                </c:pt>
                <c:pt idx="8234">
                  <c:v>9.0847314143055815</c:v>
                </c:pt>
                <c:pt idx="8235">
                  <c:v>9.0792938315768303</c:v>
                </c:pt>
                <c:pt idx="8236">
                  <c:v>9.0771051848935205</c:v>
                </c:pt>
                <c:pt idx="8237">
                  <c:v>9.0774872032236988</c:v>
                </c:pt>
                <c:pt idx="8238">
                  <c:v>9.0808348901697293</c:v>
                </c:pt>
                <c:pt idx="8239">
                  <c:v>9.0833758147211103</c:v>
                </c:pt>
                <c:pt idx="8240">
                  <c:v>9.0819492150193515</c:v>
                </c:pt>
                <c:pt idx="8241">
                  <c:v>9.0805050223681789</c:v>
                </c:pt>
                <c:pt idx="8242">
                  <c:v>9.0791293165558038</c:v>
                </c:pt>
                <c:pt idx="8243">
                  <c:v>9.0804513010404975</c:v>
                </c:pt>
                <c:pt idx="8244">
                  <c:v>9.0836601293500667</c:v>
                </c:pt>
                <c:pt idx="8245">
                  <c:v>9.0837962652681661</c:v>
                </c:pt>
                <c:pt idx="8246">
                  <c:v>9.0793119481259321</c:v>
                </c:pt>
                <c:pt idx="8247">
                  <c:v>9.0739669378214902</c:v>
                </c:pt>
                <c:pt idx="8248">
                  <c:v>9.0744050860379009</c:v>
                </c:pt>
                <c:pt idx="8249">
                  <c:v>9.0763688990164706</c:v>
                </c:pt>
                <c:pt idx="8250">
                  <c:v>9.0756846589481093</c:v>
                </c:pt>
                <c:pt idx="8251">
                  <c:v>9.0754277809426469</c:v>
                </c:pt>
                <c:pt idx="8252">
                  <c:v>9.073401450161688</c:v>
                </c:pt>
                <c:pt idx="8253">
                  <c:v>9.0695109997821817</c:v>
                </c:pt>
                <c:pt idx="8254">
                  <c:v>9.0696984484694134</c:v>
                </c:pt>
                <c:pt idx="8255">
                  <c:v>9.0685917681751924</c:v>
                </c:pt>
                <c:pt idx="8256">
                  <c:v>9.0694159140793857</c:v>
                </c:pt>
                <c:pt idx="8257">
                  <c:v>9.0701321984484693</c:v>
                </c:pt>
                <c:pt idx="8258">
                  <c:v>9.0705847980161849</c:v>
                </c:pt>
                <c:pt idx="8259">
                  <c:v>9.0736093192366329</c:v>
                </c:pt>
                <c:pt idx="8260">
                  <c:v>9.0748572667258678</c:v>
                </c:pt>
                <c:pt idx="8261">
                  <c:v>9.0739458891141531</c:v>
                </c:pt>
                <c:pt idx="8262">
                  <c:v>9.0757156560494607</c:v>
                </c:pt>
                <c:pt idx="8263">
                  <c:v>9.0771493767069344</c:v>
                </c:pt>
                <c:pt idx="8264">
                  <c:v>9.0762152748688898</c:v>
                </c:pt>
                <c:pt idx="8265">
                  <c:v>9.0750478570112101</c:v>
                </c:pt>
                <c:pt idx="8266">
                  <c:v>9.0722622019670585</c:v>
                </c:pt>
                <c:pt idx="8267">
                  <c:v>9.0735726672586843</c:v>
                </c:pt>
                <c:pt idx="8268">
                  <c:v>9.0745153561315615</c:v>
                </c:pt>
                <c:pt idx="8269">
                  <c:v>9.0764484861685908</c:v>
                </c:pt>
                <c:pt idx="8270">
                  <c:v>9.0790671129132257</c:v>
                </c:pt>
                <c:pt idx="8271">
                  <c:v>9.0791659685337525</c:v>
                </c:pt>
                <c:pt idx="8272">
                  <c:v>9.0790859625018854</c:v>
                </c:pt>
                <c:pt idx="8273">
                  <c:v>9.0796318675334682</c:v>
                </c:pt>
                <c:pt idx="8274">
                  <c:v>9.0768165767471469</c:v>
                </c:pt>
                <c:pt idx="8275">
                  <c:v>9.0747989377209599</c:v>
                </c:pt>
                <c:pt idx="8276">
                  <c:v>9.07600164619741</c:v>
                </c:pt>
                <c:pt idx="8277">
                  <c:v>9.0768950119799605</c:v>
                </c:pt>
                <c:pt idx="8278">
                  <c:v>9.0781702913727536</c:v>
                </c:pt>
                <c:pt idx="8279">
                  <c:v>9.078911080207094</c:v>
                </c:pt>
                <c:pt idx="8280">
                  <c:v>9.0801109612452464</c:v>
                </c:pt>
                <c:pt idx="8281">
                  <c:v>9.0814327362900666</c:v>
                </c:pt>
                <c:pt idx="8282">
                  <c:v>9.0820326768091419</c:v>
                </c:pt>
                <c:pt idx="8283">
                  <c:v>9.0802585116364796</c:v>
                </c:pt>
                <c:pt idx="8284">
                  <c:v>9.0782551145217223</c:v>
                </c:pt>
                <c:pt idx="8285">
                  <c:v>9.0771682262955959</c:v>
                </c:pt>
                <c:pt idx="8286">
                  <c:v>9.0751045104971269</c:v>
                </c:pt>
                <c:pt idx="8287">
                  <c:v>9.0737985481627934</c:v>
                </c:pt>
                <c:pt idx="8288">
                  <c:v>9.0747818683712271</c:v>
                </c:pt>
                <c:pt idx="8289">
                  <c:v>9.0764449256907334</c:v>
                </c:pt>
                <c:pt idx="8290">
                  <c:v>9.0751580223849331</c:v>
                </c:pt>
                <c:pt idx="8291">
                  <c:v>9.0720073136404</c:v>
                </c:pt>
                <c:pt idx="8292">
                  <c:v>9.0707248085719545</c:v>
                </c:pt>
                <c:pt idx="8293">
                  <c:v>9.0711632709481762</c:v>
                </c:pt>
                <c:pt idx="8294">
                  <c:v>9.073326784846607</c:v>
                </c:pt>
                <c:pt idx="8295">
                  <c:v>9.0752467201715739</c:v>
                </c:pt>
                <c:pt idx="8296">
                  <c:v>9.0763401010337947</c:v>
                </c:pt>
                <c:pt idx="8297">
                  <c:v>9.0738453579746334</c:v>
                </c:pt>
                <c:pt idx="8298">
                  <c:v>9.0731930574870567</c:v>
                </c:pt>
                <c:pt idx="8299">
                  <c:v>9.0750420974146735</c:v>
                </c:pt>
                <c:pt idx="8300">
                  <c:v>9.0742197317494089</c:v>
                </c:pt>
                <c:pt idx="8301">
                  <c:v>9.0734990491429723</c:v>
                </c:pt>
                <c:pt idx="8302">
                  <c:v>9.0750320443007215</c:v>
                </c:pt>
                <c:pt idx="8303">
                  <c:v>9.0783939731581853</c:v>
                </c:pt>
                <c:pt idx="8304">
                  <c:v>9.07986748739172</c:v>
                </c:pt>
                <c:pt idx="8305">
                  <c:v>9.0800872945394833</c:v>
                </c:pt>
                <c:pt idx="8306">
                  <c:v>9.0773135775681517</c:v>
                </c:pt>
                <c:pt idx="8307">
                  <c:v>9.071128189769281</c:v>
                </c:pt>
                <c:pt idx="8308">
                  <c:v>9.0723317360052285</c:v>
                </c:pt>
                <c:pt idx="8309">
                  <c:v>9.0737909036073923</c:v>
                </c:pt>
                <c:pt idx="8310">
                  <c:v>9.0730763994772374</c:v>
                </c:pt>
                <c:pt idx="8311">
                  <c:v>9.0732759956771609</c:v>
                </c:pt>
                <c:pt idx="8312">
                  <c:v>9.0721613566677277</c:v>
                </c:pt>
                <c:pt idx="8313">
                  <c:v>9.0734169487123637</c:v>
                </c:pt>
                <c:pt idx="8314">
                  <c:v>9.0735769607760997</c:v>
                </c:pt>
                <c:pt idx="8315">
                  <c:v>9.0738336293416886</c:v>
                </c:pt>
                <c:pt idx="8316">
                  <c:v>9.0753996112795932</c:v>
                </c:pt>
                <c:pt idx="8317">
                  <c:v>9.0778974959368668</c:v>
                </c:pt>
                <c:pt idx="8318">
                  <c:v>9.0758468701305226</c:v>
                </c:pt>
                <c:pt idx="8319">
                  <c:v>9.0712717608029081</c:v>
                </c:pt>
                <c:pt idx="8320">
                  <c:v>9.0697687155471414</c:v>
                </c:pt>
                <c:pt idx="8321">
                  <c:v>9.0732395531390857</c:v>
                </c:pt>
                <c:pt idx="8322">
                  <c:v>9.0779384414322344</c:v>
                </c:pt>
                <c:pt idx="8323">
                  <c:v>9.0797002496523298</c:v>
                </c:pt>
                <c:pt idx="8324">
                  <c:v>9.080125517316489</c:v>
                </c:pt>
                <c:pt idx="8325">
                  <c:v>9.0784906296600365</c:v>
                </c:pt>
                <c:pt idx="8326">
                  <c:v>9.0771437218303372</c:v>
                </c:pt>
                <c:pt idx="8327">
                  <c:v>9.0768009734765336</c:v>
                </c:pt>
                <c:pt idx="8328">
                  <c:v>9.0780446274483513</c:v>
                </c:pt>
                <c:pt idx="8329">
                  <c:v>9.0803553775782042</c:v>
                </c:pt>
                <c:pt idx="8330">
                  <c:v>9.0819471206206117</c:v>
                </c:pt>
                <c:pt idx="8331">
                  <c:v>9.0815914917145584</c:v>
                </c:pt>
                <c:pt idx="8332">
                  <c:v>9.0834912160916836</c:v>
                </c:pt>
                <c:pt idx="8333">
                  <c:v>9.0861368605800639</c:v>
                </c:pt>
                <c:pt idx="8334">
                  <c:v>9.0861081673173274</c:v>
                </c:pt>
                <c:pt idx="8335">
                  <c:v>9.0849451476969989</c:v>
                </c:pt>
                <c:pt idx="8336">
                  <c:v>9.0796752215873866</c:v>
                </c:pt>
                <c:pt idx="8337">
                  <c:v>9.0763297337600317</c:v>
                </c:pt>
                <c:pt idx="8338">
                  <c:v>9.0777277449189882</c:v>
                </c:pt>
                <c:pt idx="8339">
                  <c:v>9.0792956118157591</c:v>
                </c:pt>
                <c:pt idx="8340">
                  <c:v>9.0771021480153475</c:v>
                </c:pt>
                <c:pt idx="8341">
                  <c:v>9.0752326877000158</c:v>
                </c:pt>
                <c:pt idx="8342">
                  <c:v>9.0749385293969809</c:v>
                </c:pt>
                <c:pt idx="8343">
                  <c:v>9.0768589883216322</c:v>
                </c:pt>
                <c:pt idx="8344">
                  <c:v>9.0794185530217977</c:v>
                </c:pt>
                <c:pt idx="8345">
                  <c:v>9.0811347033493632</c:v>
                </c:pt>
                <c:pt idx="8346">
                  <c:v>9.0834968709682826</c:v>
                </c:pt>
                <c:pt idx="8347">
                  <c:v>9.084851109193572</c:v>
                </c:pt>
                <c:pt idx="8348">
                  <c:v>9.0846383182815877</c:v>
                </c:pt>
                <c:pt idx="8349">
                  <c:v>9.0836990851666304</c:v>
                </c:pt>
                <c:pt idx="8350">
                  <c:v>9.0827315776686834</c:v>
                </c:pt>
                <c:pt idx="8351">
                  <c:v>9.0813435149037414</c:v>
                </c:pt>
                <c:pt idx="8352">
                  <c:v>9.0847405249401003</c:v>
                </c:pt>
                <c:pt idx="8353">
                  <c:v>9.0862737295377247</c:v>
                </c:pt>
                <c:pt idx="8354">
                  <c:v>9.0829969379890425</c:v>
                </c:pt>
                <c:pt idx="8355">
                  <c:v>9.0802264673357573</c:v>
                </c:pt>
                <c:pt idx="8356">
                  <c:v>9.0821953068713039</c:v>
                </c:pt>
                <c:pt idx="8357">
                  <c:v>9.0857753673575399</c:v>
                </c:pt>
                <c:pt idx="8358">
                  <c:v>9.0856819571737351</c:v>
                </c:pt>
                <c:pt idx="8359">
                  <c:v>9.0812817301409119</c:v>
                </c:pt>
                <c:pt idx="8360">
                  <c:v>9.0810923964948138</c:v>
                </c:pt>
                <c:pt idx="8361">
                  <c:v>9.0791982222743499</c:v>
                </c:pt>
                <c:pt idx="8362">
                  <c:v>9.0799576512574767</c:v>
                </c:pt>
                <c:pt idx="8363">
                  <c:v>9.0844001851448493</c:v>
                </c:pt>
                <c:pt idx="8364">
                  <c:v>9.0858253187674887</c:v>
                </c:pt>
                <c:pt idx="8365">
                  <c:v>9.0866172109310863</c:v>
                </c:pt>
                <c:pt idx="8366">
                  <c:v>9.0865159467520069</c:v>
                </c:pt>
                <c:pt idx="8367">
                  <c:v>9.0840121977782626</c:v>
                </c:pt>
                <c:pt idx="8368">
                  <c:v>9.0822984560092497</c:v>
                </c:pt>
                <c:pt idx="8369">
                  <c:v>9.0822748940234241</c:v>
                </c:pt>
                <c:pt idx="8370">
                  <c:v>9.0824487291188447</c:v>
                </c:pt>
                <c:pt idx="8371">
                  <c:v>9.0834941482499207</c:v>
                </c:pt>
                <c:pt idx="8372">
                  <c:v>9.0824290417706877</c:v>
                </c:pt>
                <c:pt idx="8373">
                  <c:v>9.0787967260358897</c:v>
                </c:pt>
                <c:pt idx="8374">
                  <c:v>9.0789068914096145</c:v>
                </c:pt>
                <c:pt idx="8375">
                  <c:v>9.0821577124139203</c:v>
                </c:pt>
                <c:pt idx="8376">
                  <c:v>9.0821187565973567</c:v>
                </c:pt>
                <c:pt idx="8377">
                  <c:v>9.0811153301610172</c:v>
                </c:pt>
                <c:pt idx="8378">
                  <c:v>9.0810637032320756</c:v>
                </c:pt>
                <c:pt idx="8379">
                  <c:v>9.0821638908902038</c:v>
                </c:pt>
                <c:pt idx="8380">
                  <c:v>9.0826530377159322</c:v>
                </c:pt>
                <c:pt idx="8381">
                  <c:v>9.0827942001910085</c:v>
                </c:pt>
                <c:pt idx="8382">
                  <c:v>9.0836668314260347</c:v>
                </c:pt>
                <c:pt idx="8383">
                  <c:v>9.0807097498450151</c:v>
                </c:pt>
                <c:pt idx="8384">
                  <c:v>9.0814126300621609</c:v>
                </c:pt>
                <c:pt idx="8385">
                  <c:v>9.0847336134242589</c:v>
                </c:pt>
                <c:pt idx="8386">
                  <c:v>9.0866998349613795</c:v>
                </c:pt>
                <c:pt idx="8387">
                  <c:v>9.0871727501968742</c:v>
                </c:pt>
                <c:pt idx="8388">
                  <c:v>9.0876154013705737</c:v>
                </c:pt>
                <c:pt idx="8389">
                  <c:v>9.0873905676658353</c:v>
                </c:pt>
                <c:pt idx="8390">
                  <c:v>9.0856298066451089</c:v>
                </c:pt>
                <c:pt idx="8391">
                  <c:v>9.0866436003552096</c:v>
                </c:pt>
                <c:pt idx="8392">
                  <c:v>9.088298594239566</c:v>
                </c:pt>
                <c:pt idx="8393">
                  <c:v>9.0890496456277337</c:v>
                </c:pt>
                <c:pt idx="8394">
                  <c:v>9.0902454425883423</c:v>
                </c:pt>
                <c:pt idx="8395">
                  <c:v>9.0908644421359508</c:v>
                </c:pt>
                <c:pt idx="8396">
                  <c:v>9.0918029422113502</c:v>
                </c:pt>
                <c:pt idx="8397">
                  <c:v>9.0940417497444841</c:v>
                </c:pt>
                <c:pt idx="8398">
                  <c:v>9.0948493498986309</c:v>
                </c:pt>
                <c:pt idx="8399">
                  <c:v>9.0922450697853652</c:v>
                </c:pt>
                <c:pt idx="8400">
                  <c:v>9.0913940108573623</c:v>
                </c:pt>
                <c:pt idx="8401">
                  <c:v>9.0915599919575083</c:v>
                </c:pt>
                <c:pt idx="8402">
                  <c:v>9.0893800370289703</c:v>
                </c:pt>
                <c:pt idx="8403">
                  <c:v>9.0876472362314225</c:v>
                </c:pt>
                <c:pt idx="8404">
                  <c:v>9.0891816974682911</c:v>
                </c:pt>
                <c:pt idx="8405">
                  <c:v>9.0911884456210306</c:v>
                </c:pt>
                <c:pt idx="8406">
                  <c:v>9.0912721168506945</c:v>
                </c:pt>
                <c:pt idx="8407">
                  <c:v>9.0915218739004402</c:v>
                </c:pt>
                <c:pt idx="8408">
                  <c:v>9.095888066953739</c:v>
                </c:pt>
                <c:pt idx="8409">
                  <c:v>9.0977201422515623</c:v>
                </c:pt>
                <c:pt idx="8410">
                  <c:v>9.0987314226831764</c:v>
                </c:pt>
                <c:pt idx="8411">
                  <c:v>9.0986035596400985</c:v>
                </c:pt>
                <c:pt idx="8412">
                  <c:v>9.0949819253388728</c:v>
                </c:pt>
                <c:pt idx="8413">
                  <c:v>9.0950613030511196</c:v>
                </c:pt>
                <c:pt idx="8414">
                  <c:v>9.0976335388636631</c:v>
                </c:pt>
                <c:pt idx="8415">
                  <c:v>9.096998412445755</c:v>
                </c:pt>
                <c:pt idx="8416">
                  <c:v>9.0949631804701507</c:v>
                </c:pt>
                <c:pt idx="8417">
                  <c:v>9.0913613382370198</c:v>
                </c:pt>
                <c:pt idx="8418">
                  <c:v>9.0897313724176065</c:v>
                </c:pt>
                <c:pt idx="8419">
                  <c:v>9.0900044820133044</c:v>
                </c:pt>
                <c:pt idx="8420">
                  <c:v>9.0915770613072393</c:v>
                </c:pt>
                <c:pt idx="8421">
                  <c:v>9.0949615049511578</c:v>
                </c:pt>
                <c:pt idx="8422">
                  <c:v>9.0964748127607518</c:v>
                </c:pt>
                <c:pt idx="8423">
                  <c:v>9.0968242631905234</c:v>
                </c:pt>
                <c:pt idx="8424">
                  <c:v>9.0972927801886634</c:v>
                </c:pt>
                <c:pt idx="8425">
                  <c:v>9.0973744617395234</c:v>
                </c:pt>
                <c:pt idx="8426">
                  <c:v>9.0969956897273931</c:v>
                </c:pt>
                <c:pt idx="8427">
                  <c:v>9.096586758373407</c:v>
                </c:pt>
                <c:pt idx="8428">
                  <c:v>9.0987859817703534</c:v>
                </c:pt>
                <c:pt idx="8429">
                  <c:v>9.0978555451301037</c:v>
                </c:pt>
                <c:pt idx="8430">
                  <c:v>9.0954005956470017</c:v>
                </c:pt>
                <c:pt idx="8431">
                  <c:v>9.0947677730677086</c:v>
                </c:pt>
                <c:pt idx="8432">
                  <c:v>9.0973134100162518</c:v>
                </c:pt>
                <c:pt idx="8433">
                  <c:v>9.0974405400197718</c:v>
                </c:pt>
                <c:pt idx="8434">
                  <c:v>9.0967777675384944</c:v>
                </c:pt>
                <c:pt idx="8435">
                  <c:v>9.0990549025685699</c:v>
                </c:pt>
                <c:pt idx="8436">
                  <c:v>9.1010746359934984</c:v>
                </c:pt>
                <c:pt idx="8437">
                  <c:v>9.1004733341152431</c:v>
                </c:pt>
                <c:pt idx="8438">
                  <c:v>9.1009908600438987</c:v>
                </c:pt>
                <c:pt idx="8439">
                  <c:v>9.0993253941658434</c:v>
                </c:pt>
                <c:pt idx="8440">
                  <c:v>9.0953112695407405</c:v>
                </c:pt>
                <c:pt idx="8441">
                  <c:v>9.0943329758892819</c:v>
                </c:pt>
                <c:pt idx="8442">
                  <c:v>9.0937892699763747</c:v>
                </c:pt>
                <c:pt idx="8443">
                  <c:v>9.0931388544476643</c:v>
                </c:pt>
                <c:pt idx="8444">
                  <c:v>9.0937332448100801</c:v>
                </c:pt>
                <c:pt idx="8445">
                  <c:v>9.091996150495115</c:v>
                </c:pt>
                <c:pt idx="8446">
                  <c:v>9.0908892607610206</c:v>
                </c:pt>
                <c:pt idx="8447">
                  <c:v>9.0934657900909812</c:v>
                </c:pt>
                <c:pt idx="8448">
                  <c:v>9.0910877050416374</c:v>
                </c:pt>
                <c:pt idx="8449">
                  <c:v>9.0876897525258453</c:v>
                </c:pt>
                <c:pt idx="8450">
                  <c:v>9.0879477824506143</c:v>
                </c:pt>
                <c:pt idx="8451">
                  <c:v>9.0868869694887984</c:v>
                </c:pt>
                <c:pt idx="8452">
                  <c:v>9.0862400097180096</c:v>
                </c:pt>
                <c:pt idx="8453">
                  <c:v>9.0845433372987276</c:v>
                </c:pt>
                <c:pt idx="8454">
                  <c:v>9.0828504347971784</c:v>
                </c:pt>
                <c:pt idx="8455">
                  <c:v>9.0840841403749817</c:v>
                </c:pt>
                <c:pt idx="8456">
                  <c:v>9.0872513948695612</c:v>
                </c:pt>
                <c:pt idx="8457">
                  <c:v>9.0898506484258501</c:v>
                </c:pt>
                <c:pt idx="8458">
                  <c:v>9.0895605742003589</c:v>
                </c:pt>
                <c:pt idx="8459">
                  <c:v>9.0883454040514042</c:v>
                </c:pt>
                <c:pt idx="8460">
                  <c:v>9.0878259931638823</c:v>
                </c:pt>
                <c:pt idx="8461">
                  <c:v>9.088767111237706</c:v>
                </c:pt>
                <c:pt idx="8462">
                  <c:v>9.0899081396712624</c:v>
                </c:pt>
                <c:pt idx="8463">
                  <c:v>9.0923471717239419</c:v>
                </c:pt>
                <c:pt idx="8464">
                  <c:v>9.0901812492669603</c:v>
                </c:pt>
                <c:pt idx="8465">
                  <c:v>9.0876983395606796</c:v>
                </c:pt>
                <c:pt idx="8466">
                  <c:v>9.0885715991153262</c:v>
                </c:pt>
                <c:pt idx="8467">
                  <c:v>9.0911479190054116</c:v>
                </c:pt>
                <c:pt idx="8468">
                  <c:v>9.0931883869778662</c:v>
                </c:pt>
                <c:pt idx="8469">
                  <c:v>9.0945160263391589</c:v>
                </c:pt>
                <c:pt idx="8470">
                  <c:v>9.0929730827873936</c:v>
                </c:pt>
                <c:pt idx="8471">
                  <c:v>9.0914995685538589</c:v>
                </c:pt>
                <c:pt idx="8472">
                  <c:v>9.0893662139972857</c:v>
                </c:pt>
                <c:pt idx="8473">
                  <c:v>9.0902266977196184</c:v>
                </c:pt>
                <c:pt idx="8474">
                  <c:v>9.0886966347201046</c:v>
                </c:pt>
                <c:pt idx="8475">
                  <c:v>9.086795025384113</c:v>
                </c:pt>
                <c:pt idx="8476">
                  <c:v>9.0876750917346651</c:v>
                </c:pt>
                <c:pt idx="8477">
                  <c:v>9.0871386114974122</c:v>
                </c:pt>
                <c:pt idx="8478">
                  <c:v>9.0879327027796855</c:v>
                </c:pt>
                <c:pt idx="8479">
                  <c:v>9.0875726756362791</c:v>
                </c:pt>
                <c:pt idx="8480">
                  <c:v>9.0868526213494629</c:v>
                </c:pt>
                <c:pt idx="8481">
                  <c:v>9.0914199814017387</c:v>
                </c:pt>
                <c:pt idx="8482">
                  <c:v>9.0941465744014209</c:v>
                </c:pt>
                <c:pt idx="8483">
                  <c:v>9.0952131469597717</c:v>
                </c:pt>
                <c:pt idx="8484">
                  <c:v>9.0963530234740215</c:v>
                </c:pt>
                <c:pt idx="8485">
                  <c:v>9.0938020458086886</c:v>
                </c:pt>
                <c:pt idx="8486">
                  <c:v>9.0884944205217568</c:v>
                </c:pt>
                <c:pt idx="8487">
                  <c:v>9.0866247507665499</c:v>
                </c:pt>
                <c:pt idx="8488">
                  <c:v>9.0890363461957335</c:v>
                </c:pt>
                <c:pt idx="8489">
                  <c:v>9.0890830512876359</c:v>
                </c:pt>
                <c:pt idx="8490">
                  <c:v>9.0893752199118669</c:v>
                </c:pt>
                <c:pt idx="8491">
                  <c:v>9.0885909723036704</c:v>
                </c:pt>
                <c:pt idx="8492">
                  <c:v>9.0857427994571314</c:v>
                </c:pt>
                <c:pt idx="8493">
                  <c:v>9.0852082041787448</c:v>
                </c:pt>
                <c:pt idx="8494">
                  <c:v>9.0854476986746651</c:v>
                </c:pt>
                <c:pt idx="8495">
                  <c:v>9.0870718001776059</c:v>
                </c:pt>
                <c:pt idx="8496">
                  <c:v>9.0885326432987625</c:v>
                </c:pt>
                <c:pt idx="8497">
                  <c:v>9.0894538645845557</c:v>
                </c:pt>
                <c:pt idx="8498">
                  <c:v>9.0900186192047983</c:v>
                </c:pt>
                <c:pt idx="8499">
                  <c:v>9.0877314310607709</c:v>
                </c:pt>
                <c:pt idx="8500">
                  <c:v>9.0864837977313471</c:v>
                </c:pt>
                <c:pt idx="8501">
                  <c:v>9.0871626970829222</c:v>
                </c:pt>
                <c:pt idx="8502">
                  <c:v>9.0897443576897938</c:v>
                </c:pt>
                <c:pt idx="8503">
                  <c:v>9.0899011234354834</c:v>
                </c:pt>
                <c:pt idx="8504">
                  <c:v>9.088523532664242</c:v>
                </c:pt>
                <c:pt idx="8505">
                  <c:v>9.086123037548381</c:v>
                </c:pt>
                <c:pt idx="8506">
                  <c:v>9.0815316966305311</c:v>
                </c:pt>
                <c:pt idx="8507">
                  <c:v>9.0801524303402985</c:v>
                </c:pt>
                <c:pt idx="8508">
                  <c:v>9.0814092790241769</c:v>
                </c:pt>
                <c:pt idx="8509">
                  <c:v>9.0802323316522298</c:v>
                </c:pt>
                <c:pt idx="8510">
                  <c:v>9.0789125462862117</c:v>
                </c:pt>
                <c:pt idx="8511">
                  <c:v>9.0804499396813156</c:v>
                </c:pt>
                <c:pt idx="8512">
                  <c:v>9.081165281570966</c:v>
                </c:pt>
                <c:pt idx="8513">
                  <c:v>9.0820368656066215</c:v>
                </c:pt>
                <c:pt idx="8514">
                  <c:v>9.0834225198130127</c:v>
                </c:pt>
                <c:pt idx="8515">
                  <c:v>9.082720058475612</c:v>
                </c:pt>
                <c:pt idx="8516">
                  <c:v>9.0798474858837519</c:v>
                </c:pt>
                <c:pt idx="8517">
                  <c:v>9.0786335723740432</c:v>
                </c:pt>
                <c:pt idx="8518">
                  <c:v>9.0773485540271093</c:v>
                </c:pt>
                <c:pt idx="8519">
                  <c:v>9.0765811663287703</c:v>
                </c:pt>
                <c:pt idx="8520">
                  <c:v>9.0754406614948984</c:v>
                </c:pt>
                <c:pt idx="8521">
                  <c:v>9.0729484317142237</c:v>
                </c:pt>
                <c:pt idx="8522">
                  <c:v>9.0703817460583416</c:v>
                </c:pt>
                <c:pt idx="8523">
                  <c:v>9.0707508838362685</c:v>
                </c:pt>
                <c:pt idx="8524">
                  <c:v>9.0737739389775989</c:v>
                </c:pt>
                <c:pt idx="8525">
                  <c:v>9.0770380594139031</c:v>
                </c:pt>
                <c:pt idx="8526">
                  <c:v>9.0775084613709094</c:v>
                </c:pt>
                <c:pt idx="8527">
                  <c:v>9.0768959544593937</c:v>
                </c:pt>
                <c:pt idx="8528">
                  <c:v>9.0757604761824968</c:v>
                </c:pt>
                <c:pt idx="8529">
                  <c:v>9.0751852495685537</c:v>
                </c:pt>
                <c:pt idx="8530">
                  <c:v>9.0747921309250543</c:v>
                </c:pt>
                <c:pt idx="8531">
                  <c:v>9.0747258432049325</c:v>
                </c:pt>
                <c:pt idx="8532">
                  <c:v>9.0761895137643886</c:v>
                </c:pt>
                <c:pt idx="8533">
                  <c:v>9.075047542851399</c:v>
                </c:pt>
                <c:pt idx="8534">
                  <c:v>9.0738144655932178</c:v>
                </c:pt>
                <c:pt idx="8535">
                  <c:v>9.0713165809359442</c:v>
                </c:pt>
                <c:pt idx="8536">
                  <c:v>9.068833880669537</c:v>
                </c:pt>
                <c:pt idx="8537">
                  <c:v>9.0700404637836574</c:v>
                </c:pt>
                <c:pt idx="8538">
                  <c:v>9.0719034314628964</c:v>
                </c:pt>
                <c:pt idx="8539">
                  <c:v>9.0721313020458094</c:v>
                </c:pt>
                <c:pt idx="8540">
                  <c:v>9.072263982205989</c:v>
                </c:pt>
                <c:pt idx="8541">
                  <c:v>9.0721206206122353</c:v>
                </c:pt>
                <c:pt idx="8542">
                  <c:v>9.0715895858117044</c:v>
                </c:pt>
                <c:pt idx="8543">
                  <c:v>9.0696370825863308</c:v>
                </c:pt>
                <c:pt idx="8544">
                  <c:v>9.069199981569291</c:v>
                </c:pt>
                <c:pt idx="8545">
                  <c:v>9.0714163790359059</c:v>
                </c:pt>
                <c:pt idx="8546">
                  <c:v>9.0711872518137486</c:v>
                </c:pt>
                <c:pt idx="8547">
                  <c:v>9.0709407410820511</c:v>
                </c:pt>
                <c:pt idx="8548">
                  <c:v>9.0709690154650406</c:v>
                </c:pt>
                <c:pt idx="8549">
                  <c:v>9.0683753120654131</c:v>
                </c:pt>
                <c:pt idx="8550">
                  <c:v>9.0695802196605406</c:v>
                </c:pt>
                <c:pt idx="8551">
                  <c:v>9.0731748362180191</c:v>
                </c:pt>
                <c:pt idx="8552">
                  <c:v>9.0758928421828653</c:v>
                </c:pt>
                <c:pt idx="8553">
                  <c:v>9.0782315525358985</c:v>
                </c:pt>
                <c:pt idx="8554">
                  <c:v>9.0785174379639102</c:v>
                </c:pt>
                <c:pt idx="8555">
                  <c:v>9.0775269967997581</c:v>
                </c:pt>
                <c:pt idx="8556">
                  <c:v>9.0760961035805838</c:v>
                </c:pt>
                <c:pt idx="8557">
                  <c:v>9.0728806779149842</c:v>
                </c:pt>
                <c:pt idx="8558">
                  <c:v>9.0703353551262502</c:v>
                </c:pt>
                <c:pt idx="8559">
                  <c:v>9.0699333352881055</c:v>
                </c:pt>
                <c:pt idx="8560">
                  <c:v>9.0692550642561525</c:v>
                </c:pt>
                <c:pt idx="8561">
                  <c:v>9.0697342626878683</c:v>
                </c:pt>
                <c:pt idx="8562">
                  <c:v>9.0722220942311882</c:v>
                </c:pt>
                <c:pt idx="8563">
                  <c:v>9.0726095579980903</c:v>
                </c:pt>
                <c:pt idx="8564">
                  <c:v>9.0720915084697484</c:v>
                </c:pt>
                <c:pt idx="8565">
                  <c:v>9.0732193421912442</c:v>
                </c:pt>
                <c:pt idx="8566">
                  <c:v>9.0738483948528064</c:v>
                </c:pt>
                <c:pt idx="8567">
                  <c:v>9.0724365606621653</c:v>
                </c:pt>
                <c:pt idx="8568">
                  <c:v>9.0707190489754197</c:v>
                </c:pt>
                <c:pt idx="8569">
                  <c:v>9.0683072441063626</c:v>
                </c:pt>
                <c:pt idx="8570">
                  <c:v>9.0685937578539946</c:v>
                </c:pt>
                <c:pt idx="8571">
                  <c:v>9.06790721394702</c:v>
                </c:pt>
                <c:pt idx="8572">
                  <c:v>9.0663347393730209</c:v>
                </c:pt>
                <c:pt idx="8573">
                  <c:v>9.0669525870013228</c:v>
                </c:pt>
                <c:pt idx="8574">
                  <c:v>9.0661528408424505</c:v>
                </c:pt>
                <c:pt idx="8575">
                  <c:v>9.0647539919239986</c:v>
                </c:pt>
                <c:pt idx="8576">
                  <c:v>9.0630761690933763</c:v>
                </c:pt>
                <c:pt idx="8577">
                  <c:v>9.062775413434311</c:v>
                </c:pt>
                <c:pt idx="8578">
                  <c:v>9.0624771710537342</c:v>
                </c:pt>
                <c:pt idx="8579">
                  <c:v>9.0623481560913497</c:v>
                </c:pt>
                <c:pt idx="8580">
                  <c:v>9.0624165382102113</c:v>
                </c:pt>
                <c:pt idx="8581">
                  <c:v>9.0619451937737718</c:v>
                </c:pt>
                <c:pt idx="8582">
                  <c:v>9.0623284687431926</c:v>
                </c:pt>
                <c:pt idx="8583">
                  <c:v>9.0631820409496839</c:v>
                </c:pt>
                <c:pt idx="8584">
                  <c:v>9.0642097624114069</c:v>
                </c:pt>
                <c:pt idx="8585">
                  <c:v>9.0624976961613868</c:v>
                </c:pt>
                <c:pt idx="8586">
                  <c:v>9.0586645275874194</c:v>
                </c:pt>
                <c:pt idx="8587">
                  <c:v>9.0573885151550702</c:v>
                </c:pt>
                <c:pt idx="8588">
                  <c:v>9.0589153318365359</c:v>
                </c:pt>
                <c:pt idx="8589">
                  <c:v>9.0593368295829642</c:v>
                </c:pt>
                <c:pt idx="8590">
                  <c:v>9.057411344101336</c:v>
                </c:pt>
                <c:pt idx="8591">
                  <c:v>9.0568958078514825</c:v>
                </c:pt>
                <c:pt idx="8592">
                  <c:v>9.0581833394769031</c:v>
                </c:pt>
                <c:pt idx="8593">
                  <c:v>9.0572444205217568</c:v>
                </c:pt>
                <c:pt idx="8594">
                  <c:v>9.0567385185061067</c:v>
                </c:pt>
                <c:pt idx="8595">
                  <c:v>9.0577847753966783</c:v>
                </c:pt>
                <c:pt idx="8596">
                  <c:v>9.0584862942546458</c:v>
                </c:pt>
                <c:pt idx="8597">
                  <c:v>9.0589341814251956</c:v>
                </c:pt>
                <c:pt idx="8598">
                  <c:v>9.0594777826181652</c:v>
                </c:pt>
                <c:pt idx="8599">
                  <c:v>9.0602312425648837</c:v>
                </c:pt>
                <c:pt idx="8600">
                  <c:v>9.0588688361845087</c:v>
                </c:pt>
                <c:pt idx="8601">
                  <c:v>9.0578717976643262</c:v>
                </c:pt>
                <c:pt idx="8602">
                  <c:v>9.057357832213528</c:v>
                </c:pt>
                <c:pt idx="8603">
                  <c:v>9.0565977749107791</c:v>
                </c:pt>
                <c:pt idx="8604">
                  <c:v>9.0581617671698815</c:v>
                </c:pt>
                <c:pt idx="8605">
                  <c:v>9.0570774969421777</c:v>
                </c:pt>
                <c:pt idx="8606">
                  <c:v>9.0545881993197401</c:v>
                </c:pt>
                <c:pt idx="8607">
                  <c:v>9.0565254134343114</c:v>
                </c:pt>
                <c:pt idx="8608">
                  <c:v>9.0604561809895614</c:v>
                </c:pt>
                <c:pt idx="8609">
                  <c:v>9.0616537581890988</c:v>
                </c:pt>
                <c:pt idx="8610">
                  <c:v>9.0610919357270916</c:v>
                </c:pt>
                <c:pt idx="8611">
                  <c:v>9.0593530611731978</c:v>
                </c:pt>
                <c:pt idx="8612">
                  <c:v>9.0578139922591028</c:v>
                </c:pt>
                <c:pt idx="8613">
                  <c:v>9.0575781629609775</c:v>
                </c:pt>
                <c:pt idx="8614">
                  <c:v>9.0552421753263079</c:v>
                </c:pt>
                <c:pt idx="8615">
                  <c:v>9.0549264447162514</c:v>
                </c:pt>
                <c:pt idx="8616">
                  <c:v>9.0548521982809174</c:v>
                </c:pt>
                <c:pt idx="8617">
                  <c:v>9.0551351515506937</c:v>
                </c:pt>
                <c:pt idx="8618">
                  <c:v>9.0572398128445286</c:v>
                </c:pt>
                <c:pt idx="8619">
                  <c:v>9.0587008654055587</c:v>
                </c:pt>
                <c:pt idx="8620">
                  <c:v>9.0572742657038017</c:v>
                </c:pt>
                <c:pt idx="8621">
                  <c:v>9.0567856424777577</c:v>
                </c:pt>
                <c:pt idx="8622">
                  <c:v>9.0571365589866453</c:v>
                </c:pt>
                <c:pt idx="8623">
                  <c:v>9.0560352194092122</c:v>
                </c:pt>
                <c:pt idx="8624">
                  <c:v>9.0533848625236661</c:v>
                </c:pt>
                <c:pt idx="8625">
                  <c:v>9.0520288440594481</c:v>
                </c:pt>
                <c:pt idx="8626">
                  <c:v>9.0512121332707807</c:v>
                </c:pt>
                <c:pt idx="8627">
                  <c:v>9.0518761623913004</c:v>
                </c:pt>
                <c:pt idx="8628">
                  <c:v>9.0516364584555067</c:v>
                </c:pt>
                <c:pt idx="8629">
                  <c:v>9.050505587855838</c:v>
                </c:pt>
                <c:pt idx="8630">
                  <c:v>9.0488558299683319</c:v>
                </c:pt>
                <c:pt idx="8631">
                  <c:v>9.0461910217314809</c:v>
                </c:pt>
                <c:pt idx="8632">
                  <c:v>9.043570719467855</c:v>
                </c:pt>
                <c:pt idx="8633">
                  <c:v>9.0425362959301641</c:v>
                </c:pt>
                <c:pt idx="8634">
                  <c:v>9.0453808035789081</c:v>
                </c:pt>
                <c:pt idx="8635">
                  <c:v>9.0480410041385326</c:v>
                </c:pt>
                <c:pt idx="8636">
                  <c:v>9.0469473091164989</c:v>
                </c:pt>
                <c:pt idx="8637">
                  <c:v>9.0467652011460551</c:v>
                </c:pt>
                <c:pt idx="8638">
                  <c:v>9.0450833989578268</c:v>
                </c:pt>
                <c:pt idx="8639">
                  <c:v>9.0445707948662104</c:v>
                </c:pt>
                <c:pt idx="8640">
                  <c:v>9.04818981116901</c:v>
                </c:pt>
                <c:pt idx="8641">
                  <c:v>9.0491340708409425</c:v>
                </c:pt>
                <c:pt idx="8642">
                  <c:v>9.0474076579595533</c:v>
                </c:pt>
                <c:pt idx="8643">
                  <c:v>9.0469909773302284</c:v>
                </c:pt>
                <c:pt idx="8644">
                  <c:v>9.0488574007673872</c:v>
                </c:pt>
                <c:pt idx="8645">
                  <c:v>9.0480705351607664</c:v>
                </c:pt>
                <c:pt idx="8646">
                  <c:v>9.0480936782668433</c:v>
                </c:pt>
                <c:pt idx="8647">
                  <c:v>9.0489218035286427</c:v>
                </c:pt>
                <c:pt idx="8648">
                  <c:v>9.0482330605029908</c:v>
                </c:pt>
                <c:pt idx="8649">
                  <c:v>9.0487407427575697</c:v>
                </c:pt>
                <c:pt idx="8650">
                  <c:v>9.0492422465358651</c:v>
                </c:pt>
                <c:pt idx="8651">
                  <c:v>9.0504869477070518</c:v>
                </c:pt>
                <c:pt idx="8652">
                  <c:v>9.0490675736809472</c:v>
                </c:pt>
                <c:pt idx="8653">
                  <c:v>9.0450622455305538</c:v>
                </c:pt>
                <c:pt idx="8654">
                  <c:v>9.041755608799825</c:v>
                </c:pt>
                <c:pt idx="8655">
                  <c:v>9.040421372082502</c:v>
                </c:pt>
                <c:pt idx="8656">
                  <c:v>9.0450232897139884</c:v>
                </c:pt>
                <c:pt idx="8657">
                  <c:v>9.0471308831660604</c:v>
                </c:pt>
                <c:pt idx="8658">
                  <c:v>9.0460057721629283</c:v>
                </c:pt>
                <c:pt idx="8659">
                  <c:v>9.0454892934336417</c:v>
                </c:pt>
                <c:pt idx="8660">
                  <c:v>9.0419328996531672</c:v>
                </c:pt>
                <c:pt idx="8661">
                  <c:v>9.0399674111556063</c:v>
                </c:pt>
                <c:pt idx="8662">
                  <c:v>9.0423067498282599</c:v>
                </c:pt>
                <c:pt idx="8663">
                  <c:v>9.0436406723857719</c:v>
                </c:pt>
                <c:pt idx="8664">
                  <c:v>9.0450014032471557</c:v>
                </c:pt>
                <c:pt idx="8665">
                  <c:v>9.0469289831275237</c:v>
                </c:pt>
                <c:pt idx="8666">
                  <c:v>9.0443455422817216</c:v>
                </c:pt>
                <c:pt idx="8667">
                  <c:v>9.0436481075012978</c:v>
                </c:pt>
                <c:pt idx="8668">
                  <c:v>9.0460573990918682</c:v>
                </c:pt>
                <c:pt idx="8669">
                  <c:v>9.0428231238376089</c:v>
                </c:pt>
                <c:pt idx="8670">
                  <c:v>9.039827714759646</c:v>
                </c:pt>
                <c:pt idx="8671">
                  <c:v>9.0412159869644615</c:v>
                </c:pt>
                <c:pt idx="8672">
                  <c:v>9.0439676080290869</c:v>
                </c:pt>
                <c:pt idx="8673">
                  <c:v>9.0468135817569486</c:v>
                </c:pt>
                <c:pt idx="8674">
                  <c:v>9.0479052871001802</c:v>
                </c:pt>
                <c:pt idx="8675">
                  <c:v>9.0473986520449703</c:v>
                </c:pt>
                <c:pt idx="8676">
                  <c:v>9.0458548707337094</c:v>
                </c:pt>
                <c:pt idx="8677">
                  <c:v>9.0443380024462581</c:v>
                </c:pt>
                <c:pt idx="8678">
                  <c:v>9.0442812442404037</c:v>
                </c:pt>
                <c:pt idx="8679">
                  <c:v>9.0447268275723403</c:v>
                </c:pt>
                <c:pt idx="8680">
                  <c:v>9.0456722391635811</c:v>
                </c:pt>
                <c:pt idx="8681">
                  <c:v>9.0454699202452957</c:v>
                </c:pt>
                <c:pt idx="8682">
                  <c:v>9.0475280858871034</c:v>
                </c:pt>
                <c:pt idx="8683">
                  <c:v>9.0480957726655831</c:v>
                </c:pt>
                <c:pt idx="8684">
                  <c:v>9.0486604225658898</c:v>
                </c:pt>
                <c:pt idx="8685">
                  <c:v>9.0493976509223728</c:v>
                </c:pt>
                <c:pt idx="8686">
                  <c:v>9.0483438541963377</c:v>
                </c:pt>
                <c:pt idx="8687">
                  <c:v>9.0451783799406869</c:v>
                </c:pt>
                <c:pt idx="8688">
                  <c:v>9.0438184868387985</c:v>
                </c:pt>
                <c:pt idx="8689">
                  <c:v>9.0432291230333597</c:v>
                </c:pt>
                <c:pt idx="8690">
                  <c:v>9.0438224661964046</c:v>
                </c:pt>
                <c:pt idx="8691">
                  <c:v>9.0449992041284784</c:v>
                </c:pt>
                <c:pt idx="8692">
                  <c:v>9.0471783212975225</c:v>
                </c:pt>
                <c:pt idx="8693">
                  <c:v>9.0499444984333905</c:v>
                </c:pt>
                <c:pt idx="8694">
                  <c:v>9.050080215471743</c:v>
                </c:pt>
                <c:pt idx="8695">
                  <c:v>9.0506296809811833</c:v>
                </c:pt>
                <c:pt idx="8696">
                  <c:v>9.0510129559506058</c:v>
                </c:pt>
                <c:pt idx="8697">
                  <c:v>9.0514344536970324</c:v>
                </c:pt>
                <c:pt idx="8698">
                  <c:v>9.0509930591625753</c:v>
                </c:pt>
                <c:pt idx="8699">
                  <c:v>9.0488987651425035</c:v>
                </c:pt>
                <c:pt idx="8700">
                  <c:v>9.0460852545951109</c:v>
                </c:pt>
                <c:pt idx="8701">
                  <c:v>9.043569672268486</c:v>
                </c:pt>
                <c:pt idx="8702">
                  <c:v>9.0398975629576253</c:v>
                </c:pt>
                <c:pt idx="8703">
                  <c:v>9.0383246695038792</c:v>
                </c:pt>
                <c:pt idx="8704">
                  <c:v>9.0389407368932524</c:v>
                </c:pt>
                <c:pt idx="8705">
                  <c:v>9.040600338454837</c:v>
                </c:pt>
                <c:pt idx="8706">
                  <c:v>9.0440274031131143</c:v>
                </c:pt>
                <c:pt idx="8707">
                  <c:v>9.0468163044753105</c:v>
                </c:pt>
                <c:pt idx="8708">
                  <c:v>9.0478175317929725</c:v>
                </c:pt>
                <c:pt idx="8709">
                  <c:v>9.0445601134326363</c:v>
                </c:pt>
                <c:pt idx="8710">
                  <c:v>9.0417002119531524</c:v>
                </c:pt>
                <c:pt idx="8711">
                  <c:v>9.0431353986897438</c:v>
                </c:pt>
                <c:pt idx="8712">
                  <c:v>9.0410978628755263</c:v>
                </c:pt>
                <c:pt idx="8713">
                  <c:v>9.0409794246267783</c:v>
                </c:pt>
                <c:pt idx="8714">
                  <c:v>9.0413995610140248</c:v>
                </c:pt>
                <c:pt idx="8715">
                  <c:v>9.0405100698691427</c:v>
                </c:pt>
                <c:pt idx="8716">
                  <c:v>9.0414535965015155</c:v>
                </c:pt>
                <c:pt idx="8717">
                  <c:v>9.0417111028266</c:v>
                </c:pt>
                <c:pt idx="8718">
                  <c:v>9.0424652958128782</c:v>
                </c:pt>
                <c:pt idx="8719">
                  <c:v>9.0423647646733567</c:v>
                </c:pt>
                <c:pt idx="8720">
                  <c:v>9.0419452566057341</c:v>
                </c:pt>
                <c:pt idx="8721">
                  <c:v>9.041687645560712</c:v>
                </c:pt>
                <c:pt idx="8722">
                  <c:v>9.0424931513161209</c:v>
                </c:pt>
                <c:pt idx="8723">
                  <c:v>9.0417174907427569</c:v>
                </c:pt>
                <c:pt idx="8724">
                  <c:v>9.0398462501884964</c:v>
                </c:pt>
                <c:pt idx="8725">
                  <c:v>9.0398324271568118</c:v>
                </c:pt>
                <c:pt idx="8726">
                  <c:v>9.0413292939362968</c:v>
                </c:pt>
                <c:pt idx="8727">
                  <c:v>9.0440130564817451</c:v>
                </c:pt>
                <c:pt idx="8728">
                  <c:v>9.0464688437243428</c:v>
                </c:pt>
                <c:pt idx="8729">
                  <c:v>9.047953248831325</c:v>
                </c:pt>
                <c:pt idx="8730">
                  <c:v>9.0465913660506345</c:v>
                </c:pt>
                <c:pt idx="8731">
                  <c:v>9.0479183770923051</c:v>
                </c:pt>
                <c:pt idx="8732">
                  <c:v>9.0502328971398889</c:v>
                </c:pt>
                <c:pt idx="8733">
                  <c:v>9.0458981200676902</c:v>
                </c:pt>
                <c:pt idx="8734">
                  <c:v>9.0430936154348807</c:v>
                </c:pt>
                <c:pt idx="8735">
                  <c:v>9.0457140224184442</c:v>
                </c:pt>
                <c:pt idx="8736">
                  <c:v>9.0482370398605969</c:v>
                </c:pt>
                <c:pt idx="8737">
                  <c:v>9.0504189844679388</c:v>
                </c:pt>
                <c:pt idx="8738">
                  <c:v>9.0522649875173826</c:v>
                </c:pt>
                <c:pt idx="8739">
                  <c:v>9.0552168331015537</c:v>
                </c:pt>
                <c:pt idx="8740">
                  <c:v>9.0534884305413605</c:v>
                </c:pt>
                <c:pt idx="8741">
                  <c:v>9.0509579779836802</c:v>
                </c:pt>
                <c:pt idx="8742">
                  <c:v>9.0525196664041694</c:v>
                </c:pt>
                <c:pt idx="8743">
                  <c:v>9.0523368253941658</c:v>
                </c:pt>
                <c:pt idx="8744">
                  <c:v>9.052226031700819</c:v>
                </c:pt>
                <c:pt idx="8745">
                  <c:v>9.0522750406313364</c:v>
                </c:pt>
                <c:pt idx="8746">
                  <c:v>9.0538622807164515</c:v>
                </c:pt>
                <c:pt idx="8747">
                  <c:v>9.0548000477522912</c:v>
                </c:pt>
                <c:pt idx="8748">
                  <c:v>9.0532320761355827</c:v>
                </c:pt>
                <c:pt idx="8749">
                  <c:v>9.0485476391937407</c:v>
                </c:pt>
                <c:pt idx="8750">
                  <c:v>9.0469608179883725</c:v>
                </c:pt>
                <c:pt idx="8751">
                  <c:v>9.0503375123569523</c:v>
                </c:pt>
                <c:pt idx="8752">
                  <c:v>9.0518147965082179</c:v>
                </c:pt>
                <c:pt idx="8753">
                  <c:v>9.0502258809041098</c:v>
                </c:pt>
                <c:pt idx="8754">
                  <c:v>9.0506495777692137</c:v>
                </c:pt>
                <c:pt idx="8755">
                  <c:v>9.0517046311344931</c:v>
                </c:pt>
                <c:pt idx="8756">
                  <c:v>9.0524411264514182</c:v>
                </c:pt>
                <c:pt idx="8757">
                  <c:v>9.0514626233600861</c:v>
                </c:pt>
                <c:pt idx="8758">
                  <c:v>9.0507968140006358</c:v>
                </c:pt>
                <c:pt idx="8759">
                  <c:v>9.0492713586783502</c:v>
                </c:pt>
                <c:pt idx="8760">
                  <c:v>9.045731824807735</c:v>
                </c:pt>
                <c:pt idx="8761">
                  <c:v>9.0463286237286997</c:v>
                </c:pt>
                <c:pt idx="8762">
                  <c:v>9.049340683276645</c:v>
                </c:pt>
                <c:pt idx="8763">
                  <c:v>9.0495189166094203</c:v>
                </c:pt>
                <c:pt idx="8764">
                  <c:v>9.0506746058341569</c:v>
                </c:pt>
                <c:pt idx="8765">
                  <c:v>9.0529922674798513</c:v>
                </c:pt>
                <c:pt idx="8766">
                  <c:v>9.0551306485934013</c:v>
                </c:pt>
                <c:pt idx="8767">
                  <c:v>9.0558112234639676</c:v>
                </c:pt>
                <c:pt idx="8768">
                  <c:v>9.0558768828644673</c:v>
                </c:pt>
                <c:pt idx="8769">
                  <c:v>9.0550584965568088</c:v>
                </c:pt>
                <c:pt idx="8770">
                  <c:v>9.0504641187607859</c:v>
                </c:pt>
                <c:pt idx="8771">
                  <c:v>9.0475280858871034</c:v>
                </c:pt>
                <c:pt idx="8772">
                  <c:v>9.0484992585828454</c:v>
                </c:pt>
                <c:pt idx="8773">
                  <c:v>9.0511223882847709</c:v>
                </c:pt>
                <c:pt idx="8774">
                  <c:v>9.0545294514350818</c:v>
                </c:pt>
                <c:pt idx="8775">
                  <c:v>9.0580372551647876</c:v>
                </c:pt>
                <c:pt idx="8776">
                  <c:v>9.0569390571854633</c:v>
                </c:pt>
                <c:pt idx="8777">
                  <c:v>9.0529916391602292</c:v>
                </c:pt>
                <c:pt idx="8778">
                  <c:v>9.0499252299649822</c:v>
                </c:pt>
                <c:pt idx="8779">
                  <c:v>9.0527873305631417</c:v>
                </c:pt>
                <c:pt idx="8780">
                  <c:v>9.0543185454819639</c:v>
                </c:pt>
                <c:pt idx="8781">
                  <c:v>9.0541188445621028</c:v>
                </c:pt>
                <c:pt idx="8782">
                  <c:v>9.0538690875123571</c:v>
                </c:pt>
                <c:pt idx="8783">
                  <c:v>9.052528881758624</c:v>
                </c:pt>
                <c:pt idx="8784">
                  <c:v>9.0518385679339168</c:v>
                </c:pt>
                <c:pt idx="8785">
                  <c:v>9.0525284628788771</c:v>
                </c:pt>
                <c:pt idx="8786">
                  <c:v>9.0533848625236661</c:v>
                </c:pt>
                <c:pt idx="8787">
                  <c:v>9.0524742179515112</c:v>
                </c:pt>
                <c:pt idx="8788">
                  <c:v>9.050536061357505</c:v>
                </c:pt>
                <c:pt idx="8789">
                  <c:v>9.0509691830169388</c:v>
                </c:pt>
                <c:pt idx="8790">
                  <c:v>9.0529321582360129</c:v>
                </c:pt>
                <c:pt idx="8791">
                  <c:v>9.0545774131662284</c:v>
                </c:pt>
                <c:pt idx="8792">
                  <c:v>9.0542307901747563</c:v>
                </c:pt>
                <c:pt idx="8793">
                  <c:v>9.0536776594675192</c:v>
                </c:pt>
                <c:pt idx="8794">
                  <c:v>9.0521133530486075</c:v>
                </c:pt>
                <c:pt idx="8795">
                  <c:v>9.0482057285994344</c:v>
                </c:pt>
                <c:pt idx="8796">
                  <c:v>9.0449180461773029</c:v>
                </c:pt>
                <c:pt idx="8797">
                  <c:v>9.0456835489167773</c:v>
                </c:pt>
                <c:pt idx="8798">
                  <c:v>9.0459070212623356</c:v>
                </c:pt>
                <c:pt idx="8799">
                  <c:v>9.0441662617495773</c:v>
                </c:pt>
                <c:pt idx="8800">
                  <c:v>9.0427651089925103</c:v>
                </c:pt>
                <c:pt idx="8801">
                  <c:v>9.043620880317679</c:v>
                </c:pt>
                <c:pt idx="8802">
                  <c:v>9.0442156895598416</c:v>
                </c:pt>
                <c:pt idx="8803">
                  <c:v>9.0461387664829189</c:v>
                </c:pt>
                <c:pt idx="8804">
                  <c:v>9.04806131980631</c:v>
                </c:pt>
                <c:pt idx="8805">
                  <c:v>9.0456206122346394</c:v>
                </c:pt>
                <c:pt idx="8806">
                  <c:v>9.0424824698825468</c:v>
                </c:pt>
                <c:pt idx="8807">
                  <c:v>9.0451175376572888</c:v>
                </c:pt>
                <c:pt idx="8808">
                  <c:v>9.0505626602215035</c:v>
                </c:pt>
                <c:pt idx="8809">
                  <c:v>9.0517655781378288</c:v>
                </c:pt>
                <c:pt idx="8810">
                  <c:v>9.0525454275086705</c:v>
                </c:pt>
                <c:pt idx="8811">
                  <c:v>9.0537720121307572</c:v>
                </c:pt>
                <c:pt idx="8812">
                  <c:v>9.053305589531357</c:v>
                </c:pt>
                <c:pt idx="8813">
                  <c:v>9.053711484007172</c:v>
                </c:pt>
                <c:pt idx="8814">
                  <c:v>9.0548368044501792</c:v>
                </c:pt>
                <c:pt idx="8815">
                  <c:v>9.0550888653385382</c:v>
                </c:pt>
                <c:pt idx="8816">
                  <c:v>9.0538955816564179</c:v>
                </c:pt>
                <c:pt idx="8817">
                  <c:v>9.0538823869443554</c:v>
                </c:pt>
                <c:pt idx="8818">
                  <c:v>9.0556214709381226</c:v>
                </c:pt>
                <c:pt idx="8819">
                  <c:v>9.0572673541879603</c:v>
                </c:pt>
                <c:pt idx="8820">
                  <c:v>9.0595923462292447</c:v>
                </c:pt>
                <c:pt idx="8821">
                  <c:v>9.0621384020575366</c:v>
                </c:pt>
                <c:pt idx="8822">
                  <c:v>9.0631102030729025</c:v>
                </c:pt>
                <c:pt idx="8823">
                  <c:v>9.0652469086674596</c:v>
                </c:pt>
                <c:pt idx="8824">
                  <c:v>9.0707952850895559</c:v>
                </c:pt>
                <c:pt idx="8825">
                  <c:v>9.0780912278203179</c:v>
                </c:pt>
                <c:pt idx="8826">
                  <c:v>9.0913173558634792</c:v>
                </c:pt>
                <c:pt idx="8827">
                  <c:v>9.1096962284067491</c:v>
                </c:pt>
                <c:pt idx="8828">
                  <c:v>9.1232344218621719</c:v>
                </c:pt>
                <c:pt idx="8829">
                  <c:v>9.1321921652731941</c:v>
                </c:pt>
                <c:pt idx="8830">
                  <c:v>9.1375622036425774</c:v>
                </c:pt>
                <c:pt idx="8831">
                  <c:v>9.1357390295393994</c:v>
                </c:pt>
                <c:pt idx="8832">
                  <c:v>9.1264503711274561</c:v>
                </c:pt>
                <c:pt idx="8833">
                  <c:v>9.1122032236985397</c:v>
                </c:pt>
                <c:pt idx="8834">
                  <c:v>9.0998427106546256</c:v>
                </c:pt>
                <c:pt idx="8835">
                  <c:v>9.0894306167585412</c:v>
                </c:pt>
                <c:pt idx="8836">
                  <c:v>9.0792673374327695</c:v>
                </c:pt>
                <c:pt idx="8837">
                  <c:v>9.0743185873699375</c:v>
                </c:pt>
                <c:pt idx="8838">
                  <c:v>9.0705004984669007</c:v>
                </c:pt>
                <c:pt idx="8839">
                  <c:v>9.0663990374143388</c:v>
                </c:pt>
                <c:pt idx="8840">
                  <c:v>9.0626919516445223</c:v>
                </c:pt>
                <c:pt idx="8841">
                  <c:v>9.0609531818105662</c:v>
                </c:pt>
                <c:pt idx="8842">
                  <c:v>9.0633804852303008</c:v>
                </c:pt>
                <c:pt idx="8843">
                  <c:v>9.0710186527151784</c:v>
                </c:pt>
                <c:pt idx="8844">
                  <c:v>9.0777810473669227</c:v>
                </c:pt>
                <c:pt idx="8845">
                  <c:v>9.0780540522426829</c:v>
                </c:pt>
                <c:pt idx="8846">
                  <c:v>9.0731238376086996</c:v>
                </c:pt>
                <c:pt idx="8847">
                  <c:v>9.0701111497411322</c:v>
                </c:pt>
                <c:pt idx="8848">
                  <c:v>9.0688701137677388</c:v>
                </c:pt>
                <c:pt idx="8849">
                  <c:v>9.0681081715061236</c:v>
                </c:pt>
                <c:pt idx="8850">
                  <c:v>9.0676390261883615</c:v>
                </c:pt>
                <c:pt idx="8851">
                  <c:v>9.0678583097364402</c:v>
                </c:pt>
                <c:pt idx="8852">
                  <c:v>9.0690664636496159</c:v>
                </c:pt>
                <c:pt idx="8853">
                  <c:v>9.0680002052510762</c:v>
                </c:pt>
                <c:pt idx="8854">
                  <c:v>9.0640961412797623</c:v>
                </c:pt>
                <c:pt idx="8855">
                  <c:v>9.0642100765712179</c:v>
                </c:pt>
                <c:pt idx="8856">
                  <c:v>9.0688313673910486</c:v>
                </c:pt>
                <c:pt idx="8857">
                  <c:v>9.0714488422163768</c:v>
                </c:pt>
                <c:pt idx="8858">
                  <c:v>9.0706811403582268</c:v>
                </c:pt>
                <c:pt idx="8859">
                  <c:v>9.0682323693514064</c:v>
                </c:pt>
                <c:pt idx="8860">
                  <c:v>9.0672063234086764</c:v>
                </c:pt>
                <c:pt idx="8861">
                  <c:v>9.0676311721930869</c:v>
                </c:pt>
                <c:pt idx="8862">
                  <c:v>9.0633818465894809</c:v>
                </c:pt>
                <c:pt idx="8863">
                  <c:v>9.06011060519746</c:v>
                </c:pt>
                <c:pt idx="8864">
                  <c:v>9.0572066166244998</c:v>
                </c:pt>
                <c:pt idx="8865">
                  <c:v>9.0555056506878007</c:v>
                </c:pt>
                <c:pt idx="8866">
                  <c:v>9.0544415914079384</c:v>
                </c:pt>
                <c:pt idx="8867">
                  <c:v>9.0522176541058599</c:v>
                </c:pt>
                <c:pt idx="8868">
                  <c:v>9.0488986604225659</c:v>
                </c:pt>
                <c:pt idx="8869">
                  <c:v>9.0477165817737042</c:v>
                </c:pt>
                <c:pt idx="8870">
                  <c:v>9.0493550299080141</c:v>
                </c:pt>
                <c:pt idx="8871">
                  <c:v>9.0496857354690619</c:v>
                </c:pt>
                <c:pt idx="8872">
                  <c:v>9.0485483722332987</c:v>
                </c:pt>
                <c:pt idx="8873">
                  <c:v>9.0459564490725999</c:v>
                </c:pt>
                <c:pt idx="8874">
                  <c:v>9.0475089221386327</c:v>
                </c:pt>
                <c:pt idx="8875">
                  <c:v>9.0520495786069741</c:v>
                </c:pt>
                <c:pt idx="8876">
                  <c:v>9.0546628646348211</c:v>
                </c:pt>
                <c:pt idx="8877">
                  <c:v>9.0562267521739859</c:v>
                </c:pt>
                <c:pt idx="8878">
                  <c:v>9.055994483353718</c:v>
                </c:pt>
                <c:pt idx="8879">
                  <c:v>9.0533365866327102</c:v>
                </c:pt>
                <c:pt idx="8880">
                  <c:v>9.0503377217968257</c:v>
                </c:pt>
                <c:pt idx="8881">
                  <c:v>9.0470874243922061</c:v>
                </c:pt>
                <c:pt idx="8882">
                  <c:v>9.0466663455255265</c:v>
                </c:pt>
                <c:pt idx="8883">
                  <c:v>9.0473041946617965</c:v>
                </c:pt>
                <c:pt idx="8884">
                  <c:v>9.0493694812593208</c:v>
                </c:pt>
                <c:pt idx="8885">
                  <c:v>9.0517791917296382</c:v>
                </c:pt>
                <c:pt idx="8886">
                  <c:v>9.0561302003920723</c:v>
                </c:pt>
                <c:pt idx="8887">
                  <c:v>9.0566291908918792</c:v>
                </c:pt>
                <c:pt idx="8888">
                  <c:v>9.0566702411071827</c:v>
                </c:pt>
                <c:pt idx="8889">
                  <c:v>9.0592659341856141</c:v>
                </c:pt>
                <c:pt idx="8890">
                  <c:v>9.0595842827940949</c:v>
                </c:pt>
                <c:pt idx="8891">
                  <c:v>9.0546851699814024</c:v>
                </c:pt>
                <c:pt idx="8892">
                  <c:v>9.0506879052661571</c:v>
                </c:pt>
                <c:pt idx="8893">
                  <c:v>9.0489644245430014</c:v>
                </c:pt>
                <c:pt idx="8894">
                  <c:v>9.0473520516730055</c:v>
                </c:pt>
                <c:pt idx="8895">
                  <c:v>9.048311286295931</c:v>
                </c:pt>
                <c:pt idx="8896">
                  <c:v>9.0518786756697889</c:v>
                </c:pt>
                <c:pt idx="8897">
                  <c:v>9.0546980505336521</c:v>
                </c:pt>
                <c:pt idx="8898">
                  <c:v>9.0548438206859583</c:v>
                </c:pt>
                <c:pt idx="8899">
                  <c:v>9.0555913115962667</c:v>
                </c:pt>
                <c:pt idx="8900">
                  <c:v>9.0550515850409656</c:v>
                </c:pt>
                <c:pt idx="8901">
                  <c:v>9.0563886491965881</c:v>
                </c:pt>
                <c:pt idx="8902">
                  <c:v>9.0582446006400481</c:v>
                </c:pt>
                <c:pt idx="8903">
                  <c:v>9.0563045590871774</c:v>
                </c:pt>
                <c:pt idx="8904">
                  <c:v>9.0554109838647516</c:v>
                </c:pt>
                <c:pt idx="8905">
                  <c:v>9.0543722668096436</c:v>
                </c:pt>
                <c:pt idx="8906">
                  <c:v>9.053091751420002</c:v>
                </c:pt>
                <c:pt idx="8907">
                  <c:v>9.0543950957559112</c:v>
                </c:pt>
                <c:pt idx="8908">
                  <c:v>9.0555091064457223</c:v>
                </c:pt>
                <c:pt idx="8909">
                  <c:v>9.0547280004356345</c:v>
                </c:pt>
                <c:pt idx="8910">
                  <c:v>9.0523968299180666</c:v>
                </c:pt>
                <c:pt idx="8911">
                  <c:v>9.0527224042022016</c:v>
                </c:pt>
                <c:pt idx="8912">
                  <c:v>9.0555790593636374</c:v>
                </c:pt>
                <c:pt idx="8913">
                  <c:v>9.0575208811554386</c:v>
                </c:pt>
                <c:pt idx="8914">
                  <c:v>9.056098889130908</c:v>
                </c:pt>
                <c:pt idx="8915">
                  <c:v>9.0529445151885799</c:v>
                </c:pt>
                <c:pt idx="8916">
                  <c:v>9.0516369820551912</c:v>
                </c:pt>
                <c:pt idx="8917">
                  <c:v>9.0484171581522368</c:v>
                </c:pt>
                <c:pt idx="8918">
                  <c:v>9.0472191620729525</c:v>
                </c:pt>
                <c:pt idx="8919">
                  <c:v>9.050389453445705</c:v>
                </c:pt>
                <c:pt idx="8920">
                  <c:v>9.0521781746896099</c:v>
                </c:pt>
                <c:pt idx="8921">
                  <c:v>9.0504384623762206</c:v>
                </c:pt>
                <c:pt idx="8922">
                  <c:v>9.0472546621315946</c:v>
                </c:pt>
                <c:pt idx="8923">
                  <c:v>9.0482851063116794</c:v>
                </c:pt>
                <c:pt idx="8924">
                  <c:v>9.0512239666236614</c:v>
                </c:pt>
                <c:pt idx="8925">
                  <c:v>9.0513684801367216</c:v>
                </c:pt>
                <c:pt idx="8926">
                  <c:v>9.0501602215036101</c:v>
                </c:pt>
                <c:pt idx="8927">
                  <c:v>9.0497561072667256</c:v>
                </c:pt>
                <c:pt idx="8928">
                  <c:v>9.049293140425247</c:v>
                </c:pt>
                <c:pt idx="8929">
                  <c:v>9.0493397407972118</c:v>
                </c:pt>
                <c:pt idx="8930">
                  <c:v>9.0501054529765597</c:v>
                </c:pt>
                <c:pt idx="8931">
                  <c:v>9.0498106663539026</c:v>
                </c:pt>
                <c:pt idx="8932">
                  <c:v>9.0476460005361652</c:v>
                </c:pt>
                <c:pt idx="8933">
                  <c:v>9.0480049804802043</c:v>
                </c:pt>
                <c:pt idx="8934">
                  <c:v>9.0488467193338131</c:v>
                </c:pt>
                <c:pt idx="8935">
                  <c:v>9.0496244743059169</c:v>
                </c:pt>
                <c:pt idx="8936">
                  <c:v>9.0497442739138449</c:v>
                </c:pt>
                <c:pt idx="8937">
                  <c:v>9.048307935257947</c:v>
                </c:pt>
                <c:pt idx="8938">
                  <c:v>9.0495134711726966</c:v>
                </c:pt>
                <c:pt idx="8939">
                  <c:v>9.0500658688403739</c:v>
                </c:pt>
                <c:pt idx="8940">
                  <c:v>9.0506035009969334</c:v>
                </c:pt>
                <c:pt idx="8941">
                  <c:v>9.0497565261464743</c:v>
                </c:pt>
                <c:pt idx="8942">
                  <c:v>9.0470805128763629</c:v>
                </c:pt>
                <c:pt idx="8943">
                  <c:v>9.0436795234823979</c:v>
                </c:pt>
                <c:pt idx="8944">
                  <c:v>9.042420894559589</c:v>
                </c:pt>
                <c:pt idx="8945">
                  <c:v>9.0429878482985107</c:v>
                </c:pt>
                <c:pt idx="8946">
                  <c:v>9.0456254293517411</c:v>
                </c:pt>
                <c:pt idx="8947">
                  <c:v>9.0454813347184295</c:v>
                </c:pt>
                <c:pt idx="8948">
                  <c:v>9.0453892858938048</c:v>
                </c:pt>
                <c:pt idx="8949">
                  <c:v>9.0477941792470222</c:v>
                </c:pt>
                <c:pt idx="8950">
                  <c:v>9.0490263140257703</c:v>
                </c:pt>
                <c:pt idx="8951">
                  <c:v>9.0511261582025035</c:v>
                </c:pt>
                <c:pt idx="8952">
                  <c:v>9.0525186192047986</c:v>
                </c:pt>
                <c:pt idx="8953">
                  <c:v>9.0492796315533734</c:v>
                </c:pt>
                <c:pt idx="8954">
                  <c:v>9.048389930968618</c:v>
                </c:pt>
                <c:pt idx="8955">
                  <c:v>9.0491260074057944</c:v>
                </c:pt>
                <c:pt idx="8956">
                  <c:v>9.04972521488531</c:v>
                </c:pt>
                <c:pt idx="8957">
                  <c:v>9.0513567515037785</c:v>
                </c:pt>
                <c:pt idx="8958">
                  <c:v>9.0538269900976829</c:v>
                </c:pt>
                <c:pt idx="8959">
                  <c:v>9.0543402225089213</c:v>
                </c:pt>
                <c:pt idx="8960">
                  <c:v>9.0515958271199501</c:v>
                </c:pt>
                <c:pt idx="8961">
                  <c:v>9.0523119020491603</c:v>
                </c:pt>
                <c:pt idx="8962">
                  <c:v>9.0541063828896</c:v>
                </c:pt>
                <c:pt idx="8963">
                  <c:v>9.0522915863813811</c:v>
                </c:pt>
                <c:pt idx="8964">
                  <c:v>9.0506740822344725</c:v>
                </c:pt>
                <c:pt idx="8965">
                  <c:v>9.0504923931437755</c:v>
                </c:pt>
                <c:pt idx="8966">
                  <c:v>9.0507204731665638</c:v>
                </c:pt>
                <c:pt idx="8967">
                  <c:v>9.0500816815508607</c:v>
                </c:pt>
                <c:pt idx="8968">
                  <c:v>9.0486867072700772</c:v>
                </c:pt>
                <c:pt idx="8969">
                  <c:v>9.0448746921233845</c:v>
                </c:pt>
                <c:pt idx="8970">
                  <c:v>9.0443619833118305</c:v>
                </c:pt>
                <c:pt idx="8971">
                  <c:v>9.0483659501030438</c:v>
                </c:pt>
                <c:pt idx="8972">
                  <c:v>9.0493482231121085</c:v>
                </c:pt>
                <c:pt idx="8973">
                  <c:v>9.0465925179699411</c:v>
                </c:pt>
                <c:pt idx="8974">
                  <c:v>9.046581836536367</c:v>
                </c:pt>
                <c:pt idx="8975">
                  <c:v>9.0475263056481747</c:v>
                </c:pt>
                <c:pt idx="8976">
                  <c:v>9.0472950840272777</c:v>
                </c:pt>
                <c:pt idx="8977">
                  <c:v>9.0486573856877168</c:v>
                </c:pt>
                <c:pt idx="8978">
                  <c:v>9.0484213469497181</c:v>
                </c:pt>
                <c:pt idx="8979">
                  <c:v>9.0476718663606057</c:v>
                </c:pt>
                <c:pt idx="8980">
                  <c:v>9.049106424777575</c:v>
                </c:pt>
                <c:pt idx="8981">
                  <c:v>9.0510766256723016</c:v>
                </c:pt>
                <c:pt idx="8982">
                  <c:v>9.0500203156677781</c:v>
                </c:pt>
                <c:pt idx="8983">
                  <c:v>9.0493658160615258</c:v>
                </c:pt>
                <c:pt idx="8984">
                  <c:v>9.0488341529413727</c:v>
                </c:pt>
                <c:pt idx="8985">
                  <c:v>9.0470096174790147</c:v>
                </c:pt>
                <c:pt idx="8986">
                  <c:v>9.0478232913895074</c:v>
                </c:pt>
                <c:pt idx="8987">
                  <c:v>9.050094666823048</c:v>
                </c:pt>
                <c:pt idx="8988">
                  <c:v>9.0529549871822805</c:v>
                </c:pt>
                <c:pt idx="8989">
                  <c:v>9.0540952825762773</c:v>
                </c:pt>
                <c:pt idx="8990">
                  <c:v>9.0520640299582791</c:v>
                </c:pt>
                <c:pt idx="8991">
                  <c:v>9.0483630179448085</c:v>
                </c:pt>
                <c:pt idx="8992">
                  <c:v>9.0464960709079634</c:v>
                </c:pt>
                <c:pt idx="8993">
                  <c:v>9.0500372802975715</c:v>
                </c:pt>
                <c:pt idx="8994">
                  <c:v>9.0534999497344302</c:v>
                </c:pt>
                <c:pt idx="8995">
                  <c:v>9.0549895908382627</c:v>
                </c:pt>
                <c:pt idx="8996">
                  <c:v>9.0529509031047368</c:v>
                </c:pt>
                <c:pt idx="8997">
                  <c:v>9.046981761975772</c:v>
                </c:pt>
                <c:pt idx="8998">
                  <c:v>9.0462270453898093</c:v>
                </c:pt>
                <c:pt idx="8999">
                  <c:v>9.0481424777574855</c:v>
                </c:pt>
                <c:pt idx="9000">
                  <c:v>9.0502237865053701</c:v>
                </c:pt>
                <c:pt idx="9001">
                  <c:v>9.0518673659165927</c:v>
                </c:pt>
                <c:pt idx="9002">
                  <c:v>9.0541768594072014</c:v>
                </c:pt>
                <c:pt idx="9003">
                  <c:v>9.0541157029639923</c:v>
                </c:pt>
                <c:pt idx="9004">
                  <c:v>9.0523342073957416</c:v>
                </c:pt>
                <c:pt idx="9005">
                  <c:v>9.0512293073404493</c:v>
                </c:pt>
                <c:pt idx="9006">
                  <c:v>9.0531587721796818</c:v>
                </c:pt>
                <c:pt idx="9007">
                  <c:v>9.0533472680662843</c:v>
                </c:pt>
                <c:pt idx="9008">
                  <c:v>9.0503274592430003</c:v>
                </c:pt>
                <c:pt idx="9009">
                  <c:v>9.0484366360605204</c:v>
                </c:pt>
                <c:pt idx="9010">
                  <c:v>9.04831966389089</c:v>
                </c:pt>
                <c:pt idx="9011">
                  <c:v>9.0481666680629331</c:v>
                </c:pt>
                <c:pt idx="9012">
                  <c:v>9.0447120620612242</c:v>
                </c:pt>
                <c:pt idx="9013">
                  <c:v>9.0440817527604178</c:v>
                </c:pt>
                <c:pt idx="9014">
                  <c:v>9.0452183829566213</c:v>
                </c:pt>
                <c:pt idx="9015">
                  <c:v>9.0433272456143285</c:v>
                </c:pt>
                <c:pt idx="9016">
                  <c:v>9.0410977581555887</c:v>
                </c:pt>
                <c:pt idx="9017">
                  <c:v>9.0393024395556516</c:v>
                </c:pt>
                <c:pt idx="9018">
                  <c:v>9.0392873598847245</c:v>
                </c:pt>
                <c:pt idx="9019">
                  <c:v>9.0400562136621812</c:v>
                </c:pt>
                <c:pt idx="9020">
                  <c:v>9.0382085350937444</c:v>
                </c:pt>
                <c:pt idx="9021">
                  <c:v>9.0376262922440223</c:v>
                </c:pt>
                <c:pt idx="9022">
                  <c:v>9.0375893261062608</c:v>
                </c:pt>
                <c:pt idx="9023">
                  <c:v>9.0378424341939922</c:v>
                </c:pt>
                <c:pt idx="9024">
                  <c:v>9.0401784218286618</c:v>
                </c:pt>
                <c:pt idx="9025">
                  <c:v>9.0417298476953238</c:v>
                </c:pt>
                <c:pt idx="9026">
                  <c:v>9.0425161897022601</c:v>
                </c:pt>
                <c:pt idx="9027">
                  <c:v>9.0444919407536482</c:v>
                </c:pt>
                <c:pt idx="9028">
                  <c:v>9.0430047082083682</c:v>
                </c:pt>
                <c:pt idx="9029">
                  <c:v>9.0402376933130029</c:v>
                </c:pt>
                <c:pt idx="9030">
                  <c:v>9.0398578741015037</c:v>
                </c:pt>
                <c:pt idx="9031">
                  <c:v>9.0401100397098002</c:v>
                </c:pt>
                <c:pt idx="9032">
                  <c:v>9.0432702779686007</c:v>
                </c:pt>
                <c:pt idx="9033">
                  <c:v>9.0455812375383271</c:v>
                </c:pt>
                <c:pt idx="9034">
                  <c:v>9.044335070288021</c:v>
                </c:pt>
                <c:pt idx="9035">
                  <c:v>9.0445296399309694</c:v>
                </c:pt>
                <c:pt idx="9036">
                  <c:v>9.0457718278236676</c:v>
                </c:pt>
                <c:pt idx="9037">
                  <c:v>9.045786698054723</c:v>
                </c:pt>
                <c:pt idx="9038">
                  <c:v>9.0485175845718206</c:v>
                </c:pt>
                <c:pt idx="9039">
                  <c:v>9.0521679121357845</c:v>
                </c:pt>
                <c:pt idx="9040">
                  <c:v>9.0528384338923988</c:v>
                </c:pt>
                <c:pt idx="9041">
                  <c:v>9.0513464889499531</c:v>
                </c:pt>
                <c:pt idx="9042">
                  <c:v>9.0500299499019814</c:v>
                </c:pt>
                <c:pt idx="9043">
                  <c:v>9.047717628973075</c:v>
                </c:pt>
                <c:pt idx="9044">
                  <c:v>9.0452159743980705</c:v>
                </c:pt>
                <c:pt idx="9045">
                  <c:v>9.0442928681534109</c:v>
                </c:pt>
                <c:pt idx="9046">
                  <c:v>9.045811516679791</c:v>
                </c:pt>
                <c:pt idx="9047">
                  <c:v>9.0441503443191529</c:v>
                </c:pt>
                <c:pt idx="9048">
                  <c:v>9.0420510237421041</c:v>
                </c:pt>
                <c:pt idx="9049">
                  <c:v>9.0420849530016927</c:v>
                </c:pt>
                <c:pt idx="9050">
                  <c:v>9.0428208199989939</c:v>
                </c:pt>
                <c:pt idx="9051">
                  <c:v>9.0434989863110093</c:v>
                </c:pt>
                <c:pt idx="9052">
                  <c:v>9.0442437545029577</c:v>
                </c:pt>
                <c:pt idx="9053">
                  <c:v>9.0429074233868949</c:v>
                </c:pt>
                <c:pt idx="9054">
                  <c:v>9.0411187021429882</c:v>
                </c:pt>
                <c:pt idx="9055">
                  <c:v>9.0408758566090839</c:v>
                </c:pt>
                <c:pt idx="9056">
                  <c:v>9.0429806226228582</c:v>
                </c:pt>
                <c:pt idx="9057">
                  <c:v>9.0453514819965477</c:v>
                </c:pt>
                <c:pt idx="9058">
                  <c:v>9.0435050600673552</c:v>
                </c:pt>
                <c:pt idx="9059">
                  <c:v>9.0388986394785782</c:v>
                </c:pt>
                <c:pt idx="9060">
                  <c:v>9.0366045398187094</c:v>
                </c:pt>
                <c:pt idx="9061">
                  <c:v>9.0367870666689001</c:v>
                </c:pt>
                <c:pt idx="9062">
                  <c:v>9.04148417472312</c:v>
                </c:pt>
                <c:pt idx="9063">
                  <c:v>9.046578171338572</c:v>
                </c:pt>
                <c:pt idx="9064">
                  <c:v>9.0467260358896162</c:v>
                </c:pt>
                <c:pt idx="9065">
                  <c:v>9.0424878105993329</c:v>
                </c:pt>
                <c:pt idx="9066">
                  <c:v>9.0392201296851695</c:v>
                </c:pt>
                <c:pt idx="9067">
                  <c:v>9.0383847787477176</c:v>
                </c:pt>
                <c:pt idx="9068">
                  <c:v>9.0381473786505371</c:v>
                </c:pt>
                <c:pt idx="9069">
                  <c:v>9.0405510153645086</c:v>
                </c:pt>
                <c:pt idx="9070">
                  <c:v>9.0439524236382223</c:v>
                </c:pt>
                <c:pt idx="9071">
                  <c:v>9.0428474188629924</c:v>
                </c:pt>
                <c:pt idx="9072">
                  <c:v>9.0410028818926662</c:v>
                </c:pt>
                <c:pt idx="9073">
                  <c:v>9.0392611799004747</c:v>
                </c:pt>
                <c:pt idx="9074">
                  <c:v>9.0379574166848187</c:v>
                </c:pt>
                <c:pt idx="9075">
                  <c:v>9.0413244768191952</c:v>
                </c:pt>
                <c:pt idx="9076">
                  <c:v>9.0445332004088268</c:v>
                </c:pt>
                <c:pt idx="9077">
                  <c:v>9.0457742363822202</c:v>
                </c:pt>
                <c:pt idx="9078">
                  <c:v>9.0436766960441002</c:v>
                </c:pt>
                <c:pt idx="9079">
                  <c:v>9.0416788490860043</c:v>
                </c:pt>
                <c:pt idx="9080">
                  <c:v>9.0397629978385812</c:v>
                </c:pt>
                <c:pt idx="9081">
                  <c:v>9.0387141229495835</c:v>
                </c:pt>
                <c:pt idx="9082">
                  <c:v>9.0355956679456462</c:v>
                </c:pt>
                <c:pt idx="9083">
                  <c:v>9.0331113968801837</c:v>
                </c:pt>
                <c:pt idx="9084">
                  <c:v>9.0307438885444764</c:v>
                </c:pt>
                <c:pt idx="9085">
                  <c:v>9.0311334467101183</c:v>
                </c:pt>
                <c:pt idx="9086">
                  <c:v>9.0346652313053966</c:v>
                </c:pt>
                <c:pt idx="9087">
                  <c:v>9.0356539969505558</c:v>
                </c:pt>
                <c:pt idx="9088">
                  <c:v>9.0356913819680642</c:v>
                </c:pt>
                <c:pt idx="9089">
                  <c:v>9.0375459720523423</c:v>
                </c:pt>
                <c:pt idx="9090">
                  <c:v>9.0398702310540688</c:v>
                </c:pt>
                <c:pt idx="9091">
                  <c:v>9.0431194812593194</c:v>
                </c:pt>
                <c:pt idx="9092">
                  <c:v>9.0423460198046346</c:v>
                </c:pt>
                <c:pt idx="9093">
                  <c:v>9.0402061726119669</c:v>
                </c:pt>
                <c:pt idx="9094">
                  <c:v>9.0359985255432864</c:v>
                </c:pt>
                <c:pt idx="9095">
                  <c:v>9.0320395883249844</c:v>
                </c:pt>
                <c:pt idx="9096">
                  <c:v>9.0324159517785638</c:v>
                </c:pt>
                <c:pt idx="9097">
                  <c:v>9.0365112343548422</c:v>
                </c:pt>
                <c:pt idx="9098">
                  <c:v>9.0411562966003718</c:v>
                </c:pt>
                <c:pt idx="9099">
                  <c:v>9.0433533208786425</c:v>
                </c:pt>
                <c:pt idx="9100">
                  <c:v>9.0418985515138317</c:v>
                </c:pt>
                <c:pt idx="9101">
                  <c:v>9.040834596953907</c:v>
                </c:pt>
                <c:pt idx="9102">
                  <c:v>9.0348300604862359</c:v>
                </c:pt>
                <c:pt idx="9103">
                  <c:v>9.0302261531759456</c:v>
                </c:pt>
                <c:pt idx="9104">
                  <c:v>9.0322115384615387</c:v>
                </c:pt>
                <c:pt idx="9105">
                  <c:v>9.0349133128361512</c:v>
                </c:pt>
                <c:pt idx="9106">
                  <c:v>9.036283782651676</c:v>
                </c:pt>
                <c:pt idx="9107">
                  <c:v>9.0346652313053966</c:v>
                </c:pt>
                <c:pt idx="9108">
                  <c:v>9.0331050089640268</c:v>
                </c:pt>
                <c:pt idx="9109">
                  <c:v>9.0346311973258722</c:v>
                </c:pt>
                <c:pt idx="9110">
                  <c:v>9.0357714927198707</c:v>
                </c:pt>
                <c:pt idx="9111">
                  <c:v>9.0366646490625477</c:v>
                </c:pt>
                <c:pt idx="9112">
                  <c:v>9.0350880904110049</c:v>
                </c:pt>
                <c:pt idx="9113">
                  <c:v>9.0341556640919531</c:v>
                </c:pt>
                <c:pt idx="9114">
                  <c:v>9.033703273964111</c:v>
                </c:pt>
                <c:pt idx="9115">
                  <c:v>9.0362721587386687</c:v>
                </c:pt>
                <c:pt idx="9116">
                  <c:v>9.0385822805488996</c:v>
                </c:pt>
                <c:pt idx="9117">
                  <c:v>9.0408492577450872</c:v>
                </c:pt>
                <c:pt idx="9118">
                  <c:v>9.0420632759747335</c:v>
                </c:pt>
                <c:pt idx="9119">
                  <c:v>9.0386720255349093</c:v>
                </c:pt>
                <c:pt idx="9120">
                  <c:v>9.0359188336712304</c:v>
                </c:pt>
                <c:pt idx="9121">
                  <c:v>9.0352250640886016</c:v>
                </c:pt>
                <c:pt idx="9122">
                  <c:v>9.0343369343028996</c:v>
                </c:pt>
                <c:pt idx="9123">
                  <c:v>9.0315605993331438</c:v>
                </c:pt>
                <c:pt idx="9124">
                  <c:v>9.0281763651290987</c:v>
                </c:pt>
                <c:pt idx="9125">
                  <c:v>9.0272866645443433</c:v>
                </c:pt>
                <c:pt idx="9126">
                  <c:v>9.031544472462846</c:v>
                </c:pt>
                <c:pt idx="9127">
                  <c:v>9.0368230903272284</c:v>
                </c:pt>
                <c:pt idx="9128">
                  <c:v>9.0356565102290443</c:v>
                </c:pt>
                <c:pt idx="9129">
                  <c:v>9.0359088852772143</c:v>
                </c:pt>
                <c:pt idx="9130">
                  <c:v>9.0377241006651818</c:v>
                </c:pt>
                <c:pt idx="9131">
                  <c:v>9.0388462795100786</c:v>
                </c:pt>
                <c:pt idx="9132">
                  <c:v>9.0400283581589402</c:v>
                </c:pt>
                <c:pt idx="9133">
                  <c:v>9.0380503032689372</c:v>
                </c:pt>
                <c:pt idx="9134">
                  <c:v>9.0365678878407589</c:v>
                </c:pt>
                <c:pt idx="9135">
                  <c:v>9.037895422482114</c:v>
                </c:pt>
                <c:pt idx="9136">
                  <c:v>9.0358875224100661</c:v>
                </c:pt>
                <c:pt idx="9137">
                  <c:v>9.0340764958195798</c:v>
                </c:pt>
                <c:pt idx="9138">
                  <c:v>9.0360320359231263</c:v>
                </c:pt>
                <c:pt idx="9139">
                  <c:v>9.0383528391669312</c:v>
                </c:pt>
                <c:pt idx="9140">
                  <c:v>9.0423164887824008</c:v>
                </c:pt>
                <c:pt idx="9141">
                  <c:v>9.0444249199939684</c:v>
                </c:pt>
                <c:pt idx="9142">
                  <c:v>9.038666475378248</c:v>
                </c:pt>
                <c:pt idx="9143">
                  <c:v>9.0355164996732746</c:v>
                </c:pt>
                <c:pt idx="9144">
                  <c:v>9.0370265611648204</c:v>
                </c:pt>
                <c:pt idx="9145">
                  <c:v>9.0369308471424024</c:v>
                </c:pt>
                <c:pt idx="9146">
                  <c:v>9.0378007556590649</c:v>
                </c:pt>
                <c:pt idx="9147">
                  <c:v>9.0389269138615678</c:v>
                </c:pt>
                <c:pt idx="9148">
                  <c:v>9.0382912638439752</c:v>
                </c:pt>
                <c:pt idx="9149">
                  <c:v>9.0385510740076747</c:v>
                </c:pt>
                <c:pt idx="9150">
                  <c:v>9.0393786756697896</c:v>
                </c:pt>
                <c:pt idx="9151">
                  <c:v>9.0374425087545873</c:v>
                </c:pt>
                <c:pt idx="9152">
                  <c:v>9.0347692182028378</c:v>
                </c:pt>
                <c:pt idx="9153">
                  <c:v>9.0334457676390265</c:v>
                </c:pt>
                <c:pt idx="9154">
                  <c:v>9.0316163103396274</c:v>
                </c:pt>
                <c:pt idx="9155">
                  <c:v>9.0325591039324422</c:v>
                </c:pt>
                <c:pt idx="9156">
                  <c:v>9.0363989745823776</c:v>
                </c:pt>
                <c:pt idx="9157">
                  <c:v>9.0356627934252636</c:v>
                </c:pt>
                <c:pt idx="9158">
                  <c:v>9.0339866461136342</c:v>
                </c:pt>
                <c:pt idx="9159">
                  <c:v>9.0345364257828855</c:v>
                </c:pt>
                <c:pt idx="9160">
                  <c:v>9.0358225960491261</c:v>
                </c:pt>
                <c:pt idx="9161">
                  <c:v>9.0363518506107265</c:v>
                </c:pt>
                <c:pt idx="9162">
                  <c:v>9.0373354849789731</c:v>
                </c:pt>
                <c:pt idx="9163">
                  <c:v>9.0374010396595352</c:v>
                </c:pt>
                <c:pt idx="9164">
                  <c:v>9.0350267245279223</c:v>
                </c:pt>
                <c:pt idx="9165">
                  <c:v>9.0332269029706946</c:v>
                </c:pt>
                <c:pt idx="9166">
                  <c:v>9.0358197686108266</c:v>
                </c:pt>
                <c:pt idx="9167">
                  <c:v>9.0359850166714146</c:v>
                </c:pt>
                <c:pt idx="9168">
                  <c:v>9.0358742229780677</c:v>
                </c:pt>
                <c:pt idx="9169">
                  <c:v>9.0356656208635631</c:v>
                </c:pt>
                <c:pt idx="9170">
                  <c:v>9.0353166940334777</c:v>
                </c:pt>
                <c:pt idx="9171">
                  <c:v>9.0337112326793232</c:v>
                </c:pt>
                <c:pt idx="9172">
                  <c:v>9.0322321682891271</c:v>
                </c:pt>
                <c:pt idx="9173">
                  <c:v>9.0334369711643188</c:v>
                </c:pt>
                <c:pt idx="9174">
                  <c:v>9.0353983755843377</c:v>
                </c:pt>
                <c:pt idx="9175">
                  <c:v>9.0389474389692204</c:v>
                </c:pt>
                <c:pt idx="9176">
                  <c:v>9.040655944741383</c:v>
                </c:pt>
                <c:pt idx="9177">
                  <c:v>9.0376547760668871</c:v>
                </c:pt>
                <c:pt idx="9178">
                  <c:v>9.0358110768560564</c:v>
                </c:pt>
                <c:pt idx="9179">
                  <c:v>9.0334201112544612</c:v>
                </c:pt>
                <c:pt idx="9180">
                  <c:v>9.034365522845702</c:v>
                </c:pt>
                <c:pt idx="9181">
                  <c:v>9.0378142645309385</c:v>
                </c:pt>
                <c:pt idx="9182">
                  <c:v>9.0386036434160477</c:v>
                </c:pt>
                <c:pt idx="9183">
                  <c:v>9.0364703935794104</c:v>
                </c:pt>
                <c:pt idx="9184">
                  <c:v>9.0338583641908077</c:v>
                </c:pt>
                <c:pt idx="9185">
                  <c:v>9.0315612276527659</c:v>
                </c:pt>
                <c:pt idx="9186">
                  <c:v>9.0310415026054311</c:v>
                </c:pt>
                <c:pt idx="9187">
                  <c:v>9.0299927324363729</c:v>
                </c:pt>
                <c:pt idx="9188">
                  <c:v>9.0292075423487432</c:v>
                </c:pt>
                <c:pt idx="9189">
                  <c:v>9.0284819379052657</c:v>
                </c:pt>
                <c:pt idx="9190">
                  <c:v>9.0275718169327952</c:v>
                </c:pt>
                <c:pt idx="9191">
                  <c:v>9.0259924308429529</c:v>
                </c:pt>
                <c:pt idx="9192">
                  <c:v>9.0261089841328346</c:v>
                </c:pt>
                <c:pt idx="9193">
                  <c:v>9.0304998910912655</c:v>
                </c:pt>
                <c:pt idx="9194">
                  <c:v>9.0338904084915299</c:v>
                </c:pt>
                <c:pt idx="9195">
                  <c:v>9.032872007104201</c:v>
                </c:pt>
                <c:pt idx="9196">
                  <c:v>9.0305556020977491</c:v>
                </c:pt>
                <c:pt idx="9197">
                  <c:v>9.0299379639093207</c:v>
                </c:pt>
                <c:pt idx="9198">
                  <c:v>9.0308637928723421</c:v>
                </c:pt>
                <c:pt idx="9199">
                  <c:v>9.0319098403230402</c:v>
                </c:pt>
                <c:pt idx="9200">
                  <c:v>9.0335772958798994</c:v>
                </c:pt>
                <c:pt idx="9201">
                  <c:v>9.0325366938659251</c:v>
                </c:pt>
                <c:pt idx="9202">
                  <c:v>9.0301359893101889</c:v>
                </c:pt>
                <c:pt idx="9203">
                  <c:v>9.0284130321867195</c:v>
                </c:pt>
                <c:pt idx="9204">
                  <c:v>9.0268505060067348</c:v>
                </c:pt>
                <c:pt idx="9205">
                  <c:v>9.026834693296248</c:v>
                </c:pt>
                <c:pt idx="9206">
                  <c:v>9.0274254184608687</c:v>
                </c:pt>
                <c:pt idx="9207">
                  <c:v>9.0297154340431955</c:v>
                </c:pt>
                <c:pt idx="9208">
                  <c:v>9.0297466405844204</c:v>
                </c:pt>
                <c:pt idx="9209">
                  <c:v>9.0277210428430212</c:v>
                </c:pt>
                <c:pt idx="9210">
                  <c:v>9.0275609260593477</c:v>
                </c:pt>
                <c:pt idx="9211">
                  <c:v>9.0277413585107986</c:v>
                </c:pt>
                <c:pt idx="9212">
                  <c:v>9.0279362423135563</c:v>
                </c:pt>
                <c:pt idx="9213">
                  <c:v>9.0270260166211482</c:v>
                </c:pt>
                <c:pt idx="9214">
                  <c:v>9.0282338563745128</c:v>
                </c:pt>
                <c:pt idx="9215">
                  <c:v>9.0277428245899163</c:v>
                </c:pt>
                <c:pt idx="9216">
                  <c:v>9.0294607551564106</c:v>
                </c:pt>
                <c:pt idx="9217">
                  <c:v>9.0310582577953529</c:v>
                </c:pt>
                <c:pt idx="9218">
                  <c:v>9.028378369887573</c:v>
                </c:pt>
                <c:pt idx="9219">
                  <c:v>9.0252767747934914</c:v>
                </c:pt>
                <c:pt idx="9220">
                  <c:v>9.0272836276661703</c:v>
                </c:pt>
                <c:pt idx="9221">
                  <c:v>9.0283677931739348</c:v>
                </c:pt>
                <c:pt idx="9222">
                  <c:v>9.0266284997402941</c:v>
                </c:pt>
                <c:pt idx="9223">
                  <c:v>9.0235504666320399</c:v>
                </c:pt>
                <c:pt idx="9224">
                  <c:v>9.0240510279309021</c:v>
                </c:pt>
                <c:pt idx="9225">
                  <c:v>9.0273219551631119</c:v>
                </c:pt>
                <c:pt idx="9226">
                  <c:v>9.0280406480907462</c:v>
                </c:pt>
                <c:pt idx="9227">
                  <c:v>9.0268762671112377</c:v>
                </c:pt>
                <c:pt idx="9228">
                  <c:v>9.0267206532848547</c:v>
                </c:pt>
                <c:pt idx="9229">
                  <c:v>9.0289971599953081</c:v>
                </c:pt>
                <c:pt idx="9230">
                  <c:v>9.0293131000452398</c:v>
                </c:pt>
                <c:pt idx="9231">
                  <c:v>9.028143797228692</c:v>
                </c:pt>
                <c:pt idx="9232">
                  <c:v>9.0265956176800763</c:v>
                </c:pt>
                <c:pt idx="9233">
                  <c:v>9.0264969714994212</c:v>
                </c:pt>
                <c:pt idx="9234">
                  <c:v>9.0252854665482634</c:v>
                </c:pt>
                <c:pt idx="9235">
                  <c:v>9.0244634150428098</c:v>
                </c:pt>
                <c:pt idx="9236">
                  <c:v>9.026580014409463</c:v>
                </c:pt>
                <c:pt idx="9237">
                  <c:v>9.0293971901546506</c:v>
                </c:pt>
                <c:pt idx="9238">
                  <c:v>9.0309367826684319</c:v>
                </c:pt>
                <c:pt idx="9239">
                  <c:v>9.0308789772632068</c:v>
                </c:pt>
                <c:pt idx="9240">
                  <c:v>9.0321600162525346</c:v>
                </c:pt>
                <c:pt idx="9241">
                  <c:v>9.0321443082619837</c:v>
                </c:pt>
                <c:pt idx="9242">
                  <c:v>9.0324627615904021</c:v>
                </c:pt>
                <c:pt idx="9243">
                  <c:v>9.0349403305798965</c:v>
                </c:pt>
                <c:pt idx="9244">
                  <c:v>9.03590626727879</c:v>
                </c:pt>
                <c:pt idx="9245">
                  <c:v>9.0352972161251941</c:v>
                </c:pt>
                <c:pt idx="9246">
                  <c:v>9.0333857631151258</c:v>
                </c:pt>
                <c:pt idx="9247">
                  <c:v>9.0283873758021542</c:v>
                </c:pt>
                <c:pt idx="9248">
                  <c:v>9.026881188948277</c:v>
                </c:pt>
                <c:pt idx="9249">
                  <c:v>9.0294464085250414</c:v>
                </c:pt>
                <c:pt idx="9250">
                  <c:v>9.030500728850761</c:v>
                </c:pt>
                <c:pt idx="9251">
                  <c:v>9.031368438248748</c:v>
                </c:pt>
                <c:pt idx="9252">
                  <c:v>9.0324993088484167</c:v>
                </c:pt>
                <c:pt idx="9253">
                  <c:v>9.0357972538243718</c:v>
                </c:pt>
                <c:pt idx="9254">
                  <c:v>9.0385097096325584</c:v>
                </c:pt>
                <c:pt idx="9255">
                  <c:v>9.0379078841546168</c:v>
                </c:pt>
                <c:pt idx="9256">
                  <c:v>9.0366407729169111</c:v>
                </c:pt>
                <c:pt idx="9257">
                  <c:v>9.0360437645560712</c:v>
                </c:pt>
                <c:pt idx="9258">
                  <c:v>9.0352506157532293</c:v>
                </c:pt>
                <c:pt idx="9259">
                  <c:v>9.0343232159911526</c:v>
                </c:pt>
                <c:pt idx="9260">
                  <c:v>9.0352839166931957</c:v>
                </c:pt>
                <c:pt idx="9261">
                  <c:v>9.0351183544727984</c:v>
                </c:pt>
                <c:pt idx="9262">
                  <c:v>9.0335244123117135</c:v>
                </c:pt>
                <c:pt idx="9263">
                  <c:v>9.0331593586113303</c:v>
                </c:pt>
                <c:pt idx="9264">
                  <c:v>9.0324566878340562</c:v>
                </c:pt>
                <c:pt idx="9265">
                  <c:v>9.0320238803344335</c:v>
                </c:pt>
                <c:pt idx="9266">
                  <c:v>9.0310544878776202</c:v>
                </c:pt>
                <c:pt idx="9267">
                  <c:v>9.0297850728012996</c:v>
                </c:pt>
                <c:pt idx="9268">
                  <c:v>9.031640919524822</c:v>
                </c:pt>
                <c:pt idx="9269">
                  <c:v>9.0329733760032163</c:v>
                </c:pt>
                <c:pt idx="9270">
                  <c:v>9.0350314369250881</c:v>
                </c:pt>
                <c:pt idx="9271">
                  <c:v>9.0359996774625948</c:v>
                </c:pt>
                <c:pt idx="9272">
                  <c:v>9.0356500175929497</c:v>
                </c:pt>
                <c:pt idx="9273">
                  <c:v>9.034114928036459</c:v>
                </c:pt>
                <c:pt idx="9274">
                  <c:v>9.0319816781998217</c:v>
                </c:pt>
                <c:pt idx="9275">
                  <c:v>9.0320401119246689</c:v>
                </c:pt>
                <c:pt idx="9276">
                  <c:v>9.0330176725365678</c:v>
                </c:pt>
                <c:pt idx="9277">
                  <c:v>9.0340425665599913</c:v>
                </c:pt>
                <c:pt idx="9278">
                  <c:v>9.0302470971633468</c:v>
                </c:pt>
                <c:pt idx="9279">
                  <c:v>9.0283930306787532</c:v>
                </c:pt>
                <c:pt idx="9280">
                  <c:v>9.0306262880552257</c:v>
                </c:pt>
                <c:pt idx="9281">
                  <c:v>9.0331799884389188</c:v>
                </c:pt>
                <c:pt idx="9282">
                  <c:v>9.0316682514283801</c:v>
                </c:pt>
                <c:pt idx="9283">
                  <c:v>9.0302180897407975</c:v>
                </c:pt>
                <c:pt idx="9284">
                  <c:v>9.0297491538629089</c:v>
                </c:pt>
                <c:pt idx="9285">
                  <c:v>9.0305356005897828</c:v>
                </c:pt>
                <c:pt idx="9286">
                  <c:v>9.0330369410049762</c:v>
                </c:pt>
                <c:pt idx="9287">
                  <c:v>9.0340683276644942</c:v>
                </c:pt>
                <c:pt idx="9288">
                  <c:v>9.0331826064373448</c:v>
                </c:pt>
                <c:pt idx="9289">
                  <c:v>9.030448159442388</c:v>
                </c:pt>
                <c:pt idx="9290">
                  <c:v>9.0276671120754646</c:v>
                </c:pt>
                <c:pt idx="9291">
                  <c:v>9.0263217750448206</c:v>
                </c:pt>
                <c:pt idx="9292">
                  <c:v>9.0273919080810288</c:v>
                </c:pt>
                <c:pt idx="9293">
                  <c:v>9.0292758197476672</c:v>
                </c:pt>
                <c:pt idx="9294">
                  <c:v>9.0313616314528424</c:v>
                </c:pt>
                <c:pt idx="9295">
                  <c:v>9.0360286848851423</c:v>
                </c:pt>
                <c:pt idx="9296">
                  <c:v>9.0353185789923423</c:v>
                </c:pt>
                <c:pt idx="9297">
                  <c:v>9.0330425958815734</c:v>
                </c:pt>
                <c:pt idx="9298">
                  <c:v>9.0326480111589564</c:v>
                </c:pt>
                <c:pt idx="9299">
                  <c:v>9.0332750741417147</c:v>
                </c:pt>
                <c:pt idx="9300">
                  <c:v>9.0330694041854471</c:v>
                </c:pt>
                <c:pt idx="9301">
                  <c:v>9.032332594708711</c:v>
                </c:pt>
                <c:pt idx="9302">
                  <c:v>9.0341181743545071</c:v>
                </c:pt>
                <c:pt idx="9303">
                  <c:v>9.034296931286967</c:v>
                </c:pt>
                <c:pt idx="9304">
                  <c:v>9.032672620344151</c:v>
                </c:pt>
                <c:pt idx="9305">
                  <c:v>9.0319697401270052</c:v>
                </c:pt>
                <c:pt idx="9306">
                  <c:v>9.0310513462795097</c:v>
                </c:pt>
                <c:pt idx="9307">
                  <c:v>9.0291481661444628</c:v>
                </c:pt>
                <c:pt idx="9308">
                  <c:v>9.025575436053817</c:v>
                </c:pt>
                <c:pt idx="9309">
                  <c:v>9.023403544560427</c:v>
                </c:pt>
                <c:pt idx="9310">
                  <c:v>9.022498973744618</c:v>
                </c:pt>
                <c:pt idx="9311">
                  <c:v>9.0246432191746386</c:v>
                </c:pt>
                <c:pt idx="9312">
                  <c:v>9.02617202553491</c:v>
                </c:pt>
                <c:pt idx="9313">
                  <c:v>9.0301000703717982</c:v>
                </c:pt>
                <c:pt idx="9314">
                  <c:v>9.0333407335422145</c:v>
                </c:pt>
                <c:pt idx="9315">
                  <c:v>9.0288247909790051</c:v>
                </c:pt>
                <c:pt idx="9316">
                  <c:v>9.0231986076437174</c:v>
                </c:pt>
                <c:pt idx="9317">
                  <c:v>9.0199524990365774</c:v>
                </c:pt>
                <c:pt idx="9318">
                  <c:v>9.0209267086104923</c:v>
                </c:pt>
                <c:pt idx="9319">
                  <c:v>9.0248220808270361</c:v>
                </c:pt>
                <c:pt idx="9320">
                  <c:v>9.0276345441750578</c:v>
                </c:pt>
                <c:pt idx="9321">
                  <c:v>9.0308241040162187</c:v>
                </c:pt>
                <c:pt idx="9322">
                  <c:v>9.0330068863830579</c:v>
                </c:pt>
                <c:pt idx="9323">
                  <c:v>9.0330881490541692</c:v>
                </c:pt>
                <c:pt idx="9324">
                  <c:v>9.0353187884322175</c:v>
                </c:pt>
                <c:pt idx="9325">
                  <c:v>9.0350859960122651</c:v>
                </c:pt>
                <c:pt idx="9326">
                  <c:v>9.0323601360521426</c:v>
                </c:pt>
                <c:pt idx="9327">
                  <c:v>9.0309978343917034</c:v>
                </c:pt>
                <c:pt idx="9328">
                  <c:v>9.0296816095035446</c:v>
                </c:pt>
                <c:pt idx="9329">
                  <c:v>9.0291411499086838</c:v>
                </c:pt>
                <c:pt idx="9330">
                  <c:v>9.0302222785382771</c:v>
                </c:pt>
                <c:pt idx="9331">
                  <c:v>9.0294457802054193</c:v>
                </c:pt>
                <c:pt idx="9332">
                  <c:v>9.0304363260895055</c:v>
                </c:pt>
                <c:pt idx="9333">
                  <c:v>9.0329643700886351</c:v>
                </c:pt>
                <c:pt idx="9334">
                  <c:v>9.0333072231623746</c:v>
                </c:pt>
                <c:pt idx="9335">
                  <c:v>9.0309090318851268</c:v>
                </c:pt>
                <c:pt idx="9336">
                  <c:v>9.030736977028635</c:v>
                </c:pt>
                <c:pt idx="9337">
                  <c:v>9.0278204220632343</c:v>
                </c:pt>
                <c:pt idx="9338">
                  <c:v>9.0239238979273821</c:v>
                </c:pt>
                <c:pt idx="9339">
                  <c:v>9.0242443409346045</c:v>
                </c:pt>
                <c:pt idx="9340">
                  <c:v>9.0249863864081892</c:v>
                </c:pt>
                <c:pt idx="9341">
                  <c:v>9.0286533644421354</c:v>
                </c:pt>
                <c:pt idx="9342">
                  <c:v>9.0316513915185226</c:v>
                </c:pt>
                <c:pt idx="9343">
                  <c:v>9.0321462979407876</c:v>
                </c:pt>
                <c:pt idx="9344">
                  <c:v>9.0308740554261675</c:v>
                </c:pt>
                <c:pt idx="9345">
                  <c:v>9.032343276142285</c:v>
                </c:pt>
                <c:pt idx="9346">
                  <c:v>9.0356693907812939</c:v>
                </c:pt>
                <c:pt idx="9347">
                  <c:v>9.0353219300303262</c:v>
                </c:pt>
                <c:pt idx="9348">
                  <c:v>9.0344654256655996</c:v>
                </c:pt>
                <c:pt idx="9349">
                  <c:v>9.0333670182464019</c:v>
                </c:pt>
                <c:pt idx="9350">
                  <c:v>9.0325474800194367</c:v>
                </c:pt>
                <c:pt idx="9351">
                  <c:v>9.0332581095119213</c:v>
                </c:pt>
                <c:pt idx="9352">
                  <c:v>9.0314584973945689</c:v>
                </c:pt>
                <c:pt idx="9353">
                  <c:v>9.0280575080006038</c:v>
                </c:pt>
                <c:pt idx="9354">
                  <c:v>9.0301077149271993</c:v>
                </c:pt>
                <c:pt idx="9355">
                  <c:v>9.0340301048874885</c:v>
                </c:pt>
                <c:pt idx="9356">
                  <c:v>9.0320275455322285</c:v>
                </c:pt>
                <c:pt idx="9357">
                  <c:v>9.0327220481544153</c:v>
                </c:pt>
                <c:pt idx="9358">
                  <c:v>9.033099563527303</c:v>
                </c:pt>
                <c:pt idx="9359">
                  <c:v>9.0303797773235264</c:v>
                </c:pt>
                <c:pt idx="9360">
                  <c:v>9.0280421141698639</c:v>
                </c:pt>
                <c:pt idx="9361">
                  <c:v>9.0290456453261392</c:v>
                </c:pt>
                <c:pt idx="9362">
                  <c:v>9.0288811303051126</c:v>
                </c:pt>
                <c:pt idx="9363">
                  <c:v>9.0281979374361203</c:v>
                </c:pt>
                <c:pt idx="9364">
                  <c:v>9.0285665516143627</c:v>
                </c:pt>
                <c:pt idx="9365">
                  <c:v>9.0265902769632902</c:v>
                </c:pt>
                <c:pt idx="9366">
                  <c:v>9.0245084446157193</c:v>
                </c:pt>
                <c:pt idx="9367">
                  <c:v>9.0232819647135702</c:v>
                </c:pt>
                <c:pt idx="9368">
                  <c:v>9.0240240101871549</c:v>
                </c:pt>
                <c:pt idx="9369">
                  <c:v>9.0223007389038763</c:v>
                </c:pt>
                <c:pt idx="9370">
                  <c:v>9.0220306661863514</c:v>
                </c:pt>
                <c:pt idx="9371">
                  <c:v>9.0274505512457477</c:v>
                </c:pt>
                <c:pt idx="9372">
                  <c:v>9.0318775865824446</c:v>
                </c:pt>
                <c:pt idx="9373">
                  <c:v>9.0301691855302177</c:v>
                </c:pt>
                <c:pt idx="9374">
                  <c:v>9.0292865011812413</c:v>
                </c:pt>
                <c:pt idx="9375">
                  <c:v>9.0311231841562929</c:v>
                </c:pt>
                <c:pt idx="9376">
                  <c:v>9.030947464102006</c:v>
                </c:pt>
                <c:pt idx="9377">
                  <c:v>9.0310651693111943</c:v>
                </c:pt>
                <c:pt idx="9378">
                  <c:v>9.0310825528207364</c:v>
                </c:pt>
                <c:pt idx="9379">
                  <c:v>9.0299249786371334</c:v>
                </c:pt>
                <c:pt idx="9380">
                  <c:v>9.0274248948611824</c:v>
                </c:pt>
                <c:pt idx="9381">
                  <c:v>9.0284332431345611</c:v>
                </c:pt>
                <c:pt idx="9382">
                  <c:v>9.0295833822026381</c:v>
                </c:pt>
                <c:pt idx="9383">
                  <c:v>9.0332164309769958</c:v>
                </c:pt>
                <c:pt idx="9384">
                  <c:v>9.037132118861317</c:v>
                </c:pt>
                <c:pt idx="9385">
                  <c:v>9.0364587696664049</c:v>
                </c:pt>
                <c:pt idx="9386">
                  <c:v>9.0350991907243277</c:v>
                </c:pt>
                <c:pt idx="9387">
                  <c:v>9.0337292445084874</c:v>
                </c:pt>
                <c:pt idx="9388">
                  <c:v>9.0299521011008164</c:v>
                </c:pt>
                <c:pt idx="9389">
                  <c:v>9.0280581363202259</c:v>
                </c:pt>
                <c:pt idx="9390">
                  <c:v>9.0284526163229053</c:v>
                </c:pt>
                <c:pt idx="9391">
                  <c:v>9.0285133538863658</c:v>
                </c:pt>
                <c:pt idx="9392">
                  <c:v>9.031731188110518</c:v>
                </c:pt>
                <c:pt idx="9393">
                  <c:v>9.0327178593569357</c:v>
                </c:pt>
                <c:pt idx="9394">
                  <c:v>9.0307647278119401</c:v>
                </c:pt>
                <c:pt idx="9395">
                  <c:v>9.0286010044736358</c:v>
                </c:pt>
                <c:pt idx="9396">
                  <c:v>9.0262204061458036</c:v>
                </c:pt>
                <c:pt idx="9397">
                  <c:v>9.0261091935727098</c:v>
                </c:pt>
                <c:pt idx="9398">
                  <c:v>9.0270717792336175</c:v>
                </c:pt>
                <c:pt idx="9399">
                  <c:v>9.0273252014811582</c:v>
                </c:pt>
                <c:pt idx="9400">
                  <c:v>9.0257607903423089</c:v>
                </c:pt>
                <c:pt idx="9401">
                  <c:v>9.0222857639528851</c:v>
                </c:pt>
                <c:pt idx="9402">
                  <c:v>9.0223286991270548</c:v>
                </c:pt>
                <c:pt idx="9403">
                  <c:v>9.0268737538327493</c:v>
                </c:pt>
                <c:pt idx="9404">
                  <c:v>9.0287327421543822</c:v>
                </c:pt>
                <c:pt idx="9405">
                  <c:v>9.0303663731715904</c:v>
                </c:pt>
                <c:pt idx="9406">
                  <c:v>9.0297027629308175</c:v>
                </c:pt>
                <c:pt idx="9407">
                  <c:v>9.0289988355143009</c:v>
                </c:pt>
                <c:pt idx="9408">
                  <c:v>9.0281064122111818</c:v>
                </c:pt>
                <c:pt idx="9409">
                  <c:v>9.0280458840875966</c:v>
                </c:pt>
                <c:pt idx="9410">
                  <c:v>9.0274645837173058</c:v>
                </c:pt>
                <c:pt idx="9411">
                  <c:v>9.0249746577752461</c:v>
                </c:pt>
                <c:pt idx="9412">
                  <c:v>9.0268262109813513</c:v>
                </c:pt>
                <c:pt idx="9413">
                  <c:v>9.027938022552485</c:v>
                </c:pt>
                <c:pt idx="9414">
                  <c:v>9.0281235862808504</c:v>
                </c:pt>
                <c:pt idx="9415">
                  <c:v>9.027177022770303</c:v>
                </c:pt>
                <c:pt idx="9416">
                  <c:v>9.0269506182665076</c:v>
                </c:pt>
                <c:pt idx="9417">
                  <c:v>9.0309266248345423</c:v>
                </c:pt>
                <c:pt idx="9418">
                  <c:v>9.0347979114655761</c:v>
                </c:pt>
                <c:pt idx="9419">
                  <c:v>9.0348071268200325</c:v>
                </c:pt>
                <c:pt idx="9420">
                  <c:v>9.0334561349127895</c:v>
                </c:pt>
                <c:pt idx="9421">
                  <c:v>9.0328824790978999</c:v>
                </c:pt>
                <c:pt idx="9422">
                  <c:v>9.0345052192416606</c:v>
                </c:pt>
                <c:pt idx="9423">
                  <c:v>9.0366820325720898</c:v>
                </c:pt>
                <c:pt idx="9424">
                  <c:v>9.0361870214298872</c:v>
                </c:pt>
                <c:pt idx="9425">
                  <c:v>9.0362912177672037</c:v>
                </c:pt>
                <c:pt idx="9426">
                  <c:v>9.0365750087964756</c:v>
                </c:pt>
                <c:pt idx="9427">
                  <c:v>9.0364114362548804</c:v>
                </c:pt>
                <c:pt idx="9428">
                  <c:v>9.0347512063736737</c:v>
                </c:pt>
                <c:pt idx="9429">
                  <c:v>9.033682853576396</c:v>
                </c:pt>
                <c:pt idx="9430">
                  <c:v>9.0332930859708789</c:v>
                </c:pt>
                <c:pt idx="9431">
                  <c:v>9.0337938567096163</c:v>
                </c:pt>
                <c:pt idx="9432">
                  <c:v>9.0319551840557608</c:v>
                </c:pt>
                <c:pt idx="9433">
                  <c:v>9.0319627238912261</c:v>
                </c:pt>
                <c:pt idx="9434">
                  <c:v>9.0335367692642787</c:v>
                </c:pt>
                <c:pt idx="9435">
                  <c:v>9.0369241450664344</c:v>
                </c:pt>
                <c:pt idx="9436">
                  <c:v>9.0397161880267412</c:v>
                </c:pt>
                <c:pt idx="9437">
                  <c:v>9.0375402124558075</c:v>
                </c:pt>
                <c:pt idx="9438">
                  <c:v>9.0339179498349615</c:v>
                </c:pt>
                <c:pt idx="9439">
                  <c:v>9.0318370599668238</c:v>
                </c:pt>
                <c:pt idx="9440">
                  <c:v>9.0303276267949002</c:v>
                </c:pt>
                <c:pt idx="9441">
                  <c:v>9.0291266985573788</c:v>
                </c:pt>
                <c:pt idx="9442">
                  <c:v>9.0321439941021726</c:v>
                </c:pt>
                <c:pt idx="9443">
                  <c:v>9.0354087428581007</c:v>
                </c:pt>
                <c:pt idx="9444">
                  <c:v>9.0355434126970824</c:v>
                </c:pt>
                <c:pt idx="9445">
                  <c:v>9.0313889633563988</c:v>
                </c:pt>
                <c:pt idx="9446">
                  <c:v>9.0268282006601552</c:v>
                </c:pt>
                <c:pt idx="9447">
                  <c:v>9.026026150662668</c:v>
                </c:pt>
                <c:pt idx="9448">
                  <c:v>9.0271608959000051</c:v>
                </c:pt>
                <c:pt idx="9449">
                  <c:v>9.0261532806661862</c:v>
                </c:pt>
                <c:pt idx="9450">
                  <c:v>9.0244192232293958</c:v>
                </c:pt>
                <c:pt idx="9451">
                  <c:v>9.0229570187490573</c:v>
                </c:pt>
                <c:pt idx="9452">
                  <c:v>9.0245560921870549</c:v>
                </c:pt>
                <c:pt idx="9453">
                  <c:v>9.0272123133890716</c:v>
                </c:pt>
                <c:pt idx="9454">
                  <c:v>9.0290483680445011</c:v>
                </c:pt>
                <c:pt idx="9455">
                  <c:v>9.0283004582544439</c:v>
                </c:pt>
                <c:pt idx="9456">
                  <c:v>9.0283132340867578</c:v>
                </c:pt>
                <c:pt idx="9457">
                  <c:v>9.0283754377293359</c:v>
                </c:pt>
                <c:pt idx="9458">
                  <c:v>9.0257568109847028</c:v>
                </c:pt>
                <c:pt idx="9459">
                  <c:v>9.0275182003250514</c:v>
                </c:pt>
                <c:pt idx="9460">
                  <c:v>9.0301662533719824</c:v>
                </c:pt>
                <c:pt idx="9461">
                  <c:v>9.027654859842837</c:v>
                </c:pt>
                <c:pt idx="9462">
                  <c:v>9.0241460089137604</c:v>
                </c:pt>
                <c:pt idx="9463">
                  <c:v>9.0223661888645008</c:v>
                </c:pt>
                <c:pt idx="9464">
                  <c:v>9.0220718211215924</c:v>
                </c:pt>
                <c:pt idx="9465">
                  <c:v>9.0219421778395859</c:v>
                </c:pt>
                <c:pt idx="9466">
                  <c:v>9.0236552912889767</c:v>
                </c:pt>
                <c:pt idx="9467">
                  <c:v>9.0243564959871314</c:v>
                </c:pt>
                <c:pt idx="9468">
                  <c:v>9.0245524269892599</c:v>
                </c:pt>
                <c:pt idx="9469">
                  <c:v>9.0246155731112712</c:v>
                </c:pt>
                <c:pt idx="9470">
                  <c:v>9.0260550533652797</c:v>
                </c:pt>
                <c:pt idx="9471">
                  <c:v>9.0285377536316869</c:v>
                </c:pt>
                <c:pt idx="9472">
                  <c:v>9.031602696747818</c:v>
                </c:pt>
                <c:pt idx="9473">
                  <c:v>9.0343995568252264</c:v>
                </c:pt>
                <c:pt idx="9474">
                  <c:v>9.0336150997771565</c:v>
                </c:pt>
                <c:pt idx="9475">
                  <c:v>9.0311193095186226</c:v>
                </c:pt>
                <c:pt idx="9476">
                  <c:v>9.0291548682204308</c:v>
                </c:pt>
                <c:pt idx="9477">
                  <c:v>9.0319139244005839</c:v>
                </c:pt>
                <c:pt idx="9478">
                  <c:v>9.0355798552351594</c:v>
                </c:pt>
                <c:pt idx="9479">
                  <c:v>9.0360313028835684</c:v>
                </c:pt>
                <c:pt idx="9480">
                  <c:v>9.033955649012281</c:v>
                </c:pt>
                <c:pt idx="9481">
                  <c:v>9.0312639277516205</c:v>
                </c:pt>
                <c:pt idx="9482">
                  <c:v>9.0301132650838589</c:v>
                </c:pt>
                <c:pt idx="9483">
                  <c:v>9.0308630598327824</c:v>
                </c:pt>
                <c:pt idx="9484">
                  <c:v>9.0310149037414345</c:v>
                </c:pt>
                <c:pt idx="9485">
                  <c:v>9.0293209540405144</c:v>
                </c:pt>
                <c:pt idx="9486">
                  <c:v>9.0294691327513696</c:v>
                </c:pt>
                <c:pt idx="9487">
                  <c:v>9.0310379421275737</c:v>
                </c:pt>
                <c:pt idx="9488">
                  <c:v>9.028537648911751</c:v>
                </c:pt>
                <c:pt idx="9489">
                  <c:v>9.025106186016119</c:v>
                </c:pt>
                <c:pt idx="9490">
                  <c:v>9.0249128730124148</c:v>
                </c:pt>
                <c:pt idx="9491">
                  <c:v>9.0260662583985383</c:v>
                </c:pt>
                <c:pt idx="9492">
                  <c:v>9.027933624315132</c:v>
                </c:pt>
                <c:pt idx="9493">
                  <c:v>9.0282922900993583</c:v>
                </c:pt>
                <c:pt idx="9494">
                  <c:v>9.0295138481644681</c:v>
                </c:pt>
                <c:pt idx="9495">
                  <c:v>9.0317917162341033</c:v>
                </c:pt>
                <c:pt idx="9496">
                  <c:v>9.0325971172695745</c:v>
                </c:pt>
                <c:pt idx="9497">
                  <c:v>9.0307786555635605</c:v>
                </c:pt>
                <c:pt idx="9498">
                  <c:v>9.0264442973711105</c:v>
                </c:pt>
                <c:pt idx="9499">
                  <c:v>9.0266365631754439</c:v>
                </c:pt>
                <c:pt idx="9500">
                  <c:v>9.0258658244391192</c:v>
                </c:pt>
                <c:pt idx="9501">
                  <c:v>9.0243107333746622</c:v>
                </c:pt>
                <c:pt idx="9502">
                  <c:v>9.0262201967059301</c:v>
                </c:pt>
                <c:pt idx="9503">
                  <c:v>9.0280486068059584</c:v>
                </c:pt>
                <c:pt idx="9504">
                  <c:v>9.0285652949751185</c:v>
                </c:pt>
                <c:pt idx="9505">
                  <c:v>9.0297167954023756</c:v>
                </c:pt>
                <c:pt idx="9506">
                  <c:v>9.0295594013370639</c:v>
                </c:pt>
                <c:pt idx="9507">
                  <c:v>9.0264622044803371</c:v>
                </c:pt>
                <c:pt idx="9508">
                  <c:v>9.0243717850979337</c:v>
                </c:pt>
                <c:pt idx="9509">
                  <c:v>9.0245999698406578</c:v>
                </c:pt>
                <c:pt idx="9510">
                  <c:v>9.0254297706214501</c:v>
                </c:pt>
                <c:pt idx="9511">
                  <c:v>9.0254214977464269</c:v>
                </c:pt>
                <c:pt idx="9512">
                  <c:v>9.027309179330798</c:v>
                </c:pt>
                <c:pt idx="9513">
                  <c:v>9.0277159115661068</c:v>
                </c:pt>
                <c:pt idx="9514">
                  <c:v>9.0253844268887295</c:v>
                </c:pt>
                <c:pt idx="9515">
                  <c:v>9.0236243989075611</c:v>
                </c:pt>
                <c:pt idx="9516">
                  <c:v>9.0264107869912706</c:v>
                </c:pt>
                <c:pt idx="9517">
                  <c:v>9.028263282676809</c:v>
                </c:pt>
                <c:pt idx="9518">
                  <c:v>9.0297237069182188</c:v>
                </c:pt>
                <c:pt idx="9519">
                  <c:v>9.029847485883753</c:v>
                </c:pt>
                <c:pt idx="9520">
                  <c:v>9.0281798208870203</c:v>
                </c:pt>
                <c:pt idx="9521">
                  <c:v>9.0267352093560973</c:v>
                </c:pt>
                <c:pt idx="9522">
                  <c:v>9.0286405886098215</c:v>
                </c:pt>
                <c:pt idx="9523">
                  <c:v>9.031290107735872</c:v>
                </c:pt>
                <c:pt idx="9524">
                  <c:v>9.0333075373221856</c:v>
                </c:pt>
                <c:pt idx="9525">
                  <c:v>9.035614098654559</c:v>
                </c:pt>
                <c:pt idx="9526">
                  <c:v>9.0373203005881066</c:v>
                </c:pt>
                <c:pt idx="9527">
                  <c:v>9.035519745991321</c:v>
                </c:pt>
                <c:pt idx="9528">
                  <c:v>9.0330088760618601</c:v>
                </c:pt>
                <c:pt idx="9529">
                  <c:v>9.0315108573630685</c:v>
                </c:pt>
                <c:pt idx="9530">
                  <c:v>9.0322177169378222</c:v>
                </c:pt>
                <c:pt idx="9531">
                  <c:v>9.0323943794715404</c:v>
                </c:pt>
                <c:pt idx="9532">
                  <c:v>9.0313021505286262</c:v>
                </c:pt>
                <c:pt idx="9533">
                  <c:v>9.0290066895095755</c:v>
                </c:pt>
                <c:pt idx="9534">
                  <c:v>9.0257742992141807</c:v>
                </c:pt>
                <c:pt idx="9535">
                  <c:v>9.0229459184357363</c:v>
                </c:pt>
                <c:pt idx="9536">
                  <c:v>9.0228065361995871</c:v>
                </c:pt>
                <c:pt idx="9537">
                  <c:v>9.0240466296935473</c:v>
                </c:pt>
                <c:pt idx="9538">
                  <c:v>9.0269541787443668</c:v>
                </c:pt>
                <c:pt idx="9539">
                  <c:v>9.0270730358728617</c:v>
                </c:pt>
                <c:pt idx="9540">
                  <c:v>9.0278119397483376</c:v>
                </c:pt>
                <c:pt idx="9541">
                  <c:v>9.027217130506175</c:v>
                </c:pt>
                <c:pt idx="9542">
                  <c:v>9.0254853769079979</c:v>
                </c:pt>
                <c:pt idx="9543">
                  <c:v>9.0255045406564687</c:v>
                </c:pt>
                <c:pt idx="9544">
                  <c:v>9.0270630874788473</c:v>
                </c:pt>
                <c:pt idx="9545">
                  <c:v>9.0289273117973288</c:v>
                </c:pt>
                <c:pt idx="9546">
                  <c:v>9.0293012666923573</c:v>
                </c:pt>
                <c:pt idx="9547">
                  <c:v>9.0285264438784907</c:v>
                </c:pt>
                <c:pt idx="9548">
                  <c:v>9.0264476484090945</c:v>
                </c:pt>
                <c:pt idx="9549">
                  <c:v>9.027644806728885</c:v>
                </c:pt>
                <c:pt idx="9550">
                  <c:v>9.0310668448301854</c:v>
                </c:pt>
                <c:pt idx="9551">
                  <c:v>9.0312176415394667</c:v>
                </c:pt>
                <c:pt idx="9552">
                  <c:v>9.0305952909538725</c:v>
                </c:pt>
                <c:pt idx="9553">
                  <c:v>9.0328398580835412</c:v>
                </c:pt>
                <c:pt idx="9554">
                  <c:v>9.0355983906640081</c:v>
                </c:pt>
                <c:pt idx="9555">
                  <c:v>9.0356071871387158</c:v>
                </c:pt>
                <c:pt idx="9556">
                  <c:v>9.0324635993498994</c:v>
                </c:pt>
                <c:pt idx="9557">
                  <c:v>9.0299218370390228</c:v>
                </c:pt>
                <c:pt idx="9558">
                  <c:v>9.0283887371613361</c:v>
                </c:pt>
                <c:pt idx="9559">
                  <c:v>9.0270077953521106</c:v>
                </c:pt>
                <c:pt idx="9560">
                  <c:v>9.0278078556707939</c:v>
                </c:pt>
                <c:pt idx="9561">
                  <c:v>9.029806959268134</c:v>
                </c:pt>
                <c:pt idx="9562">
                  <c:v>9.0307162424811089</c:v>
                </c:pt>
                <c:pt idx="9563">
                  <c:v>9.0301625881741874</c:v>
                </c:pt>
                <c:pt idx="9564">
                  <c:v>9.0273461454685595</c:v>
                </c:pt>
                <c:pt idx="9565">
                  <c:v>9.0269331300370297</c:v>
                </c:pt>
                <c:pt idx="9566">
                  <c:v>9.0259955724410634</c:v>
                </c:pt>
                <c:pt idx="9567">
                  <c:v>9.0246307575021358</c:v>
                </c:pt>
                <c:pt idx="9568">
                  <c:v>9.0270085283916686</c:v>
                </c:pt>
                <c:pt idx="9569">
                  <c:v>9.0280383442521313</c:v>
                </c:pt>
                <c:pt idx="9570">
                  <c:v>9.0259287611212571</c:v>
                </c:pt>
                <c:pt idx="9571">
                  <c:v>9.0248745455154733</c:v>
                </c:pt>
                <c:pt idx="9572">
                  <c:v>9.0241611933046268</c:v>
                </c:pt>
                <c:pt idx="9573">
                  <c:v>9.0218532706130716</c:v>
                </c:pt>
                <c:pt idx="9574">
                  <c:v>9.0213676842652006</c:v>
                </c:pt>
                <c:pt idx="9575">
                  <c:v>9.0235749710972968</c:v>
                </c:pt>
                <c:pt idx="9576">
                  <c:v>9.0263970686795236</c:v>
                </c:pt>
                <c:pt idx="9577">
                  <c:v>9.0273560938625739</c:v>
                </c:pt>
                <c:pt idx="9578">
                  <c:v>9.0287410150294054</c:v>
                </c:pt>
                <c:pt idx="9579">
                  <c:v>9.0294101754268379</c:v>
                </c:pt>
                <c:pt idx="9580">
                  <c:v>9.025432179180001</c:v>
                </c:pt>
                <c:pt idx="9581">
                  <c:v>9.0226441155773003</c:v>
                </c:pt>
                <c:pt idx="9582">
                  <c:v>9.0246878298678013</c:v>
                </c:pt>
                <c:pt idx="9583">
                  <c:v>9.0296622363151986</c:v>
                </c:pt>
                <c:pt idx="9584">
                  <c:v>9.0330322286078104</c:v>
                </c:pt>
                <c:pt idx="9585">
                  <c:v>9.0339247566308671</c:v>
                </c:pt>
                <c:pt idx="9586">
                  <c:v>9.0313910577551404</c:v>
                </c:pt>
                <c:pt idx="9587">
                  <c:v>9.0282479935660067</c:v>
                </c:pt>
                <c:pt idx="9588">
                  <c:v>9.0257746133739918</c:v>
                </c:pt>
                <c:pt idx="9589">
                  <c:v>9.0225474590754491</c:v>
                </c:pt>
                <c:pt idx="9590">
                  <c:v>9.0240901931873392</c:v>
                </c:pt>
                <c:pt idx="9591">
                  <c:v>9.0288951627766707</c:v>
                </c:pt>
                <c:pt idx="9592">
                  <c:v>9.0324663220682613</c:v>
                </c:pt>
                <c:pt idx="9593">
                  <c:v>9.0337718655228461</c:v>
                </c:pt>
                <c:pt idx="9594">
                  <c:v>9.0318738166647119</c:v>
                </c:pt>
                <c:pt idx="9595">
                  <c:v>9.0286385989310194</c:v>
                </c:pt>
                <c:pt idx="9596">
                  <c:v>9.0276120293886031</c:v>
                </c:pt>
                <c:pt idx="9597">
                  <c:v>9.0265707990550066</c:v>
                </c:pt>
                <c:pt idx="9598">
                  <c:v>9.0279717423722001</c:v>
                </c:pt>
                <c:pt idx="9599">
                  <c:v>9.0308132131427712</c:v>
                </c:pt>
                <c:pt idx="9600">
                  <c:v>9.0322710193857549</c:v>
                </c:pt>
                <c:pt idx="9601">
                  <c:v>9.0316098177035329</c:v>
                </c:pt>
                <c:pt idx="9602">
                  <c:v>9.0295788792453457</c:v>
                </c:pt>
                <c:pt idx="9603">
                  <c:v>9.0291775924467608</c:v>
                </c:pt>
                <c:pt idx="9604">
                  <c:v>9.0288800831057419</c:v>
                </c:pt>
                <c:pt idx="9605">
                  <c:v>9.0277774868890646</c:v>
                </c:pt>
                <c:pt idx="9606">
                  <c:v>9.0279900683611753</c:v>
                </c:pt>
                <c:pt idx="9607">
                  <c:v>9.0282363696529995</c:v>
                </c:pt>
                <c:pt idx="9608">
                  <c:v>9.0281740612904855</c:v>
                </c:pt>
                <c:pt idx="9609">
                  <c:v>9.0299220464788963</c:v>
                </c:pt>
                <c:pt idx="9610">
                  <c:v>9.0303141179230266</c:v>
                </c:pt>
                <c:pt idx="9611">
                  <c:v>9.029854502119532</c:v>
                </c:pt>
                <c:pt idx="9612">
                  <c:v>9.0325810951192125</c:v>
                </c:pt>
                <c:pt idx="9613">
                  <c:v>9.0360561215086381</c:v>
                </c:pt>
                <c:pt idx="9614">
                  <c:v>9.0368452909538721</c:v>
                </c:pt>
                <c:pt idx="9615">
                  <c:v>9.0349395975403386</c:v>
                </c:pt>
                <c:pt idx="9616">
                  <c:v>9.0343034239230597</c:v>
                </c:pt>
                <c:pt idx="9617">
                  <c:v>9.0350042097414676</c:v>
                </c:pt>
                <c:pt idx="9618">
                  <c:v>9.0371923328250929</c:v>
                </c:pt>
                <c:pt idx="9619">
                  <c:v>9.0356819571737343</c:v>
                </c:pt>
                <c:pt idx="9620">
                  <c:v>9.032852633915855</c:v>
                </c:pt>
                <c:pt idx="9621">
                  <c:v>9.031800512708811</c:v>
                </c:pt>
                <c:pt idx="9622">
                  <c:v>9.0316528575976402</c:v>
                </c:pt>
                <c:pt idx="9623">
                  <c:v>9.0333358117051752</c:v>
                </c:pt>
                <c:pt idx="9624">
                  <c:v>9.0333356022653017</c:v>
                </c:pt>
                <c:pt idx="9625">
                  <c:v>9.0351395079000714</c:v>
                </c:pt>
                <c:pt idx="9626">
                  <c:v>9.0368960801233182</c:v>
                </c:pt>
                <c:pt idx="9627">
                  <c:v>9.036496887723473</c:v>
                </c:pt>
                <c:pt idx="9628">
                  <c:v>9.0346395749208313</c:v>
                </c:pt>
                <c:pt idx="9629">
                  <c:v>9.0328490734379976</c:v>
                </c:pt>
                <c:pt idx="9630">
                  <c:v>9.0326761808220102</c:v>
                </c:pt>
                <c:pt idx="9631">
                  <c:v>9.0342996540053289</c:v>
                </c:pt>
                <c:pt idx="9632">
                  <c:v>9.0361171732319079</c:v>
                </c:pt>
                <c:pt idx="9633">
                  <c:v>9.0350086079788223</c:v>
                </c:pt>
                <c:pt idx="9634">
                  <c:v>9.0312479056012602</c:v>
                </c:pt>
                <c:pt idx="9635">
                  <c:v>9.030258092756732</c:v>
                </c:pt>
                <c:pt idx="9636">
                  <c:v>9.0327400599835794</c:v>
                </c:pt>
                <c:pt idx="9637">
                  <c:v>9.0352555375902686</c:v>
                </c:pt>
                <c:pt idx="9638">
                  <c:v>9.0361394785784892</c:v>
                </c:pt>
                <c:pt idx="9639">
                  <c:v>9.0347069098403239</c:v>
                </c:pt>
                <c:pt idx="9640">
                  <c:v>9.0323422289429143</c:v>
                </c:pt>
                <c:pt idx="9641">
                  <c:v>9.0299838312417275</c:v>
                </c:pt>
                <c:pt idx="9642">
                  <c:v>9.0277073245312742</c:v>
                </c:pt>
                <c:pt idx="9643">
                  <c:v>9.0258728406748983</c:v>
                </c:pt>
                <c:pt idx="9644">
                  <c:v>9.0285890664008175</c:v>
                </c:pt>
                <c:pt idx="9645">
                  <c:v>9.0298612041955</c:v>
                </c:pt>
                <c:pt idx="9646">
                  <c:v>9.0290564314796509</c:v>
                </c:pt>
                <c:pt idx="9647">
                  <c:v>9.0309275673139755</c:v>
                </c:pt>
                <c:pt idx="9648">
                  <c:v>9.0317124432417941</c:v>
                </c:pt>
                <c:pt idx="9649">
                  <c:v>9.0328249878524876</c:v>
                </c:pt>
                <c:pt idx="9650">
                  <c:v>9.0350535328317942</c:v>
                </c:pt>
                <c:pt idx="9651">
                  <c:v>9.0374032387782108</c:v>
                </c:pt>
                <c:pt idx="9652">
                  <c:v>9.0354698993013081</c:v>
                </c:pt>
                <c:pt idx="9653">
                  <c:v>9.0339125043982378</c:v>
                </c:pt>
                <c:pt idx="9654">
                  <c:v>9.0333928840708406</c:v>
                </c:pt>
                <c:pt idx="9655">
                  <c:v>9.0298120905450467</c:v>
                </c:pt>
                <c:pt idx="9656">
                  <c:v>9.0258216326257052</c:v>
                </c:pt>
                <c:pt idx="9657">
                  <c:v>9.02494795419131</c:v>
                </c:pt>
                <c:pt idx="9658">
                  <c:v>9.0261416567531789</c:v>
                </c:pt>
                <c:pt idx="9659">
                  <c:v>9.0295978335539431</c:v>
                </c:pt>
                <c:pt idx="9660">
                  <c:v>9.0317992560695668</c:v>
                </c:pt>
                <c:pt idx="9661">
                  <c:v>9.0343492912554666</c:v>
                </c:pt>
                <c:pt idx="9662">
                  <c:v>9.0342796524973608</c:v>
                </c:pt>
                <c:pt idx="9663">
                  <c:v>9.0310075733458444</c:v>
                </c:pt>
                <c:pt idx="9664">
                  <c:v>9.0304593644756466</c:v>
                </c:pt>
                <c:pt idx="9665">
                  <c:v>9.0311493641405427</c:v>
                </c:pt>
                <c:pt idx="9666">
                  <c:v>9.0305339250707899</c:v>
                </c:pt>
                <c:pt idx="9667">
                  <c:v>9.0285278052376725</c:v>
                </c:pt>
                <c:pt idx="9668">
                  <c:v>9.024932874520383</c:v>
                </c:pt>
                <c:pt idx="9669">
                  <c:v>9.0219571527905771</c:v>
                </c:pt>
                <c:pt idx="9670">
                  <c:v>9.0219900348507949</c:v>
                </c:pt>
                <c:pt idx="9671">
                  <c:v>9.0230728389993793</c:v>
                </c:pt>
                <c:pt idx="9672">
                  <c:v>9.0243047643382539</c:v>
                </c:pt>
                <c:pt idx="9673">
                  <c:v>9.0264759227920841</c:v>
                </c:pt>
                <c:pt idx="9674">
                  <c:v>9.025941118073824</c:v>
                </c:pt>
                <c:pt idx="9675">
                  <c:v>9.0274274081396708</c:v>
                </c:pt>
                <c:pt idx="9676">
                  <c:v>9.0298162793425263</c:v>
                </c:pt>
                <c:pt idx="9677">
                  <c:v>9.0280054621919135</c:v>
                </c:pt>
                <c:pt idx="9678">
                  <c:v>9.0288872040614585</c:v>
                </c:pt>
                <c:pt idx="9679">
                  <c:v>9.0305259663555795</c:v>
                </c:pt>
                <c:pt idx="9680">
                  <c:v>9.0315125328820596</c:v>
                </c:pt>
                <c:pt idx="9681">
                  <c:v>9.0305787452038278</c:v>
                </c:pt>
                <c:pt idx="9682">
                  <c:v>9.0307424224653587</c:v>
                </c:pt>
                <c:pt idx="9683">
                  <c:v>9.0330150545381436</c:v>
                </c:pt>
                <c:pt idx="9684">
                  <c:v>9.0334183310155325</c:v>
                </c:pt>
                <c:pt idx="9685">
                  <c:v>9.0333446081798829</c:v>
                </c:pt>
                <c:pt idx="9686">
                  <c:v>9.035061282107133</c:v>
                </c:pt>
                <c:pt idx="9687">
                  <c:v>9.0355460306955084</c:v>
                </c:pt>
                <c:pt idx="9688">
                  <c:v>9.0328577651927677</c:v>
                </c:pt>
                <c:pt idx="9689">
                  <c:v>9.0301549436187862</c:v>
                </c:pt>
                <c:pt idx="9690">
                  <c:v>9.0282721838714544</c:v>
                </c:pt>
                <c:pt idx="9691">
                  <c:v>9.0280399150511865</c:v>
                </c:pt>
                <c:pt idx="9692">
                  <c:v>9.0263943459611617</c:v>
                </c:pt>
                <c:pt idx="9693">
                  <c:v>9.0239419097565463</c:v>
                </c:pt>
                <c:pt idx="9694">
                  <c:v>9.0254145862305855</c:v>
                </c:pt>
                <c:pt idx="9695">
                  <c:v>9.0295994043529983</c:v>
                </c:pt>
                <c:pt idx="9696">
                  <c:v>9.0349615887271089</c:v>
                </c:pt>
                <c:pt idx="9697">
                  <c:v>9.0368240328066616</c:v>
                </c:pt>
                <c:pt idx="9698">
                  <c:v>9.0338334408458021</c:v>
                </c:pt>
                <c:pt idx="9699">
                  <c:v>9.0320520499974872</c:v>
                </c:pt>
                <c:pt idx="9700">
                  <c:v>9.0301341043513226</c:v>
                </c:pt>
                <c:pt idx="9701">
                  <c:v>9.0278229353417228</c:v>
                </c:pt>
                <c:pt idx="9702">
                  <c:v>9.0274522267647406</c:v>
                </c:pt>
                <c:pt idx="9703">
                  <c:v>9.0290790509860432</c:v>
                </c:pt>
                <c:pt idx="9704">
                  <c:v>9.0307512189400665</c:v>
                </c:pt>
                <c:pt idx="9705">
                  <c:v>9.0318725600254677</c:v>
                </c:pt>
                <c:pt idx="9706">
                  <c:v>9.0325396260241604</c:v>
                </c:pt>
                <c:pt idx="9707">
                  <c:v>9.0320593803930773</c:v>
                </c:pt>
                <c:pt idx="9708">
                  <c:v>9.0302347402107799</c:v>
                </c:pt>
                <c:pt idx="9709">
                  <c:v>9.0303480471826152</c:v>
                </c:pt>
                <c:pt idx="9710">
                  <c:v>9.0303818717222661</c:v>
                </c:pt>
                <c:pt idx="9711">
                  <c:v>9.0280287100179279</c:v>
                </c:pt>
                <c:pt idx="9712">
                  <c:v>9.0280126878675677</c:v>
                </c:pt>
                <c:pt idx="9713">
                  <c:v>9.0294471415645994</c:v>
                </c:pt>
                <c:pt idx="9714">
                  <c:v>9.0297139679640761</c:v>
                </c:pt>
                <c:pt idx="9715">
                  <c:v>9.0291299448754252</c:v>
                </c:pt>
                <c:pt idx="9716">
                  <c:v>9.0252583440845804</c:v>
                </c:pt>
                <c:pt idx="9717">
                  <c:v>9.0236735125580143</c:v>
                </c:pt>
                <c:pt idx="9718">
                  <c:v>9.0243613131042348</c:v>
                </c:pt>
                <c:pt idx="9719">
                  <c:v>9.0248104569140288</c:v>
                </c:pt>
                <c:pt idx="9720">
                  <c:v>9.0267650545381439</c:v>
                </c:pt>
                <c:pt idx="9721">
                  <c:v>9.0296789915051185</c:v>
                </c:pt>
                <c:pt idx="9722">
                  <c:v>9.0293843096023991</c:v>
                </c:pt>
                <c:pt idx="9723">
                  <c:v>9.0270632969187208</c:v>
                </c:pt>
                <c:pt idx="9724">
                  <c:v>9.0285530427424892</c:v>
                </c:pt>
                <c:pt idx="9725">
                  <c:v>9.0336600246301284</c:v>
                </c:pt>
                <c:pt idx="9726">
                  <c:v>9.0334967662483461</c:v>
                </c:pt>
                <c:pt idx="9727">
                  <c:v>9.0293739423286361</c:v>
                </c:pt>
                <c:pt idx="9728">
                  <c:v>9.0249834542499539</c:v>
                </c:pt>
                <c:pt idx="9729">
                  <c:v>9.0254255818239706</c:v>
                </c:pt>
                <c:pt idx="9730">
                  <c:v>9.0262586289228093</c:v>
                </c:pt>
                <c:pt idx="9731">
                  <c:v>9.024248215572273</c:v>
                </c:pt>
                <c:pt idx="9732">
                  <c:v>9.023392130087295</c:v>
                </c:pt>
                <c:pt idx="9733">
                  <c:v>9.02524577769214</c:v>
                </c:pt>
                <c:pt idx="9734">
                  <c:v>9.0253080860546557</c:v>
                </c:pt>
                <c:pt idx="9735">
                  <c:v>9.0226134326357581</c:v>
                </c:pt>
                <c:pt idx="9736">
                  <c:v>9.0220927651089919</c:v>
                </c:pt>
                <c:pt idx="9737">
                  <c:v>9.0227315567246951</c:v>
                </c:pt>
                <c:pt idx="9738">
                  <c:v>9.0252968810213972</c:v>
                </c:pt>
                <c:pt idx="9739">
                  <c:v>9.026660648760954</c:v>
                </c:pt>
                <c:pt idx="9740">
                  <c:v>9.0253302866812994</c:v>
                </c:pt>
                <c:pt idx="9741">
                  <c:v>9.0255848608481486</c:v>
                </c:pt>
                <c:pt idx="9742">
                  <c:v>9.0308210671380458</c:v>
                </c:pt>
                <c:pt idx="9743">
                  <c:v>9.0344136940167221</c:v>
                </c:pt>
                <c:pt idx="9744">
                  <c:v>9.0327396411038325</c:v>
                </c:pt>
                <c:pt idx="9745">
                  <c:v>9.0309248445956136</c:v>
                </c:pt>
                <c:pt idx="9746">
                  <c:v>9.0330117035001596</c:v>
                </c:pt>
                <c:pt idx="9747">
                  <c:v>9.0349886064708542</c:v>
                </c:pt>
                <c:pt idx="9748">
                  <c:v>9.0325858075163783</c:v>
                </c:pt>
                <c:pt idx="9749">
                  <c:v>9.0297339694720442</c:v>
                </c:pt>
                <c:pt idx="9750">
                  <c:v>9.0318150687800554</c:v>
                </c:pt>
                <c:pt idx="9751">
                  <c:v>9.0350120637367421</c:v>
                </c:pt>
                <c:pt idx="9752">
                  <c:v>9.0369002689207978</c:v>
                </c:pt>
                <c:pt idx="9753">
                  <c:v>9.0344574669503874</c:v>
                </c:pt>
                <c:pt idx="9754">
                  <c:v>9.0322626417907941</c:v>
                </c:pt>
                <c:pt idx="9755">
                  <c:v>9.0310208727778427</c:v>
                </c:pt>
                <c:pt idx="9756">
                  <c:v>9.0330815516981389</c:v>
                </c:pt>
                <c:pt idx="9757">
                  <c:v>9.0352942839669588</c:v>
                </c:pt>
                <c:pt idx="9758">
                  <c:v>9.0365851666303634</c:v>
                </c:pt>
                <c:pt idx="9759">
                  <c:v>9.0377975093410186</c:v>
                </c:pt>
                <c:pt idx="9760">
                  <c:v>9.0371141070321528</c:v>
                </c:pt>
                <c:pt idx="9761">
                  <c:v>9.0386389340348181</c:v>
                </c:pt>
                <c:pt idx="9762">
                  <c:v>9.0354515733123328</c:v>
                </c:pt>
                <c:pt idx="9763">
                  <c:v>9.0281301836368808</c:v>
                </c:pt>
                <c:pt idx="9764">
                  <c:v>9.0281122765276542</c:v>
                </c:pt>
                <c:pt idx="9765">
                  <c:v>9.0286478142854758</c:v>
                </c:pt>
                <c:pt idx="9766">
                  <c:v>9.02787540003016</c:v>
                </c:pt>
                <c:pt idx="9767">
                  <c:v>9.0293028374914126</c:v>
                </c:pt>
                <c:pt idx="9768">
                  <c:v>9.0304952834140373</c:v>
                </c:pt>
                <c:pt idx="9769">
                  <c:v>9.0342711701824641</c:v>
                </c:pt>
                <c:pt idx="9770">
                  <c:v>9.0345946500678593</c:v>
                </c:pt>
                <c:pt idx="9771">
                  <c:v>9.0327921057922698</c:v>
                </c:pt>
                <c:pt idx="9772">
                  <c:v>9.0322785592212185</c:v>
                </c:pt>
                <c:pt idx="9773">
                  <c:v>9.0315195491178386</c:v>
                </c:pt>
                <c:pt idx="9774">
                  <c:v>9.0305695298493713</c:v>
                </c:pt>
                <c:pt idx="9775">
                  <c:v>9.0295415989477732</c:v>
                </c:pt>
                <c:pt idx="9776">
                  <c:v>9.027057851481997</c:v>
                </c:pt>
                <c:pt idx="9777">
                  <c:v>9.0243691670995094</c:v>
                </c:pt>
                <c:pt idx="9778">
                  <c:v>9.0238984509826921</c:v>
                </c:pt>
                <c:pt idx="9779">
                  <c:v>9.0257562873850183</c:v>
                </c:pt>
                <c:pt idx="9780">
                  <c:v>9.025306305815727</c:v>
                </c:pt>
                <c:pt idx="9781">
                  <c:v>9.0245870892884064</c:v>
                </c:pt>
                <c:pt idx="9782">
                  <c:v>9.0273176616456947</c:v>
                </c:pt>
                <c:pt idx="9783">
                  <c:v>9.0296619221553875</c:v>
                </c:pt>
                <c:pt idx="9784">
                  <c:v>9.0290123443861745</c:v>
                </c:pt>
                <c:pt idx="9785">
                  <c:v>9.0302686694703684</c:v>
                </c:pt>
                <c:pt idx="9786">
                  <c:v>9.029657733357908</c:v>
                </c:pt>
                <c:pt idx="9787">
                  <c:v>9.0299874964395226</c:v>
                </c:pt>
                <c:pt idx="9788">
                  <c:v>9.031961781411793</c:v>
                </c:pt>
                <c:pt idx="9789">
                  <c:v>9.0303020751302707</c:v>
                </c:pt>
                <c:pt idx="9790">
                  <c:v>9.0288663647939948</c:v>
                </c:pt>
                <c:pt idx="9791">
                  <c:v>9.030262490994085</c:v>
                </c:pt>
                <c:pt idx="9792">
                  <c:v>9.033008561902049</c:v>
                </c:pt>
                <c:pt idx="9793">
                  <c:v>9.0329950530301755</c:v>
                </c:pt>
                <c:pt idx="9794">
                  <c:v>9.0316165197795009</c:v>
                </c:pt>
                <c:pt idx="9795">
                  <c:v>9.0284337667342456</c:v>
                </c:pt>
                <c:pt idx="9796">
                  <c:v>9.0259787125312059</c:v>
                </c:pt>
                <c:pt idx="9797">
                  <c:v>9.0221808345760106</c:v>
                </c:pt>
                <c:pt idx="9798">
                  <c:v>9.0227357455221746</c:v>
                </c:pt>
                <c:pt idx="9799">
                  <c:v>9.024696312182698</c:v>
                </c:pt>
                <c:pt idx="9800">
                  <c:v>9.0282327044552044</c:v>
                </c:pt>
                <c:pt idx="9801">
                  <c:v>9.0333741392021185</c:v>
                </c:pt>
                <c:pt idx="9802">
                  <c:v>9.0324594105524181</c:v>
                </c:pt>
                <c:pt idx="9803">
                  <c:v>9.0305271182748861</c:v>
                </c:pt>
                <c:pt idx="9804">
                  <c:v>9.0278510002848389</c:v>
                </c:pt>
                <c:pt idx="9805">
                  <c:v>9.0244022585996007</c:v>
                </c:pt>
                <c:pt idx="9806">
                  <c:v>9.0243152363319545</c:v>
                </c:pt>
                <c:pt idx="9807">
                  <c:v>9.0247346396796413</c:v>
                </c:pt>
                <c:pt idx="9808">
                  <c:v>9.0256309376204271</c:v>
                </c:pt>
                <c:pt idx="9809">
                  <c:v>9.0278089028701647</c:v>
                </c:pt>
                <c:pt idx="9810">
                  <c:v>9.0307835774005998</c:v>
                </c:pt>
                <c:pt idx="9811">
                  <c:v>9.0320829423789011</c:v>
                </c:pt>
                <c:pt idx="9812">
                  <c:v>9.0313016269289417</c:v>
                </c:pt>
                <c:pt idx="9813">
                  <c:v>9.0287596551781917</c:v>
                </c:pt>
                <c:pt idx="9814">
                  <c:v>9.0275108699294613</c:v>
                </c:pt>
                <c:pt idx="9815">
                  <c:v>9.0285286429971681</c:v>
                </c:pt>
                <c:pt idx="9816">
                  <c:v>9.0281192927634333</c:v>
                </c:pt>
                <c:pt idx="9817">
                  <c:v>9.0284131369066571</c:v>
                </c:pt>
                <c:pt idx="9818">
                  <c:v>9.0284762830286684</c:v>
                </c:pt>
                <c:pt idx="9819">
                  <c:v>9.029027319337164</c:v>
                </c:pt>
                <c:pt idx="9820">
                  <c:v>9.026175062413083</c:v>
                </c:pt>
                <c:pt idx="9821">
                  <c:v>9.0213766901797836</c:v>
                </c:pt>
                <c:pt idx="9822">
                  <c:v>9.0212483035370212</c:v>
                </c:pt>
                <c:pt idx="9823">
                  <c:v>9.0213995191260494</c:v>
                </c:pt>
                <c:pt idx="9824">
                  <c:v>9.0216956671078865</c:v>
                </c:pt>
                <c:pt idx="9825">
                  <c:v>9.0236184298711528</c:v>
                </c:pt>
                <c:pt idx="9826">
                  <c:v>9.026783485247055</c:v>
                </c:pt>
                <c:pt idx="9827">
                  <c:v>9.02733734899385</c:v>
                </c:pt>
                <c:pt idx="9828">
                  <c:v>9.0260933808622212</c:v>
                </c:pt>
                <c:pt idx="9829">
                  <c:v>9.025778488011662</c:v>
                </c:pt>
                <c:pt idx="9830">
                  <c:v>9.0251630489419092</c:v>
                </c:pt>
                <c:pt idx="9831">
                  <c:v>9.0248895204664645</c:v>
                </c:pt>
                <c:pt idx="9832">
                  <c:v>9.0247823919709127</c:v>
                </c:pt>
                <c:pt idx="9833">
                  <c:v>9.0265244081229152</c:v>
                </c:pt>
                <c:pt idx="9834">
                  <c:v>9.0265092237320506</c:v>
                </c:pt>
                <c:pt idx="9835">
                  <c:v>9.0255844419683999</c:v>
                </c:pt>
                <c:pt idx="9836">
                  <c:v>9.0242535562890609</c:v>
                </c:pt>
                <c:pt idx="9837">
                  <c:v>9.0220591500092162</c:v>
                </c:pt>
                <c:pt idx="9838">
                  <c:v>9.0228952339862278</c:v>
                </c:pt>
                <c:pt idx="9839">
                  <c:v>9.0245111673340812</c:v>
                </c:pt>
                <c:pt idx="9840">
                  <c:v>9.0257814201698974</c:v>
                </c:pt>
                <c:pt idx="9841">
                  <c:v>9.0244528383291733</c:v>
                </c:pt>
                <c:pt idx="9842">
                  <c:v>9.0243573337466287</c:v>
                </c:pt>
                <c:pt idx="9843">
                  <c:v>9.0244211081882622</c:v>
                </c:pt>
                <c:pt idx="9844">
                  <c:v>9.0257640366603553</c:v>
                </c:pt>
                <c:pt idx="9845">
                  <c:v>9.0276101444297367</c:v>
                </c:pt>
                <c:pt idx="9846">
                  <c:v>9.0270118794296526</c:v>
                </c:pt>
                <c:pt idx="9847">
                  <c:v>9.0269138615686213</c:v>
                </c:pt>
                <c:pt idx="9848">
                  <c:v>9.0264051321146717</c:v>
                </c:pt>
                <c:pt idx="9849">
                  <c:v>9.0251859826081127</c:v>
                </c:pt>
                <c:pt idx="9850">
                  <c:v>9.0222723598009491</c:v>
                </c:pt>
                <c:pt idx="9851">
                  <c:v>9.0235599961463056</c:v>
                </c:pt>
                <c:pt idx="9852">
                  <c:v>9.0250664971599956</c:v>
                </c:pt>
                <c:pt idx="9853">
                  <c:v>9.0236189534708373</c:v>
                </c:pt>
                <c:pt idx="9854">
                  <c:v>9.0223910074895706</c:v>
                </c:pt>
                <c:pt idx="9855">
                  <c:v>9.0234949650654297</c:v>
                </c:pt>
                <c:pt idx="9856">
                  <c:v>9.0258399586146805</c:v>
                </c:pt>
                <c:pt idx="9857">
                  <c:v>9.0257868656066211</c:v>
                </c:pt>
                <c:pt idx="9858">
                  <c:v>9.0265350895564893</c:v>
                </c:pt>
                <c:pt idx="9859">
                  <c:v>9.025839435014996</c:v>
                </c:pt>
                <c:pt idx="9860">
                  <c:v>9.0261909798435074</c:v>
                </c:pt>
                <c:pt idx="9861">
                  <c:v>9.0284380602516627</c:v>
                </c:pt>
                <c:pt idx="9862">
                  <c:v>9.0301884539986261</c:v>
                </c:pt>
                <c:pt idx="9863">
                  <c:v>9.0296049545096597</c:v>
                </c:pt>
                <c:pt idx="9864">
                  <c:v>9.026250356047786</c:v>
                </c:pt>
                <c:pt idx="9865">
                  <c:v>9.0251522627883993</c:v>
                </c:pt>
                <c:pt idx="9866">
                  <c:v>9.0254566836452597</c:v>
                </c:pt>
                <c:pt idx="9867">
                  <c:v>9.0232768334366575</c:v>
                </c:pt>
                <c:pt idx="9868">
                  <c:v>9.0249486872308697</c:v>
                </c:pt>
                <c:pt idx="9869">
                  <c:v>9.0288562069601053</c:v>
                </c:pt>
                <c:pt idx="9870">
                  <c:v>9.0288356818524544</c:v>
                </c:pt>
                <c:pt idx="9871">
                  <c:v>9.0265820040882669</c:v>
                </c:pt>
                <c:pt idx="9872">
                  <c:v>9.0253761540137063</c:v>
                </c:pt>
                <c:pt idx="9873">
                  <c:v>9.0280572985607286</c:v>
                </c:pt>
                <c:pt idx="9874">
                  <c:v>9.0297172142821243</c:v>
                </c:pt>
                <c:pt idx="9875">
                  <c:v>9.0290448075666436</c:v>
                </c:pt>
                <c:pt idx="9876">
                  <c:v>9.0275507682254581</c:v>
                </c:pt>
                <c:pt idx="9877">
                  <c:v>9.0276019762746511</c:v>
                </c:pt>
                <c:pt idx="9878">
                  <c:v>9.028161180738234</c:v>
                </c:pt>
                <c:pt idx="9879">
                  <c:v>9.0270824606671916</c:v>
                </c:pt>
                <c:pt idx="9880">
                  <c:v>9.0262498324481015</c:v>
                </c:pt>
                <c:pt idx="9881">
                  <c:v>9.0291758122078321</c:v>
                </c:pt>
                <c:pt idx="9882">
                  <c:v>9.0322732185044323</c:v>
                </c:pt>
                <c:pt idx="9883">
                  <c:v>9.0310315542114168</c:v>
                </c:pt>
                <c:pt idx="9884">
                  <c:v>9.0303369468692924</c:v>
                </c:pt>
                <c:pt idx="9885">
                  <c:v>9.0281869418427352</c:v>
                </c:pt>
                <c:pt idx="9886">
                  <c:v>9.0289428103480045</c:v>
                </c:pt>
                <c:pt idx="9887">
                  <c:v>9.0312410988053546</c:v>
                </c:pt>
                <c:pt idx="9888">
                  <c:v>9.0315806008411101</c:v>
                </c:pt>
                <c:pt idx="9889">
                  <c:v>9.0306141405425322</c:v>
                </c:pt>
                <c:pt idx="9890">
                  <c:v>9.0302022770303108</c:v>
                </c:pt>
                <c:pt idx="9891">
                  <c:v>9.031996967310624</c:v>
                </c:pt>
                <c:pt idx="9892">
                  <c:v>9.0323598218923316</c:v>
                </c:pt>
                <c:pt idx="9893">
                  <c:v>9.0327820526783178</c:v>
                </c:pt>
                <c:pt idx="9894">
                  <c:v>9.0332975889281713</c:v>
                </c:pt>
                <c:pt idx="9895">
                  <c:v>9.0317651173701048</c:v>
                </c:pt>
                <c:pt idx="9896">
                  <c:v>9.0293709054504632</c:v>
                </c:pt>
                <c:pt idx="9897">
                  <c:v>9.0267323819177996</c:v>
                </c:pt>
                <c:pt idx="9898">
                  <c:v>9.0241278923646604</c:v>
                </c:pt>
                <c:pt idx="9899">
                  <c:v>9.0226889357103364</c:v>
                </c:pt>
                <c:pt idx="9900">
                  <c:v>9.0240158420320693</c:v>
                </c:pt>
                <c:pt idx="9901">
                  <c:v>9.0236760258365027</c:v>
                </c:pt>
                <c:pt idx="9902">
                  <c:v>9.0222630397265551</c:v>
                </c:pt>
                <c:pt idx="9903">
                  <c:v>9.0236252366670584</c:v>
                </c:pt>
                <c:pt idx="9904">
                  <c:v>9.0235025049008932</c:v>
                </c:pt>
                <c:pt idx="9905">
                  <c:v>9.0245051982976729</c:v>
                </c:pt>
                <c:pt idx="9906">
                  <c:v>9.0261246921233855</c:v>
                </c:pt>
                <c:pt idx="9907">
                  <c:v>9.0278849295444257</c:v>
                </c:pt>
                <c:pt idx="9908">
                  <c:v>9.0273608062597397</c:v>
                </c:pt>
                <c:pt idx="9909">
                  <c:v>9.0275256354405773</c:v>
                </c:pt>
                <c:pt idx="9910">
                  <c:v>9.0292368639311018</c:v>
                </c:pt>
                <c:pt idx="9911">
                  <c:v>9.0310715572273512</c:v>
                </c:pt>
                <c:pt idx="9912">
                  <c:v>9.0314472923613085</c:v>
                </c:pt>
                <c:pt idx="9913">
                  <c:v>9.0304772715848731</c:v>
                </c:pt>
                <c:pt idx="9914">
                  <c:v>9.0285479114655764</c:v>
                </c:pt>
                <c:pt idx="9915">
                  <c:v>9.0259286564013195</c:v>
                </c:pt>
                <c:pt idx="9916">
                  <c:v>9.0229462325955456</c:v>
                </c:pt>
                <c:pt idx="9917">
                  <c:v>9.0240020190003847</c:v>
                </c:pt>
                <c:pt idx="9918">
                  <c:v>9.0240227535479107</c:v>
                </c:pt>
                <c:pt idx="9919">
                  <c:v>9.0227784712564709</c:v>
                </c:pt>
                <c:pt idx="9920">
                  <c:v>9.0241286254042183</c:v>
                </c:pt>
                <c:pt idx="9921">
                  <c:v>9.0243663396612099</c:v>
                </c:pt>
                <c:pt idx="9922">
                  <c:v>9.0219728607811263</c:v>
                </c:pt>
                <c:pt idx="9923">
                  <c:v>9.0222158110349682</c:v>
                </c:pt>
                <c:pt idx="9924">
                  <c:v>9.0240579394467435</c:v>
                </c:pt>
                <c:pt idx="9925">
                  <c:v>9.0230629953253025</c:v>
                </c:pt>
                <c:pt idx="9926">
                  <c:v>9.0211043136236455</c:v>
                </c:pt>
                <c:pt idx="9927">
                  <c:v>9.0247325452809015</c:v>
                </c:pt>
                <c:pt idx="9928">
                  <c:v>9.0255114521723101</c:v>
                </c:pt>
                <c:pt idx="9929">
                  <c:v>9.0230175468726443</c:v>
                </c:pt>
                <c:pt idx="9930">
                  <c:v>9.019074527084765</c:v>
                </c:pt>
                <c:pt idx="9931">
                  <c:v>9.0156747943300442</c:v>
                </c:pt>
                <c:pt idx="9932">
                  <c:v>9.0180584295360493</c:v>
                </c:pt>
                <c:pt idx="9933">
                  <c:v>9.020894350149959</c:v>
                </c:pt>
                <c:pt idx="9934">
                  <c:v>9.0208714164837556</c:v>
                </c:pt>
                <c:pt idx="9935">
                  <c:v>9.021830651106681</c:v>
                </c:pt>
                <c:pt idx="9936">
                  <c:v>9.0241606697049406</c:v>
                </c:pt>
                <c:pt idx="9937">
                  <c:v>9.0259154616892587</c:v>
                </c:pt>
                <c:pt idx="9938">
                  <c:v>9.0242252819060695</c:v>
                </c:pt>
                <c:pt idx="9939">
                  <c:v>9.0238804391535279</c:v>
                </c:pt>
                <c:pt idx="9940">
                  <c:v>9.0243889591676023</c:v>
                </c:pt>
                <c:pt idx="9941">
                  <c:v>9.0227057956201939</c:v>
                </c:pt>
                <c:pt idx="9942">
                  <c:v>9.0231650972638775</c:v>
                </c:pt>
                <c:pt idx="9943">
                  <c:v>9.0231907536484428</c:v>
                </c:pt>
                <c:pt idx="9944">
                  <c:v>9.0267037933749972</c:v>
                </c:pt>
                <c:pt idx="9945">
                  <c:v>9.0306811613022138</c:v>
                </c:pt>
                <c:pt idx="9946">
                  <c:v>9.0290186275823938</c:v>
                </c:pt>
                <c:pt idx="9947">
                  <c:v>9.0267762595714025</c:v>
                </c:pt>
                <c:pt idx="9948">
                  <c:v>9.0267131134493912</c:v>
                </c:pt>
                <c:pt idx="9949">
                  <c:v>9.0272784963892558</c:v>
                </c:pt>
                <c:pt idx="9950">
                  <c:v>9.0280743679104596</c:v>
                </c:pt>
                <c:pt idx="9951">
                  <c:v>9.0273190230048765</c:v>
                </c:pt>
                <c:pt idx="9952">
                  <c:v>9.026498018698792</c:v>
                </c:pt>
                <c:pt idx="9953">
                  <c:v>9.0289718177705538</c:v>
                </c:pt>
                <c:pt idx="9954">
                  <c:v>9.0310079922255913</c:v>
                </c:pt>
                <c:pt idx="9955">
                  <c:v>9.0288268853777449</c:v>
                </c:pt>
                <c:pt idx="9956">
                  <c:v>9.0260038453160867</c:v>
                </c:pt>
                <c:pt idx="9957">
                  <c:v>9.0229486411540982</c:v>
                </c:pt>
                <c:pt idx="9958">
                  <c:v>9.0181708987483873</c:v>
                </c:pt>
                <c:pt idx="9959">
                  <c:v>9.0182188604795339</c:v>
                </c:pt>
                <c:pt idx="9960">
                  <c:v>9.0220459552971537</c:v>
                </c:pt>
                <c:pt idx="9961">
                  <c:v>9.0261746435333343</c:v>
                </c:pt>
                <c:pt idx="9962">
                  <c:v>9.0278142435869508</c:v>
                </c:pt>
                <c:pt idx="9963">
                  <c:v>9.0287496020642397</c:v>
                </c:pt>
                <c:pt idx="9964">
                  <c:v>9.0280217985020865</c:v>
                </c:pt>
                <c:pt idx="9965">
                  <c:v>9.0258244600640047</c:v>
                </c:pt>
                <c:pt idx="9966">
                  <c:v>9.0238587621265687</c:v>
                </c:pt>
                <c:pt idx="9967">
                  <c:v>9.0228710436807802</c:v>
                </c:pt>
                <c:pt idx="9968">
                  <c:v>9.0235005152220893</c:v>
                </c:pt>
                <c:pt idx="9969">
                  <c:v>9.0232244734681561</c:v>
                </c:pt>
                <c:pt idx="9970">
                  <c:v>9.0247458447128999</c:v>
                </c:pt>
                <c:pt idx="9971">
                  <c:v>9.0278287996581934</c:v>
                </c:pt>
                <c:pt idx="9972">
                  <c:v>9.0286366092522155</c:v>
                </c:pt>
                <c:pt idx="9973">
                  <c:v>9.028374704689778</c:v>
                </c:pt>
                <c:pt idx="9974">
                  <c:v>9.0294960457751792</c:v>
                </c:pt>
                <c:pt idx="9975">
                  <c:v>9.0302839585811707</c:v>
                </c:pt>
                <c:pt idx="9976">
                  <c:v>9.0313257125144517</c:v>
                </c:pt>
                <c:pt idx="9977">
                  <c:v>9.029462011795653</c:v>
                </c:pt>
                <c:pt idx="9978">
                  <c:v>9.0258511636479408</c:v>
                </c:pt>
                <c:pt idx="9979">
                  <c:v>9.0228860186317714</c:v>
                </c:pt>
                <c:pt idx="9980">
                  <c:v>9.0254094549536727</c:v>
                </c:pt>
                <c:pt idx="9981">
                  <c:v>9.0269126049293771</c:v>
                </c:pt>
                <c:pt idx="9982">
                  <c:v>9.0239569894274752</c:v>
                </c:pt>
                <c:pt idx="9983">
                  <c:v>9.0239251545666264</c:v>
                </c:pt>
                <c:pt idx="9984">
                  <c:v>9.0244056096375846</c:v>
                </c:pt>
                <c:pt idx="9985">
                  <c:v>9.0243173307306943</c:v>
                </c:pt>
                <c:pt idx="9986">
                  <c:v>9.0268131209892264</c:v>
                </c:pt>
                <c:pt idx="9987">
                  <c:v>9.027556841981804</c:v>
                </c:pt>
                <c:pt idx="9988">
                  <c:v>9.0281669403347689</c:v>
                </c:pt>
                <c:pt idx="9989">
                  <c:v>9.0298843473015769</c:v>
                </c:pt>
                <c:pt idx="9990">
                  <c:v>9.0305783263240791</c:v>
                </c:pt>
                <c:pt idx="9991">
                  <c:v>9.0290689978720913</c:v>
                </c:pt>
                <c:pt idx="9992">
                  <c:v>9.0261763190523272</c:v>
                </c:pt>
                <c:pt idx="9993">
                  <c:v>9.0272395405726922</c:v>
                </c:pt>
                <c:pt idx="9994">
                  <c:v>9.0313296918720578</c:v>
                </c:pt>
                <c:pt idx="9995">
                  <c:v>9.0323684089271659</c:v>
                </c:pt>
                <c:pt idx="9996">
                  <c:v>9.0296875785399529</c:v>
                </c:pt>
                <c:pt idx="9997">
                  <c:v>9.0275210277633491</c:v>
                </c:pt>
                <c:pt idx="9998">
                  <c:v>9.024862293282844</c:v>
                </c:pt>
                <c:pt idx="9999">
                  <c:v>9.0244978679020829</c:v>
                </c:pt>
                <c:pt idx="10000">
                  <c:v>9.0260337952180691</c:v>
                </c:pt>
                <c:pt idx="10001">
                  <c:v>9.025304001977112</c:v>
                </c:pt>
                <c:pt idx="10002">
                  <c:v>9.0221108816580937</c:v>
                </c:pt>
                <c:pt idx="10003">
                  <c:v>9.0187043421074673</c:v>
                </c:pt>
                <c:pt idx="10004">
                  <c:v>9.0163867851817106</c:v>
                </c:pt>
                <c:pt idx="10005">
                  <c:v>9.0159795293467155</c:v>
                </c:pt>
                <c:pt idx="10006">
                  <c:v>9.0174436187859186</c:v>
                </c:pt>
                <c:pt idx="10007">
                  <c:v>9.022120201732486</c:v>
                </c:pt>
                <c:pt idx="10008">
                  <c:v>9.0244532572089202</c:v>
                </c:pt>
                <c:pt idx="10009">
                  <c:v>9.0273655186569037</c:v>
                </c:pt>
                <c:pt idx="10010">
                  <c:v>9.0283094641690269</c:v>
                </c:pt>
                <c:pt idx="10011">
                  <c:v>9.0272633119983912</c:v>
                </c:pt>
                <c:pt idx="10012">
                  <c:v>9.0274847946651473</c:v>
                </c:pt>
                <c:pt idx="10013">
                  <c:v>9.0307194887991553</c:v>
                </c:pt>
                <c:pt idx="10014">
                  <c:v>9.0315334768694608</c:v>
                </c:pt>
                <c:pt idx="10015">
                  <c:v>9.0278182229445569</c:v>
                </c:pt>
                <c:pt idx="10016">
                  <c:v>9.0252575063250848</c:v>
                </c:pt>
                <c:pt idx="10017">
                  <c:v>9.0287416433490275</c:v>
                </c:pt>
                <c:pt idx="10018">
                  <c:v>9.0301588182564547</c:v>
                </c:pt>
                <c:pt idx="10019">
                  <c:v>9.0261017584571821</c:v>
                </c:pt>
                <c:pt idx="10020">
                  <c:v>9.0242972245027904</c:v>
                </c:pt>
                <c:pt idx="10021">
                  <c:v>9.0250574912454127</c:v>
                </c:pt>
                <c:pt idx="10022">
                  <c:v>9.0261018631771197</c:v>
                </c:pt>
                <c:pt idx="10023">
                  <c:v>9.0273509625856612</c:v>
                </c:pt>
                <c:pt idx="10024">
                  <c:v>9.0277254410803742</c:v>
                </c:pt>
                <c:pt idx="10025">
                  <c:v>9.0291436631871722</c:v>
                </c:pt>
                <c:pt idx="10026">
                  <c:v>9.0273898136822872</c:v>
                </c:pt>
                <c:pt idx="10027">
                  <c:v>9.0239390823182486</c:v>
                </c:pt>
                <c:pt idx="10028">
                  <c:v>9.0252185505085194</c:v>
                </c:pt>
                <c:pt idx="10029">
                  <c:v>9.0279603278990663</c:v>
                </c:pt>
                <c:pt idx="10030">
                  <c:v>9.0268174145066435</c:v>
                </c:pt>
                <c:pt idx="10031">
                  <c:v>9.0238222148685558</c:v>
                </c:pt>
                <c:pt idx="10032">
                  <c:v>9.0241225516478725</c:v>
                </c:pt>
                <c:pt idx="10033">
                  <c:v>9.0228851808722759</c:v>
                </c:pt>
                <c:pt idx="10034">
                  <c:v>9.020282262118192</c:v>
                </c:pt>
                <c:pt idx="10035">
                  <c:v>9.0217669813849835</c:v>
                </c:pt>
                <c:pt idx="10036">
                  <c:v>9.0239862062898979</c:v>
                </c:pt>
                <c:pt idx="10037">
                  <c:v>9.0263874344453203</c:v>
                </c:pt>
                <c:pt idx="10038">
                  <c:v>9.0273740009718004</c:v>
                </c:pt>
                <c:pt idx="10039">
                  <c:v>9.0264839862272339</c:v>
                </c:pt>
                <c:pt idx="10040">
                  <c:v>9.0246911809057853</c:v>
                </c:pt>
                <c:pt idx="10041">
                  <c:v>9.0249372727577359</c:v>
                </c:pt>
                <c:pt idx="10042">
                  <c:v>9.0260080341135662</c:v>
                </c:pt>
                <c:pt idx="10043">
                  <c:v>9.0259976668398032</c:v>
                </c:pt>
                <c:pt idx="10044">
                  <c:v>9.024705632257092</c:v>
                </c:pt>
                <c:pt idx="10045">
                  <c:v>9.0233518129115495</c:v>
                </c:pt>
                <c:pt idx="10046">
                  <c:v>9.021335430524605</c:v>
                </c:pt>
                <c:pt idx="10047">
                  <c:v>9.0211445260794534</c:v>
                </c:pt>
                <c:pt idx="10048">
                  <c:v>9.0221587386693027</c:v>
                </c:pt>
                <c:pt idx="10049">
                  <c:v>9.0233311830839611</c:v>
                </c:pt>
                <c:pt idx="10050">
                  <c:v>9.0246504448502929</c:v>
                </c:pt>
                <c:pt idx="10051">
                  <c:v>9.0226521790124483</c:v>
                </c:pt>
                <c:pt idx="10052">
                  <c:v>9.023043098537272</c:v>
                </c:pt>
                <c:pt idx="10053">
                  <c:v>9.0256627724812759</c:v>
                </c:pt>
                <c:pt idx="10054">
                  <c:v>9.0295548983797733</c:v>
                </c:pt>
                <c:pt idx="10055">
                  <c:v>9.0308321674513685</c:v>
                </c:pt>
                <c:pt idx="10056">
                  <c:v>9.028239197091299</c:v>
                </c:pt>
                <c:pt idx="10057">
                  <c:v>9.02556768677848</c:v>
                </c:pt>
                <c:pt idx="10058">
                  <c:v>9.026879199269473</c:v>
                </c:pt>
                <c:pt idx="10059">
                  <c:v>9.029207018749057</c:v>
                </c:pt>
                <c:pt idx="10060">
                  <c:v>9.0290119255064258</c:v>
                </c:pt>
                <c:pt idx="10061">
                  <c:v>9.0280682941541137</c:v>
                </c:pt>
                <c:pt idx="10062">
                  <c:v>9.0286465576462316</c:v>
                </c:pt>
                <c:pt idx="10063">
                  <c:v>9.0292880719802966</c:v>
                </c:pt>
                <c:pt idx="10064">
                  <c:v>9.028347582226095</c:v>
                </c:pt>
                <c:pt idx="10065">
                  <c:v>9.0279665063753498</c:v>
                </c:pt>
                <c:pt idx="10066">
                  <c:v>9.0284641355159767</c:v>
                </c:pt>
                <c:pt idx="10067">
                  <c:v>9.0296465283246494</c:v>
                </c:pt>
                <c:pt idx="10068">
                  <c:v>9.0279887070019935</c:v>
                </c:pt>
                <c:pt idx="10069">
                  <c:v>9.0272926335807515</c:v>
                </c:pt>
                <c:pt idx="10070">
                  <c:v>9.0274898212221242</c:v>
                </c:pt>
                <c:pt idx="10071">
                  <c:v>9.0254964772213189</c:v>
                </c:pt>
                <c:pt idx="10072">
                  <c:v>9.0254388812559689</c:v>
                </c:pt>
                <c:pt idx="10073">
                  <c:v>9.0285982817552739</c:v>
                </c:pt>
                <c:pt idx="10074">
                  <c:v>9.0310493566007075</c:v>
                </c:pt>
                <c:pt idx="10075">
                  <c:v>9.031133865589867</c:v>
                </c:pt>
                <c:pt idx="10076">
                  <c:v>9.0272369225742679</c:v>
                </c:pt>
                <c:pt idx="10077">
                  <c:v>9.0241438097950848</c:v>
                </c:pt>
                <c:pt idx="10078">
                  <c:v>9.02640628403398</c:v>
                </c:pt>
                <c:pt idx="10079">
                  <c:v>9.0266000159174311</c:v>
                </c:pt>
                <c:pt idx="10080">
                  <c:v>9.0247358963188855</c:v>
                </c:pt>
                <c:pt idx="10081">
                  <c:v>9.0236158118727268</c:v>
                </c:pt>
                <c:pt idx="10082">
                  <c:v>9.0241910384866717</c:v>
                </c:pt>
                <c:pt idx="10083">
                  <c:v>9.0244398530569843</c:v>
                </c:pt>
                <c:pt idx="10084">
                  <c:v>9.0251531005478949</c:v>
                </c:pt>
                <c:pt idx="10085">
                  <c:v>9.0256044434763663</c:v>
                </c:pt>
                <c:pt idx="10086">
                  <c:v>9.0283307223162375</c:v>
                </c:pt>
                <c:pt idx="10087">
                  <c:v>9.0308185538595573</c:v>
                </c:pt>
                <c:pt idx="10088">
                  <c:v>9.032565806008412</c:v>
                </c:pt>
                <c:pt idx="10089">
                  <c:v>9.0324908265335182</c:v>
                </c:pt>
                <c:pt idx="10090">
                  <c:v>9.0307347779099576</c:v>
                </c:pt>
                <c:pt idx="10091">
                  <c:v>9.0263348650369455</c:v>
                </c:pt>
                <c:pt idx="10092">
                  <c:v>9.0226301878256798</c:v>
                </c:pt>
                <c:pt idx="10093">
                  <c:v>9.0205352654859841</c:v>
                </c:pt>
                <c:pt idx="10094">
                  <c:v>9.0223437787979819</c:v>
                </c:pt>
                <c:pt idx="10095">
                  <c:v>9.0240850619104265</c:v>
                </c:pt>
                <c:pt idx="10096">
                  <c:v>9.0242925121056246</c:v>
                </c:pt>
                <c:pt idx="10097">
                  <c:v>9.0262518221269037</c:v>
                </c:pt>
                <c:pt idx="10098">
                  <c:v>9.0288448972069091</c:v>
                </c:pt>
                <c:pt idx="10099">
                  <c:v>9.029893353216158</c:v>
                </c:pt>
                <c:pt idx="10100">
                  <c:v>9.0288897173399452</c:v>
                </c:pt>
                <c:pt idx="10101">
                  <c:v>9.0256039198766818</c:v>
                </c:pt>
                <c:pt idx="10102">
                  <c:v>9.0261780992912559</c:v>
                </c:pt>
                <c:pt idx="10103">
                  <c:v>9.0300266616959597</c:v>
                </c:pt>
                <c:pt idx="10104">
                  <c:v>9.0315003853693678</c:v>
                </c:pt>
                <c:pt idx="10105">
                  <c:v>9.0315845801987162</c:v>
                </c:pt>
                <c:pt idx="10106">
                  <c:v>9.0316779903825211</c:v>
                </c:pt>
                <c:pt idx="10107">
                  <c:v>9.0304613541544487</c:v>
                </c:pt>
                <c:pt idx="10108">
                  <c:v>9.028162227937603</c:v>
                </c:pt>
                <c:pt idx="10109">
                  <c:v>9.0223013672234966</c:v>
                </c:pt>
                <c:pt idx="10110">
                  <c:v>9.0187774366234947</c:v>
                </c:pt>
                <c:pt idx="10111">
                  <c:v>9.0221504657942795</c:v>
                </c:pt>
                <c:pt idx="10112">
                  <c:v>9.0249122446927927</c:v>
                </c:pt>
                <c:pt idx="10113">
                  <c:v>9.0246107559941695</c:v>
                </c:pt>
                <c:pt idx="10114">
                  <c:v>9.0237116306150824</c:v>
                </c:pt>
                <c:pt idx="10115">
                  <c:v>9.0252949960625308</c:v>
                </c:pt>
                <c:pt idx="10116">
                  <c:v>9.0268024395556523</c:v>
                </c:pt>
                <c:pt idx="10117">
                  <c:v>9.026368794296534</c:v>
                </c:pt>
                <c:pt idx="10118">
                  <c:v>9.0294477698842215</c:v>
                </c:pt>
                <c:pt idx="10119">
                  <c:v>9.0310686250691159</c:v>
                </c:pt>
                <c:pt idx="10120">
                  <c:v>9.0287813322051509</c:v>
                </c:pt>
                <c:pt idx="10121">
                  <c:v>9.0261436464319829</c:v>
                </c:pt>
                <c:pt idx="10122">
                  <c:v>9.0235963339644449</c:v>
                </c:pt>
                <c:pt idx="10123">
                  <c:v>9.0236825184725973</c:v>
                </c:pt>
                <c:pt idx="10124">
                  <c:v>9.0231453051957846</c:v>
                </c:pt>
                <c:pt idx="10125">
                  <c:v>9.0201218311747056</c:v>
                </c:pt>
                <c:pt idx="10126">
                  <c:v>9.0187379572072448</c:v>
                </c:pt>
                <c:pt idx="10127">
                  <c:v>9.0192725524856332</c:v>
                </c:pt>
                <c:pt idx="10128">
                  <c:v>9.0230684407620263</c:v>
                </c:pt>
                <c:pt idx="10129">
                  <c:v>9.0244017349999162</c:v>
                </c:pt>
                <c:pt idx="10130">
                  <c:v>9.0237400097180096</c:v>
                </c:pt>
                <c:pt idx="10131">
                  <c:v>9.0249315131612011</c:v>
                </c:pt>
                <c:pt idx="10132">
                  <c:v>9.0284408876899622</c:v>
                </c:pt>
                <c:pt idx="10133">
                  <c:v>9.0293106914866872</c:v>
                </c:pt>
                <c:pt idx="10134">
                  <c:v>9.0265463993096855</c:v>
                </c:pt>
                <c:pt idx="10135">
                  <c:v>9.0248569525660578</c:v>
                </c:pt>
                <c:pt idx="10136">
                  <c:v>9.0279980270763875</c:v>
                </c:pt>
                <c:pt idx="10137">
                  <c:v>9.0303219719183012</c:v>
                </c:pt>
                <c:pt idx="10138">
                  <c:v>9.0311071620059309</c:v>
                </c:pt>
                <c:pt idx="10139">
                  <c:v>9.0293567682589675</c:v>
                </c:pt>
                <c:pt idx="10140">
                  <c:v>9.0284150218655235</c:v>
                </c:pt>
                <c:pt idx="10141">
                  <c:v>9.0266952063401646</c:v>
                </c:pt>
                <c:pt idx="10142">
                  <c:v>9.0237071276577918</c:v>
                </c:pt>
                <c:pt idx="10143">
                  <c:v>9.0221630321867199</c:v>
                </c:pt>
                <c:pt idx="10144">
                  <c:v>9.0204530603354396</c:v>
                </c:pt>
                <c:pt idx="10145">
                  <c:v>9.0222206281520698</c:v>
                </c:pt>
                <c:pt idx="10146">
                  <c:v>9.0256712547961726</c:v>
                </c:pt>
                <c:pt idx="10147">
                  <c:v>9.0279193824036987</c:v>
                </c:pt>
                <c:pt idx="10148">
                  <c:v>9.0292280674563941</c:v>
                </c:pt>
                <c:pt idx="10149">
                  <c:v>9.0296694619908511</c:v>
                </c:pt>
                <c:pt idx="10150">
                  <c:v>9.031427081413467</c:v>
                </c:pt>
                <c:pt idx="10151">
                  <c:v>9.0314365062077986</c:v>
                </c:pt>
                <c:pt idx="10152">
                  <c:v>9.0310901973761375</c:v>
                </c:pt>
                <c:pt idx="10153">
                  <c:v>9.0289505596233433</c:v>
                </c:pt>
                <c:pt idx="10154">
                  <c:v>9.0288529606420589</c:v>
                </c:pt>
                <c:pt idx="10155">
                  <c:v>9.031779778161285</c:v>
                </c:pt>
                <c:pt idx="10156">
                  <c:v>9.0304265871353646</c:v>
                </c:pt>
                <c:pt idx="10157">
                  <c:v>9.0272838371060438</c:v>
                </c:pt>
                <c:pt idx="10158">
                  <c:v>9.0259443643918704</c:v>
                </c:pt>
                <c:pt idx="10159">
                  <c:v>9.0277990591960862</c:v>
                </c:pt>
                <c:pt idx="10160">
                  <c:v>9.0282171011845911</c:v>
                </c:pt>
                <c:pt idx="10161">
                  <c:v>9.0295924928371569</c:v>
                </c:pt>
                <c:pt idx="10162">
                  <c:v>9.0333633530486068</c:v>
                </c:pt>
                <c:pt idx="10163">
                  <c:v>9.0348163421744889</c:v>
                </c:pt>
                <c:pt idx="10164">
                  <c:v>9.0352198280917513</c:v>
                </c:pt>
                <c:pt idx="10165">
                  <c:v>9.0345637576864437</c:v>
                </c:pt>
                <c:pt idx="10166">
                  <c:v>9.0319278521522044</c:v>
                </c:pt>
                <c:pt idx="10167">
                  <c:v>9.032047442320259</c:v>
                </c:pt>
                <c:pt idx="10168">
                  <c:v>9.0301923286362946</c:v>
                </c:pt>
                <c:pt idx="10169">
                  <c:v>9.0283605674982823</c:v>
                </c:pt>
                <c:pt idx="10170">
                  <c:v>9.0247969480421553</c:v>
                </c:pt>
                <c:pt idx="10171">
                  <c:v>9.0235121391350965</c:v>
                </c:pt>
                <c:pt idx="10172">
                  <c:v>9.0223166563342989</c:v>
                </c:pt>
                <c:pt idx="10173">
                  <c:v>9.022249007254997</c:v>
                </c:pt>
                <c:pt idx="10174">
                  <c:v>9.026070342476082</c:v>
                </c:pt>
                <c:pt idx="10175">
                  <c:v>9.0278163379856906</c:v>
                </c:pt>
                <c:pt idx="10176">
                  <c:v>9.0281220154817952</c:v>
                </c:pt>
                <c:pt idx="10177">
                  <c:v>9.0282932325787915</c:v>
                </c:pt>
                <c:pt idx="10178">
                  <c:v>9.0291292118358655</c:v>
                </c:pt>
                <c:pt idx="10179">
                  <c:v>9.0306266022150368</c:v>
                </c:pt>
                <c:pt idx="10180">
                  <c:v>9.0320046118660251</c:v>
                </c:pt>
                <c:pt idx="10181">
                  <c:v>9.0328765100614916</c:v>
                </c:pt>
                <c:pt idx="10182">
                  <c:v>9.0303079394467431</c:v>
                </c:pt>
                <c:pt idx="10183">
                  <c:v>9.0291006232930648</c:v>
                </c:pt>
                <c:pt idx="10184">
                  <c:v>9.0290218739004402</c:v>
                </c:pt>
                <c:pt idx="10185">
                  <c:v>9.0282811897860356</c:v>
                </c:pt>
                <c:pt idx="10186">
                  <c:v>9.0261707688956658</c:v>
                </c:pt>
                <c:pt idx="10187">
                  <c:v>9.0244843590302093</c:v>
                </c:pt>
                <c:pt idx="10188">
                  <c:v>9.0245059313372309</c:v>
                </c:pt>
                <c:pt idx="10189">
                  <c:v>9.0246869921083057</c:v>
                </c:pt>
                <c:pt idx="10190">
                  <c:v>9.0237096409362803</c:v>
                </c:pt>
                <c:pt idx="10191">
                  <c:v>9.0227655907042212</c:v>
                </c:pt>
                <c:pt idx="10192">
                  <c:v>9.0248619791230329</c:v>
                </c:pt>
                <c:pt idx="10193">
                  <c:v>9.02529258750398</c:v>
                </c:pt>
                <c:pt idx="10194">
                  <c:v>9.0258370264564451</c:v>
                </c:pt>
                <c:pt idx="10195">
                  <c:v>9.024036681299533</c:v>
                </c:pt>
                <c:pt idx="10196">
                  <c:v>9.0228124005160595</c:v>
                </c:pt>
                <c:pt idx="10197">
                  <c:v>9.0213131251780236</c:v>
                </c:pt>
                <c:pt idx="10198">
                  <c:v>9.0217773486587465</c:v>
                </c:pt>
                <c:pt idx="10199">
                  <c:v>9.0272420538511806</c:v>
                </c:pt>
                <c:pt idx="10200">
                  <c:v>9.0294116415059573</c:v>
                </c:pt>
                <c:pt idx="10201">
                  <c:v>9.0278756094700334</c:v>
                </c:pt>
                <c:pt idx="10202">
                  <c:v>9.0270115652698415</c:v>
                </c:pt>
                <c:pt idx="10203">
                  <c:v>9.0257260233232248</c:v>
                </c:pt>
                <c:pt idx="10204">
                  <c:v>9.0246565186066388</c:v>
                </c:pt>
                <c:pt idx="10205">
                  <c:v>9.0237377058793964</c:v>
                </c:pt>
                <c:pt idx="10206">
                  <c:v>9.0215689559841152</c:v>
                </c:pt>
                <c:pt idx="10207">
                  <c:v>9.0205691947455726</c:v>
                </c:pt>
                <c:pt idx="10208">
                  <c:v>9.0209892264128815</c:v>
                </c:pt>
                <c:pt idx="10209">
                  <c:v>9.0230291707856516</c:v>
                </c:pt>
                <c:pt idx="10210">
                  <c:v>9.023908189936833</c:v>
                </c:pt>
                <c:pt idx="10211">
                  <c:v>9.024794330043731</c:v>
                </c:pt>
                <c:pt idx="10212">
                  <c:v>9.0241445428346427</c:v>
                </c:pt>
                <c:pt idx="10213">
                  <c:v>9.0248429200944997</c:v>
                </c:pt>
                <c:pt idx="10214">
                  <c:v>9.0245987132014136</c:v>
                </c:pt>
                <c:pt idx="10215">
                  <c:v>9.0246199713486259</c:v>
                </c:pt>
                <c:pt idx="10216">
                  <c:v>9.0271003677764181</c:v>
                </c:pt>
                <c:pt idx="10217">
                  <c:v>9.0311865397181776</c:v>
                </c:pt>
                <c:pt idx="10218">
                  <c:v>9.0307306938324139</c:v>
                </c:pt>
                <c:pt idx="10219">
                  <c:v>9.0285821548849761</c:v>
                </c:pt>
                <c:pt idx="10220">
                  <c:v>9.0293404319487962</c:v>
                </c:pt>
                <c:pt idx="10221">
                  <c:v>9.0263794757301081</c:v>
                </c:pt>
                <c:pt idx="10222">
                  <c:v>9.0245332632407891</c:v>
                </c:pt>
                <c:pt idx="10223">
                  <c:v>9.025771471775883</c:v>
                </c:pt>
                <c:pt idx="10224">
                  <c:v>9.0247618668632601</c:v>
                </c:pt>
                <c:pt idx="10225">
                  <c:v>9.0240973141430558</c:v>
                </c:pt>
                <c:pt idx="10226">
                  <c:v>9.0238845232310716</c:v>
                </c:pt>
                <c:pt idx="10227">
                  <c:v>9.0229770202570254</c:v>
                </c:pt>
                <c:pt idx="10228">
                  <c:v>9.0217743117805735</c:v>
                </c:pt>
                <c:pt idx="10229">
                  <c:v>9.0199517659970176</c:v>
                </c:pt>
                <c:pt idx="10230">
                  <c:v>9.0174898002781365</c:v>
                </c:pt>
                <c:pt idx="10231">
                  <c:v>9.0165790509860422</c:v>
                </c:pt>
                <c:pt idx="10232">
                  <c:v>9.0211801308580331</c:v>
                </c:pt>
                <c:pt idx="10233">
                  <c:v>9.026865166797915</c:v>
                </c:pt>
                <c:pt idx="10234">
                  <c:v>9.0291954995559873</c:v>
                </c:pt>
                <c:pt idx="10235">
                  <c:v>9.0272345140157171</c:v>
                </c:pt>
                <c:pt idx="10236">
                  <c:v>9.0271778605297985</c:v>
                </c:pt>
                <c:pt idx="10237">
                  <c:v>9.0273546277834562</c:v>
                </c:pt>
                <c:pt idx="10238">
                  <c:v>9.0241846505705148</c:v>
                </c:pt>
                <c:pt idx="10239">
                  <c:v>9.0211351012851235</c:v>
                </c:pt>
                <c:pt idx="10240">
                  <c:v>9.0211743712614982</c:v>
                </c:pt>
                <c:pt idx="10241">
                  <c:v>9.025110584253472</c:v>
                </c:pt>
                <c:pt idx="10242">
                  <c:v>9.0300671883115804</c:v>
                </c:pt>
                <c:pt idx="10243">
                  <c:v>9.0286090679087856</c:v>
                </c:pt>
                <c:pt idx="10244">
                  <c:v>9.0245817485716202</c:v>
                </c:pt>
                <c:pt idx="10245">
                  <c:v>9.0249969631218274</c:v>
                </c:pt>
                <c:pt idx="10246">
                  <c:v>9.027193044920665</c:v>
                </c:pt>
                <c:pt idx="10247">
                  <c:v>9.0276508804852309</c:v>
                </c:pt>
                <c:pt idx="10248">
                  <c:v>9.0273718018531248</c:v>
                </c:pt>
                <c:pt idx="10249">
                  <c:v>9.0264172796273652</c:v>
                </c:pt>
                <c:pt idx="10250">
                  <c:v>9.0249500485900516</c:v>
                </c:pt>
                <c:pt idx="10251">
                  <c:v>9.0260655253589803</c:v>
                </c:pt>
                <c:pt idx="10252">
                  <c:v>9.0282130171070492</c:v>
                </c:pt>
                <c:pt idx="10253">
                  <c:v>9.0289757971281599</c:v>
                </c:pt>
                <c:pt idx="10254">
                  <c:v>9.0283620335774</c:v>
                </c:pt>
                <c:pt idx="10255">
                  <c:v>9.0274374612536228</c:v>
                </c:pt>
                <c:pt idx="10256">
                  <c:v>9.028962707136035</c:v>
                </c:pt>
                <c:pt idx="10257">
                  <c:v>9.0301993448720737</c:v>
                </c:pt>
                <c:pt idx="10258">
                  <c:v>9.0320011561081053</c:v>
                </c:pt>
                <c:pt idx="10259">
                  <c:v>9.0326503149975697</c:v>
                </c:pt>
                <c:pt idx="10260">
                  <c:v>9.0319003108087728</c:v>
                </c:pt>
                <c:pt idx="10261">
                  <c:v>9.028229143977347</c:v>
                </c:pt>
                <c:pt idx="10262">
                  <c:v>9.024902401018716</c:v>
                </c:pt>
                <c:pt idx="10263">
                  <c:v>9.0264542457651249</c:v>
                </c:pt>
                <c:pt idx="10264">
                  <c:v>9.0311637107719118</c:v>
                </c:pt>
                <c:pt idx="10265">
                  <c:v>9.0315188160782807</c:v>
                </c:pt>
                <c:pt idx="10266">
                  <c:v>9.0306631494730496</c:v>
                </c:pt>
                <c:pt idx="10267">
                  <c:v>9.0291354950320866</c:v>
                </c:pt>
                <c:pt idx="10268">
                  <c:v>9.0286082301492883</c:v>
                </c:pt>
                <c:pt idx="10269">
                  <c:v>9.0290577928388327</c:v>
                </c:pt>
                <c:pt idx="10270">
                  <c:v>9.0300666647118941</c:v>
                </c:pt>
                <c:pt idx="10271">
                  <c:v>9.0285992242347071</c:v>
                </c:pt>
                <c:pt idx="10272">
                  <c:v>9.0306993825712514</c:v>
                </c:pt>
                <c:pt idx="10273">
                  <c:v>9.0334992795268327</c:v>
                </c:pt>
                <c:pt idx="10274">
                  <c:v>9.0281670450547065</c:v>
                </c:pt>
                <c:pt idx="10275">
                  <c:v>9.0257796399309687</c:v>
                </c:pt>
                <c:pt idx="10276">
                  <c:v>9.0274085585510111</c:v>
                </c:pt>
                <c:pt idx="10277">
                  <c:v>9.0282855880233903</c:v>
                </c:pt>
                <c:pt idx="10278">
                  <c:v>9.0277249174806897</c:v>
                </c:pt>
                <c:pt idx="10279">
                  <c:v>9.0275407151115061</c:v>
                </c:pt>
                <c:pt idx="10280">
                  <c:v>9.028025358979944</c:v>
                </c:pt>
                <c:pt idx="10281">
                  <c:v>9.0286216343012242</c:v>
                </c:pt>
                <c:pt idx="10282">
                  <c:v>9.02859629207647</c:v>
                </c:pt>
                <c:pt idx="10283">
                  <c:v>9.0298160699026528</c:v>
                </c:pt>
                <c:pt idx="10284">
                  <c:v>9.0325062203642581</c:v>
                </c:pt>
                <c:pt idx="10285">
                  <c:v>9.0321223170752134</c:v>
                </c:pt>
                <c:pt idx="10286">
                  <c:v>9.0283381574317652</c:v>
                </c:pt>
                <c:pt idx="10287">
                  <c:v>9.0256210939463504</c:v>
                </c:pt>
                <c:pt idx="10288">
                  <c:v>9.0284120897072864</c:v>
                </c:pt>
                <c:pt idx="10289">
                  <c:v>9.0309776234438619</c:v>
                </c:pt>
                <c:pt idx="10290">
                  <c:v>9.0314455121223798</c:v>
                </c:pt>
                <c:pt idx="10291">
                  <c:v>9.0314692835480788</c:v>
                </c:pt>
                <c:pt idx="10292">
                  <c:v>9.0332605180704721</c:v>
                </c:pt>
                <c:pt idx="10293">
                  <c:v>9.0341088542801131</c:v>
                </c:pt>
                <c:pt idx="10294">
                  <c:v>9.0363732134778747</c:v>
                </c:pt>
                <c:pt idx="10295">
                  <c:v>9.0382948243218344</c:v>
                </c:pt>
                <c:pt idx="10296">
                  <c:v>9.037661163983044</c:v>
                </c:pt>
                <c:pt idx="10297">
                  <c:v>9.0352262160079082</c:v>
                </c:pt>
                <c:pt idx="10298">
                  <c:v>9.0334618945093244</c:v>
                </c:pt>
                <c:pt idx="10299">
                  <c:v>9.0338243302112833</c:v>
                </c:pt>
                <c:pt idx="10300">
                  <c:v>9.0346503610743429</c:v>
                </c:pt>
                <c:pt idx="10301">
                  <c:v>9.0327038268853777</c:v>
                </c:pt>
                <c:pt idx="10302">
                  <c:v>9.032007334584387</c:v>
                </c:pt>
                <c:pt idx="10303">
                  <c:v>9.0335116364793997</c:v>
                </c:pt>
                <c:pt idx="10304">
                  <c:v>9.0326489536383896</c:v>
                </c:pt>
                <c:pt idx="10305">
                  <c:v>9.0317754846438678</c:v>
                </c:pt>
                <c:pt idx="10306">
                  <c:v>9.0300908550173418</c:v>
                </c:pt>
                <c:pt idx="10307">
                  <c:v>9.030129601394032</c:v>
                </c:pt>
                <c:pt idx="10308">
                  <c:v>9.0285608967377637</c:v>
                </c:pt>
                <c:pt idx="10309">
                  <c:v>9.0268843305463875</c:v>
                </c:pt>
                <c:pt idx="10310">
                  <c:v>9.0252971951812082</c:v>
                </c:pt>
                <c:pt idx="10311">
                  <c:v>9.0255342811185759</c:v>
                </c:pt>
                <c:pt idx="10312">
                  <c:v>9.0272304299381734</c:v>
                </c:pt>
                <c:pt idx="10313">
                  <c:v>9.0298914682572935</c:v>
                </c:pt>
                <c:pt idx="10314">
                  <c:v>9.0296054781093442</c:v>
                </c:pt>
                <c:pt idx="10315">
                  <c:v>9.0283011912940037</c:v>
                </c:pt>
                <c:pt idx="10316">
                  <c:v>9.031578611162308</c:v>
                </c:pt>
                <c:pt idx="10317">
                  <c:v>9.0337550056129885</c:v>
                </c:pt>
                <c:pt idx="10318">
                  <c:v>9.0336237915319266</c:v>
                </c:pt>
                <c:pt idx="10319">
                  <c:v>9.031503945847227</c:v>
                </c:pt>
                <c:pt idx="10320">
                  <c:v>9.0325720892046313</c:v>
                </c:pt>
                <c:pt idx="10321">
                  <c:v>9.0334979181676527</c:v>
                </c:pt>
                <c:pt idx="10322">
                  <c:v>9.0338466355578646</c:v>
                </c:pt>
                <c:pt idx="10323">
                  <c:v>9.0319822017995079</c:v>
                </c:pt>
                <c:pt idx="10324">
                  <c:v>9.0286284410971298</c:v>
                </c:pt>
                <c:pt idx="10325">
                  <c:v>9.0264359197761515</c:v>
                </c:pt>
                <c:pt idx="10326">
                  <c:v>9.0217541008327338</c:v>
                </c:pt>
                <c:pt idx="10327">
                  <c:v>9.020664804048053</c:v>
                </c:pt>
                <c:pt idx="10328">
                  <c:v>9.0235789504549029</c:v>
                </c:pt>
                <c:pt idx="10329">
                  <c:v>9.026453826885378</c:v>
                </c:pt>
                <c:pt idx="10330">
                  <c:v>9.0268726019134427</c:v>
                </c:pt>
                <c:pt idx="10331">
                  <c:v>9.0258678141179232</c:v>
                </c:pt>
                <c:pt idx="10332">
                  <c:v>9.0248267932242019</c:v>
                </c:pt>
                <c:pt idx="10333">
                  <c:v>9.0257248714039182</c:v>
                </c:pt>
                <c:pt idx="10334">
                  <c:v>9.0266988715379597</c:v>
                </c:pt>
                <c:pt idx="10335">
                  <c:v>9.0275753774106526</c:v>
                </c:pt>
                <c:pt idx="10336">
                  <c:v>9.0311537623778957</c:v>
                </c:pt>
                <c:pt idx="10337">
                  <c:v>9.033089929293098</c:v>
                </c:pt>
                <c:pt idx="10338">
                  <c:v>9.0308693430290035</c:v>
                </c:pt>
                <c:pt idx="10339">
                  <c:v>9.0270975403381204</c:v>
                </c:pt>
                <c:pt idx="10340">
                  <c:v>9.0247174656099727</c:v>
                </c:pt>
                <c:pt idx="10341">
                  <c:v>9.0258683377176077</c:v>
                </c:pt>
                <c:pt idx="10342">
                  <c:v>9.0304304617730349</c:v>
                </c:pt>
                <c:pt idx="10343">
                  <c:v>9.0323212849555148</c:v>
                </c:pt>
                <c:pt idx="10344">
                  <c:v>9.0305503661009006</c:v>
                </c:pt>
                <c:pt idx="10345">
                  <c:v>9.0273346262754881</c:v>
                </c:pt>
                <c:pt idx="10346">
                  <c:v>9.0255262176834279</c:v>
                </c:pt>
                <c:pt idx="10347">
                  <c:v>9.0276410368111524</c:v>
                </c:pt>
                <c:pt idx="10348">
                  <c:v>9.0293300646750332</c:v>
                </c:pt>
                <c:pt idx="10349">
                  <c:v>9.0282363696529995</c:v>
                </c:pt>
                <c:pt idx="10350">
                  <c:v>9.0248396737764516</c:v>
                </c:pt>
                <c:pt idx="10351">
                  <c:v>9.0238519553306631</c:v>
                </c:pt>
                <c:pt idx="10352">
                  <c:v>9.0247376765578142</c:v>
                </c:pt>
                <c:pt idx="10353">
                  <c:v>9.0257496900289862</c:v>
                </c:pt>
                <c:pt idx="10354">
                  <c:v>9.0267889306837787</c:v>
                </c:pt>
                <c:pt idx="10355">
                  <c:v>9.0263493163882504</c:v>
                </c:pt>
                <c:pt idx="10356">
                  <c:v>9.0279847276443874</c:v>
                </c:pt>
                <c:pt idx="10357">
                  <c:v>9.0300221587386691</c:v>
                </c:pt>
                <c:pt idx="10358">
                  <c:v>9.0298916776971669</c:v>
                </c:pt>
                <c:pt idx="10359">
                  <c:v>9.0295262051170351</c:v>
                </c:pt>
                <c:pt idx="10360">
                  <c:v>9.0284741886299287</c:v>
                </c:pt>
                <c:pt idx="10361">
                  <c:v>9.0280012733944339</c:v>
                </c:pt>
                <c:pt idx="10362">
                  <c:v>9.0287724310105055</c:v>
                </c:pt>
                <c:pt idx="10363">
                  <c:v>9.0286178643834933</c:v>
                </c:pt>
                <c:pt idx="10364">
                  <c:v>9.0306878633781817</c:v>
                </c:pt>
                <c:pt idx="10365">
                  <c:v>9.0332530829549444</c:v>
                </c:pt>
                <c:pt idx="10366">
                  <c:v>9.032760585091232</c:v>
                </c:pt>
                <c:pt idx="10367">
                  <c:v>9.0304407243268603</c:v>
                </c:pt>
                <c:pt idx="10368">
                  <c:v>9.0316955833319366</c:v>
                </c:pt>
                <c:pt idx="10369">
                  <c:v>9.0334187498952794</c:v>
                </c:pt>
                <c:pt idx="10370">
                  <c:v>9.030822637937101</c:v>
                </c:pt>
                <c:pt idx="10371">
                  <c:v>9.027979177487726</c:v>
                </c:pt>
                <c:pt idx="10372">
                  <c:v>9.0278741433909158</c:v>
                </c:pt>
                <c:pt idx="10373">
                  <c:v>9.0267412831124449</c:v>
                </c:pt>
                <c:pt idx="10374">
                  <c:v>9.02708633530486</c:v>
                </c:pt>
                <c:pt idx="10375">
                  <c:v>9.0290636571553033</c:v>
                </c:pt>
                <c:pt idx="10376">
                  <c:v>9.0295275664762151</c:v>
                </c:pt>
                <c:pt idx="10377">
                  <c:v>9.0286995459343533</c:v>
                </c:pt>
                <c:pt idx="10378">
                  <c:v>9.0288892984601983</c:v>
                </c:pt>
                <c:pt idx="10379">
                  <c:v>9.0282752207496273</c:v>
                </c:pt>
                <c:pt idx="10380">
                  <c:v>9.0256536618467571</c:v>
                </c:pt>
                <c:pt idx="10381">
                  <c:v>9.0229081145384775</c:v>
                </c:pt>
                <c:pt idx="10382">
                  <c:v>9.0199002437880136</c:v>
                </c:pt>
                <c:pt idx="10383">
                  <c:v>9.0187574351155266</c:v>
                </c:pt>
                <c:pt idx="10384">
                  <c:v>9.0196297521907418</c:v>
                </c:pt>
                <c:pt idx="10385">
                  <c:v>9.021817979994303</c:v>
                </c:pt>
                <c:pt idx="10386">
                  <c:v>9.0195349806477552</c:v>
                </c:pt>
                <c:pt idx="10387">
                  <c:v>9.0160999572742657</c:v>
                </c:pt>
                <c:pt idx="10388">
                  <c:v>9.0175257192165272</c:v>
                </c:pt>
                <c:pt idx="10389">
                  <c:v>9.0225138439756716</c:v>
                </c:pt>
                <c:pt idx="10390">
                  <c:v>9.0260700283162709</c:v>
                </c:pt>
                <c:pt idx="10391">
                  <c:v>9.0279794916475371</c:v>
                </c:pt>
                <c:pt idx="10392">
                  <c:v>9.0290185228624562</c:v>
                </c:pt>
                <c:pt idx="10393">
                  <c:v>9.0294199143809788</c:v>
                </c:pt>
                <c:pt idx="10394">
                  <c:v>9.0281052602918752</c:v>
                </c:pt>
                <c:pt idx="10395">
                  <c:v>9.0274144228674835</c:v>
                </c:pt>
                <c:pt idx="10396">
                  <c:v>9.0271393235929835</c:v>
                </c:pt>
                <c:pt idx="10397">
                  <c:v>9.0261304517199203</c:v>
                </c:pt>
                <c:pt idx="10398">
                  <c:v>9.0296601419164588</c:v>
                </c:pt>
                <c:pt idx="10399">
                  <c:v>9.0301353609905668</c:v>
                </c:pt>
                <c:pt idx="10400">
                  <c:v>9.0267157314478155</c:v>
                </c:pt>
                <c:pt idx="10401">
                  <c:v>9.0262338102977395</c:v>
                </c:pt>
                <c:pt idx="10402">
                  <c:v>9.0241643349027356</c:v>
                </c:pt>
                <c:pt idx="10403">
                  <c:v>9.0233532789906672</c:v>
                </c:pt>
                <c:pt idx="10404">
                  <c:v>9.0247486721511994</c:v>
                </c:pt>
                <c:pt idx="10405">
                  <c:v>9.0265256647621595</c:v>
                </c:pt>
                <c:pt idx="10406">
                  <c:v>9.027822202302163</c:v>
                </c:pt>
                <c:pt idx="10407">
                  <c:v>9.0264695348759272</c:v>
                </c:pt>
                <c:pt idx="10408">
                  <c:v>9.0215844545347927</c:v>
                </c:pt>
                <c:pt idx="10409">
                  <c:v>9.0218808119565033</c:v>
                </c:pt>
                <c:pt idx="10410">
                  <c:v>9.0253902912052002</c:v>
                </c:pt>
                <c:pt idx="10411">
                  <c:v>9.0263759152522489</c:v>
                </c:pt>
                <c:pt idx="10412">
                  <c:v>9.0282129123871115</c:v>
                </c:pt>
                <c:pt idx="10413">
                  <c:v>9.0281742707303589</c:v>
                </c:pt>
                <c:pt idx="10414">
                  <c:v>9.0262454342107468</c:v>
                </c:pt>
                <c:pt idx="10415">
                  <c:v>9.0277103614094472</c:v>
                </c:pt>
                <c:pt idx="10416">
                  <c:v>9.0275335941557895</c:v>
                </c:pt>
                <c:pt idx="10417">
                  <c:v>9.027641455690901</c:v>
                </c:pt>
                <c:pt idx="10418">
                  <c:v>9.0286710621114885</c:v>
                </c:pt>
                <c:pt idx="10419">
                  <c:v>9.0252843146289567</c:v>
                </c:pt>
                <c:pt idx="10420">
                  <c:v>9.0226132231958847</c:v>
                </c:pt>
                <c:pt idx="10421">
                  <c:v>9.0219262604091615</c:v>
                </c:pt>
                <c:pt idx="10422">
                  <c:v>9.02144486285877</c:v>
                </c:pt>
                <c:pt idx="10423">
                  <c:v>9.02373445956135</c:v>
                </c:pt>
                <c:pt idx="10424">
                  <c:v>9.0266115351105007</c:v>
                </c:pt>
                <c:pt idx="10425">
                  <c:v>9.0290866955414444</c:v>
                </c:pt>
                <c:pt idx="10426">
                  <c:v>9.0268153201079038</c:v>
                </c:pt>
                <c:pt idx="10427">
                  <c:v>9.0247720246971497</c:v>
                </c:pt>
                <c:pt idx="10428">
                  <c:v>9.0251456654323672</c:v>
                </c:pt>
                <c:pt idx="10429">
                  <c:v>9.0255581572642125</c:v>
                </c:pt>
                <c:pt idx="10430">
                  <c:v>9.0292131972253404</c:v>
                </c:pt>
                <c:pt idx="10431">
                  <c:v>9.0304000929913038</c:v>
                </c:pt>
                <c:pt idx="10432">
                  <c:v>9.0299273871956842</c:v>
                </c:pt>
                <c:pt idx="10433">
                  <c:v>9.0310299834123615</c:v>
                </c:pt>
                <c:pt idx="10434">
                  <c:v>9.0291845039626022</c:v>
                </c:pt>
                <c:pt idx="10435">
                  <c:v>9.0288466774458396</c:v>
                </c:pt>
                <c:pt idx="10436">
                  <c:v>9.0278606345190422</c:v>
                </c:pt>
                <c:pt idx="10437">
                  <c:v>9.0265167635675159</c:v>
                </c:pt>
                <c:pt idx="10438">
                  <c:v>9.0263057528944586</c:v>
                </c:pt>
                <c:pt idx="10439">
                  <c:v>9.0261863721662792</c:v>
                </c:pt>
                <c:pt idx="10440">
                  <c:v>9.0261351641170844</c:v>
                </c:pt>
                <c:pt idx="10441">
                  <c:v>9.0265954082402029</c:v>
                </c:pt>
                <c:pt idx="10442">
                  <c:v>9.0270492644471627</c:v>
                </c:pt>
                <c:pt idx="10443">
                  <c:v>9.0247992518807703</c:v>
                </c:pt>
                <c:pt idx="10444">
                  <c:v>9.0224677672033913</c:v>
                </c:pt>
                <c:pt idx="10445">
                  <c:v>9.0187448687230862</c:v>
                </c:pt>
                <c:pt idx="10446">
                  <c:v>9.0178628126937319</c:v>
                </c:pt>
                <c:pt idx="10447">
                  <c:v>9.0212494554563278</c:v>
                </c:pt>
                <c:pt idx="10448">
                  <c:v>9.0199088308228479</c:v>
                </c:pt>
                <c:pt idx="10449">
                  <c:v>9.0171625504750104</c:v>
                </c:pt>
                <c:pt idx="10450">
                  <c:v>9.0175973476534352</c:v>
                </c:pt>
                <c:pt idx="10451">
                  <c:v>9.0162909664393549</c:v>
                </c:pt>
                <c:pt idx="10452">
                  <c:v>9.0135035311562763</c:v>
                </c:pt>
                <c:pt idx="10453">
                  <c:v>9.0146737764522555</c:v>
                </c:pt>
                <c:pt idx="10454">
                  <c:v>9.0183602323944836</c:v>
                </c:pt>
                <c:pt idx="10455">
                  <c:v>9.0209599048305211</c:v>
                </c:pt>
                <c:pt idx="10456">
                  <c:v>9.0231002756228733</c:v>
                </c:pt>
                <c:pt idx="10457">
                  <c:v>9.0266032622354775</c:v>
                </c:pt>
                <c:pt idx="10458">
                  <c:v>9.0278277524588244</c:v>
                </c:pt>
                <c:pt idx="10459">
                  <c:v>9.0279344620746276</c:v>
                </c:pt>
                <c:pt idx="10460">
                  <c:v>9.0270949223396943</c:v>
                </c:pt>
                <c:pt idx="10461">
                  <c:v>9.0273795511284618</c:v>
                </c:pt>
                <c:pt idx="10462">
                  <c:v>9.0283800454065641</c:v>
                </c:pt>
                <c:pt idx="10463">
                  <c:v>9.0257302121207044</c:v>
                </c:pt>
                <c:pt idx="10464">
                  <c:v>9.024830772581808</c:v>
                </c:pt>
                <c:pt idx="10465">
                  <c:v>9.0252998131796325</c:v>
                </c:pt>
                <c:pt idx="10466">
                  <c:v>9.0253543722668095</c:v>
                </c:pt>
                <c:pt idx="10467">
                  <c:v>9.0251127833721494</c:v>
                </c:pt>
                <c:pt idx="10468">
                  <c:v>9.024062128244223</c:v>
                </c:pt>
                <c:pt idx="10469">
                  <c:v>9.0244572365665263</c:v>
                </c:pt>
                <c:pt idx="10470">
                  <c:v>9.0254177278286942</c:v>
                </c:pt>
                <c:pt idx="10471">
                  <c:v>9.0253834844092964</c:v>
                </c:pt>
                <c:pt idx="10472">
                  <c:v>9.0250405266156193</c:v>
                </c:pt>
                <c:pt idx="10473">
                  <c:v>9.0235170609721358</c:v>
                </c:pt>
                <c:pt idx="10474">
                  <c:v>9.0202861367558604</c:v>
                </c:pt>
                <c:pt idx="10475">
                  <c:v>9.0221392607610209</c:v>
                </c:pt>
                <c:pt idx="10476">
                  <c:v>9.0272639403180133</c:v>
                </c:pt>
                <c:pt idx="10477">
                  <c:v>9.0287664619740973</c:v>
                </c:pt>
                <c:pt idx="10478">
                  <c:v>9.0271918930013566</c:v>
                </c:pt>
                <c:pt idx="10479">
                  <c:v>9.022635842702277</c:v>
                </c:pt>
                <c:pt idx="10480">
                  <c:v>9.0219643784662296</c:v>
                </c:pt>
                <c:pt idx="10481">
                  <c:v>9.018268393009734</c:v>
                </c:pt>
                <c:pt idx="10482">
                  <c:v>9.014225156242146</c:v>
                </c:pt>
                <c:pt idx="10483">
                  <c:v>9.0151570589615133</c:v>
                </c:pt>
                <c:pt idx="10484">
                  <c:v>9.0149351574150085</c:v>
                </c:pt>
                <c:pt idx="10485">
                  <c:v>9.016200593133723</c:v>
                </c:pt>
                <c:pt idx="10486">
                  <c:v>9.0192236482750534</c:v>
                </c:pt>
                <c:pt idx="10487">
                  <c:v>9.0229550290702552</c:v>
                </c:pt>
                <c:pt idx="10488">
                  <c:v>9.0228692634418515</c:v>
                </c:pt>
                <c:pt idx="10489">
                  <c:v>9.0216893839116672</c:v>
                </c:pt>
                <c:pt idx="10490">
                  <c:v>9.023894471625086</c:v>
                </c:pt>
                <c:pt idx="10491">
                  <c:v>9.0261022820568666</c:v>
                </c:pt>
                <c:pt idx="10492">
                  <c:v>9.0244398530569843</c:v>
                </c:pt>
                <c:pt idx="10493">
                  <c:v>9.0227470552753708</c:v>
                </c:pt>
                <c:pt idx="10494">
                  <c:v>9.0222240839099914</c:v>
                </c:pt>
                <c:pt idx="10495">
                  <c:v>9.0205123318197806</c:v>
                </c:pt>
                <c:pt idx="10496">
                  <c:v>9.0196753053633358</c:v>
                </c:pt>
                <c:pt idx="10497">
                  <c:v>9.021790543370809</c:v>
                </c:pt>
                <c:pt idx="10498">
                  <c:v>9.0266038905550996</c:v>
                </c:pt>
                <c:pt idx="10499">
                  <c:v>9.0327161838379446</c:v>
                </c:pt>
                <c:pt idx="10500">
                  <c:v>9.0367031859993627</c:v>
                </c:pt>
                <c:pt idx="10501">
                  <c:v>9.0330836460968786</c:v>
                </c:pt>
                <c:pt idx="10502">
                  <c:v>9.0271480153477537</c:v>
                </c:pt>
                <c:pt idx="10503">
                  <c:v>9.0265232562036086</c:v>
                </c:pt>
                <c:pt idx="10504">
                  <c:v>9.0283126057671357</c:v>
                </c:pt>
                <c:pt idx="10505">
                  <c:v>9.0300010053113944</c:v>
                </c:pt>
                <c:pt idx="10506">
                  <c:v>9.0321354070673383</c:v>
                </c:pt>
                <c:pt idx="10507">
                  <c:v>9.0325280021111531</c:v>
                </c:pt>
                <c:pt idx="10508">
                  <c:v>9.0302329599718512</c:v>
                </c:pt>
                <c:pt idx="10509">
                  <c:v>9.0281702913727528</c:v>
                </c:pt>
                <c:pt idx="10510">
                  <c:v>9.0271844578858307</c:v>
                </c:pt>
                <c:pt idx="10511">
                  <c:v>9.0264357103362762</c:v>
                </c:pt>
                <c:pt idx="10512">
                  <c:v>9.0272540966439347</c:v>
                </c:pt>
                <c:pt idx="10513">
                  <c:v>9.0277046018129123</c:v>
                </c:pt>
                <c:pt idx="10514">
                  <c:v>9.0247747474155116</c:v>
                </c:pt>
                <c:pt idx="10515">
                  <c:v>9.0246574610860719</c:v>
                </c:pt>
                <c:pt idx="10516">
                  <c:v>9.0297321892331155</c:v>
                </c:pt>
                <c:pt idx="10517">
                  <c:v>9.0297537615401371</c:v>
                </c:pt>
                <c:pt idx="10518">
                  <c:v>9.0288644798351285</c:v>
                </c:pt>
                <c:pt idx="10519">
                  <c:v>9.0291520407821331</c:v>
                </c:pt>
                <c:pt idx="10520">
                  <c:v>9.0313692760082436</c:v>
                </c:pt>
                <c:pt idx="10521">
                  <c:v>9.031110094164168</c:v>
                </c:pt>
                <c:pt idx="10522">
                  <c:v>9.0280399150511865</c:v>
                </c:pt>
                <c:pt idx="10523">
                  <c:v>9.0266086029522636</c:v>
                </c:pt>
                <c:pt idx="10524">
                  <c:v>9.0232734823986736</c:v>
                </c:pt>
                <c:pt idx="10525">
                  <c:v>9.0247878374076365</c:v>
                </c:pt>
                <c:pt idx="10526">
                  <c:v>9.026532471558065</c:v>
                </c:pt>
                <c:pt idx="10527">
                  <c:v>9.0265759303319211</c:v>
                </c:pt>
                <c:pt idx="10528">
                  <c:v>9.023419566710789</c:v>
                </c:pt>
                <c:pt idx="10529">
                  <c:v>9.0180011477305086</c:v>
                </c:pt>
                <c:pt idx="10530">
                  <c:v>9.0203833168573961</c:v>
                </c:pt>
                <c:pt idx="10531">
                  <c:v>9.0246984065814377</c:v>
                </c:pt>
                <c:pt idx="10532">
                  <c:v>9.0260293969807144</c:v>
                </c:pt>
                <c:pt idx="10533">
                  <c:v>9.0255177353685312</c:v>
                </c:pt>
                <c:pt idx="10534">
                  <c:v>9.0250562346061685</c:v>
                </c:pt>
                <c:pt idx="10535">
                  <c:v>9.0262272129417092</c:v>
                </c:pt>
                <c:pt idx="10536">
                  <c:v>9.0260215429854398</c:v>
                </c:pt>
                <c:pt idx="10537">
                  <c:v>9.0239119598545656</c:v>
                </c:pt>
                <c:pt idx="10538">
                  <c:v>9.0230442504565787</c:v>
                </c:pt>
                <c:pt idx="10539">
                  <c:v>9.026400000837759</c:v>
                </c:pt>
                <c:pt idx="10540">
                  <c:v>9.0285632005763787</c:v>
                </c:pt>
                <c:pt idx="10541">
                  <c:v>9.0280779283883188</c:v>
                </c:pt>
                <c:pt idx="10542">
                  <c:v>9.026392565722233</c:v>
                </c:pt>
                <c:pt idx="10543">
                  <c:v>9.0244849873498314</c:v>
                </c:pt>
                <c:pt idx="10544">
                  <c:v>9.0220924509491809</c:v>
                </c:pt>
                <c:pt idx="10545">
                  <c:v>9.0245033133388066</c:v>
                </c:pt>
                <c:pt idx="10546">
                  <c:v>9.0283288373573711</c:v>
                </c:pt>
                <c:pt idx="10547">
                  <c:v>9.0311504113399117</c:v>
                </c:pt>
                <c:pt idx="10548">
                  <c:v>9.0324360580064678</c:v>
                </c:pt>
                <c:pt idx="10549">
                  <c:v>9.0290559078799664</c:v>
                </c:pt>
                <c:pt idx="10550">
                  <c:v>9.0262505654876595</c:v>
                </c:pt>
                <c:pt idx="10551">
                  <c:v>9.0272559816028011</c:v>
                </c:pt>
                <c:pt idx="10552">
                  <c:v>9.0280713310322867</c:v>
                </c:pt>
                <c:pt idx="10553">
                  <c:v>9.0261225977246458</c:v>
                </c:pt>
                <c:pt idx="10554">
                  <c:v>9.0255000376991781</c:v>
                </c:pt>
                <c:pt idx="10555">
                  <c:v>9.0273328460365594</c:v>
                </c:pt>
                <c:pt idx="10556">
                  <c:v>9.0288951627766707</c:v>
                </c:pt>
                <c:pt idx="10557">
                  <c:v>9.0280300713771098</c:v>
                </c:pt>
                <c:pt idx="10558">
                  <c:v>9.0252021094784105</c:v>
                </c:pt>
                <c:pt idx="10559">
                  <c:v>9.0220922415093074</c:v>
                </c:pt>
                <c:pt idx="10560">
                  <c:v>9.0209059740629662</c:v>
                </c:pt>
                <c:pt idx="10561">
                  <c:v>9.0220490968952625</c:v>
                </c:pt>
                <c:pt idx="10562">
                  <c:v>9.0212275689894952</c:v>
                </c:pt>
                <c:pt idx="10563">
                  <c:v>9.0188701137677398</c:v>
                </c:pt>
                <c:pt idx="10564">
                  <c:v>9.0186564850962583</c:v>
                </c:pt>
                <c:pt idx="10565">
                  <c:v>9.019404185446442</c:v>
                </c:pt>
                <c:pt idx="10566">
                  <c:v>9.0170403423085297</c:v>
                </c:pt>
                <c:pt idx="10567">
                  <c:v>9.0156762604091618</c:v>
                </c:pt>
                <c:pt idx="10568">
                  <c:v>9.0191536953571365</c:v>
                </c:pt>
                <c:pt idx="10569">
                  <c:v>9.0196737345642806</c:v>
                </c:pt>
                <c:pt idx="10570">
                  <c:v>9.0200088383626831</c:v>
                </c:pt>
                <c:pt idx="10571">
                  <c:v>9.021925736809477</c:v>
                </c:pt>
                <c:pt idx="10572">
                  <c:v>9.0255744935743838</c:v>
                </c:pt>
                <c:pt idx="10573">
                  <c:v>9.0277276401990516</c:v>
                </c:pt>
                <c:pt idx="10574">
                  <c:v>9.0270002555166471</c:v>
                </c:pt>
                <c:pt idx="10575">
                  <c:v>9.0252403322554162</c:v>
                </c:pt>
                <c:pt idx="10576">
                  <c:v>9.0234590461270372</c:v>
                </c:pt>
                <c:pt idx="10577">
                  <c:v>9.0198717599651488</c:v>
                </c:pt>
                <c:pt idx="10578">
                  <c:v>9.0176968315935859</c:v>
                </c:pt>
                <c:pt idx="10579">
                  <c:v>9.0176845793609566</c:v>
                </c:pt>
                <c:pt idx="10580">
                  <c:v>9.0190907586750004</c:v>
                </c:pt>
                <c:pt idx="10581">
                  <c:v>9.0220042767622264</c:v>
                </c:pt>
                <c:pt idx="10582">
                  <c:v>9.0257242430842961</c:v>
                </c:pt>
                <c:pt idx="10583">
                  <c:v>9.0299745111673335</c:v>
                </c:pt>
                <c:pt idx="10584">
                  <c:v>9.032451032957459</c:v>
                </c:pt>
                <c:pt idx="10585">
                  <c:v>9.0308455716033045</c:v>
                </c:pt>
                <c:pt idx="10586">
                  <c:v>9.0272691763148636</c:v>
                </c:pt>
                <c:pt idx="10587">
                  <c:v>9.0247885704471962</c:v>
                </c:pt>
                <c:pt idx="10588">
                  <c:v>9.0227126024160977</c:v>
                </c:pt>
                <c:pt idx="10589">
                  <c:v>9.0216284369083315</c:v>
                </c:pt>
                <c:pt idx="10590">
                  <c:v>9.0241945989645291</c:v>
                </c:pt>
                <c:pt idx="10591">
                  <c:v>9.0268906137426068</c:v>
                </c:pt>
                <c:pt idx="10592">
                  <c:v>9.027651508804853</c:v>
                </c:pt>
                <c:pt idx="10593">
                  <c:v>9.0284162785047677</c:v>
                </c:pt>
                <c:pt idx="10594">
                  <c:v>9.0278766566694042</c:v>
                </c:pt>
                <c:pt idx="10595">
                  <c:v>9.0271776510899251</c:v>
                </c:pt>
                <c:pt idx="10596">
                  <c:v>9.0284579570396932</c:v>
                </c:pt>
                <c:pt idx="10597">
                  <c:v>9.0276189409044445</c:v>
                </c:pt>
                <c:pt idx="10598">
                  <c:v>9.0285125161268702</c:v>
                </c:pt>
                <c:pt idx="10599">
                  <c:v>9.0284824615049519</c:v>
                </c:pt>
                <c:pt idx="10600">
                  <c:v>9.027920639042943</c:v>
                </c:pt>
                <c:pt idx="10601">
                  <c:v>9.0278488011661615</c:v>
                </c:pt>
                <c:pt idx="10602">
                  <c:v>9.0264889080642732</c:v>
                </c:pt>
                <c:pt idx="10603">
                  <c:v>9.0263947648409086</c:v>
                </c:pt>
                <c:pt idx="10604">
                  <c:v>9.0253018028584346</c:v>
                </c:pt>
                <c:pt idx="10605">
                  <c:v>9.0239518581505624</c:v>
                </c:pt>
                <c:pt idx="10606">
                  <c:v>9.0245114814938923</c:v>
                </c:pt>
                <c:pt idx="10607">
                  <c:v>9.025799955598746</c:v>
                </c:pt>
                <c:pt idx="10608">
                  <c:v>9.0252846287887678</c:v>
                </c:pt>
                <c:pt idx="10609">
                  <c:v>9.0231173449726061</c:v>
                </c:pt>
                <c:pt idx="10610">
                  <c:v>9.0231939999664892</c:v>
                </c:pt>
                <c:pt idx="10611">
                  <c:v>9.0239728021379619</c:v>
                </c:pt>
                <c:pt idx="10612">
                  <c:v>9.0232379823400297</c:v>
                </c:pt>
                <c:pt idx="10613">
                  <c:v>9.0222353936631876</c:v>
                </c:pt>
                <c:pt idx="10614">
                  <c:v>9.0233812392138457</c:v>
                </c:pt>
                <c:pt idx="10615">
                  <c:v>9.0262947573010734</c:v>
                </c:pt>
                <c:pt idx="10616">
                  <c:v>9.0253951083223036</c:v>
                </c:pt>
                <c:pt idx="10617">
                  <c:v>9.0270378499740289</c:v>
                </c:pt>
                <c:pt idx="10618">
                  <c:v>9.0312160707404114</c:v>
                </c:pt>
                <c:pt idx="10619">
                  <c:v>9.0303741224469274</c:v>
                </c:pt>
                <c:pt idx="10620">
                  <c:v>9.0257840381683234</c:v>
                </c:pt>
                <c:pt idx="10621">
                  <c:v>9.0261312894794159</c:v>
                </c:pt>
                <c:pt idx="10622">
                  <c:v>9.0287182908030754</c:v>
                </c:pt>
                <c:pt idx="10623">
                  <c:v>9.0299423621466754</c:v>
                </c:pt>
                <c:pt idx="10624">
                  <c:v>9.0287336846338153</c:v>
                </c:pt>
                <c:pt idx="10625">
                  <c:v>9.0257992225591881</c:v>
                </c:pt>
                <c:pt idx="10626">
                  <c:v>9.0231137844947469</c:v>
                </c:pt>
                <c:pt idx="10627">
                  <c:v>9.0227843355729433</c:v>
                </c:pt>
                <c:pt idx="10628">
                  <c:v>9.0225886140106901</c:v>
                </c:pt>
                <c:pt idx="10629">
                  <c:v>9.0214845517148934</c:v>
                </c:pt>
                <c:pt idx="10630">
                  <c:v>9.0234429192567394</c:v>
                </c:pt>
                <c:pt idx="10631">
                  <c:v>9.0282262118191117</c:v>
                </c:pt>
                <c:pt idx="10632">
                  <c:v>9.0300379714491559</c:v>
                </c:pt>
                <c:pt idx="10633">
                  <c:v>9.0311149112812696</c:v>
                </c:pt>
                <c:pt idx="10634">
                  <c:v>9.0307922691553717</c:v>
                </c:pt>
                <c:pt idx="10635">
                  <c:v>9.0302428036459297</c:v>
                </c:pt>
                <c:pt idx="10636">
                  <c:v>9.0312101017040032</c:v>
                </c:pt>
                <c:pt idx="10637">
                  <c:v>9.0327371278253441</c:v>
                </c:pt>
                <c:pt idx="10638">
                  <c:v>9.0341417363403309</c:v>
                </c:pt>
                <c:pt idx="10639">
                  <c:v>9.034125295310222</c:v>
                </c:pt>
                <c:pt idx="10640">
                  <c:v>9.0326533518757444</c:v>
                </c:pt>
                <c:pt idx="10641">
                  <c:v>9.0318427148434228</c:v>
                </c:pt>
                <c:pt idx="10642">
                  <c:v>9.0319656560494614</c:v>
                </c:pt>
                <c:pt idx="10643">
                  <c:v>9.0301300202737806</c:v>
                </c:pt>
                <c:pt idx="10644">
                  <c:v>9.0277615694586402</c:v>
                </c:pt>
                <c:pt idx="10645">
                  <c:v>9.0274633270780633</c:v>
                </c:pt>
                <c:pt idx="10646">
                  <c:v>9.0291623033359585</c:v>
                </c:pt>
                <c:pt idx="10647">
                  <c:v>9.0313951418326823</c:v>
                </c:pt>
                <c:pt idx="10648">
                  <c:v>9.0330727552234311</c:v>
                </c:pt>
                <c:pt idx="10649">
                  <c:v>9.03300154566627</c:v>
                </c:pt>
                <c:pt idx="10650">
                  <c:v>9.0321501725784561</c:v>
                </c:pt>
                <c:pt idx="10651">
                  <c:v>9.0300504331216587</c:v>
                </c:pt>
                <c:pt idx="10652">
                  <c:v>9.0288209163413367</c:v>
                </c:pt>
                <c:pt idx="10653">
                  <c:v>9.0278071226312342</c:v>
                </c:pt>
                <c:pt idx="10654">
                  <c:v>9.0274713905132113</c:v>
                </c:pt>
                <c:pt idx="10655">
                  <c:v>9.02661645694754</c:v>
                </c:pt>
                <c:pt idx="10656">
                  <c:v>9.0271649799775489</c:v>
                </c:pt>
                <c:pt idx="10657">
                  <c:v>9.0276410368111524</c:v>
                </c:pt>
                <c:pt idx="10658">
                  <c:v>9.0290174756630872</c:v>
                </c:pt>
                <c:pt idx="10659">
                  <c:v>9.0267878834844097</c:v>
                </c:pt>
                <c:pt idx="10660">
                  <c:v>9.023355373389407</c:v>
                </c:pt>
                <c:pt idx="10661">
                  <c:v>9.0250447154130988</c:v>
                </c:pt>
                <c:pt idx="10662">
                  <c:v>9.0263392632742985</c:v>
                </c:pt>
                <c:pt idx="10663">
                  <c:v>9.0262141229495843</c:v>
                </c:pt>
                <c:pt idx="10664">
                  <c:v>9.0212033786840475</c:v>
                </c:pt>
                <c:pt idx="10665">
                  <c:v>9.0177039525493026</c:v>
                </c:pt>
                <c:pt idx="10666">
                  <c:v>9.0175299080140068</c:v>
                </c:pt>
                <c:pt idx="10667">
                  <c:v>9.0218871998726602</c:v>
                </c:pt>
                <c:pt idx="10668">
                  <c:v>9.0254353207781115</c:v>
                </c:pt>
                <c:pt idx="10669">
                  <c:v>9.0278103689492823</c:v>
                </c:pt>
                <c:pt idx="10670">
                  <c:v>9.0255528165474264</c:v>
                </c:pt>
                <c:pt idx="10671">
                  <c:v>9.0226649548447639</c:v>
                </c:pt>
                <c:pt idx="10672">
                  <c:v>9.0226058928002946</c:v>
                </c:pt>
                <c:pt idx="10673">
                  <c:v>9.0227316614446327</c:v>
                </c:pt>
                <c:pt idx="10674">
                  <c:v>9.0216788071980289</c:v>
                </c:pt>
                <c:pt idx="10675">
                  <c:v>9.0217622689878194</c:v>
                </c:pt>
                <c:pt idx="10676">
                  <c:v>9.0231367181609503</c:v>
                </c:pt>
                <c:pt idx="10677">
                  <c:v>9.0223869234120269</c:v>
                </c:pt>
                <c:pt idx="10678">
                  <c:v>9.0251843070891216</c:v>
                </c:pt>
                <c:pt idx="10679">
                  <c:v>9.0275630204580875</c:v>
                </c:pt>
                <c:pt idx="10680">
                  <c:v>9.0230688596417732</c:v>
                </c:pt>
                <c:pt idx="10681">
                  <c:v>9.0194570690146278</c:v>
                </c:pt>
                <c:pt idx="10682">
                  <c:v>9.0195573907142741</c:v>
                </c:pt>
                <c:pt idx="10683">
                  <c:v>9.020877280800228</c:v>
                </c:pt>
                <c:pt idx="10684">
                  <c:v>9.0240807683930093</c:v>
                </c:pt>
                <c:pt idx="10685">
                  <c:v>9.0272066585124744</c:v>
                </c:pt>
                <c:pt idx="10686">
                  <c:v>9.0278111019888403</c:v>
                </c:pt>
                <c:pt idx="10687">
                  <c:v>9.0296589899971522</c:v>
                </c:pt>
                <c:pt idx="10688">
                  <c:v>9.0315230048757602</c:v>
                </c:pt>
                <c:pt idx="10689">
                  <c:v>9.0310755365849573</c:v>
                </c:pt>
                <c:pt idx="10690">
                  <c:v>9.0303317108724421</c:v>
                </c:pt>
                <c:pt idx="10691">
                  <c:v>9.028102956453262</c:v>
                </c:pt>
                <c:pt idx="10692">
                  <c:v>9.0253046302967341</c:v>
                </c:pt>
                <c:pt idx="10693">
                  <c:v>9.0246037397583905</c:v>
                </c:pt>
                <c:pt idx="10694">
                  <c:v>9.0254705066769425</c:v>
                </c:pt>
                <c:pt idx="10695">
                  <c:v>9.0263554948645339</c:v>
                </c:pt>
                <c:pt idx="10696">
                  <c:v>9.0259132625705814</c:v>
                </c:pt>
                <c:pt idx="10697">
                  <c:v>9.0265794908097785</c:v>
                </c:pt>
                <c:pt idx="10698">
                  <c:v>9.0290791557059791</c:v>
                </c:pt>
                <c:pt idx="10699">
                  <c:v>9.0313688571284949</c:v>
                </c:pt>
                <c:pt idx="10700">
                  <c:v>9.0340518866343853</c:v>
                </c:pt>
                <c:pt idx="10701">
                  <c:v>9.0340374352830786</c:v>
                </c:pt>
                <c:pt idx="10702">
                  <c:v>9.0278750858703489</c:v>
                </c:pt>
                <c:pt idx="10703">
                  <c:v>9.0244363972990627</c:v>
                </c:pt>
                <c:pt idx="10704">
                  <c:v>9.0262456436506202</c:v>
                </c:pt>
                <c:pt idx="10705">
                  <c:v>9.0289092999681646</c:v>
                </c:pt>
                <c:pt idx="10706">
                  <c:v>9.0284656015950944</c:v>
                </c:pt>
                <c:pt idx="10707">
                  <c:v>9.0280855729437199</c:v>
                </c:pt>
                <c:pt idx="10708">
                  <c:v>9.0266874570648259</c:v>
                </c:pt>
                <c:pt idx="10709">
                  <c:v>9.0295946919558325</c:v>
                </c:pt>
                <c:pt idx="10710">
                  <c:v>9.0317505612988622</c:v>
                </c:pt>
                <c:pt idx="10711">
                  <c:v>9.0293402225089228</c:v>
                </c:pt>
                <c:pt idx="10712">
                  <c:v>9.0275960072382428</c:v>
                </c:pt>
                <c:pt idx="10713">
                  <c:v>9.0295524898212225</c:v>
                </c:pt>
                <c:pt idx="10714">
                  <c:v>9.0320927860529796</c:v>
                </c:pt>
                <c:pt idx="10715">
                  <c:v>9.0320876547760669</c:v>
                </c:pt>
                <c:pt idx="10716">
                  <c:v>9.029563066534859</c:v>
                </c:pt>
                <c:pt idx="10717">
                  <c:v>9.0272203768242214</c:v>
                </c:pt>
                <c:pt idx="10718">
                  <c:v>9.0251763483739094</c:v>
                </c:pt>
                <c:pt idx="10719">
                  <c:v>9.0240686208803176</c:v>
                </c:pt>
                <c:pt idx="10720">
                  <c:v>9.0251577082251231</c:v>
                </c:pt>
                <c:pt idx="10721">
                  <c:v>9.0276873230233061</c:v>
                </c:pt>
                <c:pt idx="10722">
                  <c:v>9.0304600975152045</c:v>
                </c:pt>
                <c:pt idx="10723">
                  <c:v>9.0297854916810483</c:v>
                </c:pt>
                <c:pt idx="10724">
                  <c:v>9.0278282760585089</c:v>
                </c:pt>
                <c:pt idx="10725">
                  <c:v>9.0258244600640047</c:v>
                </c:pt>
                <c:pt idx="10726">
                  <c:v>9.0272344092957795</c:v>
                </c:pt>
                <c:pt idx="10727">
                  <c:v>9.0282919759395472</c:v>
                </c:pt>
                <c:pt idx="10728">
                  <c:v>9.0263388443945516</c:v>
                </c:pt>
                <c:pt idx="10729">
                  <c:v>9.024409798435066</c:v>
                </c:pt>
                <c:pt idx="10730">
                  <c:v>9.0260318055392652</c:v>
                </c:pt>
                <c:pt idx="10731">
                  <c:v>9.0260890873448059</c:v>
                </c:pt>
                <c:pt idx="10732">
                  <c:v>9.0230625764455539</c:v>
                </c:pt>
                <c:pt idx="10733">
                  <c:v>9.0218838488346762</c:v>
                </c:pt>
                <c:pt idx="10734">
                  <c:v>9.0230329407033825</c:v>
                </c:pt>
                <c:pt idx="10735">
                  <c:v>9.0229148166144455</c:v>
                </c:pt>
                <c:pt idx="10736">
                  <c:v>9.0239473551932718</c:v>
                </c:pt>
                <c:pt idx="10737">
                  <c:v>9.0246123267932248</c:v>
                </c:pt>
                <c:pt idx="10738">
                  <c:v>9.0243250800060313</c:v>
                </c:pt>
                <c:pt idx="10739">
                  <c:v>9.0249233450061155</c:v>
                </c:pt>
                <c:pt idx="10740">
                  <c:v>9.0245941055241854</c:v>
                </c:pt>
                <c:pt idx="10741">
                  <c:v>9.0232953688655062</c:v>
                </c:pt>
                <c:pt idx="10742">
                  <c:v>9.0223633614262013</c:v>
                </c:pt>
                <c:pt idx="10743">
                  <c:v>9.0229591131477971</c:v>
                </c:pt>
                <c:pt idx="10744">
                  <c:v>9.0256756530335274</c:v>
                </c:pt>
                <c:pt idx="10745">
                  <c:v>9.0276944439790228</c:v>
                </c:pt>
                <c:pt idx="10746">
                  <c:v>9.0307081790459591</c:v>
                </c:pt>
                <c:pt idx="10747">
                  <c:v>9.0289644873749637</c:v>
                </c:pt>
                <c:pt idx="10748">
                  <c:v>9.0268973158185748</c:v>
                </c:pt>
                <c:pt idx="10749">
                  <c:v>9.0268129115493529</c:v>
                </c:pt>
                <c:pt idx="10750">
                  <c:v>9.028949302984099</c:v>
                </c:pt>
                <c:pt idx="10751">
                  <c:v>9.0312318834508982</c:v>
                </c:pt>
                <c:pt idx="10752">
                  <c:v>9.0320316296097722</c:v>
                </c:pt>
                <c:pt idx="10753">
                  <c:v>9.0301661486520448</c:v>
                </c:pt>
                <c:pt idx="10754">
                  <c:v>9.029973987567649</c:v>
                </c:pt>
                <c:pt idx="10755">
                  <c:v>9.0323002362481777</c:v>
                </c:pt>
                <c:pt idx="10756">
                  <c:v>9.0324812970192525</c:v>
                </c:pt>
                <c:pt idx="10757">
                  <c:v>9.0306068101469439</c:v>
                </c:pt>
                <c:pt idx="10758">
                  <c:v>9.0308486084814774</c:v>
                </c:pt>
                <c:pt idx="10759">
                  <c:v>9.0296276787359879</c:v>
                </c:pt>
                <c:pt idx="10760">
                  <c:v>9.0284927240587773</c:v>
                </c:pt>
                <c:pt idx="10761">
                  <c:v>9.0286837332238665</c:v>
                </c:pt>
                <c:pt idx="10762">
                  <c:v>9.027720519243335</c:v>
                </c:pt>
                <c:pt idx="10763">
                  <c:v>9.0267437963909316</c:v>
                </c:pt>
                <c:pt idx="10764">
                  <c:v>9.0263650243788014</c:v>
                </c:pt>
                <c:pt idx="10765">
                  <c:v>9.0288918117386867</c:v>
                </c:pt>
                <c:pt idx="10766">
                  <c:v>9.0342531583532999</c:v>
                </c:pt>
                <c:pt idx="10767">
                  <c:v>9.0383175485481626</c:v>
                </c:pt>
                <c:pt idx="10768">
                  <c:v>9.0382009952582809</c:v>
                </c:pt>
                <c:pt idx="10769">
                  <c:v>9.0350081890990737</c:v>
                </c:pt>
                <c:pt idx="10770">
                  <c:v>9.0317024948477798</c:v>
                </c:pt>
                <c:pt idx="10771">
                  <c:v>9.0304334986512078</c:v>
                </c:pt>
                <c:pt idx="10772">
                  <c:v>9.0293710101704008</c:v>
                </c:pt>
                <c:pt idx="10773">
                  <c:v>9.0292636722349755</c:v>
                </c:pt>
                <c:pt idx="10774">
                  <c:v>9.0282634921166824</c:v>
                </c:pt>
                <c:pt idx="10775">
                  <c:v>9.0265285969203966</c:v>
                </c:pt>
                <c:pt idx="10776">
                  <c:v>9.0244655094415496</c:v>
                </c:pt>
                <c:pt idx="10777">
                  <c:v>9.0228430834576017</c:v>
                </c:pt>
                <c:pt idx="10778">
                  <c:v>9.0254905081849106</c:v>
                </c:pt>
                <c:pt idx="10779">
                  <c:v>9.0268535428849095</c:v>
                </c:pt>
                <c:pt idx="10780">
                  <c:v>9.0261673131377442</c:v>
                </c:pt>
                <c:pt idx="10781">
                  <c:v>9.0285951401571634</c:v>
                </c:pt>
                <c:pt idx="10782">
                  <c:v>9.0313713704069833</c:v>
                </c:pt>
                <c:pt idx="10783">
                  <c:v>9.0335228415126583</c:v>
                </c:pt>
                <c:pt idx="10784">
                  <c:v>9.0320064968248914</c:v>
                </c:pt>
                <c:pt idx="10785">
                  <c:v>9.0297912512775831</c:v>
                </c:pt>
                <c:pt idx="10786">
                  <c:v>9.0260402878541637</c:v>
                </c:pt>
                <c:pt idx="10787">
                  <c:v>9.0250528835681845</c:v>
                </c:pt>
                <c:pt idx="10788">
                  <c:v>9.0262995744181769</c:v>
                </c:pt>
                <c:pt idx="10789">
                  <c:v>9.0258125219911864</c:v>
                </c:pt>
                <c:pt idx="10790">
                  <c:v>9.0246553666873321</c:v>
                </c:pt>
                <c:pt idx="10791">
                  <c:v>9.024637354858168</c:v>
                </c:pt>
                <c:pt idx="10792">
                  <c:v>9.0242055945579143</c:v>
                </c:pt>
                <c:pt idx="10793">
                  <c:v>9.0245569299465505</c:v>
                </c:pt>
                <c:pt idx="10794">
                  <c:v>9.0256221411457194</c:v>
                </c:pt>
                <c:pt idx="10795">
                  <c:v>9.0254602441231171</c:v>
                </c:pt>
                <c:pt idx="10796">
                  <c:v>9.0231610131863338</c:v>
                </c:pt>
                <c:pt idx="10797">
                  <c:v>9.0214413023809126</c:v>
                </c:pt>
                <c:pt idx="10798">
                  <c:v>9.0232091843573539</c:v>
                </c:pt>
                <c:pt idx="10799">
                  <c:v>9.0240137476333295</c:v>
                </c:pt>
                <c:pt idx="10800">
                  <c:v>9.0241614027445003</c:v>
                </c:pt>
                <c:pt idx="10801">
                  <c:v>9.0245498089908356</c:v>
                </c:pt>
                <c:pt idx="10802">
                  <c:v>9.02409260174589</c:v>
                </c:pt>
                <c:pt idx="10803">
                  <c:v>9.02379341688588</c:v>
                </c:pt>
                <c:pt idx="10804">
                  <c:v>9.0236072248378942</c:v>
                </c:pt>
                <c:pt idx="10805">
                  <c:v>9.0235753899770454</c:v>
                </c:pt>
                <c:pt idx="10806">
                  <c:v>9.0187769130238085</c:v>
                </c:pt>
                <c:pt idx="10807">
                  <c:v>9.0164888871202855</c:v>
                </c:pt>
                <c:pt idx="10808">
                  <c:v>9.0174493783824534</c:v>
                </c:pt>
                <c:pt idx="10809">
                  <c:v>9.0213171045356297</c:v>
                </c:pt>
                <c:pt idx="10810">
                  <c:v>9.0232049955598743</c:v>
                </c:pt>
                <c:pt idx="10811">
                  <c:v>9.0228639227250635</c:v>
                </c:pt>
                <c:pt idx="10812">
                  <c:v>9.0242350208602122</c:v>
                </c:pt>
                <c:pt idx="10813">
                  <c:v>9.0245995509609109</c:v>
                </c:pt>
                <c:pt idx="10814">
                  <c:v>9.0247031189786036</c:v>
                </c:pt>
                <c:pt idx="10815">
                  <c:v>9.0234658529229428</c:v>
                </c:pt>
                <c:pt idx="10816">
                  <c:v>9.0224844176733736</c:v>
                </c:pt>
                <c:pt idx="10817">
                  <c:v>9.0209705862640952</c:v>
                </c:pt>
                <c:pt idx="10818">
                  <c:v>9.0185356382889594</c:v>
                </c:pt>
                <c:pt idx="10819">
                  <c:v>9.0183279786538879</c:v>
                </c:pt>
                <c:pt idx="10820">
                  <c:v>9.0197186594172543</c:v>
                </c:pt>
                <c:pt idx="10821">
                  <c:v>9.020734338086223</c:v>
                </c:pt>
                <c:pt idx="10822">
                  <c:v>9.0208128780389725</c:v>
                </c:pt>
                <c:pt idx="10823">
                  <c:v>9.0211978285273862</c:v>
                </c:pt>
                <c:pt idx="10824">
                  <c:v>9.0225288189266628</c:v>
                </c:pt>
                <c:pt idx="10825">
                  <c:v>9.0250895355461349</c:v>
                </c:pt>
                <c:pt idx="10826">
                  <c:v>9.0291924626778144</c:v>
                </c:pt>
                <c:pt idx="10827">
                  <c:v>9.0281221202017328</c:v>
                </c:pt>
                <c:pt idx="10828">
                  <c:v>9.0264568637635509</c:v>
                </c:pt>
                <c:pt idx="10829">
                  <c:v>9.0258435190925397</c:v>
                </c:pt>
                <c:pt idx="10830">
                  <c:v>9.0259176608079361</c:v>
                </c:pt>
                <c:pt idx="10831">
                  <c:v>9.0251991773201752</c:v>
                </c:pt>
                <c:pt idx="10832">
                  <c:v>9.0227683134225831</c:v>
                </c:pt>
                <c:pt idx="10833">
                  <c:v>9.0208735108824953</c:v>
                </c:pt>
                <c:pt idx="10834">
                  <c:v>9.0196613776117154</c:v>
                </c:pt>
                <c:pt idx="10835">
                  <c:v>9.0219510790342312</c:v>
                </c:pt>
                <c:pt idx="10836">
                  <c:v>9.0258491739691369</c:v>
                </c:pt>
                <c:pt idx="10837">
                  <c:v>9.0279598042993818</c:v>
                </c:pt>
                <c:pt idx="10838">
                  <c:v>9.0284623552770462</c:v>
                </c:pt>
                <c:pt idx="10839">
                  <c:v>9.0297432895464365</c:v>
                </c:pt>
                <c:pt idx="10840">
                  <c:v>9.0281934344788297</c:v>
                </c:pt>
                <c:pt idx="10841">
                  <c:v>9.0256458078514825</c:v>
                </c:pt>
                <c:pt idx="10842">
                  <c:v>9.0243062304173716</c:v>
                </c:pt>
                <c:pt idx="10843">
                  <c:v>9.0222664954844767</c:v>
                </c:pt>
                <c:pt idx="10844">
                  <c:v>9.0223258716887553</c:v>
                </c:pt>
                <c:pt idx="10845">
                  <c:v>9.0253844268887295</c:v>
                </c:pt>
                <c:pt idx="10846">
                  <c:v>9.0293094348474447</c:v>
                </c:pt>
                <c:pt idx="10847">
                  <c:v>9.0303665826114639</c:v>
                </c:pt>
                <c:pt idx="10848">
                  <c:v>9.0308210671380458</c:v>
                </c:pt>
                <c:pt idx="10849">
                  <c:v>9.0318228180553923</c:v>
                </c:pt>
                <c:pt idx="10850">
                  <c:v>9.0316408148048861</c:v>
                </c:pt>
                <c:pt idx="10851">
                  <c:v>9.0339213008729455</c:v>
                </c:pt>
                <c:pt idx="10852">
                  <c:v>9.0360860714106188</c:v>
                </c:pt>
                <c:pt idx="10853">
                  <c:v>9.036450077911633</c:v>
                </c:pt>
                <c:pt idx="10854">
                  <c:v>9.0340519913543211</c:v>
                </c:pt>
                <c:pt idx="10855">
                  <c:v>9.032980811118744</c:v>
                </c:pt>
                <c:pt idx="10856">
                  <c:v>9.0348308982457315</c:v>
                </c:pt>
                <c:pt idx="10857">
                  <c:v>9.0332317200877981</c:v>
                </c:pt>
                <c:pt idx="10858">
                  <c:v>9.0272381792135121</c:v>
                </c:pt>
                <c:pt idx="10859">
                  <c:v>9.0248327622606102</c:v>
                </c:pt>
                <c:pt idx="10860">
                  <c:v>9.0244347217800716</c:v>
                </c:pt>
                <c:pt idx="10861">
                  <c:v>9.0249916224050395</c:v>
                </c:pt>
                <c:pt idx="10862">
                  <c:v>9.0265810616088338</c:v>
                </c:pt>
                <c:pt idx="10863">
                  <c:v>9.0280123737077567</c:v>
                </c:pt>
                <c:pt idx="10864">
                  <c:v>9.0267632742992134</c:v>
                </c:pt>
                <c:pt idx="10865">
                  <c:v>9.023174626778145</c:v>
                </c:pt>
                <c:pt idx="10866">
                  <c:v>9.0220196705929663</c:v>
                </c:pt>
                <c:pt idx="10867">
                  <c:v>9.0226003426436332</c:v>
                </c:pt>
                <c:pt idx="10868">
                  <c:v>9.0240471532932318</c:v>
                </c:pt>
                <c:pt idx="10869">
                  <c:v>9.0255355377578201</c:v>
                </c:pt>
                <c:pt idx="10870">
                  <c:v>9.0259611195817904</c:v>
                </c:pt>
                <c:pt idx="10871">
                  <c:v>9.022514053415545</c:v>
                </c:pt>
                <c:pt idx="10872">
                  <c:v>9.0230263433473521</c:v>
                </c:pt>
                <c:pt idx="10873">
                  <c:v>9.0244584932057705</c:v>
                </c:pt>
                <c:pt idx="10874">
                  <c:v>9.0257444540321359</c:v>
                </c:pt>
                <c:pt idx="10875">
                  <c:v>9.027468144195165</c:v>
                </c:pt>
                <c:pt idx="10876">
                  <c:v>9.0275125454484524</c:v>
                </c:pt>
                <c:pt idx="10877">
                  <c:v>9.0248438625739329</c:v>
                </c:pt>
                <c:pt idx="10878">
                  <c:v>9.0240339585811711</c:v>
                </c:pt>
                <c:pt idx="10879">
                  <c:v>9.0245438399544256</c:v>
                </c:pt>
                <c:pt idx="10880">
                  <c:v>9.0217350418041988</c:v>
                </c:pt>
                <c:pt idx="10881">
                  <c:v>9.0202847753966786</c:v>
                </c:pt>
                <c:pt idx="10882">
                  <c:v>9.0205203952549304</c:v>
                </c:pt>
                <c:pt idx="10883">
                  <c:v>9.0223010530636873</c:v>
                </c:pt>
                <c:pt idx="10884">
                  <c:v>9.0235880610894217</c:v>
                </c:pt>
                <c:pt idx="10885">
                  <c:v>9.0244530477690468</c:v>
                </c:pt>
                <c:pt idx="10886">
                  <c:v>9.0249340264396896</c:v>
                </c:pt>
                <c:pt idx="10887">
                  <c:v>9.0233720238593911</c:v>
                </c:pt>
                <c:pt idx="10888">
                  <c:v>9.0222208375919433</c:v>
                </c:pt>
                <c:pt idx="10889">
                  <c:v>9.0208574887321351</c:v>
                </c:pt>
                <c:pt idx="10890">
                  <c:v>9.0192643843305458</c:v>
                </c:pt>
                <c:pt idx="10891">
                  <c:v>9.0181585417958221</c:v>
                </c:pt>
                <c:pt idx="10892">
                  <c:v>9.0185319730911644</c:v>
                </c:pt>
                <c:pt idx="10893">
                  <c:v>9.0202046646448739</c:v>
                </c:pt>
                <c:pt idx="10894">
                  <c:v>9.024070819998995</c:v>
                </c:pt>
                <c:pt idx="10895">
                  <c:v>9.0264765511117062</c:v>
                </c:pt>
                <c:pt idx="10896">
                  <c:v>9.0251004264195842</c:v>
                </c:pt>
                <c:pt idx="10897">
                  <c:v>9.0241532345894147</c:v>
                </c:pt>
                <c:pt idx="10898">
                  <c:v>9.0234163203927409</c:v>
                </c:pt>
                <c:pt idx="10899">
                  <c:v>9.0205787242598401</c:v>
                </c:pt>
                <c:pt idx="10900">
                  <c:v>9.019054420856861</c:v>
                </c:pt>
                <c:pt idx="10901">
                  <c:v>9.0215283246485605</c:v>
                </c:pt>
                <c:pt idx="10902">
                  <c:v>9.0266423227719788</c:v>
                </c:pt>
                <c:pt idx="10903">
                  <c:v>9.031310528123587</c:v>
                </c:pt>
                <c:pt idx="10904">
                  <c:v>9.0341422599400172</c:v>
                </c:pt>
                <c:pt idx="10905">
                  <c:v>9.0321360353869604</c:v>
                </c:pt>
                <c:pt idx="10906">
                  <c:v>9.0294960457751792</c:v>
                </c:pt>
                <c:pt idx="10907">
                  <c:v>9.0279710093326404</c:v>
                </c:pt>
                <c:pt idx="10908">
                  <c:v>9.028453035202654</c:v>
                </c:pt>
                <c:pt idx="10909">
                  <c:v>9.0286269750180121</c:v>
                </c:pt>
                <c:pt idx="10910">
                  <c:v>9.0253160447698679</c:v>
                </c:pt>
                <c:pt idx="10911">
                  <c:v>9.0216625756077953</c:v>
                </c:pt>
                <c:pt idx="10912">
                  <c:v>9.0198158395187917</c:v>
                </c:pt>
                <c:pt idx="10913">
                  <c:v>9.0192331777893209</c:v>
                </c:pt>
                <c:pt idx="10914">
                  <c:v>9.0184376204279282</c:v>
                </c:pt>
                <c:pt idx="10915">
                  <c:v>9.0202533594155785</c:v>
                </c:pt>
                <c:pt idx="10916">
                  <c:v>9.0259925355628905</c:v>
                </c:pt>
                <c:pt idx="10917">
                  <c:v>9.0275354791146558</c:v>
                </c:pt>
                <c:pt idx="10918">
                  <c:v>9.0252035755575282</c:v>
                </c:pt>
                <c:pt idx="10919">
                  <c:v>9.0242653896419416</c:v>
                </c:pt>
                <c:pt idx="10920">
                  <c:v>9.0242394190975652</c:v>
                </c:pt>
                <c:pt idx="10921">
                  <c:v>9.0233927584069171</c:v>
                </c:pt>
                <c:pt idx="10922">
                  <c:v>9.0242540798887454</c:v>
                </c:pt>
                <c:pt idx="10923">
                  <c:v>9.0245925347251319</c:v>
                </c:pt>
                <c:pt idx="10924">
                  <c:v>9.0243514694301563</c:v>
                </c:pt>
                <c:pt idx="10925">
                  <c:v>9.0230874997905595</c:v>
                </c:pt>
                <c:pt idx="10926">
                  <c:v>9.0232867818306719</c:v>
                </c:pt>
                <c:pt idx="10927">
                  <c:v>9.0249533996280356</c:v>
                </c:pt>
                <c:pt idx="10928">
                  <c:v>9.0264726764740377</c:v>
                </c:pt>
                <c:pt idx="10929">
                  <c:v>9.0259564071846246</c:v>
                </c:pt>
                <c:pt idx="10930">
                  <c:v>9.0250699529179155</c:v>
                </c:pt>
                <c:pt idx="10931">
                  <c:v>9.0251624206222871</c:v>
                </c:pt>
                <c:pt idx="10932">
                  <c:v>9.0261214458053374</c:v>
                </c:pt>
                <c:pt idx="10933">
                  <c:v>9.0270424576512571</c:v>
                </c:pt>
                <c:pt idx="10934">
                  <c:v>9.0297249635574612</c:v>
                </c:pt>
                <c:pt idx="10935">
                  <c:v>9.0310131235025057</c:v>
                </c:pt>
                <c:pt idx="10936">
                  <c:v>9.0327760836419078</c:v>
                </c:pt>
                <c:pt idx="10937">
                  <c:v>9.0325750213628666</c:v>
                </c:pt>
                <c:pt idx="10938">
                  <c:v>9.0308515406397127</c:v>
                </c:pt>
                <c:pt idx="10939">
                  <c:v>9.0289125462862128</c:v>
                </c:pt>
                <c:pt idx="10940">
                  <c:v>9.0284476944858678</c:v>
                </c:pt>
                <c:pt idx="10941">
                  <c:v>9.0262730802741142</c:v>
                </c:pt>
                <c:pt idx="10942">
                  <c:v>9.0235968575641312</c:v>
                </c:pt>
                <c:pt idx="10943">
                  <c:v>9.0236410493775452</c:v>
                </c:pt>
                <c:pt idx="10944">
                  <c:v>9.0222429334986511</c:v>
                </c:pt>
                <c:pt idx="10945">
                  <c:v>9.0194622002915406</c:v>
                </c:pt>
                <c:pt idx="10946">
                  <c:v>9.0183229520969128</c:v>
                </c:pt>
                <c:pt idx="10947">
                  <c:v>9.016767127992896</c:v>
                </c:pt>
                <c:pt idx="10948">
                  <c:v>9.0155019017140567</c:v>
                </c:pt>
                <c:pt idx="10949">
                  <c:v>9.0169619070757161</c:v>
                </c:pt>
                <c:pt idx="10950">
                  <c:v>9.0201693740261053</c:v>
                </c:pt>
                <c:pt idx="10951">
                  <c:v>9.0228820392741653</c:v>
                </c:pt>
                <c:pt idx="10952">
                  <c:v>9.0238815910728345</c:v>
                </c:pt>
                <c:pt idx="10953">
                  <c:v>9.0248146457115084</c:v>
                </c:pt>
                <c:pt idx="10954">
                  <c:v>9.0246282442236474</c:v>
                </c:pt>
                <c:pt idx="10955">
                  <c:v>9.022146591156611</c:v>
                </c:pt>
                <c:pt idx="10956">
                  <c:v>9.0213044334232535</c:v>
                </c:pt>
                <c:pt idx="10957">
                  <c:v>9.0215379588827638</c:v>
                </c:pt>
                <c:pt idx="10958">
                  <c:v>9.0228796307156145</c:v>
                </c:pt>
                <c:pt idx="10959">
                  <c:v>9.0235836628520687</c:v>
                </c:pt>
                <c:pt idx="10960">
                  <c:v>9.0225246301291833</c:v>
                </c:pt>
                <c:pt idx="10961">
                  <c:v>9.0234323425431029</c:v>
                </c:pt>
                <c:pt idx="10962">
                  <c:v>9.0258704321163474</c:v>
                </c:pt>
                <c:pt idx="10963">
                  <c:v>9.0236083767572008</c:v>
                </c:pt>
                <c:pt idx="10964">
                  <c:v>9.022812924115744</c:v>
                </c:pt>
                <c:pt idx="10965">
                  <c:v>9.026127205401874</c:v>
                </c:pt>
                <c:pt idx="10966">
                  <c:v>9.0263930893219175</c:v>
                </c:pt>
                <c:pt idx="10967">
                  <c:v>9.024963662181861</c:v>
                </c:pt>
                <c:pt idx="10968">
                  <c:v>9.0235281612854585</c:v>
                </c:pt>
                <c:pt idx="10969">
                  <c:v>9.0236590612067094</c:v>
                </c:pt>
                <c:pt idx="10970">
                  <c:v>9.0219281453680278</c:v>
                </c:pt>
                <c:pt idx="10971">
                  <c:v>9.0194454451016206</c:v>
                </c:pt>
                <c:pt idx="10972">
                  <c:v>9.0205039542248215</c:v>
                </c:pt>
                <c:pt idx="10973">
                  <c:v>9.0223190648928497</c:v>
                </c:pt>
                <c:pt idx="10974">
                  <c:v>9.0239921753263079</c:v>
                </c:pt>
                <c:pt idx="10975">
                  <c:v>9.0230568168490191</c:v>
                </c:pt>
                <c:pt idx="10976">
                  <c:v>9.0216071787611209</c:v>
                </c:pt>
                <c:pt idx="10977">
                  <c:v>9.0209059740629662</c:v>
                </c:pt>
                <c:pt idx="10978">
                  <c:v>9.0236956084647222</c:v>
                </c:pt>
                <c:pt idx="10979">
                  <c:v>9.0289224946802271</c:v>
                </c:pt>
                <c:pt idx="10980">
                  <c:v>9.0301488698624404</c:v>
                </c:pt>
                <c:pt idx="10981">
                  <c:v>9.0294771961865194</c:v>
                </c:pt>
                <c:pt idx="10982">
                  <c:v>9.0260837466280179</c:v>
                </c:pt>
                <c:pt idx="10983">
                  <c:v>9.023846928773688</c:v>
                </c:pt>
                <c:pt idx="10984">
                  <c:v>9.0247590394249624</c:v>
                </c:pt>
                <c:pt idx="10985">
                  <c:v>9.0252655697602329</c:v>
                </c:pt>
                <c:pt idx="10986">
                  <c:v>9.0244943074242254</c:v>
                </c:pt>
                <c:pt idx="10987">
                  <c:v>9.0277739264112054</c:v>
                </c:pt>
                <c:pt idx="10988">
                  <c:v>9.027734551714893</c:v>
                </c:pt>
                <c:pt idx="10989">
                  <c:v>9.024027989544761</c:v>
                </c:pt>
                <c:pt idx="10990">
                  <c:v>9.0230871856307484</c:v>
                </c:pt>
                <c:pt idx="10991">
                  <c:v>9.0236584328870872</c:v>
                </c:pt>
                <c:pt idx="10992">
                  <c:v>9.0219935953286523</c:v>
                </c:pt>
                <c:pt idx="10993">
                  <c:v>9.0182508000603185</c:v>
                </c:pt>
                <c:pt idx="10994">
                  <c:v>9.0139812635088727</c:v>
                </c:pt>
                <c:pt idx="10995">
                  <c:v>9.011118953470838</c:v>
                </c:pt>
                <c:pt idx="10996">
                  <c:v>9.0105616339661214</c:v>
                </c:pt>
                <c:pt idx="10997">
                  <c:v>9.013416299448755</c:v>
                </c:pt>
                <c:pt idx="10998">
                  <c:v>9.0179765385453141</c:v>
                </c:pt>
                <c:pt idx="10999">
                  <c:v>9.0206418703818514</c:v>
                </c:pt>
                <c:pt idx="11000">
                  <c:v>9.0226405550994428</c:v>
                </c:pt>
                <c:pt idx="11001">
                  <c:v>9.024393043245146</c:v>
                </c:pt>
                <c:pt idx="11002">
                  <c:v>9.0262662734782104</c:v>
                </c:pt>
                <c:pt idx="11003">
                  <c:v>9.0258434143726021</c:v>
                </c:pt>
                <c:pt idx="11004">
                  <c:v>9.0223791741366881</c:v>
                </c:pt>
                <c:pt idx="11005">
                  <c:v>9.0203536811152247</c:v>
                </c:pt>
                <c:pt idx="11006">
                  <c:v>9.0195235661746231</c:v>
                </c:pt>
                <c:pt idx="11007">
                  <c:v>9.0188957701523051</c:v>
                </c:pt>
                <c:pt idx="11008">
                  <c:v>9.0212756354405776</c:v>
                </c:pt>
                <c:pt idx="11009">
                  <c:v>9.0230406899787212</c:v>
                </c:pt>
                <c:pt idx="11010">
                  <c:v>9.0232074041184251</c:v>
                </c:pt>
                <c:pt idx="11011">
                  <c:v>9.0228281085066104</c:v>
                </c:pt>
                <c:pt idx="11012">
                  <c:v>9.0231668775028062</c:v>
                </c:pt>
                <c:pt idx="11013">
                  <c:v>9.0241794145736645</c:v>
                </c:pt>
                <c:pt idx="11014">
                  <c:v>9.0249950781629611</c:v>
                </c:pt>
                <c:pt idx="11015">
                  <c:v>9.0262458530904954</c:v>
                </c:pt>
                <c:pt idx="11016">
                  <c:v>9.023596962284067</c:v>
                </c:pt>
                <c:pt idx="11017">
                  <c:v>9.0215535621533771</c:v>
                </c:pt>
                <c:pt idx="11018">
                  <c:v>9.0257385897156652</c:v>
                </c:pt>
                <c:pt idx="11019">
                  <c:v>9.0296004515523691</c:v>
                </c:pt>
                <c:pt idx="11020">
                  <c:v>9.0286472906857895</c:v>
                </c:pt>
                <c:pt idx="11021">
                  <c:v>9.0286636269959626</c:v>
                </c:pt>
                <c:pt idx="11022">
                  <c:v>9.0265712179347553</c:v>
                </c:pt>
                <c:pt idx="11023">
                  <c:v>9.0253741643349024</c:v>
                </c:pt>
                <c:pt idx="11024">
                  <c:v>9.0256953403816826</c:v>
                </c:pt>
                <c:pt idx="11025">
                  <c:v>9.0235937159660207</c:v>
                </c:pt>
                <c:pt idx="11026">
                  <c:v>9.0227929226077777</c:v>
                </c:pt>
                <c:pt idx="11027">
                  <c:v>9.0243110475344732</c:v>
                </c:pt>
                <c:pt idx="11028">
                  <c:v>9.0257488522694906</c:v>
                </c:pt>
                <c:pt idx="11029">
                  <c:v>9.0282824464252798</c:v>
                </c:pt>
                <c:pt idx="11030">
                  <c:v>9.0312162801802867</c:v>
                </c:pt>
                <c:pt idx="11031">
                  <c:v>9.0314509575591035</c:v>
                </c:pt>
                <c:pt idx="11032">
                  <c:v>9.0313196387581058</c:v>
                </c:pt>
                <c:pt idx="11033">
                  <c:v>9.0311728214064306</c:v>
                </c:pt>
                <c:pt idx="11034">
                  <c:v>9.0287513823031684</c:v>
                </c:pt>
                <c:pt idx="11035">
                  <c:v>9.0290054328703313</c:v>
                </c:pt>
                <c:pt idx="11036">
                  <c:v>9.0319780130020266</c:v>
                </c:pt>
                <c:pt idx="11037">
                  <c:v>9.0336876706934977</c:v>
                </c:pt>
                <c:pt idx="11038">
                  <c:v>9.032482867818306</c:v>
                </c:pt>
                <c:pt idx="11039">
                  <c:v>9.0300816396628854</c:v>
                </c:pt>
                <c:pt idx="11040">
                  <c:v>9.0265069198934373</c:v>
                </c:pt>
                <c:pt idx="11041">
                  <c:v>9.0268183569860767</c:v>
                </c:pt>
                <c:pt idx="11042">
                  <c:v>9.0270067481527398</c:v>
                </c:pt>
                <c:pt idx="11043">
                  <c:v>9.0272237278622054</c:v>
                </c:pt>
                <c:pt idx="11044">
                  <c:v>9.0279430491094619</c:v>
                </c:pt>
                <c:pt idx="11045">
                  <c:v>9.0277411490709252</c:v>
                </c:pt>
                <c:pt idx="11046">
                  <c:v>9.0269771124105684</c:v>
                </c:pt>
                <c:pt idx="11047">
                  <c:v>9.0259719057353021</c:v>
                </c:pt>
                <c:pt idx="11048">
                  <c:v>9.0258645677998768</c:v>
                </c:pt>
                <c:pt idx="11049">
                  <c:v>9.0254601394031795</c:v>
                </c:pt>
                <c:pt idx="11050">
                  <c:v>9.0253016981384988</c:v>
                </c:pt>
                <c:pt idx="11051">
                  <c:v>9.0257853995275035</c:v>
                </c:pt>
                <c:pt idx="11052">
                  <c:v>9.0262711953152497</c:v>
                </c:pt>
                <c:pt idx="11053">
                  <c:v>9.0257288507615225</c:v>
                </c:pt>
                <c:pt idx="11054">
                  <c:v>9.023321548849756</c:v>
                </c:pt>
                <c:pt idx="11055">
                  <c:v>9.0218550508520021</c:v>
                </c:pt>
                <c:pt idx="11056">
                  <c:v>9.0239695558199156</c:v>
                </c:pt>
                <c:pt idx="11057">
                  <c:v>9.0240775220749629</c:v>
                </c:pt>
                <c:pt idx="11058">
                  <c:v>9.0240102918754079</c:v>
                </c:pt>
                <c:pt idx="11059">
                  <c:v>9.0240544836888219</c:v>
                </c:pt>
                <c:pt idx="11060">
                  <c:v>9.0262191495065593</c:v>
                </c:pt>
                <c:pt idx="11061">
                  <c:v>9.0274676205954787</c:v>
                </c:pt>
                <c:pt idx="11062">
                  <c:v>9.0268141681885972</c:v>
                </c:pt>
                <c:pt idx="11063">
                  <c:v>9.0243648735820923</c:v>
                </c:pt>
                <c:pt idx="11064">
                  <c:v>9.024048095772665</c:v>
                </c:pt>
                <c:pt idx="11065">
                  <c:v>9.0272411113717475</c:v>
                </c:pt>
                <c:pt idx="11066">
                  <c:v>9.0283898890806427</c:v>
                </c:pt>
                <c:pt idx="11067">
                  <c:v>9.0269051698138494</c:v>
                </c:pt>
                <c:pt idx="11068">
                  <c:v>9.0257667593787172</c:v>
                </c:pt>
                <c:pt idx="11069">
                  <c:v>9.027234199855906</c:v>
                </c:pt>
                <c:pt idx="11070">
                  <c:v>9.0305418837860021</c:v>
                </c:pt>
                <c:pt idx="11071">
                  <c:v>9.0311327136705586</c:v>
                </c:pt>
                <c:pt idx="11072">
                  <c:v>9.0281962619171292</c:v>
                </c:pt>
                <c:pt idx="11073">
                  <c:v>9.0246337943803088</c:v>
                </c:pt>
                <c:pt idx="11074">
                  <c:v>9.0235708870197548</c:v>
                </c:pt>
                <c:pt idx="11075">
                  <c:v>9.0238927961060931</c:v>
                </c:pt>
                <c:pt idx="11076">
                  <c:v>9.0223698540622959</c:v>
                </c:pt>
                <c:pt idx="11077">
                  <c:v>9.0219521262336002</c:v>
                </c:pt>
                <c:pt idx="11078">
                  <c:v>9.0225521714726131</c:v>
                </c:pt>
                <c:pt idx="11079">
                  <c:v>9.0221258566090849</c:v>
                </c:pt>
                <c:pt idx="11080">
                  <c:v>9.0235222969689861</c:v>
                </c:pt>
                <c:pt idx="11081">
                  <c:v>9.027720833403146</c:v>
                </c:pt>
                <c:pt idx="11082">
                  <c:v>9.0305800018430702</c:v>
                </c:pt>
                <c:pt idx="11083">
                  <c:v>9.0315598662935841</c:v>
                </c:pt>
                <c:pt idx="11084">
                  <c:v>9.0304168481812237</c:v>
                </c:pt>
                <c:pt idx="11085">
                  <c:v>9.0302326458120401</c:v>
                </c:pt>
                <c:pt idx="11086">
                  <c:v>9.0312143952214203</c:v>
                </c:pt>
                <c:pt idx="11087">
                  <c:v>9.0290220833403154</c:v>
                </c:pt>
                <c:pt idx="11088">
                  <c:v>9.0268468408089397</c:v>
                </c:pt>
                <c:pt idx="11089">
                  <c:v>9.0240435928153744</c:v>
                </c:pt>
                <c:pt idx="11090">
                  <c:v>9.0231707521404747</c:v>
                </c:pt>
                <c:pt idx="11091">
                  <c:v>9.023320501650387</c:v>
                </c:pt>
                <c:pt idx="11092">
                  <c:v>9.0232233215488495</c:v>
                </c:pt>
                <c:pt idx="11093">
                  <c:v>9.0255465333512053</c:v>
                </c:pt>
                <c:pt idx="11094">
                  <c:v>9.0276733952716857</c:v>
                </c:pt>
                <c:pt idx="11095">
                  <c:v>9.0286404838898857</c:v>
                </c:pt>
                <c:pt idx="11096">
                  <c:v>9.0266622195600092</c:v>
                </c:pt>
                <c:pt idx="11097">
                  <c:v>9.0275252165608304</c:v>
                </c:pt>
                <c:pt idx="11098">
                  <c:v>9.0287932702779692</c:v>
                </c:pt>
                <c:pt idx="11099">
                  <c:v>9.0307016864098646</c:v>
                </c:pt>
                <c:pt idx="11100">
                  <c:v>9.0297796273645758</c:v>
                </c:pt>
                <c:pt idx="11101">
                  <c:v>9.0253547911465581</c:v>
                </c:pt>
                <c:pt idx="11102">
                  <c:v>9.0260221713050619</c:v>
                </c:pt>
                <c:pt idx="11103">
                  <c:v>9.0279967704371433</c:v>
                </c:pt>
                <c:pt idx="11104">
                  <c:v>9.029648413283514</c:v>
                </c:pt>
                <c:pt idx="11105">
                  <c:v>9.0290767471474283</c:v>
                </c:pt>
                <c:pt idx="11106">
                  <c:v>9.03048365950103</c:v>
                </c:pt>
                <c:pt idx="11107">
                  <c:v>9.0319205217566143</c:v>
                </c:pt>
                <c:pt idx="11108">
                  <c:v>9.0273690791347612</c:v>
                </c:pt>
                <c:pt idx="11109">
                  <c:v>9.0230633094851136</c:v>
                </c:pt>
                <c:pt idx="11110">
                  <c:v>9.0226202394316637</c:v>
                </c:pt>
                <c:pt idx="11111">
                  <c:v>9.022808840038202</c:v>
                </c:pt>
                <c:pt idx="11112">
                  <c:v>9.0225034767019086</c:v>
                </c:pt>
                <c:pt idx="11113">
                  <c:v>9.022673332439723</c:v>
                </c:pt>
                <c:pt idx="11114">
                  <c:v>9.0230283330261543</c:v>
                </c:pt>
                <c:pt idx="11115">
                  <c:v>9.0241267404453538</c:v>
                </c:pt>
                <c:pt idx="11116">
                  <c:v>9.0238003284017232</c:v>
                </c:pt>
                <c:pt idx="11117">
                  <c:v>9.0242501005311393</c:v>
                </c:pt>
                <c:pt idx="11118">
                  <c:v>9.0258700132366005</c:v>
                </c:pt>
                <c:pt idx="11119">
                  <c:v>9.0278609486788532</c:v>
                </c:pt>
                <c:pt idx="11120">
                  <c:v>9.0312780649431161</c:v>
                </c:pt>
                <c:pt idx="11121">
                  <c:v>9.0347961312266474</c:v>
                </c:pt>
                <c:pt idx="11122">
                  <c:v>9.0324639135097105</c:v>
                </c:pt>
                <c:pt idx="11123">
                  <c:v>9.0282296675770315</c:v>
                </c:pt>
                <c:pt idx="11124">
                  <c:v>9.0284719895112513</c:v>
                </c:pt>
                <c:pt idx="11125">
                  <c:v>9.0328990248479464</c:v>
                </c:pt>
                <c:pt idx="11126">
                  <c:v>9.0348842006936643</c:v>
                </c:pt>
                <c:pt idx="11127">
                  <c:v>9.0335746778814734</c:v>
                </c:pt>
                <c:pt idx="11128">
                  <c:v>9.0328661427877286</c:v>
                </c:pt>
                <c:pt idx="11129">
                  <c:v>9.0297418234673188</c:v>
                </c:pt>
                <c:pt idx="11130">
                  <c:v>9.0249464881121924</c:v>
                </c:pt>
                <c:pt idx="11131">
                  <c:v>9.0241042256588972</c:v>
                </c:pt>
                <c:pt idx="11132">
                  <c:v>9.0268536476048453</c:v>
                </c:pt>
                <c:pt idx="11133">
                  <c:v>9.0277437670693494</c:v>
                </c:pt>
                <c:pt idx="11134">
                  <c:v>9.0262877410652944</c:v>
                </c:pt>
                <c:pt idx="11135">
                  <c:v>9.0242795268334373</c:v>
                </c:pt>
                <c:pt idx="11136">
                  <c:v>9.0236880686292587</c:v>
                </c:pt>
                <c:pt idx="11137">
                  <c:v>9.022821930030327</c:v>
                </c:pt>
                <c:pt idx="11138">
                  <c:v>9.0212140601176216</c:v>
                </c:pt>
                <c:pt idx="11139">
                  <c:v>9.0212094524403934</c:v>
                </c:pt>
                <c:pt idx="11140">
                  <c:v>9.0213947020089478</c:v>
                </c:pt>
                <c:pt idx="11141">
                  <c:v>9.0198790903607389</c:v>
                </c:pt>
                <c:pt idx="11142">
                  <c:v>9.0208233500326731</c:v>
                </c:pt>
                <c:pt idx="11143">
                  <c:v>9.0227878960508026</c:v>
                </c:pt>
                <c:pt idx="11144">
                  <c:v>9.0225473543555115</c:v>
                </c:pt>
                <c:pt idx="11145">
                  <c:v>9.0230459259755715</c:v>
                </c:pt>
                <c:pt idx="11146">
                  <c:v>9.0250758172343879</c:v>
                </c:pt>
                <c:pt idx="11147">
                  <c:v>9.0286634175560874</c:v>
                </c:pt>
                <c:pt idx="11148">
                  <c:v>9.0295376195901689</c:v>
                </c:pt>
                <c:pt idx="11149">
                  <c:v>9.0274236382219399</c:v>
                </c:pt>
                <c:pt idx="11150">
                  <c:v>9.0265825276879514</c:v>
                </c:pt>
                <c:pt idx="11151">
                  <c:v>9.0279623175778703</c:v>
                </c:pt>
                <c:pt idx="11152">
                  <c:v>9.0294020072717522</c:v>
                </c:pt>
                <c:pt idx="11153">
                  <c:v>9.0274335866159543</c:v>
                </c:pt>
                <c:pt idx="11154">
                  <c:v>9.0246470938123089</c:v>
                </c:pt>
                <c:pt idx="11155">
                  <c:v>9.0233157892532212</c:v>
                </c:pt>
                <c:pt idx="11156">
                  <c:v>9.0247782031734332</c:v>
                </c:pt>
                <c:pt idx="11157">
                  <c:v>9.0278566551614361</c:v>
                </c:pt>
                <c:pt idx="11158">
                  <c:v>9.0290771660271769</c:v>
                </c:pt>
                <c:pt idx="11159">
                  <c:v>9.0291642930147606</c:v>
                </c:pt>
                <c:pt idx="11160">
                  <c:v>9.0286427877284989</c:v>
                </c:pt>
                <c:pt idx="11161">
                  <c:v>9.0294568805187403</c:v>
                </c:pt>
                <c:pt idx="11162">
                  <c:v>9.0281880937620436</c:v>
                </c:pt>
                <c:pt idx="11163">
                  <c:v>9.0296452716854052</c:v>
                </c:pt>
                <c:pt idx="11164">
                  <c:v>9.0307749903657655</c:v>
                </c:pt>
                <c:pt idx="11165">
                  <c:v>9.031413991421342</c:v>
                </c:pt>
                <c:pt idx="11166">
                  <c:v>9.0295538511804025</c:v>
                </c:pt>
                <c:pt idx="11167">
                  <c:v>9.0274990365765788</c:v>
                </c:pt>
                <c:pt idx="11168">
                  <c:v>9.0289900390395932</c:v>
                </c:pt>
                <c:pt idx="11169">
                  <c:v>9.0322670400281488</c:v>
                </c:pt>
                <c:pt idx="11170">
                  <c:v>9.0334162366167927</c:v>
                </c:pt>
                <c:pt idx="11171">
                  <c:v>9.0337945897491743</c:v>
                </c:pt>
                <c:pt idx="11172">
                  <c:v>9.0343620670877804</c:v>
                </c:pt>
                <c:pt idx="11173">
                  <c:v>9.031619451937738</c:v>
                </c:pt>
                <c:pt idx="11174">
                  <c:v>9.0280469312869656</c:v>
                </c:pt>
                <c:pt idx="11175">
                  <c:v>9.0280295477774235</c:v>
                </c:pt>
                <c:pt idx="11176">
                  <c:v>9.0309283003535352</c:v>
                </c:pt>
                <c:pt idx="11177">
                  <c:v>9.0312419365648502</c:v>
                </c:pt>
                <c:pt idx="11178">
                  <c:v>9.0324819253388728</c:v>
                </c:pt>
                <c:pt idx="11179">
                  <c:v>9.0302717063485414</c:v>
                </c:pt>
                <c:pt idx="11180">
                  <c:v>9.0290965392155211</c:v>
                </c:pt>
                <c:pt idx="11181">
                  <c:v>9.0287298099961468</c:v>
                </c:pt>
                <c:pt idx="11182">
                  <c:v>9.0283743905299669</c:v>
                </c:pt>
                <c:pt idx="11183">
                  <c:v>9.0273968299180662</c:v>
                </c:pt>
                <c:pt idx="11184">
                  <c:v>9.0273060377326875</c:v>
                </c:pt>
                <c:pt idx="11185">
                  <c:v>9.0242045473585435</c:v>
                </c:pt>
                <c:pt idx="11186">
                  <c:v>9.0226953236264933</c:v>
                </c:pt>
                <c:pt idx="11187">
                  <c:v>9.0248724511167335</c:v>
                </c:pt>
                <c:pt idx="11188">
                  <c:v>9.0271371244743062</c:v>
                </c:pt>
                <c:pt idx="11189">
                  <c:v>9.0284643449558502</c:v>
                </c:pt>
                <c:pt idx="11190">
                  <c:v>9.0297242305179033</c:v>
                </c:pt>
                <c:pt idx="11191">
                  <c:v>9.031236281688253</c:v>
                </c:pt>
                <c:pt idx="11192">
                  <c:v>9.031747943300438</c:v>
                </c:pt>
                <c:pt idx="11193">
                  <c:v>9.0323244265536253</c:v>
                </c:pt>
                <c:pt idx="11194">
                  <c:v>9.030649640601176</c:v>
                </c:pt>
                <c:pt idx="11195">
                  <c:v>9.0314285474925864</c:v>
                </c:pt>
                <c:pt idx="11196">
                  <c:v>9.0348492242347067</c:v>
                </c:pt>
                <c:pt idx="11197">
                  <c:v>9.0336723815826954</c:v>
                </c:pt>
                <c:pt idx="11198">
                  <c:v>9.0296512407218135</c:v>
                </c:pt>
                <c:pt idx="11199">
                  <c:v>9.0273537900239607</c:v>
                </c:pt>
                <c:pt idx="11200">
                  <c:v>9.0267285072801293</c:v>
                </c:pt>
                <c:pt idx="11201">
                  <c:v>9.0272740981519028</c:v>
                </c:pt>
                <c:pt idx="11202">
                  <c:v>9.0278930976995131</c:v>
                </c:pt>
                <c:pt idx="11203">
                  <c:v>9.0283423462292447</c:v>
                </c:pt>
                <c:pt idx="11204">
                  <c:v>9.0276289940183965</c:v>
                </c:pt>
                <c:pt idx="11205">
                  <c:v>9.0262898354640342</c:v>
                </c:pt>
                <c:pt idx="11206">
                  <c:v>9.0265384405944733</c:v>
                </c:pt>
                <c:pt idx="11207">
                  <c:v>9.0258484409295772</c:v>
                </c:pt>
                <c:pt idx="11208">
                  <c:v>9.0245893931270214</c:v>
                </c:pt>
                <c:pt idx="11209">
                  <c:v>9.0230998567431264</c:v>
                </c:pt>
                <c:pt idx="11210">
                  <c:v>9.0269081019720865</c:v>
                </c:pt>
                <c:pt idx="11211">
                  <c:v>9.029291632458154</c:v>
                </c:pt>
                <c:pt idx="11212">
                  <c:v>9.0260547392054686</c:v>
                </c:pt>
                <c:pt idx="11213">
                  <c:v>9.0260177730677071</c:v>
                </c:pt>
                <c:pt idx="11214">
                  <c:v>9.0266017961563598</c:v>
                </c:pt>
                <c:pt idx="11215">
                  <c:v>9.027275773670894</c:v>
                </c:pt>
                <c:pt idx="11216">
                  <c:v>9.0269083114119599</c:v>
                </c:pt>
                <c:pt idx="11217">
                  <c:v>9.0254263148635285</c:v>
                </c:pt>
                <c:pt idx="11218">
                  <c:v>9.0228521940921205</c:v>
                </c:pt>
                <c:pt idx="11219">
                  <c:v>9.0224262981083392</c:v>
                </c:pt>
                <c:pt idx="11220">
                  <c:v>9.0229963934453696</c:v>
                </c:pt>
                <c:pt idx="11221">
                  <c:v>9.0244363972990627</c:v>
                </c:pt>
                <c:pt idx="11222">
                  <c:v>9.025622245865657</c:v>
                </c:pt>
                <c:pt idx="11223">
                  <c:v>9.0266489201280091</c:v>
                </c:pt>
                <c:pt idx="11224">
                  <c:v>9.0291167501633627</c:v>
                </c:pt>
                <c:pt idx="11225">
                  <c:v>9.0320946710118459</c:v>
                </c:pt>
                <c:pt idx="11226">
                  <c:v>9.0329562019335494</c:v>
                </c:pt>
                <c:pt idx="11227">
                  <c:v>9.0296909295779368</c:v>
                </c:pt>
                <c:pt idx="11228">
                  <c:v>9.0276174748253268</c:v>
                </c:pt>
                <c:pt idx="11229">
                  <c:v>9.0270310431781251</c:v>
                </c:pt>
                <c:pt idx="11230">
                  <c:v>9.0270618308396031</c:v>
                </c:pt>
                <c:pt idx="11231">
                  <c:v>9.0300393328083377</c:v>
                </c:pt>
                <c:pt idx="11232">
                  <c:v>9.0283729244508493</c:v>
                </c:pt>
                <c:pt idx="11233">
                  <c:v>9.0290776896268614</c:v>
                </c:pt>
                <c:pt idx="11234">
                  <c:v>9.0293123670056801</c:v>
                </c:pt>
                <c:pt idx="11235">
                  <c:v>9.0288120151466913</c:v>
                </c:pt>
                <c:pt idx="11236">
                  <c:v>9.027865346916208</c:v>
                </c:pt>
                <c:pt idx="11237">
                  <c:v>9.0243871789286736</c:v>
                </c:pt>
                <c:pt idx="11238">
                  <c:v>9.0245101201347122</c:v>
                </c:pt>
                <c:pt idx="11239">
                  <c:v>9.0271551363034703</c:v>
                </c:pt>
                <c:pt idx="11240">
                  <c:v>9.0286160841445646</c:v>
                </c:pt>
                <c:pt idx="11241">
                  <c:v>9.0299190096007234</c:v>
                </c:pt>
                <c:pt idx="11242">
                  <c:v>9.0307489151014533</c:v>
                </c:pt>
                <c:pt idx="11243">
                  <c:v>9.0318074242246542</c:v>
                </c:pt>
                <c:pt idx="11244">
                  <c:v>9.0302586163564165</c:v>
                </c:pt>
                <c:pt idx="11245">
                  <c:v>9.0256223505855946</c:v>
                </c:pt>
                <c:pt idx="11246">
                  <c:v>9.0238232620679248</c:v>
                </c:pt>
                <c:pt idx="11247">
                  <c:v>9.0213165809359452</c:v>
                </c:pt>
                <c:pt idx="11248">
                  <c:v>9.0191898237354025</c:v>
                </c:pt>
                <c:pt idx="11249">
                  <c:v>9.0192770554429238</c:v>
                </c:pt>
                <c:pt idx="11250">
                  <c:v>9.0210165583164379</c:v>
                </c:pt>
                <c:pt idx="11251">
                  <c:v>9.0230896989092368</c:v>
                </c:pt>
                <c:pt idx="11252">
                  <c:v>9.0221130807767711</c:v>
                </c:pt>
                <c:pt idx="11253">
                  <c:v>9.0228669596032365</c:v>
                </c:pt>
                <c:pt idx="11254">
                  <c:v>9.0244532572089202</c:v>
                </c:pt>
                <c:pt idx="11255">
                  <c:v>9.024601226479902</c:v>
                </c:pt>
                <c:pt idx="11256">
                  <c:v>9.0262063736742455</c:v>
                </c:pt>
                <c:pt idx="11257">
                  <c:v>9.0272195390647259</c:v>
                </c:pt>
                <c:pt idx="11258">
                  <c:v>9.0279831568453321</c:v>
                </c:pt>
                <c:pt idx="11259">
                  <c:v>9.0305547643382535</c:v>
                </c:pt>
                <c:pt idx="11260">
                  <c:v>9.0296296684147919</c:v>
                </c:pt>
                <c:pt idx="11261">
                  <c:v>9.027096388418812</c:v>
                </c:pt>
                <c:pt idx="11262">
                  <c:v>9.0260821758289627</c:v>
                </c:pt>
                <c:pt idx="11263">
                  <c:v>9.0239365690397602</c:v>
                </c:pt>
                <c:pt idx="11264">
                  <c:v>9.0237381247591433</c:v>
                </c:pt>
                <c:pt idx="11265">
                  <c:v>9.0243711567783116</c:v>
                </c:pt>
                <c:pt idx="11266">
                  <c:v>9.0244499061709362</c:v>
                </c:pt>
                <c:pt idx="11267">
                  <c:v>9.0229941943266923</c:v>
                </c:pt>
                <c:pt idx="11268">
                  <c:v>9.0225882998508791</c:v>
                </c:pt>
                <c:pt idx="11269">
                  <c:v>9.0237947782450618</c:v>
                </c:pt>
                <c:pt idx="11270">
                  <c:v>9.0257864467268742</c:v>
                </c:pt>
                <c:pt idx="11271">
                  <c:v>9.0252687113583434</c:v>
                </c:pt>
                <c:pt idx="11272">
                  <c:v>9.0228337633832076</c:v>
                </c:pt>
                <c:pt idx="11273">
                  <c:v>9.0209423118811056</c:v>
                </c:pt>
                <c:pt idx="11274">
                  <c:v>9.0218560980513711</c:v>
                </c:pt>
                <c:pt idx="11275">
                  <c:v>9.0224939471876411</c:v>
                </c:pt>
                <c:pt idx="11276">
                  <c:v>9.023389512088869</c:v>
                </c:pt>
                <c:pt idx="11277">
                  <c:v>9.0260451049712653</c:v>
                </c:pt>
                <c:pt idx="11278">
                  <c:v>9.0264086925925309</c:v>
                </c:pt>
                <c:pt idx="11279">
                  <c:v>9.0274916014610529</c:v>
                </c:pt>
                <c:pt idx="11280">
                  <c:v>9.0316490876799094</c:v>
                </c:pt>
                <c:pt idx="11281">
                  <c:v>9.0349240989896629</c:v>
                </c:pt>
                <c:pt idx="11282">
                  <c:v>9.032997880468475</c:v>
                </c:pt>
                <c:pt idx="11283">
                  <c:v>9.0281465199470539</c:v>
                </c:pt>
                <c:pt idx="11284">
                  <c:v>9.0266092312718857</c:v>
                </c:pt>
                <c:pt idx="11285">
                  <c:v>9.0272767161503271</c:v>
                </c:pt>
                <c:pt idx="11286">
                  <c:v>9.0264461823299769</c:v>
                </c:pt>
                <c:pt idx="11287">
                  <c:v>9.0265282827605855</c:v>
                </c:pt>
                <c:pt idx="11288">
                  <c:v>9.0269107199705108</c:v>
                </c:pt>
                <c:pt idx="11289">
                  <c:v>9.026400000837759</c:v>
                </c:pt>
                <c:pt idx="11290">
                  <c:v>9.0240986755022377</c:v>
                </c:pt>
                <c:pt idx="11291">
                  <c:v>9.0220587311294675</c:v>
                </c:pt>
                <c:pt idx="11292">
                  <c:v>9.0229355511619715</c:v>
                </c:pt>
                <c:pt idx="11293">
                  <c:v>9.0244848826298938</c:v>
                </c:pt>
                <c:pt idx="11294">
                  <c:v>9.0245829004909268</c:v>
                </c:pt>
                <c:pt idx="11295">
                  <c:v>9.0244043529983404</c:v>
                </c:pt>
                <c:pt idx="11296">
                  <c:v>9.025726965802658</c:v>
                </c:pt>
                <c:pt idx="11297">
                  <c:v>9.0263275346413554</c:v>
                </c:pt>
                <c:pt idx="11298">
                  <c:v>9.0292231456193548</c:v>
                </c:pt>
                <c:pt idx="11299">
                  <c:v>9.0291993741936558</c:v>
                </c:pt>
                <c:pt idx="11300">
                  <c:v>9.0311466414221808</c:v>
                </c:pt>
                <c:pt idx="11301">
                  <c:v>9.0348827346145466</c:v>
                </c:pt>
                <c:pt idx="11302">
                  <c:v>9.0363664066819691</c:v>
                </c:pt>
                <c:pt idx="11303">
                  <c:v>9.0361677529614806</c:v>
                </c:pt>
                <c:pt idx="11304">
                  <c:v>9.0338215027729838</c:v>
                </c:pt>
                <c:pt idx="11305">
                  <c:v>9.030795201313607</c:v>
                </c:pt>
                <c:pt idx="11306">
                  <c:v>9.0273834257661303</c:v>
                </c:pt>
                <c:pt idx="11307">
                  <c:v>9.0229048682204311</c:v>
                </c:pt>
                <c:pt idx="11308">
                  <c:v>9.0229224611698466</c:v>
                </c:pt>
                <c:pt idx="11309">
                  <c:v>9.0247079360957052</c:v>
                </c:pt>
                <c:pt idx="11310">
                  <c:v>9.0253015934185612</c:v>
                </c:pt>
                <c:pt idx="11311">
                  <c:v>9.026758666621987</c:v>
                </c:pt>
                <c:pt idx="11312">
                  <c:v>9.0275636487777096</c:v>
                </c:pt>
                <c:pt idx="11313">
                  <c:v>9.0269550165038623</c:v>
                </c:pt>
                <c:pt idx="11314">
                  <c:v>9.0254208694268048</c:v>
                </c:pt>
                <c:pt idx="11315">
                  <c:v>9.0275014451351314</c:v>
                </c:pt>
                <c:pt idx="11316">
                  <c:v>9.0308992929309859</c:v>
                </c:pt>
                <c:pt idx="11317">
                  <c:v>9.0291908918787591</c:v>
                </c:pt>
                <c:pt idx="11318">
                  <c:v>9.0288318072147842</c:v>
                </c:pt>
                <c:pt idx="11319">
                  <c:v>9.0303267890354029</c:v>
                </c:pt>
                <c:pt idx="11320">
                  <c:v>9.0319557076554471</c:v>
                </c:pt>
                <c:pt idx="11321">
                  <c:v>9.0294383450898916</c:v>
                </c:pt>
                <c:pt idx="11322">
                  <c:v>9.0270448662098079</c:v>
                </c:pt>
                <c:pt idx="11323">
                  <c:v>9.0266545750046081</c:v>
                </c:pt>
                <c:pt idx="11324">
                  <c:v>9.025925095923462</c:v>
                </c:pt>
                <c:pt idx="11325">
                  <c:v>9.0232543186502028</c:v>
                </c:pt>
                <c:pt idx="11326">
                  <c:v>9.0226034842417437</c:v>
                </c:pt>
                <c:pt idx="11327">
                  <c:v>9.0233371521203694</c:v>
                </c:pt>
                <c:pt idx="11328">
                  <c:v>9.0229923093678259</c:v>
                </c:pt>
                <c:pt idx="11329">
                  <c:v>9.0216662408055903</c:v>
                </c:pt>
                <c:pt idx="11330">
                  <c:v>9.0200070581237544</c:v>
                </c:pt>
                <c:pt idx="11331">
                  <c:v>9.0214491563761872</c:v>
                </c:pt>
                <c:pt idx="11332">
                  <c:v>9.0245650981016361</c:v>
                </c:pt>
                <c:pt idx="11333">
                  <c:v>9.0263562279040936</c:v>
                </c:pt>
                <c:pt idx="11334">
                  <c:v>9.0277597892197115</c:v>
                </c:pt>
                <c:pt idx="11335">
                  <c:v>9.0264898505437063</c:v>
                </c:pt>
                <c:pt idx="11336">
                  <c:v>9.0239501826315696</c:v>
                </c:pt>
                <c:pt idx="11337">
                  <c:v>9.0244037246787201</c:v>
                </c:pt>
                <c:pt idx="11338">
                  <c:v>9.0242671698808703</c:v>
                </c:pt>
                <c:pt idx="11339">
                  <c:v>9.0263153871286637</c:v>
                </c:pt>
                <c:pt idx="11340">
                  <c:v>9.0290328694938253</c:v>
                </c:pt>
                <c:pt idx="11341">
                  <c:v>9.0278780180285843</c:v>
                </c:pt>
                <c:pt idx="11342">
                  <c:v>9.0245414313958747</c:v>
                </c:pt>
                <c:pt idx="11343">
                  <c:v>9.0228272707471131</c:v>
                </c:pt>
                <c:pt idx="11344">
                  <c:v>9.0223610575875881</c:v>
                </c:pt>
                <c:pt idx="11345">
                  <c:v>9.024295339543924</c:v>
                </c:pt>
                <c:pt idx="11346">
                  <c:v>9.0253711274567294</c:v>
                </c:pt>
                <c:pt idx="11347">
                  <c:v>9.0269045414942273</c:v>
                </c:pt>
                <c:pt idx="11348">
                  <c:v>9.0288281420169891</c:v>
                </c:pt>
                <c:pt idx="11349">
                  <c:v>9.0294615929159061</c:v>
                </c:pt>
                <c:pt idx="11350">
                  <c:v>9.0286365045322796</c:v>
                </c:pt>
                <c:pt idx="11351">
                  <c:v>9.0275813464470627</c:v>
                </c:pt>
                <c:pt idx="11352">
                  <c:v>9.0260811286295937</c:v>
                </c:pt>
                <c:pt idx="11353">
                  <c:v>9.0244737823165728</c:v>
                </c:pt>
                <c:pt idx="11354">
                  <c:v>9.0239105984953838</c:v>
                </c:pt>
                <c:pt idx="11355">
                  <c:v>9.0242580592463515</c:v>
                </c:pt>
                <c:pt idx="11356">
                  <c:v>9.0268283053800911</c:v>
                </c:pt>
                <c:pt idx="11357">
                  <c:v>9.0275245882412083</c:v>
                </c:pt>
                <c:pt idx="11358">
                  <c:v>9.0248802003920723</c:v>
                </c:pt>
                <c:pt idx="11359">
                  <c:v>9.0231892875693251</c:v>
                </c:pt>
                <c:pt idx="11360">
                  <c:v>9.0249048095772668</c:v>
                </c:pt>
                <c:pt idx="11361">
                  <c:v>9.0242647613223195</c:v>
                </c:pt>
                <c:pt idx="11362">
                  <c:v>9.0218562027713087</c:v>
                </c:pt>
                <c:pt idx="11363">
                  <c:v>9.022112452457149</c:v>
                </c:pt>
                <c:pt idx="11364">
                  <c:v>9.0229251838882085</c:v>
                </c:pt>
                <c:pt idx="11365">
                  <c:v>9.0255214005663262</c:v>
                </c:pt>
                <c:pt idx="11366">
                  <c:v>9.0278580165206179</c:v>
                </c:pt>
                <c:pt idx="11367">
                  <c:v>9.0264039801953651</c:v>
                </c:pt>
                <c:pt idx="11368">
                  <c:v>9.0233457391552037</c:v>
                </c:pt>
                <c:pt idx="11369">
                  <c:v>9.0225554177906613</c:v>
                </c:pt>
                <c:pt idx="11370">
                  <c:v>9.0230958773855203</c:v>
                </c:pt>
                <c:pt idx="11371">
                  <c:v>9.0215617303084628</c:v>
                </c:pt>
                <c:pt idx="11372">
                  <c:v>9.0190294975118537</c:v>
                </c:pt>
                <c:pt idx="11373">
                  <c:v>9.0204611237705876</c:v>
                </c:pt>
                <c:pt idx="11374">
                  <c:v>9.023530988723758</c:v>
                </c:pt>
                <c:pt idx="11375">
                  <c:v>9.0254007631989008</c:v>
                </c:pt>
                <c:pt idx="11376">
                  <c:v>9.0257122002915402</c:v>
                </c:pt>
                <c:pt idx="11377">
                  <c:v>9.0268247449022336</c:v>
                </c:pt>
                <c:pt idx="11378">
                  <c:v>9.0274141087076725</c:v>
                </c:pt>
                <c:pt idx="11379">
                  <c:v>9.0260812333495295</c:v>
                </c:pt>
                <c:pt idx="11380">
                  <c:v>9.0245520081095112</c:v>
                </c:pt>
                <c:pt idx="11381">
                  <c:v>9.0241743880166876</c:v>
                </c:pt>
                <c:pt idx="11382">
                  <c:v>9.0238499656518609</c:v>
                </c:pt>
                <c:pt idx="11383">
                  <c:v>9.0236722559187701</c:v>
                </c:pt>
                <c:pt idx="11384">
                  <c:v>9.0235782174153449</c:v>
                </c:pt>
                <c:pt idx="11385">
                  <c:v>9.0241863260895059</c:v>
                </c:pt>
                <c:pt idx="11386">
                  <c:v>9.0238153033527126</c:v>
                </c:pt>
                <c:pt idx="11387">
                  <c:v>9.0218743193204087</c:v>
                </c:pt>
                <c:pt idx="11388">
                  <c:v>9.021530209607425</c:v>
                </c:pt>
                <c:pt idx="11389">
                  <c:v>9.0230791221956004</c:v>
                </c:pt>
                <c:pt idx="11390">
                  <c:v>9.0228397324196177</c:v>
                </c:pt>
                <c:pt idx="11391">
                  <c:v>9.0239444230350347</c:v>
                </c:pt>
                <c:pt idx="11392">
                  <c:v>9.0277601033795225</c:v>
                </c:pt>
                <c:pt idx="11393">
                  <c:v>9.0303992552318082</c:v>
                </c:pt>
                <c:pt idx="11394">
                  <c:v>9.028823115460014</c:v>
                </c:pt>
                <c:pt idx="11395">
                  <c:v>9.0244414238560395</c:v>
                </c:pt>
                <c:pt idx="11396">
                  <c:v>9.0231079201782745</c:v>
                </c:pt>
                <c:pt idx="11397">
                  <c:v>9.0241793098537268</c:v>
                </c:pt>
                <c:pt idx="11398">
                  <c:v>9.027339652832465</c:v>
                </c:pt>
                <c:pt idx="11399">
                  <c:v>9.0295087168875554</c:v>
                </c:pt>
                <c:pt idx="11400">
                  <c:v>9.0285019394132338</c:v>
                </c:pt>
                <c:pt idx="11401">
                  <c:v>9.0231896017291362</c:v>
                </c:pt>
                <c:pt idx="11402">
                  <c:v>9.0201870716954584</c:v>
                </c:pt>
                <c:pt idx="11403">
                  <c:v>9.0225965727259023</c:v>
                </c:pt>
                <c:pt idx="11404">
                  <c:v>9.0226156317544355</c:v>
                </c:pt>
                <c:pt idx="11405">
                  <c:v>9.0238633698037969</c:v>
                </c:pt>
                <c:pt idx="11406">
                  <c:v>9.0263478503091328</c:v>
                </c:pt>
                <c:pt idx="11407">
                  <c:v>9.0272451954492912</c:v>
                </c:pt>
                <c:pt idx="11408">
                  <c:v>9.0237509005914589</c:v>
                </c:pt>
                <c:pt idx="11409">
                  <c:v>9.0202378608649028</c:v>
                </c:pt>
                <c:pt idx="11410">
                  <c:v>9.0216463440175598</c:v>
                </c:pt>
                <c:pt idx="11411">
                  <c:v>9.0225136345357981</c:v>
                </c:pt>
                <c:pt idx="11412">
                  <c:v>9.0223498525543295</c:v>
                </c:pt>
                <c:pt idx="11413">
                  <c:v>9.0240033803595665</c:v>
                </c:pt>
                <c:pt idx="11414">
                  <c:v>9.0235261716066546</c:v>
                </c:pt>
                <c:pt idx="11415">
                  <c:v>9.0234244885478283</c:v>
                </c:pt>
                <c:pt idx="11416">
                  <c:v>9.0251017877787643</c:v>
                </c:pt>
                <c:pt idx="11417">
                  <c:v>9.0266538419650484</c:v>
                </c:pt>
                <c:pt idx="11418">
                  <c:v>9.0274655261967389</c:v>
                </c:pt>
                <c:pt idx="11419">
                  <c:v>9.0239908139671261</c:v>
                </c:pt>
                <c:pt idx="11420">
                  <c:v>9.020351586716485</c:v>
                </c:pt>
                <c:pt idx="11421">
                  <c:v>9.0200780582410403</c:v>
                </c:pt>
                <c:pt idx="11422">
                  <c:v>9.0241511401906749</c:v>
                </c:pt>
                <c:pt idx="11423">
                  <c:v>9.0262635507598485</c:v>
                </c:pt>
                <c:pt idx="11424">
                  <c:v>9.0260002848382292</c:v>
                </c:pt>
                <c:pt idx="11425">
                  <c:v>9.0254854816279337</c:v>
                </c:pt>
                <c:pt idx="11426">
                  <c:v>9.0239651575825608</c:v>
                </c:pt>
                <c:pt idx="11427">
                  <c:v>9.0256087369937834</c:v>
                </c:pt>
                <c:pt idx="11428">
                  <c:v>9.0282333327748265</c:v>
                </c:pt>
                <c:pt idx="11429">
                  <c:v>9.0285413141095461</c:v>
                </c:pt>
                <c:pt idx="11430">
                  <c:v>9.0278852437042367</c:v>
                </c:pt>
                <c:pt idx="11431">
                  <c:v>9.0266581354824655</c:v>
                </c:pt>
                <c:pt idx="11432">
                  <c:v>9.0280288147378656</c:v>
                </c:pt>
                <c:pt idx="11433">
                  <c:v>9.0291861794815951</c:v>
                </c:pt>
                <c:pt idx="11434">
                  <c:v>9.0263623016604395</c:v>
                </c:pt>
                <c:pt idx="11435">
                  <c:v>9.0232358879412899</c:v>
                </c:pt>
                <c:pt idx="11436">
                  <c:v>9.020293990751135</c:v>
                </c:pt>
                <c:pt idx="11437">
                  <c:v>9.0202662399678299</c:v>
                </c:pt>
                <c:pt idx="11438">
                  <c:v>9.0226605566074092</c:v>
                </c:pt>
                <c:pt idx="11439">
                  <c:v>9.0261260534825656</c:v>
                </c:pt>
                <c:pt idx="11440">
                  <c:v>9.0275573655814885</c:v>
                </c:pt>
                <c:pt idx="11441">
                  <c:v>9.029881624583215</c:v>
                </c:pt>
                <c:pt idx="11442">
                  <c:v>9.0334783355394332</c:v>
                </c:pt>
                <c:pt idx="11443">
                  <c:v>9.0362488061927184</c:v>
                </c:pt>
                <c:pt idx="11444">
                  <c:v>9.0368235092069771</c:v>
                </c:pt>
                <c:pt idx="11445">
                  <c:v>9.0337394023423752</c:v>
                </c:pt>
                <c:pt idx="11446">
                  <c:v>9.0281788784075871</c:v>
                </c:pt>
                <c:pt idx="11447">
                  <c:v>9.0264190598662939</c:v>
                </c:pt>
                <c:pt idx="11448">
                  <c:v>9.0247688830990391</c:v>
                </c:pt>
                <c:pt idx="11449">
                  <c:v>9.0206879471541317</c:v>
                </c:pt>
                <c:pt idx="11450">
                  <c:v>9.0206723438835184</c:v>
                </c:pt>
                <c:pt idx="11451">
                  <c:v>9.0226143751151913</c:v>
                </c:pt>
                <c:pt idx="11452">
                  <c:v>9.0252700727175235</c:v>
                </c:pt>
                <c:pt idx="11453">
                  <c:v>9.028792013638725</c:v>
                </c:pt>
                <c:pt idx="11454">
                  <c:v>9.0301512784209912</c:v>
                </c:pt>
                <c:pt idx="11455">
                  <c:v>9.029878587705042</c:v>
                </c:pt>
                <c:pt idx="11456">
                  <c:v>9.0291438726270457</c:v>
                </c:pt>
                <c:pt idx="11457">
                  <c:v>9.0303006090511531</c:v>
                </c:pt>
                <c:pt idx="11458">
                  <c:v>9.0306481745220584</c:v>
                </c:pt>
                <c:pt idx="11459">
                  <c:v>9.0282533342827946</c:v>
                </c:pt>
                <c:pt idx="11460">
                  <c:v>9.0264069123536022</c:v>
                </c:pt>
                <c:pt idx="11461">
                  <c:v>9.0237304802037439</c:v>
                </c:pt>
                <c:pt idx="11462">
                  <c:v>9.0225056758205859</c:v>
                </c:pt>
                <c:pt idx="11463">
                  <c:v>9.0224195960323712</c:v>
                </c:pt>
                <c:pt idx="11464">
                  <c:v>9.0220419759395476</c:v>
                </c:pt>
                <c:pt idx="11465">
                  <c:v>9.0207402024026937</c:v>
                </c:pt>
                <c:pt idx="11466">
                  <c:v>9.0203050910644578</c:v>
                </c:pt>
                <c:pt idx="11467">
                  <c:v>9.019454346296266</c:v>
                </c:pt>
                <c:pt idx="11468">
                  <c:v>9.0218788222777011</c:v>
                </c:pt>
                <c:pt idx="11469">
                  <c:v>9.0256874863864081</c:v>
                </c:pt>
                <c:pt idx="11470">
                  <c:v>9.0242969103429793</c:v>
                </c:pt>
                <c:pt idx="11471">
                  <c:v>9.0239431663957905</c:v>
                </c:pt>
                <c:pt idx="11472">
                  <c:v>9.024118991170015</c:v>
                </c:pt>
                <c:pt idx="11473">
                  <c:v>9.0221072164602987</c:v>
                </c:pt>
                <c:pt idx="11474">
                  <c:v>9.0215176432149864</c:v>
                </c:pt>
                <c:pt idx="11475">
                  <c:v>9.0228584772883398</c:v>
                </c:pt>
                <c:pt idx="11476">
                  <c:v>9.0227264254477824</c:v>
                </c:pt>
                <c:pt idx="11477">
                  <c:v>9.0218348399041606</c:v>
                </c:pt>
                <c:pt idx="11478">
                  <c:v>9.0229772296968989</c:v>
                </c:pt>
                <c:pt idx="11479">
                  <c:v>9.0227994152438722</c:v>
                </c:pt>
                <c:pt idx="11480">
                  <c:v>9.0187665457500454</c:v>
                </c:pt>
                <c:pt idx="11481">
                  <c:v>9.0164629165759091</c:v>
                </c:pt>
                <c:pt idx="11482">
                  <c:v>9.0161016327932568</c:v>
                </c:pt>
                <c:pt idx="11483">
                  <c:v>9.0166462811855972</c:v>
                </c:pt>
                <c:pt idx="11484">
                  <c:v>9.0188484367407806</c:v>
                </c:pt>
                <c:pt idx="11485">
                  <c:v>9.0240754276762232</c:v>
                </c:pt>
                <c:pt idx="11486">
                  <c:v>9.0231217432099591</c:v>
                </c:pt>
                <c:pt idx="11487">
                  <c:v>9.0211689258247745</c:v>
                </c:pt>
                <c:pt idx="11488">
                  <c:v>9.0228354389022005</c:v>
                </c:pt>
                <c:pt idx="11489">
                  <c:v>9.026298213058995</c:v>
                </c:pt>
                <c:pt idx="11490">
                  <c:v>9.0293056649297121</c:v>
                </c:pt>
                <c:pt idx="11491">
                  <c:v>9.0297981627934245</c:v>
                </c:pt>
                <c:pt idx="11492">
                  <c:v>9.0296051639495332</c:v>
                </c:pt>
                <c:pt idx="11493">
                  <c:v>9.031596727711408</c:v>
                </c:pt>
                <c:pt idx="11494">
                  <c:v>9.0314108498232333</c:v>
                </c:pt>
                <c:pt idx="11495">
                  <c:v>9.0302121207043875</c:v>
                </c:pt>
                <c:pt idx="11496">
                  <c:v>9.0290462736457613</c:v>
                </c:pt>
                <c:pt idx="11497">
                  <c:v>9.0289223899602895</c:v>
                </c:pt>
                <c:pt idx="11498">
                  <c:v>9.0323311286295933</c:v>
                </c:pt>
                <c:pt idx="11499">
                  <c:v>9.0373594658445455</c:v>
                </c:pt>
                <c:pt idx="11500">
                  <c:v>9.0370591290652271</c:v>
                </c:pt>
                <c:pt idx="11501">
                  <c:v>9.0338291473283849</c:v>
                </c:pt>
                <c:pt idx="11502">
                  <c:v>9.0315285550324216</c:v>
                </c:pt>
                <c:pt idx="11503">
                  <c:v>9.0303554822981411</c:v>
                </c:pt>
                <c:pt idx="11504">
                  <c:v>9.0302307608531738</c:v>
                </c:pt>
                <c:pt idx="11505">
                  <c:v>9.0309056808471428</c:v>
                </c:pt>
                <c:pt idx="11506">
                  <c:v>9.0331590444515193</c:v>
                </c:pt>
                <c:pt idx="11507">
                  <c:v>9.0347638774860517</c:v>
                </c:pt>
                <c:pt idx="11508">
                  <c:v>9.0325140743595327</c:v>
                </c:pt>
                <c:pt idx="11509">
                  <c:v>9.0291683770923044</c:v>
                </c:pt>
                <c:pt idx="11510">
                  <c:v>9.0279802246870968</c:v>
                </c:pt>
                <c:pt idx="11511">
                  <c:v>9.0303545398187097</c:v>
                </c:pt>
                <c:pt idx="11512">
                  <c:v>9.0318757016235782</c:v>
                </c:pt>
                <c:pt idx="11513">
                  <c:v>9.0307474490223338</c:v>
                </c:pt>
                <c:pt idx="11514">
                  <c:v>9.029780569844009</c:v>
                </c:pt>
                <c:pt idx="11515">
                  <c:v>9.0311461178224963</c:v>
                </c:pt>
                <c:pt idx="11516">
                  <c:v>9.0326068562237154</c:v>
                </c:pt>
                <c:pt idx="11517">
                  <c:v>9.031538084546689</c:v>
                </c:pt>
                <c:pt idx="11518">
                  <c:v>9.0295868379605579</c:v>
                </c:pt>
                <c:pt idx="11519">
                  <c:v>9.027554538143189</c:v>
                </c:pt>
                <c:pt idx="11520">
                  <c:v>9.0259842626878672</c:v>
                </c:pt>
                <c:pt idx="11521">
                  <c:v>9.0270533485247046</c:v>
                </c:pt>
                <c:pt idx="11522">
                  <c:v>9.0299882294790805</c:v>
                </c:pt>
                <c:pt idx="11523">
                  <c:v>9.0323459988606469</c:v>
                </c:pt>
                <c:pt idx="11524">
                  <c:v>9.0310160556607411</c:v>
                </c:pt>
                <c:pt idx="11525">
                  <c:v>9.0250179071092269</c:v>
                </c:pt>
                <c:pt idx="11526">
                  <c:v>9.0227560611899538</c:v>
                </c:pt>
                <c:pt idx="11527">
                  <c:v>9.0229111514166505</c:v>
                </c:pt>
                <c:pt idx="11528">
                  <c:v>9.0211105968198648</c:v>
                </c:pt>
                <c:pt idx="11529">
                  <c:v>9.0194247105540946</c:v>
                </c:pt>
                <c:pt idx="11530">
                  <c:v>9.0202245614329044</c:v>
                </c:pt>
                <c:pt idx="11531">
                  <c:v>9.0224750975989814</c:v>
                </c:pt>
                <c:pt idx="11532">
                  <c:v>9.0224907008695947</c:v>
                </c:pt>
                <c:pt idx="11533">
                  <c:v>9.0211450496791379</c:v>
                </c:pt>
                <c:pt idx="11534">
                  <c:v>9.0221517224335237</c:v>
                </c:pt>
                <c:pt idx="11535">
                  <c:v>9.0249495249903653</c:v>
                </c:pt>
                <c:pt idx="11536">
                  <c:v>9.0270528249250201</c:v>
                </c:pt>
                <c:pt idx="11537">
                  <c:v>9.0273343121156771</c:v>
                </c:pt>
                <c:pt idx="11538">
                  <c:v>9.0285749292093218</c:v>
                </c:pt>
                <c:pt idx="11539">
                  <c:v>9.0280258825796285</c:v>
                </c:pt>
                <c:pt idx="11540">
                  <c:v>9.0261214458053374</c:v>
                </c:pt>
                <c:pt idx="11541">
                  <c:v>9.0270391066132731</c:v>
                </c:pt>
                <c:pt idx="11542">
                  <c:v>9.0268804559087172</c:v>
                </c:pt>
                <c:pt idx="11543">
                  <c:v>9.0245437352344897</c:v>
                </c:pt>
                <c:pt idx="11544">
                  <c:v>9.0235811495735803</c:v>
                </c:pt>
                <c:pt idx="11545">
                  <c:v>9.0251846212489326</c:v>
                </c:pt>
                <c:pt idx="11546">
                  <c:v>9.0250507891694447</c:v>
                </c:pt>
                <c:pt idx="11547">
                  <c:v>9.0235097305765457</c:v>
                </c:pt>
                <c:pt idx="11548">
                  <c:v>9.0234509826918892</c:v>
                </c:pt>
                <c:pt idx="11549">
                  <c:v>9.0228879035906377</c:v>
                </c:pt>
                <c:pt idx="11550">
                  <c:v>9.0231696002211681</c:v>
                </c:pt>
                <c:pt idx="11551">
                  <c:v>9.0263830362079656</c:v>
                </c:pt>
                <c:pt idx="11552">
                  <c:v>9.0270372216544068</c:v>
                </c:pt>
                <c:pt idx="11553">
                  <c:v>9.0255450672720876</c:v>
                </c:pt>
                <c:pt idx="11554">
                  <c:v>9.0237986528827303</c:v>
                </c:pt>
                <c:pt idx="11555">
                  <c:v>9.0232152581137015</c:v>
                </c:pt>
                <c:pt idx="11556">
                  <c:v>9.0261785181710028</c:v>
                </c:pt>
                <c:pt idx="11557">
                  <c:v>9.0301080290870104</c:v>
                </c:pt>
                <c:pt idx="11558">
                  <c:v>9.0326261246921238</c:v>
                </c:pt>
                <c:pt idx="11559">
                  <c:v>9.0304660665516145</c:v>
                </c:pt>
                <c:pt idx="11560">
                  <c:v>9.0268421284117757</c:v>
                </c:pt>
                <c:pt idx="11561">
                  <c:v>9.0281828577651932</c:v>
                </c:pt>
                <c:pt idx="11562">
                  <c:v>9.0310376279677627</c:v>
                </c:pt>
                <c:pt idx="11563">
                  <c:v>9.0308233709766608</c:v>
                </c:pt>
                <c:pt idx="11564">
                  <c:v>9.0310005571100653</c:v>
                </c:pt>
                <c:pt idx="11565">
                  <c:v>9.0317131762813538</c:v>
                </c:pt>
                <c:pt idx="11566">
                  <c:v>9.0288874135013319</c:v>
                </c:pt>
                <c:pt idx="11567">
                  <c:v>9.0257415218739006</c:v>
                </c:pt>
                <c:pt idx="11568">
                  <c:v>9.0241950178442778</c:v>
                </c:pt>
                <c:pt idx="11569">
                  <c:v>9.0231678199822394</c:v>
                </c:pt>
                <c:pt idx="11570">
                  <c:v>9.0218684550039381</c:v>
                </c:pt>
                <c:pt idx="11571">
                  <c:v>9.0218368295829627</c:v>
                </c:pt>
                <c:pt idx="11572">
                  <c:v>9.0204048891644195</c:v>
                </c:pt>
                <c:pt idx="11573">
                  <c:v>9.0189278144530274</c:v>
                </c:pt>
                <c:pt idx="11574">
                  <c:v>9.0196706976861076</c:v>
                </c:pt>
                <c:pt idx="11575">
                  <c:v>9.0227173148132636</c:v>
                </c:pt>
                <c:pt idx="11576">
                  <c:v>9.0260953705410252</c:v>
                </c:pt>
                <c:pt idx="11577">
                  <c:v>9.0292840926226905</c:v>
                </c:pt>
                <c:pt idx="11578">
                  <c:v>9.0301738979273836</c:v>
                </c:pt>
                <c:pt idx="11579">
                  <c:v>9.030398312752375</c:v>
                </c:pt>
                <c:pt idx="11580">
                  <c:v>9.0312226680964436</c:v>
                </c:pt>
                <c:pt idx="11581">
                  <c:v>9.0304110885846889</c:v>
                </c:pt>
                <c:pt idx="11582">
                  <c:v>9.0283317695156082</c:v>
                </c:pt>
                <c:pt idx="11583">
                  <c:v>9.027306561332372</c:v>
                </c:pt>
                <c:pt idx="11584">
                  <c:v>9.0289816614446323</c:v>
                </c:pt>
                <c:pt idx="11585">
                  <c:v>9.0295680930918358</c:v>
                </c:pt>
                <c:pt idx="11586">
                  <c:v>9.028511259487626</c:v>
                </c:pt>
                <c:pt idx="11587">
                  <c:v>9.0269770076906326</c:v>
                </c:pt>
                <c:pt idx="11588">
                  <c:v>9.0252882939865628</c:v>
                </c:pt>
                <c:pt idx="11589">
                  <c:v>9.0263281629609775</c:v>
                </c:pt>
                <c:pt idx="11590">
                  <c:v>9.0300500142419118</c:v>
                </c:pt>
                <c:pt idx="11591">
                  <c:v>9.0319920454735847</c:v>
                </c:pt>
                <c:pt idx="11592">
                  <c:v>9.0287536861417816</c:v>
                </c:pt>
                <c:pt idx="11593">
                  <c:v>9.0237079654172874</c:v>
                </c:pt>
                <c:pt idx="11594">
                  <c:v>9.0220538092924283</c:v>
                </c:pt>
                <c:pt idx="11595">
                  <c:v>9.0227795184558417</c:v>
                </c:pt>
                <c:pt idx="11596">
                  <c:v>9.024458702645644</c:v>
                </c:pt>
                <c:pt idx="11597">
                  <c:v>9.0237670274617567</c:v>
                </c:pt>
                <c:pt idx="11598">
                  <c:v>9.0220285717876116</c:v>
                </c:pt>
                <c:pt idx="11599">
                  <c:v>9.0226720758004788</c:v>
                </c:pt>
                <c:pt idx="11600">
                  <c:v>9.0203751487023105</c:v>
                </c:pt>
                <c:pt idx="11601">
                  <c:v>9.0178378893487263</c:v>
                </c:pt>
                <c:pt idx="11602">
                  <c:v>9.0219864743729374</c:v>
                </c:pt>
                <c:pt idx="11603">
                  <c:v>9.0259611195817904</c:v>
                </c:pt>
                <c:pt idx="11604">
                  <c:v>9.0253247365246381</c:v>
                </c:pt>
                <c:pt idx="11605">
                  <c:v>9.0229609981066634</c:v>
                </c:pt>
                <c:pt idx="11606">
                  <c:v>9.0244749342358794</c:v>
                </c:pt>
                <c:pt idx="11607">
                  <c:v>9.023656862088032</c:v>
                </c:pt>
                <c:pt idx="11608">
                  <c:v>9.0209823148970401</c:v>
                </c:pt>
                <c:pt idx="11609">
                  <c:v>9.0209781260995587</c:v>
                </c:pt>
                <c:pt idx="11610">
                  <c:v>9.0228744994387018</c:v>
                </c:pt>
                <c:pt idx="11611">
                  <c:v>9.0226163647939952</c:v>
                </c:pt>
                <c:pt idx="11612">
                  <c:v>9.0247535939882386</c:v>
                </c:pt>
                <c:pt idx="11613">
                  <c:v>9.0277684809744816</c:v>
                </c:pt>
                <c:pt idx="11614">
                  <c:v>9.0269344913962097</c:v>
                </c:pt>
                <c:pt idx="11615">
                  <c:v>9.022642544778245</c:v>
                </c:pt>
                <c:pt idx="11616">
                  <c:v>9.0209707957039686</c:v>
                </c:pt>
                <c:pt idx="11617">
                  <c:v>9.0231434202369183</c:v>
                </c:pt>
                <c:pt idx="11618">
                  <c:v>9.0228726144798355</c:v>
                </c:pt>
                <c:pt idx="11619">
                  <c:v>9.0224911197493416</c:v>
                </c:pt>
                <c:pt idx="11620">
                  <c:v>9.0237501675518992</c:v>
                </c:pt>
                <c:pt idx="11621">
                  <c:v>9.0253702896972339</c:v>
                </c:pt>
                <c:pt idx="11622">
                  <c:v>9.0280696555132955</c:v>
                </c:pt>
                <c:pt idx="11623">
                  <c:v>9.0295913409178485</c:v>
                </c:pt>
                <c:pt idx="11624">
                  <c:v>9.0258111606320064</c:v>
                </c:pt>
                <c:pt idx="11625">
                  <c:v>9.0243421493557623</c:v>
                </c:pt>
                <c:pt idx="11626">
                  <c:v>9.0270780624298368</c:v>
                </c:pt>
                <c:pt idx="11627">
                  <c:v>9.0266121634301228</c:v>
                </c:pt>
                <c:pt idx="11628">
                  <c:v>9.0257703198565764</c:v>
                </c:pt>
                <c:pt idx="11629">
                  <c:v>9.0267078774525409</c:v>
                </c:pt>
                <c:pt idx="11630">
                  <c:v>9.0256674848784417</c:v>
                </c:pt>
                <c:pt idx="11631">
                  <c:v>9.022784440292881</c:v>
                </c:pt>
                <c:pt idx="11632">
                  <c:v>9.0212795100782461</c:v>
                </c:pt>
                <c:pt idx="11633">
                  <c:v>9.0217275019687353</c:v>
                </c:pt>
                <c:pt idx="11634">
                  <c:v>9.0222636680461772</c:v>
                </c:pt>
                <c:pt idx="11635">
                  <c:v>9.0220631293668205</c:v>
                </c:pt>
                <c:pt idx="11636">
                  <c:v>9.0262689961965723</c:v>
                </c:pt>
                <c:pt idx="11637">
                  <c:v>9.0281730140911147</c:v>
                </c:pt>
                <c:pt idx="11638">
                  <c:v>9.0276550692827104</c:v>
                </c:pt>
                <c:pt idx="11639">
                  <c:v>9.0269640224184435</c:v>
                </c:pt>
                <c:pt idx="11640">
                  <c:v>9.0273378725935363</c:v>
                </c:pt>
                <c:pt idx="11641">
                  <c:v>9.0292042960306951</c:v>
                </c:pt>
                <c:pt idx="11642">
                  <c:v>9.0282238032605608</c:v>
                </c:pt>
                <c:pt idx="11643">
                  <c:v>9.0275380971130801</c:v>
                </c:pt>
                <c:pt idx="11644">
                  <c:v>9.0233185119715831</c:v>
                </c:pt>
                <c:pt idx="11645">
                  <c:v>9.0215742967009032</c:v>
                </c:pt>
                <c:pt idx="11646">
                  <c:v>9.0219962133270784</c:v>
                </c:pt>
                <c:pt idx="11647">
                  <c:v>9.0207931906908172</c:v>
                </c:pt>
                <c:pt idx="11648">
                  <c:v>9.0256483211299692</c:v>
                </c:pt>
                <c:pt idx="11649">
                  <c:v>9.0269925062413083</c:v>
                </c:pt>
                <c:pt idx="11650">
                  <c:v>9.0257325159593176</c:v>
                </c:pt>
                <c:pt idx="11651">
                  <c:v>9.0226844327530458</c:v>
                </c:pt>
                <c:pt idx="11652">
                  <c:v>9.0204657314478158</c:v>
                </c:pt>
                <c:pt idx="11653">
                  <c:v>9.0209517366754355</c:v>
                </c:pt>
                <c:pt idx="11654">
                  <c:v>9.0225624340264403</c:v>
                </c:pt>
                <c:pt idx="11655">
                  <c:v>9.0241728172176323</c:v>
                </c:pt>
                <c:pt idx="11656">
                  <c:v>9.0274259420605532</c:v>
                </c:pt>
                <c:pt idx="11657">
                  <c:v>9.0312528274382995</c:v>
                </c:pt>
                <c:pt idx="11658">
                  <c:v>9.0303301400733869</c:v>
                </c:pt>
                <c:pt idx="11659">
                  <c:v>9.0280005403548742</c:v>
                </c:pt>
                <c:pt idx="11660">
                  <c:v>9.0271032999346552</c:v>
                </c:pt>
                <c:pt idx="11661">
                  <c:v>9.0266893420236922</c:v>
                </c:pt>
                <c:pt idx="11662">
                  <c:v>9.0266596015615832</c:v>
                </c:pt>
                <c:pt idx="11663">
                  <c:v>9.0243287452038263</c:v>
                </c:pt>
                <c:pt idx="11664">
                  <c:v>9.0229839317728668</c:v>
                </c:pt>
                <c:pt idx="11665">
                  <c:v>9.0209940435299831</c:v>
                </c:pt>
                <c:pt idx="11666">
                  <c:v>9.0198701891660935</c:v>
                </c:pt>
                <c:pt idx="11667">
                  <c:v>9.0189826877000154</c:v>
                </c:pt>
                <c:pt idx="11668">
                  <c:v>9.019206369485449</c:v>
                </c:pt>
                <c:pt idx="11669">
                  <c:v>9.0198054722450287</c:v>
                </c:pt>
                <c:pt idx="11670">
                  <c:v>9.0213057947824336</c:v>
                </c:pt>
                <c:pt idx="11671">
                  <c:v>9.0241085191763144</c:v>
                </c:pt>
                <c:pt idx="11672">
                  <c:v>9.0273787133689662</c:v>
                </c:pt>
                <c:pt idx="11673">
                  <c:v>9.0287600740579386</c:v>
                </c:pt>
                <c:pt idx="11674">
                  <c:v>9.025890957224</c:v>
                </c:pt>
                <c:pt idx="11675">
                  <c:v>9.023810800395422</c:v>
                </c:pt>
                <c:pt idx="11676">
                  <c:v>9.0228680068026073</c:v>
                </c:pt>
                <c:pt idx="11677">
                  <c:v>9.025449562689543</c:v>
                </c:pt>
                <c:pt idx="11678">
                  <c:v>9.0273149389273328</c:v>
                </c:pt>
                <c:pt idx="11679">
                  <c:v>9.0271374386341172</c:v>
                </c:pt>
                <c:pt idx="11680">
                  <c:v>9.0279227334416827</c:v>
                </c:pt>
                <c:pt idx="11681">
                  <c:v>9.0286354573329088</c:v>
                </c:pt>
                <c:pt idx="11682">
                  <c:v>9.028212074627616</c:v>
                </c:pt>
                <c:pt idx="11683">
                  <c:v>9.0258552477254828</c:v>
                </c:pt>
                <c:pt idx="11684">
                  <c:v>9.0255683150981021</c:v>
                </c:pt>
                <c:pt idx="11685">
                  <c:v>9.0259267714424549</c:v>
                </c:pt>
                <c:pt idx="11686">
                  <c:v>9.0237855628906054</c:v>
                </c:pt>
                <c:pt idx="11687">
                  <c:v>9.0260990357388202</c:v>
                </c:pt>
                <c:pt idx="11688">
                  <c:v>9.0251673424593264</c:v>
                </c:pt>
                <c:pt idx="11689">
                  <c:v>9.0233156845332836</c:v>
                </c:pt>
                <c:pt idx="11690">
                  <c:v>9.023911855134628</c:v>
                </c:pt>
                <c:pt idx="11691">
                  <c:v>9.0219602943886876</c:v>
                </c:pt>
                <c:pt idx="11692">
                  <c:v>9.0199426553624988</c:v>
                </c:pt>
                <c:pt idx="11693">
                  <c:v>9.0194196839971177</c:v>
                </c:pt>
                <c:pt idx="11694">
                  <c:v>9.0209001097464938</c:v>
                </c:pt>
                <c:pt idx="11695">
                  <c:v>9.0242150193522441</c:v>
                </c:pt>
                <c:pt idx="11696">
                  <c:v>9.0257909496841648</c:v>
                </c:pt>
                <c:pt idx="11697">
                  <c:v>9.0248186250691145</c:v>
                </c:pt>
                <c:pt idx="11698">
                  <c:v>9.0237692265804341</c:v>
                </c:pt>
                <c:pt idx="11699">
                  <c:v>9.0237469212338528</c:v>
                </c:pt>
                <c:pt idx="11700">
                  <c:v>9.0259366151165317</c:v>
                </c:pt>
                <c:pt idx="11701">
                  <c:v>9.0276973761372581</c:v>
                </c:pt>
                <c:pt idx="11702">
                  <c:v>9.0283297798368043</c:v>
                </c:pt>
                <c:pt idx="11703">
                  <c:v>9.0269062170132202</c:v>
                </c:pt>
                <c:pt idx="11704">
                  <c:v>9.02622962150026</c:v>
                </c:pt>
                <c:pt idx="11705">
                  <c:v>9.0259941063619458</c:v>
                </c:pt>
                <c:pt idx="11706">
                  <c:v>9.0257217298058077</c:v>
                </c:pt>
                <c:pt idx="11707">
                  <c:v>9.026246690849991</c:v>
                </c:pt>
                <c:pt idx="11708">
                  <c:v>9.0263536099056676</c:v>
                </c:pt>
                <c:pt idx="11709">
                  <c:v>9.0259688688571291</c:v>
                </c:pt>
                <c:pt idx="11710">
                  <c:v>9.0256282149020652</c:v>
                </c:pt>
                <c:pt idx="11711">
                  <c:v>9.0247832297304083</c:v>
                </c:pt>
                <c:pt idx="11712">
                  <c:v>9.0222328803846992</c:v>
                </c:pt>
                <c:pt idx="11713">
                  <c:v>9.0188667627297558</c:v>
                </c:pt>
                <c:pt idx="11714">
                  <c:v>9.0220874243922058</c:v>
                </c:pt>
                <c:pt idx="11715">
                  <c:v>9.0257749275338028</c:v>
                </c:pt>
                <c:pt idx="11716">
                  <c:v>9.0273803888879574</c:v>
                </c:pt>
                <c:pt idx="11717">
                  <c:v>9.0307203265586509</c:v>
                </c:pt>
                <c:pt idx="11718">
                  <c:v>9.030452871839552</c:v>
                </c:pt>
                <c:pt idx="11719">
                  <c:v>9.0275205041636646</c:v>
                </c:pt>
                <c:pt idx="11720">
                  <c:v>9.0242804693128704</c:v>
                </c:pt>
                <c:pt idx="11721">
                  <c:v>9.0237742531374092</c:v>
                </c:pt>
                <c:pt idx="11722">
                  <c:v>9.0260045783556464</c:v>
                </c:pt>
                <c:pt idx="11723">
                  <c:v>9.0284601561583706</c:v>
                </c:pt>
                <c:pt idx="11724">
                  <c:v>9.0292238786589145</c:v>
                </c:pt>
                <c:pt idx="11725">
                  <c:v>9.030622203977682</c:v>
                </c:pt>
                <c:pt idx="11726">
                  <c:v>9.0286238334199016</c:v>
                </c:pt>
                <c:pt idx="11727">
                  <c:v>9.0264488003284011</c:v>
                </c:pt>
                <c:pt idx="11728">
                  <c:v>9.0251864014878613</c:v>
                </c:pt>
                <c:pt idx="11729">
                  <c:v>9.0235358058408597</c:v>
                </c:pt>
                <c:pt idx="11730">
                  <c:v>9.0223539366318715</c:v>
                </c:pt>
                <c:pt idx="11731">
                  <c:v>9.0205927567313982</c:v>
                </c:pt>
                <c:pt idx="11732">
                  <c:v>9.0194421987835725</c:v>
                </c:pt>
                <c:pt idx="11733">
                  <c:v>9.0231434202369183</c:v>
                </c:pt>
                <c:pt idx="11734">
                  <c:v>9.0281766792889098</c:v>
                </c:pt>
                <c:pt idx="11735">
                  <c:v>9.0252891317460584</c:v>
                </c:pt>
                <c:pt idx="11736">
                  <c:v>9.0240390898580838</c:v>
                </c:pt>
                <c:pt idx="11737">
                  <c:v>9.025028588542801</c:v>
                </c:pt>
                <c:pt idx="11738">
                  <c:v>9.0260589280029482</c:v>
                </c:pt>
                <c:pt idx="11739">
                  <c:v>9.0277166446056665</c:v>
                </c:pt>
                <c:pt idx="11740">
                  <c:v>9.0292950882160756</c:v>
                </c:pt>
                <c:pt idx="11741">
                  <c:v>9.028022322101771</c:v>
                </c:pt>
                <c:pt idx="11742">
                  <c:v>9.0274136898279238</c:v>
                </c:pt>
                <c:pt idx="11743">
                  <c:v>9.0284512549637252</c:v>
                </c:pt>
                <c:pt idx="11744">
                  <c:v>9.0253122748521353</c:v>
                </c:pt>
                <c:pt idx="11745">
                  <c:v>9.0235114060955386</c:v>
                </c:pt>
                <c:pt idx="11746">
                  <c:v>9.0265576043429459</c:v>
                </c:pt>
                <c:pt idx="11747">
                  <c:v>9.0274392414925515</c:v>
                </c:pt>
                <c:pt idx="11748">
                  <c:v>9.0303228096777985</c:v>
                </c:pt>
                <c:pt idx="11749">
                  <c:v>9.0320721562253912</c:v>
                </c:pt>
                <c:pt idx="11750">
                  <c:v>9.030370876128881</c:v>
                </c:pt>
                <c:pt idx="11751">
                  <c:v>9.0270706273143109</c:v>
                </c:pt>
                <c:pt idx="11752">
                  <c:v>9.0259960960407479</c:v>
                </c:pt>
                <c:pt idx="11753">
                  <c:v>9.0271900080424903</c:v>
                </c:pt>
                <c:pt idx="11754">
                  <c:v>9.0271453973493294</c:v>
                </c:pt>
                <c:pt idx="11755">
                  <c:v>9.0255060067355863</c:v>
                </c:pt>
                <c:pt idx="11756">
                  <c:v>9.0256747105540942</c:v>
                </c:pt>
                <c:pt idx="11757">
                  <c:v>9.0278140341470774</c:v>
                </c:pt>
                <c:pt idx="11758">
                  <c:v>9.0270885344235374</c:v>
                </c:pt>
                <c:pt idx="11759">
                  <c:v>9.0256668565588196</c:v>
                </c:pt>
                <c:pt idx="11760">
                  <c:v>9.0261809267295536</c:v>
                </c:pt>
                <c:pt idx="11761">
                  <c:v>9.0249516193891051</c:v>
                </c:pt>
                <c:pt idx="11762">
                  <c:v>9.0236031407603505</c:v>
                </c:pt>
                <c:pt idx="11763">
                  <c:v>9.0242548129283051</c:v>
                </c:pt>
                <c:pt idx="11764">
                  <c:v>9.0244291716234102</c:v>
                </c:pt>
                <c:pt idx="11765">
                  <c:v>9.0258404822143667</c:v>
                </c:pt>
                <c:pt idx="11766">
                  <c:v>9.0276862758239371</c:v>
                </c:pt>
                <c:pt idx="11767">
                  <c:v>9.0257377519561679</c:v>
                </c:pt>
                <c:pt idx="11768">
                  <c:v>9.0241896771274899</c:v>
                </c:pt>
                <c:pt idx="11769">
                  <c:v>9.0220569508905388</c:v>
                </c:pt>
                <c:pt idx="11770">
                  <c:v>9.0200918812727249</c:v>
                </c:pt>
                <c:pt idx="11771">
                  <c:v>9.0211158328167151</c:v>
                </c:pt>
                <c:pt idx="11772">
                  <c:v>9.0249350736390603</c:v>
                </c:pt>
                <c:pt idx="11773">
                  <c:v>9.0264002102776342</c:v>
                </c:pt>
                <c:pt idx="11774">
                  <c:v>9.0268818172678991</c:v>
                </c:pt>
                <c:pt idx="11775">
                  <c:v>9.024893395104133</c:v>
                </c:pt>
                <c:pt idx="11776">
                  <c:v>9.0235894224486035</c:v>
                </c:pt>
                <c:pt idx="11777">
                  <c:v>9.0242879044283963</c:v>
                </c:pt>
                <c:pt idx="11778">
                  <c:v>9.0227102985774845</c:v>
                </c:pt>
                <c:pt idx="11779">
                  <c:v>9.0223705871018556</c:v>
                </c:pt>
                <c:pt idx="11780">
                  <c:v>9.0257382755558542</c:v>
                </c:pt>
                <c:pt idx="11781">
                  <c:v>9.0252785550324219</c:v>
                </c:pt>
                <c:pt idx="11782">
                  <c:v>9.0240876799088525</c:v>
                </c:pt>
                <c:pt idx="11783">
                  <c:v>9.0237070229378542</c:v>
                </c:pt>
                <c:pt idx="11784">
                  <c:v>9.024437549218371</c:v>
                </c:pt>
                <c:pt idx="11785">
                  <c:v>9.0265168682874517</c:v>
                </c:pt>
                <c:pt idx="11786">
                  <c:v>9.0262439681316291</c:v>
                </c:pt>
                <c:pt idx="11787">
                  <c:v>9.028790023959921</c:v>
                </c:pt>
                <c:pt idx="11788">
                  <c:v>9.0294906003384554</c:v>
                </c:pt>
                <c:pt idx="11789">
                  <c:v>9.0298264371764159</c:v>
                </c:pt>
                <c:pt idx="11790">
                  <c:v>9.0272050877134191</c:v>
                </c:pt>
                <c:pt idx="11791">
                  <c:v>9.0229669671430734</c:v>
                </c:pt>
                <c:pt idx="11792">
                  <c:v>9.021064729487458</c:v>
                </c:pt>
                <c:pt idx="11793">
                  <c:v>9.0204281369904322</c:v>
                </c:pt>
                <c:pt idx="11794">
                  <c:v>9.0224348851431735</c:v>
                </c:pt>
                <c:pt idx="11795">
                  <c:v>9.0224500695340382</c:v>
                </c:pt>
                <c:pt idx="11796">
                  <c:v>9.0244474976123854</c:v>
                </c:pt>
                <c:pt idx="11797">
                  <c:v>9.0291759169277679</c:v>
                </c:pt>
                <c:pt idx="11798">
                  <c:v>9.0282390923713614</c:v>
                </c:pt>
                <c:pt idx="11799">
                  <c:v>9.0234339133421582</c:v>
                </c:pt>
                <c:pt idx="11800">
                  <c:v>9.0222049201615206</c:v>
                </c:pt>
                <c:pt idx="11801">
                  <c:v>9.023715086373004</c:v>
                </c:pt>
                <c:pt idx="11802">
                  <c:v>9.0243925196454597</c:v>
                </c:pt>
                <c:pt idx="11803">
                  <c:v>9.0229483269942872</c:v>
                </c:pt>
                <c:pt idx="11804">
                  <c:v>9.0219150553759029</c:v>
                </c:pt>
                <c:pt idx="11805">
                  <c:v>9.0204421694619903</c:v>
                </c:pt>
                <c:pt idx="11806">
                  <c:v>9.0163956863763559</c:v>
                </c:pt>
                <c:pt idx="11807">
                  <c:v>9.0164587277784296</c:v>
                </c:pt>
                <c:pt idx="11808">
                  <c:v>9.0159087386693031</c:v>
                </c:pt>
                <c:pt idx="11809">
                  <c:v>9.0167586456779993</c:v>
                </c:pt>
                <c:pt idx="11810">
                  <c:v>9.017883861401069</c:v>
                </c:pt>
                <c:pt idx="11811">
                  <c:v>9.0211665172662237</c:v>
                </c:pt>
                <c:pt idx="11812">
                  <c:v>9.0253495551497078</c:v>
                </c:pt>
                <c:pt idx="11813">
                  <c:v>9.0284949231774547</c:v>
                </c:pt>
                <c:pt idx="11814">
                  <c:v>9.0273090746108604</c:v>
                </c:pt>
                <c:pt idx="11815">
                  <c:v>9.0256348122580974</c:v>
                </c:pt>
                <c:pt idx="11816">
                  <c:v>9.0252708057570832</c:v>
                </c:pt>
                <c:pt idx="11817">
                  <c:v>9.024118991170015</c:v>
                </c:pt>
                <c:pt idx="11818">
                  <c:v>9.0245811202519981</c:v>
                </c:pt>
                <c:pt idx="11819">
                  <c:v>9.0253287158822442</c:v>
                </c:pt>
                <c:pt idx="11820">
                  <c:v>9.0234619782852743</c:v>
                </c:pt>
                <c:pt idx="11821">
                  <c:v>9.0223471298359659</c:v>
                </c:pt>
                <c:pt idx="11822">
                  <c:v>9.0231530544711216</c:v>
                </c:pt>
                <c:pt idx="11823">
                  <c:v>9.0254074652748688</c:v>
                </c:pt>
                <c:pt idx="11824">
                  <c:v>9.0268642243184818</c:v>
                </c:pt>
                <c:pt idx="11825">
                  <c:v>9.0253055727761673</c:v>
                </c:pt>
                <c:pt idx="11826">
                  <c:v>9.0233519176314871</c:v>
                </c:pt>
                <c:pt idx="11827">
                  <c:v>9.0218404947807578</c:v>
                </c:pt>
                <c:pt idx="11828">
                  <c:v>9.0235341303218668</c:v>
                </c:pt>
                <c:pt idx="11829">
                  <c:v>9.0228066409195247</c:v>
                </c:pt>
                <c:pt idx="11830">
                  <c:v>9.0206565311730316</c:v>
                </c:pt>
                <c:pt idx="11831">
                  <c:v>9.019564511669989</c:v>
                </c:pt>
                <c:pt idx="11832">
                  <c:v>9.0205866829750523</c:v>
                </c:pt>
                <c:pt idx="11833">
                  <c:v>9.0204530603354396</c:v>
                </c:pt>
                <c:pt idx="11834">
                  <c:v>9.0231088626577076</c:v>
                </c:pt>
                <c:pt idx="11835">
                  <c:v>9.0266610676407009</c:v>
                </c:pt>
                <c:pt idx="11836">
                  <c:v>9.0264324640182299</c:v>
                </c:pt>
                <c:pt idx="11837">
                  <c:v>9.027987869242498</c:v>
                </c:pt>
                <c:pt idx="11838">
                  <c:v>9.0272825804667995</c:v>
                </c:pt>
                <c:pt idx="11839">
                  <c:v>9.0245086540555945</c:v>
                </c:pt>
                <c:pt idx="11840">
                  <c:v>9.0254905081849106</c:v>
                </c:pt>
                <c:pt idx="11841">
                  <c:v>9.0290606202771304</c:v>
                </c:pt>
                <c:pt idx="11842">
                  <c:v>9.0274703433138406</c:v>
                </c:pt>
                <c:pt idx="11843">
                  <c:v>9.0220600924886476</c:v>
                </c:pt>
                <c:pt idx="11844">
                  <c:v>9.0191161008997529</c:v>
                </c:pt>
                <c:pt idx="11845">
                  <c:v>9.0211696588643324</c:v>
                </c:pt>
                <c:pt idx="11846">
                  <c:v>9.0262038603957571</c:v>
                </c:pt>
                <c:pt idx="11847">
                  <c:v>9.0262784209909022</c:v>
                </c:pt>
                <c:pt idx="11848">
                  <c:v>9.0222656577249811</c:v>
                </c:pt>
                <c:pt idx="11849">
                  <c:v>9.0213031767840093</c:v>
                </c:pt>
                <c:pt idx="11850">
                  <c:v>9.0234982113834761</c:v>
                </c:pt>
                <c:pt idx="11851">
                  <c:v>9.0238522694904741</c:v>
                </c:pt>
                <c:pt idx="11852">
                  <c:v>9.026044267211768</c:v>
                </c:pt>
                <c:pt idx="11853">
                  <c:v>9.0277724603320877</c:v>
                </c:pt>
                <c:pt idx="11854">
                  <c:v>9.0265914288825968</c:v>
                </c:pt>
                <c:pt idx="11855">
                  <c:v>9.0275178861652403</c:v>
                </c:pt>
                <c:pt idx="11856">
                  <c:v>9.0250877553072062</c:v>
                </c:pt>
                <c:pt idx="11857">
                  <c:v>9.0229348181224136</c:v>
                </c:pt>
                <c:pt idx="11858">
                  <c:v>9.0245805966523136</c:v>
                </c:pt>
                <c:pt idx="11859">
                  <c:v>9.0268386726538541</c:v>
                </c:pt>
                <c:pt idx="11860">
                  <c:v>9.0289293014761327</c:v>
                </c:pt>
                <c:pt idx="11861">
                  <c:v>9.0309087177253158</c:v>
                </c:pt>
                <c:pt idx="11862">
                  <c:v>9.0276186267446334</c:v>
                </c:pt>
                <c:pt idx="11863">
                  <c:v>9.0240619188043496</c:v>
                </c:pt>
                <c:pt idx="11864">
                  <c:v>9.0254574166848176</c:v>
                </c:pt>
                <c:pt idx="11865">
                  <c:v>9.0275633346178985</c:v>
                </c:pt>
                <c:pt idx="11866">
                  <c:v>9.0282617118777537</c:v>
                </c:pt>
                <c:pt idx="11867">
                  <c:v>9.0295554219794578</c:v>
                </c:pt>
                <c:pt idx="11868">
                  <c:v>9.0305470150629166</c:v>
                </c:pt>
                <c:pt idx="11869">
                  <c:v>9.029599509072936</c:v>
                </c:pt>
                <c:pt idx="11870">
                  <c:v>9.0292650335941556</c:v>
                </c:pt>
                <c:pt idx="11871">
                  <c:v>9.0275664762160073</c:v>
                </c:pt>
                <c:pt idx="11872">
                  <c:v>9.0276451208886961</c:v>
                </c:pt>
                <c:pt idx="11873">
                  <c:v>9.0284282165775842</c:v>
                </c:pt>
                <c:pt idx="11874">
                  <c:v>9.0273216410033008</c:v>
                </c:pt>
                <c:pt idx="11875">
                  <c:v>9.0229606839468524</c:v>
                </c:pt>
                <c:pt idx="11876">
                  <c:v>9.0195699571067145</c:v>
                </c:pt>
                <c:pt idx="11877">
                  <c:v>9.0209513177956868</c:v>
                </c:pt>
                <c:pt idx="11878">
                  <c:v>9.0214457006182673</c:v>
                </c:pt>
                <c:pt idx="11879">
                  <c:v>9.0229261263676417</c:v>
                </c:pt>
                <c:pt idx="11880">
                  <c:v>9.0254902987450354</c:v>
                </c:pt>
                <c:pt idx="11881">
                  <c:v>9.0282494596451244</c:v>
                </c:pt>
                <c:pt idx="11882">
                  <c:v>9.0287168247239578</c:v>
                </c:pt>
                <c:pt idx="11883">
                  <c:v>9.0291059640098528</c:v>
                </c:pt>
                <c:pt idx="11884">
                  <c:v>9.027926922239164</c:v>
                </c:pt>
                <c:pt idx="11885">
                  <c:v>9.026376543571871</c:v>
                </c:pt>
                <c:pt idx="11886">
                  <c:v>9.0241846505705148</c:v>
                </c:pt>
                <c:pt idx="11887">
                  <c:v>9.0233667878625408</c:v>
                </c:pt>
                <c:pt idx="11888">
                  <c:v>9.0237771852956445</c:v>
                </c:pt>
                <c:pt idx="11889">
                  <c:v>9.0250623083625161</c:v>
                </c:pt>
                <c:pt idx="11890">
                  <c:v>9.0264782266306991</c:v>
                </c:pt>
                <c:pt idx="11891">
                  <c:v>9.0296538587202377</c:v>
                </c:pt>
                <c:pt idx="11892">
                  <c:v>9.0304578983965289</c:v>
                </c:pt>
                <c:pt idx="11893">
                  <c:v>9.026689132583817</c:v>
                </c:pt>
                <c:pt idx="11894">
                  <c:v>9.0252175033091504</c:v>
                </c:pt>
                <c:pt idx="11895">
                  <c:v>9.0270414104518881</c:v>
                </c:pt>
                <c:pt idx="11896">
                  <c:v>9.0269449633899104</c:v>
                </c:pt>
                <c:pt idx="11897">
                  <c:v>9.028737768711359</c:v>
                </c:pt>
                <c:pt idx="11898">
                  <c:v>9.0278979148166147</c:v>
                </c:pt>
                <c:pt idx="11899">
                  <c:v>9.026460528961346</c:v>
                </c:pt>
                <c:pt idx="11900">
                  <c:v>9.0255763785332501</c:v>
                </c:pt>
                <c:pt idx="11901">
                  <c:v>9.023148865673642</c:v>
                </c:pt>
                <c:pt idx="11902">
                  <c:v>9.0223937302079324</c:v>
                </c:pt>
                <c:pt idx="11903">
                  <c:v>9.025351858988321</c:v>
                </c:pt>
                <c:pt idx="11904">
                  <c:v>9.0288361007322013</c:v>
                </c:pt>
                <c:pt idx="11905">
                  <c:v>9.0274980940971474</c:v>
                </c:pt>
                <c:pt idx="11906">
                  <c:v>9.0264768652715173</c:v>
                </c:pt>
                <c:pt idx="11907">
                  <c:v>9.0246571469262609</c:v>
                </c:pt>
                <c:pt idx="11908">
                  <c:v>9.0253033736574899</c:v>
                </c:pt>
                <c:pt idx="11909">
                  <c:v>9.0251709029371856</c:v>
                </c:pt>
                <c:pt idx="11910">
                  <c:v>9.024943241794146</c:v>
                </c:pt>
                <c:pt idx="11911">
                  <c:v>9.0264894316639577</c:v>
                </c:pt>
                <c:pt idx="11912">
                  <c:v>9.026043220012399</c:v>
                </c:pt>
                <c:pt idx="11913">
                  <c:v>9.023805773838447</c:v>
                </c:pt>
                <c:pt idx="11914">
                  <c:v>9.0231054068997878</c:v>
                </c:pt>
                <c:pt idx="11915">
                  <c:v>9.0246489787711752</c:v>
                </c:pt>
                <c:pt idx="11916">
                  <c:v>9.0265455615501899</c:v>
                </c:pt>
                <c:pt idx="11917">
                  <c:v>9.0279133086473529</c:v>
                </c:pt>
                <c:pt idx="11918">
                  <c:v>9.0250395841361861</c:v>
                </c:pt>
                <c:pt idx="11919">
                  <c:v>9.0231799674949311</c:v>
                </c:pt>
                <c:pt idx="11920">
                  <c:v>9.0229127222157057</c:v>
                </c:pt>
                <c:pt idx="11921">
                  <c:v>9.0231057210595988</c:v>
                </c:pt>
                <c:pt idx="11922">
                  <c:v>9.0251658763802087</c:v>
                </c:pt>
                <c:pt idx="11923">
                  <c:v>9.0241728172176323</c:v>
                </c:pt>
                <c:pt idx="11924">
                  <c:v>9.0217245698104982</c:v>
                </c:pt>
                <c:pt idx="11925">
                  <c:v>9.019130133371311</c:v>
                </c:pt>
                <c:pt idx="11926">
                  <c:v>9.0202782827605859</c:v>
                </c:pt>
                <c:pt idx="11927">
                  <c:v>9.022632491664293</c:v>
                </c:pt>
                <c:pt idx="11928">
                  <c:v>9.0229856072918579</c:v>
                </c:pt>
                <c:pt idx="11929">
                  <c:v>9.0223021002630563</c:v>
                </c:pt>
                <c:pt idx="11930">
                  <c:v>9.0237623150645909</c:v>
                </c:pt>
                <c:pt idx="11931">
                  <c:v>9.0245258281252614</c:v>
                </c:pt>
                <c:pt idx="11932">
                  <c:v>9.0244769239146834</c:v>
                </c:pt>
                <c:pt idx="11933">
                  <c:v>9.0244832071109027</c:v>
                </c:pt>
                <c:pt idx="11934">
                  <c:v>9.0243829901311923</c:v>
                </c:pt>
                <c:pt idx="11935">
                  <c:v>9.0230179657523912</c:v>
                </c:pt>
                <c:pt idx="11936">
                  <c:v>9.0218224829515936</c:v>
                </c:pt>
                <c:pt idx="11937">
                  <c:v>9.0239367784796336</c:v>
                </c:pt>
                <c:pt idx="11938">
                  <c:v>9.0249048095772668</c:v>
                </c:pt>
                <c:pt idx="11939">
                  <c:v>9.0239491354322006</c:v>
                </c:pt>
                <c:pt idx="11940">
                  <c:v>9.0204984040681602</c:v>
                </c:pt>
                <c:pt idx="11941">
                  <c:v>9.0185372090880147</c:v>
                </c:pt>
                <c:pt idx="11942">
                  <c:v>9.0179995769314552</c:v>
                </c:pt>
                <c:pt idx="11943">
                  <c:v>9.0183918578154589</c:v>
                </c:pt>
                <c:pt idx="11944">
                  <c:v>9.0204096015615836</c:v>
                </c:pt>
                <c:pt idx="11945">
                  <c:v>9.0240311311428716</c:v>
                </c:pt>
                <c:pt idx="11946">
                  <c:v>9.0262246996632207</c:v>
                </c:pt>
                <c:pt idx="11947">
                  <c:v>9.0261796700903112</c:v>
                </c:pt>
                <c:pt idx="11948">
                  <c:v>9.024747520231891</c:v>
                </c:pt>
                <c:pt idx="11949">
                  <c:v>9.0229541913107578</c:v>
                </c:pt>
                <c:pt idx="11950">
                  <c:v>9.0215085325804676</c:v>
                </c:pt>
                <c:pt idx="11951">
                  <c:v>9.0228022426821717</c:v>
                </c:pt>
                <c:pt idx="11952">
                  <c:v>9.027126128880921</c:v>
                </c:pt>
                <c:pt idx="11953">
                  <c:v>9.0291379035906374</c:v>
                </c:pt>
                <c:pt idx="11954">
                  <c:v>9.0290676365129094</c:v>
                </c:pt>
                <c:pt idx="11955">
                  <c:v>9.0292759244676031</c:v>
                </c:pt>
                <c:pt idx="11956">
                  <c:v>9.0293824246435328</c:v>
                </c:pt>
                <c:pt idx="11957">
                  <c:v>9.0290191511820783</c:v>
                </c:pt>
                <c:pt idx="11958">
                  <c:v>9.0286837332238665</c:v>
                </c:pt>
                <c:pt idx="11959">
                  <c:v>9.030414020742926</c:v>
                </c:pt>
                <c:pt idx="11960">
                  <c:v>9.0302297136538048</c:v>
                </c:pt>
                <c:pt idx="11961">
                  <c:v>9.0272682338354304</c:v>
                </c:pt>
                <c:pt idx="11962">
                  <c:v>9.0266065085535239</c:v>
                </c:pt>
                <c:pt idx="11963">
                  <c:v>9.025055711006484</c:v>
                </c:pt>
                <c:pt idx="11964">
                  <c:v>9.0245599668247234</c:v>
                </c:pt>
                <c:pt idx="11965">
                  <c:v>9.0267371990349012</c:v>
                </c:pt>
                <c:pt idx="11966">
                  <c:v>9.0299689610106739</c:v>
                </c:pt>
                <c:pt idx="11967">
                  <c:v>9.02932776083642</c:v>
                </c:pt>
                <c:pt idx="11968">
                  <c:v>9.0236787485548646</c:v>
                </c:pt>
                <c:pt idx="11969">
                  <c:v>9.0224545724913288</c:v>
                </c:pt>
                <c:pt idx="11970">
                  <c:v>9.0249870147278113</c:v>
                </c:pt>
                <c:pt idx="11971">
                  <c:v>9.0262085727929229</c:v>
                </c:pt>
                <c:pt idx="11972">
                  <c:v>9.026665046998307</c:v>
                </c:pt>
                <c:pt idx="11973">
                  <c:v>9.0256534524068837</c:v>
                </c:pt>
                <c:pt idx="11974">
                  <c:v>9.0242563837273604</c:v>
                </c:pt>
                <c:pt idx="11975">
                  <c:v>9.0232734823986736</c:v>
                </c:pt>
                <c:pt idx="11976">
                  <c:v>9.0223700635021693</c:v>
                </c:pt>
                <c:pt idx="11977">
                  <c:v>9.0228999463833919</c:v>
                </c:pt>
                <c:pt idx="11978">
                  <c:v>9.0217623737077552</c:v>
                </c:pt>
                <c:pt idx="11979">
                  <c:v>9.0202012088869523</c:v>
                </c:pt>
                <c:pt idx="11980">
                  <c:v>9.0228125052359971</c:v>
                </c:pt>
                <c:pt idx="11981">
                  <c:v>9.0251690179783193</c:v>
                </c:pt>
                <c:pt idx="11982">
                  <c:v>9.024920831727627</c:v>
                </c:pt>
                <c:pt idx="11983">
                  <c:v>9.0233336963624478</c:v>
                </c:pt>
                <c:pt idx="11984">
                  <c:v>9.0230264480672897</c:v>
                </c:pt>
                <c:pt idx="11985">
                  <c:v>9.023889130908298</c:v>
                </c:pt>
                <c:pt idx="11986">
                  <c:v>9.0255288356818522</c:v>
                </c:pt>
                <c:pt idx="11987">
                  <c:v>9.0293479717842597</c:v>
                </c:pt>
                <c:pt idx="11988">
                  <c:v>9.0309344788298169</c:v>
                </c:pt>
                <c:pt idx="11989">
                  <c:v>9.0286390178107663</c:v>
                </c:pt>
                <c:pt idx="11990">
                  <c:v>9.0254975244206896</c:v>
                </c:pt>
                <c:pt idx="11991">
                  <c:v>9.0242365916592657</c:v>
                </c:pt>
                <c:pt idx="11992">
                  <c:v>9.0228488430541365</c:v>
                </c:pt>
                <c:pt idx="11993">
                  <c:v>9.0218599726890396</c:v>
                </c:pt>
                <c:pt idx="11994">
                  <c:v>9.0208259680310974</c:v>
                </c:pt>
                <c:pt idx="11995">
                  <c:v>9.0228427692977906</c:v>
                </c:pt>
                <c:pt idx="11996">
                  <c:v>9.0243895874872244</c:v>
                </c:pt>
                <c:pt idx="11997">
                  <c:v>9.0250433540539188</c:v>
                </c:pt>
                <c:pt idx="11998">
                  <c:v>9.0274791397885501</c:v>
                </c:pt>
                <c:pt idx="11999">
                  <c:v>9.0291030318516157</c:v>
                </c:pt>
                <c:pt idx="12000">
                  <c:v>9.0292188521019394</c:v>
                </c:pt>
                <c:pt idx="12001">
                  <c:v>9.0299709506894761</c:v>
                </c:pt>
                <c:pt idx="12002">
                  <c:v>9.0281459963473694</c:v>
                </c:pt>
                <c:pt idx="12003">
                  <c:v>9.0246000745605954</c:v>
                </c:pt>
                <c:pt idx="12004">
                  <c:v>9.0232322227434949</c:v>
                </c:pt>
                <c:pt idx="12005">
                  <c:v>9.0256228741852791</c:v>
                </c:pt>
                <c:pt idx="12006">
                  <c:v>9.0257596384230023</c:v>
                </c:pt>
                <c:pt idx="12007">
                  <c:v>9.0237333076420416</c:v>
                </c:pt>
                <c:pt idx="12008">
                  <c:v>9.0227278915269</c:v>
                </c:pt>
                <c:pt idx="12009">
                  <c:v>9.0223354012030228</c:v>
                </c:pt>
                <c:pt idx="12010">
                  <c:v>9.022537824841244</c:v>
                </c:pt>
                <c:pt idx="12011">
                  <c:v>9.0218535847728827</c:v>
                </c:pt>
                <c:pt idx="12012">
                  <c:v>9.0217033116632876</c:v>
                </c:pt>
                <c:pt idx="12013">
                  <c:v>9.0228752324782597</c:v>
                </c:pt>
                <c:pt idx="12014">
                  <c:v>9.0233649029036744</c:v>
                </c:pt>
                <c:pt idx="12015">
                  <c:v>9.0242667510011234</c:v>
                </c:pt>
                <c:pt idx="12016">
                  <c:v>9.026127205401874</c:v>
                </c:pt>
                <c:pt idx="12017">
                  <c:v>9.028130393076756</c:v>
                </c:pt>
                <c:pt idx="12018">
                  <c:v>9.0278027243938812</c:v>
                </c:pt>
                <c:pt idx="12019">
                  <c:v>9.0250884883467659</c:v>
                </c:pt>
                <c:pt idx="12020">
                  <c:v>9.0237588593066711</c:v>
                </c:pt>
                <c:pt idx="12021">
                  <c:v>9.0241042256588972</c:v>
                </c:pt>
                <c:pt idx="12022">
                  <c:v>9.0245171363704912</c:v>
                </c:pt>
                <c:pt idx="12023">
                  <c:v>9.025507472814704</c:v>
                </c:pt>
                <c:pt idx="12024">
                  <c:v>9.0286331534942956</c:v>
                </c:pt>
                <c:pt idx="12025">
                  <c:v>9.0306148735820919</c:v>
                </c:pt>
                <c:pt idx="12026">
                  <c:v>9.0323909237136206</c:v>
                </c:pt>
                <c:pt idx="12027">
                  <c:v>9.0347729881205705</c:v>
                </c:pt>
                <c:pt idx="12028">
                  <c:v>9.0352985774843759</c:v>
                </c:pt>
                <c:pt idx="12029">
                  <c:v>9.0341285416282702</c:v>
                </c:pt>
                <c:pt idx="12030">
                  <c:v>9.0327680202067597</c:v>
                </c:pt>
                <c:pt idx="12031">
                  <c:v>9.0310807725818076</c:v>
                </c:pt>
                <c:pt idx="12032">
                  <c:v>9.0279988648358831</c:v>
                </c:pt>
                <c:pt idx="12033">
                  <c:v>9.0257878080860543</c:v>
                </c:pt>
                <c:pt idx="12034">
                  <c:v>9.0236038737999102</c:v>
                </c:pt>
                <c:pt idx="12035">
                  <c:v>9.0246341085401198</c:v>
                </c:pt>
                <c:pt idx="12036">
                  <c:v>9.025672406715481</c:v>
                </c:pt>
                <c:pt idx="12037">
                  <c:v>9.02548600522762</c:v>
                </c:pt>
                <c:pt idx="12038">
                  <c:v>9.0239702888594735</c:v>
                </c:pt>
                <c:pt idx="12039">
                  <c:v>9.0231122136956916</c:v>
                </c:pt>
                <c:pt idx="12040">
                  <c:v>9.0225969916056492</c:v>
                </c:pt>
                <c:pt idx="12041">
                  <c:v>9.0235838722919421</c:v>
                </c:pt>
                <c:pt idx="12042">
                  <c:v>9.0294841077023609</c:v>
                </c:pt>
                <c:pt idx="12043">
                  <c:v>9.0299376497495096</c:v>
                </c:pt>
                <c:pt idx="12044">
                  <c:v>9.0271506333461797</c:v>
                </c:pt>
                <c:pt idx="12045">
                  <c:v>9.0244617395238169</c:v>
                </c:pt>
                <c:pt idx="12046">
                  <c:v>9.0226099768778383</c:v>
                </c:pt>
                <c:pt idx="12047">
                  <c:v>9.0238044124792651</c:v>
                </c:pt>
                <c:pt idx="12048">
                  <c:v>9.0244448796139611</c:v>
                </c:pt>
                <c:pt idx="12049">
                  <c:v>9.024081501432569</c:v>
                </c:pt>
                <c:pt idx="12050">
                  <c:v>9.0257737756144962</c:v>
                </c:pt>
                <c:pt idx="12051">
                  <c:v>9.0241113466146139</c:v>
                </c:pt>
                <c:pt idx="12052">
                  <c:v>9.0225660992242354</c:v>
                </c:pt>
                <c:pt idx="12053">
                  <c:v>9.0239646339828763</c:v>
                </c:pt>
                <c:pt idx="12054">
                  <c:v>9.0243355519997319</c:v>
                </c:pt>
                <c:pt idx="12055">
                  <c:v>9.0230278094264698</c:v>
                </c:pt>
                <c:pt idx="12056">
                  <c:v>9.0218839535546138</c:v>
                </c:pt>
                <c:pt idx="12057">
                  <c:v>9.0228091541980131</c:v>
                </c:pt>
                <c:pt idx="12058">
                  <c:v>9.024054064809075</c:v>
                </c:pt>
                <c:pt idx="12059">
                  <c:v>9.0212020173248657</c:v>
                </c:pt>
                <c:pt idx="12060">
                  <c:v>9.0209349814855155</c:v>
                </c:pt>
                <c:pt idx="12061">
                  <c:v>9.0255945998022895</c:v>
                </c:pt>
                <c:pt idx="12062">
                  <c:v>9.0299670760518076</c:v>
                </c:pt>
                <c:pt idx="12063">
                  <c:v>9.0297680034515686</c:v>
                </c:pt>
                <c:pt idx="12064">
                  <c:v>9.0257467578707509</c:v>
                </c:pt>
                <c:pt idx="12065">
                  <c:v>9.0230922121877253</c:v>
                </c:pt>
                <c:pt idx="12066">
                  <c:v>9.0217633161871884</c:v>
                </c:pt>
                <c:pt idx="12067">
                  <c:v>9.0217432099592845</c:v>
                </c:pt>
                <c:pt idx="12068">
                  <c:v>9.0205746401822964</c:v>
                </c:pt>
                <c:pt idx="12069">
                  <c:v>9.0199757468625901</c:v>
                </c:pt>
                <c:pt idx="12070">
                  <c:v>9.0211245245714853</c:v>
                </c:pt>
                <c:pt idx="12071">
                  <c:v>9.0252389708962344</c:v>
                </c:pt>
                <c:pt idx="12072">
                  <c:v>9.0276809351071492</c:v>
                </c:pt>
                <c:pt idx="12073">
                  <c:v>9.0291115141665124</c:v>
                </c:pt>
                <c:pt idx="12074">
                  <c:v>9.0308201246586126</c:v>
                </c:pt>
                <c:pt idx="12075">
                  <c:v>9.0301842652011466</c:v>
                </c:pt>
                <c:pt idx="12076">
                  <c:v>9.0313596417740403</c:v>
                </c:pt>
                <c:pt idx="12077">
                  <c:v>9.0336414892012797</c:v>
                </c:pt>
                <c:pt idx="12078">
                  <c:v>9.0328110601008671</c:v>
                </c:pt>
                <c:pt idx="12079">
                  <c:v>9.0303407167870251</c:v>
                </c:pt>
                <c:pt idx="12080">
                  <c:v>9.028813481225809</c:v>
                </c:pt>
                <c:pt idx="12081">
                  <c:v>9.026304915134963</c:v>
                </c:pt>
                <c:pt idx="12082">
                  <c:v>9.0255513504683069</c:v>
                </c:pt>
                <c:pt idx="12083">
                  <c:v>9.0263495258281257</c:v>
                </c:pt>
                <c:pt idx="12084">
                  <c:v>9.0274011234354834</c:v>
                </c:pt>
                <c:pt idx="12085">
                  <c:v>9.0299487500628324</c:v>
                </c:pt>
                <c:pt idx="12086">
                  <c:v>9.0294970929745482</c:v>
                </c:pt>
                <c:pt idx="12087">
                  <c:v>9.02747180939296</c:v>
                </c:pt>
                <c:pt idx="12088">
                  <c:v>9.0238845232310716</c:v>
                </c:pt>
                <c:pt idx="12089">
                  <c:v>9.0221528743528303</c:v>
                </c:pt>
                <c:pt idx="12090">
                  <c:v>9.0245840524102334</c:v>
                </c:pt>
                <c:pt idx="12091">
                  <c:v>9.0276138096275318</c:v>
                </c:pt>
                <c:pt idx="12092">
                  <c:v>9.0268314469782016</c:v>
                </c:pt>
                <c:pt idx="12093">
                  <c:v>9.0299117839250709</c:v>
                </c:pt>
                <c:pt idx="12094">
                  <c:v>9.0338232830119125</c:v>
                </c:pt>
                <c:pt idx="12095">
                  <c:v>9.0320661871889811</c:v>
                </c:pt>
                <c:pt idx="12096">
                  <c:v>9.0299426763064865</c:v>
                </c:pt>
                <c:pt idx="12097">
                  <c:v>9.0261041670157329</c:v>
                </c:pt>
                <c:pt idx="12098">
                  <c:v>9.0236594800864562</c:v>
                </c:pt>
                <c:pt idx="12099">
                  <c:v>9.0221096250188495</c:v>
                </c:pt>
                <c:pt idx="12100">
                  <c:v>9.0220832355947262</c:v>
                </c:pt>
                <c:pt idx="12101">
                  <c:v>9.0216244575507272</c:v>
                </c:pt>
                <c:pt idx="12102">
                  <c:v>9.0220097221989519</c:v>
                </c:pt>
                <c:pt idx="12103">
                  <c:v>9.0232979868639305</c:v>
                </c:pt>
                <c:pt idx="12104">
                  <c:v>9.0238599140458753</c:v>
                </c:pt>
                <c:pt idx="12105">
                  <c:v>9.0260138984300387</c:v>
                </c:pt>
                <c:pt idx="12106">
                  <c:v>9.028275639629376</c:v>
                </c:pt>
                <c:pt idx="12107">
                  <c:v>9.0301719082485796</c:v>
                </c:pt>
                <c:pt idx="12108">
                  <c:v>9.0306402158068462</c:v>
                </c:pt>
                <c:pt idx="12109">
                  <c:v>9.028350933264079</c:v>
                </c:pt>
                <c:pt idx="12110">
                  <c:v>9.0264375952951426</c:v>
                </c:pt>
                <c:pt idx="12111">
                  <c:v>9.0258642536400657</c:v>
                </c:pt>
                <c:pt idx="12112">
                  <c:v>9.0256129257912647</c:v>
                </c:pt>
                <c:pt idx="12113">
                  <c:v>9.0251219987266058</c:v>
                </c:pt>
                <c:pt idx="12114">
                  <c:v>9.0275540145435045</c:v>
                </c:pt>
                <c:pt idx="12115">
                  <c:v>9.030475281906071</c:v>
                </c:pt>
                <c:pt idx="12116">
                  <c:v>9.0268457936095707</c:v>
                </c:pt>
                <c:pt idx="12117">
                  <c:v>9.0233700341805871</c:v>
                </c:pt>
                <c:pt idx="12118">
                  <c:v>9.0232004926025837</c:v>
                </c:pt>
                <c:pt idx="12119">
                  <c:v>9.0227511393529145</c:v>
                </c:pt>
                <c:pt idx="12120">
                  <c:v>9.0228919876681797</c:v>
                </c:pt>
                <c:pt idx="12121">
                  <c:v>9.0241006651810398</c:v>
                </c:pt>
                <c:pt idx="12122">
                  <c:v>9.0240795117537651</c:v>
                </c:pt>
                <c:pt idx="12123">
                  <c:v>9.0214082108808196</c:v>
                </c:pt>
                <c:pt idx="12124">
                  <c:v>9.0198018070472337</c:v>
                </c:pt>
                <c:pt idx="12125">
                  <c:v>9.0188637258515829</c:v>
                </c:pt>
                <c:pt idx="12126">
                  <c:v>9.0189552510765214</c:v>
                </c:pt>
                <c:pt idx="12127">
                  <c:v>9.0199466347201049</c:v>
                </c:pt>
                <c:pt idx="12128">
                  <c:v>9.0229149213343831</c:v>
                </c:pt>
                <c:pt idx="12129">
                  <c:v>9.0247754804550713</c:v>
                </c:pt>
                <c:pt idx="12130">
                  <c:v>9.0243852939698073</c:v>
                </c:pt>
                <c:pt idx="12131">
                  <c:v>9.0217787100179283</c:v>
                </c:pt>
                <c:pt idx="12132">
                  <c:v>9.022096430306787</c:v>
                </c:pt>
                <c:pt idx="12133">
                  <c:v>9.0258556666052314</c:v>
                </c:pt>
                <c:pt idx="12134">
                  <c:v>9.0260551580852173</c:v>
                </c:pt>
                <c:pt idx="12135">
                  <c:v>9.0238497562119875</c:v>
                </c:pt>
                <c:pt idx="12136">
                  <c:v>9.0217394400415536</c:v>
                </c:pt>
                <c:pt idx="12137">
                  <c:v>9.0231342048824619</c:v>
                </c:pt>
                <c:pt idx="12138">
                  <c:v>9.025820375986461</c:v>
                </c:pt>
                <c:pt idx="12139">
                  <c:v>9.026016830588274</c:v>
                </c:pt>
                <c:pt idx="12140">
                  <c:v>9.0263964403599015</c:v>
                </c:pt>
                <c:pt idx="12141">
                  <c:v>9.0265168682874517</c:v>
                </c:pt>
                <c:pt idx="12142">
                  <c:v>9.0256796323911335</c:v>
                </c:pt>
                <c:pt idx="12143">
                  <c:v>9.0259437360722483</c:v>
                </c:pt>
                <c:pt idx="12144">
                  <c:v>9.0250912110651278</c:v>
                </c:pt>
                <c:pt idx="12145">
                  <c:v>9.0216024663639569</c:v>
                </c:pt>
                <c:pt idx="12146">
                  <c:v>9.0203033108255291</c:v>
                </c:pt>
                <c:pt idx="12147">
                  <c:v>9.0229059154198019</c:v>
                </c:pt>
                <c:pt idx="12148">
                  <c:v>9.0272912722215715</c:v>
                </c:pt>
                <c:pt idx="12149">
                  <c:v>9.0275885721227151</c:v>
                </c:pt>
                <c:pt idx="12150">
                  <c:v>9.0269462200291546</c:v>
                </c:pt>
                <c:pt idx="12151">
                  <c:v>9.0265692282559531</c:v>
                </c:pt>
                <c:pt idx="12152">
                  <c:v>9.0261945403213648</c:v>
                </c:pt>
                <c:pt idx="12153">
                  <c:v>9.0276228155421148</c:v>
                </c:pt>
                <c:pt idx="12154">
                  <c:v>9.0278282760585089</c:v>
                </c:pt>
                <c:pt idx="12155">
                  <c:v>9.0260354707370603</c:v>
                </c:pt>
                <c:pt idx="12156">
                  <c:v>9.0256578506442366</c:v>
                </c:pt>
                <c:pt idx="12157">
                  <c:v>9.0264587487224173</c:v>
                </c:pt>
                <c:pt idx="12158">
                  <c:v>9.0257562873850183</c:v>
                </c:pt>
                <c:pt idx="12159">
                  <c:v>9.0242341831007149</c:v>
                </c:pt>
                <c:pt idx="12160">
                  <c:v>9.0268911373422913</c:v>
                </c:pt>
                <c:pt idx="12161">
                  <c:v>9.0286732612301659</c:v>
                </c:pt>
                <c:pt idx="12162">
                  <c:v>9.0285797463264252</c:v>
                </c:pt>
                <c:pt idx="12163">
                  <c:v>9.0276886843824879</c:v>
                </c:pt>
                <c:pt idx="12164">
                  <c:v>9.024692961144714</c:v>
                </c:pt>
                <c:pt idx="12165">
                  <c:v>9.0234561139688019</c:v>
                </c:pt>
                <c:pt idx="12166">
                  <c:v>9.0229747164184104</c:v>
                </c:pt>
                <c:pt idx="12167">
                  <c:v>9.0217226848516336</c:v>
                </c:pt>
                <c:pt idx="12168">
                  <c:v>9.0218418561399396</c:v>
                </c:pt>
                <c:pt idx="12169">
                  <c:v>9.0246541100480879</c:v>
                </c:pt>
                <c:pt idx="12170">
                  <c:v>9.0263620922205661</c:v>
                </c:pt>
                <c:pt idx="12171">
                  <c:v>9.0286365045322796</c:v>
                </c:pt>
                <c:pt idx="12172">
                  <c:v>9.030513085803328</c:v>
                </c:pt>
                <c:pt idx="12173">
                  <c:v>9.030112846204112</c:v>
                </c:pt>
                <c:pt idx="12174">
                  <c:v>9.0277552862624191</c:v>
                </c:pt>
                <c:pt idx="12175">
                  <c:v>9.0277066962116521</c:v>
                </c:pt>
                <c:pt idx="12176">
                  <c:v>9.0300832104619406</c:v>
                </c:pt>
                <c:pt idx="12177">
                  <c:v>9.0286865606621642</c:v>
                </c:pt>
                <c:pt idx="12178">
                  <c:v>9.0288816539047971</c:v>
                </c:pt>
                <c:pt idx="12179">
                  <c:v>9.0267584571821118</c:v>
                </c:pt>
                <c:pt idx="12180">
                  <c:v>9.0247858477288343</c:v>
                </c:pt>
                <c:pt idx="12181">
                  <c:v>9.0264208401052226</c:v>
                </c:pt>
                <c:pt idx="12182">
                  <c:v>9.0298696865103967</c:v>
                </c:pt>
                <c:pt idx="12183">
                  <c:v>9.0321942596719342</c:v>
                </c:pt>
                <c:pt idx="12184">
                  <c:v>9.0305186359599894</c:v>
                </c:pt>
                <c:pt idx="12185">
                  <c:v>9.0262200919859925</c:v>
                </c:pt>
                <c:pt idx="12186">
                  <c:v>9.023620419549955</c:v>
                </c:pt>
                <c:pt idx="12187">
                  <c:v>9.0213169998156921</c:v>
                </c:pt>
                <c:pt idx="12188">
                  <c:v>9.0195521547174238</c:v>
                </c:pt>
                <c:pt idx="12189">
                  <c:v>9.020564377628471</c:v>
                </c:pt>
                <c:pt idx="12190">
                  <c:v>9.0233311830839611</c:v>
                </c:pt>
                <c:pt idx="12191">
                  <c:v>9.0229549243503175</c:v>
                </c:pt>
                <c:pt idx="12192">
                  <c:v>9.02154926863596</c:v>
                </c:pt>
                <c:pt idx="12193">
                  <c:v>9.0207381080039539</c:v>
                </c:pt>
                <c:pt idx="12194">
                  <c:v>9.0196810649598707</c:v>
                </c:pt>
                <c:pt idx="12195">
                  <c:v>9.0180828292813704</c:v>
                </c:pt>
                <c:pt idx="12196">
                  <c:v>9.0160163907645394</c:v>
                </c:pt>
                <c:pt idx="12197">
                  <c:v>9.0175895983780983</c:v>
                </c:pt>
                <c:pt idx="12198">
                  <c:v>9.0230329407033825</c:v>
                </c:pt>
                <c:pt idx="12199">
                  <c:v>9.0247385143173098</c:v>
                </c:pt>
                <c:pt idx="12200">
                  <c:v>9.0255142796106096</c:v>
                </c:pt>
                <c:pt idx="12201">
                  <c:v>9.0275158964864364</c:v>
                </c:pt>
                <c:pt idx="12202">
                  <c:v>9.0294538436405674</c:v>
                </c:pt>
                <c:pt idx="12203">
                  <c:v>9.0278735150712937</c:v>
                </c:pt>
                <c:pt idx="12204">
                  <c:v>9.0252308027411488</c:v>
                </c:pt>
                <c:pt idx="12205">
                  <c:v>9.0265723698540619</c:v>
                </c:pt>
                <c:pt idx="12206">
                  <c:v>9.0270945034599475</c:v>
                </c:pt>
                <c:pt idx="12207">
                  <c:v>9.0253551053063692</c:v>
                </c:pt>
                <c:pt idx="12208">
                  <c:v>9.0244796466330452</c:v>
                </c:pt>
                <c:pt idx="12209">
                  <c:v>9.0239535336695536</c:v>
                </c:pt>
                <c:pt idx="12210">
                  <c:v>9.0244260300252996</c:v>
                </c:pt>
                <c:pt idx="12211">
                  <c:v>9.022081978955482</c:v>
                </c:pt>
                <c:pt idx="12212">
                  <c:v>9.02310739657859</c:v>
                </c:pt>
                <c:pt idx="12213">
                  <c:v>9.0259921166831418</c:v>
                </c:pt>
                <c:pt idx="12214">
                  <c:v>9.0264215731447823</c:v>
                </c:pt>
                <c:pt idx="12215">
                  <c:v>9.0260958941407097</c:v>
                </c:pt>
                <c:pt idx="12216">
                  <c:v>9.0261715019352238</c:v>
                </c:pt>
                <c:pt idx="12217">
                  <c:v>9.0265540438650866</c:v>
                </c:pt>
                <c:pt idx="12218">
                  <c:v>9.0280001214751273</c:v>
                </c:pt>
                <c:pt idx="12219">
                  <c:v>9.0299152396829925</c:v>
                </c:pt>
                <c:pt idx="12220">
                  <c:v>9.0291872266809641</c:v>
                </c:pt>
                <c:pt idx="12221">
                  <c:v>9.0268845399862609</c:v>
                </c:pt>
                <c:pt idx="12222">
                  <c:v>9.0237248253271449</c:v>
                </c:pt>
                <c:pt idx="12223">
                  <c:v>9.020085493356568</c:v>
                </c:pt>
                <c:pt idx="12224">
                  <c:v>9.0211004389859752</c:v>
                </c:pt>
                <c:pt idx="12225">
                  <c:v>9.0246724360370632</c:v>
                </c:pt>
                <c:pt idx="12226">
                  <c:v>9.0243760786153508</c:v>
                </c:pt>
                <c:pt idx="12227">
                  <c:v>9.0242439220548558</c:v>
                </c:pt>
                <c:pt idx="12228">
                  <c:v>9.0249908893654816</c:v>
                </c:pt>
                <c:pt idx="12229">
                  <c:v>9.0237949876849353</c:v>
                </c:pt>
                <c:pt idx="12230">
                  <c:v>9.020201627766701</c:v>
                </c:pt>
                <c:pt idx="12231">
                  <c:v>9.0194638758105317</c:v>
                </c:pt>
                <c:pt idx="12232">
                  <c:v>9.0218799741970077</c:v>
                </c:pt>
                <c:pt idx="12233">
                  <c:v>9.0230375483806107</c:v>
                </c:pt>
                <c:pt idx="12234">
                  <c:v>9.0230383861401062</c:v>
                </c:pt>
                <c:pt idx="12235">
                  <c:v>9.022377498617697</c:v>
                </c:pt>
                <c:pt idx="12236">
                  <c:v>9.0239062002580308</c:v>
                </c:pt>
                <c:pt idx="12237">
                  <c:v>9.0250445059732254</c:v>
                </c:pt>
                <c:pt idx="12238">
                  <c:v>9.0255538637467954</c:v>
                </c:pt>
                <c:pt idx="12239">
                  <c:v>9.0280277675384948</c:v>
                </c:pt>
                <c:pt idx="12240">
                  <c:v>9.0295817066836452</c:v>
                </c:pt>
                <c:pt idx="12241">
                  <c:v>9.0288299222559196</c:v>
                </c:pt>
                <c:pt idx="12242">
                  <c:v>9.0240136429133919</c:v>
                </c:pt>
                <c:pt idx="12243">
                  <c:v>9.0227628679858594</c:v>
                </c:pt>
                <c:pt idx="12244">
                  <c:v>9.0255842325285265</c:v>
                </c:pt>
                <c:pt idx="12245">
                  <c:v>9.024200358561064</c:v>
                </c:pt>
                <c:pt idx="12246">
                  <c:v>9.0222786429971684</c:v>
                </c:pt>
                <c:pt idx="12247">
                  <c:v>9.0226099768778383</c:v>
                </c:pt>
                <c:pt idx="12248">
                  <c:v>9.023083939312702</c:v>
                </c:pt>
                <c:pt idx="12249">
                  <c:v>9.0265523683460955</c:v>
                </c:pt>
                <c:pt idx="12250">
                  <c:v>9.0282132265469226</c:v>
                </c:pt>
                <c:pt idx="12251">
                  <c:v>9.0266800219492982</c:v>
                </c:pt>
                <c:pt idx="12252">
                  <c:v>9.0263507824673699</c:v>
                </c:pt>
                <c:pt idx="12253">
                  <c:v>9.0301190246803955</c:v>
                </c:pt>
                <c:pt idx="12254">
                  <c:v>9.0321345693078428</c:v>
                </c:pt>
                <c:pt idx="12255">
                  <c:v>9.0286955665767472</c:v>
                </c:pt>
                <c:pt idx="12256">
                  <c:v>9.0244477070522588</c:v>
                </c:pt>
                <c:pt idx="12257">
                  <c:v>9.0223759278186417</c:v>
                </c:pt>
                <c:pt idx="12258">
                  <c:v>9.0207256463314511</c:v>
                </c:pt>
                <c:pt idx="12259">
                  <c:v>9.0228089447581397</c:v>
                </c:pt>
                <c:pt idx="12260">
                  <c:v>9.0263513060670544</c:v>
                </c:pt>
                <c:pt idx="12261">
                  <c:v>9.0273876145636116</c:v>
                </c:pt>
                <c:pt idx="12262">
                  <c:v>9.0293814821640996</c:v>
                </c:pt>
                <c:pt idx="12263">
                  <c:v>9.0303388318281588</c:v>
                </c:pt>
                <c:pt idx="12264">
                  <c:v>9.028891078699127</c:v>
                </c:pt>
                <c:pt idx="12265">
                  <c:v>9.0260742171137505</c:v>
                </c:pt>
                <c:pt idx="12266">
                  <c:v>9.0223115250573862</c:v>
                </c:pt>
                <c:pt idx="12267">
                  <c:v>9.0215738778211545</c:v>
                </c:pt>
                <c:pt idx="12268">
                  <c:v>9.0206309795084021</c:v>
                </c:pt>
                <c:pt idx="12269">
                  <c:v>9.0207052259437361</c:v>
                </c:pt>
                <c:pt idx="12270">
                  <c:v>9.0221417740395093</c:v>
                </c:pt>
                <c:pt idx="12271">
                  <c:v>9.0255086247340106</c:v>
                </c:pt>
                <c:pt idx="12272">
                  <c:v>9.0300885511787268</c:v>
                </c:pt>
                <c:pt idx="12273">
                  <c:v>9.0258787049913707</c:v>
                </c:pt>
                <c:pt idx="12274">
                  <c:v>9.0235546554295194</c:v>
                </c:pt>
                <c:pt idx="12275">
                  <c:v>9.0264791691101323</c:v>
                </c:pt>
                <c:pt idx="12276">
                  <c:v>9.0281299741970074</c:v>
                </c:pt>
                <c:pt idx="12277">
                  <c:v>9.0248144362716349</c:v>
                </c:pt>
                <c:pt idx="12278">
                  <c:v>9.0235649179833448</c:v>
                </c:pt>
                <c:pt idx="12279">
                  <c:v>9.0224468232159918</c:v>
                </c:pt>
                <c:pt idx="12280">
                  <c:v>9.0227825553340146</c:v>
                </c:pt>
                <c:pt idx="12281">
                  <c:v>9.0225373012415595</c:v>
                </c:pt>
                <c:pt idx="12282">
                  <c:v>9.0234418720573704</c:v>
                </c:pt>
                <c:pt idx="12283">
                  <c:v>9.0250633555618851</c:v>
                </c:pt>
                <c:pt idx="12284">
                  <c:v>9.0263835598076501</c:v>
                </c:pt>
                <c:pt idx="12285">
                  <c:v>9.025747700350184</c:v>
                </c:pt>
                <c:pt idx="12286">
                  <c:v>9.0236072248378942</c:v>
                </c:pt>
                <c:pt idx="12287">
                  <c:v>9.0233933867265392</c:v>
                </c:pt>
                <c:pt idx="12288">
                  <c:v>9.0224129986763408</c:v>
                </c:pt>
                <c:pt idx="12289">
                  <c:v>9.0240426503359412</c:v>
                </c:pt>
                <c:pt idx="12290">
                  <c:v>9.0248724511167335</c:v>
                </c:pt>
                <c:pt idx="12291">
                  <c:v>9.0272825804667995</c:v>
                </c:pt>
                <c:pt idx="12292">
                  <c:v>9.0299040346497321</c:v>
                </c:pt>
                <c:pt idx="12293">
                  <c:v>9.0308820141413797</c:v>
                </c:pt>
                <c:pt idx="12294">
                  <c:v>9.0306011552703449</c:v>
                </c:pt>
                <c:pt idx="12295">
                  <c:v>9.0288778839870645</c:v>
                </c:pt>
                <c:pt idx="12296">
                  <c:v>9.0278702687532455</c:v>
                </c:pt>
                <c:pt idx="12297">
                  <c:v>9.0267770973308981</c:v>
                </c:pt>
                <c:pt idx="12298">
                  <c:v>9.0228409890588601</c:v>
                </c:pt>
                <c:pt idx="12299">
                  <c:v>9.0215948218085558</c:v>
                </c:pt>
                <c:pt idx="12300">
                  <c:v>9.0200145979592179</c:v>
                </c:pt>
                <c:pt idx="12301">
                  <c:v>9.0218214357522246</c:v>
                </c:pt>
                <c:pt idx="12302">
                  <c:v>9.0248745455154733</c:v>
                </c:pt>
                <c:pt idx="12303">
                  <c:v>9.0232648953638392</c:v>
                </c:pt>
                <c:pt idx="12304">
                  <c:v>9.019914171539634</c:v>
                </c:pt>
                <c:pt idx="12305">
                  <c:v>9.0180546596183166</c:v>
                </c:pt>
                <c:pt idx="12306">
                  <c:v>9.0178586238962524</c:v>
                </c:pt>
                <c:pt idx="12307">
                  <c:v>9.0179939220548562</c:v>
                </c:pt>
                <c:pt idx="12308">
                  <c:v>9.0188040354874914</c:v>
                </c:pt>
                <c:pt idx="12309">
                  <c:v>9.0182520566995628</c:v>
                </c:pt>
                <c:pt idx="12310">
                  <c:v>9.0165836586632704</c:v>
                </c:pt>
                <c:pt idx="12311">
                  <c:v>9.016757807918502</c:v>
                </c:pt>
                <c:pt idx="12312">
                  <c:v>9.0188067582058551</c:v>
                </c:pt>
                <c:pt idx="12313">
                  <c:v>9.0221489997151618</c:v>
                </c:pt>
                <c:pt idx="12314">
                  <c:v>9.0217106420588777</c:v>
                </c:pt>
                <c:pt idx="12315">
                  <c:v>9.0218022720037538</c:v>
                </c:pt>
                <c:pt idx="12316">
                  <c:v>9.0223946726873656</c:v>
                </c:pt>
                <c:pt idx="12317">
                  <c:v>9.0218865715530381</c:v>
                </c:pt>
                <c:pt idx="12318">
                  <c:v>9.0232463599349906</c:v>
                </c:pt>
                <c:pt idx="12319">
                  <c:v>9.0271612100598162</c:v>
                </c:pt>
                <c:pt idx="12320">
                  <c:v>9.0290220833403154</c:v>
                </c:pt>
                <c:pt idx="12321">
                  <c:v>9.0267174069668084</c:v>
                </c:pt>
                <c:pt idx="12322">
                  <c:v>9.0257344009181839</c:v>
                </c:pt>
                <c:pt idx="12323">
                  <c:v>9.0259879278856623</c:v>
                </c:pt>
                <c:pt idx="12324">
                  <c:v>9.0270887438634109</c:v>
                </c:pt>
                <c:pt idx="12325">
                  <c:v>9.0275090896905308</c:v>
                </c:pt>
                <c:pt idx="12326">
                  <c:v>9.0271522041452332</c:v>
                </c:pt>
                <c:pt idx="12327">
                  <c:v>9.0277029262939195</c:v>
                </c:pt>
                <c:pt idx="12328">
                  <c:v>9.0288460491262175</c:v>
                </c:pt>
                <c:pt idx="12329">
                  <c:v>9.0285752433691329</c:v>
                </c:pt>
                <c:pt idx="12330">
                  <c:v>9.026972504733342</c:v>
                </c:pt>
                <c:pt idx="12331">
                  <c:v>9.023803784159643</c:v>
                </c:pt>
                <c:pt idx="12332">
                  <c:v>9.0231567196689166</c:v>
                </c:pt>
                <c:pt idx="12333">
                  <c:v>9.0235027143407667</c:v>
                </c:pt>
                <c:pt idx="12334">
                  <c:v>9.0226436966975516</c:v>
                </c:pt>
                <c:pt idx="12335">
                  <c:v>9.0207964370088636</c:v>
                </c:pt>
                <c:pt idx="12336">
                  <c:v>9.0204407033828726</c:v>
                </c:pt>
                <c:pt idx="12337">
                  <c:v>9.0202817385185057</c:v>
                </c:pt>
                <c:pt idx="12338">
                  <c:v>9.018742564884473</c:v>
                </c:pt>
                <c:pt idx="12339">
                  <c:v>9.0201510480371301</c:v>
                </c:pt>
                <c:pt idx="12340">
                  <c:v>9.0223571829499196</c:v>
                </c:pt>
                <c:pt idx="12341">
                  <c:v>9.0250804249116161</c:v>
                </c:pt>
                <c:pt idx="12342">
                  <c:v>9.024652434529095</c:v>
                </c:pt>
                <c:pt idx="12343">
                  <c:v>9.022415302514954</c:v>
                </c:pt>
                <c:pt idx="12344">
                  <c:v>9.0224123703567187</c:v>
                </c:pt>
                <c:pt idx="12345">
                  <c:v>9.022227225508102</c:v>
                </c:pt>
                <c:pt idx="12346">
                  <c:v>9.0247512901496236</c:v>
                </c:pt>
                <c:pt idx="12347">
                  <c:v>9.0256242355444591</c:v>
                </c:pt>
                <c:pt idx="12348">
                  <c:v>9.0230766089171119</c:v>
                </c:pt>
                <c:pt idx="12349">
                  <c:v>9.0229593225876723</c:v>
                </c:pt>
                <c:pt idx="12350">
                  <c:v>9.0226414975788742</c:v>
                </c:pt>
                <c:pt idx="12351">
                  <c:v>9.0218252056699555</c:v>
                </c:pt>
                <c:pt idx="12352">
                  <c:v>9.0248499363302788</c:v>
                </c:pt>
                <c:pt idx="12353">
                  <c:v>9.0264188504264204</c:v>
                </c:pt>
                <c:pt idx="12354">
                  <c:v>9.0255184684080891</c:v>
                </c:pt>
                <c:pt idx="12355">
                  <c:v>9.0267451577501134</c:v>
                </c:pt>
                <c:pt idx="12356">
                  <c:v>9.0299745111673335</c:v>
                </c:pt>
                <c:pt idx="12357">
                  <c:v>9.033653113114287</c:v>
                </c:pt>
                <c:pt idx="12358">
                  <c:v>9.031107790325553</c:v>
                </c:pt>
                <c:pt idx="12359">
                  <c:v>9.0291284787963075</c:v>
                </c:pt>
                <c:pt idx="12360">
                  <c:v>9.0278420990901935</c:v>
                </c:pt>
                <c:pt idx="12361">
                  <c:v>9.0286600665181034</c:v>
                </c:pt>
                <c:pt idx="12362">
                  <c:v>9.0315387128663112</c:v>
                </c:pt>
                <c:pt idx="12363">
                  <c:v>9.0297589975369874</c:v>
                </c:pt>
                <c:pt idx="12364">
                  <c:v>9.0259381859155869</c:v>
                </c:pt>
                <c:pt idx="12365">
                  <c:v>9.0245790258532583</c:v>
                </c:pt>
                <c:pt idx="12366">
                  <c:v>9.0241005604611022</c:v>
                </c:pt>
                <c:pt idx="12367">
                  <c:v>9.0261157909287402</c:v>
                </c:pt>
                <c:pt idx="12368">
                  <c:v>9.0289602985774842</c:v>
                </c:pt>
                <c:pt idx="12369">
                  <c:v>9.0288144237052421</c:v>
                </c:pt>
                <c:pt idx="12370">
                  <c:v>9.0262825050684441</c:v>
                </c:pt>
                <c:pt idx="12371">
                  <c:v>9.027289806142452</c:v>
                </c:pt>
                <c:pt idx="12372">
                  <c:v>9.0298157557428418</c:v>
                </c:pt>
                <c:pt idx="12373">
                  <c:v>9.0328366117654948</c:v>
                </c:pt>
                <c:pt idx="12374">
                  <c:v>9.0351134326357592</c:v>
                </c:pt>
                <c:pt idx="12375">
                  <c:v>9.037185630749125</c:v>
                </c:pt>
                <c:pt idx="12376">
                  <c:v>9.0351280934269393</c:v>
                </c:pt>
                <c:pt idx="12377">
                  <c:v>9.0288709724712231</c:v>
                </c:pt>
                <c:pt idx="12378">
                  <c:v>9.0279118425682352</c:v>
                </c:pt>
                <c:pt idx="12379">
                  <c:v>9.0303743318868026</c:v>
                </c:pt>
                <c:pt idx="12380">
                  <c:v>9.0317819772799623</c:v>
                </c:pt>
                <c:pt idx="12381">
                  <c:v>9.0313588040145429</c:v>
                </c:pt>
                <c:pt idx="12382">
                  <c:v>9.0304304617730349</c:v>
                </c:pt>
                <c:pt idx="12383">
                  <c:v>9.0308736365464206</c:v>
                </c:pt>
                <c:pt idx="12384">
                  <c:v>9.0321379203458267</c:v>
                </c:pt>
                <c:pt idx="12385">
                  <c:v>9.0299117839250709</c:v>
                </c:pt>
                <c:pt idx="12386">
                  <c:v>9.0305367525090894</c:v>
                </c:pt>
                <c:pt idx="12387">
                  <c:v>9.0349115325972225</c:v>
                </c:pt>
                <c:pt idx="12388">
                  <c:v>9.0353381616205617</c:v>
                </c:pt>
                <c:pt idx="12389">
                  <c:v>9.0319023004875767</c:v>
                </c:pt>
                <c:pt idx="12390">
                  <c:v>9.026792491161638</c:v>
                </c:pt>
                <c:pt idx="12391">
                  <c:v>9.0199876849354084</c:v>
                </c:pt>
                <c:pt idx="12392">
                  <c:v>9.0188003702896964</c:v>
                </c:pt>
                <c:pt idx="12393">
                  <c:v>9.021335430524605</c:v>
                </c:pt>
                <c:pt idx="12394">
                  <c:v>9.0242108305547646</c:v>
                </c:pt>
                <c:pt idx="12395">
                  <c:v>9.027258704321163</c:v>
                </c:pt>
                <c:pt idx="12396">
                  <c:v>9.0266793936296761</c:v>
                </c:pt>
                <c:pt idx="12397">
                  <c:v>9.0233876271300026</c:v>
                </c:pt>
                <c:pt idx="12398">
                  <c:v>9.0204283464303074</c:v>
                </c:pt>
                <c:pt idx="12399">
                  <c:v>9.0200659107283485</c:v>
                </c:pt>
                <c:pt idx="12400">
                  <c:v>9.0217217423722005</c:v>
                </c:pt>
                <c:pt idx="12401">
                  <c:v>9.0248061633966117</c:v>
                </c:pt>
                <c:pt idx="12402">
                  <c:v>9.0260226949047464</c:v>
                </c:pt>
                <c:pt idx="12403">
                  <c:v>9.0278707923529318</c:v>
                </c:pt>
                <c:pt idx="12404">
                  <c:v>9.0279937335589704</c:v>
                </c:pt>
                <c:pt idx="12405">
                  <c:v>9.0270595270009881</c:v>
                </c:pt>
                <c:pt idx="12406">
                  <c:v>9.0264309979391122</c:v>
                </c:pt>
                <c:pt idx="12407">
                  <c:v>9.0232074041184251</c:v>
                </c:pt>
                <c:pt idx="12408">
                  <c:v>9.018817544359365</c:v>
                </c:pt>
                <c:pt idx="12409">
                  <c:v>9.0212235896318891</c:v>
                </c:pt>
                <c:pt idx="12410">
                  <c:v>9.0285037196521625</c:v>
                </c:pt>
                <c:pt idx="12411">
                  <c:v>9.0309411809057849</c:v>
                </c:pt>
                <c:pt idx="12412">
                  <c:v>9.0281352101938577</c:v>
                </c:pt>
                <c:pt idx="12413">
                  <c:v>9.0229579612284905</c:v>
                </c:pt>
                <c:pt idx="12414">
                  <c:v>9.0232374587403452</c:v>
                </c:pt>
                <c:pt idx="12415">
                  <c:v>9.0261571553038547</c:v>
                </c:pt>
                <c:pt idx="12416">
                  <c:v>9.0255870599668242</c:v>
                </c:pt>
                <c:pt idx="12417">
                  <c:v>9.0246610215639294</c:v>
                </c:pt>
                <c:pt idx="12418">
                  <c:v>9.0228563828896</c:v>
                </c:pt>
                <c:pt idx="12419">
                  <c:v>9.0224664058442094</c:v>
                </c:pt>
                <c:pt idx="12420">
                  <c:v>9.0223218923311492</c:v>
                </c:pt>
                <c:pt idx="12421">
                  <c:v>9.0234696228406754</c:v>
                </c:pt>
                <c:pt idx="12422">
                  <c:v>9.0230693832414595</c:v>
                </c:pt>
                <c:pt idx="12423">
                  <c:v>9.0229196337315489</c:v>
                </c:pt>
                <c:pt idx="12424">
                  <c:v>9.0239592932660884</c:v>
                </c:pt>
                <c:pt idx="12425">
                  <c:v>9.022255709330965</c:v>
                </c:pt>
                <c:pt idx="12426">
                  <c:v>9.0231411163983051</c:v>
                </c:pt>
                <c:pt idx="12427">
                  <c:v>9.0270368027746599</c:v>
                </c:pt>
                <c:pt idx="12428">
                  <c:v>9.0268431756111447</c:v>
                </c:pt>
                <c:pt idx="12429">
                  <c:v>9.0245106437343967</c:v>
                </c:pt>
                <c:pt idx="12430">
                  <c:v>9.0228543932107979</c:v>
                </c:pt>
                <c:pt idx="12431">
                  <c:v>9.0244493825712517</c:v>
                </c:pt>
                <c:pt idx="12432">
                  <c:v>9.0248676339996319</c:v>
                </c:pt>
                <c:pt idx="12433">
                  <c:v>9.0252381331367388</c:v>
                </c:pt>
                <c:pt idx="12434">
                  <c:v>9.0267067255332343</c:v>
                </c:pt>
                <c:pt idx="12435">
                  <c:v>9.0280299666571722</c:v>
                </c:pt>
                <c:pt idx="12436">
                  <c:v>9.0307590729353411</c:v>
                </c:pt>
                <c:pt idx="12437">
                  <c:v>9.0299304240738572</c:v>
                </c:pt>
                <c:pt idx="12438">
                  <c:v>9.0257975470401952</c:v>
                </c:pt>
                <c:pt idx="12439">
                  <c:v>9.0221471147562955</c:v>
                </c:pt>
                <c:pt idx="12440">
                  <c:v>9.020419131075851</c:v>
                </c:pt>
                <c:pt idx="12441">
                  <c:v>9.0222259688688577</c:v>
                </c:pt>
                <c:pt idx="12442">
                  <c:v>9.0230403758189102</c:v>
                </c:pt>
                <c:pt idx="12443">
                  <c:v>9.0228154373942324</c:v>
                </c:pt>
                <c:pt idx="12444">
                  <c:v>9.0215289529681826</c:v>
                </c:pt>
                <c:pt idx="12445">
                  <c:v>9.0204655220079424</c:v>
                </c:pt>
                <c:pt idx="12446">
                  <c:v>9.0193105658227637</c:v>
                </c:pt>
                <c:pt idx="12447">
                  <c:v>9.01954074024429</c:v>
                </c:pt>
                <c:pt idx="12448">
                  <c:v>9.020795285089557</c:v>
                </c:pt>
                <c:pt idx="12449">
                  <c:v>9.0182184415997853</c:v>
                </c:pt>
                <c:pt idx="12450">
                  <c:v>9.015684952163932</c:v>
                </c:pt>
                <c:pt idx="12451">
                  <c:v>9.0174493783824534</c:v>
                </c:pt>
                <c:pt idx="12452">
                  <c:v>9.0207694192651182</c:v>
                </c:pt>
                <c:pt idx="12453">
                  <c:v>9.0216745136806118</c:v>
                </c:pt>
                <c:pt idx="12454">
                  <c:v>9.0210679758055061</c:v>
                </c:pt>
                <c:pt idx="12455">
                  <c:v>9.0209888075331328</c:v>
                </c:pt>
                <c:pt idx="12456">
                  <c:v>9.0202760836419085</c:v>
                </c:pt>
                <c:pt idx="12457">
                  <c:v>9.0204883509542082</c:v>
                </c:pt>
                <c:pt idx="12458">
                  <c:v>9.0203310616088341</c:v>
                </c:pt>
                <c:pt idx="12459">
                  <c:v>9.0243932526850195</c:v>
                </c:pt>
                <c:pt idx="12460">
                  <c:v>9.0271163899267801</c:v>
                </c:pt>
                <c:pt idx="12461">
                  <c:v>9.0273397575524026</c:v>
                </c:pt>
                <c:pt idx="12462">
                  <c:v>9.02486491128127</c:v>
                </c:pt>
                <c:pt idx="12463">
                  <c:v>9.02127553072064</c:v>
                </c:pt>
                <c:pt idx="12464">
                  <c:v>9.0188240369954595</c:v>
                </c:pt>
                <c:pt idx="12465">
                  <c:v>9.0185859038587211</c:v>
                </c:pt>
                <c:pt idx="12466">
                  <c:v>9.0210646247675221</c:v>
                </c:pt>
                <c:pt idx="12467">
                  <c:v>9.0237812693731883</c:v>
                </c:pt>
                <c:pt idx="12468">
                  <c:v>9.027523750481711</c:v>
                </c:pt>
                <c:pt idx="12469">
                  <c:v>9.0263895288440601</c:v>
                </c:pt>
                <c:pt idx="12470">
                  <c:v>9.0235404135180879</c:v>
                </c:pt>
                <c:pt idx="12471">
                  <c:v>9.0224303821858829</c:v>
                </c:pt>
                <c:pt idx="12472">
                  <c:v>9.0223318407251654</c:v>
                </c:pt>
                <c:pt idx="12473">
                  <c:v>9.0225176138934042</c:v>
                </c:pt>
                <c:pt idx="12474">
                  <c:v>9.0250691151584199</c:v>
                </c:pt>
                <c:pt idx="12475">
                  <c:v>9.026603785835162</c:v>
                </c:pt>
                <c:pt idx="12476">
                  <c:v>9.0276429217700187</c:v>
                </c:pt>
                <c:pt idx="12477">
                  <c:v>9.030567644890505</c:v>
                </c:pt>
                <c:pt idx="12478">
                  <c:v>9.0278164427056282</c:v>
                </c:pt>
                <c:pt idx="12479">
                  <c:v>9.023768598260812</c:v>
                </c:pt>
                <c:pt idx="12480">
                  <c:v>9.0234311906237963</c:v>
                </c:pt>
                <c:pt idx="12481">
                  <c:v>9.0226572055694252</c:v>
                </c:pt>
                <c:pt idx="12482">
                  <c:v>9.021443815659401</c:v>
                </c:pt>
                <c:pt idx="12483">
                  <c:v>9.0230551413300262</c:v>
                </c:pt>
                <c:pt idx="12484">
                  <c:v>9.024756840306285</c:v>
                </c:pt>
                <c:pt idx="12485">
                  <c:v>9.0254894609855398</c:v>
                </c:pt>
                <c:pt idx="12486">
                  <c:v>9.0269587864215932</c:v>
                </c:pt>
                <c:pt idx="12487">
                  <c:v>9.0253544769867471</c:v>
                </c:pt>
                <c:pt idx="12488">
                  <c:v>9.024062128244223</c:v>
                </c:pt>
                <c:pt idx="12489">
                  <c:v>9.024977380493608</c:v>
                </c:pt>
                <c:pt idx="12490">
                  <c:v>9.0255552251059772</c:v>
                </c:pt>
                <c:pt idx="12491">
                  <c:v>9.026450475847394</c:v>
                </c:pt>
                <c:pt idx="12492">
                  <c:v>9.0248507740897743</c:v>
                </c:pt>
                <c:pt idx="12493">
                  <c:v>9.0211752090209938</c:v>
                </c:pt>
                <c:pt idx="12494">
                  <c:v>9.01836808638976</c:v>
                </c:pt>
                <c:pt idx="12495">
                  <c:v>9.0185546973174944</c:v>
                </c:pt>
                <c:pt idx="12496">
                  <c:v>9.0192350627481854</c:v>
                </c:pt>
                <c:pt idx="12497">
                  <c:v>9.0210792855587023</c:v>
                </c:pt>
                <c:pt idx="12498">
                  <c:v>9.021668754084077</c:v>
                </c:pt>
                <c:pt idx="12499">
                  <c:v>9.021342760920195</c:v>
                </c:pt>
                <c:pt idx="12500">
                  <c:v>9.0195275455322292</c:v>
                </c:pt>
                <c:pt idx="12501">
                  <c:v>9.0183243134560929</c:v>
                </c:pt>
                <c:pt idx="12502">
                  <c:v>9.0196939455121221</c:v>
                </c:pt>
                <c:pt idx="12503">
                  <c:v>9.0192747516043088</c:v>
                </c:pt>
                <c:pt idx="12504">
                  <c:v>9.0178045884087599</c:v>
                </c:pt>
                <c:pt idx="12505">
                  <c:v>9.017945122564214</c:v>
                </c:pt>
                <c:pt idx="12506">
                  <c:v>9.0171066300286515</c:v>
                </c:pt>
                <c:pt idx="12507">
                  <c:v>9.0183889256572218</c:v>
                </c:pt>
                <c:pt idx="12508">
                  <c:v>9.0234479458137162</c:v>
                </c:pt>
                <c:pt idx="12509">
                  <c:v>9.0222402107802893</c:v>
                </c:pt>
                <c:pt idx="12510">
                  <c:v>9.0181707940284497</c:v>
                </c:pt>
                <c:pt idx="12511">
                  <c:v>9.0182986570715276</c:v>
                </c:pt>
                <c:pt idx="12512">
                  <c:v>9.0197941624918325</c:v>
                </c:pt>
                <c:pt idx="12513">
                  <c:v>9.0199849622170465</c:v>
                </c:pt>
                <c:pt idx="12514">
                  <c:v>9.0200924048724094</c:v>
                </c:pt>
                <c:pt idx="12515">
                  <c:v>9.0199139620997606</c:v>
                </c:pt>
                <c:pt idx="12516">
                  <c:v>9.0201524093963101</c:v>
                </c:pt>
                <c:pt idx="12517">
                  <c:v>9.0215021446643089</c:v>
                </c:pt>
                <c:pt idx="12518">
                  <c:v>9.0247264715245539</c:v>
                </c:pt>
                <c:pt idx="12519">
                  <c:v>9.0272997545364682</c:v>
                </c:pt>
                <c:pt idx="12520">
                  <c:v>9.027000988556205</c:v>
                </c:pt>
                <c:pt idx="12521">
                  <c:v>9.0259711726957423</c:v>
                </c:pt>
                <c:pt idx="12522">
                  <c:v>9.0242730341973427</c:v>
                </c:pt>
                <c:pt idx="12523">
                  <c:v>9.0252008528391663</c:v>
                </c:pt>
                <c:pt idx="12524">
                  <c:v>9.0304768527051262</c:v>
                </c:pt>
                <c:pt idx="12525">
                  <c:v>9.0322981418494379</c:v>
                </c:pt>
                <c:pt idx="12526">
                  <c:v>9.0303384129484101</c:v>
                </c:pt>
                <c:pt idx="12527">
                  <c:v>9.0303169453613261</c:v>
                </c:pt>
                <c:pt idx="12528">
                  <c:v>9.0297729252886079</c:v>
                </c:pt>
                <c:pt idx="12529">
                  <c:v>9.0243952423638216</c:v>
                </c:pt>
                <c:pt idx="12530">
                  <c:v>9.0190673014091107</c:v>
                </c:pt>
                <c:pt idx="12531">
                  <c:v>9.0195184348977104</c:v>
                </c:pt>
                <c:pt idx="12532">
                  <c:v>9.024272301157783</c:v>
                </c:pt>
                <c:pt idx="12533">
                  <c:v>9.0291068017693483</c:v>
                </c:pt>
                <c:pt idx="12534">
                  <c:v>9.0324536509558833</c:v>
                </c:pt>
                <c:pt idx="12535">
                  <c:v>9.0301654156124851</c:v>
                </c:pt>
                <c:pt idx="12536">
                  <c:v>9.0295446358259479</c:v>
                </c:pt>
                <c:pt idx="12537">
                  <c:v>9.0307872425983948</c:v>
                </c:pt>
                <c:pt idx="12538">
                  <c:v>9.0304269012951757</c:v>
                </c:pt>
                <c:pt idx="12539">
                  <c:v>9.0298295787745246</c:v>
                </c:pt>
                <c:pt idx="12540">
                  <c:v>9.0312492669604403</c:v>
                </c:pt>
                <c:pt idx="12541">
                  <c:v>9.0336559405525865</c:v>
                </c:pt>
                <c:pt idx="12542">
                  <c:v>9.035428430206256</c:v>
                </c:pt>
                <c:pt idx="12543">
                  <c:v>9.0355251914280448</c:v>
                </c:pt>
                <c:pt idx="12544">
                  <c:v>9.0357069852386775</c:v>
                </c:pt>
                <c:pt idx="12545">
                  <c:v>9.0365788834341441</c:v>
                </c:pt>
                <c:pt idx="12546">
                  <c:v>9.0351066258398536</c:v>
                </c:pt>
                <c:pt idx="12547">
                  <c:v>9.032380765879731</c:v>
                </c:pt>
                <c:pt idx="12548">
                  <c:v>9.0313915813548249</c:v>
                </c:pt>
                <c:pt idx="12549">
                  <c:v>9.0335225273528472</c:v>
                </c:pt>
                <c:pt idx="12550">
                  <c:v>9.0330436430809442</c:v>
                </c:pt>
                <c:pt idx="12551">
                  <c:v>9.0314882378566761</c:v>
                </c:pt>
                <c:pt idx="12552">
                  <c:v>9.0319248152740315</c:v>
                </c:pt>
                <c:pt idx="12553">
                  <c:v>9.0323275681517359</c:v>
                </c:pt>
                <c:pt idx="12554">
                  <c:v>9.0310021279091206</c:v>
                </c:pt>
                <c:pt idx="12555">
                  <c:v>9.0286274986176966</c:v>
                </c:pt>
                <c:pt idx="12556">
                  <c:v>9.0291024035319936</c:v>
                </c:pt>
                <c:pt idx="12557">
                  <c:v>9.0297607777759161</c:v>
                </c:pt>
                <c:pt idx="12558">
                  <c:v>9.0288626995961998</c:v>
                </c:pt>
                <c:pt idx="12559">
                  <c:v>9.0270048631938735</c:v>
                </c:pt>
                <c:pt idx="12560">
                  <c:v>9.0270230844629129</c:v>
                </c:pt>
                <c:pt idx="12561">
                  <c:v>9.0287523247826016</c:v>
                </c:pt>
                <c:pt idx="12562">
                  <c:v>9.0254530184474646</c:v>
                </c:pt>
                <c:pt idx="12563">
                  <c:v>9.0240527034498932</c:v>
                </c:pt>
                <c:pt idx="12564">
                  <c:v>9.0244355595395671</c:v>
                </c:pt>
                <c:pt idx="12565">
                  <c:v>9.0231824807734196</c:v>
                </c:pt>
                <c:pt idx="12566">
                  <c:v>9.0239548950287354</c:v>
                </c:pt>
                <c:pt idx="12567">
                  <c:v>9.027961060938626</c:v>
                </c:pt>
                <c:pt idx="12568">
                  <c:v>9.0311015071293337</c:v>
                </c:pt>
                <c:pt idx="12569">
                  <c:v>9.0315028986478563</c:v>
                </c:pt>
                <c:pt idx="12570">
                  <c:v>9.027541133991253</c:v>
                </c:pt>
                <c:pt idx="12571">
                  <c:v>9.0238038888795806</c:v>
                </c:pt>
                <c:pt idx="12572">
                  <c:v>9.0244464504130146</c:v>
                </c:pt>
                <c:pt idx="12573">
                  <c:v>9.0246448946936315</c:v>
                </c:pt>
                <c:pt idx="12574">
                  <c:v>9.0236598989662049</c:v>
                </c:pt>
                <c:pt idx="12575">
                  <c:v>9.0230748286781832</c:v>
                </c:pt>
                <c:pt idx="12576">
                  <c:v>9.0269100916508886</c:v>
                </c:pt>
                <c:pt idx="12577">
                  <c:v>9.0295785650855347</c:v>
                </c:pt>
                <c:pt idx="12578">
                  <c:v>9.0286581815592388</c:v>
                </c:pt>
                <c:pt idx="12579">
                  <c:v>9.0290529757217293</c:v>
                </c:pt>
                <c:pt idx="12580">
                  <c:v>9.0301292872342209</c:v>
                </c:pt>
                <c:pt idx="12581">
                  <c:v>9.0290989477740737</c:v>
                </c:pt>
                <c:pt idx="12582">
                  <c:v>9.0293211634803878</c:v>
                </c:pt>
                <c:pt idx="12583">
                  <c:v>9.0317876321565613</c:v>
                </c:pt>
                <c:pt idx="12584">
                  <c:v>9.0341677068847073</c:v>
                </c:pt>
                <c:pt idx="12585">
                  <c:v>9.0334302690883508</c:v>
                </c:pt>
                <c:pt idx="12586">
                  <c:v>9.0329482432183372</c:v>
                </c:pt>
                <c:pt idx="12587">
                  <c:v>9.0342578707504657</c:v>
                </c:pt>
                <c:pt idx="12588">
                  <c:v>9.0338343833252353</c:v>
                </c:pt>
                <c:pt idx="12589">
                  <c:v>9.0339562773319031</c:v>
                </c:pt>
                <c:pt idx="12590">
                  <c:v>9.0332596803109766</c:v>
                </c:pt>
                <c:pt idx="12591">
                  <c:v>9.0303903540371628</c:v>
                </c:pt>
                <c:pt idx="12592">
                  <c:v>9.0298548162793431</c:v>
                </c:pt>
                <c:pt idx="12593">
                  <c:v>9.0283461161469774</c:v>
                </c:pt>
                <c:pt idx="12594">
                  <c:v>9.0260973602198273</c:v>
                </c:pt>
                <c:pt idx="12595">
                  <c:v>9.0257702151366388</c:v>
                </c:pt>
                <c:pt idx="12596">
                  <c:v>9.0248981075012988</c:v>
                </c:pt>
                <c:pt idx="12597">
                  <c:v>9.025130690481376</c:v>
                </c:pt>
                <c:pt idx="12598">
                  <c:v>9.0254718680361243</c:v>
                </c:pt>
                <c:pt idx="12599">
                  <c:v>9.021617546034884</c:v>
                </c:pt>
                <c:pt idx="12600">
                  <c:v>9.0202182782366833</c:v>
                </c:pt>
                <c:pt idx="12601">
                  <c:v>9.0201212028550852</c:v>
                </c:pt>
                <c:pt idx="12602">
                  <c:v>9.0197945813715794</c:v>
                </c:pt>
                <c:pt idx="12603">
                  <c:v>9.0219301350468299</c:v>
                </c:pt>
                <c:pt idx="12604">
                  <c:v>9.0244433088149059</c:v>
                </c:pt>
                <c:pt idx="12605">
                  <c:v>9.0237519477908279</c:v>
                </c:pt>
                <c:pt idx="12606">
                  <c:v>9.0211429552803981</c:v>
                </c:pt>
                <c:pt idx="12607">
                  <c:v>9.0190901303553783</c:v>
                </c:pt>
                <c:pt idx="12608">
                  <c:v>9.017052594541159</c:v>
                </c:pt>
                <c:pt idx="12609">
                  <c:v>9.0192428120235242</c:v>
                </c:pt>
                <c:pt idx="12610">
                  <c:v>9.0218808119565033</c:v>
                </c:pt>
                <c:pt idx="12611">
                  <c:v>9.024048409932476</c:v>
                </c:pt>
                <c:pt idx="12612">
                  <c:v>9.0237806410535661</c:v>
                </c:pt>
                <c:pt idx="12613">
                  <c:v>9.0233165222927809</c:v>
                </c:pt>
                <c:pt idx="12614">
                  <c:v>9.0199688353467486</c:v>
                </c:pt>
                <c:pt idx="12615">
                  <c:v>9.0171883115795115</c:v>
                </c:pt>
                <c:pt idx="12616">
                  <c:v>9.0159018271534617</c:v>
                </c:pt>
                <c:pt idx="12617">
                  <c:v>9.0177243729370176</c:v>
                </c:pt>
                <c:pt idx="12618">
                  <c:v>9.0179870105390147</c:v>
                </c:pt>
                <c:pt idx="12619">
                  <c:v>9.0144060075733456</c:v>
                </c:pt>
                <c:pt idx="12620">
                  <c:v>9.0132577534641349</c:v>
                </c:pt>
                <c:pt idx="12621">
                  <c:v>9.0184574124960211</c:v>
                </c:pt>
                <c:pt idx="12622">
                  <c:v>9.0216100061994204</c:v>
                </c:pt>
                <c:pt idx="12623">
                  <c:v>9.0225850535328309</c:v>
                </c:pt>
                <c:pt idx="12624">
                  <c:v>9.0254917648241548</c:v>
                </c:pt>
                <c:pt idx="12625">
                  <c:v>9.029760149456294</c:v>
                </c:pt>
                <c:pt idx="12626">
                  <c:v>9.0326882236147643</c:v>
                </c:pt>
                <c:pt idx="12627">
                  <c:v>9.0321534188965025</c:v>
                </c:pt>
                <c:pt idx="12628">
                  <c:v>9.0310748035453976</c:v>
                </c:pt>
                <c:pt idx="12629">
                  <c:v>9.0319493197392884</c:v>
                </c:pt>
                <c:pt idx="12630">
                  <c:v>9.0322280842115852</c:v>
                </c:pt>
                <c:pt idx="12631">
                  <c:v>9.0320633597506834</c:v>
                </c:pt>
                <c:pt idx="12632">
                  <c:v>9.0335404344620738</c:v>
                </c:pt>
                <c:pt idx="12633">
                  <c:v>9.0338574217113745</c:v>
                </c:pt>
                <c:pt idx="12634">
                  <c:v>9.0335175007958721</c:v>
                </c:pt>
                <c:pt idx="12635">
                  <c:v>9.0316369401672176</c:v>
                </c:pt>
                <c:pt idx="12636">
                  <c:v>9.0302861576998481</c:v>
                </c:pt>
                <c:pt idx="12637">
                  <c:v>9.0282535437226681</c:v>
                </c:pt>
                <c:pt idx="12638">
                  <c:v>9.0298805773838442</c:v>
                </c:pt>
                <c:pt idx="12639">
                  <c:v>9.0303353760702372</c:v>
                </c:pt>
                <c:pt idx="12640">
                  <c:v>9.0279919533200417</c:v>
                </c:pt>
                <c:pt idx="12641">
                  <c:v>9.0268069425129429</c:v>
                </c:pt>
                <c:pt idx="12642">
                  <c:v>9.0259276092019505</c:v>
                </c:pt>
                <c:pt idx="12643">
                  <c:v>9.024265284922004</c:v>
                </c:pt>
                <c:pt idx="12644">
                  <c:v>9.022516043094349</c:v>
                </c:pt>
                <c:pt idx="12645">
                  <c:v>9.0226365757418368</c:v>
                </c:pt>
                <c:pt idx="12646">
                  <c:v>9.0255217147261373</c:v>
                </c:pt>
                <c:pt idx="12647">
                  <c:v>9.026844013370642</c:v>
                </c:pt>
                <c:pt idx="12648">
                  <c:v>9.027554538143189</c:v>
                </c:pt>
                <c:pt idx="12649">
                  <c:v>9.028297421376271</c:v>
                </c:pt>
                <c:pt idx="12650">
                  <c:v>9.0291011468927493</c:v>
                </c:pt>
                <c:pt idx="12651">
                  <c:v>9.0297941834358184</c:v>
                </c:pt>
                <c:pt idx="12652">
                  <c:v>9.0313842509592348</c:v>
                </c:pt>
                <c:pt idx="12653">
                  <c:v>9.0318110894224493</c:v>
                </c:pt>
                <c:pt idx="12654">
                  <c:v>9.0279479709465011</c:v>
                </c:pt>
                <c:pt idx="12655">
                  <c:v>9.02572026372669</c:v>
                </c:pt>
                <c:pt idx="12656">
                  <c:v>9.0271555551832172</c:v>
                </c:pt>
                <c:pt idx="12657">
                  <c:v>9.029396352395155</c:v>
                </c:pt>
                <c:pt idx="12658">
                  <c:v>9.0294109084663976</c:v>
                </c:pt>
                <c:pt idx="12659">
                  <c:v>9.0283779510078244</c:v>
                </c:pt>
                <c:pt idx="12660">
                  <c:v>9.0272996498165305</c:v>
                </c:pt>
                <c:pt idx="12661">
                  <c:v>9.0239058860982198</c:v>
                </c:pt>
                <c:pt idx="12662">
                  <c:v>9.023813104234037</c:v>
                </c:pt>
                <c:pt idx="12663">
                  <c:v>9.0267352093560973</c:v>
                </c:pt>
                <c:pt idx="12664">
                  <c:v>9.0268190900256347</c:v>
                </c:pt>
                <c:pt idx="12665">
                  <c:v>9.0262568486838806</c:v>
                </c:pt>
                <c:pt idx="12666">
                  <c:v>9.0247438550340959</c:v>
                </c:pt>
                <c:pt idx="12667">
                  <c:v>9.0209116289395634</c:v>
                </c:pt>
                <c:pt idx="12668">
                  <c:v>9.0211953152488977</c:v>
                </c:pt>
                <c:pt idx="12669">
                  <c:v>9.0232292905852596</c:v>
                </c:pt>
                <c:pt idx="12670">
                  <c:v>9.0244216317879467</c:v>
                </c:pt>
                <c:pt idx="12671">
                  <c:v>9.0212777298393174</c:v>
                </c:pt>
                <c:pt idx="12672">
                  <c:v>9.0158911457198876</c:v>
                </c:pt>
                <c:pt idx="12673">
                  <c:v>9.0176863595998853</c:v>
                </c:pt>
                <c:pt idx="12674">
                  <c:v>9.0230534658110351</c:v>
                </c:pt>
                <c:pt idx="12675">
                  <c:v>9.0246455230132536</c:v>
                </c:pt>
                <c:pt idx="12676">
                  <c:v>9.0248865883082292</c:v>
                </c:pt>
                <c:pt idx="12677">
                  <c:v>9.0254159475897655</c:v>
                </c:pt>
                <c:pt idx="12678">
                  <c:v>9.0260418586532172</c:v>
                </c:pt>
                <c:pt idx="12679">
                  <c:v>9.0241075766968812</c:v>
                </c:pt>
                <c:pt idx="12680">
                  <c:v>9.0235912026875322</c:v>
                </c:pt>
                <c:pt idx="12681">
                  <c:v>9.0267288214399404</c:v>
                </c:pt>
                <c:pt idx="12682">
                  <c:v>9.0283031809728058</c:v>
                </c:pt>
                <c:pt idx="12683">
                  <c:v>9.0275253212807662</c:v>
                </c:pt>
                <c:pt idx="12684">
                  <c:v>9.0275064716921065</c:v>
                </c:pt>
                <c:pt idx="12685">
                  <c:v>9.0249170618098962</c:v>
                </c:pt>
                <c:pt idx="12686">
                  <c:v>9.0245520081095112</c:v>
                </c:pt>
                <c:pt idx="12687">
                  <c:v>9.026762331819782</c:v>
                </c:pt>
                <c:pt idx="12688">
                  <c:v>9.0270199428648024</c:v>
                </c:pt>
                <c:pt idx="12689">
                  <c:v>9.025589468525375</c:v>
                </c:pt>
                <c:pt idx="12690">
                  <c:v>9.025893261062615</c:v>
                </c:pt>
                <c:pt idx="12691">
                  <c:v>9.0278878617026628</c:v>
                </c:pt>
                <c:pt idx="12692">
                  <c:v>9.029485783221352</c:v>
                </c:pt>
                <c:pt idx="12693">
                  <c:v>9.0306484886818694</c:v>
                </c:pt>
                <c:pt idx="12694">
                  <c:v>9.0312685354288487</c:v>
                </c:pt>
                <c:pt idx="12695">
                  <c:v>9.0331248010321197</c:v>
                </c:pt>
                <c:pt idx="12696">
                  <c:v>9.0317171556389599</c:v>
                </c:pt>
                <c:pt idx="12697">
                  <c:v>9.0319284804718265</c:v>
                </c:pt>
                <c:pt idx="12698">
                  <c:v>9.0288220682606433</c:v>
                </c:pt>
                <c:pt idx="12699">
                  <c:v>9.0252606479231936</c:v>
                </c:pt>
                <c:pt idx="12700">
                  <c:v>9.024830772581808</c:v>
                </c:pt>
                <c:pt idx="12701">
                  <c:v>9.0236021982809174</c:v>
                </c:pt>
                <c:pt idx="12702">
                  <c:v>9.0228755466380708</c:v>
                </c:pt>
                <c:pt idx="12703">
                  <c:v>9.020660091650889</c:v>
                </c:pt>
                <c:pt idx="12704">
                  <c:v>9.017374503627499</c:v>
                </c:pt>
                <c:pt idx="12705">
                  <c:v>9.0191140065010131</c:v>
                </c:pt>
                <c:pt idx="12706">
                  <c:v>9.0230053993599526</c:v>
                </c:pt>
                <c:pt idx="12707">
                  <c:v>9.0234586272472903</c:v>
                </c:pt>
                <c:pt idx="12708">
                  <c:v>9.0238582385268842</c:v>
                </c:pt>
                <c:pt idx="12709">
                  <c:v>9.0231206960105901</c:v>
                </c:pt>
                <c:pt idx="12710">
                  <c:v>9.0238270319856575</c:v>
                </c:pt>
                <c:pt idx="12711">
                  <c:v>9.0237408474775069</c:v>
                </c:pt>
                <c:pt idx="12712">
                  <c:v>9.0234048011996713</c:v>
                </c:pt>
                <c:pt idx="12713">
                  <c:v>9.0234633396444544</c:v>
                </c:pt>
                <c:pt idx="12714">
                  <c:v>9.0257195306871303</c:v>
                </c:pt>
                <c:pt idx="12715">
                  <c:v>9.028564771375434</c:v>
                </c:pt>
                <c:pt idx="12716">
                  <c:v>9.0301104376455612</c:v>
                </c:pt>
                <c:pt idx="12717">
                  <c:v>9.0266612770805761</c:v>
                </c:pt>
                <c:pt idx="12718">
                  <c:v>9.0273154625270173</c:v>
                </c:pt>
                <c:pt idx="12719">
                  <c:v>9.0304739205468891</c:v>
                </c:pt>
                <c:pt idx="12720">
                  <c:v>9.0317370524269887</c:v>
                </c:pt>
                <c:pt idx="12721">
                  <c:v>9.029943199906171</c:v>
                </c:pt>
                <c:pt idx="12722">
                  <c:v>9.0283177370440502</c:v>
                </c:pt>
                <c:pt idx="12723">
                  <c:v>9.0288334827337771</c:v>
                </c:pt>
                <c:pt idx="12724">
                  <c:v>9.0266899703433143</c:v>
                </c:pt>
                <c:pt idx="12725">
                  <c:v>9.0208153913174609</c:v>
                </c:pt>
                <c:pt idx="12726">
                  <c:v>9.0164521304223975</c:v>
                </c:pt>
                <c:pt idx="12727">
                  <c:v>9.0189900180956055</c:v>
                </c:pt>
                <c:pt idx="12728">
                  <c:v>9.0239182430507849</c:v>
                </c:pt>
                <c:pt idx="12729">
                  <c:v>9.0267192919256747</c:v>
                </c:pt>
                <c:pt idx="12730">
                  <c:v>9.0282763726689339</c:v>
                </c:pt>
                <c:pt idx="12731">
                  <c:v>9.0277904721612519</c:v>
                </c:pt>
                <c:pt idx="12732">
                  <c:v>9.0241341755608797</c:v>
                </c:pt>
                <c:pt idx="12733">
                  <c:v>9.0221666973845149</c:v>
                </c:pt>
                <c:pt idx="12734">
                  <c:v>9.0214462242179518</c:v>
                </c:pt>
                <c:pt idx="12735">
                  <c:v>9.0240702963993105</c:v>
                </c:pt>
                <c:pt idx="12736">
                  <c:v>9.027096388418812</c:v>
                </c:pt>
                <c:pt idx="12737">
                  <c:v>9.0271004724963557</c:v>
                </c:pt>
                <c:pt idx="12738">
                  <c:v>9.0270059103932443</c:v>
                </c:pt>
                <c:pt idx="12739">
                  <c:v>9.0278537230032008</c:v>
                </c:pt>
                <c:pt idx="12740">
                  <c:v>9.0288382998508787</c:v>
                </c:pt>
                <c:pt idx="12741">
                  <c:v>9.02584278605298</c:v>
                </c:pt>
                <c:pt idx="12742">
                  <c:v>9.0261084605331501</c:v>
                </c:pt>
                <c:pt idx="12743">
                  <c:v>9.0267400264732007</c:v>
                </c:pt>
                <c:pt idx="12744">
                  <c:v>9.024448649531692</c:v>
                </c:pt>
                <c:pt idx="12745">
                  <c:v>9.0246562044468277</c:v>
                </c:pt>
                <c:pt idx="12746">
                  <c:v>9.0269247524420688</c:v>
                </c:pt>
                <c:pt idx="12747">
                  <c:v>9.0259092832129753</c:v>
                </c:pt>
                <c:pt idx="12748">
                  <c:v>9.0248879496674093</c:v>
                </c:pt>
                <c:pt idx="12749">
                  <c:v>9.0237032530201233</c:v>
                </c:pt>
                <c:pt idx="12750">
                  <c:v>9.0240909262268989</c:v>
                </c:pt>
                <c:pt idx="12751">
                  <c:v>9.0253436908332354</c:v>
                </c:pt>
                <c:pt idx="12752">
                  <c:v>9.0270453898094942</c:v>
                </c:pt>
                <c:pt idx="12753">
                  <c:v>9.0277403113114278</c:v>
                </c:pt>
                <c:pt idx="12754">
                  <c:v>9.0263166437679079</c:v>
                </c:pt>
                <c:pt idx="12755">
                  <c:v>9.0241143834927868</c:v>
                </c:pt>
                <c:pt idx="12756">
                  <c:v>9.0235539223899597</c:v>
                </c:pt>
                <c:pt idx="12757">
                  <c:v>9.0248593611246086</c:v>
                </c:pt>
                <c:pt idx="12758">
                  <c:v>9.0244929460650436</c:v>
                </c:pt>
                <c:pt idx="12759">
                  <c:v>9.0230704304408285</c:v>
                </c:pt>
                <c:pt idx="12760">
                  <c:v>9.0232634292847216</c:v>
                </c:pt>
                <c:pt idx="12761">
                  <c:v>9.0251956168423177</c:v>
                </c:pt>
                <c:pt idx="12762">
                  <c:v>9.0275713980530465</c:v>
                </c:pt>
                <c:pt idx="12763">
                  <c:v>9.0259534750263892</c:v>
                </c:pt>
                <c:pt idx="12764">
                  <c:v>9.025639629375199</c:v>
                </c:pt>
                <c:pt idx="12765">
                  <c:v>9.0256032915570596</c:v>
                </c:pt>
                <c:pt idx="12766">
                  <c:v>9.0219026984233359</c:v>
                </c:pt>
                <c:pt idx="12767">
                  <c:v>9.0204160941976781</c:v>
                </c:pt>
                <c:pt idx="12768">
                  <c:v>9.0215852922942883</c:v>
                </c:pt>
                <c:pt idx="12769">
                  <c:v>9.0258838362682834</c:v>
                </c:pt>
                <c:pt idx="12770">
                  <c:v>9.0253271450831889</c:v>
                </c:pt>
                <c:pt idx="12771">
                  <c:v>9.0231894970091986</c:v>
                </c:pt>
                <c:pt idx="12772">
                  <c:v>9.0235670123820846</c:v>
                </c:pt>
                <c:pt idx="12773">
                  <c:v>9.0243128277734019</c:v>
                </c:pt>
                <c:pt idx="12774">
                  <c:v>9.0252819060704059</c:v>
                </c:pt>
                <c:pt idx="12775">
                  <c:v>9.028741119749343</c:v>
                </c:pt>
                <c:pt idx="12776">
                  <c:v>9.0290756999480593</c:v>
                </c:pt>
                <c:pt idx="12777">
                  <c:v>9.0280844210244116</c:v>
                </c:pt>
                <c:pt idx="12778">
                  <c:v>9.0295557361392689</c:v>
                </c:pt>
                <c:pt idx="12779">
                  <c:v>9.0315213293567691</c:v>
                </c:pt>
                <c:pt idx="12780">
                  <c:v>9.0296661109528671</c:v>
                </c:pt>
                <c:pt idx="12781">
                  <c:v>9.0265608506609922</c:v>
                </c:pt>
                <c:pt idx="12782">
                  <c:v>9.0261292998006137</c:v>
                </c:pt>
                <c:pt idx="12783">
                  <c:v>9.026820241944943</c:v>
                </c:pt>
                <c:pt idx="12784">
                  <c:v>9.0266221118241372</c:v>
                </c:pt>
                <c:pt idx="12785">
                  <c:v>9.0228476911348299</c:v>
                </c:pt>
                <c:pt idx="12786">
                  <c:v>9.0212202385939051</c:v>
                </c:pt>
                <c:pt idx="12787">
                  <c:v>9.0231157741735508</c:v>
                </c:pt>
                <c:pt idx="12788">
                  <c:v>9.0238347812609963</c:v>
                </c:pt>
                <c:pt idx="12789">
                  <c:v>9.0212395070623117</c:v>
                </c:pt>
                <c:pt idx="12790">
                  <c:v>9.019592262453294</c:v>
                </c:pt>
                <c:pt idx="12791">
                  <c:v>9.0227360596819857</c:v>
                </c:pt>
                <c:pt idx="12792">
                  <c:v>9.0257468625906867</c:v>
                </c:pt>
                <c:pt idx="12793">
                  <c:v>9.0270299959787543</c:v>
                </c:pt>
                <c:pt idx="12794">
                  <c:v>9.0266410661327345</c:v>
                </c:pt>
                <c:pt idx="12795">
                  <c:v>9.0256721972756058</c:v>
                </c:pt>
                <c:pt idx="12796">
                  <c:v>9.0227674756630858</c:v>
                </c:pt>
                <c:pt idx="12797">
                  <c:v>9.0170717582896298</c:v>
                </c:pt>
                <c:pt idx="12798">
                  <c:v>9.0183633739925941</c:v>
                </c:pt>
                <c:pt idx="12799">
                  <c:v>9.0236525685706148</c:v>
                </c:pt>
                <c:pt idx="12800">
                  <c:v>9.0269143851683058</c:v>
                </c:pt>
                <c:pt idx="12801">
                  <c:v>9.0292057621098127</c:v>
                </c:pt>
                <c:pt idx="12802">
                  <c:v>9.0324299842501219</c:v>
                </c:pt>
                <c:pt idx="12803">
                  <c:v>9.0326656041083719</c:v>
                </c:pt>
                <c:pt idx="12804">
                  <c:v>9.0305769649648973</c:v>
                </c:pt>
                <c:pt idx="12805">
                  <c:v>9.0277829323257883</c:v>
                </c:pt>
                <c:pt idx="12806">
                  <c:v>9.0248396737764516</c:v>
                </c:pt>
                <c:pt idx="12807">
                  <c:v>9.0234104560762702</c:v>
                </c:pt>
                <c:pt idx="12808">
                  <c:v>9.0258263450228711</c:v>
                </c:pt>
                <c:pt idx="12809">
                  <c:v>9.0286287552569409</c:v>
                </c:pt>
                <c:pt idx="12810">
                  <c:v>9.0285415235494195</c:v>
                </c:pt>
                <c:pt idx="12811">
                  <c:v>9.0285741961697639</c:v>
                </c:pt>
                <c:pt idx="12812">
                  <c:v>9.0282623401973758</c:v>
                </c:pt>
                <c:pt idx="12813">
                  <c:v>9.0292817887840755</c:v>
                </c:pt>
                <c:pt idx="12814">
                  <c:v>9.0293299599550956</c:v>
                </c:pt>
                <c:pt idx="12815">
                  <c:v>9.0270227703031019</c:v>
                </c:pt>
                <c:pt idx="12816">
                  <c:v>9.0247427031147893</c:v>
                </c:pt>
                <c:pt idx="12817">
                  <c:v>9.0246467796524978</c:v>
                </c:pt>
                <c:pt idx="12818">
                  <c:v>9.024061814084412</c:v>
                </c:pt>
                <c:pt idx="12819">
                  <c:v>9.0216944104686423</c:v>
                </c:pt>
                <c:pt idx="12820">
                  <c:v>9.0221829289747504</c:v>
                </c:pt>
                <c:pt idx="12821">
                  <c:v>9.0240649556825225</c:v>
                </c:pt>
                <c:pt idx="12822">
                  <c:v>9.027605013152824</c:v>
                </c:pt>
                <c:pt idx="12823">
                  <c:v>9.0293074451686408</c:v>
                </c:pt>
                <c:pt idx="12824">
                  <c:v>9.0277453378684047</c:v>
                </c:pt>
                <c:pt idx="12825">
                  <c:v>9.0254199269473716</c:v>
                </c:pt>
                <c:pt idx="12826">
                  <c:v>9.0246143164720269</c:v>
                </c:pt>
                <c:pt idx="12827">
                  <c:v>9.0275465794279786</c:v>
                </c:pt>
                <c:pt idx="12828">
                  <c:v>9.028571787611213</c:v>
                </c:pt>
                <c:pt idx="12829">
                  <c:v>9.0263907854833043</c:v>
                </c:pt>
                <c:pt idx="12830">
                  <c:v>9.0249322462007608</c:v>
                </c:pt>
                <c:pt idx="12831">
                  <c:v>9.0260363084965576</c:v>
                </c:pt>
                <c:pt idx="12832">
                  <c:v>9.0264043990751137</c:v>
                </c:pt>
                <c:pt idx="12833">
                  <c:v>9.0256569081648035</c:v>
                </c:pt>
                <c:pt idx="12834">
                  <c:v>9.0245813296918715</c:v>
                </c:pt>
                <c:pt idx="12835">
                  <c:v>9.0264133002697591</c:v>
                </c:pt>
                <c:pt idx="12836">
                  <c:v>9.0302021723103731</c:v>
                </c:pt>
                <c:pt idx="12837">
                  <c:v>9.0298321967729507</c:v>
                </c:pt>
                <c:pt idx="12838">
                  <c:v>9.0287531625420971</c:v>
                </c:pt>
                <c:pt idx="12839">
                  <c:v>9.0273069802121206</c:v>
                </c:pt>
                <c:pt idx="12840">
                  <c:v>9.0265457709900634</c:v>
                </c:pt>
                <c:pt idx="12841">
                  <c:v>9.0263393679942361</c:v>
                </c:pt>
                <c:pt idx="12842">
                  <c:v>9.0284641355159767</c:v>
                </c:pt>
                <c:pt idx="12843">
                  <c:v>9.0309940644739708</c:v>
                </c:pt>
                <c:pt idx="12844">
                  <c:v>9.0304119263441844</c:v>
                </c:pt>
                <c:pt idx="12845">
                  <c:v>9.031493578573464</c:v>
                </c:pt>
                <c:pt idx="12846">
                  <c:v>9.0339992125060746</c:v>
                </c:pt>
                <c:pt idx="12847">
                  <c:v>9.0353490524940092</c:v>
                </c:pt>
                <c:pt idx="12848">
                  <c:v>9.0342101184591925</c:v>
                </c:pt>
                <c:pt idx="12849">
                  <c:v>9.0298811009835305</c:v>
                </c:pt>
                <c:pt idx="12850">
                  <c:v>9.025164829180838</c:v>
                </c:pt>
                <c:pt idx="12851">
                  <c:v>9.021867826684316</c:v>
                </c:pt>
                <c:pt idx="12852">
                  <c:v>9.0225292378064097</c:v>
                </c:pt>
                <c:pt idx="12853">
                  <c:v>9.0234643868438251</c:v>
                </c:pt>
                <c:pt idx="12854">
                  <c:v>9.0259107492920929</c:v>
                </c:pt>
                <c:pt idx="12855">
                  <c:v>9.0286391225307039</c:v>
                </c:pt>
                <c:pt idx="12856">
                  <c:v>9.0289907720791511</c:v>
                </c:pt>
                <c:pt idx="12857">
                  <c:v>9.0296596183167743</c:v>
                </c:pt>
                <c:pt idx="12858">
                  <c:v>9.0306930993750321</c:v>
                </c:pt>
                <c:pt idx="12859">
                  <c:v>9.0298517794011701</c:v>
                </c:pt>
                <c:pt idx="12860">
                  <c:v>9.030206884707539</c:v>
                </c:pt>
                <c:pt idx="12861">
                  <c:v>9.0289756924082241</c:v>
                </c:pt>
                <c:pt idx="12862">
                  <c:v>9.0265795955297161</c:v>
                </c:pt>
                <c:pt idx="12863">
                  <c:v>9.0278480681266018</c:v>
                </c:pt>
                <c:pt idx="12864">
                  <c:v>9.0278385386123343</c:v>
                </c:pt>
                <c:pt idx="12865">
                  <c:v>9.0252199118677012</c:v>
                </c:pt>
                <c:pt idx="12866">
                  <c:v>9.0261425992326121</c:v>
                </c:pt>
                <c:pt idx="12867">
                  <c:v>9.0284706281520695</c:v>
                </c:pt>
                <c:pt idx="12868">
                  <c:v>9.0284447623276307</c:v>
                </c:pt>
                <c:pt idx="12869">
                  <c:v>9.0247129626526821</c:v>
                </c:pt>
                <c:pt idx="12870">
                  <c:v>9.0217599651492044</c:v>
                </c:pt>
                <c:pt idx="12871">
                  <c:v>9.0229933565671967</c:v>
                </c:pt>
                <c:pt idx="12872">
                  <c:v>9.0237942546453755</c:v>
                </c:pt>
                <c:pt idx="12873">
                  <c:v>9.0225493440343154</c:v>
                </c:pt>
                <c:pt idx="12874">
                  <c:v>9.0231800722148687</c:v>
                </c:pt>
                <c:pt idx="12875">
                  <c:v>9.0270292629391946</c:v>
                </c:pt>
                <c:pt idx="12876">
                  <c:v>9.027110106730559</c:v>
                </c:pt>
                <c:pt idx="12877">
                  <c:v>9.0248517165692075</c:v>
                </c:pt>
                <c:pt idx="12878">
                  <c:v>9.0268732302330648</c:v>
                </c:pt>
                <c:pt idx="12879">
                  <c:v>9.0317394609855395</c:v>
                </c:pt>
                <c:pt idx="12880">
                  <c:v>9.0317629182514292</c:v>
                </c:pt>
                <c:pt idx="12881">
                  <c:v>9.0264064934738535</c:v>
                </c:pt>
                <c:pt idx="12882">
                  <c:v>9.02255719802959</c:v>
                </c:pt>
                <c:pt idx="12883">
                  <c:v>9.0201770185815064</c:v>
                </c:pt>
                <c:pt idx="12884">
                  <c:v>9.0178635457332916</c:v>
                </c:pt>
                <c:pt idx="12885">
                  <c:v>9.0200137601997223</c:v>
                </c:pt>
                <c:pt idx="12886">
                  <c:v>9.022208166479567</c:v>
                </c:pt>
                <c:pt idx="12887">
                  <c:v>9.0227690464621411</c:v>
                </c:pt>
                <c:pt idx="12888">
                  <c:v>9.0241045398187083</c:v>
                </c:pt>
                <c:pt idx="12889">
                  <c:v>9.0241828703315861</c:v>
                </c:pt>
                <c:pt idx="12890">
                  <c:v>9.0231178685722906</c:v>
                </c:pt>
                <c:pt idx="12891">
                  <c:v>9.0238463004540659</c:v>
                </c:pt>
                <c:pt idx="12892">
                  <c:v>9.0261163145284247</c:v>
                </c:pt>
                <c:pt idx="12893">
                  <c:v>9.0259152522493835</c:v>
                </c:pt>
                <c:pt idx="12894">
                  <c:v>9.0236936187859182</c:v>
                </c:pt>
                <c:pt idx="12895">
                  <c:v>9.0283369007925209</c:v>
                </c:pt>
                <c:pt idx="12896">
                  <c:v>9.0318057487056613</c:v>
                </c:pt>
                <c:pt idx="12897">
                  <c:v>9.0318244935743852</c:v>
                </c:pt>
                <c:pt idx="12898">
                  <c:v>9.0304116121843734</c:v>
                </c:pt>
                <c:pt idx="12899">
                  <c:v>9.0270151257477007</c:v>
                </c:pt>
                <c:pt idx="12900">
                  <c:v>9.0242673793207437</c:v>
                </c:pt>
                <c:pt idx="12901">
                  <c:v>9.0239889290082598</c:v>
                </c:pt>
                <c:pt idx="12902">
                  <c:v>9.0259700207764357</c:v>
                </c:pt>
                <c:pt idx="12903">
                  <c:v>9.02751265016839</c:v>
                </c:pt>
                <c:pt idx="12904">
                  <c:v>9.0290106688671816</c:v>
                </c:pt>
                <c:pt idx="12905">
                  <c:v>9.0300033091500094</c:v>
                </c:pt>
                <c:pt idx="12906">
                  <c:v>9.0307598059749008</c:v>
                </c:pt>
                <c:pt idx="12907">
                  <c:v>9.0324419223229402</c:v>
                </c:pt>
                <c:pt idx="12908">
                  <c:v>9.0324987852487304</c:v>
                </c:pt>
                <c:pt idx="12909">
                  <c:v>9.0302268862155053</c:v>
                </c:pt>
                <c:pt idx="12910">
                  <c:v>9.0292384347301571</c:v>
                </c:pt>
                <c:pt idx="12911">
                  <c:v>9.0274750557110064</c:v>
                </c:pt>
                <c:pt idx="12912">
                  <c:v>9.0235532940703376</c:v>
                </c:pt>
                <c:pt idx="12913">
                  <c:v>9.0219235376907996</c:v>
                </c:pt>
                <c:pt idx="12914">
                  <c:v>9.0206509810163702</c:v>
                </c:pt>
                <c:pt idx="12915">
                  <c:v>9.0207422968014335</c:v>
                </c:pt>
                <c:pt idx="12916">
                  <c:v>9.0225544753112281</c:v>
                </c:pt>
                <c:pt idx="12917">
                  <c:v>9.0256244449843344</c:v>
                </c:pt>
                <c:pt idx="12918">
                  <c:v>9.0278855578640478</c:v>
                </c:pt>
                <c:pt idx="12919">
                  <c:v>9.0276825059062045</c:v>
                </c:pt>
                <c:pt idx="12920">
                  <c:v>9.0274078255114514</c:v>
                </c:pt>
                <c:pt idx="12921">
                  <c:v>9.0257904260844803</c:v>
                </c:pt>
                <c:pt idx="12922">
                  <c:v>9.023898136822881</c:v>
                </c:pt>
                <c:pt idx="12923">
                  <c:v>9.025341491714558</c:v>
                </c:pt>
                <c:pt idx="12924">
                  <c:v>9.0294463038051038</c:v>
                </c:pt>
                <c:pt idx="12925">
                  <c:v>9.0316705552669934</c:v>
                </c:pt>
                <c:pt idx="12926">
                  <c:v>9.0327573387731857</c:v>
                </c:pt>
                <c:pt idx="12927">
                  <c:v>9.0315470904612702</c:v>
                </c:pt>
                <c:pt idx="12928">
                  <c:v>9.0282397206909835</c:v>
                </c:pt>
                <c:pt idx="12929">
                  <c:v>9.0276188361845087</c:v>
                </c:pt>
                <c:pt idx="12930">
                  <c:v>9.0281342677144245</c:v>
                </c:pt>
                <c:pt idx="12931">
                  <c:v>9.0281942722383253</c:v>
                </c:pt>
                <c:pt idx="12932">
                  <c:v>9.0289614504967908</c:v>
                </c:pt>
                <c:pt idx="12933">
                  <c:v>9.0288692969522302</c:v>
                </c:pt>
                <c:pt idx="12934">
                  <c:v>9.0266948921803536</c:v>
                </c:pt>
                <c:pt idx="12935">
                  <c:v>9.0266290233399804</c:v>
                </c:pt>
                <c:pt idx="12936">
                  <c:v>9.0262251185429694</c:v>
                </c:pt>
                <c:pt idx="12937">
                  <c:v>9.0224747834391703</c:v>
                </c:pt>
                <c:pt idx="12938">
                  <c:v>9.0217946274483527</c:v>
                </c:pt>
                <c:pt idx="12939">
                  <c:v>9.0214706239632729</c:v>
                </c:pt>
                <c:pt idx="12940">
                  <c:v>9.0240449541745562</c:v>
                </c:pt>
                <c:pt idx="12941">
                  <c:v>9.0286496992443404</c:v>
                </c:pt>
                <c:pt idx="12942">
                  <c:v>9.0282500879647465</c:v>
                </c:pt>
                <c:pt idx="12943">
                  <c:v>9.0239875676490797</c:v>
                </c:pt>
                <c:pt idx="12944">
                  <c:v>9.0241542817887836</c:v>
                </c:pt>
                <c:pt idx="12945">
                  <c:v>9.0305491094616563</c:v>
                </c:pt>
                <c:pt idx="12946">
                  <c:v>9.0334233575725076</c:v>
                </c:pt>
                <c:pt idx="12947">
                  <c:v>9.0302123301442627</c:v>
                </c:pt>
                <c:pt idx="12948">
                  <c:v>9.0257657121793482</c:v>
                </c:pt>
                <c:pt idx="12949">
                  <c:v>9.0258130455908709</c:v>
                </c:pt>
                <c:pt idx="12950">
                  <c:v>9.0249204128478802</c:v>
                </c:pt>
                <c:pt idx="12951">
                  <c:v>9.0265526825059066</c:v>
                </c:pt>
                <c:pt idx="12952">
                  <c:v>9.0272768208702647</c:v>
                </c:pt>
                <c:pt idx="12953">
                  <c:v>9.0265010555769649</c:v>
                </c:pt>
                <c:pt idx="12954">
                  <c:v>9.0273612251394866</c:v>
                </c:pt>
                <c:pt idx="12955">
                  <c:v>9.0264040849153027</c:v>
                </c:pt>
                <c:pt idx="12956">
                  <c:v>9.0265121558902877</c:v>
                </c:pt>
                <c:pt idx="12957">
                  <c:v>9.0259902317242773</c:v>
                </c:pt>
                <c:pt idx="12958">
                  <c:v>9.0265372886751667</c:v>
                </c:pt>
                <c:pt idx="12959">
                  <c:v>9.0264315215387967</c:v>
                </c:pt>
                <c:pt idx="12960">
                  <c:v>9.0264023046763739</c:v>
                </c:pt>
                <c:pt idx="12961">
                  <c:v>9.0270402585325797</c:v>
                </c:pt>
                <c:pt idx="12962">
                  <c:v>9.0272901203022631</c:v>
                </c:pt>
                <c:pt idx="12963">
                  <c:v>9.0287100179280539</c:v>
                </c:pt>
                <c:pt idx="12964">
                  <c:v>9.0299775480455065</c:v>
                </c:pt>
                <c:pt idx="12965">
                  <c:v>9.0328978729286398</c:v>
                </c:pt>
                <c:pt idx="12966">
                  <c:v>9.0346994747247962</c:v>
                </c:pt>
                <c:pt idx="12967">
                  <c:v>9.0316400817653264</c:v>
                </c:pt>
                <c:pt idx="12968">
                  <c:v>9.028379417086942</c:v>
                </c:pt>
                <c:pt idx="12969">
                  <c:v>9.0270495786069738</c:v>
                </c:pt>
                <c:pt idx="12970">
                  <c:v>9.0254359490977336</c:v>
                </c:pt>
                <c:pt idx="12971">
                  <c:v>9.02497067841764</c:v>
                </c:pt>
                <c:pt idx="12972">
                  <c:v>9.0262294120603865</c:v>
                </c:pt>
                <c:pt idx="12973">
                  <c:v>9.0267016989762574</c:v>
                </c:pt>
                <c:pt idx="12974">
                  <c:v>9.0258836268284099</c:v>
                </c:pt>
                <c:pt idx="12975">
                  <c:v>9.0237928932861955</c:v>
                </c:pt>
                <c:pt idx="12976">
                  <c:v>9.0234901479483263</c:v>
                </c:pt>
                <c:pt idx="12977">
                  <c:v>9.0248817711911258</c:v>
                </c:pt>
                <c:pt idx="12978">
                  <c:v>9.0256305187406802</c:v>
                </c:pt>
                <c:pt idx="12979">
                  <c:v>9.0274154700668525</c:v>
                </c:pt>
                <c:pt idx="12980">
                  <c:v>9.0288483529648307</c:v>
                </c:pt>
                <c:pt idx="12981">
                  <c:v>9.0294874587403449</c:v>
                </c:pt>
                <c:pt idx="12982">
                  <c:v>9.0286264514183276</c:v>
                </c:pt>
                <c:pt idx="12983">
                  <c:v>9.0254630715614166</c:v>
                </c:pt>
                <c:pt idx="12984">
                  <c:v>9.0220008210043066</c:v>
                </c:pt>
                <c:pt idx="12985">
                  <c:v>9.0221366427625949</c:v>
                </c:pt>
                <c:pt idx="12986">
                  <c:v>9.0261829164083576</c:v>
                </c:pt>
                <c:pt idx="12987">
                  <c:v>9.0260386123351708</c:v>
                </c:pt>
                <c:pt idx="12988">
                  <c:v>9.0198377259856244</c:v>
                </c:pt>
                <c:pt idx="12989">
                  <c:v>9.0163592438382789</c:v>
                </c:pt>
                <c:pt idx="12990">
                  <c:v>9.0189086507045566</c:v>
                </c:pt>
                <c:pt idx="12991">
                  <c:v>9.0239275631251772</c:v>
                </c:pt>
                <c:pt idx="12992">
                  <c:v>9.0264553976844333</c:v>
                </c:pt>
                <c:pt idx="12993">
                  <c:v>9.0267576194226162</c:v>
                </c:pt>
                <c:pt idx="12994">
                  <c:v>9.0285129350066189</c:v>
                </c:pt>
                <c:pt idx="12995">
                  <c:v>9.0313563954559921</c:v>
                </c:pt>
                <c:pt idx="12996">
                  <c:v>9.031728570112092</c:v>
                </c:pt>
                <c:pt idx="12997">
                  <c:v>9.0307291230333604</c:v>
                </c:pt>
                <c:pt idx="12998">
                  <c:v>9.0296491463230737</c:v>
                </c:pt>
                <c:pt idx="12999">
                  <c:v>9.0282693564331549</c:v>
                </c:pt>
                <c:pt idx="13000">
                  <c:v>9.0283721914112895</c:v>
                </c:pt>
                <c:pt idx="13001">
                  <c:v>9.0273474021078037</c:v>
                </c:pt>
                <c:pt idx="13002">
                  <c:v>9.0240478863327915</c:v>
                </c:pt>
                <c:pt idx="13003">
                  <c:v>9.0222695323626496</c:v>
                </c:pt>
                <c:pt idx="13004">
                  <c:v>9.023894471625086</c:v>
                </c:pt>
                <c:pt idx="13005">
                  <c:v>9.0294705988304873</c:v>
                </c:pt>
                <c:pt idx="13006">
                  <c:v>9.0323047392054683</c:v>
                </c:pt>
                <c:pt idx="13007">
                  <c:v>9.0287285533569026</c:v>
                </c:pt>
                <c:pt idx="13008">
                  <c:v>9.0256232930650278</c:v>
                </c:pt>
                <c:pt idx="13009">
                  <c:v>9.0252931111036645</c:v>
                </c:pt>
                <c:pt idx="13010">
                  <c:v>9.0252265092237316</c:v>
                </c:pt>
                <c:pt idx="13011">
                  <c:v>9.02744908516663</c:v>
                </c:pt>
                <c:pt idx="13012">
                  <c:v>9.0290708828309576</c:v>
                </c:pt>
                <c:pt idx="13013">
                  <c:v>9.0282161587051597</c:v>
                </c:pt>
                <c:pt idx="13014">
                  <c:v>9.028114056766583</c:v>
                </c:pt>
                <c:pt idx="13015">
                  <c:v>9.031166014610525</c:v>
                </c:pt>
                <c:pt idx="13016">
                  <c:v>9.032295104971265</c:v>
                </c:pt>
                <c:pt idx="13017">
                  <c:v>9.0323364693463795</c:v>
                </c:pt>
                <c:pt idx="13018">
                  <c:v>9.0330300294891348</c:v>
                </c:pt>
                <c:pt idx="13019">
                  <c:v>9.0333859725549992</c:v>
                </c:pt>
                <c:pt idx="13020">
                  <c:v>9.0347936179481589</c:v>
                </c:pt>
                <c:pt idx="13021">
                  <c:v>9.0330304483688817</c:v>
                </c:pt>
                <c:pt idx="13022">
                  <c:v>9.030000376991774</c:v>
                </c:pt>
                <c:pt idx="13023">
                  <c:v>9.0267378273545233</c:v>
                </c:pt>
                <c:pt idx="13024">
                  <c:v>9.0257810012901505</c:v>
                </c:pt>
                <c:pt idx="13025">
                  <c:v>9.026137886835448</c:v>
                </c:pt>
                <c:pt idx="13026">
                  <c:v>9.026074007673877</c:v>
                </c:pt>
                <c:pt idx="13027">
                  <c:v>9.0262367424559766</c:v>
                </c:pt>
                <c:pt idx="13028">
                  <c:v>9.0269983705577808</c:v>
                </c:pt>
                <c:pt idx="13029">
                  <c:v>9.0283821398053039</c:v>
                </c:pt>
                <c:pt idx="13030">
                  <c:v>9.029124289998828</c:v>
                </c:pt>
                <c:pt idx="13031">
                  <c:v>9.0305933012750703</c:v>
                </c:pt>
                <c:pt idx="13032">
                  <c:v>9.0311363788683536</c:v>
                </c:pt>
                <c:pt idx="13033">
                  <c:v>9.0276463775279385</c:v>
                </c:pt>
                <c:pt idx="13034">
                  <c:v>9.0236404210579231</c:v>
                </c:pt>
                <c:pt idx="13035">
                  <c:v>9.024421527068009</c:v>
                </c:pt>
                <c:pt idx="13036">
                  <c:v>9.026345755910393</c:v>
                </c:pt>
                <c:pt idx="13037">
                  <c:v>9.0263802087696661</c:v>
                </c:pt>
                <c:pt idx="13038">
                  <c:v>9.0277969647973464</c:v>
                </c:pt>
                <c:pt idx="13039">
                  <c:v>9.0290797840256012</c:v>
                </c:pt>
                <c:pt idx="13040">
                  <c:v>9.0289317100346835</c:v>
                </c:pt>
                <c:pt idx="13041">
                  <c:v>9.0267800294891334</c:v>
                </c:pt>
                <c:pt idx="13042">
                  <c:v>9.0220034390027308</c:v>
                </c:pt>
                <c:pt idx="13043">
                  <c:v>9.0210259831107678</c:v>
                </c:pt>
                <c:pt idx="13044">
                  <c:v>9.019433925908551</c:v>
                </c:pt>
                <c:pt idx="13045">
                  <c:v>9.0188458187423546</c:v>
                </c:pt>
                <c:pt idx="13046">
                  <c:v>9.0178568436573237</c:v>
                </c:pt>
                <c:pt idx="13047">
                  <c:v>9.0179832406212821</c:v>
                </c:pt>
                <c:pt idx="13048">
                  <c:v>9.0187777507833058</c:v>
                </c:pt>
                <c:pt idx="13049">
                  <c:v>9.0205627021094781</c:v>
                </c:pt>
                <c:pt idx="13050">
                  <c:v>9.025078749392625</c:v>
                </c:pt>
                <c:pt idx="13051">
                  <c:v>9.026056624164335</c:v>
                </c:pt>
                <c:pt idx="13052">
                  <c:v>9.0245955716033048</c:v>
                </c:pt>
                <c:pt idx="13053">
                  <c:v>9.0235564356684481</c:v>
                </c:pt>
                <c:pt idx="13054">
                  <c:v>9.0212720749627202</c:v>
                </c:pt>
                <c:pt idx="13055">
                  <c:v>9.0218945302682503</c:v>
                </c:pt>
                <c:pt idx="13056">
                  <c:v>9.0242357538997702</c:v>
                </c:pt>
                <c:pt idx="13057">
                  <c:v>9.0218314888661766</c:v>
                </c:pt>
                <c:pt idx="13058">
                  <c:v>9.0205322286078111</c:v>
                </c:pt>
                <c:pt idx="13059">
                  <c:v>9.0206040664845943</c:v>
                </c:pt>
                <c:pt idx="13060">
                  <c:v>9.0205196622153707</c:v>
                </c:pt>
                <c:pt idx="13061">
                  <c:v>9.0202722090042382</c:v>
                </c:pt>
                <c:pt idx="13062">
                  <c:v>9.0204808111187447</c:v>
                </c:pt>
                <c:pt idx="13063">
                  <c:v>9.0228880083105736</c:v>
                </c:pt>
                <c:pt idx="13064">
                  <c:v>9.0230824732335844</c:v>
                </c:pt>
                <c:pt idx="13065">
                  <c:v>9.0225633765058735</c:v>
                </c:pt>
                <c:pt idx="13066">
                  <c:v>9.0208859725549981</c:v>
                </c:pt>
                <c:pt idx="13067">
                  <c:v>9.0185388846070076</c:v>
                </c:pt>
                <c:pt idx="13068">
                  <c:v>9.0209349814855155</c:v>
                </c:pt>
                <c:pt idx="13069">
                  <c:v>9.0257037179766435</c:v>
                </c:pt>
                <c:pt idx="13070">
                  <c:v>9.0307780272439384</c:v>
                </c:pt>
                <c:pt idx="13071">
                  <c:v>9.0349743645594227</c:v>
                </c:pt>
                <c:pt idx="13072">
                  <c:v>9.0348963482063578</c:v>
                </c:pt>
                <c:pt idx="13073">
                  <c:v>9.0325602558517506</c:v>
                </c:pt>
                <c:pt idx="13074">
                  <c:v>9.0308006467503308</c:v>
                </c:pt>
                <c:pt idx="13075">
                  <c:v>9.0280629534373276</c:v>
                </c:pt>
                <c:pt idx="13076">
                  <c:v>9.0262197778261815</c:v>
                </c:pt>
                <c:pt idx="13077">
                  <c:v>9.0283045423319876</c:v>
                </c:pt>
                <c:pt idx="13078">
                  <c:v>9.0290879521806886</c:v>
                </c:pt>
                <c:pt idx="13079">
                  <c:v>9.0293545691402919</c:v>
                </c:pt>
                <c:pt idx="13080">
                  <c:v>9.0312267521739855</c:v>
                </c:pt>
                <c:pt idx="13081">
                  <c:v>9.0306261833352881</c:v>
                </c:pt>
                <c:pt idx="13082">
                  <c:v>9.0289615552167284</c:v>
                </c:pt>
                <c:pt idx="13083">
                  <c:v>9.0266913317024944</c:v>
                </c:pt>
                <c:pt idx="13084">
                  <c:v>9.0229706323408667</c:v>
                </c:pt>
                <c:pt idx="13085">
                  <c:v>9.0226476760551577</c:v>
                </c:pt>
                <c:pt idx="13086">
                  <c:v>9.0236212573094523</c:v>
                </c:pt>
                <c:pt idx="13087">
                  <c:v>9.0222676474037833</c:v>
                </c:pt>
                <c:pt idx="13088">
                  <c:v>9.0201475922792085</c:v>
                </c:pt>
                <c:pt idx="13089">
                  <c:v>9.0195778111019891</c:v>
                </c:pt>
                <c:pt idx="13090">
                  <c:v>9.0203376589648645</c:v>
                </c:pt>
                <c:pt idx="13091">
                  <c:v>9.0238401219777824</c:v>
                </c:pt>
                <c:pt idx="13092">
                  <c:v>9.0258465559707126</c:v>
                </c:pt>
                <c:pt idx="13093">
                  <c:v>9.0278406330110759</c:v>
                </c:pt>
                <c:pt idx="13094">
                  <c:v>9.029060724997068</c:v>
                </c:pt>
                <c:pt idx="13095">
                  <c:v>9.0275290911984989</c:v>
                </c:pt>
                <c:pt idx="13096">
                  <c:v>9.0267753170919693</c:v>
                </c:pt>
                <c:pt idx="13097">
                  <c:v>9.027110106730559</c:v>
                </c:pt>
                <c:pt idx="13098">
                  <c:v>9.028160866578423</c:v>
                </c:pt>
                <c:pt idx="13099">
                  <c:v>9.0285961873565341</c:v>
                </c:pt>
                <c:pt idx="13100">
                  <c:v>9.0302331694117246</c:v>
                </c:pt>
                <c:pt idx="13101">
                  <c:v>9.0297314561935558</c:v>
                </c:pt>
                <c:pt idx="13102">
                  <c:v>9.0270942940200722</c:v>
                </c:pt>
                <c:pt idx="13103">
                  <c:v>9.0241567950672721</c:v>
                </c:pt>
                <c:pt idx="13104">
                  <c:v>9.0242691595596742</c:v>
                </c:pt>
                <c:pt idx="13105">
                  <c:v>9.0235913074074698</c:v>
                </c:pt>
                <c:pt idx="13106">
                  <c:v>9.0221378994018391</c:v>
                </c:pt>
                <c:pt idx="13107">
                  <c:v>9.022842664577853</c:v>
                </c:pt>
                <c:pt idx="13108">
                  <c:v>9.0230449834961384</c:v>
                </c:pt>
                <c:pt idx="13109">
                  <c:v>9.0250528835681845</c:v>
                </c:pt>
                <c:pt idx="13110">
                  <c:v>9.0284244466598533</c:v>
                </c:pt>
                <c:pt idx="13111">
                  <c:v>9.0301380837089287</c:v>
                </c:pt>
                <c:pt idx="13112">
                  <c:v>9.0288882512608275</c:v>
                </c:pt>
                <c:pt idx="13113">
                  <c:v>9.0269107199705108</c:v>
                </c:pt>
                <c:pt idx="13114">
                  <c:v>9.0265455615501899</c:v>
                </c:pt>
                <c:pt idx="13115">
                  <c:v>9.0285279099576101</c:v>
                </c:pt>
                <c:pt idx="13116">
                  <c:v>9.0310464244424704</c:v>
                </c:pt>
                <c:pt idx="13117">
                  <c:v>9.0310027562287427</c:v>
                </c:pt>
                <c:pt idx="13118">
                  <c:v>9.0298697912303343</c:v>
                </c:pt>
                <c:pt idx="13119">
                  <c:v>9.0288759990281982</c:v>
                </c:pt>
                <c:pt idx="13120">
                  <c:v>9.0252648367206749</c:v>
                </c:pt>
                <c:pt idx="13121">
                  <c:v>9.0229567045892463</c:v>
                </c:pt>
                <c:pt idx="13122">
                  <c:v>9.0256315659400492</c:v>
                </c:pt>
                <c:pt idx="13123">
                  <c:v>9.0278330931756106</c:v>
                </c:pt>
                <c:pt idx="13124">
                  <c:v>9.0299899049980734</c:v>
                </c:pt>
                <c:pt idx="13125">
                  <c:v>9.0287616448569938</c:v>
                </c:pt>
                <c:pt idx="13126">
                  <c:v>9.0297230785985967</c:v>
                </c:pt>
                <c:pt idx="13127">
                  <c:v>9.0315202821573983</c:v>
                </c:pt>
                <c:pt idx="13128">
                  <c:v>9.0269225533233914</c:v>
                </c:pt>
                <c:pt idx="13129">
                  <c:v>9.0237222073287207</c:v>
                </c:pt>
                <c:pt idx="13130">
                  <c:v>9.0243607895045486</c:v>
                </c:pt>
                <c:pt idx="13131">
                  <c:v>9.0253628545817062</c:v>
                </c:pt>
                <c:pt idx="13132">
                  <c:v>9.0261027009366153</c:v>
                </c:pt>
                <c:pt idx="13133">
                  <c:v>9.0260812333495295</c:v>
                </c:pt>
                <c:pt idx="13134">
                  <c:v>9.0271282232796608</c:v>
                </c:pt>
                <c:pt idx="13135">
                  <c:v>9.0301690808102801</c:v>
                </c:pt>
                <c:pt idx="13136">
                  <c:v>9.0310949097733015</c:v>
                </c:pt>
                <c:pt idx="13137">
                  <c:v>9.0308053591474966</c:v>
                </c:pt>
                <c:pt idx="13138">
                  <c:v>9.0325077911633134</c:v>
                </c:pt>
                <c:pt idx="13139">
                  <c:v>9.033676884539986</c:v>
                </c:pt>
                <c:pt idx="13140">
                  <c:v>9.0338459025183049</c:v>
                </c:pt>
                <c:pt idx="13141">
                  <c:v>9.0309530142586674</c:v>
                </c:pt>
                <c:pt idx="13142">
                  <c:v>9.0304768527051262</c:v>
                </c:pt>
                <c:pt idx="13143">
                  <c:v>9.0338674748253265</c:v>
                </c:pt>
                <c:pt idx="13144">
                  <c:v>9.0343371437427749</c:v>
                </c:pt>
                <c:pt idx="13145">
                  <c:v>9.0328578699127053</c:v>
                </c:pt>
                <c:pt idx="13146">
                  <c:v>9.0296359516110112</c:v>
                </c:pt>
                <c:pt idx="13147">
                  <c:v>9.0294882964998404</c:v>
                </c:pt>
                <c:pt idx="13148">
                  <c:v>9.032271647705377</c:v>
                </c:pt>
                <c:pt idx="13149">
                  <c:v>9.0315256228741845</c:v>
                </c:pt>
                <c:pt idx="13150">
                  <c:v>9.0287998676339996</c:v>
                </c:pt>
                <c:pt idx="13151">
                  <c:v>9.0295072508084377</c:v>
                </c:pt>
                <c:pt idx="13152">
                  <c:v>9.0272155597071198</c:v>
                </c:pt>
                <c:pt idx="13153">
                  <c:v>9.0262636554797844</c:v>
                </c:pt>
                <c:pt idx="13154">
                  <c:v>9.0282211852621348</c:v>
                </c:pt>
                <c:pt idx="13155">
                  <c:v>9.0281257853995278</c:v>
                </c:pt>
                <c:pt idx="13156">
                  <c:v>9.0265444096308833</c:v>
                </c:pt>
                <c:pt idx="13157">
                  <c:v>9.0267101812911541</c:v>
                </c:pt>
                <c:pt idx="13158">
                  <c:v>9.0270710461940578</c:v>
                </c:pt>
                <c:pt idx="13159">
                  <c:v>9.0269467436288391</c:v>
                </c:pt>
                <c:pt idx="13160">
                  <c:v>9.0294933230568173</c:v>
                </c:pt>
                <c:pt idx="13161">
                  <c:v>9.0302641665130778</c:v>
                </c:pt>
                <c:pt idx="13162">
                  <c:v>9.0303817670023285</c:v>
                </c:pt>
                <c:pt idx="13163">
                  <c:v>9.0282740688303207</c:v>
                </c:pt>
                <c:pt idx="13164">
                  <c:v>9.0277891108020718</c:v>
                </c:pt>
                <c:pt idx="13165">
                  <c:v>9.0289487793844145</c:v>
                </c:pt>
                <c:pt idx="13166">
                  <c:v>9.0276405132114679</c:v>
                </c:pt>
                <c:pt idx="13167">
                  <c:v>9.0251254544845274</c:v>
                </c:pt>
                <c:pt idx="13168">
                  <c:v>9.0218974624264874</c:v>
                </c:pt>
                <c:pt idx="13169">
                  <c:v>9.0223153996950547</c:v>
                </c:pt>
                <c:pt idx="13170">
                  <c:v>9.0245370331585217</c:v>
                </c:pt>
                <c:pt idx="13171">
                  <c:v>9.0280075565906532</c:v>
                </c:pt>
                <c:pt idx="13172">
                  <c:v>9.0316528575976402</c:v>
                </c:pt>
                <c:pt idx="13173">
                  <c:v>9.0321697552066755</c:v>
                </c:pt>
                <c:pt idx="13174">
                  <c:v>9.030751742539751</c:v>
                </c:pt>
                <c:pt idx="13175">
                  <c:v>9.0296270504163658</c:v>
                </c:pt>
                <c:pt idx="13176">
                  <c:v>9.0289801953655147</c:v>
                </c:pt>
                <c:pt idx="13177">
                  <c:v>9.0282041159124038</c:v>
                </c:pt>
                <c:pt idx="13178">
                  <c:v>9.0260991404587578</c:v>
                </c:pt>
                <c:pt idx="13179">
                  <c:v>9.0258881297857005</c:v>
                </c:pt>
                <c:pt idx="13180">
                  <c:v>9.0274606043596997</c:v>
                </c:pt>
                <c:pt idx="13181">
                  <c:v>9.0256490541695289</c:v>
                </c:pt>
                <c:pt idx="13182">
                  <c:v>9.0233240621282444</c:v>
                </c:pt>
                <c:pt idx="13183">
                  <c:v>9.0218298133471837</c:v>
                </c:pt>
                <c:pt idx="13184">
                  <c:v>9.0218632190070878</c:v>
                </c:pt>
                <c:pt idx="13185">
                  <c:v>9.0220692031231682</c:v>
                </c:pt>
                <c:pt idx="13186">
                  <c:v>9.0230723153996948</c:v>
                </c:pt>
                <c:pt idx="13187">
                  <c:v>9.0238403314176558</c:v>
                </c:pt>
                <c:pt idx="13188">
                  <c:v>9.0234848072315401</c:v>
                </c:pt>
                <c:pt idx="13189">
                  <c:v>9.0267345810364752</c:v>
                </c:pt>
                <c:pt idx="13190">
                  <c:v>9.0284930382185884</c:v>
                </c:pt>
                <c:pt idx="13191">
                  <c:v>9.0306089045456837</c:v>
                </c:pt>
                <c:pt idx="13192">
                  <c:v>9.0329207018749056</c:v>
                </c:pt>
                <c:pt idx="13193">
                  <c:v>9.0323715505252746</c:v>
                </c:pt>
                <c:pt idx="13194">
                  <c:v>9.0275785190087632</c:v>
                </c:pt>
                <c:pt idx="13195">
                  <c:v>9.0246223799071768</c:v>
                </c:pt>
                <c:pt idx="13196">
                  <c:v>9.0231018464219286</c:v>
                </c:pt>
                <c:pt idx="13197">
                  <c:v>9.0246607074041183</c:v>
                </c:pt>
                <c:pt idx="13198">
                  <c:v>9.0266445218906561</c:v>
                </c:pt>
                <c:pt idx="13199">
                  <c:v>9.0293572918586538</c:v>
                </c:pt>
                <c:pt idx="13200">
                  <c:v>9.0305486905819077</c:v>
                </c:pt>
                <c:pt idx="13201">
                  <c:v>9.0283971147562951</c:v>
                </c:pt>
                <c:pt idx="13202">
                  <c:v>9.02793435735469</c:v>
                </c:pt>
                <c:pt idx="13203">
                  <c:v>9.0256829834291175</c:v>
                </c:pt>
                <c:pt idx="13204">
                  <c:v>9.023321548849756</c:v>
                </c:pt>
                <c:pt idx="13205">
                  <c:v>9.0252974046210817</c:v>
                </c:pt>
                <c:pt idx="13206">
                  <c:v>9.0280641053566342</c:v>
                </c:pt>
                <c:pt idx="13207">
                  <c:v>9.029396352395155</c:v>
                </c:pt>
                <c:pt idx="13208">
                  <c:v>9.025225671464236</c:v>
                </c:pt>
                <c:pt idx="13209">
                  <c:v>9.0208344503459941</c:v>
                </c:pt>
                <c:pt idx="13210">
                  <c:v>9.0188052921267357</c:v>
                </c:pt>
                <c:pt idx="13211">
                  <c:v>9.0193648107501296</c:v>
                </c:pt>
                <c:pt idx="13212">
                  <c:v>9.0234874252299644</c:v>
                </c:pt>
                <c:pt idx="13213">
                  <c:v>9.0265602223413701</c:v>
                </c:pt>
                <c:pt idx="13214">
                  <c:v>9.0240620235242872</c:v>
                </c:pt>
                <c:pt idx="13215">
                  <c:v>9.0224641020055962</c:v>
                </c:pt>
                <c:pt idx="13216">
                  <c:v>9.0245822721713047</c:v>
                </c:pt>
                <c:pt idx="13217">
                  <c:v>9.0284162785047677</c:v>
                </c:pt>
                <c:pt idx="13218">
                  <c:v>9.0297899946383389</c:v>
                </c:pt>
                <c:pt idx="13219">
                  <c:v>9.0278369678132808</c:v>
                </c:pt>
                <c:pt idx="13220">
                  <c:v>9.0257458153913177</c:v>
                </c:pt>
                <c:pt idx="13221">
                  <c:v>9.0260312819395807</c:v>
                </c:pt>
                <c:pt idx="13222">
                  <c:v>9.0269180503661008</c:v>
                </c:pt>
                <c:pt idx="13223">
                  <c:v>9.0250644027612559</c:v>
                </c:pt>
                <c:pt idx="13224">
                  <c:v>9.0253190816480409</c:v>
                </c:pt>
                <c:pt idx="13225">
                  <c:v>9.027373791531927</c:v>
                </c:pt>
                <c:pt idx="13226">
                  <c:v>9.0288759990281982</c:v>
                </c:pt>
                <c:pt idx="13227">
                  <c:v>9.0297375299499016</c:v>
                </c:pt>
                <c:pt idx="13228">
                  <c:v>9.0295715488497557</c:v>
                </c:pt>
                <c:pt idx="13229">
                  <c:v>9.0281255759596544</c:v>
                </c:pt>
                <c:pt idx="13230">
                  <c:v>9.0287048866511395</c:v>
                </c:pt>
                <c:pt idx="13231">
                  <c:v>9.0273439463498821</c:v>
                </c:pt>
                <c:pt idx="13232">
                  <c:v>9.024892033744953</c:v>
                </c:pt>
                <c:pt idx="13233">
                  <c:v>9.0241649632223577</c:v>
                </c:pt>
                <c:pt idx="13234">
                  <c:v>9.023184994051908</c:v>
                </c:pt>
                <c:pt idx="13235">
                  <c:v>9.0227321850443172</c:v>
                </c:pt>
                <c:pt idx="13236">
                  <c:v>9.0235574828678189</c:v>
                </c:pt>
                <c:pt idx="13237">
                  <c:v>9.0244133589129234</c:v>
                </c:pt>
                <c:pt idx="13238">
                  <c:v>9.0257847712078814</c:v>
                </c:pt>
                <c:pt idx="13239">
                  <c:v>9.0268445369703265</c:v>
                </c:pt>
                <c:pt idx="13240">
                  <c:v>9.0259467729504212</c:v>
                </c:pt>
                <c:pt idx="13241">
                  <c:v>9.0283877946819029</c:v>
                </c:pt>
                <c:pt idx="13242">
                  <c:v>9.0290525568419824</c:v>
                </c:pt>
                <c:pt idx="13243">
                  <c:v>9.0271535655044151</c:v>
                </c:pt>
                <c:pt idx="13244">
                  <c:v>9.0256075850744768</c:v>
                </c:pt>
                <c:pt idx="13245">
                  <c:v>9.0233538025903517</c:v>
                </c:pt>
                <c:pt idx="13246">
                  <c:v>9.0233618660255015</c:v>
                </c:pt>
                <c:pt idx="13247">
                  <c:v>9.024941252115342</c:v>
                </c:pt>
                <c:pt idx="13248">
                  <c:v>9.0245479240319693</c:v>
                </c:pt>
                <c:pt idx="13249">
                  <c:v>9.0236516260911817</c:v>
                </c:pt>
                <c:pt idx="13250">
                  <c:v>9.0228751277583239</c:v>
                </c:pt>
                <c:pt idx="13251">
                  <c:v>9.0247583063854027</c:v>
                </c:pt>
                <c:pt idx="13252">
                  <c:v>9.0253279828426862</c:v>
                </c:pt>
                <c:pt idx="13253">
                  <c:v>9.0243859222894294</c:v>
                </c:pt>
                <c:pt idx="13254">
                  <c:v>9.0246392398170325</c:v>
                </c:pt>
                <c:pt idx="13255">
                  <c:v>9.0262220816647964</c:v>
                </c:pt>
                <c:pt idx="13256">
                  <c:v>9.0277886919223231</c:v>
                </c:pt>
                <c:pt idx="13257">
                  <c:v>9.0278260769398315</c:v>
                </c:pt>
                <c:pt idx="13258">
                  <c:v>9.0248982122212347</c:v>
                </c:pt>
                <c:pt idx="13259">
                  <c:v>9.0233498232327456</c:v>
                </c:pt>
                <c:pt idx="13260">
                  <c:v>9.0237465023541041</c:v>
                </c:pt>
                <c:pt idx="13261">
                  <c:v>9.0227865346916207</c:v>
                </c:pt>
                <c:pt idx="13262">
                  <c:v>9.0214364852638109</c:v>
                </c:pt>
                <c:pt idx="13263">
                  <c:v>9.0204548405743683</c:v>
                </c:pt>
                <c:pt idx="13264">
                  <c:v>9.0212419156208643</c:v>
                </c:pt>
                <c:pt idx="13265">
                  <c:v>9.0223899602901998</c:v>
                </c:pt>
                <c:pt idx="13266">
                  <c:v>9.0241263215656051</c:v>
                </c:pt>
                <c:pt idx="13267">
                  <c:v>9.0228669596032365</c:v>
                </c:pt>
                <c:pt idx="13268">
                  <c:v>9.0230000586431647</c:v>
                </c:pt>
                <c:pt idx="13269">
                  <c:v>9.023875412596551</c:v>
                </c:pt>
                <c:pt idx="13270">
                  <c:v>9.0230932593870943</c:v>
                </c:pt>
                <c:pt idx="13271">
                  <c:v>9.0205156828577646</c:v>
                </c:pt>
                <c:pt idx="13272">
                  <c:v>9.0190145225608624</c:v>
                </c:pt>
                <c:pt idx="13273">
                  <c:v>9.0185594097146584</c:v>
                </c:pt>
                <c:pt idx="13274">
                  <c:v>9.0192187264380141</c:v>
                </c:pt>
                <c:pt idx="13275">
                  <c:v>9.0200240227535478</c:v>
                </c:pt>
                <c:pt idx="13276">
                  <c:v>9.0198790903607389</c:v>
                </c:pt>
                <c:pt idx="13277">
                  <c:v>9.0199719769448592</c:v>
                </c:pt>
                <c:pt idx="13278">
                  <c:v>9.0221108816580937</c:v>
                </c:pt>
                <c:pt idx="13279">
                  <c:v>9.0230373389407372</c:v>
                </c:pt>
                <c:pt idx="13280">
                  <c:v>9.0232182949918744</c:v>
                </c:pt>
                <c:pt idx="13281">
                  <c:v>9.0231662491831841</c:v>
                </c:pt>
                <c:pt idx="13282">
                  <c:v>9.0244308471424031</c:v>
                </c:pt>
                <c:pt idx="13283">
                  <c:v>9.0238766692357952</c:v>
                </c:pt>
                <c:pt idx="13284">
                  <c:v>9.024437549218371</c:v>
                </c:pt>
                <c:pt idx="13285">
                  <c:v>9.0260218571452508</c:v>
                </c:pt>
                <c:pt idx="13286">
                  <c:v>9.025232373540204</c:v>
                </c:pt>
                <c:pt idx="13287">
                  <c:v>9.0232876195901675</c:v>
                </c:pt>
                <c:pt idx="13288">
                  <c:v>9.0224346757032983</c:v>
                </c:pt>
                <c:pt idx="13289">
                  <c:v>9.0218378767823335</c:v>
                </c:pt>
                <c:pt idx="13290">
                  <c:v>9.0213775279392792</c:v>
                </c:pt>
                <c:pt idx="13291">
                  <c:v>9.0202649833285857</c:v>
                </c:pt>
                <c:pt idx="13292">
                  <c:v>9.0210693371646862</c:v>
                </c:pt>
                <c:pt idx="13293">
                  <c:v>9.0238168741517679</c:v>
                </c:pt>
                <c:pt idx="13294">
                  <c:v>9.0230221545498726</c:v>
                </c:pt>
                <c:pt idx="13295">
                  <c:v>9.0207735033426601</c:v>
                </c:pt>
                <c:pt idx="13296">
                  <c:v>9.0213109260593463</c:v>
                </c:pt>
                <c:pt idx="13297">
                  <c:v>9.0248412445755068</c:v>
                </c:pt>
                <c:pt idx="13298">
                  <c:v>9.0247165231305395</c:v>
                </c:pt>
                <c:pt idx="13299">
                  <c:v>9.0221669068243884</c:v>
                </c:pt>
                <c:pt idx="13300">
                  <c:v>9.0198968927500296</c:v>
                </c:pt>
                <c:pt idx="13301">
                  <c:v>9.0216522083340323</c:v>
                </c:pt>
                <c:pt idx="13302">
                  <c:v>9.0271854003652638</c:v>
                </c:pt>
                <c:pt idx="13303">
                  <c:v>9.0288096065881405</c:v>
                </c:pt>
                <c:pt idx="13304">
                  <c:v>9.0288075121894007</c:v>
                </c:pt>
                <c:pt idx="13305">
                  <c:v>9.0301489745823762</c:v>
                </c:pt>
                <c:pt idx="13306">
                  <c:v>9.0298714667493254</c:v>
                </c:pt>
                <c:pt idx="13307">
                  <c:v>9.0291019846522467</c:v>
                </c:pt>
                <c:pt idx="13308">
                  <c:v>9.0326835112176003</c:v>
                </c:pt>
                <c:pt idx="13309">
                  <c:v>9.0368389030377152</c:v>
                </c:pt>
                <c:pt idx="13310">
                  <c:v>9.0353905215890631</c:v>
                </c:pt>
                <c:pt idx="13311">
                  <c:v>9.0326539801953647</c:v>
                </c:pt>
                <c:pt idx="13312">
                  <c:v>9.0293989703935793</c:v>
                </c:pt>
                <c:pt idx="13313">
                  <c:v>9.0252401228155428</c:v>
                </c:pt>
                <c:pt idx="13314">
                  <c:v>9.0238067163178801</c:v>
                </c:pt>
                <c:pt idx="13315">
                  <c:v>9.0248688906388761</c:v>
                </c:pt>
                <c:pt idx="13316">
                  <c:v>9.0274546353232914</c:v>
                </c:pt>
                <c:pt idx="13317">
                  <c:v>9.027957395740831</c:v>
                </c:pt>
                <c:pt idx="13318">
                  <c:v>9.0262745463532337</c:v>
                </c:pt>
                <c:pt idx="13319">
                  <c:v>9.0246975688219422</c:v>
                </c:pt>
                <c:pt idx="13320">
                  <c:v>9.0229241366888395</c:v>
                </c:pt>
                <c:pt idx="13321">
                  <c:v>9.0227046437008855</c:v>
                </c:pt>
                <c:pt idx="13322">
                  <c:v>9.0261715019352238</c:v>
                </c:pt>
                <c:pt idx="13323">
                  <c:v>9.0281666261749578</c:v>
                </c:pt>
                <c:pt idx="13324">
                  <c:v>9.0279808530067189</c:v>
                </c:pt>
                <c:pt idx="13325">
                  <c:v>9.0281943769582629</c:v>
                </c:pt>
                <c:pt idx="13326">
                  <c:v>9.027617370105391</c:v>
                </c:pt>
                <c:pt idx="13327">
                  <c:v>9.0258148258298014</c:v>
                </c:pt>
                <c:pt idx="13328">
                  <c:v>9.0255138607308609</c:v>
                </c:pt>
                <c:pt idx="13329">
                  <c:v>9.027055233483571</c:v>
                </c:pt>
                <c:pt idx="13330">
                  <c:v>9.0290925598579168</c:v>
                </c:pt>
                <c:pt idx="13331">
                  <c:v>9.0284324053750655</c:v>
                </c:pt>
                <c:pt idx="13332">
                  <c:v>9.0232752626376023</c:v>
                </c:pt>
                <c:pt idx="13333">
                  <c:v>9.0232353643416054</c:v>
                </c:pt>
                <c:pt idx="13334">
                  <c:v>9.0242251771861337</c:v>
                </c:pt>
                <c:pt idx="13335">
                  <c:v>9.0208427232210173</c:v>
                </c:pt>
                <c:pt idx="13336">
                  <c:v>9.0237571837876782</c:v>
                </c:pt>
                <c:pt idx="13337">
                  <c:v>9.0286405886098215</c:v>
                </c:pt>
                <c:pt idx="13338">
                  <c:v>9.0277626166580092</c:v>
                </c:pt>
                <c:pt idx="13339">
                  <c:v>9.025692827103196</c:v>
                </c:pt>
                <c:pt idx="13340">
                  <c:v>9.0256229789052167</c:v>
                </c:pt>
                <c:pt idx="13341">
                  <c:v>9.0272528400046923</c:v>
                </c:pt>
                <c:pt idx="13342">
                  <c:v>9.0282732310708234</c:v>
                </c:pt>
                <c:pt idx="13343">
                  <c:v>9.0285665516143627</c:v>
                </c:pt>
                <c:pt idx="13344">
                  <c:v>9.02805206256388</c:v>
                </c:pt>
                <c:pt idx="13345">
                  <c:v>9.0277805237672375</c:v>
                </c:pt>
                <c:pt idx="13346">
                  <c:v>9.0289388309903984</c:v>
                </c:pt>
                <c:pt idx="13347">
                  <c:v>9.0302854246602884</c:v>
                </c:pt>
                <c:pt idx="13348">
                  <c:v>9.0299226747985184</c:v>
                </c:pt>
                <c:pt idx="13349">
                  <c:v>9.0302716016286038</c:v>
                </c:pt>
                <c:pt idx="13350">
                  <c:v>9.0275268920798215</c:v>
                </c:pt>
                <c:pt idx="13351">
                  <c:v>9.0277839795251573</c:v>
                </c:pt>
                <c:pt idx="13352">
                  <c:v>9.0292813699043286</c:v>
                </c:pt>
                <c:pt idx="13353">
                  <c:v>9.0283662223748813</c:v>
                </c:pt>
                <c:pt idx="13354">
                  <c:v>9.0266398094934903</c:v>
                </c:pt>
                <c:pt idx="13355">
                  <c:v>9.0236964462242177</c:v>
                </c:pt>
                <c:pt idx="13356">
                  <c:v>9.0237774994554556</c:v>
                </c:pt>
                <c:pt idx="13357">
                  <c:v>9.0280659903155005</c:v>
                </c:pt>
                <c:pt idx="13358">
                  <c:v>9.0307708015682859</c:v>
                </c:pt>
                <c:pt idx="13359">
                  <c:v>9.0293608523365112</c:v>
                </c:pt>
                <c:pt idx="13360">
                  <c:v>9.0284261221788444</c:v>
                </c:pt>
                <c:pt idx="13361">
                  <c:v>9.0265285969203966</c:v>
                </c:pt>
                <c:pt idx="13362">
                  <c:v>9.0243952423638216</c:v>
                </c:pt>
                <c:pt idx="13363">
                  <c:v>9.0271213117638194</c:v>
                </c:pt>
                <c:pt idx="13364">
                  <c:v>9.0283339686342838</c:v>
                </c:pt>
                <c:pt idx="13365">
                  <c:v>9.0266308035789091</c:v>
                </c:pt>
                <c:pt idx="13366">
                  <c:v>9.0266455690900251</c:v>
                </c:pt>
                <c:pt idx="13367">
                  <c:v>9.0272396452926298</c:v>
                </c:pt>
                <c:pt idx="13368">
                  <c:v>9.024760191344269</c:v>
                </c:pt>
                <c:pt idx="13369">
                  <c:v>9.0272343045758419</c:v>
                </c:pt>
                <c:pt idx="13370">
                  <c:v>9.0282877871420677</c:v>
                </c:pt>
                <c:pt idx="13371">
                  <c:v>9.0265590704220635</c:v>
                </c:pt>
                <c:pt idx="13372">
                  <c:v>9.028130078916945</c:v>
                </c:pt>
                <c:pt idx="13373">
                  <c:v>9.02686883199571</c:v>
                </c:pt>
                <c:pt idx="13374">
                  <c:v>9.0245763031348964</c:v>
                </c:pt>
                <c:pt idx="13375">
                  <c:v>9.0259009056180144</c:v>
                </c:pt>
                <c:pt idx="13376">
                  <c:v>9.0301278211551033</c:v>
                </c:pt>
                <c:pt idx="13377">
                  <c:v>9.0322501801182913</c:v>
                </c:pt>
                <c:pt idx="13378">
                  <c:v>9.0317708769666396</c:v>
                </c:pt>
                <c:pt idx="13379">
                  <c:v>9.0285149246854211</c:v>
                </c:pt>
                <c:pt idx="13380">
                  <c:v>9.0249301518020211</c:v>
                </c:pt>
                <c:pt idx="13381">
                  <c:v>9.0216741995208007</c:v>
                </c:pt>
                <c:pt idx="13382">
                  <c:v>9.0201754477824512</c:v>
                </c:pt>
                <c:pt idx="13383">
                  <c:v>9.0211631662282397</c:v>
                </c:pt>
                <c:pt idx="13384">
                  <c:v>9.0210907000318343</c:v>
                </c:pt>
                <c:pt idx="13385">
                  <c:v>9.0214455958983297</c:v>
                </c:pt>
                <c:pt idx="13386">
                  <c:v>9.0232898187088448</c:v>
                </c:pt>
                <c:pt idx="13387">
                  <c:v>9.0236959226245332</c:v>
                </c:pt>
                <c:pt idx="13388">
                  <c:v>9.0235185270512535</c:v>
                </c:pt>
                <c:pt idx="13389">
                  <c:v>9.0236448192952761</c:v>
                </c:pt>
                <c:pt idx="13390">
                  <c:v>9.0251655622203977</c:v>
                </c:pt>
                <c:pt idx="13391">
                  <c:v>9.0283000393746971</c:v>
                </c:pt>
                <c:pt idx="13392">
                  <c:v>9.029250791682724</c:v>
                </c:pt>
                <c:pt idx="13393">
                  <c:v>9.0292595881574318</c:v>
                </c:pt>
                <c:pt idx="13394">
                  <c:v>9.0288832247038524</c:v>
                </c:pt>
                <c:pt idx="13395">
                  <c:v>9.0285528333026157</c:v>
                </c:pt>
                <c:pt idx="13396">
                  <c:v>9.027482909706281</c:v>
                </c:pt>
                <c:pt idx="13397">
                  <c:v>9.023851641170852</c:v>
                </c:pt>
                <c:pt idx="13398">
                  <c:v>9.0226775212372026</c:v>
                </c:pt>
                <c:pt idx="13399">
                  <c:v>9.0247897223665028</c:v>
                </c:pt>
                <c:pt idx="13400">
                  <c:v>9.0254914506643438</c:v>
                </c:pt>
                <c:pt idx="13401">
                  <c:v>9.0222391635809185</c:v>
                </c:pt>
                <c:pt idx="13402">
                  <c:v>9.0226977321850441</c:v>
                </c:pt>
                <c:pt idx="13403">
                  <c:v>9.0265695424157641</c:v>
                </c:pt>
                <c:pt idx="13404">
                  <c:v>9.0260359943367465</c:v>
                </c:pt>
                <c:pt idx="13405">
                  <c:v>9.0252549930465964</c:v>
                </c:pt>
                <c:pt idx="13406">
                  <c:v>9.024404143558467</c:v>
                </c:pt>
                <c:pt idx="13407">
                  <c:v>9.0234157967930564</c:v>
                </c:pt>
                <c:pt idx="13408">
                  <c:v>9.0247152664912953</c:v>
                </c:pt>
                <c:pt idx="13409">
                  <c:v>9.0225355210026308</c:v>
                </c:pt>
                <c:pt idx="13410">
                  <c:v>9.0183668297505157</c:v>
                </c:pt>
                <c:pt idx="13411">
                  <c:v>9.014777658629761</c:v>
                </c:pt>
                <c:pt idx="13412">
                  <c:v>9.0146768133304285</c:v>
                </c:pt>
                <c:pt idx="13413">
                  <c:v>9.0170403423085297</c:v>
                </c:pt>
                <c:pt idx="13414">
                  <c:v>9.0203486545582496</c:v>
                </c:pt>
                <c:pt idx="13415">
                  <c:v>9.0207025032253743</c:v>
                </c:pt>
                <c:pt idx="13416">
                  <c:v>9.0212656870465633</c:v>
                </c:pt>
                <c:pt idx="13417">
                  <c:v>9.0256764907930229</c:v>
                </c:pt>
                <c:pt idx="13418">
                  <c:v>9.0268387773737917</c:v>
                </c:pt>
                <c:pt idx="13419">
                  <c:v>9.0252306980212129</c:v>
                </c:pt>
                <c:pt idx="13420">
                  <c:v>9.0246047869577595</c:v>
                </c:pt>
                <c:pt idx="13421">
                  <c:v>9.0232834307926879</c:v>
                </c:pt>
                <c:pt idx="13422">
                  <c:v>9.0248915101452667</c:v>
                </c:pt>
                <c:pt idx="13423">
                  <c:v>9.0259711726957423</c:v>
                </c:pt>
                <c:pt idx="13424">
                  <c:v>9.0247298225625379</c:v>
                </c:pt>
                <c:pt idx="13425">
                  <c:v>9.0252727954358871</c:v>
                </c:pt>
                <c:pt idx="13426">
                  <c:v>9.0257172268485171</c:v>
                </c:pt>
                <c:pt idx="13427">
                  <c:v>9.0252521656082969</c:v>
                </c:pt>
                <c:pt idx="13428">
                  <c:v>9.0264219920245292</c:v>
                </c:pt>
                <c:pt idx="13429">
                  <c:v>9.0249777993733566</c:v>
                </c:pt>
                <c:pt idx="13430">
                  <c:v>9.0203117931404257</c:v>
                </c:pt>
                <c:pt idx="13431">
                  <c:v>9.019975118542968</c:v>
                </c:pt>
                <c:pt idx="13432">
                  <c:v>9.0222150779954084</c:v>
                </c:pt>
                <c:pt idx="13433">
                  <c:v>9.0218385051019556</c:v>
                </c:pt>
                <c:pt idx="13434">
                  <c:v>9.0233467863545727</c:v>
                </c:pt>
                <c:pt idx="13435">
                  <c:v>9.0243586951058088</c:v>
                </c:pt>
                <c:pt idx="13436">
                  <c:v>9.0242115635943225</c:v>
                </c:pt>
                <c:pt idx="13437">
                  <c:v>9.0256211986662862</c:v>
                </c:pt>
                <c:pt idx="13438">
                  <c:v>9.0288532748018699</c:v>
                </c:pt>
                <c:pt idx="13439">
                  <c:v>9.0317127574016052</c:v>
                </c:pt>
                <c:pt idx="13440">
                  <c:v>9.0296686242313555</c:v>
                </c:pt>
                <c:pt idx="13441">
                  <c:v>9.0276570589615126</c:v>
                </c:pt>
                <c:pt idx="13442">
                  <c:v>9.0276953864584559</c:v>
                </c:pt>
                <c:pt idx="13443">
                  <c:v>9.0304420856860421</c:v>
                </c:pt>
                <c:pt idx="13444">
                  <c:v>9.0307267144748078</c:v>
                </c:pt>
                <c:pt idx="13445">
                  <c:v>9.029413107585075</c:v>
                </c:pt>
                <c:pt idx="13446">
                  <c:v>9.0279603278990663</c:v>
                </c:pt>
                <c:pt idx="13447">
                  <c:v>9.0262659593183994</c:v>
                </c:pt>
                <c:pt idx="13448">
                  <c:v>9.0270181626258736</c:v>
                </c:pt>
                <c:pt idx="13449">
                  <c:v>9.027714131327178</c:v>
                </c:pt>
                <c:pt idx="13450">
                  <c:v>9.031059933314344</c:v>
                </c:pt>
                <c:pt idx="13451">
                  <c:v>9.0328280247306605</c:v>
                </c:pt>
                <c:pt idx="13452">
                  <c:v>9.0315012231288634</c:v>
                </c:pt>
                <c:pt idx="13453">
                  <c:v>9.0301919097565477</c:v>
                </c:pt>
                <c:pt idx="13454">
                  <c:v>9.0287091801685566</c:v>
                </c:pt>
                <c:pt idx="13455">
                  <c:v>9.027953730543036</c:v>
                </c:pt>
                <c:pt idx="13456">
                  <c:v>9.0285113642075636</c:v>
                </c:pt>
                <c:pt idx="13457">
                  <c:v>9.0300643608732809</c:v>
                </c:pt>
                <c:pt idx="13458">
                  <c:v>9.0302806075431867</c:v>
                </c:pt>
                <c:pt idx="13459">
                  <c:v>9.0277685856944192</c:v>
                </c:pt>
                <c:pt idx="13460">
                  <c:v>9.0275113935291458</c:v>
                </c:pt>
                <c:pt idx="13461">
                  <c:v>9.0290888946601218</c:v>
                </c:pt>
                <c:pt idx="13462">
                  <c:v>9.0296044309099752</c:v>
                </c:pt>
                <c:pt idx="13463">
                  <c:v>9.0268320752978237</c:v>
                </c:pt>
                <c:pt idx="13464">
                  <c:v>9.0261983102390957</c:v>
                </c:pt>
                <c:pt idx="13465">
                  <c:v>9.0290929787376637</c:v>
                </c:pt>
                <c:pt idx="13466">
                  <c:v>9.0290284712564723</c:v>
                </c:pt>
                <c:pt idx="13467">
                  <c:v>9.0250509986093199</c:v>
                </c:pt>
                <c:pt idx="13468">
                  <c:v>9.0177434319655507</c:v>
                </c:pt>
                <c:pt idx="13469">
                  <c:v>9.0155853635038454</c:v>
                </c:pt>
                <c:pt idx="13470">
                  <c:v>9.0216859281537456</c:v>
                </c:pt>
                <c:pt idx="13471">
                  <c:v>9.0281980421560579</c:v>
                </c:pt>
                <c:pt idx="13472">
                  <c:v>9.0287403867097833</c:v>
                </c:pt>
                <c:pt idx="13473">
                  <c:v>9.0272858267848459</c:v>
                </c:pt>
                <c:pt idx="13474">
                  <c:v>9.0272366084144569</c:v>
                </c:pt>
                <c:pt idx="13475">
                  <c:v>9.0263982205988302</c:v>
                </c:pt>
                <c:pt idx="13476">
                  <c:v>9.0280774047886325</c:v>
                </c:pt>
                <c:pt idx="13477">
                  <c:v>9.0283358535931502</c:v>
                </c:pt>
                <c:pt idx="13478">
                  <c:v>9.0243012038603965</c:v>
                </c:pt>
                <c:pt idx="13479">
                  <c:v>9.0198046344855314</c:v>
                </c:pt>
                <c:pt idx="13480">
                  <c:v>9.0198814989192897</c:v>
                </c:pt>
                <c:pt idx="13481">
                  <c:v>9.022724540488916</c:v>
                </c:pt>
                <c:pt idx="13482">
                  <c:v>9.0213002446257722</c:v>
                </c:pt>
                <c:pt idx="13483">
                  <c:v>9.0212450572189731</c:v>
                </c:pt>
                <c:pt idx="13484">
                  <c:v>9.021944167518388</c:v>
                </c:pt>
                <c:pt idx="13485">
                  <c:v>9.0226979416249176</c:v>
                </c:pt>
                <c:pt idx="13486">
                  <c:v>9.022595001926847</c:v>
                </c:pt>
                <c:pt idx="13487">
                  <c:v>9.0185257946148827</c:v>
                </c:pt>
                <c:pt idx="13488">
                  <c:v>9.0170634854146066</c:v>
                </c:pt>
                <c:pt idx="13489">
                  <c:v>9.0193254360538173</c:v>
                </c:pt>
                <c:pt idx="13490">
                  <c:v>9.0210852545951106</c:v>
                </c:pt>
                <c:pt idx="13491">
                  <c:v>9.0192849094381984</c:v>
                </c:pt>
                <c:pt idx="13492">
                  <c:v>9.0169821180235576</c:v>
                </c:pt>
                <c:pt idx="13493">
                  <c:v>9.020714650738066</c:v>
                </c:pt>
                <c:pt idx="13494">
                  <c:v>9.0260155739490315</c:v>
                </c:pt>
                <c:pt idx="13495">
                  <c:v>9.0302132726236959</c:v>
                </c:pt>
                <c:pt idx="13496">
                  <c:v>9.0322043127858862</c:v>
                </c:pt>
                <c:pt idx="13497">
                  <c:v>9.0282883107417522</c:v>
                </c:pt>
                <c:pt idx="13498">
                  <c:v>9.0248919290250154</c:v>
                </c:pt>
                <c:pt idx="13499">
                  <c:v>9.0214649690866739</c:v>
                </c:pt>
                <c:pt idx="13500">
                  <c:v>9.0188671816095027</c:v>
                </c:pt>
                <c:pt idx="13501">
                  <c:v>9.017750971801016</c:v>
                </c:pt>
                <c:pt idx="13502">
                  <c:v>9.0179649146323069</c:v>
                </c:pt>
                <c:pt idx="13503">
                  <c:v>9.0200149121190289</c:v>
                </c:pt>
                <c:pt idx="13504">
                  <c:v>9.0233715002597048</c:v>
                </c:pt>
                <c:pt idx="13505">
                  <c:v>9.0237579168272379</c:v>
                </c:pt>
                <c:pt idx="13506">
                  <c:v>9.0256657046395112</c:v>
                </c:pt>
                <c:pt idx="13507">
                  <c:v>9.0264738283933443</c:v>
                </c:pt>
                <c:pt idx="13508">
                  <c:v>9.0244498014509986</c:v>
                </c:pt>
                <c:pt idx="13509">
                  <c:v>9.02204187121961</c:v>
                </c:pt>
                <c:pt idx="13510">
                  <c:v>9.0229839317728668</c:v>
                </c:pt>
                <c:pt idx="13511">
                  <c:v>9.0242620386039576</c:v>
                </c:pt>
                <c:pt idx="13512">
                  <c:v>9.0245633178627074</c:v>
                </c:pt>
                <c:pt idx="13513">
                  <c:v>9.0250716284369084</c:v>
                </c:pt>
                <c:pt idx="13514">
                  <c:v>9.0265051396545086</c:v>
                </c:pt>
                <c:pt idx="13515">
                  <c:v>9.0281085066099216</c:v>
                </c:pt>
                <c:pt idx="13516">
                  <c:v>9.0279953043580257</c:v>
                </c:pt>
                <c:pt idx="13517">
                  <c:v>9.0259594440627993</c:v>
                </c:pt>
                <c:pt idx="13518">
                  <c:v>9.0247125437729334</c:v>
                </c:pt>
                <c:pt idx="13519">
                  <c:v>9.0258385972555004</c:v>
                </c:pt>
                <c:pt idx="13520">
                  <c:v>9.0273000686962792</c:v>
                </c:pt>
                <c:pt idx="13521">
                  <c:v>9.0269741802523331</c:v>
                </c:pt>
                <c:pt idx="13522">
                  <c:v>9.0232595546470513</c:v>
                </c:pt>
                <c:pt idx="13523">
                  <c:v>9.022062605767136</c:v>
                </c:pt>
                <c:pt idx="13524">
                  <c:v>9.0231624792654532</c:v>
                </c:pt>
                <c:pt idx="13525">
                  <c:v>9.0246090804751766</c:v>
                </c:pt>
                <c:pt idx="13526">
                  <c:v>9.0248232327463427</c:v>
                </c:pt>
                <c:pt idx="13527">
                  <c:v>9.0241541770688478</c:v>
                </c:pt>
                <c:pt idx="13528">
                  <c:v>9.0276249099408545</c:v>
                </c:pt>
                <c:pt idx="13529">
                  <c:v>9.0295764706867949</c:v>
                </c:pt>
                <c:pt idx="13530">
                  <c:v>9.0300573446375019</c:v>
                </c:pt>
                <c:pt idx="13531">
                  <c:v>9.0318815659400506</c:v>
                </c:pt>
                <c:pt idx="13532">
                  <c:v>9.0334973945679682</c:v>
                </c:pt>
                <c:pt idx="13533">
                  <c:v>9.0328138875391648</c:v>
                </c:pt>
                <c:pt idx="13534">
                  <c:v>9.0327969229093714</c:v>
                </c:pt>
                <c:pt idx="13535">
                  <c:v>9.033589548112527</c:v>
                </c:pt>
                <c:pt idx="13536">
                  <c:v>9.0331794648392343</c:v>
                </c:pt>
                <c:pt idx="13537">
                  <c:v>9.0305193689995473</c:v>
                </c:pt>
                <c:pt idx="13538">
                  <c:v>9.0261981007992222</c:v>
                </c:pt>
                <c:pt idx="13539">
                  <c:v>9.0237872384095965</c:v>
                </c:pt>
                <c:pt idx="13540">
                  <c:v>9.0251850401286795</c:v>
                </c:pt>
                <c:pt idx="13541">
                  <c:v>9.0232176666722523</c:v>
                </c:pt>
                <c:pt idx="13542">
                  <c:v>9.0225839016135243</c:v>
                </c:pt>
                <c:pt idx="13543">
                  <c:v>9.0234348558215913</c:v>
                </c:pt>
                <c:pt idx="13544">
                  <c:v>9.0237193798904212</c:v>
                </c:pt>
                <c:pt idx="13545">
                  <c:v>9.0217006936648634</c:v>
                </c:pt>
                <c:pt idx="13546">
                  <c:v>9.0210210612737303</c:v>
                </c:pt>
                <c:pt idx="13547">
                  <c:v>9.0236897441482498</c:v>
                </c:pt>
                <c:pt idx="13548">
                  <c:v>9.0237768711358335</c:v>
                </c:pt>
                <c:pt idx="13549">
                  <c:v>9.0258713745957806</c:v>
                </c:pt>
                <c:pt idx="13550">
                  <c:v>9.0291904729990122</c:v>
                </c:pt>
                <c:pt idx="13551">
                  <c:v>9.0291894257996415</c:v>
                </c:pt>
                <c:pt idx="13552">
                  <c:v>9.0274436397299063</c:v>
                </c:pt>
                <c:pt idx="13553">
                  <c:v>9.0264678593569361</c:v>
                </c:pt>
                <c:pt idx="13554">
                  <c:v>9.0266321649380892</c:v>
                </c:pt>
                <c:pt idx="13555">
                  <c:v>9.0303853274801877</c:v>
                </c:pt>
                <c:pt idx="13556">
                  <c:v>9.0336808638975921</c:v>
                </c:pt>
                <c:pt idx="13557">
                  <c:v>9.0330083524621756</c:v>
                </c:pt>
                <c:pt idx="13558">
                  <c:v>9.032186300956722</c:v>
                </c:pt>
                <c:pt idx="13559">
                  <c:v>9.0329415411423692</c:v>
                </c:pt>
                <c:pt idx="13560">
                  <c:v>9.0339732419616983</c:v>
                </c:pt>
                <c:pt idx="13561">
                  <c:v>9.033285650855353</c:v>
                </c:pt>
                <c:pt idx="13562">
                  <c:v>9.031730873950707</c:v>
                </c:pt>
                <c:pt idx="13563">
                  <c:v>9.0329064599634741</c:v>
                </c:pt>
                <c:pt idx="13564">
                  <c:v>9.0351205535914758</c:v>
                </c:pt>
                <c:pt idx="13565">
                  <c:v>9.0341780741584703</c:v>
                </c:pt>
                <c:pt idx="13566">
                  <c:v>9.0312325117705203</c:v>
                </c:pt>
                <c:pt idx="13567">
                  <c:v>9.0285963967964076</c:v>
                </c:pt>
                <c:pt idx="13568">
                  <c:v>9.0261366301962038</c:v>
                </c:pt>
                <c:pt idx="13569">
                  <c:v>9.0260386123351708</c:v>
                </c:pt>
                <c:pt idx="13570">
                  <c:v>9.0268032773151479</c:v>
                </c:pt>
                <c:pt idx="13571">
                  <c:v>9.0285849823232738</c:v>
                </c:pt>
                <c:pt idx="13572">
                  <c:v>9.0312237152958126</c:v>
                </c:pt>
                <c:pt idx="13573">
                  <c:v>9.0314532613977185</c:v>
                </c:pt>
                <c:pt idx="13574">
                  <c:v>9.031192822914397</c:v>
                </c:pt>
                <c:pt idx="13575">
                  <c:v>9.0294223229395314</c:v>
                </c:pt>
                <c:pt idx="13576">
                  <c:v>9.0295895606789198</c:v>
                </c:pt>
                <c:pt idx="13577">
                  <c:v>9.0308774064641515</c:v>
                </c:pt>
                <c:pt idx="13578">
                  <c:v>9.0317113960424233</c:v>
                </c:pt>
                <c:pt idx="13579">
                  <c:v>9.0317537028969728</c:v>
                </c:pt>
                <c:pt idx="13580">
                  <c:v>9.0297059045289281</c:v>
                </c:pt>
                <c:pt idx="13581">
                  <c:v>9.0281671497746423</c:v>
                </c:pt>
                <c:pt idx="13582">
                  <c:v>9.0306830462610801</c:v>
                </c:pt>
                <c:pt idx="13583">
                  <c:v>9.0313616314528424</c:v>
                </c:pt>
                <c:pt idx="13584">
                  <c:v>9.0324892557344629</c:v>
                </c:pt>
                <c:pt idx="13585">
                  <c:v>9.0344707663823876</c:v>
                </c:pt>
                <c:pt idx="13586">
                  <c:v>9.0345042767622274</c:v>
                </c:pt>
                <c:pt idx="13587">
                  <c:v>9.0313716845667944</c:v>
                </c:pt>
                <c:pt idx="13588">
                  <c:v>9.028337214952332</c:v>
                </c:pt>
                <c:pt idx="13589">
                  <c:v>9.0302529614798175</c:v>
                </c:pt>
                <c:pt idx="13590">
                  <c:v>9.0316597691134834</c:v>
                </c:pt>
                <c:pt idx="13591">
                  <c:v>9.0315991362699588</c:v>
                </c:pt>
                <c:pt idx="13592">
                  <c:v>9.0289303486755017</c:v>
                </c:pt>
                <c:pt idx="13593">
                  <c:v>9.0292606353568026</c:v>
                </c:pt>
                <c:pt idx="13594">
                  <c:v>9.0316239548950286</c:v>
                </c:pt>
                <c:pt idx="13595">
                  <c:v>9.0313018363688151</c:v>
                </c:pt>
                <c:pt idx="13596">
                  <c:v>9.0299082234472134</c:v>
                </c:pt>
                <c:pt idx="13597">
                  <c:v>9.0282158445453486</c:v>
                </c:pt>
                <c:pt idx="13598">
                  <c:v>9.0277364366737594</c:v>
                </c:pt>
                <c:pt idx="13599">
                  <c:v>9.0281857899234286</c:v>
                </c:pt>
                <c:pt idx="13600">
                  <c:v>9.0319945587520731</c:v>
                </c:pt>
                <c:pt idx="13601">
                  <c:v>9.0327103195214722</c:v>
                </c:pt>
                <c:pt idx="13602">
                  <c:v>9.0321838923981712</c:v>
                </c:pt>
                <c:pt idx="13603">
                  <c:v>9.0311667476500848</c:v>
                </c:pt>
                <c:pt idx="13604">
                  <c:v>9.0330590369116841</c:v>
                </c:pt>
                <c:pt idx="13605">
                  <c:v>9.03084504800362</c:v>
                </c:pt>
                <c:pt idx="13606">
                  <c:v>9.0280145728264323</c:v>
                </c:pt>
                <c:pt idx="13607">
                  <c:v>9.027377142569911</c:v>
                </c:pt>
                <c:pt idx="13608">
                  <c:v>9.0268149012281551</c:v>
                </c:pt>
                <c:pt idx="13609">
                  <c:v>9.0274936958597927</c:v>
                </c:pt>
                <c:pt idx="13610">
                  <c:v>9.0260795578305384</c:v>
                </c:pt>
                <c:pt idx="13611">
                  <c:v>9.0242784796340665</c:v>
                </c:pt>
                <c:pt idx="13612">
                  <c:v>9.0237579168272379</c:v>
                </c:pt>
                <c:pt idx="13613">
                  <c:v>9.0225348926830087</c:v>
                </c:pt>
                <c:pt idx="13614">
                  <c:v>9.022547144915638</c:v>
                </c:pt>
                <c:pt idx="13615">
                  <c:v>9.0224891300705394</c:v>
                </c:pt>
                <c:pt idx="13616">
                  <c:v>9.0235926687666499</c:v>
                </c:pt>
                <c:pt idx="13617">
                  <c:v>9.0246776720339117</c:v>
                </c:pt>
                <c:pt idx="13618">
                  <c:v>9.0268881004641184</c:v>
                </c:pt>
                <c:pt idx="13619">
                  <c:v>9.028001901714056</c:v>
                </c:pt>
                <c:pt idx="13620">
                  <c:v>9.0254026481577672</c:v>
                </c:pt>
                <c:pt idx="13621">
                  <c:v>9.0241217138883769</c:v>
                </c:pt>
                <c:pt idx="13622">
                  <c:v>9.0229382738803352</c:v>
                </c:pt>
                <c:pt idx="13623">
                  <c:v>9.0220141204363049</c:v>
                </c:pt>
                <c:pt idx="13624">
                  <c:v>9.0229404729990108</c:v>
                </c:pt>
                <c:pt idx="13625">
                  <c:v>9.0235473250339293</c:v>
                </c:pt>
                <c:pt idx="13626">
                  <c:v>9.0237954065646839</c:v>
                </c:pt>
                <c:pt idx="13627">
                  <c:v>9.022464835045156</c:v>
                </c:pt>
                <c:pt idx="13628">
                  <c:v>9.0248895204664645</c:v>
                </c:pt>
                <c:pt idx="13629">
                  <c:v>9.0259279233617615</c:v>
                </c:pt>
                <c:pt idx="13630">
                  <c:v>9.0250330915000916</c:v>
                </c:pt>
                <c:pt idx="13631">
                  <c:v>9.0245791305731942</c:v>
                </c:pt>
                <c:pt idx="13632">
                  <c:v>9.0240989896620469</c:v>
                </c:pt>
                <c:pt idx="13633">
                  <c:v>9.0230478109344361</c:v>
                </c:pt>
                <c:pt idx="13634">
                  <c:v>9.0208389533032864</c:v>
                </c:pt>
                <c:pt idx="13635">
                  <c:v>9.0217019503041058</c:v>
                </c:pt>
                <c:pt idx="13636">
                  <c:v>9.0219812383760871</c:v>
                </c:pt>
                <c:pt idx="13637">
                  <c:v>9.0198555283749133</c:v>
                </c:pt>
                <c:pt idx="13638">
                  <c:v>9.0191412336846337</c:v>
                </c:pt>
                <c:pt idx="13639">
                  <c:v>9.0225604443476364</c:v>
                </c:pt>
                <c:pt idx="13640">
                  <c:v>9.023958350786657</c:v>
                </c:pt>
                <c:pt idx="13641">
                  <c:v>9.0209772883400632</c:v>
                </c:pt>
                <c:pt idx="13642">
                  <c:v>9.0193887916157038</c:v>
                </c:pt>
                <c:pt idx="13643">
                  <c:v>9.0215695843037373</c:v>
                </c:pt>
                <c:pt idx="13644">
                  <c:v>9.0225124826164897</c:v>
                </c:pt>
                <c:pt idx="13645">
                  <c:v>9.0205285634100161</c:v>
                </c:pt>
                <c:pt idx="13646">
                  <c:v>9.0194432459829432</c:v>
                </c:pt>
                <c:pt idx="13647">
                  <c:v>9.0207890018933359</c:v>
                </c:pt>
                <c:pt idx="13648">
                  <c:v>9.0228278990667352</c:v>
                </c:pt>
                <c:pt idx="13649">
                  <c:v>9.0253875684868383</c:v>
                </c:pt>
                <c:pt idx="13650">
                  <c:v>9.0261348499572751</c:v>
                </c:pt>
                <c:pt idx="13651">
                  <c:v>9.0279749886902465</c:v>
                </c:pt>
                <c:pt idx="13652">
                  <c:v>9.0313445621031114</c:v>
                </c:pt>
                <c:pt idx="13653">
                  <c:v>9.0310890454568309</c:v>
                </c:pt>
                <c:pt idx="13654">
                  <c:v>9.0292763433473517</c:v>
                </c:pt>
                <c:pt idx="13655">
                  <c:v>9.0295455783053793</c:v>
                </c:pt>
                <c:pt idx="13656">
                  <c:v>9.0263384255148029</c:v>
                </c:pt>
                <c:pt idx="13657">
                  <c:v>9.0250517316488779</c:v>
                </c:pt>
                <c:pt idx="13658">
                  <c:v>9.0263918326826733</c:v>
                </c:pt>
                <c:pt idx="13659">
                  <c:v>9.0249408332355952</c:v>
                </c:pt>
                <c:pt idx="13660">
                  <c:v>9.0243059162575605</c:v>
                </c:pt>
                <c:pt idx="13661">
                  <c:v>9.023189392289261</c:v>
                </c:pt>
                <c:pt idx="13662">
                  <c:v>9.0250303687817297</c:v>
                </c:pt>
                <c:pt idx="13663">
                  <c:v>9.0304241785768138</c:v>
                </c:pt>
                <c:pt idx="13664">
                  <c:v>9.0313526255382612</c:v>
                </c:pt>
                <c:pt idx="13665">
                  <c:v>9.0318711986662876</c:v>
                </c:pt>
                <c:pt idx="13666">
                  <c:v>9.032027754972102</c:v>
                </c:pt>
                <c:pt idx="13667">
                  <c:v>9.0310643315516987</c:v>
                </c:pt>
                <c:pt idx="13668">
                  <c:v>9.0289490935442256</c:v>
                </c:pt>
                <c:pt idx="13669">
                  <c:v>9.0277526682639948</c:v>
                </c:pt>
                <c:pt idx="13670">
                  <c:v>9.0265783388904719</c:v>
                </c:pt>
                <c:pt idx="13671">
                  <c:v>9.0273174522058213</c:v>
                </c:pt>
                <c:pt idx="13672">
                  <c:v>9.0255919818038635</c:v>
                </c:pt>
                <c:pt idx="13673">
                  <c:v>9.0238465098939393</c:v>
                </c:pt>
                <c:pt idx="13674">
                  <c:v>9.0243365991991027</c:v>
                </c:pt>
                <c:pt idx="13675">
                  <c:v>9.0258581798837199</c:v>
                </c:pt>
                <c:pt idx="13676">
                  <c:v>9.0267753170919693</c:v>
                </c:pt>
                <c:pt idx="13677">
                  <c:v>9.0291882738803348</c:v>
                </c:pt>
                <c:pt idx="13678">
                  <c:v>9.0307623192533892</c:v>
                </c:pt>
                <c:pt idx="13679">
                  <c:v>9.0300731573479887</c:v>
                </c:pt>
                <c:pt idx="13680">
                  <c:v>9.0299241408776361</c:v>
                </c:pt>
                <c:pt idx="13681">
                  <c:v>9.0286863512222908</c:v>
                </c:pt>
                <c:pt idx="13682">
                  <c:v>9.0247050039374699</c:v>
                </c:pt>
                <c:pt idx="13683">
                  <c:v>9.0222341370239434</c:v>
                </c:pt>
                <c:pt idx="13684">
                  <c:v>9.0226173072734284</c:v>
                </c:pt>
                <c:pt idx="13685">
                  <c:v>9.0246082427156811</c:v>
                </c:pt>
                <c:pt idx="13686">
                  <c:v>9.0233223866092516</c:v>
                </c:pt>
                <c:pt idx="13687">
                  <c:v>9.0233872082502558</c:v>
                </c:pt>
                <c:pt idx="13688">
                  <c:v>9.0258814277097326</c:v>
                </c:pt>
                <c:pt idx="13689">
                  <c:v>9.0268867391049383</c:v>
                </c:pt>
                <c:pt idx="13690">
                  <c:v>9.0250632508419475</c:v>
                </c:pt>
                <c:pt idx="13691">
                  <c:v>9.0248519260090809</c:v>
                </c:pt>
                <c:pt idx="13692">
                  <c:v>9.0237788608146374</c:v>
                </c:pt>
                <c:pt idx="13693">
                  <c:v>9.0220399862607437</c:v>
                </c:pt>
                <c:pt idx="13694">
                  <c:v>9.0202022560863231</c:v>
                </c:pt>
                <c:pt idx="13695">
                  <c:v>9.0214838186753354</c:v>
                </c:pt>
                <c:pt idx="13696">
                  <c:v>9.0234434428564256</c:v>
                </c:pt>
                <c:pt idx="13697">
                  <c:v>9.0245568252266146</c:v>
                </c:pt>
                <c:pt idx="13698">
                  <c:v>9.0248383124172715</c:v>
                </c:pt>
                <c:pt idx="13699">
                  <c:v>9.0215442420789831</c:v>
                </c:pt>
                <c:pt idx="13700">
                  <c:v>9.0244658236013606</c:v>
                </c:pt>
                <c:pt idx="13701">
                  <c:v>9.0275947505989986</c:v>
                </c:pt>
                <c:pt idx="13702">
                  <c:v>9.0257694820970791</c:v>
                </c:pt>
                <c:pt idx="13703">
                  <c:v>9.0254385670961579</c:v>
                </c:pt>
                <c:pt idx="13704">
                  <c:v>9.0291949759563028</c:v>
                </c:pt>
                <c:pt idx="13705">
                  <c:v>9.0325923001524728</c:v>
                </c:pt>
                <c:pt idx="13706">
                  <c:v>9.032203056146642</c:v>
                </c:pt>
                <c:pt idx="13707">
                  <c:v>9.0294565663589292</c:v>
                </c:pt>
                <c:pt idx="13708">
                  <c:v>9.0303516076604726</c:v>
                </c:pt>
                <c:pt idx="13709">
                  <c:v>9.0307660891711201</c:v>
                </c:pt>
                <c:pt idx="13710">
                  <c:v>9.0292028299515774</c:v>
                </c:pt>
                <c:pt idx="13711">
                  <c:v>9.0290947589765924</c:v>
                </c:pt>
                <c:pt idx="13712">
                  <c:v>9.0287419575088386</c:v>
                </c:pt>
                <c:pt idx="13713">
                  <c:v>9.0267587713419228</c:v>
                </c:pt>
                <c:pt idx="13714">
                  <c:v>9.025354895866494</c:v>
                </c:pt>
                <c:pt idx="13715">
                  <c:v>9.0246100229546098</c:v>
                </c:pt>
                <c:pt idx="13716">
                  <c:v>9.0227749107786135</c:v>
                </c:pt>
                <c:pt idx="13717">
                  <c:v>9.0184924936749162</c:v>
                </c:pt>
                <c:pt idx="13718">
                  <c:v>9.0175127339443399</c:v>
                </c:pt>
                <c:pt idx="13719">
                  <c:v>9.0203146205787235</c:v>
                </c:pt>
                <c:pt idx="13720">
                  <c:v>9.0240442211349965</c:v>
                </c:pt>
                <c:pt idx="13721">
                  <c:v>9.0275540145435045</c:v>
                </c:pt>
                <c:pt idx="13722">
                  <c:v>9.0298728281085072</c:v>
                </c:pt>
                <c:pt idx="13723">
                  <c:v>9.0284753405492353</c:v>
                </c:pt>
                <c:pt idx="13724">
                  <c:v>9.0276977950170068</c:v>
                </c:pt>
                <c:pt idx="13725">
                  <c:v>9.0267750029321583</c:v>
                </c:pt>
                <c:pt idx="13726">
                  <c:v>9.025144408793123</c:v>
                </c:pt>
                <c:pt idx="13727">
                  <c:v>9.0238885025886777</c:v>
                </c:pt>
                <c:pt idx="13728">
                  <c:v>9.0228274801869883</c:v>
                </c:pt>
                <c:pt idx="13729">
                  <c:v>9.024199311361695</c:v>
                </c:pt>
                <c:pt idx="13730">
                  <c:v>9.0260839560678914</c:v>
                </c:pt>
                <c:pt idx="13731">
                  <c:v>9.0251258733642743</c:v>
                </c:pt>
                <c:pt idx="13732">
                  <c:v>9.0205028023055149</c:v>
                </c:pt>
                <c:pt idx="13733">
                  <c:v>9.0221231338907231</c:v>
                </c:pt>
                <c:pt idx="13734">
                  <c:v>9.0288607099173976</c:v>
                </c:pt>
                <c:pt idx="13735">
                  <c:v>9.0327901161134658</c:v>
                </c:pt>
                <c:pt idx="13736">
                  <c:v>9.0311207755977421</c:v>
                </c:pt>
                <c:pt idx="13737">
                  <c:v>9.0291980128344758</c:v>
                </c:pt>
                <c:pt idx="13738">
                  <c:v>9.0295752140475507</c:v>
                </c:pt>
                <c:pt idx="13739">
                  <c:v>9.0287342082334998</c:v>
                </c:pt>
                <c:pt idx="13740">
                  <c:v>9.0254065227954356</c:v>
                </c:pt>
                <c:pt idx="13741">
                  <c:v>9.0250772833135056</c:v>
                </c:pt>
                <c:pt idx="13742">
                  <c:v>9.0263903666035556</c:v>
                </c:pt>
                <c:pt idx="13743">
                  <c:v>9.0272374461739524</c:v>
                </c:pt>
                <c:pt idx="13744">
                  <c:v>9.0268396151332873</c:v>
                </c:pt>
                <c:pt idx="13745">
                  <c:v>9.0251406388753921</c:v>
                </c:pt>
                <c:pt idx="13746">
                  <c:v>9.0254465258113701</c:v>
                </c:pt>
                <c:pt idx="13747">
                  <c:v>9.0245839476902976</c:v>
                </c:pt>
                <c:pt idx="13748">
                  <c:v>9.0247715010974652</c:v>
                </c:pt>
                <c:pt idx="13749">
                  <c:v>9.0265317385185053</c:v>
                </c:pt>
                <c:pt idx="13750">
                  <c:v>9.0274106529497509</c:v>
                </c:pt>
                <c:pt idx="13751">
                  <c:v>9.0280767764690104</c:v>
                </c:pt>
                <c:pt idx="13752">
                  <c:v>9.0254731246753686</c:v>
                </c:pt>
                <c:pt idx="13753">
                  <c:v>9.021933067205067</c:v>
                </c:pt>
                <c:pt idx="13754">
                  <c:v>9.0199822394986846</c:v>
                </c:pt>
                <c:pt idx="13755">
                  <c:v>9.0198597171723947</c:v>
                </c:pt>
                <c:pt idx="13756">
                  <c:v>9.0241568997872097</c:v>
                </c:pt>
                <c:pt idx="13757">
                  <c:v>9.0284420396092688</c:v>
                </c:pt>
                <c:pt idx="13758">
                  <c:v>9.0299485406229572</c:v>
                </c:pt>
                <c:pt idx="13759">
                  <c:v>9.0308407544862028</c:v>
                </c:pt>
                <c:pt idx="13760">
                  <c:v>9.0302020675904355</c:v>
                </c:pt>
                <c:pt idx="13761">
                  <c:v>9.0282167870247818</c:v>
                </c:pt>
                <c:pt idx="13762">
                  <c:v>9.0269271610006196</c:v>
                </c:pt>
                <c:pt idx="13763">
                  <c:v>9.0279646214164835</c:v>
                </c:pt>
                <c:pt idx="13764">
                  <c:v>9.0275924467603836</c:v>
                </c:pt>
                <c:pt idx="13765">
                  <c:v>9.0264205259454116</c:v>
                </c:pt>
                <c:pt idx="13766">
                  <c:v>9.0254197175074982</c:v>
                </c:pt>
                <c:pt idx="13767">
                  <c:v>9.0268805606286548</c:v>
                </c:pt>
                <c:pt idx="13768">
                  <c:v>9.0260469899301317</c:v>
                </c:pt>
                <c:pt idx="13769">
                  <c:v>9.0236452381750247</c:v>
                </c:pt>
                <c:pt idx="13770">
                  <c:v>9.0205151592580801</c:v>
                </c:pt>
                <c:pt idx="13771">
                  <c:v>9.0189877142569905</c:v>
                </c:pt>
                <c:pt idx="13772">
                  <c:v>9.0210757250808431</c:v>
                </c:pt>
                <c:pt idx="13773">
                  <c:v>9.02411532597222</c:v>
                </c:pt>
                <c:pt idx="13774">
                  <c:v>9.0285318893152162</c:v>
                </c:pt>
                <c:pt idx="13775">
                  <c:v>9.0336381381632957</c:v>
                </c:pt>
                <c:pt idx="13776">
                  <c:v>9.0331397759831109</c:v>
                </c:pt>
                <c:pt idx="13777">
                  <c:v>9.030649640601176</c:v>
                </c:pt>
                <c:pt idx="13778">
                  <c:v>9.0295545842199623</c:v>
                </c:pt>
                <c:pt idx="13779">
                  <c:v>9.0285446651475301</c:v>
                </c:pt>
                <c:pt idx="13780">
                  <c:v>9.0244272866645439</c:v>
                </c:pt>
                <c:pt idx="13781">
                  <c:v>9.021054676373506</c:v>
                </c:pt>
                <c:pt idx="13782">
                  <c:v>9.019368057068176</c:v>
                </c:pt>
                <c:pt idx="13783">
                  <c:v>9.0202747222827266</c:v>
                </c:pt>
                <c:pt idx="13784">
                  <c:v>9.0192832339192073</c:v>
                </c:pt>
                <c:pt idx="13785">
                  <c:v>9.0164176775631244</c:v>
                </c:pt>
                <c:pt idx="13786">
                  <c:v>9.0161897022602755</c:v>
                </c:pt>
                <c:pt idx="13787">
                  <c:v>9.0179295192936006</c:v>
                </c:pt>
                <c:pt idx="13788">
                  <c:v>9.0195289068914093</c:v>
                </c:pt>
                <c:pt idx="13789">
                  <c:v>9.0204185027562289</c:v>
                </c:pt>
                <c:pt idx="13790">
                  <c:v>9.0217776628185575</c:v>
                </c:pt>
                <c:pt idx="13791">
                  <c:v>9.0240207638691086</c:v>
                </c:pt>
                <c:pt idx="13792">
                  <c:v>9.024394090444515</c:v>
                </c:pt>
                <c:pt idx="13793">
                  <c:v>9.0222875441918138</c:v>
                </c:pt>
                <c:pt idx="13794">
                  <c:v>9.0204604954509655</c:v>
                </c:pt>
                <c:pt idx="13795">
                  <c:v>9.022475202318919</c:v>
                </c:pt>
                <c:pt idx="13796">
                  <c:v>9.0247377812777501</c:v>
                </c:pt>
                <c:pt idx="13797">
                  <c:v>9.0271788030092317</c:v>
                </c:pt>
                <c:pt idx="13798">
                  <c:v>9.0266533183653639</c:v>
                </c:pt>
                <c:pt idx="13799">
                  <c:v>9.0251764530938452</c:v>
                </c:pt>
                <c:pt idx="13800">
                  <c:v>9.0239415955967353</c:v>
                </c:pt>
                <c:pt idx="13801">
                  <c:v>9.0234651198833831</c:v>
                </c:pt>
                <c:pt idx="13802">
                  <c:v>9.0238789730744102</c:v>
                </c:pt>
                <c:pt idx="13803">
                  <c:v>9.0236158118727268</c:v>
                </c:pt>
                <c:pt idx="13804">
                  <c:v>9.0242125060737557</c:v>
                </c:pt>
                <c:pt idx="13805">
                  <c:v>9.0268108171506132</c:v>
                </c:pt>
                <c:pt idx="13806">
                  <c:v>9.0285390102709311</c:v>
                </c:pt>
                <c:pt idx="13807">
                  <c:v>9.0281643223363428</c:v>
                </c:pt>
                <c:pt idx="13808">
                  <c:v>9.0272443576897938</c:v>
                </c:pt>
                <c:pt idx="13809">
                  <c:v>9.0256564892850566</c:v>
                </c:pt>
                <c:pt idx="13810">
                  <c:v>9.0235419843171414</c:v>
                </c:pt>
                <c:pt idx="13811">
                  <c:v>9.0250415738149901</c:v>
                </c:pt>
                <c:pt idx="13812">
                  <c:v>9.0257731472948741</c:v>
                </c:pt>
                <c:pt idx="13813">
                  <c:v>9.0259260384028952</c:v>
                </c:pt>
                <c:pt idx="13814">
                  <c:v>9.0246002840004689</c:v>
                </c:pt>
                <c:pt idx="13815">
                  <c:v>9.0203292813699036</c:v>
                </c:pt>
                <c:pt idx="13816">
                  <c:v>9.0193143357404963</c:v>
                </c:pt>
                <c:pt idx="13817">
                  <c:v>9.021802900323376</c:v>
                </c:pt>
                <c:pt idx="13818">
                  <c:v>9.0269660120972475</c:v>
                </c:pt>
                <c:pt idx="13819">
                  <c:v>9.0313336712296639</c:v>
                </c:pt>
                <c:pt idx="13820">
                  <c:v>9.0290271098972905</c:v>
                </c:pt>
                <c:pt idx="13821">
                  <c:v>9.0286458246066719</c:v>
                </c:pt>
                <c:pt idx="13822">
                  <c:v>9.0272169210662998</c:v>
                </c:pt>
                <c:pt idx="13823">
                  <c:v>9.0251263969639588</c:v>
                </c:pt>
                <c:pt idx="13824">
                  <c:v>9.026660962920765</c:v>
                </c:pt>
                <c:pt idx="13825">
                  <c:v>9.0284139746661527</c:v>
                </c:pt>
                <c:pt idx="13826">
                  <c:v>9.0285044526917204</c:v>
                </c:pt>
                <c:pt idx="13827">
                  <c:v>9.0294508067623944</c:v>
                </c:pt>
                <c:pt idx="13828">
                  <c:v>9.0305126669235793</c:v>
                </c:pt>
                <c:pt idx="13829">
                  <c:v>9.0309230643566849</c:v>
                </c:pt>
                <c:pt idx="13830">
                  <c:v>9.0304172670609724</c:v>
                </c:pt>
                <c:pt idx="13831">
                  <c:v>9.029544949985759</c:v>
                </c:pt>
                <c:pt idx="13832">
                  <c:v>9.0288564163999805</c:v>
                </c:pt>
                <c:pt idx="13833">
                  <c:v>9.0297747055275366</c:v>
                </c:pt>
                <c:pt idx="13834">
                  <c:v>9.0296478896838295</c:v>
                </c:pt>
                <c:pt idx="13835">
                  <c:v>9.0260368320962421</c:v>
                </c:pt>
                <c:pt idx="13836">
                  <c:v>9.0235515138314089</c:v>
                </c:pt>
                <c:pt idx="13837">
                  <c:v>9.0248030217985029</c:v>
                </c:pt>
                <c:pt idx="13838">
                  <c:v>9.0242266432652514</c:v>
                </c:pt>
                <c:pt idx="13839">
                  <c:v>9.0222128788767328</c:v>
                </c:pt>
                <c:pt idx="13840">
                  <c:v>9.022695742506242</c:v>
                </c:pt>
                <c:pt idx="13841">
                  <c:v>9.0217148308563573</c:v>
                </c:pt>
                <c:pt idx="13842">
                  <c:v>9.0210555141330033</c:v>
                </c:pt>
                <c:pt idx="13843">
                  <c:v>9.0217494931555056</c:v>
                </c:pt>
                <c:pt idx="13844">
                  <c:v>9.0225010681433577</c:v>
                </c:pt>
                <c:pt idx="13845">
                  <c:v>9.0237246158872715</c:v>
                </c:pt>
                <c:pt idx="13846">
                  <c:v>9.0266423227719788</c:v>
                </c:pt>
                <c:pt idx="13847">
                  <c:v>9.0289598796977355</c:v>
                </c:pt>
                <c:pt idx="13848">
                  <c:v>9.0295526992610959</c:v>
                </c:pt>
                <c:pt idx="13849">
                  <c:v>9.0305420932258773</c:v>
                </c:pt>
                <c:pt idx="13850">
                  <c:v>9.0312277993733563</c:v>
                </c:pt>
                <c:pt idx="13851">
                  <c:v>9.0295358393512384</c:v>
                </c:pt>
                <c:pt idx="13852">
                  <c:v>9.0286665591541979</c:v>
                </c:pt>
                <c:pt idx="13853">
                  <c:v>9.025819014627281</c:v>
                </c:pt>
                <c:pt idx="13854">
                  <c:v>9.0241624499438693</c:v>
                </c:pt>
                <c:pt idx="13855">
                  <c:v>9.0257143994102176</c:v>
                </c:pt>
                <c:pt idx="13856">
                  <c:v>9.0268074661126292</c:v>
                </c:pt>
                <c:pt idx="13857">
                  <c:v>9.0234523440510692</c:v>
                </c:pt>
                <c:pt idx="13858">
                  <c:v>9.0188145074811921</c:v>
                </c:pt>
                <c:pt idx="13859">
                  <c:v>9.0170096593669893</c:v>
                </c:pt>
                <c:pt idx="13860">
                  <c:v>9.0181644061122928</c:v>
                </c:pt>
                <c:pt idx="13861">
                  <c:v>9.0205574661126278</c:v>
                </c:pt>
                <c:pt idx="13862">
                  <c:v>9.0218090787996577</c:v>
                </c:pt>
                <c:pt idx="13863">
                  <c:v>9.0238783447547881</c:v>
                </c:pt>
                <c:pt idx="13864">
                  <c:v>9.0229046587805577</c:v>
                </c:pt>
                <c:pt idx="13865">
                  <c:v>9.0207134988187594</c:v>
                </c:pt>
                <c:pt idx="13866">
                  <c:v>9.0213983672067428</c:v>
                </c:pt>
                <c:pt idx="13867">
                  <c:v>9.023311181575993</c:v>
                </c:pt>
                <c:pt idx="13868">
                  <c:v>9.0250440870934767</c:v>
                </c:pt>
                <c:pt idx="13869">
                  <c:v>9.0268342744165011</c:v>
                </c:pt>
                <c:pt idx="13870">
                  <c:v>9.0288962099760397</c:v>
                </c:pt>
                <c:pt idx="13871">
                  <c:v>9.0285858200827711</c:v>
                </c:pt>
                <c:pt idx="13872">
                  <c:v>9.0268016017961568</c:v>
                </c:pt>
                <c:pt idx="13873">
                  <c:v>9.0251805371713889</c:v>
                </c:pt>
                <c:pt idx="13874">
                  <c:v>9.0251816890906955</c:v>
                </c:pt>
                <c:pt idx="13875">
                  <c:v>9.0273283430792688</c:v>
                </c:pt>
                <c:pt idx="13876">
                  <c:v>9.0261792512105625</c:v>
                </c:pt>
                <c:pt idx="13877">
                  <c:v>9.0254262101435927</c:v>
                </c:pt>
                <c:pt idx="13878">
                  <c:v>9.0248319245011146</c:v>
                </c:pt>
                <c:pt idx="13879">
                  <c:v>9.0247756898949447</c:v>
                </c:pt>
                <c:pt idx="13880">
                  <c:v>9.0247283564834202</c:v>
                </c:pt>
                <c:pt idx="13881">
                  <c:v>9.0264361292160249</c:v>
                </c:pt>
                <c:pt idx="13882">
                  <c:v>9.0306399016470351</c:v>
                </c:pt>
                <c:pt idx="13883">
                  <c:v>9.0312561784762835</c:v>
                </c:pt>
                <c:pt idx="13884">
                  <c:v>9.0280857823835934</c:v>
                </c:pt>
                <c:pt idx="13885">
                  <c:v>9.0282449566878338</c:v>
                </c:pt>
                <c:pt idx="13886">
                  <c:v>9.0284176398639477</c:v>
                </c:pt>
                <c:pt idx="13887">
                  <c:v>9.0278448218085554</c:v>
                </c:pt>
                <c:pt idx="13888">
                  <c:v>9.0298541879597209</c:v>
                </c:pt>
                <c:pt idx="13889">
                  <c:v>9.0301801811236029</c:v>
                </c:pt>
                <c:pt idx="13890">
                  <c:v>9.0300444640852504</c:v>
                </c:pt>
                <c:pt idx="13891">
                  <c:v>9.0308051497076214</c:v>
                </c:pt>
                <c:pt idx="13892">
                  <c:v>9.0269891552033243</c:v>
                </c:pt>
                <c:pt idx="13893">
                  <c:v>9.0254105021530417</c:v>
                </c:pt>
                <c:pt idx="13894">
                  <c:v>9.0241998349613795</c:v>
                </c:pt>
                <c:pt idx="13895">
                  <c:v>9.0227235980094829</c:v>
                </c:pt>
                <c:pt idx="13896">
                  <c:v>9.0246980924216285</c:v>
                </c:pt>
                <c:pt idx="13897">
                  <c:v>9.025327773402811</c:v>
                </c:pt>
                <c:pt idx="13898">
                  <c:v>9.0277340281152085</c:v>
                </c:pt>
                <c:pt idx="13899">
                  <c:v>9.0334549829934829</c:v>
                </c:pt>
                <c:pt idx="13900">
                  <c:v>9.0377834768694605</c:v>
                </c:pt>
                <c:pt idx="13901">
                  <c:v>9.0370568252266139</c:v>
                </c:pt>
                <c:pt idx="13902">
                  <c:v>9.0317196689174466</c:v>
                </c:pt>
                <c:pt idx="13903">
                  <c:v>9.0256569081648035</c:v>
                </c:pt>
                <c:pt idx="13904">
                  <c:v>9.0229433004373103</c:v>
                </c:pt>
                <c:pt idx="13905">
                  <c:v>9.0253276686828752</c:v>
                </c:pt>
                <c:pt idx="13906">
                  <c:v>9.0283147001658772</c:v>
                </c:pt>
                <c:pt idx="13907">
                  <c:v>9.0315439488631597</c:v>
                </c:pt>
                <c:pt idx="13908">
                  <c:v>9.0314425799641445</c:v>
                </c:pt>
                <c:pt idx="13909">
                  <c:v>9.0277736122513943</c:v>
                </c:pt>
                <c:pt idx="13910">
                  <c:v>9.0258646725198126</c:v>
                </c:pt>
                <c:pt idx="13911">
                  <c:v>9.027057851481997</c:v>
                </c:pt>
                <c:pt idx="13912">
                  <c:v>9.0286574485196791</c:v>
                </c:pt>
                <c:pt idx="13913">
                  <c:v>9.0269944959201105</c:v>
                </c:pt>
                <c:pt idx="13914">
                  <c:v>9.0236963415042801</c:v>
                </c:pt>
                <c:pt idx="13915">
                  <c:v>9.0222171723941482</c:v>
                </c:pt>
                <c:pt idx="13916">
                  <c:v>9.0232194469111811</c:v>
                </c:pt>
                <c:pt idx="13917">
                  <c:v>9.0244278102642301</c:v>
                </c:pt>
                <c:pt idx="13918">
                  <c:v>9.0245795494529428</c:v>
                </c:pt>
                <c:pt idx="13919">
                  <c:v>9.0266489201280091</c:v>
                </c:pt>
                <c:pt idx="13920">
                  <c:v>9.0270882202637264</c:v>
                </c:pt>
                <c:pt idx="13921">
                  <c:v>9.0256126116314537</c:v>
                </c:pt>
                <c:pt idx="13922">
                  <c:v>9.0251426285541942</c:v>
                </c:pt>
                <c:pt idx="13923">
                  <c:v>9.0249319320409498</c:v>
                </c:pt>
                <c:pt idx="13924">
                  <c:v>9.0256632960809604</c:v>
                </c:pt>
                <c:pt idx="13925">
                  <c:v>9.0262531834860855</c:v>
                </c:pt>
                <c:pt idx="13926">
                  <c:v>9.0304160104217281</c:v>
                </c:pt>
                <c:pt idx="13927">
                  <c:v>9.0330957936095704</c:v>
                </c:pt>
                <c:pt idx="13928">
                  <c:v>9.0329555736139273</c:v>
                </c:pt>
                <c:pt idx="13929">
                  <c:v>9.0325584756128219</c:v>
                </c:pt>
                <c:pt idx="13930">
                  <c:v>9.0301089715664435</c:v>
                </c:pt>
                <c:pt idx="13931">
                  <c:v>9.0279358234338094</c:v>
                </c:pt>
                <c:pt idx="13932">
                  <c:v>9.0287568277398922</c:v>
                </c:pt>
                <c:pt idx="13933">
                  <c:v>9.0281596099391788</c:v>
                </c:pt>
                <c:pt idx="13934">
                  <c:v>9.0279323676758878</c:v>
                </c:pt>
                <c:pt idx="13935">
                  <c:v>9.0281513370641555</c:v>
                </c:pt>
                <c:pt idx="13936">
                  <c:v>9.0259190221671162</c:v>
                </c:pt>
                <c:pt idx="13937">
                  <c:v>9.0235259621667812</c:v>
                </c:pt>
                <c:pt idx="13938">
                  <c:v>9.0248119229931465</c:v>
                </c:pt>
                <c:pt idx="13939">
                  <c:v>9.0247828108506614</c:v>
                </c:pt>
                <c:pt idx="13940">
                  <c:v>9.0252121625923625</c:v>
                </c:pt>
                <c:pt idx="13941">
                  <c:v>9.0259395472747688</c:v>
                </c:pt>
                <c:pt idx="13942">
                  <c:v>9.0250975989812847</c:v>
                </c:pt>
                <c:pt idx="13943">
                  <c:v>9.0259108540120305</c:v>
                </c:pt>
                <c:pt idx="13944">
                  <c:v>9.0288676214332391</c:v>
                </c:pt>
                <c:pt idx="13945">
                  <c:v>9.028436280012734</c:v>
                </c:pt>
                <c:pt idx="13946">
                  <c:v>9.0294092329474047</c:v>
                </c:pt>
                <c:pt idx="13947">
                  <c:v>9.0320554010354712</c:v>
                </c:pt>
                <c:pt idx="13948">
                  <c:v>9.0320463951208882</c:v>
                </c:pt>
                <c:pt idx="13949">
                  <c:v>9.0305057554077379</c:v>
                </c:pt>
                <c:pt idx="13950">
                  <c:v>9.0329471960189665</c:v>
                </c:pt>
                <c:pt idx="13951">
                  <c:v>9.0336136336980388</c:v>
                </c:pt>
                <c:pt idx="13952">
                  <c:v>9.0333261774709719</c:v>
                </c:pt>
                <c:pt idx="13953">
                  <c:v>9.0320755072633752</c:v>
                </c:pt>
                <c:pt idx="13954">
                  <c:v>9.0316784092622697</c:v>
                </c:pt>
                <c:pt idx="13955">
                  <c:v>9.0325652824087257</c:v>
                </c:pt>
                <c:pt idx="13956">
                  <c:v>9.0310327061307234</c:v>
                </c:pt>
                <c:pt idx="13957">
                  <c:v>9.0276126577082252</c:v>
                </c:pt>
                <c:pt idx="13958">
                  <c:v>9.0244463456930788</c:v>
                </c:pt>
                <c:pt idx="13959">
                  <c:v>9.0231678199822394</c:v>
                </c:pt>
                <c:pt idx="13960">
                  <c:v>9.0259448879915549</c:v>
                </c:pt>
                <c:pt idx="13961">
                  <c:v>9.0274022753547918</c:v>
                </c:pt>
                <c:pt idx="13962">
                  <c:v>9.0260979885394494</c:v>
                </c:pt>
                <c:pt idx="13963">
                  <c:v>9.0263288960005355</c:v>
                </c:pt>
                <c:pt idx="13964">
                  <c:v>9.0273530569844009</c:v>
                </c:pt>
                <c:pt idx="13965">
                  <c:v>9.02907077811102</c:v>
                </c:pt>
                <c:pt idx="13966">
                  <c:v>9.0288252098587538</c:v>
                </c:pt>
                <c:pt idx="13967">
                  <c:v>9.0295997185128094</c:v>
                </c:pt>
                <c:pt idx="13968">
                  <c:v>9.0317605096928766</c:v>
                </c:pt>
                <c:pt idx="13969">
                  <c:v>9.0323419147831032</c:v>
                </c:pt>
                <c:pt idx="13970">
                  <c:v>9.0336280850493438</c:v>
                </c:pt>
                <c:pt idx="13971">
                  <c:v>9.0307815877217976</c:v>
                </c:pt>
                <c:pt idx="13972">
                  <c:v>9.0305297362733103</c:v>
                </c:pt>
                <c:pt idx="13973">
                  <c:v>9.0301255173164883</c:v>
                </c:pt>
                <c:pt idx="13974">
                  <c:v>9.0284623552770462</c:v>
                </c:pt>
                <c:pt idx="13975">
                  <c:v>9.0290000921535452</c:v>
                </c:pt>
                <c:pt idx="13976">
                  <c:v>9.0290895229797421</c:v>
                </c:pt>
                <c:pt idx="13977">
                  <c:v>9.0276655412764111</c:v>
                </c:pt>
                <c:pt idx="13978">
                  <c:v>9.0289442764271239</c:v>
                </c:pt>
                <c:pt idx="13979">
                  <c:v>9.0293888125596897</c:v>
                </c:pt>
                <c:pt idx="13980">
                  <c:v>9.0291916249183188</c:v>
                </c:pt>
                <c:pt idx="13981">
                  <c:v>9.0260904487039859</c:v>
                </c:pt>
                <c:pt idx="13982">
                  <c:v>9.0278407377310117</c:v>
                </c:pt>
                <c:pt idx="13983">
                  <c:v>9.0315163027997922</c:v>
                </c:pt>
                <c:pt idx="13984">
                  <c:v>9.0311273729537724</c:v>
                </c:pt>
                <c:pt idx="13985">
                  <c:v>9.0292033535512619</c:v>
                </c:pt>
                <c:pt idx="13986">
                  <c:v>9.0281153134058272</c:v>
                </c:pt>
                <c:pt idx="13987">
                  <c:v>9.0259608054219793</c:v>
                </c:pt>
                <c:pt idx="13988">
                  <c:v>9.0246251026255386</c:v>
                </c:pt>
                <c:pt idx="13989">
                  <c:v>9.0238945763450236</c:v>
                </c:pt>
                <c:pt idx="13990">
                  <c:v>9.0228038134812252</c:v>
                </c:pt>
                <c:pt idx="13991">
                  <c:v>9.0239515439907514</c:v>
                </c:pt>
                <c:pt idx="13992">
                  <c:v>9.0266697593954728</c:v>
                </c:pt>
                <c:pt idx="13993">
                  <c:v>9.0276726622321259</c:v>
                </c:pt>
                <c:pt idx="13994">
                  <c:v>9.0285458170668367</c:v>
                </c:pt>
                <c:pt idx="13995">
                  <c:v>9.0295981477137541</c:v>
                </c:pt>
                <c:pt idx="13996">
                  <c:v>9.0291056498500417</c:v>
                </c:pt>
                <c:pt idx="13997">
                  <c:v>9.0286211107015397</c:v>
                </c:pt>
                <c:pt idx="13998">
                  <c:v>9.0299396394283136</c:v>
                </c:pt>
                <c:pt idx="13999">
                  <c:v>9.0326236114136353</c:v>
                </c:pt>
                <c:pt idx="14000">
                  <c:v>9.0321427374629284</c:v>
                </c:pt>
                <c:pt idx="14001">
                  <c:v>9.029616892582478</c:v>
                </c:pt>
                <c:pt idx="14002">
                  <c:v>9.0263325611983305</c:v>
                </c:pt>
                <c:pt idx="14003">
                  <c:v>9.0248250129852714</c:v>
                </c:pt>
                <c:pt idx="14004">
                  <c:v>9.0243848750900586</c:v>
                </c:pt>
                <c:pt idx="14005">
                  <c:v>9.0226803486755021</c:v>
                </c:pt>
                <c:pt idx="14006">
                  <c:v>9.0218038428028073</c:v>
                </c:pt>
                <c:pt idx="14007">
                  <c:v>9.021505076822546</c:v>
                </c:pt>
                <c:pt idx="14008">
                  <c:v>9.0219368371227979</c:v>
                </c:pt>
                <c:pt idx="14009">
                  <c:v>9.0258138833503683</c:v>
                </c:pt>
                <c:pt idx="14010">
                  <c:v>9.0260097096325591</c:v>
                </c:pt>
                <c:pt idx="14011">
                  <c:v>9.02328405911231</c:v>
                </c:pt>
                <c:pt idx="14012">
                  <c:v>9.0220569508905388</c:v>
                </c:pt>
                <c:pt idx="14013">
                  <c:v>9.0226195063921057</c:v>
                </c:pt>
                <c:pt idx="14014">
                  <c:v>9.023958664946468</c:v>
                </c:pt>
                <c:pt idx="14015">
                  <c:v>9.0225659945042977</c:v>
                </c:pt>
                <c:pt idx="14016">
                  <c:v>9.019261975771995</c:v>
                </c:pt>
                <c:pt idx="14017">
                  <c:v>9.0194978050701202</c:v>
                </c:pt>
                <c:pt idx="14018">
                  <c:v>9.0249221930868089</c:v>
                </c:pt>
                <c:pt idx="14019">
                  <c:v>9.0264282752207503</c:v>
                </c:pt>
                <c:pt idx="14020">
                  <c:v>9.0249579025853262</c:v>
                </c:pt>
                <c:pt idx="14021">
                  <c:v>9.0276463775279385</c:v>
                </c:pt>
                <c:pt idx="14022">
                  <c:v>9.0299756630866419</c:v>
                </c:pt>
                <c:pt idx="14023">
                  <c:v>9.0290576881188951</c:v>
                </c:pt>
                <c:pt idx="14024">
                  <c:v>9.0265008461370915</c:v>
                </c:pt>
                <c:pt idx="14025">
                  <c:v>9.0274556825226622</c:v>
                </c:pt>
                <c:pt idx="14026">
                  <c:v>9.0256754435936539</c:v>
                </c:pt>
                <c:pt idx="14027">
                  <c:v>9.0224472420957387</c:v>
                </c:pt>
                <c:pt idx="14028">
                  <c:v>9.0238272414255309</c:v>
                </c:pt>
                <c:pt idx="14029">
                  <c:v>9.0263934034817286</c:v>
                </c:pt>
                <c:pt idx="14030">
                  <c:v>9.0291846086825398</c:v>
                </c:pt>
                <c:pt idx="14031">
                  <c:v>9.0299024638506786</c:v>
                </c:pt>
                <c:pt idx="14032">
                  <c:v>9.0271149238476625</c:v>
                </c:pt>
                <c:pt idx="14033">
                  <c:v>9.0260209146658177</c:v>
                </c:pt>
                <c:pt idx="14034">
                  <c:v>9.0250038746376688</c:v>
                </c:pt>
                <c:pt idx="14035">
                  <c:v>9.02543919541578</c:v>
                </c:pt>
                <c:pt idx="14036">
                  <c:v>9.0260952658210876</c:v>
                </c:pt>
                <c:pt idx="14037">
                  <c:v>9.0262488899686684</c:v>
                </c:pt>
                <c:pt idx="14038">
                  <c:v>9.0268427567313978</c:v>
                </c:pt>
                <c:pt idx="14039">
                  <c:v>9.0283316647956706</c:v>
                </c:pt>
                <c:pt idx="14040">
                  <c:v>9.0289682572926964</c:v>
                </c:pt>
                <c:pt idx="14041">
                  <c:v>9.0294286061357507</c:v>
                </c:pt>
                <c:pt idx="14042">
                  <c:v>9.0278656610760191</c:v>
                </c:pt>
                <c:pt idx="14043">
                  <c:v>9.0270835078665623</c:v>
                </c:pt>
                <c:pt idx="14044">
                  <c:v>9.0287672997335928</c:v>
                </c:pt>
                <c:pt idx="14045">
                  <c:v>9.0283227636010253</c:v>
                </c:pt>
                <c:pt idx="14046">
                  <c:v>9.0288841671832856</c:v>
                </c:pt>
                <c:pt idx="14047">
                  <c:v>9.0301678241710377</c:v>
                </c:pt>
                <c:pt idx="14048">
                  <c:v>9.0275162106462474</c:v>
                </c:pt>
                <c:pt idx="14049">
                  <c:v>9.024410845634435</c:v>
                </c:pt>
                <c:pt idx="14050">
                  <c:v>9.024061814084412</c:v>
                </c:pt>
                <c:pt idx="14051">
                  <c:v>9.0256041293165552</c:v>
                </c:pt>
                <c:pt idx="14052">
                  <c:v>9.0273424802707645</c:v>
                </c:pt>
                <c:pt idx="14053">
                  <c:v>9.0295318599936323</c:v>
                </c:pt>
                <c:pt idx="14054">
                  <c:v>9.0309643240118636</c:v>
                </c:pt>
                <c:pt idx="14055">
                  <c:v>9.0295478821439943</c:v>
                </c:pt>
                <c:pt idx="14056">
                  <c:v>9.0259998659584806</c:v>
                </c:pt>
                <c:pt idx="14057">
                  <c:v>9.0231007992225596</c:v>
                </c:pt>
                <c:pt idx="14058">
                  <c:v>9.0213840205753737</c:v>
                </c:pt>
                <c:pt idx="14059">
                  <c:v>9.0219450052778853</c:v>
                </c:pt>
                <c:pt idx="14060">
                  <c:v>9.0203389156041087</c:v>
                </c:pt>
                <c:pt idx="14061">
                  <c:v>9.0194892180352859</c:v>
                </c:pt>
                <c:pt idx="14062">
                  <c:v>9.0197899736943512</c:v>
                </c:pt>
                <c:pt idx="14063">
                  <c:v>9.0209655597071201</c:v>
                </c:pt>
                <c:pt idx="14064">
                  <c:v>9.0214460147780784</c:v>
                </c:pt>
                <c:pt idx="14065">
                  <c:v>9.0221697342626879</c:v>
                </c:pt>
                <c:pt idx="14066">
                  <c:v>9.0255325008796472</c:v>
                </c:pt>
                <c:pt idx="14067">
                  <c:v>9.0254537514870226</c:v>
                </c:pt>
                <c:pt idx="14068">
                  <c:v>9.0246034255985794</c:v>
                </c:pt>
                <c:pt idx="14069">
                  <c:v>9.0273016394953345</c:v>
                </c:pt>
                <c:pt idx="14070">
                  <c:v>9.0324137526598864</c:v>
                </c:pt>
                <c:pt idx="14071">
                  <c:v>9.0310965852922944</c:v>
                </c:pt>
                <c:pt idx="14072">
                  <c:v>9.0275214466430977</c:v>
                </c:pt>
                <c:pt idx="14073">
                  <c:v>9.0245509609101422</c:v>
                </c:pt>
                <c:pt idx="14074">
                  <c:v>9.0210322663069888</c:v>
                </c:pt>
                <c:pt idx="14075">
                  <c:v>9.0194769658026566</c:v>
                </c:pt>
                <c:pt idx="14076">
                  <c:v>9.0204528508955644</c:v>
                </c:pt>
                <c:pt idx="14077">
                  <c:v>9.0236110994755627</c:v>
                </c:pt>
                <c:pt idx="14078">
                  <c:v>9.0245635273025826</c:v>
                </c:pt>
                <c:pt idx="14079">
                  <c:v>9.0239922800462438</c:v>
                </c:pt>
                <c:pt idx="14080">
                  <c:v>9.0253973074409792</c:v>
                </c:pt>
                <c:pt idx="14081">
                  <c:v>9.0260908675837346</c:v>
                </c:pt>
                <c:pt idx="14082">
                  <c:v>9.0236942471055404</c:v>
                </c:pt>
                <c:pt idx="14083">
                  <c:v>9.0222069098403228</c:v>
                </c:pt>
                <c:pt idx="14084">
                  <c:v>9.0218736910007866</c:v>
                </c:pt>
                <c:pt idx="14085">
                  <c:v>9.022514053415545</c:v>
                </c:pt>
                <c:pt idx="14086">
                  <c:v>9.0243515741500921</c:v>
                </c:pt>
                <c:pt idx="14087">
                  <c:v>9.024715999530855</c:v>
                </c:pt>
                <c:pt idx="14088">
                  <c:v>9.0226374135013323</c:v>
                </c:pt>
                <c:pt idx="14089">
                  <c:v>9.0207497319169612</c:v>
                </c:pt>
                <c:pt idx="14090">
                  <c:v>9.0205206046948039</c:v>
                </c:pt>
                <c:pt idx="14091">
                  <c:v>9.0225695549821552</c:v>
                </c:pt>
                <c:pt idx="14092">
                  <c:v>9.0248215572273516</c:v>
                </c:pt>
                <c:pt idx="14093">
                  <c:v>9.0249940309635903</c:v>
                </c:pt>
                <c:pt idx="14094">
                  <c:v>9.0253707085769825</c:v>
                </c:pt>
                <c:pt idx="14095">
                  <c:v>9.0268390915336028</c:v>
                </c:pt>
                <c:pt idx="14096">
                  <c:v>9.0287267731179739</c:v>
                </c:pt>
                <c:pt idx="14097">
                  <c:v>9.0278750858703489</c:v>
                </c:pt>
                <c:pt idx="14098">
                  <c:v>9.0272860362247211</c:v>
                </c:pt>
                <c:pt idx="14099">
                  <c:v>9.0255346999983246</c:v>
                </c:pt>
                <c:pt idx="14100">
                  <c:v>9.0247864760484564</c:v>
                </c:pt>
                <c:pt idx="14101">
                  <c:v>9.0244112645141836</c:v>
                </c:pt>
                <c:pt idx="14102">
                  <c:v>9.024071867198364</c:v>
                </c:pt>
                <c:pt idx="14103">
                  <c:v>9.0251697510178772</c:v>
                </c:pt>
                <c:pt idx="14104">
                  <c:v>9.0264748755927151</c:v>
                </c:pt>
                <c:pt idx="14105">
                  <c:v>9.0277806284871733</c:v>
                </c:pt>
                <c:pt idx="14106">
                  <c:v>9.0247242724058783</c:v>
                </c:pt>
                <c:pt idx="14107">
                  <c:v>9.0224838940736891</c:v>
                </c:pt>
                <c:pt idx="14108">
                  <c:v>9.0220321322654691</c:v>
                </c:pt>
                <c:pt idx="14109">
                  <c:v>9.0235655463029669</c:v>
                </c:pt>
                <c:pt idx="14110">
                  <c:v>9.024088203508537</c:v>
                </c:pt>
                <c:pt idx="14111">
                  <c:v>9.0243660255013989</c:v>
                </c:pt>
                <c:pt idx="14112">
                  <c:v>9.025127653603203</c:v>
                </c:pt>
                <c:pt idx="14113">
                  <c:v>9.0266860957056441</c:v>
                </c:pt>
                <c:pt idx="14114">
                  <c:v>9.0270758633111612</c:v>
                </c:pt>
                <c:pt idx="14115">
                  <c:v>9.0273796558483994</c:v>
                </c:pt>
                <c:pt idx="14116">
                  <c:v>9.0271641422180515</c:v>
                </c:pt>
                <c:pt idx="14117">
                  <c:v>9.0269091491714555</c:v>
                </c:pt>
                <c:pt idx="14118">
                  <c:v>9.0240810825528204</c:v>
                </c:pt>
                <c:pt idx="14119">
                  <c:v>9.0240011812408891</c:v>
                </c:pt>
                <c:pt idx="14120">
                  <c:v>9.0277746594507651</c:v>
                </c:pt>
                <c:pt idx="14121">
                  <c:v>9.0292869200609882</c:v>
                </c:pt>
                <c:pt idx="14122">
                  <c:v>9.0292428329675118</c:v>
                </c:pt>
                <c:pt idx="14123">
                  <c:v>9.0263277440812288</c:v>
                </c:pt>
                <c:pt idx="14124">
                  <c:v>9.0275636487777096</c:v>
                </c:pt>
                <c:pt idx="14125">
                  <c:v>9.0317718194460728</c:v>
                </c:pt>
                <c:pt idx="14126">
                  <c:v>9.0335072382420449</c:v>
                </c:pt>
                <c:pt idx="14127">
                  <c:v>9.0305044987684937</c:v>
                </c:pt>
                <c:pt idx="14128">
                  <c:v>9.0276817728666447</c:v>
                </c:pt>
                <c:pt idx="14129">
                  <c:v>9.0253357321180232</c:v>
                </c:pt>
                <c:pt idx="14130">
                  <c:v>9.0258409010941136</c:v>
                </c:pt>
                <c:pt idx="14131">
                  <c:v>9.0266021103161709</c:v>
                </c:pt>
                <c:pt idx="14132">
                  <c:v>9.0290499388435563</c:v>
                </c:pt>
                <c:pt idx="14133">
                  <c:v>9.028582887924534</c:v>
                </c:pt>
                <c:pt idx="14134">
                  <c:v>9.0231308538444779</c:v>
                </c:pt>
                <c:pt idx="14135">
                  <c:v>9.0221369569224059</c:v>
                </c:pt>
                <c:pt idx="14136">
                  <c:v>9.0230911649883545</c:v>
                </c:pt>
                <c:pt idx="14137">
                  <c:v>9.0215461270378494</c:v>
                </c:pt>
                <c:pt idx="14138">
                  <c:v>9.018607371445805</c:v>
                </c:pt>
                <c:pt idx="14139">
                  <c:v>9.0173016185513468</c:v>
                </c:pt>
                <c:pt idx="14140">
                  <c:v>9.0184227501968728</c:v>
                </c:pt>
                <c:pt idx="14141">
                  <c:v>9.0187942965333505</c:v>
                </c:pt>
                <c:pt idx="14142">
                  <c:v>9.0179573747968433</c:v>
                </c:pt>
                <c:pt idx="14143">
                  <c:v>9.0195535160766056</c:v>
                </c:pt>
                <c:pt idx="14144">
                  <c:v>9.0227555375902693</c:v>
                </c:pt>
                <c:pt idx="14145">
                  <c:v>9.0221902593703405</c:v>
                </c:pt>
                <c:pt idx="14146">
                  <c:v>9.0191753723840957</c:v>
                </c:pt>
                <c:pt idx="14147">
                  <c:v>9.0197591860328732</c:v>
                </c:pt>
                <c:pt idx="14148">
                  <c:v>9.0225078749392633</c:v>
                </c:pt>
                <c:pt idx="14149">
                  <c:v>9.0243629886232259</c:v>
                </c:pt>
                <c:pt idx="14150">
                  <c:v>9.0240763701556563</c:v>
                </c:pt>
                <c:pt idx="14151">
                  <c:v>9.0239238979273821</c:v>
                </c:pt>
                <c:pt idx="14152">
                  <c:v>9.0232466740948016</c:v>
                </c:pt>
                <c:pt idx="14153">
                  <c:v>9.0208560226530174</c:v>
                </c:pt>
                <c:pt idx="14154">
                  <c:v>9.0209128855788077</c:v>
                </c:pt>
                <c:pt idx="14155">
                  <c:v>9.0213225499723535</c:v>
                </c:pt>
                <c:pt idx="14156">
                  <c:v>9.0228227677898225</c:v>
                </c:pt>
                <c:pt idx="14157">
                  <c:v>9.024495145183721</c:v>
                </c:pt>
                <c:pt idx="14158">
                  <c:v>9.0254685169981403</c:v>
                </c:pt>
                <c:pt idx="14159">
                  <c:v>9.0282550098017857</c:v>
                </c:pt>
                <c:pt idx="14160">
                  <c:v>9.0284950278973906</c:v>
                </c:pt>
                <c:pt idx="14161">
                  <c:v>9.0266695499555993</c:v>
                </c:pt>
                <c:pt idx="14162">
                  <c:v>9.0278956109779998</c:v>
                </c:pt>
                <c:pt idx="14163">
                  <c:v>9.0319531943769586</c:v>
                </c:pt>
                <c:pt idx="14164">
                  <c:v>9.03204178744366</c:v>
                </c:pt>
                <c:pt idx="14165">
                  <c:v>9.0270509399661538</c:v>
                </c:pt>
                <c:pt idx="14166">
                  <c:v>9.0238269272657199</c:v>
                </c:pt>
                <c:pt idx="14167">
                  <c:v>9.023562823584605</c:v>
                </c:pt>
                <c:pt idx="14168">
                  <c:v>9.0219287736876499</c:v>
                </c:pt>
                <c:pt idx="14169">
                  <c:v>9.0205222802137968</c:v>
                </c:pt>
                <c:pt idx="14170">
                  <c:v>9.0232921225474598</c:v>
                </c:pt>
                <c:pt idx="14171">
                  <c:v>9.0277603128193959</c:v>
                </c:pt>
                <c:pt idx="14172">
                  <c:v>9.0258849881875918</c:v>
                </c:pt>
                <c:pt idx="14173">
                  <c:v>9.0234775815558876</c:v>
                </c:pt>
                <c:pt idx="14174">
                  <c:v>9.0259547316656334</c:v>
                </c:pt>
                <c:pt idx="14175">
                  <c:v>9.0251303763215649</c:v>
                </c:pt>
                <c:pt idx="14176">
                  <c:v>9.0254897751453509</c:v>
                </c:pt>
                <c:pt idx="14177">
                  <c:v>9.0251203232076129</c:v>
                </c:pt>
                <c:pt idx="14178">
                  <c:v>9.0226694578020545</c:v>
                </c:pt>
                <c:pt idx="14179">
                  <c:v>9.0216233056314188</c:v>
                </c:pt>
                <c:pt idx="14180">
                  <c:v>9.0204737948829656</c:v>
                </c:pt>
                <c:pt idx="14181">
                  <c:v>9.0236209431496412</c:v>
                </c:pt>
                <c:pt idx="14182">
                  <c:v>9.0281651600958401</c:v>
                </c:pt>
                <c:pt idx="14183">
                  <c:v>9.0293036752509082</c:v>
                </c:pt>
                <c:pt idx="14184">
                  <c:v>9.0291703667711065</c:v>
                </c:pt>
                <c:pt idx="14185">
                  <c:v>9.0268085133119982</c:v>
                </c:pt>
                <c:pt idx="14186">
                  <c:v>9.0269051698138494</c:v>
                </c:pt>
                <c:pt idx="14187">
                  <c:v>9.0296394073689328</c:v>
                </c:pt>
                <c:pt idx="14188">
                  <c:v>9.0309413903456601</c:v>
                </c:pt>
                <c:pt idx="14189">
                  <c:v>9.0294353082117187</c:v>
                </c:pt>
                <c:pt idx="14190">
                  <c:v>9.0286559824405614</c:v>
                </c:pt>
                <c:pt idx="14191">
                  <c:v>9.0272180729856064</c:v>
                </c:pt>
                <c:pt idx="14192">
                  <c:v>9.0248242799457135</c:v>
                </c:pt>
                <c:pt idx="14193">
                  <c:v>9.0254550081262668</c:v>
                </c:pt>
                <c:pt idx="14194">
                  <c:v>9.025107233215488</c:v>
                </c:pt>
                <c:pt idx="14195">
                  <c:v>9.0236947707052266</c:v>
                </c:pt>
                <c:pt idx="14196">
                  <c:v>9.0217364031633807</c:v>
                </c:pt>
                <c:pt idx="14197">
                  <c:v>9.0196654616892591</c:v>
                </c:pt>
                <c:pt idx="14198">
                  <c:v>9.0197838999380053</c:v>
                </c:pt>
                <c:pt idx="14199">
                  <c:v>9.0213852772146179</c:v>
                </c:pt>
                <c:pt idx="14200">
                  <c:v>9.0234488882931494</c:v>
                </c:pt>
                <c:pt idx="14201">
                  <c:v>9.0263696320560296</c:v>
                </c:pt>
                <c:pt idx="14202">
                  <c:v>9.0276861711039995</c:v>
                </c:pt>
                <c:pt idx="14203">
                  <c:v>9.0290560125999022</c:v>
                </c:pt>
                <c:pt idx="14204">
                  <c:v>9.0292189568218753</c:v>
                </c:pt>
                <c:pt idx="14205">
                  <c:v>9.0279747792503731</c:v>
                </c:pt>
                <c:pt idx="14206">
                  <c:v>9.0277081622907698</c:v>
                </c:pt>
                <c:pt idx="14207">
                  <c:v>9.0289417631486355</c:v>
                </c:pt>
                <c:pt idx="14208">
                  <c:v>9.0295885134795508</c:v>
                </c:pt>
                <c:pt idx="14209">
                  <c:v>9.0269840239264116</c:v>
                </c:pt>
                <c:pt idx="14210">
                  <c:v>9.0272754595110829</c:v>
                </c:pt>
                <c:pt idx="14211">
                  <c:v>9.0283883182815874</c:v>
                </c:pt>
                <c:pt idx="14212">
                  <c:v>9.0281160464453869</c:v>
                </c:pt>
                <c:pt idx="14213">
                  <c:v>9.0264463917698503</c:v>
                </c:pt>
                <c:pt idx="14214">
                  <c:v>9.0222984350652613</c:v>
                </c:pt>
                <c:pt idx="14215">
                  <c:v>9.0199404562438215</c:v>
                </c:pt>
                <c:pt idx="14216">
                  <c:v>9.0208857631151247</c:v>
                </c:pt>
                <c:pt idx="14217">
                  <c:v>9.0252052510765211</c:v>
                </c:pt>
                <c:pt idx="14218">
                  <c:v>9.0302736960273453</c:v>
                </c:pt>
                <c:pt idx="14219">
                  <c:v>9.0306144547023433</c:v>
                </c:pt>
                <c:pt idx="14220">
                  <c:v>9.0296616079955765</c:v>
                </c:pt>
                <c:pt idx="14221">
                  <c:v>9.0276709867131348</c:v>
                </c:pt>
                <c:pt idx="14222">
                  <c:v>9.0220943359080472</c:v>
                </c:pt>
                <c:pt idx="14223">
                  <c:v>9.0196689174471789</c:v>
                </c:pt>
                <c:pt idx="14224">
                  <c:v>9.0219865790928733</c:v>
                </c:pt>
                <c:pt idx="14225">
                  <c:v>9.0229096853375328</c:v>
                </c:pt>
                <c:pt idx="14226">
                  <c:v>9.0205418628420162</c:v>
                </c:pt>
                <c:pt idx="14227">
                  <c:v>9.0217632114672526</c:v>
                </c:pt>
                <c:pt idx="14228">
                  <c:v>9.0243483278320458</c:v>
                </c:pt>
                <c:pt idx="14229">
                  <c:v>9.0239566752676641</c:v>
                </c:pt>
                <c:pt idx="14230">
                  <c:v>9.0224918527889013</c:v>
                </c:pt>
                <c:pt idx="14231">
                  <c:v>9.0226413928589384</c:v>
                </c:pt>
                <c:pt idx="14232">
                  <c:v>9.0203454082402033</c:v>
                </c:pt>
                <c:pt idx="14233">
                  <c:v>9.0191145301006994</c:v>
                </c:pt>
                <c:pt idx="14234">
                  <c:v>9.0221274274081402</c:v>
                </c:pt>
                <c:pt idx="14235">
                  <c:v>9.0277604175393336</c:v>
                </c:pt>
                <c:pt idx="14236">
                  <c:v>9.0295357346313025</c:v>
                </c:pt>
                <c:pt idx="14237">
                  <c:v>9.0240235913074081</c:v>
                </c:pt>
                <c:pt idx="14238">
                  <c:v>9.0187092639445066</c:v>
                </c:pt>
                <c:pt idx="14239">
                  <c:v>9.0181780197041039</c:v>
                </c:pt>
                <c:pt idx="14240">
                  <c:v>9.0201731439438362</c:v>
                </c:pt>
                <c:pt idx="14241">
                  <c:v>9.0204562019335484</c:v>
                </c:pt>
                <c:pt idx="14242">
                  <c:v>9.0204649984082561</c:v>
                </c:pt>
                <c:pt idx="14243">
                  <c:v>9.0214699956436508</c:v>
                </c:pt>
                <c:pt idx="14244">
                  <c:v>9.0220450128177205</c:v>
                </c:pt>
                <c:pt idx="14245">
                  <c:v>9.0214662257259182</c:v>
                </c:pt>
                <c:pt idx="14246">
                  <c:v>9.0220321322654691</c:v>
                </c:pt>
                <c:pt idx="14247">
                  <c:v>9.0250426210143591</c:v>
                </c:pt>
                <c:pt idx="14248">
                  <c:v>9.0279339384749431</c:v>
                </c:pt>
                <c:pt idx="14249">
                  <c:v>9.0260506551279267</c:v>
                </c:pt>
                <c:pt idx="14250">
                  <c:v>9.0227887338102981</c:v>
                </c:pt>
                <c:pt idx="14251">
                  <c:v>9.0234271065462526</c:v>
                </c:pt>
                <c:pt idx="14252">
                  <c:v>9.0252016905986636</c:v>
                </c:pt>
                <c:pt idx="14253">
                  <c:v>9.024672540756999</c:v>
                </c:pt>
                <c:pt idx="14254">
                  <c:v>9.0233899309686176</c:v>
                </c:pt>
                <c:pt idx="14255">
                  <c:v>9.0254469446911187</c:v>
                </c:pt>
                <c:pt idx="14256">
                  <c:v>9.0256577459243008</c:v>
                </c:pt>
                <c:pt idx="14257">
                  <c:v>9.0208835639964473</c:v>
                </c:pt>
                <c:pt idx="14258">
                  <c:v>9.0196532094566297</c:v>
                </c:pt>
                <c:pt idx="14259">
                  <c:v>9.0194653418896511</c:v>
                </c:pt>
                <c:pt idx="14260">
                  <c:v>9.0196754100832734</c:v>
                </c:pt>
                <c:pt idx="14261">
                  <c:v>9.0205051061441281</c:v>
                </c:pt>
                <c:pt idx="14262">
                  <c:v>9.0223971859658523</c:v>
                </c:pt>
                <c:pt idx="14263">
                  <c:v>9.0222380116616119</c:v>
                </c:pt>
                <c:pt idx="14264">
                  <c:v>9.022086377192835</c:v>
                </c:pt>
                <c:pt idx="14265">
                  <c:v>9.0248169495501234</c:v>
                </c:pt>
                <c:pt idx="14266">
                  <c:v>9.0280320610559119</c:v>
                </c:pt>
                <c:pt idx="14267">
                  <c:v>9.0270062245530553</c:v>
                </c:pt>
                <c:pt idx="14268">
                  <c:v>9.0235450211953161</c:v>
                </c:pt>
                <c:pt idx="14269">
                  <c:v>9.0216048749225077</c:v>
                </c:pt>
                <c:pt idx="14270">
                  <c:v>9.0229764966573391</c:v>
                </c:pt>
                <c:pt idx="14271">
                  <c:v>9.0235015624214601</c:v>
                </c:pt>
                <c:pt idx="14272">
                  <c:v>9.0207404118425689</c:v>
                </c:pt>
                <c:pt idx="14273">
                  <c:v>9.0203549377544689</c:v>
                </c:pt>
                <c:pt idx="14274">
                  <c:v>9.0225791892163603</c:v>
                </c:pt>
                <c:pt idx="14275">
                  <c:v>9.0240096635557858</c:v>
                </c:pt>
                <c:pt idx="14276">
                  <c:v>9.0276638657574182</c:v>
                </c:pt>
                <c:pt idx="14277">
                  <c:v>9.0320979173298923</c:v>
                </c:pt>
                <c:pt idx="14278">
                  <c:v>9.0334816865774172</c:v>
                </c:pt>
                <c:pt idx="14279">
                  <c:v>9.0297763810465295</c:v>
                </c:pt>
                <c:pt idx="14280">
                  <c:v>9.0247567355863474</c:v>
                </c:pt>
                <c:pt idx="14281">
                  <c:v>9.0228275849069242</c:v>
                </c:pt>
                <c:pt idx="14282">
                  <c:v>9.021862485967528</c:v>
                </c:pt>
                <c:pt idx="14283">
                  <c:v>9.0193864877770888</c:v>
                </c:pt>
                <c:pt idx="14284">
                  <c:v>9.0174974448335377</c:v>
                </c:pt>
                <c:pt idx="14285">
                  <c:v>9.0175018430708906</c:v>
                </c:pt>
                <c:pt idx="14286">
                  <c:v>9.019955012315064</c:v>
                </c:pt>
                <c:pt idx="14287">
                  <c:v>9.019547442320258</c:v>
                </c:pt>
                <c:pt idx="14288">
                  <c:v>9.0186697845282584</c:v>
                </c:pt>
                <c:pt idx="14289">
                  <c:v>9.0174295863143605</c:v>
                </c:pt>
                <c:pt idx="14290">
                  <c:v>9.0155172955447949</c:v>
                </c:pt>
                <c:pt idx="14291">
                  <c:v>9.0148013253355224</c:v>
                </c:pt>
                <c:pt idx="14292">
                  <c:v>9.0190913869946208</c:v>
                </c:pt>
                <c:pt idx="14293">
                  <c:v>9.0240289320241942</c:v>
                </c:pt>
                <c:pt idx="14294">
                  <c:v>9.0266346782165776</c:v>
                </c:pt>
                <c:pt idx="14295">
                  <c:v>9.0293962476752174</c:v>
                </c:pt>
                <c:pt idx="14296">
                  <c:v>9.0308500745605951</c:v>
                </c:pt>
                <c:pt idx="14297">
                  <c:v>9.0315219576763894</c:v>
                </c:pt>
                <c:pt idx="14298">
                  <c:v>9.0314264530938466</c:v>
                </c:pt>
                <c:pt idx="14299">
                  <c:v>9.0289172586833768</c:v>
                </c:pt>
                <c:pt idx="14300">
                  <c:v>9.0259459351909257</c:v>
                </c:pt>
                <c:pt idx="14301">
                  <c:v>9.0247283564834202</c:v>
                </c:pt>
                <c:pt idx="14302">
                  <c:v>9.0264890127842108</c:v>
                </c:pt>
                <c:pt idx="14303">
                  <c:v>9.026874486872309</c:v>
                </c:pt>
                <c:pt idx="14304">
                  <c:v>9.0251065001759301</c:v>
                </c:pt>
                <c:pt idx="14305">
                  <c:v>9.025320024127474</c:v>
                </c:pt>
                <c:pt idx="14306">
                  <c:v>9.0274866796240136</c:v>
                </c:pt>
                <c:pt idx="14307">
                  <c:v>9.0291083725684036</c:v>
                </c:pt>
                <c:pt idx="14308">
                  <c:v>9.0284269599383418</c:v>
                </c:pt>
                <c:pt idx="14309">
                  <c:v>9.0274595571603307</c:v>
                </c:pt>
                <c:pt idx="14310">
                  <c:v>9.0253485079503371</c:v>
                </c:pt>
                <c:pt idx="14311">
                  <c:v>9.0259583968634285</c:v>
                </c:pt>
                <c:pt idx="14312">
                  <c:v>9.0254918695440907</c:v>
                </c:pt>
                <c:pt idx="14313">
                  <c:v>9.0241780532144826</c:v>
                </c:pt>
                <c:pt idx="14314">
                  <c:v>9.0227431806377023</c:v>
                </c:pt>
                <c:pt idx="14315">
                  <c:v>9.0218648945260789</c:v>
                </c:pt>
                <c:pt idx="14316">
                  <c:v>9.023030427424894</c:v>
                </c:pt>
                <c:pt idx="14317">
                  <c:v>9.0253975168808545</c:v>
                </c:pt>
                <c:pt idx="14318">
                  <c:v>9.0240966858234337</c:v>
                </c:pt>
                <c:pt idx="14319">
                  <c:v>9.0208350786656162</c:v>
                </c:pt>
                <c:pt idx="14320">
                  <c:v>9.0216530460935278</c:v>
                </c:pt>
                <c:pt idx="14321">
                  <c:v>9.0246308622220734</c:v>
                </c:pt>
                <c:pt idx="14322">
                  <c:v>9.0263950790007197</c:v>
                </c:pt>
                <c:pt idx="14323">
                  <c:v>9.0261000829381892</c:v>
                </c:pt>
                <c:pt idx="14324">
                  <c:v>9.0237058710185476</c:v>
                </c:pt>
                <c:pt idx="14325">
                  <c:v>9.0240254762662726</c:v>
                </c:pt>
                <c:pt idx="14326">
                  <c:v>9.0253243176448912</c:v>
                </c:pt>
                <c:pt idx="14327">
                  <c:v>9.0275722358125421</c:v>
                </c:pt>
                <c:pt idx="14328">
                  <c:v>9.0285466548263322</c:v>
                </c:pt>
                <c:pt idx="14329">
                  <c:v>9.0255760643734391</c:v>
                </c:pt>
                <c:pt idx="14330">
                  <c:v>9.0235707822998172</c:v>
                </c:pt>
                <c:pt idx="14331">
                  <c:v>9.0225952113667205</c:v>
                </c:pt>
                <c:pt idx="14332">
                  <c:v>9.0243540874285806</c:v>
                </c:pt>
                <c:pt idx="14333">
                  <c:v>9.0267297639193735</c:v>
                </c:pt>
                <c:pt idx="14334">
                  <c:v>9.0291391602298816</c:v>
                </c:pt>
                <c:pt idx="14335">
                  <c:v>9.0287144161654069</c:v>
                </c:pt>
                <c:pt idx="14336">
                  <c:v>9.0261408189936834</c:v>
                </c:pt>
                <c:pt idx="14337">
                  <c:v>9.0244957735033431</c:v>
                </c:pt>
                <c:pt idx="14338">
                  <c:v>9.0248249082653356</c:v>
                </c:pt>
                <c:pt idx="14339">
                  <c:v>9.0290647043546741</c:v>
                </c:pt>
                <c:pt idx="14340">
                  <c:v>9.0331610341303215</c:v>
                </c:pt>
                <c:pt idx="14341">
                  <c:v>9.0352934462074632</c:v>
                </c:pt>
                <c:pt idx="14342">
                  <c:v>9.0344802958966532</c:v>
                </c:pt>
                <c:pt idx="14343">
                  <c:v>9.0315188160782807</c:v>
                </c:pt>
                <c:pt idx="14344">
                  <c:v>9.0281863135231131</c:v>
                </c:pt>
                <c:pt idx="14345">
                  <c:v>9.0273227929226074</c:v>
                </c:pt>
                <c:pt idx="14346">
                  <c:v>9.0287523247826016</c:v>
                </c:pt>
                <c:pt idx="14347">
                  <c:v>9.0279890211618046</c:v>
                </c:pt>
                <c:pt idx="14348">
                  <c:v>9.0272184918653551</c:v>
                </c:pt>
                <c:pt idx="14349">
                  <c:v>9.0274653167568655</c:v>
                </c:pt>
                <c:pt idx="14350">
                  <c:v>9.0268849588660096</c:v>
                </c:pt>
                <c:pt idx="14351">
                  <c:v>9.022544526917212</c:v>
                </c:pt>
                <c:pt idx="14352">
                  <c:v>9.0227149062547127</c:v>
                </c:pt>
                <c:pt idx="14353">
                  <c:v>9.024876011594591</c:v>
                </c:pt>
                <c:pt idx="14354">
                  <c:v>9.0249043906975182</c:v>
                </c:pt>
                <c:pt idx="14355">
                  <c:v>9.0278353970142255</c:v>
                </c:pt>
                <c:pt idx="14356">
                  <c:v>9.0279809577266565</c:v>
                </c:pt>
                <c:pt idx="14357">
                  <c:v>9.0256242355444591</c:v>
                </c:pt>
                <c:pt idx="14358">
                  <c:v>9.0276107727493589</c:v>
                </c:pt>
                <c:pt idx="14359">
                  <c:v>9.0279179163245811</c:v>
                </c:pt>
                <c:pt idx="14360">
                  <c:v>9.0267166739272486</c:v>
                </c:pt>
                <c:pt idx="14361">
                  <c:v>9.0266020055962333</c:v>
                </c:pt>
                <c:pt idx="14362">
                  <c:v>9.0289755876882865</c:v>
                </c:pt>
                <c:pt idx="14363">
                  <c:v>9.0309624390529972</c:v>
                </c:pt>
                <c:pt idx="14364">
                  <c:v>9.0303265795955294</c:v>
                </c:pt>
                <c:pt idx="14365">
                  <c:v>9.0282003459946711</c:v>
                </c:pt>
                <c:pt idx="14366">
                  <c:v>9.0245678208199998</c:v>
                </c:pt>
                <c:pt idx="14367">
                  <c:v>9.0219617604678053</c:v>
                </c:pt>
                <c:pt idx="14368">
                  <c:v>9.0163386140106905</c:v>
                </c:pt>
                <c:pt idx="14369">
                  <c:v>9.0165425037280293</c:v>
                </c:pt>
                <c:pt idx="14370">
                  <c:v>9.0188686476886222</c:v>
                </c:pt>
                <c:pt idx="14371">
                  <c:v>9.0194870189166085</c:v>
                </c:pt>
                <c:pt idx="14372">
                  <c:v>9.0195919482934848</c:v>
                </c:pt>
                <c:pt idx="14373">
                  <c:v>9.0187977522912721</c:v>
                </c:pt>
                <c:pt idx="14374">
                  <c:v>9.0182483915017677</c:v>
                </c:pt>
                <c:pt idx="14375">
                  <c:v>9.0200588944925695</c:v>
                </c:pt>
                <c:pt idx="14376">
                  <c:v>9.0220533904126796</c:v>
                </c:pt>
                <c:pt idx="14377">
                  <c:v>9.022541490039039</c:v>
                </c:pt>
                <c:pt idx="14378">
                  <c:v>9.0216319973861907</c:v>
                </c:pt>
                <c:pt idx="14379">
                  <c:v>9.020187909454954</c:v>
                </c:pt>
                <c:pt idx="14380">
                  <c:v>9.0190852085183391</c:v>
                </c:pt>
                <c:pt idx="14381">
                  <c:v>9.0183243134560929</c:v>
                </c:pt>
                <c:pt idx="14382">
                  <c:v>9.0185490424408954</c:v>
                </c:pt>
                <c:pt idx="14383">
                  <c:v>9.0200649682489153</c:v>
                </c:pt>
                <c:pt idx="14384">
                  <c:v>9.0215024588241199</c:v>
                </c:pt>
                <c:pt idx="14385">
                  <c:v>9.0214248613508037</c:v>
                </c:pt>
                <c:pt idx="14386">
                  <c:v>9.0217196479734589</c:v>
                </c:pt>
                <c:pt idx="14387">
                  <c:v>9.0233773645761772</c:v>
                </c:pt>
                <c:pt idx="14388">
                  <c:v>9.0222789571569795</c:v>
                </c:pt>
                <c:pt idx="14389">
                  <c:v>9.0191465744014216</c:v>
                </c:pt>
                <c:pt idx="14390">
                  <c:v>9.0202578623728709</c:v>
                </c:pt>
                <c:pt idx="14391">
                  <c:v>9.0243308396025661</c:v>
                </c:pt>
                <c:pt idx="14392">
                  <c:v>9.0271783841294848</c:v>
                </c:pt>
                <c:pt idx="14393">
                  <c:v>9.0290489963641232</c:v>
                </c:pt>
                <c:pt idx="14394">
                  <c:v>9.0287829030042062</c:v>
                </c:pt>
                <c:pt idx="14395">
                  <c:v>9.0278424132500046</c:v>
                </c:pt>
                <c:pt idx="14396">
                  <c:v>9.0284715706315026</c:v>
                </c:pt>
                <c:pt idx="14397">
                  <c:v>9.0275109746493971</c:v>
                </c:pt>
                <c:pt idx="14398">
                  <c:v>9.0270642393981539</c:v>
                </c:pt>
                <c:pt idx="14399">
                  <c:v>9.0260207052259442</c:v>
                </c:pt>
                <c:pt idx="14400">
                  <c:v>9.0264729906338488</c:v>
                </c:pt>
                <c:pt idx="14401">
                  <c:v>9.0250321490206584</c:v>
                </c:pt>
                <c:pt idx="14402">
                  <c:v>9.021397320007372</c:v>
                </c:pt>
                <c:pt idx="14403">
                  <c:v>9.0209093251009502</c:v>
                </c:pt>
                <c:pt idx="14404">
                  <c:v>9.0242411993364939</c:v>
                </c:pt>
                <c:pt idx="14405">
                  <c:v>9.024016260911818</c:v>
                </c:pt>
                <c:pt idx="14406">
                  <c:v>9.0220806175963002</c:v>
                </c:pt>
                <c:pt idx="14407">
                  <c:v>9.0223496431144543</c:v>
                </c:pt>
                <c:pt idx="14408">
                  <c:v>9.0259846815676159</c:v>
                </c:pt>
                <c:pt idx="14409">
                  <c:v>9.0289969505554346</c:v>
                </c:pt>
                <c:pt idx="14410">
                  <c:v>9.0293340440326393</c:v>
                </c:pt>
                <c:pt idx="14411">
                  <c:v>9.0300540983194537</c:v>
                </c:pt>
                <c:pt idx="14412">
                  <c:v>9.0305494236214674</c:v>
                </c:pt>
                <c:pt idx="14413">
                  <c:v>9.0323350032672618</c:v>
                </c:pt>
                <c:pt idx="14414">
                  <c:v>9.0301194435601424</c:v>
                </c:pt>
                <c:pt idx="14415">
                  <c:v>9.0265097473317368</c:v>
                </c:pt>
                <c:pt idx="14416">
                  <c:v>9.0263261732821736</c:v>
                </c:pt>
                <c:pt idx="14417">
                  <c:v>9.0271871806041926</c:v>
                </c:pt>
                <c:pt idx="14418">
                  <c:v>9.0274820719467854</c:v>
                </c:pt>
                <c:pt idx="14419">
                  <c:v>9.0250725709163415</c:v>
                </c:pt>
                <c:pt idx="14420">
                  <c:v>9.0253428530737398</c:v>
                </c:pt>
                <c:pt idx="14421">
                  <c:v>9.0283728197309117</c:v>
                </c:pt>
                <c:pt idx="14422">
                  <c:v>9.0284374319320406</c:v>
                </c:pt>
                <c:pt idx="14423">
                  <c:v>9.0247652179012441</c:v>
                </c:pt>
                <c:pt idx="14424">
                  <c:v>9.0244095889951907</c:v>
                </c:pt>
                <c:pt idx="14425">
                  <c:v>9.0253588752241001</c:v>
                </c:pt>
                <c:pt idx="14426">
                  <c:v>9.0252339443392593</c:v>
                </c:pt>
                <c:pt idx="14427">
                  <c:v>9.0256129257912647</c:v>
                </c:pt>
                <c:pt idx="14428">
                  <c:v>9.026732277197862</c:v>
                </c:pt>
                <c:pt idx="14429">
                  <c:v>9.0288087688286449</c:v>
                </c:pt>
                <c:pt idx="14430">
                  <c:v>9.0265309007590098</c:v>
                </c:pt>
                <c:pt idx="14431">
                  <c:v>9.0248324481007991</c:v>
                </c:pt>
                <c:pt idx="14432">
                  <c:v>9.0262950714608845</c:v>
                </c:pt>
                <c:pt idx="14433">
                  <c:v>9.0275429142301835</c:v>
                </c:pt>
                <c:pt idx="14434">
                  <c:v>9.0284053876313184</c:v>
                </c:pt>
                <c:pt idx="14435">
                  <c:v>9.027768376254544</c:v>
                </c:pt>
                <c:pt idx="14436">
                  <c:v>9.0273346262754881</c:v>
                </c:pt>
                <c:pt idx="14437">
                  <c:v>9.0270999488966712</c:v>
                </c:pt>
                <c:pt idx="14438">
                  <c:v>9.025153728867517</c:v>
                </c:pt>
                <c:pt idx="14439">
                  <c:v>9.0254071511150578</c:v>
                </c:pt>
                <c:pt idx="14440">
                  <c:v>9.026273813313674</c:v>
                </c:pt>
                <c:pt idx="14441">
                  <c:v>9.028725097598981</c:v>
                </c:pt>
                <c:pt idx="14442">
                  <c:v>9.0300087545867331</c:v>
                </c:pt>
                <c:pt idx="14443">
                  <c:v>9.0321634720104544</c:v>
                </c:pt>
                <c:pt idx="14444">
                  <c:v>9.0297276862758231</c:v>
                </c:pt>
                <c:pt idx="14445">
                  <c:v>9.0263893194041849</c:v>
                </c:pt>
                <c:pt idx="14446">
                  <c:v>9.0247113918536268</c:v>
                </c:pt>
                <c:pt idx="14447">
                  <c:v>9.0236691143206613</c:v>
                </c:pt>
                <c:pt idx="14448">
                  <c:v>9.0215452892783539</c:v>
                </c:pt>
                <c:pt idx="14449">
                  <c:v>9.0218639520466457</c:v>
                </c:pt>
                <c:pt idx="14450">
                  <c:v>9.0243148174522059</c:v>
                </c:pt>
                <c:pt idx="14451">
                  <c:v>9.025690523264581</c:v>
                </c:pt>
                <c:pt idx="14452">
                  <c:v>9.0266385528542461</c:v>
                </c:pt>
                <c:pt idx="14453">
                  <c:v>9.0267627506995289</c:v>
                </c:pt>
                <c:pt idx="14454">
                  <c:v>9.0226300831057422</c:v>
                </c:pt>
                <c:pt idx="14455">
                  <c:v>9.0187280088132304</c:v>
                </c:pt>
                <c:pt idx="14456">
                  <c:v>9.0191904520550246</c:v>
                </c:pt>
                <c:pt idx="14457">
                  <c:v>9.0207514074359541</c:v>
                </c:pt>
                <c:pt idx="14458">
                  <c:v>9.0210025258448798</c:v>
                </c:pt>
                <c:pt idx="14459">
                  <c:v>9.0234798853945009</c:v>
                </c:pt>
                <c:pt idx="14460">
                  <c:v>9.0269108246904484</c:v>
                </c:pt>
                <c:pt idx="14461">
                  <c:v>9.0261889901647034</c:v>
                </c:pt>
                <c:pt idx="14462">
                  <c:v>9.0226317586247333</c:v>
                </c:pt>
                <c:pt idx="14463">
                  <c:v>9.0211820158168994</c:v>
                </c:pt>
                <c:pt idx="14464">
                  <c:v>9.0228347058626408</c:v>
                </c:pt>
                <c:pt idx="14465">
                  <c:v>9.0246077191159966</c:v>
                </c:pt>
                <c:pt idx="14466">
                  <c:v>9.0246707605180703</c:v>
                </c:pt>
                <c:pt idx="14467">
                  <c:v>9.0215981728465398</c:v>
                </c:pt>
                <c:pt idx="14468">
                  <c:v>9.0195512122379906</c:v>
                </c:pt>
                <c:pt idx="14469">
                  <c:v>9.0186408818256449</c:v>
                </c:pt>
                <c:pt idx="14470">
                  <c:v>9.0178877360387375</c:v>
                </c:pt>
                <c:pt idx="14471">
                  <c:v>9.019648811219275</c:v>
                </c:pt>
                <c:pt idx="14472">
                  <c:v>9.0189787083424093</c:v>
                </c:pt>
                <c:pt idx="14473">
                  <c:v>9.0152064867717776</c:v>
                </c:pt>
                <c:pt idx="14474">
                  <c:v>9.0169823274634311</c:v>
                </c:pt>
                <c:pt idx="14475">
                  <c:v>9.0213038051036314</c:v>
                </c:pt>
                <c:pt idx="14476">
                  <c:v>9.0217859356935808</c:v>
                </c:pt>
                <c:pt idx="14477">
                  <c:v>9.0209348767655779</c:v>
                </c:pt>
                <c:pt idx="14478">
                  <c:v>9.0210212707136037</c:v>
                </c:pt>
                <c:pt idx="14479">
                  <c:v>9.0226538545314412</c:v>
                </c:pt>
                <c:pt idx="14480">
                  <c:v>9.0227307189651995</c:v>
                </c:pt>
                <c:pt idx="14481">
                  <c:v>9.0218506526146474</c:v>
                </c:pt>
                <c:pt idx="14482">
                  <c:v>9.0214653879664226</c:v>
                </c:pt>
                <c:pt idx="14483">
                  <c:v>9.0222760249987441</c:v>
                </c:pt>
                <c:pt idx="14484">
                  <c:v>9.0244498014509986</c:v>
                </c:pt>
                <c:pt idx="14485">
                  <c:v>9.0227113457768535</c:v>
                </c:pt>
                <c:pt idx="14486">
                  <c:v>9.0208671229663384</c:v>
                </c:pt>
                <c:pt idx="14487">
                  <c:v>9.0219754787795523</c:v>
                </c:pt>
                <c:pt idx="14488">
                  <c:v>9.0213101930197883</c:v>
                </c:pt>
                <c:pt idx="14489">
                  <c:v>9.0213225499723535</c:v>
                </c:pt>
                <c:pt idx="14490">
                  <c:v>9.0223622095068947</c:v>
                </c:pt>
                <c:pt idx="14491">
                  <c:v>9.0218690833235602</c:v>
                </c:pt>
                <c:pt idx="14492">
                  <c:v>9.023311181575993</c:v>
                </c:pt>
                <c:pt idx="14493">
                  <c:v>9.0247046897776588</c:v>
                </c:pt>
                <c:pt idx="14494">
                  <c:v>9.0238718521186936</c:v>
                </c:pt>
                <c:pt idx="14495">
                  <c:v>9.0238136278337215</c:v>
                </c:pt>
                <c:pt idx="14496">
                  <c:v>9.0222292151869041</c:v>
                </c:pt>
                <c:pt idx="14497">
                  <c:v>9.0221981133656151</c:v>
                </c:pt>
                <c:pt idx="14498">
                  <c:v>9.0213054806226225</c:v>
                </c:pt>
                <c:pt idx="14499">
                  <c:v>9.0196218981954654</c:v>
                </c:pt>
                <c:pt idx="14500">
                  <c:v>9.0196564557746761</c:v>
                </c:pt>
                <c:pt idx="14501">
                  <c:v>9.0236214667493257</c:v>
                </c:pt>
                <c:pt idx="14502">
                  <c:v>9.028935584672352</c:v>
                </c:pt>
                <c:pt idx="14503">
                  <c:v>9.0306137216627853</c:v>
                </c:pt>
                <c:pt idx="14504">
                  <c:v>9.0291671204530601</c:v>
                </c:pt>
                <c:pt idx="14505">
                  <c:v>9.0260730651944439</c:v>
                </c:pt>
                <c:pt idx="14506">
                  <c:v>9.025018535428849</c:v>
                </c:pt>
                <c:pt idx="14507">
                  <c:v>9.023296416064877</c:v>
                </c:pt>
                <c:pt idx="14508">
                  <c:v>9.0214985841864515</c:v>
                </c:pt>
                <c:pt idx="14509">
                  <c:v>9.0221993700048593</c:v>
                </c:pt>
                <c:pt idx="14510">
                  <c:v>9.0238588668465063</c:v>
                </c:pt>
                <c:pt idx="14511">
                  <c:v>9.027123510882495</c:v>
                </c:pt>
                <c:pt idx="14512">
                  <c:v>9.0287604929376872</c:v>
                </c:pt>
                <c:pt idx="14513">
                  <c:v>9.0286035177521242</c:v>
                </c:pt>
                <c:pt idx="14514">
                  <c:v>9.0274465718881416</c:v>
                </c:pt>
                <c:pt idx="14515">
                  <c:v>9.0272414255315585</c:v>
                </c:pt>
                <c:pt idx="14516">
                  <c:v>9.027411281269373</c:v>
                </c:pt>
                <c:pt idx="14517">
                  <c:v>9.0255581572642125</c:v>
                </c:pt>
                <c:pt idx="14518">
                  <c:v>9.025377934252635</c:v>
                </c:pt>
                <c:pt idx="14519">
                  <c:v>9.0273679272154546</c:v>
                </c:pt>
                <c:pt idx="14520">
                  <c:v>9.0291639788549496</c:v>
                </c:pt>
                <c:pt idx="14521">
                  <c:v>9.0278905844210247</c:v>
                </c:pt>
                <c:pt idx="14522">
                  <c:v>9.0268492493674923</c:v>
                </c:pt>
                <c:pt idx="14523">
                  <c:v>9.0271362867148106</c:v>
                </c:pt>
                <c:pt idx="14524">
                  <c:v>9.0285610014577014</c:v>
                </c:pt>
                <c:pt idx="14525">
                  <c:v>9.0262507749275329</c:v>
                </c:pt>
                <c:pt idx="14526">
                  <c:v>9.0250070162357794</c:v>
                </c:pt>
                <c:pt idx="14527">
                  <c:v>9.027756961781412</c:v>
                </c:pt>
                <c:pt idx="14528">
                  <c:v>9.0259797597305766</c:v>
                </c:pt>
                <c:pt idx="14529">
                  <c:v>9.0225262009282368</c:v>
                </c:pt>
                <c:pt idx="14530">
                  <c:v>9.0214553348524706</c:v>
                </c:pt>
                <c:pt idx="14531">
                  <c:v>9.0194622002915406</c:v>
                </c:pt>
                <c:pt idx="14532">
                  <c:v>9.0178355855101113</c:v>
                </c:pt>
                <c:pt idx="14533">
                  <c:v>9.0207301492887417</c:v>
                </c:pt>
                <c:pt idx="14534">
                  <c:v>9.0234532865305024</c:v>
                </c:pt>
                <c:pt idx="14535">
                  <c:v>9.0233146373339146</c:v>
                </c:pt>
                <c:pt idx="14536">
                  <c:v>9.0230003728029757</c:v>
                </c:pt>
                <c:pt idx="14537">
                  <c:v>9.0225959444062802</c:v>
                </c:pt>
                <c:pt idx="14538">
                  <c:v>9.0240111296349053</c:v>
                </c:pt>
                <c:pt idx="14539">
                  <c:v>9.0239124834542501</c:v>
                </c:pt>
                <c:pt idx="14540">
                  <c:v>9.0210677663656309</c:v>
                </c:pt>
                <c:pt idx="14541">
                  <c:v>9.0193127649414411</c:v>
                </c:pt>
                <c:pt idx="14542">
                  <c:v>9.023457789487793</c:v>
                </c:pt>
                <c:pt idx="14543">
                  <c:v>9.02896501097465</c:v>
                </c:pt>
                <c:pt idx="14544">
                  <c:v>9.0306987542516293</c:v>
                </c:pt>
                <c:pt idx="14545">
                  <c:v>9.031400273109595</c:v>
                </c:pt>
                <c:pt idx="14546">
                  <c:v>9.0329639512088864</c:v>
                </c:pt>
                <c:pt idx="14547">
                  <c:v>9.0320197962568898</c:v>
                </c:pt>
                <c:pt idx="14548">
                  <c:v>9.0301825896821537</c:v>
                </c:pt>
                <c:pt idx="14549">
                  <c:v>9.0286016327932579</c:v>
                </c:pt>
                <c:pt idx="14550">
                  <c:v>9.0267277742405714</c:v>
                </c:pt>
                <c:pt idx="14551">
                  <c:v>9.0241447522745162</c:v>
                </c:pt>
                <c:pt idx="14552">
                  <c:v>9.0212938567096153</c:v>
                </c:pt>
                <c:pt idx="14553">
                  <c:v>9.0192251143541711</c:v>
                </c:pt>
                <c:pt idx="14554">
                  <c:v>9.0193440762026036</c:v>
                </c:pt>
                <c:pt idx="14555">
                  <c:v>9.0186906237957203</c:v>
                </c:pt>
                <c:pt idx="14556">
                  <c:v>9.0184050525275197</c:v>
                </c:pt>
                <c:pt idx="14557">
                  <c:v>9.0212809761573656</c:v>
                </c:pt>
                <c:pt idx="14558">
                  <c:v>9.0245445729939853</c:v>
                </c:pt>
                <c:pt idx="14559">
                  <c:v>9.0271290610391564</c:v>
                </c:pt>
                <c:pt idx="14560">
                  <c:v>9.0306346656501848</c:v>
                </c:pt>
                <c:pt idx="14561">
                  <c:v>9.0348088023390254</c:v>
                </c:pt>
                <c:pt idx="14562">
                  <c:v>9.034827023608063</c:v>
                </c:pt>
                <c:pt idx="14563">
                  <c:v>9.0335128931186439</c:v>
                </c:pt>
                <c:pt idx="14564">
                  <c:v>9.035074686259069</c:v>
                </c:pt>
                <c:pt idx="14565">
                  <c:v>9.036564850962586</c:v>
                </c:pt>
                <c:pt idx="14566">
                  <c:v>9.0340151299364972</c:v>
                </c:pt>
                <c:pt idx="14567">
                  <c:v>9.0282881013018788</c:v>
                </c:pt>
                <c:pt idx="14568">
                  <c:v>9.0247060511368389</c:v>
                </c:pt>
                <c:pt idx="14569">
                  <c:v>9.025073094516026</c:v>
                </c:pt>
                <c:pt idx="14570">
                  <c:v>9.0271941968399716</c:v>
                </c:pt>
                <c:pt idx="14571">
                  <c:v>9.0294001223128859</c:v>
                </c:pt>
                <c:pt idx="14572">
                  <c:v>9.0269873749643956</c:v>
                </c:pt>
                <c:pt idx="14573">
                  <c:v>9.0246369359784193</c:v>
                </c:pt>
                <c:pt idx="14574">
                  <c:v>9.0261682556171774</c:v>
                </c:pt>
                <c:pt idx="14575">
                  <c:v>9.0254267337432772</c:v>
                </c:pt>
                <c:pt idx="14576">
                  <c:v>9.0239559422281044</c:v>
                </c:pt>
                <c:pt idx="14577">
                  <c:v>9.0254726010756841</c:v>
                </c:pt>
                <c:pt idx="14578">
                  <c:v>9.0276420840105231</c:v>
                </c:pt>
                <c:pt idx="14579">
                  <c:v>9.0300040421895691</c:v>
                </c:pt>
                <c:pt idx="14580">
                  <c:v>9.0297289429150673</c:v>
                </c:pt>
                <c:pt idx="14581">
                  <c:v>9.0268066283531319</c:v>
                </c:pt>
                <c:pt idx="14582">
                  <c:v>9.0249747624951837</c:v>
                </c:pt>
                <c:pt idx="14583">
                  <c:v>9.0256201514669172</c:v>
                </c:pt>
                <c:pt idx="14584">
                  <c:v>9.0248201958681697</c:v>
                </c:pt>
                <c:pt idx="14585">
                  <c:v>9.0247840674899056</c:v>
                </c:pt>
                <c:pt idx="14586">
                  <c:v>9.0262998885779862</c:v>
                </c:pt>
                <c:pt idx="14587">
                  <c:v>9.0266428463716633</c:v>
                </c:pt>
                <c:pt idx="14588">
                  <c:v>9.0291624080558961</c:v>
                </c:pt>
                <c:pt idx="14589">
                  <c:v>9.0329389231439432</c:v>
                </c:pt>
                <c:pt idx="14590">
                  <c:v>9.0322941624918318</c:v>
                </c:pt>
                <c:pt idx="14591">
                  <c:v>9.0295890370792353</c:v>
                </c:pt>
                <c:pt idx="14592">
                  <c:v>9.0292160246636399</c:v>
                </c:pt>
                <c:pt idx="14593">
                  <c:v>9.0252042038771503</c:v>
                </c:pt>
                <c:pt idx="14594">
                  <c:v>9.0224692332825089</c:v>
                </c:pt>
                <c:pt idx="14595">
                  <c:v>9.0219010229043448</c:v>
                </c:pt>
                <c:pt idx="14596">
                  <c:v>9.0217860404135184</c:v>
                </c:pt>
                <c:pt idx="14597">
                  <c:v>9.0236830420722818</c:v>
                </c:pt>
                <c:pt idx="14598">
                  <c:v>9.0240542742489485</c:v>
                </c:pt>
                <c:pt idx="14599">
                  <c:v>9.0243446626342507</c:v>
                </c:pt>
                <c:pt idx="14600">
                  <c:v>9.0249601017040035</c:v>
                </c:pt>
                <c:pt idx="14601">
                  <c:v>9.0272123133890716</c:v>
                </c:pt>
                <c:pt idx="14602">
                  <c:v>9.0252569827253986</c:v>
                </c:pt>
                <c:pt idx="14603">
                  <c:v>9.0242836109109792</c:v>
                </c:pt>
                <c:pt idx="14604">
                  <c:v>9.0266699688353462</c:v>
                </c:pt>
                <c:pt idx="14605">
                  <c:v>9.0271472823081957</c:v>
                </c:pt>
                <c:pt idx="14606">
                  <c:v>9.0260995593385047</c:v>
                </c:pt>
                <c:pt idx="14607">
                  <c:v>9.0236311009835291</c:v>
                </c:pt>
                <c:pt idx="14608">
                  <c:v>9.0233882554496248</c:v>
                </c:pt>
                <c:pt idx="14609">
                  <c:v>9.0232989293433636</c:v>
                </c:pt>
                <c:pt idx="14610">
                  <c:v>9.023985787410151</c:v>
                </c:pt>
                <c:pt idx="14611">
                  <c:v>9.0256805748705666</c:v>
                </c:pt>
                <c:pt idx="14612">
                  <c:v>9.0256448653720494</c:v>
                </c:pt>
                <c:pt idx="14613">
                  <c:v>9.0236127749945538</c:v>
                </c:pt>
                <c:pt idx="14614">
                  <c:v>9.0234046964797354</c:v>
                </c:pt>
                <c:pt idx="14615">
                  <c:v>9.0220368446626349</c:v>
                </c:pt>
                <c:pt idx="14616">
                  <c:v>9.0225315416450247</c:v>
                </c:pt>
                <c:pt idx="14617">
                  <c:v>9.0256006735586354</c:v>
                </c:pt>
                <c:pt idx="14618">
                  <c:v>9.0261401906740613</c:v>
                </c:pt>
                <c:pt idx="14619">
                  <c:v>9.0275387254327022</c:v>
                </c:pt>
                <c:pt idx="14620">
                  <c:v>9.0298162793425263</c:v>
                </c:pt>
                <c:pt idx="14621">
                  <c:v>9.032260966271803</c:v>
                </c:pt>
                <c:pt idx="14622">
                  <c:v>9.0305771744047725</c:v>
                </c:pt>
                <c:pt idx="14623">
                  <c:v>9.0280524814436269</c:v>
                </c:pt>
                <c:pt idx="14624">
                  <c:v>9.0266295469396649</c:v>
                </c:pt>
                <c:pt idx="14625">
                  <c:v>9.0255988933197067</c:v>
                </c:pt>
                <c:pt idx="14626">
                  <c:v>9.0250032463180467</c:v>
                </c:pt>
                <c:pt idx="14627">
                  <c:v>9.022069307843104</c:v>
                </c:pt>
                <c:pt idx="14628">
                  <c:v>9.0201265435718714</c:v>
                </c:pt>
                <c:pt idx="14629">
                  <c:v>9.0220547517718614</c:v>
                </c:pt>
                <c:pt idx="14630">
                  <c:v>9.0248927667845109</c:v>
                </c:pt>
                <c:pt idx="14631">
                  <c:v>9.0261691980966106</c:v>
                </c:pt>
                <c:pt idx="14632">
                  <c:v>9.026223966623661</c:v>
                </c:pt>
                <c:pt idx="14633">
                  <c:v>9.0257693773771432</c:v>
                </c:pt>
                <c:pt idx="14634">
                  <c:v>9.0271445595898321</c:v>
                </c:pt>
                <c:pt idx="14635">
                  <c:v>9.0281469388268007</c:v>
                </c:pt>
                <c:pt idx="14636">
                  <c:v>9.0283580542197939</c:v>
                </c:pt>
                <c:pt idx="14637">
                  <c:v>9.029254875760266</c:v>
                </c:pt>
                <c:pt idx="14638">
                  <c:v>9.0274010187155476</c:v>
                </c:pt>
                <c:pt idx="14639">
                  <c:v>9.0263965450798391</c:v>
                </c:pt>
                <c:pt idx="14640">
                  <c:v>9.0253976216007903</c:v>
                </c:pt>
                <c:pt idx="14641">
                  <c:v>9.0239103890555104</c:v>
                </c:pt>
                <c:pt idx="14642">
                  <c:v>9.0250165457500469</c:v>
                </c:pt>
                <c:pt idx="14643">
                  <c:v>9.025273214315634</c:v>
                </c:pt>
                <c:pt idx="14644">
                  <c:v>9.0271737764522566</c:v>
                </c:pt>
                <c:pt idx="14645">
                  <c:v>9.0271986997972622</c:v>
                </c:pt>
                <c:pt idx="14646">
                  <c:v>9.0253952130422395</c:v>
                </c:pt>
                <c:pt idx="14647">
                  <c:v>9.028185685203491</c:v>
                </c:pt>
                <c:pt idx="14648">
                  <c:v>9.0320881783757514</c:v>
                </c:pt>
                <c:pt idx="14649">
                  <c:v>9.0308524831191459</c:v>
                </c:pt>
                <c:pt idx="14650">
                  <c:v>9.0272063443526633</c:v>
                </c:pt>
                <c:pt idx="14651">
                  <c:v>9.026301564096979</c:v>
                </c:pt>
                <c:pt idx="14652">
                  <c:v>9.0270178484660626</c:v>
                </c:pt>
                <c:pt idx="14653">
                  <c:v>9.0266735293132054</c:v>
                </c:pt>
                <c:pt idx="14654">
                  <c:v>9.0255028651374758</c:v>
                </c:pt>
                <c:pt idx="14655">
                  <c:v>9.025307353015096</c:v>
                </c:pt>
                <c:pt idx="14656">
                  <c:v>9.0258964026607238</c:v>
                </c:pt>
                <c:pt idx="14657">
                  <c:v>9.0247925498048023</c:v>
                </c:pt>
                <c:pt idx="14658">
                  <c:v>9.0238833713117632</c:v>
                </c:pt>
                <c:pt idx="14659">
                  <c:v>9.0243074870566158</c:v>
                </c:pt>
                <c:pt idx="14660">
                  <c:v>9.0261324413987225</c:v>
                </c:pt>
                <c:pt idx="14661">
                  <c:v>9.0271173324062133</c:v>
                </c:pt>
                <c:pt idx="14662">
                  <c:v>9.027676641589732</c:v>
                </c:pt>
                <c:pt idx="14663">
                  <c:v>9.027791414640685</c:v>
                </c:pt>
                <c:pt idx="14664">
                  <c:v>9.0269739708124597</c:v>
                </c:pt>
                <c:pt idx="14665">
                  <c:v>9.0245529505889444</c:v>
                </c:pt>
                <c:pt idx="14666">
                  <c:v>9.0246964169026356</c:v>
                </c:pt>
                <c:pt idx="14667">
                  <c:v>9.0264906883032019</c:v>
                </c:pt>
                <c:pt idx="14668">
                  <c:v>9.0292739347888009</c:v>
                </c:pt>
                <c:pt idx="14669">
                  <c:v>9.0310173122999853</c:v>
                </c:pt>
                <c:pt idx="14670">
                  <c:v>9.0304632391133151</c:v>
                </c:pt>
                <c:pt idx="14671">
                  <c:v>9.0297094650067855</c:v>
                </c:pt>
                <c:pt idx="14672">
                  <c:v>9.0285771283279992</c:v>
                </c:pt>
                <c:pt idx="14673">
                  <c:v>9.0273792369686507</c:v>
                </c:pt>
                <c:pt idx="14674">
                  <c:v>9.0274567297220312</c:v>
                </c:pt>
                <c:pt idx="14675">
                  <c:v>9.028321506961781</c:v>
                </c:pt>
                <c:pt idx="14676">
                  <c:v>9.0281665214550202</c:v>
                </c:pt>
                <c:pt idx="14677">
                  <c:v>9.0263322470385194</c:v>
                </c:pt>
                <c:pt idx="14678">
                  <c:v>9.023647856173449</c:v>
                </c:pt>
                <c:pt idx="14679">
                  <c:v>9.0226818147546197</c:v>
                </c:pt>
                <c:pt idx="14680">
                  <c:v>9.0218990332255409</c:v>
                </c:pt>
                <c:pt idx="14681">
                  <c:v>9.0239955263642919</c:v>
                </c:pt>
                <c:pt idx="14682">
                  <c:v>9.0254031717574517</c:v>
                </c:pt>
                <c:pt idx="14683">
                  <c:v>9.026939413233249</c:v>
                </c:pt>
                <c:pt idx="14684">
                  <c:v>9.0261059472546616</c:v>
                </c:pt>
                <c:pt idx="14685">
                  <c:v>9.024230413182984</c:v>
                </c:pt>
                <c:pt idx="14686">
                  <c:v>9.0256103077928387</c:v>
                </c:pt>
                <c:pt idx="14687">
                  <c:v>9.0256296809811847</c:v>
                </c:pt>
                <c:pt idx="14688">
                  <c:v>9.0270698942747511</c:v>
                </c:pt>
                <c:pt idx="14689">
                  <c:v>9.0318078431044011</c:v>
                </c:pt>
                <c:pt idx="14690">
                  <c:v>9.0325077911633134</c:v>
                </c:pt>
                <c:pt idx="14691">
                  <c:v>9.0310961664125458</c:v>
                </c:pt>
                <c:pt idx="14692">
                  <c:v>9.0283398329507563</c:v>
                </c:pt>
                <c:pt idx="14693">
                  <c:v>9.0285157624449166</c:v>
                </c:pt>
                <c:pt idx="14694">
                  <c:v>9.0267317535981775</c:v>
                </c:pt>
                <c:pt idx="14695">
                  <c:v>9.0284405735301512</c:v>
                </c:pt>
                <c:pt idx="14696">
                  <c:v>9.0321200132366002</c:v>
                </c:pt>
                <c:pt idx="14697">
                  <c:v>9.0330451091600619</c:v>
                </c:pt>
                <c:pt idx="14698">
                  <c:v>9.0310104007841421</c:v>
                </c:pt>
                <c:pt idx="14699">
                  <c:v>9.029627992895799</c:v>
                </c:pt>
                <c:pt idx="14700">
                  <c:v>9.0309809744818459</c:v>
                </c:pt>
                <c:pt idx="14701">
                  <c:v>9.0314034147077056</c:v>
                </c:pt>
                <c:pt idx="14702">
                  <c:v>9.0303037506492636</c:v>
                </c:pt>
                <c:pt idx="14703">
                  <c:v>9.0314216359767432</c:v>
                </c:pt>
                <c:pt idx="14704">
                  <c:v>9.0314996523298099</c:v>
                </c:pt>
                <c:pt idx="14705">
                  <c:v>9.029074129149004</c:v>
                </c:pt>
                <c:pt idx="14706">
                  <c:v>9.028643416048121</c:v>
                </c:pt>
                <c:pt idx="14707">
                  <c:v>9.0295251579176643</c:v>
                </c:pt>
                <c:pt idx="14708">
                  <c:v>9.0311176339996315</c:v>
                </c:pt>
                <c:pt idx="14709">
                  <c:v>9.0304770621449997</c:v>
                </c:pt>
                <c:pt idx="14710">
                  <c:v>9.0295487199034898</c:v>
                </c:pt>
                <c:pt idx="14711">
                  <c:v>9.0286856181827329</c:v>
                </c:pt>
                <c:pt idx="14712">
                  <c:v>9.0265965601595095</c:v>
                </c:pt>
                <c:pt idx="14713">
                  <c:v>9.0258398538947446</c:v>
                </c:pt>
                <c:pt idx="14714">
                  <c:v>9.0270320903774941</c:v>
                </c:pt>
                <c:pt idx="14715">
                  <c:v>9.0293763508871869</c:v>
                </c:pt>
                <c:pt idx="14716">
                  <c:v>9.0294959410552416</c:v>
                </c:pt>
                <c:pt idx="14717">
                  <c:v>9.0273901278420983</c:v>
                </c:pt>
                <c:pt idx="14718">
                  <c:v>9.0275349555149713</c:v>
                </c:pt>
                <c:pt idx="14719">
                  <c:v>9.0304727686275825</c:v>
                </c:pt>
                <c:pt idx="14720">
                  <c:v>9.03586542650336</c:v>
                </c:pt>
                <c:pt idx="14721">
                  <c:v>9.037315483471005</c:v>
                </c:pt>
                <c:pt idx="14722">
                  <c:v>9.0345582075297823</c:v>
                </c:pt>
                <c:pt idx="14723">
                  <c:v>9.032920597154968</c:v>
                </c:pt>
                <c:pt idx="14724">
                  <c:v>9.0304297287334752</c:v>
                </c:pt>
                <c:pt idx="14725">
                  <c:v>9.0293680780121637</c:v>
                </c:pt>
                <c:pt idx="14726">
                  <c:v>9.0283737622103448</c:v>
                </c:pt>
                <c:pt idx="14727">
                  <c:v>9.0290440745270839</c:v>
                </c:pt>
                <c:pt idx="14728">
                  <c:v>9.0327690674061287</c:v>
                </c:pt>
                <c:pt idx="14729">
                  <c:v>9.0327957709900648</c:v>
                </c:pt>
                <c:pt idx="14730">
                  <c:v>9.0324030712263124</c:v>
                </c:pt>
                <c:pt idx="14731">
                  <c:v>9.0317384137861705</c:v>
                </c:pt>
                <c:pt idx="14732">
                  <c:v>9.0311160632005762</c:v>
                </c:pt>
                <c:pt idx="14733">
                  <c:v>9.0320808479801613</c:v>
                </c:pt>
                <c:pt idx="14734">
                  <c:v>9.0347878583516241</c:v>
                </c:pt>
                <c:pt idx="14735">
                  <c:v>9.0346326634049898</c:v>
                </c:pt>
                <c:pt idx="14736">
                  <c:v>9.0278015724745746</c:v>
                </c:pt>
                <c:pt idx="14737">
                  <c:v>9.0257060218152567</c:v>
                </c:pt>
                <c:pt idx="14738">
                  <c:v>9.0270216183837952</c:v>
                </c:pt>
                <c:pt idx="14739">
                  <c:v>9.0285808982457318</c:v>
                </c:pt>
                <c:pt idx="14740">
                  <c:v>9.0303863746795567</c:v>
                </c:pt>
                <c:pt idx="14741">
                  <c:v>9.0325613030511196</c:v>
                </c:pt>
                <c:pt idx="14742">
                  <c:v>9.034749740294556</c:v>
                </c:pt>
                <c:pt idx="14743">
                  <c:v>9.0346767504984662</c:v>
                </c:pt>
                <c:pt idx="14744">
                  <c:v>9.0315978796307164</c:v>
                </c:pt>
                <c:pt idx="14745">
                  <c:v>9.0299352411909588</c:v>
                </c:pt>
                <c:pt idx="14746">
                  <c:v>9.0310167887003008</c:v>
                </c:pt>
                <c:pt idx="14747">
                  <c:v>9.0297487349831602</c:v>
                </c:pt>
                <c:pt idx="14748">
                  <c:v>9.0283348063937812</c:v>
                </c:pt>
                <c:pt idx="14749">
                  <c:v>9.0294660958731967</c:v>
                </c:pt>
                <c:pt idx="14750">
                  <c:v>9.0310558492368003</c:v>
                </c:pt>
                <c:pt idx="14751">
                  <c:v>9.0336383476031692</c:v>
                </c:pt>
                <c:pt idx="14752">
                  <c:v>9.0347057579210155</c:v>
                </c:pt>
                <c:pt idx="14753">
                  <c:v>9.0353394182598059</c:v>
                </c:pt>
                <c:pt idx="14754">
                  <c:v>9.0368030888192621</c:v>
                </c:pt>
                <c:pt idx="14755">
                  <c:v>9.033523574552218</c:v>
                </c:pt>
                <c:pt idx="14756">
                  <c:v>9.0292107886667896</c:v>
                </c:pt>
                <c:pt idx="14757">
                  <c:v>9.0287877201213078</c:v>
                </c:pt>
                <c:pt idx="14758">
                  <c:v>9.0301723271283283</c:v>
                </c:pt>
                <c:pt idx="14759">
                  <c:v>9.030071691268871</c:v>
                </c:pt>
                <c:pt idx="14760">
                  <c:v>9.0315638456511902</c:v>
                </c:pt>
                <c:pt idx="14761">
                  <c:v>9.0336298652882725</c:v>
                </c:pt>
                <c:pt idx="14762">
                  <c:v>9.0336046277834559</c:v>
                </c:pt>
                <c:pt idx="14763">
                  <c:v>9.0312984853308311</c:v>
                </c:pt>
                <c:pt idx="14764">
                  <c:v>9.030127611715228</c:v>
                </c:pt>
                <c:pt idx="14765">
                  <c:v>9.0289127557260862</c:v>
                </c:pt>
                <c:pt idx="14766">
                  <c:v>9.0278733056314202</c:v>
                </c:pt>
                <c:pt idx="14767">
                  <c:v>9.0274564155622201</c:v>
                </c:pt>
                <c:pt idx="14768">
                  <c:v>9.0267034792151861</c:v>
                </c:pt>
                <c:pt idx="14769">
                  <c:v>9.0252076596350719</c:v>
                </c:pt>
                <c:pt idx="14770">
                  <c:v>9.0257425690732713</c:v>
                </c:pt>
                <c:pt idx="14771">
                  <c:v>9.0253833796893588</c:v>
                </c:pt>
                <c:pt idx="14772">
                  <c:v>9.0270434001306903</c:v>
                </c:pt>
                <c:pt idx="14773">
                  <c:v>9.0282490407653775</c:v>
                </c:pt>
                <c:pt idx="14774">
                  <c:v>9.0280138397868743</c:v>
                </c:pt>
                <c:pt idx="14775">
                  <c:v>9.028786672921937</c:v>
                </c:pt>
                <c:pt idx="14776">
                  <c:v>9.0299279107953687</c:v>
                </c:pt>
                <c:pt idx="14777">
                  <c:v>9.0306119414238566</c:v>
                </c:pt>
                <c:pt idx="14778">
                  <c:v>9.031106743126184</c:v>
                </c:pt>
                <c:pt idx="14779">
                  <c:v>9.0329720146440362</c:v>
                </c:pt>
                <c:pt idx="14780">
                  <c:v>9.0340355503242122</c:v>
                </c:pt>
                <c:pt idx="14781">
                  <c:v>9.0341664502454631</c:v>
                </c:pt>
                <c:pt idx="14782">
                  <c:v>9.0342932660891719</c:v>
                </c:pt>
                <c:pt idx="14783">
                  <c:v>9.0355728389993804</c:v>
                </c:pt>
                <c:pt idx="14784">
                  <c:v>9.0352269490474679</c:v>
                </c:pt>
                <c:pt idx="14785">
                  <c:v>9.0330174630966944</c:v>
                </c:pt>
                <c:pt idx="14786">
                  <c:v>9.0344711852621344</c:v>
                </c:pt>
                <c:pt idx="14787">
                  <c:v>9.0377096493138751</c:v>
                </c:pt>
                <c:pt idx="14788">
                  <c:v>9.0364236884875098</c:v>
                </c:pt>
                <c:pt idx="14789">
                  <c:v>9.0316498207194673</c:v>
                </c:pt>
                <c:pt idx="14790">
                  <c:v>9.0273814360873281</c:v>
                </c:pt>
                <c:pt idx="14791">
                  <c:v>9.0267683008561903</c:v>
                </c:pt>
                <c:pt idx="14792">
                  <c:v>9.0264654507983852</c:v>
                </c:pt>
                <c:pt idx="14793">
                  <c:v>9.0250058643164728</c:v>
                </c:pt>
                <c:pt idx="14794">
                  <c:v>9.02551009081313</c:v>
                </c:pt>
                <c:pt idx="14795">
                  <c:v>9.02698056816849</c:v>
                </c:pt>
                <c:pt idx="14796">
                  <c:v>9.0287808086054664</c:v>
                </c:pt>
                <c:pt idx="14797">
                  <c:v>9.0291710998106662</c:v>
                </c:pt>
                <c:pt idx="14798">
                  <c:v>9.028849923763886</c:v>
                </c:pt>
                <c:pt idx="14799">
                  <c:v>9.0281841144044375</c:v>
                </c:pt>
                <c:pt idx="14800">
                  <c:v>9.0272564004825497</c:v>
                </c:pt>
                <c:pt idx="14801">
                  <c:v>9.0259867759663557</c:v>
                </c:pt>
                <c:pt idx="14802">
                  <c:v>9.0236102617160672</c:v>
                </c:pt>
                <c:pt idx="14803">
                  <c:v>9.0223873422917755</c:v>
                </c:pt>
                <c:pt idx="14804">
                  <c:v>9.0269542834643026</c:v>
                </c:pt>
                <c:pt idx="14805">
                  <c:v>9.0296925003769921</c:v>
                </c:pt>
                <c:pt idx="14806">
                  <c:v>9.0289392498701471</c:v>
                </c:pt>
                <c:pt idx="14807">
                  <c:v>9.026468592396494</c:v>
                </c:pt>
                <c:pt idx="14808">
                  <c:v>9.0231865648509633</c:v>
                </c:pt>
                <c:pt idx="14809">
                  <c:v>9.0221063787008031</c:v>
                </c:pt>
                <c:pt idx="14810">
                  <c:v>9.0264441926511729</c:v>
                </c:pt>
                <c:pt idx="14811">
                  <c:v>9.0309846396796409</c:v>
                </c:pt>
                <c:pt idx="14812">
                  <c:v>9.0353518799323087</c:v>
                </c:pt>
                <c:pt idx="14813">
                  <c:v>9.0372291942429168</c:v>
                </c:pt>
                <c:pt idx="14814">
                  <c:v>9.0341087495601755</c:v>
                </c:pt>
                <c:pt idx="14815">
                  <c:v>9.0311804659618318</c:v>
                </c:pt>
                <c:pt idx="14816">
                  <c:v>9.0306708987483866</c:v>
                </c:pt>
                <c:pt idx="14817">
                  <c:v>9.032479202620511</c:v>
                </c:pt>
                <c:pt idx="14818">
                  <c:v>9.0334980228875903</c:v>
                </c:pt>
                <c:pt idx="14819">
                  <c:v>9.0319023004875767</c:v>
                </c:pt>
                <c:pt idx="14820">
                  <c:v>9.0307228398371393</c:v>
                </c:pt>
                <c:pt idx="14821">
                  <c:v>9.0324335447279793</c:v>
                </c:pt>
                <c:pt idx="14822">
                  <c:v>9.0324087261029096</c:v>
                </c:pt>
                <c:pt idx="14823">
                  <c:v>9.0306200048590046</c:v>
                </c:pt>
                <c:pt idx="14824">
                  <c:v>9.0306491170014915</c:v>
                </c:pt>
                <c:pt idx="14825">
                  <c:v>9.0294432669269309</c:v>
                </c:pt>
                <c:pt idx="14826">
                  <c:v>9.0298643457936087</c:v>
                </c:pt>
                <c:pt idx="14827">
                  <c:v>9.0319335070288016</c:v>
                </c:pt>
                <c:pt idx="14828">
                  <c:v>9.0283774274081399</c:v>
                </c:pt>
                <c:pt idx="14829">
                  <c:v>9.0267774114907091</c:v>
                </c:pt>
                <c:pt idx="14830">
                  <c:v>9.0279869267630648</c:v>
                </c:pt>
                <c:pt idx="14831">
                  <c:v>9.0278073320711094</c:v>
                </c:pt>
                <c:pt idx="14832">
                  <c:v>9.0263712028550849</c:v>
                </c:pt>
                <c:pt idx="14833">
                  <c:v>9.0249832448100804</c:v>
                </c:pt>
                <c:pt idx="14834">
                  <c:v>9.0257358669973016</c:v>
                </c:pt>
                <c:pt idx="14835">
                  <c:v>9.0291750791682723</c:v>
                </c:pt>
                <c:pt idx="14836">
                  <c:v>9.0306093234254305</c:v>
                </c:pt>
                <c:pt idx="14837">
                  <c:v>9.0321223170752134</c:v>
                </c:pt>
                <c:pt idx="14838">
                  <c:v>9.0323961597104709</c:v>
                </c:pt>
                <c:pt idx="14839">
                  <c:v>9.0323773101218094</c:v>
                </c:pt>
                <c:pt idx="14840">
                  <c:v>9.0324993088484167</c:v>
                </c:pt>
                <c:pt idx="14841">
                  <c:v>9.0330173583767568</c:v>
                </c:pt>
                <c:pt idx="14842">
                  <c:v>9.033959000050265</c:v>
                </c:pt>
                <c:pt idx="14843">
                  <c:v>9.0320995928488852</c:v>
                </c:pt>
                <c:pt idx="14844">
                  <c:v>9.0324040137057455</c:v>
                </c:pt>
                <c:pt idx="14845">
                  <c:v>9.0338289378885115</c:v>
                </c:pt>
                <c:pt idx="14846">
                  <c:v>9.031072918586533</c:v>
                </c:pt>
                <c:pt idx="14847">
                  <c:v>9.0303850133203767</c:v>
                </c:pt>
                <c:pt idx="14848">
                  <c:v>9.0277596844997738</c:v>
                </c:pt>
                <c:pt idx="14849">
                  <c:v>9.0240648509625849</c:v>
                </c:pt>
                <c:pt idx="14850">
                  <c:v>9.0244778663941148</c:v>
                </c:pt>
                <c:pt idx="14851">
                  <c:v>9.0265744642528016</c:v>
                </c:pt>
                <c:pt idx="14852">
                  <c:v>9.0296359516110112</c:v>
                </c:pt>
                <c:pt idx="14853">
                  <c:v>9.0346079494998577</c:v>
                </c:pt>
                <c:pt idx="14854">
                  <c:v>9.0384167183285022</c:v>
                </c:pt>
                <c:pt idx="14855">
                  <c:v>9.0387368471759135</c:v>
                </c:pt>
                <c:pt idx="14856">
                  <c:v>9.0365861091097965</c:v>
                </c:pt>
                <c:pt idx="14857">
                  <c:v>9.0355233064691785</c:v>
                </c:pt>
                <c:pt idx="14858">
                  <c:v>9.0324469488799153</c:v>
                </c:pt>
                <c:pt idx="14859">
                  <c:v>9.0316326466498005</c:v>
                </c:pt>
                <c:pt idx="14860">
                  <c:v>9.035377536316874</c:v>
                </c:pt>
                <c:pt idx="14861">
                  <c:v>9.0352324992041293</c:v>
                </c:pt>
                <c:pt idx="14862">
                  <c:v>9.0346706767421203</c:v>
                </c:pt>
                <c:pt idx="14863">
                  <c:v>9.0339686342844701</c:v>
                </c:pt>
                <c:pt idx="14864">
                  <c:v>9.0358046889398995</c:v>
                </c:pt>
                <c:pt idx="14865">
                  <c:v>9.0375549779669253</c:v>
                </c:pt>
                <c:pt idx="14866">
                  <c:v>9.0386125446106931</c:v>
                </c:pt>
                <c:pt idx="14867">
                  <c:v>9.038211676691855</c:v>
                </c:pt>
                <c:pt idx="14868">
                  <c:v>9.0375953998626066</c:v>
                </c:pt>
                <c:pt idx="14869">
                  <c:v>9.036511339074778</c:v>
                </c:pt>
                <c:pt idx="14870">
                  <c:v>9.0356430013571707</c:v>
                </c:pt>
                <c:pt idx="14871">
                  <c:v>9.0353042323609731</c:v>
                </c:pt>
                <c:pt idx="14872">
                  <c:v>9.0348884942110814</c:v>
                </c:pt>
                <c:pt idx="14873">
                  <c:v>9.0341008955649009</c:v>
                </c:pt>
                <c:pt idx="14874">
                  <c:v>9.0326487441985162</c:v>
                </c:pt>
                <c:pt idx="14875">
                  <c:v>9.0273687649749501</c:v>
                </c:pt>
                <c:pt idx="14876">
                  <c:v>9.0264567590436133</c:v>
                </c:pt>
                <c:pt idx="14877">
                  <c:v>9.0290401998894154</c:v>
                </c:pt>
                <c:pt idx="14878">
                  <c:v>9.0277942420789845</c:v>
                </c:pt>
                <c:pt idx="14879">
                  <c:v>9.0272863503845322</c:v>
                </c:pt>
                <c:pt idx="14880">
                  <c:v>9.0252910167049247</c:v>
                </c:pt>
                <c:pt idx="14881">
                  <c:v>9.0249695264983334</c:v>
                </c:pt>
                <c:pt idx="14882">
                  <c:v>9.027221528743528</c:v>
                </c:pt>
                <c:pt idx="14883">
                  <c:v>9.0314113734229178</c:v>
                </c:pt>
                <c:pt idx="14884">
                  <c:v>9.0346457533971147</c:v>
                </c:pt>
                <c:pt idx="14885">
                  <c:v>9.0346358050031004</c:v>
                </c:pt>
                <c:pt idx="14886">
                  <c:v>9.0333527763349704</c:v>
                </c:pt>
                <c:pt idx="14887">
                  <c:v>9.0338169998156932</c:v>
                </c:pt>
                <c:pt idx="14888">
                  <c:v>9.0356484467938945</c:v>
                </c:pt>
                <c:pt idx="14889">
                  <c:v>9.0382716812157557</c:v>
                </c:pt>
                <c:pt idx="14890">
                  <c:v>9.0386216552452119</c:v>
                </c:pt>
                <c:pt idx="14891">
                  <c:v>9.0348383333612592</c:v>
                </c:pt>
                <c:pt idx="14892">
                  <c:v>9.0327894877938437</c:v>
                </c:pt>
                <c:pt idx="14893">
                  <c:v>9.0324884179749674</c:v>
                </c:pt>
                <c:pt idx="14894">
                  <c:v>9.0328770336611761</c:v>
                </c:pt>
                <c:pt idx="14895">
                  <c:v>9.0312137669017982</c:v>
                </c:pt>
                <c:pt idx="14896">
                  <c:v>9.0325379505051693</c:v>
                </c:pt>
                <c:pt idx="14897">
                  <c:v>9.0341681257644559</c:v>
                </c:pt>
                <c:pt idx="14898">
                  <c:v>9.0352199328116889</c:v>
                </c:pt>
                <c:pt idx="14899">
                  <c:v>9.0355105306368646</c:v>
                </c:pt>
                <c:pt idx="14900">
                  <c:v>9.0331569500527795</c:v>
                </c:pt>
                <c:pt idx="14901">
                  <c:v>9.034230015247223</c:v>
                </c:pt>
                <c:pt idx="14902">
                  <c:v>9.036133823701892</c:v>
                </c:pt>
                <c:pt idx="14903">
                  <c:v>9.0325201481158786</c:v>
                </c:pt>
                <c:pt idx="14904">
                  <c:v>9.0299810038034281</c:v>
                </c:pt>
                <c:pt idx="14905">
                  <c:v>9.0312895841361858</c:v>
                </c:pt>
                <c:pt idx="14906">
                  <c:v>9.0328620587101849</c:v>
                </c:pt>
                <c:pt idx="14907">
                  <c:v>9.032485171656921</c:v>
                </c:pt>
                <c:pt idx="14908">
                  <c:v>9.0295027478511471</c:v>
                </c:pt>
                <c:pt idx="14909">
                  <c:v>9.0288792453462463</c:v>
                </c:pt>
                <c:pt idx="14910">
                  <c:v>9.0321832640785491</c:v>
                </c:pt>
                <c:pt idx="14911">
                  <c:v>9.0331918217917995</c:v>
                </c:pt>
                <c:pt idx="14912">
                  <c:v>9.0310914540153817</c:v>
                </c:pt>
                <c:pt idx="14913">
                  <c:v>9.0321939455121232</c:v>
                </c:pt>
                <c:pt idx="14914">
                  <c:v>9.033246171439103</c:v>
                </c:pt>
                <c:pt idx="14915">
                  <c:v>9.0339483186166909</c:v>
                </c:pt>
                <c:pt idx="14916">
                  <c:v>9.0342401730811126</c:v>
                </c:pt>
                <c:pt idx="14917">
                  <c:v>9.0361712087194004</c:v>
                </c:pt>
                <c:pt idx="14918">
                  <c:v>9.0363632650838603</c:v>
                </c:pt>
                <c:pt idx="14919">
                  <c:v>9.0331873188345089</c:v>
                </c:pt>
                <c:pt idx="14920">
                  <c:v>9.0297770093661516</c:v>
                </c:pt>
                <c:pt idx="14921">
                  <c:v>9.030649326441365</c:v>
                </c:pt>
                <c:pt idx="14922">
                  <c:v>9.0343964152271159</c:v>
                </c:pt>
                <c:pt idx="14923">
                  <c:v>9.0364633773436314</c:v>
                </c:pt>
                <c:pt idx="14924">
                  <c:v>9.0358635415444937</c:v>
                </c:pt>
                <c:pt idx="14925">
                  <c:v>9.0361313104234036</c:v>
                </c:pt>
                <c:pt idx="14926">
                  <c:v>9.0364891384481343</c:v>
                </c:pt>
                <c:pt idx="14927">
                  <c:v>9.0332494177571494</c:v>
                </c:pt>
                <c:pt idx="14928">
                  <c:v>9.0280921702997503</c:v>
                </c:pt>
                <c:pt idx="14929">
                  <c:v>9.0264278563410016</c:v>
                </c:pt>
                <c:pt idx="14930">
                  <c:v>9.0279543588626581</c:v>
                </c:pt>
                <c:pt idx="14931">
                  <c:v>9.027716121005982</c:v>
                </c:pt>
                <c:pt idx="14932">
                  <c:v>9.0277668054554905</c:v>
                </c:pt>
                <c:pt idx="14933">
                  <c:v>9.0275771576495814</c:v>
                </c:pt>
                <c:pt idx="14934">
                  <c:v>9.0272792294288156</c:v>
                </c:pt>
                <c:pt idx="14935">
                  <c:v>9.0270952364995054</c:v>
                </c:pt>
                <c:pt idx="14936">
                  <c:v>9.0274635365179368</c:v>
                </c:pt>
                <c:pt idx="14937">
                  <c:v>9.0305956051136835</c:v>
                </c:pt>
                <c:pt idx="14938">
                  <c:v>9.032224523733726</c:v>
                </c:pt>
                <c:pt idx="14939">
                  <c:v>9.0313201623577903</c:v>
                </c:pt>
                <c:pt idx="14940">
                  <c:v>9.0313519972186391</c:v>
                </c:pt>
                <c:pt idx="14941">
                  <c:v>9.0309573077760845</c:v>
                </c:pt>
                <c:pt idx="14942">
                  <c:v>9.0311322947908117</c:v>
                </c:pt>
                <c:pt idx="14943">
                  <c:v>9.0328373448050527</c:v>
                </c:pt>
                <c:pt idx="14944">
                  <c:v>9.0381051765159253</c:v>
                </c:pt>
                <c:pt idx="14945">
                  <c:v>9.041629735435551</c:v>
                </c:pt>
                <c:pt idx="14946">
                  <c:v>9.0420992996330618</c:v>
                </c:pt>
                <c:pt idx="14947">
                  <c:v>9.0398631100983522</c:v>
                </c:pt>
                <c:pt idx="14948">
                  <c:v>9.0373699378382462</c:v>
                </c:pt>
                <c:pt idx="14949">
                  <c:v>9.0376631536618461</c:v>
                </c:pt>
                <c:pt idx="14950">
                  <c:v>9.0353227677898236</c:v>
                </c:pt>
                <c:pt idx="14951">
                  <c:v>9.033014216778648</c:v>
                </c:pt>
                <c:pt idx="14952">
                  <c:v>9.0323478838195133</c:v>
                </c:pt>
                <c:pt idx="14953">
                  <c:v>9.0356370323207607</c:v>
                </c:pt>
                <c:pt idx="14954">
                  <c:v>9.0365579394467428</c:v>
                </c:pt>
                <c:pt idx="14955">
                  <c:v>9.0340457081581018</c:v>
                </c:pt>
                <c:pt idx="14956">
                  <c:v>9.0295114396059173</c:v>
                </c:pt>
                <c:pt idx="14957">
                  <c:v>9.0270440284503124</c:v>
                </c:pt>
                <c:pt idx="14958">
                  <c:v>9.0252844193488926</c:v>
                </c:pt>
                <c:pt idx="14959">
                  <c:v>9.0234740210780284</c:v>
                </c:pt>
                <c:pt idx="14960">
                  <c:v>9.0275999865958489</c:v>
                </c:pt>
                <c:pt idx="14961">
                  <c:v>9.0298823576227729</c:v>
                </c:pt>
                <c:pt idx="14962">
                  <c:v>9.0308538444783277</c:v>
                </c:pt>
                <c:pt idx="14963">
                  <c:v>9.0308210671380458</c:v>
                </c:pt>
                <c:pt idx="14964">
                  <c:v>9.0319387430256519</c:v>
                </c:pt>
                <c:pt idx="14965">
                  <c:v>9.0329186074761658</c:v>
                </c:pt>
                <c:pt idx="14966">
                  <c:v>9.0329019570061835</c:v>
                </c:pt>
                <c:pt idx="14967">
                  <c:v>9.0325224519544935</c:v>
                </c:pt>
                <c:pt idx="14968">
                  <c:v>9.0319680646080123</c:v>
                </c:pt>
                <c:pt idx="14969">
                  <c:v>9.0318133932610625</c:v>
                </c:pt>
                <c:pt idx="14970">
                  <c:v>9.0343080316002879</c:v>
                </c:pt>
                <c:pt idx="14971">
                  <c:v>9.0370593385051023</c:v>
                </c:pt>
                <c:pt idx="14972">
                  <c:v>9.0386506626677612</c:v>
                </c:pt>
                <c:pt idx="14973">
                  <c:v>9.0374834542499531</c:v>
                </c:pt>
                <c:pt idx="14974">
                  <c:v>9.0340622539081483</c:v>
                </c:pt>
                <c:pt idx="14975">
                  <c:v>9.0332995786069734</c:v>
                </c:pt>
                <c:pt idx="14976">
                  <c:v>9.0349030502823258</c:v>
                </c:pt>
                <c:pt idx="14977">
                  <c:v>9.0368073823366792</c:v>
                </c:pt>
                <c:pt idx="14978">
                  <c:v>9.0396267572005424</c:v>
                </c:pt>
                <c:pt idx="14979">
                  <c:v>9.0415254343782987</c:v>
                </c:pt>
                <c:pt idx="14980">
                  <c:v>9.0404164502454627</c:v>
                </c:pt>
                <c:pt idx="14981">
                  <c:v>9.0391938449809821</c:v>
                </c:pt>
                <c:pt idx="14982">
                  <c:v>9.0387309828594411</c:v>
                </c:pt>
                <c:pt idx="14983">
                  <c:v>9.0386655328988148</c:v>
                </c:pt>
                <c:pt idx="14984">
                  <c:v>9.037237152958129</c:v>
                </c:pt>
                <c:pt idx="14985">
                  <c:v>9.0369751436757539</c:v>
                </c:pt>
                <c:pt idx="14986">
                  <c:v>9.0344652162257262</c:v>
                </c:pt>
                <c:pt idx="14987">
                  <c:v>9.0336071410619443</c:v>
                </c:pt>
                <c:pt idx="14988">
                  <c:v>9.0364709171790967</c:v>
                </c:pt>
                <c:pt idx="14989">
                  <c:v>9.0351676775631251</c:v>
                </c:pt>
                <c:pt idx="14990">
                  <c:v>9.0344296114471465</c:v>
                </c:pt>
                <c:pt idx="14991">
                  <c:v>9.0346288934872572</c:v>
                </c:pt>
                <c:pt idx="14992">
                  <c:v>9.035948155253589</c:v>
                </c:pt>
                <c:pt idx="14993">
                  <c:v>9.0345108741182578</c:v>
                </c:pt>
                <c:pt idx="14994">
                  <c:v>9.0300258239364641</c:v>
                </c:pt>
                <c:pt idx="14995">
                  <c:v>9.0299369167099517</c:v>
                </c:pt>
                <c:pt idx="14996">
                  <c:v>9.0339128185580488</c:v>
                </c:pt>
                <c:pt idx="14997">
                  <c:v>9.0365147948326996</c:v>
                </c:pt>
                <c:pt idx="14998">
                  <c:v>9.035846053315014</c:v>
                </c:pt>
                <c:pt idx="14999">
                  <c:v>9.0314532613977185</c:v>
                </c:pt>
                <c:pt idx="15000">
                  <c:v>9.0279648308563569</c:v>
                </c:pt>
                <c:pt idx="15001">
                  <c:v>9.0271674932560355</c:v>
                </c:pt>
                <c:pt idx="15002">
                  <c:v>9.0288646892750037</c:v>
                </c:pt>
                <c:pt idx="15003">
                  <c:v>9.0305242908365866</c:v>
                </c:pt>
                <c:pt idx="15004">
                  <c:v>9.0312392138464883</c:v>
                </c:pt>
                <c:pt idx="15005">
                  <c:v>9.0314300135717041</c:v>
                </c:pt>
                <c:pt idx="15006">
                  <c:v>9.0305579059363641</c:v>
                </c:pt>
                <c:pt idx="15007">
                  <c:v>9.0314942068930844</c:v>
                </c:pt>
                <c:pt idx="15008">
                  <c:v>9.0303383082284743</c:v>
                </c:pt>
                <c:pt idx="15009">
                  <c:v>9.0280847351842226</c:v>
                </c:pt>
                <c:pt idx="15010">
                  <c:v>9.0299775480455065</c:v>
                </c:pt>
                <c:pt idx="15011">
                  <c:v>9.0337111279593856</c:v>
                </c:pt>
                <c:pt idx="15012">
                  <c:v>9.0332143365782542</c:v>
                </c:pt>
                <c:pt idx="15013">
                  <c:v>9.0317883651961193</c:v>
                </c:pt>
                <c:pt idx="15014">
                  <c:v>9.033622325452809</c:v>
                </c:pt>
                <c:pt idx="15015">
                  <c:v>9.0354162826935642</c:v>
                </c:pt>
                <c:pt idx="15016">
                  <c:v>9.0349472420957397</c:v>
                </c:pt>
                <c:pt idx="15017">
                  <c:v>9.0330274114907088</c:v>
                </c:pt>
                <c:pt idx="15018">
                  <c:v>9.0321336268284096</c:v>
                </c:pt>
                <c:pt idx="15019">
                  <c:v>9.0320658730291701</c:v>
                </c:pt>
                <c:pt idx="15020">
                  <c:v>9.0309788800831061</c:v>
                </c:pt>
                <c:pt idx="15021">
                  <c:v>9.032004297706214</c:v>
                </c:pt>
                <c:pt idx="15022">
                  <c:v>9.0332949709297452</c:v>
                </c:pt>
                <c:pt idx="15023">
                  <c:v>9.0336101779401172</c:v>
                </c:pt>
                <c:pt idx="15024">
                  <c:v>9.0343821733156844</c:v>
                </c:pt>
                <c:pt idx="15025">
                  <c:v>9.033548707337097</c:v>
                </c:pt>
                <c:pt idx="15026">
                  <c:v>9.0315637409312526</c:v>
                </c:pt>
                <c:pt idx="15027">
                  <c:v>9.030010430105726</c:v>
                </c:pt>
                <c:pt idx="15028">
                  <c:v>9.030872170467303</c:v>
                </c:pt>
                <c:pt idx="15029">
                  <c:v>9.0300990231724274</c:v>
                </c:pt>
                <c:pt idx="15030">
                  <c:v>9.0312017241090423</c:v>
                </c:pt>
                <c:pt idx="15031">
                  <c:v>9.0345502488145701</c:v>
                </c:pt>
                <c:pt idx="15032">
                  <c:v>9.0345648048858127</c:v>
                </c:pt>
                <c:pt idx="15033">
                  <c:v>9.0303551681383301</c:v>
                </c:pt>
                <c:pt idx="15034">
                  <c:v>9.0300628947941632</c:v>
                </c:pt>
                <c:pt idx="15035">
                  <c:v>9.0310709289077291</c:v>
                </c:pt>
                <c:pt idx="15036">
                  <c:v>9.0321924794330037</c:v>
                </c:pt>
                <c:pt idx="15037">
                  <c:v>9.0341072834810578</c:v>
                </c:pt>
                <c:pt idx="15038">
                  <c:v>9.0352096702578617</c:v>
                </c:pt>
                <c:pt idx="15039">
                  <c:v>9.0349410636194563</c:v>
                </c:pt>
                <c:pt idx="15040">
                  <c:v>9.0315043647269739</c:v>
                </c:pt>
                <c:pt idx="15041">
                  <c:v>9.0301084479667573</c:v>
                </c:pt>
                <c:pt idx="15042">
                  <c:v>9.0294740545884089</c:v>
                </c:pt>
                <c:pt idx="15043">
                  <c:v>9.0295329071930031</c:v>
                </c:pt>
                <c:pt idx="15044">
                  <c:v>9.0310548020374313</c:v>
                </c:pt>
                <c:pt idx="15045">
                  <c:v>9.0273959921585707</c:v>
                </c:pt>
                <c:pt idx="15046">
                  <c:v>9.025574388854448</c:v>
                </c:pt>
                <c:pt idx="15047">
                  <c:v>9.0259609101419169</c:v>
                </c:pt>
                <c:pt idx="15048">
                  <c:v>9.0252778219928622</c:v>
                </c:pt>
                <c:pt idx="15049">
                  <c:v>9.0262317158989998</c:v>
                </c:pt>
                <c:pt idx="15050">
                  <c:v>9.0249322462007608</c:v>
                </c:pt>
                <c:pt idx="15051">
                  <c:v>9.0247158948109174</c:v>
                </c:pt>
                <c:pt idx="15052">
                  <c:v>9.0245742087361567</c:v>
                </c:pt>
                <c:pt idx="15053">
                  <c:v>9.0256233977849636</c:v>
                </c:pt>
                <c:pt idx="15054">
                  <c:v>9.0247802975721729</c:v>
                </c:pt>
                <c:pt idx="15055">
                  <c:v>9.0222906857899225</c:v>
                </c:pt>
                <c:pt idx="15056">
                  <c:v>9.0232394484191474</c:v>
                </c:pt>
                <c:pt idx="15057">
                  <c:v>9.0269505135465717</c:v>
                </c:pt>
                <c:pt idx="15058">
                  <c:v>9.0286782877871428</c:v>
                </c:pt>
                <c:pt idx="15059">
                  <c:v>9.0304160104217281</c:v>
                </c:pt>
                <c:pt idx="15060">
                  <c:v>9.0325597322520643</c:v>
                </c:pt>
                <c:pt idx="15061">
                  <c:v>9.0300147236231414</c:v>
                </c:pt>
                <c:pt idx="15062">
                  <c:v>9.0270406774123284</c:v>
                </c:pt>
                <c:pt idx="15063">
                  <c:v>9.0265146691687743</c:v>
                </c:pt>
                <c:pt idx="15064">
                  <c:v>9.0238759361962373</c:v>
                </c:pt>
                <c:pt idx="15065">
                  <c:v>9.0228329256237121</c:v>
                </c:pt>
                <c:pt idx="15066">
                  <c:v>9.0242372199788878</c:v>
                </c:pt>
                <c:pt idx="15067">
                  <c:v>9.0249794748923478</c:v>
                </c:pt>
                <c:pt idx="15068">
                  <c:v>9.0265204287653109</c:v>
                </c:pt>
                <c:pt idx="15069">
                  <c:v>9.030045301844746</c:v>
                </c:pt>
                <c:pt idx="15070">
                  <c:v>9.0330218613340474</c:v>
                </c:pt>
                <c:pt idx="15071">
                  <c:v>9.0331260576713639</c:v>
                </c:pt>
                <c:pt idx="15072">
                  <c:v>9.0316043722668091</c:v>
                </c:pt>
                <c:pt idx="15073">
                  <c:v>9.0287978779551974</c:v>
                </c:pt>
                <c:pt idx="15074">
                  <c:v>9.0288545314411142</c:v>
                </c:pt>
                <c:pt idx="15075">
                  <c:v>9.0280458840875966</c:v>
                </c:pt>
                <c:pt idx="15076">
                  <c:v>9.0276203022636263</c:v>
                </c:pt>
                <c:pt idx="15077">
                  <c:v>9.0277244986009411</c:v>
                </c:pt>
                <c:pt idx="15078">
                  <c:v>9.0265567665834485</c:v>
                </c:pt>
                <c:pt idx="15079">
                  <c:v>9.0256230836251525</c:v>
                </c:pt>
                <c:pt idx="15080">
                  <c:v>9.0297731347284813</c:v>
                </c:pt>
                <c:pt idx="15081">
                  <c:v>9.0310616088333369</c:v>
                </c:pt>
                <c:pt idx="15082">
                  <c:v>9.032142842182866</c:v>
                </c:pt>
                <c:pt idx="15083">
                  <c:v>9.0333166479567044</c:v>
                </c:pt>
                <c:pt idx="15084">
                  <c:v>9.0303542256588987</c:v>
                </c:pt>
                <c:pt idx="15085">
                  <c:v>9.0290990524940096</c:v>
                </c:pt>
                <c:pt idx="15086">
                  <c:v>9.0318714081061611</c:v>
                </c:pt>
                <c:pt idx="15087">
                  <c:v>9.0349006417237732</c:v>
                </c:pt>
                <c:pt idx="15088">
                  <c:v>9.0387365330161025</c:v>
                </c:pt>
                <c:pt idx="15089">
                  <c:v>9.0385736935140653</c:v>
                </c:pt>
                <c:pt idx="15090">
                  <c:v>9.0338471591575491</c:v>
                </c:pt>
                <c:pt idx="15091">
                  <c:v>9.0297897851984654</c:v>
                </c:pt>
                <c:pt idx="15092">
                  <c:v>9.0276851239046287</c:v>
                </c:pt>
                <c:pt idx="15093">
                  <c:v>9.0257141899703441</c:v>
                </c:pt>
                <c:pt idx="15094">
                  <c:v>9.0246133739925938</c:v>
                </c:pt>
                <c:pt idx="15095">
                  <c:v>9.0262776879513424</c:v>
                </c:pt>
                <c:pt idx="15096">
                  <c:v>9.0293369761908746</c:v>
                </c:pt>
                <c:pt idx="15097">
                  <c:v>9.0284932476584618</c:v>
                </c:pt>
                <c:pt idx="15098">
                  <c:v>9.0248456428128616</c:v>
                </c:pt>
                <c:pt idx="15099">
                  <c:v>9.0228353341822629</c:v>
                </c:pt>
                <c:pt idx="15100">
                  <c:v>9.0233816580935944</c:v>
                </c:pt>
                <c:pt idx="15101">
                  <c:v>9.0255340716787025</c:v>
                </c:pt>
                <c:pt idx="15102">
                  <c:v>9.0275491974264028</c:v>
                </c:pt>
                <c:pt idx="15103">
                  <c:v>9.0260920195030412</c:v>
                </c:pt>
                <c:pt idx="15104">
                  <c:v>9.0253234798853939</c:v>
                </c:pt>
                <c:pt idx="15105">
                  <c:v>9.0266693405157241</c:v>
                </c:pt>
                <c:pt idx="15106">
                  <c:v>9.0268308186585795</c:v>
                </c:pt>
                <c:pt idx="15107">
                  <c:v>9.0265534155454645</c:v>
                </c:pt>
                <c:pt idx="15108">
                  <c:v>9.0250988556205289</c:v>
                </c:pt>
                <c:pt idx="15109">
                  <c:v>9.0253127984518198</c:v>
                </c:pt>
                <c:pt idx="15110">
                  <c:v>9.0256469597707891</c:v>
                </c:pt>
                <c:pt idx="15111">
                  <c:v>9.027437356533687</c:v>
                </c:pt>
                <c:pt idx="15112">
                  <c:v>9.0281294505973229</c:v>
                </c:pt>
                <c:pt idx="15113">
                  <c:v>9.0259773511720258</c:v>
                </c:pt>
                <c:pt idx="15114">
                  <c:v>9.024678509793409</c:v>
                </c:pt>
                <c:pt idx="15115">
                  <c:v>9.0254513429284717</c:v>
                </c:pt>
                <c:pt idx="15116">
                  <c:v>9.0257852948075659</c:v>
                </c:pt>
                <c:pt idx="15117">
                  <c:v>9.0250141371914943</c:v>
                </c:pt>
                <c:pt idx="15118">
                  <c:v>9.0233636462644302</c:v>
                </c:pt>
                <c:pt idx="15119">
                  <c:v>9.0233294028450306</c:v>
                </c:pt>
                <c:pt idx="15120">
                  <c:v>9.0260332716183846</c:v>
                </c:pt>
                <c:pt idx="15121">
                  <c:v>9.0284221428212383</c:v>
                </c:pt>
                <c:pt idx="15122">
                  <c:v>9.0300090687465442</c:v>
                </c:pt>
                <c:pt idx="15123">
                  <c:v>9.0323382495853082</c:v>
                </c:pt>
                <c:pt idx="15124">
                  <c:v>9.0316124357019589</c:v>
                </c:pt>
                <c:pt idx="15125">
                  <c:v>9.0312629852721873</c:v>
                </c:pt>
                <c:pt idx="15126">
                  <c:v>9.0307045138481641</c:v>
                </c:pt>
                <c:pt idx="15127">
                  <c:v>9.0277852361644015</c:v>
                </c:pt>
                <c:pt idx="15128">
                  <c:v>9.0244221553876312</c:v>
                </c:pt>
                <c:pt idx="15129">
                  <c:v>9.0242444456545421</c:v>
                </c:pt>
                <c:pt idx="15130">
                  <c:v>9.0276118199487296</c:v>
                </c:pt>
                <c:pt idx="15131">
                  <c:v>9.0305920446358261</c:v>
                </c:pt>
                <c:pt idx="15132">
                  <c:v>9.0325968031097634</c:v>
                </c:pt>
                <c:pt idx="15133">
                  <c:v>9.031412944221973</c:v>
                </c:pt>
                <c:pt idx="15134">
                  <c:v>9.0290729772296974</c:v>
                </c:pt>
                <c:pt idx="15135">
                  <c:v>9.0320733081446978</c:v>
                </c:pt>
                <c:pt idx="15136">
                  <c:v>9.0337820233567356</c:v>
                </c:pt>
                <c:pt idx="15137">
                  <c:v>9.0332449147998588</c:v>
                </c:pt>
                <c:pt idx="15138">
                  <c:v>9.0317648032102937</c:v>
                </c:pt>
                <c:pt idx="15139">
                  <c:v>9.0300279183352039</c:v>
                </c:pt>
                <c:pt idx="15140">
                  <c:v>9.0302266767756318</c:v>
                </c:pt>
                <c:pt idx="15141">
                  <c:v>9.030537904428396</c:v>
                </c:pt>
                <c:pt idx="15142">
                  <c:v>9.0297528190607039</c:v>
                </c:pt>
                <c:pt idx="15143">
                  <c:v>9.0303592522158738</c:v>
                </c:pt>
                <c:pt idx="15144">
                  <c:v>9.0312863378181394</c:v>
                </c:pt>
                <c:pt idx="15145">
                  <c:v>9.0310585719551639</c:v>
                </c:pt>
                <c:pt idx="15146">
                  <c:v>9.0308961513328754</c:v>
                </c:pt>
                <c:pt idx="15147">
                  <c:v>9.0262591525224938</c:v>
                </c:pt>
                <c:pt idx="15148">
                  <c:v>9.0232890856692869</c:v>
                </c:pt>
                <c:pt idx="15149">
                  <c:v>9.0246910761858494</c:v>
                </c:pt>
                <c:pt idx="15150">
                  <c:v>9.0284585853593153</c:v>
                </c:pt>
                <c:pt idx="15151">
                  <c:v>9.028372715010974</c:v>
                </c:pt>
                <c:pt idx="15152">
                  <c:v>9.0255112427324367</c:v>
                </c:pt>
                <c:pt idx="15153">
                  <c:v>9.0278420990901935</c:v>
                </c:pt>
                <c:pt idx="15154">
                  <c:v>9.0273213268434898</c:v>
                </c:pt>
                <c:pt idx="15155">
                  <c:v>9.0266490248479467</c:v>
                </c:pt>
                <c:pt idx="15156">
                  <c:v>9.0261668942579956</c:v>
                </c:pt>
                <c:pt idx="15157">
                  <c:v>9.026179774810247</c:v>
                </c:pt>
                <c:pt idx="15158">
                  <c:v>9.027962108137995</c:v>
                </c:pt>
                <c:pt idx="15159">
                  <c:v>9.0281059933314349</c:v>
                </c:pt>
                <c:pt idx="15160">
                  <c:v>9.0253301819613618</c:v>
                </c:pt>
                <c:pt idx="15161">
                  <c:v>9.0247698255784723</c:v>
                </c:pt>
                <c:pt idx="15162">
                  <c:v>9.0249447078732636</c:v>
                </c:pt>
                <c:pt idx="15163">
                  <c:v>9.0239203374495247</c:v>
                </c:pt>
                <c:pt idx="15164">
                  <c:v>9.0243557629475735</c:v>
                </c:pt>
                <c:pt idx="15165">
                  <c:v>9.0254957441817609</c:v>
                </c:pt>
                <c:pt idx="15166">
                  <c:v>9.0250800060318692</c:v>
                </c:pt>
                <c:pt idx="15167">
                  <c:v>9.0225987718445797</c:v>
                </c:pt>
                <c:pt idx="15168">
                  <c:v>9.0230218403900615</c:v>
                </c:pt>
                <c:pt idx="15169">
                  <c:v>9.0239926989259924</c:v>
                </c:pt>
                <c:pt idx="15170">
                  <c:v>9.0228360672218226</c:v>
                </c:pt>
                <c:pt idx="15171">
                  <c:v>9.0201719920245296</c:v>
                </c:pt>
                <c:pt idx="15172">
                  <c:v>9.0194432459829432</c:v>
                </c:pt>
                <c:pt idx="15173">
                  <c:v>9.0228103061173197</c:v>
                </c:pt>
                <c:pt idx="15174">
                  <c:v>9.0244265536249859</c:v>
                </c:pt>
                <c:pt idx="15175">
                  <c:v>9.0251354028785418</c:v>
                </c:pt>
                <c:pt idx="15176">
                  <c:v>9.0262081539131742</c:v>
                </c:pt>
                <c:pt idx="15177">
                  <c:v>9.0271162852068425</c:v>
                </c:pt>
                <c:pt idx="15178">
                  <c:v>9.0232047861200009</c:v>
                </c:pt>
                <c:pt idx="15179">
                  <c:v>9.0181245078162959</c:v>
                </c:pt>
                <c:pt idx="15180">
                  <c:v>9.0214588953303281</c:v>
                </c:pt>
                <c:pt idx="15181">
                  <c:v>9.0256578506442366</c:v>
                </c:pt>
                <c:pt idx="15182">
                  <c:v>9.0253033736574899</c:v>
                </c:pt>
                <c:pt idx="15183">
                  <c:v>9.0256020349178154</c:v>
                </c:pt>
                <c:pt idx="15184">
                  <c:v>9.0252378189769278</c:v>
                </c:pt>
                <c:pt idx="15185">
                  <c:v>9.0255295687214119</c:v>
                </c:pt>
                <c:pt idx="15186">
                  <c:v>9.0231373464805724</c:v>
                </c:pt>
                <c:pt idx="15187">
                  <c:v>9.022184080894057</c:v>
                </c:pt>
                <c:pt idx="15188">
                  <c:v>9.0232799750347663</c:v>
                </c:pt>
                <c:pt idx="15189">
                  <c:v>9.023490880987886</c:v>
                </c:pt>
                <c:pt idx="15190">
                  <c:v>9.0235833486922576</c:v>
                </c:pt>
                <c:pt idx="15191">
                  <c:v>9.0228993180637698</c:v>
                </c:pt>
                <c:pt idx="15192">
                  <c:v>9.024603530318517</c:v>
                </c:pt>
                <c:pt idx="15193">
                  <c:v>9.0268012876363457</c:v>
                </c:pt>
                <c:pt idx="15194">
                  <c:v>9.0280611731983988</c:v>
                </c:pt>
                <c:pt idx="15195">
                  <c:v>9.0298029799105279</c:v>
                </c:pt>
                <c:pt idx="15196">
                  <c:v>9.0322856801769351</c:v>
                </c:pt>
                <c:pt idx="15197">
                  <c:v>9.0350603396276998</c:v>
                </c:pt>
                <c:pt idx="15198">
                  <c:v>9.0327664494077045</c:v>
                </c:pt>
                <c:pt idx="15199">
                  <c:v>9.0301120084446165</c:v>
                </c:pt>
                <c:pt idx="15200">
                  <c:v>9.0285823643248495</c:v>
                </c:pt>
                <c:pt idx="15201">
                  <c:v>9.0263501541477478</c:v>
                </c:pt>
                <c:pt idx="15202">
                  <c:v>9.0268777331903554</c:v>
                </c:pt>
                <c:pt idx="15203">
                  <c:v>9.0288406036894937</c:v>
                </c:pt>
                <c:pt idx="15204">
                  <c:v>9.0296692525509776</c:v>
                </c:pt>
                <c:pt idx="15205">
                  <c:v>9.0288753707085778</c:v>
                </c:pt>
                <c:pt idx="15206">
                  <c:v>9.0281626468173517</c:v>
                </c:pt>
                <c:pt idx="15207">
                  <c:v>9.0263385302347405</c:v>
                </c:pt>
                <c:pt idx="15208">
                  <c:v>9.0243954518036968</c:v>
                </c:pt>
                <c:pt idx="15209">
                  <c:v>9.0250337198197137</c:v>
                </c:pt>
                <c:pt idx="15210">
                  <c:v>9.0262767454719093</c:v>
                </c:pt>
                <c:pt idx="15211">
                  <c:v>9.0268354263358077</c:v>
                </c:pt>
                <c:pt idx="15212">
                  <c:v>9.0274450010890881</c:v>
                </c:pt>
                <c:pt idx="15213">
                  <c:v>9.02617202553491</c:v>
                </c:pt>
                <c:pt idx="15214">
                  <c:v>9.0266010631168001</c:v>
                </c:pt>
                <c:pt idx="15215">
                  <c:v>9.0292780188663446</c:v>
                </c:pt>
                <c:pt idx="15216">
                  <c:v>9.0282594080391405</c:v>
                </c:pt>
                <c:pt idx="15217">
                  <c:v>9.0263016688169166</c:v>
                </c:pt>
                <c:pt idx="15218">
                  <c:v>9.0238442060553261</c:v>
                </c:pt>
                <c:pt idx="15219">
                  <c:v>9.0227589933481891</c:v>
                </c:pt>
                <c:pt idx="15220">
                  <c:v>9.0229290585258788</c:v>
                </c:pt>
                <c:pt idx="15221">
                  <c:v>9.0253296583616773</c:v>
                </c:pt>
                <c:pt idx="15222">
                  <c:v>9.0288154709046129</c:v>
                </c:pt>
                <c:pt idx="15223">
                  <c:v>9.0293580248982117</c:v>
                </c:pt>
                <c:pt idx="15224">
                  <c:v>9.0270704178744374</c:v>
                </c:pt>
                <c:pt idx="15225">
                  <c:v>9.0246412294958365</c:v>
                </c:pt>
                <c:pt idx="15226">
                  <c:v>9.0242454928539111</c:v>
                </c:pt>
                <c:pt idx="15227">
                  <c:v>9.0241093569358117</c:v>
                </c:pt>
                <c:pt idx="15228">
                  <c:v>9.0227937603672732</c:v>
                </c:pt>
                <c:pt idx="15229">
                  <c:v>9.0224458807365586</c:v>
                </c:pt>
                <c:pt idx="15230">
                  <c:v>9.0201454978804687</c:v>
                </c:pt>
                <c:pt idx="15231">
                  <c:v>9.0200373221855461</c:v>
                </c:pt>
                <c:pt idx="15232">
                  <c:v>9.0234059531189779</c:v>
                </c:pt>
                <c:pt idx="15233">
                  <c:v>9.024737152958128</c:v>
                </c:pt>
                <c:pt idx="15234">
                  <c:v>9.0243518883099032</c:v>
                </c:pt>
                <c:pt idx="15235">
                  <c:v>9.0265667149774647</c:v>
                </c:pt>
                <c:pt idx="15236">
                  <c:v>9.0260152597892205</c:v>
                </c:pt>
                <c:pt idx="15237">
                  <c:v>9.0244020491597272</c:v>
                </c:pt>
                <c:pt idx="15238">
                  <c:v>9.02381750247139</c:v>
                </c:pt>
                <c:pt idx="15239">
                  <c:v>9.0233196638908897</c:v>
                </c:pt>
                <c:pt idx="15240">
                  <c:v>9.0217104326190043</c:v>
                </c:pt>
                <c:pt idx="15241">
                  <c:v>9.0206574736524647</c:v>
                </c:pt>
                <c:pt idx="15242">
                  <c:v>9.0228030804416672</c:v>
                </c:pt>
                <c:pt idx="15243">
                  <c:v>9.025964889499523</c:v>
                </c:pt>
                <c:pt idx="15244">
                  <c:v>9.0267203391250437</c:v>
                </c:pt>
                <c:pt idx="15245">
                  <c:v>9.027754972102608</c:v>
                </c:pt>
                <c:pt idx="15246">
                  <c:v>9.0280727971114061</c:v>
                </c:pt>
                <c:pt idx="15247">
                  <c:v>9.0283427651089934</c:v>
                </c:pt>
                <c:pt idx="15248">
                  <c:v>9.0295377243101047</c:v>
                </c:pt>
                <c:pt idx="15249">
                  <c:v>9.0305361241894673</c:v>
                </c:pt>
                <c:pt idx="15250">
                  <c:v>9.0303540162190234</c:v>
                </c:pt>
                <c:pt idx="15251">
                  <c:v>9.0273359876346699</c:v>
                </c:pt>
                <c:pt idx="15252">
                  <c:v>9.024676205954794</c:v>
                </c:pt>
                <c:pt idx="15253">
                  <c:v>9.0226192969522305</c:v>
                </c:pt>
                <c:pt idx="15254">
                  <c:v>9.0210584462912387</c:v>
                </c:pt>
                <c:pt idx="15255">
                  <c:v>9.0219282500879654</c:v>
                </c:pt>
                <c:pt idx="15256">
                  <c:v>9.0215045532228615</c:v>
                </c:pt>
                <c:pt idx="15257">
                  <c:v>9.0206883660338786</c:v>
                </c:pt>
                <c:pt idx="15258">
                  <c:v>9.0202639361292167</c:v>
                </c:pt>
                <c:pt idx="15259">
                  <c:v>9.0190217482365167</c:v>
                </c:pt>
                <c:pt idx="15260">
                  <c:v>9.0185439111639827</c:v>
                </c:pt>
                <c:pt idx="15261">
                  <c:v>9.0241816136923418</c:v>
                </c:pt>
                <c:pt idx="15262">
                  <c:v>9.0276451208886961</c:v>
                </c:pt>
                <c:pt idx="15263">
                  <c:v>9.0261839636077283</c:v>
                </c:pt>
                <c:pt idx="15264">
                  <c:v>9.0250064926360949</c:v>
                </c:pt>
                <c:pt idx="15265">
                  <c:v>9.0269148040480545</c:v>
                </c:pt>
                <c:pt idx="15266">
                  <c:v>9.0313027788482483</c:v>
                </c:pt>
                <c:pt idx="15267">
                  <c:v>9.0301127414841744</c:v>
                </c:pt>
                <c:pt idx="15268">
                  <c:v>9.0245676113801245</c:v>
                </c:pt>
                <c:pt idx="15269">
                  <c:v>9.0220958019871649</c:v>
                </c:pt>
                <c:pt idx="15270">
                  <c:v>9.0220292001072337</c:v>
                </c:pt>
                <c:pt idx="15271">
                  <c:v>9.0232984057436791</c:v>
                </c:pt>
                <c:pt idx="15272">
                  <c:v>9.0245165080508691</c:v>
                </c:pt>
                <c:pt idx="15273">
                  <c:v>9.0257642461002288</c:v>
                </c:pt>
                <c:pt idx="15274">
                  <c:v>9.0263523532664252</c:v>
                </c:pt>
                <c:pt idx="15275">
                  <c:v>9.0236551865690391</c:v>
                </c:pt>
                <c:pt idx="15276">
                  <c:v>9.0218951585878724</c:v>
                </c:pt>
                <c:pt idx="15277">
                  <c:v>9.0244124164334902</c:v>
                </c:pt>
                <c:pt idx="15278">
                  <c:v>9.0275577844612371</c:v>
                </c:pt>
                <c:pt idx="15279">
                  <c:v>9.0306053440678244</c:v>
                </c:pt>
                <c:pt idx="15280">
                  <c:v>9.0315192349580276</c:v>
                </c:pt>
                <c:pt idx="15281">
                  <c:v>9.0293416885880404</c:v>
                </c:pt>
                <c:pt idx="15282">
                  <c:v>9.029019570061827</c:v>
                </c:pt>
                <c:pt idx="15283">
                  <c:v>9.0271800596484759</c:v>
                </c:pt>
                <c:pt idx="15284">
                  <c:v>9.0247273092840512</c:v>
                </c:pt>
                <c:pt idx="15285">
                  <c:v>9.0250286932627386</c:v>
                </c:pt>
                <c:pt idx="15286">
                  <c:v>9.026290882663405</c:v>
                </c:pt>
                <c:pt idx="15287">
                  <c:v>9.0289580994588068</c:v>
                </c:pt>
                <c:pt idx="15288">
                  <c:v>9.0303881549184855</c:v>
                </c:pt>
                <c:pt idx="15289">
                  <c:v>9.0288099207479515</c:v>
                </c:pt>
                <c:pt idx="15290">
                  <c:v>9.0251593837441142</c:v>
                </c:pt>
                <c:pt idx="15291">
                  <c:v>9.0234559045289284</c:v>
                </c:pt>
                <c:pt idx="15292">
                  <c:v>9.0278584354003648</c:v>
                </c:pt>
                <c:pt idx="15293">
                  <c:v>9.0311638154918494</c:v>
                </c:pt>
                <c:pt idx="15294">
                  <c:v>9.0299050818491029</c:v>
                </c:pt>
                <c:pt idx="15295">
                  <c:v>9.0271005772162933</c:v>
                </c:pt>
                <c:pt idx="15296">
                  <c:v>9.0261425992326121</c:v>
                </c:pt>
                <c:pt idx="15297">
                  <c:v>9.0292695365514462</c:v>
                </c:pt>
                <c:pt idx="15298">
                  <c:v>9.0302576738769833</c:v>
                </c:pt>
                <c:pt idx="15299">
                  <c:v>9.0283198314427899</c:v>
                </c:pt>
                <c:pt idx="15300">
                  <c:v>9.0279879739624356</c:v>
                </c:pt>
                <c:pt idx="15301">
                  <c:v>9.0278488011661615</c:v>
                </c:pt>
                <c:pt idx="15302">
                  <c:v>9.0251937318834514</c:v>
                </c:pt>
                <c:pt idx="15303">
                  <c:v>9.0230578640483898</c:v>
                </c:pt>
                <c:pt idx="15304">
                  <c:v>9.0224282877871413</c:v>
                </c:pt>
                <c:pt idx="15305">
                  <c:v>9.0267989837977307</c:v>
                </c:pt>
                <c:pt idx="15306">
                  <c:v>9.0294124792654529</c:v>
                </c:pt>
                <c:pt idx="15307">
                  <c:v>9.0257030896570214</c:v>
                </c:pt>
                <c:pt idx="15308">
                  <c:v>9.0244583884858329</c:v>
                </c:pt>
                <c:pt idx="15309">
                  <c:v>9.0278008394350149</c:v>
                </c:pt>
                <c:pt idx="15310">
                  <c:v>9.0297510388217752</c:v>
                </c:pt>
                <c:pt idx="15311">
                  <c:v>9.0283897843607051</c:v>
                </c:pt>
                <c:pt idx="15312">
                  <c:v>9.0290220833403154</c:v>
                </c:pt>
                <c:pt idx="15313">
                  <c:v>9.029390383358745</c:v>
                </c:pt>
                <c:pt idx="15314">
                  <c:v>9.0285263391585548</c:v>
                </c:pt>
                <c:pt idx="15315">
                  <c:v>9.028301086574066</c:v>
                </c:pt>
                <c:pt idx="15316">
                  <c:v>9.027377142569911</c:v>
                </c:pt>
                <c:pt idx="15317">
                  <c:v>9.0247036425782881</c:v>
                </c:pt>
                <c:pt idx="15318">
                  <c:v>9.0263780096509887</c:v>
                </c:pt>
                <c:pt idx="15319">
                  <c:v>9.0261070991739683</c:v>
                </c:pt>
                <c:pt idx="15320">
                  <c:v>9.023117763852353</c:v>
                </c:pt>
                <c:pt idx="15321">
                  <c:v>9.0272534683243126</c:v>
                </c:pt>
                <c:pt idx="15322">
                  <c:v>9.0320405308044158</c:v>
                </c:pt>
                <c:pt idx="15323">
                  <c:v>9.0313726270462276</c:v>
                </c:pt>
                <c:pt idx="15324">
                  <c:v>9.0293706960105897</c:v>
                </c:pt>
                <c:pt idx="15325">
                  <c:v>9.0293371856307498</c:v>
                </c:pt>
                <c:pt idx="15326">
                  <c:v>9.030707550726337</c:v>
                </c:pt>
                <c:pt idx="15327">
                  <c:v>9.0291966514752939</c:v>
                </c:pt>
                <c:pt idx="15328">
                  <c:v>9.0276145426670915</c:v>
                </c:pt>
                <c:pt idx="15329">
                  <c:v>9.0300229964981646</c:v>
                </c:pt>
                <c:pt idx="15330">
                  <c:v>9.0315976701908411</c:v>
                </c:pt>
                <c:pt idx="15331">
                  <c:v>9.0288266759378715</c:v>
                </c:pt>
                <c:pt idx="15332">
                  <c:v>9.0259670886181986</c:v>
                </c:pt>
                <c:pt idx="15333">
                  <c:v>9.0252687113583434</c:v>
                </c:pt>
                <c:pt idx="15334">
                  <c:v>9.0257814201698974</c:v>
                </c:pt>
                <c:pt idx="15335">
                  <c:v>9.0266197032655864</c:v>
                </c:pt>
                <c:pt idx="15336">
                  <c:v>9.0264260761020729</c:v>
                </c:pt>
                <c:pt idx="15337">
                  <c:v>9.0242623527637686</c:v>
                </c:pt>
                <c:pt idx="15338">
                  <c:v>9.0257379613960431</c:v>
                </c:pt>
                <c:pt idx="15339">
                  <c:v>9.027994885478277</c:v>
                </c:pt>
                <c:pt idx="15340">
                  <c:v>9.0281680922540755</c:v>
                </c:pt>
                <c:pt idx="15341">
                  <c:v>9.028381406765746</c:v>
                </c:pt>
                <c:pt idx="15342">
                  <c:v>9.0265373933951043</c:v>
                </c:pt>
                <c:pt idx="15343">
                  <c:v>9.0238048313590138</c:v>
                </c:pt>
                <c:pt idx="15344">
                  <c:v>9.0243823618115719</c:v>
                </c:pt>
                <c:pt idx="15345">
                  <c:v>9.0246230082267989</c:v>
                </c:pt>
                <c:pt idx="15346">
                  <c:v>9.0231624792654532</c:v>
                </c:pt>
                <c:pt idx="15347">
                  <c:v>9.0216503233751659</c:v>
                </c:pt>
                <c:pt idx="15348">
                  <c:v>9.0218662558852607</c:v>
                </c:pt>
                <c:pt idx="15349">
                  <c:v>9.0216354531441105</c:v>
                </c:pt>
                <c:pt idx="15350">
                  <c:v>9.0199533367960729</c:v>
                </c:pt>
                <c:pt idx="15351">
                  <c:v>9.0213805648174521</c:v>
                </c:pt>
                <c:pt idx="15352">
                  <c:v>9.02424381733492</c:v>
                </c:pt>
                <c:pt idx="15353">
                  <c:v>9.0260179825075824</c:v>
                </c:pt>
                <c:pt idx="15354">
                  <c:v>9.0296053733894066</c:v>
                </c:pt>
                <c:pt idx="15355">
                  <c:v>9.0300989184524898</c:v>
                </c:pt>
                <c:pt idx="15356">
                  <c:v>9.0297837114421196</c:v>
                </c:pt>
                <c:pt idx="15357">
                  <c:v>9.0302091885461522</c:v>
                </c:pt>
                <c:pt idx="15358">
                  <c:v>9.0302509718010153</c:v>
                </c:pt>
                <c:pt idx="15359">
                  <c:v>9.0301077149271993</c:v>
                </c:pt>
                <c:pt idx="15360">
                  <c:v>9.0293524747415503</c:v>
                </c:pt>
                <c:pt idx="15361">
                  <c:v>9.0288719149506562</c:v>
                </c:pt>
                <c:pt idx="15362">
                  <c:v>9.0283345969539059</c:v>
                </c:pt>
                <c:pt idx="15363">
                  <c:v>9.0264899552636422</c:v>
                </c:pt>
                <c:pt idx="15364">
                  <c:v>9.0254854816279337</c:v>
                </c:pt>
                <c:pt idx="15365">
                  <c:v>9.0222719409212004</c:v>
                </c:pt>
                <c:pt idx="15366">
                  <c:v>9.0222152874352837</c:v>
                </c:pt>
                <c:pt idx="15367">
                  <c:v>9.0260981979793247</c:v>
                </c:pt>
                <c:pt idx="15368">
                  <c:v>9.0290960156158366</c:v>
                </c:pt>
                <c:pt idx="15369">
                  <c:v>9.0284290543370815</c:v>
                </c:pt>
                <c:pt idx="15370">
                  <c:v>9.0269804634485524</c:v>
                </c:pt>
                <c:pt idx="15371">
                  <c:v>9.0241826608917108</c:v>
                </c:pt>
                <c:pt idx="15372">
                  <c:v>9.0228849714324006</c:v>
                </c:pt>
                <c:pt idx="15373">
                  <c:v>9.0245299122028051</c:v>
                </c:pt>
                <c:pt idx="15374">
                  <c:v>9.0269854900055293</c:v>
                </c:pt>
                <c:pt idx="15375">
                  <c:v>9.0276213494629953</c:v>
                </c:pt>
                <c:pt idx="15376">
                  <c:v>9.0256358594574664</c:v>
                </c:pt>
                <c:pt idx="15377">
                  <c:v>9.0251297480019428</c:v>
                </c:pt>
                <c:pt idx="15378">
                  <c:v>9.0215252877703875</c:v>
                </c:pt>
                <c:pt idx="15379">
                  <c:v>9.0218284519880036</c:v>
                </c:pt>
                <c:pt idx="15380">
                  <c:v>9.0262281554211423</c:v>
                </c:pt>
                <c:pt idx="15381">
                  <c:v>9.0254567883651955</c:v>
                </c:pt>
                <c:pt idx="15382">
                  <c:v>9.023814151433406</c:v>
                </c:pt>
                <c:pt idx="15383">
                  <c:v>9.0225653661846756</c:v>
                </c:pt>
                <c:pt idx="15384">
                  <c:v>9.0191923370138909</c:v>
                </c:pt>
                <c:pt idx="15385">
                  <c:v>9.0150516059849544</c:v>
                </c:pt>
                <c:pt idx="15386">
                  <c:v>9.0121208091081204</c:v>
                </c:pt>
                <c:pt idx="15387">
                  <c:v>9.0119971348625239</c:v>
                </c:pt>
                <c:pt idx="15388">
                  <c:v>9.0155020064339926</c:v>
                </c:pt>
                <c:pt idx="15389">
                  <c:v>9.0200779535211026</c:v>
                </c:pt>
                <c:pt idx="15390">
                  <c:v>9.0233401889985423</c:v>
                </c:pt>
                <c:pt idx="15391">
                  <c:v>9.0234268971063791</c:v>
                </c:pt>
                <c:pt idx="15392">
                  <c:v>9.0209334106864603</c:v>
                </c:pt>
                <c:pt idx="15393">
                  <c:v>9.0203748345424994</c:v>
                </c:pt>
                <c:pt idx="15394">
                  <c:v>9.0183655731112715</c:v>
                </c:pt>
                <c:pt idx="15395">
                  <c:v>9.017626564515858</c:v>
                </c:pt>
                <c:pt idx="15396">
                  <c:v>9.022237906941676</c:v>
                </c:pt>
                <c:pt idx="15397">
                  <c:v>9.0256883241459036</c:v>
                </c:pt>
                <c:pt idx="15398">
                  <c:v>9.0268409764924691</c:v>
                </c:pt>
                <c:pt idx="15399">
                  <c:v>9.0299410007874936</c:v>
                </c:pt>
                <c:pt idx="15400">
                  <c:v>9.0352806703751494</c:v>
                </c:pt>
                <c:pt idx="15401">
                  <c:v>9.0365190883501167</c:v>
                </c:pt>
                <c:pt idx="15402">
                  <c:v>9.0333959209490136</c:v>
                </c:pt>
                <c:pt idx="15403">
                  <c:v>9.0296038025903531</c:v>
                </c:pt>
                <c:pt idx="15404">
                  <c:v>9.0272758783908316</c:v>
                </c:pt>
                <c:pt idx="15405">
                  <c:v>9.0278897466615291</c:v>
                </c:pt>
                <c:pt idx="15406">
                  <c:v>9.0301216426788198</c:v>
                </c:pt>
                <c:pt idx="15407">
                  <c:v>9.0299025685706145</c:v>
                </c:pt>
                <c:pt idx="15408">
                  <c:v>9.0288306552954776</c:v>
                </c:pt>
                <c:pt idx="15409">
                  <c:v>9.0265765586515432</c:v>
                </c:pt>
                <c:pt idx="15410">
                  <c:v>9.0241183628503929</c:v>
                </c:pt>
                <c:pt idx="15411">
                  <c:v>9.0231233140090144</c:v>
                </c:pt>
                <c:pt idx="15412">
                  <c:v>9.0223064985004111</c:v>
                </c:pt>
                <c:pt idx="15413">
                  <c:v>9.0227738635792445</c:v>
                </c:pt>
                <c:pt idx="15414">
                  <c:v>9.0244971348625231</c:v>
                </c:pt>
                <c:pt idx="15415">
                  <c:v>9.026335702796441</c:v>
                </c:pt>
                <c:pt idx="15416">
                  <c:v>9.0261535948259972</c:v>
                </c:pt>
                <c:pt idx="15417">
                  <c:v>9.0230032002412752</c:v>
                </c:pt>
                <c:pt idx="15418">
                  <c:v>9.0168158227636006</c:v>
                </c:pt>
                <c:pt idx="15419">
                  <c:v>9.0138801040497292</c:v>
                </c:pt>
                <c:pt idx="15420">
                  <c:v>9.015331836536367</c:v>
                </c:pt>
                <c:pt idx="15421">
                  <c:v>9.0175670835916417</c:v>
                </c:pt>
                <c:pt idx="15422">
                  <c:v>9.0195733081446985</c:v>
                </c:pt>
                <c:pt idx="15423">
                  <c:v>9.020300378667292</c:v>
                </c:pt>
                <c:pt idx="15424">
                  <c:v>9.0203332607275097</c:v>
                </c:pt>
                <c:pt idx="15425">
                  <c:v>9.0219104476986747</c:v>
                </c:pt>
                <c:pt idx="15426">
                  <c:v>9.0259619573412859</c:v>
                </c:pt>
                <c:pt idx="15427">
                  <c:v>9.0279016847343456</c:v>
                </c:pt>
                <c:pt idx="15428">
                  <c:v>9.0271695876547753</c:v>
                </c:pt>
                <c:pt idx="15429">
                  <c:v>9.0261618677010205</c:v>
                </c:pt>
                <c:pt idx="15430">
                  <c:v>9.0253956319219881</c:v>
                </c:pt>
                <c:pt idx="15431">
                  <c:v>9.0248654348809545</c:v>
                </c:pt>
                <c:pt idx="15432">
                  <c:v>9.0254094549536727</c:v>
                </c:pt>
                <c:pt idx="15433">
                  <c:v>9.025449248529732</c:v>
                </c:pt>
                <c:pt idx="15434">
                  <c:v>9.0258072859943361</c:v>
                </c:pt>
                <c:pt idx="15435">
                  <c:v>9.0241330236415731</c:v>
                </c:pt>
                <c:pt idx="15436">
                  <c:v>9.0228281085066104</c:v>
                </c:pt>
                <c:pt idx="15437">
                  <c:v>9.0224394928204017</c:v>
                </c:pt>
                <c:pt idx="15438">
                  <c:v>9.0229568093091839</c:v>
                </c:pt>
                <c:pt idx="15439">
                  <c:v>9.0231202771308414</c:v>
                </c:pt>
                <c:pt idx="15440">
                  <c:v>9.0223238820099532</c:v>
                </c:pt>
                <c:pt idx="15441">
                  <c:v>9.023425954626946</c:v>
                </c:pt>
                <c:pt idx="15442">
                  <c:v>9.0229875969706619</c:v>
                </c:pt>
                <c:pt idx="15443">
                  <c:v>9.0206739146825736</c:v>
                </c:pt>
                <c:pt idx="15444">
                  <c:v>9.0201938784913622</c:v>
                </c:pt>
                <c:pt idx="15445">
                  <c:v>9.0222762344386176</c:v>
                </c:pt>
                <c:pt idx="15446">
                  <c:v>9.0235077408977435</c:v>
                </c:pt>
                <c:pt idx="15447">
                  <c:v>9.024665838681031</c:v>
                </c:pt>
                <c:pt idx="15448">
                  <c:v>9.0254110257527262</c:v>
                </c:pt>
                <c:pt idx="15449">
                  <c:v>9.02443126602215</c:v>
                </c:pt>
                <c:pt idx="15450">
                  <c:v>9.0238012708811546</c:v>
                </c:pt>
                <c:pt idx="15451">
                  <c:v>9.0255622413417562</c:v>
                </c:pt>
                <c:pt idx="15452">
                  <c:v>9.0257392180352856</c:v>
                </c:pt>
                <c:pt idx="15453">
                  <c:v>9.0245677161000621</c:v>
                </c:pt>
                <c:pt idx="15454">
                  <c:v>9.0254152145502076</c:v>
                </c:pt>
                <c:pt idx="15455">
                  <c:v>9.0260925431027257</c:v>
                </c:pt>
                <c:pt idx="15456">
                  <c:v>9.0269390990734379</c:v>
                </c:pt>
                <c:pt idx="15457">
                  <c:v>9.0286821624248113</c:v>
                </c:pt>
                <c:pt idx="15458">
                  <c:v>9.0293751989678803</c:v>
                </c:pt>
                <c:pt idx="15459">
                  <c:v>9.0276487860864911</c:v>
                </c:pt>
                <c:pt idx="15460">
                  <c:v>9.0262858561064281</c:v>
                </c:pt>
                <c:pt idx="15461">
                  <c:v>9.0248892063066535</c:v>
                </c:pt>
                <c:pt idx="15462">
                  <c:v>9.0252771936732401</c:v>
                </c:pt>
                <c:pt idx="15463">
                  <c:v>9.0283777415679509</c:v>
                </c:pt>
                <c:pt idx="15464">
                  <c:v>9.029345144345962</c:v>
                </c:pt>
                <c:pt idx="15465">
                  <c:v>9.0287020592128417</c:v>
                </c:pt>
                <c:pt idx="15466">
                  <c:v>9.0300242531374089</c:v>
                </c:pt>
                <c:pt idx="15467">
                  <c:v>9.0321942596719342</c:v>
                </c:pt>
                <c:pt idx="15468">
                  <c:v>9.0281020139738288</c:v>
                </c:pt>
                <c:pt idx="15469">
                  <c:v>9.0248748596752844</c:v>
                </c:pt>
                <c:pt idx="15470">
                  <c:v>9.0250626225223272</c:v>
                </c:pt>
                <c:pt idx="15471">
                  <c:v>9.026549540907796</c:v>
                </c:pt>
                <c:pt idx="15472">
                  <c:v>9.0252968810213972</c:v>
                </c:pt>
                <c:pt idx="15473">
                  <c:v>9.02415616674765</c:v>
                </c:pt>
                <c:pt idx="15474">
                  <c:v>9.0244334651408273</c:v>
                </c:pt>
                <c:pt idx="15475">
                  <c:v>9.0228895791096289</c:v>
                </c:pt>
                <c:pt idx="15476">
                  <c:v>9.0250306829415408</c:v>
                </c:pt>
                <c:pt idx="15477">
                  <c:v>9.0247924450848647</c:v>
                </c:pt>
                <c:pt idx="15478">
                  <c:v>9.0229805807348828</c:v>
                </c:pt>
                <c:pt idx="15479">
                  <c:v>9.0234874252299644</c:v>
                </c:pt>
                <c:pt idx="15480">
                  <c:v>9.025676804952834</c:v>
                </c:pt>
                <c:pt idx="15481">
                  <c:v>9.0245421644354344</c:v>
                </c:pt>
                <c:pt idx="15482">
                  <c:v>9.0263262780021112</c:v>
                </c:pt>
                <c:pt idx="15483">
                  <c:v>9.0269540740244292</c:v>
                </c:pt>
                <c:pt idx="15484">
                  <c:v>9.0245912780858877</c:v>
                </c:pt>
                <c:pt idx="15485">
                  <c:v>9.0243714709381226</c:v>
                </c:pt>
                <c:pt idx="15486">
                  <c:v>9.0248191486688008</c:v>
                </c:pt>
                <c:pt idx="15487">
                  <c:v>9.0242752333160201</c:v>
                </c:pt>
                <c:pt idx="15488">
                  <c:v>9.02661048791113</c:v>
                </c:pt>
                <c:pt idx="15489">
                  <c:v>9.0286912730593301</c:v>
                </c:pt>
                <c:pt idx="15490">
                  <c:v>9.0290414565286596</c:v>
                </c:pt>
                <c:pt idx="15491">
                  <c:v>9.0267784586900799</c:v>
                </c:pt>
                <c:pt idx="15492">
                  <c:v>9.0252328971398885</c:v>
                </c:pt>
                <c:pt idx="15493">
                  <c:v>9.0241244366067388</c:v>
                </c:pt>
                <c:pt idx="15494">
                  <c:v>9.0252028425179702</c:v>
                </c:pt>
                <c:pt idx="15495">
                  <c:v>9.0254156334299545</c:v>
                </c:pt>
                <c:pt idx="15496">
                  <c:v>9.0224032597221981</c:v>
                </c:pt>
                <c:pt idx="15497">
                  <c:v>9.0234400918184416</c:v>
                </c:pt>
                <c:pt idx="15498">
                  <c:v>9.0264514183268272</c:v>
                </c:pt>
                <c:pt idx="15499">
                  <c:v>9.0280866201430889</c:v>
                </c:pt>
                <c:pt idx="15500">
                  <c:v>9.0288508662433191</c:v>
                </c:pt>
                <c:pt idx="15501">
                  <c:v>9.0272370272942037</c:v>
                </c:pt>
                <c:pt idx="15502">
                  <c:v>9.0247276234438623</c:v>
                </c:pt>
                <c:pt idx="15503">
                  <c:v>9.0261551656250525</c:v>
                </c:pt>
                <c:pt idx="15504">
                  <c:v>9.027931320476517</c:v>
                </c:pt>
                <c:pt idx="15505">
                  <c:v>9.0256029773972486</c:v>
                </c:pt>
                <c:pt idx="15506">
                  <c:v>9.0241686284201528</c:v>
                </c:pt>
                <c:pt idx="15507">
                  <c:v>9.0241310339627692</c:v>
                </c:pt>
                <c:pt idx="15508">
                  <c:v>9.0205755826617295</c:v>
                </c:pt>
                <c:pt idx="15509">
                  <c:v>9.0168318449139626</c:v>
                </c:pt>
                <c:pt idx="15510">
                  <c:v>9.0177770470653282</c:v>
                </c:pt>
                <c:pt idx="15511">
                  <c:v>9.0185878935375232</c:v>
                </c:pt>
                <c:pt idx="15512">
                  <c:v>9.0170792981250951</c:v>
                </c:pt>
                <c:pt idx="15513">
                  <c:v>9.0194617814117919</c:v>
                </c:pt>
                <c:pt idx="15514">
                  <c:v>9.022478867516714</c:v>
                </c:pt>
                <c:pt idx="15515">
                  <c:v>9.0252241006651808</c:v>
                </c:pt>
                <c:pt idx="15516">
                  <c:v>9.0288139001055576</c:v>
                </c:pt>
                <c:pt idx="15517">
                  <c:v>9.0308722751872388</c:v>
                </c:pt>
                <c:pt idx="15518">
                  <c:v>9.0310971088919789</c:v>
                </c:pt>
                <c:pt idx="15519">
                  <c:v>9.0322403364442128</c:v>
                </c:pt>
                <c:pt idx="15520">
                  <c:v>9.0327085392825435</c:v>
                </c:pt>
                <c:pt idx="15521">
                  <c:v>9.0309125923629843</c:v>
                </c:pt>
                <c:pt idx="15522">
                  <c:v>9.0284682195935186</c:v>
                </c:pt>
                <c:pt idx="15523">
                  <c:v>9.0273757812107291</c:v>
                </c:pt>
                <c:pt idx="15524">
                  <c:v>9.0278061801518028</c:v>
                </c:pt>
                <c:pt idx="15525">
                  <c:v>9.0254984669001228</c:v>
                </c:pt>
                <c:pt idx="15526">
                  <c:v>9.0250936196236786</c:v>
                </c:pt>
                <c:pt idx="15527">
                  <c:v>9.0243584856659353</c:v>
                </c:pt>
                <c:pt idx="15528">
                  <c:v>9.0242939781847422</c:v>
                </c:pt>
                <c:pt idx="15529">
                  <c:v>9.0264272280213795</c:v>
                </c:pt>
                <c:pt idx="15530">
                  <c:v>9.0244976584622094</c:v>
                </c:pt>
                <c:pt idx="15531">
                  <c:v>9.0236828326324083</c:v>
                </c:pt>
                <c:pt idx="15532">
                  <c:v>9.0253449474724796</c:v>
                </c:pt>
                <c:pt idx="15533">
                  <c:v>9.0266557269239147</c:v>
                </c:pt>
                <c:pt idx="15534">
                  <c:v>9.0285473878658919</c:v>
                </c:pt>
                <c:pt idx="15535">
                  <c:v>9.0297209841998551</c:v>
                </c:pt>
                <c:pt idx="15536">
                  <c:v>9.0294902861786444</c:v>
                </c:pt>
                <c:pt idx="15537">
                  <c:v>9.0275436472697415</c:v>
                </c:pt>
                <c:pt idx="15538">
                  <c:v>9.0271260241609834</c:v>
                </c:pt>
                <c:pt idx="15539">
                  <c:v>9.0277152832464864</c:v>
                </c:pt>
                <c:pt idx="15540">
                  <c:v>9.0256882194259678</c:v>
                </c:pt>
                <c:pt idx="15541">
                  <c:v>9.024655471407268</c:v>
                </c:pt>
                <c:pt idx="15542">
                  <c:v>9.0216527319337168</c:v>
                </c:pt>
                <c:pt idx="15543">
                  <c:v>9.0214593142100767</c:v>
                </c:pt>
                <c:pt idx="15544">
                  <c:v>9.0226643265251418</c:v>
                </c:pt>
                <c:pt idx="15545">
                  <c:v>9.0212895631921981</c:v>
                </c:pt>
                <c:pt idx="15546">
                  <c:v>9.0217353559640099</c:v>
                </c:pt>
                <c:pt idx="15547">
                  <c:v>9.0242989000217815</c:v>
                </c:pt>
                <c:pt idx="15548">
                  <c:v>9.024977694653419</c:v>
                </c:pt>
                <c:pt idx="15549">
                  <c:v>9.0250376991773198</c:v>
                </c:pt>
                <c:pt idx="15550">
                  <c:v>9.0282446425280227</c:v>
                </c:pt>
                <c:pt idx="15551">
                  <c:v>9.0279785491681039</c:v>
                </c:pt>
                <c:pt idx="15552">
                  <c:v>9.026121864685086</c:v>
                </c:pt>
                <c:pt idx="15553">
                  <c:v>9.0248426059346887</c:v>
                </c:pt>
                <c:pt idx="15554">
                  <c:v>9.0240169939513759</c:v>
                </c:pt>
                <c:pt idx="15555">
                  <c:v>9.0244299046629699</c:v>
                </c:pt>
                <c:pt idx="15556">
                  <c:v>9.0233023851012852</c:v>
                </c:pt>
                <c:pt idx="15557">
                  <c:v>9.0215107316991432</c:v>
                </c:pt>
                <c:pt idx="15558">
                  <c:v>9.020300378667292</c:v>
                </c:pt>
                <c:pt idx="15559">
                  <c:v>9.0210373975839016</c:v>
                </c:pt>
                <c:pt idx="15560">
                  <c:v>9.0233707672201469</c:v>
                </c:pt>
                <c:pt idx="15561">
                  <c:v>9.0244023633195383</c:v>
                </c:pt>
                <c:pt idx="15562">
                  <c:v>9.0225754192986276</c:v>
                </c:pt>
                <c:pt idx="15563">
                  <c:v>9.0224330001843072</c:v>
                </c:pt>
                <c:pt idx="15564">
                  <c:v>9.0243864458891139</c:v>
                </c:pt>
                <c:pt idx="15565">
                  <c:v>9.0221363286027856</c:v>
                </c:pt>
                <c:pt idx="15566">
                  <c:v>9.0213068419818043</c:v>
                </c:pt>
                <c:pt idx="15567">
                  <c:v>9.0229707370608043</c:v>
                </c:pt>
                <c:pt idx="15568">
                  <c:v>9.0254775229127215</c:v>
                </c:pt>
                <c:pt idx="15569">
                  <c:v>9.0275665809359449</c:v>
                </c:pt>
                <c:pt idx="15570">
                  <c:v>9.0284702092723226</c:v>
                </c:pt>
                <c:pt idx="15571">
                  <c:v>9.0276514040849154</c:v>
                </c:pt>
                <c:pt idx="15572">
                  <c:v>9.0230689643617108</c:v>
                </c:pt>
                <c:pt idx="15573">
                  <c:v>9.0209721570631505</c:v>
                </c:pt>
                <c:pt idx="15574">
                  <c:v>9.0235993708426179</c:v>
                </c:pt>
                <c:pt idx="15575">
                  <c:v>9.0257257091634138</c:v>
                </c:pt>
                <c:pt idx="15576">
                  <c:v>9.0258246695038782</c:v>
                </c:pt>
                <c:pt idx="15577">
                  <c:v>9.0283963817167372</c:v>
                </c:pt>
                <c:pt idx="15578">
                  <c:v>9.0294868304207228</c:v>
                </c:pt>
                <c:pt idx="15579">
                  <c:v>9.027699051656251</c:v>
                </c:pt>
                <c:pt idx="15580">
                  <c:v>9.0278910033007715</c:v>
                </c:pt>
                <c:pt idx="15581">
                  <c:v>9.0290970628152074</c:v>
                </c:pt>
                <c:pt idx="15582">
                  <c:v>9.030490047417187</c:v>
                </c:pt>
                <c:pt idx="15583">
                  <c:v>9.0268386726538541</c:v>
                </c:pt>
                <c:pt idx="15584">
                  <c:v>9.0242336595010304</c:v>
                </c:pt>
                <c:pt idx="15585">
                  <c:v>9.0229633019452784</c:v>
                </c:pt>
                <c:pt idx="15586">
                  <c:v>9.0223252433691332</c:v>
                </c:pt>
                <c:pt idx="15587">
                  <c:v>9.0247907695658736</c:v>
                </c:pt>
                <c:pt idx="15588">
                  <c:v>9.0271776510899251</c:v>
                </c:pt>
                <c:pt idx="15589">
                  <c:v>9.0286678157934421</c:v>
                </c:pt>
                <c:pt idx="15590">
                  <c:v>9.0310934436941839</c:v>
                </c:pt>
                <c:pt idx="15591">
                  <c:v>9.0304992627716434</c:v>
                </c:pt>
                <c:pt idx="15592">
                  <c:v>9.0282311336561492</c:v>
                </c:pt>
                <c:pt idx="15593">
                  <c:v>9.026752697585577</c:v>
                </c:pt>
                <c:pt idx="15594">
                  <c:v>9.0269356433155163</c:v>
                </c:pt>
                <c:pt idx="15595">
                  <c:v>9.0270005696764581</c:v>
                </c:pt>
                <c:pt idx="15596">
                  <c:v>9.0239681944607337</c:v>
                </c:pt>
                <c:pt idx="15597">
                  <c:v>9.0246015406397131</c:v>
                </c:pt>
                <c:pt idx="15598">
                  <c:v>9.0255361660774422</c:v>
                </c:pt>
                <c:pt idx="15599">
                  <c:v>9.0271422557512189</c:v>
                </c:pt>
                <c:pt idx="15600">
                  <c:v>9.0296344855318935</c:v>
                </c:pt>
                <c:pt idx="15601">
                  <c:v>9.0297046478896839</c:v>
                </c:pt>
                <c:pt idx="15602">
                  <c:v>9.0279070254511335</c:v>
                </c:pt>
                <c:pt idx="15603">
                  <c:v>9.0250788541125608</c:v>
                </c:pt>
                <c:pt idx="15604">
                  <c:v>9.0241982641623242</c:v>
                </c:pt>
                <c:pt idx="15605">
                  <c:v>9.0251235695256611</c:v>
                </c:pt>
                <c:pt idx="15606">
                  <c:v>9.0281559447413837</c:v>
                </c:pt>
                <c:pt idx="15607">
                  <c:v>9.0293873464805721</c:v>
                </c:pt>
                <c:pt idx="15608">
                  <c:v>9.0296290400951698</c:v>
                </c:pt>
                <c:pt idx="15609">
                  <c:v>9.0275612402191587</c:v>
                </c:pt>
                <c:pt idx="15610">
                  <c:v>9.0245100154147746</c:v>
                </c:pt>
                <c:pt idx="15611">
                  <c:v>9.0243715756580603</c:v>
                </c:pt>
                <c:pt idx="15612">
                  <c:v>9.0233250046076776</c:v>
                </c:pt>
                <c:pt idx="15613">
                  <c:v>9.0242429795754227</c:v>
                </c:pt>
                <c:pt idx="15614">
                  <c:v>9.0254280951024572</c:v>
                </c:pt>
                <c:pt idx="15615">
                  <c:v>9.026756048623561</c:v>
                </c:pt>
                <c:pt idx="15616">
                  <c:v>9.0261178853274799</c:v>
                </c:pt>
                <c:pt idx="15617">
                  <c:v>9.0254432794933237</c:v>
                </c:pt>
                <c:pt idx="15618">
                  <c:v>9.0257181693279485</c:v>
                </c:pt>
                <c:pt idx="15619">
                  <c:v>9.0253874637669025</c:v>
                </c:pt>
                <c:pt idx="15620">
                  <c:v>9.0259308555199969</c:v>
                </c:pt>
                <c:pt idx="15621">
                  <c:v>9.0256619347217804</c:v>
                </c:pt>
                <c:pt idx="15622">
                  <c:v>9.026962137459579</c:v>
                </c:pt>
                <c:pt idx="15623">
                  <c:v>9.0284337667342456</c:v>
                </c:pt>
                <c:pt idx="15624">
                  <c:v>9.0274234287820647</c:v>
                </c:pt>
                <c:pt idx="15625">
                  <c:v>9.0269221344436446</c:v>
                </c:pt>
                <c:pt idx="15626">
                  <c:v>9.0240372048992175</c:v>
                </c:pt>
                <c:pt idx="15627">
                  <c:v>9.0209502705963178</c:v>
                </c:pt>
                <c:pt idx="15628">
                  <c:v>9.022513739255734</c:v>
                </c:pt>
                <c:pt idx="15629">
                  <c:v>9.024183603371144</c:v>
                </c:pt>
                <c:pt idx="15630">
                  <c:v>9.0239287150444856</c:v>
                </c:pt>
                <c:pt idx="15631">
                  <c:v>9.0260957894207738</c:v>
                </c:pt>
                <c:pt idx="15632">
                  <c:v>9.0272968223782311</c:v>
                </c:pt>
                <c:pt idx="15633">
                  <c:v>9.0278324648559884</c:v>
                </c:pt>
                <c:pt idx="15634">
                  <c:v>9.0271344017559443</c:v>
                </c:pt>
                <c:pt idx="15635">
                  <c:v>9.0263632441398727</c:v>
                </c:pt>
                <c:pt idx="15636">
                  <c:v>9.0260085577132525</c:v>
                </c:pt>
                <c:pt idx="15637">
                  <c:v>9.0239422239163574</c:v>
                </c:pt>
                <c:pt idx="15638">
                  <c:v>9.0244039341185935</c:v>
                </c:pt>
                <c:pt idx="15639">
                  <c:v>9.0244307424224655</c:v>
                </c:pt>
                <c:pt idx="15640">
                  <c:v>9.0236736172779519</c:v>
                </c:pt>
                <c:pt idx="15641">
                  <c:v>9.0244341981803871</c:v>
                </c:pt>
                <c:pt idx="15642">
                  <c:v>9.0262216627850478</c:v>
                </c:pt>
                <c:pt idx="15643">
                  <c:v>9.025941118073824</c:v>
                </c:pt>
                <c:pt idx="15644">
                  <c:v>9.02485894224486</c:v>
                </c:pt>
                <c:pt idx="15645">
                  <c:v>9.0264660791180074</c:v>
                </c:pt>
                <c:pt idx="15646">
                  <c:v>9.0267324866377354</c:v>
                </c:pt>
                <c:pt idx="15647">
                  <c:v>9.0246502354104177</c:v>
                </c:pt>
                <c:pt idx="15648">
                  <c:v>9.0238737370775599</c:v>
                </c:pt>
                <c:pt idx="15649">
                  <c:v>9.0241182581304553</c:v>
                </c:pt>
                <c:pt idx="15650">
                  <c:v>9.0242584781261002</c:v>
                </c:pt>
                <c:pt idx="15651">
                  <c:v>9.0240291414640676</c:v>
                </c:pt>
                <c:pt idx="15652">
                  <c:v>9.0228344964227674</c:v>
                </c:pt>
                <c:pt idx="15653">
                  <c:v>9.0244674991203517</c:v>
                </c:pt>
                <c:pt idx="15654">
                  <c:v>9.0246701321984482</c:v>
                </c:pt>
                <c:pt idx="15655">
                  <c:v>9.0221952859273156</c:v>
                </c:pt>
                <c:pt idx="15656">
                  <c:v>9.0209840951359688</c:v>
                </c:pt>
                <c:pt idx="15657">
                  <c:v>9.0209673399460488</c:v>
                </c:pt>
                <c:pt idx="15658">
                  <c:v>9.0215669663053131</c:v>
                </c:pt>
                <c:pt idx="15659">
                  <c:v>9.021033208786422</c:v>
                </c:pt>
                <c:pt idx="15660">
                  <c:v>9.0195685957475327</c:v>
                </c:pt>
                <c:pt idx="15661">
                  <c:v>9.0203362976056827</c:v>
                </c:pt>
                <c:pt idx="15662">
                  <c:v>9.0218352587839075</c:v>
                </c:pt>
                <c:pt idx="15663">
                  <c:v>9.0231687624616725</c:v>
                </c:pt>
                <c:pt idx="15664">
                  <c:v>9.0229175393328092</c:v>
                </c:pt>
                <c:pt idx="15665">
                  <c:v>9.0191710788666786</c:v>
                </c:pt>
                <c:pt idx="15666">
                  <c:v>9.0182386525476268</c:v>
                </c:pt>
                <c:pt idx="15667">
                  <c:v>9.0214455958983297</c:v>
                </c:pt>
                <c:pt idx="15668">
                  <c:v>9.0236835656719663</c:v>
                </c:pt>
                <c:pt idx="15669">
                  <c:v>9.0253717557763515</c:v>
                </c:pt>
                <c:pt idx="15670">
                  <c:v>9.024661440443678</c:v>
                </c:pt>
                <c:pt idx="15671">
                  <c:v>9.023379458974917</c:v>
                </c:pt>
                <c:pt idx="15672">
                  <c:v>9.0234123410351348</c:v>
                </c:pt>
                <c:pt idx="15673">
                  <c:v>9.0269272657205573</c:v>
                </c:pt>
                <c:pt idx="15674">
                  <c:v>9.0262211391853633</c:v>
                </c:pt>
                <c:pt idx="15675">
                  <c:v>9.0259464587906102</c:v>
                </c:pt>
                <c:pt idx="15676">
                  <c:v>9.0260817569492158</c:v>
                </c:pt>
                <c:pt idx="15677">
                  <c:v>9.023310448536435</c:v>
                </c:pt>
                <c:pt idx="15678">
                  <c:v>9.0210543622136949</c:v>
                </c:pt>
                <c:pt idx="15679">
                  <c:v>9.0210453562991137</c:v>
                </c:pt>
                <c:pt idx="15680">
                  <c:v>9.0229564951493728</c:v>
                </c:pt>
                <c:pt idx="15681">
                  <c:v>9.0250681726789868</c:v>
                </c:pt>
                <c:pt idx="15682">
                  <c:v>9.0271732528525703</c:v>
                </c:pt>
                <c:pt idx="15683">
                  <c:v>9.0266615912403871</c:v>
                </c:pt>
                <c:pt idx="15684">
                  <c:v>9.0269106152505731</c:v>
                </c:pt>
                <c:pt idx="15685">
                  <c:v>9.0270938751403254</c:v>
                </c:pt>
                <c:pt idx="15686">
                  <c:v>9.0257086398136828</c:v>
                </c:pt>
                <c:pt idx="15687">
                  <c:v>9.0253086096543402</c:v>
                </c:pt>
                <c:pt idx="15688">
                  <c:v>9.0267425397516874</c:v>
                </c:pt>
                <c:pt idx="15689">
                  <c:v>9.02798116716653</c:v>
                </c:pt>
                <c:pt idx="15690">
                  <c:v>9.0264370716954581</c:v>
                </c:pt>
                <c:pt idx="15691">
                  <c:v>9.0253176155689232</c:v>
                </c:pt>
                <c:pt idx="15692">
                  <c:v>9.0254745907544862</c:v>
                </c:pt>
                <c:pt idx="15693">
                  <c:v>9.0249570648258306</c:v>
                </c:pt>
                <c:pt idx="15694">
                  <c:v>9.0227552234304582</c:v>
                </c:pt>
                <c:pt idx="15695">
                  <c:v>9.0229317812442407</c:v>
                </c:pt>
                <c:pt idx="15696">
                  <c:v>9.024322147847796</c:v>
                </c:pt>
                <c:pt idx="15697">
                  <c:v>9.0233455297153284</c:v>
                </c:pt>
                <c:pt idx="15698">
                  <c:v>9.0253078766147823</c:v>
                </c:pt>
                <c:pt idx="15699">
                  <c:v>9.0254917648241548</c:v>
                </c:pt>
                <c:pt idx="15700">
                  <c:v>9.0244730492770131</c:v>
                </c:pt>
                <c:pt idx="15701">
                  <c:v>9.0237240922875852</c:v>
                </c:pt>
                <c:pt idx="15702">
                  <c:v>9.0245171363704912</c:v>
                </c:pt>
                <c:pt idx="15703">
                  <c:v>9.0276907787812277</c:v>
                </c:pt>
                <c:pt idx="15704">
                  <c:v>9.0288815491848595</c:v>
                </c:pt>
                <c:pt idx="15705">
                  <c:v>9.0282067339108281</c:v>
                </c:pt>
                <c:pt idx="15706">
                  <c:v>9.0284059112310047</c:v>
                </c:pt>
                <c:pt idx="15707">
                  <c:v>9.0298262277365406</c:v>
                </c:pt>
                <c:pt idx="15708">
                  <c:v>9.0270393160531466</c:v>
                </c:pt>
                <c:pt idx="15709">
                  <c:v>9.0226813958748728</c:v>
                </c:pt>
                <c:pt idx="15710">
                  <c:v>9.0202325201481166</c:v>
                </c:pt>
                <c:pt idx="15711">
                  <c:v>9.0203483403984386</c:v>
                </c:pt>
                <c:pt idx="15712">
                  <c:v>9.0205566283531322</c:v>
                </c:pt>
                <c:pt idx="15713">
                  <c:v>9.0198125932007436</c:v>
                </c:pt>
                <c:pt idx="15714">
                  <c:v>9.0199185697769888</c:v>
                </c:pt>
                <c:pt idx="15715">
                  <c:v>9.0223462920764703</c:v>
                </c:pt>
                <c:pt idx="15716">
                  <c:v>9.0226897734698319</c:v>
                </c:pt>
                <c:pt idx="15717">
                  <c:v>9.0242361727795188</c:v>
                </c:pt>
                <c:pt idx="15718">
                  <c:v>9.0251107936933472</c:v>
                </c:pt>
                <c:pt idx="15719">
                  <c:v>9.0242103069550801</c:v>
                </c:pt>
                <c:pt idx="15720">
                  <c:v>9.0255240185647505</c:v>
                </c:pt>
                <c:pt idx="15721">
                  <c:v>9.0262439681316291</c:v>
                </c:pt>
                <c:pt idx="15722">
                  <c:v>9.026051283447547</c:v>
                </c:pt>
                <c:pt idx="15723">
                  <c:v>9.0244785994336745</c:v>
                </c:pt>
                <c:pt idx="15724">
                  <c:v>9.021352814034147</c:v>
                </c:pt>
                <c:pt idx="15725">
                  <c:v>9.019126782333327</c:v>
                </c:pt>
                <c:pt idx="15726">
                  <c:v>9.0177286664544347</c:v>
                </c:pt>
                <c:pt idx="15727">
                  <c:v>9.0207844989360453</c:v>
                </c:pt>
                <c:pt idx="15728">
                  <c:v>9.02473045088216</c:v>
                </c:pt>
                <c:pt idx="15729">
                  <c:v>9.0271350300755664</c:v>
                </c:pt>
                <c:pt idx="15730">
                  <c:v>9.0303962183536353</c:v>
                </c:pt>
                <c:pt idx="15731">
                  <c:v>9.0303719233282518</c:v>
                </c:pt>
                <c:pt idx="15732">
                  <c:v>9.0290597825176349</c:v>
                </c:pt>
                <c:pt idx="15733">
                  <c:v>9.0281738518506103</c:v>
                </c:pt>
                <c:pt idx="15734">
                  <c:v>9.0277212522828947</c:v>
                </c:pt>
                <c:pt idx="15735">
                  <c:v>9.0266463021295849</c:v>
                </c:pt>
                <c:pt idx="15736">
                  <c:v>9.0263051245748365</c:v>
                </c:pt>
                <c:pt idx="15737">
                  <c:v>9.0251538335874546</c:v>
                </c:pt>
                <c:pt idx="15738">
                  <c:v>9.0219396645610974</c:v>
                </c:pt>
                <c:pt idx="15739">
                  <c:v>9.0198542717356709</c:v>
                </c:pt>
                <c:pt idx="15740">
                  <c:v>9.021382240336445</c:v>
                </c:pt>
                <c:pt idx="15741">
                  <c:v>9.0243014133002699</c:v>
                </c:pt>
                <c:pt idx="15742">
                  <c:v>9.0257457106713801</c:v>
                </c:pt>
                <c:pt idx="15743">
                  <c:v>9.0278311034968084</c:v>
                </c:pt>
                <c:pt idx="15744">
                  <c:v>9.0273307516378196</c:v>
                </c:pt>
                <c:pt idx="15745">
                  <c:v>9.0251853542884906</c:v>
                </c:pt>
                <c:pt idx="15746">
                  <c:v>9.0238567724477665</c:v>
                </c:pt>
                <c:pt idx="15747">
                  <c:v>9.0210974021078023</c:v>
                </c:pt>
                <c:pt idx="15748">
                  <c:v>9.0223556121508643</c:v>
                </c:pt>
                <c:pt idx="15749">
                  <c:v>9.0243625697434773</c:v>
                </c:pt>
                <c:pt idx="15750">
                  <c:v>9.0258683377176077</c:v>
                </c:pt>
                <c:pt idx="15751">
                  <c:v>9.0248448050533661</c:v>
                </c:pt>
                <c:pt idx="15752">
                  <c:v>9.0252407511351649</c:v>
                </c:pt>
                <c:pt idx="15753">
                  <c:v>9.024920831727627</c:v>
                </c:pt>
                <c:pt idx="15754">
                  <c:v>9.0211552075130275</c:v>
                </c:pt>
                <c:pt idx="15755">
                  <c:v>9.0209015758256115</c:v>
                </c:pt>
                <c:pt idx="15756">
                  <c:v>9.019930193689996</c:v>
                </c:pt>
                <c:pt idx="15757">
                  <c:v>9.0179960164535959</c:v>
                </c:pt>
                <c:pt idx="15758">
                  <c:v>9.0193875349764596</c:v>
                </c:pt>
                <c:pt idx="15759">
                  <c:v>9.0233020709414742</c:v>
                </c:pt>
                <c:pt idx="15760">
                  <c:v>9.026902970695172</c:v>
                </c:pt>
                <c:pt idx="15761">
                  <c:v>9.029696270294723</c:v>
                </c:pt>
                <c:pt idx="15762">
                  <c:v>9.0289932853576396</c:v>
                </c:pt>
                <c:pt idx="15763">
                  <c:v>9.0274393462124891</c:v>
                </c:pt>
                <c:pt idx="15764">
                  <c:v>9.0256084228339724</c:v>
                </c:pt>
                <c:pt idx="15765">
                  <c:v>9.0218348399041606</c:v>
                </c:pt>
                <c:pt idx="15766">
                  <c:v>9.0197196018966874</c:v>
                </c:pt>
                <c:pt idx="15767">
                  <c:v>9.0219714994219462</c:v>
                </c:pt>
                <c:pt idx="15768">
                  <c:v>9.0256027679573751</c:v>
                </c:pt>
                <c:pt idx="15769">
                  <c:v>9.0269114530100705</c:v>
                </c:pt>
                <c:pt idx="15770">
                  <c:v>9.0266112209506897</c:v>
                </c:pt>
                <c:pt idx="15771">
                  <c:v>9.0253336377192834</c:v>
                </c:pt>
                <c:pt idx="15772">
                  <c:v>9.0224903867097836</c:v>
                </c:pt>
                <c:pt idx="15773">
                  <c:v>9.0228183695524695</c:v>
                </c:pt>
                <c:pt idx="15774">
                  <c:v>9.0245006953403824</c:v>
                </c:pt>
                <c:pt idx="15775">
                  <c:v>9.0246296055828292</c:v>
                </c:pt>
                <c:pt idx="15776">
                  <c:v>9.0266474540488915</c:v>
                </c:pt>
                <c:pt idx="15777">
                  <c:v>9.026782752207497</c:v>
                </c:pt>
                <c:pt idx="15778">
                  <c:v>9.0281275656384565</c:v>
                </c:pt>
                <c:pt idx="15779">
                  <c:v>9.0298040271098969</c:v>
                </c:pt>
                <c:pt idx="15780">
                  <c:v>9.0300344109712984</c:v>
                </c:pt>
                <c:pt idx="15781">
                  <c:v>9.030771115728097</c:v>
                </c:pt>
                <c:pt idx="15782">
                  <c:v>9.0269447539500351</c:v>
                </c:pt>
                <c:pt idx="15783">
                  <c:v>9.0236228281085058</c:v>
                </c:pt>
                <c:pt idx="15784">
                  <c:v>9.0221991605649858</c:v>
                </c:pt>
                <c:pt idx="15785">
                  <c:v>9.0247595630246469</c:v>
                </c:pt>
                <c:pt idx="15786">
                  <c:v>9.0271371244743062</c:v>
                </c:pt>
                <c:pt idx="15787">
                  <c:v>9.0314569265955136</c:v>
                </c:pt>
                <c:pt idx="15788">
                  <c:v>9.0357995576629868</c:v>
                </c:pt>
                <c:pt idx="15789">
                  <c:v>9.0356828996531675</c:v>
                </c:pt>
                <c:pt idx="15790">
                  <c:v>9.0309287192332821</c:v>
                </c:pt>
                <c:pt idx="15791">
                  <c:v>9.0276263760199722</c:v>
                </c:pt>
                <c:pt idx="15792">
                  <c:v>9.025819328787092</c:v>
                </c:pt>
                <c:pt idx="15793">
                  <c:v>9.0265065010136887</c:v>
                </c:pt>
                <c:pt idx="15794">
                  <c:v>9.0251428379940695</c:v>
                </c:pt>
                <c:pt idx="15795">
                  <c:v>9.0212320719467858</c:v>
                </c:pt>
                <c:pt idx="15796">
                  <c:v>9.0175805924635153</c:v>
                </c:pt>
                <c:pt idx="15797">
                  <c:v>9.0181124650235418</c:v>
                </c:pt>
                <c:pt idx="15798">
                  <c:v>9.0214243377511192</c:v>
                </c:pt>
                <c:pt idx="15799">
                  <c:v>9.0232344218621723</c:v>
                </c:pt>
                <c:pt idx="15800">
                  <c:v>9.0250150796709274</c:v>
                </c:pt>
                <c:pt idx="15801">
                  <c:v>9.0243149221721435</c:v>
                </c:pt>
                <c:pt idx="15802">
                  <c:v>9.023857296047451</c:v>
                </c:pt>
                <c:pt idx="15803">
                  <c:v>9.0242832967511681</c:v>
                </c:pt>
                <c:pt idx="15804">
                  <c:v>9.0235350728013</c:v>
                </c:pt>
                <c:pt idx="15805">
                  <c:v>9.0206401948628585</c:v>
                </c:pt>
                <c:pt idx="15806">
                  <c:v>9.0167495350434805</c:v>
                </c:pt>
                <c:pt idx="15807">
                  <c:v>9.0162623778965543</c:v>
                </c:pt>
                <c:pt idx="15808">
                  <c:v>9.0181676524303409</c:v>
                </c:pt>
                <c:pt idx="15809">
                  <c:v>9.0184818122413422</c:v>
                </c:pt>
                <c:pt idx="15810">
                  <c:v>9.0186901001960358</c:v>
                </c:pt>
                <c:pt idx="15811">
                  <c:v>9.0186282107132687</c:v>
                </c:pt>
                <c:pt idx="15812">
                  <c:v>9.0185494613206441</c:v>
                </c:pt>
                <c:pt idx="15813">
                  <c:v>9.0197677730677075</c:v>
                </c:pt>
                <c:pt idx="15814">
                  <c:v>9.023585233651124</c:v>
                </c:pt>
                <c:pt idx="15815">
                  <c:v>9.0260194485867</c:v>
                </c:pt>
                <c:pt idx="15816">
                  <c:v>9.0253685094583052</c:v>
                </c:pt>
                <c:pt idx="15817">
                  <c:v>9.0273821691268878</c:v>
                </c:pt>
                <c:pt idx="15818">
                  <c:v>9.0282679950739748</c:v>
                </c:pt>
                <c:pt idx="15819">
                  <c:v>9.0275697225340554</c:v>
                </c:pt>
                <c:pt idx="15820">
                  <c:v>9.0269074736524644</c:v>
                </c:pt>
                <c:pt idx="15821">
                  <c:v>9.0257997461588726</c:v>
                </c:pt>
                <c:pt idx="15822">
                  <c:v>9.024875278555033</c:v>
                </c:pt>
                <c:pt idx="15823">
                  <c:v>9.027685647504315</c:v>
                </c:pt>
                <c:pt idx="15824">
                  <c:v>9.0308804433423244</c:v>
                </c:pt>
                <c:pt idx="15825">
                  <c:v>9.0324308220096174</c:v>
                </c:pt>
                <c:pt idx="15826">
                  <c:v>9.0327864509156708</c:v>
                </c:pt>
                <c:pt idx="15827">
                  <c:v>9.028932233634368</c:v>
                </c:pt>
                <c:pt idx="15828">
                  <c:v>9.0271661318968555</c:v>
                </c:pt>
                <c:pt idx="15829">
                  <c:v>9.0279027319337164</c:v>
                </c:pt>
                <c:pt idx="15830">
                  <c:v>9.026159354422532</c:v>
                </c:pt>
                <c:pt idx="15831">
                  <c:v>9.0243849798099962</c:v>
                </c:pt>
                <c:pt idx="15832">
                  <c:v>9.0224986595848069</c:v>
                </c:pt>
                <c:pt idx="15833">
                  <c:v>9.0242307273427951</c:v>
                </c:pt>
                <c:pt idx="15834">
                  <c:v>9.0280889239817039</c:v>
                </c:pt>
                <c:pt idx="15835">
                  <c:v>9.0275367357539</c:v>
                </c:pt>
                <c:pt idx="15836">
                  <c:v>9.0242573262067918</c:v>
                </c:pt>
                <c:pt idx="15837">
                  <c:v>9.0239788758943078</c:v>
                </c:pt>
                <c:pt idx="15838">
                  <c:v>9.0251935224435762</c:v>
                </c:pt>
                <c:pt idx="15839">
                  <c:v>9.0261994621584041</c:v>
                </c:pt>
                <c:pt idx="15840">
                  <c:v>9.0270617261196655</c:v>
                </c:pt>
                <c:pt idx="15841">
                  <c:v>9.0293928966372334</c:v>
                </c:pt>
                <c:pt idx="15842">
                  <c:v>9.0294012742321943</c:v>
                </c:pt>
                <c:pt idx="15843">
                  <c:v>9.0285322034750273</c:v>
                </c:pt>
                <c:pt idx="15844">
                  <c:v>9.0300833151818782</c:v>
                </c:pt>
                <c:pt idx="15845">
                  <c:v>9.0333927793509048</c:v>
                </c:pt>
                <c:pt idx="15846">
                  <c:v>9.033547345977917</c:v>
                </c:pt>
                <c:pt idx="15847">
                  <c:v>9.0295097640869262</c:v>
                </c:pt>
                <c:pt idx="15848">
                  <c:v>9.0264755039123372</c:v>
                </c:pt>
                <c:pt idx="15849">
                  <c:v>9.0244348265000092</c:v>
                </c:pt>
                <c:pt idx="15850">
                  <c:v>9.0234622924450854</c:v>
                </c:pt>
                <c:pt idx="15851">
                  <c:v>9.0252055652363321</c:v>
                </c:pt>
                <c:pt idx="15852">
                  <c:v>9.0264452398505437</c:v>
                </c:pt>
                <c:pt idx="15853">
                  <c:v>9.025917032488314</c:v>
                </c:pt>
                <c:pt idx="15854">
                  <c:v>9.0263113030511199</c:v>
                </c:pt>
                <c:pt idx="15855">
                  <c:v>9.0265256647621595</c:v>
                </c:pt>
                <c:pt idx="15856">
                  <c:v>9.0251633631017203</c:v>
                </c:pt>
                <c:pt idx="15857">
                  <c:v>9.0219079344201862</c:v>
                </c:pt>
                <c:pt idx="15858">
                  <c:v>9.0209317351674674</c:v>
                </c:pt>
                <c:pt idx="15859">
                  <c:v>9.021800596484761</c:v>
                </c:pt>
                <c:pt idx="15860">
                  <c:v>9.0230264480672897</c:v>
                </c:pt>
                <c:pt idx="15861">
                  <c:v>9.0221404126803275</c:v>
                </c:pt>
                <c:pt idx="15862">
                  <c:v>9.0205743260224853</c:v>
                </c:pt>
                <c:pt idx="15863">
                  <c:v>9.0219857413333777</c:v>
                </c:pt>
                <c:pt idx="15864">
                  <c:v>9.0242354397399591</c:v>
                </c:pt>
                <c:pt idx="15865">
                  <c:v>9.0240919734262697</c:v>
                </c:pt>
                <c:pt idx="15866">
                  <c:v>9.024879676792386</c:v>
                </c:pt>
                <c:pt idx="15867">
                  <c:v>9.0242068511971585</c:v>
                </c:pt>
                <c:pt idx="15868">
                  <c:v>9.0228515657724984</c:v>
                </c:pt>
                <c:pt idx="15869">
                  <c:v>9.023966100061994</c:v>
                </c:pt>
                <c:pt idx="15870">
                  <c:v>9.0235415654373945</c:v>
                </c:pt>
                <c:pt idx="15871">
                  <c:v>9.0241168967712753</c:v>
                </c:pt>
                <c:pt idx="15872">
                  <c:v>9.0253941658428705</c:v>
                </c:pt>
                <c:pt idx="15873">
                  <c:v>9.0265396972337175</c:v>
                </c:pt>
                <c:pt idx="15874">
                  <c:v>9.0266845249065906</c:v>
                </c:pt>
                <c:pt idx="15875">
                  <c:v>9.0258365028567606</c:v>
                </c:pt>
                <c:pt idx="15876">
                  <c:v>9.0272187013052285</c:v>
                </c:pt>
                <c:pt idx="15877">
                  <c:v>9.0282509257242438</c:v>
                </c:pt>
                <c:pt idx="15878">
                  <c:v>9.0268341696965635</c:v>
                </c:pt>
                <c:pt idx="15879">
                  <c:v>9.0255706189367153</c:v>
                </c:pt>
                <c:pt idx="15880">
                  <c:v>9.0247407134359872</c:v>
                </c:pt>
                <c:pt idx="15881">
                  <c:v>9.0245218487676553</c:v>
                </c:pt>
                <c:pt idx="15882">
                  <c:v>9.024279003233751</c:v>
                </c:pt>
                <c:pt idx="15883">
                  <c:v>9.0246526439689703</c:v>
                </c:pt>
                <c:pt idx="15884">
                  <c:v>9.0228274801869883</c:v>
                </c:pt>
                <c:pt idx="15885">
                  <c:v>9.0191040581069988</c:v>
                </c:pt>
                <c:pt idx="15886">
                  <c:v>9.0192014476484097</c:v>
                </c:pt>
                <c:pt idx="15887">
                  <c:v>9.021722580131696</c:v>
                </c:pt>
                <c:pt idx="15888">
                  <c:v>9.0217121081379954</c:v>
                </c:pt>
                <c:pt idx="15889">
                  <c:v>9.020334517366754</c:v>
                </c:pt>
                <c:pt idx="15890">
                  <c:v>9.0191534859172631</c:v>
                </c:pt>
                <c:pt idx="15891">
                  <c:v>9.017526452256087</c:v>
                </c:pt>
                <c:pt idx="15892">
                  <c:v>9.0183532161587046</c:v>
                </c:pt>
                <c:pt idx="15893">
                  <c:v>9.0231561960692321</c:v>
                </c:pt>
                <c:pt idx="15894">
                  <c:v>9.0248496221704677</c:v>
                </c:pt>
                <c:pt idx="15895">
                  <c:v>9.0240620235242872</c:v>
                </c:pt>
                <c:pt idx="15896">
                  <c:v>9.0240760559958453</c:v>
                </c:pt>
                <c:pt idx="15897">
                  <c:v>9.0274369376539383</c:v>
                </c:pt>
                <c:pt idx="15898">
                  <c:v>9.0310795159425634</c:v>
                </c:pt>
                <c:pt idx="15899">
                  <c:v>9.0286277080575701</c:v>
                </c:pt>
                <c:pt idx="15900">
                  <c:v>9.0258422624532955</c:v>
                </c:pt>
                <c:pt idx="15901">
                  <c:v>9.0219518120737892</c:v>
                </c:pt>
                <c:pt idx="15902">
                  <c:v>9.0204351532262113</c:v>
                </c:pt>
                <c:pt idx="15903">
                  <c:v>9.0229083239783527</c:v>
                </c:pt>
                <c:pt idx="15904">
                  <c:v>9.0253218043664027</c:v>
                </c:pt>
                <c:pt idx="15905">
                  <c:v>9.0257449776318222</c:v>
                </c:pt>
                <c:pt idx="15906">
                  <c:v>9.0271144002479762</c:v>
                </c:pt>
                <c:pt idx="15907">
                  <c:v>9.0262321347787484</c:v>
                </c:pt>
                <c:pt idx="15908">
                  <c:v>9.0248882638272203</c:v>
                </c:pt>
                <c:pt idx="15909">
                  <c:v>9.023727443325571</c:v>
                </c:pt>
                <c:pt idx="15910">
                  <c:v>9.0224389692207154</c:v>
                </c:pt>
                <c:pt idx="15911">
                  <c:v>9.0217513781143701</c:v>
                </c:pt>
                <c:pt idx="15912">
                  <c:v>9.0207193631352318</c:v>
                </c:pt>
                <c:pt idx="15913">
                  <c:v>9.0202158696781325</c:v>
                </c:pt>
                <c:pt idx="15914">
                  <c:v>9.0211095496204958</c:v>
                </c:pt>
                <c:pt idx="15915">
                  <c:v>9.0211123770587935</c:v>
                </c:pt>
                <c:pt idx="15916">
                  <c:v>9.0213489393964785</c:v>
                </c:pt>
                <c:pt idx="15917">
                  <c:v>9.0219154742556515</c:v>
                </c:pt>
                <c:pt idx="15918">
                  <c:v>9.0198333277482696</c:v>
                </c:pt>
                <c:pt idx="15919">
                  <c:v>9.0220600924886476</c:v>
                </c:pt>
                <c:pt idx="15920">
                  <c:v>9.0247213402476412</c:v>
                </c:pt>
                <c:pt idx="15921">
                  <c:v>9.028059811839217</c:v>
                </c:pt>
                <c:pt idx="15922">
                  <c:v>9.030798552351591</c:v>
                </c:pt>
                <c:pt idx="15923">
                  <c:v>9.0331653276477386</c:v>
                </c:pt>
                <c:pt idx="15924">
                  <c:v>9.034586796072583</c:v>
                </c:pt>
                <c:pt idx="15925">
                  <c:v>9.0349443099375026</c:v>
                </c:pt>
                <c:pt idx="15926">
                  <c:v>9.0344189300135724</c:v>
                </c:pt>
                <c:pt idx="15927">
                  <c:v>9.0344786203776621</c:v>
                </c:pt>
                <c:pt idx="15928">
                  <c:v>9.0304465886433327</c:v>
                </c:pt>
                <c:pt idx="15929">
                  <c:v>9.0250511033292558</c:v>
                </c:pt>
                <c:pt idx="15930">
                  <c:v>9.0237323651626085</c:v>
                </c:pt>
                <c:pt idx="15931">
                  <c:v>9.0237562413082451</c:v>
                </c:pt>
                <c:pt idx="15932">
                  <c:v>9.0221646029857752</c:v>
                </c:pt>
                <c:pt idx="15933">
                  <c:v>9.020320066015449</c:v>
                </c:pt>
                <c:pt idx="15934">
                  <c:v>9.021509475059899</c:v>
                </c:pt>
                <c:pt idx="15935">
                  <c:v>9.0254360538176694</c:v>
                </c:pt>
                <c:pt idx="15936">
                  <c:v>9.0237298518841218</c:v>
                </c:pt>
                <c:pt idx="15937">
                  <c:v>9.0217196479734589</c:v>
                </c:pt>
                <c:pt idx="15938">
                  <c:v>9.0252448352127068</c:v>
                </c:pt>
                <c:pt idx="15939">
                  <c:v>9.0276484719266801</c:v>
                </c:pt>
                <c:pt idx="15940">
                  <c:v>9.0267226429636587</c:v>
                </c:pt>
                <c:pt idx="15941">
                  <c:v>9.0262036509558836</c:v>
                </c:pt>
                <c:pt idx="15942">
                  <c:v>9.0246141070321535</c:v>
                </c:pt>
                <c:pt idx="15943">
                  <c:v>9.0213068419818043</c:v>
                </c:pt>
                <c:pt idx="15944">
                  <c:v>9.0177565219576756</c:v>
                </c:pt>
                <c:pt idx="15945">
                  <c:v>9.0163897173399459</c:v>
                </c:pt>
                <c:pt idx="15946">
                  <c:v>9.0162667761339073</c:v>
                </c:pt>
                <c:pt idx="15947">
                  <c:v>9.0207426109612445</c:v>
                </c:pt>
                <c:pt idx="15948">
                  <c:v>9.0270445520499969</c:v>
                </c:pt>
                <c:pt idx="15949">
                  <c:v>9.0279185446442032</c:v>
                </c:pt>
                <c:pt idx="15950">
                  <c:v>9.0261321272389115</c:v>
                </c:pt>
                <c:pt idx="15951">
                  <c:v>9.0236352897810104</c:v>
                </c:pt>
                <c:pt idx="15952">
                  <c:v>9.0240342727409821</c:v>
                </c:pt>
                <c:pt idx="15953">
                  <c:v>9.0236101569961296</c:v>
                </c:pt>
                <c:pt idx="15954">
                  <c:v>9.02518221269038</c:v>
                </c:pt>
                <c:pt idx="15955">
                  <c:v>9.0265099567716103</c:v>
                </c:pt>
                <c:pt idx="15956">
                  <c:v>9.0249348641991851</c:v>
                </c:pt>
                <c:pt idx="15957">
                  <c:v>9.0232829071930034</c:v>
                </c:pt>
                <c:pt idx="15958">
                  <c:v>9.0259986093192364</c:v>
                </c:pt>
                <c:pt idx="15959">
                  <c:v>9.0267338479969172</c:v>
                </c:pt>
                <c:pt idx="15960">
                  <c:v>9.0265262930817816</c:v>
                </c:pt>
                <c:pt idx="15961">
                  <c:v>9.026773432133103</c:v>
                </c:pt>
                <c:pt idx="15962">
                  <c:v>9.0273813313673905</c:v>
                </c:pt>
                <c:pt idx="15963">
                  <c:v>9.0272957751788621</c:v>
                </c:pt>
                <c:pt idx="15964">
                  <c:v>9.0248145409915725</c:v>
                </c:pt>
                <c:pt idx="15965">
                  <c:v>9.0248916148652043</c:v>
                </c:pt>
                <c:pt idx="15966">
                  <c:v>9.0294000175929501</c:v>
                </c:pt>
                <c:pt idx="15967">
                  <c:v>9.0319166471189458</c:v>
                </c:pt>
                <c:pt idx="15968">
                  <c:v>9.0334692249049144</c:v>
                </c:pt>
                <c:pt idx="15969">
                  <c:v>9.0336014861853453</c:v>
                </c:pt>
                <c:pt idx="15970">
                  <c:v>9.0346595764287994</c:v>
                </c:pt>
                <c:pt idx="15971">
                  <c:v>9.0343062513613592</c:v>
                </c:pt>
                <c:pt idx="15972">
                  <c:v>9.0349253556289053</c:v>
                </c:pt>
                <c:pt idx="15973">
                  <c:v>9.034534854983832</c:v>
                </c:pt>
                <c:pt idx="15974">
                  <c:v>9.0285263391585548</c:v>
                </c:pt>
                <c:pt idx="15975">
                  <c:v>9.0251586507045563</c:v>
                </c:pt>
                <c:pt idx="15976">
                  <c:v>9.025360550743093</c:v>
                </c:pt>
                <c:pt idx="15977">
                  <c:v>9.0258728406748983</c:v>
                </c:pt>
                <c:pt idx="15978">
                  <c:v>9.0277627213779468</c:v>
                </c:pt>
                <c:pt idx="15979">
                  <c:v>9.028870658311412</c:v>
                </c:pt>
                <c:pt idx="15980">
                  <c:v>9.0273824832866989</c:v>
                </c:pt>
                <c:pt idx="15981">
                  <c:v>9.0265398019536551</c:v>
                </c:pt>
                <c:pt idx="15982">
                  <c:v>9.0280991865355293</c:v>
                </c:pt>
                <c:pt idx="15983">
                  <c:v>9.0275016545750049</c:v>
                </c:pt>
                <c:pt idx="15984">
                  <c:v>9.0281202352428664</c:v>
                </c:pt>
                <c:pt idx="15985">
                  <c:v>9.0288166228239195</c:v>
                </c:pt>
                <c:pt idx="15986">
                  <c:v>9.0318458564415334</c:v>
                </c:pt>
                <c:pt idx="15987">
                  <c:v>9.0322378231657261</c:v>
                </c:pt>
                <c:pt idx="15988">
                  <c:v>9.0289096141279757</c:v>
                </c:pt>
                <c:pt idx="15989">
                  <c:v>9.0252394944959207</c:v>
                </c:pt>
                <c:pt idx="15990">
                  <c:v>9.0241027595797796</c:v>
                </c:pt>
                <c:pt idx="15991">
                  <c:v>9.0228309359449081</c:v>
                </c:pt>
                <c:pt idx="15992">
                  <c:v>9.0232833260727503</c:v>
                </c:pt>
                <c:pt idx="15993">
                  <c:v>9.0254631762813524</c:v>
                </c:pt>
                <c:pt idx="15994">
                  <c:v>9.0260790342308539</c:v>
                </c:pt>
                <c:pt idx="15995">
                  <c:v>9.0271643516579267</c:v>
                </c:pt>
                <c:pt idx="15996">
                  <c:v>9.030672050667695</c:v>
                </c:pt>
                <c:pt idx="15997">
                  <c:v>9.0312199453780817</c:v>
                </c:pt>
                <c:pt idx="15998">
                  <c:v>9.0274117001491216</c:v>
                </c:pt>
                <c:pt idx="15999">
                  <c:v>9.0237332029221058</c:v>
                </c:pt>
                <c:pt idx="16000">
                  <c:v>9.0221802062563885</c:v>
                </c:pt>
                <c:pt idx="16001">
                  <c:v>9.0217581849102757</c:v>
                </c:pt>
                <c:pt idx="16002">
                  <c:v>9.0220746485598919</c:v>
                </c:pt>
                <c:pt idx="16003">
                  <c:v>9.0219532781529086</c:v>
                </c:pt>
                <c:pt idx="16004">
                  <c:v>9.0226976274651065</c:v>
                </c:pt>
                <c:pt idx="16005">
                  <c:v>9.0214641313271784</c:v>
                </c:pt>
                <c:pt idx="16006">
                  <c:v>9.022020403632526</c:v>
                </c:pt>
                <c:pt idx="16007">
                  <c:v>9.0249530854682245</c:v>
                </c:pt>
                <c:pt idx="16008">
                  <c:v>9.0287813322051509</c:v>
                </c:pt>
                <c:pt idx="16009">
                  <c:v>9.029203981870884</c:v>
                </c:pt>
                <c:pt idx="16010">
                  <c:v>9.0253052586163562</c:v>
                </c:pt>
                <c:pt idx="16011">
                  <c:v>9.0259424794330041</c:v>
                </c:pt>
                <c:pt idx="16012">
                  <c:v>9.0288024856324238</c:v>
                </c:pt>
                <c:pt idx="16013">
                  <c:v>9.0303232285575454</c:v>
                </c:pt>
                <c:pt idx="16014">
                  <c:v>9.0320089053834423</c:v>
                </c:pt>
                <c:pt idx="16015">
                  <c:v>9.0300838387815627</c:v>
                </c:pt>
                <c:pt idx="16016">
                  <c:v>9.0256935601427539</c:v>
                </c:pt>
                <c:pt idx="16017">
                  <c:v>9.0232037389206301</c:v>
                </c:pt>
                <c:pt idx="16018">
                  <c:v>9.0201079034230851</c:v>
                </c:pt>
                <c:pt idx="16019">
                  <c:v>9.0163862615820243</c:v>
                </c:pt>
                <c:pt idx="16020">
                  <c:v>9.0154183352043287</c:v>
                </c:pt>
                <c:pt idx="16021">
                  <c:v>9.015050768225457</c:v>
                </c:pt>
                <c:pt idx="16022">
                  <c:v>9.0165558031600295</c:v>
                </c:pt>
                <c:pt idx="16023">
                  <c:v>9.0189741006651811</c:v>
                </c:pt>
                <c:pt idx="16024">
                  <c:v>9.020530238929009</c:v>
                </c:pt>
                <c:pt idx="16025">
                  <c:v>9.019479479081145</c:v>
                </c:pt>
                <c:pt idx="16026">
                  <c:v>9.0192266851532263</c:v>
                </c:pt>
                <c:pt idx="16027">
                  <c:v>9.0209017852654867</c:v>
                </c:pt>
                <c:pt idx="16028">
                  <c:v>9.0208543471340246</c:v>
                </c:pt>
                <c:pt idx="16029">
                  <c:v>9.0207022937855008</c:v>
                </c:pt>
                <c:pt idx="16030">
                  <c:v>9.0210129978385805</c:v>
                </c:pt>
                <c:pt idx="16031">
                  <c:v>9.0231738937385852</c:v>
                </c:pt>
                <c:pt idx="16032">
                  <c:v>9.0238105909555486</c:v>
                </c:pt>
                <c:pt idx="16033">
                  <c:v>9.0235417748772679</c:v>
                </c:pt>
                <c:pt idx="16034">
                  <c:v>9.0253761540137063</c:v>
                </c:pt>
                <c:pt idx="16035">
                  <c:v>9.0254553222860778</c:v>
                </c:pt>
                <c:pt idx="16036">
                  <c:v>9.0240942772648829</c:v>
                </c:pt>
                <c:pt idx="16037">
                  <c:v>9.0235546554295194</c:v>
                </c:pt>
                <c:pt idx="16038">
                  <c:v>9.0223961387664833</c:v>
                </c:pt>
                <c:pt idx="16039">
                  <c:v>9.0227520818323477</c:v>
                </c:pt>
                <c:pt idx="16040">
                  <c:v>9.0266988715379597</c:v>
                </c:pt>
                <c:pt idx="16041">
                  <c:v>9.0289614504967908</c:v>
                </c:pt>
                <c:pt idx="16042">
                  <c:v>9.0274750557110064</c:v>
                </c:pt>
                <c:pt idx="16043">
                  <c:v>9.0254426511737016</c:v>
                </c:pt>
                <c:pt idx="16044">
                  <c:v>9.0234896243486418</c:v>
                </c:pt>
                <c:pt idx="16045">
                  <c:v>9.0206191461555214</c:v>
                </c:pt>
                <c:pt idx="16046">
                  <c:v>9.0185282031734335</c:v>
                </c:pt>
                <c:pt idx="16047">
                  <c:v>9.0169187624616729</c:v>
                </c:pt>
                <c:pt idx="16048">
                  <c:v>9.0159768066283537</c:v>
                </c:pt>
                <c:pt idx="16049">
                  <c:v>9.0166468047852817</c:v>
                </c:pt>
                <c:pt idx="16050">
                  <c:v>9.0174651910929402</c:v>
                </c:pt>
                <c:pt idx="16051">
                  <c:v>9.0191068855452983</c:v>
                </c:pt>
                <c:pt idx="16052">
                  <c:v>9.0199217113750976</c:v>
                </c:pt>
                <c:pt idx="16053">
                  <c:v>9.0228070597992733</c:v>
                </c:pt>
                <c:pt idx="16054">
                  <c:v>9.0241542817887836</c:v>
                </c:pt>
                <c:pt idx="16055">
                  <c:v>9.0206627096493133</c:v>
                </c:pt>
                <c:pt idx="16056">
                  <c:v>9.0208815743176451</c:v>
                </c:pt>
                <c:pt idx="16057">
                  <c:v>9.0234647010036362</c:v>
                </c:pt>
                <c:pt idx="16058">
                  <c:v>9.0268834927868902</c:v>
                </c:pt>
                <c:pt idx="16059">
                  <c:v>9.0307751998056389</c:v>
                </c:pt>
                <c:pt idx="16060">
                  <c:v>9.0320412638439755</c:v>
                </c:pt>
                <c:pt idx="16061">
                  <c:v>9.0302450027646071</c:v>
                </c:pt>
                <c:pt idx="16062">
                  <c:v>9.028422561700987</c:v>
                </c:pt>
                <c:pt idx="16063">
                  <c:v>9.0258428907729176</c:v>
                </c:pt>
                <c:pt idx="16064">
                  <c:v>9.0251489117504153</c:v>
                </c:pt>
                <c:pt idx="16065">
                  <c:v>9.0245943149640606</c:v>
                </c:pt>
                <c:pt idx="16066">
                  <c:v>9.0225928028081697</c:v>
                </c:pt>
                <c:pt idx="16067">
                  <c:v>9.0214086297605682</c:v>
                </c:pt>
                <c:pt idx="16068">
                  <c:v>9.0198268351121769</c:v>
                </c:pt>
                <c:pt idx="16069">
                  <c:v>9.0204845810364755</c:v>
                </c:pt>
                <c:pt idx="16070">
                  <c:v>9.0202330437478011</c:v>
                </c:pt>
                <c:pt idx="16071">
                  <c:v>9.0182889181173866</c:v>
                </c:pt>
                <c:pt idx="16072">
                  <c:v>9.0200849697568817</c:v>
                </c:pt>
                <c:pt idx="16073">
                  <c:v>9.019798037129501</c:v>
                </c:pt>
                <c:pt idx="16074">
                  <c:v>9.0182687071695451</c:v>
                </c:pt>
                <c:pt idx="16075">
                  <c:v>9.0200310389893268</c:v>
                </c:pt>
                <c:pt idx="16076">
                  <c:v>9.0208290049092703</c:v>
                </c:pt>
                <c:pt idx="16077">
                  <c:v>9.0184202369183861</c:v>
                </c:pt>
                <c:pt idx="16078">
                  <c:v>9.0171776301459374</c:v>
                </c:pt>
                <c:pt idx="16079">
                  <c:v>9.0181926804952841</c:v>
                </c:pt>
                <c:pt idx="16080">
                  <c:v>9.0197283983713952</c:v>
                </c:pt>
                <c:pt idx="16081">
                  <c:v>9.0196164527587417</c:v>
                </c:pt>
                <c:pt idx="16082">
                  <c:v>9.0194569642946902</c:v>
                </c:pt>
                <c:pt idx="16083">
                  <c:v>9.0224090193187347</c:v>
                </c:pt>
                <c:pt idx="16084">
                  <c:v>9.0244816363118474</c:v>
                </c:pt>
                <c:pt idx="16085">
                  <c:v>9.023120381850779</c:v>
                </c:pt>
                <c:pt idx="16086">
                  <c:v>9.0231377653603211</c:v>
                </c:pt>
                <c:pt idx="16087">
                  <c:v>9.0237762428162132</c:v>
                </c:pt>
                <c:pt idx="16088">
                  <c:v>9.0239976207630317</c:v>
                </c:pt>
                <c:pt idx="16089">
                  <c:v>9.0235184223313176</c:v>
                </c:pt>
                <c:pt idx="16090">
                  <c:v>9.0212006559656857</c:v>
                </c:pt>
                <c:pt idx="16091">
                  <c:v>9.0186216133572366</c:v>
                </c:pt>
                <c:pt idx="16092">
                  <c:v>9.0189998617696823</c:v>
                </c:pt>
                <c:pt idx="16093">
                  <c:v>9.017726886215506</c:v>
                </c:pt>
                <c:pt idx="16094">
                  <c:v>9.0168940485565408</c:v>
                </c:pt>
                <c:pt idx="16095">
                  <c:v>9.0174992250724664</c:v>
                </c:pt>
                <c:pt idx="16096">
                  <c:v>9.0199063175443595</c:v>
                </c:pt>
                <c:pt idx="16097">
                  <c:v>9.0250986461806537</c:v>
                </c:pt>
                <c:pt idx="16098">
                  <c:v>9.0294148878240037</c:v>
                </c:pt>
                <c:pt idx="16099">
                  <c:v>9.0322741609838655</c:v>
                </c:pt>
                <c:pt idx="16100">
                  <c:v>9.0327272841512656</c:v>
                </c:pt>
                <c:pt idx="16101">
                  <c:v>9.0316043722668091</c:v>
                </c:pt>
                <c:pt idx="16102">
                  <c:v>9.0275690942144333</c:v>
                </c:pt>
                <c:pt idx="16103">
                  <c:v>9.0258097992728246</c:v>
                </c:pt>
                <c:pt idx="16104">
                  <c:v>9.0239867298895842</c:v>
                </c:pt>
                <c:pt idx="16105">
                  <c:v>9.0223873422917755</c:v>
                </c:pt>
                <c:pt idx="16106">
                  <c:v>9.0223518422331317</c:v>
                </c:pt>
                <c:pt idx="16107">
                  <c:v>9.0225880904110056</c:v>
                </c:pt>
                <c:pt idx="16108">
                  <c:v>9.0241694661796483</c:v>
                </c:pt>
                <c:pt idx="16109">
                  <c:v>9.022941729638255</c:v>
                </c:pt>
                <c:pt idx="16110">
                  <c:v>9.0231039408206684</c:v>
                </c:pt>
                <c:pt idx="16111">
                  <c:v>9.0269659073773099</c:v>
                </c:pt>
                <c:pt idx="16112">
                  <c:v>9.029617939781847</c:v>
                </c:pt>
                <c:pt idx="16113">
                  <c:v>9.0291924626778144</c:v>
                </c:pt>
                <c:pt idx="16114">
                  <c:v>9.0279274458388485</c:v>
                </c:pt>
                <c:pt idx="16115">
                  <c:v>9.0250672301995536</c:v>
                </c:pt>
                <c:pt idx="16116">
                  <c:v>9.0226863177119121</c:v>
                </c:pt>
                <c:pt idx="16117">
                  <c:v>9.0219697191830175</c:v>
                </c:pt>
                <c:pt idx="16118">
                  <c:v>9.0214807817971625</c:v>
                </c:pt>
                <c:pt idx="16119">
                  <c:v>9.0219726513412528</c:v>
                </c:pt>
                <c:pt idx="16120">
                  <c:v>9.0224025266826402</c:v>
                </c:pt>
                <c:pt idx="16121">
                  <c:v>9.023313799574419</c:v>
                </c:pt>
                <c:pt idx="16122">
                  <c:v>9.0251424191143208</c:v>
                </c:pt>
                <c:pt idx="16123">
                  <c:v>9.0263894241241225</c:v>
                </c:pt>
                <c:pt idx="16124">
                  <c:v>9.0239963641237875</c:v>
                </c:pt>
                <c:pt idx="16125">
                  <c:v>9.0253348943585276</c:v>
                </c:pt>
                <c:pt idx="16126">
                  <c:v>9.026484614546856</c:v>
                </c:pt>
                <c:pt idx="16127">
                  <c:v>9.0237943593653132</c:v>
                </c:pt>
                <c:pt idx="16128">
                  <c:v>9.0231015322621175</c:v>
                </c:pt>
                <c:pt idx="16129">
                  <c:v>9.0226335388636638</c:v>
                </c:pt>
                <c:pt idx="16130">
                  <c:v>9.0231191252115348</c:v>
                </c:pt>
                <c:pt idx="16131">
                  <c:v>9.0265036735753892</c:v>
                </c:pt>
                <c:pt idx="16132">
                  <c:v>9.0285187993230895</c:v>
                </c:pt>
                <c:pt idx="16133">
                  <c:v>9.0288080357890852</c:v>
                </c:pt>
                <c:pt idx="16134">
                  <c:v>9.0272617411993359</c:v>
                </c:pt>
                <c:pt idx="16135">
                  <c:v>9.0274732754720777</c:v>
                </c:pt>
                <c:pt idx="16136">
                  <c:v>9.0259466682304836</c:v>
                </c:pt>
                <c:pt idx="16137">
                  <c:v>9.0214931387497277</c:v>
                </c:pt>
                <c:pt idx="16138">
                  <c:v>9.01937004674698</c:v>
                </c:pt>
                <c:pt idx="16139">
                  <c:v>9.0209558207529774</c:v>
                </c:pt>
                <c:pt idx="16140">
                  <c:v>9.0240112343548411</c:v>
                </c:pt>
                <c:pt idx="16141">
                  <c:v>9.02595452222576</c:v>
                </c:pt>
                <c:pt idx="16142">
                  <c:v>9.0278276477388868</c:v>
                </c:pt>
                <c:pt idx="16143">
                  <c:v>9.0269581581019729</c:v>
                </c:pt>
                <c:pt idx="16144">
                  <c:v>9.0258136739104931</c:v>
                </c:pt>
                <c:pt idx="16145">
                  <c:v>9.0246221704673015</c:v>
                </c:pt>
                <c:pt idx="16146">
                  <c:v>9.0239215940887689</c:v>
                </c:pt>
                <c:pt idx="16147">
                  <c:v>9.0233341152421964</c:v>
                </c:pt>
                <c:pt idx="16148">
                  <c:v>9.0226414975788742</c:v>
                </c:pt>
                <c:pt idx="16149">
                  <c:v>9.0222551857312805</c:v>
                </c:pt>
                <c:pt idx="16150">
                  <c:v>9.0225517525928662</c:v>
                </c:pt>
                <c:pt idx="16151">
                  <c:v>9.0215360739238974</c:v>
                </c:pt>
                <c:pt idx="16152">
                  <c:v>9.0230429938173344</c:v>
                </c:pt>
                <c:pt idx="16153">
                  <c:v>9.0247510807097502</c:v>
                </c:pt>
                <c:pt idx="16154">
                  <c:v>9.0253182438885453</c:v>
                </c:pt>
                <c:pt idx="16155">
                  <c:v>9.0265614789806143</c:v>
                </c:pt>
                <c:pt idx="16156">
                  <c:v>9.0263652338186748</c:v>
                </c:pt>
                <c:pt idx="16157">
                  <c:v>9.0259705443761202</c:v>
                </c:pt>
                <c:pt idx="16158">
                  <c:v>9.0264166513077431</c:v>
                </c:pt>
                <c:pt idx="16159">
                  <c:v>9.0268044292344563</c:v>
                </c:pt>
                <c:pt idx="16160">
                  <c:v>9.023863998123419</c:v>
                </c:pt>
                <c:pt idx="16161">
                  <c:v>9.0208483780976163</c:v>
                </c:pt>
                <c:pt idx="16162">
                  <c:v>9.0227819270143925</c:v>
                </c:pt>
                <c:pt idx="16163">
                  <c:v>9.0265889156041084</c:v>
                </c:pt>
                <c:pt idx="16164">
                  <c:v>9.0310766885042639</c:v>
                </c:pt>
                <c:pt idx="16165">
                  <c:v>9.0312129291423027</c:v>
                </c:pt>
                <c:pt idx="16166">
                  <c:v>9.0308340524102348</c:v>
                </c:pt>
                <c:pt idx="16167">
                  <c:v>9.0275439614295525</c:v>
                </c:pt>
                <c:pt idx="16168">
                  <c:v>9.0220184139537221</c:v>
                </c:pt>
                <c:pt idx="16169">
                  <c:v>9.0169681902719372</c:v>
                </c:pt>
                <c:pt idx="16170">
                  <c:v>9.0157066291908912</c:v>
                </c:pt>
                <c:pt idx="16171">
                  <c:v>9.0194099450429768</c:v>
                </c:pt>
                <c:pt idx="16172">
                  <c:v>9.0210338371060441</c:v>
                </c:pt>
                <c:pt idx="16173">
                  <c:v>9.0239023256203605</c:v>
                </c:pt>
                <c:pt idx="16174">
                  <c:v>9.0278055518321807</c:v>
                </c:pt>
                <c:pt idx="16175">
                  <c:v>9.0308782442236488</c:v>
                </c:pt>
                <c:pt idx="16176">
                  <c:v>9.0295481963038053</c:v>
                </c:pt>
                <c:pt idx="16177">
                  <c:v>9.0266291280599162</c:v>
                </c:pt>
                <c:pt idx="16178">
                  <c:v>9.0234415578975593</c:v>
                </c:pt>
                <c:pt idx="16179">
                  <c:v>9.0204421694619903</c:v>
                </c:pt>
                <c:pt idx="16180">
                  <c:v>9.0194876472362306</c:v>
                </c:pt>
                <c:pt idx="16181">
                  <c:v>9.0197574057939445</c:v>
                </c:pt>
                <c:pt idx="16182">
                  <c:v>9.020235766466163</c:v>
                </c:pt>
                <c:pt idx="16183">
                  <c:v>9.0227109268971066</c:v>
                </c:pt>
                <c:pt idx="16184">
                  <c:v>9.0246263592647828</c:v>
                </c:pt>
                <c:pt idx="16185">
                  <c:v>9.0269883174438288</c:v>
                </c:pt>
                <c:pt idx="16186">
                  <c:v>9.0276303553775783</c:v>
                </c:pt>
                <c:pt idx="16187">
                  <c:v>9.0269798351289303</c:v>
                </c:pt>
                <c:pt idx="16188">
                  <c:v>9.0266896561835033</c:v>
                </c:pt>
                <c:pt idx="16189">
                  <c:v>9.0267921770018269</c:v>
                </c:pt>
                <c:pt idx="16190">
                  <c:v>9.0252117437126156</c:v>
                </c:pt>
                <c:pt idx="16191">
                  <c:v>9.0229623594658452</c:v>
                </c:pt>
                <c:pt idx="16192">
                  <c:v>9.0219003945847227</c:v>
                </c:pt>
                <c:pt idx="16193">
                  <c:v>9.0236684860010392</c:v>
                </c:pt>
                <c:pt idx="16194">
                  <c:v>9.0256577459243008</c:v>
                </c:pt>
                <c:pt idx="16195">
                  <c:v>9.0257838287284482</c:v>
                </c:pt>
                <c:pt idx="16196">
                  <c:v>9.0244633103228722</c:v>
                </c:pt>
                <c:pt idx="16197">
                  <c:v>9.0255885260459419</c:v>
                </c:pt>
                <c:pt idx="16198">
                  <c:v>9.024610232394485</c:v>
                </c:pt>
                <c:pt idx="16199">
                  <c:v>9.0247845910895901</c:v>
                </c:pt>
                <c:pt idx="16200">
                  <c:v>9.0269381565940048</c:v>
                </c:pt>
                <c:pt idx="16201">
                  <c:v>9.0268023348357147</c:v>
                </c:pt>
                <c:pt idx="16202">
                  <c:v>9.024094905584505</c:v>
                </c:pt>
                <c:pt idx="16203">
                  <c:v>9.0203788139001055</c:v>
                </c:pt>
                <c:pt idx="16204">
                  <c:v>9.0208950831895187</c:v>
                </c:pt>
                <c:pt idx="16205">
                  <c:v>9.0230578640483898</c:v>
                </c:pt>
                <c:pt idx="16206">
                  <c:v>9.0231275028064939</c:v>
                </c:pt>
                <c:pt idx="16207">
                  <c:v>9.0218070891208555</c:v>
                </c:pt>
                <c:pt idx="16208">
                  <c:v>9.0205481460382355</c:v>
                </c:pt>
                <c:pt idx="16209">
                  <c:v>9.0217848884942118</c:v>
                </c:pt>
                <c:pt idx="16210">
                  <c:v>9.0211825394165839</c:v>
                </c:pt>
                <c:pt idx="16211">
                  <c:v>9.0207036551446809</c:v>
                </c:pt>
                <c:pt idx="16212">
                  <c:v>9.0215101033795211</c:v>
                </c:pt>
                <c:pt idx="16213">
                  <c:v>9.0253095521337734</c:v>
                </c:pt>
                <c:pt idx="16214">
                  <c:v>9.0274033225541608</c:v>
                </c:pt>
                <c:pt idx="16215">
                  <c:v>9.0243706331786271</c:v>
                </c:pt>
                <c:pt idx="16216">
                  <c:v>9.0202977606688677</c:v>
                </c:pt>
                <c:pt idx="16217">
                  <c:v>9.0170825444431415</c:v>
                </c:pt>
                <c:pt idx="16218">
                  <c:v>9.0150206088836011</c:v>
                </c:pt>
                <c:pt idx="16219">
                  <c:v>9.0167764480672883</c:v>
                </c:pt>
                <c:pt idx="16220">
                  <c:v>9.0187820443007229</c:v>
                </c:pt>
                <c:pt idx="16221">
                  <c:v>9.0162292863964613</c:v>
                </c:pt>
                <c:pt idx="16222">
                  <c:v>9.0162228984803043</c:v>
                </c:pt>
                <c:pt idx="16223">
                  <c:v>9.0192362146674938</c:v>
                </c:pt>
                <c:pt idx="16224">
                  <c:v>9.0229224611698466</c:v>
                </c:pt>
                <c:pt idx="16225">
                  <c:v>9.0257545071460878</c:v>
                </c:pt>
                <c:pt idx="16226">
                  <c:v>9.0278609486788532</c:v>
                </c:pt>
                <c:pt idx="16227">
                  <c:v>9.0293145661243575</c:v>
                </c:pt>
                <c:pt idx="16228">
                  <c:v>9.0286243570195861</c:v>
                </c:pt>
                <c:pt idx="16229">
                  <c:v>9.0271240344821813</c:v>
                </c:pt>
                <c:pt idx="16230">
                  <c:v>9.0270843456260579</c:v>
                </c:pt>
                <c:pt idx="16231">
                  <c:v>9.0266241015029411</c:v>
                </c:pt>
                <c:pt idx="16232">
                  <c:v>9.0261082510932766</c:v>
                </c:pt>
                <c:pt idx="16233">
                  <c:v>9.0259664602985783</c:v>
                </c:pt>
                <c:pt idx="16234">
                  <c:v>9.0294757301074</c:v>
                </c:pt>
                <c:pt idx="16235">
                  <c:v>9.0315679297287339</c:v>
                </c:pt>
                <c:pt idx="16236">
                  <c:v>9.0297935551161981</c:v>
                </c:pt>
                <c:pt idx="16237">
                  <c:v>9.0279356139939342</c:v>
                </c:pt>
                <c:pt idx="16238">
                  <c:v>9.027584278605298</c:v>
                </c:pt>
                <c:pt idx="16239">
                  <c:v>9.0295548983797733</c:v>
                </c:pt>
                <c:pt idx="16240">
                  <c:v>9.0293468198649531</c:v>
                </c:pt>
                <c:pt idx="16241">
                  <c:v>9.025341491714558</c:v>
                </c:pt>
                <c:pt idx="16242">
                  <c:v>9.0237161335723748</c:v>
                </c:pt>
                <c:pt idx="16243">
                  <c:v>9.0239140542533054</c:v>
                </c:pt>
                <c:pt idx="16244">
                  <c:v>9.0233715002597048</c:v>
                </c:pt>
                <c:pt idx="16245">
                  <c:v>9.0234953839451766</c:v>
                </c:pt>
                <c:pt idx="16246">
                  <c:v>9.0237343548414124</c:v>
                </c:pt>
                <c:pt idx="16247">
                  <c:v>9.0247473107920175</c:v>
                </c:pt>
                <c:pt idx="16248">
                  <c:v>9.025733982038437</c:v>
                </c:pt>
                <c:pt idx="16249">
                  <c:v>9.0220746485598919</c:v>
                </c:pt>
                <c:pt idx="16250">
                  <c:v>9.0202493800579724</c:v>
                </c:pt>
                <c:pt idx="16251">
                  <c:v>9.0214842375550823</c:v>
                </c:pt>
                <c:pt idx="16252">
                  <c:v>9.0205991446475551</c:v>
                </c:pt>
                <c:pt idx="16253">
                  <c:v>9.019506915704639</c:v>
                </c:pt>
                <c:pt idx="16254">
                  <c:v>9.0221376899619656</c:v>
                </c:pt>
                <c:pt idx="16255">
                  <c:v>9.0249030293383381</c:v>
                </c:pt>
                <c:pt idx="16256">
                  <c:v>9.0223747758993351</c:v>
                </c:pt>
                <c:pt idx="16257">
                  <c:v>9.0219420731196482</c:v>
                </c:pt>
                <c:pt idx="16258">
                  <c:v>9.0238713285190091</c:v>
                </c:pt>
                <c:pt idx="16259">
                  <c:v>9.0223944632474904</c:v>
                </c:pt>
                <c:pt idx="16260">
                  <c:v>9.0206375768644342</c:v>
                </c:pt>
                <c:pt idx="16261">
                  <c:v>9.0189009014292179</c:v>
                </c:pt>
                <c:pt idx="16262">
                  <c:v>9.0204231104334571</c:v>
                </c:pt>
                <c:pt idx="16263">
                  <c:v>9.0229645585845208</c:v>
                </c:pt>
                <c:pt idx="16264">
                  <c:v>9.0235450211953161</c:v>
                </c:pt>
                <c:pt idx="16265">
                  <c:v>9.0220625010472002</c:v>
                </c:pt>
                <c:pt idx="16266">
                  <c:v>9.0187253908148044</c:v>
                </c:pt>
                <c:pt idx="16267">
                  <c:v>9.0185475763617777</c:v>
                </c:pt>
                <c:pt idx="16268">
                  <c:v>9.0226670492435037</c:v>
                </c:pt>
                <c:pt idx="16269">
                  <c:v>9.0239569894274752</c:v>
                </c:pt>
                <c:pt idx="16270">
                  <c:v>9.0225805505755403</c:v>
                </c:pt>
                <c:pt idx="16271">
                  <c:v>9.0214939765092232</c:v>
                </c:pt>
                <c:pt idx="16272">
                  <c:v>9.0214674823651624</c:v>
                </c:pt>
                <c:pt idx="16273">
                  <c:v>9.0233732804986353</c:v>
                </c:pt>
                <c:pt idx="16274">
                  <c:v>9.0263135021697973</c:v>
                </c:pt>
                <c:pt idx="16275">
                  <c:v>9.0295318599936323</c:v>
                </c:pt>
                <c:pt idx="16276">
                  <c:v>9.0296218144195173</c:v>
                </c:pt>
                <c:pt idx="16277">
                  <c:v>9.0306326759713826</c:v>
                </c:pt>
                <c:pt idx="16278">
                  <c:v>9.0311506207797869</c:v>
                </c:pt>
                <c:pt idx="16279">
                  <c:v>9.0296049545096597</c:v>
                </c:pt>
                <c:pt idx="16280">
                  <c:v>9.0294223229395314</c:v>
                </c:pt>
                <c:pt idx="16281">
                  <c:v>9.0296266315366189</c:v>
                </c:pt>
                <c:pt idx="16282">
                  <c:v>9.0270344989360449</c:v>
                </c:pt>
                <c:pt idx="16283">
                  <c:v>9.025802259437361</c:v>
                </c:pt>
                <c:pt idx="16284">
                  <c:v>9.0283619288574641</c:v>
                </c:pt>
                <c:pt idx="16285">
                  <c:v>9.0292863964613037</c:v>
                </c:pt>
                <c:pt idx="16286">
                  <c:v>9.027842308530067</c:v>
                </c:pt>
                <c:pt idx="16287">
                  <c:v>9.0260131653904789</c:v>
                </c:pt>
                <c:pt idx="16288">
                  <c:v>9.0243681199001387</c:v>
                </c:pt>
                <c:pt idx="16289">
                  <c:v>9.0237987576026679</c:v>
                </c:pt>
                <c:pt idx="16290">
                  <c:v>9.0245885553675258</c:v>
                </c:pt>
                <c:pt idx="16291">
                  <c:v>9.0218971482666763</c:v>
                </c:pt>
                <c:pt idx="16292">
                  <c:v>9.0205428053214476</c:v>
                </c:pt>
                <c:pt idx="16293">
                  <c:v>9.0250350811788955</c:v>
                </c:pt>
                <c:pt idx="16294">
                  <c:v>9.030996054152773</c:v>
                </c:pt>
                <c:pt idx="16295">
                  <c:v>9.034189907511351</c:v>
                </c:pt>
                <c:pt idx="16296">
                  <c:v>9.0337469421778405</c:v>
                </c:pt>
                <c:pt idx="16297">
                  <c:v>9.0279037791330872</c:v>
                </c:pt>
                <c:pt idx="16298">
                  <c:v>9.0268395104133514</c:v>
                </c:pt>
                <c:pt idx="16299">
                  <c:v>9.0283114538478291</c:v>
                </c:pt>
                <c:pt idx="16300">
                  <c:v>9.0297215077995414</c:v>
                </c:pt>
                <c:pt idx="16301">
                  <c:v>9.0319136102407729</c:v>
                </c:pt>
                <c:pt idx="16302">
                  <c:v>9.03061215086373</c:v>
                </c:pt>
                <c:pt idx="16303">
                  <c:v>9.0303061592078144</c:v>
                </c:pt>
                <c:pt idx="16304">
                  <c:v>9.0298546068394678</c:v>
                </c:pt>
                <c:pt idx="16305">
                  <c:v>9.0307880803578904</c:v>
                </c:pt>
                <c:pt idx="16306">
                  <c:v>9.029891991856978</c:v>
                </c:pt>
                <c:pt idx="16307">
                  <c:v>9.0285683318532914</c:v>
                </c:pt>
                <c:pt idx="16308">
                  <c:v>9.027254620243621</c:v>
                </c:pt>
                <c:pt idx="16309">
                  <c:v>9.024617248630264</c:v>
                </c:pt>
                <c:pt idx="16310">
                  <c:v>9.0200065345240681</c:v>
                </c:pt>
                <c:pt idx="16311">
                  <c:v>9.0173614136353741</c:v>
                </c:pt>
                <c:pt idx="16312">
                  <c:v>9.0170087168875561</c:v>
                </c:pt>
                <c:pt idx="16313">
                  <c:v>9.0183268267345813</c:v>
                </c:pt>
                <c:pt idx="16314">
                  <c:v>9.0196398053046938</c:v>
                </c:pt>
                <c:pt idx="16315">
                  <c:v>9.0210395967025789</c:v>
                </c:pt>
                <c:pt idx="16316">
                  <c:v>9.0232762051170354</c:v>
                </c:pt>
                <c:pt idx="16317">
                  <c:v>9.0261906656836963</c:v>
                </c:pt>
                <c:pt idx="16318">
                  <c:v>9.0293635750548731</c:v>
                </c:pt>
                <c:pt idx="16319">
                  <c:v>9.0288049989109123</c:v>
                </c:pt>
                <c:pt idx="16320">
                  <c:v>9.0310954333729878</c:v>
                </c:pt>
                <c:pt idx="16321">
                  <c:v>9.0339006710453571</c:v>
                </c:pt>
                <c:pt idx="16322">
                  <c:v>9.0319273285525199</c:v>
                </c:pt>
                <c:pt idx="16323">
                  <c:v>9.029915763282677</c:v>
                </c:pt>
                <c:pt idx="16324">
                  <c:v>9.0280010639545605</c:v>
                </c:pt>
                <c:pt idx="16325">
                  <c:v>9.0261830211282952</c:v>
                </c:pt>
                <c:pt idx="16326">
                  <c:v>9.0256733491949124</c:v>
                </c:pt>
                <c:pt idx="16327">
                  <c:v>9.0271528324648553</c:v>
                </c:pt>
                <c:pt idx="16328">
                  <c:v>9.0252234723455587</c:v>
                </c:pt>
                <c:pt idx="16329">
                  <c:v>9.0253278781227486</c:v>
                </c:pt>
                <c:pt idx="16330">
                  <c:v>9.0260956847008362</c:v>
                </c:pt>
                <c:pt idx="16331">
                  <c:v>9.0260686669570891</c:v>
                </c:pt>
                <c:pt idx="16332">
                  <c:v>9.0293310071544663</c:v>
                </c:pt>
                <c:pt idx="16333">
                  <c:v>9.0298742941876249</c:v>
                </c:pt>
                <c:pt idx="16334">
                  <c:v>9.0284976458958166</c:v>
                </c:pt>
                <c:pt idx="16335">
                  <c:v>9.0252850476685147</c:v>
                </c:pt>
                <c:pt idx="16336">
                  <c:v>9.0212217046730228</c:v>
                </c:pt>
                <c:pt idx="16337">
                  <c:v>9.0213104024596618</c:v>
                </c:pt>
                <c:pt idx="16338">
                  <c:v>9.0241715605783899</c:v>
                </c:pt>
                <c:pt idx="16339">
                  <c:v>9.0241728172176323</c:v>
                </c:pt>
                <c:pt idx="16340">
                  <c:v>9.0238431588559553</c:v>
                </c:pt>
                <c:pt idx="16341">
                  <c:v>9.0272197485045993</c:v>
                </c:pt>
                <c:pt idx="16342">
                  <c:v>9.0312170132198446</c:v>
                </c:pt>
                <c:pt idx="16343">
                  <c:v>9.0303406120670875</c:v>
                </c:pt>
                <c:pt idx="16344">
                  <c:v>9.0284454953671904</c:v>
                </c:pt>
                <c:pt idx="16345">
                  <c:v>9.0255424492736633</c:v>
                </c:pt>
                <c:pt idx="16346">
                  <c:v>9.022621810230719</c:v>
                </c:pt>
                <c:pt idx="16347">
                  <c:v>9.0239422239163574</c:v>
                </c:pt>
                <c:pt idx="16348">
                  <c:v>9.0255407737546705</c:v>
                </c:pt>
                <c:pt idx="16349">
                  <c:v>9.0283583683796049</c:v>
                </c:pt>
                <c:pt idx="16350">
                  <c:v>9.0285123066869968</c:v>
                </c:pt>
                <c:pt idx="16351">
                  <c:v>9.0254184608682539</c:v>
                </c:pt>
                <c:pt idx="16352">
                  <c:v>9.0225136345357981</c:v>
                </c:pt>
                <c:pt idx="16353">
                  <c:v>9.0201799507397418</c:v>
                </c:pt>
                <c:pt idx="16354">
                  <c:v>9.0165685789923433</c:v>
                </c:pt>
                <c:pt idx="16355">
                  <c:v>9.0203405911230998</c:v>
                </c:pt>
                <c:pt idx="16356">
                  <c:v>9.0250047123971644</c:v>
                </c:pt>
                <c:pt idx="16357">
                  <c:v>9.0273030008545145</c:v>
                </c:pt>
                <c:pt idx="16358">
                  <c:v>9.0257129333310999</c:v>
                </c:pt>
                <c:pt idx="16359">
                  <c:v>9.0219273076085322</c:v>
                </c:pt>
                <c:pt idx="16360">
                  <c:v>9.0213674748253272</c:v>
                </c:pt>
                <c:pt idx="16361">
                  <c:v>9.0219672059045291</c:v>
                </c:pt>
                <c:pt idx="16362">
                  <c:v>9.0235262763265922</c:v>
                </c:pt>
                <c:pt idx="16363">
                  <c:v>9.0226804533954397</c:v>
                </c:pt>
                <c:pt idx="16364">
                  <c:v>9.0190946333126689</c:v>
                </c:pt>
                <c:pt idx="16365">
                  <c:v>9.0185505085200148</c:v>
                </c:pt>
                <c:pt idx="16366">
                  <c:v>9.0218949491479989</c:v>
                </c:pt>
                <c:pt idx="16367">
                  <c:v>9.0232772523164044</c:v>
                </c:pt>
                <c:pt idx="16368">
                  <c:v>9.0226159459142465</c:v>
                </c:pt>
                <c:pt idx="16369">
                  <c:v>9.0227906187691644</c:v>
                </c:pt>
                <c:pt idx="16370">
                  <c:v>9.0229978595244873</c:v>
                </c:pt>
                <c:pt idx="16371">
                  <c:v>9.0257265469229093</c:v>
                </c:pt>
                <c:pt idx="16372">
                  <c:v>9.0250702670777265</c:v>
                </c:pt>
                <c:pt idx="16373">
                  <c:v>9.0182767706046949</c:v>
                </c:pt>
                <c:pt idx="16374">
                  <c:v>9.0138011452172311</c:v>
                </c:pt>
                <c:pt idx="16375">
                  <c:v>9.01281562589012</c:v>
                </c:pt>
                <c:pt idx="16376">
                  <c:v>9.0191214416165408</c:v>
                </c:pt>
                <c:pt idx="16377">
                  <c:v>9.0251166580098179</c:v>
                </c:pt>
                <c:pt idx="16378">
                  <c:v>9.0263690037364075</c:v>
                </c:pt>
                <c:pt idx="16379">
                  <c:v>9.0261263676423766</c:v>
                </c:pt>
                <c:pt idx="16380">
                  <c:v>9.0233458438751395</c:v>
                </c:pt>
                <c:pt idx="16381">
                  <c:v>9.0237566601879937</c:v>
                </c:pt>
                <c:pt idx="16382">
                  <c:v>9.024029979223565</c:v>
                </c:pt>
                <c:pt idx="16383">
                  <c:v>9.0233633321046192</c:v>
                </c:pt>
                <c:pt idx="16384">
                  <c:v>9.0234967453043584</c:v>
                </c:pt>
                <c:pt idx="16385">
                  <c:v>9.0243659207814613</c:v>
                </c:pt>
                <c:pt idx="16386">
                  <c:v>9.0244491731313783</c:v>
                </c:pt>
                <c:pt idx="16387">
                  <c:v>9.0234666906824383</c:v>
                </c:pt>
                <c:pt idx="16388">
                  <c:v>9.022669667241928</c:v>
                </c:pt>
                <c:pt idx="16389">
                  <c:v>9.0221183167736214</c:v>
                </c:pt>
                <c:pt idx="16390">
                  <c:v>9.020242782701942</c:v>
                </c:pt>
                <c:pt idx="16391">
                  <c:v>9.0198914473133058</c:v>
                </c:pt>
                <c:pt idx="16392">
                  <c:v>9.0207766449407707</c:v>
                </c:pt>
                <c:pt idx="16393">
                  <c:v>9.0207506743963943</c:v>
                </c:pt>
                <c:pt idx="16394">
                  <c:v>9.0219310775262631</c:v>
                </c:pt>
                <c:pt idx="16395">
                  <c:v>9.0242624574837063</c:v>
                </c:pt>
                <c:pt idx="16396">
                  <c:v>9.0246706557981327</c:v>
                </c:pt>
                <c:pt idx="16397">
                  <c:v>9.026417384347301</c:v>
                </c:pt>
                <c:pt idx="16398">
                  <c:v>9.0290908843389239</c:v>
                </c:pt>
                <c:pt idx="16399">
                  <c:v>9.030398312752375</c:v>
                </c:pt>
                <c:pt idx="16400">
                  <c:v>9.029508507447682</c:v>
                </c:pt>
                <c:pt idx="16401">
                  <c:v>9.0279411641505956</c:v>
                </c:pt>
                <c:pt idx="16402">
                  <c:v>9.0282136454266713</c:v>
                </c:pt>
                <c:pt idx="16403">
                  <c:v>9.0286217390211618</c:v>
                </c:pt>
                <c:pt idx="16404">
                  <c:v>9.029613227384683</c:v>
                </c:pt>
                <c:pt idx="16405">
                  <c:v>9.0300296985741326</c:v>
                </c:pt>
                <c:pt idx="16406">
                  <c:v>9.0278884900222849</c:v>
                </c:pt>
                <c:pt idx="16407">
                  <c:v>9.0246020642393976</c:v>
                </c:pt>
                <c:pt idx="16408">
                  <c:v>9.0211539508737832</c:v>
                </c:pt>
                <c:pt idx="16409">
                  <c:v>9.0182256672754377</c:v>
                </c:pt>
                <c:pt idx="16410">
                  <c:v>9.0189697024278264</c:v>
                </c:pt>
                <c:pt idx="16411">
                  <c:v>9.0200758591223629</c:v>
                </c:pt>
                <c:pt idx="16412">
                  <c:v>9.0218603915687883</c:v>
                </c:pt>
                <c:pt idx="16413">
                  <c:v>9.0236872308697613</c:v>
                </c:pt>
                <c:pt idx="16414">
                  <c:v>9.024681860831393</c:v>
                </c:pt>
                <c:pt idx="16415">
                  <c:v>9.0254804550709586</c:v>
                </c:pt>
                <c:pt idx="16416">
                  <c:v>9.027257971281605</c:v>
                </c:pt>
                <c:pt idx="16417">
                  <c:v>9.0286334676541067</c:v>
                </c:pt>
                <c:pt idx="16418">
                  <c:v>9.0295820208434563</c:v>
                </c:pt>
                <c:pt idx="16419">
                  <c:v>9.0303174689610106</c:v>
                </c:pt>
                <c:pt idx="16420">
                  <c:v>9.02839208819932</c:v>
                </c:pt>
                <c:pt idx="16421">
                  <c:v>9.0276196739440042</c:v>
                </c:pt>
                <c:pt idx="16422">
                  <c:v>9.0276897315818569</c:v>
                </c:pt>
                <c:pt idx="16423">
                  <c:v>9.025340130355378</c:v>
                </c:pt>
                <c:pt idx="16424">
                  <c:v>9.0198842216376516</c:v>
                </c:pt>
                <c:pt idx="16425">
                  <c:v>9.0218458354975457</c:v>
                </c:pt>
                <c:pt idx="16426">
                  <c:v>9.0245583960256681</c:v>
                </c:pt>
                <c:pt idx="16427">
                  <c:v>9.0216460298577488</c:v>
                </c:pt>
                <c:pt idx="16428">
                  <c:v>9.0194174848784403</c:v>
                </c:pt>
                <c:pt idx="16429">
                  <c:v>9.02018455841697</c:v>
                </c:pt>
                <c:pt idx="16430">
                  <c:v>9.0206376815843701</c:v>
                </c:pt>
                <c:pt idx="16431">
                  <c:v>9.0219045833822022</c:v>
                </c:pt>
                <c:pt idx="16432">
                  <c:v>9.02279281788784</c:v>
                </c:pt>
                <c:pt idx="16433">
                  <c:v>9.0222038729621499</c:v>
                </c:pt>
                <c:pt idx="16434">
                  <c:v>9.0217505403548746</c:v>
                </c:pt>
                <c:pt idx="16435">
                  <c:v>9.0192154801199678</c:v>
                </c:pt>
                <c:pt idx="16436">
                  <c:v>9.0184774140039874</c:v>
                </c:pt>
                <c:pt idx="16437">
                  <c:v>9.0210775053197736</c:v>
                </c:pt>
                <c:pt idx="16438">
                  <c:v>9.0230288566258405</c:v>
                </c:pt>
                <c:pt idx="16439">
                  <c:v>9.0250904780255681</c:v>
                </c:pt>
                <c:pt idx="16440">
                  <c:v>9.0252893411859318</c:v>
                </c:pt>
                <c:pt idx="16441">
                  <c:v>9.0237546705091898</c:v>
                </c:pt>
                <c:pt idx="16442">
                  <c:v>9.0239368831995712</c:v>
                </c:pt>
                <c:pt idx="16443">
                  <c:v>9.0228213017107048</c:v>
                </c:pt>
                <c:pt idx="16444">
                  <c:v>9.0216689635239522</c:v>
                </c:pt>
                <c:pt idx="16445">
                  <c:v>9.0233812392138457</c:v>
                </c:pt>
                <c:pt idx="16446">
                  <c:v>9.0259244676038399</c:v>
                </c:pt>
                <c:pt idx="16447">
                  <c:v>9.0280235787410152</c:v>
                </c:pt>
                <c:pt idx="16448">
                  <c:v>9.0272077057118434</c:v>
                </c:pt>
                <c:pt idx="16449">
                  <c:v>9.0258102181525732</c:v>
                </c:pt>
                <c:pt idx="16450">
                  <c:v>9.025572399175644</c:v>
                </c:pt>
                <c:pt idx="16451">
                  <c:v>9.0235567498282592</c:v>
                </c:pt>
                <c:pt idx="16452">
                  <c:v>9.0215580651106677</c:v>
                </c:pt>
                <c:pt idx="16453">
                  <c:v>9.0242080031164651</c:v>
                </c:pt>
                <c:pt idx="16454">
                  <c:v>9.0273253062010959</c:v>
                </c:pt>
                <c:pt idx="16455">
                  <c:v>9.0270648677177761</c:v>
                </c:pt>
                <c:pt idx="16456">
                  <c:v>9.0265736264933061</c:v>
                </c:pt>
                <c:pt idx="16457">
                  <c:v>9.0273039433339477</c:v>
                </c:pt>
                <c:pt idx="16458">
                  <c:v>9.0290374771710535</c:v>
                </c:pt>
                <c:pt idx="16459">
                  <c:v>9.0280094415495196</c:v>
                </c:pt>
                <c:pt idx="16460">
                  <c:v>9.0256472739306002</c:v>
                </c:pt>
                <c:pt idx="16461">
                  <c:v>9.026348059749008</c:v>
                </c:pt>
                <c:pt idx="16462">
                  <c:v>9.0261037481359843</c:v>
                </c:pt>
                <c:pt idx="16463">
                  <c:v>9.0251697510178772</c:v>
                </c:pt>
                <c:pt idx="16464">
                  <c:v>9.0248747549553467</c:v>
                </c:pt>
                <c:pt idx="16465">
                  <c:v>9.0269766935308215</c:v>
                </c:pt>
                <c:pt idx="16466">
                  <c:v>9.0279606420588774</c:v>
                </c:pt>
                <c:pt idx="16467">
                  <c:v>9.0293812727242262</c:v>
                </c:pt>
                <c:pt idx="16468">
                  <c:v>9.0307415847058632</c:v>
                </c:pt>
                <c:pt idx="16469">
                  <c:v>9.0304241785768138</c:v>
                </c:pt>
                <c:pt idx="16470">
                  <c:v>9.0316591407938613</c:v>
                </c:pt>
                <c:pt idx="16471">
                  <c:v>9.0341722098419979</c:v>
                </c:pt>
                <c:pt idx="16472">
                  <c:v>9.0329019570061835</c:v>
                </c:pt>
                <c:pt idx="16473">
                  <c:v>9.0306962409731408</c:v>
                </c:pt>
                <c:pt idx="16474">
                  <c:v>9.0308655731112708</c:v>
                </c:pt>
                <c:pt idx="16475">
                  <c:v>9.0319305748705663</c:v>
                </c:pt>
                <c:pt idx="16476">
                  <c:v>9.0319784318817753</c:v>
                </c:pt>
                <c:pt idx="16477">
                  <c:v>9.0348831534942953</c:v>
                </c:pt>
                <c:pt idx="16478">
                  <c:v>9.036846966472865</c:v>
                </c:pt>
                <c:pt idx="16479">
                  <c:v>9.0349835799138791</c:v>
                </c:pt>
                <c:pt idx="16480">
                  <c:v>9.032200019268469</c:v>
                </c:pt>
                <c:pt idx="16481">
                  <c:v>9.0289321289144304</c:v>
                </c:pt>
                <c:pt idx="16482">
                  <c:v>9.0281034800529465</c:v>
                </c:pt>
                <c:pt idx="16483">
                  <c:v>9.0271118869694895</c:v>
                </c:pt>
                <c:pt idx="16484">
                  <c:v>9.0274493993264411</c:v>
                </c:pt>
                <c:pt idx="16485">
                  <c:v>9.0270807851482004</c:v>
                </c:pt>
                <c:pt idx="16486">
                  <c:v>9.025639629375199</c:v>
                </c:pt>
                <c:pt idx="16487">
                  <c:v>9.0248482608112859</c:v>
                </c:pt>
                <c:pt idx="16488">
                  <c:v>9.0241890488078678</c:v>
                </c:pt>
                <c:pt idx="16489">
                  <c:v>9.0236796910342978</c:v>
                </c:pt>
                <c:pt idx="16490">
                  <c:v>9.0250341386994624</c:v>
                </c:pt>
                <c:pt idx="16491">
                  <c:v>9.0248450144932395</c:v>
                </c:pt>
                <c:pt idx="16492">
                  <c:v>9.0243823618115719</c:v>
                </c:pt>
                <c:pt idx="16493">
                  <c:v>9.0226782542767623</c:v>
                </c:pt>
                <c:pt idx="16494">
                  <c:v>9.0194274332724564</c:v>
                </c:pt>
                <c:pt idx="16495">
                  <c:v>9.0211846338153237</c:v>
                </c:pt>
                <c:pt idx="16496">
                  <c:v>9.0235729814184946</c:v>
                </c:pt>
                <c:pt idx="16497">
                  <c:v>9.026216217348324</c:v>
                </c:pt>
                <c:pt idx="16498">
                  <c:v>9.0310472622019677</c:v>
                </c:pt>
                <c:pt idx="16499">
                  <c:v>9.0347847167535136</c:v>
                </c:pt>
                <c:pt idx="16500">
                  <c:v>9.0362016822210673</c:v>
                </c:pt>
                <c:pt idx="16501">
                  <c:v>9.035716200593134</c:v>
                </c:pt>
                <c:pt idx="16502">
                  <c:v>9.0339880074728143</c:v>
                </c:pt>
                <c:pt idx="16503">
                  <c:v>9.0313796432820066</c:v>
                </c:pt>
                <c:pt idx="16504">
                  <c:v>9.0305581153762375</c:v>
                </c:pt>
                <c:pt idx="16505">
                  <c:v>9.0307324740713444</c:v>
                </c:pt>
                <c:pt idx="16506">
                  <c:v>9.0316001834693296</c:v>
                </c:pt>
                <c:pt idx="16507">
                  <c:v>9.0280733207110906</c:v>
                </c:pt>
                <c:pt idx="16508">
                  <c:v>9.0259332640785477</c:v>
                </c:pt>
                <c:pt idx="16509">
                  <c:v>9.0253113323727021</c:v>
                </c:pt>
                <c:pt idx="16510">
                  <c:v>9.0232113834760312</c:v>
                </c:pt>
                <c:pt idx="16511">
                  <c:v>9.0242604678049023</c:v>
                </c:pt>
                <c:pt idx="16512">
                  <c:v>9.0271812115677825</c:v>
                </c:pt>
                <c:pt idx="16513">
                  <c:v>9.0258048774357853</c:v>
                </c:pt>
                <c:pt idx="16514">
                  <c:v>9.0221055409413058</c:v>
                </c:pt>
                <c:pt idx="16515">
                  <c:v>9.0216260283497807</c:v>
                </c:pt>
                <c:pt idx="16516">
                  <c:v>9.0236951895849735</c:v>
                </c:pt>
                <c:pt idx="16517">
                  <c:v>9.0265980262386272</c:v>
                </c:pt>
                <c:pt idx="16518">
                  <c:v>9.0267802389290086</c:v>
                </c:pt>
                <c:pt idx="16519">
                  <c:v>9.0237059757384852</c:v>
                </c:pt>
                <c:pt idx="16520">
                  <c:v>9.0212024362046144</c:v>
                </c:pt>
                <c:pt idx="16521">
                  <c:v>9.0211202310540681</c:v>
                </c:pt>
                <c:pt idx="16522">
                  <c:v>9.0215202612134107</c:v>
                </c:pt>
                <c:pt idx="16523">
                  <c:v>9.0195844084580195</c:v>
                </c:pt>
                <c:pt idx="16524">
                  <c:v>9.0207856508553519</c:v>
                </c:pt>
                <c:pt idx="16525">
                  <c:v>9.0233097154968753</c:v>
                </c:pt>
                <c:pt idx="16526">
                  <c:v>9.0250040840775423</c:v>
                </c:pt>
                <c:pt idx="16527">
                  <c:v>9.0248423964948135</c:v>
                </c:pt>
                <c:pt idx="16528">
                  <c:v>9.0242223497478342</c:v>
                </c:pt>
                <c:pt idx="16529">
                  <c:v>9.0249429276343349</c:v>
                </c:pt>
                <c:pt idx="16530">
                  <c:v>9.0266674555568596</c:v>
                </c:pt>
                <c:pt idx="16531">
                  <c:v>9.0269986847175918</c:v>
                </c:pt>
                <c:pt idx="16532">
                  <c:v>9.0262799917899574</c:v>
                </c:pt>
                <c:pt idx="16533">
                  <c:v>9.0268971063787014</c:v>
                </c:pt>
                <c:pt idx="16534">
                  <c:v>9.0266384481343103</c:v>
                </c:pt>
                <c:pt idx="16535">
                  <c:v>9.0249926696044103</c:v>
                </c:pt>
                <c:pt idx="16536">
                  <c:v>9.0232037389206301</c:v>
                </c:pt>
                <c:pt idx="16537">
                  <c:v>9.0201318842886575</c:v>
                </c:pt>
                <c:pt idx="16538">
                  <c:v>9.0188153452406876</c:v>
                </c:pt>
                <c:pt idx="16539">
                  <c:v>9.0224021078028915</c:v>
                </c:pt>
                <c:pt idx="16540">
                  <c:v>9.0243101050550401</c:v>
                </c:pt>
                <c:pt idx="16541">
                  <c:v>9.022293199068411</c:v>
                </c:pt>
                <c:pt idx="16542">
                  <c:v>9.0233513940318009</c:v>
                </c:pt>
                <c:pt idx="16543">
                  <c:v>9.0237043002194923</c:v>
                </c:pt>
                <c:pt idx="16544">
                  <c:v>9.0222229319906848</c:v>
                </c:pt>
                <c:pt idx="16545">
                  <c:v>9.0220139109964315</c:v>
                </c:pt>
                <c:pt idx="16546">
                  <c:v>9.0225724871403923</c:v>
                </c:pt>
                <c:pt idx="16547">
                  <c:v>9.020199638087897</c:v>
                </c:pt>
                <c:pt idx="16548">
                  <c:v>9.015789672100933</c:v>
                </c:pt>
                <c:pt idx="16549">
                  <c:v>9.0138993725181376</c:v>
                </c:pt>
                <c:pt idx="16550">
                  <c:v>9.0152862833637712</c:v>
                </c:pt>
                <c:pt idx="16551">
                  <c:v>9.0197421166831422</c:v>
                </c:pt>
                <c:pt idx="16552">
                  <c:v>9.0220382060218149</c:v>
                </c:pt>
                <c:pt idx="16553">
                  <c:v>9.0229964981653072</c:v>
                </c:pt>
                <c:pt idx="16554">
                  <c:v>9.0221453345173668</c:v>
                </c:pt>
                <c:pt idx="16555">
                  <c:v>9.0185179406196063</c:v>
                </c:pt>
                <c:pt idx="16556">
                  <c:v>9.0152396829918064</c:v>
                </c:pt>
                <c:pt idx="16557">
                  <c:v>9.0181292202134617</c:v>
                </c:pt>
                <c:pt idx="16558">
                  <c:v>9.0214961756279006</c:v>
                </c:pt>
                <c:pt idx="16559">
                  <c:v>9.0234958028249252</c:v>
                </c:pt>
                <c:pt idx="16560">
                  <c:v>9.0264348725767807</c:v>
                </c:pt>
                <c:pt idx="16561">
                  <c:v>9.026386596685823</c:v>
                </c:pt>
                <c:pt idx="16562">
                  <c:v>9.0255934478829811</c:v>
                </c:pt>
                <c:pt idx="16563">
                  <c:v>9.0284099953085466</c:v>
                </c:pt>
                <c:pt idx="16564">
                  <c:v>9.0300524228004626</c:v>
                </c:pt>
                <c:pt idx="16565">
                  <c:v>9.0281148945260803</c:v>
                </c:pt>
                <c:pt idx="16566">
                  <c:v>9.0265601176214325</c:v>
                </c:pt>
                <c:pt idx="16567">
                  <c:v>9.0247563167066005</c:v>
                </c:pt>
                <c:pt idx="16568">
                  <c:v>9.0245116909337675</c:v>
                </c:pt>
                <c:pt idx="16569">
                  <c:v>9.0231570338287277</c:v>
                </c:pt>
                <c:pt idx="16570">
                  <c:v>9.0203161913777787</c:v>
                </c:pt>
                <c:pt idx="16571">
                  <c:v>9.0185307164519202</c:v>
                </c:pt>
                <c:pt idx="16572">
                  <c:v>9.0217817468961012</c:v>
                </c:pt>
                <c:pt idx="16573">
                  <c:v>9.0239813891727962</c:v>
                </c:pt>
                <c:pt idx="16574">
                  <c:v>9.0240077785969213</c:v>
                </c:pt>
                <c:pt idx="16575">
                  <c:v>9.0257626753011753</c:v>
                </c:pt>
                <c:pt idx="16576">
                  <c:v>9.0254089313539865</c:v>
                </c:pt>
                <c:pt idx="16577">
                  <c:v>9.0235647085434714</c:v>
                </c:pt>
                <c:pt idx="16578">
                  <c:v>9.0222080617596294</c:v>
                </c:pt>
                <c:pt idx="16579">
                  <c:v>9.0201713637049075</c:v>
                </c:pt>
                <c:pt idx="16580">
                  <c:v>9.016260807097499</c:v>
                </c:pt>
                <c:pt idx="16581">
                  <c:v>9.0146622572591859</c:v>
                </c:pt>
                <c:pt idx="16582">
                  <c:v>9.0150112888092089</c:v>
                </c:pt>
                <c:pt idx="16583">
                  <c:v>9.0175597531960516</c:v>
                </c:pt>
                <c:pt idx="16584">
                  <c:v>9.0214840281152089</c:v>
                </c:pt>
                <c:pt idx="16585">
                  <c:v>9.0219218621718085</c:v>
                </c:pt>
                <c:pt idx="16586">
                  <c:v>9.0214984794665156</c:v>
                </c:pt>
                <c:pt idx="16587">
                  <c:v>9.021063682288089</c:v>
                </c:pt>
                <c:pt idx="16588">
                  <c:v>9.0203356692860606</c:v>
                </c:pt>
                <c:pt idx="16589">
                  <c:v>9.0213555367525089</c:v>
                </c:pt>
                <c:pt idx="16590">
                  <c:v>9.0212705041636649</c:v>
                </c:pt>
                <c:pt idx="16591">
                  <c:v>9.0188535680176933</c:v>
                </c:pt>
                <c:pt idx="16592">
                  <c:v>9.0202222575942894</c:v>
                </c:pt>
                <c:pt idx="16593">
                  <c:v>9.0193948653720497</c:v>
                </c:pt>
                <c:pt idx="16594">
                  <c:v>9.0177499246016453</c:v>
                </c:pt>
                <c:pt idx="16595">
                  <c:v>9.0201754477824512</c:v>
                </c:pt>
                <c:pt idx="16596">
                  <c:v>9.0222402107802893</c:v>
                </c:pt>
                <c:pt idx="16597">
                  <c:v>9.0229509449927114</c:v>
                </c:pt>
                <c:pt idx="16598">
                  <c:v>9.0253296583616773</c:v>
                </c:pt>
                <c:pt idx="16599">
                  <c:v>9.0288081405090228</c:v>
                </c:pt>
                <c:pt idx="16600">
                  <c:v>9.0300432074460062</c:v>
                </c:pt>
                <c:pt idx="16601">
                  <c:v>9.0285337742740808</c:v>
                </c:pt>
                <c:pt idx="16602">
                  <c:v>9.0270015121558895</c:v>
                </c:pt>
                <c:pt idx="16603">
                  <c:v>9.0298526171606657</c:v>
                </c:pt>
                <c:pt idx="16604">
                  <c:v>9.0307335212707134</c:v>
                </c:pt>
                <c:pt idx="16605">
                  <c:v>9.0271141908081027</c:v>
                </c:pt>
                <c:pt idx="16606">
                  <c:v>9.0253279828426862</c:v>
                </c:pt>
                <c:pt idx="16607">
                  <c:v>9.0250470192517138</c:v>
                </c:pt>
                <c:pt idx="16608">
                  <c:v>9.0237398002781362</c:v>
                </c:pt>
                <c:pt idx="16609">
                  <c:v>9.0237573932275517</c:v>
                </c:pt>
                <c:pt idx="16610">
                  <c:v>9.0263315139989615</c:v>
                </c:pt>
                <c:pt idx="16611">
                  <c:v>9.0267547919843167</c:v>
                </c:pt>
                <c:pt idx="16612">
                  <c:v>9.0262307734195666</c:v>
                </c:pt>
                <c:pt idx="16613">
                  <c:v>9.0243238233667871</c:v>
                </c:pt>
                <c:pt idx="16614">
                  <c:v>9.0250071209557152</c:v>
                </c:pt>
                <c:pt idx="16615">
                  <c:v>9.0268946978201505</c:v>
                </c:pt>
                <c:pt idx="16616">
                  <c:v>9.02723158185748</c:v>
                </c:pt>
                <c:pt idx="16617">
                  <c:v>9.0272138841881269</c:v>
                </c:pt>
                <c:pt idx="16618">
                  <c:v>9.0280479784863363</c:v>
                </c:pt>
                <c:pt idx="16619">
                  <c:v>9.0283870616423432</c:v>
                </c:pt>
                <c:pt idx="16620">
                  <c:v>9.0262397793341496</c:v>
                </c:pt>
                <c:pt idx="16621">
                  <c:v>9.0209877603337638</c:v>
                </c:pt>
                <c:pt idx="16622">
                  <c:v>9.0208917321515347</c:v>
                </c:pt>
                <c:pt idx="16623">
                  <c:v>9.0250059690364086</c:v>
                </c:pt>
                <c:pt idx="16624">
                  <c:v>9.0294349940519076</c:v>
                </c:pt>
                <c:pt idx="16625">
                  <c:v>9.0298042365497722</c:v>
                </c:pt>
                <c:pt idx="16626">
                  <c:v>9.0312865472580128</c:v>
                </c:pt>
                <c:pt idx="16627">
                  <c:v>9.0322035797463265</c:v>
                </c:pt>
                <c:pt idx="16628">
                  <c:v>9.0308966749325599</c:v>
                </c:pt>
                <c:pt idx="16629">
                  <c:v>9.0298870700199387</c:v>
                </c:pt>
                <c:pt idx="16630">
                  <c:v>9.0286898069802124</c:v>
                </c:pt>
                <c:pt idx="16631">
                  <c:v>9.027086021145049</c:v>
                </c:pt>
                <c:pt idx="16632">
                  <c:v>9.0231056163396612</c:v>
                </c:pt>
                <c:pt idx="16633">
                  <c:v>9.0219078297002504</c:v>
                </c:pt>
                <c:pt idx="16634">
                  <c:v>9.0233054219794582</c:v>
                </c:pt>
                <c:pt idx="16635">
                  <c:v>9.0233741182581308</c:v>
                </c:pt>
                <c:pt idx="16636">
                  <c:v>9.0250746653150813</c:v>
                </c:pt>
                <c:pt idx="16637">
                  <c:v>9.0267054688939901</c:v>
                </c:pt>
                <c:pt idx="16638">
                  <c:v>9.0266645233986225</c:v>
                </c:pt>
                <c:pt idx="16639">
                  <c:v>9.0285943023976678</c:v>
                </c:pt>
                <c:pt idx="16640">
                  <c:v>9.0281025375735133</c:v>
                </c:pt>
                <c:pt idx="16641">
                  <c:v>9.0255015037782957</c:v>
                </c:pt>
                <c:pt idx="16642">
                  <c:v>9.0238052502387607</c:v>
                </c:pt>
                <c:pt idx="16643">
                  <c:v>9.0257461295511288</c:v>
                </c:pt>
                <c:pt idx="16644">
                  <c:v>9.0288692969522302</c:v>
                </c:pt>
                <c:pt idx="16645">
                  <c:v>9.028140760350519</c:v>
                </c:pt>
                <c:pt idx="16646">
                  <c:v>9.0242369058190768</c:v>
                </c:pt>
                <c:pt idx="16647">
                  <c:v>9.0255474758306384</c:v>
                </c:pt>
                <c:pt idx="16648">
                  <c:v>9.0263024018564746</c:v>
                </c:pt>
                <c:pt idx="16649">
                  <c:v>9.0221480572357287</c:v>
                </c:pt>
                <c:pt idx="16650">
                  <c:v>9.0208144488380277</c:v>
                </c:pt>
                <c:pt idx="16651">
                  <c:v>9.0223516327932582</c:v>
                </c:pt>
                <c:pt idx="16652">
                  <c:v>9.0230610056464986</c:v>
                </c:pt>
                <c:pt idx="16653">
                  <c:v>9.0217191243737744</c:v>
                </c:pt>
                <c:pt idx="16654">
                  <c:v>9.0240208685890462</c:v>
                </c:pt>
                <c:pt idx="16655">
                  <c:v>9.0279518455841696</c:v>
                </c:pt>
                <c:pt idx="16656">
                  <c:v>9.0294292344553728</c:v>
                </c:pt>
                <c:pt idx="16657">
                  <c:v>9.0289503501834698</c:v>
                </c:pt>
                <c:pt idx="16658">
                  <c:v>9.0288480388050196</c:v>
                </c:pt>
                <c:pt idx="16659">
                  <c:v>9.0267546872643809</c:v>
                </c:pt>
                <c:pt idx="16660">
                  <c:v>9.0250125663924408</c:v>
                </c:pt>
                <c:pt idx="16661">
                  <c:v>9.0239595027059636</c:v>
                </c:pt>
                <c:pt idx="16662">
                  <c:v>9.0222298435065262</c:v>
                </c:pt>
                <c:pt idx="16663">
                  <c:v>9.0223185412931652</c:v>
                </c:pt>
                <c:pt idx="16664">
                  <c:v>9.0252286036224714</c:v>
                </c:pt>
                <c:pt idx="16665">
                  <c:v>9.0287461463063181</c:v>
                </c:pt>
                <c:pt idx="16666">
                  <c:v>9.026772384933734</c:v>
                </c:pt>
                <c:pt idx="16667">
                  <c:v>9.0238771928354815</c:v>
                </c:pt>
                <c:pt idx="16668">
                  <c:v>9.0251200090478019</c:v>
                </c:pt>
                <c:pt idx="16669">
                  <c:v>9.0274412311713554</c:v>
                </c:pt>
                <c:pt idx="16670">
                  <c:v>9.0271937779602229</c:v>
                </c:pt>
                <c:pt idx="16671">
                  <c:v>9.0254309225407567</c:v>
                </c:pt>
                <c:pt idx="16672">
                  <c:v>9.0232178761121258</c:v>
                </c:pt>
                <c:pt idx="16673">
                  <c:v>9.0212813950371125</c:v>
                </c:pt>
                <c:pt idx="16674">
                  <c:v>9.0186770102039109</c:v>
                </c:pt>
                <c:pt idx="16675">
                  <c:v>9.0199621332707807</c:v>
                </c:pt>
                <c:pt idx="16676">
                  <c:v>9.0214426637400926</c:v>
                </c:pt>
                <c:pt idx="16677">
                  <c:v>9.0147836276661693</c:v>
                </c:pt>
                <c:pt idx="16678">
                  <c:v>9.0136530712263117</c:v>
                </c:pt>
                <c:pt idx="16679">
                  <c:v>9.0189729487458745</c:v>
                </c:pt>
                <c:pt idx="16680">
                  <c:v>9.0230146147144072</c:v>
                </c:pt>
                <c:pt idx="16681">
                  <c:v>9.024505512457484</c:v>
                </c:pt>
                <c:pt idx="16682">
                  <c:v>9.0210258783908319</c:v>
                </c:pt>
                <c:pt idx="16683">
                  <c:v>9.0207300445688059</c:v>
                </c:pt>
                <c:pt idx="16684">
                  <c:v>9.0247212355277053</c:v>
                </c:pt>
                <c:pt idx="16685">
                  <c:v>9.0269703056146646</c:v>
                </c:pt>
                <c:pt idx="16686">
                  <c:v>9.0241410870767211</c:v>
                </c:pt>
                <c:pt idx="16687">
                  <c:v>9.0216119958782226</c:v>
                </c:pt>
                <c:pt idx="16688">
                  <c:v>9.0225425372384098</c:v>
                </c:pt>
                <c:pt idx="16689">
                  <c:v>9.0249012490994094</c:v>
                </c:pt>
                <c:pt idx="16690">
                  <c:v>9.0260526448067289</c:v>
                </c:pt>
                <c:pt idx="16691">
                  <c:v>9.0270160682271339</c:v>
                </c:pt>
                <c:pt idx="16692">
                  <c:v>9.0283875852420294</c:v>
                </c:pt>
                <c:pt idx="16693">
                  <c:v>9.0268101888309911</c:v>
                </c:pt>
                <c:pt idx="16694">
                  <c:v>9.0268667375969702</c:v>
                </c:pt>
                <c:pt idx="16695">
                  <c:v>9.026328686560662</c:v>
                </c:pt>
                <c:pt idx="16696">
                  <c:v>9.0230907461086076</c:v>
                </c:pt>
                <c:pt idx="16697">
                  <c:v>9.0218207027126649</c:v>
                </c:pt>
                <c:pt idx="16698">
                  <c:v>9.0200996305480619</c:v>
                </c:pt>
                <c:pt idx="16699">
                  <c:v>9.0219891970912993</c:v>
                </c:pt>
                <c:pt idx="16700">
                  <c:v>9.0271553457433438</c:v>
                </c:pt>
                <c:pt idx="16701">
                  <c:v>9.0284961798166989</c:v>
                </c:pt>
                <c:pt idx="16702">
                  <c:v>9.0238355143005542</c:v>
                </c:pt>
                <c:pt idx="16703">
                  <c:v>9.0186935559539574</c:v>
                </c:pt>
                <c:pt idx="16704">
                  <c:v>9.0170195030410678</c:v>
                </c:pt>
                <c:pt idx="16705">
                  <c:v>9.0185888360169564</c:v>
                </c:pt>
                <c:pt idx="16706">
                  <c:v>9.0218570405308043</c:v>
                </c:pt>
                <c:pt idx="16707">
                  <c:v>9.0235573781478813</c:v>
                </c:pt>
                <c:pt idx="16708">
                  <c:v>9.0222867064323182</c:v>
                </c:pt>
                <c:pt idx="16709">
                  <c:v>9.0213593066702416</c:v>
                </c:pt>
                <c:pt idx="16710">
                  <c:v>9.0170756329273001</c:v>
                </c:pt>
                <c:pt idx="16711">
                  <c:v>9.0155405433708093</c:v>
                </c:pt>
                <c:pt idx="16712">
                  <c:v>9.0173670685119713</c:v>
                </c:pt>
                <c:pt idx="16713">
                  <c:v>9.0201003635876216</c:v>
                </c:pt>
                <c:pt idx="16714">
                  <c:v>9.0235279518455833</c:v>
                </c:pt>
                <c:pt idx="16715">
                  <c:v>9.0264562354439288</c:v>
                </c:pt>
                <c:pt idx="16716">
                  <c:v>9.0261676272975553</c:v>
                </c:pt>
                <c:pt idx="16717">
                  <c:v>9.0229371219610268</c:v>
                </c:pt>
                <c:pt idx="16718">
                  <c:v>9.0204750515222099</c:v>
                </c:pt>
                <c:pt idx="16719">
                  <c:v>9.0217637350669371</c:v>
                </c:pt>
                <c:pt idx="16720">
                  <c:v>9.0216996464654926</c:v>
                </c:pt>
                <c:pt idx="16721">
                  <c:v>9.0219922339694723</c:v>
                </c:pt>
                <c:pt idx="16722">
                  <c:v>9.0230700115610816</c:v>
                </c:pt>
                <c:pt idx="16723">
                  <c:v>9.0233517081916119</c:v>
                </c:pt>
                <c:pt idx="16724">
                  <c:v>9.0226029606420592</c:v>
                </c:pt>
                <c:pt idx="16725">
                  <c:v>9.0199601435919767</c:v>
                </c:pt>
                <c:pt idx="16726">
                  <c:v>9.0200941851113381</c:v>
                </c:pt>
                <c:pt idx="16727">
                  <c:v>9.021888561231842</c:v>
                </c:pt>
                <c:pt idx="16728">
                  <c:v>9.0233526506710451</c:v>
                </c:pt>
                <c:pt idx="16729">
                  <c:v>9.0246864685086212</c:v>
                </c:pt>
                <c:pt idx="16730">
                  <c:v>9.0268701933548918</c:v>
                </c:pt>
                <c:pt idx="16731">
                  <c:v>9.0272119992292605</c:v>
                </c:pt>
                <c:pt idx="16732">
                  <c:v>9.0242803645929328</c:v>
                </c:pt>
                <c:pt idx="16733">
                  <c:v>9.0236864978302034</c:v>
                </c:pt>
                <c:pt idx="16734">
                  <c:v>9.0241637065831135</c:v>
                </c:pt>
                <c:pt idx="16735">
                  <c:v>9.0250226195063927</c:v>
                </c:pt>
                <c:pt idx="16736">
                  <c:v>9.0262200919859925</c:v>
                </c:pt>
                <c:pt idx="16737">
                  <c:v>9.0232724351993028</c:v>
                </c:pt>
                <c:pt idx="16738">
                  <c:v>9.0199119724209567</c:v>
                </c:pt>
                <c:pt idx="16739">
                  <c:v>9.0191557897558763</c:v>
                </c:pt>
                <c:pt idx="16740">
                  <c:v>9.018898492870667</c:v>
                </c:pt>
                <c:pt idx="16741">
                  <c:v>9.0232815458338216</c:v>
                </c:pt>
                <c:pt idx="16742">
                  <c:v>9.026668712196102</c:v>
                </c:pt>
                <c:pt idx="16743">
                  <c:v>9.025670102876866</c:v>
                </c:pt>
                <c:pt idx="16744">
                  <c:v>9.0244957735033431</c:v>
                </c:pt>
                <c:pt idx="16745">
                  <c:v>9.0274507606856229</c:v>
                </c:pt>
                <c:pt idx="16746">
                  <c:v>9.0283060084111053</c:v>
                </c:pt>
                <c:pt idx="16747">
                  <c:v>9.0289415537087621</c:v>
                </c:pt>
                <c:pt idx="16748">
                  <c:v>9.03101574150093</c:v>
                </c:pt>
                <c:pt idx="16749">
                  <c:v>9.0307827396411042</c:v>
                </c:pt>
                <c:pt idx="16750">
                  <c:v>9.0294770914665818</c:v>
                </c:pt>
                <c:pt idx="16751">
                  <c:v>9.0282167870247818</c:v>
                </c:pt>
                <c:pt idx="16752">
                  <c:v>9.0285154482851055</c:v>
                </c:pt>
                <c:pt idx="16753">
                  <c:v>9.0291639788549496</c:v>
                </c:pt>
                <c:pt idx="16754">
                  <c:v>9.0277087906103919</c:v>
                </c:pt>
                <c:pt idx="16755">
                  <c:v>9.0262287837407644</c:v>
                </c:pt>
                <c:pt idx="16756">
                  <c:v>9.0243175401705678</c:v>
                </c:pt>
                <c:pt idx="16757">
                  <c:v>9.0233811344939099</c:v>
                </c:pt>
                <c:pt idx="16758">
                  <c:v>9.0252430549737781</c:v>
                </c:pt>
                <c:pt idx="16759">
                  <c:v>9.0261653234589421</c:v>
                </c:pt>
                <c:pt idx="16760">
                  <c:v>9.0258219467855163</c:v>
                </c:pt>
                <c:pt idx="16761">
                  <c:v>9.024546353232914</c:v>
                </c:pt>
                <c:pt idx="16762">
                  <c:v>9.0263654432585501</c:v>
                </c:pt>
                <c:pt idx="16763">
                  <c:v>9.0286427877284989</c:v>
                </c:pt>
                <c:pt idx="16764">
                  <c:v>9.0294355176515921</c:v>
                </c:pt>
                <c:pt idx="16765">
                  <c:v>9.0292887002999187</c:v>
                </c:pt>
                <c:pt idx="16766">
                  <c:v>9.0273914892012801</c:v>
                </c:pt>
                <c:pt idx="16767">
                  <c:v>9.027057851481997</c:v>
                </c:pt>
                <c:pt idx="16768">
                  <c:v>9.0250584337248458</c:v>
                </c:pt>
                <c:pt idx="16769">
                  <c:v>9.0232298141849441</c:v>
                </c:pt>
                <c:pt idx="16770">
                  <c:v>9.0232457316153685</c:v>
                </c:pt>
                <c:pt idx="16771">
                  <c:v>9.0213894660120975</c:v>
                </c:pt>
                <c:pt idx="16772">
                  <c:v>9.0203483403984386</c:v>
                </c:pt>
                <c:pt idx="16773">
                  <c:v>9.0191985154901726</c:v>
                </c:pt>
                <c:pt idx="16774">
                  <c:v>9.0183695524688776</c:v>
                </c:pt>
                <c:pt idx="16775">
                  <c:v>9.0191077233047938</c:v>
                </c:pt>
                <c:pt idx="16776">
                  <c:v>9.0185479952415264</c:v>
                </c:pt>
                <c:pt idx="16777">
                  <c:v>9.0181432526850198</c:v>
                </c:pt>
                <c:pt idx="16778">
                  <c:v>9.0198645342894963</c:v>
                </c:pt>
                <c:pt idx="16779">
                  <c:v>9.0204897123133883</c:v>
                </c:pt>
                <c:pt idx="16780">
                  <c:v>9.023174940937956</c:v>
                </c:pt>
                <c:pt idx="16781">
                  <c:v>9.0262666923579573</c:v>
                </c:pt>
                <c:pt idx="16782">
                  <c:v>9.0264043990751137</c:v>
                </c:pt>
                <c:pt idx="16783">
                  <c:v>9.0258819513094188</c:v>
                </c:pt>
                <c:pt idx="16784">
                  <c:v>9.0252581346447069</c:v>
                </c:pt>
                <c:pt idx="16785">
                  <c:v>9.0246600790844962</c:v>
                </c:pt>
                <c:pt idx="16786">
                  <c:v>9.0259561977447511</c:v>
                </c:pt>
                <c:pt idx="16787">
                  <c:v>9.0268218127439983</c:v>
                </c:pt>
                <c:pt idx="16788">
                  <c:v>9.025489356265604</c:v>
                </c:pt>
                <c:pt idx="16789">
                  <c:v>9.0255197250473334</c:v>
                </c:pt>
                <c:pt idx="16790">
                  <c:v>9.0278067037514873</c:v>
                </c:pt>
                <c:pt idx="16791">
                  <c:v>9.0289234371596603</c:v>
                </c:pt>
                <c:pt idx="16792">
                  <c:v>9.0275437519896791</c:v>
                </c:pt>
                <c:pt idx="16793">
                  <c:v>9.027251269205637</c:v>
                </c:pt>
                <c:pt idx="16794">
                  <c:v>9.0272050877134191</c:v>
                </c:pt>
                <c:pt idx="16795">
                  <c:v>9.0263331895179526</c:v>
                </c:pt>
                <c:pt idx="16796">
                  <c:v>9.0256228741852791</c:v>
                </c:pt>
                <c:pt idx="16797">
                  <c:v>9.0250247139051325</c:v>
                </c:pt>
                <c:pt idx="16798">
                  <c:v>9.0260968366201428</c:v>
                </c:pt>
                <c:pt idx="16799">
                  <c:v>9.0291814670844293</c:v>
                </c:pt>
                <c:pt idx="16800">
                  <c:v>9.0299212087194007</c:v>
                </c:pt>
                <c:pt idx="16801">
                  <c:v>9.0302122254243251</c:v>
                </c:pt>
                <c:pt idx="16802">
                  <c:v>9.0333913132717854</c:v>
                </c:pt>
                <c:pt idx="16803">
                  <c:v>9.033738459862942</c:v>
                </c:pt>
                <c:pt idx="16804">
                  <c:v>9.0347891149908683</c:v>
                </c:pt>
                <c:pt idx="16805">
                  <c:v>9.0354335614831687</c:v>
                </c:pt>
                <c:pt idx="16806">
                  <c:v>9.0291826190037359</c:v>
                </c:pt>
                <c:pt idx="16807">
                  <c:v>9.0244731539969507</c:v>
                </c:pt>
                <c:pt idx="16808">
                  <c:v>9.0264942487810593</c:v>
                </c:pt>
                <c:pt idx="16809">
                  <c:v>9.0268911373422913</c:v>
                </c:pt>
                <c:pt idx="16810">
                  <c:v>9.0242305179029199</c:v>
                </c:pt>
                <c:pt idx="16811">
                  <c:v>9.026878885109662</c:v>
                </c:pt>
                <c:pt idx="16812">
                  <c:v>9.0309531189786032</c:v>
                </c:pt>
                <c:pt idx="16813">
                  <c:v>9.0313013127691306</c:v>
                </c:pt>
                <c:pt idx="16814">
                  <c:v>9.0326369108456337</c:v>
                </c:pt>
                <c:pt idx="16815">
                  <c:v>9.0321843112779181</c:v>
                </c:pt>
                <c:pt idx="16816">
                  <c:v>9.0298976467335752</c:v>
                </c:pt>
                <c:pt idx="16817">
                  <c:v>9.0274646884372434</c:v>
                </c:pt>
                <c:pt idx="16818">
                  <c:v>9.0258539910862385</c:v>
                </c:pt>
                <c:pt idx="16819">
                  <c:v>9.0245071879764751</c:v>
                </c:pt>
                <c:pt idx="16820">
                  <c:v>9.0251248261649053</c:v>
                </c:pt>
                <c:pt idx="16821">
                  <c:v>9.0260610224016897</c:v>
                </c:pt>
                <c:pt idx="16822">
                  <c:v>9.0267446341504289</c:v>
                </c:pt>
                <c:pt idx="16823">
                  <c:v>9.0256195231472951</c:v>
                </c:pt>
                <c:pt idx="16824">
                  <c:v>9.0240742757569166</c:v>
                </c:pt>
                <c:pt idx="16825">
                  <c:v>9.0252013764388526</c:v>
                </c:pt>
                <c:pt idx="16826">
                  <c:v>9.02676903389575</c:v>
                </c:pt>
                <c:pt idx="16827">
                  <c:v>9.0278331978955482</c:v>
                </c:pt>
                <c:pt idx="16828">
                  <c:v>9.0289006082133945</c:v>
                </c:pt>
                <c:pt idx="16829">
                  <c:v>9.0295125915252257</c:v>
                </c:pt>
                <c:pt idx="16830">
                  <c:v>9.0285235117202554</c:v>
                </c:pt>
                <c:pt idx="16831">
                  <c:v>9.0241659057017909</c:v>
                </c:pt>
                <c:pt idx="16832">
                  <c:v>9.0195348759278193</c:v>
                </c:pt>
                <c:pt idx="16833">
                  <c:v>9.0168058743695862</c:v>
                </c:pt>
                <c:pt idx="16834">
                  <c:v>9.0159792151869045</c:v>
                </c:pt>
                <c:pt idx="16835">
                  <c:v>9.0169357270914663</c:v>
                </c:pt>
                <c:pt idx="16836">
                  <c:v>9.0156711291322491</c:v>
                </c:pt>
                <c:pt idx="16837">
                  <c:v>9.0128723840959744</c:v>
                </c:pt>
                <c:pt idx="16838">
                  <c:v>9.0136707688956648</c:v>
                </c:pt>
                <c:pt idx="16839">
                  <c:v>9.0155347837742745</c:v>
                </c:pt>
                <c:pt idx="16840">
                  <c:v>9.0178280456746478</c:v>
                </c:pt>
                <c:pt idx="16841">
                  <c:v>9.020222362314227</c:v>
                </c:pt>
                <c:pt idx="16842">
                  <c:v>9.0231366134410127</c:v>
                </c:pt>
                <c:pt idx="16843">
                  <c:v>9.0253735360152803</c:v>
                </c:pt>
                <c:pt idx="16844">
                  <c:v>9.0262217675049854</c:v>
                </c:pt>
                <c:pt idx="16845">
                  <c:v>9.0235060653787507</c:v>
                </c:pt>
                <c:pt idx="16846">
                  <c:v>9.0218255198297665</c:v>
                </c:pt>
                <c:pt idx="16847">
                  <c:v>9.0227799373355904</c:v>
                </c:pt>
                <c:pt idx="16848">
                  <c:v>9.0230204790308797</c:v>
                </c:pt>
                <c:pt idx="16849">
                  <c:v>9.0230082267982503</c:v>
                </c:pt>
                <c:pt idx="16850">
                  <c:v>9.0237444079553644</c:v>
                </c:pt>
                <c:pt idx="16851">
                  <c:v>9.0260600799222566</c:v>
                </c:pt>
                <c:pt idx="16852">
                  <c:v>9.0276815634267713</c:v>
                </c:pt>
                <c:pt idx="16853">
                  <c:v>9.0265550910644574</c:v>
                </c:pt>
                <c:pt idx="16854">
                  <c:v>9.024325813045591</c:v>
                </c:pt>
                <c:pt idx="16855">
                  <c:v>9.0242889516277671</c:v>
                </c:pt>
                <c:pt idx="16856">
                  <c:v>9.023939291758122</c:v>
                </c:pt>
                <c:pt idx="16857">
                  <c:v>9.0255287309619163</c:v>
                </c:pt>
                <c:pt idx="16858">
                  <c:v>9.0269415076319888</c:v>
                </c:pt>
                <c:pt idx="16859">
                  <c:v>9.0242770135549488</c:v>
                </c:pt>
                <c:pt idx="16860">
                  <c:v>9.0219348474439958</c:v>
                </c:pt>
                <c:pt idx="16861">
                  <c:v>9.0221292076470689</c:v>
                </c:pt>
                <c:pt idx="16862">
                  <c:v>9.0236653444029287</c:v>
                </c:pt>
                <c:pt idx="16863">
                  <c:v>9.0219965274868894</c:v>
                </c:pt>
                <c:pt idx="16864">
                  <c:v>9.0198451611011503</c:v>
                </c:pt>
                <c:pt idx="16865">
                  <c:v>9.0178194586398135</c:v>
                </c:pt>
                <c:pt idx="16866">
                  <c:v>9.0153908985808346</c:v>
                </c:pt>
                <c:pt idx="16867">
                  <c:v>9.0165421895682183</c:v>
                </c:pt>
                <c:pt idx="16868">
                  <c:v>9.0175478151232351</c:v>
                </c:pt>
                <c:pt idx="16869">
                  <c:v>9.0204812299984916</c:v>
                </c:pt>
                <c:pt idx="16870">
                  <c:v>9.0239206516093358</c:v>
                </c:pt>
                <c:pt idx="16871">
                  <c:v>9.0248369510580897</c:v>
                </c:pt>
                <c:pt idx="16872">
                  <c:v>9.0250845089891598</c:v>
                </c:pt>
                <c:pt idx="16873">
                  <c:v>9.0273434227501976</c:v>
                </c:pt>
                <c:pt idx="16874">
                  <c:v>9.0286371328519017</c:v>
                </c:pt>
                <c:pt idx="16875">
                  <c:v>9.0242858100296566</c:v>
                </c:pt>
                <c:pt idx="16876">
                  <c:v>9.0211349965651859</c:v>
                </c:pt>
                <c:pt idx="16877">
                  <c:v>9.0208094222810509</c:v>
                </c:pt>
                <c:pt idx="16878">
                  <c:v>9.0225166714139711</c:v>
                </c:pt>
                <c:pt idx="16879">
                  <c:v>9.0226958472261778</c:v>
                </c:pt>
                <c:pt idx="16880">
                  <c:v>9.0239024303402982</c:v>
                </c:pt>
                <c:pt idx="16881">
                  <c:v>9.0237541469095053</c:v>
                </c:pt>
                <c:pt idx="16882">
                  <c:v>9.0219122279376034</c:v>
                </c:pt>
                <c:pt idx="16883">
                  <c:v>9.0209183310155314</c:v>
                </c:pt>
                <c:pt idx="16884">
                  <c:v>9.0230816354740888</c:v>
                </c:pt>
                <c:pt idx="16885">
                  <c:v>9.0254417086942684</c:v>
                </c:pt>
                <c:pt idx="16886">
                  <c:v>9.026537812274853</c:v>
                </c:pt>
                <c:pt idx="16887">
                  <c:v>9.0289013412529524</c:v>
                </c:pt>
                <c:pt idx="16888">
                  <c:v>9.0290009299130407</c:v>
                </c:pt>
                <c:pt idx="16889">
                  <c:v>9.024885331668985</c:v>
                </c:pt>
                <c:pt idx="16890">
                  <c:v>9.0215512583147621</c:v>
                </c:pt>
                <c:pt idx="16891">
                  <c:v>9.0230782844361048</c:v>
                </c:pt>
                <c:pt idx="16892">
                  <c:v>9.0224303821858829</c:v>
                </c:pt>
                <c:pt idx="16893">
                  <c:v>9.0197143658998371</c:v>
                </c:pt>
                <c:pt idx="16894">
                  <c:v>9.0192463725013816</c:v>
                </c:pt>
                <c:pt idx="16895">
                  <c:v>9.0204459393797229</c:v>
                </c:pt>
                <c:pt idx="16896">
                  <c:v>9.022543479717843</c:v>
                </c:pt>
                <c:pt idx="16897">
                  <c:v>9.0252592865640135</c:v>
                </c:pt>
                <c:pt idx="16898">
                  <c:v>9.0237814788130617</c:v>
                </c:pt>
                <c:pt idx="16899">
                  <c:v>9.0207520357555762</c:v>
                </c:pt>
                <c:pt idx="16900">
                  <c:v>9.020136701405761</c:v>
                </c:pt>
                <c:pt idx="16901">
                  <c:v>9.021051325335522</c:v>
                </c:pt>
                <c:pt idx="16902">
                  <c:v>9.0228429787376641</c:v>
                </c:pt>
                <c:pt idx="16903">
                  <c:v>9.0255883166060684</c:v>
                </c:pt>
                <c:pt idx="16904">
                  <c:v>9.0294670383526299</c:v>
                </c:pt>
                <c:pt idx="16905">
                  <c:v>9.0281206541226151</c:v>
                </c:pt>
                <c:pt idx="16906">
                  <c:v>9.0261981007992222</c:v>
                </c:pt>
                <c:pt idx="16907">
                  <c:v>9.0268787803897261</c:v>
                </c:pt>
                <c:pt idx="16908">
                  <c:v>9.0250271224636833</c:v>
                </c:pt>
                <c:pt idx="16909">
                  <c:v>9.020459971851281</c:v>
                </c:pt>
                <c:pt idx="16910">
                  <c:v>9.0184107074041187</c:v>
                </c:pt>
                <c:pt idx="16911">
                  <c:v>9.0221299406866269</c:v>
                </c:pt>
                <c:pt idx="16912">
                  <c:v>9.0250083775949594</c:v>
                </c:pt>
                <c:pt idx="16913">
                  <c:v>9.0259011150578896</c:v>
                </c:pt>
                <c:pt idx="16914">
                  <c:v>9.0299713695692247</c:v>
                </c:pt>
                <c:pt idx="16915">
                  <c:v>9.029800990231724</c:v>
                </c:pt>
                <c:pt idx="16916">
                  <c:v>9.0277035546135416</c:v>
                </c:pt>
                <c:pt idx="16917">
                  <c:v>9.0277206239632726</c:v>
                </c:pt>
                <c:pt idx="16918">
                  <c:v>9.0277693187339771</c:v>
                </c:pt>
                <c:pt idx="16919">
                  <c:v>9.0281754226496655</c:v>
                </c:pt>
                <c:pt idx="16920">
                  <c:v>9.0269956478394189</c:v>
                </c:pt>
                <c:pt idx="16921">
                  <c:v>9.0277261741199339</c:v>
                </c:pt>
                <c:pt idx="16922">
                  <c:v>9.0307009533703066</c:v>
                </c:pt>
                <c:pt idx="16923">
                  <c:v>9.0330964219291925</c:v>
                </c:pt>
                <c:pt idx="16924">
                  <c:v>9.0348119439371342</c:v>
                </c:pt>
                <c:pt idx="16925">
                  <c:v>9.0320027269071588</c:v>
                </c:pt>
                <c:pt idx="16926">
                  <c:v>9.0270113558299681</c:v>
                </c:pt>
                <c:pt idx="16927">
                  <c:v>9.0239930130858035</c:v>
                </c:pt>
                <c:pt idx="16928">
                  <c:v>9.0262673206775794</c:v>
                </c:pt>
                <c:pt idx="16929">
                  <c:v>9.0277170634854151</c:v>
                </c:pt>
                <c:pt idx="16930">
                  <c:v>9.0280407528106839</c:v>
                </c:pt>
                <c:pt idx="16931">
                  <c:v>9.0271213117638194</c:v>
                </c:pt>
                <c:pt idx="16932">
                  <c:v>9.0289707705711848</c:v>
                </c:pt>
                <c:pt idx="16933">
                  <c:v>9.0293876606403831</c:v>
                </c:pt>
                <c:pt idx="16934">
                  <c:v>9.0271088500913166</c:v>
                </c:pt>
                <c:pt idx="16935">
                  <c:v>9.0273121114890333</c:v>
                </c:pt>
                <c:pt idx="16936">
                  <c:v>9.0281153134058272</c:v>
                </c:pt>
                <c:pt idx="16937">
                  <c:v>9.0274972563376501</c:v>
                </c:pt>
                <c:pt idx="16938">
                  <c:v>9.0263759152522489</c:v>
                </c:pt>
                <c:pt idx="16939">
                  <c:v>9.0231036266608591</c:v>
                </c:pt>
                <c:pt idx="16940">
                  <c:v>9.0229631972253408</c:v>
                </c:pt>
                <c:pt idx="16941">
                  <c:v>9.0249945545632766</c:v>
                </c:pt>
                <c:pt idx="16942">
                  <c:v>9.0258654055593723</c:v>
                </c:pt>
                <c:pt idx="16943">
                  <c:v>9.0305272229948219</c:v>
                </c:pt>
                <c:pt idx="16944">
                  <c:v>9.0330590369116841</c:v>
                </c:pt>
                <c:pt idx="16945">
                  <c:v>9.0323851641170858</c:v>
                </c:pt>
                <c:pt idx="16946">
                  <c:v>9.0342432099592855</c:v>
                </c:pt>
                <c:pt idx="16947">
                  <c:v>9.0332953898094939</c:v>
                </c:pt>
                <c:pt idx="16948">
                  <c:v>9.0287489737446176</c:v>
                </c:pt>
                <c:pt idx="16949">
                  <c:v>9.0263084756128205</c:v>
                </c:pt>
                <c:pt idx="16950">
                  <c:v>9.0259332640785477</c:v>
                </c:pt>
                <c:pt idx="16951">
                  <c:v>9.0274631176381881</c:v>
                </c:pt>
                <c:pt idx="16952">
                  <c:v>9.0277485841864511</c:v>
                </c:pt>
                <c:pt idx="16953">
                  <c:v>9.0278637761171527</c:v>
                </c:pt>
                <c:pt idx="16954">
                  <c:v>9.029491438097951</c:v>
                </c:pt>
                <c:pt idx="16955">
                  <c:v>9.0308666203106416</c:v>
                </c:pt>
                <c:pt idx="16956">
                  <c:v>9.0293343581924503</c:v>
                </c:pt>
                <c:pt idx="16957">
                  <c:v>9.0311112460834746</c:v>
                </c:pt>
                <c:pt idx="16958">
                  <c:v>9.0321238878742687</c:v>
                </c:pt>
                <c:pt idx="16959">
                  <c:v>9.0323980446693355</c:v>
                </c:pt>
                <c:pt idx="16960">
                  <c:v>9.0320384364056761</c:v>
                </c:pt>
                <c:pt idx="16961">
                  <c:v>9.0295315458338212</c:v>
                </c:pt>
                <c:pt idx="16962">
                  <c:v>9.0242771182748864</c:v>
                </c:pt>
                <c:pt idx="16963">
                  <c:v>9.0198074619238309</c:v>
                </c:pt>
                <c:pt idx="16964">
                  <c:v>9.0197147847795858</c:v>
                </c:pt>
                <c:pt idx="16965">
                  <c:v>9.024448335371881</c:v>
                </c:pt>
                <c:pt idx="16966">
                  <c:v>9.0285927315986125</c:v>
                </c:pt>
                <c:pt idx="16967">
                  <c:v>9.0280489209657695</c:v>
                </c:pt>
                <c:pt idx="16968">
                  <c:v>9.02569617814118</c:v>
                </c:pt>
                <c:pt idx="16969">
                  <c:v>9.0234460608548499</c:v>
                </c:pt>
                <c:pt idx="16970">
                  <c:v>9.0202091676021645</c:v>
                </c:pt>
                <c:pt idx="16971">
                  <c:v>9.0195999070086952</c:v>
                </c:pt>
                <c:pt idx="16972">
                  <c:v>9.0228374285810027</c:v>
                </c:pt>
                <c:pt idx="16973">
                  <c:v>9.0284255985791599</c:v>
                </c:pt>
                <c:pt idx="16974">
                  <c:v>9.0320144555401036</c:v>
                </c:pt>
                <c:pt idx="16975">
                  <c:v>9.0312016193891065</c:v>
                </c:pt>
                <c:pt idx="16976">
                  <c:v>9.0293109009265624</c:v>
                </c:pt>
                <c:pt idx="16977">
                  <c:v>9.0282989921753263</c:v>
                </c:pt>
                <c:pt idx="16978">
                  <c:v>9.0282751160296897</c:v>
                </c:pt>
                <c:pt idx="16979">
                  <c:v>9.0241540723489102</c:v>
                </c:pt>
                <c:pt idx="16980">
                  <c:v>9.0232237404285982</c:v>
                </c:pt>
                <c:pt idx="16981">
                  <c:v>9.0258708509960961</c:v>
                </c:pt>
                <c:pt idx="16982">
                  <c:v>9.0283229730408987</c:v>
                </c:pt>
                <c:pt idx="16983">
                  <c:v>9.0273819596870126</c:v>
                </c:pt>
                <c:pt idx="16984">
                  <c:v>9.0272870834240901</c:v>
                </c:pt>
                <c:pt idx="16985">
                  <c:v>9.0299281202352422</c:v>
                </c:pt>
                <c:pt idx="16986">
                  <c:v>9.0309830688805857</c:v>
                </c:pt>
                <c:pt idx="16987">
                  <c:v>9.030299980731531</c:v>
                </c:pt>
                <c:pt idx="16988">
                  <c:v>9.0301971457533963</c:v>
                </c:pt>
                <c:pt idx="16989">
                  <c:v>9.0301438433054635</c:v>
                </c:pt>
                <c:pt idx="16990">
                  <c:v>9.0303484660623621</c:v>
                </c:pt>
                <c:pt idx="16991">
                  <c:v>9.030595081513999</c:v>
                </c:pt>
                <c:pt idx="16992">
                  <c:v>9.029814708543471</c:v>
                </c:pt>
                <c:pt idx="16993">
                  <c:v>9.0275769482097079</c:v>
                </c:pt>
                <c:pt idx="16994">
                  <c:v>9.0294939513764394</c:v>
                </c:pt>
                <c:pt idx="16995">
                  <c:v>9.0309386676272982</c:v>
                </c:pt>
                <c:pt idx="16996">
                  <c:v>9.0311953361928854</c:v>
                </c:pt>
                <c:pt idx="16997">
                  <c:v>9.0298818340230884</c:v>
                </c:pt>
                <c:pt idx="16998">
                  <c:v>9.0279857748437582</c:v>
                </c:pt>
                <c:pt idx="16999">
                  <c:v>9.0282141690263558</c:v>
                </c:pt>
                <c:pt idx="17000">
                  <c:v>9.0295481963038053</c:v>
                </c:pt>
                <c:pt idx="17001">
                  <c:v>9.0305465961831679</c:v>
                </c:pt>
                <c:pt idx="17002">
                  <c:v>9.0287513823031684</c:v>
                </c:pt>
                <c:pt idx="17003">
                  <c:v>9.0248084672352267</c:v>
                </c:pt>
                <c:pt idx="17004">
                  <c:v>9.0204284511502433</c:v>
                </c:pt>
                <c:pt idx="17005">
                  <c:v>9.0187042373875315</c:v>
                </c:pt>
                <c:pt idx="17006">
                  <c:v>9.0216080165206165</c:v>
                </c:pt>
                <c:pt idx="17007">
                  <c:v>9.0262455389306844</c:v>
                </c:pt>
                <c:pt idx="17008">
                  <c:v>9.0296779443057495</c:v>
                </c:pt>
                <c:pt idx="17009">
                  <c:v>9.0274564155622201</c:v>
                </c:pt>
                <c:pt idx="17010">
                  <c:v>9.0274816530670368</c:v>
                </c:pt>
                <c:pt idx="17011">
                  <c:v>9.0298267513362269</c:v>
                </c:pt>
                <c:pt idx="17012">
                  <c:v>9.0287643675753557</c:v>
                </c:pt>
                <c:pt idx="17013">
                  <c:v>9.0293359289915056</c:v>
                </c:pt>
                <c:pt idx="17014">
                  <c:v>9.0315730610056466</c:v>
                </c:pt>
                <c:pt idx="17015">
                  <c:v>9.0315963088316611</c:v>
                </c:pt>
                <c:pt idx="17016">
                  <c:v>9.0297960683946847</c:v>
                </c:pt>
                <c:pt idx="17017">
                  <c:v>9.0285367064323179</c:v>
                </c:pt>
                <c:pt idx="17018">
                  <c:v>9.0290885805003107</c:v>
                </c:pt>
                <c:pt idx="17019">
                  <c:v>9.030668699629711</c:v>
                </c:pt>
                <c:pt idx="17020">
                  <c:v>9.030092111656586</c:v>
                </c:pt>
                <c:pt idx="17021">
                  <c:v>9.0284963892565724</c:v>
                </c:pt>
                <c:pt idx="17022">
                  <c:v>9.0259557788650042</c:v>
                </c:pt>
                <c:pt idx="17023">
                  <c:v>9.0240754276762232</c:v>
                </c:pt>
                <c:pt idx="17024">
                  <c:v>9.0232714927198696</c:v>
                </c:pt>
                <c:pt idx="17025">
                  <c:v>9.0248581044853644</c:v>
                </c:pt>
                <c:pt idx="17026">
                  <c:v>9.0268121785097932</c:v>
                </c:pt>
                <c:pt idx="17027">
                  <c:v>9.0280941599785542</c:v>
                </c:pt>
                <c:pt idx="17028">
                  <c:v>9.0278114161486513</c:v>
                </c:pt>
                <c:pt idx="17029">
                  <c:v>9.0269349102759584</c:v>
                </c:pt>
                <c:pt idx="17030">
                  <c:v>9.0261363160363928</c:v>
                </c:pt>
                <c:pt idx="17031">
                  <c:v>9.0252865137476341</c:v>
                </c:pt>
                <c:pt idx="17032">
                  <c:v>9.0242250724661961</c:v>
                </c:pt>
                <c:pt idx="17033">
                  <c:v>9.0214620369284386</c:v>
                </c:pt>
                <c:pt idx="17034">
                  <c:v>9.0198484074191985</c:v>
                </c:pt>
                <c:pt idx="17035">
                  <c:v>9.0217137836569883</c:v>
                </c:pt>
                <c:pt idx="17036">
                  <c:v>9.0223829440544208</c:v>
                </c:pt>
                <c:pt idx="17037">
                  <c:v>9.0237093267764692</c:v>
                </c:pt>
                <c:pt idx="17038">
                  <c:v>9.024634317979995</c:v>
                </c:pt>
                <c:pt idx="17039">
                  <c:v>9.0258335706985235</c:v>
                </c:pt>
                <c:pt idx="17040">
                  <c:v>9.026185429686846</c:v>
                </c:pt>
                <c:pt idx="17041">
                  <c:v>9.024247168372904</c:v>
                </c:pt>
                <c:pt idx="17042">
                  <c:v>9.0248753832749689</c:v>
                </c:pt>
                <c:pt idx="17043">
                  <c:v>9.0278743528307892</c:v>
                </c:pt>
                <c:pt idx="17044">
                  <c:v>9.0293976090343993</c:v>
                </c:pt>
                <c:pt idx="17045">
                  <c:v>9.0286195399024844</c:v>
                </c:pt>
                <c:pt idx="17046">
                  <c:v>9.0244650905618009</c:v>
                </c:pt>
                <c:pt idx="17047">
                  <c:v>9.0216750372802981</c:v>
                </c:pt>
                <c:pt idx="17048">
                  <c:v>9.0208173809962631</c:v>
                </c:pt>
                <c:pt idx="17049">
                  <c:v>9.0210428430206253</c:v>
                </c:pt>
                <c:pt idx="17050">
                  <c:v>9.02409124038671</c:v>
                </c:pt>
                <c:pt idx="17051">
                  <c:v>9.0269871655245204</c:v>
                </c:pt>
                <c:pt idx="17052">
                  <c:v>9.0276189409044445</c:v>
                </c:pt>
                <c:pt idx="17053">
                  <c:v>9.0274277222994819</c:v>
                </c:pt>
                <c:pt idx="17054">
                  <c:v>9.0284891635809199</c:v>
                </c:pt>
                <c:pt idx="17055">
                  <c:v>9.0289548531407604</c:v>
                </c:pt>
                <c:pt idx="17056">
                  <c:v>9.0273604920999286</c:v>
                </c:pt>
                <c:pt idx="17057">
                  <c:v>9.0275383065529553</c:v>
                </c:pt>
                <c:pt idx="17058">
                  <c:v>9.0280118501080704</c:v>
                </c:pt>
                <c:pt idx="17059">
                  <c:v>9.0260643734396737</c:v>
                </c:pt>
                <c:pt idx="17060">
                  <c:v>9.0230418418980278</c:v>
                </c:pt>
                <c:pt idx="17061">
                  <c:v>9.0181109989444224</c:v>
                </c:pt>
                <c:pt idx="17062">
                  <c:v>9.0134077124139207</c:v>
                </c:pt>
                <c:pt idx="17063">
                  <c:v>9.014796089338672</c:v>
                </c:pt>
                <c:pt idx="17064">
                  <c:v>9.0159714659115657</c:v>
                </c:pt>
                <c:pt idx="17065">
                  <c:v>9.0188207906774132</c:v>
                </c:pt>
                <c:pt idx="17066">
                  <c:v>9.0225583499488966</c:v>
                </c:pt>
                <c:pt idx="17067">
                  <c:v>9.0233850091315784</c:v>
                </c:pt>
                <c:pt idx="17068">
                  <c:v>9.0231166119330464</c:v>
                </c:pt>
                <c:pt idx="17069">
                  <c:v>9.0241057964579525</c:v>
                </c:pt>
                <c:pt idx="17070">
                  <c:v>9.0267120662500204</c:v>
                </c:pt>
                <c:pt idx="17071">
                  <c:v>9.0283936589983753</c:v>
                </c:pt>
                <c:pt idx="17072">
                  <c:v>9.0264364433758359</c:v>
                </c:pt>
                <c:pt idx="17073">
                  <c:v>9.0211451543990755</c:v>
                </c:pt>
                <c:pt idx="17074">
                  <c:v>9.0202386986243983</c:v>
                </c:pt>
                <c:pt idx="17075">
                  <c:v>9.0213358494043536</c:v>
                </c:pt>
                <c:pt idx="17076">
                  <c:v>9.0241345944406284</c:v>
                </c:pt>
                <c:pt idx="17077">
                  <c:v>9.0241780532144826</c:v>
                </c:pt>
                <c:pt idx="17078">
                  <c:v>9.0217223706918226</c:v>
                </c:pt>
                <c:pt idx="17079">
                  <c:v>9.0211190791347615</c:v>
                </c:pt>
                <c:pt idx="17080">
                  <c:v>9.0187820443007229</c:v>
                </c:pt>
                <c:pt idx="17081">
                  <c:v>9.0177096074258998</c:v>
                </c:pt>
                <c:pt idx="17082">
                  <c:v>9.0205644823484068</c:v>
                </c:pt>
                <c:pt idx="17083">
                  <c:v>9.0238236809476735</c:v>
                </c:pt>
                <c:pt idx="17084">
                  <c:v>9.0235893177286659</c:v>
                </c:pt>
                <c:pt idx="17085">
                  <c:v>9.0249926696044103</c:v>
                </c:pt>
                <c:pt idx="17086">
                  <c:v>9.0245823768912423</c:v>
                </c:pt>
                <c:pt idx="17087">
                  <c:v>9.0226672586833772</c:v>
                </c:pt>
                <c:pt idx="17088">
                  <c:v>9.0231154600137398</c:v>
                </c:pt>
                <c:pt idx="17089">
                  <c:v>9.0227383635206007</c:v>
                </c:pt>
                <c:pt idx="17090">
                  <c:v>9.0209984417673379</c:v>
                </c:pt>
                <c:pt idx="17091">
                  <c:v>9.0199725005445437</c:v>
                </c:pt>
                <c:pt idx="17092">
                  <c:v>9.0186240219157892</c:v>
                </c:pt>
                <c:pt idx="17093">
                  <c:v>9.0192434403431463</c:v>
                </c:pt>
                <c:pt idx="17094">
                  <c:v>9.0208969681483833</c:v>
                </c:pt>
                <c:pt idx="17095">
                  <c:v>9.0233081446978201</c:v>
                </c:pt>
                <c:pt idx="17096">
                  <c:v>9.0251274441633296</c:v>
                </c:pt>
                <c:pt idx="17097">
                  <c:v>9.0270704178744374</c:v>
                </c:pt>
                <c:pt idx="17098">
                  <c:v>9.0273948402392641</c:v>
                </c:pt>
                <c:pt idx="17099">
                  <c:v>9.0230512666923577</c:v>
                </c:pt>
                <c:pt idx="17100">
                  <c:v>9.0197232670944825</c:v>
                </c:pt>
                <c:pt idx="17101">
                  <c:v>9.0212829658361677</c:v>
                </c:pt>
                <c:pt idx="17102">
                  <c:v>9.0225881951309415</c:v>
                </c:pt>
                <c:pt idx="17103">
                  <c:v>9.021797559606588</c:v>
                </c:pt>
                <c:pt idx="17104">
                  <c:v>9.0226400314997566</c:v>
                </c:pt>
                <c:pt idx="17105">
                  <c:v>9.0258171296684147</c:v>
                </c:pt>
                <c:pt idx="17106">
                  <c:v>9.0258724217951514</c:v>
                </c:pt>
                <c:pt idx="17107">
                  <c:v>9.0258094851130135</c:v>
                </c:pt>
                <c:pt idx="17108">
                  <c:v>9.0271285374394719</c:v>
                </c:pt>
                <c:pt idx="17109">
                  <c:v>9.0285211031617045</c:v>
                </c:pt>
                <c:pt idx="17110">
                  <c:v>9.0280500728850761</c:v>
                </c:pt>
                <c:pt idx="17111">
                  <c:v>9.022652597892197</c:v>
                </c:pt>
                <c:pt idx="17112">
                  <c:v>9.0171297731347284</c:v>
                </c:pt>
                <c:pt idx="17113">
                  <c:v>9.0155141539466843</c:v>
                </c:pt>
                <c:pt idx="17114">
                  <c:v>9.0147666630363759</c:v>
                </c:pt>
                <c:pt idx="17115">
                  <c:v>9.0170409706281518</c:v>
                </c:pt>
                <c:pt idx="17116">
                  <c:v>9.0222598981284445</c:v>
                </c:pt>
                <c:pt idx="17117">
                  <c:v>9.0250333009399668</c:v>
                </c:pt>
                <c:pt idx="17118">
                  <c:v>9.0247883610073227</c:v>
                </c:pt>
                <c:pt idx="17119">
                  <c:v>9.0246731690766211</c:v>
                </c:pt>
                <c:pt idx="17120">
                  <c:v>9.0227742824589914</c:v>
                </c:pt>
                <c:pt idx="17121">
                  <c:v>9.0181945654541487</c:v>
                </c:pt>
                <c:pt idx="17122">
                  <c:v>9.0164906673592142</c:v>
                </c:pt>
                <c:pt idx="17123">
                  <c:v>9.0174683326910507</c:v>
                </c:pt>
                <c:pt idx="17124">
                  <c:v>9.0191002881892661</c:v>
                </c:pt>
                <c:pt idx="17125">
                  <c:v>9.0214305162274009</c:v>
                </c:pt>
                <c:pt idx="17126">
                  <c:v>9.0216011050047751</c:v>
                </c:pt>
                <c:pt idx="17127">
                  <c:v>9.0228558592899155</c:v>
                </c:pt>
                <c:pt idx="17128">
                  <c:v>9.024231146222542</c:v>
                </c:pt>
                <c:pt idx="17129">
                  <c:v>9.0243100003351042</c:v>
                </c:pt>
                <c:pt idx="17130">
                  <c:v>9.0226445344570489</c:v>
                </c:pt>
                <c:pt idx="17131">
                  <c:v>9.0184243209959281</c:v>
                </c:pt>
                <c:pt idx="17132">
                  <c:v>9.0177328552519143</c:v>
                </c:pt>
                <c:pt idx="17133">
                  <c:v>9.0221798920965774</c:v>
                </c:pt>
                <c:pt idx="17134">
                  <c:v>9.0215791138180048</c:v>
                </c:pt>
                <c:pt idx="17135">
                  <c:v>9.0211641087076728</c:v>
                </c:pt>
                <c:pt idx="17136">
                  <c:v>9.0264293224201193</c:v>
                </c:pt>
                <c:pt idx="17137">
                  <c:v>9.0302487726823379</c:v>
                </c:pt>
                <c:pt idx="17138">
                  <c:v>9.0312936682137295</c:v>
                </c:pt>
                <c:pt idx="17139">
                  <c:v>9.0325554387346472</c:v>
                </c:pt>
                <c:pt idx="17140">
                  <c:v>9.032951698976257</c:v>
                </c:pt>
                <c:pt idx="17141">
                  <c:v>9.0323745874034476</c:v>
                </c:pt>
                <c:pt idx="17142">
                  <c:v>9.0315732704455201</c:v>
                </c:pt>
                <c:pt idx="17143">
                  <c:v>9.0320771827823663</c:v>
                </c:pt>
                <c:pt idx="17144">
                  <c:v>9.0343754712397164</c:v>
                </c:pt>
                <c:pt idx="17145">
                  <c:v>9.0344272028885939</c:v>
                </c:pt>
                <c:pt idx="17146">
                  <c:v>9.0333166479567044</c:v>
                </c:pt>
                <c:pt idx="17147">
                  <c:v>9.0327291691101319</c:v>
                </c:pt>
                <c:pt idx="17148">
                  <c:v>9.0307110064842586</c:v>
                </c:pt>
                <c:pt idx="17149">
                  <c:v>9.0286284410971298</c:v>
                </c:pt>
                <c:pt idx="17150">
                  <c:v>9.0293509039424968</c:v>
                </c:pt>
                <c:pt idx="17151">
                  <c:v>9.028102956453262</c:v>
                </c:pt>
                <c:pt idx="17152">
                  <c:v>9.0257569157046387</c:v>
                </c:pt>
                <c:pt idx="17153">
                  <c:v>9.0279806435668455</c:v>
                </c:pt>
                <c:pt idx="17154">
                  <c:v>9.0290996808136317</c:v>
                </c:pt>
                <c:pt idx="17155">
                  <c:v>9.0294729026691023</c:v>
                </c:pt>
                <c:pt idx="17156">
                  <c:v>9.0275168389658695</c:v>
                </c:pt>
                <c:pt idx="17157">
                  <c:v>9.0236232469882545</c:v>
                </c:pt>
                <c:pt idx="17158">
                  <c:v>9.0224252509089684</c:v>
                </c:pt>
                <c:pt idx="17159">
                  <c:v>9.0270258071812748</c:v>
                </c:pt>
                <c:pt idx="17160">
                  <c:v>9.0312980664510825</c:v>
                </c:pt>
                <c:pt idx="17161">
                  <c:v>9.0322622229110472</c:v>
                </c:pt>
                <c:pt idx="17162">
                  <c:v>9.030360823014929</c:v>
                </c:pt>
                <c:pt idx="17163">
                  <c:v>9.0295347921518694</c:v>
                </c:pt>
                <c:pt idx="17164">
                  <c:v>9.0316212321766667</c:v>
                </c:pt>
                <c:pt idx="17165">
                  <c:v>9.0308674580701371</c:v>
                </c:pt>
                <c:pt idx="17166">
                  <c:v>9.0272600656803448</c:v>
                </c:pt>
                <c:pt idx="17167">
                  <c:v>9.0230131486352896</c:v>
                </c:pt>
                <c:pt idx="17168">
                  <c:v>9.0208723589631887</c:v>
                </c:pt>
                <c:pt idx="17169">
                  <c:v>9.0201472781193974</c:v>
                </c:pt>
                <c:pt idx="17170">
                  <c:v>9.0205597699512428</c:v>
                </c:pt>
                <c:pt idx="17171">
                  <c:v>9.0222124599969842</c:v>
                </c:pt>
                <c:pt idx="17172">
                  <c:v>9.0248701472781185</c:v>
                </c:pt>
                <c:pt idx="17173">
                  <c:v>9.0253035830973651</c:v>
                </c:pt>
                <c:pt idx="17174">
                  <c:v>9.0253851599282875</c:v>
                </c:pt>
                <c:pt idx="17175">
                  <c:v>9.0274244759814355</c:v>
                </c:pt>
                <c:pt idx="17176">
                  <c:v>9.0282841219442727</c:v>
                </c:pt>
                <c:pt idx="17177">
                  <c:v>9.0285769188881257</c:v>
                </c:pt>
                <c:pt idx="17178">
                  <c:v>9.0289782056867107</c:v>
                </c:pt>
                <c:pt idx="17179">
                  <c:v>9.0288273042574936</c:v>
                </c:pt>
                <c:pt idx="17180">
                  <c:v>9.0265884967243597</c:v>
                </c:pt>
                <c:pt idx="17181">
                  <c:v>9.0241348038805018</c:v>
                </c:pt>
                <c:pt idx="17182">
                  <c:v>9.0249426134745239</c:v>
                </c:pt>
                <c:pt idx="17183">
                  <c:v>9.0285159718847918</c:v>
                </c:pt>
                <c:pt idx="17184">
                  <c:v>9.0316533811973265</c:v>
                </c:pt>
                <c:pt idx="17185">
                  <c:v>9.0311983730710583</c:v>
                </c:pt>
                <c:pt idx="17186">
                  <c:v>9.0290406187691641</c:v>
                </c:pt>
                <c:pt idx="17187">
                  <c:v>9.0254025434378296</c:v>
                </c:pt>
                <c:pt idx="17188">
                  <c:v>9.0255215052862621</c:v>
                </c:pt>
                <c:pt idx="17189">
                  <c:v>9.0275222844025933</c:v>
                </c:pt>
                <c:pt idx="17190">
                  <c:v>9.0247776795737487</c:v>
                </c:pt>
                <c:pt idx="17191">
                  <c:v>9.022595734966405</c:v>
                </c:pt>
                <c:pt idx="17192">
                  <c:v>9.0188437243436148</c:v>
                </c:pt>
                <c:pt idx="17193">
                  <c:v>9.0185834953001685</c:v>
                </c:pt>
                <c:pt idx="17194">
                  <c:v>9.0197609662718019</c:v>
                </c:pt>
                <c:pt idx="17195">
                  <c:v>9.0222603170081932</c:v>
                </c:pt>
                <c:pt idx="17196">
                  <c:v>9.0256691603974328</c:v>
                </c:pt>
                <c:pt idx="17197">
                  <c:v>9.0262861702662391</c:v>
                </c:pt>
                <c:pt idx="17198">
                  <c:v>9.0249456503526968</c:v>
                </c:pt>
                <c:pt idx="17199">
                  <c:v>9.0237259772464515</c:v>
                </c:pt>
                <c:pt idx="17200">
                  <c:v>9.0246026925590197</c:v>
                </c:pt>
                <c:pt idx="17201">
                  <c:v>9.0253613885025885</c:v>
                </c:pt>
                <c:pt idx="17202">
                  <c:v>9.0280221126618976</c:v>
                </c:pt>
                <c:pt idx="17203">
                  <c:v>9.0280920655798127</c:v>
                </c:pt>
                <c:pt idx="17204">
                  <c:v>9.0271702159743974</c:v>
                </c:pt>
                <c:pt idx="17205">
                  <c:v>9.0242401521371249</c:v>
                </c:pt>
                <c:pt idx="17206">
                  <c:v>9.0230795410753473</c:v>
                </c:pt>
                <c:pt idx="17207">
                  <c:v>9.0244049813179625</c:v>
                </c:pt>
                <c:pt idx="17208">
                  <c:v>9.0258513730878143</c:v>
                </c:pt>
                <c:pt idx="17209">
                  <c:v>9.0240495618517844</c:v>
                </c:pt>
                <c:pt idx="17210">
                  <c:v>9.0220044862021016</c:v>
                </c:pt>
                <c:pt idx="17211">
                  <c:v>9.0243945093242637</c:v>
                </c:pt>
                <c:pt idx="17212">
                  <c:v>9.0281990893554287</c:v>
                </c:pt>
                <c:pt idx="17213">
                  <c:v>9.0288625948762622</c:v>
                </c:pt>
                <c:pt idx="17214">
                  <c:v>9.0277698423336634</c:v>
                </c:pt>
                <c:pt idx="17215">
                  <c:v>9.0296844369418423</c:v>
                </c:pt>
                <c:pt idx="17216">
                  <c:v>9.0333095270009878</c:v>
                </c:pt>
                <c:pt idx="17217">
                  <c:v>9.0363228431881772</c:v>
                </c:pt>
                <c:pt idx="17218">
                  <c:v>9.0339617227686269</c:v>
                </c:pt>
                <c:pt idx="17219">
                  <c:v>9.0302572549972346</c:v>
                </c:pt>
                <c:pt idx="17220">
                  <c:v>9.0274637459578102</c:v>
                </c:pt>
                <c:pt idx="17221">
                  <c:v>9.0253408633949359</c:v>
                </c:pt>
                <c:pt idx="17222">
                  <c:v>9.0248840750297408</c:v>
                </c:pt>
                <c:pt idx="17223">
                  <c:v>9.0235588442269989</c:v>
                </c:pt>
                <c:pt idx="17224">
                  <c:v>9.0230582829281367</c:v>
                </c:pt>
                <c:pt idx="17225">
                  <c:v>9.0223779174974457</c:v>
                </c:pt>
                <c:pt idx="17226">
                  <c:v>9.0194937209925783</c:v>
                </c:pt>
                <c:pt idx="17227">
                  <c:v>9.0208138205184056</c:v>
                </c:pt>
                <c:pt idx="17228">
                  <c:v>9.0254290375818904</c:v>
                </c:pt>
                <c:pt idx="17229">
                  <c:v>9.0266970912990292</c:v>
                </c:pt>
                <c:pt idx="17230">
                  <c:v>9.0284549201615203</c:v>
                </c:pt>
                <c:pt idx="17231">
                  <c:v>9.0291434537472988</c:v>
                </c:pt>
                <c:pt idx="17232">
                  <c:v>9.0282025451133485</c:v>
                </c:pt>
                <c:pt idx="17233">
                  <c:v>9.0260868882261285</c:v>
                </c:pt>
                <c:pt idx="17234">
                  <c:v>9.0253103898932689</c:v>
                </c:pt>
                <c:pt idx="17235">
                  <c:v>9.0250992745002758</c:v>
                </c:pt>
                <c:pt idx="17236">
                  <c:v>9.0260223807449353</c:v>
                </c:pt>
                <c:pt idx="17237">
                  <c:v>9.0270634016386584</c:v>
                </c:pt>
                <c:pt idx="17238">
                  <c:v>9.028463402476417</c:v>
                </c:pt>
                <c:pt idx="17239">
                  <c:v>9.0291094197677726</c:v>
                </c:pt>
                <c:pt idx="17240">
                  <c:v>9.0288551597607363</c:v>
                </c:pt>
                <c:pt idx="17241">
                  <c:v>9.0288988279744657</c:v>
                </c:pt>
                <c:pt idx="17242">
                  <c:v>9.0262072114337411</c:v>
                </c:pt>
                <c:pt idx="17243">
                  <c:v>9.0252245195449294</c:v>
                </c:pt>
                <c:pt idx="17244">
                  <c:v>9.0252971951812082</c:v>
                </c:pt>
                <c:pt idx="17245">
                  <c:v>9.0229685379421269</c:v>
                </c:pt>
                <c:pt idx="17246">
                  <c:v>9.0207647068679524</c:v>
                </c:pt>
                <c:pt idx="17247">
                  <c:v>9.0216596434495582</c:v>
                </c:pt>
                <c:pt idx="17248">
                  <c:v>9.0228985850242118</c:v>
                </c:pt>
                <c:pt idx="17249">
                  <c:v>9.0260837466280179</c:v>
                </c:pt>
                <c:pt idx="17250">
                  <c:v>9.0260619648811211</c:v>
                </c:pt>
                <c:pt idx="17251">
                  <c:v>9.0246285583834585</c:v>
                </c:pt>
                <c:pt idx="17252">
                  <c:v>9.025798594239566</c:v>
                </c:pt>
                <c:pt idx="17253">
                  <c:v>9.0280733207110906</c:v>
                </c:pt>
                <c:pt idx="17254">
                  <c:v>9.0263127691302376</c:v>
                </c:pt>
                <c:pt idx="17255">
                  <c:v>9.0256642385603936</c:v>
                </c:pt>
                <c:pt idx="17256">
                  <c:v>9.0286727376304814</c:v>
                </c:pt>
                <c:pt idx="17257">
                  <c:v>9.0287925372384095</c:v>
                </c:pt>
                <c:pt idx="17258">
                  <c:v>9.0243004708208368</c:v>
                </c:pt>
                <c:pt idx="17259">
                  <c:v>9.0215675946249352</c:v>
                </c:pt>
                <c:pt idx="17260">
                  <c:v>9.022461798166983</c:v>
                </c:pt>
                <c:pt idx="17261">
                  <c:v>9.0240513420907131</c:v>
                </c:pt>
                <c:pt idx="17262">
                  <c:v>9.0284828803846988</c:v>
                </c:pt>
                <c:pt idx="17263">
                  <c:v>9.0326094742221397</c:v>
                </c:pt>
                <c:pt idx="17264">
                  <c:v>9.0337385645828796</c:v>
                </c:pt>
                <c:pt idx="17265">
                  <c:v>9.0351274651073172</c:v>
                </c:pt>
                <c:pt idx="17266">
                  <c:v>9.0341271802690883</c:v>
                </c:pt>
                <c:pt idx="17267">
                  <c:v>9.0290859625018847</c:v>
                </c:pt>
                <c:pt idx="17268">
                  <c:v>9.0235185270512535</c:v>
                </c:pt>
                <c:pt idx="17269">
                  <c:v>9.0204263567515035</c:v>
                </c:pt>
                <c:pt idx="17270">
                  <c:v>9.0204662550475003</c:v>
                </c:pt>
                <c:pt idx="17271">
                  <c:v>9.0220666898446797</c:v>
                </c:pt>
                <c:pt idx="17272">
                  <c:v>9.0232497109729746</c:v>
                </c:pt>
                <c:pt idx="17273">
                  <c:v>9.022373833419902</c:v>
                </c:pt>
                <c:pt idx="17274">
                  <c:v>9.0231064540991568</c:v>
                </c:pt>
                <c:pt idx="17275">
                  <c:v>9.0221890027310963</c:v>
                </c:pt>
                <c:pt idx="17276">
                  <c:v>9.0222327756647616</c:v>
                </c:pt>
                <c:pt idx="17277">
                  <c:v>9.0249596828242549</c:v>
                </c:pt>
                <c:pt idx="17278">
                  <c:v>9.0277613600187649</c:v>
                </c:pt>
                <c:pt idx="17279">
                  <c:v>9.0292750867081075</c:v>
                </c:pt>
                <c:pt idx="17280">
                  <c:v>9.0290877427408134</c:v>
                </c:pt>
                <c:pt idx="17281">
                  <c:v>9.0265802238493364</c:v>
                </c:pt>
                <c:pt idx="17282">
                  <c:v>9.0234551714893687</c:v>
                </c:pt>
                <c:pt idx="17283">
                  <c:v>9.0224803335958317</c:v>
                </c:pt>
                <c:pt idx="17284">
                  <c:v>9.0229896913694017</c:v>
                </c:pt>
                <c:pt idx="17285">
                  <c:v>9.0256510438483328</c:v>
                </c:pt>
                <c:pt idx="17286">
                  <c:v>9.0278979148166147</c:v>
                </c:pt>
                <c:pt idx="17287">
                  <c:v>9.0266229495836328</c:v>
                </c:pt>
                <c:pt idx="17288">
                  <c:v>9.0248035453981874</c:v>
                </c:pt>
                <c:pt idx="17289">
                  <c:v>9.0226929150679425</c:v>
                </c:pt>
                <c:pt idx="17290">
                  <c:v>9.0225425372384098</c:v>
                </c:pt>
                <c:pt idx="17291">
                  <c:v>9.0224590754486194</c:v>
                </c:pt>
                <c:pt idx="17292">
                  <c:v>9.0242777465945068</c:v>
                </c:pt>
                <c:pt idx="17293">
                  <c:v>9.0247860571687077</c:v>
                </c:pt>
                <c:pt idx="17294">
                  <c:v>9.0236827279124707</c:v>
                </c:pt>
                <c:pt idx="17295">
                  <c:v>9.0244594356852037</c:v>
                </c:pt>
                <c:pt idx="17296">
                  <c:v>9.0228799448754256</c:v>
                </c:pt>
                <c:pt idx="17297">
                  <c:v>9.0210595982105453</c:v>
                </c:pt>
                <c:pt idx="17298">
                  <c:v>9.0206498290970636</c:v>
                </c:pt>
                <c:pt idx="17299">
                  <c:v>9.0215619397483362</c:v>
                </c:pt>
                <c:pt idx="17300">
                  <c:v>9.0223115250573862</c:v>
                </c:pt>
                <c:pt idx="17301">
                  <c:v>9.0222664954844767</c:v>
                </c:pt>
                <c:pt idx="17302">
                  <c:v>9.0226081966389096</c:v>
                </c:pt>
                <c:pt idx="17303">
                  <c:v>9.020832774827003</c:v>
                </c:pt>
                <c:pt idx="17304">
                  <c:v>9.020289278353971</c:v>
                </c:pt>
                <c:pt idx="17305">
                  <c:v>9.0226275698272538</c:v>
                </c:pt>
                <c:pt idx="17306">
                  <c:v>9.0207494177571501</c:v>
                </c:pt>
                <c:pt idx="17307">
                  <c:v>9.0181681760300254</c:v>
                </c:pt>
                <c:pt idx="17308">
                  <c:v>9.0188977598311073</c:v>
                </c:pt>
                <c:pt idx="17309">
                  <c:v>9.0241692567397749</c:v>
                </c:pt>
                <c:pt idx="17310">
                  <c:v>9.0255255893638058</c:v>
                </c:pt>
                <c:pt idx="17311">
                  <c:v>9.019811441281437</c:v>
                </c:pt>
                <c:pt idx="17312">
                  <c:v>9.0176199671598276</c:v>
                </c:pt>
                <c:pt idx="17313">
                  <c:v>9.020300692827103</c:v>
                </c:pt>
                <c:pt idx="17314">
                  <c:v>9.0242400474171873</c:v>
                </c:pt>
                <c:pt idx="17315">
                  <c:v>9.025792939362967</c:v>
                </c:pt>
                <c:pt idx="17316">
                  <c:v>9.0263144446492305</c:v>
                </c:pt>
                <c:pt idx="17317">
                  <c:v>9.0262489946886042</c:v>
                </c:pt>
                <c:pt idx="17318">
                  <c:v>9.0267390839937676</c:v>
                </c:pt>
                <c:pt idx="17319">
                  <c:v>9.0267634837390887</c:v>
                </c:pt>
                <c:pt idx="17320">
                  <c:v>9.0276465869678137</c:v>
                </c:pt>
                <c:pt idx="17321">
                  <c:v>9.0269603572206485</c:v>
                </c:pt>
                <c:pt idx="17322">
                  <c:v>9.0261397717943126</c:v>
                </c:pt>
                <c:pt idx="17323">
                  <c:v>9.0274734849119511</c:v>
                </c:pt>
                <c:pt idx="17324">
                  <c:v>9.0253231657255828</c:v>
                </c:pt>
                <c:pt idx="17325">
                  <c:v>9.01984589414071</c:v>
                </c:pt>
                <c:pt idx="17326">
                  <c:v>9.0183671439103268</c:v>
                </c:pt>
                <c:pt idx="17327">
                  <c:v>9.0209821054571648</c:v>
                </c:pt>
                <c:pt idx="17328">
                  <c:v>9.0225065135800815</c:v>
                </c:pt>
                <c:pt idx="17329">
                  <c:v>9.0220458505772161</c:v>
                </c:pt>
                <c:pt idx="17330">
                  <c:v>9.0216099014794828</c:v>
                </c:pt>
                <c:pt idx="17331">
                  <c:v>9.02428465811035</c:v>
                </c:pt>
                <c:pt idx="17332">
                  <c:v>9.0271537749442885</c:v>
                </c:pt>
                <c:pt idx="17333">
                  <c:v>9.0283671648543145</c:v>
                </c:pt>
                <c:pt idx="17334">
                  <c:v>9.0282086188696944</c:v>
                </c:pt>
                <c:pt idx="17335">
                  <c:v>9.0257212062061232</c:v>
                </c:pt>
                <c:pt idx="17336">
                  <c:v>9.024896746142117</c:v>
                </c:pt>
                <c:pt idx="17337">
                  <c:v>9.0231169260928574</c:v>
                </c:pt>
                <c:pt idx="17338">
                  <c:v>9.0214752316405011</c:v>
                </c:pt>
                <c:pt idx="17339">
                  <c:v>9.024915805170652</c:v>
                </c:pt>
                <c:pt idx="17340">
                  <c:v>9.0286972420957383</c:v>
                </c:pt>
                <c:pt idx="17341">
                  <c:v>9.0296048497897221</c:v>
                </c:pt>
                <c:pt idx="17342">
                  <c:v>9.0268971063787014</c:v>
                </c:pt>
                <c:pt idx="17343">
                  <c:v>9.0230928405073474</c:v>
                </c:pt>
                <c:pt idx="17344">
                  <c:v>9.0232120117956534</c:v>
                </c:pt>
                <c:pt idx="17345">
                  <c:v>9.0252697585577124</c:v>
                </c:pt>
                <c:pt idx="17346">
                  <c:v>9.0251958262821912</c:v>
                </c:pt>
                <c:pt idx="17347">
                  <c:v>9.021970242782702</c:v>
                </c:pt>
                <c:pt idx="17348">
                  <c:v>9.0217382881222452</c:v>
                </c:pt>
                <c:pt idx="17349">
                  <c:v>9.0233953764053414</c:v>
                </c:pt>
                <c:pt idx="17350">
                  <c:v>9.0260404972940371</c:v>
                </c:pt>
                <c:pt idx="17351">
                  <c:v>9.0282500879647465</c:v>
                </c:pt>
                <c:pt idx="17352">
                  <c:v>9.0299673902116186</c:v>
                </c:pt>
                <c:pt idx="17353">
                  <c:v>9.0298970184139531</c:v>
                </c:pt>
                <c:pt idx="17354">
                  <c:v>9.0275863730040378</c:v>
                </c:pt>
                <c:pt idx="17355">
                  <c:v>9.0244264489050483</c:v>
                </c:pt>
                <c:pt idx="17356">
                  <c:v>9.0215350267245284</c:v>
                </c:pt>
                <c:pt idx="17357">
                  <c:v>9.018687691637485</c:v>
                </c:pt>
                <c:pt idx="17358">
                  <c:v>9.0171051639495339</c:v>
                </c:pt>
                <c:pt idx="17359">
                  <c:v>9.0172207747599824</c:v>
                </c:pt>
                <c:pt idx="17360">
                  <c:v>9.0176490793023145</c:v>
                </c:pt>
                <c:pt idx="17361">
                  <c:v>9.0200492602583644</c:v>
                </c:pt>
                <c:pt idx="17362">
                  <c:v>9.0215664427056286</c:v>
                </c:pt>
                <c:pt idx="17363">
                  <c:v>9.0224932141480831</c:v>
                </c:pt>
                <c:pt idx="17364">
                  <c:v>9.0213238066115977</c:v>
                </c:pt>
                <c:pt idx="17365">
                  <c:v>9.0216694871236367</c:v>
                </c:pt>
                <c:pt idx="17366">
                  <c:v>9.0240427550558788</c:v>
                </c:pt>
                <c:pt idx="17367">
                  <c:v>9.0255962753212806</c:v>
                </c:pt>
                <c:pt idx="17368">
                  <c:v>9.0263087897726315</c:v>
                </c:pt>
                <c:pt idx="17369">
                  <c:v>9.0257635130606708</c:v>
                </c:pt>
                <c:pt idx="17370">
                  <c:v>9.0281750037699169</c:v>
                </c:pt>
                <c:pt idx="17371">
                  <c:v>9.0328516914364219</c:v>
                </c:pt>
                <c:pt idx="17372">
                  <c:v>9.0332148601779405</c:v>
                </c:pt>
                <c:pt idx="17373">
                  <c:v>9.0308811763818841</c:v>
                </c:pt>
                <c:pt idx="17374">
                  <c:v>9.0271849814855152</c:v>
                </c:pt>
                <c:pt idx="17375">
                  <c:v>9.0263084756128205</c:v>
                </c:pt>
                <c:pt idx="17376">
                  <c:v>9.0285312609955941</c:v>
                </c:pt>
                <c:pt idx="17377">
                  <c:v>9.0290322411742032</c:v>
                </c:pt>
                <c:pt idx="17378">
                  <c:v>9.0267125898497067</c:v>
                </c:pt>
                <c:pt idx="17379">
                  <c:v>9.0258329423789014</c:v>
                </c:pt>
                <c:pt idx="17380">
                  <c:v>9.0256548137660637</c:v>
                </c:pt>
                <c:pt idx="17381">
                  <c:v>9.0253084002144668</c:v>
                </c:pt>
                <c:pt idx="17382">
                  <c:v>9.0284927240587773</c:v>
                </c:pt>
                <c:pt idx="17383">
                  <c:v>9.032179284720943</c:v>
                </c:pt>
                <c:pt idx="17384">
                  <c:v>9.0304792612636771</c:v>
                </c:pt>
                <c:pt idx="17385">
                  <c:v>9.0289609268971063</c:v>
                </c:pt>
                <c:pt idx="17386">
                  <c:v>9.02877295461019</c:v>
                </c:pt>
                <c:pt idx="17387">
                  <c:v>9.0270502069265959</c:v>
                </c:pt>
                <c:pt idx="17388">
                  <c:v>9.0275977874771716</c:v>
                </c:pt>
                <c:pt idx="17389">
                  <c:v>9.0277611505788915</c:v>
                </c:pt>
                <c:pt idx="17390">
                  <c:v>9.028769603572206</c:v>
                </c:pt>
                <c:pt idx="17391">
                  <c:v>9.0311136546420254</c:v>
                </c:pt>
                <c:pt idx="17392">
                  <c:v>9.0305219869979734</c:v>
                </c:pt>
                <c:pt idx="17393">
                  <c:v>9.0264895363838953</c:v>
                </c:pt>
                <c:pt idx="17394">
                  <c:v>9.0226034842417437</c:v>
                </c:pt>
                <c:pt idx="17395">
                  <c:v>9.0236083767572008</c:v>
                </c:pt>
                <c:pt idx="17396">
                  <c:v>9.025148073990918</c:v>
                </c:pt>
                <c:pt idx="17397">
                  <c:v>9.0285190087629648</c:v>
                </c:pt>
                <c:pt idx="17398">
                  <c:v>9.0317039609268974</c:v>
                </c:pt>
                <c:pt idx="17399">
                  <c:v>9.0291775924467608</c:v>
                </c:pt>
                <c:pt idx="17400">
                  <c:v>9.0241967980832065</c:v>
                </c:pt>
                <c:pt idx="17401">
                  <c:v>9.0214839233952713</c:v>
                </c:pt>
                <c:pt idx="17402">
                  <c:v>9.0187393185664266</c:v>
                </c:pt>
                <c:pt idx="17403">
                  <c:v>9.0166186351222297</c:v>
                </c:pt>
                <c:pt idx="17404">
                  <c:v>9.0163902409396304</c:v>
                </c:pt>
                <c:pt idx="17405">
                  <c:v>9.0186941842735795</c:v>
                </c:pt>
                <c:pt idx="17406">
                  <c:v>9.021833687984854</c:v>
                </c:pt>
                <c:pt idx="17407">
                  <c:v>9.0232986151835526</c:v>
                </c:pt>
                <c:pt idx="17408">
                  <c:v>9.0232541092103276</c:v>
                </c:pt>
                <c:pt idx="17409">
                  <c:v>9.0207770638205176</c:v>
                </c:pt>
                <c:pt idx="17410">
                  <c:v>9.0231685530217991</c:v>
                </c:pt>
                <c:pt idx="17411">
                  <c:v>9.0241043303788349</c:v>
                </c:pt>
                <c:pt idx="17412">
                  <c:v>9.0198759487626301</c:v>
                </c:pt>
                <c:pt idx="17413">
                  <c:v>9.0196846254377299</c:v>
                </c:pt>
                <c:pt idx="17414">
                  <c:v>9.0252188646683305</c:v>
                </c:pt>
                <c:pt idx="17415">
                  <c:v>9.0283157473652462</c:v>
                </c:pt>
                <c:pt idx="17416">
                  <c:v>9.0287754678886785</c:v>
                </c:pt>
                <c:pt idx="17417">
                  <c:v>9.03018447464102</c:v>
                </c:pt>
                <c:pt idx="17418">
                  <c:v>9.0298208870197545</c:v>
                </c:pt>
                <c:pt idx="17419">
                  <c:v>9.0274757887505661</c:v>
                </c:pt>
                <c:pt idx="17420">
                  <c:v>9.025014870231054</c:v>
                </c:pt>
                <c:pt idx="17421">
                  <c:v>9.0224570857698172</c:v>
                </c:pt>
                <c:pt idx="17422">
                  <c:v>9.0243866553289873</c:v>
                </c:pt>
                <c:pt idx="17423">
                  <c:v>9.0267487182279709</c:v>
                </c:pt>
                <c:pt idx="17424">
                  <c:v>9.0266327932577113</c:v>
                </c:pt>
                <c:pt idx="17425">
                  <c:v>9.0261639620997602</c:v>
                </c:pt>
                <c:pt idx="17426">
                  <c:v>9.0257128286111623</c:v>
                </c:pt>
                <c:pt idx="17427">
                  <c:v>9.0265462945897497</c:v>
                </c:pt>
                <c:pt idx="17428">
                  <c:v>9.0260317008193294</c:v>
                </c:pt>
                <c:pt idx="17429">
                  <c:v>9.0258307432602241</c:v>
                </c:pt>
                <c:pt idx="17430">
                  <c:v>9.0280075565906532</c:v>
                </c:pt>
                <c:pt idx="17431">
                  <c:v>9.0251569751855634</c:v>
                </c:pt>
                <c:pt idx="17432">
                  <c:v>9.0219113901781078</c:v>
                </c:pt>
                <c:pt idx="17433">
                  <c:v>9.0241981594423866</c:v>
                </c:pt>
                <c:pt idx="17434">
                  <c:v>9.0274534834039848</c:v>
                </c:pt>
                <c:pt idx="17435">
                  <c:v>9.0308778253439002</c:v>
                </c:pt>
                <c:pt idx="17436">
                  <c:v>9.0317936011929696</c:v>
                </c:pt>
                <c:pt idx="17437">
                  <c:v>9.0297253824372099</c:v>
                </c:pt>
                <c:pt idx="17438">
                  <c:v>9.0283958581170509</c:v>
                </c:pt>
                <c:pt idx="17439">
                  <c:v>9.0281984610358066</c:v>
                </c:pt>
                <c:pt idx="17440">
                  <c:v>9.0268361593753657</c:v>
                </c:pt>
                <c:pt idx="17441">
                  <c:v>9.0253939564029952</c:v>
                </c:pt>
                <c:pt idx="17442">
                  <c:v>9.0258529438868695</c:v>
                </c:pt>
                <c:pt idx="17443">
                  <c:v>9.0271422557512189</c:v>
                </c:pt>
                <c:pt idx="17444">
                  <c:v>9.0251367642377218</c:v>
                </c:pt>
                <c:pt idx="17445">
                  <c:v>9.0250563393261061</c:v>
                </c:pt>
                <c:pt idx="17446">
                  <c:v>9.0257157607693976</c:v>
                </c:pt>
                <c:pt idx="17447">
                  <c:v>9.0231932669269312</c:v>
                </c:pt>
                <c:pt idx="17448">
                  <c:v>9.0243502127909121</c:v>
                </c:pt>
                <c:pt idx="17449">
                  <c:v>9.0267994026774794</c:v>
                </c:pt>
                <c:pt idx="17450">
                  <c:v>9.0253307055610481</c:v>
                </c:pt>
                <c:pt idx="17451">
                  <c:v>9.0230040380007708</c:v>
                </c:pt>
                <c:pt idx="17452">
                  <c:v>9.0226224385503411</c:v>
                </c:pt>
                <c:pt idx="17453">
                  <c:v>9.0213464261179901</c:v>
                </c:pt>
                <c:pt idx="17454">
                  <c:v>9.0211708107836408</c:v>
                </c:pt>
                <c:pt idx="17455">
                  <c:v>9.0198528056565515</c:v>
                </c:pt>
                <c:pt idx="17456">
                  <c:v>9.0190716996464655</c:v>
                </c:pt>
                <c:pt idx="17457">
                  <c:v>9.021440464621417</c:v>
                </c:pt>
                <c:pt idx="17458">
                  <c:v>9.0226416022988118</c:v>
                </c:pt>
                <c:pt idx="17459">
                  <c:v>9.0205104468609143</c:v>
                </c:pt>
                <c:pt idx="17460">
                  <c:v>9.018144509324264</c:v>
                </c:pt>
                <c:pt idx="17461">
                  <c:v>9.0195839895782726</c:v>
                </c:pt>
                <c:pt idx="17462">
                  <c:v>9.0203419524822817</c:v>
                </c:pt>
                <c:pt idx="17463">
                  <c:v>9.020792248211384</c:v>
                </c:pt>
                <c:pt idx="17464">
                  <c:v>9.0205089807817966</c:v>
                </c:pt>
                <c:pt idx="17465">
                  <c:v>9.0200944992711491</c:v>
                </c:pt>
                <c:pt idx="17466">
                  <c:v>9.021753367793174</c:v>
                </c:pt>
                <c:pt idx="17467">
                  <c:v>9.0223939396478059</c:v>
                </c:pt>
                <c:pt idx="17468">
                  <c:v>9.0221374805220922</c:v>
                </c:pt>
                <c:pt idx="17469">
                  <c:v>9.0249790560125991</c:v>
                </c:pt>
                <c:pt idx="17470">
                  <c:v>9.0245504373104577</c:v>
                </c:pt>
                <c:pt idx="17471">
                  <c:v>9.0221841856139946</c:v>
                </c:pt>
                <c:pt idx="17472">
                  <c:v>9.0240216016286041</c:v>
                </c:pt>
                <c:pt idx="17473">
                  <c:v>9.0304053289881541</c:v>
                </c:pt>
                <c:pt idx="17474">
                  <c:v>9.0340923085300666</c:v>
                </c:pt>
                <c:pt idx="17475">
                  <c:v>9.0364012784209908</c:v>
                </c:pt>
                <c:pt idx="17476">
                  <c:v>9.0346184214935583</c:v>
                </c:pt>
                <c:pt idx="17477">
                  <c:v>9.0326614153108924</c:v>
                </c:pt>
                <c:pt idx="17478">
                  <c:v>9.0310467386022815</c:v>
                </c:pt>
                <c:pt idx="17479">
                  <c:v>9.0288229060201406</c:v>
                </c:pt>
                <c:pt idx="17480">
                  <c:v>9.0278898513814649</c:v>
                </c:pt>
                <c:pt idx="17481">
                  <c:v>9.0271536702243527</c:v>
                </c:pt>
                <c:pt idx="17482">
                  <c:v>9.025208602114505</c:v>
                </c:pt>
                <c:pt idx="17483">
                  <c:v>9.0251395916760213</c:v>
                </c:pt>
                <c:pt idx="17484">
                  <c:v>9.0242280046244332</c:v>
                </c:pt>
                <c:pt idx="17485">
                  <c:v>9.0211112251394869</c:v>
                </c:pt>
                <c:pt idx="17486">
                  <c:v>9.0210051438433059</c:v>
                </c:pt>
                <c:pt idx="17487">
                  <c:v>9.0240391945780214</c:v>
                </c:pt>
                <c:pt idx="17488">
                  <c:v>9.0272532588844392</c:v>
                </c:pt>
                <c:pt idx="17489">
                  <c:v>9.0294607551564106</c:v>
                </c:pt>
                <c:pt idx="17490">
                  <c:v>9.030003728029758</c:v>
                </c:pt>
                <c:pt idx="17491">
                  <c:v>9.0286243570195861</c:v>
                </c:pt>
                <c:pt idx="17492">
                  <c:v>9.0260860504666311</c:v>
                </c:pt>
                <c:pt idx="17493">
                  <c:v>9.0237334123619792</c:v>
                </c:pt>
                <c:pt idx="17494">
                  <c:v>9.0244748295159418</c:v>
                </c:pt>
                <c:pt idx="17495">
                  <c:v>9.028170919692375</c:v>
                </c:pt>
                <c:pt idx="17496">
                  <c:v>9.0292600070371805</c:v>
                </c:pt>
                <c:pt idx="17497">
                  <c:v>9.0279004280951032</c:v>
                </c:pt>
                <c:pt idx="17498">
                  <c:v>9.0264539316053156</c:v>
                </c:pt>
                <c:pt idx="17499">
                  <c:v>9.0289566333796891</c:v>
                </c:pt>
                <c:pt idx="17500">
                  <c:v>9.0305661788113873</c:v>
                </c:pt>
                <c:pt idx="17501">
                  <c:v>9.0277113038888803</c:v>
                </c:pt>
                <c:pt idx="17502">
                  <c:v>9.0270695801149401</c:v>
                </c:pt>
                <c:pt idx="17503">
                  <c:v>9.0273825880066347</c:v>
                </c:pt>
                <c:pt idx="17504">
                  <c:v>9.0284448670475683</c:v>
                </c:pt>
                <c:pt idx="17505">
                  <c:v>9.0261049000552926</c:v>
                </c:pt>
                <c:pt idx="17506">
                  <c:v>9.0260903439840483</c:v>
                </c:pt>
                <c:pt idx="17507">
                  <c:v>9.0234083616775305</c:v>
                </c:pt>
                <c:pt idx="17508">
                  <c:v>9.020775178861653</c:v>
                </c:pt>
                <c:pt idx="17509">
                  <c:v>9.0198745874034483</c:v>
                </c:pt>
                <c:pt idx="17510">
                  <c:v>9.0229181676524295</c:v>
                </c:pt>
                <c:pt idx="17511">
                  <c:v>9.0251098512139141</c:v>
                </c:pt>
                <c:pt idx="17512">
                  <c:v>9.0244152438717897</c:v>
                </c:pt>
                <c:pt idx="17513">
                  <c:v>9.0260989310188826</c:v>
                </c:pt>
                <c:pt idx="17514">
                  <c:v>9.0278408424509493</c:v>
                </c:pt>
                <c:pt idx="17515">
                  <c:v>9.02965103128194</c:v>
                </c:pt>
                <c:pt idx="17516">
                  <c:v>9.0272539919239989</c:v>
                </c:pt>
                <c:pt idx="17517">
                  <c:v>9.0228889507900067</c:v>
                </c:pt>
                <c:pt idx="17518">
                  <c:v>9.0252926922239158</c:v>
                </c:pt>
                <c:pt idx="17519">
                  <c:v>9.031147583901614</c:v>
                </c:pt>
                <c:pt idx="17520">
                  <c:v>9.0338595161101143</c:v>
                </c:pt>
                <c:pt idx="17521">
                  <c:v>9.0311921945947748</c:v>
                </c:pt>
                <c:pt idx="17522">
                  <c:v>9.0259087596132908</c:v>
                </c:pt>
                <c:pt idx="17523">
                  <c:v>9.0247424936749159</c:v>
                </c:pt>
                <c:pt idx="17524">
                  <c:v>9.0260173541879603</c:v>
                </c:pt>
                <c:pt idx="17525">
                  <c:v>9.0293639939346217</c:v>
                </c:pt>
                <c:pt idx="17526">
                  <c:v>9.0320702712665248</c:v>
                </c:pt>
                <c:pt idx="17527">
                  <c:v>9.031338697786639</c:v>
                </c:pt>
                <c:pt idx="17528">
                  <c:v>9.0300629995140991</c:v>
                </c:pt>
                <c:pt idx="17529">
                  <c:v>9.0278011535948259</c:v>
                </c:pt>
                <c:pt idx="17530">
                  <c:v>9.0270897910627816</c:v>
                </c:pt>
                <c:pt idx="17531">
                  <c:v>9.0291923579578768</c:v>
                </c:pt>
                <c:pt idx="17532">
                  <c:v>9.0286642553155847</c:v>
                </c:pt>
                <c:pt idx="17533">
                  <c:v>9.026660648760954</c:v>
                </c:pt>
                <c:pt idx="17534">
                  <c:v>9.0233169411725278</c:v>
                </c:pt>
                <c:pt idx="17535">
                  <c:v>9.0205777817804069</c:v>
                </c:pt>
                <c:pt idx="17536">
                  <c:v>9.020199323928086</c:v>
                </c:pt>
                <c:pt idx="17537">
                  <c:v>9.0217286538880419</c:v>
                </c:pt>
                <c:pt idx="17538">
                  <c:v>9.0235120344151607</c:v>
                </c:pt>
                <c:pt idx="17539">
                  <c:v>9.0256927223832584</c:v>
                </c:pt>
                <c:pt idx="17540">
                  <c:v>9.0230652991639158</c:v>
                </c:pt>
                <c:pt idx="17541">
                  <c:v>9.0206813497980995</c:v>
                </c:pt>
                <c:pt idx="17542">
                  <c:v>9.0213037003836938</c:v>
                </c:pt>
                <c:pt idx="17543">
                  <c:v>9.0223097448184575</c:v>
                </c:pt>
                <c:pt idx="17544">
                  <c:v>9.0219307633664521</c:v>
                </c:pt>
                <c:pt idx="17545">
                  <c:v>9.0229158638138163</c:v>
                </c:pt>
                <c:pt idx="17546">
                  <c:v>9.0233977849638922</c:v>
                </c:pt>
                <c:pt idx="17547">
                  <c:v>9.0222959217867729</c:v>
                </c:pt>
                <c:pt idx="17548">
                  <c:v>9.019547442320258</c:v>
                </c:pt>
                <c:pt idx="17549">
                  <c:v>9.0176891870381848</c:v>
                </c:pt>
                <c:pt idx="17550">
                  <c:v>9.018137493088485</c:v>
                </c:pt>
                <c:pt idx="17551">
                  <c:v>9.0165980052946395</c:v>
                </c:pt>
                <c:pt idx="17552">
                  <c:v>9.0181511066802944</c:v>
                </c:pt>
                <c:pt idx="17553">
                  <c:v>9.0188707420873619</c:v>
                </c:pt>
                <c:pt idx="17554">
                  <c:v>9.018504955347419</c:v>
                </c:pt>
                <c:pt idx="17555">
                  <c:v>9.0214853894743889</c:v>
                </c:pt>
                <c:pt idx="17556">
                  <c:v>9.0257422549134603</c:v>
                </c:pt>
                <c:pt idx="17557">
                  <c:v>9.0265330998776871</c:v>
                </c:pt>
                <c:pt idx="17558">
                  <c:v>9.0235796834944626</c:v>
                </c:pt>
                <c:pt idx="17559">
                  <c:v>9.0201275907712422</c:v>
                </c:pt>
                <c:pt idx="17560">
                  <c:v>9.0213989955263649</c:v>
                </c:pt>
                <c:pt idx="17561">
                  <c:v>9.0235327689626867</c:v>
                </c:pt>
                <c:pt idx="17562">
                  <c:v>9.0253193958078519</c:v>
                </c:pt>
                <c:pt idx="17563">
                  <c:v>9.0240981519025514</c:v>
                </c:pt>
                <c:pt idx="17564">
                  <c:v>9.0237758239364645</c:v>
                </c:pt>
                <c:pt idx="17565">
                  <c:v>9.0255195156074599</c:v>
                </c:pt>
                <c:pt idx="17566">
                  <c:v>9.0277133982876201</c:v>
                </c:pt>
                <c:pt idx="17567">
                  <c:v>9.030543873464806</c:v>
                </c:pt>
                <c:pt idx="17568">
                  <c:v>9.0287767245279227</c:v>
                </c:pt>
                <c:pt idx="17569">
                  <c:v>9.0239296575239187</c:v>
                </c:pt>
                <c:pt idx="17570">
                  <c:v>9.0233216535696936</c:v>
                </c:pt>
                <c:pt idx="17571">
                  <c:v>9.0248306678618704</c:v>
                </c:pt>
                <c:pt idx="17572">
                  <c:v>9.0271026716150331</c:v>
                </c:pt>
                <c:pt idx="17573">
                  <c:v>9.0285602684181434</c:v>
                </c:pt>
                <c:pt idx="17574">
                  <c:v>9.0313246653150809</c:v>
                </c:pt>
                <c:pt idx="17575">
                  <c:v>9.0328260350518566</c:v>
                </c:pt>
                <c:pt idx="17576">
                  <c:v>9.0302699261096127</c:v>
                </c:pt>
                <c:pt idx="17577">
                  <c:v>9.0241992066417573</c:v>
                </c:pt>
                <c:pt idx="17578">
                  <c:v>9.0200325050684445</c:v>
                </c:pt>
                <c:pt idx="17579">
                  <c:v>9.0187647655111167</c:v>
                </c:pt>
                <c:pt idx="17580">
                  <c:v>9.0210834743561819</c:v>
                </c:pt>
                <c:pt idx="17581">
                  <c:v>9.0201087411825807</c:v>
                </c:pt>
                <c:pt idx="17582">
                  <c:v>9.0183623267932234</c:v>
                </c:pt>
                <c:pt idx="17583">
                  <c:v>9.0188988070304781</c:v>
                </c:pt>
                <c:pt idx="17584">
                  <c:v>9.0194880661159793</c:v>
                </c:pt>
                <c:pt idx="17585">
                  <c:v>9.0209433590804746</c:v>
                </c:pt>
                <c:pt idx="17586">
                  <c:v>9.0230524186116643</c:v>
                </c:pt>
                <c:pt idx="17587">
                  <c:v>9.0235442881557564</c:v>
                </c:pt>
                <c:pt idx="17588">
                  <c:v>9.0214374277432441</c:v>
                </c:pt>
                <c:pt idx="17589">
                  <c:v>9.0225656803444867</c:v>
                </c:pt>
                <c:pt idx="17590">
                  <c:v>9.0285575456997798</c:v>
                </c:pt>
                <c:pt idx="17591">
                  <c:v>9.0332437628805522</c:v>
                </c:pt>
                <c:pt idx="17592">
                  <c:v>9.0330716033041227</c:v>
                </c:pt>
                <c:pt idx="17593">
                  <c:v>9.0312886416567526</c:v>
                </c:pt>
                <c:pt idx="17594">
                  <c:v>9.031134179749678</c:v>
                </c:pt>
                <c:pt idx="17595">
                  <c:v>9.0307171849605421</c:v>
                </c:pt>
                <c:pt idx="17596">
                  <c:v>9.0293615853760709</c:v>
                </c:pt>
                <c:pt idx="17597">
                  <c:v>9.0279400122312889</c:v>
                </c:pt>
                <c:pt idx="17598">
                  <c:v>9.028693262738134</c:v>
                </c:pt>
                <c:pt idx="17599">
                  <c:v>9.0309042147680252</c:v>
                </c:pt>
                <c:pt idx="17600">
                  <c:v>9.0327454007003674</c:v>
                </c:pt>
                <c:pt idx="17601">
                  <c:v>9.0309168858804014</c:v>
                </c:pt>
                <c:pt idx="17602">
                  <c:v>9.0289870021614202</c:v>
                </c:pt>
                <c:pt idx="17603">
                  <c:v>9.0297374252299658</c:v>
                </c:pt>
                <c:pt idx="17604">
                  <c:v>9.0310333344503455</c:v>
                </c:pt>
                <c:pt idx="17605">
                  <c:v>9.0296800387044893</c:v>
                </c:pt>
                <c:pt idx="17606">
                  <c:v>9.0269045414942273</c:v>
                </c:pt>
                <c:pt idx="17607">
                  <c:v>9.0264703726354245</c:v>
                </c:pt>
                <c:pt idx="17608">
                  <c:v>9.0278795888276395</c:v>
                </c:pt>
                <c:pt idx="17609">
                  <c:v>9.0276305648174517</c:v>
                </c:pt>
                <c:pt idx="17610">
                  <c:v>9.0263412529531024</c:v>
                </c:pt>
                <c:pt idx="17611">
                  <c:v>9.0253947941624926</c:v>
                </c:pt>
                <c:pt idx="17612">
                  <c:v>9.0298523030008546</c:v>
                </c:pt>
                <c:pt idx="17613">
                  <c:v>9.0323802422800465</c:v>
                </c:pt>
                <c:pt idx="17614">
                  <c:v>9.031196488112192</c:v>
                </c:pt>
                <c:pt idx="17615">
                  <c:v>9.0316905567749615</c:v>
                </c:pt>
                <c:pt idx="17616">
                  <c:v>9.0318983211299706</c:v>
                </c:pt>
                <c:pt idx="17617">
                  <c:v>9.0327957709900648</c:v>
                </c:pt>
                <c:pt idx="17618">
                  <c:v>9.031973510044736</c:v>
                </c:pt>
                <c:pt idx="17619">
                  <c:v>9.0305103630849661</c:v>
                </c:pt>
                <c:pt idx="17620">
                  <c:v>9.0280656761556894</c:v>
                </c:pt>
                <c:pt idx="17621">
                  <c:v>9.0270221419834797</c:v>
                </c:pt>
                <c:pt idx="17622">
                  <c:v>9.0285530427424892</c:v>
                </c:pt>
                <c:pt idx="17623">
                  <c:v>9.0290331836536364</c:v>
                </c:pt>
                <c:pt idx="17624">
                  <c:v>9.0247553742271673</c:v>
                </c:pt>
                <c:pt idx="17625">
                  <c:v>9.0235813590134537</c:v>
                </c:pt>
                <c:pt idx="17626">
                  <c:v>9.0208802129584633</c:v>
                </c:pt>
                <c:pt idx="17627">
                  <c:v>9.0168634703349362</c:v>
                </c:pt>
                <c:pt idx="17628">
                  <c:v>9.0154492275857443</c:v>
                </c:pt>
                <c:pt idx="17629">
                  <c:v>9.0162545239012779</c:v>
                </c:pt>
                <c:pt idx="17630">
                  <c:v>9.0195877594960034</c:v>
                </c:pt>
                <c:pt idx="17631">
                  <c:v>9.0200428723422075</c:v>
                </c:pt>
                <c:pt idx="17632">
                  <c:v>9.0216258189099072</c:v>
                </c:pt>
                <c:pt idx="17633">
                  <c:v>9.0238830571519522</c:v>
                </c:pt>
                <c:pt idx="17634">
                  <c:v>9.0223709012616666</c:v>
                </c:pt>
                <c:pt idx="17635">
                  <c:v>9.0181787527436619</c:v>
                </c:pt>
                <c:pt idx="17636">
                  <c:v>9.0173177454216447</c:v>
                </c:pt>
                <c:pt idx="17637">
                  <c:v>9.0156722810515557</c:v>
                </c:pt>
                <c:pt idx="17638">
                  <c:v>9.0157875777021932</c:v>
                </c:pt>
                <c:pt idx="17639">
                  <c:v>9.019009914883636</c:v>
                </c:pt>
                <c:pt idx="17640">
                  <c:v>9.0204418553021792</c:v>
                </c:pt>
                <c:pt idx="17641">
                  <c:v>9.0223138288960012</c:v>
                </c:pt>
                <c:pt idx="17642">
                  <c:v>9.0224193865924978</c:v>
                </c:pt>
                <c:pt idx="17643">
                  <c:v>9.0201872811353319</c:v>
                </c:pt>
                <c:pt idx="17644">
                  <c:v>9.0206033334450346</c:v>
                </c:pt>
                <c:pt idx="17645">
                  <c:v>9.0226300831057422</c:v>
                </c:pt>
                <c:pt idx="17646">
                  <c:v>9.026688085384448</c:v>
                </c:pt>
                <c:pt idx="17647">
                  <c:v>9.0268977346983235</c:v>
                </c:pt>
                <c:pt idx="17648">
                  <c:v>9.0241303009232112</c:v>
                </c:pt>
                <c:pt idx="17649">
                  <c:v>9.0249148626912188</c:v>
                </c:pt>
                <c:pt idx="17650">
                  <c:v>9.0252769842333667</c:v>
                </c:pt>
                <c:pt idx="17651">
                  <c:v>9.0251564515858789</c:v>
                </c:pt>
                <c:pt idx="17652">
                  <c:v>9.0258865589866453</c:v>
                </c:pt>
                <c:pt idx="17653">
                  <c:v>9.0263583223028334</c:v>
                </c:pt>
                <c:pt idx="17654">
                  <c:v>9.0270876966640419</c:v>
                </c:pt>
                <c:pt idx="17655">
                  <c:v>9.027193359080476</c:v>
                </c:pt>
                <c:pt idx="17656">
                  <c:v>9.0271855050851997</c:v>
                </c:pt>
                <c:pt idx="17657">
                  <c:v>9.0275659526163228</c:v>
                </c:pt>
                <c:pt idx="17658">
                  <c:v>9.0266796030695513</c:v>
                </c:pt>
                <c:pt idx="17659">
                  <c:v>9.0255259035236168</c:v>
                </c:pt>
                <c:pt idx="17660">
                  <c:v>9.0256803654306914</c:v>
                </c:pt>
                <c:pt idx="17661">
                  <c:v>9.0255999405190757</c:v>
                </c:pt>
                <c:pt idx="17662">
                  <c:v>9.024000238761456</c:v>
                </c:pt>
                <c:pt idx="17663">
                  <c:v>9.0235892130087301</c:v>
                </c:pt>
                <c:pt idx="17664">
                  <c:v>9.0250347670190845</c:v>
                </c:pt>
                <c:pt idx="17665">
                  <c:v>9.0247989377209592</c:v>
                </c:pt>
                <c:pt idx="17666">
                  <c:v>9.0238420069366487</c:v>
                </c:pt>
                <c:pt idx="17667">
                  <c:v>9.0215998483655309</c:v>
                </c:pt>
                <c:pt idx="17668">
                  <c:v>9.0201593209121533</c:v>
                </c:pt>
                <c:pt idx="17669">
                  <c:v>9.0217994445654544</c:v>
                </c:pt>
                <c:pt idx="17670">
                  <c:v>9.0232205988304877</c:v>
                </c:pt>
                <c:pt idx="17671">
                  <c:v>9.0236556054487878</c:v>
                </c:pt>
                <c:pt idx="17672">
                  <c:v>9.02437230869762</c:v>
                </c:pt>
                <c:pt idx="17673">
                  <c:v>9.0259921166831418</c:v>
                </c:pt>
                <c:pt idx="17674">
                  <c:v>9.0238552016487112</c:v>
                </c:pt>
                <c:pt idx="17675">
                  <c:v>9.0223977095655385</c:v>
                </c:pt>
                <c:pt idx="17676">
                  <c:v>9.0214490516562513</c:v>
                </c:pt>
                <c:pt idx="17677">
                  <c:v>9.0208270152304681</c:v>
                </c:pt>
                <c:pt idx="17678">
                  <c:v>9.0210913283514564</c:v>
                </c:pt>
                <c:pt idx="17679">
                  <c:v>9.0238492326123012</c:v>
                </c:pt>
                <c:pt idx="17680">
                  <c:v>9.0260534825662244</c:v>
                </c:pt>
                <c:pt idx="17681">
                  <c:v>9.027166969656351</c:v>
                </c:pt>
                <c:pt idx="17682">
                  <c:v>9.0288441641673511</c:v>
                </c:pt>
                <c:pt idx="17683">
                  <c:v>9.0285532521823626</c:v>
                </c:pt>
                <c:pt idx="17684">
                  <c:v>9.0259213260057312</c:v>
                </c:pt>
                <c:pt idx="17685">
                  <c:v>9.0240911356667723</c:v>
                </c:pt>
                <c:pt idx="17686">
                  <c:v>9.0237670274617567</c:v>
                </c:pt>
                <c:pt idx="17687">
                  <c:v>9.0258021547174234</c:v>
                </c:pt>
                <c:pt idx="17688">
                  <c:v>9.0272906439019494</c:v>
                </c:pt>
                <c:pt idx="17689">
                  <c:v>9.0253443191528575</c:v>
                </c:pt>
                <c:pt idx="17690">
                  <c:v>9.0264295318599927</c:v>
                </c:pt>
                <c:pt idx="17691">
                  <c:v>9.0276563259219547</c:v>
                </c:pt>
                <c:pt idx="17692">
                  <c:v>9.0265981309585648</c:v>
                </c:pt>
                <c:pt idx="17693">
                  <c:v>9.0255709330965264</c:v>
                </c:pt>
                <c:pt idx="17694">
                  <c:v>9.024692228105156</c:v>
                </c:pt>
                <c:pt idx="17695">
                  <c:v>9.0241511401906749</c:v>
                </c:pt>
                <c:pt idx="17696">
                  <c:v>9.0228901027093134</c:v>
                </c:pt>
                <c:pt idx="17697">
                  <c:v>9.0234867969103423</c:v>
                </c:pt>
                <c:pt idx="17698">
                  <c:v>9.0227363738417967</c:v>
                </c:pt>
                <c:pt idx="17699">
                  <c:v>9.02162016403331</c:v>
                </c:pt>
                <c:pt idx="17700">
                  <c:v>9.0204248906723858</c:v>
                </c:pt>
                <c:pt idx="17701">
                  <c:v>9.0207153837776257</c:v>
                </c:pt>
                <c:pt idx="17702">
                  <c:v>9.0224313246653143</c:v>
                </c:pt>
                <c:pt idx="17703">
                  <c:v>9.0242660179615637</c:v>
                </c:pt>
                <c:pt idx="17704">
                  <c:v>9.0267058877737387</c:v>
                </c:pt>
                <c:pt idx="17705">
                  <c:v>9.0285823643248495</c:v>
                </c:pt>
                <c:pt idx="17706">
                  <c:v>9.0285959779166589</c:v>
                </c:pt>
                <c:pt idx="17707">
                  <c:v>9.027964097816799</c:v>
                </c:pt>
                <c:pt idx="17708">
                  <c:v>9.0262749652329806</c:v>
                </c:pt>
                <c:pt idx="17709">
                  <c:v>9.026212552150529</c:v>
                </c:pt>
                <c:pt idx="17710">
                  <c:v>9.0252947866226556</c:v>
                </c:pt>
                <c:pt idx="17711">
                  <c:v>9.0246598696446227</c:v>
                </c:pt>
                <c:pt idx="17712">
                  <c:v>9.0253799239314372</c:v>
                </c:pt>
                <c:pt idx="17713">
                  <c:v>9.0241176298108332</c:v>
                </c:pt>
                <c:pt idx="17714">
                  <c:v>9.0253762587336421</c:v>
                </c:pt>
                <c:pt idx="17715">
                  <c:v>9.0248734983161043</c:v>
                </c:pt>
                <c:pt idx="17716">
                  <c:v>9.0238692341202693</c:v>
                </c:pt>
                <c:pt idx="17717">
                  <c:v>9.0242321934219127</c:v>
                </c:pt>
                <c:pt idx="17718">
                  <c:v>9.026549226747985</c:v>
                </c:pt>
                <c:pt idx="17719">
                  <c:v>9.0274155747867901</c:v>
                </c:pt>
                <c:pt idx="17720">
                  <c:v>9.0263484786287549</c:v>
                </c:pt>
                <c:pt idx="17721">
                  <c:v>9.0239120645745015</c:v>
                </c:pt>
                <c:pt idx="17722">
                  <c:v>9.0217024739037921</c:v>
                </c:pt>
                <c:pt idx="17723">
                  <c:v>9.0203349362465026</c:v>
                </c:pt>
                <c:pt idx="17724">
                  <c:v>9.0203787091801679</c:v>
                </c:pt>
                <c:pt idx="17725">
                  <c:v>9.01941685655882</c:v>
                </c:pt>
                <c:pt idx="17726">
                  <c:v>9.0202378608649028</c:v>
                </c:pt>
                <c:pt idx="17727">
                  <c:v>9.0220761146390096</c:v>
                </c:pt>
                <c:pt idx="17728">
                  <c:v>9.0259243628839041</c:v>
                </c:pt>
                <c:pt idx="17729">
                  <c:v>9.0290090980681263</c:v>
                </c:pt>
                <c:pt idx="17730">
                  <c:v>9.0291436631871722</c:v>
                </c:pt>
                <c:pt idx="17731">
                  <c:v>9.0256329272992311</c:v>
                </c:pt>
                <c:pt idx="17732">
                  <c:v>9.0225189752525843</c:v>
                </c:pt>
                <c:pt idx="17733">
                  <c:v>9.0239960499639764</c:v>
                </c:pt>
                <c:pt idx="17734">
                  <c:v>9.0265667149774647</c:v>
                </c:pt>
                <c:pt idx="17735">
                  <c:v>9.028516914364225</c:v>
                </c:pt>
                <c:pt idx="17736">
                  <c:v>9.0276472152874359</c:v>
                </c:pt>
                <c:pt idx="17737">
                  <c:v>9.0272019461153086</c:v>
                </c:pt>
                <c:pt idx="17738">
                  <c:v>9.0277461756279003</c:v>
                </c:pt>
                <c:pt idx="17739">
                  <c:v>9.027206763232412</c:v>
                </c:pt>
                <c:pt idx="17740">
                  <c:v>9.0265538344252132</c:v>
                </c:pt>
                <c:pt idx="17741">
                  <c:v>9.0271781746896096</c:v>
                </c:pt>
                <c:pt idx="17742">
                  <c:v>9.029603174270731</c:v>
                </c:pt>
                <c:pt idx="17743">
                  <c:v>9.0308143650620778</c:v>
                </c:pt>
                <c:pt idx="17744">
                  <c:v>9.0278826257058125</c:v>
                </c:pt>
                <c:pt idx="17745">
                  <c:v>9.024814750431446</c:v>
                </c:pt>
                <c:pt idx="17746">
                  <c:v>9.0233642745840523</c:v>
                </c:pt>
                <c:pt idx="17747">
                  <c:v>9.0230661369234113</c:v>
                </c:pt>
                <c:pt idx="17748">
                  <c:v>9.0245001717406961</c:v>
                </c:pt>
                <c:pt idx="17749">
                  <c:v>9.0283344922339701</c:v>
                </c:pt>
                <c:pt idx="17750">
                  <c:v>9.029953567179934</c:v>
                </c:pt>
                <c:pt idx="17751">
                  <c:v>9.030099860931923</c:v>
                </c:pt>
                <c:pt idx="17752">
                  <c:v>9.0295296608749567</c:v>
                </c:pt>
                <c:pt idx="17753">
                  <c:v>9.0292353978519841</c:v>
                </c:pt>
                <c:pt idx="17754">
                  <c:v>9.0261894090444521</c:v>
                </c:pt>
                <c:pt idx="17755">
                  <c:v>9.0236986453428951</c:v>
                </c:pt>
                <c:pt idx="17756">
                  <c:v>9.0221347578037303</c:v>
                </c:pt>
                <c:pt idx="17757">
                  <c:v>9.0220432325787918</c:v>
                </c:pt>
                <c:pt idx="17758">
                  <c:v>9.0240258951460213</c:v>
                </c:pt>
                <c:pt idx="17759">
                  <c:v>9.0247592488648358</c:v>
                </c:pt>
                <c:pt idx="17760">
                  <c:v>9.0245960952029893</c:v>
                </c:pt>
                <c:pt idx="17761">
                  <c:v>9.0247757946148823</c:v>
                </c:pt>
                <c:pt idx="17762">
                  <c:v>9.0265538344252132</c:v>
                </c:pt>
                <c:pt idx="17763">
                  <c:v>9.0294456754854817</c:v>
                </c:pt>
                <c:pt idx="17764">
                  <c:v>9.0307119489636918</c:v>
                </c:pt>
                <c:pt idx="17765">
                  <c:v>9.0302391384481346</c:v>
                </c:pt>
                <c:pt idx="17766">
                  <c:v>9.0278138247072022</c:v>
                </c:pt>
                <c:pt idx="17767">
                  <c:v>9.0261908751235698</c:v>
                </c:pt>
                <c:pt idx="17768">
                  <c:v>9.0266441030109075</c:v>
                </c:pt>
                <c:pt idx="17769">
                  <c:v>9.0275463699881033</c:v>
                </c:pt>
                <c:pt idx="17770">
                  <c:v>9.0275713980530465</c:v>
                </c:pt>
                <c:pt idx="17771">
                  <c:v>9.0258255072633755</c:v>
                </c:pt>
                <c:pt idx="17772">
                  <c:v>9.0239297622438546</c:v>
                </c:pt>
                <c:pt idx="17773">
                  <c:v>9.0244527336092357</c:v>
                </c:pt>
                <c:pt idx="17774">
                  <c:v>9.0250740369954592</c:v>
                </c:pt>
                <c:pt idx="17775">
                  <c:v>9.0227186761724436</c:v>
                </c:pt>
                <c:pt idx="17776">
                  <c:v>9.0217806996967305</c:v>
                </c:pt>
                <c:pt idx="17777">
                  <c:v>9.0223937302079324</c:v>
                </c:pt>
                <c:pt idx="17778">
                  <c:v>9.0221265896486429</c:v>
                </c:pt>
                <c:pt idx="17779">
                  <c:v>9.0196414808236849</c:v>
                </c:pt>
                <c:pt idx="17780">
                  <c:v>9.018398874051238</c:v>
                </c:pt>
                <c:pt idx="17781">
                  <c:v>9.0220041720422905</c:v>
                </c:pt>
                <c:pt idx="17782">
                  <c:v>9.0254091407938617</c:v>
                </c:pt>
                <c:pt idx="17783">
                  <c:v>9.0227422381582691</c:v>
                </c:pt>
                <c:pt idx="17784">
                  <c:v>9.0198905048338727</c:v>
                </c:pt>
                <c:pt idx="17785">
                  <c:v>9.0212107090796376</c:v>
                </c:pt>
                <c:pt idx="17786">
                  <c:v>9.0216380711425366</c:v>
                </c:pt>
                <c:pt idx="17787">
                  <c:v>9.0222383258214229</c:v>
                </c:pt>
                <c:pt idx="17788">
                  <c:v>9.0222847167535143</c:v>
                </c:pt>
                <c:pt idx="17789">
                  <c:v>9.021203588123921</c:v>
                </c:pt>
                <c:pt idx="17790">
                  <c:v>9.0195164452189065</c:v>
                </c:pt>
                <c:pt idx="17791">
                  <c:v>9.0213585736306818</c:v>
                </c:pt>
                <c:pt idx="17792">
                  <c:v>9.025622245865657</c:v>
                </c:pt>
                <c:pt idx="17793">
                  <c:v>9.0275129643282011</c:v>
                </c:pt>
                <c:pt idx="17794">
                  <c:v>9.0287172436037064</c:v>
                </c:pt>
                <c:pt idx="17795">
                  <c:v>9.0278422038101294</c:v>
                </c:pt>
                <c:pt idx="17796">
                  <c:v>9.025422126066049</c:v>
                </c:pt>
                <c:pt idx="17797">
                  <c:v>9.0227878960508026</c:v>
                </c:pt>
                <c:pt idx="17798">
                  <c:v>9.0170655798133463</c:v>
                </c:pt>
                <c:pt idx="17799">
                  <c:v>9.0127516420086113</c:v>
                </c:pt>
                <c:pt idx="17800">
                  <c:v>9.0127324782601406</c:v>
                </c:pt>
                <c:pt idx="17801">
                  <c:v>9.0156068310909312</c:v>
                </c:pt>
                <c:pt idx="17802">
                  <c:v>9.0185189878189771</c:v>
                </c:pt>
                <c:pt idx="17803">
                  <c:v>9.0208656568872208</c:v>
                </c:pt>
                <c:pt idx="17804">
                  <c:v>9.0222220942311875</c:v>
                </c:pt>
                <c:pt idx="17805">
                  <c:v>9.0230666605230976</c:v>
                </c:pt>
                <c:pt idx="17806">
                  <c:v>9.0227800420555262</c:v>
                </c:pt>
                <c:pt idx="17807">
                  <c:v>9.0262501466079126</c:v>
                </c:pt>
                <c:pt idx="17808">
                  <c:v>9.0277341328351461</c:v>
                </c:pt>
                <c:pt idx="17809">
                  <c:v>9.0261726538545322</c:v>
                </c:pt>
                <c:pt idx="17810">
                  <c:v>9.0246476174119934</c:v>
                </c:pt>
                <c:pt idx="17811">
                  <c:v>9.0222300529463997</c:v>
                </c:pt>
                <c:pt idx="17812">
                  <c:v>9.0219399787209085</c:v>
                </c:pt>
                <c:pt idx="17813">
                  <c:v>9.0222672285240346</c:v>
                </c:pt>
                <c:pt idx="17814">
                  <c:v>9.0207951803696194</c:v>
                </c:pt>
                <c:pt idx="17815">
                  <c:v>9.0207339192064744</c:v>
                </c:pt>
                <c:pt idx="17816">
                  <c:v>9.0229565998693086</c:v>
                </c:pt>
                <c:pt idx="17817">
                  <c:v>9.0243351331199833</c:v>
                </c:pt>
                <c:pt idx="17818">
                  <c:v>9.0230155571938404</c:v>
                </c:pt>
                <c:pt idx="17819">
                  <c:v>9.021263802087697</c:v>
                </c:pt>
                <c:pt idx="17820">
                  <c:v>9.023782002412748</c:v>
                </c:pt>
                <c:pt idx="17821">
                  <c:v>9.0227255876882868</c:v>
                </c:pt>
                <c:pt idx="17822">
                  <c:v>9.0226158411943107</c:v>
                </c:pt>
                <c:pt idx="17823">
                  <c:v>9.0252051463565834</c:v>
                </c:pt>
                <c:pt idx="17824">
                  <c:v>9.0263543429452273</c:v>
                </c:pt>
                <c:pt idx="17825">
                  <c:v>9.0250552921267371</c:v>
                </c:pt>
                <c:pt idx="17826">
                  <c:v>9.0253701849772963</c:v>
                </c:pt>
                <c:pt idx="17827">
                  <c:v>9.0258001650386213</c:v>
                </c:pt>
                <c:pt idx="17828">
                  <c:v>9.0242665415612482</c:v>
                </c:pt>
                <c:pt idx="17829">
                  <c:v>9.0222782241174198</c:v>
                </c:pt>
                <c:pt idx="17830">
                  <c:v>9.0194380099860929</c:v>
                </c:pt>
                <c:pt idx="17831">
                  <c:v>9.0171919767773066</c:v>
                </c:pt>
                <c:pt idx="17832">
                  <c:v>9.0187152329809166</c:v>
                </c:pt>
                <c:pt idx="17833">
                  <c:v>9.0212108137995752</c:v>
                </c:pt>
                <c:pt idx="17834">
                  <c:v>9.0234749635574616</c:v>
                </c:pt>
                <c:pt idx="17835">
                  <c:v>9.0225457835564562</c:v>
                </c:pt>
                <c:pt idx="17836">
                  <c:v>9.0222877536316872</c:v>
                </c:pt>
                <c:pt idx="17837">
                  <c:v>9.0217930566492974</c:v>
                </c:pt>
                <c:pt idx="17838">
                  <c:v>9.0192228105155579</c:v>
                </c:pt>
                <c:pt idx="17839">
                  <c:v>9.0175553549586986</c:v>
                </c:pt>
                <c:pt idx="17840">
                  <c:v>9.0172005638121409</c:v>
                </c:pt>
                <c:pt idx="17841">
                  <c:v>9.0175842576613103</c:v>
                </c:pt>
                <c:pt idx="17842">
                  <c:v>9.0187619380728172</c:v>
                </c:pt>
                <c:pt idx="17843">
                  <c:v>9.0194875425162948</c:v>
                </c:pt>
                <c:pt idx="17844">
                  <c:v>9.0189980815307536</c:v>
                </c:pt>
                <c:pt idx="17845">
                  <c:v>9.017112808504935</c:v>
                </c:pt>
                <c:pt idx="17846">
                  <c:v>9.016438202670777</c:v>
                </c:pt>
                <c:pt idx="17847">
                  <c:v>9.0176011175711679</c:v>
                </c:pt>
                <c:pt idx="17848">
                  <c:v>9.0205377787644725</c:v>
                </c:pt>
                <c:pt idx="17849">
                  <c:v>9.0255153268099786</c:v>
                </c:pt>
                <c:pt idx="17850">
                  <c:v>9.0272313724176065</c:v>
                </c:pt>
                <c:pt idx="17851">
                  <c:v>9.0287312760752645</c:v>
                </c:pt>
                <c:pt idx="17852">
                  <c:v>9.0292464981653069</c:v>
                </c:pt>
                <c:pt idx="17853">
                  <c:v>9.0274889834626268</c:v>
                </c:pt>
                <c:pt idx="17854">
                  <c:v>9.0273889759227917</c:v>
                </c:pt>
                <c:pt idx="17855">
                  <c:v>9.0275755868505261</c:v>
                </c:pt>
                <c:pt idx="17856">
                  <c:v>9.0269763793710105</c:v>
                </c:pt>
                <c:pt idx="17857">
                  <c:v>9.0250837759496001</c:v>
                </c:pt>
                <c:pt idx="17858">
                  <c:v>9.0247863713285188</c:v>
                </c:pt>
                <c:pt idx="17859">
                  <c:v>9.0240384615384617</c:v>
                </c:pt>
                <c:pt idx="17860">
                  <c:v>9.0222939321079707</c:v>
                </c:pt>
                <c:pt idx="17861">
                  <c:v>9.0220892046311345</c:v>
                </c:pt>
                <c:pt idx="17862">
                  <c:v>9.0246741115560543</c:v>
                </c:pt>
                <c:pt idx="17863">
                  <c:v>9.0260030075565911</c:v>
                </c:pt>
                <c:pt idx="17864">
                  <c:v>9.0238474523733725</c:v>
                </c:pt>
                <c:pt idx="17865">
                  <c:v>9.0209223103731375</c:v>
                </c:pt>
                <c:pt idx="17866">
                  <c:v>9.0216595387296223</c:v>
                </c:pt>
                <c:pt idx="17867">
                  <c:v>9.0262145418293311</c:v>
                </c:pt>
                <c:pt idx="17868">
                  <c:v>9.0286379706113973</c:v>
                </c:pt>
                <c:pt idx="17869">
                  <c:v>9.0280715404721619</c:v>
                </c:pt>
                <c:pt idx="17870">
                  <c:v>9.0252945771827822</c:v>
                </c:pt>
                <c:pt idx="17871">
                  <c:v>9.0224051446810645</c:v>
                </c:pt>
                <c:pt idx="17872">
                  <c:v>9.0215900046914523</c:v>
                </c:pt>
                <c:pt idx="17873">
                  <c:v>9.0245798636127539</c:v>
                </c:pt>
                <c:pt idx="17874">
                  <c:v>9.027004339594189</c:v>
                </c:pt>
                <c:pt idx="17875">
                  <c:v>9.0272021555551838</c:v>
                </c:pt>
                <c:pt idx="17876">
                  <c:v>9.0237603253857888</c:v>
                </c:pt>
                <c:pt idx="17877">
                  <c:v>9.0201662324279948</c:v>
                </c:pt>
                <c:pt idx="17878">
                  <c:v>9.0192583105741999</c:v>
                </c:pt>
                <c:pt idx="17879">
                  <c:v>9.0216947246284533</c:v>
                </c:pt>
                <c:pt idx="17880">
                  <c:v>9.0203546235946579</c:v>
                </c:pt>
                <c:pt idx="17881">
                  <c:v>9.0163425933682966</c:v>
                </c:pt>
                <c:pt idx="17882">
                  <c:v>9.0175203784997411</c:v>
                </c:pt>
                <c:pt idx="17883">
                  <c:v>9.0228348105825784</c:v>
                </c:pt>
                <c:pt idx="17884">
                  <c:v>9.0234937084261855</c:v>
                </c:pt>
                <c:pt idx="17885">
                  <c:v>9.0234734974783439</c:v>
                </c:pt>
                <c:pt idx="17886">
                  <c:v>9.0248881591072827</c:v>
                </c:pt>
                <c:pt idx="17887">
                  <c:v>9.0288113868270692</c:v>
                </c:pt>
                <c:pt idx="17888">
                  <c:v>9.0311491547006693</c:v>
                </c:pt>
                <c:pt idx="17889">
                  <c:v>9.0302919172963829</c:v>
                </c:pt>
                <c:pt idx="17890">
                  <c:v>9.0283110349680822</c:v>
                </c:pt>
                <c:pt idx="17891">
                  <c:v>9.0234327614228516</c:v>
                </c:pt>
                <c:pt idx="17892">
                  <c:v>9.0214685295645332</c:v>
                </c:pt>
                <c:pt idx="17893">
                  <c:v>9.0229706323408667</c:v>
                </c:pt>
                <c:pt idx="17894">
                  <c:v>9.024492108305548</c:v>
                </c:pt>
                <c:pt idx="17895">
                  <c:v>9.025188914766348</c:v>
                </c:pt>
                <c:pt idx="17896">
                  <c:v>9.0239608640651436</c:v>
                </c:pt>
                <c:pt idx="17897">
                  <c:v>9.0210481837374132</c:v>
                </c:pt>
                <c:pt idx="17898">
                  <c:v>9.017669709129903</c:v>
                </c:pt>
                <c:pt idx="17899">
                  <c:v>9.0177726488279752</c:v>
                </c:pt>
                <c:pt idx="17900">
                  <c:v>9.019009914883636</c:v>
                </c:pt>
                <c:pt idx="17901">
                  <c:v>9.0188842509592337</c:v>
                </c:pt>
                <c:pt idx="17902">
                  <c:v>9.0209636747482538</c:v>
                </c:pt>
                <c:pt idx="17903">
                  <c:v>9.0255101955330659</c:v>
                </c:pt>
                <c:pt idx="17904">
                  <c:v>9.0270061198331177</c:v>
                </c:pt>
                <c:pt idx="17905">
                  <c:v>9.0284608891979286</c:v>
                </c:pt>
                <c:pt idx="17906">
                  <c:v>9.0281772028885943</c:v>
                </c:pt>
                <c:pt idx="17907">
                  <c:v>9.0295309175142009</c:v>
                </c:pt>
                <c:pt idx="17908">
                  <c:v>9.0285956637568479</c:v>
                </c:pt>
                <c:pt idx="17909">
                  <c:v>9.0238201204698161</c:v>
                </c:pt>
                <c:pt idx="17910">
                  <c:v>9.0197307022100102</c:v>
                </c:pt>
                <c:pt idx="17911">
                  <c:v>9.0205514970762195</c:v>
                </c:pt>
                <c:pt idx="17912">
                  <c:v>9.0252493381699974</c:v>
                </c:pt>
                <c:pt idx="17913">
                  <c:v>9.0268871579846852</c:v>
                </c:pt>
                <c:pt idx="17914">
                  <c:v>9.0261478352294624</c:v>
                </c:pt>
                <c:pt idx="17915">
                  <c:v>9.0257159702092729</c:v>
                </c:pt>
                <c:pt idx="17916">
                  <c:v>9.0270664385168313</c:v>
                </c:pt>
                <c:pt idx="17917">
                  <c:v>9.0287196521622572</c:v>
                </c:pt>
                <c:pt idx="17918">
                  <c:v>9.0236497411323153</c:v>
                </c:pt>
                <c:pt idx="17919">
                  <c:v>9.0202649833285857</c:v>
                </c:pt>
                <c:pt idx="17920">
                  <c:v>9.0207358041653407</c:v>
                </c:pt>
                <c:pt idx="17921">
                  <c:v>9.0211823299767104</c:v>
                </c:pt>
                <c:pt idx="17922">
                  <c:v>9.0214998408256957</c:v>
                </c:pt>
                <c:pt idx="17923">
                  <c:v>9.0208037674044537</c:v>
                </c:pt>
                <c:pt idx="17924">
                  <c:v>9.0190291833520426</c:v>
                </c:pt>
                <c:pt idx="17925">
                  <c:v>9.0203055099442047</c:v>
                </c:pt>
                <c:pt idx="17926">
                  <c:v>9.0233464721947616</c:v>
                </c:pt>
                <c:pt idx="17927">
                  <c:v>9.0231162977732353</c:v>
                </c:pt>
                <c:pt idx="17928">
                  <c:v>9.0246426955749541</c:v>
                </c:pt>
                <c:pt idx="17929">
                  <c:v>9.0278738292311047</c:v>
                </c:pt>
                <c:pt idx="17930">
                  <c:v>9.0288672025534904</c:v>
                </c:pt>
                <c:pt idx="17931">
                  <c:v>9.0275234363218999</c:v>
                </c:pt>
                <c:pt idx="17932">
                  <c:v>9.024231146222542</c:v>
                </c:pt>
                <c:pt idx="17933">
                  <c:v>9.022523059330128</c:v>
                </c:pt>
                <c:pt idx="17934">
                  <c:v>9.0273254109210335</c:v>
                </c:pt>
                <c:pt idx="17935">
                  <c:v>9.030113893403481</c:v>
                </c:pt>
                <c:pt idx="17936">
                  <c:v>9.0312249719350568</c:v>
                </c:pt>
                <c:pt idx="17937">
                  <c:v>9.0298709431496409</c:v>
                </c:pt>
                <c:pt idx="17938">
                  <c:v>9.0253988782400345</c:v>
                </c:pt>
                <c:pt idx="17939">
                  <c:v>9.023595915084698</c:v>
                </c:pt>
                <c:pt idx="17940">
                  <c:v>9.023609319236634</c:v>
                </c:pt>
                <c:pt idx="17941">
                  <c:v>9.0223919499690037</c:v>
                </c:pt>
                <c:pt idx="17942">
                  <c:v>9.0216983898262484</c:v>
                </c:pt>
                <c:pt idx="17943">
                  <c:v>9.0206239632726231</c:v>
                </c:pt>
                <c:pt idx="17944">
                  <c:v>9.0258037255164787</c:v>
                </c:pt>
                <c:pt idx="17945">
                  <c:v>9.0314888661762982</c:v>
                </c:pt>
                <c:pt idx="17946">
                  <c:v>9.0293082829281364</c:v>
                </c:pt>
                <c:pt idx="17947">
                  <c:v>9.0252434738535268</c:v>
                </c:pt>
                <c:pt idx="17948">
                  <c:v>9.0238000142419121</c:v>
                </c:pt>
                <c:pt idx="17949">
                  <c:v>9.0249593686644438</c:v>
                </c:pt>
                <c:pt idx="17950">
                  <c:v>9.0257136663706579</c:v>
                </c:pt>
                <c:pt idx="17951">
                  <c:v>9.0265610601008657</c:v>
                </c:pt>
                <c:pt idx="17952">
                  <c:v>9.0279135180872281</c:v>
                </c:pt>
                <c:pt idx="17953">
                  <c:v>9.0262469002898644</c:v>
                </c:pt>
                <c:pt idx="17954">
                  <c:v>9.0237915319270137</c:v>
                </c:pt>
                <c:pt idx="17955">
                  <c:v>9.0232127448352131</c:v>
                </c:pt>
                <c:pt idx="17956">
                  <c:v>9.0243431965551331</c:v>
                </c:pt>
                <c:pt idx="17957">
                  <c:v>9.0237892280884004</c:v>
                </c:pt>
                <c:pt idx="17958">
                  <c:v>9.0264815776686831</c:v>
                </c:pt>
                <c:pt idx="17959">
                  <c:v>9.0307946777139225</c:v>
                </c:pt>
                <c:pt idx="17960">
                  <c:v>9.0291956042759249</c:v>
                </c:pt>
                <c:pt idx="17961">
                  <c:v>9.0241630782634914</c:v>
                </c:pt>
                <c:pt idx="17962">
                  <c:v>9.0208940359901479</c:v>
                </c:pt>
                <c:pt idx="17963">
                  <c:v>9.0223088023390243</c:v>
                </c:pt>
                <c:pt idx="17964">
                  <c:v>9.023046135415445</c:v>
                </c:pt>
                <c:pt idx="17965">
                  <c:v>9.0231361945612658</c:v>
                </c:pt>
                <c:pt idx="17966">
                  <c:v>9.0228654935241188</c:v>
                </c:pt>
                <c:pt idx="17967">
                  <c:v>9.0249362255583669</c:v>
                </c:pt>
                <c:pt idx="17968">
                  <c:v>9.0292870247809258</c:v>
                </c:pt>
                <c:pt idx="17969">
                  <c:v>9.0294707035504249</c:v>
                </c:pt>
                <c:pt idx="17970">
                  <c:v>9.0279942571586549</c:v>
                </c:pt>
                <c:pt idx="17971">
                  <c:v>9.0280784519880033</c:v>
                </c:pt>
                <c:pt idx="17972">
                  <c:v>9.0249890044066152</c:v>
                </c:pt>
                <c:pt idx="17973">
                  <c:v>9.024206641757285</c:v>
                </c:pt>
                <c:pt idx="17974">
                  <c:v>9.0243847703701228</c:v>
                </c:pt>
                <c:pt idx="17975">
                  <c:v>9.0230881281101816</c:v>
                </c:pt>
                <c:pt idx="17976">
                  <c:v>9.0203016353065362</c:v>
                </c:pt>
                <c:pt idx="17977">
                  <c:v>9.0200671673675927</c:v>
                </c:pt>
                <c:pt idx="17978">
                  <c:v>9.0249153862909033</c:v>
                </c:pt>
                <c:pt idx="17979">
                  <c:v>9.0272839418259814</c:v>
                </c:pt>
                <c:pt idx="17980">
                  <c:v>9.026708505772163</c:v>
                </c:pt>
                <c:pt idx="17981">
                  <c:v>9.0247084596953915</c:v>
                </c:pt>
                <c:pt idx="17982">
                  <c:v>9.0229082192584151</c:v>
                </c:pt>
                <c:pt idx="17983">
                  <c:v>9.0204600765712186</c:v>
                </c:pt>
                <c:pt idx="17984">
                  <c:v>9.0184338505101955</c:v>
                </c:pt>
                <c:pt idx="17985">
                  <c:v>9.0184688269691531</c:v>
                </c:pt>
                <c:pt idx="17986">
                  <c:v>9.0212264170701868</c:v>
                </c:pt>
                <c:pt idx="17987">
                  <c:v>9.0248015557193835</c:v>
                </c:pt>
                <c:pt idx="17988">
                  <c:v>9.0289162114840078</c:v>
                </c:pt>
                <c:pt idx="17989">
                  <c:v>9.0292068093091835</c:v>
                </c:pt>
                <c:pt idx="17990">
                  <c:v>9.0287929561181581</c:v>
                </c:pt>
                <c:pt idx="17991">
                  <c:v>9.0293672402526681</c:v>
                </c:pt>
                <c:pt idx="17992">
                  <c:v>9.0267344763165394</c:v>
                </c:pt>
                <c:pt idx="17993">
                  <c:v>9.0237748814570313</c:v>
                </c:pt>
                <c:pt idx="17994">
                  <c:v>9.022686736591659</c:v>
                </c:pt>
                <c:pt idx="17995">
                  <c:v>9.0229877016905995</c:v>
                </c:pt>
                <c:pt idx="17996">
                  <c:v>9.0240670500812623</c:v>
                </c:pt>
                <c:pt idx="17997">
                  <c:v>9.024010606035219</c:v>
                </c:pt>
                <c:pt idx="17998">
                  <c:v>9.0207301492887417</c:v>
                </c:pt>
                <c:pt idx="17999">
                  <c:v>9.0200160640383356</c:v>
                </c:pt>
                <c:pt idx="18000">
                  <c:v>9.0242401521371249</c:v>
                </c:pt>
                <c:pt idx="18001">
                  <c:v>9.0285648760953698</c:v>
                </c:pt>
                <c:pt idx="18002">
                  <c:v>9.0314901228155424</c:v>
                </c:pt>
                <c:pt idx="18003">
                  <c:v>9.0325849697568827</c:v>
                </c:pt>
                <c:pt idx="18004">
                  <c:v>9.0329066694033475</c:v>
                </c:pt>
                <c:pt idx="18005">
                  <c:v>9.0310513462795097</c:v>
                </c:pt>
                <c:pt idx="18006">
                  <c:v>9.0270939798602612</c:v>
                </c:pt>
                <c:pt idx="18007">
                  <c:v>9.0223196932124718</c:v>
                </c:pt>
                <c:pt idx="18008">
                  <c:v>9.0224888159107284</c:v>
                </c:pt>
                <c:pt idx="18009">
                  <c:v>9.0263854447665164</c:v>
                </c:pt>
                <c:pt idx="18010">
                  <c:v>9.0251081756949212</c:v>
                </c:pt>
                <c:pt idx="18011">
                  <c:v>9.0217742070606377</c:v>
                </c:pt>
                <c:pt idx="18012">
                  <c:v>9.0216259236298448</c:v>
                </c:pt>
                <c:pt idx="18013">
                  <c:v>9.020798636127541</c:v>
                </c:pt>
                <c:pt idx="18014">
                  <c:v>9.0192751704840575</c:v>
                </c:pt>
                <c:pt idx="18015">
                  <c:v>9.0198033778462872</c:v>
                </c:pt>
                <c:pt idx="18016">
                  <c:v>9.0220814553557958</c:v>
                </c:pt>
                <c:pt idx="18017">
                  <c:v>9.0223411607995576</c:v>
                </c:pt>
                <c:pt idx="18018">
                  <c:v>9.0233094013370643</c:v>
                </c:pt>
                <c:pt idx="18019">
                  <c:v>9.0257677018581504</c:v>
                </c:pt>
                <c:pt idx="18020">
                  <c:v>9.024597875441918</c:v>
                </c:pt>
                <c:pt idx="18021">
                  <c:v>9.0213425514803216</c:v>
                </c:pt>
                <c:pt idx="18022">
                  <c:v>9.020744391200175</c:v>
                </c:pt>
                <c:pt idx="18023">
                  <c:v>9.0219254226496659</c:v>
                </c:pt>
                <c:pt idx="18024">
                  <c:v>9.0255501985490003</c:v>
                </c:pt>
                <c:pt idx="18025">
                  <c:v>9.0270653913174606</c:v>
                </c:pt>
                <c:pt idx="18026">
                  <c:v>9.0282060008712701</c:v>
                </c:pt>
                <c:pt idx="18027">
                  <c:v>9.0275440661494901</c:v>
                </c:pt>
                <c:pt idx="18028">
                  <c:v>9.0242338689409038</c:v>
                </c:pt>
                <c:pt idx="18029">
                  <c:v>9.023313799574419</c:v>
                </c:pt>
                <c:pt idx="18030">
                  <c:v>9.0218145242363814</c:v>
                </c:pt>
                <c:pt idx="18031">
                  <c:v>9.0229887488899685</c:v>
                </c:pt>
                <c:pt idx="18032">
                  <c:v>9.0246817561114554</c:v>
                </c:pt>
                <c:pt idx="18033">
                  <c:v>9.0252057746762056</c:v>
                </c:pt>
                <c:pt idx="18034">
                  <c:v>9.0267101812911541</c:v>
                </c:pt>
                <c:pt idx="18035">
                  <c:v>9.0267510220665859</c:v>
                </c:pt>
                <c:pt idx="18036">
                  <c:v>9.0269117671698815</c:v>
                </c:pt>
                <c:pt idx="18037">
                  <c:v>9.0266913317024944</c:v>
                </c:pt>
                <c:pt idx="18038">
                  <c:v>9.0269592053013419</c:v>
                </c:pt>
                <c:pt idx="18039">
                  <c:v>9.0278978100966771</c:v>
                </c:pt>
                <c:pt idx="18040">
                  <c:v>9.0283464303067884</c:v>
                </c:pt>
                <c:pt idx="18041">
                  <c:v>9.0300182841010006</c:v>
                </c:pt>
                <c:pt idx="18042">
                  <c:v>9.0313208953973501</c:v>
                </c:pt>
                <c:pt idx="18043">
                  <c:v>9.0281886173617281</c:v>
                </c:pt>
                <c:pt idx="18044">
                  <c:v>9.0246522250892216</c:v>
                </c:pt>
                <c:pt idx="18045">
                  <c:v>9.0228984803042742</c:v>
                </c:pt>
                <c:pt idx="18046">
                  <c:v>9.0244617395238169</c:v>
                </c:pt>
                <c:pt idx="18047">
                  <c:v>9.0252097540338116</c:v>
                </c:pt>
                <c:pt idx="18048">
                  <c:v>9.0253156258901193</c:v>
                </c:pt>
                <c:pt idx="18049">
                  <c:v>9.0233257376472356</c:v>
                </c:pt>
                <c:pt idx="18050">
                  <c:v>9.0236625169646292</c:v>
                </c:pt>
                <c:pt idx="18051">
                  <c:v>9.023468156761556</c:v>
                </c:pt>
                <c:pt idx="18052">
                  <c:v>9.0240952197443161</c:v>
                </c:pt>
                <c:pt idx="18053">
                  <c:v>9.0269856994454027</c:v>
                </c:pt>
                <c:pt idx="18054">
                  <c:v>9.0290654373942321</c:v>
                </c:pt>
                <c:pt idx="18055">
                  <c:v>9.0265253506023484</c:v>
                </c:pt>
                <c:pt idx="18056">
                  <c:v>9.0237624197845285</c:v>
                </c:pt>
                <c:pt idx="18057">
                  <c:v>9.0249881666471197</c:v>
                </c:pt>
                <c:pt idx="18058">
                  <c:v>9.027336301794481</c:v>
                </c:pt>
                <c:pt idx="18059">
                  <c:v>9.0282450614077714</c:v>
                </c:pt>
                <c:pt idx="18060">
                  <c:v>9.0265503786672916</c:v>
                </c:pt>
                <c:pt idx="18061">
                  <c:v>9.025066392440058</c:v>
                </c:pt>
                <c:pt idx="18062">
                  <c:v>9.0223592773486594</c:v>
                </c:pt>
                <c:pt idx="18063">
                  <c:v>9.0219339049645626</c:v>
                </c:pt>
                <c:pt idx="18064">
                  <c:v>9.0227471599953084</c:v>
                </c:pt>
                <c:pt idx="18065">
                  <c:v>9.0249552845869001</c:v>
                </c:pt>
                <c:pt idx="18066">
                  <c:v>9.024254184608683</c:v>
                </c:pt>
                <c:pt idx="18067">
                  <c:v>9.0208520432954113</c:v>
                </c:pt>
                <c:pt idx="18068">
                  <c:v>9.021881859155874</c:v>
                </c:pt>
                <c:pt idx="18069">
                  <c:v>9.0245453060335432</c:v>
                </c:pt>
                <c:pt idx="18070">
                  <c:v>9.0239640056632542</c:v>
                </c:pt>
                <c:pt idx="18071">
                  <c:v>9.0233429117169042</c:v>
                </c:pt>
                <c:pt idx="18072">
                  <c:v>9.0205675192265797</c:v>
                </c:pt>
                <c:pt idx="18073">
                  <c:v>9.0216136713972155</c:v>
                </c:pt>
                <c:pt idx="18074">
                  <c:v>9.0260397642544774</c:v>
                </c:pt>
                <c:pt idx="18075">
                  <c:v>9.0292098461873564</c:v>
                </c:pt>
                <c:pt idx="18076">
                  <c:v>9.0294135264648219</c:v>
                </c:pt>
                <c:pt idx="18077">
                  <c:v>9.0267741651726627</c:v>
                </c:pt>
                <c:pt idx="18078">
                  <c:v>9.0226727041201009</c:v>
                </c:pt>
                <c:pt idx="18079">
                  <c:v>9.0208212556339333</c:v>
                </c:pt>
                <c:pt idx="18080">
                  <c:v>9.0204810205586181</c:v>
                </c:pt>
                <c:pt idx="18081">
                  <c:v>9.0221296265268158</c:v>
                </c:pt>
                <c:pt idx="18082">
                  <c:v>9.0219767354187965</c:v>
                </c:pt>
                <c:pt idx="18083">
                  <c:v>9.0204571444129815</c:v>
                </c:pt>
                <c:pt idx="18084">
                  <c:v>9.0211119581790467</c:v>
                </c:pt>
                <c:pt idx="18085">
                  <c:v>9.0203979776485763</c:v>
                </c:pt>
                <c:pt idx="18086">
                  <c:v>9.0205562094733835</c:v>
                </c:pt>
                <c:pt idx="18087">
                  <c:v>9.0233469957944479</c:v>
                </c:pt>
                <c:pt idx="18088">
                  <c:v>9.0267535353450725</c:v>
                </c:pt>
                <c:pt idx="18089">
                  <c:v>9.0261808220096178</c:v>
                </c:pt>
                <c:pt idx="18090">
                  <c:v>9.0245184977296713</c:v>
                </c:pt>
                <c:pt idx="18091">
                  <c:v>9.0243835137308785</c:v>
                </c:pt>
                <c:pt idx="18092">
                  <c:v>9.0258449851716573</c:v>
                </c:pt>
                <c:pt idx="18093">
                  <c:v>9.0222690087629651</c:v>
                </c:pt>
                <c:pt idx="18094">
                  <c:v>9.0181993825712521</c:v>
                </c:pt>
                <c:pt idx="18095">
                  <c:v>9.020673495802825</c:v>
                </c:pt>
                <c:pt idx="18096">
                  <c:v>9.022950735552838</c:v>
                </c:pt>
                <c:pt idx="18097">
                  <c:v>9.0259725340549242</c:v>
                </c:pt>
                <c:pt idx="18098">
                  <c:v>9.0283326072751038</c:v>
                </c:pt>
                <c:pt idx="18099">
                  <c:v>9.0280089179498351</c:v>
                </c:pt>
                <c:pt idx="18100">
                  <c:v>9.0265544627448353</c:v>
                </c:pt>
                <c:pt idx="18101">
                  <c:v>9.0257097917329894</c:v>
                </c:pt>
                <c:pt idx="18102">
                  <c:v>9.025083147629978</c:v>
                </c:pt>
                <c:pt idx="18103">
                  <c:v>9.0257846664879438</c:v>
                </c:pt>
                <c:pt idx="18104">
                  <c:v>9.0246184005495707</c:v>
                </c:pt>
                <c:pt idx="18105">
                  <c:v>9.0279485992661233</c:v>
                </c:pt>
                <c:pt idx="18106">
                  <c:v>9.0306299532530208</c:v>
                </c:pt>
                <c:pt idx="18107">
                  <c:v>9.0280008545146853</c:v>
                </c:pt>
                <c:pt idx="18108">
                  <c:v>9.0263686895765964</c:v>
                </c:pt>
                <c:pt idx="18109">
                  <c:v>9.0264802163095013</c:v>
                </c:pt>
                <c:pt idx="18110">
                  <c:v>9.024783962769968</c:v>
                </c:pt>
                <c:pt idx="18111">
                  <c:v>9.0252031566777813</c:v>
                </c:pt>
                <c:pt idx="18112">
                  <c:v>9.027543123670057</c:v>
                </c:pt>
                <c:pt idx="18113">
                  <c:v>9.0277158068461709</c:v>
                </c:pt>
                <c:pt idx="18114">
                  <c:v>9.0236762352763762</c:v>
                </c:pt>
                <c:pt idx="18115">
                  <c:v>9.02293806444046</c:v>
                </c:pt>
                <c:pt idx="18116">
                  <c:v>9.0230336737429422</c:v>
                </c:pt>
                <c:pt idx="18117">
                  <c:v>9.0227693606219521</c:v>
                </c:pt>
                <c:pt idx="18118">
                  <c:v>9.0235483722333001</c:v>
                </c:pt>
                <c:pt idx="18119">
                  <c:v>9.023143839116667</c:v>
                </c:pt>
                <c:pt idx="18120">
                  <c:v>9.0234967453043584</c:v>
                </c:pt>
                <c:pt idx="18121">
                  <c:v>9.0219888829314883</c:v>
                </c:pt>
                <c:pt idx="18122">
                  <c:v>9.0199215019352241</c:v>
                </c:pt>
                <c:pt idx="18123">
                  <c:v>9.0215999530854685</c:v>
                </c:pt>
                <c:pt idx="18124">
                  <c:v>9.0214560678920304</c:v>
                </c:pt>
                <c:pt idx="18125">
                  <c:v>9.0224487081748563</c:v>
                </c:pt>
                <c:pt idx="18126">
                  <c:v>9.022098734145402</c:v>
                </c:pt>
                <c:pt idx="18127">
                  <c:v>9.0170480915838684</c:v>
                </c:pt>
                <c:pt idx="18128">
                  <c:v>9.0160457123468998</c:v>
                </c:pt>
                <c:pt idx="18129">
                  <c:v>9.0193723505855932</c:v>
                </c:pt>
                <c:pt idx="18130">
                  <c:v>9.0222027210428433</c:v>
                </c:pt>
                <c:pt idx="18131">
                  <c:v>9.0231044644203546</c:v>
                </c:pt>
                <c:pt idx="18132">
                  <c:v>9.0256036057168707</c:v>
                </c:pt>
                <c:pt idx="18133">
                  <c:v>9.0278499530854681</c:v>
                </c:pt>
                <c:pt idx="18134">
                  <c:v>9.0290515096426116</c:v>
                </c:pt>
                <c:pt idx="18135">
                  <c:v>9.0311831886801937</c:v>
                </c:pt>
                <c:pt idx="18136">
                  <c:v>9.0293497520231885</c:v>
                </c:pt>
                <c:pt idx="18137">
                  <c:v>9.0282401395707321</c:v>
                </c:pt>
                <c:pt idx="18138">
                  <c:v>9.0280286052979903</c:v>
                </c:pt>
                <c:pt idx="18139">
                  <c:v>9.027831208216746</c:v>
                </c:pt>
                <c:pt idx="18140">
                  <c:v>9.0266742623527634</c:v>
                </c:pt>
                <c:pt idx="18141">
                  <c:v>9.0234974783439164</c:v>
                </c:pt>
                <c:pt idx="18142">
                  <c:v>9.0232556800093828</c:v>
                </c:pt>
                <c:pt idx="18143">
                  <c:v>9.025496372501383</c:v>
                </c:pt>
                <c:pt idx="18144">
                  <c:v>9.0269261138012507</c:v>
                </c:pt>
                <c:pt idx="18145">
                  <c:v>9.0262362188562903</c:v>
                </c:pt>
                <c:pt idx="18146">
                  <c:v>9.0247482532714507</c:v>
                </c:pt>
                <c:pt idx="18147">
                  <c:v>9.024550018430709</c:v>
                </c:pt>
                <c:pt idx="18148">
                  <c:v>9.0242328217415348</c:v>
                </c:pt>
                <c:pt idx="18149">
                  <c:v>9.0239138448134302</c:v>
                </c:pt>
                <c:pt idx="18150">
                  <c:v>9.0229940896067564</c:v>
                </c:pt>
                <c:pt idx="18151">
                  <c:v>9.0240192977899909</c:v>
                </c:pt>
                <c:pt idx="18152">
                  <c:v>9.0242520902099432</c:v>
                </c:pt>
                <c:pt idx="18153">
                  <c:v>9.0227149062547127</c:v>
                </c:pt>
                <c:pt idx="18154">
                  <c:v>9.0225835874537132</c:v>
                </c:pt>
                <c:pt idx="18155">
                  <c:v>9.0225476685153225</c:v>
                </c:pt>
                <c:pt idx="18156">
                  <c:v>9.02029032555334</c:v>
                </c:pt>
                <c:pt idx="18157">
                  <c:v>9.0183449432836813</c:v>
                </c:pt>
                <c:pt idx="18158">
                  <c:v>9.0176011175711679</c:v>
                </c:pt>
                <c:pt idx="18159">
                  <c:v>9.018992845533905</c:v>
                </c:pt>
                <c:pt idx="18160">
                  <c:v>9.0220063711609679</c:v>
                </c:pt>
                <c:pt idx="18161">
                  <c:v>9.0225663086641088</c:v>
                </c:pt>
                <c:pt idx="18162">
                  <c:v>9.0264893269440201</c:v>
                </c:pt>
                <c:pt idx="18163">
                  <c:v>9.028229458137158</c:v>
                </c:pt>
                <c:pt idx="18164">
                  <c:v>9.0300265569760239</c:v>
                </c:pt>
                <c:pt idx="18165">
                  <c:v>9.0295215974398069</c:v>
                </c:pt>
                <c:pt idx="18166">
                  <c:v>9.0271350300755664</c:v>
                </c:pt>
                <c:pt idx="18167">
                  <c:v>9.0256593167233543</c:v>
                </c:pt>
                <c:pt idx="18168">
                  <c:v>9.0269700961747894</c:v>
                </c:pt>
                <c:pt idx="18169">
                  <c:v>9.0280332129752185</c:v>
                </c:pt>
                <c:pt idx="18170">
                  <c:v>9.030704199688353</c:v>
                </c:pt>
                <c:pt idx="18171">
                  <c:v>9.0309254729152357</c:v>
                </c:pt>
                <c:pt idx="18172">
                  <c:v>9.0299071762478427</c:v>
                </c:pt>
                <c:pt idx="18173">
                  <c:v>9.0281144756463316</c:v>
                </c:pt>
                <c:pt idx="18174">
                  <c:v>9.0289201908416139</c:v>
                </c:pt>
                <c:pt idx="18175">
                  <c:v>9.0314766139436689</c:v>
                </c:pt>
                <c:pt idx="18176">
                  <c:v>9.0331426034214104</c:v>
                </c:pt>
                <c:pt idx="18177">
                  <c:v>9.0309936455942221</c:v>
                </c:pt>
                <c:pt idx="18178">
                  <c:v>9.027818537104368</c:v>
                </c:pt>
                <c:pt idx="18179">
                  <c:v>9.0255939714826674</c:v>
                </c:pt>
                <c:pt idx="18180">
                  <c:v>9.024705946416903</c:v>
                </c:pt>
                <c:pt idx="18181">
                  <c:v>9.0232890856692869</c:v>
                </c:pt>
                <c:pt idx="18182">
                  <c:v>9.0228607811269548</c:v>
                </c:pt>
                <c:pt idx="18183">
                  <c:v>9.0268975252584482</c:v>
                </c:pt>
                <c:pt idx="18184">
                  <c:v>9.0275666856558825</c:v>
                </c:pt>
                <c:pt idx="18185">
                  <c:v>9.024803335958314</c:v>
                </c:pt>
                <c:pt idx="18186">
                  <c:v>9.0238843137911964</c:v>
                </c:pt>
                <c:pt idx="18187">
                  <c:v>9.022967804902569</c:v>
                </c:pt>
                <c:pt idx="18188">
                  <c:v>9.0212398212221228</c:v>
                </c:pt>
                <c:pt idx="18189">
                  <c:v>9.0235414607174569</c:v>
                </c:pt>
                <c:pt idx="18190">
                  <c:v>9.0245807013722494</c:v>
                </c:pt>
                <c:pt idx="18191">
                  <c:v>9.0256558609654345</c:v>
                </c:pt>
                <c:pt idx="18192">
                  <c:v>9.0286219484610353</c:v>
                </c:pt>
                <c:pt idx="18193">
                  <c:v>9.0282619213176289</c:v>
                </c:pt>
                <c:pt idx="18194">
                  <c:v>9.024468022720038</c:v>
                </c:pt>
                <c:pt idx="18195">
                  <c:v>9.0222436665382109</c:v>
                </c:pt>
                <c:pt idx="18196">
                  <c:v>9.0216501139352907</c:v>
                </c:pt>
                <c:pt idx="18197">
                  <c:v>9.0225657850644243</c:v>
                </c:pt>
                <c:pt idx="18198">
                  <c:v>9.025086812827773</c:v>
                </c:pt>
                <c:pt idx="18199">
                  <c:v>9.0283762754888333</c:v>
                </c:pt>
                <c:pt idx="18200">
                  <c:v>9.0307863001189617</c:v>
                </c:pt>
                <c:pt idx="18201">
                  <c:v>9.0289390404302736</c:v>
                </c:pt>
                <c:pt idx="18202">
                  <c:v>9.0278380150126498</c:v>
                </c:pt>
                <c:pt idx="18203">
                  <c:v>9.028391774039509</c:v>
                </c:pt>
                <c:pt idx="18204">
                  <c:v>9.0265658772179691</c:v>
                </c:pt>
                <c:pt idx="18205">
                  <c:v>9.0232522242514612</c:v>
                </c:pt>
                <c:pt idx="18206">
                  <c:v>9.0234863780305954</c:v>
                </c:pt>
                <c:pt idx="18207">
                  <c:v>9.0272235184223319</c:v>
                </c:pt>
                <c:pt idx="18208">
                  <c:v>9.0269416123519264</c:v>
                </c:pt>
                <c:pt idx="18209">
                  <c:v>9.0245268753246322</c:v>
                </c:pt>
                <c:pt idx="18210">
                  <c:v>9.0230680218822776</c:v>
                </c:pt>
                <c:pt idx="18211">
                  <c:v>9.0222543479717849</c:v>
                </c:pt>
                <c:pt idx="18212">
                  <c:v>9.0229043446207466</c:v>
                </c:pt>
                <c:pt idx="18213">
                  <c:v>9.0232063569190561</c:v>
                </c:pt>
                <c:pt idx="18214">
                  <c:v>9.0222480647755638</c:v>
                </c:pt>
                <c:pt idx="18215">
                  <c:v>9.0205739071427367</c:v>
                </c:pt>
                <c:pt idx="18216">
                  <c:v>9.0209874461739528</c:v>
                </c:pt>
                <c:pt idx="18217">
                  <c:v>9.0204759940016412</c:v>
                </c:pt>
                <c:pt idx="18218">
                  <c:v>9.0209928916106765</c:v>
                </c:pt>
                <c:pt idx="18219">
                  <c:v>9.0232782995157752</c:v>
                </c:pt>
                <c:pt idx="18220">
                  <c:v>9.0233018615016007</c:v>
                </c:pt>
                <c:pt idx="18221">
                  <c:v>9.0236313104234043</c:v>
                </c:pt>
                <c:pt idx="18222">
                  <c:v>9.0242028718395524</c:v>
                </c:pt>
                <c:pt idx="18223">
                  <c:v>9.025266198079855</c:v>
                </c:pt>
                <c:pt idx="18224">
                  <c:v>9.0264063887539159</c:v>
                </c:pt>
                <c:pt idx="18225">
                  <c:v>9.0234651198833831</c:v>
                </c:pt>
                <c:pt idx="18226">
                  <c:v>9.0228027662818562</c:v>
                </c:pt>
                <c:pt idx="18227">
                  <c:v>9.0221594717088625</c:v>
                </c:pt>
                <c:pt idx="18228">
                  <c:v>9.0208447128998213</c:v>
                </c:pt>
                <c:pt idx="18229">
                  <c:v>9.0232851063116808</c:v>
                </c:pt>
                <c:pt idx="18230">
                  <c:v>9.0242926168255622</c:v>
                </c:pt>
                <c:pt idx="18231">
                  <c:v>9.0225847393730216</c:v>
                </c:pt>
                <c:pt idx="18232">
                  <c:v>9.0217802808169836</c:v>
                </c:pt>
                <c:pt idx="18233">
                  <c:v>9.023101008662433</c:v>
                </c:pt>
                <c:pt idx="18234">
                  <c:v>9.0247791456528663</c:v>
                </c:pt>
                <c:pt idx="18235">
                  <c:v>9.0239869393294576</c:v>
                </c:pt>
                <c:pt idx="18236">
                  <c:v>9.0207206197744743</c:v>
                </c:pt>
                <c:pt idx="18237">
                  <c:v>9.0205561047534477</c:v>
                </c:pt>
                <c:pt idx="18238">
                  <c:v>9.0218153619958787</c:v>
                </c:pt>
                <c:pt idx="18239">
                  <c:v>9.0224652539249028</c:v>
                </c:pt>
                <c:pt idx="18240">
                  <c:v>9.0208648191277252</c:v>
                </c:pt>
                <c:pt idx="18241">
                  <c:v>9.0211662031064126</c:v>
                </c:pt>
                <c:pt idx="18242">
                  <c:v>9.0229311529246186</c:v>
                </c:pt>
                <c:pt idx="18243">
                  <c:v>9.0257696915369543</c:v>
                </c:pt>
                <c:pt idx="18244">
                  <c:v>9.0241328142016997</c:v>
                </c:pt>
                <c:pt idx="18245">
                  <c:v>9.0207560151131805</c:v>
                </c:pt>
                <c:pt idx="18246">
                  <c:v>9.0199557453546237</c:v>
                </c:pt>
                <c:pt idx="18247">
                  <c:v>9.0220785231975604</c:v>
                </c:pt>
                <c:pt idx="18248">
                  <c:v>9.0262293073404489</c:v>
                </c:pt>
                <c:pt idx="18249">
                  <c:v>9.0270902099425303</c:v>
                </c:pt>
                <c:pt idx="18250">
                  <c:v>9.0261661612184376</c:v>
                </c:pt>
                <c:pt idx="18251">
                  <c:v>9.0274108623896243</c:v>
                </c:pt>
                <c:pt idx="18252">
                  <c:v>9.0280157247457407</c:v>
                </c:pt>
                <c:pt idx="18253">
                  <c:v>9.0273462501884953</c:v>
                </c:pt>
                <c:pt idx="18254">
                  <c:v>9.0276452256086319</c:v>
                </c:pt>
                <c:pt idx="18255">
                  <c:v>9.0260769398321123</c:v>
                </c:pt>
                <c:pt idx="18256">
                  <c:v>9.0253232704455204</c:v>
                </c:pt>
                <c:pt idx="18257">
                  <c:v>9.023369091701154</c:v>
                </c:pt>
                <c:pt idx="18258">
                  <c:v>9.0198042156057845</c:v>
                </c:pt>
                <c:pt idx="18259">
                  <c:v>9.0167026205117029</c:v>
                </c:pt>
                <c:pt idx="18260">
                  <c:v>9.0159591089590005</c:v>
                </c:pt>
                <c:pt idx="18261">
                  <c:v>9.0176647872928637</c:v>
                </c:pt>
                <c:pt idx="18262">
                  <c:v>9.0191762101435913</c:v>
                </c:pt>
                <c:pt idx="18263">
                  <c:v>9.0186702034080053</c:v>
                </c:pt>
                <c:pt idx="18264">
                  <c:v>9.0186782668431551</c:v>
                </c:pt>
                <c:pt idx="18265">
                  <c:v>9.0192771601628596</c:v>
                </c:pt>
                <c:pt idx="18266">
                  <c:v>9.0209606378700808</c:v>
                </c:pt>
                <c:pt idx="18267">
                  <c:v>9.0244444607342125</c:v>
                </c:pt>
                <c:pt idx="18268">
                  <c:v>9.0231797580550577</c:v>
                </c:pt>
                <c:pt idx="18269">
                  <c:v>9.0204037372451111</c:v>
                </c:pt>
                <c:pt idx="18270">
                  <c:v>9.0214418259805971</c:v>
                </c:pt>
                <c:pt idx="18271">
                  <c:v>9.0206597774910779</c:v>
                </c:pt>
                <c:pt idx="18272">
                  <c:v>9.0210252500712098</c:v>
                </c:pt>
                <c:pt idx="18273">
                  <c:v>9.0239752106965128</c:v>
                </c:pt>
                <c:pt idx="18274">
                  <c:v>9.0244811127121629</c:v>
                </c:pt>
                <c:pt idx="18275">
                  <c:v>9.0245327396411046</c:v>
                </c:pt>
                <c:pt idx="18276">
                  <c:v>9.0264363386558983</c:v>
                </c:pt>
                <c:pt idx="18277">
                  <c:v>9.030843058324816</c:v>
                </c:pt>
                <c:pt idx="18278">
                  <c:v>9.0312237152958126</c:v>
                </c:pt>
                <c:pt idx="18279">
                  <c:v>9.0295722818893154</c:v>
                </c:pt>
                <c:pt idx="18280">
                  <c:v>9.0265055585342555</c:v>
                </c:pt>
                <c:pt idx="18281">
                  <c:v>9.0255035981770355</c:v>
                </c:pt>
                <c:pt idx="18282">
                  <c:v>9.0292603211969915</c:v>
                </c:pt>
                <c:pt idx="18283">
                  <c:v>9.0296506124021914</c:v>
                </c:pt>
                <c:pt idx="18284">
                  <c:v>9.0260829088685224</c:v>
                </c:pt>
                <c:pt idx="18285">
                  <c:v>9.023792683846322</c:v>
                </c:pt>
                <c:pt idx="18286">
                  <c:v>9.0235231347284817</c:v>
                </c:pt>
                <c:pt idx="18287">
                  <c:v>9.0226067305597901</c:v>
                </c:pt>
                <c:pt idx="18288">
                  <c:v>9.0217865640132029</c:v>
                </c:pt>
                <c:pt idx="18289">
                  <c:v>9.0238715379588825</c:v>
                </c:pt>
                <c:pt idx="18290">
                  <c:v>9.02488302783037</c:v>
                </c:pt>
                <c:pt idx="18291">
                  <c:v>9.0262585242028717</c:v>
                </c:pt>
                <c:pt idx="18292">
                  <c:v>9.0269606713804595</c:v>
                </c:pt>
                <c:pt idx="18293">
                  <c:v>9.0262759077124137</c:v>
                </c:pt>
                <c:pt idx="18294">
                  <c:v>9.024623950706232</c:v>
                </c:pt>
                <c:pt idx="18295">
                  <c:v>9.0222575942898313</c:v>
                </c:pt>
                <c:pt idx="18296">
                  <c:v>9.0232859440711763</c:v>
                </c:pt>
                <c:pt idx="18297">
                  <c:v>9.0286081254293524</c:v>
                </c:pt>
                <c:pt idx="18298">
                  <c:v>9.02913434311278</c:v>
                </c:pt>
                <c:pt idx="18299">
                  <c:v>9.0269944959201105</c:v>
                </c:pt>
                <c:pt idx="18300">
                  <c:v>9.0262789445905867</c:v>
                </c:pt>
                <c:pt idx="18301">
                  <c:v>9.0261999857580886</c:v>
                </c:pt>
                <c:pt idx="18302">
                  <c:v>9.0254624432417945</c:v>
                </c:pt>
                <c:pt idx="18303">
                  <c:v>9.0245152514116249</c:v>
                </c:pt>
                <c:pt idx="18304">
                  <c:v>9.0275416575909393</c:v>
                </c:pt>
                <c:pt idx="18305">
                  <c:v>9.0293649364140549</c:v>
                </c:pt>
                <c:pt idx="18306">
                  <c:v>9.0292015733123332</c:v>
                </c:pt>
                <c:pt idx="18307">
                  <c:v>9.0261255298828811</c:v>
                </c:pt>
                <c:pt idx="18308">
                  <c:v>9.0229820468140005</c:v>
                </c:pt>
                <c:pt idx="18309">
                  <c:v>9.0220769523985052</c:v>
                </c:pt>
                <c:pt idx="18310">
                  <c:v>9.0215540857530616</c:v>
                </c:pt>
                <c:pt idx="18311">
                  <c:v>9.0205904528927832</c:v>
                </c:pt>
                <c:pt idx="18312">
                  <c:v>9.0222928849085999</c:v>
                </c:pt>
                <c:pt idx="18313">
                  <c:v>9.0222870205921293</c:v>
                </c:pt>
                <c:pt idx="18314">
                  <c:v>9.0228387899401845</c:v>
                </c:pt>
                <c:pt idx="18315">
                  <c:v>9.0222896385905536</c:v>
                </c:pt>
                <c:pt idx="18316">
                  <c:v>9.0215030871437421</c:v>
                </c:pt>
                <c:pt idx="18317">
                  <c:v>9.0201839300973479</c:v>
                </c:pt>
                <c:pt idx="18318">
                  <c:v>9.0189036241475797</c:v>
                </c:pt>
                <c:pt idx="18319">
                  <c:v>9.0198368882261288</c:v>
                </c:pt>
                <c:pt idx="18320">
                  <c:v>9.0212600321699643</c:v>
                </c:pt>
                <c:pt idx="18321">
                  <c:v>9.0209484903573873</c:v>
                </c:pt>
                <c:pt idx="18322">
                  <c:v>9.0201131394199354</c:v>
                </c:pt>
                <c:pt idx="18323">
                  <c:v>9.0204106487609543</c:v>
                </c:pt>
                <c:pt idx="18324">
                  <c:v>9.0199695683863084</c:v>
                </c:pt>
                <c:pt idx="18325">
                  <c:v>9.0188543010572531</c:v>
                </c:pt>
                <c:pt idx="18326">
                  <c:v>9.0176186058006476</c:v>
                </c:pt>
                <c:pt idx="18327">
                  <c:v>9.0170881993197387</c:v>
                </c:pt>
                <c:pt idx="18328">
                  <c:v>9.0172783707253323</c:v>
                </c:pt>
                <c:pt idx="18329">
                  <c:v>9.0187409940854177</c:v>
                </c:pt>
                <c:pt idx="18330">
                  <c:v>9.0185777357036336</c:v>
                </c:pt>
                <c:pt idx="18331">
                  <c:v>9.0187885369368157</c:v>
                </c:pt>
                <c:pt idx="18332">
                  <c:v>9.0208674371261495</c:v>
                </c:pt>
                <c:pt idx="18333">
                  <c:v>9.0258609026020817</c:v>
                </c:pt>
                <c:pt idx="18334">
                  <c:v>9.0274287694988526</c:v>
                </c:pt>
                <c:pt idx="18335">
                  <c:v>9.0281627515372893</c:v>
                </c:pt>
                <c:pt idx="18336">
                  <c:v>9.028134791314109</c:v>
                </c:pt>
                <c:pt idx="18337">
                  <c:v>9.0267427491915626</c:v>
                </c:pt>
                <c:pt idx="18338">
                  <c:v>9.0273498106663546</c:v>
                </c:pt>
                <c:pt idx="18339">
                  <c:v>9.0285727300906462</c:v>
                </c:pt>
                <c:pt idx="18340">
                  <c:v>9.0280884003820177</c:v>
                </c:pt>
                <c:pt idx="18341">
                  <c:v>9.0279401169512248</c:v>
                </c:pt>
                <c:pt idx="18342">
                  <c:v>9.0295800311646541</c:v>
                </c:pt>
                <c:pt idx="18343">
                  <c:v>9.0298727233885696</c:v>
                </c:pt>
                <c:pt idx="18344">
                  <c:v>9.0260388217750442</c:v>
                </c:pt>
                <c:pt idx="18345">
                  <c:v>9.0227562706298272</c:v>
                </c:pt>
                <c:pt idx="18346">
                  <c:v>9.0224598084881791</c:v>
                </c:pt>
                <c:pt idx="18347">
                  <c:v>9.022499287904429</c:v>
                </c:pt>
                <c:pt idx="18348">
                  <c:v>9.0235430315165122</c:v>
                </c:pt>
                <c:pt idx="18349">
                  <c:v>9.0228166940334766</c:v>
                </c:pt>
                <c:pt idx="18350">
                  <c:v>9.0236960273444691</c:v>
                </c:pt>
                <c:pt idx="18351">
                  <c:v>9.0251178099291263</c:v>
                </c:pt>
                <c:pt idx="18352">
                  <c:v>9.0238602282056863</c:v>
                </c:pt>
                <c:pt idx="18353">
                  <c:v>9.0224369795419133</c:v>
                </c:pt>
                <c:pt idx="18354">
                  <c:v>9.0217590226697713</c:v>
                </c:pt>
                <c:pt idx="18355">
                  <c:v>9.0225736390596989</c:v>
                </c:pt>
                <c:pt idx="18356">
                  <c:v>9.0233024898212228</c:v>
                </c:pt>
                <c:pt idx="18357">
                  <c:v>9.0180069073270452</c:v>
                </c:pt>
                <c:pt idx="18358">
                  <c:v>9.0147759831107681</c:v>
                </c:pt>
                <c:pt idx="18359">
                  <c:v>9.0166683770923051</c:v>
                </c:pt>
                <c:pt idx="18360">
                  <c:v>9.0207878499740293</c:v>
                </c:pt>
                <c:pt idx="18361">
                  <c:v>9.0231580810280985</c:v>
                </c:pt>
                <c:pt idx="18362">
                  <c:v>9.0232003878826461</c:v>
                </c:pt>
                <c:pt idx="18363">
                  <c:v>9.0220115024378806</c:v>
                </c:pt>
                <c:pt idx="18364">
                  <c:v>9.0236194770705218</c:v>
                </c:pt>
                <c:pt idx="18365">
                  <c:v>9.0267049452943056</c:v>
                </c:pt>
                <c:pt idx="18366">
                  <c:v>9.0250517316488779</c:v>
                </c:pt>
                <c:pt idx="18367">
                  <c:v>9.0271132483286696</c:v>
                </c:pt>
                <c:pt idx="18368">
                  <c:v>9.0283046470519235</c:v>
                </c:pt>
                <c:pt idx="18369">
                  <c:v>9.0233703483403982</c:v>
                </c:pt>
                <c:pt idx="18370">
                  <c:v>9.0187956578925323</c:v>
                </c:pt>
                <c:pt idx="18371">
                  <c:v>9.0203204848951959</c:v>
                </c:pt>
                <c:pt idx="18372">
                  <c:v>9.0214918821104835</c:v>
                </c:pt>
                <c:pt idx="18373">
                  <c:v>9.0233228054890002</c:v>
                </c:pt>
                <c:pt idx="18374">
                  <c:v>9.0232175619523147</c:v>
                </c:pt>
                <c:pt idx="18375">
                  <c:v>9.0211347871253125</c:v>
                </c:pt>
                <c:pt idx="18376">
                  <c:v>9.0207018749057521</c:v>
                </c:pt>
                <c:pt idx="18377">
                  <c:v>9.0221832431345614</c:v>
                </c:pt>
                <c:pt idx="18378">
                  <c:v>9.0243440343146286</c:v>
                </c:pt>
                <c:pt idx="18379">
                  <c:v>9.0249898421661108</c:v>
                </c:pt>
                <c:pt idx="18380">
                  <c:v>9.0276741283112436</c:v>
                </c:pt>
                <c:pt idx="18381">
                  <c:v>9.030661997553743</c:v>
                </c:pt>
                <c:pt idx="18382">
                  <c:v>9.0301941088752233</c:v>
                </c:pt>
                <c:pt idx="18383">
                  <c:v>9.0309154198012838</c:v>
                </c:pt>
                <c:pt idx="18384">
                  <c:v>9.0291909965986967</c:v>
                </c:pt>
                <c:pt idx="18385">
                  <c:v>9.0236256555468053</c:v>
                </c:pt>
                <c:pt idx="18386">
                  <c:v>9.0216459251378112</c:v>
                </c:pt>
                <c:pt idx="18387">
                  <c:v>9.0231471901546509</c:v>
                </c:pt>
                <c:pt idx="18388">
                  <c:v>9.0222697418025231</c:v>
                </c:pt>
                <c:pt idx="18389">
                  <c:v>9.0207596803109755</c:v>
                </c:pt>
                <c:pt idx="18390">
                  <c:v>9.0216674974448328</c:v>
                </c:pt>
                <c:pt idx="18391">
                  <c:v>9.0239338463213983</c:v>
                </c:pt>
                <c:pt idx="18392">
                  <c:v>9.0267365707152791</c:v>
                </c:pt>
                <c:pt idx="18393">
                  <c:v>9.0262852277868078</c:v>
                </c:pt>
                <c:pt idx="18394">
                  <c:v>9.0241408776368477</c:v>
                </c:pt>
                <c:pt idx="18395">
                  <c:v>9.0249633480220499</c:v>
                </c:pt>
                <c:pt idx="18396">
                  <c:v>9.0319593728532421</c:v>
                </c:pt>
                <c:pt idx="18397">
                  <c:v>9.0377110106730552</c:v>
                </c:pt>
                <c:pt idx="18398">
                  <c:v>9.0346871177722292</c:v>
                </c:pt>
                <c:pt idx="18399">
                  <c:v>9.0294325854933568</c:v>
                </c:pt>
                <c:pt idx="18400">
                  <c:v>9.0297889474389699</c:v>
                </c:pt>
                <c:pt idx="18401">
                  <c:v>9.0314828971398899</c:v>
                </c:pt>
                <c:pt idx="18402">
                  <c:v>9.0300826868622561</c:v>
                </c:pt>
                <c:pt idx="18403">
                  <c:v>9.0263444992711488</c:v>
                </c:pt>
                <c:pt idx="18404">
                  <c:v>9.0244114739540571</c:v>
                </c:pt>
                <c:pt idx="18405">
                  <c:v>9.0258535722064916</c:v>
                </c:pt>
                <c:pt idx="18406">
                  <c:v>9.0297959636747489</c:v>
                </c:pt>
                <c:pt idx="18407">
                  <c:v>9.0303222860781123</c:v>
                </c:pt>
                <c:pt idx="18408">
                  <c:v>9.0293887078397539</c:v>
                </c:pt>
                <c:pt idx="18409">
                  <c:v>9.0288495048841373</c:v>
                </c:pt>
                <c:pt idx="18410">
                  <c:v>9.0297749149674118</c:v>
                </c:pt>
                <c:pt idx="18411">
                  <c:v>9.0311682137292024</c:v>
                </c:pt>
                <c:pt idx="18412">
                  <c:v>9.0288953722165441</c:v>
                </c:pt>
                <c:pt idx="18413">
                  <c:v>9.0272926335807515</c:v>
                </c:pt>
                <c:pt idx="18414">
                  <c:v>9.0264366528157094</c:v>
                </c:pt>
                <c:pt idx="18415">
                  <c:v>9.0251990726002376</c:v>
                </c:pt>
                <c:pt idx="18416">
                  <c:v>9.0239141589732412</c:v>
                </c:pt>
                <c:pt idx="18417">
                  <c:v>9.0250957140224184</c:v>
                </c:pt>
                <c:pt idx="18418">
                  <c:v>9.0272194343447882</c:v>
                </c:pt>
                <c:pt idx="18419">
                  <c:v>9.0276145426670915</c:v>
                </c:pt>
                <c:pt idx="18420">
                  <c:v>9.0279809577266565</c:v>
                </c:pt>
                <c:pt idx="18421">
                  <c:v>9.0285291665968526</c:v>
                </c:pt>
                <c:pt idx="18422">
                  <c:v>9.0296728130288351</c:v>
                </c:pt>
                <c:pt idx="18423">
                  <c:v>9.02791624080559</c:v>
                </c:pt>
                <c:pt idx="18424">
                  <c:v>9.0251308999212512</c:v>
                </c:pt>
                <c:pt idx="18425">
                  <c:v>9.0213551178727602</c:v>
                </c:pt>
                <c:pt idx="18426">
                  <c:v>9.0190215387966415</c:v>
                </c:pt>
                <c:pt idx="18427">
                  <c:v>9.0172087319672265</c:v>
                </c:pt>
                <c:pt idx="18428">
                  <c:v>9.0189387053264749</c:v>
                </c:pt>
                <c:pt idx="18429">
                  <c:v>9.0204397609034395</c:v>
                </c:pt>
                <c:pt idx="18430">
                  <c:v>9.0234405106981885</c:v>
                </c:pt>
                <c:pt idx="18431">
                  <c:v>9.0236610508855115</c:v>
                </c:pt>
                <c:pt idx="18432">
                  <c:v>9.0236953990248487</c:v>
                </c:pt>
                <c:pt idx="18433">
                  <c:v>9.0254635951611011</c:v>
                </c:pt>
                <c:pt idx="18434">
                  <c:v>9.0261299281202358</c:v>
                </c:pt>
                <c:pt idx="18435">
                  <c:v>9.0256416190540012</c:v>
                </c:pt>
                <c:pt idx="18436">
                  <c:v>9.0230688596417732</c:v>
                </c:pt>
                <c:pt idx="18437">
                  <c:v>9.0198019117671695</c:v>
                </c:pt>
                <c:pt idx="18438">
                  <c:v>9.0196652522493839</c:v>
                </c:pt>
                <c:pt idx="18439">
                  <c:v>9.0209357145250735</c:v>
                </c:pt>
                <c:pt idx="18440">
                  <c:v>9.0211753137409314</c:v>
                </c:pt>
                <c:pt idx="18441">
                  <c:v>9.0230435174170207</c:v>
                </c:pt>
                <c:pt idx="18442">
                  <c:v>9.0238739465174334</c:v>
                </c:pt>
                <c:pt idx="18443">
                  <c:v>9.0225602349077629</c:v>
                </c:pt>
                <c:pt idx="18444">
                  <c:v>9.0208524621751582</c:v>
                </c:pt>
                <c:pt idx="18445">
                  <c:v>9.0211307030477688</c:v>
                </c:pt>
                <c:pt idx="18446">
                  <c:v>9.0239818080525449</c:v>
                </c:pt>
                <c:pt idx="18447">
                  <c:v>9.0267113332104625</c:v>
                </c:pt>
                <c:pt idx="18448">
                  <c:v>9.0271303176784006</c:v>
                </c:pt>
                <c:pt idx="18449">
                  <c:v>9.0250248186250683</c:v>
                </c:pt>
                <c:pt idx="18450">
                  <c:v>9.0236152882730423</c:v>
                </c:pt>
                <c:pt idx="18451">
                  <c:v>9.0259235251244068</c:v>
                </c:pt>
                <c:pt idx="18452">
                  <c:v>9.0271726245329482</c:v>
                </c:pt>
                <c:pt idx="18453">
                  <c:v>9.0239024303402982</c:v>
                </c:pt>
                <c:pt idx="18454">
                  <c:v>9.019401148568269</c:v>
                </c:pt>
                <c:pt idx="18455">
                  <c:v>9.0195786488614846</c:v>
                </c:pt>
                <c:pt idx="18456">
                  <c:v>9.0223274424878106</c:v>
                </c:pt>
                <c:pt idx="18457">
                  <c:v>9.0213678937050759</c:v>
                </c:pt>
                <c:pt idx="18458">
                  <c:v>9.0207388410435136</c:v>
                </c:pt>
                <c:pt idx="18459">
                  <c:v>9.0223530988723759</c:v>
                </c:pt>
                <c:pt idx="18460">
                  <c:v>9.0238530025300339</c:v>
                </c:pt>
                <c:pt idx="18461">
                  <c:v>9.0250004188797472</c:v>
                </c:pt>
                <c:pt idx="18462">
                  <c:v>9.0258923185831819</c:v>
                </c:pt>
                <c:pt idx="18463">
                  <c:v>9.0245069785366017</c:v>
                </c:pt>
                <c:pt idx="18464">
                  <c:v>9.0234353794212758</c:v>
                </c:pt>
                <c:pt idx="18465">
                  <c:v>9.0241431814754627</c:v>
                </c:pt>
                <c:pt idx="18466">
                  <c:v>9.021740696680796</c:v>
                </c:pt>
                <c:pt idx="18467">
                  <c:v>9.0214417212606612</c:v>
                </c:pt>
                <c:pt idx="18468">
                  <c:v>9.0239355218403894</c:v>
                </c:pt>
                <c:pt idx="18469">
                  <c:v>9.0286249853392082</c:v>
                </c:pt>
                <c:pt idx="18470">
                  <c:v>9.0292586456779986</c:v>
                </c:pt>
                <c:pt idx="18471">
                  <c:v>9.0282485171656912</c:v>
                </c:pt>
                <c:pt idx="18472">
                  <c:v>9.0277473275472069</c:v>
                </c:pt>
                <c:pt idx="18473">
                  <c:v>9.0252668263994771</c:v>
                </c:pt>
                <c:pt idx="18474">
                  <c:v>9.0239291339242325</c:v>
                </c:pt>
                <c:pt idx="18475">
                  <c:v>9.0231403833587454</c:v>
                </c:pt>
                <c:pt idx="18476">
                  <c:v>9.0254736482750531</c:v>
                </c:pt>
                <c:pt idx="18477">
                  <c:v>9.0255433917530947</c:v>
                </c:pt>
                <c:pt idx="18478">
                  <c:v>9.0252537364073522</c:v>
                </c:pt>
                <c:pt idx="18479">
                  <c:v>9.0273672988958324</c:v>
                </c:pt>
                <c:pt idx="18480">
                  <c:v>9.026378533250675</c:v>
                </c:pt>
                <c:pt idx="18481">
                  <c:v>9.0243569148668801</c:v>
                </c:pt>
                <c:pt idx="18482">
                  <c:v>9.022795854766013</c:v>
                </c:pt>
                <c:pt idx="18483">
                  <c:v>9.0217216376522629</c:v>
                </c:pt>
                <c:pt idx="18484">
                  <c:v>9.0211204404939433</c:v>
                </c:pt>
                <c:pt idx="18485">
                  <c:v>9.0238471382135614</c:v>
                </c:pt>
                <c:pt idx="18486">
                  <c:v>9.025143361593754</c:v>
                </c:pt>
                <c:pt idx="18487">
                  <c:v>9.0234037540003023</c:v>
                </c:pt>
                <c:pt idx="18488">
                  <c:v>9.0236498458522529</c:v>
                </c:pt>
                <c:pt idx="18489">
                  <c:v>9.0219584094298213</c:v>
                </c:pt>
                <c:pt idx="18490">
                  <c:v>9.0203026825059069</c:v>
                </c:pt>
                <c:pt idx="18491">
                  <c:v>9.020259852051673</c:v>
                </c:pt>
                <c:pt idx="18492">
                  <c:v>9.021020537674044</c:v>
                </c:pt>
                <c:pt idx="18493">
                  <c:v>9.0188237228356485</c:v>
                </c:pt>
                <c:pt idx="18494">
                  <c:v>9.0177729629877863</c:v>
                </c:pt>
                <c:pt idx="18495">
                  <c:v>9.0208841923160694</c:v>
                </c:pt>
                <c:pt idx="18496">
                  <c:v>9.0226506082133948</c:v>
                </c:pt>
                <c:pt idx="18497">
                  <c:v>9.0204778789605076</c:v>
                </c:pt>
                <c:pt idx="18498">
                  <c:v>9.0167343506526141</c:v>
                </c:pt>
                <c:pt idx="18499">
                  <c:v>9.0146965006785855</c:v>
                </c:pt>
                <c:pt idx="18500">
                  <c:v>9.0141572977229689</c:v>
                </c:pt>
                <c:pt idx="18501">
                  <c:v>9.0159326148149397</c:v>
                </c:pt>
                <c:pt idx="18502">
                  <c:v>9.0194496338991001</c:v>
                </c:pt>
                <c:pt idx="18503">
                  <c:v>9.0238800202737792</c:v>
                </c:pt>
                <c:pt idx="18504">
                  <c:v>9.0242555459678631</c:v>
                </c:pt>
                <c:pt idx="18505">
                  <c:v>9.0231358804014548</c:v>
                </c:pt>
                <c:pt idx="18506">
                  <c:v>9.0243169118509456</c:v>
                </c:pt>
                <c:pt idx="18507">
                  <c:v>9.0242268527051248</c:v>
                </c:pt>
                <c:pt idx="18508">
                  <c:v>9.0247548506274811</c:v>
                </c:pt>
                <c:pt idx="18509">
                  <c:v>9.0251451418326827</c:v>
                </c:pt>
                <c:pt idx="18510">
                  <c:v>9.0233165222927809</c:v>
                </c:pt>
                <c:pt idx="18511">
                  <c:v>9.0194532990968952</c:v>
                </c:pt>
                <c:pt idx="18512">
                  <c:v>9.0188743025652194</c:v>
                </c:pt>
                <c:pt idx="18513">
                  <c:v>9.0174353459108954</c:v>
                </c:pt>
                <c:pt idx="18514">
                  <c:v>9.0183526925590201</c:v>
                </c:pt>
                <c:pt idx="18515">
                  <c:v>9.0219264698490349</c:v>
                </c:pt>
                <c:pt idx="18516">
                  <c:v>9.0243964990030658</c:v>
                </c:pt>
                <c:pt idx="18517">
                  <c:v>9.0238394936581603</c:v>
                </c:pt>
                <c:pt idx="18518">
                  <c:v>9.0219401881607837</c:v>
                </c:pt>
                <c:pt idx="18519">
                  <c:v>9.021624248110852</c:v>
                </c:pt>
                <c:pt idx="18520">
                  <c:v>9.0228708342409067</c:v>
                </c:pt>
                <c:pt idx="18521">
                  <c:v>9.024978741852788</c:v>
                </c:pt>
                <c:pt idx="18522">
                  <c:v>9.0253202335673475</c:v>
                </c:pt>
                <c:pt idx="18523">
                  <c:v>9.0252032613977171</c:v>
                </c:pt>
                <c:pt idx="18524">
                  <c:v>9.0273263534004666</c:v>
                </c:pt>
                <c:pt idx="18525">
                  <c:v>9.0293217918000099</c:v>
                </c:pt>
                <c:pt idx="18526">
                  <c:v>9.0284253891392865</c:v>
                </c:pt>
                <c:pt idx="18527">
                  <c:v>9.0285288524370415</c:v>
                </c:pt>
                <c:pt idx="18528">
                  <c:v>9.0264099492317751</c:v>
                </c:pt>
                <c:pt idx="18529">
                  <c:v>9.0238686058006472</c:v>
                </c:pt>
                <c:pt idx="18530">
                  <c:v>9.0207698381448651</c:v>
                </c:pt>
                <c:pt idx="18531">
                  <c:v>9.0209363428446956</c:v>
                </c:pt>
                <c:pt idx="18532">
                  <c:v>9.0259369292763427</c:v>
                </c:pt>
                <c:pt idx="18533">
                  <c:v>9.0287158822445246</c:v>
                </c:pt>
                <c:pt idx="18534">
                  <c:v>9.0253778295326974</c:v>
                </c:pt>
                <c:pt idx="18535">
                  <c:v>9.0215317804064803</c:v>
                </c:pt>
                <c:pt idx="18536">
                  <c:v>9.0207998927667852</c:v>
                </c:pt>
                <c:pt idx="18537">
                  <c:v>9.0222358125429345</c:v>
                </c:pt>
                <c:pt idx="18538">
                  <c:v>9.0249498391501763</c:v>
                </c:pt>
                <c:pt idx="18539">
                  <c:v>9.0259427935928151</c:v>
                </c:pt>
                <c:pt idx="18540">
                  <c:v>9.0262039651156947</c:v>
                </c:pt>
                <c:pt idx="18541">
                  <c:v>9.023232851063117</c:v>
                </c:pt>
                <c:pt idx="18542">
                  <c:v>9.0204766223212633</c:v>
                </c:pt>
                <c:pt idx="18543">
                  <c:v>9.0205251076520945</c:v>
                </c:pt>
                <c:pt idx="18544">
                  <c:v>9.0230909555484811</c:v>
                </c:pt>
                <c:pt idx="18545">
                  <c:v>9.0249756002546793</c:v>
                </c:pt>
                <c:pt idx="18546">
                  <c:v>9.0256832975889285</c:v>
                </c:pt>
                <c:pt idx="18547">
                  <c:v>9.0270320903774941</c:v>
                </c:pt>
                <c:pt idx="18548">
                  <c:v>9.0256832975889285</c:v>
                </c:pt>
                <c:pt idx="18549">
                  <c:v>9.0258016311177389</c:v>
                </c:pt>
                <c:pt idx="18550">
                  <c:v>9.026847050248815</c:v>
                </c:pt>
                <c:pt idx="18551">
                  <c:v>9.0264737236734085</c:v>
                </c:pt>
                <c:pt idx="18552">
                  <c:v>9.0268398245731607</c:v>
                </c:pt>
                <c:pt idx="18553">
                  <c:v>9.0268944883802753</c:v>
                </c:pt>
                <c:pt idx="18554">
                  <c:v>9.027092723221017</c:v>
                </c:pt>
                <c:pt idx="18555">
                  <c:v>9.0279874503627493</c:v>
                </c:pt>
                <c:pt idx="18556">
                  <c:v>9.0262011376773952</c:v>
                </c:pt>
                <c:pt idx="18557">
                  <c:v>9.0248806192718192</c:v>
                </c:pt>
                <c:pt idx="18558">
                  <c:v>9.024176587135365</c:v>
                </c:pt>
                <c:pt idx="18559">
                  <c:v>9.0239692416601045</c:v>
                </c:pt>
                <c:pt idx="18560">
                  <c:v>9.0236464948142689</c:v>
                </c:pt>
                <c:pt idx="18561">
                  <c:v>9.0219554772715842</c:v>
                </c:pt>
                <c:pt idx="18562">
                  <c:v>9.0233260518070466</c:v>
                </c:pt>
                <c:pt idx="18563">
                  <c:v>9.0253062010957894</c:v>
                </c:pt>
                <c:pt idx="18564">
                  <c:v>9.0225868337717614</c:v>
                </c:pt>
                <c:pt idx="18565">
                  <c:v>9.0197826432987611</c:v>
                </c:pt>
                <c:pt idx="18566">
                  <c:v>9.0206930784310444</c:v>
                </c:pt>
                <c:pt idx="18567">
                  <c:v>9.023080588274718</c:v>
                </c:pt>
                <c:pt idx="18568">
                  <c:v>9.0241105088551183</c:v>
                </c:pt>
                <c:pt idx="18569">
                  <c:v>9.0222631444464927</c:v>
                </c:pt>
                <c:pt idx="18570">
                  <c:v>9.0209643030678759</c:v>
                </c:pt>
                <c:pt idx="18571">
                  <c:v>9.0240246385067771</c:v>
                </c:pt>
                <c:pt idx="18572">
                  <c:v>9.027671929192568</c:v>
                </c:pt>
                <c:pt idx="18573">
                  <c:v>9.0270980639378049</c:v>
                </c:pt>
                <c:pt idx="18574">
                  <c:v>9.027944724628453</c:v>
                </c:pt>
                <c:pt idx="18575">
                  <c:v>9.0290806217850985</c:v>
                </c:pt>
                <c:pt idx="18576">
                  <c:v>9.0257393227552232</c:v>
                </c:pt>
                <c:pt idx="18577">
                  <c:v>9.0246880393076747</c:v>
                </c:pt>
                <c:pt idx="18578">
                  <c:v>9.0247250054454362</c:v>
                </c:pt>
                <c:pt idx="18579">
                  <c:v>9.0237610584253467</c:v>
                </c:pt>
                <c:pt idx="18580">
                  <c:v>9.0238217959888072</c:v>
                </c:pt>
                <c:pt idx="18581">
                  <c:v>9.0247241676859407</c:v>
                </c:pt>
                <c:pt idx="18582">
                  <c:v>9.0255696764572821</c:v>
                </c:pt>
                <c:pt idx="18583">
                  <c:v>9.0243172260107567</c:v>
                </c:pt>
                <c:pt idx="18584">
                  <c:v>9.0238255659065398</c:v>
                </c:pt>
                <c:pt idx="18585">
                  <c:v>9.023335267161503</c:v>
                </c:pt>
                <c:pt idx="18586">
                  <c:v>9.0231958849253555</c:v>
                </c:pt>
                <c:pt idx="18587">
                  <c:v>9.022065642645309</c:v>
                </c:pt>
                <c:pt idx="18588">
                  <c:v>9.0223528894325025</c:v>
                </c:pt>
                <c:pt idx="18589">
                  <c:v>9.025076131394199</c:v>
                </c:pt>
                <c:pt idx="18590">
                  <c:v>9.0247354774391368</c:v>
                </c:pt>
                <c:pt idx="18591">
                  <c:v>9.0223722626208467</c:v>
                </c:pt>
                <c:pt idx="18592">
                  <c:v>9.0208239783522952</c:v>
                </c:pt>
                <c:pt idx="18593">
                  <c:v>9.0241000368614177</c:v>
                </c:pt>
                <c:pt idx="18594">
                  <c:v>9.0280671422348071</c:v>
                </c:pt>
                <c:pt idx="18595">
                  <c:v>9.0288074074694631</c:v>
                </c:pt>
                <c:pt idx="18596">
                  <c:v>9.0265062915738152</c:v>
                </c:pt>
                <c:pt idx="18597">
                  <c:v>9.0236333001022064</c:v>
                </c:pt>
                <c:pt idx="18598">
                  <c:v>9.0216947246284533</c:v>
                </c:pt>
                <c:pt idx="18599">
                  <c:v>9.0196095412429003</c:v>
                </c:pt>
                <c:pt idx="18600">
                  <c:v>9.0198317569492144</c:v>
                </c:pt>
                <c:pt idx="18601">
                  <c:v>9.020596212489318</c:v>
                </c:pt>
                <c:pt idx="18602">
                  <c:v>9.0213058995023712</c:v>
                </c:pt>
                <c:pt idx="18603">
                  <c:v>9.021816618635123</c:v>
                </c:pt>
                <c:pt idx="18604">
                  <c:v>9.0239559422281044</c:v>
                </c:pt>
                <c:pt idx="18605">
                  <c:v>9.0255293592815367</c:v>
                </c:pt>
                <c:pt idx="18606">
                  <c:v>9.0239308094432253</c:v>
                </c:pt>
                <c:pt idx="18607">
                  <c:v>9.0235740286178636</c:v>
                </c:pt>
                <c:pt idx="18608">
                  <c:v>9.0256239213846481</c:v>
                </c:pt>
                <c:pt idx="18609">
                  <c:v>9.025703194376959</c:v>
                </c:pt>
                <c:pt idx="18610">
                  <c:v>9.0247602960642066</c:v>
                </c:pt>
                <c:pt idx="18611">
                  <c:v>9.023266989762579</c:v>
                </c:pt>
                <c:pt idx="18612">
                  <c:v>9.0216117864383492</c:v>
                </c:pt>
                <c:pt idx="18613">
                  <c:v>9.0181321523716971</c:v>
                </c:pt>
                <c:pt idx="18614">
                  <c:v>9.0138907854833032</c:v>
                </c:pt>
                <c:pt idx="18615">
                  <c:v>9.0146051848935205</c:v>
                </c:pt>
                <c:pt idx="18616">
                  <c:v>9.0176247842769293</c:v>
                </c:pt>
                <c:pt idx="18617">
                  <c:v>9.0196770856022646</c:v>
                </c:pt>
                <c:pt idx="18618">
                  <c:v>9.0205572566727543</c:v>
                </c:pt>
                <c:pt idx="18619">
                  <c:v>9.021596392607611</c:v>
                </c:pt>
                <c:pt idx="18620">
                  <c:v>9.0223814779753031</c:v>
                </c:pt>
                <c:pt idx="18621">
                  <c:v>9.0206779987601156</c:v>
                </c:pt>
                <c:pt idx="18622">
                  <c:v>9.0196827404788635</c:v>
                </c:pt>
                <c:pt idx="18623">
                  <c:v>9.024016260911818</c:v>
                </c:pt>
                <c:pt idx="18624">
                  <c:v>9.0274875173835092</c:v>
                </c:pt>
                <c:pt idx="18625">
                  <c:v>9.0274673064356676</c:v>
                </c:pt>
                <c:pt idx="18626">
                  <c:v>9.0266658847578043</c:v>
                </c:pt>
                <c:pt idx="18627">
                  <c:v>9.0268506107266724</c:v>
                </c:pt>
                <c:pt idx="18628">
                  <c:v>9.0261626007405802</c:v>
                </c:pt>
                <c:pt idx="18629">
                  <c:v>9.0242202553490944</c:v>
                </c:pt>
                <c:pt idx="18630">
                  <c:v>9.0242192081497237</c:v>
                </c:pt>
                <c:pt idx="18631">
                  <c:v>9.0249797890521588</c:v>
                </c:pt>
                <c:pt idx="18632">
                  <c:v>9.0255559581455351</c:v>
                </c:pt>
                <c:pt idx="18633">
                  <c:v>9.0261223882847705</c:v>
                </c:pt>
                <c:pt idx="18634">
                  <c:v>9.0245655169813848</c:v>
                </c:pt>
                <c:pt idx="18635">
                  <c:v>9.0257279082820911</c:v>
                </c:pt>
                <c:pt idx="18636">
                  <c:v>9.0244902233466817</c:v>
                </c:pt>
                <c:pt idx="18637">
                  <c:v>9.0228954434261013</c:v>
                </c:pt>
                <c:pt idx="18638">
                  <c:v>9.024468755759596</c:v>
                </c:pt>
                <c:pt idx="18639">
                  <c:v>9.0248174731498079</c:v>
                </c:pt>
                <c:pt idx="18640">
                  <c:v>9.0269145946081792</c:v>
                </c:pt>
                <c:pt idx="18641">
                  <c:v>9.0266697593954728</c:v>
                </c:pt>
                <c:pt idx="18642">
                  <c:v>9.0222053390412675</c:v>
                </c:pt>
                <c:pt idx="18643">
                  <c:v>9.0225547894710392</c:v>
                </c:pt>
                <c:pt idx="18644">
                  <c:v>9.0216047702025701</c:v>
                </c:pt>
                <c:pt idx="18645">
                  <c:v>9.0211777222994822</c:v>
                </c:pt>
                <c:pt idx="18646">
                  <c:v>9.023636441700317</c:v>
                </c:pt>
                <c:pt idx="18647">
                  <c:v>9.0207438676004887</c:v>
                </c:pt>
                <c:pt idx="18648">
                  <c:v>9.0201878047350164</c:v>
                </c:pt>
                <c:pt idx="18649">
                  <c:v>9.0220962208669135</c:v>
                </c:pt>
                <c:pt idx="18650">
                  <c:v>9.0243243469664733</c:v>
                </c:pt>
                <c:pt idx="18651">
                  <c:v>9.0273781897692817</c:v>
                </c:pt>
                <c:pt idx="18652">
                  <c:v>9.0267584571821118</c:v>
                </c:pt>
                <c:pt idx="18653">
                  <c:v>9.0224967746259406</c:v>
                </c:pt>
                <c:pt idx="18654">
                  <c:v>9.0224099617981661</c:v>
                </c:pt>
                <c:pt idx="18655">
                  <c:v>9.0250751889147658</c:v>
                </c:pt>
                <c:pt idx="18656">
                  <c:v>9.0246255215052855</c:v>
                </c:pt>
                <c:pt idx="18657">
                  <c:v>9.0211840054957015</c:v>
                </c:pt>
                <c:pt idx="18658">
                  <c:v>9.0193648107501296</c:v>
                </c:pt>
                <c:pt idx="18659">
                  <c:v>9.0193320334098495</c:v>
                </c:pt>
                <c:pt idx="18660">
                  <c:v>9.0189365062077975</c:v>
                </c:pt>
                <c:pt idx="18661">
                  <c:v>9.0176587135365178</c:v>
                </c:pt>
                <c:pt idx="18662">
                  <c:v>9.016250753983547</c:v>
                </c:pt>
                <c:pt idx="18663">
                  <c:v>9.0167349789722362</c:v>
                </c:pt>
                <c:pt idx="18664">
                  <c:v>9.0203361928857468</c:v>
                </c:pt>
                <c:pt idx="18665">
                  <c:v>9.0245514845098267</c:v>
                </c:pt>
                <c:pt idx="18666">
                  <c:v>9.0260520164871068</c:v>
                </c:pt>
                <c:pt idx="18667">
                  <c:v>9.0260749501533102</c:v>
                </c:pt>
                <c:pt idx="18668">
                  <c:v>9.0251300621617538</c:v>
                </c:pt>
                <c:pt idx="18669">
                  <c:v>9.0256302045808692</c:v>
                </c:pt>
                <c:pt idx="18670">
                  <c:v>9.0266002253573046</c:v>
                </c:pt>
                <c:pt idx="18671">
                  <c:v>9.028255219241661</c:v>
                </c:pt>
                <c:pt idx="18672">
                  <c:v>9.0295339543923738</c:v>
                </c:pt>
                <c:pt idx="18673">
                  <c:v>9.0264047132349248</c:v>
                </c:pt>
                <c:pt idx="18674">
                  <c:v>9.0223399041603134</c:v>
                </c:pt>
                <c:pt idx="18675">
                  <c:v>9.020844189300135</c:v>
                </c:pt>
                <c:pt idx="18676">
                  <c:v>9.0207377938441429</c:v>
                </c:pt>
                <c:pt idx="18677">
                  <c:v>9.0237387530787654</c:v>
                </c:pt>
                <c:pt idx="18678">
                  <c:v>9.0268712405542608</c:v>
                </c:pt>
                <c:pt idx="18679">
                  <c:v>9.0236351850610728</c:v>
                </c:pt>
                <c:pt idx="18680">
                  <c:v>9.0194094214432923</c:v>
                </c:pt>
                <c:pt idx="18681">
                  <c:v>9.0193452281219102</c:v>
                </c:pt>
                <c:pt idx="18682">
                  <c:v>9.018620775597741</c:v>
                </c:pt>
                <c:pt idx="18683">
                  <c:v>9.019118718898179</c:v>
                </c:pt>
                <c:pt idx="18684">
                  <c:v>9.0222353936631876</c:v>
                </c:pt>
                <c:pt idx="18685">
                  <c:v>9.0243875978084205</c:v>
                </c:pt>
                <c:pt idx="18686">
                  <c:v>9.0253201288474099</c:v>
                </c:pt>
                <c:pt idx="18687">
                  <c:v>9.0245544166680638</c:v>
                </c:pt>
                <c:pt idx="18688">
                  <c:v>9.0211025333847168</c:v>
                </c:pt>
                <c:pt idx="18689">
                  <c:v>9.0211880895732453</c:v>
                </c:pt>
                <c:pt idx="18690">
                  <c:v>9.0230577593284522</c:v>
                </c:pt>
                <c:pt idx="18691">
                  <c:v>9.0242665415612482</c:v>
                </c:pt>
                <c:pt idx="18692">
                  <c:v>9.0221081589397318</c:v>
                </c:pt>
                <c:pt idx="18693">
                  <c:v>9.0192107677228019</c:v>
                </c:pt>
                <c:pt idx="18694">
                  <c:v>9.0190334768694598</c:v>
                </c:pt>
                <c:pt idx="18695">
                  <c:v>9.0194822017995069</c:v>
                </c:pt>
                <c:pt idx="18696">
                  <c:v>9.0185586766751005</c:v>
                </c:pt>
                <c:pt idx="18697">
                  <c:v>9.0155175049846683</c:v>
                </c:pt>
                <c:pt idx="18698">
                  <c:v>9.0145417246116981</c:v>
                </c:pt>
                <c:pt idx="18699">
                  <c:v>9.0183276644940769</c:v>
                </c:pt>
                <c:pt idx="18700">
                  <c:v>9.0218569358108667</c:v>
                </c:pt>
                <c:pt idx="18701">
                  <c:v>9.0202692768460029</c:v>
                </c:pt>
                <c:pt idx="18702">
                  <c:v>9.0184994051907577</c:v>
                </c:pt>
                <c:pt idx="18703">
                  <c:v>9.0166771735670128</c:v>
                </c:pt>
                <c:pt idx="18704">
                  <c:v>9.0195789630212957</c:v>
                </c:pt>
                <c:pt idx="18705">
                  <c:v>9.0207819856575568</c:v>
                </c:pt>
                <c:pt idx="18706">
                  <c:v>9.020073136404001</c:v>
                </c:pt>
                <c:pt idx="18707">
                  <c:v>9.0199931303721321</c:v>
                </c:pt>
                <c:pt idx="18708">
                  <c:v>9.0178106621651057</c:v>
                </c:pt>
                <c:pt idx="18709">
                  <c:v>9.0189914841747232</c:v>
                </c:pt>
                <c:pt idx="18710">
                  <c:v>9.0243759738954132</c:v>
                </c:pt>
                <c:pt idx="18711">
                  <c:v>9.028328209037749</c:v>
                </c:pt>
                <c:pt idx="18712">
                  <c:v>9.0303721327681252</c:v>
                </c:pt>
                <c:pt idx="18713">
                  <c:v>9.032587587755307</c:v>
                </c:pt>
                <c:pt idx="18714">
                  <c:v>9.0313109470033339</c:v>
                </c:pt>
                <c:pt idx="18715">
                  <c:v>9.028423608900356</c:v>
                </c:pt>
                <c:pt idx="18716">
                  <c:v>9.0248876355075982</c:v>
                </c:pt>
                <c:pt idx="18717">
                  <c:v>9.023287095990483</c:v>
                </c:pt>
                <c:pt idx="18718">
                  <c:v>9.0216945151885799</c:v>
                </c:pt>
                <c:pt idx="18719">
                  <c:v>9.0229863403314177</c:v>
                </c:pt>
                <c:pt idx="18720">
                  <c:v>9.0254275715027728</c:v>
                </c:pt>
                <c:pt idx="18721">
                  <c:v>9.0239396059179331</c:v>
                </c:pt>
                <c:pt idx="18722">
                  <c:v>9.02172593116968</c:v>
                </c:pt>
                <c:pt idx="18723">
                  <c:v>9.0196338362682837</c:v>
                </c:pt>
                <c:pt idx="18724">
                  <c:v>9.0179675326307329</c:v>
                </c:pt>
                <c:pt idx="18725">
                  <c:v>9.0200173206775798</c:v>
                </c:pt>
                <c:pt idx="18726">
                  <c:v>9.0222193715128256</c:v>
                </c:pt>
                <c:pt idx="18727">
                  <c:v>9.0241913526464828</c:v>
                </c:pt>
                <c:pt idx="18728">
                  <c:v>9.0251034632977571</c:v>
                </c:pt>
                <c:pt idx="18729">
                  <c:v>9.0246158872710822</c:v>
                </c:pt>
                <c:pt idx="18730">
                  <c:v>9.0243072776167423</c:v>
                </c:pt>
                <c:pt idx="18731">
                  <c:v>9.0264841956671074</c:v>
                </c:pt>
                <c:pt idx="18732">
                  <c:v>9.028694309937503</c:v>
                </c:pt>
                <c:pt idx="18733">
                  <c:v>9.0261801936899957</c:v>
                </c:pt>
                <c:pt idx="18734">
                  <c:v>9.0218917028299508</c:v>
                </c:pt>
                <c:pt idx="18735">
                  <c:v>9.0203324229680142</c:v>
                </c:pt>
                <c:pt idx="18736">
                  <c:v>9.0233637509843678</c:v>
                </c:pt>
                <c:pt idx="18737">
                  <c:v>9.0250487994906425</c:v>
                </c:pt>
                <c:pt idx="18738">
                  <c:v>9.0205117035001585</c:v>
                </c:pt>
                <c:pt idx="18739">
                  <c:v>9.0208356022653025</c:v>
                </c:pt>
                <c:pt idx="18740">
                  <c:v>9.0236963415042801</c:v>
                </c:pt>
                <c:pt idx="18741">
                  <c:v>9.0230195365514465</c:v>
                </c:pt>
                <c:pt idx="18742">
                  <c:v>9.0243386935978425</c:v>
                </c:pt>
                <c:pt idx="18743">
                  <c:v>9.0228303076252878</c:v>
                </c:pt>
                <c:pt idx="18744">
                  <c:v>9.0224083909991126</c:v>
                </c:pt>
                <c:pt idx="18745">
                  <c:v>9.0243634075029746</c:v>
                </c:pt>
                <c:pt idx="18746">
                  <c:v>9.0227829742137633</c:v>
                </c:pt>
                <c:pt idx="18747">
                  <c:v>9.0235331878424336</c:v>
                </c:pt>
                <c:pt idx="18748">
                  <c:v>9.0265865070455575</c:v>
                </c:pt>
                <c:pt idx="18749">
                  <c:v>9.0292523624817793</c:v>
                </c:pt>
                <c:pt idx="18750">
                  <c:v>9.0279703810130183</c:v>
                </c:pt>
                <c:pt idx="18751">
                  <c:v>9.0250419926947369</c:v>
                </c:pt>
                <c:pt idx="18752">
                  <c:v>9.0231951518857958</c:v>
                </c:pt>
                <c:pt idx="18753">
                  <c:v>9.0243591139855575</c:v>
                </c:pt>
                <c:pt idx="18754">
                  <c:v>9.0267848466062368</c:v>
                </c:pt>
                <c:pt idx="18755">
                  <c:v>9.0260162022686519</c:v>
                </c:pt>
                <c:pt idx="18756">
                  <c:v>9.0231923244474981</c:v>
                </c:pt>
                <c:pt idx="18757">
                  <c:v>9.0240781503945851</c:v>
                </c:pt>
                <c:pt idx="18758">
                  <c:v>9.0244909563862414</c:v>
                </c:pt>
                <c:pt idx="18759">
                  <c:v>9.0212832799959788</c:v>
                </c:pt>
                <c:pt idx="18760">
                  <c:v>9.0188598512139126</c:v>
                </c:pt>
                <c:pt idx="18761">
                  <c:v>9.0176200718797652</c:v>
                </c:pt>
                <c:pt idx="18762">
                  <c:v>9.016919390781295</c:v>
                </c:pt>
                <c:pt idx="18763">
                  <c:v>9.0180365430692149</c:v>
                </c:pt>
                <c:pt idx="18764">
                  <c:v>9.0205521253958416</c:v>
                </c:pt>
                <c:pt idx="18765">
                  <c:v>9.0206917170718626</c:v>
                </c:pt>
                <c:pt idx="18766">
                  <c:v>9.0206616624499443</c:v>
                </c:pt>
                <c:pt idx="18767">
                  <c:v>9.0208385344235378</c:v>
                </c:pt>
                <c:pt idx="18768">
                  <c:v>9.022788105490676</c:v>
                </c:pt>
                <c:pt idx="18769">
                  <c:v>9.0245687632994311</c:v>
                </c:pt>
                <c:pt idx="18770">
                  <c:v>9.0264008385972563</c:v>
                </c:pt>
                <c:pt idx="18771">
                  <c:v>9.0280844210244116</c:v>
                </c:pt>
                <c:pt idx="18772">
                  <c:v>9.0286185974230513</c:v>
                </c:pt>
                <c:pt idx="18773">
                  <c:v>9.0296341713720825</c:v>
                </c:pt>
                <c:pt idx="18774">
                  <c:v>9.0308925908550179</c:v>
                </c:pt>
                <c:pt idx="18775">
                  <c:v>9.0302040572692395</c:v>
                </c:pt>
                <c:pt idx="18776">
                  <c:v>9.0290543370809111</c:v>
                </c:pt>
                <c:pt idx="18777">
                  <c:v>9.0274231146222537</c:v>
                </c:pt>
                <c:pt idx="18778">
                  <c:v>9.0267892448435898</c:v>
                </c:pt>
                <c:pt idx="18779">
                  <c:v>9.0286334676541067</c:v>
                </c:pt>
                <c:pt idx="18780">
                  <c:v>9.0291996883534669</c:v>
                </c:pt>
                <c:pt idx="18781">
                  <c:v>9.0297566936983724</c:v>
                </c:pt>
                <c:pt idx="18782">
                  <c:v>9.0328439421610849</c:v>
                </c:pt>
                <c:pt idx="18783">
                  <c:v>9.0305786404838901</c:v>
                </c:pt>
                <c:pt idx="18784">
                  <c:v>9.0267161503275641</c:v>
                </c:pt>
                <c:pt idx="18785">
                  <c:v>9.0272121039491982</c:v>
                </c:pt>
                <c:pt idx="18786">
                  <c:v>9.0241953320040889</c:v>
                </c:pt>
                <c:pt idx="18787">
                  <c:v>9.0215616255885269</c:v>
                </c:pt>
                <c:pt idx="18788">
                  <c:v>9.0216397466615277</c:v>
                </c:pt>
                <c:pt idx="18789">
                  <c:v>9.0253260978838199</c:v>
                </c:pt>
                <c:pt idx="18790">
                  <c:v>9.0282604552385095</c:v>
                </c:pt>
                <c:pt idx="18791">
                  <c:v>9.0297469547442315</c:v>
                </c:pt>
                <c:pt idx="18792">
                  <c:v>9.0313724176063541</c:v>
                </c:pt>
                <c:pt idx="18793">
                  <c:v>9.0306819990617093</c:v>
                </c:pt>
                <c:pt idx="18794">
                  <c:v>9.0292252400180963</c:v>
                </c:pt>
                <c:pt idx="18795">
                  <c:v>9.0269250666018799</c:v>
                </c:pt>
                <c:pt idx="18796">
                  <c:v>9.0262692056364457</c:v>
                </c:pt>
                <c:pt idx="18797">
                  <c:v>9.0267306016788709</c:v>
                </c:pt>
                <c:pt idx="18798">
                  <c:v>9.029390383358745</c:v>
                </c:pt>
                <c:pt idx="18799">
                  <c:v>9.0310201397382848</c:v>
                </c:pt>
                <c:pt idx="18800">
                  <c:v>9.0287486595848065</c:v>
                </c:pt>
                <c:pt idx="18801">
                  <c:v>9.0275509776653315</c:v>
                </c:pt>
                <c:pt idx="18802">
                  <c:v>9.0280061952314732</c:v>
                </c:pt>
                <c:pt idx="18803">
                  <c:v>9.0280495492853916</c:v>
                </c:pt>
                <c:pt idx="18804">
                  <c:v>9.0291469095052186</c:v>
                </c:pt>
                <c:pt idx="18805">
                  <c:v>9.0293557210595985</c:v>
                </c:pt>
                <c:pt idx="18806">
                  <c:v>9.0304916182162422</c:v>
                </c:pt>
                <c:pt idx="18807">
                  <c:v>9.0329623804098311</c:v>
                </c:pt>
                <c:pt idx="18808">
                  <c:v>9.0341072834810578</c:v>
                </c:pt>
                <c:pt idx="18809">
                  <c:v>9.0347819940351517</c:v>
                </c:pt>
                <c:pt idx="18810">
                  <c:v>9.0339859130740745</c:v>
                </c:pt>
                <c:pt idx="18811">
                  <c:v>9.0332952850895563</c:v>
                </c:pt>
                <c:pt idx="18812">
                  <c:v>9.0305550784980646</c:v>
                </c:pt>
                <c:pt idx="18813">
                  <c:v>9.029128688236181</c:v>
                </c:pt>
                <c:pt idx="18814">
                  <c:v>9.030034201531425</c:v>
                </c:pt>
                <c:pt idx="18815">
                  <c:v>9.0298412026875319</c:v>
                </c:pt>
                <c:pt idx="18816">
                  <c:v>9.0288972571754105</c:v>
                </c:pt>
                <c:pt idx="18817">
                  <c:v>9.0284876975018005</c:v>
                </c:pt>
                <c:pt idx="18818">
                  <c:v>9.0288732763098363</c:v>
                </c:pt>
                <c:pt idx="18819">
                  <c:v>9.0299472839837147</c:v>
                </c:pt>
                <c:pt idx="18820">
                  <c:v>9.0295820208434563</c:v>
                </c:pt>
                <c:pt idx="18821">
                  <c:v>9.0287464604661292</c:v>
                </c:pt>
                <c:pt idx="18822">
                  <c:v>9.0266533183653639</c:v>
                </c:pt>
                <c:pt idx="18823">
                  <c:v>9.0255737605348259</c:v>
                </c:pt>
                <c:pt idx="18824">
                  <c:v>9.0267634837390887</c:v>
                </c:pt>
                <c:pt idx="18825">
                  <c:v>9.0254001348792787</c:v>
                </c:pt>
                <c:pt idx="18826">
                  <c:v>9.0223156091349299</c:v>
                </c:pt>
                <c:pt idx="18827">
                  <c:v>9.02044290250155</c:v>
                </c:pt>
                <c:pt idx="18828">
                  <c:v>9.0208897424727308</c:v>
                </c:pt>
                <c:pt idx="18829">
                  <c:v>9.0236777013554956</c:v>
                </c:pt>
                <c:pt idx="18830">
                  <c:v>9.0262400934939606</c:v>
                </c:pt>
                <c:pt idx="18831">
                  <c:v>9.0266524806058683</c:v>
                </c:pt>
                <c:pt idx="18832">
                  <c:v>9.0247546411876076</c:v>
                </c:pt>
                <c:pt idx="18833">
                  <c:v>9.0240958480639382</c:v>
                </c:pt>
                <c:pt idx="18834">
                  <c:v>9.0232219601896695</c:v>
                </c:pt>
                <c:pt idx="18835">
                  <c:v>9.0235172704120092</c:v>
                </c:pt>
                <c:pt idx="18836">
                  <c:v>9.0236342425816396</c:v>
                </c:pt>
                <c:pt idx="18837">
                  <c:v>9.0228624566459459</c:v>
                </c:pt>
                <c:pt idx="18838">
                  <c:v>9.023884418511134</c:v>
                </c:pt>
                <c:pt idx="18839">
                  <c:v>9.0269707244944115</c:v>
                </c:pt>
                <c:pt idx="18840">
                  <c:v>9.028489477740731</c:v>
                </c:pt>
                <c:pt idx="18841">
                  <c:v>9.0308879831777897</c:v>
                </c:pt>
                <c:pt idx="18842">
                  <c:v>9.0355472873347527</c:v>
                </c:pt>
                <c:pt idx="18843">
                  <c:v>9.0357542139302645</c:v>
                </c:pt>
                <c:pt idx="18844">
                  <c:v>9.0310712430675402</c:v>
                </c:pt>
                <c:pt idx="18845">
                  <c:v>9.0268893571033626</c:v>
                </c:pt>
                <c:pt idx="18846">
                  <c:v>9.0246070907963745</c:v>
                </c:pt>
                <c:pt idx="18847">
                  <c:v>9.0267285072801293</c:v>
                </c:pt>
                <c:pt idx="18848">
                  <c:v>9.0262074208736163</c:v>
                </c:pt>
                <c:pt idx="18849">
                  <c:v>9.0253100757334579</c:v>
                </c:pt>
                <c:pt idx="18850">
                  <c:v>9.025710943652296</c:v>
                </c:pt>
                <c:pt idx="18851">
                  <c:v>9.022842664577853</c:v>
                </c:pt>
                <c:pt idx="18852">
                  <c:v>9.0220273151483674</c:v>
                </c:pt>
                <c:pt idx="18853">
                  <c:v>9.0223683879831782</c:v>
                </c:pt>
                <c:pt idx="18854">
                  <c:v>9.0232867818306719</c:v>
                </c:pt>
                <c:pt idx="18855">
                  <c:v>9.0237182279711146</c:v>
                </c:pt>
                <c:pt idx="18856">
                  <c:v>9.0244456126535191</c:v>
                </c:pt>
                <c:pt idx="18857">
                  <c:v>9.0231305396846668</c:v>
                </c:pt>
                <c:pt idx="18858">
                  <c:v>9.022779099576093</c:v>
                </c:pt>
                <c:pt idx="18859">
                  <c:v>9.022187431932041</c:v>
                </c:pt>
                <c:pt idx="18860">
                  <c:v>9.020521547174237</c:v>
                </c:pt>
                <c:pt idx="18861">
                  <c:v>9.0205577802724388</c:v>
                </c:pt>
                <c:pt idx="18862">
                  <c:v>9.0201339786873991</c:v>
                </c:pt>
                <c:pt idx="18863">
                  <c:v>9.0197199160564985</c:v>
                </c:pt>
                <c:pt idx="18864">
                  <c:v>9.0208107836402327</c:v>
                </c:pt>
                <c:pt idx="18865">
                  <c:v>9.0251088040145433</c:v>
                </c:pt>
                <c:pt idx="18866">
                  <c:v>9.0256772238325826</c:v>
                </c:pt>
                <c:pt idx="18867">
                  <c:v>9.0238142561533436</c:v>
                </c:pt>
                <c:pt idx="18868">
                  <c:v>9.0249709925774511</c:v>
                </c:pt>
                <c:pt idx="18869">
                  <c:v>9.0252525844880456</c:v>
                </c:pt>
                <c:pt idx="18870">
                  <c:v>9.0222295293467152</c:v>
                </c:pt>
                <c:pt idx="18871">
                  <c:v>9.0211204404939433</c:v>
                </c:pt>
                <c:pt idx="18872">
                  <c:v>9.0215284293684963</c:v>
                </c:pt>
                <c:pt idx="18873">
                  <c:v>9.019257891694453</c:v>
                </c:pt>
                <c:pt idx="18874">
                  <c:v>9.0176839510413345</c:v>
                </c:pt>
                <c:pt idx="18875">
                  <c:v>9.0204343154667157</c:v>
                </c:pt>
                <c:pt idx="18876">
                  <c:v>9.0217534725131117</c:v>
                </c:pt>
                <c:pt idx="18877">
                  <c:v>9.0188329381901049</c:v>
                </c:pt>
                <c:pt idx="18878">
                  <c:v>9.0191499254394056</c:v>
                </c:pt>
                <c:pt idx="18879">
                  <c:v>9.0215416240805588</c:v>
                </c:pt>
                <c:pt idx="18880">
                  <c:v>9.024335866159543</c:v>
                </c:pt>
                <c:pt idx="18881">
                  <c:v>9.0263669093376677</c:v>
                </c:pt>
                <c:pt idx="18882">
                  <c:v>9.0276429217700187</c:v>
                </c:pt>
                <c:pt idx="18883">
                  <c:v>9.0261472069098403</c:v>
                </c:pt>
                <c:pt idx="18884">
                  <c:v>9.0216712673625654</c:v>
                </c:pt>
                <c:pt idx="18885">
                  <c:v>9.018928966372334</c:v>
                </c:pt>
                <c:pt idx="18886">
                  <c:v>9.0181123603036042</c:v>
                </c:pt>
                <c:pt idx="18887">
                  <c:v>9.0206727627632652</c:v>
                </c:pt>
                <c:pt idx="18888">
                  <c:v>9.0223621047869571</c:v>
                </c:pt>
                <c:pt idx="18889">
                  <c:v>9.0241749116163739</c:v>
                </c:pt>
                <c:pt idx="18890">
                  <c:v>9.0262126568704648</c:v>
                </c:pt>
                <c:pt idx="18891">
                  <c:v>9.0257076973342496</c:v>
                </c:pt>
                <c:pt idx="18892">
                  <c:v>9.0265202193254357</c:v>
                </c:pt>
                <c:pt idx="18893">
                  <c:v>9.0289521304223985</c:v>
                </c:pt>
                <c:pt idx="18894">
                  <c:v>9.0301234229177485</c:v>
                </c:pt>
                <c:pt idx="18895">
                  <c:v>9.0307227351172017</c:v>
                </c:pt>
                <c:pt idx="18896">
                  <c:v>9.028774944288994</c:v>
                </c:pt>
                <c:pt idx="18897">
                  <c:v>9.0293817963239107</c:v>
                </c:pt>
                <c:pt idx="18898">
                  <c:v>9.0296022317912978</c:v>
                </c:pt>
                <c:pt idx="18899">
                  <c:v>9.0273298091583865</c:v>
                </c:pt>
                <c:pt idx="18900">
                  <c:v>9.0260988262989468</c:v>
                </c:pt>
                <c:pt idx="18901">
                  <c:v>9.0240344821808556</c:v>
                </c:pt>
                <c:pt idx="18902">
                  <c:v>9.0234696228406754</c:v>
                </c:pt>
                <c:pt idx="18903">
                  <c:v>9.0256176381884288</c:v>
                </c:pt>
                <c:pt idx="18904">
                  <c:v>9.0280529003233756</c:v>
                </c:pt>
                <c:pt idx="18905">
                  <c:v>9.0279472379069414</c:v>
                </c:pt>
                <c:pt idx="18906">
                  <c:v>9.0278129869477066</c:v>
                </c:pt>
                <c:pt idx="18907">
                  <c:v>9.0281884079218546</c:v>
                </c:pt>
                <c:pt idx="18908">
                  <c:v>9.0284995308546829</c:v>
                </c:pt>
                <c:pt idx="18909">
                  <c:v>9.026820241944943</c:v>
                </c:pt>
                <c:pt idx="18910">
                  <c:v>9.025367881138683</c:v>
                </c:pt>
                <c:pt idx="18911">
                  <c:v>9.0259775606118993</c:v>
                </c:pt>
                <c:pt idx="18912">
                  <c:v>9.0264550835246222</c:v>
                </c:pt>
                <c:pt idx="18913">
                  <c:v>9.025063041402074</c:v>
                </c:pt>
                <c:pt idx="18914">
                  <c:v>9.0222324615049505</c:v>
                </c:pt>
                <c:pt idx="18915">
                  <c:v>9.0204463582594716</c:v>
                </c:pt>
                <c:pt idx="18916">
                  <c:v>9.019784318817754</c:v>
                </c:pt>
                <c:pt idx="18917">
                  <c:v>9.0192389373858557</c:v>
                </c:pt>
                <c:pt idx="18918">
                  <c:v>9.020021928354808</c:v>
                </c:pt>
                <c:pt idx="18919">
                  <c:v>9.0222759202788065</c:v>
                </c:pt>
                <c:pt idx="18920">
                  <c:v>9.0256604686426627</c:v>
                </c:pt>
                <c:pt idx="18921">
                  <c:v>9.0249233450061155</c:v>
                </c:pt>
                <c:pt idx="18922">
                  <c:v>9.0222788524370419</c:v>
                </c:pt>
                <c:pt idx="18923">
                  <c:v>9.0252619045624378</c:v>
                </c:pt>
                <c:pt idx="18924">
                  <c:v>9.0297817217633156</c:v>
                </c:pt>
                <c:pt idx="18925">
                  <c:v>9.0317742280046236</c:v>
                </c:pt>
                <c:pt idx="18926">
                  <c:v>9.0275005026556983</c:v>
                </c:pt>
                <c:pt idx="18927">
                  <c:v>9.0215933557294363</c:v>
                </c:pt>
                <c:pt idx="18928">
                  <c:v>9.0185021279091195</c:v>
                </c:pt>
                <c:pt idx="18929">
                  <c:v>9.0174340892716511</c:v>
                </c:pt>
                <c:pt idx="18930">
                  <c:v>9.0186785810029662</c:v>
                </c:pt>
                <c:pt idx="18931">
                  <c:v>9.0196986579092879</c:v>
                </c:pt>
                <c:pt idx="18932">
                  <c:v>9.0234951745053031</c:v>
                </c:pt>
                <c:pt idx="18933">
                  <c:v>9.0273157766868284</c:v>
                </c:pt>
                <c:pt idx="18934">
                  <c:v>9.0257131427709734</c:v>
                </c:pt>
                <c:pt idx="18935">
                  <c:v>9.0223106872978907</c:v>
                </c:pt>
                <c:pt idx="18936">
                  <c:v>9.0212779392791909</c:v>
                </c:pt>
                <c:pt idx="18937">
                  <c:v>9.020744077040364</c:v>
                </c:pt>
                <c:pt idx="18938">
                  <c:v>9.0216362909036079</c:v>
                </c:pt>
                <c:pt idx="18939">
                  <c:v>9.0248459569726727</c:v>
                </c:pt>
                <c:pt idx="18940">
                  <c:v>9.0249269054839729</c:v>
                </c:pt>
                <c:pt idx="18941">
                  <c:v>9.0246820702712665</c:v>
                </c:pt>
                <c:pt idx="18942">
                  <c:v>9.0260882495853085</c:v>
                </c:pt>
                <c:pt idx="18943">
                  <c:v>9.0253965744014213</c:v>
                </c:pt>
                <c:pt idx="18944">
                  <c:v>9.0234719266792887</c:v>
                </c:pt>
                <c:pt idx="18945">
                  <c:v>9.0237838873716125</c:v>
                </c:pt>
                <c:pt idx="18946">
                  <c:v>9.0231172402526685</c:v>
                </c:pt>
                <c:pt idx="18947">
                  <c:v>9.0198226463146955</c:v>
                </c:pt>
                <c:pt idx="18948">
                  <c:v>9.0209064976626507</c:v>
                </c:pt>
                <c:pt idx="18949">
                  <c:v>9.0231282358460536</c:v>
                </c:pt>
                <c:pt idx="18950">
                  <c:v>9.0266598110014584</c:v>
                </c:pt>
                <c:pt idx="18951">
                  <c:v>9.0278977053767413</c:v>
                </c:pt>
                <c:pt idx="18952">
                  <c:v>9.0271608959000051</c:v>
                </c:pt>
                <c:pt idx="18953">
                  <c:v>9.0268955355796461</c:v>
                </c:pt>
                <c:pt idx="18954">
                  <c:v>9.0263068000938294</c:v>
                </c:pt>
                <c:pt idx="18955">
                  <c:v>9.0276985280565647</c:v>
                </c:pt>
                <c:pt idx="18956">
                  <c:v>9.0303315014325687</c:v>
                </c:pt>
                <c:pt idx="18957">
                  <c:v>9.028378055727762</c:v>
                </c:pt>
                <c:pt idx="18958">
                  <c:v>9.0284532446425274</c:v>
                </c:pt>
                <c:pt idx="18959">
                  <c:v>9.0272423680109917</c:v>
                </c:pt>
                <c:pt idx="18960">
                  <c:v>9.0273372442739142</c:v>
                </c:pt>
                <c:pt idx="18961">
                  <c:v>9.0279223145619358</c:v>
                </c:pt>
                <c:pt idx="18962">
                  <c:v>9.0246115937536651</c:v>
                </c:pt>
                <c:pt idx="18963">
                  <c:v>9.0202543018950117</c:v>
                </c:pt>
                <c:pt idx="18964">
                  <c:v>9.0192399845852247</c:v>
                </c:pt>
                <c:pt idx="18965">
                  <c:v>9.0194155999195758</c:v>
                </c:pt>
                <c:pt idx="18966">
                  <c:v>9.0200133413199737</c:v>
                </c:pt>
                <c:pt idx="18967">
                  <c:v>9.0223792788566257</c:v>
                </c:pt>
                <c:pt idx="18968">
                  <c:v>9.0263058576143962</c:v>
                </c:pt>
                <c:pt idx="18969">
                  <c:v>9.0249011443794718</c:v>
                </c:pt>
                <c:pt idx="18970">
                  <c:v>9.025728327161838</c:v>
                </c:pt>
                <c:pt idx="18971">
                  <c:v>9.0279703810130183</c:v>
                </c:pt>
                <c:pt idx="18972">
                  <c:v>9.0275442755893636</c:v>
                </c:pt>
                <c:pt idx="18973">
                  <c:v>9.0273282383593312</c:v>
                </c:pt>
                <c:pt idx="18974">
                  <c:v>9.0274764170701882</c:v>
                </c:pt>
                <c:pt idx="18975">
                  <c:v>9.0265739406531171</c:v>
                </c:pt>
                <c:pt idx="18976">
                  <c:v>9.0251870298074834</c:v>
                </c:pt>
                <c:pt idx="18977">
                  <c:v>9.0278198984635498</c:v>
                </c:pt>
                <c:pt idx="18978">
                  <c:v>9.0257890647252985</c:v>
                </c:pt>
                <c:pt idx="18979">
                  <c:v>9.0217143072566728</c:v>
                </c:pt>
                <c:pt idx="18980">
                  <c:v>9.019930193689996</c:v>
                </c:pt>
                <c:pt idx="18981">
                  <c:v>9.0177039525493026</c:v>
                </c:pt>
                <c:pt idx="18982">
                  <c:v>9.0180487953018442</c:v>
                </c:pt>
                <c:pt idx="18983">
                  <c:v>9.022348072315399</c:v>
                </c:pt>
                <c:pt idx="18984">
                  <c:v>9.0245738945763456</c:v>
                </c:pt>
                <c:pt idx="18985">
                  <c:v>9.0257883316857388</c:v>
                </c:pt>
                <c:pt idx="18986">
                  <c:v>9.0266169805472245</c:v>
                </c:pt>
                <c:pt idx="18987">
                  <c:v>9.0272526305648171</c:v>
                </c:pt>
                <c:pt idx="18988">
                  <c:v>9.026407331233349</c:v>
                </c:pt>
                <c:pt idx="18989">
                  <c:v>9.0266454643700893</c:v>
                </c:pt>
                <c:pt idx="18990">
                  <c:v>9.030918037799708</c:v>
                </c:pt>
                <c:pt idx="18991">
                  <c:v>9.0306299532530208</c:v>
                </c:pt>
                <c:pt idx="18992">
                  <c:v>9.0257548213058989</c:v>
                </c:pt>
                <c:pt idx="18993">
                  <c:v>9.0220661662449952</c:v>
                </c:pt>
                <c:pt idx="18994">
                  <c:v>9.0209165507766027</c:v>
                </c:pt>
                <c:pt idx="18995">
                  <c:v>9.020300378667292</c:v>
                </c:pt>
                <c:pt idx="18996">
                  <c:v>9.0223788599768771</c:v>
                </c:pt>
                <c:pt idx="18997">
                  <c:v>9.0265831560075735</c:v>
                </c:pt>
                <c:pt idx="18998">
                  <c:v>9.0279274458388485</c:v>
                </c:pt>
                <c:pt idx="18999">
                  <c:v>9.0292013638724598</c:v>
                </c:pt>
                <c:pt idx="19000">
                  <c:v>9.0296321816932803</c:v>
                </c:pt>
                <c:pt idx="19001">
                  <c:v>9.0286650930750803</c:v>
                </c:pt>
                <c:pt idx="19002">
                  <c:v>9.0285335648342073</c:v>
                </c:pt>
                <c:pt idx="19003">
                  <c:v>9.0269330253170921</c:v>
                </c:pt>
                <c:pt idx="19004">
                  <c:v>9.0242258055057558</c:v>
                </c:pt>
                <c:pt idx="19005">
                  <c:v>9.0207525593552607</c:v>
                </c:pt>
                <c:pt idx="19006">
                  <c:v>9.0184759479248697</c:v>
                </c:pt>
                <c:pt idx="19007">
                  <c:v>9.020182254578355</c:v>
                </c:pt>
                <c:pt idx="19008">
                  <c:v>9.0226312350250488</c:v>
                </c:pt>
                <c:pt idx="19009">
                  <c:v>9.0228489477740723</c:v>
                </c:pt>
                <c:pt idx="19010">
                  <c:v>9.019567129668415</c:v>
                </c:pt>
                <c:pt idx="19011">
                  <c:v>9.0182009533703056</c:v>
                </c:pt>
                <c:pt idx="19012">
                  <c:v>9.0183977221319296</c:v>
                </c:pt>
                <c:pt idx="19013">
                  <c:v>9.02120924300052</c:v>
                </c:pt>
                <c:pt idx="19014">
                  <c:v>9.0229024596618803</c:v>
                </c:pt>
                <c:pt idx="19015">
                  <c:v>9.0248792579126391</c:v>
                </c:pt>
                <c:pt idx="19016">
                  <c:v>9.0266828493875977</c:v>
                </c:pt>
                <c:pt idx="19017">
                  <c:v>9.0277524588241214</c:v>
                </c:pt>
                <c:pt idx="19018">
                  <c:v>9.0288766273478203</c:v>
                </c:pt>
                <c:pt idx="19019">
                  <c:v>9.0288016478729283</c:v>
                </c:pt>
                <c:pt idx="19020">
                  <c:v>9.0282278873381028</c:v>
                </c:pt>
                <c:pt idx="19021">
                  <c:v>9.0272130464286313</c:v>
                </c:pt>
                <c:pt idx="19022">
                  <c:v>9.0247173608900351</c:v>
                </c:pt>
                <c:pt idx="19023">
                  <c:v>9.0237247206072073</c:v>
                </c:pt>
                <c:pt idx="19024">
                  <c:v>9.0221544451518856</c:v>
                </c:pt>
                <c:pt idx="19025">
                  <c:v>9.0221025040631329</c:v>
                </c:pt>
                <c:pt idx="19026">
                  <c:v>9.0255911440443679</c:v>
                </c:pt>
                <c:pt idx="19027">
                  <c:v>9.0263055434545851</c:v>
                </c:pt>
                <c:pt idx="19028">
                  <c:v>9.0245436305145521</c:v>
                </c:pt>
                <c:pt idx="19029">
                  <c:v>9.022227539667913</c:v>
                </c:pt>
                <c:pt idx="19030">
                  <c:v>9.0213449600388724</c:v>
                </c:pt>
                <c:pt idx="19031">
                  <c:v>9.0231229998492033</c:v>
                </c:pt>
                <c:pt idx="19032">
                  <c:v>9.026559594021748</c:v>
                </c:pt>
                <c:pt idx="19033">
                  <c:v>9.0259586063033019</c:v>
                </c:pt>
                <c:pt idx="19034">
                  <c:v>9.0268756387916156</c:v>
                </c:pt>
                <c:pt idx="19035">
                  <c:v>9.0297238116381546</c:v>
                </c:pt>
                <c:pt idx="19036">
                  <c:v>9.0276048037129506</c:v>
                </c:pt>
                <c:pt idx="19037">
                  <c:v>9.0244470787326367</c:v>
                </c:pt>
                <c:pt idx="19038">
                  <c:v>9.0253020122983099</c:v>
                </c:pt>
                <c:pt idx="19039">
                  <c:v>9.024068830320191</c:v>
                </c:pt>
                <c:pt idx="19040">
                  <c:v>9.0231880309300809</c:v>
                </c:pt>
                <c:pt idx="19041">
                  <c:v>9.0244075993163886</c:v>
                </c:pt>
                <c:pt idx="19042">
                  <c:v>9.0258124172712506</c:v>
                </c:pt>
                <c:pt idx="19043">
                  <c:v>9.0254135390312147</c:v>
                </c:pt>
                <c:pt idx="19044">
                  <c:v>9.0239575130271596</c:v>
                </c:pt>
                <c:pt idx="19045">
                  <c:v>9.0215398438416301</c:v>
                </c:pt>
                <c:pt idx="19046">
                  <c:v>9.0200106186016118</c:v>
                </c:pt>
                <c:pt idx="19047">
                  <c:v>9.0214903113114282</c:v>
                </c:pt>
                <c:pt idx="19048">
                  <c:v>9.0200566953738921</c:v>
                </c:pt>
                <c:pt idx="19049">
                  <c:v>9.0195951946115311</c:v>
                </c:pt>
                <c:pt idx="19050">
                  <c:v>9.0215361786438351</c:v>
                </c:pt>
                <c:pt idx="19051">
                  <c:v>9.0219799817368429</c:v>
                </c:pt>
                <c:pt idx="19052">
                  <c:v>9.0223010530636873</c:v>
                </c:pt>
                <c:pt idx="19053">
                  <c:v>9.0218734815609132</c:v>
                </c:pt>
                <c:pt idx="19054">
                  <c:v>9.0224453571368723</c:v>
                </c:pt>
                <c:pt idx="19055">
                  <c:v>9.0223330973644078</c:v>
                </c:pt>
                <c:pt idx="19056">
                  <c:v>9.0227849638925655</c:v>
                </c:pt>
                <c:pt idx="19057">
                  <c:v>9.023620419549955</c:v>
                </c:pt>
                <c:pt idx="19058">
                  <c:v>9.0250667065998691</c:v>
                </c:pt>
                <c:pt idx="19059">
                  <c:v>9.0259772464520882</c:v>
                </c:pt>
                <c:pt idx="19060">
                  <c:v>9.0245574535462367</c:v>
                </c:pt>
                <c:pt idx="19061">
                  <c:v>9.0221265896486429</c:v>
                </c:pt>
                <c:pt idx="19062">
                  <c:v>9.0226113382370183</c:v>
                </c:pt>
                <c:pt idx="19063">
                  <c:v>9.023776347536149</c:v>
                </c:pt>
                <c:pt idx="19064">
                  <c:v>9.025232059380393</c:v>
                </c:pt>
                <c:pt idx="19065">
                  <c:v>9.0255307206407185</c:v>
                </c:pt>
                <c:pt idx="19066">
                  <c:v>9.0238980321029434</c:v>
                </c:pt>
                <c:pt idx="19067">
                  <c:v>9.0220388343414371</c:v>
                </c:pt>
                <c:pt idx="19068">
                  <c:v>9.0222491119749346</c:v>
                </c:pt>
                <c:pt idx="19069">
                  <c:v>9.0258039349563521</c:v>
                </c:pt>
                <c:pt idx="19070">
                  <c:v>9.0285366017123803</c:v>
                </c:pt>
                <c:pt idx="19071">
                  <c:v>9.0286130472663899</c:v>
                </c:pt>
                <c:pt idx="19072">
                  <c:v>9.0299709506894761</c:v>
                </c:pt>
                <c:pt idx="19073">
                  <c:v>9.0311175292796939</c:v>
                </c:pt>
                <c:pt idx="19074">
                  <c:v>9.0267419114320653</c:v>
                </c:pt>
                <c:pt idx="19075">
                  <c:v>9.023402183201247</c:v>
                </c:pt>
                <c:pt idx="19076">
                  <c:v>9.0236707898396524</c:v>
                </c:pt>
                <c:pt idx="19077">
                  <c:v>9.0226059975202322</c:v>
                </c:pt>
                <c:pt idx="19078">
                  <c:v>9.0215240311311433</c:v>
                </c:pt>
                <c:pt idx="19079">
                  <c:v>9.0210456704589248</c:v>
                </c:pt>
                <c:pt idx="19080">
                  <c:v>9.0194459687013051</c:v>
                </c:pt>
                <c:pt idx="19081">
                  <c:v>9.0177552653184332</c:v>
                </c:pt>
                <c:pt idx="19082">
                  <c:v>9.0179275296147985</c:v>
                </c:pt>
                <c:pt idx="19083">
                  <c:v>9.0195013655479777</c:v>
                </c:pt>
                <c:pt idx="19084">
                  <c:v>9.0234299339845521</c:v>
                </c:pt>
                <c:pt idx="19085">
                  <c:v>9.0272418444113072</c:v>
                </c:pt>
                <c:pt idx="19086">
                  <c:v>9.0285302137962233</c:v>
                </c:pt>
                <c:pt idx="19087">
                  <c:v>9.0286910636194566</c:v>
                </c:pt>
                <c:pt idx="19088">
                  <c:v>9.0255784729319899</c:v>
                </c:pt>
                <c:pt idx="19089">
                  <c:v>9.0225900800898078</c:v>
                </c:pt>
                <c:pt idx="19090">
                  <c:v>9.0195745647839427</c:v>
                </c:pt>
                <c:pt idx="19091">
                  <c:v>9.0187305220917171</c:v>
                </c:pt>
                <c:pt idx="19092">
                  <c:v>9.0174966070740403</c:v>
                </c:pt>
                <c:pt idx="19093">
                  <c:v>9.01702149271987</c:v>
                </c:pt>
                <c:pt idx="19094">
                  <c:v>9.0177898228976421</c:v>
                </c:pt>
                <c:pt idx="19095">
                  <c:v>9.0193587369937838</c:v>
                </c:pt>
                <c:pt idx="19096">
                  <c:v>9.0206795695591708</c:v>
                </c:pt>
                <c:pt idx="19097">
                  <c:v>9.0221032371026926</c:v>
                </c:pt>
                <c:pt idx="19098">
                  <c:v>9.0250287979826744</c:v>
                </c:pt>
                <c:pt idx="19099">
                  <c:v>9.0255378415964351</c:v>
                </c:pt>
                <c:pt idx="19100">
                  <c:v>9.0241549101084058</c:v>
                </c:pt>
                <c:pt idx="19101">
                  <c:v>9.0256469597707891</c:v>
                </c:pt>
                <c:pt idx="19102">
                  <c:v>9.0246345274198685</c:v>
                </c:pt>
                <c:pt idx="19103">
                  <c:v>9.0238115334349818</c:v>
                </c:pt>
                <c:pt idx="19104">
                  <c:v>9.0276770604694807</c:v>
                </c:pt>
                <c:pt idx="19105">
                  <c:v>9.0304195708995856</c:v>
                </c:pt>
                <c:pt idx="19106">
                  <c:v>9.0300356676105427</c:v>
                </c:pt>
                <c:pt idx="19107">
                  <c:v>9.0286378658914597</c:v>
                </c:pt>
                <c:pt idx="19108">
                  <c:v>9.0268271534607845</c:v>
                </c:pt>
                <c:pt idx="19109">
                  <c:v>9.0230335690230046</c:v>
                </c:pt>
                <c:pt idx="19110">
                  <c:v>9.0198724930047085</c:v>
                </c:pt>
                <c:pt idx="19111">
                  <c:v>9.0188091667644059</c:v>
                </c:pt>
                <c:pt idx="19112">
                  <c:v>9.0190431111036649</c:v>
                </c:pt>
                <c:pt idx="19113">
                  <c:v>9.0211181366553284</c:v>
                </c:pt>
                <c:pt idx="19114">
                  <c:v>9.0229060201397377</c:v>
                </c:pt>
                <c:pt idx="19115">
                  <c:v>9.0245507514702688</c:v>
                </c:pt>
                <c:pt idx="19116">
                  <c:v>9.0265908005629747</c:v>
                </c:pt>
                <c:pt idx="19117">
                  <c:v>9.0281711291322484</c:v>
                </c:pt>
                <c:pt idx="19118">
                  <c:v>9.0299413149473047</c:v>
                </c:pt>
                <c:pt idx="19119">
                  <c:v>9.03163086641087</c:v>
                </c:pt>
                <c:pt idx="19120">
                  <c:v>9.0288682497528612</c:v>
                </c:pt>
                <c:pt idx="19121">
                  <c:v>9.0249835589698915</c:v>
                </c:pt>
                <c:pt idx="19122">
                  <c:v>9.0252421124943449</c:v>
                </c:pt>
                <c:pt idx="19123">
                  <c:v>9.0283712489318564</c:v>
                </c:pt>
                <c:pt idx="19124">
                  <c:v>9.0282422339694719</c:v>
                </c:pt>
                <c:pt idx="19125">
                  <c:v>9.0292943551765159</c:v>
                </c:pt>
                <c:pt idx="19126">
                  <c:v>9.0308912294958361</c:v>
                </c:pt>
                <c:pt idx="19127">
                  <c:v>9.0301083432468214</c:v>
                </c:pt>
                <c:pt idx="19128">
                  <c:v>9.0304670090310477</c:v>
                </c:pt>
                <c:pt idx="19129">
                  <c:v>9.0306474414824986</c:v>
                </c:pt>
                <c:pt idx="19130">
                  <c:v>9.0286577626794902</c:v>
                </c:pt>
                <c:pt idx="19131">
                  <c:v>9.0254771040329747</c:v>
                </c:pt>
                <c:pt idx="19132">
                  <c:v>9.0228259093879331</c:v>
                </c:pt>
                <c:pt idx="19133">
                  <c:v>9.0216250858703475</c:v>
                </c:pt>
                <c:pt idx="19134">
                  <c:v>9.0235903649280367</c:v>
                </c:pt>
                <c:pt idx="19135">
                  <c:v>9.025150377829533</c:v>
                </c:pt>
                <c:pt idx="19136">
                  <c:v>9.0250189543085977</c:v>
                </c:pt>
                <c:pt idx="19137">
                  <c:v>9.0246481410116779</c:v>
                </c:pt>
                <c:pt idx="19138">
                  <c:v>9.0260917053432301</c:v>
                </c:pt>
                <c:pt idx="19139">
                  <c:v>9.026178413451067</c:v>
                </c:pt>
                <c:pt idx="19140">
                  <c:v>9.025693141263007</c:v>
                </c:pt>
                <c:pt idx="19141">
                  <c:v>9.024189572407554</c:v>
                </c:pt>
                <c:pt idx="19142">
                  <c:v>9.0212968935877882</c:v>
                </c:pt>
                <c:pt idx="19143">
                  <c:v>9.0211000201062284</c:v>
                </c:pt>
                <c:pt idx="19144">
                  <c:v>9.0204652078481313</c:v>
                </c:pt>
                <c:pt idx="19145">
                  <c:v>9.0183918578154589</c:v>
                </c:pt>
                <c:pt idx="19146">
                  <c:v>9.0178457433440009</c:v>
                </c:pt>
                <c:pt idx="19147">
                  <c:v>9.0210003267262042</c:v>
                </c:pt>
                <c:pt idx="19148">
                  <c:v>9.0247562119866629</c:v>
                </c:pt>
                <c:pt idx="19149">
                  <c:v>9.0244413191361019</c:v>
                </c:pt>
                <c:pt idx="19150">
                  <c:v>9.0262981083390574</c:v>
                </c:pt>
                <c:pt idx="19151">
                  <c:v>9.0295918645175348</c:v>
                </c:pt>
                <c:pt idx="19152">
                  <c:v>9.0308421158453829</c:v>
                </c:pt>
                <c:pt idx="19153">
                  <c:v>9.030239033728197</c:v>
                </c:pt>
                <c:pt idx="19154">
                  <c:v>9.0289397734698316</c:v>
                </c:pt>
                <c:pt idx="19155">
                  <c:v>9.0281156275656382</c:v>
                </c:pt>
                <c:pt idx="19156">
                  <c:v>9.0279588618199487</c:v>
                </c:pt>
                <c:pt idx="19157">
                  <c:v>9.028413241626593</c:v>
                </c:pt>
                <c:pt idx="19158">
                  <c:v>9.0270653913174606</c:v>
                </c:pt>
                <c:pt idx="19159">
                  <c:v>9.0243217289680473</c:v>
                </c:pt>
                <c:pt idx="19160">
                  <c:v>9.0236827279124707</c:v>
                </c:pt>
                <c:pt idx="19161">
                  <c:v>9.0223673407838074</c:v>
                </c:pt>
                <c:pt idx="19162">
                  <c:v>9.0191656334299548</c:v>
                </c:pt>
                <c:pt idx="19163">
                  <c:v>9.0195064968248921</c:v>
                </c:pt>
                <c:pt idx="19164">
                  <c:v>9.0223006341839387</c:v>
                </c:pt>
                <c:pt idx="19165">
                  <c:v>9.0232746343179802</c:v>
                </c:pt>
                <c:pt idx="19166">
                  <c:v>9.0245449918737322</c:v>
                </c:pt>
                <c:pt idx="19167">
                  <c:v>9.0238934244257152</c:v>
                </c:pt>
                <c:pt idx="19168">
                  <c:v>9.0213376296432823</c:v>
                </c:pt>
                <c:pt idx="19169">
                  <c:v>9.0182233634368245</c:v>
                </c:pt>
                <c:pt idx="19170">
                  <c:v>9.0173726186686327</c:v>
                </c:pt>
                <c:pt idx="19171">
                  <c:v>9.0180126669235801</c:v>
                </c:pt>
                <c:pt idx="19172">
                  <c:v>9.0211248387312963</c:v>
                </c:pt>
                <c:pt idx="19173">
                  <c:v>9.024255231808052</c:v>
                </c:pt>
                <c:pt idx="19174">
                  <c:v>9.0252953102223419</c:v>
                </c:pt>
                <c:pt idx="19175">
                  <c:v>9.0218113826382726</c:v>
                </c:pt>
                <c:pt idx="19176">
                  <c:v>9.0207738175024712</c:v>
                </c:pt>
                <c:pt idx="19177">
                  <c:v>9.0231934763668047</c:v>
                </c:pt>
                <c:pt idx="19178">
                  <c:v>9.0255805673307314</c:v>
                </c:pt>
                <c:pt idx="19179">
                  <c:v>9.0235726672586836</c:v>
                </c:pt>
                <c:pt idx="19180">
                  <c:v>9.0218142100765704</c:v>
                </c:pt>
                <c:pt idx="19181">
                  <c:v>9.0224549913710774</c:v>
                </c:pt>
                <c:pt idx="19182">
                  <c:v>9.0223678643834919</c:v>
                </c:pt>
                <c:pt idx="19183">
                  <c:v>9.0225546847511016</c:v>
                </c:pt>
                <c:pt idx="19184">
                  <c:v>9.0230682313221529</c:v>
                </c:pt>
                <c:pt idx="19185">
                  <c:v>9.0261516051471951</c:v>
                </c:pt>
                <c:pt idx="19186">
                  <c:v>9.0287945269172134</c:v>
                </c:pt>
                <c:pt idx="19187">
                  <c:v>9.0310150084613703</c:v>
                </c:pt>
                <c:pt idx="19188">
                  <c:v>9.0312942965333516</c:v>
                </c:pt>
                <c:pt idx="19189">
                  <c:v>9.0309994051907587</c:v>
                </c:pt>
                <c:pt idx="19190">
                  <c:v>9.0298138707839755</c:v>
                </c:pt>
                <c:pt idx="19191">
                  <c:v>9.0274187163849007</c:v>
                </c:pt>
                <c:pt idx="19192">
                  <c:v>9.0264645083189521</c:v>
                </c:pt>
                <c:pt idx="19193">
                  <c:v>9.0277525635440572</c:v>
                </c:pt>
                <c:pt idx="19194">
                  <c:v>9.0278810549067572</c:v>
                </c:pt>
                <c:pt idx="19195">
                  <c:v>9.0278020960742591</c:v>
                </c:pt>
                <c:pt idx="19196">
                  <c:v>9.0282245363001188</c:v>
                </c:pt>
                <c:pt idx="19197">
                  <c:v>9.0278337214952327</c:v>
                </c:pt>
                <c:pt idx="19198">
                  <c:v>9.0275553759026863</c:v>
                </c:pt>
                <c:pt idx="19199">
                  <c:v>9.0248340188998544</c:v>
                </c:pt>
                <c:pt idx="19200">
                  <c:v>9.0208459695390655</c:v>
                </c:pt>
                <c:pt idx="19201">
                  <c:v>9.0187587964747085</c:v>
                </c:pt>
                <c:pt idx="19202">
                  <c:v>9.0195492225591885</c:v>
                </c:pt>
                <c:pt idx="19203">
                  <c:v>9.0217184960541523</c:v>
                </c:pt>
                <c:pt idx="19204">
                  <c:v>9.0202571293333111</c:v>
                </c:pt>
                <c:pt idx="19205">
                  <c:v>9.0193713033862242</c:v>
                </c:pt>
                <c:pt idx="19206">
                  <c:v>9.0218731674011021</c:v>
                </c:pt>
                <c:pt idx="19207">
                  <c:v>9.024457655446275</c:v>
                </c:pt>
                <c:pt idx="19208">
                  <c:v>9.0276724527922525</c:v>
                </c:pt>
                <c:pt idx="19209">
                  <c:v>9.0289058442102448</c:v>
                </c:pt>
                <c:pt idx="19210">
                  <c:v>9.0270239222224085</c:v>
                </c:pt>
                <c:pt idx="19211">
                  <c:v>9.0246136881524048</c:v>
                </c:pt>
                <c:pt idx="19212">
                  <c:v>9.0242693689995477</c:v>
                </c:pt>
                <c:pt idx="19213">
                  <c:v>9.0244908516663038</c:v>
                </c:pt>
                <c:pt idx="19214">
                  <c:v>9.0245146230920028</c:v>
                </c:pt>
                <c:pt idx="19215">
                  <c:v>9.0216117864383492</c:v>
                </c:pt>
                <c:pt idx="19216">
                  <c:v>9.0193014551882449</c:v>
                </c:pt>
                <c:pt idx="19217">
                  <c:v>9.0189206934973107</c:v>
                </c:pt>
                <c:pt idx="19218">
                  <c:v>9.0194060704053083</c:v>
                </c:pt>
                <c:pt idx="19219">
                  <c:v>9.0201864433758363</c:v>
                </c:pt>
                <c:pt idx="19220">
                  <c:v>9.0205443761205029</c:v>
                </c:pt>
                <c:pt idx="19221">
                  <c:v>9.024092287586079</c:v>
                </c:pt>
                <c:pt idx="19222">
                  <c:v>9.0238338387815631</c:v>
                </c:pt>
                <c:pt idx="19223">
                  <c:v>9.0220403004205547</c:v>
                </c:pt>
                <c:pt idx="19224">
                  <c:v>9.0221394702008944</c:v>
                </c:pt>
                <c:pt idx="19225">
                  <c:v>9.02349423202587</c:v>
                </c:pt>
                <c:pt idx="19226">
                  <c:v>9.0252361434579367</c:v>
                </c:pt>
                <c:pt idx="19227">
                  <c:v>9.0267680914163169</c:v>
                </c:pt>
                <c:pt idx="19228">
                  <c:v>9.0265421057922683</c:v>
                </c:pt>
                <c:pt idx="19229">
                  <c:v>9.0266430558115385</c:v>
                </c:pt>
                <c:pt idx="19230">
                  <c:v>9.0279422113499663</c:v>
                </c:pt>
                <c:pt idx="19231">
                  <c:v>9.0297604636161051</c:v>
                </c:pt>
                <c:pt idx="19232">
                  <c:v>9.0302913936966984</c:v>
                </c:pt>
                <c:pt idx="19233">
                  <c:v>9.0276939203793383</c:v>
                </c:pt>
                <c:pt idx="19234">
                  <c:v>9.0262344386173616</c:v>
                </c:pt>
                <c:pt idx="19235">
                  <c:v>9.0250101578338899</c:v>
                </c:pt>
                <c:pt idx="19236">
                  <c:v>9.0251150872107644</c:v>
                </c:pt>
                <c:pt idx="19237">
                  <c:v>9.0238320585426344</c:v>
                </c:pt>
                <c:pt idx="19238">
                  <c:v>9.0221868036124189</c:v>
                </c:pt>
                <c:pt idx="19239">
                  <c:v>9.0240879940686636</c:v>
                </c:pt>
                <c:pt idx="19240">
                  <c:v>9.0247794598126774</c:v>
                </c:pt>
                <c:pt idx="19241">
                  <c:v>9.0219495082351759</c:v>
                </c:pt>
                <c:pt idx="19242">
                  <c:v>9.0216953529480755</c:v>
                </c:pt>
                <c:pt idx="19243">
                  <c:v>9.0267286120000669</c:v>
                </c:pt>
                <c:pt idx="19244">
                  <c:v>9.0303385176683477</c:v>
                </c:pt>
                <c:pt idx="19245">
                  <c:v>9.0288319119347218</c:v>
                </c:pt>
                <c:pt idx="19246">
                  <c:v>9.0270050726337487</c:v>
                </c:pt>
                <c:pt idx="19247">
                  <c:v>9.0254717633161867</c:v>
                </c:pt>
                <c:pt idx="19248">
                  <c:v>9.0226812911549352</c:v>
                </c:pt>
                <c:pt idx="19249">
                  <c:v>9.0228420362582309</c:v>
                </c:pt>
                <c:pt idx="19250">
                  <c:v>9.0232501298527215</c:v>
                </c:pt>
                <c:pt idx="19251">
                  <c:v>9.0205653201079041</c:v>
                </c:pt>
                <c:pt idx="19252">
                  <c:v>9.021586025333848</c:v>
                </c:pt>
                <c:pt idx="19253">
                  <c:v>9.0229506308329004</c:v>
                </c:pt>
                <c:pt idx="19254">
                  <c:v>9.0228712531206536</c:v>
                </c:pt>
                <c:pt idx="19255">
                  <c:v>9.0229927282475746</c:v>
                </c:pt>
                <c:pt idx="19256">
                  <c:v>9.0250298451820452</c:v>
                </c:pt>
                <c:pt idx="19257">
                  <c:v>9.0282096660690652</c:v>
                </c:pt>
                <c:pt idx="19258">
                  <c:v>9.0285181710034692</c:v>
                </c:pt>
                <c:pt idx="19259">
                  <c:v>9.0276778982289763</c:v>
                </c:pt>
                <c:pt idx="19260">
                  <c:v>9.0274263609403018</c:v>
                </c:pt>
                <c:pt idx="19261">
                  <c:v>9.0265843079268802</c:v>
                </c:pt>
                <c:pt idx="19262">
                  <c:v>9.0219171497746427</c:v>
                </c:pt>
                <c:pt idx="19263">
                  <c:v>9.0194981192299313</c:v>
                </c:pt>
                <c:pt idx="19264">
                  <c:v>9.0197551019553313</c:v>
                </c:pt>
                <c:pt idx="19265">
                  <c:v>9.0186587889348733</c:v>
                </c:pt>
                <c:pt idx="19266">
                  <c:v>9.0202813196387588</c:v>
                </c:pt>
                <c:pt idx="19267">
                  <c:v>9.0207579000720468</c:v>
                </c:pt>
                <c:pt idx="19268">
                  <c:v>9.0202025702461341</c:v>
                </c:pt>
                <c:pt idx="19269">
                  <c:v>9.0187153377008524</c:v>
                </c:pt>
                <c:pt idx="19270">
                  <c:v>9.018056544577183</c:v>
                </c:pt>
                <c:pt idx="19271">
                  <c:v>9.0194903699545943</c:v>
                </c:pt>
                <c:pt idx="19272">
                  <c:v>9.0212012842853078</c:v>
                </c:pt>
                <c:pt idx="19273">
                  <c:v>9.0233565253087136</c:v>
                </c:pt>
                <c:pt idx="19274">
                  <c:v>9.0225636906656845</c:v>
                </c:pt>
                <c:pt idx="19275">
                  <c:v>9.0214760693999967</c:v>
                </c:pt>
                <c:pt idx="19276">
                  <c:v>9.019618023557797</c:v>
                </c:pt>
                <c:pt idx="19277">
                  <c:v>9.0202756647621598</c:v>
                </c:pt>
                <c:pt idx="19278">
                  <c:v>9.0194737194846102</c:v>
                </c:pt>
                <c:pt idx="19279">
                  <c:v>9.0193656485096252</c:v>
                </c:pt>
                <c:pt idx="19280">
                  <c:v>9.0188701137677398</c:v>
                </c:pt>
                <c:pt idx="19281">
                  <c:v>9.0172266390764531</c:v>
                </c:pt>
                <c:pt idx="19282">
                  <c:v>9.0176334760317012</c:v>
                </c:pt>
                <c:pt idx="19283">
                  <c:v>9.0187836150997764</c:v>
                </c:pt>
                <c:pt idx="19284">
                  <c:v>9.0203868773352553</c:v>
                </c:pt>
                <c:pt idx="19285">
                  <c:v>9.0224439957776923</c:v>
                </c:pt>
                <c:pt idx="19286">
                  <c:v>9.0219554772715842</c:v>
                </c:pt>
                <c:pt idx="19287">
                  <c:v>9.0183929050148279</c:v>
                </c:pt>
                <c:pt idx="19288">
                  <c:v>9.0170028525710837</c:v>
                </c:pt>
                <c:pt idx="19289">
                  <c:v>9.0188304249116165</c:v>
                </c:pt>
                <c:pt idx="19290">
                  <c:v>9.0194489008595404</c:v>
                </c:pt>
                <c:pt idx="19291">
                  <c:v>9.0192903548749221</c:v>
                </c:pt>
                <c:pt idx="19292">
                  <c:v>9.0203409052829109</c:v>
                </c:pt>
                <c:pt idx="19293">
                  <c:v>9.0222322520650771</c:v>
                </c:pt>
                <c:pt idx="19294">
                  <c:v>9.0220213461119574</c:v>
                </c:pt>
                <c:pt idx="19295">
                  <c:v>9.0233080399778824</c:v>
                </c:pt>
                <c:pt idx="19296">
                  <c:v>9.0224008511636473</c:v>
                </c:pt>
                <c:pt idx="19297">
                  <c:v>9.0233126476551107</c:v>
                </c:pt>
                <c:pt idx="19298">
                  <c:v>9.0255228666454439</c:v>
                </c:pt>
                <c:pt idx="19299">
                  <c:v>9.0259603865422307</c:v>
                </c:pt>
                <c:pt idx="19300">
                  <c:v>9.0246162014308933</c:v>
                </c:pt>
                <c:pt idx="19301">
                  <c:v>9.0238664066819698</c:v>
                </c:pt>
                <c:pt idx="19302">
                  <c:v>9.0239173005713518</c:v>
                </c:pt>
                <c:pt idx="19303">
                  <c:v>9.0218634284469612</c:v>
                </c:pt>
                <c:pt idx="19304">
                  <c:v>9.0214896829918061</c:v>
                </c:pt>
                <c:pt idx="19305">
                  <c:v>9.020878327999597</c:v>
                </c:pt>
                <c:pt idx="19306">
                  <c:v>9.0210974021078023</c:v>
                </c:pt>
                <c:pt idx="19307">
                  <c:v>9.0215920990901939</c:v>
                </c:pt>
                <c:pt idx="19308">
                  <c:v>9.0228452825762773</c:v>
                </c:pt>
                <c:pt idx="19309">
                  <c:v>9.0230022577618421</c:v>
                </c:pt>
                <c:pt idx="19310">
                  <c:v>9.0238756220364262</c:v>
                </c:pt>
                <c:pt idx="19311">
                  <c:v>9.0235031332205153</c:v>
                </c:pt>
                <c:pt idx="19312">
                  <c:v>9.0208784327195346</c:v>
                </c:pt>
                <c:pt idx="19313">
                  <c:v>9.0221577961898696</c:v>
                </c:pt>
                <c:pt idx="19314">
                  <c:v>9.024603216158706</c:v>
                </c:pt>
                <c:pt idx="19315">
                  <c:v>9.0258783908315596</c:v>
                </c:pt>
                <c:pt idx="19316">
                  <c:v>9.0251877628470414</c:v>
                </c:pt>
                <c:pt idx="19317">
                  <c:v>9.0261911892833808</c:v>
                </c:pt>
                <c:pt idx="19318">
                  <c:v>9.0273688696948877</c:v>
                </c:pt>
                <c:pt idx="19319">
                  <c:v>9.0277433481896026</c:v>
                </c:pt>
                <c:pt idx="19320">
                  <c:v>9.0308327957709906</c:v>
                </c:pt>
                <c:pt idx="19321">
                  <c:v>9.0300926352562705</c:v>
                </c:pt>
                <c:pt idx="19322">
                  <c:v>9.0259598629425462</c:v>
                </c:pt>
                <c:pt idx="19323">
                  <c:v>9.0241374218789279</c:v>
                </c:pt>
                <c:pt idx="19324">
                  <c:v>9.0243862364492404</c:v>
                </c:pt>
                <c:pt idx="19325">
                  <c:v>9.0268524956855387</c:v>
                </c:pt>
                <c:pt idx="19326">
                  <c:v>9.0275407151115061</c:v>
                </c:pt>
                <c:pt idx="19327">
                  <c:v>9.0267249468022719</c:v>
                </c:pt>
                <c:pt idx="19328">
                  <c:v>9.0270004649565205</c:v>
                </c:pt>
                <c:pt idx="19329">
                  <c:v>9.0255055878558377</c:v>
                </c:pt>
                <c:pt idx="19330">
                  <c:v>9.0239203374495247</c:v>
                </c:pt>
                <c:pt idx="19331">
                  <c:v>9.0228291557059794</c:v>
                </c:pt>
                <c:pt idx="19332">
                  <c:v>9.0231261414473138</c:v>
                </c:pt>
                <c:pt idx="19333">
                  <c:v>9.0220506676943177</c:v>
                </c:pt>
                <c:pt idx="19334">
                  <c:v>9.0238451485347593</c:v>
                </c:pt>
                <c:pt idx="19335">
                  <c:v>9.0269645460181298</c:v>
                </c:pt>
                <c:pt idx="19336">
                  <c:v>9.0259970385201811</c:v>
                </c:pt>
                <c:pt idx="19337">
                  <c:v>9.023813104234037</c:v>
                </c:pt>
                <c:pt idx="19338">
                  <c:v>9.0189600681936231</c:v>
                </c:pt>
                <c:pt idx="19339">
                  <c:v>9.0154273411189116</c:v>
                </c:pt>
                <c:pt idx="19340">
                  <c:v>9.0159055970711925</c:v>
                </c:pt>
                <c:pt idx="19341">
                  <c:v>9.0170676742120879</c:v>
                </c:pt>
                <c:pt idx="19342">
                  <c:v>9.0176367223497476</c:v>
                </c:pt>
                <c:pt idx="19343">
                  <c:v>9.0173168029422115</c:v>
                </c:pt>
                <c:pt idx="19344">
                  <c:v>9.0164667912135776</c:v>
                </c:pt>
                <c:pt idx="19345">
                  <c:v>9.0173673826717824</c:v>
                </c:pt>
                <c:pt idx="19346">
                  <c:v>9.0193511971583202</c:v>
                </c:pt>
                <c:pt idx="19347">
                  <c:v>9.0213723966623665</c:v>
                </c:pt>
                <c:pt idx="19348">
                  <c:v>9.0214822478762802</c:v>
                </c:pt>
                <c:pt idx="19349">
                  <c:v>9.0230818449139623</c:v>
                </c:pt>
                <c:pt idx="19350">
                  <c:v>9.0234922423470678</c:v>
                </c:pt>
                <c:pt idx="19351">
                  <c:v>9.023694351825478</c:v>
                </c:pt>
                <c:pt idx="19352">
                  <c:v>9.0262625035604778</c:v>
                </c:pt>
                <c:pt idx="19353">
                  <c:v>9.0273748387312978</c:v>
                </c:pt>
                <c:pt idx="19354">
                  <c:v>9.0275396679121354</c:v>
                </c:pt>
                <c:pt idx="19355">
                  <c:v>9.0255200392071444</c:v>
                </c:pt>
                <c:pt idx="19356">
                  <c:v>9.022906229579613</c:v>
                </c:pt>
                <c:pt idx="19357">
                  <c:v>9.0212844319152854</c:v>
                </c:pt>
                <c:pt idx="19358">
                  <c:v>9.0217536819529851</c:v>
                </c:pt>
                <c:pt idx="19359">
                  <c:v>9.021939455121224</c:v>
                </c:pt>
                <c:pt idx="19360">
                  <c:v>9.021583407335422</c:v>
                </c:pt>
                <c:pt idx="19361">
                  <c:v>9.0221836620143083</c:v>
                </c:pt>
                <c:pt idx="19362">
                  <c:v>9.0206876329943206</c:v>
                </c:pt>
                <c:pt idx="19363">
                  <c:v>9.0181273352545954</c:v>
                </c:pt>
                <c:pt idx="19364">
                  <c:v>9.018419294438953</c:v>
                </c:pt>
                <c:pt idx="19365">
                  <c:v>9.0205668909069576</c:v>
                </c:pt>
                <c:pt idx="19366">
                  <c:v>9.0231468759948399</c:v>
                </c:pt>
                <c:pt idx="19367">
                  <c:v>9.0231111664963226</c:v>
                </c:pt>
                <c:pt idx="19368">
                  <c:v>9.0218754712397171</c:v>
                </c:pt>
                <c:pt idx="19369">
                  <c:v>9.0230893847494258</c:v>
                </c:pt>
                <c:pt idx="19370">
                  <c:v>9.0253468324313459</c:v>
                </c:pt>
                <c:pt idx="19371">
                  <c:v>9.0264987517383517</c:v>
                </c:pt>
                <c:pt idx="19372">
                  <c:v>9.0289698280917516</c:v>
                </c:pt>
                <c:pt idx="19373">
                  <c:v>9.0304849161402743</c:v>
                </c:pt>
                <c:pt idx="19374">
                  <c:v>9.0324183603371146</c:v>
                </c:pt>
                <c:pt idx="19375">
                  <c:v>9.0280271392188727</c:v>
                </c:pt>
                <c:pt idx="19376">
                  <c:v>9.0234673190020604</c:v>
                </c:pt>
                <c:pt idx="19377">
                  <c:v>9.0251859826081127</c:v>
                </c:pt>
                <c:pt idx="19378">
                  <c:v>9.0244996481410116</c:v>
                </c:pt>
                <c:pt idx="19379">
                  <c:v>9.0235381096794729</c:v>
                </c:pt>
                <c:pt idx="19380">
                  <c:v>9.0252251478645515</c:v>
                </c:pt>
                <c:pt idx="19381">
                  <c:v>9.0261242732436369</c:v>
                </c:pt>
                <c:pt idx="19382">
                  <c:v>9.0296337524923338</c:v>
                </c:pt>
                <c:pt idx="19383">
                  <c:v>9.0350592924283291</c:v>
                </c:pt>
                <c:pt idx="19384">
                  <c:v>9.0351128043161371</c:v>
                </c:pt>
                <c:pt idx="19385">
                  <c:v>9.0320726798250757</c:v>
                </c:pt>
                <c:pt idx="19386">
                  <c:v>9.0301042591692777</c:v>
                </c:pt>
                <c:pt idx="19387">
                  <c:v>9.0284684290333939</c:v>
                </c:pt>
                <c:pt idx="19388">
                  <c:v>9.0288750565487668</c:v>
                </c:pt>
                <c:pt idx="19389">
                  <c:v>9.0279079679305667</c:v>
                </c:pt>
                <c:pt idx="19390">
                  <c:v>9.0250504750096336</c:v>
                </c:pt>
                <c:pt idx="19391">
                  <c:v>9.0240444305748699</c:v>
                </c:pt>
                <c:pt idx="19392">
                  <c:v>9.0228421409781685</c:v>
                </c:pt>
                <c:pt idx="19393">
                  <c:v>9.0198860018765821</c:v>
                </c:pt>
                <c:pt idx="19394">
                  <c:v>9.0180065931672342</c:v>
                </c:pt>
                <c:pt idx="19395">
                  <c:v>9.017078669805473</c:v>
                </c:pt>
                <c:pt idx="19396">
                  <c:v>9.0174907427575697</c:v>
                </c:pt>
                <c:pt idx="19397">
                  <c:v>9.0190693958078523</c:v>
                </c:pt>
                <c:pt idx="19398">
                  <c:v>9.0205880443342323</c:v>
                </c:pt>
                <c:pt idx="19399">
                  <c:v>9.0223771844578859</c:v>
                </c:pt>
                <c:pt idx="19400">
                  <c:v>9.0217935802489819</c:v>
                </c:pt>
                <c:pt idx="19401">
                  <c:v>9.022370482381918</c:v>
                </c:pt>
                <c:pt idx="19402">
                  <c:v>9.0227983680445014</c:v>
                </c:pt>
                <c:pt idx="19403">
                  <c:v>9.0206268954308602</c:v>
                </c:pt>
                <c:pt idx="19404">
                  <c:v>9.0178779970845966</c:v>
                </c:pt>
                <c:pt idx="19405">
                  <c:v>9.0161438349278686</c:v>
                </c:pt>
                <c:pt idx="19406">
                  <c:v>9.0152826181659762</c:v>
                </c:pt>
                <c:pt idx="19407">
                  <c:v>9.0189280238929008</c:v>
                </c:pt>
                <c:pt idx="19408">
                  <c:v>9.0252697585577124</c:v>
                </c:pt>
                <c:pt idx="19409">
                  <c:v>9.0279280741584707</c:v>
                </c:pt>
                <c:pt idx="19410">
                  <c:v>9.0245918016855722</c:v>
                </c:pt>
                <c:pt idx="19411">
                  <c:v>9.0228019285223606</c:v>
                </c:pt>
                <c:pt idx="19412">
                  <c:v>9.022351109193572</c:v>
                </c:pt>
                <c:pt idx="19413">
                  <c:v>9.0222812609955927</c:v>
                </c:pt>
                <c:pt idx="19414">
                  <c:v>9.0235368530402287</c:v>
                </c:pt>
                <c:pt idx="19415">
                  <c:v>9.0229353417220981</c:v>
                </c:pt>
                <c:pt idx="19416">
                  <c:v>9.022168372903506</c:v>
                </c:pt>
                <c:pt idx="19417">
                  <c:v>9.0234168439924272</c:v>
                </c:pt>
                <c:pt idx="19418">
                  <c:v>9.0228429787376641</c:v>
                </c:pt>
                <c:pt idx="19419">
                  <c:v>9.0255626602215031</c:v>
                </c:pt>
                <c:pt idx="19420">
                  <c:v>9.029929795754235</c:v>
                </c:pt>
                <c:pt idx="19421">
                  <c:v>9.0321809602399341</c:v>
                </c:pt>
                <c:pt idx="19422">
                  <c:v>9.0292501633631019</c:v>
                </c:pt>
                <c:pt idx="19423">
                  <c:v>9.0215487450362755</c:v>
                </c:pt>
                <c:pt idx="19424">
                  <c:v>9.0159642402359133</c:v>
                </c:pt>
                <c:pt idx="19425">
                  <c:v>9.0166433490273619</c:v>
                </c:pt>
                <c:pt idx="19426">
                  <c:v>9.0196486017794015</c:v>
                </c:pt>
                <c:pt idx="19427">
                  <c:v>9.0210672427659464</c:v>
                </c:pt>
                <c:pt idx="19428">
                  <c:v>9.0204664644873755</c:v>
                </c:pt>
                <c:pt idx="19429">
                  <c:v>9.0247019670592969</c:v>
                </c:pt>
                <c:pt idx="19430">
                  <c:v>9.030256103077928</c:v>
                </c:pt>
                <c:pt idx="19431">
                  <c:v>9.0284867550223673</c:v>
                </c:pt>
                <c:pt idx="19432">
                  <c:v>9.0255864316472021</c:v>
                </c:pt>
                <c:pt idx="19433">
                  <c:v>9.0251888100464122</c:v>
                </c:pt>
                <c:pt idx="19434">
                  <c:v>9.025962271501097</c:v>
                </c:pt>
                <c:pt idx="19435">
                  <c:v>9.0253418058743691</c:v>
                </c:pt>
                <c:pt idx="19436">
                  <c:v>9.0247392473568695</c:v>
                </c:pt>
                <c:pt idx="19437">
                  <c:v>9.0252467201715731</c:v>
                </c:pt>
                <c:pt idx="19438">
                  <c:v>9.0255842325285265</c:v>
                </c:pt>
                <c:pt idx="19439">
                  <c:v>9.0232232168289119</c:v>
                </c:pt>
                <c:pt idx="19440">
                  <c:v>9.0239435852755392</c:v>
                </c:pt>
                <c:pt idx="19441">
                  <c:v>9.0247122296131224</c:v>
                </c:pt>
                <c:pt idx="19442">
                  <c:v>9.0236573856877165</c:v>
                </c:pt>
                <c:pt idx="19443">
                  <c:v>9.0227075758591226</c:v>
                </c:pt>
                <c:pt idx="19444">
                  <c:v>9.0238848373908827</c:v>
                </c:pt>
                <c:pt idx="19445">
                  <c:v>9.0256841353484241</c:v>
                </c:pt>
                <c:pt idx="19446">
                  <c:v>9.0259856240470491</c:v>
                </c:pt>
                <c:pt idx="19447">
                  <c:v>9.0246257309451607</c:v>
                </c:pt>
                <c:pt idx="19448">
                  <c:v>9.0232665708828304</c:v>
                </c:pt>
                <c:pt idx="19449">
                  <c:v>9.0253079813347181</c:v>
                </c:pt>
                <c:pt idx="19450">
                  <c:v>9.0250903733056322</c:v>
                </c:pt>
                <c:pt idx="19451">
                  <c:v>9.0238677680411499</c:v>
                </c:pt>
                <c:pt idx="19452">
                  <c:v>9.0254813975503918</c:v>
                </c:pt>
                <c:pt idx="19453">
                  <c:v>9.0273590260208092</c:v>
                </c:pt>
                <c:pt idx="19454">
                  <c:v>9.0283451736675442</c:v>
                </c:pt>
                <c:pt idx="19455">
                  <c:v>9.0266456738099627</c:v>
                </c:pt>
                <c:pt idx="19456">
                  <c:v>9.0223191696127873</c:v>
                </c:pt>
                <c:pt idx="19457">
                  <c:v>9.0196857773570365</c:v>
                </c:pt>
                <c:pt idx="19458">
                  <c:v>9.0192983135901343</c:v>
                </c:pt>
                <c:pt idx="19459">
                  <c:v>9.0197851565772496</c:v>
                </c:pt>
                <c:pt idx="19460">
                  <c:v>9.0210373975839016</c:v>
                </c:pt>
                <c:pt idx="19461">
                  <c:v>9.023124465928321</c:v>
                </c:pt>
                <c:pt idx="19462">
                  <c:v>9.0281573061005638</c:v>
                </c:pt>
                <c:pt idx="19463">
                  <c:v>9.0295543747800888</c:v>
                </c:pt>
                <c:pt idx="19464">
                  <c:v>9.0283526087830701</c:v>
                </c:pt>
                <c:pt idx="19465">
                  <c:v>9.0261826022485465</c:v>
                </c:pt>
                <c:pt idx="19466">
                  <c:v>9.023444385335857</c:v>
                </c:pt>
                <c:pt idx="19467">
                  <c:v>9.0202763978017195</c:v>
                </c:pt>
                <c:pt idx="19468">
                  <c:v>9.0166098386475202</c:v>
                </c:pt>
                <c:pt idx="19469">
                  <c:v>9.0172178426017453</c:v>
                </c:pt>
                <c:pt idx="19470">
                  <c:v>9.0193758063435148</c:v>
                </c:pt>
                <c:pt idx="19471">
                  <c:v>9.0202713712447427</c:v>
                </c:pt>
                <c:pt idx="19472">
                  <c:v>9.0202639361292167</c:v>
                </c:pt>
                <c:pt idx="19473">
                  <c:v>9.0219002898647851</c:v>
                </c:pt>
                <c:pt idx="19474">
                  <c:v>9.023060167887003</c:v>
                </c:pt>
                <c:pt idx="19475">
                  <c:v>9.0230152430340294</c:v>
                </c:pt>
                <c:pt idx="19476">
                  <c:v>9.0234989444230358</c:v>
                </c:pt>
                <c:pt idx="19477">
                  <c:v>9.0257708434562609</c:v>
                </c:pt>
                <c:pt idx="19478">
                  <c:v>9.0259662508587031</c:v>
                </c:pt>
                <c:pt idx="19479">
                  <c:v>9.0270031876748824</c:v>
                </c:pt>
                <c:pt idx="19480">
                  <c:v>9.0271011008159778</c:v>
                </c:pt>
                <c:pt idx="19481">
                  <c:v>9.0257217298058077</c:v>
                </c:pt>
                <c:pt idx="19482">
                  <c:v>9.0240071502772992</c:v>
                </c:pt>
                <c:pt idx="19483">
                  <c:v>9.0245479240319693</c:v>
                </c:pt>
                <c:pt idx="19484">
                  <c:v>9.0235575875877547</c:v>
                </c:pt>
                <c:pt idx="19485">
                  <c:v>9.0194073270445525</c:v>
                </c:pt>
                <c:pt idx="19486">
                  <c:v>9.0184916559154207</c:v>
                </c:pt>
                <c:pt idx="19487">
                  <c:v>9.020504163664695</c:v>
                </c:pt>
                <c:pt idx="19488">
                  <c:v>9.0216779694385334</c:v>
                </c:pt>
                <c:pt idx="19489">
                  <c:v>9.0194572784545013</c:v>
                </c:pt>
                <c:pt idx="19490">
                  <c:v>9.0216809015967687</c:v>
                </c:pt>
                <c:pt idx="19491">
                  <c:v>9.0256614111220959</c:v>
                </c:pt>
                <c:pt idx="19492">
                  <c:v>9.0243707378985647</c:v>
                </c:pt>
                <c:pt idx="19493">
                  <c:v>9.022156644270563</c:v>
                </c:pt>
                <c:pt idx="19494">
                  <c:v>9.0216970284670683</c:v>
                </c:pt>
                <c:pt idx="19495">
                  <c:v>9.0205438525208184</c:v>
                </c:pt>
                <c:pt idx="19496">
                  <c:v>9.0197238954141046</c:v>
                </c:pt>
                <c:pt idx="19497">
                  <c:v>9.021580370457249</c:v>
                </c:pt>
                <c:pt idx="19498">
                  <c:v>9.0251362406380373</c:v>
                </c:pt>
                <c:pt idx="19499">
                  <c:v>9.0273023725348924</c:v>
                </c:pt>
                <c:pt idx="19500">
                  <c:v>9.0272233089824567</c:v>
                </c:pt>
                <c:pt idx="19501">
                  <c:v>9.0254072558349954</c:v>
                </c:pt>
                <c:pt idx="19502">
                  <c:v>9.0227270537674045</c:v>
                </c:pt>
                <c:pt idx="19503">
                  <c:v>9.0214683201246579</c:v>
                </c:pt>
                <c:pt idx="19504">
                  <c:v>9.0240220205083528</c:v>
                </c:pt>
                <c:pt idx="19505">
                  <c:v>9.0269573203424756</c:v>
                </c:pt>
                <c:pt idx="19506">
                  <c:v>9.0288047894710388</c:v>
                </c:pt>
                <c:pt idx="19507">
                  <c:v>9.0298105197459915</c:v>
                </c:pt>
                <c:pt idx="19508">
                  <c:v>9.0283936589983753</c:v>
                </c:pt>
                <c:pt idx="19509">
                  <c:v>9.0265376028349777</c:v>
                </c:pt>
                <c:pt idx="19510">
                  <c:v>9.0251603262235474</c:v>
                </c:pt>
                <c:pt idx="19511">
                  <c:v>9.0252620092823754</c:v>
                </c:pt>
                <c:pt idx="19512">
                  <c:v>9.0275633346178985</c:v>
                </c:pt>
                <c:pt idx="19513">
                  <c:v>9.0279857748437582</c:v>
                </c:pt>
                <c:pt idx="19514">
                  <c:v>9.0288422792084848</c:v>
                </c:pt>
                <c:pt idx="19515">
                  <c:v>9.0297530285005774</c:v>
                </c:pt>
                <c:pt idx="19516">
                  <c:v>9.0295282995157748</c:v>
                </c:pt>
                <c:pt idx="19517">
                  <c:v>9.029787586079788</c:v>
                </c:pt>
                <c:pt idx="19518">
                  <c:v>9.0274850041050207</c:v>
                </c:pt>
                <c:pt idx="19519">
                  <c:v>9.0240128051538964</c:v>
                </c:pt>
                <c:pt idx="19520">
                  <c:v>9.0215195281738527</c:v>
                </c:pt>
                <c:pt idx="19521">
                  <c:v>9.0202584906924912</c:v>
                </c:pt>
                <c:pt idx="19522">
                  <c:v>9.0236043973995947</c:v>
                </c:pt>
                <c:pt idx="19523">
                  <c:v>9.0275484643868431</c:v>
                </c:pt>
                <c:pt idx="19524">
                  <c:v>9.0255795201313607</c:v>
                </c:pt>
                <c:pt idx="19525">
                  <c:v>9.0229685379421269</c:v>
                </c:pt>
                <c:pt idx="19526">
                  <c:v>9.0236862883903282</c:v>
                </c:pt>
                <c:pt idx="19527">
                  <c:v>9.0253802380912482</c:v>
                </c:pt>
                <c:pt idx="19528">
                  <c:v>9.0283158520851838</c:v>
                </c:pt>
                <c:pt idx="19529">
                  <c:v>9.0272535730442502</c:v>
                </c:pt>
                <c:pt idx="19530">
                  <c:v>9.0206852244357698</c:v>
                </c:pt>
                <c:pt idx="19531">
                  <c:v>9.0186310381515682</c:v>
                </c:pt>
                <c:pt idx="19532">
                  <c:v>9.0212404495417449</c:v>
                </c:pt>
                <c:pt idx="19533">
                  <c:v>9.021675456160045</c:v>
                </c:pt>
                <c:pt idx="19534">
                  <c:v>9.0205967360890043</c:v>
                </c:pt>
                <c:pt idx="19535">
                  <c:v>9.0198154206390431</c:v>
                </c:pt>
                <c:pt idx="19536">
                  <c:v>9.0214315634267717</c:v>
                </c:pt>
                <c:pt idx="19537">
                  <c:v>9.0235918310071543</c:v>
                </c:pt>
                <c:pt idx="19538">
                  <c:v>9.0219879404520551</c:v>
                </c:pt>
                <c:pt idx="19539">
                  <c:v>9.0218434269389949</c:v>
                </c:pt>
                <c:pt idx="19540">
                  <c:v>9.0241914573664186</c:v>
                </c:pt>
                <c:pt idx="19541">
                  <c:v>9.0233696153008403</c:v>
                </c:pt>
                <c:pt idx="19542">
                  <c:v>9.0214459100581408</c:v>
                </c:pt>
                <c:pt idx="19543">
                  <c:v>9.0240573111271214</c:v>
                </c:pt>
                <c:pt idx="19544">
                  <c:v>9.0263741350133202</c:v>
                </c:pt>
                <c:pt idx="19545">
                  <c:v>9.0233824958530899</c:v>
                </c:pt>
                <c:pt idx="19546">
                  <c:v>9.0211885084529939</c:v>
                </c:pt>
                <c:pt idx="19547">
                  <c:v>9.0228955481460389</c:v>
                </c:pt>
                <c:pt idx="19548">
                  <c:v>9.0212323861065968</c:v>
                </c:pt>
                <c:pt idx="19549">
                  <c:v>9.0201952398505441</c:v>
                </c:pt>
                <c:pt idx="19550">
                  <c:v>9.018698373071059</c:v>
                </c:pt>
                <c:pt idx="19551">
                  <c:v>9.0175366100899748</c:v>
                </c:pt>
                <c:pt idx="19552">
                  <c:v>9.0195844084580195</c:v>
                </c:pt>
                <c:pt idx="19553">
                  <c:v>9.0227330228038127</c:v>
                </c:pt>
                <c:pt idx="19554">
                  <c:v>9.0250435634937922</c:v>
                </c:pt>
                <c:pt idx="19555">
                  <c:v>9.0267746887723472</c:v>
                </c:pt>
                <c:pt idx="19556">
                  <c:v>9.0271106303302453</c:v>
                </c:pt>
                <c:pt idx="19557">
                  <c:v>9.0289037498115032</c:v>
                </c:pt>
                <c:pt idx="19558">
                  <c:v>9.0297873766399146</c:v>
                </c:pt>
                <c:pt idx="19559">
                  <c:v>9.0277594750599004</c:v>
                </c:pt>
                <c:pt idx="19560">
                  <c:v>9.0252030519578437</c:v>
                </c:pt>
                <c:pt idx="19561">
                  <c:v>9.0238331057420034</c:v>
                </c:pt>
                <c:pt idx="19562">
                  <c:v>9.0257194259671927</c:v>
                </c:pt>
                <c:pt idx="19563">
                  <c:v>9.0266812785885424</c:v>
                </c:pt>
                <c:pt idx="19564">
                  <c:v>9.0247745379756381</c:v>
                </c:pt>
                <c:pt idx="19565">
                  <c:v>9.0241483127523754</c:v>
                </c:pt>
                <c:pt idx="19566">
                  <c:v>9.0236472278538269</c:v>
                </c:pt>
                <c:pt idx="19567">
                  <c:v>9.0229149213343831</c:v>
                </c:pt>
                <c:pt idx="19568">
                  <c:v>9.0230013152824089</c:v>
                </c:pt>
                <c:pt idx="19569">
                  <c:v>9.0219952708476452</c:v>
                </c:pt>
                <c:pt idx="19570">
                  <c:v>9.0212432769800444</c:v>
                </c:pt>
                <c:pt idx="19571">
                  <c:v>9.02140402208334</c:v>
                </c:pt>
                <c:pt idx="19572">
                  <c:v>9.0234177864718603</c:v>
                </c:pt>
                <c:pt idx="19573">
                  <c:v>9.0255109285726256</c:v>
                </c:pt>
                <c:pt idx="19574">
                  <c:v>9.0268226505034939</c:v>
                </c:pt>
                <c:pt idx="19575">
                  <c:v>9.0230945160263385</c:v>
                </c:pt>
                <c:pt idx="19576">
                  <c:v>9.0193143357404963</c:v>
                </c:pt>
                <c:pt idx="19577">
                  <c:v>9.0196861962367851</c:v>
                </c:pt>
                <c:pt idx="19578">
                  <c:v>9.0214051740026466</c:v>
                </c:pt>
                <c:pt idx="19579">
                  <c:v>9.0216600623293068</c:v>
                </c:pt>
                <c:pt idx="19580">
                  <c:v>9.0250956093024808</c:v>
                </c:pt>
                <c:pt idx="19581">
                  <c:v>9.0257696915369543</c:v>
                </c:pt>
                <c:pt idx="19582">
                  <c:v>9.0240077785969213</c:v>
                </c:pt>
                <c:pt idx="19583">
                  <c:v>9.0238699671598273</c:v>
                </c:pt>
                <c:pt idx="19584">
                  <c:v>9.0257397416349718</c:v>
                </c:pt>
                <c:pt idx="19585">
                  <c:v>9.0263552854246605</c:v>
                </c:pt>
                <c:pt idx="19586">
                  <c:v>9.0263674329373522</c:v>
                </c:pt>
                <c:pt idx="19587">
                  <c:v>9.02702004758474</c:v>
                </c:pt>
                <c:pt idx="19588">
                  <c:v>9.027353685304023</c:v>
                </c:pt>
                <c:pt idx="19589">
                  <c:v>9.0272726320727852</c:v>
                </c:pt>
                <c:pt idx="19590">
                  <c:v>9.022726844327531</c:v>
                </c:pt>
                <c:pt idx="19591">
                  <c:v>9.0194956059514428</c:v>
                </c:pt>
                <c:pt idx="19592">
                  <c:v>9.018937029807482</c:v>
                </c:pt>
                <c:pt idx="19593">
                  <c:v>9.0189404855654036</c:v>
                </c:pt>
                <c:pt idx="19594">
                  <c:v>9.0213300898078188</c:v>
                </c:pt>
                <c:pt idx="19595">
                  <c:v>9.0265878684047376</c:v>
                </c:pt>
                <c:pt idx="19596">
                  <c:v>9.0292781235862805</c:v>
                </c:pt>
                <c:pt idx="19597">
                  <c:v>9.025706545414943</c:v>
                </c:pt>
                <c:pt idx="19598">
                  <c:v>9.0212663153661854</c:v>
                </c:pt>
                <c:pt idx="19599">
                  <c:v>9.0204906547928214</c:v>
                </c:pt>
                <c:pt idx="19600">
                  <c:v>9.021078447799205</c:v>
                </c:pt>
                <c:pt idx="19601">
                  <c:v>9.0226126995962002</c:v>
                </c:pt>
                <c:pt idx="19602">
                  <c:v>9.0237572885076158</c:v>
                </c:pt>
                <c:pt idx="19603">
                  <c:v>9.0254545892465199</c:v>
                </c:pt>
                <c:pt idx="19604">
                  <c:v>9.0260015414774735</c:v>
                </c:pt>
                <c:pt idx="19605">
                  <c:v>9.0258242506241313</c:v>
                </c:pt>
                <c:pt idx="19606">
                  <c:v>9.0254512382085359</c:v>
                </c:pt>
                <c:pt idx="19607">
                  <c:v>9.0224156166747651</c:v>
                </c:pt>
                <c:pt idx="19608">
                  <c:v>9.0198759487626301</c:v>
                </c:pt>
                <c:pt idx="19609">
                  <c:v>9.0207399929628203</c:v>
                </c:pt>
                <c:pt idx="19610">
                  <c:v>9.0223178082536073</c:v>
                </c:pt>
                <c:pt idx="19611">
                  <c:v>9.0243028793793876</c:v>
                </c:pt>
                <c:pt idx="19612">
                  <c:v>9.0278510002848389</c:v>
                </c:pt>
                <c:pt idx="19613">
                  <c:v>9.0279831568453321</c:v>
                </c:pt>
                <c:pt idx="19614">
                  <c:v>9.0284561768007645</c:v>
                </c:pt>
                <c:pt idx="19615">
                  <c:v>9.0266693405157241</c:v>
                </c:pt>
                <c:pt idx="19616">
                  <c:v>9.0254909270646575</c:v>
                </c:pt>
                <c:pt idx="19617">
                  <c:v>9.0249887949667418</c:v>
                </c:pt>
                <c:pt idx="19618">
                  <c:v>9.022558245228959</c:v>
                </c:pt>
                <c:pt idx="19619">
                  <c:v>9.0192276276326595</c:v>
                </c:pt>
                <c:pt idx="19620">
                  <c:v>9.0152684809744823</c:v>
                </c:pt>
                <c:pt idx="19621">
                  <c:v>9.0152132935676832</c:v>
                </c:pt>
                <c:pt idx="19622">
                  <c:v>9.0202567104535625</c:v>
                </c:pt>
                <c:pt idx="19623">
                  <c:v>9.0224758306385411</c:v>
                </c:pt>
                <c:pt idx="19624">
                  <c:v>9.0235361200006707</c:v>
                </c:pt>
                <c:pt idx="19625">
                  <c:v>9.0249630338622389</c:v>
                </c:pt>
                <c:pt idx="19626">
                  <c:v>9.0239415955967353</c:v>
                </c:pt>
                <c:pt idx="19627">
                  <c:v>9.0235660699026532</c:v>
                </c:pt>
                <c:pt idx="19628">
                  <c:v>9.0261905609637587</c:v>
                </c:pt>
                <c:pt idx="19629">
                  <c:v>9.0273155672469549</c:v>
                </c:pt>
                <c:pt idx="19630">
                  <c:v>9.0263575892632737</c:v>
                </c:pt>
                <c:pt idx="19631">
                  <c:v>9.0262989460985548</c:v>
                </c:pt>
                <c:pt idx="19632">
                  <c:v>9.025964575339712</c:v>
                </c:pt>
                <c:pt idx="19633">
                  <c:v>9.025846451250775</c:v>
                </c:pt>
                <c:pt idx="19634">
                  <c:v>9.0279830521253963</c:v>
                </c:pt>
                <c:pt idx="19635">
                  <c:v>9.0284999497344298</c:v>
                </c:pt>
                <c:pt idx="19636">
                  <c:v>9.0279859842836316</c:v>
                </c:pt>
                <c:pt idx="19637">
                  <c:v>9.0277454425883423</c:v>
                </c:pt>
                <c:pt idx="19638">
                  <c:v>9.0245755700953367</c:v>
                </c:pt>
                <c:pt idx="19639">
                  <c:v>9.0223836770939805</c:v>
                </c:pt>
                <c:pt idx="19640">
                  <c:v>9.0205595605113675</c:v>
                </c:pt>
                <c:pt idx="19641">
                  <c:v>9.0211522753547904</c:v>
                </c:pt>
                <c:pt idx="19642">
                  <c:v>9.0239050483387224</c:v>
                </c:pt>
                <c:pt idx="19643">
                  <c:v>9.0259172419281875</c:v>
                </c:pt>
                <c:pt idx="19644">
                  <c:v>9.0260943233416544</c:v>
                </c:pt>
                <c:pt idx="19645">
                  <c:v>9.0246335849404353</c:v>
                </c:pt>
                <c:pt idx="19646">
                  <c:v>9.0221269038084539</c:v>
                </c:pt>
                <c:pt idx="19647">
                  <c:v>9.022041138180052</c:v>
                </c:pt>
                <c:pt idx="19648">
                  <c:v>9.0221790543370801</c:v>
                </c:pt>
                <c:pt idx="19649">
                  <c:v>9.0224432627381326</c:v>
                </c:pt>
                <c:pt idx="19650">
                  <c:v>9.0231932669269312</c:v>
                </c:pt>
                <c:pt idx="19651">
                  <c:v>9.0240701916793729</c:v>
                </c:pt>
                <c:pt idx="19652">
                  <c:v>9.0248776871135838</c:v>
                </c:pt>
                <c:pt idx="19653">
                  <c:v>9.0264260761020729</c:v>
                </c:pt>
                <c:pt idx="19654">
                  <c:v>9.0284801576663369</c:v>
                </c:pt>
                <c:pt idx="19655">
                  <c:v>9.027146235108825</c:v>
                </c:pt>
                <c:pt idx="19656">
                  <c:v>9.0249543421074669</c:v>
                </c:pt>
                <c:pt idx="19657">
                  <c:v>9.0245243620461437</c:v>
                </c:pt>
                <c:pt idx="19658">
                  <c:v>9.0242216167082763</c:v>
                </c:pt>
                <c:pt idx="19659">
                  <c:v>9.0261496154683911</c:v>
                </c:pt>
                <c:pt idx="19660">
                  <c:v>9.0271797454886649</c:v>
                </c:pt>
                <c:pt idx="19661">
                  <c:v>9.0253911289646975</c:v>
                </c:pt>
                <c:pt idx="19662">
                  <c:v>9.0246542147680238</c:v>
                </c:pt>
                <c:pt idx="19663">
                  <c:v>9.0239581413467818</c:v>
                </c:pt>
                <c:pt idx="19664">
                  <c:v>9.0251732067757988</c:v>
                </c:pt>
                <c:pt idx="19665">
                  <c:v>9.0267067255332343</c:v>
                </c:pt>
                <c:pt idx="19666">
                  <c:v>9.0280635817569497</c:v>
                </c:pt>
                <c:pt idx="19667">
                  <c:v>9.028203068713033</c:v>
                </c:pt>
                <c:pt idx="19668">
                  <c:v>9.0267169880870597</c:v>
                </c:pt>
                <c:pt idx="19669">
                  <c:v>9.0247265762444915</c:v>
                </c:pt>
                <c:pt idx="19670">
                  <c:v>9.0209865036945196</c:v>
                </c:pt>
                <c:pt idx="19671">
                  <c:v>9.0185609805137137</c:v>
                </c:pt>
                <c:pt idx="19672">
                  <c:v>9.0202491706180989</c:v>
                </c:pt>
                <c:pt idx="19673">
                  <c:v>9.0226511318130793</c:v>
                </c:pt>
                <c:pt idx="19674">
                  <c:v>9.0232320133036215</c:v>
                </c:pt>
                <c:pt idx="19675">
                  <c:v>9.0238632650838593</c:v>
                </c:pt>
                <c:pt idx="19676">
                  <c:v>9.0253346849186542</c:v>
                </c:pt>
                <c:pt idx="19677">
                  <c:v>9.0265292252400187</c:v>
                </c:pt>
                <c:pt idx="19678">
                  <c:v>9.0252052510765211</c:v>
                </c:pt>
                <c:pt idx="19679">
                  <c:v>9.0242797362733107</c:v>
                </c:pt>
                <c:pt idx="19680">
                  <c:v>9.0243662349412723</c:v>
                </c:pt>
                <c:pt idx="19681">
                  <c:v>9.0246651056414731</c:v>
                </c:pt>
                <c:pt idx="19682">
                  <c:v>9.0236037690799726</c:v>
                </c:pt>
                <c:pt idx="19683">
                  <c:v>9.0246926469849029</c:v>
                </c:pt>
                <c:pt idx="19684">
                  <c:v>9.0252599148836357</c:v>
                </c:pt>
                <c:pt idx="19685">
                  <c:v>9.0252324782601416</c:v>
                </c:pt>
                <c:pt idx="19686">
                  <c:v>9.026332037598646</c:v>
                </c:pt>
                <c:pt idx="19687">
                  <c:v>9.025388301526398</c:v>
                </c:pt>
                <c:pt idx="19688">
                  <c:v>9.0234258499070084</c:v>
                </c:pt>
                <c:pt idx="19689">
                  <c:v>9.0228963859055344</c:v>
                </c:pt>
                <c:pt idx="19690">
                  <c:v>9.0215551329524324</c:v>
                </c:pt>
                <c:pt idx="19691">
                  <c:v>9.0232132684348976</c:v>
                </c:pt>
                <c:pt idx="19692">
                  <c:v>9.0265401161134662</c:v>
                </c:pt>
                <c:pt idx="19693">
                  <c:v>9.0261729680143432</c:v>
                </c:pt>
                <c:pt idx="19694">
                  <c:v>9.0272240420220164</c:v>
                </c:pt>
                <c:pt idx="19695">
                  <c:v>9.026481263508872</c:v>
                </c:pt>
                <c:pt idx="19696">
                  <c:v>9.0233394559589826</c:v>
                </c:pt>
                <c:pt idx="19697">
                  <c:v>9.0216115769984757</c:v>
                </c:pt>
                <c:pt idx="19698">
                  <c:v>9.0237259772464515</c:v>
                </c:pt>
                <c:pt idx="19699">
                  <c:v>9.0254376246167247</c:v>
                </c:pt>
                <c:pt idx="19700">
                  <c:v>9.025153728867517</c:v>
                </c:pt>
                <c:pt idx="19701">
                  <c:v>9.0237977104032971</c:v>
                </c:pt>
                <c:pt idx="19702">
                  <c:v>9.024065479282207</c:v>
                </c:pt>
                <c:pt idx="19703">
                  <c:v>9.0255184684080891</c:v>
                </c:pt>
                <c:pt idx="19704">
                  <c:v>9.0272165021865529</c:v>
                </c:pt>
                <c:pt idx="19705">
                  <c:v>9.0270363838949113</c:v>
                </c:pt>
                <c:pt idx="19706">
                  <c:v>9.02816861585376</c:v>
                </c:pt>
                <c:pt idx="19707">
                  <c:v>9.0290546512407222</c:v>
                </c:pt>
                <c:pt idx="19708">
                  <c:v>9.0260814427894047</c:v>
                </c:pt>
                <c:pt idx="19709">
                  <c:v>9.0228741852788907</c:v>
                </c:pt>
                <c:pt idx="19710">
                  <c:v>9.021705510781965</c:v>
                </c:pt>
                <c:pt idx="19711">
                  <c:v>9.0218889801115889</c:v>
                </c:pt>
                <c:pt idx="19712">
                  <c:v>9.0247860571687077</c:v>
                </c:pt>
                <c:pt idx="19713">
                  <c:v>9.0247527562287413</c:v>
                </c:pt>
                <c:pt idx="19714">
                  <c:v>9.025131004641187</c:v>
                </c:pt>
                <c:pt idx="19715">
                  <c:v>9.0227288340063332</c:v>
                </c:pt>
                <c:pt idx="19716">
                  <c:v>9.0185934436941846</c:v>
                </c:pt>
                <c:pt idx="19717">
                  <c:v>9.0200517735368528</c:v>
                </c:pt>
                <c:pt idx="19718">
                  <c:v>9.0249139202117856</c:v>
                </c:pt>
                <c:pt idx="19719">
                  <c:v>9.0290078414288821</c:v>
                </c:pt>
                <c:pt idx="19720">
                  <c:v>9.0281165700450714</c:v>
                </c:pt>
                <c:pt idx="19721">
                  <c:v>9.0267984601980462</c:v>
                </c:pt>
                <c:pt idx="19722">
                  <c:v>9.0260172494680226</c:v>
                </c:pt>
                <c:pt idx="19723">
                  <c:v>9.0261576789035409</c:v>
                </c:pt>
                <c:pt idx="19724">
                  <c:v>9.0268994102173146</c:v>
                </c:pt>
                <c:pt idx="19725">
                  <c:v>9.0242553365279896</c:v>
                </c:pt>
                <c:pt idx="19726">
                  <c:v>9.0205552669939522</c:v>
                </c:pt>
                <c:pt idx="19727">
                  <c:v>9.0208584312115683</c:v>
                </c:pt>
                <c:pt idx="19728">
                  <c:v>9.0213974247273097</c:v>
                </c:pt>
                <c:pt idx="19729">
                  <c:v>9.0196120545213887</c:v>
                </c:pt>
                <c:pt idx="19730">
                  <c:v>9.0162275061575325</c:v>
                </c:pt>
                <c:pt idx="19731">
                  <c:v>9.0185965852922951</c:v>
                </c:pt>
                <c:pt idx="19732">
                  <c:v>9.0225226404503793</c:v>
                </c:pt>
                <c:pt idx="19733">
                  <c:v>9.0255209816865776</c:v>
                </c:pt>
                <c:pt idx="19734">
                  <c:v>9.0265004272573428</c:v>
                </c:pt>
                <c:pt idx="19735">
                  <c:v>9.0251197996079284</c:v>
                </c:pt>
                <c:pt idx="19736">
                  <c:v>9.0236231422683169</c:v>
                </c:pt>
                <c:pt idx="19737">
                  <c:v>9.0270639252383429</c:v>
                </c:pt>
                <c:pt idx="19738">
                  <c:v>9.0298497897223662</c:v>
                </c:pt>
                <c:pt idx="19739">
                  <c:v>9.0284779585476596</c:v>
                </c:pt>
                <c:pt idx="19740">
                  <c:v>9.0235618811051719</c:v>
                </c:pt>
                <c:pt idx="19741">
                  <c:v>9.0202610039709796</c:v>
                </c:pt>
                <c:pt idx="19742">
                  <c:v>9.0216381758624742</c:v>
                </c:pt>
                <c:pt idx="19743">
                  <c:v>9.0230310557445161</c:v>
                </c:pt>
                <c:pt idx="19744">
                  <c:v>9.0239421191964215</c:v>
                </c:pt>
                <c:pt idx="19745">
                  <c:v>9.027621768342744</c:v>
                </c:pt>
                <c:pt idx="19746">
                  <c:v>9.0331837583566514</c:v>
                </c:pt>
                <c:pt idx="19747">
                  <c:v>9.0311020307290182</c:v>
                </c:pt>
                <c:pt idx="19748">
                  <c:v>9.0265167635675159</c:v>
                </c:pt>
                <c:pt idx="19749">
                  <c:v>9.0247951678032265</c:v>
                </c:pt>
                <c:pt idx="19750">
                  <c:v>9.0245414313958747</c:v>
                </c:pt>
                <c:pt idx="19751">
                  <c:v>9.0260862599065064</c:v>
                </c:pt>
                <c:pt idx="19752">
                  <c:v>9.0281160464453869</c:v>
                </c:pt>
                <c:pt idx="19753">
                  <c:v>9.0270437142905013</c:v>
                </c:pt>
                <c:pt idx="19754">
                  <c:v>9.0243439295946928</c:v>
                </c:pt>
                <c:pt idx="19755">
                  <c:v>9.0217656200258034</c:v>
                </c:pt>
                <c:pt idx="19756">
                  <c:v>9.0214600472496365</c:v>
                </c:pt>
                <c:pt idx="19757">
                  <c:v>9.0271893797228699</c:v>
                </c:pt>
                <c:pt idx="19758">
                  <c:v>9.0303485707822997</c:v>
                </c:pt>
                <c:pt idx="19759">
                  <c:v>9.027476207630313</c:v>
                </c:pt>
                <c:pt idx="19760">
                  <c:v>9.0258950413015437</c:v>
                </c:pt>
                <c:pt idx="19761">
                  <c:v>9.0266457785299004</c:v>
                </c:pt>
                <c:pt idx="19762">
                  <c:v>9.0236930951862337</c:v>
                </c:pt>
                <c:pt idx="19763">
                  <c:v>9.0229631972253408</c:v>
                </c:pt>
                <c:pt idx="19764">
                  <c:v>9.0262283648610158</c:v>
                </c:pt>
                <c:pt idx="19765">
                  <c:v>9.0257308404403265</c:v>
                </c:pt>
                <c:pt idx="19766">
                  <c:v>9.0224467184960542</c:v>
                </c:pt>
                <c:pt idx="19767">
                  <c:v>9.021575658060085</c:v>
                </c:pt>
                <c:pt idx="19768">
                  <c:v>9.022464835045156</c:v>
                </c:pt>
                <c:pt idx="19769">
                  <c:v>9.0229891677697172</c:v>
                </c:pt>
                <c:pt idx="19770">
                  <c:v>9.0226641170852666</c:v>
                </c:pt>
                <c:pt idx="19771">
                  <c:v>9.0214000427257339</c:v>
                </c:pt>
                <c:pt idx="19772">
                  <c:v>9.0211525895146014</c:v>
                </c:pt>
                <c:pt idx="19773">
                  <c:v>9.022286182832632</c:v>
                </c:pt>
                <c:pt idx="19774">
                  <c:v>9.025843100212791</c:v>
                </c:pt>
                <c:pt idx="19775">
                  <c:v>9.0299830982021678</c:v>
                </c:pt>
                <c:pt idx="19776">
                  <c:v>9.0303909823567849</c:v>
                </c:pt>
                <c:pt idx="19777">
                  <c:v>9.0277747641707027</c:v>
                </c:pt>
                <c:pt idx="19778">
                  <c:v>9.0239529053499314</c:v>
                </c:pt>
                <c:pt idx="19779">
                  <c:v>9.0232249970678424</c:v>
                </c:pt>
                <c:pt idx="19780">
                  <c:v>9.0221541309920745</c:v>
                </c:pt>
                <c:pt idx="19781">
                  <c:v>9.019852596216678</c:v>
                </c:pt>
                <c:pt idx="19782">
                  <c:v>9.0226000284838221</c:v>
                </c:pt>
                <c:pt idx="19783">
                  <c:v>9.0266224259839483</c:v>
                </c:pt>
                <c:pt idx="19784">
                  <c:v>9.0279804341269703</c:v>
                </c:pt>
                <c:pt idx="19785">
                  <c:v>9.0308185538595573</c:v>
                </c:pt>
                <c:pt idx="19786">
                  <c:v>9.0338938642494515</c:v>
                </c:pt>
                <c:pt idx="19787">
                  <c:v>9.0342017408642334</c:v>
                </c:pt>
                <c:pt idx="19788">
                  <c:v>9.0331601963708259</c:v>
                </c:pt>
                <c:pt idx="19789">
                  <c:v>9.0296637023943163</c:v>
                </c:pt>
                <c:pt idx="19790">
                  <c:v>9.0258553524454204</c:v>
                </c:pt>
                <c:pt idx="19791">
                  <c:v>9.0262353810967948</c:v>
                </c:pt>
                <c:pt idx="19792">
                  <c:v>9.0274976752173988</c:v>
                </c:pt>
                <c:pt idx="19793">
                  <c:v>9.0273796558483994</c:v>
                </c:pt>
                <c:pt idx="19794">
                  <c:v>9.0237138297337598</c:v>
                </c:pt>
                <c:pt idx="19795">
                  <c:v>9.0199146951393185</c:v>
                </c:pt>
                <c:pt idx="19796">
                  <c:v>9.0201624625102621</c:v>
                </c:pt>
                <c:pt idx="19797">
                  <c:v>9.0226518648526373</c:v>
                </c:pt>
                <c:pt idx="19798">
                  <c:v>9.0251381255969036</c:v>
                </c:pt>
                <c:pt idx="19799">
                  <c:v>9.0252246242648653</c:v>
                </c:pt>
                <c:pt idx="19800">
                  <c:v>9.0219087721796818</c:v>
                </c:pt>
                <c:pt idx="19801">
                  <c:v>9.017774429066904</c:v>
                </c:pt>
                <c:pt idx="19802">
                  <c:v>9.0146667602164765</c:v>
                </c:pt>
                <c:pt idx="19803">
                  <c:v>9.0144675828963017</c:v>
                </c:pt>
                <c:pt idx="19804">
                  <c:v>9.0154094340096851</c:v>
                </c:pt>
                <c:pt idx="19805">
                  <c:v>9.0201733533837114</c:v>
                </c:pt>
                <c:pt idx="19806">
                  <c:v>9.0236690096007237</c:v>
                </c:pt>
                <c:pt idx="19807">
                  <c:v>9.0245644697820158</c:v>
                </c:pt>
                <c:pt idx="19808">
                  <c:v>9.0281297647571339</c:v>
                </c:pt>
                <c:pt idx="19809">
                  <c:v>9.0317365288273042</c:v>
                </c:pt>
                <c:pt idx="19810">
                  <c:v>9.0322641078699135</c:v>
                </c:pt>
                <c:pt idx="19811">
                  <c:v>9.029173194209406</c:v>
                </c:pt>
                <c:pt idx="19812">
                  <c:v>9.0235093116967988</c:v>
                </c:pt>
                <c:pt idx="19813">
                  <c:v>9.0231434202369183</c:v>
                </c:pt>
                <c:pt idx="19814">
                  <c:v>9.025305991655916</c:v>
                </c:pt>
                <c:pt idx="19815">
                  <c:v>9.022415302514954</c:v>
                </c:pt>
                <c:pt idx="19816">
                  <c:v>9.0207137082586328</c:v>
                </c:pt>
                <c:pt idx="19817">
                  <c:v>9.0208773855201656</c:v>
                </c:pt>
                <c:pt idx="19818">
                  <c:v>9.0221957048070642</c:v>
                </c:pt>
                <c:pt idx="19819">
                  <c:v>9.0243406832766446</c:v>
                </c:pt>
                <c:pt idx="19820">
                  <c:v>9.0225790844964227</c:v>
                </c:pt>
                <c:pt idx="19821">
                  <c:v>9.0218824874754961</c:v>
                </c:pt>
                <c:pt idx="19822">
                  <c:v>9.0242425606956758</c:v>
                </c:pt>
                <c:pt idx="19823">
                  <c:v>9.0248209289077295</c:v>
                </c:pt>
                <c:pt idx="19824">
                  <c:v>9.0224119514769701</c:v>
                </c:pt>
                <c:pt idx="19825">
                  <c:v>9.020579457299398</c:v>
                </c:pt>
                <c:pt idx="19826">
                  <c:v>9.0194343447882979</c:v>
                </c:pt>
                <c:pt idx="19827">
                  <c:v>9.0181611597942464</c:v>
                </c:pt>
                <c:pt idx="19828">
                  <c:v>9.0179395724075526</c:v>
                </c:pt>
                <c:pt idx="19829">
                  <c:v>9.0166188445621032</c:v>
                </c:pt>
                <c:pt idx="19830">
                  <c:v>9.0166343431127789</c:v>
                </c:pt>
                <c:pt idx="19831">
                  <c:v>9.0193419818038638</c:v>
                </c:pt>
                <c:pt idx="19832">
                  <c:v>9.0224206432317402</c:v>
                </c:pt>
                <c:pt idx="19833">
                  <c:v>9.0228840289529675</c:v>
                </c:pt>
                <c:pt idx="19834">
                  <c:v>9.0235555979089526</c:v>
                </c:pt>
                <c:pt idx="19835">
                  <c:v>9.0256834023088643</c:v>
                </c:pt>
                <c:pt idx="19836">
                  <c:v>9.0260526448067289</c:v>
                </c:pt>
                <c:pt idx="19837">
                  <c:v>9.0250406313355569</c:v>
                </c:pt>
                <c:pt idx="19838">
                  <c:v>9.0262603044418004</c:v>
                </c:pt>
                <c:pt idx="19839">
                  <c:v>9.0279081773704402</c:v>
                </c:pt>
                <c:pt idx="19840">
                  <c:v>9.0266025291959178</c:v>
                </c:pt>
                <c:pt idx="19841">
                  <c:v>9.0254966866611941</c:v>
                </c:pt>
                <c:pt idx="19842">
                  <c:v>9.0301121131645523</c:v>
                </c:pt>
                <c:pt idx="19843">
                  <c:v>9.028598910074896</c:v>
                </c:pt>
                <c:pt idx="19844">
                  <c:v>9.0267626459795913</c:v>
                </c:pt>
                <c:pt idx="19845">
                  <c:v>9.0262945478612</c:v>
                </c:pt>
                <c:pt idx="19846">
                  <c:v>9.0264060745941048</c:v>
                </c:pt>
                <c:pt idx="19847">
                  <c:v>9.0269218202838335</c:v>
                </c:pt>
                <c:pt idx="19848">
                  <c:v>9.0261162098084888</c:v>
                </c:pt>
                <c:pt idx="19849">
                  <c:v>9.0232951594256328</c:v>
                </c:pt>
                <c:pt idx="19850">
                  <c:v>9.0218255198297665</c:v>
                </c:pt>
                <c:pt idx="19851">
                  <c:v>9.0233656359432342</c:v>
                </c:pt>
                <c:pt idx="19852">
                  <c:v>9.0240913451066476</c:v>
                </c:pt>
                <c:pt idx="19853">
                  <c:v>9.0237542516294429</c:v>
                </c:pt>
                <c:pt idx="19854">
                  <c:v>9.0222404202201627</c:v>
                </c:pt>
                <c:pt idx="19855">
                  <c:v>9.0232999765427344</c:v>
                </c:pt>
                <c:pt idx="19856">
                  <c:v>9.0254887279459819</c:v>
                </c:pt>
                <c:pt idx="19857">
                  <c:v>9.0267488229479085</c:v>
                </c:pt>
                <c:pt idx="19858">
                  <c:v>9.0264083784327198</c:v>
                </c:pt>
                <c:pt idx="19859">
                  <c:v>9.0270152304676365</c:v>
                </c:pt>
                <c:pt idx="19860">
                  <c:v>9.0260097096325591</c:v>
                </c:pt>
                <c:pt idx="19861">
                  <c:v>9.0259093879329129</c:v>
                </c:pt>
                <c:pt idx="19862">
                  <c:v>9.0253275639629376</c:v>
                </c:pt>
                <c:pt idx="19863">
                  <c:v>9.0265679716167089</c:v>
                </c:pt>
                <c:pt idx="19864">
                  <c:v>9.0277418821104831</c:v>
                </c:pt>
                <c:pt idx="19865">
                  <c:v>9.0271324120771403</c:v>
                </c:pt>
                <c:pt idx="19866">
                  <c:v>9.0265866117654951</c:v>
                </c:pt>
                <c:pt idx="19867">
                  <c:v>9.0241838128110174</c:v>
                </c:pt>
                <c:pt idx="19868">
                  <c:v>9.0231201724109038</c:v>
                </c:pt>
                <c:pt idx="19869">
                  <c:v>9.0242909413065693</c:v>
                </c:pt>
                <c:pt idx="19870">
                  <c:v>9.0262173692676306</c:v>
                </c:pt>
                <c:pt idx="19871">
                  <c:v>9.0292912135784054</c:v>
                </c:pt>
                <c:pt idx="19872">
                  <c:v>9.0301900247976814</c:v>
                </c:pt>
                <c:pt idx="19873">
                  <c:v>9.0286713762712996</c:v>
                </c:pt>
                <c:pt idx="19874">
                  <c:v>9.0267181400063663</c:v>
                </c:pt>
                <c:pt idx="19875">
                  <c:v>9.0220026012432353</c:v>
                </c:pt>
                <c:pt idx="19876">
                  <c:v>9.0203604879111303</c:v>
                </c:pt>
                <c:pt idx="19877">
                  <c:v>9.0193947606521121</c:v>
                </c:pt>
                <c:pt idx="19878">
                  <c:v>9.019488799155539</c:v>
                </c:pt>
                <c:pt idx="19879">
                  <c:v>9.0214132374377964</c:v>
                </c:pt>
                <c:pt idx="19880">
                  <c:v>9.0208011494060294</c:v>
                </c:pt>
                <c:pt idx="19881">
                  <c:v>9.0194468064608007</c:v>
                </c:pt>
                <c:pt idx="19882">
                  <c:v>9.0202322059883056</c:v>
                </c:pt>
                <c:pt idx="19883">
                  <c:v>9.0214833997955868</c:v>
                </c:pt>
                <c:pt idx="19884">
                  <c:v>9.0242091550357717</c:v>
                </c:pt>
                <c:pt idx="19885">
                  <c:v>9.025534909438198</c:v>
                </c:pt>
                <c:pt idx="19886">
                  <c:v>9.0249754955347417</c:v>
                </c:pt>
                <c:pt idx="19887">
                  <c:v>9.0247855335690232</c:v>
                </c:pt>
                <c:pt idx="19888">
                  <c:v>9.0277260693999963</c:v>
                </c:pt>
                <c:pt idx="19889">
                  <c:v>9.0290448075666436</c:v>
                </c:pt>
                <c:pt idx="19890">
                  <c:v>9.0272792294288156</c:v>
                </c:pt>
                <c:pt idx="19891">
                  <c:v>9.0247942253237934</c:v>
                </c:pt>
                <c:pt idx="19892">
                  <c:v>9.0243818382118857</c:v>
                </c:pt>
                <c:pt idx="19893">
                  <c:v>9.0233403984384157</c:v>
                </c:pt>
                <c:pt idx="19894">
                  <c:v>9.0235938206859583</c:v>
                </c:pt>
                <c:pt idx="19895">
                  <c:v>9.0261522334668172</c:v>
                </c:pt>
                <c:pt idx="19896">
                  <c:v>9.0277568570614743</c:v>
                </c:pt>
                <c:pt idx="19897">
                  <c:v>9.0294836888226122</c:v>
                </c:pt>
                <c:pt idx="19898">
                  <c:v>9.0311658051706516</c:v>
                </c:pt>
                <c:pt idx="19899">
                  <c:v>9.0299446659852887</c:v>
                </c:pt>
                <c:pt idx="19900">
                  <c:v>9.0274732754720777</c:v>
                </c:pt>
                <c:pt idx="19901">
                  <c:v>9.0262284695809534</c:v>
                </c:pt>
                <c:pt idx="19902">
                  <c:v>9.0264500569676454</c:v>
                </c:pt>
                <c:pt idx="19903">
                  <c:v>9.0304946550944152</c:v>
                </c:pt>
                <c:pt idx="19904">
                  <c:v>9.0332995786069734</c:v>
                </c:pt>
                <c:pt idx="19905">
                  <c:v>9.0326869669755201</c:v>
                </c:pt>
                <c:pt idx="19906">
                  <c:v>9.027791100480874</c:v>
                </c:pt>
                <c:pt idx="19907">
                  <c:v>9.0213998332858605</c:v>
                </c:pt>
                <c:pt idx="19908">
                  <c:v>9.0204634276092026</c:v>
                </c:pt>
                <c:pt idx="19909">
                  <c:v>9.0230545130104058</c:v>
                </c:pt>
                <c:pt idx="19910">
                  <c:v>9.0246489787711752</c:v>
                </c:pt>
                <c:pt idx="19911">
                  <c:v>9.0244731539969507</c:v>
                </c:pt>
                <c:pt idx="19912">
                  <c:v>9.0224026314025778</c:v>
                </c:pt>
                <c:pt idx="19913">
                  <c:v>9.0201281143709267</c:v>
                </c:pt>
                <c:pt idx="19914">
                  <c:v>9.0185615041134</c:v>
                </c:pt>
                <c:pt idx="19915">
                  <c:v>9.0185198255784726</c:v>
                </c:pt>
                <c:pt idx="19916">
                  <c:v>9.0226015992828774</c:v>
                </c:pt>
                <c:pt idx="19917">
                  <c:v>9.0267648450982687</c:v>
                </c:pt>
                <c:pt idx="19918">
                  <c:v>9.0305563351373088</c:v>
                </c:pt>
                <c:pt idx="19919">
                  <c:v>9.0308088149054164</c:v>
                </c:pt>
                <c:pt idx="19920">
                  <c:v>9.0283522946232591</c:v>
                </c:pt>
                <c:pt idx="19921">
                  <c:v>9.0247546411876076</c:v>
                </c:pt>
                <c:pt idx="19922">
                  <c:v>9.0242764899552643</c:v>
                </c:pt>
                <c:pt idx="19923">
                  <c:v>9.0235807306938316</c:v>
                </c:pt>
                <c:pt idx="19924">
                  <c:v>9.0232094985171649</c:v>
                </c:pt>
                <c:pt idx="19925">
                  <c:v>9.024896746142117</c:v>
                </c:pt>
                <c:pt idx="19926">
                  <c:v>9.0268262109813513</c:v>
                </c:pt>
                <c:pt idx="19927">
                  <c:v>9.0269806728884276</c:v>
                </c:pt>
                <c:pt idx="19928">
                  <c:v>9.026672063234086</c:v>
                </c:pt>
                <c:pt idx="19929">
                  <c:v>9.0300974523733721</c:v>
                </c:pt>
                <c:pt idx="19930">
                  <c:v>9.0296627599148831</c:v>
                </c:pt>
                <c:pt idx="19931">
                  <c:v>9.0280833738250426</c:v>
                </c:pt>
                <c:pt idx="19932">
                  <c:v>9.0273773520097844</c:v>
                </c:pt>
                <c:pt idx="19933">
                  <c:v>9.0296409781679881</c:v>
                </c:pt>
                <c:pt idx="19934">
                  <c:v>9.0335445185396175</c:v>
                </c:pt>
                <c:pt idx="19935">
                  <c:v>9.0313778630430779</c:v>
                </c:pt>
                <c:pt idx="19936">
                  <c:v>9.0269984752777166</c:v>
                </c:pt>
                <c:pt idx="19937">
                  <c:v>9.0244418427357882</c:v>
                </c:pt>
                <c:pt idx="19938">
                  <c:v>9.0225330077241424</c:v>
                </c:pt>
                <c:pt idx="19939">
                  <c:v>9.0220177856341</c:v>
                </c:pt>
                <c:pt idx="19940">
                  <c:v>9.0206973719484616</c:v>
                </c:pt>
                <c:pt idx="19941">
                  <c:v>9.0186242313556626</c:v>
                </c:pt>
                <c:pt idx="19942">
                  <c:v>9.0183937427743235</c:v>
                </c:pt>
                <c:pt idx="19943">
                  <c:v>9.0208940359901479</c:v>
                </c:pt>
                <c:pt idx="19944">
                  <c:v>9.0218297086272479</c:v>
                </c:pt>
                <c:pt idx="19945">
                  <c:v>9.0228866469513935</c:v>
                </c:pt>
                <c:pt idx="19946">
                  <c:v>9.023698017023273</c:v>
                </c:pt>
                <c:pt idx="19947">
                  <c:v>9.022526724527923</c:v>
                </c:pt>
                <c:pt idx="19948">
                  <c:v>9.0214134468776699</c:v>
                </c:pt>
                <c:pt idx="19949">
                  <c:v>9.0231559866293587</c:v>
                </c:pt>
                <c:pt idx="19950">
                  <c:v>9.0252679783187837</c:v>
                </c:pt>
                <c:pt idx="19951">
                  <c:v>9.02542244022586</c:v>
                </c:pt>
                <c:pt idx="19952">
                  <c:v>9.0244061332372709</c:v>
                </c:pt>
                <c:pt idx="19953">
                  <c:v>9.0246504448502929</c:v>
                </c:pt>
                <c:pt idx="19954">
                  <c:v>9.0266911222626209</c:v>
                </c:pt>
                <c:pt idx="19955">
                  <c:v>9.0289506643432809</c:v>
                </c:pt>
                <c:pt idx="19956">
                  <c:v>9.028634095973727</c:v>
                </c:pt>
                <c:pt idx="19957">
                  <c:v>9.0268319705778861</c:v>
                </c:pt>
                <c:pt idx="19958">
                  <c:v>9.0238680822009609</c:v>
                </c:pt>
                <c:pt idx="19959">
                  <c:v>9.0228178459527832</c:v>
                </c:pt>
                <c:pt idx="19960">
                  <c:v>9.0233833336125873</c:v>
                </c:pt>
                <c:pt idx="19961">
                  <c:v>9.0232927508670819</c:v>
                </c:pt>
                <c:pt idx="19962">
                  <c:v>9.0222441901378954</c:v>
                </c:pt>
                <c:pt idx="19963">
                  <c:v>9.0211399184022252</c:v>
                </c:pt>
                <c:pt idx="19964">
                  <c:v>9.0214787921183586</c:v>
                </c:pt>
                <c:pt idx="19965">
                  <c:v>9.020805966523131</c:v>
                </c:pt>
                <c:pt idx="19966">
                  <c:v>9.0186016118492702</c:v>
                </c:pt>
                <c:pt idx="19967">
                  <c:v>9.0171530209607429</c:v>
                </c:pt>
                <c:pt idx="19968">
                  <c:v>9.0178040648090754</c:v>
                </c:pt>
                <c:pt idx="19969">
                  <c:v>9.0216204781931211</c:v>
                </c:pt>
                <c:pt idx="19970">
                  <c:v>9.0250209439873998</c:v>
                </c:pt>
                <c:pt idx="19971">
                  <c:v>9.0262341244575506</c:v>
                </c:pt>
                <c:pt idx="19972">
                  <c:v>9.0262660640383352</c:v>
                </c:pt>
                <c:pt idx="19973">
                  <c:v>9.0281720716116816</c:v>
                </c:pt>
                <c:pt idx="19974">
                  <c:v>9.0288131670659979</c:v>
                </c:pt>
                <c:pt idx="19975">
                  <c:v>9.0271778605297985</c:v>
                </c:pt>
                <c:pt idx="19976">
                  <c:v>9.0242754427558936</c:v>
                </c:pt>
                <c:pt idx="19977">
                  <c:v>9.0216081212405541</c:v>
                </c:pt>
                <c:pt idx="19978">
                  <c:v>9.0195829423789018</c:v>
                </c:pt>
                <c:pt idx="19979">
                  <c:v>9.02063035118878</c:v>
                </c:pt>
                <c:pt idx="19980">
                  <c:v>9.0213878952130422</c:v>
                </c:pt>
                <c:pt idx="19981">
                  <c:v>9.0205376740445349</c:v>
                </c:pt>
                <c:pt idx="19982">
                  <c:v>9.0214546018129109</c:v>
                </c:pt>
                <c:pt idx="19983">
                  <c:v>9.0219583047098837</c:v>
                </c:pt>
                <c:pt idx="19984">
                  <c:v>9.0210827413166221</c:v>
                </c:pt>
                <c:pt idx="19985">
                  <c:v>9.0211230584923676</c:v>
                </c:pt>
                <c:pt idx="19986">
                  <c:v>9.021799863445203</c:v>
                </c:pt>
                <c:pt idx="19987">
                  <c:v>9.0212292445084863</c:v>
                </c:pt>
                <c:pt idx="19988">
                  <c:v>9.0201629861099484</c:v>
                </c:pt>
                <c:pt idx="19989">
                  <c:v>9.0204681400063667</c:v>
                </c:pt>
                <c:pt idx="19990">
                  <c:v>9.0211893462124895</c:v>
                </c:pt>
                <c:pt idx="19991">
                  <c:v>9.0217461421175216</c:v>
                </c:pt>
                <c:pt idx="19992">
                  <c:v>9.0204230057135195</c:v>
                </c:pt>
                <c:pt idx="19993">
                  <c:v>9.0220192517132176</c:v>
                </c:pt>
                <c:pt idx="19994">
                  <c:v>9.0243815240520746</c:v>
                </c:pt>
                <c:pt idx="19995">
                  <c:v>9.0245300169227427</c:v>
                </c:pt>
                <c:pt idx="19996">
                  <c:v>9.0247074124960207</c:v>
                </c:pt>
                <c:pt idx="19997">
                  <c:v>9.0230272858267853</c:v>
                </c:pt>
                <c:pt idx="19998">
                  <c:v>9.0204812299984916</c:v>
                </c:pt>
                <c:pt idx="19999">
                  <c:v>9.0187214114571983</c:v>
                </c:pt>
                <c:pt idx="20000">
                  <c:v>9.0189840490591955</c:v>
                </c:pt>
                <c:pt idx="20001">
                  <c:v>9.0196301710704887</c:v>
                </c:pt>
                <c:pt idx="20002">
                  <c:v>9.021729282207664</c:v>
                </c:pt>
                <c:pt idx="20003">
                  <c:v>9.021640584421025</c:v>
                </c:pt>
                <c:pt idx="20004">
                  <c:v>9.0231878214902057</c:v>
                </c:pt>
                <c:pt idx="20005">
                  <c:v>9.0253569902652355</c:v>
                </c:pt>
                <c:pt idx="20006">
                  <c:v>9.0245432116348034</c:v>
                </c:pt>
                <c:pt idx="20007">
                  <c:v>9.025692827103196</c:v>
                </c:pt>
                <c:pt idx="20008">
                  <c:v>9.0258813229897967</c:v>
                </c:pt>
                <c:pt idx="20009">
                  <c:v>9.0216535696932123</c:v>
                </c:pt>
                <c:pt idx="20010">
                  <c:v>9.0191720213461117</c:v>
                </c:pt>
                <c:pt idx="20011">
                  <c:v>9.0194032429670088</c:v>
                </c:pt>
                <c:pt idx="20012">
                  <c:v>9.0190452055024046</c:v>
                </c:pt>
                <c:pt idx="20013">
                  <c:v>9.0210859876346703</c:v>
                </c:pt>
                <c:pt idx="20014">
                  <c:v>9.0246519109294105</c:v>
                </c:pt>
                <c:pt idx="20015">
                  <c:v>9.0251535194276435</c:v>
                </c:pt>
                <c:pt idx="20016">
                  <c:v>9.023408885277215</c:v>
                </c:pt>
                <c:pt idx="20017">
                  <c:v>9.0208369636244825</c:v>
                </c:pt>
                <c:pt idx="20018">
                  <c:v>9.0216572348910073</c:v>
                </c:pt>
                <c:pt idx="20019">
                  <c:v>9.0231291783254868</c:v>
                </c:pt>
                <c:pt idx="20020">
                  <c:v>9.0223394852805665</c:v>
                </c:pt>
                <c:pt idx="20021">
                  <c:v>9.0213212933331093</c:v>
                </c:pt>
                <c:pt idx="20022">
                  <c:v>9.0228806779149835</c:v>
                </c:pt>
                <c:pt idx="20023">
                  <c:v>9.0241242271668654</c:v>
                </c:pt>
                <c:pt idx="20024">
                  <c:v>9.0256645527202046</c:v>
                </c:pt>
                <c:pt idx="20025">
                  <c:v>9.0260256270629835</c:v>
                </c:pt>
                <c:pt idx="20026">
                  <c:v>9.0254106068729794</c:v>
                </c:pt>
                <c:pt idx="20027">
                  <c:v>9.0236517308111193</c:v>
                </c:pt>
                <c:pt idx="20028">
                  <c:v>9.0223660841445632</c:v>
                </c:pt>
                <c:pt idx="20029">
                  <c:v>9.0196163480388059</c:v>
                </c:pt>
                <c:pt idx="20030">
                  <c:v>9.0203468743193209</c:v>
                </c:pt>
                <c:pt idx="20031">
                  <c:v>9.0235656510229045</c:v>
                </c:pt>
                <c:pt idx="20032">
                  <c:v>9.025582766449407</c:v>
                </c:pt>
                <c:pt idx="20033">
                  <c:v>9.0261064708543479</c:v>
                </c:pt>
                <c:pt idx="20034">
                  <c:v>9.0267675678166306</c:v>
                </c:pt>
                <c:pt idx="20035">
                  <c:v>9.0271575448620212</c:v>
                </c:pt>
                <c:pt idx="20036">
                  <c:v>9.0272068679523478</c:v>
                </c:pt>
                <c:pt idx="20037">
                  <c:v>9.0246057294371926</c:v>
                </c:pt>
                <c:pt idx="20038">
                  <c:v>9.0221373758021546</c:v>
                </c:pt>
                <c:pt idx="20039">
                  <c:v>9.0250447154130988</c:v>
                </c:pt>
                <c:pt idx="20040">
                  <c:v>9.027563858217583</c:v>
                </c:pt>
                <c:pt idx="20041">
                  <c:v>9.0299980731531591</c:v>
                </c:pt>
                <c:pt idx="20042">
                  <c:v>9.030469941189283</c:v>
                </c:pt>
                <c:pt idx="20043">
                  <c:v>9.0283962769967996</c:v>
                </c:pt>
                <c:pt idx="20044">
                  <c:v>9.0273902325620359</c:v>
                </c:pt>
                <c:pt idx="20045">
                  <c:v>9.0259790266910169</c:v>
                </c:pt>
                <c:pt idx="20046">
                  <c:v>9.0242539751688078</c:v>
                </c:pt>
                <c:pt idx="20047">
                  <c:v>9.0243390077576535</c:v>
                </c:pt>
                <c:pt idx="20048">
                  <c:v>9.0226612896469689</c:v>
                </c:pt>
                <c:pt idx="20049">
                  <c:v>9.0204848951962866</c:v>
                </c:pt>
                <c:pt idx="20050">
                  <c:v>9.0192569492150199</c:v>
                </c:pt>
                <c:pt idx="20051">
                  <c:v>9.0200378457852324</c:v>
                </c:pt>
                <c:pt idx="20052">
                  <c:v>9.0211199168942588</c:v>
                </c:pt>
                <c:pt idx="20053">
                  <c:v>9.0213762713000349</c:v>
                </c:pt>
                <c:pt idx="20054">
                  <c:v>9.0181192718194456</c:v>
                </c:pt>
                <c:pt idx="20055">
                  <c:v>9.0159382696915369</c:v>
                </c:pt>
                <c:pt idx="20056">
                  <c:v>9.0145846597858679</c:v>
                </c:pt>
                <c:pt idx="20057">
                  <c:v>9.0156329063552434</c:v>
                </c:pt>
                <c:pt idx="20058">
                  <c:v>9.0182595965350263</c:v>
                </c:pt>
                <c:pt idx="20059">
                  <c:v>9.0211481912772484</c:v>
                </c:pt>
                <c:pt idx="20060">
                  <c:v>9.0224567716100061</c:v>
                </c:pt>
                <c:pt idx="20061">
                  <c:v>9.02178352713503</c:v>
                </c:pt>
                <c:pt idx="20062">
                  <c:v>9.0206815592379748</c:v>
                </c:pt>
                <c:pt idx="20063">
                  <c:v>9.0197793969807147</c:v>
                </c:pt>
                <c:pt idx="20064">
                  <c:v>9.0189311654910114</c:v>
                </c:pt>
                <c:pt idx="20065">
                  <c:v>9.0177043714290495</c:v>
                </c:pt>
                <c:pt idx="20066">
                  <c:v>9.0206295134292844</c:v>
                </c:pt>
                <c:pt idx="20067">
                  <c:v>9.020160786991271</c:v>
                </c:pt>
                <c:pt idx="20068">
                  <c:v>9.018857652095237</c:v>
                </c:pt>
                <c:pt idx="20069">
                  <c:v>9.0218752617998419</c:v>
                </c:pt>
                <c:pt idx="20070">
                  <c:v>9.0242181609503547</c:v>
                </c:pt>
                <c:pt idx="20071">
                  <c:v>9.0257128286111623</c:v>
                </c:pt>
                <c:pt idx="20072">
                  <c:v>9.0284335572943721</c:v>
                </c:pt>
                <c:pt idx="20073">
                  <c:v>9.0309802414422862</c:v>
                </c:pt>
                <c:pt idx="20074">
                  <c:v>9.0320315248898346</c:v>
                </c:pt>
                <c:pt idx="20075">
                  <c:v>9.0298198398203837</c:v>
                </c:pt>
                <c:pt idx="20076">
                  <c:v>9.029039990449542</c:v>
                </c:pt>
                <c:pt idx="20077">
                  <c:v>9.030449520801568</c:v>
                </c:pt>
                <c:pt idx="20078">
                  <c:v>9.0297415093075077</c:v>
                </c:pt>
                <c:pt idx="20079">
                  <c:v>9.0260185061072669</c:v>
                </c:pt>
                <c:pt idx="20080">
                  <c:v>9.0218129534373279</c:v>
                </c:pt>
                <c:pt idx="20081">
                  <c:v>9.0225067230199549</c:v>
                </c:pt>
                <c:pt idx="20082">
                  <c:v>9.023290761188278</c:v>
                </c:pt>
                <c:pt idx="20083">
                  <c:v>9.0212567858519179</c:v>
                </c:pt>
                <c:pt idx="20084">
                  <c:v>9.0213378390831558</c:v>
                </c:pt>
                <c:pt idx="20085">
                  <c:v>9.0227816128545815</c:v>
                </c:pt>
                <c:pt idx="20086">
                  <c:v>9.0248187297890521</c:v>
                </c:pt>
                <c:pt idx="20087">
                  <c:v>9.0251562421460054</c:v>
                </c:pt>
                <c:pt idx="20088">
                  <c:v>9.02300895983781</c:v>
                </c:pt>
                <c:pt idx="20089">
                  <c:v>9.0203248831325507</c:v>
                </c:pt>
                <c:pt idx="20090">
                  <c:v>9.020436200425582</c:v>
                </c:pt>
                <c:pt idx="20091">
                  <c:v>9.0191694033476875</c:v>
                </c:pt>
                <c:pt idx="20092">
                  <c:v>9.0176412253070382</c:v>
                </c:pt>
                <c:pt idx="20093">
                  <c:v>9.019906841144044</c:v>
                </c:pt>
                <c:pt idx="20094">
                  <c:v>9.0237628386642754</c:v>
                </c:pt>
                <c:pt idx="20095">
                  <c:v>9.0262022895967018</c:v>
                </c:pt>
                <c:pt idx="20096">
                  <c:v>9.0281037942127575</c:v>
                </c:pt>
                <c:pt idx="20097">
                  <c:v>9.026562945059732</c:v>
                </c:pt>
                <c:pt idx="20098">
                  <c:v>9.0235589489469366</c:v>
                </c:pt>
                <c:pt idx="20099">
                  <c:v>9.0249038670978337</c:v>
                </c:pt>
                <c:pt idx="20100">
                  <c:v>9.0284664393545899</c:v>
                </c:pt>
                <c:pt idx="20101">
                  <c:v>9.0286590193187344</c:v>
                </c:pt>
                <c:pt idx="20102">
                  <c:v>9.0260884590251838</c:v>
                </c:pt>
                <c:pt idx="20103">
                  <c:v>9.0257479097900575</c:v>
                </c:pt>
                <c:pt idx="20104">
                  <c:v>9.0264058651542314</c:v>
                </c:pt>
                <c:pt idx="20105">
                  <c:v>9.0239331132818386</c:v>
                </c:pt>
                <c:pt idx="20106">
                  <c:v>9.020476727041201</c:v>
                </c:pt>
                <c:pt idx="20107">
                  <c:v>9.0211895556523629</c:v>
                </c:pt>
                <c:pt idx="20108">
                  <c:v>9.0220952783874804</c:v>
                </c:pt>
                <c:pt idx="20109">
                  <c:v>9.0218648945260789</c:v>
                </c:pt>
                <c:pt idx="20110">
                  <c:v>9.0213920840105217</c:v>
                </c:pt>
                <c:pt idx="20111">
                  <c:v>9.0230216309501863</c:v>
                </c:pt>
                <c:pt idx="20112">
                  <c:v>9.0261253204430076</c:v>
                </c:pt>
                <c:pt idx="20113">
                  <c:v>9.0275496163061515</c:v>
                </c:pt>
                <c:pt idx="20114">
                  <c:v>9.0232215413099208</c:v>
                </c:pt>
                <c:pt idx="20115">
                  <c:v>9.0198053675250911</c:v>
                </c:pt>
                <c:pt idx="20116">
                  <c:v>9.0206531801350476</c:v>
                </c:pt>
                <c:pt idx="20117">
                  <c:v>9.0242853911499079</c:v>
                </c:pt>
                <c:pt idx="20118">
                  <c:v>9.0240812919926956</c:v>
                </c:pt>
                <c:pt idx="20119">
                  <c:v>9.0270580609218705</c:v>
                </c:pt>
                <c:pt idx="20120">
                  <c:v>9.0309443225038954</c:v>
                </c:pt>
                <c:pt idx="20121">
                  <c:v>9.0320512122379899</c:v>
                </c:pt>
                <c:pt idx="20122">
                  <c:v>9.0310125999028195</c:v>
                </c:pt>
                <c:pt idx="20123">
                  <c:v>9.0299394299884383</c:v>
                </c:pt>
                <c:pt idx="20124">
                  <c:v>9.0263338178375747</c:v>
                </c:pt>
                <c:pt idx="20125">
                  <c:v>9.0227370021614188</c:v>
                </c:pt>
                <c:pt idx="20126">
                  <c:v>9.0226958472261778</c:v>
                </c:pt>
                <c:pt idx="20127">
                  <c:v>9.0226394031801345</c:v>
                </c:pt>
                <c:pt idx="20128">
                  <c:v>9.0232055191595588</c:v>
                </c:pt>
                <c:pt idx="20129">
                  <c:v>9.0209757175410079</c:v>
                </c:pt>
                <c:pt idx="20130">
                  <c:v>9.0193796809811833</c:v>
                </c:pt>
                <c:pt idx="20131">
                  <c:v>9.0217453043580242</c:v>
                </c:pt>
                <c:pt idx="20132">
                  <c:v>9.0225944783271625</c:v>
                </c:pt>
                <c:pt idx="20133">
                  <c:v>9.0191084563443535</c:v>
                </c:pt>
                <c:pt idx="20134">
                  <c:v>9.0190793442018666</c:v>
                </c:pt>
                <c:pt idx="20135">
                  <c:v>9.0220211366720839</c:v>
                </c:pt>
                <c:pt idx="20136">
                  <c:v>9.0202823668381278</c:v>
                </c:pt>
                <c:pt idx="20137">
                  <c:v>9.0207262746510732</c:v>
                </c:pt>
                <c:pt idx="20138">
                  <c:v>9.0229453948360501</c:v>
                </c:pt>
                <c:pt idx="20139">
                  <c:v>9.0226846421929192</c:v>
                </c:pt>
                <c:pt idx="20140">
                  <c:v>9.0228732427994576</c:v>
                </c:pt>
                <c:pt idx="20141">
                  <c:v>9.0230121014359206</c:v>
                </c:pt>
                <c:pt idx="20142">
                  <c:v>9.0237419993968135</c:v>
                </c:pt>
                <c:pt idx="20143">
                  <c:v>9.0241554337080903</c:v>
                </c:pt>
                <c:pt idx="20144">
                  <c:v>9.0250058643164728</c:v>
                </c:pt>
                <c:pt idx="20145">
                  <c:v>9.0254303989410722</c:v>
                </c:pt>
                <c:pt idx="20146">
                  <c:v>9.0269693631352315</c:v>
                </c:pt>
                <c:pt idx="20147">
                  <c:v>9.0272591232009116</c:v>
                </c:pt>
                <c:pt idx="20148">
                  <c:v>9.0271353442353774</c:v>
                </c:pt>
                <c:pt idx="20149">
                  <c:v>9.0275289864785613</c:v>
                </c:pt>
                <c:pt idx="20150">
                  <c:v>9.0267147889683823</c:v>
                </c:pt>
                <c:pt idx="20151">
                  <c:v>9.0240156325921959</c:v>
                </c:pt>
                <c:pt idx="20152">
                  <c:v>9.0244292763433478</c:v>
                </c:pt>
                <c:pt idx="20153">
                  <c:v>9.026444506810984</c:v>
                </c:pt>
                <c:pt idx="20154">
                  <c:v>9.0259057227351178</c:v>
                </c:pt>
                <c:pt idx="20155">
                  <c:v>9.0266184466263422</c:v>
                </c:pt>
                <c:pt idx="20156">
                  <c:v>9.0277293157180445</c:v>
                </c:pt>
                <c:pt idx="20157">
                  <c:v>9.0271125152891116</c:v>
                </c:pt>
                <c:pt idx="20158">
                  <c:v>9.0256471692106626</c:v>
                </c:pt>
                <c:pt idx="20159">
                  <c:v>9.0234223941490885</c:v>
                </c:pt>
                <c:pt idx="20160">
                  <c:v>9.0214417212606612</c:v>
                </c:pt>
                <c:pt idx="20161">
                  <c:v>9.0208242925121063</c:v>
                </c:pt>
                <c:pt idx="20162">
                  <c:v>9.0211280850493445</c:v>
                </c:pt>
                <c:pt idx="20163">
                  <c:v>9.0196033627666168</c:v>
                </c:pt>
                <c:pt idx="20164">
                  <c:v>9.0200463281001291</c:v>
                </c:pt>
                <c:pt idx="20165">
                  <c:v>9.0214604661293833</c:v>
                </c:pt>
                <c:pt idx="20166">
                  <c:v>9.0218703399628026</c:v>
                </c:pt>
                <c:pt idx="20167">
                  <c:v>9.0208232453127355</c:v>
                </c:pt>
                <c:pt idx="20168">
                  <c:v>9.0201731439438362</c:v>
                </c:pt>
                <c:pt idx="20169">
                  <c:v>9.0204611237705876</c:v>
                </c:pt>
                <c:pt idx="20170">
                  <c:v>9.0229998492032912</c:v>
                </c:pt>
                <c:pt idx="20171">
                  <c:v>9.0245678208199998</c:v>
                </c:pt>
                <c:pt idx="20172">
                  <c:v>9.0238559346882692</c:v>
                </c:pt>
                <c:pt idx="20173">
                  <c:v>9.023471821959351</c:v>
                </c:pt>
                <c:pt idx="20174">
                  <c:v>9.0229376455607131</c:v>
                </c:pt>
                <c:pt idx="20175">
                  <c:v>9.0249461739523813</c:v>
                </c:pt>
                <c:pt idx="20176">
                  <c:v>9.0250662877201204</c:v>
                </c:pt>
                <c:pt idx="20177">
                  <c:v>9.0234381021396377</c:v>
                </c:pt>
                <c:pt idx="20178">
                  <c:v>9.0226188780724836</c:v>
                </c:pt>
                <c:pt idx="20179">
                  <c:v>9.0221701531424365</c:v>
                </c:pt>
                <c:pt idx="20180">
                  <c:v>9.0238293358242707</c:v>
                </c:pt>
                <c:pt idx="20181">
                  <c:v>9.0247609243838287</c:v>
                </c:pt>
                <c:pt idx="20182">
                  <c:v>9.023735192600908</c:v>
                </c:pt>
                <c:pt idx="20183">
                  <c:v>9.021506438181726</c:v>
                </c:pt>
                <c:pt idx="20184">
                  <c:v>9.0202824715580654</c:v>
                </c:pt>
                <c:pt idx="20185">
                  <c:v>9.019902442906691</c:v>
                </c:pt>
                <c:pt idx="20186">
                  <c:v>9.0200651776887888</c:v>
                </c:pt>
                <c:pt idx="20187">
                  <c:v>9.0211931161302221</c:v>
                </c:pt>
                <c:pt idx="20188">
                  <c:v>9.0202879169947892</c:v>
                </c:pt>
                <c:pt idx="20189">
                  <c:v>9.018267031650554</c:v>
                </c:pt>
                <c:pt idx="20190">
                  <c:v>9.0197778261816595</c:v>
                </c:pt>
                <c:pt idx="20191">
                  <c:v>9.0227660095839681</c:v>
                </c:pt>
                <c:pt idx="20192">
                  <c:v>9.0233826005730275</c:v>
                </c:pt>
                <c:pt idx="20193">
                  <c:v>9.0239670425414271</c:v>
                </c:pt>
                <c:pt idx="20194">
                  <c:v>9.0250293215823607</c:v>
                </c:pt>
                <c:pt idx="20195">
                  <c:v>9.0252451493725179</c:v>
                </c:pt>
                <c:pt idx="20196">
                  <c:v>9.0259432124725638</c:v>
                </c:pt>
                <c:pt idx="20197">
                  <c:v>9.0220600924886476</c:v>
                </c:pt>
                <c:pt idx="20198">
                  <c:v>9.0202258180721486</c:v>
                </c:pt>
                <c:pt idx="20199">
                  <c:v>9.0237681793810633</c:v>
                </c:pt>
                <c:pt idx="20200">
                  <c:v>9.0244294857832212</c:v>
                </c:pt>
                <c:pt idx="20201">
                  <c:v>9.0227621349462996</c:v>
                </c:pt>
                <c:pt idx="20202">
                  <c:v>9.0242238158269519</c:v>
                </c:pt>
                <c:pt idx="20203">
                  <c:v>9.0248962225424325</c:v>
                </c:pt>
                <c:pt idx="20204">
                  <c:v>9.0232074041184251</c:v>
                </c:pt>
                <c:pt idx="20205">
                  <c:v>9.0208287954693969</c:v>
                </c:pt>
                <c:pt idx="20206">
                  <c:v>9.0232375634602811</c:v>
                </c:pt>
                <c:pt idx="20207">
                  <c:v>9.0262053264748747</c:v>
                </c:pt>
                <c:pt idx="20208">
                  <c:v>9.02883788097113</c:v>
                </c:pt>
                <c:pt idx="20209">
                  <c:v>9.0281565730610058</c:v>
                </c:pt>
                <c:pt idx="20210">
                  <c:v>9.0257080114940607</c:v>
                </c:pt>
                <c:pt idx="20211">
                  <c:v>9.0266006442370532</c:v>
                </c:pt>
                <c:pt idx="20212">
                  <c:v>9.0297881096794725</c:v>
                </c:pt>
                <c:pt idx="20213">
                  <c:v>9.0305550784980646</c:v>
                </c:pt>
                <c:pt idx="20214">
                  <c:v>9.0293493331434416</c:v>
                </c:pt>
                <c:pt idx="20215">
                  <c:v>9.0266306988589715</c:v>
                </c:pt>
                <c:pt idx="20216">
                  <c:v>9.022058207529783</c:v>
                </c:pt>
                <c:pt idx="20217">
                  <c:v>9.019981087579378</c:v>
                </c:pt>
                <c:pt idx="20218">
                  <c:v>9.0198896670743771</c:v>
                </c:pt>
                <c:pt idx="20219">
                  <c:v>9.0211033711442123</c:v>
                </c:pt>
                <c:pt idx="20220">
                  <c:v>9.0231590235075316</c:v>
                </c:pt>
                <c:pt idx="20221">
                  <c:v>9.0243998500410498</c:v>
                </c:pt>
                <c:pt idx="20222">
                  <c:v>9.0253470418712194</c:v>
                </c:pt>
                <c:pt idx="20223">
                  <c:v>9.0259639470200899</c:v>
                </c:pt>
                <c:pt idx="20224">
                  <c:v>9.0246828033108262</c:v>
                </c:pt>
                <c:pt idx="20225">
                  <c:v>9.025319709967663</c:v>
                </c:pt>
                <c:pt idx="20226">
                  <c:v>9.0244611112041948</c:v>
                </c:pt>
                <c:pt idx="20227">
                  <c:v>9.0239954216443543</c:v>
                </c:pt>
                <c:pt idx="20228">
                  <c:v>9.0268575222425138</c:v>
                </c:pt>
                <c:pt idx="20229">
                  <c:v>9.0295240059983577</c:v>
                </c:pt>
                <c:pt idx="20230">
                  <c:v>9.0280302808169832</c:v>
                </c:pt>
                <c:pt idx="20231">
                  <c:v>9.0266120587101852</c:v>
                </c:pt>
                <c:pt idx="20232">
                  <c:v>9.0261076227736545</c:v>
                </c:pt>
                <c:pt idx="20233">
                  <c:v>9.0247793550927398</c:v>
                </c:pt>
                <c:pt idx="20234">
                  <c:v>9.024244864534289</c:v>
                </c:pt>
                <c:pt idx="20235">
                  <c:v>9.0236313104234043</c:v>
                </c:pt>
                <c:pt idx="20236">
                  <c:v>9.0216931538293981</c:v>
                </c:pt>
                <c:pt idx="20237">
                  <c:v>9.021272179682656</c:v>
                </c:pt>
                <c:pt idx="20238">
                  <c:v>9.0206944397902245</c:v>
                </c:pt>
                <c:pt idx="20239">
                  <c:v>9.0218289755876881</c:v>
                </c:pt>
                <c:pt idx="20240">
                  <c:v>9.0248476324916638</c:v>
                </c:pt>
                <c:pt idx="20241">
                  <c:v>9.0242801551530594</c:v>
                </c:pt>
                <c:pt idx="20242">
                  <c:v>9.0213283095688883</c:v>
                </c:pt>
                <c:pt idx="20243">
                  <c:v>9.0211491337566816</c:v>
                </c:pt>
                <c:pt idx="20244">
                  <c:v>9.0238599140458753</c:v>
                </c:pt>
                <c:pt idx="20245">
                  <c:v>9.0254915553842796</c:v>
                </c:pt>
                <c:pt idx="20246">
                  <c:v>9.0249653377008521</c:v>
                </c:pt>
                <c:pt idx="20247">
                  <c:v>9.0239956310842278</c:v>
                </c:pt>
                <c:pt idx="20248">
                  <c:v>9.0256498919290244</c:v>
                </c:pt>
                <c:pt idx="20249">
                  <c:v>9.0289125462862128</c:v>
                </c:pt>
                <c:pt idx="20250">
                  <c:v>9.0270332422968007</c:v>
                </c:pt>
                <c:pt idx="20251">
                  <c:v>9.0224772967176587</c:v>
                </c:pt>
                <c:pt idx="20252">
                  <c:v>9.0205660531474621</c:v>
                </c:pt>
                <c:pt idx="20253">
                  <c:v>9.021920396092689</c:v>
                </c:pt>
                <c:pt idx="20254">
                  <c:v>9.0225567791498413</c:v>
                </c:pt>
                <c:pt idx="20255">
                  <c:v>9.0231458287954691</c:v>
                </c:pt>
                <c:pt idx="20256">
                  <c:v>9.0219251084898548</c:v>
                </c:pt>
                <c:pt idx="20257">
                  <c:v>9.0197441063619461</c:v>
                </c:pt>
                <c:pt idx="20258">
                  <c:v>9.0203899142134283</c:v>
                </c:pt>
                <c:pt idx="20259">
                  <c:v>9.0199366863260888</c:v>
                </c:pt>
                <c:pt idx="20260">
                  <c:v>9.0216639369669753</c:v>
                </c:pt>
                <c:pt idx="20261">
                  <c:v>9.0224133128361501</c:v>
                </c:pt>
                <c:pt idx="20262">
                  <c:v>9.0210040966439351</c:v>
                </c:pt>
                <c:pt idx="20263">
                  <c:v>9.0196699646465497</c:v>
                </c:pt>
                <c:pt idx="20264">
                  <c:v>9.021716611095286</c:v>
                </c:pt>
                <c:pt idx="20265">
                  <c:v>9.025784875927819</c:v>
                </c:pt>
                <c:pt idx="20266">
                  <c:v>9.0273915939212177</c:v>
                </c:pt>
                <c:pt idx="20267">
                  <c:v>9.0243497939111634</c:v>
                </c:pt>
                <c:pt idx="20268">
                  <c:v>9.023368358661596</c:v>
                </c:pt>
                <c:pt idx="20269">
                  <c:v>9.0244413191361019</c:v>
                </c:pt>
                <c:pt idx="20270">
                  <c:v>9.0245516939497001</c:v>
                </c:pt>
                <c:pt idx="20271">
                  <c:v>9.0247358963188855</c:v>
                </c:pt>
                <c:pt idx="20272">
                  <c:v>9.0225200224519551</c:v>
                </c:pt>
                <c:pt idx="20273">
                  <c:v>9.020548355478109</c:v>
                </c:pt>
                <c:pt idx="20274">
                  <c:v>9.0216075976408696</c:v>
                </c:pt>
                <c:pt idx="20275">
                  <c:v>9.0231115853760695</c:v>
                </c:pt>
                <c:pt idx="20276">
                  <c:v>9.0245461437930405</c:v>
                </c:pt>
                <c:pt idx="20277">
                  <c:v>9.0236520449709303</c:v>
                </c:pt>
                <c:pt idx="20278">
                  <c:v>9.0204240529128903</c:v>
                </c:pt>
                <c:pt idx="20279">
                  <c:v>9.0182254578355643</c:v>
                </c:pt>
                <c:pt idx="20280">
                  <c:v>9.0193451234019744</c:v>
                </c:pt>
                <c:pt idx="20281">
                  <c:v>9.0221940292880713</c:v>
                </c:pt>
                <c:pt idx="20282">
                  <c:v>9.0241070530971967</c:v>
                </c:pt>
                <c:pt idx="20283">
                  <c:v>9.0254175183888208</c:v>
                </c:pt>
                <c:pt idx="20284">
                  <c:v>9.0253853693681609</c:v>
                </c:pt>
                <c:pt idx="20285">
                  <c:v>9.0249771710537345</c:v>
                </c:pt>
                <c:pt idx="20286">
                  <c:v>9.0272185965852927</c:v>
                </c:pt>
                <c:pt idx="20287">
                  <c:v>9.0256953403816826</c:v>
                </c:pt>
                <c:pt idx="20288">
                  <c:v>9.0204364098654555</c:v>
                </c:pt>
                <c:pt idx="20289">
                  <c:v>9.0198106035219414</c:v>
                </c:pt>
                <c:pt idx="20290">
                  <c:v>9.022231623745455</c:v>
                </c:pt>
                <c:pt idx="20291">
                  <c:v>9.0237978151232348</c:v>
                </c:pt>
                <c:pt idx="20292">
                  <c:v>9.0246505495702287</c:v>
                </c:pt>
                <c:pt idx="20293">
                  <c:v>9.0233245857279289</c:v>
                </c:pt>
                <c:pt idx="20294">
                  <c:v>9.0204919114320656</c:v>
                </c:pt>
                <c:pt idx="20295">
                  <c:v>9.0203533669554137</c:v>
                </c:pt>
                <c:pt idx="20296">
                  <c:v>9.0204159894777405</c:v>
                </c:pt>
                <c:pt idx="20297">
                  <c:v>9.0223757183787683</c:v>
                </c:pt>
                <c:pt idx="20298">
                  <c:v>9.0204093921217101</c:v>
                </c:pt>
                <c:pt idx="20299">
                  <c:v>9.0168504850627489</c:v>
                </c:pt>
                <c:pt idx="20300">
                  <c:v>9.01915987383342</c:v>
                </c:pt>
                <c:pt idx="20301">
                  <c:v>9.0232266725868335</c:v>
                </c:pt>
                <c:pt idx="20302">
                  <c:v>9.0241907243268606</c:v>
                </c:pt>
                <c:pt idx="20303">
                  <c:v>9.0202613181307907</c:v>
                </c:pt>
                <c:pt idx="20304">
                  <c:v>9.0196312182698595</c:v>
                </c:pt>
                <c:pt idx="20305">
                  <c:v>9.022930001005312</c:v>
                </c:pt>
                <c:pt idx="20306">
                  <c:v>9.0251662952599574</c:v>
                </c:pt>
                <c:pt idx="20307">
                  <c:v>9.0223576018296665</c:v>
                </c:pt>
                <c:pt idx="20308">
                  <c:v>9.0194360203072907</c:v>
                </c:pt>
                <c:pt idx="20309">
                  <c:v>9.0220825025551665</c:v>
                </c:pt>
                <c:pt idx="20310">
                  <c:v>9.024763856542064</c:v>
                </c:pt>
                <c:pt idx="20311">
                  <c:v>9.0257637225005443</c:v>
                </c:pt>
                <c:pt idx="20312">
                  <c:v>9.0255748077341948</c:v>
                </c:pt>
                <c:pt idx="20313">
                  <c:v>9.0253392925958824</c:v>
                </c:pt>
                <c:pt idx="20314">
                  <c:v>9.0272045641137346</c:v>
                </c:pt>
                <c:pt idx="20315">
                  <c:v>9.0272384933733232</c:v>
                </c:pt>
                <c:pt idx="20316">
                  <c:v>9.0260186108272045</c:v>
                </c:pt>
                <c:pt idx="20317">
                  <c:v>9.0270618308396031</c:v>
                </c:pt>
                <c:pt idx="20318">
                  <c:v>9.0253022217381833</c:v>
                </c:pt>
                <c:pt idx="20319">
                  <c:v>9.0218287661478147</c:v>
                </c:pt>
                <c:pt idx="20320">
                  <c:v>9.0208584312115683</c:v>
                </c:pt>
                <c:pt idx="20321">
                  <c:v>9.021166098386475</c:v>
                </c:pt>
                <c:pt idx="20322">
                  <c:v>9.0190504414992549</c:v>
                </c:pt>
                <c:pt idx="20323">
                  <c:v>9.0189282333327743</c:v>
                </c:pt>
                <c:pt idx="20324">
                  <c:v>9.019411201682221</c:v>
                </c:pt>
                <c:pt idx="20325">
                  <c:v>9.0205181961362531</c:v>
                </c:pt>
                <c:pt idx="20326">
                  <c:v>9.0232686652815701</c:v>
                </c:pt>
                <c:pt idx="20327">
                  <c:v>9.0233538025903517</c:v>
                </c:pt>
                <c:pt idx="20328">
                  <c:v>9.0227895715697937</c:v>
                </c:pt>
                <c:pt idx="20329">
                  <c:v>9.0222654482851059</c:v>
                </c:pt>
                <c:pt idx="20330">
                  <c:v>9.0232419616976358</c:v>
                </c:pt>
                <c:pt idx="20331">
                  <c:v>9.0255832900490933</c:v>
                </c:pt>
                <c:pt idx="20332">
                  <c:v>9.0242511477305101</c:v>
                </c:pt>
                <c:pt idx="20333">
                  <c:v>9.0268911373422913</c:v>
                </c:pt>
                <c:pt idx="20334">
                  <c:v>9.0285485397851986</c:v>
                </c:pt>
                <c:pt idx="20335">
                  <c:v>9.0246431144547028</c:v>
                </c:pt>
                <c:pt idx="20336">
                  <c:v>9.0228260141078707</c:v>
                </c:pt>
                <c:pt idx="20337">
                  <c:v>9.0256004641187602</c:v>
                </c:pt>
                <c:pt idx="20338">
                  <c:v>9.0275437519896791</c:v>
                </c:pt>
                <c:pt idx="20339">
                  <c:v>9.0284616222374883</c:v>
                </c:pt>
                <c:pt idx="20340">
                  <c:v>9.0253302866812994</c:v>
                </c:pt>
                <c:pt idx="20341">
                  <c:v>9.0244505344905583</c:v>
                </c:pt>
                <c:pt idx="20342">
                  <c:v>9.0230393286195394</c:v>
                </c:pt>
                <c:pt idx="20343">
                  <c:v>9.0212957416684816</c:v>
                </c:pt>
                <c:pt idx="20344">
                  <c:v>9.0213197225340558</c:v>
                </c:pt>
                <c:pt idx="20345">
                  <c:v>9.0232664661628945</c:v>
                </c:pt>
                <c:pt idx="20346">
                  <c:v>9.0257111530921694</c:v>
                </c:pt>
                <c:pt idx="20347">
                  <c:v>9.0276167417857689</c:v>
                </c:pt>
                <c:pt idx="20348">
                  <c:v>9.0292441943266919</c:v>
                </c:pt>
                <c:pt idx="20349">
                  <c:v>9.0283810926059349</c:v>
                </c:pt>
                <c:pt idx="20350">
                  <c:v>9.0264090067523419</c:v>
                </c:pt>
                <c:pt idx="20351">
                  <c:v>9.0269232863629512</c:v>
                </c:pt>
                <c:pt idx="20352">
                  <c:v>9.0260304441800852</c:v>
                </c:pt>
                <c:pt idx="20353">
                  <c:v>9.0228149137945479</c:v>
                </c:pt>
                <c:pt idx="20354">
                  <c:v>9.0218022720037538</c:v>
                </c:pt>
                <c:pt idx="20355">
                  <c:v>9.0248390454568295</c:v>
                </c:pt>
                <c:pt idx="20356">
                  <c:v>9.0247735954962049</c:v>
                </c:pt>
                <c:pt idx="20357">
                  <c:v>9.0241027595797796</c:v>
                </c:pt>
                <c:pt idx="20358">
                  <c:v>9.0253214902065917</c:v>
                </c:pt>
                <c:pt idx="20359">
                  <c:v>9.0241543865087213</c:v>
                </c:pt>
                <c:pt idx="20360">
                  <c:v>9.0209651408273714</c:v>
                </c:pt>
                <c:pt idx="20361">
                  <c:v>9.0198501876581272</c:v>
                </c:pt>
                <c:pt idx="20362">
                  <c:v>9.021192173650789</c:v>
                </c:pt>
                <c:pt idx="20363">
                  <c:v>9.0222009408039145</c:v>
                </c:pt>
                <c:pt idx="20364">
                  <c:v>9.0212345852252742</c:v>
                </c:pt>
                <c:pt idx="20365">
                  <c:v>9.0231666680629328</c:v>
                </c:pt>
                <c:pt idx="20366">
                  <c:v>9.0260949516612765</c:v>
                </c:pt>
                <c:pt idx="20367">
                  <c:v>9.0280437896888568</c:v>
                </c:pt>
                <c:pt idx="20368">
                  <c:v>9.0275409245513796</c:v>
                </c:pt>
                <c:pt idx="20369">
                  <c:v>9.0265940468810211</c:v>
                </c:pt>
                <c:pt idx="20370">
                  <c:v>9.028501206373674</c:v>
                </c:pt>
                <c:pt idx="20371">
                  <c:v>9.0305209397986026</c:v>
                </c:pt>
                <c:pt idx="20372">
                  <c:v>9.0264740378332196</c:v>
                </c:pt>
                <c:pt idx="20373">
                  <c:v>9.0206645946081796</c:v>
                </c:pt>
                <c:pt idx="20374">
                  <c:v>9.0217934755290443</c:v>
                </c:pt>
                <c:pt idx="20375">
                  <c:v>9.0215242405710168</c:v>
                </c:pt>
                <c:pt idx="20376">
                  <c:v>9.0210759345207183</c:v>
                </c:pt>
                <c:pt idx="20377">
                  <c:v>9.0215617303084628</c:v>
                </c:pt>
                <c:pt idx="20378">
                  <c:v>9.0243378558383451</c:v>
                </c:pt>
                <c:pt idx="20379">
                  <c:v>9.026298213058995</c:v>
                </c:pt>
                <c:pt idx="20380">
                  <c:v>9.0251378114370926</c:v>
                </c:pt>
                <c:pt idx="20381">
                  <c:v>9.0250664971599956</c:v>
                </c:pt>
                <c:pt idx="20382">
                  <c:v>9.0262786304307756</c:v>
                </c:pt>
                <c:pt idx="20383">
                  <c:v>9.0275888862825262</c:v>
                </c:pt>
                <c:pt idx="20384">
                  <c:v>9.0293149850041043</c:v>
                </c:pt>
                <c:pt idx="20385">
                  <c:v>9.0310794112226258</c:v>
                </c:pt>
                <c:pt idx="20386">
                  <c:v>9.0303848038805015</c:v>
                </c:pt>
                <c:pt idx="20387">
                  <c:v>9.0275358979944045</c:v>
                </c:pt>
                <c:pt idx="20388">
                  <c:v>9.0267514409463327</c:v>
                </c:pt>
                <c:pt idx="20389">
                  <c:v>9.0248590469647976</c:v>
                </c:pt>
                <c:pt idx="20390">
                  <c:v>9.0236736172779519</c:v>
                </c:pt>
                <c:pt idx="20391">
                  <c:v>9.0260186108272045</c:v>
                </c:pt>
                <c:pt idx="20392">
                  <c:v>9.0255551203860396</c:v>
                </c:pt>
                <c:pt idx="20393">
                  <c:v>9.0238902828276064</c:v>
                </c:pt>
                <c:pt idx="20394">
                  <c:v>9.0214373230233065</c:v>
                </c:pt>
                <c:pt idx="20395">
                  <c:v>9.0230860337114418</c:v>
                </c:pt>
                <c:pt idx="20396">
                  <c:v>9.0250416785349259</c:v>
                </c:pt>
                <c:pt idx="20397">
                  <c:v>9.0226299783858046</c:v>
                </c:pt>
                <c:pt idx="20398">
                  <c:v>9.0232315944238728</c:v>
                </c:pt>
                <c:pt idx="20399">
                  <c:v>9.0253649489804459</c:v>
                </c:pt>
                <c:pt idx="20400">
                  <c:v>9.0223036710621116</c:v>
                </c:pt>
                <c:pt idx="20401">
                  <c:v>9.0182450404637837</c:v>
                </c:pt>
                <c:pt idx="20402">
                  <c:v>9.0161654072348902</c:v>
                </c:pt>
                <c:pt idx="20403">
                  <c:v>9.0169827463431798</c:v>
                </c:pt>
                <c:pt idx="20404">
                  <c:v>9.0169869351406593</c:v>
                </c:pt>
                <c:pt idx="20405">
                  <c:v>9.0168415838681035</c:v>
                </c:pt>
                <c:pt idx="20406">
                  <c:v>9.0158255910393237</c:v>
                </c:pt>
                <c:pt idx="20407">
                  <c:v>9.0159570145602608</c:v>
                </c:pt>
                <c:pt idx="20408">
                  <c:v>9.0147333620964094</c:v>
                </c:pt>
                <c:pt idx="20409">
                  <c:v>9.0160832020843458</c:v>
                </c:pt>
                <c:pt idx="20410">
                  <c:v>9.0184060997268904</c:v>
                </c:pt>
                <c:pt idx="20411">
                  <c:v>9.0182676599701761</c:v>
                </c:pt>
                <c:pt idx="20412">
                  <c:v>9.017948787762009</c:v>
                </c:pt>
                <c:pt idx="20413">
                  <c:v>9.0196543613759363</c:v>
                </c:pt>
                <c:pt idx="20414">
                  <c:v>9.0226463146959777</c:v>
                </c:pt>
                <c:pt idx="20415">
                  <c:v>9.0239314377628475</c:v>
                </c:pt>
                <c:pt idx="20416">
                  <c:v>9.0220130732369359</c:v>
                </c:pt>
                <c:pt idx="20417">
                  <c:v>9.0185499849203286</c:v>
                </c:pt>
                <c:pt idx="20418">
                  <c:v>9.018699106110617</c:v>
                </c:pt>
                <c:pt idx="20419">
                  <c:v>9.0213374202034071</c:v>
                </c:pt>
                <c:pt idx="20420">
                  <c:v>9.0210920613910162</c:v>
                </c:pt>
                <c:pt idx="20421">
                  <c:v>9.020586159375366</c:v>
                </c:pt>
                <c:pt idx="20422">
                  <c:v>9.0203160866578429</c:v>
                </c:pt>
                <c:pt idx="20423">
                  <c:v>9.0188003702896964</c:v>
                </c:pt>
                <c:pt idx="20424">
                  <c:v>9.0169410678082542</c:v>
                </c:pt>
                <c:pt idx="20425">
                  <c:v>9.0148516956252198</c:v>
                </c:pt>
                <c:pt idx="20426">
                  <c:v>9.0175187029807482</c:v>
                </c:pt>
                <c:pt idx="20427">
                  <c:v>9.0216660313657151</c:v>
                </c:pt>
                <c:pt idx="20428">
                  <c:v>9.0217489695558193</c:v>
                </c:pt>
                <c:pt idx="20429">
                  <c:v>9.0221788448972067</c:v>
                </c:pt>
                <c:pt idx="20430">
                  <c:v>9.0261482541092111</c:v>
                </c:pt>
                <c:pt idx="20431">
                  <c:v>9.0289667912135787</c:v>
                </c:pt>
                <c:pt idx="20432">
                  <c:v>9.030638226128044</c:v>
                </c:pt>
                <c:pt idx="20433">
                  <c:v>9.0267763642913401</c:v>
                </c:pt>
                <c:pt idx="20434">
                  <c:v>9.0218918075498884</c:v>
                </c:pt>
                <c:pt idx="20435">
                  <c:v>9.0199928162123211</c:v>
                </c:pt>
                <c:pt idx="20436">
                  <c:v>9.0209569726722858</c:v>
                </c:pt>
                <c:pt idx="20437">
                  <c:v>9.024777260694</c:v>
                </c:pt>
                <c:pt idx="20438">
                  <c:v>9.0268692508754587</c:v>
                </c:pt>
                <c:pt idx="20439">
                  <c:v>9.0231828996531682</c:v>
                </c:pt>
                <c:pt idx="20440">
                  <c:v>9.0231859365313412</c:v>
                </c:pt>
                <c:pt idx="20441">
                  <c:v>9.0253592941038487</c:v>
                </c:pt>
                <c:pt idx="20442">
                  <c:v>9.024954656267278</c:v>
                </c:pt>
                <c:pt idx="20443">
                  <c:v>9.0260359943367465</c:v>
                </c:pt>
                <c:pt idx="20444">
                  <c:v>9.0287994487542509</c:v>
                </c:pt>
                <c:pt idx="20445">
                  <c:v>9.0299652958128789</c:v>
                </c:pt>
                <c:pt idx="20446">
                  <c:v>9.0279669252550985</c:v>
                </c:pt>
                <c:pt idx="20447">
                  <c:v>9.0271386952733614</c:v>
                </c:pt>
                <c:pt idx="20448">
                  <c:v>9.0269415076319888</c:v>
                </c:pt>
                <c:pt idx="20449">
                  <c:v>9.025468935877889</c:v>
                </c:pt>
                <c:pt idx="20450">
                  <c:v>9.0224800194360206</c:v>
                </c:pt>
                <c:pt idx="20451">
                  <c:v>9.0241666387413506</c:v>
                </c:pt>
                <c:pt idx="20452">
                  <c:v>9.0275158964864364</c:v>
                </c:pt>
                <c:pt idx="20453">
                  <c:v>9.0274904495417463</c:v>
                </c:pt>
                <c:pt idx="20454">
                  <c:v>9.0290866955414444</c:v>
                </c:pt>
                <c:pt idx="20455">
                  <c:v>9.030866829750515</c:v>
                </c:pt>
                <c:pt idx="20456">
                  <c:v>9.0303052167283813</c:v>
                </c:pt>
                <c:pt idx="20457">
                  <c:v>9.0291616750163364</c:v>
                </c:pt>
                <c:pt idx="20458">
                  <c:v>9.0281226438014173</c:v>
                </c:pt>
                <c:pt idx="20459">
                  <c:v>9.0277640827371286</c:v>
                </c:pt>
                <c:pt idx="20460">
                  <c:v>9.0277882730425745</c:v>
                </c:pt>
                <c:pt idx="20461">
                  <c:v>9.0272033074744904</c:v>
                </c:pt>
                <c:pt idx="20462">
                  <c:v>9.0260986168590716</c:v>
                </c:pt>
                <c:pt idx="20463">
                  <c:v>9.0260480371295007</c:v>
                </c:pt>
                <c:pt idx="20464">
                  <c:v>9.0287148350451556</c:v>
                </c:pt>
                <c:pt idx="20465">
                  <c:v>9.0294856785014161</c:v>
                </c:pt>
                <c:pt idx="20466">
                  <c:v>9.0269281034800528</c:v>
                </c:pt>
                <c:pt idx="20467">
                  <c:v>9.0232819647135702</c:v>
                </c:pt>
                <c:pt idx="20468">
                  <c:v>9.0212316530670371</c:v>
                </c:pt>
                <c:pt idx="20469">
                  <c:v>9.0222946651475286</c:v>
                </c:pt>
                <c:pt idx="20470">
                  <c:v>9.0254372057369778</c:v>
                </c:pt>
                <c:pt idx="20471">
                  <c:v>9.0292027252316398</c:v>
                </c:pt>
                <c:pt idx="20472">
                  <c:v>9.0332620888695274</c:v>
                </c:pt>
                <c:pt idx="20473">
                  <c:v>9.0331619766097546</c:v>
                </c:pt>
                <c:pt idx="20474">
                  <c:v>9.0272818474272398</c:v>
                </c:pt>
                <c:pt idx="20475">
                  <c:v>9.0215404721612522</c:v>
                </c:pt>
                <c:pt idx="20476">
                  <c:v>9.0180808396025665</c:v>
                </c:pt>
                <c:pt idx="20477">
                  <c:v>9.0160892758406916</c:v>
                </c:pt>
                <c:pt idx="20478">
                  <c:v>9.0164532823417058</c:v>
                </c:pt>
                <c:pt idx="20479">
                  <c:v>9.016549938843557</c:v>
                </c:pt>
                <c:pt idx="20480">
                  <c:v>9.0176294966740951</c:v>
                </c:pt>
                <c:pt idx="20481">
                  <c:v>9.0206537037347321</c:v>
                </c:pt>
                <c:pt idx="20482">
                  <c:v>9.0236662868823618</c:v>
                </c:pt>
                <c:pt idx="20483">
                  <c:v>9.0241805664929711</c:v>
                </c:pt>
                <c:pt idx="20484">
                  <c:v>9.0249960206423943</c:v>
                </c:pt>
                <c:pt idx="20485">
                  <c:v>9.0270343942161091</c:v>
                </c:pt>
                <c:pt idx="20486">
                  <c:v>9.0273894995224779</c:v>
                </c:pt>
                <c:pt idx="20487">
                  <c:v>9.024661126283867</c:v>
                </c:pt>
                <c:pt idx="20488">
                  <c:v>9.0221495233148463</c:v>
                </c:pt>
                <c:pt idx="20489">
                  <c:v>9.0222724645208849</c:v>
                </c:pt>
                <c:pt idx="20490">
                  <c:v>9.0226812911549352</c:v>
                </c:pt>
                <c:pt idx="20491">
                  <c:v>9.0213953303285699</c:v>
                </c:pt>
                <c:pt idx="20492">
                  <c:v>9.024637354858168</c:v>
                </c:pt>
                <c:pt idx="20493">
                  <c:v>9.0269051698138494</c:v>
                </c:pt>
                <c:pt idx="20494">
                  <c:v>9.0238300688638304</c:v>
                </c:pt>
                <c:pt idx="20495">
                  <c:v>9.0219354757636179</c:v>
                </c:pt>
                <c:pt idx="20496">
                  <c:v>9.0227534431915277</c:v>
                </c:pt>
                <c:pt idx="20497">
                  <c:v>9.022018099793911</c:v>
                </c:pt>
                <c:pt idx="20498">
                  <c:v>9.0201021438265503</c:v>
                </c:pt>
                <c:pt idx="20499">
                  <c:v>9.0200205669956262</c:v>
                </c:pt>
                <c:pt idx="20500">
                  <c:v>9.0265192768460025</c:v>
                </c:pt>
                <c:pt idx="20501">
                  <c:v>9.0295843246820695</c:v>
                </c:pt>
                <c:pt idx="20502">
                  <c:v>9.0275805086875653</c:v>
                </c:pt>
                <c:pt idx="20503">
                  <c:v>9.0252500712095571</c:v>
                </c:pt>
                <c:pt idx="20504">
                  <c:v>9.025201585878726</c:v>
                </c:pt>
                <c:pt idx="20505">
                  <c:v>9.025791892163598</c:v>
                </c:pt>
                <c:pt idx="20506">
                  <c:v>9.0265810616088338</c:v>
                </c:pt>
                <c:pt idx="20507">
                  <c:v>9.0254593016436839</c:v>
                </c:pt>
                <c:pt idx="20508">
                  <c:v>9.026623159023508</c:v>
                </c:pt>
                <c:pt idx="20509">
                  <c:v>9.0258998584186454</c:v>
                </c:pt>
                <c:pt idx="20510">
                  <c:v>9.0232572508084381</c:v>
                </c:pt>
                <c:pt idx="20511">
                  <c:v>9.0226110240772073</c:v>
                </c:pt>
                <c:pt idx="20512">
                  <c:v>9.0212839083156009</c:v>
                </c:pt>
                <c:pt idx="20513">
                  <c:v>9.0210217943132882</c:v>
                </c:pt>
                <c:pt idx="20514">
                  <c:v>9.0258588082033402</c:v>
                </c:pt>
                <c:pt idx="20515">
                  <c:v>9.0272398547325032</c:v>
                </c:pt>
                <c:pt idx="20516">
                  <c:v>9.0264407368932531</c:v>
                </c:pt>
                <c:pt idx="20517">
                  <c:v>9.0258428907729176</c:v>
                </c:pt>
                <c:pt idx="20518">
                  <c:v>9.0228328209037745</c:v>
                </c:pt>
                <c:pt idx="20519">
                  <c:v>9.0235913074074698</c:v>
                </c:pt>
                <c:pt idx="20520">
                  <c:v>9.0241198289295106</c:v>
                </c:pt>
                <c:pt idx="20521">
                  <c:v>9.0245287602834985</c:v>
                </c:pt>
                <c:pt idx="20522">
                  <c:v>9.0244762955950613</c:v>
                </c:pt>
                <c:pt idx="20523">
                  <c:v>9.026074007673877</c:v>
                </c:pt>
                <c:pt idx="20524">
                  <c:v>9.0275158964864364</c:v>
                </c:pt>
                <c:pt idx="20525">
                  <c:v>9.0251840976492463</c:v>
                </c:pt>
                <c:pt idx="20526">
                  <c:v>9.023684298711526</c:v>
                </c:pt>
                <c:pt idx="20527">
                  <c:v>9.0240723907980502</c:v>
                </c:pt>
                <c:pt idx="20528">
                  <c:v>9.0247000821004306</c:v>
                </c:pt>
                <c:pt idx="20529">
                  <c:v>9.0234815609134937</c:v>
                </c:pt>
                <c:pt idx="20530">
                  <c:v>9.0253954224821147</c:v>
                </c:pt>
                <c:pt idx="20531">
                  <c:v>9.029698574133338</c:v>
                </c:pt>
                <c:pt idx="20532">
                  <c:v>9.0301467754637006</c:v>
                </c:pt>
                <c:pt idx="20533">
                  <c:v>9.0303942286748313</c:v>
                </c:pt>
                <c:pt idx="20534">
                  <c:v>9.0337271501097458</c:v>
                </c:pt>
                <c:pt idx="20535">
                  <c:v>9.0335124742388953</c:v>
                </c:pt>
                <c:pt idx="20536">
                  <c:v>9.0301290777943475</c:v>
                </c:pt>
                <c:pt idx="20537">
                  <c:v>9.0302208124591594</c:v>
                </c:pt>
                <c:pt idx="20538">
                  <c:v>9.0321696504867379</c:v>
                </c:pt>
                <c:pt idx="20539">
                  <c:v>9.029661084395892</c:v>
                </c:pt>
                <c:pt idx="20540">
                  <c:v>9.0257471767504978</c:v>
                </c:pt>
                <c:pt idx="20541">
                  <c:v>9.0241588894660119</c:v>
                </c:pt>
                <c:pt idx="20542">
                  <c:v>9.027211475629576</c:v>
                </c:pt>
                <c:pt idx="20543">
                  <c:v>9.0307022100095509</c:v>
                </c:pt>
                <c:pt idx="20544">
                  <c:v>9.0304488924819459</c:v>
                </c:pt>
                <c:pt idx="20545">
                  <c:v>9.028608963188848</c:v>
                </c:pt>
                <c:pt idx="20546">
                  <c:v>9.0299833076420413</c:v>
                </c:pt>
                <c:pt idx="20547">
                  <c:v>9.028333863914348</c:v>
                </c:pt>
                <c:pt idx="20548">
                  <c:v>9.0250150796709274</c:v>
                </c:pt>
                <c:pt idx="20549">
                  <c:v>9.025731678199822</c:v>
                </c:pt>
                <c:pt idx="20550">
                  <c:v>9.0241841269708285</c:v>
                </c:pt>
                <c:pt idx="20551">
                  <c:v>9.0227122882562867</c:v>
                </c:pt>
                <c:pt idx="20552">
                  <c:v>9.0238715379588825</c:v>
                </c:pt>
                <c:pt idx="20553">
                  <c:v>9.0274074066317045</c:v>
                </c:pt>
                <c:pt idx="20554">
                  <c:v>9.0285375441918134</c:v>
                </c:pt>
                <c:pt idx="20555">
                  <c:v>9.0268850635859454</c:v>
                </c:pt>
                <c:pt idx="20556">
                  <c:v>9.0254106068729794</c:v>
                </c:pt>
                <c:pt idx="20557">
                  <c:v>9.024682593870951</c:v>
                </c:pt>
                <c:pt idx="20558">
                  <c:v>9.0233344294020075</c:v>
                </c:pt>
                <c:pt idx="20559">
                  <c:v>9.0221871177722299</c:v>
                </c:pt>
                <c:pt idx="20560">
                  <c:v>9.0230509525325466</c:v>
                </c:pt>
                <c:pt idx="20561">
                  <c:v>9.0236553960089143</c:v>
                </c:pt>
                <c:pt idx="20562">
                  <c:v>9.0239355218403894</c:v>
                </c:pt>
                <c:pt idx="20563">
                  <c:v>9.0232696077610033</c:v>
                </c:pt>
                <c:pt idx="20564">
                  <c:v>9.025015184390865</c:v>
                </c:pt>
                <c:pt idx="20565">
                  <c:v>9.0274991412965164</c:v>
                </c:pt>
                <c:pt idx="20566">
                  <c:v>9.0251222081664793</c:v>
                </c:pt>
                <c:pt idx="20567">
                  <c:v>9.0221369569224059</c:v>
                </c:pt>
                <c:pt idx="20568">
                  <c:v>9.0208234547526089</c:v>
                </c:pt>
                <c:pt idx="20569">
                  <c:v>9.0225756287385011</c:v>
                </c:pt>
                <c:pt idx="20570">
                  <c:v>9.025673768074661</c:v>
                </c:pt>
                <c:pt idx="20571">
                  <c:v>9.0260126417907944</c:v>
                </c:pt>
                <c:pt idx="20572">
                  <c:v>9.0267267270412006</c:v>
                </c:pt>
                <c:pt idx="20573">
                  <c:v>9.0279691243737741</c:v>
                </c:pt>
                <c:pt idx="20574">
                  <c:v>9.0300858284603649</c:v>
                </c:pt>
                <c:pt idx="20575">
                  <c:v>9.0298077970276296</c:v>
                </c:pt>
                <c:pt idx="20576">
                  <c:v>9.028178250087965</c:v>
                </c:pt>
                <c:pt idx="20577">
                  <c:v>9.0310601427542174</c:v>
                </c:pt>
                <c:pt idx="20578">
                  <c:v>9.0345523432133099</c:v>
                </c:pt>
                <c:pt idx="20579">
                  <c:v>9.0354381691603969</c:v>
                </c:pt>
                <c:pt idx="20580">
                  <c:v>9.0296260032169968</c:v>
                </c:pt>
                <c:pt idx="20581">
                  <c:v>9.0245218487676553</c:v>
                </c:pt>
                <c:pt idx="20582">
                  <c:v>9.0233153703734725</c:v>
                </c:pt>
                <c:pt idx="20583">
                  <c:v>9.0229528299515778</c:v>
                </c:pt>
                <c:pt idx="20584">
                  <c:v>9.0247043756178478</c:v>
                </c:pt>
                <c:pt idx="20585">
                  <c:v>9.0232237404285982</c:v>
                </c:pt>
                <c:pt idx="20586">
                  <c:v>9.0229989067238581</c:v>
                </c:pt>
                <c:pt idx="20587">
                  <c:v>9.0225469354757628</c:v>
                </c:pt>
                <c:pt idx="20588">
                  <c:v>9.022799205803997</c:v>
                </c:pt>
                <c:pt idx="20589">
                  <c:v>9.0256505202486466</c:v>
                </c:pt>
                <c:pt idx="20590">
                  <c:v>9.0258113700718798</c:v>
                </c:pt>
                <c:pt idx="20591">
                  <c:v>9.0244740964763839</c:v>
                </c:pt>
                <c:pt idx="20592">
                  <c:v>9.0248263743444532</c:v>
                </c:pt>
                <c:pt idx="20593">
                  <c:v>9.0268009734765347</c:v>
                </c:pt>
                <c:pt idx="20594">
                  <c:v>9.0286953571368738</c:v>
                </c:pt>
                <c:pt idx="20595">
                  <c:v>9.0281772028885943</c:v>
                </c:pt>
                <c:pt idx="20596">
                  <c:v>9.0294235795787738</c:v>
                </c:pt>
                <c:pt idx="20597">
                  <c:v>9.0295551078196468</c:v>
                </c:pt>
                <c:pt idx="20598">
                  <c:v>9.0278940401789463</c:v>
                </c:pt>
                <c:pt idx="20599">
                  <c:v>9.0276717197526928</c:v>
                </c:pt>
                <c:pt idx="20600">
                  <c:v>9.0253934328033107</c:v>
                </c:pt>
                <c:pt idx="20601">
                  <c:v>9.0218329549452942</c:v>
                </c:pt>
                <c:pt idx="20602">
                  <c:v>9.0234750682773992</c:v>
                </c:pt>
                <c:pt idx="20603">
                  <c:v>9.0285820501650385</c:v>
                </c:pt>
                <c:pt idx="20604">
                  <c:v>9.0301964127138383</c:v>
                </c:pt>
                <c:pt idx="20605">
                  <c:v>9.0269543881842402</c:v>
                </c:pt>
                <c:pt idx="20606">
                  <c:v>9.0225839016135243</c:v>
                </c:pt>
                <c:pt idx="20607">
                  <c:v>9.022611757116767</c:v>
                </c:pt>
                <c:pt idx="20608">
                  <c:v>9.0243647688621547</c:v>
                </c:pt>
                <c:pt idx="20609">
                  <c:v>9.0245889742472727</c:v>
                </c:pt>
                <c:pt idx="20610">
                  <c:v>9.0234171581522382</c:v>
                </c:pt>
                <c:pt idx="20611">
                  <c:v>9.0233834383325231</c:v>
                </c:pt>
                <c:pt idx="20612">
                  <c:v>9.0239481929527674</c:v>
                </c:pt>
                <c:pt idx="20613">
                  <c:v>9.0245338915604112</c:v>
                </c:pt>
                <c:pt idx="20614">
                  <c:v>9.0286416358091923</c:v>
                </c:pt>
                <c:pt idx="20615">
                  <c:v>9.0311240219157884</c:v>
                </c:pt>
                <c:pt idx="20616">
                  <c:v>9.0293855662416433</c:v>
                </c:pt>
                <c:pt idx="20617">
                  <c:v>9.0284039215522007</c:v>
                </c:pt>
                <c:pt idx="20618">
                  <c:v>9.0257181693279485</c:v>
                </c:pt>
                <c:pt idx="20619">
                  <c:v>9.0232675133622635</c:v>
                </c:pt>
                <c:pt idx="20620">
                  <c:v>9.024162868823618</c:v>
                </c:pt>
                <c:pt idx="20621">
                  <c:v>9.0258389114153115</c:v>
                </c:pt>
                <c:pt idx="20622">
                  <c:v>9.0262586289228093</c:v>
                </c:pt>
                <c:pt idx="20623">
                  <c:v>9.0250063879161573</c:v>
                </c:pt>
                <c:pt idx="20624">
                  <c:v>9.0234863780305954</c:v>
                </c:pt>
                <c:pt idx="20625">
                  <c:v>9.0239669378214895</c:v>
                </c:pt>
                <c:pt idx="20626">
                  <c:v>9.0255226572055687</c:v>
                </c:pt>
                <c:pt idx="20627">
                  <c:v>9.0268795134292841</c:v>
                </c:pt>
                <c:pt idx="20628">
                  <c:v>9.0266353065361997</c:v>
                </c:pt>
                <c:pt idx="20629">
                  <c:v>9.0266032622354775</c:v>
                </c:pt>
                <c:pt idx="20630">
                  <c:v>9.0249036576579602</c:v>
                </c:pt>
                <c:pt idx="20631">
                  <c:v>9.0244490684114407</c:v>
                </c:pt>
                <c:pt idx="20632">
                  <c:v>9.0286060310306109</c:v>
                </c:pt>
                <c:pt idx="20633">
                  <c:v>9.0306500594809247</c:v>
                </c:pt>
                <c:pt idx="20634">
                  <c:v>9.0282661101151085</c:v>
                </c:pt>
                <c:pt idx="20635">
                  <c:v>9.0248692047986872</c:v>
                </c:pt>
                <c:pt idx="20636">
                  <c:v>9.0203322135281407</c:v>
                </c:pt>
                <c:pt idx="20637">
                  <c:v>9.0203971398890808</c:v>
                </c:pt>
                <c:pt idx="20638">
                  <c:v>9.0238756220364262</c:v>
                </c:pt>
                <c:pt idx="20639">
                  <c:v>9.0258437285324131</c:v>
                </c:pt>
                <c:pt idx="20640">
                  <c:v>9.0247612385436398</c:v>
                </c:pt>
                <c:pt idx="20641">
                  <c:v>9.0246125362330982</c:v>
                </c:pt>
                <c:pt idx="20642">
                  <c:v>9.0259338923981698</c:v>
                </c:pt>
                <c:pt idx="20643">
                  <c:v>9.0272675007958707</c:v>
                </c:pt>
                <c:pt idx="20644">
                  <c:v>9.0282986780155152</c:v>
                </c:pt>
                <c:pt idx="20645">
                  <c:v>9.0266439982909699</c:v>
                </c:pt>
                <c:pt idx="20646">
                  <c:v>9.0238020039207143</c:v>
                </c:pt>
                <c:pt idx="20647">
                  <c:v>9.0234481552535897</c:v>
                </c:pt>
                <c:pt idx="20648">
                  <c:v>9.0208816790375828</c:v>
                </c:pt>
                <c:pt idx="20649">
                  <c:v>9.0174484359030203</c:v>
                </c:pt>
                <c:pt idx="20650">
                  <c:v>9.0194146574401426</c:v>
                </c:pt>
                <c:pt idx="20651">
                  <c:v>9.0221449156376181</c:v>
                </c:pt>
                <c:pt idx="20652">
                  <c:v>9.0232699219208143</c:v>
                </c:pt>
                <c:pt idx="20653">
                  <c:v>9.0232853157515542</c:v>
                </c:pt>
                <c:pt idx="20654">
                  <c:v>9.0217524253137409</c:v>
                </c:pt>
                <c:pt idx="20655">
                  <c:v>9.0195143508201667</c:v>
                </c:pt>
                <c:pt idx="20656">
                  <c:v>9.0200889491144878</c:v>
                </c:pt>
                <c:pt idx="20657">
                  <c:v>9.0197751034632976</c:v>
                </c:pt>
                <c:pt idx="20658">
                  <c:v>9.0183228473769752</c:v>
                </c:pt>
                <c:pt idx="20659">
                  <c:v>9.0195330956888888</c:v>
                </c:pt>
                <c:pt idx="20660">
                  <c:v>9.0187191076185851</c:v>
                </c:pt>
                <c:pt idx="20661">
                  <c:v>9.0173679062714669</c:v>
                </c:pt>
                <c:pt idx="20662">
                  <c:v>9.0178624985339209</c:v>
                </c:pt>
                <c:pt idx="20663">
                  <c:v>9.0209948812894787</c:v>
                </c:pt>
                <c:pt idx="20664">
                  <c:v>9.0263123502504907</c:v>
                </c:pt>
                <c:pt idx="20665">
                  <c:v>9.027703449893604</c:v>
                </c:pt>
                <c:pt idx="20666">
                  <c:v>9.0260018556372845</c:v>
                </c:pt>
                <c:pt idx="20667">
                  <c:v>9.0230757711576164</c:v>
                </c:pt>
                <c:pt idx="20668">
                  <c:v>9.0210201187942971</c:v>
                </c:pt>
                <c:pt idx="20669">
                  <c:v>9.0221015615836997</c:v>
                </c:pt>
                <c:pt idx="20670">
                  <c:v>9.0231425824774227</c:v>
                </c:pt>
                <c:pt idx="20671">
                  <c:v>9.0251949885226956</c:v>
                </c:pt>
                <c:pt idx="20672">
                  <c:v>9.025548627749945</c:v>
                </c:pt>
                <c:pt idx="20673">
                  <c:v>9.0247310792017821</c:v>
                </c:pt>
                <c:pt idx="20674">
                  <c:v>9.0228886366301957</c:v>
                </c:pt>
                <c:pt idx="20675">
                  <c:v>9.0205770487408472</c:v>
                </c:pt>
                <c:pt idx="20676">
                  <c:v>9.0219615510279301</c:v>
                </c:pt>
                <c:pt idx="20677">
                  <c:v>9.0218158855955632</c:v>
                </c:pt>
                <c:pt idx="20678">
                  <c:v>9.0212227518723918</c:v>
                </c:pt>
                <c:pt idx="20679">
                  <c:v>9.0203266633714794</c:v>
                </c:pt>
                <c:pt idx="20680">
                  <c:v>9.0191101318633446</c:v>
                </c:pt>
                <c:pt idx="20681">
                  <c:v>9.0197304927701349</c:v>
                </c:pt>
                <c:pt idx="20682">
                  <c:v>9.0194353919876686</c:v>
                </c:pt>
                <c:pt idx="20683">
                  <c:v>9.0187269616138597</c:v>
                </c:pt>
                <c:pt idx="20684">
                  <c:v>9.0209468148383962</c:v>
                </c:pt>
                <c:pt idx="20685">
                  <c:v>9.0277559145820412</c:v>
                </c:pt>
                <c:pt idx="20686">
                  <c:v>9.0314047760668874</c:v>
                </c:pt>
                <c:pt idx="20687">
                  <c:v>9.0307278663941162</c:v>
                </c:pt>
                <c:pt idx="20688">
                  <c:v>9.0285344025937029</c:v>
                </c:pt>
                <c:pt idx="20689">
                  <c:v>9.0256785851917627</c:v>
                </c:pt>
                <c:pt idx="20690">
                  <c:v>9.0231600707069006</c:v>
                </c:pt>
                <c:pt idx="20691">
                  <c:v>9.023996154683914</c:v>
                </c:pt>
                <c:pt idx="20692">
                  <c:v>9.0260741123938146</c:v>
                </c:pt>
                <c:pt idx="20693">
                  <c:v>9.0258432049327286</c:v>
                </c:pt>
                <c:pt idx="20694">
                  <c:v>9.0241087286161896</c:v>
                </c:pt>
                <c:pt idx="20695">
                  <c:v>9.0236301585040959</c:v>
                </c:pt>
                <c:pt idx="20696">
                  <c:v>9.0261501390680756</c:v>
                </c:pt>
                <c:pt idx="20697">
                  <c:v>9.0284083197895555</c:v>
                </c:pt>
                <c:pt idx="20698">
                  <c:v>9.0273669847360214</c:v>
                </c:pt>
                <c:pt idx="20699">
                  <c:v>9.0249550751470267</c:v>
                </c:pt>
                <c:pt idx="20700">
                  <c:v>9.0208676465660247</c:v>
                </c:pt>
                <c:pt idx="20701">
                  <c:v>9.0174043488095439</c:v>
                </c:pt>
                <c:pt idx="20702">
                  <c:v>9.0165740244290671</c:v>
                </c:pt>
                <c:pt idx="20703">
                  <c:v>9.0175100112259781</c:v>
                </c:pt>
                <c:pt idx="20704">
                  <c:v>9.0184368873883685</c:v>
                </c:pt>
                <c:pt idx="20705">
                  <c:v>9.019902757066502</c:v>
                </c:pt>
                <c:pt idx="20706">
                  <c:v>9.0202050835246226</c:v>
                </c:pt>
                <c:pt idx="20707">
                  <c:v>9.0210049344034307</c:v>
                </c:pt>
                <c:pt idx="20708">
                  <c:v>9.0220175761942265</c:v>
                </c:pt>
                <c:pt idx="20709">
                  <c:v>9.0201662324279948</c:v>
                </c:pt>
                <c:pt idx="20710">
                  <c:v>9.0169978260141086</c:v>
                </c:pt>
                <c:pt idx="20711">
                  <c:v>9.0168321590737737</c:v>
                </c:pt>
                <c:pt idx="20712">
                  <c:v>9.0200274785114694</c:v>
                </c:pt>
                <c:pt idx="20713">
                  <c:v>9.0227365832816719</c:v>
                </c:pt>
                <c:pt idx="20714">
                  <c:v>9.0270532438047688</c:v>
                </c:pt>
                <c:pt idx="20715">
                  <c:v>9.0269545976241137</c:v>
                </c:pt>
                <c:pt idx="20716">
                  <c:v>9.0218192366335472</c:v>
                </c:pt>
                <c:pt idx="20717">
                  <c:v>9.0189941021731475</c:v>
                </c:pt>
                <c:pt idx="20718">
                  <c:v>9.0206858527553901</c:v>
                </c:pt>
                <c:pt idx="20719">
                  <c:v>9.0209718429033394</c:v>
                </c:pt>
                <c:pt idx="20720">
                  <c:v>9.021185785734632</c:v>
                </c:pt>
                <c:pt idx="20721">
                  <c:v>9.0222837742740811</c:v>
                </c:pt>
                <c:pt idx="20722">
                  <c:v>9.0226935433875646</c:v>
                </c:pt>
                <c:pt idx="20723">
                  <c:v>9.0262060595144344</c:v>
                </c:pt>
                <c:pt idx="20724">
                  <c:v>9.0280935316589321</c:v>
                </c:pt>
                <c:pt idx="20725">
                  <c:v>9.0274737990717622</c:v>
                </c:pt>
                <c:pt idx="20726">
                  <c:v>9.0269028659752362</c:v>
                </c:pt>
                <c:pt idx="20727">
                  <c:v>9.0242765946752002</c:v>
                </c:pt>
                <c:pt idx="20728">
                  <c:v>9.0237357162005924</c:v>
                </c:pt>
                <c:pt idx="20729">
                  <c:v>9.022982256253874</c:v>
                </c:pt>
                <c:pt idx="20730">
                  <c:v>9.0216804827170218</c:v>
                </c:pt>
                <c:pt idx="20731">
                  <c:v>9.021154683913343</c:v>
                </c:pt>
                <c:pt idx="20732">
                  <c:v>9.0225715446609591</c:v>
                </c:pt>
                <c:pt idx="20733">
                  <c:v>9.0214219291925666</c:v>
                </c:pt>
                <c:pt idx="20734">
                  <c:v>9.0197111195817907</c:v>
                </c:pt>
                <c:pt idx="20735">
                  <c:v>9.0199203500159175</c:v>
                </c:pt>
                <c:pt idx="20736">
                  <c:v>9.0226361568620881</c:v>
                </c:pt>
                <c:pt idx="20737">
                  <c:v>9.0267348951962862</c:v>
                </c:pt>
                <c:pt idx="20738">
                  <c:v>9.0293812727242262</c:v>
                </c:pt>
                <c:pt idx="20739">
                  <c:v>9.0289545389809494</c:v>
                </c:pt>
                <c:pt idx="20740">
                  <c:v>9.028565818574803</c:v>
                </c:pt>
                <c:pt idx="20741">
                  <c:v>9.0294956268954305</c:v>
                </c:pt>
                <c:pt idx="20742">
                  <c:v>9.028757874939263</c:v>
                </c:pt>
                <c:pt idx="20743">
                  <c:v>9.0272176541058595</c:v>
                </c:pt>
                <c:pt idx="20744">
                  <c:v>9.0242711492384764</c:v>
                </c:pt>
                <c:pt idx="20745">
                  <c:v>9.0214385796625507</c:v>
                </c:pt>
                <c:pt idx="20746">
                  <c:v>9.0203980823685139</c:v>
                </c:pt>
                <c:pt idx="20747">
                  <c:v>9.0228939773469836</c:v>
                </c:pt>
                <c:pt idx="20748">
                  <c:v>9.025025237504817</c:v>
                </c:pt>
                <c:pt idx="20749">
                  <c:v>9.0238746795569931</c:v>
                </c:pt>
                <c:pt idx="20750">
                  <c:v>9.022033807784462</c:v>
                </c:pt>
                <c:pt idx="20751">
                  <c:v>9.0251787569324602</c:v>
                </c:pt>
                <c:pt idx="20752">
                  <c:v>9.0252914355846716</c:v>
                </c:pt>
                <c:pt idx="20753">
                  <c:v>9.0239391870381844</c:v>
                </c:pt>
                <c:pt idx="20754">
                  <c:v>9.0235243913677259</c:v>
                </c:pt>
                <c:pt idx="20755">
                  <c:v>9.0226236951895853</c:v>
                </c:pt>
                <c:pt idx="20756">
                  <c:v>9.0216482289764262</c:v>
                </c:pt>
                <c:pt idx="20757">
                  <c:v>9.0206782081999908</c:v>
                </c:pt>
                <c:pt idx="20758">
                  <c:v>9.0220903565504411</c:v>
                </c:pt>
                <c:pt idx="20759">
                  <c:v>9.0222338228641323</c:v>
                </c:pt>
                <c:pt idx="20760">
                  <c:v>9.0198773101218102</c:v>
                </c:pt>
                <c:pt idx="20761">
                  <c:v>9.018946035722065</c:v>
                </c:pt>
                <c:pt idx="20762">
                  <c:v>9.0199255860127678</c:v>
                </c:pt>
                <c:pt idx="20763">
                  <c:v>9.0202805865991991</c:v>
                </c:pt>
                <c:pt idx="20764">
                  <c:v>9.0199111346614611</c:v>
                </c:pt>
                <c:pt idx="20765">
                  <c:v>9.0207362230450876</c:v>
                </c:pt>
                <c:pt idx="20766">
                  <c:v>9.0235121391350965</c:v>
                </c:pt>
                <c:pt idx="20767">
                  <c:v>9.0260786153511052</c:v>
                </c:pt>
                <c:pt idx="20768">
                  <c:v>9.0273505437059125</c:v>
                </c:pt>
                <c:pt idx="20769">
                  <c:v>9.0278689073940654</c:v>
                </c:pt>
                <c:pt idx="20770">
                  <c:v>9.0279998073153163</c:v>
                </c:pt>
                <c:pt idx="20771">
                  <c:v>9.0247835438902193</c:v>
                </c:pt>
                <c:pt idx="20772">
                  <c:v>9.0229364936414047</c:v>
                </c:pt>
                <c:pt idx="20773">
                  <c:v>9.0232883526297272</c:v>
                </c:pt>
                <c:pt idx="20774">
                  <c:v>9.0252702821573987</c:v>
                </c:pt>
                <c:pt idx="20775">
                  <c:v>9.0271453973493294</c:v>
                </c:pt>
                <c:pt idx="20776">
                  <c:v>9.0259489720690986</c:v>
                </c:pt>
                <c:pt idx="20777">
                  <c:v>9.0260487701690604</c:v>
                </c:pt>
                <c:pt idx="20778">
                  <c:v>9.0263851306067053</c:v>
                </c:pt>
                <c:pt idx="20779">
                  <c:v>9.0264806351892499</c:v>
                </c:pt>
                <c:pt idx="20780">
                  <c:v>9.0261885712849548</c:v>
                </c:pt>
                <c:pt idx="20781">
                  <c:v>9.0259783983713948</c:v>
                </c:pt>
                <c:pt idx="20782">
                  <c:v>9.0268452700098862</c:v>
                </c:pt>
                <c:pt idx="20783">
                  <c:v>9.0247168372903506</c:v>
                </c:pt>
                <c:pt idx="20784">
                  <c:v>9.0215398438416301</c:v>
                </c:pt>
                <c:pt idx="20785">
                  <c:v>9.0203182857765185</c:v>
                </c:pt>
                <c:pt idx="20786">
                  <c:v>9.0193661721093115</c:v>
                </c:pt>
                <c:pt idx="20787">
                  <c:v>9.0213837064155626</c:v>
                </c:pt>
                <c:pt idx="20788">
                  <c:v>9.0239176147311628</c:v>
                </c:pt>
                <c:pt idx="20789">
                  <c:v>9.0234828175527362</c:v>
                </c:pt>
                <c:pt idx="20790">
                  <c:v>9.0246178769498844</c:v>
                </c:pt>
                <c:pt idx="20791">
                  <c:v>9.0238247281470443</c:v>
                </c:pt>
                <c:pt idx="20792">
                  <c:v>9.0221739230601674</c:v>
                </c:pt>
                <c:pt idx="20793">
                  <c:v>9.0227001407435949</c:v>
                </c:pt>
                <c:pt idx="20794">
                  <c:v>9.0231634217448846</c:v>
                </c:pt>
                <c:pt idx="20795">
                  <c:v>9.0234302481443631</c:v>
                </c:pt>
                <c:pt idx="20796">
                  <c:v>9.0250948762629228</c:v>
                </c:pt>
                <c:pt idx="20797">
                  <c:v>9.0239916517266217</c:v>
                </c:pt>
                <c:pt idx="20798">
                  <c:v>9.022796168925824</c:v>
                </c:pt>
                <c:pt idx="20799">
                  <c:v>9.0245688680193688</c:v>
                </c:pt>
                <c:pt idx="20800">
                  <c:v>9.0261125446106938</c:v>
                </c:pt>
                <c:pt idx="20801">
                  <c:v>9.0267229571234697</c:v>
                </c:pt>
                <c:pt idx="20802">
                  <c:v>9.0235654415830311</c:v>
                </c:pt>
                <c:pt idx="20803">
                  <c:v>9.0208049193237603</c:v>
                </c:pt>
                <c:pt idx="20804">
                  <c:v>9.0205377787644725</c:v>
                </c:pt>
                <c:pt idx="20805">
                  <c:v>9.0227318708845061</c:v>
                </c:pt>
                <c:pt idx="20806">
                  <c:v>9.0235876422096748</c:v>
                </c:pt>
                <c:pt idx="20807">
                  <c:v>9.0217332615652701</c:v>
                </c:pt>
                <c:pt idx="20808">
                  <c:v>9.0178858510798712</c:v>
                </c:pt>
                <c:pt idx="20809">
                  <c:v>9.0183806527821986</c:v>
                </c:pt>
                <c:pt idx="20810">
                  <c:v>9.0182113206440704</c:v>
                </c:pt>
                <c:pt idx="20811">
                  <c:v>9.0197028467067675</c:v>
                </c:pt>
                <c:pt idx="20812">
                  <c:v>9.0186935559539574</c:v>
                </c:pt>
                <c:pt idx="20813">
                  <c:v>9.0160660280146772</c:v>
                </c:pt>
                <c:pt idx="20814">
                  <c:v>9.0142392934336417</c:v>
                </c:pt>
                <c:pt idx="20815">
                  <c:v>9.0157010790342316</c:v>
                </c:pt>
                <c:pt idx="20816">
                  <c:v>9.0166582192584155</c:v>
                </c:pt>
                <c:pt idx="20817">
                  <c:v>9.0184894567967433</c:v>
                </c:pt>
                <c:pt idx="20818">
                  <c:v>9.020513483739089</c:v>
                </c:pt>
                <c:pt idx="20819">
                  <c:v>9.0228710436807802</c:v>
                </c:pt>
                <c:pt idx="20820">
                  <c:v>9.021916730894894</c:v>
                </c:pt>
                <c:pt idx="20821">
                  <c:v>9.0199501951979624</c:v>
                </c:pt>
                <c:pt idx="20822">
                  <c:v>9.0201954492904175</c:v>
                </c:pt>
                <c:pt idx="20823">
                  <c:v>9.0204166177973626</c:v>
                </c:pt>
                <c:pt idx="20824">
                  <c:v>9.0217343087646391</c:v>
                </c:pt>
                <c:pt idx="20825">
                  <c:v>9.0238822193924566</c:v>
                </c:pt>
                <c:pt idx="20826">
                  <c:v>9.0226374135013323</c:v>
                </c:pt>
                <c:pt idx="20827">
                  <c:v>9.0209129902987453</c:v>
                </c:pt>
                <c:pt idx="20828">
                  <c:v>9.0173585861970746</c:v>
                </c:pt>
                <c:pt idx="20829">
                  <c:v>9.0139478578489687</c:v>
                </c:pt>
                <c:pt idx="20830">
                  <c:v>9.0157854833034534</c:v>
                </c:pt>
                <c:pt idx="20831">
                  <c:v>9.0188868689576598</c:v>
                </c:pt>
                <c:pt idx="20832">
                  <c:v>9.0221233433305965</c:v>
                </c:pt>
                <c:pt idx="20833">
                  <c:v>9.0241753304961208</c:v>
                </c:pt>
                <c:pt idx="20834">
                  <c:v>9.0245405936363792</c:v>
                </c:pt>
                <c:pt idx="20835">
                  <c:v>9.023144153276478</c:v>
                </c:pt>
                <c:pt idx="20836">
                  <c:v>9.0215246594507654</c:v>
                </c:pt>
                <c:pt idx="20837">
                  <c:v>9.0200308295494533</c:v>
                </c:pt>
                <c:pt idx="20838">
                  <c:v>9.0199474724796005</c:v>
                </c:pt>
                <c:pt idx="20839">
                  <c:v>9.0184387723472348</c:v>
                </c:pt>
                <c:pt idx="20840">
                  <c:v>9.0170604485364336</c:v>
                </c:pt>
                <c:pt idx="20841">
                  <c:v>9.0158765896486432</c:v>
                </c:pt>
                <c:pt idx="20842">
                  <c:v>9.0167372828108512</c:v>
                </c:pt>
                <c:pt idx="20843">
                  <c:v>9.017743955565237</c:v>
                </c:pt>
                <c:pt idx="20844">
                  <c:v>9.0185507179598883</c:v>
                </c:pt>
                <c:pt idx="20845">
                  <c:v>9.0173805773838449</c:v>
                </c:pt>
                <c:pt idx="20846">
                  <c:v>9.0187317787309613</c:v>
                </c:pt>
                <c:pt idx="20847">
                  <c:v>9.0207724561432912</c:v>
                </c:pt>
                <c:pt idx="20848">
                  <c:v>9.0199711391853619</c:v>
                </c:pt>
                <c:pt idx="20849">
                  <c:v>9.0175470820836754</c:v>
                </c:pt>
                <c:pt idx="20850">
                  <c:v>9.0178700383693844</c:v>
                </c:pt>
                <c:pt idx="20851">
                  <c:v>9.019692269993131</c:v>
                </c:pt>
                <c:pt idx="20852">
                  <c:v>9.0207304634485528</c:v>
                </c:pt>
                <c:pt idx="20853">
                  <c:v>9.0206890990734383</c:v>
                </c:pt>
                <c:pt idx="20854">
                  <c:v>9.0220268962686188</c:v>
                </c:pt>
                <c:pt idx="20855">
                  <c:v>9.0228469580952702</c:v>
                </c:pt>
                <c:pt idx="20856">
                  <c:v>9.0243252894459065</c:v>
                </c:pt>
                <c:pt idx="20857">
                  <c:v>9.0240021237203223</c:v>
                </c:pt>
                <c:pt idx="20858">
                  <c:v>9.0213623435484145</c:v>
                </c:pt>
                <c:pt idx="20859">
                  <c:v>9.0212374126635719</c:v>
                </c:pt>
                <c:pt idx="20860">
                  <c:v>9.0211154139369665</c:v>
                </c:pt>
                <c:pt idx="20861">
                  <c:v>9.0203299096895257</c:v>
                </c:pt>
                <c:pt idx="20862">
                  <c:v>9.0200842367173237</c:v>
                </c:pt>
                <c:pt idx="20863">
                  <c:v>9.022695742506242</c:v>
                </c:pt>
                <c:pt idx="20864">
                  <c:v>9.0250919441046857</c:v>
                </c:pt>
                <c:pt idx="20865">
                  <c:v>9.02528661846757</c:v>
                </c:pt>
                <c:pt idx="20866">
                  <c:v>9.0232969396645615</c:v>
                </c:pt>
                <c:pt idx="20867">
                  <c:v>9.0199887321347791</c:v>
                </c:pt>
                <c:pt idx="20868">
                  <c:v>9.017126212656871</c:v>
                </c:pt>
                <c:pt idx="20869">
                  <c:v>9.0178205058391843</c:v>
                </c:pt>
                <c:pt idx="20870">
                  <c:v>9.0216715815223765</c:v>
                </c:pt>
                <c:pt idx="20871">
                  <c:v>9.025537946316371</c:v>
                </c:pt>
                <c:pt idx="20872">
                  <c:v>9.0266284997402941</c:v>
                </c:pt>
                <c:pt idx="20873">
                  <c:v>9.0239506015113182</c:v>
                </c:pt>
                <c:pt idx="20874">
                  <c:v>9.0195722609453277</c:v>
                </c:pt>
                <c:pt idx="20875">
                  <c:v>9.0217102231791291</c:v>
                </c:pt>
                <c:pt idx="20876">
                  <c:v>9.0268625487994907</c:v>
                </c:pt>
                <c:pt idx="20877">
                  <c:v>9.027987869242498</c:v>
                </c:pt>
                <c:pt idx="20878">
                  <c:v>9.0254238015850401</c:v>
                </c:pt>
                <c:pt idx="20879">
                  <c:v>9.0220322369854067</c:v>
                </c:pt>
                <c:pt idx="20880">
                  <c:v>9.0212739599215865</c:v>
                </c:pt>
                <c:pt idx="20881">
                  <c:v>9.0225295519662208</c:v>
                </c:pt>
                <c:pt idx="20882">
                  <c:v>9.0250644027612559</c:v>
                </c:pt>
                <c:pt idx="20883">
                  <c:v>9.026281143709264</c:v>
                </c:pt>
                <c:pt idx="20884">
                  <c:v>9.0254285139822059</c:v>
                </c:pt>
                <c:pt idx="20885">
                  <c:v>9.0268117596300446</c:v>
                </c:pt>
                <c:pt idx="20886">
                  <c:v>9.0260610224016897</c:v>
                </c:pt>
                <c:pt idx="20887">
                  <c:v>9.0252771936732401</c:v>
                </c:pt>
                <c:pt idx="20888">
                  <c:v>9.0271195315248907</c:v>
                </c:pt>
                <c:pt idx="20889">
                  <c:v>9.0272932619003736</c:v>
                </c:pt>
                <c:pt idx="20890">
                  <c:v>9.0263937176415396</c:v>
                </c:pt>
                <c:pt idx="20891">
                  <c:v>9.0233674161821629</c:v>
                </c:pt>
                <c:pt idx="20892">
                  <c:v>9.0192446969823905</c:v>
                </c:pt>
                <c:pt idx="20893">
                  <c:v>9.0186444423035041</c:v>
                </c:pt>
                <c:pt idx="20894">
                  <c:v>9.020738736323576</c:v>
                </c:pt>
                <c:pt idx="20895">
                  <c:v>9.0220974775061578</c:v>
                </c:pt>
                <c:pt idx="20896">
                  <c:v>9.0240363671397219</c:v>
                </c:pt>
                <c:pt idx="20897">
                  <c:v>9.0290826114639007</c:v>
                </c:pt>
                <c:pt idx="20898">
                  <c:v>9.0319112016822203</c:v>
                </c:pt>
                <c:pt idx="20899">
                  <c:v>9.0302252106965124</c:v>
                </c:pt>
                <c:pt idx="20900">
                  <c:v>9.0266176088668466</c:v>
                </c:pt>
                <c:pt idx="20901">
                  <c:v>9.0273646808974082</c:v>
                </c:pt>
                <c:pt idx="20902">
                  <c:v>9.0272472898480309</c:v>
                </c:pt>
                <c:pt idx="20903">
                  <c:v>9.0241971122430176</c:v>
                </c:pt>
                <c:pt idx="20904">
                  <c:v>9.0225670417036685</c:v>
                </c:pt>
                <c:pt idx="20905">
                  <c:v>9.0215216225725925</c:v>
                </c:pt>
                <c:pt idx="20906">
                  <c:v>9.0219174639344537</c:v>
                </c:pt>
                <c:pt idx="20907">
                  <c:v>9.0227903046093534</c:v>
                </c:pt>
                <c:pt idx="20908">
                  <c:v>9.0245211157280973</c:v>
                </c:pt>
                <c:pt idx="20909">
                  <c:v>9.0251922658043338</c:v>
                </c:pt>
                <c:pt idx="20910">
                  <c:v>9.0236771777558094</c:v>
                </c:pt>
                <c:pt idx="20911">
                  <c:v>9.0249715161771356</c:v>
                </c:pt>
                <c:pt idx="20912">
                  <c:v>9.0234459561349123</c:v>
                </c:pt>
                <c:pt idx="20913">
                  <c:v>9.0218816497159988</c:v>
                </c:pt>
                <c:pt idx="20914">
                  <c:v>9.0217031022234142</c:v>
                </c:pt>
                <c:pt idx="20915">
                  <c:v>9.0223520516730051</c:v>
                </c:pt>
                <c:pt idx="20916">
                  <c:v>9.0242827731514836</c:v>
                </c:pt>
                <c:pt idx="20917">
                  <c:v>9.0251071284955522</c:v>
                </c:pt>
                <c:pt idx="20918">
                  <c:v>9.0241400398773521</c:v>
                </c:pt>
                <c:pt idx="20919">
                  <c:v>9.0234078380778442</c:v>
                </c:pt>
                <c:pt idx="20920">
                  <c:v>9.0233807156141612</c:v>
                </c:pt>
                <c:pt idx="20921">
                  <c:v>9.0218375626225225</c:v>
                </c:pt>
                <c:pt idx="20922">
                  <c:v>9.0209098487006347</c:v>
                </c:pt>
                <c:pt idx="20923">
                  <c:v>9.0207296256890572</c:v>
                </c:pt>
                <c:pt idx="20924">
                  <c:v>9.0191960022116859</c:v>
                </c:pt>
                <c:pt idx="20925">
                  <c:v>9.0200736600036855</c:v>
                </c:pt>
                <c:pt idx="20926">
                  <c:v>9.0216619472881732</c:v>
                </c:pt>
                <c:pt idx="20927">
                  <c:v>9.021154683913343</c:v>
                </c:pt>
                <c:pt idx="20928">
                  <c:v>9.0206754854816271</c:v>
                </c:pt>
                <c:pt idx="20929">
                  <c:v>9.0217423721997889</c:v>
                </c:pt>
                <c:pt idx="20930">
                  <c:v>9.02359999916224</c:v>
                </c:pt>
                <c:pt idx="20931">
                  <c:v>9.0244299046629699</c:v>
                </c:pt>
                <c:pt idx="20932">
                  <c:v>9.0250083775949594</c:v>
                </c:pt>
                <c:pt idx="20933">
                  <c:v>9.0256134493909492</c:v>
                </c:pt>
                <c:pt idx="20934">
                  <c:v>9.0285242447598151</c:v>
                </c:pt>
                <c:pt idx="20935">
                  <c:v>9.0313354514685926</c:v>
                </c:pt>
                <c:pt idx="20936">
                  <c:v>9.0315386081463735</c:v>
                </c:pt>
                <c:pt idx="20937">
                  <c:v>9.0277980119967154</c:v>
                </c:pt>
                <c:pt idx="20938">
                  <c:v>9.0257662357790327</c:v>
                </c:pt>
                <c:pt idx="20939">
                  <c:v>9.023976781495568</c:v>
                </c:pt>
                <c:pt idx="20940">
                  <c:v>9.0252741567950672</c:v>
                </c:pt>
                <c:pt idx="20941">
                  <c:v>9.0270843456260579</c:v>
                </c:pt>
                <c:pt idx="20942">
                  <c:v>9.0227906187691644</c:v>
                </c:pt>
                <c:pt idx="20943">
                  <c:v>9.0178483613424252</c:v>
                </c:pt>
                <c:pt idx="20944">
                  <c:v>9.016257456059515</c:v>
                </c:pt>
                <c:pt idx="20945">
                  <c:v>9.0183160405810696</c:v>
                </c:pt>
                <c:pt idx="20946">
                  <c:v>9.0213120779786546</c:v>
                </c:pt>
                <c:pt idx="20947">
                  <c:v>9.0207887924534624</c:v>
                </c:pt>
                <c:pt idx="20948">
                  <c:v>9.0185619229931469</c:v>
                </c:pt>
                <c:pt idx="20949">
                  <c:v>9.0169383450898923</c:v>
                </c:pt>
                <c:pt idx="20950">
                  <c:v>9.0148597590603696</c:v>
                </c:pt>
                <c:pt idx="20951">
                  <c:v>9.0124148626912177</c:v>
                </c:pt>
                <c:pt idx="20952">
                  <c:v>9.013183088149054</c:v>
                </c:pt>
                <c:pt idx="20953">
                  <c:v>9.0150116029690199</c:v>
                </c:pt>
                <c:pt idx="20954">
                  <c:v>9.0180596861752935</c:v>
                </c:pt>
                <c:pt idx="20955">
                  <c:v>9.020815705477272</c:v>
                </c:pt>
                <c:pt idx="20956">
                  <c:v>9.0241798334534113</c:v>
                </c:pt>
                <c:pt idx="20957">
                  <c:v>9.0254226496657335</c:v>
                </c:pt>
                <c:pt idx="20958">
                  <c:v>9.0242737672369024</c:v>
                </c:pt>
                <c:pt idx="20959">
                  <c:v>9.0236511024914972</c:v>
                </c:pt>
                <c:pt idx="20960">
                  <c:v>9.0231948377259847</c:v>
                </c:pt>
                <c:pt idx="20961">
                  <c:v>9.0235461731146227</c:v>
                </c:pt>
                <c:pt idx="20962">
                  <c:v>9.0249244969254221</c:v>
                </c:pt>
                <c:pt idx="20963">
                  <c:v>9.0280354120938959</c:v>
                </c:pt>
                <c:pt idx="20964">
                  <c:v>9.025952218387145</c:v>
                </c:pt>
                <c:pt idx="20965">
                  <c:v>9.0234751729973368</c:v>
                </c:pt>
                <c:pt idx="20966">
                  <c:v>9.0244508486503694</c:v>
                </c:pt>
                <c:pt idx="20967">
                  <c:v>9.0244935743846657</c:v>
                </c:pt>
                <c:pt idx="20968">
                  <c:v>9.0267023272958795</c:v>
                </c:pt>
                <c:pt idx="20969">
                  <c:v>9.0262639696395954</c:v>
                </c:pt>
                <c:pt idx="20970">
                  <c:v>9.0265452473903789</c:v>
                </c:pt>
                <c:pt idx="20971">
                  <c:v>9.0262652262788396</c:v>
                </c:pt>
                <c:pt idx="20972">
                  <c:v>9.0237451409949223</c:v>
                </c:pt>
                <c:pt idx="20973">
                  <c:v>9.0233341152421964</c:v>
                </c:pt>
                <c:pt idx="20974">
                  <c:v>9.0228744994387018</c:v>
                </c:pt>
                <c:pt idx="20975">
                  <c:v>9.019936895765964</c:v>
                </c:pt>
                <c:pt idx="20976">
                  <c:v>9.0210987634669841</c:v>
                </c:pt>
                <c:pt idx="20977">
                  <c:v>9.0228096777976976</c:v>
                </c:pt>
                <c:pt idx="20978">
                  <c:v>9.0209272322101768</c:v>
                </c:pt>
                <c:pt idx="20979">
                  <c:v>9.0225713352210839</c:v>
                </c:pt>
                <c:pt idx="20980">
                  <c:v>9.0259838438081204</c:v>
                </c:pt>
                <c:pt idx="20981">
                  <c:v>9.0282019167937264</c:v>
                </c:pt>
                <c:pt idx="20982">
                  <c:v>9.0300328401722432</c:v>
                </c:pt>
                <c:pt idx="20983">
                  <c:v>9.0267244232025874</c:v>
                </c:pt>
                <c:pt idx="20984">
                  <c:v>9.0260376698557376</c:v>
                </c:pt>
                <c:pt idx="20985">
                  <c:v>9.028846572725902</c:v>
                </c:pt>
                <c:pt idx="20986">
                  <c:v>9.0284557579210158</c:v>
                </c:pt>
                <c:pt idx="20987">
                  <c:v>9.026936062195265</c:v>
                </c:pt>
                <c:pt idx="20988">
                  <c:v>9.0282423386894095</c:v>
                </c:pt>
                <c:pt idx="20989">
                  <c:v>9.0276372668934197</c:v>
                </c:pt>
                <c:pt idx="20990">
                  <c:v>9.0263576939832113</c:v>
                </c:pt>
                <c:pt idx="20991">
                  <c:v>9.0256219317058459</c:v>
                </c:pt>
                <c:pt idx="20992">
                  <c:v>9.0257335631586884</c:v>
                </c:pt>
                <c:pt idx="20993">
                  <c:v>9.0285348214734515</c:v>
                </c:pt>
                <c:pt idx="20994">
                  <c:v>9.0300572399175643</c:v>
                </c:pt>
                <c:pt idx="20995">
                  <c:v>9.026872183033694</c:v>
                </c:pt>
                <c:pt idx="20996">
                  <c:v>9.0243731464571155</c:v>
                </c:pt>
                <c:pt idx="20997">
                  <c:v>9.0257669688185924</c:v>
                </c:pt>
                <c:pt idx="20998">
                  <c:v>9.0288496096040749</c:v>
                </c:pt>
                <c:pt idx="20999">
                  <c:v>9.0267259940016427</c:v>
                </c:pt>
                <c:pt idx="21000">
                  <c:v>9.0261188278069131</c:v>
                </c:pt>
                <c:pt idx="21001">
                  <c:v>9.0275697225340554</c:v>
                </c:pt>
                <c:pt idx="21002">
                  <c:v>9.0268975252584482</c:v>
                </c:pt>
                <c:pt idx="21003">
                  <c:v>9.0265740453730547</c:v>
                </c:pt>
                <c:pt idx="21004">
                  <c:v>9.0274267798200487</c:v>
                </c:pt>
                <c:pt idx="21005">
                  <c:v>9.0281486143457936</c:v>
                </c:pt>
                <c:pt idx="21006">
                  <c:v>9.0258224703852026</c:v>
                </c:pt>
                <c:pt idx="21007">
                  <c:v>9.0230222592698084</c:v>
                </c:pt>
                <c:pt idx="21008">
                  <c:v>9.0234010312819404</c:v>
                </c:pt>
                <c:pt idx="21009">
                  <c:v>9.0237620009047799</c:v>
                </c:pt>
                <c:pt idx="21010">
                  <c:v>9.0242618291640841</c:v>
                </c:pt>
                <c:pt idx="21011">
                  <c:v>9.0256921987835739</c:v>
                </c:pt>
                <c:pt idx="21012">
                  <c:v>9.0241566903473345</c:v>
                </c:pt>
                <c:pt idx="21013">
                  <c:v>9.0210358267848463</c:v>
                </c:pt>
                <c:pt idx="21014">
                  <c:v>9.0199982616490466</c:v>
                </c:pt>
                <c:pt idx="21015">
                  <c:v>9.0205273067707719</c:v>
                </c:pt>
                <c:pt idx="21016">
                  <c:v>9.0199407704036325</c:v>
                </c:pt>
                <c:pt idx="21017">
                  <c:v>9.0204464629794074</c:v>
                </c:pt>
                <c:pt idx="21018">
                  <c:v>9.0220435467386029</c:v>
                </c:pt>
                <c:pt idx="21019">
                  <c:v>9.0241519779501704</c:v>
                </c:pt>
                <c:pt idx="21020">
                  <c:v>9.0259945252416944</c:v>
                </c:pt>
                <c:pt idx="21021">
                  <c:v>9.0256243402643967</c:v>
                </c:pt>
                <c:pt idx="21022">
                  <c:v>9.0234858544309091</c:v>
                </c:pt>
                <c:pt idx="21023">
                  <c:v>9.0241599366653826</c:v>
                </c:pt>
                <c:pt idx="21024">
                  <c:v>9.0231450957559112</c:v>
                </c:pt>
                <c:pt idx="21025">
                  <c:v>9.0226885168305877</c:v>
                </c:pt>
                <c:pt idx="21026">
                  <c:v>9.0239041058592893</c:v>
                </c:pt>
                <c:pt idx="21027">
                  <c:v>9.0259744190137887</c:v>
                </c:pt>
                <c:pt idx="21028">
                  <c:v>9.026660648760954</c:v>
                </c:pt>
                <c:pt idx="21029">
                  <c:v>9.0244927366251702</c:v>
                </c:pt>
                <c:pt idx="21030">
                  <c:v>9.0256184759479243</c:v>
                </c:pt>
                <c:pt idx="21031">
                  <c:v>9.0283988949952256</c:v>
                </c:pt>
                <c:pt idx="21032">
                  <c:v>9.0302988288122243</c:v>
                </c:pt>
                <c:pt idx="21033">
                  <c:v>9.0283870616423432</c:v>
                </c:pt>
                <c:pt idx="21034">
                  <c:v>9.0250626225223272</c:v>
                </c:pt>
                <c:pt idx="21035">
                  <c:v>9.0229565998693086</c:v>
                </c:pt>
                <c:pt idx="21036">
                  <c:v>9.022350376154014</c:v>
                </c:pt>
                <c:pt idx="21037">
                  <c:v>9.0198884104351329</c:v>
                </c:pt>
                <c:pt idx="21038">
                  <c:v>9.0156271467587086</c:v>
                </c:pt>
                <c:pt idx="21039">
                  <c:v>9.0148923269607764</c:v>
                </c:pt>
                <c:pt idx="21040">
                  <c:v>9.0186023448888299</c:v>
                </c:pt>
                <c:pt idx="21041">
                  <c:v>9.0224742598394858</c:v>
                </c:pt>
                <c:pt idx="21042">
                  <c:v>9.0234897290685794</c:v>
                </c:pt>
                <c:pt idx="21043">
                  <c:v>9.0229493741936562</c:v>
                </c:pt>
                <c:pt idx="21044">
                  <c:v>9.0189612201129297</c:v>
                </c:pt>
                <c:pt idx="21045">
                  <c:v>9.0172693648107494</c:v>
                </c:pt>
                <c:pt idx="21046">
                  <c:v>9.019014313120989</c:v>
                </c:pt>
                <c:pt idx="21047">
                  <c:v>9.0225252584488054</c:v>
                </c:pt>
                <c:pt idx="21048">
                  <c:v>9.0237916366469513</c:v>
                </c:pt>
                <c:pt idx="21049">
                  <c:v>9.0213440175594393</c:v>
                </c:pt>
                <c:pt idx="21050">
                  <c:v>9.019896788030092</c:v>
                </c:pt>
                <c:pt idx="21051">
                  <c:v>9.0198609738116389</c:v>
                </c:pt>
                <c:pt idx="21052">
                  <c:v>9.0211154139369665</c:v>
                </c:pt>
                <c:pt idx="21053">
                  <c:v>9.0227266348876558</c:v>
                </c:pt>
                <c:pt idx="21054">
                  <c:v>9.023270340800563</c:v>
                </c:pt>
                <c:pt idx="21055">
                  <c:v>9.0212783581589395</c:v>
                </c:pt>
                <c:pt idx="21056">
                  <c:v>9.0222543479717849</c:v>
                </c:pt>
                <c:pt idx="21057">
                  <c:v>9.0248287829030041</c:v>
                </c:pt>
                <c:pt idx="21058">
                  <c:v>9.0261971583197891</c:v>
                </c:pt>
                <c:pt idx="21059">
                  <c:v>9.0268359499354922</c:v>
                </c:pt>
                <c:pt idx="21060">
                  <c:v>9.024077836234774</c:v>
                </c:pt>
                <c:pt idx="21061">
                  <c:v>9.0227095655379248</c:v>
                </c:pt>
                <c:pt idx="21062">
                  <c:v>9.0227648576646615</c:v>
                </c:pt>
                <c:pt idx="21063">
                  <c:v>9.021192173650789</c:v>
                </c:pt>
                <c:pt idx="21064">
                  <c:v>9.0204248906723858</c:v>
                </c:pt>
                <c:pt idx="21065">
                  <c:v>9.0222993775446945</c:v>
                </c:pt>
                <c:pt idx="21066">
                  <c:v>9.0253798192115013</c:v>
                </c:pt>
                <c:pt idx="21067">
                  <c:v>9.0267570958229317</c:v>
                </c:pt>
                <c:pt idx="21068">
                  <c:v>9.0278195843037388</c:v>
                </c:pt>
                <c:pt idx="21069">
                  <c:v>9.0263643960591793</c:v>
                </c:pt>
                <c:pt idx="21070">
                  <c:v>9.0233682539416584</c:v>
                </c:pt>
                <c:pt idx="21071">
                  <c:v>9.021158034951327</c:v>
                </c:pt>
                <c:pt idx="21072">
                  <c:v>9.0204505470569512</c:v>
                </c:pt>
                <c:pt idx="21073">
                  <c:v>9.023171589899972</c:v>
                </c:pt>
                <c:pt idx="21074">
                  <c:v>9.0240158420320693</c:v>
                </c:pt>
                <c:pt idx="21075">
                  <c:v>9.0228052795603446</c:v>
                </c:pt>
                <c:pt idx="21076">
                  <c:v>9.0242366963792033</c:v>
                </c:pt>
                <c:pt idx="21077">
                  <c:v>9.0217243603706248</c:v>
                </c:pt>
                <c:pt idx="21078">
                  <c:v>9.0194300512708807</c:v>
                </c:pt>
                <c:pt idx="21079">
                  <c:v>9.0199352202469711</c:v>
                </c:pt>
                <c:pt idx="21080">
                  <c:v>9.0202567104535625</c:v>
                </c:pt>
                <c:pt idx="21081">
                  <c:v>9.0205633304291002</c:v>
                </c:pt>
                <c:pt idx="21082">
                  <c:v>9.0213992049662384</c:v>
                </c:pt>
                <c:pt idx="21083">
                  <c:v>9.0226123854363891</c:v>
                </c:pt>
                <c:pt idx="21084">
                  <c:v>9.0222565470904605</c:v>
                </c:pt>
                <c:pt idx="21085">
                  <c:v>9.0223644086255721</c:v>
                </c:pt>
                <c:pt idx="21086">
                  <c:v>9.021956838630766</c:v>
                </c:pt>
                <c:pt idx="21087">
                  <c:v>9.0225354162826932</c:v>
                </c:pt>
                <c:pt idx="21088">
                  <c:v>9.0257973376003218</c:v>
                </c:pt>
                <c:pt idx="21089">
                  <c:v>9.0265322621181916</c:v>
                </c:pt>
                <c:pt idx="21090">
                  <c:v>9.0242795268334373</c:v>
                </c:pt>
                <c:pt idx="21091">
                  <c:v>9.0257594289831271</c:v>
                </c:pt>
                <c:pt idx="21092">
                  <c:v>9.0264609478410947</c:v>
                </c:pt>
                <c:pt idx="21093">
                  <c:v>9.0214909396310503</c:v>
                </c:pt>
                <c:pt idx="21094">
                  <c:v>9.0182494387011385</c:v>
                </c:pt>
                <c:pt idx="21095">
                  <c:v>9.0181751922658044</c:v>
                </c:pt>
                <c:pt idx="21096">
                  <c:v>9.0183314344118095</c:v>
                </c:pt>
                <c:pt idx="21097">
                  <c:v>9.0184525953789194</c:v>
                </c:pt>
                <c:pt idx="21098">
                  <c:v>9.0186258021547179</c:v>
                </c:pt>
                <c:pt idx="21099">
                  <c:v>9.02167912135784</c:v>
                </c:pt>
                <c:pt idx="21100">
                  <c:v>9.0262995744181769</c:v>
                </c:pt>
                <c:pt idx="21101">
                  <c:v>9.0270495786069738</c:v>
                </c:pt>
                <c:pt idx="21102">
                  <c:v>9.0264063887539159</c:v>
                </c:pt>
                <c:pt idx="21103">
                  <c:v>9.0290222927801889</c:v>
                </c:pt>
                <c:pt idx="21104">
                  <c:v>9.0303539114990876</c:v>
                </c:pt>
                <c:pt idx="21105">
                  <c:v>9.027177022770303</c:v>
                </c:pt>
                <c:pt idx="21106">
                  <c:v>9.023579578774525</c:v>
                </c:pt>
                <c:pt idx="21107">
                  <c:v>9.0262980036191216</c:v>
                </c:pt>
                <c:pt idx="21108">
                  <c:v>9.0314574501951981</c:v>
                </c:pt>
                <c:pt idx="21109">
                  <c:v>9.0335218990332251</c:v>
                </c:pt>
                <c:pt idx="21110">
                  <c:v>9.0330652153879658</c:v>
                </c:pt>
                <c:pt idx="21111">
                  <c:v>9.031610446023155</c:v>
                </c:pt>
                <c:pt idx="21112">
                  <c:v>9.0274563108422843</c:v>
                </c:pt>
                <c:pt idx="21113">
                  <c:v>9.0244619489636921</c:v>
                </c:pt>
                <c:pt idx="21114">
                  <c:v>9.0242317745421641</c:v>
                </c:pt>
                <c:pt idx="21115">
                  <c:v>9.0222845073136408</c:v>
                </c:pt>
                <c:pt idx="21116">
                  <c:v>9.0205771534607848</c:v>
                </c:pt>
                <c:pt idx="21117">
                  <c:v>9.0211137384179754</c:v>
                </c:pt>
                <c:pt idx="21118">
                  <c:v>9.0206066844830186</c:v>
                </c:pt>
                <c:pt idx="21119">
                  <c:v>9.0214442345391479</c:v>
                </c:pt>
                <c:pt idx="21120">
                  <c:v>9.0243742983764221</c:v>
                </c:pt>
                <c:pt idx="21121">
                  <c:v>9.026162391300705</c:v>
                </c:pt>
                <c:pt idx="21122">
                  <c:v>9.0267524881457035</c:v>
                </c:pt>
                <c:pt idx="21123">
                  <c:v>9.0281443208283765</c:v>
                </c:pt>
                <c:pt idx="21124">
                  <c:v>9.0307265050349343</c:v>
                </c:pt>
                <c:pt idx="21125">
                  <c:v>9.0299791188445617</c:v>
                </c:pt>
                <c:pt idx="21126">
                  <c:v>9.0286688629928129</c:v>
                </c:pt>
                <c:pt idx="21127">
                  <c:v>9.0289941231171351</c:v>
                </c:pt>
                <c:pt idx="21128">
                  <c:v>9.0292184332221908</c:v>
                </c:pt>
                <c:pt idx="21129">
                  <c:v>9.0271738811721924</c:v>
                </c:pt>
                <c:pt idx="21130">
                  <c:v>9.0205871018547992</c:v>
                </c:pt>
                <c:pt idx="21131">
                  <c:v>9.0194456545414941</c:v>
                </c:pt>
                <c:pt idx="21132">
                  <c:v>9.0241085191763144</c:v>
                </c:pt>
                <c:pt idx="21133">
                  <c:v>9.0257832004088261</c:v>
                </c:pt>
                <c:pt idx="21134">
                  <c:v>9.0271512616658018</c:v>
                </c:pt>
                <c:pt idx="21135">
                  <c:v>9.0252930063837269</c:v>
                </c:pt>
                <c:pt idx="21136">
                  <c:v>9.0207173734564279</c:v>
                </c:pt>
                <c:pt idx="21137">
                  <c:v>9.0177243729370176</c:v>
                </c:pt>
                <c:pt idx="21138">
                  <c:v>9.0175933682958291</c:v>
                </c:pt>
                <c:pt idx="21139">
                  <c:v>9.0163006006735582</c:v>
                </c:pt>
                <c:pt idx="21140">
                  <c:v>9.0183407544862018</c:v>
                </c:pt>
                <c:pt idx="21141">
                  <c:v>9.0214252802305506</c:v>
                </c:pt>
                <c:pt idx="21142">
                  <c:v>9.0227853827723141</c:v>
                </c:pt>
                <c:pt idx="21143">
                  <c:v>9.0225556272305347</c:v>
                </c:pt>
                <c:pt idx="21144">
                  <c:v>9.0233496137928721</c:v>
                </c:pt>
                <c:pt idx="21145">
                  <c:v>9.0259308555199969</c:v>
                </c:pt>
                <c:pt idx="21146">
                  <c:v>9.026585983445873</c:v>
                </c:pt>
                <c:pt idx="21147">
                  <c:v>9.0265124700500987</c:v>
                </c:pt>
                <c:pt idx="21148">
                  <c:v>9.0276454350485071</c:v>
                </c:pt>
                <c:pt idx="21149">
                  <c:v>9.027692663740094</c:v>
                </c:pt>
                <c:pt idx="21150">
                  <c:v>9.0286132567062651</c:v>
                </c:pt>
                <c:pt idx="21151">
                  <c:v>9.0284337667342456</c:v>
                </c:pt>
                <c:pt idx="21152">
                  <c:v>9.026823278823116</c:v>
                </c:pt>
                <c:pt idx="21153">
                  <c:v>9.0273455171489374</c:v>
                </c:pt>
                <c:pt idx="21154">
                  <c:v>9.0290408282090375</c:v>
                </c:pt>
                <c:pt idx="21155">
                  <c:v>9.0290981100145764</c:v>
                </c:pt>
                <c:pt idx="21156">
                  <c:v>9.0280663044753116</c:v>
                </c:pt>
                <c:pt idx="21157">
                  <c:v>9.0260549486453421</c:v>
                </c:pt>
                <c:pt idx="21158">
                  <c:v>9.0224317435450629</c:v>
                </c:pt>
                <c:pt idx="21159">
                  <c:v>9.0205632257091626</c:v>
                </c:pt>
                <c:pt idx="21160">
                  <c:v>9.0207798912588171</c:v>
                </c:pt>
                <c:pt idx="21161">
                  <c:v>9.0241428673156516</c:v>
                </c:pt>
                <c:pt idx="21162">
                  <c:v>9.0277390546721854</c:v>
                </c:pt>
                <c:pt idx="21163">
                  <c:v>9.0289084622086691</c:v>
                </c:pt>
                <c:pt idx="21164">
                  <c:v>9.0278349781344769</c:v>
                </c:pt>
                <c:pt idx="21165">
                  <c:v>9.0264171749074276</c:v>
                </c:pt>
                <c:pt idx="21166">
                  <c:v>9.025341177554747</c:v>
                </c:pt>
                <c:pt idx="21167">
                  <c:v>9.0244110550743084</c:v>
                </c:pt>
                <c:pt idx="21168">
                  <c:v>9.0218267764690108</c:v>
                </c:pt>
                <c:pt idx="21169">
                  <c:v>9.0188215237169711</c:v>
                </c:pt>
                <c:pt idx="21170">
                  <c:v>9.0182442027042882</c:v>
                </c:pt>
                <c:pt idx="21171">
                  <c:v>9.0181231464571159</c:v>
                </c:pt>
                <c:pt idx="21172">
                  <c:v>9.0183384506475885</c:v>
                </c:pt>
                <c:pt idx="21173">
                  <c:v>9.0179495208015688</c:v>
                </c:pt>
                <c:pt idx="21174">
                  <c:v>9.0193898388150728</c:v>
                </c:pt>
                <c:pt idx="21175">
                  <c:v>9.0209193782149022</c:v>
                </c:pt>
                <c:pt idx="21176">
                  <c:v>9.0216987039860594</c:v>
                </c:pt>
                <c:pt idx="21177">
                  <c:v>9.0205596652313051</c:v>
                </c:pt>
                <c:pt idx="21178">
                  <c:v>9.0189395430859705</c:v>
                </c:pt>
                <c:pt idx="21179">
                  <c:v>9.0185909304156961</c:v>
                </c:pt>
                <c:pt idx="21180">
                  <c:v>9.0180116197242093</c:v>
                </c:pt>
                <c:pt idx="21181">
                  <c:v>9.0185223388569611</c:v>
                </c:pt>
                <c:pt idx="21182">
                  <c:v>9.0212126987584398</c:v>
                </c:pt>
                <c:pt idx="21183">
                  <c:v>9.024980731531592</c:v>
                </c:pt>
                <c:pt idx="21184">
                  <c:v>9.0277746594507651</c:v>
                </c:pt>
                <c:pt idx="21185">
                  <c:v>9.0285666563343003</c:v>
                </c:pt>
                <c:pt idx="21186">
                  <c:v>9.0265694376958265</c:v>
                </c:pt>
                <c:pt idx="21187">
                  <c:v>9.022719828091752</c:v>
                </c:pt>
                <c:pt idx="21188">
                  <c:v>9.0214167979156539</c:v>
                </c:pt>
                <c:pt idx="21189">
                  <c:v>9.0222347653435655</c:v>
                </c:pt>
                <c:pt idx="21190">
                  <c:v>9.0218631142871502</c:v>
                </c:pt>
                <c:pt idx="21191">
                  <c:v>9.0228173223530987</c:v>
                </c:pt>
                <c:pt idx="21192">
                  <c:v>9.0217521111539298</c:v>
                </c:pt>
                <c:pt idx="21193">
                  <c:v>9.01849793911164</c:v>
                </c:pt>
                <c:pt idx="21194">
                  <c:v>9.0188869736775974</c:v>
                </c:pt>
                <c:pt idx="21195">
                  <c:v>9.0213541753933288</c:v>
                </c:pt>
                <c:pt idx="21196">
                  <c:v>9.0227666379035902</c:v>
                </c:pt>
                <c:pt idx="21197">
                  <c:v>9.0218592396494817</c:v>
                </c:pt>
                <c:pt idx="21198">
                  <c:v>9.019047404621082</c:v>
                </c:pt>
                <c:pt idx="21199">
                  <c:v>9.0168973995945247</c:v>
                </c:pt>
                <c:pt idx="21200">
                  <c:v>9.0189210076571218</c:v>
                </c:pt>
                <c:pt idx="21201">
                  <c:v>9.0190878265167633</c:v>
                </c:pt>
                <c:pt idx="21202">
                  <c:v>9.0197609662718019</c:v>
                </c:pt>
                <c:pt idx="21203">
                  <c:v>9.0203929510916012</c:v>
                </c:pt>
                <c:pt idx="21204">
                  <c:v>9.0170562597389541</c:v>
                </c:pt>
                <c:pt idx="21205">
                  <c:v>9.0179411432066079</c:v>
                </c:pt>
                <c:pt idx="21206">
                  <c:v>9.0212556339326113</c:v>
                </c:pt>
                <c:pt idx="21207">
                  <c:v>9.0231313774441642</c:v>
                </c:pt>
                <c:pt idx="21208">
                  <c:v>9.0240627565638452</c:v>
                </c:pt>
                <c:pt idx="21209">
                  <c:v>9.0247185128093435</c:v>
                </c:pt>
                <c:pt idx="21210">
                  <c:v>9.0245275036442543</c:v>
                </c:pt>
                <c:pt idx="21211">
                  <c:v>9.0223355059229604</c:v>
                </c:pt>
                <c:pt idx="21212">
                  <c:v>9.0212794053583103</c:v>
                </c:pt>
                <c:pt idx="21213">
                  <c:v>9.0174855067607194</c:v>
                </c:pt>
                <c:pt idx="21214">
                  <c:v>9.014211123770588</c:v>
                </c:pt>
                <c:pt idx="21215">
                  <c:v>9.0146648752576102</c:v>
                </c:pt>
                <c:pt idx="21216">
                  <c:v>9.0176804952834146</c:v>
                </c:pt>
                <c:pt idx="21217">
                  <c:v>9.0192111866025506</c:v>
                </c:pt>
                <c:pt idx="21218">
                  <c:v>9.0175608003954224</c:v>
                </c:pt>
                <c:pt idx="21219">
                  <c:v>9.0213095647001662</c:v>
                </c:pt>
                <c:pt idx="21220">
                  <c:v>9.0240964763835603</c:v>
                </c:pt>
                <c:pt idx="21221">
                  <c:v>9.0231804910946174</c:v>
                </c:pt>
                <c:pt idx="21222">
                  <c:v>9.0213415042809508</c:v>
                </c:pt>
                <c:pt idx="21223">
                  <c:v>9.0213270529296441</c:v>
                </c:pt>
                <c:pt idx="21224">
                  <c:v>9.0196198037967257</c:v>
                </c:pt>
                <c:pt idx="21225">
                  <c:v>9.0202679154868228</c:v>
                </c:pt>
                <c:pt idx="21226">
                  <c:v>9.0245979801618557</c:v>
                </c:pt>
                <c:pt idx="21227">
                  <c:v>9.0259824824489385</c:v>
                </c:pt>
                <c:pt idx="21228">
                  <c:v>9.0240305028232495</c:v>
                </c:pt>
                <c:pt idx="21229">
                  <c:v>9.02482407050584</c:v>
                </c:pt>
                <c:pt idx="21230">
                  <c:v>9.0262916157029647</c:v>
                </c:pt>
                <c:pt idx="21231">
                  <c:v>9.0264189551463563</c:v>
                </c:pt>
                <c:pt idx="21232">
                  <c:v>9.0228461203357746</c:v>
                </c:pt>
                <c:pt idx="21233">
                  <c:v>9.0200036023658328</c:v>
                </c:pt>
                <c:pt idx="21234">
                  <c:v>9.0203808035789077</c:v>
                </c:pt>
                <c:pt idx="21235">
                  <c:v>9.022838999380058</c:v>
                </c:pt>
                <c:pt idx="21236">
                  <c:v>9.0234255357471973</c:v>
                </c:pt>
                <c:pt idx="21237">
                  <c:v>9.023685660070706</c:v>
                </c:pt>
                <c:pt idx="21238">
                  <c:v>9.0238594951661284</c:v>
                </c:pt>
                <c:pt idx="21239">
                  <c:v>9.0223780222173815</c:v>
                </c:pt>
                <c:pt idx="21240">
                  <c:v>9.0231926386073091</c:v>
                </c:pt>
                <c:pt idx="21241">
                  <c:v>9.0243383794380314</c:v>
                </c:pt>
                <c:pt idx="21242">
                  <c:v>9.0241405634770366</c:v>
                </c:pt>
                <c:pt idx="21243">
                  <c:v>9.023378411775548</c:v>
                </c:pt>
                <c:pt idx="21244">
                  <c:v>9.0243711567783116</c:v>
                </c:pt>
                <c:pt idx="21245">
                  <c:v>9.025653033527135</c:v>
                </c:pt>
                <c:pt idx="21246">
                  <c:v>9.0250644027612559</c:v>
                </c:pt>
                <c:pt idx="21247">
                  <c:v>9.025042306854548</c:v>
                </c:pt>
                <c:pt idx="21248">
                  <c:v>9.0271785935693583</c:v>
                </c:pt>
                <c:pt idx="21249">
                  <c:v>9.0293001147730507</c:v>
                </c:pt>
                <c:pt idx="21250">
                  <c:v>9.0304919323760533</c:v>
                </c:pt>
                <c:pt idx="21251">
                  <c:v>9.0309877812777515</c:v>
                </c:pt>
                <c:pt idx="21252">
                  <c:v>9.0298065403883854</c:v>
                </c:pt>
                <c:pt idx="21253">
                  <c:v>9.0278469162072952</c:v>
                </c:pt>
                <c:pt idx="21254">
                  <c:v>9.0256923035035097</c:v>
                </c:pt>
                <c:pt idx="21255">
                  <c:v>9.0246007028802175</c:v>
                </c:pt>
                <c:pt idx="21256">
                  <c:v>9.0241581564264539</c:v>
                </c:pt>
                <c:pt idx="21257">
                  <c:v>9.0240560544878772</c:v>
                </c:pt>
                <c:pt idx="21258">
                  <c:v>9.0246790333930935</c:v>
                </c:pt>
                <c:pt idx="21259">
                  <c:v>9.025876924752442</c:v>
                </c:pt>
                <c:pt idx="21260">
                  <c:v>9.0255745982943214</c:v>
                </c:pt>
                <c:pt idx="21261">
                  <c:v>9.0239744776569548</c:v>
                </c:pt>
                <c:pt idx="21262">
                  <c:v>9.0231803863746798</c:v>
                </c:pt>
                <c:pt idx="21263">
                  <c:v>9.0226621274064644</c:v>
                </c:pt>
                <c:pt idx="21264">
                  <c:v>9.0220257443493121</c:v>
                </c:pt>
                <c:pt idx="21265">
                  <c:v>9.0237454551547334</c:v>
                </c:pt>
                <c:pt idx="21266">
                  <c:v>9.0260384028952974</c:v>
                </c:pt>
                <c:pt idx="21267">
                  <c:v>9.0282512398840549</c:v>
                </c:pt>
                <c:pt idx="21268">
                  <c:v>9.0311778479634075</c:v>
                </c:pt>
                <c:pt idx="21269">
                  <c:v>9.0307680788499241</c:v>
                </c:pt>
                <c:pt idx="21270">
                  <c:v>9.029702239331133</c:v>
                </c:pt>
                <c:pt idx="21271">
                  <c:v>9.0277840842450949</c:v>
                </c:pt>
                <c:pt idx="21272">
                  <c:v>9.0240460013739252</c:v>
                </c:pt>
                <c:pt idx="21273">
                  <c:v>9.0222997964244431</c:v>
                </c:pt>
                <c:pt idx="21274">
                  <c:v>9.0216604812090537</c:v>
                </c:pt>
                <c:pt idx="21275">
                  <c:v>9.0224775061575322</c:v>
                </c:pt>
                <c:pt idx="21276">
                  <c:v>9.025856818524538</c:v>
                </c:pt>
                <c:pt idx="21277">
                  <c:v>9.0277854456042768</c:v>
                </c:pt>
                <c:pt idx="21278">
                  <c:v>9.0298290551748401</c:v>
                </c:pt>
                <c:pt idx="21279">
                  <c:v>9.0322347862875532</c:v>
                </c:pt>
                <c:pt idx="21280">
                  <c:v>9.0326580642729084</c:v>
                </c:pt>
                <c:pt idx="21281">
                  <c:v>9.031562589011946</c:v>
                </c:pt>
                <c:pt idx="21282">
                  <c:v>9.0309254729152357</c:v>
                </c:pt>
                <c:pt idx="21283">
                  <c:v>9.0271693782149018</c:v>
                </c:pt>
                <c:pt idx="21284">
                  <c:v>9.0241670576210975</c:v>
                </c:pt>
                <c:pt idx="21285">
                  <c:v>9.0243125136135927</c:v>
                </c:pt>
                <c:pt idx="21286">
                  <c:v>9.0254294564616391</c:v>
                </c:pt>
                <c:pt idx="21287">
                  <c:v>9.0278714206725539</c:v>
                </c:pt>
                <c:pt idx="21288">
                  <c:v>9.0272249845014496</c:v>
                </c:pt>
                <c:pt idx="21289">
                  <c:v>9.0250042935174175</c:v>
                </c:pt>
                <c:pt idx="21290">
                  <c:v>9.0230132533552272</c:v>
                </c:pt>
                <c:pt idx="21291">
                  <c:v>9.0231661444632483</c:v>
                </c:pt>
                <c:pt idx="21292">
                  <c:v>9.0215148157766869</c:v>
                </c:pt>
                <c:pt idx="21293">
                  <c:v>9.0195453479215182</c:v>
                </c:pt>
                <c:pt idx="21294">
                  <c:v>9.020599563527302</c:v>
                </c:pt>
                <c:pt idx="21295">
                  <c:v>9.0237875525694076</c:v>
                </c:pt>
                <c:pt idx="21296">
                  <c:v>9.0227252735284758</c:v>
                </c:pt>
                <c:pt idx="21297">
                  <c:v>9.0245790258532583</c:v>
                </c:pt>
                <c:pt idx="21298">
                  <c:v>9.0256194184273575</c:v>
                </c:pt>
                <c:pt idx="21299">
                  <c:v>9.0256605733625985</c:v>
                </c:pt>
                <c:pt idx="21300">
                  <c:v>9.0268050575540766</c:v>
                </c:pt>
                <c:pt idx="21301">
                  <c:v>9.0262349622170461</c:v>
                </c:pt>
                <c:pt idx="21302">
                  <c:v>9.024818415629241</c:v>
                </c:pt>
                <c:pt idx="21303">
                  <c:v>9.0243382747180938</c:v>
                </c:pt>
                <c:pt idx="21304">
                  <c:v>9.0230698021212064</c:v>
                </c:pt>
                <c:pt idx="21305">
                  <c:v>9.023925259286564</c:v>
                </c:pt>
                <c:pt idx="21306">
                  <c:v>9.0255997310792022</c:v>
                </c:pt>
                <c:pt idx="21307">
                  <c:v>9.02556768677848</c:v>
                </c:pt>
                <c:pt idx="21308">
                  <c:v>9.0261288809208651</c:v>
                </c:pt>
                <c:pt idx="21309">
                  <c:v>9.0281477765862981</c:v>
                </c:pt>
                <c:pt idx="21310">
                  <c:v>9.0287580843791364</c:v>
                </c:pt>
                <c:pt idx="21311">
                  <c:v>9.0271215212036928</c:v>
                </c:pt>
                <c:pt idx="21312">
                  <c:v>9.0243738794966735</c:v>
                </c:pt>
                <c:pt idx="21313">
                  <c:v>9.0216388041820945</c:v>
                </c:pt>
                <c:pt idx="21314">
                  <c:v>9.0228040229211004</c:v>
                </c:pt>
                <c:pt idx="21315">
                  <c:v>9.0265667149774647</c:v>
                </c:pt>
                <c:pt idx="21316">
                  <c:v>9.026159354422532</c:v>
                </c:pt>
                <c:pt idx="21317">
                  <c:v>9.0236038737999102</c:v>
                </c:pt>
                <c:pt idx="21318">
                  <c:v>9.0187807876614787</c:v>
                </c:pt>
                <c:pt idx="21319">
                  <c:v>9.0153213645426664</c:v>
                </c:pt>
                <c:pt idx="21320">
                  <c:v>9.015993771258147</c:v>
                </c:pt>
                <c:pt idx="21321">
                  <c:v>9.0211742665415606</c:v>
                </c:pt>
                <c:pt idx="21322">
                  <c:v>9.0251136211316449</c:v>
                </c:pt>
                <c:pt idx="21323">
                  <c:v>9.0248203005881074</c:v>
                </c:pt>
                <c:pt idx="21324">
                  <c:v>9.0215849781344772</c:v>
                </c:pt>
                <c:pt idx="21325">
                  <c:v>9.0210983445872355</c:v>
                </c:pt>
                <c:pt idx="21326">
                  <c:v>9.0207055401035472</c:v>
                </c:pt>
                <c:pt idx="21327">
                  <c:v>9.0221969614463084</c:v>
                </c:pt>
                <c:pt idx="21328">
                  <c:v>9.0256421426536875</c:v>
                </c:pt>
                <c:pt idx="21329">
                  <c:v>9.026471943434478</c:v>
                </c:pt>
                <c:pt idx="21330">
                  <c:v>9.0241826608917108</c:v>
                </c:pt>
                <c:pt idx="21331">
                  <c:v>9.022995974565621</c:v>
                </c:pt>
                <c:pt idx="21332">
                  <c:v>9.0229849789722358</c:v>
                </c:pt>
                <c:pt idx="21333">
                  <c:v>9.0233482524336921</c:v>
                </c:pt>
                <c:pt idx="21334">
                  <c:v>9.0227859063719986</c:v>
                </c:pt>
                <c:pt idx="21335">
                  <c:v>9.0231218479298967</c:v>
                </c:pt>
                <c:pt idx="21336">
                  <c:v>9.0265858787259354</c:v>
                </c:pt>
                <c:pt idx="21337">
                  <c:v>9.0277284779585472</c:v>
                </c:pt>
                <c:pt idx="21338">
                  <c:v>9.026241035973392</c:v>
                </c:pt>
                <c:pt idx="21339">
                  <c:v>9.0243282216041418</c:v>
                </c:pt>
                <c:pt idx="21340">
                  <c:v>9.0243394266374004</c:v>
                </c:pt>
                <c:pt idx="21341">
                  <c:v>9.0219347427240582</c:v>
                </c:pt>
                <c:pt idx="21342">
                  <c:v>9.020496100229547</c:v>
                </c:pt>
                <c:pt idx="21343">
                  <c:v>9.0221995794447327</c:v>
                </c:pt>
                <c:pt idx="21344">
                  <c:v>9.021624562270663</c:v>
                </c:pt>
                <c:pt idx="21345">
                  <c:v>9.0199913501332034</c:v>
                </c:pt>
                <c:pt idx="21346">
                  <c:v>9.0217480270763861</c:v>
                </c:pt>
                <c:pt idx="21347">
                  <c:v>9.0230882328301192</c:v>
                </c:pt>
                <c:pt idx="21348">
                  <c:v>9.0260131653904789</c:v>
                </c:pt>
                <c:pt idx="21349">
                  <c:v>9.0294337374126634</c:v>
                </c:pt>
                <c:pt idx="21350">
                  <c:v>9.0295020148115874</c:v>
                </c:pt>
                <c:pt idx="21351">
                  <c:v>9.028995798636128</c:v>
                </c:pt>
                <c:pt idx="21352">
                  <c:v>9.0277918335204337</c:v>
                </c:pt>
                <c:pt idx="21353">
                  <c:v>9.024871927517049</c:v>
                </c:pt>
                <c:pt idx="21354">
                  <c:v>9.0232508628922812</c:v>
                </c:pt>
                <c:pt idx="21355">
                  <c:v>9.0225569885897148</c:v>
                </c:pt>
                <c:pt idx="21356">
                  <c:v>9.021244743059162</c:v>
                </c:pt>
                <c:pt idx="21357">
                  <c:v>9.0186893671564761</c:v>
                </c:pt>
                <c:pt idx="21358">
                  <c:v>9.0202107384012198</c:v>
                </c:pt>
                <c:pt idx="21359">
                  <c:v>9.0232075088383628</c:v>
                </c:pt>
                <c:pt idx="21360">
                  <c:v>9.0232495015330993</c:v>
                </c:pt>
                <c:pt idx="21361">
                  <c:v>9.0228151232344214</c:v>
                </c:pt>
                <c:pt idx="21362">
                  <c:v>9.023735192600908</c:v>
                </c:pt>
                <c:pt idx="21363">
                  <c:v>9.0256149154700669</c:v>
                </c:pt>
                <c:pt idx="21364">
                  <c:v>9.0299576512574777</c:v>
                </c:pt>
                <c:pt idx="21365">
                  <c:v>9.03050638372736</c:v>
                </c:pt>
                <c:pt idx="21366">
                  <c:v>9.0313870783975343</c:v>
                </c:pt>
                <c:pt idx="21367">
                  <c:v>9.0343234254310278</c:v>
                </c:pt>
                <c:pt idx="21368">
                  <c:v>9.0341993323056808</c:v>
                </c:pt>
                <c:pt idx="21369">
                  <c:v>9.0306736214667485</c:v>
                </c:pt>
                <c:pt idx="21370">
                  <c:v>9.0276676356751508</c:v>
                </c:pt>
                <c:pt idx="21371">
                  <c:v>9.0230378625404217</c:v>
                </c:pt>
                <c:pt idx="21372">
                  <c:v>9.0216857187138721</c:v>
                </c:pt>
                <c:pt idx="21373">
                  <c:v>9.0220397768208702</c:v>
                </c:pt>
                <c:pt idx="21374">
                  <c:v>9.0230010011225978</c:v>
                </c:pt>
                <c:pt idx="21375">
                  <c:v>9.0243766022150353</c:v>
                </c:pt>
                <c:pt idx="21376">
                  <c:v>9.0261189325268507</c:v>
                </c:pt>
                <c:pt idx="21377">
                  <c:v>9.0249566459460819</c:v>
                </c:pt>
                <c:pt idx="21378">
                  <c:v>9.02288046847511</c:v>
                </c:pt>
                <c:pt idx="21379">
                  <c:v>9.0214768024395564</c:v>
                </c:pt>
                <c:pt idx="21380">
                  <c:v>9.0208701598445113</c:v>
                </c:pt>
                <c:pt idx="21381">
                  <c:v>9.022591336729052</c:v>
                </c:pt>
                <c:pt idx="21382">
                  <c:v>9.0261307658797314</c:v>
                </c:pt>
                <c:pt idx="21383">
                  <c:v>9.02729650821842</c:v>
                </c:pt>
                <c:pt idx="21384">
                  <c:v>9.0232749484777912</c:v>
                </c:pt>
                <c:pt idx="21385">
                  <c:v>9.0215611019888406</c:v>
                </c:pt>
                <c:pt idx="21386">
                  <c:v>9.0214587906103922</c:v>
                </c:pt>
                <c:pt idx="21387">
                  <c:v>9.0220549612117349</c:v>
                </c:pt>
                <c:pt idx="21388">
                  <c:v>9.022882458153914</c:v>
                </c:pt>
                <c:pt idx="21389">
                  <c:v>9.0242802598729952</c:v>
                </c:pt>
                <c:pt idx="21390">
                  <c:v>9.025378667292193</c:v>
                </c:pt>
                <c:pt idx="21391">
                  <c:v>9.0249997905601251</c:v>
                </c:pt>
                <c:pt idx="21392">
                  <c:v>9.0242263291054403</c:v>
                </c:pt>
                <c:pt idx="21393">
                  <c:v>9.0251506919893441</c:v>
                </c:pt>
                <c:pt idx="21394">
                  <c:v>9.0255854891677689</c:v>
                </c:pt>
                <c:pt idx="21395">
                  <c:v>9.0251434663136898</c:v>
                </c:pt>
                <c:pt idx="21396">
                  <c:v>9.0230759805974898</c:v>
                </c:pt>
                <c:pt idx="21397">
                  <c:v>9.0240445352948075</c:v>
                </c:pt>
                <c:pt idx="21398">
                  <c:v>9.0254175183888208</c:v>
                </c:pt>
                <c:pt idx="21399">
                  <c:v>9.0242766993951378</c:v>
                </c:pt>
                <c:pt idx="21400">
                  <c:v>9.0238620084446151</c:v>
                </c:pt>
                <c:pt idx="21401">
                  <c:v>9.0261304517199203</c:v>
                </c:pt>
                <c:pt idx="21402">
                  <c:v>9.0262197778261815</c:v>
                </c:pt>
                <c:pt idx="21403">
                  <c:v>9.0276043848332019</c:v>
                </c:pt>
                <c:pt idx="21404">
                  <c:v>9.031814231020558</c:v>
                </c:pt>
                <c:pt idx="21405">
                  <c:v>9.0330657389876521</c:v>
                </c:pt>
                <c:pt idx="21406">
                  <c:v>9.0340577509508577</c:v>
                </c:pt>
                <c:pt idx="21407">
                  <c:v>9.0320425204832198</c:v>
                </c:pt>
                <c:pt idx="21408">
                  <c:v>9.0286312685354293</c:v>
                </c:pt>
                <c:pt idx="21409">
                  <c:v>9.0282981544158307</c:v>
                </c:pt>
                <c:pt idx="21410">
                  <c:v>9.0277054395724079</c:v>
                </c:pt>
                <c:pt idx="21411">
                  <c:v>9.0270809945880739</c:v>
                </c:pt>
                <c:pt idx="21412">
                  <c:v>9.0263121408106155</c:v>
                </c:pt>
                <c:pt idx="21413">
                  <c:v>9.0254546939664557</c:v>
                </c:pt>
                <c:pt idx="21414">
                  <c:v>9.0248101427542178</c:v>
                </c:pt>
                <c:pt idx="21415">
                  <c:v>9.0225867290518238</c:v>
                </c:pt>
                <c:pt idx="21416">
                  <c:v>9.020385725415947</c:v>
                </c:pt>
                <c:pt idx="21417">
                  <c:v>9.0237404285977583</c:v>
                </c:pt>
                <c:pt idx="21418">
                  <c:v>9.0263740302933826</c:v>
                </c:pt>
                <c:pt idx="21419">
                  <c:v>9.025558680863897</c:v>
                </c:pt>
                <c:pt idx="21420">
                  <c:v>9.024699663220682</c:v>
                </c:pt>
                <c:pt idx="21421">
                  <c:v>9.024790979005747</c:v>
                </c:pt>
                <c:pt idx="21422">
                  <c:v>9.0240690397600662</c:v>
                </c:pt>
                <c:pt idx="21423">
                  <c:v>9.0228206733910827</c:v>
                </c:pt>
                <c:pt idx="21424">
                  <c:v>9.0229753447380325</c:v>
                </c:pt>
                <c:pt idx="21425">
                  <c:v>9.0228561734497266</c:v>
                </c:pt>
                <c:pt idx="21426">
                  <c:v>9.0245835288105489</c:v>
                </c:pt>
                <c:pt idx="21427">
                  <c:v>9.0283989997151615</c:v>
                </c:pt>
                <c:pt idx="21428">
                  <c:v>9.0295732243687485</c:v>
                </c:pt>
                <c:pt idx="21429">
                  <c:v>9.0292474406447401</c:v>
                </c:pt>
                <c:pt idx="21430">
                  <c:v>9.0310524981988163</c:v>
                </c:pt>
                <c:pt idx="21431">
                  <c:v>9.0313768158437071</c:v>
                </c:pt>
                <c:pt idx="21432">
                  <c:v>9.0303285692743334</c:v>
                </c:pt>
                <c:pt idx="21433">
                  <c:v>9.0300800688638301</c:v>
                </c:pt>
                <c:pt idx="21434">
                  <c:v>9.0281306025166295</c:v>
                </c:pt>
                <c:pt idx="21435">
                  <c:v>9.0247973669219039</c:v>
                </c:pt>
                <c:pt idx="21436">
                  <c:v>9.0239878818088908</c:v>
                </c:pt>
                <c:pt idx="21437">
                  <c:v>9.0248569525660578</c:v>
                </c:pt>
                <c:pt idx="21438">
                  <c:v>9.0245793400130694</c:v>
                </c:pt>
                <c:pt idx="21439">
                  <c:v>9.023157871588225</c:v>
                </c:pt>
                <c:pt idx="21440">
                  <c:v>9.0232809175141995</c:v>
                </c:pt>
                <c:pt idx="21441">
                  <c:v>9.0230641472446091</c:v>
                </c:pt>
                <c:pt idx="21442">
                  <c:v>9.0224670341638316</c:v>
                </c:pt>
                <c:pt idx="21443">
                  <c:v>9.0223697493423582</c:v>
                </c:pt>
                <c:pt idx="21444">
                  <c:v>9.0228916735083686</c:v>
                </c:pt>
                <c:pt idx="21445">
                  <c:v>9.0250326726203447</c:v>
                </c:pt>
                <c:pt idx="21446">
                  <c:v>9.027016696546756</c:v>
                </c:pt>
                <c:pt idx="21447">
                  <c:v>9.0280834785449802</c:v>
                </c:pt>
                <c:pt idx="21448">
                  <c:v>9.0267851607660479</c:v>
                </c:pt>
                <c:pt idx="21449">
                  <c:v>9.0240316547425561</c:v>
                </c:pt>
                <c:pt idx="21450">
                  <c:v>9.0226146892750023</c:v>
                </c:pt>
                <c:pt idx="21451">
                  <c:v>9.0223759278186417</c:v>
                </c:pt>
                <c:pt idx="21452">
                  <c:v>9.0253134267714419</c:v>
                </c:pt>
                <c:pt idx="21453">
                  <c:v>9.0261771568118228</c:v>
                </c:pt>
                <c:pt idx="21454">
                  <c:v>9.0237631528240865</c:v>
                </c:pt>
                <c:pt idx="21455">
                  <c:v>9.0257652932995995</c:v>
                </c:pt>
                <c:pt idx="21456">
                  <c:v>9.0268852730258189</c:v>
                </c:pt>
                <c:pt idx="21457">
                  <c:v>9.0244092748353797</c:v>
                </c:pt>
                <c:pt idx="21458">
                  <c:v>9.0236105758758782</c:v>
                </c:pt>
                <c:pt idx="21459">
                  <c:v>9.0228986897441477</c:v>
                </c:pt>
                <c:pt idx="21460">
                  <c:v>9.0208417807415842</c:v>
                </c:pt>
                <c:pt idx="21461">
                  <c:v>9.0202422591022575</c:v>
                </c:pt>
                <c:pt idx="21462">
                  <c:v>9.0213074703014264</c:v>
                </c:pt>
                <c:pt idx="21463">
                  <c:v>9.0232173525124413</c:v>
                </c:pt>
                <c:pt idx="21464">
                  <c:v>9.024516926930616</c:v>
                </c:pt>
                <c:pt idx="21465">
                  <c:v>9.0261780992912559</c:v>
                </c:pt>
                <c:pt idx="21466">
                  <c:v>9.0282323902953934</c:v>
                </c:pt>
                <c:pt idx="21467">
                  <c:v>9.0272073915520341</c:v>
                </c:pt>
                <c:pt idx="21468">
                  <c:v>9.0240174128311246</c:v>
                </c:pt>
                <c:pt idx="21469">
                  <c:v>9.0234560092488643</c:v>
                </c:pt>
                <c:pt idx="21470">
                  <c:v>9.0219101335388636</c:v>
                </c:pt>
                <c:pt idx="21471">
                  <c:v>9.0205346371663619</c:v>
                </c:pt>
                <c:pt idx="21472">
                  <c:v>9.0246682472395818</c:v>
                </c:pt>
                <c:pt idx="21473">
                  <c:v>9.0282649581958019</c:v>
                </c:pt>
                <c:pt idx="21474">
                  <c:v>9.0272644639176978</c:v>
                </c:pt>
                <c:pt idx="21475">
                  <c:v>9.0250878600271438</c:v>
                </c:pt>
                <c:pt idx="21476">
                  <c:v>9.0246672000402128</c:v>
                </c:pt>
                <c:pt idx="21477">
                  <c:v>9.022540128679859</c:v>
                </c:pt>
                <c:pt idx="21478">
                  <c:v>9.0224483940150453</c:v>
                </c:pt>
                <c:pt idx="21479">
                  <c:v>9.024546667392725</c:v>
                </c:pt>
                <c:pt idx="21480">
                  <c:v>9.0252957291020888</c:v>
                </c:pt>
                <c:pt idx="21481">
                  <c:v>9.0232752626376023</c:v>
                </c:pt>
                <c:pt idx="21482">
                  <c:v>9.0232852110316166</c:v>
                </c:pt>
                <c:pt idx="21483">
                  <c:v>9.0244222601075688</c:v>
                </c:pt>
                <c:pt idx="21484">
                  <c:v>9.0225205460516396</c:v>
                </c:pt>
                <c:pt idx="21485">
                  <c:v>9.0203210084948822</c:v>
                </c:pt>
                <c:pt idx="21486">
                  <c:v>9.0187443451234017</c:v>
                </c:pt>
                <c:pt idx="21487">
                  <c:v>9.0224598084881791</c:v>
                </c:pt>
                <c:pt idx="21488">
                  <c:v>9.0242420370959913</c:v>
                </c:pt>
                <c:pt idx="21489">
                  <c:v>9.0234819797932406</c:v>
                </c:pt>
                <c:pt idx="21490">
                  <c:v>9.0258739925942066</c:v>
                </c:pt>
                <c:pt idx="21491">
                  <c:v>9.0280308044166677</c:v>
                </c:pt>
                <c:pt idx="21492">
                  <c:v>9.0261042717356705</c:v>
                </c:pt>
                <c:pt idx="21493">
                  <c:v>9.0230208979106283</c:v>
                </c:pt>
                <c:pt idx="21494">
                  <c:v>9.0230845676323241</c:v>
                </c:pt>
                <c:pt idx="21495">
                  <c:v>9.0223665030243119</c:v>
                </c:pt>
                <c:pt idx="21496">
                  <c:v>9.0233190355712676</c:v>
                </c:pt>
                <c:pt idx="21497">
                  <c:v>9.0264855570262892</c:v>
                </c:pt>
                <c:pt idx="21498">
                  <c:v>9.0283045423319876</c:v>
                </c:pt>
                <c:pt idx="21499">
                  <c:v>9.0282216041418835</c:v>
                </c:pt>
                <c:pt idx="21500">
                  <c:v>9.0261264723623142</c:v>
                </c:pt>
                <c:pt idx="21501">
                  <c:v>9.0259913836435839</c:v>
                </c:pt>
                <c:pt idx="21502">
                  <c:v>9.026016097548716</c:v>
                </c:pt>
                <c:pt idx="21503">
                  <c:v>9.028310825528207</c:v>
                </c:pt>
                <c:pt idx="21504">
                  <c:v>9.0302040572692395</c:v>
                </c:pt>
                <c:pt idx="21505">
                  <c:v>9.0293395941893007</c:v>
                </c:pt>
                <c:pt idx="21506">
                  <c:v>9.0300650939128388</c:v>
                </c:pt>
                <c:pt idx="21507">
                  <c:v>9.0268194041854457</c:v>
                </c:pt>
                <c:pt idx="21508">
                  <c:v>9.0245940008042496</c:v>
                </c:pt>
                <c:pt idx="21509">
                  <c:v>9.0248637593619616</c:v>
                </c:pt>
                <c:pt idx="21510">
                  <c:v>9.0260820711090268</c:v>
                </c:pt>
                <c:pt idx="21511">
                  <c:v>9.0278699545934344</c:v>
                </c:pt>
                <c:pt idx="21512">
                  <c:v>9.0289413442688868</c:v>
                </c:pt>
                <c:pt idx="21513">
                  <c:v>9.0280008545146853</c:v>
                </c:pt>
                <c:pt idx="21514">
                  <c:v>9.0257595337030647</c:v>
                </c:pt>
                <c:pt idx="21515">
                  <c:v>9.0224575046495659</c:v>
                </c:pt>
                <c:pt idx="21516">
                  <c:v>9.0189100120637367</c:v>
                </c:pt>
                <c:pt idx="21517">
                  <c:v>9.018165976911348</c:v>
                </c:pt>
                <c:pt idx="21518">
                  <c:v>9.0182218973577069</c:v>
                </c:pt>
                <c:pt idx="21519">
                  <c:v>9.0194934068327672</c:v>
                </c:pt>
                <c:pt idx="21520">
                  <c:v>9.020175238342576</c:v>
                </c:pt>
                <c:pt idx="21521">
                  <c:v>9.022995241526063</c:v>
                </c:pt>
                <c:pt idx="21522">
                  <c:v>9.0243867600489249</c:v>
                </c:pt>
                <c:pt idx="21523">
                  <c:v>9.0232453127356198</c:v>
                </c:pt>
                <c:pt idx="21524">
                  <c:v>9.0214331342258269</c:v>
                </c:pt>
                <c:pt idx="21525">
                  <c:v>9.0193888963356397</c:v>
                </c:pt>
                <c:pt idx="21526">
                  <c:v>9.0208933029505882</c:v>
                </c:pt>
                <c:pt idx="21527">
                  <c:v>9.0233366285206849</c:v>
                </c:pt>
                <c:pt idx="21528">
                  <c:v>9.0258703273964116</c:v>
                </c:pt>
                <c:pt idx="21529">
                  <c:v>9.028694624097314</c:v>
                </c:pt>
                <c:pt idx="21530">
                  <c:v>9.0282696705929659</c:v>
                </c:pt>
                <c:pt idx="21531">
                  <c:v>9.0285541946617958</c:v>
                </c:pt>
                <c:pt idx="21532">
                  <c:v>9.0254843297086271</c:v>
                </c:pt>
                <c:pt idx="21533">
                  <c:v>9.0215272774491897</c:v>
                </c:pt>
                <c:pt idx="21534">
                  <c:v>9.0218189224737362</c:v>
                </c:pt>
                <c:pt idx="21535">
                  <c:v>9.0223757183787683</c:v>
                </c:pt>
                <c:pt idx="21536">
                  <c:v>9.0260792436707273</c:v>
                </c:pt>
                <c:pt idx="21537">
                  <c:v>9.0291879597205238</c:v>
                </c:pt>
                <c:pt idx="21538">
                  <c:v>9.0296679959117334</c:v>
                </c:pt>
                <c:pt idx="21539">
                  <c:v>9.0286873984216616</c:v>
                </c:pt>
                <c:pt idx="21540">
                  <c:v>9.0276452256086319</c:v>
                </c:pt>
                <c:pt idx="21541">
                  <c:v>9.0251283866427627</c:v>
                </c:pt>
                <c:pt idx="21542">
                  <c:v>9.026236637736039</c:v>
                </c:pt>
                <c:pt idx="21543">
                  <c:v>9.0256106219526497</c:v>
                </c:pt>
                <c:pt idx="21544">
                  <c:v>9.0236854506308326</c:v>
                </c:pt>
                <c:pt idx="21545">
                  <c:v>9.0246215421476794</c:v>
                </c:pt>
                <c:pt idx="21546">
                  <c:v>9.0258561902049159</c:v>
                </c:pt>
                <c:pt idx="21547">
                  <c:v>9.0253506023490768</c:v>
                </c:pt>
                <c:pt idx="21548">
                  <c:v>9.0263258591223625</c:v>
                </c:pt>
                <c:pt idx="21549">
                  <c:v>9.0270683234756959</c:v>
                </c:pt>
                <c:pt idx="21550">
                  <c:v>9.0229571234689949</c:v>
                </c:pt>
                <c:pt idx="21551">
                  <c:v>9.0224894442303505</c:v>
                </c:pt>
                <c:pt idx="21552">
                  <c:v>9.0239896620478195</c:v>
                </c:pt>
                <c:pt idx="21553">
                  <c:v>9.0247801928522353</c:v>
                </c:pt>
                <c:pt idx="21554">
                  <c:v>9.0251593837441142</c:v>
                </c:pt>
                <c:pt idx="21555">
                  <c:v>9.0260080341135662</c:v>
                </c:pt>
                <c:pt idx="21556">
                  <c:v>9.0245636320225184</c:v>
                </c:pt>
                <c:pt idx="21557">
                  <c:v>9.0228587914481508</c:v>
                </c:pt>
                <c:pt idx="21558">
                  <c:v>9.0238488137325543</c:v>
                </c:pt>
                <c:pt idx="21559">
                  <c:v>9.0245341010002846</c:v>
                </c:pt>
                <c:pt idx="21560">
                  <c:v>9.0289899343196556</c:v>
                </c:pt>
                <c:pt idx="21561">
                  <c:v>9.0310603521940926</c:v>
                </c:pt>
                <c:pt idx="21562">
                  <c:v>9.0286221579009105</c:v>
                </c:pt>
                <c:pt idx="21563">
                  <c:v>9.026451523046763</c:v>
                </c:pt>
                <c:pt idx="21564">
                  <c:v>9.0250992745002758</c:v>
                </c:pt>
                <c:pt idx="21565">
                  <c:v>9.026565248898347</c:v>
                </c:pt>
                <c:pt idx="21566">
                  <c:v>9.0245239431663951</c:v>
                </c:pt>
                <c:pt idx="21567">
                  <c:v>9.0214437109394634</c:v>
                </c:pt>
                <c:pt idx="21568">
                  <c:v>9.0225994001642</c:v>
                </c:pt>
                <c:pt idx="21569">
                  <c:v>9.0241916668062938</c:v>
                </c:pt>
                <c:pt idx="21570">
                  <c:v>9.0234049059196089</c:v>
                </c:pt>
                <c:pt idx="21571">
                  <c:v>9.0218538989326937</c:v>
                </c:pt>
                <c:pt idx="21572">
                  <c:v>9.019554772715848</c:v>
                </c:pt>
                <c:pt idx="21573">
                  <c:v>9.0187540840775426</c:v>
                </c:pt>
                <c:pt idx="21574">
                  <c:v>9.0180582200961741</c:v>
                </c:pt>
                <c:pt idx="21575">
                  <c:v>9.0182276569542417</c:v>
                </c:pt>
                <c:pt idx="21576">
                  <c:v>9.0204320116281025</c:v>
                </c:pt>
                <c:pt idx="21577">
                  <c:v>9.0203770336611768</c:v>
                </c:pt>
                <c:pt idx="21578">
                  <c:v>9.0212305011477305</c:v>
                </c:pt>
                <c:pt idx="21579">
                  <c:v>9.022574267379321</c:v>
                </c:pt>
                <c:pt idx="21580">
                  <c:v>9.0243978603622477</c:v>
                </c:pt>
                <c:pt idx="21581">
                  <c:v>9.0265798049695896</c:v>
                </c:pt>
                <c:pt idx="21582">
                  <c:v>9.0255407737546705</c:v>
                </c:pt>
                <c:pt idx="21583">
                  <c:v>9.0224885017509173</c:v>
                </c:pt>
                <c:pt idx="21584">
                  <c:v>9.0223368672821405</c:v>
                </c:pt>
                <c:pt idx="21585">
                  <c:v>9.0227482071946792</c:v>
                </c:pt>
                <c:pt idx="21586">
                  <c:v>9.0234381021396377</c:v>
                </c:pt>
                <c:pt idx="21587">
                  <c:v>9.0234378926997643</c:v>
                </c:pt>
                <c:pt idx="21588">
                  <c:v>9.0247503476701905</c:v>
                </c:pt>
                <c:pt idx="21589">
                  <c:v>9.024027989544761</c:v>
                </c:pt>
                <c:pt idx="21590">
                  <c:v>9.0234951745053031</c:v>
                </c:pt>
                <c:pt idx="21591">
                  <c:v>9.0223562404704865</c:v>
                </c:pt>
                <c:pt idx="21592">
                  <c:v>9.0221074259001721</c:v>
                </c:pt>
                <c:pt idx="21593">
                  <c:v>9.0235853383710598</c:v>
                </c:pt>
                <c:pt idx="21594">
                  <c:v>9.0230848817921352</c:v>
                </c:pt>
                <c:pt idx="21595">
                  <c:v>9.0221787401772691</c:v>
                </c:pt>
                <c:pt idx="21596">
                  <c:v>9.0209082779015795</c:v>
                </c:pt>
                <c:pt idx="21597">
                  <c:v>9.0216588056900626</c:v>
                </c:pt>
                <c:pt idx="21598">
                  <c:v>9.0214144940770407</c:v>
                </c:pt>
                <c:pt idx="21599">
                  <c:v>9.0202804818792615</c:v>
                </c:pt>
                <c:pt idx="21600">
                  <c:v>9.0221655454652083</c:v>
                </c:pt>
                <c:pt idx="21601">
                  <c:v>9.0223897508503264</c:v>
                </c:pt>
                <c:pt idx="21602">
                  <c:v>9.0204448921803522</c:v>
                </c:pt>
                <c:pt idx="21603">
                  <c:v>9.0183424300051946</c:v>
                </c:pt>
                <c:pt idx="21604">
                  <c:v>9.0192015523683455</c:v>
                </c:pt>
                <c:pt idx="21605">
                  <c:v>9.0224876639914218</c:v>
                </c:pt>
                <c:pt idx="21606">
                  <c:v>9.023099647303253</c:v>
                </c:pt>
                <c:pt idx="21607">
                  <c:v>9.0246467796524978</c:v>
                </c:pt>
                <c:pt idx="21608">
                  <c:v>9.0254424417338264</c:v>
                </c:pt>
                <c:pt idx="21609">
                  <c:v>9.0262877410652944</c:v>
                </c:pt>
                <c:pt idx="21610">
                  <c:v>9.0275959025183052</c:v>
                </c:pt>
                <c:pt idx="21611">
                  <c:v>9.0290161143039054</c:v>
                </c:pt>
                <c:pt idx="21612">
                  <c:v>9.027720833403146</c:v>
                </c:pt>
                <c:pt idx="21613">
                  <c:v>9.0275923420404478</c:v>
                </c:pt>
                <c:pt idx="21614">
                  <c:v>9.0269410887522419</c:v>
                </c:pt>
                <c:pt idx="21615">
                  <c:v>9.0246124315131606</c:v>
                </c:pt>
                <c:pt idx="21616">
                  <c:v>9.022490281989846</c:v>
                </c:pt>
                <c:pt idx="21617">
                  <c:v>9.020647420538511</c:v>
                </c:pt>
                <c:pt idx="21618">
                  <c:v>9.0201649757887505</c:v>
                </c:pt>
                <c:pt idx="21619">
                  <c:v>9.0228963859055344</c:v>
                </c:pt>
                <c:pt idx="21620">
                  <c:v>9.0237954065646839</c:v>
                </c:pt>
                <c:pt idx="21621">
                  <c:v>9.0213445411591238</c:v>
                </c:pt>
                <c:pt idx="21622">
                  <c:v>9.0206889943535007</c:v>
                </c:pt>
                <c:pt idx="21623">
                  <c:v>9.0208492158571119</c:v>
                </c:pt>
                <c:pt idx="21624">
                  <c:v>9.0228330303436497</c:v>
                </c:pt>
                <c:pt idx="21625">
                  <c:v>9.0251130975319604</c:v>
                </c:pt>
                <c:pt idx="21626">
                  <c:v>9.0283183653636723</c:v>
                </c:pt>
                <c:pt idx="21627">
                  <c:v>9.0264826248680521</c:v>
                </c:pt>
                <c:pt idx="21628">
                  <c:v>9.0243805815726414</c:v>
                </c:pt>
                <c:pt idx="21629">
                  <c:v>9.0250883836268283</c:v>
                </c:pt>
                <c:pt idx="21630">
                  <c:v>9.0273331601963704</c:v>
                </c:pt>
                <c:pt idx="21631">
                  <c:v>9.0297366921904061</c:v>
                </c:pt>
                <c:pt idx="21632">
                  <c:v>9.0301656250523603</c:v>
                </c:pt>
                <c:pt idx="21633">
                  <c:v>9.029576784846606</c:v>
                </c:pt>
                <c:pt idx="21634">
                  <c:v>9.0278427274098156</c:v>
                </c:pt>
                <c:pt idx="21635">
                  <c:v>9.025537213276813</c:v>
                </c:pt>
                <c:pt idx="21636">
                  <c:v>9.0263303620796549</c:v>
                </c:pt>
                <c:pt idx="21637">
                  <c:v>9.0262898354640342</c:v>
                </c:pt>
                <c:pt idx="21638">
                  <c:v>9.0242116683142601</c:v>
                </c:pt>
                <c:pt idx="21639">
                  <c:v>9.0238289169445238</c:v>
                </c:pt>
                <c:pt idx="21640">
                  <c:v>9.021281185597239</c:v>
                </c:pt>
                <c:pt idx="21641">
                  <c:v>9.0188797480019431</c:v>
                </c:pt>
                <c:pt idx="21642">
                  <c:v>9.019534038168322</c:v>
                </c:pt>
                <c:pt idx="21643">
                  <c:v>9.0199496715982779</c:v>
                </c:pt>
                <c:pt idx="21644">
                  <c:v>9.0191306569709973</c:v>
                </c:pt>
                <c:pt idx="21645">
                  <c:v>9.017723535177522</c:v>
                </c:pt>
                <c:pt idx="21646">
                  <c:v>9.0187475914414481</c:v>
                </c:pt>
                <c:pt idx="21647">
                  <c:v>9.0202563962937514</c:v>
                </c:pt>
                <c:pt idx="21648">
                  <c:v>9.0194876472362306</c:v>
                </c:pt>
                <c:pt idx="21649">
                  <c:v>9.0182074460064001</c:v>
                </c:pt>
                <c:pt idx="21650">
                  <c:v>9.02212355277047</c:v>
                </c:pt>
                <c:pt idx="21651">
                  <c:v>9.0253279828426862</c:v>
                </c:pt>
                <c:pt idx="21652">
                  <c:v>9.026494981820619</c:v>
                </c:pt>
                <c:pt idx="21653">
                  <c:v>9.0295887229194243</c:v>
                </c:pt>
                <c:pt idx="21654">
                  <c:v>9.0304868010991406</c:v>
                </c:pt>
                <c:pt idx="21655">
                  <c:v>9.0300880275790423</c:v>
                </c:pt>
                <c:pt idx="21656">
                  <c:v>9.0312513613591818</c:v>
                </c:pt>
                <c:pt idx="21657">
                  <c:v>9.0267433775111847</c:v>
                </c:pt>
                <c:pt idx="21658">
                  <c:v>9.0231631075850753</c:v>
                </c:pt>
                <c:pt idx="21659">
                  <c:v>9.0208015682857763</c:v>
                </c:pt>
                <c:pt idx="21660">
                  <c:v>9.0206583114119603</c:v>
                </c:pt>
                <c:pt idx="21661">
                  <c:v>9.0231080248982121</c:v>
                </c:pt>
                <c:pt idx="21662">
                  <c:v>9.0235000963423424</c:v>
                </c:pt>
                <c:pt idx="21663">
                  <c:v>9.0243969178828145</c:v>
                </c:pt>
                <c:pt idx="21664">
                  <c:v>9.0267087152120364</c:v>
                </c:pt>
                <c:pt idx="21665">
                  <c:v>9.0265426293919546</c:v>
                </c:pt>
                <c:pt idx="21666">
                  <c:v>9.0249414615552173</c:v>
                </c:pt>
                <c:pt idx="21667">
                  <c:v>9.0248367416182163</c:v>
                </c:pt>
                <c:pt idx="21668">
                  <c:v>9.0254853769079979</c:v>
                </c:pt>
                <c:pt idx="21669">
                  <c:v>9.0270017215957647</c:v>
                </c:pt>
                <c:pt idx="21670">
                  <c:v>9.0246877251478654</c:v>
                </c:pt>
                <c:pt idx="21671">
                  <c:v>9.023405848399042</c:v>
                </c:pt>
                <c:pt idx="21672">
                  <c:v>9.0227661143039057</c:v>
                </c:pt>
                <c:pt idx="21673">
                  <c:v>9.0211270378499737</c:v>
                </c:pt>
                <c:pt idx="21674">
                  <c:v>9.0216579679305671</c:v>
                </c:pt>
                <c:pt idx="21675">
                  <c:v>9.0218318030259876</c:v>
                </c:pt>
                <c:pt idx="21676">
                  <c:v>9.022296550106395</c:v>
                </c:pt>
                <c:pt idx="21677">
                  <c:v>9.022896176465661</c:v>
                </c:pt>
                <c:pt idx="21678">
                  <c:v>9.0212862121542141</c:v>
                </c:pt>
                <c:pt idx="21679">
                  <c:v>9.0194345542281713</c:v>
                </c:pt>
                <c:pt idx="21680">
                  <c:v>9.0216112628386647</c:v>
                </c:pt>
                <c:pt idx="21681">
                  <c:v>9.0215576462309208</c:v>
                </c:pt>
                <c:pt idx="21682">
                  <c:v>9.0230804835547804</c:v>
                </c:pt>
                <c:pt idx="21683">
                  <c:v>9.024424563946182</c:v>
                </c:pt>
                <c:pt idx="21684">
                  <c:v>9.0256992150193529</c:v>
                </c:pt>
                <c:pt idx="21685">
                  <c:v>9.0286021563929424</c:v>
                </c:pt>
                <c:pt idx="21686">
                  <c:v>9.031347703701222</c:v>
                </c:pt>
                <c:pt idx="21687">
                  <c:v>9.031297857011209</c:v>
                </c:pt>
                <c:pt idx="21688">
                  <c:v>9.0288480388050196</c:v>
                </c:pt>
                <c:pt idx="21689">
                  <c:v>9.0249649188211052</c:v>
                </c:pt>
                <c:pt idx="21690">
                  <c:v>9.0247166278504771</c:v>
                </c:pt>
                <c:pt idx="21691">
                  <c:v>9.0287134736859738</c:v>
                </c:pt>
                <c:pt idx="21692">
                  <c:v>9.0280190757837246</c:v>
                </c:pt>
                <c:pt idx="21693">
                  <c:v>9.0269881080039536</c:v>
                </c:pt>
                <c:pt idx="21694">
                  <c:v>9.0276476341671827</c:v>
                </c:pt>
                <c:pt idx="21695">
                  <c:v>9.0264562354439288</c:v>
                </c:pt>
                <c:pt idx="21696">
                  <c:v>9.022723179129736</c:v>
                </c:pt>
                <c:pt idx="21697">
                  <c:v>9.0194005202486469</c:v>
                </c:pt>
                <c:pt idx="21698">
                  <c:v>9.0194489008595404</c:v>
                </c:pt>
                <c:pt idx="21699">
                  <c:v>9.0224532111321487</c:v>
                </c:pt>
                <c:pt idx="21700">
                  <c:v>9.0216510564147239</c:v>
                </c:pt>
                <c:pt idx="21701">
                  <c:v>9.0208124591592238</c:v>
                </c:pt>
                <c:pt idx="21702">
                  <c:v>9.0224089145987971</c:v>
                </c:pt>
                <c:pt idx="21703">
                  <c:v>9.0224589707286835</c:v>
                </c:pt>
                <c:pt idx="21704">
                  <c:v>9.0205163111773867</c:v>
                </c:pt>
                <c:pt idx="21705">
                  <c:v>9.0210980304274244</c:v>
                </c:pt>
                <c:pt idx="21706">
                  <c:v>9.0224941566275145</c:v>
                </c:pt>
                <c:pt idx="21707">
                  <c:v>9.0210056674429904</c:v>
                </c:pt>
                <c:pt idx="21708">
                  <c:v>9.0213050617428756</c:v>
                </c:pt>
                <c:pt idx="21709">
                  <c:v>9.0234097230367105</c:v>
                </c:pt>
                <c:pt idx="21710">
                  <c:v>9.0235917262872167</c:v>
                </c:pt>
                <c:pt idx="21711">
                  <c:v>9.0226092438382786</c:v>
                </c:pt>
                <c:pt idx="21712">
                  <c:v>9.023491195147697</c:v>
                </c:pt>
                <c:pt idx="21713">
                  <c:v>9.0268317611380127</c:v>
                </c:pt>
                <c:pt idx="21714">
                  <c:v>9.029437926210143</c:v>
                </c:pt>
                <c:pt idx="21715">
                  <c:v>9.0304554898379781</c:v>
                </c:pt>
                <c:pt idx="21716">
                  <c:v>9.030061323995108</c:v>
                </c:pt>
                <c:pt idx="21717">
                  <c:v>9.0273063518924985</c:v>
                </c:pt>
                <c:pt idx="21718">
                  <c:v>9.0268790945495372</c:v>
                </c:pt>
                <c:pt idx="21719">
                  <c:v>9.0265964554395719</c:v>
                </c:pt>
                <c:pt idx="21720">
                  <c:v>9.0245206968483487</c:v>
                </c:pt>
                <c:pt idx="21721">
                  <c:v>9.0246670953202752</c:v>
                </c:pt>
                <c:pt idx="21722">
                  <c:v>9.0243659207814613</c:v>
                </c:pt>
                <c:pt idx="21723">
                  <c:v>9.0259401755943909</c:v>
                </c:pt>
                <c:pt idx="21724">
                  <c:v>9.0275459511083564</c:v>
                </c:pt>
                <c:pt idx="21725">
                  <c:v>9.028792327798536</c:v>
                </c:pt>
                <c:pt idx="21726">
                  <c:v>9.0293968759948395</c:v>
                </c:pt>
                <c:pt idx="21727">
                  <c:v>9.0308309108121243</c:v>
                </c:pt>
                <c:pt idx="21728">
                  <c:v>9.0303459527838754</c:v>
                </c:pt>
                <c:pt idx="21729">
                  <c:v>9.0288735904696473</c:v>
                </c:pt>
                <c:pt idx="21730">
                  <c:v>9.0265883920044239</c:v>
                </c:pt>
                <c:pt idx="21731">
                  <c:v>9.0241410870767211</c:v>
                </c:pt>
                <c:pt idx="21732">
                  <c:v>9.0267663111773864</c:v>
                </c:pt>
                <c:pt idx="21733">
                  <c:v>9.0299233031181405</c:v>
                </c:pt>
                <c:pt idx="21734">
                  <c:v>9.0307876614781435</c:v>
                </c:pt>
                <c:pt idx="21735">
                  <c:v>9.0299439329457307</c:v>
                </c:pt>
                <c:pt idx="21736">
                  <c:v>9.0296913484576855</c:v>
                </c:pt>
                <c:pt idx="21737">
                  <c:v>9.0303598805354959</c:v>
                </c:pt>
                <c:pt idx="21738">
                  <c:v>9.0286058215907374</c:v>
                </c:pt>
                <c:pt idx="21739">
                  <c:v>9.0293411649883559</c:v>
                </c:pt>
                <c:pt idx="21740">
                  <c:v>9.0298236097381164</c:v>
                </c:pt>
                <c:pt idx="21741">
                  <c:v>9.0274351574150096</c:v>
                </c:pt>
                <c:pt idx="21742">
                  <c:v>9.0269139662885571</c:v>
                </c:pt>
                <c:pt idx="21743">
                  <c:v>9.02296078866679</c:v>
                </c:pt>
                <c:pt idx="21744">
                  <c:v>9.0199095638624058</c:v>
                </c:pt>
                <c:pt idx="21745">
                  <c:v>9.0182333118308389</c:v>
                </c:pt>
                <c:pt idx="21746">
                  <c:v>9.0184446366637072</c:v>
                </c:pt>
                <c:pt idx="21747">
                  <c:v>9.0175889700584761</c:v>
                </c:pt>
                <c:pt idx="21748">
                  <c:v>9.0168088065278216</c:v>
                </c:pt>
                <c:pt idx="21749">
                  <c:v>9.0198528056565515</c:v>
                </c:pt>
                <c:pt idx="21750">
                  <c:v>9.0216260283497807</c:v>
                </c:pt>
                <c:pt idx="21751">
                  <c:v>9.0221651265854597</c:v>
                </c:pt>
                <c:pt idx="21752">
                  <c:v>9.0225690313824707</c:v>
                </c:pt>
                <c:pt idx="21753">
                  <c:v>9.0211291322487135</c:v>
                </c:pt>
                <c:pt idx="21754">
                  <c:v>9.0198678853274803</c:v>
                </c:pt>
                <c:pt idx="21755">
                  <c:v>9.0202601662114841</c:v>
                </c:pt>
                <c:pt idx="21756">
                  <c:v>9.0231419541578006</c:v>
                </c:pt>
                <c:pt idx="21757">
                  <c:v>9.0251200090478019</c:v>
                </c:pt>
                <c:pt idx="21758">
                  <c:v>9.0243308396025661</c:v>
                </c:pt>
                <c:pt idx="21759">
                  <c:v>9.0240478863327915</c:v>
                </c:pt>
                <c:pt idx="21760">
                  <c:v>9.023290761188278</c:v>
                </c:pt>
                <c:pt idx="21761">
                  <c:v>9.026003426436338</c:v>
                </c:pt>
                <c:pt idx="21762">
                  <c:v>9.0294567757988045</c:v>
                </c:pt>
                <c:pt idx="21763">
                  <c:v>9.0331061608833334</c:v>
                </c:pt>
                <c:pt idx="21764">
                  <c:v>9.0350258867684268</c:v>
                </c:pt>
                <c:pt idx="21765">
                  <c:v>9.0347388494211085</c:v>
                </c:pt>
                <c:pt idx="21766">
                  <c:v>9.0313613172930314</c:v>
                </c:pt>
                <c:pt idx="21767">
                  <c:v>9.0309548992175319</c:v>
                </c:pt>
                <c:pt idx="21768">
                  <c:v>9.0310734421862175</c:v>
                </c:pt>
                <c:pt idx="21769">
                  <c:v>9.0292436707270074</c:v>
                </c:pt>
                <c:pt idx="21770">
                  <c:v>9.0273949449592017</c:v>
                </c:pt>
                <c:pt idx="21771">
                  <c:v>9.026548179548616</c:v>
                </c:pt>
                <c:pt idx="21772">
                  <c:v>9.0266913317024944</c:v>
                </c:pt>
                <c:pt idx="21773">
                  <c:v>9.0287724310105055</c:v>
                </c:pt>
                <c:pt idx="21774">
                  <c:v>9.0297038101301883</c:v>
                </c:pt>
                <c:pt idx="21775">
                  <c:v>9.030496016453597</c:v>
                </c:pt>
                <c:pt idx="21776">
                  <c:v>9.0277887966422607</c:v>
                </c:pt>
                <c:pt idx="21777">
                  <c:v>9.0261468927500292</c:v>
                </c:pt>
                <c:pt idx="21778">
                  <c:v>9.0271509475059908</c:v>
                </c:pt>
                <c:pt idx="21779">
                  <c:v>9.0275052150528623</c:v>
                </c:pt>
                <c:pt idx="21780">
                  <c:v>9.0261203986059684</c:v>
                </c:pt>
                <c:pt idx="21781">
                  <c:v>9.0242553365279896</c:v>
                </c:pt>
                <c:pt idx="21782">
                  <c:v>9.0279723706918222</c:v>
                </c:pt>
                <c:pt idx="21783">
                  <c:v>9.029703286530502</c:v>
                </c:pt>
                <c:pt idx="21784">
                  <c:v>9.0300647797530278</c:v>
                </c:pt>
                <c:pt idx="21785">
                  <c:v>9.0305374855486491</c:v>
                </c:pt>
                <c:pt idx="21786">
                  <c:v>9.0288924400583088</c:v>
                </c:pt>
                <c:pt idx="21787">
                  <c:v>9.0287050960910147</c:v>
                </c:pt>
                <c:pt idx="21788">
                  <c:v>9.0297584739373029</c:v>
                </c:pt>
                <c:pt idx="21789">
                  <c:v>9.030273172427659</c:v>
                </c:pt>
                <c:pt idx="21790">
                  <c:v>9.0286041460717463</c:v>
                </c:pt>
                <c:pt idx="21791">
                  <c:v>9.0266521664460573</c:v>
                </c:pt>
                <c:pt idx="21792">
                  <c:v>9.0256419332138123</c:v>
                </c:pt>
                <c:pt idx="21793">
                  <c:v>9.026441155773</c:v>
                </c:pt>
                <c:pt idx="21794">
                  <c:v>9.0295128009650991</c:v>
                </c:pt>
                <c:pt idx="21795">
                  <c:v>9.0304578983965289</c:v>
                </c:pt>
                <c:pt idx="21796">
                  <c:v>9.0308150981016375</c:v>
                </c:pt>
                <c:pt idx="21797">
                  <c:v>9.0272185965852927</c:v>
                </c:pt>
                <c:pt idx="21798">
                  <c:v>9.0210356173449728</c:v>
                </c:pt>
                <c:pt idx="21799">
                  <c:v>9.0218461496573568</c:v>
                </c:pt>
                <c:pt idx="21800">
                  <c:v>9.0241937612050336</c:v>
                </c:pt>
                <c:pt idx="21801">
                  <c:v>9.0233829147328386</c:v>
                </c:pt>
                <c:pt idx="21802">
                  <c:v>9.0242451786941</c:v>
                </c:pt>
                <c:pt idx="21803">
                  <c:v>9.0260206005060066</c:v>
                </c:pt>
                <c:pt idx="21804">
                  <c:v>9.0270425623711947</c:v>
                </c:pt>
                <c:pt idx="21805">
                  <c:v>9.0244072851565775</c:v>
                </c:pt>
                <c:pt idx="21806">
                  <c:v>9.0210266114303899</c:v>
                </c:pt>
                <c:pt idx="21807">
                  <c:v>9.0220509818541288</c:v>
                </c:pt>
                <c:pt idx="21808">
                  <c:v>9.0268221269038076</c:v>
                </c:pt>
                <c:pt idx="21809">
                  <c:v>9.0311529246184001</c:v>
                </c:pt>
                <c:pt idx="21810">
                  <c:v>9.030743993264414</c:v>
                </c:pt>
                <c:pt idx="21811">
                  <c:v>9.0278644044367748</c:v>
                </c:pt>
                <c:pt idx="21812">
                  <c:v>9.0277584278605296</c:v>
                </c:pt>
                <c:pt idx="21813">
                  <c:v>9.0285917891191794</c:v>
                </c:pt>
                <c:pt idx="21814">
                  <c:v>9.0278551890823184</c:v>
                </c:pt>
                <c:pt idx="21815">
                  <c:v>9.026544828510632</c:v>
                </c:pt>
                <c:pt idx="21816">
                  <c:v>9.025208287954694</c:v>
                </c:pt>
                <c:pt idx="21817">
                  <c:v>9.0278704781931207</c:v>
                </c:pt>
                <c:pt idx="21818">
                  <c:v>9.0300120009047795</c:v>
                </c:pt>
                <c:pt idx="21819">
                  <c:v>9.0284502077643545</c:v>
                </c:pt>
                <c:pt idx="21820">
                  <c:v>9.026518753246318</c:v>
                </c:pt>
                <c:pt idx="21821">
                  <c:v>9.0253934328033107</c:v>
                </c:pt>
                <c:pt idx="21822">
                  <c:v>9.0250104719936992</c:v>
                </c:pt>
                <c:pt idx="21823">
                  <c:v>9.0257405793944674</c:v>
                </c:pt>
                <c:pt idx="21824">
                  <c:v>9.0288924400583088</c:v>
                </c:pt>
                <c:pt idx="21825">
                  <c:v>9.032240545884088</c:v>
                </c:pt>
                <c:pt idx="21826">
                  <c:v>9.0322156225390806</c:v>
                </c:pt>
                <c:pt idx="21827">
                  <c:v>9.0289377837910294</c:v>
                </c:pt>
                <c:pt idx="21828">
                  <c:v>9.024968374579025</c:v>
                </c:pt>
                <c:pt idx="21829">
                  <c:v>9.0257067548548164</c:v>
                </c:pt>
                <c:pt idx="21830">
                  <c:v>9.0292151869041444</c:v>
                </c:pt>
                <c:pt idx="21831">
                  <c:v>9.0299552426989251</c:v>
                </c:pt>
                <c:pt idx="21832">
                  <c:v>9.0322742657038013</c:v>
                </c:pt>
                <c:pt idx="21833">
                  <c:v>9.0332915151718236</c:v>
                </c:pt>
                <c:pt idx="21834">
                  <c:v>9.0326567029137284</c:v>
                </c:pt>
                <c:pt idx="21835">
                  <c:v>9.0309510245798634</c:v>
                </c:pt>
                <c:pt idx="21836">
                  <c:v>9.0300223681785425</c:v>
                </c:pt>
                <c:pt idx="21837">
                  <c:v>9.0319840867583743</c:v>
                </c:pt>
                <c:pt idx="21838">
                  <c:v>9.0355148241542818</c:v>
                </c:pt>
                <c:pt idx="21839">
                  <c:v>9.0386390387547539</c:v>
                </c:pt>
                <c:pt idx="21840">
                  <c:v>9.0367264338253772</c:v>
                </c:pt>
                <c:pt idx="21841">
                  <c:v>9.030703885528542</c:v>
                </c:pt>
                <c:pt idx="21842">
                  <c:v>9.0295471491044346</c:v>
                </c:pt>
                <c:pt idx="21843">
                  <c:v>9.0323006551279263</c:v>
                </c:pt>
                <c:pt idx="21844">
                  <c:v>9.0344793534172219</c:v>
                </c:pt>
                <c:pt idx="21845">
                  <c:v>9.033538340063334</c:v>
                </c:pt>
                <c:pt idx="21846">
                  <c:v>9.0314046713469498</c:v>
                </c:pt>
                <c:pt idx="21847">
                  <c:v>9.0316850066183001</c:v>
                </c:pt>
                <c:pt idx="21848">
                  <c:v>9.0297752291272229</c:v>
                </c:pt>
                <c:pt idx="21849">
                  <c:v>9.0287523247826016</c:v>
                </c:pt>
                <c:pt idx="21850">
                  <c:v>9.0271781746896096</c:v>
                </c:pt>
                <c:pt idx="21851">
                  <c:v>9.0289415537087621</c:v>
                </c:pt>
                <c:pt idx="21852">
                  <c:v>9.0322962568905716</c:v>
                </c:pt>
                <c:pt idx="21853">
                  <c:v>9.0342853073739597</c:v>
                </c:pt>
                <c:pt idx="21854">
                  <c:v>9.0333997955866838</c:v>
                </c:pt>
                <c:pt idx="21855">
                  <c:v>9.0319001013688993</c:v>
                </c:pt>
                <c:pt idx="21856">
                  <c:v>9.0320557151952823</c:v>
                </c:pt>
                <c:pt idx="21857">
                  <c:v>9.0300237295377244</c:v>
                </c:pt>
                <c:pt idx="21858">
                  <c:v>9.0297997335924798</c:v>
                </c:pt>
                <c:pt idx="21859">
                  <c:v>9.0305246049963976</c:v>
                </c:pt>
                <c:pt idx="21860">
                  <c:v>9.0304182095404055</c:v>
                </c:pt>
                <c:pt idx="21861">
                  <c:v>9.0312019335489175</c:v>
                </c:pt>
                <c:pt idx="21862">
                  <c:v>9.0317799876011602</c:v>
                </c:pt>
                <c:pt idx="21863">
                  <c:v>9.0289886776804114</c:v>
                </c:pt>
                <c:pt idx="21864">
                  <c:v>9.0253374076370161</c:v>
                </c:pt>
                <c:pt idx="21865">
                  <c:v>9.0267534306251367</c:v>
                </c:pt>
                <c:pt idx="21866">
                  <c:v>9.0291099433674589</c:v>
                </c:pt>
                <c:pt idx="21867">
                  <c:v>9.0274395556523626</c:v>
                </c:pt>
                <c:pt idx="21868">
                  <c:v>9.0263980111589568</c:v>
                </c:pt>
                <c:pt idx="21869">
                  <c:v>9.0278580165206179</c:v>
                </c:pt>
                <c:pt idx="21870">
                  <c:v>9.0276865899837482</c:v>
                </c:pt>
                <c:pt idx="21871">
                  <c:v>9.0254998282593029</c:v>
                </c:pt>
                <c:pt idx="21872">
                  <c:v>9.0201532471558057</c:v>
                </c:pt>
                <c:pt idx="21873">
                  <c:v>9.0167286957760169</c:v>
                </c:pt>
                <c:pt idx="21874">
                  <c:v>9.0188679146490625</c:v>
                </c:pt>
                <c:pt idx="21875">
                  <c:v>9.0191720213461117</c:v>
                </c:pt>
                <c:pt idx="21876">
                  <c:v>9.0185228624566456</c:v>
                </c:pt>
                <c:pt idx="21877">
                  <c:v>9.0214002521656091</c:v>
                </c:pt>
                <c:pt idx="21878">
                  <c:v>9.0234872157900909</c:v>
                </c:pt>
                <c:pt idx="21879">
                  <c:v>9.0206618718898177</c:v>
                </c:pt>
                <c:pt idx="21880">
                  <c:v>9.0209799063384892</c:v>
                </c:pt>
                <c:pt idx="21881">
                  <c:v>9.0221881649716007</c:v>
                </c:pt>
                <c:pt idx="21882">
                  <c:v>9.0216493808957328</c:v>
                </c:pt>
                <c:pt idx="21883">
                  <c:v>9.0211843196555126</c:v>
                </c:pt>
                <c:pt idx="21884">
                  <c:v>9.0235563309485105</c:v>
                </c:pt>
                <c:pt idx="21885">
                  <c:v>9.0252701774374611</c:v>
                </c:pt>
                <c:pt idx="21886">
                  <c:v>9.0256844495082351</c:v>
                </c:pt>
                <c:pt idx="21887">
                  <c:v>9.0283836058844233</c:v>
                </c:pt>
                <c:pt idx="21888">
                  <c:v>9.0278077509508563</c:v>
                </c:pt>
                <c:pt idx="21889">
                  <c:v>9.0263627205401882</c:v>
                </c:pt>
                <c:pt idx="21890">
                  <c:v>9.0275889910024638</c:v>
                </c:pt>
                <c:pt idx="21891">
                  <c:v>9.0290599919575083</c:v>
                </c:pt>
                <c:pt idx="21892">
                  <c:v>9.0302389290082612</c:v>
                </c:pt>
                <c:pt idx="21893">
                  <c:v>9.0319560218152581</c:v>
                </c:pt>
                <c:pt idx="21894">
                  <c:v>9.0354737739389783</c:v>
                </c:pt>
                <c:pt idx="21895">
                  <c:v>9.0366598319454443</c:v>
                </c:pt>
                <c:pt idx="21896">
                  <c:v>9.035940720138063</c:v>
                </c:pt>
                <c:pt idx="21897">
                  <c:v>9.0357522242514623</c:v>
                </c:pt>
                <c:pt idx="21898">
                  <c:v>9.033524621751587</c:v>
                </c:pt>
                <c:pt idx="21899">
                  <c:v>9.0279324723958254</c:v>
                </c:pt>
                <c:pt idx="21900">
                  <c:v>9.0253669386592499</c:v>
                </c:pt>
                <c:pt idx="21901">
                  <c:v>9.027120159844511</c:v>
                </c:pt>
                <c:pt idx="21902">
                  <c:v>9.0268026489955258</c:v>
                </c:pt>
                <c:pt idx="21903">
                  <c:v>9.0278481728465394</c:v>
                </c:pt>
                <c:pt idx="21904">
                  <c:v>9.0285151341252945</c:v>
                </c:pt>
                <c:pt idx="21905">
                  <c:v>9.0264511041670161</c:v>
                </c:pt>
                <c:pt idx="21906">
                  <c:v>9.0236724653586453</c:v>
                </c:pt>
                <c:pt idx="21907">
                  <c:v>9.0199158470586269</c:v>
                </c:pt>
                <c:pt idx="21908">
                  <c:v>9.0186964881121927</c:v>
                </c:pt>
                <c:pt idx="21909">
                  <c:v>9.0213914556908996</c:v>
                </c:pt>
                <c:pt idx="21910">
                  <c:v>9.0233035370205918</c:v>
                </c:pt>
                <c:pt idx="21911">
                  <c:v>9.0272654063971309</c:v>
                </c:pt>
                <c:pt idx="21912">
                  <c:v>9.0283440217482358</c:v>
                </c:pt>
                <c:pt idx="21913">
                  <c:v>9.0275971591575495</c:v>
                </c:pt>
                <c:pt idx="21914">
                  <c:v>9.0284684290333939</c:v>
                </c:pt>
                <c:pt idx="21915">
                  <c:v>9.0260313866595183</c:v>
                </c:pt>
                <c:pt idx="21916">
                  <c:v>9.0257330395590039</c:v>
                </c:pt>
                <c:pt idx="21917">
                  <c:v>9.02569753950036</c:v>
                </c:pt>
                <c:pt idx="21918">
                  <c:v>9.0243119900139064</c:v>
                </c:pt>
                <c:pt idx="21919">
                  <c:v>9.0227338605633101</c:v>
                </c:pt>
                <c:pt idx="21920">
                  <c:v>9.0224978218253096</c:v>
                </c:pt>
                <c:pt idx="21921">
                  <c:v>9.0217587085099602</c:v>
                </c:pt>
                <c:pt idx="21922">
                  <c:v>9.020215346078448</c:v>
                </c:pt>
                <c:pt idx="21923">
                  <c:v>9.0195281738518513</c:v>
                </c:pt>
                <c:pt idx="21924">
                  <c:v>9.0198587746929615</c:v>
                </c:pt>
                <c:pt idx="21925">
                  <c:v>9.0205298200492603</c:v>
                </c:pt>
                <c:pt idx="21926">
                  <c:v>9.0218995568252272</c:v>
                </c:pt>
                <c:pt idx="21927">
                  <c:v>9.0255299876011588</c:v>
                </c:pt>
                <c:pt idx="21928">
                  <c:v>9.0293487048238195</c:v>
                </c:pt>
                <c:pt idx="21929">
                  <c:v>9.0310856944188469</c:v>
                </c:pt>
                <c:pt idx="21930">
                  <c:v>9.0303654306921572</c:v>
                </c:pt>
                <c:pt idx="21931">
                  <c:v>9.0286544116415062</c:v>
                </c:pt>
                <c:pt idx="21932">
                  <c:v>9.026274127473485</c:v>
                </c:pt>
                <c:pt idx="21933">
                  <c:v>9.0250189543085977</c:v>
                </c:pt>
                <c:pt idx="21934">
                  <c:v>9.0239196044099668</c:v>
                </c:pt>
                <c:pt idx="21935">
                  <c:v>9.0240278848248252</c:v>
                </c:pt>
                <c:pt idx="21936">
                  <c:v>9.0250374897374464</c:v>
                </c:pt>
                <c:pt idx="21937">
                  <c:v>9.0245749417757146</c:v>
                </c:pt>
                <c:pt idx="21938">
                  <c:v>9.0252613809627533</c:v>
                </c:pt>
                <c:pt idx="21939">
                  <c:v>9.0282780481879268</c:v>
                </c:pt>
                <c:pt idx="21940">
                  <c:v>9.0289529681818941</c:v>
                </c:pt>
                <c:pt idx="21941">
                  <c:v>9.0286833143441179</c:v>
                </c:pt>
                <c:pt idx="21942">
                  <c:v>9.0262054311948123</c:v>
                </c:pt>
                <c:pt idx="21943">
                  <c:v>9.0228781646364968</c:v>
                </c:pt>
                <c:pt idx="21944">
                  <c:v>9.0215314662466692</c:v>
                </c:pt>
                <c:pt idx="21945">
                  <c:v>9.0201736675435225</c:v>
                </c:pt>
                <c:pt idx="21946">
                  <c:v>9.0198564708543465</c:v>
                </c:pt>
                <c:pt idx="21947">
                  <c:v>9.0213225499723535</c:v>
                </c:pt>
                <c:pt idx="21948">
                  <c:v>9.0209831526565356</c:v>
                </c:pt>
                <c:pt idx="21949">
                  <c:v>9.0226885168305877</c:v>
                </c:pt>
                <c:pt idx="21950">
                  <c:v>9.0262342291774882</c:v>
                </c:pt>
                <c:pt idx="21951">
                  <c:v>9.0233592480270772</c:v>
                </c:pt>
                <c:pt idx="21952">
                  <c:v>9.0213661134661454</c:v>
                </c:pt>
                <c:pt idx="21953">
                  <c:v>9.0239910234069995</c:v>
                </c:pt>
                <c:pt idx="21954">
                  <c:v>9.023138184240068</c:v>
                </c:pt>
                <c:pt idx="21955">
                  <c:v>9.0196286002714334</c:v>
                </c:pt>
                <c:pt idx="21956">
                  <c:v>9.0188403733056308</c:v>
                </c:pt>
                <c:pt idx="21957">
                  <c:v>9.0219169403347692</c:v>
                </c:pt>
                <c:pt idx="21958">
                  <c:v>9.0268222316237452</c:v>
                </c:pt>
                <c:pt idx="21959">
                  <c:v>9.0289997779937341</c:v>
                </c:pt>
                <c:pt idx="21960">
                  <c:v>9.0281576202603748</c:v>
                </c:pt>
                <c:pt idx="21961">
                  <c:v>9.025856504364727</c:v>
                </c:pt>
                <c:pt idx="21962">
                  <c:v>9.0256792135113848</c:v>
                </c:pt>
                <c:pt idx="21963">
                  <c:v>9.0286667685940714</c:v>
                </c:pt>
                <c:pt idx="21964">
                  <c:v>9.0302998760115951</c:v>
                </c:pt>
                <c:pt idx="21965">
                  <c:v>9.0303786254042198</c:v>
                </c:pt>
                <c:pt idx="21966">
                  <c:v>9.0295313363939478</c:v>
                </c:pt>
                <c:pt idx="21967">
                  <c:v>9.0297033912504396</c:v>
                </c:pt>
                <c:pt idx="21968">
                  <c:v>9.0315108573630685</c:v>
                </c:pt>
                <c:pt idx="21969">
                  <c:v>9.030760748454334</c:v>
                </c:pt>
                <c:pt idx="21970">
                  <c:v>9.0280571938407927</c:v>
                </c:pt>
                <c:pt idx="21971">
                  <c:v>9.0242984811420346</c:v>
                </c:pt>
                <c:pt idx="21972">
                  <c:v>9.022744960876631</c:v>
                </c:pt>
                <c:pt idx="21973">
                  <c:v>9.0207803101385657</c:v>
                </c:pt>
                <c:pt idx="21974">
                  <c:v>9.0224060871604976</c:v>
                </c:pt>
                <c:pt idx="21975">
                  <c:v>9.0253219090863404</c:v>
                </c:pt>
                <c:pt idx="21976">
                  <c:v>9.0271990139570732</c:v>
                </c:pt>
                <c:pt idx="21977">
                  <c:v>9.0290387338102978</c:v>
                </c:pt>
                <c:pt idx="21978">
                  <c:v>9.0287018497729665</c:v>
                </c:pt>
                <c:pt idx="21979">
                  <c:v>9.0256403624147588</c:v>
                </c:pt>
                <c:pt idx="21980">
                  <c:v>9.0229523063518933</c:v>
                </c:pt>
                <c:pt idx="21981">
                  <c:v>9.0231914866880008</c:v>
                </c:pt>
                <c:pt idx="21982">
                  <c:v>9.0265270261213413</c:v>
                </c:pt>
                <c:pt idx="21983">
                  <c:v>9.0275475219074099</c:v>
                </c:pt>
                <c:pt idx="21984">
                  <c:v>9.0247700350183475</c:v>
                </c:pt>
                <c:pt idx="21985">
                  <c:v>9.0244621584035656</c:v>
                </c:pt>
                <c:pt idx="21986">
                  <c:v>9.0239876723690156</c:v>
                </c:pt>
                <c:pt idx="21987">
                  <c:v>9.0209877603337638</c:v>
                </c:pt>
                <c:pt idx="21988">
                  <c:v>9.0184436941842741</c:v>
                </c:pt>
                <c:pt idx="21989">
                  <c:v>9.0179736063870788</c:v>
                </c:pt>
                <c:pt idx="21990">
                  <c:v>9.0188204765176021</c:v>
                </c:pt>
                <c:pt idx="21991">
                  <c:v>9.0218924358695105</c:v>
                </c:pt>
                <c:pt idx="21992">
                  <c:v>9.0227209800110586</c:v>
                </c:pt>
                <c:pt idx="21993">
                  <c:v>9.0203996531675692</c:v>
                </c:pt>
                <c:pt idx="21994">
                  <c:v>9.0199440167216789</c:v>
                </c:pt>
                <c:pt idx="21995">
                  <c:v>9.0220895187909456</c:v>
                </c:pt>
                <c:pt idx="21996">
                  <c:v>9.0228584772883398</c:v>
                </c:pt>
                <c:pt idx="21997">
                  <c:v>9.0232809175141995</c:v>
                </c:pt>
                <c:pt idx="21998">
                  <c:v>9.0238670350015919</c:v>
                </c:pt>
                <c:pt idx="21999">
                  <c:v>9.0254394048556534</c:v>
                </c:pt>
                <c:pt idx="22000">
                  <c:v>9.0278826257058125</c:v>
                </c:pt>
                <c:pt idx="22001">
                  <c:v>9.0309957399929637</c:v>
                </c:pt>
                <c:pt idx="22002">
                  <c:v>9.0313870783975343</c:v>
                </c:pt>
                <c:pt idx="22003">
                  <c:v>9.030716870800731</c:v>
                </c:pt>
                <c:pt idx="22004">
                  <c:v>9.0308409639260763</c:v>
                </c:pt>
                <c:pt idx="22005">
                  <c:v>9.0290708828309576</c:v>
                </c:pt>
                <c:pt idx="22006">
                  <c:v>9.027533384715916</c:v>
                </c:pt>
                <c:pt idx="22007">
                  <c:v>9.0263164343280327</c:v>
                </c:pt>
                <c:pt idx="22008">
                  <c:v>9.0238217959888072</c:v>
                </c:pt>
                <c:pt idx="22009">
                  <c:v>9.0202968181894345</c:v>
                </c:pt>
                <c:pt idx="22010">
                  <c:v>9.0200376363453572</c:v>
                </c:pt>
                <c:pt idx="22011">
                  <c:v>9.0222728834006336</c:v>
                </c:pt>
                <c:pt idx="22012">
                  <c:v>9.0219797722969695</c:v>
                </c:pt>
                <c:pt idx="22013">
                  <c:v>9.0211947916492132</c:v>
                </c:pt>
                <c:pt idx="22014">
                  <c:v>9.0193863830571512</c:v>
                </c:pt>
                <c:pt idx="22015">
                  <c:v>9.0186431856642599</c:v>
                </c:pt>
                <c:pt idx="22016">
                  <c:v>9.0198070430440822</c:v>
                </c:pt>
                <c:pt idx="22017">
                  <c:v>9.0221615661076022</c:v>
                </c:pt>
                <c:pt idx="22018">
                  <c:v>9.0238638934034814</c:v>
                </c:pt>
                <c:pt idx="22019">
                  <c:v>9.0231516931119415</c:v>
                </c:pt>
                <c:pt idx="22020">
                  <c:v>9.0236794815944243</c:v>
                </c:pt>
                <c:pt idx="22021">
                  <c:v>9.0239447371948458</c:v>
                </c:pt>
                <c:pt idx="22022">
                  <c:v>9.0230967151450159</c:v>
                </c:pt>
                <c:pt idx="22023">
                  <c:v>9.0211923830906624</c:v>
                </c:pt>
                <c:pt idx="22024">
                  <c:v>9.019540007204732</c:v>
                </c:pt>
                <c:pt idx="22025">
                  <c:v>9.016906719668917</c:v>
                </c:pt>
                <c:pt idx="22026">
                  <c:v>9.0181848265000077</c:v>
                </c:pt>
                <c:pt idx="22027">
                  <c:v>9.0199354296868464</c:v>
                </c:pt>
                <c:pt idx="22028">
                  <c:v>9.0215488497562113</c:v>
                </c:pt>
                <c:pt idx="22029">
                  <c:v>9.0258124172712506</c:v>
                </c:pt>
                <c:pt idx="22030">
                  <c:v>9.0281640081765335</c:v>
                </c:pt>
                <c:pt idx="22031">
                  <c:v>9.0274037414339094</c:v>
                </c:pt>
                <c:pt idx="22032">
                  <c:v>9.0280092321096461</c:v>
                </c:pt>
                <c:pt idx="22033">
                  <c:v>9.0292452415260627</c:v>
                </c:pt>
                <c:pt idx="22034">
                  <c:v>9.0268878910242449</c:v>
                </c:pt>
                <c:pt idx="22035">
                  <c:v>9.0262822956285707</c:v>
                </c:pt>
                <c:pt idx="22036">
                  <c:v>9.0278260769398315</c:v>
                </c:pt>
                <c:pt idx="22037">
                  <c:v>9.0293007430926728</c:v>
                </c:pt>
                <c:pt idx="22038">
                  <c:v>9.0294272447765689</c:v>
                </c:pt>
                <c:pt idx="22039">
                  <c:v>9.0290485774843763</c:v>
                </c:pt>
                <c:pt idx="22040">
                  <c:v>9.0284168021044522</c:v>
                </c:pt>
                <c:pt idx="22041">
                  <c:v>9.0271596392607609</c:v>
                </c:pt>
                <c:pt idx="22042">
                  <c:v>9.025459615803495</c:v>
                </c:pt>
                <c:pt idx="22043">
                  <c:v>9.0253149975704972</c:v>
                </c:pt>
                <c:pt idx="22044">
                  <c:v>9.0256647621600798</c:v>
                </c:pt>
                <c:pt idx="22045">
                  <c:v>9.0229858167317332</c:v>
                </c:pt>
                <c:pt idx="22046">
                  <c:v>9.0230045616004553</c:v>
                </c:pt>
                <c:pt idx="22047">
                  <c:v>9.0274143181475459</c:v>
                </c:pt>
                <c:pt idx="22048">
                  <c:v>9.0308799197426399</c:v>
                </c:pt>
                <c:pt idx="22049">
                  <c:v>9.0305969664728654</c:v>
                </c:pt>
                <c:pt idx="22050">
                  <c:v>9.0308693430290035</c:v>
                </c:pt>
                <c:pt idx="22051">
                  <c:v>9.0299484359030213</c:v>
                </c:pt>
                <c:pt idx="22052">
                  <c:v>9.0266598110014584</c:v>
                </c:pt>
                <c:pt idx="22053">
                  <c:v>9.0256916751838876</c:v>
                </c:pt>
                <c:pt idx="22054">
                  <c:v>9.0260983026992605</c:v>
                </c:pt>
                <c:pt idx="22055">
                  <c:v>9.0275376782333332</c:v>
                </c:pt>
                <c:pt idx="22056">
                  <c:v>9.0308015892297639</c:v>
                </c:pt>
                <c:pt idx="22057">
                  <c:v>9.0344361040832393</c:v>
                </c:pt>
                <c:pt idx="22058">
                  <c:v>9.0353482147345137</c:v>
                </c:pt>
                <c:pt idx="22059">
                  <c:v>9.0346359097230362</c:v>
                </c:pt>
                <c:pt idx="22060">
                  <c:v>9.0311891577166019</c:v>
                </c:pt>
                <c:pt idx="22061">
                  <c:v>9.0264495333679609</c:v>
                </c:pt>
                <c:pt idx="22062">
                  <c:v>9.0237858770504165</c:v>
                </c:pt>
                <c:pt idx="22063">
                  <c:v>9.0244723162374552</c:v>
                </c:pt>
                <c:pt idx="22064">
                  <c:v>9.0237306896436174</c:v>
                </c:pt>
                <c:pt idx="22065">
                  <c:v>9.0244125211534278</c:v>
                </c:pt>
                <c:pt idx="22066">
                  <c:v>9.0272771350300758</c:v>
                </c:pt>
                <c:pt idx="22067">
                  <c:v>9.0285348214734515</c:v>
                </c:pt>
                <c:pt idx="22068">
                  <c:v>9.0254684122782027</c:v>
                </c:pt>
                <c:pt idx="22069">
                  <c:v>9.0228832959134095</c:v>
                </c:pt>
                <c:pt idx="22070">
                  <c:v>9.020392741651726</c:v>
                </c:pt>
                <c:pt idx="22071">
                  <c:v>9.0184623343330603</c:v>
                </c:pt>
                <c:pt idx="22072">
                  <c:v>9.0214162743159694</c:v>
                </c:pt>
                <c:pt idx="22073">
                  <c:v>9.0260223807449353</c:v>
                </c:pt>
                <c:pt idx="22074">
                  <c:v>9.0275142209674453</c:v>
                </c:pt>
                <c:pt idx="22075">
                  <c:v>9.0260302347402099</c:v>
                </c:pt>
                <c:pt idx="22076">
                  <c:v>9.0238882931488025</c:v>
                </c:pt>
                <c:pt idx="22077">
                  <c:v>9.0246001792805313</c:v>
                </c:pt>
                <c:pt idx="22078">
                  <c:v>9.0261818692089868</c:v>
                </c:pt>
                <c:pt idx="22079">
                  <c:v>9.0265456662701276</c:v>
                </c:pt>
                <c:pt idx="22080">
                  <c:v>9.0290791557059791</c:v>
                </c:pt>
                <c:pt idx="22081">
                  <c:v>9.0319796885210195</c:v>
                </c:pt>
                <c:pt idx="22082">
                  <c:v>9.0310926059346883</c:v>
                </c:pt>
                <c:pt idx="22083">
                  <c:v>9.0304373732888763</c:v>
                </c:pt>
                <c:pt idx="22084">
                  <c:v>9.0313424677043717</c:v>
                </c:pt>
                <c:pt idx="22085">
                  <c:v>9.0317337013890047</c:v>
                </c:pt>
                <c:pt idx="22086">
                  <c:v>9.0296649590335605</c:v>
                </c:pt>
                <c:pt idx="22087">
                  <c:v>9.029600870432116</c:v>
                </c:pt>
                <c:pt idx="22088">
                  <c:v>9.0306367600489246</c:v>
                </c:pt>
                <c:pt idx="22089">
                  <c:v>9.0288263617780604</c:v>
                </c:pt>
                <c:pt idx="22090">
                  <c:v>9.0271983856374511</c:v>
                </c:pt>
                <c:pt idx="22091">
                  <c:v>9.0258155588693594</c:v>
                </c:pt>
                <c:pt idx="22092">
                  <c:v>9.0237491203525284</c:v>
                </c:pt>
                <c:pt idx="22093">
                  <c:v>9.0250611564432077</c:v>
                </c:pt>
                <c:pt idx="22094">
                  <c:v>9.0300977665331832</c:v>
                </c:pt>
                <c:pt idx="22095">
                  <c:v>9.0316583030343658</c:v>
                </c:pt>
                <c:pt idx="22096">
                  <c:v>9.0297352261112884</c:v>
                </c:pt>
                <c:pt idx="22097">
                  <c:v>9.0268477832883729</c:v>
                </c:pt>
                <c:pt idx="22098">
                  <c:v>9.0234014501616873</c:v>
                </c:pt>
                <c:pt idx="22099">
                  <c:v>9.021465283246485</c:v>
                </c:pt>
                <c:pt idx="22100">
                  <c:v>9.0217395447614894</c:v>
                </c:pt>
                <c:pt idx="22101">
                  <c:v>9.0243848750900586</c:v>
                </c:pt>
                <c:pt idx="22102">
                  <c:v>9.0276386282526015</c:v>
                </c:pt>
                <c:pt idx="22103">
                  <c:v>9.0301033166898446</c:v>
                </c:pt>
                <c:pt idx="22104">
                  <c:v>9.0302470971633468</c:v>
                </c:pt>
                <c:pt idx="22105">
                  <c:v>9.0296909295779368</c:v>
                </c:pt>
                <c:pt idx="22106">
                  <c:v>9.0281637987366583</c:v>
                </c:pt>
                <c:pt idx="22107">
                  <c:v>9.0260571477640195</c:v>
                </c:pt>
                <c:pt idx="22108">
                  <c:v>9.0265742548129282</c:v>
                </c:pt>
                <c:pt idx="22109">
                  <c:v>9.0272150361074335</c:v>
                </c:pt>
                <c:pt idx="22110">
                  <c:v>9.0274953713787838</c:v>
                </c:pt>
                <c:pt idx="22111">
                  <c:v>9.0279008469748501</c:v>
                </c:pt>
                <c:pt idx="22112">
                  <c:v>9.0272307440979844</c:v>
                </c:pt>
                <c:pt idx="22113">
                  <c:v>9.0257659216192216</c:v>
                </c:pt>
                <c:pt idx="22114">
                  <c:v>9.0245507514702688</c:v>
                </c:pt>
                <c:pt idx="22115">
                  <c:v>9.024247482532715</c:v>
                </c:pt>
                <c:pt idx="22116">
                  <c:v>9.0262341244575506</c:v>
                </c:pt>
                <c:pt idx="22117">
                  <c:v>9.0267215957642879</c:v>
                </c:pt>
                <c:pt idx="22118">
                  <c:v>9.0263505730274947</c:v>
                </c:pt>
                <c:pt idx="22119">
                  <c:v>9.0258625781210728</c:v>
                </c:pt>
                <c:pt idx="22120">
                  <c:v>9.025466632039274</c:v>
                </c:pt>
                <c:pt idx="22121">
                  <c:v>9.0251185429686842</c:v>
                </c:pt>
                <c:pt idx="22122">
                  <c:v>9.0247969480421553</c:v>
                </c:pt>
                <c:pt idx="22123">
                  <c:v>9.0227269490474669</c:v>
                </c:pt>
                <c:pt idx="22124">
                  <c:v>9.0218657322855762</c:v>
                </c:pt>
                <c:pt idx="22125">
                  <c:v>9.0225129014962384</c:v>
                </c:pt>
                <c:pt idx="22126">
                  <c:v>9.0272942043798068</c:v>
                </c:pt>
                <c:pt idx="22127">
                  <c:v>9.0318951795318601</c:v>
                </c:pt>
                <c:pt idx="22128">
                  <c:v>9.0355799599550952</c:v>
                </c:pt>
                <c:pt idx="22129">
                  <c:v>9.0378658914598802</c:v>
                </c:pt>
                <c:pt idx="22130">
                  <c:v>9.0370871940083433</c:v>
                </c:pt>
                <c:pt idx="22131">
                  <c:v>9.032736813665533</c:v>
                </c:pt>
                <c:pt idx="22132">
                  <c:v>9.0271725198130124</c:v>
                </c:pt>
                <c:pt idx="22133">
                  <c:v>9.0240036945193776</c:v>
                </c:pt>
                <c:pt idx="22134">
                  <c:v>9.0220417664996742</c:v>
                </c:pt>
                <c:pt idx="22135">
                  <c:v>9.0193559095554843</c:v>
                </c:pt>
                <c:pt idx="22136">
                  <c:v>9.0215220414523394</c:v>
                </c:pt>
                <c:pt idx="22137">
                  <c:v>9.0246401822964657</c:v>
                </c:pt>
                <c:pt idx="22138">
                  <c:v>9.0253087143742778</c:v>
                </c:pt>
                <c:pt idx="22139">
                  <c:v>9.0251773955732784</c:v>
                </c:pt>
                <c:pt idx="22140">
                  <c:v>9.0266493390077578</c:v>
                </c:pt>
                <c:pt idx="22141">
                  <c:v>9.0300995467721119</c:v>
                </c:pt>
                <c:pt idx="22142">
                  <c:v>9.0306341420505003</c:v>
                </c:pt>
                <c:pt idx="22143">
                  <c:v>9.0296100857865724</c:v>
                </c:pt>
                <c:pt idx="22144">
                  <c:v>9.0294605457165353</c:v>
                </c:pt>
                <c:pt idx="22145">
                  <c:v>9.0305564398572464</c:v>
                </c:pt>
                <c:pt idx="22146">
                  <c:v>9.0310124951828836</c:v>
                </c:pt>
                <c:pt idx="22147">
                  <c:v>9.0321621106512744</c:v>
                </c:pt>
                <c:pt idx="22148">
                  <c:v>9.0328544141547837</c:v>
                </c:pt>
                <c:pt idx="22149">
                  <c:v>9.0352639151852294</c:v>
                </c:pt>
                <c:pt idx="22150">
                  <c:v>9.0353320878642158</c:v>
                </c:pt>
                <c:pt idx="22151">
                  <c:v>9.0319344495082348</c:v>
                </c:pt>
                <c:pt idx="22152">
                  <c:v>9.0317825008796468</c:v>
                </c:pt>
                <c:pt idx="22153">
                  <c:v>9.0341838337550051</c:v>
                </c:pt>
                <c:pt idx="22154">
                  <c:v>9.0365620235242865</c:v>
                </c:pt>
                <c:pt idx="22155">
                  <c:v>9.0361748739171954</c:v>
                </c:pt>
                <c:pt idx="22156">
                  <c:v>9.0339927198699801</c:v>
                </c:pt>
                <c:pt idx="22157">
                  <c:v>9.0309778328837353</c:v>
                </c:pt>
                <c:pt idx="22158">
                  <c:v>9.0277033451736681</c:v>
                </c:pt>
                <c:pt idx="22159">
                  <c:v>9.0278164427056282</c:v>
                </c:pt>
                <c:pt idx="22160">
                  <c:v>9.0277670148953639</c:v>
                </c:pt>
                <c:pt idx="22161">
                  <c:v>9.0251376019972192</c:v>
                </c:pt>
                <c:pt idx="22162">
                  <c:v>9.0247009198599262</c:v>
                </c:pt>
                <c:pt idx="22163">
                  <c:v>9.0272152455473087</c:v>
                </c:pt>
                <c:pt idx="22164">
                  <c:v>9.0294981401739189</c:v>
                </c:pt>
                <c:pt idx="22165">
                  <c:v>9.0302510765209529</c:v>
                </c:pt>
                <c:pt idx="22166">
                  <c:v>9.0312015146691689</c:v>
                </c:pt>
                <c:pt idx="22167">
                  <c:v>9.0326968106495986</c:v>
                </c:pt>
                <c:pt idx="22168">
                  <c:v>9.034338086222208</c:v>
                </c:pt>
                <c:pt idx="22169">
                  <c:v>9.0336808638975921</c:v>
                </c:pt>
                <c:pt idx="22170">
                  <c:v>9.028762587336427</c:v>
                </c:pt>
                <c:pt idx="22171">
                  <c:v>9.0271397424727304</c:v>
                </c:pt>
                <c:pt idx="22172">
                  <c:v>9.0273491823467324</c:v>
                </c:pt>
                <c:pt idx="22173">
                  <c:v>9.0268884146239294</c:v>
                </c:pt>
                <c:pt idx="22174">
                  <c:v>9.0282523918033615</c:v>
                </c:pt>
                <c:pt idx="22175">
                  <c:v>9.0276308789772628</c:v>
                </c:pt>
                <c:pt idx="22176">
                  <c:v>9.0261766332121383</c:v>
                </c:pt>
                <c:pt idx="22177">
                  <c:v>9.0264285893805614</c:v>
                </c:pt>
                <c:pt idx="22178">
                  <c:v>9.027818851264179</c:v>
                </c:pt>
                <c:pt idx="22179">
                  <c:v>9.0303038553692012</c:v>
                </c:pt>
                <c:pt idx="22180">
                  <c:v>9.0335303813481218</c:v>
                </c:pt>
                <c:pt idx="22181">
                  <c:v>9.0338632860278469</c:v>
                </c:pt>
                <c:pt idx="22182">
                  <c:v>9.0293094348474447</c:v>
                </c:pt>
                <c:pt idx="22183">
                  <c:v>9.0248875307876606</c:v>
                </c:pt>
                <c:pt idx="22184">
                  <c:v>9.025677119112645</c:v>
                </c:pt>
                <c:pt idx="22185">
                  <c:v>9.0300284419348902</c:v>
                </c:pt>
                <c:pt idx="22186">
                  <c:v>9.0337988832665914</c:v>
                </c:pt>
                <c:pt idx="22187">
                  <c:v>9.0321899661545171</c:v>
                </c:pt>
                <c:pt idx="22188">
                  <c:v>9.0293371856307498</c:v>
                </c:pt>
                <c:pt idx="22189">
                  <c:v>9.0305916257560774</c:v>
                </c:pt>
                <c:pt idx="22190">
                  <c:v>9.0323475696597022</c:v>
                </c:pt>
                <c:pt idx="22191">
                  <c:v>9.0305680637702537</c:v>
                </c:pt>
                <c:pt idx="22192">
                  <c:v>9.0301742120871946</c:v>
                </c:pt>
                <c:pt idx="22193">
                  <c:v>9.0309400289864783</c:v>
                </c:pt>
                <c:pt idx="22194">
                  <c:v>9.0320644069500524</c:v>
                </c:pt>
                <c:pt idx="22195">
                  <c:v>9.0336149950572189</c:v>
                </c:pt>
                <c:pt idx="22196">
                  <c:v>9.0328695985456502</c:v>
                </c:pt>
                <c:pt idx="22197">
                  <c:v>9.035573990918687</c:v>
                </c:pt>
                <c:pt idx="22198">
                  <c:v>9.0380079964143896</c:v>
                </c:pt>
                <c:pt idx="22199">
                  <c:v>9.0378310197208584</c:v>
                </c:pt>
                <c:pt idx="22200">
                  <c:v>9.0360058559388765</c:v>
                </c:pt>
                <c:pt idx="22201">
                  <c:v>9.036306821037817</c:v>
                </c:pt>
                <c:pt idx="22202">
                  <c:v>9.0347686946031533</c:v>
                </c:pt>
                <c:pt idx="22203">
                  <c:v>9.0331717155638955</c:v>
                </c:pt>
                <c:pt idx="22204">
                  <c:v>9.0329279275505581</c:v>
                </c:pt>
                <c:pt idx="22205">
                  <c:v>9.0334102675803827</c:v>
                </c:pt>
                <c:pt idx="22206">
                  <c:v>9.0340604736692196</c:v>
                </c:pt>
                <c:pt idx="22207">
                  <c:v>9.034991015029405</c:v>
                </c:pt>
                <c:pt idx="22208">
                  <c:v>9.031862088031767</c:v>
                </c:pt>
                <c:pt idx="22209">
                  <c:v>9.0295768895665436</c:v>
                </c:pt>
                <c:pt idx="22210">
                  <c:v>9.0304307759328459</c:v>
                </c:pt>
                <c:pt idx="22211">
                  <c:v>9.0303747507665495</c:v>
                </c:pt>
                <c:pt idx="22212">
                  <c:v>9.0293081782082005</c:v>
                </c:pt>
                <c:pt idx="22213">
                  <c:v>9.0297448603454917</c:v>
                </c:pt>
                <c:pt idx="22214">
                  <c:v>9.0328783950203579</c:v>
                </c:pt>
                <c:pt idx="22215">
                  <c:v>9.0314826877000147</c:v>
                </c:pt>
                <c:pt idx="22216">
                  <c:v>9.0290803076252875</c:v>
                </c:pt>
                <c:pt idx="22217">
                  <c:v>9.0283267429586314</c:v>
                </c:pt>
                <c:pt idx="22218">
                  <c:v>9.0295079838479975</c:v>
                </c:pt>
                <c:pt idx="22219">
                  <c:v>9.0319445026221867</c:v>
                </c:pt>
                <c:pt idx="22220">
                  <c:v>9.0324770035018354</c:v>
                </c:pt>
                <c:pt idx="22221">
                  <c:v>9.0320469187205745</c:v>
                </c:pt>
                <c:pt idx="22222">
                  <c:v>9.0337001323660004</c:v>
                </c:pt>
                <c:pt idx="22223">
                  <c:v>9.0328343079268798</c:v>
                </c:pt>
                <c:pt idx="22224">
                  <c:v>9.0332873263743441</c:v>
                </c:pt>
                <c:pt idx="22225">
                  <c:v>9.0364566752676634</c:v>
                </c:pt>
                <c:pt idx="22226">
                  <c:v>9.0358771551363031</c:v>
                </c:pt>
                <c:pt idx="22227">
                  <c:v>9.0361454476148992</c:v>
                </c:pt>
                <c:pt idx="22228">
                  <c:v>9.035628864165675</c:v>
                </c:pt>
                <c:pt idx="22229">
                  <c:v>9.0347469128562565</c:v>
                </c:pt>
                <c:pt idx="22230">
                  <c:v>9.0332440770403633</c:v>
                </c:pt>
                <c:pt idx="22231">
                  <c:v>9.0315075063250845</c:v>
                </c:pt>
                <c:pt idx="22232">
                  <c:v>9.0307504859005086</c:v>
                </c:pt>
                <c:pt idx="22233">
                  <c:v>9.030299247691973</c:v>
                </c:pt>
                <c:pt idx="22234">
                  <c:v>9.0313939899133757</c:v>
                </c:pt>
                <c:pt idx="22235">
                  <c:v>9.0329579821724781</c:v>
                </c:pt>
                <c:pt idx="22236">
                  <c:v>9.0340842450949186</c:v>
                </c:pt>
                <c:pt idx="22237">
                  <c:v>9.0322158319789558</c:v>
                </c:pt>
                <c:pt idx="22238">
                  <c:v>9.0309047383677097</c:v>
                </c:pt>
                <c:pt idx="22239">
                  <c:v>9.0303355855101124</c:v>
                </c:pt>
                <c:pt idx="22240">
                  <c:v>9.0281078782903013</c:v>
                </c:pt>
                <c:pt idx="22241">
                  <c:v>9.0278871286631031</c:v>
                </c:pt>
                <c:pt idx="22242">
                  <c:v>9.0310520793190694</c:v>
                </c:pt>
                <c:pt idx="22243">
                  <c:v>9.0332042834643023</c:v>
                </c:pt>
                <c:pt idx="22244">
                  <c:v>9.0325041259655183</c:v>
                </c:pt>
                <c:pt idx="22245">
                  <c:v>9.0304969589330302</c:v>
                </c:pt>
                <c:pt idx="22246">
                  <c:v>9.0302028006299953</c:v>
                </c:pt>
                <c:pt idx="22247">
                  <c:v>9.0291244994387014</c:v>
                </c:pt>
                <c:pt idx="22248">
                  <c:v>9.0308493415210354</c:v>
                </c:pt>
                <c:pt idx="22249">
                  <c:v>9.0339802581974773</c:v>
                </c:pt>
                <c:pt idx="22250">
                  <c:v>9.0342897056113127</c:v>
                </c:pt>
                <c:pt idx="22251">
                  <c:v>9.0340142921770017</c:v>
                </c:pt>
                <c:pt idx="22252">
                  <c:v>9.0353306217850982</c:v>
                </c:pt>
                <c:pt idx="22253">
                  <c:v>9.0347361267027466</c:v>
                </c:pt>
                <c:pt idx="22254">
                  <c:v>9.0322286078112697</c:v>
                </c:pt>
                <c:pt idx="22255">
                  <c:v>9.0322533217164018</c:v>
                </c:pt>
                <c:pt idx="22256">
                  <c:v>9.032831899368329</c:v>
                </c:pt>
                <c:pt idx="22257">
                  <c:v>9.0300705393495644</c:v>
                </c:pt>
                <c:pt idx="22258">
                  <c:v>9.0286973468156759</c:v>
                </c:pt>
                <c:pt idx="22259">
                  <c:v>9.028847934085082</c:v>
                </c:pt>
                <c:pt idx="22260">
                  <c:v>9.0267792964495754</c:v>
                </c:pt>
                <c:pt idx="22261">
                  <c:v>9.024961672503057</c:v>
                </c:pt>
                <c:pt idx="22262">
                  <c:v>9.0254493532496696</c:v>
                </c:pt>
                <c:pt idx="22263">
                  <c:v>9.0284790057470303</c:v>
                </c:pt>
                <c:pt idx="22264">
                  <c:v>9.0331543320543535</c:v>
                </c:pt>
                <c:pt idx="22265">
                  <c:v>9.0337316530670382</c:v>
                </c:pt>
                <c:pt idx="22266">
                  <c:v>9.0330111799004733</c:v>
                </c:pt>
                <c:pt idx="22267">
                  <c:v>9.034322064071846</c:v>
                </c:pt>
                <c:pt idx="22268">
                  <c:v>9.0353869611112039</c:v>
                </c:pt>
                <c:pt idx="22269">
                  <c:v>9.0369614253640069</c:v>
                </c:pt>
                <c:pt idx="22270">
                  <c:v>9.0350245254092449</c:v>
                </c:pt>
                <c:pt idx="22271">
                  <c:v>9.0337509215354448</c:v>
                </c:pt>
                <c:pt idx="22272">
                  <c:v>9.0344749551798671</c:v>
                </c:pt>
                <c:pt idx="22273">
                  <c:v>9.0361091097967599</c:v>
                </c:pt>
                <c:pt idx="22274">
                  <c:v>9.034454220632341</c:v>
                </c:pt>
                <c:pt idx="22275">
                  <c:v>9.0362876572893462</c:v>
                </c:pt>
                <c:pt idx="22276">
                  <c:v>9.0384421652731941</c:v>
                </c:pt>
                <c:pt idx="22277">
                  <c:v>9.0345925556691178</c:v>
                </c:pt>
                <c:pt idx="22278">
                  <c:v>9.0345599877687111</c:v>
                </c:pt>
                <c:pt idx="22279">
                  <c:v>9.0344764212589848</c:v>
                </c:pt>
                <c:pt idx="22280">
                  <c:v>9.0349223187507324</c:v>
                </c:pt>
                <c:pt idx="22281">
                  <c:v>9.0378321716401651</c:v>
                </c:pt>
                <c:pt idx="22282">
                  <c:v>9.0396378575138652</c:v>
                </c:pt>
                <c:pt idx="22283">
                  <c:v>9.0411057168708009</c:v>
                </c:pt>
                <c:pt idx="22284">
                  <c:v>9.0387593619623683</c:v>
                </c:pt>
                <c:pt idx="22285">
                  <c:v>9.0350814930549745</c:v>
                </c:pt>
                <c:pt idx="22286">
                  <c:v>9.0341984945461853</c:v>
                </c:pt>
                <c:pt idx="22287">
                  <c:v>9.0354901102491496</c:v>
                </c:pt>
                <c:pt idx="22288">
                  <c:v>9.0347589556490124</c:v>
                </c:pt>
                <c:pt idx="22289">
                  <c:v>9.035601427542181</c:v>
                </c:pt>
                <c:pt idx="22290">
                  <c:v>9.0379996188194287</c:v>
                </c:pt>
                <c:pt idx="22291">
                  <c:v>9.0378886156862084</c:v>
                </c:pt>
                <c:pt idx="22292">
                  <c:v>9.0366210855687541</c:v>
                </c:pt>
                <c:pt idx="22293">
                  <c:v>9.0348229395305193</c:v>
                </c:pt>
                <c:pt idx="22294">
                  <c:v>9.0312511519193066</c:v>
                </c:pt>
                <c:pt idx="22295">
                  <c:v>9.0311982683511225</c:v>
                </c:pt>
                <c:pt idx="22296">
                  <c:v>9.0335500686962789</c:v>
                </c:pt>
                <c:pt idx="22297">
                  <c:v>9.0349264028282761</c:v>
                </c:pt>
                <c:pt idx="22298">
                  <c:v>9.0372932828443613</c:v>
                </c:pt>
                <c:pt idx="22299">
                  <c:v>9.0397032027545539</c:v>
                </c:pt>
                <c:pt idx="22300">
                  <c:v>9.0406242146004718</c:v>
                </c:pt>
                <c:pt idx="22301">
                  <c:v>9.0409572240001346</c:v>
                </c:pt>
                <c:pt idx="22302">
                  <c:v>9.0398857296047446</c:v>
                </c:pt>
                <c:pt idx="22303">
                  <c:v>9.0379330169394976</c:v>
                </c:pt>
                <c:pt idx="22304">
                  <c:v>9.0349993926243659</c:v>
                </c:pt>
                <c:pt idx="22305">
                  <c:v>9.0325841319973854</c:v>
                </c:pt>
                <c:pt idx="22306">
                  <c:v>9.0334841998559057</c:v>
                </c:pt>
                <c:pt idx="22307">
                  <c:v>9.0344534875927813</c:v>
                </c:pt>
                <c:pt idx="22308">
                  <c:v>9.0373372652179018</c:v>
                </c:pt>
                <c:pt idx="22309">
                  <c:v>9.0400286723187513</c:v>
                </c:pt>
                <c:pt idx="22310">
                  <c:v>9.0395419340515719</c:v>
                </c:pt>
                <c:pt idx="22311">
                  <c:v>9.0407625496372503</c:v>
                </c:pt>
                <c:pt idx="22312">
                  <c:v>9.0395747113918539</c:v>
                </c:pt>
                <c:pt idx="22313">
                  <c:v>9.0391311177387195</c:v>
                </c:pt>
                <c:pt idx="22314">
                  <c:v>9.0416012516126862</c:v>
                </c:pt>
                <c:pt idx="22315">
                  <c:v>9.0453322135281411</c:v>
                </c:pt>
                <c:pt idx="22316">
                  <c:v>9.0488932149858421</c:v>
                </c:pt>
                <c:pt idx="22317">
                  <c:v>9.0485860714106199</c:v>
                </c:pt>
                <c:pt idx="22318">
                  <c:v>9.0476329105440403</c:v>
                </c:pt>
                <c:pt idx="22319">
                  <c:v>9.047235393663188</c:v>
                </c:pt>
                <c:pt idx="22320">
                  <c:v>9.0437407846455447</c:v>
                </c:pt>
                <c:pt idx="22321">
                  <c:v>9.0415367441314949</c:v>
                </c:pt>
                <c:pt idx="22322">
                  <c:v>9.0395359650151637</c:v>
                </c:pt>
                <c:pt idx="22323">
                  <c:v>9.035814532613978</c:v>
                </c:pt>
                <c:pt idx="22324">
                  <c:v>9.0345271057084933</c:v>
                </c:pt>
                <c:pt idx="22325">
                  <c:v>9.0372657415009296</c:v>
                </c:pt>
                <c:pt idx="22326">
                  <c:v>9.0397514786455098</c:v>
                </c:pt>
                <c:pt idx="22327">
                  <c:v>9.0394239146825726</c:v>
                </c:pt>
                <c:pt idx="22328">
                  <c:v>9.03803867935593</c:v>
                </c:pt>
                <c:pt idx="22329">
                  <c:v>9.0350206507715765</c:v>
                </c:pt>
                <c:pt idx="22330">
                  <c:v>9.0334221009332634</c:v>
                </c:pt>
                <c:pt idx="22331">
                  <c:v>9.0342794430574873</c:v>
                </c:pt>
                <c:pt idx="22332">
                  <c:v>9.0397467662483457</c:v>
                </c:pt>
                <c:pt idx="22333">
                  <c:v>9.0435625513127693</c:v>
                </c:pt>
                <c:pt idx="22334">
                  <c:v>9.0433125848231484</c:v>
                </c:pt>
                <c:pt idx="22335">
                  <c:v>9.0453813271785943</c:v>
                </c:pt>
                <c:pt idx="22336">
                  <c:v>9.0467719032220231</c:v>
                </c:pt>
                <c:pt idx="22337">
                  <c:v>9.0466687540840773</c:v>
                </c:pt>
                <c:pt idx="22338">
                  <c:v>9.0469163120151475</c:v>
                </c:pt>
                <c:pt idx="22339">
                  <c:v>9.0464500988556207</c:v>
                </c:pt>
                <c:pt idx="22340">
                  <c:v>9.0426107518053715</c:v>
                </c:pt>
                <c:pt idx="22341">
                  <c:v>9.0391692357957876</c:v>
                </c:pt>
                <c:pt idx="22342">
                  <c:v>9.0391679791565434</c:v>
                </c:pt>
                <c:pt idx="22343">
                  <c:v>9.0407670525945409</c:v>
                </c:pt>
                <c:pt idx="22344">
                  <c:v>9.0422749149674111</c:v>
                </c:pt>
                <c:pt idx="22345">
                  <c:v>9.0461332163262576</c:v>
                </c:pt>
                <c:pt idx="22346">
                  <c:v>9.0500416785349262</c:v>
                </c:pt>
                <c:pt idx="22347">
                  <c:v>9.0494882336678781</c:v>
                </c:pt>
                <c:pt idx="22348">
                  <c:v>9.0483335916425105</c:v>
                </c:pt>
                <c:pt idx="22349">
                  <c:v>9.0489582460667197</c:v>
                </c:pt>
                <c:pt idx="22350">
                  <c:v>9.0484059531189782</c:v>
                </c:pt>
                <c:pt idx="22351">
                  <c:v>9.0474739456796751</c:v>
                </c:pt>
                <c:pt idx="22352">
                  <c:v>9.0499848156091343</c:v>
                </c:pt>
                <c:pt idx="22353">
                  <c:v>9.0495314830018589</c:v>
                </c:pt>
                <c:pt idx="22354">
                  <c:v>9.0485405182380241</c:v>
                </c:pt>
                <c:pt idx="22355">
                  <c:v>9.0467662483454259</c:v>
                </c:pt>
                <c:pt idx="22356">
                  <c:v>9.044734576847679</c:v>
                </c:pt>
                <c:pt idx="22357">
                  <c:v>9.045138167484879</c:v>
                </c:pt>
                <c:pt idx="22358">
                  <c:v>9.0440842660389063</c:v>
                </c:pt>
                <c:pt idx="22359">
                  <c:v>9.0442664787292859</c:v>
                </c:pt>
                <c:pt idx="22360">
                  <c:v>9.0451613105909558</c:v>
                </c:pt>
                <c:pt idx="22361">
                  <c:v>9.0453682371864677</c:v>
                </c:pt>
                <c:pt idx="22362">
                  <c:v>9.0450570095337035</c:v>
                </c:pt>
                <c:pt idx="22363">
                  <c:v>9.0438206859574759</c:v>
                </c:pt>
                <c:pt idx="22364">
                  <c:v>9.0445648258298004</c:v>
                </c:pt>
                <c:pt idx="22365">
                  <c:v>9.0488506986914192</c:v>
                </c:pt>
                <c:pt idx="22366">
                  <c:v>9.0533558551011168</c:v>
                </c:pt>
                <c:pt idx="22367">
                  <c:v>9.0550180746611257</c:v>
                </c:pt>
                <c:pt idx="22368">
                  <c:v>9.0531851616038068</c:v>
                </c:pt>
                <c:pt idx="22369">
                  <c:v>9.0515978167987541</c:v>
                </c:pt>
                <c:pt idx="22370">
                  <c:v>9.0496747398756767</c:v>
                </c:pt>
                <c:pt idx="22371">
                  <c:v>9.0498863788683543</c:v>
                </c:pt>
                <c:pt idx="22372">
                  <c:v>9.0500692198783579</c:v>
                </c:pt>
                <c:pt idx="22373">
                  <c:v>9.0496235318264837</c:v>
                </c:pt>
                <c:pt idx="22374">
                  <c:v>9.0487941499254401</c:v>
                </c:pt>
                <c:pt idx="22375">
                  <c:v>9.048081740194025</c:v>
                </c:pt>
                <c:pt idx="22376">
                  <c:v>9.0488512222911055</c:v>
                </c:pt>
                <c:pt idx="22377">
                  <c:v>9.050618057068176</c:v>
                </c:pt>
                <c:pt idx="22378">
                  <c:v>9.0545293467151442</c:v>
                </c:pt>
                <c:pt idx="22379">
                  <c:v>9.0571332079486613</c:v>
                </c:pt>
                <c:pt idx="22380">
                  <c:v>9.0575860169562521</c:v>
                </c:pt>
                <c:pt idx="22381">
                  <c:v>9.0586315408072657</c:v>
                </c:pt>
                <c:pt idx="22382">
                  <c:v>9.0590970209272328</c:v>
                </c:pt>
                <c:pt idx="22383">
                  <c:v>9.0575169017978325</c:v>
                </c:pt>
                <c:pt idx="22384">
                  <c:v>9.0549840406816013</c:v>
                </c:pt>
                <c:pt idx="22385">
                  <c:v>9.0541601042172815</c:v>
                </c:pt>
                <c:pt idx="22386">
                  <c:v>9.0553433347854497</c:v>
                </c:pt>
                <c:pt idx="22387">
                  <c:v>9.0546268409764927</c:v>
                </c:pt>
                <c:pt idx="22388">
                  <c:v>9.0536111623075239</c:v>
                </c:pt>
                <c:pt idx="22389">
                  <c:v>9.0527623024981985</c:v>
                </c:pt>
                <c:pt idx="22390">
                  <c:v>9.0539217616406678</c:v>
                </c:pt>
                <c:pt idx="22391">
                  <c:v>9.0562864425380756</c:v>
                </c:pt>
                <c:pt idx="22392">
                  <c:v>9.0592356701238206</c:v>
                </c:pt>
                <c:pt idx="22393">
                  <c:v>9.0580091902216715</c:v>
                </c:pt>
                <c:pt idx="22394">
                  <c:v>9.0578093845818746</c:v>
                </c:pt>
                <c:pt idx="22395">
                  <c:v>9.0570978126099551</c:v>
                </c:pt>
                <c:pt idx="22396">
                  <c:v>9.0554242832967518</c:v>
                </c:pt>
                <c:pt idx="22397">
                  <c:v>9.0577536735753892</c:v>
                </c:pt>
                <c:pt idx="22398">
                  <c:v>9.0606232092890782</c:v>
                </c:pt>
                <c:pt idx="22399">
                  <c:v>9.0621617546034887</c:v>
                </c:pt>
                <c:pt idx="22400">
                  <c:v>9.0625318348608488</c:v>
                </c:pt>
                <c:pt idx="22401">
                  <c:v>9.0618302112829454</c:v>
                </c:pt>
                <c:pt idx="22402">
                  <c:v>9.0621544242078986</c:v>
                </c:pt>
                <c:pt idx="22403">
                  <c:v>9.062082376891242</c:v>
                </c:pt>
                <c:pt idx="22404">
                  <c:v>9.0659320912152541</c:v>
                </c:pt>
                <c:pt idx="22405">
                  <c:v>9.0670734338086216</c:v>
                </c:pt>
                <c:pt idx="22406">
                  <c:v>9.0649045791934046</c:v>
                </c:pt>
                <c:pt idx="22407">
                  <c:v>9.0615479910527288</c:v>
                </c:pt>
                <c:pt idx="22408">
                  <c:v>9.0577386986243997</c:v>
                </c:pt>
                <c:pt idx="22409">
                  <c:v>9.0575466422599398</c:v>
                </c:pt>
                <c:pt idx="22410">
                  <c:v>9.0577658210880827</c:v>
                </c:pt>
                <c:pt idx="22411">
                  <c:v>9.0574523943166394</c:v>
                </c:pt>
                <c:pt idx="22412">
                  <c:v>9.0589599425296985</c:v>
                </c:pt>
                <c:pt idx="22413">
                  <c:v>9.0623070011561087</c:v>
                </c:pt>
                <c:pt idx="22414">
                  <c:v>9.0646636186183667</c:v>
                </c:pt>
                <c:pt idx="22415">
                  <c:v>9.0671243276980036</c:v>
                </c:pt>
                <c:pt idx="22416">
                  <c:v>9.0701971248094093</c:v>
                </c:pt>
                <c:pt idx="22417">
                  <c:v>9.0734173675921124</c:v>
                </c:pt>
                <c:pt idx="22418">
                  <c:v>9.0741983688822607</c:v>
                </c:pt>
                <c:pt idx="22419">
                  <c:v>9.0739276678451155</c:v>
                </c:pt>
                <c:pt idx="22420">
                  <c:v>9.0728467486553956</c:v>
                </c:pt>
                <c:pt idx="22421">
                  <c:v>9.072485883752492</c:v>
                </c:pt>
                <c:pt idx="22422">
                  <c:v>9.074329792403196</c:v>
                </c:pt>
                <c:pt idx="22423">
                  <c:v>9.0755006660187991</c:v>
                </c:pt>
                <c:pt idx="22424">
                  <c:v>9.0737626292244027</c:v>
                </c:pt>
                <c:pt idx="22425">
                  <c:v>9.0751620017425392</c:v>
                </c:pt>
                <c:pt idx="22426">
                  <c:v>9.0786718998709848</c:v>
                </c:pt>
                <c:pt idx="22427">
                  <c:v>9.080912592362985</c:v>
                </c:pt>
                <c:pt idx="22428">
                  <c:v>9.0828084421024418</c:v>
                </c:pt>
                <c:pt idx="22429">
                  <c:v>9.0835879773134725</c:v>
                </c:pt>
                <c:pt idx="22430">
                  <c:v>9.0845708786421593</c:v>
                </c:pt>
                <c:pt idx="22431">
                  <c:v>9.0845200894727149</c:v>
                </c:pt>
                <c:pt idx="22432">
                  <c:v>9.0852908282090379</c:v>
                </c:pt>
                <c:pt idx="22433">
                  <c:v>9.0845241735502569</c:v>
                </c:pt>
                <c:pt idx="22434">
                  <c:v>9.0861595848063939</c:v>
                </c:pt>
                <c:pt idx="22435">
                  <c:v>9.0875261799842502</c:v>
                </c:pt>
                <c:pt idx="22436">
                  <c:v>9.0884764086925927</c:v>
                </c:pt>
                <c:pt idx="22437">
                  <c:v>9.0891654658780556</c:v>
                </c:pt>
                <c:pt idx="22438">
                  <c:v>9.0876355075984794</c:v>
                </c:pt>
                <c:pt idx="22439">
                  <c:v>9.0897130464286313</c:v>
                </c:pt>
                <c:pt idx="22440">
                  <c:v>9.0898932694402088</c:v>
                </c:pt>
                <c:pt idx="22441">
                  <c:v>9.0867891610676406</c:v>
                </c:pt>
                <c:pt idx="22442">
                  <c:v>9.0855400616590991</c:v>
                </c:pt>
                <c:pt idx="22443">
                  <c:v>9.0850176138934042</c:v>
                </c:pt>
                <c:pt idx="22444">
                  <c:v>9.0867479014124619</c:v>
                </c:pt>
                <c:pt idx="22445">
                  <c:v>9.0886277290015585</c:v>
                </c:pt>
                <c:pt idx="22446">
                  <c:v>9.0907286203776625</c:v>
                </c:pt>
                <c:pt idx="22447">
                  <c:v>9.0884153569693211</c:v>
                </c:pt>
                <c:pt idx="22448">
                  <c:v>9.0868526213494629</c:v>
                </c:pt>
                <c:pt idx="22449">
                  <c:v>9.0910140869259255</c:v>
                </c:pt>
                <c:pt idx="22450">
                  <c:v>9.0931941465744011</c:v>
                </c:pt>
                <c:pt idx="22451">
                  <c:v>9.0916596853375324</c:v>
                </c:pt>
                <c:pt idx="22452">
                  <c:v>9.0905090226697727</c:v>
                </c:pt>
                <c:pt idx="22453">
                  <c:v>9.0902904721612519</c:v>
                </c:pt>
                <c:pt idx="22454">
                  <c:v>9.0888579034230847</c:v>
                </c:pt>
                <c:pt idx="22455">
                  <c:v>9.0876791758122071</c:v>
                </c:pt>
                <c:pt idx="22456">
                  <c:v>9.0858524412311716</c:v>
                </c:pt>
                <c:pt idx="22457">
                  <c:v>9.0879310272606943</c:v>
                </c:pt>
                <c:pt idx="22458">
                  <c:v>9.0926396545079839</c:v>
                </c:pt>
                <c:pt idx="22459">
                  <c:v>9.0947430591625764</c:v>
                </c:pt>
                <c:pt idx="22460">
                  <c:v>9.0952259227920855</c:v>
                </c:pt>
                <c:pt idx="22461">
                  <c:v>9.0963487299566044</c:v>
                </c:pt>
                <c:pt idx="22462">
                  <c:v>9.0965639294271394</c:v>
                </c:pt>
                <c:pt idx="22463">
                  <c:v>9.0987260819663884</c:v>
                </c:pt>
                <c:pt idx="22464">
                  <c:v>9.1020531390848323</c:v>
                </c:pt>
                <c:pt idx="22465">
                  <c:v>9.1023749434512347</c:v>
                </c:pt>
                <c:pt idx="22466">
                  <c:v>9.1016447313305289</c:v>
                </c:pt>
                <c:pt idx="22467">
                  <c:v>9.1018164720272097</c:v>
                </c:pt>
                <c:pt idx="22468">
                  <c:v>9.1025064716921058</c:v>
                </c:pt>
                <c:pt idx="22469">
                  <c:v>9.1030064046713477</c:v>
                </c:pt>
                <c:pt idx="22470">
                  <c:v>9.1057671363704902</c:v>
                </c:pt>
                <c:pt idx="22471">
                  <c:v>9.1062174320995926</c:v>
                </c:pt>
                <c:pt idx="22472">
                  <c:v>9.1039039592513777</c:v>
                </c:pt>
                <c:pt idx="22473">
                  <c:v>9.1047764857664664</c:v>
                </c:pt>
                <c:pt idx="22474">
                  <c:v>9.1078636295092412</c:v>
                </c:pt>
                <c:pt idx="22475">
                  <c:v>9.1099098570782306</c:v>
                </c:pt>
                <c:pt idx="22476">
                  <c:v>9.1090878055727753</c:v>
                </c:pt>
                <c:pt idx="22477">
                  <c:v>9.1081997805070127</c:v>
                </c:pt>
                <c:pt idx="22478">
                  <c:v>9.10774424878106</c:v>
                </c:pt>
                <c:pt idx="22479">
                  <c:v>9.1061158537607021</c:v>
                </c:pt>
                <c:pt idx="22480">
                  <c:v>9.105145099944707</c:v>
                </c:pt>
                <c:pt idx="22481">
                  <c:v>9.1030043102726061</c:v>
                </c:pt>
                <c:pt idx="22482">
                  <c:v>9.1012098294321664</c:v>
                </c:pt>
                <c:pt idx="22483">
                  <c:v>9.1028241919809663</c:v>
                </c:pt>
                <c:pt idx="22484">
                  <c:v>9.1048215153393759</c:v>
                </c:pt>
                <c:pt idx="22485">
                  <c:v>9.1066164150595643</c:v>
                </c:pt>
                <c:pt idx="22486">
                  <c:v>9.1054854397399598</c:v>
                </c:pt>
                <c:pt idx="22487">
                  <c:v>9.1049230936782664</c:v>
                </c:pt>
                <c:pt idx="22488">
                  <c:v>9.1055891124775901</c:v>
                </c:pt>
                <c:pt idx="22489">
                  <c:v>9.1059922842350414</c:v>
                </c:pt>
                <c:pt idx="22490">
                  <c:v>9.104916810482047</c:v>
                </c:pt>
                <c:pt idx="22491">
                  <c:v>9.1072133187004667</c:v>
                </c:pt>
                <c:pt idx="22492">
                  <c:v>9.1118607895045489</c:v>
                </c:pt>
                <c:pt idx="22493">
                  <c:v>9.1119864534289494</c:v>
                </c:pt>
                <c:pt idx="22494">
                  <c:v>9.1102177336930108</c:v>
                </c:pt>
                <c:pt idx="22495">
                  <c:v>9.1097423051790294</c:v>
                </c:pt>
                <c:pt idx="22496">
                  <c:v>9.1094082485799976</c:v>
                </c:pt>
                <c:pt idx="22497">
                  <c:v>9.1107476165742334</c:v>
                </c:pt>
                <c:pt idx="22498">
                  <c:v>9.1115811872727583</c:v>
                </c:pt>
                <c:pt idx="22499">
                  <c:v>9.1137384179749681</c:v>
                </c:pt>
                <c:pt idx="22500">
                  <c:v>9.1168580248982121</c:v>
                </c:pt>
                <c:pt idx="22501">
                  <c:v>9.1170559455791427</c:v>
                </c:pt>
                <c:pt idx="22502">
                  <c:v>9.1156129048472767</c:v>
                </c:pt>
                <c:pt idx="22503">
                  <c:v>9.1153950873783156</c:v>
                </c:pt>
                <c:pt idx="22504">
                  <c:v>9.1173282174153449</c:v>
                </c:pt>
                <c:pt idx="22505">
                  <c:v>9.1172968014342448</c:v>
                </c:pt>
                <c:pt idx="22506">
                  <c:v>9.1178078347268059</c:v>
                </c:pt>
                <c:pt idx="22507">
                  <c:v>9.1172266390764545</c:v>
                </c:pt>
                <c:pt idx="22508">
                  <c:v>9.1174277013554956</c:v>
                </c:pt>
                <c:pt idx="22509">
                  <c:v>9.1189733676256228</c:v>
                </c:pt>
                <c:pt idx="22510">
                  <c:v>9.1185722902669095</c:v>
                </c:pt>
                <c:pt idx="22511">
                  <c:v>9.1191765243034038</c:v>
                </c:pt>
                <c:pt idx="22512">
                  <c:v>9.1192529698574134</c:v>
                </c:pt>
                <c:pt idx="22513">
                  <c:v>9.1190246803947517</c:v>
                </c:pt>
                <c:pt idx="22514">
                  <c:v>9.1196425280230553</c:v>
                </c:pt>
                <c:pt idx="22515">
                  <c:v>9.1201692693061673</c:v>
                </c:pt>
                <c:pt idx="22516">
                  <c:v>9.1219955850074559</c:v>
                </c:pt>
                <c:pt idx="22517">
                  <c:v>9.1208939312702118</c:v>
                </c:pt>
                <c:pt idx="22518">
                  <c:v>9.1189691788281415</c:v>
                </c:pt>
                <c:pt idx="22519">
                  <c:v>9.1195482800797549</c:v>
                </c:pt>
                <c:pt idx="22520">
                  <c:v>9.1197472479600563</c:v>
                </c:pt>
                <c:pt idx="22521">
                  <c:v>9.1207190489754204</c:v>
                </c:pt>
                <c:pt idx="22522">
                  <c:v>9.1230469731749402</c:v>
                </c:pt>
                <c:pt idx="22523">
                  <c:v>9.125526741283112</c:v>
                </c:pt>
                <c:pt idx="22524">
                  <c:v>9.1275666856558821</c:v>
                </c:pt>
                <c:pt idx="22525">
                  <c:v>9.1259372434361552</c:v>
                </c:pt>
                <c:pt idx="22526">
                  <c:v>9.1202373372652179</c:v>
                </c:pt>
                <c:pt idx="22527">
                  <c:v>9.1178779970845962</c:v>
                </c:pt>
                <c:pt idx="22528">
                  <c:v>9.1207452289596702</c:v>
                </c:pt>
                <c:pt idx="22529">
                  <c:v>9.1227464269557501</c:v>
                </c:pt>
                <c:pt idx="22530">
                  <c:v>9.124725633765058</c:v>
                </c:pt>
                <c:pt idx="22531">
                  <c:v>9.1275509776653312</c:v>
                </c:pt>
                <c:pt idx="22532">
                  <c:v>9.128556289060537</c:v>
                </c:pt>
                <c:pt idx="22533">
                  <c:v>9.1295081932878706</c:v>
                </c:pt>
                <c:pt idx="22534">
                  <c:v>9.1294432669269305</c:v>
                </c:pt>
                <c:pt idx="22535">
                  <c:v>9.1298830906623323</c:v>
                </c:pt>
                <c:pt idx="22536">
                  <c:v>9.1297071611681719</c:v>
                </c:pt>
                <c:pt idx="22537">
                  <c:v>9.1290945495367186</c:v>
                </c:pt>
                <c:pt idx="22538">
                  <c:v>9.1286432066082472</c:v>
                </c:pt>
                <c:pt idx="22539">
                  <c:v>9.1269027612552982</c:v>
                </c:pt>
                <c:pt idx="22540">
                  <c:v>9.1270682187557597</c:v>
                </c:pt>
                <c:pt idx="22541">
                  <c:v>9.1261393529145654</c:v>
                </c:pt>
                <c:pt idx="22542">
                  <c:v>9.1263309903992766</c:v>
                </c:pt>
                <c:pt idx="22543">
                  <c:v>9.1279436774290836</c:v>
                </c:pt>
                <c:pt idx="22544">
                  <c:v>9.1287070857698165</c:v>
                </c:pt>
                <c:pt idx="22545">
                  <c:v>9.1307103781646362</c:v>
                </c:pt>
                <c:pt idx="22546">
                  <c:v>9.1316507631989001</c:v>
                </c:pt>
                <c:pt idx="22547">
                  <c:v>9.1306758205854255</c:v>
                </c:pt>
                <c:pt idx="22548">
                  <c:v>9.1296757451870718</c:v>
                </c:pt>
                <c:pt idx="22549">
                  <c:v>9.1289144312450787</c:v>
                </c:pt>
                <c:pt idx="22550">
                  <c:v>9.1294862021011003</c:v>
                </c:pt>
                <c:pt idx="22551">
                  <c:v>9.130947045222257</c:v>
                </c:pt>
                <c:pt idx="22552">
                  <c:v>9.131262252232629</c:v>
                </c:pt>
                <c:pt idx="22553">
                  <c:v>9.1310454819630387</c:v>
                </c:pt>
                <c:pt idx="22554">
                  <c:v>9.1325335522678142</c:v>
                </c:pt>
                <c:pt idx="22555">
                  <c:v>9.1347127741567959</c:v>
                </c:pt>
                <c:pt idx="22556">
                  <c:v>9.1320884925355621</c:v>
                </c:pt>
                <c:pt idx="22557">
                  <c:v>9.1297511435417125</c:v>
                </c:pt>
                <c:pt idx="22558">
                  <c:v>9.1318560142754226</c:v>
                </c:pt>
                <c:pt idx="22559">
                  <c:v>9.1335922708308903</c:v>
                </c:pt>
                <c:pt idx="22560">
                  <c:v>9.1354081145384782</c:v>
                </c:pt>
                <c:pt idx="22561">
                  <c:v>9.137208250255517</c:v>
                </c:pt>
                <c:pt idx="22562">
                  <c:v>9.1368050784980639</c:v>
                </c:pt>
                <c:pt idx="22563">
                  <c:v>9.1332613558299691</c:v>
                </c:pt>
                <c:pt idx="22564">
                  <c:v>9.1326770185815054</c:v>
                </c:pt>
                <c:pt idx="22565">
                  <c:v>9.1324330211282945</c:v>
                </c:pt>
                <c:pt idx="22566">
                  <c:v>9.1301249937168034</c:v>
                </c:pt>
                <c:pt idx="22567">
                  <c:v>9.1285081178895169</c:v>
                </c:pt>
                <c:pt idx="22568">
                  <c:v>9.1281792972873355</c:v>
                </c:pt>
                <c:pt idx="22569">
                  <c:v>9.1318916190540023</c:v>
                </c:pt>
                <c:pt idx="22570">
                  <c:v>9.1362270244458212</c:v>
                </c:pt>
                <c:pt idx="22571">
                  <c:v>9.1343075080006031</c:v>
                </c:pt>
                <c:pt idx="22572">
                  <c:v>9.1319931973928927</c:v>
                </c:pt>
                <c:pt idx="22573">
                  <c:v>9.1295060988891308</c:v>
                </c:pt>
                <c:pt idx="22574">
                  <c:v>9.1272629978385798</c:v>
                </c:pt>
                <c:pt idx="22575">
                  <c:v>9.1283164804048056</c:v>
                </c:pt>
                <c:pt idx="22576">
                  <c:v>9.1279646214164831</c:v>
                </c:pt>
                <c:pt idx="22577">
                  <c:v>9.1285918938391166</c:v>
                </c:pt>
                <c:pt idx="22578">
                  <c:v>9.1330927567313971</c:v>
                </c:pt>
                <c:pt idx="22579">
                  <c:v>9.1354772296968978</c:v>
                </c:pt>
                <c:pt idx="22580">
                  <c:v>9.1353536601712388</c:v>
                </c:pt>
                <c:pt idx="22581">
                  <c:v>9.1331692022854085</c:v>
                </c:pt>
                <c:pt idx="22582">
                  <c:v>9.1306674429904664</c:v>
                </c:pt>
                <c:pt idx="22583">
                  <c:v>9.1305815726421251</c:v>
                </c:pt>
                <c:pt idx="22584">
                  <c:v>9.1336414892012794</c:v>
                </c:pt>
                <c:pt idx="22585">
                  <c:v>9.1357819647135692</c:v>
                </c:pt>
                <c:pt idx="22586">
                  <c:v>9.1387465861300541</c:v>
                </c:pt>
                <c:pt idx="22587">
                  <c:v>9.1413090829884549</c:v>
                </c:pt>
                <c:pt idx="22588">
                  <c:v>9.1416096292076467</c:v>
                </c:pt>
                <c:pt idx="22589">
                  <c:v>9.142343715966021</c:v>
                </c:pt>
                <c:pt idx="22590">
                  <c:v>9.1410368111522544</c:v>
                </c:pt>
                <c:pt idx="22591">
                  <c:v>9.1384449927114932</c:v>
                </c:pt>
                <c:pt idx="22592">
                  <c:v>9.1384387095152722</c:v>
                </c:pt>
                <c:pt idx="22593">
                  <c:v>9.1377276611430389</c:v>
                </c:pt>
                <c:pt idx="22594">
                  <c:v>9.1378826466497998</c:v>
                </c:pt>
                <c:pt idx="22595">
                  <c:v>9.1368836184508151</c:v>
                </c:pt>
                <c:pt idx="22596">
                  <c:v>9.135174589078968</c:v>
                </c:pt>
                <c:pt idx="22597">
                  <c:v>9.1343692927634343</c:v>
                </c:pt>
                <c:pt idx="22598">
                  <c:v>9.1342614312283228</c:v>
                </c:pt>
                <c:pt idx="22599">
                  <c:v>9.1342164016554133</c:v>
                </c:pt>
                <c:pt idx="22600">
                  <c:v>9.1313386977866386</c:v>
                </c:pt>
                <c:pt idx="22601">
                  <c:v>9.1299040346497335</c:v>
                </c:pt>
                <c:pt idx="22602">
                  <c:v>9.1282965836167751</c:v>
                </c:pt>
                <c:pt idx="22603">
                  <c:v>9.1254817117102025</c:v>
                </c:pt>
                <c:pt idx="22604">
                  <c:v>9.126741492552318</c:v>
                </c:pt>
                <c:pt idx="22605">
                  <c:v>9.128077718948445</c:v>
                </c:pt>
                <c:pt idx="22606">
                  <c:v>9.126944649230099</c:v>
                </c:pt>
                <c:pt idx="22607">
                  <c:v>9.1265435718713874</c:v>
                </c:pt>
                <c:pt idx="22608">
                  <c:v>9.1277604175393332</c:v>
                </c:pt>
                <c:pt idx="22609">
                  <c:v>9.1313889633564003</c:v>
                </c:pt>
                <c:pt idx="22610">
                  <c:v>9.1335451468592392</c:v>
                </c:pt>
                <c:pt idx="22611">
                  <c:v>9.1317554831359011</c:v>
                </c:pt>
                <c:pt idx="22612">
                  <c:v>9.1312716770269589</c:v>
                </c:pt>
                <c:pt idx="22613">
                  <c:v>9.1310884171372084</c:v>
                </c:pt>
                <c:pt idx="22614">
                  <c:v>9.133417388536099</c:v>
                </c:pt>
                <c:pt idx="22615">
                  <c:v>9.1364992962820235</c:v>
                </c:pt>
                <c:pt idx="22616">
                  <c:v>9.1354719937000493</c:v>
                </c:pt>
                <c:pt idx="22617">
                  <c:v>9.1331063703232083</c:v>
                </c:pt>
                <c:pt idx="22618">
                  <c:v>9.1339231858318115</c:v>
                </c:pt>
                <c:pt idx="22619">
                  <c:v>9.1364574083072227</c:v>
                </c:pt>
                <c:pt idx="22620">
                  <c:v>9.1363694435601435</c:v>
                </c:pt>
                <c:pt idx="22621">
                  <c:v>9.1378062010957901</c:v>
                </c:pt>
                <c:pt idx="22622">
                  <c:v>9.1403121491882118</c:v>
                </c:pt>
                <c:pt idx="22623">
                  <c:v>9.1410263391585538</c:v>
                </c:pt>
                <c:pt idx="22624">
                  <c:v>9.1421908248579999</c:v>
                </c:pt>
                <c:pt idx="22625">
                  <c:v>9.1435008712698753</c:v>
                </c:pt>
                <c:pt idx="22626">
                  <c:v>9.1389759227920848</c:v>
                </c:pt>
                <c:pt idx="22627">
                  <c:v>9.1318026071075522</c:v>
                </c:pt>
                <c:pt idx="22628">
                  <c:v>9.1296977363738421</c:v>
                </c:pt>
                <c:pt idx="22629">
                  <c:v>9.132160749292094</c:v>
                </c:pt>
                <c:pt idx="22630">
                  <c:v>9.1348625236667065</c:v>
                </c:pt>
                <c:pt idx="22631">
                  <c:v>9.1378355226781487</c:v>
                </c:pt>
                <c:pt idx="22632">
                  <c:v>9.1366040162190245</c:v>
                </c:pt>
                <c:pt idx="22633">
                  <c:v>9.1361610508855122</c:v>
                </c:pt>
                <c:pt idx="22634">
                  <c:v>9.1332257510513877</c:v>
                </c:pt>
                <c:pt idx="22635">
                  <c:v>9.132808965702127</c:v>
                </c:pt>
                <c:pt idx="22636">
                  <c:v>9.133108464721948</c:v>
                </c:pt>
                <c:pt idx="22637">
                  <c:v>9.135078246736926</c:v>
                </c:pt>
                <c:pt idx="22638">
                  <c:v>9.1394565873029165</c:v>
                </c:pt>
                <c:pt idx="22639">
                  <c:v>9.1397655111170693</c:v>
                </c:pt>
                <c:pt idx="22640">
                  <c:v>9.1402430340297904</c:v>
                </c:pt>
                <c:pt idx="22641">
                  <c:v>9.1395602600405468</c:v>
                </c:pt>
                <c:pt idx="22642">
                  <c:v>9.1369296952230954</c:v>
                </c:pt>
                <c:pt idx="22643">
                  <c:v>9.135887731849941</c:v>
                </c:pt>
                <c:pt idx="22644">
                  <c:v>9.1354447665164287</c:v>
                </c:pt>
                <c:pt idx="22645">
                  <c:v>9.1328560896737763</c:v>
                </c:pt>
                <c:pt idx="22646">
                  <c:v>9.132355528374914</c:v>
                </c:pt>
                <c:pt idx="22647">
                  <c:v>9.1310842283397289</c:v>
                </c:pt>
                <c:pt idx="22648">
                  <c:v>9.1294893436992108</c:v>
                </c:pt>
                <c:pt idx="22649">
                  <c:v>9.1305909974364567</c:v>
                </c:pt>
                <c:pt idx="22650">
                  <c:v>9.1300160849823229</c:v>
                </c:pt>
                <c:pt idx="22651">
                  <c:v>9.1262356952566055</c:v>
                </c:pt>
                <c:pt idx="22652">
                  <c:v>9.1231694955012319</c:v>
                </c:pt>
                <c:pt idx="22653">
                  <c:v>9.1229286396461298</c:v>
                </c:pt>
                <c:pt idx="22654">
                  <c:v>9.1219285642477761</c:v>
                </c:pt>
                <c:pt idx="22655">
                  <c:v>9.120933724846271</c:v>
                </c:pt>
                <c:pt idx="22656">
                  <c:v>9.1218374579025845</c:v>
                </c:pt>
                <c:pt idx="22657">
                  <c:v>9.1231412211182406</c:v>
                </c:pt>
                <c:pt idx="22658">
                  <c:v>9.1265121558902873</c:v>
                </c:pt>
                <c:pt idx="22659">
                  <c:v>9.1305993750314158</c:v>
                </c:pt>
                <c:pt idx="22660">
                  <c:v>9.1330655295477783</c:v>
                </c:pt>
                <c:pt idx="22661">
                  <c:v>9.1318979022502216</c:v>
                </c:pt>
                <c:pt idx="22662">
                  <c:v>9.1282044300722145</c:v>
                </c:pt>
                <c:pt idx="22663">
                  <c:v>9.1281855804835548</c:v>
                </c:pt>
                <c:pt idx="22664">
                  <c:v>9.1282337516545748</c:v>
                </c:pt>
                <c:pt idx="22665">
                  <c:v>9.1238198063100047</c:v>
                </c:pt>
                <c:pt idx="22666">
                  <c:v>9.1238156175125251</c:v>
                </c:pt>
                <c:pt idx="22667">
                  <c:v>9.1266744717926382</c:v>
                </c:pt>
                <c:pt idx="22668">
                  <c:v>9.1291730894894698</c:v>
                </c:pt>
                <c:pt idx="22669">
                  <c:v>9.1310213963775286</c:v>
                </c:pt>
                <c:pt idx="22670">
                  <c:v>9.1338341738853615</c:v>
                </c:pt>
                <c:pt idx="22671">
                  <c:v>9.1367673793207445</c:v>
                </c:pt>
                <c:pt idx="22672">
                  <c:v>9.1381098889130907</c:v>
                </c:pt>
                <c:pt idx="22673">
                  <c:v>9.1394775312903178</c:v>
                </c:pt>
                <c:pt idx="22674">
                  <c:v>9.1382900072047324</c:v>
                </c:pt>
                <c:pt idx="22675">
                  <c:v>9.1372396662366171</c:v>
                </c:pt>
                <c:pt idx="22676">
                  <c:v>9.136163145284252</c:v>
                </c:pt>
                <c:pt idx="22677">
                  <c:v>9.1325869594356845</c:v>
                </c:pt>
                <c:pt idx="22678">
                  <c:v>9.1313931521538798</c:v>
                </c:pt>
                <c:pt idx="22679">
                  <c:v>9.1319973861903723</c:v>
                </c:pt>
                <c:pt idx="22680">
                  <c:v>9.1336488195968695</c:v>
                </c:pt>
                <c:pt idx="22681">
                  <c:v>9.133019452775498</c:v>
                </c:pt>
                <c:pt idx="22682">
                  <c:v>9.1321460885009138</c:v>
                </c:pt>
                <c:pt idx="22683">
                  <c:v>9.1356489703935786</c:v>
                </c:pt>
                <c:pt idx="22684">
                  <c:v>9.1379549034063299</c:v>
                </c:pt>
                <c:pt idx="22685">
                  <c:v>9.133918997034332</c:v>
                </c:pt>
                <c:pt idx="22686">
                  <c:v>9.1318350702880213</c:v>
                </c:pt>
                <c:pt idx="22687">
                  <c:v>9.1336236868119904</c:v>
                </c:pt>
                <c:pt idx="22688">
                  <c:v>9.1354552385101293</c:v>
                </c:pt>
                <c:pt idx="22689">
                  <c:v>9.1335242028718397</c:v>
                </c:pt>
                <c:pt idx="22690">
                  <c:v>9.1331482582980072</c:v>
                </c:pt>
                <c:pt idx="22691">
                  <c:v>9.1350227451703159</c:v>
                </c:pt>
                <c:pt idx="22692">
                  <c:v>9.1344844846941342</c:v>
                </c:pt>
                <c:pt idx="22693">
                  <c:v>9.1345242782701934</c:v>
                </c:pt>
                <c:pt idx="22694">
                  <c:v>9.1333922557512182</c:v>
                </c:pt>
                <c:pt idx="22695">
                  <c:v>9.1306087998257457</c:v>
                </c:pt>
                <c:pt idx="22696">
                  <c:v>9.129779417924702</c:v>
                </c:pt>
                <c:pt idx="22697">
                  <c:v>9.1291154935241199</c:v>
                </c:pt>
                <c:pt idx="22698">
                  <c:v>9.1305512038603958</c:v>
                </c:pt>
                <c:pt idx="22699">
                  <c:v>9.1324162659383745</c:v>
                </c:pt>
                <c:pt idx="22700">
                  <c:v>9.1322476668398043</c:v>
                </c:pt>
                <c:pt idx="22701">
                  <c:v>9.1318916190540023</c:v>
                </c:pt>
                <c:pt idx="22702">
                  <c:v>9.1323701891660942</c:v>
                </c:pt>
                <c:pt idx="22703">
                  <c:v>9.1342488648358824</c:v>
                </c:pt>
                <c:pt idx="22704">
                  <c:v>9.1377328971398892</c:v>
                </c:pt>
                <c:pt idx="22705">
                  <c:v>9.141671413970478</c:v>
                </c:pt>
                <c:pt idx="22706">
                  <c:v>9.1429186284201531</c:v>
                </c:pt>
                <c:pt idx="22707">
                  <c:v>9.1435417120453053</c:v>
                </c:pt>
                <c:pt idx="22708">
                  <c:v>9.1440768309233782</c:v>
                </c:pt>
                <c:pt idx="22709">
                  <c:v>9.1446632625705817</c:v>
                </c:pt>
                <c:pt idx="22710">
                  <c:v>9.1425678166312014</c:v>
                </c:pt>
                <c:pt idx="22711">
                  <c:v>9.1406514417840921</c:v>
                </c:pt>
                <c:pt idx="22712">
                  <c:v>9.1383329423789021</c:v>
                </c:pt>
                <c:pt idx="22713">
                  <c:v>9.1393036961948972</c:v>
                </c:pt>
                <c:pt idx="22714">
                  <c:v>9.1385737982340025</c:v>
                </c:pt>
                <c:pt idx="22715">
                  <c:v>9.1368092672955452</c:v>
                </c:pt>
                <c:pt idx="22716">
                  <c:v>9.1388167484878444</c:v>
                </c:pt>
                <c:pt idx="22717">
                  <c:v>9.1405550994420519</c:v>
                </c:pt>
                <c:pt idx="22718">
                  <c:v>9.1425123150645913</c:v>
                </c:pt>
                <c:pt idx="22719">
                  <c:v>9.1435668448301861</c:v>
                </c:pt>
                <c:pt idx="22720">
                  <c:v>9.1461419080810273</c:v>
                </c:pt>
                <c:pt idx="22721">
                  <c:v>9.1507925204832201</c:v>
                </c:pt>
                <c:pt idx="22722">
                  <c:v>9.1502710151969566</c:v>
                </c:pt>
                <c:pt idx="22723">
                  <c:v>9.1486824137526597</c:v>
                </c:pt>
                <c:pt idx="22724">
                  <c:v>9.1498762210344662</c:v>
                </c:pt>
                <c:pt idx="22725">
                  <c:v>9.1524052075130271</c:v>
                </c:pt>
                <c:pt idx="22726">
                  <c:v>9.1520250741417151</c:v>
                </c:pt>
                <c:pt idx="22727">
                  <c:v>9.1479074862188554</c:v>
                </c:pt>
                <c:pt idx="22728">
                  <c:v>9.1462780439991285</c:v>
                </c:pt>
                <c:pt idx="22729">
                  <c:v>9.1479294774056257</c:v>
                </c:pt>
                <c:pt idx="22730">
                  <c:v>9.1501872392473569</c:v>
                </c:pt>
                <c:pt idx="22731">
                  <c:v>9.1499411473954062</c:v>
                </c:pt>
                <c:pt idx="22732">
                  <c:v>9.1511433322721718</c:v>
                </c:pt>
                <c:pt idx="22733">
                  <c:v>9.1539100330077243</c:v>
                </c:pt>
                <c:pt idx="22734">
                  <c:v>9.1550106395455995</c:v>
                </c:pt>
                <c:pt idx="22735">
                  <c:v>9.1563918955146359</c:v>
                </c:pt>
                <c:pt idx="22736">
                  <c:v>9.1578202754553217</c:v>
                </c:pt>
                <c:pt idx="22737">
                  <c:v>9.1626426285541953</c:v>
                </c:pt>
                <c:pt idx="22738">
                  <c:v>9.1672859105607962</c:v>
                </c:pt>
                <c:pt idx="22739">
                  <c:v>9.1717972454467773</c:v>
                </c:pt>
                <c:pt idx="22740">
                  <c:v>9.1740434880954371</c:v>
                </c:pt>
                <c:pt idx="22741">
                  <c:v>9.1725124826164901</c:v>
                </c:pt>
                <c:pt idx="22742">
                  <c:v>9.1704337918670316</c:v>
                </c:pt>
                <c:pt idx="22743">
                  <c:v>9.1714747080408152</c:v>
                </c:pt>
                <c:pt idx="22744">
                  <c:v>9.1743168071310084</c:v>
                </c:pt>
                <c:pt idx="22745">
                  <c:v>9.1750948762629232</c:v>
                </c:pt>
                <c:pt idx="22746">
                  <c:v>9.1754519712480942</c:v>
                </c:pt>
                <c:pt idx="22747">
                  <c:v>9.1764080642729091</c:v>
                </c:pt>
                <c:pt idx="22748">
                  <c:v>9.1742016152003085</c:v>
                </c:pt>
                <c:pt idx="22749">
                  <c:v>9.1703709599048313</c:v>
                </c:pt>
                <c:pt idx="22750">
                  <c:v>9.1721784260174584</c:v>
                </c:pt>
                <c:pt idx="22751">
                  <c:v>9.1758687565973567</c:v>
                </c:pt>
                <c:pt idx="22752">
                  <c:v>9.1811256974347799</c:v>
                </c:pt>
                <c:pt idx="22753">
                  <c:v>9.1888938223614769</c:v>
                </c:pt>
                <c:pt idx="22754">
                  <c:v>9.1944198934369918</c:v>
                </c:pt>
                <c:pt idx="22755">
                  <c:v>9.1937465442420798</c:v>
                </c:pt>
                <c:pt idx="22756">
                  <c:v>9.1919505973225206</c:v>
                </c:pt>
                <c:pt idx="22757">
                  <c:v>9.1954754704019575</c:v>
                </c:pt>
                <c:pt idx="22758">
                  <c:v>9.2002622187222496</c:v>
                </c:pt>
                <c:pt idx="22759">
                  <c:v>9.1993501080709752</c:v>
                </c:pt>
                <c:pt idx="22760">
                  <c:v>9.1984086758373405</c:v>
                </c:pt>
                <c:pt idx="22761">
                  <c:v>9.2039494077040356</c:v>
                </c:pt>
                <c:pt idx="22762">
                  <c:v>9.2095309803461625</c:v>
                </c:pt>
                <c:pt idx="22763">
                  <c:v>9.2105813213142778</c:v>
                </c:pt>
                <c:pt idx="22764">
                  <c:v>9.2113792872342213</c:v>
                </c:pt>
                <c:pt idx="22765">
                  <c:v>9.2150999865958489</c:v>
                </c:pt>
                <c:pt idx="22766">
                  <c:v>9.2187379572072441</c:v>
                </c:pt>
                <c:pt idx="22767">
                  <c:v>9.2205621785097929</c:v>
                </c:pt>
                <c:pt idx="22768">
                  <c:v>9.2227455891962542</c:v>
                </c:pt>
                <c:pt idx="22769">
                  <c:v>9.2254232779853567</c:v>
                </c:pt>
                <c:pt idx="22770">
                  <c:v>9.2301775631251779</c:v>
                </c:pt>
                <c:pt idx="22771">
                  <c:v>9.2346145468558891</c:v>
                </c:pt>
                <c:pt idx="22772">
                  <c:v>9.2373655396008907</c:v>
                </c:pt>
                <c:pt idx="22773">
                  <c:v>9.2420004440125325</c:v>
                </c:pt>
                <c:pt idx="22774">
                  <c:v>9.2426298108339058</c:v>
                </c:pt>
                <c:pt idx="22775">
                  <c:v>9.2413333780138398</c:v>
                </c:pt>
                <c:pt idx="22776">
                  <c:v>9.2411899117001486</c:v>
                </c:pt>
                <c:pt idx="22777">
                  <c:v>9.2447451535613148</c:v>
                </c:pt>
                <c:pt idx="22778">
                  <c:v>9.2492847628302872</c:v>
                </c:pt>
                <c:pt idx="22779">
                  <c:v>9.2524787209088011</c:v>
                </c:pt>
                <c:pt idx="22780">
                  <c:v>9.2548412026875333</c:v>
                </c:pt>
                <c:pt idx="22781">
                  <c:v>9.2559931219945373</c:v>
                </c:pt>
                <c:pt idx="22782">
                  <c:v>9.2616144882127234</c:v>
                </c:pt>
                <c:pt idx="22783">
                  <c:v>9.264347678568436</c:v>
                </c:pt>
                <c:pt idx="22784">
                  <c:v>9.2686788951627772</c:v>
                </c:pt>
                <c:pt idx="22785">
                  <c:v>9.2742730341973427</c:v>
                </c:pt>
                <c:pt idx="22786">
                  <c:v>9.2782471558065112</c:v>
                </c:pt>
                <c:pt idx="22787">
                  <c:v>9.2807782366838136</c:v>
                </c:pt>
                <c:pt idx="22788">
                  <c:v>9.280751009500193</c:v>
                </c:pt>
                <c:pt idx="22789">
                  <c:v>9.281836955246888</c:v>
                </c:pt>
                <c:pt idx="22790">
                  <c:v>9.2826830923378516</c:v>
                </c:pt>
                <c:pt idx="22791">
                  <c:v>9.285880192014476</c:v>
                </c:pt>
                <c:pt idx="22792">
                  <c:v>9.2912261447983511</c:v>
                </c:pt>
                <c:pt idx="22793">
                  <c:v>9.2948808705996679</c:v>
                </c:pt>
                <c:pt idx="22794">
                  <c:v>9.2977952264463912</c:v>
                </c:pt>
                <c:pt idx="22795">
                  <c:v>9.3004896704254136</c:v>
                </c:pt>
                <c:pt idx="22796">
                  <c:v>9.3037768292478589</c:v>
                </c:pt>
                <c:pt idx="22797">
                  <c:v>9.3077237236734085</c:v>
                </c:pt>
                <c:pt idx="22798">
                  <c:v>9.308959418930014</c:v>
                </c:pt>
                <c:pt idx="22799">
                  <c:v>9.309542708979107</c:v>
                </c:pt>
                <c:pt idx="22800">
                  <c:v>9.3133880250657644</c:v>
                </c:pt>
                <c:pt idx="22801">
                  <c:v>9.3184177236398966</c:v>
                </c:pt>
                <c:pt idx="22802">
                  <c:v>9.3233437494764004</c:v>
                </c:pt>
                <c:pt idx="22803">
                  <c:v>9.3269136521287468</c:v>
                </c:pt>
                <c:pt idx="22804">
                  <c:v>9.329446827404789</c:v>
                </c:pt>
                <c:pt idx="22805">
                  <c:v>9.3315757837240092</c:v>
                </c:pt>
                <c:pt idx="22806">
                  <c:v>9.332460667191663</c:v>
                </c:pt>
                <c:pt idx="22807">
                  <c:v>9.3337644304073191</c:v>
                </c:pt>
                <c:pt idx="22808">
                  <c:v>9.3372034331384146</c:v>
                </c:pt>
                <c:pt idx="22809">
                  <c:v>9.3408738669302824</c:v>
                </c:pt>
                <c:pt idx="22810">
                  <c:v>9.3458585359315052</c:v>
                </c:pt>
                <c:pt idx="22811">
                  <c:v>9.3483571536283367</c:v>
                </c:pt>
                <c:pt idx="22812">
                  <c:v>9.3503175108489849</c:v>
                </c:pt>
                <c:pt idx="22813">
                  <c:v>9.3567001910091658</c:v>
                </c:pt>
                <c:pt idx="22814">
                  <c:v>9.3622775748538114</c:v>
                </c:pt>
                <c:pt idx="22815">
                  <c:v>9.366032831794648</c:v>
                </c:pt>
                <c:pt idx="22816">
                  <c:v>9.3683440008042496</c:v>
                </c:pt>
                <c:pt idx="22817">
                  <c:v>9.3669250456578919</c:v>
                </c:pt>
                <c:pt idx="22818">
                  <c:v>9.3662820652447092</c:v>
                </c:pt>
                <c:pt idx="22819">
                  <c:v>9.3661061357505488</c:v>
                </c:pt>
                <c:pt idx="22820">
                  <c:v>9.3686927181944615</c:v>
                </c:pt>
                <c:pt idx="22821">
                  <c:v>9.3701326173282169</c:v>
                </c:pt>
                <c:pt idx="22822">
                  <c:v>9.3714081061608834</c:v>
                </c:pt>
                <c:pt idx="22823">
                  <c:v>9.3761718160950362</c:v>
                </c:pt>
                <c:pt idx="22824">
                  <c:v>9.3788170417036678</c:v>
                </c:pt>
                <c:pt idx="22825">
                  <c:v>9.3795710252500708</c:v>
                </c:pt>
                <c:pt idx="22826">
                  <c:v>9.3836205452138799</c:v>
                </c:pt>
                <c:pt idx="22827">
                  <c:v>9.3847127741567959</c:v>
                </c:pt>
                <c:pt idx="22828">
                  <c:v>9.3853903121491875</c:v>
                </c:pt>
                <c:pt idx="22829">
                  <c:v>9.3883633111606315</c:v>
                </c:pt>
                <c:pt idx="22830">
                  <c:v>9.3898911750414698</c:v>
                </c:pt>
                <c:pt idx="22831">
                  <c:v>9.3920107065663583</c:v>
                </c:pt>
                <c:pt idx="22832">
                  <c:v>9.3932233634368245</c:v>
                </c:pt>
                <c:pt idx="22833">
                  <c:v>9.3951732486637738</c:v>
                </c:pt>
                <c:pt idx="22834">
                  <c:v>9.3968843724343607</c:v>
                </c:pt>
                <c:pt idx="22835">
                  <c:v>9.4026827153460779</c:v>
                </c:pt>
                <c:pt idx="22836">
                  <c:v>9.4047896804785278</c:v>
                </c:pt>
                <c:pt idx="22837">
                  <c:v>9.4053541209389611</c:v>
                </c:pt>
                <c:pt idx="22838">
                  <c:v>9.4066296097716275</c:v>
                </c:pt>
                <c:pt idx="22839">
                  <c:v>9.4058117470636535</c:v>
                </c:pt>
                <c:pt idx="22840">
                  <c:v>9.4065081346447066</c:v>
                </c:pt>
                <c:pt idx="22841">
                  <c:v>9.408700970125496</c:v>
                </c:pt>
                <c:pt idx="22842">
                  <c:v>9.4101953236264926</c:v>
                </c:pt>
                <c:pt idx="22843">
                  <c:v>9.4118729370172414</c:v>
                </c:pt>
                <c:pt idx="22844">
                  <c:v>9.4084936246502355</c:v>
                </c:pt>
                <c:pt idx="22845">
                  <c:v>9.4063500075398352</c:v>
                </c:pt>
                <c:pt idx="22846">
                  <c:v>9.4080401873230226</c:v>
                </c:pt>
                <c:pt idx="22847">
                  <c:v>9.4108770504163672</c:v>
                </c:pt>
                <c:pt idx="22848">
                  <c:v>9.4138615686208809</c:v>
                </c:pt>
                <c:pt idx="22849">
                  <c:v>9.4168031516512247</c:v>
                </c:pt>
                <c:pt idx="22850">
                  <c:v>9.4164135934855828</c:v>
                </c:pt>
                <c:pt idx="22851">
                  <c:v>9.4172167954023767</c:v>
                </c:pt>
                <c:pt idx="22852">
                  <c:v>9.4169801283447541</c:v>
                </c:pt>
                <c:pt idx="22853">
                  <c:v>9.4187970192517128</c:v>
                </c:pt>
                <c:pt idx="22854">
                  <c:v>9.4218684550039367</c:v>
                </c:pt>
                <c:pt idx="22855">
                  <c:v>9.4199604577517881</c:v>
                </c:pt>
                <c:pt idx="22856">
                  <c:v>9.4161633128361508</c:v>
                </c:pt>
                <c:pt idx="22857">
                  <c:v>9.4142218052041624</c:v>
                </c:pt>
                <c:pt idx="22858">
                  <c:v>9.4142270412010127</c:v>
                </c:pt>
                <c:pt idx="22859">
                  <c:v>9.4157339610944497</c:v>
                </c:pt>
                <c:pt idx="22860">
                  <c:v>9.4176670911314773</c:v>
                </c:pt>
                <c:pt idx="22861">
                  <c:v>9.4191310758507445</c:v>
                </c:pt>
                <c:pt idx="22862">
                  <c:v>9.4175372384095972</c:v>
                </c:pt>
                <c:pt idx="22863">
                  <c:v>9.4165549654005325</c:v>
                </c:pt>
                <c:pt idx="22864">
                  <c:v>9.4194211500762357</c:v>
                </c:pt>
                <c:pt idx="22865">
                  <c:v>9.4195803243804761</c:v>
                </c:pt>
                <c:pt idx="22866">
                  <c:v>9.4168712196102735</c:v>
                </c:pt>
                <c:pt idx="22867">
                  <c:v>9.4181320476517598</c:v>
                </c:pt>
                <c:pt idx="22868">
                  <c:v>9.4200819328787091</c:v>
                </c:pt>
                <c:pt idx="22869">
                  <c:v>9.4177634334735192</c:v>
                </c:pt>
                <c:pt idx="22870">
                  <c:v>9.4182943635541108</c:v>
                </c:pt>
                <c:pt idx="22871">
                  <c:v>9.4185907209758231</c:v>
                </c:pt>
                <c:pt idx="22872">
                  <c:v>9.4176147311629776</c:v>
                </c:pt>
                <c:pt idx="22873">
                  <c:v>9.4153925740998279</c:v>
                </c:pt>
                <c:pt idx="22874">
                  <c:v>9.4130698858971567</c:v>
                </c:pt>
                <c:pt idx="22875">
                  <c:v>9.4102916659685345</c:v>
                </c:pt>
                <c:pt idx="22876">
                  <c:v>9.4082412496020638</c:v>
                </c:pt>
                <c:pt idx="22877">
                  <c:v>9.4083114119598541</c:v>
                </c:pt>
                <c:pt idx="22878">
                  <c:v>9.4071553038553688</c:v>
                </c:pt>
                <c:pt idx="22879">
                  <c:v>9.4045048422498869</c:v>
                </c:pt>
                <c:pt idx="22880">
                  <c:v>9.4013632441398727</c:v>
                </c:pt>
                <c:pt idx="22881">
                  <c:v>9.4006616205619693</c:v>
                </c:pt>
                <c:pt idx="22882">
                  <c:v>9.4000563393261061</c:v>
                </c:pt>
                <c:pt idx="22883">
                  <c:v>9.3981127372953779</c:v>
                </c:pt>
                <c:pt idx="22884">
                  <c:v>9.3977870582913052</c:v>
                </c:pt>
                <c:pt idx="22885">
                  <c:v>9.3965178526548598</c:v>
                </c:pt>
                <c:pt idx="22886">
                  <c:v>9.3984803042742495</c:v>
                </c:pt>
                <c:pt idx="22887">
                  <c:v>9.4014553976844333</c:v>
                </c:pt>
                <c:pt idx="22888">
                  <c:v>9.4008155588693594</c:v>
                </c:pt>
                <c:pt idx="22889">
                  <c:v>9.3974446240973144</c:v>
                </c:pt>
                <c:pt idx="22890">
                  <c:v>9.3930997939111638</c:v>
                </c:pt>
                <c:pt idx="22891">
                  <c:v>9.3916661779736277</c:v>
                </c:pt>
                <c:pt idx="22892">
                  <c:v>9.392636931789621</c:v>
                </c:pt>
                <c:pt idx="22893">
                  <c:v>9.3923657071527913</c:v>
                </c:pt>
                <c:pt idx="22894">
                  <c:v>9.3906158370055124</c:v>
                </c:pt>
                <c:pt idx="22895">
                  <c:v>9.3885758926327423</c:v>
                </c:pt>
                <c:pt idx="22896">
                  <c:v>9.3875370708576984</c:v>
                </c:pt>
                <c:pt idx="22897">
                  <c:v>9.3868490608716044</c:v>
                </c:pt>
                <c:pt idx="22898">
                  <c:v>9.3869872911884453</c:v>
                </c:pt>
                <c:pt idx="22899">
                  <c:v>9.3885497126484925</c:v>
                </c:pt>
                <c:pt idx="22900">
                  <c:v>9.3880386793559296</c:v>
                </c:pt>
                <c:pt idx="22901">
                  <c:v>9.3868899016470344</c:v>
                </c:pt>
                <c:pt idx="22902">
                  <c:v>9.3873967461421177</c:v>
                </c:pt>
                <c:pt idx="22903">
                  <c:v>9.3874627197024285</c:v>
                </c:pt>
                <c:pt idx="22904">
                  <c:v>9.3845944406279838</c:v>
                </c:pt>
                <c:pt idx="22905">
                  <c:v>9.3834927868907396</c:v>
                </c:pt>
                <c:pt idx="22906">
                  <c:v>9.3826717825846551</c:v>
                </c:pt>
                <c:pt idx="22907">
                  <c:v>9.3827733609235455</c:v>
                </c:pt>
                <c:pt idx="22908">
                  <c:v>9.3830267831710881</c:v>
                </c:pt>
                <c:pt idx="22909">
                  <c:v>9.3813198481979789</c:v>
                </c:pt>
                <c:pt idx="22910">
                  <c:v>9.3799302146339834</c:v>
                </c:pt>
                <c:pt idx="22911">
                  <c:v>9.3794694469111803</c:v>
                </c:pt>
                <c:pt idx="22912">
                  <c:v>9.3805805254427561</c:v>
                </c:pt>
                <c:pt idx="22913">
                  <c:v>9.378726982557847</c:v>
                </c:pt>
                <c:pt idx="22914">
                  <c:v>9.3767393981535783</c:v>
                </c:pt>
                <c:pt idx="22915">
                  <c:v>9.3781698724930038</c:v>
                </c:pt>
                <c:pt idx="22916">
                  <c:v>9.3779908014007347</c:v>
                </c:pt>
                <c:pt idx="22917">
                  <c:v>9.3758817418695433</c:v>
                </c:pt>
                <c:pt idx="22918">
                  <c:v>9.3728679020826693</c:v>
                </c:pt>
                <c:pt idx="22919">
                  <c:v>9.3702991220280474</c:v>
                </c:pt>
                <c:pt idx="22920">
                  <c:v>9.3709012616658018</c:v>
                </c:pt>
                <c:pt idx="22921">
                  <c:v>9.3733003954224827</c:v>
                </c:pt>
                <c:pt idx="22922">
                  <c:v>9.3747591441448996</c:v>
                </c:pt>
                <c:pt idx="22923">
                  <c:v>9.373954895028735</c:v>
                </c:pt>
                <c:pt idx="22924">
                  <c:v>9.3729202620511707</c:v>
                </c:pt>
                <c:pt idx="22925">
                  <c:v>9.3721306737261862</c:v>
                </c:pt>
                <c:pt idx="22926">
                  <c:v>9.3743067540170575</c:v>
                </c:pt>
                <c:pt idx="22927">
                  <c:v>9.375477522912723</c:v>
                </c:pt>
                <c:pt idx="22928">
                  <c:v>9.3737800127339437</c:v>
                </c:pt>
                <c:pt idx="22929">
                  <c:v>9.3765173918871376</c:v>
                </c:pt>
                <c:pt idx="22930">
                  <c:v>9.3789898295997194</c:v>
                </c:pt>
                <c:pt idx="22931">
                  <c:v>9.377471390513211</c:v>
                </c:pt>
                <c:pt idx="22932">
                  <c:v>9.3755099860931921</c:v>
                </c:pt>
                <c:pt idx="22933">
                  <c:v>9.3752879798267514</c:v>
                </c:pt>
                <c:pt idx="22934">
                  <c:v>9.3783688403733052</c:v>
                </c:pt>
                <c:pt idx="22935">
                  <c:v>9.3817104535629916</c:v>
                </c:pt>
                <c:pt idx="22936">
                  <c:v>9.3834854564951495</c:v>
                </c:pt>
                <c:pt idx="22937">
                  <c:v>9.3838435986796913</c:v>
                </c:pt>
                <c:pt idx="22938">
                  <c:v>9.3843661511653238</c:v>
                </c:pt>
                <c:pt idx="22939">
                  <c:v>9.3845462694569637</c:v>
                </c:pt>
                <c:pt idx="22940">
                  <c:v>9.3822172980580731</c:v>
                </c:pt>
                <c:pt idx="22941">
                  <c:v>9.3814004825494699</c:v>
                </c:pt>
                <c:pt idx="22942">
                  <c:v>9.3807009533703063</c:v>
                </c:pt>
                <c:pt idx="22943">
                  <c:v>9.3780483973660846</c:v>
                </c:pt>
                <c:pt idx="22944">
                  <c:v>9.378208618869694</c:v>
                </c:pt>
                <c:pt idx="22945">
                  <c:v>9.3771928354807894</c:v>
                </c:pt>
                <c:pt idx="22946">
                  <c:v>9.3746868873883678</c:v>
                </c:pt>
                <c:pt idx="22947">
                  <c:v>9.3766671413970482</c:v>
                </c:pt>
                <c:pt idx="22948">
                  <c:v>9.3805208350786664</c:v>
                </c:pt>
                <c:pt idx="22949">
                  <c:v>9.3804391535278047</c:v>
                </c:pt>
                <c:pt idx="22950">
                  <c:v>9.3790076319890083</c:v>
                </c:pt>
                <c:pt idx="22951">
                  <c:v>9.3795773084462919</c:v>
                </c:pt>
                <c:pt idx="22952">
                  <c:v>9.3811826650805088</c:v>
                </c:pt>
                <c:pt idx="22953">
                  <c:v>9.3821062949248528</c:v>
                </c:pt>
                <c:pt idx="22954">
                  <c:v>9.3817198783573215</c:v>
                </c:pt>
                <c:pt idx="22955">
                  <c:v>9.3812088450647586</c:v>
                </c:pt>
                <c:pt idx="22956">
                  <c:v>9.3828801752592863</c:v>
                </c:pt>
                <c:pt idx="22957">
                  <c:v>9.3866082050165041</c:v>
                </c:pt>
                <c:pt idx="22958">
                  <c:v>9.39242644471625</c:v>
                </c:pt>
                <c:pt idx="22959">
                  <c:v>9.3930034515691236</c:v>
                </c:pt>
                <c:pt idx="22960">
                  <c:v>9.3896890655630578</c:v>
                </c:pt>
                <c:pt idx="22961">
                  <c:v>9.3880303017609705</c:v>
                </c:pt>
                <c:pt idx="22962">
                  <c:v>9.3858594574669496</c:v>
                </c:pt>
                <c:pt idx="22963">
                  <c:v>9.3830917095320281</c:v>
                </c:pt>
                <c:pt idx="22964">
                  <c:v>9.3804726639076446</c:v>
                </c:pt>
                <c:pt idx="22965">
                  <c:v>9.382057076554462</c:v>
                </c:pt>
                <c:pt idx="22966">
                  <c:v>9.3881528240872605</c:v>
                </c:pt>
                <c:pt idx="22967">
                  <c:v>9.3906755273696021</c:v>
                </c:pt>
                <c:pt idx="22968">
                  <c:v>9.3883769247524427</c:v>
                </c:pt>
                <c:pt idx="22969">
                  <c:v>9.3848981284452861</c:v>
                </c:pt>
                <c:pt idx="22970">
                  <c:v>9.3822036844662637</c:v>
                </c:pt>
                <c:pt idx="22971">
                  <c:v>9.3817973711107019</c:v>
                </c:pt>
                <c:pt idx="22972">
                  <c:v>9.3812884322168788</c:v>
                </c:pt>
                <c:pt idx="22973">
                  <c:v>9.3814978720908808</c:v>
                </c:pt>
                <c:pt idx="22974">
                  <c:v>9.3819879613960424</c:v>
                </c:pt>
                <c:pt idx="22975">
                  <c:v>9.3814559841160801</c:v>
                </c:pt>
                <c:pt idx="22976">
                  <c:v>9.3817617663321222</c:v>
                </c:pt>
                <c:pt idx="22977">
                  <c:v>9.3834969756882192</c:v>
                </c:pt>
                <c:pt idx="22978">
                  <c:v>9.3822780356215336</c:v>
                </c:pt>
                <c:pt idx="22979">
                  <c:v>9.3812894794162496</c:v>
                </c:pt>
                <c:pt idx="22980">
                  <c:v>9.3834969756882192</c:v>
                </c:pt>
                <c:pt idx="22981">
                  <c:v>9.3851620226865275</c:v>
                </c:pt>
                <c:pt idx="22982">
                  <c:v>9.3861380124993712</c:v>
                </c:pt>
                <c:pt idx="22983">
                  <c:v>9.3888481644689445</c:v>
                </c:pt>
                <c:pt idx="22984">
                  <c:v>9.3883517919675619</c:v>
                </c:pt>
                <c:pt idx="22985">
                  <c:v>9.3871422766952062</c:v>
                </c:pt>
                <c:pt idx="22986">
                  <c:v>9.3851620226865275</c:v>
                </c:pt>
                <c:pt idx="22987">
                  <c:v>9.3832781110198891</c:v>
                </c:pt>
                <c:pt idx="22988">
                  <c:v>9.384129484107703</c:v>
                </c:pt>
                <c:pt idx="22989">
                  <c:v>9.3869485448117551</c:v>
                </c:pt>
                <c:pt idx="22990">
                  <c:v>9.3879810833905797</c:v>
                </c:pt>
                <c:pt idx="22991">
                  <c:v>9.388107794514351</c:v>
                </c:pt>
                <c:pt idx="22992">
                  <c:v>9.3872208166479574</c:v>
                </c:pt>
                <c:pt idx="22993">
                  <c:v>9.38811617210931</c:v>
                </c:pt>
                <c:pt idx="22994">
                  <c:v>9.3913185077827865</c:v>
                </c:pt>
                <c:pt idx="22995">
                  <c:v>9.3923060167886998</c:v>
                </c:pt>
                <c:pt idx="22996">
                  <c:v>9.389826248680528</c:v>
                </c:pt>
                <c:pt idx="22997">
                  <c:v>9.3882711576160709</c:v>
                </c:pt>
                <c:pt idx="22998">
                  <c:v>9.38796223380192</c:v>
                </c:pt>
                <c:pt idx="22999">
                  <c:v>9.3859097230367112</c:v>
                </c:pt>
                <c:pt idx="23000">
                  <c:v>9.3838823450563815</c:v>
                </c:pt>
                <c:pt idx="23001">
                  <c:v>9.3837661059263109</c:v>
                </c:pt>
                <c:pt idx="23002">
                  <c:v>9.3847169629542755</c:v>
                </c:pt>
                <c:pt idx="23003">
                  <c:v>9.3857400767387702</c:v>
                </c:pt>
                <c:pt idx="23004">
                  <c:v>9.3888240788834345</c:v>
                </c:pt>
                <c:pt idx="23005">
                  <c:v>9.3923499991622403</c:v>
                </c:pt>
                <c:pt idx="23006">
                  <c:v>9.3930484811420332</c:v>
                </c:pt>
                <c:pt idx="23007">
                  <c:v>9.391193891057755</c:v>
                </c:pt>
                <c:pt idx="23008">
                  <c:v>9.389323592982926</c:v>
                </c:pt>
                <c:pt idx="23009">
                  <c:v>9.3880941809225416</c:v>
                </c:pt>
                <c:pt idx="23010">
                  <c:v>9.3845085702796442</c:v>
                </c:pt>
                <c:pt idx="23011">
                  <c:v>9.3816444800026808</c:v>
                </c:pt>
                <c:pt idx="23012">
                  <c:v>9.379374151768511</c:v>
                </c:pt>
                <c:pt idx="23013">
                  <c:v>9.3767341621567279</c:v>
                </c:pt>
                <c:pt idx="23014">
                  <c:v>9.3772211098637808</c:v>
                </c:pt>
                <c:pt idx="23015">
                  <c:v>9.3778420990901932</c:v>
                </c:pt>
                <c:pt idx="23016">
                  <c:v>9.3787374545515476</c:v>
                </c:pt>
                <c:pt idx="23017">
                  <c:v>9.3785740914498259</c:v>
                </c:pt>
                <c:pt idx="23018">
                  <c:v>9.378499740294556</c:v>
                </c:pt>
                <c:pt idx="23019">
                  <c:v>9.3802359968500237</c:v>
                </c:pt>
                <c:pt idx="23020">
                  <c:v>9.3792191662617501</c:v>
                </c:pt>
                <c:pt idx="23021">
                  <c:v>9.3798338722919432</c:v>
                </c:pt>
                <c:pt idx="23022">
                  <c:v>9.3787395489502874</c:v>
                </c:pt>
                <c:pt idx="23023">
                  <c:v>9.3752439974532109</c:v>
                </c:pt>
                <c:pt idx="23024">
                  <c:v>9.3715075901010341</c:v>
                </c:pt>
                <c:pt idx="23025">
                  <c:v>9.3667093225876723</c:v>
                </c:pt>
                <c:pt idx="23026">
                  <c:v>9.3684089271651896</c:v>
                </c:pt>
                <c:pt idx="23027">
                  <c:v>9.3733506609922426</c:v>
                </c:pt>
                <c:pt idx="23028">
                  <c:v>9.3753790861719413</c:v>
                </c:pt>
                <c:pt idx="23029">
                  <c:v>9.3699640182296466</c:v>
                </c:pt>
                <c:pt idx="23030">
                  <c:v>9.3647971365380425</c:v>
                </c:pt>
                <c:pt idx="23031">
                  <c:v>9.3652086858904546</c:v>
                </c:pt>
                <c:pt idx="23032">
                  <c:v>9.3654987601159458</c:v>
                </c:pt>
                <c:pt idx="23033">
                  <c:v>9.3656977279962472</c:v>
                </c:pt>
                <c:pt idx="23034">
                  <c:v>9.3670130104049729</c:v>
                </c:pt>
                <c:pt idx="23035">
                  <c:v>9.3658181559237974</c:v>
                </c:pt>
                <c:pt idx="23036">
                  <c:v>9.3653793793877647</c:v>
                </c:pt>
                <c:pt idx="23037">
                  <c:v>9.3629142720707748</c:v>
                </c:pt>
                <c:pt idx="23038">
                  <c:v>9.3609172628721744</c:v>
                </c:pt>
                <c:pt idx="23039">
                  <c:v>9.3607675133622639</c:v>
                </c:pt>
                <c:pt idx="23040">
                  <c:v>9.361074342777675</c:v>
                </c:pt>
                <c:pt idx="23041">
                  <c:v>9.3617068511971588</c:v>
                </c:pt>
                <c:pt idx="23042">
                  <c:v>9.3594647973459786</c:v>
                </c:pt>
                <c:pt idx="23043">
                  <c:v>9.3564446743628835</c:v>
                </c:pt>
                <c:pt idx="23044">
                  <c:v>9.3541659685337528</c:v>
                </c:pt>
                <c:pt idx="23045">
                  <c:v>9.3537031064122118</c:v>
                </c:pt>
                <c:pt idx="23046">
                  <c:v>9.3511961111204194</c:v>
                </c:pt>
                <c:pt idx="23047">
                  <c:v>9.349611698473602</c:v>
                </c:pt>
                <c:pt idx="23048">
                  <c:v>9.3494232025870012</c:v>
                </c:pt>
                <c:pt idx="23049">
                  <c:v>9.34930382185882</c:v>
                </c:pt>
                <c:pt idx="23050">
                  <c:v>9.3513636630196206</c:v>
                </c:pt>
                <c:pt idx="23051">
                  <c:v>9.353256999480589</c:v>
                </c:pt>
                <c:pt idx="23052">
                  <c:v>9.353742899988271</c:v>
                </c:pt>
                <c:pt idx="23053">
                  <c:v>9.3559231690766218</c:v>
                </c:pt>
                <c:pt idx="23054">
                  <c:v>9.3584846187356536</c:v>
                </c:pt>
                <c:pt idx="23055">
                  <c:v>9.3572447346815668</c:v>
                </c:pt>
                <c:pt idx="23056">
                  <c:v>9.3534423537690792</c:v>
                </c:pt>
                <c:pt idx="23057">
                  <c:v>9.3516537372451118</c:v>
                </c:pt>
                <c:pt idx="23058">
                  <c:v>9.350576169093376</c:v>
                </c:pt>
                <c:pt idx="23059">
                  <c:v>9.3503007556590649</c:v>
                </c:pt>
                <c:pt idx="23060">
                  <c:v>9.3515762444917314</c:v>
                </c:pt>
                <c:pt idx="23061">
                  <c:v>9.3496033208786429</c:v>
                </c:pt>
                <c:pt idx="23062">
                  <c:v>9.3480073890387541</c:v>
                </c:pt>
                <c:pt idx="23063">
                  <c:v>9.3486032454802874</c:v>
                </c:pt>
                <c:pt idx="23064">
                  <c:v>9.3492441314947303</c:v>
                </c:pt>
                <c:pt idx="23065">
                  <c:v>9.3481246753681955</c:v>
                </c:pt>
                <c:pt idx="23066">
                  <c:v>9.3462596132902167</c:v>
                </c:pt>
                <c:pt idx="23067">
                  <c:v>9.3467936849689188</c:v>
                </c:pt>
                <c:pt idx="23068">
                  <c:v>9.3488095437561789</c:v>
                </c:pt>
                <c:pt idx="23069">
                  <c:v>9.3501017877787653</c:v>
                </c:pt>
                <c:pt idx="23070">
                  <c:v>9.3505395171154273</c:v>
                </c:pt>
                <c:pt idx="23071">
                  <c:v>9.349011653234589</c:v>
                </c:pt>
                <c:pt idx="23072">
                  <c:v>9.3469549536719008</c:v>
                </c:pt>
                <c:pt idx="23073">
                  <c:v>9.3460522678149562</c:v>
                </c:pt>
                <c:pt idx="23074">
                  <c:v>9.3439149339007752</c:v>
                </c:pt>
                <c:pt idx="23075">
                  <c:v>9.340213084127809</c:v>
                </c:pt>
                <c:pt idx="23076">
                  <c:v>9.3380589950237081</c:v>
                </c:pt>
                <c:pt idx="23077">
                  <c:v>9.3385386123351708</c:v>
                </c:pt>
                <c:pt idx="23078">
                  <c:v>9.3374359113985559</c:v>
                </c:pt>
                <c:pt idx="23079">
                  <c:v>9.3327779686007748</c:v>
                </c:pt>
                <c:pt idx="23080">
                  <c:v>9.3317820819998989</c:v>
                </c:pt>
                <c:pt idx="23081">
                  <c:v>9.3328900189333641</c:v>
                </c:pt>
                <c:pt idx="23082">
                  <c:v>9.3330607124306759</c:v>
                </c:pt>
                <c:pt idx="23083">
                  <c:v>9.3345362163430128</c:v>
                </c:pt>
                <c:pt idx="23084">
                  <c:v>9.3367154382319928</c:v>
                </c:pt>
                <c:pt idx="23085">
                  <c:v>9.3348545649514936</c:v>
                </c:pt>
                <c:pt idx="23086">
                  <c:v>9.3310438064440469</c:v>
                </c:pt>
                <c:pt idx="23087">
                  <c:v>9.3293902786388081</c:v>
                </c:pt>
                <c:pt idx="23088">
                  <c:v>9.328628964696815</c:v>
                </c:pt>
                <c:pt idx="23089">
                  <c:v>9.3305495283414039</c:v>
                </c:pt>
                <c:pt idx="23090">
                  <c:v>9.3341979709465015</c:v>
                </c:pt>
                <c:pt idx="23091">
                  <c:v>9.3358745371378777</c:v>
                </c:pt>
                <c:pt idx="23092">
                  <c:v>9.3354661293835761</c:v>
                </c:pt>
                <c:pt idx="23093">
                  <c:v>9.3352535479114653</c:v>
                </c:pt>
                <c:pt idx="23094">
                  <c:v>9.3340010974649399</c:v>
                </c:pt>
                <c:pt idx="23095">
                  <c:v>9.3338879999329798</c:v>
                </c:pt>
                <c:pt idx="23096">
                  <c:v>9.3317820819998989</c:v>
                </c:pt>
                <c:pt idx="23097">
                  <c:v>9.3304542331987328</c:v>
                </c:pt>
                <c:pt idx="23098">
                  <c:v>9.3320941474121604</c:v>
                </c:pt>
                <c:pt idx="23099">
                  <c:v>9.3337288256287394</c:v>
                </c:pt>
                <c:pt idx="23100">
                  <c:v>9.3368253941658423</c:v>
                </c:pt>
                <c:pt idx="23101">
                  <c:v>9.3387930817820823</c:v>
                </c:pt>
                <c:pt idx="23102">
                  <c:v>9.3395931421007656</c:v>
                </c:pt>
                <c:pt idx="23103">
                  <c:v>9.3418100631670669</c:v>
                </c:pt>
                <c:pt idx="23104">
                  <c:v>9.34052200794196</c:v>
                </c:pt>
                <c:pt idx="23105">
                  <c:v>9.3398161955665771</c:v>
                </c:pt>
                <c:pt idx="23106">
                  <c:v>9.3423954476148996</c:v>
                </c:pt>
                <c:pt idx="23107">
                  <c:v>9.3432080743260233</c:v>
                </c:pt>
                <c:pt idx="23108">
                  <c:v>9.3416330864735357</c:v>
                </c:pt>
                <c:pt idx="23109">
                  <c:v>9.3411723187507327</c:v>
                </c:pt>
                <c:pt idx="23110">
                  <c:v>9.3405743679104596</c:v>
                </c:pt>
                <c:pt idx="23111">
                  <c:v>9.3399240571016868</c:v>
                </c:pt>
                <c:pt idx="23112">
                  <c:v>9.3431138263827229</c:v>
                </c:pt>
                <c:pt idx="23113">
                  <c:v>9.3437484292009447</c:v>
                </c:pt>
                <c:pt idx="23114">
                  <c:v>9.3400476266273476</c:v>
                </c:pt>
                <c:pt idx="23115">
                  <c:v>9.338844394551213</c:v>
                </c:pt>
                <c:pt idx="23116">
                  <c:v>9.3417702695910059</c:v>
                </c:pt>
                <c:pt idx="23117">
                  <c:v>9.3466020474842075</c:v>
                </c:pt>
                <c:pt idx="23118">
                  <c:v>9.3504107115929163</c:v>
                </c:pt>
                <c:pt idx="23119">
                  <c:v>9.3538361007322024</c:v>
                </c:pt>
                <c:pt idx="23120">
                  <c:v>9.3562834056599034</c:v>
                </c:pt>
                <c:pt idx="23121">
                  <c:v>9.3552875190590292</c:v>
                </c:pt>
                <c:pt idx="23122">
                  <c:v>9.3541680629324926</c:v>
                </c:pt>
                <c:pt idx="23123">
                  <c:v>9.3538622807164522</c:v>
                </c:pt>
                <c:pt idx="23124">
                  <c:v>9.3554027109897291</c:v>
                </c:pt>
                <c:pt idx="23125">
                  <c:v>9.3538193455422824</c:v>
                </c:pt>
                <c:pt idx="23126">
                  <c:v>9.351580433289211</c:v>
                </c:pt>
                <c:pt idx="23127">
                  <c:v>9.3546351138515149</c:v>
                </c:pt>
                <c:pt idx="23128">
                  <c:v>9.3571714307256677</c:v>
                </c:pt>
                <c:pt idx="23129">
                  <c:v>9.3569305748705656</c:v>
                </c:pt>
                <c:pt idx="23130">
                  <c:v>9.3562593200743933</c:v>
                </c:pt>
                <c:pt idx="23131">
                  <c:v>9.3575557528944593</c:v>
                </c:pt>
                <c:pt idx="23132">
                  <c:v>9.361697426402829</c:v>
                </c:pt>
                <c:pt idx="23133">
                  <c:v>9.3643960591793309</c:v>
                </c:pt>
                <c:pt idx="23134">
                  <c:v>9.3652306770772249</c:v>
                </c:pt>
                <c:pt idx="23135">
                  <c:v>9.3674926277164356</c:v>
                </c:pt>
                <c:pt idx="23136">
                  <c:v>9.3689670844294017</c:v>
                </c:pt>
                <c:pt idx="23137">
                  <c:v>9.3711107015398021</c:v>
                </c:pt>
                <c:pt idx="23138">
                  <c:v>9.3755937620427936</c:v>
                </c:pt>
                <c:pt idx="23139">
                  <c:v>9.3783395187909449</c:v>
                </c:pt>
                <c:pt idx="23140">
                  <c:v>9.3807721629274674</c:v>
                </c:pt>
                <c:pt idx="23141">
                  <c:v>9.383441474121609</c:v>
                </c:pt>
                <c:pt idx="23142">
                  <c:v>9.3840938793291215</c:v>
                </c:pt>
                <c:pt idx="23143">
                  <c:v>9.3852834978134485</c:v>
                </c:pt>
                <c:pt idx="23144">
                  <c:v>9.388115124909941</c:v>
                </c:pt>
                <c:pt idx="23145">
                  <c:v>9.3899508654055595</c:v>
                </c:pt>
                <c:pt idx="23146">
                  <c:v>9.3894146993281176</c:v>
                </c:pt>
                <c:pt idx="23147">
                  <c:v>9.390788624901564</c:v>
                </c:pt>
                <c:pt idx="23148">
                  <c:v>9.3941281436925088</c:v>
                </c:pt>
                <c:pt idx="23149">
                  <c:v>9.3988908064272909</c:v>
                </c:pt>
                <c:pt idx="23150">
                  <c:v>9.3999579025853262</c:v>
                </c:pt>
                <c:pt idx="23151">
                  <c:v>9.3993882261280426</c:v>
                </c:pt>
                <c:pt idx="23152">
                  <c:v>9.4021329356768266</c:v>
                </c:pt>
                <c:pt idx="23153">
                  <c:v>9.4063489603404662</c:v>
                </c:pt>
                <c:pt idx="23154">
                  <c:v>9.4067029137275266</c:v>
                </c:pt>
                <c:pt idx="23155">
                  <c:v>9.405265108992511</c:v>
                </c:pt>
                <c:pt idx="23156">
                  <c:v>9.4045676742120872</c:v>
                </c:pt>
                <c:pt idx="23157">
                  <c:v>9.4080140073387728</c:v>
                </c:pt>
                <c:pt idx="23158">
                  <c:v>9.413724385503409</c:v>
                </c:pt>
                <c:pt idx="23159">
                  <c:v>9.4177403950873781</c:v>
                </c:pt>
                <c:pt idx="23160">
                  <c:v>9.4162345223933119</c:v>
                </c:pt>
                <c:pt idx="23161">
                  <c:v>9.4138448134309609</c:v>
                </c:pt>
                <c:pt idx="23162">
                  <c:v>9.4179634485531896</c:v>
                </c:pt>
                <c:pt idx="23163">
                  <c:v>9.424092706465828</c:v>
                </c:pt>
                <c:pt idx="23164">
                  <c:v>9.4276751755106147</c:v>
                </c:pt>
                <c:pt idx="23165">
                  <c:v>9.4320954040514042</c:v>
                </c:pt>
                <c:pt idx="23166">
                  <c:v>9.435305070120469</c:v>
                </c:pt>
                <c:pt idx="23167">
                  <c:v>9.4364622254243251</c:v>
                </c:pt>
                <c:pt idx="23168">
                  <c:v>9.4362883903289045</c:v>
                </c:pt>
                <c:pt idx="23169">
                  <c:v>9.4374947640031497</c:v>
                </c:pt>
                <c:pt idx="23170">
                  <c:v>9.4416730894894698</c:v>
                </c:pt>
                <c:pt idx="23171">
                  <c:v>9.4423914682572931</c:v>
                </c:pt>
                <c:pt idx="23172">
                  <c:v>9.443470083608398</c:v>
                </c:pt>
                <c:pt idx="23173">
                  <c:v>9.4461477723975005</c:v>
                </c:pt>
                <c:pt idx="23174">
                  <c:v>9.4502266139436699</c:v>
                </c:pt>
                <c:pt idx="23175">
                  <c:v>9.4525650101368903</c:v>
                </c:pt>
                <c:pt idx="23176">
                  <c:v>9.4527137124474301</c:v>
                </c:pt>
                <c:pt idx="23177">
                  <c:v>9.4516319554982164</c:v>
                </c:pt>
                <c:pt idx="23178">
                  <c:v>9.4527629308178209</c:v>
                </c:pt>
                <c:pt idx="23179">
                  <c:v>9.4568951795318608</c:v>
                </c:pt>
                <c:pt idx="23180">
                  <c:v>9.460749920412848</c:v>
                </c:pt>
                <c:pt idx="23181">
                  <c:v>9.462840130355378</c:v>
                </c:pt>
                <c:pt idx="23182">
                  <c:v>9.4639082737127822</c:v>
                </c:pt>
                <c:pt idx="23183">
                  <c:v>9.4669043111103672</c:v>
                </c:pt>
                <c:pt idx="23184">
                  <c:v>9.4697945813715805</c:v>
                </c:pt>
                <c:pt idx="23185">
                  <c:v>9.4710637870080259</c:v>
                </c:pt>
                <c:pt idx="23186">
                  <c:v>9.4758254025434372</c:v>
                </c:pt>
                <c:pt idx="23187">
                  <c:v>9.4817933917530954</c:v>
                </c:pt>
                <c:pt idx="23188">
                  <c:v>9.485571687080073</c:v>
                </c:pt>
                <c:pt idx="23189">
                  <c:v>9.4840501063954559</c:v>
                </c:pt>
                <c:pt idx="23190">
                  <c:v>9.484163203927416</c:v>
                </c:pt>
                <c:pt idx="23191">
                  <c:v>9.4838741769012955</c:v>
                </c:pt>
                <c:pt idx="23192">
                  <c:v>9.4841087495601766</c:v>
                </c:pt>
                <c:pt idx="23193">
                  <c:v>9.486389549788047</c:v>
                </c:pt>
                <c:pt idx="23194">
                  <c:v>9.4854512591525229</c:v>
                </c:pt>
                <c:pt idx="23195">
                  <c:v>9.4835097515205327</c:v>
                </c:pt>
                <c:pt idx="23196">
                  <c:v>9.4823337466280186</c:v>
                </c:pt>
                <c:pt idx="23197">
                  <c:v>9.485628235846054</c:v>
                </c:pt>
                <c:pt idx="23198">
                  <c:v>9.4909312534557575</c:v>
                </c:pt>
                <c:pt idx="23199">
                  <c:v>9.4906380376321557</c:v>
                </c:pt>
                <c:pt idx="23200">
                  <c:v>9.4904128897676063</c:v>
                </c:pt>
                <c:pt idx="23201">
                  <c:v>9.4945880736558141</c:v>
                </c:pt>
                <c:pt idx="23202">
                  <c:v>9.4988983462627541</c:v>
                </c:pt>
                <c:pt idx="23203">
                  <c:v>9.5028651374763342</c:v>
                </c:pt>
                <c:pt idx="23204">
                  <c:v>9.5049804802037432</c:v>
                </c:pt>
                <c:pt idx="23205">
                  <c:v>9.5065648928505606</c:v>
                </c:pt>
                <c:pt idx="23206">
                  <c:v>9.5074571067138045</c:v>
                </c:pt>
                <c:pt idx="23207">
                  <c:v>9.5074424459226243</c:v>
                </c:pt>
                <c:pt idx="23208">
                  <c:v>9.5109400918184406</c:v>
                </c:pt>
                <c:pt idx="23209">
                  <c:v>9.5135591374428223</c:v>
                </c:pt>
                <c:pt idx="23210">
                  <c:v>9.5152912052008105</c:v>
                </c:pt>
                <c:pt idx="23211">
                  <c:v>9.5148157766868291</c:v>
                </c:pt>
                <c:pt idx="23212">
                  <c:v>9.5150618685387798</c:v>
                </c:pt>
                <c:pt idx="23213">
                  <c:v>9.5142607610207257</c:v>
                </c:pt>
                <c:pt idx="23214">
                  <c:v>9.5125119380728176</c:v>
                </c:pt>
                <c:pt idx="23215">
                  <c:v>9.5129517618082193</c:v>
                </c:pt>
                <c:pt idx="23216">
                  <c:v>9.5126512155890293</c:v>
                </c:pt>
                <c:pt idx="23217">
                  <c:v>9.5125758172343886</c:v>
                </c:pt>
                <c:pt idx="23218">
                  <c:v>9.5135863646264429</c:v>
                </c:pt>
                <c:pt idx="23219">
                  <c:v>9.5171154265033593</c:v>
                </c:pt>
                <c:pt idx="23220">
                  <c:v>9.5181490122815546</c:v>
                </c:pt>
                <c:pt idx="23221">
                  <c:v>9.5181280682941534</c:v>
                </c:pt>
                <c:pt idx="23222">
                  <c:v>9.5219513931940423</c:v>
                </c:pt>
                <c:pt idx="23223">
                  <c:v>9.5259129484107703</c:v>
                </c:pt>
                <c:pt idx="23224">
                  <c:v>9.5280995006953404</c:v>
                </c:pt>
                <c:pt idx="23225">
                  <c:v>9.5270711509139954</c:v>
                </c:pt>
                <c:pt idx="23226">
                  <c:v>9.5254375198967871</c:v>
                </c:pt>
                <c:pt idx="23227">
                  <c:v>9.5277696328937882</c:v>
                </c:pt>
                <c:pt idx="23228">
                  <c:v>9.5322223246150486</c:v>
                </c:pt>
                <c:pt idx="23229">
                  <c:v>9.5317238577149279</c:v>
                </c:pt>
                <c:pt idx="23230">
                  <c:v>9.5311300956721343</c:v>
                </c:pt>
                <c:pt idx="23231">
                  <c:v>9.5279665063753498</c:v>
                </c:pt>
                <c:pt idx="23232">
                  <c:v>9.5234928706666899</c:v>
                </c:pt>
                <c:pt idx="23233">
                  <c:v>9.5237326793224195</c:v>
                </c:pt>
                <c:pt idx="23234">
                  <c:v>9.5242939781847422</c:v>
                </c:pt>
                <c:pt idx="23235">
                  <c:v>9.5265946752006432</c:v>
                </c:pt>
                <c:pt idx="23236">
                  <c:v>9.5294273494965065</c:v>
                </c:pt>
                <c:pt idx="23237">
                  <c:v>9.5308096526649138</c:v>
                </c:pt>
                <c:pt idx="23238">
                  <c:v>9.528613675586012</c:v>
                </c:pt>
                <c:pt idx="23239">
                  <c:v>9.5272470804081557</c:v>
                </c:pt>
                <c:pt idx="23240">
                  <c:v>9.5290692073119647</c:v>
                </c:pt>
                <c:pt idx="23241">
                  <c:v>9.5290932928974748</c:v>
                </c:pt>
                <c:pt idx="23242">
                  <c:v>9.5282670525945417</c:v>
                </c:pt>
                <c:pt idx="23243">
                  <c:v>9.5261077274935904</c:v>
                </c:pt>
                <c:pt idx="23244">
                  <c:v>9.5249338169998161</c:v>
                </c:pt>
                <c:pt idx="23245">
                  <c:v>9.523186041251277</c:v>
                </c:pt>
                <c:pt idx="23246">
                  <c:v>9.5221733994604829</c:v>
                </c:pt>
                <c:pt idx="23247">
                  <c:v>9.5257286413216491</c:v>
                </c:pt>
                <c:pt idx="23248">
                  <c:v>9.5256459125714184</c:v>
                </c:pt>
                <c:pt idx="23249">
                  <c:v>9.5219859507732529</c:v>
                </c:pt>
                <c:pt idx="23250">
                  <c:v>9.5185228624566456</c:v>
                </c:pt>
                <c:pt idx="23251">
                  <c:v>9.5188234086758374</c:v>
                </c:pt>
                <c:pt idx="23252">
                  <c:v>9.521759755709331</c:v>
                </c:pt>
                <c:pt idx="23253">
                  <c:v>9.5237190657306101</c:v>
                </c:pt>
                <c:pt idx="23254">
                  <c:v>9.5216424693798896</c:v>
                </c:pt>
                <c:pt idx="23255">
                  <c:v>9.5186359599886057</c:v>
                </c:pt>
                <c:pt idx="23256">
                  <c:v>9.5164357941122262</c:v>
                </c:pt>
                <c:pt idx="23257">
                  <c:v>9.5140178107668856</c:v>
                </c:pt>
                <c:pt idx="23258">
                  <c:v>9.5156975185563724</c:v>
                </c:pt>
                <c:pt idx="23259">
                  <c:v>9.5193658579495004</c:v>
                </c:pt>
                <c:pt idx="23260">
                  <c:v>9.5194129819211497</c:v>
                </c:pt>
                <c:pt idx="23261">
                  <c:v>9.5170787745254088</c:v>
                </c:pt>
                <c:pt idx="23262">
                  <c:v>9.5166253371981977</c:v>
                </c:pt>
                <c:pt idx="23263">
                  <c:v>9.5152891108020707</c:v>
                </c:pt>
                <c:pt idx="23264">
                  <c:v>9.5138565420639036</c:v>
                </c:pt>
                <c:pt idx="23265">
                  <c:v>9.5140450379505044</c:v>
                </c:pt>
                <c:pt idx="23266">
                  <c:v>9.5161980798552346</c:v>
                </c:pt>
                <c:pt idx="23267">
                  <c:v>9.518137493088485</c:v>
                </c:pt>
                <c:pt idx="23268">
                  <c:v>9.51742644471625</c:v>
                </c:pt>
                <c:pt idx="23269">
                  <c:v>9.5194203123167398</c:v>
                </c:pt>
                <c:pt idx="23270">
                  <c:v>9.5218047852822405</c:v>
                </c:pt>
                <c:pt idx="23271">
                  <c:v>9.5237085937369095</c:v>
                </c:pt>
                <c:pt idx="23272">
                  <c:v>9.520585845215555</c:v>
                </c:pt>
                <c:pt idx="23273">
                  <c:v>9.5143047433942662</c:v>
                </c:pt>
                <c:pt idx="23274">
                  <c:v>9.5133999631385819</c:v>
                </c:pt>
                <c:pt idx="23275">
                  <c:v>9.5146398471926688</c:v>
                </c:pt>
                <c:pt idx="23276">
                  <c:v>9.5138712028550838</c:v>
                </c:pt>
                <c:pt idx="23277">
                  <c:v>9.5151226061022403</c:v>
                </c:pt>
                <c:pt idx="23278">
                  <c:v>9.5167185379421273</c:v>
                </c:pt>
                <c:pt idx="23279">
                  <c:v>9.5158922976391942</c:v>
                </c:pt>
                <c:pt idx="23280">
                  <c:v>9.5113547827689633</c:v>
                </c:pt>
                <c:pt idx="23281">
                  <c:v>9.5068214566962119</c:v>
                </c:pt>
                <c:pt idx="23282">
                  <c:v>9.5025844880451729</c:v>
                </c:pt>
                <c:pt idx="23283">
                  <c:v>9.5012493088484149</c:v>
                </c:pt>
                <c:pt idx="23284">
                  <c:v>9.5013508871873071</c:v>
                </c:pt>
                <c:pt idx="23285">
                  <c:v>9.5015540438650881</c:v>
                </c:pt>
                <c:pt idx="23286">
                  <c:v>9.5041113047266386</c:v>
                </c:pt>
                <c:pt idx="23287">
                  <c:v>9.5036096962284073</c:v>
                </c:pt>
                <c:pt idx="23288">
                  <c:v>9.5009759898128436</c:v>
                </c:pt>
                <c:pt idx="23289">
                  <c:v>9.5002282894626617</c:v>
                </c:pt>
                <c:pt idx="23290">
                  <c:v>9.4986648208032438</c:v>
                </c:pt>
                <c:pt idx="23291">
                  <c:v>9.4954478243385889</c:v>
                </c:pt>
                <c:pt idx="23292">
                  <c:v>9.4950813045590863</c:v>
                </c:pt>
                <c:pt idx="23293">
                  <c:v>9.4951786941004972</c:v>
                </c:pt>
                <c:pt idx="23294">
                  <c:v>9.493129324933399</c:v>
                </c:pt>
                <c:pt idx="23295">
                  <c:v>9.4917355025719221</c:v>
                </c:pt>
                <c:pt idx="23296">
                  <c:v>9.4895625638791614</c:v>
                </c:pt>
                <c:pt idx="23297">
                  <c:v>9.4844155789755877</c:v>
                </c:pt>
                <c:pt idx="23298">
                  <c:v>9.4845538092924286</c:v>
                </c:pt>
                <c:pt idx="23299">
                  <c:v>9.4857025870013238</c:v>
                </c:pt>
                <c:pt idx="23300">
                  <c:v>9.4855968198649538</c:v>
                </c:pt>
                <c:pt idx="23301">
                  <c:v>9.4866628688236183</c:v>
                </c:pt>
                <c:pt idx="23302">
                  <c:v>9.4890714273746291</c:v>
                </c:pt>
                <c:pt idx="23303">
                  <c:v>9.4887708811554372</c:v>
                </c:pt>
                <c:pt idx="23304">
                  <c:v>9.4870094918150905</c:v>
                </c:pt>
                <c:pt idx="23305">
                  <c:v>9.4873634452021509</c:v>
                </c:pt>
                <c:pt idx="23306">
                  <c:v>9.4873686811990012</c:v>
                </c:pt>
                <c:pt idx="23307">
                  <c:v>9.4845443844980988</c:v>
                </c:pt>
                <c:pt idx="23308">
                  <c:v>9.4828542047149114</c:v>
                </c:pt>
                <c:pt idx="23309">
                  <c:v>9.4819892180352863</c:v>
                </c:pt>
                <c:pt idx="23310">
                  <c:v>9.4797304089941861</c:v>
                </c:pt>
                <c:pt idx="23311">
                  <c:v>9.4772223665030246</c:v>
                </c:pt>
                <c:pt idx="23312">
                  <c:v>9.475413853191025</c:v>
                </c:pt>
                <c:pt idx="23313">
                  <c:v>9.4751311093611239</c:v>
                </c:pt>
                <c:pt idx="23314">
                  <c:v>9.4735718294991873</c:v>
                </c:pt>
                <c:pt idx="23315">
                  <c:v>9.46990453730543</c:v>
                </c:pt>
                <c:pt idx="23316">
                  <c:v>9.4674813179632391</c:v>
                </c:pt>
                <c:pt idx="23317">
                  <c:v>9.4678771593251003</c:v>
                </c:pt>
                <c:pt idx="23318">
                  <c:v>9.4672132349245182</c:v>
                </c:pt>
                <c:pt idx="23319">
                  <c:v>9.4660529380225533</c:v>
                </c:pt>
                <c:pt idx="23320">
                  <c:v>9.465108364190808</c:v>
                </c:pt>
                <c:pt idx="23321">
                  <c:v>9.4638642913392417</c:v>
                </c:pt>
                <c:pt idx="23322">
                  <c:v>9.4628621215421482</c:v>
                </c:pt>
                <c:pt idx="23323">
                  <c:v>9.4623877402275358</c:v>
                </c:pt>
                <c:pt idx="23324">
                  <c:v>9.462151073169915</c:v>
                </c:pt>
                <c:pt idx="23325">
                  <c:v>9.4602409815190249</c:v>
                </c:pt>
                <c:pt idx="23326">
                  <c:v>9.4566930700534488</c:v>
                </c:pt>
                <c:pt idx="23327">
                  <c:v>9.4561307239917571</c:v>
                </c:pt>
                <c:pt idx="23328">
                  <c:v>9.4549484359030203</c:v>
                </c:pt>
                <c:pt idx="23329">
                  <c:v>9.4534760735887939</c:v>
                </c:pt>
                <c:pt idx="23330">
                  <c:v>9.4523063518924992</c:v>
                </c:pt>
                <c:pt idx="23331">
                  <c:v>9.4517324866377361</c:v>
                </c:pt>
                <c:pt idx="23332">
                  <c:v>9.4522246703416375</c:v>
                </c:pt>
                <c:pt idx="23333">
                  <c:v>9.4511942261615527</c:v>
                </c:pt>
                <c:pt idx="23334">
                  <c:v>9.4496757870750461</c:v>
                </c:pt>
                <c:pt idx="23335">
                  <c:v>9.4445874453361931</c:v>
                </c:pt>
                <c:pt idx="23336">
                  <c:v>9.441543236767588</c:v>
                </c:pt>
                <c:pt idx="23337">
                  <c:v>9.4408499907846455</c:v>
                </c:pt>
                <c:pt idx="23338">
                  <c:v>9.4386697216962947</c:v>
                </c:pt>
                <c:pt idx="23339">
                  <c:v>9.4375251327848808</c:v>
                </c:pt>
                <c:pt idx="23340">
                  <c:v>9.4369292763433474</c:v>
                </c:pt>
                <c:pt idx="23341">
                  <c:v>9.435677873096191</c:v>
                </c:pt>
                <c:pt idx="23342">
                  <c:v>9.4349437863378185</c:v>
                </c:pt>
                <c:pt idx="23343">
                  <c:v>9.4335405391820117</c:v>
                </c:pt>
                <c:pt idx="23344">
                  <c:v>9.4329048891644192</c:v>
                </c:pt>
                <c:pt idx="23345">
                  <c:v>9.4346882696915362</c:v>
                </c:pt>
                <c:pt idx="23346">
                  <c:v>9.4334064976626504</c:v>
                </c:pt>
                <c:pt idx="23347">
                  <c:v>9.4312168037799715</c:v>
                </c:pt>
                <c:pt idx="23348">
                  <c:v>9.4291936145971214</c:v>
                </c:pt>
                <c:pt idx="23349">
                  <c:v>9.4270793190690814</c:v>
                </c:pt>
                <c:pt idx="23350">
                  <c:v>9.4263703650955879</c:v>
                </c:pt>
                <c:pt idx="23351">
                  <c:v>9.4267693480555597</c:v>
                </c:pt>
                <c:pt idx="23352">
                  <c:v>9.4299109461655739</c:v>
                </c:pt>
                <c:pt idx="23353">
                  <c:v>9.4305183218001769</c:v>
                </c:pt>
                <c:pt idx="23354">
                  <c:v>9.4283851766834772</c:v>
                </c:pt>
                <c:pt idx="23355">
                  <c:v>9.4237869242497858</c:v>
                </c:pt>
                <c:pt idx="23356">
                  <c:v>9.4176555719384076</c:v>
                </c:pt>
                <c:pt idx="23357">
                  <c:v>9.4128520684281956</c:v>
                </c:pt>
                <c:pt idx="23358">
                  <c:v>9.4107210177102356</c:v>
                </c:pt>
                <c:pt idx="23359">
                  <c:v>9.409623552770471</c:v>
                </c:pt>
                <c:pt idx="23360">
                  <c:v>9.4062986947707046</c:v>
                </c:pt>
                <c:pt idx="23361">
                  <c:v>9.4054410384866713</c:v>
                </c:pt>
                <c:pt idx="23362">
                  <c:v>9.4044179247021766</c:v>
                </c:pt>
                <c:pt idx="23363">
                  <c:v>9.4024680394752274</c:v>
                </c:pt>
                <c:pt idx="23364">
                  <c:v>9.3983462627548882</c:v>
                </c:pt>
                <c:pt idx="23365">
                  <c:v>9.3948528056565515</c:v>
                </c:pt>
                <c:pt idx="23366">
                  <c:v>9.3953858301358846</c:v>
                </c:pt>
                <c:pt idx="23367">
                  <c:v>9.3970267915486829</c:v>
                </c:pt>
                <c:pt idx="23368">
                  <c:v>9.3953072901831334</c:v>
                </c:pt>
                <c:pt idx="23369">
                  <c:v>9.3946349881875904</c:v>
                </c:pt>
                <c:pt idx="23370">
                  <c:v>9.3941040581069988</c:v>
                </c:pt>
                <c:pt idx="23371">
                  <c:v>9.3895654960373971</c:v>
                </c:pt>
                <c:pt idx="23372">
                  <c:v>9.3873705661578679</c:v>
                </c:pt>
                <c:pt idx="23373">
                  <c:v>9.3869673944004148</c:v>
                </c:pt>
                <c:pt idx="23374">
                  <c:v>9.3840781713385724</c:v>
                </c:pt>
                <c:pt idx="23375">
                  <c:v>9.3799050818491025</c:v>
                </c:pt>
                <c:pt idx="23376">
                  <c:v>9.3786557730006876</c:v>
                </c:pt>
                <c:pt idx="23377">
                  <c:v>9.378855788080358</c:v>
                </c:pt>
                <c:pt idx="23378">
                  <c:v>9.3745266658847584</c:v>
                </c:pt>
                <c:pt idx="23379">
                  <c:v>9.3704645795285089</c:v>
                </c:pt>
                <c:pt idx="23380">
                  <c:v>9.3702635172494677</c:v>
                </c:pt>
                <c:pt idx="23381">
                  <c:v>9.3696812743997455</c:v>
                </c:pt>
                <c:pt idx="23382">
                  <c:v>9.369467645728264</c:v>
                </c:pt>
                <c:pt idx="23383">
                  <c:v>9.3680801065630082</c:v>
                </c:pt>
                <c:pt idx="23384">
                  <c:v>9.3689094884640518</c:v>
                </c:pt>
                <c:pt idx="23385">
                  <c:v>9.3671847511016537</c:v>
                </c:pt>
                <c:pt idx="23386">
                  <c:v>9.3626241978452818</c:v>
                </c:pt>
                <c:pt idx="23387">
                  <c:v>9.360821967729505</c:v>
                </c:pt>
                <c:pt idx="23388">
                  <c:v>9.3622576780657809</c:v>
                </c:pt>
                <c:pt idx="23389">
                  <c:v>9.3653280666186358</c:v>
                </c:pt>
                <c:pt idx="23390">
                  <c:v>9.3637405123737079</c:v>
                </c:pt>
                <c:pt idx="23391">
                  <c:v>9.3623812475914416</c:v>
                </c:pt>
                <c:pt idx="23392">
                  <c:v>9.3618827806913192</c:v>
                </c:pt>
                <c:pt idx="23393">
                  <c:v>9.3595527620930579</c:v>
                </c:pt>
                <c:pt idx="23394">
                  <c:v>9.3574814017391894</c:v>
                </c:pt>
                <c:pt idx="23395">
                  <c:v>9.354560762696245</c:v>
                </c:pt>
                <c:pt idx="23396">
                  <c:v>9.3522694904746739</c:v>
                </c:pt>
                <c:pt idx="23397">
                  <c:v>9.3521197409647634</c:v>
                </c:pt>
                <c:pt idx="23398">
                  <c:v>9.351077777591609</c:v>
                </c:pt>
                <c:pt idx="23399">
                  <c:v>9.34712459996984</c:v>
                </c:pt>
                <c:pt idx="23400">
                  <c:v>9.3451234019737619</c:v>
                </c:pt>
                <c:pt idx="23401">
                  <c:v>9.345171573144782</c:v>
                </c:pt>
                <c:pt idx="23402">
                  <c:v>9.3443987400097175</c:v>
                </c:pt>
                <c:pt idx="23403">
                  <c:v>9.3418184407620259</c:v>
                </c:pt>
                <c:pt idx="23404">
                  <c:v>9.3388768577316821</c:v>
                </c:pt>
                <c:pt idx="23405">
                  <c:v>9.3377919591843579</c:v>
                </c:pt>
                <c:pt idx="23406">
                  <c:v>9.3355876045104971</c:v>
                </c:pt>
                <c:pt idx="23407">
                  <c:v>9.3305139235628243</c:v>
                </c:pt>
                <c:pt idx="23408">
                  <c:v>9.3296122849052487</c:v>
                </c:pt>
                <c:pt idx="23409">
                  <c:v>9.3291567531792978</c:v>
                </c:pt>
                <c:pt idx="23410">
                  <c:v>9.3323412864634818</c:v>
                </c:pt>
                <c:pt idx="23411">
                  <c:v>9.3324512423973331</c:v>
                </c:pt>
                <c:pt idx="23412">
                  <c:v>9.3279713234924522</c:v>
                </c:pt>
                <c:pt idx="23413">
                  <c:v>9.3266686074761651</c:v>
                </c:pt>
                <c:pt idx="23414">
                  <c:v>9.3257491664293006</c:v>
                </c:pt>
                <c:pt idx="23415">
                  <c:v>9.3218996615451637</c:v>
                </c:pt>
                <c:pt idx="23416">
                  <c:v>9.3191099224234701</c:v>
                </c:pt>
                <c:pt idx="23417">
                  <c:v>9.3196659852889425</c:v>
                </c:pt>
                <c:pt idx="23418">
                  <c:v>9.3209519461153096</c:v>
                </c:pt>
                <c:pt idx="23419">
                  <c:v>9.3198063100045232</c:v>
                </c:pt>
                <c:pt idx="23420">
                  <c:v>9.3174867633999625</c:v>
                </c:pt>
                <c:pt idx="23421">
                  <c:v>9.3142257845617671</c:v>
                </c:pt>
                <c:pt idx="23422">
                  <c:v>9.3080829130573193</c:v>
                </c:pt>
                <c:pt idx="23423">
                  <c:v>9.3069645041301552</c:v>
                </c:pt>
                <c:pt idx="23424">
                  <c:v>9.3111281688252934</c:v>
                </c:pt>
                <c:pt idx="23425">
                  <c:v>9.3109920329071922</c:v>
                </c:pt>
                <c:pt idx="23426">
                  <c:v>9.30814155622204</c:v>
                </c:pt>
                <c:pt idx="23427">
                  <c:v>9.3053057403280661</c:v>
                </c:pt>
                <c:pt idx="23428">
                  <c:v>9.3051339996313853</c:v>
                </c:pt>
                <c:pt idx="23429">
                  <c:v>9.3033569023004876</c:v>
                </c:pt>
                <c:pt idx="23430">
                  <c:v>9.3004289328619532</c:v>
                </c:pt>
                <c:pt idx="23431">
                  <c:v>9.2977522912722215</c:v>
                </c:pt>
                <c:pt idx="23432">
                  <c:v>9.2948484074191988</c:v>
                </c:pt>
                <c:pt idx="23433">
                  <c:v>9.2950002513278491</c:v>
                </c:pt>
                <c:pt idx="23434">
                  <c:v>9.2940472999011448</c:v>
                </c:pt>
                <c:pt idx="23435">
                  <c:v>9.2957584236717317</c:v>
                </c:pt>
                <c:pt idx="23436">
                  <c:v>9.2974370842618494</c:v>
                </c:pt>
                <c:pt idx="23437">
                  <c:v>9.2957207244944122</c:v>
                </c:pt>
                <c:pt idx="23438">
                  <c:v>9.292936221369569</c:v>
                </c:pt>
                <c:pt idx="23439">
                  <c:v>9.2909360705728599</c:v>
                </c:pt>
                <c:pt idx="23440">
                  <c:v>9.2916774877268242</c:v>
                </c:pt>
                <c:pt idx="23441">
                  <c:v>9.2924712648492864</c:v>
                </c:pt>
                <c:pt idx="23442">
                  <c:v>9.2935299834123626</c:v>
                </c:pt>
                <c:pt idx="23443">
                  <c:v>9.2916355997520235</c:v>
                </c:pt>
                <c:pt idx="23444">
                  <c:v>9.2862079654172884</c:v>
                </c:pt>
                <c:pt idx="23445">
                  <c:v>9.2819165423990082</c:v>
                </c:pt>
                <c:pt idx="23446">
                  <c:v>9.2806986495316917</c:v>
                </c:pt>
                <c:pt idx="23447">
                  <c:v>9.2783958581170509</c:v>
                </c:pt>
                <c:pt idx="23448">
                  <c:v>9.2754176231087584</c:v>
                </c:pt>
                <c:pt idx="23449">
                  <c:v>9.2723158185748034</c:v>
                </c:pt>
                <c:pt idx="23450">
                  <c:v>9.2736028266005395</c:v>
                </c:pt>
                <c:pt idx="23451">
                  <c:v>9.2761674178576818</c:v>
                </c:pt>
                <c:pt idx="23452">
                  <c:v>9.2783026573731213</c:v>
                </c:pt>
                <c:pt idx="23453">
                  <c:v>9.2796556389591682</c:v>
                </c:pt>
                <c:pt idx="23454">
                  <c:v>9.2788482482448931</c:v>
                </c:pt>
                <c:pt idx="23455">
                  <c:v>9.2742468542130929</c:v>
                </c:pt>
                <c:pt idx="23456">
                  <c:v>9.2701051807047232</c:v>
                </c:pt>
                <c:pt idx="23457">
                  <c:v>9.2679887907779435</c:v>
                </c:pt>
                <c:pt idx="23458">
                  <c:v>9.2671688336712297</c:v>
                </c:pt>
                <c:pt idx="23459">
                  <c:v>9.2678044836888223</c:v>
                </c:pt>
                <c:pt idx="23460">
                  <c:v>9.2662399678300353</c:v>
                </c:pt>
                <c:pt idx="23461">
                  <c:v>9.2626993867600493</c:v>
                </c:pt>
                <c:pt idx="23462">
                  <c:v>9.2611589564867725</c:v>
                </c:pt>
                <c:pt idx="23463">
                  <c:v>9.2601452674966076</c:v>
                </c:pt>
                <c:pt idx="23464">
                  <c:v>9.2578456176800756</c:v>
                </c:pt>
                <c:pt idx="23465">
                  <c:v>9.2570581237538327</c:v>
                </c:pt>
                <c:pt idx="23466">
                  <c:v>9.2587106043597007</c:v>
                </c:pt>
                <c:pt idx="23467">
                  <c:v>9.2598352964830859</c:v>
                </c:pt>
                <c:pt idx="23468">
                  <c:v>9.2599850459929964</c:v>
                </c:pt>
                <c:pt idx="23469">
                  <c:v>9.259072935341722</c:v>
                </c:pt>
                <c:pt idx="23470">
                  <c:v>9.257646649799776</c:v>
                </c:pt>
                <c:pt idx="23471">
                  <c:v>9.2558758356650976</c:v>
                </c:pt>
                <c:pt idx="23472">
                  <c:v>9.2537981921150081</c:v>
                </c:pt>
                <c:pt idx="23473">
                  <c:v>9.2492512524504473</c:v>
                </c:pt>
                <c:pt idx="23474">
                  <c:v>9.2461368815240519</c:v>
                </c:pt>
                <c:pt idx="23475">
                  <c:v>9.2454478243385889</c:v>
                </c:pt>
                <c:pt idx="23476">
                  <c:v>9.2439503292394818</c:v>
                </c:pt>
                <c:pt idx="23477">
                  <c:v>9.2436298862322612</c:v>
                </c:pt>
                <c:pt idx="23478">
                  <c:v>9.2460311143876819</c:v>
                </c:pt>
                <c:pt idx="23479">
                  <c:v>9.2477579461488197</c:v>
                </c:pt>
                <c:pt idx="23480">
                  <c:v>9.2471160129350061</c:v>
                </c:pt>
                <c:pt idx="23481">
                  <c:v>9.2475181374930884</c:v>
                </c:pt>
                <c:pt idx="23482">
                  <c:v>9.2450446525811376</c:v>
                </c:pt>
                <c:pt idx="23483">
                  <c:v>9.2390787577702191</c:v>
                </c:pt>
                <c:pt idx="23484">
                  <c:v>9.2371644773218513</c:v>
                </c:pt>
                <c:pt idx="23485">
                  <c:v>9.2384891845249069</c:v>
                </c:pt>
                <c:pt idx="23486">
                  <c:v>9.2388860730861389</c:v>
                </c:pt>
                <c:pt idx="23487">
                  <c:v>9.2366293584437784</c:v>
                </c:pt>
                <c:pt idx="23488">
                  <c:v>9.2382336678786245</c:v>
                </c:pt>
                <c:pt idx="23489">
                  <c:v>9.2415847058626408</c:v>
                </c:pt>
                <c:pt idx="23490">
                  <c:v>9.2403856625839857</c:v>
                </c:pt>
                <c:pt idx="23491">
                  <c:v>9.2371770437142899</c:v>
                </c:pt>
                <c:pt idx="23492">
                  <c:v>9.2342899150511872</c:v>
                </c:pt>
                <c:pt idx="23493">
                  <c:v>9.2321106931622072</c:v>
                </c:pt>
                <c:pt idx="23494">
                  <c:v>9.2312980664510835</c:v>
                </c:pt>
                <c:pt idx="23495">
                  <c:v>9.2309922842350414</c:v>
                </c:pt>
                <c:pt idx="23496">
                  <c:v>9.2290780037866735</c:v>
                </c:pt>
                <c:pt idx="23497">
                  <c:v>9.2280831643851684</c:v>
                </c:pt>
                <c:pt idx="23498">
                  <c:v>9.2269406698724925</c:v>
                </c:pt>
                <c:pt idx="23499">
                  <c:v>9.2251803277315148</c:v>
                </c:pt>
                <c:pt idx="23500">
                  <c:v>9.2239729068578988</c:v>
                </c:pt>
                <c:pt idx="23501">
                  <c:v>9.2198731213243299</c:v>
                </c:pt>
                <c:pt idx="23502">
                  <c:v>9.2187599483940144</c:v>
                </c:pt>
                <c:pt idx="23503">
                  <c:v>9.2235519327111568</c:v>
                </c:pt>
                <c:pt idx="23504">
                  <c:v>9.2209821054571659</c:v>
                </c:pt>
                <c:pt idx="23505">
                  <c:v>9.2164068914096138</c:v>
                </c:pt>
                <c:pt idx="23506">
                  <c:v>9.213998332858603</c:v>
                </c:pt>
                <c:pt idx="23507">
                  <c:v>9.2130212958463886</c:v>
                </c:pt>
                <c:pt idx="23508">
                  <c:v>9.2152214617227681</c:v>
                </c:pt>
                <c:pt idx="23509">
                  <c:v>9.2188908483152652</c:v>
                </c:pt>
                <c:pt idx="23510">
                  <c:v>9.2218565169311191</c:v>
                </c:pt>
                <c:pt idx="23511">
                  <c:v>9.2204365145853924</c:v>
                </c:pt>
                <c:pt idx="23512">
                  <c:v>9.2218303369468693</c:v>
                </c:pt>
                <c:pt idx="23513">
                  <c:v>9.2235446023155667</c:v>
                </c:pt>
                <c:pt idx="23514">
                  <c:v>9.2235184223313169</c:v>
                </c:pt>
                <c:pt idx="23515">
                  <c:v>9.2237906941675192</c:v>
                </c:pt>
                <c:pt idx="23516">
                  <c:v>9.2239907092471896</c:v>
                </c:pt>
                <c:pt idx="23517">
                  <c:v>9.2241320811621392</c:v>
                </c:pt>
                <c:pt idx="23518">
                  <c:v>9.2239205468893992</c:v>
                </c:pt>
                <c:pt idx="23519">
                  <c:v>9.2228995275036443</c:v>
                </c:pt>
                <c:pt idx="23520">
                  <c:v>9.2198144781596092</c:v>
                </c:pt>
                <c:pt idx="23521">
                  <c:v>9.2170540606202778</c:v>
                </c:pt>
                <c:pt idx="23522">
                  <c:v>9.2159387932912225</c:v>
                </c:pt>
                <c:pt idx="23523">
                  <c:v>9.2145051773536846</c:v>
                </c:pt>
                <c:pt idx="23524">
                  <c:v>9.2154612703784995</c:v>
                </c:pt>
                <c:pt idx="23525">
                  <c:v>9.2176991354322002</c:v>
                </c:pt>
                <c:pt idx="23526">
                  <c:v>9.2172519813012084</c:v>
                </c:pt>
                <c:pt idx="23527">
                  <c:v>9.2122034331384146</c:v>
                </c:pt>
                <c:pt idx="23528">
                  <c:v>9.2058783489435854</c:v>
                </c:pt>
                <c:pt idx="23529">
                  <c:v>9.2046238040983202</c:v>
                </c:pt>
                <c:pt idx="23530">
                  <c:v>9.204382948243218</c:v>
                </c:pt>
                <c:pt idx="23531">
                  <c:v>9.2037609118174348</c:v>
                </c:pt>
                <c:pt idx="23532">
                  <c:v>9.2061150160012062</c:v>
                </c:pt>
                <c:pt idx="23533">
                  <c:v>9.2103436070572862</c:v>
                </c:pt>
                <c:pt idx="23534">
                  <c:v>9.2101142703952554</c:v>
                </c:pt>
                <c:pt idx="23535">
                  <c:v>9.2069454451016206</c:v>
                </c:pt>
                <c:pt idx="23536">
                  <c:v>9.2074522895967021</c:v>
                </c:pt>
                <c:pt idx="23537">
                  <c:v>9.2087194008344078</c:v>
                </c:pt>
                <c:pt idx="23538">
                  <c:v>9.2071904897542005</c:v>
                </c:pt>
                <c:pt idx="23539">
                  <c:v>9.2049945126753006</c:v>
                </c:pt>
                <c:pt idx="23540">
                  <c:v>9.2044531106010083</c:v>
                </c:pt>
                <c:pt idx="23541">
                  <c:v>9.2033619288574631</c:v>
                </c:pt>
                <c:pt idx="23542">
                  <c:v>9.20257652932996</c:v>
                </c:pt>
                <c:pt idx="23543">
                  <c:v>9.201976484090947</c:v>
                </c:pt>
                <c:pt idx="23544">
                  <c:v>9.200672720875291</c:v>
                </c:pt>
                <c:pt idx="23545">
                  <c:v>9.2024341102156395</c:v>
                </c:pt>
                <c:pt idx="23546">
                  <c:v>9.2041452339862264</c:v>
                </c:pt>
                <c:pt idx="23547">
                  <c:v>9.204802875190591</c:v>
                </c:pt>
                <c:pt idx="23548">
                  <c:v>9.2028320459762405</c:v>
                </c:pt>
                <c:pt idx="23549">
                  <c:v>9.2012371613357242</c:v>
                </c:pt>
                <c:pt idx="23550">
                  <c:v>9.2018005545967867</c:v>
                </c:pt>
                <c:pt idx="23551">
                  <c:v>9.2022770303101389</c:v>
                </c:pt>
                <c:pt idx="23552">
                  <c:v>9.2023178710855689</c:v>
                </c:pt>
                <c:pt idx="23553">
                  <c:v>9.2012696245161933</c:v>
                </c:pt>
                <c:pt idx="23554">
                  <c:v>9.1995993415210364</c:v>
                </c:pt>
                <c:pt idx="23555">
                  <c:v>9.1989563611078538</c:v>
                </c:pt>
                <c:pt idx="23556">
                  <c:v>9.1982138967545204</c:v>
                </c:pt>
                <c:pt idx="23557">
                  <c:v>9.1969614463079932</c:v>
                </c:pt>
                <c:pt idx="23558">
                  <c:v>9.1946544660958729</c:v>
                </c:pt>
                <c:pt idx="23559">
                  <c:v>9.1936795234823983</c:v>
                </c:pt>
                <c:pt idx="23560">
                  <c:v>9.1928428111857645</c:v>
                </c:pt>
                <c:pt idx="23561">
                  <c:v>9.1899619657188811</c:v>
                </c:pt>
                <c:pt idx="23562">
                  <c:v>9.1848715295812884</c:v>
                </c:pt>
                <c:pt idx="23563">
                  <c:v>9.1841740948008646</c:v>
                </c:pt>
                <c:pt idx="23564">
                  <c:v>9.1870821674513685</c:v>
                </c:pt>
                <c:pt idx="23565">
                  <c:v>9.1906143709263937</c:v>
                </c:pt>
                <c:pt idx="23566">
                  <c:v>9.1938460281822287</c:v>
                </c:pt>
                <c:pt idx="23567">
                  <c:v>9.1938544057771896</c:v>
                </c:pt>
                <c:pt idx="23568">
                  <c:v>9.1907431764489047</c:v>
                </c:pt>
                <c:pt idx="23569">
                  <c:v>9.1889304743394273</c:v>
                </c:pt>
                <c:pt idx="23570">
                  <c:v>9.1872455305530885</c:v>
                </c:pt>
                <c:pt idx="23571">
                  <c:v>9.1873554864869398</c:v>
                </c:pt>
                <c:pt idx="23572">
                  <c:v>9.1872821825310389</c:v>
                </c:pt>
                <c:pt idx="23573">
                  <c:v>9.1855825779535216</c:v>
                </c:pt>
                <c:pt idx="23574">
                  <c:v>9.1822807583398962</c:v>
                </c:pt>
                <c:pt idx="23575">
                  <c:v>9.1780155153058658</c:v>
                </c:pt>
                <c:pt idx="23576">
                  <c:v>9.1778720489921746</c:v>
                </c:pt>
                <c:pt idx="23577">
                  <c:v>9.1796847511016537</c:v>
                </c:pt>
                <c:pt idx="23578">
                  <c:v>9.1831750666018799</c:v>
                </c:pt>
                <c:pt idx="23579">
                  <c:v>9.1838410854012036</c:v>
                </c:pt>
                <c:pt idx="23580">
                  <c:v>9.1829897123133897</c:v>
                </c:pt>
                <c:pt idx="23581">
                  <c:v>9.1851720758004785</c:v>
                </c:pt>
                <c:pt idx="23582">
                  <c:v>9.1849280783472675</c:v>
                </c:pt>
                <c:pt idx="23583">
                  <c:v>9.1824818206189374</c:v>
                </c:pt>
                <c:pt idx="23584">
                  <c:v>9.1797444414657434</c:v>
                </c:pt>
                <c:pt idx="23585">
                  <c:v>9.1799350317510857</c:v>
                </c:pt>
                <c:pt idx="23586">
                  <c:v>9.1811874821976112</c:v>
                </c:pt>
                <c:pt idx="23587">
                  <c:v>9.1804230266575075</c:v>
                </c:pt>
                <c:pt idx="23588">
                  <c:v>9.1786909588995194</c:v>
                </c:pt>
                <c:pt idx="23589">
                  <c:v>9.1756404671346949</c:v>
                </c:pt>
                <c:pt idx="23590">
                  <c:v>9.1747377812777504</c:v>
                </c:pt>
                <c:pt idx="23591">
                  <c:v>9.1782584655597077</c:v>
                </c:pt>
                <c:pt idx="23592">
                  <c:v>9.1806774961044191</c:v>
                </c:pt>
                <c:pt idx="23593">
                  <c:v>9.1790522426821717</c:v>
                </c:pt>
                <c:pt idx="23594">
                  <c:v>9.1749828259303321</c:v>
                </c:pt>
                <c:pt idx="23595">
                  <c:v>9.1713082033409847</c:v>
                </c:pt>
                <c:pt idx="23596">
                  <c:v>9.1691143206608245</c:v>
                </c:pt>
                <c:pt idx="23597">
                  <c:v>9.1693248077341956</c:v>
                </c:pt>
                <c:pt idx="23598">
                  <c:v>9.1679425045657901</c:v>
                </c:pt>
                <c:pt idx="23599">
                  <c:v>9.1673487425229965</c:v>
                </c:pt>
                <c:pt idx="23600">
                  <c:v>9.1656816011259483</c:v>
                </c:pt>
                <c:pt idx="23601">
                  <c:v>9.1654323676758871</c:v>
                </c:pt>
                <c:pt idx="23602">
                  <c:v>9.1648846824053756</c:v>
                </c:pt>
                <c:pt idx="23603">
                  <c:v>9.1664062630899927</c:v>
                </c:pt>
                <c:pt idx="23604">
                  <c:v>9.1677864718596584</c:v>
                </c:pt>
                <c:pt idx="23605">
                  <c:v>9.1672220313992252</c:v>
                </c:pt>
                <c:pt idx="23606">
                  <c:v>9.1650867918837857</c:v>
                </c:pt>
                <c:pt idx="23607">
                  <c:v>9.1645946081798844</c:v>
                </c:pt>
                <c:pt idx="23608">
                  <c:v>9.1654229428815572</c:v>
                </c:pt>
                <c:pt idx="23609">
                  <c:v>9.1627913308647351</c:v>
                </c:pt>
                <c:pt idx="23610">
                  <c:v>9.1614352076805794</c:v>
                </c:pt>
                <c:pt idx="23611">
                  <c:v>9.1631871722265963</c:v>
                </c:pt>
                <c:pt idx="23612">
                  <c:v>9.1653004205552673</c:v>
                </c:pt>
                <c:pt idx="23613">
                  <c:v>9.1639547693648105</c:v>
                </c:pt>
                <c:pt idx="23614">
                  <c:v>9.1610529799105276</c:v>
                </c:pt>
                <c:pt idx="23615">
                  <c:v>9.1593062513613592</c:v>
                </c:pt>
                <c:pt idx="23616">
                  <c:v>9.158806737261866</c:v>
                </c:pt>
                <c:pt idx="23617">
                  <c:v>9.1579019570061835</c:v>
                </c:pt>
                <c:pt idx="23618">
                  <c:v>9.1568338136487775</c:v>
                </c:pt>
                <c:pt idx="23619">
                  <c:v>9.1547614060955382</c:v>
                </c:pt>
                <c:pt idx="23620">
                  <c:v>9.1517025367357547</c:v>
                </c:pt>
                <c:pt idx="23621">
                  <c:v>9.1512731849940518</c:v>
                </c:pt>
                <c:pt idx="23622">
                  <c:v>9.1514030377159319</c:v>
                </c:pt>
                <c:pt idx="23623">
                  <c:v>9.152437670693498</c:v>
                </c:pt>
                <c:pt idx="23624">
                  <c:v>9.151474247273093</c:v>
                </c:pt>
                <c:pt idx="23625">
                  <c:v>9.1487337265217903</c:v>
                </c:pt>
                <c:pt idx="23626">
                  <c:v>9.1499662801802852</c:v>
                </c:pt>
                <c:pt idx="23627">
                  <c:v>9.1502123720322377</c:v>
                </c:pt>
                <c:pt idx="23628">
                  <c:v>9.1472278538277223</c:v>
                </c:pt>
                <c:pt idx="23629">
                  <c:v>9.1445218906556303</c:v>
                </c:pt>
                <c:pt idx="23630">
                  <c:v>9.1446842065579812</c:v>
                </c:pt>
                <c:pt idx="23631">
                  <c:v>9.1451523046763743</c:v>
                </c:pt>
                <c:pt idx="23632">
                  <c:v>9.1433165641807541</c:v>
                </c:pt>
                <c:pt idx="23633">
                  <c:v>9.1428914012365325</c:v>
                </c:pt>
                <c:pt idx="23634">
                  <c:v>9.1432045138481648</c:v>
                </c:pt>
                <c:pt idx="23635">
                  <c:v>9.1437040279476562</c:v>
                </c:pt>
                <c:pt idx="23636">
                  <c:v>9.1437207831375762</c:v>
                </c:pt>
                <c:pt idx="23637">
                  <c:v>9.1390816899284548</c:v>
                </c:pt>
                <c:pt idx="23638">
                  <c:v>9.1363013756010929</c:v>
                </c:pt>
                <c:pt idx="23639">
                  <c:v>9.1355369200609893</c:v>
                </c:pt>
                <c:pt idx="23640">
                  <c:v>9.1332048070639882</c:v>
                </c:pt>
                <c:pt idx="23641">
                  <c:v>9.1335556188529399</c:v>
                </c:pt>
                <c:pt idx="23642">
                  <c:v>9.1325220330747445</c:v>
                </c:pt>
                <c:pt idx="23643">
                  <c:v>9.1290055375902686</c:v>
                </c:pt>
                <c:pt idx="23644">
                  <c:v>9.12720330747449</c:v>
                </c:pt>
                <c:pt idx="23645">
                  <c:v>9.1249801032119695</c:v>
                </c:pt>
                <c:pt idx="23646">
                  <c:v>9.1258545146859245</c:v>
                </c:pt>
                <c:pt idx="23647">
                  <c:v>9.1286348290132864</c:v>
                </c:pt>
                <c:pt idx="23648">
                  <c:v>9.1283814067657456</c:v>
                </c:pt>
                <c:pt idx="23649">
                  <c:v>9.1271540891040992</c:v>
                </c:pt>
                <c:pt idx="23650">
                  <c:v>9.1275782048489518</c:v>
                </c:pt>
                <c:pt idx="23651">
                  <c:v>9.1257257091634134</c:v>
                </c:pt>
                <c:pt idx="23652">
                  <c:v>9.1253015934185608</c:v>
                </c:pt>
                <c:pt idx="23653">
                  <c:v>9.1238595998860639</c:v>
                </c:pt>
                <c:pt idx="23654">
                  <c:v>9.1200687381666476</c:v>
                </c:pt>
                <c:pt idx="23655">
                  <c:v>9.1195241944942449</c:v>
                </c:pt>
                <c:pt idx="23656">
                  <c:v>9.1214730325218234</c:v>
                </c:pt>
                <c:pt idx="23657">
                  <c:v>9.124100455741166</c:v>
                </c:pt>
                <c:pt idx="23658">
                  <c:v>9.1232784042357125</c:v>
                </c:pt>
                <c:pt idx="23659">
                  <c:v>9.1206143290384194</c:v>
                </c:pt>
                <c:pt idx="23660">
                  <c:v>9.1190623795720729</c:v>
                </c:pt>
                <c:pt idx="23661">
                  <c:v>9.1166171690431117</c:v>
                </c:pt>
                <c:pt idx="23662">
                  <c:v>9.115156325921955</c:v>
                </c:pt>
                <c:pt idx="23663">
                  <c:v>9.1156129048472767</c:v>
                </c:pt>
                <c:pt idx="23664">
                  <c:v>9.1157071527905771</c:v>
                </c:pt>
                <c:pt idx="23665">
                  <c:v>9.1148693932945726</c:v>
                </c:pt>
                <c:pt idx="23666">
                  <c:v>9.1158359583130881</c:v>
                </c:pt>
                <c:pt idx="23667">
                  <c:v>9.118048690581908</c:v>
                </c:pt>
                <c:pt idx="23668">
                  <c:v>9.1227171053733898</c:v>
                </c:pt>
                <c:pt idx="23669">
                  <c:v>9.1268168909069587</c:v>
                </c:pt>
                <c:pt idx="23670">
                  <c:v>9.123598847242933</c:v>
                </c:pt>
                <c:pt idx="23671">
                  <c:v>9.1182214784779578</c:v>
                </c:pt>
                <c:pt idx="23672">
                  <c:v>9.1161050885511781</c:v>
                </c:pt>
                <c:pt idx="23673">
                  <c:v>9.1169072432686029</c:v>
                </c:pt>
                <c:pt idx="23674">
                  <c:v>9.1169491312434019</c:v>
                </c:pt>
                <c:pt idx="23675">
                  <c:v>9.1152275354791144</c:v>
                </c:pt>
                <c:pt idx="23676">
                  <c:v>9.1120859373691001</c:v>
                </c:pt>
                <c:pt idx="23677">
                  <c:v>9.109057436791046</c:v>
                </c:pt>
                <c:pt idx="23678">
                  <c:v>9.1090281152086856</c:v>
                </c:pt>
                <c:pt idx="23679">
                  <c:v>9.1077641455690905</c:v>
                </c:pt>
                <c:pt idx="23680">
                  <c:v>9.1089883216326264</c:v>
                </c:pt>
                <c:pt idx="23681">
                  <c:v>9.1112052426989258</c:v>
                </c:pt>
                <c:pt idx="23682">
                  <c:v>9.1097046060017082</c:v>
                </c:pt>
                <c:pt idx="23683">
                  <c:v>9.1086479818373736</c:v>
                </c:pt>
                <c:pt idx="23684">
                  <c:v>9.1065787158822449</c:v>
                </c:pt>
                <c:pt idx="23685">
                  <c:v>9.1055440829046805</c:v>
                </c:pt>
                <c:pt idx="23686">
                  <c:v>9.1055273277147588</c:v>
                </c:pt>
                <c:pt idx="23687">
                  <c:v>9.1072688202670768</c:v>
                </c:pt>
                <c:pt idx="23688">
                  <c:v>9.1076981720087797</c:v>
                </c:pt>
                <c:pt idx="23689">
                  <c:v>9.1071829499187373</c:v>
                </c:pt>
                <c:pt idx="23690">
                  <c:v>9.1052581974766689</c:v>
                </c:pt>
                <c:pt idx="23691">
                  <c:v>9.1048497897223672</c:v>
                </c:pt>
                <c:pt idx="23692">
                  <c:v>9.1047890521589068</c:v>
                </c:pt>
                <c:pt idx="23693">
                  <c:v>9.1039834416835621</c:v>
                </c:pt>
                <c:pt idx="23694">
                  <c:v>9.1015266072415937</c:v>
                </c:pt>
                <c:pt idx="23695">
                  <c:v>9.1020810993080108</c:v>
                </c:pt>
                <c:pt idx="23696">
                  <c:v>9.1043123670056794</c:v>
                </c:pt>
                <c:pt idx="23697">
                  <c:v>9.1068164301392365</c:v>
                </c:pt>
                <c:pt idx="23698">
                  <c:v>9.1069693212472558</c:v>
                </c:pt>
                <c:pt idx="23699">
                  <c:v>9.1054257493758683</c:v>
                </c:pt>
                <c:pt idx="23700">
                  <c:v>9.1029937335589697</c:v>
                </c:pt>
                <c:pt idx="23701">
                  <c:v>9.0998933951041341</c:v>
                </c:pt>
                <c:pt idx="23702">
                  <c:v>9.0995881364877764</c:v>
                </c:pt>
                <c:pt idx="23703">
                  <c:v>9.0973172846539221</c:v>
                </c:pt>
                <c:pt idx="23704">
                  <c:v>9.0956389382236154</c:v>
                </c:pt>
                <c:pt idx="23705">
                  <c:v>9.0953094893018118</c:v>
                </c:pt>
                <c:pt idx="23706">
                  <c:v>9.0959625228289465</c:v>
                </c:pt>
                <c:pt idx="23707">
                  <c:v>9.0987785466548257</c:v>
                </c:pt>
                <c:pt idx="23708">
                  <c:v>9.0980430985372713</c:v>
                </c:pt>
                <c:pt idx="23709">
                  <c:v>9.0934366779484943</c:v>
                </c:pt>
                <c:pt idx="23710">
                  <c:v>9.0905491304056429</c:v>
                </c:pt>
                <c:pt idx="23711">
                  <c:v>9.0903448218085554</c:v>
                </c:pt>
                <c:pt idx="23712">
                  <c:v>9.092641015867164</c:v>
                </c:pt>
                <c:pt idx="23713">
                  <c:v>9.0949196169763589</c:v>
                </c:pt>
                <c:pt idx="23714">
                  <c:v>9.0956280473501661</c:v>
                </c:pt>
                <c:pt idx="23715">
                  <c:v>9.094022062396327</c:v>
                </c:pt>
                <c:pt idx="23716">
                  <c:v>9.0920010723321543</c:v>
                </c:pt>
                <c:pt idx="23717">
                  <c:v>9.0895697895548153</c:v>
                </c:pt>
                <c:pt idx="23718">
                  <c:v>9.0890534155454645</c:v>
                </c:pt>
                <c:pt idx="23719">
                  <c:v>9.090247222827271</c:v>
                </c:pt>
                <c:pt idx="23720">
                  <c:v>9.0898687649749519</c:v>
                </c:pt>
                <c:pt idx="23721">
                  <c:v>9.0896601628604454</c:v>
                </c:pt>
                <c:pt idx="23722">
                  <c:v>9.0894366905148871</c:v>
                </c:pt>
                <c:pt idx="23723">
                  <c:v>9.0899869937838247</c:v>
                </c:pt>
                <c:pt idx="23724">
                  <c:v>9.0893408717725315</c:v>
                </c:pt>
                <c:pt idx="23725">
                  <c:v>9.0904724754117581</c:v>
                </c:pt>
                <c:pt idx="23726">
                  <c:v>9.0890979215186896</c:v>
                </c:pt>
                <c:pt idx="23727">
                  <c:v>9.0885234279443061</c:v>
                </c:pt>
                <c:pt idx="23728">
                  <c:v>9.0894008762964322</c:v>
                </c:pt>
                <c:pt idx="23729">
                  <c:v>9.0885114898714878</c:v>
                </c:pt>
                <c:pt idx="23730">
                  <c:v>9.0856221620897077</c:v>
                </c:pt>
                <c:pt idx="23731">
                  <c:v>9.0846521413132724</c:v>
                </c:pt>
                <c:pt idx="23732">
                  <c:v>9.0877725859960119</c:v>
                </c:pt>
                <c:pt idx="23733">
                  <c:v>9.0907618165976913</c:v>
                </c:pt>
                <c:pt idx="23734">
                  <c:v>9.0851370993415212</c:v>
                </c:pt>
                <c:pt idx="23735">
                  <c:v>9.082665185228624</c:v>
                </c:pt>
                <c:pt idx="23736">
                  <c:v>9.0827950379505058</c:v>
                </c:pt>
                <c:pt idx="23737">
                  <c:v>9.081375768644337</c:v>
                </c:pt>
                <c:pt idx="23738">
                  <c:v>9.080333700551245</c:v>
                </c:pt>
                <c:pt idx="23739">
                  <c:v>9.0808810716619472</c:v>
                </c:pt>
                <c:pt idx="23740">
                  <c:v>9.0843623812475922</c:v>
                </c:pt>
                <c:pt idx="23741">
                  <c:v>9.0851372040614589</c:v>
                </c:pt>
                <c:pt idx="23742">
                  <c:v>9.0825347041871218</c:v>
                </c:pt>
                <c:pt idx="23743">
                  <c:v>9.0833879622338021</c:v>
                </c:pt>
                <c:pt idx="23744">
                  <c:v>9.0844340096845002</c:v>
                </c:pt>
                <c:pt idx="23745">
                  <c:v>9.0828797563795387</c:v>
                </c:pt>
                <c:pt idx="23746">
                  <c:v>9.0828736826231928</c:v>
                </c:pt>
                <c:pt idx="23747">
                  <c:v>9.0828663522276027</c:v>
                </c:pt>
                <c:pt idx="23748">
                  <c:v>9.0798730375483814</c:v>
                </c:pt>
                <c:pt idx="23749">
                  <c:v>9.0771916835614839</c:v>
                </c:pt>
                <c:pt idx="23750">
                  <c:v>9.0760993498986302</c:v>
                </c:pt>
                <c:pt idx="23751">
                  <c:v>9.0773801794480846</c:v>
                </c:pt>
                <c:pt idx="23752">
                  <c:v>9.0813115753229567</c:v>
                </c:pt>
                <c:pt idx="23753">
                  <c:v>9.0834444062798454</c:v>
                </c:pt>
                <c:pt idx="23754">
                  <c:v>9.0808489226412874</c:v>
                </c:pt>
                <c:pt idx="23755">
                  <c:v>9.0800636278337219</c:v>
                </c:pt>
                <c:pt idx="23756">
                  <c:v>9.0813758733642747</c:v>
                </c:pt>
                <c:pt idx="23757">
                  <c:v>9.0837137459578106</c:v>
                </c:pt>
                <c:pt idx="23758">
                  <c:v>9.0827784922004593</c:v>
                </c:pt>
                <c:pt idx="23759">
                  <c:v>9.0790076319890094</c:v>
                </c:pt>
                <c:pt idx="23760">
                  <c:v>9.0785715781713385</c:v>
                </c:pt>
                <c:pt idx="23761">
                  <c:v>9.0772905391820125</c:v>
                </c:pt>
                <c:pt idx="23762">
                  <c:v>9.0747893034867548</c:v>
                </c:pt>
                <c:pt idx="23763">
                  <c:v>9.0741754352160573</c:v>
                </c:pt>
                <c:pt idx="23764">
                  <c:v>9.0758758775530719</c:v>
                </c:pt>
                <c:pt idx="23765">
                  <c:v>9.0781641128964701</c:v>
                </c:pt>
                <c:pt idx="23766">
                  <c:v>9.0800126292244023</c:v>
                </c:pt>
                <c:pt idx="23767">
                  <c:v>9.0817958003116459</c:v>
                </c:pt>
                <c:pt idx="23768">
                  <c:v>9.0799006836117488</c:v>
                </c:pt>
                <c:pt idx="23769">
                  <c:v>9.0773119020491606</c:v>
                </c:pt>
                <c:pt idx="23770">
                  <c:v>9.0782533342827936</c:v>
                </c:pt>
                <c:pt idx="23771">
                  <c:v>9.079552594541159</c:v>
                </c:pt>
                <c:pt idx="23772">
                  <c:v>9.0809252634753612</c:v>
                </c:pt>
                <c:pt idx="23773">
                  <c:v>9.0830586180319361</c:v>
                </c:pt>
                <c:pt idx="23774">
                  <c:v>9.0808379270479023</c:v>
                </c:pt>
                <c:pt idx="23775">
                  <c:v>9.075560251662953</c:v>
                </c:pt>
                <c:pt idx="23776">
                  <c:v>9.074416081631286</c:v>
                </c:pt>
                <c:pt idx="23777">
                  <c:v>9.0782759537891859</c:v>
                </c:pt>
                <c:pt idx="23778">
                  <c:v>9.0795395045490341</c:v>
                </c:pt>
                <c:pt idx="23779">
                  <c:v>9.0790963297756484</c:v>
                </c:pt>
                <c:pt idx="23780">
                  <c:v>9.0763474314293848</c:v>
                </c:pt>
                <c:pt idx="23781">
                  <c:v>9.0760742171137512</c:v>
                </c:pt>
                <c:pt idx="23782">
                  <c:v>9.0767848466062357</c:v>
                </c:pt>
                <c:pt idx="23783">
                  <c:v>9.0785833068042834</c:v>
                </c:pt>
                <c:pt idx="23784">
                  <c:v>9.0810980513714128</c:v>
                </c:pt>
                <c:pt idx="23785">
                  <c:v>9.0835677663656309</c:v>
                </c:pt>
                <c:pt idx="23786">
                  <c:v>9.081577878122749</c:v>
                </c:pt>
                <c:pt idx="23787">
                  <c:v>9.077698632776503</c:v>
                </c:pt>
                <c:pt idx="23788">
                  <c:v>9.078822068260644</c:v>
                </c:pt>
                <c:pt idx="23789">
                  <c:v>9.0802441650051104</c:v>
                </c:pt>
                <c:pt idx="23790">
                  <c:v>9.0811773243637219</c:v>
                </c:pt>
                <c:pt idx="23791">
                  <c:v>9.0825096761221786</c:v>
                </c:pt>
                <c:pt idx="23792">
                  <c:v>9.08189413233249</c:v>
                </c:pt>
                <c:pt idx="23793">
                  <c:v>9.0841126241978447</c:v>
                </c:pt>
                <c:pt idx="23794">
                  <c:v>9.0882021471775882</c:v>
                </c:pt>
                <c:pt idx="23795">
                  <c:v>9.0896446643097697</c:v>
                </c:pt>
                <c:pt idx="23796">
                  <c:v>9.0884264572826439</c:v>
                </c:pt>
                <c:pt idx="23797">
                  <c:v>9.0854893772095906</c:v>
                </c:pt>
                <c:pt idx="23798">
                  <c:v>9.0813410016252529</c:v>
                </c:pt>
                <c:pt idx="23799">
                  <c:v>9.0775411339912537</c:v>
                </c:pt>
                <c:pt idx="23800">
                  <c:v>9.0777577995409082</c:v>
                </c:pt>
                <c:pt idx="23801">
                  <c:v>9.0793947815960987</c:v>
                </c:pt>
                <c:pt idx="23802">
                  <c:v>9.0789963222358132</c:v>
                </c:pt>
                <c:pt idx="23803">
                  <c:v>9.0769031801350462</c:v>
                </c:pt>
                <c:pt idx="23804">
                  <c:v>9.0743825712514443</c:v>
                </c:pt>
                <c:pt idx="23805">
                  <c:v>9.076528073320711</c:v>
                </c:pt>
                <c:pt idx="23806">
                  <c:v>9.075984576847679</c:v>
                </c:pt>
                <c:pt idx="23807">
                  <c:v>9.0733722332992652</c:v>
                </c:pt>
                <c:pt idx="23808">
                  <c:v>9.07375749794749</c:v>
                </c:pt>
                <c:pt idx="23809">
                  <c:v>9.0748896251864011</c:v>
                </c:pt>
                <c:pt idx="23810">
                  <c:v>9.0759642611798999</c:v>
                </c:pt>
                <c:pt idx="23811">
                  <c:v>9.0757657121793471</c:v>
                </c:pt>
                <c:pt idx="23812">
                  <c:v>9.0742015104803713</c:v>
                </c:pt>
                <c:pt idx="23813">
                  <c:v>9.0722409438198479</c:v>
                </c:pt>
                <c:pt idx="23814">
                  <c:v>9.072909161737849</c:v>
                </c:pt>
                <c:pt idx="23815">
                  <c:v>9.0742610961245251</c:v>
                </c:pt>
                <c:pt idx="23816">
                  <c:v>9.0781043178124428</c:v>
                </c:pt>
                <c:pt idx="23817">
                  <c:v>9.0793876606403838</c:v>
                </c:pt>
                <c:pt idx="23818">
                  <c:v>9.0782263165390482</c:v>
                </c:pt>
                <c:pt idx="23819">
                  <c:v>9.0763670140576043</c:v>
                </c:pt>
                <c:pt idx="23820">
                  <c:v>9.0775795662081329</c:v>
                </c:pt>
                <c:pt idx="23821">
                  <c:v>9.0775706650134875</c:v>
                </c:pt>
                <c:pt idx="23822">
                  <c:v>9.0796623410351351</c:v>
                </c:pt>
                <c:pt idx="23823">
                  <c:v>9.0825837131176375</c:v>
                </c:pt>
                <c:pt idx="23824">
                  <c:v>9.0824705108657415</c:v>
                </c:pt>
                <c:pt idx="23825">
                  <c:v>9.081754540656469</c:v>
                </c:pt>
                <c:pt idx="23826">
                  <c:v>9.0814901228155414</c:v>
                </c:pt>
                <c:pt idx="23827">
                  <c:v>9.0802353685304027</c:v>
                </c:pt>
                <c:pt idx="23828">
                  <c:v>9.0817014476484097</c:v>
                </c:pt>
                <c:pt idx="23829">
                  <c:v>9.0867971197828528</c:v>
                </c:pt>
                <c:pt idx="23830">
                  <c:v>9.0929389440879316</c:v>
                </c:pt>
                <c:pt idx="23831">
                  <c:v>9.0950514593770428</c:v>
                </c:pt>
                <c:pt idx="23832">
                  <c:v>9.0914227041201006</c:v>
                </c:pt>
                <c:pt idx="23833">
                  <c:v>9.0866275782048493</c:v>
                </c:pt>
                <c:pt idx="23834">
                  <c:v>9.0844630171070495</c:v>
                </c:pt>
                <c:pt idx="23835">
                  <c:v>9.0836329021664461</c:v>
                </c:pt>
                <c:pt idx="23836">
                  <c:v>9.0828072901831334</c:v>
                </c:pt>
                <c:pt idx="23837">
                  <c:v>9.0830589321917472</c:v>
                </c:pt>
                <c:pt idx="23838">
                  <c:v>9.0831922406715488</c:v>
                </c:pt>
                <c:pt idx="23839">
                  <c:v>9.0816544283966962</c:v>
                </c:pt>
                <c:pt idx="23840">
                  <c:v>9.0812496858401897</c:v>
                </c:pt>
                <c:pt idx="23841">
                  <c:v>9.0802262578958839</c:v>
                </c:pt>
                <c:pt idx="23842">
                  <c:v>9.0795312316740109</c:v>
                </c:pt>
                <c:pt idx="23843">
                  <c:v>9.0791232427994579</c:v>
                </c:pt>
                <c:pt idx="23844">
                  <c:v>9.0783931353986898</c:v>
                </c:pt>
                <c:pt idx="23845">
                  <c:v>9.0782398254109218</c:v>
                </c:pt>
                <c:pt idx="23846">
                  <c:v>9.0799541954995568</c:v>
                </c:pt>
                <c:pt idx="23847">
                  <c:v>9.0816532764773896</c:v>
                </c:pt>
                <c:pt idx="23848">
                  <c:v>9.0834588576311504</c:v>
                </c:pt>
                <c:pt idx="23849">
                  <c:v>9.0828171338572119</c:v>
                </c:pt>
                <c:pt idx="23850">
                  <c:v>9.083801291825143</c:v>
                </c:pt>
                <c:pt idx="23851">
                  <c:v>9.0830040589447574</c:v>
                </c:pt>
                <c:pt idx="23852">
                  <c:v>9.0805084781260987</c:v>
                </c:pt>
                <c:pt idx="23853">
                  <c:v>9.0773314846773783</c:v>
                </c:pt>
                <c:pt idx="23854">
                  <c:v>9.0757191118073823</c:v>
                </c:pt>
                <c:pt idx="23855">
                  <c:v>9.0749551798669632</c:v>
                </c:pt>
                <c:pt idx="23856">
                  <c:v>9.0747409228758613</c:v>
                </c:pt>
                <c:pt idx="23857">
                  <c:v>9.0785336695541439</c:v>
                </c:pt>
                <c:pt idx="23858">
                  <c:v>9.081703018447465</c:v>
                </c:pt>
                <c:pt idx="23859">
                  <c:v>9.0864492401521364</c:v>
                </c:pt>
                <c:pt idx="23860">
                  <c:v>9.0883486503694524</c:v>
                </c:pt>
                <c:pt idx="23861">
                  <c:v>9.0825067439639433</c:v>
                </c:pt>
                <c:pt idx="23862">
                  <c:v>9.0778539324430749</c:v>
                </c:pt>
                <c:pt idx="23863">
                  <c:v>9.0769121860496291</c:v>
                </c:pt>
                <c:pt idx="23864">
                  <c:v>9.0793420027478504</c:v>
                </c:pt>
                <c:pt idx="23865">
                  <c:v>9.0790698356315875</c:v>
                </c:pt>
                <c:pt idx="23866">
                  <c:v>9.077063820518406</c:v>
                </c:pt>
                <c:pt idx="23867">
                  <c:v>9.0770122983094019</c:v>
                </c:pt>
                <c:pt idx="23868">
                  <c:v>9.0764131955498222</c:v>
                </c:pt>
                <c:pt idx="23869">
                  <c:v>9.075207554915135</c:v>
                </c:pt>
                <c:pt idx="23870">
                  <c:v>9.0737982340029824</c:v>
                </c:pt>
                <c:pt idx="23871">
                  <c:v>9.0737128872543273</c:v>
                </c:pt>
                <c:pt idx="23872">
                  <c:v>9.0757843523281334</c:v>
                </c:pt>
                <c:pt idx="23873">
                  <c:v>9.0765018933364612</c:v>
                </c:pt>
                <c:pt idx="23874">
                  <c:v>9.0767431680713102</c:v>
                </c:pt>
                <c:pt idx="23875">
                  <c:v>9.0791344478327165</c:v>
                </c:pt>
                <c:pt idx="23876">
                  <c:v>9.0807651466916877</c:v>
                </c:pt>
                <c:pt idx="23877">
                  <c:v>9.0813306343514899</c:v>
                </c:pt>
                <c:pt idx="23878">
                  <c:v>9.0825161687582732</c:v>
                </c:pt>
                <c:pt idx="23879">
                  <c:v>9.0827042457651253</c:v>
                </c:pt>
                <c:pt idx="23880">
                  <c:v>9.0822370901261671</c:v>
                </c:pt>
                <c:pt idx="23881">
                  <c:v>9.0808998165306711</c:v>
                </c:pt>
                <c:pt idx="23882">
                  <c:v>9.0783766943685809</c:v>
                </c:pt>
                <c:pt idx="23883">
                  <c:v>9.0742018246401823</c:v>
                </c:pt>
                <c:pt idx="23884">
                  <c:v>9.0736714181592752</c:v>
                </c:pt>
                <c:pt idx="23885">
                  <c:v>9.0763355980765041</c:v>
                </c:pt>
                <c:pt idx="23886">
                  <c:v>9.0775742254913467</c:v>
                </c:pt>
                <c:pt idx="23887">
                  <c:v>9.0758038302364152</c:v>
                </c:pt>
                <c:pt idx="23888">
                  <c:v>9.0750784352328129</c:v>
                </c:pt>
                <c:pt idx="23889">
                  <c:v>9.0748436531340584</c:v>
                </c:pt>
                <c:pt idx="23890">
                  <c:v>9.0743401596769608</c:v>
                </c:pt>
                <c:pt idx="23891">
                  <c:v>9.0745205921284118</c:v>
                </c:pt>
                <c:pt idx="23892">
                  <c:v>9.077070836754185</c:v>
                </c:pt>
                <c:pt idx="23893">
                  <c:v>9.0798292646147143</c:v>
                </c:pt>
                <c:pt idx="23894">
                  <c:v>9.0789934947975137</c:v>
                </c:pt>
                <c:pt idx="23895">
                  <c:v>9.080295896653988</c:v>
                </c:pt>
                <c:pt idx="23896">
                  <c:v>9.0827071779233624</c:v>
                </c:pt>
                <c:pt idx="23897">
                  <c:v>9.0804263776954919</c:v>
                </c:pt>
                <c:pt idx="23898">
                  <c:v>9.0784439245681341</c:v>
                </c:pt>
                <c:pt idx="23899">
                  <c:v>9.076083641908081</c:v>
                </c:pt>
                <c:pt idx="23900">
                  <c:v>9.0762580006031861</c:v>
                </c:pt>
                <c:pt idx="23901">
                  <c:v>9.0778664988355136</c:v>
                </c:pt>
                <c:pt idx="23902">
                  <c:v>9.0790616674765001</c:v>
                </c:pt>
                <c:pt idx="23903">
                  <c:v>9.0804940267747938</c:v>
                </c:pt>
                <c:pt idx="23904">
                  <c:v>9.0836951058090243</c:v>
                </c:pt>
                <c:pt idx="23905">
                  <c:v>9.0859082569575929</c:v>
                </c:pt>
                <c:pt idx="23906">
                  <c:v>9.0856477137543354</c:v>
                </c:pt>
                <c:pt idx="23907">
                  <c:v>9.0824675787075044</c:v>
                </c:pt>
                <c:pt idx="23908">
                  <c:v>9.078476701908416</c:v>
                </c:pt>
                <c:pt idx="23909">
                  <c:v>9.0777432434696639</c:v>
                </c:pt>
                <c:pt idx="23910">
                  <c:v>9.0776160087462099</c:v>
                </c:pt>
                <c:pt idx="23911">
                  <c:v>9.0728904168691251</c:v>
                </c:pt>
                <c:pt idx="23912">
                  <c:v>9.0720545423319869</c:v>
                </c:pt>
                <c:pt idx="23913">
                  <c:v>9.0751428379940684</c:v>
                </c:pt>
                <c:pt idx="23914">
                  <c:v>9.0753536392272505</c:v>
                </c:pt>
                <c:pt idx="23915">
                  <c:v>9.0775103463297757</c:v>
                </c:pt>
                <c:pt idx="23916">
                  <c:v>9.0790595730777603</c:v>
                </c:pt>
                <c:pt idx="23917">
                  <c:v>9.0758245647839413</c:v>
                </c:pt>
                <c:pt idx="23918">
                  <c:v>9.0725514384330541</c:v>
                </c:pt>
                <c:pt idx="23919">
                  <c:v>9.0724281830672044</c:v>
                </c:pt>
                <c:pt idx="23920">
                  <c:v>9.0698834885980926</c:v>
                </c:pt>
                <c:pt idx="23921">
                  <c:v>9.0672730300085451</c:v>
                </c:pt>
                <c:pt idx="23922">
                  <c:v>9.0687179556992774</c:v>
                </c:pt>
                <c:pt idx="23923">
                  <c:v>9.072544108037464</c:v>
                </c:pt>
                <c:pt idx="23924">
                  <c:v>9.0736974934235874</c:v>
                </c:pt>
                <c:pt idx="23925">
                  <c:v>9.0739601310255846</c:v>
                </c:pt>
                <c:pt idx="23926">
                  <c:v>9.0733668925824773</c:v>
                </c:pt>
                <c:pt idx="23927">
                  <c:v>9.0695876547760665</c:v>
                </c:pt>
                <c:pt idx="23928">
                  <c:v>9.0692849094381991</c:v>
                </c:pt>
                <c:pt idx="23929">
                  <c:v>9.069549641438936</c:v>
                </c:pt>
                <c:pt idx="23930">
                  <c:v>9.0693922473736244</c:v>
                </c:pt>
                <c:pt idx="23931">
                  <c:v>9.0698624398907555</c:v>
                </c:pt>
                <c:pt idx="23932">
                  <c:v>9.0744550374478496</c:v>
                </c:pt>
                <c:pt idx="23933">
                  <c:v>9.0787320091148231</c:v>
                </c:pt>
                <c:pt idx="23934">
                  <c:v>9.0781589816195574</c:v>
                </c:pt>
                <c:pt idx="23935">
                  <c:v>9.0756906279845175</c:v>
                </c:pt>
                <c:pt idx="23936">
                  <c:v>9.072369749342359</c:v>
                </c:pt>
                <c:pt idx="23937">
                  <c:v>9.0703838404570813</c:v>
                </c:pt>
                <c:pt idx="23938">
                  <c:v>9.070642289261599</c:v>
                </c:pt>
                <c:pt idx="23939">
                  <c:v>9.0733491949131242</c:v>
                </c:pt>
                <c:pt idx="23940">
                  <c:v>9.0754119682321601</c:v>
                </c:pt>
                <c:pt idx="23941">
                  <c:v>9.0740571016872469</c:v>
                </c:pt>
                <c:pt idx="23942">
                  <c:v>9.0733614471457535</c:v>
                </c:pt>
                <c:pt idx="23943">
                  <c:v>9.0732100221168501</c:v>
                </c:pt>
                <c:pt idx="23944">
                  <c:v>9.072848633614262</c:v>
                </c:pt>
                <c:pt idx="23945">
                  <c:v>9.0732333746628022</c:v>
                </c:pt>
                <c:pt idx="23946">
                  <c:v>9.0716886508721082</c:v>
                </c:pt>
                <c:pt idx="23947">
                  <c:v>9.0676355704304417</c:v>
                </c:pt>
                <c:pt idx="23948">
                  <c:v>9.0669870398605976</c:v>
                </c:pt>
                <c:pt idx="23949">
                  <c:v>9.0686265351942765</c:v>
                </c:pt>
                <c:pt idx="23950">
                  <c:v>9.0675666647118938</c:v>
                </c:pt>
                <c:pt idx="23951">
                  <c:v>9.0639189551463559</c:v>
                </c:pt>
                <c:pt idx="23952">
                  <c:v>9.0664150595647008</c:v>
                </c:pt>
                <c:pt idx="23953">
                  <c:v>9.0714960709079637</c:v>
                </c:pt>
                <c:pt idx="23954">
                  <c:v>9.071008704321164</c:v>
                </c:pt>
                <c:pt idx="23955">
                  <c:v>9.0703197518556369</c:v>
                </c:pt>
                <c:pt idx="23956">
                  <c:v>9.0685661117906271</c:v>
                </c:pt>
                <c:pt idx="23957">
                  <c:v>9.0688824707203057</c:v>
                </c:pt>
                <c:pt idx="23958">
                  <c:v>9.0692746468843719</c:v>
                </c:pt>
                <c:pt idx="23959">
                  <c:v>9.0698742732436379</c:v>
                </c:pt>
                <c:pt idx="23960">
                  <c:v>9.0705278303704571</c:v>
                </c:pt>
                <c:pt idx="23961">
                  <c:v>9.0688456093024818</c:v>
                </c:pt>
                <c:pt idx="23962">
                  <c:v>9.0674106320057639</c:v>
                </c:pt>
                <c:pt idx="23963">
                  <c:v>9.0666535068612504</c:v>
                </c:pt>
                <c:pt idx="23964">
                  <c:v>9.0653702687532469</c:v>
                </c:pt>
                <c:pt idx="23965">
                  <c:v>9.0650141162475073</c:v>
                </c:pt>
                <c:pt idx="23966">
                  <c:v>9.0666713092505411</c:v>
                </c:pt>
                <c:pt idx="23967">
                  <c:v>9.0673113575054867</c:v>
                </c:pt>
                <c:pt idx="23968">
                  <c:v>9.0665682648325312</c:v>
                </c:pt>
                <c:pt idx="23969">
                  <c:v>9.0659287401772701</c:v>
                </c:pt>
                <c:pt idx="23970">
                  <c:v>9.0653144530268257</c:v>
                </c:pt>
                <c:pt idx="23971">
                  <c:v>9.0641659894777415</c:v>
                </c:pt>
                <c:pt idx="23972">
                  <c:v>9.0660705309719685</c:v>
                </c:pt>
                <c:pt idx="23973">
                  <c:v>9.0689300135717037</c:v>
                </c:pt>
                <c:pt idx="23974">
                  <c:v>9.0697273511720251</c:v>
                </c:pt>
                <c:pt idx="23975">
                  <c:v>9.0656256806795898</c:v>
                </c:pt>
                <c:pt idx="23976">
                  <c:v>9.064821117403616</c:v>
                </c:pt>
                <c:pt idx="23977">
                  <c:v>9.069756463314512</c:v>
                </c:pt>
                <c:pt idx="23978">
                  <c:v>9.0715257066501351</c:v>
                </c:pt>
                <c:pt idx="23979">
                  <c:v>9.0696597020927232</c:v>
                </c:pt>
                <c:pt idx="23980">
                  <c:v>9.0694862858770513</c:v>
                </c:pt>
                <c:pt idx="23981">
                  <c:v>9.0701765997017585</c:v>
                </c:pt>
                <c:pt idx="23982">
                  <c:v>9.0701482205988313</c:v>
                </c:pt>
                <c:pt idx="23983">
                  <c:v>9.0717486553960089</c:v>
                </c:pt>
                <c:pt idx="23984">
                  <c:v>9.0722582226094541</c:v>
                </c:pt>
                <c:pt idx="23985">
                  <c:v>9.073096610425079</c:v>
                </c:pt>
                <c:pt idx="23986">
                  <c:v>9.0723617906271468</c:v>
                </c:pt>
                <c:pt idx="23987">
                  <c:v>9.0691785139822052</c:v>
                </c:pt>
                <c:pt idx="23988">
                  <c:v>9.0660161813246649</c:v>
                </c:pt>
                <c:pt idx="23989">
                  <c:v>9.0654930005194103</c:v>
                </c:pt>
                <c:pt idx="23990">
                  <c:v>9.0631115644320825</c:v>
                </c:pt>
                <c:pt idx="23991">
                  <c:v>9.0635593468826965</c:v>
                </c:pt>
                <c:pt idx="23992">
                  <c:v>9.0671107141061942</c:v>
                </c:pt>
                <c:pt idx="23993">
                  <c:v>9.067588655898664</c:v>
                </c:pt>
                <c:pt idx="23994">
                  <c:v>9.0666889021999566</c:v>
                </c:pt>
                <c:pt idx="23995">
                  <c:v>9.0652731933716471</c:v>
                </c:pt>
                <c:pt idx="23996">
                  <c:v>9.0654621081379965</c:v>
                </c:pt>
                <c:pt idx="23997">
                  <c:v>9.0645668573965779</c:v>
                </c:pt>
                <c:pt idx="23998">
                  <c:v>9.0627228440259362</c:v>
                </c:pt>
                <c:pt idx="23999">
                  <c:v>9.0623447003334281</c:v>
                </c:pt>
                <c:pt idx="24000">
                  <c:v>9.0656264137191496</c:v>
                </c:pt>
                <c:pt idx="24001">
                  <c:v>9.0663790359063725</c:v>
                </c:pt>
                <c:pt idx="24002">
                  <c:v>9.0651301459377045</c:v>
                </c:pt>
                <c:pt idx="24003">
                  <c:v>9.0662613306971842</c:v>
                </c:pt>
                <c:pt idx="24004">
                  <c:v>9.0686470603019291</c:v>
                </c:pt>
                <c:pt idx="24005">
                  <c:v>9.0708220933934278</c:v>
                </c:pt>
                <c:pt idx="24006">
                  <c:v>9.0712242179515101</c:v>
                </c:pt>
                <c:pt idx="24007">
                  <c:v>9.0679837642209673</c:v>
                </c:pt>
                <c:pt idx="24008">
                  <c:v>9.066077023608063</c:v>
                </c:pt>
                <c:pt idx="24009">
                  <c:v>9.0641550986042922</c:v>
                </c:pt>
                <c:pt idx="24010">
                  <c:v>9.0637584194829355</c:v>
                </c:pt>
                <c:pt idx="24011">
                  <c:v>9.0644862230450887</c:v>
                </c:pt>
                <c:pt idx="24012">
                  <c:v>9.0651064792319413</c:v>
                </c:pt>
                <c:pt idx="24013">
                  <c:v>9.0660748244893856</c:v>
                </c:pt>
                <c:pt idx="24014">
                  <c:v>9.0672028676507548</c:v>
                </c:pt>
                <c:pt idx="24015">
                  <c:v>9.0698621257309444</c:v>
                </c:pt>
                <c:pt idx="24016">
                  <c:v>9.0727530243117798</c:v>
                </c:pt>
                <c:pt idx="24017">
                  <c:v>9.0772594373607216</c:v>
                </c:pt>
                <c:pt idx="24018">
                  <c:v>9.0793137283648608</c:v>
                </c:pt>
                <c:pt idx="24019">
                  <c:v>9.0755418209540402</c:v>
                </c:pt>
                <c:pt idx="24020">
                  <c:v>9.0700914623929769</c:v>
                </c:pt>
                <c:pt idx="24021">
                  <c:v>9.0689138867014059</c:v>
                </c:pt>
                <c:pt idx="24022">
                  <c:v>9.0705286681299526</c:v>
                </c:pt>
                <c:pt idx="24023">
                  <c:v>9.0694574878943754</c:v>
                </c:pt>
                <c:pt idx="24024">
                  <c:v>9.0685975277717272</c:v>
                </c:pt>
                <c:pt idx="24025">
                  <c:v>9.0696160338789937</c:v>
                </c:pt>
                <c:pt idx="24026">
                  <c:v>9.0701604728314589</c:v>
                </c:pt>
                <c:pt idx="24027">
                  <c:v>9.0727248546487278</c:v>
                </c:pt>
                <c:pt idx="24028">
                  <c:v>9.0736625169646299</c:v>
                </c:pt>
                <c:pt idx="24029">
                  <c:v>9.0762964328200653</c:v>
                </c:pt>
                <c:pt idx="24030">
                  <c:v>9.0798934579360964</c:v>
                </c:pt>
                <c:pt idx="24031">
                  <c:v>9.0806561332372695</c:v>
                </c:pt>
                <c:pt idx="24032">
                  <c:v>9.0792740395087375</c:v>
                </c:pt>
                <c:pt idx="24033">
                  <c:v>9.0781205494026782</c:v>
                </c:pt>
                <c:pt idx="24034">
                  <c:v>9.076239255734464</c:v>
                </c:pt>
                <c:pt idx="24035">
                  <c:v>9.0730258197476665</c:v>
                </c:pt>
                <c:pt idx="24036">
                  <c:v>9.0722471222961314</c:v>
                </c:pt>
                <c:pt idx="24037">
                  <c:v>9.0706961153092163</c:v>
                </c:pt>
                <c:pt idx="24038">
                  <c:v>9.0662066668900696</c:v>
                </c:pt>
                <c:pt idx="24039">
                  <c:v>9.0662568277398918</c:v>
                </c:pt>
                <c:pt idx="24040">
                  <c:v>9.0685017090293716</c:v>
                </c:pt>
                <c:pt idx="24041">
                  <c:v>9.0685655881909426</c:v>
                </c:pt>
                <c:pt idx="24042">
                  <c:v>9.0672244399577764</c:v>
                </c:pt>
                <c:pt idx="24043">
                  <c:v>9.0686850736390596</c:v>
                </c:pt>
                <c:pt idx="24044">
                  <c:v>9.0702267605515807</c:v>
                </c:pt>
                <c:pt idx="24045">
                  <c:v>9.0727326039240648</c:v>
                </c:pt>
                <c:pt idx="24046">
                  <c:v>9.0717819563359754</c:v>
                </c:pt>
                <c:pt idx="24047">
                  <c:v>9.0724272405877713</c:v>
                </c:pt>
                <c:pt idx="24048">
                  <c:v>9.0765647252986614</c:v>
                </c:pt>
                <c:pt idx="24049">
                  <c:v>9.078327161838379</c:v>
                </c:pt>
                <c:pt idx="24050">
                  <c:v>9.0785913702394314</c:v>
                </c:pt>
                <c:pt idx="24051">
                  <c:v>9.0791956042759239</c:v>
                </c:pt>
                <c:pt idx="24052">
                  <c:v>9.0777651299364983</c:v>
                </c:pt>
                <c:pt idx="24053">
                  <c:v>9.0756356500175936</c:v>
                </c:pt>
                <c:pt idx="24054">
                  <c:v>9.0749372727577367</c:v>
                </c:pt>
                <c:pt idx="24055">
                  <c:v>9.0744918988656735</c:v>
                </c:pt>
                <c:pt idx="24056">
                  <c:v>9.0736425154566636</c:v>
                </c:pt>
                <c:pt idx="24057">
                  <c:v>9.0704762034415154</c:v>
                </c:pt>
                <c:pt idx="24058">
                  <c:v>9.0665018723924735</c:v>
                </c:pt>
                <c:pt idx="24059">
                  <c:v>9.065877636848013</c:v>
                </c:pt>
                <c:pt idx="24060">
                  <c:v>9.0666938240369959</c:v>
                </c:pt>
                <c:pt idx="24061">
                  <c:v>9.0660783849672431</c:v>
                </c:pt>
                <c:pt idx="24062">
                  <c:v>9.0692873179967499</c:v>
                </c:pt>
                <c:pt idx="24063">
                  <c:v>9.0695690146272803</c:v>
                </c:pt>
                <c:pt idx="24064">
                  <c:v>9.0686573228557545</c:v>
                </c:pt>
                <c:pt idx="24065">
                  <c:v>9.0660380677914976</c:v>
                </c:pt>
                <c:pt idx="24066">
                  <c:v>9.0654933146792214</c:v>
                </c:pt>
                <c:pt idx="24067">
                  <c:v>9.0682558266172943</c:v>
                </c:pt>
                <c:pt idx="24068">
                  <c:v>9.0701401571636815</c:v>
                </c:pt>
                <c:pt idx="24069">
                  <c:v>9.0706251151919304</c:v>
                </c:pt>
                <c:pt idx="24070">
                  <c:v>9.068905509106445</c:v>
                </c:pt>
                <c:pt idx="24071">
                  <c:v>9.0691824933398113</c:v>
                </c:pt>
                <c:pt idx="24072">
                  <c:v>9.0701623577903252</c:v>
                </c:pt>
                <c:pt idx="24073">
                  <c:v>9.0684817075214053</c:v>
                </c:pt>
                <c:pt idx="24074">
                  <c:v>9.0660849823232752</c:v>
                </c:pt>
                <c:pt idx="24075">
                  <c:v>9.0674674949315559</c:v>
                </c:pt>
                <c:pt idx="24076">
                  <c:v>9.06971635557864</c:v>
                </c:pt>
                <c:pt idx="24077">
                  <c:v>9.07068344419684</c:v>
                </c:pt>
                <c:pt idx="24078">
                  <c:v>9.0673304165340216</c:v>
                </c:pt>
                <c:pt idx="24079">
                  <c:v>9.0640688093762041</c:v>
                </c:pt>
                <c:pt idx="24080">
                  <c:v>9.0659748169495504</c:v>
                </c:pt>
                <c:pt idx="24081">
                  <c:v>9.0681094281453678</c:v>
                </c:pt>
                <c:pt idx="24082">
                  <c:v>9.0698109176817514</c:v>
                </c:pt>
                <c:pt idx="24083">
                  <c:v>9.0690303352713499</c:v>
                </c:pt>
                <c:pt idx="24084">
                  <c:v>9.0681952984937091</c:v>
                </c:pt>
                <c:pt idx="24085">
                  <c:v>9.0669875634602821</c:v>
                </c:pt>
                <c:pt idx="24086">
                  <c:v>9.0654130992074791</c:v>
                </c:pt>
                <c:pt idx="24087">
                  <c:v>9.0651594675200649</c:v>
                </c:pt>
                <c:pt idx="24088">
                  <c:v>9.0630283120821673</c:v>
                </c:pt>
                <c:pt idx="24089">
                  <c:v>9.0606787108556883</c:v>
                </c:pt>
                <c:pt idx="24090">
                  <c:v>9.0613905969874171</c:v>
                </c:pt>
                <c:pt idx="24091">
                  <c:v>9.0616213997285655</c:v>
                </c:pt>
                <c:pt idx="24092">
                  <c:v>9.0626443040731868</c:v>
                </c:pt>
                <c:pt idx="24093">
                  <c:v>9.0641011678367374</c:v>
                </c:pt>
                <c:pt idx="24094">
                  <c:v>9.0620412219560009</c:v>
                </c:pt>
                <c:pt idx="24095">
                  <c:v>9.0592909622505573</c:v>
                </c:pt>
                <c:pt idx="24096">
                  <c:v>9.0598785458170674</c:v>
                </c:pt>
                <c:pt idx="24097">
                  <c:v>9.0602405626392777</c:v>
                </c:pt>
                <c:pt idx="24098">
                  <c:v>9.061675435216058</c:v>
                </c:pt>
                <c:pt idx="24099">
                  <c:v>9.0616390973979186</c:v>
                </c:pt>
                <c:pt idx="24100">
                  <c:v>9.0610606244659291</c:v>
                </c:pt>
                <c:pt idx="24101">
                  <c:v>9.0612677605013161</c:v>
                </c:pt>
                <c:pt idx="24102">
                  <c:v>9.0603106202771304</c:v>
                </c:pt>
                <c:pt idx="24103">
                  <c:v>9.0617221403079604</c:v>
                </c:pt>
                <c:pt idx="24104">
                  <c:v>9.06427563125178</c:v>
                </c:pt>
                <c:pt idx="24105">
                  <c:v>9.0656605524186116</c:v>
                </c:pt>
                <c:pt idx="24106">
                  <c:v>9.0638399963138578</c:v>
                </c:pt>
                <c:pt idx="24107">
                  <c:v>9.0630196203273972</c:v>
                </c:pt>
                <c:pt idx="24108">
                  <c:v>9.0641182371864684</c:v>
                </c:pt>
                <c:pt idx="24109">
                  <c:v>9.065242091550358</c:v>
                </c:pt>
                <c:pt idx="24110">
                  <c:v>9.0671966891744713</c:v>
                </c:pt>
                <c:pt idx="24111">
                  <c:v>9.0660766047283143</c:v>
                </c:pt>
                <c:pt idx="24112">
                  <c:v>9.0659391074510332</c:v>
                </c:pt>
                <c:pt idx="24113">
                  <c:v>9.0681455565236337</c:v>
                </c:pt>
                <c:pt idx="24114">
                  <c:v>9.0694237680746603</c:v>
                </c:pt>
                <c:pt idx="24115">
                  <c:v>9.069508486503695</c:v>
                </c:pt>
                <c:pt idx="24116">
                  <c:v>9.0686264304743389</c:v>
                </c:pt>
                <c:pt idx="24117">
                  <c:v>9.0673042365497718</c:v>
                </c:pt>
                <c:pt idx="24118">
                  <c:v>9.0675046705091908</c:v>
                </c:pt>
                <c:pt idx="24119">
                  <c:v>9.0668335204329544</c:v>
                </c:pt>
                <c:pt idx="24120">
                  <c:v>9.064213741769013</c:v>
                </c:pt>
                <c:pt idx="24121">
                  <c:v>9.0638657574183608</c:v>
                </c:pt>
                <c:pt idx="24122">
                  <c:v>9.0641629525995668</c:v>
                </c:pt>
                <c:pt idx="24123">
                  <c:v>9.062873850175091</c:v>
                </c:pt>
                <c:pt idx="24124">
                  <c:v>9.0617783749141303</c:v>
                </c:pt>
                <c:pt idx="24125">
                  <c:v>9.061138326659183</c:v>
                </c:pt>
                <c:pt idx="24126">
                  <c:v>9.0626498542298481</c:v>
                </c:pt>
                <c:pt idx="24127">
                  <c:v>9.065307017911298</c:v>
                </c:pt>
                <c:pt idx="24128">
                  <c:v>9.0669741593083462</c:v>
                </c:pt>
                <c:pt idx="24129">
                  <c:v>9.0642918628420155</c:v>
                </c:pt>
                <c:pt idx="24130">
                  <c:v>9.0618367039190382</c:v>
                </c:pt>
                <c:pt idx="24131">
                  <c:v>9.0617220355880228</c:v>
                </c:pt>
                <c:pt idx="24132">
                  <c:v>9.0596342342040455</c:v>
                </c:pt>
                <c:pt idx="24133">
                  <c:v>9.0568294154114231</c:v>
                </c:pt>
                <c:pt idx="24134">
                  <c:v>9.0551883492786889</c:v>
                </c:pt>
                <c:pt idx="24135">
                  <c:v>9.0571800177605013</c:v>
                </c:pt>
                <c:pt idx="24136">
                  <c:v>9.0590381683226386</c:v>
                </c:pt>
                <c:pt idx="24137">
                  <c:v>9.0622054228172182</c:v>
                </c:pt>
                <c:pt idx="24138">
                  <c:v>9.0626440946333133</c:v>
                </c:pt>
                <c:pt idx="24139">
                  <c:v>9.0592906480907462</c:v>
                </c:pt>
                <c:pt idx="24140">
                  <c:v>9.0592484459561344</c:v>
                </c:pt>
                <c:pt idx="24141">
                  <c:v>9.0626551949466343</c:v>
                </c:pt>
                <c:pt idx="24142">
                  <c:v>9.0653834634653077</c:v>
                </c:pt>
                <c:pt idx="24143">
                  <c:v>9.0642669394970099</c:v>
                </c:pt>
                <c:pt idx="24144">
                  <c:v>9.0613889214684242</c:v>
                </c:pt>
                <c:pt idx="24145">
                  <c:v>9.0632880175259292</c:v>
                </c:pt>
                <c:pt idx="24146">
                  <c:v>9.0635675150377821</c:v>
                </c:pt>
                <c:pt idx="24147">
                  <c:v>9.0622636471021902</c:v>
                </c:pt>
                <c:pt idx="24148">
                  <c:v>9.060714315634268</c:v>
                </c:pt>
                <c:pt idx="24149">
                  <c:v>9.0592328426855211</c:v>
                </c:pt>
                <c:pt idx="24150">
                  <c:v>9.059080894056935</c:v>
                </c:pt>
                <c:pt idx="24151">
                  <c:v>9.0592606981887638</c:v>
                </c:pt>
                <c:pt idx="24152">
                  <c:v>9.060611899535882</c:v>
                </c:pt>
                <c:pt idx="24153">
                  <c:v>9.0603574300889704</c:v>
                </c:pt>
                <c:pt idx="24154">
                  <c:v>9.063059518623394</c:v>
                </c:pt>
                <c:pt idx="24155">
                  <c:v>9.0645286346195739</c:v>
                </c:pt>
                <c:pt idx="24156">
                  <c:v>9.0631359641774036</c:v>
                </c:pt>
                <c:pt idx="24157">
                  <c:v>9.063242883233082</c:v>
                </c:pt>
                <c:pt idx="24158">
                  <c:v>9.0615906120670875</c:v>
                </c:pt>
                <c:pt idx="24159">
                  <c:v>9.0595458505772157</c:v>
                </c:pt>
                <c:pt idx="24160">
                  <c:v>9.0568875349764593</c:v>
                </c:pt>
                <c:pt idx="24161">
                  <c:v>9.057571670324883</c:v>
                </c:pt>
                <c:pt idx="24162">
                  <c:v>9.0598552979910529</c:v>
                </c:pt>
                <c:pt idx="24163">
                  <c:v>9.0609715077995414</c:v>
                </c:pt>
                <c:pt idx="24164">
                  <c:v>9.0616183628503926</c:v>
                </c:pt>
                <c:pt idx="24165">
                  <c:v>9.0636178853274796</c:v>
                </c:pt>
                <c:pt idx="24166">
                  <c:v>9.0666497369435177</c:v>
                </c:pt>
                <c:pt idx="24167">
                  <c:v>9.0651760132701096</c:v>
                </c:pt>
                <c:pt idx="24168">
                  <c:v>9.0616030737395903</c:v>
                </c:pt>
                <c:pt idx="24169">
                  <c:v>9.0575526112963498</c:v>
                </c:pt>
                <c:pt idx="24170">
                  <c:v>9.0583713117638194</c:v>
                </c:pt>
                <c:pt idx="24171">
                  <c:v>9.0615575205669963</c:v>
                </c:pt>
                <c:pt idx="24172">
                  <c:v>9.0623628168825299</c:v>
                </c:pt>
                <c:pt idx="24173">
                  <c:v>9.0611838798317788</c:v>
                </c:pt>
                <c:pt idx="24174">
                  <c:v>9.0596641841060261</c:v>
                </c:pt>
                <c:pt idx="24175">
                  <c:v>9.0553371563091662</c:v>
                </c:pt>
                <c:pt idx="24176">
                  <c:v>9.0549943032354268</c:v>
                </c:pt>
                <c:pt idx="24177">
                  <c:v>9.0591993323056812</c:v>
                </c:pt>
                <c:pt idx="24178">
                  <c:v>9.0579936916709958</c:v>
                </c:pt>
                <c:pt idx="24179">
                  <c:v>9.0571204321163474</c:v>
                </c:pt>
                <c:pt idx="24180">
                  <c:v>9.0576775421811906</c:v>
                </c:pt>
                <c:pt idx="24181">
                  <c:v>9.057845722400014</c:v>
                </c:pt>
                <c:pt idx="24182">
                  <c:v>9.059431286966138</c:v>
                </c:pt>
                <c:pt idx="24183">
                  <c:v>9.0579863612754057</c:v>
                </c:pt>
                <c:pt idx="24184">
                  <c:v>9.0567487810599339</c:v>
                </c:pt>
                <c:pt idx="24185">
                  <c:v>9.0556318382118857</c:v>
                </c:pt>
                <c:pt idx="24186">
                  <c:v>9.0528516286044596</c:v>
                </c:pt>
                <c:pt idx="24187">
                  <c:v>9.0527835606454108</c:v>
                </c:pt>
                <c:pt idx="24188">
                  <c:v>9.0552314938927339</c:v>
                </c:pt>
                <c:pt idx="24189">
                  <c:v>9.0561906237957199</c:v>
                </c:pt>
                <c:pt idx="24190">
                  <c:v>9.0576689551463563</c:v>
                </c:pt>
                <c:pt idx="24191">
                  <c:v>9.0599972982256247</c:v>
                </c:pt>
                <c:pt idx="24192">
                  <c:v>9.0596664879446411</c:v>
                </c:pt>
                <c:pt idx="24193">
                  <c:v>9.0582678484660626</c:v>
                </c:pt>
                <c:pt idx="24194">
                  <c:v>9.0581492007774411</c:v>
                </c:pt>
                <c:pt idx="24195">
                  <c:v>9.0584824196169755</c:v>
                </c:pt>
                <c:pt idx="24196">
                  <c:v>9.0611411540974824</c:v>
                </c:pt>
                <c:pt idx="24197">
                  <c:v>9.0650056339326106</c:v>
                </c:pt>
                <c:pt idx="24198">
                  <c:v>9.0647818474272412</c:v>
                </c:pt>
                <c:pt idx="24199">
                  <c:v>9.061718579830103</c:v>
                </c:pt>
                <c:pt idx="24200">
                  <c:v>9.0580862640953033</c:v>
                </c:pt>
                <c:pt idx="24201">
                  <c:v>9.0575075817234385</c:v>
                </c:pt>
                <c:pt idx="24202">
                  <c:v>9.0591072834810582</c:v>
                </c:pt>
                <c:pt idx="24203">
                  <c:v>9.0581206122346405</c:v>
                </c:pt>
                <c:pt idx="24204">
                  <c:v>9.0567369477070514</c:v>
                </c:pt>
                <c:pt idx="24205">
                  <c:v>9.0566871010170402</c:v>
                </c:pt>
                <c:pt idx="24206">
                  <c:v>9.059183624315132</c:v>
                </c:pt>
                <c:pt idx="24207">
                  <c:v>9.0616256932459827</c:v>
                </c:pt>
                <c:pt idx="24208">
                  <c:v>9.0594975746862598</c:v>
                </c:pt>
                <c:pt idx="24209">
                  <c:v>9.0566399770453891</c:v>
                </c:pt>
                <c:pt idx="24210">
                  <c:v>9.0576351306067053</c:v>
                </c:pt>
                <c:pt idx="24211">
                  <c:v>9.057445796960609</c:v>
                </c:pt>
                <c:pt idx="24212">
                  <c:v>9.0605631000452398</c:v>
                </c:pt>
                <c:pt idx="24213">
                  <c:v>9.0663241626593845</c:v>
                </c:pt>
                <c:pt idx="24214">
                  <c:v>9.0669430574870571</c:v>
                </c:pt>
                <c:pt idx="24215">
                  <c:v>9.0647134653083796</c:v>
                </c:pt>
                <c:pt idx="24216">
                  <c:v>9.063521647705377</c:v>
                </c:pt>
                <c:pt idx="24217">
                  <c:v>9.0618440343146283</c:v>
                </c:pt>
                <c:pt idx="24218">
                  <c:v>9.0619597498450144</c:v>
                </c:pt>
                <c:pt idx="24219">
                  <c:v>9.0629975244206893</c:v>
                </c:pt>
                <c:pt idx="24220">
                  <c:v>9.0655098604292679</c:v>
                </c:pt>
                <c:pt idx="24221">
                  <c:v>9.0669221134996558</c:v>
                </c:pt>
                <c:pt idx="24222">
                  <c:v>9.0642007564968257</c:v>
                </c:pt>
                <c:pt idx="24223">
                  <c:v>9.060288000770738</c:v>
                </c:pt>
                <c:pt idx="24224">
                  <c:v>9.0599563527302589</c:v>
                </c:pt>
                <c:pt idx="24225">
                  <c:v>9.0645302054186292</c:v>
                </c:pt>
                <c:pt idx="24226">
                  <c:v>9.0702944096308826</c:v>
                </c:pt>
                <c:pt idx="24227">
                  <c:v>9.0721114052577789</c:v>
                </c:pt>
                <c:pt idx="24228">
                  <c:v>9.0720694125630406</c:v>
                </c:pt>
                <c:pt idx="24229">
                  <c:v>9.0709276510899244</c:v>
                </c:pt>
                <c:pt idx="24230">
                  <c:v>9.0695631503108096</c:v>
                </c:pt>
                <c:pt idx="24231">
                  <c:v>9.068894094633313</c:v>
                </c:pt>
                <c:pt idx="24232">
                  <c:v>9.0671416064876098</c:v>
                </c:pt>
                <c:pt idx="24233">
                  <c:v>9.067805530888192</c:v>
                </c:pt>
                <c:pt idx="24234">
                  <c:v>9.0725491345944409</c:v>
                </c:pt>
                <c:pt idx="24235">
                  <c:v>9.0769281034800535</c:v>
                </c:pt>
                <c:pt idx="24236">
                  <c:v>9.0787622731766167</c:v>
                </c:pt>
                <c:pt idx="24237">
                  <c:v>9.0797513529815852</c:v>
                </c:pt>
                <c:pt idx="24238">
                  <c:v>9.0774099199101919</c:v>
                </c:pt>
                <c:pt idx="24239">
                  <c:v>9.0760366226563676</c:v>
                </c:pt>
                <c:pt idx="24240">
                  <c:v>9.0745720096174782</c:v>
                </c:pt>
                <c:pt idx="24241">
                  <c:v>9.0753171966891752</c:v>
                </c:pt>
                <c:pt idx="24242">
                  <c:v>9.079209217867735</c:v>
                </c:pt>
                <c:pt idx="24243">
                  <c:v>9.0798208870197552</c:v>
                </c:pt>
                <c:pt idx="24244">
                  <c:v>9.0769563778630431</c:v>
                </c:pt>
                <c:pt idx="24245">
                  <c:v>9.0748165306703754</c:v>
                </c:pt>
                <c:pt idx="24246">
                  <c:v>9.0767854749258579</c:v>
                </c:pt>
                <c:pt idx="24247">
                  <c:v>9.0813014174890672</c:v>
                </c:pt>
                <c:pt idx="24248">
                  <c:v>9.0816881482164096</c:v>
                </c:pt>
                <c:pt idx="24249">
                  <c:v>9.0818519301978782</c:v>
                </c:pt>
                <c:pt idx="24250">
                  <c:v>9.0855681266022152</c:v>
                </c:pt>
                <c:pt idx="24251">
                  <c:v>9.0852519771124101</c:v>
                </c:pt>
                <c:pt idx="24252">
                  <c:v>9.0803498274215446</c:v>
                </c:pt>
                <c:pt idx="24253">
                  <c:v>9.0800681307910125</c:v>
                </c:pt>
                <c:pt idx="24254">
                  <c:v>9.0842815374562278</c:v>
                </c:pt>
                <c:pt idx="24255">
                  <c:v>9.0842624784276929</c:v>
                </c:pt>
                <c:pt idx="24256">
                  <c:v>9.0849005370038363</c:v>
                </c:pt>
                <c:pt idx="24257">
                  <c:v>9.0868486419918568</c:v>
                </c:pt>
                <c:pt idx="24258">
                  <c:v>9.0876491211902888</c:v>
                </c:pt>
                <c:pt idx="24259">
                  <c:v>9.0888063812140807</c:v>
                </c:pt>
                <c:pt idx="24260">
                  <c:v>9.0882338773184994</c:v>
                </c:pt>
                <c:pt idx="24261">
                  <c:v>9.0877711199168942</c:v>
                </c:pt>
                <c:pt idx="24262">
                  <c:v>9.0914022837323856</c:v>
                </c:pt>
                <c:pt idx="24263">
                  <c:v>9.0925085451468597</c:v>
                </c:pt>
                <c:pt idx="24264">
                  <c:v>9.08935071544661</c:v>
                </c:pt>
                <c:pt idx="24265">
                  <c:v>9.0856710663002858</c:v>
                </c:pt>
                <c:pt idx="24266">
                  <c:v>9.0862240922875852</c:v>
                </c:pt>
                <c:pt idx="24267">
                  <c:v>9.089096769599383</c:v>
                </c:pt>
                <c:pt idx="24268">
                  <c:v>9.0916593711777232</c:v>
                </c:pt>
                <c:pt idx="24269">
                  <c:v>9.0940713854866537</c:v>
                </c:pt>
                <c:pt idx="24270">
                  <c:v>9.0937797404621072</c:v>
                </c:pt>
                <c:pt idx="24271">
                  <c:v>9.0952429921418165</c:v>
                </c:pt>
                <c:pt idx="24272">
                  <c:v>9.0978300981854137</c:v>
                </c:pt>
                <c:pt idx="24273">
                  <c:v>9.0964655974062971</c:v>
                </c:pt>
                <c:pt idx="24274">
                  <c:v>9.0944579067741227</c:v>
                </c:pt>
                <c:pt idx="24275">
                  <c:v>9.0981377653603204</c:v>
                </c:pt>
                <c:pt idx="24276">
                  <c:v>9.1001802230115771</c:v>
                </c:pt>
                <c:pt idx="24277">
                  <c:v>9.100056444046043</c:v>
                </c:pt>
                <c:pt idx="24278">
                  <c:v>9.1002237865053708</c:v>
                </c:pt>
                <c:pt idx="24279">
                  <c:v>9.1015917430424071</c:v>
                </c:pt>
                <c:pt idx="24280">
                  <c:v>9.1014063887539169</c:v>
                </c:pt>
                <c:pt idx="24281">
                  <c:v>9.1015560335438899</c:v>
                </c:pt>
                <c:pt idx="24282">
                  <c:v>9.1032946986579084</c:v>
                </c:pt>
                <c:pt idx="24283">
                  <c:v>9.1041042884908592</c:v>
                </c:pt>
                <c:pt idx="24284">
                  <c:v>9.1057650419717504</c:v>
                </c:pt>
                <c:pt idx="24285">
                  <c:v>9.1102585744684408</c:v>
                </c:pt>
                <c:pt idx="24286">
                  <c:v>9.1101391937402614</c:v>
                </c:pt>
                <c:pt idx="24287">
                  <c:v>9.1093988237856678</c:v>
                </c:pt>
                <c:pt idx="24288">
                  <c:v>9.1100061994202708</c:v>
                </c:pt>
                <c:pt idx="24289">
                  <c:v>9.1105245631084237</c:v>
                </c:pt>
                <c:pt idx="24290">
                  <c:v>9.1115581488866173</c:v>
                </c:pt>
                <c:pt idx="24291">
                  <c:v>9.1134033141765656</c:v>
                </c:pt>
                <c:pt idx="24292">
                  <c:v>9.1141970912990296</c:v>
                </c:pt>
                <c:pt idx="24293">
                  <c:v>9.1159061206708785</c:v>
                </c:pt>
                <c:pt idx="24294">
                  <c:v>9.1158589966992274</c:v>
                </c:pt>
                <c:pt idx="24295">
                  <c:v>9.1163773603873803</c:v>
                </c:pt>
                <c:pt idx="24296">
                  <c:v>9.1167794849454626</c:v>
                </c:pt>
                <c:pt idx="24297">
                  <c:v>9.11637212439053</c:v>
                </c:pt>
                <c:pt idx="24298">
                  <c:v>9.1178046931286971</c:v>
                </c:pt>
                <c:pt idx="24299">
                  <c:v>9.1229925188077008</c:v>
                </c:pt>
                <c:pt idx="24300">
                  <c:v>9.1257874939262429</c:v>
                </c:pt>
                <c:pt idx="24301">
                  <c:v>9.1253455757921014</c:v>
                </c:pt>
                <c:pt idx="24302">
                  <c:v>9.1240240101871564</c:v>
                </c:pt>
                <c:pt idx="24303">
                  <c:v>9.1213557461923838</c:v>
                </c:pt>
                <c:pt idx="24304">
                  <c:v>9.1188812140810622</c:v>
                </c:pt>
                <c:pt idx="24305">
                  <c:v>9.1202457148601788</c:v>
                </c:pt>
                <c:pt idx="24306">
                  <c:v>9.1259047802556843</c:v>
                </c:pt>
                <c:pt idx="24307">
                  <c:v>9.1290652279543583</c:v>
                </c:pt>
                <c:pt idx="24308">
                  <c:v>9.1300181793810626</c:v>
                </c:pt>
                <c:pt idx="24309">
                  <c:v>9.1315753648442612</c:v>
                </c:pt>
                <c:pt idx="24310">
                  <c:v>9.1322235812542942</c:v>
                </c:pt>
                <c:pt idx="24311">
                  <c:v>9.1334561349127892</c:v>
                </c:pt>
                <c:pt idx="24312">
                  <c:v>9.1366668481812248</c:v>
                </c:pt>
                <c:pt idx="24313">
                  <c:v>9.1401990516562499</c:v>
                </c:pt>
                <c:pt idx="24314">
                  <c:v>9.143057905936363</c:v>
                </c:pt>
                <c:pt idx="24315">
                  <c:v>9.1448925992326124</c:v>
                </c:pt>
                <c:pt idx="24316">
                  <c:v>9.1443407251646196</c:v>
                </c:pt>
                <c:pt idx="24317">
                  <c:v>9.140813757686443</c:v>
                </c:pt>
                <c:pt idx="24318">
                  <c:v>9.1414357941122262</c:v>
                </c:pt>
                <c:pt idx="24319">
                  <c:v>9.146451879094549</c:v>
                </c:pt>
                <c:pt idx="24320">
                  <c:v>9.1495819580114937</c:v>
                </c:pt>
                <c:pt idx="24321">
                  <c:v>9.1556504783606716</c:v>
                </c:pt>
                <c:pt idx="24322">
                  <c:v>9.1610980094834371</c:v>
                </c:pt>
                <c:pt idx="24323">
                  <c:v>9.160289571569793</c:v>
                </c:pt>
                <c:pt idx="24324">
                  <c:v>9.1581124440795545</c:v>
                </c:pt>
                <c:pt idx="24325">
                  <c:v>9.1571155102793096</c:v>
                </c:pt>
                <c:pt idx="24326">
                  <c:v>9.1592371362029397</c:v>
                </c:pt>
                <c:pt idx="24327">
                  <c:v>9.1611158118727278</c:v>
                </c:pt>
                <c:pt idx="24328">
                  <c:v>9.1616949131243395</c:v>
                </c:pt>
                <c:pt idx="24329">
                  <c:v>9.1618310490424406</c:v>
                </c:pt>
                <c:pt idx="24330">
                  <c:v>9.1641579260425914</c:v>
                </c:pt>
                <c:pt idx="24331">
                  <c:v>9.1641820116281014</c:v>
                </c:pt>
                <c:pt idx="24332">
                  <c:v>9.1639223061843413</c:v>
                </c:pt>
                <c:pt idx="24333">
                  <c:v>9.1676356751503771</c:v>
                </c:pt>
                <c:pt idx="24334">
                  <c:v>9.1727282056867114</c:v>
                </c:pt>
                <c:pt idx="24335">
                  <c:v>9.1749189467687611</c:v>
                </c:pt>
                <c:pt idx="24336">
                  <c:v>9.175558785583835</c:v>
                </c:pt>
                <c:pt idx="24337">
                  <c:v>9.1773788180889024</c:v>
                </c:pt>
                <c:pt idx="24338">
                  <c:v>9.1788176700232889</c:v>
                </c:pt>
                <c:pt idx="24339">
                  <c:v>9.181301626928942</c:v>
                </c:pt>
                <c:pt idx="24340">
                  <c:v>9.1844432250389563</c:v>
                </c:pt>
                <c:pt idx="24341">
                  <c:v>9.1877000150796704</c:v>
                </c:pt>
                <c:pt idx="24342">
                  <c:v>9.190812291607326</c:v>
                </c:pt>
                <c:pt idx="24343">
                  <c:v>9.1920972052343206</c:v>
                </c:pt>
                <c:pt idx="24344">
                  <c:v>9.1926187105205841</c:v>
                </c:pt>
                <c:pt idx="24345">
                  <c:v>9.1944240822344714</c:v>
                </c:pt>
                <c:pt idx="24346">
                  <c:v>9.1971195734128646</c:v>
                </c:pt>
                <c:pt idx="24347">
                  <c:v>9.2001637819814679</c:v>
                </c:pt>
                <c:pt idx="24348">
                  <c:v>9.2027828276058514</c:v>
                </c:pt>
                <c:pt idx="24349">
                  <c:v>9.2037849974029449</c:v>
                </c:pt>
                <c:pt idx="24350">
                  <c:v>9.2019660120972464</c:v>
                </c:pt>
                <c:pt idx="24351">
                  <c:v>9.2011848013672228</c:v>
                </c:pt>
                <c:pt idx="24352">
                  <c:v>9.2033902032404544</c:v>
                </c:pt>
                <c:pt idx="24353">
                  <c:v>9.2069412563041411</c:v>
                </c:pt>
                <c:pt idx="24354">
                  <c:v>9.2066501348792791</c:v>
                </c:pt>
                <c:pt idx="24355">
                  <c:v>9.2049683326910507</c:v>
                </c:pt>
                <c:pt idx="24356">
                  <c:v>9.2073664192483626</c:v>
                </c:pt>
                <c:pt idx="24357">
                  <c:v>9.2105561885293969</c:v>
                </c:pt>
                <c:pt idx="24358">
                  <c:v>9.2116306150830223</c:v>
                </c:pt>
                <c:pt idx="24359">
                  <c:v>9.2133825796290409</c:v>
                </c:pt>
                <c:pt idx="24360">
                  <c:v>9.2176174538813402</c:v>
                </c:pt>
                <c:pt idx="24361">
                  <c:v>9.2211800261380965</c:v>
                </c:pt>
                <c:pt idx="24362">
                  <c:v>9.223088023390245</c:v>
                </c:pt>
                <c:pt idx="24363">
                  <c:v>9.2201621483504521</c:v>
                </c:pt>
                <c:pt idx="24364">
                  <c:v>9.2195872358963182</c:v>
                </c:pt>
                <c:pt idx="24365">
                  <c:v>9.2192667928890977</c:v>
                </c:pt>
                <c:pt idx="24366">
                  <c:v>9.2162382923110435</c:v>
                </c:pt>
                <c:pt idx="24367">
                  <c:v>9.2186332372702449</c:v>
                </c:pt>
                <c:pt idx="24368">
                  <c:v>9.2239037916994793</c:v>
                </c:pt>
                <c:pt idx="24369">
                  <c:v>9.2277522493842472</c:v>
                </c:pt>
                <c:pt idx="24370">
                  <c:v>9.2302613390747776</c:v>
                </c:pt>
                <c:pt idx="24371">
                  <c:v>9.233578866678954</c:v>
                </c:pt>
                <c:pt idx="24372">
                  <c:v>9.2373582092053006</c:v>
                </c:pt>
                <c:pt idx="24373">
                  <c:v>9.2401667979156539</c:v>
                </c:pt>
                <c:pt idx="24374">
                  <c:v>9.2398379773134725</c:v>
                </c:pt>
                <c:pt idx="24375">
                  <c:v>9.2376786522125229</c:v>
                </c:pt>
                <c:pt idx="24376">
                  <c:v>9.2382598478628761</c:v>
                </c:pt>
                <c:pt idx="24377">
                  <c:v>9.2404662969354749</c:v>
                </c:pt>
                <c:pt idx="24378">
                  <c:v>9.2448373071058754</c:v>
                </c:pt>
                <c:pt idx="24379">
                  <c:v>9.2482742154382311</c:v>
                </c:pt>
                <c:pt idx="24380">
                  <c:v>9.2496387162173477</c:v>
                </c:pt>
                <c:pt idx="24381">
                  <c:v>9.2524996648962023</c:v>
                </c:pt>
                <c:pt idx="24382">
                  <c:v>9.2542840926226901</c:v>
                </c:pt>
                <c:pt idx="24383">
                  <c:v>9.2549061290484733</c:v>
                </c:pt>
                <c:pt idx="24384">
                  <c:v>9.2549385922289424</c:v>
                </c:pt>
                <c:pt idx="24385">
                  <c:v>9.2562632994319998</c:v>
                </c:pt>
                <c:pt idx="24386">
                  <c:v>9.2590760769398326</c:v>
                </c:pt>
                <c:pt idx="24387">
                  <c:v>9.2609694134008009</c:v>
                </c:pt>
                <c:pt idx="24388">
                  <c:v>9.2609348558215903</c:v>
                </c:pt>
                <c:pt idx="24389">
                  <c:v>9.2624051237370768</c:v>
                </c:pt>
                <c:pt idx="24390">
                  <c:v>9.2666735083692178</c:v>
                </c:pt>
                <c:pt idx="24391">
                  <c:v>9.2714173215153401</c:v>
                </c:pt>
                <c:pt idx="24392">
                  <c:v>9.2734101419164592</c:v>
                </c:pt>
                <c:pt idx="24393">
                  <c:v>9.2762920345827116</c:v>
                </c:pt>
                <c:pt idx="24394">
                  <c:v>9.2773497059464169</c:v>
                </c:pt>
                <c:pt idx="24395">
                  <c:v>9.2763307809594018</c:v>
                </c:pt>
                <c:pt idx="24396">
                  <c:v>9.275340130355378</c:v>
                </c:pt>
                <c:pt idx="24397">
                  <c:v>9.2745767220146433</c:v>
                </c:pt>
                <c:pt idx="24398">
                  <c:v>9.2744102173148129</c:v>
                </c:pt>
                <c:pt idx="24399">
                  <c:v>9.2739735351775217</c:v>
                </c:pt>
                <c:pt idx="24400">
                  <c:v>9.2738112192751707</c:v>
                </c:pt>
                <c:pt idx="24401">
                  <c:v>9.2791540304609352</c:v>
                </c:pt>
                <c:pt idx="24402">
                  <c:v>9.2835355126250363</c:v>
                </c:pt>
                <c:pt idx="24403">
                  <c:v>9.2863022133605888</c:v>
                </c:pt>
                <c:pt idx="24404">
                  <c:v>9.2903894325017173</c:v>
                </c:pt>
                <c:pt idx="24405">
                  <c:v>9.289897248797816</c:v>
                </c:pt>
                <c:pt idx="24406">
                  <c:v>9.2886133823701886</c:v>
                </c:pt>
                <c:pt idx="24407">
                  <c:v>9.2909591089590009</c:v>
                </c:pt>
                <c:pt idx="24408">
                  <c:v>9.2931760300253003</c:v>
                </c:pt>
                <c:pt idx="24409">
                  <c:v>9.2916083725684029</c:v>
                </c:pt>
                <c:pt idx="24410">
                  <c:v>9.292645099944707</c:v>
                </c:pt>
                <c:pt idx="24411">
                  <c:v>9.2948913425933686</c:v>
                </c:pt>
                <c:pt idx="24412">
                  <c:v>9.2940085535244545</c:v>
                </c:pt>
                <c:pt idx="24413">
                  <c:v>9.2957039693044923</c:v>
                </c:pt>
                <c:pt idx="24414">
                  <c:v>9.2967344134845771</c:v>
                </c:pt>
                <c:pt idx="24415">
                  <c:v>9.2994204798686386</c:v>
                </c:pt>
                <c:pt idx="24416">
                  <c:v>9.3034144982658376</c:v>
                </c:pt>
                <c:pt idx="24417">
                  <c:v>9.3031903976006571</c:v>
                </c:pt>
                <c:pt idx="24418">
                  <c:v>9.3022803813481225</c:v>
                </c:pt>
                <c:pt idx="24419">
                  <c:v>9.3053025987299574</c:v>
                </c:pt>
                <c:pt idx="24420">
                  <c:v>9.3073865254762662</c:v>
                </c:pt>
                <c:pt idx="24421">
                  <c:v>9.306278588542801</c:v>
                </c:pt>
                <c:pt idx="24422">
                  <c:v>9.3047182614814936</c:v>
                </c:pt>
                <c:pt idx="24423">
                  <c:v>9.3046208719400827</c:v>
                </c:pt>
                <c:pt idx="24424">
                  <c:v>9.3040553842802804</c:v>
                </c:pt>
                <c:pt idx="24425">
                  <c:v>9.3026908835011639</c:v>
                </c:pt>
                <c:pt idx="24426">
                  <c:v>9.305589531357338</c:v>
                </c:pt>
                <c:pt idx="24427">
                  <c:v>9.305712053683628</c:v>
                </c:pt>
                <c:pt idx="24428">
                  <c:v>9.3064063468659413</c:v>
                </c:pt>
                <c:pt idx="24429">
                  <c:v>9.3095647001658772</c:v>
                </c:pt>
                <c:pt idx="24430">
                  <c:v>9.3127890270261204</c:v>
                </c:pt>
                <c:pt idx="24431">
                  <c:v>9.3152111991689424</c:v>
                </c:pt>
                <c:pt idx="24432">
                  <c:v>9.3153347686946031</c:v>
                </c:pt>
                <c:pt idx="24433">
                  <c:v>9.3147043546738608</c:v>
                </c:pt>
                <c:pt idx="24434">
                  <c:v>9.3168762461672507</c:v>
                </c:pt>
                <c:pt idx="24435">
                  <c:v>9.3193591558735314</c:v>
                </c:pt>
                <c:pt idx="24436">
                  <c:v>9.3197487140391733</c:v>
                </c:pt>
                <c:pt idx="24437">
                  <c:v>9.3208524621751589</c:v>
                </c:pt>
                <c:pt idx="24438">
                  <c:v>9.3249679556992771</c:v>
                </c:pt>
                <c:pt idx="24439">
                  <c:v>9.3266790794698657</c:v>
                </c:pt>
                <c:pt idx="24440">
                  <c:v>9.32533971147563</c:v>
                </c:pt>
                <c:pt idx="24441">
                  <c:v>9.3235270093661509</c:v>
                </c:pt>
                <c:pt idx="24442">
                  <c:v>9.3228526129718681</c:v>
                </c:pt>
                <c:pt idx="24443">
                  <c:v>9.3217226848516326</c:v>
                </c:pt>
                <c:pt idx="24444">
                  <c:v>9.3206880518740682</c:v>
                </c:pt>
                <c:pt idx="24445">
                  <c:v>9.3231301208049189</c:v>
                </c:pt>
                <c:pt idx="24446">
                  <c:v>9.3253323810800399</c:v>
                </c:pt>
                <c:pt idx="24447">
                  <c:v>9.3255355377578208</c:v>
                </c:pt>
                <c:pt idx="24448">
                  <c:v>9.3239898714876936</c:v>
                </c:pt>
                <c:pt idx="24449">
                  <c:v>9.3252863043077596</c:v>
                </c:pt>
                <c:pt idx="24450">
                  <c:v>9.3283210880820331</c:v>
                </c:pt>
                <c:pt idx="24451">
                  <c:v>9.3297976391937407</c:v>
                </c:pt>
                <c:pt idx="24452">
                  <c:v>9.3331193555953949</c:v>
                </c:pt>
                <c:pt idx="24453">
                  <c:v>9.3361143457936091</c:v>
                </c:pt>
                <c:pt idx="24454">
                  <c:v>9.3371625923629846</c:v>
                </c:pt>
                <c:pt idx="24455">
                  <c:v>9.3387009282375217</c:v>
                </c:pt>
                <c:pt idx="24456">
                  <c:v>9.3378631687415172</c:v>
                </c:pt>
                <c:pt idx="24457">
                  <c:v>9.3347383258214229</c:v>
                </c:pt>
                <c:pt idx="24458">
                  <c:v>9.3318155923797388</c:v>
                </c:pt>
                <c:pt idx="24459">
                  <c:v>9.3321025250071212</c:v>
                </c:pt>
                <c:pt idx="24460">
                  <c:v>9.3335162441566268</c:v>
                </c:pt>
                <c:pt idx="24461">
                  <c:v>9.3335371881440281</c:v>
                </c:pt>
                <c:pt idx="24462">
                  <c:v>9.3323507112578117</c:v>
                </c:pt>
                <c:pt idx="24463">
                  <c:v>9.33419587654776</c:v>
                </c:pt>
                <c:pt idx="24464">
                  <c:v>9.3363761456361107</c:v>
                </c:pt>
                <c:pt idx="24465">
                  <c:v>9.3338188847745585</c:v>
                </c:pt>
                <c:pt idx="24466">
                  <c:v>9.3329455204999743</c:v>
                </c:pt>
                <c:pt idx="24467">
                  <c:v>9.3312794263022969</c:v>
                </c:pt>
                <c:pt idx="24468">
                  <c:v>9.3285284335572936</c:v>
                </c:pt>
                <c:pt idx="24469">
                  <c:v>9.3295379337499789</c:v>
                </c:pt>
                <c:pt idx="24470">
                  <c:v>9.3330167300571354</c:v>
                </c:pt>
                <c:pt idx="24471">
                  <c:v>9.3341079118006807</c:v>
                </c:pt>
                <c:pt idx="24472">
                  <c:v>9.3343225876715312</c:v>
                </c:pt>
                <c:pt idx="24473">
                  <c:v>9.3346587386693027</c:v>
                </c:pt>
                <c:pt idx="24474">
                  <c:v>9.3337487224167681</c:v>
                </c:pt>
                <c:pt idx="24475">
                  <c:v>9.3354064390194864</c:v>
                </c:pt>
                <c:pt idx="24476">
                  <c:v>9.3356912772481273</c:v>
                </c:pt>
                <c:pt idx="24477">
                  <c:v>9.3362002161419504</c:v>
                </c:pt>
                <c:pt idx="24478">
                  <c:v>9.334704815441583</c:v>
                </c:pt>
                <c:pt idx="24479">
                  <c:v>9.3337529112142494</c:v>
                </c:pt>
                <c:pt idx="24480">
                  <c:v>9.3340744014208408</c:v>
                </c:pt>
                <c:pt idx="24481">
                  <c:v>9.3333874386341176</c:v>
                </c:pt>
                <c:pt idx="24482">
                  <c:v>9.3308008561902049</c:v>
                </c:pt>
                <c:pt idx="24483">
                  <c:v>9.3316281436925088</c:v>
                </c:pt>
                <c:pt idx="24484">
                  <c:v>9.3363080776770602</c:v>
                </c:pt>
                <c:pt idx="24485">
                  <c:v>9.3378024311780568</c:v>
                </c:pt>
                <c:pt idx="24486">
                  <c:v>9.3360598914263697</c:v>
                </c:pt>
                <c:pt idx="24487">
                  <c:v>9.3365018095605112</c:v>
                </c:pt>
                <c:pt idx="24488">
                  <c:v>9.3383825796290409</c:v>
                </c:pt>
                <c:pt idx="24489">
                  <c:v>9.3425493859222897</c:v>
                </c:pt>
                <c:pt idx="24490">
                  <c:v>9.3443715128260987</c:v>
                </c:pt>
                <c:pt idx="24491">
                  <c:v>9.3430771744047725</c:v>
                </c:pt>
                <c:pt idx="24492">
                  <c:v>9.342181818943418</c:v>
                </c:pt>
                <c:pt idx="24493">
                  <c:v>9.3444741383643581</c:v>
                </c:pt>
                <c:pt idx="24494">
                  <c:v>9.3473706918217925</c:v>
                </c:pt>
                <c:pt idx="24495">
                  <c:v>9.3472230367106217</c:v>
                </c:pt>
                <c:pt idx="24496">
                  <c:v>9.3482074041184262</c:v>
                </c:pt>
                <c:pt idx="24497">
                  <c:v>9.3493614178241717</c:v>
                </c:pt>
                <c:pt idx="24498">
                  <c:v>9.3460229462325959</c:v>
                </c:pt>
                <c:pt idx="24499">
                  <c:v>9.3445683863076585</c:v>
                </c:pt>
                <c:pt idx="24500">
                  <c:v>9.3486891158286287</c:v>
                </c:pt>
                <c:pt idx="24501">
                  <c:v>9.3507091634133666</c:v>
                </c:pt>
                <c:pt idx="24502">
                  <c:v>9.3483602952264455</c:v>
                </c:pt>
                <c:pt idx="24503">
                  <c:v>9.3488870365095593</c:v>
                </c:pt>
                <c:pt idx="24504">
                  <c:v>9.3525386207127656</c:v>
                </c:pt>
                <c:pt idx="24505">
                  <c:v>9.3566729638255453</c:v>
                </c:pt>
                <c:pt idx="24506">
                  <c:v>9.3586448402392648</c:v>
                </c:pt>
                <c:pt idx="24507">
                  <c:v>9.3570677579880375</c:v>
                </c:pt>
                <c:pt idx="24508">
                  <c:v>9.3562153377008528</c:v>
                </c:pt>
                <c:pt idx="24509">
                  <c:v>9.3555713100882993</c:v>
                </c:pt>
                <c:pt idx="24510">
                  <c:v>9.3535146105256111</c:v>
                </c:pt>
                <c:pt idx="24511">
                  <c:v>9.3549241408776371</c:v>
                </c:pt>
                <c:pt idx="24512">
                  <c:v>9.3576227736541391</c:v>
                </c:pt>
                <c:pt idx="24513">
                  <c:v>9.3587558433724851</c:v>
                </c:pt>
                <c:pt idx="24514">
                  <c:v>9.3592459326776467</c:v>
                </c:pt>
                <c:pt idx="24515">
                  <c:v>9.359040681601126</c:v>
                </c:pt>
                <c:pt idx="24516">
                  <c:v>9.3590773335790765</c:v>
                </c:pt>
                <c:pt idx="24517">
                  <c:v>9.3604512591525229</c:v>
                </c:pt>
                <c:pt idx="24518">
                  <c:v>9.3618880166881695</c:v>
                </c:pt>
                <c:pt idx="24519">
                  <c:v>9.3609905668280753</c:v>
                </c:pt>
                <c:pt idx="24520">
                  <c:v>9.3601402409396304</c:v>
                </c:pt>
                <c:pt idx="24521">
                  <c:v>9.3602271584873407</c:v>
                </c:pt>
                <c:pt idx="24522">
                  <c:v>9.3603235008293826</c:v>
                </c:pt>
                <c:pt idx="24523">
                  <c:v>9.3634326357589259</c:v>
                </c:pt>
                <c:pt idx="24524">
                  <c:v>9.3682036760886689</c:v>
                </c:pt>
                <c:pt idx="24525">
                  <c:v>9.3709661880267419</c:v>
                </c:pt>
                <c:pt idx="24526">
                  <c:v>9.3742187892699764</c:v>
                </c:pt>
                <c:pt idx="24527">
                  <c:v>9.3751602215036112</c:v>
                </c:pt>
                <c:pt idx="24528">
                  <c:v>9.3739088182564547</c:v>
                </c:pt>
                <c:pt idx="24529">
                  <c:v>9.3703671899870979</c:v>
                </c:pt>
                <c:pt idx="24530">
                  <c:v>9.3666286882361813</c:v>
                </c:pt>
                <c:pt idx="24531">
                  <c:v>9.3668632608950624</c:v>
                </c:pt>
                <c:pt idx="24532">
                  <c:v>9.3693765393830741</c:v>
                </c:pt>
                <c:pt idx="24533">
                  <c:v>9.3713348022049825</c:v>
                </c:pt>
                <c:pt idx="24534">
                  <c:v>9.3744784947137383</c:v>
                </c:pt>
                <c:pt idx="24535">
                  <c:v>9.3789343280331074</c:v>
                </c:pt>
                <c:pt idx="24536">
                  <c:v>9.3792882814201697</c:v>
                </c:pt>
                <c:pt idx="24537">
                  <c:v>9.3799846690012227</c:v>
                </c:pt>
                <c:pt idx="24538">
                  <c:v>9.3818109847025113</c:v>
                </c:pt>
                <c:pt idx="24539">
                  <c:v>9.3838435986796913</c:v>
                </c:pt>
                <c:pt idx="24540">
                  <c:v>9.386455313908483</c:v>
                </c:pt>
                <c:pt idx="24541">
                  <c:v>9.389241911432066</c:v>
                </c:pt>
                <c:pt idx="24542">
                  <c:v>9.3911268702980752</c:v>
                </c:pt>
                <c:pt idx="24543">
                  <c:v>9.3902786388083701</c:v>
                </c:pt>
                <c:pt idx="24544">
                  <c:v>9.3912242598394862</c:v>
                </c:pt>
                <c:pt idx="24545">
                  <c:v>9.3935082016654654</c:v>
                </c:pt>
                <c:pt idx="24546">
                  <c:v>9.392490323877821</c:v>
                </c:pt>
                <c:pt idx="24547">
                  <c:v>9.3895099944707869</c:v>
                </c:pt>
                <c:pt idx="24548">
                  <c:v>9.3905006450748125</c:v>
                </c:pt>
                <c:pt idx="24549">
                  <c:v>9.3928254276762235</c:v>
                </c:pt>
                <c:pt idx="24550">
                  <c:v>9.3944925690732699</c:v>
                </c:pt>
                <c:pt idx="24551">
                  <c:v>9.3940443677429091</c:v>
                </c:pt>
                <c:pt idx="24552">
                  <c:v>9.3910902183201248</c:v>
                </c:pt>
                <c:pt idx="24553">
                  <c:v>9.3896555551832179</c:v>
                </c:pt>
                <c:pt idx="24554">
                  <c:v>9.3907530201229825</c:v>
                </c:pt>
                <c:pt idx="24555">
                  <c:v>9.3922725064088599</c:v>
                </c:pt>
                <c:pt idx="24556">
                  <c:v>9.3940726421258987</c:v>
                </c:pt>
                <c:pt idx="24557">
                  <c:v>9.3946894425548315</c:v>
                </c:pt>
                <c:pt idx="24558">
                  <c:v>9.3958769666404169</c:v>
                </c:pt>
                <c:pt idx="24559">
                  <c:v>9.3982635340046574</c:v>
                </c:pt>
                <c:pt idx="24560">
                  <c:v>9.3974351993029845</c:v>
                </c:pt>
                <c:pt idx="24561">
                  <c:v>9.3964529262939198</c:v>
                </c:pt>
                <c:pt idx="24562">
                  <c:v>9.3965681182246197</c:v>
                </c:pt>
                <c:pt idx="24563">
                  <c:v>9.3984227083088978</c:v>
                </c:pt>
                <c:pt idx="24564">
                  <c:v>9.4023298091583865</c:v>
                </c:pt>
                <c:pt idx="24565">
                  <c:v>9.404448293483906</c:v>
                </c:pt>
                <c:pt idx="24566">
                  <c:v>9.4064589162743157</c:v>
                </c:pt>
                <c:pt idx="24567">
                  <c:v>9.4098874470117124</c:v>
                </c:pt>
                <c:pt idx="24568">
                  <c:v>9.4131536618467564</c:v>
                </c:pt>
                <c:pt idx="24569">
                  <c:v>9.4155894475813877</c:v>
                </c:pt>
                <c:pt idx="24570">
                  <c:v>9.4158187842434202</c:v>
                </c:pt>
                <c:pt idx="24571">
                  <c:v>9.4167895380594135</c:v>
                </c:pt>
                <c:pt idx="24572">
                  <c:v>9.4196326843489775</c:v>
                </c:pt>
                <c:pt idx="24573">
                  <c:v>9.4238738417974961</c:v>
                </c:pt>
                <c:pt idx="24574">
                  <c:v>9.4290637618752413</c:v>
                </c:pt>
                <c:pt idx="24575">
                  <c:v>9.4324179414573663</c:v>
                </c:pt>
                <c:pt idx="24576">
                  <c:v>9.4358506609922426</c:v>
                </c:pt>
                <c:pt idx="24577">
                  <c:v>9.4382560779451428</c:v>
                </c:pt>
                <c:pt idx="24578">
                  <c:v>9.4428773687649752</c:v>
                </c:pt>
                <c:pt idx="24579">
                  <c:v>9.4471488949952249</c:v>
                </c:pt>
                <c:pt idx="24580">
                  <c:v>9.4481165072131095</c:v>
                </c:pt>
                <c:pt idx="24581">
                  <c:v>9.448954266709114</c:v>
                </c:pt>
                <c:pt idx="24582">
                  <c:v>9.4532352177336936</c:v>
                </c:pt>
                <c:pt idx="24583">
                  <c:v>9.4563789102424476</c:v>
                </c:pt>
                <c:pt idx="24584">
                  <c:v>9.4563632022518966</c:v>
                </c:pt>
                <c:pt idx="24585">
                  <c:v>9.4601697719618656</c:v>
                </c:pt>
                <c:pt idx="24586">
                  <c:v>9.4658068461706009</c:v>
                </c:pt>
                <c:pt idx="24587">
                  <c:v>9.4715622539081483</c:v>
                </c:pt>
                <c:pt idx="24588">
                  <c:v>9.4747865807683933</c:v>
                </c:pt>
                <c:pt idx="24589">
                  <c:v>9.4767437963909327</c:v>
                </c:pt>
                <c:pt idx="24590">
                  <c:v>9.4813451904227328</c:v>
                </c:pt>
                <c:pt idx="24591">
                  <c:v>9.4878545817066833</c:v>
                </c:pt>
                <c:pt idx="24592">
                  <c:v>9.4931837793006384</c:v>
                </c:pt>
                <c:pt idx="24593">
                  <c:v>9.4962018078849919</c:v>
                </c:pt>
                <c:pt idx="24594">
                  <c:v>9.4984826081128624</c:v>
                </c:pt>
                <c:pt idx="24595">
                  <c:v>9.504188797480019</c:v>
                </c:pt>
                <c:pt idx="24596">
                  <c:v>9.510288733810297</c:v>
                </c:pt>
                <c:pt idx="24597">
                  <c:v>9.513172720875291</c:v>
                </c:pt>
                <c:pt idx="24598">
                  <c:v>9.5142366754352157</c:v>
                </c:pt>
                <c:pt idx="24599">
                  <c:v>9.5148168238861981</c:v>
                </c:pt>
                <c:pt idx="24600">
                  <c:v>9.5178495132617336</c:v>
                </c:pt>
                <c:pt idx="24601">
                  <c:v>9.5206842819563366</c:v>
                </c:pt>
                <c:pt idx="24602">
                  <c:v>9.5251170768895665</c:v>
                </c:pt>
                <c:pt idx="24603">
                  <c:v>9.5300766131059103</c:v>
                </c:pt>
                <c:pt idx="24604">
                  <c:v>9.5374813598512134</c:v>
                </c:pt>
                <c:pt idx="24605">
                  <c:v>9.5458380108238519</c:v>
                </c:pt>
                <c:pt idx="24606">
                  <c:v>9.5513190523264591</c:v>
                </c:pt>
                <c:pt idx="24607">
                  <c:v>9.5554303570530976</c:v>
                </c:pt>
                <c:pt idx="24608">
                  <c:v>9.5586892414925515</c:v>
                </c:pt>
                <c:pt idx="24609">
                  <c:v>9.5626308999212508</c:v>
                </c:pt>
                <c:pt idx="24610">
                  <c:v>9.5659777491077858</c:v>
                </c:pt>
                <c:pt idx="24611">
                  <c:v>9.5727311378449471</c:v>
                </c:pt>
                <c:pt idx="24612">
                  <c:v>9.5809338505101955</c:v>
                </c:pt>
                <c:pt idx="24613">
                  <c:v>9.5855624717256163</c:v>
                </c:pt>
                <c:pt idx="24614">
                  <c:v>9.5898036291741366</c:v>
                </c:pt>
                <c:pt idx="24615">
                  <c:v>9.5917493256036064</c:v>
                </c:pt>
                <c:pt idx="24616">
                  <c:v>9.5978869611112039</c:v>
                </c:pt>
                <c:pt idx="24617">
                  <c:v>9.6065504414992553</c:v>
                </c:pt>
                <c:pt idx="24618">
                  <c:v>9.6145824606671919</c:v>
                </c:pt>
                <c:pt idx="24619">
                  <c:v>9.6235485816731732</c:v>
                </c:pt>
                <c:pt idx="24620">
                  <c:v>9.634324263190523</c:v>
                </c:pt>
                <c:pt idx="24621">
                  <c:v>9.6454046797245443</c:v>
                </c:pt>
                <c:pt idx="24622">
                  <c:v>9.6579763081614534</c:v>
                </c:pt>
                <c:pt idx="24623">
                  <c:v>9.6696515339376372</c:v>
                </c:pt>
                <c:pt idx="24624">
                  <c:v>9.6804010354707373</c:v>
                </c:pt>
                <c:pt idx="24625">
                  <c:v>9.6884613290216652</c:v>
                </c:pt>
                <c:pt idx="24626">
                  <c:v>9.6919610693162213</c:v>
                </c:pt>
                <c:pt idx="24627">
                  <c:v>9.6890194862858774</c:v>
                </c:pt>
                <c:pt idx="24628">
                  <c:v>9.6826849772967183</c:v>
                </c:pt>
                <c:pt idx="24629">
                  <c:v>9.6795737479684334</c:v>
                </c:pt>
                <c:pt idx="24630">
                  <c:v>9.6779369753531164</c:v>
                </c:pt>
                <c:pt idx="24631">
                  <c:v>9.6769787879295617</c:v>
                </c:pt>
                <c:pt idx="24632">
                  <c:v>9.6777809426469847</c:v>
                </c:pt>
                <c:pt idx="24633">
                  <c:v>9.6761274148417478</c:v>
                </c:pt>
                <c:pt idx="24634">
                  <c:v>9.6745482381917807</c:v>
                </c:pt>
                <c:pt idx="24635">
                  <c:v>9.6779526833436655</c:v>
                </c:pt>
                <c:pt idx="24636">
                  <c:v>9.6798554445989637</c:v>
                </c:pt>
                <c:pt idx="24637">
                  <c:v>9.6799151349630552</c:v>
                </c:pt>
                <c:pt idx="24638">
                  <c:v>9.6830630162692888</c:v>
                </c:pt>
                <c:pt idx="24639">
                  <c:v>9.6857899234287821</c:v>
                </c:pt>
                <c:pt idx="24640">
                  <c:v>9.6903839870649939</c:v>
                </c:pt>
                <c:pt idx="24641">
                  <c:v>9.6941308664108714</c:v>
                </c:pt>
                <c:pt idx="24642">
                  <c:v>9.6974284972270155</c:v>
                </c:pt>
                <c:pt idx="24643">
                  <c:v>9.7007659216192224</c:v>
                </c:pt>
                <c:pt idx="24644">
                  <c:v>9.7051494981820614</c:v>
                </c:pt>
                <c:pt idx="24645">
                  <c:v>9.7110954962049494</c:v>
                </c:pt>
                <c:pt idx="24646">
                  <c:v>9.715214131327178</c:v>
                </c:pt>
                <c:pt idx="24647">
                  <c:v>9.7176520114605491</c:v>
                </c:pt>
                <c:pt idx="24648">
                  <c:v>9.7205181961362541</c:v>
                </c:pt>
                <c:pt idx="24649">
                  <c:v>9.7236493222525677</c:v>
                </c:pt>
                <c:pt idx="24650">
                  <c:v>9.726628604460231</c:v>
                </c:pt>
                <c:pt idx="24651">
                  <c:v>9.7309231690766218</c:v>
                </c:pt>
                <c:pt idx="24652">
                  <c:v>9.7338364777239743</c:v>
                </c:pt>
                <c:pt idx="24653">
                  <c:v>9.7359989444230344</c:v>
                </c:pt>
                <c:pt idx="24654">
                  <c:v>9.7383373406162566</c:v>
                </c:pt>
                <c:pt idx="24655">
                  <c:v>9.7419501784427727</c:v>
                </c:pt>
                <c:pt idx="24656">
                  <c:v>9.7457190489754204</c:v>
                </c:pt>
                <c:pt idx="24657">
                  <c:v>9.7486533016101742</c:v>
                </c:pt>
                <c:pt idx="24658">
                  <c:v>9.7483140090142921</c:v>
                </c:pt>
                <c:pt idx="24659">
                  <c:v>9.7496565186066384</c:v>
                </c:pt>
                <c:pt idx="24660">
                  <c:v>9.7525624968584026</c:v>
                </c:pt>
                <c:pt idx="24661">
                  <c:v>9.7541898446793898</c:v>
                </c:pt>
                <c:pt idx="24662">
                  <c:v>9.7548422498869023</c:v>
                </c:pt>
                <c:pt idx="24663">
                  <c:v>9.7579293936296772</c:v>
                </c:pt>
                <c:pt idx="24664">
                  <c:v>9.7638146540891046</c:v>
                </c:pt>
                <c:pt idx="24665">
                  <c:v>9.7715901094113899</c:v>
                </c:pt>
                <c:pt idx="24666">
                  <c:v>9.7765224184441131</c:v>
                </c:pt>
                <c:pt idx="24667">
                  <c:v>9.7778052376723696</c:v>
                </c:pt>
                <c:pt idx="24668">
                  <c:v>9.7816317041703673</c:v>
                </c:pt>
                <c:pt idx="24669">
                  <c:v>9.7882437209925772</c:v>
                </c:pt>
                <c:pt idx="24670">
                  <c:v>9.7915193606219528</c:v>
                </c:pt>
                <c:pt idx="24671">
                  <c:v>9.7935006618300022</c:v>
                </c:pt>
                <c:pt idx="24672">
                  <c:v>9.7971051220615593</c:v>
                </c:pt>
                <c:pt idx="24673">
                  <c:v>9.80173374327698</c:v>
                </c:pt>
                <c:pt idx="24674">
                  <c:v>9.8044239984585229</c:v>
                </c:pt>
                <c:pt idx="24675">
                  <c:v>9.8093091835195949</c:v>
                </c:pt>
                <c:pt idx="24676">
                  <c:v>9.8153955062580636</c:v>
                </c:pt>
                <c:pt idx="24677">
                  <c:v>9.8185967947321675</c:v>
                </c:pt>
                <c:pt idx="24678">
                  <c:v>9.822682966673927</c:v>
                </c:pt>
                <c:pt idx="24679">
                  <c:v>9.8270016168758278</c:v>
                </c:pt>
                <c:pt idx="24680">
                  <c:v>9.829147328384968</c:v>
                </c:pt>
                <c:pt idx="24681">
                  <c:v>9.8297012968517006</c:v>
                </c:pt>
                <c:pt idx="24682">
                  <c:v>9.8306217850979341</c:v>
                </c:pt>
                <c:pt idx="24683">
                  <c:v>9.8333811554378965</c:v>
                </c:pt>
                <c:pt idx="24684">
                  <c:v>9.8384129484107703</c:v>
                </c:pt>
                <c:pt idx="24685">
                  <c:v>9.8425849907008693</c:v>
                </c:pt>
                <c:pt idx="24686">
                  <c:v>9.8491750163363108</c:v>
                </c:pt>
                <c:pt idx="24687">
                  <c:v>9.856756739775145</c:v>
                </c:pt>
                <c:pt idx="24688">
                  <c:v>9.8588490441164147</c:v>
                </c:pt>
                <c:pt idx="24689">
                  <c:v>9.8574960625303696</c:v>
                </c:pt>
                <c:pt idx="24690">
                  <c:v>9.8608450061156443</c:v>
                </c:pt>
                <c:pt idx="24691">
                  <c:v>9.8656526984233359</c:v>
                </c:pt>
                <c:pt idx="24692">
                  <c:v>9.8677062563879154</c:v>
                </c:pt>
                <c:pt idx="24693">
                  <c:v>9.8722081664795667</c:v>
                </c:pt>
                <c:pt idx="24694">
                  <c:v>9.8784253891392861</c:v>
                </c:pt>
                <c:pt idx="24695">
                  <c:v>9.884526372668935</c:v>
                </c:pt>
                <c:pt idx="24696">
                  <c:v>9.890771869711644</c:v>
                </c:pt>
                <c:pt idx="24697">
                  <c:v>9.8972383258214229</c:v>
                </c:pt>
                <c:pt idx="24698">
                  <c:v>9.9007684348977101</c:v>
                </c:pt>
                <c:pt idx="24699">
                  <c:v>9.902455473082787</c:v>
                </c:pt>
                <c:pt idx="24700">
                  <c:v>9.9042147680243957</c:v>
                </c:pt>
                <c:pt idx="24701">
                  <c:v>9.9072715429854394</c:v>
                </c:pt>
                <c:pt idx="24702">
                  <c:v>9.9111388502588671</c:v>
                </c:pt>
                <c:pt idx="24703">
                  <c:v>9.9140898580835408</c:v>
                </c:pt>
                <c:pt idx="24704">
                  <c:v>9.9172796273645769</c:v>
                </c:pt>
                <c:pt idx="24705">
                  <c:v>9.9187708392674629</c:v>
                </c:pt>
                <c:pt idx="24706">
                  <c:v>9.9224538394517694</c:v>
                </c:pt>
                <c:pt idx="24707">
                  <c:v>9.9234371596602049</c:v>
                </c:pt>
                <c:pt idx="24708">
                  <c:v>9.9220255349094373</c:v>
                </c:pt>
                <c:pt idx="24709">
                  <c:v>9.9267326960776092</c:v>
                </c:pt>
                <c:pt idx="24710">
                  <c:v>9.9328755675820588</c:v>
                </c:pt>
                <c:pt idx="24711">
                  <c:v>9.9366831844913968</c:v>
                </c:pt>
                <c:pt idx="24712">
                  <c:v>9.9394833956067892</c:v>
                </c:pt>
                <c:pt idx="24713">
                  <c:v>9.9417652430340304</c:v>
                </c:pt>
                <c:pt idx="24714">
                  <c:v>9.941777809426469</c:v>
                </c:pt>
                <c:pt idx="24715">
                  <c:v>9.9413505520835077</c:v>
                </c:pt>
                <c:pt idx="24716">
                  <c:v>9.9439706449072602</c:v>
                </c:pt>
                <c:pt idx="24717">
                  <c:v>9.945292210512207</c:v>
                </c:pt>
                <c:pt idx="24718">
                  <c:v>9.9492328217415338</c:v>
                </c:pt>
                <c:pt idx="24719">
                  <c:v>9.9554772715848738</c:v>
                </c:pt>
                <c:pt idx="24720">
                  <c:v>9.9572438969220709</c:v>
                </c:pt>
                <c:pt idx="24721">
                  <c:v>9.9560731280264054</c:v>
                </c:pt>
                <c:pt idx="24722">
                  <c:v>9.9542206323408671</c:v>
                </c:pt>
                <c:pt idx="24723">
                  <c:v>9.9547944975956302</c:v>
                </c:pt>
                <c:pt idx="24724">
                  <c:v>9.9558123753832746</c:v>
                </c:pt>
                <c:pt idx="24725">
                  <c:v>9.9574889415746526</c:v>
                </c:pt>
                <c:pt idx="24726">
                  <c:v>9.9601383559807655</c:v>
                </c:pt>
                <c:pt idx="24727">
                  <c:v>9.9631103077928387</c:v>
                </c:pt>
                <c:pt idx="24728">
                  <c:v>9.9666467000653451</c:v>
                </c:pt>
                <c:pt idx="24729">
                  <c:v>9.9701024579863606</c:v>
                </c:pt>
                <c:pt idx="24730">
                  <c:v>9.9724094381984827</c:v>
                </c:pt>
                <c:pt idx="24731">
                  <c:v>9.9726586716485439</c:v>
                </c:pt>
                <c:pt idx="24732">
                  <c:v>9.974927952683343</c:v>
                </c:pt>
                <c:pt idx="24733">
                  <c:v>9.9766464068495218</c:v>
                </c:pt>
                <c:pt idx="24734">
                  <c:v>9.9779187540840777</c:v>
                </c:pt>
                <c:pt idx="24735">
                  <c:v>9.9786308496556817</c:v>
                </c:pt>
                <c:pt idx="24736">
                  <c:v>9.9784580617596301</c:v>
                </c:pt>
                <c:pt idx="24737">
                  <c:v>9.9805524604996396</c:v>
                </c:pt>
                <c:pt idx="24738">
                  <c:v>9.9856083390580235</c:v>
                </c:pt>
                <c:pt idx="24739">
                  <c:v>9.9882127238912251</c:v>
                </c:pt>
                <c:pt idx="24740">
                  <c:v>9.9887237571837879</c:v>
                </c:pt>
                <c:pt idx="24741">
                  <c:v>9.9855413182983437</c:v>
                </c:pt>
                <c:pt idx="24742">
                  <c:v>9.9839244424710554</c:v>
                </c:pt>
                <c:pt idx="24743">
                  <c:v>9.9842438382789069</c:v>
                </c:pt>
                <c:pt idx="24744">
                  <c:v>9.9871047869577598</c:v>
                </c:pt>
                <c:pt idx="24745">
                  <c:v>9.9895510446860918</c:v>
                </c:pt>
                <c:pt idx="24746">
                  <c:v>9.9907898815408078</c:v>
                </c:pt>
                <c:pt idx="24747">
                  <c:v>9.9900735971717243</c:v>
                </c:pt>
                <c:pt idx="24748">
                  <c:v>9.9895311478980613</c:v>
                </c:pt>
                <c:pt idx="24749">
                  <c:v>9.9925816396628857</c:v>
                </c:pt>
                <c:pt idx="24750">
                  <c:v>9.9975914414489893</c:v>
                </c:pt>
                <c:pt idx="24751">
                  <c:v>9.9986606320057643</c:v>
                </c:pt>
                <c:pt idx="24752">
                  <c:v>9.9986166496322237</c:v>
                </c:pt>
                <c:pt idx="24753">
                  <c:v>10.000344528592731</c:v>
                </c:pt>
                <c:pt idx="24754">
                  <c:v>10.001840976492469</c:v>
                </c:pt>
                <c:pt idx="24755">
                  <c:v>10.00207136035387</c:v>
                </c:pt>
                <c:pt idx="24756">
                  <c:v>10.000069115158421</c:v>
                </c:pt>
                <c:pt idx="24757">
                  <c:v>9.9989810750129848</c:v>
                </c:pt>
                <c:pt idx="24758">
                  <c:v>9.9987485967528436</c:v>
                </c:pt>
                <c:pt idx="24759">
                  <c:v>9.9973401136001883</c:v>
                </c:pt>
                <c:pt idx="24760">
                  <c:v>9.9997151617713591</c:v>
                </c:pt>
                <c:pt idx="24761">
                  <c:v>10.004667367592111</c:v>
                </c:pt>
                <c:pt idx="24762">
                  <c:v>10.004639093209121</c:v>
                </c:pt>
                <c:pt idx="24763">
                  <c:v>10.004444314126301</c:v>
                </c:pt>
                <c:pt idx="24764">
                  <c:v>10.005015037782954</c:v>
                </c:pt>
                <c:pt idx="24765">
                  <c:v>10.003946894425548</c:v>
                </c:pt>
                <c:pt idx="24766">
                  <c:v>9.9996690849990788</c:v>
                </c:pt>
                <c:pt idx="24767">
                  <c:v>9.9969913962099763</c:v>
                </c:pt>
                <c:pt idx="24768">
                  <c:v>9.9958017777256511</c:v>
                </c:pt>
                <c:pt idx="24769">
                  <c:v>9.9946121592413242</c:v>
                </c:pt>
                <c:pt idx="24770">
                  <c:v>9.9987663991421343</c:v>
                </c:pt>
                <c:pt idx="24771">
                  <c:v>10.001793852520818</c:v>
                </c:pt>
                <c:pt idx="24772">
                  <c:v>9.9992449692542262</c:v>
                </c:pt>
                <c:pt idx="24773">
                  <c:v>9.9944833537188149</c:v>
                </c:pt>
                <c:pt idx="24774">
                  <c:v>9.9922412998676347</c:v>
                </c:pt>
                <c:pt idx="24775">
                  <c:v>9.9905437896888554</c:v>
                </c:pt>
                <c:pt idx="24776">
                  <c:v>9.9888316187188977</c:v>
                </c:pt>
                <c:pt idx="24777">
                  <c:v>9.9874503627498612</c:v>
                </c:pt>
                <c:pt idx="24778">
                  <c:v>9.9871770437142899</c:v>
                </c:pt>
                <c:pt idx="24779">
                  <c:v>9.9877173985892131</c:v>
                </c:pt>
                <c:pt idx="24780">
                  <c:v>9.9874943451234017</c:v>
                </c:pt>
                <c:pt idx="24781">
                  <c:v>9.988398078179717</c:v>
                </c:pt>
                <c:pt idx="24782">
                  <c:v>9.9909679054337079</c:v>
                </c:pt>
                <c:pt idx="24783">
                  <c:v>9.9916077442487818</c:v>
                </c:pt>
                <c:pt idx="24784">
                  <c:v>9.9860785315751563</c:v>
                </c:pt>
                <c:pt idx="24785">
                  <c:v>9.9803775782048483</c:v>
                </c:pt>
                <c:pt idx="24786">
                  <c:v>9.9829913878323815</c:v>
                </c:pt>
                <c:pt idx="24787">
                  <c:v>9.9884420605532558</c:v>
                </c:pt>
                <c:pt idx="24788">
                  <c:v>9.9867822495517995</c:v>
                </c:pt>
                <c:pt idx="24789">
                  <c:v>9.9858669973024146</c:v>
                </c:pt>
                <c:pt idx="24790">
                  <c:v>9.9863350954208059</c:v>
                </c:pt>
                <c:pt idx="24791">
                  <c:v>9.9846323492451781</c:v>
                </c:pt>
                <c:pt idx="24792">
                  <c:v>9.9834270227703037</c:v>
                </c:pt>
                <c:pt idx="24793">
                  <c:v>9.9835903858720236</c:v>
                </c:pt>
                <c:pt idx="24794">
                  <c:v>9.9824374193656489</c:v>
                </c:pt>
                <c:pt idx="24795">
                  <c:v>9.9800749375869167</c:v>
                </c:pt>
                <c:pt idx="24796">
                  <c:v>9.9803870029991781</c:v>
                </c:pt>
                <c:pt idx="24797">
                  <c:v>9.9799199520801576</c:v>
                </c:pt>
                <c:pt idx="24798">
                  <c:v>9.9784015129936492</c:v>
                </c:pt>
                <c:pt idx="24799">
                  <c:v>9.9762327630983698</c:v>
                </c:pt>
                <c:pt idx="24800">
                  <c:v>9.9757070690146268</c:v>
                </c:pt>
                <c:pt idx="24801">
                  <c:v>9.9734891007489566</c:v>
                </c:pt>
                <c:pt idx="24802">
                  <c:v>9.9707161168171847</c:v>
                </c:pt>
                <c:pt idx="24803">
                  <c:v>9.9688070723656654</c:v>
                </c:pt>
                <c:pt idx="24804">
                  <c:v>9.9664550625806339</c:v>
                </c:pt>
                <c:pt idx="24805">
                  <c:v>9.9649366234941272</c:v>
                </c:pt>
                <c:pt idx="24806">
                  <c:v>9.9652926712799292</c:v>
                </c:pt>
                <c:pt idx="24807">
                  <c:v>9.9670195030410671</c:v>
                </c:pt>
                <c:pt idx="24808">
                  <c:v>9.9635229043446216</c:v>
                </c:pt>
                <c:pt idx="24809">
                  <c:v>9.9599215857111734</c:v>
                </c:pt>
                <c:pt idx="24810">
                  <c:v>9.9584670257862378</c:v>
                </c:pt>
                <c:pt idx="24811">
                  <c:v>9.9592869828929516</c:v>
                </c:pt>
                <c:pt idx="24812">
                  <c:v>9.9611091097967588</c:v>
                </c:pt>
                <c:pt idx="24813">
                  <c:v>9.9611656585627397</c:v>
                </c:pt>
                <c:pt idx="24814">
                  <c:v>9.9578680277465939</c:v>
                </c:pt>
                <c:pt idx="24815">
                  <c:v>9.9548971231338914</c:v>
                </c:pt>
                <c:pt idx="24816">
                  <c:v>9.9545368865506099</c:v>
                </c:pt>
                <c:pt idx="24817">
                  <c:v>9.9516026339158561</c:v>
                </c:pt>
                <c:pt idx="24818">
                  <c:v>9.9480945160263392</c:v>
                </c:pt>
                <c:pt idx="24819">
                  <c:v>9.9489479835128929</c:v>
                </c:pt>
                <c:pt idx="24820">
                  <c:v>9.9489270395254934</c:v>
                </c:pt>
                <c:pt idx="24821">
                  <c:v>9.9462943803093005</c:v>
                </c:pt>
                <c:pt idx="24822">
                  <c:v>9.9431506878005465</c:v>
                </c:pt>
                <c:pt idx="24823">
                  <c:v>9.9422019251713216</c:v>
                </c:pt>
                <c:pt idx="24824">
                  <c:v>9.9418155086037903</c:v>
                </c:pt>
                <c:pt idx="24825">
                  <c:v>9.9415474255650693</c:v>
                </c:pt>
                <c:pt idx="24826">
                  <c:v>9.9414050064507489</c:v>
                </c:pt>
                <c:pt idx="24827">
                  <c:v>9.9412814369250881</c:v>
                </c:pt>
                <c:pt idx="24828">
                  <c:v>9.9425726337483038</c:v>
                </c:pt>
                <c:pt idx="24829">
                  <c:v>9.9429161151416654</c:v>
                </c:pt>
                <c:pt idx="24830">
                  <c:v>9.9429559087177246</c:v>
                </c:pt>
                <c:pt idx="24831">
                  <c:v>9.9422877955196629</c:v>
                </c:pt>
                <c:pt idx="24832">
                  <c:v>9.938634116917715</c:v>
                </c:pt>
                <c:pt idx="24833">
                  <c:v>9.9371355746192389</c:v>
                </c:pt>
                <c:pt idx="24834">
                  <c:v>9.9404216862423134</c:v>
                </c:pt>
                <c:pt idx="24835">
                  <c:v>9.9431580181961365</c:v>
                </c:pt>
                <c:pt idx="24836">
                  <c:v>9.9423705242698919</c:v>
                </c:pt>
                <c:pt idx="24837">
                  <c:v>9.9408824539651164</c:v>
                </c:pt>
                <c:pt idx="24838">
                  <c:v>9.9395148115878893</c:v>
                </c:pt>
                <c:pt idx="24839">
                  <c:v>9.9407829700249657</c:v>
                </c:pt>
                <c:pt idx="24840">
                  <c:v>9.9433423252852577</c:v>
                </c:pt>
                <c:pt idx="24841">
                  <c:v>9.9458294237890179</c:v>
                </c:pt>
                <c:pt idx="24842">
                  <c:v>9.9453183904964568</c:v>
                </c:pt>
                <c:pt idx="24843">
                  <c:v>9.9422972203139928</c:v>
                </c:pt>
                <c:pt idx="24844">
                  <c:v>9.9426993448720751</c:v>
                </c:pt>
                <c:pt idx="24845">
                  <c:v>9.9447644220297242</c:v>
                </c:pt>
                <c:pt idx="24846">
                  <c:v>9.9435035939882379</c:v>
                </c:pt>
                <c:pt idx="24847">
                  <c:v>9.9418930013571707</c:v>
                </c:pt>
                <c:pt idx="24848">
                  <c:v>9.9434816028014676</c:v>
                </c:pt>
                <c:pt idx="24849">
                  <c:v>9.9424616306150835</c:v>
                </c:pt>
                <c:pt idx="24850">
                  <c:v>9.9416521455020685</c:v>
                </c:pt>
                <c:pt idx="24851">
                  <c:v>9.9413505520835077</c:v>
                </c:pt>
                <c:pt idx="24852">
                  <c:v>9.944247105540942</c:v>
                </c:pt>
                <c:pt idx="24853">
                  <c:v>9.945122564214266</c:v>
                </c:pt>
                <c:pt idx="24854">
                  <c:v>9.9416123519260093</c:v>
                </c:pt>
                <c:pt idx="24855">
                  <c:v>9.9402981167166526</c:v>
                </c:pt>
                <c:pt idx="24856">
                  <c:v>9.9435475763617784</c:v>
                </c:pt>
                <c:pt idx="24857">
                  <c:v>9.9466818440762026</c:v>
                </c:pt>
                <c:pt idx="24858">
                  <c:v>9.9501030444180092</c:v>
                </c:pt>
                <c:pt idx="24859">
                  <c:v>9.9514717339946053</c:v>
                </c:pt>
                <c:pt idx="24860">
                  <c:v>9.9511292998006127</c:v>
                </c:pt>
                <c:pt idx="24861">
                  <c:v>9.9530121642678822</c:v>
                </c:pt>
                <c:pt idx="24862">
                  <c:v>9.9556846170601343</c:v>
                </c:pt>
                <c:pt idx="24863">
                  <c:v>9.9563412110651281</c:v>
                </c:pt>
                <c:pt idx="24864">
                  <c:v>9.9552751621064619</c:v>
                </c:pt>
                <c:pt idx="24865">
                  <c:v>9.9587183536350388</c:v>
                </c:pt>
                <c:pt idx="24866">
                  <c:v>9.9619688604795336</c:v>
                </c:pt>
                <c:pt idx="24867">
                  <c:v>9.9633155588693594</c:v>
                </c:pt>
                <c:pt idx="24868">
                  <c:v>9.9642276695206338</c:v>
                </c:pt>
                <c:pt idx="24869">
                  <c:v>9.9675054035487491</c:v>
                </c:pt>
                <c:pt idx="24870">
                  <c:v>9.9699485196789706</c:v>
                </c:pt>
                <c:pt idx="24871">
                  <c:v>9.9667304760149449</c:v>
                </c:pt>
                <c:pt idx="24872">
                  <c:v>9.9628547911465581</c:v>
                </c:pt>
                <c:pt idx="24873">
                  <c:v>9.9641899703433143</c:v>
                </c:pt>
                <c:pt idx="24874">
                  <c:v>9.9678520265402213</c:v>
                </c:pt>
                <c:pt idx="24875">
                  <c:v>9.9696594926528483</c:v>
                </c:pt>
                <c:pt idx="24876">
                  <c:v>9.9721088919792908</c:v>
                </c:pt>
                <c:pt idx="24877">
                  <c:v>9.9757730425749376</c:v>
                </c:pt>
                <c:pt idx="24878">
                  <c:v>9.9777365413936963</c:v>
                </c:pt>
                <c:pt idx="24879">
                  <c:v>9.9809242162759908</c:v>
                </c:pt>
                <c:pt idx="24880">
                  <c:v>9.9836354154449349</c:v>
                </c:pt>
                <c:pt idx="24881">
                  <c:v>9.9812855000586431</c:v>
                </c:pt>
                <c:pt idx="24882">
                  <c:v>9.9781554211416985</c:v>
                </c:pt>
                <c:pt idx="24883">
                  <c:v>9.9789146406849518</c:v>
                </c:pt>
                <c:pt idx="24884">
                  <c:v>9.9832071109026028</c:v>
                </c:pt>
                <c:pt idx="24885">
                  <c:v>9.9843956821875572</c:v>
                </c:pt>
                <c:pt idx="24886">
                  <c:v>9.9826678032270486</c:v>
                </c:pt>
                <c:pt idx="24887">
                  <c:v>9.9824300889700588</c:v>
                </c:pt>
                <c:pt idx="24888">
                  <c:v>9.981821666136085</c:v>
                </c:pt>
                <c:pt idx="24889">
                  <c:v>9.9811169009600729</c:v>
                </c:pt>
                <c:pt idx="24890">
                  <c:v>9.9807964579528505</c:v>
                </c:pt>
                <c:pt idx="24891">
                  <c:v>9.9794089187875947</c:v>
                </c:pt>
                <c:pt idx="24892">
                  <c:v>9.9791031365715526</c:v>
                </c:pt>
                <c:pt idx="24893">
                  <c:v>9.9798665449122872</c:v>
                </c:pt>
                <c:pt idx="24894">
                  <c:v>9.9809912370356724</c:v>
                </c:pt>
                <c:pt idx="24895">
                  <c:v>9.9794822227434956</c:v>
                </c:pt>
                <c:pt idx="24896">
                  <c:v>9.97855649850041</c:v>
                </c:pt>
                <c:pt idx="24897">
                  <c:v>9.978281085066099</c:v>
                </c:pt>
                <c:pt idx="24898">
                  <c:v>9.9794361459712153</c:v>
                </c:pt>
                <c:pt idx="24899">
                  <c:v>9.9817106630028647</c:v>
                </c:pt>
                <c:pt idx="24900">
                  <c:v>9.9821264011527564</c:v>
                </c:pt>
                <c:pt idx="24901">
                  <c:v>9.9827788063602707</c:v>
                </c:pt>
                <c:pt idx="24902">
                  <c:v>9.9846103580584078</c:v>
                </c:pt>
                <c:pt idx="24903">
                  <c:v>9.9870660405810696</c:v>
                </c:pt>
                <c:pt idx="24904">
                  <c:v>9.9913354724125796</c:v>
                </c:pt>
                <c:pt idx="24905">
                  <c:v>9.9935523934788808</c:v>
                </c:pt>
                <c:pt idx="24906">
                  <c:v>9.9901709867131352</c:v>
                </c:pt>
                <c:pt idx="24907">
                  <c:v>9.9869215270680094</c:v>
                </c:pt>
                <c:pt idx="24908">
                  <c:v>9.9877802305514134</c:v>
                </c:pt>
                <c:pt idx="24909">
                  <c:v>9.9912401772699084</c:v>
                </c:pt>
                <c:pt idx="24910">
                  <c:v>9.9930340297907279</c:v>
                </c:pt>
                <c:pt idx="24911">
                  <c:v>9.9942896218353638</c:v>
                </c:pt>
                <c:pt idx="24912">
                  <c:v>9.9950310389893264</c:v>
                </c:pt>
                <c:pt idx="24913">
                  <c:v>9.9959044032639106</c:v>
                </c:pt>
                <c:pt idx="24914">
                  <c:v>9.9970071042005255</c:v>
                </c:pt>
                <c:pt idx="24915">
                  <c:v>9.9967254075699952</c:v>
                </c:pt>
                <c:pt idx="24916">
                  <c:v>9.9926790292042966</c:v>
                </c:pt>
                <c:pt idx="24917">
                  <c:v>9.9888043915352789</c:v>
                </c:pt>
                <c:pt idx="24918">
                  <c:v>9.9882629894609849</c:v>
                </c:pt>
                <c:pt idx="24919">
                  <c:v>9.9913763131880096</c:v>
                </c:pt>
                <c:pt idx="24920">
                  <c:v>9.9947765695424167</c:v>
                </c:pt>
                <c:pt idx="24921">
                  <c:v>9.9957965417288008</c:v>
                </c:pt>
                <c:pt idx="24922">
                  <c:v>9.9936602550139906</c:v>
                </c:pt>
                <c:pt idx="24923">
                  <c:v>9.9957525593552603</c:v>
                </c:pt>
                <c:pt idx="24924">
                  <c:v>9.9976427542181199</c:v>
                </c:pt>
                <c:pt idx="24925">
                  <c:v>9.9975139486956088</c:v>
                </c:pt>
                <c:pt idx="24926">
                  <c:v>10</c:v>
                </c:pt>
                <c:pt idx="24927">
                  <c:v>9.9993392171975266</c:v>
                </c:pt>
                <c:pt idx="24928">
                  <c:v>9.9967002747851144</c:v>
                </c:pt>
                <c:pt idx="24929">
                  <c:v>9.9969955850074559</c:v>
                </c:pt>
                <c:pt idx="24930">
                  <c:v>9.997805070120469</c:v>
                </c:pt>
                <c:pt idx="24931">
                  <c:v>9.9991831844913968</c:v>
                </c:pt>
                <c:pt idx="24932">
                  <c:v>10.000647169210662</c:v>
                </c:pt>
                <c:pt idx="24933">
                  <c:v>10.00004084077543</c:v>
                </c:pt>
                <c:pt idx="24934">
                  <c:v>9.9960719551631119</c:v>
                </c:pt>
                <c:pt idx="24935">
                  <c:v>9.9889907930231381</c:v>
                </c:pt>
                <c:pt idx="24936">
                  <c:v>9.9847758155588693</c:v>
                </c:pt>
                <c:pt idx="24937">
                  <c:v>9.9835034683243133</c:v>
                </c:pt>
                <c:pt idx="24938">
                  <c:v>9.98476953236265</c:v>
                </c:pt>
                <c:pt idx="24939">
                  <c:v>9.9854753447380329</c:v>
                </c:pt>
                <c:pt idx="24940">
                  <c:v>9.9839935576294749</c:v>
                </c:pt>
                <c:pt idx="24941">
                  <c:v>9.9824730241442285</c:v>
                </c:pt>
                <c:pt idx="24942">
                  <c:v>9.9786413216493806</c:v>
                </c:pt>
                <c:pt idx="24943">
                  <c:v>9.9751028349781343</c:v>
                </c:pt>
                <c:pt idx="24944">
                  <c:v>9.9760924383827891</c:v>
                </c:pt>
                <c:pt idx="24945">
                  <c:v>9.9780276628185582</c:v>
                </c:pt>
                <c:pt idx="24946">
                  <c:v>9.9780035772330482</c:v>
                </c:pt>
                <c:pt idx="24947">
                  <c:v>9.9740064172377387</c:v>
                </c:pt>
                <c:pt idx="24948">
                  <c:v>9.9699767940619601</c:v>
                </c:pt>
                <c:pt idx="24949">
                  <c:v>9.9694238727945983</c:v>
                </c:pt>
                <c:pt idx="24950">
                  <c:v>9.9696898614345795</c:v>
                </c:pt>
                <c:pt idx="24951">
                  <c:v>9.9671430725667278</c:v>
                </c:pt>
                <c:pt idx="24952">
                  <c:v>9.9635815475093406</c:v>
                </c:pt>
                <c:pt idx="24953">
                  <c:v>9.9586628520684286</c:v>
                </c:pt>
                <c:pt idx="24954">
                  <c:v>9.9568679523482402</c:v>
                </c:pt>
                <c:pt idx="24955">
                  <c:v>9.9567129668414793</c:v>
                </c:pt>
                <c:pt idx="24956">
                  <c:v>9.9538457349664053</c:v>
                </c:pt>
                <c:pt idx="24957">
                  <c:v>9.949254812928304</c:v>
                </c:pt>
                <c:pt idx="24958">
                  <c:v>9.9473143524956846</c:v>
                </c:pt>
                <c:pt idx="24959">
                  <c:v>9.9450838178375758</c:v>
                </c:pt>
                <c:pt idx="24960">
                  <c:v>9.9430836670408667</c:v>
                </c:pt>
                <c:pt idx="24961">
                  <c:v>9.9411882361811568</c:v>
                </c:pt>
                <c:pt idx="24962">
                  <c:v>9.9394561684231686</c:v>
                </c:pt>
                <c:pt idx="24963">
                  <c:v>9.9386110785315758</c:v>
                </c:pt>
                <c:pt idx="24964">
                  <c:v>9.9372779937335594</c:v>
                </c:pt>
                <c:pt idx="24965">
                  <c:v>9.933579285558702</c:v>
                </c:pt>
                <c:pt idx="24966">
                  <c:v>9.931805329825913</c:v>
                </c:pt>
                <c:pt idx="24967">
                  <c:v>9.9312723053465817</c:v>
                </c:pt>
                <c:pt idx="24968">
                  <c:v>9.9272960893386717</c:v>
                </c:pt>
                <c:pt idx="24969">
                  <c:v>9.9248110852336513</c:v>
                </c:pt>
                <c:pt idx="24970">
                  <c:v>9.9221365380426594</c:v>
                </c:pt>
                <c:pt idx="24971">
                  <c:v>9.9191541142368855</c:v>
                </c:pt>
                <c:pt idx="24972">
                  <c:v>9.9202568151735004</c:v>
                </c:pt>
                <c:pt idx="24973">
                  <c:v>9.9212924953504356</c:v>
                </c:pt>
                <c:pt idx="24974">
                  <c:v>9.9173204681400069</c:v>
                </c:pt>
                <c:pt idx="24975">
                  <c:v>9.9120205921284121</c:v>
                </c:pt>
                <c:pt idx="24976">
                  <c:v>9.9075155404386503</c:v>
                </c:pt>
                <c:pt idx="24977">
                  <c:v>9.9046242229780681</c:v>
                </c:pt>
                <c:pt idx="24978">
                  <c:v>9.9023821691268878</c:v>
                </c:pt>
                <c:pt idx="24979">
                  <c:v>9.899043697535312</c:v>
                </c:pt>
                <c:pt idx="24980">
                  <c:v>9.8981923244474981</c:v>
                </c:pt>
                <c:pt idx="24981">
                  <c:v>9.8948789856408013</c:v>
                </c:pt>
                <c:pt idx="24982">
                  <c:v>9.8897749359113991</c:v>
                </c:pt>
                <c:pt idx="24983">
                  <c:v>9.8892701858150556</c:v>
                </c:pt>
                <c:pt idx="24984">
                  <c:v>9.8884963054806221</c:v>
                </c:pt>
                <c:pt idx="24985">
                  <c:v>9.8847766533183652</c:v>
                </c:pt>
                <c:pt idx="24986">
                  <c:v>9.8764870231054065</c:v>
                </c:pt>
                <c:pt idx="24987">
                  <c:v>9.8687754469446904</c:v>
                </c:pt>
                <c:pt idx="24988">
                  <c:v>9.8614649481426877</c:v>
                </c:pt>
                <c:pt idx="24989">
                  <c:v>9.8559168858804007</c:v>
                </c:pt>
                <c:pt idx="24990">
                  <c:v>9.8528758189099079</c:v>
                </c:pt>
                <c:pt idx="24991">
                  <c:v>9.8479644538645843</c:v>
                </c:pt>
                <c:pt idx="24992">
                  <c:v>9.8436206708778045</c:v>
                </c:pt>
                <c:pt idx="24993">
                  <c:v>9.838577358711861</c:v>
                </c:pt>
                <c:pt idx="24994">
                  <c:v>9.8330806092187046</c:v>
                </c:pt>
                <c:pt idx="24995">
                  <c:v>9.8311956503526972</c:v>
                </c:pt>
                <c:pt idx="24996">
                  <c:v>9.827226764740379</c:v>
                </c:pt>
                <c:pt idx="24997">
                  <c:v>9.8215362833637716</c:v>
                </c:pt>
                <c:pt idx="24998">
                  <c:v>9.8194764422029728</c:v>
                </c:pt>
                <c:pt idx="24999">
                  <c:v>9.8192753799239316</c:v>
                </c:pt>
                <c:pt idx="25000">
                  <c:v>9.8178093008059246</c:v>
                </c:pt>
                <c:pt idx="25001">
                  <c:v>9.8122120201732486</c:v>
                </c:pt>
                <c:pt idx="25002">
                  <c:v>9.8063581756949212</c:v>
                </c:pt>
                <c:pt idx="25003">
                  <c:v>9.8014562354439292</c:v>
                </c:pt>
                <c:pt idx="25004">
                  <c:v>9.7976287217465607</c:v>
                </c:pt>
                <c:pt idx="25005">
                  <c:v>9.7950400449039083</c:v>
                </c:pt>
                <c:pt idx="25006">
                  <c:v>9.7953856206960097</c:v>
                </c:pt>
                <c:pt idx="25007">
                  <c:v>9.7941237454551544</c:v>
                </c:pt>
                <c:pt idx="25008">
                  <c:v>9.7884866712464191</c:v>
                </c:pt>
                <c:pt idx="25009">
                  <c:v>9.7821301710704898</c:v>
                </c:pt>
                <c:pt idx="25010">
                  <c:v>9.7754228591056087</c:v>
                </c:pt>
                <c:pt idx="25011">
                  <c:v>9.7688642494512674</c:v>
                </c:pt>
                <c:pt idx="25012">
                  <c:v>9.761543278655564</c:v>
                </c:pt>
                <c:pt idx="25013">
                  <c:v>9.7533437075884262</c:v>
                </c:pt>
                <c:pt idx="25014">
                  <c:v>9.7503110182128907</c:v>
                </c:pt>
                <c:pt idx="25015">
                  <c:v>9.7488355143005538</c:v>
                </c:pt>
                <c:pt idx="25016">
                  <c:v>9.7445095337030647</c:v>
                </c:pt>
                <c:pt idx="25017">
                  <c:v>9.7364513345508765</c:v>
                </c:pt>
                <c:pt idx="25018">
                  <c:v>9.7287648911750413</c:v>
                </c:pt>
                <c:pt idx="25019">
                  <c:v>9.7242315651022899</c:v>
                </c:pt>
                <c:pt idx="25020">
                  <c:v>9.717951510480372</c:v>
                </c:pt>
                <c:pt idx="25021">
                  <c:v>9.7153523616440189</c:v>
                </c:pt>
                <c:pt idx="25022">
                  <c:v>9.7128265167635668</c:v>
                </c:pt>
                <c:pt idx="25023">
                  <c:v>9.7100849488128951</c:v>
                </c:pt>
                <c:pt idx="25024">
                  <c:v>9.7070030410669705</c:v>
                </c:pt>
                <c:pt idx="25025">
                  <c:v>9.7033922976391942</c:v>
                </c:pt>
                <c:pt idx="25026">
                  <c:v>9.6988108003954228</c:v>
                </c:pt>
                <c:pt idx="25027">
                  <c:v>9.6901242816212321</c:v>
                </c:pt>
                <c:pt idx="25028">
                  <c:v>9.6820954040514042</c:v>
                </c:pt>
                <c:pt idx="25029">
                  <c:v>9.6751116314528431</c:v>
                </c:pt>
                <c:pt idx="25030">
                  <c:v>9.6681781244240401</c:v>
                </c:pt>
                <c:pt idx="25031">
                  <c:v>9.6625462862121534</c:v>
                </c:pt>
                <c:pt idx="25032">
                  <c:v>9.6550001675518988</c:v>
                </c:pt>
                <c:pt idx="25033">
                  <c:v>9.6518198230651944</c:v>
                </c:pt>
                <c:pt idx="25034">
                  <c:v>9.6526806209473381</c:v>
                </c:pt>
                <c:pt idx="25035">
                  <c:v>9.6482823835933189</c:v>
                </c:pt>
                <c:pt idx="25036">
                  <c:v>9.6406126954074018</c:v>
                </c:pt>
                <c:pt idx="25037">
                  <c:v>9.6330561047534466</c:v>
                </c:pt>
                <c:pt idx="25038">
                  <c:v>9.6275687800546219</c:v>
                </c:pt>
                <c:pt idx="25039">
                  <c:v>9.6228239197091305</c:v>
                </c:pt>
                <c:pt idx="25040">
                  <c:v>9.6175973476534349</c:v>
                </c:pt>
                <c:pt idx="25041">
                  <c:v>9.6131258063435148</c:v>
                </c:pt>
                <c:pt idx="25042">
                  <c:v>9.6061556473367631</c:v>
                </c:pt>
                <c:pt idx="25043">
                  <c:v>9.5979089522979741</c:v>
                </c:pt>
                <c:pt idx="25044">
                  <c:v>9.5935149037414345</c:v>
                </c:pt>
                <c:pt idx="25045">
                  <c:v>9.5892475663086643</c:v>
                </c:pt>
                <c:pt idx="25046">
                  <c:v>9.5830586180319361</c:v>
                </c:pt>
                <c:pt idx="25047">
                  <c:v>9.5758905383442521</c:v>
                </c:pt>
                <c:pt idx="25048">
                  <c:v>9.5711655747867894</c:v>
                </c:pt>
                <c:pt idx="25049">
                  <c:v>9.5685999363302781</c:v>
                </c:pt>
                <c:pt idx="25050">
                  <c:v>9.5654813766064031</c:v>
                </c:pt>
                <c:pt idx="25051">
                  <c:v>9.5603699964814108</c:v>
                </c:pt>
                <c:pt idx="25052">
                  <c:v>9.5533181559237974</c:v>
                </c:pt>
                <c:pt idx="25053">
                  <c:v>9.5489837977313474</c:v>
                </c:pt>
                <c:pt idx="25054">
                  <c:v>9.5453856206960097</c:v>
                </c:pt>
                <c:pt idx="25055">
                  <c:v>9.5395055962334325</c:v>
                </c:pt>
                <c:pt idx="25056">
                  <c:v>9.5322851565772506</c:v>
                </c:pt>
                <c:pt idx="25057">
                  <c:v>9.5259831107685606</c:v>
                </c:pt>
                <c:pt idx="25058">
                  <c:v>9.5216403749811498</c:v>
                </c:pt>
                <c:pt idx="25059">
                  <c:v>9.5150503493457101</c:v>
                </c:pt>
                <c:pt idx="25060">
                  <c:v>9.5065732704455197</c:v>
                </c:pt>
                <c:pt idx="25061">
                  <c:v>9.4994680227200377</c:v>
                </c:pt>
                <c:pt idx="25062">
                  <c:v>9.4939513764388526</c:v>
                </c:pt>
                <c:pt idx="25063">
                  <c:v>9.4905657808756256</c:v>
                </c:pt>
                <c:pt idx="25064">
                  <c:v>9.4858586197074537</c:v>
                </c:pt>
                <c:pt idx="25065">
                  <c:v>9.4828269775312908</c:v>
                </c:pt>
                <c:pt idx="25066">
                  <c:v>9.4771961865187748</c:v>
                </c:pt>
                <c:pt idx="25067">
                  <c:v>9.4713318700467468</c:v>
                </c:pt>
                <c:pt idx="25068">
                  <c:v>9.4658832917246123</c:v>
                </c:pt>
                <c:pt idx="25069">
                  <c:v>9.4596493138749729</c:v>
                </c:pt>
                <c:pt idx="25070">
                  <c:v>9.4543777122463677</c:v>
                </c:pt>
                <c:pt idx="25071">
                  <c:v>9.4504276762227093</c:v>
                </c:pt>
                <c:pt idx="25072">
                  <c:v>9.4471237622103441</c:v>
                </c:pt>
                <c:pt idx="25073">
                  <c:v>9.4434679892096582</c:v>
                </c:pt>
                <c:pt idx="25074">
                  <c:v>9.4378110182128907</c:v>
                </c:pt>
                <c:pt idx="25075">
                  <c:v>9.432073412864634</c:v>
                </c:pt>
                <c:pt idx="25076">
                  <c:v>9.4292951929360118</c:v>
                </c:pt>
                <c:pt idx="25077">
                  <c:v>9.4265546721847091</c:v>
                </c:pt>
                <c:pt idx="25078">
                  <c:v>9.4230245631084237</c:v>
                </c:pt>
                <c:pt idx="25079">
                  <c:v>9.4187467536819529</c:v>
                </c:pt>
                <c:pt idx="25080">
                  <c:v>9.4136144295695594</c:v>
                </c:pt>
                <c:pt idx="25081">
                  <c:v>9.4075270596317218</c:v>
                </c:pt>
                <c:pt idx="25082">
                  <c:v>9.4033885277214608</c:v>
                </c:pt>
                <c:pt idx="25083">
                  <c:v>9.3994667660807938</c:v>
                </c:pt>
                <c:pt idx="25084">
                  <c:v>9.3934034817284662</c:v>
                </c:pt>
                <c:pt idx="25085">
                  <c:v>9.3853274801869873</c:v>
                </c:pt>
                <c:pt idx="25086">
                  <c:v>9.3782253740596158</c:v>
                </c:pt>
                <c:pt idx="25087">
                  <c:v>9.3781175125245042</c:v>
                </c:pt>
                <c:pt idx="25088">
                  <c:v>9.3819125630414018</c:v>
                </c:pt>
                <c:pt idx="25089">
                  <c:v>9.3829105440410174</c:v>
                </c:pt>
                <c:pt idx="25090">
                  <c:v>9.3770996347368598</c:v>
                </c:pt>
                <c:pt idx="25091">
                  <c:v>9.370415361158118</c:v>
                </c:pt>
                <c:pt idx="25092">
                  <c:v>9.3640682857765185</c:v>
                </c:pt>
                <c:pt idx="25093">
                  <c:v>9.3577767119615309</c:v>
                </c:pt>
                <c:pt idx="25094">
                  <c:v>9.354156543739423</c:v>
                </c:pt>
                <c:pt idx="25095">
                  <c:v>9.3528695357136868</c:v>
                </c:pt>
                <c:pt idx="25096">
                  <c:v>9.3479382738803345</c:v>
                </c:pt>
                <c:pt idx="25097">
                  <c:v>9.3435578389156042</c:v>
                </c:pt>
                <c:pt idx="25098">
                  <c:v>9.3405073471507798</c:v>
                </c:pt>
                <c:pt idx="25099">
                  <c:v>9.338034909438198</c:v>
                </c:pt>
                <c:pt idx="25100">
                  <c:v>9.3377228440259366</c:v>
                </c:pt>
                <c:pt idx="25101">
                  <c:v>9.3336272472898472</c:v>
                </c:pt>
                <c:pt idx="25102">
                  <c:v>9.3277608364190812</c:v>
                </c:pt>
                <c:pt idx="25103">
                  <c:v>9.3239280867248624</c:v>
                </c:pt>
                <c:pt idx="25104">
                  <c:v>9.3181391686074768</c:v>
                </c:pt>
                <c:pt idx="25105">
                  <c:v>9.3140079670928078</c:v>
                </c:pt>
                <c:pt idx="25106">
                  <c:v>9.3137629224402261</c:v>
                </c:pt>
                <c:pt idx="25107">
                  <c:v>9.312371194477489</c:v>
                </c:pt>
                <c:pt idx="25108">
                  <c:v>9.3109271065462522</c:v>
                </c:pt>
                <c:pt idx="25109">
                  <c:v>9.3085855687549213</c:v>
                </c:pt>
                <c:pt idx="25110">
                  <c:v>9.3068807281805537</c:v>
                </c:pt>
                <c:pt idx="25111">
                  <c:v>9.302469924434094</c:v>
                </c:pt>
                <c:pt idx="25112">
                  <c:v>9.2949541745555688</c:v>
                </c:pt>
                <c:pt idx="25113">
                  <c:v>9.2918398036291734</c:v>
                </c:pt>
                <c:pt idx="25114">
                  <c:v>9.2908816162056205</c:v>
                </c:pt>
                <c:pt idx="25115">
                  <c:v>9.2905831643851684</c:v>
                </c:pt>
                <c:pt idx="25116">
                  <c:v>9.2894804634485535</c:v>
                </c:pt>
                <c:pt idx="25117">
                  <c:v>9.2877902836653661</c:v>
                </c:pt>
                <c:pt idx="25118">
                  <c:v>9.2850110165373732</c:v>
                </c:pt>
                <c:pt idx="25119">
                  <c:v>9.28024207060637</c:v>
                </c:pt>
                <c:pt idx="25120">
                  <c:v>9.2765213712447423</c:v>
                </c:pt>
                <c:pt idx="25121">
                  <c:v>9.2762365330161014</c:v>
                </c:pt>
                <c:pt idx="25122">
                  <c:v>9.2751505872694064</c:v>
                </c:pt>
                <c:pt idx="25123">
                  <c:v>9.2745641556222047</c:v>
                </c:pt>
                <c:pt idx="25124">
                  <c:v>9.272578665616674</c:v>
                </c:pt>
                <c:pt idx="25125">
                  <c:v>9.268915562220398</c:v>
                </c:pt>
                <c:pt idx="25126">
                  <c:v>9.2648513814654088</c:v>
                </c:pt>
                <c:pt idx="25127">
                  <c:v>9.2634617479014132</c:v>
                </c:pt>
                <c:pt idx="25128">
                  <c:v>9.2624784276929777</c:v>
                </c:pt>
                <c:pt idx="25129">
                  <c:v>9.2562591106345184</c:v>
                </c:pt>
                <c:pt idx="25130">
                  <c:v>9.2473516327932579</c:v>
                </c:pt>
                <c:pt idx="25131">
                  <c:v>9.2452394316639577</c:v>
                </c:pt>
                <c:pt idx="25132">
                  <c:v>9.246460466129383</c:v>
                </c:pt>
                <c:pt idx="25133">
                  <c:v>9.2483443777960215</c:v>
                </c:pt>
                <c:pt idx="25134">
                  <c:v>9.2482312802640614</c:v>
                </c:pt>
                <c:pt idx="25135">
                  <c:v>9.2474961463063181</c:v>
                </c:pt>
                <c:pt idx="25136">
                  <c:v>9.2471715145016162</c:v>
                </c:pt>
                <c:pt idx="25137">
                  <c:v>9.2454478243385889</c:v>
                </c:pt>
                <c:pt idx="25138">
                  <c:v>9.2421051639495335</c:v>
                </c:pt>
                <c:pt idx="25139">
                  <c:v>9.2406568872208172</c:v>
                </c:pt>
                <c:pt idx="25140">
                  <c:v>9.2391876665046997</c:v>
                </c:pt>
                <c:pt idx="25141">
                  <c:v>9.2363392842182872</c:v>
                </c:pt>
                <c:pt idx="25142">
                  <c:v>9.2361350803411355</c:v>
                </c:pt>
                <c:pt idx="25143">
                  <c:v>9.2356680294221132</c:v>
                </c:pt>
                <c:pt idx="25144">
                  <c:v>9.2336804450178445</c:v>
                </c:pt>
                <c:pt idx="25145">
                  <c:v>9.2341851951141862</c:v>
                </c:pt>
                <c:pt idx="25146">
                  <c:v>9.2344365229629872</c:v>
                </c:pt>
                <c:pt idx="25147">
                  <c:v>9.2282318666957082</c:v>
                </c:pt>
                <c:pt idx="25148">
                  <c:v>9.2221099391786598</c:v>
                </c:pt>
                <c:pt idx="25149">
                  <c:v>9.2175849907008693</c:v>
                </c:pt>
                <c:pt idx="25150">
                  <c:v>9.2156790878474606</c:v>
                </c:pt>
                <c:pt idx="25151">
                  <c:v>9.2145355461354157</c:v>
                </c:pt>
                <c:pt idx="25152">
                  <c:v>9.213893612921602</c:v>
                </c:pt>
                <c:pt idx="25153">
                  <c:v>9.2129668414791475</c:v>
                </c:pt>
                <c:pt idx="25154">
                  <c:v>9.2129741718747376</c:v>
                </c:pt>
                <c:pt idx="25155">
                  <c:v>9.2146402660724167</c:v>
                </c:pt>
                <c:pt idx="25156">
                  <c:v>9.21774207060637</c:v>
                </c:pt>
                <c:pt idx="25157">
                  <c:v>9.2200731364040003</c:v>
                </c:pt>
                <c:pt idx="25158">
                  <c:v>9.2155094415495196</c:v>
                </c:pt>
                <c:pt idx="25159">
                  <c:v>9.2079737948829656</c:v>
                </c:pt>
                <c:pt idx="25160">
                  <c:v>9.2043023138917288</c:v>
                </c:pt>
                <c:pt idx="25161">
                  <c:v>9.2015513211467255</c:v>
                </c:pt>
                <c:pt idx="25162">
                  <c:v>9.2022623695189587</c:v>
                </c:pt>
                <c:pt idx="25163">
                  <c:v>9.2025074141715404</c:v>
                </c:pt>
                <c:pt idx="25164">
                  <c:v>9.1998223949868478</c:v>
                </c:pt>
                <c:pt idx="25165">
                  <c:v>9.1965478025568412</c:v>
                </c:pt>
                <c:pt idx="25166">
                  <c:v>9.1961446307993899</c:v>
                </c:pt>
                <c:pt idx="25167">
                  <c:v>9.1966598528894323</c:v>
                </c:pt>
                <c:pt idx="25168">
                  <c:v>9.1957613558299691</c:v>
                </c:pt>
                <c:pt idx="25169">
                  <c:v>9.1960619020491592</c:v>
                </c:pt>
                <c:pt idx="25170">
                  <c:v>9.1996883534674865</c:v>
                </c:pt>
                <c:pt idx="25171">
                  <c:v>9.2019838144865371</c:v>
                </c:pt>
                <c:pt idx="25172">
                  <c:v>9.1989113315349424</c:v>
                </c:pt>
                <c:pt idx="25173">
                  <c:v>9.1962137459578113</c:v>
                </c:pt>
                <c:pt idx="25174">
                  <c:v>9.1935035939882379</c:v>
                </c:pt>
                <c:pt idx="25175">
                  <c:v>9.189930549737781</c:v>
                </c:pt>
                <c:pt idx="25176">
                  <c:v>9.1881796323911331</c:v>
                </c:pt>
                <c:pt idx="25177">
                  <c:v>9.1866988924819459</c:v>
                </c:pt>
                <c:pt idx="25178">
                  <c:v>9.185175217398589</c:v>
                </c:pt>
                <c:pt idx="25179">
                  <c:v>9.1848390664008175</c:v>
                </c:pt>
                <c:pt idx="25180">
                  <c:v>9.1849375031415974</c:v>
                </c:pt>
                <c:pt idx="25181">
                  <c:v>9.1846034465425674</c:v>
                </c:pt>
                <c:pt idx="25182">
                  <c:v>9.183644211919642</c:v>
                </c:pt>
                <c:pt idx="25183">
                  <c:v>9.1822985607291852</c:v>
                </c:pt>
                <c:pt idx="25184">
                  <c:v>9.1823676758876065</c:v>
                </c:pt>
                <c:pt idx="25185">
                  <c:v>9.1808251512155898</c:v>
                </c:pt>
                <c:pt idx="25186">
                  <c:v>9.1764342442571589</c:v>
                </c:pt>
                <c:pt idx="25187">
                  <c:v>9.1745283414037502</c:v>
                </c:pt>
                <c:pt idx="25188">
                  <c:v>9.1748665868002615</c:v>
                </c:pt>
                <c:pt idx="25189">
                  <c:v>9.172002496523298</c:v>
                </c:pt>
                <c:pt idx="25190">
                  <c:v>9.1709532027545535</c:v>
                </c:pt>
                <c:pt idx="25191">
                  <c:v>9.1737481778730956</c:v>
                </c:pt>
                <c:pt idx="25192">
                  <c:v>9.1726926009081318</c:v>
                </c:pt>
                <c:pt idx="25193">
                  <c:v>9.1686692609285725</c:v>
                </c:pt>
                <c:pt idx="25194">
                  <c:v>9.1687279040932932</c:v>
                </c:pt>
                <c:pt idx="25195">
                  <c:v>9.1709594859507728</c:v>
                </c:pt>
                <c:pt idx="25196">
                  <c:v>9.1717721126618965</c:v>
                </c:pt>
                <c:pt idx="25197">
                  <c:v>9.1706516093359927</c:v>
                </c:pt>
                <c:pt idx="25198">
                  <c:v>9.1685467386022825</c:v>
                </c:pt>
                <c:pt idx="25199">
                  <c:v>9.1692001910091658</c:v>
                </c:pt>
                <c:pt idx="25200">
                  <c:v>9.1683634787125321</c:v>
                </c:pt>
                <c:pt idx="25201">
                  <c:v>9.1647370272942048</c:v>
                </c:pt>
                <c:pt idx="25202">
                  <c:v>9.1615860043898589</c:v>
                </c:pt>
                <c:pt idx="25203">
                  <c:v>9.1589303067875267</c:v>
                </c:pt>
                <c:pt idx="25204">
                  <c:v>9.1578391250439832</c:v>
                </c:pt>
                <c:pt idx="25205">
                  <c:v>9.1557080743260233</c:v>
                </c:pt>
                <c:pt idx="25206">
                  <c:v>9.1566819697401272</c:v>
                </c:pt>
                <c:pt idx="25207">
                  <c:v>9.1582433440008035</c:v>
                </c:pt>
                <c:pt idx="25208">
                  <c:v>9.1586423269607753</c:v>
                </c:pt>
                <c:pt idx="25209">
                  <c:v>9.1579092874017736</c:v>
                </c:pt>
                <c:pt idx="25210">
                  <c:v>9.1581365296650645</c:v>
                </c:pt>
                <c:pt idx="25211">
                  <c:v>9.1588999380057974</c:v>
                </c:pt>
                <c:pt idx="25212">
                  <c:v>9.1563971315114863</c:v>
                </c:pt>
                <c:pt idx="25213">
                  <c:v>9.1543488095437553</c:v>
                </c:pt>
                <c:pt idx="25214">
                  <c:v>9.1528377008528388</c:v>
                </c:pt>
                <c:pt idx="25215">
                  <c:v>9.1533351205535922</c:v>
                </c:pt>
                <c:pt idx="25216">
                  <c:v>9.1564777658629755</c:v>
                </c:pt>
                <c:pt idx="25217">
                  <c:v>9.1560243285357643</c:v>
                </c:pt>
                <c:pt idx="25218">
                  <c:v>9.1539477321850438</c:v>
                </c:pt>
                <c:pt idx="25219">
                  <c:v>9.1531089254896703</c:v>
                </c:pt>
                <c:pt idx="25220">
                  <c:v>9.1537110651274229</c:v>
                </c:pt>
                <c:pt idx="25221">
                  <c:v>9.1537194427223838</c:v>
                </c:pt>
                <c:pt idx="25222">
                  <c:v>9.1532838077844616</c:v>
                </c:pt>
                <c:pt idx="25223">
                  <c:v>9.1541110952867655</c:v>
                </c:pt>
                <c:pt idx="25224">
                  <c:v>9.1537299147160827</c:v>
                </c:pt>
                <c:pt idx="25225">
                  <c:v>9.1517203391250437</c:v>
                </c:pt>
                <c:pt idx="25226">
                  <c:v>9.151603052795604</c:v>
                </c:pt>
                <c:pt idx="25227">
                  <c:v>9.1502029472379078</c:v>
                </c:pt>
                <c:pt idx="25228">
                  <c:v>9.1463450647588083</c:v>
                </c:pt>
                <c:pt idx="25229">
                  <c:v>9.1466665549654014</c:v>
                </c:pt>
                <c:pt idx="25230">
                  <c:v>9.1493170165708833</c:v>
                </c:pt>
                <c:pt idx="25231">
                  <c:v>9.1504574166848176</c:v>
                </c:pt>
                <c:pt idx="25232">
                  <c:v>9.1516721679540236</c:v>
                </c:pt>
                <c:pt idx="25233">
                  <c:v>9.1517203391250437</c:v>
                </c:pt>
                <c:pt idx="25234">
                  <c:v>9.1528408424509493</c:v>
                </c:pt>
                <c:pt idx="25235">
                  <c:v>9.1543383375500564</c:v>
                </c:pt>
                <c:pt idx="25236">
                  <c:v>9.1523853107249966</c:v>
                </c:pt>
                <c:pt idx="25237">
                  <c:v>9.149108623896252</c:v>
                </c:pt>
                <c:pt idx="25238">
                  <c:v>9.1460738401219785</c:v>
                </c:pt>
                <c:pt idx="25239">
                  <c:v>9.1439270814134677</c:v>
                </c:pt>
                <c:pt idx="25240">
                  <c:v>9.1422253824372106</c:v>
                </c:pt>
                <c:pt idx="25241">
                  <c:v>9.1405352026540214</c:v>
                </c:pt>
                <c:pt idx="25242">
                  <c:v>9.1419751017877786</c:v>
                </c:pt>
                <c:pt idx="25243">
                  <c:v>9.1451753430625136</c:v>
                </c:pt>
                <c:pt idx="25244">
                  <c:v>9.1457345475260965</c:v>
                </c:pt>
                <c:pt idx="25245">
                  <c:v>9.1455387212439057</c:v>
                </c:pt>
                <c:pt idx="25246">
                  <c:v>9.1456612435701956</c:v>
                </c:pt>
                <c:pt idx="25247">
                  <c:v>9.1433238945763442</c:v>
                </c:pt>
                <c:pt idx="25248">
                  <c:v>9.1418661930532981</c:v>
                </c:pt>
                <c:pt idx="25249">
                  <c:v>9.1423981703332604</c:v>
                </c:pt>
                <c:pt idx="25250">
                  <c:v>9.1427489821222121</c:v>
                </c:pt>
                <c:pt idx="25251">
                  <c:v>9.143599308010657</c:v>
                </c:pt>
                <c:pt idx="25252">
                  <c:v>9.1437783791029279</c:v>
                </c:pt>
                <c:pt idx="25253">
                  <c:v>9.1433971985322451</c:v>
                </c:pt>
                <c:pt idx="25254">
                  <c:v>9.1421395120888693</c:v>
                </c:pt>
                <c:pt idx="25255">
                  <c:v>9.14213322889265</c:v>
                </c:pt>
                <c:pt idx="25256">
                  <c:v>9.1443826131394204</c:v>
                </c:pt>
                <c:pt idx="25257">
                  <c:v>9.1457691051053072</c:v>
                </c:pt>
                <c:pt idx="25258">
                  <c:v>9.1464099911197501</c:v>
                </c:pt>
                <c:pt idx="25259">
                  <c:v>9.1460623209289071</c:v>
                </c:pt>
                <c:pt idx="25260">
                  <c:v>9.1450601511318137</c:v>
                </c:pt>
                <c:pt idx="25261">
                  <c:v>9.1449313456093027</c:v>
                </c:pt>
                <c:pt idx="25262">
                  <c:v>9.1437312551312768</c:v>
                </c:pt>
                <c:pt idx="25263">
                  <c:v>9.1463649615468388</c:v>
                </c:pt>
                <c:pt idx="25264">
                  <c:v>9.1481075012985276</c:v>
                </c:pt>
                <c:pt idx="25265">
                  <c:v>9.1466309501868199</c:v>
                </c:pt>
                <c:pt idx="25266">
                  <c:v>9.143680989561517</c:v>
                </c:pt>
                <c:pt idx="25267">
                  <c:v>9.1412808086054653</c:v>
                </c:pt>
                <c:pt idx="25268">
                  <c:v>9.1429961211735336</c:v>
                </c:pt>
                <c:pt idx="25269">
                  <c:v>9.1438946182329985</c:v>
                </c:pt>
                <c:pt idx="25270">
                  <c:v>9.1443009315885604</c:v>
                </c:pt>
                <c:pt idx="25271">
                  <c:v>9.1454444733006053</c:v>
                </c:pt>
                <c:pt idx="25272">
                  <c:v>9.1458172762763272</c:v>
                </c:pt>
                <c:pt idx="25273">
                  <c:v>9.1438024646884379</c:v>
                </c:pt>
                <c:pt idx="25274">
                  <c:v>9.1401267948997198</c:v>
                </c:pt>
                <c:pt idx="25275">
                  <c:v>9.1382030896570221</c:v>
                </c:pt>
                <c:pt idx="25276">
                  <c:v>9.1370302263626151</c:v>
                </c:pt>
                <c:pt idx="25277">
                  <c:v>9.1342080240604524</c:v>
                </c:pt>
                <c:pt idx="25278">
                  <c:v>9.1315868840373309</c:v>
                </c:pt>
                <c:pt idx="25279">
                  <c:v>9.1333283765896489</c:v>
                </c:pt>
                <c:pt idx="25280">
                  <c:v>9.1360605197459908</c:v>
                </c:pt>
                <c:pt idx="25281">
                  <c:v>9.1365013906807633</c:v>
                </c:pt>
                <c:pt idx="25282">
                  <c:v>9.1350112259772462</c:v>
                </c:pt>
                <c:pt idx="25283">
                  <c:v>9.131051765159258</c:v>
                </c:pt>
                <c:pt idx="25284">
                  <c:v>9.1269802540086786</c:v>
                </c:pt>
                <c:pt idx="25285">
                  <c:v>9.1260629073605557</c:v>
                </c:pt>
                <c:pt idx="25286">
                  <c:v>9.1289751688085392</c:v>
                </c:pt>
                <c:pt idx="25287">
                  <c:v>9.1328770336611758</c:v>
                </c:pt>
                <c:pt idx="25288">
                  <c:v>9.1363296499840825</c:v>
                </c:pt>
                <c:pt idx="25289">
                  <c:v>9.1375192684684077</c:v>
                </c:pt>
                <c:pt idx="25290">
                  <c:v>9.1361128797144922</c:v>
                </c:pt>
                <c:pt idx="25291">
                  <c:v>9.1341116817184123</c:v>
                </c:pt>
                <c:pt idx="25292">
                  <c:v>9.1321094365229634</c:v>
                </c:pt>
                <c:pt idx="25293">
                  <c:v>9.1307899653167564</c:v>
                </c:pt>
                <c:pt idx="25294">
                  <c:v>9.1320214717758823</c:v>
                </c:pt>
                <c:pt idx="25295">
                  <c:v>9.1318204094968412</c:v>
                </c:pt>
                <c:pt idx="25296">
                  <c:v>9.1296788867851824</c:v>
                </c:pt>
                <c:pt idx="25297">
                  <c:v>9.126191712883065</c:v>
                </c:pt>
                <c:pt idx="25298">
                  <c:v>9.1226364710218988</c:v>
                </c:pt>
                <c:pt idx="25299">
                  <c:v>9.1225369870817481</c:v>
                </c:pt>
                <c:pt idx="25300">
                  <c:v>9.1241926092857266</c:v>
                </c:pt>
                <c:pt idx="25301">
                  <c:v>9.1261791464906263</c:v>
                </c:pt>
                <c:pt idx="25302">
                  <c:v>9.1269865372048997</c:v>
                </c:pt>
                <c:pt idx="25303">
                  <c:v>9.1240156325921955</c:v>
                </c:pt>
                <c:pt idx="25304">
                  <c:v>9.119573412864634</c:v>
                </c:pt>
                <c:pt idx="25305">
                  <c:v>9.1184769951242401</c:v>
                </c:pt>
                <c:pt idx="25306">
                  <c:v>9.1218238443107751</c:v>
                </c:pt>
                <c:pt idx="25307">
                  <c:v>9.1241454853140755</c:v>
                </c:pt>
                <c:pt idx="25308">
                  <c:v>9.1197294455707656</c:v>
                </c:pt>
                <c:pt idx="25309">
                  <c:v>9.1168224201196324</c:v>
                </c:pt>
                <c:pt idx="25310">
                  <c:v>9.1190142084010528</c:v>
                </c:pt>
                <c:pt idx="25311">
                  <c:v>9.1215044485029235</c:v>
                </c:pt>
                <c:pt idx="25312">
                  <c:v>9.1241507213109259</c:v>
                </c:pt>
                <c:pt idx="25313">
                  <c:v>9.1260136889901649</c:v>
                </c:pt>
                <c:pt idx="25314">
                  <c:v>9.126847259688688</c:v>
                </c:pt>
                <c:pt idx="25315">
                  <c:v>9.1247507665499388</c:v>
                </c:pt>
                <c:pt idx="25316">
                  <c:v>9.1188728364861014</c:v>
                </c:pt>
                <c:pt idx="25317">
                  <c:v>9.1165365346916207</c:v>
                </c:pt>
                <c:pt idx="25318">
                  <c:v>9.1172852822411734</c:v>
                </c:pt>
                <c:pt idx="25319">
                  <c:v>9.114590838262151</c:v>
                </c:pt>
                <c:pt idx="25320">
                  <c:v>9.1138693178962189</c:v>
                </c:pt>
                <c:pt idx="25321">
                  <c:v>9.1151531843238445</c:v>
                </c:pt>
                <c:pt idx="25322">
                  <c:v>9.1164056347703699</c:v>
                </c:pt>
                <c:pt idx="25323">
                  <c:v>9.1165501482834301</c:v>
                </c:pt>
                <c:pt idx="25324">
                  <c:v>9.1165972722550812</c:v>
                </c:pt>
                <c:pt idx="25325">
                  <c:v>9.1189157716602711</c:v>
                </c:pt>
                <c:pt idx="25326">
                  <c:v>9.1212614982490834</c:v>
                </c:pt>
                <c:pt idx="25327">
                  <c:v>9.1222332992644475</c:v>
                </c:pt>
                <c:pt idx="25328">
                  <c:v>9.1214960709079644</c:v>
                </c:pt>
                <c:pt idx="25329">
                  <c:v>9.1196320560293547</c:v>
                </c:pt>
                <c:pt idx="25330">
                  <c:v>9.1158841294841082</c:v>
                </c:pt>
                <c:pt idx="25331">
                  <c:v>9.1157270495786076</c:v>
                </c:pt>
                <c:pt idx="25332">
                  <c:v>9.1153479634066645</c:v>
                </c:pt>
                <c:pt idx="25333">
                  <c:v>9.1125519410887517</c:v>
                </c:pt>
                <c:pt idx="25334">
                  <c:v>9.1120115862138302</c:v>
                </c:pt>
                <c:pt idx="25335">
                  <c:v>9.1107549469698235</c:v>
                </c:pt>
                <c:pt idx="25336">
                  <c:v>9.1097004172042286</c:v>
                </c:pt>
                <c:pt idx="25337">
                  <c:v>9.1106617462258939</c:v>
                </c:pt>
                <c:pt idx="25338">
                  <c:v>9.1118157599316394</c:v>
                </c:pt>
                <c:pt idx="25339">
                  <c:v>9.110167468123251</c:v>
                </c:pt>
                <c:pt idx="25340">
                  <c:v>9.10782593033192</c:v>
                </c:pt>
                <c:pt idx="25341">
                  <c:v>9.1060582577953522</c:v>
                </c:pt>
                <c:pt idx="25342">
                  <c:v>9.1057650419717504</c:v>
                </c:pt>
                <c:pt idx="25343">
                  <c:v>9.1056749828259296</c:v>
                </c:pt>
                <c:pt idx="25344">
                  <c:v>9.1041684818122413</c:v>
                </c:pt>
                <c:pt idx="25345">
                  <c:v>9.1038106537875105</c:v>
                </c:pt>
                <c:pt idx="25346">
                  <c:v>9.1065996598696444</c:v>
                </c:pt>
                <c:pt idx="25347">
                  <c:v>9.1097632491664289</c:v>
                </c:pt>
                <c:pt idx="25348">
                  <c:v>9.1109759060368951</c:v>
                </c:pt>
                <c:pt idx="25349">
                  <c:v>9.112849345709833</c:v>
                </c:pt>
                <c:pt idx="25350">
                  <c:v>9.1106900206088834</c:v>
                </c:pt>
                <c:pt idx="25351">
                  <c:v>9.1080584085920613</c:v>
                </c:pt>
                <c:pt idx="25352">
                  <c:v>9.1044574041184259</c:v>
                </c:pt>
                <c:pt idx="25353">
                  <c:v>9.0994302188227802</c:v>
                </c:pt>
                <c:pt idx="25354">
                  <c:v>9.0985020860211456</c:v>
                </c:pt>
                <c:pt idx="25355">
                  <c:v>9.0996991396209967</c:v>
                </c:pt>
                <c:pt idx="25356">
                  <c:v>9.0985748663773602</c:v>
                </c:pt>
                <c:pt idx="25357">
                  <c:v>9.096247465777525</c:v>
                </c:pt>
                <c:pt idx="25358">
                  <c:v>9.0944086884037336</c:v>
                </c:pt>
                <c:pt idx="25359">
                  <c:v>9.0935372090880158</c:v>
                </c:pt>
                <c:pt idx="25360">
                  <c:v>9.0951884330546395</c:v>
                </c:pt>
                <c:pt idx="25361">
                  <c:v>9.0984613499656515</c:v>
                </c:pt>
                <c:pt idx="25362">
                  <c:v>9.1000003141598107</c:v>
                </c:pt>
                <c:pt idx="25363">
                  <c:v>9.0964869602734453</c:v>
                </c:pt>
                <c:pt idx="25364">
                  <c:v>9.0952723137241769</c:v>
                </c:pt>
                <c:pt idx="25365">
                  <c:v>9.0977568989494504</c:v>
                </c:pt>
                <c:pt idx="25366">
                  <c:v>9.0975876715312562</c:v>
                </c:pt>
                <c:pt idx="25367">
                  <c:v>9.0965983822864125</c:v>
                </c:pt>
                <c:pt idx="25368">
                  <c:v>9.0962728080022792</c:v>
                </c:pt>
                <c:pt idx="25369">
                  <c:v>9.0934866293584431</c:v>
                </c:pt>
                <c:pt idx="25370">
                  <c:v>9.0908347016738436</c:v>
                </c:pt>
                <c:pt idx="25371">
                  <c:v>9.0904364517534297</c:v>
                </c:pt>
                <c:pt idx="25372">
                  <c:v>9.0942803017609712</c:v>
                </c:pt>
                <c:pt idx="25373">
                  <c:v>9.1020886391434743</c:v>
                </c:pt>
                <c:pt idx="25374">
                  <c:v>9.104700354372266</c:v>
                </c:pt>
                <c:pt idx="25375">
                  <c:v>9.1029192776837622</c:v>
                </c:pt>
                <c:pt idx="25376">
                  <c:v>9.1004798267513358</c:v>
                </c:pt>
                <c:pt idx="25377">
                  <c:v>9.0995121098135154</c:v>
                </c:pt>
                <c:pt idx="25378">
                  <c:v>9.0954487668180217</c:v>
                </c:pt>
                <c:pt idx="25379">
                  <c:v>9.0911672921937576</c:v>
                </c:pt>
                <c:pt idx="25380">
                  <c:v>9.0903641949968996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FC34-4E50-8FBC-CFB495C70B4F}"/>
            </c:ext>
          </c:extLst>
        </c:ser>
        <c:ser>
          <c:idx val="1"/>
          <c:order val="1"/>
          <c:tx>
            <c:strRef>
              <c:f>'For plotting'!$C$1</c:f>
              <c:strCache>
                <c:ptCount val="1"/>
                <c:pt idx="0">
                  <c:v>0.3% w/w R2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'For plotting'!$A$2:$A$25382</c:f>
              <c:numCache>
                <c:formatCode>General</c:formatCode>
                <c:ptCount val="25381"/>
                <c:pt idx="0">
                  <c:v>-0.499971</c:v>
                </c:pt>
                <c:pt idx="1">
                  <c:v>-0.49966500000000003</c:v>
                </c:pt>
                <c:pt idx="2">
                  <c:v>-0.49936000000000003</c:v>
                </c:pt>
                <c:pt idx="3">
                  <c:v>-0.499054</c:v>
                </c:pt>
                <c:pt idx="4">
                  <c:v>-0.498749</c:v>
                </c:pt>
                <c:pt idx="5">
                  <c:v>-0.498444</c:v>
                </c:pt>
                <c:pt idx="6">
                  <c:v>-0.49813800000000003</c:v>
                </c:pt>
                <c:pt idx="7">
                  <c:v>-0.49783300000000003</c:v>
                </c:pt>
                <c:pt idx="8">
                  <c:v>-0.497527</c:v>
                </c:pt>
                <c:pt idx="9">
                  <c:v>-0.497222</c:v>
                </c:pt>
                <c:pt idx="10">
                  <c:v>-0.496917</c:v>
                </c:pt>
                <c:pt idx="11">
                  <c:v>-0.49661100000000002</c:v>
                </c:pt>
                <c:pt idx="12">
                  <c:v>-0.49630600000000002</c:v>
                </c:pt>
                <c:pt idx="13">
                  <c:v>-0.496</c:v>
                </c:pt>
                <c:pt idx="14">
                  <c:v>-0.495695</c:v>
                </c:pt>
                <c:pt idx="15">
                  <c:v>-0.49539</c:v>
                </c:pt>
                <c:pt idx="16">
                  <c:v>-0.49508400000000002</c:v>
                </c:pt>
                <c:pt idx="17">
                  <c:v>-0.49477900000000002</c:v>
                </c:pt>
                <c:pt idx="18">
                  <c:v>-0.494473</c:v>
                </c:pt>
                <c:pt idx="19">
                  <c:v>-0.494168</c:v>
                </c:pt>
                <c:pt idx="20">
                  <c:v>-0.493863</c:v>
                </c:pt>
                <c:pt idx="21">
                  <c:v>-0.49355700000000002</c:v>
                </c:pt>
                <c:pt idx="22">
                  <c:v>-0.49325200000000002</c:v>
                </c:pt>
                <c:pt idx="23">
                  <c:v>-0.492946</c:v>
                </c:pt>
                <c:pt idx="24">
                  <c:v>-0.492641</c:v>
                </c:pt>
                <c:pt idx="25">
                  <c:v>-0.492336</c:v>
                </c:pt>
                <c:pt idx="26">
                  <c:v>-0.49203000000000002</c:v>
                </c:pt>
                <c:pt idx="27">
                  <c:v>-0.49172500000000002</c:v>
                </c:pt>
                <c:pt idx="28">
                  <c:v>-0.49141899999999999</c:v>
                </c:pt>
                <c:pt idx="29">
                  <c:v>-0.49111399999999999</c:v>
                </c:pt>
                <c:pt idx="30">
                  <c:v>-0.490809</c:v>
                </c:pt>
                <c:pt idx="31">
                  <c:v>-0.49050300000000002</c:v>
                </c:pt>
                <c:pt idx="32">
                  <c:v>-0.49019800000000002</c:v>
                </c:pt>
                <c:pt idx="33">
                  <c:v>-0.48989199999999999</c:v>
                </c:pt>
                <c:pt idx="34">
                  <c:v>-0.48958699999999999</c:v>
                </c:pt>
                <c:pt idx="35">
                  <c:v>-0.48928199999999999</c:v>
                </c:pt>
                <c:pt idx="36">
                  <c:v>-0.48897600000000002</c:v>
                </c:pt>
                <c:pt idx="37">
                  <c:v>-0.48867100000000002</c:v>
                </c:pt>
                <c:pt idx="38">
                  <c:v>-0.48836499999999999</c:v>
                </c:pt>
                <c:pt idx="39">
                  <c:v>-0.48805999999999999</c:v>
                </c:pt>
                <c:pt idx="40">
                  <c:v>-0.48775499999999999</c:v>
                </c:pt>
                <c:pt idx="41">
                  <c:v>-0.48744900000000002</c:v>
                </c:pt>
                <c:pt idx="42">
                  <c:v>-0.48714400000000002</c:v>
                </c:pt>
                <c:pt idx="43">
                  <c:v>-0.48683799999999999</c:v>
                </c:pt>
                <c:pt idx="44">
                  <c:v>-0.48653299999999999</c:v>
                </c:pt>
                <c:pt idx="45">
                  <c:v>-0.48622799999999999</c:v>
                </c:pt>
                <c:pt idx="46">
                  <c:v>-0.48592200000000002</c:v>
                </c:pt>
                <c:pt idx="47">
                  <c:v>-0.48561700000000002</c:v>
                </c:pt>
                <c:pt idx="48">
                  <c:v>-0.48531099999999999</c:v>
                </c:pt>
                <c:pt idx="49">
                  <c:v>-0.48500599999999999</c:v>
                </c:pt>
                <c:pt idx="50">
                  <c:v>-0.48470099999999999</c:v>
                </c:pt>
                <c:pt idx="51">
                  <c:v>-0.48439500000000002</c:v>
                </c:pt>
                <c:pt idx="52">
                  <c:v>-0.48409000000000002</c:v>
                </c:pt>
                <c:pt idx="53">
                  <c:v>-0.48378399999999999</c:v>
                </c:pt>
                <c:pt idx="54">
                  <c:v>-0.48347899999999999</c:v>
                </c:pt>
                <c:pt idx="55">
                  <c:v>-0.48317399999999999</c:v>
                </c:pt>
                <c:pt idx="56">
                  <c:v>-0.48286800000000002</c:v>
                </c:pt>
                <c:pt idx="57">
                  <c:v>-0.48256300000000002</c:v>
                </c:pt>
                <c:pt idx="58">
                  <c:v>-0.48225699999999999</c:v>
                </c:pt>
                <c:pt idx="59">
                  <c:v>-0.48195199999999999</c:v>
                </c:pt>
                <c:pt idx="60">
                  <c:v>-0.48164699999999999</c:v>
                </c:pt>
                <c:pt idx="61">
                  <c:v>-0.48134100000000002</c:v>
                </c:pt>
                <c:pt idx="62">
                  <c:v>-0.48103600000000002</c:v>
                </c:pt>
                <c:pt idx="63">
                  <c:v>-0.48072999999999999</c:v>
                </c:pt>
                <c:pt idx="64">
                  <c:v>-0.48042499999999999</c:v>
                </c:pt>
                <c:pt idx="65">
                  <c:v>-0.48011999999999999</c:v>
                </c:pt>
                <c:pt idx="66">
                  <c:v>-0.47981400000000002</c:v>
                </c:pt>
                <c:pt idx="67">
                  <c:v>-0.47950900000000002</c:v>
                </c:pt>
                <c:pt idx="68">
                  <c:v>-0.47920299999999999</c:v>
                </c:pt>
                <c:pt idx="69">
                  <c:v>-0.47889799999999999</c:v>
                </c:pt>
                <c:pt idx="70">
                  <c:v>-0.47859299999999999</c:v>
                </c:pt>
                <c:pt idx="71">
                  <c:v>-0.47828700000000002</c:v>
                </c:pt>
                <c:pt idx="72">
                  <c:v>-0.47798200000000002</c:v>
                </c:pt>
                <c:pt idx="73">
                  <c:v>-0.47767599999999999</c:v>
                </c:pt>
                <c:pt idx="74">
                  <c:v>-0.47737099999999999</c:v>
                </c:pt>
                <c:pt idx="75">
                  <c:v>-0.47706599999999999</c:v>
                </c:pt>
                <c:pt idx="76">
                  <c:v>-0.47676000000000002</c:v>
                </c:pt>
                <c:pt idx="77">
                  <c:v>-0.47645500000000002</c:v>
                </c:pt>
                <c:pt idx="78">
                  <c:v>-0.47614899999999999</c:v>
                </c:pt>
                <c:pt idx="79">
                  <c:v>-0.47584399999999999</c:v>
                </c:pt>
                <c:pt idx="80">
                  <c:v>-0.47553899999999999</c:v>
                </c:pt>
                <c:pt idx="81">
                  <c:v>-0.47523300000000002</c:v>
                </c:pt>
                <c:pt idx="82">
                  <c:v>-0.47492800000000002</c:v>
                </c:pt>
                <c:pt idx="83">
                  <c:v>-0.47462300000000002</c:v>
                </c:pt>
                <c:pt idx="84">
                  <c:v>-0.47431699999999999</c:v>
                </c:pt>
                <c:pt idx="85">
                  <c:v>-0.47401199999999999</c:v>
                </c:pt>
                <c:pt idx="86">
                  <c:v>-0.47370600000000002</c:v>
                </c:pt>
                <c:pt idx="87">
                  <c:v>-0.47340100000000002</c:v>
                </c:pt>
                <c:pt idx="88">
                  <c:v>-0.47309600000000002</c:v>
                </c:pt>
                <c:pt idx="89">
                  <c:v>-0.47278999999999999</c:v>
                </c:pt>
                <c:pt idx="90">
                  <c:v>-0.47248499999999999</c:v>
                </c:pt>
                <c:pt idx="91">
                  <c:v>-0.47217900000000002</c:v>
                </c:pt>
                <c:pt idx="92">
                  <c:v>-0.47187400000000002</c:v>
                </c:pt>
                <c:pt idx="93">
                  <c:v>-0.47156900000000002</c:v>
                </c:pt>
                <c:pt idx="94">
                  <c:v>-0.47126299999999999</c:v>
                </c:pt>
                <c:pt idx="95">
                  <c:v>-0.47095799999999999</c:v>
                </c:pt>
                <c:pt idx="96">
                  <c:v>-0.47065200000000001</c:v>
                </c:pt>
                <c:pt idx="97">
                  <c:v>-0.47034700000000002</c:v>
                </c:pt>
                <c:pt idx="98">
                  <c:v>-0.47004200000000002</c:v>
                </c:pt>
                <c:pt idx="99">
                  <c:v>-0.46973599999999999</c:v>
                </c:pt>
                <c:pt idx="100">
                  <c:v>-0.46943099999999999</c:v>
                </c:pt>
                <c:pt idx="101">
                  <c:v>-0.46912500000000001</c:v>
                </c:pt>
                <c:pt idx="102">
                  <c:v>-0.46882000000000001</c:v>
                </c:pt>
                <c:pt idx="103">
                  <c:v>-0.46851500000000001</c:v>
                </c:pt>
                <c:pt idx="104">
                  <c:v>-0.46820899999999999</c:v>
                </c:pt>
                <c:pt idx="105">
                  <c:v>-0.46790399999999999</c:v>
                </c:pt>
                <c:pt idx="106">
                  <c:v>-0.46759800000000001</c:v>
                </c:pt>
                <c:pt idx="107">
                  <c:v>-0.46729300000000001</c:v>
                </c:pt>
                <c:pt idx="108">
                  <c:v>-0.46698800000000001</c:v>
                </c:pt>
                <c:pt idx="109">
                  <c:v>-0.46668199999999999</c:v>
                </c:pt>
                <c:pt idx="110">
                  <c:v>-0.46637699999999999</c:v>
                </c:pt>
                <c:pt idx="111">
                  <c:v>-0.46607100000000001</c:v>
                </c:pt>
                <c:pt idx="112">
                  <c:v>-0.46576600000000001</c:v>
                </c:pt>
                <c:pt idx="113">
                  <c:v>-0.46546100000000001</c:v>
                </c:pt>
                <c:pt idx="114">
                  <c:v>-0.46515499999999999</c:v>
                </c:pt>
                <c:pt idx="115">
                  <c:v>-0.46484999999999999</c:v>
                </c:pt>
                <c:pt idx="116">
                  <c:v>-0.46454400000000001</c:v>
                </c:pt>
                <c:pt idx="117">
                  <c:v>-0.46423900000000001</c:v>
                </c:pt>
                <c:pt idx="118">
                  <c:v>-0.46393400000000001</c:v>
                </c:pt>
                <c:pt idx="119">
                  <c:v>-0.46362799999999998</c:v>
                </c:pt>
                <c:pt idx="120">
                  <c:v>-0.46332299999999998</c:v>
                </c:pt>
                <c:pt idx="121">
                  <c:v>-0.46301700000000001</c:v>
                </c:pt>
                <c:pt idx="122">
                  <c:v>-0.46271200000000001</c:v>
                </c:pt>
                <c:pt idx="123">
                  <c:v>-0.46240700000000001</c:v>
                </c:pt>
                <c:pt idx="124">
                  <c:v>-0.46210099999999998</c:v>
                </c:pt>
                <c:pt idx="125">
                  <c:v>-0.46179599999999998</c:v>
                </c:pt>
                <c:pt idx="126">
                  <c:v>-0.46149000000000001</c:v>
                </c:pt>
                <c:pt idx="127">
                  <c:v>-0.46118500000000001</c:v>
                </c:pt>
                <c:pt idx="128">
                  <c:v>-0.46088000000000001</c:v>
                </c:pt>
                <c:pt idx="129">
                  <c:v>-0.46057399999999998</c:v>
                </c:pt>
                <c:pt idx="130">
                  <c:v>-0.46026899999999998</c:v>
                </c:pt>
                <c:pt idx="131">
                  <c:v>-0.45996300000000001</c:v>
                </c:pt>
                <c:pt idx="132">
                  <c:v>-0.45965800000000001</c:v>
                </c:pt>
                <c:pt idx="133">
                  <c:v>-0.45935300000000001</c:v>
                </c:pt>
                <c:pt idx="134">
                  <c:v>-0.45904699999999998</c:v>
                </c:pt>
                <c:pt idx="135">
                  <c:v>-0.45874199999999998</c:v>
                </c:pt>
                <c:pt idx="136">
                  <c:v>-0.45843600000000001</c:v>
                </c:pt>
                <c:pt idx="137">
                  <c:v>-0.45813100000000001</c:v>
                </c:pt>
                <c:pt idx="138">
                  <c:v>-0.45782600000000001</c:v>
                </c:pt>
                <c:pt idx="139">
                  <c:v>-0.45751999999999998</c:v>
                </c:pt>
                <c:pt idx="140">
                  <c:v>-0.45721499999999998</c:v>
                </c:pt>
                <c:pt idx="141">
                  <c:v>-0.45690900000000001</c:v>
                </c:pt>
                <c:pt idx="142">
                  <c:v>-0.45660400000000001</c:v>
                </c:pt>
                <c:pt idx="143">
                  <c:v>-0.45629900000000001</c:v>
                </c:pt>
                <c:pt idx="144">
                  <c:v>-0.45599299999999998</c:v>
                </c:pt>
                <c:pt idx="145">
                  <c:v>-0.45568799999999998</c:v>
                </c:pt>
                <c:pt idx="146">
                  <c:v>-0.45538200000000001</c:v>
                </c:pt>
                <c:pt idx="147">
                  <c:v>-0.45507700000000001</c:v>
                </c:pt>
                <c:pt idx="148">
                  <c:v>-0.45477200000000001</c:v>
                </c:pt>
                <c:pt idx="149">
                  <c:v>-0.45446599999999998</c:v>
                </c:pt>
                <c:pt idx="150">
                  <c:v>-0.45416099999999998</c:v>
                </c:pt>
                <c:pt idx="151">
                  <c:v>-0.45385500000000001</c:v>
                </c:pt>
                <c:pt idx="152">
                  <c:v>-0.45355000000000001</c:v>
                </c:pt>
                <c:pt idx="153">
                  <c:v>-0.45324500000000001</c:v>
                </c:pt>
                <c:pt idx="154">
                  <c:v>-0.45293899999999998</c:v>
                </c:pt>
                <c:pt idx="155">
                  <c:v>-0.45263399999999998</c:v>
                </c:pt>
                <c:pt idx="156">
                  <c:v>-0.45232800000000001</c:v>
                </c:pt>
                <c:pt idx="157">
                  <c:v>-0.45202300000000001</c:v>
                </c:pt>
                <c:pt idx="158">
                  <c:v>-0.45171800000000001</c:v>
                </c:pt>
                <c:pt idx="159">
                  <c:v>-0.45141199999999998</c:v>
                </c:pt>
                <c:pt idx="160">
                  <c:v>-0.45110699999999998</c:v>
                </c:pt>
                <c:pt idx="161">
                  <c:v>-0.45080100000000001</c:v>
                </c:pt>
                <c:pt idx="162">
                  <c:v>-0.45049600000000001</c:v>
                </c:pt>
                <c:pt idx="163">
                  <c:v>-0.45019100000000001</c:v>
                </c:pt>
                <c:pt idx="164">
                  <c:v>-0.44988499999999998</c:v>
                </c:pt>
                <c:pt idx="165">
                  <c:v>-0.44957999999999998</c:v>
                </c:pt>
                <c:pt idx="166">
                  <c:v>-0.44927400000000001</c:v>
                </c:pt>
                <c:pt idx="167">
                  <c:v>-0.44896900000000001</c:v>
                </c:pt>
                <c:pt idx="168">
                  <c:v>-0.44866400000000001</c:v>
                </c:pt>
                <c:pt idx="169">
                  <c:v>-0.44835799999999998</c:v>
                </c:pt>
                <c:pt idx="170">
                  <c:v>-0.44805299999999998</c:v>
                </c:pt>
                <c:pt idx="171">
                  <c:v>-0.44774799999999998</c:v>
                </c:pt>
                <c:pt idx="172">
                  <c:v>-0.44744200000000001</c:v>
                </c:pt>
                <c:pt idx="173">
                  <c:v>-0.44713700000000001</c:v>
                </c:pt>
                <c:pt idx="174">
                  <c:v>-0.44683099999999998</c:v>
                </c:pt>
                <c:pt idx="175">
                  <c:v>-0.44652599999999998</c:v>
                </c:pt>
                <c:pt idx="176">
                  <c:v>-0.44622099999999998</c:v>
                </c:pt>
                <c:pt idx="177">
                  <c:v>-0.44591500000000001</c:v>
                </c:pt>
                <c:pt idx="178">
                  <c:v>-0.44561000000000001</c:v>
                </c:pt>
                <c:pt idx="179">
                  <c:v>-0.44530399999999998</c:v>
                </c:pt>
                <c:pt idx="180">
                  <c:v>-0.44499899999999998</c:v>
                </c:pt>
                <c:pt idx="181">
                  <c:v>-0.44469399999999998</c:v>
                </c:pt>
                <c:pt idx="182">
                  <c:v>-0.44438800000000001</c:v>
                </c:pt>
                <c:pt idx="183">
                  <c:v>-0.44408300000000001</c:v>
                </c:pt>
                <c:pt idx="184">
                  <c:v>-0.44377699999999998</c:v>
                </c:pt>
                <c:pt idx="185">
                  <c:v>-0.44347199999999998</c:v>
                </c:pt>
                <c:pt idx="186">
                  <c:v>-0.44316699999999998</c:v>
                </c:pt>
                <c:pt idx="187">
                  <c:v>-0.442861</c:v>
                </c:pt>
                <c:pt idx="188">
                  <c:v>-0.442556</c:v>
                </c:pt>
                <c:pt idx="189">
                  <c:v>-0.44224999999999998</c:v>
                </c:pt>
                <c:pt idx="190">
                  <c:v>-0.44194499999999998</c:v>
                </c:pt>
                <c:pt idx="191">
                  <c:v>-0.44163999999999998</c:v>
                </c:pt>
                <c:pt idx="192">
                  <c:v>-0.441334</c:v>
                </c:pt>
                <c:pt idx="193">
                  <c:v>-0.441029</c:v>
                </c:pt>
                <c:pt idx="194">
                  <c:v>-0.44072299999999998</c:v>
                </c:pt>
                <c:pt idx="195">
                  <c:v>-0.44041799999999998</c:v>
                </c:pt>
                <c:pt idx="196">
                  <c:v>-0.44011299999999998</c:v>
                </c:pt>
                <c:pt idx="197">
                  <c:v>-0.439807</c:v>
                </c:pt>
                <c:pt idx="198">
                  <c:v>-0.439502</c:v>
                </c:pt>
                <c:pt idx="199">
                  <c:v>-0.43919599999999998</c:v>
                </c:pt>
                <c:pt idx="200">
                  <c:v>-0.43889099999999998</c:v>
                </c:pt>
                <c:pt idx="201">
                  <c:v>-0.43858599999999998</c:v>
                </c:pt>
                <c:pt idx="202">
                  <c:v>-0.43828</c:v>
                </c:pt>
                <c:pt idx="203">
                  <c:v>-0.437975</c:v>
                </c:pt>
                <c:pt idx="204">
                  <c:v>-0.43766899999999997</c:v>
                </c:pt>
                <c:pt idx="205">
                  <c:v>-0.43736399999999998</c:v>
                </c:pt>
                <c:pt idx="206">
                  <c:v>-0.43705899999999998</c:v>
                </c:pt>
                <c:pt idx="207">
                  <c:v>-0.436753</c:v>
                </c:pt>
                <c:pt idx="208">
                  <c:v>-0.436448</c:v>
                </c:pt>
                <c:pt idx="209">
                  <c:v>-0.43614199999999997</c:v>
                </c:pt>
                <c:pt idx="210">
                  <c:v>-0.43583699999999997</c:v>
                </c:pt>
                <c:pt idx="211">
                  <c:v>-0.43553199999999997</c:v>
                </c:pt>
                <c:pt idx="212">
                  <c:v>-0.435226</c:v>
                </c:pt>
                <c:pt idx="213">
                  <c:v>-0.434921</c:v>
                </c:pt>
                <c:pt idx="214">
                  <c:v>-0.43461499999999997</c:v>
                </c:pt>
                <c:pt idx="215">
                  <c:v>-0.43430999999999997</c:v>
                </c:pt>
                <c:pt idx="216">
                  <c:v>-0.43400499999999997</c:v>
                </c:pt>
                <c:pt idx="217">
                  <c:v>-0.433699</c:v>
                </c:pt>
                <c:pt idx="218">
                  <c:v>-0.433394</c:v>
                </c:pt>
                <c:pt idx="219">
                  <c:v>-0.43308799999999997</c:v>
                </c:pt>
                <c:pt idx="220">
                  <c:v>-0.43278299999999997</c:v>
                </c:pt>
                <c:pt idx="221">
                  <c:v>-0.43247799999999997</c:v>
                </c:pt>
                <c:pt idx="222">
                  <c:v>-0.432172</c:v>
                </c:pt>
                <c:pt idx="223">
                  <c:v>-0.431867</c:v>
                </c:pt>
                <c:pt idx="224">
                  <c:v>-0.43156099999999997</c:v>
                </c:pt>
                <c:pt idx="225">
                  <c:v>-0.43125599999999997</c:v>
                </c:pt>
                <c:pt idx="226">
                  <c:v>-0.43095099999999997</c:v>
                </c:pt>
                <c:pt idx="227">
                  <c:v>-0.430645</c:v>
                </c:pt>
                <c:pt idx="228">
                  <c:v>-0.43034</c:v>
                </c:pt>
                <c:pt idx="229">
                  <c:v>-0.43003400000000003</c:v>
                </c:pt>
                <c:pt idx="230">
                  <c:v>-0.42972900000000003</c:v>
                </c:pt>
                <c:pt idx="231">
                  <c:v>-0.42942399999999997</c:v>
                </c:pt>
                <c:pt idx="232">
                  <c:v>-0.429118</c:v>
                </c:pt>
                <c:pt idx="233">
                  <c:v>-0.428813</c:v>
                </c:pt>
                <c:pt idx="234">
                  <c:v>-0.42850700000000003</c:v>
                </c:pt>
                <c:pt idx="235">
                  <c:v>-0.42820200000000003</c:v>
                </c:pt>
                <c:pt idx="236">
                  <c:v>-0.42789700000000003</c:v>
                </c:pt>
                <c:pt idx="237">
                  <c:v>-0.427591</c:v>
                </c:pt>
                <c:pt idx="238">
                  <c:v>-0.427286</c:v>
                </c:pt>
                <c:pt idx="239">
                  <c:v>-0.42698000000000003</c:v>
                </c:pt>
                <c:pt idx="240">
                  <c:v>-0.42667500000000003</c:v>
                </c:pt>
                <c:pt idx="241">
                  <c:v>-0.42637000000000003</c:v>
                </c:pt>
                <c:pt idx="242">
                  <c:v>-0.426064</c:v>
                </c:pt>
                <c:pt idx="243">
                  <c:v>-0.425759</c:v>
                </c:pt>
                <c:pt idx="244">
                  <c:v>-0.42545300000000003</c:v>
                </c:pt>
                <c:pt idx="245">
                  <c:v>-0.42514800000000003</c:v>
                </c:pt>
                <c:pt idx="246">
                  <c:v>-0.42484300000000003</c:v>
                </c:pt>
                <c:pt idx="247">
                  <c:v>-0.424537</c:v>
                </c:pt>
                <c:pt idx="248">
                  <c:v>-0.424232</c:v>
                </c:pt>
                <c:pt idx="249">
                  <c:v>-0.42392600000000003</c:v>
                </c:pt>
                <c:pt idx="250">
                  <c:v>-0.42362100000000003</c:v>
                </c:pt>
                <c:pt idx="251">
                  <c:v>-0.42331600000000003</c:v>
                </c:pt>
                <c:pt idx="252">
                  <c:v>-0.42301</c:v>
                </c:pt>
                <c:pt idx="253">
                  <c:v>-0.422705</c:v>
                </c:pt>
                <c:pt idx="254">
                  <c:v>-0.4224</c:v>
                </c:pt>
                <c:pt idx="255">
                  <c:v>-0.42209400000000002</c:v>
                </c:pt>
                <c:pt idx="256">
                  <c:v>-0.42178900000000003</c:v>
                </c:pt>
                <c:pt idx="257">
                  <c:v>-0.421483</c:v>
                </c:pt>
                <c:pt idx="258">
                  <c:v>-0.421178</c:v>
                </c:pt>
                <c:pt idx="259">
                  <c:v>-0.420873</c:v>
                </c:pt>
                <c:pt idx="260">
                  <c:v>-0.42056700000000002</c:v>
                </c:pt>
                <c:pt idx="261">
                  <c:v>-0.42026200000000002</c:v>
                </c:pt>
                <c:pt idx="262">
                  <c:v>-0.419956</c:v>
                </c:pt>
                <c:pt idx="263">
                  <c:v>-0.419651</c:v>
                </c:pt>
                <c:pt idx="264">
                  <c:v>-0.419346</c:v>
                </c:pt>
                <c:pt idx="265">
                  <c:v>-0.41904000000000002</c:v>
                </c:pt>
                <c:pt idx="266">
                  <c:v>-0.41873500000000002</c:v>
                </c:pt>
                <c:pt idx="267">
                  <c:v>-0.418429</c:v>
                </c:pt>
                <c:pt idx="268">
                  <c:v>-0.418124</c:v>
                </c:pt>
                <c:pt idx="269">
                  <c:v>-0.417819</c:v>
                </c:pt>
                <c:pt idx="270">
                  <c:v>-0.41751300000000002</c:v>
                </c:pt>
                <c:pt idx="271">
                  <c:v>-0.41720800000000002</c:v>
                </c:pt>
                <c:pt idx="272">
                  <c:v>-0.41690199999999999</c:v>
                </c:pt>
                <c:pt idx="273">
                  <c:v>-0.416597</c:v>
                </c:pt>
                <c:pt idx="274">
                  <c:v>-0.416292</c:v>
                </c:pt>
                <c:pt idx="275">
                  <c:v>-0.41598600000000002</c:v>
                </c:pt>
                <c:pt idx="276">
                  <c:v>-0.41568100000000002</c:v>
                </c:pt>
                <c:pt idx="277">
                  <c:v>-0.41537499999999999</c:v>
                </c:pt>
                <c:pt idx="278">
                  <c:v>-0.41506999999999999</c:v>
                </c:pt>
                <c:pt idx="279">
                  <c:v>-0.41476499999999999</c:v>
                </c:pt>
                <c:pt idx="280">
                  <c:v>-0.41445900000000002</c:v>
                </c:pt>
                <c:pt idx="281">
                  <c:v>-0.41415400000000002</c:v>
                </c:pt>
                <c:pt idx="282">
                  <c:v>-0.41384799999999999</c:v>
                </c:pt>
                <c:pt idx="283">
                  <c:v>-0.41354299999999999</c:v>
                </c:pt>
                <c:pt idx="284">
                  <c:v>-0.41323799999999999</c:v>
                </c:pt>
                <c:pt idx="285">
                  <c:v>-0.41293200000000002</c:v>
                </c:pt>
                <c:pt idx="286">
                  <c:v>-0.41262700000000002</c:v>
                </c:pt>
                <c:pt idx="287">
                  <c:v>-0.41232099999999999</c:v>
                </c:pt>
                <c:pt idx="288">
                  <c:v>-0.41201599999999999</c:v>
                </c:pt>
                <c:pt idx="289">
                  <c:v>-0.41171099999999999</c:v>
                </c:pt>
                <c:pt idx="290">
                  <c:v>-0.41140500000000002</c:v>
                </c:pt>
                <c:pt idx="291">
                  <c:v>-0.41110000000000002</c:v>
                </c:pt>
                <c:pt idx="292">
                  <c:v>-0.41079399999999999</c:v>
                </c:pt>
                <c:pt idx="293">
                  <c:v>-0.41048899999999999</c:v>
                </c:pt>
                <c:pt idx="294">
                  <c:v>-0.41018399999999999</c:v>
                </c:pt>
                <c:pt idx="295">
                  <c:v>-0.40987800000000002</c:v>
                </c:pt>
                <c:pt idx="296">
                  <c:v>-0.40957300000000002</c:v>
                </c:pt>
                <c:pt idx="297">
                  <c:v>-0.40926699999999999</c:v>
                </c:pt>
                <c:pt idx="298">
                  <c:v>-0.40896199999999999</c:v>
                </c:pt>
                <c:pt idx="299">
                  <c:v>-0.40865699999999999</c:v>
                </c:pt>
                <c:pt idx="300">
                  <c:v>-0.40835100000000002</c:v>
                </c:pt>
                <c:pt idx="301">
                  <c:v>-0.40804600000000002</c:v>
                </c:pt>
                <c:pt idx="302">
                  <c:v>-0.40773999999999999</c:v>
                </c:pt>
                <c:pt idx="303">
                  <c:v>-0.40743499999999999</c:v>
                </c:pt>
                <c:pt idx="304">
                  <c:v>-0.40712999999999999</c:v>
                </c:pt>
                <c:pt idx="305">
                  <c:v>-0.40682400000000002</c:v>
                </c:pt>
                <c:pt idx="306">
                  <c:v>-0.40651900000000002</c:v>
                </c:pt>
                <c:pt idx="307">
                  <c:v>-0.40621299999999999</c:v>
                </c:pt>
                <c:pt idx="308">
                  <c:v>-0.40590799999999999</c:v>
                </c:pt>
                <c:pt idx="309">
                  <c:v>-0.40560299999999999</c:v>
                </c:pt>
                <c:pt idx="310">
                  <c:v>-0.40529700000000002</c:v>
                </c:pt>
                <c:pt idx="311">
                  <c:v>-0.40499200000000002</c:v>
                </c:pt>
                <c:pt idx="312">
                  <c:v>-0.40468599999999999</c:v>
                </c:pt>
                <c:pt idx="313">
                  <c:v>-0.40438099999999999</c:v>
                </c:pt>
                <c:pt idx="314">
                  <c:v>-0.40407599999999999</c:v>
                </c:pt>
                <c:pt idx="315">
                  <c:v>-0.40377000000000002</c:v>
                </c:pt>
                <c:pt idx="316">
                  <c:v>-0.40346500000000002</c:v>
                </c:pt>
                <c:pt idx="317">
                  <c:v>-0.40315899999999999</c:v>
                </c:pt>
                <c:pt idx="318">
                  <c:v>-0.40285399999999999</c:v>
                </c:pt>
                <c:pt idx="319">
                  <c:v>-0.40254899999999999</c:v>
                </c:pt>
                <c:pt idx="320">
                  <c:v>-0.40224300000000002</c:v>
                </c:pt>
                <c:pt idx="321">
                  <c:v>-0.40193800000000002</c:v>
                </c:pt>
                <c:pt idx="322">
                  <c:v>-0.40163199999999999</c:v>
                </c:pt>
                <c:pt idx="323">
                  <c:v>-0.40132699999999999</c:v>
                </c:pt>
                <c:pt idx="324">
                  <c:v>-0.40102199999999999</c:v>
                </c:pt>
                <c:pt idx="325">
                  <c:v>-0.40071600000000002</c:v>
                </c:pt>
                <c:pt idx="326">
                  <c:v>-0.40041100000000002</c:v>
                </c:pt>
                <c:pt idx="327">
                  <c:v>-0.40010499999999999</c:v>
                </c:pt>
                <c:pt idx="328">
                  <c:v>-0.39979999999999999</c:v>
                </c:pt>
                <c:pt idx="329">
                  <c:v>-0.39949499999999999</c:v>
                </c:pt>
                <c:pt idx="330">
                  <c:v>-0.39918900000000002</c:v>
                </c:pt>
                <c:pt idx="331">
                  <c:v>-0.39888400000000002</c:v>
                </c:pt>
                <c:pt idx="332">
                  <c:v>-0.39857799999999999</c:v>
                </c:pt>
                <c:pt idx="333">
                  <c:v>-0.39827299999999999</c:v>
                </c:pt>
                <c:pt idx="334">
                  <c:v>-0.39796799999999999</c:v>
                </c:pt>
                <c:pt idx="335">
                  <c:v>-0.39766200000000002</c:v>
                </c:pt>
                <c:pt idx="336">
                  <c:v>-0.39735700000000002</c:v>
                </c:pt>
                <c:pt idx="337">
                  <c:v>-0.39705200000000002</c:v>
                </c:pt>
                <c:pt idx="338">
                  <c:v>-0.39674599999999999</c:v>
                </c:pt>
                <c:pt idx="339">
                  <c:v>-0.39644099999999999</c:v>
                </c:pt>
                <c:pt idx="340">
                  <c:v>-0.39613500000000001</c:v>
                </c:pt>
                <c:pt idx="341">
                  <c:v>-0.39583000000000002</c:v>
                </c:pt>
                <c:pt idx="342">
                  <c:v>-0.39552500000000002</c:v>
                </c:pt>
                <c:pt idx="343">
                  <c:v>-0.39521899999999999</c:v>
                </c:pt>
                <c:pt idx="344">
                  <c:v>-0.39491399999999999</c:v>
                </c:pt>
                <c:pt idx="345">
                  <c:v>-0.39460800000000001</c:v>
                </c:pt>
                <c:pt idx="346">
                  <c:v>-0.39430300000000001</c:v>
                </c:pt>
                <c:pt idx="347">
                  <c:v>-0.39399800000000001</c:v>
                </c:pt>
                <c:pt idx="348">
                  <c:v>-0.39369199999999999</c:v>
                </c:pt>
                <c:pt idx="349">
                  <c:v>-0.39338699999999999</c:v>
                </c:pt>
                <c:pt idx="350">
                  <c:v>-0.39308100000000001</c:v>
                </c:pt>
                <c:pt idx="351">
                  <c:v>-0.39277600000000001</c:v>
                </c:pt>
                <c:pt idx="352">
                  <c:v>-0.39247100000000001</c:v>
                </c:pt>
                <c:pt idx="353">
                  <c:v>-0.39216499999999999</c:v>
                </c:pt>
                <c:pt idx="354">
                  <c:v>-0.39185999999999999</c:v>
                </c:pt>
                <c:pt idx="355">
                  <c:v>-0.39155400000000001</c:v>
                </c:pt>
                <c:pt idx="356">
                  <c:v>-0.39124900000000001</c:v>
                </c:pt>
                <c:pt idx="357">
                  <c:v>-0.39094400000000001</c:v>
                </c:pt>
                <c:pt idx="358">
                  <c:v>-0.39063799999999999</c:v>
                </c:pt>
                <c:pt idx="359">
                  <c:v>-0.39033299999999999</c:v>
                </c:pt>
                <c:pt idx="360">
                  <c:v>-0.39002700000000001</c:v>
                </c:pt>
                <c:pt idx="361">
                  <c:v>-0.38972200000000001</c:v>
                </c:pt>
                <c:pt idx="362">
                  <c:v>-0.38941700000000001</c:v>
                </c:pt>
                <c:pt idx="363">
                  <c:v>-0.38911099999999998</c:v>
                </c:pt>
                <c:pt idx="364">
                  <c:v>-0.38880599999999998</c:v>
                </c:pt>
                <c:pt idx="365">
                  <c:v>-0.38850000000000001</c:v>
                </c:pt>
                <c:pt idx="366">
                  <c:v>-0.38819500000000001</c:v>
                </c:pt>
                <c:pt idx="367">
                  <c:v>-0.38789000000000001</c:v>
                </c:pt>
                <c:pt idx="368">
                  <c:v>-0.38758399999999998</c:v>
                </c:pt>
                <c:pt idx="369">
                  <c:v>-0.38727899999999998</c:v>
                </c:pt>
                <c:pt idx="370">
                  <c:v>-0.38697300000000001</c:v>
                </c:pt>
                <c:pt idx="371">
                  <c:v>-0.38666800000000001</c:v>
                </c:pt>
                <c:pt idx="372">
                  <c:v>-0.38636300000000001</c:v>
                </c:pt>
                <c:pt idx="373">
                  <c:v>-0.38605699999999998</c:v>
                </c:pt>
                <c:pt idx="374">
                  <c:v>-0.38575199999999998</c:v>
                </c:pt>
                <c:pt idx="375">
                  <c:v>-0.38544600000000001</c:v>
                </c:pt>
                <c:pt idx="376">
                  <c:v>-0.38514100000000001</c:v>
                </c:pt>
                <c:pt idx="377">
                  <c:v>-0.38483600000000001</c:v>
                </c:pt>
                <c:pt idx="378">
                  <c:v>-0.38452999999999998</c:v>
                </c:pt>
                <c:pt idx="379">
                  <c:v>-0.38422499999999998</c:v>
                </c:pt>
                <c:pt idx="380">
                  <c:v>-0.38391900000000001</c:v>
                </c:pt>
                <c:pt idx="381">
                  <c:v>-0.38361400000000001</c:v>
                </c:pt>
                <c:pt idx="382">
                  <c:v>-0.38330900000000001</c:v>
                </c:pt>
                <c:pt idx="383">
                  <c:v>-0.38300299999999998</c:v>
                </c:pt>
                <c:pt idx="384">
                  <c:v>-0.38269799999999998</c:v>
                </c:pt>
                <c:pt idx="385">
                  <c:v>-0.38239200000000001</c:v>
                </c:pt>
                <c:pt idx="386">
                  <c:v>-0.38208700000000001</c:v>
                </c:pt>
                <c:pt idx="387">
                  <c:v>-0.38178200000000001</c:v>
                </c:pt>
                <c:pt idx="388">
                  <c:v>-0.38147599999999998</c:v>
                </c:pt>
                <c:pt idx="389">
                  <c:v>-0.38117099999999998</c:v>
                </c:pt>
                <c:pt idx="390">
                  <c:v>-0.38086500000000001</c:v>
                </c:pt>
                <c:pt idx="391">
                  <c:v>-0.38056000000000001</c:v>
                </c:pt>
                <c:pt idx="392">
                  <c:v>-0.38025500000000001</c:v>
                </c:pt>
                <c:pt idx="393">
                  <c:v>-0.37994899999999998</c:v>
                </c:pt>
                <c:pt idx="394">
                  <c:v>-0.37964399999999998</c:v>
                </c:pt>
                <c:pt idx="395">
                  <c:v>-0.37933800000000001</c:v>
                </c:pt>
                <c:pt idx="396">
                  <c:v>-0.37903300000000001</c:v>
                </c:pt>
                <c:pt idx="397">
                  <c:v>-0.37872800000000001</c:v>
                </c:pt>
                <c:pt idx="398">
                  <c:v>-0.37842199999999998</c:v>
                </c:pt>
                <c:pt idx="399">
                  <c:v>-0.37811699999999998</c:v>
                </c:pt>
                <c:pt idx="400">
                  <c:v>-0.37781100000000001</c:v>
                </c:pt>
                <c:pt idx="401">
                  <c:v>-0.37750600000000001</c:v>
                </c:pt>
                <c:pt idx="402">
                  <c:v>-0.37720100000000001</c:v>
                </c:pt>
                <c:pt idx="403">
                  <c:v>-0.37689499999999998</c:v>
                </c:pt>
                <c:pt idx="404">
                  <c:v>-0.37658999999999998</c:v>
                </c:pt>
                <c:pt idx="405">
                  <c:v>-0.37628400000000001</c:v>
                </c:pt>
                <c:pt idx="406">
                  <c:v>-0.37597900000000001</c:v>
                </c:pt>
                <c:pt idx="407">
                  <c:v>-0.37567400000000001</c:v>
                </c:pt>
                <c:pt idx="408">
                  <c:v>-0.37536799999999998</c:v>
                </c:pt>
                <c:pt idx="409">
                  <c:v>-0.37506299999999998</c:v>
                </c:pt>
                <c:pt idx="410">
                  <c:v>-0.37475700000000001</c:v>
                </c:pt>
                <c:pt idx="411">
                  <c:v>-0.37445200000000001</c:v>
                </c:pt>
                <c:pt idx="412">
                  <c:v>-0.37414700000000001</c:v>
                </c:pt>
                <c:pt idx="413">
                  <c:v>-0.37384099999999998</c:v>
                </c:pt>
                <c:pt idx="414">
                  <c:v>-0.37353599999999998</c:v>
                </c:pt>
                <c:pt idx="415">
                  <c:v>-0.37323000000000001</c:v>
                </c:pt>
                <c:pt idx="416">
                  <c:v>-0.37292500000000001</c:v>
                </c:pt>
                <c:pt idx="417">
                  <c:v>-0.37262000000000001</c:v>
                </c:pt>
                <c:pt idx="418">
                  <c:v>-0.37231399999999998</c:v>
                </c:pt>
                <c:pt idx="419">
                  <c:v>-0.37200899999999998</c:v>
                </c:pt>
                <c:pt idx="420">
                  <c:v>-0.37170399999999998</c:v>
                </c:pt>
                <c:pt idx="421">
                  <c:v>-0.37139800000000001</c:v>
                </c:pt>
                <c:pt idx="422">
                  <c:v>-0.37109300000000001</c:v>
                </c:pt>
                <c:pt idx="423">
                  <c:v>-0.37078699999999998</c:v>
                </c:pt>
                <c:pt idx="424">
                  <c:v>-0.37048199999999998</c:v>
                </c:pt>
                <c:pt idx="425">
                  <c:v>-0.37017699999999998</c:v>
                </c:pt>
                <c:pt idx="426">
                  <c:v>-0.36987100000000001</c:v>
                </c:pt>
                <c:pt idx="427">
                  <c:v>-0.36956600000000001</c:v>
                </c:pt>
                <c:pt idx="428">
                  <c:v>-0.36925999999999998</c:v>
                </c:pt>
                <c:pt idx="429">
                  <c:v>-0.36895499999999998</c:v>
                </c:pt>
                <c:pt idx="430">
                  <c:v>-0.36864999999999998</c:v>
                </c:pt>
                <c:pt idx="431">
                  <c:v>-0.368344</c:v>
                </c:pt>
                <c:pt idx="432">
                  <c:v>-0.36803900000000001</c:v>
                </c:pt>
                <c:pt idx="433">
                  <c:v>-0.36773299999999998</c:v>
                </c:pt>
                <c:pt idx="434">
                  <c:v>-0.36742799999999998</c:v>
                </c:pt>
                <c:pt idx="435">
                  <c:v>-0.36712299999999998</c:v>
                </c:pt>
                <c:pt idx="436">
                  <c:v>-0.366817</c:v>
                </c:pt>
                <c:pt idx="437">
                  <c:v>-0.366512</c:v>
                </c:pt>
                <c:pt idx="438">
                  <c:v>-0.36620599999999998</c:v>
                </c:pt>
                <c:pt idx="439">
                  <c:v>-0.36590099999999998</c:v>
                </c:pt>
                <c:pt idx="440">
                  <c:v>-0.36559599999999998</c:v>
                </c:pt>
                <c:pt idx="441">
                  <c:v>-0.36529</c:v>
                </c:pt>
                <c:pt idx="442">
                  <c:v>-0.364985</c:v>
                </c:pt>
                <c:pt idx="443">
                  <c:v>-0.36467899999999998</c:v>
                </c:pt>
                <c:pt idx="444">
                  <c:v>-0.36437399999999998</c:v>
                </c:pt>
                <c:pt idx="445">
                  <c:v>-0.36406899999999998</c:v>
                </c:pt>
                <c:pt idx="446">
                  <c:v>-0.363763</c:v>
                </c:pt>
                <c:pt idx="447">
                  <c:v>-0.363458</c:v>
                </c:pt>
                <c:pt idx="448">
                  <c:v>-0.36315199999999997</c:v>
                </c:pt>
                <c:pt idx="449">
                  <c:v>-0.36284699999999998</c:v>
                </c:pt>
                <c:pt idx="450">
                  <c:v>-0.36254199999999998</c:v>
                </c:pt>
                <c:pt idx="451">
                  <c:v>-0.362236</c:v>
                </c:pt>
                <c:pt idx="452">
                  <c:v>-0.361931</c:v>
                </c:pt>
                <c:pt idx="453">
                  <c:v>-0.36162499999999997</c:v>
                </c:pt>
                <c:pt idx="454">
                  <c:v>-0.36131999999999997</c:v>
                </c:pt>
                <c:pt idx="455">
                  <c:v>-0.36101499999999997</c:v>
                </c:pt>
                <c:pt idx="456">
                  <c:v>-0.360709</c:v>
                </c:pt>
                <c:pt idx="457">
                  <c:v>-0.360404</c:v>
                </c:pt>
                <c:pt idx="458">
                  <c:v>-0.36009799999999997</c:v>
                </c:pt>
                <c:pt idx="459">
                  <c:v>-0.35979299999999997</c:v>
                </c:pt>
                <c:pt idx="460">
                  <c:v>-0.35948799999999997</c:v>
                </c:pt>
                <c:pt idx="461">
                  <c:v>-0.359182</c:v>
                </c:pt>
                <c:pt idx="462">
                  <c:v>-0.358877</c:v>
                </c:pt>
                <c:pt idx="463">
                  <c:v>-0.35857099999999997</c:v>
                </c:pt>
                <c:pt idx="464">
                  <c:v>-0.35826599999999997</c:v>
                </c:pt>
                <c:pt idx="465">
                  <c:v>-0.35796099999999997</c:v>
                </c:pt>
                <c:pt idx="466">
                  <c:v>-0.357655</c:v>
                </c:pt>
                <c:pt idx="467">
                  <c:v>-0.35735</c:v>
                </c:pt>
                <c:pt idx="468">
                  <c:v>-0.35704399999999997</c:v>
                </c:pt>
                <c:pt idx="469">
                  <c:v>-0.35673899999999997</c:v>
                </c:pt>
                <c:pt idx="470">
                  <c:v>-0.35643399999999997</c:v>
                </c:pt>
                <c:pt idx="471">
                  <c:v>-0.356128</c:v>
                </c:pt>
                <c:pt idx="472">
                  <c:v>-0.355823</c:v>
                </c:pt>
                <c:pt idx="473">
                  <c:v>-0.35551700000000003</c:v>
                </c:pt>
                <c:pt idx="474">
                  <c:v>-0.35521200000000003</c:v>
                </c:pt>
                <c:pt idx="475">
                  <c:v>-0.35490699999999997</c:v>
                </c:pt>
                <c:pt idx="476">
                  <c:v>-0.354601</c:v>
                </c:pt>
                <c:pt idx="477">
                  <c:v>-0.354296</c:v>
                </c:pt>
                <c:pt idx="478">
                  <c:v>-0.35399000000000003</c:v>
                </c:pt>
                <c:pt idx="479">
                  <c:v>-0.35368500000000003</c:v>
                </c:pt>
                <c:pt idx="480">
                  <c:v>-0.35338000000000003</c:v>
                </c:pt>
                <c:pt idx="481">
                  <c:v>-0.353074</c:v>
                </c:pt>
                <c:pt idx="482">
                  <c:v>-0.352769</c:v>
                </c:pt>
                <c:pt idx="483">
                  <c:v>-0.35246300000000003</c:v>
                </c:pt>
                <c:pt idx="484">
                  <c:v>-0.35215800000000003</c:v>
                </c:pt>
                <c:pt idx="485">
                  <c:v>-0.35185300000000003</c:v>
                </c:pt>
                <c:pt idx="486">
                  <c:v>-0.351547</c:v>
                </c:pt>
                <c:pt idx="487">
                  <c:v>-0.351242</c:v>
                </c:pt>
                <c:pt idx="488">
                  <c:v>-0.35093600000000003</c:v>
                </c:pt>
                <c:pt idx="489">
                  <c:v>-0.35063100000000003</c:v>
                </c:pt>
                <c:pt idx="490">
                  <c:v>-0.35032600000000003</c:v>
                </c:pt>
                <c:pt idx="491">
                  <c:v>-0.35002</c:v>
                </c:pt>
                <c:pt idx="492">
                  <c:v>-0.349715</c:v>
                </c:pt>
                <c:pt idx="493">
                  <c:v>-0.34940900000000003</c:v>
                </c:pt>
                <c:pt idx="494">
                  <c:v>-0.34910400000000003</c:v>
                </c:pt>
                <c:pt idx="495">
                  <c:v>-0.34879900000000003</c:v>
                </c:pt>
                <c:pt idx="496">
                  <c:v>-0.348493</c:v>
                </c:pt>
                <c:pt idx="497">
                  <c:v>-0.348188</c:v>
                </c:pt>
                <c:pt idx="498">
                  <c:v>-0.34788200000000002</c:v>
                </c:pt>
                <c:pt idx="499">
                  <c:v>-0.34757700000000002</c:v>
                </c:pt>
                <c:pt idx="500">
                  <c:v>-0.34727200000000003</c:v>
                </c:pt>
                <c:pt idx="501">
                  <c:v>-0.346966</c:v>
                </c:pt>
                <c:pt idx="502">
                  <c:v>-0.346661</c:v>
                </c:pt>
                <c:pt idx="503">
                  <c:v>-0.34635500000000002</c:v>
                </c:pt>
                <c:pt idx="504">
                  <c:v>-0.34605000000000002</c:v>
                </c:pt>
                <c:pt idx="505">
                  <c:v>-0.34574500000000002</c:v>
                </c:pt>
                <c:pt idx="506">
                  <c:v>-0.345439</c:v>
                </c:pt>
                <c:pt idx="507">
                  <c:v>-0.345134</c:v>
                </c:pt>
                <c:pt idx="508">
                  <c:v>-0.344829</c:v>
                </c:pt>
                <c:pt idx="509">
                  <c:v>-0.34452300000000002</c:v>
                </c:pt>
                <c:pt idx="510">
                  <c:v>-0.34421800000000002</c:v>
                </c:pt>
                <c:pt idx="511">
                  <c:v>-0.343912</c:v>
                </c:pt>
                <c:pt idx="512">
                  <c:v>-0.343607</c:v>
                </c:pt>
                <c:pt idx="513">
                  <c:v>-0.343302</c:v>
                </c:pt>
                <c:pt idx="514">
                  <c:v>-0.34299600000000002</c:v>
                </c:pt>
                <c:pt idx="515">
                  <c:v>-0.34269100000000002</c:v>
                </c:pt>
                <c:pt idx="516">
                  <c:v>-0.34238499999999999</c:v>
                </c:pt>
                <c:pt idx="517">
                  <c:v>-0.34208</c:v>
                </c:pt>
                <c:pt idx="518">
                  <c:v>-0.341775</c:v>
                </c:pt>
                <c:pt idx="519">
                  <c:v>-0.34146900000000002</c:v>
                </c:pt>
                <c:pt idx="520">
                  <c:v>-0.34116400000000002</c:v>
                </c:pt>
                <c:pt idx="521">
                  <c:v>-0.34085799999999999</c:v>
                </c:pt>
                <c:pt idx="522">
                  <c:v>-0.34055299999999999</c:v>
                </c:pt>
                <c:pt idx="523">
                  <c:v>-0.34024799999999999</c:v>
                </c:pt>
                <c:pt idx="524">
                  <c:v>-0.33994200000000002</c:v>
                </c:pt>
                <c:pt idx="525">
                  <c:v>-0.33963700000000002</c:v>
                </c:pt>
                <c:pt idx="526">
                  <c:v>-0.33933099999999999</c:v>
                </c:pt>
                <c:pt idx="527">
                  <c:v>-0.33902599999999999</c:v>
                </c:pt>
                <c:pt idx="528">
                  <c:v>-0.33872099999999999</c:v>
                </c:pt>
                <c:pt idx="529">
                  <c:v>-0.33841500000000002</c:v>
                </c:pt>
                <c:pt idx="530">
                  <c:v>-0.33811000000000002</c:v>
                </c:pt>
                <c:pt idx="531">
                  <c:v>-0.33780399999999999</c:v>
                </c:pt>
                <c:pt idx="532">
                  <c:v>-0.33749899999999999</c:v>
                </c:pt>
                <c:pt idx="533">
                  <c:v>-0.33719399999999999</c:v>
                </c:pt>
                <c:pt idx="534">
                  <c:v>-0.33688800000000002</c:v>
                </c:pt>
                <c:pt idx="535">
                  <c:v>-0.33658300000000002</c:v>
                </c:pt>
                <c:pt idx="536">
                  <c:v>-0.33627699999999999</c:v>
                </c:pt>
                <c:pt idx="537">
                  <c:v>-0.33597199999999999</c:v>
                </c:pt>
                <c:pt idx="538">
                  <c:v>-0.33566699999999999</c:v>
                </c:pt>
                <c:pt idx="539">
                  <c:v>-0.33536100000000002</c:v>
                </c:pt>
                <c:pt idx="540">
                  <c:v>-0.33505600000000002</c:v>
                </c:pt>
                <c:pt idx="541">
                  <c:v>-0.33474999999999999</c:v>
                </c:pt>
                <c:pt idx="542">
                  <c:v>-0.33444499999999999</c:v>
                </c:pt>
                <c:pt idx="543">
                  <c:v>-0.33413999999999999</c:v>
                </c:pt>
                <c:pt idx="544">
                  <c:v>-0.33383400000000002</c:v>
                </c:pt>
                <c:pt idx="545">
                  <c:v>-0.33352900000000002</c:v>
                </c:pt>
                <c:pt idx="546">
                  <c:v>-0.33322299999999999</c:v>
                </c:pt>
                <c:pt idx="547">
                  <c:v>-0.33291799999999999</c:v>
                </c:pt>
                <c:pt idx="548">
                  <c:v>-0.33261299999999999</c:v>
                </c:pt>
                <c:pt idx="549">
                  <c:v>-0.33230700000000002</c:v>
                </c:pt>
                <c:pt idx="550">
                  <c:v>-0.33200200000000002</c:v>
                </c:pt>
                <c:pt idx="551">
                  <c:v>-0.33169599999999999</c:v>
                </c:pt>
                <c:pt idx="552">
                  <c:v>-0.33139099999999999</c:v>
                </c:pt>
                <c:pt idx="553">
                  <c:v>-0.33108599999999999</c:v>
                </c:pt>
                <c:pt idx="554">
                  <c:v>-0.33078000000000002</c:v>
                </c:pt>
                <c:pt idx="555">
                  <c:v>-0.33047500000000002</c:v>
                </c:pt>
                <c:pt idx="556">
                  <c:v>-0.33016899999999999</c:v>
                </c:pt>
                <c:pt idx="557">
                  <c:v>-0.32986399999999999</c:v>
                </c:pt>
                <c:pt idx="558">
                  <c:v>-0.32955899999999999</c:v>
                </c:pt>
                <c:pt idx="559">
                  <c:v>-0.32925300000000002</c:v>
                </c:pt>
                <c:pt idx="560">
                  <c:v>-0.32894800000000002</c:v>
                </c:pt>
                <c:pt idx="561">
                  <c:v>-0.32864199999999999</c:v>
                </c:pt>
                <c:pt idx="562">
                  <c:v>-0.32833699999999999</c:v>
                </c:pt>
                <c:pt idx="563">
                  <c:v>-0.32803199999999999</c:v>
                </c:pt>
                <c:pt idx="564">
                  <c:v>-0.32772600000000002</c:v>
                </c:pt>
                <c:pt idx="565">
                  <c:v>-0.32742100000000002</c:v>
                </c:pt>
                <c:pt idx="566">
                  <c:v>-0.32711499999999999</c:v>
                </c:pt>
                <c:pt idx="567">
                  <c:v>-0.32680999999999999</c:v>
                </c:pt>
                <c:pt idx="568">
                  <c:v>-0.32650499999999999</c:v>
                </c:pt>
                <c:pt idx="569">
                  <c:v>-0.32619900000000002</c:v>
                </c:pt>
                <c:pt idx="570">
                  <c:v>-0.32589400000000002</c:v>
                </c:pt>
                <c:pt idx="571">
                  <c:v>-0.32558799999999999</c:v>
                </c:pt>
                <c:pt idx="572">
                  <c:v>-0.32528299999999999</c:v>
                </c:pt>
                <c:pt idx="573">
                  <c:v>-0.32497799999999999</c:v>
                </c:pt>
                <c:pt idx="574">
                  <c:v>-0.32467200000000002</c:v>
                </c:pt>
                <c:pt idx="575">
                  <c:v>-0.32436700000000002</c:v>
                </c:pt>
                <c:pt idx="576">
                  <c:v>-0.32406099999999999</c:v>
                </c:pt>
                <c:pt idx="577">
                  <c:v>-0.32375599999999999</c:v>
                </c:pt>
                <c:pt idx="578">
                  <c:v>-0.32345099999999999</c:v>
                </c:pt>
                <c:pt idx="579">
                  <c:v>-0.32314500000000002</c:v>
                </c:pt>
                <c:pt idx="580">
                  <c:v>-0.32284000000000002</c:v>
                </c:pt>
                <c:pt idx="581">
                  <c:v>-0.32253399999999999</c:v>
                </c:pt>
                <c:pt idx="582">
                  <c:v>-0.32222899999999999</c:v>
                </c:pt>
                <c:pt idx="583">
                  <c:v>-0.32192399999999999</c:v>
                </c:pt>
                <c:pt idx="584">
                  <c:v>-0.32161800000000001</c:v>
                </c:pt>
                <c:pt idx="585">
                  <c:v>-0.32131300000000002</c:v>
                </c:pt>
                <c:pt idx="586">
                  <c:v>-0.32100699999999999</c:v>
                </c:pt>
                <c:pt idx="587">
                  <c:v>-0.32070199999999999</c:v>
                </c:pt>
                <c:pt idx="588">
                  <c:v>-0.32039699999999999</c:v>
                </c:pt>
                <c:pt idx="589">
                  <c:v>-0.32009100000000001</c:v>
                </c:pt>
                <c:pt idx="590">
                  <c:v>-0.31978600000000001</c:v>
                </c:pt>
                <c:pt idx="591">
                  <c:v>-0.31948100000000001</c:v>
                </c:pt>
                <c:pt idx="592">
                  <c:v>-0.31917499999999999</c:v>
                </c:pt>
                <c:pt idx="593">
                  <c:v>-0.31886999999999999</c:v>
                </c:pt>
                <c:pt idx="594">
                  <c:v>-0.31856400000000001</c:v>
                </c:pt>
                <c:pt idx="595">
                  <c:v>-0.31825900000000001</c:v>
                </c:pt>
                <c:pt idx="596">
                  <c:v>-0.31795400000000001</c:v>
                </c:pt>
                <c:pt idx="597">
                  <c:v>-0.31764799999999999</c:v>
                </c:pt>
                <c:pt idx="598">
                  <c:v>-0.31734299999999999</c:v>
                </c:pt>
                <c:pt idx="599">
                  <c:v>-0.31703700000000001</c:v>
                </c:pt>
                <c:pt idx="600">
                  <c:v>-0.31673200000000001</c:v>
                </c:pt>
                <c:pt idx="601">
                  <c:v>-0.31642700000000001</c:v>
                </c:pt>
                <c:pt idx="602">
                  <c:v>-0.31612099999999999</c:v>
                </c:pt>
                <c:pt idx="603">
                  <c:v>-0.31581599999999999</c:v>
                </c:pt>
                <c:pt idx="604">
                  <c:v>-0.31551000000000001</c:v>
                </c:pt>
                <c:pt idx="605">
                  <c:v>-0.31520500000000001</c:v>
                </c:pt>
                <c:pt idx="606">
                  <c:v>-0.31490000000000001</c:v>
                </c:pt>
                <c:pt idx="607">
                  <c:v>-0.31459399999999998</c:v>
                </c:pt>
                <c:pt idx="608">
                  <c:v>-0.31428899999999999</c:v>
                </c:pt>
                <c:pt idx="609">
                  <c:v>-0.31398300000000001</c:v>
                </c:pt>
                <c:pt idx="610">
                  <c:v>-0.31367800000000001</c:v>
                </c:pt>
                <c:pt idx="611">
                  <c:v>-0.31337300000000001</c:v>
                </c:pt>
                <c:pt idx="612">
                  <c:v>-0.31306699999999998</c:v>
                </c:pt>
                <c:pt idx="613">
                  <c:v>-0.31276199999999998</c:v>
                </c:pt>
                <c:pt idx="614">
                  <c:v>-0.31245600000000001</c:v>
                </c:pt>
                <c:pt idx="615">
                  <c:v>-0.31215100000000001</c:v>
                </c:pt>
                <c:pt idx="616">
                  <c:v>-0.31184600000000001</c:v>
                </c:pt>
                <c:pt idx="617">
                  <c:v>-0.31153999999999998</c:v>
                </c:pt>
                <c:pt idx="618">
                  <c:v>-0.31123499999999998</c:v>
                </c:pt>
                <c:pt idx="619">
                  <c:v>-0.31092900000000001</c:v>
                </c:pt>
                <c:pt idx="620">
                  <c:v>-0.31062400000000001</c:v>
                </c:pt>
                <c:pt idx="621">
                  <c:v>-0.31031900000000001</c:v>
                </c:pt>
                <c:pt idx="622">
                  <c:v>-0.31001299999999998</c:v>
                </c:pt>
                <c:pt idx="623">
                  <c:v>-0.30970799999999998</c:v>
                </c:pt>
                <c:pt idx="624">
                  <c:v>-0.30940200000000001</c:v>
                </c:pt>
                <c:pt idx="625">
                  <c:v>-0.30909700000000001</c:v>
                </c:pt>
                <c:pt idx="626">
                  <c:v>-0.30879200000000001</c:v>
                </c:pt>
                <c:pt idx="627">
                  <c:v>-0.30848599999999998</c:v>
                </c:pt>
                <c:pt idx="628">
                  <c:v>-0.30818099999999998</c:v>
                </c:pt>
                <c:pt idx="629">
                  <c:v>-0.30787500000000001</c:v>
                </c:pt>
                <c:pt idx="630">
                  <c:v>-0.30757000000000001</c:v>
                </c:pt>
                <c:pt idx="631">
                  <c:v>-0.30726500000000001</c:v>
                </c:pt>
                <c:pt idx="632">
                  <c:v>-0.30695899999999998</c:v>
                </c:pt>
                <c:pt idx="633">
                  <c:v>-0.30665399999999998</c:v>
                </c:pt>
                <c:pt idx="634">
                  <c:v>-0.30634800000000001</c:v>
                </c:pt>
                <c:pt idx="635">
                  <c:v>-0.30604300000000001</c:v>
                </c:pt>
                <c:pt idx="636">
                  <c:v>-0.30573800000000001</c:v>
                </c:pt>
                <c:pt idx="637">
                  <c:v>-0.30543199999999998</c:v>
                </c:pt>
                <c:pt idx="638">
                  <c:v>-0.30512699999999998</c:v>
                </c:pt>
                <c:pt idx="639">
                  <c:v>-0.30482100000000001</c:v>
                </c:pt>
                <c:pt idx="640">
                  <c:v>-0.30451600000000001</c:v>
                </c:pt>
                <c:pt idx="641">
                  <c:v>-0.30421100000000001</c:v>
                </c:pt>
                <c:pt idx="642">
                  <c:v>-0.30390499999999998</c:v>
                </c:pt>
                <c:pt idx="643">
                  <c:v>-0.30359999999999998</c:v>
                </c:pt>
                <c:pt idx="644">
                  <c:v>-0.30329400000000001</c:v>
                </c:pt>
                <c:pt idx="645">
                  <c:v>-0.30298900000000001</c:v>
                </c:pt>
                <c:pt idx="646">
                  <c:v>-0.30268400000000001</c:v>
                </c:pt>
                <c:pt idx="647">
                  <c:v>-0.30237799999999998</c:v>
                </c:pt>
                <c:pt idx="648">
                  <c:v>-0.30207299999999998</c:v>
                </c:pt>
                <c:pt idx="649">
                  <c:v>-0.30176700000000001</c:v>
                </c:pt>
                <c:pt idx="650">
                  <c:v>-0.30146200000000001</c:v>
                </c:pt>
                <c:pt idx="651">
                  <c:v>-0.30115700000000001</c:v>
                </c:pt>
                <c:pt idx="652">
                  <c:v>-0.30085099999999998</c:v>
                </c:pt>
                <c:pt idx="653">
                  <c:v>-0.30054599999999998</c:v>
                </c:pt>
                <c:pt idx="654">
                  <c:v>-0.30024000000000001</c:v>
                </c:pt>
                <c:pt idx="655">
                  <c:v>-0.29993500000000001</c:v>
                </c:pt>
                <c:pt idx="656">
                  <c:v>-0.29963000000000001</c:v>
                </c:pt>
                <c:pt idx="657">
                  <c:v>-0.29932399999999998</c:v>
                </c:pt>
                <c:pt idx="658">
                  <c:v>-0.29901899999999998</c:v>
                </c:pt>
                <c:pt idx="659">
                  <c:v>-0.29871300000000001</c:v>
                </c:pt>
                <c:pt idx="660">
                  <c:v>-0.29840800000000001</c:v>
                </c:pt>
                <c:pt idx="661">
                  <c:v>-0.29810300000000001</c:v>
                </c:pt>
                <c:pt idx="662">
                  <c:v>-0.29779699999999998</c:v>
                </c:pt>
                <c:pt idx="663">
                  <c:v>-0.29749199999999998</c:v>
                </c:pt>
                <c:pt idx="664">
                  <c:v>-0.29718600000000001</c:v>
                </c:pt>
                <c:pt idx="665">
                  <c:v>-0.29688100000000001</c:v>
                </c:pt>
                <c:pt idx="666">
                  <c:v>-0.29657600000000001</c:v>
                </c:pt>
                <c:pt idx="667">
                  <c:v>-0.29626999999999998</c:v>
                </c:pt>
                <c:pt idx="668">
                  <c:v>-0.29596499999999998</c:v>
                </c:pt>
                <c:pt idx="669">
                  <c:v>-0.29565900000000001</c:v>
                </c:pt>
                <c:pt idx="670">
                  <c:v>-0.29535400000000001</c:v>
                </c:pt>
                <c:pt idx="671">
                  <c:v>-0.29504900000000001</c:v>
                </c:pt>
                <c:pt idx="672">
                  <c:v>-0.29474299999999998</c:v>
                </c:pt>
                <c:pt idx="673">
                  <c:v>-0.29443799999999998</c:v>
                </c:pt>
                <c:pt idx="674">
                  <c:v>-0.29413299999999998</c:v>
                </c:pt>
                <c:pt idx="675">
                  <c:v>-0.293827</c:v>
                </c:pt>
                <c:pt idx="676">
                  <c:v>-0.29352200000000001</c:v>
                </c:pt>
                <c:pt idx="677">
                  <c:v>-0.29321599999999998</c:v>
                </c:pt>
                <c:pt idx="678">
                  <c:v>-0.29291099999999998</c:v>
                </c:pt>
                <c:pt idx="679">
                  <c:v>-0.29260599999999998</c:v>
                </c:pt>
                <c:pt idx="680">
                  <c:v>-0.2923</c:v>
                </c:pt>
                <c:pt idx="681">
                  <c:v>-0.291995</c:v>
                </c:pt>
                <c:pt idx="682">
                  <c:v>-0.29168899999999998</c:v>
                </c:pt>
                <c:pt idx="683">
                  <c:v>-0.29138399999999998</c:v>
                </c:pt>
                <c:pt idx="684">
                  <c:v>-0.29107899999999998</c:v>
                </c:pt>
                <c:pt idx="685">
                  <c:v>-0.290773</c:v>
                </c:pt>
                <c:pt idx="686">
                  <c:v>-0.290468</c:v>
                </c:pt>
                <c:pt idx="687">
                  <c:v>-0.29016199999999998</c:v>
                </c:pt>
                <c:pt idx="688">
                  <c:v>-0.28985699999999998</c:v>
                </c:pt>
                <c:pt idx="689">
                  <c:v>-0.28955199999999998</c:v>
                </c:pt>
                <c:pt idx="690">
                  <c:v>-0.289246</c:v>
                </c:pt>
                <c:pt idx="691">
                  <c:v>-0.288941</c:v>
                </c:pt>
                <c:pt idx="692">
                  <c:v>-0.28863499999999997</c:v>
                </c:pt>
                <c:pt idx="693">
                  <c:v>-0.28832999999999998</c:v>
                </c:pt>
                <c:pt idx="694">
                  <c:v>-0.28802499999999998</c:v>
                </c:pt>
                <c:pt idx="695">
                  <c:v>-0.287719</c:v>
                </c:pt>
                <c:pt idx="696">
                  <c:v>-0.287414</c:v>
                </c:pt>
                <c:pt idx="697">
                  <c:v>-0.28710799999999997</c:v>
                </c:pt>
                <c:pt idx="698">
                  <c:v>-0.28680299999999997</c:v>
                </c:pt>
                <c:pt idx="699">
                  <c:v>-0.28649799999999997</c:v>
                </c:pt>
                <c:pt idx="700">
                  <c:v>-0.286192</c:v>
                </c:pt>
                <c:pt idx="701">
                  <c:v>-0.285887</c:v>
                </c:pt>
                <c:pt idx="702">
                  <c:v>-0.28558099999999997</c:v>
                </c:pt>
                <c:pt idx="703">
                  <c:v>-0.28527599999999997</c:v>
                </c:pt>
                <c:pt idx="704">
                  <c:v>-0.28497099999999997</c:v>
                </c:pt>
                <c:pt idx="705">
                  <c:v>-0.284665</c:v>
                </c:pt>
                <c:pt idx="706">
                  <c:v>-0.28436</c:v>
                </c:pt>
                <c:pt idx="707">
                  <c:v>-0.28405399999999997</c:v>
                </c:pt>
                <c:pt idx="708">
                  <c:v>-0.28374899999999997</c:v>
                </c:pt>
                <c:pt idx="709">
                  <c:v>-0.28344399999999997</c:v>
                </c:pt>
                <c:pt idx="710">
                  <c:v>-0.283138</c:v>
                </c:pt>
                <c:pt idx="711">
                  <c:v>-0.282833</c:v>
                </c:pt>
                <c:pt idx="712">
                  <c:v>-0.28252699999999997</c:v>
                </c:pt>
                <c:pt idx="713">
                  <c:v>-0.28222199999999997</c:v>
                </c:pt>
                <c:pt idx="714">
                  <c:v>-0.28191699999999997</c:v>
                </c:pt>
                <c:pt idx="715">
                  <c:v>-0.281611</c:v>
                </c:pt>
                <c:pt idx="716">
                  <c:v>-0.281306</c:v>
                </c:pt>
                <c:pt idx="717">
                  <c:v>-0.28100000000000003</c:v>
                </c:pt>
                <c:pt idx="718">
                  <c:v>-0.28069499999999997</c:v>
                </c:pt>
                <c:pt idx="719">
                  <c:v>-0.28038999999999997</c:v>
                </c:pt>
                <c:pt idx="720">
                  <c:v>-0.280084</c:v>
                </c:pt>
                <c:pt idx="721">
                  <c:v>-0.279779</c:v>
                </c:pt>
                <c:pt idx="722">
                  <c:v>-0.27947300000000003</c:v>
                </c:pt>
                <c:pt idx="723">
                  <c:v>-0.27916800000000003</c:v>
                </c:pt>
                <c:pt idx="724">
                  <c:v>-0.27886300000000003</c:v>
                </c:pt>
                <c:pt idx="725">
                  <c:v>-0.278557</c:v>
                </c:pt>
                <c:pt idx="726">
                  <c:v>-0.278252</c:v>
                </c:pt>
                <c:pt idx="727">
                  <c:v>-0.27794600000000003</c:v>
                </c:pt>
                <c:pt idx="728">
                  <c:v>-0.27764100000000003</c:v>
                </c:pt>
                <c:pt idx="729">
                  <c:v>-0.27733600000000003</c:v>
                </c:pt>
                <c:pt idx="730">
                  <c:v>-0.27703</c:v>
                </c:pt>
                <c:pt idx="731">
                  <c:v>-0.276725</c:v>
                </c:pt>
                <c:pt idx="732">
                  <c:v>-0.27641900000000003</c:v>
                </c:pt>
                <c:pt idx="733">
                  <c:v>-0.27611400000000003</c:v>
                </c:pt>
                <c:pt idx="734">
                  <c:v>-0.27580900000000003</c:v>
                </c:pt>
                <c:pt idx="735">
                  <c:v>-0.275503</c:v>
                </c:pt>
                <c:pt idx="736">
                  <c:v>-0.275198</c:v>
                </c:pt>
                <c:pt idx="737">
                  <c:v>-0.27489200000000003</c:v>
                </c:pt>
                <c:pt idx="738">
                  <c:v>-0.27458700000000003</c:v>
                </c:pt>
                <c:pt idx="739">
                  <c:v>-0.27428200000000003</c:v>
                </c:pt>
                <c:pt idx="740">
                  <c:v>-0.273976</c:v>
                </c:pt>
                <c:pt idx="741">
                  <c:v>-0.273671</c:v>
                </c:pt>
                <c:pt idx="742">
                  <c:v>-0.27336500000000002</c:v>
                </c:pt>
                <c:pt idx="743">
                  <c:v>-0.27306000000000002</c:v>
                </c:pt>
                <c:pt idx="744">
                  <c:v>-0.27275500000000003</c:v>
                </c:pt>
                <c:pt idx="745">
                  <c:v>-0.272449</c:v>
                </c:pt>
                <c:pt idx="746">
                  <c:v>-0.272144</c:v>
                </c:pt>
                <c:pt idx="747">
                  <c:v>-0.27183800000000002</c:v>
                </c:pt>
                <c:pt idx="748">
                  <c:v>-0.27153300000000002</c:v>
                </c:pt>
                <c:pt idx="749">
                  <c:v>-0.27122800000000002</c:v>
                </c:pt>
                <c:pt idx="750">
                  <c:v>-0.270922</c:v>
                </c:pt>
                <c:pt idx="751">
                  <c:v>-0.270617</c:v>
                </c:pt>
                <c:pt idx="752">
                  <c:v>-0.27031100000000002</c:v>
                </c:pt>
                <c:pt idx="753">
                  <c:v>-0.27000600000000002</c:v>
                </c:pt>
                <c:pt idx="754">
                  <c:v>-0.26970100000000002</c:v>
                </c:pt>
                <c:pt idx="755">
                  <c:v>-0.269395</c:v>
                </c:pt>
                <c:pt idx="756">
                  <c:v>-0.26909</c:v>
                </c:pt>
                <c:pt idx="757">
                  <c:v>-0.268785</c:v>
                </c:pt>
                <c:pt idx="758">
                  <c:v>-0.26847900000000002</c:v>
                </c:pt>
                <c:pt idx="759">
                  <c:v>-0.26817400000000002</c:v>
                </c:pt>
                <c:pt idx="760">
                  <c:v>-0.26786799999999999</c:v>
                </c:pt>
                <c:pt idx="761">
                  <c:v>-0.267563</c:v>
                </c:pt>
                <c:pt idx="762">
                  <c:v>-0.267258</c:v>
                </c:pt>
                <c:pt idx="763">
                  <c:v>-0.26695200000000002</c:v>
                </c:pt>
                <c:pt idx="764">
                  <c:v>-0.26664700000000002</c:v>
                </c:pt>
                <c:pt idx="765">
                  <c:v>-0.26634099999999999</c:v>
                </c:pt>
                <c:pt idx="766">
                  <c:v>-0.26603599999999999</c:v>
                </c:pt>
                <c:pt idx="767">
                  <c:v>-0.26573099999999999</c:v>
                </c:pt>
                <c:pt idx="768">
                  <c:v>-0.26542500000000002</c:v>
                </c:pt>
                <c:pt idx="769">
                  <c:v>-0.26512000000000002</c:v>
                </c:pt>
                <c:pt idx="770">
                  <c:v>-0.26481399999999999</c:v>
                </c:pt>
                <c:pt idx="771">
                  <c:v>-0.26450899999999999</c:v>
                </c:pt>
                <c:pt idx="772">
                  <c:v>-0.26420399999999999</c:v>
                </c:pt>
                <c:pt idx="773">
                  <c:v>-0.26389800000000002</c:v>
                </c:pt>
                <c:pt idx="774">
                  <c:v>-0.26359300000000002</c:v>
                </c:pt>
                <c:pt idx="775">
                  <c:v>-0.26328699999999999</c:v>
                </c:pt>
                <c:pt idx="776">
                  <c:v>-0.26298199999999999</c:v>
                </c:pt>
                <c:pt idx="777">
                  <c:v>-0.26267699999999999</c:v>
                </c:pt>
                <c:pt idx="778">
                  <c:v>-0.26237100000000002</c:v>
                </c:pt>
                <c:pt idx="779">
                  <c:v>-0.26206600000000002</c:v>
                </c:pt>
                <c:pt idx="780">
                  <c:v>-0.26175999999999999</c:v>
                </c:pt>
                <c:pt idx="781">
                  <c:v>-0.26145499999999999</c:v>
                </c:pt>
                <c:pt idx="782">
                  <c:v>-0.26114999999999999</c:v>
                </c:pt>
                <c:pt idx="783">
                  <c:v>-0.26084400000000002</c:v>
                </c:pt>
                <c:pt idx="784">
                  <c:v>-0.26053900000000002</c:v>
                </c:pt>
                <c:pt idx="785">
                  <c:v>-0.26023299999999999</c:v>
                </c:pt>
                <c:pt idx="786">
                  <c:v>-0.25992799999999999</c:v>
                </c:pt>
                <c:pt idx="787">
                  <c:v>-0.25962299999999999</c:v>
                </c:pt>
                <c:pt idx="788">
                  <c:v>-0.25931700000000002</c:v>
                </c:pt>
                <c:pt idx="789">
                  <c:v>-0.25901200000000002</c:v>
                </c:pt>
                <c:pt idx="790">
                  <c:v>-0.25870599999999999</c:v>
                </c:pt>
                <c:pt idx="791">
                  <c:v>-0.25840099999999999</c:v>
                </c:pt>
                <c:pt idx="792">
                  <c:v>-0.25809599999999999</c:v>
                </c:pt>
                <c:pt idx="793">
                  <c:v>-0.25779000000000002</c:v>
                </c:pt>
                <c:pt idx="794">
                  <c:v>-0.25748500000000002</c:v>
                </c:pt>
                <c:pt idx="795">
                  <c:v>-0.25717899999999999</c:v>
                </c:pt>
                <c:pt idx="796">
                  <c:v>-0.25687399999999999</c:v>
                </c:pt>
                <c:pt idx="797">
                  <c:v>-0.25656899999999999</c:v>
                </c:pt>
                <c:pt idx="798">
                  <c:v>-0.25626300000000002</c:v>
                </c:pt>
                <c:pt idx="799">
                  <c:v>-0.25595800000000002</c:v>
                </c:pt>
                <c:pt idx="800">
                  <c:v>-0.25565199999999999</c:v>
                </c:pt>
                <c:pt idx="801">
                  <c:v>-0.25534699999999999</c:v>
                </c:pt>
                <c:pt idx="802">
                  <c:v>-0.25504199999999999</c:v>
                </c:pt>
                <c:pt idx="803">
                  <c:v>-0.25473600000000002</c:v>
                </c:pt>
                <c:pt idx="804">
                  <c:v>-0.25443100000000002</c:v>
                </c:pt>
                <c:pt idx="805">
                  <c:v>-0.25412499999999999</c:v>
                </c:pt>
                <c:pt idx="806">
                  <c:v>-0.25381999999999999</c:v>
                </c:pt>
                <c:pt idx="807">
                  <c:v>-0.25351499999999999</c:v>
                </c:pt>
                <c:pt idx="808">
                  <c:v>-0.25320900000000002</c:v>
                </c:pt>
                <c:pt idx="809">
                  <c:v>-0.25290400000000002</c:v>
                </c:pt>
                <c:pt idx="810">
                  <c:v>-0.25259799999999999</c:v>
                </c:pt>
                <c:pt idx="811">
                  <c:v>-0.25229299999999999</c:v>
                </c:pt>
                <c:pt idx="812">
                  <c:v>-0.25198799999999999</c:v>
                </c:pt>
                <c:pt idx="813">
                  <c:v>-0.25168200000000002</c:v>
                </c:pt>
                <c:pt idx="814">
                  <c:v>-0.25137700000000002</c:v>
                </c:pt>
                <c:pt idx="815">
                  <c:v>-0.25107099999999999</c:v>
                </c:pt>
                <c:pt idx="816">
                  <c:v>-0.25076599999999999</c:v>
                </c:pt>
                <c:pt idx="817">
                  <c:v>-0.25046099999999999</c:v>
                </c:pt>
                <c:pt idx="818">
                  <c:v>-0.25015500000000002</c:v>
                </c:pt>
                <c:pt idx="819">
                  <c:v>-0.24984999999999999</c:v>
                </c:pt>
                <c:pt idx="820">
                  <c:v>-0.24954399999999999</c:v>
                </c:pt>
                <c:pt idx="821">
                  <c:v>-0.24923899999999999</c:v>
                </c:pt>
                <c:pt idx="822">
                  <c:v>-0.24893399999999999</c:v>
                </c:pt>
                <c:pt idx="823">
                  <c:v>-0.24862799999999999</c:v>
                </c:pt>
                <c:pt idx="824">
                  <c:v>-0.24832299999999999</c:v>
                </c:pt>
                <c:pt idx="825">
                  <c:v>-0.24801699999999999</c:v>
                </c:pt>
                <c:pt idx="826">
                  <c:v>-0.24771199999999999</c:v>
                </c:pt>
                <c:pt idx="827">
                  <c:v>-0.24740699999999999</c:v>
                </c:pt>
                <c:pt idx="828">
                  <c:v>-0.24710099999999999</c:v>
                </c:pt>
                <c:pt idx="829">
                  <c:v>-0.24679599999999999</c:v>
                </c:pt>
                <c:pt idx="830">
                  <c:v>-0.24648999999999999</c:v>
                </c:pt>
                <c:pt idx="831">
                  <c:v>-0.24618499999999999</c:v>
                </c:pt>
                <c:pt idx="832">
                  <c:v>-0.24587999999999999</c:v>
                </c:pt>
                <c:pt idx="833">
                  <c:v>-0.24557399999999999</c:v>
                </c:pt>
                <c:pt idx="834">
                  <c:v>-0.24526899999999999</c:v>
                </c:pt>
                <c:pt idx="835">
                  <c:v>-0.24496299999999999</c:v>
                </c:pt>
                <c:pt idx="836">
                  <c:v>-0.24465799999999999</c:v>
                </c:pt>
                <c:pt idx="837">
                  <c:v>-0.24435299999999999</c:v>
                </c:pt>
                <c:pt idx="838">
                  <c:v>-0.24404699999999999</c:v>
                </c:pt>
                <c:pt idx="839">
                  <c:v>-0.24374199999999999</c:v>
                </c:pt>
                <c:pt idx="840">
                  <c:v>-0.24343699999999999</c:v>
                </c:pt>
                <c:pt idx="841">
                  <c:v>-0.24313100000000001</c:v>
                </c:pt>
                <c:pt idx="842">
                  <c:v>-0.24282599999999999</c:v>
                </c:pt>
                <c:pt idx="843">
                  <c:v>-0.24252000000000001</c:v>
                </c:pt>
                <c:pt idx="844">
                  <c:v>-0.24221500000000001</c:v>
                </c:pt>
                <c:pt idx="845">
                  <c:v>-0.24190999999999999</c:v>
                </c:pt>
                <c:pt idx="846">
                  <c:v>-0.24160400000000001</c:v>
                </c:pt>
                <c:pt idx="847">
                  <c:v>-0.24129900000000001</c:v>
                </c:pt>
                <c:pt idx="848">
                  <c:v>-0.24099300000000001</c:v>
                </c:pt>
                <c:pt idx="849">
                  <c:v>-0.24068800000000001</c:v>
                </c:pt>
                <c:pt idx="850">
                  <c:v>-0.24038300000000001</c:v>
                </c:pt>
                <c:pt idx="851">
                  <c:v>-0.24007700000000001</c:v>
                </c:pt>
                <c:pt idx="852">
                  <c:v>-0.23977200000000001</c:v>
                </c:pt>
                <c:pt idx="853">
                  <c:v>-0.23946600000000001</c:v>
                </c:pt>
                <c:pt idx="854">
                  <c:v>-0.23916100000000001</c:v>
                </c:pt>
                <c:pt idx="855">
                  <c:v>-0.23885600000000001</c:v>
                </c:pt>
                <c:pt idx="856">
                  <c:v>-0.23855000000000001</c:v>
                </c:pt>
                <c:pt idx="857">
                  <c:v>-0.23824500000000001</c:v>
                </c:pt>
                <c:pt idx="858">
                  <c:v>-0.23793900000000001</c:v>
                </c:pt>
                <c:pt idx="859">
                  <c:v>-0.23763400000000001</c:v>
                </c:pt>
                <c:pt idx="860">
                  <c:v>-0.23732900000000001</c:v>
                </c:pt>
                <c:pt idx="861">
                  <c:v>-0.23702300000000001</c:v>
                </c:pt>
                <c:pt idx="862">
                  <c:v>-0.23671800000000001</c:v>
                </c:pt>
                <c:pt idx="863">
                  <c:v>-0.23641200000000001</c:v>
                </c:pt>
                <c:pt idx="864">
                  <c:v>-0.23610700000000001</c:v>
                </c:pt>
                <c:pt idx="865">
                  <c:v>-0.23580200000000001</c:v>
                </c:pt>
                <c:pt idx="866">
                  <c:v>-0.23549600000000001</c:v>
                </c:pt>
                <c:pt idx="867">
                  <c:v>-0.23519100000000001</c:v>
                </c:pt>
                <c:pt idx="868">
                  <c:v>-0.23488500000000001</c:v>
                </c:pt>
                <c:pt idx="869">
                  <c:v>-0.23458000000000001</c:v>
                </c:pt>
                <c:pt idx="870">
                  <c:v>-0.23427500000000001</c:v>
                </c:pt>
                <c:pt idx="871">
                  <c:v>-0.23396900000000001</c:v>
                </c:pt>
                <c:pt idx="872">
                  <c:v>-0.23366400000000001</c:v>
                </c:pt>
                <c:pt idx="873">
                  <c:v>-0.23335800000000001</c:v>
                </c:pt>
                <c:pt idx="874">
                  <c:v>-0.23305300000000001</c:v>
                </c:pt>
                <c:pt idx="875">
                  <c:v>-0.23274800000000001</c:v>
                </c:pt>
                <c:pt idx="876">
                  <c:v>-0.23244200000000001</c:v>
                </c:pt>
                <c:pt idx="877">
                  <c:v>-0.23213700000000001</c:v>
                </c:pt>
                <c:pt idx="878">
                  <c:v>-0.23183100000000001</c:v>
                </c:pt>
                <c:pt idx="879">
                  <c:v>-0.23152600000000001</c:v>
                </c:pt>
                <c:pt idx="880">
                  <c:v>-0.23122100000000001</c:v>
                </c:pt>
                <c:pt idx="881">
                  <c:v>-0.23091500000000001</c:v>
                </c:pt>
                <c:pt idx="882">
                  <c:v>-0.23061000000000001</c:v>
                </c:pt>
                <c:pt idx="883">
                  <c:v>-0.23030400000000001</c:v>
                </c:pt>
                <c:pt idx="884">
                  <c:v>-0.22999900000000001</c:v>
                </c:pt>
                <c:pt idx="885">
                  <c:v>-0.22969400000000001</c:v>
                </c:pt>
                <c:pt idx="886">
                  <c:v>-0.22938800000000001</c:v>
                </c:pt>
                <c:pt idx="887">
                  <c:v>-0.22908300000000001</c:v>
                </c:pt>
                <c:pt idx="888">
                  <c:v>-0.22877700000000001</c:v>
                </c:pt>
                <c:pt idx="889">
                  <c:v>-0.22847200000000001</c:v>
                </c:pt>
                <c:pt idx="890">
                  <c:v>-0.22816700000000001</c:v>
                </c:pt>
                <c:pt idx="891">
                  <c:v>-0.22786100000000001</c:v>
                </c:pt>
                <c:pt idx="892">
                  <c:v>-0.22755600000000001</c:v>
                </c:pt>
                <c:pt idx="893">
                  <c:v>-0.22725000000000001</c:v>
                </c:pt>
                <c:pt idx="894">
                  <c:v>-0.22694500000000001</c:v>
                </c:pt>
                <c:pt idx="895">
                  <c:v>-0.22664000000000001</c:v>
                </c:pt>
                <c:pt idx="896">
                  <c:v>-0.22633400000000001</c:v>
                </c:pt>
                <c:pt idx="897">
                  <c:v>-0.22602900000000001</c:v>
                </c:pt>
                <c:pt idx="898">
                  <c:v>-0.22572300000000001</c:v>
                </c:pt>
                <c:pt idx="899">
                  <c:v>-0.22541800000000001</c:v>
                </c:pt>
                <c:pt idx="900">
                  <c:v>-0.22511300000000001</c:v>
                </c:pt>
                <c:pt idx="901">
                  <c:v>-0.22480700000000001</c:v>
                </c:pt>
                <c:pt idx="902">
                  <c:v>-0.22450200000000001</c:v>
                </c:pt>
                <c:pt idx="903">
                  <c:v>-0.22419600000000001</c:v>
                </c:pt>
                <c:pt idx="904">
                  <c:v>-0.22389100000000001</c:v>
                </c:pt>
                <c:pt idx="905">
                  <c:v>-0.22358600000000001</c:v>
                </c:pt>
                <c:pt idx="906">
                  <c:v>-0.22328000000000001</c:v>
                </c:pt>
                <c:pt idx="907">
                  <c:v>-0.22297500000000001</c:v>
                </c:pt>
                <c:pt idx="908">
                  <c:v>-0.22266900000000001</c:v>
                </c:pt>
                <c:pt idx="909">
                  <c:v>-0.22236400000000001</c:v>
                </c:pt>
                <c:pt idx="910">
                  <c:v>-0.22205900000000001</c:v>
                </c:pt>
                <c:pt idx="911">
                  <c:v>-0.22175300000000001</c:v>
                </c:pt>
                <c:pt idx="912">
                  <c:v>-0.22144800000000001</c:v>
                </c:pt>
                <c:pt idx="913">
                  <c:v>-0.22114200000000001</c:v>
                </c:pt>
                <c:pt idx="914">
                  <c:v>-0.22083700000000001</c:v>
                </c:pt>
                <c:pt idx="915">
                  <c:v>-0.22053200000000001</c:v>
                </c:pt>
                <c:pt idx="916">
                  <c:v>-0.22022600000000001</c:v>
                </c:pt>
                <c:pt idx="917">
                  <c:v>-0.21992100000000001</c:v>
                </c:pt>
                <c:pt idx="918">
                  <c:v>-0.219615</c:v>
                </c:pt>
                <c:pt idx="919">
                  <c:v>-0.21931</c:v>
                </c:pt>
                <c:pt idx="920">
                  <c:v>-0.21900500000000001</c:v>
                </c:pt>
                <c:pt idx="921">
                  <c:v>-0.218699</c:v>
                </c:pt>
                <c:pt idx="922">
                  <c:v>-0.218394</c:v>
                </c:pt>
                <c:pt idx="923">
                  <c:v>-0.218088</c:v>
                </c:pt>
                <c:pt idx="924">
                  <c:v>-0.217783</c:v>
                </c:pt>
                <c:pt idx="925">
                  <c:v>-0.217478</c:v>
                </c:pt>
                <c:pt idx="926">
                  <c:v>-0.217172</c:v>
                </c:pt>
                <c:pt idx="927">
                  <c:v>-0.216867</c:v>
                </c:pt>
                <c:pt idx="928">
                  <c:v>-0.216562</c:v>
                </c:pt>
                <c:pt idx="929">
                  <c:v>-0.216256</c:v>
                </c:pt>
                <c:pt idx="930">
                  <c:v>-0.215951</c:v>
                </c:pt>
                <c:pt idx="931">
                  <c:v>-0.215645</c:v>
                </c:pt>
                <c:pt idx="932">
                  <c:v>-0.21534</c:v>
                </c:pt>
                <c:pt idx="933">
                  <c:v>-0.215035</c:v>
                </c:pt>
                <c:pt idx="934">
                  <c:v>-0.214729</c:v>
                </c:pt>
                <c:pt idx="935">
                  <c:v>-0.214424</c:v>
                </c:pt>
                <c:pt idx="936">
                  <c:v>-0.214118</c:v>
                </c:pt>
                <c:pt idx="937">
                  <c:v>-0.213813</c:v>
                </c:pt>
                <c:pt idx="938">
                  <c:v>-0.213508</c:v>
                </c:pt>
                <c:pt idx="939">
                  <c:v>-0.213202</c:v>
                </c:pt>
                <c:pt idx="940">
                  <c:v>-0.212897</c:v>
                </c:pt>
                <c:pt idx="941">
                  <c:v>-0.212591</c:v>
                </c:pt>
                <c:pt idx="942">
                  <c:v>-0.212286</c:v>
                </c:pt>
                <c:pt idx="943">
                  <c:v>-0.211981</c:v>
                </c:pt>
                <c:pt idx="944">
                  <c:v>-0.211675</c:v>
                </c:pt>
                <c:pt idx="945">
                  <c:v>-0.21137</c:v>
                </c:pt>
                <c:pt idx="946">
                  <c:v>-0.211064</c:v>
                </c:pt>
                <c:pt idx="947">
                  <c:v>-0.210759</c:v>
                </c:pt>
                <c:pt idx="948">
                  <c:v>-0.210454</c:v>
                </c:pt>
                <c:pt idx="949">
                  <c:v>-0.210148</c:v>
                </c:pt>
                <c:pt idx="950">
                  <c:v>-0.209843</c:v>
                </c:pt>
                <c:pt idx="951">
                  <c:v>-0.209537</c:v>
                </c:pt>
                <c:pt idx="952">
                  <c:v>-0.209232</c:v>
                </c:pt>
                <c:pt idx="953">
                  <c:v>-0.208927</c:v>
                </c:pt>
                <c:pt idx="954">
                  <c:v>-0.208621</c:v>
                </c:pt>
                <c:pt idx="955">
                  <c:v>-0.208316</c:v>
                </c:pt>
                <c:pt idx="956">
                  <c:v>-0.20801</c:v>
                </c:pt>
                <c:pt idx="957">
                  <c:v>-0.207705</c:v>
                </c:pt>
                <c:pt idx="958">
                  <c:v>-0.2074</c:v>
                </c:pt>
                <c:pt idx="959">
                  <c:v>-0.207094</c:v>
                </c:pt>
                <c:pt idx="960">
                  <c:v>-0.206789</c:v>
                </c:pt>
                <c:pt idx="961">
                  <c:v>-0.206483</c:v>
                </c:pt>
                <c:pt idx="962">
                  <c:v>-0.206178</c:v>
                </c:pt>
                <c:pt idx="963">
                  <c:v>-0.205873</c:v>
                </c:pt>
                <c:pt idx="964">
                  <c:v>-0.205567</c:v>
                </c:pt>
                <c:pt idx="965">
                  <c:v>-0.205262</c:v>
                </c:pt>
                <c:pt idx="966">
                  <c:v>-0.204956</c:v>
                </c:pt>
                <c:pt idx="967">
                  <c:v>-0.204651</c:v>
                </c:pt>
                <c:pt idx="968">
                  <c:v>-0.204346</c:v>
                </c:pt>
                <c:pt idx="969">
                  <c:v>-0.20404</c:v>
                </c:pt>
                <c:pt idx="970">
                  <c:v>-0.203735</c:v>
                </c:pt>
                <c:pt idx="971">
                  <c:v>-0.203429</c:v>
                </c:pt>
                <c:pt idx="972">
                  <c:v>-0.203124</c:v>
                </c:pt>
                <c:pt idx="973">
                  <c:v>-0.202819</c:v>
                </c:pt>
                <c:pt idx="974">
                  <c:v>-0.202513</c:v>
                </c:pt>
                <c:pt idx="975">
                  <c:v>-0.202208</c:v>
                </c:pt>
                <c:pt idx="976">
                  <c:v>-0.201902</c:v>
                </c:pt>
                <c:pt idx="977">
                  <c:v>-0.201597</c:v>
                </c:pt>
                <c:pt idx="978">
                  <c:v>-0.201292</c:v>
                </c:pt>
                <c:pt idx="979">
                  <c:v>-0.200986</c:v>
                </c:pt>
                <c:pt idx="980">
                  <c:v>-0.200681</c:v>
                </c:pt>
                <c:pt idx="981">
                  <c:v>-0.200375</c:v>
                </c:pt>
                <c:pt idx="982">
                  <c:v>-0.20007</c:v>
                </c:pt>
                <c:pt idx="983">
                  <c:v>-0.199765</c:v>
                </c:pt>
                <c:pt idx="984">
                  <c:v>-0.199459</c:v>
                </c:pt>
                <c:pt idx="985">
                  <c:v>-0.199154</c:v>
                </c:pt>
                <c:pt idx="986">
                  <c:v>-0.198848</c:v>
                </c:pt>
                <c:pt idx="987">
                  <c:v>-0.198543</c:v>
                </c:pt>
                <c:pt idx="988">
                  <c:v>-0.198238</c:v>
                </c:pt>
                <c:pt idx="989">
                  <c:v>-0.197932</c:v>
                </c:pt>
                <c:pt idx="990">
                  <c:v>-0.197627</c:v>
                </c:pt>
                <c:pt idx="991">
                  <c:v>-0.197321</c:v>
                </c:pt>
                <c:pt idx="992">
                  <c:v>-0.197016</c:v>
                </c:pt>
                <c:pt idx="993">
                  <c:v>-0.196711</c:v>
                </c:pt>
                <c:pt idx="994">
                  <c:v>-0.196405</c:v>
                </c:pt>
                <c:pt idx="995">
                  <c:v>-0.1961</c:v>
                </c:pt>
                <c:pt idx="996">
                  <c:v>-0.195794</c:v>
                </c:pt>
                <c:pt idx="997">
                  <c:v>-0.195489</c:v>
                </c:pt>
                <c:pt idx="998">
                  <c:v>-0.195184</c:v>
                </c:pt>
                <c:pt idx="999">
                  <c:v>-0.194878</c:v>
                </c:pt>
                <c:pt idx="1000">
                  <c:v>-0.194573</c:v>
                </c:pt>
                <c:pt idx="1001">
                  <c:v>-0.194267</c:v>
                </c:pt>
                <c:pt idx="1002">
                  <c:v>-0.193962</c:v>
                </c:pt>
                <c:pt idx="1003">
                  <c:v>-0.193657</c:v>
                </c:pt>
                <c:pt idx="1004">
                  <c:v>-0.193351</c:v>
                </c:pt>
                <c:pt idx="1005">
                  <c:v>-0.193046</c:v>
                </c:pt>
                <c:pt idx="1006">
                  <c:v>-0.19273999999999999</c:v>
                </c:pt>
                <c:pt idx="1007">
                  <c:v>-0.19243499999999999</c:v>
                </c:pt>
                <c:pt idx="1008">
                  <c:v>-0.19213</c:v>
                </c:pt>
                <c:pt idx="1009">
                  <c:v>-0.19182399999999999</c:v>
                </c:pt>
                <c:pt idx="1010">
                  <c:v>-0.19151899999999999</c:v>
                </c:pt>
                <c:pt idx="1011">
                  <c:v>-0.191214</c:v>
                </c:pt>
                <c:pt idx="1012">
                  <c:v>-0.19090799999999999</c:v>
                </c:pt>
                <c:pt idx="1013">
                  <c:v>-0.19060299999999999</c:v>
                </c:pt>
                <c:pt idx="1014">
                  <c:v>-0.19029699999999999</c:v>
                </c:pt>
                <c:pt idx="1015">
                  <c:v>-0.18999199999999999</c:v>
                </c:pt>
                <c:pt idx="1016">
                  <c:v>-0.18968699999999999</c:v>
                </c:pt>
                <c:pt idx="1017">
                  <c:v>-0.18938099999999999</c:v>
                </c:pt>
                <c:pt idx="1018">
                  <c:v>-0.18907599999999999</c:v>
                </c:pt>
                <c:pt idx="1019">
                  <c:v>-0.18876999999999999</c:v>
                </c:pt>
                <c:pt idx="1020">
                  <c:v>-0.18846499999999999</c:v>
                </c:pt>
                <c:pt idx="1021">
                  <c:v>-0.18815999999999999</c:v>
                </c:pt>
                <c:pt idx="1022">
                  <c:v>-0.18785399999999999</c:v>
                </c:pt>
                <c:pt idx="1023">
                  <c:v>-0.18754899999999999</c:v>
                </c:pt>
                <c:pt idx="1024">
                  <c:v>-0.18724299999999999</c:v>
                </c:pt>
                <c:pt idx="1025">
                  <c:v>-0.18693799999999999</c:v>
                </c:pt>
                <c:pt idx="1026">
                  <c:v>-0.18663299999999999</c:v>
                </c:pt>
                <c:pt idx="1027">
                  <c:v>-0.18632699999999999</c:v>
                </c:pt>
                <c:pt idx="1028">
                  <c:v>-0.18602199999999999</c:v>
                </c:pt>
                <c:pt idx="1029">
                  <c:v>-0.18571599999999999</c:v>
                </c:pt>
                <c:pt idx="1030">
                  <c:v>-0.18541099999999999</c:v>
                </c:pt>
                <c:pt idx="1031">
                  <c:v>-0.18510599999999999</c:v>
                </c:pt>
                <c:pt idx="1032">
                  <c:v>-0.18479999999999999</c:v>
                </c:pt>
                <c:pt idx="1033">
                  <c:v>-0.18449499999999999</c:v>
                </c:pt>
                <c:pt idx="1034">
                  <c:v>-0.18418899999999999</c:v>
                </c:pt>
                <c:pt idx="1035">
                  <c:v>-0.18388399999999999</c:v>
                </c:pt>
                <c:pt idx="1036">
                  <c:v>-0.18357899999999999</c:v>
                </c:pt>
                <c:pt idx="1037">
                  <c:v>-0.18327299999999999</c:v>
                </c:pt>
                <c:pt idx="1038">
                  <c:v>-0.18296799999999999</c:v>
                </c:pt>
                <c:pt idx="1039">
                  <c:v>-0.18266199999999999</c:v>
                </c:pt>
                <c:pt idx="1040">
                  <c:v>-0.18235699999999999</c:v>
                </c:pt>
                <c:pt idx="1041">
                  <c:v>-0.18205199999999999</c:v>
                </c:pt>
                <c:pt idx="1042">
                  <c:v>-0.18174599999999999</c:v>
                </c:pt>
                <c:pt idx="1043">
                  <c:v>-0.18144099999999999</c:v>
                </c:pt>
                <c:pt idx="1044">
                  <c:v>-0.18113499999999999</c:v>
                </c:pt>
                <c:pt idx="1045">
                  <c:v>-0.18082999999999999</c:v>
                </c:pt>
                <c:pt idx="1046">
                  <c:v>-0.18052499999999999</c:v>
                </c:pt>
                <c:pt idx="1047">
                  <c:v>-0.18021899999999999</c:v>
                </c:pt>
                <c:pt idx="1048">
                  <c:v>-0.17991399999999999</c:v>
                </c:pt>
                <c:pt idx="1049">
                  <c:v>-0.17960799999999999</c:v>
                </c:pt>
                <c:pt idx="1050">
                  <c:v>-0.17930299999999999</c:v>
                </c:pt>
                <c:pt idx="1051">
                  <c:v>-0.17899799999999999</c:v>
                </c:pt>
                <c:pt idx="1052">
                  <c:v>-0.17869199999999999</c:v>
                </c:pt>
                <c:pt idx="1053">
                  <c:v>-0.17838699999999999</c:v>
                </c:pt>
                <c:pt idx="1054">
                  <c:v>-0.17808099999999999</c:v>
                </c:pt>
                <c:pt idx="1055">
                  <c:v>-0.17777599999999999</c:v>
                </c:pt>
                <c:pt idx="1056">
                  <c:v>-0.17747099999999999</c:v>
                </c:pt>
                <c:pt idx="1057">
                  <c:v>-0.17716499999999999</c:v>
                </c:pt>
                <c:pt idx="1058">
                  <c:v>-0.17685999999999999</c:v>
                </c:pt>
                <c:pt idx="1059">
                  <c:v>-0.17655399999999999</c:v>
                </c:pt>
                <c:pt idx="1060">
                  <c:v>-0.17624899999999999</c:v>
                </c:pt>
                <c:pt idx="1061">
                  <c:v>-0.17594399999999999</c:v>
                </c:pt>
                <c:pt idx="1062">
                  <c:v>-0.17563799999999999</c:v>
                </c:pt>
                <c:pt idx="1063">
                  <c:v>-0.17533299999999999</c:v>
                </c:pt>
                <c:pt idx="1064">
                  <c:v>-0.17502699999999999</c:v>
                </c:pt>
                <c:pt idx="1065">
                  <c:v>-0.17472199999999999</c:v>
                </c:pt>
                <c:pt idx="1066">
                  <c:v>-0.17441699999999999</c:v>
                </c:pt>
                <c:pt idx="1067">
                  <c:v>-0.17411099999999999</c:v>
                </c:pt>
                <c:pt idx="1068">
                  <c:v>-0.17380599999999999</c:v>
                </c:pt>
                <c:pt idx="1069">
                  <c:v>-0.17349999999999999</c:v>
                </c:pt>
                <c:pt idx="1070">
                  <c:v>-0.17319499999999999</c:v>
                </c:pt>
                <c:pt idx="1071">
                  <c:v>-0.17288999999999999</c:v>
                </c:pt>
                <c:pt idx="1072">
                  <c:v>-0.17258399999999999</c:v>
                </c:pt>
                <c:pt idx="1073">
                  <c:v>-0.17227899999999999</c:v>
                </c:pt>
                <c:pt idx="1074">
                  <c:v>-0.17197299999999999</c:v>
                </c:pt>
                <c:pt idx="1075">
                  <c:v>-0.17166799999999999</c:v>
                </c:pt>
                <c:pt idx="1076">
                  <c:v>-0.17136299999999999</c:v>
                </c:pt>
                <c:pt idx="1077">
                  <c:v>-0.17105699999999999</c:v>
                </c:pt>
                <c:pt idx="1078">
                  <c:v>-0.17075199999999999</c:v>
                </c:pt>
                <c:pt idx="1079">
                  <c:v>-0.17044599999999999</c:v>
                </c:pt>
                <c:pt idx="1080">
                  <c:v>-0.17014099999999999</c:v>
                </c:pt>
                <c:pt idx="1081">
                  <c:v>-0.16983599999999999</c:v>
                </c:pt>
                <c:pt idx="1082">
                  <c:v>-0.16952999999999999</c:v>
                </c:pt>
                <c:pt idx="1083">
                  <c:v>-0.16922499999999999</c:v>
                </c:pt>
                <c:pt idx="1084">
                  <c:v>-0.16891900000000001</c:v>
                </c:pt>
                <c:pt idx="1085">
                  <c:v>-0.16861400000000001</c:v>
                </c:pt>
                <c:pt idx="1086">
                  <c:v>-0.16830899999999999</c:v>
                </c:pt>
                <c:pt idx="1087">
                  <c:v>-0.16800300000000001</c:v>
                </c:pt>
                <c:pt idx="1088">
                  <c:v>-0.16769800000000001</c:v>
                </c:pt>
                <c:pt idx="1089">
                  <c:v>-0.16739200000000001</c:v>
                </c:pt>
                <c:pt idx="1090">
                  <c:v>-0.16708700000000001</c:v>
                </c:pt>
                <c:pt idx="1091">
                  <c:v>-0.16678200000000001</c:v>
                </c:pt>
                <c:pt idx="1092">
                  <c:v>-0.16647600000000001</c:v>
                </c:pt>
                <c:pt idx="1093">
                  <c:v>-0.16617100000000001</c:v>
                </c:pt>
                <c:pt idx="1094">
                  <c:v>-0.16586600000000001</c:v>
                </c:pt>
                <c:pt idx="1095">
                  <c:v>-0.16556000000000001</c:v>
                </c:pt>
                <c:pt idx="1096">
                  <c:v>-0.16525500000000001</c:v>
                </c:pt>
                <c:pt idx="1097">
                  <c:v>-0.16494900000000001</c:v>
                </c:pt>
                <c:pt idx="1098">
                  <c:v>-0.16464400000000001</c:v>
                </c:pt>
                <c:pt idx="1099">
                  <c:v>-0.16433900000000001</c:v>
                </c:pt>
                <c:pt idx="1100">
                  <c:v>-0.16403300000000001</c:v>
                </c:pt>
                <c:pt idx="1101">
                  <c:v>-0.16372800000000001</c:v>
                </c:pt>
                <c:pt idx="1102">
                  <c:v>-0.16342200000000001</c:v>
                </c:pt>
                <c:pt idx="1103">
                  <c:v>-0.16311700000000001</c:v>
                </c:pt>
                <c:pt idx="1104">
                  <c:v>-0.16281200000000001</c:v>
                </c:pt>
                <c:pt idx="1105">
                  <c:v>-0.16250600000000001</c:v>
                </c:pt>
                <c:pt idx="1106">
                  <c:v>-0.16220100000000001</c:v>
                </c:pt>
                <c:pt idx="1107">
                  <c:v>-0.16189500000000001</c:v>
                </c:pt>
                <c:pt idx="1108">
                  <c:v>-0.16159000000000001</c:v>
                </c:pt>
                <c:pt idx="1109">
                  <c:v>-0.16128500000000001</c:v>
                </c:pt>
                <c:pt idx="1110">
                  <c:v>-0.16097900000000001</c:v>
                </c:pt>
                <c:pt idx="1111">
                  <c:v>-0.16067400000000001</c:v>
                </c:pt>
                <c:pt idx="1112">
                  <c:v>-0.16036800000000001</c:v>
                </c:pt>
                <c:pt idx="1113">
                  <c:v>-0.16006300000000001</c:v>
                </c:pt>
                <c:pt idx="1114">
                  <c:v>-0.15975800000000001</c:v>
                </c:pt>
                <c:pt idx="1115">
                  <c:v>-0.15945200000000001</c:v>
                </c:pt>
                <c:pt idx="1116">
                  <c:v>-0.15914700000000001</c:v>
                </c:pt>
                <c:pt idx="1117">
                  <c:v>-0.15884100000000001</c:v>
                </c:pt>
                <c:pt idx="1118">
                  <c:v>-0.15853600000000001</c:v>
                </c:pt>
                <c:pt idx="1119">
                  <c:v>-0.15823100000000001</c:v>
                </c:pt>
                <c:pt idx="1120">
                  <c:v>-0.15792500000000001</c:v>
                </c:pt>
                <c:pt idx="1121">
                  <c:v>-0.15762000000000001</c:v>
                </c:pt>
                <c:pt idx="1122">
                  <c:v>-0.15731400000000001</c:v>
                </c:pt>
                <c:pt idx="1123">
                  <c:v>-0.15700900000000001</c:v>
                </c:pt>
                <c:pt idx="1124">
                  <c:v>-0.15670400000000001</c:v>
                </c:pt>
                <c:pt idx="1125">
                  <c:v>-0.15639800000000001</c:v>
                </c:pt>
                <c:pt idx="1126">
                  <c:v>-0.15609300000000001</c:v>
                </c:pt>
                <c:pt idx="1127">
                  <c:v>-0.15578700000000001</c:v>
                </c:pt>
                <c:pt idx="1128">
                  <c:v>-0.15548200000000001</c:v>
                </c:pt>
                <c:pt idx="1129">
                  <c:v>-0.15517700000000001</c:v>
                </c:pt>
                <c:pt idx="1130">
                  <c:v>-0.15487100000000001</c:v>
                </c:pt>
                <c:pt idx="1131">
                  <c:v>-0.15456600000000001</c:v>
                </c:pt>
                <c:pt idx="1132">
                  <c:v>-0.15426000000000001</c:v>
                </c:pt>
                <c:pt idx="1133">
                  <c:v>-0.15395500000000001</c:v>
                </c:pt>
                <c:pt idx="1134">
                  <c:v>-0.15365000000000001</c:v>
                </c:pt>
                <c:pt idx="1135">
                  <c:v>-0.15334400000000001</c:v>
                </c:pt>
                <c:pt idx="1136">
                  <c:v>-0.15303900000000001</c:v>
                </c:pt>
                <c:pt idx="1137">
                  <c:v>-0.15273300000000001</c:v>
                </c:pt>
                <c:pt idx="1138">
                  <c:v>-0.15242800000000001</c:v>
                </c:pt>
                <c:pt idx="1139">
                  <c:v>-0.15212300000000001</c:v>
                </c:pt>
                <c:pt idx="1140">
                  <c:v>-0.15181700000000001</c:v>
                </c:pt>
                <c:pt idx="1141">
                  <c:v>-0.15151200000000001</c:v>
                </c:pt>
                <c:pt idx="1142">
                  <c:v>-0.15120600000000001</c:v>
                </c:pt>
                <c:pt idx="1143">
                  <c:v>-0.15090100000000001</c:v>
                </c:pt>
                <c:pt idx="1144">
                  <c:v>-0.15059600000000001</c:v>
                </c:pt>
                <c:pt idx="1145">
                  <c:v>-0.15029000000000001</c:v>
                </c:pt>
                <c:pt idx="1146">
                  <c:v>-0.14998500000000001</c:v>
                </c:pt>
                <c:pt idx="1147">
                  <c:v>-0.14967900000000001</c:v>
                </c:pt>
                <c:pt idx="1148">
                  <c:v>-0.14937400000000001</c:v>
                </c:pt>
                <c:pt idx="1149">
                  <c:v>-0.14906900000000001</c:v>
                </c:pt>
                <c:pt idx="1150">
                  <c:v>-0.14876300000000001</c:v>
                </c:pt>
                <c:pt idx="1151">
                  <c:v>-0.14845800000000001</c:v>
                </c:pt>
                <c:pt idx="1152">
                  <c:v>-0.14815200000000001</c:v>
                </c:pt>
                <c:pt idx="1153">
                  <c:v>-0.14784700000000001</c:v>
                </c:pt>
                <c:pt idx="1154">
                  <c:v>-0.14754200000000001</c:v>
                </c:pt>
                <c:pt idx="1155">
                  <c:v>-0.14723600000000001</c:v>
                </c:pt>
                <c:pt idx="1156">
                  <c:v>-0.14693100000000001</c:v>
                </c:pt>
                <c:pt idx="1157">
                  <c:v>-0.14662500000000001</c:v>
                </c:pt>
                <c:pt idx="1158">
                  <c:v>-0.14632000000000001</c:v>
                </c:pt>
                <c:pt idx="1159">
                  <c:v>-0.14601500000000001</c:v>
                </c:pt>
                <c:pt idx="1160">
                  <c:v>-0.14570900000000001</c:v>
                </c:pt>
                <c:pt idx="1161">
                  <c:v>-0.14540400000000001</c:v>
                </c:pt>
                <c:pt idx="1162">
                  <c:v>-0.145098</c:v>
                </c:pt>
                <c:pt idx="1163">
                  <c:v>-0.14479300000000001</c:v>
                </c:pt>
                <c:pt idx="1164">
                  <c:v>-0.14448800000000001</c:v>
                </c:pt>
                <c:pt idx="1165">
                  <c:v>-0.144182</c:v>
                </c:pt>
                <c:pt idx="1166">
                  <c:v>-0.143877</c:v>
                </c:pt>
                <c:pt idx="1167">
                  <c:v>-0.143571</c:v>
                </c:pt>
                <c:pt idx="1168">
                  <c:v>-0.143266</c:v>
                </c:pt>
                <c:pt idx="1169">
                  <c:v>-0.142961</c:v>
                </c:pt>
                <c:pt idx="1170">
                  <c:v>-0.142655</c:v>
                </c:pt>
                <c:pt idx="1171">
                  <c:v>-0.14235</c:v>
                </c:pt>
                <c:pt idx="1172">
                  <c:v>-0.142044</c:v>
                </c:pt>
                <c:pt idx="1173">
                  <c:v>-0.141739</c:v>
                </c:pt>
                <c:pt idx="1174">
                  <c:v>-0.141434</c:v>
                </c:pt>
                <c:pt idx="1175">
                  <c:v>-0.141128</c:v>
                </c:pt>
                <c:pt idx="1176">
                  <c:v>-0.140823</c:v>
                </c:pt>
                <c:pt idx="1177">
                  <c:v>-0.140518</c:v>
                </c:pt>
                <c:pt idx="1178">
                  <c:v>-0.140212</c:v>
                </c:pt>
                <c:pt idx="1179">
                  <c:v>-0.139907</c:v>
                </c:pt>
                <c:pt idx="1180">
                  <c:v>-0.139601</c:v>
                </c:pt>
                <c:pt idx="1181">
                  <c:v>-0.139296</c:v>
                </c:pt>
                <c:pt idx="1182">
                  <c:v>-0.138991</c:v>
                </c:pt>
                <c:pt idx="1183">
                  <c:v>-0.138685</c:v>
                </c:pt>
                <c:pt idx="1184">
                  <c:v>-0.13838</c:v>
                </c:pt>
                <c:pt idx="1185">
                  <c:v>-0.138074</c:v>
                </c:pt>
                <c:pt idx="1186">
                  <c:v>-0.137769</c:v>
                </c:pt>
                <c:pt idx="1187">
                  <c:v>-0.137464</c:v>
                </c:pt>
                <c:pt idx="1188">
                  <c:v>-0.137158</c:v>
                </c:pt>
                <c:pt idx="1189">
                  <c:v>-0.136853</c:v>
                </c:pt>
                <c:pt idx="1190">
                  <c:v>-0.136547</c:v>
                </c:pt>
                <c:pt idx="1191">
                  <c:v>-0.136242</c:v>
                </c:pt>
                <c:pt idx="1192">
                  <c:v>-0.135937</c:v>
                </c:pt>
                <c:pt idx="1193">
                  <c:v>-0.135631</c:v>
                </c:pt>
                <c:pt idx="1194">
                  <c:v>-0.135326</c:v>
                </c:pt>
                <c:pt idx="1195">
                  <c:v>-0.13502</c:v>
                </c:pt>
                <c:pt idx="1196">
                  <c:v>-0.134715</c:v>
                </c:pt>
                <c:pt idx="1197">
                  <c:v>-0.13441</c:v>
                </c:pt>
                <c:pt idx="1198">
                  <c:v>-0.134104</c:v>
                </c:pt>
                <c:pt idx="1199">
                  <c:v>-0.133799</c:v>
                </c:pt>
                <c:pt idx="1200">
                  <c:v>-0.133493</c:v>
                </c:pt>
                <c:pt idx="1201">
                  <c:v>-0.133188</c:v>
                </c:pt>
                <c:pt idx="1202">
                  <c:v>-0.132883</c:v>
                </c:pt>
                <c:pt idx="1203">
                  <c:v>-0.132577</c:v>
                </c:pt>
                <c:pt idx="1204">
                  <c:v>-0.132272</c:v>
                </c:pt>
                <c:pt idx="1205">
                  <c:v>-0.131966</c:v>
                </c:pt>
                <c:pt idx="1206">
                  <c:v>-0.131661</c:v>
                </c:pt>
                <c:pt idx="1207">
                  <c:v>-0.131356</c:v>
                </c:pt>
                <c:pt idx="1208">
                  <c:v>-0.13105</c:v>
                </c:pt>
                <c:pt idx="1209">
                  <c:v>-0.130745</c:v>
                </c:pt>
                <c:pt idx="1210">
                  <c:v>-0.130439</c:v>
                </c:pt>
                <c:pt idx="1211">
                  <c:v>-0.130134</c:v>
                </c:pt>
                <c:pt idx="1212">
                  <c:v>-0.129829</c:v>
                </c:pt>
                <c:pt idx="1213">
                  <c:v>-0.129523</c:v>
                </c:pt>
                <c:pt idx="1214">
                  <c:v>-0.129218</c:v>
                </c:pt>
                <c:pt idx="1215">
                  <c:v>-0.128912</c:v>
                </c:pt>
                <c:pt idx="1216">
                  <c:v>-0.128607</c:v>
                </c:pt>
                <c:pt idx="1217">
                  <c:v>-0.128302</c:v>
                </c:pt>
                <c:pt idx="1218">
                  <c:v>-0.127996</c:v>
                </c:pt>
                <c:pt idx="1219">
                  <c:v>-0.127691</c:v>
                </c:pt>
                <c:pt idx="1220">
                  <c:v>-0.127385</c:v>
                </c:pt>
                <c:pt idx="1221">
                  <c:v>-0.12708</c:v>
                </c:pt>
                <c:pt idx="1222">
                  <c:v>-0.126775</c:v>
                </c:pt>
                <c:pt idx="1223">
                  <c:v>-0.126469</c:v>
                </c:pt>
                <c:pt idx="1224">
                  <c:v>-0.126164</c:v>
                </c:pt>
                <c:pt idx="1225">
                  <c:v>-0.125858</c:v>
                </c:pt>
                <c:pt idx="1226">
                  <c:v>-0.125553</c:v>
                </c:pt>
                <c:pt idx="1227">
                  <c:v>-0.125248</c:v>
                </c:pt>
                <c:pt idx="1228">
                  <c:v>-0.124942</c:v>
                </c:pt>
                <c:pt idx="1229">
                  <c:v>-0.124637</c:v>
                </c:pt>
                <c:pt idx="1230">
                  <c:v>-0.124331</c:v>
                </c:pt>
                <c:pt idx="1231">
                  <c:v>-0.124026</c:v>
                </c:pt>
                <c:pt idx="1232">
                  <c:v>-0.123721</c:v>
                </c:pt>
                <c:pt idx="1233">
                  <c:v>-0.123415</c:v>
                </c:pt>
                <c:pt idx="1234">
                  <c:v>-0.12311</c:v>
                </c:pt>
                <c:pt idx="1235">
                  <c:v>-0.122804</c:v>
                </c:pt>
                <c:pt idx="1236">
                  <c:v>-0.122499</c:v>
                </c:pt>
                <c:pt idx="1237">
                  <c:v>-0.122194</c:v>
                </c:pt>
                <c:pt idx="1238">
                  <c:v>-0.121888</c:v>
                </c:pt>
                <c:pt idx="1239">
                  <c:v>-0.121583</c:v>
                </c:pt>
                <c:pt idx="1240">
                  <c:v>-0.121277</c:v>
                </c:pt>
                <c:pt idx="1241">
                  <c:v>-0.120972</c:v>
                </c:pt>
                <c:pt idx="1242">
                  <c:v>-0.120667</c:v>
                </c:pt>
                <c:pt idx="1243">
                  <c:v>-0.120361</c:v>
                </c:pt>
                <c:pt idx="1244">
                  <c:v>-0.120056</c:v>
                </c:pt>
                <c:pt idx="1245">
                  <c:v>-0.11975</c:v>
                </c:pt>
                <c:pt idx="1246">
                  <c:v>-0.119445</c:v>
                </c:pt>
                <c:pt idx="1247">
                  <c:v>-0.11914</c:v>
                </c:pt>
                <c:pt idx="1248">
                  <c:v>-0.118834</c:v>
                </c:pt>
                <c:pt idx="1249">
                  <c:v>-0.118529</c:v>
                </c:pt>
                <c:pt idx="1250">
                  <c:v>-0.11822299999999999</c:v>
                </c:pt>
                <c:pt idx="1251">
                  <c:v>-0.117918</c:v>
                </c:pt>
                <c:pt idx="1252">
                  <c:v>-0.117613</c:v>
                </c:pt>
                <c:pt idx="1253">
                  <c:v>-0.11730699999999999</c:v>
                </c:pt>
                <c:pt idx="1254">
                  <c:v>-0.11700199999999999</c:v>
                </c:pt>
                <c:pt idx="1255">
                  <c:v>-0.11669599999999999</c:v>
                </c:pt>
                <c:pt idx="1256">
                  <c:v>-0.11639099999999999</c:v>
                </c:pt>
                <c:pt idx="1257">
                  <c:v>-0.11608599999999999</c:v>
                </c:pt>
                <c:pt idx="1258">
                  <c:v>-0.11577999999999999</c:v>
                </c:pt>
                <c:pt idx="1259">
                  <c:v>-0.11547499999999999</c:v>
                </c:pt>
                <c:pt idx="1260">
                  <c:v>-0.11516999999999999</c:v>
                </c:pt>
                <c:pt idx="1261">
                  <c:v>-0.11486399999999999</c:v>
                </c:pt>
                <c:pt idx="1262">
                  <c:v>-0.11455899999999999</c:v>
                </c:pt>
                <c:pt idx="1263">
                  <c:v>-0.11425299999999999</c:v>
                </c:pt>
                <c:pt idx="1264">
                  <c:v>-0.11394799999999999</c:v>
                </c:pt>
                <c:pt idx="1265">
                  <c:v>-0.11364299999999999</c:v>
                </c:pt>
                <c:pt idx="1266">
                  <c:v>-0.11333699999999999</c:v>
                </c:pt>
                <c:pt idx="1267">
                  <c:v>-0.11303199999999999</c:v>
                </c:pt>
                <c:pt idx="1268">
                  <c:v>-0.11272600000000001</c:v>
                </c:pt>
                <c:pt idx="1269">
                  <c:v>-0.11242099999999999</c:v>
                </c:pt>
                <c:pt idx="1270">
                  <c:v>-0.11211599999999999</c:v>
                </c:pt>
                <c:pt idx="1271">
                  <c:v>-0.11181000000000001</c:v>
                </c:pt>
                <c:pt idx="1272">
                  <c:v>-0.11150500000000001</c:v>
                </c:pt>
                <c:pt idx="1273">
                  <c:v>-0.11119900000000001</c:v>
                </c:pt>
                <c:pt idx="1274">
                  <c:v>-0.11089400000000001</c:v>
                </c:pt>
                <c:pt idx="1275">
                  <c:v>-0.11058900000000001</c:v>
                </c:pt>
                <c:pt idx="1276">
                  <c:v>-0.11028300000000001</c:v>
                </c:pt>
                <c:pt idx="1277">
                  <c:v>-0.10997800000000001</c:v>
                </c:pt>
                <c:pt idx="1278">
                  <c:v>-0.10967200000000001</c:v>
                </c:pt>
                <c:pt idx="1279">
                  <c:v>-0.10936700000000001</c:v>
                </c:pt>
                <c:pt idx="1280">
                  <c:v>-0.10906200000000001</c:v>
                </c:pt>
                <c:pt idx="1281">
                  <c:v>-0.10875600000000001</c:v>
                </c:pt>
                <c:pt idx="1282">
                  <c:v>-0.10845100000000001</c:v>
                </c:pt>
                <c:pt idx="1283">
                  <c:v>-0.10814500000000001</c:v>
                </c:pt>
                <c:pt idx="1284">
                  <c:v>-0.10784000000000001</c:v>
                </c:pt>
                <c:pt idx="1285">
                  <c:v>-0.10753500000000001</c:v>
                </c:pt>
                <c:pt idx="1286">
                  <c:v>-0.107229</c:v>
                </c:pt>
                <c:pt idx="1287">
                  <c:v>-0.10692400000000001</c:v>
                </c:pt>
                <c:pt idx="1288">
                  <c:v>-0.106618</c:v>
                </c:pt>
                <c:pt idx="1289">
                  <c:v>-0.106313</c:v>
                </c:pt>
                <c:pt idx="1290">
                  <c:v>-0.10600800000000001</c:v>
                </c:pt>
                <c:pt idx="1291">
                  <c:v>-0.105702</c:v>
                </c:pt>
                <c:pt idx="1292">
                  <c:v>-0.105397</c:v>
                </c:pt>
                <c:pt idx="1293">
                  <c:v>-0.105091</c:v>
                </c:pt>
                <c:pt idx="1294">
                  <c:v>-0.104786</c:v>
                </c:pt>
                <c:pt idx="1295">
                  <c:v>-0.104481</c:v>
                </c:pt>
                <c:pt idx="1296">
                  <c:v>-0.104175</c:v>
                </c:pt>
                <c:pt idx="1297">
                  <c:v>-0.10387</c:v>
                </c:pt>
                <c:pt idx="1298">
                  <c:v>-0.103564</c:v>
                </c:pt>
                <c:pt idx="1299">
                  <c:v>-0.103259</c:v>
                </c:pt>
                <c:pt idx="1300">
                  <c:v>-0.102954</c:v>
                </c:pt>
                <c:pt idx="1301">
                  <c:v>-0.102648</c:v>
                </c:pt>
                <c:pt idx="1302">
                  <c:v>-0.102343</c:v>
                </c:pt>
                <c:pt idx="1303">
                  <c:v>-0.102037</c:v>
                </c:pt>
                <c:pt idx="1304">
                  <c:v>-0.101732</c:v>
                </c:pt>
                <c:pt idx="1305">
                  <c:v>-0.101427</c:v>
                </c:pt>
                <c:pt idx="1306">
                  <c:v>-0.101121</c:v>
                </c:pt>
                <c:pt idx="1307">
                  <c:v>-0.100816</c:v>
                </c:pt>
                <c:pt idx="1308">
                  <c:v>-0.10051</c:v>
                </c:pt>
                <c:pt idx="1309">
                  <c:v>-0.100205</c:v>
                </c:pt>
                <c:pt idx="1310">
                  <c:v>-9.9899600000000005E-2</c:v>
                </c:pt>
                <c:pt idx="1311">
                  <c:v>-9.9594199999999994E-2</c:v>
                </c:pt>
                <c:pt idx="1312">
                  <c:v>-9.9288799999999997E-2</c:v>
                </c:pt>
                <c:pt idx="1313">
                  <c:v>-9.8983399999999999E-2</c:v>
                </c:pt>
                <c:pt idx="1314">
                  <c:v>-9.8678000000000002E-2</c:v>
                </c:pt>
                <c:pt idx="1315">
                  <c:v>-9.8372600000000004E-2</c:v>
                </c:pt>
                <c:pt idx="1316">
                  <c:v>-9.8067199999999993E-2</c:v>
                </c:pt>
                <c:pt idx="1317">
                  <c:v>-9.7761799999999996E-2</c:v>
                </c:pt>
                <c:pt idx="1318">
                  <c:v>-9.7456399999999999E-2</c:v>
                </c:pt>
                <c:pt idx="1319">
                  <c:v>-9.7151000000000001E-2</c:v>
                </c:pt>
                <c:pt idx="1320">
                  <c:v>-9.6845600000000004E-2</c:v>
                </c:pt>
                <c:pt idx="1321">
                  <c:v>-9.6540200000000007E-2</c:v>
                </c:pt>
                <c:pt idx="1322">
                  <c:v>-9.6234799999999995E-2</c:v>
                </c:pt>
                <c:pt idx="1323">
                  <c:v>-9.5929399999999998E-2</c:v>
                </c:pt>
                <c:pt idx="1324">
                  <c:v>-9.5624100000000004E-2</c:v>
                </c:pt>
                <c:pt idx="1325">
                  <c:v>-9.5318700000000006E-2</c:v>
                </c:pt>
                <c:pt idx="1326">
                  <c:v>-9.5013299999999995E-2</c:v>
                </c:pt>
                <c:pt idx="1327">
                  <c:v>-9.4707899999999998E-2</c:v>
                </c:pt>
                <c:pt idx="1328">
                  <c:v>-9.44025E-2</c:v>
                </c:pt>
                <c:pt idx="1329">
                  <c:v>-9.4097100000000003E-2</c:v>
                </c:pt>
                <c:pt idx="1330">
                  <c:v>-9.3791700000000006E-2</c:v>
                </c:pt>
                <c:pt idx="1331">
                  <c:v>-9.3486299999999994E-2</c:v>
                </c:pt>
                <c:pt idx="1332">
                  <c:v>-9.3180899999999997E-2</c:v>
                </c:pt>
                <c:pt idx="1333">
                  <c:v>-9.28755E-2</c:v>
                </c:pt>
                <c:pt idx="1334">
                  <c:v>-9.2570100000000002E-2</c:v>
                </c:pt>
                <c:pt idx="1335">
                  <c:v>-9.2264700000000005E-2</c:v>
                </c:pt>
                <c:pt idx="1336">
                  <c:v>-9.1959299999999994E-2</c:v>
                </c:pt>
                <c:pt idx="1337">
                  <c:v>-9.1653899999999996E-2</c:v>
                </c:pt>
                <c:pt idx="1338">
                  <c:v>-9.1348499999999999E-2</c:v>
                </c:pt>
                <c:pt idx="1339">
                  <c:v>-9.1043100000000002E-2</c:v>
                </c:pt>
                <c:pt idx="1340">
                  <c:v>-9.0737700000000004E-2</c:v>
                </c:pt>
                <c:pt idx="1341">
                  <c:v>-9.0432299999999993E-2</c:v>
                </c:pt>
                <c:pt idx="1342">
                  <c:v>-9.0126899999999996E-2</c:v>
                </c:pt>
                <c:pt idx="1343">
                  <c:v>-8.9821499999999999E-2</c:v>
                </c:pt>
                <c:pt idx="1344">
                  <c:v>-8.9516100000000001E-2</c:v>
                </c:pt>
                <c:pt idx="1345">
                  <c:v>-8.9210700000000004E-2</c:v>
                </c:pt>
                <c:pt idx="1346">
                  <c:v>-8.8905300000000007E-2</c:v>
                </c:pt>
                <c:pt idx="1347">
                  <c:v>-8.8599899999999995E-2</c:v>
                </c:pt>
                <c:pt idx="1348">
                  <c:v>-8.8294499999999998E-2</c:v>
                </c:pt>
                <c:pt idx="1349">
                  <c:v>-8.7989100000000001E-2</c:v>
                </c:pt>
                <c:pt idx="1350">
                  <c:v>-8.7683700000000003E-2</c:v>
                </c:pt>
                <c:pt idx="1351">
                  <c:v>-8.7378300000000006E-2</c:v>
                </c:pt>
                <c:pt idx="1352">
                  <c:v>-8.7072899999999995E-2</c:v>
                </c:pt>
                <c:pt idx="1353">
                  <c:v>-8.6767499999999997E-2</c:v>
                </c:pt>
                <c:pt idx="1354">
                  <c:v>-8.64621E-2</c:v>
                </c:pt>
                <c:pt idx="1355">
                  <c:v>-8.6156700000000003E-2</c:v>
                </c:pt>
                <c:pt idx="1356">
                  <c:v>-8.5851300000000005E-2</c:v>
                </c:pt>
                <c:pt idx="1357">
                  <c:v>-8.5545899999999994E-2</c:v>
                </c:pt>
                <c:pt idx="1358">
                  <c:v>-8.5240499999999997E-2</c:v>
                </c:pt>
                <c:pt idx="1359">
                  <c:v>-8.4935099999999999E-2</c:v>
                </c:pt>
                <c:pt idx="1360">
                  <c:v>-8.4629700000000002E-2</c:v>
                </c:pt>
                <c:pt idx="1361">
                  <c:v>-8.4324300000000005E-2</c:v>
                </c:pt>
                <c:pt idx="1362">
                  <c:v>-8.4018899999999994E-2</c:v>
                </c:pt>
                <c:pt idx="1363">
                  <c:v>-8.3713499999999996E-2</c:v>
                </c:pt>
                <c:pt idx="1364">
                  <c:v>-8.3408099999999999E-2</c:v>
                </c:pt>
                <c:pt idx="1365">
                  <c:v>-8.3102700000000002E-2</c:v>
                </c:pt>
                <c:pt idx="1366">
                  <c:v>-8.2797399999999993E-2</c:v>
                </c:pt>
                <c:pt idx="1367">
                  <c:v>-8.2491999999999996E-2</c:v>
                </c:pt>
                <c:pt idx="1368">
                  <c:v>-8.2186599999999999E-2</c:v>
                </c:pt>
                <c:pt idx="1369">
                  <c:v>-8.1881200000000001E-2</c:v>
                </c:pt>
                <c:pt idx="1370">
                  <c:v>-8.1575800000000004E-2</c:v>
                </c:pt>
                <c:pt idx="1371">
                  <c:v>-8.1270400000000007E-2</c:v>
                </c:pt>
                <c:pt idx="1372">
                  <c:v>-8.0964999999999995E-2</c:v>
                </c:pt>
                <c:pt idx="1373">
                  <c:v>-8.0659599999999998E-2</c:v>
                </c:pt>
                <c:pt idx="1374">
                  <c:v>-8.0354200000000001E-2</c:v>
                </c:pt>
                <c:pt idx="1375">
                  <c:v>-8.0048800000000003E-2</c:v>
                </c:pt>
                <c:pt idx="1376">
                  <c:v>-7.9743400000000006E-2</c:v>
                </c:pt>
                <c:pt idx="1377">
                  <c:v>-7.9437999999999995E-2</c:v>
                </c:pt>
                <c:pt idx="1378">
                  <c:v>-7.9132599999999997E-2</c:v>
                </c:pt>
                <c:pt idx="1379">
                  <c:v>-7.88272E-2</c:v>
                </c:pt>
                <c:pt idx="1380">
                  <c:v>-7.8521800000000003E-2</c:v>
                </c:pt>
                <c:pt idx="1381">
                  <c:v>-7.8216400000000005E-2</c:v>
                </c:pt>
                <c:pt idx="1382">
                  <c:v>-7.7910999999999994E-2</c:v>
                </c:pt>
                <c:pt idx="1383">
                  <c:v>-7.7605599999999997E-2</c:v>
                </c:pt>
                <c:pt idx="1384">
                  <c:v>-7.7300199999999999E-2</c:v>
                </c:pt>
                <c:pt idx="1385">
                  <c:v>-7.6994800000000002E-2</c:v>
                </c:pt>
                <c:pt idx="1386">
                  <c:v>-7.6689400000000005E-2</c:v>
                </c:pt>
                <c:pt idx="1387">
                  <c:v>-7.6383999999999994E-2</c:v>
                </c:pt>
                <c:pt idx="1388">
                  <c:v>-7.6078599999999996E-2</c:v>
                </c:pt>
                <c:pt idx="1389">
                  <c:v>-7.5773199999999999E-2</c:v>
                </c:pt>
                <c:pt idx="1390">
                  <c:v>-7.5467800000000002E-2</c:v>
                </c:pt>
                <c:pt idx="1391">
                  <c:v>-7.5162400000000004E-2</c:v>
                </c:pt>
                <c:pt idx="1392">
                  <c:v>-7.4857000000000007E-2</c:v>
                </c:pt>
                <c:pt idx="1393">
                  <c:v>-7.4551599999999996E-2</c:v>
                </c:pt>
                <c:pt idx="1394">
                  <c:v>-7.4246199999999998E-2</c:v>
                </c:pt>
                <c:pt idx="1395">
                  <c:v>-7.3940800000000001E-2</c:v>
                </c:pt>
                <c:pt idx="1396">
                  <c:v>-7.3635400000000004E-2</c:v>
                </c:pt>
                <c:pt idx="1397">
                  <c:v>-7.3330000000000006E-2</c:v>
                </c:pt>
                <c:pt idx="1398">
                  <c:v>-7.3024599999999995E-2</c:v>
                </c:pt>
                <c:pt idx="1399">
                  <c:v>-7.2719199999999998E-2</c:v>
                </c:pt>
                <c:pt idx="1400">
                  <c:v>-7.24138E-2</c:v>
                </c:pt>
                <c:pt idx="1401">
                  <c:v>-7.2108400000000003E-2</c:v>
                </c:pt>
                <c:pt idx="1402">
                  <c:v>-7.1803000000000006E-2</c:v>
                </c:pt>
                <c:pt idx="1403">
                  <c:v>-7.1497599999999994E-2</c:v>
                </c:pt>
                <c:pt idx="1404">
                  <c:v>-7.1192199999999997E-2</c:v>
                </c:pt>
                <c:pt idx="1405">
                  <c:v>-7.08868E-2</c:v>
                </c:pt>
                <c:pt idx="1406">
                  <c:v>-7.0581400000000002E-2</c:v>
                </c:pt>
                <c:pt idx="1407">
                  <c:v>-7.0276000000000005E-2</c:v>
                </c:pt>
                <c:pt idx="1408">
                  <c:v>-6.9970699999999997E-2</c:v>
                </c:pt>
                <c:pt idx="1409">
                  <c:v>-6.9665299999999999E-2</c:v>
                </c:pt>
                <c:pt idx="1410">
                  <c:v>-6.9359900000000002E-2</c:v>
                </c:pt>
                <c:pt idx="1411">
                  <c:v>-6.9054500000000005E-2</c:v>
                </c:pt>
                <c:pt idx="1412">
                  <c:v>-6.8749099999999994E-2</c:v>
                </c:pt>
                <c:pt idx="1413">
                  <c:v>-6.8443699999999996E-2</c:v>
                </c:pt>
                <c:pt idx="1414">
                  <c:v>-6.8138299999999999E-2</c:v>
                </c:pt>
                <c:pt idx="1415">
                  <c:v>-6.7832900000000002E-2</c:v>
                </c:pt>
                <c:pt idx="1416">
                  <c:v>-6.7527500000000004E-2</c:v>
                </c:pt>
                <c:pt idx="1417">
                  <c:v>-6.7222100000000007E-2</c:v>
                </c:pt>
                <c:pt idx="1418">
                  <c:v>-6.6916699999999996E-2</c:v>
                </c:pt>
                <c:pt idx="1419">
                  <c:v>-6.6611299999999998E-2</c:v>
                </c:pt>
                <c:pt idx="1420">
                  <c:v>-6.6305900000000001E-2</c:v>
                </c:pt>
                <c:pt idx="1421">
                  <c:v>-6.6000500000000004E-2</c:v>
                </c:pt>
                <c:pt idx="1422">
                  <c:v>-6.5695100000000006E-2</c:v>
                </c:pt>
                <c:pt idx="1423">
                  <c:v>-6.5389699999999995E-2</c:v>
                </c:pt>
                <c:pt idx="1424">
                  <c:v>-6.5084299999999998E-2</c:v>
                </c:pt>
                <c:pt idx="1425">
                  <c:v>-6.47789E-2</c:v>
                </c:pt>
                <c:pt idx="1426">
                  <c:v>-6.4473500000000003E-2</c:v>
                </c:pt>
                <c:pt idx="1427">
                  <c:v>-6.4168100000000006E-2</c:v>
                </c:pt>
                <c:pt idx="1428">
                  <c:v>-6.3862699999999994E-2</c:v>
                </c:pt>
                <c:pt idx="1429">
                  <c:v>-6.3557299999999997E-2</c:v>
                </c:pt>
                <c:pt idx="1430">
                  <c:v>-6.32519E-2</c:v>
                </c:pt>
                <c:pt idx="1431">
                  <c:v>-6.2946500000000002E-2</c:v>
                </c:pt>
                <c:pt idx="1432">
                  <c:v>-6.2641100000000005E-2</c:v>
                </c:pt>
                <c:pt idx="1433">
                  <c:v>-6.2335700000000001E-2</c:v>
                </c:pt>
                <c:pt idx="1434">
                  <c:v>-6.2030299999999997E-2</c:v>
                </c:pt>
                <c:pt idx="1435">
                  <c:v>-6.1724899999999999E-2</c:v>
                </c:pt>
                <c:pt idx="1436">
                  <c:v>-6.1419500000000002E-2</c:v>
                </c:pt>
                <c:pt idx="1437">
                  <c:v>-6.1114099999999998E-2</c:v>
                </c:pt>
                <c:pt idx="1438">
                  <c:v>-6.08087E-2</c:v>
                </c:pt>
                <c:pt idx="1439">
                  <c:v>-6.0503300000000003E-2</c:v>
                </c:pt>
                <c:pt idx="1440">
                  <c:v>-6.0197899999999999E-2</c:v>
                </c:pt>
                <c:pt idx="1441">
                  <c:v>-5.9892500000000001E-2</c:v>
                </c:pt>
                <c:pt idx="1442">
                  <c:v>-5.9587099999999997E-2</c:v>
                </c:pt>
                <c:pt idx="1443">
                  <c:v>-5.92817E-2</c:v>
                </c:pt>
                <c:pt idx="1444">
                  <c:v>-5.8976300000000002E-2</c:v>
                </c:pt>
                <c:pt idx="1445">
                  <c:v>-5.8670899999999998E-2</c:v>
                </c:pt>
                <c:pt idx="1446">
                  <c:v>-5.8365500000000001E-2</c:v>
                </c:pt>
                <c:pt idx="1447">
                  <c:v>-5.8060100000000003E-2</c:v>
                </c:pt>
                <c:pt idx="1448">
                  <c:v>-5.7754699999999999E-2</c:v>
                </c:pt>
                <c:pt idx="1449">
                  <c:v>-5.7449300000000002E-2</c:v>
                </c:pt>
                <c:pt idx="1450">
                  <c:v>-5.7144E-2</c:v>
                </c:pt>
                <c:pt idx="1451">
                  <c:v>-5.6838600000000003E-2</c:v>
                </c:pt>
                <c:pt idx="1452">
                  <c:v>-5.6533199999999999E-2</c:v>
                </c:pt>
                <c:pt idx="1453">
                  <c:v>-5.6227800000000001E-2</c:v>
                </c:pt>
                <c:pt idx="1454">
                  <c:v>-5.5922399999999997E-2</c:v>
                </c:pt>
                <c:pt idx="1455">
                  <c:v>-5.5617E-2</c:v>
                </c:pt>
                <c:pt idx="1456">
                  <c:v>-5.5311600000000002E-2</c:v>
                </c:pt>
                <c:pt idx="1457">
                  <c:v>-5.5006199999999998E-2</c:v>
                </c:pt>
                <c:pt idx="1458">
                  <c:v>-5.4700800000000001E-2</c:v>
                </c:pt>
                <c:pt idx="1459">
                  <c:v>-5.4395399999999997E-2</c:v>
                </c:pt>
                <c:pt idx="1460">
                  <c:v>-5.4089999999999999E-2</c:v>
                </c:pt>
                <c:pt idx="1461">
                  <c:v>-5.3784600000000002E-2</c:v>
                </c:pt>
                <c:pt idx="1462">
                  <c:v>-5.3479199999999998E-2</c:v>
                </c:pt>
                <c:pt idx="1463">
                  <c:v>-5.31738E-2</c:v>
                </c:pt>
                <c:pt idx="1464">
                  <c:v>-5.2868400000000003E-2</c:v>
                </c:pt>
                <c:pt idx="1465">
                  <c:v>-5.2562999999999999E-2</c:v>
                </c:pt>
                <c:pt idx="1466">
                  <c:v>-5.2257600000000001E-2</c:v>
                </c:pt>
                <c:pt idx="1467">
                  <c:v>-5.1952199999999997E-2</c:v>
                </c:pt>
                <c:pt idx="1468">
                  <c:v>-5.16468E-2</c:v>
                </c:pt>
                <c:pt idx="1469">
                  <c:v>-5.1341400000000002E-2</c:v>
                </c:pt>
                <c:pt idx="1470">
                  <c:v>-5.1035999999999998E-2</c:v>
                </c:pt>
                <c:pt idx="1471">
                  <c:v>-5.0730600000000001E-2</c:v>
                </c:pt>
                <c:pt idx="1472">
                  <c:v>-5.0425200000000003E-2</c:v>
                </c:pt>
                <c:pt idx="1473">
                  <c:v>-5.0119799999999999E-2</c:v>
                </c:pt>
                <c:pt idx="1474">
                  <c:v>-4.9814400000000002E-2</c:v>
                </c:pt>
                <c:pt idx="1475">
                  <c:v>-4.9508999999999997E-2</c:v>
                </c:pt>
                <c:pt idx="1476">
                  <c:v>-4.92036E-2</c:v>
                </c:pt>
                <c:pt idx="1477">
                  <c:v>-4.8898200000000003E-2</c:v>
                </c:pt>
                <c:pt idx="1478">
                  <c:v>-4.8592799999999998E-2</c:v>
                </c:pt>
                <c:pt idx="1479">
                  <c:v>-4.8287400000000001E-2</c:v>
                </c:pt>
                <c:pt idx="1480">
                  <c:v>-4.7981999999999997E-2</c:v>
                </c:pt>
                <c:pt idx="1481">
                  <c:v>-4.76766E-2</c:v>
                </c:pt>
                <c:pt idx="1482">
                  <c:v>-4.7371200000000002E-2</c:v>
                </c:pt>
                <c:pt idx="1483">
                  <c:v>-4.7065799999999998E-2</c:v>
                </c:pt>
                <c:pt idx="1484">
                  <c:v>-4.6760400000000001E-2</c:v>
                </c:pt>
                <c:pt idx="1485">
                  <c:v>-4.6455000000000003E-2</c:v>
                </c:pt>
                <c:pt idx="1486">
                  <c:v>-4.6149599999999999E-2</c:v>
                </c:pt>
                <c:pt idx="1487">
                  <c:v>-4.5844200000000002E-2</c:v>
                </c:pt>
                <c:pt idx="1488">
                  <c:v>-4.5538799999999997E-2</c:v>
                </c:pt>
                <c:pt idx="1489">
                  <c:v>-4.52334E-2</c:v>
                </c:pt>
                <c:pt idx="1490">
                  <c:v>-4.4928000000000003E-2</c:v>
                </c:pt>
                <c:pt idx="1491">
                  <c:v>-4.4622599999999998E-2</c:v>
                </c:pt>
                <c:pt idx="1492">
                  <c:v>-4.4317299999999997E-2</c:v>
                </c:pt>
                <c:pt idx="1493">
                  <c:v>-4.40119E-2</c:v>
                </c:pt>
                <c:pt idx="1494">
                  <c:v>-4.3706500000000002E-2</c:v>
                </c:pt>
                <c:pt idx="1495">
                  <c:v>-4.3401099999999998E-2</c:v>
                </c:pt>
                <c:pt idx="1496">
                  <c:v>-4.3095700000000001E-2</c:v>
                </c:pt>
                <c:pt idx="1497">
                  <c:v>-4.2790300000000003E-2</c:v>
                </c:pt>
                <c:pt idx="1498">
                  <c:v>-4.2484899999999999E-2</c:v>
                </c:pt>
                <c:pt idx="1499">
                  <c:v>-4.2179500000000002E-2</c:v>
                </c:pt>
                <c:pt idx="1500">
                  <c:v>-4.1874099999999997E-2</c:v>
                </c:pt>
                <c:pt idx="1501">
                  <c:v>-4.15687E-2</c:v>
                </c:pt>
                <c:pt idx="1502">
                  <c:v>-4.1263300000000003E-2</c:v>
                </c:pt>
                <c:pt idx="1503">
                  <c:v>-4.0957899999999998E-2</c:v>
                </c:pt>
                <c:pt idx="1504">
                  <c:v>-4.0652500000000001E-2</c:v>
                </c:pt>
                <c:pt idx="1505">
                  <c:v>-4.0347099999999997E-2</c:v>
                </c:pt>
                <c:pt idx="1506">
                  <c:v>-4.00417E-2</c:v>
                </c:pt>
                <c:pt idx="1507">
                  <c:v>-3.9736300000000002E-2</c:v>
                </c:pt>
                <c:pt idx="1508">
                  <c:v>-3.9430899999999998E-2</c:v>
                </c:pt>
                <c:pt idx="1509">
                  <c:v>-3.9125500000000001E-2</c:v>
                </c:pt>
                <c:pt idx="1510">
                  <c:v>-3.8820100000000003E-2</c:v>
                </c:pt>
                <c:pt idx="1511">
                  <c:v>-3.8514699999999999E-2</c:v>
                </c:pt>
                <c:pt idx="1512">
                  <c:v>-3.8209300000000002E-2</c:v>
                </c:pt>
                <c:pt idx="1513">
                  <c:v>-3.7903899999999997E-2</c:v>
                </c:pt>
                <c:pt idx="1514">
                  <c:v>-3.75985E-2</c:v>
                </c:pt>
                <c:pt idx="1515">
                  <c:v>-3.7293100000000003E-2</c:v>
                </c:pt>
                <c:pt idx="1516">
                  <c:v>-3.6987699999999998E-2</c:v>
                </c:pt>
                <c:pt idx="1517">
                  <c:v>-3.6682300000000001E-2</c:v>
                </c:pt>
                <c:pt idx="1518">
                  <c:v>-3.6376899999999997E-2</c:v>
                </c:pt>
                <c:pt idx="1519">
                  <c:v>-3.6071499999999999E-2</c:v>
                </c:pt>
                <c:pt idx="1520">
                  <c:v>-3.5766100000000002E-2</c:v>
                </c:pt>
                <c:pt idx="1521">
                  <c:v>-3.5460699999999998E-2</c:v>
                </c:pt>
                <c:pt idx="1522">
                  <c:v>-3.51553E-2</c:v>
                </c:pt>
                <c:pt idx="1523">
                  <c:v>-3.4849900000000003E-2</c:v>
                </c:pt>
                <c:pt idx="1524">
                  <c:v>-3.4544499999999999E-2</c:v>
                </c:pt>
                <c:pt idx="1525">
                  <c:v>-3.4239100000000001E-2</c:v>
                </c:pt>
                <c:pt idx="1526">
                  <c:v>-3.3933699999999997E-2</c:v>
                </c:pt>
                <c:pt idx="1527">
                  <c:v>-3.36283E-2</c:v>
                </c:pt>
                <c:pt idx="1528">
                  <c:v>-3.3322900000000003E-2</c:v>
                </c:pt>
                <c:pt idx="1529">
                  <c:v>-3.3017499999999998E-2</c:v>
                </c:pt>
                <c:pt idx="1530">
                  <c:v>-3.2712100000000001E-2</c:v>
                </c:pt>
                <c:pt idx="1531">
                  <c:v>-3.2406699999999997E-2</c:v>
                </c:pt>
                <c:pt idx="1532">
                  <c:v>-3.2101299999999999E-2</c:v>
                </c:pt>
                <c:pt idx="1533">
                  <c:v>-3.1795900000000002E-2</c:v>
                </c:pt>
                <c:pt idx="1534">
                  <c:v>-3.1490600000000001E-2</c:v>
                </c:pt>
                <c:pt idx="1535">
                  <c:v>-3.11852E-2</c:v>
                </c:pt>
                <c:pt idx="1536">
                  <c:v>-3.0879799999999999E-2</c:v>
                </c:pt>
                <c:pt idx="1537">
                  <c:v>-3.0574400000000002E-2</c:v>
                </c:pt>
                <c:pt idx="1538">
                  <c:v>-3.0269000000000001E-2</c:v>
                </c:pt>
                <c:pt idx="1539">
                  <c:v>-2.99636E-2</c:v>
                </c:pt>
                <c:pt idx="1540">
                  <c:v>-2.9658199999999999E-2</c:v>
                </c:pt>
                <c:pt idx="1541">
                  <c:v>-2.9352799999999998E-2</c:v>
                </c:pt>
                <c:pt idx="1542">
                  <c:v>-2.9047400000000001E-2</c:v>
                </c:pt>
                <c:pt idx="1543">
                  <c:v>-2.8742E-2</c:v>
                </c:pt>
                <c:pt idx="1544">
                  <c:v>-2.8436599999999999E-2</c:v>
                </c:pt>
                <c:pt idx="1545">
                  <c:v>-2.8131199999999999E-2</c:v>
                </c:pt>
                <c:pt idx="1546">
                  <c:v>-2.7825800000000001E-2</c:v>
                </c:pt>
                <c:pt idx="1547">
                  <c:v>-2.75204E-2</c:v>
                </c:pt>
                <c:pt idx="1548">
                  <c:v>-2.7215E-2</c:v>
                </c:pt>
                <c:pt idx="1549">
                  <c:v>-2.6909599999999999E-2</c:v>
                </c:pt>
                <c:pt idx="1550">
                  <c:v>-2.6604200000000001E-2</c:v>
                </c:pt>
                <c:pt idx="1551">
                  <c:v>-2.6298800000000001E-2</c:v>
                </c:pt>
                <c:pt idx="1552">
                  <c:v>-2.59934E-2</c:v>
                </c:pt>
                <c:pt idx="1553">
                  <c:v>-2.5687999999999999E-2</c:v>
                </c:pt>
                <c:pt idx="1554">
                  <c:v>-2.5382600000000002E-2</c:v>
                </c:pt>
                <c:pt idx="1555">
                  <c:v>-2.5077200000000001E-2</c:v>
                </c:pt>
                <c:pt idx="1556">
                  <c:v>-2.47718E-2</c:v>
                </c:pt>
                <c:pt idx="1557">
                  <c:v>-2.4466399999999999E-2</c:v>
                </c:pt>
                <c:pt idx="1558">
                  <c:v>-2.4160999999999998E-2</c:v>
                </c:pt>
                <c:pt idx="1559">
                  <c:v>-2.3855600000000001E-2</c:v>
                </c:pt>
                <c:pt idx="1560">
                  <c:v>-2.35502E-2</c:v>
                </c:pt>
                <c:pt idx="1561">
                  <c:v>-2.3244799999999999E-2</c:v>
                </c:pt>
                <c:pt idx="1562">
                  <c:v>-2.2939399999999999E-2</c:v>
                </c:pt>
                <c:pt idx="1563">
                  <c:v>-2.2634000000000001E-2</c:v>
                </c:pt>
                <c:pt idx="1564">
                  <c:v>-2.2328600000000001E-2</c:v>
                </c:pt>
                <c:pt idx="1565">
                  <c:v>-2.20232E-2</c:v>
                </c:pt>
                <c:pt idx="1566">
                  <c:v>-2.1717799999999999E-2</c:v>
                </c:pt>
                <c:pt idx="1567">
                  <c:v>-2.1412400000000002E-2</c:v>
                </c:pt>
                <c:pt idx="1568">
                  <c:v>-2.1107000000000001E-2</c:v>
                </c:pt>
                <c:pt idx="1569">
                  <c:v>-2.08016E-2</c:v>
                </c:pt>
                <c:pt idx="1570">
                  <c:v>-2.0496199999999999E-2</c:v>
                </c:pt>
                <c:pt idx="1571">
                  <c:v>-2.0190799999999998E-2</c:v>
                </c:pt>
                <c:pt idx="1572">
                  <c:v>-1.9885400000000001E-2</c:v>
                </c:pt>
                <c:pt idx="1573">
                  <c:v>-1.958E-2</c:v>
                </c:pt>
                <c:pt idx="1574">
                  <c:v>-1.9274599999999999E-2</c:v>
                </c:pt>
                <c:pt idx="1575">
                  <c:v>-1.8969199999999999E-2</c:v>
                </c:pt>
                <c:pt idx="1576">
                  <c:v>-1.8663900000000001E-2</c:v>
                </c:pt>
                <c:pt idx="1577">
                  <c:v>-1.83585E-2</c:v>
                </c:pt>
                <c:pt idx="1578">
                  <c:v>-1.8053099999999999E-2</c:v>
                </c:pt>
                <c:pt idx="1579">
                  <c:v>-1.7747700000000002E-2</c:v>
                </c:pt>
                <c:pt idx="1580">
                  <c:v>-1.7442300000000001E-2</c:v>
                </c:pt>
                <c:pt idx="1581">
                  <c:v>-1.71369E-2</c:v>
                </c:pt>
                <c:pt idx="1582">
                  <c:v>-1.6831499999999999E-2</c:v>
                </c:pt>
                <c:pt idx="1583">
                  <c:v>-1.6526099999999998E-2</c:v>
                </c:pt>
                <c:pt idx="1584">
                  <c:v>-1.6220700000000001E-2</c:v>
                </c:pt>
                <c:pt idx="1585">
                  <c:v>-1.59153E-2</c:v>
                </c:pt>
                <c:pt idx="1586">
                  <c:v>-1.5609899999999999E-2</c:v>
                </c:pt>
                <c:pt idx="1587">
                  <c:v>-1.53045E-2</c:v>
                </c:pt>
                <c:pt idx="1588">
                  <c:v>-1.49991E-2</c:v>
                </c:pt>
                <c:pt idx="1589">
                  <c:v>-1.4693700000000001E-2</c:v>
                </c:pt>
                <c:pt idx="1590">
                  <c:v>-1.43883E-2</c:v>
                </c:pt>
                <c:pt idx="1591">
                  <c:v>-1.4082900000000001E-2</c:v>
                </c:pt>
                <c:pt idx="1592">
                  <c:v>-1.37775E-2</c:v>
                </c:pt>
                <c:pt idx="1593">
                  <c:v>-1.3472100000000001E-2</c:v>
                </c:pt>
                <c:pt idx="1594">
                  <c:v>-1.31667E-2</c:v>
                </c:pt>
                <c:pt idx="1595">
                  <c:v>-1.2861300000000001E-2</c:v>
                </c:pt>
                <c:pt idx="1596">
                  <c:v>-1.25559E-2</c:v>
                </c:pt>
                <c:pt idx="1597">
                  <c:v>-1.2250499999999999E-2</c:v>
                </c:pt>
                <c:pt idx="1598">
                  <c:v>-1.19451E-2</c:v>
                </c:pt>
                <c:pt idx="1599">
                  <c:v>-1.1639699999999999E-2</c:v>
                </c:pt>
                <c:pt idx="1600">
                  <c:v>-1.13343E-2</c:v>
                </c:pt>
                <c:pt idx="1601">
                  <c:v>-1.1028899999999999E-2</c:v>
                </c:pt>
                <c:pt idx="1602">
                  <c:v>-1.07235E-2</c:v>
                </c:pt>
                <c:pt idx="1603">
                  <c:v>-1.04181E-2</c:v>
                </c:pt>
                <c:pt idx="1604">
                  <c:v>-1.0112700000000001E-2</c:v>
                </c:pt>
                <c:pt idx="1605">
                  <c:v>-9.8073199999999996E-3</c:v>
                </c:pt>
                <c:pt idx="1606">
                  <c:v>-9.5019200000000005E-3</c:v>
                </c:pt>
                <c:pt idx="1607">
                  <c:v>-9.1965299999999996E-3</c:v>
                </c:pt>
                <c:pt idx="1608">
                  <c:v>-8.8911300000000006E-3</c:v>
                </c:pt>
                <c:pt idx="1609">
                  <c:v>-8.5857299999999998E-3</c:v>
                </c:pt>
                <c:pt idx="1610">
                  <c:v>-8.2803300000000007E-3</c:v>
                </c:pt>
                <c:pt idx="1611">
                  <c:v>-7.9749299999999999E-3</c:v>
                </c:pt>
                <c:pt idx="1612">
                  <c:v>-7.6695399999999999E-3</c:v>
                </c:pt>
                <c:pt idx="1613">
                  <c:v>-7.3641399999999999E-3</c:v>
                </c:pt>
                <c:pt idx="1614">
                  <c:v>-7.05874E-3</c:v>
                </c:pt>
                <c:pt idx="1615">
                  <c:v>-6.75334E-3</c:v>
                </c:pt>
                <c:pt idx="1616">
                  <c:v>-6.44795E-3</c:v>
                </c:pt>
                <c:pt idx="1617">
                  <c:v>-6.1425500000000001E-3</c:v>
                </c:pt>
                <c:pt idx="1618">
                  <c:v>-5.8371500000000002E-3</c:v>
                </c:pt>
                <c:pt idx="1619">
                  <c:v>-5.5317500000000002E-3</c:v>
                </c:pt>
                <c:pt idx="1620">
                  <c:v>-5.2263600000000002E-3</c:v>
                </c:pt>
                <c:pt idx="1621">
                  <c:v>-4.9209600000000003E-3</c:v>
                </c:pt>
                <c:pt idx="1622">
                  <c:v>-4.6155600000000003E-3</c:v>
                </c:pt>
                <c:pt idx="1623">
                  <c:v>-4.3101600000000004E-3</c:v>
                </c:pt>
                <c:pt idx="1624">
                  <c:v>-4.0047700000000004E-3</c:v>
                </c:pt>
                <c:pt idx="1625">
                  <c:v>-3.69937E-3</c:v>
                </c:pt>
                <c:pt idx="1626">
                  <c:v>-3.3939700000000001E-3</c:v>
                </c:pt>
                <c:pt idx="1627">
                  <c:v>-3.0885700000000001E-3</c:v>
                </c:pt>
                <c:pt idx="1628">
                  <c:v>-2.7831800000000001E-3</c:v>
                </c:pt>
                <c:pt idx="1629">
                  <c:v>-2.4777800000000002E-3</c:v>
                </c:pt>
                <c:pt idx="1630">
                  <c:v>-2.1723799999999998E-3</c:v>
                </c:pt>
                <c:pt idx="1631">
                  <c:v>-1.8669800000000001E-3</c:v>
                </c:pt>
                <c:pt idx="1632">
                  <c:v>-1.5615799999999999E-3</c:v>
                </c:pt>
                <c:pt idx="1633">
                  <c:v>-1.2561899999999999E-3</c:v>
                </c:pt>
                <c:pt idx="1634">
                  <c:v>-9.5078899999999995E-4</c:v>
                </c:pt>
                <c:pt idx="1635">
                  <c:v>-6.4539199999999995E-4</c:v>
                </c:pt>
                <c:pt idx="1636">
                  <c:v>-3.3999399999999998E-4</c:v>
                </c:pt>
                <c:pt idx="1637" formatCode="0.00E+00">
                  <c:v>-3.45965E-5</c:v>
                </c:pt>
                <c:pt idx="1638">
                  <c:v>2.7080099999999998E-4</c:v>
                </c:pt>
                <c:pt idx="1639">
                  <c:v>5.76199E-4</c:v>
                </c:pt>
                <c:pt idx="1640">
                  <c:v>8.8159600000000001E-4</c:v>
                </c:pt>
                <c:pt idx="1641">
                  <c:v>1.18699E-3</c:v>
                </c:pt>
                <c:pt idx="1642">
                  <c:v>1.4923899999999999E-3</c:v>
                </c:pt>
                <c:pt idx="1643">
                  <c:v>1.7977900000000001E-3</c:v>
                </c:pt>
                <c:pt idx="1644">
                  <c:v>2.10319E-3</c:v>
                </c:pt>
                <c:pt idx="1645">
                  <c:v>2.40858E-3</c:v>
                </c:pt>
                <c:pt idx="1646">
                  <c:v>2.71398E-3</c:v>
                </c:pt>
                <c:pt idx="1647">
                  <c:v>3.0193799999999999E-3</c:v>
                </c:pt>
                <c:pt idx="1648">
                  <c:v>3.3247799999999998E-3</c:v>
                </c:pt>
                <c:pt idx="1649">
                  <c:v>3.6301699999999998E-3</c:v>
                </c:pt>
                <c:pt idx="1650">
                  <c:v>3.9355700000000002E-3</c:v>
                </c:pt>
                <c:pt idx="1651">
                  <c:v>4.2409700000000002E-3</c:v>
                </c:pt>
                <c:pt idx="1652">
                  <c:v>4.5463700000000001E-3</c:v>
                </c:pt>
                <c:pt idx="1653">
                  <c:v>4.85177E-3</c:v>
                </c:pt>
                <c:pt idx="1654">
                  <c:v>5.15716E-3</c:v>
                </c:pt>
                <c:pt idx="1655">
                  <c:v>5.46256E-3</c:v>
                </c:pt>
                <c:pt idx="1656">
                  <c:v>5.7679599999999999E-3</c:v>
                </c:pt>
                <c:pt idx="1657">
                  <c:v>6.0733599999999999E-3</c:v>
                </c:pt>
                <c:pt idx="1658">
                  <c:v>6.3787499999999999E-3</c:v>
                </c:pt>
                <c:pt idx="1659">
                  <c:v>6.6841499999999998E-3</c:v>
                </c:pt>
                <c:pt idx="1660">
                  <c:v>6.9895499999999998E-3</c:v>
                </c:pt>
                <c:pt idx="1661">
                  <c:v>7.2949499999999997E-3</c:v>
                </c:pt>
                <c:pt idx="1662">
                  <c:v>7.6003399999999997E-3</c:v>
                </c:pt>
                <c:pt idx="1663">
                  <c:v>7.9057399999999996E-3</c:v>
                </c:pt>
                <c:pt idx="1664">
                  <c:v>8.2111400000000005E-3</c:v>
                </c:pt>
                <c:pt idx="1665">
                  <c:v>8.5165399999999995E-3</c:v>
                </c:pt>
                <c:pt idx="1666">
                  <c:v>8.8219300000000004E-3</c:v>
                </c:pt>
                <c:pt idx="1667">
                  <c:v>9.1273299999999995E-3</c:v>
                </c:pt>
                <c:pt idx="1668">
                  <c:v>9.4327300000000003E-3</c:v>
                </c:pt>
                <c:pt idx="1669">
                  <c:v>9.7381299999999994E-3</c:v>
                </c:pt>
                <c:pt idx="1670">
                  <c:v>1.00435E-2</c:v>
                </c:pt>
                <c:pt idx="1671">
                  <c:v>1.0348899999999999E-2</c:v>
                </c:pt>
                <c:pt idx="1672">
                  <c:v>1.06543E-2</c:v>
                </c:pt>
                <c:pt idx="1673">
                  <c:v>1.0959699999999999E-2</c:v>
                </c:pt>
                <c:pt idx="1674">
                  <c:v>1.12651E-2</c:v>
                </c:pt>
                <c:pt idx="1675">
                  <c:v>1.1570499999999999E-2</c:v>
                </c:pt>
                <c:pt idx="1676">
                  <c:v>1.18759E-2</c:v>
                </c:pt>
                <c:pt idx="1677">
                  <c:v>1.2181300000000001E-2</c:v>
                </c:pt>
                <c:pt idx="1678">
                  <c:v>1.24867E-2</c:v>
                </c:pt>
                <c:pt idx="1679">
                  <c:v>1.2792100000000001E-2</c:v>
                </c:pt>
                <c:pt idx="1680">
                  <c:v>1.30975E-2</c:v>
                </c:pt>
                <c:pt idx="1681">
                  <c:v>1.3402900000000001E-2</c:v>
                </c:pt>
                <c:pt idx="1682">
                  <c:v>1.37083E-2</c:v>
                </c:pt>
                <c:pt idx="1683">
                  <c:v>1.40137E-2</c:v>
                </c:pt>
                <c:pt idx="1684">
                  <c:v>1.43191E-2</c:v>
                </c:pt>
                <c:pt idx="1685">
                  <c:v>1.46245E-2</c:v>
                </c:pt>
                <c:pt idx="1686">
                  <c:v>1.4929899999999999E-2</c:v>
                </c:pt>
                <c:pt idx="1687">
                  <c:v>1.52353E-2</c:v>
                </c:pt>
                <c:pt idx="1688">
                  <c:v>1.5540699999999999E-2</c:v>
                </c:pt>
                <c:pt idx="1689">
                  <c:v>1.5846099999999998E-2</c:v>
                </c:pt>
                <c:pt idx="1690">
                  <c:v>1.6151499999999999E-2</c:v>
                </c:pt>
                <c:pt idx="1691">
                  <c:v>1.64569E-2</c:v>
                </c:pt>
                <c:pt idx="1692">
                  <c:v>1.6762300000000001E-2</c:v>
                </c:pt>
                <c:pt idx="1693">
                  <c:v>1.7067700000000002E-2</c:v>
                </c:pt>
                <c:pt idx="1694">
                  <c:v>1.7373099999999999E-2</c:v>
                </c:pt>
                <c:pt idx="1695">
                  <c:v>1.76785E-2</c:v>
                </c:pt>
                <c:pt idx="1696">
                  <c:v>1.7983900000000001E-2</c:v>
                </c:pt>
                <c:pt idx="1697">
                  <c:v>1.8289300000000001E-2</c:v>
                </c:pt>
                <c:pt idx="1698">
                  <c:v>1.8594699999999999E-2</c:v>
                </c:pt>
                <c:pt idx="1699">
                  <c:v>1.89001E-2</c:v>
                </c:pt>
                <c:pt idx="1700">
                  <c:v>1.92055E-2</c:v>
                </c:pt>
                <c:pt idx="1701">
                  <c:v>1.9510900000000001E-2</c:v>
                </c:pt>
                <c:pt idx="1702">
                  <c:v>1.9816199999999999E-2</c:v>
                </c:pt>
                <c:pt idx="1703">
                  <c:v>2.01216E-2</c:v>
                </c:pt>
                <c:pt idx="1704">
                  <c:v>2.0427000000000001E-2</c:v>
                </c:pt>
                <c:pt idx="1705">
                  <c:v>2.0732400000000002E-2</c:v>
                </c:pt>
                <c:pt idx="1706">
                  <c:v>2.1037799999999999E-2</c:v>
                </c:pt>
                <c:pt idx="1707">
                  <c:v>2.13432E-2</c:v>
                </c:pt>
                <c:pt idx="1708">
                  <c:v>2.16486E-2</c:v>
                </c:pt>
                <c:pt idx="1709">
                  <c:v>2.1954000000000001E-2</c:v>
                </c:pt>
                <c:pt idx="1710">
                  <c:v>2.2259399999999999E-2</c:v>
                </c:pt>
                <c:pt idx="1711">
                  <c:v>2.2564799999999999E-2</c:v>
                </c:pt>
                <c:pt idx="1712">
                  <c:v>2.28702E-2</c:v>
                </c:pt>
                <c:pt idx="1713">
                  <c:v>2.3175600000000001E-2</c:v>
                </c:pt>
                <c:pt idx="1714">
                  <c:v>2.3480999999999998E-2</c:v>
                </c:pt>
                <c:pt idx="1715">
                  <c:v>2.3786399999999999E-2</c:v>
                </c:pt>
                <c:pt idx="1716">
                  <c:v>2.40918E-2</c:v>
                </c:pt>
                <c:pt idx="1717">
                  <c:v>2.4397200000000001E-2</c:v>
                </c:pt>
                <c:pt idx="1718">
                  <c:v>2.4702600000000002E-2</c:v>
                </c:pt>
                <c:pt idx="1719">
                  <c:v>2.5007999999999999E-2</c:v>
                </c:pt>
                <c:pt idx="1720">
                  <c:v>2.53134E-2</c:v>
                </c:pt>
                <c:pt idx="1721">
                  <c:v>2.5618800000000001E-2</c:v>
                </c:pt>
                <c:pt idx="1722">
                  <c:v>2.5924200000000001E-2</c:v>
                </c:pt>
                <c:pt idx="1723">
                  <c:v>2.6229599999999999E-2</c:v>
                </c:pt>
                <c:pt idx="1724">
                  <c:v>2.6535E-2</c:v>
                </c:pt>
                <c:pt idx="1725">
                  <c:v>2.68404E-2</c:v>
                </c:pt>
                <c:pt idx="1726">
                  <c:v>2.7145800000000001E-2</c:v>
                </c:pt>
                <c:pt idx="1727">
                  <c:v>2.7451199999999999E-2</c:v>
                </c:pt>
                <c:pt idx="1728">
                  <c:v>2.7756599999999999E-2</c:v>
                </c:pt>
                <c:pt idx="1729">
                  <c:v>2.8062E-2</c:v>
                </c:pt>
                <c:pt idx="1730">
                  <c:v>2.8367400000000001E-2</c:v>
                </c:pt>
                <c:pt idx="1731">
                  <c:v>2.8672799999999998E-2</c:v>
                </c:pt>
                <c:pt idx="1732">
                  <c:v>2.8978199999999999E-2</c:v>
                </c:pt>
                <c:pt idx="1733">
                  <c:v>2.92836E-2</c:v>
                </c:pt>
                <c:pt idx="1734">
                  <c:v>2.9589000000000001E-2</c:v>
                </c:pt>
                <c:pt idx="1735">
                  <c:v>2.9894400000000002E-2</c:v>
                </c:pt>
                <c:pt idx="1736">
                  <c:v>3.0199799999999999E-2</c:v>
                </c:pt>
                <c:pt idx="1737">
                  <c:v>3.05052E-2</c:v>
                </c:pt>
                <c:pt idx="1738">
                  <c:v>3.08106E-2</c:v>
                </c:pt>
                <c:pt idx="1739">
                  <c:v>3.1116000000000001E-2</c:v>
                </c:pt>
                <c:pt idx="1740">
                  <c:v>3.1421400000000002E-2</c:v>
                </c:pt>
                <c:pt idx="1741">
                  <c:v>3.1726799999999999E-2</c:v>
                </c:pt>
                <c:pt idx="1742">
                  <c:v>3.2032199999999997E-2</c:v>
                </c:pt>
                <c:pt idx="1743">
                  <c:v>3.2337600000000001E-2</c:v>
                </c:pt>
                <c:pt idx="1744">
                  <c:v>3.2642900000000002E-2</c:v>
                </c:pt>
                <c:pt idx="1745">
                  <c:v>3.29483E-2</c:v>
                </c:pt>
                <c:pt idx="1746">
                  <c:v>3.3253699999999997E-2</c:v>
                </c:pt>
                <c:pt idx="1747">
                  <c:v>3.3559100000000001E-2</c:v>
                </c:pt>
                <c:pt idx="1748">
                  <c:v>3.3864499999999999E-2</c:v>
                </c:pt>
                <c:pt idx="1749">
                  <c:v>3.4169900000000003E-2</c:v>
                </c:pt>
                <c:pt idx="1750">
                  <c:v>3.44753E-2</c:v>
                </c:pt>
                <c:pt idx="1751">
                  <c:v>3.4780699999999998E-2</c:v>
                </c:pt>
                <c:pt idx="1752">
                  <c:v>3.5086100000000002E-2</c:v>
                </c:pt>
                <c:pt idx="1753">
                  <c:v>3.5391499999999999E-2</c:v>
                </c:pt>
                <c:pt idx="1754">
                  <c:v>3.5696899999999997E-2</c:v>
                </c:pt>
                <c:pt idx="1755">
                  <c:v>3.6002300000000001E-2</c:v>
                </c:pt>
                <c:pt idx="1756">
                  <c:v>3.6307699999999998E-2</c:v>
                </c:pt>
                <c:pt idx="1757">
                  <c:v>3.6613100000000003E-2</c:v>
                </c:pt>
                <c:pt idx="1758">
                  <c:v>3.69185E-2</c:v>
                </c:pt>
                <c:pt idx="1759">
                  <c:v>3.7223899999999997E-2</c:v>
                </c:pt>
                <c:pt idx="1760">
                  <c:v>3.7529300000000002E-2</c:v>
                </c:pt>
                <c:pt idx="1761">
                  <c:v>3.7834699999999999E-2</c:v>
                </c:pt>
                <c:pt idx="1762">
                  <c:v>3.8140100000000003E-2</c:v>
                </c:pt>
                <c:pt idx="1763">
                  <c:v>3.8445500000000001E-2</c:v>
                </c:pt>
                <c:pt idx="1764">
                  <c:v>3.8750899999999998E-2</c:v>
                </c:pt>
                <c:pt idx="1765">
                  <c:v>3.9056300000000002E-2</c:v>
                </c:pt>
                <c:pt idx="1766">
                  <c:v>3.9361699999999999E-2</c:v>
                </c:pt>
                <c:pt idx="1767">
                  <c:v>3.9667099999999997E-2</c:v>
                </c:pt>
                <c:pt idx="1768">
                  <c:v>3.9972500000000001E-2</c:v>
                </c:pt>
                <c:pt idx="1769">
                  <c:v>4.0277899999999998E-2</c:v>
                </c:pt>
                <c:pt idx="1770">
                  <c:v>4.0583300000000003E-2</c:v>
                </c:pt>
                <c:pt idx="1771">
                  <c:v>4.08887E-2</c:v>
                </c:pt>
                <c:pt idx="1772">
                  <c:v>4.1194099999999997E-2</c:v>
                </c:pt>
                <c:pt idx="1773">
                  <c:v>4.1499500000000002E-2</c:v>
                </c:pt>
                <c:pt idx="1774">
                  <c:v>4.1804899999999999E-2</c:v>
                </c:pt>
                <c:pt idx="1775">
                  <c:v>4.2110300000000003E-2</c:v>
                </c:pt>
                <c:pt idx="1776">
                  <c:v>4.2415700000000001E-2</c:v>
                </c:pt>
                <c:pt idx="1777">
                  <c:v>4.2721099999999998E-2</c:v>
                </c:pt>
                <c:pt idx="1778">
                  <c:v>4.3026500000000002E-2</c:v>
                </c:pt>
                <c:pt idx="1779">
                  <c:v>4.33319E-2</c:v>
                </c:pt>
                <c:pt idx="1780">
                  <c:v>4.3637299999999997E-2</c:v>
                </c:pt>
                <c:pt idx="1781">
                  <c:v>4.3942700000000001E-2</c:v>
                </c:pt>
                <c:pt idx="1782">
                  <c:v>4.4248099999999999E-2</c:v>
                </c:pt>
                <c:pt idx="1783">
                  <c:v>4.4553500000000003E-2</c:v>
                </c:pt>
                <c:pt idx="1784">
                  <c:v>4.48589E-2</c:v>
                </c:pt>
                <c:pt idx="1785">
                  <c:v>4.5164299999999998E-2</c:v>
                </c:pt>
                <c:pt idx="1786">
                  <c:v>4.5469599999999999E-2</c:v>
                </c:pt>
                <c:pt idx="1787">
                  <c:v>4.5775000000000003E-2</c:v>
                </c:pt>
                <c:pt idx="1788">
                  <c:v>4.6080400000000001E-2</c:v>
                </c:pt>
                <c:pt idx="1789">
                  <c:v>4.6385799999999998E-2</c:v>
                </c:pt>
                <c:pt idx="1790">
                  <c:v>4.6691200000000002E-2</c:v>
                </c:pt>
                <c:pt idx="1791">
                  <c:v>4.6996599999999999E-2</c:v>
                </c:pt>
                <c:pt idx="1792">
                  <c:v>4.7301999999999997E-2</c:v>
                </c:pt>
                <c:pt idx="1793">
                  <c:v>4.7607400000000001E-2</c:v>
                </c:pt>
                <c:pt idx="1794">
                  <c:v>4.7912799999999998E-2</c:v>
                </c:pt>
                <c:pt idx="1795">
                  <c:v>4.8218200000000003E-2</c:v>
                </c:pt>
                <c:pt idx="1796">
                  <c:v>4.85236E-2</c:v>
                </c:pt>
                <c:pt idx="1797">
                  <c:v>4.8828999999999997E-2</c:v>
                </c:pt>
                <c:pt idx="1798">
                  <c:v>4.9134400000000002E-2</c:v>
                </c:pt>
                <c:pt idx="1799">
                  <c:v>4.9439799999999999E-2</c:v>
                </c:pt>
                <c:pt idx="1800">
                  <c:v>4.9745200000000003E-2</c:v>
                </c:pt>
                <c:pt idx="1801">
                  <c:v>5.0050600000000001E-2</c:v>
                </c:pt>
                <c:pt idx="1802">
                  <c:v>5.0355999999999998E-2</c:v>
                </c:pt>
                <c:pt idx="1803">
                  <c:v>5.0661400000000002E-2</c:v>
                </c:pt>
                <c:pt idx="1804">
                  <c:v>5.09668E-2</c:v>
                </c:pt>
                <c:pt idx="1805">
                  <c:v>5.1272199999999997E-2</c:v>
                </c:pt>
                <c:pt idx="1806">
                  <c:v>5.1577600000000001E-2</c:v>
                </c:pt>
                <c:pt idx="1807">
                  <c:v>5.1882999999999999E-2</c:v>
                </c:pt>
                <c:pt idx="1808">
                  <c:v>5.2188400000000003E-2</c:v>
                </c:pt>
                <c:pt idx="1809">
                  <c:v>5.24938E-2</c:v>
                </c:pt>
                <c:pt idx="1810">
                  <c:v>5.2799199999999998E-2</c:v>
                </c:pt>
                <c:pt idx="1811">
                  <c:v>5.3104600000000002E-2</c:v>
                </c:pt>
                <c:pt idx="1812">
                  <c:v>5.3409999999999999E-2</c:v>
                </c:pt>
                <c:pt idx="1813">
                  <c:v>5.3715400000000003E-2</c:v>
                </c:pt>
                <c:pt idx="1814">
                  <c:v>5.4020800000000001E-2</c:v>
                </c:pt>
                <c:pt idx="1815">
                  <c:v>5.4326199999999998E-2</c:v>
                </c:pt>
                <c:pt idx="1816">
                  <c:v>5.4631600000000002E-2</c:v>
                </c:pt>
                <c:pt idx="1817">
                  <c:v>5.4937E-2</c:v>
                </c:pt>
                <c:pt idx="1818">
                  <c:v>5.5242399999999997E-2</c:v>
                </c:pt>
                <c:pt idx="1819">
                  <c:v>5.5547800000000001E-2</c:v>
                </c:pt>
                <c:pt idx="1820">
                  <c:v>5.5853199999999999E-2</c:v>
                </c:pt>
                <c:pt idx="1821">
                  <c:v>5.6158600000000003E-2</c:v>
                </c:pt>
                <c:pt idx="1822">
                  <c:v>5.6464E-2</c:v>
                </c:pt>
                <c:pt idx="1823">
                  <c:v>5.6769399999999998E-2</c:v>
                </c:pt>
                <c:pt idx="1824">
                  <c:v>5.7074800000000002E-2</c:v>
                </c:pt>
                <c:pt idx="1825">
                  <c:v>5.7380199999999999E-2</c:v>
                </c:pt>
                <c:pt idx="1826">
                  <c:v>5.7685599999999997E-2</c:v>
                </c:pt>
                <c:pt idx="1827">
                  <c:v>5.7991000000000001E-2</c:v>
                </c:pt>
                <c:pt idx="1828">
                  <c:v>5.8296300000000002E-2</c:v>
                </c:pt>
                <c:pt idx="1829">
                  <c:v>5.86017E-2</c:v>
                </c:pt>
                <c:pt idx="1830">
                  <c:v>5.8907099999999997E-2</c:v>
                </c:pt>
                <c:pt idx="1831">
                  <c:v>5.9212500000000001E-2</c:v>
                </c:pt>
                <c:pt idx="1832">
                  <c:v>5.9517899999999999E-2</c:v>
                </c:pt>
                <c:pt idx="1833">
                  <c:v>5.9823300000000003E-2</c:v>
                </c:pt>
                <c:pt idx="1834">
                  <c:v>6.01287E-2</c:v>
                </c:pt>
                <c:pt idx="1835">
                  <c:v>6.0434099999999998E-2</c:v>
                </c:pt>
                <c:pt idx="1836">
                  <c:v>6.0739500000000002E-2</c:v>
                </c:pt>
                <c:pt idx="1837">
                  <c:v>6.1044899999999999E-2</c:v>
                </c:pt>
                <c:pt idx="1838">
                  <c:v>6.1350300000000003E-2</c:v>
                </c:pt>
                <c:pt idx="1839">
                  <c:v>6.1655700000000001E-2</c:v>
                </c:pt>
                <c:pt idx="1840">
                  <c:v>6.1961099999999998E-2</c:v>
                </c:pt>
                <c:pt idx="1841">
                  <c:v>6.2266500000000002E-2</c:v>
                </c:pt>
                <c:pt idx="1842">
                  <c:v>6.25719E-2</c:v>
                </c:pt>
                <c:pt idx="1843">
                  <c:v>6.2877299999999997E-2</c:v>
                </c:pt>
                <c:pt idx="1844">
                  <c:v>6.3182699999999994E-2</c:v>
                </c:pt>
                <c:pt idx="1845">
                  <c:v>6.3488100000000006E-2</c:v>
                </c:pt>
                <c:pt idx="1846">
                  <c:v>6.3793500000000003E-2</c:v>
                </c:pt>
                <c:pt idx="1847">
                  <c:v>6.40989E-2</c:v>
                </c:pt>
                <c:pt idx="1848">
                  <c:v>6.4404299999999998E-2</c:v>
                </c:pt>
                <c:pt idx="1849">
                  <c:v>6.4709699999999995E-2</c:v>
                </c:pt>
                <c:pt idx="1850">
                  <c:v>6.5015100000000006E-2</c:v>
                </c:pt>
                <c:pt idx="1851">
                  <c:v>6.5320500000000004E-2</c:v>
                </c:pt>
                <c:pt idx="1852">
                  <c:v>6.5625900000000001E-2</c:v>
                </c:pt>
                <c:pt idx="1853">
                  <c:v>6.5931299999999998E-2</c:v>
                </c:pt>
                <c:pt idx="1854">
                  <c:v>6.6236699999999996E-2</c:v>
                </c:pt>
                <c:pt idx="1855">
                  <c:v>6.6542100000000007E-2</c:v>
                </c:pt>
                <c:pt idx="1856">
                  <c:v>6.6847500000000004E-2</c:v>
                </c:pt>
                <c:pt idx="1857">
                  <c:v>6.7152900000000001E-2</c:v>
                </c:pt>
                <c:pt idx="1858">
                  <c:v>6.7458299999999999E-2</c:v>
                </c:pt>
                <c:pt idx="1859">
                  <c:v>6.7763699999999996E-2</c:v>
                </c:pt>
                <c:pt idx="1860">
                  <c:v>6.8069099999999993E-2</c:v>
                </c:pt>
                <c:pt idx="1861">
                  <c:v>6.8374500000000005E-2</c:v>
                </c:pt>
                <c:pt idx="1862">
                  <c:v>6.8679900000000002E-2</c:v>
                </c:pt>
                <c:pt idx="1863">
                  <c:v>6.8985299999999999E-2</c:v>
                </c:pt>
                <c:pt idx="1864">
                  <c:v>6.9290699999999997E-2</c:v>
                </c:pt>
                <c:pt idx="1865">
                  <c:v>6.9596099999999994E-2</c:v>
                </c:pt>
                <c:pt idx="1866">
                  <c:v>6.9901500000000005E-2</c:v>
                </c:pt>
                <c:pt idx="1867">
                  <c:v>7.0206900000000003E-2</c:v>
                </c:pt>
                <c:pt idx="1868">
                  <c:v>7.05123E-2</c:v>
                </c:pt>
                <c:pt idx="1869">
                  <c:v>7.0817699999999997E-2</c:v>
                </c:pt>
                <c:pt idx="1870">
                  <c:v>7.1123000000000006E-2</c:v>
                </c:pt>
                <c:pt idx="1871">
                  <c:v>7.1428400000000003E-2</c:v>
                </c:pt>
                <c:pt idx="1872">
                  <c:v>7.17338E-2</c:v>
                </c:pt>
                <c:pt idx="1873">
                  <c:v>7.2039199999999998E-2</c:v>
                </c:pt>
                <c:pt idx="1874">
                  <c:v>7.2344599999999995E-2</c:v>
                </c:pt>
                <c:pt idx="1875">
                  <c:v>7.2650000000000006E-2</c:v>
                </c:pt>
                <c:pt idx="1876">
                  <c:v>7.2955400000000004E-2</c:v>
                </c:pt>
                <c:pt idx="1877">
                  <c:v>7.3260800000000001E-2</c:v>
                </c:pt>
                <c:pt idx="1878">
                  <c:v>7.3566199999999998E-2</c:v>
                </c:pt>
                <c:pt idx="1879">
                  <c:v>7.3871599999999996E-2</c:v>
                </c:pt>
                <c:pt idx="1880">
                  <c:v>7.4177000000000007E-2</c:v>
                </c:pt>
                <c:pt idx="1881">
                  <c:v>7.4482400000000004E-2</c:v>
                </c:pt>
                <c:pt idx="1882">
                  <c:v>7.4787800000000001E-2</c:v>
                </c:pt>
                <c:pt idx="1883">
                  <c:v>7.5093199999999999E-2</c:v>
                </c:pt>
                <c:pt idx="1884">
                  <c:v>7.5398599999999996E-2</c:v>
                </c:pt>
                <c:pt idx="1885">
                  <c:v>7.5703999999999994E-2</c:v>
                </c:pt>
                <c:pt idx="1886">
                  <c:v>7.6009400000000005E-2</c:v>
                </c:pt>
                <c:pt idx="1887">
                  <c:v>7.6314800000000002E-2</c:v>
                </c:pt>
                <c:pt idx="1888">
                  <c:v>7.6620199999999999E-2</c:v>
                </c:pt>
                <c:pt idx="1889">
                  <c:v>7.6925599999999997E-2</c:v>
                </c:pt>
                <c:pt idx="1890">
                  <c:v>7.7230999999999994E-2</c:v>
                </c:pt>
                <c:pt idx="1891">
                  <c:v>7.7536400000000005E-2</c:v>
                </c:pt>
                <c:pt idx="1892">
                  <c:v>7.7841800000000003E-2</c:v>
                </c:pt>
                <c:pt idx="1893">
                  <c:v>7.81472E-2</c:v>
                </c:pt>
                <c:pt idx="1894">
                  <c:v>7.8452599999999997E-2</c:v>
                </c:pt>
                <c:pt idx="1895">
                  <c:v>7.8757999999999995E-2</c:v>
                </c:pt>
                <c:pt idx="1896">
                  <c:v>7.9063400000000006E-2</c:v>
                </c:pt>
                <c:pt idx="1897">
                  <c:v>7.9368800000000003E-2</c:v>
                </c:pt>
                <c:pt idx="1898">
                  <c:v>7.9674200000000001E-2</c:v>
                </c:pt>
                <c:pt idx="1899">
                  <c:v>7.9979599999999998E-2</c:v>
                </c:pt>
                <c:pt idx="1900">
                  <c:v>8.0284999999999995E-2</c:v>
                </c:pt>
                <c:pt idx="1901">
                  <c:v>8.0590400000000006E-2</c:v>
                </c:pt>
                <c:pt idx="1902">
                  <c:v>8.0895800000000004E-2</c:v>
                </c:pt>
                <c:pt idx="1903">
                  <c:v>8.1201200000000001E-2</c:v>
                </c:pt>
                <c:pt idx="1904">
                  <c:v>8.1506599999999998E-2</c:v>
                </c:pt>
                <c:pt idx="1905">
                  <c:v>8.1811999999999996E-2</c:v>
                </c:pt>
                <c:pt idx="1906">
                  <c:v>8.2117399999999993E-2</c:v>
                </c:pt>
                <c:pt idx="1907">
                  <c:v>8.2422800000000004E-2</c:v>
                </c:pt>
                <c:pt idx="1908">
                  <c:v>8.2728200000000002E-2</c:v>
                </c:pt>
                <c:pt idx="1909">
                  <c:v>8.3033599999999999E-2</c:v>
                </c:pt>
                <c:pt idx="1910">
                  <c:v>8.3338999999999996E-2</c:v>
                </c:pt>
                <c:pt idx="1911">
                  <c:v>8.3644399999999994E-2</c:v>
                </c:pt>
                <c:pt idx="1912">
                  <c:v>8.3949700000000002E-2</c:v>
                </c:pt>
                <c:pt idx="1913">
                  <c:v>8.4255099999999999E-2</c:v>
                </c:pt>
                <c:pt idx="1914">
                  <c:v>8.4560499999999997E-2</c:v>
                </c:pt>
                <c:pt idx="1915">
                  <c:v>8.4865899999999994E-2</c:v>
                </c:pt>
                <c:pt idx="1916">
                  <c:v>8.5171300000000005E-2</c:v>
                </c:pt>
                <c:pt idx="1917">
                  <c:v>8.5476700000000003E-2</c:v>
                </c:pt>
                <c:pt idx="1918">
                  <c:v>8.57821E-2</c:v>
                </c:pt>
                <c:pt idx="1919">
                  <c:v>8.6087499999999997E-2</c:v>
                </c:pt>
                <c:pt idx="1920">
                  <c:v>8.6392899999999995E-2</c:v>
                </c:pt>
                <c:pt idx="1921">
                  <c:v>8.6698300000000006E-2</c:v>
                </c:pt>
                <c:pt idx="1922">
                  <c:v>8.7003700000000003E-2</c:v>
                </c:pt>
                <c:pt idx="1923">
                  <c:v>8.7309100000000001E-2</c:v>
                </c:pt>
                <c:pt idx="1924">
                  <c:v>8.7614499999999998E-2</c:v>
                </c:pt>
                <c:pt idx="1925">
                  <c:v>8.7919899999999995E-2</c:v>
                </c:pt>
                <c:pt idx="1926">
                  <c:v>8.8225300000000006E-2</c:v>
                </c:pt>
                <c:pt idx="1927">
                  <c:v>8.8530700000000004E-2</c:v>
                </c:pt>
                <c:pt idx="1928">
                  <c:v>8.8836100000000001E-2</c:v>
                </c:pt>
                <c:pt idx="1929">
                  <c:v>8.9141499999999999E-2</c:v>
                </c:pt>
                <c:pt idx="1930">
                  <c:v>8.9446899999999996E-2</c:v>
                </c:pt>
                <c:pt idx="1931">
                  <c:v>8.9752299999999993E-2</c:v>
                </c:pt>
                <c:pt idx="1932">
                  <c:v>9.0057700000000004E-2</c:v>
                </c:pt>
                <c:pt idx="1933">
                  <c:v>9.0363100000000002E-2</c:v>
                </c:pt>
                <c:pt idx="1934">
                  <c:v>9.0668499999999999E-2</c:v>
                </c:pt>
                <c:pt idx="1935">
                  <c:v>9.0973899999999996E-2</c:v>
                </c:pt>
                <c:pt idx="1936">
                  <c:v>9.1279299999999994E-2</c:v>
                </c:pt>
                <c:pt idx="1937">
                  <c:v>9.1584700000000005E-2</c:v>
                </c:pt>
                <c:pt idx="1938">
                  <c:v>9.1890100000000002E-2</c:v>
                </c:pt>
                <c:pt idx="1939">
                  <c:v>9.21955E-2</c:v>
                </c:pt>
                <c:pt idx="1940">
                  <c:v>9.2500899999999997E-2</c:v>
                </c:pt>
                <c:pt idx="1941">
                  <c:v>9.2806299999999994E-2</c:v>
                </c:pt>
                <c:pt idx="1942">
                  <c:v>9.3111700000000006E-2</c:v>
                </c:pt>
                <c:pt idx="1943">
                  <c:v>9.3417100000000003E-2</c:v>
                </c:pt>
                <c:pt idx="1944">
                  <c:v>9.37225E-2</c:v>
                </c:pt>
                <c:pt idx="1945">
                  <c:v>9.4027899999999998E-2</c:v>
                </c:pt>
                <c:pt idx="1946">
                  <c:v>9.4333299999999995E-2</c:v>
                </c:pt>
                <c:pt idx="1947">
                  <c:v>9.4638700000000006E-2</c:v>
                </c:pt>
                <c:pt idx="1948">
                  <c:v>9.4944100000000003E-2</c:v>
                </c:pt>
                <c:pt idx="1949">
                  <c:v>9.5249500000000001E-2</c:v>
                </c:pt>
                <c:pt idx="1950">
                  <c:v>9.5554899999999998E-2</c:v>
                </c:pt>
                <c:pt idx="1951">
                  <c:v>9.5860299999999996E-2</c:v>
                </c:pt>
                <c:pt idx="1952">
                  <c:v>9.6165700000000007E-2</c:v>
                </c:pt>
                <c:pt idx="1953">
                  <c:v>9.6471100000000004E-2</c:v>
                </c:pt>
                <c:pt idx="1954">
                  <c:v>9.6776399999999999E-2</c:v>
                </c:pt>
                <c:pt idx="1955">
                  <c:v>9.7081799999999996E-2</c:v>
                </c:pt>
                <c:pt idx="1956">
                  <c:v>9.7387199999999993E-2</c:v>
                </c:pt>
                <c:pt idx="1957">
                  <c:v>9.7692600000000004E-2</c:v>
                </c:pt>
                <c:pt idx="1958">
                  <c:v>9.7998000000000002E-2</c:v>
                </c:pt>
                <c:pt idx="1959">
                  <c:v>9.8303399999999999E-2</c:v>
                </c:pt>
                <c:pt idx="1960">
                  <c:v>9.8608799999999996E-2</c:v>
                </c:pt>
                <c:pt idx="1961">
                  <c:v>9.8914199999999994E-2</c:v>
                </c:pt>
                <c:pt idx="1962">
                  <c:v>9.9219600000000005E-2</c:v>
                </c:pt>
                <c:pt idx="1963">
                  <c:v>9.9525000000000002E-2</c:v>
                </c:pt>
                <c:pt idx="1964">
                  <c:v>9.98304E-2</c:v>
                </c:pt>
                <c:pt idx="1965">
                  <c:v>0.100136</c:v>
                </c:pt>
                <c:pt idx="1966">
                  <c:v>0.100441</c:v>
                </c:pt>
                <c:pt idx="1967">
                  <c:v>0.100747</c:v>
                </c:pt>
                <c:pt idx="1968">
                  <c:v>0.101052</c:v>
                </c:pt>
                <c:pt idx="1969">
                  <c:v>0.101357</c:v>
                </c:pt>
                <c:pt idx="1970">
                  <c:v>0.101663</c:v>
                </c:pt>
                <c:pt idx="1971">
                  <c:v>0.101968</c:v>
                </c:pt>
                <c:pt idx="1972">
                  <c:v>0.102274</c:v>
                </c:pt>
                <c:pt idx="1973">
                  <c:v>0.102579</c:v>
                </c:pt>
                <c:pt idx="1974">
                  <c:v>0.102884</c:v>
                </c:pt>
                <c:pt idx="1975">
                  <c:v>0.10319</c:v>
                </c:pt>
                <c:pt idx="1976">
                  <c:v>0.103495</c:v>
                </c:pt>
                <c:pt idx="1977">
                  <c:v>0.103801</c:v>
                </c:pt>
                <c:pt idx="1978">
                  <c:v>0.104106</c:v>
                </c:pt>
                <c:pt idx="1979">
                  <c:v>0.104411</c:v>
                </c:pt>
                <c:pt idx="1980">
                  <c:v>0.104717</c:v>
                </c:pt>
                <c:pt idx="1981">
                  <c:v>0.105022</c:v>
                </c:pt>
                <c:pt idx="1982">
                  <c:v>0.105328</c:v>
                </c:pt>
                <c:pt idx="1983">
                  <c:v>0.105633</c:v>
                </c:pt>
                <c:pt idx="1984">
                  <c:v>0.105938</c:v>
                </c:pt>
                <c:pt idx="1985">
                  <c:v>0.10624400000000001</c:v>
                </c:pt>
                <c:pt idx="1986">
                  <c:v>0.106549</c:v>
                </c:pt>
                <c:pt idx="1987">
                  <c:v>0.10685500000000001</c:v>
                </c:pt>
                <c:pt idx="1988">
                  <c:v>0.10716000000000001</c:v>
                </c:pt>
                <c:pt idx="1989">
                  <c:v>0.107465</c:v>
                </c:pt>
                <c:pt idx="1990">
                  <c:v>0.10777100000000001</c:v>
                </c:pt>
                <c:pt idx="1991">
                  <c:v>0.10807600000000001</c:v>
                </c:pt>
                <c:pt idx="1992">
                  <c:v>0.10838200000000001</c:v>
                </c:pt>
                <c:pt idx="1993">
                  <c:v>0.10868700000000001</c:v>
                </c:pt>
                <c:pt idx="1994">
                  <c:v>0.10899200000000001</c:v>
                </c:pt>
                <c:pt idx="1995">
                  <c:v>0.10929800000000001</c:v>
                </c:pt>
                <c:pt idx="1996">
                  <c:v>0.10960300000000001</c:v>
                </c:pt>
                <c:pt idx="1997">
                  <c:v>0.10990900000000001</c:v>
                </c:pt>
                <c:pt idx="1998">
                  <c:v>0.11021400000000001</c:v>
                </c:pt>
                <c:pt idx="1999">
                  <c:v>0.11051900000000001</c:v>
                </c:pt>
                <c:pt idx="2000">
                  <c:v>0.11082500000000001</c:v>
                </c:pt>
                <c:pt idx="2001">
                  <c:v>0.11113000000000001</c:v>
                </c:pt>
                <c:pt idx="2002">
                  <c:v>0.11143599999999999</c:v>
                </c:pt>
                <c:pt idx="2003">
                  <c:v>0.11174099999999999</c:v>
                </c:pt>
                <c:pt idx="2004">
                  <c:v>0.11204600000000001</c:v>
                </c:pt>
                <c:pt idx="2005">
                  <c:v>0.11235199999999999</c:v>
                </c:pt>
                <c:pt idx="2006">
                  <c:v>0.11265699999999999</c:v>
                </c:pt>
                <c:pt idx="2007">
                  <c:v>0.11296299999999999</c:v>
                </c:pt>
                <c:pt idx="2008">
                  <c:v>0.11326799999999999</c:v>
                </c:pt>
                <c:pt idx="2009">
                  <c:v>0.11357299999999999</c:v>
                </c:pt>
                <c:pt idx="2010">
                  <c:v>0.11387899999999999</c:v>
                </c:pt>
                <c:pt idx="2011">
                  <c:v>0.11418399999999999</c:v>
                </c:pt>
                <c:pt idx="2012">
                  <c:v>0.11448999999999999</c:v>
                </c:pt>
                <c:pt idx="2013">
                  <c:v>0.11479499999999999</c:v>
                </c:pt>
                <c:pt idx="2014">
                  <c:v>0.11509999999999999</c:v>
                </c:pt>
                <c:pt idx="2015">
                  <c:v>0.11540599999999999</c:v>
                </c:pt>
                <c:pt idx="2016">
                  <c:v>0.11571099999999999</c:v>
                </c:pt>
                <c:pt idx="2017">
                  <c:v>0.11601599999999999</c:v>
                </c:pt>
                <c:pt idx="2018">
                  <c:v>0.11632199999999999</c:v>
                </c:pt>
                <c:pt idx="2019">
                  <c:v>0.11662699999999999</c:v>
                </c:pt>
                <c:pt idx="2020">
                  <c:v>0.116933</c:v>
                </c:pt>
                <c:pt idx="2021">
                  <c:v>0.11723799999999999</c:v>
                </c:pt>
                <c:pt idx="2022">
                  <c:v>0.11754299999999999</c:v>
                </c:pt>
                <c:pt idx="2023">
                  <c:v>0.117849</c:v>
                </c:pt>
                <c:pt idx="2024">
                  <c:v>0.118154</c:v>
                </c:pt>
                <c:pt idx="2025">
                  <c:v>0.11846</c:v>
                </c:pt>
                <c:pt idx="2026">
                  <c:v>0.118765</c:v>
                </c:pt>
                <c:pt idx="2027">
                  <c:v>0.11907</c:v>
                </c:pt>
                <c:pt idx="2028">
                  <c:v>0.119376</c:v>
                </c:pt>
                <c:pt idx="2029">
                  <c:v>0.119681</c:v>
                </c:pt>
                <c:pt idx="2030">
                  <c:v>0.119987</c:v>
                </c:pt>
                <c:pt idx="2031">
                  <c:v>0.120292</c:v>
                </c:pt>
                <c:pt idx="2032">
                  <c:v>0.120597</c:v>
                </c:pt>
                <c:pt idx="2033">
                  <c:v>0.120903</c:v>
                </c:pt>
                <c:pt idx="2034">
                  <c:v>0.121208</c:v>
                </c:pt>
                <c:pt idx="2035">
                  <c:v>0.121514</c:v>
                </c:pt>
                <c:pt idx="2036">
                  <c:v>0.121819</c:v>
                </c:pt>
                <c:pt idx="2037">
                  <c:v>0.122124</c:v>
                </c:pt>
                <c:pt idx="2038">
                  <c:v>0.12243</c:v>
                </c:pt>
                <c:pt idx="2039">
                  <c:v>0.122735</c:v>
                </c:pt>
                <c:pt idx="2040">
                  <c:v>0.123041</c:v>
                </c:pt>
                <c:pt idx="2041">
                  <c:v>0.123346</c:v>
                </c:pt>
                <c:pt idx="2042">
                  <c:v>0.123651</c:v>
                </c:pt>
                <c:pt idx="2043">
                  <c:v>0.123957</c:v>
                </c:pt>
                <c:pt idx="2044">
                  <c:v>0.124262</c:v>
                </c:pt>
                <c:pt idx="2045">
                  <c:v>0.124568</c:v>
                </c:pt>
                <c:pt idx="2046">
                  <c:v>0.124873</c:v>
                </c:pt>
                <c:pt idx="2047">
                  <c:v>0.12517800000000001</c:v>
                </c:pt>
                <c:pt idx="2048">
                  <c:v>0.12548400000000001</c:v>
                </c:pt>
                <c:pt idx="2049">
                  <c:v>0.12578900000000001</c:v>
                </c:pt>
                <c:pt idx="2050">
                  <c:v>0.12609500000000001</c:v>
                </c:pt>
                <c:pt idx="2051">
                  <c:v>0.12640000000000001</c:v>
                </c:pt>
                <c:pt idx="2052">
                  <c:v>0.12670500000000001</c:v>
                </c:pt>
                <c:pt idx="2053">
                  <c:v>0.12701100000000001</c:v>
                </c:pt>
                <c:pt idx="2054">
                  <c:v>0.12731600000000001</c:v>
                </c:pt>
                <c:pt idx="2055">
                  <c:v>0.12762200000000001</c:v>
                </c:pt>
                <c:pt idx="2056">
                  <c:v>0.12792700000000001</c:v>
                </c:pt>
                <c:pt idx="2057">
                  <c:v>0.12823200000000001</c:v>
                </c:pt>
                <c:pt idx="2058">
                  <c:v>0.12853800000000001</c:v>
                </c:pt>
                <c:pt idx="2059">
                  <c:v>0.12884300000000001</c:v>
                </c:pt>
                <c:pt idx="2060">
                  <c:v>0.12914900000000001</c:v>
                </c:pt>
                <c:pt idx="2061">
                  <c:v>0.12945400000000001</c:v>
                </c:pt>
                <c:pt idx="2062">
                  <c:v>0.12975900000000001</c:v>
                </c:pt>
                <c:pt idx="2063">
                  <c:v>0.13006499999999999</c:v>
                </c:pt>
                <c:pt idx="2064">
                  <c:v>0.13037000000000001</c:v>
                </c:pt>
                <c:pt idx="2065">
                  <c:v>0.13067599999999999</c:v>
                </c:pt>
                <c:pt idx="2066">
                  <c:v>0.13098099999999999</c:v>
                </c:pt>
                <c:pt idx="2067">
                  <c:v>0.13128600000000001</c:v>
                </c:pt>
                <c:pt idx="2068">
                  <c:v>0.13159199999999999</c:v>
                </c:pt>
                <c:pt idx="2069">
                  <c:v>0.13189699999999999</c:v>
                </c:pt>
                <c:pt idx="2070">
                  <c:v>0.13220299999999999</c:v>
                </c:pt>
                <c:pt idx="2071">
                  <c:v>0.13250799999999999</c:v>
                </c:pt>
                <c:pt idx="2072">
                  <c:v>0.13281299999999999</c:v>
                </c:pt>
                <c:pt idx="2073">
                  <c:v>0.13311899999999999</c:v>
                </c:pt>
                <c:pt idx="2074">
                  <c:v>0.13342399999999999</c:v>
                </c:pt>
                <c:pt idx="2075">
                  <c:v>0.13372999999999999</c:v>
                </c:pt>
                <c:pt idx="2076">
                  <c:v>0.13403499999999999</c:v>
                </c:pt>
                <c:pt idx="2077">
                  <c:v>0.13433999999999999</c:v>
                </c:pt>
                <c:pt idx="2078">
                  <c:v>0.13464599999999999</c:v>
                </c:pt>
                <c:pt idx="2079">
                  <c:v>0.13495099999999999</c:v>
                </c:pt>
                <c:pt idx="2080">
                  <c:v>0.13525699999999999</c:v>
                </c:pt>
                <c:pt idx="2081">
                  <c:v>0.13556199999999999</c:v>
                </c:pt>
                <c:pt idx="2082">
                  <c:v>0.13586699999999999</c:v>
                </c:pt>
                <c:pt idx="2083">
                  <c:v>0.13617299999999999</c:v>
                </c:pt>
                <c:pt idx="2084">
                  <c:v>0.13647799999999999</c:v>
                </c:pt>
                <c:pt idx="2085">
                  <c:v>0.13678399999999999</c:v>
                </c:pt>
                <c:pt idx="2086">
                  <c:v>0.13708899999999999</c:v>
                </c:pt>
                <c:pt idx="2087">
                  <c:v>0.13739399999999999</c:v>
                </c:pt>
                <c:pt idx="2088">
                  <c:v>0.13769999999999999</c:v>
                </c:pt>
                <c:pt idx="2089">
                  <c:v>0.13800499999999999</c:v>
                </c:pt>
                <c:pt idx="2090">
                  <c:v>0.13831099999999999</c:v>
                </c:pt>
                <c:pt idx="2091">
                  <c:v>0.13861599999999999</c:v>
                </c:pt>
                <c:pt idx="2092">
                  <c:v>0.13892099999999999</c:v>
                </c:pt>
                <c:pt idx="2093">
                  <c:v>0.13922699999999999</c:v>
                </c:pt>
                <c:pt idx="2094">
                  <c:v>0.13953199999999999</c:v>
                </c:pt>
                <c:pt idx="2095">
                  <c:v>0.13983799999999999</c:v>
                </c:pt>
                <c:pt idx="2096">
                  <c:v>0.14014299999999999</c:v>
                </c:pt>
                <c:pt idx="2097">
                  <c:v>0.14044799999999999</c:v>
                </c:pt>
                <c:pt idx="2098">
                  <c:v>0.14075399999999999</c:v>
                </c:pt>
                <c:pt idx="2099">
                  <c:v>0.14105899999999999</c:v>
                </c:pt>
                <c:pt idx="2100">
                  <c:v>0.14136499999999999</c:v>
                </c:pt>
                <c:pt idx="2101">
                  <c:v>0.14166999999999999</c:v>
                </c:pt>
                <c:pt idx="2102">
                  <c:v>0.14197499999999999</c:v>
                </c:pt>
                <c:pt idx="2103">
                  <c:v>0.14228099999999999</c:v>
                </c:pt>
                <c:pt idx="2104">
                  <c:v>0.14258599999999999</c:v>
                </c:pt>
                <c:pt idx="2105">
                  <c:v>0.14289099999999999</c:v>
                </c:pt>
                <c:pt idx="2106">
                  <c:v>0.14319699999999999</c:v>
                </c:pt>
                <c:pt idx="2107">
                  <c:v>0.14350199999999999</c:v>
                </c:pt>
                <c:pt idx="2108">
                  <c:v>0.14380799999999999</c:v>
                </c:pt>
                <c:pt idx="2109">
                  <c:v>0.14411299999999999</c:v>
                </c:pt>
                <c:pt idx="2110">
                  <c:v>0.14441799999999999</c:v>
                </c:pt>
                <c:pt idx="2111">
                  <c:v>0.14472399999999999</c:v>
                </c:pt>
                <c:pt idx="2112">
                  <c:v>0.14502899999999999</c:v>
                </c:pt>
                <c:pt idx="2113">
                  <c:v>0.14533499999999999</c:v>
                </c:pt>
                <c:pt idx="2114">
                  <c:v>0.14563999999999999</c:v>
                </c:pt>
                <c:pt idx="2115">
                  <c:v>0.14594499999999999</c:v>
                </c:pt>
                <c:pt idx="2116">
                  <c:v>0.14625099999999999</c:v>
                </c:pt>
                <c:pt idx="2117">
                  <c:v>0.14655599999999999</c:v>
                </c:pt>
                <c:pt idx="2118">
                  <c:v>0.14686199999999999</c:v>
                </c:pt>
                <c:pt idx="2119">
                  <c:v>0.14716699999999999</c:v>
                </c:pt>
                <c:pt idx="2120">
                  <c:v>0.14747199999999999</c:v>
                </c:pt>
                <c:pt idx="2121">
                  <c:v>0.14777799999999999</c:v>
                </c:pt>
                <c:pt idx="2122">
                  <c:v>0.14808299999999999</c:v>
                </c:pt>
                <c:pt idx="2123">
                  <c:v>0.14838899999999999</c:v>
                </c:pt>
                <c:pt idx="2124">
                  <c:v>0.14869399999999999</c:v>
                </c:pt>
                <c:pt idx="2125">
                  <c:v>0.14899899999999999</c:v>
                </c:pt>
                <c:pt idx="2126">
                  <c:v>0.14930499999999999</c:v>
                </c:pt>
                <c:pt idx="2127">
                  <c:v>0.14960999999999999</c:v>
                </c:pt>
                <c:pt idx="2128">
                  <c:v>0.14991599999999999</c:v>
                </c:pt>
                <c:pt idx="2129">
                  <c:v>0.15022099999999999</c:v>
                </c:pt>
                <c:pt idx="2130">
                  <c:v>0.15052599999999999</c:v>
                </c:pt>
                <c:pt idx="2131">
                  <c:v>0.15083199999999999</c:v>
                </c:pt>
                <c:pt idx="2132">
                  <c:v>0.15113699999999999</c:v>
                </c:pt>
                <c:pt idx="2133">
                  <c:v>0.15144299999999999</c:v>
                </c:pt>
                <c:pt idx="2134">
                  <c:v>0.15174799999999999</c:v>
                </c:pt>
                <c:pt idx="2135">
                  <c:v>0.15205299999999999</c:v>
                </c:pt>
                <c:pt idx="2136">
                  <c:v>0.15235899999999999</c:v>
                </c:pt>
                <c:pt idx="2137">
                  <c:v>0.15266399999999999</c:v>
                </c:pt>
                <c:pt idx="2138">
                  <c:v>0.15296999999999999</c:v>
                </c:pt>
                <c:pt idx="2139">
                  <c:v>0.15327499999999999</c:v>
                </c:pt>
                <c:pt idx="2140">
                  <c:v>0.15357999999999999</c:v>
                </c:pt>
                <c:pt idx="2141">
                  <c:v>0.153886</c:v>
                </c:pt>
                <c:pt idx="2142">
                  <c:v>0.15419099999999999</c:v>
                </c:pt>
                <c:pt idx="2143">
                  <c:v>0.154497</c:v>
                </c:pt>
                <c:pt idx="2144">
                  <c:v>0.154802</c:v>
                </c:pt>
                <c:pt idx="2145">
                  <c:v>0.15510699999999999</c:v>
                </c:pt>
                <c:pt idx="2146">
                  <c:v>0.155413</c:v>
                </c:pt>
                <c:pt idx="2147">
                  <c:v>0.155718</c:v>
                </c:pt>
                <c:pt idx="2148">
                  <c:v>0.156024</c:v>
                </c:pt>
                <c:pt idx="2149">
                  <c:v>0.156329</c:v>
                </c:pt>
                <c:pt idx="2150">
                  <c:v>0.156634</c:v>
                </c:pt>
                <c:pt idx="2151">
                  <c:v>0.15694</c:v>
                </c:pt>
                <c:pt idx="2152">
                  <c:v>0.157245</c:v>
                </c:pt>
                <c:pt idx="2153">
                  <c:v>0.157551</c:v>
                </c:pt>
                <c:pt idx="2154">
                  <c:v>0.157856</c:v>
                </c:pt>
                <c:pt idx="2155">
                  <c:v>0.158161</c:v>
                </c:pt>
                <c:pt idx="2156">
                  <c:v>0.158467</c:v>
                </c:pt>
                <c:pt idx="2157">
                  <c:v>0.158772</c:v>
                </c:pt>
                <c:pt idx="2158">
                  <c:v>0.159078</c:v>
                </c:pt>
                <c:pt idx="2159">
                  <c:v>0.159383</c:v>
                </c:pt>
                <c:pt idx="2160">
                  <c:v>0.159688</c:v>
                </c:pt>
                <c:pt idx="2161">
                  <c:v>0.159994</c:v>
                </c:pt>
                <c:pt idx="2162">
                  <c:v>0.160299</c:v>
                </c:pt>
                <c:pt idx="2163">
                  <c:v>0.160605</c:v>
                </c:pt>
                <c:pt idx="2164">
                  <c:v>0.16091</c:v>
                </c:pt>
                <c:pt idx="2165">
                  <c:v>0.161215</c:v>
                </c:pt>
                <c:pt idx="2166">
                  <c:v>0.161521</c:v>
                </c:pt>
                <c:pt idx="2167">
                  <c:v>0.161826</c:v>
                </c:pt>
                <c:pt idx="2168">
                  <c:v>0.162132</c:v>
                </c:pt>
                <c:pt idx="2169">
                  <c:v>0.162437</c:v>
                </c:pt>
                <c:pt idx="2170">
                  <c:v>0.162742</c:v>
                </c:pt>
                <c:pt idx="2171">
                  <c:v>0.163048</c:v>
                </c:pt>
                <c:pt idx="2172">
                  <c:v>0.163353</c:v>
                </c:pt>
                <c:pt idx="2173">
                  <c:v>0.163659</c:v>
                </c:pt>
                <c:pt idx="2174">
                  <c:v>0.163964</c:v>
                </c:pt>
                <c:pt idx="2175">
                  <c:v>0.164269</c:v>
                </c:pt>
                <c:pt idx="2176">
                  <c:v>0.164575</c:v>
                </c:pt>
                <c:pt idx="2177">
                  <c:v>0.16488</c:v>
                </c:pt>
                <c:pt idx="2178">
                  <c:v>0.165186</c:v>
                </c:pt>
                <c:pt idx="2179">
                  <c:v>0.165491</c:v>
                </c:pt>
                <c:pt idx="2180">
                  <c:v>0.165796</c:v>
                </c:pt>
                <c:pt idx="2181">
                  <c:v>0.166102</c:v>
                </c:pt>
                <c:pt idx="2182">
                  <c:v>0.166407</c:v>
                </c:pt>
                <c:pt idx="2183">
                  <c:v>0.166713</c:v>
                </c:pt>
                <c:pt idx="2184">
                  <c:v>0.167018</c:v>
                </c:pt>
                <c:pt idx="2185">
                  <c:v>0.167323</c:v>
                </c:pt>
                <c:pt idx="2186">
                  <c:v>0.167629</c:v>
                </c:pt>
                <c:pt idx="2187">
                  <c:v>0.167934</c:v>
                </c:pt>
                <c:pt idx="2188">
                  <c:v>0.168239</c:v>
                </c:pt>
                <c:pt idx="2189">
                  <c:v>0.168545</c:v>
                </c:pt>
                <c:pt idx="2190">
                  <c:v>0.16885</c:v>
                </c:pt>
                <c:pt idx="2191">
                  <c:v>0.169156</c:v>
                </c:pt>
                <c:pt idx="2192">
                  <c:v>0.169461</c:v>
                </c:pt>
                <c:pt idx="2193">
                  <c:v>0.169766</c:v>
                </c:pt>
                <c:pt idx="2194">
                  <c:v>0.170072</c:v>
                </c:pt>
                <c:pt idx="2195">
                  <c:v>0.170377</c:v>
                </c:pt>
                <c:pt idx="2196">
                  <c:v>0.170683</c:v>
                </c:pt>
                <c:pt idx="2197">
                  <c:v>0.170988</c:v>
                </c:pt>
                <c:pt idx="2198">
                  <c:v>0.171293</c:v>
                </c:pt>
                <c:pt idx="2199">
                  <c:v>0.171599</c:v>
                </c:pt>
                <c:pt idx="2200">
                  <c:v>0.171904</c:v>
                </c:pt>
                <c:pt idx="2201">
                  <c:v>0.17221</c:v>
                </c:pt>
                <c:pt idx="2202">
                  <c:v>0.172515</c:v>
                </c:pt>
                <c:pt idx="2203">
                  <c:v>0.17282</c:v>
                </c:pt>
                <c:pt idx="2204">
                  <c:v>0.173126</c:v>
                </c:pt>
                <c:pt idx="2205">
                  <c:v>0.173431</c:v>
                </c:pt>
                <c:pt idx="2206">
                  <c:v>0.173737</c:v>
                </c:pt>
                <c:pt idx="2207">
                  <c:v>0.174042</c:v>
                </c:pt>
                <c:pt idx="2208">
                  <c:v>0.174347</c:v>
                </c:pt>
                <c:pt idx="2209">
                  <c:v>0.174653</c:v>
                </c:pt>
                <c:pt idx="2210">
                  <c:v>0.174958</c:v>
                </c:pt>
                <c:pt idx="2211">
                  <c:v>0.175264</c:v>
                </c:pt>
                <c:pt idx="2212">
                  <c:v>0.175569</c:v>
                </c:pt>
                <c:pt idx="2213">
                  <c:v>0.175874</c:v>
                </c:pt>
                <c:pt idx="2214">
                  <c:v>0.17618</c:v>
                </c:pt>
                <c:pt idx="2215">
                  <c:v>0.176485</c:v>
                </c:pt>
                <c:pt idx="2216">
                  <c:v>0.176791</c:v>
                </c:pt>
                <c:pt idx="2217">
                  <c:v>0.177096</c:v>
                </c:pt>
                <c:pt idx="2218">
                  <c:v>0.177401</c:v>
                </c:pt>
                <c:pt idx="2219">
                  <c:v>0.177707</c:v>
                </c:pt>
                <c:pt idx="2220">
                  <c:v>0.178012</c:v>
                </c:pt>
                <c:pt idx="2221">
                  <c:v>0.178318</c:v>
                </c:pt>
                <c:pt idx="2222">
                  <c:v>0.178623</c:v>
                </c:pt>
                <c:pt idx="2223">
                  <c:v>0.178928</c:v>
                </c:pt>
                <c:pt idx="2224">
                  <c:v>0.179234</c:v>
                </c:pt>
                <c:pt idx="2225">
                  <c:v>0.179539</c:v>
                </c:pt>
                <c:pt idx="2226">
                  <c:v>0.179845</c:v>
                </c:pt>
                <c:pt idx="2227">
                  <c:v>0.18015</c:v>
                </c:pt>
                <c:pt idx="2228">
                  <c:v>0.180455</c:v>
                </c:pt>
                <c:pt idx="2229">
                  <c:v>0.18076100000000001</c:v>
                </c:pt>
                <c:pt idx="2230">
                  <c:v>0.181066</c:v>
                </c:pt>
                <c:pt idx="2231">
                  <c:v>0.18137200000000001</c:v>
                </c:pt>
                <c:pt idx="2232">
                  <c:v>0.18167700000000001</c:v>
                </c:pt>
                <c:pt idx="2233">
                  <c:v>0.181982</c:v>
                </c:pt>
                <c:pt idx="2234">
                  <c:v>0.18228800000000001</c:v>
                </c:pt>
                <c:pt idx="2235">
                  <c:v>0.18259300000000001</c:v>
                </c:pt>
                <c:pt idx="2236">
                  <c:v>0.18289900000000001</c:v>
                </c:pt>
                <c:pt idx="2237">
                  <c:v>0.18320400000000001</c:v>
                </c:pt>
                <c:pt idx="2238">
                  <c:v>0.18350900000000001</c:v>
                </c:pt>
                <c:pt idx="2239">
                  <c:v>0.18381500000000001</c:v>
                </c:pt>
                <c:pt idx="2240">
                  <c:v>0.18412000000000001</c:v>
                </c:pt>
                <c:pt idx="2241">
                  <c:v>0.18442600000000001</c:v>
                </c:pt>
                <c:pt idx="2242">
                  <c:v>0.18473100000000001</c:v>
                </c:pt>
                <c:pt idx="2243">
                  <c:v>0.18503600000000001</c:v>
                </c:pt>
                <c:pt idx="2244">
                  <c:v>0.18534200000000001</c:v>
                </c:pt>
                <c:pt idx="2245">
                  <c:v>0.18564700000000001</c:v>
                </c:pt>
                <c:pt idx="2246">
                  <c:v>0.18595300000000001</c:v>
                </c:pt>
                <c:pt idx="2247">
                  <c:v>0.18625800000000001</c:v>
                </c:pt>
                <c:pt idx="2248">
                  <c:v>0.18656300000000001</c:v>
                </c:pt>
                <c:pt idx="2249">
                  <c:v>0.18686900000000001</c:v>
                </c:pt>
                <c:pt idx="2250">
                  <c:v>0.18717400000000001</c:v>
                </c:pt>
                <c:pt idx="2251">
                  <c:v>0.18748000000000001</c:v>
                </c:pt>
                <c:pt idx="2252">
                  <c:v>0.18778500000000001</c:v>
                </c:pt>
                <c:pt idx="2253">
                  <c:v>0.18809000000000001</c:v>
                </c:pt>
                <c:pt idx="2254">
                  <c:v>0.18839600000000001</c:v>
                </c:pt>
                <c:pt idx="2255">
                  <c:v>0.18870100000000001</c:v>
                </c:pt>
                <c:pt idx="2256">
                  <c:v>0.18900700000000001</c:v>
                </c:pt>
                <c:pt idx="2257">
                  <c:v>0.18931200000000001</c:v>
                </c:pt>
                <c:pt idx="2258">
                  <c:v>0.18961700000000001</c:v>
                </c:pt>
                <c:pt idx="2259">
                  <c:v>0.18992300000000001</c:v>
                </c:pt>
                <c:pt idx="2260">
                  <c:v>0.19022800000000001</c:v>
                </c:pt>
                <c:pt idx="2261">
                  <c:v>0.19053400000000001</c:v>
                </c:pt>
                <c:pt idx="2262">
                  <c:v>0.19083900000000001</c:v>
                </c:pt>
                <c:pt idx="2263">
                  <c:v>0.19114400000000001</c:v>
                </c:pt>
                <c:pt idx="2264">
                  <c:v>0.19145000000000001</c:v>
                </c:pt>
                <c:pt idx="2265">
                  <c:v>0.19175500000000001</c:v>
                </c:pt>
                <c:pt idx="2266">
                  <c:v>0.19206100000000001</c:v>
                </c:pt>
                <c:pt idx="2267">
                  <c:v>0.19236600000000001</c:v>
                </c:pt>
                <c:pt idx="2268">
                  <c:v>0.19267100000000001</c:v>
                </c:pt>
                <c:pt idx="2269">
                  <c:v>0.19297700000000001</c:v>
                </c:pt>
                <c:pt idx="2270">
                  <c:v>0.19328200000000001</c:v>
                </c:pt>
                <c:pt idx="2271">
                  <c:v>0.19358700000000001</c:v>
                </c:pt>
                <c:pt idx="2272">
                  <c:v>0.19389300000000001</c:v>
                </c:pt>
                <c:pt idx="2273">
                  <c:v>0.19419800000000001</c:v>
                </c:pt>
                <c:pt idx="2274">
                  <c:v>0.19450400000000001</c:v>
                </c:pt>
                <c:pt idx="2275">
                  <c:v>0.19480900000000001</c:v>
                </c:pt>
                <c:pt idx="2276">
                  <c:v>0.19511400000000001</c:v>
                </c:pt>
                <c:pt idx="2277">
                  <c:v>0.19542000000000001</c:v>
                </c:pt>
                <c:pt idx="2278">
                  <c:v>0.19572500000000001</c:v>
                </c:pt>
                <c:pt idx="2279">
                  <c:v>0.19603100000000001</c:v>
                </c:pt>
                <c:pt idx="2280">
                  <c:v>0.19633600000000001</c:v>
                </c:pt>
                <c:pt idx="2281">
                  <c:v>0.19664100000000001</c:v>
                </c:pt>
                <c:pt idx="2282">
                  <c:v>0.19694700000000001</c:v>
                </c:pt>
                <c:pt idx="2283">
                  <c:v>0.19725200000000001</c:v>
                </c:pt>
                <c:pt idx="2284">
                  <c:v>0.19755800000000001</c:v>
                </c:pt>
                <c:pt idx="2285">
                  <c:v>0.19786300000000001</c:v>
                </c:pt>
                <c:pt idx="2286">
                  <c:v>0.19816800000000001</c:v>
                </c:pt>
                <c:pt idx="2287">
                  <c:v>0.19847400000000001</c:v>
                </c:pt>
                <c:pt idx="2288">
                  <c:v>0.19877900000000001</c:v>
                </c:pt>
                <c:pt idx="2289">
                  <c:v>0.19908500000000001</c:v>
                </c:pt>
                <c:pt idx="2290">
                  <c:v>0.19939000000000001</c:v>
                </c:pt>
                <c:pt idx="2291">
                  <c:v>0.19969500000000001</c:v>
                </c:pt>
                <c:pt idx="2292">
                  <c:v>0.20000100000000001</c:v>
                </c:pt>
                <c:pt idx="2293">
                  <c:v>0.20030600000000001</c:v>
                </c:pt>
                <c:pt idx="2294">
                  <c:v>0.20061200000000001</c:v>
                </c:pt>
                <c:pt idx="2295">
                  <c:v>0.20091700000000001</c:v>
                </c:pt>
                <c:pt idx="2296">
                  <c:v>0.20122200000000001</c:v>
                </c:pt>
                <c:pt idx="2297">
                  <c:v>0.20152800000000001</c:v>
                </c:pt>
                <c:pt idx="2298">
                  <c:v>0.20183300000000001</c:v>
                </c:pt>
                <c:pt idx="2299">
                  <c:v>0.20213900000000001</c:v>
                </c:pt>
                <c:pt idx="2300">
                  <c:v>0.20244400000000001</c:v>
                </c:pt>
                <c:pt idx="2301">
                  <c:v>0.20274900000000001</c:v>
                </c:pt>
                <c:pt idx="2302">
                  <c:v>0.20305500000000001</c:v>
                </c:pt>
                <c:pt idx="2303">
                  <c:v>0.20336000000000001</c:v>
                </c:pt>
                <c:pt idx="2304">
                  <c:v>0.20366600000000001</c:v>
                </c:pt>
                <c:pt idx="2305">
                  <c:v>0.20397100000000001</c:v>
                </c:pt>
                <c:pt idx="2306">
                  <c:v>0.20427600000000001</c:v>
                </c:pt>
                <c:pt idx="2307">
                  <c:v>0.20458200000000001</c:v>
                </c:pt>
                <c:pt idx="2308">
                  <c:v>0.20488700000000001</c:v>
                </c:pt>
                <c:pt idx="2309">
                  <c:v>0.20519299999999999</c:v>
                </c:pt>
                <c:pt idx="2310">
                  <c:v>0.20549799999999999</c:v>
                </c:pt>
                <c:pt idx="2311">
                  <c:v>0.20580300000000001</c:v>
                </c:pt>
                <c:pt idx="2312">
                  <c:v>0.20610899999999999</c:v>
                </c:pt>
                <c:pt idx="2313">
                  <c:v>0.20641399999999999</c:v>
                </c:pt>
                <c:pt idx="2314">
                  <c:v>0.20671999999999999</c:v>
                </c:pt>
                <c:pt idx="2315">
                  <c:v>0.20702499999999999</c:v>
                </c:pt>
                <c:pt idx="2316">
                  <c:v>0.20732999999999999</c:v>
                </c:pt>
                <c:pt idx="2317">
                  <c:v>0.20763599999999999</c:v>
                </c:pt>
                <c:pt idx="2318">
                  <c:v>0.20794099999999999</c:v>
                </c:pt>
                <c:pt idx="2319">
                  <c:v>0.20824699999999999</c:v>
                </c:pt>
                <c:pt idx="2320">
                  <c:v>0.20855199999999999</c:v>
                </c:pt>
                <c:pt idx="2321">
                  <c:v>0.20885699999999999</c:v>
                </c:pt>
                <c:pt idx="2322">
                  <c:v>0.20916299999999999</c:v>
                </c:pt>
                <c:pt idx="2323">
                  <c:v>0.20946799999999999</c:v>
                </c:pt>
                <c:pt idx="2324">
                  <c:v>0.20977399999999999</c:v>
                </c:pt>
                <c:pt idx="2325">
                  <c:v>0.21007899999999999</c:v>
                </c:pt>
                <c:pt idx="2326">
                  <c:v>0.21038399999999999</c:v>
                </c:pt>
                <c:pt idx="2327">
                  <c:v>0.21068999999999999</c:v>
                </c:pt>
                <c:pt idx="2328">
                  <c:v>0.21099499999999999</c:v>
                </c:pt>
                <c:pt idx="2329">
                  <c:v>0.21130099999999999</c:v>
                </c:pt>
                <c:pt idx="2330">
                  <c:v>0.21160599999999999</c:v>
                </c:pt>
                <c:pt idx="2331">
                  <c:v>0.21191099999999999</c:v>
                </c:pt>
                <c:pt idx="2332">
                  <c:v>0.21221699999999999</c:v>
                </c:pt>
                <c:pt idx="2333">
                  <c:v>0.21252199999999999</c:v>
                </c:pt>
                <c:pt idx="2334">
                  <c:v>0.21282799999999999</c:v>
                </c:pt>
                <c:pt idx="2335">
                  <c:v>0.21313299999999999</c:v>
                </c:pt>
                <c:pt idx="2336">
                  <c:v>0.21343799999999999</c:v>
                </c:pt>
                <c:pt idx="2337">
                  <c:v>0.21374399999999999</c:v>
                </c:pt>
                <c:pt idx="2338">
                  <c:v>0.21404899999999999</c:v>
                </c:pt>
                <c:pt idx="2339">
                  <c:v>0.21435499999999999</c:v>
                </c:pt>
                <c:pt idx="2340">
                  <c:v>0.21465999999999999</c:v>
                </c:pt>
                <c:pt idx="2341">
                  <c:v>0.21496499999999999</c:v>
                </c:pt>
                <c:pt idx="2342">
                  <c:v>0.21527099999999999</c:v>
                </c:pt>
                <c:pt idx="2343">
                  <c:v>0.21557599999999999</c:v>
                </c:pt>
                <c:pt idx="2344">
                  <c:v>0.21588199999999999</c:v>
                </c:pt>
                <c:pt idx="2345">
                  <c:v>0.21618699999999999</c:v>
                </c:pt>
                <c:pt idx="2346">
                  <c:v>0.21649199999999999</c:v>
                </c:pt>
                <c:pt idx="2347">
                  <c:v>0.21679799999999999</c:v>
                </c:pt>
                <c:pt idx="2348">
                  <c:v>0.21710299999999999</c:v>
                </c:pt>
                <c:pt idx="2349">
                  <c:v>0.21740899999999999</c:v>
                </c:pt>
                <c:pt idx="2350">
                  <c:v>0.21771399999999999</c:v>
                </c:pt>
                <c:pt idx="2351">
                  <c:v>0.21801899999999999</c:v>
                </c:pt>
                <c:pt idx="2352">
                  <c:v>0.21832499999999999</c:v>
                </c:pt>
                <c:pt idx="2353">
                  <c:v>0.21862999999999999</c:v>
                </c:pt>
                <c:pt idx="2354">
                  <c:v>0.21893499999999999</c:v>
                </c:pt>
                <c:pt idx="2355">
                  <c:v>0.21924099999999999</c:v>
                </c:pt>
                <c:pt idx="2356">
                  <c:v>0.21954599999999999</c:v>
                </c:pt>
                <c:pt idx="2357">
                  <c:v>0.21985199999999999</c:v>
                </c:pt>
                <c:pt idx="2358">
                  <c:v>0.22015699999999999</c:v>
                </c:pt>
                <c:pt idx="2359">
                  <c:v>0.22046199999999999</c:v>
                </c:pt>
                <c:pt idx="2360">
                  <c:v>0.22076799999999999</c:v>
                </c:pt>
                <c:pt idx="2361">
                  <c:v>0.22107299999999999</c:v>
                </c:pt>
                <c:pt idx="2362">
                  <c:v>0.22137899999999999</c:v>
                </c:pt>
                <c:pt idx="2363">
                  <c:v>0.22168399999999999</c:v>
                </c:pt>
                <c:pt idx="2364">
                  <c:v>0.22198899999999999</c:v>
                </c:pt>
                <c:pt idx="2365">
                  <c:v>0.22229499999999999</c:v>
                </c:pt>
                <c:pt idx="2366">
                  <c:v>0.22259999999999999</c:v>
                </c:pt>
                <c:pt idx="2367">
                  <c:v>0.22290599999999999</c:v>
                </c:pt>
                <c:pt idx="2368">
                  <c:v>0.22321099999999999</c:v>
                </c:pt>
                <c:pt idx="2369">
                  <c:v>0.22351599999999999</c:v>
                </c:pt>
                <c:pt idx="2370">
                  <c:v>0.22382199999999999</c:v>
                </c:pt>
                <c:pt idx="2371">
                  <c:v>0.22412699999999999</c:v>
                </c:pt>
                <c:pt idx="2372">
                  <c:v>0.22443299999999999</c:v>
                </c:pt>
                <c:pt idx="2373">
                  <c:v>0.22473799999999999</c:v>
                </c:pt>
                <c:pt idx="2374">
                  <c:v>0.22504299999999999</c:v>
                </c:pt>
                <c:pt idx="2375">
                  <c:v>0.22534899999999999</c:v>
                </c:pt>
                <c:pt idx="2376">
                  <c:v>0.22565399999999999</c:v>
                </c:pt>
                <c:pt idx="2377">
                  <c:v>0.22595999999999999</c:v>
                </c:pt>
                <c:pt idx="2378">
                  <c:v>0.22626499999999999</c:v>
                </c:pt>
                <c:pt idx="2379">
                  <c:v>0.22656999999999999</c:v>
                </c:pt>
                <c:pt idx="2380">
                  <c:v>0.22687599999999999</c:v>
                </c:pt>
                <c:pt idx="2381">
                  <c:v>0.22718099999999999</c:v>
                </c:pt>
                <c:pt idx="2382">
                  <c:v>0.22748699999999999</c:v>
                </c:pt>
                <c:pt idx="2383">
                  <c:v>0.22779199999999999</c:v>
                </c:pt>
                <c:pt idx="2384">
                  <c:v>0.22809699999999999</c:v>
                </c:pt>
                <c:pt idx="2385">
                  <c:v>0.22840299999999999</c:v>
                </c:pt>
                <c:pt idx="2386">
                  <c:v>0.22870799999999999</c:v>
                </c:pt>
                <c:pt idx="2387">
                  <c:v>0.229014</c:v>
                </c:pt>
                <c:pt idx="2388">
                  <c:v>0.229319</c:v>
                </c:pt>
                <c:pt idx="2389">
                  <c:v>0.22962399999999999</c:v>
                </c:pt>
                <c:pt idx="2390">
                  <c:v>0.22993</c:v>
                </c:pt>
                <c:pt idx="2391">
                  <c:v>0.230235</c:v>
                </c:pt>
                <c:pt idx="2392">
                  <c:v>0.230541</c:v>
                </c:pt>
                <c:pt idx="2393">
                  <c:v>0.230846</c:v>
                </c:pt>
                <c:pt idx="2394">
                  <c:v>0.231151</c:v>
                </c:pt>
                <c:pt idx="2395">
                  <c:v>0.231457</c:v>
                </c:pt>
                <c:pt idx="2396">
                  <c:v>0.231762</c:v>
                </c:pt>
                <c:pt idx="2397">
                  <c:v>0.232068</c:v>
                </c:pt>
                <c:pt idx="2398">
                  <c:v>0.232373</c:v>
                </c:pt>
                <c:pt idx="2399">
                  <c:v>0.232678</c:v>
                </c:pt>
                <c:pt idx="2400">
                  <c:v>0.232984</c:v>
                </c:pt>
                <c:pt idx="2401">
                  <c:v>0.233289</c:v>
                </c:pt>
                <c:pt idx="2402">
                  <c:v>0.233595</c:v>
                </c:pt>
                <c:pt idx="2403">
                  <c:v>0.2339</c:v>
                </c:pt>
                <c:pt idx="2404">
                  <c:v>0.234205</c:v>
                </c:pt>
                <c:pt idx="2405">
                  <c:v>0.234511</c:v>
                </c:pt>
                <c:pt idx="2406">
                  <c:v>0.234816</c:v>
                </c:pt>
                <c:pt idx="2407">
                  <c:v>0.235122</c:v>
                </c:pt>
                <c:pt idx="2408">
                  <c:v>0.235427</c:v>
                </c:pt>
                <c:pt idx="2409">
                  <c:v>0.235732</c:v>
                </c:pt>
                <c:pt idx="2410">
                  <c:v>0.236038</c:v>
                </c:pt>
                <c:pt idx="2411">
                  <c:v>0.236343</c:v>
                </c:pt>
                <c:pt idx="2412">
                  <c:v>0.236649</c:v>
                </c:pt>
                <c:pt idx="2413">
                  <c:v>0.236954</c:v>
                </c:pt>
                <c:pt idx="2414">
                  <c:v>0.237259</c:v>
                </c:pt>
                <c:pt idx="2415">
                  <c:v>0.237565</c:v>
                </c:pt>
                <c:pt idx="2416">
                  <c:v>0.23787</c:v>
                </c:pt>
                <c:pt idx="2417">
                  <c:v>0.238176</c:v>
                </c:pt>
                <c:pt idx="2418">
                  <c:v>0.238481</c:v>
                </c:pt>
                <c:pt idx="2419">
                  <c:v>0.238786</c:v>
                </c:pt>
                <c:pt idx="2420">
                  <c:v>0.239092</c:v>
                </c:pt>
                <c:pt idx="2421">
                  <c:v>0.239397</c:v>
                </c:pt>
                <c:pt idx="2422">
                  <c:v>0.239703</c:v>
                </c:pt>
                <c:pt idx="2423">
                  <c:v>0.240008</c:v>
                </c:pt>
                <c:pt idx="2424">
                  <c:v>0.240313</c:v>
                </c:pt>
                <c:pt idx="2425">
                  <c:v>0.240619</c:v>
                </c:pt>
                <c:pt idx="2426">
                  <c:v>0.240924</c:v>
                </c:pt>
                <c:pt idx="2427">
                  <c:v>0.24123</c:v>
                </c:pt>
                <c:pt idx="2428">
                  <c:v>0.241535</c:v>
                </c:pt>
                <c:pt idx="2429">
                  <c:v>0.24184</c:v>
                </c:pt>
                <c:pt idx="2430">
                  <c:v>0.242146</c:v>
                </c:pt>
                <c:pt idx="2431">
                  <c:v>0.242451</c:v>
                </c:pt>
                <c:pt idx="2432">
                  <c:v>0.242757</c:v>
                </c:pt>
                <c:pt idx="2433">
                  <c:v>0.243062</c:v>
                </c:pt>
                <c:pt idx="2434">
                  <c:v>0.243367</c:v>
                </c:pt>
                <c:pt idx="2435">
                  <c:v>0.243673</c:v>
                </c:pt>
                <c:pt idx="2436">
                  <c:v>0.243978</c:v>
                </c:pt>
                <c:pt idx="2437">
                  <c:v>0.244284</c:v>
                </c:pt>
                <c:pt idx="2438">
                  <c:v>0.244589</c:v>
                </c:pt>
                <c:pt idx="2439">
                  <c:v>0.244894</c:v>
                </c:pt>
                <c:pt idx="2440">
                  <c:v>0.2452</c:v>
                </c:pt>
                <c:pt idx="2441">
                  <c:v>0.245505</c:v>
                </c:pt>
                <c:pt idx="2442">
                  <c:v>0.24581</c:v>
                </c:pt>
                <c:pt idx="2443">
                  <c:v>0.246116</c:v>
                </c:pt>
                <c:pt idx="2444">
                  <c:v>0.246421</c:v>
                </c:pt>
                <c:pt idx="2445">
                  <c:v>0.246727</c:v>
                </c:pt>
                <c:pt idx="2446">
                  <c:v>0.247032</c:v>
                </c:pt>
                <c:pt idx="2447">
                  <c:v>0.247337</c:v>
                </c:pt>
                <c:pt idx="2448">
                  <c:v>0.247643</c:v>
                </c:pt>
                <c:pt idx="2449">
                  <c:v>0.247948</c:v>
                </c:pt>
                <c:pt idx="2450">
                  <c:v>0.248254</c:v>
                </c:pt>
                <c:pt idx="2451">
                  <c:v>0.248559</c:v>
                </c:pt>
                <c:pt idx="2452">
                  <c:v>0.248864</c:v>
                </c:pt>
                <c:pt idx="2453">
                  <c:v>0.24917</c:v>
                </c:pt>
                <c:pt idx="2454">
                  <c:v>0.249475</c:v>
                </c:pt>
                <c:pt idx="2455">
                  <c:v>0.249781</c:v>
                </c:pt>
                <c:pt idx="2456">
                  <c:v>0.25008599999999997</c:v>
                </c:pt>
                <c:pt idx="2457">
                  <c:v>0.25039099999999997</c:v>
                </c:pt>
                <c:pt idx="2458">
                  <c:v>0.250697</c:v>
                </c:pt>
                <c:pt idx="2459">
                  <c:v>0.251002</c:v>
                </c:pt>
                <c:pt idx="2460">
                  <c:v>0.25130799999999998</c:v>
                </c:pt>
                <c:pt idx="2461">
                  <c:v>0.25161299999999998</c:v>
                </c:pt>
                <c:pt idx="2462">
                  <c:v>0.25191799999999998</c:v>
                </c:pt>
                <c:pt idx="2463">
                  <c:v>0.252224</c:v>
                </c:pt>
                <c:pt idx="2464">
                  <c:v>0.252529</c:v>
                </c:pt>
                <c:pt idx="2465">
                  <c:v>0.25283499999999998</c:v>
                </c:pt>
                <c:pt idx="2466">
                  <c:v>0.25313999999999998</c:v>
                </c:pt>
                <c:pt idx="2467">
                  <c:v>0.25344499999999998</c:v>
                </c:pt>
                <c:pt idx="2468">
                  <c:v>0.253751</c:v>
                </c:pt>
                <c:pt idx="2469">
                  <c:v>0.254056</c:v>
                </c:pt>
                <c:pt idx="2470">
                  <c:v>0.25436199999999998</c:v>
                </c:pt>
                <c:pt idx="2471">
                  <c:v>0.25466699999999998</c:v>
                </c:pt>
                <c:pt idx="2472">
                  <c:v>0.25497199999999998</c:v>
                </c:pt>
                <c:pt idx="2473">
                  <c:v>0.255278</c:v>
                </c:pt>
                <c:pt idx="2474">
                  <c:v>0.255583</c:v>
                </c:pt>
                <c:pt idx="2475">
                  <c:v>0.25588899999999998</c:v>
                </c:pt>
                <c:pt idx="2476">
                  <c:v>0.25619399999999998</c:v>
                </c:pt>
                <c:pt idx="2477">
                  <c:v>0.25649899999999998</c:v>
                </c:pt>
                <c:pt idx="2478">
                  <c:v>0.25680500000000001</c:v>
                </c:pt>
                <c:pt idx="2479">
                  <c:v>0.25711000000000001</c:v>
                </c:pt>
                <c:pt idx="2480">
                  <c:v>0.25741599999999998</c:v>
                </c:pt>
                <c:pt idx="2481">
                  <c:v>0.25772099999999998</c:v>
                </c:pt>
                <c:pt idx="2482">
                  <c:v>0.25802599999999998</c:v>
                </c:pt>
                <c:pt idx="2483">
                  <c:v>0.25833200000000001</c:v>
                </c:pt>
                <c:pt idx="2484">
                  <c:v>0.25863700000000001</c:v>
                </c:pt>
                <c:pt idx="2485">
                  <c:v>0.25894299999999998</c:v>
                </c:pt>
                <c:pt idx="2486">
                  <c:v>0.25924799999999998</c:v>
                </c:pt>
                <c:pt idx="2487">
                  <c:v>0.25955299999999998</c:v>
                </c:pt>
                <c:pt idx="2488">
                  <c:v>0.25985900000000001</c:v>
                </c:pt>
                <c:pt idx="2489">
                  <c:v>0.26016400000000001</c:v>
                </c:pt>
                <c:pt idx="2490">
                  <c:v>0.26046999999999998</c:v>
                </c:pt>
                <c:pt idx="2491">
                  <c:v>0.26077499999999998</c:v>
                </c:pt>
                <c:pt idx="2492">
                  <c:v>0.26107999999999998</c:v>
                </c:pt>
                <c:pt idx="2493">
                  <c:v>0.26138600000000001</c:v>
                </c:pt>
                <c:pt idx="2494">
                  <c:v>0.26169100000000001</c:v>
                </c:pt>
                <c:pt idx="2495">
                  <c:v>0.26199699999999998</c:v>
                </c:pt>
                <c:pt idx="2496">
                  <c:v>0.26230199999999998</c:v>
                </c:pt>
                <c:pt idx="2497">
                  <c:v>0.26260699999999998</c:v>
                </c:pt>
                <c:pt idx="2498">
                  <c:v>0.26291300000000001</c:v>
                </c:pt>
                <c:pt idx="2499">
                  <c:v>0.26321800000000001</c:v>
                </c:pt>
                <c:pt idx="2500">
                  <c:v>0.26352399999999998</c:v>
                </c:pt>
                <c:pt idx="2501">
                  <c:v>0.26382899999999998</c:v>
                </c:pt>
                <c:pt idx="2502">
                  <c:v>0.26413399999999998</c:v>
                </c:pt>
                <c:pt idx="2503">
                  <c:v>0.26444000000000001</c:v>
                </c:pt>
                <c:pt idx="2504">
                  <c:v>0.26474500000000001</c:v>
                </c:pt>
                <c:pt idx="2505">
                  <c:v>0.26505099999999998</c:v>
                </c:pt>
                <c:pt idx="2506">
                  <c:v>0.26535599999999998</c:v>
                </c:pt>
                <c:pt idx="2507">
                  <c:v>0.26566099999999998</c:v>
                </c:pt>
                <c:pt idx="2508">
                  <c:v>0.26596700000000001</c:v>
                </c:pt>
                <c:pt idx="2509">
                  <c:v>0.26627200000000001</c:v>
                </c:pt>
                <c:pt idx="2510">
                  <c:v>0.26657799999999998</c:v>
                </c:pt>
                <c:pt idx="2511">
                  <c:v>0.26688299999999998</c:v>
                </c:pt>
                <c:pt idx="2512">
                  <c:v>0.26718799999999998</c:v>
                </c:pt>
                <c:pt idx="2513">
                  <c:v>0.26749400000000001</c:v>
                </c:pt>
                <c:pt idx="2514">
                  <c:v>0.26779900000000001</c:v>
                </c:pt>
                <c:pt idx="2515">
                  <c:v>0.26810499999999998</c:v>
                </c:pt>
                <c:pt idx="2516">
                  <c:v>0.26840999999999998</c:v>
                </c:pt>
                <c:pt idx="2517">
                  <c:v>0.26871499999999998</c:v>
                </c:pt>
                <c:pt idx="2518">
                  <c:v>0.26902100000000001</c:v>
                </c:pt>
                <c:pt idx="2519">
                  <c:v>0.26932600000000001</c:v>
                </c:pt>
                <c:pt idx="2520">
                  <c:v>0.26963199999999998</c:v>
                </c:pt>
                <c:pt idx="2521">
                  <c:v>0.26993699999999998</c:v>
                </c:pt>
                <c:pt idx="2522">
                  <c:v>0.27024199999999998</c:v>
                </c:pt>
                <c:pt idx="2523">
                  <c:v>0.27054800000000001</c:v>
                </c:pt>
                <c:pt idx="2524">
                  <c:v>0.27085300000000001</c:v>
                </c:pt>
                <c:pt idx="2525">
                  <c:v>0.27115800000000001</c:v>
                </c:pt>
                <c:pt idx="2526">
                  <c:v>0.27146399999999998</c:v>
                </c:pt>
                <c:pt idx="2527">
                  <c:v>0.27176899999999998</c:v>
                </c:pt>
                <c:pt idx="2528">
                  <c:v>0.27207500000000001</c:v>
                </c:pt>
                <c:pt idx="2529">
                  <c:v>0.27238000000000001</c:v>
                </c:pt>
                <c:pt idx="2530">
                  <c:v>0.27268500000000001</c:v>
                </c:pt>
                <c:pt idx="2531">
                  <c:v>0.27299099999999998</c:v>
                </c:pt>
                <c:pt idx="2532">
                  <c:v>0.27329599999999998</c:v>
                </c:pt>
                <c:pt idx="2533">
                  <c:v>0.27360200000000001</c:v>
                </c:pt>
                <c:pt idx="2534">
                  <c:v>0.27390700000000001</c:v>
                </c:pt>
                <c:pt idx="2535">
                  <c:v>0.27421200000000001</c:v>
                </c:pt>
                <c:pt idx="2536">
                  <c:v>0.27451799999999998</c:v>
                </c:pt>
                <c:pt idx="2537">
                  <c:v>0.27482299999999998</c:v>
                </c:pt>
                <c:pt idx="2538">
                  <c:v>0.27512900000000001</c:v>
                </c:pt>
                <c:pt idx="2539">
                  <c:v>0.27543400000000001</c:v>
                </c:pt>
                <c:pt idx="2540">
                  <c:v>0.27573900000000001</c:v>
                </c:pt>
                <c:pt idx="2541">
                  <c:v>0.27604499999999998</c:v>
                </c:pt>
                <c:pt idx="2542">
                  <c:v>0.27634999999999998</c:v>
                </c:pt>
                <c:pt idx="2543">
                  <c:v>0.27665600000000001</c:v>
                </c:pt>
                <c:pt idx="2544">
                  <c:v>0.27696100000000001</c:v>
                </c:pt>
                <c:pt idx="2545">
                  <c:v>0.27726600000000001</c:v>
                </c:pt>
                <c:pt idx="2546">
                  <c:v>0.27757199999999999</c:v>
                </c:pt>
                <c:pt idx="2547">
                  <c:v>0.27787699999999999</c:v>
                </c:pt>
                <c:pt idx="2548">
                  <c:v>0.27818300000000001</c:v>
                </c:pt>
                <c:pt idx="2549">
                  <c:v>0.27848800000000001</c:v>
                </c:pt>
                <c:pt idx="2550">
                  <c:v>0.27879300000000001</c:v>
                </c:pt>
                <c:pt idx="2551">
                  <c:v>0.27909899999999999</c:v>
                </c:pt>
                <c:pt idx="2552">
                  <c:v>0.27940399999999999</c:v>
                </c:pt>
                <c:pt idx="2553">
                  <c:v>0.27971000000000001</c:v>
                </c:pt>
                <c:pt idx="2554">
                  <c:v>0.28001500000000001</c:v>
                </c:pt>
                <c:pt idx="2555">
                  <c:v>0.28032000000000001</c:v>
                </c:pt>
                <c:pt idx="2556">
                  <c:v>0.28062599999999999</c:v>
                </c:pt>
                <c:pt idx="2557">
                  <c:v>0.28093099999999999</c:v>
                </c:pt>
                <c:pt idx="2558">
                  <c:v>0.28123700000000001</c:v>
                </c:pt>
                <c:pt idx="2559">
                  <c:v>0.28154200000000001</c:v>
                </c:pt>
                <c:pt idx="2560">
                  <c:v>0.28184700000000001</c:v>
                </c:pt>
                <c:pt idx="2561">
                  <c:v>0.28215299999999999</c:v>
                </c:pt>
                <c:pt idx="2562">
                  <c:v>0.28245799999999999</c:v>
                </c:pt>
                <c:pt idx="2563">
                  <c:v>0.28276400000000002</c:v>
                </c:pt>
                <c:pt idx="2564">
                  <c:v>0.28306900000000002</c:v>
                </c:pt>
                <c:pt idx="2565">
                  <c:v>0.28337400000000001</c:v>
                </c:pt>
                <c:pt idx="2566">
                  <c:v>0.28367999999999999</c:v>
                </c:pt>
                <c:pt idx="2567">
                  <c:v>0.28398499999999999</c:v>
                </c:pt>
                <c:pt idx="2568">
                  <c:v>0.28429100000000002</c:v>
                </c:pt>
                <c:pt idx="2569">
                  <c:v>0.28459600000000002</c:v>
                </c:pt>
                <c:pt idx="2570">
                  <c:v>0.28490100000000002</c:v>
                </c:pt>
                <c:pt idx="2571">
                  <c:v>0.28520699999999999</c:v>
                </c:pt>
                <c:pt idx="2572">
                  <c:v>0.28551199999999999</c:v>
                </c:pt>
                <c:pt idx="2573">
                  <c:v>0.28581800000000002</c:v>
                </c:pt>
                <c:pt idx="2574">
                  <c:v>0.28612300000000002</c:v>
                </c:pt>
                <c:pt idx="2575">
                  <c:v>0.28642800000000002</c:v>
                </c:pt>
                <c:pt idx="2576">
                  <c:v>0.28673399999999999</c:v>
                </c:pt>
                <c:pt idx="2577">
                  <c:v>0.28703899999999999</c:v>
                </c:pt>
                <c:pt idx="2578">
                  <c:v>0.28734500000000002</c:v>
                </c:pt>
                <c:pt idx="2579">
                  <c:v>0.28765000000000002</c:v>
                </c:pt>
                <c:pt idx="2580">
                  <c:v>0.28795500000000002</c:v>
                </c:pt>
                <c:pt idx="2581">
                  <c:v>0.28826099999999999</c:v>
                </c:pt>
                <c:pt idx="2582">
                  <c:v>0.28856599999999999</c:v>
                </c:pt>
                <c:pt idx="2583">
                  <c:v>0.28887200000000002</c:v>
                </c:pt>
                <c:pt idx="2584">
                  <c:v>0.28917700000000002</c:v>
                </c:pt>
                <c:pt idx="2585">
                  <c:v>0.28948200000000002</c:v>
                </c:pt>
                <c:pt idx="2586">
                  <c:v>0.28978799999999999</c:v>
                </c:pt>
                <c:pt idx="2587">
                  <c:v>0.29009299999999999</c:v>
                </c:pt>
                <c:pt idx="2588">
                  <c:v>0.29039900000000002</c:v>
                </c:pt>
                <c:pt idx="2589">
                  <c:v>0.29070400000000002</c:v>
                </c:pt>
                <c:pt idx="2590">
                  <c:v>0.29100900000000002</c:v>
                </c:pt>
                <c:pt idx="2591">
                  <c:v>0.29131499999999999</c:v>
                </c:pt>
                <c:pt idx="2592">
                  <c:v>0.29161999999999999</c:v>
                </c:pt>
                <c:pt idx="2593">
                  <c:v>0.29192600000000002</c:v>
                </c:pt>
                <c:pt idx="2594">
                  <c:v>0.29223100000000002</c:v>
                </c:pt>
                <c:pt idx="2595">
                  <c:v>0.29253600000000002</c:v>
                </c:pt>
                <c:pt idx="2596">
                  <c:v>0.29284199999999999</c:v>
                </c:pt>
                <c:pt idx="2597">
                  <c:v>0.29314699999999999</c:v>
                </c:pt>
                <c:pt idx="2598">
                  <c:v>0.29345300000000002</c:v>
                </c:pt>
                <c:pt idx="2599">
                  <c:v>0.29375800000000002</c:v>
                </c:pt>
                <c:pt idx="2600">
                  <c:v>0.29406300000000002</c:v>
                </c:pt>
                <c:pt idx="2601">
                  <c:v>0.29436899999999999</c:v>
                </c:pt>
                <c:pt idx="2602">
                  <c:v>0.29467399999999999</c:v>
                </c:pt>
                <c:pt idx="2603">
                  <c:v>0.29498000000000002</c:v>
                </c:pt>
                <c:pt idx="2604">
                  <c:v>0.29528500000000002</c:v>
                </c:pt>
                <c:pt idx="2605">
                  <c:v>0.29559000000000002</c:v>
                </c:pt>
                <c:pt idx="2606">
                  <c:v>0.29589599999999999</c:v>
                </c:pt>
                <c:pt idx="2607">
                  <c:v>0.29620099999999999</c:v>
                </c:pt>
                <c:pt idx="2608">
                  <c:v>0.29650599999999999</c:v>
                </c:pt>
                <c:pt idx="2609">
                  <c:v>0.29681200000000002</c:v>
                </c:pt>
                <c:pt idx="2610">
                  <c:v>0.29711700000000002</c:v>
                </c:pt>
                <c:pt idx="2611">
                  <c:v>0.29742299999999999</c:v>
                </c:pt>
                <c:pt idx="2612">
                  <c:v>0.29772799999999999</c:v>
                </c:pt>
                <c:pt idx="2613">
                  <c:v>0.29803299999999999</c:v>
                </c:pt>
                <c:pt idx="2614">
                  <c:v>0.29833900000000002</c:v>
                </c:pt>
                <c:pt idx="2615">
                  <c:v>0.29864400000000002</c:v>
                </c:pt>
                <c:pt idx="2616">
                  <c:v>0.29894999999999999</c:v>
                </c:pt>
                <c:pt idx="2617">
                  <c:v>0.29925499999999999</c:v>
                </c:pt>
                <c:pt idx="2618">
                  <c:v>0.29955999999999999</c:v>
                </c:pt>
                <c:pt idx="2619">
                  <c:v>0.29986600000000002</c:v>
                </c:pt>
                <c:pt idx="2620">
                  <c:v>0.30017100000000002</c:v>
                </c:pt>
                <c:pt idx="2621">
                  <c:v>0.30047699999999999</c:v>
                </c:pt>
                <c:pt idx="2622">
                  <c:v>0.30078199999999999</c:v>
                </c:pt>
                <c:pt idx="2623">
                  <c:v>0.30108699999999999</c:v>
                </c:pt>
                <c:pt idx="2624">
                  <c:v>0.30139300000000002</c:v>
                </c:pt>
                <c:pt idx="2625">
                  <c:v>0.30169800000000002</c:v>
                </c:pt>
                <c:pt idx="2626">
                  <c:v>0.30200399999999999</c:v>
                </c:pt>
                <c:pt idx="2627">
                  <c:v>0.30230899999999999</c:v>
                </c:pt>
                <c:pt idx="2628">
                  <c:v>0.30261399999999999</c:v>
                </c:pt>
                <c:pt idx="2629">
                  <c:v>0.30292000000000002</c:v>
                </c:pt>
                <c:pt idx="2630">
                  <c:v>0.30322500000000002</c:v>
                </c:pt>
                <c:pt idx="2631">
                  <c:v>0.303531</c:v>
                </c:pt>
                <c:pt idx="2632">
                  <c:v>0.30383599999999999</c:v>
                </c:pt>
                <c:pt idx="2633">
                  <c:v>0.30414099999999999</c:v>
                </c:pt>
                <c:pt idx="2634">
                  <c:v>0.30444700000000002</c:v>
                </c:pt>
                <c:pt idx="2635">
                  <c:v>0.30475200000000002</c:v>
                </c:pt>
                <c:pt idx="2636">
                  <c:v>0.305058</c:v>
                </c:pt>
                <c:pt idx="2637">
                  <c:v>0.305363</c:v>
                </c:pt>
                <c:pt idx="2638">
                  <c:v>0.305668</c:v>
                </c:pt>
                <c:pt idx="2639">
                  <c:v>0.30597400000000002</c:v>
                </c:pt>
                <c:pt idx="2640">
                  <c:v>0.30627900000000002</c:v>
                </c:pt>
                <c:pt idx="2641">
                  <c:v>0.306585</c:v>
                </c:pt>
                <c:pt idx="2642">
                  <c:v>0.30689</c:v>
                </c:pt>
                <c:pt idx="2643">
                  <c:v>0.307195</c:v>
                </c:pt>
                <c:pt idx="2644">
                  <c:v>0.30750100000000002</c:v>
                </c:pt>
                <c:pt idx="2645">
                  <c:v>0.30780600000000002</c:v>
                </c:pt>
                <c:pt idx="2646">
                  <c:v>0.308112</c:v>
                </c:pt>
                <c:pt idx="2647">
                  <c:v>0.308417</c:v>
                </c:pt>
                <c:pt idx="2648">
                  <c:v>0.308722</c:v>
                </c:pt>
                <c:pt idx="2649">
                  <c:v>0.30902800000000002</c:v>
                </c:pt>
                <c:pt idx="2650">
                  <c:v>0.30933300000000002</c:v>
                </c:pt>
                <c:pt idx="2651">
                  <c:v>0.309639</c:v>
                </c:pt>
                <c:pt idx="2652">
                  <c:v>0.309944</c:v>
                </c:pt>
                <c:pt idx="2653">
                  <c:v>0.310249</c:v>
                </c:pt>
                <c:pt idx="2654">
                  <c:v>0.31055500000000003</c:v>
                </c:pt>
                <c:pt idx="2655">
                  <c:v>0.31086000000000003</c:v>
                </c:pt>
                <c:pt idx="2656">
                  <c:v>0.311166</c:v>
                </c:pt>
                <c:pt idx="2657">
                  <c:v>0.311471</c:v>
                </c:pt>
                <c:pt idx="2658">
                  <c:v>0.311776</c:v>
                </c:pt>
                <c:pt idx="2659">
                  <c:v>0.31208200000000003</c:v>
                </c:pt>
                <c:pt idx="2660">
                  <c:v>0.31238700000000003</c:v>
                </c:pt>
                <c:pt idx="2661">
                  <c:v>0.312693</c:v>
                </c:pt>
                <c:pt idx="2662">
                  <c:v>0.312998</c:v>
                </c:pt>
                <c:pt idx="2663">
                  <c:v>0.313303</c:v>
                </c:pt>
                <c:pt idx="2664">
                  <c:v>0.31360900000000003</c:v>
                </c:pt>
                <c:pt idx="2665">
                  <c:v>0.31391400000000003</c:v>
                </c:pt>
                <c:pt idx="2666">
                  <c:v>0.31422</c:v>
                </c:pt>
                <c:pt idx="2667">
                  <c:v>0.314525</c:v>
                </c:pt>
                <c:pt idx="2668">
                  <c:v>0.31483</c:v>
                </c:pt>
                <c:pt idx="2669">
                  <c:v>0.31513600000000003</c:v>
                </c:pt>
                <c:pt idx="2670">
                  <c:v>0.31544100000000003</c:v>
                </c:pt>
                <c:pt idx="2671">
                  <c:v>0.315747</c:v>
                </c:pt>
                <c:pt idx="2672">
                  <c:v>0.316052</c:v>
                </c:pt>
                <c:pt idx="2673">
                  <c:v>0.316357</c:v>
                </c:pt>
                <c:pt idx="2674">
                  <c:v>0.31666299999999997</c:v>
                </c:pt>
                <c:pt idx="2675">
                  <c:v>0.31696800000000003</c:v>
                </c:pt>
                <c:pt idx="2676">
                  <c:v>0.317274</c:v>
                </c:pt>
                <c:pt idx="2677">
                  <c:v>0.317579</c:v>
                </c:pt>
                <c:pt idx="2678">
                  <c:v>0.317884</c:v>
                </c:pt>
                <c:pt idx="2679">
                  <c:v>0.31818999999999997</c:v>
                </c:pt>
                <c:pt idx="2680">
                  <c:v>0.31849499999999997</c:v>
                </c:pt>
                <c:pt idx="2681">
                  <c:v>0.318801</c:v>
                </c:pt>
                <c:pt idx="2682">
                  <c:v>0.319106</c:v>
                </c:pt>
                <c:pt idx="2683">
                  <c:v>0.319411</c:v>
                </c:pt>
                <c:pt idx="2684">
                  <c:v>0.31971699999999997</c:v>
                </c:pt>
                <c:pt idx="2685">
                  <c:v>0.32002199999999997</c:v>
                </c:pt>
                <c:pt idx="2686">
                  <c:v>0.320328</c:v>
                </c:pt>
                <c:pt idx="2687">
                  <c:v>0.320633</c:v>
                </c:pt>
                <c:pt idx="2688">
                  <c:v>0.320938</c:v>
                </c:pt>
                <c:pt idx="2689">
                  <c:v>0.32124399999999997</c:v>
                </c:pt>
                <c:pt idx="2690">
                  <c:v>0.32154899999999997</c:v>
                </c:pt>
                <c:pt idx="2691">
                  <c:v>0.32185399999999997</c:v>
                </c:pt>
                <c:pt idx="2692">
                  <c:v>0.32216</c:v>
                </c:pt>
                <c:pt idx="2693">
                  <c:v>0.322465</c:v>
                </c:pt>
                <c:pt idx="2694">
                  <c:v>0.32277099999999997</c:v>
                </c:pt>
                <c:pt idx="2695">
                  <c:v>0.32307599999999997</c:v>
                </c:pt>
                <c:pt idx="2696">
                  <c:v>0.32338099999999997</c:v>
                </c:pt>
                <c:pt idx="2697">
                  <c:v>0.323687</c:v>
                </c:pt>
                <c:pt idx="2698">
                  <c:v>0.323992</c:v>
                </c:pt>
                <c:pt idx="2699">
                  <c:v>0.32429799999999998</c:v>
                </c:pt>
                <c:pt idx="2700">
                  <c:v>0.32460299999999997</c:v>
                </c:pt>
                <c:pt idx="2701">
                  <c:v>0.32490799999999997</c:v>
                </c:pt>
                <c:pt idx="2702">
                  <c:v>0.325214</c:v>
                </c:pt>
                <c:pt idx="2703">
                  <c:v>0.325519</c:v>
                </c:pt>
                <c:pt idx="2704">
                  <c:v>0.32582499999999998</c:v>
                </c:pt>
                <c:pt idx="2705">
                  <c:v>0.32612999999999998</c:v>
                </c:pt>
                <c:pt idx="2706">
                  <c:v>0.32643499999999998</c:v>
                </c:pt>
                <c:pt idx="2707">
                  <c:v>0.326741</c:v>
                </c:pt>
                <c:pt idx="2708">
                  <c:v>0.327046</c:v>
                </c:pt>
                <c:pt idx="2709">
                  <c:v>0.32735199999999998</c:v>
                </c:pt>
                <c:pt idx="2710">
                  <c:v>0.32765699999999998</c:v>
                </c:pt>
                <c:pt idx="2711">
                  <c:v>0.32796199999999998</c:v>
                </c:pt>
                <c:pt idx="2712">
                  <c:v>0.328268</c:v>
                </c:pt>
                <c:pt idx="2713">
                  <c:v>0.328573</c:v>
                </c:pt>
                <c:pt idx="2714">
                  <c:v>0.32887899999999998</c:v>
                </c:pt>
                <c:pt idx="2715">
                  <c:v>0.32918399999999998</c:v>
                </c:pt>
                <c:pt idx="2716">
                  <c:v>0.32948899999999998</c:v>
                </c:pt>
                <c:pt idx="2717">
                  <c:v>0.329795</c:v>
                </c:pt>
                <c:pt idx="2718">
                  <c:v>0.3301</c:v>
                </c:pt>
                <c:pt idx="2719">
                  <c:v>0.33040599999999998</c:v>
                </c:pt>
                <c:pt idx="2720">
                  <c:v>0.33071099999999998</c:v>
                </c:pt>
                <c:pt idx="2721">
                  <c:v>0.33101599999999998</c:v>
                </c:pt>
                <c:pt idx="2722">
                  <c:v>0.33132200000000001</c:v>
                </c:pt>
                <c:pt idx="2723">
                  <c:v>0.33162700000000001</c:v>
                </c:pt>
                <c:pt idx="2724">
                  <c:v>0.33193299999999998</c:v>
                </c:pt>
                <c:pt idx="2725">
                  <c:v>0.33223799999999998</c:v>
                </c:pt>
                <c:pt idx="2726">
                  <c:v>0.33254299999999998</c:v>
                </c:pt>
                <c:pt idx="2727">
                  <c:v>0.33284900000000001</c:v>
                </c:pt>
                <c:pt idx="2728">
                  <c:v>0.33315400000000001</c:v>
                </c:pt>
                <c:pt idx="2729">
                  <c:v>0.33345999999999998</c:v>
                </c:pt>
                <c:pt idx="2730">
                  <c:v>0.33376499999999998</c:v>
                </c:pt>
                <c:pt idx="2731">
                  <c:v>0.33406999999999998</c:v>
                </c:pt>
                <c:pt idx="2732">
                  <c:v>0.33437600000000001</c:v>
                </c:pt>
                <c:pt idx="2733">
                  <c:v>0.33468100000000001</c:v>
                </c:pt>
                <c:pt idx="2734">
                  <c:v>0.33498699999999998</c:v>
                </c:pt>
                <c:pt idx="2735">
                  <c:v>0.33529199999999998</c:v>
                </c:pt>
                <c:pt idx="2736">
                  <c:v>0.33559699999999998</c:v>
                </c:pt>
                <c:pt idx="2737">
                  <c:v>0.33590300000000001</c:v>
                </c:pt>
                <c:pt idx="2738">
                  <c:v>0.33620800000000001</c:v>
                </c:pt>
                <c:pt idx="2739">
                  <c:v>0.33651399999999998</c:v>
                </c:pt>
                <c:pt idx="2740">
                  <c:v>0.33681899999999998</c:v>
                </c:pt>
                <c:pt idx="2741">
                  <c:v>0.33712399999999998</c:v>
                </c:pt>
                <c:pt idx="2742">
                  <c:v>0.33743000000000001</c:v>
                </c:pt>
                <c:pt idx="2743">
                  <c:v>0.33773500000000001</c:v>
                </c:pt>
                <c:pt idx="2744">
                  <c:v>0.33804099999999998</c:v>
                </c:pt>
                <c:pt idx="2745">
                  <c:v>0.33834599999999998</c:v>
                </c:pt>
                <c:pt idx="2746">
                  <c:v>0.33865099999999998</c:v>
                </c:pt>
                <c:pt idx="2747">
                  <c:v>0.33895700000000001</c:v>
                </c:pt>
                <c:pt idx="2748">
                  <c:v>0.33926200000000001</c:v>
                </c:pt>
                <c:pt idx="2749">
                  <c:v>0.33956799999999998</c:v>
                </c:pt>
                <c:pt idx="2750">
                  <c:v>0.33987299999999998</c:v>
                </c:pt>
                <c:pt idx="2751">
                  <c:v>0.34017799999999998</c:v>
                </c:pt>
                <c:pt idx="2752">
                  <c:v>0.34048400000000001</c:v>
                </c:pt>
                <c:pt idx="2753">
                  <c:v>0.34078900000000001</c:v>
                </c:pt>
                <c:pt idx="2754">
                  <c:v>0.34109499999999998</c:v>
                </c:pt>
                <c:pt idx="2755">
                  <c:v>0.34139999999999998</c:v>
                </c:pt>
                <c:pt idx="2756">
                  <c:v>0.34170499999999998</c:v>
                </c:pt>
                <c:pt idx="2757">
                  <c:v>0.34201100000000001</c:v>
                </c:pt>
                <c:pt idx="2758">
                  <c:v>0.34231600000000001</c:v>
                </c:pt>
                <c:pt idx="2759">
                  <c:v>0.34262199999999998</c:v>
                </c:pt>
                <c:pt idx="2760">
                  <c:v>0.34292699999999998</c:v>
                </c:pt>
                <c:pt idx="2761">
                  <c:v>0.34323199999999998</c:v>
                </c:pt>
                <c:pt idx="2762">
                  <c:v>0.34353800000000001</c:v>
                </c:pt>
                <c:pt idx="2763">
                  <c:v>0.34384300000000001</c:v>
                </c:pt>
                <c:pt idx="2764">
                  <c:v>0.34414899999999998</c:v>
                </c:pt>
                <c:pt idx="2765">
                  <c:v>0.34445399999999998</c:v>
                </c:pt>
                <c:pt idx="2766">
                  <c:v>0.34475899999999998</c:v>
                </c:pt>
                <c:pt idx="2767">
                  <c:v>0.34506500000000001</c:v>
                </c:pt>
                <c:pt idx="2768">
                  <c:v>0.34537000000000001</c:v>
                </c:pt>
                <c:pt idx="2769">
                  <c:v>0.34567599999999998</c:v>
                </c:pt>
                <c:pt idx="2770">
                  <c:v>0.34598099999999998</c:v>
                </c:pt>
                <c:pt idx="2771">
                  <c:v>0.34628599999999998</c:v>
                </c:pt>
                <c:pt idx="2772">
                  <c:v>0.34659200000000001</c:v>
                </c:pt>
                <c:pt idx="2773">
                  <c:v>0.34689700000000001</c:v>
                </c:pt>
                <c:pt idx="2774">
                  <c:v>0.34720200000000001</c:v>
                </c:pt>
                <c:pt idx="2775">
                  <c:v>0.34750799999999998</c:v>
                </c:pt>
                <c:pt idx="2776">
                  <c:v>0.34781299999999998</c:v>
                </c:pt>
                <c:pt idx="2777">
                  <c:v>0.34811900000000001</c:v>
                </c:pt>
                <c:pt idx="2778">
                  <c:v>0.34842400000000001</c:v>
                </c:pt>
                <c:pt idx="2779">
                  <c:v>0.34872900000000001</c:v>
                </c:pt>
                <c:pt idx="2780">
                  <c:v>0.34903499999999998</c:v>
                </c:pt>
                <c:pt idx="2781">
                  <c:v>0.34933999999999998</c:v>
                </c:pt>
                <c:pt idx="2782">
                  <c:v>0.34964600000000001</c:v>
                </c:pt>
                <c:pt idx="2783">
                  <c:v>0.34995100000000001</c:v>
                </c:pt>
                <c:pt idx="2784">
                  <c:v>0.35025600000000001</c:v>
                </c:pt>
                <c:pt idx="2785">
                  <c:v>0.35056199999999998</c:v>
                </c:pt>
                <c:pt idx="2786">
                  <c:v>0.35086699999999998</c:v>
                </c:pt>
                <c:pt idx="2787">
                  <c:v>0.35117300000000001</c:v>
                </c:pt>
                <c:pt idx="2788">
                  <c:v>0.35147800000000001</c:v>
                </c:pt>
                <c:pt idx="2789">
                  <c:v>0.35178300000000001</c:v>
                </c:pt>
                <c:pt idx="2790">
                  <c:v>0.35208899999999999</c:v>
                </c:pt>
                <c:pt idx="2791">
                  <c:v>0.35239399999999999</c:v>
                </c:pt>
                <c:pt idx="2792">
                  <c:v>0.35270000000000001</c:v>
                </c:pt>
                <c:pt idx="2793">
                  <c:v>0.35300500000000001</c:v>
                </c:pt>
                <c:pt idx="2794">
                  <c:v>0.35331000000000001</c:v>
                </c:pt>
                <c:pt idx="2795">
                  <c:v>0.35361599999999999</c:v>
                </c:pt>
                <c:pt idx="2796">
                  <c:v>0.35392099999999999</c:v>
                </c:pt>
                <c:pt idx="2797">
                  <c:v>0.35422700000000001</c:v>
                </c:pt>
                <c:pt idx="2798">
                  <c:v>0.35453200000000001</c:v>
                </c:pt>
                <c:pt idx="2799">
                  <c:v>0.35483700000000001</c:v>
                </c:pt>
                <c:pt idx="2800">
                  <c:v>0.35514299999999999</c:v>
                </c:pt>
                <c:pt idx="2801">
                  <c:v>0.35544799999999999</c:v>
                </c:pt>
                <c:pt idx="2802">
                  <c:v>0.35575400000000001</c:v>
                </c:pt>
                <c:pt idx="2803">
                  <c:v>0.35605900000000001</c:v>
                </c:pt>
                <c:pt idx="2804">
                  <c:v>0.35636400000000001</c:v>
                </c:pt>
                <c:pt idx="2805">
                  <c:v>0.35666999999999999</c:v>
                </c:pt>
                <c:pt idx="2806">
                  <c:v>0.35697499999999999</c:v>
                </c:pt>
                <c:pt idx="2807">
                  <c:v>0.35728100000000002</c:v>
                </c:pt>
                <c:pt idx="2808">
                  <c:v>0.35758600000000001</c:v>
                </c:pt>
                <c:pt idx="2809">
                  <c:v>0.35789100000000001</c:v>
                </c:pt>
                <c:pt idx="2810">
                  <c:v>0.35819699999999999</c:v>
                </c:pt>
                <c:pt idx="2811">
                  <c:v>0.35850199999999999</c:v>
                </c:pt>
                <c:pt idx="2812">
                  <c:v>0.35880800000000002</c:v>
                </c:pt>
                <c:pt idx="2813">
                  <c:v>0.35911300000000002</c:v>
                </c:pt>
                <c:pt idx="2814">
                  <c:v>0.35941800000000002</c:v>
                </c:pt>
                <c:pt idx="2815">
                  <c:v>0.35972399999999999</c:v>
                </c:pt>
                <c:pt idx="2816">
                  <c:v>0.36002899999999999</c:v>
                </c:pt>
                <c:pt idx="2817">
                  <c:v>0.36033500000000002</c:v>
                </c:pt>
                <c:pt idx="2818">
                  <c:v>0.36064000000000002</c:v>
                </c:pt>
                <c:pt idx="2819">
                  <c:v>0.36094500000000002</c:v>
                </c:pt>
                <c:pt idx="2820">
                  <c:v>0.36125099999999999</c:v>
                </c:pt>
                <c:pt idx="2821">
                  <c:v>0.36155599999999999</c:v>
                </c:pt>
                <c:pt idx="2822">
                  <c:v>0.36186200000000002</c:v>
                </c:pt>
                <c:pt idx="2823">
                  <c:v>0.36216700000000002</c:v>
                </c:pt>
                <c:pt idx="2824">
                  <c:v>0.36247200000000002</c:v>
                </c:pt>
                <c:pt idx="2825">
                  <c:v>0.36277799999999999</c:v>
                </c:pt>
                <c:pt idx="2826">
                  <c:v>0.36308299999999999</c:v>
                </c:pt>
                <c:pt idx="2827">
                  <c:v>0.36338900000000002</c:v>
                </c:pt>
                <c:pt idx="2828">
                  <c:v>0.36369400000000002</c:v>
                </c:pt>
                <c:pt idx="2829">
                  <c:v>0.36399900000000002</c:v>
                </c:pt>
                <c:pt idx="2830">
                  <c:v>0.36430499999999999</c:v>
                </c:pt>
                <c:pt idx="2831">
                  <c:v>0.36460999999999999</c:v>
                </c:pt>
                <c:pt idx="2832">
                  <c:v>0.36491600000000002</c:v>
                </c:pt>
                <c:pt idx="2833">
                  <c:v>0.36522100000000002</c:v>
                </c:pt>
                <c:pt idx="2834">
                  <c:v>0.36552600000000002</c:v>
                </c:pt>
                <c:pt idx="2835">
                  <c:v>0.36583199999999999</c:v>
                </c:pt>
                <c:pt idx="2836">
                  <c:v>0.36613699999999999</c:v>
                </c:pt>
                <c:pt idx="2837">
                  <c:v>0.36644300000000002</c:v>
                </c:pt>
                <c:pt idx="2838">
                  <c:v>0.36674800000000002</c:v>
                </c:pt>
                <c:pt idx="2839">
                  <c:v>0.36705300000000002</c:v>
                </c:pt>
                <c:pt idx="2840">
                  <c:v>0.36735899999999999</c:v>
                </c:pt>
                <c:pt idx="2841">
                  <c:v>0.36766399999999999</c:v>
                </c:pt>
                <c:pt idx="2842">
                  <c:v>0.36797000000000002</c:v>
                </c:pt>
                <c:pt idx="2843">
                  <c:v>0.36827500000000002</c:v>
                </c:pt>
                <c:pt idx="2844">
                  <c:v>0.36858000000000002</c:v>
                </c:pt>
                <c:pt idx="2845">
                  <c:v>0.36888599999999999</c:v>
                </c:pt>
                <c:pt idx="2846">
                  <c:v>0.36919099999999999</c:v>
                </c:pt>
                <c:pt idx="2847">
                  <c:v>0.36949700000000002</c:v>
                </c:pt>
                <c:pt idx="2848">
                  <c:v>0.36980200000000002</c:v>
                </c:pt>
                <c:pt idx="2849">
                  <c:v>0.37010700000000002</c:v>
                </c:pt>
                <c:pt idx="2850">
                  <c:v>0.37041299999999999</c:v>
                </c:pt>
                <c:pt idx="2851">
                  <c:v>0.37071799999999999</c:v>
                </c:pt>
                <c:pt idx="2852">
                  <c:v>0.37102400000000002</c:v>
                </c:pt>
                <c:pt idx="2853">
                  <c:v>0.37132900000000002</c:v>
                </c:pt>
                <c:pt idx="2854">
                  <c:v>0.37163400000000002</c:v>
                </c:pt>
                <c:pt idx="2855">
                  <c:v>0.37193999999999999</c:v>
                </c:pt>
                <c:pt idx="2856">
                  <c:v>0.37224499999999999</c:v>
                </c:pt>
                <c:pt idx="2857">
                  <c:v>0.37255100000000002</c:v>
                </c:pt>
                <c:pt idx="2858">
                  <c:v>0.37285600000000002</c:v>
                </c:pt>
                <c:pt idx="2859">
                  <c:v>0.37316100000000002</c:v>
                </c:pt>
                <c:pt idx="2860">
                  <c:v>0.37346699999999999</c:v>
                </c:pt>
                <c:pt idx="2861">
                  <c:v>0.37377199999999999</c:v>
                </c:pt>
                <c:pt idx="2862">
                  <c:v>0.37407699999999999</c:v>
                </c:pt>
                <c:pt idx="2863">
                  <c:v>0.37438300000000002</c:v>
                </c:pt>
                <c:pt idx="2864">
                  <c:v>0.37468800000000002</c:v>
                </c:pt>
                <c:pt idx="2865">
                  <c:v>0.37499399999999999</c:v>
                </c:pt>
                <c:pt idx="2866">
                  <c:v>0.37529899999999999</c:v>
                </c:pt>
                <c:pt idx="2867">
                  <c:v>0.37560399999999999</c:v>
                </c:pt>
                <c:pt idx="2868">
                  <c:v>0.37591000000000002</c:v>
                </c:pt>
                <c:pt idx="2869">
                  <c:v>0.37621500000000002</c:v>
                </c:pt>
                <c:pt idx="2870">
                  <c:v>0.37652099999999999</c:v>
                </c:pt>
                <c:pt idx="2871">
                  <c:v>0.37682599999999999</c:v>
                </c:pt>
                <c:pt idx="2872">
                  <c:v>0.37713099999999999</c:v>
                </c:pt>
                <c:pt idx="2873">
                  <c:v>0.37743700000000002</c:v>
                </c:pt>
                <c:pt idx="2874">
                  <c:v>0.37774200000000002</c:v>
                </c:pt>
                <c:pt idx="2875">
                  <c:v>0.378048</c:v>
                </c:pt>
                <c:pt idx="2876">
                  <c:v>0.37835299999999999</c:v>
                </c:pt>
                <c:pt idx="2877">
                  <c:v>0.37865799999999999</c:v>
                </c:pt>
                <c:pt idx="2878">
                  <c:v>0.37896400000000002</c:v>
                </c:pt>
                <c:pt idx="2879">
                  <c:v>0.37926900000000002</c:v>
                </c:pt>
                <c:pt idx="2880">
                  <c:v>0.379575</c:v>
                </c:pt>
                <c:pt idx="2881">
                  <c:v>0.37988</c:v>
                </c:pt>
                <c:pt idx="2882">
                  <c:v>0.380185</c:v>
                </c:pt>
                <c:pt idx="2883">
                  <c:v>0.38049100000000002</c:v>
                </c:pt>
                <c:pt idx="2884">
                  <c:v>0.38079600000000002</c:v>
                </c:pt>
                <c:pt idx="2885">
                  <c:v>0.381102</c:v>
                </c:pt>
                <c:pt idx="2886">
                  <c:v>0.381407</c:v>
                </c:pt>
                <c:pt idx="2887">
                  <c:v>0.381712</c:v>
                </c:pt>
                <c:pt idx="2888">
                  <c:v>0.38201800000000002</c:v>
                </c:pt>
                <c:pt idx="2889">
                  <c:v>0.38232300000000002</c:v>
                </c:pt>
                <c:pt idx="2890">
                  <c:v>0.382629</c:v>
                </c:pt>
                <c:pt idx="2891">
                  <c:v>0.382934</c:v>
                </c:pt>
                <c:pt idx="2892">
                  <c:v>0.383239</c:v>
                </c:pt>
                <c:pt idx="2893">
                  <c:v>0.38354500000000002</c:v>
                </c:pt>
                <c:pt idx="2894">
                  <c:v>0.38385000000000002</c:v>
                </c:pt>
                <c:pt idx="2895">
                  <c:v>0.384156</c:v>
                </c:pt>
                <c:pt idx="2896">
                  <c:v>0.384461</c:v>
                </c:pt>
                <c:pt idx="2897">
                  <c:v>0.384766</c:v>
                </c:pt>
                <c:pt idx="2898">
                  <c:v>0.38507200000000003</c:v>
                </c:pt>
                <c:pt idx="2899">
                  <c:v>0.38537700000000003</c:v>
                </c:pt>
                <c:pt idx="2900">
                  <c:v>0.385683</c:v>
                </c:pt>
                <c:pt idx="2901">
                  <c:v>0.385988</c:v>
                </c:pt>
                <c:pt idx="2902">
                  <c:v>0.386293</c:v>
                </c:pt>
                <c:pt idx="2903">
                  <c:v>0.38659900000000003</c:v>
                </c:pt>
                <c:pt idx="2904">
                  <c:v>0.38690400000000003</c:v>
                </c:pt>
                <c:pt idx="2905">
                  <c:v>0.38721</c:v>
                </c:pt>
                <c:pt idx="2906">
                  <c:v>0.387515</c:v>
                </c:pt>
                <c:pt idx="2907">
                  <c:v>0.38782</c:v>
                </c:pt>
                <c:pt idx="2908">
                  <c:v>0.38812600000000003</c:v>
                </c:pt>
                <c:pt idx="2909">
                  <c:v>0.38843100000000003</c:v>
                </c:pt>
                <c:pt idx="2910">
                  <c:v>0.388737</c:v>
                </c:pt>
                <c:pt idx="2911">
                  <c:v>0.389042</c:v>
                </c:pt>
                <c:pt idx="2912">
                  <c:v>0.389347</c:v>
                </c:pt>
                <c:pt idx="2913">
                  <c:v>0.38965300000000003</c:v>
                </c:pt>
                <c:pt idx="2914">
                  <c:v>0.38995800000000003</c:v>
                </c:pt>
                <c:pt idx="2915">
                  <c:v>0.390264</c:v>
                </c:pt>
                <c:pt idx="2916">
                  <c:v>0.390569</c:v>
                </c:pt>
                <c:pt idx="2917">
                  <c:v>0.390874</c:v>
                </c:pt>
                <c:pt idx="2918">
                  <c:v>0.39118000000000003</c:v>
                </c:pt>
                <c:pt idx="2919">
                  <c:v>0.39148500000000003</c:v>
                </c:pt>
                <c:pt idx="2920">
                  <c:v>0.391791</c:v>
                </c:pt>
                <c:pt idx="2921">
                  <c:v>0.392096</c:v>
                </c:pt>
                <c:pt idx="2922">
                  <c:v>0.392401</c:v>
                </c:pt>
                <c:pt idx="2923">
                  <c:v>0.39270699999999997</c:v>
                </c:pt>
                <c:pt idx="2924">
                  <c:v>0.39301199999999997</c:v>
                </c:pt>
                <c:pt idx="2925">
                  <c:v>0.393318</c:v>
                </c:pt>
                <c:pt idx="2926">
                  <c:v>0.393623</c:v>
                </c:pt>
                <c:pt idx="2927">
                  <c:v>0.393928</c:v>
                </c:pt>
                <c:pt idx="2928">
                  <c:v>0.39423399999999997</c:v>
                </c:pt>
                <c:pt idx="2929">
                  <c:v>0.39453899999999997</c:v>
                </c:pt>
                <c:pt idx="2930">
                  <c:v>0.394845</c:v>
                </c:pt>
                <c:pt idx="2931">
                  <c:v>0.39515</c:v>
                </c:pt>
                <c:pt idx="2932">
                  <c:v>0.395455</c:v>
                </c:pt>
                <c:pt idx="2933">
                  <c:v>0.39576099999999997</c:v>
                </c:pt>
                <c:pt idx="2934">
                  <c:v>0.39606599999999997</c:v>
                </c:pt>
                <c:pt idx="2935">
                  <c:v>0.396372</c:v>
                </c:pt>
                <c:pt idx="2936">
                  <c:v>0.396677</c:v>
                </c:pt>
                <c:pt idx="2937">
                  <c:v>0.396982</c:v>
                </c:pt>
                <c:pt idx="2938">
                  <c:v>0.39728799999999997</c:v>
                </c:pt>
                <c:pt idx="2939">
                  <c:v>0.39759299999999997</c:v>
                </c:pt>
                <c:pt idx="2940">
                  <c:v>0.397899</c:v>
                </c:pt>
                <c:pt idx="2941">
                  <c:v>0.398204</c:v>
                </c:pt>
                <c:pt idx="2942">
                  <c:v>0.398509</c:v>
                </c:pt>
                <c:pt idx="2943">
                  <c:v>0.39881499999999998</c:v>
                </c:pt>
                <c:pt idx="2944">
                  <c:v>0.39911999999999997</c:v>
                </c:pt>
                <c:pt idx="2945">
                  <c:v>0.39942499999999997</c:v>
                </c:pt>
                <c:pt idx="2946">
                  <c:v>0.399731</c:v>
                </c:pt>
                <c:pt idx="2947">
                  <c:v>0.400036</c:v>
                </c:pt>
                <c:pt idx="2948">
                  <c:v>0.40034199999999998</c:v>
                </c:pt>
                <c:pt idx="2949">
                  <c:v>0.40064699999999998</c:v>
                </c:pt>
                <c:pt idx="2950">
                  <c:v>0.40095199999999998</c:v>
                </c:pt>
                <c:pt idx="2951">
                  <c:v>0.401258</c:v>
                </c:pt>
                <c:pt idx="2952">
                  <c:v>0.401563</c:v>
                </c:pt>
                <c:pt idx="2953">
                  <c:v>0.40186899999999998</c:v>
                </c:pt>
                <c:pt idx="2954">
                  <c:v>0.40217399999999998</c:v>
                </c:pt>
                <c:pt idx="2955">
                  <c:v>0.40247899999999998</c:v>
                </c:pt>
                <c:pt idx="2956">
                  <c:v>0.402785</c:v>
                </c:pt>
                <c:pt idx="2957">
                  <c:v>0.40309</c:v>
                </c:pt>
                <c:pt idx="2958">
                  <c:v>0.40339599999999998</c:v>
                </c:pt>
                <c:pt idx="2959">
                  <c:v>0.40370099999999998</c:v>
                </c:pt>
                <c:pt idx="2960">
                  <c:v>0.40400599999999998</c:v>
                </c:pt>
                <c:pt idx="2961">
                  <c:v>0.404312</c:v>
                </c:pt>
                <c:pt idx="2962">
                  <c:v>0.404617</c:v>
                </c:pt>
                <c:pt idx="2963">
                  <c:v>0.40492299999999998</c:v>
                </c:pt>
                <c:pt idx="2964">
                  <c:v>0.40522799999999998</c:v>
                </c:pt>
                <c:pt idx="2965">
                  <c:v>0.40553299999999998</c:v>
                </c:pt>
                <c:pt idx="2966">
                  <c:v>0.40583900000000001</c:v>
                </c:pt>
                <c:pt idx="2967">
                  <c:v>0.40614400000000001</c:v>
                </c:pt>
                <c:pt idx="2968">
                  <c:v>0.40644999999999998</c:v>
                </c:pt>
                <c:pt idx="2969">
                  <c:v>0.40675499999999998</c:v>
                </c:pt>
                <c:pt idx="2970">
                  <c:v>0.40705999999999998</c:v>
                </c:pt>
                <c:pt idx="2971">
                  <c:v>0.40736600000000001</c:v>
                </c:pt>
                <c:pt idx="2972">
                  <c:v>0.40767100000000001</c:v>
                </c:pt>
                <c:pt idx="2973">
                  <c:v>0.40797699999999998</c:v>
                </c:pt>
                <c:pt idx="2974">
                  <c:v>0.40828199999999998</c:v>
                </c:pt>
                <c:pt idx="2975">
                  <c:v>0.40858699999999998</c:v>
                </c:pt>
                <c:pt idx="2976">
                  <c:v>0.40889300000000001</c:v>
                </c:pt>
                <c:pt idx="2977">
                  <c:v>0.40919800000000001</c:v>
                </c:pt>
                <c:pt idx="2978">
                  <c:v>0.40950399999999998</c:v>
                </c:pt>
                <c:pt idx="2979">
                  <c:v>0.40980899999999998</c:v>
                </c:pt>
                <c:pt idx="2980">
                  <c:v>0.41011399999999998</c:v>
                </c:pt>
                <c:pt idx="2981">
                  <c:v>0.41042000000000001</c:v>
                </c:pt>
                <c:pt idx="2982">
                  <c:v>0.41072500000000001</c:v>
                </c:pt>
                <c:pt idx="2983">
                  <c:v>0.41103099999999998</c:v>
                </c:pt>
                <c:pt idx="2984">
                  <c:v>0.41133599999999998</c:v>
                </c:pt>
                <c:pt idx="2985">
                  <c:v>0.41164099999999998</c:v>
                </c:pt>
                <c:pt idx="2986">
                  <c:v>0.41194700000000001</c:v>
                </c:pt>
                <c:pt idx="2987">
                  <c:v>0.41225200000000001</c:v>
                </c:pt>
                <c:pt idx="2988">
                  <c:v>0.41255799999999998</c:v>
                </c:pt>
                <c:pt idx="2989">
                  <c:v>0.41286299999999998</c:v>
                </c:pt>
                <c:pt idx="2990">
                  <c:v>0.41316799999999998</c:v>
                </c:pt>
                <c:pt idx="2991">
                  <c:v>0.41347400000000001</c:v>
                </c:pt>
                <c:pt idx="2992">
                  <c:v>0.41377900000000001</c:v>
                </c:pt>
                <c:pt idx="2993">
                  <c:v>0.41408499999999998</c:v>
                </c:pt>
                <c:pt idx="2994">
                  <c:v>0.41438999999999998</c:v>
                </c:pt>
                <c:pt idx="2995">
                  <c:v>0.41469499999999998</c:v>
                </c:pt>
                <c:pt idx="2996">
                  <c:v>0.41500100000000001</c:v>
                </c:pt>
                <c:pt idx="2997">
                  <c:v>0.41530600000000001</c:v>
                </c:pt>
                <c:pt idx="2998">
                  <c:v>0.41561199999999998</c:v>
                </c:pt>
                <c:pt idx="2999">
                  <c:v>0.41591699999999998</c:v>
                </c:pt>
                <c:pt idx="3000">
                  <c:v>0.41622199999999998</c:v>
                </c:pt>
                <c:pt idx="3001">
                  <c:v>0.41652800000000001</c:v>
                </c:pt>
                <c:pt idx="3002">
                  <c:v>0.41683300000000001</c:v>
                </c:pt>
                <c:pt idx="3003">
                  <c:v>0.41713899999999998</c:v>
                </c:pt>
                <c:pt idx="3004">
                  <c:v>0.41744399999999998</c:v>
                </c:pt>
                <c:pt idx="3005">
                  <c:v>0.41774899999999998</c:v>
                </c:pt>
                <c:pt idx="3006">
                  <c:v>0.41805500000000001</c:v>
                </c:pt>
                <c:pt idx="3007">
                  <c:v>0.41836000000000001</c:v>
                </c:pt>
                <c:pt idx="3008">
                  <c:v>0.41866599999999998</c:v>
                </c:pt>
                <c:pt idx="3009">
                  <c:v>0.41897099999999998</c:v>
                </c:pt>
                <c:pt idx="3010">
                  <c:v>0.41927599999999998</c:v>
                </c:pt>
                <c:pt idx="3011">
                  <c:v>0.41958200000000001</c:v>
                </c:pt>
                <c:pt idx="3012">
                  <c:v>0.41988700000000001</c:v>
                </c:pt>
                <c:pt idx="3013">
                  <c:v>0.42019299999999998</c:v>
                </c:pt>
                <c:pt idx="3014">
                  <c:v>0.42049799999999998</c:v>
                </c:pt>
                <c:pt idx="3015">
                  <c:v>0.42080299999999998</c:v>
                </c:pt>
                <c:pt idx="3016">
                  <c:v>0.42110900000000001</c:v>
                </c:pt>
                <c:pt idx="3017">
                  <c:v>0.42141400000000001</c:v>
                </c:pt>
                <c:pt idx="3018">
                  <c:v>0.42171999999999998</c:v>
                </c:pt>
                <c:pt idx="3019">
                  <c:v>0.42202499999999998</c:v>
                </c:pt>
                <c:pt idx="3020">
                  <c:v>0.42232999999999998</c:v>
                </c:pt>
                <c:pt idx="3021">
                  <c:v>0.42263600000000001</c:v>
                </c:pt>
                <c:pt idx="3022">
                  <c:v>0.42294100000000001</c:v>
                </c:pt>
                <c:pt idx="3023">
                  <c:v>0.42324699999999998</c:v>
                </c:pt>
                <c:pt idx="3024">
                  <c:v>0.42355199999999998</c:v>
                </c:pt>
                <c:pt idx="3025">
                  <c:v>0.42385699999999998</c:v>
                </c:pt>
                <c:pt idx="3026">
                  <c:v>0.42416300000000001</c:v>
                </c:pt>
                <c:pt idx="3027">
                  <c:v>0.42446800000000001</c:v>
                </c:pt>
                <c:pt idx="3028">
                  <c:v>0.42477300000000001</c:v>
                </c:pt>
                <c:pt idx="3029">
                  <c:v>0.42507899999999998</c:v>
                </c:pt>
                <c:pt idx="3030">
                  <c:v>0.42538399999999998</c:v>
                </c:pt>
                <c:pt idx="3031">
                  <c:v>0.42569000000000001</c:v>
                </c:pt>
                <c:pt idx="3032">
                  <c:v>0.42599500000000001</c:v>
                </c:pt>
                <c:pt idx="3033">
                  <c:v>0.42630000000000001</c:v>
                </c:pt>
                <c:pt idx="3034">
                  <c:v>0.42660599999999999</c:v>
                </c:pt>
                <c:pt idx="3035">
                  <c:v>0.42691099999999998</c:v>
                </c:pt>
                <c:pt idx="3036">
                  <c:v>0.42721700000000001</c:v>
                </c:pt>
                <c:pt idx="3037">
                  <c:v>0.42752200000000001</c:v>
                </c:pt>
                <c:pt idx="3038">
                  <c:v>0.42782700000000001</c:v>
                </c:pt>
                <c:pt idx="3039">
                  <c:v>0.42813299999999999</c:v>
                </c:pt>
                <c:pt idx="3040">
                  <c:v>0.42843799999999999</c:v>
                </c:pt>
                <c:pt idx="3041">
                  <c:v>0.42874400000000001</c:v>
                </c:pt>
                <c:pt idx="3042">
                  <c:v>0.42904900000000001</c:v>
                </c:pt>
                <c:pt idx="3043">
                  <c:v>0.42935400000000001</c:v>
                </c:pt>
                <c:pt idx="3044">
                  <c:v>0.42965999999999999</c:v>
                </c:pt>
                <c:pt idx="3045">
                  <c:v>0.42996499999999999</c:v>
                </c:pt>
                <c:pt idx="3046">
                  <c:v>0.43027100000000001</c:v>
                </c:pt>
                <c:pt idx="3047">
                  <c:v>0.43057600000000001</c:v>
                </c:pt>
                <c:pt idx="3048">
                  <c:v>0.43088100000000001</c:v>
                </c:pt>
                <c:pt idx="3049">
                  <c:v>0.43118699999999999</c:v>
                </c:pt>
                <c:pt idx="3050">
                  <c:v>0.43149199999999999</c:v>
                </c:pt>
                <c:pt idx="3051">
                  <c:v>0.43179800000000002</c:v>
                </c:pt>
                <c:pt idx="3052">
                  <c:v>0.43210300000000001</c:v>
                </c:pt>
                <c:pt idx="3053">
                  <c:v>0.43240800000000001</c:v>
                </c:pt>
                <c:pt idx="3054">
                  <c:v>0.43271399999999999</c:v>
                </c:pt>
                <c:pt idx="3055">
                  <c:v>0.43301899999999999</c:v>
                </c:pt>
                <c:pt idx="3056">
                  <c:v>0.43332500000000002</c:v>
                </c:pt>
                <c:pt idx="3057">
                  <c:v>0.43363000000000002</c:v>
                </c:pt>
                <c:pt idx="3058">
                  <c:v>0.43393500000000002</c:v>
                </c:pt>
                <c:pt idx="3059">
                  <c:v>0.43424099999999999</c:v>
                </c:pt>
                <c:pt idx="3060">
                  <c:v>0.43454599999999999</c:v>
                </c:pt>
                <c:pt idx="3061">
                  <c:v>0.43485200000000002</c:v>
                </c:pt>
                <c:pt idx="3062">
                  <c:v>0.43515700000000002</c:v>
                </c:pt>
                <c:pt idx="3063">
                  <c:v>0.43546200000000002</c:v>
                </c:pt>
                <c:pt idx="3064">
                  <c:v>0.43576799999999999</c:v>
                </c:pt>
                <c:pt idx="3065">
                  <c:v>0.43607299999999999</c:v>
                </c:pt>
                <c:pt idx="3066">
                  <c:v>0.43637900000000002</c:v>
                </c:pt>
                <c:pt idx="3067">
                  <c:v>0.43668400000000002</c:v>
                </c:pt>
                <c:pt idx="3068">
                  <c:v>0.43698900000000002</c:v>
                </c:pt>
                <c:pt idx="3069">
                  <c:v>0.43729499999999999</c:v>
                </c:pt>
                <c:pt idx="3070">
                  <c:v>0.43759999999999999</c:v>
                </c:pt>
                <c:pt idx="3071">
                  <c:v>0.43790600000000002</c:v>
                </c:pt>
                <c:pt idx="3072">
                  <c:v>0.43821100000000002</c:v>
                </c:pt>
                <c:pt idx="3073">
                  <c:v>0.43851600000000002</c:v>
                </c:pt>
                <c:pt idx="3074">
                  <c:v>0.43882199999999999</c:v>
                </c:pt>
                <c:pt idx="3075">
                  <c:v>0.43912699999999999</c:v>
                </c:pt>
                <c:pt idx="3076">
                  <c:v>0.43943300000000002</c:v>
                </c:pt>
                <c:pt idx="3077">
                  <c:v>0.43973800000000002</c:v>
                </c:pt>
                <c:pt idx="3078">
                  <c:v>0.44004300000000002</c:v>
                </c:pt>
                <c:pt idx="3079">
                  <c:v>0.44034899999999999</c:v>
                </c:pt>
                <c:pt idx="3080">
                  <c:v>0.44065399999999999</c:v>
                </c:pt>
                <c:pt idx="3081">
                  <c:v>0.44096000000000002</c:v>
                </c:pt>
                <c:pt idx="3082">
                  <c:v>0.44126500000000002</c:v>
                </c:pt>
                <c:pt idx="3083">
                  <c:v>0.44157000000000002</c:v>
                </c:pt>
                <c:pt idx="3084">
                  <c:v>0.44187599999999999</c:v>
                </c:pt>
                <c:pt idx="3085">
                  <c:v>0.44218099999999999</c:v>
                </c:pt>
                <c:pt idx="3086">
                  <c:v>0.44248700000000002</c:v>
                </c:pt>
                <c:pt idx="3087">
                  <c:v>0.44279200000000002</c:v>
                </c:pt>
                <c:pt idx="3088">
                  <c:v>0.44309700000000002</c:v>
                </c:pt>
                <c:pt idx="3089">
                  <c:v>0.44340299999999999</c:v>
                </c:pt>
                <c:pt idx="3090">
                  <c:v>0.44370799999999999</c:v>
                </c:pt>
                <c:pt idx="3091">
                  <c:v>0.44401400000000002</c:v>
                </c:pt>
                <c:pt idx="3092">
                  <c:v>0.44431900000000002</c:v>
                </c:pt>
                <c:pt idx="3093">
                  <c:v>0.44462400000000002</c:v>
                </c:pt>
                <c:pt idx="3094">
                  <c:v>0.44492999999999999</c:v>
                </c:pt>
                <c:pt idx="3095">
                  <c:v>0.44523499999999999</c:v>
                </c:pt>
                <c:pt idx="3096">
                  <c:v>0.44554100000000002</c:v>
                </c:pt>
                <c:pt idx="3097">
                  <c:v>0.44584600000000002</c:v>
                </c:pt>
                <c:pt idx="3098">
                  <c:v>0.44615100000000002</c:v>
                </c:pt>
                <c:pt idx="3099">
                  <c:v>0.44645699999999999</c:v>
                </c:pt>
                <c:pt idx="3100">
                  <c:v>0.44676199999999999</c:v>
                </c:pt>
                <c:pt idx="3101">
                  <c:v>0.44706800000000002</c:v>
                </c:pt>
                <c:pt idx="3102">
                  <c:v>0.44737300000000002</c:v>
                </c:pt>
                <c:pt idx="3103">
                  <c:v>0.44767800000000002</c:v>
                </c:pt>
                <c:pt idx="3104">
                  <c:v>0.44798399999999999</c:v>
                </c:pt>
                <c:pt idx="3105">
                  <c:v>0.44828899999999999</c:v>
                </c:pt>
                <c:pt idx="3106">
                  <c:v>0.44859500000000002</c:v>
                </c:pt>
                <c:pt idx="3107">
                  <c:v>0.44890000000000002</c:v>
                </c:pt>
                <c:pt idx="3108">
                  <c:v>0.44920500000000002</c:v>
                </c:pt>
                <c:pt idx="3109">
                  <c:v>0.44951099999999999</c:v>
                </c:pt>
                <c:pt idx="3110">
                  <c:v>0.44981599999999999</c:v>
                </c:pt>
                <c:pt idx="3111">
                  <c:v>0.45012099999999999</c:v>
                </c:pt>
                <c:pt idx="3112">
                  <c:v>0.45042700000000002</c:v>
                </c:pt>
                <c:pt idx="3113">
                  <c:v>0.45073200000000002</c:v>
                </c:pt>
                <c:pt idx="3114">
                  <c:v>0.45103799999999999</c:v>
                </c:pt>
                <c:pt idx="3115">
                  <c:v>0.45134299999999999</c:v>
                </c:pt>
                <c:pt idx="3116">
                  <c:v>0.45164799999999999</c:v>
                </c:pt>
                <c:pt idx="3117">
                  <c:v>0.45195400000000002</c:v>
                </c:pt>
                <c:pt idx="3118">
                  <c:v>0.45225900000000002</c:v>
                </c:pt>
                <c:pt idx="3119">
                  <c:v>0.452565</c:v>
                </c:pt>
                <c:pt idx="3120">
                  <c:v>0.45286999999999999</c:v>
                </c:pt>
                <c:pt idx="3121">
                  <c:v>0.45317499999999999</c:v>
                </c:pt>
                <c:pt idx="3122">
                  <c:v>0.45348100000000002</c:v>
                </c:pt>
                <c:pt idx="3123">
                  <c:v>0.45378600000000002</c:v>
                </c:pt>
                <c:pt idx="3124">
                  <c:v>0.454092</c:v>
                </c:pt>
                <c:pt idx="3125">
                  <c:v>0.454397</c:v>
                </c:pt>
                <c:pt idx="3126">
                  <c:v>0.454702</c:v>
                </c:pt>
                <c:pt idx="3127">
                  <c:v>0.45500800000000002</c:v>
                </c:pt>
                <c:pt idx="3128">
                  <c:v>0.45531300000000002</c:v>
                </c:pt>
                <c:pt idx="3129">
                  <c:v>0.455619</c:v>
                </c:pt>
                <c:pt idx="3130">
                  <c:v>0.455924</c:v>
                </c:pt>
                <c:pt idx="3131">
                  <c:v>0.456229</c:v>
                </c:pt>
                <c:pt idx="3132">
                  <c:v>0.45653500000000002</c:v>
                </c:pt>
                <c:pt idx="3133">
                  <c:v>0.45684000000000002</c:v>
                </c:pt>
                <c:pt idx="3134">
                  <c:v>0.457146</c:v>
                </c:pt>
                <c:pt idx="3135">
                  <c:v>0.457451</c:v>
                </c:pt>
                <c:pt idx="3136">
                  <c:v>0.457756</c:v>
                </c:pt>
                <c:pt idx="3137">
                  <c:v>0.45806200000000002</c:v>
                </c:pt>
                <c:pt idx="3138">
                  <c:v>0.45836700000000002</c:v>
                </c:pt>
                <c:pt idx="3139">
                  <c:v>0.458673</c:v>
                </c:pt>
                <c:pt idx="3140">
                  <c:v>0.458978</c:v>
                </c:pt>
                <c:pt idx="3141">
                  <c:v>0.459283</c:v>
                </c:pt>
                <c:pt idx="3142">
                  <c:v>0.45958900000000003</c:v>
                </c:pt>
                <c:pt idx="3143">
                  <c:v>0.45989400000000002</c:v>
                </c:pt>
                <c:pt idx="3144">
                  <c:v>0.4602</c:v>
                </c:pt>
                <c:pt idx="3145">
                  <c:v>0.460505</c:v>
                </c:pt>
                <c:pt idx="3146">
                  <c:v>0.46081</c:v>
                </c:pt>
                <c:pt idx="3147">
                  <c:v>0.46111600000000003</c:v>
                </c:pt>
                <c:pt idx="3148">
                  <c:v>0.46142100000000003</c:v>
                </c:pt>
                <c:pt idx="3149">
                  <c:v>0.461727</c:v>
                </c:pt>
                <c:pt idx="3150">
                  <c:v>0.462032</c:v>
                </c:pt>
                <c:pt idx="3151">
                  <c:v>0.462337</c:v>
                </c:pt>
                <c:pt idx="3152">
                  <c:v>0.46264300000000003</c:v>
                </c:pt>
                <c:pt idx="3153">
                  <c:v>0.46294800000000003</c:v>
                </c:pt>
                <c:pt idx="3154">
                  <c:v>0.463254</c:v>
                </c:pt>
                <c:pt idx="3155">
                  <c:v>0.463559</c:v>
                </c:pt>
                <c:pt idx="3156">
                  <c:v>0.463864</c:v>
                </c:pt>
                <c:pt idx="3157">
                  <c:v>0.46417000000000003</c:v>
                </c:pt>
                <c:pt idx="3158">
                  <c:v>0.46447500000000003</c:v>
                </c:pt>
                <c:pt idx="3159">
                  <c:v>0.464781</c:v>
                </c:pt>
                <c:pt idx="3160">
                  <c:v>0.465086</c:v>
                </c:pt>
                <c:pt idx="3161">
                  <c:v>0.465391</c:v>
                </c:pt>
                <c:pt idx="3162">
                  <c:v>0.46569700000000003</c:v>
                </c:pt>
                <c:pt idx="3163">
                  <c:v>0.46600200000000003</c:v>
                </c:pt>
                <c:pt idx="3164">
                  <c:v>0.466308</c:v>
                </c:pt>
                <c:pt idx="3165">
                  <c:v>0.466613</c:v>
                </c:pt>
                <c:pt idx="3166">
                  <c:v>0.466918</c:v>
                </c:pt>
                <c:pt idx="3167">
                  <c:v>0.46722399999999997</c:v>
                </c:pt>
                <c:pt idx="3168">
                  <c:v>0.46752899999999997</c:v>
                </c:pt>
                <c:pt idx="3169">
                  <c:v>0.467835</c:v>
                </c:pt>
                <c:pt idx="3170">
                  <c:v>0.46814</c:v>
                </c:pt>
                <c:pt idx="3171">
                  <c:v>0.468445</c:v>
                </c:pt>
                <c:pt idx="3172">
                  <c:v>0.46875099999999997</c:v>
                </c:pt>
                <c:pt idx="3173">
                  <c:v>0.46905599999999997</c:v>
                </c:pt>
                <c:pt idx="3174">
                  <c:v>0.469362</c:v>
                </c:pt>
                <c:pt idx="3175">
                  <c:v>0.469667</c:v>
                </c:pt>
                <c:pt idx="3176">
                  <c:v>0.469972</c:v>
                </c:pt>
                <c:pt idx="3177">
                  <c:v>0.47027799999999997</c:v>
                </c:pt>
                <c:pt idx="3178">
                  <c:v>0.47058299999999997</c:v>
                </c:pt>
                <c:pt idx="3179">
                  <c:v>0.470889</c:v>
                </c:pt>
                <c:pt idx="3180">
                  <c:v>0.471194</c:v>
                </c:pt>
                <c:pt idx="3181">
                  <c:v>0.471499</c:v>
                </c:pt>
                <c:pt idx="3182">
                  <c:v>0.47180499999999997</c:v>
                </c:pt>
                <c:pt idx="3183">
                  <c:v>0.47210999999999997</c:v>
                </c:pt>
                <c:pt idx="3184">
                  <c:v>0.472416</c:v>
                </c:pt>
                <c:pt idx="3185">
                  <c:v>0.472721</c:v>
                </c:pt>
                <c:pt idx="3186">
                  <c:v>0.473026</c:v>
                </c:pt>
                <c:pt idx="3187">
                  <c:v>0.47333199999999997</c:v>
                </c:pt>
                <c:pt idx="3188">
                  <c:v>0.47363699999999997</c:v>
                </c:pt>
                <c:pt idx="3189">
                  <c:v>0.473943</c:v>
                </c:pt>
                <c:pt idx="3190">
                  <c:v>0.474248</c:v>
                </c:pt>
                <c:pt idx="3191">
                  <c:v>0.474553</c:v>
                </c:pt>
                <c:pt idx="3192">
                  <c:v>0.47485899999999998</c:v>
                </c:pt>
                <c:pt idx="3193">
                  <c:v>0.47516399999999998</c:v>
                </c:pt>
                <c:pt idx="3194">
                  <c:v>0.47547</c:v>
                </c:pt>
                <c:pt idx="3195">
                  <c:v>0.475775</c:v>
                </c:pt>
                <c:pt idx="3196">
                  <c:v>0.47608</c:v>
                </c:pt>
                <c:pt idx="3197">
                  <c:v>0.47638599999999998</c:v>
                </c:pt>
                <c:pt idx="3198">
                  <c:v>0.47669099999999998</c:v>
                </c:pt>
                <c:pt idx="3199">
                  <c:v>0.47699599999999998</c:v>
                </c:pt>
                <c:pt idx="3200">
                  <c:v>0.477302</c:v>
                </c:pt>
                <c:pt idx="3201">
                  <c:v>0.477607</c:v>
                </c:pt>
                <c:pt idx="3202">
                  <c:v>0.47791299999999998</c:v>
                </c:pt>
                <c:pt idx="3203">
                  <c:v>0.47821799999999998</c:v>
                </c:pt>
                <c:pt idx="3204">
                  <c:v>0.47852299999999998</c:v>
                </c:pt>
                <c:pt idx="3205">
                  <c:v>0.478829</c:v>
                </c:pt>
                <c:pt idx="3206">
                  <c:v>0.479134</c:v>
                </c:pt>
                <c:pt idx="3207">
                  <c:v>0.47943999999999998</c:v>
                </c:pt>
                <c:pt idx="3208">
                  <c:v>0.47974499999999998</c:v>
                </c:pt>
                <c:pt idx="3209">
                  <c:v>0.48004999999999998</c:v>
                </c:pt>
                <c:pt idx="3210">
                  <c:v>0.48035600000000001</c:v>
                </c:pt>
                <c:pt idx="3211">
                  <c:v>0.480661</c:v>
                </c:pt>
                <c:pt idx="3212">
                  <c:v>0.48096699999999998</c:v>
                </c:pt>
                <c:pt idx="3213">
                  <c:v>0.48127199999999998</c:v>
                </c:pt>
                <c:pt idx="3214">
                  <c:v>0.48157699999999998</c:v>
                </c:pt>
                <c:pt idx="3215">
                  <c:v>0.48188300000000001</c:v>
                </c:pt>
                <c:pt idx="3216">
                  <c:v>0.48218800000000001</c:v>
                </c:pt>
                <c:pt idx="3217">
                  <c:v>0.48249399999999998</c:v>
                </c:pt>
                <c:pt idx="3218">
                  <c:v>0.48279899999999998</c:v>
                </c:pt>
                <c:pt idx="3219">
                  <c:v>0.48310399999999998</c:v>
                </c:pt>
                <c:pt idx="3220">
                  <c:v>0.48341000000000001</c:v>
                </c:pt>
                <c:pt idx="3221">
                  <c:v>0.48371500000000001</c:v>
                </c:pt>
                <c:pt idx="3222">
                  <c:v>0.48402099999999998</c:v>
                </c:pt>
                <c:pt idx="3223">
                  <c:v>0.48432599999999998</c:v>
                </c:pt>
                <c:pt idx="3224">
                  <c:v>0.48463099999999998</c:v>
                </c:pt>
                <c:pt idx="3225">
                  <c:v>0.48493700000000001</c:v>
                </c:pt>
                <c:pt idx="3226">
                  <c:v>0.48524200000000001</c:v>
                </c:pt>
                <c:pt idx="3227">
                  <c:v>0.48554799999999998</c:v>
                </c:pt>
                <c:pt idx="3228">
                  <c:v>0.48585299999999998</c:v>
                </c:pt>
                <c:pt idx="3229">
                  <c:v>0.48615799999999998</c:v>
                </c:pt>
                <c:pt idx="3230">
                  <c:v>0.48646400000000001</c:v>
                </c:pt>
                <c:pt idx="3231">
                  <c:v>0.48676900000000001</c:v>
                </c:pt>
                <c:pt idx="3232">
                  <c:v>0.48707499999999998</c:v>
                </c:pt>
                <c:pt idx="3233">
                  <c:v>0.48737999999999998</c:v>
                </c:pt>
                <c:pt idx="3234">
                  <c:v>0.48768499999999998</c:v>
                </c:pt>
                <c:pt idx="3235">
                  <c:v>0.48799100000000001</c:v>
                </c:pt>
                <c:pt idx="3236">
                  <c:v>0.48829600000000001</c:v>
                </c:pt>
                <c:pt idx="3237">
                  <c:v>0.48860199999999998</c:v>
                </c:pt>
                <c:pt idx="3238">
                  <c:v>0.48890699999999998</c:v>
                </c:pt>
                <c:pt idx="3239">
                  <c:v>0.48921199999999998</c:v>
                </c:pt>
                <c:pt idx="3240">
                  <c:v>0.48951800000000001</c:v>
                </c:pt>
                <c:pt idx="3241">
                  <c:v>0.48982300000000001</c:v>
                </c:pt>
                <c:pt idx="3242">
                  <c:v>0.49012899999999998</c:v>
                </c:pt>
                <c:pt idx="3243">
                  <c:v>0.49043399999999998</c:v>
                </c:pt>
                <c:pt idx="3244">
                  <c:v>0.49073899999999998</c:v>
                </c:pt>
                <c:pt idx="3245">
                  <c:v>0.49104500000000001</c:v>
                </c:pt>
                <c:pt idx="3246">
                  <c:v>0.49135000000000001</c:v>
                </c:pt>
                <c:pt idx="3247">
                  <c:v>0.49165599999999998</c:v>
                </c:pt>
                <c:pt idx="3248">
                  <c:v>0.49196099999999998</c:v>
                </c:pt>
                <c:pt idx="3249">
                  <c:v>0.49226599999999998</c:v>
                </c:pt>
                <c:pt idx="3250">
                  <c:v>0.49257200000000001</c:v>
                </c:pt>
                <c:pt idx="3251">
                  <c:v>0.49287700000000001</c:v>
                </c:pt>
                <c:pt idx="3252">
                  <c:v>0.49318299999999998</c:v>
                </c:pt>
                <c:pt idx="3253">
                  <c:v>0.49348799999999998</c:v>
                </c:pt>
                <c:pt idx="3254">
                  <c:v>0.49379299999999998</c:v>
                </c:pt>
                <c:pt idx="3255">
                  <c:v>0.49409900000000001</c:v>
                </c:pt>
                <c:pt idx="3256">
                  <c:v>0.49440400000000001</c:v>
                </c:pt>
                <c:pt idx="3257">
                  <c:v>0.49470999999999998</c:v>
                </c:pt>
                <c:pt idx="3258">
                  <c:v>0.49501499999999998</c:v>
                </c:pt>
                <c:pt idx="3259">
                  <c:v>0.49531999999999998</c:v>
                </c:pt>
                <c:pt idx="3260">
                  <c:v>0.49562600000000001</c:v>
                </c:pt>
                <c:pt idx="3261">
                  <c:v>0.49593100000000001</c:v>
                </c:pt>
                <c:pt idx="3262">
                  <c:v>0.49623699999999998</c:v>
                </c:pt>
                <c:pt idx="3263">
                  <c:v>0.49654199999999998</c:v>
                </c:pt>
                <c:pt idx="3264">
                  <c:v>0.49684699999999998</c:v>
                </c:pt>
                <c:pt idx="3265">
                  <c:v>0.49715300000000001</c:v>
                </c:pt>
                <c:pt idx="3266">
                  <c:v>0.49745800000000001</c:v>
                </c:pt>
                <c:pt idx="3267">
                  <c:v>0.49776399999999998</c:v>
                </c:pt>
                <c:pt idx="3268">
                  <c:v>0.49806899999999998</c:v>
                </c:pt>
                <c:pt idx="3269">
                  <c:v>0.49837399999999998</c:v>
                </c:pt>
                <c:pt idx="3270">
                  <c:v>0.49868000000000001</c:v>
                </c:pt>
                <c:pt idx="3271">
                  <c:v>0.49898500000000001</c:v>
                </c:pt>
                <c:pt idx="3272">
                  <c:v>0.49929099999999998</c:v>
                </c:pt>
                <c:pt idx="3273">
                  <c:v>0.49959599999999998</c:v>
                </c:pt>
                <c:pt idx="3274">
                  <c:v>0.49990099999999998</c:v>
                </c:pt>
                <c:pt idx="3275">
                  <c:v>0.50020699999999996</c:v>
                </c:pt>
                <c:pt idx="3276">
                  <c:v>0.50051199999999996</c:v>
                </c:pt>
                <c:pt idx="3277">
                  <c:v>0.50081799999999999</c:v>
                </c:pt>
                <c:pt idx="3278">
                  <c:v>0.50112299999999999</c:v>
                </c:pt>
                <c:pt idx="3279">
                  <c:v>0.50142799999999998</c:v>
                </c:pt>
                <c:pt idx="3280">
                  <c:v>0.50173400000000001</c:v>
                </c:pt>
                <c:pt idx="3281">
                  <c:v>0.50203900000000001</c:v>
                </c:pt>
                <c:pt idx="3282">
                  <c:v>0.50234400000000001</c:v>
                </c:pt>
                <c:pt idx="3283">
                  <c:v>0.50265000000000004</c:v>
                </c:pt>
                <c:pt idx="3284">
                  <c:v>0.50295500000000004</c:v>
                </c:pt>
                <c:pt idx="3285">
                  <c:v>0.50326099999999996</c:v>
                </c:pt>
                <c:pt idx="3286">
                  <c:v>0.50356599999999996</c:v>
                </c:pt>
                <c:pt idx="3287">
                  <c:v>0.50387099999999996</c:v>
                </c:pt>
                <c:pt idx="3288">
                  <c:v>0.50417699999999999</c:v>
                </c:pt>
                <c:pt idx="3289">
                  <c:v>0.50448199999999999</c:v>
                </c:pt>
                <c:pt idx="3290">
                  <c:v>0.50478800000000001</c:v>
                </c:pt>
                <c:pt idx="3291">
                  <c:v>0.50509300000000001</c:v>
                </c:pt>
                <c:pt idx="3292">
                  <c:v>0.50539800000000001</c:v>
                </c:pt>
                <c:pt idx="3293">
                  <c:v>0.50570400000000004</c:v>
                </c:pt>
                <c:pt idx="3294">
                  <c:v>0.50600900000000004</c:v>
                </c:pt>
                <c:pt idx="3295">
                  <c:v>0.50631499999999996</c:v>
                </c:pt>
                <c:pt idx="3296">
                  <c:v>0.50661999999999996</c:v>
                </c:pt>
                <c:pt idx="3297">
                  <c:v>0.50692499999999996</c:v>
                </c:pt>
                <c:pt idx="3298">
                  <c:v>0.50723099999999999</c:v>
                </c:pt>
                <c:pt idx="3299">
                  <c:v>0.50753599999999999</c:v>
                </c:pt>
                <c:pt idx="3300">
                  <c:v>0.50784200000000002</c:v>
                </c:pt>
                <c:pt idx="3301">
                  <c:v>0.50814700000000002</c:v>
                </c:pt>
                <c:pt idx="3302">
                  <c:v>0.50845200000000002</c:v>
                </c:pt>
                <c:pt idx="3303">
                  <c:v>0.50875800000000004</c:v>
                </c:pt>
                <c:pt idx="3304">
                  <c:v>0.50906300000000004</c:v>
                </c:pt>
                <c:pt idx="3305">
                  <c:v>0.50936899999999996</c:v>
                </c:pt>
                <c:pt idx="3306">
                  <c:v>0.50967399999999996</c:v>
                </c:pt>
                <c:pt idx="3307">
                  <c:v>0.50997899999999996</c:v>
                </c:pt>
                <c:pt idx="3308">
                  <c:v>0.51028499999999999</c:v>
                </c:pt>
                <c:pt idx="3309">
                  <c:v>0.51058999999999999</c:v>
                </c:pt>
                <c:pt idx="3310">
                  <c:v>0.51089600000000002</c:v>
                </c:pt>
                <c:pt idx="3311">
                  <c:v>0.51120100000000002</c:v>
                </c:pt>
                <c:pt idx="3312">
                  <c:v>0.51150600000000002</c:v>
                </c:pt>
                <c:pt idx="3313">
                  <c:v>0.51181200000000004</c:v>
                </c:pt>
                <c:pt idx="3314">
                  <c:v>0.51211700000000004</c:v>
                </c:pt>
                <c:pt idx="3315">
                  <c:v>0.51242299999999996</c:v>
                </c:pt>
                <c:pt idx="3316">
                  <c:v>0.51272799999999996</c:v>
                </c:pt>
                <c:pt idx="3317">
                  <c:v>0.51303299999999996</c:v>
                </c:pt>
                <c:pt idx="3318">
                  <c:v>0.51333899999999999</c:v>
                </c:pt>
                <c:pt idx="3319">
                  <c:v>0.51364399999999999</c:v>
                </c:pt>
                <c:pt idx="3320">
                  <c:v>0.51395000000000002</c:v>
                </c:pt>
                <c:pt idx="3321">
                  <c:v>0.51425500000000002</c:v>
                </c:pt>
                <c:pt idx="3322">
                  <c:v>0.51456000000000002</c:v>
                </c:pt>
                <c:pt idx="3323">
                  <c:v>0.51486600000000005</c:v>
                </c:pt>
                <c:pt idx="3324">
                  <c:v>0.51517100000000005</c:v>
                </c:pt>
                <c:pt idx="3325">
                  <c:v>0.51547699999999996</c:v>
                </c:pt>
                <c:pt idx="3326">
                  <c:v>0.51578199999999996</c:v>
                </c:pt>
                <c:pt idx="3327">
                  <c:v>0.51608699999999996</c:v>
                </c:pt>
                <c:pt idx="3328">
                  <c:v>0.51639299999999999</c:v>
                </c:pt>
                <c:pt idx="3329">
                  <c:v>0.51669799999999999</c:v>
                </c:pt>
                <c:pt idx="3330">
                  <c:v>0.51700400000000002</c:v>
                </c:pt>
                <c:pt idx="3331">
                  <c:v>0.51730900000000002</c:v>
                </c:pt>
                <c:pt idx="3332">
                  <c:v>0.51761400000000002</c:v>
                </c:pt>
                <c:pt idx="3333">
                  <c:v>0.51792000000000005</c:v>
                </c:pt>
                <c:pt idx="3334">
                  <c:v>0.51822500000000005</c:v>
                </c:pt>
                <c:pt idx="3335">
                  <c:v>0.51853099999999996</c:v>
                </c:pt>
                <c:pt idx="3336">
                  <c:v>0.51883599999999996</c:v>
                </c:pt>
                <c:pt idx="3337">
                  <c:v>0.51914099999999996</c:v>
                </c:pt>
                <c:pt idx="3338">
                  <c:v>0.51944699999999999</c:v>
                </c:pt>
                <c:pt idx="3339">
                  <c:v>0.51975199999999999</c:v>
                </c:pt>
                <c:pt idx="3340">
                  <c:v>0.52005800000000002</c:v>
                </c:pt>
                <c:pt idx="3341">
                  <c:v>0.52036300000000002</c:v>
                </c:pt>
                <c:pt idx="3342">
                  <c:v>0.52066800000000002</c:v>
                </c:pt>
                <c:pt idx="3343">
                  <c:v>0.52097400000000005</c:v>
                </c:pt>
                <c:pt idx="3344">
                  <c:v>0.52127900000000005</c:v>
                </c:pt>
                <c:pt idx="3345">
                  <c:v>0.52158499999999997</c:v>
                </c:pt>
                <c:pt idx="3346">
                  <c:v>0.52188999999999997</c:v>
                </c:pt>
                <c:pt idx="3347">
                  <c:v>0.52219499999999996</c:v>
                </c:pt>
                <c:pt idx="3348">
                  <c:v>0.52250099999999999</c:v>
                </c:pt>
                <c:pt idx="3349">
                  <c:v>0.52280599999999999</c:v>
                </c:pt>
                <c:pt idx="3350">
                  <c:v>0.52311200000000002</c:v>
                </c:pt>
                <c:pt idx="3351">
                  <c:v>0.52341700000000002</c:v>
                </c:pt>
                <c:pt idx="3352">
                  <c:v>0.52372200000000002</c:v>
                </c:pt>
                <c:pt idx="3353">
                  <c:v>0.52402800000000005</c:v>
                </c:pt>
                <c:pt idx="3354">
                  <c:v>0.52433300000000005</c:v>
                </c:pt>
                <c:pt idx="3355">
                  <c:v>0.52463899999999997</c:v>
                </c:pt>
                <c:pt idx="3356">
                  <c:v>0.52494399999999997</c:v>
                </c:pt>
                <c:pt idx="3357">
                  <c:v>0.52524899999999997</c:v>
                </c:pt>
                <c:pt idx="3358">
                  <c:v>0.52555499999999999</c:v>
                </c:pt>
                <c:pt idx="3359">
                  <c:v>0.52585999999999999</c:v>
                </c:pt>
                <c:pt idx="3360">
                  <c:v>0.52616600000000002</c:v>
                </c:pt>
                <c:pt idx="3361">
                  <c:v>0.52647100000000002</c:v>
                </c:pt>
                <c:pt idx="3362">
                  <c:v>0.52677600000000002</c:v>
                </c:pt>
                <c:pt idx="3363">
                  <c:v>0.52708200000000005</c:v>
                </c:pt>
                <c:pt idx="3364">
                  <c:v>0.52738700000000005</c:v>
                </c:pt>
                <c:pt idx="3365">
                  <c:v>0.52769200000000005</c:v>
                </c:pt>
                <c:pt idx="3366">
                  <c:v>0.52799799999999997</c:v>
                </c:pt>
                <c:pt idx="3367">
                  <c:v>0.52830299999999997</c:v>
                </c:pt>
                <c:pt idx="3368">
                  <c:v>0.528609</c:v>
                </c:pt>
                <c:pt idx="3369">
                  <c:v>0.528914</c:v>
                </c:pt>
                <c:pt idx="3370">
                  <c:v>0.52921899999999999</c:v>
                </c:pt>
                <c:pt idx="3371">
                  <c:v>0.52952500000000002</c:v>
                </c:pt>
                <c:pt idx="3372">
                  <c:v>0.52983000000000002</c:v>
                </c:pt>
                <c:pt idx="3373">
                  <c:v>0.53013600000000005</c:v>
                </c:pt>
                <c:pt idx="3374">
                  <c:v>0.53044100000000005</c:v>
                </c:pt>
                <c:pt idx="3375">
                  <c:v>0.53074600000000005</c:v>
                </c:pt>
                <c:pt idx="3376">
                  <c:v>0.53105199999999997</c:v>
                </c:pt>
                <c:pt idx="3377">
                  <c:v>0.53135699999999997</c:v>
                </c:pt>
                <c:pt idx="3378">
                  <c:v>0.531663</c:v>
                </c:pt>
                <c:pt idx="3379">
                  <c:v>0.531968</c:v>
                </c:pt>
                <c:pt idx="3380">
                  <c:v>0.532273</c:v>
                </c:pt>
                <c:pt idx="3381">
                  <c:v>0.53257900000000002</c:v>
                </c:pt>
                <c:pt idx="3382">
                  <c:v>0.53288400000000002</c:v>
                </c:pt>
                <c:pt idx="3383">
                  <c:v>0.53319000000000005</c:v>
                </c:pt>
                <c:pt idx="3384">
                  <c:v>0.53349500000000005</c:v>
                </c:pt>
                <c:pt idx="3385">
                  <c:v>0.53380000000000005</c:v>
                </c:pt>
                <c:pt idx="3386">
                  <c:v>0.53410599999999997</c:v>
                </c:pt>
                <c:pt idx="3387">
                  <c:v>0.53441099999999997</c:v>
                </c:pt>
                <c:pt idx="3388">
                  <c:v>0.534717</c:v>
                </c:pt>
                <c:pt idx="3389">
                  <c:v>0.535022</c:v>
                </c:pt>
                <c:pt idx="3390">
                  <c:v>0.535327</c:v>
                </c:pt>
                <c:pt idx="3391">
                  <c:v>0.53563300000000003</c:v>
                </c:pt>
                <c:pt idx="3392">
                  <c:v>0.53593800000000003</c:v>
                </c:pt>
                <c:pt idx="3393">
                  <c:v>0.53624400000000005</c:v>
                </c:pt>
                <c:pt idx="3394">
                  <c:v>0.53654900000000005</c:v>
                </c:pt>
                <c:pt idx="3395">
                  <c:v>0.53685400000000005</c:v>
                </c:pt>
                <c:pt idx="3396">
                  <c:v>0.53715999999999997</c:v>
                </c:pt>
                <c:pt idx="3397">
                  <c:v>0.53746499999999997</c:v>
                </c:pt>
                <c:pt idx="3398">
                  <c:v>0.537771</c:v>
                </c:pt>
                <c:pt idx="3399">
                  <c:v>0.538076</c:v>
                </c:pt>
                <c:pt idx="3400">
                  <c:v>0.538381</c:v>
                </c:pt>
                <c:pt idx="3401">
                  <c:v>0.53868700000000003</c:v>
                </c:pt>
                <c:pt idx="3402">
                  <c:v>0.53899200000000003</c:v>
                </c:pt>
                <c:pt idx="3403">
                  <c:v>0.53929800000000006</c:v>
                </c:pt>
                <c:pt idx="3404">
                  <c:v>0.53960300000000005</c:v>
                </c:pt>
                <c:pt idx="3405">
                  <c:v>0.53990800000000005</c:v>
                </c:pt>
                <c:pt idx="3406">
                  <c:v>0.54021399999999997</c:v>
                </c:pt>
                <c:pt idx="3407">
                  <c:v>0.54051899999999997</c:v>
                </c:pt>
                <c:pt idx="3408">
                  <c:v>0.540825</c:v>
                </c:pt>
                <c:pt idx="3409">
                  <c:v>0.54113</c:v>
                </c:pt>
                <c:pt idx="3410">
                  <c:v>0.541435</c:v>
                </c:pt>
                <c:pt idx="3411">
                  <c:v>0.54174100000000003</c:v>
                </c:pt>
                <c:pt idx="3412">
                  <c:v>0.54204600000000003</c:v>
                </c:pt>
                <c:pt idx="3413">
                  <c:v>0.54235199999999995</c:v>
                </c:pt>
                <c:pt idx="3414">
                  <c:v>0.54265699999999994</c:v>
                </c:pt>
                <c:pt idx="3415">
                  <c:v>0.54296199999999994</c:v>
                </c:pt>
                <c:pt idx="3416">
                  <c:v>0.54326799999999997</c:v>
                </c:pt>
                <c:pt idx="3417">
                  <c:v>0.54357299999999997</c:v>
                </c:pt>
                <c:pt idx="3418">
                  <c:v>0.543879</c:v>
                </c:pt>
                <c:pt idx="3419">
                  <c:v>0.544184</c:v>
                </c:pt>
                <c:pt idx="3420">
                  <c:v>0.544489</c:v>
                </c:pt>
                <c:pt idx="3421">
                  <c:v>0.54479500000000003</c:v>
                </c:pt>
                <c:pt idx="3422">
                  <c:v>0.54510000000000003</c:v>
                </c:pt>
                <c:pt idx="3423">
                  <c:v>0.54540599999999995</c:v>
                </c:pt>
                <c:pt idx="3424">
                  <c:v>0.54571099999999995</c:v>
                </c:pt>
                <c:pt idx="3425">
                  <c:v>0.54601599999999995</c:v>
                </c:pt>
                <c:pt idx="3426">
                  <c:v>0.54632199999999997</c:v>
                </c:pt>
                <c:pt idx="3427">
                  <c:v>0.54662699999999997</c:v>
                </c:pt>
                <c:pt idx="3428">
                  <c:v>0.546933</c:v>
                </c:pt>
                <c:pt idx="3429">
                  <c:v>0.547238</c:v>
                </c:pt>
                <c:pt idx="3430">
                  <c:v>0.547543</c:v>
                </c:pt>
                <c:pt idx="3431">
                  <c:v>0.54784900000000003</c:v>
                </c:pt>
                <c:pt idx="3432">
                  <c:v>0.54815400000000003</c:v>
                </c:pt>
                <c:pt idx="3433">
                  <c:v>0.54845999999999995</c:v>
                </c:pt>
                <c:pt idx="3434">
                  <c:v>0.54876499999999995</c:v>
                </c:pt>
                <c:pt idx="3435">
                  <c:v>0.54906999999999995</c:v>
                </c:pt>
                <c:pt idx="3436">
                  <c:v>0.54937599999999998</c:v>
                </c:pt>
                <c:pt idx="3437">
                  <c:v>0.54968099999999998</c:v>
                </c:pt>
                <c:pt idx="3438">
                  <c:v>0.549987</c:v>
                </c:pt>
                <c:pt idx="3439">
                  <c:v>0.550292</c:v>
                </c:pt>
                <c:pt idx="3440">
                  <c:v>0.550597</c:v>
                </c:pt>
                <c:pt idx="3441">
                  <c:v>0.55090300000000003</c:v>
                </c:pt>
                <c:pt idx="3442">
                  <c:v>0.55120800000000003</c:v>
                </c:pt>
                <c:pt idx="3443">
                  <c:v>0.55151399999999995</c:v>
                </c:pt>
                <c:pt idx="3444">
                  <c:v>0.55181899999999995</c:v>
                </c:pt>
                <c:pt idx="3445">
                  <c:v>0.55212399999999995</c:v>
                </c:pt>
                <c:pt idx="3446">
                  <c:v>0.55242999999999998</c:v>
                </c:pt>
                <c:pt idx="3447">
                  <c:v>0.55273499999999998</c:v>
                </c:pt>
                <c:pt idx="3448">
                  <c:v>0.55303999999999998</c:v>
                </c:pt>
                <c:pt idx="3449">
                  <c:v>0.553346</c:v>
                </c:pt>
                <c:pt idx="3450">
                  <c:v>0.553651</c:v>
                </c:pt>
                <c:pt idx="3451">
                  <c:v>0.55395700000000003</c:v>
                </c:pt>
                <c:pt idx="3452">
                  <c:v>0.55426200000000003</c:v>
                </c:pt>
                <c:pt idx="3453">
                  <c:v>0.55456700000000003</c:v>
                </c:pt>
                <c:pt idx="3454">
                  <c:v>0.55487299999999995</c:v>
                </c:pt>
                <c:pt idx="3455">
                  <c:v>0.55517799999999995</c:v>
                </c:pt>
                <c:pt idx="3456">
                  <c:v>0.55548399999999998</c:v>
                </c:pt>
                <c:pt idx="3457">
                  <c:v>0.55578899999999998</c:v>
                </c:pt>
                <c:pt idx="3458">
                  <c:v>0.55609399999999998</c:v>
                </c:pt>
                <c:pt idx="3459">
                  <c:v>0.55640000000000001</c:v>
                </c:pt>
                <c:pt idx="3460">
                  <c:v>0.55670500000000001</c:v>
                </c:pt>
                <c:pt idx="3461">
                  <c:v>0.55701100000000003</c:v>
                </c:pt>
                <c:pt idx="3462">
                  <c:v>0.55731600000000003</c:v>
                </c:pt>
                <c:pt idx="3463">
                  <c:v>0.55762100000000003</c:v>
                </c:pt>
                <c:pt idx="3464">
                  <c:v>0.55792699999999995</c:v>
                </c:pt>
                <c:pt idx="3465">
                  <c:v>0.55823199999999995</c:v>
                </c:pt>
                <c:pt idx="3466">
                  <c:v>0.55853799999999998</c:v>
                </c:pt>
                <c:pt idx="3467">
                  <c:v>0.55884299999999998</c:v>
                </c:pt>
                <c:pt idx="3468">
                  <c:v>0.55914799999999998</c:v>
                </c:pt>
                <c:pt idx="3469">
                  <c:v>0.55945400000000001</c:v>
                </c:pt>
                <c:pt idx="3470">
                  <c:v>0.55975900000000001</c:v>
                </c:pt>
                <c:pt idx="3471">
                  <c:v>0.56006500000000004</c:v>
                </c:pt>
                <c:pt idx="3472">
                  <c:v>0.56037000000000003</c:v>
                </c:pt>
                <c:pt idx="3473">
                  <c:v>0.56067500000000003</c:v>
                </c:pt>
                <c:pt idx="3474">
                  <c:v>0.56098099999999995</c:v>
                </c:pt>
                <c:pt idx="3475">
                  <c:v>0.56128599999999995</c:v>
                </c:pt>
                <c:pt idx="3476">
                  <c:v>0.56159199999999998</c:v>
                </c:pt>
                <c:pt idx="3477">
                  <c:v>0.56189699999999998</c:v>
                </c:pt>
                <c:pt idx="3478">
                  <c:v>0.56220199999999998</c:v>
                </c:pt>
                <c:pt idx="3479">
                  <c:v>0.56250800000000001</c:v>
                </c:pt>
                <c:pt idx="3480">
                  <c:v>0.56281300000000001</c:v>
                </c:pt>
                <c:pt idx="3481">
                  <c:v>0.56311900000000004</c:v>
                </c:pt>
                <c:pt idx="3482">
                  <c:v>0.56342400000000004</c:v>
                </c:pt>
                <c:pt idx="3483">
                  <c:v>0.56372900000000004</c:v>
                </c:pt>
                <c:pt idx="3484">
                  <c:v>0.56403499999999995</c:v>
                </c:pt>
                <c:pt idx="3485">
                  <c:v>0.56433999999999995</c:v>
                </c:pt>
                <c:pt idx="3486">
                  <c:v>0.56464599999999998</c:v>
                </c:pt>
                <c:pt idx="3487">
                  <c:v>0.56495099999999998</c:v>
                </c:pt>
                <c:pt idx="3488">
                  <c:v>0.56525599999999998</c:v>
                </c:pt>
                <c:pt idx="3489">
                  <c:v>0.56556200000000001</c:v>
                </c:pt>
                <c:pt idx="3490">
                  <c:v>0.56586700000000001</c:v>
                </c:pt>
                <c:pt idx="3491">
                  <c:v>0.56617300000000004</c:v>
                </c:pt>
                <c:pt idx="3492">
                  <c:v>0.56647800000000004</c:v>
                </c:pt>
                <c:pt idx="3493">
                  <c:v>0.56678300000000004</c:v>
                </c:pt>
                <c:pt idx="3494">
                  <c:v>0.56708899999999995</c:v>
                </c:pt>
                <c:pt idx="3495">
                  <c:v>0.56739399999999995</c:v>
                </c:pt>
                <c:pt idx="3496">
                  <c:v>0.56769999999999998</c:v>
                </c:pt>
                <c:pt idx="3497">
                  <c:v>0.56800499999999998</c:v>
                </c:pt>
                <c:pt idx="3498">
                  <c:v>0.56830999999999998</c:v>
                </c:pt>
                <c:pt idx="3499">
                  <c:v>0.56861600000000001</c:v>
                </c:pt>
                <c:pt idx="3500">
                  <c:v>0.56892100000000001</c:v>
                </c:pt>
                <c:pt idx="3501">
                  <c:v>0.56922700000000004</c:v>
                </c:pt>
                <c:pt idx="3502">
                  <c:v>0.56953200000000004</c:v>
                </c:pt>
                <c:pt idx="3503">
                  <c:v>0.56983700000000004</c:v>
                </c:pt>
                <c:pt idx="3504">
                  <c:v>0.57014299999999996</c:v>
                </c:pt>
                <c:pt idx="3505">
                  <c:v>0.57044799999999996</c:v>
                </c:pt>
                <c:pt idx="3506">
                  <c:v>0.57075399999999998</c:v>
                </c:pt>
                <c:pt idx="3507">
                  <c:v>0.57105899999999998</c:v>
                </c:pt>
                <c:pt idx="3508">
                  <c:v>0.57136399999999998</c:v>
                </c:pt>
                <c:pt idx="3509">
                  <c:v>0.57167000000000001</c:v>
                </c:pt>
                <c:pt idx="3510">
                  <c:v>0.57197500000000001</c:v>
                </c:pt>
                <c:pt idx="3511">
                  <c:v>0.57228100000000004</c:v>
                </c:pt>
                <c:pt idx="3512">
                  <c:v>0.57258600000000004</c:v>
                </c:pt>
                <c:pt idx="3513">
                  <c:v>0.57289100000000004</c:v>
                </c:pt>
                <c:pt idx="3514">
                  <c:v>0.57319699999999996</c:v>
                </c:pt>
                <c:pt idx="3515">
                  <c:v>0.57350199999999996</c:v>
                </c:pt>
                <c:pt idx="3516">
                  <c:v>0.57380799999999998</c:v>
                </c:pt>
                <c:pt idx="3517">
                  <c:v>0.57411299999999998</c:v>
                </c:pt>
                <c:pt idx="3518">
                  <c:v>0.57441799999999998</c:v>
                </c:pt>
                <c:pt idx="3519">
                  <c:v>0.57472400000000001</c:v>
                </c:pt>
                <c:pt idx="3520">
                  <c:v>0.57502900000000001</c:v>
                </c:pt>
                <c:pt idx="3521">
                  <c:v>0.57533500000000004</c:v>
                </c:pt>
                <c:pt idx="3522">
                  <c:v>0.57564000000000004</c:v>
                </c:pt>
                <c:pt idx="3523">
                  <c:v>0.57594500000000004</c:v>
                </c:pt>
                <c:pt idx="3524">
                  <c:v>0.57625099999999996</c:v>
                </c:pt>
                <c:pt idx="3525">
                  <c:v>0.57655599999999996</c:v>
                </c:pt>
                <c:pt idx="3526">
                  <c:v>0.57686199999999999</c:v>
                </c:pt>
                <c:pt idx="3527">
                  <c:v>0.57716699999999999</c:v>
                </c:pt>
                <c:pt idx="3528">
                  <c:v>0.57747199999999999</c:v>
                </c:pt>
                <c:pt idx="3529">
                  <c:v>0.57777800000000001</c:v>
                </c:pt>
                <c:pt idx="3530">
                  <c:v>0.57808300000000001</c:v>
                </c:pt>
                <c:pt idx="3531">
                  <c:v>0.57838800000000001</c:v>
                </c:pt>
                <c:pt idx="3532">
                  <c:v>0.57869400000000004</c:v>
                </c:pt>
                <c:pt idx="3533">
                  <c:v>0.57899900000000004</c:v>
                </c:pt>
                <c:pt idx="3534">
                  <c:v>0.57930499999999996</c:v>
                </c:pt>
                <c:pt idx="3535">
                  <c:v>0.57960999999999996</c:v>
                </c:pt>
                <c:pt idx="3536">
                  <c:v>0.57991499999999996</c:v>
                </c:pt>
                <c:pt idx="3537">
                  <c:v>0.58022099999999999</c:v>
                </c:pt>
                <c:pt idx="3538">
                  <c:v>0.58052599999999999</c:v>
                </c:pt>
                <c:pt idx="3539">
                  <c:v>0.58083200000000001</c:v>
                </c:pt>
                <c:pt idx="3540">
                  <c:v>0.58113700000000001</c:v>
                </c:pt>
                <c:pt idx="3541">
                  <c:v>0.58144200000000001</c:v>
                </c:pt>
                <c:pt idx="3542">
                  <c:v>0.58174800000000004</c:v>
                </c:pt>
                <c:pt idx="3543">
                  <c:v>0.58205300000000004</c:v>
                </c:pt>
                <c:pt idx="3544">
                  <c:v>0.58235899999999996</c:v>
                </c:pt>
                <c:pt idx="3545">
                  <c:v>0.58266399999999996</c:v>
                </c:pt>
                <c:pt idx="3546">
                  <c:v>0.58296899999999996</c:v>
                </c:pt>
                <c:pt idx="3547">
                  <c:v>0.58327499999999999</c:v>
                </c:pt>
                <c:pt idx="3548">
                  <c:v>0.58357999999999999</c:v>
                </c:pt>
                <c:pt idx="3549">
                  <c:v>0.58388600000000002</c:v>
                </c:pt>
                <c:pt idx="3550">
                  <c:v>0.58419100000000002</c:v>
                </c:pt>
                <c:pt idx="3551">
                  <c:v>0.58449600000000002</c:v>
                </c:pt>
                <c:pt idx="3552">
                  <c:v>0.58480200000000004</c:v>
                </c:pt>
                <c:pt idx="3553">
                  <c:v>0.58510700000000004</c:v>
                </c:pt>
                <c:pt idx="3554">
                  <c:v>0.58541299999999996</c:v>
                </c:pt>
                <c:pt idx="3555">
                  <c:v>0.58571799999999996</c:v>
                </c:pt>
                <c:pt idx="3556">
                  <c:v>0.58602299999999996</c:v>
                </c:pt>
                <c:pt idx="3557">
                  <c:v>0.58632899999999999</c:v>
                </c:pt>
                <c:pt idx="3558">
                  <c:v>0.58663399999999999</c:v>
                </c:pt>
                <c:pt idx="3559">
                  <c:v>0.58694000000000002</c:v>
                </c:pt>
                <c:pt idx="3560">
                  <c:v>0.58724500000000002</c:v>
                </c:pt>
                <c:pt idx="3561">
                  <c:v>0.58755000000000002</c:v>
                </c:pt>
                <c:pt idx="3562">
                  <c:v>0.58785600000000005</c:v>
                </c:pt>
                <c:pt idx="3563">
                  <c:v>0.58816100000000004</c:v>
                </c:pt>
                <c:pt idx="3564">
                  <c:v>0.58846699999999996</c:v>
                </c:pt>
                <c:pt idx="3565">
                  <c:v>0.58877199999999996</c:v>
                </c:pt>
                <c:pt idx="3566">
                  <c:v>0.58907699999999996</c:v>
                </c:pt>
                <c:pt idx="3567">
                  <c:v>0.58938299999999999</c:v>
                </c:pt>
                <c:pt idx="3568">
                  <c:v>0.58968799999999999</c:v>
                </c:pt>
                <c:pt idx="3569">
                  <c:v>0.58999400000000002</c:v>
                </c:pt>
                <c:pt idx="3570">
                  <c:v>0.59029900000000002</c:v>
                </c:pt>
                <c:pt idx="3571">
                  <c:v>0.59060400000000002</c:v>
                </c:pt>
                <c:pt idx="3572">
                  <c:v>0.59091000000000005</c:v>
                </c:pt>
                <c:pt idx="3573">
                  <c:v>0.59121500000000005</c:v>
                </c:pt>
                <c:pt idx="3574">
                  <c:v>0.59152099999999996</c:v>
                </c:pt>
                <c:pt idx="3575">
                  <c:v>0.59182599999999996</c:v>
                </c:pt>
                <c:pt idx="3576">
                  <c:v>0.59213099999999996</c:v>
                </c:pt>
                <c:pt idx="3577">
                  <c:v>0.59243699999999999</c:v>
                </c:pt>
                <c:pt idx="3578">
                  <c:v>0.59274199999999999</c:v>
                </c:pt>
                <c:pt idx="3579">
                  <c:v>0.59304800000000002</c:v>
                </c:pt>
                <c:pt idx="3580">
                  <c:v>0.59335300000000002</c:v>
                </c:pt>
                <c:pt idx="3581">
                  <c:v>0.59365800000000002</c:v>
                </c:pt>
                <c:pt idx="3582">
                  <c:v>0.59396400000000005</c:v>
                </c:pt>
                <c:pt idx="3583">
                  <c:v>0.59426900000000005</c:v>
                </c:pt>
                <c:pt idx="3584">
                  <c:v>0.59457499999999996</c:v>
                </c:pt>
                <c:pt idx="3585">
                  <c:v>0.59487999999999996</c:v>
                </c:pt>
                <c:pt idx="3586">
                  <c:v>0.59518499999999996</c:v>
                </c:pt>
                <c:pt idx="3587">
                  <c:v>0.59549099999999999</c:v>
                </c:pt>
                <c:pt idx="3588">
                  <c:v>0.59579599999999999</c:v>
                </c:pt>
                <c:pt idx="3589">
                  <c:v>0.59610200000000002</c:v>
                </c:pt>
                <c:pt idx="3590">
                  <c:v>0.59640700000000002</c:v>
                </c:pt>
                <c:pt idx="3591">
                  <c:v>0.59671200000000002</c:v>
                </c:pt>
                <c:pt idx="3592">
                  <c:v>0.59701800000000005</c:v>
                </c:pt>
                <c:pt idx="3593">
                  <c:v>0.59732300000000005</c:v>
                </c:pt>
                <c:pt idx="3594">
                  <c:v>0.59762899999999997</c:v>
                </c:pt>
                <c:pt idx="3595">
                  <c:v>0.59793399999999997</c:v>
                </c:pt>
                <c:pt idx="3596">
                  <c:v>0.59823899999999997</c:v>
                </c:pt>
                <c:pt idx="3597">
                  <c:v>0.59854499999999999</c:v>
                </c:pt>
                <c:pt idx="3598">
                  <c:v>0.59884999999999999</c:v>
                </c:pt>
                <c:pt idx="3599">
                  <c:v>0.59915600000000002</c:v>
                </c:pt>
                <c:pt idx="3600">
                  <c:v>0.59946100000000002</c:v>
                </c:pt>
                <c:pt idx="3601">
                  <c:v>0.59976600000000002</c:v>
                </c:pt>
                <c:pt idx="3602">
                  <c:v>0.60007200000000005</c:v>
                </c:pt>
                <c:pt idx="3603">
                  <c:v>0.60037700000000005</c:v>
                </c:pt>
                <c:pt idx="3604">
                  <c:v>0.60068299999999997</c:v>
                </c:pt>
                <c:pt idx="3605">
                  <c:v>0.60098799999999997</c:v>
                </c:pt>
                <c:pt idx="3606">
                  <c:v>0.60129299999999997</c:v>
                </c:pt>
                <c:pt idx="3607">
                  <c:v>0.60159899999999999</c:v>
                </c:pt>
                <c:pt idx="3608">
                  <c:v>0.60190399999999999</c:v>
                </c:pt>
                <c:pt idx="3609">
                  <c:v>0.60221000000000002</c:v>
                </c:pt>
                <c:pt idx="3610">
                  <c:v>0.60251500000000002</c:v>
                </c:pt>
                <c:pt idx="3611">
                  <c:v>0.60282000000000002</c:v>
                </c:pt>
                <c:pt idx="3612">
                  <c:v>0.60312600000000005</c:v>
                </c:pt>
                <c:pt idx="3613">
                  <c:v>0.60343100000000005</c:v>
                </c:pt>
                <c:pt idx="3614">
                  <c:v>0.60373699999999997</c:v>
                </c:pt>
                <c:pt idx="3615">
                  <c:v>0.60404199999999997</c:v>
                </c:pt>
                <c:pt idx="3616">
                  <c:v>0.60434699999999997</c:v>
                </c:pt>
                <c:pt idx="3617">
                  <c:v>0.604653</c:v>
                </c:pt>
                <c:pt idx="3618">
                  <c:v>0.604958</c:v>
                </c:pt>
                <c:pt idx="3619">
                  <c:v>0.605263</c:v>
                </c:pt>
                <c:pt idx="3620">
                  <c:v>0.60556900000000002</c:v>
                </c:pt>
                <c:pt idx="3621">
                  <c:v>0.60587400000000002</c:v>
                </c:pt>
                <c:pt idx="3622">
                  <c:v>0.60618000000000005</c:v>
                </c:pt>
                <c:pt idx="3623">
                  <c:v>0.60648500000000005</c:v>
                </c:pt>
                <c:pt idx="3624">
                  <c:v>0.60679000000000005</c:v>
                </c:pt>
                <c:pt idx="3625">
                  <c:v>0.60709599999999997</c:v>
                </c:pt>
                <c:pt idx="3626">
                  <c:v>0.60740099999999997</c:v>
                </c:pt>
                <c:pt idx="3627">
                  <c:v>0.607707</c:v>
                </c:pt>
                <c:pt idx="3628">
                  <c:v>0.608012</c:v>
                </c:pt>
                <c:pt idx="3629">
                  <c:v>0.608317</c:v>
                </c:pt>
                <c:pt idx="3630">
                  <c:v>0.60862300000000003</c:v>
                </c:pt>
                <c:pt idx="3631">
                  <c:v>0.60892800000000002</c:v>
                </c:pt>
                <c:pt idx="3632">
                  <c:v>0.60923400000000005</c:v>
                </c:pt>
                <c:pt idx="3633">
                  <c:v>0.60953900000000005</c:v>
                </c:pt>
                <c:pt idx="3634">
                  <c:v>0.60984400000000005</c:v>
                </c:pt>
                <c:pt idx="3635">
                  <c:v>0.61014999999999997</c:v>
                </c:pt>
                <c:pt idx="3636">
                  <c:v>0.61045499999999997</c:v>
                </c:pt>
                <c:pt idx="3637">
                  <c:v>0.610761</c:v>
                </c:pt>
                <c:pt idx="3638">
                  <c:v>0.611066</c:v>
                </c:pt>
                <c:pt idx="3639">
                  <c:v>0.611371</c:v>
                </c:pt>
                <c:pt idx="3640">
                  <c:v>0.61167700000000003</c:v>
                </c:pt>
                <c:pt idx="3641">
                  <c:v>0.61198200000000003</c:v>
                </c:pt>
                <c:pt idx="3642">
                  <c:v>0.61228800000000005</c:v>
                </c:pt>
                <c:pt idx="3643">
                  <c:v>0.61259300000000005</c:v>
                </c:pt>
                <c:pt idx="3644">
                  <c:v>0.61289800000000005</c:v>
                </c:pt>
                <c:pt idx="3645">
                  <c:v>0.61320399999999997</c:v>
                </c:pt>
                <c:pt idx="3646">
                  <c:v>0.61350899999999997</c:v>
                </c:pt>
                <c:pt idx="3647">
                  <c:v>0.613815</c:v>
                </c:pt>
                <c:pt idx="3648">
                  <c:v>0.61412</c:v>
                </c:pt>
                <c:pt idx="3649">
                  <c:v>0.614425</c:v>
                </c:pt>
                <c:pt idx="3650">
                  <c:v>0.61473100000000003</c:v>
                </c:pt>
                <c:pt idx="3651">
                  <c:v>0.61503600000000003</c:v>
                </c:pt>
                <c:pt idx="3652">
                  <c:v>0.61534199999999994</c:v>
                </c:pt>
                <c:pt idx="3653">
                  <c:v>0.61564700000000006</c:v>
                </c:pt>
                <c:pt idx="3654">
                  <c:v>0.61595200000000006</c:v>
                </c:pt>
                <c:pt idx="3655">
                  <c:v>0.61625799999999997</c:v>
                </c:pt>
                <c:pt idx="3656">
                  <c:v>0.61656299999999997</c:v>
                </c:pt>
                <c:pt idx="3657">
                  <c:v>0.616869</c:v>
                </c:pt>
                <c:pt idx="3658">
                  <c:v>0.617174</c:v>
                </c:pt>
                <c:pt idx="3659">
                  <c:v>0.617479</c:v>
                </c:pt>
                <c:pt idx="3660">
                  <c:v>0.61778500000000003</c:v>
                </c:pt>
                <c:pt idx="3661">
                  <c:v>0.61809000000000003</c:v>
                </c:pt>
                <c:pt idx="3662">
                  <c:v>0.61839599999999995</c:v>
                </c:pt>
                <c:pt idx="3663">
                  <c:v>0.61870099999999995</c:v>
                </c:pt>
                <c:pt idx="3664">
                  <c:v>0.61900599999999995</c:v>
                </c:pt>
                <c:pt idx="3665">
                  <c:v>0.61931199999999997</c:v>
                </c:pt>
                <c:pt idx="3666">
                  <c:v>0.61961699999999997</c:v>
                </c:pt>
                <c:pt idx="3667">
                  <c:v>0.619923</c:v>
                </c:pt>
                <c:pt idx="3668">
                  <c:v>0.620228</c:v>
                </c:pt>
                <c:pt idx="3669">
                  <c:v>0.620533</c:v>
                </c:pt>
                <c:pt idx="3670">
                  <c:v>0.62083900000000003</c:v>
                </c:pt>
                <c:pt idx="3671">
                  <c:v>0.62114400000000003</c:v>
                </c:pt>
                <c:pt idx="3672">
                  <c:v>0.62144999999999995</c:v>
                </c:pt>
                <c:pt idx="3673">
                  <c:v>0.62175499999999995</c:v>
                </c:pt>
                <c:pt idx="3674">
                  <c:v>0.62205999999999995</c:v>
                </c:pt>
                <c:pt idx="3675">
                  <c:v>0.62236599999999997</c:v>
                </c:pt>
                <c:pt idx="3676">
                  <c:v>0.62267099999999997</c:v>
                </c:pt>
                <c:pt idx="3677">
                  <c:v>0.622977</c:v>
                </c:pt>
                <c:pt idx="3678">
                  <c:v>0.623282</c:v>
                </c:pt>
                <c:pt idx="3679">
                  <c:v>0.623587</c:v>
                </c:pt>
                <c:pt idx="3680">
                  <c:v>0.62389300000000003</c:v>
                </c:pt>
                <c:pt idx="3681">
                  <c:v>0.62419800000000003</c:v>
                </c:pt>
                <c:pt idx="3682">
                  <c:v>0.62450399999999995</c:v>
                </c:pt>
                <c:pt idx="3683">
                  <c:v>0.62480899999999995</c:v>
                </c:pt>
                <c:pt idx="3684">
                  <c:v>0.62511399999999995</c:v>
                </c:pt>
                <c:pt idx="3685">
                  <c:v>0.62541999999999998</c:v>
                </c:pt>
                <c:pt idx="3686">
                  <c:v>0.62572499999999998</c:v>
                </c:pt>
                <c:pt idx="3687">
                  <c:v>0.626031</c:v>
                </c:pt>
                <c:pt idx="3688">
                  <c:v>0.626336</c:v>
                </c:pt>
                <c:pt idx="3689">
                  <c:v>0.626641</c:v>
                </c:pt>
                <c:pt idx="3690">
                  <c:v>0.62694700000000003</c:v>
                </c:pt>
                <c:pt idx="3691">
                  <c:v>0.62725200000000003</c:v>
                </c:pt>
                <c:pt idx="3692">
                  <c:v>0.62755799999999995</c:v>
                </c:pt>
                <c:pt idx="3693">
                  <c:v>0.62786299999999995</c:v>
                </c:pt>
                <c:pt idx="3694">
                  <c:v>0.62816799999999995</c:v>
                </c:pt>
                <c:pt idx="3695">
                  <c:v>0.62847399999999998</c:v>
                </c:pt>
                <c:pt idx="3696">
                  <c:v>0.62877899999999998</c:v>
                </c:pt>
                <c:pt idx="3697">
                  <c:v>0.62908500000000001</c:v>
                </c:pt>
                <c:pt idx="3698">
                  <c:v>0.62939000000000001</c:v>
                </c:pt>
                <c:pt idx="3699">
                  <c:v>0.629695</c:v>
                </c:pt>
                <c:pt idx="3700">
                  <c:v>0.63000100000000003</c:v>
                </c:pt>
                <c:pt idx="3701">
                  <c:v>0.63030600000000003</c:v>
                </c:pt>
                <c:pt idx="3702">
                  <c:v>0.63061100000000003</c:v>
                </c:pt>
                <c:pt idx="3703">
                  <c:v>0.63091699999999995</c:v>
                </c:pt>
                <c:pt idx="3704">
                  <c:v>0.63122199999999995</c:v>
                </c:pt>
                <c:pt idx="3705">
                  <c:v>0.63152799999999998</c:v>
                </c:pt>
                <c:pt idx="3706">
                  <c:v>0.63183299999999998</c:v>
                </c:pt>
                <c:pt idx="3707">
                  <c:v>0.63213799999999998</c:v>
                </c:pt>
                <c:pt idx="3708">
                  <c:v>0.63244400000000001</c:v>
                </c:pt>
                <c:pt idx="3709">
                  <c:v>0.63274900000000001</c:v>
                </c:pt>
                <c:pt idx="3710">
                  <c:v>0.63305500000000003</c:v>
                </c:pt>
                <c:pt idx="3711">
                  <c:v>0.63336000000000003</c:v>
                </c:pt>
                <c:pt idx="3712">
                  <c:v>0.63366500000000003</c:v>
                </c:pt>
                <c:pt idx="3713">
                  <c:v>0.63397099999999995</c:v>
                </c:pt>
                <c:pt idx="3714">
                  <c:v>0.63427599999999995</c:v>
                </c:pt>
                <c:pt idx="3715">
                  <c:v>0.63458199999999998</c:v>
                </c:pt>
                <c:pt idx="3716">
                  <c:v>0.63488699999999998</c:v>
                </c:pt>
                <c:pt idx="3717">
                  <c:v>0.63519199999999998</c:v>
                </c:pt>
                <c:pt idx="3718">
                  <c:v>0.63549800000000001</c:v>
                </c:pt>
                <c:pt idx="3719">
                  <c:v>0.63580300000000001</c:v>
                </c:pt>
                <c:pt idx="3720">
                  <c:v>0.63610900000000004</c:v>
                </c:pt>
                <c:pt idx="3721">
                  <c:v>0.63641400000000004</c:v>
                </c:pt>
                <c:pt idx="3722">
                  <c:v>0.63671900000000003</c:v>
                </c:pt>
                <c:pt idx="3723">
                  <c:v>0.63702499999999995</c:v>
                </c:pt>
                <c:pt idx="3724">
                  <c:v>0.63732999999999995</c:v>
                </c:pt>
                <c:pt idx="3725">
                  <c:v>0.63763599999999998</c:v>
                </c:pt>
                <c:pt idx="3726">
                  <c:v>0.63794099999999998</c:v>
                </c:pt>
                <c:pt idx="3727">
                  <c:v>0.63824599999999998</c:v>
                </c:pt>
                <c:pt idx="3728">
                  <c:v>0.63855200000000001</c:v>
                </c:pt>
                <c:pt idx="3729">
                  <c:v>0.63885700000000001</c:v>
                </c:pt>
                <c:pt idx="3730">
                  <c:v>0.63916300000000004</c:v>
                </c:pt>
                <c:pt idx="3731">
                  <c:v>0.63946800000000004</c:v>
                </c:pt>
                <c:pt idx="3732">
                  <c:v>0.63977300000000004</c:v>
                </c:pt>
                <c:pt idx="3733">
                  <c:v>0.64007899999999995</c:v>
                </c:pt>
                <c:pt idx="3734">
                  <c:v>0.64038399999999995</c:v>
                </c:pt>
                <c:pt idx="3735">
                  <c:v>0.64068999999999998</c:v>
                </c:pt>
                <c:pt idx="3736">
                  <c:v>0.64099499999999998</c:v>
                </c:pt>
                <c:pt idx="3737">
                  <c:v>0.64129999999999998</c:v>
                </c:pt>
                <c:pt idx="3738">
                  <c:v>0.64160600000000001</c:v>
                </c:pt>
                <c:pt idx="3739">
                  <c:v>0.64191100000000001</c:v>
                </c:pt>
                <c:pt idx="3740">
                  <c:v>0.64221700000000004</c:v>
                </c:pt>
                <c:pt idx="3741">
                  <c:v>0.64252200000000004</c:v>
                </c:pt>
                <c:pt idx="3742">
                  <c:v>0.64282700000000004</c:v>
                </c:pt>
                <c:pt idx="3743">
                  <c:v>0.64313299999999995</c:v>
                </c:pt>
                <c:pt idx="3744">
                  <c:v>0.64343799999999995</c:v>
                </c:pt>
                <c:pt idx="3745">
                  <c:v>0.64374399999999998</c:v>
                </c:pt>
                <c:pt idx="3746">
                  <c:v>0.64404899999999998</c:v>
                </c:pt>
                <c:pt idx="3747">
                  <c:v>0.64435399999999998</c:v>
                </c:pt>
                <c:pt idx="3748">
                  <c:v>0.64466000000000001</c:v>
                </c:pt>
                <c:pt idx="3749">
                  <c:v>0.64496500000000001</c:v>
                </c:pt>
                <c:pt idx="3750">
                  <c:v>0.64527100000000004</c:v>
                </c:pt>
                <c:pt idx="3751">
                  <c:v>0.64557600000000004</c:v>
                </c:pt>
                <c:pt idx="3752">
                  <c:v>0.64588100000000004</c:v>
                </c:pt>
                <c:pt idx="3753">
                  <c:v>0.64618699999999996</c:v>
                </c:pt>
                <c:pt idx="3754">
                  <c:v>0.64649199999999996</c:v>
                </c:pt>
                <c:pt idx="3755">
                  <c:v>0.64679799999999998</c:v>
                </c:pt>
                <c:pt idx="3756">
                  <c:v>0.64710299999999998</c:v>
                </c:pt>
                <c:pt idx="3757">
                  <c:v>0.64740799999999998</c:v>
                </c:pt>
                <c:pt idx="3758">
                  <c:v>0.64771400000000001</c:v>
                </c:pt>
                <c:pt idx="3759">
                  <c:v>0.64801900000000001</c:v>
                </c:pt>
                <c:pt idx="3760">
                  <c:v>0.64832500000000004</c:v>
                </c:pt>
                <c:pt idx="3761">
                  <c:v>0.64863000000000004</c:v>
                </c:pt>
                <c:pt idx="3762">
                  <c:v>0.64893500000000004</c:v>
                </c:pt>
                <c:pt idx="3763">
                  <c:v>0.64924099999999996</c:v>
                </c:pt>
                <c:pt idx="3764">
                  <c:v>0.64954599999999996</c:v>
                </c:pt>
                <c:pt idx="3765">
                  <c:v>0.64985199999999999</c:v>
                </c:pt>
                <c:pt idx="3766">
                  <c:v>0.65015699999999998</c:v>
                </c:pt>
                <c:pt idx="3767">
                  <c:v>0.65046199999999998</c:v>
                </c:pt>
                <c:pt idx="3768">
                  <c:v>0.65076800000000001</c:v>
                </c:pt>
                <c:pt idx="3769">
                  <c:v>0.65107300000000001</c:v>
                </c:pt>
                <c:pt idx="3770">
                  <c:v>0.65137900000000004</c:v>
                </c:pt>
                <c:pt idx="3771">
                  <c:v>0.65168400000000004</c:v>
                </c:pt>
                <c:pt idx="3772">
                  <c:v>0.65198900000000004</c:v>
                </c:pt>
                <c:pt idx="3773">
                  <c:v>0.65229499999999996</c:v>
                </c:pt>
                <c:pt idx="3774">
                  <c:v>0.65259999999999996</c:v>
                </c:pt>
                <c:pt idx="3775">
                  <c:v>0.65290599999999999</c:v>
                </c:pt>
                <c:pt idx="3776">
                  <c:v>0.65321099999999999</c:v>
                </c:pt>
                <c:pt idx="3777">
                  <c:v>0.65351599999999999</c:v>
                </c:pt>
                <c:pt idx="3778">
                  <c:v>0.65382200000000001</c:v>
                </c:pt>
                <c:pt idx="3779">
                  <c:v>0.65412700000000001</c:v>
                </c:pt>
                <c:pt idx="3780">
                  <c:v>0.65443300000000004</c:v>
                </c:pt>
                <c:pt idx="3781">
                  <c:v>0.65473800000000004</c:v>
                </c:pt>
                <c:pt idx="3782">
                  <c:v>0.65504300000000004</c:v>
                </c:pt>
                <c:pt idx="3783">
                  <c:v>0.65534899999999996</c:v>
                </c:pt>
                <c:pt idx="3784">
                  <c:v>0.65565399999999996</c:v>
                </c:pt>
                <c:pt idx="3785">
                  <c:v>0.65595899999999996</c:v>
                </c:pt>
                <c:pt idx="3786">
                  <c:v>0.65626499999999999</c:v>
                </c:pt>
                <c:pt idx="3787">
                  <c:v>0.65656999999999999</c:v>
                </c:pt>
                <c:pt idx="3788">
                  <c:v>0.65687600000000002</c:v>
                </c:pt>
                <c:pt idx="3789">
                  <c:v>0.65718100000000002</c:v>
                </c:pt>
                <c:pt idx="3790">
                  <c:v>0.65748600000000001</c:v>
                </c:pt>
                <c:pt idx="3791">
                  <c:v>0.65779200000000004</c:v>
                </c:pt>
                <c:pt idx="3792">
                  <c:v>0.65809700000000004</c:v>
                </c:pt>
                <c:pt idx="3793">
                  <c:v>0.65840299999999996</c:v>
                </c:pt>
                <c:pt idx="3794">
                  <c:v>0.65870799999999996</c:v>
                </c:pt>
                <c:pt idx="3795">
                  <c:v>0.65901299999999996</c:v>
                </c:pt>
                <c:pt idx="3796">
                  <c:v>0.65931899999999999</c:v>
                </c:pt>
                <c:pt idx="3797">
                  <c:v>0.65962399999999999</c:v>
                </c:pt>
                <c:pt idx="3798">
                  <c:v>0.65993000000000002</c:v>
                </c:pt>
                <c:pt idx="3799">
                  <c:v>0.66023500000000002</c:v>
                </c:pt>
                <c:pt idx="3800">
                  <c:v>0.66054000000000002</c:v>
                </c:pt>
                <c:pt idx="3801">
                  <c:v>0.66084600000000004</c:v>
                </c:pt>
                <c:pt idx="3802">
                  <c:v>0.66115100000000004</c:v>
                </c:pt>
                <c:pt idx="3803">
                  <c:v>0.66145699999999996</c:v>
                </c:pt>
                <c:pt idx="3804">
                  <c:v>0.66176199999999996</c:v>
                </c:pt>
                <c:pt idx="3805">
                  <c:v>0.66206699999999996</c:v>
                </c:pt>
                <c:pt idx="3806">
                  <c:v>0.66237299999999999</c:v>
                </c:pt>
                <c:pt idx="3807">
                  <c:v>0.66267799999999999</c:v>
                </c:pt>
                <c:pt idx="3808">
                  <c:v>0.66298400000000002</c:v>
                </c:pt>
                <c:pt idx="3809">
                  <c:v>0.66328900000000002</c:v>
                </c:pt>
                <c:pt idx="3810">
                  <c:v>0.66359400000000002</c:v>
                </c:pt>
                <c:pt idx="3811">
                  <c:v>0.66390000000000005</c:v>
                </c:pt>
                <c:pt idx="3812">
                  <c:v>0.66420500000000005</c:v>
                </c:pt>
                <c:pt idx="3813">
                  <c:v>0.66451099999999996</c:v>
                </c:pt>
                <c:pt idx="3814">
                  <c:v>0.66481599999999996</c:v>
                </c:pt>
                <c:pt idx="3815">
                  <c:v>0.66512099999999996</c:v>
                </c:pt>
                <c:pt idx="3816">
                  <c:v>0.66542699999999999</c:v>
                </c:pt>
                <c:pt idx="3817">
                  <c:v>0.66573199999999999</c:v>
                </c:pt>
                <c:pt idx="3818">
                  <c:v>0.66603800000000002</c:v>
                </c:pt>
                <c:pt idx="3819">
                  <c:v>0.66634300000000002</c:v>
                </c:pt>
                <c:pt idx="3820">
                  <c:v>0.66664800000000002</c:v>
                </c:pt>
                <c:pt idx="3821">
                  <c:v>0.66695400000000005</c:v>
                </c:pt>
                <c:pt idx="3822">
                  <c:v>0.66725900000000005</c:v>
                </c:pt>
                <c:pt idx="3823">
                  <c:v>0.66756499999999996</c:v>
                </c:pt>
                <c:pt idx="3824">
                  <c:v>0.66786999999999996</c:v>
                </c:pt>
                <c:pt idx="3825">
                  <c:v>0.66817499999999996</c:v>
                </c:pt>
                <c:pt idx="3826">
                  <c:v>0.66848099999999999</c:v>
                </c:pt>
                <c:pt idx="3827">
                  <c:v>0.66878599999999999</c:v>
                </c:pt>
                <c:pt idx="3828">
                  <c:v>0.66909200000000002</c:v>
                </c:pt>
                <c:pt idx="3829">
                  <c:v>0.66939700000000002</c:v>
                </c:pt>
                <c:pt idx="3830">
                  <c:v>0.66970200000000002</c:v>
                </c:pt>
                <c:pt idx="3831">
                  <c:v>0.67000800000000005</c:v>
                </c:pt>
                <c:pt idx="3832">
                  <c:v>0.67031300000000005</c:v>
                </c:pt>
                <c:pt idx="3833">
                  <c:v>0.67061899999999997</c:v>
                </c:pt>
                <c:pt idx="3834">
                  <c:v>0.67092399999999996</c:v>
                </c:pt>
                <c:pt idx="3835">
                  <c:v>0.67122899999999996</c:v>
                </c:pt>
                <c:pt idx="3836">
                  <c:v>0.67153499999999999</c:v>
                </c:pt>
                <c:pt idx="3837">
                  <c:v>0.67183999999999999</c:v>
                </c:pt>
                <c:pt idx="3838">
                  <c:v>0.67214600000000002</c:v>
                </c:pt>
                <c:pt idx="3839">
                  <c:v>0.67245100000000002</c:v>
                </c:pt>
                <c:pt idx="3840">
                  <c:v>0.67275600000000002</c:v>
                </c:pt>
                <c:pt idx="3841">
                  <c:v>0.67306200000000005</c:v>
                </c:pt>
                <c:pt idx="3842">
                  <c:v>0.67336700000000005</c:v>
                </c:pt>
                <c:pt idx="3843">
                  <c:v>0.67367299999999997</c:v>
                </c:pt>
                <c:pt idx="3844">
                  <c:v>0.67397799999999997</c:v>
                </c:pt>
                <c:pt idx="3845">
                  <c:v>0.67428299999999997</c:v>
                </c:pt>
                <c:pt idx="3846">
                  <c:v>0.67458899999999999</c:v>
                </c:pt>
                <c:pt idx="3847">
                  <c:v>0.67489399999999999</c:v>
                </c:pt>
                <c:pt idx="3848">
                  <c:v>0.67520000000000002</c:v>
                </c:pt>
                <c:pt idx="3849">
                  <c:v>0.67550500000000002</c:v>
                </c:pt>
                <c:pt idx="3850">
                  <c:v>0.67581000000000002</c:v>
                </c:pt>
                <c:pt idx="3851">
                  <c:v>0.67611600000000005</c:v>
                </c:pt>
                <c:pt idx="3852">
                  <c:v>0.67642100000000005</c:v>
                </c:pt>
                <c:pt idx="3853">
                  <c:v>0.67672699999999997</c:v>
                </c:pt>
                <c:pt idx="3854">
                  <c:v>0.67703199999999997</c:v>
                </c:pt>
                <c:pt idx="3855">
                  <c:v>0.67733699999999997</c:v>
                </c:pt>
                <c:pt idx="3856">
                  <c:v>0.677643</c:v>
                </c:pt>
                <c:pt idx="3857">
                  <c:v>0.677948</c:v>
                </c:pt>
                <c:pt idx="3858">
                  <c:v>0.67825400000000002</c:v>
                </c:pt>
                <c:pt idx="3859">
                  <c:v>0.67855900000000002</c:v>
                </c:pt>
                <c:pt idx="3860">
                  <c:v>0.67886400000000002</c:v>
                </c:pt>
                <c:pt idx="3861">
                  <c:v>0.67917000000000005</c:v>
                </c:pt>
                <c:pt idx="3862">
                  <c:v>0.67947500000000005</c:v>
                </c:pt>
                <c:pt idx="3863">
                  <c:v>0.67978099999999997</c:v>
                </c:pt>
                <c:pt idx="3864">
                  <c:v>0.68008599999999997</c:v>
                </c:pt>
                <c:pt idx="3865">
                  <c:v>0.68039099999999997</c:v>
                </c:pt>
                <c:pt idx="3866">
                  <c:v>0.680697</c:v>
                </c:pt>
                <c:pt idx="3867">
                  <c:v>0.681002</c:v>
                </c:pt>
                <c:pt idx="3868">
                  <c:v>0.681307</c:v>
                </c:pt>
                <c:pt idx="3869">
                  <c:v>0.68161300000000002</c:v>
                </c:pt>
                <c:pt idx="3870">
                  <c:v>0.68191800000000002</c:v>
                </c:pt>
                <c:pt idx="3871">
                  <c:v>0.68222400000000005</c:v>
                </c:pt>
                <c:pt idx="3872">
                  <c:v>0.68252900000000005</c:v>
                </c:pt>
                <c:pt idx="3873">
                  <c:v>0.68283400000000005</c:v>
                </c:pt>
                <c:pt idx="3874">
                  <c:v>0.68313999999999997</c:v>
                </c:pt>
                <c:pt idx="3875">
                  <c:v>0.68344499999999997</c:v>
                </c:pt>
                <c:pt idx="3876">
                  <c:v>0.683751</c:v>
                </c:pt>
                <c:pt idx="3877">
                  <c:v>0.684056</c:v>
                </c:pt>
                <c:pt idx="3878">
                  <c:v>0.684361</c:v>
                </c:pt>
                <c:pt idx="3879">
                  <c:v>0.68466700000000003</c:v>
                </c:pt>
                <c:pt idx="3880">
                  <c:v>0.68497200000000003</c:v>
                </c:pt>
                <c:pt idx="3881">
                  <c:v>0.68527800000000005</c:v>
                </c:pt>
                <c:pt idx="3882">
                  <c:v>0.68558300000000005</c:v>
                </c:pt>
                <c:pt idx="3883">
                  <c:v>0.68588800000000005</c:v>
                </c:pt>
                <c:pt idx="3884">
                  <c:v>0.68619399999999997</c:v>
                </c:pt>
                <c:pt idx="3885">
                  <c:v>0.68649899999999997</c:v>
                </c:pt>
                <c:pt idx="3886">
                  <c:v>0.686805</c:v>
                </c:pt>
                <c:pt idx="3887">
                  <c:v>0.68711</c:v>
                </c:pt>
                <c:pt idx="3888">
                  <c:v>0.687415</c:v>
                </c:pt>
                <c:pt idx="3889">
                  <c:v>0.68772100000000003</c:v>
                </c:pt>
                <c:pt idx="3890">
                  <c:v>0.68802600000000003</c:v>
                </c:pt>
                <c:pt idx="3891">
                  <c:v>0.68833200000000005</c:v>
                </c:pt>
                <c:pt idx="3892">
                  <c:v>0.68863700000000005</c:v>
                </c:pt>
                <c:pt idx="3893">
                  <c:v>0.68894200000000005</c:v>
                </c:pt>
                <c:pt idx="3894">
                  <c:v>0.68924799999999997</c:v>
                </c:pt>
                <c:pt idx="3895">
                  <c:v>0.68955299999999997</c:v>
                </c:pt>
                <c:pt idx="3896">
                  <c:v>0.689859</c:v>
                </c:pt>
                <c:pt idx="3897">
                  <c:v>0.690164</c:v>
                </c:pt>
                <c:pt idx="3898">
                  <c:v>0.690469</c:v>
                </c:pt>
                <c:pt idx="3899">
                  <c:v>0.69077500000000003</c:v>
                </c:pt>
                <c:pt idx="3900">
                  <c:v>0.69108000000000003</c:v>
                </c:pt>
                <c:pt idx="3901">
                  <c:v>0.69138599999999995</c:v>
                </c:pt>
                <c:pt idx="3902">
                  <c:v>0.69169099999999994</c:v>
                </c:pt>
                <c:pt idx="3903">
                  <c:v>0.69199600000000006</c:v>
                </c:pt>
                <c:pt idx="3904">
                  <c:v>0.69230199999999997</c:v>
                </c:pt>
                <c:pt idx="3905">
                  <c:v>0.69260699999999997</c:v>
                </c:pt>
                <c:pt idx="3906">
                  <c:v>0.692913</c:v>
                </c:pt>
                <c:pt idx="3907">
                  <c:v>0.693218</c:v>
                </c:pt>
                <c:pt idx="3908">
                  <c:v>0.693523</c:v>
                </c:pt>
                <c:pt idx="3909">
                  <c:v>0.69382900000000003</c:v>
                </c:pt>
                <c:pt idx="3910">
                  <c:v>0.69413400000000003</c:v>
                </c:pt>
                <c:pt idx="3911">
                  <c:v>0.69443999999999995</c:v>
                </c:pt>
                <c:pt idx="3912">
                  <c:v>0.69474499999999995</c:v>
                </c:pt>
                <c:pt idx="3913">
                  <c:v>0.69504999999999995</c:v>
                </c:pt>
                <c:pt idx="3914">
                  <c:v>0.69535599999999997</c:v>
                </c:pt>
                <c:pt idx="3915">
                  <c:v>0.69566099999999997</c:v>
                </c:pt>
                <c:pt idx="3916">
                  <c:v>0.695967</c:v>
                </c:pt>
                <c:pt idx="3917">
                  <c:v>0.696272</c:v>
                </c:pt>
                <c:pt idx="3918">
                  <c:v>0.696577</c:v>
                </c:pt>
                <c:pt idx="3919">
                  <c:v>0.69688300000000003</c:v>
                </c:pt>
                <c:pt idx="3920">
                  <c:v>0.69718800000000003</c:v>
                </c:pt>
                <c:pt idx="3921">
                  <c:v>0.69749399999999995</c:v>
                </c:pt>
                <c:pt idx="3922">
                  <c:v>0.69779899999999995</c:v>
                </c:pt>
                <c:pt idx="3923">
                  <c:v>0.69810399999999995</c:v>
                </c:pt>
                <c:pt idx="3924">
                  <c:v>0.69840999999999998</c:v>
                </c:pt>
                <c:pt idx="3925">
                  <c:v>0.69871499999999997</c:v>
                </c:pt>
                <c:pt idx="3926">
                  <c:v>0.699021</c:v>
                </c:pt>
                <c:pt idx="3927">
                  <c:v>0.699326</c:v>
                </c:pt>
                <c:pt idx="3928">
                  <c:v>0.699631</c:v>
                </c:pt>
                <c:pt idx="3929">
                  <c:v>0.69993700000000003</c:v>
                </c:pt>
                <c:pt idx="3930">
                  <c:v>0.70024200000000003</c:v>
                </c:pt>
                <c:pt idx="3931">
                  <c:v>0.70054799999999995</c:v>
                </c:pt>
                <c:pt idx="3932">
                  <c:v>0.70085299999999995</c:v>
                </c:pt>
                <c:pt idx="3933">
                  <c:v>0.70115799999999995</c:v>
                </c:pt>
                <c:pt idx="3934">
                  <c:v>0.70146399999999998</c:v>
                </c:pt>
                <c:pt idx="3935">
                  <c:v>0.70176899999999998</c:v>
                </c:pt>
                <c:pt idx="3936">
                  <c:v>0.702075</c:v>
                </c:pt>
                <c:pt idx="3937">
                  <c:v>0.70238</c:v>
                </c:pt>
                <c:pt idx="3938">
                  <c:v>0.702685</c:v>
                </c:pt>
                <c:pt idx="3939">
                  <c:v>0.70299100000000003</c:v>
                </c:pt>
                <c:pt idx="3940">
                  <c:v>0.70329600000000003</c:v>
                </c:pt>
                <c:pt idx="3941">
                  <c:v>0.70360199999999995</c:v>
                </c:pt>
                <c:pt idx="3942">
                  <c:v>0.70390699999999995</c:v>
                </c:pt>
                <c:pt idx="3943">
                  <c:v>0.70421199999999995</c:v>
                </c:pt>
                <c:pt idx="3944">
                  <c:v>0.70451799999999998</c:v>
                </c:pt>
                <c:pt idx="3945">
                  <c:v>0.70482299999999998</c:v>
                </c:pt>
                <c:pt idx="3946">
                  <c:v>0.70512900000000001</c:v>
                </c:pt>
                <c:pt idx="3947">
                  <c:v>0.70543400000000001</c:v>
                </c:pt>
                <c:pt idx="3948">
                  <c:v>0.70573900000000001</c:v>
                </c:pt>
                <c:pt idx="3949">
                  <c:v>0.70604500000000003</c:v>
                </c:pt>
                <c:pt idx="3950">
                  <c:v>0.70635000000000003</c:v>
                </c:pt>
                <c:pt idx="3951">
                  <c:v>0.70665599999999995</c:v>
                </c:pt>
                <c:pt idx="3952">
                  <c:v>0.70696099999999995</c:v>
                </c:pt>
                <c:pt idx="3953">
                  <c:v>0.70726599999999995</c:v>
                </c:pt>
                <c:pt idx="3954">
                  <c:v>0.70757199999999998</c:v>
                </c:pt>
                <c:pt idx="3955">
                  <c:v>0.70787699999999998</c:v>
                </c:pt>
                <c:pt idx="3956">
                  <c:v>0.70818199999999998</c:v>
                </c:pt>
                <c:pt idx="3957">
                  <c:v>0.70848800000000001</c:v>
                </c:pt>
                <c:pt idx="3958">
                  <c:v>0.70879300000000001</c:v>
                </c:pt>
                <c:pt idx="3959">
                  <c:v>0.70909900000000003</c:v>
                </c:pt>
                <c:pt idx="3960">
                  <c:v>0.70940400000000003</c:v>
                </c:pt>
                <c:pt idx="3961">
                  <c:v>0.70970900000000003</c:v>
                </c:pt>
                <c:pt idx="3962">
                  <c:v>0.71001499999999995</c:v>
                </c:pt>
                <c:pt idx="3963">
                  <c:v>0.71031999999999995</c:v>
                </c:pt>
                <c:pt idx="3964">
                  <c:v>0.71062599999999998</c:v>
                </c:pt>
                <c:pt idx="3965">
                  <c:v>0.71093099999999998</c:v>
                </c:pt>
                <c:pt idx="3966">
                  <c:v>0.71123599999999998</c:v>
                </c:pt>
                <c:pt idx="3967">
                  <c:v>0.71154200000000001</c:v>
                </c:pt>
                <c:pt idx="3968">
                  <c:v>0.71184700000000001</c:v>
                </c:pt>
                <c:pt idx="3969">
                  <c:v>0.71215300000000004</c:v>
                </c:pt>
                <c:pt idx="3970">
                  <c:v>0.71245800000000004</c:v>
                </c:pt>
                <c:pt idx="3971">
                  <c:v>0.71276300000000004</c:v>
                </c:pt>
                <c:pt idx="3972">
                  <c:v>0.71306899999999995</c:v>
                </c:pt>
                <c:pt idx="3973">
                  <c:v>0.71337399999999995</c:v>
                </c:pt>
                <c:pt idx="3974">
                  <c:v>0.71367999999999998</c:v>
                </c:pt>
                <c:pt idx="3975">
                  <c:v>0.71398499999999998</c:v>
                </c:pt>
                <c:pt idx="3976">
                  <c:v>0.71428999999999998</c:v>
                </c:pt>
                <c:pt idx="3977">
                  <c:v>0.71459600000000001</c:v>
                </c:pt>
                <c:pt idx="3978">
                  <c:v>0.71490100000000001</c:v>
                </c:pt>
                <c:pt idx="3979">
                  <c:v>0.71520700000000004</c:v>
                </c:pt>
                <c:pt idx="3980">
                  <c:v>0.71551200000000004</c:v>
                </c:pt>
                <c:pt idx="3981">
                  <c:v>0.71581700000000004</c:v>
                </c:pt>
                <c:pt idx="3982">
                  <c:v>0.71612299999999995</c:v>
                </c:pt>
                <c:pt idx="3983">
                  <c:v>0.71642799999999995</c:v>
                </c:pt>
                <c:pt idx="3984">
                  <c:v>0.71673399999999998</c:v>
                </c:pt>
                <c:pt idx="3985">
                  <c:v>0.71703899999999998</c:v>
                </c:pt>
                <c:pt idx="3986">
                  <c:v>0.71734399999999998</c:v>
                </c:pt>
                <c:pt idx="3987">
                  <c:v>0.71765000000000001</c:v>
                </c:pt>
                <c:pt idx="3988">
                  <c:v>0.71795500000000001</c:v>
                </c:pt>
                <c:pt idx="3989">
                  <c:v>0.71826100000000004</c:v>
                </c:pt>
                <c:pt idx="3990">
                  <c:v>0.71856600000000004</c:v>
                </c:pt>
                <c:pt idx="3991">
                  <c:v>0.71887100000000004</c:v>
                </c:pt>
                <c:pt idx="3992">
                  <c:v>0.71917699999999996</c:v>
                </c:pt>
                <c:pt idx="3993">
                  <c:v>0.71948199999999995</c:v>
                </c:pt>
                <c:pt idx="3994">
                  <c:v>0.71978799999999998</c:v>
                </c:pt>
                <c:pt idx="3995">
                  <c:v>0.72009299999999998</c:v>
                </c:pt>
                <c:pt idx="3996">
                  <c:v>0.72039799999999998</c:v>
                </c:pt>
                <c:pt idx="3997">
                  <c:v>0.72070400000000001</c:v>
                </c:pt>
                <c:pt idx="3998">
                  <c:v>0.72100900000000001</c:v>
                </c:pt>
                <c:pt idx="3999">
                  <c:v>0.72131500000000004</c:v>
                </c:pt>
                <c:pt idx="4000">
                  <c:v>0.72162000000000004</c:v>
                </c:pt>
                <c:pt idx="4001">
                  <c:v>0.72192500000000004</c:v>
                </c:pt>
                <c:pt idx="4002">
                  <c:v>0.72223099999999996</c:v>
                </c:pt>
                <c:pt idx="4003">
                  <c:v>0.72253599999999996</c:v>
                </c:pt>
                <c:pt idx="4004">
                  <c:v>0.72284199999999998</c:v>
                </c:pt>
                <c:pt idx="4005">
                  <c:v>0.72314699999999998</c:v>
                </c:pt>
                <c:pt idx="4006">
                  <c:v>0.72345199999999998</c:v>
                </c:pt>
                <c:pt idx="4007">
                  <c:v>0.72375800000000001</c:v>
                </c:pt>
                <c:pt idx="4008">
                  <c:v>0.72406300000000001</c:v>
                </c:pt>
                <c:pt idx="4009">
                  <c:v>0.72436900000000004</c:v>
                </c:pt>
                <c:pt idx="4010">
                  <c:v>0.72467400000000004</c:v>
                </c:pt>
                <c:pt idx="4011">
                  <c:v>0.72497900000000004</c:v>
                </c:pt>
                <c:pt idx="4012">
                  <c:v>0.72528499999999996</c:v>
                </c:pt>
                <c:pt idx="4013">
                  <c:v>0.72558999999999996</c:v>
                </c:pt>
                <c:pt idx="4014">
                  <c:v>0.72589599999999999</c:v>
                </c:pt>
                <c:pt idx="4015">
                  <c:v>0.72620099999999999</c:v>
                </c:pt>
                <c:pt idx="4016">
                  <c:v>0.72650599999999999</c:v>
                </c:pt>
                <c:pt idx="4017">
                  <c:v>0.72681200000000001</c:v>
                </c:pt>
                <c:pt idx="4018">
                  <c:v>0.72711700000000001</c:v>
                </c:pt>
                <c:pt idx="4019">
                  <c:v>0.72742300000000004</c:v>
                </c:pt>
                <c:pt idx="4020">
                  <c:v>0.72772800000000004</c:v>
                </c:pt>
                <c:pt idx="4021">
                  <c:v>0.72803300000000004</c:v>
                </c:pt>
                <c:pt idx="4022">
                  <c:v>0.72833899999999996</c:v>
                </c:pt>
                <c:pt idx="4023">
                  <c:v>0.72864399999999996</c:v>
                </c:pt>
                <c:pt idx="4024">
                  <c:v>0.72894999999999999</c:v>
                </c:pt>
                <c:pt idx="4025">
                  <c:v>0.72925499999999999</c:v>
                </c:pt>
                <c:pt idx="4026">
                  <c:v>0.72955999999999999</c:v>
                </c:pt>
                <c:pt idx="4027">
                  <c:v>0.72986600000000001</c:v>
                </c:pt>
                <c:pt idx="4028">
                  <c:v>0.73017100000000001</c:v>
                </c:pt>
                <c:pt idx="4029">
                  <c:v>0.73047700000000004</c:v>
                </c:pt>
                <c:pt idx="4030">
                  <c:v>0.73078200000000004</c:v>
                </c:pt>
                <c:pt idx="4031">
                  <c:v>0.73108700000000004</c:v>
                </c:pt>
                <c:pt idx="4032">
                  <c:v>0.73139299999999996</c:v>
                </c:pt>
                <c:pt idx="4033">
                  <c:v>0.73169799999999996</c:v>
                </c:pt>
                <c:pt idx="4034">
                  <c:v>0.73200399999999999</c:v>
                </c:pt>
                <c:pt idx="4035">
                  <c:v>0.73230899999999999</c:v>
                </c:pt>
                <c:pt idx="4036">
                  <c:v>0.73261399999999999</c:v>
                </c:pt>
                <c:pt idx="4037">
                  <c:v>0.73292000000000002</c:v>
                </c:pt>
                <c:pt idx="4038">
                  <c:v>0.73322500000000002</c:v>
                </c:pt>
                <c:pt idx="4039">
                  <c:v>0.73353000000000002</c:v>
                </c:pt>
                <c:pt idx="4040">
                  <c:v>0.73383600000000004</c:v>
                </c:pt>
                <c:pt idx="4041">
                  <c:v>0.73414100000000004</c:v>
                </c:pt>
                <c:pt idx="4042">
                  <c:v>0.73444699999999996</c:v>
                </c:pt>
                <c:pt idx="4043">
                  <c:v>0.73475199999999996</c:v>
                </c:pt>
                <c:pt idx="4044">
                  <c:v>0.73505699999999996</c:v>
                </c:pt>
                <c:pt idx="4045">
                  <c:v>0.73536299999999999</c:v>
                </c:pt>
                <c:pt idx="4046">
                  <c:v>0.73566799999999999</c:v>
                </c:pt>
                <c:pt idx="4047">
                  <c:v>0.73597400000000002</c:v>
                </c:pt>
                <c:pt idx="4048">
                  <c:v>0.73627900000000002</c:v>
                </c:pt>
                <c:pt idx="4049">
                  <c:v>0.73658400000000002</c:v>
                </c:pt>
                <c:pt idx="4050">
                  <c:v>0.73689000000000004</c:v>
                </c:pt>
                <c:pt idx="4051">
                  <c:v>0.73719500000000004</c:v>
                </c:pt>
                <c:pt idx="4052">
                  <c:v>0.73750099999999996</c:v>
                </c:pt>
                <c:pt idx="4053">
                  <c:v>0.73780599999999996</c:v>
                </c:pt>
                <c:pt idx="4054">
                  <c:v>0.73811099999999996</c:v>
                </c:pt>
                <c:pt idx="4055">
                  <c:v>0.73841699999999999</c:v>
                </c:pt>
                <c:pt idx="4056">
                  <c:v>0.73872199999999999</c:v>
                </c:pt>
                <c:pt idx="4057">
                  <c:v>0.73902800000000002</c:v>
                </c:pt>
                <c:pt idx="4058">
                  <c:v>0.73933300000000002</c:v>
                </c:pt>
                <c:pt idx="4059">
                  <c:v>0.73963800000000002</c:v>
                </c:pt>
                <c:pt idx="4060">
                  <c:v>0.73994400000000005</c:v>
                </c:pt>
                <c:pt idx="4061">
                  <c:v>0.74024900000000005</c:v>
                </c:pt>
                <c:pt idx="4062">
                  <c:v>0.74055499999999996</c:v>
                </c:pt>
                <c:pt idx="4063">
                  <c:v>0.74085999999999996</c:v>
                </c:pt>
                <c:pt idx="4064">
                  <c:v>0.74116499999999996</c:v>
                </c:pt>
                <c:pt idx="4065">
                  <c:v>0.74147099999999999</c:v>
                </c:pt>
                <c:pt idx="4066">
                  <c:v>0.74177599999999999</c:v>
                </c:pt>
                <c:pt idx="4067">
                  <c:v>0.74208200000000002</c:v>
                </c:pt>
                <c:pt idx="4068">
                  <c:v>0.74238700000000002</c:v>
                </c:pt>
                <c:pt idx="4069">
                  <c:v>0.74269200000000002</c:v>
                </c:pt>
                <c:pt idx="4070">
                  <c:v>0.74299800000000005</c:v>
                </c:pt>
                <c:pt idx="4071">
                  <c:v>0.74330300000000005</c:v>
                </c:pt>
                <c:pt idx="4072">
                  <c:v>0.74360899999999996</c:v>
                </c:pt>
                <c:pt idx="4073">
                  <c:v>0.74391399999999996</c:v>
                </c:pt>
                <c:pt idx="4074">
                  <c:v>0.74421899999999996</c:v>
                </c:pt>
                <c:pt idx="4075">
                  <c:v>0.74452499999999999</c:v>
                </c:pt>
                <c:pt idx="4076">
                  <c:v>0.74482999999999999</c:v>
                </c:pt>
                <c:pt idx="4077">
                  <c:v>0.74513600000000002</c:v>
                </c:pt>
                <c:pt idx="4078">
                  <c:v>0.74544100000000002</c:v>
                </c:pt>
                <c:pt idx="4079">
                  <c:v>0.74574600000000002</c:v>
                </c:pt>
                <c:pt idx="4080">
                  <c:v>0.74605200000000005</c:v>
                </c:pt>
                <c:pt idx="4081">
                  <c:v>0.74635700000000005</c:v>
                </c:pt>
                <c:pt idx="4082">
                  <c:v>0.74666299999999997</c:v>
                </c:pt>
                <c:pt idx="4083">
                  <c:v>0.74696799999999997</c:v>
                </c:pt>
                <c:pt idx="4084">
                  <c:v>0.74727299999999997</c:v>
                </c:pt>
                <c:pt idx="4085">
                  <c:v>0.74757899999999999</c:v>
                </c:pt>
                <c:pt idx="4086">
                  <c:v>0.74788399999999999</c:v>
                </c:pt>
                <c:pt idx="4087">
                  <c:v>0.74819000000000002</c:v>
                </c:pt>
                <c:pt idx="4088">
                  <c:v>0.74849500000000002</c:v>
                </c:pt>
                <c:pt idx="4089">
                  <c:v>0.74880000000000002</c:v>
                </c:pt>
                <c:pt idx="4090">
                  <c:v>0.74910600000000005</c:v>
                </c:pt>
                <c:pt idx="4091">
                  <c:v>0.74941100000000005</c:v>
                </c:pt>
                <c:pt idx="4092">
                  <c:v>0.74971699999999997</c:v>
                </c:pt>
                <c:pt idx="4093">
                  <c:v>0.75002199999999997</c:v>
                </c:pt>
                <c:pt idx="4094">
                  <c:v>0.75032699999999997</c:v>
                </c:pt>
                <c:pt idx="4095">
                  <c:v>0.75063299999999999</c:v>
                </c:pt>
                <c:pt idx="4096">
                  <c:v>0.75093799999999999</c:v>
                </c:pt>
                <c:pt idx="4097">
                  <c:v>0.75124400000000002</c:v>
                </c:pt>
                <c:pt idx="4098">
                  <c:v>0.75154900000000002</c:v>
                </c:pt>
                <c:pt idx="4099">
                  <c:v>0.75185400000000002</c:v>
                </c:pt>
                <c:pt idx="4100">
                  <c:v>0.75216000000000005</c:v>
                </c:pt>
                <c:pt idx="4101">
                  <c:v>0.75246500000000005</c:v>
                </c:pt>
                <c:pt idx="4102">
                  <c:v>0.75277099999999997</c:v>
                </c:pt>
                <c:pt idx="4103">
                  <c:v>0.75307599999999997</c:v>
                </c:pt>
                <c:pt idx="4104">
                  <c:v>0.75338099999999997</c:v>
                </c:pt>
                <c:pt idx="4105">
                  <c:v>0.753687</c:v>
                </c:pt>
                <c:pt idx="4106">
                  <c:v>0.753992</c:v>
                </c:pt>
                <c:pt idx="4107">
                  <c:v>0.75429800000000002</c:v>
                </c:pt>
                <c:pt idx="4108">
                  <c:v>0.75460300000000002</c:v>
                </c:pt>
                <c:pt idx="4109">
                  <c:v>0.75490800000000002</c:v>
                </c:pt>
                <c:pt idx="4110">
                  <c:v>0.75521400000000005</c:v>
                </c:pt>
                <c:pt idx="4111">
                  <c:v>0.75551900000000005</c:v>
                </c:pt>
                <c:pt idx="4112">
                  <c:v>0.75582499999999997</c:v>
                </c:pt>
                <c:pt idx="4113">
                  <c:v>0.75612999999999997</c:v>
                </c:pt>
                <c:pt idx="4114">
                  <c:v>0.75643499999999997</c:v>
                </c:pt>
                <c:pt idx="4115">
                  <c:v>0.756741</c:v>
                </c:pt>
                <c:pt idx="4116">
                  <c:v>0.757046</c:v>
                </c:pt>
                <c:pt idx="4117">
                  <c:v>0.75735200000000003</c:v>
                </c:pt>
                <c:pt idx="4118">
                  <c:v>0.75765700000000002</c:v>
                </c:pt>
                <c:pt idx="4119">
                  <c:v>0.75796200000000002</c:v>
                </c:pt>
                <c:pt idx="4120">
                  <c:v>0.75826800000000005</c:v>
                </c:pt>
                <c:pt idx="4121">
                  <c:v>0.75857300000000005</c:v>
                </c:pt>
                <c:pt idx="4122">
                  <c:v>0.75887800000000005</c:v>
                </c:pt>
                <c:pt idx="4123">
                  <c:v>0.75918399999999997</c:v>
                </c:pt>
                <c:pt idx="4124">
                  <c:v>0.75948899999999997</c:v>
                </c:pt>
                <c:pt idx="4125">
                  <c:v>0.759795</c:v>
                </c:pt>
                <c:pt idx="4126">
                  <c:v>0.7601</c:v>
                </c:pt>
                <c:pt idx="4127">
                  <c:v>0.760405</c:v>
                </c:pt>
                <c:pt idx="4128">
                  <c:v>0.76071100000000003</c:v>
                </c:pt>
                <c:pt idx="4129">
                  <c:v>0.76101600000000003</c:v>
                </c:pt>
                <c:pt idx="4130">
                  <c:v>0.76132200000000005</c:v>
                </c:pt>
                <c:pt idx="4131">
                  <c:v>0.76162700000000005</c:v>
                </c:pt>
                <c:pt idx="4132">
                  <c:v>0.76193200000000005</c:v>
                </c:pt>
                <c:pt idx="4133">
                  <c:v>0.76223799999999997</c:v>
                </c:pt>
                <c:pt idx="4134">
                  <c:v>0.76254299999999997</c:v>
                </c:pt>
                <c:pt idx="4135">
                  <c:v>0.762849</c:v>
                </c:pt>
                <c:pt idx="4136">
                  <c:v>0.763154</c:v>
                </c:pt>
                <c:pt idx="4137">
                  <c:v>0.763459</c:v>
                </c:pt>
                <c:pt idx="4138">
                  <c:v>0.76376500000000003</c:v>
                </c:pt>
                <c:pt idx="4139">
                  <c:v>0.76407000000000003</c:v>
                </c:pt>
                <c:pt idx="4140">
                  <c:v>0.76437600000000006</c:v>
                </c:pt>
                <c:pt idx="4141">
                  <c:v>0.76468100000000006</c:v>
                </c:pt>
                <c:pt idx="4142">
                  <c:v>0.76498600000000005</c:v>
                </c:pt>
                <c:pt idx="4143">
                  <c:v>0.76529199999999997</c:v>
                </c:pt>
                <c:pt idx="4144">
                  <c:v>0.76559699999999997</c:v>
                </c:pt>
                <c:pt idx="4145">
                  <c:v>0.765903</c:v>
                </c:pt>
                <c:pt idx="4146">
                  <c:v>0.766208</c:v>
                </c:pt>
                <c:pt idx="4147">
                  <c:v>0.766513</c:v>
                </c:pt>
                <c:pt idx="4148">
                  <c:v>0.76681900000000003</c:v>
                </c:pt>
                <c:pt idx="4149">
                  <c:v>0.76712400000000003</c:v>
                </c:pt>
                <c:pt idx="4150">
                  <c:v>0.76742999999999995</c:v>
                </c:pt>
                <c:pt idx="4151">
                  <c:v>0.76773499999999995</c:v>
                </c:pt>
                <c:pt idx="4152">
                  <c:v>0.76803999999999994</c:v>
                </c:pt>
                <c:pt idx="4153">
                  <c:v>0.76834599999999997</c:v>
                </c:pt>
                <c:pt idx="4154">
                  <c:v>0.76865099999999997</c:v>
                </c:pt>
                <c:pt idx="4155">
                  <c:v>0.768957</c:v>
                </c:pt>
                <c:pt idx="4156">
                  <c:v>0.769262</c:v>
                </c:pt>
                <c:pt idx="4157">
                  <c:v>0.769567</c:v>
                </c:pt>
                <c:pt idx="4158">
                  <c:v>0.76987300000000003</c:v>
                </c:pt>
                <c:pt idx="4159">
                  <c:v>0.77017800000000003</c:v>
                </c:pt>
                <c:pt idx="4160">
                  <c:v>0.77048399999999995</c:v>
                </c:pt>
                <c:pt idx="4161">
                  <c:v>0.77078899999999995</c:v>
                </c:pt>
                <c:pt idx="4162">
                  <c:v>0.77109399999999995</c:v>
                </c:pt>
                <c:pt idx="4163">
                  <c:v>0.77139999999999997</c:v>
                </c:pt>
                <c:pt idx="4164">
                  <c:v>0.77170499999999997</c:v>
                </c:pt>
                <c:pt idx="4165">
                  <c:v>0.772011</c:v>
                </c:pt>
                <c:pt idx="4166">
                  <c:v>0.772316</c:v>
                </c:pt>
                <c:pt idx="4167">
                  <c:v>0.772621</c:v>
                </c:pt>
                <c:pt idx="4168">
                  <c:v>0.77292700000000003</c:v>
                </c:pt>
                <c:pt idx="4169">
                  <c:v>0.77323200000000003</c:v>
                </c:pt>
                <c:pt idx="4170">
                  <c:v>0.77353799999999995</c:v>
                </c:pt>
                <c:pt idx="4171">
                  <c:v>0.77384299999999995</c:v>
                </c:pt>
                <c:pt idx="4172">
                  <c:v>0.77414799999999995</c:v>
                </c:pt>
                <c:pt idx="4173">
                  <c:v>0.77445399999999998</c:v>
                </c:pt>
                <c:pt idx="4174">
                  <c:v>0.77475899999999998</c:v>
                </c:pt>
                <c:pt idx="4175">
                  <c:v>0.775065</c:v>
                </c:pt>
                <c:pt idx="4176">
                  <c:v>0.77537</c:v>
                </c:pt>
                <c:pt idx="4177">
                  <c:v>0.775675</c:v>
                </c:pt>
                <c:pt idx="4178">
                  <c:v>0.77598100000000003</c:v>
                </c:pt>
                <c:pt idx="4179">
                  <c:v>0.77628600000000003</c:v>
                </c:pt>
                <c:pt idx="4180">
                  <c:v>0.77659199999999995</c:v>
                </c:pt>
                <c:pt idx="4181">
                  <c:v>0.77689699999999995</c:v>
                </c:pt>
                <c:pt idx="4182">
                  <c:v>0.77720199999999995</c:v>
                </c:pt>
                <c:pt idx="4183">
                  <c:v>0.77750799999999998</c:v>
                </c:pt>
                <c:pt idx="4184">
                  <c:v>0.77781299999999998</c:v>
                </c:pt>
                <c:pt idx="4185">
                  <c:v>0.77811900000000001</c:v>
                </c:pt>
                <c:pt idx="4186">
                  <c:v>0.778424</c:v>
                </c:pt>
                <c:pt idx="4187">
                  <c:v>0.778729</c:v>
                </c:pt>
                <c:pt idx="4188">
                  <c:v>0.77903500000000003</c:v>
                </c:pt>
                <c:pt idx="4189">
                  <c:v>0.77934000000000003</c:v>
                </c:pt>
                <c:pt idx="4190">
                  <c:v>0.77964599999999995</c:v>
                </c:pt>
                <c:pt idx="4191">
                  <c:v>0.77995099999999995</c:v>
                </c:pt>
                <c:pt idx="4192">
                  <c:v>0.78025599999999995</c:v>
                </c:pt>
                <c:pt idx="4193">
                  <c:v>0.78056199999999998</c:v>
                </c:pt>
                <c:pt idx="4194">
                  <c:v>0.78086699999999998</c:v>
                </c:pt>
                <c:pt idx="4195">
                  <c:v>0.78117300000000001</c:v>
                </c:pt>
                <c:pt idx="4196">
                  <c:v>0.78147800000000001</c:v>
                </c:pt>
                <c:pt idx="4197">
                  <c:v>0.78178300000000001</c:v>
                </c:pt>
                <c:pt idx="4198">
                  <c:v>0.78208900000000003</c:v>
                </c:pt>
                <c:pt idx="4199">
                  <c:v>0.78239400000000003</c:v>
                </c:pt>
                <c:pt idx="4200">
                  <c:v>0.78269999999999995</c:v>
                </c:pt>
                <c:pt idx="4201">
                  <c:v>0.78300499999999995</c:v>
                </c:pt>
                <c:pt idx="4202">
                  <c:v>0.78330999999999995</c:v>
                </c:pt>
                <c:pt idx="4203">
                  <c:v>0.78361599999999998</c:v>
                </c:pt>
                <c:pt idx="4204">
                  <c:v>0.78392099999999998</c:v>
                </c:pt>
                <c:pt idx="4205">
                  <c:v>0.78422599999999998</c:v>
                </c:pt>
                <c:pt idx="4206">
                  <c:v>0.78453200000000001</c:v>
                </c:pt>
                <c:pt idx="4207">
                  <c:v>0.78483700000000001</c:v>
                </c:pt>
                <c:pt idx="4208">
                  <c:v>0.78514300000000004</c:v>
                </c:pt>
                <c:pt idx="4209">
                  <c:v>0.78544800000000004</c:v>
                </c:pt>
                <c:pt idx="4210">
                  <c:v>0.78575300000000003</c:v>
                </c:pt>
                <c:pt idx="4211">
                  <c:v>0.78605899999999995</c:v>
                </c:pt>
                <c:pt idx="4212">
                  <c:v>0.78636399999999995</c:v>
                </c:pt>
                <c:pt idx="4213">
                  <c:v>0.78666999999999998</c:v>
                </c:pt>
                <c:pt idx="4214">
                  <c:v>0.78697499999999998</c:v>
                </c:pt>
                <c:pt idx="4215">
                  <c:v>0.78727999999999998</c:v>
                </c:pt>
                <c:pt idx="4216">
                  <c:v>0.78758600000000001</c:v>
                </c:pt>
                <c:pt idx="4217">
                  <c:v>0.78789100000000001</c:v>
                </c:pt>
                <c:pt idx="4218">
                  <c:v>0.78819700000000004</c:v>
                </c:pt>
                <c:pt idx="4219">
                  <c:v>0.78850200000000004</c:v>
                </c:pt>
                <c:pt idx="4220">
                  <c:v>0.78880700000000004</c:v>
                </c:pt>
                <c:pt idx="4221">
                  <c:v>0.78911299999999995</c:v>
                </c:pt>
                <c:pt idx="4222">
                  <c:v>0.78941799999999995</c:v>
                </c:pt>
                <c:pt idx="4223">
                  <c:v>0.78972399999999998</c:v>
                </c:pt>
                <c:pt idx="4224">
                  <c:v>0.79002899999999998</c:v>
                </c:pt>
                <c:pt idx="4225">
                  <c:v>0.79033399999999998</c:v>
                </c:pt>
                <c:pt idx="4226">
                  <c:v>0.79064000000000001</c:v>
                </c:pt>
                <c:pt idx="4227">
                  <c:v>0.79094500000000001</c:v>
                </c:pt>
                <c:pt idx="4228">
                  <c:v>0.79125100000000004</c:v>
                </c:pt>
                <c:pt idx="4229">
                  <c:v>0.79155600000000004</c:v>
                </c:pt>
                <c:pt idx="4230">
                  <c:v>0.79186100000000004</c:v>
                </c:pt>
                <c:pt idx="4231">
                  <c:v>0.79216699999999995</c:v>
                </c:pt>
                <c:pt idx="4232">
                  <c:v>0.79247199999999995</c:v>
                </c:pt>
                <c:pt idx="4233">
                  <c:v>0.79277799999999998</c:v>
                </c:pt>
                <c:pt idx="4234">
                  <c:v>0.79308299999999998</c:v>
                </c:pt>
                <c:pt idx="4235">
                  <c:v>0.79338799999999998</c:v>
                </c:pt>
                <c:pt idx="4236">
                  <c:v>0.79369400000000001</c:v>
                </c:pt>
                <c:pt idx="4237">
                  <c:v>0.79399900000000001</c:v>
                </c:pt>
                <c:pt idx="4238">
                  <c:v>0.79430500000000004</c:v>
                </c:pt>
                <c:pt idx="4239">
                  <c:v>0.79461000000000004</c:v>
                </c:pt>
                <c:pt idx="4240">
                  <c:v>0.79491500000000004</c:v>
                </c:pt>
                <c:pt idx="4241">
                  <c:v>0.79522099999999996</c:v>
                </c:pt>
                <c:pt idx="4242">
                  <c:v>0.79552599999999996</c:v>
                </c:pt>
                <c:pt idx="4243">
                  <c:v>0.79583199999999998</c:v>
                </c:pt>
                <c:pt idx="4244">
                  <c:v>0.79613699999999998</c:v>
                </c:pt>
                <c:pt idx="4245">
                  <c:v>0.79644199999999998</c:v>
                </c:pt>
                <c:pt idx="4246">
                  <c:v>0.79674800000000001</c:v>
                </c:pt>
                <c:pt idx="4247">
                  <c:v>0.79705300000000001</c:v>
                </c:pt>
                <c:pt idx="4248">
                  <c:v>0.79735900000000004</c:v>
                </c:pt>
                <c:pt idx="4249">
                  <c:v>0.79766400000000004</c:v>
                </c:pt>
                <c:pt idx="4250">
                  <c:v>0.79796900000000004</c:v>
                </c:pt>
                <c:pt idx="4251">
                  <c:v>0.79827499999999996</c:v>
                </c:pt>
                <c:pt idx="4252">
                  <c:v>0.79857999999999996</c:v>
                </c:pt>
                <c:pt idx="4253">
                  <c:v>0.79888599999999999</c:v>
                </c:pt>
                <c:pt idx="4254">
                  <c:v>0.79919099999999998</c:v>
                </c:pt>
                <c:pt idx="4255">
                  <c:v>0.79949599999999998</c:v>
                </c:pt>
                <c:pt idx="4256">
                  <c:v>0.79980200000000001</c:v>
                </c:pt>
                <c:pt idx="4257">
                  <c:v>0.80010700000000001</c:v>
                </c:pt>
                <c:pt idx="4258">
                  <c:v>0.80041300000000004</c:v>
                </c:pt>
                <c:pt idx="4259">
                  <c:v>0.80071800000000004</c:v>
                </c:pt>
                <c:pt idx="4260">
                  <c:v>0.80102300000000004</c:v>
                </c:pt>
                <c:pt idx="4261">
                  <c:v>0.80132899999999996</c:v>
                </c:pt>
                <c:pt idx="4262">
                  <c:v>0.80163399999999996</c:v>
                </c:pt>
                <c:pt idx="4263">
                  <c:v>0.80193999999999999</c:v>
                </c:pt>
                <c:pt idx="4264">
                  <c:v>0.80224499999999999</c:v>
                </c:pt>
                <c:pt idx="4265">
                  <c:v>0.80254999999999999</c:v>
                </c:pt>
                <c:pt idx="4266">
                  <c:v>0.80285600000000001</c:v>
                </c:pt>
                <c:pt idx="4267">
                  <c:v>0.80316100000000001</c:v>
                </c:pt>
                <c:pt idx="4268">
                  <c:v>0.80346700000000004</c:v>
                </c:pt>
                <c:pt idx="4269">
                  <c:v>0.80377200000000004</c:v>
                </c:pt>
                <c:pt idx="4270">
                  <c:v>0.80407700000000004</c:v>
                </c:pt>
                <c:pt idx="4271">
                  <c:v>0.80438299999999996</c:v>
                </c:pt>
                <c:pt idx="4272">
                  <c:v>0.80468799999999996</c:v>
                </c:pt>
                <c:pt idx="4273">
                  <c:v>0.80499399999999999</c:v>
                </c:pt>
                <c:pt idx="4274">
                  <c:v>0.80529899999999999</c:v>
                </c:pt>
                <c:pt idx="4275">
                  <c:v>0.80560399999999999</c:v>
                </c:pt>
                <c:pt idx="4276">
                  <c:v>0.80591000000000002</c:v>
                </c:pt>
                <c:pt idx="4277">
                  <c:v>0.80621500000000001</c:v>
                </c:pt>
                <c:pt idx="4278">
                  <c:v>0.80652100000000004</c:v>
                </c:pt>
                <c:pt idx="4279">
                  <c:v>0.80682600000000004</c:v>
                </c:pt>
                <c:pt idx="4280">
                  <c:v>0.80713100000000004</c:v>
                </c:pt>
                <c:pt idx="4281">
                  <c:v>0.80743699999999996</c:v>
                </c:pt>
                <c:pt idx="4282">
                  <c:v>0.80774199999999996</c:v>
                </c:pt>
                <c:pt idx="4283">
                  <c:v>0.80804799999999999</c:v>
                </c:pt>
                <c:pt idx="4284">
                  <c:v>0.80835299999999999</c:v>
                </c:pt>
                <c:pt idx="4285">
                  <c:v>0.80865799999999999</c:v>
                </c:pt>
                <c:pt idx="4286">
                  <c:v>0.80896400000000002</c:v>
                </c:pt>
                <c:pt idx="4287">
                  <c:v>0.80926900000000002</c:v>
                </c:pt>
                <c:pt idx="4288">
                  <c:v>0.80957400000000002</c:v>
                </c:pt>
                <c:pt idx="4289">
                  <c:v>0.80988000000000004</c:v>
                </c:pt>
                <c:pt idx="4290">
                  <c:v>0.81018500000000004</c:v>
                </c:pt>
                <c:pt idx="4291">
                  <c:v>0.81049099999999996</c:v>
                </c:pt>
                <c:pt idx="4292">
                  <c:v>0.81079599999999996</c:v>
                </c:pt>
                <c:pt idx="4293">
                  <c:v>0.81110099999999996</c:v>
                </c:pt>
                <c:pt idx="4294">
                  <c:v>0.81140699999999999</c:v>
                </c:pt>
                <c:pt idx="4295">
                  <c:v>0.81171199999999999</c:v>
                </c:pt>
                <c:pt idx="4296">
                  <c:v>0.81201800000000002</c:v>
                </c:pt>
                <c:pt idx="4297">
                  <c:v>0.81232300000000002</c:v>
                </c:pt>
                <c:pt idx="4298">
                  <c:v>0.81262800000000002</c:v>
                </c:pt>
                <c:pt idx="4299">
                  <c:v>0.81293400000000005</c:v>
                </c:pt>
                <c:pt idx="4300">
                  <c:v>0.81323900000000005</c:v>
                </c:pt>
                <c:pt idx="4301">
                  <c:v>0.81354499999999996</c:v>
                </c:pt>
                <c:pt idx="4302">
                  <c:v>0.81384999999999996</c:v>
                </c:pt>
                <c:pt idx="4303">
                  <c:v>0.81415499999999996</c:v>
                </c:pt>
                <c:pt idx="4304">
                  <c:v>0.81446099999999999</c:v>
                </c:pt>
                <c:pt idx="4305">
                  <c:v>0.81476599999999999</c:v>
                </c:pt>
                <c:pt idx="4306">
                  <c:v>0.81507200000000002</c:v>
                </c:pt>
                <c:pt idx="4307">
                  <c:v>0.81537700000000002</c:v>
                </c:pt>
                <c:pt idx="4308">
                  <c:v>0.81568200000000002</c:v>
                </c:pt>
                <c:pt idx="4309">
                  <c:v>0.81598800000000005</c:v>
                </c:pt>
                <c:pt idx="4310">
                  <c:v>0.81629300000000005</c:v>
                </c:pt>
                <c:pt idx="4311">
                  <c:v>0.81659899999999996</c:v>
                </c:pt>
                <c:pt idx="4312">
                  <c:v>0.81690399999999996</c:v>
                </c:pt>
                <c:pt idx="4313">
                  <c:v>0.81720899999999996</c:v>
                </c:pt>
                <c:pt idx="4314">
                  <c:v>0.81751499999999999</c:v>
                </c:pt>
                <c:pt idx="4315">
                  <c:v>0.81781999999999999</c:v>
                </c:pt>
                <c:pt idx="4316">
                  <c:v>0.81812600000000002</c:v>
                </c:pt>
                <c:pt idx="4317">
                  <c:v>0.81843100000000002</c:v>
                </c:pt>
                <c:pt idx="4318">
                  <c:v>0.81873600000000002</c:v>
                </c:pt>
                <c:pt idx="4319">
                  <c:v>0.81904200000000005</c:v>
                </c:pt>
                <c:pt idx="4320">
                  <c:v>0.81934700000000005</c:v>
                </c:pt>
                <c:pt idx="4321">
                  <c:v>0.81965299999999996</c:v>
                </c:pt>
                <c:pt idx="4322">
                  <c:v>0.81995799999999996</c:v>
                </c:pt>
                <c:pt idx="4323">
                  <c:v>0.82026299999999996</c:v>
                </c:pt>
                <c:pt idx="4324">
                  <c:v>0.82056899999999999</c:v>
                </c:pt>
                <c:pt idx="4325">
                  <c:v>0.82087399999999999</c:v>
                </c:pt>
                <c:pt idx="4326">
                  <c:v>0.82118000000000002</c:v>
                </c:pt>
                <c:pt idx="4327">
                  <c:v>0.82148500000000002</c:v>
                </c:pt>
                <c:pt idx="4328">
                  <c:v>0.82179000000000002</c:v>
                </c:pt>
                <c:pt idx="4329">
                  <c:v>0.82209600000000005</c:v>
                </c:pt>
                <c:pt idx="4330">
                  <c:v>0.82240100000000005</c:v>
                </c:pt>
                <c:pt idx="4331">
                  <c:v>0.82270699999999997</c:v>
                </c:pt>
                <c:pt idx="4332">
                  <c:v>0.82301199999999997</c:v>
                </c:pt>
                <c:pt idx="4333">
                  <c:v>0.82331699999999997</c:v>
                </c:pt>
                <c:pt idx="4334">
                  <c:v>0.82362299999999999</c:v>
                </c:pt>
                <c:pt idx="4335">
                  <c:v>0.82392799999999999</c:v>
                </c:pt>
                <c:pt idx="4336">
                  <c:v>0.82423400000000002</c:v>
                </c:pt>
                <c:pt idx="4337">
                  <c:v>0.82453900000000002</c:v>
                </c:pt>
                <c:pt idx="4338">
                  <c:v>0.82484400000000002</c:v>
                </c:pt>
                <c:pt idx="4339">
                  <c:v>0.82515000000000005</c:v>
                </c:pt>
                <c:pt idx="4340">
                  <c:v>0.82545500000000005</c:v>
                </c:pt>
                <c:pt idx="4341">
                  <c:v>0.82576099999999997</c:v>
                </c:pt>
                <c:pt idx="4342">
                  <c:v>0.82606599999999997</c:v>
                </c:pt>
                <c:pt idx="4343">
                  <c:v>0.82637099999999997</c:v>
                </c:pt>
                <c:pt idx="4344">
                  <c:v>0.826677</c:v>
                </c:pt>
                <c:pt idx="4345">
                  <c:v>0.82698199999999999</c:v>
                </c:pt>
                <c:pt idx="4346">
                  <c:v>0.82728800000000002</c:v>
                </c:pt>
                <c:pt idx="4347">
                  <c:v>0.82759300000000002</c:v>
                </c:pt>
                <c:pt idx="4348">
                  <c:v>0.82789800000000002</c:v>
                </c:pt>
                <c:pt idx="4349">
                  <c:v>0.82820400000000005</c:v>
                </c:pt>
                <c:pt idx="4350">
                  <c:v>0.82850900000000005</c:v>
                </c:pt>
                <c:pt idx="4351">
                  <c:v>0.82881499999999997</c:v>
                </c:pt>
                <c:pt idx="4352">
                  <c:v>0.82911999999999997</c:v>
                </c:pt>
                <c:pt idx="4353">
                  <c:v>0.82942499999999997</c:v>
                </c:pt>
                <c:pt idx="4354">
                  <c:v>0.829731</c:v>
                </c:pt>
                <c:pt idx="4355">
                  <c:v>0.830036</c:v>
                </c:pt>
                <c:pt idx="4356">
                  <c:v>0.83034200000000002</c:v>
                </c:pt>
                <c:pt idx="4357">
                  <c:v>0.83064700000000002</c:v>
                </c:pt>
                <c:pt idx="4358">
                  <c:v>0.83095200000000002</c:v>
                </c:pt>
                <c:pt idx="4359">
                  <c:v>0.83125800000000005</c:v>
                </c:pt>
                <c:pt idx="4360">
                  <c:v>0.83156300000000005</c:v>
                </c:pt>
                <c:pt idx="4361">
                  <c:v>0.83186899999999997</c:v>
                </c:pt>
                <c:pt idx="4362">
                  <c:v>0.83217399999999997</c:v>
                </c:pt>
                <c:pt idx="4363">
                  <c:v>0.83247899999999997</c:v>
                </c:pt>
                <c:pt idx="4364">
                  <c:v>0.832785</c:v>
                </c:pt>
                <c:pt idx="4365">
                  <c:v>0.83309</c:v>
                </c:pt>
                <c:pt idx="4366">
                  <c:v>0.83339600000000003</c:v>
                </c:pt>
                <c:pt idx="4367">
                  <c:v>0.83370100000000003</c:v>
                </c:pt>
                <c:pt idx="4368">
                  <c:v>0.83400600000000003</c:v>
                </c:pt>
                <c:pt idx="4369">
                  <c:v>0.83431200000000005</c:v>
                </c:pt>
                <c:pt idx="4370">
                  <c:v>0.83461700000000005</c:v>
                </c:pt>
                <c:pt idx="4371">
                  <c:v>0.83492299999999997</c:v>
                </c:pt>
                <c:pt idx="4372">
                  <c:v>0.83522799999999997</c:v>
                </c:pt>
                <c:pt idx="4373">
                  <c:v>0.83553299999999997</c:v>
                </c:pt>
                <c:pt idx="4374">
                  <c:v>0.835839</c:v>
                </c:pt>
                <c:pt idx="4375">
                  <c:v>0.836144</c:v>
                </c:pt>
                <c:pt idx="4376">
                  <c:v>0.836449</c:v>
                </c:pt>
                <c:pt idx="4377">
                  <c:v>0.83675500000000003</c:v>
                </c:pt>
                <c:pt idx="4378">
                  <c:v>0.83706000000000003</c:v>
                </c:pt>
                <c:pt idx="4379">
                  <c:v>0.83736600000000005</c:v>
                </c:pt>
                <c:pt idx="4380">
                  <c:v>0.83767100000000005</c:v>
                </c:pt>
                <c:pt idx="4381">
                  <c:v>0.83797600000000005</c:v>
                </c:pt>
                <c:pt idx="4382">
                  <c:v>0.83828199999999997</c:v>
                </c:pt>
                <c:pt idx="4383">
                  <c:v>0.83858699999999997</c:v>
                </c:pt>
                <c:pt idx="4384">
                  <c:v>0.838893</c:v>
                </c:pt>
                <c:pt idx="4385">
                  <c:v>0.839198</c:v>
                </c:pt>
                <c:pt idx="4386">
                  <c:v>0.839503</c:v>
                </c:pt>
                <c:pt idx="4387">
                  <c:v>0.83980900000000003</c:v>
                </c:pt>
                <c:pt idx="4388">
                  <c:v>0.84011400000000003</c:v>
                </c:pt>
                <c:pt idx="4389">
                  <c:v>0.84041999999999994</c:v>
                </c:pt>
                <c:pt idx="4390">
                  <c:v>0.84072499999999994</c:v>
                </c:pt>
                <c:pt idx="4391">
                  <c:v>0.84103000000000006</c:v>
                </c:pt>
                <c:pt idx="4392">
                  <c:v>0.84133599999999997</c:v>
                </c:pt>
                <c:pt idx="4393">
                  <c:v>0.84164099999999997</c:v>
                </c:pt>
                <c:pt idx="4394">
                  <c:v>0.841947</c:v>
                </c:pt>
                <c:pt idx="4395">
                  <c:v>0.842252</c:v>
                </c:pt>
                <c:pt idx="4396">
                  <c:v>0.842557</c:v>
                </c:pt>
                <c:pt idx="4397">
                  <c:v>0.84286300000000003</c:v>
                </c:pt>
                <c:pt idx="4398">
                  <c:v>0.84316800000000003</c:v>
                </c:pt>
                <c:pt idx="4399">
                  <c:v>0.84347399999999995</c:v>
                </c:pt>
                <c:pt idx="4400">
                  <c:v>0.84377899999999995</c:v>
                </c:pt>
                <c:pt idx="4401">
                  <c:v>0.84408399999999995</c:v>
                </c:pt>
                <c:pt idx="4402">
                  <c:v>0.84438999999999997</c:v>
                </c:pt>
                <c:pt idx="4403">
                  <c:v>0.84469499999999997</c:v>
                </c:pt>
                <c:pt idx="4404">
                  <c:v>0.845001</c:v>
                </c:pt>
                <c:pt idx="4405">
                  <c:v>0.845306</c:v>
                </c:pt>
                <c:pt idx="4406">
                  <c:v>0.845611</c:v>
                </c:pt>
                <c:pt idx="4407">
                  <c:v>0.84591700000000003</c:v>
                </c:pt>
                <c:pt idx="4408">
                  <c:v>0.84622200000000003</c:v>
                </c:pt>
                <c:pt idx="4409">
                  <c:v>0.84652799999999995</c:v>
                </c:pt>
                <c:pt idx="4410">
                  <c:v>0.84683299999999995</c:v>
                </c:pt>
                <c:pt idx="4411">
                  <c:v>0.84713799999999995</c:v>
                </c:pt>
                <c:pt idx="4412">
                  <c:v>0.84744399999999998</c:v>
                </c:pt>
                <c:pt idx="4413">
                  <c:v>0.84774899999999997</c:v>
                </c:pt>
                <c:pt idx="4414">
                  <c:v>0.848055</c:v>
                </c:pt>
                <c:pt idx="4415">
                  <c:v>0.84836</c:v>
                </c:pt>
                <c:pt idx="4416">
                  <c:v>0.848665</c:v>
                </c:pt>
                <c:pt idx="4417">
                  <c:v>0.84897100000000003</c:v>
                </c:pt>
                <c:pt idx="4418">
                  <c:v>0.84927600000000003</c:v>
                </c:pt>
                <c:pt idx="4419">
                  <c:v>0.84958199999999995</c:v>
                </c:pt>
                <c:pt idx="4420">
                  <c:v>0.84988699999999995</c:v>
                </c:pt>
                <c:pt idx="4421">
                  <c:v>0.85019199999999995</c:v>
                </c:pt>
                <c:pt idx="4422">
                  <c:v>0.85049799999999998</c:v>
                </c:pt>
                <c:pt idx="4423">
                  <c:v>0.85080299999999998</c:v>
                </c:pt>
                <c:pt idx="4424">
                  <c:v>0.851109</c:v>
                </c:pt>
                <c:pt idx="4425">
                  <c:v>0.851414</c:v>
                </c:pt>
                <c:pt idx="4426">
                  <c:v>0.851719</c:v>
                </c:pt>
                <c:pt idx="4427">
                  <c:v>0.85202500000000003</c:v>
                </c:pt>
                <c:pt idx="4428">
                  <c:v>0.85233000000000003</c:v>
                </c:pt>
                <c:pt idx="4429">
                  <c:v>0.85263599999999995</c:v>
                </c:pt>
                <c:pt idx="4430">
                  <c:v>0.85294099999999995</c:v>
                </c:pt>
                <c:pt idx="4431">
                  <c:v>0.85324599999999995</c:v>
                </c:pt>
                <c:pt idx="4432">
                  <c:v>0.85355199999999998</c:v>
                </c:pt>
                <c:pt idx="4433">
                  <c:v>0.85385699999999998</c:v>
                </c:pt>
                <c:pt idx="4434">
                  <c:v>0.85416300000000001</c:v>
                </c:pt>
                <c:pt idx="4435">
                  <c:v>0.85446800000000001</c:v>
                </c:pt>
                <c:pt idx="4436">
                  <c:v>0.85477300000000001</c:v>
                </c:pt>
                <c:pt idx="4437">
                  <c:v>0.85507900000000003</c:v>
                </c:pt>
                <c:pt idx="4438">
                  <c:v>0.85538400000000003</c:v>
                </c:pt>
                <c:pt idx="4439">
                  <c:v>0.85568999999999995</c:v>
                </c:pt>
                <c:pt idx="4440">
                  <c:v>0.85599499999999995</c:v>
                </c:pt>
                <c:pt idx="4441">
                  <c:v>0.85629999999999995</c:v>
                </c:pt>
                <c:pt idx="4442">
                  <c:v>0.85660599999999998</c:v>
                </c:pt>
                <c:pt idx="4443">
                  <c:v>0.85691099999999998</c:v>
                </c:pt>
                <c:pt idx="4444">
                  <c:v>0.85721700000000001</c:v>
                </c:pt>
                <c:pt idx="4445">
                  <c:v>0.85752200000000001</c:v>
                </c:pt>
                <c:pt idx="4446">
                  <c:v>0.85782700000000001</c:v>
                </c:pt>
                <c:pt idx="4447">
                  <c:v>0.85813300000000003</c:v>
                </c:pt>
                <c:pt idx="4448">
                  <c:v>0.85843800000000003</c:v>
                </c:pt>
                <c:pt idx="4449">
                  <c:v>0.85874399999999995</c:v>
                </c:pt>
                <c:pt idx="4450">
                  <c:v>0.85904899999999995</c:v>
                </c:pt>
                <c:pt idx="4451">
                  <c:v>0.85935399999999995</c:v>
                </c:pt>
                <c:pt idx="4452">
                  <c:v>0.85965999999999998</c:v>
                </c:pt>
                <c:pt idx="4453">
                  <c:v>0.85996499999999998</c:v>
                </c:pt>
                <c:pt idx="4454">
                  <c:v>0.86027100000000001</c:v>
                </c:pt>
                <c:pt idx="4455">
                  <c:v>0.86057600000000001</c:v>
                </c:pt>
                <c:pt idx="4456">
                  <c:v>0.86088100000000001</c:v>
                </c:pt>
                <c:pt idx="4457">
                  <c:v>0.86118700000000004</c:v>
                </c:pt>
                <c:pt idx="4458">
                  <c:v>0.86149200000000004</c:v>
                </c:pt>
                <c:pt idx="4459">
                  <c:v>0.86179700000000004</c:v>
                </c:pt>
                <c:pt idx="4460">
                  <c:v>0.86210299999999995</c:v>
                </c:pt>
                <c:pt idx="4461">
                  <c:v>0.86240799999999995</c:v>
                </c:pt>
                <c:pt idx="4462">
                  <c:v>0.86271399999999998</c:v>
                </c:pt>
                <c:pt idx="4463">
                  <c:v>0.86301899999999998</c:v>
                </c:pt>
                <c:pt idx="4464">
                  <c:v>0.86332399999999998</c:v>
                </c:pt>
                <c:pt idx="4465">
                  <c:v>0.86363000000000001</c:v>
                </c:pt>
                <c:pt idx="4466">
                  <c:v>0.86393500000000001</c:v>
                </c:pt>
                <c:pt idx="4467">
                  <c:v>0.86424100000000004</c:v>
                </c:pt>
                <c:pt idx="4468">
                  <c:v>0.86454600000000004</c:v>
                </c:pt>
                <c:pt idx="4469">
                  <c:v>0.86485100000000004</c:v>
                </c:pt>
                <c:pt idx="4470">
                  <c:v>0.86515699999999995</c:v>
                </c:pt>
                <c:pt idx="4471">
                  <c:v>0.86546199999999995</c:v>
                </c:pt>
                <c:pt idx="4472">
                  <c:v>0.86576799999999998</c:v>
                </c:pt>
                <c:pt idx="4473">
                  <c:v>0.86607299999999998</c:v>
                </c:pt>
                <c:pt idx="4474">
                  <c:v>0.86637799999999998</c:v>
                </c:pt>
                <c:pt idx="4475">
                  <c:v>0.86668400000000001</c:v>
                </c:pt>
                <c:pt idx="4476">
                  <c:v>0.86698900000000001</c:v>
                </c:pt>
                <c:pt idx="4477">
                  <c:v>0.86729500000000004</c:v>
                </c:pt>
                <c:pt idx="4478">
                  <c:v>0.86760000000000004</c:v>
                </c:pt>
                <c:pt idx="4479">
                  <c:v>0.86790500000000004</c:v>
                </c:pt>
                <c:pt idx="4480">
                  <c:v>0.86821099999999996</c:v>
                </c:pt>
                <c:pt idx="4481">
                  <c:v>0.86851599999999995</c:v>
                </c:pt>
                <c:pt idx="4482">
                  <c:v>0.86882199999999998</c:v>
                </c:pt>
                <c:pt idx="4483">
                  <c:v>0.86912699999999998</c:v>
                </c:pt>
                <c:pt idx="4484">
                  <c:v>0.86943199999999998</c:v>
                </c:pt>
                <c:pt idx="4485">
                  <c:v>0.86973800000000001</c:v>
                </c:pt>
                <c:pt idx="4486">
                  <c:v>0.87004300000000001</c:v>
                </c:pt>
                <c:pt idx="4487">
                  <c:v>0.87034900000000004</c:v>
                </c:pt>
                <c:pt idx="4488">
                  <c:v>0.87065400000000004</c:v>
                </c:pt>
                <c:pt idx="4489">
                  <c:v>0.87095900000000004</c:v>
                </c:pt>
                <c:pt idx="4490">
                  <c:v>0.87126499999999996</c:v>
                </c:pt>
                <c:pt idx="4491">
                  <c:v>0.87156999999999996</c:v>
                </c:pt>
                <c:pt idx="4492">
                  <c:v>0.87187599999999998</c:v>
                </c:pt>
                <c:pt idx="4493">
                  <c:v>0.87218099999999998</c:v>
                </c:pt>
                <c:pt idx="4494">
                  <c:v>0.87248599999999998</c:v>
                </c:pt>
                <c:pt idx="4495">
                  <c:v>0.87279200000000001</c:v>
                </c:pt>
                <c:pt idx="4496">
                  <c:v>0.87309700000000001</c:v>
                </c:pt>
                <c:pt idx="4497">
                  <c:v>0.87340300000000004</c:v>
                </c:pt>
                <c:pt idx="4498">
                  <c:v>0.87370800000000004</c:v>
                </c:pt>
                <c:pt idx="4499">
                  <c:v>0.87401300000000004</c:v>
                </c:pt>
                <c:pt idx="4500">
                  <c:v>0.87431899999999996</c:v>
                </c:pt>
                <c:pt idx="4501">
                  <c:v>0.87462399999999996</c:v>
                </c:pt>
                <c:pt idx="4502">
                  <c:v>0.87492999999999999</c:v>
                </c:pt>
                <c:pt idx="4503">
                  <c:v>0.87523499999999999</c:v>
                </c:pt>
                <c:pt idx="4504">
                  <c:v>0.87553999999999998</c:v>
                </c:pt>
                <c:pt idx="4505">
                  <c:v>0.87584600000000001</c:v>
                </c:pt>
                <c:pt idx="4506">
                  <c:v>0.87615100000000001</c:v>
                </c:pt>
                <c:pt idx="4507">
                  <c:v>0.87645700000000004</c:v>
                </c:pt>
                <c:pt idx="4508">
                  <c:v>0.87676200000000004</c:v>
                </c:pt>
                <c:pt idx="4509">
                  <c:v>0.87706700000000004</c:v>
                </c:pt>
                <c:pt idx="4510">
                  <c:v>0.87737299999999996</c:v>
                </c:pt>
                <c:pt idx="4511">
                  <c:v>0.87767799999999996</c:v>
                </c:pt>
                <c:pt idx="4512">
                  <c:v>0.87798399999999999</c:v>
                </c:pt>
                <c:pt idx="4513">
                  <c:v>0.87828899999999999</c:v>
                </c:pt>
                <c:pt idx="4514">
                  <c:v>0.87859399999999999</c:v>
                </c:pt>
                <c:pt idx="4515">
                  <c:v>0.87890000000000001</c:v>
                </c:pt>
                <c:pt idx="4516">
                  <c:v>0.87920500000000001</c:v>
                </c:pt>
                <c:pt idx="4517">
                  <c:v>0.87951100000000004</c:v>
                </c:pt>
                <c:pt idx="4518">
                  <c:v>0.87981600000000004</c:v>
                </c:pt>
                <c:pt idx="4519">
                  <c:v>0.88012100000000004</c:v>
                </c:pt>
                <c:pt idx="4520">
                  <c:v>0.88042699999999996</c:v>
                </c:pt>
                <c:pt idx="4521">
                  <c:v>0.88073199999999996</c:v>
                </c:pt>
                <c:pt idx="4522">
                  <c:v>0.88103799999999999</c:v>
                </c:pt>
                <c:pt idx="4523">
                  <c:v>0.88134299999999999</c:v>
                </c:pt>
                <c:pt idx="4524">
                  <c:v>0.88164799999999999</c:v>
                </c:pt>
                <c:pt idx="4525">
                  <c:v>0.88195400000000002</c:v>
                </c:pt>
                <c:pt idx="4526">
                  <c:v>0.88225900000000002</c:v>
                </c:pt>
                <c:pt idx="4527">
                  <c:v>0.88256500000000004</c:v>
                </c:pt>
                <c:pt idx="4528">
                  <c:v>0.88287000000000004</c:v>
                </c:pt>
                <c:pt idx="4529">
                  <c:v>0.88317500000000004</c:v>
                </c:pt>
                <c:pt idx="4530">
                  <c:v>0.88348099999999996</c:v>
                </c:pt>
                <c:pt idx="4531">
                  <c:v>0.88378599999999996</c:v>
                </c:pt>
                <c:pt idx="4532">
                  <c:v>0.88409199999999999</c:v>
                </c:pt>
                <c:pt idx="4533">
                  <c:v>0.88439699999999999</c:v>
                </c:pt>
                <c:pt idx="4534">
                  <c:v>0.88470199999999999</c:v>
                </c:pt>
                <c:pt idx="4535">
                  <c:v>0.88500800000000002</c:v>
                </c:pt>
                <c:pt idx="4536">
                  <c:v>0.88531300000000002</c:v>
                </c:pt>
                <c:pt idx="4537">
                  <c:v>0.88561900000000005</c:v>
                </c:pt>
                <c:pt idx="4538">
                  <c:v>0.88592400000000004</c:v>
                </c:pt>
                <c:pt idx="4539">
                  <c:v>0.88622900000000004</c:v>
                </c:pt>
                <c:pt idx="4540">
                  <c:v>0.88653499999999996</c:v>
                </c:pt>
                <c:pt idx="4541">
                  <c:v>0.88683999999999996</c:v>
                </c:pt>
                <c:pt idx="4542">
                  <c:v>0.88714499999999996</c:v>
                </c:pt>
                <c:pt idx="4543">
                  <c:v>0.88745099999999999</c:v>
                </c:pt>
                <c:pt idx="4544">
                  <c:v>0.88775599999999999</c:v>
                </c:pt>
                <c:pt idx="4545">
                  <c:v>0.88806200000000002</c:v>
                </c:pt>
                <c:pt idx="4546">
                  <c:v>0.88836700000000002</c:v>
                </c:pt>
                <c:pt idx="4547">
                  <c:v>0.88867200000000002</c:v>
                </c:pt>
                <c:pt idx="4548">
                  <c:v>0.88897800000000005</c:v>
                </c:pt>
                <c:pt idx="4549">
                  <c:v>0.88928300000000005</c:v>
                </c:pt>
                <c:pt idx="4550">
                  <c:v>0.88958899999999996</c:v>
                </c:pt>
                <c:pt idx="4551">
                  <c:v>0.88989399999999996</c:v>
                </c:pt>
                <c:pt idx="4552">
                  <c:v>0.89019899999999996</c:v>
                </c:pt>
                <c:pt idx="4553">
                  <c:v>0.89050499999999999</c:v>
                </c:pt>
                <c:pt idx="4554">
                  <c:v>0.89080999999999999</c:v>
                </c:pt>
                <c:pt idx="4555">
                  <c:v>0.89111600000000002</c:v>
                </c:pt>
                <c:pt idx="4556">
                  <c:v>0.89142100000000002</c:v>
                </c:pt>
                <c:pt idx="4557">
                  <c:v>0.89172600000000002</c:v>
                </c:pt>
                <c:pt idx="4558">
                  <c:v>0.89203200000000005</c:v>
                </c:pt>
                <c:pt idx="4559">
                  <c:v>0.89233700000000005</c:v>
                </c:pt>
                <c:pt idx="4560">
                  <c:v>0.89264299999999996</c:v>
                </c:pt>
                <c:pt idx="4561">
                  <c:v>0.89294799999999996</c:v>
                </c:pt>
                <c:pt idx="4562">
                  <c:v>0.89325299999999996</c:v>
                </c:pt>
                <c:pt idx="4563">
                  <c:v>0.89355899999999999</c:v>
                </c:pt>
                <c:pt idx="4564">
                  <c:v>0.89386399999999999</c:v>
                </c:pt>
                <c:pt idx="4565">
                  <c:v>0.89417000000000002</c:v>
                </c:pt>
                <c:pt idx="4566">
                  <c:v>0.89447500000000002</c:v>
                </c:pt>
                <c:pt idx="4567">
                  <c:v>0.89478000000000002</c:v>
                </c:pt>
                <c:pt idx="4568">
                  <c:v>0.89508600000000005</c:v>
                </c:pt>
                <c:pt idx="4569">
                  <c:v>0.89539100000000005</c:v>
                </c:pt>
                <c:pt idx="4570">
                  <c:v>0.89569699999999997</c:v>
                </c:pt>
                <c:pt idx="4571">
                  <c:v>0.89600199999999997</c:v>
                </c:pt>
                <c:pt idx="4572">
                  <c:v>0.89630699999999996</c:v>
                </c:pt>
                <c:pt idx="4573">
                  <c:v>0.89661299999999999</c:v>
                </c:pt>
                <c:pt idx="4574">
                  <c:v>0.89691799999999999</c:v>
                </c:pt>
                <c:pt idx="4575">
                  <c:v>0.89722400000000002</c:v>
                </c:pt>
                <c:pt idx="4576">
                  <c:v>0.89752900000000002</c:v>
                </c:pt>
                <c:pt idx="4577">
                  <c:v>0.89783400000000002</c:v>
                </c:pt>
                <c:pt idx="4578">
                  <c:v>0.89814000000000005</c:v>
                </c:pt>
                <c:pt idx="4579">
                  <c:v>0.89844500000000005</c:v>
                </c:pt>
                <c:pt idx="4580">
                  <c:v>0.89875099999999997</c:v>
                </c:pt>
                <c:pt idx="4581">
                  <c:v>0.89905599999999997</c:v>
                </c:pt>
                <c:pt idx="4582">
                  <c:v>0.89936099999999997</c:v>
                </c:pt>
                <c:pt idx="4583">
                  <c:v>0.89966699999999999</c:v>
                </c:pt>
                <c:pt idx="4584">
                  <c:v>0.89997199999999999</c:v>
                </c:pt>
                <c:pt idx="4585">
                  <c:v>0.90027800000000002</c:v>
                </c:pt>
                <c:pt idx="4586">
                  <c:v>0.90058300000000002</c:v>
                </c:pt>
                <c:pt idx="4587">
                  <c:v>0.90088800000000002</c:v>
                </c:pt>
                <c:pt idx="4588">
                  <c:v>0.90119400000000005</c:v>
                </c:pt>
                <c:pt idx="4589">
                  <c:v>0.90149900000000005</c:v>
                </c:pt>
                <c:pt idx="4590">
                  <c:v>0.90180499999999997</c:v>
                </c:pt>
                <c:pt idx="4591">
                  <c:v>0.90210999999999997</c:v>
                </c:pt>
                <c:pt idx="4592">
                  <c:v>0.90241499999999997</c:v>
                </c:pt>
                <c:pt idx="4593">
                  <c:v>0.902721</c:v>
                </c:pt>
                <c:pt idx="4594">
                  <c:v>0.903026</c:v>
                </c:pt>
                <c:pt idx="4595">
                  <c:v>0.90333200000000002</c:v>
                </c:pt>
                <c:pt idx="4596">
                  <c:v>0.90363700000000002</c:v>
                </c:pt>
                <c:pt idx="4597">
                  <c:v>0.90394200000000002</c:v>
                </c:pt>
                <c:pt idx="4598">
                  <c:v>0.90424800000000005</c:v>
                </c:pt>
                <c:pt idx="4599">
                  <c:v>0.90455300000000005</c:v>
                </c:pt>
                <c:pt idx="4600">
                  <c:v>0.90485899999999997</c:v>
                </c:pt>
                <c:pt idx="4601">
                  <c:v>0.90516399999999997</c:v>
                </c:pt>
                <c:pt idx="4602">
                  <c:v>0.90546899999999997</c:v>
                </c:pt>
                <c:pt idx="4603">
                  <c:v>0.905775</c:v>
                </c:pt>
                <c:pt idx="4604">
                  <c:v>0.90608</c:v>
                </c:pt>
                <c:pt idx="4605">
                  <c:v>0.90638600000000002</c:v>
                </c:pt>
                <c:pt idx="4606">
                  <c:v>0.90669100000000002</c:v>
                </c:pt>
                <c:pt idx="4607">
                  <c:v>0.90699600000000002</c:v>
                </c:pt>
                <c:pt idx="4608">
                  <c:v>0.90730200000000005</c:v>
                </c:pt>
                <c:pt idx="4609">
                  <c:v>0.90760700000000005</c:v>
                </c:pt>
                <c:pt idx="4610">
                  <c:v>0.90791299999999997</c:v>
                </c:pt>
                <c:pt idx="4611">
                  <c:v>0.90821799999999997</c:v>
                </c:pt>
                <c:pt idx="4612">
                  <c:v>0.90852299999999997</c:v>
                </c:pt>
                <c:pt idx="4613">
                  <c:v>0.908829</c:v>
                </c:pt>
                <c:pt idx="4614">
                  <c:v>0.909134</c:v>
                </c:pt>
                <c:pt idx="4615">
                  <c:v>0.90944000000000003</c:v>
                </c:pt>
                <c:pt idx="4616">
                  <c:v>0.90974500000000003</c:v>
                </c:pt>
                <c:pt idx="4617">
                  <c:v>0.91005000000000003</c:v>
                </c:pt>
                <c:pt idx="4618">
                  <c:v>0.91035600000000005</c:v>
                </c:pt>
                <c:pt idx="4619">
                  <c:v>0.91066100000000005</c:v>
                </c:pt>
                <c:pt idx="4620">
                  <c:v>0.91096699999999997</c:v>
                </c:pt>
                <c:pt idx="4621">
                  <c:v>0.91127199999999997</c:v>
                </c:pt>
                <c:pt idx="4622">
                  <c:v>0.91157699999999997</c:v>
                </c:pt>
                <c:pt idx="4623">
                  <c:v>0.911883</c:v>
                </c:pt>
                <c:pt idx="4624">
                  <c:v>0.912188</c:v>
                </c:pt>
                <c:pt idx="4625">
                  <c:v>0.912493</c:v>
                </c:pt>
                <c:pt idx="4626">
                  <c:v>0.91279900000000003</c:v>
                </c:pt>
                <c:pt idx="4627">
                  <c:v>0.91310400000000003</c:v>
                </c:pt>
                <c:pt idx="4628">
                  <c:v>0.91341000000000006</c:v>
                </c:pt>
                <c:pt idx="4629">
                  <c:v>0.91371500000000005</c:v>
                </c:pt>
                <c:pt idx="4630">
                  <c:v>0.91402000000000005</c:v>
                </c:pt>
                <c:pt idx="4631">
                  <c:v>0.91432599999999997</c:v>
                </c:pt>
                <c:pt idx="4632">
                  <c:v>0.91463099999999997</c:v>
                </c:pt>
                <c:pt idx="4633">
                  <c:v>0.914937</c:v>
                </c:pt>
                <c:pt idx="4634">
                  <c:v>0.915242</c:v>
                </c:pt>
                <c:pt idx="4635">
                  <c:v>0.915547</c:v>
                </c:pt>
                <c:pt idx="4636">
                  <c:v>0.91585300000000003</c:v>
                </c:pt>
                <c:pt idx="4637">
                  <c:v>0.91615800000000003</c:v>
                </c:pt>
                <c:pt idx="4638">
                  <c:v>0.91646399999999995</c:v>
                </c:pt>
                <c:pt idx="4639">
                  <c:v>0.91676899999999995</c:v>
                </c:pt>
                <c:pt idx="4640">
                  <c:v>0.91707399999999994</c:v>
                </c:pt>
                <c:pt idx="4641">
                  <c:v>0.91737999999999997</c:v>
                </c:pt>
                <c:pt idx="4642">
                  <c:v>0.91768499999999997</c:v>
                </c:pt>
                <c:pt idx="4643">
                  <c:v>0.917991</c:v>
                </c:pt>
                <c:pt idx="4644">
                  <c:v>0.918296</c:v>
                </c:pt>
                <c:pt idx="4645">
                  <c:v>0.918601</c:v>
                </c:pt>
                <c:pt idx="4646">
                  <c:v>0.91890700000000003</c:v>
                </c:pt>
                <c:pt idx="4647">
                  <c:v>0.91921200000000003</c:v>
                </c:pt>
                <c:pt idx="4648">
                  <c:v>0.91951799999999995</c:v>
                </c:pt>
                <c:pt idx="4649">
                  <c:v>0.91982299999999995</c:v>
                </c:pt>
                <c:pt idx="4650">
                  <c:v>0.92012799999999995</c:v>
                </c:pt>
                <c:pt idx="4651">
                  <c:v>0.92043399999999997</c:v>
                </c:pt>
                <c:pt idx="4652">
                  <c:v>0.92073899999999997</c:v>
                </c:pt>
                <c:pt idx="4653">
                  <c:v>0.921045</c:v>
                </c:pt>
                <c:pt idx="4654">
                  <c:v>0.92135</c:v>
                </c:pt>
                <c:pt idx="4655">
                  <c:v>0.921655</c:v>
                </c:pt>
                <c:pt idx="4656">
                  <c:v>0.92196100000000003</c:v>
                </c:pt>
                <c:pt idx="4657">
                  <c:v>0.92226600000000003</c:v>
                </c:pt>
                <c:pt idx="4658">
                  <c:v>0.92257199999999995</c:v>
                </c:pt>
                <c:pt idx="4659">
                  <c:v>0.92287699999999995</c:v>
                </c:pt>
                <c:pt idx="4660">
                  <c:v>0.92318199999999995</c:v>
                </c:pt>
                <c:pt idx="4661">
                  <c:v>0.92348799999999998</c:v>
                </c:pt>
                <c:pt idx="4662">
                  <c:v>0.92379299999999998</c:v>
                </c:pt>
                <c:pt idx="4663">
                  <c:v>0.924099</c:v>
                </c:pt>
                <c:pt idx="4664">
                  <c:v>0.924404</c:v>
                </c:pt>
                <c:pt idx="4665">
                  <c:v>0.924709</c:v>
                </c:pt>
                <c:pt idx="4666">
                  <c:v>0.92501500000000003</c:v>
                </c:pt>
                <c:pt idx="4667">
                  <c:v>0.92532000000000003</c:v>
                </c:pt>
                <c:pt idx="4668">
                  <c:v>0.92562599999999995</c:v>
                </c:pt>
                <c:pt idx="4669">
                  <c:v>0.92593099999999995</c:v>
                </c:pt>
                <c:pt idx="4670">
                  <c:v>0.92623599999999995</c:v>
                </c:pt>
                <c:pt idx="4671">
                  <c:v>0.92654199999999998</c:v>
                </c:pt>
                <c:pt idx="4672">
                  <c:v>0.92684699999999998</c:v>
                </c:pt>
                <c:pt idx="4673">
                  <c:v>0.927153</c:v>
                </c:pt>
                <c:pt idx="4674">
                  <c:v>0.927458</c:v>
                </c:pt>
                <c:pt idx="4675">
                  <c:v>0.927763</c:v>
                </c:pt>
                <c:pt idx="4676">
                  <c:v>0.92806900000000003</c:v>
                </c:pt>
                <c:pt idx="4677">
                  <c:v>0.92837400000000003</c:v>
                </c:pt>
                <c:pt idx="4678">
                  <c:v>0.92867999999999995</c:v>
                </c:pt>
                <c:pt idx="4679">
                  <c:v>0.92898499999999995</c:v>
                </c:pt>
                <c:pt idx="4680">
                  <c:v>0.92928999999999995</c:v>
                </c:pt>
                <c:pt idx="4681">
                  <c:v>0.92959599999999998</c:v>
                </c:pt>
                <c:pt idx="4682">
                  <c:v>0.92990099999999998</c:v>
                </c:pt>
                <c:pt idx="4683">
                  <c:v>0.93020700000000001</c:v>
                </c:pt>
                <c:pt idx="4684">
                  <c:v>0.93051200000000001</c:v>
                </c:pt>
                <c:pt idx="4685">
                  <c:v>0.93081700000000001</c:v>
                </c:pt>
                <c:pt idx="4686">
                  <c:v>0.93112300000000003</c:v>
                </c:pt>
                <c:pt idx="4687">
                  <c:v>0.93142800000000003</c:v>
                </c:pt>
                <c:pt idx="4688">
                  <c:v>0.93173399999999995</c:v>
                </c:pt>
                <c:pt idx="4689">
                  <c:v>0.93203899999999995</c:v>
                </c:pt>
                <c:pt idx="4690">
                  <c:v>0.93234399999999995</c:v>
                </c:pt>
                <c:pt idx="4691">
                  <c:v>0.93264999999999998</c:v>
                </c:pt>
                <c:pt idx="4692">
                  <c:v>0.93295499999999998</c:v>
                </c:pt>
                <c:pt idx="4693">
                  <c:v>0.93326100000000001</c:v>
                </c:pt>
                <c:pt idx="4694">
                  <c:v>0.93356600000000001</c:v>
                </c:pt>
                <c:pt idx="4695">
                  <c:v>0.93387100000000001</c:v>
                </c:pt>
                <c:pt idx="4696">
                  <c:v>0.93417700000000004</c:v>
                </c:pt>
                <c:pt idx="4697">
                  <c:v>0.93448200000000003</c:v>
                </c:pt>
                <c:pt idx="4698">
                  <c:v>0.93478799999999995</c:v>
                </c:pt>
                <c:pt idx="4699">
                  <c:v>0.93509299999999995</c:v>
                </c:pt>
                <c:pt idx="4700">
                  <c:v>0.93539799999999995</c:v>
                </c:pt>
                <c:pt idx="4701">
                  <c:v>0.93570399999999998</c:v>
                </c:pt>
                <c:pt idx="4702">
                  <c:v>0.93600899999999998</c:v>
                </c:pt>
                <c:pt idx="4703">
                  <c:v>0.93631500000000001</c:v>
                </c:pt>
                <c:pt idx="4704">
                  <c:v>0.93662000000000001</c:v>
                </c:pt>
                <c:pt idx="4705">
                  <c:v>0.93692500000000001</c:v>
                </c:pt>
                <c:pt idx="4706">
                  <c:v>0.93723100000000004</c:v>
                </c:pt>
                <c:pt idx="4707">
                  <c:v>0.93753600000000004</c:v>
                </c:pt>
                <c:pt idx="4708">
                  <c:v>0.93784199999999995</c:v>
                </c:pt>
                <c:pt idx="4709">
                  <c:v>0.93814699999999995</c:v>
                </c:pt>
                <c:pt idx="4710">
                  <c:v>0.93845199999999995</c:v>
                </c:pt>
                <c:pt idx="4711">
                  <c:v>0.93875799999999998</c:v>
                </c:pt>
                <c:pt idx="4712">
                  <c:v>0.93906299999999998</c:v>
                </c:pt>
                <c:pt idx="4713">
                  <c:v>0.93936799999999998</c:v>
                </c:pt>
                <c:pt idx="4714">
                  <c:v>0.93967400000000001</c:v>
                </c:pt>
                <c:pt idx="4715">
                  <c:v>0.93997900000000001</c:v>
                </c:pt>
                <c:pt idx="4716">
                  <c:v>0.94028500000000004</c:v>
                </c:pt>
                <c:pt idx="4717">
                  <c:v>0.94059000000000004</c:v>
                </c:pt>
                <c:pt idx="4718">
                  <c:v>0.94089500000000004</c:v>
                </c:pt>
                <c:pt idx="4719">
                  <c:v>0.94120099999999995</c:v>
                </c:pt>
                <c:pt idx="4720">
                  <c:v>0.94150599999999995</c:v>
                </c:pt>
                <c:pt idx="4721">
                  <c:v>0.94181199999999998</c:v>
                </c:pt>
                <c:pt idx="4722">
                  <c:v>0.94211699999999998</c:v>
                </c:pt>
                <c:pt idx="4723">
                  <c:v>0.94242199999999998</c:v>
                </c:pt>
                <c:pt idx="4724">
                  <c:v>0.94272800000000001</c:v>
                </c:pt>
                <c:pt idx="4725">
                  <c:v>0.94303300000000001</c:v>
                </c:pt>
                <c:pt idx="4726">
                  <c:v>0.94333900000000004</c:v>
                </c:pt>
                <c:pt idx="4727">
                  <c:v>0.94364400000000004</c:v>
                </c:pt>
                <c:pt idx="4728">
                  <c:v>0.94394900000000004</c:v>
                </c:pt>
                <c:pt idx="4729">
                  <c:v>0.94425499999999996</c:v>
                </c:pt>
                <c:pt idx="4730">
                  <c:v>0.94455999999999996</c:v>
                </c:pt>
                <c:pt idx="4731">
                  <c:v>0.94486599999999998</c:v>
                </c:pt>
                <c:pt idx="4732">
                  <c:v>0.94517099999999998</c:v>
                </c:pt>
                <c:pt idx="4733">
                  <c:v>0.94547599999999998</c:v>
                </c:pt>
                <c:pt idx="4734">
                  <c:v>0.94578200000000001</c:v>
                </c:pt>
                <c:pt idx="4735">
                  <c:v>0.94608700000000001</c:v>
                </c:pt>
                <c:pt idx="4736">
                  <c:v>0.94639300000000004</c:v>
                </c:pt>
                <c:pt idx="4737">
                  <c:v>0.94669800000000004</c:v>
                </c:pt>
                <c:pt idx="4738">
                  <c:v>0.94700300000000004</c:v>
                </c:pt>
                <c:pt idx="4739">
                  <c:v>0.94730899999999996</c:v>
                </c:pt>
                <c:pt idx="4740">
                  <c:v>0.94761399999999996</c:v>
                </c:pt>
                <c:pt idx="4741">
                  <c:v>0.94791999999999998</c:v>
                </c:pt>
                <c:pt idx="4742">
                  <c:v>0.94822499999999998</c:v>
                </c:pt>
                <c:pt idx="4743">
                  <c:v>0.94852999999999998</c:v>
                </c:pt>
                <c:pt idx="4744">
                  <c:v>0.94883600000000001</c:v>
                </c:pt>
                <c:pt idx="4745">
                  <c:v>0.94914100000000001</c:v>
                </c:pt>
                <c:pt idx="4746">
                  <c:v>0.94944700000000004</c:v>
                </c:pt>
                <c:pt idx="4747">
                  <c:v>0.94975200000000004</c:v>
                </c:pt>
                <c:pt idx="4748">
                  <c:v>0.95005700000000004</c:v>
                </c:pt>
                <c:pt idx="4749">
                  <c:v>0.95036299999999996</c:v>
                </c:pt>
                <c:pt idx="4750">
                  <c:v>0.95066799999999996</c:v>
                </c:pt>
                <c:pt idx="4751">
                  <c:v>0.95097399999999999</c:v>
                </c:pt>
                <c:pt idx="4752">
                  <c:v>0.95127899999999999</c:v>
                </c:pt>
                <c:pt idx="4753">
                  <c:v>0.95158399999999999</c:v>
                </c:pt>
                <c:pt idx="4754">
                  <c:v>0.95189000000000001</c:v>
                </c:pt>
                <c:pt idx="4755">
                  <c:v>0.95219500000000001</c:v>
                </c:pt>
                <c:pt idx="4756">
                  <c:v>0.95250100000000004</c:v>
                </c:pt>
                <c:pt idx="4757">
                  <c:v>0.95280600000000004</c:v>
                </c:pt>
                <c:pt idx="4758">
                  <c:v>0.95311100000000004</c:v>
                </c:pt>
                <c:pt idx="4759">
                  <c:v>0.95341699999999996</c:v>
                </c:pt>
                <c:pt idx="4760">
                  <c:v>0.95372199999999996</c:v>
                </c:pt>
                <c:pt idx="4761">
                  <c:v>0.95402799999999999</c:v>
                </c:pt>
                <c:pt idx="4762">
                  <c:v>0.95433299999999999</c:v>
                </c:pt>
                <c:pt idx="4763">
                  <c:v>0.95463799999999999</c:v>
                </c:pt>
                <c:pt idx="4764">
                  <c:v>0.95494400000000002</c:v>
                </c:pt>
                <c:pt idx="4765">
                  <c:v>0.95524900000000001</c:v>
                </c:pt>
                <c:pt idx="4766">
                  <c:v>0.95555500000000004</c:v>
                </c:pt>
                <c:pt idx="4767">
                  <c:v>0.95586000000000004</c:v>
                </c:pt>
                <c:pt idx="4768">
                  <c:v>0.95616500000000004</c:v>
                </c:pt>
                <c:pt idx="4769">
                  <c:v>0.95647099999999996</c:v>
                </c:pt>
                <c:pt idx="4770">
                  <c:v>0.95677599999999996</c:v>
                </c:pt>
                <c:pt idx="4771">
                  <c:v>0.95708199999999999</c:v>
                </c:pt>
                <c:pt idx="4772">
                  <c:v>0.95738699999999999</c:v>
                </c:pt>
                <c:pt idx="4773">
                  <c:v>0.95769199999999999</c:v>
                </c:pt>
                <c:pt idx="4774">
                  <c:v>0.95799800000000002</c:v>
                </c:pt>
                <c:pt idx="4775">
                  <c:v>0.95830300000000002</c:v>
                </c:pt>
                <c:pt idx="4776">
                  <c:v>0.95860900000000004</c:v>
                </c:pt>
                <c:pt idx="4777">
                  <c:v>0.95891400000000004</c:v>
                </c:pt>
                <c:pt idx="4778">
                  <c:v>0.95921900000000004</c:v>
                </c:pt>
                <c:pt idx="4779">
                  <c:v>0.95952499999999996</c:v>
                </c:pt>
                <c:pt idx="4780">
                  <c:v>0.95982999999999996</c:v>
                </c:pt>
                <c:pt idx="4781">
                  <c:v>0.96013599999999999</c:v>
                </c:pt>
                <c:pt idx="4782">
                  <c:v>0.96044099999999999</c:v>
                </c:pt>
                <c:pt idx="4783">
                  <c:v>0.96074599999999999</c:v>
                </c:pt>
                <c:pt idx="4784">
                  <c:v>0.96105200000000002</c:v>
                </c:pt>
                <c:pt idx="4785">
                  <c:v>0.96135700000000002</c:v>
                </c:pt>
                <c:pt idx="4786">
                  <c:v>0.96166300000000005</c:v>
                </c:pt>
                <c:pt idx="4787">
                  <c:v>0.96196800000000005</c:v>
                </c:pt>
                <c:pt idx="4788">
                  <c:v>0.96227300000000004</c:v>
                </c:pt>
                <c:pt idx="4789">
                  <c:v>0.96257899999999996</c:v>
                </c:pt>
                <c:pt idx="4790">
                  <c:v>0.96288399999999996</c:v>
                </c:pt>
                <c:pt idx="4791">
                  <c:v>0.96318999999999999</c:v>
                </c:pt>
                <c:pt idx="4792">
                  <c:v>0.96349499999999999</c:v>
                </c:pt>
                <c:pt idx="4793">
                  <c:v>0.96379999999999999</c:v>
                </c:pt>
                <c:pt idx="4794">
                  <c:v>0.96410600000000002</c:v>
                </c:pt>
                <c:pt idx="4795">
                  <c:v>0.96441100000000002</c:v>
                </c:pt>
                <c:pt idx="4796">
                  <c:v>0.96471600000000002</c:v>
                </c:pt>
                <c:pt idx="4797">
                  <c:v>0.96502200000000005</c:v>
                </c:pt>
                <c:pt idx="4798">
                  <c:v>0.96532700000000005</c:v>
                </c:pt>
                <c:pt idx="4799">
                  <c:v>0.96563299999999996</c:v>
                </c:pt>
                <c:pt idx="4800">
                  <c:v>0.96593799999999996</c:v>
                </c:pt>
                <c:pt idx="4801">
                  <c:v>0.96624299999999996</c:v>
                </c:pt>
                <c:pt idx="4802">
                  <c:v>0.96654899999999999</c:v>
                </c:pt>
                <c:pt idx="4803">
                  <c:v>0.96685399999999999</c:v>
                </c:pt>
                <c:pt idx="4804">
                  <c:v>0.96716000000000002</c:v>
                </c:pt>
                <c:pt idx="4805">
                  <c:v>0.96746500000000002</c:v>
                </c:pt>
                <c:pt idx="4806">
                  <c:v>0.96777000000000002</c:v>
                </c:pt>
                <c:pt idx="4807">
                  <c:v>0.96807600000000005</c:v>
                </c:pt>
                <c:pt idx="4808">
                  <c:v>0.96838100000000005</c:v>
                </c:pt>
                <c:pt idx="4809">
                  <c:v>0.96868699999999996</c:v>
                </c:pt>
                <c:pt idx="4810">
                  <c:v>0.96899199999999996</c:v>
                </c:pt>
                <c:pt idx="4811">
                  <c:v>0.96929699999999996</c:v>
                </c:pt>
                <c:pt idx="4812">
                  <c:v>0.96960299999999999</c:v>
                </c:pt>
                <c:pt idx="4813">
                  <c:v>0.96990799999999999</c:v>
                </c:pt>
                <c:pt idx="4814">
                  <c:v>0.97021400000000002</c:v>
                </c:pt>
                <c:pt idx="4815">
                  <c:v>0.97051900000000002</c:v>
                </c:pt>
                <c:pt idx="4816">
                  <c:v>0.97082400000000002</c:v>
                </c:pt>
                <c:pt idx="4817">
                  <c:v>0.97113000000000005</c:v>
                </c:pt>
                <c:pt idx="4818">
                  <c:v>0.97143500000000005</c:v>
                </c:pt>
                <c:pt idx="4819">
                  <c:v>0.97174099999999997</c:v>
                </c:pt>
                <c:pt idx="4820">
                  <c:v>0.97204599999999997</c:v>
                </c:pt>
                <c:pt idx="4821">
                  <c:v>0.97235099999999997</c:v>
                </c:pt>
                <c:pt idx="4822">
                  <c:v>0.97265699999999999</c:v>
                </c:pt>
                <c:pt idx="4823">
                  <c:v>0.97296199999999999</c:v>
                </c:pt>
                <c:pt idx="4824">
                  <c:v>0.97326800000000002</c:v>
                </c:pt>
                <c:pt idx="4825">
                  <c:v>0.97357300000000002</c:v>
                </c:pt>
                <c:pt idx="4826">
                  <c:v>0.97387800000000002</c:v>
                </c:pt>
                <c:pt idx="4827">
                  <c:v>0.97418400000000005</c:v>
                </c:pt>
                <c:pt idx="4828">
                  <c:v>0.97448900000000005</c:v>
                </c:pt>
                <c:pt idx="4829">
                  <c:v>0.97479499999999997</c:v>
                </c:pt>
                <c:pt idx="4830">
                  <c:v>0.97509999999999997</c:v>
                </c:pt>
                <c:pt idx="4831">
                  <c:v>0.97540499999999997</c:v>
                </c:pt>
                <c:pt idx="4832">
                  <c:v>0.97571099999999999</c:v>
                </c:pt>
                <c:pt idx="4833">
                  <c:v>0.97601599999999999</c:v>
                </c:pt>
                <c:pt idx="4834">
                  <c:v>0.97632200000000002</c:v>
                </c:pt>
                <c:pt idx="4835">
                  <c:v>0.97662700000000002</c:v>
                </c:pt>
                <c:pt idx="4836">
                  <c:v>0.97693200000000002</c:v>
                </c:pt>
                <c:pt idx="4837">
                  <c:v>0.97723800000000005</c:v>
                </c:pt>
                <c:pt idx="4838">
                  <c:v>0.97754300000000005</c:v>
                </c:pt>
                <c:pt idx="4839">
                  <c:v>0.97784899999999997</c:v>
                </c:pt>
                <c:pt idx="4840">
                  <c:v>0.97815399999999997</c:v>
                </c:pt>
                <c:pt idx="4841">
                  <c:v>0.97845899999999997</c:v>
                </c:pt>
                <c:pt idx="4842">
                  <c:v>0.978765</c:v>
                </c:pt>
                <c:pt idx="4843">
                  <c:v>0.97907</c:v>
                </c:pt>
                <c:pt idx="4844">
                  <c:v>0.97937600000000002</c:v>
                </c:pt>
                <c:pt idx="4845">
                  <c:v>0.97968100000000002</c:v>
                </c:pt>
                <c:pt idx="4846">
                  <c:v>0.97998600000000002</c:v>
                </c:pt>
                <c:pt idx="4847">
                  <c:v>0.98029200000000005</c:v>
                </c:pt>
                <c:pt idx="4848">
                  <c:v>0.98059700000000005</c:v>
                </c:pt>
                <c:pt idx="4849">
                  <c:v>0.98090299999999997</c:v>
                </c:pt>
                <c:pt idx="4850">
                  <c:v>0.98120799999999997</c:v>
                </c:pt>
                <c:pt idx="4851">
                  <c:v>0.98151299999999997</c:v>
                </c:pt>
                <c:pt idx="4852">
                  <c:v>0.981819</c:v>
                </c:pt>
                <c:pt idx="4853">
                  <c:v>0.982124</c:v>
                </c:pt>
                <c:pt idx="4854">
                  <c:v>0.98243000000000003</c:v>
                </c:pt>
                <c:pt idx="4855">
                  <c:v>0.98273500000000003</c:v>
                </c:pt>
                <c:pt idx="4856">
                  <c:v>0.98304000000000002</c:v>
                </c:pt>
                <c:pt idx="4857">
                  <c:v>0.98334600000000005</c:v>
                </c:pt>
                <c:pt idx="4858">
                  <c:v>0.98365100000000005</c:v>
                </c:pt>
                <c:pt idx="4859">
                  <c:v>0.98395699999999997</c:v>
                </c:pt>
                <c:pt idx="4860">
                  <c:v>0.98426199999999997</c:v>
                </c:pt>
                <c:pt idx="4861">
                  <c:v>0.98456699999999997</c:v>
                </c:pt>
                <c:pt idx="4862">
                  <c:v>0.984873</c:v>
                </c:pt>
                <c:pt idx="4863">
                  <c:v>0.985178</c:v>
                </c:pt>
                <c:pt idx="4864">
                  <c:v>0.98548400000000003</c:v>
                </c:pt>
                <c:pt idx="4865">
                  <c:v>0.98578900000000003</c:v>
                </c:pt>
                <c:pt idx="4866">
                  <c:v>0.98609400000000003</c:v>
                </c:pt>
                <c:pt idx="4867">
                  <c:v>0.98640000000000005</c:v>
                </c:pt>
                <c:pt idx="4868">
                  <c:v>0.98670500000000005</c:v>
                </c:pt>
                <c:pt idx="4869">
                  <c:v>0.98701099999999997</c:v>
                </c:pt>
                <c:pt idx="4870">
                  <c:v>0.98731599999999997</c:v>
                </c:pt>
                <c:pt idx="4871">
                  <c:v>0.98762099999999997</c:v>
                </c:pt>
                <c:pt idx="4872">
                  <c:v>0.987927</c:v>
                </c:pt>
                <c:pt idx="4873">
                  <c:v>0.988232</c:v>
                </c:pt>
                <c:pt idx="4874">
                  <c:v>0.98853800000000003</c:v>
                </c:pt>
                <c:pt idx="4875">
                  <c:v>0.98884300000000003</c:v>
                </c:pt>
                <c:pt idx="4876">
                  <c:v>0.98914800000000003</c:v>
                </c:pt>
                <c:pt idx="4877">
                  <c:v>0.98945399999999994</c:v>
                </c:pt>
                <c:pt idx="4878">
                  <c:v>0.98975900000000006</c:v>
                </c:pt>
                <c:pt idx="4879">
                  <c:v>0.99006400000000006</c:v>
                </c:pt>
                <c:pt idx="4880">
                  <c:v>0.99036999999999997</c:v>
                </c:pt>
                <c:pt idx="4881">
                  <c:v>0.99067499999999997</c:v>
                </c:pt>
                <c:pt idx="4882">
                  <c:v>0.990981</c:v>
                </c:pt>
                <c:pt idx="4883">
                  <c:v>0.991286</c:v>
                </c:pt>
                <c:pt idx="4884">
                  <c:v>0.991591</c:v>
                </c:pt>
                <c:pt idx="4885">
                  <c:v>0.99189700000000003</c:v>
                </c:pt>
                <c:pt idx="4886">
                  <c:v>0.99220200000000003</c:v>
                </c:pt>
                <c:pt idx="4887">
                  <c:v>0.99250799999999995</c:v>
                </c:pt>
                <c:pt idx="4888">
                  <c:v>0.99281299999999995</c:v>
                </c:pt>
                <c:pt idx="4889">
                  <c:v>0.99311799999999995</c:v>
                </c:pt>
                <c:pt idx="4890">
                  <c:v>0.99342399999999997</c:v>
                </c:pt>
                <c:pt idx="4891">
                  <c:v>0.99372899999999997</c:v>
                </c:pt>
                <c:pt idx="4892">
                  <c:v>0.994035</c:v>
                </c:pt>
                <c:pt idx="4893">
                  <c:v>0.99434</c:v>
                </c:pt>
                <c:pt idx="4894">
                  <c:v>0.994645</c:v>
                </c:pt>
                <c:pt idx="4895">
                  <c:v>0.99495100000000003</c:v>
                </c:pt>
                <c:pt idx="4896">
                  <c:v>0.99525600000000003</c:v>
                </c:pt>
                <c:pt idx="4897">
                  <c:v>0.99556199999999995</c:v>
                </c:pt>
                <c:pt idx="4898">
                  <c:v>0.99586699999999995</c:v>
                </c:pt>
                <c:pt idx="4899">
                  <c:v>0.99617199999999995</c:v>
                </c:pt>
                <c:pt idx="4900">
                  <c:v>0.99647799999999997</c:v>
                </c:pt>
                <c:pt idx="4901">
                  <c:v>0.99678299999999997</c:v>
                </c:pt>
                <c:pt idx="4902">
                  <c:v>0.997089</c:v>
                </c:pt>
                <c:pt idx="4903">
                  <c:v>0.997394</c:v>
                </c:pt>
                <c:pt idx="4904">
                  <c:v>0.997699</c:v>
                </c:pt>
                <c:pt idx="4905">
                  <c:v>0.99800500000000003</c:v>
                </c:pt>
                <c:pt idx="4906">
                  <c:v>0.99831000000000003</c:v>
                </c:pt>
                <c:pt idx="4907">
                  <c:v>0.99861599999999995</c:v>
                </c:pt>
                <c:pt idx="4908">
                  <c:v>0.99892099999999995</c:v>
                </c:pt>
                <c:pt idx="4909">
                  <c:v>0.99922599999999995</c:v>
                </c:pt>
                <c:pt idx="4910">
                  <c:v>0.99953199999999998</c:v>
                </c:pt>
                <c:pt idx="4911">
                  <c:v>0.99983699999999998</c:v>
                </c:pt>
                <c:pt idx="4912">
                  <c:v>1.00014</c:v>
                </c:pt>
                <c:pt idx="4913">
                  <c:v>1.0004500000000001</c:v>
                </c:pt>
                <c:pt idx="4914">
                  <c:v>1.00075</c:v>
                </c:pt>
                <c:pt idx="4915">
                  <c:v>1.0010600000000001</c:v>
                </c:pt>
                <c:pt idx="4916">
                  <c:v>1.00136</c:v>
                </c:pt>
                <c:pt idx="4917">
                  <c:v>1.0016700000000001</c:v>
                </c:pt>
                <c:pt idx="4918">
                  <c:v>1.0019800000000001</c:v>
                </c:pt>
                <c:pt idx="4919">
                  <c:v>1.0022800000000001</c:v>
                </c:pt>
                <c:pt idx="4920">
                  <c:v>1.0025900000000001</c:v>
                </c:pt>
                <c:pt idx="4921">
                  <c:v>1.0028900000000001</c:v>
                </c:pt>
                <c:pt idx="4922">
                  <c:v>1.0032000000000001</c:v>
                </c:pt>
                <c:pt idx="4923">
                  <c:v>1.0035000000000001</c:v>
                </c:pt>
                <c:pt idx="4924">
                  <c:v>1.0038100000000001</c:v>
                </c:pt>
                <c:pt idx="4925">
                  <c:v>1.0041100000000001</c:v>
                </c:pt>
                <c:pt idx="4926">
                  <c:v>1.0044200000000001</c:v>
                </c:pt>
                <c:pt idx="4927">
                  <c:v>1.0047200000000001</c:v>
                </c:pt>
                <c:pt idx="4928">
                  <c:v>1.0050300000000001</c:v>
                </c:pt>
                <c:pt idx="4929">
                  <c:v>1.0053300000000001</c:v>
                </c:pt>
                <c:pt idx="4930">
                  <c:v>1.0056400000000001</c:v>
                </c:pt>
                <c:pt idx="4931">
                  <c:v>1.0059499999999999</c:v>
                </c:pt>
                <c:pt idx="4932">
                  <c:v>1.0062500000000001</c:v>
                </c:pt>
                <c:pt idx="4933">
                  <c:v>1.0065599999999999</c:v>
                </c:pt>
                <c:pt idx="4934">
                  <c:v>1.0068600000000001</c:v>
                </c:pt>
                <c:pt idx="4935">
                  <c:v>1.0071699999999999</c:v>
                </c:pt>
                <c:pt idx="4936">
                  <c:v>1.0074700000000001</c:v>
                </c:pt>
                <c:pt idx="4937">
                  <c:v>1.0077799999999999</c:v>
                </c:pt>
                <c:pt idx="4938">
                  <c:v>1.0080800000000001</c:v>
                </c:pt>
                <c:pt idx="4939">
                  <c:v>1.0083899999999999</c:v>
                </c:pt>
                <c:pt idx="4940">
                  <c:v>1.0086900000000001</c:v>
                </c:pt>
                <c:pt idx="4941">
                  <c:v>1.0089999999999999</c:v>
                </c:pt>
                <c:pt idx="4942">
                  <c:v>1.0093000000000001</c:v>
                </c:pt>
                <c:pt idx="4943">
                  <c:v>1.0096099999999999</c:v>
                </c:pt>
                <c:pt idx="4944">
                  <c:v>1.0099199999999999</c:v>
                </c:pt>
                <c:pt idx="4945">
                  <c:v>1.0102199999999999</c:v>
                </c:pt>
                <c:pt idx="4946">
                  <c:v>1.0105299999999999</c:v>
                </c:pt>
                <c:pt idx="4947">
                  <c:v>1.0108299999999999</c:v>
                </c:pt>
                <c:pt idx="4948">
                  <c:v>1.0111399999999999</c:v>
                </c:pt>
                <c:pt idx="4949">
                  <c:v>1.0114399999999999</c:v>
                </c:pt>
                <c:pt idx="4950">
                  <c:v>1.0117499999999999</c:v>
                </c:pt>
                <c:pt idx="4951">
                  <c:v>1.0120499999999999</c:v>
                </c:pt>
                <c:pt idx="4952">
                  <c:v>1.0123599999999999</c:v>
                </c:pt>
                <c:pt idx="4953">
                  <c:v>1.0126599999999999</c:v>
                </c:pt>
                <c:pt idx="4954">
                  <c:v>1.0129699999999999</c:v>
                </c:pt>
                <c:pt idx="4955">
                  <c:v>1.0132699999999999</c:v>
                </c:pt>
                <c:pt idx="4956">
                  <c:v>1.0135799999999999</c:v>
                </c:pt>
                <c:pt idx="4957">
                  <c:v>1.01389</c:v>
                </c:pt>
                <c:pt idx="4958">
                  <c:v>1.0141899999999999</c:v>
                </c:pt>
                <c:pt idx="4959">
                  <c:v>1.0145</c:v>
                </c:pt>
                <c:pt idx="4960">
                  <c:v>1.0147999999999999</c:v>
                </c:pt>
                <c:pt idx="4961">
                  <c:v>1.01511</c:v>
                </c:pt>
                <c:pt idx="4962">
                  <c:v>1.0154099999999999</c:v>
                </c:pt>
                <c:pt idx="4963">
                  <c:v>1.01572</c:v>
                </c:pt>
                <c:pt idx="4964">
                  <c:v>1.0160199999999999</c:v>
                </c:pt>
                <c:pt idx="4965">
                  <c:v>1.01633</c:v>
                </c:pt>
                <c:pt idx="4966">
                  <c:v>1.0166299999999999</c:v>
                </c:pt>
                <c:pt idx="4967">
                  <c:v>1.01694</c:v>
                </c:pt>
                <c:pt idx="4968">
                  <c:v>1.0172399999999999</c:v>
                </c:pt>
                <c:pt idx="4969">
                  <c:v>1.01755</c:v>
                </c:pt>
                <c:pt idx="4970">
                  <c:v>1.01786</c:v>
                </c:pt>
                <c:pt idx="4971">
                  <c:v>1.01816</c:v>
                </c:pt>
                <c:pt idx="4972">
                  <c:v>1.01847</c:v>
                </c:pt>
                <c:pt idx="4973">
                  <c:v>1.01877</c:v>
                </c:pt>
                <c:pt idx="4974">
                  <c:v>1.01908</c:v>
                </c:pt>
                <c:pt idx="4975">
                  <c:v>1.01938</c:v>
                </c:pt>
                <c:pt idx="4976">
                  <c:v>1.01969</c:v>
                </c:pt>
                <c:pt idx="4977">
                  <c:v>1.01999</c:v>
                </c:pt>
                <c:pt idx="4978">
                  <c:v>1.0203</c:v>
                </c:pt>
                <c:pt idx="4979">
                  <c:v>1.0206</c:v>
                </c:pt>
                <c:pt idx="4980">
                  <c:v>1.02091</c:v>
                </c:pt>
                <c:pt idx="4981">
                  <c:v>1.02122</c:v>
                </c:pt>
                <c:pt idx="4982">
                  <c:v>1.02152</c:v>
                </c:pt>
                <c:pt idx="4983">
                  <c:v>1.02183</c:v>
                </c:pt>
                <c:pt idx="4984">
                  <c:v>1.02213</c:v>
                </c:pt>
                <c:pt idx="4985">
                  <c:v>1.02244</c:v>
                </c:pt>
                <c:pt idx="4986">
                  <c:v>1.02274</c:v>
                </c:pt>
                <c:pt idx="4987">
                  <c:v>1.02305</c:v>
                </c:pt>
                <c:pt idx="4988">
                  <c:v>1.02335</c:v>
                </c:pt>
                <c:pt idx="4989">
                  <c:v>1.02366</c:v>
                </c:pt>
                <c:pt idx="4990">
                  <c:v>1.02396</c:v>
                </c:pt>
                <c:pt idx="4991">
                  <c:v>1.02427</c:v>
                </c:pt>
                <c:pt idx="4992">
                  <c:v>1.02457</c:v>
                </c:pt>
                <c:pt idx="4993">
                  <c:v>1.02488</c:v>
                </c:pt>
                <c:pt idx="4994">
                  <c:v>1.02519</c:v>
                </c:pt>
                <c:pt idx="4995">
                  <c:v>1.02549</c:v>
                </c:pt>
                <c:pt idx="4996">
                  <c:v>1.0258</c:v>
                </c:pt>
                <c:pt idx="4997">
                  <c:v>1.0261</c:v>
                </c:pt>
                <c:pt idx="4998">
                  <c:v>1.02641</c:v>
                </c:pt>
                <c:pt idx="4999">
                  <c:v>1.02671</c:v>
                </c:pt>
                <c:pt idx="5000">
                  <c:v>1.02702</c:v>
                </c:pt>
                <c:pt idx="5001">
                  <c:v>1.02732</c:v>
                </c:pt>
                <c:pt idx="5002">
                  <c:v>1.02763</c:v>
                </c:pt>
                <c:pt idx="5003">
                  <c:v>1.02793</c:v>
                </c:pt>
                <c:pt idx="5004">
                  <c:v>1.02824</c:v>
                </c:pt>
                <c:pt idx="5005">
                  <c:v>1.02854</c:v>
                </c:pt>
                <c:pt idx="5006">
                  <c:v>1.02885</c:v>
                </c:pt>
                <c:pt idx="5007">
                  <c:v>1.0291600000000001</c:v>
                </c:pt>
                <c:pt idx="5008">
                  <c:v>1.02946</c:v>
                </c:pt>
                <c:pt idx="5009">
                  <c:v>1.0297700000000001</c:v>
                </c:pt>
                <c:pt idx="5010">
                  <c:v>1.03007</c:v>
                </c:pt>
                <c:pt idx="5011">
                  <c:v>1.0303800000000001</c:v>
                </c:pt>
                <c:pt idx="5012">
                  <c:v>1.03068</c:v>
                </c:pt>
                <c:pt idx="5013">
                  <c:v>1.0309900000000001</c:v>
                </c:pt>
                <c:pt idx="5014">
                  <c:v>1.03129</c:v>
                </c:pt>
                <c:pt idx="5015">
                  <c:v>1.0316000000000001</c:v>
                </c:pt>
                <c:pt idx="5016">
                  <c:v>1.0319</c:v>
                </c:pt>
                <c:pt idx="5017">
                  <c:v>1.0322100000000001</c:v>
                </c:pt>
                <c:pt idx="5018">
                  <c:v>1.03251</c:v>
                </c:pt>
                <c:pt idx="5019">
                  <c:v>1.0328200000000001</c:v>
                </c:pt>
                <c:pt idx="5020">
                  <c:v>1.0331300000000001</c:v>
                </c:pt>
                <c:pt idx="5021">
                  <c:v>1.0334300000000001</c:v>
                </c:pt>
                <c:pt idx="5022">
                  <c:v>1.0337400000000001</c:v>
                </c:pt>
                <c:pt idx="5023">
                  <c:v>1.0340400000000001</c:v>
                </c:pt>
                <c:pt idx="5024">
                  <c:v>1.0343500000000001</c:v>
                </c:pt>
                <c:pt idx="5025">
                  <c:v>1.0346500000000001</c:v>
                </c:pt>
                <c:pt idx="5026">
                  <c:v>1.0349600000000001</c:v>
                </c:pt>
                <c:pt idx="5027">
                  <c:v>1.0352600000000001</c:v>
                </c:pt>
                <c:pt idx="5028">
                  <c:v>1.0355700000000001</c:v>
                </c:pt>
                <c:pt idx="5029">
                  <c:v>1.0358700000000001</c:v>
                </c:pt>
                <c:pt idx="5030">
                  <c:v>1.0361800000000001</c:v>
                </c:pt>
                <c:pt idx="5031">
                  <c:v>1.0364800000000001</c:v>
                </c:pt>
                <c:pt idx="5032">
                  <c:v>1.0367900000000001</c:v>
                </c:pt>
                <c:pt idx="5033">
                  <c:v>1.0370999999999999</c:v>
                </c:pt>
                <c:pt idx="5034">
                  <c:v>1.0374000000000001</c:v>
                </c:pt>
                <c:pt idx="5035">
                  <c:v>1.0377099999999999</c:v>
                </c:pt>
                <c:pt idx="5036">
                  <c:v>1.0380100000000001</c:v>
                </c:pt>
                <c:pt idx="5037">
                  <c:v>1.0383199999999999</c:v>
                </c:pt>
                <c:pt idx="5038">
                  <c:v>1.0386200000000001</c:v>
                </c:pt>
                <c:pt idx="5039">
                  <c:v>1.0389299999999999</c:v>
                </c:pt>
                <c:pt idx="5040">
                  <c:v>1.0392300000000001</c:v>
                </c:pt>
                <c:pt idx="5041">
                  <c:v>1.0395399999999999</c:v>
                </c:pt>
                <c:pt idx="5042">
                  <c:v>1.0398400000000001</c:v>
                </c:pt>
                <c:pt idx="5043">
                  <c:v>1.0401499999999999</c:v>
                </c:pt>
                <c:pt idx="5044">
                  <c:v>1.0404599999999999</c:v>
                </c:pt>
                <c:pt idx="5045">
                  <c:v>1.0407599999999999</c:v>
                </c:pt>
                <c:pt idx="5046">
                  <c:v>1.0410699999999999</c:v>
                </c:pt>
                <c:pt idx="5047">
                  <c:v>1.0413699999999999</c:v>
                </c:pt>
                <c:pt idx="5048">
                  <c:v>1.0416799999999999</c:v>
                </c:pt>
                <c:pt idx="5049">
                  <c:v>1.0419799999999999</c:v>
                </c:pt>
                <c:pt idx="5050">
                  <c:v>1.0422899999999999</c:v>
                </c:pt>
                <c:pt idx="5051">
                  <c:v>1.0425899999999999</c:v>
                </c:pt>
                <c:pt idx="5052">
                  <c:v>1.0428999999999999</c:v>
                </c:pt>
                <c:pt idx="5053">
                  <c:v>1.0431999999999999</c:v>
                </c:pt>
                <c:pt idx="5054">
                  <c:v>1.0435099999999999</c:v>
                </c:pt>
                <c:pt idx="5055">
                  <c:v>1.0438099999999999</c:v>
                </c:pt>
                <c:pt idx="5056">
                  <c:v>1.0441199999999999</c:v>
                </c:pt>
                <c:pt idx="5057">
                  <c:v>1.04443</c:v>
                </c:pt>
                <c:pt idx="5058">
                  <c:v>1.0447299999999999</c:v>
                </c:pt>
                <c:pt idx="5059">
                  <c:v>1.04504</c:v>
                </c:pt>
                <c:pt idx="5060">
                  <c:v>1.0453399999999999</c:v>
                </c:pt>
                <c:pt idx="5061">
                  <c:v>1.04565</c:v>
                </c:pt>
                <c:pt idx="5062">
                  <c:v>1.0459499999999999</c:v>
                </c:pt>
                <c:pt idx="5063">
                  <c:v>1.04626</c:v>
                </c:pt>
                <c:pt idx="5064">
                  <c:v>1.0465599999999999</c:v>
                </c:pt>
                <c:pt idx="5065">
                  <c:v>1.04687</c:v>
                </c:pt>
                <c:pt idx="5066">
                  <c:v>1.0471699999999999</c:v>
                </c:pt>
                <c:pt idx="5067">
                  <c:v>1.04748</c:v>
                </c:pt>
                <c:pt idx="5068">
                  <c:v>1.0477799999999999</c:v>
                </c:pt>
                <c:pt idx="5069">
                  <c:v>1.04809</c:v>
                </c:pt>
                <c:pt idx="5070">
                  <c:v>1.0484</c:v>
                </c:pt>
                <c:pt idx="5071">
                  <c:v>1.0487</c:v>
                </c:pt>
                <c:pt idx="5072">
                  <c:v>1.04901</c:v>
                </c:pt>
                <c:pt idx="5073">
                  <c:v>1.04931</c:v>
                </c:pt>
                <c:pt idx="5074">
                  <c:v>1.04962</c:v>
                </c:pt>
                <c:pt idx="5075">
                  <c:v>1.04992</c:v>
                </c:pt>
                <c:pt idx="5076">
                  <c:v>1.05023</c:v>
                </c:pt>
                <c:pt idx="5077">
                  <c:v>1.05053</c:v>
                </c:pt>
                <c:pt idx="5078">
                  <c:v>1.05084</c:v>
                </c:pt>
                <c:pt idx="5079">
                  <c:v>1.05114</c:v>
                </c:pt>
                <c:pt idx="5080">
                  <c:v>1.05145</c:v>
                </c:pt>
                <c:pt idx="5081">
                  <c:v>1.05175</c:v>
                </c:pt>
                <c:pt idx="5082">
                  <c:v>1.05206</c:v>
                </c:pt>
                <c:pt idx="5083">
                  <c:v>1.05237</c:v>
                </c:pt>
                <c:pt idx="5084">
                  <c:v>1.05267</c:v>
                </c:pt>
                <c:pt idx="5085">
                  <c:v>1.05298</c:v>
                </c:pt>
                <c:pt idx="5086">
                  <c:v>1.05328</c:v>
                </c:pt>
                <c:pt idx="5087">
                  <c:v>1.05359</c:v>
                </c:pt>
                <c:pt idx="5088">
                  <c:v>1.05389</c:v>
                </c:pt>
                <c:pt idx="5089">
                  <c:v>1.0542</c:v>
                </c:pt>
                <c:pt idx="5090">
                  <c:v>1.0545</c:v>
                </c:pt>
                <c:pt idx="5091">
                  <c:v>1.05481</c:v>
                </c:pt>
                <c:pt idx="5092">
                  <c:v>1.05511</c:v>
                </c:pt>
                <c:pt idx="5093">
                  <c:v>1.05542</c:v>
                </c:pt>
                <c:pt idx="5094">
                  <c:v>1.05572</c:v>
                </c:pt>
                <c:pt idx="5095">
                  <c:v>1.05603</c:v>
                </c:pt>
                <c:pt idx="5096">
                  <c:v>1.0563400000000001</c:v>
                </c:pt>
                <c:pt idx="5097">
                  <c:v>1.05664</c:v>
                </c:pt>
                <c:pt idx="5098">
                  <c:v>1.0569500000000001</c:v>
                </c:pt>
                <c:pt idx="5099">
                  <c:v>1.05725</c:v>
                </c:pt>
                <c:pt idx="5100">
                  <c:v>1.0575600000000001</c:v>
                </c:pt>
                <c:pt idx="5101">
                  <c:v>1.05786</c:v>
                </c:pt>
                <c:pt idx="5102">
                  <c:v>1.0581700000000001</c:v>
                </c:pt>
                <c:pt idx="5103">
                  <c:v>1.05847</c:v>
                </c:pt>
                <c:pt idx="5104">
                  <c:v>1.0587800000000001</c:v>
                </c:pt>
                <c:pt idx="5105">
                  <c:v>1.05908</c:v>
                </c:pt>
                <c:pt idx="5106">
                  <c:v>1.0593900000000001</c:v>
                </c:pt>
                <c:pt idx="5107">
                  <c:v>1.0597000000000001</c:v>
                </c:pt>
                <c:pt idx="5108">
                  <c:v>1.06</c:v>
                </c:pt>
                <c:pt idx="5109">
                  <c:v>1.0603100000000001</c:v>
                </c:pt>
                <c:pt idx="5110">
                  <c:v>1.0606100000000001</c:v>
                </c:pt>
                <c:pt idx="5111">
                  <c:v>1.0609200000000001</c:v>
                </c:pt>
                <c:pt idx="5112">
                  <c:v>1.0612200000000001</c:v>
                </c:pt>
                <c:pt idx="5113">
                  <c:v>1.0615300000000001</c:v>
                </c:pt>
                <c:pt idx="5114">
                  <c:v>1.0618300000000001</c:v>
                </c:pt>
                <c:pt idx="5115">
                  <c:v>1.0621400000000001</c:v>
                </c:pt>
                <c:pt idx="5116">
                  <c:v>1.0624400000000001</c:v>
                </c:pt>
                <c:pt idx="5117">
                  <c:v>1.0627500000000001</c:v>
                </c:pt>
                <c:pt idx="5118">
                  <c:v>1.0630500000000001</c:v>
                </c:pt>
                <c:pt idx="5119">
                  <c:v>1.0633600000000001</c:v>
                </c:pt>
                <c:pt idx="5120">
                  <c:v>1.0636699999999999</c:v>
                </c:pt>
                <c:pt idx="5121">
                  <c:v>1.0639700000000001</c:v>
                </c:pt>
                <c:pt idx="5122">
                  <c:v>1.0642799999999999</c:v>
                </c:pt>
                <c:pt idx="5123">
                  <c:v>1.0645800000000001</c:v>
                </c:pt>
                <c:pt idx="5124">
                  <c:v>1.0648899999999999</c:v>
                </c:pt>
                <c:pt idx="5125">
                  <c:v>1.0651900000000001</c:v>
                </c:pt>
                <c:pt idx="5126">
                  <c:v>1.0654999999999999</c:v>
                </c:pt>
                <c:pt idx="5127">
                  <c:v>1.0658000000000001</c:v>
                </c:pt>
                <c:pt idx="5128">
                  <c:v>1.0661099999999999</c:v>
                </c:pt>
                <c:pt idx="5129">
                  <c:v>1.0664100000000001</c:v>
                </c:pt>
                <c:pt idx="5130">
                  <c:v>1.0667199999999999</c:v>
                </c:pt>
                <c:pt idx="5131">
                  <c:v>1.0670200000000001</c:v>
                </c:pt>
                <c:pt idx="5132">
                  <c:v>1.0673299999999999</c:v>
                </c:pt>
                <c:pt idx="5133">
                  <c:v>1.0676399999999999</c:v>
                </c:pt>
                <c:pt idx="5134">
                  <c:v>1.0679399999999999</c:v>
                </c:pt>
                <c:pt idx="5135">
                  <c:v>1.0682499999999999</c:v>
                </c:pt>
                <c:pt idx="5136">
                  <c:v>1.0685500000000001</c:v>
                </c:pt>
                <c:pt idx="5137">
                  <c:v>1.0688599999999999</c:v>
                </c:pt>
                <c:pt idx="5138">
                  <c:v>1.0691600000000001</c:v>
                </c:pt>
                <c:pt idx="5139">
                  <c:v>1.0694699999999999</c:v>
                </c:pt>
                <c:pt idx="5140">
                  <c:v>1.0697700000000001</c:v>
                </c:pt>
                <c:pt idx="5141">
                  <c:v>1.0700799999999999</c:v>
                </c:pt>
                <c:pt idx="5142">
                  <c:v>1.0703800000000001</c:v>
                </c:pt>
                <c:pt idx="5143">
                  <c:v>1.0706899999999999</c:v>
                </c:pt>
                <c:pt idx="5144">
                  <c:v>1.0709900000000001</c:v>
                </c:pt>
                <c:pt idx="5145">
                  <c:v>1.0712999999999999</c:v>
                </c:pt>
                <c:pt idx="5146">
                  <c:v>1.07161</c:v>
                </c:pt>
                <c:pt idx="5147">
                  <c:v>1.0719099999999999</c:v>
                </c:pt>
                <c:pt idx="5148">
                  <c:v>1.07222</c:v>
                </c:pt>
                <c:pt idx="5149">
                  <c:v>1.0725199999999999</c:v>
                </c:pt>
                <c:pt idx="5150">
                  <c:v>1.07283</c:v>
                </c:pt>
                <c:pt idx="5151">
                  <c:v>1.0731299999999999</c:v>
                </c:pt>
                <c:pt idx="5152">
                  <c:v>1.0734399999999999</c:v>
                </c:pt>
                <c:pt idx="5153">
                  <c:v>1.0737399999999999</c:v>
                </c:pt>
                <c:pt idx="5154">
                  <c:v>1.0740499999999999</c:v>
                </c:pt>
                <c:pt idx="5155">
                  <c:v>1.0743499999999999</c:v>
                </c:pt>
                <c:pt idx="5156">
                  <c:v>1.0746599999999999</c:v>
                </c:pt>
                <c:pt idx="5157">
                  <c:v>1.07497</c:v>
                </c:pt>
                <c:pt idx="5158">
                  <c:v>1.0752699999999999</c:v>
                </c:pt>
                <c:pt idx="5159">
                  <c:v>1.07558</c:v>
                </c:pt>
                <c:pt idx="5160">
                  <c:v>1.0758799999999999</c:v>
                </c:pt>
                <c:pt idx="5161">
                  <c:v>1.07619</c:v>
                </c:pt>
                <c:pt idx="5162">
                  <c:v>1.0764899999999999</c:v>
                </c:pt>
                <c:pt idx="5163">
                  <c:v>1.0768</c:v>
                </c:pt>
                <c:pt idx="5164">
                  <c:v>1.0770999999999999</c:v>
                </c:pt>
                <c:pt idx="5165">
                  <c:v>1.07741</c:v>
                </c:pt>
                <c:pt idx="5166">
                  <c:v>1.0777099999999999</c:v>
                </c:pt>
                <c:pt idx="5167">
                  <c:v>1.07802</c:v>
                </c:pt>
                <c:pt idx="5168">
                  <c:v>1.0783199999999999</c:v>
                </c:pt>
                <c:pt idx="5169">
                  <c:v>1.07863</c:v>
                </c:pt>
                <c:pt idx="5170">
                  <c:v>1.07894</c:v>
                </c:pt>
                <c:pt idx="5171">
                  <c:v>1.07924</c:v>
                </c:pt>
                <c:pt idx="5172">
                  <c:v>1.07955</c:v>
                </c:pt>
                <c:pt idx="5173">
                  <c:v>1.07985</c:v>
                </c:pt>
                <c:pt idx="5174">
                  <c:v>1.08016</c:v>
                </c:pt>
                <c:pt idx="5175">
                  <c:v>1.08046</c:v>
                </c:pt>
                <c:pt idx="5176">
                  <c:v>1.08077</c:v>
                </c:pt>
                <c:pt idx="5177">
                  <c:v>1.08107</c:v>
                </c:pt>
                <c:pt idx="5178">
                  <c:v>1.08138</c:v>
                </c:pt>
                <c:pt idx="5179">
                  <c:v>1.08168</c:v>
                </c:pt>
                <c:pt idx="5180">
                  <c:v>1.08199</c:v>
                </c:pt>
                <c:pt idx="5181">
                  <c:v>1.08229</c:v>
                </c:pt>
                <c:pt idx="5182">
                  <c:v>1.0826</c:v>
                </c:pt>
                <c:pt idx="5183">
                  <c:v>1.08291</c:v>
                </c:pt>
                <c:pt idx="5184">
                  <c:v>1.08321</c:v>
                </c:pt>
                <c:pt idx="5185">
                  <c:v>1.08352</c:v>
                </c:pt>
                <c:pt idx="5186">
                  <c:v>1.08382</c:v>
                </c:pt>
                <c:pt idx="5187">
                  <c:v>1.08413</c:v>
                </c:pt>
                <c:pt idx="5188">
                  <c:v>1.08443</c:v>
                </c:pt>
                <c:pt idx="5189">
                  <c:v>1.08474</c:v>
                </c:pt>
                <c:pt idx="5190">
                  <c:v>1.08504</c:v>
                </c:pt>
                <c:pt idx="5191">
                  <c:v>1.08535</c:v>
                </c:pt>
                <c:pt idx="5192">
                  <c:v>1.08565</c:v>
                </c:pt>
                <c:pt idx="5193">
                  <c:v>1.08596</c:v>
                </c:pt>
                <c:pt idx="5194">
                  <c:v>1.08626</c:v>
                </c:pt>
                <c:pt idx="5195">
                  <c:v>1.08657</c:v>
                </c:pt>
                <c:pt idx="5196">
                  <c:v>1.0868800000000001</c:v>
                </c:pt>
                <c:pt idx="5197">
                  <c:v>1.08718</c:v>
                </c:pt>
                <c:pt idx="5198">
                  <c:v>1.0874900000000001</c:v>
                </c:pt>
                <c:pt idx="5199">
                  <c:v>1.08779</c:v>
                </c:pt>
                <c:pt idx="5200">
                  <c:v>1.0881000000000001</c:v>
                </c:pt>
                <c:pt idx="5201">
                  <c:v>1.0884</c:v>
                </c:pt>
                <c:pt idx="5202">
                  <c:v>1.0887100000000001</c:v>
                </c:pt>
                <c:pt idx="5203">
                  <c:v>1.08901</c:v>
                </c:pt>
                <c:pt idx="5204">
                  <c:v>1.0893200000000001</c:v>
                </c:pt>
                <c:pt idx="5205">
                  <c:v>1.08962</c:v>
                </c:pt>
                <c:pt idx="5206">
                  <c:v>1.0899300000000001</c:v>
                </c:pt>
                <c:pt idx="5207">
                  <c:v>1.09023</c:v>
                </c:pt>
                <c:pt idx="5208">
                  <c:v>1.0905400000000001</c:v>
                </c:pt>
                <c:pt idx="5209">
                  <c:v>1.0908500000000001</c:v>
                </c:pt>
                <c:pt idx="5210">
                  <c:v>1.0911500000000001</c:v>
                </c:pt>
                <c:pt idx="5211">
                  <c:v>1.0914600000000001</c:v>
                </c:pt>
                <c:pt idx="5212">
                  <c:v>1.0917600000000001</c:v>
                </c:pt>
                <c:pt idx="5213">
                  <c:v>1.0920700000000001</c:v>
                </c:pt>
                <c:pt idx="5214">
                  <c:v>1.0923700000000001</c:v>
                </c:pt>
                <c:pt idx="5215">
                  <c:v>1.0926800000000001</c:v>
                </c:pt>
                <c:pt idx="5216">
                  <c:v>1.0929800000000001</c:v>
                </c:pt>
                <c:pt idx="5217">
                  <c:v>1.0932900000000001</c:v>
                </c:pt>
                <c:pt idx="5218">
                  <c:v>1.0935900000000001</c:v>
                </c:pt>
                <c:pt idx="5219">
                  <c:v>1.0939000000000001</c:v>
                </c:pt>
                <c:pt idx="5220">
                  <c:v>1.0942099999999999</c:v>
                </c:pt>
                <c:pt idx="5221">
                  <c:v>1.0945100000000001</c:v>
                </c:pt>
                <c:pt idx="5222">
                  <c:v>1.0948199999999999</c:v>
                </c:pt>
                <c:pt idx="5223">
                  <c:v>1.0951200000000001</c:v>
                </c:pt>
                <c:pt idx="5224">
                  <c:v>1.0954299999999999</c:v>
                </c:pt>
                <c:pt idx="5225">
                  <c:v>1.0957300000000001</c:v>
                </c:pt>
                <c:pt idx="5226">
                  <c:v>1.0960399999999999</c:v>
                </c:pt>
                <c:pt idx="5227">
                  <c:v>1.0963400000000001</c:v>
                </c:pt>
                <c:pt idx="5228">
                  <c:v>1.0966499999999999</c:v>
                </c:pt>
                <c:pt idx="5229">
                  <c:v>1.0969500000000001</c:v>
                </c:pt>
                <c:pt idx="5230">
                  <c:v>1.0972599999999999</c:v>
                </c:pt>
                <c:pt idx="5231">
                  <c:v>1.0975600000000001</c:v>
                </c:pt>
                <c:pt idx="5232">
                  <c:v>1.0978699999999999</c:v>
                </c:pt>
                <c:pt idx="5233">
                  <c:v>1.0981799999999999</c:v>
                </c:pt>
                <c:pt idx="5234">
                  <c:v>1.0984799999999999</c:v>
                </c:pt>
                <c:pt idx="5235">
                  <c:v>1.0987899999999999</c:v>
                </c:pt>
                <c:pt idx="5236">
                  <c:v>1.0990899999999999</c:v>
                </c:pt>
                <c:pt idx="5237">
                  <c:v>1.0993999999999999</c:v>
                </c:pt>
                <c:pt idx="5238">
                  <c:v>1.0996999999999999</c:v>
                </c:pt>
                <c:pt idx="5239">
                  <c:v>1.1000099999999999</c:v>
                </c:pt>
                <c:pt idx="5240">
                  <c:v>1.1003099999999999</c:v>
                </c:pt>
                <c:pt idx="5241">
                  <c:v>1.1006199999999999</c:v>
                </c:pt>
                <c:pt idx="5242">
                  <c:v>1.1009199999999999</c:v>
                </c:pt>
                <c:pt idx="5243">
                  <c:v>1.1012299999999999</c:v>
                </c:pt>
                <c:pt idx="5244">
                  <c:v>1.1015299999999999</c:v>
                </c:pt>
                <c:pt idx="5245">
                  <c:v>1.1018399999999999</c:v>
                </c:pt>
                <c:pt idx="5246">
                  <c:v>1.10215</c:v>
                </c:pt>
                <c:pt idx="5247">
                  <c:v>1.1024499999999999</c:v>
                </c:pt>
                <c:pt idx="5248">
                  <c:v>1.10276</c:v>
                </c:pt>
                <c:pt idx="5249">
                  <c:v>1.1030599999999999</c:v>
                </c:pt>
                <c:pt idx="5250">
                  <c:v>1.10337</c:v>
                </c:pt>
                <c:pt idx="5251">
                  <c:v>1.1036699999999999</c:v>
                </c:pt>
                <c:pt idx="5252">
                  <c:v>1.10398</c:v>
                </c:pt>
                <c:pt idx="5253">
                  <c:v>1.1042799999999999</c:v>
                </c:pt>
                <c:pt idx="5254">
                  <c:v>1.10459</c:v>
                </c:pt>
                <c:pt idx="5255">
                  <c:v>1.1048899999999999</c:v>
                </c:pt>
                <c:pt idx="5256">
                  <c:v>1.1052</c:v>
                </c:pt>
                <c:pt idx="5257">
                  <c:v>1.1054999999999999</c:v>
                </c:pt>
                <c:pt idx="5258">
                  <c:v>1.10581</c:v>
                </c:pt>
                <c:pt idx="5259">
                  <c:v>1.10612</c:v>
                </c:pt>
                <c:pt idx="5260">
                  <c:v>1.10642</c:v>
                </c:pt>
                <c:pt idx="5261">
                  <c:v>1.10673</c:v>
                </c:pt>
                <c:pt idx="5262">
                  <c:v>1.10703</c:v>
                </c:pt>
                <c:pt idx="5263">
                  <c:v>1.10734</c:v>
                </c:pt>
                <c:pt idx="5264">
                  <c:v>1.10764</c:v>
                </c:pt>
                <c:pt idx="5265">
                  <c:v>1.10795</c:v>
                </c:pt>
                <c:pt idx="5266">
                  <c:v>1.10825</c:v>
                </c:pt>
                <c:pt idx="5267">
                  <c:v>1.10856</c:v>
                </c:pt>
                <c:pt idx="5268">
                  <c:v>1.10886</c:v>
                </c:pt>
                <c:pt idx="5269">
                  <c:v>1.10917</c:v>
                </c:pt>
                <c:pt idx="5270">
                  <c:v>1.10947</c:v>
                </c:pt>
                <c:pt idx="5271">
                  <c:v>1.10978</c:v>
                </c:pt>
                <c:pt idx="5272">
                  <c:v>1.11009</c:v>
                </c:pt>
                <c:pt idx="5273">
                  <c:v>1.11039</c:v>
                </c:pt>
                <c:pt idx="5274">
                  <c:v>1.1107</c:v>
                </c:pt>
                <c:pt idx="5275">
                  <c:v>1.111</c:v>
                </c:pt>
                <c:pt idx="5276">
                  <c:v>1.11131</c:v>
                </c:pt>
                <c:pt idx="5277">
                  <c:v>1.11161</c:v>
                </c:pt>
                <c:pt idx="5278">
                  <c:v>1.11192</c:v>
                </c:pt>
                <c:pt idx="5279">
                  <c:v>1.11222</c:v>
                </c:pt>
                <c:pt idx="5280">
                  <c:v>1.11253</c:v>
                </c:pt>
                <c:pt idx="5281">
                  <c:v>1.11283</c:v>
                </c:pt>
                <c:pt idx="5282">
                  <c:v>1.11314</c:v>
                </c:pt>
                <c:pt idx="5283">
                  <c:v>1.1134500000000001</c:v>
                </c:pt>
                <c:pt idx="5284">
                  <c:v>1.11375</c:v>
                </c:pt>
                <c:pt idx="5285">
                  <c:v>1.1140600000000001</c:v>
                </c:pt>
                <c:pt idx="5286">
                  <c:v>1.11436</c:v>
                </c:pt>
                <c:pt idx="5287">
                  <c:v>1.11467</c:v>
                </c:pt>
                <c:pt idx="5288">
                  <c:v>1.11497</c:v>
                </c:pt>
                <c:pt idx="5289">
                  <c:v>1.11528</c:v>
                </c:pt>
                <c:pt idx="5290">
                  <c:v>1.11558</c:v>
                </c:pt>
                <c:pt idx="5291">
                  <c:v>1.11589</c:v>
                </c:pt>
                <c:pt idx="5292">
                  <c:v>1.11619</c:v>
                </c:pt>
                <c:pt idx="5293">
                  <c:v>1.1165</c:v>
                </c:pt>
                <c:pt idx="5294">
                  <c:v>1.1168</c:v>
                </c:pt>
                <c:pt idx="5295">
                  <c:v>1.11711</c:v>
                </c:pt>
                <c:pt idx="5296">
                  <c:v>1.1174200000000001</c:v>
                </c:pt>
                <c:pt idx="5297">
                  <c:v>1.11772</c:v>
                </c:pt>
                <c:pt idx="5298">
                  <c:v>1.1180300000000001</c:v>
                </c:pt>
                <c:pt idx="5299">
                  <c:v>1.11833</c:v>
                </c:pt>
                <c:pt idx="5300">
                  <c:v>1.1186400000000001</c:v>
                </c:pt>
                <c:pt idx="5301">
                  <c:v>1.11894</c:v>
                </c:pt>
                <c:pt idx="5302">
                  <c:v>1.1192500000000001</c:v>
                </c:pt>
                <c:pt idx="5303">
                  <c:v>1.11955</c:v>
                </c:pt>
                <c:pt idx="5304">
                  <c:v>1.1198600000000001</c:v>
                </c:pt>
                <c:pt idx="5305">
                  <c:v>1.12016</c:v>
                </c:pt>
                <c:pt idx="5306">
                  <c:v>1.1204700000000001</c:v>
                </c:pt>
                <c:pt idx="5307">
                  <c:v>1.12077</c:v>
                </c:pt>
                <c:pt idx="5308">
                  <c:v>1.1210800000000001</c:v>
                </c:pt>
                <c:pt idx="5309">
                  <c:v>1.1213900000000001</c:v>
                </c:pt>
                <c:pt idx="5310">
                  <c:v>1.1216900000000001</c:v>
                </c:pt>
                <c:pt idx="5311">
                  <c:v>1.1220000000000001</c:v>
                </c:pt>
                <c:pt idx="5312">
                  <c:v>1.1223000000000001</c:v>
                </c:pt>
                <c:pt idx="5313">
                  <c:v>1.1226100000000001</c:v>
                </c:pt>
                <c:pt idx="5314">
                  <c:v>1.1229100000000001</c:v>
                </c:pt>
                <c:pt idx="5315">
                  <c:v>1.1232200000000001</c:v>
                </c:pt>
                <c:pt idx="5316">
                  <c:v>1.1235200000000001</c:v>
                </c:pt>
                <c:pt idx="5317">
                  <c:v>1.1238300000000001</c:v>
                </c:pt>
                <c:pt idx="5318">
                  <c:v>1.1241300000000001</c:v>
                </c:pt>
                <c:pt idx="5319">
                  <c:v>1.1244400000000001</c:v>
                </c:pt>
                <c:pt idx="5320">
                  <c:v>1.1247400000000001</c:v>
                </c:pt>
                <c:pt idx="5321">
                  <c:v>1.1250500000000001</c:v>
                </c:pt>
                <c:pt idx="5322">
                  <c:v>1.1253599999999999</c:v>
                </c:pt>
                <c:pt idx="5323">
                  <c:v>1.1256600000000001</c:v>
                </c:pt>
                <c:pt idx="5324">
                  <c:v>1.1259699999999999</c:v>
                </c:pt>
                <c:pt idx="5325">
                  <c:v>1.1262700000000001</c:v>
                </c:pt>
                <c:pt idx="5326">
                  <c:v>1.1265799999999999</c:v>
                </c:pt>
                <c:pt idx="5327">
                  <c:v>1.1268800000000001</c:v>
                </c:pt>
                <c:pt idx="5328">
                  <c:v>1.1271899999999999</c:v>
                </c:pt>
                <c:pt idx="5329">
                  <c:v>1.1274900000000001</c:v>
                </c:pt>
                <c:pt idx="5330">
                  <c:v>1.1277999999999999</c:v>
                </c:pt>
                <c:pt idx="5331">
                  <c:v>1.1281000000000001</c:v>
                </c:pt>
                <c:pt idx="5332">
                  <c:v>1.1284099999999999</c:v>
                </c:pt>
                <c:pt idx="5333">
                  <c:v>1.1287199999999999</c:v>
                </c:pt>
                <c:pt idx="5334">
                  <c:v>1.1290199999999999</c:v>
                </c:pt>
                <c:pt idx="5335">
                  <c:v>1.1293299999999999</c:v>
                </c:pt>
                <c:pt idx="5336">
                  <c:v>1.1296299999999999</c:v>
                </c:pt>
                <c:pt idx="5337">
                  <c:v>1.1299399999999999</c:v>
                </c:pt>
                <c:pt idx="5338">
                  <c:v>1.1302399999999999</c:v>
                </c:pt>
                <c:pt idx="5339">
                  <c:v>1.1305499999999999</c:v>
                </c:pt>
                <c:pt idx="5340">
                  <c:v>1.1308499999999999</c:v>
                </c:pt>
                <c:pt idx="5341">
                  <c:v>1.1311599999999999</c:v>
                </c:pt>
                <c:pt idx="5342">
                  <c:v>1.1314599999999999</c:v>
                </c:pt>
                <c:pt idx="5343">
                  <c:v>1.1317699999999999</c:v>
                </c:pt>
                <c:pt idx="5344">
                  <c:v>1.1320699999999999</c:v>
                </c:pt>
                <c:pt idx="5345">
                  <c:v>1.1323799999999999</c:v>
                </c:pt>
                <c:pt idx="5346">
                  <c:v>1.13269</c:v>
                </c:pt>
                <c:pt idx="5347">
                  <c:v>1.1329899999999999</c:v>
                </c:pt>
                <c:pt idx="5348">
                  <c:v>1.1333</c:v>
                </c:pt>
                <c:pt idx="5349">
                  <c:v>1.1335999999999999</c:v>
                </c:pt>
                <c:pt idx="5350">
                  <c:v>1.13391</c:v>
                </c:pt>
                <c:pt idx="5351">
                  <c:v>1.1342099999999999</c:v>
                </c:pt>
                <c:pt idx="5352">
                  <c:v>1.13452</c:v>
                </c:pt>
                <c:pt idx="5353">
                  <c:v>1.1348199999999999</c:v>
                </c:pt>
                <c:pt idx="5354">
                  <c:v>1.13513</c:v>
                </c:pt>
                <c:pt idx="5355">
                  <c:v>1.1354299999999999</c:v>
                </c:pt>
                <c:pt idx="5356">
                  <c:v>1.13574</c:v>
                </c:pt>
                <c:pt idx="5357">
                  <c:v>1.1360399999999999</c:v>
                </c:pt>
                <c:pt idx="5358">
                  <c:v>1.13635</c:v>
                </c:pt>
                <c:pt idx="5359">
                  <c:v>1.13666</c:v>
                </c:pt>
                <c:pt idx="5360">
                  <c:v>1.13696</c:v>
                </c:pt>
                <c:pt idx="5361">
                  <c:v>1.13727</c:v>
                </c:pt>
                <c:pt idx="5362">
                  <c:v>1.13757</c:v>
                </c:pt>
                <c:pt idx="5363">
                  <c:v>1.13788</c:v>
                </c:pt>
                <c:pt idx="5364">
                  <c:v>1.13818</c:v>
                </c:pt>
                <c:pt idx="5365">
                  <c:v>1.13849</c:v>
                </c:pt>
                <c:pt idx="5366">
                  <c:v>1.13879</c:v>
                </c:pt>
                <c:pt idx="5367">
                  <c:v>1.1391</c:v>
                </c:pt>
                <c:pt idx="5368">
                  <c:v>1.1394</c:v>
                </c:pt>
                <c:pt idx="5369">
                  <c:v>1.13971</c:v>
                </c:pt>
                <c:pt idx="5370">
                  <c:v>1.14001</c:v>
                </c:pt>
                <c:pt idx="5371">
                  <c:v>1.14032</c:v>
                </c:pt>
                <c:pt idx="5372">
                  <c:v>1.14063</c:v>
                </c:pt>
                <c:pt idx="5373">
                  <c:v>1.14093</c:v>
                </c:pt>
                <c:pt idx="5374">
                  <c:v>1.14124</c:v>
                </c:pt>
                <c:pt idx="5375">
                  <c:v>1.14154</c:v>
                </c:pt>
                <c:pt idx="5376">
                  <c:v>1.14185</c:v>
                </c:pt>
                <c:pt idx="5377">
                  <c:v>1.14215</c:v>
                </c:pt>
                <c:pt idx="5378">
                  <c:v>1.14246</c:v>
                </c:pt>
                <c:pt idx="5379">
                  <c:v>1.14276</c:v>
                </c:pt>
                <c:pt idx="5380">
                  <c:v>1.14307</c:v>
                </c:pt>
                <c:pt idx="5381">
                  <c:v>1.14337</c:v>
                </c:pt>
                <c:pt idx="5382">
                  <c:v>1.14368</c:v>
                </c:pt>
                <c:pt idx="5383">
                  <c:v>1.14398</c:v>
                </c:pt>
                <c:pt idx="5384">
                  <c:v>1.14429</c:v>
                </c:pt>
                <c:pt idx="5385">
                  <c:v>1.1446000000000001</c:v>
                </c:pt>
                <c:pt idx="5386">
                  <c:v>1.1449</c:v>
                </c:pt>
                <c:pt idx="5387">
                  <c:v>1.1452100000000001</c:v>
                </c:pt>
                <c:pt idx="5388">
                  <c:v>1.14551</c:v>
                </c:pt>
                <c:pt idx="5389">
                  <c:v>1.1458200000000001</c:v>
                </c:pt>
                <c:pt idx="5390">
                  <c:v>1.14612</c:v>
                </c:pt>
                <c:pt idx="5391">
                  <c:v>1.1464300000000001</c:v>
                </c:pt>
                <c:pt idx="5392">
                  <c:v>1.14673</c:v>
                </c:pt>
                <c:pt idx="5393">
                  <c:v>1.1470400000000001</c:v>
                </c:pt>
                <c:pt idx="5394">
                  <c:v>1.14734</c:v>
                </c:pt>
                <c:pt idx="5395">
                  <c:v>1.1476500000000001</c:v>
                </c:pt>
                <c:pt idx="5396">
                  <c:v>1.1479600000000001</c:v>
                </c:pt>
                <c:pt idx="5397">
                  <c:v>1.1482600000000001</c:v>
                </c:pt>
                <c:pt idx="5398">
                  <c:v>1.1485700000000001</c:v>
                </c:pt>
                <c:pt idx="5399">
                  <c:v>1.1488700000000001</c:v>
                </c:pt>
                <c:pt idx="5400">
                  <c:v>1.1491800000000001</c:v>
                </c:pt>
                <c:pt idx="5401">
                  <c:v>1.1494800000000001</c:v>
                </c:pt>
                <c:pt idx="5402">
                  <c:v>1.1497900000000001</c:v>
                </c:pt>
                <c:pt idx="5403">
                  <c:v>1.1500900000000001</c:v>
                </c:pt>
                <c:pt idx="5404">
                  <c:v>1.1504000000000001</c:v>
                </c:pt>
                <c:pt idx="5405">
                  <c:v>1.1507000000000001</c:v>
                </c:pt>
                <c:pt idx="5406">
                  <c:v>1.1510100000000001</c:v>
                </c:pt>
                <c:pt idx="5407">
                  <c:v>1.1513100000000001</c:v>
                </c:pt>
                <c:pt idx="5408">
                  <c:v>1.1516200000000001</c:v>
                </c:pt>
                <c:pt idx="5409">
                  <c:v>1.1519299999999999</c:v>
                </c:pt>
                <c:pt idx="5410">
                  <c:v>1.1522300000000001</c:v>
                </c:pt>
                <c:pt idx="5411">
                  <c:v>1.1525399999999999</c:v>
                </c:pt>
                <c:pt idx="5412">
                  <c:v>1.1528400000000001</c:v>
                </c:pt>
                <c:pt idx="5413">
                  <c:v>1.1531499999999999</c:v>
                </c:pt>
                <c:pt idx="5414">
                  <c:v>1.1534500000000001</c:v>
                </c:pt>
                <c:pt idx="5415">
                  <c:v>1.1537599999999999</c:v>
                </c:pt>
                <c:pt idx="5416">
                  <c:v>1.1540600000000001</c:v>
                </c:pt>
                <c:pt idx="5417">
                  <c:v>1.1543699999999999</c:v>
                </c:pt>
                <c:pt idx="5418">
                  <c:v>1.1546700000000001</c:v>
                </c:pt>
                <c:pt idx="5419">
                  <c:v>1.1549799999999999</c:v>
                </c:pt>
                <c:pt idx="5420">
                  <c:v>1.1552800000000001</c:v>
                </c:pt>
                <c:pt idx="5421">
                  <c:v>1.1555899999999999</c:v>
                </c:pt>
                <c:pt idx="5422">
                  <c:v>1.1558999999999999</c:v>
                </c:pt>
                <c:pt idx="5423">
                  <c:v>1.1561999999999999</c:v>
                </c:pt>
                <c:pt idx="5424">
                  <c:v>1.1565099999999999</c:v>
                </c:pt>
                <c:pt idx="5425">
                  <c:v>1.1568099999999999</c:v>
                </c:pt>
                <c:pt idx="5426">
                  <c:v>1.1571199999999999</c:v>
                </c:pt>
                <c:pt idx="5427">
                  <c:v>1.1574199999999999</c:v>
                </c:pt>
                <c:pt idx="5428">
                  <c:v>1.1577299999999999</c:v>
                </c:pt>
                <c:pt idx="5429">
                  <c:v>1.1580299999999999</c:v>
                </c:pt>
                <c:pt idx="5430">
                  <c:v>1.1583399999999999</c:v>
                </c:pt>
                <c:pt idx="5431">
                  <c:v>1.1586399999999999</c:v>
                </c:pt>
                <c:pt idx="5432">
                  <c:v>1.1589499999999999</c:v>
                </c:pt>
                <c:pt idx="5433">
                  <c:v>1.1592499999999999</c:v>
                </c:pt>
                <c:pt idx="5434">
                  <c:v>1.1595599999999999</c:v>
                </c:pt>
                <c:pt idx="5435">
                  <c:v>1.15987</c:v>
                </c:pt>
                <c:pt idx="5436">
                  <c:v>1.1601699999999999</c:v>
                </c:pt>
                <c:pt idx="5437">
                  <c:v>1.16048</c:v>
                </c:pt>
                <c:pt idx="5438">
                  <c:v>1.1607799999999999</c:v>
                </c:pt>
                <c:pt idx="5439">
                  <c:v>1.16109</c:v>
                </c:pt>
                <c:pt idx="5440">
                  <c:v>1.1613899999999999</c:v>
                </c:pt>
                <c:pt idx="5441">
                  <c:v>1.1617</c:v>
                </c:pt>
                <c:pt idx="5442">
                  <c:v>1.1619999999999999</c:v>
                </c:pt>
                <c:pt idx="5443">
                  <c:v>1.16231</c:v>
                </c:pt>
                <c:pt idx="5444">
                  <c:v>1.1626099999999999</c:v>
                </c:pt>
                <c:pt idx="5445">
                  <c:v>1.16292</c:v>
                </c:pt>
                <c:pt idx="5446">
                  <c:v>1.1632199999999999</c:v>
                </c:pt>
                <c:pt idx="5447">
                  <c:v>1.16353</c:v>
                </c:pt>
                <c:pt idx="5448">
                  <c:v>1.16384</c:v>
                </c:pt>
                <c:pt idx="5449">
                  <c:v>1.16414</c:v>
                </c:pt>
                <c:pt idx="5450">
                  <c:v>1.16445</c:v>
                </c:pt>
                <c:pt idx="5451">
                  <c:v>1.16475</c:v>
                </c:pt>
                <c:pt idx="5452">
                  <c:v>1.16506</c:v>
                </c:pt>
                <c:pt idx="5453">
                  <c:v>1.16536</c:v>
                </c:pt>
                <c:pt idx="5454">
                  <c:v>1.16567</c:v>
                </c:pt>
                <c:pt idx="5455">
                  <c:v>1.16597</c:v>
                </c:pt>
                <c:pt idx="5456">
                  <c:v>1.16628</c:v>
                </c:pt>
                <c:pt idx="5457">
                  <c:v>1.16658</c:v>
                </c:pt>
                <c:pt idx="5458">
                  <c:v>1.16689</c:v>
                </c:pt>
                <c:pt idx="5459">
                  <c:v>1.1672</c:v>
                </c:pt>
                <c:pt idx="5460">
                  <c:v>1.1675</c:v>
                </c:pt>
                <c:pt idx="5461">
                  <c:v>1.16781</c:v>
                </c:pt>
                <c:pt idx="5462">
                  <c:v>1.16811</c:v>
                </c:pt>
                <c:pt idx="5463">
                  <c:v>1.16842</c:v>
                </c:pt>
                <c:pt idx="5464">
                  <c:v>1.16872</c:v>
                </c:pt>
                <c:pt idx="5465">
                  <c:v>1.16903</c:v>
                </c:pt>
                <c:pt idx="5466">
                  <c:v>1.16933</c:v>
                </c:pt>
                <c:pt idx="5467">
                  <c:v>1.16964</c:v>
                </c:pt>
                <c:pt idx="5468">
                  <c:v>1.16994</c:v>
                </c:pt>
                <c:pt idx="5469">
                  <c:v>1.17025</c:v>
                </c:pt>
                <c:pt idx="5470">
                  <c:v>1.17055</c:v>
                </c:pt>
                <c:pt idx="5471">
                  <c:v>1.17086</c:v>
                </c:pt>
                <c:pt idx="5472">
                  <c:v>1.17117</c:v>
                </c:pt>
                <c:pt idx="5473">
                  <c:v>1.17147</c:v>
                </c:pt>
                <c:pt idx="5474">
                  <c:v>1.17178</c:v>
                </c:pt>
                <c:pt idx="5475">
                  <c:v>1.17208</c:v>
                </c:pt>
                <c:pt idx="5476">
                  <c:v>1.17239</c:v>
                </c:pt>
                <c:pt idx="5477">
                  <c:v>1.17269</c:v>
                </c:pt>
                <c:pt idx="5478">
                  <c:v>1.173</c:v>
                </c:pt>
                <c:pt idx="5479">
                  <c:v>1.1733</c:v>
                </c:pt>
                <c:pt idx="5480">
                  <c:v>1.17361</c:v>
                </c:pt>
                <c:pt idx="5481">
                  <c:v>1.17391</c:v>
                </c:pt>
                <c:pt idx="5482">
                  <c:v>1.17422</c:v>
                </c:pt>
                <c:pt idx="5483">
                  <c:v>1.17452</c:v>
                </c:pt>
                <c:pt idx="5484">
                  <c:v>1.17483</c:v>
                </c:pt>
                <c:pt idx="5485">
                  <c:v>1.1751400000000001</c:v>
                </c:pt>
                <c:pt idx="5486">
                  <c:v>1.17544</c:v>
                </c:pt>
                <c:pt idx="5487">
                  <c:v>1.1757500000000001</c:v>
                </c:pt>
                <c:pt idx="5488">
                  <c:v>1.17605</c:v>
                </c:pt>
                <c:pt idx="5489">
                  <c:v>1.1763600000000001</c:v>
                </c:pt>
                <c:pt idx="5490">
                  <c:v>1.17666</c:v>
                </c:pt>
                <c:pt idx="5491">
                  <c:v>1.1769700000000001</c:v>
                </c:pt>
                <c:pt idx="5492">
                  <c:v>1.17727</c:v>
                </c:pt>
                <c:pt idx="5493">
                  <c:v>1.1775800000000001</c:v>
                </c:pt>
                <c:pt idx="5494">
                  <c:v>1.17788</c:v>
                </c:pt>
                <c:pt idx="5495">
                  <c:v>1.1781900000000001</c:v>
                </c:pt>
                <c:pt idx="5496">
                  <c:v>1.17849</c:v>
                </c:pt>
                <c:pt idx="5497">
                  <c:v>1.1788000000000001</c:v>
                </c:pt>
                <c:pt idx="5498">
                  <c:v>1.1791100000000001</c:v>
                </c:pt>
                <c:pt idx="5499">
                  <c:v>1.1794100000000001</c:v>
                </c:pt>
                <c:pt idx="5500">
                  <c:v>1.1797200000000001</c:v>
                </c:pt>
                <c:pt idx="5501">
                  <c:v>1.1800200000000001</c:v>
                </c:pt>
                <c:pt idx="5502">
                  <c:v>1.1803300000000001</c:v>
                </c:pt>
                <c:pt idx="5503">
                  <c:v>1.1806300000000001</c:v>
                </c:pt>
                <c:pt idx="5504">
                  <c:v>1.1809400000000001</c:v>
                </c:pt>
                <c:pt idx="5505">
                  <c:v>1.1812400000000001</c:v>
                </c:pt>
                <c:pt idx="5506">
                  <c:v>1.1815500000000001</c:v>
                </c:pt>
                <c:pt idx="5507">
                  <c:v>1.1818500000000001</c:v>
                </c:pt>
                <c:pt idx="5508">
                  <c:v>1.1821600000000001</c:v>
                </c:pt>
                <c:pt idx="5509">
                  <c:v>1.1824600000000001</c:v>
                </c:pt>
                <c:pt idx="5510">
                  <c:v>1.1827700000000001</c:v>
                </c:pt>
                <c:pt idx="5511">
                  <c:v>1.1830799999999999</c:v>
                </c:pt>
                <c:pt idx="5512">
                  <c:v>1.1833800000000001</c:v>
                </c:pt>
                <c:pt idx="5513">
                  <c:v>1.1836899999999999</c:v>
                </c:pt>
                <c:pt idx="5514">
                  <c:v>1.1839900000000001</c:v>
                </c:pt>
                <c:pt idx="5515">
                  <c:v>1.1842999999999999</c:v>
                </c:pt>
                <c:pt idx="5516">
                  <c:v>1.1846000000000001</c:v>
                </c:pt>
                <c:pt idx="5517">
                  <c:v>1.1849099999999999</c:v>
                </c:pt>
                <c:pt idx="5518">
                  <c:v>1.1852100000000001</c:v>
                </c:pt>
                <c:pt idx="5519">
                  <c:v>1.1855199999999999</c:v>
                </c:pt>
                <c:pt idx="5520">
                  <c:v>1.1858200000000001</c:v>
                </c:pt>
                <c:pt idx="5521">
                  <c:v>1.1861299999999999</c:v>
                </c:pt>
                <c:pt idx="5522">
                  <c:v>1.1864399999999999</c:v>
                </c:pt>
                <c:pt idx="5523">
                  <c:v>1.1867399999999999</c:v>
                </c:pt>
                <c:pt idx="5524">
                  <c:v>1.1870499999999999</c:v>
                </c:pt>
                <c:pt idx="5525">
                  <c:v>1.1873499999999999</c:v>
                </c:pt>
                <c:pt idx="5526">
                  <c:v>1.1876599999999999</c:v>
                </c:pt>
                <c:pt idx="5527">
                  <c:v>1.1879599999999999</c:v>
                </c:pt>
                <c:pt idx="5528">
                  <c:v>1.1882699999999999</c:v>
                </c:pt>
                <c:pt idx="5529">
                  <c:v>1.1885699999999999</c:v>
                </c:pt>
                <c:pt idx="5530">
                  <c:v>1.1888799999999999</c:v>
                </c:pt>
                <c:pt idx="5531">
                  <c:v>1.1891799999999999</c:v>
                </c:pt>
                <c:pt idx="5532">
                  <c:v>1.1894899999999999</c:v>
                </c:pt>
                <c:pt idx="5533">
                  <c:v>1.1897899999999999</c:v>
                </c:pt>
                <c:pt idx="5534">
                  <c:v>1.1900999999999999</c:v>
                </c:pt>
                <c:pt idx="5535">
                  <c:v>1.19041</c:v>
                </c:pt>
                <c:pt idx="5536">
                  <c:v>1.1907099999999999</c:v>
                </c:pt>
                <c:pt idx="5537">
                  <c:v>1.19102</c:v>
                </c:pt>
                <c:pt idx="5538">
                  <c:v>1.1913199999999999</c:v>
                </c:pt>
                <c:pt idx="5539">
                  <c:v>1.19163</c:v>
                </c:pt>
                <c:pt idx="5540">
                  <c:v>1.1919299999999999</c:v>
                </c:pt>
                <c:pt idx="5541">
                  <c:v>1.19224</c:v>
                </c:pt>
                <c:pt idx="5542">
                  <c:v>1.1925399999999999</c:v>
                </c:pt>
                <c:pt idx="5543">
                  <c:v>1.19285</c:v>
                </c:pt>
                <c:pt idx="5544">
                  <c:v>1.1931499999999999</c:v>
                </c:pt>
                <c:pt idx="5545">
                  <c:v>1.19346</c:v>
                </c:pt>
                <c:pt idx="5546">
                  <c:v>1.1937599999999999</c:v>
                </c:pt>
                <c:pt idx="5547">
                  <c:v>1.19407</c:v>
                </c:pt>
                <c:pt idx="5548">
                  <c:v>1.19438</c:v>
                </c:pt>
                <c:pt idx="5549">
                  <c:v>1.19468</c:v>
                </c:pt>
                <c:pt idx="5550">
                  <c:v>1.19499</c:v>
                </c:pt>
                <c:pt idx="5551">
                  <c:v>1.19529</c:v>
                </c:pt>
                <c:pt idx="5552">
                  <c:v>1.1956</c:v>
                </c:pt>
                <c:pt idx="5553">
                  <c:v>1.1959</c:v>
                </c:pt>
                <c:pt idx="5554">
                  <c:v>1.19621</c:v>
                </c:pt>
                <c:pt idx="5555">
                  <c:v>1.19651</c:v>
                </c:pt>
                <c:pt idx="5556">
                  <c:v>1.19682</c:v>
                </c:pt>
                <c:pt idx="5557">
                  <c:v>1.19712</c:v>
                </c:pt>
                <c:pt idx="5558">
                  <c:v>1.19743</c:v>
                </c:pt>
                <c:pt idx="5559">
                  <c:v>1.19773</c:v>
                </c:pt>
                <c:pt idx="5560">
                  <c:v>1.19804</c:v>
                </c:pt>
                <c:pt idx="5561">
                  <c:v>1.19835</c:v>
                </c:pt>
                <c:pt idx="5562">
                  <c:v>1.19865</c:v>
                </c:pt>
                <c:pt idx="5563">
                  <c:v>1.19896</c:v>
                </c:pt>
                <c:pt idx="5564">
                  <c:v>1.19926</c:v>
                </c:pt>
                <c:pt idx="5565">
                  <c:v>1.19957</c:v>
                </c:pt>
                <c:pt idx="5566">
                  <c:v>1.19987</c:v>
                </c:pt>
                <c:pt idx="5567">
                  <c:v>1.20018</c:v>
                </c:pt>
                <c:pt idx="5568">
                  <c:v>1.20048</c:v>
                </c:pt>
                <c:pt idx="5569">
                  <c:v>1.20079</c:v>
                </c:pt>
                <c:pt idx="5570">
                  <c:v>1.20109</c:v>
                </c:pt>
                <c:pt idx="5571">
                  <c:v>1.2014</c:v>
                </c:pt>
                <c:pt idx="5572">
                  <c:v>1.2017100000000001</c:v>
                </c:pt>
                <c:pt idx="5573">
                  <c:v>1.20201</c:v>
                </c:pt>
                <c:pt idx="5574">
                  <c:v>1.2023200000000001</c:v>
                </c:pt>
                <c:pt idx="5575">
                  <c:v>1.20262</c:v>
                </c:pt>
                <c:pt idx="5576">
                  <c:v>1.2029300000000001</c:v>
                </c:pt>
                <c:pt idx="5577">
                  <c:v>1.20323</c:v>
                </c:pt>
                <c:pt idx="5578">
                  <c:v>1.2035400000000001</c:v>
                </c:pt>
                <c:pt idx="5579">
                  <c:v>1.20384</c:v>
                </c:pt>
                <c:pt idx="5580">
                  <c:v>1.2041500000000001</c:v>
                </c:pt>
                <c:pt idx="5581">
                  <c:v>1.20445</c:v>
                </c:pt>
                <c:pt idx="5582">
                  <c:v>1.2047600000000001</c:v>
                </c:pt>
                <c:pt idx="5583">
                  <c:v>1.20506</c:v>
                </c:pt>
                <c:pt idx="5584">
                  <c:v>1.2053700000000001</c:v>
                </c:pt>
                <c:pt idx="5585">
                  <c:v>1.2056800000000001</c:v>
                </c:pt>
                <c:pt idx="5586">
                  <c:v>1.2059800000000001</c:v>
                </c:pt>
                <c:pt idx="5587">
                  <c:v>1.2062900000000001</c:v>
                </c:pt>
                <c:pt idx="5588">
                  <c:v>1.2065900000000001</c:v>
                </c:pt>
                <c:pt idx="5589">
                  <c:v>1.2069000000000001</c:v>
                </c:pt>
                <c:pt idx="5590">
                  <c:v>1.2072000000000001</c:v>
                </c:pt>
                <c:pt idx="5591">
                  <c:v>1.2075100000000001</c:v>
                </c:pt>
                <c:pt idx="5592">
                  <c:v>1.2078100000000001</c:v>
                </c:pt>
                <c:pt idx="5593">
                  <c:v>1.2081200000000001</c:v>
                </c:pt>
                <c:pt idx="5594">
                  <c:v>1.20842</c:v>
                </c:pt>
                <c:pt idx="5595">
                  <c:v>1.2087300000000001</c:v>
                </c:pt>
                <c:pt idx="5596">
                  <c:v>1.20903</c:v>
                </c:pt>
                <c:pt idx="5597">
                  <c:v>1.2093400000000001</c:v>
                </c:pt>
                <c:pt idx="5598">
                  <c:v>1.2096499999999999</c:v>
                </c:pt>
                <c:pt idx="5599">
                  <c:v>1.2099500000000001</c:v>
                </c:pt>
                <c:pt idx="5600">
                  <c:v>1.2102599999999999</c:v>
                </c:pt>
                <c:pt idx="5601">
                  <c:v>1.2105600000000001</c:v>
                </c:pt>
                <c:pt idx="5602">
                  <c:v>1.2108699999999999</c:v>
                </c:pt>
                <c:pt idx="5603">
                  <c:v>1.2111700000000001</c:v>
                </c:pt>
                <c:pt idx="5604">
                  <c:v>1.2114799999999999</c:v>
                </c:pt>
                <c:pt idx="5605">
                  <c:v>1.2117800000000001</c:v>
                </c:pt>
                <c:pt idx="5606">
                  <c:v>1.2120899999999999</c:v>
                </c:pt>
                <c:pt idx="5607">
                  <c:v>1.2123900000000001</c:v>
                </c:pt>
                <c:pt idx="5608">
                  <c:v>1.2126999999999999</c:v>
                </c:pt>
                <c:pt idx="5609">
                  <c:v>1.2130000000000001</c:v>
                </c:pt>
                <c:pt idx="5610">
                  <c:v>1.2133100000000001</c:v>
                </c:pt>
                <c:pt idx="5611">
                  <c:v>1.2136199999999999</c:v>
                </c:pt>
                <c:pt idx="5612">
                  <c:v>1.2139200000000001</c:v>
                </c:pt>
                <c:pt idx="5613">
                  <c:v>1.2142299999999999</c:v>
                </c:pt>
                <c:pt idx="5614">
                  <c:v>1.2145300000000001</c:v>
                </c:pt>
                <c:pt idx="5615">
                  <c:v>1.2148399999999999</c:v>
                </c:pt>
                <c:pt idx="5616">
                  <c:v>1.2151400000000001</c:v>
                </c:pt>
                <c:pt idx="5617">
                  <c:v>1.2154499999999999</c:v>
                </c:pt>
                <c:pt idx="5618">
                  <c:v>1.2157500000000001</c:v>
                </c:pt>
                <c:pt idx="5619">
                  <c:v>1.2160599999999999</c:v>
                </c:pt>
                <c:pt idx="5620">
                  <c:v>1.2163600000000001</c:v>
                </c:pt>
                <c:pt idx="5621">
                  <c:v>1.2166699999999999</c:v>
                </c:pt>
                <c:pt idx="5622">
                  <c:v>1.2169700000000001</c:v>
                </c:pt>
                <c:pt idx="5623">
                  <c:v>1.2172799999999999</c:v>
                </c:pt>
                <c:pt idx="5624">
                  <c:v>1.21759</c:v>
                </c:pt>
                <c:pt idx="5625">
                  <c:v>1.2178899999999999</c:v>
                </c:pt>
                <c:pt idx="5626">
                  <c:v>1.2181999999999999</c:v>
                </c:pt>
                <c:pt idx="5627">
                  <c:v>1.2184999999999999</c:v>
                </c:pt>
                <c:pt idx="5628">
                  <c:v>1.2188099999999999</c:v>
                </c:pt>
                <c:pt idx="5629">
                  <c:v>1.2191099999999999</c:v>
                </c:pt>
                <c:pt idx="5630">
                  <c:v>1.2194199999999999</c:v>
                </c:pt>
                <c:pt idx="5631">
                  <c:v>1.2197199999999999</c:v>
                </c:pt>
                <c:pt idx="5632">
                  <c:v>1.2200299999999999</c:v>
                </c:pt>
                <c:pt idx="5633">
                  <c:v>1.2203299999999999</c:v>
                </c:pt>
                <c:pt idx="5634">
                  <c:v>1.2206399999999999</c:v>
                </c:pt>
                <c:pt idx="5635">
                  <c:v>1.22095</c:v>
                </c:pt>
                <c:pt idx="5636">
                  <c:v>1.2212499999999999</c:v>
                </c:pt>
                <c:pt idx="5637">
                  <c:v>1.22156</c:v>
                </c:pt>
                <c:pt idx="5638">
                  <c:v>1.2218599999999999</c:v>
                </c:pt>
                <c:pt idx="5639">
                  <c:v>1.22217</c:v>
                </c:pt>
                <c:pt idx="5640">
                  <c:v>1.2224699999999999</c:v>
                </c:pt>
                <c:pt idx="5641">
                  <c:v>1.22278</c:v>
                </c:pt>
                <c:pt idx="5642">
                  <c:v>1.2230799999999999</c:v>
                </c:pt>
                <c:pt idx="5643">
                  <c:v>1.22339</c:v>
                </c:pt>
                <c:pt idx="5644">
                  <c:v>1.2236899999999999</c:v>
                </c:pt>
                <c:pt idx="5645">
                  <c:v>1.224</c:v>
                </c:pt>
                <c:pt idx="5646">
                  <c:v>1.2242999999999999</c:v>
                </c:pt>
                <c:pt idx="5647">
                  <c:v>1.22461</c:v>
                </c:pt>
                <c:pt idx="5648">
                  <c:v>1.22492</c:v>
                </c:pt>
                <c:pt idx="5649">
                  <c:v>1.22522</c:v>
                </c:pt>
                <c:pt idx="5650">
                  <c:v>1.22553</c:v>
                </c:pt>
                <c:pt idx="5651">
                  <c:v>1.22583</c:v>
                </c:pt>
                <c:pt idx="5652">
                  <c:v>1.22614</c:v>
                </c:pt>
                <c:pt idx="5653">
                  <c:v>1.22644</c:v>
                </c:pt>
                <c:pt idx="5654">
                  <c:v>1.22675</c:v>
                </c:pt>
                <c:pt idx="5655">
                  <c:v>1.22705</c:v>
                </c:pt>
                <c:pt idx="5656">
                  <c:v>1.22736</c:v>
                </c:pt>
                <c:pt idx="5657">
                  <c:v>1.22766</c:v>
                </c:pt>
                <c:pt idx="5658">
                  <c:v>1.22797</c:v>
                </c:pt>
                <c:pt idx="5659">
                  <c:v>1.22827</c:v>
                </c:pt>
                <c:pt idx="5660">
                  <c:v>1.22858</c:v>
                </c:pt>
                <c:pt idx="5661">
                  <c:v>1.22889</c:v>
                </c:pt>
                <c:pt idx="5662">
                  <c:v>1.22919</c:v>
                </c:pt>
                <c:pt idx="5663">
                  <c:v>1.2295</c:v>
                </c:pt>
                <c:pt idx="5664">
                  <c:v>1.2298</c:v>
                </c:pt>
                <c:pt idx="5665">
                  <c:v>1.23011</c:v>
                </c:pt>
                <c:pt idx="5666">
                  <c:v>1.23041</c:v>
                </c:pt>
                <c:pt idx="5667">
                  <c:v>1.23072</c:v>
                </c:pt>
                <c:pt idx="5668">
                  <c:v>1.23102</c:v>
                </c:pt>
                <c:pt idx="5669">
                  <c:v>1.23133</c:v>
                </c:pt>
                <c:pt idx="5670">
                  <c:v>1.23163</c:v>
                </c:pt>
                <c:pt idx="5671">
                  <c:v>1.23194</c:v>
                </c:pt>
                <c:pt idx="5672">
                  <c:v>1.23224</c:v>
                </c:pt>
                <c:pt idx="5673">
                  <c:v>1.23255</c:v>
                </c:pt>
                <c:pt idx="5674">
                  <c:v>1.2328600000000001</c:v>
                </c:pt>
                <c:pt idx="5675">
                  <c:v>1.23316</c:v>
                </c:pt>
                <c:pt idx="5676">
                  <c:v>1.2334700000000001</c:v>
                </c:pt>
                <c:pt idx="5677">
                  <c:v>1.23377</c:v>
                </c:pt>
                <c:pt idx="5678">
                  <c:v>1.2340800000000001</c:v>
                </c:pt>
                <c:pt idx="5679">
                  <c:v>1.23438</c:v>
                </c:pt>
                <c:pt idx="5680">
                  <c:v>1.2346900000000001</c:v>
                </c:pt>
                <c:pt idx="5681">
                  <c:v>1.23499</c:v>
                </c:pt>
                <c:pt idx="5682">
                  <c:v>1.2353000000000001</c:v>
                </c:pt>
                <c:pt idx="5683">
                  <c:v>1.2356</c:v>
                </c:pt>
                <c:pt idx="5684">
                  <c:v>1.2359100000000001</c:v>
                </c:pt>
                <c:pt idx="5685">
                  <c:v>1.23621</c:v>
                </c:pt>
                <c:pt idx="5686">
                  <c:v>1.2365200000000001</c:v>
                </c:pt>
                <c:pt idx="5687">
                  <c:v>1.2368300000000001</c:v>
                </c:pt>
                <c:pt idx="5688">
                  <c:v>1.2371300000000001</c:v>
                </c:pt>
                <c:pt idx="5689">
                  <c:v>1.2374400000000001</c:v>
                </c:pt>
                <c:pt idx="5690">
                  <c:v>1.2377400000000001</c:v>
                </c:pt>
                <c:pt idx="5691">
                  <c:v>1.2380500000000001</c:v>
                </c:pt>
                <c:pt idx="5692">
                  <c:v>1.2383500000000001</c:v>
                </c:pt>
                <c:pt idx="5693">
                  <c:v>1.2386600000000001</c:v>
                </c:pt>
                <c:pt idx="5694">
                  <c:v>1.2389600000000001</c:v>
                </c:pt>
                <c:pt idx="5695">
                  <c:v>1.2392700000000001</c:v>
                </c:pt>
                <c:pt idx="5696">
                  <c:v>1.2395700000000001</c:v>
                </c:pt>
                <c:pt idx="5697">
                  <c:v>1.2398800000000001</c:v>
                </c:pt>
                <c:pt idx="5698">
                  <c:v>1.2401899999999999</c:v>
                </c:pt>
                <c:pt idx="5699">
                  <c:v>1.2404900000000001</c:v>
                </c:pt>
                <c:pt idx="5700">
                  <c:v>1.2407999999999999</c:v>
                </c:pt>
                <c:pt idx="5701">
                  <c:v>1.2411000000000001</c:v>
                </c:pt>
                <c:pt idx="5702">
                  <c:v>1.2414099999999999</c:v>
                </c:pt>
                <c:pt idx="5703">
                  <c:v>1.2417100000000001</c:v>
                </c:pt>
                <c:pt idx="5704">
                  <c:v>1.2420199999999999</c:v>
                </c:pt>
                <c:pt idx="5705">
                  <c:v>1.2423200000000001</c:v>
                </c:pt>
                <c:pt idx="5706">
                  <c:v>1.2426299999999999</c:v>
                </c:pt>
                <c:pt idx="5707">
                  <c:v>1.2429300000000001</c:v>
                </c:pt>
                <c:pt idx="5708">
                  <c:v>1.2432399999999999</c:v>
                </c:pt>
                <c:pt idx="5709">
                  <c:v>1.2435400000000001</c:v>
                </c:pt>
                <c:pt idx="5710">
                  <c:v>1.2438499999999999</c:v>
                </c:pt>
                <c:pt idx="5711">
                  <c:v>1.2441599999999999</c:v>
                </c:pt>
                <c:pt idx="5712">
                  <c:v>1.2444599999999999</c:v>
                </c:pt>
                <c:pt idx="5713">
                  <c:v>1.2447699999999999</c:v>
                </c:pt>
                <c:pt idx="5714">
                  <c:v>1.2450699999999999</c:v>
                </c:pt>
                <c:pt idx="5715">
                  <c:v>1.2453799999999999</c:v>
                </c:pt>
                <c:pt idx="5716">
                  <c:v>1.2456799999999999</c:v>
                </c:pt>
                <c:pt idx="5717">
                  <c:v>1.2459899999999999</c:v>
                </c:pt>
                <c:pt idx="5718">
                  <c:v>1.2462899999999999</c:v>
                </c:pt>
                <c:pt idx="5719">
                  <c:v>1.2465999999999999</c:v>
                </c:pt>
                <c:pt idx="5720">
                  <c:v>1.2468999999999999</c:v>
                </c:pt>
                <c:pt idx="5721">
                  <c:v>1.2472099999999999</c:v>
                </c:pt>
                <c:pt idx="5722">
                  <c:v>1.2475099999999999</c:v>
                </c:pt>
                <c:pt idx="5723">
                  <c:v>1.2478199999999999</c:v>
                </c:pt>
                <c:pt idx="5724">
                  <c:v>1.24813</c:v>
                </c:pt>
                <c:pt idx="5725">
                  <c:v>1.2484299999999999</c:v>
                </c:pt>
                <c:pt idx="5726">
                  <c:v>1.24874</c:v>
                </c:pt>
                <c:pt idx="5727">
                  <c:v>1.2490399999999999</c:v>
                </c:pt>
                <c:pt idx="5728">
                  <c:v>1.24935</c:v>
                </c:pt>
                <c:pt idx="5729">
                  <c:v>1.2496499999999999</c:v>
                </c:pt>
                <c:pt idx="5730">
                  <c:v>1.24996</c:v>
                </c:pt>
                <c:pt idx="5731">
                  <c:v>1.2502599999999999</c:v>
                </c:pt>
                <c:pt idx="5732">
                  <c:v>1.25057</c:v>
                </c:pt>
                <c:pt idx="5733">
                  <c:v>1.2508699999999999</c:v>
                </c:pt>
                <c:pt idx="5734">
                  <c:v>1.25118</c:v>
                </c:pt>
                <c:pt idx="5735">
                  <c:v>1.2514799999999999</c:v>
                </c:pt>
                <c:pt idx="5736">
                  <c:v>1.25179</c:v>
                </c:pt>
                <c:pt idx="5737">
                  <c:v>1.2521</c:v>
                </c:pt>
                <c:pt idx="5738">
                  <c:v>1.2524</c:v>
                </c:pt>
                <c:pt idx="5739">
                  <c:v>1.25271</c:v>
                </c:pt>
                <c:pt idx="5740">
                  <c:v>1.25301</c:v>
                </c:pt>
                <c:pt idx="5741">
                  <c:v>1.25332</c:v>
                </c:pt>
                <c:pt idx="5742">
                  <c:v>1.25362</c:v>
                </c:pt>
                <c:pt idx="5743">
                  <c:v>1.25393</c:v>
                </c:pt>
                <c:pt idx="5744">
                  <c:v>1.25423</c:v>
                </c:pt>
                <c:pt idx="5745">
                  <c:v>1.25454</c:v>
                </c:pt>
                <c:pt idx="5746">
                  <c:v>1.25484</c:v>
                </c:pt>
                <c:pt idx="5747">
                  <c:v>1.25515</c:v>
                </c:pt>
                <c:pt idx="5748">
                  <c:v>1.25546</c:v>
                </c:pt>
                <c:pt idx="5749">
                  <c:v>1.25576</c:v>
                </c:pt>
                <c:pt idx="5750">
                  <c:v>1.25607</c:v>
                </c:pt>
                <c:pt idx="5751">
                  <c:v>1.25637</c:v>
                </c:pt>
                <c:pt idx="5752">
                  <c:v>1.25668</c:v>
                </c:pt>
                <c:pt idx="5753">
                  <c:v>1.25698</c:v>
                </c:pt>
                <c:pt idx="5754">
                  <c:v>1.25729</c:v>
                </c:pt>
                <c:pt idx="5755">
                  <c:v>1.25759</c:v>
                </c:pt>
                <c:pt idx="5756">
                  <c:v>1.2579</c:v>
                </c:pt>
                <c:pt idx="5757">
                  <c:v>1.2582</c:v>
                </c:pt>
                <c:pt idx="5758">
                  <c:v>1.25851</c:v>
                </c:pt>
                <c:pt idx="5759">
                  <c:v>1.25881</c:v>
                </c:pt>
                <c:pt idx="5760">
                  <c:v>1.25912</c:v>
                </c:pt>
                <c:pt idx="5761">
                  <c:v>1.25943</c:v>
                </c:pt>
                <c:pt idx="5762">
                  <c:v>1.25973</c:v>
                </c:pt>
                <c:pt idx="5763">
                  <c:v>1.26004</c:v>
                </c:pt>
                <c:pt idx="5764">
                  <c:v>1.26034</c:v>
                </c:pt>
                <c:pt idx="5765">
                  <c:v>1.26065</c:v>
                </c:pt>
                <c:pt idx="5766">
                  <c:v>1.26095</c:v>
                </c:pt>
                <c:pt idx="5767">
                  <c:v>1.26126</c:v>
                </c:pt>
                <c:pt idx="5768">
                  <c:v>1.26156</c:v>
                </c:pt>
                <c:pt idx="5769">
                  <c:v>1.26187</c:v>
                </c:pt>
                <c:pt idx="5770">
                  <c:v>1.26217</c:v>
                </c:pt>
                <c:pt idx="5771">
                  <c:v>1.26248</c:v>
                </c:pt>
                <c:pt idx="5772">
                  <c:v>1.26278</c:v>
                </c:pt>
                <c:pt idx="5773">
                  <c:v>1.26309</c:v>
                </c:pt>
                <c:pt idx="5774">
                  <c:v>1.2634000000000001</c:v>
                </c:pt>
                <c:pt idx="5775">
                  <c:v>1.2637</c:v>
                </c:pt>
                <c:pt idx="5776">
                  <c:v>1.2640100000000001</c:v>
                </c:pt>
                <c:pt idx="5777">
                  <c:v>1.26431</c:v>
                </c:pt>
                <c:pt idx="5778">
                  <c:v>1.2646200000000001</c:v>
                </c:pt>
                <c:pt idx="5779">
                  <c:v>1.26492</c:v>
                </c:pt>
                <c:pt idx="5780">
                  <c:v>1.2652300000000001</c:v>
                </c:pt>
                <c:pt idx="5781">
                  <c:v>1.26553</c:v>
                </c:pt>
                <c:pt idx="5782">
                  <c:v>1.2658400000000001</c:v>
                </c:pt>
                <c:pt idx="5783">
                  <c:v>1.26614</c:v>
                </c:pt>
                <c:pt idx="5784">
                  <c:v>1.2664500000000001</c:v>
                </c:pt>
                <c:pt idx="5785">
                  <c:v>1.26675</c:v>
                </c:pt>
                <c:pt idx="5786">
                  <c:v>1.2670600000000001</c:v>
                </c:pt>
                <c:pt idx="5787">
                  <c:v>1.2673700000000001</c:v>
                </c:pt>
                <c:pt idx="5788">
                  <c:v>1.2676700000000001</c:v>
                </c:pt>
                <c:pt idx="5789">
                  <c:v>1.2679800000000001</c:v>
                </c:pt>
                <c:pt idx="5790">
                  <c:v>1.2682800000000001</c:v>
                </c:pt>
                <c:pt idx="5791">
                  <c:v>1.2685900000000001</c:v>
                </c:pt>
                <c:pt idx="5792">
                  <c:v>1.2688900000000001</c:v>
                </c:pt>
                <c:pt idx="5793">
                  <c:v>1.2692000000000001</c:v>
                </c:pt>
                <c:pt idx="5794">
                  <c:v>1.2695000000000001</c:v>
                </c:pt>
                <c:pt idx="5795">
                  <c:v>1.2698100000000001</c:v>
                </c:pt>
                <c:pt idx="5796">
                  <c:v>1.2701100000000001</c:v>
                </c:pt>
                <c:pt idx="5797">
                  <c:v>1.2704200000000001</c:v>
                </c:pt>
                <c:pt idx="5798">
                  <c:v>1.2707200000000001</c:v>
                </c:pt>
                <c:pt idx="5799">
                  <c:v>1.2710300000000001</c:v>
                </c:pt>
                <c:pt idx="5800">
                  <c:v>1.2713399999999999</c:v>
                </c:pt>
                <c:pt idx="5801">
                  <c:v>1.2716400000000001</c:v>
                </c:pt>
                <c:pt idx="5802">
                  <c:v>1.2719499999999999</c:v>
                </c:pt>
                <c:pt idx="5803">
                  <c:v>1.2722500000000001</c:v>
                </c:pt>
                <c:pt idx="5804">
                  <c:v>1.2725599999999999</c:v>
                </c:pt>
                <c:pt idx="5805">
                  <c:v>1.2728600000000001</c:v>
                </c:pt>
                <c:pt idx="5806">
                  <c:v>1.2731699999999999</c:v>
                </c:pt>
                <c:pt idx="5807">
                  <c:v>1.2734700000000001</c:v>
                </c:pt>
                <c:pt idx="5808">
                  <c:v>1.2737799999999999</c:v>
                </c:pt>
                <c:pt idx="5809">
                  <c:v>1.2740800000000001</c:v>
                </c:pt>
                <c:pt idx="5810">
                  <c:v>1.2743899999999999</c:v>
                </c:pt>
                <c:pt idx="5811">
                  <c:v>1.2746999999999999</c:v>
                </c:pt>
                <c:pt idx="5812">
                  <c:v>1.2749999999999999</c:v>
                </c:pt>
                <c:pt idx="5813">
                  <c:v>1.2753099999999999</c:v>
                </c:pt>
                <c:pt idx="5814">
                  <c:v>1.2756099999999999</c:v>
                </c:pt>
                <c:pt idx="5815">
                  <c:v>1.2759199999999999</c:v>
                </c:pt>
                <c:pt idx="5816">
                  <c:v>1.2762199999999999</c:v>
                </c:pt>
                <c:pt idx="5817">
                  <c:v>1.2765299999999999</c:v>
                </c:pt>
                <c:pt idx="5818">
                  <c:v>1.2768299999999999</c:v>
                </c:pt>
                <c:pt idx="5819">
                  <c:v>1.2771399999999999</c:v>
                </c:pt>
                <c:pt idx="5820">
                  <c:v>1.2774399999999999</c:v>
                </c:pt>
                <c:pt idx="5821">
                  <c:v>1.2777499999999999</c:v>
                </c:pt>
                <c:pt idx="5822">
                  <c:v>1.2780499999999999</c:v>
                </c:pt>
                <c:pt idx="5823">
                  <c:v>1.2783599999999999</c:v>
                </c:pt>
                <c:pt idx="5824">
                  <c:v>1.27867</c:v>
                </c:pt>
                <c:pt idx="5825">
                  <c:v>1.2789699999999999</c:v>
                </c:pt>
                <c:pt idx="5826">
                  <c:v>1.27928</c:v>
                </c:pt>
                <c:pt idx="5827">
                  <c:v>1.2795799999999999</c:v>
                </c:pt>
                <c:pt idx="5828">
                  <c:v>1.27989</c:v>
                </c:pt>
                <c:pt idx="5829">
                  <c:v>1.2801899999999999</c:v>
                </c:pt>
                <c:pt idx="5830">
                  <c:v>1.2805</c:v>
                </c:pt>
                <c:pt idx="5831">
                  <c:v>1.2807999999999999</c:v>
                </c:pt>
                <c:pt idx="5832">
                  <c:v>1.28111</c:v>
                </c:pt>
                <c:pt idx="5833">
                  <c:v>1.2814099999999999</c:v>
                </c:pt>
                <c:pt idx="5834">
                  <c:v>1.28172</c:v>
                </c:pt>
                <c:pt idx="5835">
                  <c:v>1.2820199999999999</c:v>
                </c:pt>
                <c:pt idx="5836">
                  <c:v>1.28233</c:v>
                </c:pt>
                <c:pt idx="5837">
                  <c:v>1.28264</c:v>
                </c:pt>
                <c:pt idx="5838">
                  <c:v>1.28294</c:v>
                </c:pt>
                <c:pt idx="5839">
                  <c:v>1.28325</c:v>
                </c:pt>
                <c:pt idx="5840">
                  <c:v>1.28355</c:v>
                </c:pt>
                <c:pt idx="5841">
                  <c:v>1.28386</c:v>
                </c:pt>
                <c:pt idx="5842">
                  <c:v>1.28416</c:v>
                </c:pt>
                <c:pt idx="5843">
                  <c:v>1.28447</c:v>
                </c:pt>
                <c:pt idx="5844">
                  <c:v>1.28477</c:v>
                </c:pt>
                <c:pt idx="5845">
                  <c:v>1.28508</c:v>
                </c:pt>
                <c:pt idx="5846">
                  <c:v>1.28538</c:v>
                </c:pt>
                <c:pt idx="5847">
                  <c:v>1.28569</c:v>
                </c:pt>
                <c:pt idx="5848">
                  <c:v>1.28599</c:v>
                </c:pt>
                <c:pt idx="5849">
                  <c:v>1.2863</c:v>
                </c:pt>
                <c:pt idx="5850">
                  <c:v>1.28661</c:v>
                </c:pt>
                <c:pt idx="5851">
                  <c:v>1.28691</c:v>
                </c:pt>
                <c:pt idx="5852">
                  <c:v>1.28722</c:v>
                </c:pt>
                <c:pt idx="5853">
                  <c:v>1.28752</c:v>
                </c:pt>
                <c:pt idx="5854">
                  <c:v>1.28783</c:v>
                </c:pt>
                <c:pt idx="5855">
                  <c:v>1.28813</c:v>
                </c:pt>
                <c:pt idx="5856">
                  <c:v>1.28844</c:v>
                </c:pt>
                <c:pt idx="5857">
                  <c:v>1.28874</c:v>
                </c:pt>
                <c:pt idx="5858">
                  <c:v>1.28905</c:v>
                </c:pt>
                <c:pt idx="5859">
                  <c:v>1.28935</c:v>
                </c:pt>
                <c:pt idx="5860">
                  <c:v>1.28966</c:v>
                </c:pt>
                <c:pt idx="5861">
                  <c:v>1.28996</c:v>
                </c:pt>
                <c:pt idx="5862">
                  <c:v>1.29027</c:v>
                </c:pt>
                <c:pt idx="5863">
                  <c:v>1.2905800000000001</c:v>
                </c:pt>
                <c:pt idx="5864">
                  <c:v>1.29088</c:v>
                </c:pt>
                <c:pt idx="5865">
                  <c:v>1.2911900000000001</c:v>
                </c:pt>
                <c:pt idx="5866">
                  <c:v>1.29149</c:v>
                </c:pt>
                <c:pt idx="5867">
                  <c:v>1.2918000000000001</c:v>
                </c:pt>
                <c:pt idx="5868">
                  <c:v>1.2921</c:v>
                </c:pt>
                <c:pt idx="5869">
                  <c:v>1.2924100000000001</c:v>
                </c:pt>
                <c:pt idx="5870">
                  <c:v>1.29271</c:v>
                </c:pt>
                <c:pt idx="5871">
                  <c:v>1.2930200000000001</c:v>
                </c:pt>
                <c:pt idx="5872">
                  <c:v>1.29332</c:v>
                </c:pt>
                <c:pt idx="5873">
                  <c:v>1.2936300000000001</c:v>
                </c:pt>
                <c:pt idx="5874">
                  <c:v>1.2939400000000001</c:v>
                </c:pt>
                <c:pt idx="5875">
                  <c:v>1.2942400000000001</c:v>
                </c:pt>
                <c:pt idx="5876">
                  <c:v>1.2945500000000001</c:v>
                </c:pt>
                <c:pt idx="5877">
                  <c:v>1.2948500000000001</c:v>
                </c:pt>
                <c:pt idx="5878">
                  <c:v>1.2951600000000001</c:v>
                </c:pt>
                <c:pt idx="5879">
                  <c:v>1.2954600000000001</c:v>
                </c:pt>
                <c:pt idx="5880">
                  <c:v>1.2957700000000001</c:v>
                </c:pt>
                <c:pt idx="5881">
                  <c:v>1.2960700000000001</c:v>
                </c:pt>
                <c:pt idx="5882">
                  <c:v>1.2963800000000001</c:v>
                </c:pt>
                <c:pt idx="5883">
                  <c:v>1.2966800000000001</c:v>
                </c:pt>
                <c:pt idx="5884">
                  <c:v>1.2969900000000001</c:v>
                </c:pt>
                <c:pt idx="5885">
                  <c:v>1.2972900000000001</c:v>
                </c:pt>
                <c:pt idx="5886">
                  <c:v>1.2976000000000001</c:v>
                </c:pt>
                <c:pt idx="5887">
                  <c:v>1.2979099999999999</c:v>
                </c:pt>
                <c:pt idx="5888">
                  <c:v>1.2982100000000001</c:v>
                </c:pt>
                <c:pt idx="5889">
                  <c:v>1.2985199999999999</c:v>
                </c:pt>
                <c:pt idx="5890">
                  <c:v>1.2988200000000001</c:v>
                </c:pt>
                <c:pt idx="5891">
                  <c:v>1.2991299999999999</c:v>
                </c:pt>
                <c:pt idx="5892">
                  <c:v>1.2994300000000001</c:v>
                </c:pt>
                <c:pt idx="5893">
                  <c:v>1.2997399999999999</c:v>
                </c:pt>
                <c:pt idx="5894">
                  <c:v>1.3000400000000001</c:v>
                </c:pt>
                <c:pt idx="5895">
                  <c:v>1.3003499999999999</c:v>
                </c:pt>
                <c:pt idx="5896">
                  <c:v>1.3006500000000001</c:v>
                </c:pt>
                <c:pt idx="5897">
                  <c:v>1.3009599999999999</c:v>
                </c:pt>
                <c:pt idx="5898">
                  <c:v>1.3012600000000001</c:v>
                </c:pt>
                <c:pt idx="5899">
                  <c:v>1.3015699999999999</c:v>
                </c:pt>
                <c:pt idx="5900">
                  <c:v>1.3018799999999999</c:v>
                </c:pt>
                <c:pt idx="5901">
                  <c:v>1.3021799999999999</c:v>
                </c:pt>
                <c:pt idx="5902">
                  <c:v>1.3024899999999999</c:v>
                </c:pt>
                <c:pt idx="5903">
                  <c:v>1.3027899999999999</c:v>
                </c:pt>
                <c:pt idx="5904">
                  <c:v>1.3030999999999999</c:v>
                </c:pt>
                <c:pt idx="5905">
                  <c:v>1.3033999999999999</c:v>
                </c:pt>
                <c:pt idx="5906">
                  <c:v>1.3037099999999999</c:v>
                </c:pt>
                <c:pt idx="5907">
                  <c:v>1.3040099999999999</c:v>
                </c:pt>
                <c:pt idx="5908">
                  <c:v>1.3043199999999999</c:v>
                </c:pt>
                <c:pt idx="5909">
                  <c:v>1.3046199999999999</c:v>
                </c:pt>
                <c:pt idx="5910">
                  <c:v>1.3049299999999999</c:v>
                </c:pt>
                <c:pt idx="5911">
                  <c:v>1.3052299999999999</c:v>
                </c:pt>
                <c:pt idx="5912">
                  <c:v>1.3055399999999999</c:v>
                </c:pt>
                <c:pt idx="5913">
                  <c:v>1.30585</c:v>
                </c:pt>
                <c:pt idx="5914">
                  <c:v>1.3061499999999999</c:v>
                </c:pt>
                <c:pt idx="5915">
                  <c:v>1.30646</c:v>
                </c:pt>
                <c:pt idx="5916">
                  <c:v>1.3067599999999999</c:v>
                </c:pt>
                <c:pt idx="5917">
                  <c:v>1.30707</c:v>
                </c:pt>
                <c:pt idx="5918">
                  <c:v>1.3073699999999999</c:v>
                </c:pt>
                <c:pt idx="5919">
                  <c:v>1.30768</c:v>
                </c:pt>
                <c:pt idx="5920">
                  <c:v>1.3079799999999999</c:v>
                </c:pt>
                <c:pt idx="5921">
                  <c:v>1.30829</c:v>
                </c:pt>
                <c:pt idx="5922">
                  <c:v>1.3085899999999999</c:v>
                </c:pt>
                <c:pt idx="5923">
                  <c:v>1.3089</c:v>
                </c:pt>
                <c:pt idx="5924">
                  <c:v>1.30921</c:v>
                </c:pt>
                <c:pt idx="5925">
                  <c:v>1.30951</c:v>
                </c:pt>
                <c:pt idx="5926">
                  <c:v>1.30982</c:v>
                </c:pt>
                <c:pt idx="5927">
                  <c:v>1.31012</c:v>
                </c:pt>
                <c:pt idx="5928">
                  <c:v>1.31043</c:v>
                </c:pt>
                <c:pt idx="5929">
                  <c:v>1.31073</c:v>
                </c:pt>
                <c:pt idx="5930">
                  <c:v>1.31104</c:v>
                </c:pt>
                <c:pt idx="5931">
                  <c:v>1.31134</c:v>
                </c:pt>
                <c:pt idx="5932">
                  <c:v>1.31165</c:v>
                </c:pt>
                <c:pt idx="5933">
                  <c:v>1.3119499999999999</c:v>
                </c:pt>
                <c:pt idx="5934">
                  <c:v>1.31226</c:v>
                </c:pt>
                <c:pt idx="5935">
                  <c:v>1.3125599999999999</c:v>
                </c:pt>
                <c:pt idx="5936">
                  <c:v>1.31287</c:v>
                </c:pt>
                <c:pt idx="5937">
                  <c:v>1.31318</c:v>
                </c:pt>
                <c:pt idx="5938">
                  <c:v>1.31348</c:v>
                </c:pt>
                <c:pt idx="5939">
                  <c:v>1.31379</c:v>
                </c:pt>
                <c:pt idx="5940">
                  <c:v>1.31409</c:v>
                </c:pt>
                <c:pt idx="5941">
                  <c:v>1.3144</c:v>
                </c:pt>
                <c:pt idx="5942">
                  <c:v>1.3147</c:v>
                </c:pt>
                <c:pt idx="5943">
                  <c:v>1.31501</c:v>
                </c:pt>
                <c:pt idx="5944">
                  <c:v>1.31531</c:v>
                </c:pt>
                <c:pt idx="5945">
                  <c:v>1.31562</c:v>
                </c:pt>
                <c:pt idx="5946">
                  <c:v>1.31592</c:v>
                </c:pt>
                <c:pt idx="5947">
                  <c:v>1.31623</c:v>
                </c:pt>
                <c:pt idx="5948">
                  <c:v>1.31653</c:v>
                </c:pt>
                <c:pt idx="5949">
                  <c:v>1.31684</c:v>
                </c:pt>
                <c:pt idx="5950">
                  <c:v>1.31715</c:v>
                </c:pt>
                <c:pt idx="5951">
                  <c:v>1.31745</c:v>
                </c:pt>
                <c:pt idx="5952">
                  <c:v>1.31776</c:v>
                </c:pt>
                <c:pt idx="5953">
                  <c:v>1.31806</c:v>
                </c:pt>
                <c:pt idx="5954">
                  <c:v>1.31837</c:v>
                </c:pt>
                <c:pt idx="5955">
                  <c:v>1.31867</c:v>
                </c:pt>
                <c:pt idx="5956">
                  <c:v>1.31898</c:v>
                </c:pt>
                <c:pt idx="5957">
                  <c:v>1.31928</c:v>
                </c:pt>
                <c:pt idx="5958">
                  <c:v>1.31959</c:v>
                </c:pt>
                <c:pt idx="5959">
                  <c:v>1.31989</c:v>
                </c:pt>
                <c:pt idx="5960">
                  <c:v>1.3202</c:v>
                </c:pt>
                <c:pt idx="5961">
                  <c:v>1.3205</c:v>
                </c:pt>
                <c:pt idx="5962">
                  <c:v>1.32081</c:v>
                </c:pt>
                <c:pt idx="5963">
                  <c:v>1.3211200000000001</c:v>
                </c:pt>
                <c:pt idx="5964">
                  <c:v>1.32142</c:v>
                </c:pt>
                <c:pt idx="5965">
                  <c:v>1.3217300000000001</c:v>
                </c:pt>
                <c:pt idx="5966">
                  <c:v>1.32203</c:v>
                </c:pt>
                <c:pt idx="5967">
                  <c:v>1.3223400000000001</c:v>
                </c:pt>
                <c:pt idx="5968">
                  <c:v>1.32264</c:v>
                </c:pt>
                <c:pt idx="5969">
                  <c:v>1.3229500000000001</c:v>
                </c:pt>
                <c:pt idx="5970">
                  <c:v>1.32325</c:v>
                </c:pt>
                <c:pt idx="5971">
                  <c:v>1.3235600000000001</c:v>
                </c:pt>
                <c:pt idx="5972">
                  <c:v>1.32386</c:v>
                </c:pt>
                <c:pt idx="5973">
                  <c:v>1.3241700000000001</c:v>
                </c:pt>
                <c:pt idx="5974">
                  <c:v>1.32447</c:v>
                </c:pt>
                <c:pt idx="5975">
                  <c:v>1.3247800000000001</c:v>
                </c:pt>
                <c:pt idx="5976">
                  <c:v>1.3250900000000001</c:v>
                </c:pt>
                <c:pt idx="5977">
                  <c:v>1.3253900000000001</c:v>
                </c:pt>
                <c:pt idx="5978">
                  <c:v>1.3257000000000001</c:v>
                </c:pt>
                <c:pt idx="5979">
                  <c:v>1.3260000000000001</c:v>
                </c:pt>
                <c:pt idx="5980">
                  <c:v>1.3263100000000001</c:v>
                </c:pt>
                <c:pt idx="5981">
                  <c:v>1.3266100000000001</c:v>
                </c:pt>
                <c:pt idx="5982">
                  <c:v>1.3269200000000001</c:v>
                </c:pt>
                <c:pt idx="5983">
                  <c:v>1.3272200000000001</c:v>
                </c:pt>
                <c:pt idx="5984">
                  <c:v>1.3275300000000001</c:v>
                </c:pt>
                <c:pt idx="5985">
                  <c:v>1.3278300000000001</c:v>
                </c:pt>
                <c:pt idx="5986">
                  <c:v>1.3281400000000001</c:v>
                </c:pt>
                <c:pt idx="5987">
                  <c:v>1.3284499999999999</c:v>
                </c:pt>
                <c:pt idx="5988">
                  <c:v>1.3287500000000001</c:v>
                </c:pt>
                <c:pt idx="5989">
                  <c:v>1.3290599999999999</c:v>
                </c:pt>
                <c:pt idx="5990">
                  <c:v>1.3293600000000001</c:v>
                </c:pt>
                <c:pt idx="5991">
                  <c:v>1.3296699999999999</c:v>
                </c:pt>
                <c:pt idx="5992">
                  <c:v>1.3299700000000001</c:v>
                </c:pt>
                <c:pt idx="5993">
                  <c:v>1.3302799999999999</c:v>
                </c:pt>
                <c:pt idx="5994">
                  <c:v>1.3305800000000001</c:v>
                </c:pt>
                <c:pt idx="5995">
                  <c:v>1.3308899999999999</c:v>
                </c:pt>
                <c:pt idx="5996">
                  <c:v>1.3311900000000001</c:v>
                </c:pt>
                <c:pt idx="5997">
                  <c:v>1.3314999999999999</c:v>
                </c:pt>
                <c:pt idx="5998">
                  <c:v>1.3318000000000001</c:v>
                </c:pt>
                <c:pt idx="5999">
                  <c:v>1.3321099999999999</c:v>
                </c:pt>
                <c:pt idx="6000">
                  <c:v>1.3324199999999999</c:v>
                </c:pt>
                <c:pt idx="6001">
                  <c:v>1.3327199999999999</c:v>
                </c:pt>
                <c:pt idx="6002">
                  <c:v>1.3330299999999999</c:v>
                </c:pt>
                <c:pt idx="6003">
                  <c:v>1.3333299999999999</c:v>
                </c:pt>
                <c:pt idx="6004">
                  <c:v>1.3336399999999999</c:v>
                </c:pt>
                <c:pt idx="6005">
                  <c:v>1.3339399999999999</c:v>
                </c:pt>
                <c:pt idx="6006">
                  <c:v>1.3342499999999999</c:v>
                </c:pt>
                <c:pt idx="6007">
                  <c:v>1.3345499999999999</c:v>
                </c:pt>
                <c:pt idx="6008">
                  <c:v>1.3348599999999999</c:v>
                </c:pt>
                <c:pt idx="6009">
                  <c:v>1.3351599999999999</c:v>
                </c:pt>
                <c:pt idx="6010">
                  <c:v>1.3354699999999999</c:v>
                </c:pt>
                <c:pt idx="6011">
                  <c:v>1.3357699999999999</c:v>
                </c:pt>
                <c:pt idx="6012">
                  <c:v>1.3360799999999999</c:v>
                </c:pt>
                <c:pt idx="6013">
                  <c:v>1.33639</c:v>
                </c:pt>
                <c:pt idx="6014">
                  <c:v>1.3366899999999999</c:v>
                </c:pt>
                <c:pt idx="6015">
                  <c:v>1.337</c:v>
                </c:pt>
                <c:pt idx="6016">
                  <c:v>1.3372999999999999</c:v>
                </c:pt>
                <c:pt idx="6017">
                  <c:v>1.33761</c:v>
                </c:pt>
                <c:pt idx="6018">
                  <c:v>1.3379099999999999</c:v>
                </c:pt>
                <c:pt idx="6019">
                  <c:v>1.33822</c:v>
                </c:pt>
                <c:pt idx="6020">
                  <c:v>1.3385199999999999</c:v>
                </c:pt>
                <c:pt idx="6021">
                  <c:v>1.33883</c:v>
                </c:pt>
                <c:pt idx="6022">
                  <c:v>1.3391299999999999</c:v>
                </c:pt>
                <c:pt idx="6023">
                  <c:v>1.33944</c:v>
                </c:pt>
                <c:pt idx="6024">
                  <c:v>1.3397399999999999</c:v>
                </c:pt>
                <c:pt idx="6025">
                  <c:v>1.34005</c:v>
                </c:pt>
                <c:pt idx="6026">
                  <c:v>1.34036</c:v>
                </c:pt>
                <c:pt idx="6027">
                  <c:v>1.34066</c:v>
                </c:pt>
                <c:pt idx="6028">
                  <c:v>1.34097</c:v>
                </c:pt>
                <c:pt idx="6029">
                  <c:v>1.34127</c:v>
                </c:pt>
                <c:pt idx="6030">
                  <c:v>1.34158</c:v>
                </c:pt>
                <c:pt idx="6031">
                  <c:v>1.34188</c:v>
                </c:pt>
                <c:pt idx="6032">
                  <c:v>1.34219</c:v>
                </c:pt>
                <c:pt idx="6033">
                  <c:v>1.34249</c:v>
                </c:pt>
                <c:pt idx="6034">
                  <c:v>1.3428</c:v>
                </c:pt>
                <c:pt idx="6035">
                  <c:v>1.3431</c:v>
                </c:pt>
                <c:pt idx="6036">
                  <c:v>1.34341</c:v>
                </c:pt>
                <c:pt idx="6037">
                  <c:v>1.34371</c:v>
                </c:pt>
                <c:pt idx="6038">
                  <c:v>1.34402</c:v>
                </c:pt>
                <c:pt idx="6039">
                  <c:v>1.34433</c:v>
                </c:pt>
                <c:pt idx="6040">
                  <c:v>1.34463</c:v>
                </c:pt>
                <c:pt idx="6041">
                  <c:v>1.34494</c:v>
                </c:pt>
                <c:pt idx="6042">
                  <c:v>1.34524</c:v>
                </c:pt>
                <c:pt idx="6043">
                  <c:v>1.34555</c:v>
                </c:pt>
                <c:pt idx="6044">
                  <c:v>1.34585</c:v>
                </c:pt>
                <c:pt idx="6045">
                  <c:v>1.34616</c:v>
                </c:pt>
                <c:pt idx="6046">
                  <c:v>1.34646</c:v>
                </c:pt>
                <c:pt idx="6047">
                  <c:v>1.34677</c:v>
                </c:pt>
                <c:pt idx="6048">
                  <c:v>1.34707</c:v>
                </c:pt>
                <c:pt idx="6049">
                  <c:v>1.34738</c:v>
                </c:pt>
                <c:pt idx="6050">
                  <c:v>1.3476900000000001</c:v>
                </c:pt>
                <c:pt idx="6051">
                  <c:v>1.34799</c:v>
                </c:pt>
                <c:pt idx="6052">
                  <c:v>1.3483000000000001</c:v>
                </c:pt>
                <c:pt idx="6053">
                  <c:v>1.3486</c:v>
                </c:pt>
                <c:pt idx="6054">
                  <c:v>1.3489100000000001</c:v>
                </c:pt>
                <c:pt idx="6055">
                  <c:v>1.34921</c:v>
                </c:pt>
                <c:pt idx="6056">
                  <c:v>1.3495200000000001</c:v>
                </c:pt>
                <c:pt idx="6057">
                  <c:v>1.34982</c:v>
                </c:pt>
                <c:pt idx="6058">
                  <c:v>1.3501300000000001</c:v>
                </c:pt>
                <c:pt idx="6059">
                  <c:v>1.35043</c:v>
                </c:pt>
                <c:pt idx="6060">
                  <c:v>1.3507400000000001</c:v>
                </c:pt>
                <c:pt idx="6061">
                  <c:v>1.35104</c:v>
                </c:pt>
                <c:pt idx="6062">
                  <c:v>1.3513500000000001</c:v>
                </c:pt>
                <c:pt idx="6063">
                  <c:v>1.3516600000000001</c:v>
                </c:pt>
                <c:pt idx="6064">
                  <c:v>1.3519600000000001</c:v>
                </c:pt>
                <c:pt idx="6065">
                  <c:v>1.3522700000000001</c:v>
                </c:pt>
                <c:pt idx="6066">
                  <c:v>1.3525700000000001</c:v>
                </c:pt>
                <c:pt idx="6067">
                  <c:v>1.3528800000000001</c:v>
                </c:pt>
                <c:pt idx="6068">
                  <c:v>1.35318</c:v>
                </c:pt>
                <c:pt idx="6069">
                  <c:v>1.3534900000000001</c:v>
                </c:pt>
                <c:pt idx="6070">
                  <c:v>1.35379</c:v>
                </c:pt>
                <c:pt idx="6071">
                  <c:v>1.3541000000000001</c:v>
                </c:pt>
                <c:pt idx="6072">
                  <c:v>1.3544</c:v>
                </c:pt>
                <c:pt idx="6073">
                  <c:v>1.3547100000000001</c:v>
                </c:pt>
                <c:pt idx="6074">
                  <c:v>1.35501</c:v>
                </c:pt>
                <c:pt idx="6075">
                  <c:v>1.3553200000000001</c:v>
                </c:pt>
                <c:pt idx="6076">
                  <c:v>1.3556299999999999</c:v>
                </c:pt>
                <c:pt idx="6077">
                  <c:v>1.3559300000000001</c:v>
                </c:pt>
                <c:pt idx="6078">
                  <c:v>1.3562399999999999</c:v>
                </c:pt>
                <c:pt idx="6079">
                  <c:v>1.3565400000000001</c:v>
                </c:pt>
                <c:pt idx="6080">
                  <c:v>1.3568499999999999</c:v>
                </c:pt>
                <c:pt idx="6081">
                  <c:v>1.3571500000000001</c:v>
                </c:pt>
                <c:pt idx="6082">
                  <c:v>1.3574600000000001</c:v>
                </c:pt>
                <c:pt idx="6083">
                  <c:v>1.3577600000000001</c:v>
                </c:pt>
                <c:pt idx="6084">
                  <c:v>1.3580700000000001</c:v>
                </c:pt>
                <c:pt idx="6085">
                  <c:v>1.3583700000000001</c:v>
                </c:pt>
                <c:pt idx="6086">
                  <c:v>1.3586800000000001</c:v>
                </c:pt>
                <c:pt idx="6087">
                  <c:v>1.3589800000000001</c:v>
                </c:pt>
                <c:pt idx="6088">
                  <c:v>1.3592900000000001</c:v>
                </c:pt>
                <c:pt idx="6089">
                  <c:v>1.3595999999999999</c:v>
                </c:pt>
                <c:pt idx="6090">
                  <c:v>1.3599000000000001</c:v>
                </c:pt>
                <c:pt idx="6091">
                  <c:v>1.3602099999999999</c:v>
                </c:pt>
                <c:pt idx="6092">
                  <c:v>1.3605100000000001</c:v>
                </c:pt>
                <c:pt idx="6093">
                  <c:v>1.3608199999999999</c:v>
                </c:pt>
                <c:pt idx="6094">
                  <c:v>1.3611200000000001</c:v>
                </c:pt>
                <c:pt idx="6095">
                  <c:v>1.3614299999999999</c:v>
                </c:pt>
                <c:pt idx="6096">
                  <c:v>1.3617300000000001</c:v>
                </c:pt>
                <c:pt idx="6097">
                  <c:v>1.3620399999999999</c:v>
                </c:pt>
                <c:pt idx="6098">
                  <c:v>1.3623400000000001</c:v>
                </c:pt>
                <c:pt idx="6099">
                  <c:v>1.3626499999999999</c:v>
                </c:pt>
                <c:pt idx="6100">
                  <c:v>1.3629500000000001</c:v>
                </c:pt>
                <c:pt idx="6101">
                  <c:v>1.3632599999999999</c:v>
                </c:pt>
                <c:pt idx="6102">
                  <c:v>1.3635699999999999</c:v>
                </c:pt>
                <c:pt idx="6103">
                  <c:v>1.3638699999999999</c:v>
                </c:pt>
                <c:pt idx="6104">
                  <c:v>1.3641799999999999</c:v>
                </c:pt>
                <c:pt idx="6105">
                  <c:v>1.3644799999999999</c:v>
                </c:pt>
                <c:pt idx="6106">
                  <c:v>1.3647899999999999</c:v>
                </c:pt>
                <c:pt idx="6107">
                  <c:v>1.3650899999999999</c:v>
                </c:pt>
                <c:pt idx="6108">
                  <c:v>1.3653999999999999</c:v>
                </c:pt>
                <c:pt idx="6109">
                  <c:v>1.3656999999999999</c:v>
                </c:pt>
                <c:pt idx="6110">
                  <c:v>1.3660099999999999</c:v>
                </c:pt>
                <c:pt idx="6111">
                  <c:v>1.3663099999999999</c:v>
                </c:pt>
                <c:pt idx="6112">
                  <c:v>1.3666199999999999</c:v>
                </c:pt>
                <c:pt idx="6113">
                  <c:v>1.36693</c:v>
                </c:pt>
                <c:pt idx="6114">
                  <c:v>1.3672299999999999</c:v>
                </c:pt>
                <c:pt idx="6115">
                  <c:v>1.36754</c:v>
                </c:pt>
                <c:pt idx="6116">
                  <c:v>1.3678399999999999</c:v>
                </c:pt>
                <c:pt idx="6117">
                  <c:v>1.36815</c:v>
                </c:pt>
                <c:pt idx="6118">
                  <c:v>1.3684499999999999</c:v>
                </c:pt>
                <c:pt idx="6119">
                  <c:v>1.36876</c:v>
                </c:pt>
                <c:pt idx="6120">
                  <c:v>1.3690599999999999</c:v>
                </c:pt>
                <c:pt idx="6121">
                  <c:v>1.36937</c:v>
                </c:pt>
                <c:pt idx="6122">
                  <c:v>1.3696699999999999</c:v>
                </c:pt>
                <c:pt idx="6123">
                  <c:v>1.36998</c:v>
                </c:pt>
                <c:pt idx="6124">
                  <c:v>1.3702799999999999</c:v>
                </c:pt>
                <c:pt idx="6125">
                  <c:v>1.37059</c:v>
                </c:pt>
                <c:pt idx="6126">
                  <c:v>1.3709</c:v>
                </c:pt>
                <c:pt idx="6127">
                  <c:v>1.3712</c:v>
                </c:pt>
                <c:pt idx="6128">
                  <c:v>1.37151</c:v>
                </c:pt>
                <c:pt idx="6129">
                  <c:v>1.37181</c:v>
                </c:pt>
                <c:pt idx="6130">
                  <c:v>1.37212</c:v>
                </c:pt>
                <c:pt idx="6131">
                  <c:v>1.37242</c:v>
                </c:pt>
                <c:pt idx="6132">
                  <c:v>1.37273</c:v>
                </c:pt>
                <c:pt idx="6133">
                  <c:v>1.37303</c:v>
                </c:pt>
                <c:pt idx="6134">
                  <c:v>1.37334</c:v>
                </c:pt>
                <c:pt idx="6135">
                  <c:v>1.37364</c:v>
                </c:pt>
                <c:pt idx="6136">
                  <c:v>1.37395</c:v>
                </c:pt>
                <c:pt idx="6137">
                  <c:v>1.37425</c:v>
                </c:pt>
                <c:pt idx="6138">
                  <c:v>1.37456</c:v>
                </c:pt>
                <c:pt idx="6139">
                  <c:v>1.37487</c:v>
                </c:pt>
                <c:pt idx="6140">
                  <c:v>1.37517</c:v>
                </c:pt>
                <c:pt idx="6141">
                  <c:v>1.37548</c:v>
                </c:pt>
                <c:pt idx="6142">
                  <c:v>1.37578</c:v>
                </c:pt>
                <c:pt idx="6143">
                  <c:v>1.37609</c:v>
                </c:pt>
                <c:pt idx="6144">
                  <c:v>1.37639</c:v>
                </c:pt>
                <c:pt idx="6145">
                  <c:v>1.3767</c:v>
                </c:pt>
                <c:pt idx="6146">
                  <c:v>1.377</c:v>
                </c:pt>
                <c:pt idx="6147">
                  <c:v>1.37731</c:v>
                </c:pt>
                <c:pt idx="6148">
                  <c:v>1.37761</c:v>
                </c:pt>
                <c:pt idx="6149">
                  <c:v>1.37792</c:v>
                </c:pt>
                <c:pt idx="6150">
                  <c:v>1.37822</c:v>
                </c:pt>
                <c:pt idx="6151">
                  <c:v>1.37853</c:v>
                </c:pt>
                <c:pt idx="6152">
                  <c:v>1.3788400000000001</c:v>
                </c:pt>
                <c:pt idx="6153">
                  <c:v>1.37914</c:v>
                </c:pt>
                <c:pt idx="6154">
                  <c:v>1.3794500000000001</c:v>
                </c:pt>
                <c:pt idx="6155">
                  <c:v>1.37975</c:v>
                </c:pt>
                <c:pt idx="6156">
                  <c:v>1.3800600000000001</c:v>
                </c:pt>
                <c:pt idx="6157">
                  <c:v>1.38036</c:v>
                </c:pt>
                <c:pt idx="6158">
                  <c:v>1.3806700000000001</c:v>
                </c:pt>
                <c:pt idx="6159">
                  <c:v>1.38097</c:v>
                </c:pt>
                <c:pt idx="6160">
                  <c:v>1.3812800000000001</c:v>
                </c:pt>
                <c:pt idx="6161">
                  <c:v>1.38158</c:v>
                </c:pt>
                <c:pt idx="6162">
                  <c:v>1.3818900000000001</c:v>
                </c:pt>
                <c:pt idx="6163">
                  <c:v>1.3822000000000001</c:v>
                </c:pt>
                <c:pt idx="6164">
                  <c:v>1.3825000000000001</c:v>
                </c:pt>
                <c:pt idx="6165">
                  <c:v>1.3828100000000001</c:v>
                </c:pt>
                <c:pt idx="6166">
                  <c:v>1.3831100000000001</c:v>
                </c:pt>
                <c:pt idx="6167">
                  <c:v>1.3834200000000001</c:v>
                </c:pt>
                <c:pt idx="6168">
                  <c:v>1.3837200000000001</c:v>
                </c:pt>
                <c:pt idx="6169">
                  <c:v>1.3840300000000001</c:v>
                </c:pt>
                <c:pt idx="6170">
                  <c:v>1.3843300000000001</c:v>
                </c:pt>
                <c:pt idx="6171">
                  <c:v>1.3846400000000001</c:v>
                </c:pt>
                <c:pt idx="6172">
                  <c:v>1.3849400000000001</c:v>
                </c:pt>
                <c:pt idx="6173">
                  <c:v>1.3852500000000001</c:v>
                </c:pt>
                <c:pt idx="6174">
                  <c:v>1.3855500000000001</c:v>
                </c:pt>
                <c:pt idx="6175">
                  <c:v>1.3858600000000001</c:v>
                </c:pt>
                <c:pt idx="6176">
                  <c:v>1.3861699999999999</c:v>
                </c:pt>
                <c:pt idx="6177">
                  <c:v>1.3864700000000001</c:v>
                </c:pt>
                <c:pt idx="6178">
                  <c:v>1.3867799999999999</c:v>
                </c:pt>
                <c:pt idx="6179">
                  <c:v>1.3870800000000001</c:v>
                </c:pt>
                <c:pt idx="6180">
                  <c:v>1.3873899999999999</c:v>
                </c:pt>
                <c:pt idx="6181">
                  <c:v>1.3876900000000001</c:v>
                </c:pt>
                <c:pt idx="6182">
                  <c:v>1.3879999999999999</c:v>
                </c:pt>
                <c:pt idx="6183">
                  <c:v>1.3883000000000001</c:v>
                </c:pt>
                <c:pt idx="6184">
                  <c:v>1.3886099999999999</c:v>
                </c:pt>
                <c:pt idx="6185">
                  <c:v>1.3889100000000001</c:v>
                </c:pt>
                <c:pt idx="6186">
                  <c:v>1.3892199999999999</c:v>
                </c:pt>
                <c:pt idx="6187">
                  <c:v>1.3895200000000001</c:v>
                </c:pt>
                <c:pt idx="6188">
                  <c:v>1.3898299999999999</c:v>
                </c:pt>
                <c:pt idx="6189">
                  <c:v>1.3901399999999999</c:v>
                </c:pt>
                <c:pt idx="6190">
                  <c:v>1.3904399999999999</c:v>
                </c:pt>
                <c:pt idx="6191">
                  <c:v>1.3907499999999999</c:v>
                </c:pt>
                <c:pt idx="6192">
                  <c:v>1.3910499999999999</c:v>
                </c:pt>
                <c:pt idx="6193">
                  <c:v>1.3913599999999999</c:v>
                </c:pt>
                <c:pt idx="6194">
                  <c:v>1.3916599999999999</c:v>
                </c:pt>
                <c:pt idx="6195">
                  <c:v>1.3919699999999999</c:v>
                </c:pt>
                <c:pt idx="6196">
                  <c:v>1.3922699999999999</c:v>
                </c:pt>
                <c:pt idx="6197">
                  <c:v>1.3925799999999999</c:v>
                </c:pt>
                <c:pt idx="6198">
                  <c:v>1.3928799999999999</c:v>
                </c:pt>
                <c:pt idx="6199">
                  <c:v>1.3931899999999999</c:v>
                </c:pt>
                <c:pt idx="6200">
                  <c:v>1.3934899999999999</c:v>
                </c:pt>
                <c:pt idx="6201">
                  <c:v>1.3937999999999999</c:v>
                </c:pt>
                <c:pt idx="6202">
                  <c:v>1.39411</c:v>
                </c:pt>
                <c:pt idx="6203">
                  <c:v>1.3944099999999999</c:v>
                </c:pt>
                <c:pt idx="6204">
                  <c:v>1.39472</c:v>
                </c:pt>
                <c:pt idx="6205">
                  <c:v>1.3950199999999999</c:v>
                </c:pt>
                <c:pt idx="6206">
                  <c:v>1.39533</c:v>
                </c:pt>
                <c:pt idx="6207">
                  <c:v>1.3956299999999999</c:v>
                </c:pt>
                <c:pt idx="6208">
                  <c:v>1.39594</c:v>
                </c:pt>
                <c:pt idx="6209">
                  <c:v>1.3962399999999999</c:v>
                </c:pt>
                <c:pt idx="6210">
                  <c:v>1.39655</c:v>
                </c:pt>
                <c:pt idx="6211">
                  <c:v>1.3968499999999999</c:v>
                </c:pt>
                <c:pt idx="6212">
                  <c:v>1.39716</c:v>
                </c:pt>
                <c:pt idx="6213">
                  <c:v>1.3974599999999999</c:v>
                </c:pt>
                <c:pt idx="6214">
                  <c:v>1.39777</c:v>
                </c:pt>
                <c:pt idx="6215">
                  <c:v>1.39808</c:v>
                </c:pt>
                <c:pt idx="6216">
                  <c:v>1.39838</c:v>
                </c:pt>
                <c:pt idx="6217">
                  <c:v>1.39869</c:v>
                </c:pt>
                <c:pt idx="6218">
                  <c:v>1.39899</c:v>
                </c:pt>
                <c:pt idx="6219">
                  <c:v>1.3993</c:v>
                </c:pt>
                <c:pt idx="6220">
                  <c:v>1.3996</c:v>
                </c:pt>
                <c:pt idx="6221">
                  <c:v>1.39991</c:v>
                </c:pt>
                <c:pt idx="6222">
                  <c:v>1.40021</c:v>
                </c:pt>
                <c:pt idx="6223">
                  <c:v>1.40052</c:v>
                </c:pt>
                <c:pt idx="6224">
                  <c:v>1.40082</c:v>
                </c:pt>
                <c:pt idx="6225">
                  <c:v>1.40113</c:v>
                </c:pt>
                <c:pt idx="6226">
                  <c:v>1.40144</c:v>
                </c:pt>
                <c:pt idx="6227">
                  <c:v>1.40174</c:v>
                </c:pt>
                <c:pt idx="6228">
                  <c:v>1.40205</c:v>
                </c:pt>
                <c:pt idx="6229">
                  <c:v>1.40235</c:v>
                </c:pt>
                <c:pt idx="6230">
                  <c:v>1.40266</c:v>
                </c:pt>
                <c:pt idx="6231">
                  <c:v>1.40296</c:v>
                </c:pt>
                <c:pt idx="6232">
                  <c:v>1.40327</c:v>
                </c:pt>
                <c:pt idx="6233">
                  <c:v>1.40357</c:v>
                </c:pt>
                <c:pt idx="6234">
                  <c:v>1.40388</c:v>
                </c:pt>
                <c:pt idx="6235">
                  <c:v>1.40418</c:v>
                </c:pt>
                <c:pt idx="6236">
                  <c:v>1.40449</c:v>
                </c:pt>
                <c:pt idx="6237">
                  <c:v>1.40479</c:v>
                </c:pt>
                <c:pt idx="6238">
                  <c:v>1.4051</c:v>
                </c:pt>
                <c:pt idx="6239">
                  <c:v>1.40541</c:v>
                </c:pt>
                <c:pt idx="6240">
                  <c:v>1.40571</c:v>
                </c:pt>
                <c:pt idx="6241">
                  <c:v>1.40602</c:v>
                </c:pt>
                <c:pt idx="6242">
                  <c:v>1.40632</c:v>
                </c:pt>
                <c:pt idx="6243">
                  <c:v>1.40663</c:v>
                </c:pt>
                <c:pt idx="6244">
                  <c:v>1.40693</c:v>
                </c:pt>
                <c:pt idx="6245">
                  <c:v>1.40724</c:v>
                </c:pt>
                <c:pt idx="6246">
                  <c:v>1.40754</c:v>
                </c:pt>
                <c:pt idx="6247">
                  <c:v>1.40785</c:v>
                </c:pt>
                <c:pt idx="6248">
                  <c:v>1.40815</c:v>
                </c:pt>
                <c:pt idx="6249">
                  <c:v>1.40846</c:v>
                </c:pt>
                <c:pt idx="6250">
                  <c:v>1.40876</c:v>
                </c:pt>
                <c:pt idx="6251">
                  <c:v>1.40907</c:v>
                </c:pt>
                <c:pt idx="6252">
                  <c:v>1.4093800000000001</c:v>
                </c:pt>
                <c:pt idx="6253">
                  <c:v>1.40968</c:v>
                </c:pt>
                <c:pt idx="6254">
                  <c:v>1.4099900000000001</c:v>
                </c:pt>
                <c:pt idx="6255">
                  <c:v>1.41029</c:v>
                </c:pt>
                <c:pt idx="6256">
                  <c:v>1.4106000000000001</c:v>
                </c:pt>
                <c:pt idx="6257">
                  <c:v>1.4109</c:v>
                </c:pt>
                <c:pt idx="6258">
                  <c:v>1.4112100000000001</c:v>
                </c:pt>
                <c:pt idx="6259">
                  <c:v>1.41151</c:v>
                </c:pt>
                <c:pt idx="6260">
                  <c:v>1.4118200000000001</c:v>
                </c:pt>
                <c:pt idx="6261">
                  <c:v>1.41212</c:v>
                </c:pt>
                <c:pt idx="6262">
                  <c:v>1.4124300000000001</c:v>
                </c:pt>
                <c:pt idx="6263">
                  <c:v>1.41273</c:v>
                </c:pt>
                <c:pt idx="6264">
                  <c:v>1.4130400000000001</c:v>
                </c:pt>
                <c:pt idx="6265">
                  <c:v>1.4133500000000001</c:v>
                </c:pt>
                <c:pt idx="6266">
                  <c:v>1.4136500000000001</c:v>
                </c:pt>
                <c:pt idx="6267">
                  <c:v>1.4139600000000001</c:v>
                </c:pt>
                <c:pt idx="6268">
                  <c:v>1.4142600000000001</c:v>
                </c:pt>
                <c:pt idx="6269">
                  <c:v>1.4145700000000001</c:v>
                </c:pt>
                <c:pt idx="6270">
                  <c:v>1.4148700000000001</c:v>
                </c:pt>
                <c:pt idx="6271">
                  <c:v>1.4151800000000001</c:v>
                </c:pt>
                <c:pt idx="6272">
                  <c:v>1.4154800000000001</c:v>
                </c:pt>
                <c:pt idx="6273">
                  <c:v>1.4157900000000001</c:v>
                </c:pt>
                <c:pt idx="6274">
                  <c:v>1.4160900000000001</c:v>
                </c:pt>
                <c:pt idx="6275">
                  <c:v>1.4164000000000001</c:v>
                </c:pt>
                <c:pt idx="6276">
                  <c:v>1.4167000000000001</c:v>
                </c:pt>
                <c:pt idx="6277">
                  <c:v>1.4170100000000001</c:v>
                </c:pt>
                <c:pt idx="6278">
                  <c:v>1.4173199999999999</c:v>
                </c:pt>
                <c:pt idx="6279">
                  <c:v>1.4176200000000001</c:v>
                </c:pt>
                <c:pt idx="6280">
                  <c:v>1.4179299999999999</c:v>
                </c:pt>
                <c:pt idx="6281">
                  <c:v>1.4182300000000001</c:v>
                </c:pt>
                <c:pt idx="6282">
                  <c:v>1.4185399999999999</c:v>
                </c:pt>
                <c:pt idx="6283">
                  <c:v>1.4188400000000001</c:v>
                </c:pt>
                <c:pt idx="6284">
                  <c:v>1.4191499999999999</c:v>
                </c:pt>
                <c:pt idx="6285">
                  <c:v>1.4194500000000001</c:v>
                </c:pt>
                <c:pt idx="6286">
                  <c:v>1.4197599999999999</c:v>
                </c:pt>
                <c:pt idx="6287">
                  <c:v>1.4200600000000001</c:v>
                </c:pt>
                <c:pt idx="6288">
                  <c:v>1.4203699999999999</c:v>
                </c:pt>
                <c:pt idx="6289">
                  <c:v>1.4206799999999999</c:v>
                </c:pt>
                <c:pt idx="6290">
                  <c:v>1.4209799999999999</c:v>
                </c:pt>
                <c:pt idx="6291">
                  <c:v>1.4212899999999999</c:v>
                </c:pt>
                <c:pt idx="6292">
                  <c:v>1.4215899999999999</c:v>
                </c:pt>
                <c:pt idx="6293">
                  <c:v>1.4218999999999999</c:v>
                </c:pt>
                <c:pt idx="6294">
                  <c:v>1.4221999999999999</c:v>
                </c:pt>
                <c:pt idx="6295">
                  <c:v>1.4225099999999999</c:v>
                </c:pt>
                <c:pt idx="6296">
                  <c:v>1.4228099999999999</c:v>
                </c:pt>
                <c:pt idx="6297">
                  <c:v>1.4231199999999999</c:v>
                </c:pt>
                <c:pt idx="6298">
                  <c:v>1.4234199999999999</c:v>
                </c:pt>
                <c:pt idx="6299">
                  <c:v>1.4237299999999999</c:v>
                </c:pt>
                <c:pt idx="6300">
                  <c:v>1.4240299999999999</c:v>
                </c:pt>
                <c:pt idx="6301">
                  <c:v>1.4243399999999999</c:v>
                </c:pt>
                <c:pt idx="6302">
                  <c:v>1.42465</c:v>
                </c:pt>
                <c:pt idx="6303">
                  <c:v>1.4249499999999999</c:v>
                </c:pt>
                <c:pt idx="6304">
                  <c:v>1.42526</c:v>
                </c:pt>
                <c:pt idx="6305">
                  <c:v>1.4255599999999999</c:v>
                </c:pt>
                <c:pt idx="6306">
                  <c:v>1.42587</c:v>
                </c:pt>
                <c:pt idx="6307">
                  <c:v>1.4261699999999999</c:v>
                </c:pt>
                <c:pt idx="6308">
                  <c:v>1.42648</c:v>
                </c:pt>
                <c:pt idx="6309">
                  <c:v>1.4267799999999999</c:v>
                </c:pt>
                <c:pt idx="6310">
                  <c:v>1.42709</c:v>
                </c:pt>
                <c:pt idx="6311">
                  <c:v>1.4273899999999999</c:v>
                </c:pt>
                <c:pt idx="6312">
                  <c:v>1.4277</c:v>
                </c:pt>
                <c:pt idx="6313">
                  <c:v>1.4279999999999999</c:v>
                </c:pt>
                <c:pt idx="6314">
                  <c:v>1.42831</c:v>
                </c:pt>
                <c:pt idx="6315">
                  <c:v>1.42862</c:v>
                </c:pt>
                <c:pt idx="6316">
                  <c:v>1.42892</c:v>
                </c:pt>
                <c:pt idx="6317">
                  <c:v>1.42923</c:v>
                </c:pt>
                <c:pt idx="6318">
                  <c:v>1.42953</c:v>
                </c:pt>
                <c:pt idx="6319">
                  <c:v>1.42984</c:v>
                </c:pt>
                <c:pt idx="6320">
                  <c:v>1.43014</c:v>
                </c:pt>
                <c:pt idx="6321">
                  <c:v>1.43045</c:v>
                </c:pt>
                <c:pt idx="6322">
                  <c:v>1.43075</c:v>
                </c:pt>
                <c:pt idx="6323">
                  <c:v>1.43106</c:v>
                </c:pt>
                <c:pt idx="6324">
                  <c:v>1.43136</c:v>
                </c:pt>
                <c:pt idx="6325">
                  <c:v>1.43167</c:v>
                </c:pt>
                <c:pt idx="6326">
                  <c:v>1.43197</c:v>
                </c:pt>
                <c:pt idx="6327">
                  <c:v>1.43228</c:v>
                </c:pt>
                <c:pt idx="6328">
                  <c:v>1.43259</c:v>
                </c:pt>
                <c:pt idx="6329">
                  <c:v>1.43289</c:v>
                </c:pt>
                <c:pt idx="6330">
                  <c:v>1.4332</c:v>
                </c:pt>
                <c:pt idx="6331">
                  <c:v>1.4335</c:v>
                </c:pt>
                <c:pt idx="6332">
                  <c:v>1.43381</c:v>
                </c:pt>
                <c:pt idx="6333">
                  <c:v>1.43411</c:v>
                </c:pt>
                <c:pt idx="6334">
                  <c:v>1.43442</c:v>
                </c:pt>
                <c:pt idx="6335">
                  <c:v>1.43472</c:v>
                </c:pt>
                <c:pt idx="6336">
                  <c:v>1.43503</c:v>
                </c:pt>
                <c:pt idx="6337">
                  <c:v>1.43533</c:v>
                </c:pt>
                <c:pt idx="6338">
                  <c:v>1.43564</c:v>
                </c:pt>
                <c:pt idx="6339">
                  <c:v>1.4359500000000001</c:v>
                </c:pt>
                <c:pt idx="6340">
                  <c:v>1.43625</c:v>
                </c:pt>
                <c:pt idx="6341">
                  <c:v>1.4365600000000001</c:v>
                </c:pt>
                <c:pt idx="6342">
                  <c:v>1.43686</c:v>
                </c:pt>
                <c:pt idx="6343">
                  <c:v>1.4371700000000001</c:v>
                </c:pt>
                <c:pt idx="6344">
                  <c:v>1.43747</c:v>
                </c:pt>
                <c:pt idx="6345">
                  <c:v>1.4377800000000001</c:v>
                </c:pt>
                <c:pt idx="6346">
                  <c:v>1.43808</c:v>
                </c:pt>
                <c:pt idx="6347">
                  <c:v>1.4383900000000001</c:v>
                </c:pt>
                <c:pt idx="6348">
                  <c:v>1.43869</c:v>
                </c:pt>
                <c:pt idx="6349">
                  <c:v>1.4390000000000001</c:v>
                </c:pt>
                <c:pt idx="6350">
                  <c:v>1.4393</c:v>
                </c:pt>
                <c:pt idx="6351">
                  <c:v>1.4396100000000001</c:v>
                </c:pt>
                <c:pt idx="6352">
                  <c:v>1.4399200000000001</c:v>
                </c:pt>
                <c:pt idx="6353">
                  <c:v>1.4402200000000001</c:v>
                </c:pt>
                <c:pt idx="6354">
                  <c:v>1.4405300000000001</c:v>
                </c:pt>
                <c:pt idx="6355">
                  <c:v>1.4408300000000001</c:v>
                </c:pt>
                <c:pt idx="6356">
                  <c:v>1.4411400000000001</c:v>
                </c:pt>
                <c:pt idx="6357">
                  <c:v>1.4414400000000001</c:v>
                </c:pt>
                <c:pt idx="6358">
                  <c:v>1.4417500000000001</c:v>
                </c:pt>
                <c:pt idx="6359">
                  <c:v>1.4420500000000001</c:v>
                </c:pt>
                <c:pt idx="6360">
                  <c:v>1.4423600000000001</c:v>
                </c:pt>
                <c:pt idx="6361">
                  <c:v>1.4426600000000001</c:v>
                </c:pt>
                <c:pt idx="6362">
                  <c:v>1.4429700000000001</c:v>
                </c:pt>
                <c:pt idx="6363">
                  <c:v>1.4432700000000001</c:v>
                </c:pt>
                <c:pt idx="6364">
                  <c:v>1.4435800000000001</c:v>
                </c:pt>
                <c:pt idx="6365">
                  <c:v>1.4438899999999999</c:v>
                </c:pt>
                <c:pt idx="6366">
                  <c:v>1.4441900000000001</c:v>
                </c:pt>
                <c:pt idx="6367">
                  <c:v>1.4444999999999999</c:v>
                </c:pt>
                <c:pt idx="6368">
                  <c:v>1.4448000000000001</c:v>
                </c:pt>
                <c:pt idx="6369">
                  <c:v>1.4451099999999999</c:v>
                </c:pt>
                <c:pt idx="6370">
                  <c:v>1.4454100000000001</c:v>
                </c:pt>
                <c:pt idx="6371">
                  <c:v>1.4457199999999999</c:v>
                </c:pt>
                <c:pt idx="6372">
                  <c:v>1.4460200000000001</c:v>
                </c:pt>
                <c:pt idx="6373">
                  <c:v>1.4463299999999999</c:v>
                </c:pt>
                <c:pt idx="6374">
                  <c:v>1.4466300000000001</c:v>
                </c:pt>
                <c:pt idx="6375">
                  <c:v>1.4469399999999999</c:v>
                </c:pt>
                <c:pt idx="6376">
                  <c:v>1.4472400000000001</c:v>
                </c:pt>
                <c:pt idx="6377">
                  <c:v>1.4475499999999999</c:v>
                </c:pt>
                <c:pt idx="6378">
                  <c:v>1.4478599999999999</c:v>
                </c:pt>
                <c:pt idx="6379">
                  <c:v>1.4481599999999999</c:v>
                </c:pt>
                <c:pt idx="6380">
                  <c:v>1.4484699999999999</c:v>
                </c:pt>
                <c:pt idx="6381">
                  <c:v>1.4487699999999999</c:v>
                </c:pt>
                <c:pt idx="6382">
                  <c:v>1.4490799999999999</c:v>
                </c:pt>
                <c:pt idx="6383">
                  <c:v>1.4493799999999999</c:v>
                </c:pt>
                <c:pt idx="6384">
                  <c:v>1.4496899999999999</c:v>
                </c:pt>
                <c:pt idx="6385">
                  <c:v>1.4499899999999999</c:v>
                </c:pt>
                <c:pt idx="6386">
                  <c:v>1.4502999999999999</c:v>
                </c:pt>
                <c:pt idx="6387">
                  <c:v>1.4505999999999999</c:v>
                </c:pt>
                <c:pt idx="6388">
                  <c:v>1.4509099999999999</c:v>
                </c:pt>
                <c:pt idx="6389">
                  <c:v>1.4512100000000001</c:v>
                </c:pt>
                <c:pt idx="6390">
                  <c:v>1.4515199999999999</c:v>
                </c:pt>
                <c:pt idx="6391">
                  <c:v>1.45183</c:v>
                </c:pt>
                <c:pt idx="6392">
                  <c:v>1.4521299999999999</c:v>
                </c:pt>
                <c:pt idx="6393">
                  <c:v>1.45244</c:v>
                </c:pt>
                <c:pt idx="6394">
                  <c:v>1.4527399999999999</c:v>
                </c:pt>
                <c:pt idx="6395">
                  <c:v>1.45305</c:v>
                </c:pt>
                <c:pt idx="6396">
                  <c:v>1.4533499999999999</c:v>
                </c:pt>
                <c:pt idx="6397">
                  <c:v>1.45366</c:v>
                </c:pt>
                <c:pt idx="6398">
                  <c:v>1.4539599999999999</c:v>
                </c:pt>
                <c:pt idx="6399">
                  <c:v>1.45427</c:v>
                </c:pt>
                <c:pt idx="6400">
                  <c:v>1.4545699999999999</c:v>
                </c:pt>
                <c:pt idx="6401">
                  <c:v>1.45488</c:v>
                </c:pt>
                <c:pt idx="6402">
                  <c:v>1.45519</c:v>
                </c:pt>
                <c:pt idx="6403">
                  <c:v>1.45549</c:v>
                </c:pt>
                <c:pt idx="6404">
                  <c:v>1.4558</c:v>
                </c:pt>
                <c:pt idx="6405">
                  <c:v>1.4560999999999999</c:v>
                </c:pt>
                <c:pt idx="6406">
                  <c:v>1.45641</c:v>
                </c:pt>
                <c:pt idx="6407">
                  <c:v>1.4567099999999999</c:v>
                </c:pt>
                <c:pt idx="6408">
                  <c:v>1.45702</c:v>
                </c:pt>
                <c:pt idx="6409">
                  <c:v>1.4573199999999999</c:v>
                </c:pt>
                <c:pt idx="6410">
                  <c:v>1.45763</c:v>
                </c:pt>
                <c:pt idx="6411">
                  <c:v>1.4579299999999999</c:v>
                </c:pt>
                <c:pt idx="6412">
                  <c:v>1.45824</c:v>
                </c:pt>
                <c:pt idx="6413">
                  <c:v>1.4585399999999999</c:v>
                </c:pt>
                <c:pt idx="6414">
                  <c:v>1.45885</c:v>
                </c:pt>
                <c:pt idx="6415">
                  <c:v>1.45916</c:v>
                </c:pt>
                <c:pt idx="6416">
                  <c:v>1.45946</c:v>
                </c:pt>
                <c:pt idx="6417">
                  <c:v>1.45977</c:v>
                </c:pt>
                <c:pt idx="6418">
                  <c:v>1.46007</c:v>
                </c:pt>
                <c:pt idx="6419">
                  <c:v>1.46038</c:v>
                </c:pt>
                <c:pt idx="6420">
                  <c:v>1.46068</c:v>
                </c:pt>
                <c:pt idx="6421">
                  <c:v>1.46099</c:v>
                </c:pt>
                <c:pt idx="6422">
                  <c:v>1.46129</c:v>
                </c:pt>
                <c:pt idx="6423">
                  <c:v>1.4616</c:v>
                </c:pt>
                <c:pt idx="6424">
                  <c:v>1.4619</c:v>
                </c:pt>
                <c:pt idx="6425">
                  <c:v>1.46221</c:v>
                </c:pt>
                <c:pt idx="6426">
                  <c:v>1.46251</c:v>
                </c:pt>
                <c:pt idx="6427">
                  <c:v>1.46282</c:v>
                </c:pt>
                <c:pt idx="6428">
                  <c:v>1.46313</c:v>
                </c:pt>
                <c:pt idx="6429">
                  <c:v>1.46343</c:v>
                </c:pt>
                <c:pt idx="6430">
                  <c:v>1.46374</c:v>
                </c:pt>
                <c:pt idx="6431">
                  <c:v>1.46404</c:v>
                </c:pt>
                <c:pt idx="6432">
                  <c:v>1.46435</c:v>
                </c:pt>
                <c:pt idx="6433">
                  <c:v>1.46465</c:v>
                </c:pt>
                <c:pt idx="6434">
                  <c:v>1.46496</c:v>
                </c:pt>
                <c:pt idx="6435">
                  <c:v>1.46526</c:v>
                </c:pt>
                <c:pt idx="6436">
                  <c:v>1.46557</c:v>
                </c:pt>
                <c:pt idx="6437">
                  <c:v>1.46587</c:v>
                </c:pt>
                <c:pt idx="6438">
                  <c:v>1.46618</c:v>
                </c:pt>
                <c:pt idx="6439">
                  <c:v>1.46648</c:v>
                </c:pt>
                <c:pt idx="6440">
                  <c:v>1.46679</c:v>
                </c:pt>
                <c:pt idx="6441">
                  <c:v>1.4671000000000001</c:v>
                </c:pt>
                <c:pt idx="6442">
                  <c:v>1.4674</c:v>
                </c:pt>
                <c:pt idx="6443">
                  <c:v>1.4677100000000001</c:v>
                </c:pt>
                <c:pt idx="6444">
                  <c:v>1.46801</c:v>
                </c:pt>
                <c:pt idx="6445">
                  <c:v>1.4683200000000001</c:v>
                </c:pt>
                <c:pt idx="6446">
                  <c:v>1.46862</c:v>
                </c:pt>
                <c:pt idx="6447">
                  <c:v>1.4689300000000001</c:v>
                </c:pt>
                <c:pt idx="6448">
                  <c:v>1.46923</c:v>
                </c:pt>
                <c:pt idx="6449">
                  <c:v>1.4695400000000001</c:v>
                </c:pt>
                <c:pt idx="6450">
                  <c:v>1.46984</c:v>
                </c:pt>
                <c:pt idx="6451">
                  <c:v>1.4701500000000001</c:v>
                </c:pt>
                <c:pt idx="6452">
                  <c:v>1.47045</c:v>
                </c:pt>
                <c:pt idx="6453">
                  <c:v>1.4707600000000001</c:v>
                </c:pt>
                <c:pt idx="6454">
                  <c:v>1.4710700000000001</c:v>
                </c:pt>
                <c:pt idx="6455">
                  <c:v>1.4713700000000001</c:v>
                </c:pt>
                <c:pt idx="6456">
                  <c:v>1.4716800000000001</c:v>
                </c:pt>
                <c:pt idx="6457">
                  <c:v>1.4719800000000001</c:v>
                </c:pt>
                <c:pt idx="6458">
                  <c:v>1.4722900000000001</c:v>
                </c:pt>
                <c:pt idx="6459">
                  <c:v>1.4725900000000001</c:v>
                </c:pt>
                <c:pt idx="6460">
                  <c:v>1.4729000000000001</c:v>
                </c:pt>
                <c:pt idx="6461">
                  <c:v>1.4732000000000001</c:v>
                </c:pt>
                <c:pt idx="6462">
                  <c:v>1.4735100000000001</c:v>
                </c:pt>
                <c:pt idx="6463">
                  <c:v>1.4738100000000001</c:v>
                </c:pt>
                <c:pt idx="6464">
                  <c:v>1.4741200000000001</c:v>
                </c:pt>
                <c:pt idx="6465">
                  <c:v>1.4744299999999999</c:v>
                </c:pt>
                <c:pt idx="6466">
                  <c:v>1.4747300000000001</c:v>
                </c:pt>
                <c:pt idx="6467">
                  <c:v>1.4750399999999999</c:v>
                </c:pt>
                <c:pt idx="6468">
                  <c:v>1.4753400000000001</c:v>
                </c:pt>
                <c:pt idx="6469">
                  <c:v>1.4756499999999999</c:v>
                </c:pt>
                <c:pt idx="6470">
                  <c:v>1.4759500000000001</c:v>
                </c:pt>
                <c:pt idx="6471">
                  <c:v>1.4762599999999999</c:v>
                </c:pt>
                <c:pt idx="6472">
                  <c:v>1.4765600000000001</c:v>
                </c:pt>
                <c:pt idx="6473">
                  <c:v>1.4768699999999999</c:v>
                </c:pt>
                <c:pt idx="6474">
                  <c:v>1.4771700000000001</c:v>
                </c:pt>
                <c:pt idx="6475">
                  <c:v>1.4774799999999999</c:v>
                </c:pt>
                <c:pt idx="6476">
                  <c:v>1.4777800000000001</c:v>
                </c:pt>
                <c:pt idx="6477">
                  <c:v>1.4780899999999999</c:v>
                </c:pt>
                <c:pt idx="6478">
                  <c:v>1.4783999999999999</c:v>
                </c:pt>
                <c:pt idx="6479">
                  <c:v>1.4786999999999999</c:v>
                </c:pt>
                <c:pt idx="6480">
                  <c:v>1.4790099999999999</c:v>
                </c:pt>
                <c:pt idx="6481">
                  <c:v>1.4793099999999999</c:v>
                </c:pt>
                <c:pt idx="6482">
                  <c:v>1.4796199999999999</c:v>
                </c:pt>
                <c:pt idx="6483">
                  <c:v>1.4799199999999999</c:v>
                </c:pt>
                <c:pt idx="6484">
                  <c:v>1.4802299999999999</c:v>
                </c:pt>
                <c:pt idx="6485">
                  <c:v>1.4805299999999999</c:v>
                </c:pt>
                <c:pt idx="6486">
                  <c:v>1.4808399999999999</c:v>
                </c:pt>
                <c:pt idx="6487">
                  <c:v>1.4811399999999999</c:v>
                </c:pt>
                <c:pt idx="6488">
                  <c:v>1.4814499999999999</c:v>
                </c:pt>
                <c:pt idx="6489">
                  <c:v>1.4817499999999999</c:v>
                </c:pt>
                <c:pt idx="6490">
                  <c:v>1.4820599999999999</c:v>
                </c:pt>
                <c:pt idx="6491">
                  <c:v>1.48237</c:v>
                </c:pt>
                <c:pt idx="6492">
                  <c:v>1.4826699999999999</c:v>
                </c:pt>
                <c:pt idx="6493">
                  <c:v>1.48298</c:v>
                </c:pt>
                <c:pt idx="6494">
                  <c:v>1.4832799999999999</c:v>
                </c:pt>
                <c:pt idx="6495">
                  <c:v>1.48359</c:v>
                </c:pt>
                <c:pt idx="6496">
                  <c:v>1.4838899999999999</c:v>
                </c:pt>
                <c:pt idx="6497">
                  <c:v>1.4842</c:v>
                </c:pt>
                <c:pt idx="6498">
                  <c:v>1.4844999999999999</c:v>
                </c:pt>
                <c:pt idx="6499">
                  <c:v>1.48481</c:v>
                </c:pt>
                <c:pt idx="6500">
                  <c:v>1.4851099999999999</c:v>
                </c:pt>
                <c:pt idx="6501">
                  <c:v>1.48542</c:v>
                </c:pt>
                <c:pt idx="6502">
                  <c:v>1.4857199999999999</c:v>
                </c:pt>
                <c:pt idx="6503">
                  <c:v>1.48603</c:v>
                </c:pt>
                <c:pt idx="6504">
                  <c:v>1.48634</c:v>
                </c:pt>
                <c:pt idx="6505">
                  <c:v>1.48664</c:v>
                </c:pt>
                <c:pt idx="6506">
                  <c:v>1.48695</c:v>
                </c:pt>
                <c:pt idx="6507">
                  <c:v>1.48725</c:v>
                </c:pt>
                <c:pt idx="6508">
                  <c:v>1.48756</c:v>
                </c:pt>
                <c:pt idx="6509">
                  <c:v>1.48786</c:v>
                </c:pt>
                <c:pt idx="6510">
                  <c:v>1.48817</c:v>
                </c:pt>
                <c:pt idx="6511">
                  <c:v>1.48847</c:v>
                </c:pt>
                <c:pt idx="6512">
                  <c:v>1.48878</c:v>
                </c:pt>
                <c:pt idx="6513">
                  <c:v>1.48908</c:v>
                </c:pt>
                <c:pt idx="6514">
                  <c:v>1.48939</c:v>
                </c:pt>
                <c:pt idx="6515">
                  <c:v>1.4897</c:v>
                </c:pt>
                <c:pt idx="6516">
                  <c:v>1.49</c:v>
                </c:pt>
                <c:pt idx="6517">
                  <c:v>1.49031</c:v>
                </c:pt>
                <c:pt idx="6518">
                  <c:v>1.49061</c:v>
                </c:pt>
                <c:pt idx="6519">
                  <c:v>1.49092</c:v>
                </c:pt>
                <c:pt idx="6520">
                  <c:v>1.49122</c:v>
                </c:pt>
                <c:pt idx="6521">
                  <c:v>1.49153</c:v>
                </c:pt>
                <c:pt idx="6522">
                  <c:v>1.49183</c:v>
                </c:pt>
                <c:pt idx="6523">
                  <c:v>1.49214</c:v>
                </c:pt>
                <c:pt idx="6524">
                  <c:v>1.49244</c:v>
                </c:pt>
                <c:pt idx="6525">
                  <c:v>1.49275</c:v>
                </c:pt>
                <c:pt idx="6526">
                  <c:v>1.49305</c:v>
                </c:pt>
                <c:pt idx="6527">
                  <c:v>1.49336</c:v>
                </c:pt>
                <c:pt idx="6528">
                  <c:v>1.4936700000000001</c:v>
                </c:pt>
                <c:pt idx="6529">
                  <c:v>1.49397</c:v>
                </c:pt>
                <c:pt idx="6530">
                  <c:v>1.4942800000000001</c:v>
                </c:pt>
                <c:pt idx="6531">
                  <c:v>1.49458</c:v>
                </c:pt>
                <c:pt idx="6532">
                  <c:v>1.4948900000000001</c:v>
                </c:pt>
                <c:pt idx="6533">
                  <c:v>1.49519</c:v>
                </c:pt>
                <c:pt idx="6534">
                  <c:v>1.4955000000000001</c:v>
                </c:pt>
                <c:pt idx="6535">
                  <c:v>1.4958</c:v>
                </c:pt>
                <c:pt idx="6536">
                  <c:v>1.4961100000000001</c:v>
                </c:pt>
                <c:pt idx="6537">
                  <c:v>1.49641</c:v>
                </c:pt>
                <c:pt idx="6538">
                  <c:v>1.4967200000000001</c:v>
                </c:pt>
                <c:pt idx="6539">
                  <c:v>1.49702</c:v>
                </c:pt>
                <c:pt idx="6540">
                  <c:v>1.49733</c:v>
                </c:pt>
                <c:pt idx="6541">
                  <c:v>1.4976400000000001</c:v>
                </c:pt>
                <c:pt idx="6542">
                  <c:v>1.49794</c:v>
                </c:pt>
                <c:pt idx="6543">
                  <c:v>1.4982500000000001</c:v>
                </c:pt>
                <c:pt idx="6544">
                  <c:v>1.49855</c:v>
                </c:pt>
                <c:pt idx="6545">
                  <c:v>1.4988600000000001</c:v>
                </c:pt>
                <c:pt idx="6546">
                  <c:v>1.49916</c:v>
                </c:pt>
                <c:pt idx="6547">
                  <c:v>1.4994700000000001</c:v>
                </c:pt>
                <c:pt idx="6548">
                  <c:v>1.49977</c:v>
                </c:pt>
                <c:pt idx="6549">
                  <c:v>1.5000800000000001</c:v>
                </c:pt>
                <c:pt idx="6550">
                  <c:v>1.50038</c:v>
                </c:pt>
                <c:pt idx="6551">
                  <c:v>1.5006900000000001</c:v>
                </c:pt>
                <c:pt idx="6552">
                  <c:v>1.50099</c:v>
                </c:pt>
                <c:pt idx="6553">
                  <c:v>1.5013000000000001</c:v>
                </c:pt>
                <c:pt idx="6554">
                  <c:v>1.5016099999999999</c:v>
                </c:pt>
                <c:pt idx="6555">
                  <c:v>1.5019100000000001</c:v>
                </c:pt>
                <c:pt idx="6556">
                  <c:v>1.5022200000000001</c:v>
                </c:pt>
                <c:pt idx="6557">
                  <c:v>1.5025200000000001</c:v>
                </c:pt>
                <c:pt idx="6558">
                  <c:v>1.5028300000000001</c:v>
                </c:pt>
                <c:pt idx="6559">
                  <c:v>1.5031300000000001</c:v>
                </c:pt>
                <c:pt idx="6560">
                  <c:v>1.5034400000000001</c:v>
                </c:pt>
                <c:pt idx="6561">
                  <c:v>1.5037400000000001</c:v>
                </c:pt>
                <c:pt idx="6562">
                  <c:v>1.5040500000000001</c:v>
                </c:pt>
                <c:pt idx="6563">
                  <c:v>1.5043500000000001</c:v>
                </c:pt>
                <c:pt idx="6564">
                  <c:v>1.5046600000000001</c:v>
                </c:pt>
                <c:pt idx="6565">
                  <c:v>1.5049600000000001</c:v>
                </c:pt>
                <c:pt idx="6566">
                  <c:v>1.5052700000000001</c:v>
                </c:pt>
                <c:pt idx="6567">
                  <c:v>1.5055799999999999</c:v>
                </c:pt>
                <c:pt idx="6568">
                  <c:v>1.5058800000000001</c:v>
                </c:pt>
                <c:pt idx="6569">
                  <c:v>1.5061899999999999</c:v>
                </c:pt>
                <c:pt idx="6570">
                  <c:v>1.5064900000000001</c:v>
                </c:pt>
                <c:pt idx="6571">
                  <c:v>1.5067999999999999</c:v>
                </c:pt>
                <c:pt idx="6572">
                  <c:v>1.5071000000000001</c:v>
                </c:pt>
                <c:pt idx="6573">
                  <c:v>1.5074099999999999</c:v>
                </c:pt>
                <c:pt idx="6574">
                  <c:v>1.5077100000000001</c:v>
                </c:pt>
                <c:pt idx="6575">
                  <c:v>1.5080199999999999</c:v>
                </c:pt>
                <c:pt idx="6576">
                  <c:v>1.5083200000000001</c:v>
                </c:pt>
                <c:pt idx="6577">
                  <c:v>1.5086299999999999</c:v>
                </c:pt>
                <c:pt idx="6578">
                  <c:v>1.5089399999999999</c:v>
                </c:pt>
                <c:pt idx="6579">
                  <c:v>1.5092399999999999</c:v>
                </c:pt>
                <c:pt idx="6580">
                  <c:v>1.5095499999999999</c:v>
                </c:pt>
                <c:pt idx="6581">
                  <c:v>1.5098499999999999</c:v>
                </c:pt>
                <c:pt idx="6582">
                  <c:v>1.5101599999999999</c:v>
                </c:pt>
                <c:pt idx="6583">
                  <c:v>1.5104599999999999</c:v>
                </c:pt>
                <c:pt idx="6584">
                  <c:v>1.5107699999999999</c:v>
                </c:pt>
                <c:pt idx="6585">
                  <c:v>1.5110699999999999</c:v>
                </c:pt>
                <c:pt idx="6586">
                  <c:v>1.5113799999999999</c:v>
                </c:pt>
                <c:pt idx="6587">
                  <c:v>1.5116799999999999</c:v>
                </c:pt>
                <c:pt idx="6588">
                  <c:v>1.5119899999999999</c:v>
                </c:pt>
                <c:pt idx="6589">
                  <c:v>1.5122899999999999</c:v>
                </c:pt>
                <c:pt idx="6590">
                  <c:v>1.5125999999999999</c:v>
                </c:pt>
                <c:pt idx="6591">
                  <c:v>1.51291</c:v>
                </c:pt>
                <c:pt idx="6592">
                  <c:v>1.5132099999999999</c:v>
                </c:pt>
                <c:pt idx="6593">
                  <c:v>1.51352</c:v>
                </c:pt>
                <c:pt idx="6594">
                  <c:v>1.5138199999999999</c:v>
                </c:pt>
                <c:pt idx="6595">
                  <c:v>1.51413</c:v>
                </c:pt>
                <c:pt idx="6596">
                  <c:v>1.5144299999999999</c:v>
                </c:pt>
                <c:pt idx="6597">
                  <c:v>1.51474</c:v>
                </c:pt>
                <c:pt idx="6598">
                  <c:v>1.5150399999999999</c:v>
                </c:pt>
                <c:pt idx="6599">
                  <c:v>1.51535</c:v>
                </c:pt>
                <c:pt idx="6600">
                  <c:v>1.5156499999999999</c:v>
                </c:pt>
                <c:pt idx="6601">
                  <c:v>1.51596</c:v>
                </c:pt>
                <c:pt idx="6602">
                  <c:v>1.5162599999999999</c:v>
                </c:pt>
                <c:pt idx="6603">
                  <c:v>1.51657</c:v>
                </c:pt>
                <c:pt idx="6604">
                  <c:v>1.51688</c:v>
                </c:pt>
                <c:pt idx="6605">
                  <c:v>1.51718</c:v>
                </c:pt>
                <c:pt idx="6606">
                  <c:v>1.51749</c:v>
                </c:pt>
                <c:pt idx="6607">
                  <c:v>1.51779</c:v>
                </c:pt>
                <c:pt idx="6608">
                  <c:v>1.5181</c:v>
                </c:pt>
                <c:pt idx="6609">
                  <c:v>1.5184</c:v>
                </c:pt>
                <c:pt idx="6610">
                  <c:v>1.51871</c:v>
                </c:pt>
                <c:pt idx="6611">
                  <c:v>1.51901</c:v>
                </c:pt>
                <c:pt idx="6612">
                  <c:v>1.51932</c:v>
                </c:pt>
                <c:pt idx="6613">
                  <c:v>1.51962</c:v>
                </c:pt>
                <c:pt idx="6614">
                  <c:v>1.51993</c:v>
                </c:pt>
                <c:pt idx="6615">
                  <c:v>1.52023</c:v>
                </c:pt>
                <c:pt idx="6616">
                  <c:v>1.52054</c:v>
                </c:pt>
                <c:pt idx="6617">
                  <c:v>1.52085</c:v>
                </c:pt>
                <c:pt idx="6618">
                  <c:v>1.52115</c:v>
                </c:pt>
                <c:pt idx="6619">
                  <c:v>1.52146</c:v>
                </c:pt>
                <c:pt idx="6620">
                  <c:v>1.52176</c:v>
                </c:pt>
                <c:pt idx="6621">
                  <c:v>1.52207</c:v>
                </c:pt>
                <c:pt idx="6622">
                  <c:v>1.52237</c:v>
                </c:pt>
                <c:pt idx="6623">
                  <c:v>1.52268</c:v>
                </c:pt>
                <c:pt idx="6624">
                  <c:v>1.52298</c:v>
                </c:pt>
                <c:pt idx="6625">
                  <c:v>1.52329</c:v>
                </c:pt>
                <c:pt idx="6626">
                  <c:v>1.52359</c:v>
                </c:pt>
                <c:pt idx="6627">
                  <c:v>1.5239</c:v>
                </c:pt>
                <c:pt idx="6628">
                  <c:v>1.5242</c:v>
                </c:pt>
                <c:pt idx="6629">
                  <c:v>1.52451</c:v>
                </c:pt>
                <c:pt idx="6630">
                  <c:v>1.5248200000000001</c:v>
                </c:pt>
                <c:pt idx="6631">
                  <c:v>1.52512</c:v>
                </c:pt>
                <c:pt idx="6632">
                  <c:v>1.5254300000000001</c:v>
                </c:pt>
                <c:pt idx="6633">
                  <c:v>1.52573</c:v>
                </c:pt>
                <c:pt idx="6634">
                  <c:v>1.5260400000000001</c:v>
                </c:pt>
                <c:pt idx="6635">
                  <c:v>1.52634</c:v>
                </c:pt>
                <c:pt idx="6636">
                  <c:v>1.5266500000000001</c:v>
                </c:pt>
                <c:pt idx="6637">
                  <c:v>1.52695</c:v>
                </c:pt>
                <c:pt idx="6638">
                  <c:v>1.5272600000000001</c:v>
                </c:pt>
                <c:pt idx="6639">
                  <c:v>1.52756</c:v>
                </c:pt>
                <c:pt idx="6640">
                  <c:v>1.5278700000000001</c:v>
                </c:pt>
                <c:pt idx="6641">
                  <c:v>1.5281800000000001</c:v>
                </c:pt>
                <c:pt idx="6642">
                  <c:v>1.5284800000000001</c:v>
                </c:pt>
                <c:pt idx="6643">
                  <c:v>1.5287900000000001</c:v>
                </c:pt>
                <c:pt idx="6644">
                  <c:v>1.5290900000000001</c:v>
                </c:pt>
                <c:pt idx="6645">
                  <c:v>1.5294000000000001</c:v>
                </c:pt>
                <c:pt idx="6646">
                  <c:v>1.5297000000000001</c:v>
                </c:pt>
                <c:pt idx="6647">
                  <c:v>1.5300100000000001</c:v>
                </c:pt>
                <c:pt idx="6648">
                  <c:v>1.5303100000000001</c:v>
                </c:pt>
                <c:pt idx="6649">
                  <c:v>1.5306200000000001</c:v>
                </c:pt>
                <c:pt idx="6650">
                  <c:v>1.5309200000000001</c:v>
                </c:pt>
                <c:pt idx="6651">
                  <c:v>1.5312300000000001</c:v>
                </c:pt>
                <c:pt idx="6652">
                  <c:v>1.5315300000000001</c:v>
                </c:pt>
                <c:pt idx="6653">
                  <c:v>1.5318400000000001</c:v>
                </c:pt>
                <c:pt idx="6654">
                  <c:v>1.5321499999999999</c:v>
                </c:pt>
                <c:pt idx="6655">
                  <c:v>1.5324500000000001</c:v>
                </c:pt>
                <c:pt idx="6656">
                  <c:v>1.5327599999999999</c:v>
                </c:pt>
                <c:pt idx="6657">
                  <c:v>1.5330600000000001</c:v>
                </c:pt>
                <c:pt idx="6658">
                  <c:v>1.5333699999999999</c:v>
                </c:pt>
                <c:pt idx="6659">
                  <c:v>1.5336700000000001</c:v>
                </c:pt>
                <c:pt idx="6660">
                  <c:v>1.5339799999999999</c:v>
                </c:pt>
                <c:pt idx="6661">
                  <c:v>1.5342800000000001</c:v>
                </c:pt>
                <c:pt idx="6662">
                  <c:v>1.5345899999999999</c:v>
                </c:pt>
                <c:pt idx="6663">
                  <c:v>1.5348900000000001</c:v>
                </c:pt>
                <c:pt idx="6664">
                  <c:v>1.5351999999999999</c:v>
                </c:pt>
                <c:pt idx="6665">
                  <c:v>1.5355000000000001</c:v>
                </c:pt>
                <c:pt idx="6666">
                  <c:v>1.5358099999999999</c:v>
                </c:pt>
                <c:pt idx="6667">
                  <c:v>1.5361199999999999</c:v>
                </c:pt>
                <c:pt idx="6668">
                  <c:v>1.5364199999999999</c:v>
                </c:pt>
                <c:pt idx="6669">
                  <c:v>1.5367299999999999</c:v>
                </c:pt>
                <c:pt idx="6670">
                  <c:v>1.5370299999999999</c:v>
                </c:pt>
                <c:pt idx="6671">
                  <c:v>1.5373399999999999</c:v>
                </c:pt>
                <c:pt idx="6672">
                  <c:v>1.5376399999999999</c:v>
                </c:pt>
                <c:pt idx="6673">
                  <c:v>1.5379499999999999</c:v>
                </c:pt>
                <c:pt idx="6674">
                  <c:v>1.5382499999999999</c:v>
                </c:pt>
                <c:pt idx="6675">
                  <c:v>1.5385599999999999</c:v>
                </c:pt>
                <c:pt idx="6676">
                  <c:v>1.5388599999999999</c:v>
                </c:pt>
                <c:pt idx="6677">
                  <c:v>1.5391699999999999</c:v>
                </c:pt>
                <c:pt idx="6678">
                  <c:v>1.5394699999999999</c:v>
                </c:pt>
                <c:pt idx="6679">
                  <c:v>1.5397799999999999</c:v>
                </c:pt>
                <c:pt idx="6680">
                  <c:v>1.54009</c:v>
                </c:pt>
                <c:pt idx="6681">
                  <c:v>1.5403899999999999</c:v>
                </c:pt>
                <c:pt idx="6682">
                  <c:v>1.5407</c:v>
                </c:pt>
                <c:pt idx="6683">
                  <c:v>1.5409999999999999</c:v>
                </c:pt>
                <c:pt idx="6684">
                  <c:v>1.54131</c:v>
                </c:pt>
                <c:pt idx="6685">
                  <c:v>1.5416099999999999</c:v>
                </c:pt>
                <c:pt idx="6686">
                  <c:v>1.54192</c:v>
                </c:pt>
                <c:pt idx="6687">
                  <c:v>1.5422199999999999</c:v>
                </c:pt>
                <c:pt idx="6688">
                  <c:v>1.54253</c:v>
                </c:pt>
                <c:pt idx="6689">
                  <c:v>1.5428299999999999</c:v>
                </c:pt>
                <c:pt idx="6690">
                  <c:v>1.54314</c:v>
                </c:pt>
                <c:pt idx="6691">
                  <c:v>1.5434399999999999</c:v>
                </c:pt>
                <c:pt idx="6692">
                  <c:v>1.54375</c:v>
                </c:pt>
                <c:pt idx="6693">
                  <c:v>1.54406</c:v>
                </c:pt>
                <c:pt idx="6694">
                  <c:v>1.54436</c:v>
                </c:pt>
                <c:pt idx="6695">
                  <c:v>1.54467</c:v>
                </c:pt>
                <c:pt idx="6696">
                  <c:v>1.54497</c:v>
                </c:pt>
                <c:pt idx="6697">
                  <c:v>1.54528</c:v>
                </c:pt>
                <c:pt idx="6698">
                  <c:v>1.54558</c:v>
                </c:pt>
                <c:pt idx="6699">
                  <c:v>1.54589</c:v>
                </c:pt>
                <c:pt idx="6700">
                  <c:v>1.54619</c:v>
                </c:pt>
                <c:pt idx="6701">
                  <c:v>1.5465</c:v>
                </c:pt>
                <c:pt idx="6702">
                  <c:v>1.5468</c:v>
                </c:pt>
                <c:pt idx="6703">
                  <c:v>1.54711</c:v>
                </c:pt>
                <c:pt idx="6704">
                  <c:v>1.54742</c:v>
                </c:pt>
                <c:pt idx="6705">
                  <c:v>1.54772</c:v>
                </c:pt>
                <c:pt idx="6706">
                  <c:v>1.54803</c:v>
                </c:pt>
                <c:pt idx="6707">
                  <c:v>1.54833</c:v>
                </c:pt>
                <c:pt idx="6708">
                  <c:v>1.54864</c:v>
                </c:pt>
                <c:pt idx="6709">
                  <c:v>1.54894</c:v>
                </c:pt>
                <c:pt idx="6710">
                  <c:v>1.54925</c:v>
                </c:pt>
                <c:pt idx="6711">
                  <c:v>1.54955</c:v>
                </c:pt>
                <c:pt idx="6712">
                  <c:v>1.54986</c:v>
                </c:pt>
                <c:pt idx="6713">
                  <c:v>1.55016</c:v>
                </c:pt>
                <c:pt idx="6714">
                  <c:v>1.55047</c:v>
                </c:pt>
                <c:pt idx="6715">
                  <c:v>1.55077</c:v>
                </c:pt>
                <c:pt idx="6716">
                  <c:v>1.55108</c:v>
                </c:pt>
                <c:pt idx="6717">
                  <c:v>1.55139</c:v>
                </c:pt>
                <c:pt idx="6718">
                  <c:v>1.55169</c:v>
                </c:pt>
                <c:pt idx="6719">
                  <c:v>1.552</c:v>
                </c:pt>
                <c:pt idx="6720">
                  <c:v>1.5523</c:v>
                </c:pt>
                <c:pt idx="6721">
                  <c:v>1.55261</c:v>
                </c:pt>
                <c:pt idx="6722">
                  <c:v>1.55291</c:v>
                </c:pt>
                <c:pt idx="6723">
                  <c:v>1.55322</c:v>
                </c:pt>
                <c:pt idx="6724">
                  <c:v>1.55352</c:v>
                </c:pt>
                <c:pt idx="6725">
                  <c:v>1.55383</c:v>
                </c:pt>
                <c:pt idx="6726">
                  <c:v>1.55413</c:v>
                </c:pt>
                <c:pt idx="6727">
                  <c:v>1.55444</c:v>
                </c:pt>
                <c:pt idx="6728">
                  <c:v>1.55474</c:v>
                </c:pt>
                <c:pt idx="6729">
                  <c:v>1.55505</c:v>
                </c:pt>
                <c:pt idx="6730">
                  <c:v>1.5553600000000001</c:v>
                </c:pt>
                <c:pt idx="6731">
                  <c:v>1.55566</c:v>
                </c:pt>
                <c:pt idx="6732">
                  <c:v>1.5559700000000001</c:v>
                </c:pt>
                <c:pt idx="6733">
                  <c:v>1.55627</c:v>
                </c:pt>
                <c:pt idx="6734">
                  <c:v>1.5565800000000001</c:v>
                </c:pt>
                <c:pt idx="6735">
                  <c:v>1.55688</c:v>
                </c:pt>
                <c:pt idx="6736">
                  <c:v>1.5571900000000001</c:v>
                </c:pt>
                <c:pt idx="6737">
                  <c:v>1.55749</c:v>
                </c:pt>
                <c:pt idx="6738">
                  <c:v>1.5578000000000001</c:v>
                </c:pt>
                <c:pt idx="6739">
                  <c:v>1.5581</c:v>
                </c:pt>
                <c:pt idx="6740">
                  <c:v>1.5584100000000001</c:v>
                </c:pt>
                <c:pt idx="6741">
                  <c:v>1.55871</c:v>
                </c:pt>
                <c:pt idx="6742">
                  <c:v>1.5590200000000001</c:v>
                </c:pt>
                <c:pt idx="6743">
                  <c:v>1.5593300000000001</c:v>
                </c:pt>
                <c:pt idx="6744">
                  <c:v>1.5596300000000001</c:v>
                </c:pt>
                <c:pt idx="6745">
                  <c:v>1.5599400000000001</c:v>
                </c:pt>
                <c:pt idx="6746">
                  <c:v>1.5602400000000001</c:v>
                </c:pt>
                <c:pt idx="6747">
                  <c:v>1.5605500000000001</c:v>
                </c:pt>
                <c:pt idx="6748">
                  <c:v>1.5608500000000001</c:v>
                </c:pt>
                <c:pt idx="6749">
                  <c:v>1.5611600000000001</c:v>
                </c:pt>
                <c:pt idx="6750">
                  <c:v>1.5614600000000001</c:v>
                </c:pt>
                <c:pt idx="6751">
                  <c:v>1.5617700000000001</c:v>
                </c:pt>
                <c:pt idx="6752">
                  <c:v>1.5620700000000001</c:v>
                </c:pt>
                <c:pt idx="6753">
                  <c:v>1.5623800000000001</c:v>
                </c:pt>
                <c:pt idx="6754">
                  <c:v>1.5626899999999999</c:v>
                </c:pt>
                <c:pt idx="6755">
                  <c:v>1.5629900000000001</c:v>
                </c:pt>
                <c:pt idx="6756">
                  <c:v>1.5632999999999999</c:v>
                </c:pt>
                <c:pt idx="6757">
                  <c:v>1.5636000000000001</c:v>
                </c:pt>
                <c:pt idx="6758">
                  <c:v>1.5639099999999999</c:v>
                </c:pt>
                <c:pt idx="6759">
                  <c:v>1.5642100000000001</c:v>
                </c:pt>
                <c:pt idx="6760">
                  <c:v>1.5645199999999999</c:v>
                </c:pt>
                <c:pt idx="6761">
                  <c:v>1.5648200000000001</c:v>
                </c:pt>
                <c:pt idx="6762">
                  <c:v>1.5651299999999999</c:v>
                </c:pt>
                <c:pt idx="6763">
                  <c:v>1.5654300000000001</c:v>
                </c:pt>
                <c:pt idx="6764">
                  <c:v>1.5657399999999999</c:v>
                </c:pt>
                <c:pt idx="6765">
                  <c:v>1.5660400000000001</c:v>
                </c:pt>
                <c:pt idx="6766">
                  <c:v>1.5663499999999999</c:v>
                </c:pt>
                <c:pt idx="6767">
                  <c:v>1.5666599999999999</c:v>
                </c:pt>
                <c:pt idx="6768">
                  <c:v>1.5669599999999999</c:v>
                </c:pt>
                <c:pt idx="6769">
                  <c:v>1.5672699999999999</c:v>
                </c:pt>
                <c:pt idx="6770">
                  <c:v>1.5675699999999999</c:v>
                </c:pt>
                <c:pt idx="6771">
                  <c:v>1.5678799999999999</c:v>
                </c:pt>
                <c:pt idx="6772">
                  <c:v>1.5681799999999999</c:v>
                </c:pt>
                <c:pt idx="6773">
                  <c:v>1.5684899999999999</c:v>
                </c:pt>
                <c:pt idx="6774">
                  <c:v>1.5687899999999999</c:v>
                </c:pt>
                <c:pt idx="6775">
                  <c:v>1.5690999999999999</c:v>
                </c:pt>
                <c:pt idx="6776">
                  <c:v>1.5693999999999999</c:v>
                </c:pt>
                <c:pt idx="6777">
                  <c:v>1.5697099999999999</c:v>
                </c:pt>
                <c:pt idx="6778">
                  <c:v>1.5700099999999999</c:v>
                </c:pt>
                <c:pt idx="6779">
                  <c:v>1.5703199999999999</c:v>
                </c:pt>
                <c:pt idx="6780">
                  <c:v>1.57063</c:v>
                </c:pt>
                <c:pt idx="6781">
                  <c:v>1.5709299999999999</c:v>
                </c:pt>
                <c:pt idx="6782">
                  <c:v>1.57124</c:v>
                </c:pt>
                <c:pt idx="6783">
                  <c:v>1.5715399999999999</c:v>
                </c:pt>
                <c:pt idx="6784">
                  <c:v>1.57185</c:v>
                </c:pt>
                <c:pt idx="6785">
                  <c:v>1.5721499999999999</c:v>
                </c:pt>
                <c:pt idx="6786">
                  <c:v>1.57246</c:v>
                </c:pt>
                <c:pt idx="6787">
                  <c:v>1.5727599999999999</c:v>
                </c:pt>
                <c:pt idx="6788">
                  <c:v>1.57307</c:v>
                </c:pt>
                <c:pt idx="6789">
                  <c:v>1.5733699999999999</c:v>
                </c:pt>
                <c:pt idx="6790">
                  <c:v>1.57368</c:v>
                </c:pt>
                <c:pt idx="6791">
                  <c:v>1.5739799999999999</c:v>
                </c:pt>
                <c:pt idx="6792">
                  <c:v>1.57429</c:v>
                </c:pt>
                <c:pt idx="6793">
                  <c:v>1.5746</c:v>
                </c:pt>
                <c:pt idx="6794">
                  <c:v>1.5749</c:v>
                </c:pt>
                <c:pt idx="6795">
                  <c:v>1.57521</c:v>
                </c:pt>
                <c:pt idx="6796">
                  <c:v>1.57551</c:v>
                </c:pt>
                <c:pt idx="6797">
                  <c:v>1.57582</c:v>
                </c:pt>
                <c:pt idx="6798">
                  <c:v>1.57612</c:v>
                </c:pt>
                <c:pt idx="6799">
                  <c:v>1.57643</c:v>
                </c:pt>
                <c:pt idx="6800">
                  <c:v>1.57673</c:v>
                </c:pt>
                <c:pt idx="6801">
                  <c:v>1.57704</c:v>
                </c:pt>
                <c:pt idx="6802">
                  <c:v>1.57734</c:v>
                </c:pt>
                <c:pt idx="6803">
                  <c:v>1.57765</c:v>
                </c:pt>
                <c:pt idx="6804">
                  <c:v>1.57795</c:v>
                </c:pt>
                <c:pt idx="6805">
                  <c:v>1.57826</c:v>
                </c:pt>
                <c:pt idx="6806">
                  <c:v>1.57857</c:v>
                </c:pt>
                <c:pt idx="6807">
                  <c:v>1.57887</c:v>
                </c:pt>
                <c:pt idx="6808">
                  <c:v>1.57918</c:v>
                </c:pt>
                <c:pt idx="6809">
                  <c:v>1.57948</c:v>
                </c:pt>
                <c:pt idx="6810">
                  <c:v>1.57979</c:v>
                </c:pt>
                <c:pt idx="6811">
                  <c:v>1.58009</c:v>
                </c:pt>
                <c:pt idx="6812">
                  <c:v>1.5804</c:v>
                </c:pt>
                <c:pt idx="6813">
                  <c:v>1.5807</c:v>
                </c:pt>
                <c:pt idx="6814">
                  <c:v>1.58101</c:v>
                </c:pt>
                <c:pt idx="6815">
                  <c:v>1.58131</c:v>
                </c:pt>
                <c:pt idx="6816">
                  <c:v>1.58162</c:v>
                </c:pt>
                <c:pt idx="6817">
                  <c:v>1.5819300000000001</c:v>
                </c:pt>
                <c:pt idx="6818">
                  <c:v>1.58223</c:v>
                </c:pt>
                <c:pt idx="6819">
                  <c:v>1.5825400000000001</c:v>
                </c:pt>
                <c:pt idx="6820">
                  <c:v>1.58284</c:v>
                </c:pt>
                <c:pt idx="6821">
                  <c:v>1.5831500000000001</c:v>
                </c:pt>
                <c:pt idx="6822">
                  <c:v>1.58345</c:v>
                </c:pt>
                <c:pt idx="6823">
                  <c:v>1.5837600000000001</c:v>
                </c:pt>
                <c:pt idx="6824">
                  <c:v>1.58406</c:v>
                </c:pt>
                <c:pt idx="6825">
                  <c:v>1.5843700000000001</c:v>
                </c:pt>
                <c:pt idx="6826">
                  <c:v>1.58467</c:v>
                </c:pt>
                <c:pt idx="6827">
                  <c:v>1.5849800000000001</c:v>
                </c:pt>
                <c:pt idx="6828">
                  <c:v>1.58528</c:v>
                </c:pt>
                <c:pt idx="6829">
                  <c:v>1.5855900000000001</c:v>
                </c:pt>
                <c:pt idx="6830">
                  <c:v>1.5859000000000001</c:v>
                </c:pt>
                <c:pt idx="6831">
                  <c:v>1.5862000000000001</c:v>
                </c:pt>
                <c:pt idx="6832">
                  <c:v>1.5865100000000001</c:v>
                </c:pt>
                <c:pt idx="6833">
                  <c:v>1.5868100000000001</c:v>
                </c:pt>
                <c:pt idx="6834">
                  <c:v>1.5871200000000001</c:v>
                </c:pt>
                <c:pt idx="6835">
                  <c:v>1.5874200000000001</c:v>
                </c:pt>
                <c:pt idx="6836">
                  <c:v>1.5877300000000001</c:v>
                </c:pt>
                <c:pt idx="6837">
                  <c:v>1.5880300000000001</c:v>
                </c:pt>
                <c:pt idx="6838">
                  <c:v>1.5883400000000001</c:v>
                </c:pt>
                <c:pt idx="6839">
                  <c:v>1.5886400000000001</c:v>
                </c:pt>
                <c:pt idx="6840">
                  <c:v>1.5889500000000001</c:v>
                </c:pt>
                <c:pt idx="6841">
                  <c:v>1.5892500000000001</c:v>
                </c:pt>
                <c:pt idx="6842">
                  <c:v>1.5895600000000001</c:v>
                </c:pt>
                <c:pt idx="6843">
                  <c:v>1.5898699999999999</c:v>
                </c:pt>
                <c:pt idx="6844">
                  <c:v>1.5901700000000001</c:v>
                </c:pt>
                <c:pt idx="6845">
                  <c:v>1.5904799999999999</c:v>
                </c:pt>
                <c:pt idx="6846">
                  <c:v>1.5907800000000001</c:v>
                </c:pt>
                <c:pt idx="6847">
                  <c:v>1.5910899999999999</c:v>
                </c:pt>
                <c:pt idx="6848">
                  <c:v>1.5913900000000001</c:v>
                </c:pt>
                <c:pt idx="6849">
                  <c:v>1.5916999999999999</c:v>
                </c:pt>
                <c:pt idx="6850">
                  <c:v>1.5920000000000001</c:v>
                </c:pt>
                <c:pt idx="6851">
                  <c:v>1.5923099999999999</c:v>
                </c:pt>
                <c:pt idx="6852">
                  <c:v>1.5926100000000001</c:v>
                </c:pt>
                <c:pt idx="6853">
                  <c:v>1.5929199999999999</c:v>
                </c:pt>
                <c:pt idx="6854">
                  <c:v>1.5932200000000001</c:v>
                </c:pt>
                <c:pt idx="6855">
                  <c:v>1.5935299999999999</c:v>
                </c:pt>
                <c:pt idx="6856">
                  <c:v>1.5938399999999999</c:v>
                </c:pt>
                <c:pt idx="6857">
                  <c:v>1.5941399999999999</c:v>
                </c:pt>
                <c:pt idx="6858">
                  <c:v>1.5944499999999999</c:v>
                </c:pt>
                <c:pt idx="6859">
                  <c:v>1.5947499999999999</c:v>
                </c:pt>
                <c:pt idx="6860">
                  <c:v>1.5950599999999999</c:v>
                </c:pt>
                <c:pt idx="6861">
                  <c:v>1.5953599999999999</c:v>
                </c:pt>
                <c:pt idx="6862">
                  <c:v>1.5956699999999999</c:v>
                </c:pt>
                <c:pt idx="6863">
                  <c:v>1.5959700000000001</c:v>
                </c:pt>
                <c:pt idx="6864">
                  <c:v>1.5962799999999999</c:v>
                </c:pt>
                <c:pt idx="6865">
                  <c:v>1.5965800000000001</c:v>
                </c:pt>
                <c:pt idx="6866">
                  <c:v>1.5968899999999999</c:v>
                </c:pt>
                <c:pt idx="6867">
                  <c:v>1.5971900000000001</c:v>
                </c:pt>
                <c:pt idx="6868">
                  <c:v>1.5974999999999999</c:v>
                </c:pt>
                <c:pt idx="6869">
                  <c:v>1.59781</c:v>
                </c:pt>
                <c:pt idx="6870">
                  <c:v>1.5981099999999999</c:v>
                </c:pt>
                <c:pt idx="6871">
                  <c:v>1.59842</c:v>
                </c:pt>
                <c:pt idx="6872">
                  <c:v>1.5987199999999999</c:v>
                </c:pt>
                <c:pt idx="6873">
                  <c:v>1.59903</c:v>
                </c:pt>
                <c:pt idx="6874">
                  <c:v>1.5993299999999999</c:v>
                </c:pt>
                <c:pt idx="6875">
                  <c:v>1.59964</c:v>
                </c:pt>
                <c:pt idx="6876">
                  <c:v>1.5999399999999999</c:v>
                </c:pt>
                <c:pt idx="6877">
                  <c:v>1.60025</c:v>
                </c:pt>
                <c:pt idx="6878">
                  <c:v>1.6005499999999999</c:v>
                </c:pt>
                <c:pt idx="6879">
                  <c:v>1.6008599999999999</c:v>
                </c:pt>
                <c:pt idx="6880">
                  <c:v>1.60117</c:v>
                </c:pt>
                <c:pt idx="6881">
                  <c:v>1.6014699999999999</c:v>
                </c:pt>
                <c:pt idx="6882">
                  <c:v>1.60178</c:v>
                </c:pt>
                <c:pt idx="6883">
                  <c:v>1.6020799999999999</c:v>
                </c:pt>
                <c:pt idx="6884">
                  <c:v>1.60239</c:v>
                </c:pt>
                <c:pt idx="6885">
                  <c:v>1.6026899999999999</c:v>
                </c:pt>
                <c:pt idx="6886">
                  <c:v>1.603</c:v>
                </c:pt>
                <c:pt idx="6887">
                  <c:v>1.6032999999999999</c:v>
                </c:pt>
                <c:pt idx="6888">
                  <c:v>1.60361</c:v>
                </c:pt>
                <c:pt idx="6889">
                  <c:v>1.6039099999999999</c:v>
                </c:pt>
                <c:pt idx="6890">
                  <c:v>1.60422</c:v>
                </c:pt>
                <c:pt idx="6891">
                  <c:v>1.6045199999999999</c:v>
                </c:pt>
                <c:pt idx="6892">
                  <c:v>1.60483</c:v>
                </c:pt>
                <c:pt idx="6893">
                  <c:v>1.60514</c:v>
                </c:pt>
                <c:pt idx="6894">
                  <c:v>1.60544</c:v>
                </c:pt>
                <c:pt idx="6895">
                  <c:v>1.60575</c:v>
                </c:pt>
                <c:pt idx="6896">
                  <c:v>1.60605</c:v>
                </c:pt>
                <c:pt idx="6897">
                  <c:v>1.60636</c:v>
                </c:pt>
                <c:pt idx="6898">
                  <c:v>1.60666</c:v>
                </c:pt>
                <c:pt idx="6899">
                  <c:v>1.60697</c:v>
                </c:pt>
                <c:pt idx="6900">
                  <c:v>1.60727</c:v>
                </c:pt>
                <c:pt idx="6901">
                  <c:v>1.60758</c:v>
                </c:pt>
                <c:pt idx="6902">
                  <c:v>1.60788</c:v>
                </c:pt>
                <c:pt idx="6903">
                  <c:v>1.60819</c:v>
                </c:pt>
                <c:pt idx="6904">
                  <c:v>1.60849</c:v>
                </c:pt>
                <c:pt idx="6905">
                  <c:v>1.6088</c:v>
                </c:pt>
                <c:pt idx="6906">
                  <c:v>1.60911</c:v>
                </c:pt>
                <c:pt idx="6907">
                  <c:v>1.60941</c:v>
                </c:pt>
                <c:pt idx="6908">
                  <c:v>1.60972</c:v>
                </c:pt>
                <c:pt idx="6909">
                  <c:v>1.61002</c:v>
                </c:pt>
                <c:pt idx="6910">
                  <c:v>1.61033</c:v>
                </c:pt>
                <c:pt idx="6911">
                  <c:v>1.61063</c:v>
                </c:pt>
                <c:pt idx="6912">
                  <c:v>1.61094</c:v>
                </c:pt>
                <c:pt idx="6913">
                  <c:v>1.61124</c:v>
                </c:pt>
                <c:pt idx="6914">
                  <c:v>1.61155</c:v>
                </c:pt>
                <c:pt idx="6915">
                  <c:v>1.61185</c:v>
                </c:pt>
                <c:pt idx="6916">
                  <c:v>1.61216</c:v>
                </c:pt>
                <c:pt idx="6917">
                  <c:v>1.61246</c:v>
                </c:pt>
                <c:pt idx="6918">
                  <c:v>1.61277</c:v>
                </c:pt>
                <c:pt idx="6919">
                  <c:v>1.6130800000000001</c:v>
                </c:pt>
                <c:pt idx="6920">
                  <c:v>1.61338</c:v>
                </c:pt>
                <c:pt idx="6921">
                  <c:v>1.6136900000000001</c:v>
                </c:pt>
                <c:pt idx="6922">
                  <c:v>1.61399</c:v>
                </c:pt>
                <c:pt idx="6923">
                  <c:v>1.6143000000000001</c:v>
                </c:pt>
                <c:pt idx="6924">
                  <c:v>1.6146</c:v>
                </c:pt>
                <c:pt idx="6925">
                  <c:v>1.6149100000000001</c:v>
                </c:pt>
                <c:pt idx="6926">
                  <c:v>1.61521</c:v>
                </c:pt>
                <c:pt idx="6927">
                  <c:v>1.6155200000000001</c:v>
                </c:pt>
                <c:pt idx="6928">
                  <c:v>1.61582</c:v>
                </c:pt>
                <c:pt idx="6929">
                  <c:v>1.6161300000000001</c:v>
                </c:pt>
                <c:pt idx="6930">
                  <c:v>1.6164400000000001</c:v>
                </c:pt>
                <c:pt idx="6931">
                  <c:v>1.6167400000000001</c:v>
                </c:pt>
                <c:pt idx="6932">
                  <c:v>1.6170500000000001</c:v>
                </c:pt>
                <c:pt idx="6933">
                  <c:v>1.6173500000000001</c:v>
                </c:pt>
                <c:pt idx="6934">
                  <c:v>1.6176600000000001</c:v>
                </c:pt>
                <c:pt idx="6935">
                  <c:v>1.6179600000000001</c:v>
                </c:pt>
                <c:pt idx="6936">
                  <c:v>1.6182700000000001</c:v>
                </c:pt>
                <c:pt idx="6937">
                  <c:v>1.6185700000000001</c:v>
                </c:pt>
                <c:pt idx="6938">
                  <c:v>1.6188800000000001</c:v>
                </c:pt>
                <c:pt idx="6939">
                  <c:v>1.6191800000000001</c:v>
                </c:pt>
                <c:pt idx="6940">
                  <c:v>1.6194900000000001</c:v>
                </c:pt>
                <c:pt idx="6941">
                  <c:v>1.6197900000000001</c:v>
                </c:pt>
                <c:pt idx="6942">
                  <c:v>1.6201000000000001</c:v>
                </c:pt>
                <c:pt idx="6943">
                  <c:v>1.6204099999999999</c:v>
                </c:pt>
                <c:pt idx="6944">
                  <c:v>1.6207100000000001</c:v>
                </c:pt>
                <c:pt idx="6945">
                  <c:v>1.6210199999999999</c:v>
                </c:pt>
                <c:pt idx="6946">
                  <c:v>1.6213200000000001</c:v>
                </c:pt>
                <c:pt idx="6947">
                  <c:v>1.6216299999999999</c:v>
                </c:pt>
                <c:pt idx="6948">
                  <c:v>1.6219300000000001</c:v>
                </c:pt>
                <c:pt idx="6949">
                  <c:v>1.6222399999999999</c:v>
                </c:pt>
                <c:pt idx="6950">
                  <c:v>1.6225400000000001</c:v>
                </c:pt>
                <c:pt idx="6951">
                  <c:v>1.6228499999999999</c:v>
                </c:pt>
                <c:pt idx="6952">
                  <c:v>1.6231500000000001</c:v>
                </c:pt>
                <c:pt idx="6953">
                  <c:v>1.6234599999999999</c:v>
                </c:pt>
                <c:pt idx="6954">
                  <c:v>1.6237600000000001</c:v>
                </c:pt>
                <c:pt idx="6955">
                  <c:v>1.6240699999999999</c:v>
                </c:pt>
                <c:pt idx="6956">
                  <c:v>1.6243799999999999</c:v>
                </c:pt>
                <c:pt idx="6957">
                  <c:v>1.6246799999999999</c:v>
                </c:pt>
                <c:pt idx="6958">
                  <c:v>1.6249899999999999</c:v>
                </c:pt>
                <c:pt idx="6959">
                  <c:v>1.6252899999999999</c:v>
                </c:pt>
                <c:pt idx="6960">
                  <c:v>1.6255999999999999</c:v>
                </c:pt>
                <c:pt idx="6961">
                  <c:v>1.6258999999999999</c:v>
                </c:pt>
                <c:pt idx="6962">
                  <c:v>1.6262099999999999</c:v>
                </c:pt>
                <c:pt idx="6963">
                  <c:v>1.6265099999999999</c:v>
                </c:pt>
                <c:pt idx="6964">
                  <c:v>1.6268199999999999</c:v>
                </c:pt>
                <c:pt idx="6965">
                  <c:v>1.6271199999999999</c:v>
                </c:pt>
                <c:pt idx="6966">
                  <c:v>1.6274299999999999</c:v>
                </c:pt>
                <c:pt idx="6967">
                  <c:v>1.6277299999999999</c:v>
                </c:pt>
                <c:pt idx="6968">
                  <c:v>1.6280399999999999</c:v>
                </c:pt>
                <c:pt idx="6969">
                  <c:v>1.62835</c:v>
                </c:pt>
                <c:pt idx="6970">
                  <c:v>1.6286499999999999</c:v>
                </c:pt>
                <c:pt idx="6971">
                  <c:v>1.62896</c:v>
                </c:pt>
                <c:pt idx="6972">
                  <c:v>1.6292599999999999</c:v>
                </c:pt>
                <c:pt idx="6973">
                  <c:v>1.62957</c:v>
                </c:pt>
                <c:pt idx="6974">
                  <c:v>1.6298699999999999</c:v>
                </c:pt>
                <c:pt idx="6975">
                  <c:v>1.63018</c:v>
                </c:pt>
                <c:pt idx="6976">
                  <c:v>1.6304799999999999</c:v>
                </c:pt>
                <c:pt idx="6977">
                  <c:v>1.63079</c:v>
                </c:pt>
                <c:pt idx="6978">
                  <c:v>1.6310899999999999</c:v>
                </c:pt>
                <c:pt idx="6979">
                  <c:v>1.6314</c:v>
                </c:pt>
                <c:pt idx="6980">
                  <c:v>1.6316999999999999</c:v>
                </c:pt>
                <c:pt idx="6981">
                  <c:v>1.63201</c:v>
                </c:pt>
                <c:pt idx="6982">
                  <c:v>1.63232</c:v>
                </c:pt>
                <c:pt idx="6983">
                  <c:v>1.63262</c:v>
                </c:pt>
                <c:pt idx="6984">
                  <c:v>1.63293</c:v>
                </c:pt>
                <c:pt idx="6985">
                  <c:v>1.63323</c:v>
                </c:pt>
                <c:pt idx="6986">
                  <c:v>1.63354</c:v>
                </c:pt>
                <c:pt idx="6987">
                  <c:v>1.63384</c:v>
                </c:pt>
                <c:pt idx="6988">
                  <c:v>1.63415</c:v>
                </c:pt>
                <c:pt idx="6989">
                  <c:v>1.63445</c:v>
                </c:pt>
                <c:pt idx="6990">
                  <c:v>1.63476</c:v>
                </c:pt>
                <c:pt idx="6991">
                  <c:v>1.63506</c:v>
                </c:pt>
                <c:pt idx="6992">
                  <c:v>1.63537</c:v>
                </c:pt>
                <c:pt idx="6993">
                  <c:v>1.63568</c:v>
                </c:pt>
                <c:pt idx="6994">
                  <c:v>1.63598</c:v>
                </c:pt>
                <c:pt idx="6995">
                  <c:v>1.63629</c:v>
                </c:pt>
                <c:pt idx="6996">
                  <c:v>1.63659</c:v>
                </c:pt>
                <c:pt idx="6997">
                  <c:v>1.6369</c:v>
                </c:pt>
                <c:pt idx="6998">
                  <c:v>1.6372</c:v>
                </c:pt>
                <c:pt idx="6999">
                  <c:v>1.63751</c:v>
                </c:pt>
                <c:pt idx="7000">
                  <c:v>1.63781</c:v>
                </c:pt>
                <c:pt idx="7001">
                  <c:v>1.63812</c:v>
                </c:pt>
                <c:pt idx="7002">
                  <c:v>1.63842</c:v>
                </c:pt>
                <c:pt idx="7003">
                  <c:v>1.63873</c:v>
                </c:pt>
                <c:pt idx="7004">
                  <c:v>1.63903</c:v>
                </c:pt>
                <c:pt idx="7005">
                  <c:v>1.63934</c:v>
                </c:pt>
                <c:pt idx="7006">
                  <c:v>1.6396500000000001</c:v>
                </c:pt>
                <c:pt idx="7007">
                  <c:v>1.63995</c:v>
                </c:pt>
                <c:pt idx="7008">
                  <c:v>1.6402600000000001</c:v>
                </c:pt>
                <c:pt idx="7009">
                  <c:v>1.64056</c:v>
                </c:pt>
                <c:pt idx="7010">
                  <c:v>1.6408700000000001</c:v>
                </c:pt>
                <c:pt idx="7011">
                  <c:v>1.64117</c:v>
                </c:pt>
                <c:pt idx="7012">
                  <c:v>1.6414800000000001</c:v>
                </c:pt>
                <c:pt idx="7013">
                  <c:v>1.64178</c:v>
                </c:pt>
                <c:pt idx="7014">
                  <c:v>1.64209</c:v>
                </c:pt>
                <c:pt idx="7015">
                  <c:v>1.64239</c:v>
                </c:pt>
                <c:pt idx="7016">
                  <c:v>1.6427</c:v>
                </c:pt>
                <c:pt idx="7017">
                  <c:v>1.643</c:v>
                </c:pt>
                <c:pt idx="7018">
                  <c:v>1.64331</c:v>
                </c:pt>
                <c:pt idx="7019">
                  <c:v>1.6436200000000001</c:v>
                </c:pt>
                <c:pt idx="7020">
                  <c:v>1.64392</c:v>
                </c:pt>
                <c:pt idx="7021">
                  <c:v>1.6442300000000001</c:v>
                </c:pt>
                <c:pt idx="7022">
                  <c:v>1.64453</c:v>
                </c:pt>
                <c:pt idx="7023">
                  <c:v>1.6448400000000001</c:v>
                </c:pt>
                <c:pt idx="7024">
                  <c:v>1.64514</c:v>
                </c:pt>
                <c:pt idx="7025">
                  <c:v>1.6454500000000001</c:v>
                </c:pt>
                <c:pt idx="7026">
                  <c:v>1.64575</c:v>
                </c:pt>
                <c:pt idx="7027">
                  <c:v>1.6460600000000001</c:v>
                </c:pt>
                <c:pt idx="7028">
                  <c:v>1.64636</c:v>
                </c:pt>
                <c:pt idx="7029">
                  <c:v>1.6466700000000001</c:v>
                </c:pt>
                <c:pt idx="7030">
                  <c:v>1.64697</c:v>
                </c:pt>
                <c:pt idx="7031">
                  <c:v>1.6472800000000001</c:v>
                </c:pt>
                <c:pt idx="7032">
                  <c:v>1.6475900000000001</c:v>
                </c:pt>
                <c:pt idx="7033">
                  <c:v>1.6478900000000001</c:v>
                </c:pt>
                <c:pt idx="7034">
                  <c:v>1.6482000000000001</c:v>
                </c:pt>
                <c:pt idx="7035">
                  <c:v>1.6485000000000001</c:v>
                </c:pt>
                <c:pt idx="7036">
                  <c:v>1.6488100000000001</c:v>
                </c:pt>
                <c:pt idx="7037">
                  <c:v>1.6491100000000001</c:v>
                </c:pt>
                <c:pt idx="7038">
                  <c:v>1.6494200000000001</c:v>
                </c:pt>
                <c:pt idx="7039">
                  <c:v>1.6497200000000001</c:v>
                </c:pt>
                <c:pt idx="7040">
                  <c:v>1.6500300000000001</c:v>
                </c:pt>
                <c:pt idx="7041">
                  <c:v>1.6503300000000001</c:v>
                </c:pt>
                <c:pt idx="7042">
                  <c:v>1.6506400000000001</c:v>
                </c:pt>
                <c:pt idx="7043">
                  <c:v>1.6509400000000001</c:v>
                </c:pt>
                <c:pt idx="7044">
                  <c:v>1.6512500000000001</c:v>
                </c:pt>
                <c:pt idx="7045">
                  <c:v>1.6515599999999999</c:v>
                </c:pt>
                <c:pt idx="7046">
                  <c:v>1.6518600000000001</c:v>
                </c:pt>
                <c:pt idx="7047">
                  <c:v>1.6521699999999999</c:v>
                </c:pt>
                <c:pt idx="7048">
                  <c:v>1.6524700000000001</c:v>
                </c:pt>
                <c:pt idx="7049">
                  <c:v>1.6527799999999999</c:v>
                </c:pt>
                <c:pt idx="7050">
                  <c:v>1.6530800000000001</c:v>
                </c:pt>
                <c:pt idx="7051">
                  <c:v>1.6533899999999999</c:v>
                </c:pt>
                <c:pt idx="7052">
                  <c:v>1.6536900000000001</c:v>
                </c:pt>
                <c:pt idx="7053">
                  <c:v>1.6539999999999999</c:v>
                </c:pt>
                <c:pt idx="7054">
                  <c:v>1.6543000000000001</c:v>
                </c:pt>
                <c:pt idx="7055">
                  <c:v>1.6546099999999999</c:v>
                </c:pt>
                <c:pt idx="7056">
                  <c:v>1.6549199999999999</c:v>
                </c:pt>
                <c:pt idx="7057">
                  <c:v>1.6552199999999999</c:v>
                </c:pt>
                <c:pt idx="7058">
                  <c:v>1.6555299999999999</c:v>
                </c:pt>
                <c:pt idx="7059">
                  <c:v>1.6558299999999999</c:v>
                </c:pt>
                <c:pt idx="7060">
                  <c:v>1.6561399999999999</c:v>
                </c:pt>
                <c:pt idx="7061">
                  <c:v>1.6564399999999999</c:v>
                </c:pt>
                <c:pt idx="7062">
                  <c:v>1.6567499999999999</c:v>
                </c:pt>
                <c:pt idx="7063">
                  <c:v>1.6570499999999999</c:v>
                </c:pt>
                <c:pt idx="7064">
                  <c:v>1.6573599999999999</c:v>
                </c:pt>
                <c:pt idx="7065">
                  <c:v>1.6576599999999999</c:v>
                </c:pt>
                <c:pt idx="7066">
                  <c:v>1.6579699999999999</c:v>
                </c:pt>
                <c:pt idx="7067">
                  <c:v>1.6582699999999999</c:v>
                </c:pt>
                <c:pt idx="7068">
                  <c:v>1.6585799999999999</c:v>
                </c:pt>
                <c:pt idx="7069">
                  <c:v>1.65889</c:v>
                </c:pt>
                <c:pt idx="7070">
                  <c:v>1.6591899999999999</c:v>
                </c:pt>
                <c:pt idx="7071">
                  <c:v>1.6595</c:v>
                </c:pt>
                <c:pt idx="7072">
                  <c:v>1.6597999999999999</c:v>
                </c:pt>
                <c:pt idx="7073">
                  <c:v>1.66011</c:v>
                </c:pt>
                <c:pt idx="7074">
                  <c:v>1.6604099999999999</c:v>
                </c:pt>
                <c:pt idx="7075">
                  <c:v>1.66072</c:v>
                </c:pt>
                <c:pt idx="7076">
                  <c:v>1.6610199999999999</c:v>
                </c:pt>
                <c:pt idx="7077">
                  <c:v>1.66133</c:v>
                </c:pt>
                <c:pt idx="7078">
                  <c:v>1.6616299999999999</c:v>
                </c:pt>
                <c:pt idx="7079">
                  <c:v>1.66194</c:v>
                </c:pt>
                <c:pt idx="7080">
                  <c:v>1.6622399999999999</c:v>
                </c:pt>
                <c:pt idx="7081">
                  <c:v>1.66255</c:v>
                </c:pt>
                <c:pt idx="7082">
                  <c:v>1.66286</c:v>
                </c:pt>
                <c:pt idx="7083">
                  <c:v>1.66316</c:v>
                </c:pt>
                <c:pt idx="7084">
                  <c:v>1.66347</c:v>
                </c:pt>
                <c:pt idx="7085">
                  <c:v>1.66377</c:v>
                </c:pt>
                <c:pt idx="7086">
                  <c:v>1.66408</c:v>
                </c:pt>
                <c:pt idx="7087">
                  <c:v>1.66438</c:v>
                </c:pt>
                <c:pt idx="7088">
                  <c:v>1.66469</c:v>
                </c:pt>
                <c:pt idx="7089">
                  <c:v>1.66499</c:v>
                </c:pt>
                <c:pt idx="7090">
                  <c:v>1.6653</c:v>
                </c:pt>
                <c:pt idx="7091">
                  <c:v>1.6656</c:v>
                </c:pt>
                <c:pt idx="7092">
                  <c:v>1.66591</c:v>
                </c:pt>
                <c:pt idx="7093">
                  <c:v>1.66621</c:v>
                </c:pt>
                <c:pt idx="7094">
                  <c:v>1.66652</c:v>
                </c:pt>
                <c:pt idx="7095">
                  <c:v>1.66683</c:v>
                </c:pt>
                <c:pt idx="7096">
                  <c:v>1.66713</c:v>
                </c:pt>
                <c:pt idx="7097">
                  <c:v>1.66744</c:v>
                </c:pt>
                <c:pt idx="7098">
                  <c:v>1.66774</c:v>
                </c:pt>
                <c:pt idx="7099">
                  <c:v>1.66805</c:v>
                </c:pt>
                <c:pt idx="7100">
                  <c:v>1.66835</c:v>
                </c:pt>
                <c:pt idx="7101">
                  <c:v>1.66866</c:v>
                </c:pt>
                <c:pt idx="7102">
                  <c:v>1.66896</c:v>
                </c:pt>
                <c:pt idx="7103">
                  <c:v>1.66927</c:v>
                </c:pt>
                <c:pt idx="7104">
                  <c:v>1.66957</c:v>
                </c:pt>
                <c:pt idx="7105">
                  <c:v>1.66988</c:v>
                </c:pt>
                <c:pt idx="7106">
                  <c:v>1.67018</c:v>
                </c:pt>
                <c:pt idx="7107">
                  <c:v>1.67049</c:v>
                </c:pt>
                <c:pt idx="7108">
                  <c:v>1.6708000000000001</c:v>
                </c:pt>
                <c:pt idx="7109">
                  <c:v>1.6711</c:v>
                </c:pt>
                <c:pt idx="7110">
                  <c:v>1.6714100000000001</c:v>
                </c:pt>
                <c:pt idx="7111">
                  <c:v>1.67171</c:v>
                </c:pt>
                <c:pt idx="7112">
                  <c:v>1.6720200000000001</c:v>
                </c:pt>
                <c:pt idx="7113">
                  <c:v>1.67232</c:v>
                </c:pt>
                <c:pt idx="7114">
                  <c:v>1.6726300000000001</c:v>
                </c:pt>
                <c:pt idx="7115">
                  <c:v>1.67293</c:v>
                </c:pt>
                <c:pt idx="7116">
                  <c:v>1.6732400000000001</c:v>
                </c:pt>
                <c:pt idx="7117">
                  <c:v>1.67354</c:v>
                </c:pt>
                <c:pt idx="7118">
                  <c:v>1.6738500000000001</c:v>
                </c:pt>
                <c:pt idx="7119">
                  <c:v>1.6741600000000001</c:v>
                </c:pt>
                <c:pt idx="7120">
                  <c:v>1.6744600000000001</c:v>
                </c:pt>
                <c:pt idx="7121">
                  <c:v>1.6747700000000001</c:v>
                </c:pt>
                <c:pt idx="7122">
                  <c:v>1.6750700000000001</c:v>
                </c:pt>
                <c:pt idx="7123">
                  <c:v>1.6753800000000001</c:v>
                </c:pt>
                <c:pt idx="7124">
                  <c:v>1.6756800000000001</c:v>
                </c:pt>
                <c:pt idx="7125">
                  <c:v>1.6759900000000001</c:v>
                </c:pt>
                <c:pt idx="7126">
                  <c:v>1.6762900000000001</c:v>
                </c:pt>
                <c:pt idx="7127">
                  <c:v>1.6766000000000001</c:v>
                </c:pt>
                <c:pt idx="7128">
                  <c:v>1.6769000000000001</c:v>
                </c:pt>
                <c:pt idx="7129">
                  <c:v>1.6772100000000001</c:v>
                </c:pt>
                <c:pt idx="7130">
                  <c:v>1.6775100000000001</c:v>
                </c:pt>
                <c:pt idx="7131">
                  <c:v>1.6778200000000001</c:v>
                </c:pt>
                <c:pt idx="7132">
                  <c:v>1.6781299999999999</c:v>
                </c:pt>
                <c:pt idx="7133">
                  <c:v>1.6784300000000001</c:v>
                </c:pt>
                <c:pt idx="7134">
                  <c:v>1.6787399999999999</c:v>
                </c:pt>
                <c:pt idx="7135">
                  <c:v>1.6790400000000001</c:v>
                </c:pt>
                <c:pt idx="7136">
                  <c:v>1.6793499999999999</c:v>
                </c:pt>
                <c:pt idx="7137">
                  <c:v>1.6796500000000001</c:v>
                </c:pt>
                <c:pt idx="7138">
                  <c:v>1.6799599999999999</c:v>
                </c:pt>
                <c:pt idx="7139">
                  <c:v>1.6802600000000001</c:v>
                </c:pt>
                <c:pt idx="7140">
                  <c:v>1.6805699999999999</c:v>
                </c:pt>
                <c:pt idx="7141">
                  <c:v>1.6808700000000001</c:v>
                </c:pt>
                <c:pt idx="7142">
                  <c:v>1.6811799999999999</c:v>
                </c:pt>
                <c:pt idx="7143">
                  <c:v>1.6814800000000001</c:v>
                </c:pt>
                <c:pt idx="7144">
                  <c:v>1.6817899999999999</c:v>
                </c:pt>
                <c:pt idx="7145">
                  <c:v>1.6820999999999999</c:v>
                </c:pt>
                <c:pt idx="7146">
                  <c:v>1.6823999999999999</c:v>
                </c:pt>
                <c:pt idx="7147">
                  <c:v>1.6827099999999999</c:v>
                </c:pt>
                <c:pt idx="7148">
                  <c:v>1.6830099999999999</c:v>
                </c:pt>
                <c:pt idx="7149">
                  <c:v>1.6833199999999999</c:v>
                </c:pt>
                <c:pt idx="7150">
                  <c:v>1.6836199999999999</c:v>
                </c:pt>
                <c:pt idx="7151">
                  <c:v>1.6839299999999999</c:v>
                </c:pt>
                <c:pt idx="7152">
                  <c:v>1.6842299999999999</c:v>
                </c:pt>
                <c:pt idx="7153">
                  <c:v>1.6845399999999999</c:v>
                </c:pt>
                <c:pt idx="7154">
                  <c:v>1.6848399999999999</c:v>
                </c:pt>
                <c:pt idx="7155">
                  <c:v>1.6851499999999999</c:v>
                </c:pt>
                <c:pt idx="7156">
                  <c:v>1.6854499999999999</c:v>
                </c:pt>
                <c:pt idx="7157">
                  <c:v>1.6857599999999999</c:v>
                </c:pt>
                <c:pt idx="7158">
                  <c:v>1.68607</c:v>
                </c:pt>
                <c:pt idx="7159">
                  <c:v>1.6863699999999999</c:v>
                </c:pt>
                <c:pt idx="7160">
                  <c:v>1.68668</c:v>
                </c:pt>
                <c:pt idx="7161">
                  <c:v>1.6869799999999999</c:v>
                </c:pt>
                <c:pt idx="7162">
                  <c:v>1.68729</c:v>
                </c:pt>
                <c:pt idx="7163">
                  <c:v>1.6875899999999999</c:v>
                </c:pt>
                <c:pt idx="7164">
                  <c:v>1.6879</c:v>
                </c:pt>
                <c:pt idx="7165">
                  <c:v>1.6881999999999999</c:v>
                </c:pt>
                <c:pt idx="7166">
                  <c:v>1.68851</c:v>
                </c:pt>
                <c:pt idx="7167">
                  <c:v>1.6888099999999999</c:v>
                </c:pt>
                <c:pt idx="7168">
                  <c:v>1.68912</c:v>
                </c:pt>
                <c:pt idx="7169">
                  <c:v>1.68943</c:v>
                </c:pt>
                <c:pt idx="7170">
                  <c:v>1.68973</c:v>
                </c:pt>
                <c:pt idx="7171">
                  <c:v>1.69004</c:v>
                </c:pt>
                <c:pt idx="7172">
                  <c:v>1.69034</c:v>
                </c:pt>
                <c:pt idx="7173">
                  <c:v>1.69065</c:v>
                </c:pt>
                <c:pt idx="7174">
                  <c:v>1.69095</c:v>
                </c:pt>
                <c:pt idx="7175">
                  <c:v>1.69126</c:v>
                </c:pt>
                <c:pt idx="7176">
                  <c:v>1.69156</c:v>
                </c:pt>
                <c:pt idx="7177">
                  <c:v>1.69187</c:v>
                </c:pt>
                <c:pt idx="7178">
                  <c:v>1.69217</c:v>
                </c:pt>
                <c:pt idx="7179">
                  <c:v>1.69248</c:v>
                </c:pt>
                <c:pt idx="7180">
                  <c:v>1.69278</c:v>
                </c:pt>
                <c:pt idx="7181">
                  <c:v>1.69309</c:v>
                </c:pt>
                <c:pt idx="7182">
                  <c:v>1.6934</c:v>
                </c:pt>
                <c:pt idx="7183">
                  <c:v>1.6937</c:v>
                </c:pt>
                <c:pt idx="7184">
                  <c:v>1.69401</c:v>
                </c:pt>
                <c:pt idx="7185">
                  <c:v>1.69431</c:v>
                </c:pt>
                <c:pt idx="7186">
                  <c:v>1.69462</c:v>
                </c:pt>
                <c:pt idx="7187">
                  <c:v>1.69492</c:v>
                </c:pt>
                <c:pt idx="7188">
                  <c:v>1.69523</c:v>
                </c:pt>
                <c:pt idx="7189">
                  <c:v>1.69553</c:v>
                </c:pt>
                <c:pt idx="7190">
                  <c:v>1.69584</c:v>
                </c:pt>
                <c:pt idx="7191">
                  <c:v>1.69614</c:v>
                </c:pt>
                <c:pt idx="7192">
                  <c:v>1.69645</c:v>
                </c:pt>
                <c:pt idx="7193">
                  <c:v>1.69675</c:v>
                </c:pt>
                <c:pt idx="7194">
                  <c:v>1.69706</c:v>
                </c:pt>
                <c:pt idx="7195">
                  <c:v>1.69737</c:v>
                </c:pt>
                <c:pt idx="7196">
                  <c:v>1.69767</c:v>
                </c:pt>
                <c:pt idx="7197">
                  <c:v>1.69798</c:v>
                </c:pt>
                <c:pt idx="7198">
                  <c:v>1.69828</c:v>
                </c:pt>
                <c:pt idx="7199">
                  <c:v>1.69859</c:v>
                </c:pt>
                <c:pt idx="7200">
                  <c:v>1.69889</c:v>
                </c:pt>
                <c:pt idx="7201">
                  <c:v>1.6992</c:v>
                </c:pt>
                <c:pt idx="7202">
                  <c:v>1.6995</c:v>
                </c:pt>
                <c:pt idx="7203">
                  <c:v>1.69981</c:v>
                </c:pt>
                <c:pt idx="7204">
                  <c:v>1.70011</c:v>
                </c:pt>
                <c:pt idx="7205">
                  <c:v>1.70042</c:v>
                </c:pt>
                <c:pt idx="7206">
                  <c:v>1.70072</c:v>
                </c:pt>
                <c:pt idx="7207">
                  <c:v>1.70103</c:v>
                </c:pt>
                <c:pt idx="7208">
                  <c:v>1.7013400000000001</c:v>
                </c:pt>
                <c:pt idx="7209">
                  <c:v>1.70164</c:v>
                </c:pt>
                <c:pt idx="7210">
                  <c:v>1.7019500000000001</c:v>
                </c:pt>
                <c:pt idx="7211">
                  <c:v>1.70225</c:v>
                </c:pt>
                <c:pt idx="7212">
                  <c:v>1.7025600000000001</c:v>
                </c:pt>
                <c:pt idx="7213">
                  <c:v>1.70286</c:v>
                </c:pt>
                <c:pt idx="7214">
                  <c:v>1.7031700000000001</c:v>
                </c:pt>
                <c:pt idx="7215">
                  <c:v>1.70347</c:v>
                </c:pt>
                <c:pt idx="7216">
                  <c:v>1.7037800000000001</c:v>
                </c:pt>
                <c:pt idx="7217">
                  <c:v>1.70408</c:v>
                </c:pt>
                <c:pt idx="7218">
                  <c:v>1.7043900000000001</c:v>
                </c:pt>
                <c:pt idx="7219">
                  <c:v>1.70469</c:v>
                </c:pt>
                <c:pt idx="7220">
                  <c:v>1.7050000000000001</c:v>
                </c:pt>
                <c:pt idx="7221">
                  <c:v>1.7053100000000001</c:v>
                </c:pt>
                <c:pt idx="7222">
                  <c:v>1.7056100000000001</c:v>
                </c:pt>
                <c:pt idx="7223">
                  <c:v>1.7059200000000001</c:v>
                </c:pt>
                <c:pt idx="7224">
                  <c:v>1.7062200000000001</c:v>
                </c:pt>
                <c:pt idx="7225">
                  <c:v>1.7065300000000001</c:v>
                </c:pt>
                <c:pt idx="7226">
                  <c:v>1.7068300000000001</c:v>
                </c:pt>
                <c:pt idx="7227">
                  <c:v>1.7071400000000001</c:v>
                </c:pt>
                <c:pt idx="7228">
                  <c:v>1.7074400000000001</c:v>
                </c:pt>
                <c:pt idx="7229">
                  <c:v>1.7077500000000001</c:v>
                </c:pt>
                <c:pt idx="7230">
                  <c:v>1.7080500000000001</c:v>
                </c:pt>
                <c:pt idx="7231">
                  <c:v>1.7083600000000001</c:v>
                </c:pt>
                <c:pt idx="7232">
                  <c:v>1.7086699999999999</c:v>
                </c:pt>
                <c:pt idx="7233">
                  <c:v>1.7089700000000001</c:v>
                </c:pt>
                <c:pt idx="7234">
                  <c:v>1.7092799999999999</c:v>
                </c:pt>
                <c:pt idx="7235">
                  <c:v>1.7095800000000001</c:v>
                </c:pt>
                <c:pt idx="7236">
                  <c:v>1.7098899999999999</c:v>
                </c:pt>
                <c:pt idx="7237">
                  <c:v>1.7101900000000001</c:v>
                </c:pt>
                <c:pt idx="7238">
                  <c:v>1.7104999999999999</c:v>
                </c:pt>
                <c:pt idx="7239">
                  <c:v>1.7108000000000001</c:v>
                </c:pt>
                <c:pt idx="7240">
                  <c:v>1.7111099999999999</c:v>
                </c:pt>
                <c:pt idx="7241">
                  <c:v>1.7114100000000001</c:v>
                </c:pt>
                <c:pt idx="7242">
                  <c:v>1.7117199999999999</c:v>
                </c:pt>
                <c:pt idx="7243">
                  <c:v>1.7120200000000001</c:v>
                </c:pt>
                <c:pt idx="7244">
                  <c:v>1.7123299999999999</c:v>
                </c:pt>
                <c:pt idx="7245">
                  <c:v>1.7126399999999999</c:v>
                </c:pt>
                <c:pt idx="7246">
                  <c:v>1.7129399999999999</c:v>
                </c:pt>
                <c:pt idx="7247">
                  <c:v>1.7132499999999999</c:v>
                </c:pt>
                <c:pt idx="7248">
                  <c:v>1.7135499999999999</c:v>
                </c:pt>
                <c:pt idx="7249">
                  <c:v>1.7138599999999999</c:v>
                </c:pt>
                <c:pt idx="7250">
                  <c:v>1.7141599999999999</c:v>
                </c:pt>
                <c:pt idx="7251">
                  <c:v>1.7144699999999999</c:v>
                </c:pt>
                <c:pt idx="7252">
                  <c:v>1.7147699999999999</c:v>
                </c:pt>
                <c:pt idx="7253">
                  <c:v>1.7150799999999999</c:v>
                </c:pt>
                <c:pt idx="7254">
                  <c:v>1.7153799999999999</c:v>
                </c:pt>
                <c:pt idx="7255">
                  <c:v>1.7156899999999999</c:v>
                </c:pt>
                <c:pt idx="7256">
                  <c:v>1.7159899999999999</c:v>
                </c:pt>
                <c:pt idx="7257">
                  <c:v>1.7162999999999999</c:v>
                </c:pt>
                <c:pt idx="7258">
                  <c:v>1.71661</c:v>
                </c:pt>
                <c:pt idx="7259">
                  <c:v>1.7169099999999999</c:v>
                </c:pt>
                <c:pt idx="7260">
                  <c:v>1.71722</c:v>
                </c:pt>
                <c:pt idx="7261">
                  <c:v>1.7175199999999999</c:v>
                </c:pt>
                <c:pt idx="7262">
                  <c:v>1.71783</c:v>
                </c:pt>
                <c:pt idx="7263">
                  <c:v>1.7181299999999999</c:v>
                </c:pt>
                <c:pt idx="7264">
                  <c:v>1.71844</c:v>
                </c:pt>
                <c:pt idx="7265">
                  <c:v>1.7187399999999999</c:v>
                </c:pt>
                <c:pt idx="7266">
                  <c:v>1.71905</c:v>
                </c:pt>
                <c:pt idx="7267">
                  <c:v>1.7193499999999999</c:v>
                </c:pt>
                <c:pt idx="7268">
                  <c:v>1.71966</c:v>
                </c:pt>
                <c:pt idx="7269">
                  <c:v>1.7199599999999999</c:v>
                </c:pt>
                <c:pt idx="7270">
                  <c:v>1.72027</c:v>
                </c:pt>
                <c:pt idx="7271">
                  <c:v>1.72058</c:v>
                </c:pt>
                <c:pt idx="7272">
                  <c:v>1.72088</c:v>
                </c:pt>
                <c:pt idx="7273">
                  <c:v>1.72119</c:v>
                </c:pt>
                <c:pt idx="7274">
                  <c:v>1.72149</c:v>
                </c:pt>
                <c:pt idx="7275">
                  <c:v>1.7218</c:v>
                </c:pt>
                <c:pt idx="7276">
                  <c:v>1.7221</c:v>
                </c:pt>
                <c:pt idx="7277">
                  <c:v>1.72241</c:v>
                </c:pt>
                <c:pt idx="7278">
                  <c:v>1.72271</c:v>
                </c:pt>
                <c:pt idx="7279">
                  <c:v>1.72302</c:v>
                </c:pt>
                <c:pt idx="7280">
                  <c:v>1.72332</c:v>
                </c:pt>
                <c:pt idx="7281">
                  <c:v>1.72363</c:v>
                </c:pt>
                <c:pt idx="7282">
                  <c:v>1.72393</c:v>
                </c:pt>
                <c:pt idx="7283">
                  <c:v>1.72424</c:v>
                </c:pt>
                <c:pt idx="7284">
                  <c:v>1.72455</c:v>
                </c:pt>
                <c:pt idx="7285">
                  <c:v>1.72485</c:v>
                </c:pt>
                <c:pt idx="7286">
                  <c:v>1.72516</c:v>
                </c:pt>
                <c:pt idx="7287">
                  <c:v>1.72546</c:v>
                </c:pt>
                <c:pt idx="7288">
                  <c:v>1.72577</c:v>
                </c:pt>
                <c:pt idx="7289">
                  <c:v>1.72607</c:v>
                </c:pt>
                <c:pt idx="7290">
                  <c:v>1.72638</c:v>
                </c:pt>
                <c:pt idx="7291">
                  <c:v>1.72668</c:v>
                </c:pt>
                <c:pt idx="7292">
                  <c:v>1.72699</c:v>
                </c:pt>
                <c:pt idx="7293">
                  <c:v>1.72729</c:v>
                </c:pt>
                <c:pt idx="7294">
                  <c:v>1.7276</c:v>
                </c:pt>
                <c:pt idx="7295">
                  <c:v>1.7279100000000001</c:v>
                </c:pt>
                <c:pt idx="7296">
                  <c:v>1.72821</c:v>
                </c:pt>
                <c:pt idx="7297">
                  <c:v>1.7285200000000001</c:v>
                </c:pt>
                <c:pt idx="7298">
                  <c:v>1.72882</c:v>
                </c:pt>
                <c:pt idx="7299">
                  <c:v>1.7291300000000001</c:v>
                </c:pt>
                <c:pt idx="7300">
                  <c:v>1.72943</c:v>
                </c:pt>
                <c:pt idx="7301">
                  <c:v>1.7297400000000001</c:v>
                </c:pt>
                <c:pt idx="7302">
                  <c:v>1.73004</c:v>
                </c:pt>
                <c:pt idx="7303">
                  <c:v>1.7303500000000001</c:v>
                </c:pt>
                <c:pt idx="7304">
                  <c:v>1.73065</c:v>
                </c:pt>
                <c:pt idx="7305">
                  <c:v>1.7309600000000001</c:v>
                </c:pt>
                <c:pt idx="7306">
                  <c:v>1.73126</c:v>
                </c:pt>
                <c:pt idx="7307">
                  <c:v>1.7315700000000001</c:v>
                </c:pt>
                <c:pt idx="7308">
                  <c:v>1.7318800000000001</c:v>
                </c:pt>
                <c:pt idx="7309">
                  <c:v>1.7321800000000001</c:v>
                </c:pt>
                <c:pt idx="7310">
                  <c:v>1.7324900000000001</c:v>
                </c:pt>
                <c:pt idx="7311">
                  <c:v>1.7327900000000001</c:v>
                </c:pt>
                <c:pt idx="7312">
                  <c:v>1.7331000000000001</c:v>
                </c:pt>
                <c:pt idx="7313">
                  <c:v>1.7334000000000001</c:v>
                </c:pt>
                <c:pt idx="7314">
                  <c:v>1.7337100000000001</c:v>
                </c:pt>
                <c:pt idx="7315">
                  <c:v>1.7340100000000001</c:v>
                </c:pt>
                <c:pt idx="7316">
                  <c:v>1.7343200000000001</c:v>
                </c:pt>
                <c:pt idx="7317">
                  <c:v>1.7346200000000001</c:v>
                </c:pt>
                <c:pt idx="7318">
                  <c:v>1.7349300000000001</c:v>
                </c:pt>
                <c:pt idx="7319">
                  <c:v>1.7352300000000001</c:v>
                </c:pt>
                <c:pt idx="7320">
                  <c:v>1.7355400000000001</c:v>
                </c:pt>
                <c:pt idx="7321">
                  <c:v>1.7358499999999999</c:v>
                </c:pt>
                <c:pt idx="7322">
                  <c:v>1.7361500000000001</c:v>
                </c:pt>
                <c:pt idx="7323">
                  <c:v>1.7364599999999999</c:v>
                </c:pt>
                <c:pt idx="7324">
                  <c:v>1.7367600000000001</c:v>
                </c:pt>
                <c:pt idx="7325">
                  <c:v>1.7370699999999999</c:v>
                </c:pt>
                <c:pt idx="7326">
                  <c:v>1.7373700000000001</c:v>
                </c:pt>
                <c:pt idx="7327">
                  <c:v>1.7376799999999999</c:v>
                </c:pt>
                <c:pt idx="7328">
                  <c:v>1.7379800000000001</c:v>
                </c:pt>
                <c:pt idx="7329">
                  <c:v>1.7382899999999999</c:v>
                </c:pt>
                <c:pt idx="7330">
                  <c:v>1.7385900000000001</c:v>
                </c:pt>
                <c:pt idx="7331">
                  <c:v>1.7388999999999999</c:v>
                </c:pt>
                <c:pt idx="7332">
                  <c:v>1.7392000000000001</c:v>
                </c:pt>
                <c:pt idx="7333">
                  <c:v>1.7395099999999999</c:v>
                </c:pt>
                <c:pt idx="7334">
                  <c:v>1.7398199999999999</c:v>
                </c:pt>
                <c:pt idx="7335">
                  <c:v>1.7401199999999999</c:v>
                </c:pt>
                <c:pt idx="7336">
                  <c:v>1.7404299999999999</c:v>
                </c:pt>
                <c:pt idx="7337">
                  <c:v>1.7407300000000001</c:v>
                </c:pt>
                <c:pt idx="7338">
                  <c:v>1.7410399999999999</c:v>
                </c:pt>
                <c:pt idx="7339">
                  <c:v>1.7413400000000001</c:v>
                </c:pt>
                <c:pt idx="7340">
                  <c:v>1.7416499999999999</c:v>
                </c:pt>
                <c:pt idx="7341">
                  <c:v>1.7419500000000001</c:v>
                </c:pt>
                <c:pt idx="7342">
                  <c:v>1.7422599999999999</c:v>
                </c:pt>
                <c:pt idx="7343">
                  <c:v>1.7425600000000001</c:v>
                </c:pt>
                <c:pt idx="7344">
                  <c:v>1.7428699999999999</c:v>
                </c:pt>
                <c:pt idx="7345">
                  <c:v>1.74318</c:v>
                </c:pt>
                <c:pt idx="7346">
                  <c:v>1.7434799999999999</c:v>
                </c:pt>
                <c:pt idx="7347">
                  <c:v>1.74379</c:v>
                </c:pt>
                <c:pt idx="7348">
                  <c:v>1.7440899999999999</c:v>
                </c:pt>
                <c:pt idx="7349">
                  <c:v>1.7444</c:v>
                </c:pt>
                <c:pt idx="7350">
                  <c:v>1.7446999999999999</c:v>
                </c:pt>
                <c:pt idx="7351">
                  <c:v>1.74501</c:v>
                </c:pt>
                <c:pt idx="7352">
                  <c:v>1.7453099999999999</c:v>
                </c:pt>
                <c:pt idx="7353">
                  <c:v>1.7456199999999999</c:v>
                </c:pt>
                <c:pt idx="7354">
                  <c:v>1.7459199999999999</c:v>
                </c:pt>
                <c:pt idx="7355">
                  <c:v>1.7462299999999999</c:v>
                </c:pt>
                <c:pt idx="7356">
                  <c:v>1.7465299999999999</c:v>
                </c:pt>
                <c:pt idx="7357">
                  <c:v>1.7468399999999999</c:v>
                </c:pt>
                <c:pt idx="7358">
                  <c:v>1.74715</c:v>
                </c:pt>
                <c:pt idx="7359">
                  <c:v>1.7474499999999999</c:v>
                </c:pt>
                <c:pt idx="7360">
                  <c:v>1.74776</c:v>
                </c:pt>
                <c:pt idx="7361">
                  <c:v>1.7480599999999999</c:v>
                </c:pt>
                <c:pt idx="7362">
                  <c:v>1.74837</c:v>
                </c:pt>
                <c:pt idx="7363">
                  <c:v>1.7486699999999999</c:v>
                </c:pt>
                <c:pt idx="7364">
                  <c:v>1.74898</c:v>
                </c:pt>
                <c:pt idx="7365">
                  <c:v>1.7492799999999999</c:v>
                </c:pt>
                <c:pt idx="7366">
                  <c:v>1.74959</c:v>
                </c:pt>
                <c:pt idx="7367">
                  <c:v>1.7498899999999999</c:v>
                </c:pt>
                <c:pt idx="7368">
                  <c:v>1.7502</c:v>
                </c:pt>
                <c:pt idx="7369">
                  <c:v>1.7504999999999999</c:v>
                </c:pt>
                <c:pt idx="7370">
                  <c:v>1.75081</c:v>
                </c:pt>
                <c:pt idx="7371">
                  <c:v>1.75112</c:v>
                </c:pt>
                <c:pt idx="7372">
                  <c:v>1.75142</c:v>
                </c:pt>
                <c:pt idx="7373">
                  <c:v>1.75173</c:v>
                </c:pt>
                <c:pt idx="7374">
                  <c:v>1.75203</c:v>
                </c:pt>
                <c:pt idx="7375">
                  <c:v>1.75234</c:v>
                </c:pt>
                <c:pt idx="7376">
                  <c:v>1.75264</c:v>
                </c:pt>
                <c:pt idx="7377">
                  <c:v>1.75295</c:v>
                </c:pt>
                <c:pt idx="7378">
                  <c:v>1.75325</c:v>
                </c:pt>
                <c:pt idx="7379">
                  <c:v>1.75356</c:v>
                </c:pt>
                <c:pt idx="7380">
                  <c:v>1.75386</c:v>
                </c:pt>
                <c:pt idx="7381">
                  <c:v>1.75417</c:v>
                </c:pt>
                <c:pt idx="7382">
                  <c:v>1.75447</c:v>
                </c:pt>
                <c:pt idx="7383">
                  <c:v>1.75478</c:v>
                </c:pt>
                <c:pt idx="7384">
                  <c:v>1.75509</c:v>
                </c:pt>
                <c:pt idx="7385">
                  <c:v>1.75539</c:v>
                </c:pt>
                <c:pt idx="7386">
                  <c:v>1.7557</c:v>
                </c:pt>
                <c:pt idx="7387">
                  <c:v>1.756</c:v>
                </c:pt>
                <c:pt idx="7388">
                  <c:v>1.75631</c:v>
                </c:pt>
                <c:pt idx="7389">
                  <c:v>1.75661</c:v>
                </c:pt>
                <c:pt idx="7390">
                  <c:v>1.75692</c:v>
                </c:pt>
                <c:pt idx="7391">
                  <c:v>1.75722</c:v>
                </c:pt>
                <c:pt idx="7392">
                  <c:v>1.75753</c:v>
                </c:pt>
                <c:pt idx="7393">
                  <c:v>1.75783</c:v>
                </c:pt>
                <c:pt idx="7394">
                  <c:v>1.75814</c:v>
                </c:pt>
                <c:pt idx="7395">
                  <c:v>1.75844</c:v>
                </c:pt>
                <c:pt idx="7396">
                  <c:v>1.75875</c:v>
                </c:pt>
                <c:pt idx="7397">
                  <c:v>1.7590600000000001</c:v>
                </c:pt>
                <c:pt idx="7398">
                  <c:v>1.75936</c:v>
                </c:pt>
                <c:pt idx="7399">
                  <c:v>1.7596700000000001</c:v>
                </c:pt>
                <c:pt idx="7400">
                  <c:v>1.75997</c:v>
                </c:pt>
                <c:pt idx="7401">
                  <c:v>1.7602800000000001</c:v>
                </c:pt>
                <c:pt idx="7402">
                  <c:v>1.76058</c:v>
                </c:pt>
                <c:pt idx="7403">
                  <c:v>1.7608900000000001</c:v>
                </c:pt>
                <c:pt idx="7404">
                  <c:v>1.76119</c:v>
                </c:pt>
                <c:pt idx="7405">
                  <c:v>1.7615000000000001</c:v>
                </c:pt>
                <c:pt idx="7406">
                  <c:v>1.7618</c:v>
                </c:pt>
                <c:pt idx="7407">
                  <c:v>1.7621100000000001</c:v>
                </c:pt>
                <c:pt idx="7408">
                  <c:v>1.7624200000000001</c:v>
                </c:pt>
                <c:pt idx="7409">
                  <c:v>1.7627200000000001</c:v>
                </c:pt>
                <c:pt idx="7410">
                  <c:v>1.7630300000000001</c:v>
                </c:pt>
                <c:pt idx="7411">
                  <c:v>1.7633300000000001</c:v>
                </c:pt>
                <c:pt idx="7412">
                  <c:v>1.7636400000000001</c:v>
                </c:pt>
                <c:pt idx="7413">
                  <c:v>1.7639400000000001</c:v>
                </c:pt>
                <c:pt idx="7414">
                  <c:v>1.7642500000000001</c:v>
                </c:pt>
                <c:pt idx="7415">
                  <c:v>1.7645500000000001</c:v>
                </c:pt>
                <c:pt idx="7416">
                  <c:v>1.7648600000000001</c:v>
                </c:pt>
                <c:pt idx="7417">
                  <c:v>1.7651600000000001</c:v>
                </c:pt>
                <c:pt idx="7418">
                  <c:v>1.7654700000000001</c:v>
                </c:pt>
                <c:pt idx="7419">
                  <c:v>1.7657700000000001</c:v>
                </c:pt>
                <c:pt idx="7420">
                  <c:v>1.7660800000000001</c:v>
                </c:pt>
                <c:pt idx="7421">
                  <c:v>1.7663899999999999</c:v>
                </c:pt>
                <c:pt idx="7422">
                  <c:v>1.7666900000000001</c:v>
                </c:pt>
                <c:pt idx="7423">
                  <c:v>1.7669999999999999</c:v>
                </c:pt>
                <c:pt idx="7424">
                  <c:v>1.7673000000000001</c:v>
                </c:pt>
                <c:pt idx="7425">
                  <c:v>1.7676099999999999</c:v>
                </c:pt>
                <c:pt idx="7426">
                  <c:v>1.7679100000000001</c:v>
                </c:pt>
                <c:pt idx="7427">
                  <c:v>1.7682199999999999</c:v>
                </c:pt>
                <c:pt idx="7428">
                  <c:v>1.7685200000000001</c:v>
                </c:pt>
                <c:pt idx="7429">
                  <c:v>1.7688299999999999</c:v>
                </c:pt>
                <c:pt idx="7430">
                  <c:v>1.7691300000000001</c:v>
                </c:pt>
                <c:pt idx="7431">
                  <c:v>1.7694399999999999</c:v>
                </c:pt>
                <c:pt idx="7432">
                  <c:v>1.7697400000000001</c:v>
                </c:pt>
                <c:pt idx="7433">
                  <c:v>1.7700499999999999</c:v>
                </c:pt>
                <c:pt idx="7434">
                  <c:v>1.7703599999999999</c:v>
                </c:pt>
                <c:pt idx="7435">
                  <c:v>1.7706599999999999</c:v>
                </c:pt>
                <c:pt idx="7436">
                  <c:v>1.7709699999999999</c:v>
                </c:pt>
                <c:pt idx="7437">
                  <c:v>1.7712699999999999</c:v>
                </c:pt>
                <c:pt idx="7438">
                  <c:v>1.7715799999999999</c:v>
                </c:pt>
                <c:pt idx="7439">
                  <c:v>1.7718799999999999</c:v>
                </c:pt>
                <c:pt idx="7440">
                  <c:v>1.7721899999999999</c:v>
                </c:pt>
                <c:pt idx="7441">
                  <c:v>1.7724899999999999</c:v>
                </c:pt>
                <c:pt idx="7442">
                  <c:v>1.7727999999999999</c:v>
                </c:pt>
                <c:pt idx="7443">
                  <c:v>1.7730999999999999</c:v>
                </c:pt>
                <c:pt idx="7444">
                  <c:v>1.7734099999999999</c:v>
                </c:pt>
                <c:pt idx="7445">
                  <c:v>1.7737099999999999</c:v>
                </c:pt>
                <c:pt idx="7446">
                  <c:v>1.7740199999999999</c:v>
                </c:pt>
                <c:pt idx="7447">
                  <c:v>1.77433</c:v>
                </c:pt>
                <c:pt idx="7448">
                  <c:v>1.7746299999999999</c:v>
                </c:pt>
                <c:pt idx="7449">
                  <c:v>1.77494</c:v>
                </c:pt>
                <c:pt idx="7450">
                  <c:v>1.7752399999999999</c:v>
                </c:pt>
                <c:pt idx="7451">
                  <c:v>1.77555</c:v>
                </c:pt>
                <c:pt idx="7452">
                  <c:v>1.7758499999999999</c:v>
                </c:pt>
                <c:pt idx="7453">
                  <c:v>1.77616</c:v>
                </c:pt>
                <c:pt idx="7454">
                  <c:v>1.7764599999999999</c:v>
                </c:pt>
                <c:pt idx="7455">
                  <c:v>1.77677</c:v>
                </c:pt>
                <c:pt idx="7456">
                  <c:v>1.7770699999999999</c:v>
                </c:pt>
                <c:pt idx="7457">
                  <c:v>1.77738</c:v>
                </c:pt>
                <c:pt idx="7458">
                  <c:v>1.7776799999999999</c:v>
                </c:pt>
                <c:pt idx="7459">
                  <c:v>1.77799</c:v>
                </c:pt>
                <c:pt idx="7460">
                  <c:v>1.7783</c:v>
                </c:pt>
                <c:pt idx="7461">
                  <c:v>1.7786</c:v>
                </c:pt>
                <c:pt idx="7462">
                  <c:v>1.77891</c:v>
                </c:pt>
                <c:pt idx="7463">
                  <c:v>1.77921</c:v>
                </c:pt>
                <c:pt idx="7464">
                  <c:v>1.77952</c:v>
                </c:pt>
                <c:pt idx="7465">
                  <c:v>1.77982</c:v>
                </c:pt>
                <c:pt idx="7466">
                  <c:v>1.78013</c:v>
                </c:pt>
                <c:pt idx="7467">
                  <c:v>1.78043</c:v>
                </c:pt>
                <c:pt idx="7468">
                  <c:v>1.78074</c:v>
                </c:pt>
                <c:pt idx="7469">
                  <c:v>1.78104</c:v>
                </c:pt>
                <c:pt idx="7470">
                  <c:v>1.78135</c:v>
                </c:pt>
                <c:pt idx="7471">
                  <c:v>1.78166</c:v>
                </c:pt>
                <c:pt idx="7472">
                  <c:v>1.78196</c:v>
                </c:pt>
                <c:pt idx="7473">
                  <c:v>1.78227</c:v>
                </c:pt>
                <c:pt idx="7474">
                  <c:v>1.78257</c:v>
                </c:pt>
                <c:pt idx="7475">
                  <c:v>1.78288</c:v>
                </c:pt>
                <c:pt idx="7476">
                  <c:v>1.78318</c:v>
                </c:pt>
                <c:pt idx="7477">
                  <c:v>1.78349</c:v>
                </c:pt>
                <c:pt idx="7478">
                  <c:v>1.78379</c:v>
                </c:pt>
                <c:pt idx="7479">
                  <c:v>1.7841</c:v>
                </c:pt>
                <c:pt idx="7480">
                  <c:v>1.7844</c:v>
                </c:pt>
                <c:pt idx="7481">
                  <c:v>1.78471</c:v>
                </c:pt>
                <c:pt idx="7482">
                  <c:v>1.78501</c:v>
                </c:pt>
                <c:pt idx="7483">
                  <c:v>1.78532</c:v>
                </c:pt>
                <c:pt idx="7484">
                  <c:v>1.7856300000000001</c:v>
                </c:pt>
                <c:pt idx="7485">
                  <c:v>1.78593</c:v>
                </c:pt>
                <c:pt idx="7486">
                  <c:v>1.78624</c:v>
                </c:pt>
                <c:pt idx="7487">
                  <c:v>1.78654</c:v>
                </c:pt>
                <c:pt idx="7488">
                  <c:v>1.78685</c:v>
                </c:pt>
                <c:pt idx="7489">
                  <c:v>1.78715</c:v>
                </c:pt>
                <c:pt idx="7490">
                  <c:v>1.78746</c:v>
                </c:pt>
                <c:pt idx="7491">
                  <c:v>1.78776</c:v>
                </c:pt>
                <c:pt idx="7492">
                  <c:v>1.78807</c:v>
                </c:pt>
                <c:pt idx="7493">
                  <c:v>1.78837</c:v>
                </c:pt>
                <c:pt idx="7494">
                  <c:v>1.78868</c:v>
                </c:pt>
                <c:pt idx="7495">
                  <c:v>1.78898</c:v>
                </c:pt>
                <c:pt idx="7496">
                  <c:v>1.78929</c:v>
                </c:pt>
                <c:pt idx="7497">
                  <c:v>1.7896000000000001</c:v>
                </c:pt>
                <c:pt idx="7498">
                  <c:v>1.7899</c:v>
                </c:pt>
                <c:pt idx="7499">
                  <c:v>1.7902100000000001</c:v>
                </c:pt>
                <c:pt idx="7500">
                  <c:v>1.79051</c:v>
                </c:pt>
                <c:pt idx="7501">
                  <c:v>1.7908200000000001</c:v>
                </c:pt>
                <c:pt idx="7502">
                  <c:v>1.79112</c:v>
                </c:pt>
                <c:pt idx="7503">
                  <c:v>1.7914300000000001</c:v>
                </c:pt>
                <c:pt idx="7504">
                  <c:v>1.79173</c:v>
                </c:pt>
                <c:pt idx="7505">
                  <c:v>1.7920400000000001</c:v>
                </c:pt>
                <c:pt idx="7506">
                  <c:v>1.79234</c:v>
                </c:pt>
                <c:pt idx="7507">
                  <c:v>1.7926500000000001</c:v>
                </c:pt>
                <c:pt idx="7508">
                  <c:v>1.79295</c:v>
                </c:pt>
                <c:pt idx="7509">
                  <c:v>1.7932600000000001</c:v>
                </c:pt>
                <c:pt idx="7510">
                  <c:v>1.7935700000000001</c:v>
                </c:pt>
                <c:pt idx="7511">
                  <c:v>1.7938700000000001</c:v>
                </c:pt>
                <c:pt idx="7512">
                  <c:v>1.7941800000000001</c:v>
                </c:pt>
                <c:pt idx="7513">
                  <c:v>1.7944800000000001</c:v>
                </c:pt>
                <c:pt idx="7514">
                  <c:v>1.7947900000000001</c:v>
                </c:pt>
                <c:pt idx="7515">
                  <c:v>1.7950900000000001</c:v>
                </c:pt>
                <c:pt idx="7516">
                  <c:v>1.7954000000000001</c:v>
                </c:pt>
                <c:pt idx="7517">
                  <c:v>1.7957000000000001</c:v>
                </c:pt>
                <c:pt idx="7518">
                  <c:v>1.7960100000000001</c:v>
                </c:pt>
                <c:pt idx="7519">
                  <c:v>1.7963100000000001</c:v>
                </c:pt>
                <c:pt idx="7520">
                  <c:v>1.7966200000000001</c:v>
                </c:pt>
                <c:pt idx="7521">
                  <c:v>1.7969299999999999</c:v>
                </c:pt>
                <c:pt idx="7522">
                  <c:v>1.7972300000000001</c:v>
                </c:pt>
                <c:pt idx="7523">
                  <c:v>1.7975399999999999</c:v>
                </c:pt>
                <c:pt idx="7524">
                  <c:v>1.7978400000000001</c:v>
                </c:pt>
                <c:pt idx="7525">
                  <c:v>1.7981499999999999</c:v>
                </c:pt>
                <c:pt idx="7526">
                  <c:v>1.7984500000000001</c:v>
                </c:pt>
                <c:pt idx="7527">
                  <c:v>1.7987599999999999</c:v>
                </c:pt>
                <c:pt idx="7528">
                  <c:v>1.7990600000000001</c:v>
                </c:pt>
                <c:pt idx="7529">
                  <c:v>1.7993699999999999</c:v>
                </c:pt>
                <c:pt idx="7530">
                  <c:v>1.7996700000000001</c:v>
                </c:pt>
                <c:pt idx="7531">
                  <c:v>1.7999799999999999</c:v>
                </c:pt>
                <c:pt idx="7532">
                  <c:v>1.8002800000000001</c:v>
                </c:pt>
                <c:pt idx="7533">
                  <c:v>1.8005899999999999</c:v>
                </c:pt>
                <c:pt idx="7534">
                  <c:v>1.8008999999999999</c:v>
                </c:pt>
                <c:pt idx="7535">
                  <c:v>1.8011999999999999</c:v>
                </c:pt>
                <c:pt idx="7536">
                  <c:v>1.8015099999999999</c:v>
                </c:pt>
                <c:pt idx="7537">
                  <c:v>1.8018099999999999</c:v>
                </c:pt>
                <c:pt idx="7538">
                  <c:v>1.8021199999999999</c:v>
                </c:pt>
                <c:pt idx="7539">
                  <c:v>1.8024199999999999</c:v>
                </c:pt>
                <c:pt idx="7540">
                  <c:v>1.8027299999999999</c:v>
                </c:pt>
                <c:pt idx="7541">
                  <c:v>1.8030299999999999</c:v>
                </c:pt>
                <c:pt idx="7542">
                  <c:v>1.8033399999999999</c:v>
                </c:pt>
                <c:pt idx="7543">
                  <c:v>1.8036399999999999</c:v>
                </c:pt>
                <c:pt idx="7544">
                  <c:v>1.8039499999999999</c:v>
                </c:pt>
                <c:pt idx="7545">
                  <c:v>1.8042499999999999</c:v>
                </c:pt>
                <c:pt idx="7546">
                  <c:v>1.8045599999999999</c:v>
                </c:pt>
                <c:pt idx="7547">
                  <c:v>1.80487</c:v>
                </c:pt>
                <c:pt idx="7548">
                  <c:v>1.8051699999999999</c:v>
                </c:pt>
                <c:pt idx="7549">
                  <c:v>1.80548</c:v>
                </c:pt>
                <c:pt idx="7550">
                  <c:v>1.8057799999999999</c:v>
                </c:pt>
                <c:pt idx="7551">
                  <c:v>1.80609</c:v>
                </c:pt>
                <c:pt idx="7552">
                  <c:v>1.8063899999999999</c:v>
                </c:pt>
                <c:pt idx="7553">
                  <c:v>1.8067</c:v>
                </c:pt>
                <c:pt idx="7554">
                  <c:v>1.8069999999999999</c:v>
                </c:pt>
                <c:pt idx="7555">
                  <c:v>1.80731</c:v>
                </c:pt>
                <c:pt idx="7556">
                  <c:v>1.8076099999999999</c:v>
                </c:pt>
                <c:pt idx="7557">
                  <c:v>1.80792</c:v>
                </c:pt>
                <c:pt idx="7558">
                  <c:v>1.8082199999999999</c:v>
                </c:pt>
                <c:pt idx="7559">
                  <c:v>1.80853</c:v>
                </c:pt>
                <c:pt idx="7560">
                  <c:v>1.80884</c:v>
                </c:pt>
                <c:pt idx="7561">
                  <c:v>1.80914</c:v>
                </c:pt>
                <c:pt idx="7562">
                  <c:v>1.80945</c:v>
                </c:pt>
                <c:pt idx="7563">
                  <c:v>1.80975</c:v>
                </c:pt>
                <c:pt idx="7564">
                  <c:v>1.81006</c:v>
                </c:pt>
                <c:pt idx="7565">
                  <c:v>1.81036</c:v>
                </c:pt>
                <c:pt idx="7566">
                  <c:v>1.81067</c:v>
                </c:pt>
                <c:pt idx="7567">
                  <c:v>1.81097</c:v>
                </c:pt>
                <c:pt idx="7568">
                  <c:v>1.81128</c:v>
                </c:pt>
                <c:pt idx="7569">
                  <c:v>1.81158</c:v>
                </c:pt>
                <c:pt idx="7570">
                  <c:v>1.81189</c:v>
                </c:pt>
                <c:pt idx="7571">
                  <c:v>1.81219</c:v>
                </c:pt>
                <c:pt idx="7572">
                  <c:v>1.8125</c:v>
                </c:pt>
                <c:pt idx="7573">
                  <c:v>1.81281</c:v>
                </c:pt>
                <c:pt idx="7574">
                  <c:v>1.81311</c:v>
                </c:pt>
                <c:pt idx="7575">
                  <c:v>1.81342</c:v>
                </c:pt>
                <c:pt idx="7576">
                  <c:v>1.81372</c:v>
                </c:pt>
                <c:pt idx="7577">
                  <c:v>1.81403</c:v>
                </c:pt>
                <c:pt idx="7578">
                  <c:v>1.81433</c:v>
                </c:pt>
                <c:pt idx="7579">
                  <c:v>1.81464</c:v>
                </c:pt>
                <c:pt idx="7580">
                  <c:v>1.81494</c:v>
                </c:pt>
                <c:pt idx="7581">
                  <c:v>1.81525</c:v>
                </c:pt>
                <c:pt idx="7582">
                  <c:v>1.81555</c:v>
                </c:pt>
                <c:pt idx="7583">
                  <c:v>1.81586</c:v>
                </c:pt>
                <c:pt idx="7584">
                  <c:v>1.8161700000000001</c:v>
                </c:pt>
                <c:pt idx="7585">
                  <c:v>1.81647</c:v>
                </c:pt>
                <c:pt idx="7586">
                  <c:v>1.8167800000000001</c:v>
                </c:pt>
                <c:pt idx="7587">
                  <c:v>1.81708</c:v>
                </c:pt>
                <c:pt idx="7588">
                  <c:v>1.8173900000000001</c:v>
                </c:pt>
                <c:pt idx="7589">
                  <c:v>1.81769</c:v>
                </c:pt>
                <c:pt idx="7590">
                  <c:v>1.8180000000000001</c:v>
                </c:pt>
                <c:pt idx="7591">
                  <c:v>1.8183</c:v>
                </c:pt>
                <c:pt idx="7592">
                  <c:v>1.8186100000000001</c:v>
                </c:pt>
                <c:pt idx="7593">
                  <c:v>1.81891</c:v>
                </c:pt>
                <c:pt idx="7594">
                  <c:v>1.8192200000000001</c:v>
                </c:pt>
                <c:pt idx="7595">
                  <c:v>1.81952</c:v>
                </c:pt>
                <c:pt idx="7596">
                  <c:v>1.8198300000000001</c:v>
                </c:pt>
                <c:pt idx="7597">
                  <c:v>1.8201400000000001</c:v>
                </c:pt>
                <c:pt idx="7598">
                  <c:v>1.8204400000000001</c:v>
                </c:pt>
                <c:pt idx="7599">
                  <c:v>1.8207500000000001</c:v>
                </c:pt>
                <c:pt idx="7600">
                  <c:v>1.8210500000000001</c:v>
                </c:pt>
                <c:pt idx="7601">
                  <c:v>1.8213600000000001</c:v>
                </c:pt>
                <c:pt idx="7602">
                  <c:v>1.8216600000000001</c:v>
                </c:pt>
                <c:pt idx="7603">
                  <c:v>1.8219700000000001</c:v>
                </c:pt>
                <c:pt idx="7604">
                  <c:v>1.8222700000000001</c:v>
                </c:pt>
                <c:pt idx="7605">
                  <c:v>1.8225800000000001</c:v>
                </c:pt>
                <c:pt idx="7606">
                  <c:v>1.8228800000000001</c:v>
                </c:pt>
                <c:pt idx="7607">
                  <c:v>1.8231900000000001</c:v>
                </c:pt>
                <c:pt idx="7608">
                  <c:v>1.8234900000000001</c:v>
                </c:pt>
                <c:pt idx="7609">
                  <c:v>1.8238000000000001</c:v>
                </c:pt>
                <c:pt idx="7610">
                  <c:v>1.8241099999999999</c:v>
                </c:pt>
                <c:pt idx="7611">
                  <c:v>1.8244100000000001</c:v>
                </c:pt>
                <c:pt idx="7612">
                  <c:v>1.8247199999999999</c:v>
                </c:pt>
                <c:pt idx="7613">
                  <c:v>1.8250200000000001</c:v>
                </c:pt>
                <c:pt idx="7614">
                  <c:v>1.8253299999999999</c:v>
                </c:pt>
                <c:pt idx="7615">
                  <c:v>1.8256300000000001</c:v>
                </c:pt>
                <c:pt idx="7616">
                  <c:v>1.8259399999999999</c:v>
                </c:pt>
                <c:pt idx="7617">
                  <c:v>1.8262400000000001</c:v>
                </c:pt>
                <c:pt idx="7618">
                  <c:v>1.8265499999999999</c:v>
                </c:pt>
                <c:pt idx="7619">
                  <c:v>1.8268500000000001</c:v>
                </c:pt>
                <c:pt idx="7620">
                  <c:v>1.8271599999999999</c:v>
                </c:pt>
                <c:pt idx="7621">
                  <c:v>1.8274600000000001</c:v>
                </c:pt>
                <c:pt idx="7622">
                  <c:v>1.8277699999999999</c:v>
                </c:pt>
                <c:pt idx="7623">
                  <c:v>1.8280799999999999</c:v>
                </c:pt>
                <c:pt idx="7624">
                  <c:v>1.8283799999999999</c:v>
                </c:pt>
                <c:pt idx="7625">
                  <c:v>1.8286899999999999</c:v>
                </c:pt>
                <c:pt idx="7626">
                  <c:v>1.8289899999999999</c:v>
                </c:pt>
                <c:pt idx="7627">
                  <c:v>1.8292999999999999</c:v>
                </c:pt>
                <c:pt idx="7628">
                  <c:v>1.8295999999999999</c:v>
                </c:pt>
                <c:pt idx="7629">
                  <c:v>1.8299099999999999</c:v>
                </c:pt>
                <c:pt idx="7630">
                  <c:v>1.8302099999999999</c:v>
                </c:pt>
                <c:pt idx="7631">
                  <c:v>1.8305199999999999</c:v>
                </c:pt>
                <c:pt idx="7632">
                  <c:v>1.8308199999999999</c:v>
                </c:pt>
                <c:pt idx="7633">
                  <c:v>1.8311299999999999</c:v>
                </c:pt>
                <c:pt idx="7634">
                  <c:v>1.8314299999999999</c:v>
                </c:pt>
                <c:pt idx="7635">
                  <c:v>1.8317399999999999</c:v>
                </c:pt>
                <c:pt idx="7636">
                  <c:v>1.83205</c:v>
                </c:pt>
                <c:pt idx="7637">
                  <c:v>1.8323499999999999</c:v>
                </c:pt>
                <c:pt idx="7638">
                  <c:v>1.83266</c:v>
                </c:pt>
                <c:pt idx="7639">
                  <c:v>1.8329599999999999</c:v>
                </c:pt>
                <c:pt idx="7640">
                  <c:v>1.83327</c:v>
                </c:pt>
                <c:pt idx="7641">
                  <c:v>1.8335699999999999</c:v>
                </c:pt>
                <c:pt idx="7642">
                  <c:v>1.83388</c:v>
                </c:pt>
                <c:pt idx="7643">
                  <c:v>1.8341799999999999</c:v>
                </c:pt>
                <c:pt idx="7644">
                  <c:v>1.83449</c:v>
                </c:pt>
                <c:pt idx="7645">
                  <c:v>1.8347899999999999</c:v>
                </c:pt>
                <c:pt idx="7646">
                  <c:v>1.8351</c:v>
                </c:pt>
                <c:pt idx="7647">
                  <c:v>1.83541</c:v>
                </c:pt>
                <c:pt idx="7648">
                  <c:v>1.83571</c:v>
                </c:pt>
                <c:pt idx="7649">
                  <c:v>1.83602</c:v>
                </c:pt>
                <c:pt idx="7650">
                  <c:v>1.83632</c:v>
                </c:pt>
                <c:pt idx="7651">
                  <c:v>1.83663</c:v>
                </c:pt>
                <c:pt idx="7652">
                  <c:v>1.83693</c:v>
                </c:pt>
                <c:pt idx="7653">
                  <c:v>1.83724</c:v>
                </c:pt>
                <c:pt idx="7654">
                  <c:v>1.83754</c:v>
                </c:pt>
                <c:pt idx="7655">
                  <c:v>1.83785</c:v>
                </c:pt>
                <c:pt idx="7656">
                  <c:v>1.83815</c:v>
                </c:pt>
                <c:pt idx="7657">
                  <c:v>1.83846</c:v>
                </c:pt>
                <c:pt idx="7658">
                  <c:v>1.83876</c:v>
                </c:pt>
                <c:pt idx="7659">
                  <c:v>1.83907</c:v>
                </c:pt>
                <c:pt idx="7660">
                  <c:v>1.83938</c:v>
                </c:pt>
                <c:pt idx="7661">
                  <c:v>1.83968</c:v>
                </c:pt>
                <c:pt idx="7662">
                  <c:v>1.83999</c:v>
                </c:pt>
                <c:pt idx="7663">
                  <c:v>1.84029</c:v>
                </c:pt>
                <c:pt idx="7664">
                  <c:v>1.8406</c:v>
                </c:pt>
                <c:pt idx="7665">
                  <c:v>1.8409</c:v>
                </c:pt>
                <c:pt idx="7666">
                  <c:v>1.84121</c:v>
                </c:pt>
                <c:pt idx="7667">
                  <c:v>1.84151</c:v>
                </c:pt>
                <c:pt idx="7668">
                  <c:v>1.84182</c:v>
                </c:pt>
                <c:pt idx="7669">
                  <c:v>1.84212</c:v>
                </c:pt>
                <c:pt idx="7670">
                  <c:v>1.84243</c:v>
                </c:pt>
                <c:pt idx="7671">
                  <c:v>1.84273</c:v>
                </c:pt>
                <c:pt idx="7672">
                  <c:v>1.84304</c:v>
                </c:pt>
                <c:pt idx="7673">
                  <c:v>1.84335</c:v>
                </c:pt>
                <c:pt idx="7674">
                  <c:v>1.84365</c:v>
                </c:pt>
                <c:pt idx="7675">
                  <c:v>1.84396</c:v>
                </c:pt>
                <c:pt idx="7676">
                  <c:v>1.84426</c:v>
                </c:pt>
                <c:pt idx="7677">
                  <c:v>1.84457</c:v>
                </c:pt>
                <c:pt idx="7678">
                  <c:v>1.84487</c:v>
                </c:pt>
                <c:pt idx="7679">
                  <c:v>1.84518</c:v>
                </c:pt>
                <c:pt idx="7680">
                  <c:v>1.84548</c:v>
                </c:pt>
                <c:pt idx="7681">
                  <c:v>1.84579</c:v>
                </c:pt>
                <c:pt idx="7682">
                  <c:v>1.84609</c:v>
                </c:pt>
                <c:pt idx="7683">
                  <c:v>1.8464</c:v>
                </c:pt>
                <c:pt idx="7684">
                  <c:v>1.8467</c:v>
                </c:pt>
                <c:pt idx="7685">
                  <c:v>1.84701</c:v>
                </c:pt>
                <c:pt idx="7686">
                  <c:v>1.8473200000000001</c:v>
                </c:pt>
                <c:pt idx="7687">
                  <c:v>1.84762</c:v>
                </c:pt>
                <c:pt idx="7688">
                  <c:v>1.8479300000000001</c:v>
                </c:pt>
                <c:pt idx="7689">
                  <c:v>1.84823</c:v>
                </c:pt>
                <c:pt idx="7690">
                  <c:v>1.8485400000000001</c:v>
                </c:pt>
                <c:pt idx="7691">
                  <c:v>1.84884</c:v>
                </c:pt>
                <c:pt idx="7692">
                  <c:v>1.8491500000000001</c:v>
                </c:pt>
                <c:pt idx="7693">
                  <c:v>1.84945</c:v>
                </c:pt>
                <c:pt idx="7694">
                  <c:v>1.8497600000000001</c:v>
                </c:pt>
                <c:pt idx="7695">
                  <c:v>1.85006</c:v>
                </c:pt>
                <c:pt idx="7696">
                  <c:v>1.8503700000000001</c:v>
                </c:pt>
                <c:pt idx="7697">
                  <c:v>1.85067</c:v>
                </c:pt>
                <c:pt idx="7698">
                  <c:v>1.8509800000000001</c:v>
                </c:pt>
                <c:pt idx="7699">
                  <c:v>1.8512900000000001</c:v>
                </c:pt>
                <c:pt idx="7700">
                  <c:v>1.8515900000000001</c:v>
                </c:pt>
                <c:pt idx="7701">
                  <c:v>1.8519000000000001</c:v>
                </c:pt>
                <c:pt idx="7702">
                  <c:v>1.8522000000000001</c:v>
                </c:pt>
                <c:pt idx="7703">
                  <c:v>1.8525100000000001</c:v>
                </c:pt>
                <c:pt idx="7704">
                  <c:v>1.8528100000000001</c:v>
                </c:pt>
                <c:pt idx="7705">
                  <c:v>1.8531200000000001</c:v>
                </c:pt>
                <c:pt idx="7706">
                  <c:v>1.8534200000000001</c:v>
                </c:pt>
                <c:pt idx="7707">
                  <c:v>1.8537300000000001</c:v>
                </c:pt>
                <c:pt idx="7708">
                  <c:v>1.8540300000000001</c:v>
                </c:pt>
                <c:pt idx="7709">
                  <c:v>1.8543400000000001</c:v>
                </c:pt>
                <c:pt idx="7710">
                  <c:v>1.8546499999999999</c:v>
                </c:pt>
                <c:pt idx="7711">
                  <c:v>1.8549500000000001</c:v>
                </c:pt>
                <c:pt idx="7712">
                  <c:v>1.8552599999999999</c:v>
                </c:pt>
                <c:pt idx="7713">
                  <c:v>1.8555600000000001</c:v>
                </c:pt>
                <c:pt idx="7714">
                  <c:v>1.8558699999999999</c:v>
                </c:pt>
                <c:pt idx="7715">
                  <c:v>1.8561700000000001</c:v>
                </c:pt>
                <c:pt idx="7716">
                  <c:v>1.8564799999999999</c:v>
                </c:pt>
                <c:pt idx="7717">
                  <c:v>1.8567800000000001</c:v>
                </c:pt>
                <c:pt idx="7718">
                  <c:v>1.8570899999999999</c:v>
                </c:pt>
                <c:pt idx="7719">
                  <c:v>1.8573900000000001</c:v>
                </c:pt>
                <c:pt idx="7720">
                  <c:v>1.8576999999999999</c:v>
                </c:pt>
                <c:pt idx="7721">
                  <c:v>1.8580000000000001</c:v>
                </c:pt>
                <c:pt idx="7722">
                  <c:v>1.8583099999999999</c:v>
                </c:pt>
                <c:pt idx="7723">
                  <c:v>1.8586199999999999</c:v>
                </c:pt>
                <c:pt idx="7724">
                  <c:v>1.8589199999999999</c:v>
                </c:pt>
                <c:pt idx="7725">
                  <c:v>1.8592299999999999</c:v>
                </c:pt>
                <c:pt idx="7726">
                  <c:v>1.8595299999999999</c:v>
                </c:pt>
                <c:pt idx="7727">
                  <c:v>1.8598399999999999</c:v>
                </c:pt>
                <c:pt idx="7728">
                  <c:v>1.8601399999999999</c:v>
                </c:pt>
                <c:pt idx="7729">
                  <c:v>1.8604499999999999</c:v>
                </c:pt>
                <c:pt idx="7730">
                  <c:v>1.8607499999999999</c:v>
                </c:pt>
                <c:pt idx="7731">
                  <c:v>1.8610599999999999</c:v>
                </c:pt>
                <c:pt idx="7732">
                  <c:v>1.8613599999999999</c:v>
                </c:pt>
                <c:pt idx="7733">
                  <c:v>1.8616699999999999</c:v>
                </c:pt>
                <c:pt idx="7734">
                  <c:v>1.8619699999999999</c:v>
                </c:pt>
                <c:pt idx="7735">
                  <c:v>1.8622799999999999</c:v>
                </c:pt>
                <c:pt idx="7736">
                  <c:v>1.86259</c:v>
                </c:pt>
                <c:pt idx="7737">
                  <c:v>1.8628899999999999</c:v>
                </c:pt>
                <c:pt idx="7738">
                  <c:v>1.8632</c:v>
                </c:pt>
                <c:pt idx="7739">
                  <c:v>1.8634999999999999</c:v>
                </c:pt>
                <c:pt idx="7740">
                  <c:v>1.86381</c:v>
                </c:pt>
                <c:pt idx="7741">
                  <c:v>1.8641099999999999</c:v>
                </c:pt>
                <c:pt idx="7742">
                  <c:v>1.86442</c:v>
                </c:pt>
                <c:pt idx="7743">
                  <c:v>1.8647199999999999</c:v>
                </c:pt>
                <c:pt idx="7744">
                  <c:v>1.86503</c:v>
                </c:pt>
                <c:pt idx="7745">
                  <c:v>1.8653299999999999</c:v>
                </c:pt>
                <c:pt idx="7746">
                  <c:v>1.86564</c:v>
                </c:pt>
                <c:pt idx="7747">
                  <c:v>1.8659399999999999</c:v>
                </c:pt>
                <c:pt idx="7748">
                  <c:v>1.86625</c:v>
                </c:pt>
                <c:pt idx="7749">
                  <c:v>1.86656</c:v>
                </c:pt>
                <c:pt idx="7750">
                  <c:v>1.86686</c:v>
                </c:pt>
                <c:pt idx="7751">
                  <c:v>1.86717</c:v>
                </c:pt>
                <c:pt idx="7752">
                  <c:v>1.86747</c:v>
                </c:pt>
                <c:pt idx="7753">
                  <c:v>1.86778</c:v>
                </c:pt>
                <c:pt idx="7754">
                  <c:v>1.86808</c:v>
                </c:pt>
                <c:pt idx="7755">
                  <c:v>1.86839</c:v>
                </c:pt>
                <c:pt idx="7756">
                  <c:v>1.86869</c:v>
                </c:pt>
                <c:pt idx="7757">
                  <c:v>1.869</c:v>
                </c:pt>
                <c:pt idx="7758">
                  <c:v>1.8693</c:v>
                </c:pt>
                <c:pt idx="7759">
                  <c:v>1.86961</c:v>
                </c:pt>
                <c:pt idx="7760">
                  <c:v>1.86992</c:v>
                </c:pt>
                <c:pt idx="7761">
                  <c:v>1.87022</c:v>
                </c:pt>
                <c:pt idx="7762">
                  <c:v>1.87053</c:v>
                </c:pt>
                <c:pt idx="7763">
                  <c:v>1.87083</c:v>
                </c:pt>
                <c:pt idx="7764">
                  <c:v>1.87114</c:v>
                </c:pt>
                <c:pt idx="7765">
                  <c:v>1.87144</c:v>
                </c:pt>
                <c:pt idx="7766">
                  <c:v>1.87175</c:v>
                </c:pt>
                <c:pt idx="7767">
                  <c:v>1.87205</c:v>
                </c:pt>
                <c:pt idx="7768">
                  <c:v>1.87236</c:v>
                </c:pt>
                <c:pt idx="7769">
                  <c:v>1.87266</c:v>
                </c:pt>
                <c:pt idx="7770">
                  <c:v>1.87297</c:v>
                </c:pt>
                <c:pt idx="7771">
                  <c:v>1.87327</c:v>
                </c:pt>
                <c:pt idx="7772">
                  <c:v>1.87358</c:v>
                </c:pt>
                <c:pt idx="7773">
                  <c:v>1.8738900000000001</c:v>
                </c:pt>
                <c:pt idx="7774">
                  <c:v>1.87419</c:v>
                </c:pt>
                <c:pt idx="7775">
                  <c:v>1.8745000000000001</c:v>
                </c:pt>
                <c:pt idx="7776">
                  <c:v>1.8748</c:v>
                </c:pt>
                <c:pt idx="7777">
                  <c:v>1.8751100000000001</c:v>
                </c:pt>
                <c:pt idx="7778">
                  <c:v>1.87541</c:v>
                </c:pt>
                <c:pt idx="7779">
                  <c:v>1.8757200000000001</c:v>
                </c:pt>
                <c:pt idx="7780">
                  <c:v>1.87602</c:v>
                </c:pt>
                <c:pt idx="7781">
                  <c:v>1.8763300000000001</c:v>
                </c:pt>
                <c:pt idx="7782">
                  <c:v>1.87663</c:v>
                </c:pt>
                <c:pt idx="7783">
                  <c:v>1.8769400000000001</c:v>
                </c:pt>
                <c:pt idx="7784">
                  <c:v>1.87724</c:v>
                </c:pt>
                <c:pt idx="7785">
                  <c:v>1.8775500000000001</c:v>
                </c:pt>
                <c:pt idx="7786">
                  <c:v>1.8778600000000001</c:v>
                </c:pt>
                <c:pt idx="7787">
                  <c:v>1.8781600000000001</c:v>
                </c:pt>
                <c:pt idx="7788">
                  <c:v>1.8784700000000001</c:v>
                </c:pt>
                <c:pt idx="7789">
                  <c:v>1.8787700000000001</c:v>
                </c:pt>
                <c:pt idx="7790">
                  <c:v>1.8790800000000001</c:v>
                </c:pt>
                <c:pt idx="7791">
                  <c:v>1.8793800000000001</c:v>
                </c:pt>
                <c:pt idx="7792">
                  <c:v>1.8796900000000001</c:v>
                </c:pt>
                <c:pt idx="7793">
                  <c:v>1.87999</c:v>
                </c:pt>
                <c:pt idx="7794">
                  <c:v>1.8803000000000001</c:v>
                </c:pt>
                <c:pt idx="7795">
                  <c:v>1.8806</c:v>
                </c:pt>
                <c:pt idx="7796">
                  <c:v>1.8809100000000001</c:v>
                </c:pt>
                <c:pt idx="7797">
                  <c:v>1.88121</c:v>
                </c:pt>
                <c:pt idx="7798">
                  <c:v>1.8815200000000001</c:v>
                </c:pt>
                <c:pt idx="7799">
                  <c:v>1.8818299999999999</c:v>
                </c:pt>
                <c:pt idx="7800">
                  <c:v>1.8821300000000001</c:v>
                </c:pt>
                <c:pt idx="7801">
                  <c:v>1.8824399999999999</c:v>
                </c:pt>
                <c:pt idx="7802">
                  <c:v>1.8827400000000001</c:v>
                </c:pt>
                <c:pt idx="7803">
                  <c:v>1.8830499999999999</c:v>
                </c:pt>
                <c:pt idx="7804">
                  <c:v>1.8833500000000001</c:v>
                </c:pt>
                <c:pt idx="7805">
                  <c:v>1.8836599999999999</c:v>
                </c:pt>
                <c:pt idx="7806">
                  <c:v>1.8839600000000001</c:v>
                </c:pt>
                <c:pt idx="7807">
                  <c:v>1.8842699999999999</c:v>
                </c:pt>
                <c:pt idx="7808">
                  <c:v>1.8845700000000001</c:v>
                </c:pt>
                <c:pt idx="7809">
                  <c:v>1.8848800000000001</c:v>
                </c:pt>
                <c:pt idx="7810">
                  <c:v>1.8851800000000001</c:v>
                </c:pt>
                <c:pt idx="7811">
                  <c:v>1.8854900000000001</c:v>
                </c:pt>
                <c:pt idx="7812">
                  <c:v>1.8857999999999999</c:v>
                </c:pt>
                <c:pt idx="7813">
                  <c:v>1.8861000000000001</c:v>
                </c:pt>
                <c:pt idx="7814">
                  <c:v>1.8864099999999999</c:v>
                </c:pt>
                <c:pt idx="7815">
                  <c:v>1.8867100000000001</c:v>
                </c:pt>
                <c:pt idx="7816">
                  <c:v>1.8870199999999999</c:v>
                </c:pt>
                <c:pt idx="7817">
                  <c:v>1.8873200000000001</c:v>
                </c:pt>
                <c:pt idx="7818">
                  <c:v>1.8876299999999999</c:v>
                </c:pt>
                <c:pt idx="7819">
                  <c:v>1.8879300000000001</c:v>
                </c:pt>
                <c:pt idx="7820">
                  <c:v>1.8882399999999999</c:v>
                </c:pt>
                <c:pt idx="7821">
                  <c:v>1.8885400000000001</c:v>
                </c:pt>
                <c:pt idx="7822">
                  <c:v>1.8888499999999999</c:v>
                </c:pt>
                <c:pt idx="7823">
                  <c:v>1.88916</c:v>
                </c:pt>
                <c:pt idx="7824">
                  <c:v>1.8894599999999999</c:v>
                </c:pt>
                <c:pt idx="7825">
                  <c:v>1.8897699999999999</c:v>
                </c:pt>
                <c:pt idx="7826">
                  <c:v>1.8900699999999999</c:v>
                </c:pt>
                <c:pt idx="7827">
                  <c:v>1.8903799999999999</c:v>
                </c:pt>
                <c:pt idx="7828">
                  <c:v>1.8906799999999999</c:v>
                </c:pt>
                <c:pt idx="7829">
                  <c:v>1.8909899999999999</c:v>
                </c:pt>
                <c:pt idx="7830">
                  <c:v>1.8912899999999999</c:v>
                </c:pt>
                <c:pt idx="7831">
                  <c:v>1.8915999999999999</c:v>
                </c:pt>
                <c:pt idx="7832">
                  <c:v>1.8918999999999999</c:v>
                </c:pt>
                <c:pt idx="7833">
                  <c:v>1.8922099999999999</c:v>
                </c:pt>
                <c:pt idx="7834">
                  <c:v>1.8925099999999999</c:v>
                </c:pt>
                <c:pt idx="7835">
                  <c:v>1.8928199999999999</c:v>
                </c:pt>
                <c:pt idx="7836">
                  <c:v>1.89313</c:v>
                </c:pt>
                <c:pt idx="7837">
                  <c:v>1.8934299999999999</c:v>
                </c:pt>
                <c:pt idx="7838">
                  <c:v>1.89374</c:v>
                </c:pt>
                <c:pt idx="7839">
                  <c:v>1.8940399999999999</c:v>
                </c:pt>
                <c:pt idx="7840">
                  <c:v>1.89435</c:v>
                </c:pt>
                <c:pt idx="7841">
                  <c:v>1.8946499999999999</c:v>
                </c:pt>
                <c:pt idx="7842">
                  <c:v>1.89496</c:v>
                </c:pt>
                <c:pt idx="7843">
                  <c:v>1.8952599999999999</c:v>
                </c:pt>
                <c:pt idx="7844">
                  <c:v>1.89557</c:v>
                </c:pt>
                <c:pt idx="7845">
                  <c:v>1.8958699999999999</c:v>
                </c:pt>
                <c:pt idx="7846">
                  <c:v>1.89618</c:v>
                </c:pt>
                <c:pt idx="7847">
                  <c:v>1.8964799999999999</c:v>
                </c:pt>
                <c:pt idx="7848">
                  <c:v>1.89679</c:v>
                </c:pt>
                <c:pt idx="7849">
                  <c:v>1.8971</c:v>
                </c:pt>
                <c:pt idx="7850">
                  <c:v>1.8974</c:v>
                </c:pt>
                <c:pt idx="7851">
                  <c:v>1.89771</c:v>
                </c:pt>
                <c:pt idx="7852">
                  <c:v>1.89801</c:v>
                </c:pt>
                <c:pt idx="7853">
                  <c:v>1.89832</c:v>
                </c:pt>
                <c:pt idx="7854">
                  <c:v>1.89862</c:v>
                </c:pt>
                <c:pt idx="7855">
                  <c:v>1.89893</c:v>
                </c:pt>
                <c:pt idx="7856">
                  <c:v>1.89923</c:v>
                </c:pt>
                <c:pt idx="7857">
                  <c:v>1.89954</c:v>
                </c:pt>
                <c:pt idx="7858">
                  <c:v>1.89984</c:v>
                </c:pt>
                <c:pt idx="7859">
                  <c:v>1.90015</c:v>
                </c:pt>
                <c:pt idx="7860">
                  <c:v>1.90045</c:v>
                </c:pt>
                <c:pt idx="7861">
                  <c:v>1.90076</c:v>
                </c:pt>
                <c:pt idx="7862">
                  <c:v>1.90107</c:v>
                </c:pt>
                <c:pt idx="7863">
                  <c:v>1.90137</c:v>
                </c:pt>
                <c:pt idx="7864">
                  <c:v>1.90168</c:v>
                </c:pt>
                <c:pt idx="7865">
                  <c:v>1.90198</c:v>
                </c:pt>
                <c:pt idx="7866">
                  <c:v>1.90229</c:v>
                </c:pt>
                <c:pt idx="7867">
                  <c:v>1.90259</c:v>
                </c:pt>
                <c:pt idx="7868">
                  <c:v>1.9029</c:v>
                </c:pt>
                <c:pt idx="7869">
                  <c:v>1.9032</c:v>
                </c:pt>
                <c:pt idx="7870">
                  <c:v>1.90351</c:v>
                </c:pt>
                <c:pt idx="7871">
                  <c:v>1.90381</c:v>
                </c:pt>
                <c:pt idx="7872">
                  <c:v>1.90412</c:v>
                </c:pt>
                <c:pt idx="7873">
                  <c:v>1.90442</c:v>
                </c:pt>
                <c:pt idx="7874">
                  <c:v>1.90473</c:v>
                </c:pt>
                <c:pt idx="7875">
                  <c:v>1.9050400000000001</c:v>
                </c:pt>
                <c:pt idx="7876">
                  <c:v>1.90534</c:v>
                </c:pt>
                <c:pt idx="7877">
                  <c:v>1.9056500000000001</c:v>
                </c:pt>
                <c:pt idx="7878">
                  <c:v>1.90595</c:v>
                </c:pt>
                <c:pt idx="7879">
                  <c:v>1.9062600000000001</c:v>
                </c:pt>
                <c:pt idx="7880">
                  <c:v>1.90656</c:v>
                </c:pt>
                <c:pt idx="7881">
                  <c:v>1.9068700000000001</c:v>
                </c:pt>
                <c:pt idx="7882">
                  <c:v>1.90717</c:v>
                </c:pt>
                <c:pt idx="7883">
                  <c:v>1.9074800000000001</c:v>
                </c:pt>
                <c:pt idx="7884">
                  <c:v>1.90778</c:v>
                </c:pt>
                <c:pt idx="7885">
                  <c:v>1.9080900000000001</c:v>
                </c:pt>
                <c:pt idx="7886">
                  <c:v>1.9084000000000001</c:v>
                </c:pt>
                <c:pt idx="7887">
                  <c:v>1.9087000000000001</c:v>
                </c:pt>
                <c:pt idx="7888">
                  <c:v>1.9090100000000001</c:v>
                </c:pt>
                <c:pt idx="7889">
                  <c:v>1.9093100000000001</c:v>
                </c:pt>
                <c:pt idx="7890">
                  <c:v>1.9096200000000001</c:v>
                </c:pt>
                <c:pt idx="7891">
                  <c:v>1.9099200000000001</c:v>
                </c:pt>
                <c:pt idx="7892">
                  <c:v>1.9102300000000001</c:v>
                </c:pt>
                <c:pt idx="7893">
                  <c:v>1.9105300000000001</c:v>
                </c:pt>
                <c:pt idx="7894">
                  <c:v>1.9108400000000001</c:v>
                </c:pt>
                <c:pt idx="7895">
                  <c:v>1.9111400000000001</c:v>
                </c:pt>
                <c:pt idx="7896">
                  <c:v>1.9114500000000001</c:v>
                </c:pt>
                <c:pt idx="7897">
                  <c:v>1.9117500000000001</c:v>
                </c:pt>
                <c:pt idx="7898">
                  <c:v>1.9120600000000001</c:v>
                </c:pt>
                <c:pt idx="7899">
                  <c:v>1.9123699999999999</c:v>
                </c:pt>
                <c:pt idx="7900">
                  <c:v>1.9126700000000001</c:v>
                </c:pt>
                <c:pt idx="7901">
                  <c:v>1.9129799999999999</c:v>
                </c:pt>
                <c:pt idx="7902">
                  <c:v>1.9132800000000001</c:v>
                </c:pt>
                <c:pt idx="7903">
                  <c:v>1.9135899999999999</c:v>
                </c:pt>
                <c:pt idx="7904">
                  <c:v>1.9138900000000001</c:v>
                </c:pt>
                <c:pt idx="7905">
                  <c:v>1.9141999999999999</c:v>
                </c:pt>
                <c:pt idx="7906">
                  <c:v>1.9145000000000001</c:v>
                </c:pt>
                <c:pt idx="7907">
                  <c:v>1.9148099999999999</c:v>
                </c:pt>
                <c:pt idx="7908">
                  <c:v>1.9151100000000001</c:v>
                </c:pt>
                <c:pt idx="7909">
                  <c:v>1.9154199999999999</c:v>
                </c:pt>
                <c:pt idx="7910">
                  <c:v>1.9157200000000001</c:v>
                </c:pt>
                <c:pt idx="7911">
                  <c:v>1.9160299999999999</c:v>
                </c:pt>
                <c:pt idx="7912">
                  <c:v>1.9163399999999999</c:v>
                </c:pt>
                <c:pt idx="7913">
                  <c:v>1.9166399999999999</c:v>
                </c:pt>
                <c:pt idx="7914">
                  <c:v>1.9169499999999999</c:v>
                </c:pt>
                <c:pt idx="7915">
                  <c:v>1.9172499999999999</c:v>
                </c:pt>
                <c:pt idx="7916">
                  <c:v>1.9175599999999999</c:v>
                </c:pt>
                <c:pt idx="7917">
                  <c:v>1.9178599999999999</c:v>
                </c:pt>
                <c:pt idx="7918">
                  <c:v>1.9181699999999999</c:v>
                </c:pt>
                <c:pt idx="7919">
                  <c:v>1.9184699999999999</c:v>
                </c:pt>
                <c:pt idx="7920">
                  <c:v>1.9187799999999999</c:v>
                </c:pt>
                <c:pt idx="7921">
                  <c:v>1.9190799999999999</c:v>
                </c:pt>
                <c:pt idx="7922">
                  <c:v>1.9193899999999999</c:v>
                </c:pt>
                <c:pt idx="7923">
                  <c:v>1.9196899999999999</c:v>
                </c:pt>
                <c:pt idx="7924">
                  <c:v>1.92</c:v>
                </c:pt>
                <c:pt idx="7925">
                  <c:v>1.92031</c:v>
                </c:pt>
                <c:pt idx="7926">
                  <c:v>1.9206099999999999</c:v>
                </c:pt>
                <c:pt idx="7927">
                  <c:v>1.92092</c:v>
                </c:pt>
                <c:pt idx="7928">
                  <c:v>1.9212199999999999</c:v>
                </c:pt>
                <c:pt idx="7929">
                  <c:v>1.92153</c:v>
                </c:pt>
                <c:pt idx="7930">
                  <c:v>1.9218299999999999</c:v>
                </c:pt>
                <c:pt idx="7931">
                  <c:v>1.92214</c:v>
                </c:pt>
                <c:pt idx="7932">
                  <c:v>1.9224399999999999</c:v>
                </c:pt>
                <c:pt idx="7933">
                  <c:v>1.92275</c:v>
                </c:pt>
                <c:pt idx="7934">
                  <c:v>1.9230499999999999</c:v>
                </c:pt>
                <c:pt idx="7935">
                  <c:v>1.92336</c:v>
                </c:pt>
                <c:pt idx="7936">
                  <c:v>1.92367</c:v>
                </c:pt>
                <c:pt idx="7937">
                  <c:v>1.92397</c:v>
                </c:pt>
                <c:pt idx="7938">
                  <c:v>1.92428</c:v>
                </c:pt>
                <c:pt idx="7939">
                  <c:v>1.92458</c:v>
                </c:pt>
                <c:pt idx="7940">
                  <c:v>1.92489</c:v>
                </c:pt>
                <c:pt idx="7941">
                  <c:v>1.92519</c:v>
                </c:pt>
                <c:pt idx="7942">
                  <c:v>1.9255</c:v>
                </c:pt>
                <c:pt idx="7943">
                  <c:v>1.9258</c:v>
                </c:pt>
                <c:pt idx="7944">
                  <c:v>1.92611</c:v>
                </c:pt>
                <c:pt idx="7945">
                  <c:v>1.92641</c:v>
                </c:pt>
                <c:pt idx="7946">
                  <c:v>1.92672</c:v>
                </c:pt>
                <c:pt idx="7947">
                  <c:v>1.92702</c:v>
                </c:pt>
                <c:pt idx="7948">
                  <c:v>1.92733</c:v>
                </c:pt>
                <c:pt idx="7949">
                  <c:v>1.92764</c:v>
                </c:pt>
                <c:pt idx="7950">
                  <c:v>1.92794</c:v>
                </c:pt>
                <c:pt idx="7951">
                  <c:v>1.92825</c:v>
                </c:pt>
                <c:pt idx="7952">
                  <c:v>1.92855</c:v>
                </c:pt>
                <c:pt idx="7953">
                  <c:v>1.92886</c:v>
                </c:pt>
                <c:pt idx="7954">
                  <c:v>1.92916</c:v>
                </c:pt>
                <c:pt idx="7955">
                  <c:v>1.92947</c:v>
                </c:pt>
                <c:pt idx="7956">
                  <c:v>1.92977</c:v>
                </c:pt>
                <c:pt idx="7957">
                  <c:v>1.93008</c:v>
                </c:pt>
                <c:pt idx="7958">
                  <c:v>1.93038</c:v>
                </c:pt>
                <c:pt idx="7959">
                  <c:v>1.93069</c:v>
                </c:pt>
                <c:pt idx="7960">
                  <c:v>1.93099</c:v>
                </c:pt>
                <c:pt idx="7961">
                  <c:v>1.9313</c:v>
                </c:pt>
                <c:pt idx="7962">
                  <c:v>1.93161</c:v>
                </c:pt>
                <c:pt idx="7963">
                  <c:v>1.93191</c:v>
                </c:pt>
                <c:pt idx="7964">
                  <c:v>1.93222</c:v>
                </c:pt>
                <c:pt idx="7965">
                  <c:v>1.93252</c:v>
                </c:pt>
                <c:pt idx="7966">
                  <c:v>1.93283</c:v>
                </c:pt>
                <c:pt idx="7967">
                  <c:v>1.93313</c:v>
                </c:pt>
                <c:pt idx="7968">
                  <c:v>1.93344</c:v>
                </c:pt>
                <c:pt idx="7969">
                  <c:v>1.93374</c:v>
                </c:pt>
                <c:pt idx="7970">
                  <c:v>1.93405</c:v>
                </c:pt>
                <c:pt idx="7971">
                  <c:v>1.93435</c:v>
                </c:pt>
                <c:pt idx="7972">
                  <c:v>1.93466</c:v>
                </c:pt>
                <c:pt idx="7973">
                  <c:v>1.93496</c:v>
                </c:pt>
                <c:pt idx="7974">
                  <c:v>1.93527</c:v>
                </c:pt>
                <c:pt idx="7975">
                  <c:v>1.9355800000000001</c:v>
                </c:pt>
                <c:pt idx="7976">
                  <c:v>1.93588</c:v>
                </c:pt>
                <c:pt idx="7977">
                  <c:v>1.9361900000000001</c:v>
                </c:pt>
                <c:pt idx="7978">
                  <c:v>1.93649</c:v>
                </c:pt>
                <c:pt idx="7979">
                  <c:v>1.9368000000000001</c:v>
                </c:pt>
                <c:pt idx="7980">
                  <c:v>1.9371</c:v>
                </c:pt>
                <c:pt idx="7981">
                  <c:v>1.9374100000000001</c:v>
                </c:pt>
                <c:pt idx="7982">
                  <c:v>1.93771</c:v>
                </c:pt>
                <c:pt idx="7983">
                  <c:v>1.9380200000000001</c:v>
                </c:pt>
                <c:pt idx="7984">
                  <c:v>1.93832</c:v>
                </c:pt>
                <c:pt idx="7985">
                  <c:v>1.9386300000000001</c:v>
                </c:pt>
                <c:pt idx="7986">
                  <c:v>1.93893</c:v>
                </c:pt>
                <c:pt idx="7987">
                  <c:v>1.9392400000000001</c:v>
                </c:pt>
                <c:pt idx="7988">
                  <c:v>1.9395500000000001</c:v>
                </c:pt>
                <c:pt idx="7989">
                  <c:v>1.9398500000000001</c:v>
                </c:pt>
                <c:pt idx="7990">
                  <c:v>1.9401600000000001</c:v>
                </c:pt>
                <c:pt idx="7991">
                  <c:v>1.9404600000000001</c:v>
                </c:pt>
                <c:pt idx="7992">
                  <c:v>1.9407700000000001</c:v>
                </c:pt>
                <c:pt idx="7993">
                  <c:v>1.9410700000000001</c:v>
                </c:pt>
                <c:pt idx="7994">
                  <c:v>1.9413800000000001</c:v>
                </c:pt>
                <c:pt idx="7995">
                  <c:v>1.9416800000000001</c:v>
                </c:pt>
                <c:pt idx="7996">
                  <c:v>1.9419900000000001</c:v>
                </c:pt>
                <c:pt idx="7997">
                  <c:v>1.9422900000000001</c:v>
                </c:pt>
                <c:pt idx="7998">
                  <c:v>1.9426000000000001</c:v>
                </c:pt>
                <c:pt idx="7999">
                  <c:v>1.9429099999999999</c:v>
                </c:pt>
                <c:pt idx="8000">
                  <c:v>1.9432100000000001</c:v>
                </c:pt>
                <c:pt idx="8001">
                  <c:v>1.9435199999999999</c:v>
                </c:pt>
                <c:pt idx="8002">
                  <c:v>1.9438200000000001</c:v>
                </c:pt>
                <c:pt idx="8003">
                  <c:v>1.9441299999999999</c:v>
                </c:pt>
                <c:pt idx="8004">
                  <c:v>1.9444300000000001</c:v>
                </c:pt>
                <c:pt idx="8005">
                  <c:v>1.9447399999999999</c:v>
                </c:pt>
                <c:pt idx="8006">
                  <c:v>1.9450400000000001</c:v>
                </c:pt>
                <c:pt idx="8007">
                  <c:v>1.9453499999999999</c:v>
                </c:pt>
                <c:pt idx="8008">
                  <c:v>1.9456500000000001</c:v>
                </c:pt>
                <c:pt idx="8009">
                  <c:v>1.9459599999999999</c:v>
                </c:pt>
                <c:pt idx="8010">
                  <c:v>1.9462600000000001</c:v>
                </c:pt>
                <c:pt idx="8011">
                  <c:v>1.9465699999999999</c:v>
                </c:pt>
                <c:pt idx="8012">
                  <c:v>1.9468799999999999</c:v>
                </c:pt>
                <c:pt idx="8013">
                  <c:v>1.9471799999999999</c:v>
                </c:pt>
                <c:pt idx="8014">
                  <c:v>1.9474899999999999</c:v>
                </c:pt>
                <c:pt idx="8015">
                  <c:v>1.9477899999999999</c:v>
                </c:pt>
                <c:pt idx="8016">
                  <c:v>1.9480999999999999</c:v>
                </c:pt>
                <c:pt idx="8017">
                  <c:v>1.9483999999999999</c:v>
                </c:pt>
                <c:pt idx="8018">
                  <c:v>1.9487099999999999</c:v>
                </c:pt>
                <c:pt idx="8019">
                  <c:v>1.9490099999999999</c:v>
                </c:pt>
                <c:pt idx="8020">
                  <c:v>1.9493199999999999</c:v>
                </c:pt>
                <c:pt idx="8021">
                  <c:v>1.9496199999999999</c:v>
                </c:pt>
                <c:pt idx="8022">
                  <c:v>1.9499299999999999</c:v>
                </c:pt>
                <c:pt idx="8023">
                  <c:v>1.9502299999999999</c:v>
                </c:pt>
                <c:pt idx="8024">
                  <c:v>1.9505399999999999</c:v>
                </c:pt>
                <c:pt idx="8025">
                  <c:v>1.95085</c:v>
                </c:pt>
                <c:pt idx="8026">
                  <c:v>1.9511499999999999</c:v>
                </c:pt>
                <c:pt idx="8027">
                  <c:v>1.95146</c:v>
                </c:pt>
                <c:pt idx="8028">
                  <c:v>1.9517599999999999</c:v>
                </c:pt>
                <c:pt idx="8029">
                  <c:v>1.95207</c:v>
                </c:pt>
                <c:pt idx="8030">
                  <c:v>1.9523699999999999</c:v>
                </c:pt>
                <c:pt idx="8031">
                  <c:v>1.95268</c:v>
                </c:pt>
                <c:pt idx="8032">
                  <c:v>1.9529799999999999</c:v>
                </c:pt>
                <c:pt idx="8033">
                  <c:v>1.95329</c:v>
                </c:pt>
                <c:pt idx="8034">
                  <c:v>1.9535899999999999</c:v>
                </c:pt>
                <c:pt idx="8035">
                  <c:v>1.9539</c:v>
                </c:pt>
                <c:pt idx="8036">
                  <c:v>1.9541999999999999</c:v>
                </c:pt>
                <c:pt idx="8037">
                  <c:v>1.95451</c:v>
                </c:pt>
                <c:pt idx="8038">
                  <c:v>1.95482</c:v>
                </c:pt>
                <c:pt idx="8039">
                  <c:v>1.95512</c:v>
                </c:pt>
                <c:pt idx="8040">
                  <c:v>1.95543</c:v>
                </c:pt>
                <c:pt idx="8041">
                  <c:v>1.95573</c:v>
                </c:pt>
                <c:pt idx="8042">
                  <c:v>1.95604</c:v>
                </c:pt>
                <c:pt idx="8043">
                  <c:v>1.95634</c:v>
                </c:pt>
                <c:pt idx="8044">
                  <c:v>1.95665</c:v>
                </c:pt>
                <c:pt idx="8045">
                  <c:v>1.95695</c:v>
                </c:pt>
                <c:pt idx="8046">
                  <c:v>1.95726</c:v>
                </c:pt>
                <c:pt idx="8047">
                  <c:v>1.95756</c:v>
                </c:pt>
                <c:pt idx="8048">
                  <c:v>1.95787</c:v>
                </c:pt>
                <c:pt idx="8049">
                  <c:v>1.95817</c:v>
                </c:pt>
                <c:pt idx="8050">
                  <c:v>1.95848</c:v>
                </c:pt>
                <c:pt idx="8051">
                  <c:v>1.95879</c:v>
                </c:pt>
                <c:pt idx="8052">
                  <c:v>1.95909</c:v>
                </c:pt>
                <c:pt idx="8053">
                  <c:v>1.9594</c:v>
                </c:pt>
                <c:pt idx="8054">
                  <c:v>1.9597</c:v>
                </c:pt>
                <c:pt idx="8055">
                  <c:v>1.96001</c:v>
                </c:pt>
                <c:pt idx="8056">
                  <c:v>1.96031</c:v>
                </c:pt>
                <c:pt idx="8057">
                  <c:v>1.96062</c:v>
                </c:pt>
                <c:pt idx="8058">
                  <c:v>1.96092</c:v>
                </c:pt>
                <c:pt idx="8059">
                  <c:v>1.96123</c:v>
                </c:pt>
                <c:pt idx="8060">
                  <c:v>1.96153</c:v>
                </c:pt>
                <c:pt idx="8061">
                  <c:v>1.96184</c:v>
                </c:pt>
                <c:pt idx="8062">
                  <c:v>1.9621500000000001</c:v>
                </c:pt>
                <c:pt idx="8063">
                  <c:v>1.96245</c:v>
                </c:pt>
                <c:pt idx="8064">
                  <c:v>1.9627600000000001</c:v>
                </c:pt>
                <c:pt idx="8065">
                  <c:v>1.96306</c:v>
                </c:pt>
                <c:pt idx="8066">
                  <c:v>1.9633700000000001</c:v>
                </c:pt>
                <c:pt idx="8067">
                  <c:v>1.96367</c:v>
                </c:pt>
                <c:pt idx="8068">
                  <c:v>1.9639800000000001</c:v>
                </c:pt>
                <c:pt idx="8069">
                  <c:v>1.96428</c:v>
                </c:pt>
                <c:pt idx="8070">
                  <c:v>1.9645900000000001</c:v>
                </c:pt>
                <c:pt idx="8071">
                  <c:v>1.96489</c:v>
                </c:pt>
                <c:pt idx="8072">
                  <c:v>1.9652000000000001</c:v>
                </c:pt>
                <c:pt idx="8073">
                  <c:v>1.9655</c:v>
                </c:pt>
                <c:pt idx="8074">
                  <c:v>1.9658100000000001</c:v>
                </c:pt>
                <c:pt idx="8075">
                  <c:v>1.9661200000000001</c:v>
                </c:pt>
                <c:pt idx="8076">
                  <c:v>1.9664200000000001</c:v>
                </c:pt>
                <c:pt idx="8077">
                  <c:v>1.9667300000000001</c:v>
                </c:pt>
                <c:pt idx="8078">
                  <c:v>1.9670300000000001</c:v>
                </c:pt>
                <c:pt idx="8079">
                  <c:v>1.9673400000000001</c:v>
                </c:pt>
                <c:pt idx="8080">
                  <c:v>1.9676400000000001</c:v>
                </c:pt>
                <c:pt idx="8081">
                  <c:v>1.9679500000000001</c:v>
                </c:pt>
                <c:pt idx="8082">
                  <c:v>1.9682500000000001</c:v>
                </c:pt>
                <c:pt idx="8083">
                  <c:v>1.9685600000000001</c:v>
                </c:pt>
                <c:pt idx="8084">
                  <c:v>1.9688600000000001</c:v>
                </c:pt>
                <c:pt idx="8085">
                  <c:v>1.9691700000000001</c:v>
                </c:pt>
                <c:pt idx="8086">
                  <c:v>1.9694700000000001</c:v>
                </c:pt>
                <c:pt idx="8087">
                  <c:v>1.9697800000000001</c:v>
                </c:pt>
                <c:pt idx="8088">
                  <c:v>1.9700899999999999</c:v>
                </c:pt>
                <c:pt idx="8089">
                  <c:v>1.9703900000000001</c:v>
                </c:pt>
                <c:pt idx="8090">
                  <c:v>1.9706999999999999</c:v>
                </c:pt>
                <c:pt idx="8091">
                  <c:v>1.9710000000000001</c:v>
                </c:pt>
                <c:pt idx="8092">
                  <c:v>1.9713099999999999</c:v>
                </c:pt>
                <c:pt idx="8093">
                  <c:v>1.9716100000000001</c:v>
                </c:pt>
                <c:pt idx="8094">
                  <c:v>1.9719199999999999</c:v>
                </c:pt>
                <c:pt idx="8095">
                  <c:v>1.9722200000000001</c:v>
                </c:pt>
                <c:pt idx="8096">
                  <c:v>1.9725299999999999</c:v>
                </c:pt>
                <c:pt idx="8097">
                  <c:v>1.9728300000000001</c:v>
                </c:pt>
                <c:pt idx="8098">
                  <c:v>1.9731399999999999</c:v>
                </c:pt>
                <c:pt idx="8099">
                  <c:v>1.9734400000000001</c:v>
                </c:pt>
                <c:pt idx="8100">
                  <c:v>1.9737499999999999</c:v>
                </c:pt>
                <c:pt idx="8101">
                  <c:v>1.9740599999999999</c:v>
                </c:pt>
                <c:pt idx="8102">
                  <c:v>1.9743599999999999</c:v>
                </c:pt>
                <c:pt idx="8103">
                  <c:v>1.9746699999999999</c:v>
                </c:pt>
                <c:pt idx="8104">
                  <c:v>1.9749699999999999</c:v>
                </c:pt>
                <c:pt idx="8105">
                  <c:v>1.9752799999999999</c:v>
                </c:pt>
                <c:pt idx="8106">
                  <c:v>1.9755799999999999</c:v>
                </c:pt>
                <c:pt idx="8107">
                  <c:v>1.9758899999999999</c:v>
                </c:pt>
                <c:pt idx="8108">
                  <c:v>1.9761899999999999</c:v>
                </c:pt>
                <c:pt idx="8109">
                  <c:v>1.9764999999999999</c:v>
                </c:pt>
                <c:pt idx="8110">
                  <c:v>1.9767999999999999</c:v>
                </c:pt>
                <c:pt idx="8111">
                  <c:v>1.9771099999999999</c:v>
                </c:pt>
                <c:pt idx="8112">
                  <c:v>1.97742</c:v>
                </c:pt>
                <c:pt idx="8113">
                  <c:v>1.9777199999999999</c:v>
                </c:pt>
                <c:pt idx="8114">
                  <c:v>1.97803</c:v>
                </c:pt>
                <c:pt idx="8115">
                  <c:v>1.9783299999999999</c:v>
                </c:pt>
                <c:pt idx="8116">
                  <c:v>1.97864</c:v>
                </c:pt>
                <c:pt idx="8117">
                  <c:v>1.9789399999999999</c:v>
                </c:pt>
                <c:pt idx="8118">
                  <c:v>1.97925</c:v>
                </c:pt>
                <c:pt idx="8119">
                  <c:v>1.9795499999999999</c:v>
                </c:pt>
                <c:pt idx="8120">
                  <c:v>1.97986</c:v>
                </c:pt>
                <c:pt idx="8121">
                  <c:v>1.9801599999999999</c:v>
                </c:pt>
                <c:pt idx="8122">
                  <c:v>1.98047</c:v>
                </c:pt>
                <c:pt idx="8123">
                  <c:v>1.9807699999999999</c:v>
                </c:pt>
                <c:pt idx="8124">
                  <c:v>1.98108</c:v>
                </c:pt>
                <c:pt idx="8125">
                  <c:v>1.98139</c:v>
                </c:pt>
                <c:pt idx="8126">
                  <c:v>1.98169</c:v>
                </c:pt>
                <c:pt idx="8127">
                  <c:v>1.982</c:v>
                </c:pt>
                <c:pt idx="8128">
                  <c:v>1.9823</c:v>
                </c:pt>
                <c:pt idx="8129">
                  <c:v>1.98261</c:v>
                </c:pt>
                <c:pt idx="8130">
                  <c:v>1.98291</c:v>
                </c:pt>
                <c:pt idx="8131">
                  <c:v>1.98322</c:v>
                </c:pt>
                <c:pt idx="8132">
                  <c:v>1.9835199999999999</c:v>
                </c:pt>
                <c:pt idx="8133">
                  <c:v>1.98383</c:v>
                </c:pt>
                <c:pt idx="8134">
                  <c:v>1.9841299999999999</c:v>
                </c:pt>
                <c:pt idx="8135">
                  <c:v>1.98444</c:v>
                </c:pt>
                <c:pt idx="8136">
                  <c:v>1.9847399999999999</c:v>
                </c:pt>
                <c:pt idx="8137">
                  <c:v>1.98505</c:v>
                </c:pt>
                <c:pt idx="8138">
                  <c:v>1.98536</c:v>
                </c:pt>
                <c:pt idx="8139">
                  <c:v>1.98566</c:v>
                </c:pt>
                <c:pt idx="8140">
                  <c:v>1.98597</c:v>
                </c:pt>
                <c:pt idx="8141">
                  <c:v>1.98627</c:v>
                </c:pt>
                <c:pt idx="8142">
                  <c:v>1.98658</c:v>
                </c:pt>
                <c:pt idx="8143">
                  <c:v>1.98688</c:v>
                </c:pt>
                <c:pt idx="8144">
                  <c:v>1.98719</c:v>
                </c:pt>
                <c:pt idx="8145">
                  <c:v>1.98749</c:v>
                </c:pt>
                <c:pt idx="8146">
                  <c:v>1.9878</c:v>
                </c:pt>
                <c:pt idx="8147">
                  <c:v>1.9881</c:v>
                </c:pt>
                <c:pt idx="8148">
                  <c:v>1.98841</c:v>
                </c:pt>
                <c:pt idx="8149">
                  <c:v>1.98871</c:v>
                </c:pt>
                <c:pt idx="8150">
                  <c:v>1.98902</c:v>
                </c:pt>
                <c:pt idx="8151">
                  <c:v>1.98933</c:v>
                </c:pt>
                <c:pt idx="8152">
                  <c:v>1.98963</c:v>
                </c:pt>
                <c:pt idx="8153">
                  <c:v>1.98994</c:v>
                </c:pt>
                <c:pt idx="8154">
                  <c:v>1.99024</c:v>
                </c:pt>
                <c:pt idx="8155">
                  <c:v>1.99055</c:v>
                </c:pt>
                <c:pt idx="8156">
                  <c:v>1.99085</c:v>
                </c:pt>
                <c:pt idx="8157">
                  <c:v>1.99116</c:v>
                </c:pt>
                <c:pt idx="8158">
                  <c:v>1.99146</c:v>
                </c:pt>
                <c:pt idx="8159">
                  <c:v>1.99177</c:v>
                </c:pt>
                <c:pt idx="8160">
                  <c:v>1.99207</c:v>
                </c:pt>
                <c:pt idx="8161">
                  <c:v>1.99238</c:v>
                </c:pt>
                <c:pt idx="8162">
                  <c:v>1.99268</c:v>
                </c:pt>
                <c:pt idx="8163">
                  <c:v>1.99299</c:v>
                </c:pt>
                <c:pt idx="8164">
                  <c:v>1.9933000000000001</c:v>
                </c:pt>
                <c:pt idx="8165">
                  <c:v>1.9936</c:v>
                </c:pt>
                <c:pt idx="8166">
                  <c:v>1.9939100000000001</c:v>
                </c:pt>
                <c:pt idx="8167">
                  <c:v>1.99421</c:v>
                </c:pt>
                <c:pt idx="8168">
                  <c:v>1.9945200000000001</c:v>
                </c:pt>
                <c:pt idx="8169">
                  <c:v>1.99482</c:v>
                </c:pt>
                <c:pt idx="8170">
                  <c:v>1.9951300000000001</c:v>
                </c:pt>
                <c:pt idx="8171">
                  <c:v>1.99543</c:v>
                </c:pt>
                <c:pt idx="8172">
                  <c:v>1.9957400000000001</c:v>
                </c:pt>
                <c:pt idx="8173">
                  <c:v>1.99604</c:v>
                </c:pt>
                <c:pt idx="8174">
                  <c:v>1.9963500000000001</c:v>
                </c:pt>
                <c:pt idx="8175">
                  <c:v>1.9966600000000001</c:v>
                </c:pt>
                <c:pt idx="8176">
                  <c:v>1.9969600000000001</c:v>
                </c:pt>
                <c:pt idx="8177">
                  <c:v>1.9972700000000001</c:v>
                </c:pt>
                <c:pt idx="8178">
                  <c:v>1.9975700000000001</c:v>
                </c:pt>
                <c:pt idx="8179">
                  <c:v>1.9978800000000001</c:v>
                </c:pt>
                <c:pt idx="8180">
                  <c:v>1.9981800000000001</c:v>
                </c:pt>
                <c:pt idx="8181">
                  <c:v>1.9984900000000001</c:v>
                </c:pt>
                <c:pt idx="8182">
                  <c:v>1.9987900000000001</c:v>
                </c:pt>
                <c:pt idx="8183">
                  <c:v>1.9991000000000001</c:v>
                </c:pt>
                <c:pt idx="8184">
                  <c:v>1.9994000000000001</c:v>
                </c:pt>
                <c:pt idx="8185">
                  <c:v>1.9997100000000001</c:v>
                </c:pt>
                <c:pt idx="8186">
                  <c:v>2.0000100000000001</c:v>
                </c:pt>
                <c:pt idx="8187">
                  <c:v>2.0003199999999999</c:v>
                </c:pt>
                <c:pt idx="8188">
                  <c:v>2.0006300000000001</c:v>
                </c:pt>
                <c:pt idx="8189">
                  <c:v>2.0009299999999999</c:v>
                </c:pt>
                <c:pt idx="8190">
                  <c:v>2.0012400000000001</c:v>
                </c:pt>
                <c:pt idx="8191">
                  <c:v>2.0015399999999999</c:v>
                </c:pt>
                <c:pt idx="8192">
                  <c:v>2.0018500000000001</c:v>
                </c:pt>
                <c:pt idx="8193">
                  <c:v>2.0021499999999999</c:v>
                </c:pt>
                <c:pt idx="8194">
                  <c:v>2.0024600000000001</c:v>
                </c:pt>
                <c:pt idx="8195">
                  <c:v>2.0027599999999999</c:v>
                </c:pt>
                <c:pt idx="8196">
                  <c:v>2.0030700000000001</c:v>
                </c:pt>
                <c:pt idx="8197">
                  <c:v>2.0033699999999999</c:v>
                </c:pt>
                <c:pt idx="8198">
                  <c:v>2.0036800000000001</c:v>
                </c:pt>
                <c:pt idx="8199">
                  <c:v>2.0039799999999999</c:v>
                </c:pt>
                <c:pt idx="8200">
                  <c:v>2.0042900000000001</c:v>
                </c:pt>
                <c:pt idx="8201">
                  <c:v>2.0045999999999999</c:v>
                </c:pt>
                <c:pt idx="8202">
                  <c:v>2.0049000000000001</c:v>
                </c:pt>
                <c:pt idx="8203">
                  <c:v>2.0052099999999999</c:v>
                </c:pt>
                <c:pt idx="8204">
                  <c:v>2.0055100000000001</c:v>
                </c:pt>
                <c:pt idx="8205">
                  <c:v>2.0058199999999999</c:v>
                </c:pt>
                <c:pt idx="8206">
                  <c:v>2.0061200000000001</c:v>
                </c:pt>
                <c:pt idx="8207">
                  <c:v>2.0064299999999999</c:v>
                </c:pt>
                <c:pt idx="8208">
                  <c:v>2.0067300000000001</c:v>
                </c:pt>
                <c:pt idx="8209">
                  <c:v>2.0070399999999999</c:v>
                </c:pt>
                <c:pt idx="8210">
                  <c:v>2.0073400000000001</c:v>
                </c:pt>
                <c:pt idx="8211">
                  <c:v>2.0076499999999999</c:v>
                </c:pt>
                <c:pt idx="8212">
                  <c:v>2.0079500000000001</c:v>
                </c:pt>
                <c:pt idx="8213">
                  <c:v>2.0082599999999999</c:v>
                </c:pt>
                <c:pt idx="8214">
                  <c:v>2.0085700000000002</c:v>
                </c:pt>
                <c:pt idx="8215">
                  <c:v>2.0088699999999999</c:v>
                </c:pt>
                <c:pt idx="8216">
                  <c:v>2.0091800000000002</c:v>
                </c:pt>
                <c:pt idx="8217">
                  <c:v>2.0094799999999999</c:v>
                </c:pt>
                <c:pt idx="8218">
                  <c:v>2.0097900000000002</c:v>
                </c:pt>
                <c:pt idx="8219">
                  <c:v>2.0100899999999999</c:v>
                </c:pt>
                <c:pt idx="8220">
                  <c:v>2.0104000000000002</c:v>
                </c:pt>
                <c:pt idx="8221">
                  <c:v>2.0106999999999999</c:v>
                </c:pt>
                <c:pt idx="8222">
                  <c:v>2.0110100000000002</c:v>
                </c:pt>
                <c:pt idx="8223">
                  <c:v>2.0113099999999999</c:v>
                </c:pt>
                <c:pt idx="8224">
                  <c:v>2.0116200000000002</c:v>
                </c:pt>
                <c:pt idx="8225">
                  <c:v>2.0119199999999999</c:v>
                </c:pt>
                <c:pt idx="8226">
                  <c:v>2.0122300000000002</c:v>
                </c:pt>
                <c:pt idx="8227">
                  <c:v>2.01254</c:v>
                </c:pt>
                <c:pt idx="8228">
                  <c:v>2.0128400000000002</c:v>
                </c:pt>
                <c:pt idx="8229">
                  <c:v>2.01315</c:v>
                </c:pt>
                <c:pt idx="8230">
                  <c:v>2.0134500000000002</c:v>
                </c:pt>
                <c:pt idx="8231">
                  <c:v>2.01376</c:v>
                </c:pt>
                <c:pt idx="8232">
                  <c:v>2.0140600000000002</c:v>
                </c:pt>
                <c:pt idx="8233">
                  <c:v>2.01437</c:v>
                </c:pt>
                <c:pt idx="8234">
                  <c:v>2.0146700000000002</c:v>
                </c:pt>
                <c:pt idx="8235">
                  <c:v>2.01498</c:v>
                </c:pt>
                <c:pt idx="8236">
                  <c:v>2.0152800000000002</c:v>
                </c:pt>
                <c:pt idx="8237">
                  <c:v>2.01559</c:v>
                </c:pt>
                <c:pt idx="8238">
                  <c:v>2.0158999999999998</c:v>
                </c:pt>
                <c:pt idx="8239">
                  <c:v>2.0162</c:v>
                </c:pt>
                <c:pt idx="8240">
                  <c:v>2.0165099999999998</c:v>
                </c:pt>
                <c:pt idx="8241">
                  <c:v>2.01681</c:v>
                </c:pt>
                <c:pt idx="8242">
                  <c:v>2.0171199999999998</c:v>
                </c:pt>
                <c:pt idx="8243">
                  <c:v>2.01742</c:v>
                </c:pt>
                <c:pt idx="8244">
                  <c:v>2.0177299999999998</c:v>
                </c:pt>
                <c:pt idx="8245">
                  <c:v>2.01803</c:v>
                </c:pt>
                <c:pt idx="8246">
                  <c:v>2.0183399999999998</c:v>
                </c:pt>
                <c:pt idx="8247">
                  <c:v>2.01864</c:v>
                </c:pt>
                <c:pt idx="8248">
                  <c:v>2.0189499999999998</c:v>
                </c:pt>
                <c:pt idx="8249">
                  <c:v>2.01925</c:v>
                </c:pt>
                <c:pt idx="8250">
                  <c:v>2.0195599999999998</c:v>
                </c:pt>
                <c:pt idx="8251">
                  <c:v>2.0198700000000001</c:v>
                </c:pt>
                <c:pt idx="8252">
                  <c:v>2.0201699999999998</c:v>
                </c:pt>
                <c:pt idx="8253">
                  <c:v>2.0204800000000001</c:v>
                </c:pt>
                <c:pt idx="8254">
                  <c:v>2.0207799999999998</c:v>
                </c:pt>
                <c:pt idx="8255">
                  <c:v>2.0210900000000001</c:v>
                </c:pt>
                <c:pt idx="8256">
                  <c:v>2.0213899999999998</c:v>
                </c:pt>
                <c:pt idx="8257">
                  <c:v>2.0217000000000001</c:v>
                </c:pt>
                <c:pt idx="8258">
                  <c:v>2.0219999999999998</c:v>
                </c:pt>
                <c:pt idx="8259">
                  <c:v>2.0223100000000001</c:v>
                </c:pt>
                <c:pt idx="8260">
                  <c:v>2.0226099999999998</c:v>
                </c:pt>
                <c:pt idx="8261">
                  <c:v>2.0229200000000001</c:v>
                </c:pt>
                <c:pt idx="8262">
                  <c:v>2.0232199999999998</c:v>
                </c:pt>
                <c:pt idx="8263">
                  <c:v>2.0235300000000001</c:v>
                </c:pt>
                <c:pt idx="8264">
                  <c:v>2.0238399999999999</c:v>
                </c:pt>
                <c:pt idx="8265">
                  <c:v>2.0241400000000001</c:v>
                </c:pt>
                <c:pt idx="8266">
                  <c:v>2.0244499999999999</c:v>
                </c:pt>
                <c:pt idx="8267">
                  <c:v>2.02475</c:v>
                </c:pt>
                <c:pt idx="8268">
                  <c:v>2.0250599999999999</c:v>
                </c:pt>
                <c:pt idx="8269">
                  <c:v>2.02536</c:v>
                </c:pt>
                <c:pt idx="8270">
                  <c:v>2.0256699999999999</c:v>
                </c:pt>
                <c:pt idx="8271">
                  <c:v>2.02597</c:v>
                </c:pt>
                <c:pt idx="8272">
                  <c:v>2.0262799999999999</c:v>
                </c:pt>
                <c:pt idx="8273">
                  <c:v>2.02658</c:v>
                </c:pt>
                <c:pt idx="8274">
                  <c:v>2.0268899999999999</c:v>
                </c:pt>
                <c:pt idx="8275">
                  <c:v>2.02719</c:v>
                </c:pt>
                <c:pt idx="8276">
                  <c:v>2.0274999999999999</c:v>
                </c:pt>
                <c:pt idx="8277">
                  <c:v>2.0278100000000001</c:v>
                </c:pt>
                <c:pt idx="8278">
                  <c:v>2.0281099999999999</c:v>
                </c:pt>
                <c:pt idx="8279">
                  <c:v>2.0284200000000001</c:v>
                </c:pt>
                <c:pt idx="8280">
                  <c:v>2.0287199999999999</c:v>
                </c:pt>
                <c:pt idx="8281">
                  <c:v>2.0290300000000001</c:v>
                </c:pt>
                <c:pt idx="8282">
                  <c:v>2.0293299999999999</c:v>
                </c:pt>
                <c:pt idx="8283">
                  <c:v>2.0296400000000001</c:v>
                </c:pt>
                <c:pt idx="8284">
                  <c:v>2.0299399999999999</c:v>
                </c:pt>
                <c:pt idx="8285">
                  <c:v>2.0302500000000001</c:v>
                </c:pt>
                <c:pt idx="8286">
                  <c:v>2.0305499999999999</c:v>
                </c:pt>
                <c:pt idx="8287">
                  <c:v>2.0308600000000001</c:v>
                </c:pt>
                <c:pt idx="8288">
                  <c:v>2.0311599999999999</c:v>
                </c:pt>
                <c:pt idx="8289">
                  <c:v>2.0314700000000001</c:v>
                </c:pt>
                <c:pt idx="8290">
                  <c:v>2.0317799999999999</c:v>
                </c:pt>
                <c:pt idx="8291">
                  <c:v>2.0320800000000001</c:v>
                </c:pt>
                <c:pt idx="8292">
                  <c:v>2.0323899999999999</c:v>
                </c:pt>
                <c:pt idx="8293">
                  <c:v>2.0326900000000001</c:v>
                </c:pt>
                <c:pt idx="8294">
                  <c:v>2.0329999999999999</c:v>
                </c:pt>
                <c:pt idx="8295">
                  <c:v>2.0333000000000001</c:v>
                </c:pt>
                <c:pt idx="8296">
                  <c:v>2.0336099999999999</c:v>
                </c:pt>
                <c:pt idx="8297">
                  <c:v>2.0339100000000001</c:v>
                </c:pt>
                <c:pt idx="8298">
                  <c:v>2.0342199999999999</c:v>
                </c:pt>
                <c:pt idx="8299">
                  <c:v>2.0345200000000001</c:v>
                </c:pt>
                <c:pt idx="8300">
                  <c:v>2.0348299999999999</c:v>
                </c:pt>
                <c:pt idx="8301">
                  <c:v>2.0351400000000002</c:v>
                </c:pt>
                <c:pt idx="8302">
                  <c:v>2.0354399999999999</c:v>
                </c:pt>
                <c:pt idx="8303">
                  <c:v>2.0357500000000002</c:v>
                </c:pt>
                <c:pt idx="8304">
                  <c:v>2.0360499999999999</c:v>
                </c:pt>
                <c:pt idx="8305">
                  <c:v>2.0363600000000002</c:v>
                </c:pt>
                <c:pt idx="8306">
                  <c:v>2.0366599999999999</c:v>
                </c:pt>
                <c:pt idx="8307">
                  <c:v>2.0369700000000002</c:v>
                </c:pt>
                <c:pt idx="8308">
                  <c:v>2.0372699999999999</c:v>
                </c:pt>
                <c:pt idx="8309">
                  <c:v>2.0375800000000002</c:v>
                </c:pt>
                <c:pt idx="8310">
                  <c:v>2.0378799999999999</c:v>
                </c:pt>
                <c:pt idx="8311">
                  <c:v>2.0381900000000002</c:v>
                </c:pt>
                <c:pt idx="8312">
                  <c:v>2.0384899999999999</c:v>
                </c:pt>
                <c:pt idx="8313">
                  <c:v>2.0388000000000002</c:v>
                </c:pt>
                <c:pt idx="8314">
                  <c:v>2.03911</c:v>
                </c:pt>
                <c:pt idx="8315">
                  <c:v>2.0394100000000002</c:v>
                </c:pt>
                <c:pt idx="8316">
                  <c:v>2.03972</c:v>
                </c:pt>
                <c:pt idx="8317">
                  <c:v>2.0400200000000002</c:v>
                </c:pt>
                <c:pt idx="8318">
                  <c:v>2.04033</c:v>
                </c:pt>
                <c:pt idx="8319">
                  <c:v>2.0406300000000002</c:v>
                </c:pt>
                <c:pt idx="8320">
                  <c:v>2.04094</c:v>
                </c:pt>
                <c:pt idx="8321">
                  <c:v>2.0412400000000002</c:v>
                </c:pt>
                <c:pt idx="8322">
                  <c:v>2.04155</c:v>
                </c:pt>
                <c:pt idx="8323">
                  <c:v>2.0418500000000002</c:v>
                </c:pt>
                <c:pt idx="8324">
                  <c:v>2.04216</c:v>
                </c:pt>
                <c:pt idx="8325">
                  <c:v>2.0424600000000002</c:v>
                </c:pt>
                <c:pt idx="8326">
                  <c:v>2.04277</c:v>
                </c:pt>
                <c:pt idx="8327">
                  <c:v>2.0430799999999998</c:v>
                </c:pt>
                <c:pt idx="8328">
                  <c:v>2.04338</c:v>
                </c:pt>
                <c:pt idx="8329">
                  <c:v>2.0436899999999998</c:v>
                </c:pt>
                <c:pt idx="8330">
                  <c:v>2.04399</c:v>
                </c:pt>
                <c:pt idx="8331">
                  <c:v>2.0442999999999998</c:v>
                </c:pt>
                <c:pt idx="8332">
                  <c:v>2.0446</c:v>
                </c:pt>
                <c:pt idx="8333">
                  <c:v>2.0449099999999998</c:v>
                </c:pt>
                <c:pt idx="8334">
                  <c:v>2.04521</c:v>
                </c:pt>
                <c:pt idx="8335">
                  <c:v>2.0455199999999998</c:v>
                </c:pt>
                <c:pt idx="8336">
                  <c:v>2.04582</c:v>
                </c:pt>
                <c:pt idx="8337">
                  <c:v>2.0461299999999998</c:v>
                </c:pt>
                <c:pt idx="8338">
                  <c:v>2.04643</c:v>
                </c:pt>
                <c:pt idx="8339">
                  <c:v>2.0467399999999998</c:v>
                </c:pt>
                <c:pt idx="8340">
                  <c:v>2.04705</c:v>
                </c:pt>
                <c:pt idx="8341">
                  <c:v>2.0473499999999998</c:v>
                </c:pt>
                <c:pt idx="8342">
                  <c:v>2.04766</c:v>
                </c:pt>
                <c:pt idx="8343">
                  <c:v>2.0479599999999998</c:v>
                </c:pt>
                <c:pt idx="8344">
                  <c:v>2.04827</c:v>
                </c:pt>
                <c:pt idx="8345">
                  <c:v>2.0485699999999998</c:v>
                </c:pt>
                <c:pt idx="8346">
                  <c:v>2.04888</c:v>
                </c:pt>
                <c:pt idx="8347">
                  <c:v>2.0491799999999998</c:v>
                </c:pt>
                <c:pt idx="8348">
                  <c:v>2.04949</c:v>
                </c:pt>
                <c:pt idx="8349">
                  <c:v>2.0497899999999998</c:v>
                </c:pt>
                <c:pt idx="8350">
                  <c:v>2.0501</c:v>
                </c:pt>
                <c:pt idx="8351">
                  <c:v>2.0504099999999998</c:v>
                </c:pt>
                <c:pt idx="8352">
                  <c:v>2.05071</c:v>
                </c:pt>
                <c:pt idx="8353">
                  <c:v>2.0510199999999998</c:v>
                </c:pt>
                <c:pt idx="8354">
                  <c:v>2.05132</c:v>
                </c:pt>
                <c:pt idx="8355">
                  <c:v>2.0516299999999998</c:v>
                </c:pt>
                <c:pt idx="8356">
                  <c:v>2.05193</c:v>
                </c:pt>
                <c:pt idx="8357">
                  <c:v>2.0522399999999998</c:v>
                </c:pt>
                <c:pt idx="8358">
                  <c:v>2.05254</c:v>
                </c:pt>
                <c:pt idx="8359">
                  <c:v>2.0528499999999998</c:v>
                </c:pt>
                <c:pt idx="8360">
                  <c:v>2.05315</c:v>
                </c:pt>
                <c:pt idx="8361">
                  <c:v>2.0534599999999998</c:v>
                </c:pt>
                <c:pt idx="8362">
                  <c:v>2.05376</c:v>
                </c:pt>
                <c:pt idx="8363">
                  <c:v>2.0540699999999998</c:v>
                </c:pt>
                <c:pt idx="8364">
                  <c:v>2.0543800000000001</c:v>
                </c:pt>
                <c:pt idx="8365">
                  <c:v>2.0546799999999998</c:v>
                </c:pt>
                <c:pt idx="8366">
                  <c:v>2.0549900000000001</c:v>
                </c:pt>
                <c:pt idx="8367">
                  <c:v>2.0552899999999998</c:v>
                </c:pt>
                <c:pt idx="8368">
                  <c:v>2.0556000000000001</c:v>
                </c:pt>
                <c:pt idx="8369">
                  <c:v>2.0558999999999998</c:v>
                </c:pt>
                <c:pt idx="8370">
                  <c:v>2.0562100000000001</c:v>
                </c:pt>
                <c:pt idx="8371">
                  <c:v>2.0565099999999998</c:v>
                </c:pt>
                <c:pt idx="8372">
                  <c:v>2.0568200000000001</c:v>
                </c:pt>
                <c:pt idx="8373">
                  <c:v>2.0571199999999998</c:v>
                </c:pt>
                <c:pt idx="8374">
                  <c:v>2.0574300000000001</c:v>
                </c:pt>
                <c:pt idx="8375">
                  <c:v>2.0577299999999998</c:v>
                </c:pt>
                <c:pt idx="8376">
                  <c:v>2.0580400000000001</c:v>
                </c:pt>
                <c:pt idx="8377">
                  <c:v>2.0583499999999999</c:v>
                </c:pt>
                <c:pt idx="8378">
                  <c:v>2.0586500000000001</c:v>
                </c:pt>
                <c:pt idx="8379">
                  <c:v>2.0589599999999999</c:v>
                </c:pt>
                <c:pt idx="8380">
                  <c:v>2.0592600000000001</c:v>
                </c:pt>
                <c:pt idx="8381">
                  <c:v>2.0595699999999999</c:v>
                </c:pt>
                <c:pt idx="8382">
                  <c:v>2.0598700000000001</c:v>
                </c:pt>
                <c:pt idx="8383">
                  <c:v>2.0601799999999999</c:v>
                </c:pt>
                <c:pt idx="8384">
                  <c:v>2.0604800000000001</c:v>
                </c:pt>
                <c:pt idx="8385">
                  <c:v>2.0607899999999999</c:v>
                </c:pt>
                <c:pt idx="8386">
                  <c:v>2.0610900000000001</c:v>
                </c:pt>
                <c:pt idx="8387">
                  <c:v>2.0613999999999999</c:v>
                </c:pt>
                <c:pt idx="8388">
                  <c:v>2.0617000000000001</c:v>
                </c:pt>
                <c:pt idx="8389">
                  <c:v>2.0620099999999999</c:v>
                </c:pt>
                <c:pt idx="8390">
                  <c:v>2.0623200000000002</c:v>
                </c:pt>
                <c:pt idx="8391">
                  <c:v>2.0626199999999999</c:v>
                </c:pt>
                <c:pt idx="8392">
                  <c:v>2.0629300000000002</c:v>
                </c:pt>
                <c:pt idx="8393">
                  <c:v>2.0632299999999999</c:v>
                </c:pt>
                <c:pt idx="8394">
                  <c:v>2.0635400000000002</c:v>
                </c:pt>
                <c:pt idx="8395">
                  <c:v>2.0638399999999999</c:v>
                </c:pt>
                <c:pt idx="8396">
                  <c:v>2.0641500000000002</c:v>
                </c:pt>
                <c:pt idx="8397">
                  <c:v>2.0644499999999999</c:v>
                </c:pt>
                <c:pt idx="8398">
                  <c:v>2.0647600000000002</c:v>
                </c:pt>
                <c:pt idx="8399">
                  <c:v>2.0650599999999999</c:v>
                </c:pt>
                <c:pt idx="8400">
                  <c:v>2.0653700000000002</c:v>
                </c:pt>
                <c:pt idx="8401">
                  <c:v>2.0656699999999999</c:v>
                </c:pt>
                <c:pt idx="8402">
                  <c:v>2.0659800000000001</c:v>
                </c:pt>
                <c:pt idx="8403">
                  <c:v>2.06629</c:v>
                </c:pt>
                <c:pt idx="8404">
                  <c:v>2.0665900000000001</c:v>
                </c:pt>
                <c:pt idx="8405">
                  <c:v>2.0669</c:v>
                </c:pt>
                <c:pt idx="8406">
                  <c:v>2.0672000000000001</c:v>
                </c:pt>
                <c:pt idx="8407">
                  <c:v>2.06751</c:v>
                </c:pt>
                <c:pt idx="8408">
                  <c:v>2.0678100000000001</c:v>
                </c:pt>
                <c:pt idx="8409">
                  <c:v>2.06812</c:v>
                </c:pt>
                <c:pt idx="8410">
                  <c:v>2.0684200000000001</c:v>
                </c:pt>
                <c:pt idx="8411">
                  <c:v>2.06873</c:v>
                </c:pt>
                <c:pt idx="8412">
                  <c:v>2.0690300000000001</c:v>
                </c:pt>
                <c:pt idx="8413">
                  <c:v>2.06934</c:v>
                </c:pt>
                <c:pt idx="8414">
                  <c:v>2.0696500000000002</c:v>
                </c:pt>
                <c:pt idx="8415">
                  <c:v>2.06995</c:v>
                </c:pt>
                <c:pt idx="8416">
                  <c:v>2.0702600000000002</c:v>
                </c:pt>
                <c:pt idx="8417">
                  <c:v>2.07056</c:v>
                </c:pt>
                <c:pt idx="8418">
                  <c:v>2.0708700000000002</c:v>
                </c:pt>
                <c:pt idx="8419">
                  <c:v>2.07117</c:v>
                </c:pt>
                <c:pt idx="8420">
                  <c:v>2.0714800000000002</c:v>
                </c:pt>
                <c:pt idx="8421">
                  <c:v>2.07178</c:v>
                </c:pt>
                <c:pt idx="8422">
                  <c:v>2.0720900000000002</c:v>
                </c:pt>
                <c:pt idx="8423">
                  <c:v>2.07239</c:v>
                </c:pt>
                <c:pt idx="8424">
                  <c:v>2.0727000000000002</c:v>
                </c:pt>
                <c:pt idx="8425">
                  <c:v>2.073</c:v>
                </c:pt>
                <c:pt idx="8426">
                  <c:v>2.0733100000000002</c:v>
                </c:pt>
                <c:pt idx="8427">
                  <c:v>2.07362</c:v>
                </c:pt>
                <c:pt idx="8428">
                  <c:v>2.0739200000000002</c:v>
                </c:pt>
                <c:pt idx="8429">
                  <c:v>2.07423</c:v>
                </c:pt>
                <c:pt idx="8430">
                  <c:v>2.0745300000000002</c:v>
                </c:pt>
                <c:pt idx="8431">
                  <c:v>2.07484</c:v>
                </c:pt>
                <c:pt idx="8432">
                  <c:v>2.0751400000000002</c:v>
                </c:pt>
                <c:pt idx="8433">
                  <c:v>2.07545</c:v>
                </c:pt>
                <c:pt idx="8434">
                  <c:v>2.0757500000000002</c:v>
                </c:pt>
                <c:pt idx="8435">
                  <c:v>2.07606</c:v>
                </c:pt>
                <c:pt idx="8436">
                  <c:v>2.0763600000000002</c:v>
                </c:pt>
                <c:pt idx="8437">
                  <c:v>2.07667</c:v>
                </c:pt>
                <c:pt idx="8438">
                  <c:v>2.0769700000000002</c:v>
                </c:pt>
                <c:pt idx="8439">
                  <c:v>2.07728</c:v>
                </c:pt>
                <c:pt idx="8440">
                  <c:v>2.0775899999999998</c:v>
                </c:pt>
                <c:pt idx="8441">
                  <c:v>2.07789</c:v>
                </c:pt>
                <c:pt idx="8442">
                  <c:v>2.0781999999999998</c:v>
                </c:pt>
                <c:pt idx="8443">
                  <c:v>2.0785</c:v>
                </c:pt>
                <c:pt idx="8444">
                  <c:v>2.0788099999999998</c:v>
                </c:pt>
                <c:pt idx="8445">
                  <c:v>2.07911</c:v>
                </c:pt>
                <c:pt idx="8446">
                  <c:v>2.0794199999999998</c:v>
                </c:pt>
                <c:pt idx="8447">
                  <c:v>2.07972</c:v>
                </c:pt>
                <c:pt idx="8448">
                  <c:v>2.0800299999999998</c:v>
                </c:pt>
                <c:pt idx="8449">
                  <c:v>2.08033</c:v>
                </c:pt>
                <c:pt idx="8450">
                  <c:v>2.0806399999999998</c:v>
                </c:pt>
                <c:pt idx="8451">
                  <c:v>2.08094</c:v>
                </c:pt>
                <c:pt idx="8452">
                  <c:v>2.0812499999999998</c:v>
                </c:pt>
                <c:pt idx="8453">
                  <c:v>2.0815600000000001</c:v>
                </c:pt>
                <c:pt idx="8454">
                  <c:v>2.0818599999999998</c:v>
                </c:pt>
                <c:pt idx="8455">
                  <c:v>2.0821700000000001</c:v>
                </c:pt>
                <c:pt idx="8456">
                  <c:v>2.0824699999999998</c:v>
                </c:pt>
                <c:pt idx="8457">
                  <c:v>2.0827800000000001</c:v>
                </c:pt>
                <c:pt idx="8458">
                  <c:v>2.0830799999999998</c:v>
                </c:pt>
                <c:pt idx="8459">
                  <c:v>2.0833900000000001</c:v>
                </c:pt>
                <c:pt idx="8460">
                  <c:v>2.0836899999999998</c:v>
                </c:pt>
                <c:pt idx="8461">
                  <c:v>2.0840000000000001</c:v>
                </c:pt>
                <c:pt idx="8462">
                  <c:v>2.0842999999999998</c:v>
                </c:pt>
                <c:pt idx="8463">
                  <c:v>2.0846100000000001</c:v>
                </c:pt>
                <c:pt idx="8464">
                  <c:v>2.0849099999999998</c:v>
                </c:pt>
                <c:pt idx="8465">
                  <c:v>2.0852200000000001</c:v>
                </c:pt>
                <c:pt idx="8466">
                  <c:v>2.0855299999999999</c:v>
                </c:pt>
                <c:pt idx="8467">
                  <c:v>2.0858300000000001</c:v>
                </c:pt>
                <c:pt idx="8468">
                  <c:v>2.0861399999999999</c:v>
                </c:pt>
                <c:pt idx="8469">
                  <c:v>2.0864400000000001</c:v>
                </c:pt>
                <c:pt idx="8470">
                  <c:v>2.0867499999999999</c:v>
                </c:pt>
                <c:pt idx="8471">
                  <c:v>2.0870500000000001</c:v>
                </c:pt>
                <c:pt idx="8472">
                  <c:v>2.0873599999999999</c:v>
                </c:pt>
                <c:pt idx="8473">
                  <c:v>2.0876600000000001</c:v>
                </c:pt>
                <c:pt idx="8474">
                  <c:v>2.0879699999999999</c:v>
                </c:pt>
                <c:pt idx="8475">
                  <c:v>2.0882700000000001</c:v>
                </c:pt>
                <c:pt idx="8476">
                  <c:v>2.0885799999999999</c:v>
                </c:pt>
                <c:pt idx="8477">
                  <c:v>2.0888900000000001</c:v>
                </c:pt>
                <c:pt idx="8478">
                  <c:v>2.0891899999999999</c:v>
                </c:pt>
                <c:pt idx="8479">
                  <c:v>2.0895000000000001</c:v>
                </c:pt>
                <c:pt idx="8480">
                  <c:v>2.0897999999999999</c:v>
                </c:pt>
                <c:pt idx="8481">
                  <c:v>2.0901100000000001</c:v>
                </c:pt>
                <c:pt idx="8482">
                  <c:v>2.0904099999999999</c:v>
                </c:pt>
                <c:pt idx="8483">
                  <c:v>2.0907200000000001</c:v>
                </c:pt>
                <c:pt idx="8484">
                  <c:v>2.0910199999999999</c:v>
                </c:pt>
                <c:pt idx="8485">
                  <c:v>2.0913300000000001</c:v>
                </c:pt>
                <c:pt idx="8486">
                  <c:v>2.0916299999999999</c:v>
                </c:pt>
                <c:pt idx="8487">
                  <c:v>2.0919400000000001</c:v>
                </c:pt>
                <c:pt idx="8488">
                  <c:v>2.0922399999999999</c:v>
                </c:pt>
                <c:pt idx="8489">
                  <c:v>2.0925500000000001</c:v>
                </c:pt>
                <c:pt idx="8490">
                  <c:v>2.0928599999999999</c:v>
                </c:pt>
                <c:pt idx="8491">
                  <c:v>2.0931600000000001</c:v>
                </c:pt>
                <c:pt idx="8492">
                  <c:v>2.0934699999999999</c:v>
                </c:pt>
                <c:pt idx="8493">
                  <c:v>2.0937700000000001</c:v>
                </c:pt>
                <c:pt idx="8494">
                  <c:v>2.0940799999999999</c:v>
                </c:pt>
                <c:pt idx="8495">
                  <c:v>2.0943800000000001</c:v>
                </c:pt>
                <c:pt idx="8496">
                  <c:v>2.0946899999999999</c:v>
                </c:pt>
                <c:pt idx="8497">
                  <c:v>2.0949900000000001</c:v>
                </c:pt>
                <c:pt idx="8498">
                  <c:v>2.0952999999999999</c:v>
                </c:pt>
                <c:pt idx="8499">
                  <c:v>2.0956000000000001</c:v>
                </c:pt>
                <c:pt idx="8500">
                  <c:v>2.0959099999999999</c:v>
                </c:pt>
                <c:pt idx="8501">
                  <c:v>2.0962100000000001</c:v>
                </c:pt>
                <c:pt idx="8502">
                  <c:v>2.0965199999999999</c:v>
                </c:pt>
                <c:pt idx="8503">
                  <c:v>2.0968300000000002</c:v>
                </c:pt>
                <c:pt idx="8504">
                  <c:v>2.0971299999999999</c:v>
                </c:pt>
                <c:pt idx="8505">
                  <c:v>2.0974400000000002</c:v>
                </c:pt>
                <c:pt idx="8506">
                  <c:v>2.0977399999999999</c:v>
                </c:pt>
                <c:pt idx="8507">
                  <c:v>2.0980500000000002</c:v>
                </c:pt>
                <c:pt idx="8508">
                  <c:v>2.0983499999999999</c:v>
                </c:pt>
                <c:pt idx="8509">
                  <c:v>2.0986600000000002</c:v>
                </c:pt>
                <c:pt idx="8510">
                  <c:v>2.0989599999999999</c:v>
                </c:pt>
                <c:pt idx="8511">
                  <c:v>2.0992700000000002</c:v>
                </c:pt>
                <c:pt idx="8512">
                  <c:v>2.0995699999999999</c:v>
                </c:pt>
                <c:pt idx="8513">
                  <c:v>2.0998800000000002</c:v>
                </c:pt>
                <c:pt idx="8514">
                  <c:v>2.1001799999999999</c:v>
                </c:pt>
                <c:pt idx="8515">
                  <c:v>2.1004900000000002</c:v>
                </c:pt>
                <c:pt idx="8516">
                  <c:v>2.1008</c:v>
                </c:pt>
                <c:pt idx="8517">
                  <c:v>2.1011000000000002</c:v>
                </c:pt>
                <c:pt idx="8518">
                  <c:v>2.10141</c:v>
                </c:pt>
                <c:pt idx="8519">
                  <c:v>2.1017100000000002</c:v>
                </c:pt>
                <c:pt idx="8520">
                  <c:v>2.10202</c:v>
                </c:pt>
                <c:pt idx="8521">
                  <c:v>2.1023200000000002</c:v>
                </c:pt>
                <c:pt idx="8522">
                  <c:v>2.10263</c:v>
                </c:pt>
                <c:pt idx="8523">
                  <c:v>2.1029300000000002</c:v>
                </c:pt>
                <c:pt idx="8524">
                  <c:v>2.10324</c:v>
                </c:pt>
                <c:pt idx="8525">
                  <c:v>2.1035400000000002</c:v>
                </c:pt>
                <c:pt idx="8526">
                  <c:v>2.10385</c:v>
                </c:pt>
                <c:pt idx="8527">
                  <c:v>2.1041599999999998</c:v>
                </c:pt>
                <c:pt idx="8528">
                  <c:v>2.10446</c:v>
                </c:pt>
                <c:pt idx="8529">
                  <c:v>2.1047699999999998</c:v>
                </c:pt>
                <c:pt idx="8530">
                  <c:v>2.10507</c:v>
                </c:pt>
                <c:pt idx="8531">
                  <c:v>2.1053799999999998</c:v>
                </c:pt>
                <c:pt idx="8532">
                  <c:v>2.10568</c:v>
                </c:pt>
                <c:pt idx="8533">
                  <c:v>2.1059899999999998</c:v>
                </c:pt>
                <c:pt idx="8534">
                  <c:v>2.10629</c:v>
                </c:pt>
                <c:pt idx="8535">
                  <c:v>2.1065999999999998</c:v>
                </c:pt>
                <c:pt idx="8536">
                  <c:v>2.1069</c:v>
                </c:pt>
                <c:pt idx="8537">
                  <c:v>2.1072099999999998</c:v>
                </c:pt>
                <c:pt idx="8538">
                  <c:v>2.10751</c:v>
                </c:pt>
                <c:pt idx="8539">
                  <c:v>2.1078199999999998</c:v>
                </c:pt>
                <c:pt idx="8540">
                  <c:v>2.1081300000000001</c:v>
                </c:pt>
                <c:pt idx="8541">
                  <c:v>2.1084299999999998</c:v>
                </c:pt>
                <c:pt idx="8542">
                  <c:v>2.1087400000000001</c:v>
                </c:pt>
                <c:pt idx="8543">
                  <c:v>2.1090399999999998</c:v>
                </c:pt>
                <c:pt idx="8544">
                  <c:v>2.1093500000000001</c:v>
                </c:pt>
                <c:pt idx="8545">
                  <c:v>2.1096499999999998</c:v>
                </c:pt>
                <c:pt idx="8546">
                  <c:v>2.1099600000000001</c:v>
                </c:pt>
                <c:pt idx="8547">
                  <c:v>2.1102599999999998</c:v>
                </c:pt>
                <c:pt idx="8548">
                  <c:v>2.1105700000000001</c:v>
                </c:pt>
                <c:pt idx="8549">
                  <c:v>2.1108699999999998</c:v>
                </c:pt>
                <c:pt idx="8550">
                  <c:v>2.1111800000000001</c:v>
                </c:pt>
                <c:pt idx="8551">
                  <c:v>2.1114799999999998</c:v>
                </c:pt>
                <c:pt idx="8552">
                  <c:v>2.1117900000000001</c:v>
                </c:pt>
                <c:pt idx="8553">
                  <c:v>2.1120999999999999</c:v>
                </c:pt>
                <c:pt idx="8554">
                  <c:v>2.1124000000000001</c:v>
                </c:pt>
                <c:pt idx="8555">
                  <c:v>2.1127099999999999</c:v>
                </c:pt>
                <c:pt idx="8556">
                  <c:v>2.1130100000000001</c:v>
                </c:pt>
                <c:pt idx="8557">
                  <c:v>2.1133199999999999</c:v>
                </c:pt>
                <c:pt idx="8558">
                  <c:v>2.1136200000000001</c:v>
                </c:pt>
                <c:pt idx="8559">
                  <c:v>2.1139299999999999</c:v>
                </c:pt>
                <c:pt idx="8560">
                  <c:v>2.1142300000000001</c:v>
                </c:pt>
                <c:pt idx="8561">
                  <c:v>2.1145399999999999</c:v>
                </c:pt>
                <c:pt idx="8562">
                  <c:v>2.1148400000000001</c:v>
                </c:pt>
                <c:pt idx="8563">
                  <c:v>2.1151499999999999</c:v>
                </c:pt>
                <c:pt idx="8564">
                  <c:v>2.1154500000000001</c:v>
                </c:pt>
                <c:pt idx="8565">
                  <c:v>2.1157599999999999</c:v>
                </c:pt>
                <c:pt idx="8566">
                  <c:v>2.1160700000000001</c:v>
                </c:pt>
                <c:pt idx="8567">
                  <c:v>2.1163699999999999</c:v>
                </c:pt>
                <c:pt idx="8568">
                  <c:v>2.1166800000000001</c:v>
                </c:pt>
                <c:pt idx="8569">
                  <c:v>2.1169799999999999</c:v>
                </c:pt>
                <c:pt idx="8570">
                  <c:v>2.1172900000000001</c:v>
                </c:pt>
                <c:pt idx="8571">
                  <c:v>2.1175899999999999</c:v>
                </c:pt>
                <c:pt idx="8572">
                  <c:v>2.1179000000000001</c:v>
                </c:pt>
                <c:pt idx="8573">
                  <c:v>2.1181999999999999</c:v>
                </c:pt>
                <c:pt idx="8574">
                  <c:v>2.1185100000000001</c:v>
                </c:pt>
                <c:pt idx="8575">
                  <c:v>2.1188099999999999</c:v>
                </c:pt>
                <c:pt idx="8576">
                  <c:v>2.1191200000000001</c:v>
                </c:pt>
                <c:pt idx="8577">
                  <c:v>2.1194199999999999</c:v>
                </c:pt>
                <c:pt idx="8578">
                  <c:v>2.1197300000000001</c:v>
                </c:pt>
                <c:pt idx="8579">
                  <c:v>2.1200399999999999</c:v>
                </c:pt>
                <c:pt idx="8580">
                  <c:v>2.1203400000000001</c:v>
                </c:pt>
                <c:pt idx="8581">
                  <c:v>2.1206499999999999</c:v>
                </c:pt>
                <c:pt idx="8582">
                  <c:v>2.1209500000000001</c:v>
                </c:pt>
                <c:pt idx="8583">
                  <c:v>2.1212599999999999</c:v>
                </c:pt>
                <c:pt idx="8584">
                  <c:v>2.1215600000000001</c:v>
                </c:pt>
                <c:pt idx="8585">
                  <c:v>2.1218699999999999</c:v>
                </c:pt>
                <c:pt idx="8586">
                  <c:v>2.1221700000000001</c:v>
                </c:pt>
                <c:pt idx="8587">
                  <c:v>2.1224799999999999</c:v>
                </c:pt>
                <c:pt idx="8588">
                  <c:v>2.1227800000000001</c:v>
                </c:pt>
                <c:pt idx="8589">
                  <c:v>2.1230899999999999</c:v>
                </c:pt>
                <c:pt idx="8590">
                  <c:v>2.1234000000000002</c:v>
                </c:pt>
                <c:pt idx="8591">
                  <c:v>2.1236999999999999</c:v>
                </c:pt>
                <c:pt idx="8592">
                  <c:v>2.1240100000000002</c:v>
                </c:pt>
                <c:pt idx="8593">
                  <c:v>2.1243099999999999</c:v>
                </c:pt>
                <c:pt idx="8594">
                  <c:v>2.1246200000000002</c:v>
                </c:pt>
                <c:pt idx="8595">
                  <c:v>2.1249199999999999</c:v>
                </c:pt>
                <c:pt idx="8596">
                  <c:v>2.1252300000000002</c:v>
                </c:pt>
                <c:pt idx="8597">
                  <c:v>2.1255299999999999</c:v>
                </c:pt>
                <c:pt idx="8598">
                  <c:v>2.1258400000000002</c:v>
                </c:pt>
                <c:pt idx="8599">
                  <c:v>2.1261399999999999</c:v>
                </c:pt>
                <c:pt idx="8600">
                  <c:v>2.1264500000000002</c:v>
                </c:pt>
                <c:pt idx="8601">
                  <c:v>2.1267499999999999</c:v>
                </c:pt>
                <c:pt idx="8602">
                  <c:v>2.1270600000000002</c:v>
                </c:pt>
                <c:pt idx="8603">
                  <c:v>2.12737</c:v>
                </c:pt>
                <c:pt idx="8604">
                  <c:v>2.1276700000000002</c:v>
                </c:pt>
                <c:pt idx="8605">
                  <c:v>2.12798</c:v>
                </c:pt>
                <c:pt idx="8606">
                  <c:v>2.1282800000000002</c:v>
                </c:pt>
                <c:pt idx="8607">
                  <c:v>2.12859</c:v>
                </c:pt>
                <c:pt idx="8608">
                  <c:v>2.1288900000000002</c:v>
                </c:pt>
                <c:pt idx="8609">
                  <c:v>2.1292</c:v>
                </c:pt>
                <c:pt idx="8610">
                  <c:v>2.1295000000000002</c:v>
                </c:pt>
                <c:pt idx="8611">
                  <c:v>2.12981</c:v>
                </c:pt>
                <c:pt idx="8612">
                  <c:v>2.1301100000000002</c:v>
                </c:pt>
                <c:pt idx="8613">
                  <c:v>2.13042</c:v>
                </c:pt>
                <c:pt idx="8614">
                  <c:v>2.1307200000000002</c:v>
                </c:pt>
                <c:pt idx="8615">
                  <c:v>2.13103</c:v>
                </c:pt>
                <c:pt idx="8616">
                  <c:v>2.1313399999999998</c:v>
                </c:pt>
                <c:pt idx="8617">
                  <c:v>2.13164</c:v>
                </c:pt>
                <c:pt idx="8618">
                  <c:v>2.1319499999999998</c:v>
                </c:pt>
                <c:pt idx="8619">
                  <c:v>2.13225</c:v>
                </c:pt>
                <c:pt idx="8620">
                  <c:v>2.1325599999999998</c:v>
                </c:pt>
                <c:pt idx="8621">
                  <c:v>2.13286</c:v>
                </c:pt>
                <c:pt idx="8622">
                  <c:v>2.1331699999999998</c:v>
                </c:pt>
                <c:pt idx="8623">
                  <c:v>2.13347</c:v>
                </c:pt>
                <c:pt idx="8624">
                  <c:v>2.1337799999999998</c:v>
                </c:pt>
                <c:pt idx="8625">
                  <c:v>2.13408</c:v>
                </c:pt>
                <c:pt idx="8626">
                  <c:v>2.1343899999999998</c:v>
                </c:pt>
                <c:pt idx="8627">
                  <c:v>2.13469</c:v>
                </c:pt>
                <c:pt idx="8628">
                  <c:v>2.1349999999999998</c:v>
                </c:pt>
                <c:pt idx="8629">
                  <c:v>2.13531</c:v>
                </c:pt>
                <c:pt idx="8630">
                  <c:v>2.1356099999999998</c:v>
                </c:pt>
                <c:pt idx="8631">
                  <c:v>2.13592</c:v>
                </c:pt>
                <c:pt idx="8632">
                  <c:v>2.1362199999999998</c:v>
                </c:pt>
                <c:pt idx="8633">
                  <c:v>2.13653</c:v>
                </c:pt>
                <c:pt idx="8634">
                  <c:v>2.1368299999999998</c:v>
                </c:pt>
                <c:pt idx="8635">
                  <c:v>2.13714</c:v>
                </c:pt>
                <c:pt idx="8636">
                  <c:v>2.1374399999999998</c:v>
                </c:pt>
                <c:pt idx="8637">
                  <c:v>2.13775</c:v>
                </c:pt>
                <c:pt idx="8638">
                  <c:v>2.1380499999999998</c:v>
                </c:pt>
                <c:pt idx="8639">
                  <c:v>2.13836</c:v>
                </c:pt>
                <c:pt idx="8640">
                  <c:v>2.1386599999999998</c:v>
                </c:pt>
                <c:pt idx="8641">
                  <c:v>2.13897</c:v>
                </c:pt>
                <c:pt idx="8642">
                  <c:v>2.1392799999999998</c:v>
                </c:pt>
                <c:pt idx="8643">
                  <c:v>2.13958</c:v>
                </c:pt>
                <c:pt idx="8644">
                  <c:v>2.1398899999999998</c:v>
                </c:pt>
                <c:pt idx="8645">
                  <c:v>2.14019</c:v>
                </c:pt>
                <c:pt idx="8646">
                  <c:v>2.1404999999999998</c:v>
                </c:pt>
                <c:pt idx="8647">
                  <c:v>2.1408</c:v>
                </c:pt>
                <c:pt idx="8648">
                  <c:v>2.1411099999999998</c:v>
                </c:pt>
                <c:pt idx="8649">
                  <c:v>2.14141</c:v>
                </c:pt>
                <c:pt idx="8650">
                  <c:v>2.1417199999999998</c:v>
                </c:pt>
                <c:pt idx="8651">
                  <c:v>2.14202</c:v>
                </c:pt>
                <c:pt idx="8652">
                  <c:v>2.1423299999999998</c:v>
                </c:pt>
                <c:pt idx="8653">
                  <c:v>2.1426400000000001</c:v>
                </c:pt>
                <c:pt idx="8654">
                  <c:v>2.1429399999999998</c:v>
                </c:pt>
                <c:pt idx="8655">
                  <c:v>2.1432500000000001</c:v>
                </c:pt>
                <c:pt idx="8656">
                  <c:v>2.1435499999999998</c:v>
                </c:pt>
                <c:pt idx="8657">
                  <c:v>2.1438600000000001</c:v>
                </c:pt>
                <c:pt idx="8658">
                  <c:v>2.1441599999999998</c:v>
                </c:pt>
                <c:pt idx="8659">
                  <c:v>2.1444700000000001</c:v>
                </c:pt>
                <c:pt idx="8660">
                  <c:v>2.1447699999999998</c:v>
                </c:pt>
                <c:pt idx="8661">
                  <c:v>2.1450800000000001</c:v>
                </c:pt>
                <c:pt idx="8662">
                  <c:v>2.1453799999999998</c:v>
                </c:pt>
                <c:pt idx="8663">
                  <c:v>2.1456900000000001</c:v>
                </c:pt>
                <c:pt idx="8664">
                  <c:v>2.1459899999999998</c:v>
                </c:pt>
                <c:pt idx="8665">
                  <c:v>2.1463000000000001</c:v>
                </c:pt>
                <c:pt idx="8666">
                  <c:v>2.1466099999999999</c:v>
                </c:pt>
                <c:pt idx="8667">
                  <c:v>2.1469100000000001</c:v>
                </c:pt>
                <c:pt idx="8668">
                  <c:v>2.1472199999999999</c:v>
                </c:pt>
                <c:pt idx="8669">
                  <c:v>2.1475200000000001</c:v>
                </c:pt>
                <c:pt idx="8670">
                  <c:v>2.1478299999999999</c:v>
                </c:pt>
                <c:pt idx="8671">
                  <c:v>2.1481300000000001</c:v>
                </c:pt>
                <c:pt idx="8672">
                  <c:v>2.1484399999999999</c:v>
                </c:pt>
                <c:pt idx="8673">
                  <c:v>2.1487400000000001</c:v>
                </c:pt>
                <c:pt idx="8674">
                  <c:v>2.1490499999999999</c:v>
                </c:pt>
                <c:pt idx="8675">
                  <c:v>2.1493500000000001</c:v>
                </c:pt>
                <c:pt idx="8676">
                  <c:v>2.1496599999999999</c:v>
                </c:pt>
                <c:pt idx="8677">
                  <c:v>2.1499600000000001</c:v>
                </c:pt>
                <c:pt idx="8678">
                  <c:v>2.1502699999999999</c:v>
                </c:pt>
                <c:pt idx="8679">
                  <c:v>2.1505800000000002</c:v>
                </c:pt>
                <c:pt idx="8680">
                  <c:v>2.1508799999999999</c:v>
                </c:pt>
                <c:pt idx="8681">
                  <c:v>2.1511900000000002</c:v>
                </c:pt>
                <c:pt idx="8682">
                  <c:v>2.1514899999999999</c:v>
                </c:pt>
                <c:pt idx="8683">
                  <c:v>2.1518000000000002</c:v>
                </c:pt>
                <c:pt idx="8684">
                  <c:v>2.1520999999999999</c:v>
                </c:pt>
                <c:pt idx="8685">
                  <c:v>2.1524100000000002</c:v>
                </c:pt>
                <c:pt idx="8686">
                  <c:v>2.1527099999999999</c:v>
                </c:pt>
                <c:pt idx="8687">
                  <c:v>2.1530200000000002</c:v>
                </c:pt>
                <c:pt idx="8688">
                  <c:v>2.1533199999999999</c:v>
                </c:pt>
                <c:pt idx="8689">
                  <c:v>2.1536300000000002</c:v>
                </c:pt>
                <c:pt idx="8690">
                  <c:v>2.1539299999999999</c:v>
                </c:pt>
                <c:pt idx="8691">
                  <c:v>2.1542400000000002</c:v>
                </c:pt>
                <c:pt idx="8692">
                  <c:v>2.15455</c:v>
                </c:pt>
                <c:pt idx="8693">
                  <c:v>2.1548500000000002</c:v>
                </c:pt>
                <c:pt idx="8694">
                  <c:v>2.15516</c:v>
                </c:pt>
                <c:pt idx="8695">
                  <c:v>2.1554600000000002</c:v>
                </c:pt>
                <c:pt idx="8696">
                  <c:v>2.15577</c:v>
                </c:pt>
                <c:pt idx="8697">
                  <c:v>2.1560700000000002</c:v>
                </c:pt>
                <c:pt idx="8698">
                  <c:v>2.15638</c:v>
                </c:pt>
                <c:pt idx="8699">
                  <c:v>2.1566800000000002</c:v>
                </c:pt>
                <c:pt idx="8700">
                  <c:v>2.15699</c:v>
                </c:pt>
                <c:pt idx="8701">
                  <c:v>2.1572900000000002</c:v>
                </c:pt>
                <c:pt idx="8702">
                  <c:v>2.1576</c:v>
                </c:pt>
                <c:pt idx="8703">
                  <c:v>2.1579100000000002</c:v>
                </c:pt>
                <c:pt idx="8704">
                  <c:v>2.15821</c:v>
                </c:pt>
                <c:pt idx="8705">
                  <c:v>2.1585200000000002</c:v>
                </c:pt>
                <c:pt idx="8706">
                  <c:v>2.15882</c:v>
                </c:pt>
                <c:pt idx="8707">
                  <c:v>2.1591300000000002</c:v>
                </c:pt>
                <c:pt idx="8708">
                  <c:v>2.15943</c:v>
                </c:pt>
                <c:pt idx="8709">
                  <c:v>2.1597400000000002</c:v>
                </c:pt>
                <c:pt idx="8710">
                  <c:v>2.16004</c:v>
                </c:pt>
                <c:pt idx="8711">
                  <c:v>2.1603500000000002</c:v>
                </c:pt>
                <c:pt idx="8712">
                  <c:v>2.16065</c:v>
                </c:pt>
                <c:pt idx="8713">
                  <c:v>2.1609600000000002</c:v>
                </c:pt>
                <c:pt idx="8714">
                  <c:v>2.16126</c:v>
                </c:pt>
                <c:pt idx="8715">
                  <c:v>2.1615700000000002</c:v>
                </c:pt>
                <c:pt idx="8716">
                  <c:v>2.16188</c:v>
                </c:pt>
                <c:pt idx="8717">
                  <c:v>2.1621800000000002</c:v>
                </c:pt>
                <c:pt idx="8718">
                  <c:v>2.16249</c:v>
                </c:pt>
                <c:pt idx="8719">
                  <c:v>2.1627900000000002</c:v>
                </c:pt>
                <c:pt idx="8720">
                  <c:v>2.1631</c:v>
                </c:pt>
                <c:pt idx="8721">
                  <c:v>2.1634000000000002</c:v>
                </c:pt>
                <c:pt idx="8722">
                  <c:v>2.16371</c:v>
                </c:pt>
                <c:pt idx="8723">
                  <c:v>2.1640100000000002</c:v>
                </c:pt>
                <c:pt idx="8724">
                  <c:v>2.16432</c:v>
                </c:pt>
                <c:pt idx="8725">
                  <c:v>2.1646200000000002</c:v>
                </c:pt>
                <c:pt idx="8726">
                  <c:v>2.16493</c:v>
                </c:pt>
                <c:pt idx="8727">
                  <c:v>2.1652300000000002</c:v>
                </c:pt>
                <c:pt idx="8728">
                  <c:v>2.16554</c:v>
                </c:pt>
                <c:pt idx="8729">
                  <c:v>2.1658499999999998</c:v>
                </c:pt>
                <c:pt idx="8730">
                  <c:v>2.16615</c:v>
                </c:pt>
                <c:pt idx="8731">
                  <c:v>2.1664599999999998</c:v>
                </c:pt>
                <c:pt idx="8732">
                  <c:v>2.16676</c:v>
                </c:pt>
                <c:pt idx="8733">
                  <c:v>2.1670699999999998</c:v>
                </c:pt>
                <c:pt idx="8734">
                  <c:v>2.16737</c:v>
                </c:pt>
                <c:pt idx="8735">
                  <c:v>2.1676799999999998</c:v>
                </c:pt>
                <c:pt idx="8736">
                  <c:v>2.16798</c:v>
                </c:pt>
                <c:pt idx="8737">
                  <c:v>2.1682899999999998</c:v>
                </c:pt>
                <c:pt idx="8738">
                  <c:v>2.16859</c:v>
                </c:pt>
                <c:pt idx="8739">
                  <c:v>2.1688999999999998</c:v>
                </c:pt>
                <c:pt idx="8740">
                  <c:v>2.1692</c:v>
                </c:pt>
                <c:pt idx="8741">
                  <c:v>2.1695099999999998</c:v>
                </c:pt>
                <c:pt idx="8742">
                  <c:v>2.1698200000000001</c:v>
                </c:pt>
                <c:pt idx="8743">
                  <c:v>2.1701199999999998</c:v>
                </c:pt>
                <c:pt idx="8744">
                  <c:v>2.1704300000000001</c:v>
                </c:pt>
                <c:pt idx="8745">
                  <c:v>2.1707299999999998</c:v>
                </c:pt>
                <c:pt idx="8746">
                  <c:v>2.1710400000000001</c:v>
                </c:pt>
                <c:pt idx="8747">
                  <c:v>2.1713399999999998</c:v>
                </c:pt>
                <c:pt idx="8748">
                  <c:v>2.1716500000000001</c:v>
                </c:pt>
                <c:pt idx="8749">
                  <c:v>2.1719499999999998</c:v>
                </c:pt>
                <c:pt idx="8750">
                  <c:v>2.1722600000000001</c:v>
                </c:pt>
                <c:pt idx="8751">
                  <c:v>2.1725599999999998</c:v>
                </c:pt>
                <c:pt idx="8752">
                  <c:v>2.1728700000000001</c:v>
                </c:pt>
                <c:pt idx="8753">
                  <c:v>2.1731699999999998</c:v>
                </c:pt>
                <c:pt idx="8754">
                  <c:v>2.1734800000000001</c:v>
                </c:pt>
                <c:pt idx="8755">
                  <c:v>2.1737899999999999</c:v>
                </c:pt>
                <c:pt idx="8756">
                  <c:v>2.1740900000000001</c:v>
                </c:pt>
                <c:pt idx="8757">
                  <c:v>2.1743999999999999</c:v>
                </c:pt>
                <c:pt idx="8758">
                  <c:v>2.1747000000000001</c:v>
                </c:pt>
                <c:pt idx="8759">
                  <c:v>2.1750099999999999</c:v>
                </c:pt>
                <c:pt idx="8760">
                  <c:v>2.1753100000000001</c:v>
                </c:pt>
                <c:pt idx="8761">
                  <c:v>2.1756199999999999</c:v>
                </c:pt>
                <c:pt idx="8762">
                  <c:v>2.1759200000000001</c:v>
                </c:pt>
                <c:pt idx="8763">
                  <c:v>2.1762299999999999</c:v>
                </c:pt>
                <c:pt idx="8764">
                  <c:v>2.1765300000000001</c:v>
                </c:pt>
                <c:pt idx="8765">
                  <c:v>2.1768399999999999</c:v>
                </c:pt>
                <c:pt idx="8766">
                  <c:v>2.1771500000000001</c:v>
                </c:pt>
                <c:pt idx="8767">
                  <c:v>2.1774499999999999</c:v>
                </c:pt>
                <c:pt idx="8768">
                  <c:v>2.1777600000000001</c:v>
                </c:pt>
                <c:pt idx="8769">
                  <c:v>2.1780599999999999</c:v>
                </c:pt>
                <c:pt idx="8770">
                  <c:v>2.1783700000000001</c:v>
                </c:pt>
                <c:pt idx="8771">
                  <c:v>2.1786699999999999</c:v>
                </c:pt>
                <c:pt idx="8772">
                  <c:v>2.1789800000000001</c:v>
                </c:pt>
                <c:pt idx="8773">
                  <c:v>2.1792799999999999</c:v>
                </c:pt>
                <c:pt idx="8774">
                  <c:v>2.1795900000000001</c:v>
                </c:pt>
                <c:pt idx="8775">
                  <c:v>2.1798899999999999</c:v>
                </c:pt>
                <c:pt idx="8776">
                  <c:v>2.1802000000000001</c:v>
                </c:pt>
                <c:pt idx="8777">
                  <c:v>2.1804999999999999</c:v>
                </c:pt>
                <c:pt idx="8778">
                  <c:v>2.1808100000000001</c:v>
                </c:pt>
                <c:pt idx="8779">
                  <c:v>2.1811199999999999</c:v>
                </c:pt>
                <c:pt idx="8780">
                  <c:v>2.1814200000000001</c:v>
                </c:pt>
                <c:pt idx="8781">
                  <c:v>2.1817299999999999</c:v>
                </c:pt>
                <c:pt idx="8782">
                  <c:v>2.1820300000000001</c:v>
                </c:pt>
                <c:pt idx="8783">
                  <c:v>2.1823399999999999</c:v>
                </c:pt>
                <c:pt idx="8784">
                  <c:v>2.1826400000000001</c:v>
                </c:pt>
                <c:pt idx="8785">
                  <c:v>2.1829499999999999</c:v>
                </c:pt>
                <c:pt idx="8786">
                  <c:v>2.1832500000000001</c:v>
                </c:pt>
                <c:pt idx="8787">
                  <c:v>2.1835599999999999</c:v>
                </c:pt>
                <c:pt idx="8788">
                  <c:v>2.1838600000000001</c:v>
                </c:pt>
                <c:pt idx="8789">
                  <c:v>2.1841699999999999</c:v>
                </c:pt>
                <c:pt idx="8790">
                  <c:v>2.1844700000000001</c:v>
                </c:pt>
                <c:pt idx="8791">
                  <c:v>2.1847799999999999</c:v>
                </c:pt>
                <c:pt idx="8792">
                  <c:v>2.1850900000000002</c:v>
                </c:pt>
                <c:pt idx="8793">
                  <c:v>2.1853899999999999</c:v>
                </c:pt>
                <c:pt idx="8794">
                  <c:v>2.1857000000000002</c:v>
                </c:pt>
                <c:pt idx="8795">
                  <c:v>2.1859999999999999</c:v>
                </c:pt>
                <c:pt idx="8796">
                  <c:v>2.1863100000000002</c:v>
                </c:pt>
                <c:pt idx="8797">
                  <c:v>2.1866099999999999</c:v>
                </c:pt>
                <c:pt idx="8798">
                  <c:v>2.1869200000000002</c:v>
                </c:pt>
                <c:pt idx="8799">
                  <c:v>2.1872199999999999</c:v>
                </c:pt>
                <c:pt idx="8800">
                  <c:v>2.1875300000000002</c:v>
                </c:pt>
                <c:pt idx="8801">
                  <c:v>2.1878299999999999</c:v>
                </c:pt>
                <c:pt idx="8802">
                  <c:v>2.1881400000000002</c:v>
                </c:pt>
                <c:pt idx="8803">
                  <c:v>2.1884399999999999</c:v>
                </c:pt>
                <c:pt idx="8804">
                  <c:v>2.1887500000000002</c:v>
                </c:pt>
                <c:pt idx="8805">
                  <c:v>2.18906</c:v>
                </c:pt>
                <c:pt idx="8806">
                  <c:v>2.1893600000000002</c:v>
                </c:pt>
                <c:pt idx="8807">
                  <c:v>2.18967</c:v>
                </c:pt>
                <c:pt idx="8808">
                  <c:v>2.1899700000000002</c:v>
                </c:pt>
                <c:pt idx="8809">
                  <c:v>2.19028</c:v>
                </c:pt>
                <c:pt idx="8810">
                  <c:v>2.1905800000000002</c:v>
                </c:pt>
                <c:pt idx="8811">
                  <c:v>2.19089</c:v>
                </c:pt>
                <c:pt idx="8812">
                  <c:v>2.1911900000000002</c:v>
                </c:pt>
                <c:pt idx="8813">
                  <c:v>2.1915</c:v>
                </c:pt>
                <c:pt idx="8814">
                  <c:v>2.1918000000000002</c:v>
                </c:pt>
                <c:pt idx="8815">
                  <c:v>2.19211</c:v>
                </c:pt>
                <c:pt idx="8816">
                  <c:v>2.1924100000000002</c:v>
                </c:pt>
                <c:pt idx="8817">
                  <c:v>2.19272</c:v>
                </c:pt>
                <c:pt idx="8818">
                  <c:v>2.1930299999999998</c:v>
                </c:pt>
                <c:pt idx="8819">
                  <c:v>2.19333</c:v>
                </c:pt>
                <c:pt idx="8820">
                  <c:v>2.1936399999999998</c:v>
                </c:pt>
                <c:pt idx="8821">
                  <c:v>2.19394</c:v>
                </c:pt>
                <c:pt idx="8822">
                  <c:v>2.1942499999999998</c:v>
                </c:pt>
                <c:pt idx="8823">
                  <c:v>2.19455</c:v>
                </c:pt>
                <c:pt idx="8824">
                  <c:v>2.1948599999999998</c:v>
                </c:pt>
                <c:pt idx="8825">
                  <c:v>2.19516</c:v>
                </c:pt>
                <c:pt idx="8826">
                  <c:v>2.1954699999999998</c:v>
                </c:pt>
                <c:pt idx="8827">
                  <c:v>2.19577</c:v>
                </c:pt>
                <c:pt idx="8828">
                  <c:v>2.1960799999999998</c:v>
                </c:pt>
                <c:pt idx="8829">
                  <c:v>2.1963900000000001</c:v>
                </c:pt>
                <c:pt idx="8830">
                  <c:v>2.1966899999999998</c:v>
                </c:pt>
                <c:pt idx="8831">
                  <c:v>2.1970000000000001</c:v>
                </c:pt>
                <c:pt idx="8832">
                  <c:v>2.1972999999999998</c:v>
                </c:pt>
                <c:pt idx="8833">
                  <c:v>2.1976100000000001</c:v>
                </c:pt>
                <c:pt idx="8834">
                  <c:v>2.1979099999999998</c:v>
                </c:pt>
                <c:pt idx="8835">
                  <c:v>2.1982200000000001</c:v>
                </c:pt>
                <c:pt idx="8836">
                  <c:v>2.1985199999999998</c:v>
                </c:pt>
                <c:pt idx="8837">
                  <c:v>2.1988300000000001</c:v>
                </c:pt>
                <c:pt idx="8838">
                  <c:v>2.1991299999999998</c:v>
                </c:pt>
                <c:pt idx="8839">
                  <c:v>2.1994400000000001</c:v>
                </c:pt>
                <c:pt idx="8840">
                  <c:v>2.1997399999999998</c:v>
                </c:pt>
                <c:pt idx="8841">
                  <c:v>2.2000500000000001</c:v>
                </c:pt>
                <c:pt idx="8842">
                  <c:v>2.2003599999999999</c:v>
                </c:pt>
                <c:pt idx="8843">
                  <c:v>2.2006600000000001</c:v>
                </c:pt>
                <c:pt idx="8844">
                  <c:v>2.2009699999999999</c:v>
                </c:pt>
                <c:pt idx="8845">
                  <c:v>2.2012700000000001</c:v>
                </c:pt>
                <c:pt idx="8846">
                  <c:v>2.2015799999999999</c:v>
                </c:pt>
                <c:pt idx="8847">
                  <c:v>2.2018800000000001</c:v>
                </c:pt>
                <c:pt idx="8848">
                  <c:v>2.2021899999999999</c:v>
                </c:pt>
                <c:pt idx="8849">
                  <c:v>2.2024900000000001</c:v>
                </c:pt>
                <c:pt idx="8850">
                  <c:v>2.2027999999999999</c:v>
                </c:pt>
                <c:pt idx="8851">
                  <c:v>2.2031000000000001</c:v>
                </c:pt>
                <c:pt idx="8852">
                  <c:v>2.2034099999999999</c:v>
                </c:pt>
                <c:pt idx="8853">
                  <c:v>2.2037100000000001</c:v>
                </c:pt>
                <c:pt idx="8854">
                  <c:v>2.2040199999999999</c:v>
                </c:pt>
                <c:pt idx="8855">
                  <c:v>2.2043300000000001</c:v>
                </c:pt>
                <c:pt idx="8856">
                  <c:v>2.2046299999999999</c:v>
                </c:pt>
                <c:pt idx="8857">
                  <c:v>2.2049400000000001</c:v>
                </c:pt>
                <c:pt idx="8858">
                  <c:v>2.2052399999999999</c:v>
                </c:pt>
                <c:pt idx="8859">
                  <c:v>2.2055500000000001</c:v>
                </c:pt>
                <c:pt idx="8860">
                  <c:v>2.2058499999999999</c:v>
                </c:pt>
                <c:pt idx="8861">
                  <c:v>2.2061600000000001</c:v>
                </c:pt>
                <c:pt idx="8862">
                  <c:v>2.2064599999999999</c:v>
                </c:pt>
                <c:pt idx="8863">
                  <c:v>2.2067700000000001</c:v>
                </c:pt>
                <c:pt idx="8864">
                  <c:v>2.2070699999999999</c:v>
                </c:pt>
                <c:pt idx="8865">
                  <c:v>2.2073800000000001</c:v>
                </c:pt>
                <c:pt idx="8866">
                  <c:v>2.2076799999999999</c:v>
                </c:pt>
                <c:pt idx="8867">
                  <c:v>2.2079900000000001</c:v>
                </c:pt>
                <c:pt idx="8868">
                  <c:v>2.2082999999999999</c:v>
                </c:pt>
                <c:pt idx="8869">
                  <c:v>2.2086000000000001</c:v>
                </c:pt>
                <c:pt idx="8870">
                  <c:v>2.2089099999999999</c:v>
                </c:pt>
                <c:pt idx="8871">
                  <c:v>2.2092100000000001</c:v>
                </c:pt>
                <c:pt idx="8872">
                  <c:v>2.2095199999999999</c:v>
                </c:pt>
                <c:pt idx="8873">
                  <c:v>2.2098200000000001</c:v>
                </c:pt>
                <c:pt idx="8874">
                  <c:v>2.2101299999999999</c:v>
                </c:pt>
                <c:pt idx="8875">
                  <c:v>2.2104300000000001</c:v>
                </c:pt>
                <c:pt idx="8876">
                  <c:v>2.2107399999999999</c:v>
                </c:pt>
                <c:pt idx="8877">
                  <c:v>2.2110400000000001</c:v>
                </c:pt>
                <c:pt idx="8878">
                  <c:v>2.2113499999999999</c:v>
                </c:pt>
                <c:pt idx="8879">
                  <c:v>2.2116500000000001</c:v>
                </c:pt>
                <c:pt idx="8880">
                  <c:v>2.2119599999999999</c:v>
                </c:pt>
                <c:pt idx="8881">
                  <c:v>2.2122700000000002</c:v>
                </c:pt>
                <c:pt idx="8882">
                  <c:v>2.2125699999999999</c:v>
                </c:pt>
                <c:pt idx="8883">
                  <c:v>2.2128800000000002</c:v>
                </c:pt>
                <c:pt idx="8884">
                  <c:v>2.2131799999999999</c:v>
                </c:pt>
                <c:pt idx="8885">
                  <c:v>2.2134900000000002</c:v>
                </c:pt>
                <c:pt idx="8886">
                  <c:v>2.2137899999999999</c:v>
                </c:pt>
                <c:pt idx="8887">
                  <c:v>2.2141000000000002</c:v>
                </c:pt>
                <c:pt idx="8888">
                  <c:v>2.2143999999999999</c:v>
                </c:pt>
                <c:pt idx="8889">
                  <c:v>2.2147100000000002</c:v>
                </c:pt>
                <c:pt idx="8890">
                  <c:v>2.2150099999999999</c:v>
                </c:pt>
                <c:pt idx="8891">
                  <c:v>2.2153200000000002</c:v>
                </c:pt>
                <c:pt idx="8892">
                  <c:v>2.21563</c:v>
                </c:pt>
                <c:pt idx="8893">
                  <c:v>2.2159300000000002</c:v>
                </c:pt>
                <c:pt idx="8894">
                  <c:v>2.21624</c:v>
                </c:pt>
                <c:pt idx="8895">
                  <c:v>2.2165400000000002</c:v>
                </c:pt>
                <c:pt idx="8896">
                  <c:v>2.21685</c:v>
                </c:pt>
                <c:pt idx="8897">
                  <c:v>2.2171500000000002</c:v>
                </c:pt>
                <c:pt idx="8898">
                  <c:v>2.21746</c:v>
                </c:pt>
                <c:pt idx="8899">
                  <c:v>2.2177600000000002</c:v>
                </c:pt>
                <c:pt idx="8900">
                  <c:v>2.21807</c:v>
                </c:pt>
                <c:pt idx="8901">
                  <c:v>2.2183700000000002</c:v>
                </c:pt>
                <c:pt idx="8902">
                  <c:v>2.21868</c:v>
                </c:pt>
                <c:pt idx="8903">
                  <c:v>2.2189800000000002</c:v>
                </c:pt>
                <c:pt idx="8904">
                  <c:v>2.21929</c:v>
                </c:pt>
                <c:pt idx="8905">
                  <c:v>2.2195999999999998</c:v>
                </c:pt>
                <c:pt idx="8906">
                  <c:v>2.2199</c:v>
                </c:pt>
                <c:pt idx="8907">
                  <c:v>2.2202099999999998</c:v>
                </c:pt>
                <c:pt idx="8908">
                  <c:v>2.22051</c:v>
                </c:pt>
                <c:pt idx="8909">
                  <c:v>2.2208199999999998</c:v>
                </c:pt>
                <c:pt idx="8910">
                  <c:v>2.22112</c:v>
                </c:pt>
                <c:pt idx="8911">
                  <c:v>2.2214299999999998</c:v>
                </c:pt>
                <c:pt idx="8912">
                  <c:v>2.22173</c:v>
                </c:pt>
                <c:pt idx="8913">
                  <c:v>2.2220399999999998</c:v>
                </c:pt>
                <c:pt idx="8914">
                  <c:v>2.22234</c:v>
                </c:pt>
                <c:pt idx="8915">
                  <c:v>2.2226499999999998</c:v>
                </c:pt>
                <c:pt idx="8916">
                  <c:v>2.22295</c:v>
                </c:pt>
                <c:pt idx="8917">
                  <c:v>2.2232599999999998</c:v>
                </c:pt>
                <c:pt idx="8918">
                  <c:v>2.22357</c:v>
                </c:pt>
                <c:pt idx="8919">
                  <c:v>2.2238699999999998</c:v>
                </c:pt>
                <c:pt idx="8920">
                  <c:v>2.22418</c:v>
                </c:pt>
                <c:pt idx="8921">
                  <c:v>2.2244799999999998</c:v>
                </c:pt>
                <c:pt idx="8922">
                  <c:v>2.22479</c:v>
                </c:pt>
                <c:pt idx="8923">
                  <c:v>2.2250899999999998</c:v>
                </c:pt>
                <c:pt idx="8924">
                  <c:v>2.2254</c:v>
                </c:pt>
                <c:pt idx="8925">
                  <c:v>2.2256999999999998</c:v>
                </c:pt>
                <c:pt idx="8926">
                  <c:v>2.22601</c:v>
                </c:pt>
                <c:pt idx="8927">
                  <c:v>2.2263099999999998</c:v>
                </c:pt>
                <c:pt idx="8928">
                  <c:v>2.22662</c:v>
                </c:pt>
                <c:pt idx="8929">
                  <c:v>2.2269199999999998</c:v>
                </c:pt>
                <c:pt idx="8930">
                  <c:v>2.22723</c:v>
                </c:pt>
                <c:pt idx="8931">
                  <c:v>2.2275399999999999</c:v>
                </c:pt>
                <c:pt idx="8932">
                  <c:v>2.22784</c:v>
                </c:pt>
                <c:pt idx="8933">
                  <c:v>2.2281499999999999</c:v>
                </c:pt>
                <c:pt idx="8934">
                  <c:v>2.22845</c:v>
                </c:pt>
                <c:pt idx="8935">
                  <c:v>2.2287599999999999</c:v>
                </c:pt>
                <c:pt idx="8936">
                  <c:v>2.22906</c:v>
                </c:pt>
                <c:pt idx="8937">
                  <c:v>2.2293699999999999</c:v>
                </c:pt>
                <c:pt idx="8938">
                  <c:v>2.22967</c:v>
                </c:pt>
                <c:pt idx="8939">
                  <c:v>2.2299799999999999</c:v>
                </c:pt>
                <c:pt idx="8940">
                  <c:v>2.23028</c:v>
                </c:pt>
                <c:pt idx="8941">
                  <c:v>2.2305899999999999</c:v>
                </c:pt>
                <c:pt idx="8942">
                  <c:v>2.2309000000000001</c:v>
                </c:pt>
                <c:pt idx="8943">
                  <c:v>2.2311999999999999</c:v>
                </c:pt>
                <c:pt idx="8944">
                  <c:v>2.2315100000000001</c:v>
                </c:pt>
                <c:pt idx="8945">
                  <c:v>2.2318099999999998</c:v>
                </c:pt>
                <c:pt idx="8946">
                  <c:v>2.2321200000000001</c:v>
                </c:pt>
                <c:pt idx="8947">
                  <c:v>2.2324199999999998</c:v>
                </c:pt>
                <c:pt idx="8948">
                  <c:v>2.2327300000000001</c:v>
                </c:pt>
                <c:pt idx="8949">
                  <c:v>2.2330299999999998</c:v>
                </c:pt>
                <c:pt idx="8950">
                  <c:v>2.2333400000000001</c:v>
                </c:pt>
                <c:pt idx="8951">
                  <c:v>2.2336399999999998</c:v>
                </c:pt>
                <c:pt idx="8952">
                  <c:v>2.2339500000000001</c:v>
                </c:pt>
                <c:pt idx="8953">
                  <c:v>2.2342499999999998</c:v>
                </c:pt>
                <c:pt idx="8954">
                  <c:v>2.2345600000000001</c:v>
                </c:pt>
                <c:pt idx="8955">
                  <c:v>2.2348699999999999</c:v>
                </c:pt>
                <c:pt idx="8956">
                  <c:v>2.2351700000000001</c:v>
                </c:pt>
                <c:pt idx="8957">
                  <c:v>2.2354799999999999</c:v>
                </c:pt>
                <c:pt idx="8958">
                  <c:v>2.2357800000000001</c:v>
                </c:pt>
                <c:pt idx="8959">
                  <c:v>2.2360899999999999</c:v>
                </c:pt>
                <c:pt idx="8960">
                  <c:v>2.2363900000000001</c:v>
                </c:pt>
                <c:pt idx="8961">
                  <c:v>2.2366999999999999</c:v>
                </c:pt>
                <c:pt idx="8962">
                  <c:v>2.2370000000000001</c:v>
                </c:pt>
                <c:pt idx="8963">
                  <c:v>2.2373099999999999</c:v>
                </c:pt>
                <c:pt idx="8964">
                  <c:v>2.2376100000000001</c:v>
                </c:pt>
                <c:pt idx="8965">
                  <c:v>2.2379199999999999</c:v>
                </c:pt>
                <c:pt idx="8966">
                  <c:v>2.2382200000000001</c:v>
                </c:pt>
                <c:pt idx="8967">
                  <c:v>2.2385299999999999</c:v>
                </c:pt>
                <c:pt idx="8968">
                  <c:v>2.2388400000000002</c:v>
                </c:pt>
                <c:pt idx="8969">
                  <c:v>2.2391399999999999</c:v>
                </c:pt>
                <c:pt idx="8970">
                  <c:v>2.2394500000000002</c:v>
                </c:pt>
                <c:pt idx="8971">
                  <c:v>2.2397499999999999</c:v>
                </c:pt>
                <c:pt idx="8972">
                  <c:v>2.2400600000000002</c:v>
                </c:pt>
                <c:pt idx="8973">
                  <c:v>2.2403599999999999</c:v>
                </c:pt>
                <c:pt idx="8974">
                  <c:v>2.2406700000000002</c:v>
                </c:pt>
                <c:pt idx="8975">
                  <c:v>2.2409699999999999</c:v>
                </c:pt>
                <c:pt idx="8976">
                  <c:v>2.2412800000000002</c:v>
                </c:pt>
                <c:pt idx="8977">
                  <c:v>2.2415799999999999</c:v>
                </c:pt>
                <c:pt idx="8978">
                  <c:v>2.2418900000000002</c:v>
                </c:pt>
                <c:pt idx="8979">
                  <c:v>2.2421899999999999</c:v>
                </c:pt>
                <c:pt idx="8980">
                  <c:v>2.2425000000000002</c:v>
                </c:pt>
                <c:pt idx="8981">
                  <c:v>2.24281</c:v>
                </c:pt>
                <c:pt idx="8982">
                  <c:v>2.2431100000000002</c:v>
                </c:pt>
                <c:pt idx="8983">
                  <c:v>2.24342</c:v>
                </c:pt>
                <c:pt idx="8984">
                  <c:v>2.2437200000000002</c:v>
                </c:pt>
                <c:pt idx="8985">
                  <c:v>2.24403</c:v>
                </c:pt>
                <c:pt idx="8986">
                  <c:v>2.2443300000000002</c:v>
                </c:pt>
                <c:pt idx="8987">
                  <c:v>2.24464</c:v>
                </c:pt>
                <c:pt idx="8988">
                  <c:v>2.2449400000000002</c:v>
                </c:pt>
                <c:pt idx="8989">
                  <c:v>2.24525</c:v>
                </c:pt>
                <c:pt idx="8990">
                  <c:v>2.2455500000000002</c:v>
                </c:pt>
                <c:pt idx="8991">
                  <c:v>2.24586</c:v>
                </c:pt>
                <c:pt idx="8992">
                  <c:v>2.2461600000000002</c:v>
                </c:pt>
                <c:pt idx="8993">
                  <c:v>2.24647</c:v>
                </c:pt>
                <c:pt idx="8994">
                  <c:v>2.2467800000000002</c:v>
                </c:pt>
                <c:pt idx="8995">
                  <c:v>2.24708</c:v>
                </c:pt>
                <c:pt idx="8996">
                  <c:v>2.2473900000000002</c:v>
                </c:pt>
                <c:pt idx="8997">
                  <c:v>2.24769</c:v>
                </c:pt>
                <c:pt idx="8998">
                  <c:v>2.2480000000000002</c:v>
                </c:pt>
                <c:pt idx="8999">
                  <c:v>2.2483</c:v>
                </c:pt>
                <c:pt idx="9000">
                  <c:v>2.2486100000000002</c:v>
                </c:pt>
                <c:pt idx="9001">
                  <c:v>2.24891</c:v>
                </c:pt>
                <c:pt idx="9002">
                  <c:v>2.2492200000000002</c:v>
                </c:pt>
                <c:pt idx="9003">
                  <c:v>2.24952</c:v>
                </c:pt>
                <c:pt idx="9004">
                  <c:v>2.2498300000000002</c:v>
                </c:pt>
                <c:pt idx="9005">
                  <c:v>2.25014</c:v>
                </c:pt>
                <c:pt idx="9006">
                  <c:v>2.2504400000000002</c:v>
                </c:pt>
                <c:pt idx="9007">
                  <c:v>2.25075</c:v>
                </c:pt>
                <c:pt idx="9008">
                  <c:v>2.2510500000000002</c:v>
                </c:pt>
                <c:pt idx="9009">
                  <c:v>2.25136</c:v>
                </c:pt>
                <c:pt idx="9010">
                  <c:v>2.2516600000000002</c:v>
                </c:pt>
                <c:pt idx="9011">
                  <c:v>2.25197</c:v>
                </c:pt>
                <c:pt idx="9012">
                  <c:v>2.2522700000000002</c:v>
                </c:pt>
                <c:pt idx="9013">
                  <c:v>2.25258</c:v>
                </c:pt>
                <c:pt idx="9014">
                  <c:v>2.2528800000000002</c:v>
                </c:pt>
                <c:pt idx="9015">
                  <c:v>2.25319</c:v>
                </c:pt>
                <c:pt idx="9016">
                  <c:v>2.2534900000000002</c:v>
                </c:pt>
                <c:pt idx="9017">
                  <c:v>2.2538</c:v>
                </c:pt>
                <c:pt idx="9018">
                  <c:v>2.2541099999999998</c:v>
                </c:pt>
                <c:pt idx="9019">
                  <c:v>2.25441</c:v>
                </c:pt>
                <c:pt idx="9020">
                  <c:v>2.2547199999999998</c:v>
                </c:pt>
                <c:pt idx="9021">
                  <c:v>2.25502</c:v>
                </c:pt>
                <c:pt idx="9022">
                  <c:v>2.2553299999999998</c:v>
                </c:pt>
                <c:pt idx="9023">
                  <c:v>2.25563</c:v>
                </c:pt>
                <c:pt idx="9024">
                  <c:v>2.2559399999999998</c:v>
                </c:pt>
                <c:pt idx="9025">
                  <c:v>2.25624</c:v>
                </c:pt>
                <c:pt idx="9026">
                  <c:v>2.2565499999999998</c:v>
                </c:pt>
                <c:pt idx="9027">
                  <c:v>2.25685</c:v>
                </c:pt>
                <c:pt idx="9028">
                  <c:v>2.2571599999999998</c:v>
                </c:pt>
                <c:pt idx="9029">
                  <c:v>2.25746</c:v>
                </c:pt>
                <c:pt idx="9030">
                  <c:v>2.2577699999999998</c:v>
                </c:pt>
                <c:pt idx="9031">
                  <c:v>2.2580800000000001</c:v>
                </c:pt>
                <c:pt idx="9032">
                  <c:v>2.2583799999999998</c:v>
                </c:pt>
                <c:pt idx="9033">
                  <c:v>2.2586900000000001</c:v>
                </c:pt>
                <c:pt idx="9034">
                  <c:v>2.2589899999999998</c:v>
                </c:pt>
                <c:pt idx="9035">
                  <c:v>2.2593000000000001</c:v>
                </c:pt>
                <c:pt idx="9036">
                  <c:v>2.2595999999999998</c:v>
                </c:pt>
                <c:pt idx="9037">
                  <c:v>2.2599100000000001</c:v>
                </c:pt>
                <c:pt idx="9038">
                  <c:v>2.2602099999999998</c:v>
                </c:pt>
                <c:pt idx="9039">
                  <c:v>2.2605200000000001</c:v>
                </c:pt>
                <c:pt idx="9040">
                  <c:v>2.2608199999999998</c:v>
                </c:pt>
                <c:pt idx="9041">
                  <c:v>2.2611300000000001</c:v>
                </c:pt>
                <c:pt idx="9042">
                  <c:v>2.2614299999999998</c:v>
                </c:pt>
                <c:pt idx="9043">
                  <c:v>2.2617400000000001</c:v>
                </c:pt>
                <c:pt idx="9044">
                  <c:v>2.2620499999999999</c:v>
                </c:pt>
                <c:pt idx="9045">
                  <c:v>2.2623500000000001</c:v>
                </c:pt>
                <c:pt idx="9046">
                  <c:v>2.2626599999999999</c:v>
                </c:pt>
                <c:pt idx="9047">
                  <c:v>2.2629600000000001</c:v>
                </c:pt>
                <c:pt idx="9048">
                  <c:v>2.2632699999999999</c:v>
                </c:pt>
                <c:pt idx="9049">
                  <c:v>2.2635700000000001</c:v>
                </c:pt>
                <c:pt idx="9050">
                  <c:v>2.2638799999999999</c:v>
                </c:pt>
                <c:pt idx="9051">
                  <c:v>2.2641800000000001</c:v>
                </c:pt>
                <c:pt idx="9052">
                  <c:v>2.2644899999999999</c:v>
                </c:pt>
                <c:pt idx="9053">
                  <c:v>2.2647900000000001</c:v>
                </c:pt>
                <c:pt idx="9054">
                  <c:v>2.2650999999999999</c:v>
                </c:pt>
                <c:pt idx="9055">
                  <c:v>2.2654000000000001</c:v>
                </c:pt>
                <c:pt idx="9056">
                  <c:v>2.2657099999999999</c:v>
                </c:pt>
                <c:pt idx="9057">
                  <c:v>2.2660200000000001</c:v>
                </c:pt>
                <c:pt idx="9058">
                  <c:v>2.2663199999999999</c:v>
                </c:pt>
                <c:pt idx="9059">
                  <c:v>2.2666300000000001</c:v>
                </c:pt>
                <c:pt idx="9060">
                  <c:v>2.2669299999999999</c:v>
                </c:pt>
                <c:pt idx="9061">
                  <c:v>2.2672400000000001</c:v>
                </c:pt>
                <c:pt idx="9062">
                  <c:v>2.2675399999999999</c:v>
                </c:pt>
                <c:pt idx="9063">
                  <c:v>2.2678500000000001</c:v>
                </c:pt>
                <c:pt idx="9064">
                  <c:v>2.2681499999999999</c:v>
                </c:pt>
                <c:pt idx="9065">
                  <c:v>2.2684600000000001</c:v>
                </c:pt>
                <c:pt idx="9066">
                  <c:v>2.2687599999999999</c:v>
                </c:pt>
                <c:pt idx="9067">
                  <c:v>2.2690700000000001</c:v>
                </c:pt>
                <c:pt idx="9068">
                  <c:v>2.26938</c:v>
                </c:pt>
                <c:pt idx="9069">
                  <c:v>2.2696800000000001</c:v>
                </c:pt>
                <c:pt idx="9070">
                  <c:v>2.26999</c:v>
                </c:pt>
                <c:pt idx="9071">
                  <c:v>2.2702900000000001</c:v>
                </c:pt>
                <c:pt idx="9072">
                  <c:v>2.2706</c:v>
                </c:pt>
                <c:pt idx="9073">
                  <c:v>2.2709000000000001</c:v>
                </c:pt>
                <c:pt idx="9074">
                  <c:v>2.27121</c:v>
                </c:pt>
                <c:pt idx="9075">
                  <c:v>2.2715100000000001</c:v>
                </c:pt>
                <c:pt idx="9076">
                  <c:v>2.27182</c:v>
                </c:pt>
                <c:pt idx="9077">
                  <c:v>2.2721200000000001</c:v>
                </c:pt>
                <c:pt idx="9078">
                  <c:v>2.2724299999999999</c:v>
                </c:pt>
                <c:pt idx="9079">
                  <c:v>2.2727300000000001</c:v>
                </c:pt>
                <c:pt idx="9080">
                  <c:v>2.2730399999999999</c:v>
                </c:pt>
                <c:pt idx="9081">
                  <c:v>2.2733500000000002</c:v>
                </c:pt>
                <c:pt idx="9082">
                  <c:v>2.2736499999999999</c:v>
                </c:pt>
                <c:pt idx="9083">
                  <c:v>2.2739600000000002</c:v>
                </c:pt>
                <c:pt idx="9084">
                  <c:v>2.2742599999999999</c:v>
                </c:pt>
                <c:pt idx="9085">
                  <c:v>2.2745700000000002</c:v>
                </c:pt>
                <c:pt idx="9086">
                  <c:v>2.2748699999999999</c:v>
                </c:pt>
                <c:pt idx="9087">
                  <c:v>2.2751800000000002</c:v>
                </c:pt>
                <c:pt idx="9088">
                  <c:v>2.2754799999999999</c:v>
                </c:pt>
                <c:pt idx="9089">
                  <c:v>2.2757900000000002</c:v>
                </c:pt>
                <c:pt idx="9090">
                  <c:v>2.2760899999999999</c:v>
                </c:pt>
                <c:pt idx="9091">
                  <c:v>2.2764000000000002</c:v>
                </c:pt>
                <c:pt idx="9092">
                  <c:v>2.2766999999999999</c:v>
                </c:pt>
                <c:pt idx="9093">
                  <c:v>2.2770100000000002</c:v>
                </c:pt>
                <c:pt idx="9094">
                  <c:v>2.27732</c:v>
                </c:pt>
                <c:pt idx="9095">
                  <c:v>2.2776200000000002</c:v>
                </c:pt>
                <c:pt idx="9096">
                  <c:v>2.27793</c:v>
                </c:pt>
                <c:pt idx="9097">
                  <c:v>2.2782300000000002</c:v>
                </c:pt>
                <c:pt idx="9098">
                  <c:v>2.27854</c:v>
                </c:pt>
                <c:pt idx="9099">
                  <c:v>2.2788400000000002</c:v>
                </c:pt>
                <c:pt idx="9100">
                  <c:v>2.27915</c:v>
                </c:pt>
                <c:pt idx="9101">
                  <c:v>2.2794500000000002</c:v>
                </c:pt>
                <c:pt idx="9102">
                  <c:v>2.27976</c:v>
                </c:pt>
                <c:pt idx="9103">
                  <c:v>2.2800600000000002</c:v>
                </c:pt>
                <c:pt idx="9104">
                  <c:v>2.28037</c:v>
                </c:pt>
                <c:pt idx="9105">
                  <c:v>2.2806700000000002</c:v>
                </c:pt>
                <c:pt idx="9106">
                  <c:v>2.28098</c:v>
                </c:pt>
                <c:pt idx="9107">
                  <c:v>2.2812899999999998</c:v>
                </c:pt>
                <c:pt idx="9108">
                  <c:v>2.28159</c:v>
                </c:pt>
                <c:pt idx="9109">
                  <c:v>2.2818999999999998</c:v>
                </c:pt>
                <c:pt idx="9110">
                  <c:v>2.2822</c:v>
                </c:pt>
                <c:pt idx="9111">
                  <c:v>2.2825099999999998</c:v>
                </c:pt>
                <c:pt idx="9112">
                  <c:v>2.28281</c:v>
                </c:pt>
                <c:pt idx="9113">
                  <c:v>2.2831199999999998</c:v>
                </c:pt>
                <c:pt idx="9114">
                  <c:v>2.28342</c:v>
                </c:pt>
                <c:pt idx="9115">
                  <c:v>2.2837299999999998</c:v>
                </c:pt>
                <c:pt idx="9116">
                  <c:v>2.28403</c:v>
                </c:pt>
                <c:pt idx="9117">
                  <c:v>2.2843399999999998</c:v>
                </c:pt>
                <c:pt idx="9118">
                  <c:v>2.2846500000000001</c:v>
                </c:pt>
                <c:pt idx="9119">
                  <c:v>2.2849499999999998</c:v>
                </c:pt>
                <c:pt idx="9120">
                  <c:v>2.2852600000000001</c:v>
                </c:pt>
                <c:pt idx="9121">
                  <c:v>2.2855599999999998</c:v>
                </c:pt>
                <c:pt idx="9122">
                  <c:v>2.2858700000000001</c:v>
                </c:pt>
                <c:pt idx="9123">
                  <c:v>2.2861699999999998</c:v>
                </c:pt>
                <c:pt idx="9124">
                  <c:v>2.2864800000000001</c:v>
                </c:pt>
                <c:pt idx="9125">
                  <c:v>2.2867799999999998</c:v>
                </c:pt>
                <c:pt idx="9126">
                  <c:v>2.2870900000000001</c:v>
                </c:pt>
                <c:pt idx="9127">
                  <c:v>2.2873899999999998</c:v>
                </c:pt>
                <c:pt idx="9128">
                  <c:v>2.2877000000000001</c:v>
                </c:pt>
                <c:pt idx="9129">
                  <c:v>2.2879999999999998</c:v>
                </c:pt>
                <c:pt idx="9130">
                  <c:v>2.2883100000000001</c:v>
                </c:pt>
                <c:pt idx="9131">
                  <c:v>2.2886199999999999</c:v>
                </c:pt>
                <c:pt idx="9132">
                  <c:v>2.2889200000000001</c:v>
                </c:pt>
                <c:pt idx="9133">
                  <c:v>2.2892299999999999</c:v>
                </c:pt>
                <c:pt idx="9134">
                  <c:v>2.2895300000000001</c:v>
                </c:pt>
                <c:pt idx="9135">
                  <c:v>2.2898399999999999</c:v>
                </c:pt>
                <c:pt idx="9136">
                  <c:v>2.2901400000000001</c:v>
                </c:pt>
                <c:pt idx="9137">
                  <c:v>2.2904499999999999</c:v>
                </c:pt>
                <c:pt idx="9138">
                  <c:v>2.2907500000000001</c:v>
                </c:pt>
                <c:pt idx="9139">
                  <c:v>2.2910599999999999</c:v>
                </c:pt>
                <c:pt idx="9140">
                  <c:v>2.2913600000000001</c:v>
                </c:pt>
                <c:pt idx="9141">
                  <c:v>2.2916699999999999</c:v>
                </c:pt>
                <c:pt idx="9142">
                  <c:v>2.2919700000000001</c:v>
                </c:pt>
                <c:pt idx="9143">
                  <c:v>2.2922799999999999</c:v>
                </c:pt>
                <c:pt idx="9144">
                  <c:v>2.2925900000000001</c:v>
                </c:pt>
                <c:pt idx="9145">
                  <c:v>2.2928899999999999</c:v>
                </c:pt>
                <c:pt idx="9146">
                  <c:v>2.2932000000000001</c:v>
                </c:pt>
                <c:pt idx="9147">
                  <c:v>2.2934999999999999</c:v>
                </c:pt>
                <c:pt idx="9148">
                  <c:v>2.2938100000000001</c:v>
                </c:pt>
                <c:pt idx="9149">
                  <c:v>2.2941099999999999</c:v>
                </c:pt>
                <c:pt idx="9150">
                  <c:v>2.2944200000000001</c:v>
                </c:pt>
                <c:pt idx="9151">
                  <c:v>2.2947199999999999</c:v>
                </c:pt>
                <c:pt idx="9152">
                  <c:v>2.2950300000000001</c:v>
                </c:pt>
                <c:pt idx="9153">
                  <c:v>2.2953299999999999</c:v>
                </c:pt>
                <c:pt idx="9154">
                  <c:v>2.2956400000000001</c:v>
                </c:pt>
                <c:pt idx="9155">
                  <c:v>2.2959399999999999</c:v>
                </c:pt>
                <c:pt idx="9156">
                  <c:v>2.2962500000000001</c:v>
                </c:pt>
                <c:pt idx="9157">
                  <c:v>2.2965599999999999</c:v>
                </c:pt>
                <c:pt idx="9158">
                  <c:v>2.2968600000000001</c:v>
                </c:pt>
                <c:pt idx="9159">
                  <c:v>2.2971699999999999</c:v>
                </c:pt>
                <c:pt idx="9160">
                  <c:v>2.2974700000000001</c:v>
                </c:pt>
                <c:pt idx="9161">
                  <c:v>2.2977799999999999</c:v>
                </c:pt>
                <c:pt idx="9162">
                  <c:v>2.2980800000000001</c:v>
                </c:pt>
                <c:pt idx="9163">
                  <c:v>2.2983899999999999</c:v>
                </c:pt>
                <c:pt idx="9164">
                  <c:v>2.2986900000000001</c:v>
                </c:pt>
                <c:pt idx="9165">
                  <c:v>2.2989999999999999</c:v>
                </c:pt>
                <c:pt idx="9166">
                  <c:v>2.2993000000000001</c:v>
                </c:pt>
                <c:pt idx="9167">
                  <c:v>2.2996099999999999</c:v>
                </c:pt>
                <c:pt idx="9168">
                  <c:v>2.2999100000000001</c:v>
                </c:pt>
                <c:pt idx="9169">
                  <c:v>2.3002199999999999</c:v>
                </c:pt>
                <c:pt idx="9170">
                  <c:v>2.3005300000000002</c:v>
                </c:pt>
                <c:pt idx="9171">
                  <c:v>2.3008299999999999</c:v>
                </c:pt>
                <c:pt idx="9172">
                  <c:v>2.3011400000000002</c:v>
                </c:pt>
                <c:pt idx="9173">
                  <c:v>2.3014399999999999</c:v>
                </c:pt>
                <c:pt idx="9174">
                  <c:v>2.3017500000000002</c:v>
                </c:pt>
                <c:pt idx="9175">
                  <c:v>2.3020499999999999</c:v>
                </c:pt>
                <c:pt idx="9176">
                  <c:v>2.3023600000000002</c:v>
                </c:pt>
                <c:pt idx="9177">
                  <c:v>2.3026599999999999</c:v>
                </c:pt>
                <c:pt idx="9178">
                  <c:v>2.3029700000000002</c:v>
                </c:pt>
                <c:pt idx="9179">
                  <c:v>2.3032699999999999</c:v>
                </c:pt>
                <c:pt idx="9180">
                  <c:v>2.3035800000000002</c:v>
                </c:pt>
                <c:pt idx="9181">
                  <c:v>2.30389</c:v>
                </c:pt>
                <c:pt idx="9182">
                  <c:v>2.3041900000000002</c:v>
                </c:pt>
                <c:pt idx="9183">
                  <c:v>2.3045</c:v>
                </c:pt>
                <c:pt idx="9184">
                  <c:v>2.3048000000000002</c:v>
                </c:pt>
                <c:pt idx="9185">
                  <c:v>2.30511</c:v>
                </c:pt>
                <c:pt idx="9186">
                  <c:v>2.3054100000000002</c:v>
                </c:pt>
                <c:pt idx="9187">
                  <c:v>2.30572</c:v>
                </c:pt>
                <c:pt idx="9188">
                  <c:v>2.3060200000000002</c:v>
                </c:pt>
                <c:pt idx="9189">
                  <c:v>2.30633</c:v>
                </c:pt>
                <c:pt idx="9190">
                  <c:v>2.3066300000000002</c:v>
                </c:pt>
                <c:pt idx="9191">
                  <c:v>2.30694</c:v>
                </c:pt>
                <c:pt idx="9192">
                  <c:v>2.3072400000000002</c:v>
                </c:pt>
                <c:pt idx="9193">
                  <c:v>2.30755</c:v>
                </c:pt>
                <c:pt idx="9194">
                  <c:v>2.3078599999999998</c:v>
                </c:pt>
                <c:pt idx="9195">
                  <c:v>2.30816</c:v>
                </c:pt>
                <c:pt idx="9196">
                  <c:v>2.3084699999999998</c:v>
                </c:pt>
                <c:pt idx="9197">
                  <c:v>2.30877</c:v>
                </c:pt>
                <c:pt idx="9198">
                  <c:v>2.3090799999999998</c:v>
                </c:pt>
                <c:pt idx="9199">
                  <c:v>2.30938</c:v>
                </c:pt>
                <c:pt idx="9200">
                  <c:v>2.3096899999999998</c:v>
                </c:pt>
                <c:pt idx="9201">
                  <c:v>2.30999</c:v>
                </c:pt>
                <c:pt idx="9202">
                  <c:v>2.3102999999999998</c:v>
                </c:pt>
                <c:pt idx="9203">
                  <c:v>2.3106</c:v>
                </c:pt>
                <c:pt idx="9204">
                  <c:v>2.3109099999999998</c:v>
                </c:pt>
                <c:pt idx="9205">
                  <c:v>2.31121</c:v>
                </c:pt>
                <c:pt idx="9206">
                  <c:v>2.3115199999999998</c:v>
                </c:pt>
                <c:pt idx="9207">
                  <c:v>2.3118300000000001</c:v>
                </c:pt>
                <c:pt idx="9208">
                  <c:v>2.3121299999999998</c:v>
                </c:pt>
                <c:pt idx="9209">
                  <c:v>2.3124400000000001</c:v>
                </c:pt>
                <c:pt idx="9210">
                  <c:v>2.3127399999999998</c:v>
                </c:pt>
                <c:pt idx="9211">
                  <c:v>2.3130500000000001</c:v>
                </c:pt>
                <c:pt idx="9212">
                  <c:v>2.3133499999999998</c:v>
                </c:pt>
                <c:pt idx="9213">
                  <c:v>2.31366</c:v>
                </c:pt>
                <c:pt idx="9214">
                  <c:v>2.3139599999999998</c:v>
                </c:pt>
                <c:pt idx="9215">
                  <c:v>2.31427</c:v>
                </c:pt>
                <c:pt idx="9216">
                  <c:v>2.3145699999999998</c:v>
                </c:pt>
                <c:pt idx="9217">
                  <c:v>2.31488</c:v>
                </c:pt>
                <c:pt idx="9218">
                  <c:v>2.3151799999999998</c:v>
                </c:pt>
                <c:pt idx="9219">
                  <c:v>2.31549</c:v>
                </c:pt>
                <c:pt idx="9220">
                  <c:v>2.3157999999999999</c:v>
                </c:pt>
                <c:pt idx="9221">
                  <c:v>2.3161</c:v>
                </c:pt>
                <c:pt idx="9222">
                  <c:v>2.3164099999999999</c:v>
                </c:pt>
                <c:pt idx="9223">
                  <c:v>2.31671</c:v>
                </c:pt>
                <c:pt idx="9224">
                  <c:v>2.3170199999999999</c:v>
                </c:pt>
                <c:pt idx="9225">
                  <c:v>2.31732</c:v>
                </c:pt>
                <c:pt idx="9226">
                  <c:v>2.3176299999999999</c:v>
                </c:pt>
                <c:pt idx="9227">
                  <c:v>2.31793</c:v>
                </c:pt>
                <c:pt idx="9228">
                  <c:v>2.3182399999999999</c:v>
                </c:pt>
                <c:pt idx="9229">
                  <c:v>2.31854</c:v>
                </c:pt>
                <c:pt idx="9230">
                  <c:v>2.3188499999999999</c:v>
                </c:pt>
                <c:pt idx="9231">
                  <c:v>2.31915</c:v>
                </c:pt>
                <c:pt idx="9232">
                  <c:v>2.3194599999999999</c:v>
                </c:pt>
                <c:pt idx="9233">
                  <c:v>2.3197700000000001</c:v>
                </c:pt>
                <c:pt idx="9234">
                  <c:v>2.3200699999999999</c:v>
                </c:pt>
                <c:pt idx="9235">
                  <c:v>2.3203800000000001</c:v>
                </c:pt>
                <c:pt idx="9236">
                  <c:v>2.3206799999999999</c:v>
                </c:pt>
                <c:pt idx="9237">
                  <c:v>2.3209900000000001</c:v>
                </c:pt>
                <c:pt idx="9238">
                  <c:v>2.3212899999999999</c:v>
                </c:pt>
                <c:pt idx="9239">
                  <c:v>2.3216000000000001</c:v>
                </c:pt>
                <c:pt idx="9240">
                  <c:v>2.3218999999999999</c:v>
                </c:pt>
                <c:pt idx="9241">
                  <c:v>2.3222100000000001</c:v>
                </c:pt>
                <c:pt idx="9242">
                  <c:v>2.3225099999999999</c:v>
                </c:pt>
                <c:pt idx="9243">
                  <c:v>2.3228200000000001</c:v>
                </c:pt>
                <c:pt idx="9244">
                  <c:v>2.3231299999999999</c:v>
                </c:pt>
                <c:pt idx="9245">
                  <c:v>2.3234300000000001</c:v>
                </c:pt>
                <c:pt idx="9246">
                  <c:v>2.3237399999999999</c:v>
                </c:pt>
                <c:pt idx="9247">
                  <c:v>2.3240400000000001</c:v>
                </c:pt>
                <c:pt idx="9248">
                  <c:v>2.3243499999999999</c:v>
                </c:pt>
                <c:pt idx="9249">
                  <c:v>2.3246500000000001</c:v>
                </c:pt>
                <c:pt idx="9250">
                  <c:v>2.3249599999999999</c:v>
                </c:pt>
                <c:pt idx="9251">
                  <c:v>2.3252600000000001</c:v>
                </c:pt>
                <c:pt idx="9252">
                  <c:v>2.3255699999999999</c:v>
                </c:pt>
                <c:pt idx="9253">
                  <c:v>2.3258700000000001</c:v>
                </c:pt>
                <c:pt idx="9254">
                  <c:v>2.3261799999999999</c:v>
                </c:pt>
                <c:pt idx="9255">
                  <c:v>2.3264800000000001</c:v>
                </c:pt>
                <c:pt idx="9256">
                  <c:v>2.3267899999999999</c:v>
                </c:pt>
                <c:pt idx="9257">
                  <c:v>2.3271000000000002</c:v>
                </c:pt>
                <c:pt idx="9258">
                  <c:v>2.3273999999999999</c:v>
                </c:pt>
                <c:pt idx="9259">
                  <c:v>2.3277100000000002</c:v>
                </c:pt>
                <c:pt idx="9260">
                  <c:v>2.3280099999999999</c:v>
                </c:pt>
                <c:pt idx="9261">
                  <c:v>2.3283200000000002</c:v>
                </c:pt>
                <c:pt idx="9262">
                  <c:v>2.3286199999999999</c:v>
                </c:pt>
                <c:pt idx="9263">
                  <c:v>2.3289300000000002</c:v>
                </c:pt>
                <c:pt idx="9264">
                  <c:v>2.3292299999999999</c:v>
                </c:pt>
                <c:pt idx="9265">
                  <c:v>2.3295400000000002</c:v>
                </c:pt>
                <c:pt idx="9266">
                  <c:v>2.3298399999999999</c:v>
                </c:pt>
                <c:pt idx="9267">
                  <c:v>2.3301500000000002</c:v>
                </c:pt>
                <c:pt idx="9268">
                  <c:v>2.3304499999999999</c:v>
                </c:pt>
                <c:pt idx="9269">
                  <c:v>2.3307600000000002</c:v>
                </c:pt>
                <c:pt idx="9270">
                  <c:v>2.33107</c:v>
                </c:pt>
                <c:pt idx="9271">
                  <c:v>2.3313700000000002</c:v>
                </c:pt>
                <c:pt idx="9272">
                  <c:v>2.33168</c:v>
                </c:pt>
                <c:pt idx="9273">
                  <c:v>2.3319800000000002</c:v>
                </c:pt>
                <c:pt idx="9274">
                  <c:v>2.33229</c:v>
                </c:pt>
                <c:pt idx="9275">
                  <c:v>2.3325900000000002</c:v>
                </c:pt>
                <c:pt idx="9276">
                  <c:v>2.3329</c:v>
                </c:pt>
                <c:pt idx="9277">
                  <c:v>2.3332000000000002</c:v>
                </c:pt>
                <c:pt idx="9278">
                  <c:v>2.33351</c:v>
                </c:pt>
                <c:pt idx="9279">
                  <c:v>2.3338100000000002</c:v>
                </c:pt>
                <c:pt idx="9280">
                  <c:v>2.33412</c:v>
                </c:pt>
                <c:pt idx="9281">
                  <c:v>2.3344200000000002</c:v>
                </c:pt>
                <c:pt idx="9282">
                  <c:v>2.33473</c:v>
                </c:pt>
                <c:pt idx="9283">
                  <c:v>2.3350399999999998</c:v>
                </c:pt>
                <c:pt idx="9284">
                  <c:v>2.33534</c:v>
                </c:pt>
                <c:pt idx="9285">
                  <c:v>2.3356499999999998</c:v>
                </c:pt>
                <c:pt idx="9286">
                  <c:v>2.33595</c:v>
                </c:pt>
                <c:pt idx="9287">
                  <c:v>2.3362599999999998</c:v>
                </c:pt>
                <c:pt idx="9288">
                  <c:v>2.33656</c:v>
                </c:pt>
                <c:pt idx="9289">
                  <c:v>2.3368699999999998</c:v>
                </c:pt>
                <c:pt idx="9290">
                  <c:v>2.33717</c:v>
                </c:pt>
                <c:pt idx="9291">
                  <c:v>2.3374799999999998</c:v>
                </c:pt>
                <c:pt idx="9292">
                  <c:v>2.33778</c:v>
                </c:pt>
                <c:pt idx="9293">
                  <c:v>2.3380899999999998</c:v>
                </c:pt>
                <c:pt idx="9294">
                  <c:v>2.33839</c:v>
                </c:pt>
                <c:pt idx="9295">
                  <c:v>2.3386999999999998</c:v>
                </c:pt>
                <c:pt idx="9296">
                  <c:v>2.33901</c:v>
                </c:pt>
                <c:pt idx="9297">
                  <c:v>2.3393099999999998</c:v>
                </c:pt>
                <c:pt idx="9298">
                  <c:v>2.33962</c:v>
                </c:pt>
                <c:pt idx="9299">
                  <c:v>2.3399200000000002</c:v>
                </c:pt>
                <c:pt idx="9300">
                  <c:v>2.34023</c:v>
                </c:pt>
                <c:pt idx="9301">
                  <c:v>2.3405300000000002</c:v>
                </c:pt>
                <c:pt idx="9302">
                  <c:v>2.34084</c:v>
                </c:pt>
                <c:pt idx="9303">
                  <c:v>2.3411400000000002</c:v>
                </c:pt>
                <c:pt idx="9304">
                  <c:v>2.34145</c:v>
                </c:pt>
                <c:pt idx="9305">
                  <c:v>2.3417500000000002</c:v>
                </c:pt>
                <c:pt idx="9306">
                  <c:v>2.34206</c:v>
                </c:pt>
                <c:pt idx="9307">
                  <c:v>2.3423699999999998</c:v>
                </c:pt>
                <c:pt idx="9308">
                  <c:v>2.34267</c:v>
                </c:pt>
                <c:pt idx="9309">
                  <c:v>2.3429799999999998</c:v>
                </c:pt>
                <c:pt idx="9310">
                  <c:v>2.34328</c:v>
                </c:pt>
                <c:pt idx="9311">
                  <c:v>2.3435899999999998</c:v>
                </c:pt>
                <c:pt idx="9312">
                  <c:v>2.34389</c:v>
                </c:pt>
                <c:pt idx="9313">
                  <c:v>2.3441999999999998</c:v>
                </c:pt>
                <c:pt idx="9314">
                  <c:v>2.3445</c:v>
                </c:pt>
                <c:pt idx="9315">
                  <c:v>2.3448099999999998</c:v>
                </c:pt>
                <c:pt idx="9316">
                  <c:v>2.34511</c:v>
                </c:pt>
                <c:pt idx="9317">
                  <c:v>2.3454199999999998</c:v>
                </c:pt>
                <c:pt idx="9318">
                  <c:v>2.34572</c:v>
                </c:pt>
                <c:pt idx="9319">
                  <c:v>2.3460299999999998</c:v>
                </c:pt>
                <c:pt idx="9320">
                  <c:v>2.3463400000000001</c:v>
                </c:pt>
                <c:pt idx="9321">
                  <c:v>2.3466399999999998</c:v>
                </c:pt>
                <c:pt idx="9322">
                  <c:v>2.3469500000000001</c:v>
                </c:pt>
                <c:pt idx="9323">
                  <c:v>2.3472499999999998</c:v>
                </c:pt>
                <c:pt idx="9324">
                  <c:v>2.3475600000000001</c:v>
                </c:pt>
                <c:pt idx="9325">
                  <c:v>2.3478599999999998</c:v>
                </c:pt>
                <c:pt idx="9326">
                  <c:v>2.3481700000000001</c:v>
                </c:pt>
                <c:pt idx="9327">
                  <c:v>2.3484699999999998</c:v>
                </c:pt>
                <c:pt idx="9328">
                  <c:v>2.3487800000000001</c:v>
                </c:pt>
                <c:pt idx="9329">
                  <c:v>2.3490799999999998</c:v>
                </c:pt>
                <c:pt idx="9330">
                  <c:v>2.3493900000000001</c:v>
                </c:pt>
                <c:pt idx="9331">
                  <c:v>2.3496899999999998</c:v>
                </c:pt>
                <c:pt idx="9332">
                  <c:v>2.35</c:v>
                </c:pt>
                <c:pt idx="9333">
                  <c:v>2.3503099999999999</c:v>
                </c:pt>
                <c:pt idx="9334">
                  <c:v>2.3506100000000001</c:v>
                </c:pt>
                <c:pt idx="9335">
                  <c:v>2.3509199999999999</c:v>
                </c:pt>
                <c:pt idx="9336">
                  <c:v>2.3512200000000001</c:v>
                </c:pt>
                <c:pt idx="9337">
                  <c:v>2.3515299999999999</c:v>
                </c:pt>
                <c:pt idx="9338">
                  <c:v>2.3518300000000001</c:v>
                </c:pt>
                <c:pt idx="9339">
                  <c:v>2.3521399999999999</c:v>
                </c:pt>
                <c:pt idx="9340">
                  <c:v>2.3524400000000001</c:v>
                </c:pt>
                <c:pt idx="9341">
                  <c:v>2.3527499999999999</c:v>
                </c:pt>
                <c:pt idx="9342">
                  <c:v>2.3530500000000001</c:v>
                </c:pt>
                <c:pt idx="9343">
                  <c:v>2.3533599999999999</c:v>
                </c:pt>
                <c:pt idx="9344">
                  <c:v>2.3536600000000001</c:v>
                </c:pt>
                <c:pt idx="9345">
                  <c:v>2.3539699999999999</c:v>
                </c:pt>
                <c:pt idx="9346">
                  <c:v>2.3542800000000002</c:v>
                </c:pt>
                <c:pt idx="9347">
                  <c:v>2.3545799999999999</c:v>
                </c:pt>
                <c:pt idx="9348">
                  <c:v>2.3548900000000001</c:v>
                </c:pt>
                <c:pt idx="9349">
                  <c:v>2.3551899999999999</c:v>
                </c:pt>
                <c:pt idx="9350">
                  <c:v>2.3555000000000001</c:v>
                </c:pt>
                <c:pt idx="9351">
                  <c:v>2.3557999999999999</c:v>
                </c:pt>
                <c:pt idx="9352">
                  <c:v>2.3561100000000001</c:v>
                </c:pt>
                <c:pt idx="9353">
                  <c:v>2.3564099999999999</c:v>
                </c:pt>
                <c:pt idx="9354">
                  <c:v>2.3567200000000001</c:v>
                </c:pt>
                <c:pt idx="9355">
                  <c:v>2.3570199999999999</c:v>
                </c:pt>
                <c:pt idx="9356">
                  <c:v>2.3573300000000001</c:v>
                </c:pt>
                <c:pt idx="9357">
                  <c:v>2.35764</c:v>
                </c:pt>
                <c:pt idx="9358">
                  <c:v>2.3579400000000001</c:v>
                </c:pt>
                <c:pt idx="9359">
                  <c:v>2.35825</c:v>
                </c:pt>
                <c:pt idx="9360">
                  <c:v>2.3585500000000001</c:v>
                </c:pt>
                <c:pt idx="9361">
                  <c:v>2.35886</c:v>
                </c:pt>
                <c:pt idx="9362">
                  <c:v>2.3591600000000001</c:v>
                </c:pt>
                <c:pt idx="9363">
                  <c:v>2.35947</c:v>
                </c:pt>
                <c:pt idx="9364">
                  <c:v>2.3597700000000001</c:v>
                </c:pt>
                <c:pt idx="9365">
                  <c:v>2.36008</c:v>
                </c:pt>
                <c:pt idx="9366">
                  <c:v>2.3603800000000001</c:v>
                </c:pt>
                <c:pt idx="9367">
                  <c:v>2.36069</c:v>
                </c:pt>
                <c:pt idx="9368">
                  <c:v>2.3609900000000001</c:v>
                </c:pt>
                <c:pt idx="9369">
                  <c:v>2.3613</c:v>
                </c:pt>
                <c:pt idx="9370">
                  <c:v>2.3616100000000002</c:v>
                </c:pt>
                <c:pt idx="9371">
                  <c:v>2.36191</c:v>
                </c:pt>
                <c:pt idx="9372">
                  <c:v>2.3622200000000002</c:v>
                </c:pt>
                <c:pt idx="9373">
                  <c:v>2.36252</c:v>
                </c:pt>
                <c:pt idx="9374">
                  <c:v>2.3628300000000002</c:v>
                </c:pt>
                <c:pt idx="9375">
                  <c:v>2.36313</c:v>
                </c:pt>
                <c:pt idx="9376">
                  <c:v>2.3634400000000002</c:v>
                </c:pt>
                <c:pt idx="9377">
                  <c:v>2.36374</c:v>
                </c:pt>
                <c:pt idx="9378">
                  <c:v>2.3640500000000002</c:v>
                </c:pt>
                <c:pt idx="9379">
                  <c:v>2.36435</c:v>
                </c:pt>
                <c:pt idx="9380">
                  <c:v>2.3646600000000002</c:v>
                </c:pt>
                <c:pt idx="9381">
                  <c:v>2.36496</c:v>
                </c:pt>
                <c:pt idx="9382">
                  <c:v>2.3652700000000002</c:v>
                </c:pt>
                <c:pt idx="9383">
                  <c:v>2.36558</c:v>
                </c:pt>
                <c:pt idx="9384">
                  <c:v>2.3658800000000002</c:v>
                </c:pt>
                <c:pt idx="9385">
                  <c:v>2.36619</c:v>
                </c:pt>
                <c:pt idx="9386">
                  <c:v>2.3664900000000002</c:v>
                </c:pt>
                <c:pt idx="9387">
                  <c:v>2.3668</c:v>
                </c:pt>
                <c:pt idx="9388">
                  <c:v>2.3671000000000002</c:v>
                </c:pt>
                <c:pt idx="9389">
                  <c:v>2.36741</c:v>
                </c:pt>
                <c:pt idx="9390">
                  <c:v>2.3677100000000002</c:v>
                </c:pt>
                <c:pt idx="9391">
                  <c:v>2.36802</c:v>
                </c:pt>
                <c:pt idx="9392">
                  <c:v>2.3683200000000002</c:v>
                </c:pt>
                <c:pt idx="9393">
                  <c:v>2.36863</c:v>
                </c:pt>
                <c:pt idx="9394">
                  <c:v>2.3689300000000002</c:v>
                </c:pt>
                <c:pt idx="9395">
                  <c:v>2.36924</c:v>
                </c:pt>
                <c:pt idx="9396">
                  <c:v>2.3695499999999998</c:v>
                </c:pt>
                <c:pt idx="9397">
                  <c:v>2.36985</c:v>
                </c:pt>
                <c:pt idx="9398">
                  <c:v>2.3701599999999998</c:v>
                </c:pt>
                <c:pt idx="9399">
                  <c:v>2.37046</c:v>
                </c:pt>
                <c:pt idx="9400">
                  <c:v>2.3707699999999998</c:v>
                </c:pt>
                <c:pt idx="9401">
                  <c:v>2.37107</c:v>
                </c:pt>
                <c:pt idx="9402">
                  <c:v>2.3713799999999998</c:v>
                </c:pt>
                <c:pt idx="9403">
                  <c:v>2.37168</c:v>
                </c:pt>
                <c:pt idx="9404">
                  <c:v>2.3719899999999998</c:v>
                </c:pt>
                <c:pt idx="9405">
                  <c:v>2.37229</c:v>
                </c:pt>
                <c:pt idx="9406">
                  <c:v>2.3725999999999998</c:v>
                </c:pt>
                <c:pt idx="9407">
                  <c:v>2.3729</c:v>
                </c:pt>
                <c:pt idx="9408">
                  <c:v>2.3732099999999998</c:v>
                </c:pt>
                <c:pt idx="9409">
                  <c:v>2.3735200000000001</c:v>
                </c:pt>
                <c:pt idx="9410">
                  <c:v>2.3738199999999998</c:v>
                </c:pt>
                <c:pt idx="9411">
                  <c:v>2.3741300000000001</c:v>
                </c:pt>
                <c:pt idx="9412">
                  <c:v>2.3744299999999998</c:v>
                </c:pt>
                <c:pt idx="9413">
                  <c:v>2.3747400000000001</c:v>
                </c:pt>
                <c:pt idx="9414">
                  <c:v>2.3750399999999998</c:v>
                </c:pt>
                <c:pt idx="9415">
                  <c:v>2.3753500000000001</c:v>
                </c:pt>
                <c:pt idx="9416">
                  <c:v>2.3756499999999998</c:v>
                </c:pt>
                <c:pt idx="9417">
                  <c:v>2.3759600000000001</c:v>
                </c:pt>
                <c:pt idx="9418">
                  <c:v>2.3762599999999998</c:v>
                </c:pt>
                <c:pt idx="9419">
                  <c:v>2.3765700000000001</c:v>
                </c:pt>
                <c:pt idx="9420">
                  <c:v>2.3768799999999999</c:v>
                </c:pt>
                <c:pt idx="9421">
                  <c:v>2.3771800000000001</c:v>
                </c:pt>
                <c:pt idx="9422">
                  <c:v>2.3774899999999999</c:v>
                </c:pt>
                <c:pt idx="9423">
                  <c:v>2.3777900000000001</c:v>
                </c:pt>
                <c:pt idx="9424">
                  <c:v>2.3780999999999999</c:v>
                </c:pt>
                <c:pt idx="9425">
                  <c:v>2.3784000000000001</c:v>
                </c:pt>
                <c:pt idx="9426">
                  <c:v>2.3787099999999999</c:v>
                </c:pt>
                <c:pt idx="9427">
                  <c:v>2.3790100000000001</c:v>
                </c:pt>
                <c:pt idx="9428">
                  <c:v>2.3793199999999999</c:v>
                </c:pt>
                <c:pt idx="9429">
                  <c:v>2.3796200000000001</c:v>
                </c:pt>
                <c:pt idx="9430">
                  <c:v>2.3799299999999999</c:v>
                </c:pt>
                <c:pt idx="9431">
                  <c:v>2.3802300000000001</c:v>
                </c:pt>
                <c:pt idx="9432">
                  <c:v>2.3805399999999999</c:v>
                </c:pt>
                <c:pt idx="9433">
                  <c:v>2.3808500000000001</c:v>
                </c:pt>
                <c:pt idx="9434">
                  <c:v>2.3811499999999999</c:v>
                </c:pt>
                <c:pt idx="9435">
                  <c:v>2.3814600000000001</c:v>
                </c:pt>
                <c:pt idx="9436">
                  <c:v>2.3817599999999999</c:v>
                </c:pt>
                <c:pt idx="9437">
                  <c:v>2.3820700000000001</c:v>
                </c:pt>
                <c:pt idx="9438">
                  <c:v>2.3823699999999999</c:v>
                </c:pt>
                <c:pt idx="9439">
                  <c:v>2.3826800000000001</c:v>
                </c:pt>
                <c:pt idx="9440">
                  <c:v>2.3829799999999999</c:v>
                </c:pt>
                <c:pt idx="9441">
                  <c:v>2.3832900000000001</c:v>
                </c:pt>
                <c:pt idx="9442">
                  <c:v>2.3835899999999999</c:v>
                </c:pt>
                <c:pt idx="9443">
                  <c:v>2.3839000000000001</c:v>
                </c:pt>
                <c:pt idx="9444">
                  <c:v>2.3841999999999999</c:v>
                </c:pt>
                <c:pt idx="9445">
                  <c:v>2.3845100000000001</c:v>
                </c:pt>
                <c:pt idx="9446">
                  <c:v>2.3848199999999999</c:v>
                </c:pt>
                <c:pt idx="9447">
                  <c:v>2.3851200000000001</c:v>
                </c:pt>
                <c:pt idx="9448">
                  <c:v>2.3854299999999999</c:v>
                </c:pt>
                <c:pt idx="9449">
                  <c:v>2.3857300000000001</c:v>
                </c:pt>
                <c:pt idx="9450">
                  <c:v>2.3860399999999999</c:v>
                </c:pt>
                <c:pt idx="9451">
                  <c:v>2.3863400000000001</c:v>
                </c:pt>
                <c:pt idx="9452">
                  <c:v>2.3866499999999999</c:v>
                </c:pt>
                <c:pt idx="9453">
                  <c:v>2.3869500000000001</c:v>
                </c:pt>
                <c:pt idx="9454">
                  <c:v>2.3872599999999999</c:v>
                </c:pt>
                <c:pt idx="9455">
                  <c:v>2.3875600000000001</c:v>
                </c:pt>
                <c:pt idx="9456">
                  <c:v>2.3878699999999999</c:v>
                </c:pt>
                <c:pt idx="9457">
                  <c:v>2.3881700000000001</c:v>
                </c:pt>
                <c:pt idx="9458">
                  <c:v>2.3884799999999999</c:v>
                </c:pt>
                <c:pt idx="9459">
                  <c:v>2.3887900000000002</c:v>
                </c:pt>
                <c:pt idx="9460">
                  <c:v>2.3890899999999999</c:v>
                </c:pt>
                <c:pt idx="9461">
                  <c:v>2.3894000000000002</c:v>
                </c:pt>
                <c:pt idx="9462">
                  <c:v>2.3896999999999999</c:v>
                </c:pt>
                <c:pt idx="9463">
                  <c:v>2.3900100000000002</c:v>
                </c:pt>
                <c:pt idx="9464">
                  <c:v>2.3903099999999999</c:v>
                </c:pt>
                <c:pt idx="9465">
                  <c:v>2.3906200000000002</c:v>
                </c:pt>
                <c:pt idx="9466">
                  <c:v>2.3909199999999999</c:v>
                </c:pt>
                <c:pt idx="9467">
                  <c:v>2.3912300000000002</c:v>
                </c:pt>
                <c:pt idx="9468">
                  <c:v>2.3915299999999999</c:v>
                </c:pt>
                <c:pt idx="9469">
                  <c:v>2.3918400000000002</c:v>
                </c:pt>
                <c:pt idx="9470">
                  <c:v>2.3921399999999999</c:v>
                </c:pt>
                <c:pt idx="9471">
                  <c:v>2.3924500000000002</c:v>
                </c:pt>
                <c:pt idx="9472">
                  <c:v>2.39276</c:v>
                </c:pt>
                <c:pt idx="9473">
                  <c:v>2.3930600000000002</c:v>
                </c:pt>
                <c:pt idx="9474">
                  <c:v>2.39337</c:v>
                </c:pt>
                <c:pt idx="9475">
                  <c:v>2.3936700000000002</c:v>
                </c:pt>
                <c:pt idx="9476">
                  <c:v>2.39398</c:v>
                </c:pt>
                <c:pt idx="9477">
                  <c:v>2.3942800000000002</c:v>
                </c:pt>
                <c:pt idx="9478">
                  <c:v>2.39459</c:v>
                </c:pt>
                <c:pt idx="9479">
                  <c:v>2.3948900000000002</c:v>
                </c:pt>
                <c:pt idx="9480">
                  <c:v>2.3952</c:v>
                </c:pt>
                <c:pt idx="9481">
                  <c:v>2.3955000000000002</c:v>
                </c:pt>
                <c:pt idx="9482">
                  <c:v>2.39581</c:v>
                </c:pt>
                <c:pt idx="9483">
                  <c:v>2.3961199999999998</c:v>
                </c:pt>
                <c:pt idx="9484">
                  <c:v>2.39642</c:v>
                </c:pt>
                <c:pt idx="9485">
                  <c:v>2.3967299999999998</c:v>
                </c:pt>
                <c:pt idx="9486">
                  <c:v>2.39703</c:v>
                </c:pt>
                <c:pt idx="9487">
                  <c:v>2.3973399999999998</c:v>
                </c:pt>
                <c:pt idx="9488">
                  <c:v>2.39764</c:v>
                </c:pt>
                <c:pt idx="9489">
                  <c:v>2.3979499999999998</c:v>
                </c:pt>
                <c:pt idx="9490">
                  <c:v>2.39825</c:v>
                </c:pt>
                <c:pt idx="9491">
                  <c:v>2.3985599999999998</c:v>
                </c:pt>
                <c:pt idx="9492">
                  <c:v>2.39886</c:v>
                </c:pt>
                <c:pt idx="9493">
                  <c:v>2.3991699999999998</c:v>
                </c:pt>
                <c:pt idx="9494">
                  <c:v>2.39947</c:v>
                </c:pt>
                <c:pt idx="9495">
                  <c:v>2.3997799999999998</c:v>
                </c:pt>
                <c:pt idx="9496">
                  <c:v>2.4000900000000001</c:v>
                </c:pt>
                <c:pt idx="9497">
                  <c:v>2.4003899999999998</c:v>
                </c:pt>
                <c:pt idx="9498">
                  <c:v>2.4007000000000001</c:v>
                </c:pt>
                <c:pt idx="9499">
                  <c:v>2.4009999999999998</c:v>
                </c:pt>
                <c:pt idx="9500">
                  <c:v>2.4013100000000001</c:v>
                </c:pt>
                <c:pt idx="9501">
                  <c:v>2.4016099999999998</c:v>
                </c:pt>
                <c:pt idx="9502">
                  <c:v>2.4019200000000001</c:v>
                </c:pt>
                <c:pt idx="9503">
                  <c:v>2.4022199999999998</c:v>
                </c:pt>
                <c:pt idx="9504">
                  <c:v>2.4025300000000001</c:v>
                </c:pt>
                <c:pt idx="9505">
                  <c:v>2.4028299999999998</c:v>
                </c:pt>
                <c:pt idx="9506">
                  <c:v>2.4031400000000001</c:v>
                </c:pt>
                <c:pt idx="9507">
                  <c:v>2.4034399999999998</c:v>
                </c:pt>
                <c:pt idx="9508">
                  <c:v>2.4037500000000001</c:v>
                </c:pt>
                <c:pt idx="9509">
                  <c:v>2.4040599999999999</c:v>
                </c:pt>
                <c:pt idx="9510">
                  <c:v>2.4043600000000001</c:v>
                </c:pt>
                <c:pt idx="9511">
                  <c:v>2.4046699999999999</c:v>
                </c:pt>
                <c:pt idx="9512">
                  <c:v>2.4049700000000001</c:v>
                </c:pt>
                <c:pt idx="9513">
                  <c:v>2.4052799999999999</c:v>
                </c:pt>
                <c:pt idx="9514">
                  <c:v>2.4055800000000001</c:v>
                </c:pt>
                <c:pt idx="9515">
                  <c:v>2.4058899999999999</c:v>
                </c:pt>
                <c:pt idx="9516">
                  <c:v>2.4061900000000001</c:v>
                </c:pt>
                <c:pt idx="9517">
                  <c:v>2.4064999999999999</c:v>
                </c:pt>
                <c:pt idx="9518">
                  <c:v>2.4068000000000001</c:v>
                </c:pt>
                <c:pt idx="9519">
                  <c:v>2.4071099999999999</c:v>
                </c:pt>
                <c:pt idx="9520">
                  <c:v>2.40741</c:v>
                </c:pt>
                <c:pt idx="9521">
                  <c:v>2.4077199999999999</c:v>
                </c:pt>
                <c:pt idx="9522">
                  <c:v>2.4080300000000001</c:v>
                </c:pt>
                <c:pt idx="9523">
                  <c:v>2.4083299999999999</c:v>
                </c:pt>
                <c:pt idx="9524">
                  <c:v>2.4086400000000001</c:v>
                </c:pt>
                <c:pt idx="9525">
                  <c:v>2.4089399999999999</c:v>
                </c:pt>
                <c:pt idx="9526">
                  <c:v>2.4092500000000001</c:v>
                </c:pt>
                <c:pt idx="9527">
                  <c:v>2.4095499999999999</c:v>
                </c:pt>
                <c:pt idx="9528">
                  <c:v>2.4098600000000001</c:v>
                </c:pt>
                <c:pt idx="9529">
                  <c:v>2.4101599999999999</c:v>
                </c:pt>
                <c:pt idx="9530">
                  <c:v>2.4104700000000001</c:v>
                </c:pt>
                <c:pt idx="9531">
                  <c:v>2.4107699999999999</c:v>
                </c:pt>
                <c:pt idx="9532">
                  <c:v>2.4110800000000001</c:v>
                </c:pt>
                <c:pt idx="9533">
                  <c:v>2.4113899999999999</c:v>
                </c:pt>
                <c:pt idx="9534">
                  <c:v>2.4116900000000001</c:v>
                </c:pt>
                <c:pt idx="9535">
                  <c:v>2.4119999999999999</c:v>
                </c:pt>
                <c:pt idx="9536">
                  <c:v>2.4123000000000001</c:v>
                </c:pt>
                <c:pt idx="9537">
                  <c:v>2.4126099999999999</c:v>
                </c:pt>
                <c:pt idx="9538">
                  <c:v>2.4129100000000001</c:v>
                </c:pt>
                <c:pt idx="9539">
                  <c:v>2.4132199999999999</c:v>
                </c:pt>
                <c:pt idx="9540">
                  <c:v>2.4135200000000001</c:v>
                </c:pt>
                <c:pt idx="9541">
                  <c:v>2.4138299999999999</c:v>
                </c:pt>
                <c:pt idx="9542">
                  <c:v>2.4141300000000001</c:v>
                </c:pt>
                <c:pt idx="9543">
                  <c:v>2.4144399999999999</c:v>
                </c:pt>
                <c:pt idx="9544">
                  <c:v>2.4147400000000001</c:v>
                </c:pt>
                <c:pt idx="9545">
                  <c:v>2.4150499999999999</c:v>
                </c:pt>
                <c:pt idx="9546">
                  <c:v>2.4153600000000002</c:v>
                </c:pt>
                <c:pt idx="9547">
                  <c:v>2.4156599999999999</c:v>
                </c:pt>
                <c:pt idx="9548">
                  <c:v>2.4159700000000002</c:v>
                </c:pt>
                <c:pt idx="9549">
                  <c:v>2.4162699999999999</c:v>
                </c:pt>
                <c:pt idx="9550">
                  <c:v>2.4165800000000002</c:v>
                </c:pt>
                <c:pt idx="9551">
                  <c:v>2.4168799999999999</c:v>
                </c:pt>
                <c:pt idx="9552">
                  <c:v>2.4171900000000002</c:v>
                </c:pt>
                <c:pt idx="9553">
                  <c:v>2.4174899999999999</c:v>
                </c:pt>
                <c:pt idx="9554">
                  <c:v>2.4178000000000002</c:v>
                </c:pt>
                <c:pt idx="9555">
                  <c:v>2.4180999999999999</c:v>
                </c:pt>
                <c:pt idx="9556">
                  <c:v>2.4184100000000002</c:v>
                </c:pt>
                <c:pt idx="9557">
                  <c:v>2.4187099999999999</c:v>
                </c:pt>
                <c:pt idx="9558">
                  <c:v>2.4190200000000002</c:v>
                </c:pt>
                <c:pt idx="9559">
                  <c:v>2.41933</c:v>
                </c:pt>
                <c:pt idx="9560">
                  <c:v>2.4196300000000002</c:v>
                </c:pt>
                <c:pt idx="9561">
                  <c:v>2.41994</c:v>
                </c:pt>
                <c:pt idx="9562">
                  <c:v>2.4202400000000002</c:v>
                </c:pt>
                <c:pt idx="9563">
                  <c:v>2.42055</c:v>
                </c:pt>
                <c:pt idx="9564">
                  <c:v>2.4208500000000002</c:v>
                </c:pt>
                <c:pt idx="9565">
                  <c:v>2.42116</c:v>
                </c:pt>
                <c:pt idx="9566">
                  <c:v>2.4214600000000002</c:v>
                </c:pt>
                <c:pt idx="9567">
                  <c:v>2.42177</c:v>
                </c:pt>
                <c:pt idx="9568">
                  <c:v>2.4220700000000002</c:v>
                </c:pt>
                <c:pt idx="9569">
                  <c:v>2.42238</c:v>
                </c:pt>
                <c:pt idx="9570">
                  <c:v>2.4226800000000002</c:v>
                </c:pt>
                <c:pt idx="9571">
                  <c:v>2.42299</c:v>
                </c:pt>
                <c:pt idx="9572">
                  <c:v>2.4232999999999998</c:v>
                </c:pt>
                <c:pt idx="9573">
                  <c:v>2.4236</c:v>
                </c:pt>
                <c:pt idx="9574">
                  <c:v>2.4239099999999998</c:v>
                </c:pt>
                <c:pt idx="9575">
                  <c:v>2.42421</c:v>
                </c:pt>
                <c:pt idx="9576">
                  <c:v>2.4245199999999998</c:v>
                </c:pt>
                <c:pt idx="9577">
                  <c:v>2.42482</c:v>
                </c:pt>
                <c:pt idx="9578">
                  <c:v>2.4251299999999998</c:v>
                </c:pt>
                <c:pt idx="9579">
                  <c:v>2.42543</c:v>
                </c:pt>
                <c:pt idx="9580">
                  <c:v>2.4257399999999998</c:v>
                </c:pt>
                <c:pt idx="9581">
                  <c:v>2.42604</c:v>
                </c:pt>
                <c:pt idx="9582">
                  <c:v>2.4263499999999998</c:v>
                </c:pt>
                <c:pt idx="9583">
                  <c:v>2.42665</c:v>
                </c:pt>
                <c:pt idx="9584">
                  <c:v>2.4269599999999998</c:v>
                </c:pt>
                <c:pt idx="9585">
                  <c:v>2.42727</c:v>
                </c:pt>
                <c:pt idx="9586">
                  <c:v>2.4275699999999998</c:v>
                </c:pt>
                <c:pt idx="9587">
                  <c:v>2.42788</c:v>
                </c:pt>
                <c:pt idx="9588">
                  <c:v>2.4281799999999998</c:v>
                </c:pt>
                <c:pt idx="9589">
                  <c:v>2.42849</c:v>
                </c:pt>
                <c:pt idx="9590">
                  <c:v>2.4287899999999998</c:v>
                </c:pt>
                <c:pt idx="9591">
                  <c:v>2.4291</c:v>
                </c:pt>
                <c:pt idx="9592">
                  <c:v>2.4293999999999998</c:v>
                </c:pt>
                <c:pt idx="9593">
                  <c:v>2.42971</c:v>
                </c:pt>
                <c:pt idx="9594">
                  <c:v>2.4300099999999998</c:v>
                </c:pt>
                <c:pt idx="9595">
                  <c:v>2.43032</c:v>
                </c:pt>
                <c:pt idx="9596">
                  <c:v>2.4306299999999998</c:v>
                </c:pt>
                <c:pt idx="9597">
                  <c:v>2.43093</c:v>
                </c:pt>
                <c:pt idx="9598">
                  <c:v>2.4312399999999998</c:v>
                </c:pt>
                <c:pt idx="9599">
                  <c:v>2.43154</c:v>
                </c:pt>
                <c:pt idx="9600">
                  <c:v>2.4318499999999998</c:v>
                </c:pt>
                <c:pt idx="9601">
                  <c:v>2.43215</c:v>
                </c:pt>
                <c:pt idx="9602">
                  <c:v>2.4324599999999998</c:v>
                </c:pt>
                <c:pt idx="9603">
                  <c:v>2.43276</c:v>
                </c:pt>
                <c:pt idx="9604">
                  <c:v>2.4330699999999998</c:v>
                </c:pt>
                <c:pt idx="9605">
                  <c:v>2.43337</c:v>
                </c:pt>
                <c:pt idx="9606">
                  <c:v>2.4336799999999998</c:v>
                </c:pt>
                <c:pt idx="9607">
                  <c:v>2.43398</c:v>
                </c:pt>
                <c:pt idx="9608">
                  <c:v>2.4342899999999998</c:v>
                </c:pt>
                <c:pt idx="9609">
                  <c:v>2.4346000000000001</c:v>
                </c:pt>
                <c:pt idx="9610">
                  <c:v>2.4348999999999998</c:v>
                </c:pt>
                <c:pt idx="9611">
                  <c:v>2.4352100000000001</c:v>
                </c:pt>
                <c:pt idx="9612">
                  <c:v>2.4355099999999998</c:v>
                </c:pt>
                <c:pt idx="9613">
                  <c:v>2.4358200000000001</c:v>
                </c:pt>
                <c:pt idx="9614">
                  <c:v>2.4361199999999998</c:v>
                </c:pt>
                <c:pt idx="9615">
                  <c:v>2.4364300000000001</c:v>
                </c:pt>
                <c:pt idx="9616">
                  <c:v>2.4367299999999998</c:v>
                </c:pt>
                <c:pt idx="9617">
                  <c:v>2.4370400000000001</c:v>
                </c:pt>
                <c:pt idx="9618">
                  <c:v>2.4373399999999998</c:v>
                </c:pt>
                <c:pt idx="9619">
                  <c:v>2.4376500000000001</c:v>
                </c:pt>
                <c:pt idx="9620">
                  <c:v>2.4379499999999998</c:v>
                </c:pt>
                <c:pt idx="9621">
                  <c:v>2.4382600000000001</c:v>
                </c:pt>
                <c:pt idx="9622">
                  <c:v>2.4385699999999999</c:v>
                </c:pt>
                <c:pt idx="9623">
                  <c:v>2.4388700000000001</c:v>
                </c:pt>
                <c:pt idx="9624">
                  <c:v>2.4391799999999999</c:v>
                </c:pt>
                <c:pt idx="9625">
                  <c:v>2.4394800000000001</c:v>
                </c:pt>
                <c:pt idx="9626">
                  <c:v>2.4397899999999999</c:v>
                </c:pt>
                <c:pt idx="9627">
                  <c:v>2.4400900000000001</c:v>
                </c:pt>
                <c:pt idx="9628">
                  <c:v>2.4403999999999999</c:v>
                </c:pt>
                <c:pt idx="9629">
                  <c:v>2.4407000000000001</c:v>
                </c:pt>
                <c:pt idx="9630">
                  <c:v>2.4410099999999999</c:v>
                </c:pt>
                <c:pt idx="9631">
                  <c:v>2.4413100000000001</c:v>
                </c:pt>
                <c:pt idx="9632">
                  <c:v>2.4416199999999999</c:v>
                </c:pt>
                <c:pt idx="9633">
                  <c:v>2.4419200000000001</c:v>
                </c:pt>
                <c:pt idx="9634">
                  <c:v>2.4422299999999999</c:v>
                </c:pt>
                <c:pt idx="9635">
                  <c:v>2.4425400000000002</c:v>
                </c:pt>
                <c:pt idx="9636">
                  <c:v>2.4428399999999999</c:v>
                </c:pt>
                <c:pt idx="9637">
                  <c:v>2.4431500000000002</c:v>
                </c:pt>
                <c:pt idx="9638">
                  <c:v>2.4434499999999999</c:v>
                </c:pt>
                <c:pt idx="9639">
                  <c:v>2.4437600000000002</c:v>
                </c:pt>
                <c:pt idx="9640">
                  <c:v>2.4440599999999999</c:v>
                </c:pt>
                <c:pt idx="9641">
                  <c:v>2.4443700000000002</c:v>
                </c:pt>
                <c:pt idx="9642">
                  <c:v>2.4446699999999999</c:v>
                </c:pt>
                <c:pt idx="9643">
                  <c:v>2.4449800000000002</c:v>
                </c:pt>
                <c:pt idx="9644">
                  <c:v>2.4452799999999999</c:v>
                </c:pt>
                <c:pt idx="9645">
                  <c:v>2.4455900000000002</c:v>
                </c:pt>
                <c:pt idx="9646">
                  <c:v>2.4458899999999999</c:v>
                </c:pt>
                <c:pt idx="9647">
                  <c:v>2.4462000000000002</c:v>
                </c:pt>
                <c:pt idx="9648">
                  <c:v>2.44651</c:v>
                </c:pt>
                <c:pt idx="9649">
                  <c:v>2.4468100000000002</c:v>
                </c:pt>
                <c:pt idx="9650">
                  <c:v>2.44712</c:v>
                </c:pt>
                <c:pt idx="9651">
                  <c:v>2.4474200000000002</c:v>
                </c:pt>
                <c:pt idx="9652">
                  <c:v>2.44773</c:v>
                </c:pt>
                <c:pt idx="9653">
                  <c:v>2.4480300000000002</c:v>
                </c:pt>
                <c:pt idx="9654">
                  <c:v>2.44834</c:v>
                </c:pt>
                <c:pt idx="9655">
                  <c:v>2.4486400000000001</c:v>
                </c:pt>
                <c:pt idx="9656">
                  <c:v>2.44895</c:v>
                </c:pt>
                <c:pt idx="9657">
                  <c:v>2.4492500000000001</c:v>
                </c:pt>
                <c:pt idx="9658">
                  <c:v>2.44956</c:v>
                </c:pt>
                <c:pt idx="9659">
                  <c:v>2.4498700000000002</c:v>
                </c:pt>
                <c:pt idx="9660">
                  <c:v>2.45017</c:v>
                </c:pt>
                <c:pt idx="9661">
                  <c:v>2.4504800000000002</c:v>
                </c:pt>
                <c:pt idx="9662">
                  <c:v>2.45078</c:v>
                </c:pt>
                <c:pt idx="9663">
                  <c:v>2.4510900000000002</c:v>
                </c:pt>
                <c:pt idx="9664">
                  <c:v>2.45139</c:v>
                </c:pt>
                <c:pt idx="9665">
                  <c:v>2.4517000000000002</c:v>
                </c:pt>
                <c:pt idx="9666">
                  <c:v>2.452</c:v>
                </c:pt>
                <c:pt idx="9667">
                  <c:v>2.4523100000000002</c:v>
                </c:pt>
                <c:pt idx="9668">
                  <c:v>2.45261</c:v>
                </c:pt>
                <c:pt idx="9669">
                  <c:v>2.4529200000000002</c:v>
                </c:pt>
                <c:pt idx="9670">
                  <c:v>2.45322</c:v>
                </c:pt>
                <c:pt idx="9671">
                  <c:v>2.4535300000000002</c:v>
                </c:pt>
                <c:pt idx="9672">
                  <c:v>2.45384</c:v>
                </c:pt>
                <c:pt idx="9673">
                  <c:v>2.4541400000000002</c:v>
                </c:pt>
                <c:pt idx="9674">
                  <c:v>2.45445</c:v>
                </c:pt>
                <c:pt idx="9675">
                  <c:v>2.4547500000000002</c:v>
                </c:pt>
                <c:pt idx="9676">
                  <c:v>2.45506</c:v>
                </c:pt>
                <c:pt idx="9677">
                  <c:v>2.4553600000000002</c:v>
                </c:pt>
                <c:pt idx="9678">
                  <c:v>2.45567</c:v>
                </c:pt>
                <c:pt idx="9679">
                  <c:v>2.4559700000000002</c:v>
                </c:pt>
                <c:pt idx="9680">
                  <c:v>2.45628</c:v>
                </c:pt>
                <c:pt idx="9681">
                  <c:v>2.4565800000000002</c:v>
                </c:pt>
                <c:pt idx="9682">
                  <c:v>2.45689</c:v>
                </c:pt>
                <c:pt idx="9683">
                  <c:v>2.4571900000000002</c:v>
                </c:pt>
                <c:pt idx="9684">
                  <c:v>2.4575</c:v>
                </c:pt>
                <c:pt idx="9685">
                  <c:v>2.4578099999999998</c:v>
                </c:pt>
                <c:pt idx="9686">
                  <c:v>2.45811</c:v>
                </c:pt>
                <c:pt idx="9687">
                  <c:v>2.4584199999999998</c:v>
                </c:pt>
                <c:pt idx="9688">
                  <c:v>2.45872</c:v>
                </c:pt>
                <c:pt idx="9689">
                  <c:v>2.4590299999999998</c:v>
                </c:pt>
                <c:pt idx="9690">
                  <c:v>2.45933</c:v>
                </c:pt>
                <c:pt idx="9691">
                  <c:v>2.4596399999999998</c:v>
                </c:pt>
                <c:pt idx="9692">
                  <c:v>2.45994</c:v>
                </c:pt>
                <c:pt idx="9693">
                  <c:v>2.4602499999999998</c:v>
                </c:pt>
                <c:pt idx="9694">
                  <c:v>2.46055</c:v>
                </c:pt>
                <c:pt idx="9695">
                  <c:v>2.4608599999999998</c:v>
                </c:pt>
                <c:pt idx="9696">
                  <c:v>2.46116</c:v>
                </c:pt>
                <c:pt idx="9697">
                  <c:v>2.4614699999999998</c:v>
                </c:pt>
                <c:pt idx="9698">
                  <c:v>2.4617800000000001</c:v>
                </c:pt>
                <c:pt idx="9699">
                  <c:v>2.4620799999999998</c:v>
                </c:pt>
                <c:pt idx="9700">
                  <c:v>2.4623900000000001</c:v>
                </c:pt>
                <c:pt idx="9701">
                  <c:v>2.4626899999999998</c:v>
                </c:pt>
                <c:pt idx="9702">
                  <c:v>2.4630000000000001</c:v>
                </c:pt>
                <c:pt idx="9703">
                  <c:v>2.4632999999999998</c:v>
                </c:pt>
                <c:pt idx="9704">
                  <c:v>2.4636100000000001</c:v>
                </c:pt>
                <c:pt idx="9705">
                  <c:v>2.4639099999999998</c:v>
                </c:pt>
                <c:pt idx="9706">
                  <c:v>2.4642200000000001</c:v>
                </c:pt>
                <c:pt idx="9707">
                  <c:v>2.4645199999999998</c:v>
                </c:pt>
                <c:pt idx="9708">
                  <c:v>2.4648300000000001</c:v>
                </c:pt>
                <c:pt idx="9709">
                  <c:v>2.4651399999999999</c:v>
                </c:pt>
                <c:pt idx="9710">
                  <c:v>2.4654400000000001</c:v>
                </c:pt>
                <c:pt idx="9711">
                  <c:v>2.4657499999999999</c:v>
                </c:pt>
                <c:pt idx="9712">
                  <c:v>2.4660500000000001</c:v>
                </c:pt>
                <c:pt idx="9713">
                  <c:v>2.4663599999999999</c:v>
                </c:pt>
                <c:pt idx="9714">
                  <c:v>2.4666600000000001</c:v>
                </c:pt>
                <c:pt idx="9715">
                  <c:v>2.4669699999999999</c:v>
                </c:pt>
                <c:pt idx="9716">
                  <c:v>2.4672700000000001</c:v>
                </c:pt>
                <c:pt idx="9717">
                  <c:v>2.4675799999999999</c:v>
                </c:pt>
                <c:pt idx="9718">
                  <c:v>2.4678800000000001</c:v>
                </c:pt>
                <c:pt idx="9719">
                  <c:v>2.4681899999999999</c:v>
                </c:pt>
                <c:pt idx="9720">
                  <c:v>2.4684900000000001</c:v>
                </c:pt>
                <c:pt idx="9721">
                  <c:v>2.4687999999999999</c:v>
                </c:pt>
                <c:pt idx="9722">
                  <c:v>2.4691100000000001</c:v>
                </c:pt>
                <c:pt idx="9723">
                  <c:v>2.4694099999999999</c:v>
                </c:pt>
                <c:pt idx="9724">
                  <c:v>2.4697200000000001</c:v>
                </c:pt>
                <c:pt idx="9725">
                  <c:v>2.4700199999999999</c:v>
                </c:pt>
                <c:pt idx="9726">
                  <c:v>2.4703300000000001</c:v>
                </c:pt>
                <c:pt idx="9727">
                  <c:v>2.4706299999999999</c:v>
                </c:pt>
                <c:pt idx="9728">
                  <c:v>2.4709400000000001</c:v>
                </c:pt>
                <c:pt idx="9729">
                  <c:v>2.4712399999999999</c:v>
                </c:pt>
                <c:pt idx="9730">
                  <c:v>2.4715500000000001</c:v>
                </c:pt>
                <c:pt idx="9731">
                  <c:v>2.4718499999999999</c:v>
                </c:pt>
                <c:pt idx="9732">
                  <c:v>2.4721600000000001</c:v>
                </c:pt>
                <c:pt idx="9733">
                  <c:v>2.4724599999999999</c:v>
                </c:pt>
                <c:pt idx="9734">
                  <c:v>2.4727700000000001</c:v>
                </c:pt>
                <c:pt idx="9735">
                  <c:v>2.4730799999999999</c:v>
                </c:pt>
                <c:pt idx="9736">
                  <c:v>2.4733800000000001</c:v>
                </c:pt>
                <c:pt idx="9737">
                  <c:v>2.4736899999999999</c:v>
                </c:pt>
                <c:pt idx="9738">
                  <c:v>2.4739900000000001</c:v>
                </c:pt>
                <c:pt idx="9739">
                  <c:v>2.4742999999999999</c:v>
                </c:pt>
                <c:pt idx="9740">
                  <c:v>2.4746000000000001</c:v>
                </c:pt>
                <c:pt idx="9741">
                  <c:v>2.4749099999999999</c:v>
                </c:pt>
                <c:pt idx="9742">
                  <c:v>2.4752100000000001</c:v>
                </c:pt>
                <c:pt idx="9743">
                  <c:v>2.4755199999999999</c:v>
                </c:pt>
                <c:pt idx="9744">
                  <c:v>2.4758200000000001</c:v>
                </c:pt>
                <c:pt idx="9745">
                  <c:v>2.4761299999999999</c:v>
                </c:pt>
                <c:pt idx="9746">
                  <c:v>2.4764300000000001</c:v>
                </c:pt>
                <c:pt idx="9747">
                  <c:v>2.4767399999999999</c:v>
                </c:pt>
                <c:pt idx="9748">
                  <c:v>2.4770500000000002</c:v>
                </c:pt>
                <c:pt idx="9749">
                  <c:v>2.4773499999999999</c:v>
                </c:pt>
                <c:pt idx="9750">
                  <c:v>2.4776600000000002</c:v>
                </c:pt>
                <c:pt idx="9751">
                  <c:v>2.4779599999999999</c:v>
                </c:pt>
                <c:pt idx="9752">
                  <c:v>2.4782700000000002</c:v>
                </c:pt>
                <c:pt idx="9753">
                  <c:v>2.4785699999999999</c:v>
                </c:pt>
                <c:pt idx="9754">
                  <c:v>2.4788800000000002</c:v>
                </c:pt>
                <c:pt idx="9755">
                  <c:v>2.4791799999999999</c:v>
                </c:pt>
                <c:pt idx="9756">
                  <c:v>2.4794900000000002</c:v>
                </c:pt>
                <c:pt idx="9757">
                  <c:v>2.4797899999999999</c:v>
                </c:pt>
                <c:pt idx="9758">
                  <c:v>2.4801000000000002</c:v>
                </c:pt>
                <c:pt idx="9759">
                  <c:v>2.4803999999999999</c:v>
                </c:pt>
                <c:pt idx="9760">
                  <c:v>2.4807100000000002</c:v>
                </c:pt>
                <c:pt idx="9761">
                  <c:v>2.48102</c:v>
                </c:pt>
                <c:pt idx="9762">
                  <c:v>2.4813200000000002</c:v>
                </c:pt>
                <c:pt idx="9763">
                  <c:v>2.48163</c:v>
                </c:pt>
                <c:pt idx="9764">
                  <c:v>2.4819300000000002</c:v>
                </c:pt>
                <c:pt idx="9765">
                  <c:v>2.48224</c:v>
                </c:pt>
                <c:pt idx="9766">
                  <c:v>2.4825400000000002</c:v>
                </c:pt>
                <c:pt idx="9767">
                  <c:v>2.48285</c:v>
                </c:pt>
                <c:pt idx="9768">
                  <c:v>2.4831500000000002</c:v>
                </c:pt>
                <c:pt idx="9769">
                  <c:v>2.48346</c:v>
                </c:pt>
                <c:pt idx="9770">
                  <c:v>2.4837600000000002</c:v>
                </c:pt>
                <c:pt idx="9771">
                  <c:v>2.48407</c:v>
                </c:pt>
                <c:pt idx="9772">
                  <c:v>2.4843799999999998</c:v>
                </c:pt>
                <c:pt idx="9773">
                  <c:v>2.48468</c:v>
                </c:pt>
                <c:pt idx="9774">
                  <c:v>2.4849899999999998</c:v>
                </c:pt>
                <c:pt idx="9775">
                  <c:v>2.48529</c:v>
                </c:pt>
                <c:pt idx="9776">
                  <c:v>2.4855999999999998</c:v>
                </c:pt>
                <c:pt idx="9777">
                  <c:v>2.4859</c:v>
                </c:pt>
                <c:pt idx="9778">
                  <c:v>2.4862099999999998</c:v>
                </c:pt>
                <c:pt idx="9779">
                  <c:v>2.48651</c:v>
                </c:pt>
                <c:pt idx="9780">
                  <c:v>2.4868199999999998</c:v>
                </c:pt>
                <c:pt idx="9781">
                  <c:v>2.48712</c:v>
                </c:pt>
                <c:pt idx="9782">
                  <c:v>2.4874299999999998</c:v>
                </c:pt>
                <c:pt idx="9783">
                  <c:v>2.48773</c:v>
                </c:pt>
                <c:pt idx="9784">
                  <c:v>2.4880399999999998</c:v>
                </c:pt>
                <c:pt idx="9785">
                  <c:v>2.4883500000000001</c:v>
                </c:pt>
                <c:pt idx="9786">
                  <c:v>2.4886499999999998</c:v>
                </c:pt>
                <c:pt idx="9787">
                  <c:v>2.4889600000000001</c:v>
                </c:pt>
                <c:pt idx="9788">
                  <c:v>2.4892599999999998</c:v>
                </c:pt>
                <c:pt idx="9789">
                  <c:v>2.4895700000000001</c:v>
                </c:pt>
                <c:pt idx="9790">
                  <c:v>2.4898699999999998</c:v>
                </c:pt>
                <c:pt idx="9791">
                  <c:v>2.4901800000000001</c:v>
                </c:pt>
                <c:pt idx="9792">
                  <c:v>2.4904799999999998</c:v>
                </c:pt>
                <c:pt idx="9793">
                  <c:v>2.4907900000000001</c:v>
                </c:pt>
                <c:pt idx="9794">
                  <c:v>2.4910899999999998</c:v>
                </c:pt>
                <c:pt idx="9795">
                  <c:v>2.4914000000000001</c:v>
                </c:pt>
                <c:pt idx="9796">
                  <c:v>2.4916999999999998</c:v>
                </c:pt>
                <c:pt idx="9797">
                  <c:v>2.4920100000000001</c:v>
                </c:pt>
                <c:pt idx="9798">
                  <c:v>2.4923199999999999</c:v>
                </c:pt>
                <c:pt idx="9799">
                  <c:v>2.4926200000000001</c:v>
                </c:pt>
                <c:pt idx="9800">
                  <c:v>2.4929299999999999</c:v>
                </c:pt>
                <c:pt idx="9801">
                  <c:v>2.4932300000000001</c:v>
                </c:pt>
                <c:pt idx="9802">
                  <c:v>2.4935399999999999</c:v>
                </c:pt>
                <c:pt idx="9803">
                  <c:v>2.4938400000000001</c:v>
                </c:pt>
                <c:pt idx="9804">
                  <c:v>2.4941499999999999</c:v>
                </c:pt>
                <c:pt idx="9805">
                  <c:v>2.4944500000000001</c:v>
                </c:pt>
                <c:pt idx="9806">
                  <c:v>2.4947599999999999</c:v>
                </c:pt>
                <c:pt idx="9807">
                  <c:v>2.4950600000000001</c:v>
                </c:pt>
                <c:pt idx="9808">
                  <c:v>2.4953699999999999</c:v>
                </c:pt>
                <c:pt idx="9809">
                  <c:v>2.4956700000000001</c:v>
                </c:pt>
                <c:pt idx="9810">
                  <c:v>2.4959799999999999</c:v>
                </c:pt>
                <c:pt idx="9811">
                  <c:v>2.4962900000000001</c:v>
                </c:pt>
                <c:pt idx="9812">
                  <c:v>2.4965899999999999</c:v>
                </c:pt>
                <c:pt idx="9813">
                  <c:v>2.4969000000000001</c:v>
                </c:pt>
                <c:pt idx="9814">
                  <c:v>2.4971999999999999</c:v>
                </c:pt>
                <c:pt idx="9815">
                  <c:v>2.4975100000000001</c:v>
                </c:pt>
                <c:pt idx="9816">
                  <c:v>2.4978099999999999</c:v>
                </c:pt>
                <c:pt idx="9817">
                  <c:v>2.4981200000000001</c:v>
                </c:pt>
                <c:pt idx="9818">
                  <c:v>2.4984199999999999</c:v>
                </c:pt>
                <c:pt idx="9819">
                  <c:v>2.4987300000000001</c:v>
                </c:pt>
                <c:pt idx="9820">
                  <c:v>2.4990299999999999</c:v>
                </c:pt>
                <c:pt idx="9821">
                  <c:v>2.4993400000000001</c:v>
                </c:pt>
                <c:pt idx="9822">
                  <c:v>2.4996399999999999</c:v>
                </c:pt>
                <c:pt idx="9823">
                  <c:v>2.4999500000000001</c:v>
                </c:pt>
                <c:pt idx="9824">
                  <c:v>2.5002599999999999</c:v>
                </c:pt>
                <c:pt idx="9825">
                  <c:v>2.5005600000000001</c:v>
                </c:pt>
                <c:pt idx="9826">
                  <c:v>2.5008699999999999</c:v>
                </c:pt>
                <c:pt idx="9827">
                  <c:v>2.5011700000000001</c:v>
                </c:pt>
                <c:pt idx="9828">
                  <c:v>2.5014799999999999</c:v>
                </c:pt>
                <c:pt idx="9829">
                  <c:v>2.5017800000000001</c:v>
                </c:pt>
                <c:pt idx="9830">
                  <c:v>2.5020899999999999</c:v>
                </c:pt>
                <c:pt idx="9831">
                  <c:v>2.5023900000000001</c:v>
                </c:pt>
                <c:pt idx="9832">
                  <c:v>2.5026999999999999</c:v>
                </c:pt>
                <c:pt idx="9833">
                  <c:v>2.5030000000000001</c:v>
                </c:pt>
                <c:pt idx="9834">
                  <c:v>2.5033099999999999</c:v>
                </c:pt>
                <c:pt idx="9835">
                  <c:v>2.5036200000000002</c:v>
                </c:pt>
                <c:pt idx="9836">
                  <c:v>2.5039199999999999</c:v>
                </c:pt>
                <c:pt idx="9837">
                  <c:v>2.5042300000000002</c:v>
                </c:pt>
                <c:pt idx="9838">
                  <c:v>2.5045299999999999</c:v>
                </c:pt>
                <c:pt idx="9839">
                  <c:v>2.5048400000000002</c:v>
                </c:pt>
                <c:pt idx="9840">
                  <c:v>2.5051399999999999</c:v>
                </c:pt>
                <c:pt idx="9841">
                  <c:v>2.5054500000000002</c:v>
                </c:pt>
                <c:pt idx="9842">
                  <c:v>2.5057499999999999</c:v>
                </c:pt>
                <c:pt idx="9843">
                  <c:v>2.5060600000000002</c:v>
                </c:pt>
                <c:pt idx="9844">
                  <c:v>2.5063599999999999</c:v>
                </c:pt>
                <c:pt idx="9845">
                  <c:v>2.5066700000000002</c:v>
                </c:pt>
                <c:pt idx="9846">
                  <c:v>2.5069699999999999</c:v>
                </c:pt>
                <c:pt idx="9847">
                  <c:v>2.5072800000000002</c:v>
                </c:pt>
                <c:pt idx="9848">
                  <c:v>2.50759</c:v>
                </c:pt>
                <c:pt idx="9849">
                  <c:v>2.5078900000000002</c:v>
                </c:pt>
                <c:pt idx="9850">
                  <c:v>2.5082</c:v>
                </c:pt>
                <c:pt idx="9851">
                  <c:v>2.5085000000000002</c:v>
                </c:pt>
                <c:pt idx="9852">
                  <c:v>2.50881</c:v>
                </c:pt>
                <c:pt idx="9853">
                  <c:v>2.5091100000000002</c:v>
                </c:pt>
                <c:pt idx="9854">
                  <c:v>2.50942</c:v>
                </c:pt>
                <c:pt idx="9855">
                  <c:v>2.5097200000000002</c:v>
                </c:pt>
                <c:pt idx="9856">
                  <c:v>2.51003</c:v>
                </c:pt>
                <c:pt idx="9857">
                  <c:v>2.5103300000000002</c:v>
                </c:pt>
                <c:pt idx="9858">
                  <c:v>2.51064</c:v>
                </c:pt>
                <c:pt idx="9859">
                  <c:v>2.5109400000000002</c:v>
                </c:pt>
                <c:pt idx="9860">
                  <c:v>2.51125</c:v>
                </c:pt>
                <c:pt idx="9861">
                  <c:v>2.5115599999999998</c:v>
                </c:pt>
                <c:pt idx="9862">
                  <c:v>2.51186</c:v>
                </c:pt>
                <c:pt idx="9863">
                  <c:v>2.5121699999999998</c:v>
                </c:pt>
                <c:pt idx="9864">
                  <c:v>2.51247</c:v>
                </c:pt>
                <c:pt idx="9865">
                  <c:v>2.5127799999999998</c:v>
                </c:pt>
                <c:pt idx="9866">
                  <c:v>2.51308</c:v>
                </c:pt>
                <c:pt idx="9867">
                  <c:v>2.5133899999999998</c:v>
                </c:pt>
                <c:pt idx="9868">
                  <c:v>2.51369</c:v>
                </c:pt>
                <c:pt idx="9869">
                  <c:v>2.5139999999999998</c:v>
                </c:pt>
                <c:pt idx="9870">
                  <c:v>2.5143</c:v>
                </c:pt>
                <c:pt idx="9871">
                  <c:v>2.5146099999999998</c:v>
                </c:pt>
                <c:pt idx="9872">
                  <c:v>2.51491</c:v>
                </c:pt>
                <c:pt idx="9873">
                  <c:v>2.5152199999999998</c:v>
                </c:pt>
                <c:pt idx="9874">
                  <c:v>2.51553</c:v>
                </c:pt>
                <c:pt idx="9875">
                  <c:v>2.5158299999999998</c:v>
                </c:pt>
                <c:pt idx="9876">
                  <c:v>2.51614</c:v>
                </c:pt>
                <c:pt idx="9877">
                  <c:v>2.5164399999999998</c:v>
                </c:pt>
                <c:pt idx="9878">
                  <c:v>2.51675</c:v>
                </c:pt>
                <c:pt idx="9879">
                  <c:v>2.5170499999999998</c:v>
                </c:pt>
                <c:pt idx="9880">
                  <c:v>2.51736</c:v>
                </c:pt>
                <c:pt idx="9881">
                  <c:v>2.5176599999999998</c:v>
                </c:pt>
                <c:pt idx="9882">
                  <c:v>2.51797</c:v>
                </c:pt>
                <c:pt idx="9883">
                  <c:v>2.5182699999999998</c:v>
                </c:pt>
                <c:pt idx="9884">
                  <c:v>2.51858</c:v>
                </c:pt>
                <c:pt idx="9885">
                  <c:v>2.5188799999999998</c:v>
                </c:pt>
                <c:pt idx="9886">
                  <c:v>2.51919</c:v>
                </c:pt>
                <c:pt idx="9887">
                  <c:v>2.5194999999999999</c:v>
                </c:pt>
                <c:pt idx="9888">
                  <c:v>2.5198</c:v>
                </c:pt>
                <c:pt idx="9889">
                  <c:v>2.5201099999999999</c:v>
                </c:pt>
                <c:pt idx="9890">
                  <c:v>2.52041</c:v>
                </c:pt>
                <c:pt idx="9891">
                  <c:v>2.5207199999999998</c:v>
                </c:pt>
                <c:pt idx="9892">
                  <c:v>2.52102</c:v>
                </c:pt>
                <c:pt idx="9893">
                  <c:v>2.5213299999999998</c:v>
                </c:pt>
                <c:pt idx="9894">
                  <c:v>2.52163</c:v>
                </c:pt>
                <c:pt idx="9895">
                  <c:v>2.5219399999999998</c:v>
                </c:pt>
                <c:pt idx="9896">
                  <c:v>2.52224</c:v>
                </c:pt>
                <c:pt idx="9897">
                  <c:v>2.5225499999999998</c:v>
                </c:pt>
                <c:pt idx="9898">
                  <c:v>2.5228600000000001</c:v>
                </c:pt>
                <c:pt idx="9899">
                  <c:v>2.5231599999999998</c:v>
                </c:pt>
                <c:pt idx="9900">
                  <c:v>2.5234700000000001</c:v>
                </c:pt>
                <c:pt idx="9901">
                  <c:v>2.5237699999999998</c:v>
                </c:pt>
                <c:pt idx="9902">
                  <c:v>2.5240800000000001</c:v>
                </c:pt>
                <c:pt idx="9903">
                  <c:v>2.5243799999999998</c:v>
                </c:pt>
                <c:pt idx="9904">
                  <c:v>2.5246900000000001</c:v>
                </c:pt>
                <c:pt idx="9905">
                  <c:v>2.5249899999999998</c:v>
                </c:pt>
                <c:pt idx="9906">
                  <c:v>2.5253000000000001</c:v>
                </c:pt>
                <c:pt idx="9907">
                  <c:v>2.5255999999999998</c:v>
                </c:pt>
                <c:pt idx="9908">
                  <c:v>2.5259100000000001</c:v>
                </c:pt>
                <c:pt idx="9909">
                  <c:v>2.5262099999999998</c:v>
                </c:pt>
                <c:pt idx="9910">
                  <c:v>2.5265200000000001</c:v>
                </c:pt>
                <c:pt idx="9911">
                  <c:v>2.5268299999999999</c:v>
                </c:pt>
                <c:pt idx="9912">
                  <c:v>2.5271300000000001</c:v>
                </c:pt>
                <c:pt idx="9913">
                  <c:v>2.5274399999999999</c:v>
                </c:pt>
                <c:pt idx="9914">
                  <c:v>2.5277400000000001</c:v>
                </c:pt>
                <c:pt idx="9915">
                  <c:v>2.5280499999999999</c:v>
                </c:pt>
                <c:pt idx="9916">
                  <c:v>2.5283500000000001</c:v>
                </c:pt>
                <c:pt idx="9917">
                  <c:v>2.5286599999999999</c:v>
                </c:pt>
                <c:pt idx="9918">
                  <c:v>2.5289600000000001</c:v>
                </c:pt>
                <c:pt idx="9919">
                  <c:v>2.5292699999999999</c:v>
                </c:pt>
                <c:pt idx="9920">
                  <c:v>2.5295700000000001</c:v>
                </c:pt>
                <c:pt idx="9921">
                  <c:v>2.5298799999999999</c:v>
                </c:pt>
                <c:pt idx="9922">
                  <c:v>2.5301800000000001</c:v>
                </c:pt>
                <c:pt idx="9923">
                  <c:v>2.5304899999999999</c:v>
                </c:pt>
                <c:pt idx="9924">
                  <c:v>2.5308000000000002</c:v>
                </c:pt>
                <c:pt idx="9925">
                  <c:v>2.5310999999999999</c:v>
                </c:pt>
                <c:pt idx="9926">
                  <c:v>2.5314100000000002</c:v>
                </c:pt>
                <c:pt idx="9927">
                  <c:v>2.5317099999999999</c:v>
                </c:pt>
                <c:pt idx="9928">
                  <c:v>2.5320200000000002</c:v>
                </c:pt>
                <c:pt idx="9929">
                  <c:v>2.5323199999999999</c:v>
                </c:pt>
                <c:pt idx="9930">
                  <c:v>2.5326300000000002</c:v>
                </c:pt>
                <c:pt idx="9931">
                  <c:v>2.5329299999999999</c:v>
                </c:pt>
                <c:pt idx="9932">
                  <c:v>2.5332400000000002</c:v>
                </c:pt>
                <c:pt idx="9933">
                  <c:v>2.5335399999999999</c:v>
                </c:pt>
                <c:pt idx="9934">
                  <c:v>2.5338500000000002</c:v>
                </c:pt>
                <c:pt idx="9935">
                  <c:v>2.5341499999999999</c:v>
                </c:pt>
                <c:pt idx="9936">
                  <c:v>2.5344600000000002</c:v>
                </c:pt>
                <c:pt idx="9937">
                  <c:v>2.53477</c:v>
                </c:pt>
                <c:pt idx="9938">
                  <c:v>2.5350700000000002</c:v>
                </c:pt>
                <c:pt idx="9939">
                  <c:v>2.53538</c:v>
                </c:pt>
                <c:pt idx="9940">
                  <c:v>2.5356800000000002</c:v>
                </c:pt>
                <c:pt idx="9941">
                  <c:v>2.53599</c:v>
                </c:pt>
                <c:pt idx="9942">
                  <c:v>2.5362900000000002</c:v>
                </c:pt>
                <c:pt idx="9943">
                  <c:v>2.5366</c:v>
                </c:pt>
                <c:pt idx="9944">
                  <c:v>2.5369000000000002</c:v>
                </c:pt>
                <c:pt idx="9945">
                  <c:v>2.53721</c:v>
                </c:pt>
                <c:pt idx="9946">
                  <c:v>2.5375100000000002</c:v>
                </c:pt>
                <c:pt idx="9947">
                  <c:v>2.53782</c:v>
                </c:pt>
                <c:pt idx="9948">
                  <c:v>2.5381300000000002</c:v>
                </c:pt>
                <c:pt idx="9949">
                  <c:v>2.53843</c:v>
                </c:pt>
                <c:pt idx="9950">
                  <c:v>2.5387400000000002</c:v>
                </c:pt>
                <c:pt idx="9951">
                  <c:v>2.53904</c:v>
                </c:pt>
                <c:pt idx="9952">
                  <c:v>2.5393500000000002</c:v>
                </c:pt>
                <c:pt idx="9953">
                  <c:v>2.53965</c:v>
                </c:pt>
                <c:pt idx="9954">
                  <c:v>2.5399600000000002</c:v>
                </c:pt>
                <c:pt idx="9955">
                  <c:v>2.54026</c:v>
                </c:pt>
                <c:pt idx="9956">
                  <c:v>2.5405700000000002</c:v>
                </c:pt>
                <c:pt idx="9957">
                  <c:v>2.54087</c:v>
                </c:pt>
                <c:pt idx="9958">
                  <c:v>2.5411800000000002</c:v>
                </c:pt>
                <c:pt idx="9959">
                  <c:v>2.54148</c:v>
                </c:pt>
                <c:pt idx="9960">
                  <c:v>2.5417900000000002</c:v>
                </c:pt>
                <c:pt idx="9961">
                  <c:v>2.5421</c:v>
                </c:pt>
                <c:pt idx="9962">
                  <c:v>2.5424000000000002</c:v>
                </c:pt>
                <c:pt idx="9963">
                  <c:v>2.54271</c:v>
                </c:pt>
                <c:pt idx="9964">
                  <c:v>2.5430100000000002</c:v>
                </c:pt>
                <c:pt idx="9965">
                  <c:v>2.54332</c:v>
                </c:pt>
                <c:pt idx="9966">
                  <c:v>2.5436200000000002</c:v>
                </c:pt>
                <c:pt idx="9967">
                  <c:v>2.54393</c:v>
                </c:pt>
                <c:pt idx="9968">
                  <c:v>2.5442300000000002</c:v>
                </c:pt>
                <c:pt idx="9969">
                  <c:v>2.54454</c:v>
                </c:pt>
                <c:pt idx="9970">
                  <c:v>2.5448400000000002</c:v>
                </c:pt>
                <c:pt idx="9971">
                  <c:v>2.54515</c:v>
                </c:pt>
                <c:pt idx="9972">
                  <c:v>2.5454500000000002</c:v>
                </c:pt>
                <c:pt idx="9973">
                  <c:v>2.54576</c:v>
                </c:pt>
                <c:pt idx="9974">
                  <c:v>2.5460699999999998</c:v>
                </c:pt>
                <c:pt idx="9975">
                  <c:v>2.54637</c:v>
                </c:pt>
                <c:pt idx="9976">
                  <c:v>2.5466799999999998</c:v>
                </c:pt>
                <c:pt idx="9977">
                  <c:v>2.54698</c:v>
                </c:pt>
                <c:pt idx="9978">
                  <c:v>2.5472899999999998</c:v>
                </c:pt>
                <c:pt idx="9979">
                  <c:v>2.54759</c:v>
                </c:pt>
                <c:pt idx="9980">
                  <c:v>2.5478999999999998</c:v>
                </c:pt>
                <c:pt idx="9981">
                  <c:v>2.5482</c:v>
                </c:pt>
                <c:pt idx="9982">
                  <c:v>2.5485099999999998</c:v>
                </c:pt>
                <c:pt idx="9983">
                  <c:v>2.54881</c:v>
                </c:pt>
                <c:pt idx="9984">
                  <c:v>2.5491199999999998</c:v>
                </c:pt>
                <c:pt idx="9985">
                  <c:v>2.54942</c:v>
                </c:pt>
                <c:pt idx="9986">
                  <c:v>2.5497299999999998</c:v>
                </c:pt>
                <c:pt idx="9987">
                  <c:v>2.5500400000000001</c:v>
                </c:pt>
                <c:pt idx="9988">
                  <c:v>2.5503399999999998</c:v>
                </c:pt>
                <c:pt idx="9989">
                  <c:v>2.5506500000000001</c:v>
                </c:pt>
                <c:pt idx="9990">
                  <c:v>2.5509499999999998</c:v>
                </c:pt>
                <c:pt idx="9991">
                  <c:v>2.5512600000000001</c:v>
                </c:pt>
                <c:pt idx="9992">
                  <c:v>2.5515599999999998</c:v>
                </c:pt>
                <c:pt idx="9993">
                  <c:v>2.5518700000000001</c:v>
                </c:pt>
                <c:pt idx="9994">
                  <c:v>2.5521699999999998</c:v>
                </c:pt>
                <c:pt idx="9995">
                  <c:v>2.5524800000000001</c:v>
                </c:pt>
                <c:pt idx="9996">
                  <c:v>2.5527799999999998</c:v>
                </c:pt>
                <c:pt idx="9997">
                  <c:v>2.5530900000000001</c:v>
                </c:pt>
                <c:pt idx="9998">
                  <c:v>2.5533899999999998</c:v>
                </c:pt>
                <c:pt idx="9999">
                  <c:v>2.5537000000000001</c:v>
                </c:pt>
                <c:pt idx="10000">
                  <c:v>2.5540099999999999</c:v>
                </c:pt>
                <c:pt idx="10001">
                  <c:v>2.5543100000000001</c:v>
                </c:pt>
                <c:pt idx="10002">
                  <c:v>2.5546199999999999</c:v>
                </c:pt>
                <c:pt idx="10003">
                  <c:v>2.5549200000000001</c:v>
                </c:pt>
                <c:pt idx="10004">
                  <c:v>2.5552299999999999</c:v>
                </c:pt>
                <c:pt idx="10005">
                  <c:v>2.5555300000000001</c:v>
                </c:pt>
                <c:pt idx="10006">
                  <c:v>2.5558399999999999</c:v>
                </c:pt>
                <c:pt idx="10007">
                  <c:v>2.5561400000000001</c:v>
                </c:pt>
                <c:pt idx="10008">
                  <c:v>2.5564499999999999</c:v>
                </c:pt>
                <c:pt idx="10009">
                  <c:v>2.5567500000000001</c:v>
                </c:pt>
                <c:pt idx="10010">
                  <c:v>2.5570599999999999</c:v>
                </c:pt>
                <c:pt idx="10011">
                  <c:v>2.5573700000000001</c:v>
                </c:pt>
                <c:pt idx="10012">
                  <c:v>2.5576699999999999</c:v>
                </c:pt>
                <c:pt idx="10013">
                  <c:v>2.5579800000000001</c:v>
                </c:pt>
                <c:pt idx="10014">
                  <c:v>2.5582799999999999</c:v>
                </c:pt>
                <c:pt idx="10015">
                  <c:v>2.5585900000000001</c:v>
                </c:pt>
                <c:pt idx="10016">
                  <c:v>2.5588899999999999</c:v>
                </c:pt>
                <c:pt idx="10017">
                  <c:v>2.5592000000000001</c:v>
                </c:pt>
                <c:pt idx="10018">
                  <c:v>2.5594999999999999</c:v>
                </c:pt>
                <c:pt idx="10019">
                  <c:v>2.5598100000000001</c:v>
                </c:pt>
                <c:pt idx="10020">
                  <c:v>2.5601099999999999</c:v>
                </c:pt>
                <c:pt idx="10021">
                  <c:v>2.5604200000000001</c:v>
                </c:pt>
                <c:pt idx="10022">
                  <c:v>2.5607199999999999</c:v>
                </c:pt>
                <c:pt idx="10023">
                  <c:v>2.5610300000000001</c:v>
                </c:pt>
                <c:pt idx="10024">
                  <c:v>2.56134</c:v>
                </c:pt>
                <c:pt idx="10025">
                  <c:v>2.5616400000000001</c:v>
                </c:pt>
                <c:pt idx="10026">
                  <c:v>2.5619499999999999</c:v>
                </c:pt>
                <c:pt idx="10027">
                  <c:v>2.5622500000000001</c:v>
                </c:pt>
                <c:pt idx="10028">
                  <c:v>2.5625599999999999</c:v>
                </c:pt>
                <c:pt idx="10029">
                  <c:v>2.5628600000000001</c:v>
                </c:pt>
                <c:pt idx="10030">
                  <c:v>2.5631699999999999</c:v>
                </c:pt>
                <c:pt idx="10031">
                  <c:v>2.5634700000000001</c:v>
                </c:pt>
                <c:pt idx="10032">
                  <c:v>2.5637799999999999</c:v>
                </c:pt>
                <c:pt idx="10033">
                  <c:v>2.5640800000000001</c:v>
                </c:pt>
                <c:pt idx="10034">
                  <c:v>2.5643899999999999</c:v>
                </c:pt>
                <c:pt idx="10035">
                  <c:v>2.5646900000000001</c:v>
                </c:pt>
                <c:pt idx="10036">
                  <c:v>2.5649999999999999</c:v>
                </c:pt>
                <c:pt idx="10037">
                  <c:v>2.5653100000000002</c:v>
                </c:pt>
                <c:pt idx="10038">
                  <c:v>2.5656099999999999</c:v>
                </c:pt>
                <c:pt idx="10039">
                  <c:v>2.5659200000000002</c:v>
                </c:pt>
                <c:pt idx="10040">
                  <c:v>2.5662199999999999</c:v>
                </c:pt>
                <c:pt idx="10041">
                  <c:v>2.5665300000000002</c:v>
                </c:pt>
                <c:pt idx="10042">
                  <c:v>2.5668299999999999</c:v>
                </c:pt>
                <c:pt idx="10043">
                  <c:v>2.5671400000000002</c:v>
                </c:pt>
                <c:pt idx="10044">
                  <c:v>2.5674399999999999</c:v>
                </c:pt>
                <c:pt idx="10045">
                  <c:v>2.5677500000000002</c:v>
                </c:pt>
                <c:pt idx="10046">
                  <c:v>2.5680499999999999</c:v>
                </c:pt>
                <c:pt idx="10047">
                  <c:v>2.5683600000000002</c:v>
                </c:pt>
                <c:pt idx="10048">
                  <c:v>2.5686599999999999</c:v>
                </c:pt>
                <c:pt idx="10049">
                  <c:v>2.5689700000000002</c:v>
                </c:pt>
                <c:pt idx="10050">
                  <c:v>2.56928</c:v>
                </c:pt>
                <c:pt idx="10051">
                  <c:v>2.5695800000000002</c:v>
                </c:pt>
                <c:pt idx="10052">
                  <c:v>2.56989</c:v>
                </c:pt>
                <c:pt idx="10053">
                  <c:v>2.5701900000000002</c:v>
                </c:pt>
                <c:pt idx="10054">
                  <c:v>2.5705</c:v>
                </c:pt>
                <c:pt idx="10055">
                  <c:v>2.5708000000000002</c:v>
                </c:pt>
                <c:pt idx="10056">
                  <c:v>2.57111</c:v>
                </c:pt>
                <c:pt idx="10057">
                  <c:v>2.5714100000000002</c:v>
                </c:pt>
                <c:pt idx="10058">
                  <c:v>2.57172</c:v>
                </c:pt>
                <c:pt idx="10059">
                  <c:v>2.5720200000000002</c:v>
                </c:pt>
                <c:pt idx="10060">
                  <c:v>2.57233</c:v>
                </c:pt>
                <c:pt idx="10061">
                  <c:v>2.5726300000000002</c:v>
                </c:pt>
                <c:pt idx="10062">
                  <c:v>2.57294</c:v>
                </c:pt>
                <c:pt idx="10063">
                  <c:v>2.5732499999999998</c:v>
                </c:pt>
                <c:pt idx="10064">
                  <c:v>2.57355</c:v>
                </c:pt>
                <c:pt idx="10065">
                  <c:v>2.5738599999999998</c:v>
                </c:pt>
                <c:pt idx="10066">
                  <c:v>2.57416</c:v>
                </c:pt>
                <c:pt idx="10067">
                  <c:v>2.5744699999999998</c:v>
                </c:pt>
                <c:pt idx="10068">
                  <c:v>2.57477</c:v>
                </c:pt>
                <c:pt idx="10069">
                  <c:v>2.5750799999999998</c:v>
                </c:pt>
                <c:pt idx="10070">
                  <c:v>2.57538</c:v>
                </c:pt>
                <c:pt idx="10071">
                  <c:v>2.5756899999999998</c:v>
                </c:pt>
                <c:pt idx="10072">
                  <c:v>2.57599</c:v>
                </c:pt>
                <c:pt idx="10073">
                  <c:v>2.5762999999999998</c:v>
                </c:pt>
                <c:pt idx="10074">
                  <c:v>2.5766100000000001</c:v>
                </c:pt>
                <c:pt idx="10075">
                  <c:v>2.5769099999999998</c:v>
                </c:pt>
                <c:pt idx="10076">
                  <c:v>2.5772200000000001</c:v>
                </c:pt>
                <c:pt idx="10077">
                  <c:v>2.5775199999999998</c:v>
                </c:pt>
                <c:pt idx="10078">
                  <c:v>2.5778300000000001</c:v>
                </c:pt>
                <c:pt idx="10079">
                  <c:v>2.5781299999999998</c:v>
                </c:pt>
                <c:pt idx="10080">
                  <c:v>2.5784400000000001</c:v>
                </c:pt>
                <c:pt idx="10081">
                  <c:v>2.5787399999999998</c:v>
                </c:pt>
                <c:pt idx="10082">
                  <c:v>2.5790500000000001</c:v>
                </c:pt>
                <c:pt idx="10083">
                  <c:v>2.5793499999999998</c:v>
                </c:pt>
                <c:pt idx="10084">
                  <c:v>2.5796600000000001</c:v>
                </c:pt>
                <c:pt idx="10085">
                  <c:v>2.5799599999999998</c:v>
                </c:pt>
                <c:pt idx="10086">
                  <c:v>2.5802700000000001</c:v>
                </c:pt>
                <c:pt idx="10087">
                  <c:v>2.5805799999999999</c:v>
                </c:pt>
                <c:pt idx="10088">
                  <c:v>2.5808800000000001</c:v>
                </c:pt>
                <c:pt idx="10089">
                  <c:v>2.5811899999999999</c:v>
                </c:pt>
                <c:pt idx="10090">
                  <c:v>2.5814900000000001</c:v>
                </c:pt>
                <c:pt idx="10091">
                  <c:v>2.5817999999999999</c:v>
                </c:pt>
                <c:pt idx="10092">
                  <c:v>2.5821000000000001</c:v>
                </c:pt>
                <c:pt idx="10093">
                  <c:v>2.5824099999999999</c:v>
                </c:pt>
                <c:pt idx="10094">
                  <c:v>2.5827100000000001</c:v>
                </c:pt>
                <c:pt idx="10095">
                  <c:v>2.5830199999999999</c:v>
                </c:pt>
                <c:pt idx="10096">
                  <c:v>2.5833200000000001</c:v>
                </c:pt>
                <c:pt idx="10097">
                  <c:v>2.5836299999999999</c:v>
                </c:pt>
                <c:pt idx="10098">
                  <c:v>2.5839300000000001</c:v>
                </c:pt>
                <c:pt idx="10099">
                  <c:v>2.5842399999999999</c:v>
                </c:pt>
                <c:pt idx="10100">
                  <c:v>2.5845500000000001</c:v>
                </c:pt>
                <c:pt idx="10101">
                  <c:v>2.5848499999999999</c:v>
                </c:pt>
                <c:pt idx="10102">
                  <c:v>2.5851600000000001</c:v>
                </c:pt>
                <c:pt idx="10103">
                  <c:v>2.5854599999999999</c:v>
                </c:pt>
                <c:pt idx="10104">
                  <c:v>2.5857700000000001</c:v>
                </c:pt>
                <c:pt idx="10105">
                  <c:v>2.5860699999999999</c:v>
                </c:pt>
                <c:pt idx="10106">
                  <c:v>2.5863800000000001</c:v>
                </c:pt>
                <c:pt idx="10107">
                  <c:v>2.5866799999999999</c:v>
                </c:pt>
                <c:pt idx="10108">
                  <c:v>2.5869900000000001</c:v>
                </c:pt>
                <c:pt idx="10109">
                  <c:v>2.5872899999999999</c:v>
                </c:pt>
                <c:pt idx="10110">
                  <c:v>2.5876000000000001</c:v>
                </c:pt>
                <c:pt idx="10111">
                  <c:v>2.5878999999999999</c:v>
                </c:pt>
                <c:pt idx="10112">
                  <c:v>2.5882100000000001</c:v>
                </c:pt>
                <c:pt idx="10113">
                  <c:v>2.5885199999999999</c:v>
                </c:pt>
                <c:pt idx="10114">
                  <c:v>2.5888200000000001</c:v>
                </c:pt>
                <c:pt idx="10115">
                  <c:v>2.5891299999999999</c:v>
                </c:pt>
                <c:pt idx="10116">
                  <c:v>2.5894300000000001</c:v>
                </c:pt>
                <c:pt idx="10117">
                  <c:v>2.5897399999999999</c:v>
                </c:pt>
                <c:pt idx="10118">
                  <c:v>2.5900400000000001</c:v>
                </c:pt>
                <c:pt idx="10119">
                  <c:v>2.5903499999999999</c:v>
                </c:pt>
                <c:pt idx="10120">
                  <c:v>2.5906500000000001</c:v>
                </c:pt>
                <c:pt idx="10121">
                  <c:v>2.5909599999999999</c:v>
                </c:pt>
                <c:pt idx="10122">
                  <c:v>2.5912600000000001</c:v>
                </c:pt>
                <c:pt idx="10123">
                  <c:v>2.5915699999999999</c:v>
                </c:pt>
                <c:pt idx="10124">
                  <c:v>2.5918800000000002</c:v>
                </c:pt>
                <c:pt idx="10125">
                  <c:v>2.5921799999999999</c:v>
                </c:pt>
                <c:pt idx="10126">
                  <c:v>2.5924900000000002</c:v>
                </c:pt>
                <c:pt idx="10127">
                  <c:v>2.5927899999999999</c:v>
                </c:pt>
                <c:pt idx="10128">
                  <c:v>2.5931000000000002</c:v>
                </c:pt>
                <c:pt idx="10129">
                  <c:v>2.5933999999999999</c:v>
                </c:pt>
                <c:pt idx="10130">
                  <c:v>2.5937100000000002</c:v>
                </c:pt>
                <c:pt idx="10131">
                  <c:v>2.5940099999999999</c:v>
                </c:pt>
                <c:pt idx="10132">
                  <c:v>2.5943200000000002</c:v>
                </c:pt>
                <c:pt idx="10133">
                  <c:v>2.5946199999999999</c:v>
                </c:pt>
                <c:pt idx="10134">
                  <c:v>2.5949300000000002</c:v>
                </c:pt>
                <c:pt idx="10135">
                  <c:v>2.5952299999999999</c:v>
                </c:pt>
                <c:pt idx="10136">
                  <c:v>2.5955400000000002</c:v>
                </c:pt>
                <c:pt idx="10137">
                  <c:v>2.59585</c:v>
                </c:pt>
                <c:pt idx="10138">
                  <c:v>2.5961500000000002</c:v>
                </c:pt>
                <c:pt idx="10139">
                  <c:v>2.59646</c:v>
                </c:pt>
                <c:pt idx="10140">
                  <c:v>2.5967600000000002</c:v>
                </c:pt>
                <c:pt idx="10141">
                  <c:v>2.59707</c:v>
                </c:pt>
                <c:pt idx="10142">
                  <c:v>2.5973700000000002</c:v>
                </c:pt>
                <c:pt idx="10143">
                  <c:v>2.59768</c:v>
                </c:pt>
                <c:pt idx="10144">
                  <c:v>2.5979800000000002</c:v>
                </c:pt>
                <c:pt idx="10145">
                  <c:v>2.59829</c:v>
                </c:pt>
                <c:pt idx="10146">
                  <c:v>2.5985900000000002</c:v>
                </c:pt>
                <c:pt idx="10147">
                  <c:v>2.5989</c:v>
                </c:pt>
                <c:pt idx="10148">
                  <c:v>2.5992000000000002</c:v>
                </c:pt>
                <c:pt idx="10149">
                  <c:v>2.59951</c:v>
                </c:pt>
                <c:pt idx="10150">
                  <c:v>2.5998199999999998</c:v>
                </c:pt>
                <c:pt idx="10151">
                  <c:v>2.60012</c:v>
                </c:pt>
                <c:pt idx="10152">
                  <c:v>2.6004299999999998</c:v>
                </c:pt>
                <c:pt idx="10153">
                  <c:v>2.60073</c:v>
                </c:pt>
                <c:pt idx="10154">
                  <c:v>2.6010399999999998</c:v>
                </c:pt>
                <c:pt idx="10155">
                  <c:v>2.60134</c:v>
                </c:pt>
                <c:pt idx="10156">
                  <c:v>2.6016499999999998</c:v>
                </c:pt>
                <c:pt idx="10157">
                  <c:v>2.60195</c:v>
                </c:pt>
                <c:pt idx="10158">
                  <c:v>2.6022599999999998</c:v>
                </c:pt>
                <c:pt idx="10159">
                  <c:v>2.60256</c:v>
                </c:pt>
                <c:pt idx="10160">
                  <c:v>2.6028699999999998</c:v>
                </c:pt>
                <c:pt idx="10161">
                  <c:v>2.60317</c:v>
                </c:pt>
                <c:pt idx="10162">
                  <c:v>2.6034799999999998</c:v>
                </c:pt>
                <c:pt idx="10163">
                  <c:v>2.60379</c:v>
                </c:pt>
                <c:pt idx="10164">
                  <c:v>2.6040899999999998</c:v>
                </c:pt>
                <c:pt idx="10165">
                  <c:v>2.6044</c:v>
                </c:pt>
                <c:pt idx="10166">
                  <c:v>2.6046999999999998</c:v>
                </c:pt>
                <c:pt idx="10167">
                  <c:v>2.60501</c:v>
                </c:pt>
                <c:pt idx="10168">
                  <c:v>2.6053099999999998</c:v>
                </c:pt>
                <c:pt idx="10169">
                  <c:v>2.60562</c:v>
                </c:pt>
                <c:pt idx="10170">
                  <c:v>2.6059199999999998</c:v>
                </c:pt>
                <c:pt idx="10171">
                  <c:v>2.60623</c:v>
                </c:pt>
                <c:pt idx="10172">
                  <c:v>2.6065299999999998</c:v>
                </c:pt>
                <c:pt idx="10173">
                  <c:v>2.60684</c:v>
                </c:pt>
                <c:pt idx="10174">
                  <c:v>2.6071399999999998</c:v>
                </c:pt>
                <c:pt idx="10175">
                  <c:v>2.60745</c:v>
                </c:pt>
                <c:pt idx="10176">
                  <c:v>2.6077599999999999</c:v>
                </c:pt>
                <c:pt idx="10177">
                  <c:v>2.60806</c:v>
                </c:pt>
                <c:pt idx="10178">
                  <c:v>2.6083699999999999</c:v>
                </c:pt>
                <c:pt idx="10179">
                  <c:v>2.60867</c:v>
                </c:pt>
                <c:pt idx="10180">
                  <c:v>2.6089799999999999</c:v>
                </c:pt>
                <c:pt idx="10181">
                  <c:v>2.60928</c:v>
                </c:pt>
                <c:pt idx="10182">
                  <c:v>2.6095899999999999</c:v>
                </c:pt>
                <c:pt idx="10183">
                  <c:v>2.60989</c:v>
                </c:pt>
                <c:pt idx="10184">
                  <c:v>2.6101999999999999</c:v>
                </c:pt>
                <c:pt idx="10185">
                  <c:v>2.6105</c:v>
                </c:pt>
                <c:pt idx="10186">
                  <c:v>2.6108099999999999</c:v>
                </c:pt>
                <c:pt idx="10187">
                  <c:v>2.6111200000000001</c:v>
                </c:pt>
                <c:pt idx="10188">
                  <c:v>2.6114199999999999</c:v>
                </c:pt>
                <c:pt idx="10189">
                  <c:v>2.6117300000000001</c:v>
                </c:pt>
                <c:pt idx="10190">
                  <c:v>2.6120299999999999</c:v>
                </c:pt>
                <c:pt idx="10191">
                  <c:v>2.6123400000000001</c:v>
                </c:pt>
                <c:pt idx="10192">
                  <c:v>2.6126399999999999</c:v>
                </c:pt>
                <c:pt idx="10193">
                  <c:v>2.6129500000000001</c:v>
                </c:pt>
                <c:pt idx="10194">
                  <c:v>2.6132499999999999</c:v>
                </c:pt>
                <c:pt idx="10195">
                  <c:v>2.6135600000000001</c:v>
                </c:pt>
                <c:pt idx="10196">
                  <c:v>2.6138599999999999</c:v>
                </c:pt>
                <c:pt idx="10197">
                  <c:v>2.6141700000000001</c:v>
                </c:pt>
                <c:pt idx="10198">
                  <c:v>2.6144699999999998</c:v>
                </c:pt>
                <c:pt idx="10199">
                  <c:v>2.6147800000000001</c:v>
                </c:pt>
                <c:pt idx="10200">
                  <c:v>2.6150899999999999</c:v>
                </c:pt>
                <c:pt idx="10201">
                  <c:v>2.6153900000000001</c:v>
                </c:pt>
                <c:pt idx="10202">
                  <c:v>2.6156999999999999</c:v>
                </c:pt>
                <c:pt idx="10203">
                  <c:v>2.6160000000000001</c:v>
                </c:pt>
                <c:pt idx="10204">
                  <c:v>2.6163099999999999</c:v>
                </c:pt>
                <c:pt idx="10205">
                  <c:v>2.6166100000000001</c:v>
                </c:pt>
                <c:pt idx="10206">
                  <c:v>2.6169199999999999</c:v>
                </c:pt>
                <c:pt idx="10207">
                  <c:v>2.6172200000000001</c:v>
                </c:pt>
                <c:pt idx="10208">
                  <c:v>2.6175299999999999</c:v>
                </c:pt>
                <c:pt idx="10209">
                  <c:v>2.6178300000000001</c:v>
                </c:pt>
                <c:pt idx="10210">
                  <c:v>2.6181399999999999</c:v>
                </c:pt>
                <c:pt idx="10211">
                  <c:v>2.6184400000000001</c:v>
                </c:pt>
                <c:pt idx="10212">
                  <c:v>2.6187499999999999</c:v>
                </c:pt>
                <c:pt idx="10213">
                  <c:v>2.6190600000000002</c:v>
                </c:pt>
                <c:pt idx="10214">
                  <c:v>2.6193599999999999</c:v>
                </c:pt>
                <c:pt idx="10215">
                  <c:v>2.6196700000000002</c:v>
                </c:pt>
                <c:pt idx="10216">
                  <c:v>2.6199699999999999</c:v>
                </c:pt>
                <c:pt idx="10217">
                  <c:v>2.6202800000000002</c:v>
                </c:pt>
                <c:pt idx="10218">
                  <c:v>2.6205799999999999</c:v>
                </c:pt>
                <c:pt idx="10219">
                  <c:v>2.6208900000000002</c:v>
                </c:pt>
                <c:pt idx="10220">
                  <c:v>2.6211899999999999</c:v>
                </c:pt>
                <c:pt idx="10221">
                  <c:v>2.6215000000000002</c:v>
                </c:pt>
                <c:pt idx="10222">
                  <c:v>2.6217999999999999</c:v>
                </c:pt>
                <c:pt idx="10223">
                  <c:v>2.6221100000000002</c:v>
                </c:pt>
                <c:pt idx="10224">
                  <c:v>2.6224099999999999</c:v>
                </c:pt>
                <c:pt idx="10225">
                  <c:v>2.6227200000000002</c:v>
                </c:pt>
                <c:pt idx="10226">
                  <c:v>2.62303</c:v>
                </c:pt>
                <c:pt idx="10227">
                  <c:v>2.6233300000000002</c:v>
                </c:pt>
                <c:pt idx="10228">
                  <c:v>2.62364</c:v>
                </c:pt>
                <c:pt idx="10229">
                  <c:v>2.6239400000000002</c:v>
                </c:pt>
                <c:pt idx="10230">
                  <c:v>2.62425</c:v>
                </c:pt>
                <c:pt idx="10231">
                  <c:v>2.6245500000000002</c:v>
                </c:pt>
                <c:pt idx="10232">
                  <c:v>2.62486</c:v>
                </c:pt>
                <c:pt idx="10233">
                  <c:v>2.6251600000000002</c:v>
                </c:pt>
                <c:pt idx="10234">
                  <c:v>2.62547</c:v>
                </c:pt>
                <c:pt idx="10235">
                  <c:v>2.6257700000000002</c:v>
                </c:pt>
                <c:pt idx="10236">
                  <c:v>2.62608</c:v>
                </c:pt>
                <c:pt idx="10237">
                  <c:v>2.6263800000000002</c:v>
                </c:pt>
                <c:pt idx="10238">
                  <c:v>2.62669</c:v>
                </c:pt>
                <c:pt idx="10239">
                  <c:v>2.6269999999999998</c:v>
                </c:pt>
                <c:pt idx="10240">
                  <c:v>2.6273</c:v>
                </c:pt>
                <c:pt idx="10241">
                  <c:v>2.6276099999999998</c:v>
                </c:pt>
                <c:pt idx="10242">
                  <c:v>2.62791</c:v>
                </c:pt>
                <c:pt idx="10243">
                  <c:v>2.6282199999999998</c:v>
                </c:pt>
                <c:pt idx="10244">
                  <c:v>2.62852</c:v>
                </c:pt>
                <c:pt idx="10245">
                  <c:v>2.6288299999999998</c:v>
                </c:pt>
                <c:pt idx="10246">
                  <c:v>2.62913</c:v>
                </c:pt>
                <c:pt idx="10247">
                  <c:v>2.6294400000000002</c:v>
                </c:pt>
                <c:pt idx="10248">
                  <c:v>2.62974</c:v>
                </c:pt>
                <c:pt idx="10249">
                  <c:v>2.6300500000000002</c:v>
                </c:pt>
                <c:pt idx="10250">
                  <c:v>2.63036</c:v>
                </c:pt>
                <c:pt idx="10251">
                  <c:v>2.6306600000000002</c:v>
                </c:pt>
                <c:pt idx="10252">
                  <c:v>2.63097</c:v>
                </c:pt>
                <c:pt idx="10253">
                  <c:v>2.6312700000000002</c:v>
                </c:pt>
                <c:pt idx="10254">
                  <c:v>2.63158</c:v>
                </c:pt>
                <c:pt idx="10255">
                  <c:v>2.6318800000000002</c:v>
                </c:pt>
                <c:pt idx="10256">
                  <c:v>2.63219</c:v>
                </c:pt>
                <c:pt idx="10257">
                  <c:v>2.6324900000000002</c:v>
                </c:pt>
                <c:pt idx="10258">
                  <c:v>2.6328</c:v>
                </c:pt>
                <c:pt idx="10259">
                  <c:v>2.6331000000000002</c:v>
                </c:pt>
                <c:pt idx="10260">
                  <c:v>2.63341</c:v>
                </c:pt>
                <c:pt idx="10261">
                  <c:v>2.6337100000000002</c:v>
                </c:pt>
                <c:pt idx="10262">
                  <c:v>2.63402</c:v>
                </c:pt>
                <c:pt idx="10263">
                  <c:v>2.6343299999999998</c:v>
                </c:pt>
                <c:pt idx="10264">
                  <c:v>2.63463</c:v>
                </c:pt>
                <c:pt idx="10265">
                  <c:v>2.6349399999999998</c:v>
                </c:pt>
                <c:pt idx="10266">
                  <c:v>2.63524</c:v>
                </c:pt>
                <c:pt idx="10267">
                  <c:v>2.6355499999999998</c:v>
                </c:pt>
                <c:pt idx="10268">
                  <c:v>2.63585</c:v>
                </c:pt>
                <c:pt idx="10269">
                  <c:v>2.6361599999999998</c:v>
                </c:pt>
                <c:pt idx="10270">
                  <c:v>2.63646</c:v>
                </c:pt>
                <c:pt idx="10271">
                  <c:v>2.6367699999999998</c:v>
                </c:pt>
                <c:pt idx="10272">
                  <c:v>2.63707</c:v>
                </c:pt>
                <c:pt idx="10273">
                  <c:v>2.6373799999999998</c:v>
                </c:pt>
                <c:pt idx="10274">
                  <c:v>2.63768</c:v>
                </c:pt>
                <c:pt idx="10275">
                  <c:v>2.6379899999999998</c:v>
                </c:pt>
                <c:pt idx="10276">
                  <c:v>2.6383000000000001</c:v>
                </c:pt>
                <c:pt idx="10277">
                  <c:v>2.6385999999999998</c:v>
                </c:pt>
                <c:pt idx="10278">
                  <c:v>2.6389100000000001</c:v>
                </c:pt>
                <c:pt idx="10279">
                  <c:v>2.6392099999999998</c:v>
                </c:pt>
                <c:pt idx="10280">
                  <c:v>2.6395200000000001</c:v>
                </c:pt>
                <c:pt idx="10281">
                  <c:v>2.6398199999999998</c:v>
                </c:pt>
                <c:pt idx="10282">
                  <c:v>2.6401300000000001</c:v>
                </c:pt>
                <c:pt idx="10283">
                  <c:v>2.6404299999999998</c:v>
                </c:pt>
                <c:pt idx="10284">
                  <c:v>2.6407400000000001</c:v>
                </c:pt>
                <c:pt idx="10285">
                  <c:v>2.6410399999999998</c:v>
                </c:pt>
                <c:pt idx="10286">
                  <c:v>2.6413500000000001</c:v>
                </c:pt>
                <c:pt idx="10287">
                  <c:v>2.6416499999999998</c:v>
                </c:pt>
                <c:pt idx="10288">
                  <c:v>2.6419600000000001</c:v>
                </c:pt>
                <c:pt idx="10289">
                  <c:v>2.6422699999999999</c:v>
                </c:pt>
                <c:pt idx="10290">
                  <c:v>2.6425700000000001</c:v>
                </c:pt>
                <c:pt idx="10291">
                  <c:v>2.6428799999999999</c:v>
                </c:pt>
                <c:pt idx="10292">
                  <c:v>2.6431800000000001</c:v>
                </c:pt>
                <c:pt idx="10293">
                  <c:v>2.6434899999999999</c:v>
                </c:pt>
                <c:pt idx="10294">
                  <c:v>2.6437900000000001</c:v>
                </c:pt>
                <c:pt idx="10295">
                  <c:v>2.6440999999999999</c:v>
                </c:pt>
                <c:pt idx="10296">
                  <c:v>2.6444000000000001</c:v>
                </c:pt>
                <c:pt idx="10297">
                  <c:v>2.6447099999999999</c:v>
                </c:pt>
                <c:pt idx="10298">
                  <c:v>2.6450100000000001</c:v>
                </c:pt>
                <c:pt idx="10299">
                  <c:v>2.6453199999999999</c:v>
                </c:pt>
                <c:pt idx="10300">
                  <c:v>2.6456300000000001</c:v>
                </c:pt>
                <c:pt idx="10301">
                  <c:v>2.6459299999999999</c:v>
                </c:pt>
                <c:pt idx="10302">
                  <c:v>2.6462400000000001</c:v>
                </c:pt>
                <c:pt idx="10303">
                  <c:v>2.6465399999999999</c:v>
                </c:pt>
                <c:pt idx="10304">
                  <c:v>2.6468500000000001</c:v>
                </c:pt>
                <c:pt idx="10305">
                  <c:v>2.6471499999999999</c:v>
                </c:pt>
                <c:pt idx="10306">
                  <c:v>2.6474600000000001</c:v>
                </c:pt>
                <c:pt idx="10307">
                  <c:v>2.6477599999999999</c:v>
                </c:pt>
                <c:pt idx="10308">
                  <c:v>2.6480700000000001</c:v>
                </c:pt>
                <c:pt idx="10309">
                  <c:v>2.6483699999999999</c:v>
                </c:pt>
                <c:pt idx="10310">
                  <c:v>2.6486800000000001</c:v>
                </c:pt>
                <c:pt idx="10311">
                  <c:v>2.6489799999999999</c:v>
                </c:pt>
                <c:pt idx="10312">
                  <c:v>2.6492900000000001</c:v>
                </c:pt>
                <c:pt idx="10313">
                  <c:v>2.6496</c:v>
                </c:pt>
                <c:pt idx="10314">
                  <c:v>2.6499000000000001</c:v>
                </c:pt>
                <c:pt idx="10315">
                  <c:v>2.65021</c:v>
                </c:pt>
                <c:pt idx="10316">
                  <c:v>2.6505100000000001</c:v>
                </c:pt>
                <c:pt idx="10317">
                  <c:v>2.65082</c:v>
                </c:pt>
                <c:pt idx="10318">
                  <c:v>2.6511200000000001</c:v>
                </c:pt>
                <c:pt idx="10319">
                  <c:v>2.65143</c:v>
                </c:pt>
                <c:pt idx="10320">
                  <c:v>2.6517300000000001</c:v>
                </c:pt>
                <c:pt idx="10321">
                  <c:v>2.65204</c:v>
                </c:pt>
                <c:pt idx="10322">
                  <c:v>2.6523400000000001</c:v>
                </c:pt>
                <c:pt idx="10323">
                  <c:v>2.65265</c:v>
                </c:pt>
                <c:pt idx="10324">
                  <c:v>2.6529500000000001</c:v>
                </c:pt>
                <c:pt idx="10325">
                  <c:v>2.65326</c:v>
                </c:pt>
                <c:pt idx="10326">
                  <c:v>2.6535700000000002</c:v>
                </c:pt>
                <c:pt idx="10327">
                  <c:v>2.65387</c:v>
                </c:pt>
                <c:pt idx="10328">
                  <c:v>2.6541800000000002</c:v>
                </c:pt>
                <c:pt idx="10329">
                  <c:v>2.65448</c:v>
                </c:pt>
                <c:pt idx="10330">
                  <c:v>2.6547900000000002</c:v>
                </c:pt>
                <c:pt idx="10331">
                  <c:v>2.65509</c:v>
                </c:pt>
                <c:pt idx="10332">
                  <c:v>2.6554000000000002</c:v>
                </c:pt>
                <c:pt idx="10333">
                  <c:v>2.6556999999999999</c:v>
                </c:pt>
                <c:pt idx="10334">
                  <c:v>2.6560100000000002</c:v>
                </c:pt>
                <c:pt idx="10335">
                  <c:v>2.6563099999999999</c:v>
                </c:pt>
                <c:pt idx="10336">
                  <c:v>2.6566200000000002</c:v>
                </c:pt>
                <c:pt idx="10337">
                  <c:v>2.6569199999999999</c:v>
                </c:pt>
                <c:pt idx="10338">
                  <c:v>2.6572300000000002</c:v>
                </c:pt>
                <c:pt idx="10339">
                  <c:v>2.65754</c:v>
                </c:pt>
                <c:pt idx="10340">
                  <c:v>2.6578400000000002</c:v>
                </c:pt>
                <c:pt idx="10341">
                  <c:v>2.65815</c:v>
                </c:pt>
                <c:pt idx="10342">
                  <c:v>2.6584500000000002</c:v>
                </c:pt>
                <c:pt idx="10343">
                  <c:v>2.65876</c:v>
                </c:pt>
                <c:pt idx="10344">
                  <c:v>2.6590600000000002</c:v>
                </c:pt>
                <c:pt idx="10345">
                  <c:v>2.65937</c:v>
                </c:pt>
                <c:pt idx="10346">
                  <c:v>2.6596700000000002</c:v>
                </c:pt>
                <c:pt idx="10347">
                  <c:v>2.65998</c:v>
                </c:pt>
                <c:pt idx="10348">
                  <c:v>2.6602800000000002</c:v>
                </c:pt>
                <c:pt idx="10349">
                  <c:v>2.66059</c:v>
                </c:pt>
                <c:pt idx="10350">
                  <c:v>2.6608900000000002</c:v>
                </c:pt>
                <c:pt idx="10351">
                  <c:v>2.6612</c:v>
                </c:pt>
                <c:pt idx="10352">
                  <c:v>2.6615099999999998</c:v>
                </c:pt>
                <c:pt idx="10353">
                  <c:v>2.66181</c:v>
                </c:pt>
                <c:pt idx="10354">
                  <c:v>2.6621199999999998</c:v>
                </c:pt>
                <c:pt idx="10355">
                  <c:v>2.66242</c:v>
                </c:pt>
                <c:pt idx="10356">
                  <c:v>2.6627299999999998</c:v>
                </c:pt>
                <c:pt idx="10357">
                  <c:v>2.66303</c:v>
                </c:pt>
                <c:pt idx="10358">
                  <c:v>2.6633399999999998</c:v>
                </c:pt>
                <c:pt idx="10359">
                  <c:v>2.66364</c:v>
                </c:pt>
                <c:pt idx="10360">
                  <c:v>2.6639499999999998</c:v>
                </c:pt>
                <c:pt idx="10361">
                  <c:v>2.66425</c:v>
                </c:pt>
                <c:pt idx="10362">
                  <c:v>2.6645599999999998</c:v>
                </c:pt>
                <c:pt idx="10363">
                  <c:v>2.6648700000000001</c:v>
                </c:pt>
                <c:pt idx="10364">
                  <c:v>2.6651699999999998</c:v>
                </c:pt>
                <c:pt idx="10365">
                  <c:v>2.6654800000000001</c:v>
                </c:pt>
                <c:pt idx="10366">
                  <c:v>2.6657799999999998</c:v>
                </c:pt>
                <c:pt idx="10367">
                  <c:v>2.6660900000000001</c:v>
                </c:pt>
                <c:pt idx="10368">
                  <c:v>2.6663899999999998</c:v>
                </c:pt>
                <c:pt idx="10369">
                  <c:v>2.6667000000000001</c:v>
                </c:pt>
                <c:pt idx="10370">
                  <c:v>2.6669999999999998</c:v>
                </c:pt>
                <c:pt idx="10371">
                  <c:v>2.6673100000000001</c:v>
                </c:pt>
                <c:pt idx="10372">
                  <c:v>2.6676099999999998</c:v>
                </c:pt>
                <c:pt idx="10373">
                  <c:v>2.6679200000000001</c:v>
                </c:pt>
                <c:pt idx="10374">
                  <c:v>2.6682199999999998</c:v>
                </c:pt>
                <c:pt idx="10375">
                  <c:v>2.6685300000000001</c:v>
                </c:pt>
                <c:pt idx="10376">
                  <c:v>2.6688399999999999</c:v>
                </c:pt>
                <c:pt idx="10377">
                  <c:v>2.6691400000000001</c:v>
                </c:pt>
                <c:pt idx="10378">
                  <c:v>2.6694499999999999</c:v>
                </c:pt>
                <c:pt idx="10379">
                  <c:v>2.6697500000000001</c:v>
                </c:pt>
                <c:pt idx="10380">
                  <c:v>2.6700599999999999</c:v>
                </c:pt>
                <c:pt idx="10381">
                  <c:v>2.6703600000000001</c:v>
                </c:pt>
                <c:pt idx="10382">
                  <c:v>2.6706699999999999</c:v>
                </c:pt>
                <c:pt idx="10383">
                  <c:v>2.6709700000000001</c:v>
                </c:pt>
                <c:pt idx="10384">
                  <c:v>2.6712799999999999</c:v>
                </c:pt>
                <c:pt idx="10385">
                  <c:v>2.6715800000000001</c:v>
                </c:pt>
                <c:pt idx="10386">
                  <c:v>2.6718899999999999</c:v>
                </c:pt>
                <c:pt idx="10387">
                  <c:v>2.6721900000000001</c:v>
                </c:pt>
                <c:pt idx="10388">
                  <c:v>2.6724999999999999</c:v>
                </c:pt>
                <c:pt idx="10389">
                  <c:v>2.6728100000000001</c:v>
                </c:pt>
                <c:pt idx="10390">
                  <c:v>2.6731099999999999</c:v>
                </c:pt>
                <c:pt idx="10391">
                  <c:v>2.6734200000000001</c:v>
                </c:pt>
                <c:pt idx="10392">
                  <c:v>2.6737199999999999</c:v>
                </c:pt>
                <c:pt idx="10393">
                  <c:v>2.6740300000000001</c:v>
                </c:pt>
                <c:pt idx="10394">
                  <c:v>2.6743299999999999</c:v>
                </c:pt>
                <c:pt idx="10395">
                  <c:v>2.6746400000000001</c:v>
                </c:pt>
                <c:pt idx="10396">
                  <c:v>2.6749399999999999</c:v>
                </c:pt>
                <c:pt idx="10397">
                  <c:v>2.6752500000000001</c:v>
                </c:pt>
                <c:pt idx="10398">
                  <c:v>2.6755499999999999</c:v>
                </c:pt>
                <c:pt idx="10399">
                  <c:v>2.6758600000000001</c:v>
                </c:pt>
                <c:pt idx="10400">
                  <c:v>2.6761599999999999</c:v>
                </c:pt>
                <c:pt idx="10401">
                  <c:v>2.6764700000000001</c:v>
                </c:pt>
                <c:pt idx="10402">
                  <c:v>2.6767799999999999</c:v>
                </c:pt>
                <c:pt idx="10403">
                  <c:v>2.6770800000000001</c:v>
                </c:pt>
                <c:pt idx="10404">
                  <c:v>2.6773899999999999</c:v>
                </c:pt>
                <c:pt idx="10405">
                  <c:v>2.6776900000000001</c:v>
                </c:pt>
                <c:pt idx="10406">
                  <c:v>2.6779999999999999</c:v>
                </c:pt>
                <c:pt idx="10407">
                  <c:v>2.6783000000000001</c:v>
                </c:pt>
                <c:pt idx="10408">
                  <c:v>2.6786099999999999</c:v>
                </c:pt>
                <c:pt idx="10409">
                  <c:v>2.6789100000000001</c:v>
                </c:pt>
                <c:pt idx="10410">
                  <c:v>2.6792199999999999</c:v>
                </c:pt>
                <c:pt idx="10411">
                  <c:v>2.6795200000000001</c:v>
                </c:pt>
                <c:pt idx="10412">
                  <c:v>2.6798299999999999</c:v>
                </c:pt>
                <c:pt idx="10413">
                  <c:v>2.6801300000000001</c:v>
                </c:pt>
                <c:pt idx="10414">
                  <c:v>2.6804399999999999</c:v>
                </c:pt>
                <c:pt idx="10415">
                  <c:v>2.6807500000000002</c:v>
                </c:pt>
                <c:pt idx="10416">
                  <c:v>2.6810499999999999</c:v>
                </c:pt>
                <c:pt idx="10417">
                  <c:v>2.6813600000000002</c:v>
                </c:pt>
                <c:pt idx="10418">
                  <c:v>2.6816599999999999</c:v>
                </c:pt>
                <c:pt idx="10419">
                  <c:v>2.6819700000000002</c:v>
                </c:pt>
                <c:pt idx="10420">
                  <c:v>2.6822699999999999</c:v>
                </c:pt>
                <c:pt idx="10421">
                  <c:v>2.6825800000000002</c:v>
                </c:pt>
                <c:pt idx="10422">
                  <c:v>2.6828799999999999</c:v>
                </c:pt>
                <c:pt idx="10423">
                  <c:v>2.6831900000000002</c:v>
                </c:pt>
                <c:pt idx="10424">
                  <c:v>2.6834899999999999</c:v>
                </c:pt>
                <c:pt idx="10425">
                  <c:v>2.6838000000000002</c:v>
                </c:pt>
                <c:pt idx="10426">
                  <c:v>2.68411</c:v>
                </c:pt>
                <c:pt idx="10427">
                  <c:v>2.6844100000000002</c:v>
                </c:pt>
                <c:pt idx="10428">
                  <c:v>2.68472</c:v>
                </c:pt>
                <c:pt idx="10429">
                  <c:v>2.6850200000000002</c:v>
                </c:pt>
                <c:pt idx="10430">
                  <c:v>2.68533</c:v>
                </c:pt>
                <c:pt idx="10431">
                  <c:v>2.6856300000000002</c:v>
                </c:pt>
                <c:pt idx="10432">
                  <c:v>2.68594</c:v>
                </c:pt>
                <c:pt idx="10433">
                  <c:v>2.6862400000000002</c:v>
                </c:pt>
                <c:pt idx="10434">
                  <c:v>2.68655</c:v>
                </c:pt>
                <c:pt idx="10435">
                  <c:v>2.6868500000000002</c:v>
                </c:pt>
                <c:pt idx="10436">
                  <c:v>2.68716</c:v>
                </c:pt>
                <c:pt idx="10437">
                  <c:v>2.6874600000000002</c:v>
                </c:pt>
                <c:pt idx="10438">
                  <c:v>2.68777</c:v>
                </c:pt>
                <c:pt idx="10439">
                  <c:v>2.6880799999999998</c:v>
                </c:pt>
                <c:pt idx="10440">
                  <c:v>2.68838</c:v>
                </c:pt>
                <c:pt idx="10441">
                  <c:v>2.6886899999999998</c:v>
                </c:pt>
                <c:pt idx="10442">
                  <c:v>2.68899</c:v>
                </c:pt>
                <c:pt idx="10443">
                  <c:v>2.6892999999999998</c:v>
                </c:pt>
                <c:pt idx="10444">
                  <c:v>2.6896</c:v>
                </c:pt>
                <c:pt idx="10445">
                  <c:v>2.6899099999999998</c:v>
                </c:pt>
                <c:pt idx="10446">
                  <c:v>2.69021</c:v>
                </c:pt>
                <c:pt idx="10447">
                  <c:v>2.6905199999999998</c:v>
                </c:pt>
                <c:pt idx="10448">
                  <c:v>2.69082</c:v>
                </c:pt>
                <c:pt idx="10449">
                  <c:v>2.6911299999999998</c:v>
                </c:pt>
                <c:pt idx="10450">
                  <c:v>2.69143</c:v>
                </c:pt>
                <c:pt idx="10451">
                  <c:v>2.6917399999999998</c:v>
                </c:pt>
                <c:pt idx="10452">
                  <c:v>2.6920500000000001</c:v>
                </c:pt>
                <c:pt idx="10453">
                  <c:v>2.6923499999999998</c:v>
                </c:pt>
                <c:pt idx="10454">
                  <c:v>2.6926600000000001</c:v>
                </c:pt>
                <c:pt idx="10455">
                  <c:v>2.6929599999999998</c:v>
                </c:pt>
                <c:pt idx="10456">
                  <c:v>2.6932700000000001</c:v>
                </c:pt>
                <c:pt idx="10457">
                  <c:v>2.6935699999999998</c:v>
                </c:pt>
                <c:pt idx="10458">
                  <c:v>2.6938800000000001</c:v>
                </c:pt>
                <c:pt idx="10459">
                  <c:v>2.6941799999999998</c:v>
                </c:pt>
                <c:pt idx="10460">
                  <c:v>2.6944900000000001</c:v>
                </c:pt>
                <c:pt idx="10461">
                  <c:v>2.6947899999999998</c:v>
                </c:pt>
                <c:pt idx="10462">
                  <c:v>2.6951000000000001</c:v>
                </c:pt>
                <c:pt idx="10463">
                  <c:v>2.6953999999999998</c:v>
                </c:pt>
                <c:pt idx="10464">
                  <c:v>2.6957100000000001</c:v>
                </c:pt>
                <c:pt idx="10465">
                  <c:v>2.6960199999999999</c:v>
                </c:pt>
                <c:pt idx="10466">
                  <c:v>2.6963200000000001</c:v>
                </c:pt>
                <c:pt idx="10467">
                  <c:v>2.6966299999999999</c:v>
                </c:pt>
                <c:pt idx="10468">
                  <c:v>2.69693</c:v>
                </c:pt>
                <c:pt idx="10469">
                  <c:v>2.6972399999999999</c:v>
                </c:pt>
                <c:pt idx="10470">
                  <c:v>2.69754</c:v>
                </c:pt>
                <c:pt idx="10471">
                  <c:v>2.6978499999999999</c:v>
                </c:pt>
                <c:pt idx="10472">
                  <c:v>2.69815</c:v>
                </c:pt>
                <c:pt idx="10473">
                  <c:v>2.6984599999999999</c:v>
                </c:pt>
                <c:pt idx="10474">
                  <c:v>2.69876</c:v>
                </c:pt>
                <c:pt idx="10475">
                  <c:v>2.6990699999999999</c:v>
                </c:pt>
                <c:pt idx="10476">
                  <c:v>2.69937</c:v>
                </c:pt>
                <c:pt idx="10477">
                  <c:v>2.6996799999999999</c:v>
                </c:pt>
                <c:pt idx="10478">
                  <c:v>2.6999900000000001</c:v>
                </c:pt>
                <c:pt idx="10479">
                  <c:v>2.7002899999999999</c:v>
                </c:pt>
                <c:pt idx="10480">
                  <c:v>2.7006000000000001</c:v>
                </c:pt>
                <c:pt idx="10481">
                  <c:v>2.7008999999999999</c:v>
                </c:pt>
                <c:pt idx="10482">
                  <c:v>2.7012100000000001</c:v>
                </c:pt>
                <c:pt idx="10483">
                  <c:v>2.7015099999999999</c:v>
                </c:pt>
                <c:pt idx="10484">
                  <c:v>2.7018200000000001</c:v>
                </c:pt>
                <c:pt idx="10485">
                  <c:v>2.7021199999999999</c:v>
                </c:pt>
                <c:pt idx="10486">
                  <c:v>2.7024300000000001</c:v>
                </c:pt>
                <c:pt idx="10487">
                  <c:v>2.7027299999999999</c:v>
                </c:pt>
                <c:pt idx="10488">
                  <c:v>2.7030400000000001</c:v>
                </c:pt>
                <c:pt idx="10489">
                  <c:v>2.7033499999999999</c:v>
                </c:pt>
                <c:pt idx="10490">
                  <c:v>2.7036500000000001</c:v>
                </c:pt>
                <c:pt idx="10491">
                  <c:v>2.7039599999999999</c:v>
                </c:pt>
                <c:pt idx="10492">
                  <c:v>2.7042600000000001</c:v>
                </c:pt>
                <c:pt idx="10493">
                  <c:v>2.7045699999999999</c:v>
                </c:pt>
                <c:pt idx="10494">
                  <c:v>2.7048700000000001</c:v>
                </c:pt>
                <c:pt idx="10495">
                  <c:v>2.7051799999999999</c:v>
                </c:pt>
                <c:pt idx="10496">
                  <c:v>2.7054800000000001</c:v>
                </c:pt>
                <c:pt idx="10497">
                  <c:v>2.7057899999999999</c:v>
                </c:pt>
                <c:pt idx="10498">
                  <c:v>2.7060900000000001</c:v>
                </c:pt>
                <c:pt idx="10499">
                  <c:v>2.7063999999999999</c:v>
                </c:pt>
                <c:pt idx="10500">
                  <c:v>2.7067000000000001</c:v>
                </c:pt>
                <c:pt idx="10501">
                  <c:v>2.7070099999999999</c:v>
                </c:pt>
                <c:pt idx="10502">
                  <c:v>2.7073200000000002</c:v>
                </c:pt>
                <c:pt idx="10503">
                  <c:v>2.7076199999999999</c:v>
                </c:pt>
                <c:pt idx="10504">
                  <c:v>2.7079300000000002</c:v>
                </c:pt>
                <c:pt idx="10505">
                  <c:v>2.7082299999999999</c:v>
                </c:pt>
                <c:pt idx="10506">
                  <c:v>2.7085400000000002</c:v>
                </c:pt>
                <c:pt idx="10507">
                  <c:v>2.7088399999999999</c:v>
                </c:pt>
                <c:pt idx="10508">
                  <c:v>2.7091500000000002</c:v>
                </c:pt>
                <c:pt idx="10509">
                  <c:v>2.7094499999999999</c:v>
                </c:pt>
                <c:pt idx="10510">
                  <c:v>2.7097600000000002</c:v>
                </c:pt>
                <c:pt idx="10511">
                  <c:v>2.7100599999999999</c:v>
                </c:pt>
                <c:pt idx="10512">
                  <c:v>2.7103700000000002</c:v>
                </c:pt>
                <c:pt idx="10513">
                  <c:v>2.7106699999999999</c:v>
                </c:pt>
                <c:pt idx="10514">
                  <c:v>2.7109800000000002</c:v>
                </c:pt>
                <c:pt idx="10515">
                  <c:v>2.71129</c:v>
                </c:pt>
                <c:pt idx="10516">
                  <c:v>2.7115900000000002</c:v>
                </c:pt>
                <c:pt idx="10517">
                  <c:v>2.7119</c:v>
                </c:pt>
                <c:pt idx="10518">
                  <c:v>2.7122000000000002</c:v>
                </c:pt>
                <c:pt idx="10519">
                  <c:v>2.71251</c:v>
                </c:pt>
                <c:pt idx="10520">
                  <c:v>2.7128100000000002</c:v>
                </c:pt>
                <c:pt idx="10521">
                  <c:v>2.71312</c:v>
                </c:pt>
                <c:pt idx="10522">
                  <c:v>2.7134200000000002</c:v>
                </c:pt>
                <c:pt idx="10523">
                  <c:v>2.71373</c:v>
                </c:pt>
                <c:pt idx="10524">
                  <c:v>2.7140300000000002</c:v>
                </c:pt>
                <c:pt idx="10525">
                  <c:v>2.71434</c:v>
                </c:pt>
                <c:pt idx="10526">
                  <c:v>2.7146400000000002</c:v>
                </c:pt>
                <c:pt idx="10527">
                  <c:v>2.71495</c:v>
                </c:pt>
                <c:pt idx="10528">
                  <c:v>2.7152599999999998</c:v>
                </c:pt>
                <c:pt idx="10529">
                  <c:v>2.71556</c:v>
                </c:pt>
                <c:pt idx="10530">
                  <c:v>2.7158699999999998</c:v>
                </c:pt>
                <c:pt idx="10531">
                  <c:v>2.71617</c:v>
                </c:pt>
                <c:pt idx="10532">
                  <c:v>2.7164799999999998</c:v>
                </c:pt>
                <c:pt idx="10533">
                  <c:v>2.71678</c:v>
                </c:pt>
                <c:pt idx="10534">
                  <c:v>2.7170899999999998</c:v>
                </c:pt>
                <c:pt idx="10535">
                  <c:v>2.71739</c:v>
                </c:pt>
                <c:pt idx="10536">
                  <c:v>2.7176999999999998</c:v>
                </c:pt>
                <c:pt idx="10537">
                  <c:v>2.718</c:v>
                </c:pt>
                <c:pt idx="10538">
                  <c:v>2.7183099999999998</c:v>
                </c:pt>
                <c:pt idx="10539">
                  <c:v>2.71862</c:v>
                </c:pt>
                <c:pt idx="10540">
                  <c:v>2.7189199999999998</c:v>
                </c:pt>
                <c:pt idx="10541">
                  <c:v>2.71923</c:v>
                </c:pt>
                <c:pt idx="10542">
                  <c:v>2.7195299999999998</c:v>
                </c:pt>
                <c:pt idx="10543">
                  <c:v>2.71984</c:v>
                </c:pt>
                <c:pt idx="10544">
                  <c:v>2.7201399999999998</c:v>
                </c:pt>
                <c:pt idx="10545">
                  <c:v>2.72045</c:v>
                </c:pt>
                <c:pt idx="10546">
                  <c:v>2.7207499999999998</c:v>
                </c:pt>
                <c:pt idx="10547">
                  <c:v>2.72106</c:v>
                </c:pt>
                <c:pt idx="10548">
                  <c:v>2.7213599999999998</c:v>
                </c:pt>
                <c:pt idx="10549">
                  <c:v>2.72167</c:v>
                </c:pt>
                <c:pt idx="10550">
                  <c:v>2.7219699999999998</c:v>
                </c:pt>
                <c:pt idx="10551">
                  <c:v>2.72228</c:v>
                </c:pt>
                <c:pt idx="10552">
                  <c:v>2.7225899999999998</c:v>
                </c:pt>
                <c:pt idx="10553">
                  <c:v>2.72289</c:v>
                </c:pt>
                <c:pt idx="10554">
                  <c:v>2.7231999999999998</c:v>
                </c:pt>
                <c:pt idx="10555">
                  <c:v>2.7235</c:v>
                </c:pt>
                <c:pt idx="10556">
                  <c:v>2.7238099999999998</c:v>
                </c:pt>
                <c:pt idx="10557">
                  <c:v>2.72411</c:v>
                </c:pt>
                <c:pt idx="10558">
                  <c:v>2.7244199999999998</c:v>
                </c:pt>
                <c:pt idx="10559">
                  <c:v>2.72472</c:v>
                </c:pt>
                <c:pt idx="10560">
                  <c:v>2.7250299999999998</c:v>
                </c:pt>
                <c:pt idx="10561">
                  <c:v>2.72533</c:v>
                </c:pt>
                <c:pt idx="10562">
                  <c:v>2.7256399999999998</c:v>
                </c:pt>
                <c:pt idx="10563">
                  <c:v>2.72594</c:v>
                </c:pt>
                <c:pt idx="10564">
                  <c:v>2.7262499999999998</c:v>
                </c:pt>
                <c:pt idx="10565">
                  <c:v>2.7265600000000001</c:v>
                </c:pt>
                <c:pt idx="10566">
                  <c:v>2.7268599999999998</c:v>
                </c:pt>
                <c:pt idx="10567">
                  <c:v>2.7271700000000001</c:v>
                </c:pt>
                <c:pt idx="10568">
                  <c:v>2.7274699999999998</c:v>
                </c:pt>
                <c:pt idx="10569">
                  <c:v>2.7277800000000001</c:v>
                </c:pt>
                <c:pt idx="10570">
                  <c:v>2.7280799999999998</c:v>
                </c:pt>
                <c:pt idx="10571">
                  <c:v>2.7283900000000001</c:v>
                </c:pt>
                <c:pt idx="10572">
                  <c:v>2.7286899999999998</c:v>
                </c:pt>
                <c:pt idx="10573">
                  <c:v>2.7290000000000001</c:v>
                </c:pt>
                <c:pt idx="10574">
                  <c:v>2.7292999999999998</c:v>
                </c:pt>
                <c:pt idx="10575">
                  <c:v>2.7296100000000001</c:v>
                </c:pt>
                <c:pt idx="10576">
                  <c:v>2.7299099999999998</c:v>
                </c:pt>
                <c:pt idx="10577">
                  <c:v>2.7302200000000001</c:v>
                </c:pt>
                <c:pt idx="10578">
                  <c:v>2.7305299999999999</c:v>
                </c:pt>
                <c:pt idx="10579">
                  <c:v>2.7308300000000001</c:v>
                </c:pt>
                <c:pt idx="10580">
                  <c:v>2.7311399999999999</c:v>
                </c:pt>
                <c:pt idx="10581">
                  <c:v>2.7314400000000001</c:v>
                </c:pt>
                <c:pt idx="10582">
                  <c:v>2.7317499999999999</c:v>
                </c:pt>
                <c:pt idx="10583">
                  <c:v>2.7320500000000001</c:v>
                </c:pt>
                <c:pt idx="10584">
                  <c:v>2.7323599999999999</c:v>
                </c:pt>
                <c:pt idx="10585">
                  <c:v>2.7326600000000001</c:v>
                </c:pt>
                <c:pt idx="10586">
                  <c:v>2.7329699999999999</c:v>
                </c:pt>
                <c:pt idx="10587">
                  <c:v>2.7332700000000001</c:v>
                </c:pt>
                <c:pt idx="10588">
                  <c:v>2.7335799999999999</c:v>
                </c:pt>
                <c:pt idx="10589">
                  <c:v>2.7338800000000001</c:v>
                </c:pt>
                <c:pt idx="10590">
                  <c:v>2.7341899999999999</c:v>
                </c:pt>
                <c:pt idx="10591">
                  <c:v>2.7345000000000002</c:v>
                </c:pt>
                <c:pt idx="10592">
                  <c:v>2.7347999999999999</c:v>
                </c:pt>
                <c:pt idx="10593">
                  <c:v>2.7351100000000002</c:v>
                </c:pt>
                <c:pt idx="10594">
                  <c:v>2.7354099999999999</c:v>
                </c:pt>
                <c:pt idx="10595">
                  <c:v>2.7357200000000002</c:v>
                </c:pt>
                <c:pt idx="10596">
                  <c:v>2.7360199999999999</c:v>
                </c:pt>
                <c:pt idx="10597">
                  <c:v>2.7363300000000002</c:v>
                </c:pt>
                <c:pt idx="10598">
                  <c:v>2.7366299999999999</c:v>
                </c:pt>
                <c:pt idx="10599">
                  <c:v>2.7369400000000002</c:v>
                </c:pt>
                <c:pt idx="10600">
                  <c:v>2.7372399999999999</c:v>
                </c:pt>
                <c:pt idx="10601">
                  <c:v>2.7375500000000001</c:v>
                </c:pt>
                <c:pt idx="10602">
                  <c:v>2.73786</c:v>
                </c:pt>
                <c:pt idx="10603">
                  <c:v>2.7381600000000001</c:v>
                </c:pt>
                <c:pt idx="10604">
                  <c:v>2.73847</c:v>
                </c:pt>
                <c:pt idx="10605">
                  <c:v>2.7387700000000001</c:v>
                </c:pt>
                <c:pt idx="10606">
                  <c:v>2.73908</c:v>
                </c:pt>
                <c:pt idx="10607">
                  <c:v>2.7393800000000001</c:v>
                </c:pt>
                <c:pt idx="10608">
                  <c:v>2.73969</c:v>
                </c:pt>
                <c:pt idx="10609">
                  <c:v>2.7399900000000001</c:v>
                </c:pt>
                <c:pt idx="10610">
                  <c:v>2.7403</c:v>
                </c:pt>
                <c:pt idx="10611">
                  <c:v>2.7406000000000001</c:v>
                </c:pt>
                <c:pt idx="10612">
                  <c:v>2.74091</c:v>
                </c:pt>
                <c:pt idx="10613">
                  <c:v>2.7412100000000001</c:v>
                </c:pt>
                <c:pt idx="10614">
                  <c:v>2.74152</c:v>
                </c:pt>
                <c:pt idx="10615">
                  <c:v>2.7418300000000002</c:v>
                </c:pt>
                <c:pt idx="10616">
                  <c:v>2.74213</c:v>
                </c:pt>
                <c:pt idx="10617">
                  <c:v>2.7424400000000002</c:v>
                </c:pt>
                <c:pt idx="10618">
                  <c:v>2.74274</c:v>
                </c:pt>
                <c:pt idx="10619">
                  <c:v>2.7430500000000002</c:v>
                </c:pt>
                <c:pt idx="10620">
                  <c:v>2.74335</c:v>
                </c:pt>
                <c:pt idx="10621">
                  <c:v>2.7436600000000002</c:v>
                </c:pt>
                <c:pt idx="10622">
                  <c:v>2.74396</c:v>
                </c:pt>
                <c:pt idx="10623">
                  <c:v>2.7442700000000002</c:v>
                </c:pt>
                <c:pt idx="10624">
                  <c:v>2.74457</c:v>
                </c:pt>
                <c:pt idx="10625">
                  <c:v>2.7448800000000002</c:v>
                </c:pt>
                <c:pt idx="10626">
                  <c:v>2.74518</c:v>
                </c:pt>
                <c:pt idx="10627">
                  <c:v>2.7454900000000002</c:v>
                </c:pt>
                <c:pt idx="10628">
                  <c:v>2.7458</c:v>
                </c:pt>
                <c:pt idx="10629">
                  <c:v>2.7461000000000002</c:v>
                </c:pt>
                <c:pt idx="10630">
                  <c:v>2.74641</c:v>
                </c:pt>
                <c:pt idx="10631">
                  <c:v>2.7467100000000002</c:v>
                </c:pt>
                <c:pt idx="10632">
                  <c:v>2.74702</c:v>
                </c:pt>
                <c:pt idx="10633">
                  <c:v>2.7473200000000002</c:v>
                </c:pt>
                <c:pt idx="10634">
                  <c:v>2.74763</c:v>
                </c:pt>
                <c:pt idx="10635">
                  <c:v>2.7479300000000002</c:v>
                </c:pt>
                <c:pt idx="10636">
                  <c:v>2.74824</c:v>
                </c:pt>
                <c:pt idx="10637">
                  <c:v>2.7485400000000002</c:v>
                </c:pt>
                <c:pt idx="10638">
                  <c:v>2.74885</c:v>
                </c:pt>
                <c:pt idx="10639">
                  <c:v>2.7491500000000002</c:v>
                </c:pt>
                <c:pt idx="10640">
                  <c:v>2.74946</c:v>
                </c:pt>
                <c:pt idx="10641">
                  <c:v>2.7497699999999998</c:v>
                </c:pt>
                <c:pt idx="10642">
                  <c:v>2.75007</c:v>
                </c:pt>
                <c:pt idx="10643">
                  <c:v>2.7503799999999998</c:v>
                </c:pt>
                <c:pt idx="10644">
                  <c:v>2.75068</c:v>
                </c:pt>
                <c:pt idx="10645">
                  <c:v>2.7509899999999998</c:v>
                </c:pt>
                <c:pt idx="10646">
                  <c:v>2.75129</c:v>
                </c:pt>
                <c:pt idx="10647">
                  <c:v>2.7515999999999998</c:v>
                </c:pt>
                <c:pt idx="10648">
                  <c:v>2.7519</c:v>
                </c:pt>
                <c:pt idx="10649">
                  <c:v>2.7522099999999998</c:v>
                </c:pt>
                <c:pt idx="10650">
                  <c:v>2.75251</c:v>
                </c:pt>
                <c:pt idx="10651">
                  <c:v>2.7528199999999998</c:v>
                </c:pt>
                <c:pt idx="10652">
                  <c:v>2.75312</c:v>
                </c:pt>
                <c:pt idx="10653">
                  <c:v>2.7534299999999998</c:v>
                </c:pt>
                <c:pt idx="10654">
                  <c:v>2.7537400000000001</c:v>
                </c:pt>
                <c:pt idx="10655">
                  <c:v>2.7540399999999998</c:v>
                </c:pt>
                <c:pt idx="10656">
                  <c:v>2.7543500000000001</c:v>
                </c:pt>
                <c:pt idx="10657">
                  <c:v>2.7546499999999998</c:v>
                </c:pt>
                <c:pt idx="10658">
                  <c:v>2.7549600000000001</c:v>
                </c:pt>
                <c:pt idx="10659">
                  <c:v>2.7552599999999998</c:v>
                </c:pt>
                <c:pt idx="10660">
                  <c:v>2.7555700000000001</c:v>
                </c:pt>
                <c:pt idx="10661">
                  <c:v>2.7558699999999998</c:v>
                </c:pt>
                <c:pt idx="10662">
                  <c:v>2.7561800000000001</c:v>
                </c:pt>
                <c:pt idx="10663">
                  <c:v>2.7564799999999998</c:v>
                </c:pt>
                <c:pt idx="10664">
                  <c:v>2.7567900000000001</c:v>
                </c:pt>
                <c:pt idx="10665">
                  <c:v>2.7570999999999999</c:v>
                </c:pt>
                <c:pt idx="10666">
                  <c:v>2.7574000000000001</c:v>
                </c:pt>
                <c:pt idx="10667">
                  <c:v>2.7577099999999999</c:v>
                </c:pt>
                <c:pt idx="10668">
                  <c:v>2.7580100000000001</c:v>
                </c:pt>
                <c:pt idx="10669">
                  <c:v>2.7583199999999999</c:v>
                </c:pt>
                <c:pt idx="10670">
                  <c:v>2.7586200000000001</c:v>
                </c:pt>
                <c:pt idx="10671">
                  <c:v>2.7589299999999999</c:v>
                </c:pt>
                <c:pt idx="10672">
                  <c:v>2.7592300000000001</c:v>
                </c:pt>
                <c:pt idx="10673">
                  <c:v>2.7595399999999999</c:v>
                </c:pt>
                <c:pt idx="10674">
                  <c:v>2.7598400000000001</c:v>
                </c:pt>
                <c:pt idx="10675">
                  <c:v>2.7601499999999999</c:v>
                </c:pt>
                <c:pt idx="10676">
                  <c:v>2.7604500000000001</c:v>
                </c:pt>
                <c:pt idx="10677">
                  <c:v>2.7607599999999999</c:v>
                </c:pt>
                <c:pt idx="10678">
                  <c:v>2.7610700000000001</c:v>
                </c:pt>
                <c:pt idx="10679">
                  <c:v>2.7613699999999999</c:v>
                </c:pt>
                <c:pt idx="10680">
                  <c:v>2.7616800000000001</c:v>
                </c:pt>
                <c:pt idx="10681">
                  <c:v>2.7619799999999999</c:v>
                </c:pt>
                <c:pt idx="10682">
                  <c:v>2.7622900000000001</c:v>
                </c:pt>
                <c:pt idx="10683">
                  <c:v>2.7625899999999999</c:v>
                </c:pt>
                <c:pt idx="10684">
                  <c:v>2.7629000000000001</c:v>
                </c:pt>
                <c:pt idx="10685">
                  <c:v>2.7631999999999999</c:v>
                </c:pt>
                <c:pt idx="10686">
                  <c:v>2.7635100000000001</c:v>
                </c:pt>
                <c:pt idx="10687">
                  <c:v>2.7638099999999999</c:v>
                </c:pt>
                <c:pt idx="10688">
                  <c:v>2.7641200000000001</c:v>
                </c:pt>
                <c:pt idx="10689">
                  <c:v>2.7644199999999999</c:v>
                </c:pt>
                <c:pt idx="10690">
                  <c:v>2.7647300000000001</c:v>
                </c:pt>
                <c:pt idx="10691">
                  <c:v>2.7650399999999999</c:v>
                </c:pt>
                <c:pt idx="10692">
                  <c:v>2.7653400000000001</c:v>
                </c:pt>
                <c:pt idx="10693">
                  <c:v>2.7656499999999999</c:v>
                </c:pt>
                <c:pt idx="10694">
                  <c:v>2.7659500000000001</c:v>
                </c:pt>
                <c:pt idx="10695">
                  <c:v>2.7662599999999999</c:v>
                </c:pt>
                <c:pt idx="10696">
                  <c:v>2.7665600000000001</c:v>
                </c:pt>
                <c:pt idx="10697">
                  <c:v>2.7668699999999999</c:v>
                </c:pt>
                <c:pt idx="10698">
                  <c:v>2.7671700000000001</c:v>
                </c:pt>
                <c:pt idx="10699">
                  <c:v>2.7674799999999999</c:v>
                </c:pt>
                <c:pt idx="10700">
                  <c:v>2.7677800000000001</c:v>
                </c:pt>
                <c:pt idx="10701">
                  <c:v>2.7680899999999999</c:v>
                </c:pt>
                <c:pt idx="10702">
                  <c:v>2.7683900000000001</c:v>
                </c:pt>
                <c:pt idx="10703">
                  <c:v>2.7686999999999999</c:v>
                </c:pt>
                <c:pt idx="10704">
                  <c:v>2.7690100000000002</c:v>
                </c:pt>
                <c:pt idx="10705">
                  <c:v>2.7693099999999999</c:v>
                </c:pt>
                <c:pt idx="10706">
                  <c:v>2.7696200000000002</c:v>
                </c:pt>
                <c:pt idx="10707">
                  <c:v>2.7699199999999999</c:v>
                </c:pt>
                <c:pt idx="10708">
                  <c:v>2.7702300000000002</c:v>
                </c:pt>
                <c:pt idx="10709">
                  <c:v>2.7705299999999999</c:v>
                </c:pt>
                <c:pt idx="10710">
                  <c:v>2.7708400000000002</c:v>
                </c:pt>
                <c:pt idx="10711">
                  <c:v>2.7711399999999999</c:v>
                </c:pt>
                <c:pt idx="10712">
                  <c:v>2.7714500000000002</c:v>
                </c:pt>
                <c:pt idx="10713">
                  <c:v>2.7717499999999999</c:v>
                </c:pt>
                <c:pt idx="10714">
                  <c:v>2.7720600000000002</c:v>
                </c:pt>
                <c:pt idx="10715">
                  <c:v>2.77237</c:v>
                </c:pt>
                <c:pt idx="10716">
                  <c:v>2.7726700000000002</c:v>
                </c:pt>
                <c:pt idx="10717">
                  <c:v>2.77298</c:v>
                </c:pt>
                <c:pt idx="10718">
                  <c:v>2.7732800000000002</c:v>
                </c:pt>
                <c:pt idx="10719">
                  <c:v>2.77359</c:v>
                </c:pt>
                <c:pt idx="10720">
                  <c:v>2.7738900000000002</c:v>
                </c:pt>
                <c:pt idx="10721">
                  <c:v>2.7742</c:v>
                </c:pt>
                <c:pt idx="10722">
                  <c:v>2.7745000000000002</c:v>
                </c:pt>
                <c:pt idx="10723">
                  <c:v>2.77481</c:v>
                </c:pt>
                <c:pt idx="10724">
                  <c:v>2.7751100000000002</c:v>
                </c:pt>
                <c:pt idx="10725">
                  <c:v>2.77542</c:v>
                </c:pt>
                <c:pt idx="10726">
                  <c:v>2.7757200000000002</c:v>
                </c:pt>
                <c:pt idx="10727">
                  <c:v>2.77603</c:v>
                </c:pt>
                <c:pt idx="10728">
                  <c:v>2.7763399999999998</c:v>
                </c:pt>
                <c:pt idx="10729">
                  <c:v>2.77664</c:v>
                </c:pt>
                <c:pt idx="10730">
                  <c:v>2.7769499999999998</c:v>
                </c:pt>
                <c:pt idx="10731">
                  <c:v>2.77725</c:v>
                </c:pt>
                <c:pt idx="10732">
                  <c:v>2.7775599999999998</c:v>
                </c:pt>
                <c:pt idx="10733">
                  <c:v>2.77786</c:v>
                </c:pt>
                <c:pt idx="10734">
                  <c:v>2.7781699999999998</c:v>
                </c:pt>
                <c:pt idx="10735">
                  <c:v>2.77847</c:v>
                </c:pt>
                <c:pt idx="10736">
                  <c:v>2.7787799999999998</c:v>
                </c:pt>
                <c:pt idx="10737">
                  <c:v>2.77908</c:v>
                </c:pt>
                <c:pt idx="10738">
                  <c:v>2.7793899999999998</c:v>
                </c:pt>
                <c:pt idx="10739">
                  <c:v>2.77969</c:v>
                </c:pt>
                <c:pt idx="10740">
                  <c:v>2.78</c:v>
                </c:pt>
                <c:pt idx="10741">
                  <c:v>2.7803100000000001</c:v>
                </c:pt>
                <c:pt idx="10742">
                  <c:v>2.7806099999999998</c:v>
                </c:pt>
                <c:pt idx="10743">
                  <c:v>2.7809200000000001</c:v>
                </c:pt>
                <c:pt idx="10744">
                  <c:v>2.7812199999999998</c:v>
                </c:pt>
                <c:pt idx="10745">
                  <c:v>2.7815300000000001</c:v>
                </c:pt>
                <c:pt idx="10746">
                  <c:v>2.7818299999999998</c:v>
                </c:pt>
                <c:pt idx="10747">
                  <c:v>2.7821400000000001</c:v>
                </c:pt>
                <c:pt idx="10748">
                  <c:v>2.7824399999999998</c:v>
                </c:pt>
                <c:pt idx="10749">
                  <c:v>2.7827500000000001</c:v>
                </c:pt>
                <c:pt idx="10750">
                  <c:v>2.7830499999999998</c:v>
                </c:pt>
                <c:pt idx="10751">
                  <c:v>2.7833600000000001</c:v>
                </c:pt>
                <c:pt idx="10752">
                  <c:v>2.7836599999999998</c:v>
                </c:pt>
                <c:pt idx="10753">
                  <c:v>2.7839700000000001</c:v>
                </c:pt>
                <c:pt idx="10754">
                  <c:v>2.7842799999999999</c:v>
                </c:pt>
                <c:pt idx="10755">
                  <c:v>2.7845800000000001</c:v>
                </c:pt>
                <c:pt idx="10756">
                  <c:v>2.7848899999999999</c:v>
                </c:pt>
                <c:pt idx="10757">
                  <c:v>2.7851900000000001</c:v>
                </c:pt>
                <c:pt idx="10758">
                  <c:v>2.7854999999999999</c:v>
                </c:pt>
                <c:pt idx="10759">
                  <c:v>2.7858000000000001</c:v>
                </c:pt>
                <c:pt idx="10760">
                  <c:v>2.7861099999999999</c:v>
                </c:pt>
                <c:pt idx="10761">
                  <c:v>2.7864100000000001</c:v>
                </c:pt>
                <c:pt idx="10762">
                  <c:v>2.7867199999999999</c:v>
                </c:pt>
                <c:pt idx="10763">
                  <c:v>2.7870200000000001</c:v>
                </c:pt>
                <c:pt idx="10764">
                  <c:v>2.7873299999999999</c:v>
                </c:pt>
                <c:pt idx="10765">
                  <c:v>2.7876300000000001</c:v>
                </c:pt>
                <c:pt idx="10766">
                  <c:v>2.7879399999999999</c:v>
                </c:pt>
                <c:pt idx="10767">
                  <c:v>2.7882500000000001</c:v>
                </c:pt>
                <c:pt idx="10768">
                  <c:v>2.7885499999999999</c:v>
                </c:pt>
                <c:pt idx="10769">
                  <c:v>2.7888600000000001</c:v>
                </c:pt>
                <c:pt idx="10770">
                  <c:v>2.7891599999999999</c:v>
                </c:pt>
                <c:pt idx="10771">
                  <c:v>2.7894700000000001</c:v>
                </c:pt>
                <c:pt idx="10772">
                  <c:v>2.7897699999999999</c:v>
                </c:pt>
                <c:pt idx="10773">
                  <c:v>2.7900800000000001</c:v>
                </c:pt>
                <c:pt idx="10774">
                  <c:v>2.7903799999999999</c:v>
                </c:pt>
                <c:pt idx="10775">
                  <c:v>2.7906900000000001</c:v>
                </c:pt>
                <c:pt idx="10776">
                  <c:v>2.7909899999999999</c:v>
                </c:pt>
                <c:pt idx="10777">
                  <c:v>2.7913000000000001</c:v>
                </c:pt>
                <c:pt idx="10778">
                  <c:v>2.7916099999999999</c:v>
                </c:pt>
                <c:pt idx="10779">
                  <c:v>2.7919100000000001</c:v>
                </c:pt>
                <c:pt idx="10780">
                  <c:v>2.7922199999999999</c:v>
                </c:pt>
                <c:pt idx="10781">
                  <c:v>2.7925200000000001</c:v>
                </c:pt>
                <c:pt idx="10782">
                  <c:v>2.7928299999999999</c:v>
                </c:pt>
                <c:pt idx="10783">
                  <c:v>2.7931300000000001</c:v>
                </c:pt>
                <c:pt idx="10784">
                  <c:v>2.7934399999999999</c:v>
                </c:pt>
                <c:pt idx="10785">
                  <c:v>2.7937400000000001</c:v>
                </c:pt>
                <c:pt idx="10786">
                  <c:v>2.7940499999999999</c:v>
                </c:pt>
                <c:pt idx="10787">
                  <c:v>2.7943500000000001</c:v>
                </c:pt>
                <c:pt idx="10788">
                  <c:v>2.7946599999999999</c:v>
                </c:pt>
                <c:pt idx="10789">
                  <c:v>2.7949600000000001</c:v>
                </c:pt>
                <c:pt idx="10790">
                  <c:v>2.7952699999999999</c:v>
                </c:pt>
                <c:pt idx="10791">
                  <c:v>2.7955800000000002</c:v>
                </c:pt>
                <c:pt idx="10792">
                  <c:v>2.7958799999999999</c:v>
                </c:pt>
                <c:pt idx="10793">
                  <c:v>2.7961900000000002</c:v>
                </c:pt>
                <c:pt idx="10794">
                  <c:v>2.7964899999999999</c:v>
                </c:pt>
                <c:pt idx="10795">
                  <c:v>2.7968000000000002</c:v>
                </c:pt>
                <c:pt idx="10796">
                  <c:v>2.7970999999999999</c:v>
                </c:pt>
                <c:pt idx="10797">
                  <c:v>2.7974100000000002</c:v>
                </c:pt>
                <c:pt idx="10798">
                  <c:v>2.7977099999999999</c:v>
                </c:pt>
                <c:pt idx="10799">
                  <c:v>2.7980200000000002</c:v>
                </c:pt>
                <c:pt idx="10800">
                  <c:v>2.7983199999999999</c:v>
                </c:pt>
                <c:pt idx="10801">
                  <c:v>2.7986300000000002</c:v>
                </c:pt>
                <c:pt idx="10802">
                  <c:v>2.7989299999999999</c:v>
                </c:pt>
                <c:pt idx="10803">
                  <c:v>2.7992400000000002</c:v>
                </c:pt>
                <c:pt idx="10804">
                  <c:v>2.79955</c:v>
                </c:pt>
                <c:pt idx="10805">
                  <c:v>2.7998500000000002</c:v>
                </c:pt>
                <c:pt idx="10806">
                  <c:v>2.80016</c:v>
                </c:pt>
                <c:pt idx="10807">
                  <c:v>2.8004600000000002</c:v>
                </c:pt>
                <c:pt idx="10808">
                  <c:v>2.80077</c:v>
                </c:pt>
                <c:pt idx="10809">
                  <c:v>2.8010700000000002</c:v>
                </c:pt>
                <c:pt idx="10810">
                  <c:v>2.80138</c:v>
                </c:pt>
                <c:pt idx="10811">
                  <c:v>2.8016800000000002</c:v>
                </c:pt>
                <c:pt idx="10812">
                  <c:v>2.80199</c:v>
                </c:pt>
                <c:pt idx="10813">
                  <c:v>2.8022900000000002</c:v>
                </c:pt>
                <c:pt idx="10814">
                  <c:v>2.8026</c:v>
                </c:pt>
                <c:pt idx="10815">
                  <c:v>2.8029000000000002</c:v>
                </c:pt>
                <c:pt idx="10816">
                  <c:v>2.80321</c:v>
                </c:pt>
                <c:pt idx="10817">
                  <c:v>2.8035199999999998</c:v>
                </c:pt>
                <c:pt idx="10818">
                  <c:v>2.80382</c:v>
                </c:pt>
                <c:pt idx="10819">
                  <c:v>2.8041299999999998</c:v>
                </c:pt>
                <c:pt idx="10820">
                  <c:v>2.80443</c:v>
                </c:pt>
                <c:pt idx="10821">
                  <c:v>2.8047399999999998</c:v>
                </c:pt>
                <c:pt idx="10822">
                  <c:v>2.80504</c:v>
                </c:pt>
                <c:pt idx="10823">
                  <c:v>2.8053499999999998</c:v>
                </c:pt>
                <c:pt idx="10824">
                  <c:v>2.80565</c:v>
                </c:pt>
                <c:pt idx="10825">
                  <c:v>2.8059599999999998</c:v>
                </c:pt>
                <c:pt idx="10826">
                  <c:v>2.80626</c:v>
                </c:pt>
                <c:pt idx="10827">
                  <c:v>2.8065699999999998</c:v>
                </c:pt>
                <c:pt idx="10828">
                  <c:v>2.80687</c:v>
                </c:pt>
                <c:pt idx="10829">
                  <c:v>2.8071799999999998</c:v>
                </c:pt>
                <c:pt idx="10830">
                  <c:v>2.80749</c:v>
                </c:pt>
                <c:pt idx="10831">
                  <c:v>2.8077899999999998</c:v>
                </c:pt>
                <c:pt idx="10832">
                  <c:v>2.8081</c:v>
                </c:pt>
                <c:pt idx="10833">
                  <c:v>2.8083999999999998</c:v>
                </c:pt>
                <c:pt idx="10834">
                  <c:v>2.80871</c:v>
                </c:pt>
                <c:pt idx="10835">
                  <c:v>2.8090099999999998</c:v>
                </c:pt>
                <c:pt idx="10836">
                  <c:v>2.80932</c:v>
                </c:pt>
                <c:pt idx="10837">
                  <c:v>2.8096199999999998</c:v>
                </c:pt>
                <c:pt idx="10838">
                  <c:v>2.80993</c:v>
                </c:pt>
                <c:pt idx="10839">
                  <c:v>2.8102299999999998</c:v>
                </c:pt>
                <c:pt idx="10840">
                  <c:v>2.81054</c:v>
                </c:pt>
                <c:pt idx="10841">
                  <c:v>2.8108499999999998</c:v>
                </c:pt>
                <c:pt idx="10842">
                  <c:v>2.81115</c:v>
                </c:pt>
                <c:pt idx="10843">
                  <c:v>2.8114599999999998</c:v>
                </c:pt>
                <c:pt idx="10844">
                  <c:v>2.81176</c:v>
                </c:pt>
                <c:pt idx="10845">
                  <c:v>2.8120699999999998</c:v>
                </c:pt>
                <c:pt idx="10846">
                  <c:v>2.81237</c:v>
                </c:pt>
                <c:pt idx="10847">
                  <c:v>2.8126799999999998</c:v>
                </c:pt>
                <c:pt idx="10848">
                  <c:v>2.81298</c:v>
                </c:pt>
                <c:pt idx="10849">
                  <c:v>2.8132899999999998</c:v>
                </c:pt>
                <c:pt idx="10850">
                  <c:v>2.81359</c:v>
                </c:pt>
                <c:pt idx="10851">
                  <c:v>2.8138999999999998</c:v>
                </c:pt>
                <c:pt idx="10852">
                  <c:v>2.8142</c:v>
                </c:pt>
                <c:pt idx="10853">
                  <c:v>2.8145099999999998</c:v>
                </c:pt>
                <c:pt idx="10854">
                  <c:v>2.8148200000000001</c:v>
                </c:pt>
                <c:pt idx="10855">
                  <c:v>2.8151199999999998</c:v>
                </c:pt>
                <c:pt idx="10856">
                  <c:v>2.8154300000000001</c:v>
                </c:pt>
                <c:pt idx="10857">
                  <c:v>2.8157299999999998</c:v>
                </c:pt>
                <c:pt idx="10858">
                  <c:v>2.8160400000000001</c:v>
                </c:pt>
                <c:pt idx="10859">
                  <c:v>2.8163399999999998</c:v>
                </c:pt>
                <c:pt idx="10860">
                  <c:v>2.8166500000000001</c:v>
                </c:pt>
                <c:pt idx="10861">
                  <c:v>2.8169499999999998</c:v>
                </c:pt>
                <c:pt idx="10862">
                  <c:v>2.8172600000000001</c:v>
                </c:pt>
                <c:pt idx="10863">
                  <c:v>2.8175599999999998</c:v>
                </c:pt>
                <c:pt idx="10864">
                  <c:v>2.8178700000000001</c:v>
                </c:pt>
                <c:pt idx="10865">
                  <c:v>2.8181699999999998</c:v>
                </c:pt>
                <c:pt idx="10866">
                  <c:v>2.8184800000000001</c:v>
                </c:pt>
                <c:pt idx="10867">
                  <c:v>2.8187899999999999</c:v>
                </c:pt>
                <c:pt idx="10868">
                  <c:v>2.8190900000000001</c:v>
                </c:pt>
                <c:pt idx="10869">
                  <c:v>2.8193999999999999</c:v>
                </c:pt>
                <c:pt idx="10870">
                  <c:v>2.8197000000000001</c:v>
                </c:pt>
                <c:pt idx="10871">
                  <c:v>2.8200099999999999</c:v>
                </c:pt>
                <c:pt idx="10872">
                  <c:v>2.8203100000000001</c:v>
                </c:pt>
                <c:pt idx="10873">
                  <c:v>2.8206199999999999</c:v>
                </c:pt>
                <c:pt idx="10874">
                  <c:v>2.8209200000000001</c:v>
                </c:pt>
                <c:pt idx="10875">
                  <c:v>2.8212299999999999</c:v>
                </c:pt>
                <c:pt idx="10876">
                  <c:v>2.8215300000000001</c:v>
                </c:pt>
                <c:pt idx="10877">
                  <c:v>2.8218399999999999</c:v>
                </c:pt>
                <c:pt idx="10878">
                  <c:v>2.8221400000000001</c:v>
                </c:pt>
                <c:pt idx="10879">
                  <c:v>2.8224499999999999</c:v>
                </c:pt>
                <c:pt idx="10880">
                  <c:v>2.8227600000000002</c:v>
                </c:pt>
                <c:pt idx="10881">
                  <c:v>2.8230599999999999</c:v>
                </c:pt>
                <c:pt idx="10882">
                  <c:v>2.8233700000000002</c:v>
                </c:pt>
                <c:pt idx="10883">
                  <c:v>2.8236699999999999</c:v>
                </c:pt>
                <c:pt idx="10884">
                  <c:v>2.8239800000000002</c:v>
                </c:pt>
                <c:pt idx="10885">
                  <c:v>2.8242799999999999</c:v>
                </c:pt>
                <c:pt idx="10886">
                  <c:v>2.8245900000000002</c:v>
                </c:pt>
                <c:pt idx="10887">
                  <c:v>2.8248899999999999</c:v>
                </c:pt>
                <c:pt idx="10888">
                  <c:v>2.8252000000000002</c:v>
                </c:pt>
                <c:pt idx="10889">
                  <c:v>2.8254999999999999</c:v>
                </c:pt>
                <c:pt idx="10890">
                  <c:v>2.8258100000000002</c:v>
                </c:pt>
                <c:pt idx="10891">
                  <c:v>2.8261099999999999</c:v>
                </c:pt>
                <c:pt idx="10892">
                  <c:v>2.8264200000000002</c:v>
                </c:pt>
                <c:pt idx="10893">
                  <c:v>2.82673</c:v>
                </c:pt>
                <c:pt idx="10894">
                  <c:v>2.8270300000000002</c:v>
                </c:pt>
                <c:pt idx="10895">
                  <c:v>2.82734</c:v>
                </c:pt>
                <c:pt idx="10896">
                  <c:v>2.8276400000000002</c:v>
                </c:pt>
                <c:pt idx="10897">
                  <c:v>2.82795</c:v>
                </c:pt>
                <c:pt idx="10898">
                  <c:v>2.8282500000000002</c:v>
                </c:pt>
                <c:pt idx="10899">
                  <c:v>2.82856</c:v>
                </c:pt>
                <c:pt idx="10900">
                  <c:v>2.8288600000000002</c:v>
                </c:pt>
                <c:pt idx="10901">
                  <c:v>2.82917</c:v>
                </c:pt>
                <c:pt idx="10902">
                  <c:v>2.8294700000000002</c:v>
                </c:pt>
                <c:pt idx="10903">
                  <c:v>2.82978</c:v>
                </c:pt>
                <c:pt idx="10904">
                  <c:v>2.8300900000000002</c:v>
                </c:pt>
                <c:pt idx="10905">
                  <c:v>2.83039</c:v>
                </c:pt>
                <c:pt idx="10906">
                  <c:v>2.8307000000000002</c:v>
                </c:pt>
                <c:pt idx="10907">
                  <c:v>2.831</c:v>
                </c:pt>
                <c:pt idx="10908">
                  <c:v>2.8313100000000002</c:v>
                </c:pt>
                <c:pt idx="10909">
                  <c:v>2.83161</c:v>
                </c:pt>
                <c:pt idx="10910">
                  <c:v>2.8319200000000002</c:v>
                </c:pt>
                <c:pt idx="10911">
                  <c:v>2.83222</c:v>
                </c:pt>
                <c:pt idx="10912">
                  <c:v>2.8325300000000002</c:v>
                </c:pt>
                <c:pt idx="10913">
                  <c:v>2.83283</c:v>
                </c:pt>
                <c:pt idx="10914">
                  <c:v>2.8331400000000002</c:v>
                </c:pt>
                <c:pt idx="10915">
                  <c:v>2.83344</c:v>
                </c:pt>
                <c:pt idx="10916">
                  <c:v>2.8337500000000002</c:v>
                </c:pt>
                <c:pt idx="10917">
                  <c:v>2.83406</c:v>
                </c:pt>
                <c:pt idx="10918">
                  <c:v>2.8343600000000002</c:v>
                </c:pt>
                <c:pt idx="10919">
                  <c:v>2.83467</c:v>
                </c:pt>
                <c:pt idx="10920">
                  <c:v>2.8349700000000002</c:v>
                </c:pt>
                <c:pt idx="10921">
                  <c:v>2.83528</c:v>
                </c:pt>
                <c:pt idx="10922">
                  <c:v>2.8355800000000002</c:v>
                </c:pt>
                <c:pt idx="10923">
                  <c:v>2.83589</c:v>
                </c:pt>
                <c:pt idx="10924">
                  <c:v>2.8361900000000002</c:v>
                </c:pt>
                <c:pt idx="10925">
                  <c:v>2.8365</c:v>
                </c:pt>
                <c:pt idx="10926">
                  <c:v>2.8368000000000002</c:v>
                </c:pt>
                <c:pt idx="10927">
                  <c:v>2.83711</c:v>
                </c:pt>
                <c:pt idx="10928">
                  <c:v>2.8374100000000002</c:v>
                </c:pt>
                <c:pt idx="10929">
                  <c:v>2.83772</c:v>
                </c:pt>
                <c:pt idx="10930">
                  <c:v>2.8380299999999998</c:v>
                </c:pt>
                <c:pt idx="10931">
                  <c:v>2.83833</c:v>
                </c:pt>
                <c:pt idx="10932">
                  <c:v>2.8386399999999998</c:v>
                </c:pt>
                <c:pt idx="10933">
                  <c:v>2.83894</c:v>
                </c:pt>
                <c:pt idx="10934">
                  <c:v>2.8392499999999998</c:v>
                </c:pt>
                <c:pt idx="10935">
                  <c:v>2.83955</c:v>
                </c:pt>
                <c:pt idx="10936">
                  <c:v>2.8398599999999998</c:v>
                </c:pt>
                <c:pt idx="10937">
                  <c:v>2.84016</c:v>
                </c:pt>
                <c:pt idx="10938">
                  <c:v>2.8404699999999998</c:v>
                </c:pt>
                <c:pt idx="10939">
                  <c:v>2.84077</c:v>
                </c:pt>
                <c:pt idx="10940">
                  <c:v>2.8410799999999998</c:v>
                </c:pt>
                <c:pt idx="10941">
                  <c:v>2.84138</c:v>
                </c:pt>
                <c:pt idx="10942">
                  <c:v>2.8416899999999998</c:v>
                </c:pt>
                <c:pt idx="10943">
                  <c:v>2.8420000000000001</c:v>
                </c:pt>
                <c:pt idx="10944">
                  <c:v>2.8422999999999998</c:v>
                </c:pt>
                <c:pt idx="10945">
                  <c:v>2.8426100000000001</c:v>
                </c:pt>
                <c:pt idx="10946">
                  <c:v>2.8429099999999998</c:v>
                </c:pt>
                <c:pt idx="10947">
                  <c:v>2.8432200000000001</c:v>
                </c:pt>
                <c:pt idx="10948">
                  <c:v>2.8435199999999998</c:v>
                </c:pt>
                <c:pt idx="10949">
                  <c:v>2.8438300000000001</c:v>
                </c:pt>
                <c:pt idx="10950">
                  <c:v>2.8441299999999998</c:v>
                </c:pt>
                <c:pt idx="10951">
                  <c:v>2.8444400000000001</c:v>
                </c:pt>
                <c:pt idx="10952">
                  <c:v>2.8447399999999998</c:v>
                </c:pt>
                <c:pt idx="10953">
                  <c:v>2.8450500000000001</c:v>
                </c:pt>
                <c:pt idx="10954">
                  <c:v>2.8453599999999999</c:v>
                </c:pt>
                <c:pt idx="10955">
                  <c:v>2.8456600000000001</c:v>
                </c:pt>
                <c:pt idx="10956">
                  <c:v>2.8459699999999999</c:v>
                </c:pt>
                <c:pt idx="10957">
                  <c:v>2.8462700000000001</c:v>
                </c:pt>
                <c:pt idx="10958">
                  <c:v>2.8465799999999999</c:v>
                </c:pt>
                <c:pt idx="10959">
                  <c:v>2.8468800000000001</c:v>
                </c:pt>
                <c:pt idx="10960">
                  <c:v>2.8471899999999999</c:v>
                </c:pt>
                <c:pt idx="10961">
                  <c:v>2.8474900000000001</c:v>
                </c:pt>
                <c:pt idx="10962">
                  <c:v>2.8477999999999999</c:v>
                </c:pt>
                <c:pt idx="10963">
                  <c:v>2.8481000000000001</c:v>
                </c:pt>
                <c:pt idx="10964">
                  <c:v>2.8484099999999999</c:v>
                </c:pt>
                <c:pt idx="10965">
                  <c:v>2.8487100000000001</c:v>
                </c:pt>
                <c:pt idx="10966">
                  <c:v>2.8490199999999999</c:v>
                </c:pt>
                <c:pt idx="10967">
                  <c:v>2.8493300000000001</c:v>
                </c:pt>
                <c:pt idx="10968">
                  <c:v>2.8496299999999999</c:v>
                </c:pt>
                <c:pt idx="10969">
                  <c:v>2.8499400000000001</c:v>
                </c:pt>
                <c:pt idx="10970">
                  <c:v>2.8502399999999999</c:v>
                </c:pt>
                <c:pt idx="10971">
                  <c:v>2.8505500000000001</c:v>
                </c:pt>
                <c:pt idx="10972">
                  <c:v>2.8508499999999999</c:v>
                </c:pt>
                <c:pt idx="10973">
                  <c:v>2.8511600000000001</c:v>
                </c:pt>
                <c:pt idx="10974">
                  <c:v>2.8514599999999999</c:v>
                </c:pt>
                <c:pt idx="10975">
                  <c:v>2.8517700000000001</c:v>
                </c:pt>
                <c:pt idx="10976">
                  <c:v>2.8520699999999999</c:v>
                </c:pt>
                <c:pt idx="10977">
                  <c:v>2.8523800000000001</c:v>
                </c:pt>
                <c:pt idx="10978">
                  <c:v>2.8526799999999999</c:v>
                </c:pt>
                <c:pt idx="10979">
                  <c:v>2.8529900000000001</c:v>
                </c:pt>
                <c:pt idx="10980">
                  <c:v>2.8532999999999999</c:v>
                </c:pt>
                <c:pt idx="10981">
                  <c:v>2.8536000000000001</c:v>
                </c:pt>
                <c:pt idx="10982">
                  <c:v>2.8539099999999999</c:v>
                </c:pt>
                <c:pt idx="10983">
                  <c:v>2.8542100000000001</c:v>
                </c:pt>
                <c:pt idx="10984">
                  <c:v>2.8545199999999999</c:v>
                </c:pt>
                <c:pt idx="10985">
                  <c:v>2.8548200000000001</c:v>
                </c:pt>
                <c:pt idx="10986">
                  <c:v>2.8551299999999999</c:v>
                </c:pt>
                <c:pt idx="10987">
                  <c:v>2.8554300000000001</c:v>
                </c:pt>
                <c:pt idx="10988">
                  <c:v>2.8557399999999999</c:v>
                </c:pt>
                <c:pt idx="10989">
                  <c:v>2.8560400000000001</c:v>
                </c:pt>
                <c:pt idx="10990">
                  <c:v>2.8563499999999999</c:v>
                </c:pt>
                <c:pt idx="10991">
                  <c:v>2.8566500000000001</c:v>
                </c:pt>
                <c:pt idx="10992">
                  <c:v>2.8569599999999999</c:v>
                </c:pt>
                <c:pt idx="10993">
                  <c:v>2.8572700000000002</c:v>
                </c:pt>
                <c:pt idx="10994">
                  <c:v>2.8575699999999999</c:v>
                </c:pt>
                <c:pt idx="10995">
                  <c:v>2.8578800000000002</c:v>
                </c:pt>
                <c:pt idx="10996">
                  <c:v>2.8581799999999999</c:v>
                </c:pt>
                <c:pt idx="10997">
                  <c:v>2.8584900000000002</c:v>
                </c:pt>
                <c:pt idx="10998">
                  <c:v>2.8587899999999999</c:v>
                </c:pt>
                <c:pt idx="10999">
                  <c:v>2.8591000000000002</c:v>
                </c:pt>
                <c:pt idx="11000">
                  <c:v>2.8593999999999999</c:v>
                </c:pt>
                <c:pt idx="11001">
                  <c:v>2.8597100000000002</c:v>
                </c:pt>
                <c:pt idx="11002">
                  <c:v>2.8600099999999999</c:v>
                </c:pt>
                <c:pt idx="11003">
                  <c:v>2.8603200000000002</c:v>
                </c:pt>
                <c:pt idx="11004">
                  <c:v>2.8606199999999999</c:v>
                </c:pt>
                <c:pt idx="11005">
                  <c:v>2.8609300000000002</c:v>
                </c:pt>
                <c:pt idx="11006">
                  <c:v>2.86124</c:v>
                </c:pt>
                <c:pt idx="11007">
                  <c:v>2.8615400000000002</c:v>
                </c:pt>
                <c:pt idx="11008">
                  <c:v>2.86185</c:v>
                </c:pt>
                <c:pt idx="11009">
                  <c:v>2.8621500000000002</c:v>
                </c:pt>
                <c:pt idx="11010">
                  <c:v>2.86246</c:v>
                </c:pt>
                <c:pt idx="11011">
                  <c:v>2.8627600000000002</c:v>
                </c:pt>
                <c:pt idx="11012">
                  <c:v>2.86307</c:v>
                </c:pt>
                <c:pt idx="11013">
                  <c:v>2.8633700000000002</c:v>
                </c:pt>
                <c:pt idx="11014">
                  <c:v>2.86368</c:v>
                </c:pt>
                <c:pt idx="11015">
                  <c:v>2.8639800000000002</c:v>
                </c:pt>
                <c:pt idx="11016">
                  <c:v>2.86429</c:v>
                </c:pt>
                <c:pt idx="11017">
                  <c:v>2.8645999999999998</c:v>
                </c:pt>
                <c:pt idx="11018">
                  <c:v>2.8649</c:v>
                </c:pt>
                <c:pt idx="11019">
                  <c:v>2.8652099999999998</c:v>
                </c:pt>
                <c:pt idx="11020">
                  <c:v>2.86551</c:v>
                </c:pt>
                <c:pt idx="11021">
                  <c:v>2.8658199999999998</c:v>
                </c:pt>
                <c:pt idx="11022">
                  <c:v>2.86612</c:v>
                </c:pt>
                <c:pt idx="11023">
                  <c:v>2.8664299999999998</c:v>
                </c:pt>
                <c:pt idx="11024">
                  <c:v>2.86673</c:v>
                </c:pt>
                <c:pt idx="11025">
                  <c:v>2.8670399999999998</c:v>
                </c:pt>
                <c:pt idx="11026">
                  <c:v>2.86734</c:v>
                </c:pt>
                <c:pt idx="11027">
                  <c:v>2.8676499999999998</c:v>
                </c:pt>
                <c:pt idx="11028">
                  <c:v>2.86795</c:v>
                </c:pt>
                <c:pt idx="11029">
                  <c:v>2.8682599999999998</c:v>
                </c:pt>
                <c:pt idx="11030">
                  <c:v>2.8685700000000001</c:v>
                </c:pt>
                <c:pt idx="11031">
                  <c:v>2.8688699999999998</c:v>
                </c:pt>
                <c:pt idx="11032">
                  <c:v>2.8691800000000001</c:v>
                </c:pt>
                <c:pt idx="11033">
                  <c:v>2.8694799999999998</c:v>
                </c:pt>
                <c:pt idx="11034">
                  <c:v>2.8697900000000001</c:v>
                </c:pt>
                <c:pt idx="11035">
                  <c:v>2.8700899999999998</c:v>
                </c:pt>
                <c:pt idx="11036">
                  <c:v>2.8704000000000001</c:v>
                </c:pt>
                <c:pt idx="11037">
                  <c:v>2.8706999999999998</c:v>
                </c:pt>
                <c:pt idx="11038">
                  <c:v>2.8710100000000001</c:v>
                </c:pt>
                <c:pt idx="11039">
                  <c:v>2.8713099999999998</c:v>
                </c:pt>
                <c:pt idx="11040">
                  <c:v>2.8716200000000001</c:v>
                </c:pt>
                <c:pt idx="11041">
                  <c:v>2.8719199999999998</c:v>
                </c:pt>
                <c:pt idx="11042">
                  <c:v>2.8722300000000001</c:v>
                </c:pt>
                <c:pt idx="11043">
                  <c:v>2.8725399999999999</c:v>
                </c:pt>
                <c:pt idx="11044">
                  <c:v>2.8728400000000001</c:v>
                </c:pt>
                <c:pt idx="11045">
                  <c:v>2.8731499999999999</c:v>
                </c:pt>
                <c:pt idx="11046">
                  <c:v>2.8734500000000001</c:v>
                </c:pt>
                <c:pt idx="11047">
                  <c:v>2.8737599999999999</c:v>
                </c:pt>
                <c:pt idx="11048">
                  <c:v>2.8740600000000001</c:v>
                </c:pt>
                <c:pt idx="11049">
                  <c:v>2.8743699999999999</c:v>
                </c:pt>
                <c:pt idx="11050">
                  <c:v>2.8746700000000001</c:v>
                </c:pt>
                <c:pt idx="11051">
                  <c:v>2.8749799999999999</c:v>
                </c:pt>
                <c:pt idx="11052">
                  <c:v>2.8752800000000001</c:v>
                </c:pt>
                <c:pt idx="11053">
                  <c:v>2.8755899999999999</c:v>
                </c:pt>
                <c:pt idx="11054">
                  <c:v>2.8758900000000001</c:v>
                </c:pt>
                <c:pt idx="11055">
                  <c:v>2.8761999999999999</c:v>
                </c:pt>
                <c:pt idx="11056">
                  <c:v>2.8765100000000001</c:v>
                </c:pt>
                <c:pt idx="11057">
                  <c:v>2.8768099999999999</c:v>
                </c:pt>
                <c:pt idx="11058">
                  <c:v>2.8771200000000001</c:v>
                </c:pt>
                <c:pt idx="11059">
                  <c:v>2.8774199999999999</c:v>
                </c:pt>
                <c:pt idx="11060">
                  <c:v>2.8777300000000001</c:v>
                </c:pt>
                <c:pt idx="11061">
                  <c:v>2.8780299999999999</c:v>
                </c:pt>
                <c:pt idx="11062">
                  <c:v>2.8783400000000001</c:v>
                </c:pt>
                <c:pt idx="11063">
                  <c:v>2.8786399999999999</c:v>
                </c:pt>
                <c:pt idx="11064">
                  <c:v>2.8789500000000001</c:v>
                </c:pt>
                <c:pt idx="11065">
                  <c:v>2.8792499999999999</c:v>
                </c:pt>
                <c:pt idx="11066">
                  <c:v>2.8795600000000001</c:v>
                </c:pt>
                <c:pt idx="11067">
                  <c:v>2.8798599999999999</c:v>
                </c:pt>
                <c:pt idx="11068">
                  <c:v>2.8801700000000001</c:v>
                </c:pt>
                <c:pt idx="11069">
                  <c:v>2.8804799999999999</c:v>
                </c:pt>
                <c:pt idx="11070">
                  <c:v>2.8807800000000001</c:v>
                </c:pt>
                <c:pt idx="11071">
                  <c:v>2.8810899999999999</c:v>
                </c:pt>
                <c:pt idx="11072">
                  <c:v>2.8813900000000001</c:v>
                </c:pt>
                <c:pt idx="11073">
                  <c:v>2.8816999999999999</c:v>
                </c:pt>
                <c:pt idx="11074">
                  <c:v>2.8820000000000001</c:v>
                </c:pt>
                <c:pt idx="11075">
                  <c:v>2.8823099999999999</c:v>
                </c:pt>
                <c:pt idx="11076">
                  <c:v>2.8826100000000001</c:v>
                </c:pt>
                <c:pt idx="11077">
                  <c:v>2.8829199999999999</c:v>
                </c:pt>
                <c:pt idx="11078">
                  <c:v>2.8832200000000001</c:v>
                </c:pt>
                <c:pt idx="11079">
                  <c:v>2.8835299999999999</c:v>
                </c:pt>
                <c:pt idx="11080">
                  <c:v>2.8838400000000002</c:v>
                </c:pt>
                <c:pt idx="11081">
                  <c:v>2.8841399999999999</c:v>
                </c:pt>
                <c:pt idx="11082">
                  <c:v>2.8844500000000002</c:v>
                </c:pt>
                <c:pt idx="11083">
                  <c:v>2.8847499999999999</c:v>
                </c:pt>
                <c:pt idx="11084">
                  <c:v>2.8850600000000002</c:v>
                </c:pt>
                <c:pt idx="11085">
                  <c:v>2.8853599999999999</c:v>
                </c:pt>
                <c:pt idx="11086">
                  <c:v>2.8856700000000002</c:v>
                </c:pt>
                <c:pt idx="11087">
                  <c:v>2.8859699999999999</c:v>
                </c:pt>
                <c:pt idx="11088">
                  <c:v>2.8862800000000002</c:v>
                </c:pt>
                <c:pt idx="11089">
                  <c:v>2.8865799999999999</c:v>
                </c:pt>
                <c:pt idx="11090">
                  <c:v>2.8868900000000002</c:v>
                </c:pt>
                <c:pt idx="11091">
                  <c:v>2.8871899999999999</c:v>
                </c:pt>
                <c:pt idx="11092">
                  <c:v>2.8875000000000002</c:v>
                </c:pt>
                <c:pt idx="11093">
                  <c:v>2.88781</c:v>
                </c:pt>
                <c:pt idx="11094">
                  <c:v>2.8881100000000002</c:v>
                </c:pt>
                <c:pt idx="11095">
                  <c:v>2.88842</c:v>
                </c:pt>
                <c:pt idx="11096">
                  <c:v>2.8887200000000002</c:v>
                </c:pt>
                <c:pt idx="11097">
                  <c:v>2.88903</c:v>
                </c:pt>
                <c:pt idx="11098">
                  <c:v>2.8893300000000002</c:v>
                </c:pt>
                <c:pt idx="11099">
                  <c:v>2.88964</c:v>
                </c:pt>
                <c:pt idx="11100">
                  <c:v>2.8899400000000002</c:v>
                </c:pt>
                <c:pt idx="11101">
                  <c:v>2.89025</c:v>
                </c:pt>
                <c:pt idx="11102">
                  <c:v>2.8905500000000002</c:v>
                </c:pt>
                <c:pt idx="11103">
                  <c:v>2.89086</c:v>
                </c:pt>
                <c:pt idx="11104">
                  <c:v>2.8911600000000002</c:v>
                </c:pt>
                <c:pt idx="11105">
                  <c:v>2.89147</c:v>
                </c:pt>
                <c:pt idx="11106">
                  <c:v>2.8917799999999998</c:v>
                </c:pt>
                <c:pt idx="11107">
                  <c:v>2.89208</c:v>
                </c:pt>
                <c:pt idx="11108">
                  <c:v>2.8923899999999998</c:v>
                </c:pt>
                <c:pt idx="11109">
                  <c:v>2.89269</c:v>
                </c:pt>
                <c:pt idx="11110">
                  <c:v>2.8929999999999998</c:v>
                </c:pt>
                <c:pt idx="11111">
                  <c:v>2.8933</c:v>
                </c:pt>
                <c:pt idx="11112">
                  <c:v>2.8936099999999998</c:v>
                </c:pt>
                <c:pt idx="11113">
                  <c:v>2.89391</c:v>
                </c:pt>
                <c:pt idx="11114">
                  <c:v>2.8942199999999998</c:v>
                </c:pt>
                <c:pt idx="11115">
                  <c:v>2.89452</c:v>
                </c:pt>
                <c:pt idx="11116">
                  <c:v>2.8948299999999998</c:v>
                </c:pt>
                <c:pt idx="11117">
                  <c:v>2.89513</c:v>
                </c:pt>
                <c:pt idx="11118">
                  <c:v>2.8954399999999998</c:v>
                </c:pt>
                <c:pt idx="11119">
                  <c:v>2.89575</c:v>
                </c:pt>
                <c:pt idx="11120">
                  <c:v>2.8960499999999998</c:v>
                </c:pt>
                <c:pt idx="11121">
                  <c:v>2.89636</c:v>
                </c:pt>
                <c:pt idx="11122">
                  <c:v>2.8966599999999998</c:v>
                </c:pt>
                <c:pt idx="11123">
                  <c:v>2.89697</c:v>
                </c:pt>
                <c:pt idx="11124">
                  <c:v>2.8972699999999998</c:v>
                </c:pt>
                <c:pt idx="11125">
                  <c:v>2.89758</c:v>
                </c:pt>
                <c:pt idx="11126">
                  <c:v>2.8978799999999998</c:v>
                </c:pt>
                <c:pt idx="11127">
                  <c:v>2.89819</c:v>
                </c:pt>
                <c:pt idx="11128">
                  <c:v>2.8984899999999998</c:v>
                </c:pt>
                <c:pt idx="11129">
                  <c:v>2.8988</c:v>
                </c:pt>
                <c:pt idx="11130">
                  <c:v>2.8991099999999999</c:v>
                </c:pt>
                <c:pt idx="11131">
                  <c:v>2.89941</c:v>
                </c:pt>
                <c:pt idx="11132">
                  <c:v>2.8997199999999999</c:v>
                </c:pt>
                <c:pt idx="11133">
                  <c:v>2.90002</c:v>
                </c:pt>
                <c:pt idx="11134">
                  <c:v>2.9003299999999999</c:v>
                </c:pt>
                <c:pt idx="11135">
                  <c:v>2.90063</c:v>
                </c:pt>
                <c:pt idx="11136">
                  <c:v>2.9009399999999999</c:v>
                </c:pt>
                <c:pt idx="11137">
                  <c:v>2.90124</c:v>
                </c:pt>
                <c:pt idx="11138">
                  <c:v>2.9015499999999999</c:v>
                </c:pt>
                <c:pt idx="11139">
                  <c:v>2.90185</c:v>
                </c:pt>
                <c:pt idx="11140">
                  <c:v>2.9021599999999999</c:v>
                </c:pt>
                <c:pt idx="11141">
                  <c:v>2.90246</c:v>
                </c:pt>
                <c:pt idx="11142">
                  <c:v>2.9027699999999999</c:v>
                </c:pt>
                <c:pt idx="11143">
                  <c:v>2.9030800000000001</c:v>
                </c:pt>
                <c:pt idx="11144">
                  <c:v>2.9033799999999998</c:v>
                </c:pt>
                <c:pt idx="11145">
                  <c:v>2.9036900000000001</c:v>
                </c:pt>
                <c:pt idx="11146">
                  <c:v>2.9039899999999998</c:v>
                </c:pt>
                <c:pt idx="11147">
                  <c:v>2.9043000000000001</c:v>
                </c:pt>
                <c:pt idx="11148">
                  <c:v>2.9045999999999998</c:v>
                </c:pt>
                <c:pt idx="11149">
                  <c:v>2.9049100000000001</c:v>
                </c:pt>
                <c:pt idx="11150">
                  <c:v>2.9052099999999998</c:v>
                </c:pt>
                <c:pt idx="11151">
                  <c:v>2.9055200000000001</c:v>
                </c:pt>
                <c:pt idx="11152">
                  <c:v>2.9058199999999998</c:v>
                </c:pt>
                <c:pt idx="11153">
                  <c:v>2.9061300000000001</c:v>
                </c:pt>
                <c:pt idx="11154">
                  <c:v>2.9064299999999998</c:v>
                </c:pt>
                <c:pt idx="11155">
                  <c:v>2.9067400000000001</c:v>
                </c:pt>
                <c:pt idx="11156">
                  <c:v>2.9070499999999999</c:v>
                </c:pt>
                <c:pt idx="11157">
                  <c:v>2.9073500000000001</c:v>
                </c:pt>
                <c:pt idx="11158">
                  <c:v>2.9076599999999999</c:v>
                </c:pt>
                <c:pt idx="11159">
                  <c:v>2.9079600000000001</c:v>
                </c:pt>
                <c:pt idx="11160">
                  <c:v>2.9082699999999999</c:v>
                </c:pt>
                <c:pt idx="11161">
                  <c:v>2.9085700000000001</c:v>
                </c:pt>
                <c:pt idx="11162">
                  <c:v>2.9088799999999999</c:v>
                </c:pt>
                <c:pt idx="11163">
                  <c:v>2.9091800000000001</c:v>
                </c:pt>
                <c:pt idx="11164">
                  <c:v>2.9094899999999999</c:v>
                </c:pt>
                <c:pt idx="11165">
                  <c:v>2.9097900000000001</c:v>
                </c:pt>
                <c:pt idx="11166">
                  <c:v>2.9100999999999999</c:v>
                </c:pt>
                <c:pt idx="11167">
                  <c:v>2.9104000000000001</c:v>
                </c:pt>
                <c:pt idx="11168">
                  <c:v>2.9107099999999999</c:v>
                </c:pt>
                <c:pt idx="11169">
                  <c:v>2.9110200000000002</c:v>
                </c:pt>
                <c:pt idx="11170">
                  <c:v>2.9113199999999999</c:v>
                </c:pt>
                <c:pt idx="11171">
                  <c:v>2.9116300000000002</c:v>
                </c:pt>
                <c:pt idx="11172">
                  <c:v>2.9119299999999999</c:v>
                </c:pt>
                <c:pt idx="11173">
                  <c:v>2.9122400000000002</c:v>
                </c:pt>
                <c:pt idx="11174">
                  <c:v>2.9125399999999999</c:v>
                </c:pt>
                <c:pt idx="11175">
                  <c:v>2.9128500000000002</c:v>
                </c:pt>
                <c:pt idx="11176">
                  <c:v>2.9131499999999999</c:v>
                </c:pt>
                <c:pt idx="11177">
                  <c:v>2.9134600000000002</c:v>
                </c:pt>
                <c:pt idx="11178">
                  <c:v>2.9137599999999999</c:v>
                </c:pt>
                <c:pt idx="11179">
                  <c:v>2.9140700000000002</c:v>
                </c:pt>
                <c:pt idx="11180">
                  <c:v>2.9143699999999999</c:v>
                </c:pt>
                <c:pt idx="11181">
                  <c:v>2.9146800000000002</c:v>
                </c:pt>
                <c:pt idx="11182">
                  <c:v>2.91499</c:v>
                </c:pt>
                <c:pt idx="11183">
                  <c:v>2.9152900000000002</c:v>
                </c:pt>
                <c:pt idx="11184">
                  <c:v>2.9156</c:v>
                </c:pt>
                <c:pt idx="11185">
                  <c:v>2.9159000000000002</c:v>
                </c:pt>
                <c:pt idx="11186">
                  <c:v>2.91621</c:v>
                </c:pt>
                <c:pt idx="11187">
                  <c:v>2.9165100000000002</c:v>
                </c:pt>
                <c:pt idx="11188">
                  <c:v>2.91682</c:v>
                </c:pt>
                <c:pt idx="11189">
                  <c:v>2.9171200000000002</c:v>
                </c:pt>
                <c:pt idx="11190">
                  <c:v>2.91743</c:v>
                </c:pt>
                <c:pt idx="11191">
                  <c:v>2.9177300000000002</c:v>
                </c:pt>
                <c:pt idx="11192">
                  <c:v>2.91804</c:v>
                </c:pt>
                <c:pt idx="11193">
                  <c:v>2.9183500000000002</c:v>
                </c:pt>
                <c:pt idx="11194">
                  <c:v>2.91865</c:v>
                </c:pt>
                <c:pt idx="11195">
                  <c:v>2.9189600000000002</c:v>
                </c:pt>
                <c:pt idx="11196">
                  <c:v>2.91926</c:v>
                </c:pt>
                <c:pt idx="11197">
                  <c:v>2.9195700000000002</c:v>
                </c:pt>
                <c:pt idx="11198">
                  <c:v>2.91987</c:v>
                </c:pt>
                <c:pt idx="11199">
                  <c:v>2.9201800000000002</c:v>
                </c:pt>
                <c:pt idx="11200">
                  <c:v>2.92048</c:v>
                </c:pt>
                <c:pt idx="11201">
                  <c:v>2.9207900000000002</c:v>
                </c:pt>
                <c:pt idx="11202">
                  <c:v>2.92109</c:v>
                </c:pt>
                <c:pt idx="11203">
                  <c:v>2.9214000000000002</c:v>
                </c:pt>
                <c:pt idx="11204">
                  <c:v>2.9217</c:v>
                </c:pt>
                <c:pt idx="11205">
                  <c:v>2.9220100000000002</c:v>
                </c:pt>
                <c:pt idx="11206">
                  <c:v>2.92232</c:v>
                </c:pt>
                <c:pt idx="11207">
                  <c:v>2.9226200000000002</c:v>
                </c:pt>
                <c:pt idx="11208">
                  <c:v>2.92293</c:v>
                </c:pt>
                <c:pt idx="11209">
                  <c:v>2.9232300000000002</c:v>
                </c:pt>
                <c:pt idx="11210">
                  <c:v>2.92354</c:v>
                </c:pt>
                <c:pt idx="11211">
                  <c:v>2.9238400000000002</c:v>
                </c:pt>
                <c:pt idx="11212">
                  <c:v>2.92415</c:v>
                </c:pt>
                <c:pt idx="11213">
                  <c:v>2.9244500000000002</c:v>
                </c:pt>
                <c:pt idx="11214">
                  <c:v>2.92476</c:v>
                </c:pt>
                <c:pt idx="11215">
                  <c:v>2.9250600000000002</c:v>
                </c:pt>
                <c:pt idx="11216">
                  <c:v>2.92537</c:v>
                </c:pt>
                <c:pt idx="11217">
                  <c:v>2.9256700000000002</c:v>
                </c:pt>
                <c:pt idx="11218">
                  <c:v>2.92598</c:v>
                </c:pt>
                <c:pt idx="11219">
                  <c:v>2.9262899999999998</c:v>
                </c:pt>
                <c:pt idx="11220">
                  <c:v>2.92659</c:v>
                </c:pt>
                <c:pt idx="11221">
                  <c:v>2.9268999999999998</c:v>
                </c:pt>
                <c:pt idx="11222">
                  <c:v>2.9272</c:v>
                </c:pt>
                <c:pt idx="11223">
                  <c:v>2.9275099999999998</c:v>
                </c:pt>
                <c:pt idx="11224">
                  <c:v>2.92781</c:v>
                </c:pt>
                <c:pt idx="11225">
                  <c:v>2.9281199999999998</c:v>
                </c:pt>
                <c:pt idx="11226">
                  <c:v>2.92842</c:v>
                </c:pt>
                <c:pt idx="11227">
                  <c:v>2.9287299999999998</c:v>
                </c:pt>
                <c:pt idx="11228">
                  <c:v>2.92903</c:v>
                </c:pt>
                <c:pt idx="11229">
                  <c:v>2.9293399999999998</c:v>
                </c:pt>
                <c:pt idx="11230">
                  <c:v>2.92964</c:v>
                </c:pt>
                <c:pt idx="11231">
                  <c:v>2.9299499999999998</c:v>
                </c:pt>
                <c:pt idx="11232">
                  <c:v>2.9302600000000001</c:v>
                </c:pt>
                <c:pt idx="11233">
                  <c:v>2.9305599999999998</c:v>
                </c:pt>
                <c:pt idx="11234">
                  <c:v>2.9308700000000001</c:v>
                </c:pt>
                <c:pt idx="11235">
                  <c:v>2.9311699999999998</c:v>
                </c:pt>
                <c:pt idx="11236">
                  <c:v>2.9314800000000001</c:v>
                </c:pt>
                <c:pt idx="11237">
                  <c:v>2.9317799999999998</c:v>
                </c:pt>
                <c:pt idx="11238">
                  <c:v>2.9320900000000001</c:v>
                </c:pt>
                <c:pt idx="11239">
                  <c:v>2.9323899999999998</c:v>
                </c:pt>
                <c:pt idx="11240">
                  <c:v>2.9327000000000001</c:v>
                </c:pt>
                <c:pt idx="11241">
                  <c:v>2.9329999999999998</c:v>
                </c:pt>
                <c:pt idx="11242">
                  <c:v>2.9333100000000001</c:v>
                </c:pt>
                <c:pt idx="11243">
                  <c:v>2.9336099999999998</c:v>
                </c:pt>
                <c:pt idx="11244">
                  <c:v>2.9339200000000001</c:v>
                </c:pt>
                <c:pt idx="11245">
                  <c:v>2.9342299999999999</c:v>
                </c:pt>
                <c:pt idx="11246">
                  <c:v>2.9345300000000001</c:v>
                </c:pt>
                <c:pt idx="11247">
                  <c:v>2.9348399999999999</c:v>
                </c:pt>
                <c:pt idx="11248">
                  <c:v>2.9351400000000001</c:v>
                </c:pt>
                <c:pt idx="11249">
                  <c:v>2.9354499999999999</c:v>
                </c:pt>
                <c:pt idx="11250">
                  <c:v>2.9357500000000001</c:v>
                </c:pt>
                <c:pt idx="11251">
                  <c:v>2.9360599999999999</c:v>
                </c:pt>
                <c:pt idx="11252">
                  <c:v>2.9363600000000001</c:v>
                </c:pt>
                <c:pt idx="11253">
                  <c:v>2.9366699999999999</c:v>
                </c:pt>
                <c:pt idx="11254">
                  <c:v>2.9369700000000001</c:v>
                </c:pt>
                <c:pt idx="11255">
                  <c:v>2.9372799999999999</c:v>
                </c:pt>
                <c:pt idx="11256">
                  <c:v>2.9375900000000001</c:v>
                </c:pt>
                <c:pt idx="11257">
                  <c:v>2.9378899999999999</c:v>
                </c:pt>
                <c:pt idx="11258">
                  <c:v>2.9382000000000001</c:v>
                </c:pt>
                <c:pt idx="11259">
                  <c:v>2.9384999999999999</c:v>
                </c:pt>
                <c:pt idx="11260">
                  <c:v>2.9388100000000001</c:v>
                </c:pt>
                <c:pt idx="11261">
                  <c:v>2.9391099999999999</c:v>
                </c:pt>
                <c:pt idx="11262">
                  <c:v>2.9394200000000001</c:v>
                </c:pt>
                <c:pt idx="11263">
                  <c:v>2.9397199999999999</c:v>
                </c:pt>
                <c:pt idx="11264">
                  <c:v>2.9400300000000001</c:v>
                </c:pt>
                <c:pt idx="11265">
                  <c:v>2.9403299999999999</c:v>
                </c:pt>
                <c:pt idx="11266">
                  <c:v>2.9406400000000001</c:v>
                </c:pt>
                <c:pt idx="11267">
                  <c:v>2.9409399999999999</c:v>
                </c:pt>
                <c:pt idx="11268">
                  <c:v>2.9412500000000001</c:v>
                </c:pt>
                <c:pt idx="11269">
                  <c:v>2.94156</c:v>
                </c:pt>
                <c:pt idx="11270">
                  <c:v>2.9418600000000001</c:v>
                </c:pt>
                <c:pt idx="11271">
                  <c:v>2.94217</c:v>
                </c:pt>
                <c:pt idx="11272">
                  <c:v>2.9424700000000001</c:v>
                </c:pt>
                <c:pt idx="11273">
                  <c:v>2.94278</c:v>
                </c:pt>
                <c:pt idx="11274">
                  <c:v>2.9430800000000001</c:v>
                </c:pt>
                <c:pt idx="11275">
                  <c:v>2.94339</c:v>
                </c:pt>
                <c:pt idx="11276">
                  <c:v>2.9436900000000001</c:v>
                </c:pt>
                <c:pt idx="11277">
                  <c:v>2.944</c:v>
                </c:pt>
                <c:pt idx="11278">
                  <c:v>2.9443000000000001</c:v>
                </c:pt>
                <c:pt idx="11279">
                  <c:v>2.9446099999999999</c:v>
                </c:pt>
                <c:pt idx="11280">
                  <c:v>2.9449100000000001</c:v>
                </c:pt>
                <c:pt idx="11281">
                  <c:v>2.9452199999999999</c:v>
                </c:pt>
                <c:pt idx="11282">
                  <c:v>2.9455300000000002</c:v>
                </c:pt>
                <c:pt idx="11283">
                  <c:v>2.9458299999999999</c:v>
                </c:pt>
                <c:pt idx="11284">
                  <c:v>2.9461400000000002</c:v>
                </c:pt>
                <c:pt idx="11285">
                  <c:v>2.9464399999999999</c:v>
                </c:pt>
                <c:pt idx="11286">
                  <c:v>2.9467500000000002</c:v>
                </c:pt>
                <c:pt idx="11287">
                  <c:v>2.9470499999999999</c:v>
                </c:pt>
                <c:pt idx="11288">
                  <c:v>2.9473600000000002</c:v>
                </c:pt>
                <c:pt idx="11289">
                  <c:v>2.9476599999999999</c:v>
                </c:pt>
                <c:pt idx="11290">
                  <c:v>2.9479700000000002</c:v>
                </c:pt>
                <c:pt idx="11291">
                  <c:v>2.9482699999999999</c:v>
                </c:pt>
                <c:pt idx="11292">
                  <c:v>2.9485800000000002</c:v>
                </c:pt>
                <c:pt idx="11293">
                  <c:v>2.9488799999999999</c:v>
                </c:pt>
                <c:pt idx="11294">
                  <c:v>2.9491900000000002</c:v>
                </c:pt>
                <c:pt idx="11295">
                  <c:v>2.9495</c:v>
                </c:pt>
                <c:pt idx="11296">
                  <c:v>2.9498000000000002</c:v>
                </c:pt>
                <c:pt idx="11297">
                  <c:v>2.95011</c:v>
                </c:pt>
                <c:pt idx="11298">
                  <c:v>2.9504100000000002</c:v>
                </c:pt>
                <c:pt idx="11299">
                  <c:v>2.95072</c:v>
                </c:pt>
                <c:pt idx="11300">
                  <c:v>2.9510200000000002</c:v>
                </c:pt>
                <c:pt idx="11301">
                  <c:v>2.95133</c:v>
                </c:pt>
                <c:pt idx="11302">
                  <c:v>2.9516300000000002</c:v>
                </c:pt>
                <c:pt idx="11303">
                  <c:v>2.95194</c:v>
                </c:pt>
                <c:pt idx="11304">
                  <c:v>2.9522400000000002</c:v>
                </c:pt>
                <c:pt idx="11305">
                  <c:v>2.95255</c:v>
                </c:pt>
                <c:pt idx="11306">
                  <c:v>2.9528599999999998</c:v>
                </c:pt>
                <c:pt idx="11307">
                  <c:v>2.95316</c:v>
                </c:pt>
                <c:pt idx="11308">
                  <c:v>2.9534699999999998</c:v>
                </c:pt>
                <c:pt idx="11309">
                  <c:v>2.95377</c:v>
                </c:pt>
                <c:pt idx="11310">
                  <c:v>2.9540799999999998</c:v>
                </c:pt>
                <c:pt idx="11311">
                  <c:v>2.95438</c:v>
                </c:pt>
                <c:pt idx="11312">
                  <c:v>2.9546899999999998</c:v>
                </c:pt>
                <c:pt idx="11313">
                  <c:v>2.95499</c:v>
                </c:pt>
                <c:pt idx="11314">
                  <c:v>2.9552999999999998</c:v>
                </c:pt>
                <c:pt idx="11315">
                  <c:v>2.9556</c:v>
                </c:pt>
                <c:pt idx="11316">
                  <c:v>2.9559099999999998</c:v>
                </c:pt>
                <c:pt idx="11317">
                  <c:v>2.95621</c:v>
                </c:pt>
                <c:pt idx="11318">
                  <c:v>2.9565199999999998</c:v>
                </c:pt>
                <c:pt idx="11319">
                  <c:v>2.9568300000000001</c:v>
                </c:pt>
                <c:pt idx="11320">
                  <c:v>2.9571299999999998</c:v>
                </c:pt>
                <c:pt idx="11321">
                  <c:v>2.9574400000000001</c:v>
                </c:pt>
                <c:pt idx="11322">
                  <c:v>2.9577399999999998</c:v>
                </c:pt>
                <c:pt idx="11323">
                  <c:v>2.9580500000000001</c:v>
                </c:pt>
                <c:pt idx="11324">
                  <c:v>2.9583499999999998</c:v>
                </c:pt>
                <c:pt idx="11325">
                  <c:v>2.9586600000000001</c:v>
                </c:pt>
                <c:pt idx="11326">
                  <c:v>2.9589599999999998</c:v>
                </c:pt>
                <c:pt idx="11327">
                  <c:v>2.9592700000000001</c:v>
                </c:pt>
                <c:pt idx="11328">
                  <c:v>2.9595699999999998</c:v>
                </c:pt>
                <c:pt idx="11329">
                  <c:v>2.9598800000000001</c:v>
                </c:pt>
                <c:pt idx="11330">
                  <c:v>2.9601799999999998</c:v>
                </c:pt>
                <c:pt idx="11331">
                  <c:v>2.9604900000000001</c:v>
                </c:pt>
                <c:pt idx="11332">
                  <c:v>2.9607999999999999</c:v>
                </c:pt>
                <c:pt idx="11333">
                  <c:v>2.9611000000000001</c:v>
                </c:pt>
                <c:pt idx="11334">
                  <c:v>2.9614099999999999</c:v>
                </c:pt>
                <c:pt idx="11335">
                  <c:v>2.9617100000000001</c:v>
                </c:pt>
                <c:pt idx="11336">
                  <c:v>2.9620199999999999</c:v>
                </c:pt>
                <c:pt idx="11337">
                  <c:v>2.9623200000000001</c:v>
                </c:pt>
                <c:pt idx="11338">
                  <c:v>2.9626299999999999</c:v>
                </c:pt>
                <c:pt idx="11339">
                  <c:v>2.9629300000000001</c:v>
                </c:pt>
                <c:pt idx="11340">
                  <c:v>2.9632399999999999</c:v>
                </c:pt>
                <c:pt idx="11341">
                  <c:v>2.9635400000000001</c:v>
                </c:pt>
                <c:pt idx="11342">
                  <c:v>2.9638499999999999</c:v>
                </c:pt>
                <c:pt idx="11343">
                  <c:v>2.9641500000000001</c:v>
                </c:pt>
                <c:pt idx="11344">
                  <c:v>2.9644599999999999</c:v>
                </c:pt>
                <c:pt idx="11345">
                  <c:v>2.9647700000000001</c:v>
                </c:pt>
                <c:pt idx="11346">
                  <c:v>2.9650699999999999</c:v>
                </c:pt>
                <c:pt idx="11347">
                  <c:v>2.9653800000000001</c:v>
                </c:pt>
                <c:pt idx="11348">
                  <c:v>2.9656799999999999</c:v>
                </c:pt>
                <c:pt idx="11349">
                  <c:v>2.9659900000000001</c:v>
                </c:pt>
                <c:pt idx="11350">
                  <c:v>2.9662899999999999</c:v>
                </c:pt>
                <c:pt idx="11351">
                  <c:v>2.9666000000000001</c:v>
                </c:pt>
                <c:pt idx="11352">
                  <c:v>2.9668999999999999</c:v>
                </c:pt>
                <c:pt idx="11353">
                  <c:v>2.9672100000000001</c:v>
                </c:pt>
                <c:pt idx="11354">
                  <c:v>2.9675099999999999</c:v>
                </c:pt>
                <c:pt idx="11355">
                  <c:v>2.9678200000000001</c:v>
                </c:pt>
                <c:pt idx="11356">
                  <c:v>2.9681199999999999</c:v>
                </c:pt>
                <c:pt idx="11357">
                  <c:v>2.9684300000000001</c:v>
                </c:pt>
                <c:pt idx="11358">
                  <c:v>2.9687399999999999</c:v>
                </c:pt>
                <c:pt idx="11359">
                  <c:v>2.9690400000000001</c:v>
                </c:pt>
                <c:pt idx="11360">
                  <c:v>2.9693499999999999</c:v>
                </c:pt>
                <c:pt idx="11361">
                  <c:v>2.9696500000000001</c:v>
                </c:pt>
                <c:pt idx="11362">
                  <c:v>2.9699599999999999</c:v>
                </c:pt>
                <c:pt idx="11363">
                  <c:v>2.9702600000000001</c:v>
                </c:pt>
                <c:pt idx="11364">
                  <c:v>2.9705699999999999</c:v>
                </c:pt>
                <c:pt idx="11365">
                  <c:v>2.9708700000000001</c:v>
                </c:pt>
                <c:pt idx="11366">
                  <c:v>2.9711799999999999</c:v>
                </c:pt>
                <c:pt idx="11367">
                  <c:v>2.9714800000000001</c:v>
                </c:pt>
                <c:pt idx="11368">
                  <c:v>2.9717899999999999</c:v>
                </c:pt>
                <c:pt idx="11369">
                  <c:v>2.9721000000000002</c:v>
                </c:pt>
                <c:pt idx="11370">
                  <c:v>2.9723999999999999</c:v>
                </c:pt>
                <c:pt idx="11371">
                  <c:v>2.9727100000000002</c:v>
                </c:pt>
                <c:pt idx="11372">
                  <c:v>2.9730099999999999</c:v>
                </c:pt>
                <c:pt idx="11373">
                  <c:v>2.9733200000000002</c:v>
                </c:pt>
                <c:pt idx="11374">
                  <c:v>2.9736199999999999</c:v>
                </c:pt>
                <c:pt idx="11375">
                  <c:v>2.9739300000000002</c:v>
                </c:pt>
                <c:pt idx="11376">
                  <c:v>2.9742299999999999</c:v>
                </c:pt>
                <c:pt idx="11377">
                  <c:v>2.9745400000000002</c:v>
                </c:pt>
                <c:pt idx="11378">
                  <c:v>2.9748399999999999</c:v>
                </c:pt>
                <c:pt idx="11379">
                  <c:v>2.9751500000000002</c:v>
                </c:pt>
                <c:pt idx="11380">
                  <c:v>2.9754499999999999</c:v>
                </c:pt>
                <c:pt idx="11381">
                  <c:v>2.9757600000000002</c:v>
                </c:pt>
                <c:pt idx="11382">
                  <c:v>2.97607</c:v>
                </c:pt>
                <c:pt idx="11383">
                  <c:v>2.9763700000000002</c:v>
                </c:pt>
                <c:pt idx="11384">
                  <c:v>2.97668</c:v>
                </c:pt>
                <c:pt idx="11385">
                  <c:v>2.9769800000000002</c:v>
                </c:pt>
                <c:pt idx="11386">
                  <c:v>2.97729</c:v>
                </c:pt>
                <c:pt idx="11387">
                  <c:v>2.9775900000000002</c:v>
                </c:pt>
                <c:pt idx="11388">
                  <c:v>2.9779</c:v>
                </c:pt>
                <c:pt idx="11389">
                  <c:v>2.9782000000000002</c:v>
                </c:pt>
                <c:pt idx="11390">
                  <c:v>2.97851</c:v>
                </c:pt>
                <c:pt idx="11391">
                  <c:v>2.9788100000000002</c:v>
                </c:pt>
                <c:pt idx="11392">
                  <c:v>2.97912</c:v>
                </c:pt>
                <c:pt idx="11393">
                  <c:v>2.9794200000000002</c:v>
                </c:pt>
                <c:pt idx="11394">
                  <c:v>2.97973</c:v>
                </c:pt>
                <c:pt idx="11395">
                  <c:v>2.9800399999999998</c:v>
                </c:pt>
                <c:pt idx="11396">
                  <c:v>2.98034</c:v>
                </c:pt>
                <c:pt idx="11397">
                  <c:v>2.9806499999999998</c:v>
                </c:pt>
                <c:pt idx="11398">
                  <c:v>2.98095</c:v>
                </c:pt>
                <c:pt idx="11399">
                  <c:v>2.9812599999999998</c:v>
                </c:pt>
                <c:pt idx="11400">
                  <c:v>2.98156</c:v>
                </c:pt>
                <c:pt idx="11401">
                  <c:v>2.9818699999999998</c:v>
                </c:pt>
                <c:pt idx="11402">
                  <c:v>2.98217</c:v>
                </c:pt>
                <c:pt idx="11403">
                  <c:v>2.9824799999999998</c:v>
                </c:pt>
                <c:pt idx="11404">
                  <c:v>2.98278</c:v>
                </c:pt>
                <c:pt idx="11405">
                  <c:v>2.9830899999999998</c:v>
                </c:pt>
                <c:pt idx="11406">
                  <c:v>2.98339</c:v>
                </c:pt>
                <c:pt idx="11407">
                  <c:v>2.9836999999999998</c:v>
                </c:pt>
                <c:pt idx="11408">
                  <c:v>2.9840100000000001</c:v>
                </c:pt>
                <c:pt idx="11409">
                  <c:v>2.9843099999999998</c:v>
                </c:pt>
                <c:pt idx="11410">
                  <c:v>2.9846200000000001</c:v>
                </c:pt>
                <c:pt idx="11411">
                  <c:v>2.9849199999999998</c:v>
                </c:pt>
                <c:pt idx="11412">
                  <c:v>2.9852300000000001</c:v>
                </c:pt>
                <c:pt idx="11413">
                  <c:v>2.9855299999999998</c:v>
                </c:pt>
                <c:pt idx="11414">
                  <c:v>2.98584</c:v>
                </c:pt>
                <c:pt idx="11415">
                  <c:v>2.9861399999999998</c:v>
                </c:pt>
                <c:pt idx="11416">
                  <c:v>2.98645</c:v>
                </c:pt>
                <c:pt idx="11417">
                  <c:v>2.9867499999999998</c:v>
                </c:pt>
                <c:pt idx="11418">
                  <c:v>2.98706</c:v>
                </c:pt>
                <c:pt idx="11419">
                  <c:v>2.9873599999999998</c:v>
                </c:pt>
                <c:pt idx="11420">
                  <c:v>2.98767</c:v>
                </c:pt>
                <c:pt idx="11421">
                  <c:v>2.9879799999999999</c:v>
                </c:pt>
                <c:pt idx="11422">
                  <c:v>2.98828</c:v>
                </c:pt>
                <c:pt idx="11423">
                  <c:v>2.9885899999999999</c:v>
                </c:pt>
                <c:pt idx="11424">
                  <c:v>2.98889</c:v>
                </c:pt>
                <c:pt idx="11425">
                  <c:v>2.9891999999999999</c:v>
                </c:pt>
                <c:pt idx="11426">
                  <c:v>2.9895</c:v>
                </c:pt>
                <c:pt idx="11427">
                  <c:v>2.9898099999999999</c:v>
                </c:pt>
                <c:pt idx="11428">
                  <c:v>2.99011</c:v>
                </c:pt>
                <c:pt idx="11429">
                  <c:v>2.9904199999999999</c:v>
                </c:pt>
                <c:pt idx="11430">
                  <c:v>2.99072</c:v>
                </c:pt>
                <c:pt idx="11431">
                  <c:v>2.9910299999999999</c:v>
                </c:pt>
                <c:pt idx="11432">
                  <c:v>2.9913400000000001</c:v>
                </c:pt>
                <c:pt idx="11433">
                  <c:v>2.9916399999999999</c:v>
                </c:pt>
                <c:pt idx="11434">
                  <c:v>2.9919500000000001</c:v>
                </c:pt>
                <c:pt idx="11435">
                  <c:v>2.9922499999999999</c:v>
                </c:pt>
                <c:pt idx="11436">
                  <c:v>2.9925600000000001</c:v>
                </c:pt>
                <c:pt idx="11437">
                  <c:v>2.9928599999999999</c:v>
                </c:pt>
                <c:pt idx="11438">
                  <c:v>2.9931700000000001</c:v>
                </c:pt>
                <c:pt idx="11439">
                  <c:v>2.9934699999999999</c:v>
                </c:pt>
                <c:pt idx="11440">
                  <c:v>2.9937800000000001</c:v>
                </c:pt>
                <c:pt idx="11441">
                  <c:v>2.9940799999999999</c:v>
                </c:pt>
                <c:pt idx="11442">
                  <c:v>2.9943900000000001</c:v>
                </c:pt>
                <c:pt idx="11443">
                  <c:v>2.9946899999999999</c:v>
                </c:pt>
                <c:pt idx="11444">
                  <c:v>2.9950000000000001</c:v>
                </c:pt>
                <c:pt idx="11445">
                  <c:v>2.9953099999999999</c:v>
                </c:pt>
                <c:pt idx="11446">
                  <c:v>2.9956100000000001</c:v>
                </c:pt>
                <c:pt idx="11447">
                  <c:v>2.9959199999999999</c:v>
                </c:pt>
                <c:pt idx="11448">
                  <c:v>2.9962200000000001</c:v>
                </c:pt>
                <c:pt idx="11449">
                  <c:v>2.9965299999999999</c:v>
                </c:pt>
                <c:pt idx="11450">
                  <c:v>2.9968300000000001</c:v>
                </c:pt>
                <c:pt idx="11451">
                  <c:v>2.9971399999999999</c:v>
                </c:pt>
                <c:pt idx="11452">
                  <c:v>2.9974400000000001</c:v>
                </c:pt>
                <c:pt idx="11453">
                  <c:v>2.9977499999999999</c:v>
                </c:pt>
                <c:pt idx="11454">
                  <c:v>2.9980500000000001</c:v>
                </c:pt>
                <c:pt idx="11455">
                  <c:v>2.9983599999999999</c:v>
                </c:pt>
                <c:pt idx="11456">
                  <c:v>2.9986600000000001</c:v>
                </c:pt>
                <c:pt idx="11457">
                  <c:v>2.9989699999999999</c:v>
                </c:pt>
                <c:pt idx="11458">
                  <c:v>2.9992800000000002</c:v>
                </c:pt>
                <c:pt idx="11459">
                  <c:v>2.9995799999999999</c:v>
                </c:pt>
                <c:pt idx="11460">
                  <c:v>2.9998900000000002</c:v>
                </c:pt>
                <c:pt idx="11461">
                  <c:v>3.0001899999999999</c:v>
                </c:pt>
                <c:pt idx="11462">
                  <c:v>3.0005000000000002</c:v>
                </c:pt>
                <c:pt idx="11463">
                  <c:v>3.0007999999999999</c:v>
                </c:pt>
                <c:pt idx="11464">
                  <c:v>3.0011100000000002</c:v>
                </c:pt>
                <c:pt idx="11465">
                  <c:v>3.0014099999999999</c:v>
                </c:pt>
                <c:pt idx="11466">
                  <c:v>3.0017200000000002</c:v>
                </c:pt>
                <c:pt idx="11467">
                  <c:v>3.0020199999999999</c:v>
                </c:pt>
                <c:pt idx="11468">
                  <c:v>3.0023300000000002</c:v>
                </c:pt>
                <c:pt idx="11469">
                  <c:v>3.0026299999999999</c:v>
                </c:pt>
                <c:pt idx="11470">
                  <c:v>3.0029400000000002</c:v>
                </c:pt>
                <c:pt idx="11471">
                  <c:v>3.00325</c:v>
                </c:pt>
                <c:pt idx="11472">
                  <c:v>3.0035500000000002</c:v>
                </c:pt>
                <c:pt idx="11473">
                  <c:v>3.00386</c:v>
                </c:pt>
                <c:pt idx="11474">
                  <c:v>3.0041600000000002</c:v>
                </c:pt>
                <c:pt idx="11475">
                  <c:v>3.00447</c:v>
                </c:pt>
                <c:pt idx="11476">
                  <c:v>3.0047700000000002</c:v>
                </c:pt>
                <c:pt idx="11477">
                  <c:v>3.00508</c:v>
                </c:pt>
                <c:pt idx="11478">
                  <c:v>3.0053800000000002</c:v>
                </c:pt>
                <c:pt idx="11479">
                  <c:v>3.00569</c:v>
                </c:pt>
                <c:pt idx="11480">
                  <c:v>3.0059900000000002</c:v>
                </c:pt>
                <c:pt idx="11481">
                  <c:v>3.0063</c:v>
                </c:pt>
                <c:pt idx="11482">
                  <c:v>3.0066000000000002</c:v>
                </c:pt>
                <c:pt idx="11483">
                  <c:v>3.00691</c:v>
                </c:pt>
                <c:pt idx="11484">
                  <c:v>3.0072199999999998</c:v>
                </c:pt>
                <c:pt idx="11485">
                  <c:v>3.00752</c:v>
                </c:pt>
                <c:pt idx="11486">
                  <c:v>3.0078299999999998</c:v>
                </c:pt>
                <c:pt idx="11487">
                  <c:v>3.00813</c:v>
                </c:pt>
                <c:pt idx="11488">
                  <c:v>3.0084399999999998</c:v>
                </c:pt>
                <c:pt idx="11489">
                  <c:v>3.00874</c:v>
                </c:pt>
                <c:pt idx="11490">
                  <c:v>3.0090499999999998</c:v>
                </c:pt>
                <c:pt idx="11491">
                  <c:v>3.00935</c:v>
                </c:pt>
                <c:pt idx="11492">
                  <c:v>3.0096599999999998</c:v>
                </c:pt>
                <c:pt idx="11493">
                  <c:v>3.00996</c:v>
                </c:pt>
                <c:pt idx="11494">
                  <c:v>3.0102699999999998</c:v>
                </c:pt>
                <c:pt idx="11495">
                  <c:v>3.01058</c:v>
                </c:pt>
                <c:pt idx="11496">
                  <c:v>3.0108799999999998</c:v>
                </c:pt>
                <c:pt idx="11497">
                  <c:v>3.01119</c:v>
                </c:pt>
                <c:pt idx="11498">
                  <c:v>3.0114899999999998</c:v>
                </c:pt>
                <c:pt idx="11499">
                  <c:v>3.0118</c:v>
                </c:pt>
                <c:pt idx="11500">
                  <c:v>3.0121000000000002</c:v>
                </c:pt>
                <c:pt idx="11501">
                  <c:v>3.01241</c:v>
                </c:pt>
                <c:pt idx="11502">
                  <c:v>3.0127100000000002</c:v>
                </c:pt>
                <c:pt idx="11503">
                  <c:v>3.01302</c:v>
                </c:pt>
                <c:pt idx="11504">
                  <c:v>3.0133200000000002</c:v>
                </c:pt>
                <c:pt idx="11505">
                  <c:v>3.01363</c:v>
                </c:pt>
                <c:pt idx="11506">
                  <c:v>3.0139300000000002</c:v>
                </c:pt>
                <c:pt idx="11507">
                  <c:v>3.01424</c:v>
                </c:pt>
                <c:pt idx="11508">
                  <c:v>3.0145499999999998</c:v>
                </c:pt>
                <c:pt idx="11509">
                  <c:v>3.01485</c:v>
                </c:pt>
                <c:pt idx="11510">
                  <c:v>3.0151599999999998</c:v>
                </c:pt>
                <c:pt idx="11511">
                  <c:v>3.01546</c:v>
                </c:pt>
                <c:pt idx="11512">
                  <c:v>3.0157699999999998</c:v>
                </c:pt>
                <c:pt idx="11513">
                  <c:v>3.01607</c:v>
                </c:pt>
                <c:pt idx="11514">
                  <c:v>3.0163799999999998</c:v>
                </c:pt>
                <c:pt idx="11515">
                  <c:v>3.01668</c:v>
                </c:pt>
                <c:pt idx="11516">
                  <c:v>3.0169899999999998</c:v>
                </c:pt>
                <c:pt idx="11517">
                  <c:v>3.01729</c:v>
                </c:pt>
                <c:pt idx="11518">
                  <c:v>3.0175999999999998</c:v>
                </c:pt>
                <c:pt idx="11519">
                  <c:v>3.0179</c:v>
                </c:pt>
                <c:pt idx="11520">
                  <c:v>3.0182099999999998</c:v>
                </c:pt>
                <c:pt idx="11521">
                  <c:v>3.0185200000000001</c:v>
                </c:pt>
                <c:pt idx="11522">
                  <c:v>3.0188199999999998</c:v>
                </c:pt>
                <c:pt idx="11523">
                  <c:v>3.0191300000000001</c:v>
                </c:pt>
                <c:pt idx="11524">
                  <c:v>3.0194299999999998</c:v>
                </c:pt>
                <c:pt idx="11525">
                  <c:v>3.0197400000000001</c:v>
                </c:pt>
                <c:pt idx="11526">
                  <c:v>3.0200399999999998</c:v>
                </c:pt>
                <c:pt idx="11527">
                  <c:v>3.0203500000000001</c:v>
                </c:pt>
                <c:pt idx="11528">
                  <c:v>3.0206499999999998</c:v>
                </c:pt>
                <c:pt idx="11529">
                  <c:v>3.0209600000000001</c:v>
                </c:pt>
                <c:pt idx="11530">
                  <c:v>3.0212599999999998</c:v>
                </c:pt>
                <c:pt idx="11531">
                  <c:v>3.0215700000000001</c:v>
                </c:pt>
                <c:pt idx="11532">
                  <c:v>3.0218699999999998</c:v>
                </c:pt>
                <c:pt idx="11533">
                  <c:v>3.0221800000000001</c:v>
                </c:pt>
                <c:pt idx="11534">
                  <c:v>3.0224899999999999</c:v>
                </c:pt>
                <c:pt idx="11535">
                  <c:v>3.0227900000000001</c:v>
                </c:pt>
                <c:pt idx="11536">
                  <c:v>3.0230999999999999</c:v>
                </c:pt>
                <c:pt idx="11537">
                  <c:v>3.0234000000000001</c:v>
                </c:pt>
                <c:pt idx="11538">
                  <c:v>3.0237099999999999</c:v>
                </c:pt>
                <c:pt idx="11539">
                  <c:v>3.0240100000000001</c:v>
                </c:pt>
                <c:pt idx="11540">
                  <c:v>3.0243199999999999</c:v>
                </c:pt>
                <c:pt idx="11541">
                  <c:v>3.0246200000000001</c:v>
                </c:pt>
                <c:pt idx="11542">
                  <c:v>3.0249299999999999</c:v>
                </c:pt>
                <c:pt idx="11543">
                  <c:v>3.0252300000000001</c:v>
                </c:pt>
                <c:pt idx="11544">
                  <c:v>3.0255399999999999</c:v>
                </c:pt>
                <c:pt idx="11545">
                  <c:v>3.0258500000000002</c:v>
                </c:pt>
                <c:pt idx="11546">
                  <c:v>3.0261499999999999</c:v>
                </c:pt>
                <c:pt idx="11547">
                  <c:v>3.0264600000000002</c:v>
                </c:pt>
                <c:pt idx="11548">
                  <c:v>3.0267599999999999</c:v>
                </c:pt>
                <c:pt idx="11549">
                  <c:v>3.0270700000000001</c:v>
                </c:pt>
                <c:pt idx="11550">
                  <c:v>3.0273699999999999</c:v>
                </c:pt>
                <c:pt idx="11551">
                  <c:v>3.0276800000000001</c:v>
                </c:pt>
                <c:pt idx="11552">
                  <c:v>3.0279799999999999</c:v>
                </c:pt>
                <c:pt idx="11553">
                  <c:v>3.0282900000000001</c:v>
                </c:pt>
                <c:pt idx="11554">
                  <c:v>3.0285899999999999</c:v>
                </c:pt>
                <c:pt idx="11555">
                  <c:v>3.0289000000000001</c:v>
                </c:pt>
                <c:pt idx="11556">
                  <c:v>3.0291999999999999</c:v>
                </c:pt>
                <c:pt idx="11557">
                  <c:v>3.0295100000000001</c:v>
                </c:pt>
                <c:pt idx="11558">
                  <c:v>3.02982</c:v>
                </c:pt>
                <c:pt idx="11559">
                  <c:v>3.0301200000000001</c:v>
                </c:pt>
                <c:pt idx="11560">
                  <c:v>3.03043</c:v>
                </c:pt>
                <c:pt idx="11561">
                  <c:v>3.0307300000000001</c:v>
                </c:pt>
                <c:pt idx="11562">
                  <c:v>3.03104</c:v>
                </c:pt>
                <c:pt idx="11563">
                  <c:v>3.0313400000000001</c:v>
                </c:pt>
                <c:pt idx="11564">
                  <c:v>3.03165</c:v>
                </c:pt>
                <c:pt idx="11565">
                  <c:v>3.0319500000000001</c:v>
                </c:pt>
                <c:pt idx="11566">
                  <c:v>3.03226</c:v>
                </c:pt>
                <c:pt idx="11567">
                  <c:v>3.0325600000000001</c:v>
                </c:pt>
                <c:pt idx="11568">
                  <c:v>3.03287</c:v>
                </c:pt>
                <c:pt idx="11569">
                  <c:v>3.0331700000000001</c:v>
                </c:pt>
                <c:pt idx="11570">
                  <c:v>3.03348</c:v>
                </c:pt>
                <c:pt idx="11571">
                  <c:v>3.0337900000000002</c:v>
                </c:pt>
                <c:pt idx="11572">
                  <c:v>3.03409</c:v>
                </c:pt>
                <c:pt idx="11573">
                  <c:v>3.0344000000000002</c:v>
                </c:pt>
                <c:pt idx="11574">
                  <c:v>3.0347</c:v>
                </c:pt>
                <c:pt idx="11575">
                  <c:v>3.0350100000000002</c:v>
                </c:pt>
                <c:pt idx="11576">
                  <c:v>3.03531</c:v>
                </c:pt>
                <c:pt idx="11577">
                  <c:v>3.0356200000000002</c:v>
                </c:pt>
                <c:pt idx="11578">
                  <c:v>3.03592</c:v>
                </c:pt>
                <c:pt idx="11579">
                  <c:v>3.0362300000000002</c:v>
                </c:pt>
                <c:pt idx="11580">
                  <c:v>3.03653</c:v>
                </c:pt>
                <c:pt idx="11581">
                  <c:v>3.0368400000000002</c:v>
                </c:pt>
                <c:pt idx="11582">
                  <c:v>3.03714</c:v>
                </c:pt>
                <c:pt idx="11583">
                  <c:v>3.0374500000000002</c:v>
                </c:pt>
                <c:pt idx="11584">
                  <c:v>3.03776</c:v>
                </c:pt>
                <c:pt idx="11585">
                  <c:v>3.0380600000000002</c:v>
                </c:pt>
                <c:pt idx="11586">
                  <c:v>3.03837</c:v>
                </c:pt>
                <c:pt idx="11587">
                  <c:v>3.0386700000000002</c:v>
                </c:pt>
                <c:pt idx="11588">
                  <c:v>3.03898</c:v>
                </c:pt>
                <c:pt idx="11589">
                  <c:v>3.0392800000000002</c:v>
                </c:pt>
                <c:pt idx="11590">
                  <c:v>3.03959</c:v>
                </c:pt>
                <c:pt idx="11591">
                  <c:v>3.0398900000000002</c:v>
                </c:pt>
                <c:pt idx="11592">
                  <c:v>3.0402</c:v>
                </c:pt>
                <c:pt idx="11593">
                  <c:v>3.0405000000000002</c:v>
                </c:pt>
                <c:pt idx="11594">
                  <c:v>3.04081</c:v>
                </c:pt>
                <c:pt idx="11595">
                  <c:v>3.0411100000000002</c:v>
                </c:pt>
                <c:pt idx="11596">
                  <c:v>3.04142</c:v>
                </c:pt>
                <c:pt idx="11597">
                  <c:v>3.0417299999999998</c:v>
                </c:pt>
                <c:pt idx="11598">
                  <c:v>3.04203</c:v>
                </c:pt>
                <c:pt idx="11599">
                  <c:v>3.0423399999999998</c:v>
                </c:pt>
                <c:pt idx="11600">
                  <c:v>3.04264</c:v>
                </c:pt>
                <c:pt idx="11601">
                  <c:v>3.0429499999999998</c:v>
                </c:pt>
                <c:pt idx="11602">
                  <c:v>3.04325</c:v>
                </c:pt>
                <c:pt idx="11603">
                  <c:v>3.0435599999999998</c:v>
                </c:pt>
                <c:pt idx="11604">
                  <c:v>3.04386</c:v>
                </c:pt>
                <c:pt idx="11605">
                  <c:v>3.0441699999999998</c:v>
                </c:pt>
                <c:pt idx="11606">
                  <c:v>3.04447</c:v>
                </c:pt>
                <c:pt idx="11607">
                  <c:v>3.0447799999999998</c:v>
                </c:pt>
                <c:pt idx="11608">
                  <c:v>3.0450900000000001</c:v>
                </c:pt>
                <c:pt idx="11609">
                  <c:v>3.0453899999999998</c:v>
                </c:pt>
                <c:pt idx="11610">
                  <c:v>3.0457000000000001</c:v>
                </c:pt>
                <c:pt idx="11611">
                  <c:v>3.0459999999999998</c:v>
                </c:pt>
                <c:pt idx="11612">
                  <c:v>3.0463100000000001</c:v>
                </c:pt>
                <c:pt idx="11613">
                  <c:v>3.0466099999999998</c:v>
                </c:pt>
                <c:pt idx="11614">
                  <c:v>3.0469200000000001</c:v>
                </c:pt>
                <c:pt idx="11615">
                  <c:v>3.0472199999999998</c:v>
                </c:pt>
                <c:pt idx="11616">
                  <c:v>3.0475300000000001</c:v>
                </c:pt>
                <c:pt idx="11617">
                  <c:v>3.0478299999999998</c:v>
                </c:pt>
                <c:pt idx="11618">
                  <c:v>3.0481400000000001</c:v>
                </c:pt>
                <c:pt idx="11619">
                  <c:v>3.0484399999999998</c:v>
                </c:pt>
                <c:pt idx="11620">
                  <c:v>3.0487500000000001</c:v>
                </c:pt>
                <c:pt idx="11621">
                  <c:v>3.0490599999999999</c:v>
                </c:pt>
                <c:pt idx="11622">
                  <c:v>3.0493600000000001</c:v>
                </c:pt>
                <c:pt idx="11623">
                  <c:v>3.0496699999999999</c:v>
                </c:pt>
                <c:pt idx="11624">
                  <c:v>3.0499700000000001</c:v>
                </c:pt>
                <c:pt idx="11625">
                  <c:v>3.0502799999999999</c:v>
                </c:pt>
                <c:pt idx="11626">
                  <c:v>3.0505800000000001</c:v>
                </c:pt>
                <c:pt idx="11627">
                  <c:v>3.0508899999999999</c:v>
                </c:pt>
                <c:pt idx="11628">
                  <c:v>3.0511900000000001</c:v>
                </c:pt>
                <c:pt idx="11629">
                  <c:v>3.0514999999999999</c:v>
                </c:pt>
                <c:pt idx="11630">
                  <c:v>3.0518000000000001</c:v>
                </c:pt>
                <c:pt idx="11631">
                  <c:v>3.0521099999999999</c:v>
                </c:pt>
                <c:pt idx="11632">
                  <c:v>3.0524100000000001</c:v>
                </c:pt>
                <c:pt idx="11633">
                  <c:v>3.0527199999999999</c:v>
                </c:pt>
                <c:pt idx="11634">
                  <c:v>3.0530300000000001</c:v>
                </c:pt>
                <c:pt idx="11635">
                  <c:v>3.0533299999999999</c:v>
                </c:pt>
                <c:pt idx="11636">
                  <c:v>3.0536400000000001</c:v>
                </c:pt>
                <c:pt idx="11637">
                  <c:v>3.0539399999999999</c:v>
                </c:pt>
                <c:pt idx="11638">
                  <c:v>3.0542500000000001</c:v>
                </c:pt>
                <c:pt idx="11639">
                  <c:v>3.0545499999999999</c:v>
                </c:pt>
                <c:pt idx="11640">
                  <c:v>3.0548600000000001</c:v>
                </c:pt>
                <c:pt idx="11641">
                  <c:v>3.0551599999999999</c:v>
                </c:pt>
                <c:pt idx="11642">
                  <c:v>3.0554700000000001</c:v>
                </c:pt>
                <c:pt idx="11643">
                  <c:v>3.0557699999999999</c:v>
                </c:pt>
                <c:pt idx="11644">
                  <c:v>3.0560800000000001</c:v>
                </c:pt>
                <c:pt idx="11645">
                  <c:v>3.0563799999999999</c:v>
                </c:pt>
                <c:pt idx="11646">
                  <c:v>3.0566900000000001</c:v>
                </c:pt>
                <c:pt idx="11647">
                  <c:v>3.0569999999999999</c:v>
                </c:pt>
                <c:pt idx="11648">
                  <c:v>3.0573000000000001</c:v>
                </c:pt>
                <c:pt idx="11649">
                  <c:v>3.0576099999999999</c:v>
                </c:pt>
                <c:pt idx="11650">
                  <c:v>3.0579100000000001</c:v>
                </c:pt>
                <c:pt idx="11651">
                  <c:v>3.0582199999999999</c:v>
                </c:pt>
                <c:pt idx="11652">
                  <c:v>3.0585200000000001</c:v>
                </c:pt>
                <c:pt idx="11653">
                  <c:v>3.0588299999999999</c:v>
                </c:pt>
                <c:pt idx="11654">
                  <c:v>3.0591300000000001</c:v>
                </c:pt>
                <c:pt idx="11655">
                  <c:v>3.0594399999999999</c:v>
                </c:pt>
                <c:pt idx="11656">
                  <c:v>3.0597400000000001</c:v>
                </c:pt>
                <c:pt idx="11657">
                  <c:v>3.0600499999999999</c:v>
                </c:pt>
                <c:pt idx="11658">
                  <c:v>3.0603500000000001</c:v>
                </c:pt>
                <c:pt idx="11659">
                  <c:v>3.0606599999999999</c:v>
                </c:pt>
                <c:pt idx="11660">
                  <c:v>3.0609700000000002</c:v>
                </c:pt>
                <c:pt idx="11661">
                  <c:v>3.0612699999999999</c:v>
                </c:pt>
                <c:pt idx="11662">
                  <c:v>3.0615800000000002</c:v>
                </c:pt>
                <c:pt idx="11663">
                  <c:v>3.0618799999999999</c:v>
                </c:pt>
                <c:pt idx="11664">
                  <c:v>3.0621900000000002</c:v>
                </c:pt>
                <c:pt idx="11665">
                  <c:v>3.0624899999999999</c:v>
                </c:pt>
                <c:pt idx="11666">
                  <c:v>3.0628000000000002</c:v>
                </c:pt>
                <c:pt idx="11667">
                  <c:v>3.0630999999999999</c:v>
                </c:pt>
                <c:pt idx="11668">
                  <c:v>3.0634100000000002</c:v>
                </c:pt>
                <c:pt idx="11669">
                  <c:v>3.0637099999999999</c:v>
                </c:pt>
                <c:pt idx="11670">
                  <c:v>3.0640200000000002</c:v>
                </c:pt>
                <c:pt idx="11671">
                  <c:v>3.06433</c:v>
                </c:pt>
                <c:pt idx="11672">
                  <c:v>3.0646300000000002</c:v>
                </c:pt>
                <c:pt idx="11673">
                  <c:v>3.06494</c:v>
                </c:pt>
                <c:pt idx="11674">
                  <c:v>3.0652400000000002</c:v>
                </c:pt>
                <c:pt idx="11675">
                  <c:v>3.06555</c:v>
                </c:pt>
                <c:pt idx="11676">
                  <c:v>3.0658500000000002</c:v>
                </c:pt>
                <c:pt idx="11677">
                  <c:v>3.06616</c:v>
                </c:pt>
                <c:pt idx="11678">
                  <c:v>3.0664600000000002</c:v>
                </c:pt>
                <c:pt idx="11679">
                  <c:v>3.06677</c:v>
                </c:pt>
                <c:pt idx="11680">
                  <c:v>3.0670700000000002</c:v>
                </c:pt>
                <c:pt idx="11681">
                  <c:v>3.06738</c:v>
                </c:pt>
                <c:pt idx="11682">
                  <c:v>3.0676800000000002</c:v>
                </c:pt>
                <c:pt idx="11683">
                  <c:v>3.06799</c:v>
                </c:pt>
                <c:pt idx="11684">
                  <c:v>3.0682999999999998</c:v>
                </c:pt>
                <c:pt idx="11685">
                  <c:v>3.0686</c:v>
                </c:pt>
                <c:pt idx="11686">
                  <c:v>3.0689099999999998</c:v>
                </c:pt>
                <c:pt idx="11687">
                  <c:v>3.06921</c:v>
                </c:pt>
                <c:pt idx="11688">
                  <c:v>3.0695199999999998</c:v>
                </c:pt>
                <c:pt idx="11689">
                  <c:v>3.06982</c:v>
                </c:pt>
                <c:pt idx="11690">
                  <c:v>3.0701299999999998</c:v>
                </c:pt>
                <c:pt idx="11691">
                  <c:v>3.07043</c:v>
                </c:pt>
                <c:pt idx="11692">
                  <c:v>3.0707399999999998</c:v>
                </c:pt>
                <c:pt idx="11693">
                  <c:v>3.07104</c:v>
                </c:pt>
                <c:pt idx="11694">
                  <c:v>3.0713499999999998</c:v>
                </c:pt>
                <c:pt idx="11695">
                  <c:v>3.07165</c:v>
                </c:pt>
                <c:pt idx="11696">
                  <c:v>3.0719599999999998</c:v>
                </c:pt>
                <c:pt idx="11697">
                  <c:v>3.0722700000000001</c:v>
                </c:pt>
                <c:pt idx="11698">
                  <c:v>3.0725699999999998</c:v>
                </c:pt>
                <c:pt idx="11699">
                  <c:v>3.0728800000000001</c:v>
                </c:pt>
                <c:pt idx="11700">
                  <c:v>3.0731799999999998</c:v>
                </c:pt>
                <c:pt idx="11701">
                  <c:v>3.0734900000000001</c:v>
                </c:pt>
                <c:pt idx="11702">
                  <c:v>3.0737899999999998</c:v>
                </c:pt>
                <c:pt idx="11703">
                  <c:v>3.0741000000000001</c:v>
                </c:pt>
                <c:pt idx="11704">
                  <c:v>3.0743999999999998</c:v>
                </c:pt>
                <c:pt idx="11705">
                  <c:v>3.0747100000000001</c:v>
                </c:pt>
                <c:pt idx="11706">
                  <c:v>3.0750099999999998</c:v>
                </c:pt>
                <c:pt idx="11707">
                  <c:v>3.0753200000000001</c:v>
                </c:pt>
                <c:pt idx="11708">
                  <c:v>3.0756199999999998</c:v>
                </c:pt>
                <c:pt idx="11709">
                  <c:v>3.0759300000000001</c:v>
                </c:pt>
                <c:pt idx="11710">
                  <c:v>3.0762399999999999</c:v>
                </c:pt>
                <c:pt idx="11711">
                  <c:v>3.0765400000000001</c:v>
                </c:pt>
                <c:pt idx="11712">
                  <c:v>3.0768499999999999</c:v>
                </c:pt>
                <c:pt idx="11713">
                  <c:v>3.0771500000000001</c:v>
                </c:pt>
                <c:pt idx="11714">
                  <c:v>3.0774599999999999</c:v>
                </c:pt>
                <c:pt idx="11715">
                  <c:v>3.0777600000000001</c:v>
                </c:pt>
                <c:pt idx="11716">
                  <c:v>3.0780699999999999</c:v>
                </c:pt>
                <c:pt idx="11717">
                  <c:v>3.0783700000000001</c:v>
                </c:pt>
                <c:pt idx="11718">
                  <c:v>3.0786799999999999</c:v>
                </c:pt>
                <c:pt idx="11719">
                  <c:v>3.0789800000000001</c:v>
                </c:pt>
                <c:pt idx="11720">
                  <c:v>3.0792899999999999</c:v>
                </c:pt>
                <c:pt idx="11721">
                  <c:v>3.0796000000000001</c:v>
                </c:pt>
                <c:pt idx="11722">
                  <c:v>3.0798999999999999</c:v>
                </c:pt>
                <c:pt idx="11723">
                  <c:v>3.0802100000000001</c:v>
                </c:pt>
                <c:pt idx="11724">
                  <c:v>3.0805099999999999</c:v>
                </c:pt>
                <c:pt idx="11725">
                  <c:v>3.0808200000000001</c:v>
                </c:pt>
                <c:pt idx="11726">
                  <c:v>3.0811199999999999</c:v>
                </c:pt>
                <c:pt idx="11727">
                  <c:v>3.0814300000000001</c:v>
                </c:pt>
                <c:pt idx="11728">
                  <c:v>3.0817299999999999</c:v>
                </c:pt>
                <c:pt idx="11729">
                  <c:v>3.0820400000000001</c:v>
                </c:pt>
                <c:pt idx="11730">
                  <c:v>3.0823399999999999</c:v>
                </c:pt>
                <c:pt idx="11731">
                  <c:v>3.0826500000000001</c:v>
                </c:pt>
                <c:pt idx="11732">
                  <c:v>3.0829499999999999</c:v>
                </c:pt>
                <c:pt idx="11733">
                  <c:v>3.0832600000000001</c:v>
                </c:pt>
                <c:pt idx="11734">
                  <c:v>3.0835699999999999</c:v>
                </c:pt>
                <c:pt idx="11735">
                  <c:v>3.0838700000000001</c:v>
                </c:pt>
                <c:pt idx="11736">
                  <c:v>3.0841799999999999</c:v>
                </c:pt>
                <c:pt idx="11737">
                  <c:v>3.0844800000000001</c:v>
                </c:pt>
                <c:pt idx="11738">
                  <c:v>3.0847899999999999</c:v>
                </c:pt>
                <c:pt idx="11739">
                  <c:v>3.0850900000000001</c:v>
                </c:pt>
                <c:pt idx="11740">
                  <c:v>3.0853999999999999</c:v>
                </c:pt>
                <c:pt idx="11741">
                  <c:v>3.0857000000000001</c:v>
                </c:pt>
                <c:pt idx="11742">
                  <c:v>3.0860099999999999</c:v>
                </c:pt>
                <c:pt idx="11743">
                  <c:v>3.0863100000000001</c:v>
                </c:pt>
                <c:pt idx="11744">
                  <c:v>3.0866199999999999</c:v>
                </c:pt>
                <c:pt idx="11745">
                  <c:v>3.0869200000000001</c:v>
                </c:pt>
                <c:pt idx="11746">
                  <c:v>3.0872299999999999</c:v>
                </c:pt>
                <c:pt idx="11747">
                  <c:v>3.0875400000000002</c:v>
                </c:pt>
                <c:pt idx="11748">
                  <c:v>3.0878399999999999</c:v>
                </c:pt>
                <c:pt idx="11749">
                  <c:v>3.0881500000000002</c:v>
                </c:pt>
                <c:pt idx="11750">
                  <c:v>3.0884499999999999</c:v>
                </c:pt>
                <c:pt idx="11751">
                  <c:v>3.0887600000000002</c:v>
                </c:pt>
                <c:pt idx="11752">
                  <c:v>3.0890599999999999</c:v>
                </c:pt>
                <c:pt idx="11753">
                  <c:v>3.0893700000000002</c:v>
                </c:pt>
                <c:pt idx="11754">
                  <c:v>3.0896699999999999</c:v>
                </c:pt>
                <c:pt idx="11755">
                  <c:v>3.0899800000000002</c:v>
                </c:pt>
                <c:pt idx="11756">
                  <c:v>3.0902799999999999</c:v>
                </c:pt>
                <c:pt idx="11757">
                  <c:v>3.0905900000000002</c:v>
                </c:pt>
                <c:pt idx="11758">
                  <c:v>3.0908899999999999</c:v>
                </c:pt>
                <c:pt idx="11759">
                  <c:v>3.0912000000000002</c:v>
                </c:pt>
                <c:pt idx="11760">
                  <c:v>3.09151</c:v>
                </c:pt>
                <c:pt idx="11761">
                  <c:v>3.0918100000000002</c:v>
                </c:pt>
                <c:pt idx="11762">
                  <c:v>3.09212</c:v>
                </c:pt>
                <c:pt idx="11763">
                  <c:v>3.0924200000000002</c:v>
                </c:pt>
                <c:pt idx="11764">
                  <c:v>3.09273</c:v>
                </c:pt>
                <c:pt idx="11765">
                  <c:v>3.0930300000000002</c:v>
                </c:pt>
                <c:pt idx="11766">
                  <c:v>3.09334</c:v>
                </c:pt>
                <c:pt idx="11767">
                  <c:v>3.0936400000000002</c:v>
                </c:pt>
                <c:pt idx="11768">
                  <c:v>3.09395</c:v>
                </c:pt>
                <c:pt idx="11769">
                  <c:v>3.0942500000000002</c:v>
                </c:pt>
                <c:pt idx="11770">
                  <c:v>3.09456</c:v>
                </c:pt>
                <c:pt idx="11771">
                  <c:v>3.0948600000000002</c:v>
                </c:pt>
                <c:pt idx="11772">
                  <c:v>3.09517</c:v>
                </c:pt>
                <c:pt idx="11773">
                  <c:v>3.0954799999999998</c:v>
                </c:pt>
                <c:pt idx="11774">
                  <c:v>3.09578</c:v>
                </c:pt>
                <c:pt idx="11775">
                  <c:v>3.0960899999999998</c:v>
                </c:pt>
                <c:pt idx="11776">
                  <c:v>3.09639</c:v>
                </c:pt>
                <c:pt idx="11777">
                  <c:v>3.0966999999999998</c:v>
                </c:pt>
                <c:pt idx="11778">
                  <c:v>3.097</c:v>
                </c:pt>
                <c:pt idx="11779">
                  <c:v>3.0973099999999998</c:v>
                </c:pt>
                <c:pt idx="11780">
                  <c:v>3.09761</c:v>
                </c:pt>
                <c:pt idx="11781">
                  <c:v>3.0979199999999998</c:v>
                </c:pt>
                <c:pt idx="11782">
                  <c:v>3.09822</c:v>
                </c:pt>
                <c:pt idx="11783">
                  <c:v>3.0985299999999998</c:v>
                </c:pt>
                <c:pt idx="11784">
                  <c:v>3.09884</c:v>
                </c:pt>
                <c:pt idx="11785">
                  <c:v>3.0991399999999998</c:v>
                </c:pt>
                <c:pt idx="11786">
                  <c:v>3.09945</c:v>
                </c:pt>
                <c:pt idx="11787">
                  <c:v>3.0997499999999998</c:v>
                </c:pt>
                <c:pt idx="11788">
                  <c:v>3.10006</c:v>
                </c:pt>
                <c:pt idx="11789">
                  <c:v>3.1003599999999998</c:v>
                </c:pt>
                <c:pt idx="11790">
                  <c:v>3.10067</c:v>
                </c:pt>
                <c:pt idx="11791">
                  <c:v>3.1009699999999998</c:v>
                </c:pt>
                <c:pt idx="11792">
                  <c:v>3.10128</c:v>
                </c:pt>
                <c:pt idx="11793">
                  <c:v>3.1015799999999998</c:v>
                </c:pt>
                <c:pt idx="11794">
                  <c:v>3.10189</c:v>
                </c:pt>
                <c:pt idx="11795">
                  <c:v>3.1021899999999998</c:v>
                </c:pt>
                <c:pt idx="11796">
                  <c:v>3.1025</c:v>
                </c:pt>
                <c:pt idx="11797">
                  <c:v>3.1028099999999998</c:v>
                </c:pt>
                <c:pt idx="11798">
                  <c:v>3.10311</c:v>
                </c:pt>
                <c:pt idx="11799">
                  <c:v>3.1034199999999998</c:v>
                </c:pt>
                <c:pt idx="11800">
                  <c:v>3.10372</c:v>
                </c:pt>
                <c:pt idx="11801">
                  <c:v>3.1040299999999998</c:v>
                </c:pt>
                <c:pt idx="11802">
                  <c:v>3.10433</c:v>
                </c:pt>
                <c:pt idx="11803">
                  <c:v>3.1046399999999998</c:v>
                </c:pt>
                <c:pt idx="11804">
                  <c:v>3.10494</c:v>
                </c:pt>
                <c:pt idx="11805">
                  <c:v>3.1052499999999998</c:v>
                </c:pt>
                <c:pt idx="11806">
                  <c:v>3.10555</c:v>
                </c:pt>
                <c:pt idx="11807">
                  <c:v>3.1058599999999998</c:v>
                </c:pt>
                <c:pt idx="11808">
                  <c:v>3.10616</c:v>
                </c:pt>
                <c:pt idx="11809">
                  <c:v>3.1064699999999998</c:v>
                </c:pt>
                <c:pt idx="11810">
                  <c:v>3.1067800000000001</c:v>
                </c:pt>
                <c:pt idx="11811">
                  <c:v>3.1070799999999998</c:v>
                </c:pt>
                <c:pt idx="11812">
                  <c:v>3.1073900000000001</c:v>
                </c:pt>
                <c:pt idx="11813">
                  <c:v>3.1076899999999998</c:v>
                </c:pt>
                <c:pt idx="11814">
                  <c:v>3.1080000000000001</c:v>
                </c:pt>
                <c:pt idx="11815">
                  <c:v>3.1082999999999998</c:v>
                </c:pt>
                <c:pt idx="11816">
                  <c:v>3.1086100000000001</c:v>
                </c:pt>
                <c:pt idx="11817">
                  <c:v>3.1089099999999998</c:v>
                </c:pt>
                <c:pt idx="11818">
                  <c:v>3.1092200000000001</c:v>
                </c:pt>
                <c:pt idx="11819">
                  <c:v>3.1095199999999998</c:v>
                </c:pt>
                <c:pt idx="11820">
                  <c:v>3.1098300000000001</c:v>
                </c:pt>
                <c:pt idx="11821">
                  <c:v>3.1101299999999998</c:v>
                </c:pt>
                <c:pt idx="11822">
                  <c:v>3.1104400000000001</c:v>
                </c:pt>
                <c:pt idx="11823">
                  <c:v>3.1107499999999999</c:v>
                </c:pt>
                <c:pt idx="11824">
                  <c:v>3.1110500000000001</c:v>
                </c:pt>
                <c:pt idx="11825">
                  <c:v>3.1113599999999999</c:v>
                </c:pt>
                <c:pt idx="11826">
                  <c:v>3.1116600000000001</c:v>
                </c:pt>
                <c:pt idx="11827">
                  <c:v>3.1119699999999999</c:v>
                </c:pt>
                <c:pt idx="11828">
                  <c:v>3.1122700000000001</c:v>
                </c:pt>
                <c:pt idx="11829">
                  <c:v>3.1125799999999999</c:v>
                </c:pt>
                <c:pt idx="11830">
                  <c:v>3.1128800000000001</c:v>
                </c:pt>
                <c:pt idx="11831">
                  <c:v>3.1131899999999999</c:v>
                </c:pt>
                <c:pt idx="11832">
                  <c:v>3.1134900000000001</c:v>
                </c:pt>
                <c:pt idx="11833">
                  <c:v>3.1137999999999999</c:v>
                </c:pt>
                <c:pt idx="11834">
                  <c:v>3.1141000000000001</c:v>
                </c:pt>
                <c:pt idx="11835">
                  <c:v>3.1144099999999999</c:v>
                </c:pt>
                <c:pt idx="11836">
                  <c:v>3.1147200000000002</c:v>
                </c:pt>
                <c:pt idx="11837">
                  <c:v>3.1150199999999999</c:v>
                </c:pt>
                <c:pt idx="11838">
                  <c:v>3.1153300000000002</c:v>
                </c:pt>
                <c:pt idx="11839">
                  <c:v>3.1156299999999999</c:v>
                </c:pt>
                <c:pt idx="11840">
                  <c:v>3.1159400000000002</c:v>
                </c:pt>
                <c:pt idx="11841">
                  <c:v>3.1162399999999999</c:v>
                </c:pt>
                <c:pt idx="11842">
                  <c:v>3.1165500000000002</c:v>
                </c:pt>
                <c:pt idx="11843">
                  <c:v>3.1168499999999999</c:v>
                </c:pt>
                <c:pt idx="11844">
                  <c:v>3.1171600000000002</c:v>
                </c:pt>
                <c:pt idx="11845">
                  <c:v>3.1174599999999999</c:v>
                </c:pt>
                <c:pt idx="11846">
                  <c:v>3.1177700000000002</c:v>
                </c:pt>
                <c:pt idx="11847">
                  <c:v>3.11808</c:v>
                </c:pt>
                <c:pt idx="11848">
                  <c:v>3.1183800000000002</c:v>
                </c:pt>
                <c:pt idx="11849">
                  <c:v>3.11869</c:v>
                </c:pt>
                <c:pt idx="11850">
                  <c:v>3.1189900000000002</c:v>
                </c:pt>
                <c:pt idx="11851">
                  <c:v>3.1193</c:v>
                </c:pt>
                <c:pt idx="11852">
                  <c:v>3.1196000000000002</c:v>
                </c:pt>
                <c:pt idx="11853">
                  <c:v>3.11991</c:v>
                </c:pt>
                <c:pt idx="11854">
                  <c:v>3.1202100000000002</c:v>
                </c:pt>
                <c:pt idx="11855">
                  <c:v>3.12052</c:v>
                </c:pt>
                <c:pt idx="11856">
                  <c:v>3.1208200000000001</c:v>
                </c:pt>
                <c:pt idx="11857">
                  <c:v>3.12113</c:v>
                </c:pt>
                <c:pt idx="11858">
                  <c:v>3.1214300000000001</c:v>
                </c:pt>
                <c:pt idx="11859">
                  <c:v>3.12174</c:v>
                </c:pt>
                <c:pt idx="11860">
                  <c:v>3.1220500000000002</c:v>
                </c:pt>
                <c:pt idx="11861">
                  <c:v>3.12235</c:v>
                </c:pt>
                <c:pt idx="11862">
                  <c:v>3.1226600000000002</c:v>
                </c:pt>
                <c:pt idx="11863">
                  <c:v>3.12296</c:v>
                </c:pt>
                <c:pt idx="11864">
                  <c:v>3.1232700000000002</c:v>
                </c:pt>
                <c:pt idx="11865">
                  <c:v>3.12357</c:v>
                </c:pt>
                <c:pt idx="11866">
                  <c:v>3.1238800000000002</c:v>
                </c:pt>
                <c:pt idx="11867">
                  <c:v>3.12418</c:v>
                </c:pt>
                <c:pt idx="11868">
                  <c:v>3.1244900000000002</c:v>
                </c:pt>
                <c:pt idx="11869">
                  <c:v>3.12479</c:v>
                </c:pt>
                <c:pt idx="11870">
                  <c:v>3.1251000000000002</c:v>
                </c:pt>
                <c:pt idx="11871">
                  <c:v>3.1254</c:v>
                </c:pt>
                <c:pt idx="11872">
                  <c:v>3.1257100000000002</c:v>
                </c:pt>
                <c:pt idx="11873">
                  <c:v>3.12602</c:v>
                </c:pt>
                <c:pt idx="11874">
                  <c:v>3.1263200000000002</c:v>
                </c:pt>
                <c:pt idx="11875">
                  <c:v>3.12663</c:v>
                </c:pt>
                <c:pt idx="11876">
                  <c:v>3.1269300000000002</c:v>
                </c:pt>
                <c:pt idx="11877">
                  <c:v>3.12724</c:v>
                </c:pt>
                <c:pt idx="11878">
                  <c:v>3.1275400000000002</c:v>
                </c:pt>
                <c:pt idx="11879">
                  <c:v>3.12785</c:v>
                </c:pt>
                <c:pt idx="11880">
                  <c:v>3.1281500000000002</c:v>
                </c:pt>
                <c:pt idx="11881">
                  <c:v>3.12846</c:v>
                </c:pt>
                <c:pt idx="11882">
                  <c:v>3.1287600000000002</c:v>
                </c:pt>
                <c:pt idx="11883">
                  <c:v>3.12907</c:v>
                </c:pt>
                <c:pt idx="11884">
                  <c:v>3.1293700000000002</c:v>
                </c:pt>
                <c:pt idx="11885">
                  <c:v>3.12968</c:v>
                </c:pt>
                <c:pt idx="11886">
                  <c:v>3.1299899999999998</c:v>
                </c:pt>
                <c:pt idx="11887">
                  <c:v>3.13029</c:v>
                </c:pt>
                <c:pt idx="11888">
                  <c:v>3.1305999999999998</c:v>
                </c:pt>
                <c:pt idx="11889">
                  <c:v>3.1309</c:v>
                </c:pt>
                <c:pt idx="11890">
                  <c:v>3.1312099999999998</c:v>
                </c:pt>
                <c:pt idx="11891">
                  <c:v>3.13151</c:v>
                </c:pt>
                <c:pt idx="11892">
                  <c:v>3.1318199999999998</c:v>
                </c:pt>
                <c:pt idx="11893">
                  <c:v>3.13212</c:v>
                </c:pt>
                <c:pt idx="11894">
                  <c:v>3.1324299999999998</c:v>
                </c:pt>
                <c:pt idx="11895">
                  <c:v>3.13273</c:v>
                </c:pt>
                <c:pt idx="11896">
                  <c:v>3.1330399999999998</c:v>
                </c:pt>
                <c:pt idx="11897">
                  <c:v>3.1333500000000001</c:v>
                </c:pt>
                <c:pt idx="11898">
                  <c:v>3.1336499999999998</c:v>
                </c:pt>
                <c:pt idx="11899">
                  <c:v>3.1339600000000001</c:v>
                </c:pt>
                <c:pt idx="11900">
                  <c:v>3.1342599999999998</c:v>
                </c:pt>
                <c:pt idx="11901">
                  <c:v>3.1345700000000001</c:v>
                </c:pt>
                <c:pt idx="11902">
                  <c:v>3.1348699999999998</c:v>
                </c:pt>
                <c:pt idx="11903">
                  <c:v>3.1351800000000001</c:v>
                </c:pt>
                <c:pt idx="11904">
                  <c:v>3.1354799999999998</c:v>
                </c:pt>
                <c:pt idx="11905">
                  <c:v>3.1357900000000001</c:v>
                </c:pt>
                <c:pt idx="11906">
                  <c:v>3.1360899999999998</c:v>
                </c:pt>
                <c:pt idx="11907">
                  <c:v>3.1364000000000001</c:v>
                </c:pt>
                <c:pt idx="11908">
                  <c:v>3.1366999999999998</c:v>
                </c:pt>
                <c:pt idx="11909">
                  <c:v>3.1370100000000001</c:v>
                </c:pt>
                <c:pt idx="11910">
                  <c:v>3.1373199999999999</c:v>
                </c:pt>
                <c:pt idx="11911">
                  <c:v>3.1376200000000001</c:v>
                </c:pt>
                <c:pt idx="11912">
                  <c:v>3.1379299999999999</c:v>
                </c:pt>
                <c:pt idx="11913">
                  <c:v>3.1382300000000001</c:v>
                </c:pt>
                <c:pt idx="11914">
                  <c:v>3.1385399999999999</c:v>
                </c:pt>
                <c:pt idx="11915">
                  <c:v>3.1388400000000001</c:v>
                </c:pt>
                <c:pt idx="11916">
                  <c:v>3.1391499999999999</c:v>
                </c:pt>
                <c:pt idx="11917">
                  <c:v>3.1394500000000001</c:v>
                </c:pt>
                <c:pt idx="11918">
                  <c:v>3.1397599999999999</c:v>
                </c:pt>
                <c:pt idx="11919">
                  <c:v>3.1400600000000001</c:v>
                </c:pt>
                <c:pt idx="11920">
                  <c:v>3.1403699999999999</c:v>
                </c:pt>
                <c:pt idx="11921">
                  <c:v>3.1406700000000001</c:v>
                </c:pt>
                <c:pt idx="11922">
                  <c:v>3.1409799999999999</c:v>
                </c:pt>
                <c:pt idx="11923">
                  <c:v>3.1412900000000001</c:v>
                </c:pt>
                <c:pt idx="11924">
                  <c:v>3.1415899999999999</c:v>
                </c:pt>
                <c:pt idx="11925">
                  <c:v>3.1419000000000001</c:v>
                </c:pt>
                <c:pt idx="11926">
                  <c:v>3.1421999999999999</c:v>
                </c:pt>
                <c:pt idx="11927">
                  <c:v>3.1425100000000001</c:v>
                </c:pt>
                <c:pt idx="11928">
                  <c:v>3.1428099999999999</c:v>
                </c:pt>
                <c:pt idx="11929">
                  <c:v>3.1431200000000001</c:v>
                </c:pt>
                <c:pt idx="11930">
                  <c:v>3.1434199999999999</c:v>
                </c:pt>
                <c:pt idx="11931">
                  <c:v>3.1437300000000001</c:v>
                </c:pt>
                <c:pt idx="11932">
                  <c:v>3.1440299999999999</c:v>
                </c:pt>
                <c:pt idx="11933">
                  <c:v>3.1443400000000001</c:v>
                </c:pt>
                <c:pt idx="11934">
                  <c:v>3.1446399999999999</c:v>
                </c:pt>
                <c:pt idx="11935">
                  <c:v>3.1449500000000001</c:v>
                </c:pt>
                <c:pt idx="11936">
                  <c:v>3.1452599999999999</c:v>
                </c:pt>
                <c:pt idx="11937">
                  <c:v>3.1455600000000001</c:v>
                </c:pt>
                <c:pt idx="11938">
                  <c:v>3.1458699999999999</c:v>
                </c:pt>
                <c:pt idx="11939">
                  <c:v>3.1461700000000001</c:v>
                </c:pt>
                <c:pt idx="11940">
                  <c:v>3.1464799999999999</c:v>
                </c:pt>
                <c:pt idx="11941">
                  <c:v>3.1467800000000001</c:v>
                </c:pt>
                <c:pt idx="11942">
                  <c:v>3.1470899999999999</c:v>
                </c:pt>
                <c:pt idx="11943">
                  <c:v>3.1473900000000001</c:v>
                </c:pt>
                <c:pt idx="11944">
                  <c:v>3.1476999999999999</c:v>
                </c:pt>
                <c:pt idx="11945">
                  <c:v>3.1480000000000001</c:v>
                </c:pt>
                <c:pt idx="11946">
                  <c:v>3.1483099999999999</c:v>
                </c:pt>
                <c:pt idx="11947">
                  <c:v>3.1486100000000001</c:v>
                </c:pt>
                <c:pt idx="11948">
                  <c:v>3.1489199999999999</c:v>
                </c:pt>
                <c:pt idx="11949">
                  <c:v>3.1492300000000002</c:v>
                </c:pt>
                <c:pt idx="11950">
                  <c:v>3.1495299999999999</c:v>
                </c:pt>
                <c:pt idx="11951">
                  <c:v>3.1498400000000002</c:v>
                </c:pt>
                <c:pt idx="11952">
                  <c:v>3.1501399999999999</c:v>
                </c:pt>
                <c:pt idx="11953">
                  <c:v>3.1504500000000002</c:v>
                </c:pt>
                <c:pt idx="11954">
                  <c:v>3.1507499999999999</c:v>
                </c:pt>
                <c:pt idx="11955">
                  <c:v>3.1510600000000002</c:v>
                </c:pt>
                <c:pt idx="11956">
                  <c:v>3.1513599999999999</c:v>
                </c:pt>
                <c:pt idx="11957">
                  <c:v>3.1516700000000002</c:v>
                </c:pt>
                <c:pt idx="11958">
                  <c:v>3.1519699999999999</c:v>
                </c:pt>
                <c:pt idx="11959">
                  <c:v>3.1522800000000002</c:v>
                </c:pt>
                <c:pt idx="11960">
                  <c:v>3.15259</c:v>
                </c:pt>
                <c:pt idx="11961">
                  <c:v>3.1528900000000002</c:v>
                </c:pt>
                <c:pt idx="11962">
                  <c:v>3.1532</c:v>
                </c:pt>
                <c:pt idx="11963">
                  <c:v>3.1535000000000002</c:v>
                </c:pt>
                <c:pt idx="11964">
                  <c:v>3.15381</c:v>
                </c:pt>
                <c:pt idx="11965">
                  <c:v>3.1541100000000002</c:v>
                </c:pt>
                <c:pt idx="11966">
                  <c:v>3.15442</c:v>
                </c:pt>
                <c:pt idx="11967">
                  <c:v>3.1547200000000002</c:v>
                </c:pt>
                <c:pt idx="11968">
                  <c:v>3.15503</c:v>
                </c:pt>
                <c:pt idx="11969">
                  <c:v>3.1553300000000002</c:v>
                </c:pt>
                <c:pt idx="11970">
                  <c:v>3.15564</c:v>
                </c:pt>
                <c:pt idx="11971">
                  <c:v>3.1559400000000002</c:v>
                </c:pt>
                <c:pt idx="11972">
                  <c:v>3.15625</c:v>
                </c:pt>
                <c:pt idx="11973">
                  <c:v>3.1565599999999998</c:v>
                </c:pt>
                <c:pt idx="11974">
                  <c:v>3.15686</c:v>
                </c:pt>
                <c:pt idx="11975">
                  <c:v>3.1571699999999998</c:v>
                </c:pt>
                <c:pt idx="11976">
                  <c:v>3.15747</c:v>
                </c:pt>
                <c:pt idx="11977">
                  <c:v>3.1577799999999998</c:v>
                </c:pt>
                <c:pt idx="11978">
                  <c:v>3.15808</c:v>
                </c:pt>
                <c:pt idx="11979">
                  <c:v>3.1583899999999998</c:v>
                </c:pt>
                <c:pt idx="11980">
                  <c:v>3.15869</c:v>
                </c:pt>
                <c:pt idx="11981">
                  <c:v>3.1589999999999998</c:v>
                </c:pt>
                <c:pt idx="11982">
                  <c:v>3.1593</c:v>
                </c:pt>
                <c:pt idx="11983">
                  <c:v>3.1596099999999998</c:v>
                </c:pt>
                <c:pt idx="11984">
                  <c:v>3.15991</c:v>
                </c:pt>
                <c:pt idx="11985">
                  <c:v>3.1602199999999998</c:v>
                </c:pt>
                <c:pt idx="11986">
                  <c:v>3.1605300000000001</c:v>
                </c:pt>
                <c:pt idx="11987">
                  <c:v>3.1608299999999998</c:v>
                </c:pt>
                <c:pt idx="11988">
                  <c:v>3.1611400000000001</c:v>
                </c:pt>
                <c:pt idx="11989">
                  <c:v>3.1614399999999998</c:v>
                </c:pt>
                <c:pt idx="11990">
                  <c:v>3.1617500000000001</c:v>
                </c:pt>
                <c:pt idx="11991">
                  <c:v>3.1620499999999998</c:v>
                </c:pt>
                <c:pt idx="11992">
                  <c:v>3.1623600000000001</c:v>
                </c:pt>
                <c:pt idx="11993">
                  <c:v>3.1626599999999998</c:v>
                </c:pt>
                <c:pt idx="11994">
                  <c:v>3.1629700000000001</c:v>
                </c:pt>
                <c:pt idx="11995">
                  <c:v>3.1632699999999998</c:v>
                </c:pt>
                <c:pt idx="11996">
                  <c:v>3.1635800000000001</c:v>
                </c:pt>
                <c:pt idx="11997">
                  <c:v>3.1638799999999998</c:v>
                </c:pt>
                <c:pt idx="11998">
                  <c:v>3.1641900000000001</c:v>
                </c:pt>
                <c:pt idx="11999">
                  <c:v>3.1644999999999999</c:v>
                </c:pt>
                <c:pt idx="12000">
                  <c:v>3.1648000000000001</c:v>
                </c:pt>
                <c:pt idx="12001">
                  <c:v>3.1651099999999999</c:v>
                </c:pt>
                <c:pt idx="12002">
                  <c:v>3.1654100000000001</c:v>
                </c:pt>
                <c:pt idx="12003">
                  <c:v>3.1657199999999999</c:v>
                </c:pt>
                <c:pt idx="12004">
                  <c:v>3.1660200000000001</c:v>
                </c:pt>
                <c:pt idx="12005">
                  <c:v>3.1663299999999999</c:v>
                </c:pt>
                <c:pt idx="12006">
                  <c:v>3.1666300000000001</c:v>
                </c:pt>
                <c:pt idx="12007">
                  <c:v>3.1669399999999999</c:v>
                </c:pt>
                <c:pt idx="12008">
                  <c:v>3.1672400000000001</c:v>
                </c:pt>
                <c:pt idx="12009">
                  <c:v>3.1675499999999999</c:v>
                </c:pt>
                <c:pt idx="12010">
                  <c:v>3.1678500000000001</c:v>
                </c:pt>
                <c:pt idx="12011">
                  <c:v>3.1681599999999999</c:v>
                </c:pt>
                <c:pt idx="12012">
                  <c:v>3.1684700000000001</c:v>
                </c:pt>
                <c:pt idx="12013">
                  <c:v>3.1687699999999999</c:v>
                </c:pt>
                <c:pt idx="12014">
                  <c:v>3.1690800000000001</c:v>
                </c:pt>
                <c:pt idx="12015">
                  <c:v>3.1693799999999999</c:v>
                </c:pt>
                <c:pt idx="12016">
                  <c:v>3.1696900000000001</c:v>
                </c:pt>
                <c:pt idx="12017">
                  <c:v>3.1699899999999999</c:v>
                </c:pt>
                <c:pt idx="12018">
                  <c:v>3.1703000000000001</c:v>
                </c:pt>
                <c:pt idx="12019">
                  <c:v>3.1705999999999999</c:v>
                </c:pt>
                <c:pt idx="12020">
                  <c:v>3.1709100000000001</c:v>
                </c:pt>
                <c:pt idx="12021">
                  <c:v>3.1712099999999999</c:v>
                </c:pt>
                <c:pt idx="12022">
                  <c:v>3.1715200000000001</c:v>
                </c:pt>
                <c:pt idx="12023">
                  <c:v>3.1718299999999999</c:v>
                </c:pt>
                <c:pt idx="12024">
                  <c:v>3.1721300000000001</c:v>
                </c:pt>
                <c:pt idx="12025">
                  <c:v>3.1724399999999999</c:v>
                </c:pt>
                <c:pt idx="12026">
                  <c:v>3.1727400000000001</c:v>
                </c:pt>
                <c:pt idx="12027">
                  <c:v>3.1730499999999999</c:v>
                </c:pt>
                <c:pt idx="12028">
                  <c:v>3.1733500000000001</c:v>
                </c:pt>
                <c:pt idx="12029">
                  <c:v>3.1736599999999999</c:v>
                </c:pt>
                <c:pt idx="12030">
                  <c:v>3.1739600000000001</c:v>
                </c:pt>
                <c:pt idx="12031">
                  <c:v>3.1742699999999999</c:v>
                </c:pt>
                <c:pt idx="12032">
                  <c:v>3.1745700000000001</c:v>
                </c:pt>
                <c:pt idx="12033">
                  <c:v>3.1748799999999999</c:v>
                </c:pt>
                <c:pt idx="12034">
                  <c:v>3.1751800000000001</c:v>
                </c:pt>
                <c:pt idx="12035">
                  <c:v>3.1754899999999999</c:v>
                </c:pt>
                <c:pt idx="12036">
                  <c:v>3.1758000000000002</c:v>
                </c:pt>
                <c:pt idx="12037">
                  <c:v>3.1760999999999999</c:v>
                </c:pt>
                <c:pt idx="12038">
                  <c:v>3.1764100000000002</c:v>
                </c:pt>
                <c:pt idx="12039">
                  <c:v>3.1767099999999999</c:v>
                </c:pt>
                <c:pt idx="12040">
                  <c:v>3.1770200000000002</c:v>
                </c:pt>
                <c:pt idx="12041">
                  <c:v>3.1773199999999999</c:v>
                </c:pt>
                <c:pt idx="12042">
                  <c:v>3.1776300000000002</c:v>
                </c:pt>
                <c:pt idx="12043">
                  <c:v>3.1779299999999999</c:v>
                </c:pt>
                <c:pt idx="12044">
                  <c:v>3.1782400000000002</c:v>
                </c:pt>
                <c:pt idx="12045">
                  <c:v>3.1785399999999999</c:v>
                </c:pt>
                <c:pt idx="12046">
                  <c:v>3.1788500000000002</c:v>
                </c:pt>
                <c:pt idx="12047">
                  <c:v>3.1791499999999999</c:v>
                </c:pt>
                <c:pt idx="12048">
                  <c:v>3.1794600000000002</c:v>
                </c:pt>
                <c:pt idx="12049">
                  <c:v>3.17977</c:v>
                </c:pt>
                <c:pt idx="12050">
                  <c:v>3.1800700000000002</c:v>
                </c:pt>
                <c:pt idx="12051">
                  <c:v>3.18038</c:v>
                </c:pt>
                <c:pt idx="12052">
                  <c:v>3.1806800000000002</c:v>
                </c:pt>
                <c:pt idx="12053">
                  <c:v>3.18099</c:v>
                </c:pt>
                <c:pt idx="12054">
                  <c:v>3.1812900000000002</c:v>
                </c:pt>
                <c:pt idx="12055">
                  <c:v>3.1816</c:v>
                </c:pt>
                <c:pt idx="12056">
                  <c:v>3.1819000000000002</c:v>
                </c:pt>
                <c:pt idx="12057">
                  <c:v>3.18221</c:v>
                </c:pt>
                <c:pt idx="12058">
                  <c:v>3.1825100000000002</c:v>
                </c:pt>
                <c:pt idx="12059">
                  <c:v>3.18282</c:v>
                </c:pt>
                <c:pt idx="12060">
                  <c:v>3.1831200000000002</c:v>
                </c:pt>
                <c:pt idx="12061">
                  <c:v>3.18343</c:v>
                </c:pt>
                <c:pt idx="12062">
                  <c:v>3.1837399999999998</c:v>
                </c:pt>
                <c:pt idx="12063">
                  <c:v>3.18404</c:v>
                </c:pt>
                <c:pt idx="12064">
                  <c:v>3.1843499999999998</c:v>
                </c:pt>
                <c:pt idx="12065">
                  <c:v>3.18465</c:v>
                </c:pt>
                <c:pt idx="12066">
                  <c:v>3.1849599999999998</c:v>
                </c:pt>
                <c:pt idx="12067">
                  <c:v>3.18526</c:v>
                </c:pt>
                <c:pt idx="12068">
                  <c:v>3.1855699999999998</c:v>
                </c:pt>
                <c:pt idx="12069">
                  <c:v>3.18587</c:v>
                </c:pt>
                <c:pt idx="12070">
                  <c:v>3.1861799999999998</c:v>
                </c:pt>
                <c:pt idx="12071">
                  <c:v>3.18648</c:v>
                </c:pt>
                <c:pt idx="12072">
                  <c:v>3.1867899999999998</c:v>
                </c:pt>
                <c:pt idx="12073">
                  <c:v>3.18709</c:v>
                </c:pt>
                <c:pt idx="12074">
                  <c:v>3.1873999999999998</c:v>
                </c:pt>
                <c:pt idx="12075">
                  <c:v>3.18771</c:v>
                </c:pt>
                <c:pt idx="12076">
                  <c:v>3.1880099999999998</c:v>
                </c:pt>
                <c:pt idx="12077">
                  <c:v>3.18832</c:v>
                </c:pt>
                <c:pt idx="12078">
                  <c:v>3.1886199999999998</c:v>
                </c:pt>
                <c:pt idx="12079">
                  <c:v>3.18893</c:v>
                </c:pt>
                <c:pt idx="12080">
                  <c:v>3.1892299999999998</c:v>
                </c:pt>
                <c:pt idx="12081">
                  <c:v>3.18954</c:v>
                </c:pt>
                <c:pt idx="12082">
                  <c:v>3.1898399999999998</c:v>
                </c:pt>
                <c:pt idx="12083">
                  <c:v>3.19015</c:v>
                </c:pt>
                <c:pt idx="12084">
                  <c:v>3.1904499999999998</c:v>
                </c:pt>
                <c:pt idx="12085">
                  <c:v>3.19076</c:v>
                </c:pt>
                <c:pt idx="12086">
                  <c:v>3.1910699999999999</c:v>
                </c:pt>
                <c:pt idx="12087">
                  <c:v>3.19137</c:v>
                </c:pt>
                <c:pt idx="12088">
                  <c:v>3.1916799999999999</c:v>
                </c:pt>
                <c:pt idx="12089">
                  <c:v>3.19198</c:v>
                </c:pt>
                <c:pt idx="12090">
                  <c:v>3.1922899999999998</c:v>
                </c:pt>
                <c:pt idx="12091">
                  <c:v>3.19259</c:v>
                </c:pt>
                <c:pt idx="12092">
                  <c:v>3.1928999999999998</c:v>
                </c:pt>
                <c:pt idx="12093">
                  <c:v>3.1932</c:v>
                </c:pt>
                <c:pt idx="12094">
                  <c:v>3.1935099999999998</c:v>
                </c:pt>
                <c:pt idx="12095">
                  <c:v>3.19381</c:v>
                </c:pt>
                <c:pt idx="12096">
                  <c:v>3.1941199999999998</c:v>
                </c:pt>
                <c:pt idx="12097">
                  <c:v>3.19442</c:v>
                </c:pt>
                <c:pt idx="12098">
                  <c:v>3.1947299999999998</c:v>
                </c:pt>
                <c:pt idx="12099">
                  <c:v>3.1950400000000001</c:v>
                </c:pt>
                <c:pt idx="12100">
                  <c:v>3.1953399999999998</c:v>
                </c:pt>
                <c:pt idx="12101">
                  <c:v>3.1956500000000001</c:v>
                </c:pt>
                <c:pt idx="12102">
                  <c:v>3.1959499999999998</c:v>
                </c:pt>
                <c:pt idx="12103">
                  <c:v>3.1962600000000001</c:v>
                </c:pt>
                <c:pt idx="12104">
                  <c:v>3.1965599999999998</c:v>
                </c:pt>
                <c:pt idx="12105">
                  <c:v>3.1968700000000001</c:v>
                </c:pt>
                <c:pt idx="12106">
                  <c:v>3.1971699999999998</c:v>
                </c:pt>
                <c:pt idx="12107">
                  <c:v>3.1974800000000001</c:v>
                </c:pt>
                <c:pt idx="12108">
                  <c:v>3.1977799999999998</c:v>
                </c:pt>
                <c:pt idx="12109">
                  <c:v>3.1980900000000001</c:v>
                </c:pt>
                <c:pt idx="12110">
                  <c:v>3.1983899999999998</c:v>
                </c:pt>
                <c:pt idx="12111">
                  <c:v>3.1987000000000001</c:v>
                </c:pt>
                <c:pt idx="12112">
                  <c:v>3.1990099999999999</c:v>
                </c:pt>
                <c:pt idx="12113">
                  <c:v>3.1993100000000001</c:v>
                </c:pt>
                <c:pt idx="12114">
                  <c:v>3.1996199999999999</c:v>
                </c:pt>
                <c:pt idx="12115">
                  <c:v>3.1999200000000001</c:v>
                </c:pt>
                <c:pt idx="12116">
                  <c:v>3.2002299999999999</c:v>
                </c:pt>
                <c:pt idx="12117">
                  <c:v>3.2005300000000001</c:v>
                </c:pt>
                <c:pt idx="12118">
                  <c:v>3.2008399999999999</c:v>
                </c:pt>
                <c:pt idx="12119">
                  <c:v>3.2011400000000001</c:v>
                </c:pt>
                <c:pt idx="12120">
                  <c:v>3.2014499999999999</c:v>
                </c:pt>
                <c:pt idx="12121">
                  <c:v>3.2017500000000001</c:v>
                </c:pt>
                <c:pt idx="12122">
                  <c:v>3.2020599999999999</c:v>
                </c:pt>
                <c:pt idx="12123">
                  <c:v>3.2023600000000001</c:v>
                </c:pt>
                <c:pt idx="12124">
                  <c:v>3.2026699999999999</c:v>
                </c:pt>
                <c:pt idx="12125">
                  <c:v>3.2029800000000002</c:v>
                </c:pt>
                <c:pt idx="12126">
                  <c:v>3.2032799999999999</c:v>
                </c:pt>
                <c:pt idx="12127">
                  <c:v>3.2035900000000002</c:v>
                </c:pt>
                <c:pt idx="12128">
                  <c:v>3.2038899999999999</c:v>
                </c:pt>
                <c:pt idx="12129">
                  <c:v>3.2042000000000002</c:v>
                </c:pt>
                <c:pt idx="12130">
                  <c:v>3.2044999999999999</c:v>
                </c:pt>
                <c:pt idx="12131">
                  <c:v>3.2048100000000002</c:v>
                </c:pt>
                <c:pt idx="12132">
                  <c:v>3.2051099999999999</c:v>
                </c:pt>
                <c:pt idx="12133">
                  <c:v>3.2054200000000002</c:v>
                </c:pt>
                <c:pt idx="12134">
                  <c:v>3.2057199999999999</c:v>
                </c:pt>
                <c:pt idx="12135">
                  <c:v>3.2060300000000002</c:v>
                </c:pt>
                <c:pt idx="12136">
                  <c:v>3.20634</c:v>
                </c:pt>
                <c:pt idx="12137">
                  <c:v>3.2066400000000002</c:v>
                </c:pt>
                <c:pt idx="12138">
                  <c:v>3.20695</c:v>
                </c:pt>
                <c:pt idx="12139">
                  <c:v>3.2072500000000002</c:v>
                </c:pt>
                <c:pt idx="12140">
                  <c:v>3.20756</c:v>
                </c:pt>
                <c:pt idx="12141">
                  <c:v>3.2078600000000002</c:v>
                </c:pt>
                <c:pt idx="12142">
                  <c:v>3.20817</c:v>
                </c:pt>
                <c:pt idx="12143">
                  <c:v>3.2084700000000002</c:v>
                </c:pt>
                <c:pt idx="12144">
                  <c:v>3.20878</c:v>
                </c:pt>
                <c:pt idx="12145">
                  <c:v>3.2090800000000002</c:v>
                </c:pt>
                <c:pt idx="12146">
                  <c:v>3.20939</c:v>
                </c:pt>
                <c:pt idx="12147">
                  <c:v>3.2096900000000002</c:v>
                </c:pt>
                <c:pt idx="12148">
                  <c:v>3.21</c:v>
                </c:pt>
                <c:pt idx="12149">
                  <c:v>3.2103100000000002</c:v>
                </c:pt>
                <c:pt idx="12150">
                  <c:v>3.21061</c:v>
                </c:pt>
                <c:pt idx="12151">
                  <c:v>3.2109200000000002</c:v>
                </c:pt>
                <c:pt idx="12152">
                  <c:v>3.21122</c:v>
                </c:pt>
                <c:pt idx="12153">
                  <c:v>3.2115300000000002</c:v>
                </c:pt>
                <c:pt idx="12154">
                  <c:v>3.21183</c:v>
                </c:pt>
                <c:pt idx="12155">
                  <c:v>3.2121400000000002</c:v>
                </c:pt>
                <c:pt idx="12156">
                  <c:v>3.21244</c:v>
                </c:pt>
                <c:pt idx="12157">
                  <c:v>3.2127500000000002</c:v>
                </c:pt>
                <c:pt idx="12158">
                  <c:v>3.21305</c:v>
                </c:pt>
                <c:pt idx="12159">
                  <c:v>3.2133600000000002</c:v>
                </c:pt>
                <c:pt idx="12160">
                  <c:v>3.21366</c:v>
                </c:pt>
                <c:pt idx="12161">
                  <c:v>3.2139700000000002</c:v>
                </c:pt>
                <c:pt idx="12162">
                  <c:v>3.21428</c:v>
                </c:pt>
                <c:pt idx="12163">
                  <c:v>3.2145800000000002</c:v>
                </c:pt>
                <c:pt idx="12164">
                  <c:v>3.21489</c:v>
                </c:pt>
                <c:pt idx="12165">
                  <c:v>3.2151900000000002</c:v>
                </c:pt>
                <c:pt idx="12166">
                  <c:v>3.2155</c:v>
                </c:pt>
                <c:pt idx="12167">
                  <c:v>3.2158000000000002</c:v>
                </c:pt>
                <c:pt idx="12168">
                  <c:v>3.21611</c:v>
                </c:pt>
                <c:pt idx="12169">
                  <c:v>3.2164100000000002</c:v>
                </c:pt>
                <c:pt idx="12170">
                  <c:v>3.21672</c:v>
                </c:pt>
                <c:pt idx="12171">
                  <c:v>3.2170200000000002</c:v>
                </c:pt>
                <c:pt idx="12172">
                  <c:v>3.21733</c:v>
                </c:pt>
                <c:pt idx="12173">
                  <c:v>3.2176300000000002</c:v>
                </c:pt>
                <c:pt idx="12174">
                  <c:v>3.21794</c:v>
                </c:pt>
                <c:pt idx="12175">
                  <c:v>3.2182499999999998</c:v>
                </c:pt>
                <c:pt idx="12176">
                  <c:v>3.21855</c:v>
                </c:pt>
                <c:pt idx="12177">
                  <c:v>3.2188599999999998</c:v>
                </c:pt>
                <c:pt idx="12178">
                  <c:v>3.21916</c:v>
                </c:pt>
                <c:pt idx="12179">
                  <c:v>3.2194699999999998</c:v>
                </c:pt>
                <c:pt idx="12180">
                  <c:v>3.21977</c:v>
                </c:pt>
                <c:pt idx="12181">
                  <c:v>3.2200799999999998</c:v>
                </c:pt>
                <c:pt idx="12182">
                  <c:v>3.22038</c:v>
                </c:pt>
                <c:pt idx="12183">
                  <c:v>3.2206899999999998</c:v>
                </c:pt>
                <c:pt idx="12184">
                  <c:v>3.22099</c:v>
                </c:pt>
                <c:pt idx="12185">
                  <c:v>3.2212999999999998</c:v>
                </c:pt>
                <c:pt idx="12186">
                  <c:v>3.2216</c:v>
                </c:pt>
                <c:pt idx="12187">
                  <c:v>3.2219099999999998</c:v>
                </c:pt>
                <c:pt idx="12188">
                  <c:v>3.2222200000000001</c:v>
                </c:pt>
                <c:pt idx="12189">
                  <c:v>3.2225199999999998</c:v>
                </c:pt>
                <c:pt idx="12190">
                  <c:v>3.2228300000000001</c:v>
                </c:pt>
                <c:pt idx="12191">
                  <c:v>3.2231299999999998</c:v>
                </c:pt>
                <c:pt idx="12192">
                  <c:v>3.2234400000000001</c:v>
                </c:pt>
                <c:pt idx="12193">
                  <c:v>3.2237399999999998</c:v>
                </c:pt>
                <c:pt idx="12194">
                  <c:v>3.2240500000000001</c:v>
                </c:pt>
                <c:pt idx="12195">
                  <c:v>3.2243499999999998</c:v>
                </c:pt>
                <c:pt idx="12196">
                  <c:v>3.2246600000000001</c:v>
                </c:pt>
                <c:pt idx="12197">
                  <c:v>3.2249599999999998</c:v>
                </c:pt>
                <c:pt idx="12198">
                  <c:v>3.2252700000000001</c:v>
                </c:pt>
                <c:pt idx="12199">
                  <c:v>3.2255799999999999</c:v>
                </c:pt>
                <c:pt idx="12200">
                  <c:v>3.2258800000000001</c:v>
                </c:pt>
                <c:pt idx="12201">
                  <c:v>3.2261899999999999</c:v>
                </c:pt>
                <c:pt idx="12202">
                  <c:v>3.2264900000000001</c:v>
                </c:pt>
                <c:pt idx="12203">
                  <c:v>3.2267999999999999</c:v>
                </c:pt>
                <c:pt idx="12204">
                  <c:v>3.2271000000000001</c:v>
                </c:pt>
                <c:pt idx="12205">
                  <c:v>3.2274099999999999</c:v>
                </c:pt>
                <c:pt idx="12206">
                  <c:v>3.2277100000000001</c:v>
                </c:pt>
                <c:pt idx="12207">
                  <c:v>3.2280199999999999</c:v>
                </c:pt>
                <c:pt idx="12208">
                  <c:v>3.2283200000000001</c:v>
                </c:pt>
                <c:pt idx="12209">
                  <c:v>3.2286299999999999</c:v>
                </c:pt>
                <c:pt idx="12210">
                  <c:v>3.2289300000000001</c:v>
                </c:pt>
                <c:pt idx="12211">
                  <c:v>3.2292399999999999</c:v>
                </c:pt>
                <c:pt idx="12212">
                  <c:v>3.2295500000000001</c:v>
                </c:pt>
                <c:pt idx="12213">
                  <c:v>3.2298499999999999</c:v>
                </c:pt>
                <c:pt idx="12214">
                  <c:v>3.2301600000000001</c:v>
                </c:pt>
                <c:pt idx="12215">
                  <c:v>3.2304599999999999</c:v>
                </c:pt>
                <c:pt idx="12216">
                  <c:v>3.2307700000000001</c:v>
                </c:pt>
                <c:pt idx="12217">
                  <c:v>3.2310699999999999</c:v>
                </c:pt>
                <c:pt idx="12218">
                  <c:v>3.2313800000000001</c:v>
                </c:pt>
                <c:pt idx="12219">
                  <c:v>3.2316799999999999</c:v>
                </c:pt>
                <c:pt idx="12220">
                  <c:v>3.2319900000000001</c:v>
                </c:pt>
                <c:pt idx="12221">
                  <c:v>3.2322899999999999</c:v>
                </c:pt>
                <c:pt idx="12222">
                  <c:v>3.2326000000000001</c:v>
                </c:pt>
                <c:pt idx="12223">
                  <c:v>3.2328999999999999</c:v>
                </c:pt>
                <c:pt idx="12224">
                  <c:v>3.2332100000000001</c:v>
                </c:pt>
                <c:pt idx="12225">
                  <c:v>3.2335199999999999</c:v>
                </c:pt>
                <c:pt idx="12226">
                  <c:v>3.2338200000000001</c:v>
                </c:pt>
                <c:pt idx="12227">
                  <c:v>3.2341299999999999</c:v>
                </c:pt>
                <c:pt idx="12228">
                  <c:v>3.2344300000000001</c:v>
                </c:pt>
                <c:pt idx="12229">
                  <c:v>3.2347399999999999</c:v>
                </c:pt>
                <c:pt idx="12230">
                  <c:v>3.2350400000000001</c:v>
                </c:pt>
                <c:pt idx="12231">
                  <c:v>3.2353499999999999</c:v>
                </c:pt>
                <c:pt idx="12232">
                  <c:v>3.2356500000000001</c:v>
                </c:pt>
                <c:pt idx="12233">
                  <c:v>3.2359599999999999</c:v>
                </c:pt>
                <c:pt idx="12234">
                  <c:v>3.2362600000000001</c:v>
                </c:pt>
                <c:pt idx="12235">
                  <c:v>3.2365699999999999</c:v>
                </c:pt>
                <c:pt idx="12236">
                  <c:v>3.2368700000000001</c:v>
                </c:pt>
                <c:pt idx="12237">
                  <c:v>3.2371799999999999</c:v>
                </c:pt>
                <c:pt idx="12238">
                  <c:v>3.2374900000000002</c:v>
                </c:pt>
                <c:pt idx="12239">
                  <c:v>3.2377899999999999</c:v>
                </c:pt>
                <c:pt idx="12240">
                  <c:v>3.2381000000000002</c:v>
                </c:pt>
                <c:pt idx="12241">
                  <c:v>3.2383999999999999</c:v>
                </c:pt>
                <c:pt idx="12242">
                  <c:v>3.2387100000000002</c:v>
                </c:pt>
                <c:pt idx="12243">
                  <c:v>3.2390099999999999</c:v>
                </c:pt>
                <c:pt idx="12244">
                  <c:v>3.2393200000000002</c:v>
                </c:pt>
                <c:pt idx="12245">
                  <c:v>3.2396199999999999</c:v>
                </c:pt>
                <c:pt idx="12246">
                  <c:v>3.2399300000000002</c:v>
                </c:pt>
                <c:pt idx="12247">
                  <c:v>3.2402299999999999</c:v>
                </c:pt>
                <c:pt idx="12248">
                  <c:v>3.2405400000000002</c:v>
                </c:pt>
                <c:pt idx="12249">
                  <c:v>3.2408399999999999</c:v>
                </c:pt>
                <c:pt idx="12250">
                  <c:v>3.2411500000000002</c:v>
                </c:pt>
                <c:pt idx="12251">
                  <c:v>3.24146</c:v>
                </c:pt>
                <c:pt idx="12252">
                  <c:v>3.2417600000000002</c:v>
                </c:pt>
                <c:pt idx="12253">
                  <c:v>3.24207</c:v>
                </c:pt>
                <c:pt idx="12254">
                  <c:v>3.2423700000000002</c:v>
                </c:pt>
                <c:pt idx="12255">
                  <c:v>3.24268</c:v>
                </c:pt>
                <c:pt idx="12256">
                  <c:v>3.2429800000000002</c:v>
                </c:pt>
                <c:pt idx="12257">
                  <c:v>3.24329</c:v>
                </c:pt>
                <c:pt idx="12258">
                  <c:v>3.2435900000000002</c:v>
                </c:pt>
                <c:pt idx="12259">
                  <c:v>3.2439</c:v>
                </c:pt>
                <c:pt idx="12260">
                  <c:v>3.2442000000000002</c:v>
                </c:pt>
                <c:pt idx="12261">
                  <c:v>3.24451</c:v>
                </c:pt>
                <c:pt idx="12262">
                  <c:v>3.2448199999999998</c:v>
                </c:pt>
                <c:pt idx="12263">
                  <c:v>3.24512</c:v>
                </c:pt>
                <c:pt idx="12264">
                  <c:v>3.2454299999999998</c:v>
                </c:pt>
                <c:pt idx="12265">
                  <c:v>3.24573</c:v>
                </c:pt>
                <c:pt idx="12266">
                  <c:v>3.2460399999999998</c:v>
                </c:pt>
                <c:pt idx="12267">
                  <c:v>3.24634</c:v>
                </c:pt>
                <c:pt idx="12268">
                  <c:v>3.2466499999999998</c:v>
                </c:pt>
                <c:pt idx="12269">
                  <c:v>3.24695</c:v>
                </c:pt>
                <c:pt idx="12270">
                  <c:v>3.2472599999999998</c:v>
                </c:pt>
                <c:pt idx="12271">
                  <c:v>3.24756</c:v>
                </c:pt>
                <c:pt idx="12272">
                  <c:v>3.2478699999999998</c:v>
                </c:pt>
                <c:pt idx="12273">
                  <c:v>3.24817</c:v>
                </c:pt>
                <c:pt idx="12274">
                  <c:v>3.2484799999999998</c:v>
                </c:pt>
                <c:pt idx="12275">
                  <c:v>3.2487900000000001</c:v>
                </c:pt>
                <c:pt idx="12276">
                  <c:v>3.2490899999999998</c:v>
                </c:pt>
                <c:pt idx="12277">
                  <c:v>3.2494000000000001</c:v>
                </c:pt>
                <c:pt idx="12278">
                  <c:v>3.2496999999999998</c:v>
                </c:pt>
                <c:pt idx="12279">
                  <c:v>3.2500100000000001</c:v>
                </c:pt>
                <c:pt idx="12280">
                  <c:v>3.2503099999999998</c:v>
                </c:pt>
                <c:pt idx="12281">
                  <c:v>3.2506200000000001</c:v>
                </c:pt>
                <c:pt idx="12282">
                  <c:v>3.2509199999999998</c:v>
                </c:pt>
                <c:pt idx="12283">
                  <c:v>3.2512300000000001</c:v>
                </c:pt>
                <c:pt idx="12284">
                  <c:v>3.2515299999999998</c:v>
                </c:pt>
                <c:pt idx="12285">
                  <c:v>3.2518400000000001</c:v>
                </c:pt>
                <c:pt idx="12286">
                  <c:v>3.2521399999999998</c:v>
                </c:pt>
                <c:pt idx="12287">
                  <c:v>3.2524500000000001</c:v>
                </c:pt>
                <c:pt idx="12288">
                  <c:v>3.2527599999999999</c:v>
                </c:pt>
                <c:pt idx="12289">
                  <c:v>3.2530600000000001</c:v>
                </c:pt>
                <c:pt idx="12290">
                  <c:v>3.2533699999999999</c:v>
                </c:pt>
                <c:pt idx="12291">
                  <c:v>3.2536700000000001</c:v>
                </c:pt>
                <c:pt idx="12292">
                  <c:v>3.2539799999999999</c:v>
                </c:pt>
                <c:pt idx="12293">
                  <c:v>3.2542800000000001</c:v>
                </c:pt>
                <c:pt idx="12294">
                  <c:v>3.2545899999999999</c:v>
                </c:pt>
                <c:pt idx="12295">
                  <c:v>3.2548900000000001</c:v>
                </c:pt>
                <c:pt idx="12296">
                  <c:v>3.2551999999999999</c:v>
                </c:pt>
                <c:pt idx="12297">
                  <c:v>3.2555000000000001</c:v>
                </c:pt>
                <c:pt idx="12298">
                  <c:v>3.2558099999999999</c:v>
                </c:pt>
                <c:pt idx="12299">
                  <c:v>3.2561100000000001</c:v>
                </c:pt>
                <c:pt idx="12300">
                  <c:v>3.2564199999999999</c:v>
                </c:pt>
                <c:pt idx="12301">
                  <c:v>3.2567300000000001</c:v>
                </c:pt>
                <c:pt idx="12302">
                  <c:v>3.2570299999999999</c:v>
                </c:pt>
                <c:pt idx="12303">
                  <c:v>3.2573400000000001</c:v>
                </c:pt>
                <c:pt idx="12304">
                  <c:v>3.2576399999999999</c:v>
                </c:pt>
                <c:pt idx="12305">
                  <c:v>3.2579500000000001</c:v>
                </c:pt>
                <c:pt idx="12306">
                  <c:v>3.2582499999999999</c:v>
                </c:pt>
                <c:pt idx="12307">
                  <c:v>3.2585600000000001</c:v>
                </c:pt>
                <c:pt idx="12308">
                  <c:v>3.2588599999999999</c:v>
                </c:pt>
                <c:pt idx="12309">
                  <c:v>3.2591700000000001</c:v>
                </c:pt>
                <c:pt idx="12310">
                  <c:v>3.2594699999999999</c:v>
                </c:pt>
                <c:pt idx="12311">
                  <c:v>3.2597800000000001</c:v>
                </c:pt>
                <c:pt idx="12312">
                  <c:v>3.2600899999999999</c:v>
                </c:pt>
                <c:pt idx="12313">
                  <c:v>3.2603900000000001</c:v>
                </c:pt>
                <c:pt idx="12314">
                  <c:v>3.2606999999999999</c:v>
                </c:pt>
                <c:pt idx="12315">
                  <c:v>3.2610000000000001</c:v>
                </c:pt>
                <c:pt idx="12316">
                  <c:v>3.2613099999999999</c:v>
                </c:pt>
                <c:pt idx="12317">
                  <c:v>3.2616100000000001</c:v>
                </c:pt>
                <c:pt idx="12318">
                  <c:v>3.2619199999999999</c:v>
                </c:pt>
                <c:pt idx="12319">
                  <c:v>3.2622200000000001</c:v>
                </c:pt>
                <c:pt idx="12320">
                  <c:v>3.2625299999999999</c:v>
                </c:pt>
                <c:pt idx="12321">
                  <c:v>3.2628300000000001</c:v>
                </c:pt>
                <c:pt idx="12322">
                  <c:v>3.2631399999999999</c:v>
                </c:pt>
                <c:pt idx="12323">
                  <c:v>3.2634400000000001</c:v>
                </c:pt>
                <c:pt idx="12324">
                  <c:v>3.2637499999999999</c:v>
                </c:pt>
                <c:pt idx="12325">
                  <c:v>3.2640600000000002</c:v>
                </c:pt>
                <c:pt idx="12326">
                  <c:v>3.2643599999999999</c:v>
                </c:pt>
                <c:pt idx="12327">
                  <c:v>3.2646700000000002</c:v>
                </c:pt>
                <c:pt idx="12328">
                  <c:v>3.2649699999999999</c:v>
                </c:pt>
                <c:pt idx="12329">
                  <c:v>3.2652800000000002</c:v>
                </c:pt>
                <c:pt idx="12330">
                  <c:v>3.2655799999999999</c:v>
                </c:pt>
                <c:pt idx="12331">
                  <c:v>3.2658900000000002</c:v>
                </c:pt>
                <c:pt idx="12332">
                  <c:v>3.2661899999999999</c:v>
                </c:pt>
                <c:pt idx="12333">
                  <c:v>3.2665000000000002</c:v>
                </c:pt>
                <c:pt idx="12334">
                  <c:v>3.2667999999999999</c:v>
                </c:pt>
                <c:pt idx="12335">
                  <c:v>3.2671100000000002</c:v>
                </c:pt>
                <c:pt idx="12336">
                  <c:v>3.2674099999999999</c:v>
                </c:pt>
                <c:pt idx="12337">
                  <c:v>3.2677200000000002</c:v>
                </c:pt>
                <c:pt idx="12338">
                  <c:v>3.26803</c:v>
                </c:pt>
                <c:pt idx="12339">
                  <c:v>3.2683300000000002</c:v>
                </c:pt>
                <c:pt idx="12340">
                  <c:v>3.26864</c:v>
                </c:pt>
                <c:pt idx="12341">
                  <c:v>3.2689400000000002</c:v>
                </c:pt>
                <c:pt idx="12342">
                  <c:v>3.26925</c:v>
                </c:pt>
                <c:pt idx="12343">
                  <c:v>3.2695500000000002</c:v>
                </c:pt>
                <c:pt idx="12344">
                  <c:v>3.26986</c:v>
                </c:pt>
                <c:pt idx="12345">
                  <c:v>3.2701600000000002</c:v>
                </c:pt>
                <c:pt idx="12346">
                  <c:v>3.27047</c:v>
                </c:pt>
                <c:pt idx="12347">
                  <c:v>3.2707700000000002</c:v>
                </c:pt>
                <c:pt idx="12348">
                  <c:v>3.27108</c:v>
                </c:pt>
                <c:pt idx="12349">
                  <c:v>3.2713800000000002</c:v>
                </c:pt>
                <c:pt idx="12350">
                  <c:v>3.27169</c:v>
                </c:pt>
                <c:pt idx="12351">
                  <c:v>3.2719999999999998</c:v>
                </c:pt>
                <c:pt idx="12352">
                  <c:v>3.2723</c:v>
                </c:pt>
                <c:pt idx="12353">
                  <c:v>3.2726099999999998</c:v>
                </c:pt>
                <c:pt idx="12354">
                  <c:v>3.27291</c:v>
                </c:pt>
                <c:pt idx="12355">
                  <c:v>3.2732199999999998</c:v>
                </c:pt>
                <c:pt idx="12356">
                  <c:v>3.27352</c:v>
                </c:pt>
                <c:pt idx="12357">
                  <c:v>3.2738299999999998</c:v>
                </c:pt>
                <c:pt idx="12358">
                  <c:v>3.27413</c:v>
                </c:pt>
                <c:pt idx="12359">
                  <c:v>3.2744399999999998</c:v>
                </c:pt>
                <c:pt idx="12360">
                  <c:v>3.27474</c:v>
                </c:pt>
                <c:pt idx="12361">
                  <c:v>3.2750499999999998</c:v>
                </c:pt>
                <c:pt idx="12362">
                  <c:v>3.27535</c:v>
                </c:pt>
                <c:pt idx="12363">
                  <c:v>3.2756599999999998</c:v>
                </c:pt>
                <c:pt idx="12364">
                  <c:v>3.27597</c:v>
                </c:pt>
                <c:pt idx="12365">
                  <c:v>3.2762699999999998</c:v>
                </c:pt>
                <c:pt idx="12366">
                  <c:v>3.27658</c:v>
                </c:pt>
                <c:pt idx="12367">
                  <c:v>3.2768799999999998</c:v>
                </c:pt>
                <c:pt idx="12368">
                  <c:v>3.27719</c:v>
                </c:pt>
                <c:pt idx="12369">
                  <c:v>3.2774899999999998</c:v>
                </c:pt>
                <c:pt idx="12370">
                  <c:v>3.2778</c:v>
                </c:pt>
                <c:pt idx="12371">
                  <c:v>3.2780999999999998</c:v>
                </c:pt>
                <c:pt idx="12372">
                  <c:v>3.27841</c:v>
                </c:pt>
                <c:pt idx="12373">
                  <c:v>3.2787099999999998</c:v>
                </c:pt>
                <c:pt idx="12374">
                  <c:v>3.27902</c:v>
                </c:pt>
                <c:pt idx="12375">
                  <c:v>3.2793299999999999</c:v>
                </c:pt>
                <c:pt idx="12376">
                  <c:v>3.27963</c:v>
                </c:pt>
                <c:pt idx="12377">
                  <c:v>3.2799399999999999</c:v>
                </c:pt>
                <c:pt idx="12378">
                  <c:v>3.28024</c:v>
                </c:pt>
                <c:pt idx="12379">
                  <c:v>3.2805499999999999</c:v>
                </c:pt>
                <c:pt idx="12380">
                  <c:v>3.28085</c:v>
                </c:pt>
                <c:pt idx="12381">
                  <c:v>3.2811599999999999</c:v>
                </c:pt>
                <c:pt idx="12382">
                  <c:v>3.28146</c:v>
                </c:pt>
                <c:pt idx="12383">
                  <c:v>3.2817699999999999</c:v>
                </c:pt>
                <c:pt idx="12384">
                  <c:v>3.28207</c:v>
                </c:pt>
                <c:pt idx="12385">
                  <c:v>3.2823799999999999</c:v>
                </c:pt>
                <c:pt idx="12386">
                  <c:v>3.28268</c:v>
                </c:pt>
                <c:pt idx="12387">
                  <c:v>3.2829899999999999</c:v>
                </c:pt>
                <c:pt idx="12388">
                  <c:v>3.2833000000000001</c:v>
                </c:pt>
                <c:pt idx="12389">
                  <c:v>3.2835999999999999</c:v>
                </c:pt>
                <c:pt idx="12390">
                  <c:v>3.2839100000000001</c:v>
                </c:pt>
                <c:pt idx="12391">
                  <c:v>3.2842099999999999</c:v>
                </c:pt>
                <c:pt idx="12392">
                  <c:v>3.2845200000000001</c:v>
                </c:pt>
                <c:pt idx="12393">
                  <c:v>3.2848199999999999</c:v>
                </c:pt>
                <c:pt idx="12394">
                  <c:v>3.2851300000000001</c:v>
                </c:pt>
                <c:pt idx="12395">
                  <c:v>3.2854299999999999</c:v>
                </c:pt>
                <c:pt idx="12396">
                  <c:v>3.2857400000000001</c:v>
                </c:pt>
                <c:pt idx="12397">
                  <c:v>3.2860399999999998</c:v>
                </c:pt>
                <c:pt idx="12398">
                  <c:v>3.2863500000000001</c:v>
                </c:pt>
                <c:pt idx="12399">
                  <c:v>3.2866499999999998</c:v>
                </c:pt>
                <c:pt idx="12400">
                  <c:v>3.2869600000000001</c:v>
                </c:pt>
                <c:pt idx="12401">
                  <c:v>3.2872699999999999</c:v>
                </c:pt>
                <c:pt idx="12402">
                  <c:v>3.2875700000000001</c:v>
                </c:pt>
                <c:pt idx="12403">
                  <c:v>3.2878799999999999</c:v>
                </c:pt>
                <c:pt idx="12404">
                  <c:v>3.2881800000000001</c:v>
                </c:pt>
                <c:pt idx="12405">
                  <c:v>3.2884899999999999</c:v>
                </c:pt>
                <c:pt idx="12406">
                  <c:v>3.2887900000000001</c:v>
                </c:pt>
                <c:pt idx="12407">
                  <c:v>3.2890999999999999</c:v>
                </c:pt>
                <c:pt idx="12408">
                  <c:v>3.2894000000000001</c:v>
                </c:pt>
                <c:pt idx="12409">
                  <c:v>3.2897099999999999</c:v>
                </c:pt>
                <c:pt idx="12410">
                  <c:v>3.2900100000000001</c:v>
                </c:pt>
                <c:pt idx="12411">
                  <c:v>3.2903199999999999</c:v>
                </c:pt>
                <c:pt idx="12412">
                  <c:v>3.2906200000000001</c:v>
                </c:pt>
                <c:pt idx="12413">
                  <c:v>3.2909299999999999</c:v>
                </c:pt>
                <c:pt idx="12414">
                  <c:v>3.2912400000000002</c:v>
                </c:pt>
                <c:pt idx="12415">
                  <c:v>3.2915399999999999</c:v>
                </c:pt>
                <c:pt idx="12416">
                  <c:v>3.2918500000000002</c:v>
                </c:pt>
                <c:pt idx="12417">
                  <c:v>3.2921499999999999</c:v>
                </c:pt>
                <c:pt idx="12418">
                  <c:v>3.2924600000000002</c:v>
                </c:pt>
                <c:pt idx="12419">
                  <c:v>3.2927599999999999</c:v>
                </c:pt>
                <c:pt idx="12420">
                  <c:v>3.2930700000000002</c:v>
                </c:pt>
                <c:pt idx="12421">
                  <c:v>3.2933699999999999</c:v>
                </c:pt>
                <c:pt idx="12422">
                  <c:v>3.2936800000000002</c:v>
                </c:pt>
                <c:pt idx="12423">
                  <c:v>3.2939799999999999</c:v>
                </c:pt>
                <c:pt idx="12424">
                  <c:v>3.2942900000000002</c:v>
                </c:pt>
                <c:pt idx="12425">
                  <c:v>3.2945899999999999</c:v>
                </c:pt>
                <c:pt idx="12426">
                  <c:v>3.2949000000000002</c:v>
                </c:pt>
                <c:pt idx="12427">
                  <c:v>3.29521</c:v>
                </c:pt>
                <c:pt idx="12428">
                  <c:v>3.2955100000000002</c:v>
                </c:pt>
                <c:pt idx="12429">
                  <c:v>3.29582</c:v>
                </c:pt>
                <c:pt idx="12430">
                  <c:v>3.2961200000000002</c:v>
                </c:pt>
                <c:pt idx="12431">
                  <c:v>3.29643</c:v>
                </c:pt>
                <c:pt idx="12432">
                  <c:v>3.2967300000000002</c:v>
                </c:pt>
                <c:pt idx="12433">
                  <c:v>3.29704</c:v>
                </c:pt>
                <c:pt idx="12434">
                  <c:v>3.2973400000000002</c:v>
                </c:pt>
                <c:pt idx="12435">
                  <c:v>3.29765</c:v>
                </c:pt>
                <c:pt idx="12436">
                  <c:v>3.2979500000000002</c:v>
                </c:pt>
                <c:pt idx="12437">
                  <c:v>3.29826</c:v>
                </c:pt>
                <c:pt idx="12438">
                  <c:v>3.2985699999999998</c:v>
                </c:pt>
                <c:pt idx="12439">
                  <c:v>3.29887</c:v>
                </c:pt>
                <c:pt idx="12440">
                  <c:v>3.2991799999999998</c:v>
                </c:pt>
                <c:pt idx="12441">
                  <c:v>3.29948</c:v>
                </c:pt>
                <c:pt idx="12442">
                  <c:v>3.2997899999999998</c:v>
                </c:pt>
                <c:pt idx="12443">
                  <c:v>3.30009</c:v>
                </c:pt>
                <c:pt idx="12444">
                  <c:v>3.3003999999999998</c:v>
                </c:pt>
                <c:pt idx="12445">
                  <c:v>3.3007</c:v>
                </c:pt>
                <c:pt idx="12446">
                  <c:v>3.3010100000000002</c:v>
                </c:pt>
                <c:pt idx="12447">
                  <c:v>3.30131</c:v>
                </c:pt>
                <c:pt idx="12448">
                  <c:v>3.3016200000000002</c:v>
                </c:pt>
                <c:pt idx="12449">
                  <c:v>3.30192</c:v>
                </c:pt>
                <c:pt idx="12450">
                  <c:v>3.3022300000000002</c:v>
                </c:pt>
                <c:pt idx="12451">
                  <c:v>3.30254</c:v>
                </c:pt>
                <c:pt idx="12452">
                  <c:v>3.3028400000000002</c:v>
                </c:pt>
                <c:pt idx="12453">
                  <c:v>3.30315</c:v>
                </c:pt>
                <c:pt idx="12454">
                  <c:v>3.3034500000000002</c:v>
                </c:pt>
                <c:pt idx="12455">
                  <c:v>3.30376</c:v>
                </c:pt>
                <c:pt idx="12456">
                  <c:v>3.3040600000000002</c:v>
                </c:pt>
                <c:pt idx="12457">
                  <c:v>3.30437</c:v>
                </c:pt>
                <c:pt idx="12458">
                  <c:v>3.3046700000000002</c:v>
                </c:pt>
                <c:pt idx="12459">
                  <c:v>3.30498</c:v>
                </c:pt>
                <c:pt idx="12460">
                  <c:v>3.3052800000000002</c:v>
                </c:pt>
                <c:pt idx="12461">
                  <c:v>3.30559</c:v>
                </c:pt>
                <c:pt idx="12462">
                  <c:v>3.3058900000000002</c:v>
                </c:pt>
                <c:pt idx="12463">
                  <c:v>3.3062</c:v>
                </c:pt>
                <c:pt idx="12464">
                  <c:v>3.3065099999999998</c:v>
                </c:pt>
                <c:pt idx="12465">
                  <c:v>3.30681</c:v>
                </c:pt>
                <c:pt idx="12466">
                  <c:v>3.3071199999999998</c:v>
                </c:pt>
                <c:pt idx="12467">
                  <c:v>3.30742</c:v>
                </c:pt>
                <c:pt idx="12468">
                  <c:v>3.3077299999999998</c:v>
                </c:pt>
                <c:pt idx="12469">
                  <c:v>3.30803</c:v>
                </c:pt>
                <c:pt idx="12470">
                  <c:v>3.3083399999999998</c:v>
                </c:pt>
                <c:pt idx="12471">
                  <c:v>3.30864</c:v>
                </c:pt>
                <c:pt idx="12472">
                  <c:v>3.3089499999999998</c:v>
                </c:pt>
                <c:pt idx="12473">
                  <c:v>3.30925</c:v>
                </c:pt>
                <c:pt idx="12474">
                  <c:v>3.3095599999999998</c:v>
                </c:pt>
                <c:pt idx="12475">
                  <c:v>3.30986</c:v>
                </c:pt>
                <c:pt idx="12476">
                  <c:v>3.3101699999999998</c:v>
                </c:pt>
                <c:pt idx="12477">
                  <c:v>3.3104800000000001</c:v>
                </c:pt>
                <c:pt idx="12478">
                  <c:v>3.3107799999999998</c:v>
                </c:pt>
                <c:pt idx="12479">
                  <c:v>3.3110900000000001</c:v>
                </c:pt>
                <c:pt idx="12480">
                  <c:v>3.3113899999999998</c:v>
                </c:pt>
                <c:pt idx="12481">
                  <c:v>3.3117000000000001</c:v>
                </c:pt>
                <c:pt idx="12482">
                  <c:v>3.3119999999999998</c:v>
                </c:pt>
                <c:pt idx="12483">
                  <c:v>3.3123100000000001</c:v>
                </c:pt>
                <c:pt idx="12484">
                  <c:v>3.3126099999999998</c:v>
                </c:pt>
                <c:pt idx="12485">
                  <c:v>3.3129200000000001</c:v>
                </c:pt>
                <c:pt idx="12486">
                  <c:v>3.3132199999999998</c:v>
                </c:pt>
                <c:pt idx="12487">
                  <c:v>3.3135300000000001</c:v>
                </c:pt>
                <c:pt idx="12488">
                  <c:v>3.3138399999999999</c:v>
                </c:pt>
                <c:pt idx="12489">
                  <c:v>3.3141400000000001</c:v>
                </c:pt>
                <c:pt idx="12490">
                  <c:v>3.3144499999999999</c:v>
                </c:pt>
                <c:pt idx="12491">
                  <c:v>3.3147500000000001</c:v>
                </c:pt>
                <c:pt idx="12492">
                  <c:v>3.3150599999999999</c:v>
                </c:pt>
                <c:pt idx="12493">
                  <c:v>3.3153600000000001</c:v>
                </c:pt>
                <c:pt idx="12494">
                  <c:v>3.3156699999999999</c:v>
                </c:pt>
                <c:pt idx="12495">
                  <c:v>3.3159700000000001</c:v>
                </c:pt>
                <c:pt idx="12496">
                  <c:v>3.3162799999999999</c:v>
                </c:pt>
                <c:pt idx="12497">
                  <c:v>3.3165800000000001</c:v>
                </c:pt>
                <c:pt idx="12498">
                  <c:v>3.3168899999999999</c:v>
                </c:pt>
                <c:pt idx="12499">
                  <c:v>3.3171900000000001</c:v>
                </c:pt>
                <c:pt idx="12500">
                  <c:v>3.3174999999999999</c:v>
                </c:pt>
                <c:pt idx="12501">
                  <c:v>3.3178100000000001</c:v>
                </c:pt>
                <c:pt idx="12502">
                  <c:v>3.3181099999999999</c:v>
                </c:pt>
                <c:pt idx="12503">
                  <c:v>3.3184200000000001</c:v>
                </c:pt>
                <c:pt idx="12504">
                  <c:v>3.3187199999999999</c:v>
                </c:pt>
                <c:pt idx="12505">
                  <c:v>3.3190300000000001</c:v>
                </c:pt>
                <c:pt idx="12506">
                  <c:v>3.3193299999999999</c:v>
                </c:pt>
                <c:pt idx="12507">
                  <c:v>3.3196400000000001</c:v>
                </c:pt>
                <c:pt idx="12508">
                  <c:v>3.3199399999999999</c:v>
                </c:pt>
                <c:pt idx="12509">
                  <c:v>3.3202500000000001</c:v>
                </c:pt>
                <c:pt idx="12510">
                  <c:v>3.3205499999999999</c:v>
                </c:pt>
                <c:pt idx="12511">
                  <c:v>3.3208600000000001</c:v>
                </c:pt>
                <c:pt idx="12512">
                  <c:v>3.3211599999999999</c:v>
                </c:pt>
                <c:pt idx="12513">
                  <c:v>3.3214700000000001</c:v>
                </c:pt>
                <c:pt idx="12514">
                  <c:v>3.32178</c:v>
                </c:pt>
                <c:pt idx="12515">
                  <c:v>3.3220800000000001</c:v>
                </c:pt>
                <c:pt idx="12516">
                  <c:v>3.32239</c:v>
                </c:pt>
                <c:pt idx="12517">
                  <c:v>3.3226900000000001</c:v>
                </c:pt>
                <c:pt idx="12518">
                  <c:v>3.323</c:v>
                </c:pt>
                <c:pt idx="12519">
                  <c:v>3.3233000000000001</c:v>
                </c:pt>
                <c:pt idx="12520">
                  <c:v>3.32361</c:v>
                </c:pt>
                <c:pt idx="12521">
                  <c:v>3.3239100000000001</c:v>
                </c:pt>
                <c:pt idx="12522">
                  <c:v>3.32422</c:v>
                </c:pt>
                <c:pt idx="12523">
                  <c:v>3.3245200000000001</c:v>
                </c:pt>
                <c:pt idx="12524">
                  <c:v>3.32483</c:v>
                </c:pt>
                <c:pt idx="12525">
                  <c:v>3.3251300000000001</c:v>
                </c:pt>
                <c:pt idx="12526">
                  <c:v>3.32544</c:v>
                </c:pt>
                <c:pt idx="12527">
                  <c:v>3.3257500000000002</c:v>
                </c:pt>
                <c:pt idx="12528">
                  <c:v>3.32605</c:v>
                </c:pt>
                <c:pt idx="12529">
                  <c:v>3.3263600000000002</c:v>
                </c:pt>
                <c:pt idx="12530">
                  <c:v>3.32666</c:v>
                </c:pt>
                <c:pt idx="12531">
                  <c:v>3.3269700000000002</c:v>
                </c:pt>
                <c:pt idx="12532">
                  <c:v>3.3272699999999999</c:v>
                </c:pt>
                <c:pt idx="12533">
                  <c:v>3.3275800000000002</c:v>
                </c:pt>
                <c:pt idx="12534">
                  <c:v>3.3278799999999999</c:v>
                </c:pt>
                <c:pt idx="12535">
                  <c:v>3.3281900000000002</c:v>
                </c:pt>
                <c:pt idx="12536">
                  <c:v>3.3284899999999999</c:v>
                </c:pt>
                <c:pt idx="12537">
                  <c:v>3.3288000000000002</c:v>
                </c:pt>
                <c:pt idx="12538">
                  <c:v>3.3290999999999999</c:v>
                </c:pt>
                <c:pt idx="12539">
                  <c:v>3.3294100000000002</c:v>
                </c:pt>
                <c:pt idx="12540">
                  <c:v>3.32972</c:v>
                </c:pt>
                <c:pt idx="12541">
                  <c:v>3.3300200000000002</c:v>
                </c:pt>
                <c:pt idx="12542">
                  <c:v>3.33033</c:v>
                </c:pt>
                <c:pt idx="12543">
                  <c:v>3.3306300000000002</c:v>
                </c:pt>
                <c:pt idx="12544">
                  <c:v>3.33094</c:v>
                </c:pt>
                <c:pt idx="12545">
                  <c:v>3.3312400000000002</c:v>
                </c:pt>
                <c:pt idx="12546">
                  <c:v>3.33155</c:v>
                </c:pt>
                <c:pt idx="12547">
                  <c:v>3.3318500000000002</c:v>
                </c:pt>
                <c:pt idx="12548">
                  <c:v>3.33216</c:v>
                </c:pt>
                <c:pt idx="12549">
                  <c:v>3.3324600000000002</c:v>
                </c:pt>
                <c:pt idx="12550">
                  <c:v>3.33277</c:v>
                </c:pt>
                <c:pt idx="12551">
                  <c:v>3.3330799999999998</c:v>
                </c:pt>
                <c:pt idx="12552">
                  <c:v>3.33338</c:v>
                </c:pt>
                <c:pt idx="12553">
                  <c:v>3.3336899999999998</c:v>
                </c:pt>
                <c:pt idx="12554">
                  <c:v>3.33399</c:v>
                </c:pt>
                <c:pt idx="12555">
                  <c:v>3.3342999999999998</c:v>
                </c:pt>
                <c:pt idx="12556">
                  <c:v>3.3346</c:v>
                </c:pt>
                <c:pt idx="12557">
                  <c:v>3.3349099999999998</c:v>
                </c:pt>
                <c:pt idx="12558">
                  <c:v>3.33521</c:v>
                </c:pt>
                <c:pt idx="12559">
                  <c:v>3.3355199999999998</c:v>
                </c:pt>
                <c:pt idx="12560">
                  <c:v>3.33582</c:v>
                </c:pt>
                <c:pt idx="12561">
                  <c:v>3.3361299999999998</c:v>
                </c:pt>
                <c:pt idx="12562">
                  <c:v>3.33643</c:v>
                </c:pt>
                <c:pt idx="12563">
                  <c:v>3.3367399999999998</c:v>
                </c:pt>
                <c:pt idx="12564">
                  <c:v>3.3370500000000001</c:v>
                </c:pt>
                <c:pt idx="12565">
                  <c:v>3.3373499999999998</c:v>
                </c:pt>
                <c:pt idx="12566">
                  <c:v>3.3376600000000001</c:v>
                </c:pt>
                <c:pt idx="12567">
                  <c:v>3.3379599999999998</c:v>
                </c:pt>
                <c:pt idx="12568">
                  <c:v>3.3382700000000001</c:v>
                </c:pt>
                <c:pt idx="12569">
                  <c:v>3.3385699999999998</c:v>
                </c:pt>
                <c:pt idx="12570">
                  <c:v>3.3388800000000001</c:v>
                </c:pt>
                <c:pt idx="12571">
                  <c:v>3.3391799999999998</c:v>
                </c:pt>
                <c:pt idx="12572">
                  <c:v>3.3394900000000001</c:v>
                </c:pt>
                <c:pt idx="12573">
                  <c:v>3.3397899999999998</c:v>
                </c:pt>
                <c:pt idx="12574">
                  <c:v>3.3401000000000001</c:v>
                </c:pt>
                <c:pt idx="12575">
                  <c:v>3.3403999999999998</c:v>
                </c:pt>
                <c:pt idx="12576">
                  <c:v>3.3407100000000001</c:v>
                </c:pt>
                <c:pt idx="12577">
                  <c:v>3.3410199999999999</c:v>
                </c:pt>
                <c:pt idx="12578">
                  <c:v>3.3413200000000001</c:v>
                </c:pt>
                <c:pt idx="12579">
                  <c:v>3.3416299999999999</c:v>
                </c:pt>
                <c:pt idx="12580">
                  <c:v>3.3419300000000001</c:v>
                </c:pt>
                <c:pt idx="12581">
                  <c:v>3.3422399999999999</c:v>
                </c:pt>
                <c:pt idx="12582">
                  <c:v>3.3425400000000001</c:v>
                </c:pt>
                <c:pt idx="12583">
                  <c:v>3.3428499999999999</c:v>
                </c:pt>
                <c:pt idx="12584">
                  <c:v>3.3431500000000001</c:v>
                </c:pt>
                <c:pt idx="12585">
                  <c:v>3.3434599999999999</c:v>
                </c:pt>
                <c:pt idx="12586">
                  <c:v>3.3437600000000001</c:v>
                </c:pt>
                <c:pt idx="12587">
                  <c:v>3.3440699999999999</c:v>
                </c:pt>
                <c:pt idx="12588">
                  <c:v>3.3443700000000001</c:v>
                </c:pt>
                <c:pt idx="12589">
                  <c:v>3.3446799999999999</c:v>
                </c:pt>
                <c:pt idx="12590">
                  <c:v>3.3449900000000001</c:v>
                </c:pt>
                <c:pt idx="12591">
                  <c:v>3.3452899999999999</c:v>
                </c:pt>
                <c:pt idx="12592">
                  <c:v>3.3456000000000001</c:v>
                </c:pt>
                <c:pt idx="12593">
                  <c:v>3.3458999999999999</c:v>
                </c:pt>
                <c:pt idx="12594">
                  <c:v>3.3462100000000001</c:v>
                </c:pt>
                <c:pt idx="12595">
                  <c:v>3.3465099999999999</c:v>
                </c:pt>
                <c:pt idx="12596">
                  <c:v>3.3468200000000001</c:v>
                </c:pt>
                <c:pt idx="12597">
                  <c:v>3.3471199999999999</c:v>
                </c:pt>
                <c:pt idx="12598">
                  <c:v>3.3474300000000001</c:v>
                </c:pt>
                <c:pt idx="12599">
                  <c:v>3.3477299999999999</c:v>
                </c:pt>
                <c:pt idx="12600">
                  <c:v>3.3480400000000001</c:v>
                </c:pt>
                <c:pt idx="12601">
                  <c:v>3.3483399999999999</c:v>
                </c:pt>
                <c:pt idx="12602">
                  <c:v>3.3486500000000001</c:v>
                </c:pt>
                <c:pt idx="12603">
                  <c:v>3.3489599999999999</c:v>
                </c:pt>
                <c:pt idx="12604">
                  <c:v>3.3492600000000001</c:v>
                </c:pt>
                <c:pt idx="12605">
                  <c:v>3.3495699999999999</c:v>
                </c:pt>
                <c:pt idx="12606">
                  <c:v>3.3498700000000001</c:v>
                </c:pt>
                <c:pt idx="12607">
                  <c:v>3.3501799999999999</c:v>
                </c:pt>
                <c:pt idx="12608">
                  <c:v>3.3504800000000001</c:v>
                </c:pt>
                <c:pt idx="12609">
                  <c:v>3.3507899999999999</c:v>
                </c:pt>
                <c:pt idx="12610">
                  <c:v>3.3510900000000001</c:v>
                </c:pt>
                <c:pt idx="12611">
                  <c:v>3.3513999999999999</c:v>
                </c:pt>
                <c:pt idx="12612">
                  <c:v>3.3517000000000001</c:v>
                </c:pt>
                <c:pt idx="12613">
                  <c:v>3.3520099999999999</c:v>
                </c:pt>
                <c:pt idx="12614">
                  <c:v>3.3523200000000002</c:v>
                </c:pt>
                <c:pt idx="12615">
                  <c:v>3.3526199999999999</c:v>
                </c:pt>
                <c:pt idx="12616">
                  <c:v>3.3529300000000002</c:v>
                </c:pt>
                <c:pt idx="12617">
                  <c:v>3.3532299999999999</c:v>
                </c:pt>
                <c:pt idx="12618">
                  <c:v>3.3535400000000002</c:v>
                </c:pt>
                <c:pt idx="12619">
                  <c:v>3.3538399999999999</c:v>
                </c:pt>
                <c:pt idx="12620">
                  <c:v>3.3541500000000002</c:v>
                </c:pt>
                <c:pt idx="12621">
                  <c:v>3.3544499999999999</c:v>
                </c:pt>
                <c:pt idx="12622">
                  <c:v>3.3547600000000002</c:v>
                </c:pt>
                <c:pt idx="12623">
                  <c:v>3.3550599999999999</c:v>
                </c:pt>
                <c:pt idx="12624">
                  <c:v>3.3553700000000002</c:v>
                </c:pt>
                <c:pt idx="12625">
                  <c:v>3.3556699999999999</c:v>
                </c:pt>
                <c:pt idx="12626">
                  <c:v>3.3559800000000002</c:v>
                </c:pt>
                <c:pt idx="12627">
                  <c:v>3.35629</c:v>
                </c:pt>
                <c:pt idx="12628">
                  <c:v>3.3565900000000002</c:v>
                </c:pt>
                <c:pt idx="12629">
                  <c:v>3.3569</c:v>
                </c:pt>
                <c:pt idx="12630">
                  <c:v>3.3572000000000002</c:v>
                </c:pt>
                <c:pt idx="12631">
                  <c:v>3.35751</c:v>
                </c:pt>
                <c:pt idx="12632">
                  <c:v>3.3578100000000002</c:v>
                </c:pt>
                <c:pt idx="12633">
                  <c:v>3.35812</c:v>
                </c:pt>
                <c:pt idx="12634">
                  <c:v>3.3584200000000002</c:v>
                </c:pt>
                <c:pt idx="12635">
                  <c:v>3.35873</c:v>
                </c:pt>
                <c:pt idx="12636">
                  <c:v>3.3590300000000002</c:v>
                </c:pt>
                <c:pt idx="12637">
                  <c:v>3.35934</c:v>
                </c:pt>
                <c:pt idx="12638">
                  <c:v>3.3596400000000002</c:v>
                </c:pt>
                <c:pt idx="12639">
                  <c:v>3.35995</c:v>
                </c:pt>
                <c:pt idx="12640">
                  <c:v>3.3602599999999998</c:v>
                </c:pt>
                <c:pt idx="12641">
                  <c:v>3.36056</c:v>
                </c:pt>
                <c:pt idx="12642">
                  <c:v>3.3608699999999998</c:v>
                </c:pt>
                <c:pt idx="12643">
                  <c:v>3.36117</c:v>
                </c:pt>
                <c:pt idx="12644">
                  <c:v>3.3614799999999998</c:v>
                </c:pt>
                <c:pt idx="12645">
                  <c:v>3.36178</c:v>
                </c:pt>
                <c:pt idx="12646">
                  <c:v>3.3620899999999998</c:v>
                </c:pt>
                <c:pt idx="12647">
                  <c:v>3.36239</c:v>
                </c:pt>
                <c:pt idx="12648">
                  <c:v>3.3626999999999998</c:v>
                </c:pt>
                <c:pt idx="12649">
                  <c:v>3.363</c:v>
                </c:pt>
                <c:pt idx="12650">
                  <c:v>3.3633099999999998</c:v>
                </c:pt>
                <c:pt idx="12651">
                  <c:v>3.36361</c:v>
                </c:pt>
                <c:pt idx="12652">
                  <c:v>3.3639199999999998</c:v>
                </c:pt>
                <c:pt idx="12653">
                  <c:v>3.3642300000000001</c:v>
                </c:pt>
                <c:pt idx="12654">
                  <c:v>3.3645299999999998</c:v>
                </c:pt>
                <c:pt idx="12655">
                  <c:v>3.3648400000000001</c:v>
                </c:pt>
                <c:pt idx="12656">
                  <c:v>3.3651399999999998</c:v>
                </c:pt>
                <c:pt idx="12657">
                  <c:v>3.3654500000000001</c:v>
                </c:pt>
                <c:pt idx="12658">
                  <c:v>3.3657499999999998</c:v>
                </c:pt>
                <c:pt idx="12659">
                  <c:v>3.3660600000000001</c:v>
                </c:pt>
                <c:pt idx="12660">
                  <c:v>3.3663599999999998</c:v>
                </c:pt>
                <c:pt idx="12661">
                  <c:v>3.3666700000000001</c:v>
                </c:pt>
                <c:pt idx="12662">
                  <c:v>3.3669699999999998</c:v>
                </c:pt>
                <c:pt idx="12663">
                  <c:v>3.3672800000000001</c:v>
                </c:pt>
                <c:pt idx="12664">
                  <c:v>3.3675799999999998</c:v>
                </c:pt>
                <c:pt idx="12665">
                  <c:v>3.3678900000000001</c:v>
                </c:pt>
                <c:pt idx="12666">
                  <c:v>3.3681999999999999</c:v>
                </c:pt>
                <c:pt idx="12667">
                  <c:v>3.3685</c:v>
                </c:pt>
                <c:pt idx="12668">
                  <c:v>3.3688099999999999</c:v>
                </c:pt>
                <c:pt idx="12669">
                  <c:v>3.36911</c:v>
                </c:pt>
                <c:pt idx="12670">
                  <c:v>3.3694199999999999</c:v>
                </c:pt>
                <c:pt idx="12671">
                  <c:v>3.36972</c:v>
                </c:pt>
                <c:pt idx="12672">
                  <c:v>3.3700299999999999</c:v>
                </c:pt>
                <c:pt idx="12673">
                  <c:v>3.37033</c:v>
                </c:pt>
                <c:pt idx="12674">
                  <c:v>3.3706399999999999</c:v>
                </c:pt>
                <c:pt idx="12675">
                  <c:v>3.37094</c:v>
                </c:pt>
                <c:pt idx="12676">
                  <c:v>3.3712499999999999</c:v>
                </c:pt>
                <c:pt idx="12677">
                  <c:v>3.3715600000000001</c:v>
                </c:pt>
                <c:pt idx="12678">
                  <c:v>3.3718599999999999</c:v>
                </c:pt>
                <c:pt idx="12679">
                  <c:v>3.3721700000000001</c:v>
                </c:pt>
                <c:pt idx="12680">
                  <c:v>3.3724699999999999</c:v>
                </c:pt>
                <c:pt idx="12681">
                  <c:v>3.3727800000000001</c:v>
                </c:pt>
                <c:pt idx="12682">
                  <c:v>3.3730799999999999</c:v>
                </c:pt>
                <c:pt idx="12683">
                  <c:v>3.3733900000000001</c:v>
                </c:pt>
                <c:pt idx="12684">
                  <c:v>3.3736899999999999</c:v>
                </c:pt>
                <c:pt idx="12685">
                  <c:v>3.3740000000000001</c:v>
                </c:pt>
                <c:pt idx="12686">
                  <c:v>3.3742999999999999</c:v>
                </c:pt>
                <c:pt idx="12687">
                  <c:v>3.3746100000000001</c:v>
                </c:pt>
                <c:pt idx="12688">
                  <c:v>3.3749099999999999</c:v>
                </c:pt>
                <c:pt idx="12689">
                  <c:v>3.3752200000000001</c:v>
                </c:pt>
                <c:pt idx="12690">
                  <c:v>3.3755299999999999</c:v>
                </c:pt>
                <c:pt idx="12691">
                  <c:v>3.3758300000000001</c:v>
                </c:pt>
                <c:pt idx="12692">
                  <c:v>3.3761399999999999</c:v>
                </c:pt>
                <c:pt idx="12693">
                  <c:v>3.3764400000000001</c:v>
                </c:pt>
                <c:pt idx="12694">
                  <c:v>3.3767499999999999</c:v>
                </c:pt>
                <c:pt idx="12695">
                  <c:v>3.3770500000000001</c:v>
                </c:pt>
                <c:pt idx="12696">
                  <c:v>3.3773599999999999</c:v>
                </c:pt>
                <c:pt idx="12697">
                  <c:v>3.3776600000000001</c:v>
                </c:pt>
                <c:pt idx="12698">
                  <c:v>3.3779699999999999</c:v>
                </c:pt>
                <c:pt idx="12699">
                  <c:v>3.3782700000000001</c:v>
                </c:pt>
                <c:pt idx="12700">
                  <c:v>3.3785799999999999</c:v>
                </c:pt>
                <c:pt idx="12701">
                  <c:v>3.3788800000000001</c:v>
                </c:pt>
                <c:pt idx="12702">
                  <c:v>3.3791899999999999</c:v>
                </c:pt>
                <c:pt idx="12703">
                  <c:v>3.3795000000000002</c:v>
                </c:pt>
                <c:pt idx="12704">
                  <c:v>3.3797999999999999</c:v>
                </c:pt>
                <c:pt idx="12705">
                  <c:v>3.3801100000000002</c:v>
                </c:pt>
                <c:pt idx="12706">
                  <c:v>3.3804099999999999</c:v>
                </c:pt>
                <c:pt idx="12707">
                  <c:v>3.3807200000000002</c:v>
                </c:pt>
                <c:pt idx="12708">
                  <c:v>3.3810199999999999</c:v>
                </c:pt>
                <c:pt idx="12709">
                  <c:v>3.3813300000000002</c:v>
                </c:pt>
                <c:pt idx="12710">
                  <c:v>3.3816299999999999</c:v>
                </c:pt>
                <c:pt idx="12711">
                  <c:v>3.3819400000000002</c:v>
                </c:pt>
                <c:pt idx="12712">
                  <c:v>3.3822399999999999</c:v>
                </c:pt>
                <c:pt idx="12713">
                  <c:v>3.3825500000000002</c:v>
                </c:pt>
                <c:pt idx="12714">
                  <c:v>3.3828499999999999</c:v>
                </c:pt>
                <c:pt idx="12715">
                  <c:v>3.3831600000000002</c:v>
                </c:pt>
                <c:pt idx="12716">
                  <c:v>3.38347</c:v>
                </c:pt>
                <c:pt idx="12717">
                  <c:v>3.3837700000000002</c:v>
                </c:pt>
                <c:pt idx="12718">
                  <c:v>3.38408</c:v>
                </c:pt>
                <c:pt idx="12719">
                  <c:v>3.3843800000000002</c:v>
                </c:pt>
                <c:pt idx="12720">
                  <c:v>3.38469</c:v>
                </c:pt>
                <c:pt idx="12721">
                  <c:v>3.3849900000000002</c:v>
                </c:pt>
                <c:pt idx="12722">
                  <c:v>3.3853</c:v>
                </c:pt>
                <c:pt idx="12723">
                  <c:v>3.3856000000000002</c:v>
                </c:pt>
                <c:pt idx="12724">
                  <c:v>3.38591</c:v>
                </c:pt>
                <c:pt idx="12725">
                  <c:v>3.3862100000000002</c:v>
                </c:pt>
                <c:pt idx="12726">
                  <c:v>3.38652</c:v>
                </c:pt>
                <c:pt idx="12727">
                  <c:v>3.3868299999999998</c:v>
                </c:pt>
                <c:pt idx="12728">
                  <c:v>3.38713</c:v>
                </c:pt>
                <c:pt idx="12729">
                  <c:v>3.3874399999999998</c:v>
                </c:pt>
                <c:pt idx="12730">
                  <c:v>3.38774</c:v>
                </c:pt>
                <c:pt idx="12731">
                  <c:v>3.3880499999999998</c:v>
                </c:pt>
                <c:pt idx="12732">
                  <c:v>3.38835</c:v>
                </c:pt>
                <c:pt idx="12733">
                  <c:v>3.3886599999999998</c:v>
                </c:pt>
                <c:pt idx="12734">
                  <c:v>3.38896</c:v>
                </c:pt>
                <c:pt idx="12735">
                  <c:v>3.3892699999999998</c:v>
                </c:pt>
                <c:pt idx="12736">
                  <c:v>3.38957</c:v>
                </c:pt>
                <c:pt idx="12737">
                  <c:v>3.3898799999999998</c:v>
                </c:pt>
                <c:pt idx="12738">
                  <c:v>3.39018</c:v>
                </c:pt>
                <c:pt idx="12739">
                  <c:v>3.3904899999999998</c:v>
                </c:pt>
                <c:pt idx="12740">
                  <c:v>3.3908</c:v>
                </c:pt>
                <c:pt idx="12741">
                  <c:v>3.3910999999999998</c:v>
                </c:pt>
                <c:pt idx="12742">
                  <c:v>3.39141</c:v>
                </c:pt>
                <c:pt idx="12743">
                  <c:v>3.3917099999999998</c:v>
                </c:pt>
                <c:pt idx="12744">
                  <c:v>3.39202</c:v>
                </c:pt>
                <c:pt idx="12745">
                  <c:v>3.3923199999999998</c:v>
                </c:pt>
                <c:pt idx="12746">
                  <c:v>3.39263</c:v>
                </c:pt>
                <c:pt idx="12747">
                  <c:v>3.3929299999999998</c:v>
                </c:pt>
                <c:pt idx="12748">
                  <c:v>3.39324</c:v>
                </c:pt>
                <c:pt idx="12749">
                  <c:v>3.3935399999999998</c:v>
                </c:pt>
                <c:pt idx="12750">
                  <c:v>3.39385</c:v>
                </c:pt>
                <c:pt idx="12751">
                  <c:v>3.3941499999999998</c:v>
                </c:pt>
                <c:pt idx="12752">
                  <c:v>3.39446</c:v>
                </c:pt>
                <c:pt idx="12753">
                  <c:v>3.3947699999999998</c:v>
                </c:pt>
                <c:pt idx="12754">
                  <c:v>3.39507</c:v>
                </c:pt>
                <c:pt idx="12755">
                  <c:v>3.3953799999999998</c:v>
                </c:pt>
                <c:pt idx="12756">
                  <c:v>3.39568</c:v>
                </c:pt>
                <c:pt idx="12757">
                  <c:v>3.3959899999999998</c:v>
                </c:pt>
                <c:pt idx="12758">
                  <c:v>3.39629</c:v>
                </c:pt>
                <c:pt idx="12759">
                  <c:v>3.3965999999999998</c:v>
                </c:pt>
                <c:pt idx="12760">
                  <c:v>3.3969</c:v>
                </c:pt>
                <c:pt idx="12761">
                  <c:v>3.3972099999999998</c:v>
                </c:pt>
                <c:pt idx="12762">
                  <c:v>3.39751</c:v>
                </c:pt>
                <c:pt idx="12763">
                  <c:v>3.3978199999999998</c:v>
                </c:pt>
                <c:pt idx="12764">
                  <c:v>3.39812</c:v>
                </c:pt>
                <c:pt idx="12765">
                  <c:v>3.3984299999999998</c:v>
                </c:pt>
                <c:pt idx="12766">
                  <c:v>3.3987400000000001</c:v>
                </c:pt>
                <c:pt idx="12767">
                  <c:v>3.3990399999999998</c:v>
                </c:pt>
                <c:pt idx="12768">
                  <c:v>3.3993500000000001</c:v>
                </c:pt>
                <c:pt idx="12769">
                  <c:v>3.3996499999999998</c:v>
                </c:pt>
                <c:pt idx="12770">
                  <c:v>3.3999600000000001</c:v>
                </c:pt>
                <c:pt idx="12771">
                  <c:v>3.4002599999999998</c:v>
                </c:pt>
                <c:pt idx="12772">
                  <c:v>3.4005700000000001</c:v>
                </c:pt>
                <c:pt idx="12773">
                  <c:v>3.4008699999999998</c:v>
                </c:pt>
                <c:pt idx="12774">
                  <c:v>3.4011800000000001</c:v>
                </c:pt>
                <c:pt idx="12775">
                  <c:v>3.4014799999999998</c:v>
                </c:pt>
                <c:pt idx="12776">
                  <c:v>3.4017900000000001</c:v>
                </c:pt>
                <c:pt idx="12777">
                  <c:v>3.4020899999999998</c:v>
                </c:pt>
                <c:pt idx="12778">
                  <c:v>3.4024000000000001</c:v>
                </c:pt>
                <c:pt idx="12779">
                  <c:v>3.4027099999999999</c:v>
                </c:pt>
                <c:pt idx="12780">
                  <c:v>3.4030100000000001</c:v>
                </c:pt>
                <c:pt idx="12781">
                  <c:v>3.4033199999999999</c:v>
                </c:pt>
                <c:pt idx="12782">
                  <c:v>3.4036200000000001</c:v>
                </c:pt>
                <c:pt idx="12783">
                  <c:v>3.4039299999999999</c:v>
                </c:pt>
                <c:pt idx="12784">
                  <c:v>3.4042300000000001</c:v>
                </c:pt>
                <c:pt idx="12785">
                  <c:v>3.4045399999999999</c:v>
                </c:pt>
                <c:pt idx="12786">
                  <c:v>3.4048400000000001</c:v>
                </c:pt>
                <c:pt idx="12787">
                  <c:v>3.4051499999999999</c:v>
                </c:pt>
                <c:pt idx="12788">
                  <c:v>3.4054500000000001</c:v>
                </c:pt>
                <c:pt idx="12789">
                  <c:v>3.4057599999999999</c:v>
                </c:pt>
                <c:pt idx="12790">
                  <c:v>3.4060700000000002</c:v>
                </c:pt>
                <c:pt idx="12791">
                  <c:v>3.4063699999999999</c:v>
                </c:pt>
                <c:pt idx="12792">
                  <c:v>3.4066800000000002</c:v>
                </c:pt>
                <c:pt idx="12793">
                  <c:v>3.4069799999999999</c:v>
                </c:pt>
                <c:pt idx="12794">
                  <c:v>3.4072900000000002</c:v>
                </c:pt>
                <c:pt idx="12795">
                  <c:v>3.4075899999999999</c:v>
                </c:pt>
                <c:pt idx="12796">
                  <c:v>3.4079000000000002</c:v>
                </c:pt>
                <c:pt idx="12797">
                  <c:v>3.4081999999999999</c:v>
                </c:pt>
                <c:pt idx="12798">
                  <c:v>3.4085100000000002</c:v>
                </c:pt>
                <c:pt idx="12799">
                  <c:v>3.4088099999999999</c:v>
                </c:pt>
                <c:pt idx="12800">
                  <c:v>3.4091200000000002</c:v>
                </c:pt>
                <c:pt idx="12801">
                  <c:v>3.4094199999999999</c:v>
                </c:pt>
                <c:pt idx="12802">
                  <c:v>3.4097300000000001</c:v>
                </c:pt>
                <c:pt idx="12803">
                  <c:v>3.41004</c:v>
                </c:pt>
                <c:pt idx="12804">
                  <c:v>3.4103400000000001</c:v>
                </c:pt>
                <c:pt idx="12805">
                  <c:v>3.41065</c:v>
                </c:pt>
                <c:pt idx="12806">
                  <c:v>3.4109500000000001</c:v>
                </c:pt>
                <c:pt idx="12807">
                  <c:v>3.41126</c:v>
                </c:pt>
                <c:pt idx="12808">
                  <c:v>3.4115600000000001</c:v>
                </c:pt>
                <c:pt idx="12809">
                  <c:v>3.41187</c:v>
                </c:pt>
                <c:pt idx="12810">
                  <c:v>3.4121700000000001</c:v>
                </c:pt>
                <c:pt idx="12811">
                  <c:v>3.41248</c:v>
                </c:pt>
                <c:pt idx="12812">
                  <c:v>3.4127800000000001</c:v>
                </c:pt>
                <c:pt idx="12813">
                  <c:v>3.41309</c:v>
                </c:pt>
                <c:pt idx="12814">
                  <c:v>3.4133900000000001</c:v>
                </c:pt>
                <c:pt idx="12815">
                  <c:v>3.4137</c:v>
                </c:pt>
                <c:pt idx="12816">
                  <c:v>3.4140100000000002</c:v>
                </c:pt>
                <c:pt idx="12817">
                  <c:v>3.41431</c:v>
                </c:pt>
                <c:pt idx="12818">
                  <c:v>3.4146200000000002</c:v>
                </c:pt>
                <c:pt idx="12819">
                  <c:v>3.41492</c:v>
                </c:pt>
                <c:pt idx="12820">
                  <c:v>3.4152300000000002</c:v>
                </c:pt>
                <c:pt idx="12821">
                  <c:v>3.41553</c:v>
                </c:pt>
                <c:pt idx="12822">
                  <c:v>3.4158400000000002</c:v>
                </c:pt>
                <c:pt idx="12823">
                  <c:v>3.41614</c:v>
                </c:pt>
                <c:pt idx="12824">
                  <c:v>3.4164500000000002</c:v>
                </c:pt>
                <c:pt idx="12825">
                  <c:v>3.41675</c:v>
                </c:pt>
                <c:pt idx="12826">
                  <c:v>3.4170600000000002</c:v>
                </c:pt>
                <c:pt idx="12827">
                  <c:v>3.41736</c:v>
                </c:pt>
                <c:pt idx="12828">
                  <c:v>3.4176700000000002</c:v>
                </c:pt>
                <c:pt idx="12829">
                  <c:v>3.41798</c:v>
                </c:pt>
                <c:pt idx="12830">
                  <c:v>3.4182800000000002</c:v>
                </c:pt>
                <c:pt idx="12831">
                  <c:v>3.41859</c:v>
                </c:pt>
                <c:pt idx="12832">
                  <c:v>3.4188900000000002</c:v>
                </c:pt>
                <c:pt idx="12833">
                  <c:v>3.4192</c:v>
                </c:pt>
                <c:pt idx="12834">
                  <c:v>3.4195000000000002</c:v>
                </c:pt>
                <c:pt idx="12835">
                  <c:v>3.41981</c:v>
                </c:pt>
                <c:pt idx="12836">
                  <c:v>3.4201100000000002</c:v>
                </c:pt>
                <c:pt idx="12837">
                  <c:v>3.42042</c:v>
                </c:pt>
                <c:pt idx="12838">
                  <c:v>3.4207200000000002</c:v>
                </c:pt>
                <c:pt idx="12839">
                  <c:v>3.42103</c:v>
                </c:pt>
                <c:pt idx="12840">
                  <c:v>3.4213300000000002</c:v>
                </c:pt>
                <c:pt idx="12841">
                  <c:v>3.42164</c:v>
                </c:pt>
                <c:pt idx="12842">
                  <c:v>3.4219499999999998</c:v>
                </c:pt>
                <c:pt idx="12843">
                  <c:v>3.42225</c:v>
                </c:pt>
                <c:pt idx="12844">
                  <c:v>3.4225599999999998</c:v>
                </c:pt>
                <c:pt idx="12845">
                  <c:v>3.42286</c:v>
                </c:pt>
                <c:pt idx="12846">
                  <c:v>3.4231699999999998</c:v>
                </c:pt>
                <c:pt idx="12847">
                  <c:v>3.42347</c:v>
                </c:pt>
                <c:pt idx="12848">
                  <c:v>3.4237799999999998</c:v>
                </c:pt>
                <c:pt idx="12849">
                  <c:v>3.42408</c:v>
                </c:pt>
                <c:pt idx="12850">
                  <c:v>3.4243899999999998</c:v>
                </c:pt>
                <c:pt idx="12851">
                  <c:v>3.42469</c:v>
                </c:pt>
                <c:pt idx="12852">
                  <c:v>3.4249999999999998</c:v>
                </c:pt>
                <c:pt idx="12853">
                  <c:v>3.4253100000000001</c:v>
                </c:pt>
                <c:pt idx="12854">
                  <c:v>3.4256099999999998</c:v>
                </c:pt>
                <c:pt idx="12855">
                  <c:v>3.4259200000000001</c:v>
                </c:pt>
                <c:pt idx="12856">
                  <c:v>3.4262199999999998</c:v>
                </c:pt>
                <c:pt idx="12857">
                  <c:v>3.4265300000000001</c:v>
                </c:pt>
                <c:pt idx="12858">
                  <c:v>3.4268299999999998</c:v>
                </c:pt>
                <c:pt idx="12859">
                  <c:v>3.4271400000000001</c:v>
                </c:pt>
                <c:pt idx="12860">
                  <c:v>3.4274399999999998</c:v>
                </c:pt>
                <c:pt idx="12861">
                  <c:v>3.4277500000000001</c:v>
                </c:pt>
                <c:pt idx="12862">
                  <c:v>3.4280499999999998</c:v>
                </c:pt>
                <c:pt idx="12863">
                  <c:v>3.4283600000000001</c:v>
                </c:pt>
                <c:pt idx="12864">
                  <c:v>3.4286599999999998</c:v>
                </c:pt>
                <c:pt idx="12865">
                  <c:v>3.4289700000000001</c:v>
                </c:pt>
                <c:pt idx="12866">
                  <c:v>3.4292799999999999</c:v>
                </c:pt>
                <c:pt idx="12867">
                  <c:v>3.4295800000000001</c:v>
                </c:pt>
                <c:pt idx="12868">
                  <c:v>3.4298899999999999</c:v>
                </c:pt>
                <c:pt idx="12869">
                  <c:v>3.4301900000000001</c:v>
                </c:pt>
                <c:pt idx="12870">
                  <c:v>3.4304999999999999</c:v>
                </c:pt>
                <c:pt idx="12871">
                  <c:v>3.4308000000000001</c:v>
                </c:pt>
                <c:pt idx="12872">
                  <c:v>3.4311099999999999</c:v>
                </c:pt>
                <c:pt idx="12873">
                  <c:v>3.4314100000000001</c:v>
                </c:pt>
                <c:pt idx="12874">
                  <c:v>3.4317199999999999</c:v>
                </c:pt>
                <c:pt idx="12875">
                  <c:v>3.4320200000000001</c:v>
                </c:pt>
                <c:pt idx="12876">
                  <c:v>3.4323299999999999</c:v>
                </c:pt>
                <c:pt idx="12877">
                  <c:v>3.4326300000000001</c:v>
                </c:pt>
                <c:pt idx="12878">
                  <c:v>3.4329399999999999</c:v>
                </c:pt>
                <c:pt idx="12879">
                  <c:v>3.4332500000000001</c:v>
                </c:pt>
                <c:pt idx="12880">
                  <c:v>3.4335499999999999</c:v>
                </c:pt>
                <c:pt idx="12881">
                  <c:v>3.4338600000000001</c:v>
                </c:pt>
                <c:pt idx="12882">
                  <c:v>3.4341599999999999</c:v>
                </c:pt>
                <c:pt idx="12883">
                  <c:v>3.4344700000000001</c:v>
                </c:pt>
                <c:pt idx="12884">
                  <c:v>3.4347699999999999</c:v>
                </c:pt>
                <c:pt idx="12885">
                  <c:v>3.4350800000000001</c:v>
                </c:pt>
                <c:pt idx="12886">
                  <c:v>3.4353799999999999</c:v>
                </c:pt>
                <c:pt idx="12887">
                  <c:v>3.4356900000000001</c:v>
                </c:pt>
                <c:pt idx="12888">
                  <c:v>3.4359899999999999</c:v>
                </c:pt>
                <c:pt idx="12889">
                  <c:v>3.4363000000000001</c:v>
                </c:pt>
                <c:pt idx="12890">
                  <c:v>3.4365999999999999</c:v>
                </c:pt>
                <c:pt idx="12891">
                  <c:v>3.4369100000000001</c:v>
                </c:pt>
                <c:pt idx="12892">
                  <c:v>3.4372199999999999</c:v>
                </c:pt>
                <c:pt idx="12893">
                  <c:v>3.4375200000000001</c:v>
                </c:pt>
                <c:pt idx="12894">
                  <c:v>3.4378299999999999</c:v>
                </c:pt>
                <c:pt idx="12895">
                  <c:v>3.4381300000000001</c:v>
                </c:pt>
                <c:pt idx="12896">
                  <c:v>3.4384399999999999</c:v>
                </c:pt>
                <c:pt idx="12897">
                  <c:v>3.4387400000000001</c:v>
                </c:pt>
                <c:pt idx="12898">
                  <c:v>3.4390499999999999</c:v>
                </c:pt>
                <c:pt idx="12899">
                  <c:v>3.4393500000000001</c:v>
                </c:pt>
                <c:pt idx="12900">
                  <c:v>3.4396599999999999</c:v>
                </c:pt>
                <c:pt idx="12901">
                  <c:v>3.4399600000000001</c:v>
                </c:pt>
                <c:pt idx="12902">
                  <c:v>3.4402699999999999</c:v>
                </c:pt>
                <c:pt idx="12903">
                  <c:v>3.4405800000000002</c:v>
                </c:pt>
                <c:pt idx="12904">
                  <c:v>3.4408799999999999</c:v>
                </c:pt>
                <c:pt idx="12905">
                  <c:v>3.4411900000000002</c:v>
                </c:pt>
                <c:pt idx="12906">
                  <c:v>3.4414899999999999</c:v>
                </c:pt>
                <c:pt idx="12907">
                  <c:v>3.4418000000000002</c:v>
                </c:pt>
                <c:pt idx="12908">
                  <c:v>3.4420999999999999</c:v>
                </c:pt>
                <c:pt idx="12909">
                  <c:v>3.4424100000000002</c:v>
                </c:pt>
                <c:pt idx="12910">
                  <c:v>3.4427099999999999</c:v>
                </c:pt>
                <c:pt idx="12911">
                  <c:v>3.4430200000000002</c:v>
                </c:pt>
                <c:pt idx="12912">
                  <c:v>3.4433199999999999</c:v>
                </c:pt>
                <c:pt idx="12913">
                  <c:v>3.4436300000000002</c:v>
                </c:pt>
                <c:pt idx="12914">
                  <c:v>3.4439299999999999</c:v>
                </c:pt>
                <c:pt idx="12915">
                  <c:v>3.4442400000000002</c:v>
                </c:pt>
                <c:pt idx="12916">
                  <c:v>3.44455</c:v>
                </c:pt>
                <c:pt idx="12917">
                  <c:v>3.4448500000000002</c:v>
                </c:pt>
                <c:pt idx="12918">
                  <c:v>3.44516</c:v>
                </c:pt>
                <c:pt idx="12919">
                  <c:v>3.4454600000000002</c:v>
                </c:pt>
                <c:pt idx="12920">
                  <c:v>3.44577</c:v>
                </c:pt>
                <c:pt idx="12921">
                  <c:v>3.4460700000000002</c:v>
                </c:pt>
                <c:pt idx="12922">
                  <c:v>3.44638</c:v>
                </c:pt>
                <c:pt idx="12923">
                  <c:v>3.4466800000000002</c:v>
                </c:pt>
                <c:pt idx="12924">
                  <c:v>3.44699</c:v>
                </c:pt>
                <c:pt idx="12925">
                  <c:v>3.4472900000000002</c:v>
                </c:pt>
                <c:pt idx="12926">
                  <c:v>3.4476</c:v>
                </c:pt>
                <c:pt idx="12927">
                  <c:v>3.4479000000000002</c:v>
                </c:pt>
                <c:pt idx="12928">
                  <c:v>3.44821</c:v>
                </c:pt>
                <c:pt idx="12929">
                  <c:v>3.4485199999999998</c:v>
                </c:pt>
                <c:pt idx="12930">
                  <c:v>3.44882</c:v>
                </c:pt>
                <c:pt idx="12931">
                  <c:v>3.4491299999999998</c:v>
                </c:pt>
                <c:pt idx="12932">
                  <c:v>3.44943</c:v>
                </c:pt>
                <c:pt idx="12933">
                  <c:v>3.4497399999999998</c:v>
                </c:pt>
                <c:pt idx="12934">
                  <c:v>3.45004</c:v>
                </c:pt>
                <c:pt idx="12935">
                  <c:v>3.4503499999999998</c:v>
                </c:pt>
                <c:pt idx="12936">
                  <c:v>3.45065</c:v>
                </c:pt>
                <c:pt idx="12937">
                  <c:v>3.4509599999999998</c:v>
                </c:pt>
                <c:pt idx="12938">
                  <c:v>3.45126</c:v>
                </c:pt>
                <c:pt idx="12939">
                  <c:v>3.4515699999999998</c:v>
                </c:pt>
                <c:pt idx="12940">
                  <c:v>3.45187</c:v>
                </c:pt>
                <c:pt idx="12941">
                  <c:v>3.4521799999999998</c:v>
                </c:pt>
                <c:pt idx="12942">
                  <c:v>3.4524900000000001</c:v>
                </c:pt>
                <c:pt idx="12943">
                  <c:v>3.4527899999999998</c:v>
                </c:pt>
                <c:pt idx="12944">
                  <c:v>3.4531000000000001</c:v>
                </c:pt>
                <c:pt idx="12945">
                  <c:v>3.4533999999999998</c:v>
                </c:pt>
                <c:pt idx="12946">
                  <c:v>3.4537100000000001</c:v>
                </c:pt>
                <c:pt idx="12947">
                  <c:v>3.4540099999999998</c:v>
                </c:pt>
                <c:pt idx="12948">
                  <c:v>3.4543200000000001</c:v>
                </c:pt>
                <c:pt idx="12949">
                  <c:v>3.4546199999999998</c:v>
                </c:pt>
                <c:pt idx="12950">
                  <c:v>3.4549300000000001</c:v>
                </c:pt>
                <c:pt idx="12951">
                  <c:v>3.4552299999999998</c:v>
                </c:pt>
                <c:pt idx="12952">
                  <c:v>3.4555400000000001</c:v>
                </c:pt>
                <c:pt idx="12953">
                  <c:v>3.4558399999999998</c:v>
                </c:pt>
                <c:pt idx="12954">
                  <c:v>3.4561500000000001</c:v>
                </c:pt>
                <c:pt idx="12955">
                  <c:v>3.4564599999999999</c:v>
                </c:pt>
                <c:pt idx="12956">
                  <c:v>3.4567600000000001</c:v>
                </c:pt>
                <c:pt idx="12957">
                  <c:v>3.4570699999999999</c:v>
                </c:pt>
                <c:pt idx="12958">
                  <c:v>3.4573700000000001</c:v>
                </c:pt>
                <c:pt idx="12959">
                  <c:v>3.4576799999999999</c:v>
                </c:pt>
                <c:pt idx="12960">
                  <c:v>3.4579800000000001</c:v>
                </c:pt>
                <c:pt idx="12961">
                  <c:v>3.4582899999999999</c:v>
                </c:pt>
                <c:pt idx="12962">
                  <c:v>3.4585900000000001</c:v>
                </c:pt>
                <c:pt idx="12963">
                  <c:v>3.4588999999999999</c:v>
                </c:pt>
                <c:pt idx="12964">
                  <c:v>3.4592000000000001</c:v>
                </c:pt>
                <c:pt idx="12965">
                  <c:v>3.4595099999999999</c:v>
                </c:pt>
                <c:pt idx="12966">
                  <c:v>3.4598200000000001</c:v>
                </c:pt>
                <c:pt idx="12967">
                  <c:v>3.4601199999999999</c:v>
                </c:pt>
                <c:pt idx="12968">
                  <c:v>3.4604300000000001</c:v>
                </c:pt>
                <c:pt idx="12969">
                  <c:v>3.4607299999999999</c:v>
                </c:pt>
                <c:pt idx="12970">
                  <c:v>3.4610400000000001</c:v>
                </c:pt>
                <c:pt idx="12971">
                  <c:v>3.4613399999999999</c:v>
                </c:pt>
                <c:pt idx="12972">
                  <c:v>3.4616500000000001</c:v>
                </c:pt>
                <c:pt idx="12973">
                  <c:v>3.4619499999999999</c:v>
                </c:pt>
                <c:pt idx="12974">
                  <c:v>3.4622600000000001</c:v>
                </c:pt>
                <c:pt idx="12975">
                  <c:v>3.4625599999999999</c:v>
                </c:pt>
                <c:pt idx="12976">
                  <c:v>3.4628700000000001</c:v>
                </c:pt>
                <c:pt idx="12977">
                  <c:v>3.4631699999999999</c:v>
                </c:pt>
                <c:pt idx="12978">
                  <c:v>3.4634800000000001</c:v>
                </c:pt>
                <c:pt idx="12979">
                  <c:v>3.4637899999999999</c:v>
                </c:pt>
                <c:pt idx="12980">
                  <c:v>3.4640900000000001</c:v>
                </c:pt>
                <c:pt idx="12981">
                  <c:v>3.4643999999999999</c:v>
                </c:pt>
                <c:pt idx="12982">
                  <c:v>3.4647000000000001</c:v>
                </c:pt>
                <c:pt idx="12983">
                  <c:v>3.4650099999999999</c:v>
                </c:pt>
                <c:pt idx="12984">
                  <c:v>3.4653100000000001</c:v>
                </c:pt>
                <c:pt idx="12985">
                  <c:v>3.4656199999999999</c:v>
                </c:pt>
                <c:pt idx="12986">
                  <c:v>3.4659200000000001</c:v>
                </c:pt>
                <c:pt idx="12987">
                  <c:v>3.4662299999999999</c:v>
                </c:pt>
                <c:pt idx="12988">
                  <c:v>3.4665300000000001</c:v>
                </c:pt>
                <c:pt idx="12989">
                  <c:v>3.4668399999999999</c:v>
                </c:pt>
                <c:pt idx="12990">
                  <c:v>3.4671400000000001</c:v>
                </c:pt>
                <c:pt idx="12991">
                  <c:v>3.4674499999999999</c:v>
                </c:pt>
                <c:pt idx="12992">
                  <c:v>3.4677600000000002</c:v>
                </c:pt>
                <c:pt idx="12993">
                  <c:v>3.4680599999999999</c:v>
                </c:pt>
                <c:pt idx="12994">
                  <c:v>3.4683700000000002</c:v>
                </c:pt>
                <c:pt idx="12995">
                  <c:v>3.4686699999999999</c:v>
                </c:pt>
                <c:pt idx="12996">
                  <c:v>3.4689800000000002</c:v>
                </c:pt>
                <c:pt idx="12997">
                  <c:v>3.4692799999999999</c:v>
                </c:pt>
                <c:pt idx="12998">
                  <c:v>3.4695900000000002</c:v>
                </c:pt>
                <c:pt idx="12999">
                  <c:v>3.4698899999999999</c:v>
                </c:pt>
                <c:pt idx="13000">
                  <c:v>3.4702000000000002</c:v>
                </c:pt>
                <c:pt idx="13001">
                  <c:v>3.4704999999999999</c:v>
                </c:pt>
                <c:pt idx="13002">
                  <c:v>3.4708100000000002</c:v>
                </c:pt>
                <c:pt idx="13003">
                  <c:v>3.4711099999999999</c:v>
                </c:pt>
                <c:pt idx="13004">
                  <c:v>3.4714200000000002</c:v>
                </c:pt>
                <c:pt idx="13005">
                  <c:v>3.47173</c:v>
                </c:pt>
                <c:pt idx="13006">
                  <c:v>3.4720300000000002</c:v>
                </c:pt>
                <c:pt idx="13007">
                  <c:v>3.47234</c:v>
                </c:pt>
                <c:pt idx="13008">
                  <c:v>3.4726400000000002</c:v>
                </c:pt>
                <c:pt idx="13009">
                  <c:v>3.47295</c:v>
                </c:pt>
                <c:pt idx="13010">
                  <c:v>3.4732500000000002</c:v>
                </c:pt>
                <c:pt idx="13011">
                  <c:v>3.47356</c:v>
                </c:pt>
                <c:pt idx="13012">
                  <c:v>3.4738600000000002</c:v>
                </c:pt>
                <c:pt idx="13013">
                  <c:v>3.47417</c:v>
                </c:pt>
                <c:pt idx="13014">
                  <c:v>3.4744700000000002</c:v>
                </c:pt>
                <c:pt idx="13015">
                  <c:v>3.47478</c:v>
                </c:pt>
                <c:pt idx="13016">
                  <c:v>3.4750800000000002</c:v>
                </c:pt>
                <c:pt idx="13017">
                  <c:v>3.47539</c:v>
                </c:pt>
                <c:pt idx="13018">
                  <c:v>3.4756999999999998</c:v>
                </c:pt>
                <c:pt idx="13019">
                  <c:v>3.476</c:v>
                </c:pt>
                <c:pt idx="13020">
                  <c:v>3.4763099999999998</c:v>
                </c:pt>
                <c:pt idx="13021">
                  <c:v>3.47661</c:v>
                </c:pt>
                <c:pt idx="13022">
                  <c:v>3.4769199999999998</c:v>
                </c:pt>
                <c:pt idx="13023">
                  <c:v>3.47722</c:v>
                </c:pt>
                <c:pt idx="13024">
                  <c:v>3.4775299999999998</c:v>
                </c:pt>
                <c:pt idx="13025">
                  <c:v>3.47783</c:v>
                </c:pt>
                <c:pt idx="13026">
                  <c:v>3.4781399999999998</c:v>
                </c:pt>
                <c:pt idx="13027">
                  <c:v>3.47844</c:v>
                </c:pt>
                <c:pt idx="13028">
                  <c:v>3.4787499999999998</c:v>
                </c:pt>
                <c:pt idx="13029">
                  <c:v>3.47906</c:v>
                </c:pt>
                <c:pt idx="13030">
                  <c:v>3.4793599999999998</c:v>
                </c:pt>
                <c:pt idx="13031">
                  <c:v>3.47967</c:v>
                </c:pt>
                <c:pt idx="13032">
                  <c:v>3.4799699999999998</c:v>
                </c:pt>
                <c:pt idx="13033">
                  <c:v>3.48028</c:v>
                </c:pt>
                <c:pt idx="13034">
                  <c:v>3.4805799999999998</c:v>
                </c:pt>
                <c:pt idx="13035">
                  <c:v>3.48089</c:v>
                </c:pt>
                <c:pt idx="13036">
                  <c:v>3.4811899999999998</c:v>
                </c:pt>
                <c:pt idx="13037">
                  <c:v>3.4815</c:v>
                </c:pt>
                <c:pt idx="13038">
                  <c:v>3.4817999999999998</c:v>
                </c:pt>
                <c:pt idx="13039">
                  <c:v>3.48211</c:v>
                </c:pt>
                <c:pt idx="13040">
                  <c:v>3.4824099999999998</c:v>
                </c:pt>
                <c:pt idx="13041">
                  <c:v>3.48272</c:v>
                </c:pt>
                <c:pt idx="13042">
                  <c:v>3.4830299999999998</c:v>
                </c:pt>
                <c:pt idx="13043">
                  <c:v>3.48333</c:v>
                </c:pt>
                <c:pt idx="13044">
                  <c:v>3.4836399999999998</c:v>
                </c:pt>
                <c:pt idx="13045">
                  <c:v>3.48394</c:v>
                </c:pt>
                <c:pt idx="13046">
                  <c:v>3.4842499999999998</c:v>
                </c:pt>
                <c:pt idx="13047">
                  <c:v>3.48455</c:v>
                </c:pt>
                <c:pt idx="13048">
                  <c:v>3.4848599999999998</c:v>
                </c:pt>
                <c:pt idx="13049">
                  <c:v>3.48516</c:v>
                </c:pt>
                <c:pt idx="13050">
                  <c:v>3.4854699999999998</c:v>
                </c:pt>
                <c:pt idx="13051">
                  <c:v>3.48577</c:v>
                </c:pt>
                <c:pt idx="13052">
                  <c:v>3.4860799999999998</c:v>
                </c:pt>
                <c:pt idx="13053">
                  <c:v>3.48638</c:v>
                </c:pt>
                <c:pt idx="13054">
                  <c:v>3.4866899999999998</c:v>
                </c:pt>
                <c:pt idx="13055">
                  <c:v>3.4870000000000001</c:v>
                </c:pt>
                <c:pt idx="13056">
                  <c:v>3.4872999999999998</c:v>
                </c:pt>
                <c:pt idx="13057">
                  <c:v>3.4876100000000001</c:v>
                </c:pt>
                <c:pt idx="13058">
                  <c:v>3.4879099999999998</c:v>
                </c:pt>
                <c:pt idx="13059">
                  <c:v>3.4882200000000001</c:v>
                </c:pt>
                <c:pt idx="13060">
                  <c:v>3.4885199999999998</c:v>
                </c:pt>
                <c:pt idx="13061">
                  <c:v>3.4888300000000001</c:v>
                </c:pt>
                <c:pt idx="13062">
                  <c:v>3.4891299999999998</c:v>
                </c:pt>
                <c:pt idx="13063">
                  <c:v>3.4894400000000001</c:v>
                </c:pt>
                <c:pt idx="13064">
                  <c:v>3.4897399999999998</c:v>
                </c:pt>
                <c:pt idx="13065">
                  <c:v>3.4900500000000001</c:v>
                </c:pt>
                <c:pt idx="13066">
                  <c:v>3.4903499999999998</c:v>
                </c:pt>
                <c:pt idx="13067">
                  <c:v>3.4906600000000001</c:v>
                </c:pt>
                <c:pt idx="13068">
                  <c:v>3.4909699999999999</c:v>
                </c:pt>
                <c:pt idx="13069">
                  <c:v>3.4912700000000001</c:v>
                </c:pt>
                <c:pt idx="13070">
                  <c:v>3.4915799999999999</c:v>
                </c:pt>
                <c:pt idx="13071">
                  <c:v>3.4918800000000001</c:v>
                </c:pt>
                <c:pt idx="13072">
                  <c:v>3.4921899999999999</c:v>
                </c:pt>
                <c:pt idx="13073">
                  <c:v>3.4924900000000001</c:v>
                </c:pt>
                <c:pt idx="13074">
                  <c:v>3.4927999999999999</c:v>
                </c:pt>
                <c:pt idx="13075">
                  <c:v>3.4931000000000001</c:v>
                </c:pt>
                <c:pt idx="13076">
                  <c:v>3.4934099999999999</c:v>
                </c:pt>
                <c:pt idx="13077">
                  <c:v>3.4937100000000001</c:v>
                </c:pt>
                <c:pt idx="13078">
                  <c:v>3.4940199999999999</c:v>
                </c:pt>
                <c:pt idx="13079">
                  <c:v>3.4943200000000001</c:v>
                </c:pt>
                <c:pt idx="13080">
                  <c:v>3.4946299999999999</c:v>
                </c:pt>
                <c:pt idx="13081">
                  <c:v>3.4949400000000002</c:v>
                </c:pt>
                <c:pt idx="13082">
                  <c:v>3.4952399999999999</c:v>
                </c:pt>
                <c:pt idx="13083">
                  <c:v>3.4955500000000002</c:v>
                </c:pt>
                <c:pt idx="13084">
                  <c:v>3.4958499999999999</c:v>
                </c:pt>
                <c:pt idx="13085">
                  <c:v>3.4961600000000002</c:v>
                </c:pt>
                <c:pt idx="13086">
                  <c:v>3.4964599999999999</c:v>
                </c:pt>
                <c:pt idx="13087">
                  <c:v>3.4967700000000002</c:v>
                </c:pt>
                <c:pt idx="13088">
                  <c:v>3.4970699999999999</c:v>
                </c:pt>
                <c:pt idx="13089">
                  <c:v>3.4973800000000002</c:v>
                </c:pt>
                <c:pt idx="13090">
                  <c:v>3.4976799999999999</c:v>
                </c:pt>
                <c:pt idx="13091">
                  <c:v>3.4979900000000002</c:v>
                </c:pt>
                <c:pt idx="13092">
                  <c:v>3.4983</c:v>
                </c:pt>
                <c:pt idx="13093">
                  <c:v>3.4986000000000002</c:v>
                </c:pt>
                <c:pt idx="13094">
                  <c:v>3.49891</c:v>
                </c:pt>
                <c:pt idx="13095">
                  <c:v>3.4992100000000002</c:v>
                </c:pt>
                <c:pt idx="13096">
                  <c:v>3.49952</c:v>
                </c:pt>
                <c:pt idx="13097">
                  <c:v>3.4998200000000002</c:v>
                </c:pt>
                <c:pt idx="13098">
                  <c:v>3.50013</c:v>
                </c:pt>
                <c:pt idx="13099">
                  <c:v>3.5004300000000002</c:v>
                </c:pt>
                <c:pt idx="13100">
                  <c:v>3.50074</c:v>
                </c:pt>
                <c:pt idx="13101">
                  <c:v>3.5010400000000002</c:v>
                </c:pt>
                <c:pt idx="13102">
                  <c:v>3.50135</c:v>
                </c:pt>
                <c:pt idx="13103">
                  <c:v>3.5016500000000002</c:v>
                </c:pt>
                <c:pt idx="13104">
                  <c:v>3.50196</c:v>
                </c:pt>
                <c:pt idx="13105">
                  <c:v>3.5022700000000002</c:v>
                </c:pt>
                <c:pt idx="13106">
                  <c:v>3.50257</c:v>
                </c:pt>
                <c:pt idx="13107">
                  <c:v>3.5028800000000002</c:v>
                </c:pt>
                <c:pt idx="13108">
                  <c:v>3.50318</c:v>
                </c:pt>
                <c:pt idx="13109">
                  <c:v>3.5034900000000002</c:v>
                </c:pt>
                <c:pt idx="13110">
                  <c:v>3.50379</c:v>
                </c:pt>
                <c:pt idx="13111">
                  <c:v>3.5041000000000002</c:v>
                </c:pt>
                <c:pt idx="13112">
                  <c:v>3.5044</c:v>
                </c:pt>
                <c:pt idx="13113">
                  <c:v>3.5047100000000002</c:v>
                </c:pt>
                <c:pt idx="13114">
                  <c:v>3.50501</c:v>
                </c:pt>
                <c:pt idx="13115">
                  <c:v>3.5053200000000002</c:v>
                </c:pt>
                <c:pt idx="13116">
                  <c:v>3.50562</c:v>
                </c:pt>
                <c:pt idx="13117">
                  <c:v>3.5059300000000002</c:v>
                </c:pt>
                <c:pt idx="13118">
                  <c:v>3.50624</c:v>
                </c:pt>
                <c:pt idx="13119">
                  <c:v>3.5065400000000002</c:v>
                </c:pt>
                <c:pt idx="13120">
                  <c:v>3.50685</c:v>
                </c:pt>
                <c:pt idx="13121">
                  <c:v>3.5071500000000002</c:v>
                </c:pt>
                <c:pt idx="13122">
                  <c:v>3.50746</c:v>
                </c:pt>
                <c:pt idx="13123">
                  <c:v>3.5077600000000002</c:v>
                </c:pt>
                <c:pt idx="13124">
                  <c:v>3.50807</c:v>
                </c:pt>
                <c:pt idx="13125">
                  <c:v>3.5083700000000002</c:v>
                </c:pt>
                <c:pt idx="13126">
                  <c:v>3.50868</c:v>
                </c:pt>
                <c:pt idx="13127">
                  <c:v>3.5089800000000002</c:v>
                </c:pt>
                <c:pt idx="13128">
                  <c:v>3.50929</c:v>
                </c:pt>
                <c:pt idx="13129">
                  <c:v>3.5095900000000002</c:v>
                </c:pt>
                <c:pt idx="13130">
                  <c:v>3.5099</c:v>
                </c:pt>
                <c:pt idx="13131">
                  <c:v>3.5102099999999998</c:v>
                </c:pt>
                <c:pt idx="13132">
                  <c:v>3.51051</c:v>
                </c:pt>
                <c:pt idx="13133">
                  <c:v>3.5108199999999998</c:v>
                </c:pt>
                <c:pt idx="13134">
                  <c:v>3.51112</c:v>
                </c:pt>
                <c:pt idx="13135">
                  <c:v>3.5114299999999998</c:v>
                </c:pt>
                <c:pt idx="13136">
                  <c:v>3.51173</c:v>
                </c:pt>
                <c:pt idx="13137">
                  <c:v>3.5120399999999998</c:v>
                </c:pt>
                <c:pt idx="13138">
                  <c:v>3.51234</c:v>
                </c:pt>
                <c:pt idx="13139">
                  <c:v>3.5126499999999998</c:v>
                </c:pt>
                <c:pt idx="13140">
                  <c:v>3.51295</c:v>
                </c:pt>
                <c:pt idx="13141">
                  <c:v>3.5132599999999998</c:v>
                </c:pt>
                <c:pt idx="13142">
                  <c:v>3.5135700000000001</c:v>
                </c:pt>
                <c:pt idx="13143">
                  <c:v>3.5138699999999998</c:v>
                </c:pt>
                <c:pt idx="13144">
                  <c:v>3.5141800000000001</c:v>
                </c:pt>
                <c:pt idx="13145">
                  <c:v>3.5144799999999998</c:v>
                </c:pt>
                <c:pt idx="13146">
                  <c:v>3.5147900000000001</c:v>
                </c:pt>
                <c:pt idx="13147">
                  <c:v>3.5150899999999998</c:v>
                </c:pt>
                <c:pt idx="13148">
                  <c:v>3.5154000000000001</c:v>
                </c:pt>
                <c:pt idx="13149">
                  <c:v>3.5156999999999998</c:v>
                </c:pt>
                <c:pt idx="13150">
                  <c:v>3.5160100000000001</c:v>
                </c:pt>
                <c:pt idx="13151">
                  <c:v>3.5163099999999998</c:v>
                </c:pt>
                <c:pt idx="13152">
                  <c:v>3.5166200000000001</c:v>
                </c:pt>
                <c:pt idx="13153">
                  <c:v>3.5169199999999998</c:v>
                </c:pt>
                <c:pt idx="13154">
                  <c:v>3.5172300000000001</c:v>
                </c:pt>
                <c:pt idx="13155">
                  <c:v>3.5175399999999999</c:v>
                </c:pt>
                <c:pt idx="13156">
                  <c:v>3.5178400000000001</c:v>
                </c:pt>
                <c:pt idx="13157">
                  <c:v>3.5181499999999999</c:v>
                </c:pt>
                <c:pt idx="13158">
                  <c:v>3.5184500000000001</c:v>
                </c:pt>
                <c:pt idx="13159">
                  <c:v>3.5187599999999999</c:v>
                </c:pt>
                <c:pt idx="13160">
                  <c:v>3.5190600000000001</c:v>
                </c:pt>
                <c:pt idx="13161">
                  <c:v>3.5193699999999999</c:v>
                </c:pt>
                <c:pt idx="13162">
                  <c:v>3.5196700000000001</c:v>
                </c:pt>
                <c:pt idx="13163">
                  <c:v>3.5199799999999999</c:v>
                </c:pt>
                <c:pt idx="13164">
                  <c:v>3.5202800000000001</c:v>
                </c:pt>
                <c:pt idx="13165">
                  <c:v>3.5205899999999999</c:v>
                </c:pt>
                <c:pt idx="13166">
                  <c:v>3.5208900000000001</c:v>
                </c:pt>
                <c:pt idx="13167">
                  <c:v>3.5211999999999999</c:v>
                </c:pt>
                <c:pt idx="13168">
                  <c:v>3.5215100000000001</c:v>
                </c:pt>
                <c:pt idx="13169">
                  <c:v>3.5218099999999999</c:v>
                </c:pt>
                <c:pt idx="13170">
                  <c:v>3.5221200000000001</c:v>
                </c:pt>
                <c:pt idx="13171">
                  <c:v>3.5224199999999999</c:v>
                </c:pt>
                <c:pt idx="13172">
                  <c:v>3.5227300000000001</c:v>
                </c:pt>
                <c:pt idx="13173">
                  <c:v>3.5230299999999999</c:v>
                </c:pt>
                <c:pt idx="13174">
                  <c:v>3.5233400000000001</c:v>
                </c:pt>
                <c:pt idx="13175">
                  <c:v>3.5236399999999999</c:v>
                </c:pt>
                <c:pt idx="13176">
                  <c:v>3.5239500000000001</c:v>
                </c:pt>
                <c:pt idx="13177">
                  <c:v>3.5242499999999999</c:v>
                </c:pt>
                <c:pt idx="13178">
                  <c:v>3.5245600000000001</c:v>
                </c:pt>
                <c:pt idx="13179">
                  <c:v>3.5248599999999999</c:v>
                </c:pt>
                <c:pt idx="13180">
                  <c:v>3.5251700000000001</c:v>
                </c:pt>
                <c:pt idx="13181">
                  <c:v>3.5254799999999999</c:v>
                </c:pt>
                <c:pt idx="13182">
                  <c:v>3.5257800000000001</c:v>
                </c:pt>
                <c:pt idx="13183">
                  <c:v>3.5260899999999999</c:v>
                </c:pt>
                <c:pt idx="13184">
                  <c:v>3.5263900000000001</c:v>
                </c:pt>
                <c:pt idx="13185">
                  <c:v>3.5266999999999999</c:v>
                </c:pt>
                <c:pt idx="13186">
                  <c:v>3.5270000000000001</c:v>
                </c:pt>
                <c:pt idx="13187">
                  <c:v>3.5273099999999999</c:v>
                </c:pt>
                <c:pt idx="13188">
                  <c:v>3.5276100000000001</c:v>
                </c:pt>
                <c:pt idx="13189">
                  <c:v>3.5279199999999999</c:v>
                </c:pt>
                <c:pt idx="13190">
                  <c:v>3.5282200000000001</c:v>
                </c:pt>
                <c:pt idx="13191">
                  <c:v>3.5285299999999999</c:v>
                </c:pt>
                <c:pt idx="13192">
                  <c:v>3.5288300000000001</c:v>
                </c:pt>
                <c:pt idx="13193">
                  <c:v>3.5291399999999999</c:v>
                </c:pt>
                <c:pt idx="13194">
                  <c:v>3.5294500000000002</c:v>
                </c:pt>
                <c:pt idx="13195">
                  <c:v>3.5297499999999999</c:v>
                </c:pt>
                <c:pt idx="13196">
                  <c:v>3.5300600000000002</c:v>
                </c:pt>
                <c:pt idx="13197">
                  <c:v>3.5303599999999999</c:v>
                </c:pt>
                <c:pt idx="13198">
                  <c:v>3.5306700000000002</c:v>
                </c:pt>
                <c:pt idx="13199">
                  <c:v>3.5309699999999999</c:v>
                </c:pt>
                <c:pt idx="13200">
                  <c:v>3.5312800000000002</c:v>
                </c:pt>
                <c:pt idx="13201">
                  <c:v>3.5315799999999999</c:v>
                </c:pt>
                <c:pt idx="13202">
                  <c:v>3.5318900000000002</c:v>
                </c:pt>
                <c:pt idx="13203">
                  <c:v>3.5321899999999999</c:v>
                </c:pt>
                <c:pt idx="13204">
                  <c:v>3.5325000000000002</c:v>
                </c:pt>
                <c:pt idx="13205">
                  <c:v>3.53281</c:v>
                </c:pt>
                <c:pt idx="13206">
                  <c:v>3.5331100000000002</c:v>
                </c:pt>
                <c:pt idx="13207">
                  <c:v>3.53342</c:v>
                </c:pt>
                <c:pt idx="13208">
                  <c:v>3.5337200000000002</c:v>
                </c:pt>
                <c:pt idx="13209">
                  <c:v>3.53403</c:v>
                </c:pt>
                <c:pt idx="13210">
                  <c:v>3.5343300000000002</c:v>
                </c:pt>
                <c:pt idx="13211">
                  <c:v>3.53464</c:v>
                </c:pt>
                <c:pt idx="13212">
                  <c:v>3.5349400000000002</c:v>
                </c:pt>
                <c:pt idx="13213">
                  <c:v>3.53525</c:v>
                </c:pt>
                <c:pt idx="13214">
                  <c:v>3.5355500000000002</c:v>
                </c:pt>
                <c:pt idx="13215">
                  <c:v>3.53586</c:v>
                </c:pt>
                <c:pt idx="13216">
                  <c:v>3.5361600000000002</c:v>
                </c:pt>
                <c:pt idx="13217">
                  <c:v>3.53647</c:v>
                </c:pt>
                <c:pt idx="13218">
                  <c:v>3.5367799999999998</c:v>
                </c:pt>
                <c:pt idx="13219">
                  <c:v>3.53708</c:v>
                </c:pt>
                <c:pt idx="13220">
                  <c:v>3.5373899999999998</c:v>
                </c:pt>
                <c:pt idx="13221">
                  <c:v>3.53769</c:v>
                </c:pt>
                <c:pt idx="13222">
                  <c:v>3.5379999999999998</c:v>
                </c:pt>
                <c:pt idx="13223">
                  <c:v>3.5383</c:v>
                </c:pt>
                <c:pt idx="13224">
                  <c:v>3.5386099999999998</c:v>
                </c:pt>
                <c:pt idx="13225">
                  <c:v>3.53891</c:v>
                </c:pt>
                <c:pt idx="13226">
                  <c:v>3.5392199999999998</c:v>
                </c:pt>
                <c:pt idx="13227">
                  <c:v>3.53952</c:v>
                </c:pt>
                <c:pt idx="13228">
                  <c:v>3.5398299999999998</c:v>
                </c:pt>
                <c:pt idx="13229">
                  <c:v>3.54013</c:v>
                </c:pt>
                <c:pt idx="13230">
                  <c:v>3.5404399999999998</c:v>
                </c:pt>
                <c:pt idx="13231">
                  <c:v>3.5407500000000001</c:v>
                </c:pt>
                <c:pt idx="13232">
                  <c:v>3.5410499999999998</c:v>
                </c:pt>
                <c:pt idx="13233">
                  <c:v>3.5413600000000001</c:v>
                </c:pt>
                <c:pt idx="13234">
                  <c:v>3.5416599999999998</c:v>
                </c:pt>
                <c:pt idx="13235">
                  <c:v>3.5419700000000001</c:v>
                </c:pt>
                <c:pt idx="13236">
                  <c:v>3.5422699999999998</c:v>
                </c:pt>
                <c:pt idx="13237">
                  <c:v>3.5425800000000001</c:v>
                </c:pt>
                <c:pt idx="13238">
                  <c:v>3.5428799999999998</c:v>
                </c:pt>
                <c:pt idx="13239">
                  <c:v>3.5431900000000001</c:v>
                </c:pt>
                <c:pt idx="13240">
                  <c:v>3.5434899999999998</c:v>
                </c:pt>
                <c:pt idx="13241">
                  <c:v>3.5438000000000001</c:v>
                </c:pt>
                <c:pt idx="13242">
                  <c:v>3.5440999999999998</c:v>
                </c:pt>
                <c:pt idx="13243">
                  <c:v>3.5444100000000001</c:v>
                </c:pt>
                <c:pt idx="13244">
                  <c:v>3.5447199999999999</c:v>
                </c:pt>
                <c:pt idx="13245">
                  <c:v>3.5450200000000001</c:v>
                </c:pt>
                <c:pt idx="13246">
                  <c:v>3.5453299999999999</c:v>
                </c:pt>
                <c:pt idx="13247">
                  <c:v>3.5456300000000001</c:v>
                </c:pt>
                <c:pt idx="13248">
                  <c:v>3.5459399999999999</c:v>
                </c:pt>
                <c:pt idx="13249">
                  <c:v>3.5462400000000001</c:v>
                </c:pt>
                <c:pt idx="13250">
                  <c:v>3.5465499999999999</c:v>
                </c:pt>
                <c:pt idx="13251">
                  <c:v>3.5468500000000001</c:v>
                </c:pt>
                <c:pt idx="13252">
                  <c:v>3.5471599999999999</c:v>
                </c:pt>
                <c:pt idx="13253">
                  <c:v>3.5474600000000001</c:v>
                </c:pt>
                <c:pt idx="13254">
                  <c:v>3.5477699999999999</c:v>
                </c:pt>
                <c:pt idx="13255">
                  <c:v>3.5480700000000001</c:v>
                </c:pt>
                <c:pt idx="13256">
                  <c:v>3.5483799999999999</c:v>
                </c:pt>
                <c:pt idx="13257">
                  <c:v>3.5486900000000001</c:v>
                </c:pt>
                <c:pt idx="13258">
                  <c:v>3.5489899999999999</c:v>
                </c:pt>
                <c:pt idx="13259">
                  <c:v>3.5493000000000001</c:v>
                </c:pt>
                <c:pt idx="13260">
                  <c:v>3.5495999999999999</c:v>
                </c:pt>
                <c:pt idx="13261">
                  <c:v>3.5499100000000001</c:v>
                </c:pt>
                <c:pt idx="13262">
                  <c:v>3.5502099999999999</c:v>
                </c:pt>
                <c:pt idx="13263">
                  <c:v>3.5505200000000001</c:v>
                </c:pt>
                <c:pt idx="13264">
                  <c:v>3.5508199999999999</c:v>
                </c:pt>
                <c:pt idx="13265">
                  <c:v>3.5511300000000001</c:v>
                </c:pt>
                <c:pt idx="13266">
                  <c:v>3.5514299999999999</c:v>
                </c:pt>
                <c:pt idx="13267">
                  <c:v>3.5517400000000001</c:v>
                </c:pt>
                <c:pt idx="13268">
                  <c:v>3.5520499999999999</c:v>
                </c:pt>
                <c:pt idx="13269">
                  <c:v>3.5523500000000001</c:v>
                </c:pt>
                <c:pt idx="13270">
                  <c:v>3.5526599999999999</c:v>
                </c:pt>
                <c:pt idx="13271">
                  <c:v>3.5529600000000001</c:v>
                </c:pt>
                <c:pt idx="13272">
                  <c:v>3.5532699999999999</c:v>
                </c:pt>
                <c:pt idx="13273">
                  <c:v>3.5535700000000001</c:v>
                </c:pt>
                <c:pt idx="13274">
                  <c:v>3.5538799999999999</c:v>
                </c:pt>
                <c:pt idx="13275">
                  <c:v>3.5541800000000001</c:v>
                </c:pt>
                <c:pt idx="13276">
                  <c:v>3.5544899999999999</c:v>
                </c:pt>
                <c:pt idx="13277">
                  <c:v>3.5547900000000001</c:v>
                </c:pt>
                <c:pt idx="13278">
                  <c:v>3.5550999999999999</c:v>
                </c:pt>
                <c:pt idx="13279">
                  <c:v>3.5554000000000001</c:v>
                </c:pt>
                <c:pt idx="13280">
                  <c:v>3.5557099999999999</c:v>
                </c:pt>
                <c:pt idx="13281">
                  <c:v>3.5560200000000002</c:v>
                </c:pt>
                <c:pt idx="13282">
                  <c:v>3.5563199999999999</c:v>
                </c:pt>
                <c:pt idx="13283">
                  <c:v>3.5566300000000002</c:v>
                </c:pt>
                <c:pt idx="13284">
                  <c:v>3.5569299999999999</c:v>
                </c:pt>
                <c:pt idx="13285">
                  <c:v>3.5572400000000002</c:v>
                </c:pt>
                <c:pt idx="13286">
                  <c:v>3.5575399999999999</c:v>
                </c:pt>
                <c:pt idx="13287">
                  <c:v>3.5578500000000002</c:v>
                </c:pt>
                <c:pt idx="13288">
                  <c:v>3.5581499999999999</c:v>
                </c:pt>
                <c:pt idx="13289">
                  <c:v>3.5584600000000002</c:v>
                </c:pt>
                <c:pt idx="13290">
                  <c:v>3.5587599999999999</c:v>
                </c:pt>
                <c:pt idx="13291">
                  <c:v>3.5590700000000002</c:v>
                </c:pt>
                <c:pt idx="13292">
                  <c:v>3.5593699999999999</c:v>
                </c:pt>
                <c:pt idx="13293">
                  <c:v>3.5596800000000002</c:v>
                </c:pt>
                <c:pt idx="13294">
                  <c:v>3.55999</c:v>
                </c:pt>
                <c:pt idx="13295">
                  <c:v>3.5602900000000002</c:v>
                </c:pt>
                <c:pt idx="13296">
                  <c:v>3.5606</c:v>
                </c:pt>
                <c:pt idx="13297">
                  <c:v>3.5609000000000002</c:v>
                </c:pt>
                <c:pt idx="13298">
                  <c:v>3.56121</c:v>
                </c:pt>
                <c:pt idx="13299">
                  <c:v>3.5615100000000002</c:v>
                </c:pt>
                <c:pt idx="13300">
                  <c:v>3.56182</c:v>
                </c:pt>
                <c:pt idx="13301">
                  <c:v>3.5621200000000002</c:v>
                </c:pt>
                <c:pt idx="13302">
                  <c:v>3.56243</c:v>
                </c:pt>
                <c:pt idx="13303">
                  <c:v>3.5627300000000002</c:v>
                </c:pt>
                <c:pt idx="13304">
                  <c:v>3.56304</c:v>
                </c:pt>
                <c:pt idx="13305">
                  <c:v>3.5633400000000002</c:v>
                </c:pt>
                <c:pt idx="13306">
                  <c:v>3.56365</c:v>
                </c:pt>
                <c:pt idx="13307">
                  <c:v>3.5639599999999998</c:v>
                </c:pt>
                <c:pt idx="13308">
                  <c:v>3.56426</c:v>
                </c:pt>
                <c:pt idx="13309">
                  <c:v>3.5645699999999998</c:v>
                </c:pt>
                <c:pt idx="13310">
                  <c:v>3.56487</c:v>
                </c:pt>
                <c:pt idx="13311">
                  <c:v>3.5651799999999998</c:v>
                </c:pt>
                <c:pt idx="13312">
                  <c:v>3.56548</c:v>
                </c:pt>
                <c:pt idx="13313">
                  <c:v>3.5657899999999998</c:v>
                </c:pt>
                <c:pt idx="13314">
                  <c:v>3.56609</c:v>
                </c:pt>
                <c:pt idx="13315">
                  <c:v>3.5663999999999998</c:v>
                </c:pt>
                <c:pt idx="13316">
                  <c:v>3.5667</c:v>
                </c:pt>
                <c:pt idx="13317">
                  <c:v>3.5670099999999998</c:v>
                </c:pt>
                <c:pt idx="13318">
                  <c:v>3.56732</c:v>
                </c:pt>
                <c:pt idx="13319">
                  <c:v>3.5676199999999998</c:v>
                </c:pt>
                <c:pt idx="13320">
                  <c:v>3.56793</c:v>
                </c:pt>
                <c:pt idx="13321">
                  <c:v>3.5682299999999998</c:v>
                </c:pt>
                <c:pt idx="13322">
                  <c:v>3.56854</c:v>
                </c:pt>
                <c:pt idx="13323">
                  <c:v>3.5688399999999998</c:v>
                </c:pt>
                <c:pt idx="13324">
                  <c:v>3.56915</c:v>
                </c:pt>
                <c:pt idx="13325">
                  <c:v>3.5694499999999998</c:v>
                </c:pt>
                <c:pt idx="13326">
                  <c:v>3.56976</c:v>
                </c:pt>
                <c:pt idx="13327">
                  <c:v>3.5700599999999998</c:v>
                </c:pt>
                <c:pt idx="13328">
                  <c:v>3.57037</c:v>
                </c:pt>
                <c:pt idx="13329">
                  <c:v>3.5706699999999998</c:v>
                </c:pt>
                <c:pt idx="13330">
                  <c:v>3.57098</c:v>
                </c:pt>
                <c:pt idx="13331">
                  <c:v>3.5712899999999999</c:v>
                </c:pt>
                <c:pt idx="13332">
                  <c:v>3.57159</c:v>
                </c:pt>
                <c:pt idx="13333">
                  <c:v>3.5718999999999999</c:v>
                </c:pt>
                <c:pt idx="13334">
                  <c:v>3.5722</c:v>
                </c:pt>
                <c:pt idx="13335">
                  <c:v>3.5725099999999999</c:v>
                </c:pt>
                <c:pt idx="13336">
                  <c:v>3.57281</c:v>
                </c:pt>
                <c:pt idx="13337">
                  <c:v>3.5731199999999999</c:v>
                </c:pt>
                <c:pt idx="13338">
                  <c:v>3.57342</c:v>
                </c:pt>
                <c:pt idx="13339">
                  <c:v>3.5737299999999999</c:v>
                </c:pt>
                <c:pt idx="13340">
                  <c:v>3.57403</c:v>
                </c:pt>
                <c:pt idx="13341">
                  <c:v>3.5743399999999999</c:v>
                </c:pt>
                <c:pt idx="13342">
                  <c:v>3.57464</c:v>
                </c:pt>
                <c:pt idx="13343">
                  <c:v>3.5749499999999999</c:v>
                </c:pt>
                <c:pt idx="13344">
                  <c:v>3.5752600000000001</c:v>
                </c:pt>
                <c:pt idx="13345">
                  <c:v>3.5755599999999998</c:v>
                </c:pt>
                <c:pt idx="13346">
                  <c:v>3.5758700000000001</c:v>
                </c:pt>
                <c:pt idx="13347">
                  <c:v>3.5761699999999998</c:v>
                </c:pt>
                <c:pt idx="13348">
                  <c:v>3.5764800000000001</c:v>
                </c:pt>
                <c:pt idx="13349">
                  <c:v>3.5767799999999998</c:v>
                </c:pt>
                <c:pt idx="13350">
                  <c:v>3.5770900000000001</c:v>
                </c:pt>
                <c:pt idx="13351">
                  <c:v>3.5773899999999998</c:v>
                </c:pt>
                <c:pt idx="13352">
                  <c:v>3.5777000000000001</c:v>
                </c:pt>
                <c:pt idx="13353">
                  <c:v>3.5779999999999998</c:v>
                </c:pt>
                <c:pt idx="13354">
                  <c:v>3.5783100000000001</c:v>
                </c:pt>
                <c:pt idx="13355">
                  <c:v>3.5786099999999998</c:v>
                </c:pt>
                <c:pt idx="13356">
                  <c:v>3.5789200000000001</c:v>
                </c:pt>
                <c:pt idx="13357">
                  <c:v>3.5792299999999999</c:v>
                </c:pt>
                <c:pt idx="13358">
                  <c:v>3.5795300000000001</c:v>
                </c:pt>
                <c:pt idx="13359">
                  <c:v>3.5798399999999999</c:v>
                </c:pt>
                <c:pt idx="13360">
                  <c:v>3.5801400000000001</c:v>
                </c:pt>
                <c:pt idx="13361">
                  <c:v>3.5804499999999999</c:v>
                </c:pt>
                <c:pt idx="13362">
                  <c:v>3.5807500000000001</c:v>
                </c:pt>
                <c:pt idx="13363">
                  <c:v>3.5810599999999999</c:v>
                </c:pt>
                <c:pt idx="13364">
                  <c:v>3.5813600000000001</c:v>
                </c:pt>
                <c:pt idx="13365">
                  <c:v>3.5816699999999999</c:v>
                </c:pt>
                <c:pt idx="13366">
                  <c:v>3.5819700000000001</c:v>
                </c:pt>
                <c:pt idx="13367">
                  <c:v>3.5822799999999999</c:v>
                </c:pt>
                <c:pt idx="13368">
                  <c:v>3.5825800000000001</c:v>
                </c:pt>
                <c:pt idx="13369">
                  <c:v>3.5828899999999999</c:v>
                </c:pt>
                <c:pt idx="13370">
                  <c:v>3.5832000000000002</c:v>
                </c:pt>
                <c:pt idx="13371">
                  <c:v>3.5834999999999999</c:v>
                </c:pt>
                <c:pt idx="13372">
                  <c:v>3.5838100000000002</c:v>
                </c:pt>
                <c:pt idx="13373">
                  <c:v>3.5841099999999999</c:v>
                </c:pt>
                <c:pt idx="13374">
                  <c:v>3.5844200000000002</c:v>
                </c:pt>
                <c:pt idx="13375">
                  <c:v>3.5847199999999999</c:v>
                </c:pt>
                <c:pt idx="13376">
                  <c:v>3.5850300000000002</c:v>
                </c:pt>
                <c:pt idx="13377">
                  <c:v>3.5853299999999999</c:v>
                </c:pt>
                <c:pt idx="13378">
                  <c:v>3.5856400000000002</c:v>
                </c:pt>
                <c:pt idx="13379">
                  <c:v>3.5859399999999999</c:v>
                </c:pt>
                <c:pt idx="13380">
                  <c:v>3.5862500000000002</c:v>
                </c:pt>
                <c:pt idx="13381">
                  <c:v>3.58656</c:v>
                </c:pt>
                <c:pt idx="13382">
                  <c:v>3.5868600000000002</c:v>
                </c:pt>
                <c:pt idx="13383">
                  <c:v>3.58717</c:v>
                </c:pt>
                <c:pt idx="13384">
                  <c:v>3.5874700000000002</c:v>
                </c:pt>
                <c:pt idx="13385">
                  <c:v>3.58778</c:v>
                </c:pt>
                <c:pt idx="13386">
                  <c:v>3.5880800000000002</c:v>
                </c:pt>
                <c:pt idx="13387">
                  <c:v>3.58839</c:v>
                </c:pt>
                <c:pt idx="13388">
                  <c:v>3.5886900000000002</c:v>
                </c:pt>
                <c:pt idx="13389">
                  <c:v>3.589</c:v>
                </c:pt>
                <c:pt idx="13390">
                  <c:v>3.5893000000000002</c:v>
                </c:pt>
                <c:pt idx="13391">
                  <c:v>3.58961</c:v>
                </c:pt>
                <c:pt idx="13392">
                  <c:v>3.5899100000000002</c:v>
                </c:pt>
                <c:pt idx="13393">
                  <c:v>3.59022</c:v>
                </c:pt>
                <c:pt idx="13394">
                  <c:v>3.5905300000000002</c:v>
                </c:pt>
                <c:pt idx="13395">
                  <c:v>3.59083</c:v>
                </c:pt>
                <c:pt idx="13396">
                  <c:v>3.5911400000000002</c:v>
                </c:pt>
                <c:pt idx="13397">
                  <c:v>3.59144</c:v>
                </c:pt>
                <c:pt idx="13398">
                  <c:v>3.5917500000000002</c:v>
                </c:pt>
                <c:pt idx="13399">
                  <c:v>3.59205</c:v>
                </c:pt>
                <c:pt idx="13400">
                  <c:v>3.5923600000000002</c:v>
                </c:pt>
                <c:pt idx="13401">
                  <c:v>3.59266</c:v>
                </c:pt>
                <c:pt idx="13402">
                  <c:v>3.5929700000000002</c:v>
                </c:pt>
                <c:pt idx="13403">
                  <c:v>3.59327</c:v>
                </c:pt>
                <c:pt idx="13404">
                  <c:v>3.5935800000000002</c:v>
                </c:pt>
                <c:pt idx="13405">
                  <c:v>3.59388</c:v>
                </c:pt>
                <c:pt idx="13406">
                  <c:v>3.5941900000000002</c:v>
                </c:pt>
                <c:pt idx="13407">
                  <c:v>3.5945</c:v>
                </c:pt>
                <c:pt idx="13408">
                  <c:v>3.5948000000000002</c:v>
                </c:pt>
                <c:pt idx="13409">
                  <c:v>3.59511</c:v>
                </c:pt>
                <c:pt idx="13410">
                  <c:v>3.5954100000000002</c:v>
                </c:pt>
                <c:pt idx="13411">
                  <c:v>3.59572</c:v>
                </c:pt>
                <c:pt idx="13412">
                  <c:v>3.5960200000000002</c:v>
                </c:pt>
                <c:pt idx="13413">
                  <c:v>3.59633</c:v>
                </c:pt>
                <c:pt idx="13414">
                  <c:v>3.5966300000000002</c:v>
                </c:pt>
                <c:pt idx="13415">
                  <c:v>3.59694</c:v>
                </c:pt>
                <c:pt idx="13416">
                  <c:v>3.5972400000000002</c:v>
                </c:pt>
                <c:pt idx="13417">
                  <c:v>3.59755</c:v>
                </c:pt>
                <c:pt idx="13418">
                  <c:v>3.5978500000000002</c:v>
                </c:pt>
                <c:pt idx="13419">
                  <c:v>3.59816</c:v>
                </c:pt>
                <c:pt idx="13420">
                  <c:v>3.5984699999999998</c:v>
                </c:pt>
                <c:pt idx="13421">
                  <c:v>3.59877</c:v>
                </c:pt>
                <c:pt idx="13422">
                  <c:v>3.5990799999999998</c:v>
                </c:pt>
                <c:pt idx="13423">
                  <c:v>3.59938</c:v>
                </c:pt>
                <c:pt idx="13424">
                  <c:v>3.5996899999999998</c:v>
                </c:pt>
                <c:pt idx="13425">
                  <c:v>3.59999</c:v>
                </c:pt>
                <c:pt idx="13426">
                  <c:v>3.6002999999999998</c:v>
                </c:pt>
                <c:pt idx="13427">
                  <c:v>3.6006</c:v>
                </c:pt>
                <c:pt idx="13428">
                  <c:v>3.6009099999999998</c:v>
                </c:pt>
                <c:pt idx="13429">
                  <c:v>3.60121</c:v>
                </c:pt>
                <c:pt idx="13430">
                  <c:v>3.6015199999999998</c:v>
                </c:pt>
                <c:pt idx="13431">
                  <c:v>3.60182</c:v>
                </c:pt>
                <c:pt idx="13432">
                  <c:v>3.6021299999999998</c:v>
                </c:pt>
                <c:pt idx="13433">
                  <c:v>3.6024400000000001</c:v>
                </c:pt>
                <c:pt idx="13434">
                  <c:v>3.6027399999999998</c:v>
                </c:pt>
                <c:pt idx="13435">
                  <c:v>3.6030500000000001</c:v>
                </c:pt>
                <c:pt idx="13436">
                  <c:v>3.6033499999999998</c:v>
                </c:pt>
                <c:pt idx="13437">
                  <c:v>3.6036600000000001</c:v>
                </c:pt>
                <c:pt idx="13438">
                  <c:v>3.6039599999999998</c:v>
                </c:pt>
                <c:pt idx="13439">
                  <c:v>3.6042700000000001</c:v>
                </c:pt>
                <c:pt idx="13440">
                  <c:v>3.6045699999999998</c:v>
                </c:pt>
                <c:pt idx="13441">
                  <c:v>3.6048800000000001</c:v>
                </c:pt>
                <c:pt idx="13442">
                  <c:v>3.6051799999999998</c:v>
                </c:pt>
                <c:pt idx="13443">
                  <c:v>3.6054900000000001</c:v>
                </c:pt>
                <c:pt idx="13444">
                  <c:v>3.6057999999999999</c:v>
                </c:pt>
                <c:pt idx="13445">
                  <c:v>3.6061000000000001</c:v>
                </c:pt>
                <c:pt idx="13446">
                  <c:v>3.6064099999999999</c:v>
                </c:pt>
                <c:pt idx="13447">
                  <c:v>3.6067100000000001</c:v>
                </c:pt>
                <c:pt idx="13448">
                  <c:v>3.6070199999999999</c:v>
                </c:pt>
                <c:pt idx="13449">
                  <c:v>3.6073200000000001</c:v>
                </c:pt>
                <c:pt idx="13450">
                  <c:v>3.6076299999999999</c:v>
                </c:pt>
                <c:pt idx="13451">
                  <c:v>3.6079300000000001</c:v>
                </c:pt>
                <c:pt idx="13452">
                  <c:v>3.6082399999999999</c:v>
                </c:pt>
                <c:pt idx="13453">
                  <c:v>3.6085400000000001</c:v>
                </c:pt>
                <c:pt idx="13454">
                  <c:v>3.6088499999999999</c:v>
                </c:pt>
                <c:pt idx="13455">
                  <c:v>3.6091500000000001</c:v>
                </c:pt>
                <c:pt idx="13456">
                  <c:v>3.6094599999999999</c:v>
                </c:pt>
                <c:pt idx="13457">
                  <c:v>3.6097700000000001</c:v>
                </c:pt>
                <c:pt idx="13458">
                  <c:v>3.6100699999999999</c:v>
                </c:pt>
                <c:pt idx="13459">
                  <c:v>3.6103800000000001</c:v>
                </c:pt>
                <c:pt idx="13460">
                  <c:v>3.6106799999999999</c:v>
                </c:pt>
                <c:pt idx="13461">
                  <c:v>3.6109900000000001</c:v>
                </c:pt>
                <c:pt idx="13462">
                  <c:v>3.6112899999999999</c:v>
                </c:pt>
                <c:pt idx="13463">
                  <c:v>3.6116000000000001</c:v>
                </c:pt>
                <c:pt idx="13464">
                  <c:v>3.6118999999999999</c:v>
                </c:pt>
                <c:pt idx="13465">
                  <c:v>3.6122100000000001</c:v>
                </c:pt>
                <c:pt idx="13466">
                  <c:v>3.6125099999999999</c:v>
                </c:pt>
                <c:pt idx="13467">
                  <c:v>3.6128200000000001</c:v>
                </c:pt>
                <c:pt idx="13468">
                  <c:v>3.6131199999999999</c:v>
                </c:pt>
                <c:pt idx="13469">
                  <c:v>3.6134300000000001</c:v>
                </c:pt>
                <c:pt idx="13470">
                  <c:v>3.61374</c:v>
                </c:pt>
                <c:pt idx="13471">
                  <c:v>3.6140400000000001</c:v>
                </c:pt>
                <c:pt idx="13472">
                  <c:v>3.61435</c:v>
                </c:pt>
                <c:pt idx="13473">
                  <c:v>3.6146500000000001</c:v>
                </c:pt>
                <c:pt idx="13474">
                  <c:v>3.61496</c:v>
                </c:pt>
                <c:pt idx="13475">
                  <c:v>3.6152600000000001</c:v>
                </c:pt>
                <c:pt idx="13476">
                  <c:v>3.61557</c:v>
                </c:pt>
                <c:pt idx="13477">
                  <c:v>3.6158700000000001</c:v>
                </c:pt>
                <c:pt idx="13478">
                  <c:v>3.6161799999999999</c:v>
                </c:pt>
                <c:pt idx="13479">
                  <c:v>3.6164800000000001</c:v>
                </c:pt>
                <c:pt idx="13480">
                  <c:v>3.6167899999999999</c:v>
                </c:pt>
                <c:pt idx="13481">
                  <c:v>3.6170900000000001</c:v>
                </c:pt>
                <c:pt idx="13482">
                  <c:v>3.6173999999999999</c:v>
                </c:pt>
                <c:pt idx="13483">
                  <c:v>3.6177100000000002</c:v>
                </c:pt>
                <c:pt idx="13484">
                  <c:v>3.6180099999999999</c:v>
                </c:pt>
                <c:pt idx="13485">
                  <c:v>3.6183200000000002</c:v>
                </c:pt>
                <c:pt idx="13486">
                  <c:v>3.6186199999999999</c:v>
                </c:pt>
                <c:pt idx="13487">
                  <c:v>3.6189300000000002</c:v>
                </c:pt>
                <c:pt idx="13488">
                  <c:v>3.6192299999999999</c:v>
                </c:pt>
                <c:pt idx="13489">
                  <c:v>3.6195400000000002</c:v>
                </c:pt>
                <c:pt idx="13490">
                  <c:v>3.6198399999999999</c:v>
                </c:pt>
                <c:pt idx="13491">
                  <c:v>3.6201500000000002</c:v>
                </c:pt>
                <c:pt idx="13492">
                  <c:v>3.6204499999999999</c:v>
                </c:pt>
                <c:pt idx="13493">
                  <c:v>3.6207600000000002</c:v>
                </c:pt>
                <c:pt idx="13494">
                  <c:v>3.62107</c:v>
                </c:pt>
                <c:pt idx="13495">
                  <c:v>3.6213700000000002</c:v>
                </c:pt>
                <c:pt idx="13496">
                  <c:v>3.62168</c:v>
                </c:pt>
                <c:pt idx="13497">
                  <c:v>3.6219800000000002</c:v>
                </c:pt>
                <c:pt idx="13498">
                  <c:v>3.62229</c:v>
                </c:pt>
                <c:pt idx="13499">
                  <c:v>3.6225900000000002</c:v>
                </c:pt>
                <c:pt idx="13500">
                  <c:v>3.6229</c:v>
                </c:pt>
                <c:pt idx="13501">
                  <c:v>3.6232000000000002</c:v>
                </c:pt>
                <c:pt idx="13502">
                  <c:v>3.62351</c:v>
                </c:pt>
                <c:pt idx="13503">
                  <c:v>3.6238100000000002</c:v>
                </c:pt>
                <c:pt idx="13504">
                  <c:v>3.62412</c:v>
                </c:pt>
                <c:pt idx="13505">
                  <c:v>3.6244200000000002</c:v>
                </c:pt>
                <c:pt idx="13506">
                  <c:v>3.62473</c:v>
                </c:pt>
                <c:pt idx="13507">
                  <c:v>3.6250399999999998</c:v>
                </c:pt>
                <c:pt idx="13508">
                  <c:v>3.62534</c:v>
                </c:pt>
                <c:pt idx="13509">
                  <c:v>3.6256499999999998</c:v>
                </c:pt>
                <c:pt idx="13510">
                  <c:v>3.62595</c:v>
                </c:pt>
                <c:pt idx="13511">
                  <c:v>3.6262599999999998</c:v>
                </c:pt>
                <c:pt idx="13512">
                  <c:v>3.62656</c:v>
                </c:pt>
                <c:pt idx="13513">
                  <c:v>3.6268699999999998</c:v>
                </c:pt>
                <c:pt idx="13514">
                  <c:v>3.62717</c:v>
                </c:pt>
                <c:pt idx="13515">
                  <c:v>3.6274799999999998</c:v>
                </c:pt>
                <c:pt idx="13516">
                  <c:v>3.62778</c:v>
                </c:pt>
                <c:pt idx="13517">
                  <c:v>3.6280899999999998</c:v>
                </c:pt>
                <c:pt idx="13518">
                  <c:v>3.62839</c:v>
                </c:pt>
                <c:pt idx="13519">
                  <c:v>3.6286999999999998</c:v>
                </c:pt>
                <c:pt idx="13520">
                  <c:v>3.6290100000000001</c:v>
                </c:pt>
                <c:pt idx="13521">
                  <c:v>3.6293099999999998</c:v>
                </c:pt>
                <c:pt idx="13522">
                  <c:v>3.6296200000000001</c:v>
                </c:pt>
                <c:pt idx="13523">
                  <c:v>3.6299199999999998</c:v>
                </c:pt>
                <c:pt idx="13524">
                  <c:v>3.6302300000000001</c:v>
                </c:pt>
                <c:pt idx="13525">
                  <c:v>3.6305299999999998</c:v>
                </c:pt>
                <c:pt idx="13526">
                  <c:v>3.6308400000000001</c:v>
                </c:pt>
                <c:pt idx="13527">
                  <c:v>3.6311399999999998</c:v>
                </c:pt>
                <c:pt idx="13528">
                  <c:v>3.6314500000000001</c:v>
                </c:pt>
                <c:pt idx="13529">
                  <c:v>3.6317499999999998</c:v>
                </c:pt>
                <c:pt idx="13530">
                  <c:v>3.6320600000000001</c:v>
                </c:pt>
                <c:pt idx="13531">
                  <c:v>3.6323599999999998</c:v>
                </c:pt>
                <c:pt idx="13532">
                  <c:v>3.6326700000000001</c:v>
                </c:pt>
                <c:pt idx="13533">
                  <c:v>3.6329799999999999</c:v>
                </c:pt>
                <c:pt idx="13534">
                  <c:v>3.6332800000000001</c:v>
                </c:pt>
                <c:pt idx="13535">
                  <c:v>3.6335899999999999</c:v>
                </c:pt>
                <c:pt idx="13536">
                  <c:v>3.6338900000000001</c:v>
                </c:pt>
                <c:pt idx="13537">
                  <c:v>3.6341999999999999</c:v>
                </c:pt>
                <c:pt idx="13538">
                  <c:v>3.6345000000000001</c:v>
                </c:pt>
                <c:pt idx="13539">
                  <c:v>3.6348099999999999</c:v>
                </c:pt>
                <c:pt idx="13540">
                  <c:v>3.6351100000000001</c:v>
                </c:pt>
                <c:pt idx="13541">
                  <c:v>3.6354199999999999</c:v>
                </c:pt>
                <c:pt idx="13542">
                  <c:v>3.6357200000000001</c:v>
                </c:pt>
                <c:pt idx="13543">
                  <c:v>3.6360299999999999</c:v>
                </c:pt>
                <c:pt idx="13544">
                  <c:v>3.6363300000000001</c:v>
                </c:pt>
                <c:pt idx="13545">
                  <c:v>3.6366399999999999</c:v>
                </c:pt>
                <c:pt idx="13546">
                  <c:v>3.6369500000000001</c:v>
                </c:pt>
                <c:pt idx="13547">
                  <c:v>3.6372499999999999</c:v>
                </c:pt>
                <c:pt idx="13548">
                  <c:v>3.6375600000000001</c:v>
                </c:pt>
                <c:pt idx="13549">
                  <c:v>3.6378599999999999</c:v>
                </c:pt>
                <c:pt idx="13550">
                  <c:v>3.6381700000000001</c:v>
                </c:pt>
                <c:pt idx="13551">
                  <c:v>3.6384699999999999</c:v>
                </c:pt>
                <c:pt idx="13552">
                  <c:v>3.6387800000000001</c:v>
                </c:pt>
                <c:pt idx="13553">
                  <c:v>3.6390799999999999</c:v>
                </c:pt>
                <c:pt idx="13554">
                  <c:v>3.6393900000000001</c:v>
                </c:pt>
                <c:pt idx="13555">
                  <c:v>3.6396899999999999</c:v>
                </c:pt>
                <c:pt idx="13556">
                  <c:v>3.64</c:v>
                </c:pt>
                <c:pt idx="13557">
                  <c:v>3.6403099999999999</c:v>
                </c:pt>
                <c:pt idx="13558">
                  <c:v>3.6406100000000001</c:v>
                </c:pt>
                <c:pt idx="13559">
                  <c:v>3.6409199999999999</c:v>
                </c:pt>
                <c:pt idx="13560">
                  <c:v>3.6412200000000001</c:v>
                </c:pt>
                <c:pt idx="13561">
                  <c:v>3.6415299999999999</c:v>
                </c:pt>
                <c:pt idx="13562">
                  <c:v>3.6418300000000001</c:v>
                </c:pt>
                <c:pt idx="13563">
                  <c:v>3.6421399999999999</c:v>
                </c:pt>
                <c:pt idx="13564">
                  <c:v>3.6424400000000001</c:v>
                </c:pt>
                <c:pt idx="13565">
                  <c:v>3.6427499999999999</c:v>
                </c:pt>
                <c:pt idx="13566">
                  <c:v>3.6430500000000001</c:v>
                </c:pt>
                <c:pt idx="13567">
                  <c:v>3.6433599999999999</c:v>
                </c:pt>
                <c:pt idx="13568">
                  <c:v>3.6436600000000001</c:v>
                </c:pt>
                <c:pt idx="13569">
                  <c:v>3.6439699999999999</c:v>
                </c:pt>
                <c:pt idx="13570">
                  <c:v>3.6442800000000002</c:v>
                </c:pt>
                <c:pt idx="13571">
                  <c:v>3.6445799999999999</c:v>
                </c:pt>
                <c:pt idx="13572">
                  <c:v>3.6448900000000002</c:v>
                </c:pt>
                <c:pt idx="13573">
                  <c:v>3.6451899999999999</c:v>
                </c:pt>
                <c:pt idx="13574">
                  <c:v>3.6455000000000002</c:v>
                </c:pt>
                <c:pt idx="13575">
                  <c:v>3.6457999999999999</c:v>
                </c:pt>
                <c:pt idx="13576">
                  <c:v>3.6461100000000002</c:v>
                </c:pt>
                <c:pt idx="13577">
                  <c:v>3.6464099999999999</c:v>
                </c:pt>
                <c:pt idx="13578">
                  <c:v>3.6467200000000002</c:v>
                </c:pt>
                <c:pt idx="13579">
                  <c:v>3.6470199999999999</c:v>
                </c:pt>
                <c:pt idx="13580">
                  <c:v>3.6473300000000002</c:v>
                </c:pt>
                <c:pt idx="13581">
                  <c:v>3.6476299999999999</c:v>
                </c:pt>
                <c:pt idx="13582">
                  <c:v>3.6479400000000002</c:v>
                </c:pt>
                <c:pt idx="13583">
                  <c:v>3.64825</c:v>
                </c:pt>
                <c:pt idx="13584">
                  <c:v>3.6485500000000002</c:v>
                </c:pt>
                <c:pt idx="13585">
                  <c:v>3.64886</c:v>
                </c:pt>
                <c:pt idx="13586">
                  <c:v>3.6491600000000002</c:v>
                </c:pt>
                <c:pt idx="13587">
                  <c:v>3.64947</c:v>
                </c:pt>
                <c:pt idx="13588">
                  <c:v>3.6497700000000002</c:v>
                </c:pt>
                <c:pt idx="13589">
                  <c:v>3.65008</c:v>
                </c:pt>
                <c:pt idx="13590">
                  <c:v>3.6503800000000002</c:v>
                </c:pt>
                <c:pt idx="13591">
                  <c:v>3.65069</c:v>
                </c:pt>
                <c:pt idx="13592">
                  <c:v>3.6509900000000002</c:v>
                </c:pt>
                <c:pt idx="13593">
                  <c:v>3.6513</c:v>
                </c:pt>
                <c:pt idx="13594">
                  <c:v>3.6516000000000002</c:v>
                </c:pt>
                <c:pt idx="13595">
                  <c:v>3.65191</c:v>
                </c:pt>
                <c:pt idx="13596">
                  <c:v>3.6522199999999998</c:v>
                </c:pt>
                <c:pt idx="13597">
                  <c:v>3.65252</c:v>
                </c:pt>
                <c:pt idx="13598">
                  <c:v>3.6528299999999998</c:v>
                </c:pt>
                <c:pt idx="13599">
                  <c:v>3.65313</c:v>
                </c:pt>
                <c:pt idx="13600">
                  <c:v>3.6534399999999998</c:v>
                </c:pt>
                <c:pt idx="13601">
                  <c:v>3.65374</c:v>
                </c:pt>
                <c:pt idx="13602">
                  <c:v>3.6540499999999998</c:v>
                </c:pt>
                <c:pt idx="13603">
                  <c:v>3.65435</c:v>
                </c:pt>
                <c:pt idx="13604">
                  <c:v>3.6546599999999998</c:v>
                </c:pt>
                <c:pt idx="13605">
                  <c:v>3.65496</c:v>
                </c:pt>
                <c:pt idx="13606">
                  <c:v>3.6552699999999998</c:v>
                </c:pt>
                <c:pt idx="13607">
                  <c:v>3.65557</c:v>
                </c:pt>
                <c:pt idx="13608">
                  <c:v>3.6558799999999998</c:v>
                </c:pt>
                <c:pt idx="13609">
                  <c:v>3.6561900000000001</c:v>
                </c:pt>
                <c:pt idx="13610">
                  <c:v>3.6564899999999998</c:v>
                </c:pt>
                <c:pt idx="13611">
                  <c:v>3.6568000000000001</c:v>
                </c:pt>
                <c:pt idx="13612">
                  <c:v>3.6570999999999998</c:v>
                </c:pt>
                <c:pt idx="13613">
                  <c:v>3.65741</c:v>
                </c:pt>
                <c:pt idx="13614">
                  <c:v>3.6577099999999998</c:v>
                </c:pt>
                <c:pt idx="13615">
                  <c:v>3.65802</c:v>
                </c:pt>
                <c:pt idx="13616">
                  <c:v>3.6583199999999998</c:v>
                </c:pt>
                <c:pt idx="13617">
                  <c:v>3.65863</c:v>
                </c:pt>
                <c:pt idx="13618">
                  <c:v>3.6589299999999998</c:v>
                </c:pt>
                <c:pt idx="13619">
                  <c:v>3.65924</c:v>
                </c:pt>
                <c:pt idx="13620">
                  <c:v>3.6595499999999999</c:v>
                </c:pt>
                <c:pt idx="13621">
                  <c:v>3.65985</c:v>
                </c:pt>
                <c:pt idx="13622">
                  <c:v>3.6601599999999999</c:v>
                </c:pt>
                <c:pt idx="13623">
                  <c:v>3.66046</c:v>
                </c:pt>
                <c:pt idx="13624">
                  <c:v>3.6607699999999999</c:v>
                </c:pt>
                <c:pt idx="13625">
                  <c:v>3.66107</c:v>
                </c:pt>
                <c:pt idx="13626">
                  <c:v>3.6613799999999999</c:v>
                </c:pt>
                <c:pt idx="13627">
                  <c:v>3.66168</c:v>
                </c:pt>
                <c:pt idx="13628">
                  <c:v>3.6619899999999999</c:v>
                </c:pt>
                <c:pt idx="13629">
                  <c:v>3.66229</c:v>
                </c:pt>
                <c:pt idx="13630">
                  <c:v>3.6625999999999999</c:v>
                </c:pt>
                <c:pt idx="13631">
                  <c:v>3.6629</c:v>
                </c:pt>
                <c:pt idx="13632">
                  <c:v>3.6632099999999999</c:v>
                </c:pt>
                <c:pt idx="13633">
                  <c:v>3.6635200000000001</c:v>
                </c:pt>
                <c:pt idx="13634">
                  <c:v>3.6638199999999999</c:v>
                </c:pt>
                <c:pt idx="13635">
                  <c:v>3.6641300000000001</c:v>
                </c:pt>
                <c:pt idx="13636">
                  <c:v>3.6644299999999999</c:v>
                </c:pt>
                <c:pt idx="13637">
                  <c:v>3.6647400000000001</c:v>
                </c:pt>
                <c:pt idx="13638">
                  <c:v>3.6650399999999999</c:v>
                </c:pt>
                <c:pt idx="13639">
                  <c:v>3.6653500000000001</c:v>
                </c:pt>
                <c:pt idx="13640">
                  <c:v>3.6656499999999999</c:v>
                </c:pt>
                <c:pt idx="13641">
                  <c:v>3.6659600000000001</c:v>
                </c:pt>
                <c:pt idx="13642">
                  <c:v>3.6662599999999999</c:v>
                </c:pt>
                <c:pt idx="13643">
                  <c:v>3.6665700000000001</c:v>
                </c:pt>
                <c:pt idx="13644">
                  <c:v>3.6668699999999999</c:v>
                </c:pt>
                <c:pt idx="13645">
                  <c:v>3.6671800000000001</c:v>
                </c:pt>
                <c:pt idx="13646">
                  <c:v>3.6674899999999999</c:v>
                </c:pt>
                <c:pt idx="13647">
                  <c:v>3.6677900000000001</c:v>
                </c:pt>
                <c:pt idx="13648">
                  <c:v>3.6680999999999999</c:v>
                </c:pt>
                <c:pt idx="13649">
                  <c:v>3.6684000000000001</c:v>
                </c:pt>
                <c:pt idx="13650">
                  <c:v>3.6687099999999999</c:v>
                </c:pt>
                <c:pt idx="13651">
                  <c:v>3.6690100000000001</c:v>
                </c:pt>
                <c:pt idx="13652">
                  <c:v>3.6693199999999999</c:v>
                </c:pt>
                <c:pt idx="13653">
                  <c:v>3.6696200000000001</c:v>
                </c:pt>
                <c:pt idx="13654">
                  <c:v>3.6699299999999999</c:v>
                </c:pt>
                <c:pt idx="13655">
                  <c:v>3.6702300000000001</c:v>
                </c:pt>
                <c:pt idx="13656">
                  <c:v>3.6705399999999999</c:v>
                </c:pt>
                <c:pt idx="13657">
                  <c:v>3.6708400000000001</c:v>
                </c:pt>
                <c:pt idx="13658">
                  <c:v>3.6711499999999999</c:v>
                </c:pt>
                <c:pt idx="13659">
                  <c:v>3.6714600000000002</c:v>
                </c:pt>
                <c:pt idx="13660">
                  <c:v>3.6717599999999999</c:v>
                </c:pt>
                <c:pt idx="13661">
                  <c:v>3.6720700000000002</c:v>
                </c:pt>
                <c:pt idx="13662">
                  <c:v>3.6723699999999999</c:v>
                </c:pt>
                <c:pt idx="13663">
                  <c:v>3.6726800000000002</c:v>
                </c:pt>
                <c:pt idx="13664">
                  <c:v>3.6729799999999999</c:v>
                </c:pt>
                <c:pt idx="13665">
                  <c:v>3.6732900000000002</c:v>
                </c:pt>
                <c:pt idx="13666">
                  <c:v>3.6735899999999999</c:v>
                </c:pt>
                <c:pt idx="13667">
                  <c:v>3.6739000000000002</c:v>
                </c:pt>
                <c:pt idx="13668">
                  <c:v>3.6741999999999999</c:v>
                </c:pt>
                <c:pt idx="13669">
                  <c:v>3.6745100000000002</c:v>
                </c:pt>
                <c:pt idx="13670">
                  <c:v>3.6748099999999999</c:v>
                </c:pt>
                <c:pt idx="13671">
                  <c:v>3.6751200000000002</c:v>
                </c:pt>
                <c:pt idx="13672">
                  <c:v>3.67543</c:v>
                </c:pt>
                <c:pt idx="13673">
                  <c:v>3.6757300000000002</c:v>
                </c:pt>
                <c:pt idx="13674">
                  <c:v>3.67604</c:v>
                </c:pt>
                <c:pt idx="13675">
                  <c:v>3.6763400000000002</c:v>
                </c:pt>
                <c:pt idx="13676">
                  <c:v>3.67665</c:v>
                </c:pt>
                <c:pt idx="13677">
                  <c:v>3.6769500000000002</c:v>
                </c:pt>
                <c:pt idx="13678">
                  <c:v>3.67726</c:v>
                </c:pt>
                <c:pt idx="13679">
                  <c:v>3.6775600000000002</c:v>
                </c:pt>
                <c:pt idx="13680">
                  <c:v>3.67787</c:v>
                </c:pt>
                <c:pt idx="13681">
                  <c:v>3.6781700000000002</c:v>
                </c:pt>
                <c:pt idx="13682">
                  <c:v>3.67848</c:v>
                </c:pt>
                <c:pt idx="13683">
                  <c:v>3.6787899999999998</c:v>
                </c:pt>
                <c:pt idx="13684">
                  <c:v>3.67909</c:v>
                </c:pt>
                <c:pt idx="13685">
                  <c:v>3.6793999999999998</c:v>
                </c:pt>
                <c:pt idx="13686">
                  <c:v>3.6797</c:v>
                </c:pt>
                <c:pt idx="13687">
                  <c:v>3.6800099999999998</c:v>
                </c:pt>
                <c:pt idx="13688">
                  <c:v>3.68031</c:v>
                </c:pt>
                <c:pt idx="13689">
                  <c:v>3.6806199999999998</c:v>
                </c:pt>
                <c:pt idx="13690">
                  <c:v>3.68092</c:v>
                </c:pt>
                <c:pt idx="13691">
                  <c:v>3.6812299999999998</c:v>
                </c:pt>
                <c:pt idx="13692">
                  <c:v>3.68153</c:v>
                </c:pt>
                <c:pt idx="13693">
                  <c:v>3.6818399999999998</c:v>
                </c:pt>
                <c:pt idx="13694">
                  <c:v>3.68214</c:v>
                </c:pt>
                <c:pt idx="13695">
                  <c:v>3.6824499999999998</c:v>
                </c:pt>
                <c:pt idx="13696">
                  <c:v>3.68276</c:v>
                </c:pt>
                <c:pt idx="13697">
                  <c:v>3.6830599999999998</c:v>
                </c:pt>
                <c:pt idx="13698">
                  <c:v>3.68337</c:v>
                </c:pt>
                <c:pt idx="13699">
                  <c:v>3.6836700000000002</c:v>
                </c:pt>
                <c:pt idx="13700">
                  <c:v>3.68398</c:v>
                </c:pt>
                <c:pt idx="13701">
                  <c:v>3.6842800000000002</c:v>
                </c:pt>
                <c:pt idx="13702">
                  <c:v>3.68459</c:v>
                </c:pt>
                <c:pt idx="13703">
                  <c:v>3.6848900000000002</c:v>
                </c:pt>
                <c:pt idx="13704">
                  <c:v>3.6852</c:v>
                </c:pt>
                <c:pt idx="13705">
                  <c:v>3.6855000000000002</c:v>
                </c:pt>
                <c:pt idx="13706">
                  <c:v>3.68581</c:v>
                </c:pt>
                <c:pt idx="13707">
                  <c:v>3.6861100000000002</c:v>
                </c:pt>
                <c:pt idx="13708">
                  <c:v>3.68642</c:v>
                </c:pt>
                <c:pt idx="13709">
                  <c:v>3.6867299999999998</c:v>
                </c:pt>
                <c:pt idx="13710">
                  <c:v>3.68703</c:v>
                </c:pt>
                <c:pt idx="13711">
                  <c:v>3.6873399999999998</c:v>
                </c:pt>
                <c:pt idx="13712">
                  <c:v>3.68764</c:v>
                </c:pt>
                <c:pt idx="13713">
                  <c:v>3.6879499999999998</c:v>
                </c:pt>
                <c:pt idx="13714">
                  <c:v>3.68825</c:v>
                </c:pt>
                <c:pt idx="13715">
                  <c:v>3.6885599999999998</c:v>
                </c:pt>
                <c:pt idx="13716">
                  <c:v>3.68886</c:v>
                </c:pt>
                <c:pt idx="13717">
                  <c:v>3.6891699999999998</c:v>
                </c:pt>
                <c:pt idx="13718">
                  <c:v>3.68947</c:v>
                </c:pt>
                <c:pt idx="13719">
                  <c:v>3.6897799999999998</c:v>
                </c:pt>
                <c:pt idx="13720">
                  <c:v>3.69008</c:v>
                </c:pt>
                <c:pt idx="13721">
                  <c:v>3.6903899999999998</c:v>
                </c:pt>
                <c:pt idx="13722">
                  <c:v>3.6907000000000001</c:v>
                </c:pt>
                <c:pt idx="13723">
                  <c:v>3.6909999999999998</c:v>
                </c:pt>
                <c:pt idx="13724">
                  <c:v>3.6913100000000001</c:v>
                </c:pt>
                <c:pt idx="13725">
                  <c:v>3.6916099999999998</c:v>
                </c:pt>
                <c:pt idx="13726">
                  <c:v>3.6919200000000001</c:v>
                </c:pt>
                <c:pt idx="13727">
                  <c:v>3.6922199999999998</c:v>
                </c:pt>
                <c:pt idx="13728">
                  <c:v>3.6925300000000001</c:v>
                </c:pt>
                <c:pt idx="13729">
                  <c:v>3.6928299999999998</c:v>
                </c:pt>
                <c:pt idx="13730">
                  <c:v>3.6931400000000001</c:v>
                </c:pt>
                <c:pt idx="13731">
                  <c:v>3.6934399999999998</c:v>
                </c:pt>
                <c:pt idx="13732">
                  <c:v>3.6937500000000001</c:v>
                </c:pt>
                <c:pt idx="13733">
                  <c:v>3.6940599999999999</c:v>
                </c:pt>
                <c:pt idx="13734">
                  <c:v>3.6943600000000001</c:v>
                </c:pt>
                <c:pt idx="13735">
                  <c:v>3.6946699999999999</c:v>
                </c:pt>
                <c:pt idx="13736">
                  <c:v>3.6949700000000001</c:v>
                </c:pt>
                <c:pt idx="13737">
                  <c:v>3.6952799999999999</c:v>
                </c:pt>
                <c:pt idx="13738">
                  <c:v>3.6955800000000001</c:v>
                </c:pt>
                <c:pt idx="13739">
                  <c:v>3.6958899999999999</c:v>
                </c:pt>
                <c:pt idx="13740">
                  <c:v>3.6961900000000001</c:v>
                </c:pt>
                <c:pt idx="13741">
                  <c:v>3.6964999999999999</c:v>
                </c:pt>
                <c:pt idx="13742">
                  <c:v>3.6968000000000001</c:v>
                </c:pt>
                <c:pt idx="13743">
                  <c:v>3.6971099999999999</c:v>
                </c:pt>
                <c:pt idx="13744">
                  <c:v>3.6974100000000001</c:v>
                </c:pt>
                <c:pt idx="13745">
                  <c:v>3.6977199999999999</c:v>
                </c:pt>
                <c:pt idx="13746">
                  <c:v>3.6980300000000002</c:v>
                </c:pt>
                <c:pt idx="13747">
                  <c:v>3.6983299999999999</c:v>
                </c:pt>
                <c:pt idx="13748">
                  <c:v>3.6986400000000001</c:v>
                </c:pt>
                <c:pt idx="13749">
                  <c:v>3.6989399999999999</c:v>
                </c:pt>
                <c:pt idx="13750">
                  <c:v>3.6992500000000001</c:v>
                </c:pt>
                <c:pt idx="13751">
                  <c:v>3.6995499999999999</c:v>
                </c:pt>
                <c:pt idx="13752">
                  <c:v>3.6998600000000001</c:v>
                </c:pt>
                <c:pt idx="13753">
                  <c:v>3.7001599999999999</c:v>
                </c:pt>
                <c:pt idx="13754">
                  <c:v>3.7004700000000001</c:v>
                </c:pt>
                <c:pt idx="13755">
                  <c:v>3.7007699999999999</c:v>
                </c:pt>
                <c:pt idx="13756">
                  <c:v>3.7010800000000001</c:v>
                </c:pt>
                <c:pt idx="13757">
                  <c:v>3.7013799999999999</c:v>
                </c:pt>
                <c:pt idx="13758">
                  <c:v>3.7016900000000001</c:v>
                </c:pt>
                <c:pt idx="13759">
                  <c:v>3.702</c:v>
                </c:pt>
                <c:pt idx="13760">
                  <c:v>3.7023000000000001</c:v>
                </c:pt>
                <c:pt idx="13761">
                  <c:v>3.70261</c:v>
                </c:pt>
                <c:pt idx="13762">
                  <c:v>3.7029100000000001</c:v>
                </c:pt>
                <c:pt idx="13763">
                  <c:v>3.70322</c:v>
                </c:pt>
                <c:pt idx="13764">
                  <c:v>3.7035200000000001</c:v>
                </c:pt>
                <c:pt idx="13765">
                  <c:v>3.70383</c:v>
                </c:pt>
                <c:pt idx="13766">
                  <c:v>3.7041300000000001</c:v>
                </c:pt>
                <c:pt idx="13767">
                  <c:v>3.70444</c:v>
                </c:pt>
                <c:pt idx="13768">
                  <c:v>3.7047400000000001</c:v>
                </c:pt>
                <c:pt idx="13769">
                  <c:v>3.70505</c:v>
                </c:pt>
                <c:pt idx="13770">
                  <c:v>3.7053500000000001</c:v>
                </c:pt>
                <c:pt idx="13771">
                  <c:v>3.70566</c:v>
                </c:pt>
                <c:pt idx="13772">
                  <c:v>3.7059700000000002</c:v>
                </c:pt>
                <c:pt idx="13773">
                  <c:v>3.70627</c:v>
                </c:pt>
                <c:pt idx="13774">
                  <c:v>3.7065800000000002</c:v>
                </c:pt>
                <c:pt idx="13775">
                  <c:v>3.70688</c:v>
                </c:pt>
                <c:pt idx="13776">
                  <c:v>3.7071900000000002</c:v>
                </c:pt>
                <c:pt idx="13777">
                  <c:v>3.70749</c:v>
                </c:pt>
                <c:pt idx="13778">
                  <c:v>3.7078000000000002</c:v>
                </c:pt>
                <c:pt idx="13779">
                  <c:v>3.7081</c:v>
                </c:pt>
                <c:pt idx="13780">
                  <c:v>3.7084100000000002</c:v>
                </c:pt>
                <c:pt idx="13781">
                  <c:v>3.70871</c:v>
                </c:pt>
                <c:pt idx="13782">
                  <c:v>3.7090200000000002</c:v>
                </c:pt>
                <c:pt idx="13783">
                  <c:v>3.70932</c:v>
                </c:pt>
                <c:pt idx="13784">
                  <c:v>3.7096300000000002</c:v>
                </c:pt>
                <c:pt idx="13785">
                  <c:v>3.70994</c:v>
                </c:pt>
                <c:pt idx="13786">
                  <c:v>3.7102400000000002</c:v>
                </c:pt>
                <c:pt idx="13787">
                  <c:v>3.71055</c:v>
                </c:pt>
                <c:pt idx="13788">
                  <c:v>3.7108500000000002</c:v>
                </c:pt>
                <c:pt idx="13789">
                  <c:v>3.71116</c:v>
                </c:pt>
                <c:pt idx="13790">
                  <c:v>3.7114600000000002</c:v>
                </c:pt>
                <c:pt idx="13791">
                  <c:v>3.71177</c:v>
                </c:pt>
                <c:pt idx="13792">
                  <c:v>3.7120700000000002</c:v>
                </c:pt>
                <c:pt idx="13793">
                  <c:v>3.71238</c:v>
                </c:pt>
                <c:pt idx="13794">
                  <c:v>3.7126800000000002</c:v>
                </c:pt>
                <c:pt idx="13795">
                  <c:v>3.71299</c:v>
                </c:pt>
                <c:pt idx="13796">
                  <c:v>3.7132999999999998</c:v>
                </c:pt>
                <c:pt idx="13797">
                  <c:v>3.7136</c:v>
                </c:pt>
                <c:pt idx="13798">
                  <c:v>3.7139099999999998</c:v>
                </c:pt>
                <c:pt idx="13799">
                  <c:v>3.71421</c:v>
                </c:pt>
                <c:pt idx="13800">
                  <c:v>3.7145199999999998</c:v>
                </c:pt>
                <c:pt idx="13801">
                  <c:v>3.71482</c:v>
                </c:pt>
                <c:pt idx="13802">
                  <c:v>3.7151299999999998</c:v>
                </c:pt>
                <c:pt idx="13803">
                  <c:v>3.71543</c:v>
                </c:pt>
                <c:pt idx="13804">
                  <c:v>3.7157399999999998</c:v>
                </c:pt>
                <c:pt idx="13805">
                  <c:v>3.71604</c:v>
                </c:pt>
                <c:pt idx="13806">
                  <c:v>3.7163499999999998</c:v>
                </c:pt>
                <c:pt idx="13807">
                  <c:v>3.71665</c:v>
                </c:pt>
                <c:pt idx="13808">
                  <c:v>3.7169599999999998</c:v>
                </c:pt>
                <c:pt idx="13809">
                  <c:v>3.7172700000000001</c:v>
                </c:pt>
                <c:pt idx="13810">
                  <c:v>3.7175699999999998</c:v>
                </c:pt>
                <c:pt idx="13811">
                  <c:v>3.7178800000000001</c:v>
                </c:pt>
                <c:pt idx="13812">
                  <c:v>3.7181799999999998</c:v>
                </c:pt>
                <c:pt idx="13813">
                  <c:v>3.7184900000000001</c:v>
                </c:pt>
                <c:pt idx="13814">
                  <c:v>3.7187899999999998</c:v>
                </c:pt>
                <c:pt idx="13815">
                  <c:v>3.7191000000000001</c:v>
                </c:pt>
                <c:pt idx="13816">
                  <c:v>3.7193999999999998</c:v>
                </c:pt>
                <c:pt idx="13817">
                  <c:v>3.7197100000000001</c:v>
                </c:pt>
                <c:pt idx="13818">
                  <c:v>3.7200099999999998</c:v>
                </c:pt>
                <c:pt idx="13819">
                  <c:v>3.7203200000000001</c:v>
                </c:pt>
                <c:pt idx="13820">
                  <c:v>3.7206199999999998</c:v>
                </c:pt>
                <c:pt idx="13821">
                  <c:v>3.7209300000000001</c:v>
                </c:pt>
                <c:pt idx="13822">
                  <c:v>3.7212399999999999</c:v>
                </c:pt>
                <c:pt idx="13823">
                  <c:v>3.7215400000000001</c:v>
                </c:pt>
                <c:pt idx="13824">
                  <c:v>3.7218499999999999</c:v>
                </c:pt>
                <c:pt idx="13825">
                  <c:v>3.7221500000000001</c:v>
                </c:pt>
                <c:pt idx="13826">
                  <c:v>3.7224599999999999</c:v>
                </c:pt>
                <c:pt idx="13827">
                  <c:v>3.7227600000000001</c:v>
                </c:pt>
                <c:pt idx="13828">
                  <c:v>3.7230699999999999</c:v>
                </c:pt>
                <c:pt idx="13829">
                  <c:v>3.7233700000000001</c:v>
                </c:pt>
                <c:pt idx="13830">
                  <c:v>3.7236799999999999</c:v>
                </c:pt>
                <c:pt idx="13831">
                  <c:v>3.7239800000000001</c:v>
                </c:pt>
                <c:pt idx="13832">
                  <c:v>3.7242899999999999</c:v>
                </c:pt>
                <c:pt idx="13833">
                  <c:v>3.7245900000000001</c:v>
                </c:pt>
                <c:pt idx="13834">
                  <c:v>3.7248999999999999</c:v>
                </c:pt>
                <c:pt idx="13835">
                  <c:v>3.7252100000000001</c:v>
                </c:pt>
                <c:pt idx="13836">
                  <c:v>3.7255099999999999</c:v>
                </c:pt>
                <c:pt idx="13837">
                  <c:v>3.7258200000000001</c:v>
                </c:pt>
                <c:pt idx="13838">
                  <c:v>3.7261199999999999</c:v>
                </c:pt>
                <c:pt idx="13839">
                  <c:v>3.7264300000000001</c:v>
                </c:pt>
                <c:pt idx="13840">
                  <c:v>3.7267299999999999</c:v>
                </c:pt>
                <c:pt idx="13841">
                  <c:v>3.7270400000000001</c:v>
                </c:pt>
                <c:pt idx="13842">
                  <c:v>3.7273399999999999</c:v>
                </c:pt>
                <c:pt idx="13843">
                  <c:v>3.7276500000000001</c:v>
                </c:pt>
                <c:pt idx="13844">
                  <c:v>3.7279499999999999</c:v>
                </c:pt>
                <c:pt idx="13845">
                  <c:v>3.7282600000000001</c:v>
                </c:pt>
                <c:pt idx="13846">
                  <c:v>3.7285599999999999</c:v>
                </c:pt>
                <c:pt idx="13847">
                  <c:v>3.7288700000000001</c:v>
                </c:pt>
                <c:pt idx="13848">
                  <c:v>3.7291799999999999</c:v>
                </c:pt>
                <c:pt idx="13849">
                  <c:v>3.7294800000000001</c:v>
                </c:pt>
                <c:pt idx="13850">
                  <c:v>3.7297899999999999</c:v>
                </c:pt>
                <c:pt idx="13851">
                  <c:v>3.7300900000000001</c:v>
                </c:pt>
                <c:pt idx="13852">
                  <c:v>3.7303999999999999</c:v>
                </c:pt>
                <c:pt idx="13853">
                  <c:v>3.7307000000000001</c:v>
                </c:pt>
                <c:pt idx="13854">
                  <c:v>3.7310099999999999</c:v>
                </c:pt>
                <c:pt idx="13855">
                  <c:v>3.7313100000000001</c:v>
                </c:pt>
                <c:pt idx="13856">
                  <c:v>3.7316199999999999</c:v>
                </c:pt>
                <c:pt idx="13857">
                  <c:v>3.7319200000000001</c:v>
                </c:pt>
                <c:pt idx="13858">
                  <c:v>3.7322299999999999</c:v>
                </c:pt>
                <c:pt idx="13859">
                  <c:v>3.7325400000000002</c:v>
                </c:pt>
                <c:pt idx="13860">
                  <c:v>3.7328399999999999</c:v>
                </c:pt>
                <c:pt idx="13861">
                  <c:v>3.7331500000000002</c:v>
                </c:pt>
                <c:pt idx="13862">
                  <c:v>3.7334499999999999</c:v>
                </c:pt>
                <c:pt idx="13863">
                  <c:v>3.7337600000000002</c:v>
                </c:pt>
                <c:pt idx="13864">
                  <c:v>3.7340599999999999</c:v>
                </c:pt>
                <c:pt idx="13865">
                  <c:v>3.7343700000000002</c:v>
                </c:pt>
                <c:pt idx="13866">
                  <c:v>3.7346699999999999</c:v>
                </c:pt>
                <c:pt idx="13867">
                  <c:v>3.7349800000000002</c:v>
                </c:pt>
                <c:pt idx="13868">
                  <c:v>3.7352799999999999</c:v>
                </c:pt>
                <c:pt idx="13869">
                  <c:v>3.7355900000000002</c:v>
                </c:pt>
                <c:pt idx="13870">
                  <c:v>3.7358899999999999</c:v>
                </c:pt>
                <c:pt idx="13871">
                  <c:v>3.7362000000000002</c:v>
                </c:pt>
                <c:pt idx="13872">
                  <c:v>3.73651</c:v>
                </c:pt>
                <c:pt idx="13873">
                  <c:v>3.7368100000000002</c:v>
                </c:pt>
                <c:pt idx="13874">
                  <c:v>3.73712</c:v>
                </c:pt>
                <c:pt idx="13875">
                  <c:v>3.7374200000000002</c:v>
                </c:pt>
                <c:pt idx="13876">
                  <c:v>3.73773</c:v>
                </c:pt>
                <c:pt idx="13877">
                  <c:v>3.7380300000000002</c:v>
                </c:pt>
                <c:pt idx="13878">
                  <c:v>3.73834</c:v>
                </c:pt>
                <c:pt idx="13879">
                  <c:v>3.7386400000000002</c:v>
                </c:pt>
                <c:pt idx="13880">
                  <c:v>3.73895</c:v>
                </c:pt>
                <c:pt idx="13881">
                  <c:v>3.7392500000000002</c:v>
                </c:pt>
                <c:pt idx="13882">
                  <c:v>3.73956</c:v>
                </c:pt>
                <c:pt idx="13883">
                  <c:v>3.7398600000000002</c:v>
                </c:pt>
                <c:pt idx="13884">
                  <c:v>3.74017</c:v>
                </c:pt>
                <c:pt idx="13885">
                  <c:v>3.7404799999999998</c:v>
                </c:pt>
                <c:pt idx="13886">
                  <c:v>3.74078</c:v>
                </c:pt>
                <c:pt idx="13887">
                  <c:v>3.7410899999999998</c:v>
                </c:pt>
                <c:pt idx="13888">
                  <c:v>3.74139</c:v>
                </c:pt>
                <c:pt idx="13889">
                  <c:v>3.7416999999999998</c:v>
                </c:pt>
                <c:pt idx="13890">
                  <c:v>3.742</c:v>
                </c:pt>
                <c:pt idx="13891">
                  <c:v>3.7423099999999998</c:v>
                </c:pt>
                <c:pt idx="13892">
                  <c:v>3.74261</c:v>
                </c:pt>
                <c:pt idx="13893">
                  <c:v>3.7429199999999998</c:v>
                </c:pt>
                <c:pt idx="13894">
                  <c:v>3.74322</c:v>
                </c:pt>
                <c:pt idx="13895">
                  <c:v>3.7435299999999998</c:v>
                </c:pt>
                <c:pt idx="13896">
                  <c:v>3.74383</c:v>
                </c:pt>
                <c:pt idx="13897">
                  <c:v>3.7441399999999998</c:v>
                </c:pt>
                <c:pt idx="13898">
                  <c:v>3.7444500000000001</c:v>
                </c:pt>
                <c:pt idx="13899">
                  <c:v>3.7447499999999998</c:v>
                </c:pt>
                <c:pt idx="13900">
                  <c:v>3.7450600000000001</c:v>
                </c:pt>
                <c:pt idx="13901">
                  <c:v>3.7453599999999998</c:v>
                </c:pt>
                <c:pt idx="13902">
                  <c:v>3.7456700000000001</c:v>
                </c:pt>
                <c:pt idx="13903">
                  <c:v>3.7459699999999998</c:v>
                </c:pt>
                <c:pt idx="13904">
                  <c:v>3.7462800000000001</c:v>
                </c:pt>
                <c:pt idx="13905">
                  <c:v>3.7465799999999998</c:v>
                </c:pt>
                <c:pt idx="13906">
                  <c:v>3.7468900000000001</c:v>
                </c:pt>
                <c:pt idx="13907">
                  <c:v>3.7471899999999998</c:v>
                </c:pt>
                <c:pt idx="13908">
                  <c:v>3.7475000000000001</c:v>
                </c:pt>
                <c:pt idx="13909">
                  <c:v>3.7478099999999999</c:v>
                </c:pt>
                <c:pt idx="13910">
                  <c:v>3.7481100000000001</c:v>
                </c:pt>
                <c:pt idx="13911">
                  <c:v>3.7484199999999999</c:v>
                </c:pt>
                <c:pt idx="13912">
                  <c:v>3.7487200000000001</c:v>
                </c:pt>
                <c:pt idx="13913">
                  <c:v>3.7490299999999999</c:v>
                </c:pt>
                <c:pt idx="13914">
                  <c:v>3.7493300000000001</c:v>
                </c:pt>
                <c:pt idx="13915">
                  <c:v>3.7496399999999999</c:v>
                </c:pt>
                <c:pt idx="13916">
                  <c:v>3.7499400000000001</c:v>
                </c:pt>
                <c:pt idx="13917">
                  <c:v>3.7502499999999999</c:v>
                </c:pt>
                <c:pt idx="13918">
                  <c:v>3.7505500000000001</c:v>
                </c:pt>
                <c:pt idx="13919">
                  <c:v>3.7508599999999999</c:v>
                </c:pt>
                <c:pt idx="13920">
                  <c:v>3.75116</c:v>
                </c:pt>
                <c:pt idx="13921">
                  <c:v>3.7514699999999999</c:v>
                </c:pt>
                <c:pt idx="13922">
                  <c:v>3.7517800000000001</c:v>
                </c:pt>
                <c:pt idx="13923">
                  <c:v>3.7520799999999999</c:v>
                </c:pt>
                <c:pt idx="13924">
                  <c:v>3.7523900000000001</c:v>
                </c:pt>
                <c:pt idx="13925">
                  <c:v>3.7526899999999999</c:v>
                </c:pt>
                <c:pt idx="13926">
                  <c:v>3.7530000000000001</c:v>
                </c:pt>
                <c:pt idx="13927">
                  <c:v>3.7532999999999999</c:v>
                </c:pt>
                <c:pt idx="13928">
                  <c:v>3.7536100000000001</c:v>
                </c:pt>
                <c:pt idx="13929">
                  <c:v>3.7539099999999999</c:v>
                </c:pt>
                <c:pt idx="13930">
                  <c:v>3.7542200000000001</c:v>
                </c:pt>
                <c:pt idx="13931">
                  <c:v>3.7545199999999999</c:v>
                </c:pt>
                <c:pt idx="13932">
                  <c:v>3.7548300000000001</c:v>
                </c:pt>
                <c:pt idx="13933">
                  <c:v>3.7551299999999999</c:v>
                </c:pt>
                <c:pt idx="13934">
                  <c:v>3.7554400000000001</c:v>
                </c:pt>
                <c:pt idx="13935">
                  <c:v>3.7557499999999999</c:v>
                </c:pt>
                <c:pt idx="13936">
                  <c:v>3.7560500000000001</c:v>
                </c:pt>
                <c:pt idx="13937">
                  <c:v>3.7563599999999999</c:v>
                </c:pt>
                <c:pt idx="13938">
                  <c:v>3.7566600000000001</c:v>
                </c:pt>
                <c:pt idx="13939">
                  <c:v>3.7569699999999999</c:v>
                </c:pt>
                <c:pt idx="13940">
                  <c:v>3.7572700000000001</c:v>
                </c:pt>
                <c:pt idx="13941">
                  <c:v>3.7575799999999999</c:v>
                </c:pt>
                <c:pt idx="13942">
                  <c:v>3.7578800000000001</c:v>
                </c:pt>
                <c:pt idx="13943">
                  <c:v>3.7581899999999999</c:v>
                </c:pt>
                <c:pt idx="13944">
                  <c:v>3.7584900000000001</c:v>
                </c:pt>
                <c:pt idx="13945">
                  <c:v>3.7587999999999999</c:v>
                </c:pt>
                <c:pt idx="13946">
                  <c:v>3.7591000000000001</c:v>
                </c:pt>
                <c:pt idx="13947">
                  <c:v>3.7594099999999999</c:v>
                </c:pt>
                <c:pt idx="13948">
                  <c:v>3.7597200000000002</c:v>
                </c:pt>
                <c:pt idx="13949">
                  <c:v>3.7600199999999999</c:v>
                </c:pt>
                <c:pt idx="13950">
                  <c:v>3.7603300000000002</c:v>
                </c:pt>
                <c:pt idx="13951">
                  <c:v>3.7606299999999999</c:v>
                </c:pt>
                <c:pt idx="13952">
                  <c:v>3.7609400000000002</c:v>
                </c:pt>
                <c:pt idx="13953">
                  <c:v>3.7612399999999999</c:v>
                </c:pt>
                <c:pt idx="13954">
                  <c:v>3.7615500000000002</c:v>
                </c:pt>
                <c:pt idx="13955">
                  <c:v>3.7618499999999999</c:v>
                </c:pt>
                <c:pt idx="13956">
                  <c:v>3.7621600000000002</c:v>
                </c:pt>
                <c:pt idx="13957">
                  <c:v>3.7624599999999999</c:v>
                </c:pt>
                <c:pt idx="13958">
                  <c:v>3.7627700000000002</c:v>
                </c:pt>
                <c:pt idx="13959">
                  <c:v>3.7630699999999999</c:v>
                </c:pt>
                <c:pt idx="13960">
                  <c:v>3.7633800000000002</c:v>
                </c:pt>
                <c:pt idx="13961">
                  <c:v>3.76369</c:v>
                </c:pt>
                <c:pt idx="13962">
                  <c:v>3.7639900000000002</c:v>
                </c:pt>
                <c:pt idx="13963">
                  <c:v>3.7643</c:v>
                </c:pt>
                <c:pt idx="13964">
                  <c:v>3.7646000000000002</c:v>
                </c:pt>
                <c:pt idx="13965">
                  <c:v>3.76491</c:v>
                </c:pt>
                <c:pt idx="13966">
                  <c:v>3.7652100000000002</c:v>
                </c:pt>
                <c:pt idx="13967">
                  <c:v>3.76552</c:v>
                </c:pt>
                <c:pt idx="13968">
                  <c:v>3.7658200000000002</c:v>
                </c:pt>
                <c:pt idx="13969">
                  <c:v>3.76613</c:v>
                </c:pt>
                <c:pt idx="13970">
                  <c:v>3.7664300000000002</c:v>
                </c:pt>
                <c:pt idx="13971">
                  <c:v>3.76674</c:v>
                </c:pt>
                <c:pt idx="13972">
                  <c:v>3.7670499999999998</c:v>
                </c:pt>
                <c:pt idx="13973">
                  <c:v>3.76735</c:v>
                </c:pt>
                <c:pt idx="13974">
                  <c:v>3.7676599999999998</c:v>
                </c:pt>
                <c:pt idx="13975">
                  <c:v>3.76796</c:v>
                </c:pt>
                <c:pt idx="13976">
                  <c:v>3.7682699999999998</c:v>
                </c:pt>
                <c:pt idx="13977">
                  <c:v>3.76857</c:v>
                </c:pt>
                <c:pt idx="13978">
                  <c:v>3.7688799999999998</c:v>
                </c:pt>
                <c:pt idx="13979">
                  <c:v>3.76918</c:v>
                </c:pt>
                <c:pt idx="13980">
                  <c:v>3.7694899999999998</c:v>
                </c:pt>
                <c:pt idx="13981">
                  <c:v>3.76979</c:v>
                </c:pt>
                <c:pt idx="13982">
                  <c:v>3.7700999999999998</c:v>
                </c:pt>
                <c:pt idx="13983">
                  <c:v>3.7704</c:v>
                </c:pt>
                <c:pt idx="13984">
                  <c:v>3.7707099999999998</c:v>
                </c:pt>
                <c:pt idx="13985">
                  <c:v>3.77102</c:v>
                </c:pt>
                <c:pt idx="13986">
                  <c:v>3.7713199999999998</c:v>
                </c:pt>
                <c:pt idx="13987">
                  <c:v>3.77163</c:v>
                </c:pt>
                <c:pt idx="13988">
                  <c:v>3.7719299999999998</c:v>
                </c:pt>
                <c:pt idx="13989">
                  <c:v>3.77224</c:v>
                </c:pt>
                <c:pt idx="13990">
                  <c:v>3.7725399999999998</c:v>
                </c:pt>
                <c:pt idx="13991">
                  <c:v>3.77285</c:v>
                </c:pt>
                <c:pt idx="13992">
                  <c:v>3.7731499999999998</c:v>
                </c:pt>
                <c:pt idx="13993">
                  <c:v>3.77346</c:v>
                </c:pt>
                <c:pt idx="13994">
                  <c:v>3.7737599999999998</c:v>
                </c:pt>
                <c:pt idx="13995">
                  <c:v>3.77407</c:v>
                </c:pt>
                <c:pt idx="13996">
                  <c:v>3.7743699999999998</c:v>
                </c:pt>
                <c:pt idx="13997">
                  <c:v>3.77468</c:v>
                </c:pt>
                <c:pt idx="13998">
                  <c:v>3.7749899999999998</c:v>
                </c:pt>
                <c:pt idx="13999">
                  <c:v>3.77529</c:v>
                </c:pt>
                <c:pt idx="14000">
                  <c:v>3.7755999999999998</c:v>
                </c:pt>
                <c:pt idx="14001">
                  <c:v>3.7759</c:v>
                </c:pt>
                <c:pt idx="14002">
                  <c:v>3.7762099999999998</c:v>
                </c:pt>
                <c:pt idx="14003">
                  <c:v>3.77651</c:v>
                </c:pt>
                <c:pt idx="14004">
                  <c:v>3.7768199999999998</c:v>
                </c:pt>
                <c:pt idx="14005">
                  <c:v>3.77712</c:v>
                </c:pt>
                <c:pt idx="14006">
                  <c:v>3.7774299999999998</c:v>
                </c:pt>
                <c:pt idx="14007">
                  <c:v>3.77773</c:v>
                </c:pt>
                <c:pt idx="14008">
                  <c:v>3.7780399999999998</c:v>
                </c:pt>
                <c:pt idx="14009">
                  <c:v>3.77834</c:v>
                </c:pt>
                <c:pt idx="14010">
                  <c:v>3.7786499999999998</c:v>
                </c:pt>
                <c:pt idx="14011">
                  <c:v>3.7789600000000001</c:v>
                </c:pt>
                <c:pt idx="14012">
                  <c:v>3.7792599999999998</c:v>
                </c:pt>
                <c:pt idx="14013">
                  <c:v>3.7795700000000001</c:v>
                </c:pt>
                <c:pt idx="14014">
                  <c:v>3.7798699999999998</c:v>
                </c:pt>
                <c:pt idx="14015">
                  <c:v>3.7801800000000001</c:v>
                </c:pt>
                <c:pt idx="14016">
                  <c:v>3.7804799999999998</c:v>
                </c:pt>
                <c:pt idx="14017">
                  <c:v>3.7807900000000001</c:v>
                </c:pt>
                <c:pt idx="14018">
                  <c:v>3.7810899999999998</c:v>
                </c:pt>
                <c:pt idx="14019">
                  <c:v>3.7814000000000001</c:v>
                </c:pt>
                <c:pt idx="14020">
                  <c:v>3.7816999999999998</c:v>
                </c:pt>
                <c:pt idx="14021">
                  <c:v>3.7820100000000001</c:v>
                </c:pt>
                <c:pt idx="14022">
                  <c:v>3.7823099999999998</c:v>
                </c:pt>
                <c:pt idx="14023">
                  <c:v>3.7826200000000001</c:v>
                </c:pt>
                <c:pt idx="14024">
                  <c:v>3.7829299999999999</c:v>
                </c:pt>
                <c:pt idx="14025">
                  <c:v>3.7832300000000001</c:v>
                </c:pt>
                <c:pt idx="14026">
                  <c:v>3.7835399999999999</c:v>
                </c:pt>
                <c:pt idx="14027">
                  <c:v>3.7838400000000001</c:v>
                </c:pt>
                <c:pt idx="14028">
                  <c:v>3.7841499999999999</c:v>
                </c:pt>
                <c:pt idx="14029">
                  <c:v>3.7844500000000001</c:v>
                </c:pt>
                <c:pt idx="14030">
                  <c:v>3.7847599999999999</c:v>
                </c:pt>
                <c:pt idx="14031">
                  <c:v>3.7850600000000001</c:v>
                </c:pt>
                <c:pt idx="14032">
                  <c:v>3.7853699999999999</c:v>
                </c:pt>
                <c:pt idx="14033">
                  <c:v>3.7856700000000001</c:v>
                </c:pt>
                <c:pt idx="14034">
                  <c:v>3.7859799999999999</c:v>
                </c:pt>
                <c:pt idx="14035">
                  <c:v>3.7862900000000002</c:v>
                </c:pt>
                <c:pt idx="14036">
                  <c:v>3.7865899999999999</c:v>
                </c:pt>
                <c:pt idx="14037">
                  <c:v>3.7869000000000002</c:v>
                </c:pt>
                <c:pt idx="14038">
                  <c:v>3.7871999999999999</c:v>
                </c:pt>
                <c:pt idx="14039">
                  <c:v>3.7875100000000002</c:v>
                </c:pt>
                <c:pt idx="14040">
                  <c:v>3.7878099999999999</c:v>
                </c:pt>
                <c:pt idx="14041">
                  <c:v>3.7881200000000002</c:v>
                </c:pt>
                <c:pt idx="14042">
                  <c:v>3.7884199999999999</c:v>
                </c:pt>
                <c:pt idx="14043">
                  <c:v>3.7887300000000002</c:v>
                </c:pt>
                <c:pt idx="14044">
                  <c:v>3.7890299999999999</c:v>
                </c:pt>
                <c:pt idx="14045">
                  <c:v>3.7893400000000002</c:v>
                </c:pt>
                <c:pt idx="14046">
                  <c:v>3.7896399999999999</c:v>
                </c:pt>
                <c:pt idx="14047">
                  <c:v>3.7899500000000002</c:v>
                </c:pt>
                <c:pt idx="14048">
                  <c:v>3.79026</c:v>
                </c:pt>
                <c:pt idx="14049">
                  <c:v>3.7905600000000002</c:v>
                </c:pt>
                <c:pt idx="14050">
                  <c:v>3.79087</c:v>
                </c:pt>
                <c:pt idx="14051">
                  <c:v>3.7911700000000002</c:v>
                </c:pt>
                <c:pt idx="14052">
                  <c:v>3.79148</c:v>
                </c:pt>
                <c:pt idx="14053">
                  <c:v>3.7917800000000002</c:v>
                </c:pt>
                <c:pt idx="14054">
                  <c:v>3.79209</c:v>
                </c:pt>
                <c:pt idx="14055">
                  <c:v>3.7923900000000001</c:v>
                </c:pt>
                <c:pt idx="14056">
                  <c:v>3.7927</c:v>
                </c:pt>
                <c:pt idx="14057">
                  <c:v>3.7930000000000001</c:v>
                </c:pt>
                <c:pt idx="14058">
                  <c:v>3.79331</c:v>
                </c:pt>
                <c:pt idx="14059">
                  <c:v>3.7936100000000001</c:v>
                </c:pt>
                <c:pt idx="14060">
                  <c:v>3.79392</c:v>
                </c:pt>
                <c:pt idx="14061">
                  <c:v>3.7942300000000002</c:v>
                </c:pt>
                <c:pt idx="14062">
                  <c:v>3.79453</c:v>
                </c:pt>
                <c:pt idx="14063">
                  <c:v>3.7948400000000002</c:v>
                </c:pt>
                <c:pt idx="14064">
                  <c:v>3.79514</c:v>
                </c:pt>
                <c:pt idx="14065">
                  <c:v>3.7954500000000002</c:v>
                </c:pt>
                <c:pt idx="14066">
                  <c:v>3.79575</c:v>
                </c:pt>
                <c:pt idx="14067">
                  <c:v>3.7960600000000002</c:v>
                </c:pt>
                <c:pt idx="14068">
                  <c:v>3.79636</c:v>
                </c:pt>
                <c:pt idx="14069">
                  <c:v>3.7966700000000002</c:v>
                </c:pt>
                <c:pt idx="14070">
                  <c:v>3.79697</c:v>
                </c:pt>
                <c:pt idx="14071">
                  <c:v>3.7972800000000002</c:v>
                </c:pt>
                <c:pt idx="14072">
                  <c:v>3.79758</c:v>
                </c:pt>
                <c:pt idx="14073">
                  <c:v>3.7978900000000002</c:v>
                </c:pt>
                <c:pt idx="14074">
                  <c:v>3.7982</c:v>
                </c:pt>
                <c:pt idx="14075">
                  <c:v>3.7985000000000002</c:v>
                </c:pt>
                <c:pt idx="14076">
                  <c:v>3.79881</c:v>
                </c:pt>
                <c:pt idx="14077">
                  <c:v>3.7991100000000002</c:v>
                </c:pt>
                <c:pt idx="14078">
                  <c:v>3.79942</c:v>
                </c:pt>
                <c:pt idx="14079">
                  <c:v>3.7997200000000002</c:v>
                </c:pt>
                <c:pt idx="14080">
                  <c:v>3.80003</c:v>
                </c:pt>
                <c:pt idx="14081">
                  <c:v>3.8003300000000002</c:v>
                </c:pt>
                <c:pt idx="14082">
                  <c:v>3.80064</c:v>
                </c:pt>
                <c:pt idx="14083">
                  <c:v>3.8009400000000002</c:v>
                </c:pt>
                <c:pt idx="14084">
                  <c:v>3.80125</c:v>
                </c:pt>
                <c:pt idx="14085">
                  <c:v>3.8015599999999998</c:v>
                </c:pt>
                <c:pt idx="14086">
                  <c:v>3.80186</c:v>
                </c:pt>
                <c:pt idx="14087">
                  <c:v>3.8021699999999998</c:v>
                </c:pt>
                <c:pt idx="14088">
                  <c:v>3.80247</c:v>
                </c:pt>
                <c:pt idx="14089">
                  <c:v>3.8027799999999998</c:v>
                </c:pt>
                <c:pt idx="14090">
                  <c:v>3.80308</c:v>
                </c:pt>
                <c:pt idx="14091">
                  <c:v>3.8033899999999998</c:v>
                </c:pt>
                <c:pt idx="14092">
                  <c:v>3.80369</c:v>
                </c:pt>
                <c:pt idx="14093">
                  <c:v>3.8039999999999998</c:v>
                </c:pt>
                <c:pt idx="14094">
                  <c:v>3.8043</c:v>
                </c:pt>
                <c:pt idx="14095">
                  <c:v>3.8046099999999998</c:v>
                </c:pt>
                <c:pt idx="14096">
                  <c:v>3.80491</c:v>
                </c:pt>
                <c:pt idx="14097">
                  <c:v>3.8052199999999998</c:v>
                </c:pt>
                <c:pt idx="14098">
                  <c:v>3.8055300000000001</c:v>
                </c:pt>
                <c:pt idx="14099">
                  <c:v>3.8058299999999998</c:v>
                </c:pt>
                <c:pt idx="14100">
                  <c:v>3.8061400000000001</c:v>
                </c:pt>
                <c:pt idx="14101">
                  <c:v>3.8064399999999998</c:v>
                </c:pt>
                <c:pt idx="14102">
                  <c:v>3.8067500000000001</c:v>
                </c:pt>
                <c:pt idx="14103">
                  <c:v>3.8070499999999998</c:v>
                </c:pt>
                <c:pt idx="14104">
                  <c:v>3.8073600000000001</c:v>
                </c:pt>
                <c:pt idx="14105">
                  <c:v>3.8076599999999998</c:v>
                </c:pt>
                <c:pt idx="14106">
                  <c:v>3.8079700000000001</c:v>
                </c:pt>
                <c:pt idx="14107">
                  <c:v>3.8082699999999998</c:v>
                </c:pt>
                <c:pt idx="14108">
                  <c:v>3.8085800000000001</c:v>
                </c:pt>
                <c:pt idx="14109">
                  <c:v>3.8088799999999998</c:v>
                </c:pt>
                <c:pt idx="14110">
                  <c:v>3.8091900000000001</c:v>
                </c:pt>
                <c:pt idx="14111">
                  <c:v>3.8094999999999999</c:v>
                </c:pt>
                <c:pt idx="14112">
                  <c:v>3.8098000000000001</c:v>
                </c:pt>
                <c:pt idx="14113">
                  <c:v>3.8101099999999999</c:v>
                </c:pt>
                <c:pt idx="14114">
                  <c:v>3.8104100000000001</c:v>
                </c:pt>
                <c:pt idx="14115">
                  <c:v>3.8107199999999999</c:v>
                </c:pt>
                <c:pt idx="14116">
                  <c:v>3.8110200000000001</c:v>
                </c:pt>
                <c:pt idx="14117">
                  <c:v>3.8113299999999999</c:v>
                </c:pt>
                <c:pt idx="14118">
                  <c:v>3.8116300000000001</c:v>
                </c:pt>
                <c:pt idx="14119">
                  <c:v>3.8119399999999999</c:v>
                </c:pt>
                <c:pt idx="14120">
                  <c:v>3.8122400000000001</c:v>
                </c:pt>
                <c:pt idx="14121">
                  <c:v>3.8125499999999999</c:v>
                </c:pt>
                <c:pt idx="14122">
                  <c:v>3.8128500000000001</c:v>
                </c:pt>
                <c:pt idx="14123">
                  <c:v>3.8131599999999999</c:v>
                </c:pt>
                <c:pt idx="14124">
                  <c:v>3.8134700000000001</c:v>
                </c:pt>
                <c:pt idx="14125">
                  <c:v>3.8137699999999999</c:v>
                </c:pt>
                <c:pt idx="14126">
                  <c:v>3.8140800000000001</c:v>
                </c:pt>
                <c:pt idx="14127">
                  <c:v>3.8143799999999999</c:v>
                </c:pt>
                <c:pt idx="14128">
                  <c:v>3.8146900000000001</c:v>
                </c:pt>
                <c:pt idx="14129">
                  <c:v>3.8149899999999999</c:v>
                </c:pt>
                <c:pt idx="14130">
                  <c:v>3.8153000000000001</c:v>
                </c:pt>
                <c:pt idx="14131">
                  <c:v>3.8155999999999999</c:v>
                </c:pt>
                <c:pt idx="14132">
                  <c:v>3.8159100000000001</c:v>
                </c:pt>
                <c:pt idx="14133">
                  <c:v>3.8162099999999999</c:v>
                </c:pt>
                <c:pt idx="14134">
                  <c:v>3.8165200000000001</c:v>
                </c:pt>
                <c:pt idx="14135">
                  <c:v>3.8168199999999999</c:v>
                </c:pt>
                <c:pt idx="14136">
                  <c:v>3.8171300000000001</c:v>
                </c:pt>
                <c:pt idx="14137">
                  <c:v>3.8174399999999999</c:v>
                </c:pt>
                <c:pt idx="14138">
                  <c:v>3.8177400000000001</c:v>
                </c:pt>
                <c:pt idx="14139">
                  <c:v>3.8180499999999999</c:v>
                </c:pt>
                <c:pt idx="14140">
                  <c:v>3.8183500000000001</c:v>
                </c:pt>
                <c:pt idx="14141">
                  <c:v>3.8186599999999999</c:v>
                </c:pt>
                <c:pt idx="14142">
                  <c:v>3.8189600000000001</c:v>
                </c:pt>
                <c:pt idx="14143">
                  <c:v>3.8192699999999999</c:v>
                </c:pt>
                <c:pt idx="14144">
                  <c:v>3.8195700000000001</c:v>
                </c:pt>
                <c:pt idx="14145">
                  <c:v>3.8198799999999999</c:v>
                </c:pt>
                <c:pt idx="14146">
                  <c:v>3.8201800000000001</c:v>
                </c:pt>
                <c:pt idx="14147">
                  <c:v>3.8204899999999999</c:v>
                </c:pt>
                <c:pt idx="14148">
                  <c:v>3.8208000000000002</c:v>
                </c:pt>
                <c:pt idx="14149">
                  <c:v>3.8210999999999999</c:v>
                </c:pt>
                <c:pt idx="14150">
                  <c:v>3.8214100000000002</c:v>
                </c:pt>
                <c:pt idx="14151">
                  <c:v>3.8217099999999999</c:v>
                </c:pt>
                <c:pt idx="14152">
                  <c:v>3.8220200000000002</c:v>
                </c:pt>
                <c:pt idx="14153">
                  <c:v>3.8223199999999999</c:v>
                </c:pt>
                <c:pt idx="14154">
                  <c:v>3.8226300000000002</c:v>
                </c:pt>
                <c:pt idx="14155">
                  <c:v>3.8229299999999999</c:v>
                </c:pt>
                <c:pt idx="14156">
                  <c:v>3.8232400000000002</c:v>
                </c:pt>
                <c:pt idx="14157">
                  <c:v>3.8235399999999999</c:v>
                </c:pt>
                <c:pt idx="14158">
                  <c:v>3.8238500000000002</c:v>
                </c:pt>
                <c:pt idx="14159">
                  <c:v>3.8241499999999999</c:v>
                </c:pt>
                <c:pt idx="14160">
                  <c:v>3.8244600000000002</c:v>
                </c:pt>
                <c:pt idx="14161">
                  <c:v>3.82477</c:v>
                </c:pt>
                <c:pt idx="14162">
                  <c:v>3.8250700000000002</c:v>
                </c:pt>
                <c:pt idx="14163">
                  <c:v>3.82538</c:v>
                </c:pt>
                <c:pt idx="14164">
                  <c:v>3.8256800000000002</c:v>
                </c:pt>
                <c:pt idx="14165">
                  <c:v>3.82599</c:v>
                </c:pt>
                <c:pt idx="14166">
                  <c:v>3.8262900000000002</c:v>
                </c:pt>
                <c:pt idx="14167">
                  <c:v>3.8266</c:v>
                </c:pt>
                <c:pt idx="14168">
                  <c:v>3.8269000000000002</c:v>
                </c:pt>
                <c:pt idx="14169">
                  <c:v>3.82721</c:v>
                </c:pt>
                <c:pt idx="14170">
                  <c:v>3.8275100000000002</c:v>
                </c:pt>
                <c:pt idx="14171">
                  <c:v>3.82782</c:v>
                </c:pt>
                <c:pt idx="14172">
                  <c:v>3.8281200000000002</c:v>
                </c:pt>
                <c:pt idx="14173">
                  <c:v>3.82843</c:v>
                </c:pt>
                <c:pt idx="14174">
                  <c:v>3.8287399999999998</c:v>
                </c:pt>
                <c:pt idx="14175">
                  <c:v>3.82904</c:v>
                </c:pt>
                <c:pt idx="14176">
                  <c:v>3.8293499999999998</c:v>
                </c:pt>
                <c:pt idx="14177">
                  <c:v>3.82965</c:v>
                </c:pt>
                <c:pt idx="14178">
                  <c:v>3.8299599999999998</c:v>
                </c:pt>
                <c:pt idx="14179">
                  <c:v>3.83026</c:v>
                </c:pt>
                <c:pt idx="14180">
                  <c:v>3.8305699999999998</c:v>
                </c:pt>
                <c:pt idx="14181">
                  <c:v>3.83087</c:v>
                </c:pt>
                <c:pt idx="14182">
                  <c:v>3.8311799999999998</c:v>
                </c:pt>
                <c:pt idx="14183">
                  <c:v>3.83148</c:v>
                </c:pt>
                <c:pt idx="14184">
                  <c:v>3.8317899999999998</c:v>
                </c:pt>
                <c:pt idx="14185">
                  <c:v>3.83209</c:v>
                </c:pt>
                <c:pt idx="14186">
                  <c:v>3.8323999999999998</c:v>
                </c:pt>
                <c:pt idx="14187">
                  <c:v>3.8327100000000001</c:v>
                </c:pt>
                <c:pt idx="14188">
                  <c:v>3.8330099999999998</c:v>
                </c:pt>
                <c:pt idx="14189">
                  <c:v>3.8333200000000001</c:v>
                </c:pt>
                <c:pt idx="14190">
                  <c:v>3.8336199999999998</c:v>
                </c:pt>
                <c:pt idx="14191">
                  <c:v>3.8339300000000001</c:v>
                </c:pt>
                <c:pt idx="14192">
                  <c:v>3.8342299999999998</c:v>
                </c:pt>
                <c:pt idx="14193">
                  <c:v>3.8345400000000001</c:v>
                </c:pt>
                <c:pt idx="14194">
                  <c:v>3.8348399999999998</c:v>
                </c:pt>
                <c:pt idx="14195">
                  <c:v>3.8351500000000001</c:v>
                </c:pt>
                <c:pt idx="14196">
                  <c:v>3.8354499999999998</c:v>
                </c:pt>
                <c:pt idx="14197">
                  <c:v>3.8357600000000001</c:v>
                </c:pt>
                <c:pt idx="14198">
                  <c:v>3.8360599999999998</c:v>
                </c:pt>
                <c:pt idx="14199">
                  <c:v>3.8363700000000001</c:v>
                </c:pt>
                <c:pt idx="14200">
                  <c:v>3.8366799999999999</c:v>
                </c:pt>
                <c:pt idx="14201">
                  <c:v>3.8369800000000001</c:v>
                </c:pt>
                <c:pt idx="14202">
                  <c:v>3.8372899999999999</c:v>
                </c:pt>
                <c:pt idx="14203">
                  <c:v>3.8375900000000001</c:v>
                </c:pt>
                <c:pt idx="14204">
                  <c:v>3.8378999999999999</c:v>
                </c:pt>
                <c:pt idx="14205">
                  <c:v>3.8382000000000001</c:v>
                </c:pt>
                <c:pt idx="14206">
                  <c:v>3.8385099999999999</c:v>
                </c:pt>
                <c:pt idx="14207">
                  <c:v>3.8388100000000001</c:v>
                </c:pt>
                <c:pt idx="14208">
                  <c:v>3.8391199999999999</c:v>
                </c:pt>
                <c:pt idx="14209">
                  <c:v>3.8394200000000001</c:v>
                </c:pt>
                <c:pt idx="14210">
                  <c:v>3.8397299999999999</c:v>
                </c:pt>
                <c:pt idx="14211">
                  <c:v>3.8400400000000001</c:v>
                </c:pt>
                <c:pt idx="14212">
                  <c:v>3.8403399999999999</c:v>
                </c:pt>
                <c:pt idx="14213">
                  <c:v>3.8406500000000001</c:v>
                </c:pt>
                <c:pt idx="14214">
                  <c:v>3.8409499999999999</c:v>
                </c:pt>
                <c:pt idx="14215">
                  <c:v>3.8412600000000001</c:v>
                </c:pt>
                <c:pt idx="14216">
                  <c:v>3.8415599999999999</c:v>
                </c:pt>
                <c:pt idx="14217">
                  <c:v>3.8418700000000001</c:v>
                </c:pt>
                <c:pt idx="14218">
                  <c:v>3.8421699999999999</c:v>
                </c:pt>
                <c:pt idx="14219">
                  <c:v>3.8424800000000001</c:v>
                </c:pt>
                <c:pt idx="14220">
                  <c:v>3.8427799999999999</c:v>
                </c:pt>
                <c:pt idx="14221">
                  <c:v>3.8430900000000001</c:v>
                </c:pt>
                <c:pt idx="14222">
                  <c:v>3.8433899999999999</c:v>
                </c:pt>
                <c:pt idx="14223">
                  <c:v>3.8437000000000001</c:v>
                </c:pt>
                <c:pt idx="14224">
                  <c:v>3.8440099999999999</c:v>
                </c:pt>
                <c:pt idx="14225">
                  <c:v>3.8443100000000001</c:v>
                </c:pt>
                <c:pt idx="14226">
                  <c:v>3.8446199999999999</c:v>
                </c:pt>
                <c:pt idx="14227">
                  <c:v>3.8449200000000001</c:v>
                </c:pt>
                <c:pt idx="14228">
                  <c:v>3.8452299999999999</c:v>
                </c:pt>
                <c:pt idx="14229">
                  <c:v>3.8455300000000001</c:v>
                </c:pt>
                <c:pt idx="14230">
                  <c:v>3.8458399999999999</c:v>
                </c:pt>
                <c:pt idx="14231">
                  <c:v>3.8461400000000001</c:v>
                </c:pt>
                <c:pt idx="14232">
                  <c:v>3.8464499999999999</c:v>
                </c:pt>
                <c:pt idx="14233">
                  <c:v>3.8467500000000001</c:v>
                </c:pt>
                <c:pt idx="14234">
                  <c:v>3.8470599999999999</c:v>
                </c:pt>
                <c:pt idx="14235">
                  <c:v>3.8473600000000001</c:v>
                </c:pt>
                <c:pt idx="14236">
                  <c:v>3.8476699999999999</c:v>
                </c:pt>
                <c:pt idx="14237">
                  <c:v>3.8479800000000002</c:v>
                </c:pt>
                <c:pt idx="14238">
                  <c:v>3.8482799999999999</c:v>
                </c:pt>
                <c:pt idx="14239">
                  <c:v>3.8485900000000002</c:v>
                </c:pt>
                <c:pt idx="14240">
                  <c:v>3.8488899999999999</c:v>
                </c:pt>
                <c:pt idx="14241">
                  <c:v>3.8492000000000002</c:v>
                </c:pt>
                <c:pt idx="14242">
                  <c:v>3.8494999999999999</c:v>
                </c:pt>
                <c:pt idx="14243">
                  <c:v>3.8498100000000002</c:v>
                </c:pt>
                <c:pt idx="14244">
                  <c:v>3.8501099999999999</c:v>
                </c:pt>
                <c:pt idx="14245">
                  <c:v>3.8504200000000002</c:v>
                </c:pt>
                <c:pt idx="14246">
                  <c:v>3.8507199999999999</c:v>
                </c:pt>
                <c:pt idx="14247">
                  <c:v>3.8510300000000002</c:v>
                </c:pt>
                <c:pt idx="14248">
                  <c:v>3.8513299999999999</c:v>
                </c:pt>
                <c:pt idx="14249">
                  <c:v>3.8516400000000002</c:v>
                </c:pt>
                <c:pt idx="14250">
                  <c:v>3.85195</c:v>
                </c:pt>
                <c:pt idx="14251">
                  <c:v>3.8522500000000002</c:v>
                </c:pt>
                <c:pt idx="14252">
                  <c:v>3.85256</c:v>
                </c:pt>
                <c:pt idx="14253">
                  <c:v>3.8528600000000002</c:v>
                </c:pt>
                <c:pt idx="14254">
                  <c:v>3.85317</c:v>
                </c:pt>
                <c:pt idx="14255">
                  <c:v>3.8534700000000002</c:v>
                </c:pt>
                <c:pt idx="14256">
                  <c:v>3.85378</c:v>
                </c:pt>
                <c:pt idx="14257">
                  <c:v>3.8540800000000002</c:v>
                </c:pt>
                <c:pt idx="14258">
                  <c:v>3.85439</c:v>
                </c:pt>
                <c:pt idx="14259">
                  <c:v>3.8546900000000002</c:v>
                </c:pt>
                <c:pt idx="14260">
                  <c:v>3.855</c:v>
                </c:pt>
                <c:pt idx="14261">
                  <c:v>3.8553000000000002</c:v>
                </c:pt>
                <c:pt idx="14262">
                  <c:v>3.85561</c:v>
                </c:pt>
                <c:pt idx="14263">
                  <c:v>3.8559199999999998</c:v>
                </c:pt>
                <c:pt idx="14264">
                  <c:v>3.85622</c:v>
                </c:pt>
                <c:pt idx="14265">
                  <c:v>3.8565299999999998</c:v>
                </c:pt>
                <c:pt idx="14266">
                  <c:v>3.85683</c:v>
                </c:pt>
                <c:pt idx="14267">
                  <c:v>3.8571399999999998</c:v>
                </c:pt>
                <c:pt idx="14268">
                  <c:v>3.85744</c:v>
                </c:pt>
                <c:pt idx="14269">
                  <c:v>3.8577499999999998</c:v>
                </c:pt>
                <c:pt idx="14270">
                  <c:v>3.85805</c:v>
                </c:pt>
                <c:pt idx="14271">
                  <c:v>3.8583599999999998</c:v>
                </c:pt>
                <c:pt idx="14272">
                  <c:v>3.85866</c:v>
                </c:pt>
                <c:pt idx="14273">
                  <c:v>3.8589699999999998</c:v>
                </c:pt>
                <c:pt idx="14274">
                  <c:v>3.85928</c:v>
                </c:pt>
                <c:pt idx="14275">
                  <c:v>3.8595799999999998</c:v>
                </c:pt>
                <c:pt idx="14276">
                  <c:v>3.85989</c:v>
                </c:pt>
                <c:pt idx="14277">
                  <c:v>3.8601899999999998</c:v>
                </c:pt>
                <c:pt idx="14278">
                  <c:v>3.8605</c:v>
                </c:pt>
                <c:pt idx="14279">
                  <c:v>3.8607999999999998</c:v>
                </c:pt>
                <c:pt idx="14280">
                  <c:v>3.86111</c:v>
                </c:pt>
                <c:pt idx="14281">
                  <c:v>3.8614099999999998</c:v>
                </c:pt>
                <c:pt idx="14282">
                  <c:v>3.86172</c:v>
                </c:pt>
                <c:pt idx="14283">
                  <c:v>3.8620199999999998</c:v>
                </c:pt>
                <c:pt idx="14284">
                  <c:v>3.86233</c:v>
                </c:pt>
                <c:pt idx="14285">
                  <c:v>3.8626299999999998</c:v>
                </c:pt>
                <c:pt idx="14286">
                  <c:v>3.86294</c:v>
                </c:pt>
                <c:pt idx="14287">
                  <c:v>3.8632499999999999</c:v>
                </c:pt>
                <c:pt idx="14288">
                  <c:v>3.86355</c:v>
                </c:pt>
                <c:pt idx="14289">
                  <c:v>3.8638599999999999</c:v>
                </c:pt>
                <c:pt idx="14290">
                  <c:v>3.86416</c:v>
                </c:pt>
                <c:pt idx="14291">
                  <c:v>3.8644699999999998</c:v>
                </c:pt>
                <c:pt idx="14292">
                  <c:v>3.86477</c:v>
                </c:pt>
                <c:pt idx="14293">
                  <c:v>3.8650799999999998</c:v>
                </c:pt>
                <c:pt idx="14294">
                  <c:v>3.86538</c:v>
                </c:pt>
                <c:pt idx="14295">
                  <c:v>3.8656899999999998</c:v>
                </c:pt>
                <c:pt idx="14296">
                  <c:v>3.86599</c:v>
                </c:pt>
                <c:pt idx="14297">
                  <c:v>3.8662999999999998</c:v>
                </c:pt>
                <c:pt idx="14298">
                  <c:v>3.8666</c:v>
                </c:pt>
                <c:pt idx="14299">
                  <c:v>3.8669099999999998</c:v>
                </c:pt>
                <c:pt idx="14300">
                  <c:v>3.8672200000000001</c:v>
                </c:pt>
                <c:pt idx="14301">
                  <c:v>3.8675199999999998</c:v>
                </c:pt>
                <c:pt idx="14302">
                  <c:v>3.8678300000000001</c:v>
                </c:pt>
                <c:pt idx="14303">
                  <c:v>3.8681299999999998</c:v>
                </c:pt>
                <c:pt idx="14304">
                  <c:v>3.8684400000000001</c:v>
                </c:pt>
                <c:pt idx="14305">
                  <c:v>3.8687399999999998</c:v>
                </c:pt>
                <c:pt idx="14306">
                  <c:v>3.8690500000000001</c:v>
                </c:pt>
                <c:pt idx="14307">
                  <c:v>3.8693499999999998</c:v>
                </c:pt>
                <c:pt idx="14308">
                  <c:v>3.8696600000000001</c:v>
                </c:pt>
                <c:pt idx="14309">
                  <c:v>3.8699599999999998</c:v>
                </c:pt>
                <c:pt idx="14310">
                  <c:v>3.8702700000000001</c:v>
                </c:pt>
                <c:pt idx="14311">
                  <c:v>3.8705699999999998</c:v>
                </c:pt>
                <c:pt idx="14312">
                  <c:v>3.8708800000000001</c:v>
                </c:pt>
                <c:pt idx="14313">
                  <c:v>3.8711899999999999</c:v>
                </c:pt>
                <c:pt idx="14314">
                  <c:v>3.8714900000000001</c:v>
                </c:pt>
                <c:pt idx="14315">
                  <c:v>3.8717999999999999</c:v>
                </c:pt>
                <c:pt idx="14316">
                  <c:v>3.8721000000000001</c:v>
                </c:pt>
                <c:pt idx="14317">
                  <c:v>3.8724099999999999</c:v>
                </c:pt>
                <c:pt idx="14318">
                  <c:v>3.8727100000000001</c:v>
                </c:pt>
                <c:pt idx="14319">
                  <c:v>3.8730199999999999</c:v>
                </c:pt>
                <c:pt idx="14320">
                  <c:v>3.8733200000000001</c:v>
                </c:pt>
                <c:pt idx="14321">
                  <c:v>3.8736299999999999</c:v>
                </c:pt>
                <c:pt idx="14322">
                  <c:v>3.8739300000000001</c:v>
                </c:pt>
                <c:pt idx="14323">
                  <c:v>3.8742399999999999</c:v>
                </c:pt>
                <c:pt idx="14324">
                  <c:v>3.8745500000000002</c:v>
                </c:pt>
                <c:pt idx="14325">
                  <c:v>3.8748499999999999</c:v>
                </c:pt>
                <c:pt idx="14326">
                  <c:v>3.8751600000000002</c:v>
                </c:pt>
                <c:pt idx="14327">
                  <c:v>3.8754599999999999</c:v>
                </c:pt>
                <c:pt idx="14328">
                  <c:v>3.8757700000000002</c:v>
                </c:pt>
                <c:pt idx="14329">
                  <c:v>3.8760699999999999</c:v>
                </c:pt>
                <c:pt idx="14330">
                  <c:v>3.8763800000000002</c:v>
                </c:pt>
                <c:pt idx="14331">
                  <c:v>3.8766799999999999</c:v>
                </c:pt>
                <c:pt idx="14332">
                  <c:v>3.8769900000000002</c:v>
                </c:pt>
                <c:pt idx="14333">
                  <c:v>3.8772899999999999</c:v>
                </c:pt>
                <c:pt idx="14334">
                  <c:v>3.8776000000000002</c:v>
                </c:pt>
                <c:pt idx="14335">
                  <c:v>3.8778999999999999</c:v>
                </c:pt>
                <c:pt idx="14336">
                  <c:v>3.8782100000000002</c:v>
                </c:pt>
                <c:pt idx="14337">
                  <c:v>3.87852</c:v>
                </c:pt>
                <c:pt idx="14338">
                  <c:v>3.8788200000000002</c:v>
                </c:pt>
                <c:pt idx="14339">
                  <c:v>3.87913</c:v>
                </c:pt>
                <c:pt idx="14340">
                  <c:v>3.8794300000000002</c:v>
                </c:pt>
                <c:pt idx="14341">
                  <c:v>3.87974</c:v>
                </c:pt>
                <c:pt idx="14342">
                  <c:v>3.8800400000000002</c:v>
                </c:pt>
                <c:pt idx="14343">
                  <c:v>3.88035</c:v>
                </c:pt>
                <c:pt idx="14344">
                  <c:v>3.8806500000000002</c:v>
                </c:pt>
                <c:pt idx="14345">
                  <c:v>3.88096</c:v>
                </c:pt>
                <c:pt idx="14346">
                  <c:v>3.8812600000000002</c:v>
                </c:pt>
                <c:pt idx="14347">
                  <c:v>3.88157</c:v>
                </c:pt>
                <c:pt idx="14348">
                  <c:v>3.8818700000000002</c:v>
                </c:pt>
                <c:pt idx="14349">
                  <c:v>3.88218</c:v>
                </c:pt>
                <c:pt idx="14350">
                  <c:v>3.8824900000000002</c:v>
                </c:pt>
                <c:pt idx="14351">
                  <c:v>3.88279</c:v>
                </c:pt>
                <c:pt idx="14352">
                  <c:v>3.8831000000000002</c:v>
                </c:pt>
                <c:pt idx="14353">
                  <c:v>3.8834</c:v>
                </c:pt>
                <c:pt idx="14354">
                  <c:v>3.8837100000000002</c:v>
                </c:pt>
                <c:pt idx="14355">
                  <c:v>3.88401</c:v>
                </c:pt>
                <c:pt idx="14356">
                  <c:v>3.8843200000000002</c:v>
                </c:pt>
                <c:pt idx="14357">
                  <c:v>3.88462</c:v>
                </c:pt>
                <c:pt idx="14358">
                  <c:v>3.8849300000000002</c:v>
                </c:pt>
                <c:pt idx="14359">
                  <c:v>3.88523</c:v>
                </c:pt>
                <c:pt idx="14360">
                  <c:v>3.8855400000000002</c:v>
                </c:pt>
                <c:pt idx="14361">
                  <c:v>3.88584</c:v>
                </c:pt>
                <c:pt idx="14362">
                  <c:v>3.8861500000000002</c:v>
                </c:pt>
                <c:pt idx="14363">
                  <c:v>3.88646</c:v>
                </c:pt>
                <c:pt idx="14364">
                  <c:v>3.8867600000000002</c:v>
                </c:pt>
                <c:pt idx="14365">
                  <c:v>3.88707</c:v>
                </c:pt>
                <c:pt idx="14366">
                  <c:v>3.8873700000000002</c:v>
                </c:pt>
                <c:pt idx="14367">
                  <c:v>3.88768</c:v>
                </c:pt>
                <c:pt idx="14368">
                  <c:v>3.8879800000000002</c:v>
                </c:pt>
                <c:pt idx="14369">
                  <c:v>3.88829</c:v>
                </c:pt>
                <c:pt idx="14370">
                  <c:v>3.8885900000000002</c:v>
                </c:pt>
                <c:pt idx="14371">
                  <c:v>3.8889</c:v>
                </c:pt>
                <c:pt idx="14372">
                  <c:v>3.8892000000000002</c:v>
                </c:pt>
                <c:pt idx="14373">
                  <c:v>3.88951</c:v>
                </c:pt>
                <c:pt idx="14374">
                  <c:v>3.8898100000000002</c:v>
                </c:pt>
                <c:pt idx="14375">
                  <c:v>3.89012</c:v>
                </c:pt>
                <c:pt idx="14376">
                  <c:v>3.8904299999999998</c:v>
                </c:pt>
                <c:pt idx="14377">
                  <c:v>3.89073</c:v>
                </c:pt>
                <c:pt idx="14378">
                  <c:v>3.8910399999999998</c:v>
                </c:pt>
                <c:pt idx="14379">
                  <c:v>3.89134</c:v>
                </c:pt>
                <c:pt idx="14380">
                  <c:v>3.8916499999999998</c:v>
                </c:pt>
                <c:pt idx="14381">
                  <c:v>3.89195</c:v>
                </c:pt>
                <c:pt idx="14382">
                  <c:v>3.8922599999999998</c:v>
                </c:pt>
                <c:pt idx="14383">
                  <c:v>3.89256</c:v>
                </c:pt>
                <c:pt idx="14384">
                  <c:v>3.8928699999999998</c:v>
                </c:pt>
                <c:pt idx="14385">
                  <c:v>3.89317</c:v>
                </c:pt>
                <c:pt idx="14386">
                  <c:v>3.8934799999999998</c:v>
                </c:pt>
                <c:pt idx="14387">
                  <c:v>3.8937900000000001</c:v>
                </c:pt>
                <c:pt idx="14388">
                  <c:v>3.8940899999999998</c:v>
                </c:pt>
                <c:pt idx="14389">
                  <c:v>3.8944000000000001</c:v>
                </c:pt>
                <c:pt idx="14390">
                  <c:v>3.8946999999999998</c:v>
                </c:pt>
                <c:pt idx="14391">
                  <c:v>3.8950100000000001</c:v>
                </c:pt>
                <c:pt idx="14392">
                  <c:v>3.8953099999999998</c:v>
                </c:pt>
                <c:pt idx="14393">
                  <c:v>3.8956200000000001</c:v>
                </c:pt>
                <c:pt idx="14394">
                  <c:v>3.8959199999999998</c:v>
                </c:pt>
                <c:pt idx="14395">
                  <c:v>3.8962300000000001</c:v>
                </c:pt>
                <c:pt idx="14396">
                  <c:v>3.8965299999999998</c:v>
                </c:pt>
                <c:pt idx="14397">
                  <c:v>3.8968400000000001</c:v>
                </c:pt>
                <c:pt idx="14398">
                  <c:v>3.8971399999999998</c:v>
                </c:pt>
                <c:pt idx="14399">
                  <c:v>3.8974500000000001</c:v>
                </c:pt>
                <c:pt idx="14400">
                  <c:v>3.8977599999999999</c:v>
                </c:pt>
                <c:pt idx="14401">
                  <c:v>3.8980600000000001</c:v>
                </c:pt>
                <c:pt idx="14402">
                  <c:v>3.8983699999999999</c:v>
                </c:pt>
                <c:pt idx="14403">
                  <c:v>3.8986700000000001</c:v>
                </c:pt>
                <c:pt idx="14404">
                  <c:v>3.8989799999999999</c:v>
                </c:pt>
                <c:pt idx="14405">
                  <c:v>3.8992800000000001</c:v>
                </c:pt>
                <c:pt idx="14406">
                  <c:v>3.8995899999999999</c:v>
                </c:pt>
                <c:pt idx="14407">
                  <c:v>3.8998900000000001</c:v>
                </c:pt>
                <c:pt idx="14408">
                  <c:v>3.9001999999999999</c:v>
                </c:pt>
                <c:pt idx="14409">
                  <c:v>3.9005000000000001</c:v>
                </c:pt>
                <c:pt idx="14410">
                  <c:v>3.9008099999999999</c:v>
                </c:pt>
                <c:pt idx="14411">
                  <c:v>3.9011100000000001</c:v>
                </c:pt>
                <c:pt idx="14412">
                  <c:v>3.9014199999999999</c:v>
                </c:pt>
                <c:pt idx="14413">
                  <c:v>3.9017300000000001</c:v>
                </c:pt>
                <c:pt idx="14414">
                  <c:v>3.9020299999999999</c:v>
                </c:pt>
                <c:pt idx="14415">
                  <c:v>3.9023400000000001</c:v>
                </c:pt>
                <c:pt idx="14416">
                  <c:v>3.9026399999999999</c:v>
                </c:pt>
                <c:pt idx="14417">
                  <c:v>3.9029500000000001</c:v>
                </c:pt>
                <c:pt idx="14418">
                  <c:v>3.9032499999999999</c:v>
                </c:pt>
                <c:pt idx="14419">
                  <c:v>3.9035600000000001</c:v>
                </c:pt>
                <c:pt idx="14420">
                  <c:v>3.9038599999999999</c:v>
                </c:pt>
                <c:pt idx="14421">
                  <c:v>3.9041700000000001</c:v>
                </c:pt>
                <c:pt idx="14422">
                  <c:v>3.9044699999999999</c:v>
                </c:pt>
                <c:pt idx="14423">
                  <c:v>3.9047800000000001</c:v>
                </c:pt>
                <c:pt idx="14424">
                  <c:v>3.9050799999999999</c:v>
                </c:pt>
                <c:pt idx="14425">
                  <c:v>3.9053900000000001</c:v>
                </c:pt>
                <c:pt idx="14426">
                  <c:v>3.9056999999999999</c:v>
                </c:pt>
                <c:pt idx="14427">
                  <c:v>3.9060000000000001</c:v>
                </c:pt>
                <c:pt idx="14428">
                  <c:v>3.9063099999999999</c:v>
                </c:pt>
                <c:pt idx="14429">
                  <c:v>3.9066100000000001</c:v>
                </c:pt>
                <c:pt idx="14430">
                  <c:v>3.9069199999999999</c:v>
                </c:pt>
                <c:pt idx="14431">
                  <c:v>3.9072200000000001</c:v>
                </c:pt>
                <c:pt idx="14432">
                  <c:v>3.9075299999999999</c:v>
                </c:pt>
                <c:pt idx="14433">
                  <c:v>3.9078300000000001</c:v>
                </c:pt>
                <c:pt idx="14434">
                  <c:v>3.9081399999999999</c:v>
                </c:pt>
                <c:pt idx="14435">
                  <c:v>3.9084400000000001</c:v>
                </c:pt>
                <c:pt idx="14436">
                  <c:v>3.9087499999999999</c:v>
                </c:pt>
                <c:pt idx="14437">
                  <c:v>3.9090500000000001</c:v>
                </c:pt>
                <c:pt idx="14438">
                  <c:v>3.9093599999999999</c:v>
                </c:pt>
                <c:pt idx="14439">
                  <c:v>3.9096700000000002</c:v>
                </c:pt>
                <c:pt idx="14440">
                  <c:v>3.9099699999999999</c:v>
                </c:pt>
                <c:pt idx="14441">
                  <c:v>3.9102800000000002</c:v>
                </c:pt>
                <c:pt idx="14442">
                  <c:v>3.9105799999999999</c:v>
                </c:pt>
                <c:pt idx="14443">
                  <c:v>3.9108900000000002</c:v>
                </c:pt>
                <c:pt idx="14444">
                  <c:v>3.9111899999999999</c:v>
                </c:pt>
                <c:pt idx="14445">
                  <c:v>3.9115000000000002</c:v>
                </c:pt>
                <c:pt idx="14446">
                  <c:v>3.9117999999999999</c:v>
                </c:pt>
                <c:pt idx="14447">
                  <c:v>3.9121100000000002</c:v>
                </c:pt>
                <c:pt idx="14448">
                  <c:v>3.9124099999999999</c:v>
                </c:pt>
                <c:pt idx="14449">
                  <c:v>3.9127200000000002</c:v>
                </c:pt>
                <c:pt idx="14450">
                  <c:v>3.91303</c:v>
                </c:pt>
                <c:pt idx="14451">
                  <c:v>3.9133300000000002</c:v>
                </c:pt>
                <c:pt idx="14452">
                  <c:v>3.91364</c:v>
                </c:pt>
                <c:pt idx="14453">
                  <c:v>3.9139400000000002</c:v>
                </c:pt>
                <c:pt idx="14454">
                  <c:v>3.91425</c:v>
                </c:pt>
                <c:pt idx="14455">
                  <c:v>3.9145500000000002</c:v>
                </c:pt>
                <c:pt idx="14456">
                  <c:v>3.91486</c:v>
                </c:pt>
                <c:pt idx="14457">
                  <c:v>3.9151600000000002</c:v>
                </c:pt>
                <c:pt idx="14458">
                  <c:v>3.91547</c:v>
                </c:pt>
                <c:pt idx="14459">
                  <c:v>3.9157700000000002</c:v>
                </c:pt>
                <c:pt idx="14460">
                  <c:v>3.91608</c:v>
                </c:pt>
                <c:pt idx="14461">
                  <c:v>3.9163800000000002</c:v>
                </c:pt>
                <c:pt idx="14462">
                  <c:v>3.91669</c:v>
                </c:pt>
                <c:pt idx="14463">
                  <c:v>3.9169999999999998</c:v>
                </c:pt>
                <c:pt idx="14464">
                  <c:v>3.9173</c:v>
                </c:pt>
                <c:pt idx="14465">
                  <c:v>3.9176099999999998</c:v>
                </c:pt>
                <c:pt idx="14466">
                  <c:v>3.91791</c:v>
                </c:pt>
                <c:pt idx="14467">
                  <c:v>3.9182199999999998</c:v>
                </c:pt>
                <c:pt idx="14468">
                  <c:v>3.91852</c:v>
                </c:pt>
                <c:pt idx="14469">
                  <c:v>3.9188299999999998</c:v>
                </c:pt>
                <c:pt idx="14470">
                  <c:v>3.91913</c:v>
                </c:pt>
                <c:pt idx="14471">
                  <c:v>3.9194399999999998</c:v>
                </c:pt>
                <c:pt idx="14472">
                  <c:v>3.91974</c:v>
                </c:pt>
                <c:pt idx="14473">
                  <c:v>3.9200499999999998</c:v>
                </c:pt>
                <c:pt idx="14474">
                  <c:v>3.92035</c:v>
                </c:pt>
                <c:pt idx="14475">
                  <c:v>3.9206599999999998</c:v>
                </c:pt>
                <c:pt idx="14476">
                  <c:v>3.9209700000000001</c:v>
                </c:pt>
                <c:pt idx="14477">
                  <c:v>3.9212699999999998</c:v>
                </c:pt>
                <c:pt idx="14478">
                  <c:v>3.9215800000000001</c:v>
                </c:pt>
                <c:pt idx="14479">
                  <c:v>3.9218799999999998</c:v>
                </c:pt>
                <c:pt idx="14480">
                  <c:v>3.9221900000000001</c:v>
                </c:pt>
                <c:pt idx="14481">
                  <c:v>3.9224899999999998</c:v>
                </c:pt>
                <c:pt idx="14482">
                  <c:v>3.9228000000000001</c:v>
                </c:pt>
                <c:pt idx="14483">
                  <c:v>3.9230999999999998</c:v>
                </c:pt>
                <c:pt idx="14484">
                  <c:v>3.9234100000000001</c:v>
                </c:pt>
                <c:pt idx="14485">
                  <c:v>3.9237099999999998</c:v>
                </c:pt>
                <c:pt idx="14486">
                  <c:v>3.9240200000000001</c:v>
                </c:pt>
                <c:pt idx="14487">
                  <c:v>3.9243199999999998</c:v>
                </c:pt>
                <c:pt idx="14488">
                  <c:v>3.9246300000000001</c:v>
                </c:pt>
                <c:pt idx="14489">
                  <c:v>3.9249399999999999</c:v>
                </c:pt>
                <c:pt idx="14490">
                  <c:v>3.9252400000000001</c:v>
                </c:pt>
                <c:pt idx="14491">
                  <c:v>3.9255499999999999</c:v>
                </c:pt>
                <c:pt idx="14492">
                  <c:v>3.9258500000000001</c:v>
                </c:pt>
                <c:pt idx="14493">
                  <c:v>3.9261599999999999</c:v>
                </c:pt>
                <c:pt idx="14494">
                  <c:v>3.9264600000000001</c:v>
                </c:pt>
                <c:pt idx="14495">
                  <c:v>3.9267699999999999</c:v>
                </c:pt>
                <c:pt idx="14496">
                  <c:v>3.9270700000000001</c:v>
                </c:pt>
                <c:pt idx="14497">
                  <c:v>3.9273799999999999</c:v>
                </c:pt>
                <c:pt idx="14498">
                  <c:v>3.9276800000000001</c:v>
                </c:pt>
                <c:pt idx="14499">
                  <c:v>3.9279899999999999</c:v>
                </c:pt>
                <c:pt idx="14500">
                  <c:v>3.9283000000000001</c:v>
                </c:pt>
                <c:pt idx="14501">
                  <c:v>3.9285999999999999</c:v>
                </c:pt>
                <c:pt idx="14502">
                  <c:v>3.9289100000000001</c:v>
                </c:pt>
                <c:pt idx="14503">
                  <c:v>3.9292099999999999</c:v>
                </c:pt>
                <c:pt idx="14504">
                  <c:v>3.9295200000000001</c:v>
                </c:pt>
                <c:pt idx="14505">
                  <c:v>3.9298199999999999</c:v>
                </c:pt>
                <c:pt idx="14506">
                  <c:v>3.9301300000000001</c:v>
                </c:pt>
                <c:pt idx="14507">
                  <c:v>3.9304299999999999</c:v>
                </c:pt>
                <c:pt idx="14508">
                  <c:v>3.9307400000000001</c:v>
                </c:pt>
                <c:pt idx="14509">
                  <c:v>3.9310399999999999</c:v>
                </c:pt>
                <c:pt idx="14510">
                  <c:v>3.9313500000000001</c:v>
                </c:pt>
                <c:pt idx="14511">
                  <c:v>3.9316499999999999</c:v>
                </c:pt>
                <c:pt idx="14512">
                  <c:v>3.9319600000000001</c:v>
                </c:pt>
                <c:pt idx="14513">
                  <c:v>3.9322699999999999</c:v>
                </c:pt>
                <c:pt idx="14514">
                  <c:v>3.9325700000000001</c:v>
                </c:pt>
                <c:pt idx="14515">
                  <c:v>3.9328799999999999</c:v>
                </c:pt>
                <c:pt idx="14516">
                  <c:v>3.9331800000000001</c:v>
                </c:pt>
                <c:pt idx="14517">
                  <c:v>3.9334899999999999</c:v>
                </c:pt>
                <c:pt idx="14518">
                  <c:v>3.9337900000000001</c:v>
                </c:pt>
                <c:pt idx="14519">
                  <c:v>3.9340999999999999</c:v>
                </c:pt>
                <c:pt idx="14520">
                  <c:v>3.9344000000000001</c:v>
                </c:pt>
                <c:pt idx="14521">
                  <c:v>3.9347099999999999</c:v>
                </c:pt>
                <c:pt idx="14522">
                  <c:v>3.9350100000000001</c:v>
                </c:pt>
                <c:pt idx="14523">
                  <c:v>3.9353199999999999</c:v>
                </c:pt>
                <c:pt idx="14524">
                  <c:v>3.9356200000000001</c:v>
                </c:pt>
                <c:pt idx="14525">
                  <c:v>3.9359299999999999</c:v>
                </c:pt>
                <c:pt idx="14526">
                  <c:v>3.9362400000000002</c:v>
                </c:pt>
                <c:pt idx="14527">
                  <c:v>3.9365399999999999</c:v>
                </c:pt>
                <c:pt idx="14528">
                  <c:v>3.9368500000000002</c:v>
                </c:pt>
                <c:pt idx="14529">
                  <c:v>3.9371499999999999</c:v>
                </c:pt>
                <c:pt idx="14530">
                  <c:v>3.9374600000000002</c:v>
                </c:pt>
                <c:pt idx="14531">
                  <c:v>3.9377599999999999</c:v>
                </c:pt>
                <c:pt idx="14532">
                  <c:v>3.9380700000000002</c:v>
                </c:pt>
                <c:pt idx="14533">
                  <c:v>3.9383699999999999</c:v>
                </c:pt>
                <c:pt idx="14534">
                  <c:v>3.9386800000000002</c:v>
                </c:pt>
                <c:pt idx="14535">
                  <c:v>3.9389799999999999</c:v>
                </c:pt>
                <c:pt idx="14536">
                  <c:v>3.9392900000000002</c:v>
                </c:pt>
                <c:pt idx="14537">
                  <c:v>3.9395899999999999</c:v>
                </c:pt>
                <c:pt idx="14538">
                  <c:v>3.9399000000000002</c:v>
                </c:pt>
                <c:pt idx="14539">
                  <c:v>3.94021</c:v>
                </c:pt>
                <c:pt idx="14540">
                  <c:v>3.9405100000000002</c:v>
                </c:pt>
                <c:pt idx="14541">
                  <c:v>3.94082</c:v>
                </c:pt>
                <c:pt idx="14542">
                  <c:v>3.9411200000000002</c:v>
                </c:pt>
                <c:pt idx="14543">
                  <c:v>3.94143</c:v>
                </c:pt>
                <c:pt idx="14544">
                  <c:v>3.9417300000000002</c:v>
                </c:pt>
                <c:pt idx="14545">
                  <c:v>3.94204</c:v>
                </c:pt>
                <c:pt idx="14546">
                  <c:v>3.9423400000000002</c:v>
                </c:pt>
                <c:pt idx="14547">
                  <c:v>3.94265</c:v>
                </c:pt>
                <c:pt idx="14548">
                  <c:v>3.9429500000000002</c:v>
                </c:pt>
                <c:pt idx="14549">
                  <c:v>3.94326</c:v>
                </c:pt>
                <c:pt idx="14550">
                  <c:v>3.9435600000000002</c:v>
                </c:pt>
                <c:pt idx="14551">
                  <c:v>3.94387</c:v>
                </c:pt>
                <c:pt idx="14552">
                  <c:v>3.9441799999999998</c:v>
                </c:pt>
                <c:pt idx="14553">
                  <c:v>3.94448</c:v>
                </c:pt>
                <c:pt idx="14554">
                  <c:v>3.9447899999999998</c:v>
                </c:pt>
                <c:pt idx="14555">
                  <c:v>3.94509</c:v>
                </c:pt>
                <c:pt idx="14556">
                  <c:v>3.9453999999999998</c:v>
                </c:pt>
                <c:pt idx="14557">
                  <c:v>3.9457</c:v>
                </c:pt>
                <c:pt idx="14558">
                  <c:v>3.9460099999999998</c:v>
                </c:pt>
                <c:pt idx="14559">
                  <c:v>3.94631</c:v>
                </c:pt>
                <c:pt idx="14560">
                  <c:v>3.9466199999999998</c:v>
                </c:pt>
                <c:pt idx="14561">
                  <c:v>3.94692</c:v>
                </c:pt>
                <c:pt idx="14562">
                  <c:v>3.9472299999999998</c:v>
                </c:pt>
                <c:pt idx="14563">
                  <c:v>3.94754</c:v>
                </c:pt>
                <c:pt idx="14564">
                  <c:v>3.9478399999999998</c:v>
                </c:pt>
                <c:pt idx="14565">
                  <c:v>3.94815</c:v>
                </c:pt>
                <c:pt idx="14566">
                  <c:v>3.9484499999999998</c:v>
                </c:pt>
                <c:pt idx="14567">
                  <c:v>3.94876</c:v>
                </c:pt>
                <c:pt idx="14568">
                  <c:v>3.9490599999999998</c:v>
                </c:pt>
                <c:pt idx="14569">
                  <c:v>3.94937</c:v>
                </c:pt>
                <c:pt idx="14570">
                  <c:v>3.9496699999999998</c:v>
                </c:pt>
                <c:pt idx="14571">
                  <c:v>3.94998</c:v>
                </c:pt>
                <c:pt idx="14572">
                  <c:v>3.9502799999999998</c:v>
                </c:pt>
                <c:pt idx="14573">
                  <c:v>3.95059</c:v>
                </c:pt>
                <c:pt idx="14574">
                  <c:v>3.9508899999999998</c:v>
                </c:pt>
                <c:pt idx="14575">
                  <c:v>3.9512</c:v>
                </c:pt>
                <c:pt idx="14576">
                  <c:v>3.9515099999999999</c:v>
                </c:pt>
                <c:pt idx="14577">
                  <c:v>3.95181</c:v>
                </c:pt>
                <c:pt idx="14578">
                  <c:v>3.9521199999999999</c:v>
                </c:pt>
                <c:pt idx="14579">
                  <c:v>3.95242</c:v>
                </c:pt>
                <c:pt idx="14580">
                  <c:v>3.9527299999999999</c:v>
                </c:pt>
                <c:pt idx="14581">
                  <c:v>3.95303</c:v>
                </c:pt>
                <c:pt idx="14582">
                  <c:v>3.9533399999999999</c:v>
                </c:pt>
                <c:pt idx="14583">
                  <c:v>3.95364</c:v>
                </c:pt>
                <c:pt idx="14584">
                  <c:v>3.9539499999999999</c:v>
                </c:pt>
                <c:pt idx="14585">
                  <c:v>3.95425</c:v>
                </c:pt>
                <c:pt idx="14586">
                  <c:v>3.9545599999999999</c:v>
                </c:pt>
                <c:pt idx="14587">
                  <c:v>3.95486</c:v>
                </c:pt>
                <c:pt idx="14588">
                  <c:v>3.9551699999999999</c:v>
                </c:pt>
                <c:pt idx="14589">
                  <c:v>3.9554800000000001</c:v>
                </c:pt>
                <c:pt idx="14590">
                  <c:v>3.9557799999999999</c:v>
                </c:pt>
                <c:pt idx="14591">
                  <c:v>3.9560900000000001</c:v>
                </c:pt>
                <c:pt idx="14592">
                  <c:v>3.9563899999999999</c:v>
                </c:pt>
                <c:pt idx="14593">
                  <c:v>3.9567000000000001</c:v>
                </c:pt>
                <c:pt idx="14594">
                  <c:v>3.9569999999999999</c:v>
                </c:pt>
                <c:pt idx="14595">
                  <c:v>3.9573100000000001</c:v>
                </c:pt>
                <c:pt idx="14596">
                  <c:v>3.9576099999999999</c:v>
                </c:pt>
                <c:pt idx="14597">
                  <c:v>3.9579200000000001</c:v>
                </c:pt>
                <c:pt idx="14598">
                  <c:v>3.9582199999999998</c:v>
                </c:pt>
                <c:pt idx="14599">
                  <c:v>3.9585300000000001</c:v>
                </c:pt>
                <c:pt idx="14600">
                  <c:v>3.9588299999999998</c:v>
                </c:pt>
                <c:pt idx="14601">
                  <c:v>3.9591400000000001</c:v>
                </c:pt>
                <c:pt idx="14602">
                  <c:v>3.9594499999999999</c:v>
                </c:pt>
                <c:pt idx="14603">
                  <c:v>3.9597500000000001</c:v>
                </c:pt>
                <c:pt idx="14604">
                  <c:v>3.9600599999999999</c:v>
                </c:pt>
                <c:pt idx="14605">
                  <c:v>3.9603600000000001</c:v>
                </c:pt>
                <c:pt idx="14606">
                  <c:v>3.9606699999999999</c:v>
                </c:pt>
                <c:pt idx="14607">
                  <c:v>3.9609700000000001</c:v>
                </c:pt>
                <c:pt idx="14608">
                  <c:v>3.9612799999999999</c:v>
                </c:pt>
                <c:pt idx="14609">
                  <c:v>3.9615800000000001</c:v>
                </c:pt>
                <c:pt idx="14610">
                  <c:v>3.9618899999999999</c:v>
                </c:pt>
                <c:pt idx="14611">
                  <c:v>3.9621900000000001</c:v>
                </c:pt>
                <c:pt idx="14612">
                  <c:v>3.9624999999999999</c:v>
                </c:pt>
                <c:pt idx="14613">
                  <c:v>3.9628000000000001</c:v>
                </c:pt>
                <c:pt idx="14614">
                  <c:v>3.9631099999999999</c:v>
                </c:pt>
                <c:pt idx="14615">
                  <c:v>3.9634200000000002</c:v>
                </c:pt>
                <c:pt idx="14616">
                  <c:v>3.9637199999999999</c:v>
                </c:pt>
                <c:pt idx="14617">
                  <c:v>3.9640300000000002</c:v>
                </c:pt>
                <c:pt idx="14618">
                  <c:v>3.9643299999999999</c:v>
                </c:pt>
                <c:pt idx="14619">
                  <c:v>3.9646400000000002</c:v>
                </c:pt>
                <c:pt idx="14620">
                  <c:v>3.9649399999999999</c:v>
                </c:pt>
                <c:pt idx="14621">
                  <c:v>3.9652500000000002</c:v>
                </c:pt>
                <c:pt idx="14622">
                  <c:v>3.9655499999999999</c:v>
                </c:pt>
                <c:pt idx="14623">
                  <c:v>3.9658600000000002</c:v>
                </c:pt>
                <c:pt idx="14624">
                  <c:v>3.9661599999999999</c:v>
                </c:pt>
                <c:pt idx="14625">
                  <c:v>3.9664700000000002</c:v>
                </c:pt>
                <c:pt idx="14626">
                  <c:v>3.96678</c:v>
                </c:pt>
                <c:pt idx="14627">
                  <c:v>3.9670800000000002</c:v>
                </c:pt>
                <c:pt idx="14628">
                  <c:v>3.96739</c:v>
                </c:pt>
                <c:pt idx="14629">
                  <c:v>3.9676900000000002</c:v>
                </c:pt>
                <c:pt idx="14630">
                  <c:v>3.968</c:v>
                </c:pt>
                <c:pt idx="14631">
                  <c:v>3.9683000000000002</c:v>
                </c:pt>
                <c:pt idx="14632">
                  <c:v>3.96861</c:v>
                </c:pt>
                <c:pt idx="14633">
                  <c:v>3.9689100000000002</c:v>
                </c:pt>
                <c:pt idx="14634">
                  <c:v>3.96922</c:v>
                </c:pt>
                <c:pt idx="14635">
                  <c:v>3.9695200000000002</c:v>
                </c:pt>
                <c:pt idx="14636">
                  <c:v>3.96983</c:v>
                </c:pt>
                <c:pt idx="14637">
                  <c:v>3.9701300000000002</c:v>
                </c:pt>
                <c:pt idx="14638">
                  <c:v>3.97044</c:v>
                </c:pt>
                <c:pt idx="14639">
                  <c:v>3.9707499999999998</c:v>
                </c:pt>
                <c:pt idx="14640">
                  <c:v>3.97105</c:v>
                </c:pt>
                <c:pt idx="14641">
                  <c:v>3.9713599999999998</c:v>
                </c:pt>
                <c:pt idx="14642">
                  <c:v>3.97166</c:v>
                </c:pt>
                <c:pt idx="14643">
                  <c:v>3.9719699999999998</c:v>
                </c:pt>
                <c:pt idx="14644">
                  <c:v>3.97227</c:v>
                </c:pt>
                <c:pt idx="14645">
                  <c:v>3.9725799999999998</c:v>
                </c:pt>
                <c:pt idx="14646">
                  <c:v>3.97288</c:v>
                </c:pt>
                <c:pt idx="14647">
                  <c:v>3.9731900000000002</c:v>
                </c:pt>
                <c:pt idx="14648">
                  <c:v>3.97349</c:v>
                </c:pt>
                <c:pt idx="14649">
                  <c:v>3.9738000000000002</c:v>
                </c:pt>
                <c:pt idx="14650">
                  <c:v>3.9741</c:v>
                </c:pt>
                <c:pt idx="14651">
                  <c:v>3.9744100000000002</c:v>
                </c:pt>
                <c:pt idx="14652">
                  <c:v>3.97472</c:v>
                </c:pt>
                <c:pt idx="14653">
                  <c:v>3.9750200000000002</c:v>
                </c:pt>
                <c:pt idx="14654">
                  <c:v>3.97533</c:v>
                </c:pt>
                <c:pt idx="14655">
                  <c:v>3.9756300000000002</c:v>
                </c:pt>
                <c:pt idx="14656">
                  <c:v>3.97594</c:v>
                </c:pt>
                <c:pt idx="14657">
                  <c:v>3.9762400000000002</c:v>
                </c:pt>
                <c:pt idx="14658">
                  <c:v>3.97655</c:v>
                </c:pt>
                <c:pt idx="14659">
                  <c:v>3.9768500000000002</c:v>
                </c:pt>
                <c:pt idx="14660">
                  <c:v>3.97716</c:v>
                </c:pt>
                <c:pt idx="14661">
                  <c:v>3.9774600000000002</c:v>
                </c:pt>
                <c:pt idx="14662">
                  <c:v>3.97777</c:v>
                </c:pt>
                <c:pt idx="14663">
                  <c:v>3.9780700000000002</c:v>
                </c:pt>
                <c:pt idx="14664">
                  <c:v>3.97838</c:v>
                </c:pt>
                <c:pt idx="14665">
                  <c:v>3.9786899999999998</c:v>
                </c:pt>
                <c:pt idx="14666">
                  <c:v>3.97899</c:v>
                </c:pt>
                <c:pt idx="14667">
                  <c:v>3.9792999999999998</c:v>
                </c:pt>
                <c:pt idx="14668">
                  <c:v>3.9796</c:v>
                </c:pt>
                <c:pt idx="14669">
                  <c:v>3.9799099999999998</c:v>
                </c:pt>
                <c:pt idx="14670">
                  <c:v>3.98021</c:v>
                </c:pt>
                <c:pt idx="14671">
                  <c:v>3.9805199999999998</c:v>
                </c:pt>
                <c:pt idx="14672">
                  <c:v>3.98082</c:v>
                </c:pt>
                <c:pt idx="14673">
                  <c:v>3.9811299999999998</c:v>
                </c:pt>
                <c:pt idx="14674">
                  <c:v>3.98143</c:v>
                </c:pt>
                <c:pt idx="14675">
                  <c:v>3.9817399999999998</c:v>
                </c:pt>
                <c:pt idx="14676">
                  <c:v>3.98204</c:v>
                </c:pt>
                <c:pt idx="14677">
                  <c:v>3.9823499999999998</c:v>
                </c:pt>
                <c:pt idx="14678">
                  <c:v>3.9826600000000001</c:v>
                </c:pt>
                <c:pt idx="14679">
                  <c:v>3.9829599999999998</c:v>
                </c:pt>
                <c:pt idx="14680">
                  <c:v>3.9832700000000001</c:v>
                </c:pt>
                <c:pt idx="14681">
                  <c:v>3.9835699999999998</c:v>
                </c:pt>
                <c:pt idx="14682">
                  <c:v>3.9838800000000001</c:v>
                </c:pt>
                <c:pt idx="14683">
                  <c:v>3.9841799999999998</c:v>
                </c:pt>
                <c:pt idx="14684">
                  <c:v>3.9844900000000001</c:v>
                </c:pt>
                <c:pt idx="14685">
                  <c:v>3.9847899999999998</c:v>
                </c:pt>
                <c:pt idx="14686">
                  <c:v>3.9851000000000001</c:v>
                </c:pt>
                <c:pt idx="14687">
                  <c:v>3.9853999999999998</c:v>
                </c:pt>
                <c:pt idx="14688">
                  <c:v>3.9857100000000001</c:v>
                </c:pt>
                <c:pt idx="14689">
                  <c:v>3.9860199999999999</c:v>
                </c:pt>
                <c:pt idx="14690">
                  <c:v>3.9863200000000001</c:v>
                </c:pt>
                <c:pt idx="14691">
                  <c:v>3.9866299999999999</c:v>
                </c:pt>
                <c:pt idx="14692">
                  <c:v>3.9869300000000001</c:v>
                </c:pt>
                <c:pt idx="14693">
                  <c:v>3.9872399999999999</c:v>
                </c:pt>
                <c:pt idx="14694">
                  <c:v>3.9875400000000001</c:v>
                </c:pt>
                <c:pt idx="14695">
                  <c:v>3.9878499999999999</c:v>
                </c:pt>
                <c:pt idx="14696">
                  <c:v>3.9881500000000001</c:v>
                </c:pt>
                <c:pt idx="14697">
                  <c:v>3.9884599999999999</c:v>
                </c:pt>
                <c:pt idx="14698">
                  <c:v>3.9887600000000001</c:v>
                </c:pt>
                <c:pt idx="14699">
                  <c:v>3.9890699999999999</c:v>
                </c:pt>
                <c:pt idx="14700">
                  <c:v>3.9893700000000001</c:v>
                </c:pt>
                <c:pt idx="14701">
                  <c:v>3.9896799999999999</c:v>
                </c:pt>
                <c:pt idx="14702">
                  <c:v>3.9899900000000001</c:v>
                </c:pt>
                <c:pt idx="14703">
                  <c:v>3.9902899999999999</c:v>
                </c:pt>
                <c:pt idx="14704">
                  <c:v>3.9906000000000001</c:v>
                </c:pt>
                <c:pt idx="14705">
                  <c:v>3.9908999999999999</c:v>
                </c:pt>
                <c:pt idx="14706">
                  <c:v>3.9912100000000001</c:v>
                </c:pt>
                <c:pt idx="14707">
                  <c:v>3.9915099999999999</c:v>
                </c:pt>
                <c:pt idx="14708">
                  <c:v>3.9918200000000001</c:v>
                </c:pt>
                <c:pt idx="14709">
                  <c:v>3.9921199999999999</c:v>
                </c:pt>
                <c:pt idx="14710">
                  <c:v>3.9924300000000001</c:v>
                </c:pt>
                <c:pt idx="14711">
                  <c:v>3.9927299999999999</c:v>
                </c:pt>
                <c:pt idx="14712">
                  <c:v>3.9930400000000001</c:v>
                </c:pt>
                <c:pt idx="14713">
                  <c:v>3.9933399999999999</c:v>
                </c:pt>
                <c:pt idx="14714">
                  <c:v>3.9936500000000001</c:v>
                </c:pt>
                <c:pt idx="14715">
                  <c:v>3.99396</c:v>
                </c:pt>
                <c:pt idx="14716">
                  <c:v>3.9942600000000001</c:v>
                </c:pt>
                <c:pt idx="14717">
                  <c:v>3.99457</c:v>
                </c:pt>
                <c:pt idx="14718">
                  <c:v>3.9948700000000001</c:v>
                </c:pt>
                <c:pt idx="14719">
                  <c:v>3.99518</c:v>
                </c:pt>
                <c:pt idx="14720">
                  <c:v>3.9954800000000001</c:v>
                </c:pt>
                <c:pt idx="14721">
                  <c:v>3.99579</c:v>
                </c:pt>
                <c:pt idx="14722">
                  <c:v>3.9960900000000001</c:v>
                </c:pt>
                <c:pt idx="14723">
                  <c:v>3.9964</c:v>
                </c:pt>
                <c:pt idx="14724">
                  <c:v>3.9967000000000001</c:v>
                </c:pt>
                <c:pt idx="14725">
                  <c:v>3.99701</c:v>
                </c:pt>
                <c:pt idx="14726">
                  <c:v>3.9973100000000001</c:v>
                </c:pt>
                <c:pt idx="14727">
                  <c:v>3.99762</c:v>
                </c:pt>
                <c:pt idx="14728">
                  <c:v>3.9979300000000002</c:v>
                </c:pt>
                <c:pt idx="14729">
                  <c:v>3.99823</c:v>
                </c:pt>
                <c:pt idx="14730">
                  <c:v>3.9985400000000002</c:v>
                </c:pt>
                <c:pt idx="14731">
                  <c:v>3.99884</c:v>
                </c:pt>
                <c:pt idx="14732">
                  <c:v>3.9991500000000002</c:v>
                </c:pt>
                <c:pt idx="14733">
                  <c:v>3.9994499999999999</c:v>
                </c:pt>
                <c:pt idx="14734">
                  <c:v>3.9997600000000002</c:v>
                </c:pt>
                <c:pt idx="14735">
                  <c:v>4.0000600000000004</c:v>
                </c:pt>
                <c:pt idx="14736">
                  <c:v>4.0003700000000002</c:v>
                </c:pt>
                <c:pt idx="14737">
                  <c:v>4.0006700000000004</c:v>
                </c:pt>
                <c:pt idx="14738">
                  <c:v>4.0009800000000002</c:v>
                </c:pt>
                <c:pt idx="14739">
                  <c:v>4.00129</c:v>
                </c:pt>
                <c:pt idx="14740">
                  <c:v>4.0015900000000002</c:v>
                </c:pt>
                <c:pt idx="14741">
                  <c:v>4.0019</c:v>
                </c:pt>
                <c:pt idx="14742">
                  <c:v>4.0022000000000002</c:v>
                </c:pt>
                <c:pt idx="14743">
                  <c:v>4.00251</c:v>
                </c:pt>
                <c:pt idx="14744">
                  <c:v>4.0028100000000002</c:v>
                </c:pt>
                <c:pt idx="14745">
                  <c:v>4.00312</c:v>
                </c:pt>
                <c:pt idx="14746">
                  <c:v>4.0034200000000002</c:v>
                </c:pt>
                <c:pt idx="14747">
                  <c:v>4.00373</c:v>
                </c:pt>
                <c:pt idx="14748">
                  <c:v>4.0040300000000002</c:v>
                </c:pt>
                <c:pt idx="14749">
                  <c:v>4.00434</c:v>
                </c:pt>
                <c:pt idx="14750">
                  <c:v>4.0046400000000002</c:v>
                </c:pt>
                <c:pt idx="14751">
                  <c:v>4.00495</c:v>
                </c:pt>
                <c:pt idx="14752">
                  <c:v>4.0052599999999998</c:v>
                </c:pt>
                <c:pt idx="14753">
                  <c:v>4.00556</c:v>
                </c:pt>
                <c:pt idx="14754">
                  <c:v>4.0058699999999998</c:v>
                </c:pt>
                <c:pt idx="14755">
                  <c:v>4.00617</c:v>
                </c:pt>
                <c:pt idx="14756">
                  <c:v>4.0064799999999998</c:v>
                </c:pt>
                <c:pt idx="14757">
                  <c:v>4.00678</c:v>
                </c:pt>
                <c:pt idx="14758">
                  <c:v>4.0070899999999998</c:v>
                </c:pt>
                <c:pt idx="14759">
                  <c:v>4.00739</c:v>
                </c:pt>
                <c:pt idx="14760">
                  <c:v>4.0076999999999998</c:v>
                </c:pt>
                <c:pt idx="14761">
                  <c:v>4.008</c:v>
                </c:pt>
                <c:pt idx="14762">
                  <c:v>4.0083099999999998</c:v>
                </c:pt>
                <c:pt idx="14763">
                  <c:v>4.00861</c:v>
                </c:pt>
                <c:pt idx="14764">
                  <c:v>4.0089199999999998</c:v>
                </c:pt>
                <c:pt idx="14765">
                  <c:v>4.0092299999999996</c:v>
                </c:pt>
                <c:pt idx="14766">
                  <c:v>4.0095299999999998</c:v>
                </c:pt>
                <c:pt idx="14767">
                  <c:v>4.0098399999999996</c:v>
                </c:pt>
                <c:pt idx="14768">
                  <c:v>4.0101399999999998</c:v>
                </c:pt>
                <c:pt idx="14769">
                  <c:v>4.0104499999999996</c:v>
                </c:pt>
                <c:pt idx="14770">
                  <c:v>4.0107499999999998</c:v>
                </c:pt>
                <c:pt idx="14771">
                  <c:v>4.0110599999999996</c:v>
                </c:pt>
                <c:pt idx="14772">
                  <c:v>4.0113599999999998</c:v>
                </c:pt>
                <c:pt idx="14773">
                  <c:v>4.0116699999999996</c:v>
                </c:pt>
                <c:pt idx="14774">
                  <c:v>4.0119699999999998</c:v>
                </c:pt>
                <c:pt idx="14775">
                  <c:v>4.0122799999999996</c:v>
                </c:pt>
                <c:pt idx="14776">
                  <c:v>4.0125799999999998</c:v>
                </c:pt>
                <c:pt idx="14777">
                  <c:v>4.0128899999999996</c:v>
                </c:pt>
                <c:pt idx="14778">
                  <c:v>4.0132000000000003</c:v>
                </c:pt>
                <c:pt idx="14779">
                  <c:v>4.0134999999999996</c:v>
                </c:pt>
                <c:pt idx="14780">
                  <c:v>4.0138100000000003</c:v>
                </c:pt>
                <c:pt idx="14781">
                  <c:v>4.0141099999999996</c:v>
                </c:pt>
                <c:pt idx="14782">
                  <c:v>4.0144200000000003</c:v>
                </c:pt>
                <c:pt idx="14783">
                  <c:v>4.0147199999999996</c:v>
                </c:pt>
                <c:pt idx="14784">
                  <c:v>4.0150300000000003</c:v>
                </c:pt>
                <c:pt idx="14785">
                  <c:v>4.0153299999999996</c:v>
                </c:pt>
                <c:pt idx="14786">
                  <c:v>4.0156400000000003</c:v>
                </c:pt>
                <c:pt idx="14787">
                  <c:v>4.0159399999999996</c:v>
                </c:pt>
                <c:pt idx="14788">
                  <c:v>4.0162500000000003</c:v>
                </c:pt>
                <c:pt idx="14789">
                  <c:v>4.0165499999999996</c:v>
                </c:pt>
                <c:pt idx="14790">
                  <c:v>4.0168600000000003</c:v>
                </c:pt>
                <c:pt idx="14791">
                  <c:v>4.0171700000000001</c:v>
                </c:pt>
                <c:pt idx="14792">
                  <c:v>4.0174700000000003</c:v>
                </c:pt>
                <c:pt idx="14793">
                  <c:v>4.0177800000000001</c:v>
                </c:pt>
                <c:pt idx="14794">
                  <c:v>4.0180800000000003</c:v>
                </c:pt>
                <c:pt idx="14795">
                  <c:v>4.0183900000000001</c:v>
                </c:pt>
                <c:pt idx="14796">
                  <c:v>4.0186900000000003</c:v>
                </c:pt>
                <c:pt idx="14797">
                  <c:v>4.0190000000000001</c:v>
                </c:pt>
                <c:pt idx="14798">
                  <c:v>4.0193000000000003</c:v>
                </c:pt>
                <c:pt idx="14799">
                  <c:v>4.0196100000000001</c:v>
                </c:pt>
                <c:pt idx="14800">
                  <c:v>4.0199100000000003</c:v>
                </c:pt>
                <c:pt idx="14801">
                  <c:v>4.0202200000000001</c:v>
                </c:pt>
                <c:pt idx="14802">
                  <c:v>4.0205299999999999</c:v>
                </c:pt>
                <c:pt idx="14803">
                  <c:v>4.0208300000000001</c:v>
                </c:pt>
                <c:pt idx="14804">
                  <c:v>4.0211399999999999</c:v>
                </c:pt>
                <c:pt idx="14805">
                  <c:v>4.0214400000000001</c:v>
                </c:pt>
                <c:pt idx="14806">
                  <c:v>4.0217499999999999</c:v>
                </c:pt>
                <c:pt idx="14807">
                  <c:v>4.0220500000000001</c:v>
                </c:pt>
                <c:pt idx="14808">
                  <c:v>4.0223599999999999</c:v>
                </c:pt>
                <c:pt idx="14809">
                  <c:v>4.0226600000000001</c:v>
                </c:pt>
                <c:pt idx="14810">
                  <c:v>4.0229699999999999</c:v>
                </c:pt>
                <c:pt idx="14811">
                  <c:v>4.0232700000000001</c:v>
                </c:pt>
                <c:pt idx="14812">
                  <c:v>4.0235799999999999</c:v>
                </c:pt>
                <c:pt idx="14813">
                  <c:v>4.0238800000000001</c:v>
                </c:pt>
                <c:pt idx="14814">
                  <c:v>4.0241899999999999</c:v>
                </c:pt>
                <c:pt idx="14815">
                  <c:v>4.0244999999999997</c:v>
                </c:pt>
                <c:pt idx="14816">
                  <c:v>4.0247999999999999</c:v>
                </c:pt>
                <c:pt idx="14817">
                  <c:v>4.0251099999999997</c:v>
                </c:pt>
                <c:pt idx="14818">
                  <c:v>4.0254099999999999</c:v>
                </c:pt>
                <c:pt idx="14819">
                  <c:v>4.0257199999999997</c:v>
                </c:pt>
                <c:pt idx="14820">
                  <c:v>4.0260199999999999</c:v>
                </c:pt>
                <c:pt idx="14821">
                  <c:v>4.0263299999999997</c:v>
                </c:pt>
                <c:pt idx="14822">
                  <c:v>4.0266299999999999</c:v>
                </c:pt>
                <c:pt idx="14823">
                  <c:v>4.0269399999999997</c:v>
                </c:pt>
                <c:pt idx="14824">
                  <c:v>4.0272399999999999</c:v>
                </c:pt>
                <c:pt idx="14825">
                  <c:v>4.0275499999999997</c:v>
                </c:pt>
                <c:pt idx="14826">
                  <c:v>4.0278499999999999</c:v>
                </c:pt>
                <c:pt idx="14827">
                  <c:v>4.0281599999999997</c:v>
                </c:pt>
                <c:pt idx="14828">
                  <c:v>4.0284700000000004</c:v>
                </c:pt>
                <c:pt idx="14829">
                  <c:v>4.0287699999999997</c:v>
                </c:pt>
                <c:pt idx="14830">
                  <c:v>4.0290800000000004</c:v>
                </c:pt>
                <c:pt idx="14831">
                  <c:v>4.0293799999999997</c:v>
                </c:pt>
                <c:pt idx="14832">
                  <c:v>4.0296900000000004</c:v>
                </c:pt>
                <c:pt idx="14833">
                  <c:v>4.0299899999999997</c:v>
                </c:pt>
                <c:pt idx="14834">
                  <c:v>4.0303000000000004</c:v>
                </c:pt>
                <c:pt idx="14835">
                  <c:v>4.0305999999999997</c:v>
                </c:pt>
                <c:pt idx="14836">
                  <c:v>4.0309100000000004</c:v>
                </c:pt>
                <c:pt idx="14837">
                  <c:v>4.0312099999999997</c:v>
                </c:pt>
                <c:pt idx="14838">
                  <c:v>4.0315200000000004</c:v>
                </c:pt>
                <c:pt idx="14839">
                  <c:v>4.0318199999999997</c:v>
                </c:pt>
                <c:pt idx="14840">
                  <c:v>4.0321300000000004</c:v>
                </c:pt>
                <c:pt idx="14841">
                  <c:v>4.0324400000000002</c:v>
                </c:pt>
                <c:pt idx="14842">
                  <c:v>4.0327400000000004</c:v>
                </c:pt>
                <c:pt idx="14843">
                  <c:v>4.0330500000000002</c:v>
                </c:pt>
                <c:pt idx="14844">
                  <c:v>4.0333500000000004</c:v>
                </c:pt>
                <c:pt idx="14845">
                  <c:v>4.0336600000000002</c:v>
                </c:pt>
                <c:pt idx="14846">
                  <c:v>4.0339600000000004</c:v>
                </c:pt>
                <c:pt idx="14847">
                  <c:v>4.0342700000000002</c:v>
                </c:pt>
                <c:pt idx="14848">
                  <c:v>4.0345700000000004</c:v>
                </c:pt>
                <c:pt idx="14849">
                  <c:v>4.0348800000000002</c:v>
                </c:pt>
                <c:pt idx="14850">
                  <c:v>4.0351800000000004</c:v>
                </c:pt>
                <c:pt idx="14851">
                  <c:v>4.0354900000000002</c:v>
                </c:pt>
                <c:pt idx="14852">
                  <c:v>4.0357900000000004</c:v>
                </c:pt>
                <c:pt idx="14853">
                  <c:v>4.0361000000000002</c:v>
                </c:pt>
                <c:pt idx="14854">
                  <c:v>4.0364100000000001</c:v>
                </c:pt>
                <c:pt idx="14855">
                  <c:v>4.0367100000000002</c:v>
                </c:pt>
                <c:pt idx="14856">
                  <c:v>4.0370200000000001</c:v>
                </c:pt>
                <c:pt idx="14857">
                  <c:v>4.0373200000000002</c:v>
                </c:pt>
                <c:pt idx="14858">
                  <c:v>4.0376300000000001</c:v>
                </c:pt>
                <c:pt idx="14859">
                  <c:v>4.0379300000000002</c:v>
                </c:pt>
                <c:pt idx="14860">
                  <c:v>4.0382400000000001</c:v>
                </c:pt>
                <c:pt idx="14861">
                  <c:v>4.0385400000000002</c:v>
                </c:pt>
                <c:pt idx="14862">
                  <c:v>4.0388500000000001</c:v>
                </c:pt>
                <c:pt idx="14863">
                  <c:v>4.0391500000000002</c:v>
                </c:pt>
                <c:pt idx="14864">
                  <c:v>4.0394600000000001</c:v>
                </c:pt>
                <c:pt idx="14865">
                  <c:v>4.0397699999999999</c:v>
                </c:pt>
                <c:pt idx="14866">
                  <c:v>4.0400700000000001</c:v>
                </c:pt>
                <c:pt idx="14867">
                  <c:v>4.0403799999999999</c:v>
                </c:pt>
                <c:pt idx="14868">
                  <c:v>4.04068</c:v>
                </c:pt>
                <c:pt idx="14869">
                  <c:v>4.0409899999999999</c:v>
                </c:pt>
                <c:pt idx="14870">
                  <c:v>4.04129</c:v>
                </c:pt>
                <c:pt idx="14871">
                  <c:v>4.0415999999999999</c:v>
                </c:pt>
                <c:pt idx="14872">
                  <c:v>4.0419</c:v>
                </c:pt>
                <c:pt idx="14873">
                  <c:v>4.0422099999999999</c:v>
                </c:pt>
                <c:pt idx="14874">
                  <c:v>4.04251</c:v>
                </c:pt>
                <c:pt idx="14875">
                  <c:v>4.0428199999999999</c:v>
                </c:pt>
                <c:pt idx="14876">
                  <c:v>4.04312</c:v>
                </c:pt>
                <c:pt idx="14877">
                  <c:v>4.0434299999999999</c:v>
                </c:pt>
                <c:pt idx="14878">
                  <c:v>4.0437399999999997</c:v>
                </c:pt>
                <c:pt idx="14879">
                  <c:v>4.0440399999999999</c:v>
                </c:pt>
                <c:pt idx="14880">
                  <c:v>4.0443499999999997</c:v>
                </c:pt>
                <c:pt idx="14881">
                  <c:v>4.0446499999999999</c:v>
                </c:pt>
                <c:pt idx="14882">
                  <c:v>4.0449599999999997</c:v>
                </c:pt>
                <c:pt idx="14883">
                  <c:v>4.0452599999999999</c:v>
                </c:pt>
                <c:pt idx="14884">
                  <c:v>4.0455699999999997</c:v>
                </c:pt>
                <c:pt idx="14885">
                  <c:v>4.0458699999999999</c:v>
                </c:pt>
                <c:pt idx="14886">
                  <c:v>4.0461799999999997</c:v>
                </c:pt>
                <c:pt idx="14887">
                  <c:v>4.0464799999999999</c:v>
                </c:pt>
                <c:pt idx="14888">
                  <c:v>4.0467899999999997</c:v>
                </c:pt>
                <c:pt idx="14889">
                  <c:v>4.0470899999999999</c:v>
                </c:pt>
                <c:pt idx="14890">
                  <c:v>4.0473999999999997</c:v>
                </c:pt>
                <c:pt idx="14891">
                  <c:v>4.0477100000000004</c:v>
                </c:pt>
                <c:pt idx="14892">
                  <c:v>4.0480099999999997</c:v>
                </c:pt>
                <c:pt idx="14893">
                  <c:v>4.0483200000000004</c:v>
                </c:pt>
                <c:pt idx="14894">
                  <c:v>4.0486199999999997</c:v>
                </c:pt>
                <c:pt idx="14895">
                  <c:v>4.0489300000000004</c:v>
                </c:pt>
                <c:pt idx="14896">
                  <c:v>4.0492299999999997</c:v>
                </c:pt>
                <c:pt idx="14897">
                  <c:v>4.0495400000000004</c:v>
                </c:pt>
                <c:pt idx="14898">
                  <c:v>4.0498399999999997</c:v>
                </c:pt>
                <c:pt idx="14899">
                  <c:v>4.0501500000000004</c:v>
                </c:pt>
                <c:pt idx="14900">
                  <c:v>4.0504499999999997</c:v>
                </c:pt>
                <c:pt idx="14901">
                  <c:v>4.0507600000000004</c:v>
                </c:pt>
                <c:pt idx="14902">
                  <c:v>4.0510599999999997</c:v>
                </c:pt>
                <c:pt idx="14903">
                  <c:v>4.0513700000000004</c:v>
                </c:pt>
                <c:pt idx="14904">
                  <c:v>4.0516800000000002</c:v>
                </c:pt>
                <c:pt idx="14905">
                  <c:v>4.0519800000000004</c:v>
                </c:pt>
                <c:pt idx="14906">
                  <c:v>4.0522900000000002</c:v>
                </c:pt>
                <c:pt idx="14907">
                  <c:v>4.0525900000000004</c:v>
                </c:pt>
                <c:pt idx="14908">
                  <c:v>4.0529000000000002</c:v>
                </c:pt>
                <c:pt idx="14909">
                  <c:v>4.0532000000000004</c:v>
                </c:pt>
                <c:pt idx="14910">
                  <c:v>4.0535100000000002</c:v>
                </c:pt>
                <c:pt idx="14911">
                  <c:v>4.0538100000000004</c:v>
                </c:pt>
                <c:pt idx="14912">
                  <c:v>4.0541200000000002</c:v>
                </c:pt>
                <c:pt idx="14913">
                  <c:v>4.0544200000000004</c:v>
                </c:pt>
                <c:pt idx="14914">
                  <c:v>4.0547300000000002</c:v>
                </c:pt>
                <c:pt idx="14915">
                  <c:v>4.05504</c:v>
                </c:pt>
                <c:pt idx="14916">
                  <c:v>4.0553400000000002</c:v>
                </c:pt>
                <c:pt idx="14917">
                  <c:v>4.05565</c:v>
                </c:pt>
                <c:pt idx="14918">
                  <c:v>4.0559500000000002</c:v>
                </c:pt>
                <c:pt idx="14919">
                  <c:v>4.05626</c:v>
                </c:pt>
                <c:pt idx="14920">
                  <c:v>4.0565600000000002</c:v>
                </c:pt>
                <c:pt idx="14921">
                  <c:v>4.05687</c:v>
                </c:pt>
                <c:pt idx="14922">
                  <c:v>4.0571700000000002</c:v>
                </c:pt>
                <c:pt idx="14923">
                  <c:v>4.05748</c:v>
                </c:pt>
                <c:pt idx="14924">
                  <c:v>4.0577800000000002</c:v>
                </c:pt>
                <c:pt idx="14925">
                  <c:v>4.05809</c:v>
                </c:pt>
                <c:pt idx="14926">
                  <c:v>4.0583900000000002</c:v>
                </c:pt>
                <c:pt idx="14927">
                  <c:v>4.0587</c:v>
                </c:pt>
                <c:pt idx="14928">
                  <c:v>4.0590099999999998</c:v>
                </c:pt>
                <c:pt idx="14929">
                  <c:v>4.05931</c:v>
                </c:pt>
                <c:pt idx="14930">
                  <c:v>4.0596199999999998</c:v>
                </c:pt>
                <c:pt idx="14931">
                  <c:v>4.05992</c:v>
                </c:pt>
                <c:pt idx="14932">
                  <c:v>4.0602299999999998</c:v>
                </c:pt>
                <c:pt idx="14933">
                  <c:v>4.06053</c:v>
                </c:pt>
                <c:pt idx="14934">
                  <c:v>4.0608399999999998</c:v>
                </c:pt>
                <c:pt idx="14935">
                  <c:v>4.06114</c:v>
                </c:pt>
                <c:pt idx="14936">
                  <c:v>4.0614499999999998</c:v>
                </c:pt>
                <c:pt idx="14937">
                  <c:v>4.06175</c:v>
                </c:pt>
                <c:pt idx="14938">
                  <c:v>4.0620599999999998</c:v>
                </c:pt>
                <c:pt idx="14939">
                  <c:v>4.06236</c:v>
                </c:pt>
                <c:pt idx="14940">
                  <c:v>4.0626699999999998</c:v>
                </c:pt>
                <c:pt idx="14941">
                  <c:v>4.0629799999999996</c:v>
                </c:pt>
                <c:pt idx="14942">
                  <c:v>4.0632799999999998</c:v>
                </c:pt>
                <c:pt idx="14943">
                  <c:v>4.0635899999999996</c:v>
                </c:pt>
                <c:pt idx="14944">
                  <c:v>4.0638899999999998</c:v>
                </c:pt>
                <c:pt idx="14945">
                  <c:v>4.0641999999999996</c:v>
                </c:pt>
                <c:pt idx="14946">
                  <c:v>4.0644999999999998</c:v>
                </c:pt>
                <c:pt idx="14947">
                  <c:v>4.0648099999999996</c:v>
                </c:pt>
                <c:pt idx="14948">
                  <c:v>4.0651099999999998</c:v>
                </c:pt>
                <c:pt idx="14949">
                  <c:v>4.0654199999999996</c:v>
                </c:pt>
                <c:pt idx="14950">
                  <c:v>4.0657199999999998</c:v>
                </c:pt>
                <c:pt idx="14951">
                  <c:v>4.0660299999999996</c:v>
                </c:pt>
                <c:pt idx="14952">
                  <c:v>4.0663299999999998</c:v>
                </c:pt>
                <c:pt idx="14953">
                  <c:v>4.0666399999999996</c:v>
                </c:pt>
                <c:pt idx="14954">
                  <c:v>4.0669500000000003</c:v>
                </c:pt>
                <c:pt idx="14955">
                  <c:v>4.0672499999999996</c:v>
                </c:pt>
                <c:pt idx="14956">
                  <c:v>4.0675600000000003</c:v>
                </c:pt>
                <c:pt idx="14957">
                  <c:v>4.0678599999999996</c:v>
                </c:pt>
                <c:pt idx="14958">
                  <c:v>4.0681700000000003</c:v>
                </c:pt>
                <c:pt idx="14959">
                  <c:v>4.0684699999999996</c:v>
                </c:pt>
                <c:pt idx="14960">
                  <c:v>4.0687800000000003</c:v>
                </c:pt>
                <c:pt idx="14961">
                  <c:v>4.0690799999999996</c:v>
                </c:pt>
                <c:pt idx="14962">
                  <c:v>4.0693900000000003</c:v>
                </c:pt>
                <c:pt idx="14963">
                  <c:v>4.0696899999999996</c:v>
                </c:pt>
                <c:pt idx="14964">
                  <c:v>4.07</c:v>
                </c:pt>
                <c:pt idx="14965">
                  <c:v>4.0702999999999996</c:v>
                </c:pt>
                <c:pt idx="14966">
                  <c:v>4.0706100000000003</c:v>
                </c:pt>
                <c:pt idx="14967">
                  <c:v>4.0709200000000001</c:v>
                </c:pt>
                <c:pt idx="14968">
                  <c:v>4.0712200000000003</c:v>
                </c:pt>
                <c:pt idx="14969">
                  <c:v>4.0715300000000001</c:v>
                </c:pt>
                <c:pt idx="14970">
                  <c:v>4.0718300000000003</c:v>
                </c:pt>
                <c:pt idx="14971">
                  <c:v>4.0721400000000001</c:v>
                </c:pt>
                <c:pt idx="14972">
                  <c:v>4.0724400000000003</c:v>
                </c:pt>
                <c:pt idx="14973">
                  <c:v>4.0727500000000001</c:v>
                </c:pt>
                <c:pt idx="14974">
                  <c:v>4.0730500000000003</c:v>
                </c:pt>
                <c:pt idx="14975">
                  <c:v>4.0733600000000001</c:v>
                </c:pt>
                <c:pt idx="14976">
                  <c:v>4.0736600000000003</c:v>
                </c:pt>
                <c:pt idx="14977">
                  <c:v>4.0739700000000001</c:v>
                </c:pt>
                <c:pt idx="14978">
                  <c:v>4.0742799999999999</c:v>
                </c:pt>
                <c:pt idx="14979">
                  <c:v>4.0745800000000001</c:v>
                </c:pt>
                <c:pt idx="14980">
                  <c:v>4.0748899999999999</c:v>
                </c:pt>
                <c:pt idx="14981">
                  <c:v>4.0751900000000001</c:v>
                </c:pt>
                <c:pt idx="14982">
                  <c:v>4.0754999999999999</c:v>
                </c:pt>
                <c:pt idx="14983">
                  <c:v>4.0758000000000001</c:v>
                </c:pt>
                <c:pt idx="14984">
                  <c:v>4.0761099999999999</c:v>
                </c:pt>
                <c:pt idx="14985">
                  <c:v>4.0764100000000001</c:v>
                </c:pt>
                <c:pt idx="14986">
                  <c:v>4.0767199999999999</c:v>
                </c:pt>
                <c:pt idx="14987">
                  <c:v>4.0770200000000001</c:v>
                </c:pt>
                <c:pt idx="14988">
                  <c:v>4.0773299999999999</c:v>
                </c:pt>
                <c:pt idx="14989">
                  <c:v>4.0776300000000001</c:v>
                </c:pt>
                <c:pt idx="14990">
                  <c:v>4.0779399999999999</c:v>
                </c:pt>
                <c:pt idx="14991">
                  <c:v>4.0782499999999997</c:v>
                </c:pt>
                <c:pt idx="14992">
                  <c:v>4.0785499999999999</c:v>
                </c:pt>
                <c:pt idx="14993">
                  <c:v>4.0788599999999997</c:v>
                </c:pt>
                <c:pt idx="14994">
                  <c:v>4.0791599999999999</c:v>
                </c:pt>
                <c:pt idx="14995">
                  <c:v>4.0794699999999997</c:v>
                </c:pt>
                <c:pt idx="14996">
                  <c:v>4.0797699999999999</c:v>
                </c:pt>
                <c:pt idx="14997">
                  <c:v>4.0800799999999997</c:v>
                </c:pt>
                <c:pt idx="14998">
                  <c:v>4.0803799999999999</c:v>
                </c:pt>
                <c:pt idx="14999">
                  <c:v>4.0806899999999997</c:v>
                </c:pt>
                <c:pt idx="15000">
                  <c:v>4.0809899999999999</c:v>
                </c:pt>
                <c:pt idx="15001">
                  <c:v>4.0812999999999997</c:v>
                </c:pt>
                <c:pt idx="15002">
                  <c:v>4.0815999999999999</c:v>
                </c:pt>
                <c:pt idx="15003">
                  <c:v>4.0819099999999997</c:v>
                </c:pt>
                <c:pt idx="15004">
                  <c:v>4.0822200000000004</c:v>
                </c:pt>
                <c:pt idx="15005">
                  <c:v>4.0825199999999997</c:v>
                </c:pt>
                <c:pt idx="15006">
                  <c:v>4.0828300000000004</c:v>
                </c:pt>
                <c:pt idx="15007">
                  <c:v>4.0831299999999997</c:v>
                </c:pt>
                <c:pt idx="15008">
                  <c:v>4.0834400000000004</c:v>
                </c:pt>
                <c:pt idx="15009">
                  <c:v>4.0837399999999997</c:v>
                </c:pt>
                <c:pt idx="15010">
                  <c:v>4.0840500000000004</c:v>
                </c:pt>
                <c:pt idx="15011">
                  <c:v>4.0843499999999997</c:v>
                </c:pt>
                <c:pt idx="15012">
                  <c:v>4.0846600000000004</c:v>
                </c:pt>
                <c:pt idx="15013">
                  <c:v>4.0849599999999997</c:v>
                </c:pt>
                <c:pt idx="15014">
                  <c:v>4.0852700000000004</c:v>
                </c:pt>
                <c:pt idx="15015">
                  <c:v>4.0855699999999997</c:v>
                </c:pt>
                <c:pt idx="15016">
                  <c:v>4.0858800000000004</c:v>
                </c:pt>
                <c:pt idx="15017">
                  <c:v>4.0861900000000002</c:v>
                </c:pt>
                <c:pt idx="15018">
                  <c:v>4.0864900000000004</c:v>
                </c:pt>
                <c:pt idx="15019">
                  <c:v>4.0868000000000002</c:v>
                </c:pt>
                <c:pt idx="15020">
                  <c:v>4.0871000000000004</c:v>
                </c:pt>
                <c:pt idx="15021">
                  <c:v>4.0874100000000002</c:v>
                </c:pt>
                <c:pt idx="15022">
                  <c:v>4.0877100000000004</c:v>
                </c:pt>
                <c:pt idx="15023">
                  <c:v>4.0880200000000002</c:v>
                </c:pt>
                <c:pt idx="15024">
                  <c:v>4.0883200000000004</c:v>
                </c:pt>
                <c:pt idx="15025">
                  <c:v>4.0886300000000002</c:v>
                </c:pt>
                <c:pt idx="15026">
                  <c:v>4.0889300000000004</c:v>
                </c:pt>
                <c:pt idx="15027">
                  <c:v>4.0892400000000002</c:v>
                </c:pt>
                <c:pt idx="15028">
                  <c:v>4.0895400000000004</c:v>
                </c:pt>
                <c:pt idx="15029">
                  <c:v>4.0898500000000002</c:v>
                </c:pt>
                <c:pt idx="15030">
                  <c:v>4.09016</c:v>
                </c:pt>
                <c:pt idx="15031">
                  <c:v>4.0904600000000002</c:v>
                </c:pt>
                <c:pt idx="15032">
                  <c:v>4.09077</c:v>
                </c:pt>
                <c:pt idx="15033">
                  <c:v>4.0910700000000002</c:v>
                </c:pt>
                <c:pt idx="15034">
                  <c:v>4.09138</c:v>
                </c:pt>
                <c:pt idx="15035">
                  <c:v>4.0916800000000002</c:v>
                </c:pt>
                <c:pt idx="15036">
                  <c:v>4.09199</c:v>
                </c:pt>
                <c:pt idx="15037">
                  <c:v>4.0922900000000002</c:v>
                </c:pt>
                <c:pt idx="15038">
                  <c:v>4.0926</c:v>
                </c:pt>
                <c:pt idx="15039">
                  <c:v>4.0929000000000002</c:v>
                </c:pt>
                <c:pt idx="15040">
                  <c:v>4.09321</c:v>
                </c:pt>
                <c:pt idx="15041">
                  <c:v>4.0935199999999998</c:v>
                </c:pt>
                <c:pt idx="15042">
                  <c:v>4.09382</c:v>
                </c:pt>
                <c:pt idx="15043">
                  <c:v>4.0941299999999998</c:v>
                </c:pt>
                <c:pt idx="15044">
                  <c:v>4.09443</c:v>
                </c:pt>
                <c:pt idx="15045">
                  <c:v>4.0947399999999998</c:v>
                </c:pt>
                <c:pt idx="15046">
                  <c:v>4.09504</c:v>
                </c:pt>
                <c:pt idx="15047">
                  <c:v>4.0953499999999998</c:v>
                </c:pt>
                <c:pt idx="15048">
                  <c:v>4.09565</c:v>
                </c:pt>
                <c:pt idx="15049">
                  <c:v>4.0959599999999998</c:v>
                </c:pt>
                <c:pt idx="15050">
                  <c:v>4.09626</c:v>
                </c:pt>
                <c:pt idx="15051">
                  <c:v>4.0965699999999998</c:v>
                </c:pt>
                <c:pt idx="15052">
                  <c:v>4.09687</c:v>
                </c:pt>
                <c:pt idx="15053">
                  <c:v>4.0971799999999998</c:v>
                </c:pt>
                <c:pt idx="15054">
                  <c:v>4.0974899999999996</c:v>
                </c:pt>
                <c:pt idx="15055">
                  <c:v>4.0977899999999998</c:v>
                </c:pt>
                <c:pt idx="15056">
                  <c:v>4.0980999999999996</c:v>
                </c:pt>
                <c:pt idx="15057">
                  <c:v>4.0983999999999998</c:v>
                </c:pt>
                <c:pt idx="15058">
                  <c:v>4.0987099999999996</c:v>
                </c:pt>
                <c:pt idx="15059">
                  <c:v>4.0990099999999998</c:v>
                </c:pt>
                <c:pt idx="15060">
                  <c:v>4.0993199999999996</c:v>
                </c:pt>
                <c:pt idx="15061">
                  <c:v>4.0996199999999998</c:v>
                </c:pt>
                <c:pt idx="15062">
                  <c:v>4.0999299999999996</c:v>
                </c:pt>
                <c:pt idx="15063">
                  <c:v>4.1002299999999998</c:v>
                </c:pt>
                <c:pt idx="15064">
                  <c:v>4.1005399999999996</c:v>
                </c:pt>
                <c:pt idx="15065">
                  <c:v>4.1008399999999998</c:v>
                </c:pt>
                <c:pt idx="15066">
                  <c:v>4.1011499999999996</c:v>
                </c:pt>
                <c:pt idx="15067">
                  <c:v>4.1014600000000003</c:v>
                </c:pt>
                <c:pt idx="15068">
                  <c:v>4.1017599999999996</c:v>
                </c:pt>
                <c:pt idx="15069">
                  <c:v>4.1020700000000003</c:v>
                </c:pt>
                <c:pt idx="15070">
                  <c:v>4.1023699999999996</c:v>
                </c:pt>
                <c:pt idx="15071">
                  <c:v>4.1026800000000003</c:v>
                </c:pt>
                <c:pt idx="15072">
                  <c:v>4.1029799999999996</c:v>
                </c:pt>
                <c:pt idx="15073">
                  <c:v>4.1032900000000003</c:v>
                </c:pt>
                <c:pt idx="15074">
                  <c:v>4.1035899999999996</c:v>
                </c:pt>
                <c:pt idx="15075">
                  <c:v>4.1039000000000003</c:v>
                </c:pt>
                <c:pt idx="15076">
                  <c:v>4.1041999999999996</c:v>
                </c:pt>
                <c:pt idx="15077">
                  <c:v>4.1045100000000003</c:v>
                </c:pt>
                <c:pt idx="15078">
                  <c:v>4.1048099999999996</c:v>
                </c:pt>
                <c:pt idx="15079">
                  <c:v>4.1051200000000003</c:v>
                </c:pt>
                <c:pt idx="15080">
                  <c:v>4.1054300000000001</c:v>
                </c:pt>
                <c:pt idx="15081">
                  <c:v>4.1057300000000003</c:v>
                </c:pt>
                <c:pt idx="15082">
                  <c:v>4.1060400000000001</c:v>
                </c:pt>
                <c:pt idx="15083">
                  <c:v>4.1063400000000003</c:v>
                </c:pt>
                <c:pt idx="15084">
                  <c:v>4.1066500000000001</c:v>
                </c:pt>
                <c:pt idx="15085">
                  <c:v>4.1069500000000003</c:v>
                </c:pt>
                <c:pt idx="15086">
                  <c:v>4.1072600000000001</c:v>
                </c:pt>
                <c:pt idx="15087">
                  <c:v>4.1075600000000003</c:v>
                </c:pt>
                <c:pt idx="15088">
                  <c:v>4.1078700000000001</c:v>
                </c:pt>
                <c:pt idx="15089">
                  <c:v>4.1081700000000003</c:v>
                </c:pt>
                <c:pt idx="15090">
                  <c:v>4.1084800000000001</c:v>
                </c:pt>
                <c:pt idx="15091">
                  <c:v>4.1087899999999999</c:v>
                </c:pt>
                <c:pt idx="15092">
                  <c:v>4.1090900000000001</c:v>
                </c:pt>
                <c:pt idx="15093">
                  <c:v>4.1093999999999999</c:v>
                </c:pt>
                <c:pt idx="15094">
                  <c:v>4.1097000000000001</c:v>
                </c:pt>
                <c:pt idx="15095">
                  <c:v>4.1100099999999999</c:v>
                </c:pt>
                <c:pt idx="15096">
                  <c:v>4.1103100000000001</c:v>
                </c:pt>
                <c:pt idx="15097">
                  <c:v>4.1106199999999999</c:v>
                </c:pt>
                <c:pt idx="15098">
                  <c:v>4.1109200000000001</c:v>
                </c:pt>
                <c:pt idx="15099">
                  <c:v>4.1112299999999999</c:v>
                </c:pt>
                <c:pt idx="15100">
                  <c:v>4.1115300000000001</c:v>
                </c:pt>
                <c:pt idx="15101">
                  <c:v>4.1118399999999999</c:v>
                </c:pt>
                <c:pt idx="15102">
                  <c:v>4.1121400000000001</c:v>
                </c:pt>
                <c:pt idx="15103">
                  <c:v>4.1124499999999999</c:v>
                </c:pt>
                <c:pt idx="15104">
                  <c:v>4.1127599999999997</c:v>
                </c:pt>
                <c:pt idx="15105">
                  <c:v>4.1130599999999999</c:v>
                </c:pt>
                <c:pt idx="15106">
                  <c:v>4.1133699999999997</c:v>
                </c:pt>
                <c:pt idx="15107">
                  <c:v>4.1136699999999999</c:v>
                </c:pt>
                <c:pt idx="15108">
                  <c:v>4.1139799999999997</c:v>
                </c:pt>
                <c:pt idx="15109">
                  <c:v>4.1142799999999999</c:v>
                </c:pt>
                <c:pt idx="15110">
                  <c:v>4.1145899999999997</c:v>
                </c:pt>
                <c:pt idx="15111">
                  <c:v>4.1148899999999999</c:v>
                </c:pt>
                <c:pt idx="15112">
                  <c:v>4.1151999999999997</c:v>
                </c:pt>
                <c:pt idx="15113">
                  <c:v>4.1154999999999999</c:v>
                </c:pt>
                <c:pt idx="15114">
                  <c:v>4.1158099999999997</c:v>
                </c:pt>
                <c:pt idx="15115">
                  <c:v>4.1161099999999999</c:v>
                </c:pt>
                <c:pt idx="15116">
                  <c:v>4.1164199999999997</c:v>
                </c:pt>
                <c:pt idx="15117">
                  <c:v>4.1167299999999996</c:v>
                </c:pt>
                <c:pt idx="15118">
                  <c:v>4.1170299999999997</c:v>
                </c:pt>
                <c:pt idx="15119">
                  <c:v>4.1173400000000004</c:v>
                </c:pt>
                <c:pt idx="15120">
                  <c:v>4.1176399999999997</c:v>
                </c:pt>
                <c:pt idx="15121">
                  <c:v>4.1179500000000004</c:v>
                </c:pt>
                <c:pt idx="15122">
                  <c:v>4.1182499999999997</c:v>
                </c:pt>
                <c:pt idx="15123">
                  <c:v>4.1185600000000004</c:v>
                </c:pt>
                <c:pt idx="15124">
                  <c:v>4.1188599999999997</c:v>
                </c:pt>
                <c:pt idx="15125">
                  <c:v>4.1191700000000004</c:v>
                </c:pt>
                <c:pt idx="15126">
                  <c:v>4.1194699999999997</c:v>
                </c:pt>
                <c:pt idx="15127">
                  <c:v>4.1197800000000004</c:v>
                </c:pt>
                <c:pt idx="15128">
                  <c:v>4.1200799999999997</c:v>
                </c:pt>
                <c:pt idx="15129">
                  <c:v>4.1203900000000004</c:v>
                </c:pt>
                <c:pt idx="15130">
                  <c:v>4.1207000000000003</c:v>
                </c:pt>
                <c:pt idx="15131">
                  <c:v>4.1210000000000004</c:v>
                </c:pt>
                <c:pt idx="15132">
                  <c:v>4.1213100000000003</c:v>
                </c:pt>
                <c:pt idx="15133">
                  <c:v>4.1216100000000004</c:v>
                </c:pt>
                <c:pt idx="15134">
                  <c:v>4.1219200000000003</c:v>
                </c:pt>
                <c:pt idx="15135">
                  <c:v>4.1222200000000004</c:v>
                </c:pt>
                <c:pt idx="15136">
                  <c:v>4.1225300000000002</c:v>
                </c:pt>
                <c:pt idx="15137">
                  <c:v>4.1228300000000004</c:v>
                </c:pt>
                <c:pt idx="15138">
                  <c:v>4.1231400000000002</c:v>
                </c:pt>
                <c:pt idx="15139">
                  <c:v>4.1234400000000004</c:v>
                </c:pt>
                <c:pt idx="15140">
                  <c:v>4.1237500000000002</c:v>
                </c:pt>
                <c:pt idx="15141">
                  <c:v>4.1240500000000004</c:v>
                </c:pt>
                <c:pt idx="15142">
                  <c:v>4.1243600000000002</c:v>
                </c:pt>
                <c:pt idx="15143">
                  <c:v>4.1246700000000001</c:v>
                </c:pt>
                <c:pt idx="15144">
                  <c:v>4.1249700000000002</c:v>
                </c:pt>
                <c:pt idx="15145">
                  <c:v>4.1252800000000001</c:v>
                </c:pt>
                <c:pt idx="15146">
                  <c:v>4.1255800000000002</c:v>
                </c:pt>
                <c:pt idx="15147">
                  <c:v>4.1258900000000001</c:v>
                </c:pt>
                <c:pt idx="15148">
                  <c:v>4.1261900000000002</c:v>
                </c:pt>
                <c:pt idx="15149">
                  <c:v>4.1265000000000001</c:v>
                </c:pt>
                <c:pt idx="15150">
                  <c:v>4.1268000000000002</c:v>
                </c:pt>
                <c:pt idx="15151">
                  <c:v>4.1271100000000001</c:v>
                </c:pt>
                <c:pt idx="15152">
                  <c:v>4.1274100000000002</c:v>
                </c:pt>
                <c:pt idx="15153">
                  <c:v>4.1277200000000001</c:v>
                </c:pt>
                <c:pt idx="15154">
                  <c:v>4.1280299999999999</c:v>
                </c:pt>
                <c:pt idx="15155">
                  <c:v>4.1283300000000001</c:v>
                </c:pt>
                <c:pt idx="15156">
                  <c:v>4.1286399999999999</c:v>
                </c:pt>
                <c:pt idx="15157">
                  <c:v>4.1289400000000001</c:v>
                </c:pt>
                <c:pt idx="15158">
                  <c:v>4.1292499999999999</c:v>
                </c:pt>
                <c:pt idx="15159">
                  <c:v>4.1295500000000001</c:v>
                </c:pt>
                <c:pt idx="15160">
                  <c:v>4.1298599999999999</c:v>
                </c:pt>
                <c:pt idx="15161">
                  <c:v>4.1301600000000001</c:v>
                </c:pt>
                <c:pt idx="15162">
                  <c:v>4.1304699999999999</c:v>
                </c:pt>
                <c:pt idx="15163">
                  <c:v>4.1307700000000001</c:v>
                </c:pt>
                <c:pt idx="15164">
                  <c:v>4.1310799999999999</c:v>
                </c:pt>
                <c:pt idx="15165">
                  <c:v>4.1313800000000001</c:v>
                </c:pt>
                <c:pt idx="15166">
                  <c:v>4.1316899999999999</c:v>
                </c:pt>
                <c:pt idx="15167">
                  <c:v>4.1319999999999997</c:v>
                </c:pt>
                <c:pt idx="15168">
                  <c:v>4.1322999999999999</c:v>
                </c:pt>
                <c:pt idx="15169">
                  <c:v>4.1326099999999997</c:v>
                </c:pt>
                <c:pt idx="15170">
                  <c:v>4.1329099999999999</c:v>
                </c:pt>
                <c:pt idx="15171">
                  <c:v>4.1332199999999997</c:v>
                </c:pt>
                <c:pt idx="15172">
                  <c:v>4.1335199999999999</c:v>
                </c:pt>
                <c:pt idx="15173">
                  <c:v>4.1338299999999997</c:v>
                </c:pt>
                <c:pt idx="15174">
                  <c:v>4.1341299999999999</c:v>
                </c:pt>
                <c:pt idx="15175">
                  <c:v>4.1344399999999997</c:v>
                </c:pt>
                <c:pt idx="15176">
                  <c:v>4.1347399999999999</c:v>
                </c:pt>
                <c:pt idx="15177">
                  <c:v>4.1350499999999997</c:v>
                </c:pt>
                <c:pt idx="15178">
                  <c:v>4.1353499999999999</c:v>
                </c:pt>
                <c:pt idx="15179">
                  <c:v>4.1356599999999997</c:v>
                </c:pt>
                <c:pt idx="15180">
                  <c:v>4.1359700000000004</c:v>
                </c:pt>
                <c:pt idx="15181">
                  <c:v>4.1362699999999997</c:v>
                </c:pt>
                <c:pt idx="15182">
                  <c:v>4.1365800000000004</c:v>
                </c:pt>
                <c:pt idx="15183">
                  <c:v>4.1368799999999997</c:v>
                </c:pt>
                <c:pt idx="15184">
                  <c:v>4.1371900000000004</c:v>
                </c:pt>
                <c:pt idx="15185">
                  <c:v>4.1374899999999997</c:v>
                </c:pt>
                <c:pt idx="15186">
                  <c:v>4.1378000000000004</c:v>
                </c:pt>
                <c:pt idx="15187">
                  <c:v>4.1380999999999997</c:v>
                </c:pt>
                <c:pt idx="15188">
                  <c:v>4.1384100000000004</c:v>
                </c:pt>
                <c:pt idx="15189">
                  <c:v>4.1387099999999997</c:v>
                </c:pt>
                <c:pt idx="15190">
                  <c:v>4.1390200000000004</c:v>
                </c:pt>
                <c:pt idx="15191">
                  <c:v>4.1393199999999997</c:v>
                </c:pt>
                <c:pt idx="15192">
                  <c:v>4.1396300000000004</c:v>
                </c:pt>
                <c:pt idx="15193">
                  <c:v>4.1399400000000002</c:v>
                </c:pt>
                <c:pt idx="15194">
                  <c:v>4.1402400000000004</c:v>
                </c:pt>
                <c:pt idx="15195">
                  <c:v>4.1405500000000002</c:v>
                </c:pt>
                <c:pt idx="15196">
                  <c:v>4.1408500000000004</c:v>
                </c:pt>
                <c:pt idx="15197">
                  <c:v>4.1411600000000002</c:v>
                </c:pt>
                <c:pt idx="15198">
                  <c:v>4.1414600000000004</c:v>
                </c:pt>
                <c:pt idx="15199">
                  <c:v>4.1417700000000002</c:v>
                </c:pt>
                <c:pt idx="15200">
                  <c:v>4.1420700000000004</c:v>
                </c:pt>
                <c:pt idx="15201">
                  <c:v>4.1423800000000002</c:v>
                </c:pt>
                <c:pt idx="15202">
                  <c:v>4.1426800000000004</c:v>
                </c:pt>
                <c:pt idx="15203">
                  <c:v>4.1429900000000002</c:v>
                </c:pt>
                <c:pt idx="15204">
                  <c:v>4.1432900000000004</c:v>
                </c:pt>
                <c:pt idx="15205">
                  <c:v>4.1436000000000002</c:v>
                </c:pt>
                <c:pt idx="15206">
                  <c:v>4.14391</c:v>
                </c:pt>
                <c:pt idx="15207">
                  <c:v>4.1442100000000002</c:v>
                </c:pt>
                <c:pt idx="15208">
                  <c:v>4.14452</c:v>
                </c:pt>
                <c:pt idx="15209">
                  <c:v>4.1448200000000002</c:v>
                </c:pt>
                <c:pt idx="15210">
                  <c:v>4.14513</c:v>
                </c:pt>
                <c:pt idx="15211">
                  <c:v>4.1454300000000002</c:v>
                </c:pt>
                <c:pt idx="15212">
                  <c:v>4.14574</c:v>
                </c:pt>
                <c:pt idx="15213">
                  <c:v>4.1460400000000002</c:v>
                </c:pt>
                <c:pt idx="15214">
                  <c:v>4.14635</c:v>
                </c:pt>
                <c:pt idx="15215">
                  <c:v>4.1466500000000002</c:v>
                </c:pt>
                <c:pt idx="15216">
                  <c:v>4.14696</c:v>
                </c:pt>
                <c:pt idx="15217">
                  <c:v>4.1472699999999998</c:v>
                </c:pt>
                <c:pt idx="15218">
                  <c:v>4.14757</c:v>
                </c:pt>
                <c:pt idx="15219">
                  <c:v>4.1478799999999998</c:v>
                </c:pt>
                <c:pt idx="15220">
                  <c:v>4.14818</c:v>
                </c:pt>
                <c:pt idx="15221">
                  <c:v>4.1484899999999998</c:v>
                </c:pt>
                <c:pt idx="15222">
                  <c:v>4.14879</c:v>
                </c:pt>
                <c:pt idx="15223">
                  <c:v>4.1490999999999998</c:v>
                </c:pt>
                <c:pt idx="15224">
                  <c:v>4.1494</c:v>
                </c:pt>
                <c:pt idx="15225">
                  <c:v>4.1497099999999998</c:v>
                </c:pt>
                <c:pt idx="15226">
                  <c:v>4.15001</c:v>
                </c:pt>
                <c:pt idx="15227">
                  <c:v>4.1503199999999998</c:v>
                </c:pt>
                <c:pt idx="15228">
                  <c:v>4.15062</c:v>
                </c:pt>
                <c:pt idx="15229">
                  <c:v>4.1509299999999998</c:v>
                </c:pt>
                <c:pt idx="15230">
                  <c:v>4.1512399999999996</c:v>
                </c:pt>
                <c:pt idx="15231">
                  <c:v>4.1515399999999998</c:v>
                </c:pt>
                <c:pt idx="15232">
                  <c:v>4.1518499999999996</c:v>
                </c:pt>
                <c:pt idx="15233">
                  <c:v>4.1521499999999998</c:v>
                </c:pt>
                <c:pt idx="15234">
                  <c:v>4.1524599999999996</c:v>
                </c:pt>
                <c:pt idx="15235">
                  <c:v>4.1527599999999998</c:v>
                </c:pt>
                <c:pt idx="15236">
                  <c:v>4.1530699999999996</c:v>
                </c:pt>
                <c:pt idx="15237">
                  <c:v>4.1533699999999998</c:v>
                </c:pt>
                <c:pt idx="15238">
                  <c:v>4.1536799999999996</c:v>
                </c:pt>
                <c:pt idx="15239">
                  <c:v>4.1539799999999998</c:v>
                </c:pt>
                <c:pt idx="15240">
                  <c:v>4.1542899999999996</c:v>
                </c:pt>
                <c:pt idx="15241">
                  <c:v>4.1545899999999998</c:v>
                </c:pt>
                <c:pt idx="15242">
                  <c:v>4.1548999999999996</c:v>
                </c:pt>
                <c:pt idx="15243">
                  <c:v>4.1552100000000003</c:v>
                </c:pt>
                <c:pt idx="15244">
                  <c:v>4.1555099999999996</c:v>
                </c:pt>
                <c:pt idx="15245">
                  <c:v>4.1558200000000003</c:v>
                </c:pt>
                <c:pt idx="15246">
                  <c:v>4.1561199999999996</c:v>
                </c:pt>
                <c:pt idx="15247">
                  <c:v>4.1564300000000003</c:v>
                </c:pt>
                <c:pt idx="15248">
                  <c:v>4.1567299999999996</c:v>
                </c:pt>
                <c:pt idx="15249">
                  <c:v>4.1570400000000003</c:v>
                </c:pt>
                <c:pt idx="15250">
                  <c:v>4.1573399999999996</c:v>
                </c:pt>
                <c:pt idx="15251">
                  <c:v>4.1576500000000003</c:v>
                </c:pt>
                <c:pt idx="15252">
                  <c:v>4.1579499999999996</c:v>
                </c:pt>
                <c:pt idx="15253">
                  <c:v>4.1582600000000003</c:v>
                </c:pt>
                <c:pt idx="15254">
                  <c:v>4.1585599999999996</c:v>
                </c:pt>
                <c:pt idx="15255">
                  <c:v>4.1588700000000003</c:v>
                </c:pt>
                <c:pt idx="15256">
                  <c:v>4.1591800000000001</c:v>
                </c:pt>
                <c:pt idx="15257">
                  <c:v>4.1594800000000003</c:v>
                </c:pt>
                <c:pt idx="15258">
                  <c:v>4.1597900000000001</c:v>
                </c:pt>
                <c:pt idx="15259">
                  <c:v>4.1600900000000003</c:v>
                </c:pt>
                <c:pt idx="15260">
                  <c:v>4.1604000000000001</c:v>
                </c:pt>
                <c:pt idx="15261">
                  <c:v>4.1607000000000003</c:v>
                </c:pt>
                <c:pt idx="15262">
                  <c:v>4.1610100000000001</c:v>
                </c:pt>
                <c:pt idx="15263">
                  <c:v>4.1613100000000003</c:v>
                </c:pt>
                <c:pt idx="15264">
                  <c:v>4.1616200000000001</c:v>
                </c:pt>
                <c:pt idx="15265">
                  <c:v>4.1619200000000003</c:v>
                </c:pt>
                <c:pt idx="15266">
                  <c:v>4.1622300000000001</c:v>
                </c:pt>
                <c:pt idx="15267">
                  <c:v>4.1625300000000003</c:v>
                </c:pt>
                <c:pt idx="15268">
                  <c:v>4.1628400000000001</c:v>
                </c:pt>
                <c:pt idx="15269">
                  <c:v>4.1631499999999999</c:v>
                </c:pt>
                <c:pt idx="15270">
                  <c:v>4.1634500000000001</c:v>
                </c:pt>
                <c:pt idx="15271">
                  <c:v>4.1637599999999999</c:v>
                </c:pt>
                <c:pt idx="15272">
                  <c:v>4.1640600000000001</c:v>
                </c:pt>
                <c:pt idx="15273">
                  <c:v>4.1643699999999999</c:v>
                </c:pt>
                <c:pt idx="15274">
                  <c:v>4.1646700000000001</c:v>
                </c:pt>
                <c:pt idx="15275">
                  <c:v>4.1649799999999999</c:v>
                </c:pt>
                <c:pt idx="15276">
                  <c:v>4.1652800000000001</c:v>
                </c:pt>
                <c:pt idx="15277">
                  <c:v>4.1655899999999999</c:v>
                </c:pt>
                <c:pt idx="15278">
                  <c:v>4.1658900000000001</c:v>
                </c:pt>
                <c:pt idx="15279">
                  <c:v>4.1661999999999999</c:v>
                </c:pt>
                <c:pt idx="15280">
                  <c:v>4.1665099999999997</c:v>
                </c:pt>
                <c:pt idx="15281">
                  <c:v>4.1668099999999999</c:v>
                </c:pt>
                <c:pt idx="15282">
                  <c:v>4.1671199999999997</c:v>
                </c:pt>
                <c:pt idx="15283">
                  <c:v>4.1674199999999999</c:v>
                </c:pt>
                <c:pt idx="15284">
                  <c:v>4.1677299999999997</c:v>
                </c:pt>
                <c:pt idx="15285">
                  <c:v>4.1680299999999999</c:v>
                </c:pt>
                <c:pt idx="15286">
                  <c:v>4.1683399999999997</c:v>
                </c:pt>
                <c:pt idx="15287">
                  <c:v>4.1686399999999999</c:v>
                </c:pt>
                <c:pt idx="15288">
                  <c:v>4.1689499999999997</c:v>
                </c:pt>
                <c:pt idx="15289">
                  <c:v>4.1692499999999999</c:v>
                </c:pt>
                <c:pt idx="15290">
                  <c:v>4.1695599999999997</c:v>
                </c:pt>
                <c:pt idx="15291">
                  <c:v>4.1698599999999999</c:v>
                </c:pt>
                <c:pt idx="15292">
                  <c:v>4.1701699999999997</c:v>
                </c:pt>
                <c:pt idx="15293">
                  <c:v>4.1704800000000004</c:v>
                </c:pt>
                <c:pt idx="15294">
                  <c:v>4.1707799999999997</c:v>
                </c:pt>
                <c:pt idx="15295">
                  <c:v>4.1710900000000004</c:v>
                </c:pt>
                <c:pt idx="15296">
                  <c:v>4.1713899999999997</c:v>
                </c:pt>
                <c:pt idx="15297">
                  <c:v>4.1717000000000004</c:v>
                </c:pt>
                <c:pt idx="15298">
                  <c:v>4.1719999999999997</c:v>
                </c:pt>
                <c:pt idx="15299">
                  <c:v>4.1723100000000004</c:v>
                </c:pt>
                <c:pt idx="15300">
                  <c:v>4.1726099999999997</c:v>
                </c:pt>
                <c:pt idx="15301">
                  <c:v>4.1729200000000004</c:v>
                </c:pt>
                <c:pt idx="15302">
                  <c:v>4.1732199999999997</c:v>
                </c:pt>
                <c:pt idx="15303">
                  <c:v>4.1735300000000004</c:v>
                </c:pt>
                <c:pt idx="15304">
                  <c:v>4.1738299999999997</c:v>
                </c:pt>
                <c:pt idx="15305">
                  <c:v>4.1741400000000004</c:v>
                </c:pt>
                <c:pt idx="15306">
                  <c:v>4.1744500000000002</c:v>
                </c:pt>
                <c:pt idx="15307">
                  <c:v>4.1747500000000004</c:v>
                </c:pt>
                <c:pt idx="15308">
                  <c:v>4.1750600000000002</c:v>
                </c:pt>
                <c:pt idx="15309">
                  <c:v>4.1753600000000004</c:v>
                </c:pt>
                <c:pt idx="15310">
                  <c:v>4.1756700000000002</c:v>
                </c:pt>
                <c:pt idx="15311">
                  <c:v>4.1759700000000004</c:v>
                </c:pt>
                <c:pt idx="15312">
                  <c:v>4.1762800000000002</c:v>
                </c:pt>
                <c:pt idx="15313">
                  <c:v>4.1765800000000004</c:v>
                </c:pt>
                <c:pt idx="15314">
                  <c:v>4.1768900000000002</c:v>
                </c:pt>
                <c:pt idx="15315">
                  <c:v>4.1771900000000004</c:v>
                </c:pt>
                <c:pt idx="15316">
                  <c:v>4.1775000000000002</c:v>
                </c:pt>
                <c:pt idx="15317">
                  <c:v>4.1778000000000004</c:v>
                </c:pt>
                <c:pt idx="15318">
                  <c:v>4.1781100000000002</c:v>
                </c:pt>
                <c:pt idx="15319">
                  <c:v>4.17842</c:v>
                </c:pt>
                <c:pt idx="15320">
                  <c:v>4.1787200000000002</c:v>
                </c:pt>
                <c:pt idx="15321">
                  <c:v>4.17903</c:v>
                </c:pt>
                <c:pt idx="15322">
                  <c:v>4.1793300000000002</c:v>
                </c:pt>
                <c:pt idx="15323">
                  <c:v>4.17964</c:v>
                </c:pt>
                <c:pt idx="15324">
                  <c:v>4.1799400000000002</c:v>
                </c:pt>
                <c:pt idx="15325">
                  <c:v>4.18025</c:v>
                </c:pt>
                <c:pt idx="15326">
                  <c:v>4.1805500000000002</c:v>
                </c:pt>
                <c:pt idx="15327">
                  <c:v>4.18086</c:v>
                </c:pt>
                <c:pt idx="15328">
                  <c:v>4.1811600000000002</c:v>
                </c:pt>
                <c:pt idx="15329">
                  <c:v>4.18147</c:v>
                </c:pt>
                <c:pt idx="15330">
                  <c:v>4.1817799999999998</c:v>
                </c:pt>
                <c:pt idx="15331">
                  <c:v>4.18208</c:v>
                </c:pt>
                <c:pt idx="15332">
                  <c:v>4.1823899999999998</c:v>
                </c:pt>
                <c:pt idx="15333">
                  <c:v>4.18269</c:v>
                </c:pt>
                <c:pt idx="15334">
                  <c:v>4.1829999999999998</c:v>
                </c:pt>
                <c:pt idx="15335">
                  <c:v>4.1833</c:v>
                </c:pt>
                <c:pt idx="15336">
                  <c:v>4.1836099999999998</c:v>
                </c:pt>
                <c:pt idx="15337">
                  <c:v>4.18391</c:v>
                </c:pt>
                <c:pt idx="15338">
                  <c:v>4.1842199999999998</c:v>
                </c:pt>
                <c:pt idx="15339">
                  <c:v>4.18452</c:v>
                </c:pt>
                <c:pt idx="15340">
                  <c:v>4.1848299999999998</c:v>
                </c:pt>
                <c:pt idx="15341">
                  <c:v>4.18513</c:v>
                </c:pt>
                <c:pt idx="15342">
                  <c:v>4.1854399999999998</c:v>
                </c:pt>
                <c:pt idx="15343">
                  <c:v>4.1857499999999996</c:v>
                </c:pt>
                <c:pt idx="15344">
                  <c:v>4.1860499999999998</c:v>
                </c:pt>
                <c:pt idx="15345">
                  <c:v>4.1863599999999996</c:v>
                </c:pt>
                <c:pt idx="15346">
                  <c:v>4.1866599999999998</c:v>
                </c:pt>
                <c:pt idx="15347">
                  <c:v>4.1869699999999996</c:v>
                </c:pt>
                <c:pt idx="15348">
                  <c:v>4.1872699999999998</c:v>
                </c:pt>
                <c:pt idx="15349">
                  <c:v>4.1875799999999996</c:v>
                </c:pt>
                <c:pt idx="15350">
                  <c:v>4.1878799999999998</c:v>
                </c:pt>
                <c:pt idx="15351">
                  <c:v>4.1881899999999996</c:v>
                </c:pt>
                <c:pt idx="15352">
                  <c:v>4.1884899999999998</c:v>
                </c:pt>
                <c:pt idx="15353">
                  <c:v>4.1887999999999996</c:v>
                </c:pt>
                <c:pt idx="15354">
                  <c:v>4.1890999999999998</c:v>
                </c:pt>
                <c:pt idx="15355">
                  <c:v>4.1894099999999996</c:v>
                </c:pt>
                <c:pt idx="15356">
                  <c:v>4.1897200000000003</c:v>
                </c:pt>
                <c:pt idx="15357">
                  <c:v>4.1900199999999996</c:v>
                </c:pt>
                <c:pt idx="15358">
                  <c:v>4.1903300000000003</c:v>
                </c:pt>
                <c:pt idx="15359">
                  <c:v>4.1906299999999996</c:v>
                </c:pt>
                <c:pt idx="15360">
                  <c:v>4.1909400000000003</c:v>
                </c:pt>
                <c:pt idx="15361">
                  <c:v>4.1912399999999996</c:v>
                </c:pt>
                <c:pt idx="15362">
                  <c:v>4.1915500000000003</c:v>
                </c:pt>
                <c:pt idx="15363">
                  <c:v>4.1918499999999996</c:v>
                </c:pt>
                <c:pt idx="15364">
                  <c:v>4.1921600000000003</c:v>
                </c:pt>
                <c:pt idx="15365">
                  <c:v>4.1924599999999996</c:v>
                </c:pt>
                <c:pt idx="15366">
                  <c:v>4.1927700000000003</c:v>
                </c:pt>
                <c:pt idx="15367">
                  <c:v>4.1930699999999996</c:v>
                </c:pt>
                <c:pt idx="15368">
                  <c:v>4.1933800000000003</c:v>
                </c:pt>
                <c:pt idx="15369">
                  <c:v>4.1936900000000001</c:v>
                </c:pt>
                <c:pt idx="15370">
                  <c:v>4.1939900000000003</c:v>
                </c:pt>
                <c:pt idx="15371">
                  <c:v>4.1943000000000001</c:v>
                </c:pt>
                <c:pt idx="15372">
                  <c:v>4.1946000000000003</c:v>
                </c:pt>
                <c:pt idx="15373">
                  <c:v>4.1949100000000001</c:v>
                </c:pt>
                <c:pt idx="15374">
                  <c:v>4.1952100000000003</c:v>
                </c:pt>
                <c:pt idx="15375">
                  <c:v>4.1955200000000001</c:v>
                </c:pt>
                <c:pt idx="15376">
                  <c:v>4.1958200000000003</c:v>
                </c:pt>
                <c:pt idx="15377">
                  <c:v>4.1961300000000001</c:v>
                </c:pt>
                <c:pt idx="15378">
                  <c:v>4.1964300000000003</c:v>
                </c:pt>
                <c:pt idx="15379">
                  <c:v>4.1967400000000001</c:v>
                </c:pt>
                <c:pt idx="15380">
                  <c:v>4.1970400000000003</c:v>
                </c:pt>
                <c:pt idx="15381">
                  <c:v>4.1973500000000001</c:v>
                </c:pt>
                <c:pt idx="15382">
                  <c:v>4.1976599999999999</c:v>
                </c:pt>
                <c:pt idx="15383">
                  <c:v>4.1979600000000001</c:v>
                </c:pt>
                <c:pt idx="15384">
                  <c:v>4.1982699999999999</c:v>
                </c:pt>
                <c:pt idx="15385">
                  <c:v>4.1985700000000001</c:v>
                </c:pt>
                <c:pt idx="15386">
                  <c:v>4.1988799999999999</c:v>
                </c:pt>
                <c:pt idx="15387">
                  <c:v>4.1991800000000001</c:v>
                </c:pt>
                <c:pt idx="15388">
                  <c:v>4.1994899999999999</c:v>
                </c:pt>
                <c:pt idx="15389">
                  <c:v>4.1997900000000001</c:v>
                </c:pt>
                <c:pt idx="15390">
                  <c:v>4.2000999999999999</c:v>
                </c:pt>
                <c:pt idx="15391">
                  <c:v>4.2004000000000001</c:v>
                </c:pt>
                <c:pt idx="15392">
                  <c:v>4.2007099999999999</c:v>
                </c:pt>
                <c:pt idx="15393">
                  <c:v>4.2010199999999998</c:v>
                </c:pt>
                <c:pt idx="15394">
                  <c:v>4.2013199999999999</c:v>
                </c:pt>
                <c:pt idx="15395">
                  <c:v>4.2016299999999998</c:v>
                </c:pt>
                <c:pt idx="15396">
                  <c:v>4.2019299999999999</c:v>
                </c:pt>
                <c:pt idx="15397">
                  <c:v>4.2022399999999998</c:v>
                </c:pt>
                <c:pt idx="15398">
                  <c:v>4.2025399999999999</c:v>
                </c:pt>
                <c:pt idx="15399">
                  <c:v>4.2028499999999998</c:v>
                </c:pt>
                <c:pt idx="15400">
                  <c:v>4.2031499999999999</c:v>
                </c:pt>
                <c:pt idx="15401">
                  <c:v>4.2034599999999998</c:v>
                </c:pt>
                <c:pt idx="15402">
                  <c:v>4.2037599999999999</c:v>
                </c:pt>
                <c:pt idx="15403">
                  <c:v>4.2040699999999998</c:v>
                </c:pt>
                <c:pt idx="15404">
                  <c:v>4.2043699999999999</c:v>
                </c:pt>
                <c:pt idx="15405">
                  <c:v>4.2046799999999998</c:v>
                </c:pt>
                <c:pt idx="15406">
                  <c:v>4.2049899999999996</c:v>
                </c:pt>
                <c:pt idx="15407">
                  <c:v>4.2052899999999998</c:v>
                </c:pt>
                <c:pt idx="15408">
                  <c:v>4.2055999999999996</c:v>
                </c:pt>
                <c:pt idx="15409">
                  <c:v>4.2058999999999997</c:v>
                </c:pt>
                <c:pt idx="15410">
                  <c:v>4.2062099999999996</c:v>
                </c:pt>
                <c:pt idx="15411">
                  <c:v>4.2065099999999997</c:v>
                </c:pt>
                <c:pt idx="15412">
                  <c:v>4.2068199999999996</c:v>
                </c:pt>
                <c:pt idx="15413">
                  <c:v>4.2071199999999997</c:v>
                </c:pt>
                <c:pt idx="15414">
                  <c:v>4.2074299999999996</c:v>
                </c:pt>
                <c:pt idx="15415">
                  <c:v>4.2077299999999997</c:v>
                </c:pt>
                <c:pt idx="15416">
                  <c:v>4.2080399999999996</c:v>
                </c:pt>
                <c:pt idx="15417">
                  <c:v>4.2083399999999997</c:v>
                </c:pt>
                <c:pt idx="15418">
                  <c:v>4.2086499999999996</c:v>
                </c:pt>
                <c:pt idx="15419">
                  <c:v>4.2089600000000003</c:v>
                </c:pt>
                <c:pt idx="15420">
                  <c:v>4.2092599999999996</c:v>
                </c:pt>
                <c:pt idx="15421">
                  <c:v>4.2095700000000003</c:v>
                </c:pt>
                <c:pt idx="15422">
                  <c:v>4.2098699999999996</c:v>
                </c:pt>
                <c:pt idx="15423">
                  <c:v>4.2101800000000003</c:v>
                </c:pt>
                <c:pt idx="15424">
                  <c:v>4.2104799999999996</c:v>
                </c:pt>
                <c:pt idx="15425">
                  <c:v>4.2107900000000003</c:v>
                </c:pt>
                <c:pt idx="15426">
                  <c:v>4.2110900000000004</c:v>
                </c:pt>
                <c:pt idx="15427">
                  <c:v>4.2114000000000003</c:v>
                </c:pt>
                <c:pt idx="15428">
                  <c:v>4.2117000000000004</c:v>
                </c:pt>
                <c:pt idx="15429">
                  <c:v>4.2120100000000003</c:v>
                </c:pt>
                <c:pt idx="15430">
                  <c:v>4.2123100000000004</c:v>
                </c:pt>
                <c:pt idx="15431">
                  <c:v>4.2126200000000003</c:v>
                </c:pt>
                <c:pt idx="15432">
                  <c:v>4.2129300000000001</c:v>
                </c:pt>
                <c:pt idx="15433">
                  <c:v>4.2132300000000003</c:v>
                </c:pt>
                <c:pt idx="15434">
                  <c:v>4.2135400000000001</c:v>
                </c:pt>
                <c:pt idx="15435">
                  <c:v>4.2138400000000003</c:v>
                </c:pt>
                <c:pt idx="15436">
                  <c:v>4.2141500000000001</c:v>
                </c:pt>
                <c:pt idx="15437">
                  <c:v>4.2144500000000003</c:v>
                </c:pt>
                <c:pt idx="15438">
                  <c:v>4.2147600000000001</c:v>
                </c:pt>
                <c:pt idx="15439">
                  <c:v>4.2150600000000003</c:v>
                </c:pt>
                <c:pt idx="15440">
                  <c:v>4.2153700000000001</c:v>
                </c:pt>
                <c:pt idx="15441">
                  <c:v>4.2156700000000003</c:v>
                </c:pt>
                <c:pt idx="15442">
                  <c:v>4.2159800000000001</c:v>
                </c:pt>
                <c:pt idx="15443">
                  <c:v>4.2162800000000002</c:v>
                </c:pt>
                <c:pt idx="15444">
                  <c:v>4.2165900000000001</c:v>
                </c:pt>
                <c:pt idx="15445">
                  <c:v>4.2168999999999999</c:v>
                </c:pt>
                <c:pt idx="15446">
                  <c:v>4.2172000000000001</c:v>
                </c:pt>
                <c:pt idx="15447">
                  <c:v>4.2175099999999999</c:v>
                </c:pt>
                <c:pt idx="15448">
                  <c:v>4.2178100000000001</c:v>
                </c:pt>
                <c:pt idx="15449">
                  <c:v>4.2181199999999999</c:v>
                </c:pt>
                <c:pt idx="15450">
                  <c:v>4.2184200000000001</c:v>
                </c:pt>
                <c:pt idx="15451">
                  <c:v>4.2187299999999999</c:v>
                </c:pt>
                <c:pt idx="15452">
                  <c:v>4.2190300000000001</c:v>
                </c:pt>
                <c:pt idx="15453">
                  <c:v>4.2193399999999999</c:v>
                </c:pt>
                <c:pt idx="15454">
                  <c:v>4.2196400000000001</c:v>
                </c:pt>
                <c:pt idx="15455">
                  <c:v>4.2199499999999999</c:v>
                </c:pt>
                <c:pt idx="15456">
                  <c:v>4.2202599999999997</c:v>
                </c:pt>
                <c:pt idx="15457">
                  <c:v>4.2205599999999999</c:v>
                </c:pt>
                <c:pt idx="15458">
                  <c:v>4.2208699999999997</c:v>
                </c:pt>
                <c:pt idx="15459">
                  <c:v>4.2211699999999999</c:v>
                </c:pt>
                <c:pt idx="15460">
                  <c:v>4.2214799999999997</c:v>
                </c:pt>
                <c:pt idx="15461">
                  <c:v>4.2217799999999999</c:v>
                </c:pt>
                <c:pt idx="15462">
                  <c:v>4.2220899999999997</c:v>
                </c:pt>
                <c:pt idx="15463">
                  <c:v>4.2223899999999999</c:v>
                </c:pt>
                <c:pt idx="15464">
                  <c:v>4.2226999999999997</c:v>
                </c:pt>
                <c:pt idx="15465">
                  <c:v>4.2229999999999999</c:v>
                </c:pt>
                <c:pt idx="15466">
                  <c:v>4.2233099999999997</c:v>
                </c:pt>
                <c:pt idx="15467">
                  <c:v>4.2236099999999999</c:v>
                </c:pt>
                <c:pt idx="15468">
                  <c:v>4.2239199999999997</c:v>
                </c:pt>
                <c:pt idx="15469">
                  <c:v>4.2242300000000004</c:v>
                </c:pt>
                <c:pt idx="15470">
                  <c:v>4.2245299999999997</c:v>
                </c:pt>
                <c:pt idx="15471">
                  <c:v>4.2248400000000004</c:v>
                </c:pt>
                <c:pt idx="15472">
                  <c:v>4.2251399999999997</c:v>
                </c:pt>
                <c:pt idx="15473">
                  <c:v>4.2254500000000004</c:v>
                </c:pt>
                <c:pt idx="15474">
                  <c:v>4.2257499999999997</c:v>
                </c:pt>
                <c:pt idx="15475">
                  <c:v>4.2260600000000004</c:v>
                </c:pt>
                <c:pt idx="15476">
                  <c:v>4.2263599999999997</c:v>
                </c:pt>
                <c:pt idx="15477">
                  <c:v>4.2266700000000004</c:v>
                </c:pt>
                <c:pt idx="15478">
                  <c:v>4.2269699999999997</c:v>
                </c:pt>
                <c:pt idx="15479">
                  <c:v>4.2272800000000004</c:v>
                </c:pt>
                <c:pt idx="15480">
                  <c:v>4.2275799999999997</c:v>
                </c:pt>
                <c:pt idx="15481">
                  <c:v>4.2278900000000004</c:v>
                </c:pt>
                <c:pt idx="15482">
                  <c:v>4.2282000000000002</c:v>
                </c:pt>
                <c:pt idx="15483">
                  <c:v>4.2285000000000004</c:v>
                </c:pt>
                <c:pt idx="15484">
                  <c:v>4.2288100000000002</c:v>
                </c:pt>
                <c:pt idx="15485">
                  <c:v>4.2291100000000004</c:v>
                </c:pt>
                <c:pt idx="15486">
                  <c:v>4.2294200000000002</c:v>
                </c:pt>
                <c:pt idx="15487">
                  <c:v>4.2297200000000004</c:v>
                </c:pt>
                <c:pt idx="15488">
                  <c:v>4.2300300000000002</c:v>
                </c:pt>
                <c:pt idx="15489">
                  <c:v>4.2303300000000004</c:v>
                </c:pt>
                <c:pt idx="15490">
                  <c:v>4.2306400000000002</c:v>
                </c:pt>
                <c:pt idx="15491">
                  <c:v>4.2309400000000004</c:v>
                </c:pt>
                <c:pt idx="15492">
                  <c:v>4.2312500000000002</c:v>
                </c:pt>
                <c:pt idx="15493">
                  <c:v>4.2315500000000004</c:v>
                </c:pt>
                <c:pt idx="15494">
                  <c:v>4.2318600000000002</c:v>
                </c:pt>
                <c:pt idx="15495">
                  <c:v>4.23217</c:v>
                </c:pt>
                <c:pt idx="15496">
                  <c:v>4.2324700000000002</c:v>
                </c:pt>
                <c:pt idx="15497">
                  <c:v>4.23278</c:v>
                </c:pt>
                <c:pt idx="15498">
                  <c:v>4.2330800000000002</c:v>
                </c:pt>
                <c:pt idx="15499">
                  <c:v>4.23339</c:v>
                </c:pt>
                <c:pt idx="15500">
                  <c:v>4.2336900000000002</c:v>
                </c:pt>
                <c:pt idx="15501">
                  <c:v>4.234</c:v>
                </c:pt>
                <c:pt idx="15502">
                  <c:v>4.2343000000000002</c:v>
                </c:pt>
                <c:pt idx="15503">
                  <c:v>4.23461</c:v>
                </c:pt>
                <c:pt idx="15504">
                  <c:v>4.2349100000000002</c:v>
                </c:pt>
                <c:pt idx="15505">
                  <c:v>4.23522</c:v>
                </c:pt>
                <c:pt idx="15506">
                  <c:v>4.2355299999999998</c:v>
                </c:pt>
                <c:pt idx="15507">
                  <c:v>4.23583</c:v>
                </c:pt>
                <c:pt idx="15508">
                  <c:v>4.2361399999999998</c:v>
                </c:pt>
                <c:pt idx="15509">
                  <c:v>4.23644</c:v>
                </c:pt>
                <c:pt idx="15510">
                  <c:v>4.2367499999999998</c:v>
                </c:pt>
                <c:pt idx="15511">
                  <c:v>4.23705</c:v>
                </c:pt>
                <c:pt idx="15512">
                  <c:v>4.2373599999999998</c:v>
                </c:pt>
                <c:pt idx="15513">
                  <c:v>4.23766</c:v>
                </c:pt>
                <c:pt idx="15514">
                  <c:v>4.2379699999999998</c:v>
                </c:pt>
                <c:pt idx="15515">
                  <c:v>4.23827</c:v>
                </c:pt>
                <c:pt idx="15516">
                  <c:v>4.2385799999999998</c:v>
                </c:pt>
                <c:pt idx="15517">
                  <c:v>4.23888</c:v>
                </c:pt>
                <c:pt idx="15518">
                  <c:v>4.2391899999999998</c:v>
                </c:pt>
                <c:pt idx="15519">
                  <c:v>4.2394999999999996</c:v>
                </c:pt>
                <c:pt idx="15520">
                  <c:v>4.2397999999999998</c:v>
                </c:pt>
                <c:pt idx="15521">
                  <c:v>4.2401099999999996</c:v>
                </c:pt>
                <c:pt idx="15522">
                  <c:v>4.2404099999999998</c:v>
                </c:pt>
                <c:pt idx="15523">
                  <c:v>4.2407199999999996</c:v>
                </c:pt>
                <c:pt idx="15524">
                  <c:v>4.2410199999999998</c:v>
                </c:pt>
                <c:pt idx="15525">
                  <c:v>4.2413299999999996</c:v>
                </c:pt>
                <c:pt idx="15526">
                  <c:v>4.2416299999999998</c:v>
                </c:pt>
                <c:pt idx="15527">
                  <c:v>4.2419399999999996</c:v>
                </c:pt>
                <c:pt idx="15528">
                  <c:v>4.2422399999999998</c:v>
                </c:pt>
                <c:pt idx="15529">
                  <c:v>4.2425499999999996</c:v>
                </c:pt>
                <c:pt idx="15530">
                  <c:v>4.2428499999999998</c:v>
                </c:pt>
                <c:pt idx="15531">
                  <c:v>4.2431599999999996</c:v>
                </c:pt>
                <c:pt idx="15532">
                  <c:v>4.2434700000000003</c:v>
                </c:pt>
                <c:pt idx="15533">
                  <c:v>4.2437699999999996</c:v>
                </c:pt>
                <c:pt idx="15534">
                  <c:v>4.2440800000000003</c:v>
                </c:pt>
                <c:pt idx="15535">
                  <c:v>4.2443799999999996</c:v>
                </c:pt>
                <c:pt idx="15536">
                  <c:v>4.2446900000000003</c:v>
                </c:pt>
                <c:pt idx="15537">
                  <c:v>4.2449899999999996</c:v>
                </c:pt>
                <c:pt idx="15538">
                  <c:v>4.2453000000000003</c:v>
                </c:pt>
                <c:pt idx="15539">
                  <c:v>4.2455999999999996</c:v>
                </c:pt>
                <c:pt idx="15540">
                  <c:v>4.2459100000000003</c:v>
                </c:pt>
                <c:pt idx="15541">
                  <c:v>4.2462099999999996</c:v>
                </c:pt>
                <c:pt idx="15542">
                  <c:v>4.2465200000000003</c:v>
                </c:pt>
                <c:pt idx="15543">
                  <c:v>4.2468199999999996</c:v>
                </c:pt>
                <c:pt idx="15544">
                  <c:v>4.2471300000000003</c:v>
                </c:pt>
                <c:pt idx="15545">
                  <c:v>4.2474400000000001</c:v>
                </c:pt>
                <c:pt idx="15546">
                  <c:v>4.2477400000000003</c:v>
                </c:pt>
                <c:pt idx="15547">
                  <c:v>4.2480500000000001</c:v>
                </c:pt>
                <c:pt idx="15548">
                  <c:v>4.2483500000000003</c:v>
                </c:pt>
                <c:pt idx="15549">
                  <c:v>4.2486600000000001</c:v>
                </c:pt>
                <c:pt idx="15550">
                  <c:v>4.2489600000000003</c:v>
                </c:pt>
                <c:pt idx="15551">
                  <c:v>4.2492700000000001</c:v>
                </c:pt>
                <c:pt idx="15552">
                  <c:v>4.2495700000000003</c:v>
                </c:pt>
                <c:pt idx="15553">
                  <c:v>4.2498800000000001</c:v>
                </c:pt>
                <c:pt idx="15554">
                  <c:v>4.2501800000000003</c:v>
                </c:pt>
                <c:pt idx="15555">
                  <c:v>4.2504900000000001</c:v>
                </c:pt>
                <c:pt idx="15556">
                  <c:v>4.2507900000000003</c:v>
                </c:pt>
                <c:pt idx="15557">
                  <c:v>4.2511000000000001</c:v>
                </c:pt>
                <c:pt idx="15558">
                  <c:v>4.2514099999999999</c:v>
                </c:pt>
                <c:pt idx="15559">
                  <c:v>4.2517100000000001</c:v>
                </c:pt>
                <c:pt idx="15560">
                  <c:v>4.2520199999999999</c:v>
                </c:pt>
                <c:pt idx="15561">
                  <c:v>4.2523200000000001</c:v>
                </c:pt>
                <c:pt idx="15562">
                  <c:v>4.2526299999999999</c:v>
                </c:pt>
                <c:pt idx="15563">
                  <c:v>4.2529300000000001</c:v>
                </c:pt>
                <c:pt idx="15564">
                  <c:v>4.2532399999999999</c:v>
                </c:pt>
                <c:pt idx="15565">
                  <c:v>4.2535400000000001</c:v>
                </c:pt>
                <c:pt idx="15566">
                  <c:v>4.2538499999999999</c:v>
                </c:pt>
                <c:pt idx="15567">
                  <c:v>4.2541500000000001</c:v>
                </c:pt>
                <c:pt idx="15568">
                  <c:v>4.2544599999999999</c:v>
                </c:pt>
                <c:pt idx="15569">
                  <c:v>4.2547699999999997</c:v>
                </c:pt>
                <c:pt idx="15570">
                  <c:v>4.2550699999999999</c:v>
                </c:pt>
                <c:pt idx="15571">
                  <c:v>4.2553799999999997</c:v>
                </c:pt>
                <c:pt idx="15572">
                  <c:v>4.2556799999999999</c:v>
                </c:pt>
                <c:pt idx="15573">
                  <c:v>4.2559899999999997</c:v>
                </c:pt>
                <c:pt idx="15574">
                  <c:v>4.2562899999999999</c:v>
                </c:pt>
                <c:pt idx="15575">
                  <c:v>4.2565999999999997</c:v>
                </c:pt>
                <c:pt idx="15576">
                  <c:v>4.2568999999999999</c:v>
                </c:pt>
                <c:pt idx="15577">
                  <c:v>4.2572099999999997</c:v>
                </c:pt>
                <c:pt idx="15578">
                  <c:v>4.2575099999999999</c:v>
                </c:pt>
                <c:pt idx="15579">
                  <c:v>4.2578199999999997</c:v>
                </c:pt>
                <c:pt idx="15580">
                  <c:v>4.2581199999999999</c:v>
                </c:pt>
                <c:pt idx="15581">
                  <c:v>4.2584299999999997</c:v>
                </c:pt>
                <c:pt idx="15582">
                  <c:v>4.2587400000000004</c:v>
                </c:pt>
                <c:pt idx="15583">
                  <c:v>4.2590399999999997</c:v>
                </c:pt>
                <c:pt idx="15584">
                  <c:v>4.2593500000000004</c:v>
                </c:pt>
                <c:pt idx="15585">
                  <c:v>4.2596499999999997</c:v>
                </c:pt>
                <c:pt idx="15586">
                  <c:v>4.2599600000000004</c:v>
                </c:pt>
                <c:pt idx="15587">
                  <c:v>4.2602599999999997</c:v>
                </c:pt>
                <c:pt idx="15588">
                  <c:v>4.2605700000000004</c:v>
                </c:pt>
                <c:pt idx="15589">
                  <c:v>4.2608699999999997</c:v>
                </c:pt>
                <c:pt idx="15590">
                  <c:v>4.2611800000000004</c:v>
                </c:pt>
                <c:pt idx="15591">
                  <c:v>4.2614799999999997</c:v>
                </c:pt>
                <c:pt idx="15592">
                  <c:v>4.2617900000000004</c:v>
                </c:pt>
                <c:pt idx="15593">
                  <c:v>4.2620899999999997</c:v>
                </c:pt>
                <c:pt idx="15594">
                  <c:v>4.2624000000000004</c:v>
                </c:pt>
                <c:pt idx="15595">
                  <c:v>4.2627100000000002</c:v>
                </c:pt>
                <c:pt idx="15596">
                  <c:v>4.2630100000000004</c:v>
                </c:pt>
                <c:pt idx="15597">
                  <c:v>4.2633200000000002</c:v>
                </c:pt>
                <c:pt idx="15598">
                  <c:v>4.2636200000000004</c:v>
                </c:pt>
                <c:pt idx="15599">
                  <c:v>4.2639300000000002</c:v>
                </c:pt>
                <c:pt idx="15600">
                  <c:v>4.2642300000000004</c:v>
                </c:pt>
                <c:pt idx="15601">
                  <c:v>4.2645400000000002</c:v>
                </c:pt>
                <c:pt idx="15602">
                  <c:v>4.2648400000000004</c:v>
                </c:pt>
                <c:pt idx="15603">
                  <c:v>4.2651500000000002</c:v>
                </c:pt>
                <c:pt idx="15604">
                  <c:v>4.2654500000000004</c:v>
                </c:pt>
                <c:pt idx="15605">
                  <c:v>4.2657600000000002</c:v>
                </c:pt>
                <c:pt idx="15606">
                  <c:v>4.2660600000000004</c:v>
                </c:pt>
                <c:pt idx="15607">
                  <c:v>4.2663700000000002</c:v>
                </c:pt>
                <c:pt idx="15608">
                  <c:v>4.26668</c:v>
                </c:pt>
                <c:pt idx="15609">
                  <c:v>4.2669800000000002</c:v>
                </c:pt>
                <c:pt idx="15610">
                  <c:v>4.26729</c:v>
                </c:pt>
                <c:pt idx="15611">
                  <c:v>4.2675900000000002</c:v>
                </c:pt>
                <c:pt idx="15612">
                  <c:v>4.2679</c:v>
                </c:pt>
                <c:pt idx="15613">
                  <c:v>4.2682000000000002</c:v>
                </c:pt>
                <c:pt idx="15614">
                  <c:v>4.26851</c:v>
                </c:pt>
                <c:pt idx="15615">
                  <c:v>4.2688100000000002</c:v>
                </c:pt>
                <c:pt idx="15616">
                  <c:v>4.26912</c:v>
                </c:pt>
                <c:pt idx="15617">
                  <c:v>4.2694200000000002</c:v>
                </c:pt>
                <c:pt idx="15618">
                  <c:v>4.26973</c:v>
                </c:pt>
                <c:pt idx="15619">
                  <c:v>4.2700300000000002</c:v>
                </c:pt>
                <c:pt idx="15620">
                  <c:v>4.27034</c:v>
                </c:pt>
                <c:pt idx="15621">
                  <c:v>4.2706499999999998</c:v>
                </c:pt>
                <c:pt idx="15622">
                  <c:v>4.27095</c:v>
                </c:pt>
                <c:pt idx="15623">
                  <c:v>4.2712599999999998</c:v>
                </c:pt>
                <c:pt idx="15624">
                  <c:v>4.27156</c:v>
                </c:pt>
                <c:pt idx="15625">
                  <c:v>4.2718699999999998</c:v>
                </c:pt>
                <c:pt idx="15626">
                  <c:v>4.27217</c:v>
                </c:pt>
                <c:pt idx="15627">
                  <c:v>4.2724799999999998</c:v>
                </c:pt>
                <c:pt idx="15628">
                  <c:v>4.27278</c:v>
                </c:pt>
                <c:pt idx="15629">
                  <c:v>4.2730899999999998</c:v>
                </c:pt>
                <c:pt idx="15630">
                  <c:v>4.27339</c:v>
                </c:pt>
                <c:pt idx="15631">
                  <c:v>4.2736999999999998</c:v>
                </c:pt>
                <c:pt idx="15632">
                  <c:v>4.2740099999999996</c:v>
                </c:pt>
                <c:pt idx="15633">
                  <c:v>4.2743099999999998</c:v>
                </c:pt>
                <c:pt idx="15634">
                  <c:v>4.2746199999999996</c:v>
                </c:pt>
                <c:pt idx="15635">
                  <c:v>4.2749199999999998</c:v>
                </c:pt>
                <c:pt idx="15636">
                  <c:v>4.2752299999999996</c:v>
                </c:pt>
                <c:pt idx="15637">
                  <c:v>4.2755299999999998</c:v>
                </c:pt>
                <c:pt idx="15638">
                  <c:v>4.2758399999999996</c:v>
                </c:pt>
                <c:pt idx="15639">
                  <c:v>4.2761399999999998</c:v>
                </c:pt>
                <c:pt idx="15640">
                  <c:v>4.2764499999999996</c:v>
                </c:pt>
                <c:pt idx="15641">
                  <c:v>4.2767499999999998</c:v>
                </c:pt>
                <c:pt idx="15642">
                  <c:v>4.2770599999999996</c:v>
                </c:pt>
                <c:pt idx="15643">
                  <c:v>4.2773599999999998</c:v>
                </c:pt>
                <c:pt idx="15644">
                  <c:v>4.2776699999999996</c:v>
                </c:pt>
                <c:pt idx="15645">
                  <c:v>4.2779800000000003</c:v>
                </c:pt>
                <c:pt idx="15646">
                  <c:v>4.2782799999999996</c:v>
                </c:pt>
                <c:pt idx="15647">
                  <c:v>4.2785900000000003</c:v>
                </c:pt>
                <c:pt idx="15648">
                  <c:v>4.2788899999999996</c:v>
                </c:pt>
                <c:pt idx="15649">
                  <c:v>4.2792000000000003</c:v>
                </c:pt>
                <c:pt idx="15650">
                  <c:v>4.2794999999999996</c:v>
                </c:pt>
                <c:pt idx="15651">
                  <c:v>4.2798100000000003</c:v>
                </c:pt>
                <c:pt idx="15652">
                  <c:v>4.2801099999999996</c:v>
                </c:pt>
                <c:pt idx="15653">
                  <c:v>4.2804200000000003</c:v>
                </c:pt>
                <c:pt idx="15654">
                  <c:v>4.2807199999999996</c:v>
                </c:pt>
                <c:pt idx="15655">
                  <c:v>4.2810300000000003</c:v>
                </c:pt>
                <c:pt idx="15656">
                  <c:v>4.2813299999999996</c:v>
                </c:pt>
                <c:pt idx="15657">
                  <c:v>4.2816400000000003</c:v>
                </c:pt>
                <c:pt idx="15658">
                  <c:v>4.2819500000000001</c:v>
                </c:pt>
                <c:pt idx="15659">
                  <c:v>4.2822500000000003</c:v>
                </c:pt>
                <c:pt idx="15660">
                  <c:v>4.2825600000000001</c:v>
                </c:pt>
                <c:pt idx="15661">
                  <c:v>4.2828600000000003</c:v>
                </c:pt>
                <c:pt idx="15662">
                  <c:v>4.2831700000000001</c:v>
                </c:pt>
                <c:pt idx="15663">
                  <c:v>4.2834700000000003</c:v>
                </c:pt>
                <c:pt idx="15664">
                  <c:v>4.2837800000000001</c:v>
                </c:pt>
                <c:pt idx="15665">
                  <c:v>4.2840800000000003</c:v>
                </c:pt>
                <c:pt idx="15666">
                  <c:v>4.2843900000000001</c:v>
                </c:pt>
                <c:pt idx="15667">
                  <c:v>4.2846900000000003</c:v>
                </c:pt>
                <c:pt idx="15668">
                  <c:v>4.2850000000000001</c:v>
                </c:pt>
                <c:pt idx="15669">
                  <c:v>4.2853000000000003</c:v>
                </c:pt>
                <c:pt idx="15670">
                  <c:v>4.2856100000000001</c:v>
                </c:pt>
                <c:pt idx="15671">
                  <c:v>4.28592</c:v>
                </c:pt>
                <c:pt idx="15672">
                  <c:v>4.2862200000000001</c:v>
                </c:pt>
                <c:pt idx="15673">
                  <c:v>4.28653</c:v>
                </c:pt>
                <c:pt idx="15674">
                  <c:v>4.2868300000000001</c:v>
                </c:pt>
                <c:pt idx="15675">
                  <c:v>4.28714</c:v>
                </c:pt>
                <c:pt idx="15676">
                  <c:v>4.2874400000000001</c:v>
                </c:pt>
                <c:pt idx="15677">
                  <c:v>4.28775</c:v>
                </c:pt>
                <c:pt idx="15678">
                  <c:v>4.2880500000000001</c:v>
                </c:pt>
                <c:pt idx="15679">
                  <c:v>4.2883599999999999</c:v>
                </c:pt>
                <c:pt idx="15680">
                  <c:v>4.2886600000000001</c:v>
                </c:pt>
                <c:pt idx="15681">
                  <c:v>4.2889699999999999</c:v>
                </c:pt>
                <c:pt idx="15682">
                  <c:v>4.2892799999999998</c:v>
                </c:pt>
                <c:pt idx="15683">
                  <c:v>4.2895799999999999</c:v>
                </c:pt>
                <c:pt idx="15684">
                  <c:v>4.2898899999999998</c:v>
                </c:pt>
                <c:pt idx="15685">
                  <c:v>4.2901899999999999</c:v>
                </c:pt>
                <c:pt idx="15686">
                  <c:v>4.2904999999999998</c:v>
                </c:pt>
                <c:pt idx="15687">
                  <c:v>4.2907999999999999</c:v>
                </c:pt>
                <c:pt idx="15688">
                  <c:v>4.2911099999999998</c:v>
                </c:pt>
                <c:pt idx="15689">
                  <c:v>4.2914099999999999</c:v>
                </c:pt>
                <c:pt idx="15690">
                  <c:v>4.2917199999999998</c:v>
                </c:pt>
                <c:pt idx="15691">
                  <c:v>4.2920199999999999</c:v>
                </c:pt>
                <c:pt idx="15692">
                  <c:v>4.2923299999999998</c:v>
                </c:pt>
                <c:pt idx="15693">
                  <c:v>4.2926299999999999</c:v>
                </c:pt>
                <c:pt idx="15694">
                  <c:v>4.2929399999999998</c:v>
                </c:pt>
                <c:pt idx="15695">
                  <c:v>4.2932499999999996</c:v>
                </c:pt>
                <c:pt idx="15696">
                  <c:v>4.2935499999999998</c:v>
                </c:pt>
                <c:pt idx="15697">
                  <c:v>4.2938599999999996</c:v>
                </c:pt>
                <c:pt idx="15698">
                  <c:v>4.2941599999999998</c:v>
                </c:pt>
                <c:pt idx="15699">
                  <c:v>4.2944699999999996</c:v>
                </c:pt>
                <c:pt idx="15700">
                  <c:v>4.2947699999999998</c:v>
                </c:pt>
                <c:pt idx="15701">
                  <c:v>4.2950799999999996</c:v>
                </c:pt>
                <c:pt idx="15702">
                  <c:v>4.2953799999999998</c:v>
                </c:pt>
                <c:pt idx="15703">
                  <c:v>4.2956899999999996</c:v>
                </c:pt>
                <c:pt idx="15704">
                  <c:v>4.2959899999999998</c:v>
                </c:pt>
                <c:pt idx="15705">
                  <c:v>4.2962999999999996</c:v>
                </c:pt>
                <c:pt idx="15706">
                  <c:v>4.2965999999999998</c:v>
                </c:pt>
                <c:pt idx="15707">
                  <c:v>4.2969099999999996</c:v>
                </c:pt>
                <c:pt idx="15708">
                  <c:v>4.2972200000000003</c:v>
                </c:pt>
                <c:pt idx="15709">
                  <c:v>4.2975199999999996</c:v>
                </c:pt>
                <c:pt idx="15710">
                  <c:v>4.2978300000000003</c:v>
                </c:pt>
                <c:pt idx="15711">
                  <c:v>4.2981299999999996</c:v>
                </c:pt>
                <c:pt idx="15712">
                  <c:v>4.2984400000000003</c:v>
                </c:pt>
                <c:pt idx="15713">
                  <c:v>4.2987399999999996</c:v>
                </c:pt>
                <c:pt idx="15714">
                  <c:v>4.2990500000000003</c:v>
                </c:pt>
                <c:pt idx="15715">
                  <c:v>4.2993499999999996</c:v>
                </c:pt>
                <c:pt idx="15716">
                  <c:v>4.2996600000000003</c:v>
                </c:pt>
                <c:pt idx="15717">
                  <c:v>4.2999599999999996</c:v>
                </c:pt>
                <c:pt idx="15718">
                  <c:v>4.3002700000000003</c:v>
                </c:pt>
                <c:pt idx="15719">
                  <c:v>4.3005699999999996</c:v>
                </c:pt>
                <c:pt idx="15720">
                  <c:v>4.3008800000000003</c:v>
                </c:pt>
                <c:pt idx="15721">
                  <c:v>4.3011900000000001</c:v>
                </c:pt>
                <c:pt idx="15722">
                  <c:v>4.3014900000000003</c:v>
                </c:pt>
                <c:pt idx="15723">
                  <c:v>4.3018000000000001</c:v>
                </c:pt>
                <c:pt idx="15724">
                  <c:v>4.3021000000000003</c:v>
                </c:pt>
                <c:pt idx="15725">
                  <c:v>4.3024100000000001</c:v>
                </c:pt>
                <c:pt idx="15726">
                  <c:v>4.3027100000000003</c:v>
                </c:pt>
                <c:pt idx="15727">
                  <c:v>4.3030200000000001</c:v>
                </c:pt>
                <c:pt idx="15728">
                  <c:v>4.3033200000000003</c:v>
                </c:pt>
                <c:pt idx="15729">
                  <c:v>4.3036300000000001</c:v>
                </c:pt>
                <c:pt idx="15730">
                  <c:v>4.3039300000000003</c:v>
                </c:pt>
                <c:pt idx="15731">
                  <c:v>4.3042400000000001</c:v>
                </c:pt>
                <c:pt idx="15732">
                  <c:v>4.3045400000000003</c:v>
                </c:pt>
                <c:pt idx="15733">
                  <c:v>4.3048500000000001</c:v>
                </c:pt>
                <c:pt idx="15734">
                  <c:v>4.3051599999999999</c:v>
                </c:pt>
                <c:pt idx="15735">
                  <c:v>4.3054600000000001</c:v>
                </c:pt>
                <c:pt idx="15736">
                  <c:v>4.3057699999999999</c:v>
                </c:pt>
                <c:pt idx="15737">
                  <c:v>4.3060700000000001</c:v>
                </c:pt>
                <c:pt idx="15738">
                  <c:v>4.3063799999999999</c:v>
                </c:pt>
                <c:pt idx="15739">
                  <c:v>4.3066800000000001</c:v>
                </c:pt>
                <c:pt idx="15740">
                  <c:v>4.3069899999999999</c:v>
                </c:pt>
                <c:pt idx="15741">
                  <c:v>4.3072900000000001</c:v>
                </c:pt>
                <c:pt idx="15742">
                  <c:v>4.3075999999999999</c:v>
                </c:pt>
                <c:pt idx="15743">
                  <c:v>4.3079000000000001</c:v>
                </c:pt>
                <c:pt idx="15744">
                  <c:v>4.3082099999999999</c:v>
                </c:pt>
                <c:pt idx="15745">
                  <c:v>4.3085199999999997</c:v>
                </c:pt>
                <c:pt idx="15746">
                  <c:v>4.3088199999999999</c:v>
                </c:pt>
                <c:pt idx="15747">
                  <c:v>4.3091299999999997</c:v>
                </c:pt>
                <c:pt idx="15748">
                  <c:v>4.3094299999999999</c:v>
                </c:pt>
                <c:pt idx="15749">
                  <c:v>4.3097399999999997</c:v>
                </c:pt>
                <c:pt idx="15750">
                  <c:v>4.3100399999999999</c:v>
                </c:pt>
                <c:pt idx="15751">
                  <c:v>4.3103499999999997</c:v>
                </c:pt>
                <c:pt idx="15752">
                  <c:v>4.3106499999999999</c:v>
                </c:pt>
                <c:pt idx="15753">
                  <c:v>4.3109599999999997</c:v>
                </c:pt>
                <c:pt idx="15754">
                  <c:v>4.3112599999999999</c:v>
                </c:pt>
                <c:pt idx="15755">
                  <c:v>4.3115699999999997</c:v>
                </c:pt>
                <c:pt idx="15756">
                  <c:v>4.3118699999999999</c:v>
                </c:pt>
                <c:pt idx="15757">
                  <c:v>4.3121799999999997</c:v>
                </c:pt>
                <c:pt idx="15758">
                  <c:v>4.3124900000000004</c:v>
                </c:pt>
                <c:pt idx="15759">
                  <c:v>4.3127899999999997</c:v>
                </c:pt>
                <c:pt idx="15760">
                  <c:v>4.3131000000000004</c:v>
                </c:pt>
                <c:pt idx="15761">
                  <c:v>4.3133999999999997</c:v>
                </c:pt>
                <c:pt idx="15762">
                  <c:v>4.3137100000000004</c:v>
                </c:pt>
                <c:pt idx="15763">
                  <c:v>4.3140099999999997</c:v>
                </c:pt>
                <c:pt idx="15764">
                  <c:v>4.3143200000000004</c:v>
                </c:pt>
                <c:pt idx="15765">
                  <c:v>4.3146199999999997</c:v>
                </c:pt>
                <c:pt idx="15766">
                  <c:v>4.3149300000000004</c:v>
                </c:pt>
                <c:pt idx="15767">
                  <c:v>4.3152299999999997</c:v>
                </c:pt>
                <c:pt idx="15768">
                  <c:v>4.3155400000000004</c:v>
                </c:pt>
                <c:pt idx="15769">
                  <c:v>4.3158399999999997</c:v>
                </c:pt>
                <c:pt idx="15770">
                  <c:v>4.3161500000000004</c:v>
                </c:pt>
                <c:pt idx="15771">
                  <c:v>4.3164600000000002</c:v>
                </c:pt>
                <c:pt idx="15772">
                  <c:v>4.3167600000000004</c:v>
                </c:pt>
                <c:pt idx="15773">
                  <c:v>4.3170700000000002</c:v>
                </c:pt>
                <c:pt idx="15774">
                  <c:v>4.3173700000000004</c:v>
                </c:pt>
                <c:pt idx="15775">
                  <c:v>4.3176800000000002</c:v>
                </c:pt>
                <c:pt idx="15776">
                  <c:v>4.3179800000000004</c:v>
                </c:pt>
                <c:pt idx="15777">
                  <c:v>4.3182900000000002</c:v>
                </c:pt>
                <c:pt idx="15778">
                  <c:v>4.3185900000000004</c:v>
                </c:pt>
                <c:pt idx="15779">
                  <c:v>4.3189000000000002</c:v>
                </c:pt>
                <c:pt idx="15780">
                  <c:v>4.3192000000000004</c:v>
                </c:pt>
                <c:pt idx="15781">
                  <c:v>4.3195100000000002</c:v>
                </c:pt>
                <c:pt idx="15782">
                  <c:v>4.3198100000000004</c:v>
                </c:pt>
                <c:pt idx="15783">
                  <c:v>4.3201200000000002</c:v>
                </c:pt>
                <c:pt idx="15784">
                  <c:v>4.32043</c:v>
                </c:pt>
                <c:pt idx="15785">
                  <c:v>4.3207300000000002</c:v>
                </c:pt>
                <c:pt idx="15786">
                  <c:v>4.32104</c:v>
                </c:pt>
                <c:pt idx="15787">
                  <c:v>4.3213400000000002</c:v>
                </c:pt>
                <c:pt idx="15788">
                  <c:v>4.32165</c:v>
                </c:pt>
                <c:pt idx="15789">
                  <c:v>4.3219500000000002</c:v>
                </c:pt>
                <c:pt idx="15790">
                  <c:v>4.32226</c:v>
                </c:pt>
                <c:pt idx="15791">
                  <c:v>4.3225600000000002</c:v>
                </c:pt>
                <c:pt idx="15792">
                  <c:v>4.32287</c:v>
                </c:pt>
                <c:pt idx="15793">
                  <c:v>4.3231700000000002</c:v>
                </c:pt>
                <c:pt idx="15794">
                  <c:v>4.32348</c:v>
                </c:pt>
                <c:pt idx="15795">
                  <c:v>4.3237800000000002</c:v>
                </c:pt>
                <c:pt idx="15796">
                  <c:v>4.32409</c:v>
                </c:pt>
                <c:pt idx="15797">
                  <c:v>4.3243999999999998</c:v>
                </c:pt>
                <c:pt idx="15798">
                  <c:v>4.3247</c:v>
                </c:pt>
                <c:pt idx="15799">
                  <c:v>4.3250099999999998</c:v>
                </c:pt>
                <c:pt idx="15800">
                  <c:v>4.32531</c:v>
                </c:pt>
                <c:pt idx="15801">
                  <c:v>4.3256199999999998</c:v>
                </c:pt>
                <c:pt idx="15802">
                  <c:v>4.32592</c:v>
                </c:pt>
                <c:pt idx="15803">
                  <c:v>4.3262299999999998</c:v>
                </c:pt>
                <c:pt idx="15804">
                  <c:v>4.32653</c:v>
                </c:pt>
                <c:pt idx="15805">
                  <c:v>4.3268399999999998</c:v>
                </c:pt>
                <c:pt idx="15806">
                  <c:v>4.32714</c:v>
                </c:pt>
                <c:pt idx="15807">
                  <c:v>4.3274499999999998</c:v>
                </c:pt>
                <c:pt idx="15808">
                  <c:v>4.3277599999999996</c:v>
                </c:pt>
                <c:pt idx="15809">
                  <c:v>4.3280599999999998</c:v>
                </c:pt>
                <c:pt idx="15810">
                  <c:v>4.3283699999999996</c:v>
                </c:pt>
                <c:pt idx="15811">
                  <c:v>4.3286699999999998</c:v>
                </c:pt>
                <c:pt idx="15812">
                  <c:v>4.3289799999999996</c:v>
                </c:pt>
                <c:pt idx="15813">
                  <c:v>4.3292799999999998</c:v>
                </c:pt>
                <c:pt idx="15814">
                  <c:v>4.3295899999999996</c:v>
                </c:pt>
                <c:pt idx="15815">
                  <c:v>4.3298899999999998</c:v>
                </c:pt>
                <c:pt idx="15816">
                  <c:v>4.3301999999999996</c:v>
                </c:pt>
                <c:pt idx="15817">
                  <c:v>4.3304999999999998</c:v>
                </c:pt>
                <c:pt idx="15818">
                  <c:v>4.3308099999999996</c:v>
                </c:pt>
                <c:pt idx="15819">
                  <c:v>4.3311099999999998</c:v>
                </c:pt>
                <c:pt idx="15820">
                  <c:v>4.3314199999999996</c:v>
                </c:pt>
                <c:pt idx="15821">
                  <c:v>4.3317300000000003</c:v>
                </c:pt>
                <c:pt idx="15822">
                  <c:v>4.3320299999999996</c:v>
                </c:pt>
                <c:pt idx="15823">
                  <c:v>4.3323400000000003</c:v>
                </c:pt>
                <c:pt idx="15824">
                  <c:v>4.3326399999999996</c:v>
                </c:pt>
                <c:pt idx="15825">
                  <c:v>4.3329500000000003</c:v>
                </c:pt>
                <c:pt idx="15826">
                  <c:v>4.3332499999999996</c:v>
                </c:pt>
                <c:pt idx="15827">
                  <c:v>4.3335600000000003</c:v>
                </c:pt>
                <c:pt idx="15828">
                  <c:v>4.3338599999999996</c:v>
                </c:pt>
                <c:pt idx="15829">
                  <c:v>4.3341700000000003</c:v>
                </c:pt>
                <c:pt idx="15830">
                  <c:v>4.3344699999999996</c:v>
                </c:pt>
                <c:pt idx="15831">
                  <c:v>4.3347800000000003</c:v>
                </c:pt>
                <c:pt idx="15832">
                  <c:v>4.3350799999999996</c:v>
                </c:pt>
                <c:pt idx="15833">
                  <c:v>4.3353900000000003</c:v>
                </c:pt>
                <c:pt idx="15834">
                  <c:v>4.3357000000000001</c:v>
                </c:pt>
                <c:pt idx="15835">
                  <c:v>4.3360000000000003</c:v>
                </c:pt>
                <c:pt idx="15836">
                  <c:v>4.3363100000000001</c:v>
                </c:pt>
                <c:pt idx="15837">
                  <c:v>4.3366100000000003</c:v>
                </c:pt>
                <c:pt idx="15838">
                  <c:v>4.3369200000000001</c:v>
                </c:pt>
                <c:pt idx="15839">
                  <c:v>4.3372200000000003</c:v>
                </c:pt>
                <c:pt idx="15840">
                  <c:v>4.3375300000000001</c:v>
                </c:pt>
                <c:pt idx="15841">
                  <c:v>4.3378300000000003</c:v>
                </c:pt>
                <c:pt idx="15842">
                  <c:v>4.3381400000000001</c:v>
                </c:pt>
                <c:pt idx="15843">
                  <c:v>4.3384400000000003</c:v>
                </c:pt>
                <c:pt idx="15844">
                  <c:v>4.3387500000000001</c:v>
                </c:pt>
                <c:pt idx="15845">
                  <c:v>4.3390500000000003</c:v>
                </c:pt>
                <c:pt idx="15846">
                  <c:v>4.3393600000000001</c:v>
                </c:pt>
                <c:pt idx="15847">
                  <c:v>4.3396699999999999</c:v>
                </c:pt>
                <c:pt idx="15848">
                  <c:v>4.3399700000000001</c:v>
                </c:pt>
                <c:pt idx="15849">
                  <c:v>4.3402799999999999</c:v>
                </c:pt>
                <c:pt idx="15850">
                  <c:v>4.3405800000000001</c:v>
                </c:pt>
                <c:pt idx="15851">
                  <c:v>4.3408899999999999</c:v>
                </c:pt>
                <c:pt idx="15852">
                  <c:v>4.3411900000000001</c:v>
                </c:pt>
                <c:pt idx="15853">
                  <c:v>4.3414999999999999</c:v>
                </c:pt>
                <c:pt idx="15854">
                  <c:v>4.3418000000000001</c:v>
                </c:pt>
                <c:pt idx="15855">
                  <c:v>4.3421099999999999</c:v>
                </c:pt>
                <c:pt idx="15856">
                  <c:v>4.3424100000000001</c:v>
                </c:pt>
                <c:pt idx="15857">
                  <c:v>4.3427199999999999</c:v>
                </c:pt>
                <c:pt idx="15858">
                  <c:v>4.3430200000000001</c:v>
                </c:pt>
                <c:pt idx="15859">
                  <c:v>4.3433299999999999</c:v>
                </c:pt>
                <c:pt idx="15860">
                  <c:v>4.3436399999999997</c:v>
                </c:pt>
                <c:pt idx="15861">
                  <c:v>4.3439399999999999</c:v>
                </c:pt>
                <c:pt idx="15862">
                  <c:v>4.3442499999999997</c:v>
                </c:pt>
                <c:pt idx="15863">
                  <c:v>4.3445499999999999</c:v>
                </c:pt>
                <c:pt idx="15864">
                  <c:v>4.3448599999999997</c:v>
                </c:pt>
                <c:pt idx="15865">
                  <c:v>4.3451599999999999</c:v>
                </c:pt>
                <c:pt idx="15866">
                  <c:v>4.3454699999999997</c:v>
                </c:pt>
                <c:pt idx="15867">
                  <c:v>4.3457699999999999</c:v>
                </c:pt>
                <c:pt idx="15868">
                  <c:v>4.3460799999999997</c:v>
                </c:pt>
                <c:pt idx="15869">
                  <c:v>4.3463799999999999</c:v>
                </c:pt>
                <c:pt idx="15870">
                  <c:v>4.3466899999999997</c:v>
                </c:pt>
                <c:pt idx="15871">
                  <c:v>4.3470000000000004</c:v>
                </c:pt>
                <c:pt idx="15872">
                  <c:v>4.3472999999999997</c:v>
                </c:pt>
                <c:pt idx="15873">
                  <c:v>4.3476100000000004</c:v>
                </c:pt>
                <c:pt idx="15874">
                  <c:v>4.3479099999999997</c:v>
                </c:pt>
                <c:pt idx="15875">
                  <c:v>4.3482200000000004</c:v>
                </c:pt>
                <c:pt idx="15876">
                  <c:v>4.3485199999999997</c:v>
                </c:pt>
                <c:pt idx="15877">
                  <c:v>4.3488300000000004</c:v>
                </c:pt>
                <c:pt idx="15878">
                  <c:v>4.3491299999999997</c:v>
                </c:pt>
                <c:pt idx="15879">
                  <c:v>4.3494400000000004</c:v>
                </c:pt>
                <c:pt idx="15880">
                  <c:v>4.3497399999999997</c:v>
                </c:pt>
                <c:pt idx="15881">
                  <c:v>4.3500500000000004</c:v>
                </c:pt>
                <c:pt idx="15882">
                  <c:v>4.3503499999999997</c:v>
                </c:pt>
                <c:pt idx="15883">
                  <c:v>4.3506600000000004</c:v>
                </c:pt>
                <c:pt idx="15884">
                  <c:v>4.3509700000000002</c:v>
                </c:pt>
                <c:pt idx="15885">
                  <c:v>4.3512700000000004</c:v>
                </c:pt>
                <c:pt idx="15886">
                  <c:v>4.3515800000000002</c:v>
                </c:pt>
                <c:pt idx="15887">
                  <c:v>4.3518800000000004</c:v>
                </c:pt>
                <c:pt idx="15888">
                  <c:v>4.3521900000000002</c:v>
                </c:pt>
                <c:pt idx="15889">
                  <c:v>4.3524900000000004</c:v>
                </c:pt>
                <c:pt idx="15890">
                  <c:v>4.3528000000000002</c:v>
                </c:pt>
                <c:pt idx="15891">
                  <c:v>4.3531000000000004</c:v>
                </c:pt>
                <c:pt idx="15892">
                  <c:v>4.3534100000000002</c:v>
                </c:pt>
                <c:pt idx="15893">
                  <c:v>4.3537100000000004</c:v>
                </c:pt>
                <c:pt idx="15894">
                  <c:v>4.3540200000000002</c:v>
                </c:pt>
                <c:pt idx="15895">
                  <c:v>4.3543200000000004</c:v>
                </c:pt>
                <c:pt idx="15896">
                  <c:v>4.3546300000000002</c:v>
                </c:pt>
                <c:pt idx="15897">
                  <c:v>4.35494</c:v>
                </c:pt>
                <c:pt idx="15898">
                  <c:v>4.3552400000000002</c:v>
                </c:pt>
                <c:pt idx="15899">
                  <c:v>4.35555</c:v>
                </c:pt>
                <c:pt idx="15900">
                  <c:v>4.3558500000000002</c:v>
                </c:pt>
                <c:pt idx="15901">
                  <c:v>4.35616</c:v>
                </c:pt>
                <c:pt idx="15902">
                  <c:v>4.3564600000000002</c:v>
                </c:pt>
                <c:pt idx="15903">
                  <c:v>4.35677</c:v>
                </c:pt>
                <c:pt idx="15904">
                  <c:v>4.3570700000000002</c:v>
                </c:pt>
                <c:pt idx="15905">
                  <c:v>4.35738</c:v>
                </c:pt>
                <c:pt idx="15906">
                  <c:v>4.3576800000000002</c:v>
                </c:pt>
                <c:pt idx="15907">
                  <c:v>4.35799</c:v>
                </c:pt>
                <c:pt idx="15908">
                  <c:v>4.3582900000000002</c:v>
                </c:pt>
                <c:pt idx="15909">
                  <c:v>4.3586</c:v>
                </c:pt>
                <c:pt idx="15910">
                  <c:v>4.3589099999999998</c:v>
                </c:pt>
                <c:pt idx="15911">
                  <c:v>4.35921</c:v>
                </c:pt>
                <c:pt idx="15912">
                  <c:v>4.3595199999999998</c:v>
                </c:pt>
                <c:pt idx="15913">
                  <c:v>4.35982</c:v>
                </c:pt>
                <c:pt idx="15914">
                  <c:v>4.3601299999999998</c:v>
                </c:pt>
                <c:pt idx="15915">
                  <c:v>4.36043</c:v>
                </c:pt>
                <c:pt idx="15916">
                  <c:v>4.3607399999999998</c:v>
                </c:pt>
                <c:pt idx="15917">
                  <c:v>4.36104</c:v>
                </c:pt>
                <c:pt idx="15918">
                  <c:v>4.3613499999999998</c:v>
                </c:pt>
                <c:pt idx="15919">
                  <c:v>4.36165</c:v>
                </c:pt>
                <c:pt idx="15920">
                  <c:v>4.3619599999999998</c:v>
                </c:pt>
                <c:pt idx="15921">
                  <c:v>4.3622699999999996</c:v>
                </c:pt>
                <c:pt idx="15922">
                  <c:v>4.3625699999999998</c:v>
                </c:pt>
                <c:pt idx="15923">
                  <c:v>4.3628799999999996</c:v>
                </c:pt>
                <c:pt idx="15924">
                  <c:v>4.3631799999999998</c:v>
                </c:pt>
                <c:pt idx="15925">
                  <c:v>4.3634899999999996</c:v>
                </c:pt>
                <c:pt idx="15926">
                  <c:v>4.3637899999999998</c:v>
                </c:pt>
                <c:pt idx="15927">
                  <c:v>4.3640999999999996</c:v>
                </c:pt>
                <c:pt idx="15928">
                  <c:v>4.3643999999999998</c:v>
                </c:pt>
                <c:pt idx="15929">
                  <c:v>4.3647099999999996</c:v>
                </c:pt>
                <c:pt idx="15930">
                  <c:v>4.3650099999999998</c:v>
                </c:pt>
                <c:pt idx="15931">
                  <c:v>4.3653199999999996</c:v>
                </c:pt>
                <c:pt idx="15932">
                  <c:v>4.3656199999999998</c:v>
                </c:pt>
                <c:pt idx="15933">
                  <c:v>4.3659299999999996</c:v>
                </c:pt>
                <c:pt idx="15934">
                  <c:v>4.3662400000000003</c:v>
                </c:pt>
                <c:pt idx="15935">
                  <c:v>4.3665399999999996</c:v>
                </c:pt>
                <c:pt idx="15936">
                  <c:v>4.3668500000000003</c:v>
                </c:pt>
                <c:pt idx="15937">
                  <c:v>4.3671499999999996</c:v>
                </c:pt>
                <c:pt idx="15938">
                  <c:v>4.3674600000000003</c:v>
                </c:pt>
                <c:pt idx="15939">
                  <c:v>4.3677599999999996</c:v>
                </c:pt>
                <c:pt idx="15940">
                  <c:v>4.3680700000000003</c:v>
                </c:pt>
                <c:pt idx="15941">
                  <c:v>4.3683699999999996</c:v>
                </c:pt>
                <c:pt idx="15942">
                  <c:v>4.3686800000000003</c:v>
                </c:pt>
                <c:pt idx="15943">
                  <c:v>4.3689799999999996</c:v>
                </c:pt>
                <c:pt idx="15944">
                  <c:v>4.3692900000000003</c:v>
                </c:pt>
                <c:pt idx="15945">
                  <c:v>4.3695899999999996</c:v>
                </c:pt>
                <c:pt idx="15946">
                  <c:v>4.3699000000000003</c:v>
                </c:pt>
                <c:pt idx="15947">
                  <c:v>4.3702100000000002</c:v>
                </c:pt>
                <c:pt idx="15948">
                  <c:v>4.3705100000000003</c:v>
                </c:pt>
                <c:pt idx="15949">
                  <c:v>4.3708200000000001</c:v>
                </c:pt>
                <c:pt idx="15950">
                  <c:v>4.3711200000000003</c:v>
                </c:pt>
                <c:pt idx="15951">
                  <c:v>4.3714300000000001</c:v>
                </c:pt>
                <c:pt idx="15952">
                  <c:v>4.3717300000000003</c:v>
                </c:pt>
                <c:pt idx="15953">
                  <c:v>4.3720400000000001</c:v>
                </c:pt>
                <c:pt idx="15954">
                  <c:v>4.3723400000000003</c:v>
                </c:pt>
                <c:pt idx="15955">
                  <c:v>4.3726500000000001</c:v>
                </c:pt>
                <c:pt idx="15956">
                  <c:v>4.3729500000000003</c:v>
                </c:pt>
                <c:pt idx="15957">
                  <c:v>4.3732600000000001</c:v>
                </c:pt>
                <c:pt idx="15958">
                  <c:v>4.3735600000000003</c:v>
                </c:pt>
                <c:pt idx="15959">
                  <c:v>4.3738700000000001</c:v>
                </c:pt>
                <c:pt idx="15960">
                  <c:v>4.37418</c:v>
                </c:pt>
                <c:pt idx="15961">
                  <c:v>4.3744800000000001</c:v>
                </c:pt>
                <c:pt idx="15962">
                  <c:v>4.37479</c:v>
                </c:pt>
                <c:pt idx="15963">
                  <c:v>4.3750900000000001</c:v>
                </c:pt>
                <c:pt idx="15964">
                  <c:v>4.3754</c:v>
                </c:pt>
                <c:pt idx="15965">
                  <c:v>4.3757000000000001</c:v>
                </c:pt>
                <c:pt idx="15966">
                  <c:v>4.37601</c:v>
                </c:pt>
                <c:pt idx="15967">
                  <c:v>4.3763100000000001</c:v>
                </c:pt>
                <c:pt idx="15968">
                  <c:v>4.37662</c:v>
                </c:pt>
                <c:pt idx="15969">
                  <c:v>4.3769200000000001</c:v>
                </c:pt>
                <c:pt idx="15970">
                  <c:v>4.37723</c:v>
                </c:pt>
                <c:pt idx="15971">
                  <c:v>4.3775300000000001</c:v>
                </c:pt>
                <c:pt idx="15972">
                  <c:v>4.37784</c:v>
                </c:pt>
                <c:pt idx="15973">
                  <c:v>4.3781499999999998</c:v>
                </c:pt>
                <c:pt idx="15974">
                  <c:v>4.37845</c:v>
                </c:pt>
                <c:pt idx="15975">
                  <c:v>4.3787599999999998</c:v>
                </c:pt>
                <c:pt idx="15976">
                  <c:v>4.37906</c:v>
                </c:pt>
                <c:pt idx="15977">
                  <c:v>4.3793699999999998</c:v>
                </c:pt>
                <c:pt idx="15978">
                  <c:v>4.37967</c:v>
                </c:pt>
                <c:pt idx="15979">
                  <c:v>4.3799799999999998</c:v>
                </c:pt>
                <c:pt idx="15980">
                  <c:v>4.38028</c:v>
                </c:pt>
                <c:pt idx="15981">
                  <c:v>4.3805899999999998</c:v>
                </c:pt>
                <c:pt idx="15982">
                  <c:v>4.38089</c:v>
                </c:pt>
                <c:pt idx="15983">
                  <c:v>4.3811999999999998</c:v>
                </c:pt>
                <c:pt idx="15984">
                  <c:v>4.3815099999999996</c:v>
                </c:pt>
                <c:pt idx="15985">
                  <c:v>4.3818099999999998</c:v>
                </c:pt>
                <c:pt idx="15986">
                  <c:v>4.3821199999999996</c:v>
                </c:pt>
                <c:pt idx="15987">
                  <c:v>4.3824199999999998</c:v>
                </c:pt>
                <c:pt idx="15988">
                  <c:v>4.3827299999999996</c:v>
                </c:pt>
                <c:pt idx="15989">
                  <c:v>4.3830299999999998</c:v>
                </c:pt>
                <c:pt idx="15990">
                  <c:v>4.3833399999999996</c:v>
                </c:pt>
                <c:pt idx="15991">
                  <c:v>4.3836399999999998</c:v>
                </c:pt>
                <c:pt idx="15992">
                  <c:v>4.3839499999999996</c:v>
                </c:pt>
                <c:pt idx="15993">
                  <c:v>4.3842499999999998</c:v>
                </c:pt>
                <c:pt idx="15994">
                  <c:v>4.3845599999999996</c:v>
                </c:pt>
                <c:pt idx="15995">
                  <c:v>4.3848599999999998</c:v>
                </c:pt>
                <c:pt idx="15996">
                  <c:v>4.3851699999999996</c:v>
                </c:pt>
                <c:pt idx="15997">
                  <c:v>4.3854800000000003</c:v>
                </c:pt>
                <c:pt idx="15998">
                  <c:v>4.3857799999999996</c:v>
                </c:pt>
                <c:pt idx="15999">
                  <c:v>4.3860900000000003</c:v>
                </c:pt>
                <c:pt idx="16000">
                  <c:v>4.3863899999999996</c:v>
                </c:pt>
                <c:pt idx="16001">
                  <c:v>4.3867000000000003</c:v>
                </c:pt>
                <c:pt idx="16002">
                  <c:v>4.3869999999999996</c:v>
                </c:pt>
                <c:pt idx="16003">
                  <c:v>4.3873100000000003</c:v>
                </c:pt>
                <c:pt idx="16004">
                  <c:v>4.3876099999999996</c:v>
                </c:pt>
                <c:pt idx="16005">
                  <c:v>4.3879200000000003</c:v>
                </c:pt>
                <c:pt idx="16006">
                  <c:v>4.3882199999999996</c:v>
                </c:pt>
                <c:pt idx="16007">
                  <c:v>4.3885300000000003</c:v>
                </c:pt>
                <c:pt idx="16008">
                  <c:v>4.3888299999999996</c:v>
                </c:pt>
                <c:pt idx="16009">
                  <c:v>4.3891400000000003</c:v>
                </c:pt>
                <c:pt idx="16010">
                  <c:v>4.3894500000000001</c:v>
                </c:pt>
                <c:pt idx="16011">
                  <c:v>4.3897500000000003</c:v>
                </c:pt>
                <c:pt idx="16012">
                  <c:v>4.3900600000000001</c:v>
                </c:pt>
                <c:pt idx="16013">
                  <c:v>4.3903600000000003</c:v>
                </c:pt>
                <c:pt idx="16014">
                  <c:v>4.3906700000000001</c:v>
                </c:pt>
                <c:pt idx="16015">
                  <c:v>4.3909700000000003</c:v>
                </c:pt>
                <c:pt idx="16016">
                  <c:v>4.3912800000000001</c:v>
                </c:pt>
                <c:pt idx="16017">
                  <c:v>4.3915800000000003</c:v>
                </c:pt>
                <c:pt idx="16018">
                  <c:v>4.3918900000000001</c:v>
                </c:pt>
                <c:pt idx="16019">
                  <c:v>4.3921900000000003</c:v>
                </c:pt>
                <c:pt idx="16020">
                  <c:v>4.3925000000000001</c:v>
                </c:pt>
                <c:pt idx="16021">
                  <c:v>4.3928000000000003</c:v>
                </c:pt>
                <c:pt idx="16022">
                  <c:v>4.3931100000000001</c:v>
                </c:pt>
                <c:pt idx="16023">
                  <c:v>4.3934199999999999</c:v>
                </c:pt>
                <c:pt idx="16024">
                  <c:v>4.3937200000000001</c:v>
                </c:pt>
                <c:pt idx="16025">
                  <c:v>4.3940299999999999</c:v>
                </c:pt>
                <c:pt idx="16026">
                  <c:v>4.3943300000000001</c:v>
                </c:pt>
                <c:pt idx="16027">
                  <c:v>4.3946399999999999</c:v>
                </c:pt>
                <c:pt idx="16028">
                  <c:v>4.3949400000000001</c:v>
                </c:pt>
                <c:pt idx="16029">
                  <c:v>4.3952499999999999</c:v>
                </c:pt>
                <c:pt idx="16030">
                  <c:v>4.3955500000000001</c:v>
                </c:pt>
                <c:pt idx="16031">
                  <c:v>4.3958599999999999</c:v>
                </c:pt>
                <c:pt idx="16032">
                  <c:v>4.3961600000000001</c:v>
                </c:pt>
                <c:pt idx="16033">
                  <c:v>4.3964699999999999</c:v>
                </c:pt>
                <c:pt idx="16034">
                  <c:v>4.3967700000000001</c:v>
                </c:pt>
                <c:pt idx="16035">
                  <c:v>4.3970799999999999</c:v>
                </c:pt>
                <c:pt idx="16036">
                  <c:v>4.3973899999999997</c:v>
                </c:pt>
                <c:pt idx="16037">
                  <c:v>4.3976899999999999</c:v>
                </c:pt>
                <c:pt idx="16038">
                  <c:v>4.3979999999999997</c:v>
                </c:pt>
                <c:pt idx="16039">
                  <c:v>4.3982999999999999</c:v>
                </c:pt>
                <c:pt idx="16040">
                  <c:v>4.3986099999999997</c:v>
                </c:pt>
                <c:pt idx="16041">
                  <c:v>4.3989099999999999</c:v>
                </c:pt>
                <c:pt idx="16042">
                  <c:v>4.3992199999999997</c:v>
                </c:pt>
                <c:pt idx="16043">
                  <c:v>4.3995199999999999</c:v>
                </c:pt>
                <c:pt idx="16044">
                  <c:v>4.3998299999999997</c:v>
                </c:pt>
                <c:pt idx="16045">
                  <c:v>4.4001299999999999</c:v>
                </c:pt>
                <c:pt idx="16046">
                  <c:v>4.4004399999999997</c:v>
                </c:pt>
                <c:pt idx="16047">
                  <c:v>4.4007500000000004</c:v>
                </c:pt>
                <c:pt idx="16048">
                  <c:v>4.4010499999999997</c:v>
                </c:pt>
                <c:pt idx="16049">
                  <c:v>4.4013600000000004</c:v>
                </c:pt>
                <c:pt idx="16050">
                  <c:v>4.4016599999999997</c:v>
                </c:pt>
                <c:pt idx="16051">
                  <c:v>4.4019700000000004</c:v>
                </c:pt>
                <c:pt idx="16052">
                  <c:v>4.4022699999999997</c:v>
                </c:pt>
                <c:pt idx="16053">
                  <c:v>4.4025800000000004</c:v>
                </c:pt>
                <c:pt idx="16054">
                  <c:v>4.4028799999999997</c:v>
                </c:pt>
                <c:pt idx="16055">
                  <c:v>4.4031900000000004</c:v>
                </c:pt>
                <c:pt idx="16056">
                  <c:v>4.4034899999999997</c:v>
                </c:pt>
                <c:pt idx="16057">
                  <c:v>4.4038000000000004</c:v>
                </c:pt>
                <c:pt idx="16058">
                  <c:v>4.4040999999999997</c:v>
                </c:pt>
                <c:pt idx="16059">
                  <c:v>4.4044100000000004</c:v>
                </c:pt>
                <c:pt idx="16060">
                  <c:v>4.4047200000000002</c:v>
                </c:pt>
                <c:pt idx="16061">
                  <c:v>4.4050200000000004</c:v>
                </c:pt>
                <c:pt idx="16062">
                  <c:v>4.4053300000000002</c:v>
                </c:pt>
                <c:pt idx="16063">
                  <c:v>4.4056300000000004</c:v>
                </c:pt>
                <c:pt idx="16064">
                  <c:v>4.4059400000000002</c:v>
                </c:pt>
                <c:pt idx="16065">
                  <c:v>4.4062400000000004</c:v>
                </c:pt>
                <c:pt idx="16066">
                  <c:v>4.4065500000000002</c:v>
                </c:pt>
                <c:pt idx="16067">
                  <c:v>4.4068500000000004</c:v>
                </c:pt>
                <c:pt idx="16068">
                  <c:v>4.4071600000000002</c:v>
                </c:pt>
                <c:pt idx="16069">
                  <c:v>4.4074600000000004</c:v>
                </c:pt>
                <c:pt idx="16070">
                  <c:v>4.4077700000000002</c:v>
                </c:pt>
                <c:pt idx="16071">
                  <c:v>4.4080700000000004</c:v>
                </c:pt>
                <c:pt idx="16072">
                  <c:v>4.4083800000000002</c:v>
                </c:pt>
                <c:pt idx="16073">
                  <c:v>4.40869</c:v>
                </c:pt>
                <c:pt idx="16074">
                  <c:v>4.4089900000000002</c:v>
                </c:pt>
                <c:pt idx="16075">
                  <c:v>4.4093</c:v>
                </c:pt>
                <c:pt idx="16076">
                  <c:v>4.4096000000000002</c:v>
                </c:pt>
                <c:pt idx="16077">
                  <c:v>4.40991</c:v>
                </c:pt>
                <c:pt idx="16078">
                  <c:v>4.4102100000000002</c:v>
                </c:pt>
                <c:pt idx="16079">
                  <c:v>4.41052</c:v>
                </c:pt>
                <c:pt idx="16080">
                  <c:v>4.4108200000000002</c:v>
                </c:pt>
                <c:pt idx="16081">
                  <c:v>4.41113</c:v>
                </c:pt>
                <c:pt idx="16082">
                  <c:v>4.4114300000000002</c:v>
                </c:pt>
                <c:pt idx="16083">
                  <c:v>4.41174</c:v>
                </c:pt>
                <c:pt idx="16084">
                  <c:v>4.4120400000000002</c:v>
                </c:pt>
                <c:pt idx="16085">
                  <c:v>4.41235</c:v>
                </c:pt>
                <c:pt idx="16086">
                  <c:v>4.4126599999999998</c:v>
                </c:pt>
                <c:pt idx="16087">
                  <c:v>4.41296</c:v>
                </c:pt>
                <c:pt idx="16088">
                  <c:v>4.4132699999999998</c:v>
                </c:pt>
                <c:pt idx="16089">
                  <c:v>4.41357</c:v>
                </c:pt>
                <c:pt idx="16090">
                  <c:v>4.4138799999999998</c:v>
                </c:pt>
                <c:pt idx="16091">
                  <c:v>4.41418</c:v>
                </c:pt>
                <c:pt idx="16092">
                  <c:v>4.4144899999999998</c:v>
                </c:pt>
                <c:pt idx="16093">
                  <c:v>4.41479</c:v>
                </c:pt>
                <c:pt idx="16094">
                  <c:v>4.4150999999999998</c:v>
                </c:pt>
                <c:pt idx="16095">
                  <c:v>4.4154</c:v>
                </c:pt>
                <c:pt idx="16096">
                  <c:v>4.4157099999999998</c:v>
                </c:pt>
                <c:pt idx="16097">
                  <c:v>4.4160199999999996</c:v>
                </c:pt>
                <c:pt idx="16098">
                  <c:v>4.4163199999999998</c:v>
                </c:pt>
                <c:pt idx="16099">
                  <c:v>4.4166299999999996</c:v>
                </c:pt>
                <c:pt idx="16100">
                  <c:v>4.4169299999999998</c:v>
                </c:pt>
                <c:pt idx="16101">
                  <c:v>4.4172399999999996</c:v>
                </c:pt>
                <c:pt idx="16102">
                  <c:v>4.4175399999999998</c:v>
                </c:pt>
                <c:pt idx="16103">
                  <c:v>4.4178499999999996</c:v>
                </c:pt>
                <c:pt idx="16104">
                  <c:v>4.4181499999999998</c:v>
                </c:pt>
                <c:pt idx="16105">
                  <c:v>4.4184599999999996</c:v>
                </c:pt>
                <c:pt idx="16106">
                  <c:v>4.4187599999999998</c:v>
                </c:pt>
                <c:pt idx="16107">
                  <c:v>4.4190699999999996</c:v>
                </c:pt>
                <c:pt idx="16108">
                  <c:v>4.4193699999999998</c:v>
                </c:pt>
                <c:pt idx="16109">
                  <c:v>4.4196799999999996</c:v>
                </c:pt>
                <c:pt idx="16110">
                  <c:v>4.4199900000000003</c:v>
                </c:pt>
                <c:pt idx="16111">
                  <c:v>4.4202899999999996</c:v>
                </c:pt>
                <c:pt idx="16112">
                  <c:v>4.4206000000000003</c:v>
                </c:pt>
                <c:pt idx="16113">
                  <c:v>4.4208999999999996</c:v>
                </c:pt>
                <c:pt idx="16114">
                  <c:v>4.4212100000000003</c:v>
                </c:pt>
                <c:pt idx="16115">
                  <c:v>4.4215099999999996</c:v>
                </c:pt>
                <c:pt idx="16116">
                  <c:v>4.4218200000000003</c:v>
                </c:pt>
                <c:pt idx="16117">
                  <c:v>4.4221199999999996</c:v>
                </c:pt>
                <c:pt idx="16118">
                  <c:v>4.4224300000000003</c:v>
                </c:pt>
                <c:pt idx="16119">
                  <c:v>4.4227299999999996</c:v>
                </c:pt>
                <c:pt idx="16120">
                  <c:v>4.4230400000000003</c:v>
                </c:pt>
                <c:pt idx="16121">
                  <c:v>4.4233399999999996</c:v>
                </c:pt>
                <c:pt idx="16122">
                  <c:v>4.4236500000000003</c:v>
                </c:pt>
                <c:pt idx="16123">
                  <c:v>4.4239600000000001</c:v>
                </c:pt>
                <c:pt idx="16124">
                  <c:v>4.4242600000000003</c:v>
                </c:pt>
                <c:pt idx="16125">
                  <c:v>4.4245700000000001</c:v>
                </c:pt>
                <c:pt idx="16126">
                  <c:v>4.4248700000000003</c:v>
                </c:pt>
                <c:pt idx="16127">
                  <c:v>4.4251800000000001</c:v>
                </c:pt>
                <c:pt idx="16128">
                  <c:v>4.4254800000000003</c:v>
                </c:pt>
                <c:pt idx="16129">
                  <c:v>4.4257900000000001</c:v>
                </c:pt>
                <c:pt idx="16130">
                  <c:v>4.4260900000000003</c:v>
                </c:pt>
                <c:pt idx="16131">
                  <c:v>4.4264000000000001</c:v>
                </c:pt>
                <c:pt idx="16132">
                  <c:v>4.4267000000000003</c:v>
                </c:pt>
                <c:pt idx="16133">
                  <c:v>4.4270100000000001</c:v>
                </c:pt>
                <c:pt idx="16134">
                  <c:v>4.4273100000000003</c:v>
                </c:pt>
                <c:pt idx="16135">
                  <c:v>4.4276200000000001</c:v>
                </c:pt>
                <c:pt idx="16136">
                  <c:v>4.4279299999999999</c:v>
                </c:pt>
                <c:pt idx="16137">
                  <c:v>4.4282300000000001</c:v>
                </c:pt>
                <c:pt idx="16138">
                  <c:v>4.4285399999999999</c:v>
                </c:pt>
                <c:pt idx="16139">
                  <c:v>4.4288400000000001</c:v>
                </c:pt>
                <c:pt idx="16140">
                  <c:v>4.4291499999999999</c:v>
                </c:pt>
                <c:pt idx="16141">
                  <c:v>4.4294500000000001</c:v>
                </c:pt>
                <c:pt idx="16142">
                  <c:v>4.4297599999999999</c:v>
                </c:pt>
                <c:pt idx="16143">
                  <c:v>4.4300600000000001</c:v>
                </c:pt>
                <c:pt idx="16144">
                  <c:v>4.4303699999999999</c:v>
                </c:pt>
                <c:pt idx="16145">
                  <c:v>4.4306700000000001</c:v>
                </c:pt>
                <c:pt idx="16146">
                  <c:v>4.4309799999999999</c:v>
                </c:pt>
                <c:pt idx="16147">
                  <c:v>4.4312800000000001</c:v>
                </c:pt>
                <c:pt idx="16148">
                  <c:v>4.4315899999999999</c:v>
                </c:pt>
                <c:pt idx="16149">
                  <c:v>4.4318999999999997</c:v>
                </c:pt>
                <c:pt idx="16150">
                  <c:v>4.4321999999999999</c:v>
                </c:pt>
                <c:pt idx="16151">
                  <c:v>4.4325099999999997</c:v>
                </c:pt>
                <c:pt idx="16152">
                  <c:v>4.4328099999999999</c:v>
                </c:pt>
                <c:pt idx="16153">
                  <c:v>4.4331199999999997</c:v>
                </c:pt>
                <c:pt idx="16154">
                  <c:v>4.4334199999999999</c:v>
                </c:pt>
                <c:pt idx="16155">
                  <c:v>4.4337299999999997</c:v>
                </c:pt>
                <c:pt idx="16156">
                  <c:v>4.4340299999999999</c:v>
                </c:pt>
                <c:pt idx="16157">
                  <c:v>4.4343399999999997</c:v>
                </c:pt>
                <c:pt idx="16158">
                  <c:v>4.4346399999999999</c:v>
                </c:pt>
                <c:pt idx="16159">
                  <c:v>4.4349499999999997</c:v>
                </c:pt>
                <c:pt idx="16160">
                  <c:v>4.4352600000000004</c:v>
                </c:pt>
                <c:pt idx="16161">
                  <c:v>4.4355599999999997</c:v>
                </c:pt>
                <c:pt idx="16162">
                  <c:v>4.4358700000000004</c:v>
                </c:pt>
                <c:pt idx="16163">
                  <c:v>4.4361699999999997</c:v>
                </c:pt>
                <c:pt idx="16164">
                  <c:v>4.4364800000000004</c:v>
                </c:pt>
                <c:pt idx="16165">
                  <c:v>4.4367799999999997</c:v>
                </c:pt>
                <c:pt idx="16166">
                  <c:v>4.4370900000000004</c:v>
                </c:pt>
                <c:pt idx="16167">
                  <c:v>4.4373899999999997</c:v>
                </c:pt>
                <c:pt idx="16168">
                  <c:v>4.4377000000000004</c:v>
                </c:pt>
                <c:pt idx="16169">
                  <c:v>4.4379999999999997</c:v>
                </c:pt>
                <c:pt idx="16170">
                  <c:v>4.4383100000000004</c:v>
                </c:pt>
                <c:pt idx="16171">
                  <c:v>4.4386099999999997</c:v>
                </c:pt>
                <c:pt idx="16172">
                  <c:v>4.4389200000000004</c:v>
                </c:pt>
                <c:pt idx="16173">
                  <c:v>4.4392300000000002</c:v>
                </c:pt>
                <c:pt idx="16174">
                  <c:v>4.4395300000000004</c:v>
                </c:pt>
                <c:pt idx="16175">
                  <c:v>4.4398400000000002</c:v>
                </c:pt>
                <c:pt idx="16176">
                  <c:v>4.4401400000000004</c:v>
                </c:pt>
                <c:pt idx="16177">
                  <c:v>4.4404500000000002</c:v>
                </c:pt>
                <c:pt idx="16178">
                  <c:v>4.4407500000000004</c:v>
                </c:pt>
                <c:pt idx="16179">
                  <c:v>4.4410600000000002</c:v>
                </c:pt>
                <c:pt idx="16180">
                  <c:v>4.4413600000000004</c:v>
                </c:pt>
                <c:pt idx="16181">
                  <c:v>4.4416700000000002</c:v>
                </c:pt>
                <c:pt idx="16182">
                  <c:v>4.4419700000000004</c:v>
                </c:pt>
                <c:pt idx="16183">
                  <c:v>4.4422800000000002</c:v>
                </c:pt>
                <c:pt idx="16184">
                  <c:v>4.4425800000000004</c:v>
                </c:pt>
                <c:pt idx="16185">
                  <c:v>4.4428900000000002</c:v>
                </c:pt>
                <c:pt idx="16186">
                  <c:v>4.4432</c:v>
                </c:pt>
                <c:pt idx="16187">
                  <c:v>4.4435000000000002</c:v>
                </c:pt>
                <c:pt idx="16188">
                  <c:v>4.44381</c:v>
                </c:pt>
                <c:pt idx="16189">
                  <c:v>4.4441100000000002</c:v>
                </c:pt>
                <c:pt idx="16190">
                  <c:v>4.44442</c:v>
                </c:pt>
                <c:pt idx="16191">
                  <c:v>4.4447200000000002</c:v>
                </c:pt>
                <c:pt idx="16192">
                  <c:v>4.44503</c:v>
                </c:pt>
                <c:pt idx="16193">
                  <c:v>4.4453300000000002</c:v>
                </c:pt>
                <c:pt idx="16194">
                  <c:v>4.44564</c:v>
                </c:pt>
                <c:pt idx="16195">
                  <c:v>4.4459400000000002</c:v>
                </c:pt>
                <c:pt idx="16196">
                  <c:v>4.44625</c:v>
                </c:pt>
                <c:pt idx="16197">
                  <c:v>4.4465500000000002</c:v>
                </c:pt>
                <c:pt idx="16198">
                  <c:v>4.44686</c:v>
                </c:pt>
                <c:pt idx="16199">
                  <c:v>4.4471699999999998</c:v>
                </c:pt>
                <c:pt idx="16200">
                  <c:v>4.44747</c:v>
                </c:pt>
                <c:pt idx="16201">
                  <c:v>4.4477799999999998</c:v>
                </c:pt>
                <c:pt idx="16202">
                  <c:v>4.44808</c:v>
                </c:pt>
                <c:pt idx="16203">
                  <c:v>4.4483899999999998</c:v>
                </c:pt>
                <c:pt idx="16204">
                  <c:v>4.44869</c:v>
                </c:pt>
                <c:pt idx="16205">
                  <c:v>4.4489999999999998</c:v>
                </c:pt>
                <c:pt idx="16206">
                  <c:v>4.4493</c:v>
                </c:pt>
                <c:pt idx="16207">
                  <c:v>4.4496099999999998</c:v>
                </c:pt>
                <c:pt idx="16208">
                  <c:v>4.44991</c:v>
                </c:pt>
                <c:pt idx="16209">
                  <c:v>4.4502199999999998</c:v>
                </c:pt>
                <c:pt idx="16210">
                  <c:v>4.45052</c:v>
                </c:pt>
                <c:pt idx="16211">
                  <c:v>4.4508299999999998</c:v>
                </c:pt>
                <c:pt idx="16212">
                  <c:v>4.4511399999999997</c:v>
                </c:pt>
                <c:pt idx="16213">
                  <c:v>4.4514399999999998</c:v>
                </c:pt>
                <c:pt idx="16214">
                  <c:v>4.4517499999999997</c:v>
                </c:pt>
                <c:pt idx="16215">
                  <c:v>4.4520499999999998</c:v>
                </c:pt>
                <c:pt idx="16216">
                  <c:v>4.4523599999999997</c:v>
                </c:pt>
                <c:pt idx="16217">
                  <c:v>4.4526599999999998</c:v>
                </c:pt>
                <c:pt idx="16218">
                  <c:v>4.4529699999999997</c:v>
                </c:pt>
                <c:pt idx="16219">
                  <c:v>4.4532699999999998</c:v>
                </c:pt>
                <c:pt idx="16220">
                  <c:v>4.4535799999999997</c:v>
                </c:pt>
                <c:pt idx="16221">
                  <c:v>4.4538799999999998</c:v>
                </c:pt>
                <c:pt idx="16222">
                  <c:v>4.4541899999999996</c:v>
                </c:pt>
                <c:pt idx="16223">
                  <c:v>4.4545000000000003</c:v>
                </c:pt>
                <c:pt idx="16224">
                  <c:v>4.4547999999999996</c:v>
                </c:pt>
                <c:pt idx="16225">
                  <c:v>4.4551100000000003</c:v>
                </c:pt>
                <c:pt idx="16226">
                  <c:v>4.4554099999999996</c:v>
                </c:pt>
                <c:pt idx="16227">
                  <c:v>4.4557200000000003</c:v>
                </c:pt>
                <c:pt idx="16228">
                  <c:v>4.4560199999999996</c:v>
                </c:pt>
                <c:pt idx="16229">
                  <c:v>4.4563300000000003</c:v>
                </c:pt>
                <c:pt idx="16230">
                  <c:v>4.4566299999999996</c:v>
                </c:pt>
                <c:pt idx="16231">
                  <c:v>4.4569400000000003</c:v>
                </c:pt>
                <c:pt idx="16232">
                  <c:v>4.4572399999999996</c:v>
                </c:pt>
                <c:pt idx="16233">
                  <c:v>4.4575500000000003</c:v>
                </c:pt>
                <c:pt idx="16234">
                  <c:v>4.4578499999999996</c:v>
                </c:pt>
                <c:pt idx="16235">
                  <c:v>4.4581600000000003</c:v>
                </c:pt>
                <c:pt idx="16236">
                  <c:v>4.4584700000000002</c:v>
                </c:pt>
                <c:pt idx="16237">
                  <c:v>4.4587700000000003</c:v>
                </c:pt>
                <c:pt idx="16238">
                  <c:v>4.4590800000000002</c:v>
                </c:pt>
                <c:pt idx="16239">
                  <c:v>4.4593800000000003</c:v>
                </c:pt>
                <c:pt idx="16240">
                  <c:v>4.4596900000000002</c:v>
                </c:pt>
                <c:pt idx="16241">
                  <c:v>4.4599900000000003</c:v>
                </c:pt>
                <c:pt idx="16242">
                  <c:v>4.4603000000000002</c:v>
                </c:pt>
                <c:pt idx="16243">
                  <c:v>4.4606000000000003</c:v>
                </c:pt>
                <c:pt idx="16244">
                  <c:v>4.4609100000000002</c:v>
                </c:pt>
                <c:pt idx="16245">
                  <c:v>4.4612100000000003</c:v>
                </c:pt>
                <c:pt idx="16246">
                  <c:v>4.4615200000000002</c:v>
                </c:pt>
                <c:pt idx="16247">
                  <c:v>4.4618200000000003</c:v>
                </c:pt>
                <c:pt idx="16248">
                  <c:v>4.4621300000000002</c:v>
                </c:pt>
                <c:pt idx="16249">
                  <c:v>4.46244</c:v>
                </c:pt>
                <c:pt idx="16250">
                  <c:v>4.4627400000000002</c:v>
                </c:pt>
                <c:pt idx="16251">
                  <c:v>4.46305</c:v>
                </c:pt>
                <c:pt idx="16252">
                  <c:v>4.4633500000000002</c:v>
                </c:pt>
                <c:pt idx="16253">
                  <c:v>4.46366</c:v>
                </c:pt>
                <c:pt idx="16254">
                  <c:v>4.4639600000000002</c:v>
                </c:pt>
                <c:pt idx="16255">
                  <c:v>4.46427</c:v>
                </c:pt>
                <c:pt idx="16256">
                  <c:v>4.4645700000000001</c:v>
                </c:pt>
                <c:pt idx="16257">
                  <c:v>4.46488</c:v>
                </c:pt>
                <c:pt idx="16258">
                  <c:v>4.4651800000000001</c:v>
                </c:pt>
                <c:pt idx="16259">
                  <c:v>4.46549</c:v>
                </c:pt>
                <c:pt idx="16260">
                  <c:v>4.4657900000000001</c:v>
                </c:pt>
                <c:pt idx="16261">
                  <c:v>4.4661</c:v>
                </c:pt>
                <c:pt idx="16262">
                  <c:v>4.4664099999999998</c:v>
                </c:pt>
                <c:pt idx="16263">
                  <c:v>4.46671</c:v>
                </c:pt>
                <c:pt idx="16264">
                  <c:v>4.4670199999999998</c:v>
                </c:pt>
                <c:pt idx="16265">
                  <c:v>4.46732</c:v>
                </c:pt>
                <c:pt idx="16266">
                  <c:v>4.4676299999999998</c:v>
                </c:pt>
                <c:pt idx="16267">
                  <c:v>4.46793</c:v>
                </c:pt>
                <c:pt idx="16268">
                  <c:v>4.4682399999999998</c:v>
                </c:pt>
                <c:pt idx="16269">
                  <c:v>4.46854</c:v>
                </c:pt>
                <c:pt idx="16270">
                  <c:v>4.4688499999999998</c:v>
                </c:pt>
                <c:pt idx="16271">
                  <c:v>4.46915</c:v>
                </c:pt>
                <c:pt idx="16272">
                  <c:v>4.4694599999999998</c:v>
                </c:pt>
                <c:pt idx="16273">
                  <c:v>4.4697699999999996</c:v>
                </c:pt>
                <c:pt idx="16274">
                  <c:v>4.4700699999999998</c:v>
                </c:pt>
                <c:pt idx="16275">
                  <c:v>4.4703799999999996</c:v>
                </c:pt>
                <c:pt idx="16276">
                  <c:v>4.4706799999999998</c:v>
                </c:pt>
                <c:pt idx="16277">
                  <c:v>4.4709899999999996</c:v>
                </c:pt>
                <c:pt idx="16278">
                  <c:v>4.4712899999999998</c:v>
                </c:pt>
                <c:pt idx="16279">
                  <c:v>4.4715999999999996</c:v>
                </c:pt>
                <c:pt idx="16280">
                  <c:v>4.4718999999999998</c:v>
                </c:pt>
                <c:pt idx="16281">
                  <c:v>4.4722099999999996</c:v>
                </c:pt>
                <c:pt idx="16282">
                  <c:v>4.4725099999999998</c:v>
                </c:pt>
                <c:pt idx="16283">
                  <c:v>4.4728199999999996</c:v>
                </c:pt>
                <c:pt idx="16284">
                  <c:v>4.4731199999999998</c:v>
                </c:pt>
                <c:pt idx="16285">
                  <c:v>4.4734299999999996</c:v>
                </c:pt>
                <c:pt idx="16286">
                  <c:v>4.4737400000000003</c:v>
                </c:pt>
                <c:pt idx="16287">
                  <c:v>4.4740399999999996</c:v>
                </c:pt>
                <c:pt idx="16288">
                  <c:v>4.4743500000000003</c:v>
                </c:pt>
                <c:pt idx="16289">
                  <c:v>4.4746499999999996</c:v>
                </c:pt>
                <c:pt idx="16290">
                  <c:v>4.4749600000000003</c:v>
                </c:pt>
                <c:pt idx="16291">
                  <c:v>4.4752599999999996</c:v>
                </c:pt>
                <c:pt idx="16292">
                  <c:v>4.4755700000000003</c:v>
                </c:pt>
                <c:pt idx="16293">
                  <c:v>4.4758699999999996</c:v>
                </c:pt>
                <c:pt idx="16294">
                  <c:v>4.4761800000000003</c:v>
                </c:pt>
                <c:pt idx="16295">
                  <c:v>4.4764799999999996</c:v>
                </c:pt>
                <c:pt idx="16296">
                  <c:v>4.4767900000000003</c:v>
                </c:pt>
                <c:pt idx="16297">
                  <c:v>4.4770899999999996</c:v>
                </c:pt>
                <c:pt idx="16298">
                  <c:v>4.4774000000000003</c:v>
                </c:pt>
                <c:pt idx="16299">
                  <c:v>4.4777100000000001</c:v>
                </c:pt>
                <c:pt idx="16300">
                  <c:v>4.4780100000000003</c:v>
                </c:pt>
                <c:pt idx="16301">
                  <c:v>4.4783200000000001</c:v>
                </c:pt>
                <c:pt idx="16302">
                  <c:v>4.4786200000000003</c:v>
                </c:pt>
                <c:pt idx="16303">
                  <c:v>4.4789300000000001</c:v>
                </c:pt>
                <c:pt idx="16304">
                  <c:v>4.4792300000000003</c:v>
                </c:pt>
                <c:pt idx="16305">
                  <c:v>4.4795400000000001</c:v>
                </c:pt>
                <c:pt idx="16306">
                  <c:v>4.4798400000000003</c:v>
                </c:pt>
                <c:pt idx="16307">
                  <c:v>4.4801500000000001</c:v>
                </c:pt>
                <c:pt idx="16308">
                  <c:v>4.4804500000000003</c:v>
                </c:pt>
                <c:pt idx="16309">
                  <c:v>4.4807600000000001</c:v>
                </c:pt>
                <c:pt idx="16310">
                  <c:v>4.4810600000000003</c:v>
                </c:pt>
                <c:pt idx="16311">
                  <c:v>4.4813700000000001</c:v>
                </c:pt>
                <c:pt idx="16312">
                  <c:v>4.4816799999999999</c:v>
                </c:pt>
                <c:pt idx="16313">
                  <c:v>4.4819800000000001</c:v>
                </c:pt>
                <c:pt idx="16314">
                  <c:v>4.4822899999999999</c:v>
                </c:pt>
                <c:pt idx="16315">
                  <c:v>4.4825900000000001</c:v>
                </c:pt>
                <c:pt idx="16316">
                  <c:v>4.4828999999999999</c:v>
                </c:pt>
                <c:pt idx="16317">
                  <c:v>4.4832000000000001</c:v>
                </c:pt>
                <c:pt idx="16318">
                  <c:v>4.4835099999999999</c:v>
                </c:pt>
                <c:pt idx="16319">
                  <c:v>4.4838100000000001</c:v>
                </c:pt>
                <c:pt idx="16320">
                  <c:v>4.4841199999999999</c:v>
                </c:pt>
                <c:pt idx="16321">
                  <c:v>4.4844200000000001</c:v>
                </c:pt>
                <c:pt idx="16322">
                  <c:v>4.4847299999999999</c:v>
                </c:pt>
                <c:pt idx="16323">
                  <c:v>4.4850300000000001</c:v>
                </c:pt>
                <c:pt idx="16324">
                  <c:v>4.4853399999999999</c:v>
                </c:pt>
                <c:pt idx="16325">
                  <c:v>4.4856499999999997</c:v>
                </c:pt>
                <c:pt idx="16326">
                  <c:v>4.4859499999999999</c:v>
                </c:pt>
                <c:pt idx="16327">
                  <c:v>4.4862599999999997</c:v>
                </c:pt>
                <c:pt idx="16328">
                  <c:v>4.4865599999999999</c:v>
                </c:pt>
                <c:pt idx="16329">
                  <c:v>4.4868699999999997</c:v>
                </c:pt>
                <c:pt idx="16330">
                  <c:v>4.4871699999999999</c:v>
                </c:pt>
                <c:pt idx="16331">
                  <c:v>4.4874799999999997</c:v>
                </c:pt>
                <c:pt idx="16332">
                  <c:v>4.4877799999999999</c:v>
                </c:pt>
                <c:pt idx="16333">
                  <c:v>4.4880899999999997</c:v>
                </c:pt>
                <c:pt idx="16334">
                  <c:v>4.4883899999999999</c:v>
                </c:pt>
                <c:pt idx="16335">
                  <c:v>4.4886999999999997</c:v>
                </c:pt>
                <c:pt idx="16336">
                  <c:v>4.4890100000000004</c:v>
                </c:pt>
                <c:pt idx="16337">
                  <c:v>4.4893099999999997</c:v>
                </c:pt>
                <c:pt idx="16338">
                  <c:v>4.4896200000000004</c:v>
                </c:pt>
                <c:pt idx="16339">
                  <c:v>4.4899199999999997</c:v>
                </c:pt>
                <c:pt idx="16340">
                  <c:v>4.4902300000000004</c:v>
                </c:pt>
                <c:pt idx="16341">
                  <c:v>4.4905299999999997</c:v>
                </c:pt>
                <c:pt idx="16342">
                  <c:v>4.4908400000000004</c:v>
                </c:pt>
                <c:pt idx="16343">
                  <c:v>4.4911399999999997</c:v>
                </c:pt>
                <c:pt idx="16344">
                  <c:v>4.4914500000000004</c:v>
                </c:pt>
                <c:pt idx="16345">
                  <c:v>4.4917499999999997</c:v>
                </c:pt>
                <c:pt idx="16346">
                  <c:v>4.4920600000000004</c:v>
                </c:pt>
                <c:pt idx="16347">
                  <c:v>4.4923599999999997</c:v>
                </c:pt>
                <c:pt idx="16348">
                  <c:v>4.4926700000000004</c:v>
                </c:pt>
                <c:pt idx="16349">
                  <c:v>4.4929800000000002</c:v>
                </c:pt>
                <c:pt idx="16350">
                  <c:v>4.4932800000000004</c:v>
                </c:pt>
                <c:pt idx="16351">
                  <c:v>4.4935900000000002</c:v>
                </c:pt>
                <c:pt idx="16352">
                  <c:v>4.4938900000000004</c:v>
                </c:pt>
                <c:pt idx="16353">
                  <c:v>4.4942000000000002</c:v>
                </c:pt>
                <c:pt idx="16354">
                  <c:v>4.4945000000000004</c:v>
                </c:pt>
                <c:pt idx="16355">
                  <c:v>4.4948100000000002</c:v>
                </c:pt>
                <c:pt idx="16356">
                  <c:v>4.4951100000000004</c:v>
                </c:pt>
                <c:pt idx="16357">
                  <c:v>4.4954200000000002</c:v>
                </c:pt>
                <c:pt idx="16358">
                  <c:v>4.4957200000000004</c:v>
                </c:pt>
                <c:pt idx="16359">
                  <c:v>4.4960300000000002</c:v>
                </c:pt>
                <c:pt idx="16360">
                  <c:v>4.4963300000000004</c:v>
                </c:pt>
                <c:pt idx="16361">
                  <c:v>4.4966400000000002</c:v>
                </c:pt>
                <c:pt idx="16362">
                  <c:v>4.49695</c:v>
                </c:pt>
                <c:pt idx="16363">
                  <c:v>4.4972500000000002</c:v>
                </c:pt>
                <c:pt idx="16364">
                  <c:v>4.49756</c:v>
                </c:pt>
                <c:pt idx="16365">
                  <c:v>4.4978600000000002</c:v>
                </c:pt>
                <c:pt idx="16366">
                  <c:v>4.49817</c:v>
                </c:pt>
                <c:pt idx="16367">
                  <c:v>4.4984700000000002</c:v>
                </c:pt>
                <c:pt idx="16368">
                  <c:v>4.49878</c:v>
                </c:pt>
                <c:pt idx="16369">
                  <c:v>4.4990800000000002</c:v>
                </c:pt>
                <c:pt idx="16370">
                  <c:v>4.49939</c:v>
                </c:pt>
                <c:pt idx="16371">
                  <c:v>4.4996900000000002</c:v>
                </c:pt>
                <c:pt idx="16372">
                  <c:v>4.5</c:v>
                </c:pt>
                <c:pt idx="16373">
                  <c:v>4.5003000000000002</c:v>
                </c:pt>
                <c:pt idx="16374">
                  <c:v>4.50061</c:v>
                </c:pt>
                <c:pt idx="16375">
                  <c:v>4.5009199999999998</c:v>
                </c:pt>
                <c:pt idx="16376">
                  <c:v>4.50122</c:v>
                </c:pt>
                <c:pt idx="16377">
                  <c:v>4.5015299999999998</c:v>
                </c:pt>
                <c:pt idx="16378">
                  <c:v>4.50183</c:v>
                </c:pt>
                <c:pt idx="16379">
                  <c:v>4.5021399999999998</c:v>
                </c:pt>
                <c:pt idx="16380">
                  <c:v>4.50244</c:v>
                </c:pt>
                <c:pt idx="16381">
                  <c:v>4.5027499999999998</c:v>
                </c:pt>
                <c:pt idx="16382">
                  <c:v>4.50305</c:v>
                </c:pt>
                <c:pt idx="16383">
                  <c:v>4.5033599999999998</c:v>
                </c:pt>
                <c:pt idx="16384">
                  <c:v>4.50366</c:v>
                </c:pt>
                <c:pt idx="16385">
                  <c:v>4.5039699999999998</c:v>
                </c:pt>
                <c:pt idx="16386">
                  <c:v>4.50427</c:v>
                </c:pt>
                <c:pt idx="16387">
                  <c:v>4.5045799999999998</c:v>
                </c:pt>
                <c:pt idx="16388">
                  <c:v>4.5048899999999996</c:v>
                </c:pt>
                <c:pt idx="16389">
                  <c:v>4.5051899999999998</c:v>
                </c:pt>
                <c:pt idx="16390">
                  <c:v>4.5054999999999996</c:v>
                </c:pt>
                <c:pt idx="16391">
                  <c:v>4.5057999999999998</c:v>
                </c:pt>
                <c:pt idx="16392">
                  <c:v>4.5061099999999996</c:v>
                </c:pt>
                <c:pt idx="16393">
                  <c:v>4.5064099999999998</c:v>
                </c:pt>
                <c:pt idx="16394">
                  <c:v>4.5067199999999996</c:v>
                </c:pt>
                <c:pt idx="16395">
                  <c:v>4.5070199999999998</c:v>
                </c:pt>
                <c:pt idx="16396">
                  <c:v>4.5073299999999996</c:v>
                </c:pt>
                <c:pt idx="16397">
                  <c:v>4.5076299999999998</c:v>
                </c:pt>
                <c:pt idx="16398">
                  <c:v>4.5079399999999996</c:v>
                </c:pt>
                <c:pt idx="16399">
                  <c:v>4.5082500000000003</c:v>
                </c:pt>
                <c:pt idx="16400">
                  <c:v>4.5085499999999996</c:v>
                </c:pt>
                <c:pt idx="16401">
                  <c:v>4.5088600000000003</c:v>
                </c:pt>
                <c:pt idx="16402">
                  <c:v>4.5091599999999996</c:v>
                </c:pt>
                <c:pt idx="16403">
                  <c:v>4.5094700000000003</c:v>
                </c:pt>
                <c:pt idx="16404">
                  <c:v>4.5097699999999996</c:v>
                </c:pt>
                <c:pt idx="16405">
                  <c:v>4.5100800000000003</c:v>
                </c:pt>
                <c:pt idx="16406">
                  <c:v>4.5103799999999996</c:v>
                </c:pt>
                <c:pt idx="16407">
                  <c:v>4.5106900000000003</c:v>
                </c:pt>
                <c:pt idx="16408">
                  <c:v>4.5109899999999996</c:v>
                </c:pt>
                <c:pt idx="16409">
                  <c:v>4.5113000000000003</c:v>
                </c:pt>
                <c:pt idx="16410">
                  <c:v>4.5115999999999996</c:v>
                </c:pt>
                <c:pt idx="16411">
                  <c:v>4.5119100000000003</c:v>
                </c:pt>
                <c:pt idx="16412">
                  <c:v>4.5122200000000001</c:v>
                </c:pt>
                <c:pt idx="16413">
                  <c:v>4.5125200000000003</c:v>
                </c:pt>
                <c:pt idx="16414">
                  <c:v>4.5128300000000001</c:v>
                </c:pt>
                <c:pt idx="16415">
                  <c:v>4.5131300000000003</c:v>
                </c:pt>
                <c:pt idx="16416">
                  <c:v>4.5134400000000001</c:v>
                </c:pt>
                <c:pt idx="16417">
                  <c:v>4.5137400000000003</c:v>
                </c:pt>
                <c:pt idx="16418">
                  <c:v>4.5140500000000001</c:v>
                </c:pt>
                <c:pt idx="16419">
                  <c:v>4.5143500000000003</c:v>
                </c:pt>
                <c:pt idx="16420">
                  <c:v>4.5146600000000001</c:v>
                </c:pt>
                <c:pt idx="16421">
                  <c:v>4.5149600000000003</c:v>
                </c:pt>
                <c:pt idx="16422">
                  <c:v>4.5152700000000001</c:v>
                </c:pt>
                <c:pt idx="16423">
                  <c:v>4.5155700000000003</c:v>
                </c:pt>
                <c:pt idx="16424">
                  <c:v>4.5158800000000001</c:v>
                </c:pt>
                <c:pt idx="16425">
                  <c:v>4.5161899999999999</c:v>
                </c:pt>
                <c:pt idx="16426">
                  <c:v>4.5164900000000001</c:v>
                </c:pt>
                <c:pt idx="16427">
                  <c:v>4.5167999999999999</c:v>
                </c:pt>
                <c:pt idx="16428">
                  <c:v>4.5171000000000001</c:v>
                </c:pt>
                <c:pt idx="16429">
                  <c:v>4.5174099999999999</c:v>
                </c:pt>
                <c:pt idx="16430">
                  <c:v>4.5177100000000001</c:v>
                </c:pt>
                <c:pt idx="16431">
                  <c:v>4.5180199999999999</c:v>
                </c:pt>
                <c:pt idx="16432">
                  <c:v>4.5183200000000001</c:v>
                </c:pt>
                <c:pt idx="16433">
                  <c:v>4.5186299999999999</c:v>
                </c:pt>
                <c:pt idx="16434">
                  <c:v>4.5189300000000001</c:v>
                </c:pt>
                <c:pt idx="16435">
                  <c:v>4.5192399999999999</c:v>
                </c:pt>
                <c:pt idx="16436">
                  <c:v>4.5195400000000001</c:v>
                </c:pt>
                <c:pt idx="16437">
                  <c:v>4.5198499999999999</c:v>
                </c:pt>
                <c:pt idx="16438">
                  <c:v>4.5201599999999997</c:v>
                </c:pt>
                <c:pt idx="16439">
                  <c:v>4.5204599999999999</c:v>
                </c:pt>
                <c:pt idx="16440">
                  <c:v>4.5207699999999997</c:v>
                </c:pt>
                <c:pt idx="16441">
                  <c:v>4.5210699999999999</c:v>
                </c:pt>
                <c:pt idx="16442">
                  <c:v>4.5213799999999997</c:v>
                </c:pt>
                <c:pt idx="16443">
                  <c:v>4.5216799999999999</c:v>
                </c:pt>
                <c:pt idx="16444">
                  <c:v>4.5219899999999997</c:v>
                </c:pt>
                <c:pt idx="16445">
                  <c:v>4.5222899999999999</c:v>
                </c:pt>
                <c:pt idx="16446">
                  <c:v>4.5225999999999997</c:v>
                </c:pt>
                <c:pt idx="16447">
                  <c:v>4.5228999999999999</c:v>
                </c:pt>
                <c:pt idx="16448">
                  <c:v>4.5232099999999997</c:v>
                </c:pt>
                <c:pt idx="16449">
                  <c:v>4.5235099999999999</c:v>
                </c:pt>
                <c:pt idx="16450">
                  <c:v>4.5238199999999997</c:v>
                </c:pt>
                <c:pt idx="16451">
                  <c:v>4.5241300000000004</c:v>
                </c:pt>
                <c:pt idx="16452">
                  <c:v>4.5244299999999997</c:v>
                </c:pt>
                <c:pt idx="16453">
                  <c:v>4.5247400000000004</c:v>
                </c:pt>
                <c:pt idx="16454">
                  <c:v>4.5250399999999997</c:v>
                </c:pt>
                <c:pt idx="16455">
                  <c:v>4.5253500000000004</c:v>
                </c:pt>
                <c:pt idx="16456">
                  <c:v>4.5256499999999997</c:v>
                </c:pt>
                <c:pt idx="16457">
                  <c:v>4.5259600000000004</c:v>
                </c:pt>
                <c:pt idx="16458">
                  <c:v>4.5262599999999997</c:v>
                </c:pt>
                <c:pt idx="16459">
                  <c:v>4.5265700000000004</c:v>
                </c:pt>
                <c:pt idx="16460">
                  <c:v>4.5268699999999997</c:v>
                </c:pt>
                <c:pt idx="16461">
                  <c:v>4.5271800000000004</c:v>
                </c:pt>
                <c:pt idx="16462">
                  <c:v>4.5274900000000002</c:v>
                </c:pt>
                <c:pt idx="16463">
                  <c:v>4.5277900000000004</c:v>
                </c:pt>
                <c:pt idx="16464">
                  <c:v>4.5281000000000002</c:v>
                </c:pt>
                <c:pt idx="16465">
                  <c:v>4.5284000000000004</c:v>
                </c:pt>
                <c:pt idx="16466">
                  <c:v>4.5287100000000002</c:v>
                </c:pt>
                <c:pt idx="16467">
                  <c:v>4.5290100000000004</c:v>
                </c:pt>
                <c:pt idx="16468">
                  <c:v>4.5293200000000002</c:v>
                </c:pt>
                <c:pt idx="16469">
                  <c:v>4.5296200000000004</c:v>
                </c:pt>
                <c:pt idx="16470">
                  <c:v>4.5299300000000002</c:v>
                </c:pt>
                <c:pt idx="16471">
                  <c:v>4.5302300000000004</c:v>
                </c:pt>
                <c:pt idx="16472">
                  <c:v>4.5305400000000002</c:v>
                </c:pt>
                <c:pt idx="16473">
                  <c:v>4.5308400000000004</c:v>
                </c:pt>
                <c:pt idx="16474">
                  <c:v>4.5311500000000002</c:v>
                </c:pt>
                <c:pt idx="16475">
                  <c:v>4.53146</c:v>
                </c:pt>
                <c:pt idx="16476">
                  <c:v>4.5317600000000002</c:v>
                </c:pt>
                <c:pt idx="16477">
                  <c:v>4.53207</c:v>
                </c:pt>
                <c:pt idx="16478">
                  <c:v>4.5323700000000002</c:v>
                </c:pt>
                <c:pt idx="16479">
                  <c:v>4.53268</c:v>
                </c:pt>
                <c:pt idx="16480">
                  <c:v>4.5329800000000002</c:v>
                </c:pt>
                <c:pt idx="16481">
                  <c:v>4.53329</c:v>
                </c:pt>
                <c:pt idx="16482">
                  <c:v>4.5335900000000002</c:v>
                </c:pt>
                <c:pt idx="16483">
                  <c:v>4.5339</c:v>
                </c:pt>
                <c:pt idx="16484">
                  <c:v>4.5342000000000002</c:v>
                </c:pt>
                <c:pt idx="16485">
                  <c:v>4.53451</c:v>
                </c:pt>
                <c:pt idx="16486">
                  <c:v>4.5348100000000002</c:v>
                </c:pt>
                <c:pt idx="16487">
                  <c:v>4.53512</c:v>
                </c:pt>
                <c:pt idx="16488">
                  <c:v>4.5354299999999999</c:v>
                </c:pt>
                <c:pt idx="16489">
                  <c:v>4.53573</c:v>
                </c:pt>
                <c:pt idx="16490">
                  <c:v>4.5360399999999998</c:v>
                </c:pt>
                <c:pt idx="16491">
                  <c:v>4.53634</c:v>
                </c:pt>
                <c:pt idx="16492">
                  <c:v>4.5366499999999998</c:v>
                </c:pt>
                <c:pt idx="16493">
                  <c:v>4.53695</c:v>
                </c:pt>
                <c:pt idx="16494">
                  <c:v>4.5372599999999998</c:v>
                </c:pt>
                <c:pt idx="16495">
                  <c:v>4.53756</c:v>
                </c:pt>
                <c:pt idx="16496">
                  <c:v>4.5378699999999998</c:v>
                </c:pt>
                <c:pt idx="16497">
                  <c:v>4.53817</c:v>
                </c:pt>
                <c:pt idx="16498">
                  <c:v>4.5384799999999998</c:v>
                </c:pt>
                <c:pt idx="16499">
                  <c:v>4.53878</c:v>
                </c:pt>
                <c:pt idx="16500">
                  <c:v>4.5390899999999998</c:v>
                </c:pt>
                <c:pt idx="16501">
                  <c:v>4.5393999999999997</c:v>
                </c:pt>
                <c:pt idx="16502">
                  <c:v>4.5396999999999998</c:v>
                </c:pt>
                <c:pt idx="16503">
                  <c:v>4.5400099999999997</c:v>
                </c:pt>
                <c:pt idx="16504">
                  <c:v>4.5403099999999998</c:v>
                </c:pt>
                <c:pt idx="16505">
                  <c:v>4.5406199999999997</c:v>
                </c:pt>
                <c:pt idx="16506">
                  <c:v>4.5409199999999998</c:v>
                </c:pt>
                <c:pt idx="16507">
                  <c:v>4.5412299999999997</c:v>
                </c:pt>
                <c:pt idx="16508">
                  <c:v>4.5415299999999998</c:v>
                </c:pt>
                <c:pt idx="16509">
                  <c:v>4.5418399999999997</c:v>
                </c:pt>
                <c:pt idx="16510">
                  <c:v>4.5421399999999998</c:v>
                </c:pt>
                <c:pt idx="16511">
                  <c:v>4.5424499999999997</c:v>
                </c:pt>
                <c:pt idx="16512">
                  <c:v>4.5427600000000004</c:v>
                </c:pt>
                <c:pt idx="16513">
                  <c:v>4.5430599999999997</c:v>
                </c:pt>
                <c:pt idx="16514">
                  <c:v>4.5433700000000004</c:v>
                </c:pt>
                <c:pt idx="16515">
                  <c:v>4.5436699999999997</c:v>
                </c:pt>
                <c:pt idx="16516">
                  <c:v>4.5439800000000004</c:v>
                </c:pt>
                <c:pt idx="16517">
                  <c:v>4.5442799999999997</c:v>
                </c:pt>
                <c:pt idx="16518">
                  <c:v>4.5445900000000004</c:v>
                </c:pt>
                <c:pt idx="16519">
                  <c:v>4.5448899999999997</c:v>
                </c:pt>
                <c:pt idx="16520">
                  <c:v>4.5452000000000004</c:v>
                </c:pt>
                <c:pt idx="16521">
                  <c:v>4.5454999999999997</c:v>
                </c:pt>
                <c:pt idx="16522">
                  <c:v>4.5458100000000004</c:v>
                </c:pt>
                <c:pt idx="16523">
                  <c:v>4.5461099999999997</c:v>
                </c:pt>
                <c:pt idx="16524">
                  <c:v>4.5464200000000003</c:v>
                </c:pt>
                <c:pt idx="16525">
                  <c:v>4.5467300000000002</c:v>
                </c:pt>
                <c:pt idx="16526">
                  <c:v>4.5470300000000003</c:v>
                </c:pt>
                <c:pt idx="16527">
                  <c:v>4.5473400000000002</c:v>
                </c:pt>
                <c:pt idx="16528">
                  <c:v>4.5476400000000003</c:v>
                </c:pt>
                <c:pt idx="16529">
                  <c:v>4.5479500000000002</c:v>
                </c:pt>
                <c:pt idx="16530">
                  <c:v>4.5482500000000003</c:v>
                </c:pt>
                <c:pt idx="16531">
                  <c:v>4.5485600000000002</c:v>
                </c:pt>
                <c:pt idx="16532">
                  <c:v>4.5488600000000003</c:v>
                </c:pt>
                <c:pt idx="16533">
                  <c:v>4.5491700000000002</c:v>
                </c:pt>
                <c:pt idx="16534">
                  <c:v>4.5494700000000003</c:v>
                </c:pt>
                <c:pt idx="16535">
                  <c:v>4.5497800000000002</c:v>
                </c:pt>
                <c:pt idx="16536">
                  <c:v>4.5500800000000003</c:v>
                </c:pt>
                <c:pt idx="16537">
                  <c:v>4.5503900000000002</c:v>
                </c:pt>
                <c:pt idx="16538">
                  <c:v>4.5507</c:v>
                </c:pt>
                <c:pt idx="16539">
                  <c:v>4.5510000000000002</c:v>
                </c:pt>
                <c:pt idx="16540">
                  <c:v>4.55131</c:v>
                </c:pt>
                <c:pt idx="16541">
                  <c:v>4.5516100000000002</c:v>
                </c:pt>
                <c:pt idx="16542">
                  <c:v>4.55192</c:v>
                </c:pt>
                <c:pt idx="16543">
                  <c:v>4.5522200000000002</c:v>
                </c:pt>
                <c:pt idx="16544">
                  <c:v>4.55253</c:v>
                </c:pt>
                <c:pt idx="16545">
                  <c:v>4.5528300000000002</c:v>
                </c:pt>
                <c:pt idx="16546">
                  <c:v>4.55314</c:v>
                </c:pt>
                <c:pt idx="16547">
                  <c:v>4.5534400000000002</c:v>
                </c:pt>
                <c:pt idx="16548">
                  <c:v>4.55375</c:v>
                </c:pt>
                <c:pt idx="16549">
                  <c:v>4.5540500000000002</c:v>
                </c:pt>
                <c:pt idx="16550">
                  <c:v>4.55436</c:v>
                </c:pt>
                <c:pt idx="16551">
                  <c:v>4.5546699999999998</c:v>
                </c:pt>
                <c:pt idx="16552">
                  <c:v>4.55497</c:v>
                </c:pt>
                <c:pt idx="16553">
                  <c:v>4.5552799999999998</c:v>
                </c:pt>
                <c:pt idx="16554">
                  <c:v>4.55558</c:v>
                </c:pt>
                <c:pt idx="16555">
                  <c:v>4.5558899999999998</c:v>
                </c:pt>
                <c:pt idx="16556">
                  <c:v>4.55619</c:v>
                </c:pt>
                <c:pt idx="16557">
                  <c:v>4.5564999999999998</c:v>
                </c:pt>
                <c:pt idx="16558">
                  <c:v>4.5568</c:v>
                </c:pt>
                <c:pt idx="16559">
                  <c:v>4.5571099999999998</c:v>
                </c:pt>
                <c:pt idx="16560">
                  <c:v>4.55741</c:v>
                </c:pt>
                <c:pt idx="16561">
                  <c:v>4.5577199999999998</c:v>
                </c:pt>
                <c:pt idx="16562">
                  <c:v>4.55802</c:v>
                </c:pt>
                <c:pt idx="16563">
                  <c:v>4.5583299999999998</c:v>
                </c:pt>
                <c:pt idx="16564">
                  <c:v>4.5586399999999996</c:v>
                </c:pt>
                <c:pt idx="16565">
                  <c:v>4.5589399999999998</c:v>
                </c:pt>
                <c:pt idx="16566">
                  <c:v>4.5592499999999996</c:v>
                </c:pt>
                <c:pt idx="16567">
                  <c:v>4.5595499999999998</c:v>
                </c:pt>
                <c:pt idx="16568">
                  <c:v>4.5598599999999996</c:v>
                </c:pt>
                <c:pt idx="16569">
                  <c:v>4.5601599999999998</c:v>
                </c:pt>
                <c:pt idx="16570">
                  <c:v>4.5604699999999996</c:v>
                </c:pt>
                <c:pt idx="16571">
                  <c:v>4.5607699999999998</c:v>
                </c:pt>
                <c:pt idx="16572">
                  <c:v>4.5610799999999996</c:v>
                </c:pt>
                <c:pt idx="16573">
                  <c:v>4.5613799999999998</c:v>
                </c:pt>
                <c:pt idx="16574">
                  <c:v>4.5616899999999996</c:v>
                </c:pt>
                <c:pt idx="16575">
                  <c:v>4.5620000000000003</c:v>
                </c:pt>
                <c:pt idx="16576">
                  <c:v>4.5622999999999996</c:v>
                </c:pt>
                <c:pt idx="16577">
                  <c:v>4.5626100000000003</c:v>
                </c:pt>
                <c:pt idx="16578">
                  <c:v>4.5629099999999996</c:v>
                </c:pt>
                <c:pt idx="16579">
                  <c:v>4.5632200000000003</c:v>
                </c:pt>
                <c:pt idx="16580">
                  <c:v>4.5635199999999996</c:v>
                </c:pt>
                <c:pt idx="16581">
                  <c:v>4.5638300000000003</c:v>
                </c:pt>
                <c:pt idx="16582">
                  <c:v>4.5641299999999996</c:v>
                </c:pt>
                <c:pt idx="16583">
                  <c:v>4.5644400000000003</c:v>
                </c:pt>
                <c:pt idx="16584">
                  <c:v>4.5647399999999996</c:v>
                </c:pt>
                <c:pt idx="16585">
                  <c:v>4.5650500000000003</c:v>
                </c:pt>
                <c:pt idx="16586">
                  <c:v>4.5653499999999996</c:v>
                </c:pt>
                <c:pt idx="16587">
                  <c:v>4.5656600000000003</c:v>
                </c:pt>
                <c:pt idx="16588">
                  <c:v>4.5659700000000001</c:v>
                </c:pt>
                <c:pt idx="16589">
                  <c:v>4.5662700000000003</c:v>
                </c:pt>
                <c:pt idx="16590">
                  <c:v>4.5665800000000001</c:v>
                </c:pt>
                <c:pt idx="16591">
                  <c:v>4.5668800000000003</c:v>
                </c:pt>
                <c:pt idx="16592">
                  <c:v>4.5671900000000001</c:v>
                </c:pt>
                <c:pt idx="16593">
                  <c:v>4.5674900000000003</c:v>
                </c:pt>
                <c:pt idx="16594">
                  <c:v>4.5678000000000001</c:v>
                </c:pt>
                <c:pt idx="16595">
                  <c:v>4.5681000000000003</c:v>
                </c:pt>
                <c:pt idx="16596">
                  <c:v>4.5684100000000001</c:v>
                </c:pt>
                <c:pt idx="16597">
                  <c:v>4.5687100000000003</c:v>
                </c:pt>
                <c:pt idx="16598">
                  <c:v>4.5690200000000001</c:v>
                </c:pt>
                <c:pt idx="16599">
                  <c:v>4.5693200000000003</c:v>
                </c:pt>
                <c:pt idx="16600">
                  <c:v>4.5696300000000001</c:v>
                </c:pt>
                <c:pt idx="16601">
                  <c:v>4.5699399999999999</c:v>
                </c:pt>
                <c:pt idx="16602">
                  <c:v>4.5702400000000001</c:v>
                </c:pt>
                <c:pt idx="16603">
                  <c:v>4.5705499999999999</c:v>
                </c:pt>
                <c:pt idx="16604">
                  <c:v>4.5708500000000001</c:v>
                </c:pt>
                <c:pt idx="16605">
                  <c:v>4.5711599999999999</c:v>
                </c:pt>
                <c:pt idx="16606">
                  <c:v>4.5714600000000001</c:v>
                </c:pt>
                <c:pt idx="16607">
                  <c:v>4.5717699999999999</c:v>
                </c:pt>
                <c:pt idx="16608">
                  <c:v>4.5720700000000001</c:v>
                </c:pt>
                <c:pt idx="16609">
                  <c:v>4.5723799999999999</c:v>
                </c:pt>
                <c:pt idx="16610">
                  <c:v>4.5726800000000001</c:v>
                </c:pt>
                <c:pt idx="16611">
                  <c:v>4.5729899999999999</c:v>
                </c:pt>
                <c:pt idx="16612">
                  <c:v>4.5732900000000001</c:v>
                </c:pt>
                <c:pt idx="16613">
                  <c:v>4.5735999999999999</c:v>
                </c:pt>
                <c:pt idx="16614">
                  <c:v>4.5739099999999997</c:v>
                </c:pt>
                <c:pt idx="16615">
                  <c:v>4.5742099999999999</c:v>
                </c:pt>
                <c:pt idx="16616">
                  <c:v>4.5745199999999997</c:v>
                </c:pt>
                <c:pt idx="16617">
                  <c:v>4.5748199999999999</c:v>
                </c:pt>
                <c:pt idx="16618">
                  <c:v>4.5751299999999997</c:v>
                </c:pt>
                <c:pt idx="16619">
                  <c:v>4.5754299999999999</c:v>
                </c:pt>
                <c:pt idx="16620">
                  <c:v>4.5757399999999997</c:v>
                </c:pt>
                <c:pt idx="16621">
                  <c:v>4.5760399999999999</c:v>
                </c:pt>
                <c:pt idx="16622">
                  <c:v>4.5763499999999997</c:v>
                </c:pt>
                <c:pt idx="16623">
                  <c:v>4.5766499999999999</c:v>
                </c:pt>
                <c:pt idx="16624">
                  <c:v>4.5769599999999997</c:v>
                </c:pt>
                <c:pt idx="16625">
                  <c:v>4.5772599999999999</c:v>
                </c:pt>
                <c:pt idx="16626">
                  <c:v>4.5775699999999997</c:v>
                </c:pt>
                <c:pt idx="16627">
                  <c:v>4.5778800000000004</c:v>
                </c:pt>
                <c:pt idx="16628">
                  <c:v>4.5781799999999997</c:v>
                </c:pt>
                <c:pt idx="16629">
                  <c:v>4.5784900000000004</c:v>
                </c:pt>
                <c:pt idx="16630">
                  <c:v>4.5787899999999997</c:v>
                </c:pt>
                <c:pt idx="16631">
                  <c:v>4.5791000000000004</c:v>
                </c:pt>
                <c:pt idx="16632">
                  <c:v>4.5793999999999997</c:v>
                </c:pt>
                <c:pt idx="16633">
                  <c:v>4.5797100000000004</c:v>
                </c:pt>
                <c:pt idx="16634">
                  <c:v>4.5800099999999997</c:v>
                </c:pt>
                <c:pt idx="16635">
                  <c:v>4.5803200000000004</c:v>
                </c:pt>
                <c:pt idx="16636">
                  <c:v>4.5806199999999997</c:v>
                </c:pt>
                <c:pt idx="16637">
                  <c:v>4.5809300000000004</c:v>
                </c:pt>
                <c:pt idx="16638">
                  <c:v>4.5812400000000002</c:v>
                </c:pt>
                <c:pt idx="16639">
                  <c:v>4.5815400000000004</c:v>
                </c:pt>
                <c:pt idx="16640">
                  <c:v>4.5818500000000002</c:v>
                </c:pt>
                <c:pt idx="16641">
                  <c:v>4.5821500000000004</c:v>
                </c:pt>
                <c:pt idx="16642">
                  <c:v>4.5824600000000002</c:v>
                </c:pt>
                <c:pt idx="16643">
                  <c:v>4.5827600000000004</c:v>
                </c:pt>
                <c:pt idx="16644">
                  <c:v>4.5830700000000002</c:v>
                </c:pt>
                <c:pt idx="16645">
                  <c:v>4.5833700000000004</c:v>
                </c:pt>
                <c:pt idx="16646">
                  <c:v>4.5836800000000002</c:v>
                </c:pt>
                <c:pt idx="16647">
                  <c:v>4.5839800000000004</c:v>
                </c:pt>
                <c:pt idx="16648">
                  <c:v>4.5842900000000002</c:v>
                </c:pt>
                <c:pt idx="16649">
                  <c:v>4.5845900000000004</c:v>
                </c:pt>
                <c:pt idx="16650">
                  <c:v>4.5849000000000002</c:v>
                </c:pt>
                <c:pt idx="16651">
                  <c:v>4.58521</c:v>
                </c:pt>
                <c:pt idx="16652">
                  <c:v>4.5855100000000002</c:v>
                </c:pt>
                <c:pt idx="16653">
                  <c:v>4.58582</c:v>
                </c:pt>
                <c:pt idx="16654">
                  <c:v>4.5861200000000002</c:v>
                </c:pt>
                <c:pt idx="16655">
                  <c:v>4.58643</c:v>
                </c:pt>
                <c:pt idx="16656">
                  <c:v>4.5867300000000002</c:v>
                </c:pt>
                <c:pt idx="16657">
                  <c:v>4.58704</c:v>
                </c:pt>
                <c:pt idx="16658">
                  <c:v>4.5873400000000002</c:v>
                </c:pt>
                <c:pt idx="16659">
                  <c:v>4.58765</c:v>
                </c:pt>
                <c:pt idx="16660">
                  <c:v>4.5879500000000002</c:v>
                </c:pt>
                <c:pt idx="16661">
                  <c:v>4.58826</c:v>
                </c:pt>
                <c:pt idx="16662">
                  <c:v>4.5885600000000002</c:v>
                </c:pt>
                <c:pt idx="16663">
                  <c:v>4.58887</c:v>
                </c:pt>
                <c:pt idx="16664">
                  <c:v>4.5891799999999998</c:v>
                </c:pt>
                <c:pt idx="16665">
                  <c:v>4.58948</c:v>
                </c:pt>
                <c:pt idx="16666">
                  <c:v>4.5897899999999998</c:v>
                </c:pt>
                <c:pt idx="16667">
                  <c:v>4.59009</c:v>
                </c:pt>
                <c:pt idx="16668">
                  <c:v>4.5903999999999998</c:v>
                </c:pt>
                <c:pt idx="16669">
                  <c:v>4.5907</c:v>
                </c:pt>
                <c:pt idx="16670">
                  <c:v>4.5910099999999998</c:v>
                </c:pt>
                <c:pt idx="16671">
                  <c:v>4.59131</c:v>
                </c:pt>
                <c:pt idx="16672">
                  <c:v>4.5916199999999998</c:v>
                </c:pt>
                <c:pt idx="16673">
                  <c:v>4.59192</c:v>
                </c:pt>
                <c:pt idx="16674">
                  <c:v>4.5922299999999998</c:v>
                </c:pt>
                <c:pt idx="16675">
                  <c:v>4.59253</c:v>
                </c:pt>
                <c:pt idx="16676">
                  <c:v>4.5928399999999998</c:v>
                </c:pt>
                <c:pt idx="16677">
                  <c:v>4.5931499999999996</c:v>
                </c:pt>
                <c:pt idx="16678">
                  <c:v>4.5934499999999998</c:v>
                </c:pt>
                <c:pt idx="16679">
                  <c:v>4.5937599999999996</c:v>
                </c:pt>
                <c:pt idx="16680">
                  <c:v>4.5940599999999998</c:v>
                </c:pt>
                <c:pt idx="16681">
                  <c:v>4.5943699999999996</c:v>
                </c:pt>
                <c:pt idx="16682">
                  <c:v>4.5946699999999998</c:v>
                </c:pt>
                <c:pt idx="16683">
                  <c:v>4.5949799999999996</c:v>
                </c:pt>
                <c:pt idx="16684">
                  <c:v>4.5952799999999998</c:v>
                </c:pt>
                <c:pt idx="16685">
                  <c:v>4.5955899999999996</c:v>
                </c:pt>
                <c:pt idx="16686">
                  <c:v>4.5958899999999998</c:v>
                </c:pt>
                <c:pt idx="16687">
                  <c:v>4.5961999999999996</c:v>
                </c:pt>
                <c:pt idx="16688">
                  <c:v>4.5965100000000003</c:v>
                </c:pt>
                <c:pt idx="16689">
                  <c:v>4.5968099999999996</c:v>
                </c:pt>
                <c:pt idx="16690">
                  <c:v>4.5971200000000003</c:v>
                </c:pt>
                <c:pt idx="16691">
                  <c:v>4.5974199999999996</c:v>
                </c:pt>
                <c:pt idx="16692">
                  <c:v>4.5977300000000003</c:v>
                </c:pt>
                <c:pt idx="16693">
                  <c:v>4.5980299999999996</c:v>
                </c:pt>
                <c:pt idx="16694">
                  <c:v>4.5983400000000003</c:v>
                </c:pt>
                <c:pt idx="16695">
                  <c:v>4.5986399999999996</c:v>
                </c:pt>
                <c:pt idx="16696">
                  <c:v>4.5989500000000003</c:v>
                </c:pt>
                <c:pt idx="16697">
                  <c:v>4.5992499999999996</c:v>
                </c:pt>
                <c:pt idx="16698">
                  <c:v>4.5995600000000003</c:v>
                </c:pt>
                <c:pt idx="16699">
                  <c:v>4.5998599999999996</c:v>
                </c:pt>
                <c:pt idx="16700">
                  <c:v>4.6001700000000003</c:v>
                </c:pt>
                <c:pt idx="16701">
                  <c:v>4.6004800000000001</c:v>
                </c:pt>
                <c:pt idx="16702">
                  <c:v>4.6007800000000003</c:v>
                </c:pt>
                <c:pt idx="16703">
                  <c:v>4.6010900000000001</c:v>
                </c:pt>
                <c:pt idx="16704">
                  <c:v>4.6013900000000003</c:v>
                </c:pt>
                <c:pt idx="16705">
                  <c:v>4.6017000000000001</c:v>
                </c:pt>
                <c:pt idx="16706">
                  <c:v>4.6020000000000003</c:v>
                </c:pt>
                <c:pt idx="16707">
                  <c:v>4.6023100000000001</c:v>
                </c:pt>
                <c:pt idx="16708">
                  <c:v>4.6026100000000003</c:v>
                </c:pt>
                <c:pt idx="16709">
                  <c:v>4.6029200000000001</c:v>
                </c:pt>
                <c:pt idx="16710">
                  <c:v>4.6032200000000003</c:v>
                </c:pt>
                <c:pt idx="16711">
                  <c:v>4.6035300000000001</c:v>
                </c:pt>
                <c:pt idx="16712">
                  <c:v>4.6038300000000003</c:v>
                </c:pt>
                <c:pt idx="16713">
                  <c:v>4.6041400000000001</c:v>
                </c:pt>
                <c:pt idx="16714">
                  <c:v>4.6044499999999999</c:v>
                </c:pt>
                <c:pt idx="16715">
                  <c:v>4.6047500000000001</c:v>
                </c:pt>
                <c:pt idx="16716">
                  <c:v>4.6050599999999999</c:v>
                </c:pt>
                <c:pt idx="16717">
                  <c:v>4.6053600000000001</c:v>
                </c:pt>
                <c:pt idx="16718">
                  <c:v>4.6056699999999999</c:v>
                </c:pt>
                <c:pt idx="16719">
                  <c:v>4.6059700000000001</c:v>
                </c:pt>
                <c:pt idx="16720">
                  <c:v>4.6062799999999999</c:v>
                </c:pt>
                <c:pt idx="16721">
                  <c:v>4.6065800000000001</c:v>
                </c:pt>
                <c:pt idx="16722">
                  <c:v>4.6068899999999999</c:v>
                </c:pt>
                <c:pt idx="16723">
                  <c:v>4.6071900000000001</c:v>
                </c:pt>
                <c:pt idx="16724">
                  <c:v>4.6074999999999999</c:v>
                </c:pt>
                <c:pt idx="16725">
                  <c:v>4.6078000000000001</c:v>
                </c:pt>
                <c:pt idx="16726">
                  <c:v>4.6081099999999999</c:v>
                </c:pt>
                <c:pt idx="16727">
                  <c:v>4.6084199999999997</c:v>
                </c:pt>
                <c:pt idx="16728">
                  <c:v>4.6087199999999999</c:v>
                </c:pt>
                <c:pt idx="16729">
                  <c:v>4.6090299999999997</c:v>
                </c:pt>
                <c:pt idx="16730">
                  <c:v>4.6093299999999999</c:v>
                </c:pt>
                <c:pt idx="16731">
                  <c:v>4.6096399999999997</c:v>
                </c:pt>
                <c:pt idx="16732">
                  <c:v>4.6099399999999999</c:v>
                </c:pt>
                <c:pt idx="16733">
                  <c:v>4.6102499999999997</c:v>
                </c:pt>
                <c:pt idx="16734">
                  <c:v>4.6105499999999999</c:v>
                </c:pt>
                <c:pt idx="16735">
                  <c:v>4.6108599999999997</c:v>
                </c:pt>
                <c:pt idx="16736">
                  <c:v>4.6111599999999999</c:v>
                </c:pt>
                <c:pt idx="16737">
                  <c:v>4.6114699999999997</c:v>
                </c:pt>
                <c:pt idx="16738">
                  <c:v>4.6117699999999999</c:v>
                </c:pt>
                <c:pt idx="16739">
                  <c:v>4.6120799999999997</c:v>
                </c:pt>
                <c:pt idx="16740">
                  <c:v>4.6123900000000004</c:v>
                </c:pt>
                <c:pt idx="16741">
                  <c:v>4.6126899999999997</c:v>
                </c:pt>
                <c:pt idx="16742">
                  <c:v>4.6130000000000004</c:v>
                </c:pt>
                <c:pt idx="16743">
                  <c:v>4.6132999999999997</c:v>
                </c:pt>
                <c:pt idx="16744">
                  <c:v>4.6136100000000004</c:v>
                </c:pt>
                <c:pt idx="16745">
                  <c:v>4.6139099999999997</c:v>
                </c:pt>
                <c:pt idx="16746">
                  <c:v>4.6142200000000004</c:v>
                </c:pt>
                <c:pt idx="16747">
                  <c:v>4.6145199999999997</c:v>
                </c:pt>
                <c:pt idx="16748">
                  <c:v>4.6148300000000004</c:v>
                </c:pt>
                <c:pt idx="16749">
                  <c:v>4.6151299999999997</c:v>
                </c:pt>
                <c:pt idx="16750">
                  <c:v>4.6154400000000004</c:v>
                </c:pt>
                <c:pt idx="16751">
                  <c:v>4.6157500000000002</c:v>
                </c:pt>
                <c:pt idx="16752">
                  <c:v>4.6160500000000004</c:v>
                </c:pt>
                <c:pt idx="16753">
                  <c:v>4.6163600000000002</c:v>
                </c:pt>
                <c:pt idx="16754">
                  <c:v>4.6166600000000004</c:v>
                </c:pt>
                <c:pt idx="16755">
                  <c:v>4.6169700000000002</c:v>
                </c:pt>
                <c:pt idx="16756">
                  <c:v>4.6172700000000004</c:v>
                </c:pt>
                <c:pt idx="16757">
                  <c:v>4.6175800000000002</c:v>
                </c:pt>
                <c:pt idx="16758">
                  <c:v>4.6178800000000004</c:v>
                </c:pt>
                <c:pt idx="16759">
                  <c:v>4.6181900000000002</c:v>
                </c:pt>
                <c:pt idx="16760">
                  <c:v>4.6184900000000004</c:v>
                </c:pt>
                <c:pt idx="16761">
                  <c:v>4.6188000000000002</c:v>
                </c:pt>
                <c:pt idx="16762">
                  <c:v>4.6191000000000004</c:v>
                </c:pt>
                <c:pt idx="16763">
                  <c:v>4.6194100000000002</c:v>
                </c:pt>
                <c:pt idx="16764">
                  <c:v>4.61972</c:v>
                </c:pt>
                <c:pt idx="16765">
                  <c:v>4.6200200000000002</c:v>
                </c:pt>
                <c:pt idx="16766">
                  <c:v>4.62033</c:v>
                </c:pt>
                <c:pt idx="16767">
                  <c:v>4.6206300000000002</c:v>
                </c:pt>
                <c:pt idx="16768">
                  <c:v>4.62094</c:v>
                </c:pt>
                <c:pt idx="16769">
                  <c:v>4.6212400000000002</c:v>
                </c:pt>
                <c:pt idx="16770">
                  <c:v>4.62155</c:v>
                </c:pt>
                <c:pt idx="16771">
                  <c:v>4.6218500000000002</c:v>
                </c:pt>
                <c:pt idx="16772">
                  <c:v>4.62216</c:v>
                </c:pt>
                <c:pt idx="16773">
                  <c:v>4.6224600000000002</c:v>
                </c:pt>
                <c:pt idx="16774">
                  <c:v>4.62277</c:v>
                </c:pt>
                <c:pt idx="16775">
                  <c:v>4.6230700000000002</c:v>
                </c:pt>
                <c:pt idx="16776">
                  <c:v>4.62338</c:v>
                </c:pt>
                <c:pt idx="16777">
                  <c:v>4.6236899999999999</c:v>
                </c:pt>
                <c:pt idx="16778">
                  <c:v>4.62399</c:v>
                </c:pt>
                <c:pt idx="16779">
                  <c:v>4.6242999999999999</c:v>
                </c:pt>
                <c:pt idx="16780">
                  <c:v>4.6246</c:v>
                </c:pt>
                <c:pt idx="16781">
                  <c:v>4.6249099999999999</c:v>
                </c:pt>
                <c:pt idx="16782">
                  <c:v>4.62521</c:v>
                </c:pt>
                <c:pt idx="16783">
                  <c:v>4.6255199999999999</c:v>
                </c:pt>
                <c:pt idx="16784">
                  <c:v>4.62582</c:v>
                </c:pt>
                <c:pt idx="16785">
                  <c:v>4.6261299999999999</c:v>
                </c:pt>
                <c:pt idx="16786">
                  <c:v>4.62643</c:v>
                </c:pt>
                <c:pt idx="16787">
                  <c:v>4.6267399999999999</c:v>
                </c:pt>
                <c:pt idx="16788">
                  <c:v>4.62704</c:v>
                </c:pt>
                <c:pt idx="16789">
                  <c:v>4.6273499999999999</c:v>
                </c:pt>
                <c:pt idx="16790">
                  <c:v>4.6276599999999997</c:v>
                </c:pt>
                <c:pt idx="16791">
                  <c:v>4.6279599999999999</c:v>
                </c:pt>
                <c:pt idx="16792">
                  <c:v>4.6282699999999997</c:v>
                </c:pt>
                <c:pt idx="16793">
                  <c:v>4.6285699999999999</c:v>
                </c:pt>
                <c:pt idx="16794">
                  <c:v>4.6288799999999997</c:v>
                </c:pt>
                <c:pt idx="16795">
                  <c:v>4.6291799999999999</c:v>
                </c:pt>
                <c:pt idx="16796">
                  <c:v>4.6294899999999997</c:v>
                </c:pt>
                <c:pt idx="16797">
                  <c:v>4.6297899999999998</c:v>
                </c:pt>
                <c:pt idx="16798">
                  <c:v>4.6300999999999997</c:v>
                </c:pt>
                <c:pt idx="16799">
                  <c:v>4.6303999999999998</c:v>
                </c:pt>
                <c:pt idx="16800">
                  <c:v>4.6307099999999997</c:v>
                </c:pt>
                <c:pt idx="16801">
                  <c:v>4.6310099999999998</c:v>
                </c:pt>
                <c:pt idx="16802">
                  <c:v>4.6313199999999997</c:v>
                </c:pt>
                <c:pt idx="16803">
                  <c:v>4.6316300000000004</c:v>
                </c:pt>
                <c:pt idx="16804">
                  <c:v>4.6319299999999997</c:v>
                </c:pt>
                <c:pt idx="16805">
                  <c:v>4.6322400000000004</c:v>
                </c:pt>
                <c:pt idx="16806">
                  <c:v>4.6325399999999997</c:v>
                </c:pt>
                <c:pt idx="16807">
                  <c:v>4.6328500000000004</c:v>
                </c:pt>
                <c:pt idx="16808">
                  <c:v>4.6331499999999997</c:v>
                </c:pt>
                <c:pt idx="16809">
                  <c:v>4.6334600000000004</c:v>
                </c:pt>
                <c:pt idx="16810">
                  <c:v>4.6337599999999997</c:v>
                </c:pt>
                <c:pt idx="16811">
                  <c:v>4.6340700000000004</c:v>
                </c:pt>
                <c:pt idx="16812">
                  <c:v>4.6343699999999997</c:v>
                </c:pt>
                <c:pt idx="16813">
                  <c:v>4.6346800000000004</c:v>
                </c:pt>
                <c:pt idx="16814">
                  <c:v>4.6349900000000002</c:v>
                </c:pt>
                <c:pt idx="16815">
                  <c:v>4.6352900000000004</c:v>
                </c:pt>
                <c:pt idx="16816">
                  <c:v>4.6356000000000002</c:v>
                </c:pt>
                <c:pt idx="16817">
                  <c:v>4.6359000000000004</c:v>
                </c:pt>
                <c:pt idx="16818">
                  <c:v>4.6362100000000002</c:v>
                </c:pt>
                <c:pt idx="16819">
                  <c:v>4.6365100000000004</c:v>
                </c:pt>
                <c:pt idx="16820">
                  <c:v>4.6368200000000002</c:v>
                </c:pt>
                <c:pt idx="16821">
                  <c:v>4.6371200000000004</c:v>
                </c:pt>
                <c:pt idx="16822">
                  <c:v>4.6374300000000002</c:v>
                </c:pt>
                <c:pt idx="16823">
                  <c:v>4.6377300000000004</c:v>
                </c:pt>
                <c:pt idx="16824">
                  <c:v>4.6380400000000002</c:v>
                </c:pt>
                <c:pt idx="16825">
                  <c:v>4.6383400000000004</c:v>
                </c:pt>
                <c:pt idx="16826">
                  <c:v>4.6386500000000002</c:v>
                </c:pt>
                <c:pt idx="16827">
                  <c:v>4.63896</c:v>
                </c:pt>
                <c:pt idx="16828">
                  <c:v>4.6392600000000002</c:v>
                </c:pt>
                <c:pt idx="16829">
                  <c:v>4.63957</c:v>
                </c:pt>
                <c:pt idx="16830">
                  <c:v>4.6398700000000002</c:v>
                </c:pt>
                <c:pt idx="16831">
                  <c:v>4.64018</c:v>
                </c:pt>
                <c:pt idx="16832">
                  <c:v>4.6404800000000002</c:v>
                </c:pt>
                <c:pt idx="16833">
                  <c:v>4.64079</c:v>
                </c:pt>
                <c:pt idx="16834">
                  <c:v>4.6410900000000002</c:v>
                </c:pt>
                <c:pt idx="16835">
                  <c:v>4.6414</c:v>
                </c:pt>
                <c:pt idx="16836">
                  <c:v>4.6417000000000002</c:v>
                </c:pt>
                <c:pt idx="16837">
                  <c:v>4.64201</c:v>
                </c:pt>
                <c:pt idx="16838">
                  <c:v>4.6423100000000002</c:v>
                </c:pt>
                <c:pt idx="16839">
                  <c:v>4.64262</c:v>
                </c:pt>
                <c:pt idx="16840">
                  <c:v>4.6429299999999998</c:v>
                </c:pt>
                <c:pt idx="16841">
                  <c:v>4.64323</c:v>
                </c:pt>
                <c:pt idx="16842">
                  <c:v>4.6435399999999998</c:v>
                </c:pt>
                <c:pt idx="16843">
                  <c:v>4.64384</c:v>
                </c:pt>
                <c:pt idx="16844">
                  <c:v>4.6441499999999998</c:v>
                </c:pt>
                <c:pt idx="16845">
                  <c:v>4.64445</c:v>
                </c:pt>
                <c:pt idx="16846">
                  <c:v>4.6447599999999998</c:v>
                </c:pt>
                <c:pt idx="16847">
                  <c:v>4.64506</c:v>
                </c:pt>
                <c:pt idx="16848">
                  <c:v>4.6453699999999998</c:v>
                </c:pt>
                <c:pt idx="16849">
                  <c:v>4.64567</c:v>
                </c:pt>
                <c:pt idx="16850">
                  <c:v>4.6459799999999998</c:v>
                </c:pt>
                <c:pt idx="16851">
                  <c:v>4.64628</c:v>
                </c:pt>
                <c:pt idx="16852">
                  <c:v>4.6465899999999998</c:v>
                </c:pt>
                <c:pt idx="16853">
                  <c:v>4.6468999999999996</c:v>
                </c:pt>
                <c:pt idx="16854">
                  <c:v>4.6471999999999998</c:v>
                </c:pt>
                <c:pt idx="16855">
                  <c:v>4.6475099999999996</c:v>
                </c:pt>
                <c:pt idx="16856">
                  <c:v>4.6478099999999998</c:v>
                </c:pt>
                <c:pt idx="16857">
                  <c:v>4.6481199999999996</c:v>
                </c:pt>
                <c:pt idx="16858">
                  <c:v>4.6484199999999998</c:v>
                </c:pt>
                <c:pt idx="16859">
                  <c:v>4.6487299999999996</c:v>
                </c:pt>
                <c:pt idx="16860">
                  <c:v>4.6490299999999998</c:v>
                </c:pt>
                <c:pt idx="16861">
                  <c:v>4.6493399999999996</c:v>
                </c:pt>
                <c:pt idx="16862">
                  <c:v>4.6496399999999998</c:v>
                </c:pt>
                <c:pt idx="16863">
                  <c:v>4.6499499999999996</c:v>
                </c:pt>
                <c:pt idx="16864">
                  <c:v>4.6502499999999998</c:v>
                </c:pt>
                <c:pt idx="16865">
                  <c:v>4.6505599999999996</c:v>
                </c:pt>
                <c:pt idx="16866">
                  <c:v>4.6508700000000003</c:v>
                </c:pt>
                <c:pt idx="16867">
                  <c:v>4.6511699999999996</c:v>
                </c:pt>
                <c:pt idx="16868">
                  <c:v>4.6514800000000003</c:v>
                </c:pt>
                <c:pt idx="16869">
                  <c:v>4.6517799999999996</c:v>
                </c:pt>
                <c:pt idx="16870">
                  <c:v>4.6520900000000003</c:v>
                </c:pt>
                <c:pt idx="16871">
                  <c:v>4.6523899999999996</c:v>
                </c:pt>
                <c:pt idx="16872">
                  <c:v>4.6527000000000003</c:v>
                </c:pt>
                <c:pt idx="16873">
                  <c:v>4.6529999999999996</c:v>
                </c:pt>
                <c:pt idx="16874">
                  <c:v>4.6533100000000003</c:v>
                </c:pt>
                <c:pt idx="16875">
                  <c:v>4.6536099999999996</c:v>
                </c:pt>
                <c:pt idx="16876">
                  <c:v>4.6539200000000003</c:v>
                </c:pt>
                <c:pt idx="16877">
                  <c:v>4.6542300000000001</c:v>
                </c:pt>
                <c:pt idx="16878">
                  <c:v>4.6545300000000003</c:v>
                </c:pt>
                <c:pt idx="16879">
                  <c:v>4.6548400000000001</c:v>
                </c:pt>
                <c:pt idx="16880">
                  <c:v>4.6551400000000003</c:v>
                </c:pt>
                <c:pt idx="16881">
                  <c:v>4.6554500000000001</c:v>
                </c:pt>
                <c:pt idx="16882">
                  <c:v>4.6557500000000003</c:v>
                </c:pt>
                <c:pt idx="16883">
                  <c:v>4.6560600000000001</c:v>
                </c:pt>
                <c:pt idx="16884">
                  <c:v>4.6563600000000003</c:v>
                </c:pt>
                <c:pt idx="16885">
                  <c:v>4.6566700000000001</c:v>
                </c:pt>
                <c:pt idx="16886">
                  <c:v>4.6569700000000003</c:v>
                </c:pt>
                <c:pt idx="16887">
                  <c:v>4.6572800000000001</c:v>
                </c:pt>
                <c:pt idx="16888">
                  <c:v>4.6575800000000003</c:v>
                </c:pt>
                <c:pt idx="16889">
                  <c:v>4.6578900000000001</c:v>
                </c:pt>
                <c:pt idx="16890">
                  <c:v>4.6581999999999999</c:v>
                </c:pt>
                <c:pt idx="16891">
                  <c:v>4.6585000000000001</c:v>
                </c:pt>
                <c:pt idx="16892">
                  <c:v>4.6588099999999999</c:v>
                </c:pt>
                <c:pt idx="16893">
                  <c:v>4.6591100000000001</c:v>
                </c:pt>
                <c:pt idx="16894">
                  <c:v>4.6594199999999999</c:v>
                </c:pt>
                <c:pt idx="16895">
                  <c:v>4.6597200000000001</c:v>
                </c:pt>
                <c:pt idx="16896">
                  <c:v>4.6600299999999999</c:v>
                </c:pt>
                <c:pt idx="16897">
                  <c:v>4.6603300000000001</c:v>
                </c:pt>
                <c:pt idx="16898">
                  <c:v>4.6606399999999999</c:v>
                </c:pt>
                <c:pt idx="16899">
                  <c:v>4.6609400000000001</c:v>
                </c:pt>
                <c:pt idx="16900">
                  <c:v>4.6612499999999999</c:v>
                </c:pt>
                <c:pt idx="16901">
                  <c:v>4.6615500000000001</c:v>
                </c:pt>
                <c:pt idx="16902">
                  <c:v>4.6618599999999999</c:v>
                </c:pt>
                <c:pt idx="16903">
                  <c:v>4.6621699999999997</c:v>
                </c:pt>
                <c:pt idx="16904">
                  <c:v>4.6624699999999999</c:v>
                </c:pt>
                <c:pt idx="16905">
                  <c:v>4.6627799999999997</c:v>
                </c:pt>
                <c:pt idx="16906">
                  <c:v>4.6630799999999999</c:v>
                </c:pt>
                <c:pt idx="16907">
                  <c:v>4.6633899999999997</c:v>
                </c:pt>
                <c:pt idx="16908">
                  <c:v>4.6636899999999999</c:v>
                </c:pt>
                <c:pt idx="16909">
                  <c:v>4.6639999999999997</c:v>
                </c:pt>
                <c:pt idx="16910">
                  <c:v>4.6642999999999999</c:v>
                </c:pt>
                <c:pt idx="16911">
                  <c:v>4.6646099999999997</c:v>
                </c:pt>
                <c:pt idx="16912">
                  <c:v>4.6649099999999999</c:v>
                </c:pt>
                <c:pt idx="16913">
                  <c:v>4.6652199999999997</c:v>
                </c:pt>
                <c:pt idx="16914">
                  <c:v>4.6655199999999999</c:v>
                </c:pt>
                <c:pt idx="16915">
                  <c:v>4.6658299999999997</c:v>
                </c:pt>
                <c:pt idx="16916">
                  <c:v>4.6661400000000004</c:v>
                </c:pt>
                <c:pt idx="16917">
                  <c:v>4.6664399999999997</c:v>
                </c:pt>
                <c:pt idx="16918">
                  <c:v>4.6667500000000004</c:v>
                </c:pt>
                <c:pt idx="16919">
                  <c:v>4.6670499999999997</c:v>
                </c:pt>
                <c:pt idx="16920">
                  <c:v>4.6673600000000004</c:v>
                </c:pt>
                <c:pt idx="16921">
                  <c:v>4.6676599999999997</c:v>
                </c:pt>
                <c:pt idx="16922">
                  <c:v>4.6679700000000004</c:v>
                </c:pt>
                <c:pt idx="16923">
                  <c:v>4.6682699999999997</c:v>
                </c:pt>
                <c:pt idx="16924">
                  <c:v>4.6685800000000004</c:v>
                </c:pt>
                <c:pt idx="16925">
                  <c:v>4.6688799999999997</c:v>
                </c:pt>
                <c:pt idx="16926">
                  <c:v>4.6691900000000004</c:v>
                </c:pt>
                <c:pt idx="16927">
                  <c:v>4.6695000000000002</c:v>
                </c:pt>
                <c:pt idx="16928">
                  <c:v>4.6698000000000004</c:v>
                </c:pt>
                <c:pt idx="16929">
                  <c:v>4.6701100000000002</c:v>
                </c:pt>
                <c:pt idx="16930">
                  <c:v>4.6704100000000004</c:v>
                </c:pt>
                <c:pt idx="16931">
                  <c:v>4.6707200000000002</c:v>
                </c:pt>
                <c:pt idx="16932">
                  <c:v>4.6710200000000004</c:v>
                </c:pt>
                <c:pt idx="16933">
                  <c:v>4.6713300000000002</c:v>
                </c:pt>
                <c:pt idx="16934">
                  <c:v>4.6716300000000004</c:v>
                </c:pt>
                <c:pt idx="16935">
                  <c:v>4.6719400000000002</c:v>
                </c:pt>
                <c:pt idx="16936">
                  <c:v>4.6722400000000004</c:v>
                </c:pt>
                <c:pt idx="16937">
                  <c:v>4.6725500000000002</c:v>
                </c:pt>
                <c:pt idx="16938">
                  <c:v>4.6728500000000004</c:v>
                </c:pt>
                <c:pt idx="16939">
                  <c:v>4.6731600000000002</c:v>
                </c:pt>
                <c:pt idx="16940">
                  <c:v>4.67347</c:v>
                </c:pt>
                <c:pt idx="16941">
                  <c:v>4.6737700000000002</c:v>
                </c:pt>
                <c:pt idx="16942">
                  <c:v>4.67408</c:v>
                </c:pt>
                <c:pt idx="16943">
                  <c:v>4.6743800000000002</c:v>
                </c:pt>
                <c:pt idx="16944">
                  <c:v>4.67469</c:v>
                </c:pt>
                <c:pt idx="16945">
                  <c:v>4.6749900000000002</c:v>
                </c:pt>
                <c:pt idx="16946">
                  <c:v>4.6753</c:v>
                </c:pt>
                <c:pt idx="16947">
                  <c:v>4.6756000000000002</c:v>
                </c:pt>
                <c:pt idx="16948">
                  <c:v>4.67591</c:v>
                </c:pt>
                <c:pt idx="16949">
                  <c:v>4.6762100000000002</c:v>
                </c:pt>
                <c:pt idx="16950">
                  <c:v>4.67652</c:v>
                </c:pt>
                <c:pt idx="16951">
                  <c:v>4.6768200000000002</c:v>
                </c:pt>
                <c:pt idx="16952">
                  <c:v>4.67713</c:v>
                </c:pt>
                <c:pt idx="16953">
                  <c:v>4.6774399999999998</c:v>
                </c:pt>
                <c:pt idx="16954">
                  <c:v>4.67774</c:v>
                </c:pt>
                <c:pt idx="16955">
                  <c:v>4.6780499999999998</c:v>
                </c:pt>
                <c:pt idx="16956">
                  <c:v>4.67835</c:v>
                </c:pt>
                <c:pt idx="16957">
                  <c:v>4.6786599999999998</c:v>
                </c:pt>
                <c:pt idx="16958">
                  <c:v>4.67896</c:v>
                </c:pt>
                <c:pt idx="16959">
                  <c:v>4.6792699999999998</c:v>
                </c:pt>
                <c:pt idx="16960">
                  <c:v>4.67957</c:v>
                </c:pt>
                <c:pt idx="16961">
                  <c:v>4.6798799999999998</c:v>
                </c:pt>
                <c:pt idx="16962">
                  <c:v>4.68018</c:v>
                </c:pt>
                <c:pt idx="16963">
                  <c:v>4.6804899999999998</c:v>
                </c:pt>
                <c:pt idx="16964">
                  <c:v>4.68079</c:v>
                </c:pt>
                <c:pt idx="16965">
                  <c:v>4.6810999999999998</c:v>
                </c:pt>
                <c:pt idx="16966">
                  <c:v>4.6814099999999996</c:v>
                </c:pt>
                <c:pt idx="16967">
                  <c:v>4.6817099999999998</c:v>
                </c:pt>
                <c:pt idx="16968">
                  <c:v>4.6820199999999996</c:v>
                </c:pt>
                <c:pt idx="16969">
                  <c:v>4.6823199999999998</c:v>
                </c:pt>
                <c:pt idx="16970">
                  <c:v>4.6826299999999996</c:v>
                </c:pt>
                <c:pt idx="16971">
                  <c:v>4.6829299999999998</c:v>
                </c:pt>
                <c:pt idx="16972">
                  <c:v>4.6832399999999996</c:v>
                </c:pt>
                <c:pt idx="16973">
                  <c:v>4.6835399999999998</c:v>
                </c:pt>
                <c:pt idx="16974">
                  <c:v>4.6838499999999996</c:v>
                </c:pt>
                <c:pt idx="16975">
                  <c:v>4.6841499999999998</c:v>
                </c:pt>
                <c:pt idx="16976">
                  <c:v>4.6844599999999996</c:v>
                </c:pt>
                <c:pt idx="16977">
                  <c:v>4.6847599999999998</c:v>
                </c:pt>
                <c:pt idx="16978">
                  <c:v>4.6850699999999996</c:v>
                </c:pt>
                <c:pt idx="16979">
                  <c:v>4.6853800000000003</c:v>
                </c:pt>
                <c:pt idx="16980">
                  <c:v>4.6856799999999996</c:v>
                </c:pt>
                <c:pt idx="16981">
                  <c:v>4.6859900000000003</c:v>
                </c:pt>
                <c:pt idx="16982">
                  <c:v>4.6862899999999996</c:v>
                </c:pt>
                <c:pt idx="16983">
                  <c:v>4.6866000000000003</c:v>
                </c:pt>
                <c:pt idx="16984">
                  <c:v>4.6868999999999996</c:v>
                </c:pt>
                <c:pt idx="16985">
                  <c:v>4.6872100000000003</c:v>
                </c:pt>
                <c:pt idx="16986">
                  <c:v>4.6875099999999996</c:v>
                </c:pt>
                <c:pt idx="16987">
                  <c:v>4.6878200000000003</c:v>
                </c:pt>
                <c:pt idx="16988">
                  <c:v>4.6881199999999996</c:v>
                </c:pt>
                <c:pt idx="16989">
                  <c:v>4.6884300000000003</c:v>
                </c:pt>
                <c:pt idx="16990">
                  <c:v>4.6887400000000001</c:v>
                </c:pt>
                <c:pt idx="16991">
                  <c:v>4.6890400000000003</c:v>
                </c:pt>
                <c:pt idx="16992">
                  <c:v>4.6893500000000001</c:v>
                </c:pt>
                <c:pt idx="16993">
                  <c:v>4.6896500000000003</c:v>
                </c:pt>
                <c:pt idx="16994">
                  <c:v>4.6899600000000001</c:v>
                </c:pt>
                <c:pt idx="16995">
                  <c:v>4.6902600000000003</c:v>
                </c:pt>
                <c:pt idx="16996">
                  <c:v>4.6905700000000001</c:v>
                </c:pt>
                <c:pt idx="16997">
                  <c:v>4.6908700000000003</c:v>
                </c:pt>
                <c:pt idx="16998">
                  <c:v>4.6911800000000001</c:v>
                </c:pt>
                <c:pt idx="16999">
                  <c:v>4.6914800000000003</c:v>
                </c:pt>
                <c:pt idx="17000">
                  <c:v>4.6917900000000001</c:v>
                </c:pt>
                <c:pt idx="17001">
                  <c:v>4.6920900000000003</c:v>
                </c:pt>
                <c:pt idx="17002">
                  <c:v>4.6924000000000001</c:v>
                </c:pt>
                <c:pt idx="17003">
                  <c:v>4.6927099999999999</c:v>
                </c:pt>
                <c:pt idx="17004">
                  <c:v>4.6930100000000001</c:v>
                </c:pt>
                <c:pt idx="17005">
                  <c:v>4.6933199999999999</c:v>
                </c:pt>
                <c:pt idx="17006">
                  <c:v>4.6936200000000001</c:v>
                </c:pt>
                <c:pt idx="17007">
                  <c:v>4.6939299999999999</c:v>
                </c:pt>
                <c:pt idx="17008">
                  <c:v>4.6942300000000001</c:v>
                </c:pt>
                <c:pt idx="17009">
                  <c:v>4.6945399999999999</c:v>
                </c:pt>
                <c:pt idx="17010">
                  <c:v>4.6948400000000001</c:v>
                </c:pt>
                <c:pt idx="17011">
                  <c:v>4.6951499999999999</c:v>
                </c:pt>
                <c:pt idx="17012">
                  <c:v>4.6954500000000001</c:v>
                </c:pt>
                <c:pt idx="17013">
                  <c:v>4.6957599999999999</c:v>
                </c:pt>
                <c:pt idx="17014">
                  <c:v>4.6960600000000001</c:v>
                </c:pt>
                <c:pt idx="17015">
                  <c:v>4.6963699999999999</c:v>
                </c:pt>
                <c:pt idx="17016">
                  <c:v>4.6966799999999997</c:v>
                </c:pt>
                <c:pt idx="17017">
                  <c:v>4.6969799999999999</c:v>
                </c:pt>
                <c:pt idx="17018">
                  <c:v>4.6972899999999997</c:v>
                </c:pt>
                <c:pt idx="17019">
                  <c:v>4.6975899999999999</c:v>
                </c:pt>
                <c:pt idx="17020">
                  <c:v>4.6978999999999997</c:v>
                </c:pt>
                <c:pt idx="17021">
                  <c:v>4.6981999999999999</c:v>
                </c:pt>
                <c:pt idx="17022">
                  <c:v>4.6985099999999997</c:v>
                </c:pt>
                <c:pt idx="17023">
                  <c:v>4.6988099999999999</c:v>
                </c:pt>
                <c:pt idx="17024">
                  <c:v>4.6991199999999997</c:v>
                </c:pt>
                <c:pt idx="17025">
                  <c:v>4.6994199999999999</c:v>
                </c:pt>
                <c:pt idx="17026">
                  <c:v>4.6997299999999997</c:v>
                </c:pt>
                <c:pt idx="17027">
                  <c:v>4.7000299999999999</c:v>
                </c:pt>
                <c:pt idx="17028">
                  <c:v>4.7003399999999997</c:v>
                </c:pt>
                <c:pt idx="17029">
                  <c:v>4.7006500000000004</c:v>
                </c:pt>
                <c:pt idx="17030">
                  <c:v>4.7009499999999997</c:v>
                </c:pt>
                <c:pt idx="17031">
                  <c:v>4.7012600000000004</c:v>
                </c:pt>
                <c:pt idx="17032">
                  <c:v>4.7015599999999997</c:v>
                </c:pt>
                <c:pt idx="17033">
                  <c:v>4.7018700000000004</c:v>
                </c:pt>
                <c:pt idx="17034">
                  <c:v>4.7021699999999997</c:v>
                </c:pt>
                <c:pt idx="17035">
                  <c:v>4.7024800000000004</c:v>
                </c:pt>
                <c:pt idx="17036">
                  <c:v>4.7027799999999997</c:v>
                </c:pt>
                <c:pt idx="17037">
                  <c:v>4.7030900000000004</c:v>
                </c:pt>
                <c:pt idx="17038">
                  <c:v>4.7033899999999997</c:v>
                </c:pt>
                <c:pt idx="17039">
                  <c:v>4.7037000000000004</c:v>
                </c:pt>
                <c:pt idx="17040">
                  <c:v>4.7039999999999997</c:v>
                </c:pt>
                <c:pt idx="17041">
                  <c:v>4.7043100000000004</c:v>
                </c:pt>
                <c:pt idx="17042">
                  <c:v>4.7046200000000002</c:v>
                </c:pt>
                <c:pt idx="17043">
                  <c:v>4.7049200000000004</c:v>
                </c:pt>
                <c:pt idx="17044">
                  <c:v>4.7052300000000002</c:v>
                </c:pt>
                <c:pt idx="17045">
                  <c:v>4.7055300000000004</c:v>
                </c:pt>
                <c:pt idx="17046">
                  <c:v>4.7058400000000002</c:v>
                </c:pt>
                <c:pt idx="17047">
                  <c:v>4.7061400000000004</c:v>
                </c:pt>
                <c:pt idx="17048">
                  <c:v>4.7064500000000002</c:v>
                </c:pt>
                <c:pt idx="17049">
                  <c:v>4.7067500000000004</c:v>
                </c:pt>
                <c:pt idx="17050">
                  <c:v>4.7070600000000002</c:v>
                </c:pt>
                <c:pt idx="17051">
                  <c:v>4.7073600000000004</c:v>
                </c:pt>
                <c:pt idx="17052">
                  <c:v>4.7076700000000002</c:v>
                </c:pt>
                <c:pt idx="17053">
                  <c:v>4.7079800000000001</c:v>
                </c:pt>
                <c:pt idx="17054">
                  <c:v>4.7082800000000002</c:v>
                </c:pt>
                <c:pt idx="17055">
                  <c:v>4.7085900000000001</c:v>
                </c:pt>
                <c:pt idx="17056">
                  <c:v>4.7088900000000002</c:v>
                </c:pt>
                <c:pt idx="17057">
                  <c:v>4.7092000000000001</c:v>
                </c:pt>
                <c:pt idx="17058">
                  <c:v>4.7095000000000002</c:v>
                </c:pt>
                <c:pt idx="17059">
                  <c:v>4.7098100000000001</c:v>
                </c:pt>
                <c:pt idx="17060">
                  <c:v>4.7101100000000002</c:v>
                </c:pt>
                <c:pt idx="17061">
                  <c:v>4.7104200000000001</c:v>
                </c:pt>
                <c:pt idx="17062">
                  <c:v>4.7107200000000002</c:v>
                </c:pt>
                <c:pt idx="17063">
                  <c:v>4.7110300000000001</c:v>
                </c:pt>
                <c:pt idx="17064">
                  <c:v>4.7113300000000002</c:v>
                </c:pt>
                <c:pt idx="17065">
                  <c:v>4.7116400000000001</c:v>
                </c:pt>
                <c:pt idx="17066">
                  <c:v>4.7119499999999999</c:v>
                </c:pt>
                <c:pt idx="17067">
                  <c:v>4.71225</c:v>
                </c:pt>
                <c:pt idx="17068">
                  <c:v>4.7125599999999999</c:v>
                </c:pt>
                <c:pt idx="17069">
                  <c:v>4.71286</c:v>
                </c:pt>
                <c:pt idx="17070">
                  <c:v>4.7131699999999999</c:v>
                </c:pt>
                <c:pt idx="17071">
                  <c:v>4.71347</c:v>
                </c:pt>
                <c:pt idx="17072">
                  <c:v>4.7137799999999999</c:v>
                </c:pt>
                <c:pt idx="17073">
                  <c:v>4.71408</c:v>
                </c:pt>
                <c:pt idx="17074">
                  <c:v>4.7143899999999999</c:v>
                </c:pt>
                <c:pt idx="17075">
                  <c:v>4.71469</c:v>
                </c:pt>
                <c:pt idx="17076">
                  <c:v>4.7149999999999999</c:v>
                </c:pt>
                <c:pt idx="17077">
                  <c:v>4.7153</c:v>
                </c:pt>
                <c:pt idx="17078">
                  <c:v>4.7156099999999999</c:v>
                </c:pt>
                <c:pt idx="17079">
                  <c:v>4.7159199999999997</c:v>
                </c:pt>
                <c:pt idx="17080">
                  <c:v>4.7162199999999999</c:v>
                </c:pt>
                <c:pt idx="17081">
                  <c:v>4.7165299999999997</c:v>
                </c:pt>
                <c:pt idx="17082">
                  <c:v>4.7168299999999999</c:v>
                </c:pt>
                <c:pt idx="17083">
                  <c:v>4.7171399999999997</c:v>
                </c:pt>
                <c:pt idx="17084">
                  <c:v>4.7174399999999999</c:v>
                </c:pt>
                <c:pt idx="17085">
                  <c:v>4.7177499999999997</c:v>
                </c:pt>
                <c:pt idx="17086">
                  <c:v>4.7180499999999999</c:v>
                </c:pt>
                <c:pt idx="17087">
                  <c:v>4.7183599999999997</c:v>
                </c:pt>
                <c:pt idx="17088">
                  <c:v>4.7186599999999999</c:v>
                </c:pt>
                <c:pt idx="17089">
                  <c:v>4.7189699999999997</c:v>
                </c:pt>
                <c:pt idx="17090">
                  <c:v>4.7192699999999999</c:v>
                </c:pt>
                <c:pt idx="17091">
                  <c:v>4.7195799999999997</c:v>
                </c:pt>
                <c:pt idx="17092">
                  <c:v>4.7198900000000004</c:v>
                </c:pt>
                <c:pt idx="17093">
                  <c:v>4.7201899999999997</c:v>
                </c:pt>
                <c:pt idx="17094">
                  <c:v>4.7205000000000004</c:v>
                </c:pt>
                <c:pt idx="17095">
                  <c:v>4.7207999999999997</c:v>
                </c:pt>
                <c:pt idx="17096">
                  <c:v>4.7211100000000004</c:v>
                </c:pt>
                <c:pt idx="17097">
                  <c:v>4.7214099999999997</c:v>
                </c:pt>
                <c:pt idx="17098">
                  <c:v>4.7217200000000004</c:v>
                </c:pt>
                <c:pt idx="17099">
                  <c:v>4.7220199999999997</c:v>
                </c:pt>
                <c:pt idx="17100">
                  <c:v>4.7223300000000004</c:v>
                </c:pt>
                <c:pt idx="17101">
                  <c:v>4.7226299999999997</c:v>
                </c:pt>
                <c:pt idx="17102">
                  <c:v>4.7229400000000004</c:v>
                </c:pt>
                <c:pt idx="17103">
                  <c:v>4.7232500000000002</c:v>
                </c:pt>
                <c:pt idx="17104">
                  <c:v>4.7235500000000004</c:v>
                </c:pt>
                <c:pt idx="17105">
                  <c:v>4.7238600000000002</c:v>
                </c:pt>
                <c:pt idx="17106">
                  <c:v>4.7241600000000004</c:v>
                </c:pt>
                <c:pt idx="17107">
                  <c:v>4.7244700000000002</c:v>
                </c:pt>
                <c:pt idx="17108">
                  <c:v>4.7247700000000004</c:v>
                </c:pt>
                <c:pt idx="17109">
                  <c:v>4.7250800000000002</c:v>
                </c:pt>
                <c:pt idx="17110">
                  <c:v>4.7253800000000004</c:v>
                </c:pt>
                <c:pt idx="17111">
                  <c:v>4.7256900000000002</c:v>
                </c:pt>
                <c:pt idx="17112">
                  <c:v>4.7259900000000004</c:v>
                </c:pt>
                <c:pt idx="17113">
                  <c:v>4.7263000000000002</c:v>
                </c:pt>
                <c:pt idx="17114">
                  <c:v>4.7266000000000004</c:v>
                </c:pt>
                <c:pt idx="17115">
                  <c:v>4.7269100000000002</c:v>
                </c:pt>
                <c:pt idx="17116">
                  <c:v>4.72722</c:v>
                </c:pt>
                <c:pt idx="17117">
                  <c:v>4.7275200000000002</c:v>
                </c:pt>
                <c:pt idx="17118">
                  <c:v>4.72783</c:v>
                </c:pt>
                <c:pt idx="17119">
                  <c:v>4.7281300000000002</c:v>
                </c:pt>
                <c:pt idx="17120">
                  <c:v>4.72844</c:v>
                </c:pt>
                <c:pt idx="17121">
                  <c:v>4.7287400000000002</c:v>
                </c:pt>
                <c:pt idx="17122">
                  <c:v>4.72905</c:v>
                </c:pt>
                <c:pt idx="17123">
                  <c:v>4.7293500000000002</c:v>
                </c:pt>
                <c:pt idx="17124">
                  <c:v>4.72966</c:v>
                </c:pt>
                <c:pt idx="17125">
                  <c:v>4.7299600000000002</c:v>
                </c:pt>
                <c:pt idx="17126">
                  <c:v>4.73027</c:v>
                </c:pt>
                <c:pt idx="17127">
                  <c:v>4.7305700000000002</c:v>
                </c:pt>
                <c:pt idx="17128">
                  <c:v>4.73088</c:v>
                </c:pt>
                <c:pt idx="17129">
                  <c:v>4.7311899999999998</c:v>
                </c:pt>
                <c:pt idx="17130">
                  <c:v>4.73149</c:v>
                </c:pt>
                <c:pt idx="17131">
                  <c:v>4.7317999999999998</c:v>
                </c:pt>
                <c:pt idx="17132">
                  <c:v>4.7321</c:v>
                </c:pt>
                <c:pt idx="17133">
                  <c:v>4.7324099999999998</c:v>
                </c:pt>
                <c:pt idx="17134">
                  <c:v>4.73271</c:v>
                </c:pt>
                <c:pt idx="17135">
                  <c:v>4.7330199999999998</c:v>
                </c:pt>
                <c:pt idx="17136">
                  <c:v>4.73332</c:v>
                </c:pt>
                <c:pt idx="17137">
                  <c:v>4.7336299999999998</c:v>
                </c:pt>
                <c:pt idx="17138">
                  <c:v>4.73393</c:v>
                </c:pt>
                <c:pt idx="17139">
                  <c:v>4.7342399999999998</c:v>
                </c:pt>
                <c:pt idx="17140">
                  <c:v>4.73454</c:v>
                </c:pt>
                <c:pt idx="17141">
                  <c:v>4.7348499999999998</c:v>
                </c:pt>
                <c:pt idx="17142">
                  <c:v>4.7351599999999996</c:v>
                </c:pt>
                <c:pt idx="17143">
                  <c:v>4.7354599999999998</c:v>
                </c:pt>
                <c:pt idx="17144">
                  <c:v>4.7357699999999996</c:v>
                </c:pt>
                <c:pt idx="17145">
                  <c:v>4.7360699999999998</c:v>
                </c:pt>
                <c:pt idx="17146">
                  <c:v>4.7363799999999996</c:v>
                </c:pt>
                <c:pt idx="17147">
                  <c:v>4.7366799999999998</c:v>
                </c:pt>
                <c:pt idx="17148">
                  <c:v>4.7369899999999996</c:v>
                </c:pt>
                <c:pt idx="17149">
                  <c:v>4.7372899999999998</c:v>
                </c:pt>
                <c:pt idx="17150">
                  <c:v>4.7375999999999996</c:v>
                </c:pt>
                <c:pt idx="17151">
                  <c:v>4.7378999999999998</c:v>
                </c:pt>
                <c:pt idx="17152">
                  <c:v>4.7382099999999996</c:v>
                </c:pt>
                <c:pt idx="17153">
                  <c:v>4.7385099999999998</c:v>
                </c:pt>
                <c:pt idx="17154">
                  <c:v>4.7388199999999996</c:v>
                </c:pt>
                <c:pt idx="17155">
                  <c:v>4.7391300000000003</c:v>
                </c:pt>
                <c:pt idx="17156">
                  <c:v>4.7394299999999996</c:v>
                </c:pt>
                <c:pt idx="17157">
                  <c:v>4.7397400000000003</c:v>
                </c:pt>
                <c:pt idx="17158">
                  <c:v>4.7400399999999996</c:v>
                </c:pt>
                <c:pt idx="17159">
                  <c:v>4.7403500000000003</c:v>
                </c:pt>
                <c:pt idx="17160">
                  <c:v>4.7406499999999996</c:v>
                </c:pt>
                <c:pt idx="17161">
                  <c:v>4.7409600000000003</c:v>
                </c:pt>
                <c:pt idx="17162">
                  <c:v>4.7412599999999996</c:v>
                </c:pt>
                <c:pt idx="17163">
                  <c:v>4.7415700000000003</c:v>
                </c:pt>
                <c:pt idx="17164">
                  <c:v>4.7418699999999996</c:v>
                </c:pt>
                <c:pt idx="17165">
                  <c:v>4.7421800000000003</c:v>
                </c:pt>
                <c:pt idx="17166">
                  <c:v>4.7424900000000001</c:v>
                </c:pt>
                <c:pt idx="17167">
                  <c:v>4.7427900000000003</c:v>
                </c:pt>
                <c:pt idx="17168">
                  <c:v>4.7431000000000001</c:v>
                </c:pt>
                <c:pt idx="17169">
                  <c:v>4.7434000000000003</c:v>
                </c:pt>
                <c:pt idx="17170">
                  <c:v>4.7437100000000001</c:v>
                </c:pt>
                <c:pt idx="17171">
                  <c:v>4.7440100000000003</c:v>
                </c:pt>
                <c:pt idx="17172">
                  <c:v>4.7443200000000001</c:v>
                </c:pt>
                <c:pt idx="17173">
                  <c:v>4.7446200000000003</c:v>
                </c:pt>
                <c:pt idx="17174">
                  <c:v>4.7449300000000001</c:v>
                </c:pt>
                <c:pt idx="17175">
                  <c:v>4.7452300000000003</c:v>
                </c:pt>
                <c:pt idx="17176">
                  <c:v>4.7455400000000001</c:v>
                </c:pt>
                <c:pt idx="17177">
                  <c:v>4.7458400000000003</c:v>
                </c:pt>
                <c:pt idx="17178">
                  <c:v>4.7461500000000001</c:v>
                </c:pt>
                <c:pt idx="17179">
                  <c:v>4.7464599999999999</c:v>
                </c:pt>
                <c:pt idx="17180">
                  <c:v>4.7467600000000001</c:v>
                </c:pt>
                <c:pt idx="17181">
                  <c:v>4.7470699999999999</c:v>
                </c:pt>
                <c:pt idx="17182">
                  <c:v>4.7473700000000001</c:v>
                </c:pt>
                <c:pt idx="17183">
                  <c:v>4.7476799999999999</c:v>
                </c:pt>
                <c:pt idx="17184">
                  <c:v>4.7479800000000001</c:v>
                </c:pt>
                <c:pt idx="17185">
                  <c:v>4.7482899999999999</c:v>
                </c:pt>
                <c:pt idx="17186">
                  <c:v>4.7485900000000001</c:v>
                </c:pt>
                <c:pt idx="17187">
                  <c:v>4.7488999999999999</c:v>
                </c:pt>
                <c:pt idx="17188">
                  <c:v>4.7492000000000001</c:v>
                </c:pt>
                <c:pt idx="17189">
                  <c:v>4.7495099999999999</c:v>
                </c:pt>
                <c:pt idx="17190">
                  <c:v>4.7498100000000001</c:v>
                </c:pt>
                <c:pt idx="17191">
                  <c:v>4.7501199999999999</c:v>
                </c:pt>
                <c:pt idx="17192">
                  <c:v>4.7504299999999997</c:v>
                </c:pt>
                <c:pt idx="17193">
                  <c:v>4.7507299999999999</c:v>
                </c:pt>
                <c:pt idx="17194">
                  <c:v>4.7510399999999997</c:v>
                </c:pt>
                <c:pt idx="17195">
                  <c:v>4.7513399999999999</c:v>
                </c:pt>
                <c:pt idx="17196">
                  <c:v>4.7516499999999997</c:v>
                </c:pt>
                <c:pt idx="17197">
                  <c:v>4.7519499999999999</c:v>
                </c:pt>
                <c:pt idx="17198">
                  <c:v>4.7522599999999997</c:v>
                </c:pt>
                <c:pt idx="17199">
                  <c:v>4.7525599999999999</c:v>
                </c:pt>
                <c:pt idx="17200">
                  <c:v>4.7528699999999997</c:v>
                </c:pt>
                <c:pt idx="17201">
                  <c:v>4.7531699999999999</c:v>
                </c:pt>
                <c:pt idx="17202">
                  <c:v>4.7534799999999997</c:v>
                </c:pt>
                <c:pt idx="17203">
                  <c:v>4.7537799999999999</c:v>
                </c:pt>
                <c:pt idx="17204">
                  <c:v>4.7540899999999997</c:v>
                </c:pt>
                <c:pt idx="17205">
                  <c:v>4.7544000000000004</c:v>
                </c:pt>
                <c:pt idx="17206">
                  <c:v>4.7546999999999997</c:v>
                </c:pt>
                <c:pt idx="17207">
                  <c:v>4.7550100000000004</c:v>
                </c:pt>
                <c:pt idx="17208">
                  <c:v>4.7553099999999997</c:v>
                </c:pt>
                <c:pt idx="17209">
                  <c:v>4.7556200000000004</c:v>
                </c:pt>
                <c:pt idx="17210">
                  <c:v>4.7559199999999997</c:v>
                </c:pt>
                <c:pt idx="17211">
                  <c:v>4.7562300000000004</c:v>
                </c:pt>
                <c:pt idx="17212">
                  <c:v>4.7565299999999997</c:v>
                </c:pt>
                <c:pt idx="17213">
                  <c:v>4.7568400000000004</c:v>
                </c:pt>
                <c:pt idx="17214">
                  <c:v>4.7571399999999997</c:v>
                </c:pt>
                <c:pt idx="17215">
                  <c:v>4.7574500000000004</c:v>
                </c:pt>
                <c:pt idx="17216">
                  <c:v>4.7577499999999997</c:v>
                </c:pt>
                <c:pt idx="17217">
                  <c:v>4.7580600000000004</c:v>
                </c:pt>
                <c:pt idx="17218">
                  <c:v>4.7583700000000002</c:v>
                </c:pt>
                <c:pt idx="17219">
                  <c:v>4.7586700000000004</c:v>
                </c:pt>
                <c:pt idx="17220">
                  <c:v>4.7589800000000002</c:v>
                </c:pt>
                <c:pt idx="17221">
                  <c:v>4.7592800000000004</c:v>
                </c:pt>
                <c:pt idx="17222">
                  <c:v>4.7595900000000002</c:v>
                </c:pt>
                <c:pt idx="17223">
                  <c:v>4.7598900000000004</c:v>
                </c:pt>
                <c:pt idx="17224">
                  <c:v>4.7602000000000002</c:v>
                </c:pt>
                <c:pt idx="17225">
                  <c:v>4.7605000000000004</c:v>
                </c:pt>
                <c:pt idx="17226">
                  <c:v>4.7608100000000002</c:v>
                </c:pt>
                <c:pt idx="17227">
                  <c:v>4.7611100000000004</c:v>
                </c:pt>
                <c:pt idx="17228">
                  <c:v>4.7614200000000002</c:v>
                </c:pt>
                <c:pt idx="17229">
                  <c:v>4.76173</c:v>
                </c:pt>
                <c:pt idx="17230">
                  <c:v>4.7620300000000002</c:v>
                </c:pt>
                <c:pt idx="17231">
                  <c:v>4.76234</c:v>
                </c:pt>
                <c:pt idx="17232">
                  <c:v>4.7626400000000002</c:v>
                </c:pt>
                <c:pt idx="17233">
                  <c:v>4.76295</c:v>
                </c:pt>
                <c:pt idx="17234">
                  <c:v>4.7632500000000002</c:v>
                </c:pt>
                <c:pt idx="17235">
                  <c:v>4.76356</c:v>
                </c:pt>
                <c:pt idx="17236">
                  <c:v>4.7638600000000002</c:v>
                </c:pt>
                <c:pt idx="17237">
                  <c:v>4.76417</c:v>
                </c:pt>
                <c:pt idx="17238">
                  <c:v>4.7644700000000002</c:v>
                </c:pt>
                <c:pt idx="17239">
                  <c:v>4.76478</c:v>
                </c:pt>
                <c:pt idx="17240">
                  <c:v>4.7650800000000002</c:v>
                </c:pt>
                <c:pt idx="17241">
                  <c:v>4.76539</c:v>
                </c:pt>
                <c:pt idx="17242">
                  <c:v>4.7656999999999998</c:v>
                </c:pt>
                <c:pt idx="17243">
                  <c:v>4.766</c:v>
                </c:pt>
                <c:pt idx="17244">
                  <c:v>4.7663099999999998</c:v>
                </c:pt>
                <c:pt idx="17245">
                  <c:v>4.76661</c:v>
                </c:pt>
                <c:pt idx="17246">
                  <c:v>4.7669199999999998</c:v>
                </c:pt>
                <c:pt idx="17247">
                  <c:v>4.76722</c:v>
                </c:pt>
                <c:pt idx="17248">
                  <c:v>4.7675299999999998</c:v>
                </c:pt>
                <c:pt idx="17249">
                  <c:v>4.76783</c:v>
                </c:pt>
                <c:pt idx="17250">
                  <c:v>4.7681399999999998</c:v>
                </c:pt>
                <c:pt idx="17251">
                  <c:v>4.76844</c:v>
                </c:pt>
                <c:pt idx="17252">
                  <c:v>4.7687499999999998</c:v>
                </c:pt>
                <c:pt idx="17253">
                  <c:v>4.76905</c:v>
                </c:pt>
                <c:pt idx="17254">
                  <c:v>4.7693599999999998</c:v>
                </c:pt>
                <c:pt idx="17255">
                  <c:v>4.7696699999999996</c:v>
                </c:pt>
                <c:pt idx="17256">
                  <c:v>4.7699699999999998</c:v>
                </c:pt>
                <c:pt idx="17257">
                  <c:v>4.7702799999999996</c:v>
                </c:pt>
                <c:pt idx="17258">
                  <c:v>4.7705799999999998</c:v>
                </c:pt>
                <c:pt idx="17259">
                  <c:v>4.7708899999999996</c:v>
                </c:pt>
                <c:pt idx="17260">
                  <c:v>4.7711899999999998</c:v>
                </c:pt>
                <c:pt idx="17261">
                  <c:v>4.7714999999999996</c:v>
                </c:pt>
                <c:pt idx="17262">
                  <c:v>4.7717999999999998</c:v>
                </c:pt>
                <c:pt idx="17263">
                  <c:v>4.7721099999999996</c:v>
                </c:pt>
                <c:pt idx="17264">
                  <c:v>4.7724099999999998</c:v>
                </c:pt>
                <c:pt idx="17265">
                  <c:v>4.7727199999999996</c:v>
                </c:pt>
                <c:pt idx="17266">
                  <c:v>4.7730199999999998</c:v>
                </c:pt>
                <c:pt idx="17267">
                  <c:v>4.7733299999999996</c:v>
                </c:pt>
                <c:pt idx="17268">
                  <c:v>4.7736400000000003</c:v>
                </c:pt>
                <c:pt idx="17269">
                  <c:v>4.7739399999999996</c:v>
                </c:pt>
                <c:pt idx="17270">
                  <c:v>4.7742500000000003</c:v>
                </c:pt>
                <c:pt idx="17271">
                  <c:v>4.7745499999999996</c:v>
                </c:pt>
                <c:pt idx="17272">
                  <c:v>4.7748600000000003</c:v>
                </c:pt>
                <c:pt idx="17273">
                  <c:v>4.7751599999999996</c:v>
                </c:pt>
                <c:pt idx="17274">
                  <c:v>4.7754700000000003</c:v>
                </c:pt>
                <c:pt idx="17275">
                  <c:v>4.7757699999999996</c:v>
                </c:pt>
                <c:pt idx="17276">
                  <c:v>4.7760800000000003</c:v>
                </c:pt>
                <c:pt idx="17277">
                  <c:v>4.7763799999999996</c:v>
                </c:pt>
                <c:pt idx="17278">
                  <c:v>4.7766900000000003</c:v>
                </c:pt>
                <c:pt idx="17279">
                  <c:v>4.7770000000000001</c:v>
                </c:pt>
                <c:pt idx="17280">
                  <c:v>4.7773000000000003</c:v>
                </c:pt>
                <c:pt idx="17281">
                  <c:v>4.7776100000000001</c:v>
                </c:pt>
                <c:pt idx="17282">
                  <c:v>4.7779100000000003</c:v>
                </c:pt>
                <c:pt idx="17283">
                  <c:v>4.7782200000000001</c:v>
                </c:pt>
                <c:pt idx="17284">
                  <c:v>4.7785200000000003</c:v>
                </c:pt>
                <c:pt idx="17285">
                  <c:v>4.7788300000000001</c:v>
                </c:pt>
                <c:pt idx="17286">
                  <c:v>4.7791300000000003</c:v>
                </c:pt>
                <c:pt idx="17287">
                  <c:v>4.7794400000000001</c:v>
                </c:pt>
                <c:pt idx="17288">
                  <c:v>4.7797400000000003</c:v>
                </c:pt>
                <c:pt idx="17289">
                  <c:v>4.7800500000000001</c:v>
                </c:pt>
                <c:pt idx="17290">
                  <c:v>4.7803500000000003</c:v>
                </c:pt>
                <c:pt idx="17291">
                  <c:v>4.7806600000000001</c:v>
                </c:pt>
                <c:pt idx="17292">
                  <c:v>4.7809699999999999</c:v>
                </c:pt>
                <c:pt idx="17293">
                  <c:v>4.7812700000000001</c:v>
                </c:pt>
                <c:pt idx="17294">
                  <c:v>4.7815799999999999</c:v>
                </c:pt>
                <c:pt idx="17295">
                  <c:v>4.7818800000000001</c:v>
                </c:pt>
                <c:pt idx="17296">
                  <c:v>4.7821899999999999</c:v>
                </c:pt>
                <c:pt idx="17297">
                  <c:v>4.7824900000000001</c:v>
                </c:pt>
                <c:pt idx="17298">
                  <c:v>4.7827999999999999</c:v>
                </c:pt>
                <c:pt idx="17299">
                  <c:v>4.7831000000000001</c:v>
                </c:pt>
                <c:pt idx="17300">
                  <c:v>4.7834099999999999</c:v>
                </c:pt>
                <c:pt idx="17301">
                  <c:v>4.7837100000000001</c:v>
                </c:pt>
                <c:pt idx="17302">
                  <c:v>4.7840199999999999</c:v>
                </c:pt>
                <c:pt idx="17303">
                  <c:v>4.7843200000000001</c:v>
                </c:pt>
                <c:pt idx="17304">
                  <c:v>4.7846299999999999</c:v>
                </c:pt>
                <c:pt idx="17305">
                  <c:v>4.7849399999999997</c:v>
                </c:pt>
                <c:pt idx="17306">
                  <c:v>4.7852399999999999</c:v>
                </c:pt>
                <c:pt idx="17307">
                  <c:v>4.7855499999999997</c:v>
                </c:pt>
                <c:pt idx="17308">
                  <c:v>4.7858499999999999</c:v>
                </c:pt>
                <c:pt idx="17309">
                  <c:v>4.7861599999999997</c:v>
                </c:pt>
                <c:pt idx="17310">
                  <c:v>4.7864599999999999</c:v>
                </c:pt>
                <c:pt idx="17311">
                  <c:v>4.7867699999999997</c:v>
                </c:pt>
                <c:pt idx="17312">
                  <c:v>4.7870699999999999</c:v>
                </c:pt>
                <c:pt idx="17313">
                  <c:v>4.7873799999999997</c:v>
                </c:pt>
                <c:pt idx="17314">
                  <c:v>4.7876799999999999</c:v>
                </c:pt>
                <c:pt idx="17315">
                  <c:v>4.7879899999999997</c:v>
                </c:pt>
                <c:pt idx="17316">
                  <c:v>4.7882899999999999</c:v>
                </c:pt>
                <c:pt idx="17317">
                  <c:v>4.7885999999999997</c:v>
                </c:pt>
                <c:pt idx="17318">
                  <c:v>4.7889099999999996</c:v>
                </c:pt>
                <c:pt idx="17319">
                  <c:v>4.7892099999999997</c:v>
                </c:pt>
                <c:pt idx="17320">
                  <c:v>4.7895200000000004</c:v>
                </c:pt>
                <c:pt idx="17321">
                  <c:v>4.7898199999999997</c:v>
                </c:pt>
                <c:pt idx="17322">
                  <c:v>4.7901300000000004</c:v>
                </c:pt>
                <c:pt idx="17323">
                  <c:v>4.7904299999999997</c:v>
                </c:pt>
                <c:pt idx="17324">
                  <c:v>4.7907400000000004</c:v>
                </c:pt>
                <c:pt idx="17325">
                  <c:v>4.7910399999999997</c:v>
                </c:pt>
                <c:pt idx="17326">
                  <c:v>4.7913500000000004</c:v>
                </c:pt>
                <c:pt idx="17327">
                  <c:v>4.7916499999999997</c:v>
                </c:pt>
                <c:pt idx="17328">
                  <c:v>4.7919600000000004</c:v>
                </c:pt>
                <c:pt idx="17329">
                  <c:v>4.7922599999999997</c:v>
                </c:pt>
                <c:pt idx="17330">
                  <c:v>4.7925700000000004</c:v>
                </c:pt>
                <c:pt idx="17331">
                  <c:v>4.7928800000000003</c:v>
                </c:pt>
                <c:pt idx="17332">
                  <c:v>4.7931800000000004</c:v>
                </c:pt>
                <c:pt idx="17333">
                  <c:v>4.7934900000000003</c:v>
                </c:pt>
                <c:pt idx="17334">
                  <c:v>4.7937900000000004</c:v>
                </c:pt>
                <c:pt idx="17335">
                  <c:v>4.7941000000000003</c:v>
                </c:pt>
                <c:pt idx="17336">
                  <c:v>4.7944000000000004</c:v>
                </c:pt>
                <c:pt idx="17337">
                  <c:v>4.7947100000000002</c:v>
                </c:pt>
                <c:pt idx="17338">
                  <c:v>4.7950100000000004</c:v>
                </c:pt>
                <c:pt idx="17339">
                  <c:v>4.7953200000000002</c:v>
                </c:pt>
                <c:pt idx="17340">
                  <c:v>4.7956200000000004</c:v>
                </c:pt>
                <c:pt idx="17341">
                  <c:v>4.7959300000000002</c:v>
                </c:pt>
                <c:pt idx="17342">
                  <c:v>4.7962400000000001</c:v>
                </c:pt>
                <c:pt idx="17343">
                  <c:v>4.7965400000000002</c:v>
                </c:pt>
                <c:pt idx="17344">
                  <c:v>4.7968500000000001</c:v>
                </c:pt>
                <c:pt idx="17345">
                  <c:v>4.7971500000000002</c:v>
                </c:pt>
                <c:pt idx="17346">
                  <c:v>4.7974600000000001</c:v>
                </c:pt>
                <c:pt idx="17347">
                  <c:v>4.7977600000000002</c:v>
                </c:pt>
                <c:pt idx="17348">
                  <c:v>4.7980700000000001</c:v>
                </c:pt>
                <c:pt idx="17349">
                  <c:v>4.7983700000000002</c:v>
                </c:pt>
                <c:pt idx="17350">
                  <c:v>4.7986800000000001</c:v>
                </c:pt>
                <c:pt idx="17351">
                  <c:v>4.7989800000000002</c:v>
                </c:pt>
                <c:pt idx="17352">
                  <c:v>4.7992900000000001</c:v>
                </c:pt>
                <c:pt idx="17353">
                  <c:v>4.7995900000000002</c:v>
                </c:pt>
                <c:pt idx="17354">
                  <c:v>4.7999000000000001</c:v>
                </c:pt>
                <c:pt idx="17355">
                  <c:v>4.8002099999999999</c:v>
                </c:pt>
                <c:pt idx="17356">
                  <c:v>4.8005100000000001</c:v>
                </c:pt>
                <c:pt idx="17357">
                  <c:v>4.8008199999999999</c:v>
                </c:pt>
                <c:pt idx="17358">
                  <c:v>4.8011200000000001</c:v>
                </c:pt>
                <c:pt idx="17359">
                  <c:v>4.8014299999999999</c:v>
                </c:pt>
                <c:pt idx="17360">
                  <c:v>4.8017300000000001</c:v>
                </c:pt>
                <c:pt idx="17361">
                  <c:v>4.8020399999999999</c:v>
                </c:pt>
                <c:pt idx="17362">
                  <c:v>4.8023400000000001</c:v>
                </c:pt>
                <c:pt idx="17363">
                  <c:v>4.8026499999999999</c:v>
                </c:pt>
                <c:pt idx="17364">
                  <c:v>4.8029500000000001</c:v>
                </c:pt>
                <c:pt idx="17365">
                  <c:v>4.8032599999999999</c:v>
                </c:pt>
                <c:pt idx="17366">
                  <c:v>4.8035600000000001</c:v>
                </c:pt>
                <c:pt idx="17367">
                  <c:v>4.8038699999999999</c:v>
                </c:pt>
                <c:pt idx="17368">
                  <c:v>4.8041799999999997</c:v>
                </c:pt>
                <c:pt idx="17369">
                  <c:v>4.8044799999999999</c:v>
                </c:pt>
                <c:pt idx="17370">
                  <c:v>4.8047899999999997</c:v>
                </c:pt>
                <c:pt idx="17371">
                  <c:v>4.8050899999999999</c:v>
                </c:pt>
                <c:pt idx="17372">
                  <c:v>4.8053999999999997</c:v>
                </c:pt>
                <c:pt idx="17373">
                  <c:v>4.8056999999999999</c:v>
                </c:pt>
                <c:pt idx="17374">
                  <c:v>4.8060099999999997</c:v>
                </c:pt>
                <c:pt idx="17375">
                  <c:v>4.8063099999999999</c:v>
                </c:pt>
                <c:pt idx="17376">
                  <c:v>4.8066199999999997</c:v>
                </c:pt>
                <c:pt idx="17377">
                  <c:v>4.8069199999999999</c:v>
                </c:pt>
                <c:pt idx="17378">
                  <c:v>4.8072299999999997</c:v>
                </c:pt>
                <c:pt idx="17379">
                  <c:v>4.8075299999999999</c:v>
                </c:pt>
                <c:pt idx="17380">
                  <c:v>4.8078399999999997</c:v>
                </c:pt>
                <c:pt idx="17381">
                  <c:v>4.8081500000000004</c:v>
                </c:pt>
                <c:pt idx="17382">
                  <c:v>4.8084499999999997</c:v>
                </c:pt>
                <c:pt idx="17383">
                  <c:v>4.8087600000000004</c:v>
                </c:pt>
                <c:pt idx="17384">
                  <c:v>4.8090599999999997</c:v>
                </c:pt>
                <c:pt idx="17385">
                  <c:v>4.8093700000000004</c:v>
                </c:pt>
                <c:pt idx="17386">
                  <c:v>4.8096699999999997</c:v>
                </c:pt>
                <c:pt idx="17387">
                  <c:v>4.8099800000000004</c:v>
                </c:pt>
                <c:pt idx="17388">
                  <c:v>4.8102799999999997</c:v>
                </c:pt>
                <c:pt idx="17389">
                  <c:v>4.8105900000000004</c:v>
                </c:pt>
                <c:pt idx="17390">
                  <c:v>4.8108899999999997</c:v>
                </c:pt>
                <c:pt idx="17391">
                  <c:v>4.8112000000000004</c:v>
                </c:pt>
                <c:pt idx="17392">
                  <c:v>4.8114999999999997</c:v>
                </c:pt>
                <c:pt idx="17393">
                  <c:v>4.8118100000000004</c:v>
                </c:pt>
                <c:pt idx="17394">
                  <c:v>4.8121200000000002</c:v>
                </c:pt>
                <c:pt idx="17395">
                  <c:v>4.8124200000000004</c:v>
                </c:pt>
                <c:pt idx="17396">
                  <c:v>4.8127300000000002</c:v>
                </c:pt>
                <c:pt idx="17397">
                  <c:v>4.8130300000000004</c:v>
                </c:pt>
                <c:pt idx="17398">
                  <c:v>4.8133400000000002</c:v>
                </c:pt>
                <c:pt idx="17399">
                  <c:v>4.8136400000000004</c:v>
                </c:pt>
                <c:pt idx="17400">
                  <c:v>4.8139500000000002</c:v>
                </c:pt>
                <c:pt idx="17401">
                  <c:v>4.8142500000000004</c:v>
                </c:pt>
                <c:pt idx="17402">
                  <c:v>4.8145600000000002</c:v>
                </c:pt>
                <c:pt idx="17403">
                  <c:v>4.8148600000000004</c:v>
                </c:pt>
                <c:pt idx="17404">
                  <c:v>4.8151700000000002</c:v>
                </c:pt>
                <c:pt idx="17405">
                  <c:v>4.81548</c:v>
                </c:pt>
                <c:pt idx="17406">
                  <c:v>4.8157800000000002</c:v>
                </c:pt>
                <c:pt idx="17407">
                  <c:v>4.81609</c:v>
                </c:pt>
                <c:pt idx="17408">
                  <c:v>4.8163900000000002</c:v>
                </c:pt>
                <c:pt idx="17409">
                  <c:v>4.8167</c:v>
                </c:pt>
                <c:pt idx="17410">
                  <c:v>4.8170000000000002</c:v>
                </c:pt>
                <c:pt idx="17411">
                  <c:v>4.81731</c:v>
                </c:pt>
                <c:pt idx="17412">
                  <c:v>4.8176100000000002</c:v>
                </c:pt>
                <c:pt idx="17413">
                  <c:v>4.81792</c:v>
                </c:pt>
                <c:pt idx="17414">
                  <c:v>4.8182200000000002</c:v>
                </c:pt>
                <c:pt idx="17415">
                  <c:v>4.81853</c:v>
                </c:pt>
                <c:pt idx="17416">
                  <c:v>4.8188300000000002</c:v>
                </c:pt>
                <c:pt idx="17417">
                  <c:v>4.81914</c:v>
                </c:pt>
                <c:pt idx="17418">
                  <c:v>4.8194499999999998</c:v>
                </c:pt>
                <c:pt idx="17419">
                  <c:v>4.81975</c:v>
                </c:pt>
                <c:pt idx="17420">
                  <c:v>4.8200599999999998</c:v>
                </c:pt>
                <c:pt idx="17421">
                  <c:v>4.82036</c:v>
                </c:pt>
                <c:pt idx="17422">
                  <c:v>4.8206699999999998</c:v>
                </c:pt>
                <c:pt idx="17423">
                  <c:v>4.82097</c:v>
                </c:pt>
                <c:pt idx="17424">
                  <c:v>4.8212799999999998</c:v>
                </c:pt>
                <c:pt idx="17425">
                  <c:v>4.82158</c:v>
                </c:pt>
                <c:pt idx="17426">
                  <c:v>4.8218899999999998</c:v>
                </c:pt>
                <c:pt idx="17427">
                  <c:v>4.82219</c:v>
                </c:pt>
                <c:pt idx="17428">
                  <c:v>4.8224999999999998</c:v>
                </c:pt>
                <c:pt idx="17429">
                  <c:v>4.8228</c:v>
                </c:pt>
                <c:pt idx="17430">
                  <c:v>4.8231099999999998</c:v>
                </c:pt>
                <c:pt idx="17431">
                  <c:v>4.8234199999999996</c:v>
                </c:pt>
                <c:pt idx="17432">
                  <c:v>4.8237199999999998</c:v>
                </c:pt>
                <c:pt idx="17433">
                  <c:v>4.8240299999999996</c:v>
                </c:pt>
                <c:pt idx="17434">
                  <c:v>4.8243299999999998</c:v>
                </c:pt>
                <c:pt idx="17435">
                  <c:v>4.8246399999999996</c:v>
                </c:pt>
                <c:pt idx="17436">
                  <c:v>4.8249399999999998</c:v>
                </c:pt>
                <c:pt idx="17437">
                  <c:v>4.8252499999999996</c:v>
                </c:pt>
                <c:pt idx="17438">
                  <c:v>4.8255499999999998</c:v>
                </c:pt>
                <c:pt idx="17439">
                  <c:v>4.8258599999999996</c:v>
                </c:pt>
                <c:pt idx="17440">
                  <c:v>4.8261599999999998</c:v>
                </c:pt>
                <c:pt idx="17441">
                  <c:v>4.8264699999999996</c:v>
                </c:pt>
                <c:pt idx="17442">
                  <c:v>4.8267699999999998</c:v>
                </c:pt>
                <c:pt idx="17443">
                  <c:v>4.8270799999999996</c:v>
                </c:pt>
                <c:pt idx="17444">
                  <c:v>4.8273900000000003</c:v>
                </c:pt>
                <c:pt idx="17445">
                  <c:v>4.8276899999999996</c:v>
                </c:pt>
                <c:pt idx="17446">
                  <c:v>4.8280000000000003</c:v>
                </c:pt>
                <c:pt idx="17447">
                  <c:v>4.8282999999999996</c:v>
                </c:pt>
                <c:pt idx="17448">
                  <c:v>4.8286100000000003</c:v>
                </c:pt>
                <c:pt idx="17449">
                  <c:v>4.8289099999999996</c:v>
                </c:pt>
                <c:pt idx="17450">
                  <c:v>4.8292200000000003</c:v>
                </c:pt>
                <c:pt idx="17451">
                  <c:v>4.8295199999999996</c:v>
                </c:pt>
                <c:pt idx="17452">
                  <c:v>4.8298300000000003</c:v>
                </c:pt>
                <c:pt idx="17453">
                  <c:v>4.8301299999999996</c:v>
                </c:pt>
                <c:pt idx="17454">
                  <c:v>4.8304400000000003</c:v>
                </c:pt>
                <c:pt idx="17455">
                  <c:v>4.8307399999999996</c:v>
                </c:pt>
                <c:pt idx="17456">
                  <c:v>4.8310500000000003</c:v>
                </c:pt>
                <c:pt idx="17457">
                  <c:v>4.8313600000000001</c:v>
                </c:pt>
                <c:pt idx="17458">
                  <c:v>4.8316600000000003</c:v>
                </c:pt>
                <c:pt idx="17459">
                  <c:v>4.8319700000000001</c:v>
                </c:pt>
                <c:pt idx="17460">
                  <c:v>4.8322700000000003</c:v>
                </c:pt>
                <c:pt idx="17461">
                  <c:v>4.8325800000000001</c:v>
                </c:pt>
                <c:pt idx="17462">
                  <c:v>4.8328800000000003</c:v>
                </c:pt>
                <c:pt idx="17463">
                  <c:v>4.8331900000000001</c:v>
                </c:pt>
                <c:pt idx="17464">
                  <c:v>4.8334900000000003</c:v>
                </c:pt>
                <c:pt idx="17465">
                  <c:v>4.8338000000000001</c:v>
                </c:pt>
                <c:pt idx="17466">
                  <c:v>4.8341000000000003</c:v>
                </c:pt>
                <c:pt idx="17467">
                  <c:v>4.8344100000000001</c:v>
                </c:pt>
                <c:pt idx="17468">
                  <c:v>4.8347199999999999</c:v>
                </c:pt>
                <c:pt idx="17469">
                  <c:v>4.8350200000000001</c:v>
                </c:pt>
                <c:pt idx="17470">
                  <c:v>4.8353299999999999</c:v>
                </c:pt>
                <c:pt idx="17471">
                  <c:v>4.8356300000000001</c:v>
                </c:pt>
                <c:pt idx="17472">
                  <c:v>4.8359399999999999</c:v>
                </c:pt>
                <c:pt idx="17473">
                  <c:v>4.8362400000000001</c:v>
                </c:pt>
                <c:pt idx="17474">
                  <c:v>4.8365499999999999</c:v>
                </c:pt>
                <c:pt idx="17475">
                  <c:v>4.8368500000000001</c:v>
                </c:pt>
                <c:pt idx="17476">
                  <c:v>4.8371599999999999</c:v>
                </c:pt>
                <c:pt idx="17477">
                  <c:v>4.8374600000000001</c:v>
                </c:pt>
                <c:pt idx="17478">
                  <c:v>4.8377699999999999</c:v>
                </c:pt>
                <c:pt idx="17479">
                  <c:v>4.8380700000000001</c:v>
                </c:pt>
                <c:pt idx="17480">
                  <c:v>4.8383799999999999</c:v>
                </c:pt>
                <c:pt idx="17481">
                  <c:v>4.8386899999999997</c:v>
                </c:pt>
                <c:pt idx="17482">
                  <c:v>4.8389899999999999</c:v>
                </c:pt>
                <c:pt idx="17483">
                  <c:v>4.8392999999999997</c:v>
                </c:pt>
                <c:pt idx="17484">
                  <c:v>4.8395999999999999</c:v>
                </c:pt>
                <c:pt idx="17485">
                  <c:v>4.8399099999999997</c:v>
                </c:pt>
                <c:pt idx="17486">
                  <c:v>4.8402099999999999</c:v>
                </c:pt>
                <c:pt idx="17487">
                  <c:v>4.8405199999999997</c:v>
                </c:pt>
                <c:pt idx="17488">
                  <c:v>4.8408199999999999</c:v>
                </c:pt>
                <c:pt idx="17489">
                  <c:v>4.8411299999999997</c:v>
                </c:pt>
                <c:pt idx="17490">
                  <c:v>4.8414299999999999</c:v>
                </c:pt>
                <c:pt idx="17491">
                  <c:v>4.8417399999999997</c:v>
                </c:pt>
                <c:pt idx="17492">
                  <c:v>4.8420399999999999</c:v>
                </c:pt>
                <c:pt idx="17493">
                  <c:v>4.8423499999999997</c:v>
                </c:pt>
                <c:pt idx="17494">
                  <c:v>4.8426600000000004</c:v>
                </c:pt>
                <c:pt idx="17495">
                  <c:v>4.8429599999999997</c:v>
                </c:pt>
                <c:pt idx="17496">
                  <c:v>4.8432700000000004</c:v>
                </c:pt>
                <c:pt idx="17497">
                  <c:v>4.8435699999999997</c:v>
                </c:pt>
                <c:pt idx="17498">
                  <c:v>4.8438800000000004</c:v>
                </c:pt>
                <c:pt idx="17499">
                  <c:v>4.8441799999999997</c:v>
                </c:pt>
                <c:pt idx="17500">
                  <c:v>4.8444900000000004</c:v>
                </c:pt>
                <c:pt idx="17501">
                  <c:v>4.8447899999999997</c:v>
                </c:pt>
                <c:pt idx="17502">
                  <c:v>4.8451000000000004</c:v>
                </c:pt>
                <c:pt idx="17503">
                  <c:v>4.8453999999999997</c:v>
                </c:pt>
                <c:pt idx="17504">
                  <c:v>4.8457100000000004</c:v>
                </c:pt>
                <c:pt idx="17505">
                  <c:v>4.8460099999999997</c:v>
                </c:pt>
                <c:pt idx="17506">
                  <c:v>4.8463200000000004</c:v>
                </c:pt>
                <c:pt idx="17507">
                  <c:v>4.8466300000000002</c:v>
                </c:pt>
                <c:pt idx="17508">
                  <c:v>4.8469300000000004</c:v>
                </c:pt>
                <c:pt idx="17509">
                  <c:v>4.8472400000000002</c:v>
                </c:pt>
                <c:pt idx="17510">
                  <c:v>4.8475400000000004</c:v>
                </c:pt>
                <c:pt idx="17511">
                  <c:v>4.8478500000000002</c:v>
                </c:pt>
                <c:pt idx="17512">
                  <c:v>4.8481500000000004</c:v>
                </c:pt>
                <c:pt idx="17513">
                  <c:v>4.8484600000000002</c:v>
                </c:pt>
                <c:pt idx="17514">
                  <c:v>4.8487600000000004</c:v>
                </c:pt>
                <c:pt idx="17515">
                  <c:v>4.8490700000000002</c:v>
                </c:pt>
                <c:pt idx="17516">
                  <c:v>4.8493700000000004</c:v>
                </c:pt>
                <c:pt idx="17517">
                  <c:v>4.8496800000000002</c:v>
                </c:pt>
                <c:pt idx="17518">
                  <c:v>4.84999</c:v>
                </c:pt>
                <c:pt idx="17519">
                  <c:v>4.8502900000000002</c:v>
                </c:pt>
                <c:pt idx="17520">
                  <c:v>4.8506</c:v>
                </c:pt>
                <c:pt idx="17521">
                  <c:v>4.8509000000000002</c:v>
                </c:pt>
                <c:pt idx="17522">
                  <c:v>4.85121</c:v>
                </c:pt>
                <c:pt idx="17523">
                  <c:v>4.8515100000000002</c:v>
                </c:pt>
                <c:pt idx="17524">
                  <c:v>4.85182</c:v>
                </c:pt>
                <c:pt idx="17525">
                  <c:v>4.8521200000000002</c:v>
                </c:pt>
                <c:pt idx="17526">
                  <c:v>4.85243</c:v>
                </c:pt>
                <c:pt idx="17527">
                  <c:v>4.8527300000000002</c:v>
                </c:pt>
                <c:pt idx="17528">
                  <c:v>4.85304</c:v>
                </c:pt>
                <c:pt idx="17529">
                  <c:v>4.8533400000000002</c:v>
                </c:pt>
                <c:pt idx="17530">
                  <c:v>4.85365</c:v>
                </c:pt>
                <c:pt idx="17531">
                  <c:v>4.8539599999999998</c:v>
                </c:pt>
                <c:pt idx="17532">
                  <c:v>4.85426</c:v>
                </c:pt>
                <c:pt idx="17533">
                  <c:v>4.8545699999999998</c:v>
                </c:pt>
                <c:pt idx="17534">
                  <c:v>4.85487</c:v>
                </c:pt>
                <c:pt idx="17535">
                  <c:v>4.8551799999999998</c:v>
                </c:pt>
                <c:pt idx="17536">
                  <c:v>4.85548</c:v>
                </c:pt>
                <c:pt idx="17537">
                  <c:v>4.8557899999999998</c:v>
                </c:pt>
                <c:pt idx="17538">
                  <c:v>4.85609</c:v>
                </c:pt>
                <c:pt idx="17539">
                  <c:v>4.8563999999999998</c:v>
                </c:pt>
                <c:pt idx="17540">
                  <c:v>4.8567</c:v>
                </c:pt>
                <c:pt idx="17541">
                  <c:v>4.8570099999999998</c:v>
                </c:pt>
                <c:pt idx="17542">
                  <c:v>4.85731</c:v>
                </c:pt>
                <c:pt idx="17543">
                  <c:v>4.8576199999999998</c:v>
                </c:pt>
                <c:pt idx="17544">
                  <c:v>4.8579299999999996</c:v>
                </c:pt>
                <c:pt idx="17545">
                  <c:v>4.8582299999999998</c:v>
                </c:pt>
                <c:pt idx="17546">
                  <c:v>4.8585399999999996</c:v>
                </c:pt>
                <c:pt idx="17547">
                  <c:v>4.8588399999999998</c:v>
                </c:pt>
                <c:pt idx="17548">
                  <c:v>4.8591499999999996</c:v>
                </c:pt>
                <c:pt idx="17549">
                  <c:v>4.8594499999999998</c:v>
                </c:pt>
                <c:pt idx="17550">
                  <c:v>4.8597599999999996</c:v>
                </c:pt>
                <c:pt idx="17551">
                  <c:v>4.8600599999999998</c:v>
                </c:pt>
                <c:pt idx="17552">
                  <c:v>4.8603699999999996</c:v>
                </c:pt>
                <c:pt idx="17553">
                  <c:v>4.8606699999999998</c:v>
                </c:pt>
                <c:pt idx="17554">
                  <c:v>4.8609799999999996</c:v>
                </c:pt>
                <c:pt idx="17555">
                  <c:v>4.8612799999999998</c:v>
                </c:pt>
                <c:pt idx="17556">
                  <c:v>4.8615899999999996</c:v>
                </c:pt>
                <c:pt idx="17557">
                  <c:v>4.8619000000000003</c:v>
                </c:pt>
                <c:pt idx="17558">
                  <c:v>4.8621999999999996</c:v>
                </c:pt>
                <c:pt idx="17559">
                  <c:v>4.8625100000000003</c:v>
                </c:pt>
                <c:pt idx="17560">
                  <c:v>4.8628099999999996</c:v>
                </c:pt>
                <c:pt idx="17561">
                  <c:v>4.8631200000000003</c:v>
                </c:pt>
                <c:pt idx="17562">
                  <c:v>4.8634199999999996</c:v>
                </c:pt>
                <c:pt idx="17563">
                  <c:v>4.8637300000000003</c:v>
                </c:pt>
                <c:pt idx="17564">
                  <c:v>4.8640299999999996</c:v>
                </c:pt>
                <c:pt idx="17565">
                  <c:v>4.8643400000000003</c:v>
                </c:pt>
                <c:pt idx="17566">
                  <c:v>4.8646399999999996</c:v>
                </c:pt>
                <c:pt idx="17567">
                  <c:v>4.8649500000000003</c:v>
                </c:pt>
                <c:pt idx="17568">
                  <c:v>4.8652499999999996</c:v>
                </c:pt>
                <c:pt idx="17569">
                  <c:v>4.8655600000000003</c:v>
                </c:pt>
                <c:pt idx="17570">
                  <c:v>4.8658700000000001</c:v>
                </c:pt>
                <c:pt idx="17571">
                  <c:v>4.8661700000000003</c:v>
                </c:pt>
                <c:pt idx="17572">
                  <c:v>4.8664800000000001</c:v>
                </c:pt>
                <c:pt idx="17573">
                  <c:v>4.8667800000000003</c:v>
                </c:pt>
                <c:pt idx="17574">
                  <c:v>4.8670900000000001</c:v>
                </c:pt>
                <c:pt idx="17575">
                  <c:v>4.8673900000000003</c:v>
                </c:pt>
                <c:pt idx="17576">
                  <c:v>4.8677000000000001</c:v>
                </c:pt>
                <c:pt idx="17577">
                  <c:v>4.8680000000000003</c:v>
                </c:pt>
                <c:pt idx="17578">
                  <c:v>4.8683100000000001</c:v>
                </c:pt>
                <c:pt idx="17579">
                  <c:v>4.8686100000000003</c:v>
                </c:pt>
                <c:pt idx="17580">
                  <c:v>4.8689200000000001</c:v>
                </c:pt>
                <c:pt idx="17581">
                  <c:v>4.8692299999999999</c:v>
                </c:pt>
                <c:pt idx="17582">
                  <c:v>4.8695300000000001</c:v>
                </c:pt>
                <c:pt idx="17583">
                  <c:v>4.8698399999999999</c:v>
                </c:pt>
                <c:pt idx="17584">
                  <c:v>4.8701400000000001</c:v>
                </c:pt>
                <c:pt idx="17585">
                  <c:v>4.8704499999999999</c:v>
                </c:pt>
                <c:pt idx="17586">
                  <c:v>4.8707500000000001</c:v>
                </c:pt>
                <c:pt idx="17587">
                  <c:v>4.8710599999999999</c:v>
                </c:pt>
                <c:pt idx="17588">
                  <c:v>4.8713600000000001</c:v>
                </c:pt>
                <c:pt idx="17589">
                  <c:v>4.8716699999999999</c:v>
                </c:pt>
                <c:pt idx="17590">
                  <c:v>4.8719700000000001</c:v>
                </c:pt>
                <c:pt idx="17591">
                  <c:v>4.8722799999999999</c:v>
                </c:pt>
                <c:pt idx="17592">
                  <c:v>4.8725800000000001</c:v>
                </c:pt>
                <c:pt idx="17593">
                  <c:v>4.8728899999999999</c:v>
                </c:pt>
                <c:pt idx="17594">
                  <c:v>4.8731999999999998</c:v>
                </c:pt>
                <c:pt idx="17595">
                  <c:v>4.8734999999999999</c:v>
                </c:pt>
                <c:pt idx="17596">
                  <c:v>4.8738099999999998</c:v>
                </c:pt>
                <c:pt idx="17597">
                  <c:v>4.8741099999999999</c:v>
                </c:pt>
                <c:pt idx="17598">
                  <c:v>4.8744199999999998</c:v>
                </c:pt>
                <c:pt idx="17599">
                  <c:v>4.8747199999999999</c:v>
                </c:pt>
                <c:pt idx="17600">
                  <c:v>4.8750299999999998</c:v>
                </c:pt>
                <c:pt idx="17601">
                  <c:v>4.8753299999999999</c:v>
                </c:pt>
                <c:pt idx="17602">
                  <c:v>4.8756399999999998</c:v>
                </c:pt>
                <c:pt idx="17603">
                  <c:v>4.8759399999999999</c:v>
                </c:pt>
                <c:pt idx="17604">
                  <c:v>4.8762499999999998</c:v>
                </c:pt>
                <c:pt idx="17605">
                  <c:v>4.8765499999999999</c:v>
                </c:pt>
                <c:pt idx="17606">
                  <c:v>4.8768599999999998</c:v>
                </c:pt>
                <c:pt idx="17607">
                  <c:v>4.8771699999999996</c:v>
                </c:pt>
                <c:pt idx="17608">
                  <c:v>4.8774699999999998</c:v>
                </c:pt>
                <c:pt idx="17609">
                  <c:v>4.8777799999999996</c:v>
                </c:pt>
                <c:pt idx="17610">
                  <c:v>4.8780799999999997</c:v>
                </c:pt>
                <c:pt idx="17611">
                  <c:v>4.8783899999999996</c:v>
                </c:pt>
                <c:pt idx="17612">
                  <c:v>4.8786899999999997</c:v>
                </c:pt>
                <c:pt idx="17613">
                  <c:v>4.8789999999999996</c:v>
                </c:pt>
                <c:pt idx="17614">
                  <c:v>4.8792999999999997</c:v>
                </c:pt>
                <c:pt idx="17615">
                  <c:v>4.8796099999999996</c:v>
                </c:pt>
                <c:pt idx="17616">
                  <c:v>4.8799099999999997</c:v>
                </c:pt>
                <c:pt idx="17617">
                  <c:v>4.8802199999999996</c:v>
                </c:pt>
                <c:pt idx="17618">
                  <c:v>4.8805199999999997</c:v>
                </c:pt>
                <c:pt idx="17619">
                  <c:v>4.8808299999999996</c:v>
                </c:pt>
                <c:pt idx="17620">
                  <c:v>4.8811400000000003</c:v>
                </c:pt>
                <c:pt idx="17621">
                  <c:v>4.8814399999999996</c:v>
                </c:pt>
                <c:pt idx="17622">
                  <c:v>4.8817500000000003</c:v>
                </c:pt>
                <c:pt idx="17623">
                  <c:v>4.8820499999999996</c:v>
                </c:pt>
                <c:pt idx="17624">
                  <c:v>4.8823600000000003</c:v>
                </c:pt>
                <c:pt idx="17625">
                  <c:v>4.8826599999999996</c:v>
                </c:pt>
                <c:pt idx="17626">
                  <c:v>4.8829700000000003</c:v>
                </c:pt>
                <c:pt idx="17627">
                  <c:v>4.8832700000000004</c:v>
                </c:pt>
                <c:pt idx="17628">
                  <c:v>4.8835800000000003</c:v>
                </c:pt>
                <c:pt idx="17629">
                  <c:v>4.8838800000000004</c:v>
                </c:pt>
                <c:pt idx="17630">
                  <c:v>4.8841900000000003</c:v>
                </c:pt>
                <c:pt idx="17631">
                  <c:v>4.8844900000000004</c:v>
                </c:pt>
                <c:pt idx="17632">
                  <c:v>4.8848000000000003</c:v>
                </c:pt>
                <c:pt idx="17633">
                  <c:v>4.8851100000000001</c:v>
                </c:pt>
                <c:pt idx="17634">
                  <c:v>4.8854100000000003</c:v>
                </c:pt>
                <c:pt idx="17635">
                  <c:v>4.8857200000000001</c:v>
                </c:pt>
                <c:pt idx="17636">
                  <c:v>4.8860200000000003</c:v>
                </c:pt>
                <c:pt idx="17637">
                  <c:v>4.8863300000000001</c:v>
                </c:pt>
                <c:pt idx="17638">
                  <c:v>4.8866300000000003</c:v>
                </c:pt>
                <c:pt idx="17639">
                  <c:v>4.8869400000000001</c:v>
                </c:pt>
                <c:pt idx="17640">
                  <c:v>4.8872400000000003</c:v>
                </c:pt>
                <c:pt idx="17641">
                  <c:v>4.8875500000000001</c:v>
                </c:pt>
                <c:pt idx="17642">
                  <c:v>4.8878500000000003</c:v>
                </c:pt>
                <c:pt idx="17643">
                  <c:v>4.8881600000000001</c:v>
                </c:pt>
                <c:pt idx="17644">
                  <c:v>4.8884699999999999</c:v>
                </c:pt>
                <c:pt idx="17645">
                  <c:v>4.8887700000000001</c:v>
                </c:pt>
                <c:pt idx="17646">
                  <c:v>4.8890799999999999</c:v>
                </c:pt>
                <c:pt idx="17647">
                  <c:v>4.8893800000000001</c:v>
                </c:pt>
                <c:pt idx="17648">
                  <c:v>4.8896899999999999</c:v>
                </c:pt>
                <c:pt idx="17649">
                  <c:v>4.8899900000000001</c:v>
                </c:pt>
                <c:pt idx="17650">
                  <c:v>4.8902999999999999</c:v>
                </c:pt>
                <c:pt idx="17651">
                  <c:v>4.8906000000000001</c:v>
                </c:pt>
                <c:pt idx="17652">
                  <c:v>4.8909099999999999</c:v>
                </c:pt>
                <c:pt idx="17653">
                  <c:v>4.8912100000000001</c:v>
                </c:pt>
                <c:pt idx="17654">
                  <c:v>4.8915199999999999</c:v>
                </c:pt>
                <c:pt idx="17655">
                  <c:v>4.8918200000000001</c:v>
                </c:pt>
                <c:pt idx="17656">
                  <c:v>4.8921299999999999</c:v>
                </c:pt>
                <c:pt idx="17657">
                  <c:v>4.8924399999999997</c:v>
                </c:pt>
                <c:pt idx="17658">
                  <c:v>4.8927399999999999</c:v>
                </c:pt>
                <c:pt idx="17659">
                  <c:v>4.8930499999999997</c:v>
                </c:pt>
                <c:pt idx="17660">
                  <c:v>4.8933499999999999</c:v>
                </c:pt>
                <c:pt idx="17661">
                  <c:v>4.8936599999999997</c:v>
                </c:pt>
                <c:pt idx="17662">
                  <c:v>4.8939599999999999</c:v>
                </c:pt>
                <c:pt idx="17663">
                  <c:v>4.8942699999999997</c:v>
                </c:pt>
                <c:pt idx="17664">
                  <c:v>4.8945699999999999</c:v>
                </c:pt>
                <c:pt idx="17665">
                  <c:v>4.8948799999999997</c:v>
                </c:pt>
                <c:pt idx="17666">
                  <c:v>4.8951799999999999</c:v>
                </c:pt>
                <c:pt idx="17667">
                  <c:v>4.8954899999999997</c:v>
                </c:pt>
                <c:pt idx="17668">
                  <c:v>4.8957899999999999</c:v>
                </c:pt>
                <c:pt idx="17669">
                  <c:v>4.8960999999999997</c:v>
                </c:pt>
                <c:pt idx="17670">
                  <c:v>4.8964100000000004</c:v>
                </c:pt>
                <c:pt idx="17671">
                  <c:v>4.8967099999999997</c:v>
                </c:pt>
                <c:pt idx="17672">
                  <c:v>4.8970200000000004</c:v>
                </c:pt>
                <c:pt idx="17673">
                  <c:v>4.8973199999999997</c:v>
                </c:pt>
                <c:pt idx="17674">
                  <c:v>4.8976300000000004</c:v>
                </c:pt>
                <c:pt idx="17675">
                  <c:v>4.8979299999999997</c:v>
                </c:pt>
                <c:pt idx="17676">
                  <c:v>4.8982400000000004</c:v>
                </c:pt>
                <c:pt idx="17677">
                  <c:v>4.8985399999999997</c:v>
                </c:pt>
                <c:pt idx="17678">
                  <c:v>4.8988500000000004</c:v>
                </c:pt>
                <c:pt idx="17679">
                  <c:v>4.8991499999999997</c:v>
                </c:pt>
                <c:pt idx="17680">
                  <c:v>4.8994600000000004</c:v>
                </c:pt>
                <c:pt idx="17681">
                  <c:v>4.8997599999999997</c:v>
                </c:pt>
                <c:pt idx="17682">
                  <c:v>4.9000700000000004</c:v>
                </c:pt>
                <c:pt idx="17683">
                  <c:v>4.9003800000000002</c:v>
                </c:pt>
                <c:pt idx="17684">
                  <c:v>4.9006800000000004</c:v>
                </c:pt>
                <c:pt idx="17685">
                  <c:v>4.9009900000000002</c:v>
                </c:pt>
                <c:pt idx="17686">
                  <c:v>4.9012900000000004</c:v>
                </c:pt>
                <c:pt idx="17687">
                  <c:v>4.9016000000000002</c:v>
                </c:pt>
                <c:pt idx="17688">
                  <c:v>4.9019000000000004</c:v>
                </c:pt>
                <c:pt idx="17689">
                  <c:v>4.9022100000000002</c:v>
                </c:pt>
                <c:pt idx="17690">
                  <c:v>4.9025100000000004</c:v>
                </c:pt>
                <c:pt idx="17691">
                  <c:v>4.9028200000000002</c:v>
                </c:pt>
                <c:pt idx="17692">
                  <c:v>4.9031200000000004</c:v>
                </c:pt>
                <c:pt idx="17693">
                  <c:v>4.9034300000000002</c:v>
                </c:pt>
                <c:pt idx="17694">
                  <c:v>4.90374</c:v>
                </c:pt>
                <c:pt idx="17695">
                  <c:v>4.9040400000000002</c:v>
                </c:pt>
                <c:pt idx="17696">
                  <c:v>4.90435</c:v>
                </c:pt>
                <c:pt idx="17697">
                  <c:v>4.9046500000000002</c:v>
                </c:pt>
                <c:pt idx="17698">
                  <c:v>4.90496</c:v>
                </c:pt>
                <c:pt idx="17699">
                  <c:v>4.9052600000000002</c:v>
                </c:pt>
                <c:pt idx="17700">
                  <c:v>4.90557</c:v>
                </c:pt>
                <c:pt idx="17701">
                  <c:v>4.9058700000000002</c:v>
                </c:pt>
                <c:pt idx="17702">
                  <c:v>4.90618</c:v>
                </c:pt>
                <c:pt idx="17703">
                  <c:v>4.9064800000000002</c:v>
                </c:pt>
                <c:pt idx="17704">
                  <c:v>4.90679</c:v>
                </c:pt>
                <c:pt idx="17705">
                  <c:v>4.9070900000000002</c:v>
                </c:pt>
                <c:pt idx="17706">
                  <c:v>4.9074</c:v>
                </c:pt>
                <c:pt idx="17707">
                  <c:v>4.9077099999999998</c:v>
                </c:pt>
                <c:pt idx="17708">
                  <c:v>4.90801</c:v>
                </c:pt>
                <c:pt idx="17709">
                  <c:v>4.9083199999999998</c:v>
                </c:pt>
                <c:pt idx="17710">
                  <c:v>4.90862</c:v>
                </c:pt>
                <c:pt idx="17711">
                  <c:v>4.9089299999999998</c:v>
                </c:pt>
                <c:pt idx="17712">
                  <c:v>4.90923</c:v>
                </c:pt>
                <c:pt idx="17713">
                  <c:v>4.9095399999999998</c:v>
                </c:pt>
                <c:pt idx="17714">
                  <c:v>4.90984</c:v>
                </c:pt>
                <c:pt idx="17715">
                  <c:v>4.9101499999999998</c:v>
                </c:pt>
                <c:pt idx="17716">
                  <c:v>4.91045</c:v>
                </c:pt>
                <c:pt idx="17717">
                  <c:v>4.9107599999999998</c:v>
                </c:pt>
                <c:pt idx="17718">
                  <c:v>4.91106</c:v>
                </c:pt>
                <c:pt idx="17719">
                  <c:v>4.9113699999999998</c:v>
                </c:pt>
                <c:pt idx="17720">
                  <c:v>4.9116799999999996</c:v>
                </c:pt>
                <c:pt idx="17721">
                  <c:v>4.9119799999999998</c:v>
                </c:pt>
                <c:pt idx="17722">
                  <c:v>4.9122899999999996</c:v>
                </c:pt>
                <c:pt idx="17723">
                  <c:v>4.9125899999999998</c:v>
                </c:pt>
                <c:pt idx="17724">
                  <c:v>4.9128999999999996</c:v>
                </c:pt>
                <c:pt idx="17725">
                  <c:v>4.9131999999999998</c:v>
                </c:pt>
                <c:pt idx="17726">
                  <c:v>4.9135099999999996</c:v>
                </c:pt>
                <c:pt idx="17727">
                  <c:v>4.9138099999999998</c:v>
                </c:pt>
                <c:pt idx="17728">
                  <c:v>4.9141199999999996</c:v>
                </c:pt>
                <c:pt idx="17729">
                  <c:v>4.9144199999999998</c:v>
                </c:pt>
                <c:pt idx="17730">
                  <c:v>4.9147299999999996</c:v>
                </c:pt>
                <c:pt idx="17731">
                  <c:v>4.9150299999999998</c:v>
                </c:pt>
                <c:pt idx="17732">
                  <c:v>4.9153399999999996</c:v>
                </c:pt>
                <c:pt idx="17733">
                  <c:v>4.9156500000000003</c:v>
                </c:pt>
                <c:pt idx="17734">
                  <c:v>4.9159499999999996</c:v>
                </c:pt>
                <c:pt idx="17735">
                  <c:v>4.9162600000000003</c:v>
                </c:pt>
                <c:pt idx="17736">
                  <c:v>4.9165599999999996</c:v>
                </c:pt>
                <c:pt idx="17737">
                  <c:v>4.9168700000000003</c:v>
                </c:pt>
                <c:pt idx="17738">
                  <c:v>4.9171699999999996</c:v>
                </c:pt>
                <c:pt idx="17739">
                  <c:v>4.9174800000000003</c:v>
                </c:pt>
                <c:pt idx="17740">
                  <c:v>4.9177799999999996</c:v>
                </c:pt>
                <c:pt idx="17741">
                  <c:v>4.9180900000000003</c:v>
                </c:pt>
                <c:pt idx="17742">
                  <c:v>4.9183899999999996</c:v>
                </c:pt>
                <c:pt idx="17743">
                  <c:v>4.9187000000000003</c:v>
                </c:pt>
                <c:pt idx="17744">
                  <c:v>4.9189999999999996</c:v>
                </c:pt>
                <c:pt idx="17745">
                  <c:v>4.9193100000000003</c:v>
                </c:pt>
                <c:pt idx="17746">
                  <c:v>4.9196200000000001</c:v>
                </c:pt>
                <c:pt idx="17747">
                  <c:v>4.9199200000000003</c:v>
                </c:pt>
                <c:pt idx="17748">
                  <c:v>4.9202300000000001</c:v>
                </c:pt>
                <c:pt idx="17749">
                  <c:v>4.9205300000000003</c:v>
                </c:pt>
                <c:pt idx="17750">
                  <c:v>4.9208400000000001</c:v>
                </c:pt>
                <c:pt idx="17751">
                  <c:v>4.9211400000000003</c:v>
                </c:pt>
                <c:pt idx="17752">
                  <c:v>4.9214500000000001</c:v>
                </c:pt>
                <c:pt idx="17753">
                  <c:v>4.9217500000000003</c:v>
                </c:pt>
                <c:pt idx="17754">
                  <c:v>4.9220600000000001</c:v>
                </c:pt>
                <c:pt idx="17755">
                  <c:v>4.9223600000000003</c:v>
                </c:pt>
                <c:pt idx="17756">
                  <c:v>4.9226700000000001</c:v>
                </c:pt>
                <c:pt idx="17757">
                  <c:v>4.9229799999999999</c:v>
                </c:pt>
                <c:pt idx="17758">
                  <c:v>4.9232800000000001</c:v>
                </c:pt>
                <c:pt idx="17759">
                  <c:v>4.9235899999999999</c:v>
                </c:pt>
                <c:pt idx="17760">
                  <c:v>4.9238900000000001</c:v>
                </c:pt>
                <c:pt idx="17761">
                  <c:v>4.9241999999999999</c:v>
                </c:pt>
                <c:pt idx="17762">
                  <c:v>4.9245000000000001</c:v>
                </c:pt>
                <c:pt idx="17763">
                  <c:v>4.9248099999999999</c:v>
                </c:pt>
                <c:pt idx="17764">
                  <c:v>4.9251100000000001</c:v>
                </c:pt>
                <c:pt idx="17765">
                  <c:v>4.9254199999999999</c:v>
                </c:pt>
                <c:pt idx="17766">
                  <c:v>4.9257200000000001</c:v>
                </c:pt>
                <c:pt idx="17767">
                  <c:v>4.9260299999999999</c:v>
                </c:pt>
                <c:pt idx="17768">
                  <c:v>4.9263300000000001</c:v>
                </c:pt>
                <c:pt idx="17769">
                  <c:v>4.9266399999999999</c:v>
                </c:pt>
                <c:pt idx="17770">
                  <c:v>4.9269499999999997</c:v>
                </c:pt>
                <c:pt idx="17771">
                  <c:v>4.9272499999999999</c:v>
                </c:pt>
                <c:pt idx="17772">
                  <c:v>4.9275599999999997</c:v>
                </c:pt>
                <c:pt idx="17773">
                  <c:v>4.9278599999999999</c:v>
                </c:pt>
                <c:pt idx="17774">
                  <c:v>4.9281699999999997</c:v>
                </c:pt>
                <c:pt idx="17775">
                  <c:v>4.9284699999999999</c:v>
                </c:pt>
                <c:pt idx="17776">
                  <c:v>4.9287799999999997</c:v>
                </c:pt>
                <c:pt idx="17777">
                  <c:v>4.9290799999999999</c:v>
                </c:pt>
                <c:pt idx="17778">
                  <c:v>4.9293899999999997</c:v>
                </c:pt>
                <c:pt idx="17779">
                  <c:v>4.9296899999999999</c:v>
                </c:pt>
                <c:pt idx="17780">
                  <c:v>4.93</c:v>
                </c:pt>
                <c:pt idx="17781">
                  <c:v>4.9302999999999999</c:v>
                </c:pt>
                <c:pt idx="17782">
                  <c:v>4.9306099999999997</c:v>
                </c:pt>
                <c:pt idx="17783">
                  <c:v>4.9309200000000004</c:v>
                </c:pt>
                <c:pt idx="17784">
                  <c:v>4.9312199999999997</c:v>
                </c:pt>
                <c:pt idx="17785">
                  <c:v>4.9315300000000004</c:v>
                </c:pt>
                <c:pt idx="17786">
                  <c:v>4.9318299999999997</c:v>
                </c:pt>
                <c:pt idx="17787">
                  <c:v>4.9321400000000004</c:v>
                </c:pt>
                <c:pt idx="17788">
                  <c:v>4.9324399999999997</c:v>
                </c:pt>
                <c:pt idx="17789">
                  <c:v>4.9327500000000004</c:v>
                </c:pt>
                <c:pt idx="17790">
                  <c:v>4.9330499999999997</c:v>
                </c:pt>
                <c:pt idx="17791">
                  <c:v>4.9333600000000004</c:v>
                </c:pt>
                <c:pt idx="17792">
                  <c:v>4.9336599999999997</c:v>
                </c:pt>
                <c:pt idx="17793">
                  <c:v>4.9339700000000004</c:v>
                </c:pt>
                <c:pt idx="17794">
                  <c:v>4.9342699999999997</c:v>
                </c:pt>
                <c:pt idx="17795">
                  <c:v>4.9345800000000004</c:v>
                </c:pt>
                <c:pt idx="17796">
                  <c:v>4.9348900000000002</c:v>
                </c:pt>
                <c:pt idx="17797">
                  <c:v>4.9351900000000004</c:v>
                </c:pt>
                <c:pt idx="17798">
                  <c:v>4.9355000000000002</c:v>
                </c:pt>
                <c:pt idx="17799">
                  <c:v>4.9358000000000004</c:v>
                </c:pt>
                <c:pt idx="17800">
                  <c:v>4.9361100000000002</c:v>
                </c:pt>
                <c:pt idx="17801">
                  <c:v>4.9364100000000004</c:v>
                </c:pt>
                <c:pt idx="17802">
                  <c:v>4.9367200000000002</c:v>
                </c:pt>
                <c:pt idx="17803">
                  <c:v>4.9370200000000004</c:v>
                </c:pt>
                <c:pt idx="17804">
                  <c:v>4.9373300000000002</c:v>
                </c:pt>
                <c:pt idx="17805">
                  <c:v>4.9376300000000004</c:v>
                </c:pt>
                <c:pt idx="17806">
                  <c:v>4.9379400000000002</c:v>
                </c:pt>
                <c:pt idx="17807">
                  <c:v>4.9382400000000004</c:v>
                </c:pt>
                <c:pt idx="17808">
                  <c:v>4.9385500000000002</c:v>
                </c:pt>
                <c:pt idx="17809">
                  <c:v>4.93886</c:v>
                </c:pt>
                <c:pt idx="17810">
                  <c:v>4.9391600000000002</c:v>
                </c:pt>
                <c:pt idx="17811">
                  <c:v>4.93947</c:v>
                </c:pt>
                <c:pt idx="17812">
                  <c:v>4.9397700000000002</c:v>
                </c:pt>
                <c:pt idx="17813">
                  <c:v>4.94008</c:v>
                </c:pt>
                <c:pt idx="17814">
                  <c:v>4.9403800000000002</c:v>
                </c:pt>
                <c:pt idx="17815">
                  <c:v>4.94069</c:v>
                </c:pt>
                <c:pt idx="17816">
                  <c:v>4.9409900000000002</c:v>
                </c:pt>
                <c:pt idx="17817">
                  <c:v>4.9413</c:v>
                </c:pt>
                <c:pt idx="17818">
                  <c:v>4.9416000000000002</c:v>
                </c:pt>
                <c:pt idx="17819">
                  <c:v>4.94191</c:v>
                </c:pt>
                <c:pt idx="17820">
                  <c:v>4.9422199999999998</c:v>
                </c:pt>
                <c:pt idx="17821">
                  <c:v>4.94252</c:v>
                </c:pt>
                <c:pt idx="17822">
                  <c:v>4.9428299999999998</c:v>
                </c:pt>
                <c:pt idx="17823">
                  <c:v>4.94313</c:v>
                </c:pt>
                <c:pt idx="17824">
                  <c:v>4.9434399999999998</c:v>
                </c:pt>
                <c:pt idx="17825">
                  <c:v>4.94374</c:v>
                </c:pt>
                <c:pt idx="17826">
                  <c:v>4.9440499999999998</c:v>
                </c:pt>
                <c:pt idx="17827">
                  <c:v>4.94435</c:v>
                </c:pt>
                <c:pt idx="17828">
                  <c:v>4.9446599999999998</c:v>
                </c:pt>
                <c:pt idx="17829">
                  <c:v>4.94496</c:v>
                </c:pt>
                <c:pt idx="17830">
                  <c:v>4.9452699999999998</c:v>
                </c:pt>
                <c:pt idx="17831">
                  <c:v>4.94557</c:v>
                </c:pt>
                <c:pt idx="17832">
                  <c:v>4.9458799999999998</c:v>
                </c:pt>
                <c:pt idx="17833">
                  <c:v>4.9461899999999996</c:v>
                </c:pt>
                <c:pt idx="17834">
                  <c:v>4.9464899999999998</c:v>
                </c:pt>
                <c:pt idx="17835">
                  <c:v>4.9467999999999996</c:v>
                </c:pt>
                <c:pt idx="17836">
                  <c:v>4.9470999999999998</c:v>
                </c:pt>
                <c:pt idx="17837">
                  <c:v>4.9474099999999996</c:v>
                </c:pt>
                <c:pt idx="17838">
                  <c:v>4.9477099999999998</c:v>
                </c:pt>
                <c:pt idx="17839">
                  <c:v>4.9480199999999996</c:v>
                </c:pt>
                <c:pt idx="17840">
                  <c:v>4.9483199999999998</c:v>
                </c:pt>
                <c:pt idx="17841">
                  <c:v>4.9486299999999996</c:v>
                </c:pt>
                <c:pt idx="17842">
                  <c:v>4.9489299999999998</c:v>
                </c:pt>
                <c:pt idx="17843">
                  <c:v>4.9492399999999996</c:v>
                </c:pt>
                <c:pt idx="17844">
                  <c:v>4.9495399999999998</c:v>
                </c:pt>
                <c:pt idx="17845">
                  <c:v>4.9498499999999996</c:v>
                </c:pt>
                <c:pt idx="17846">
                  <c:v>4.9501600000000003</c:v>
                </c:pt>
                <c:pt idx="17847">
                  <c:v>4.9504599999999996</c:v>
                </c:pt>
                <c:pt idx="17848">
                  <c:v>4.9507700000000003</c:v>
                </c:pt>
                <c:pt idx="17849">
                  <c:v>4.9510699999999996</c:v>
                </c:pt>
                <c:pt idx="17850">
                  <c:v>4.9513800000000003</c:v>
                </c:pt>
                <c:pt idx="17851">
                  <c:v>4.9516799999999996</c:v>
                </c:pt>
                <c:pt idx="17852">
                  <c:v>4.9519900000000003</c:v>
                </c:pt>
                <c:pt idx="17853">
                  <c:v>4.9522899999999996</c:v>
                </c:pt>
                <c:pt idx="17854">
                  <c:v>4.9526000000000003</c:v>
                </c:pt>
                <c:pt idx="17855">
                  <c:v>4.9528999999999996</c:v>
                </c:pt>
                <c:pt idx="17856">
                  <c:v>4.9532100000000003</c:v>
                </c:pt>
                <c:pt idx="17857">
                  <c:v>4.9535099999999996</c:v>
                </c:pt>
                <c:pt idx="17858">
                  <c:v>4.9538200000000003</c:v>
                </c:pt>
                <c:pt idx="17859">
                  <c:v>4.9541300000000001</c:v>
                </c:pt>
                <c:pt idx="17860">
                  <c:v>4.9544300000000003</c:v>
                </c:pt>
                <c:pt idx="17861">
                  <c:v>4.9547400000000001</c:v>
                </c:pt>
                <c:pt idx="17862">
                  <c:v>4.9550400000000003</c:v>
                </c:pt>
                <c:pt idx="17863">
                  <c:v>4.9553500000000001</c:v>
                </c:pt>
                <c:pt idx="17864">
                  <c:v>4.9556500000000003</c:v>
                </c:pt>
                <c:pt idx="17865">
                  <c:v>4.9559600000000001</c:v>
                </c:pt>
                <c:pt idx="17866">
                  <c:v>4.9562600000000003</c:v>
                </c:pt>
                <c:pt idx="17867">
                  <c:v>4.9565700000000001</c:v>
                </c:pt>
                <c:pt idx="17868">
                  <c:v>4.9568700000000003</c:v>
                </c:pt>
                <c:pt idx="17869">
                  <c:v>4.9571800000000001</c:v>
                </c:pt>
                <c:pt idx="17870">
                  <c:v>4.95749</c:v>
                </c:pt>
                <c:pt idx="17871">
                  <c:v>4.9577900000000001</c:v>
                </c:pt>
                <c:pt idx="17872">
                  <c:v>4.9581</c:v>
                </c:pt>
                <c:pt idx="17873">
                  <c:v>4.9584000000000001</c:v>
                </c:pt>
                <c:pt idx="17874">
                  <c:v>4.95871</c:v>
                </c:pt>
                <c:pt idx="17875">
                  <c:v>4.9590100000000001</c:v>
                </c:pt>
                <c:pt idx="17876">
                  <c:v>4.95932</c:v>
                </c:pt>
                <c:pt idx="17877">
                  <c:v>4.9596200000000001</c:v>
                </c:pt>
                <c:pt idx="17878">
                  <c:v>4.9599299999999999</c:v>
                </c:pt>
                <c:pt idx="17879">
                  <c:v>4.9602300000000001</c:v>
                </c:pt>
                <c:pt idx="17880">
                  <c:v>4.9605399999999999</c:v>
                </c:pt>
                <c:pt idx="17881">
                  <c:v>4.9608400000000001</c:v>
                </c:pt>
                <c:pt idx="17882">
                  <c:v>4.9611499999999999</c:v>
                </c:pt>
                <c:pt idx="17883">
                  <c:v>4.9614599999999998</c:v>
                </c:pt>
                <c:pt idx="17884">
                  <c:v>4.9617599999999999</c:v>
                </c:pt>
                <c:pt idx="17885">
                  <c:v>4.9620699999999998</c:v>
                </c:pt>
                <c:pt idx="17886">
                  <c:v>4.9623699999999999</c:v>
                </c:pt>
                <c:pt idx="17887">
                  <c:v>4.9626799999999998</c:v>
                </c:pt>
                <c:pt idx="17888">
                  <c:v>4.9629799999999999</c:v>
                </c:pt>
                <c:pt idx="17889">
                  <c:v>4.9632899999999998</c:v>
                </c:pt>
                <c:pt idx="17890">
                  <c:v>4.9635899999999999</c:v>
                </c:pt>
                <c:pt idx="17891">
                  <c:v>4.9638999999999998</c:v>
                </c:pt>
                <c:pt idx="17892">
                  <c:v>4.9641999999999999</c:v>
                </c:pt>
                <c:pt idx="17893">
                  <c:v>4.9645099999999998</c:v>
                </c:pt>
                <c:pt idx="17894">
                  <c:v>4.9648099999999999</c:v>
                </c:pt>
                <c:pt idx="17895">
                  <c:v>4.9651199999999998</c:v>
                </c:pt>
                <c:pt idx="17896">
                  <c:v>4.9654299999999996</c:v>
                </c:pt>
                <c:pt idx="17897">
                  <c:v>4.9657299999999998</c:v>
                </c:pt>
                <c:pt idx="17898">
                  <c:v>4.9660399999999996</c:v>
                </c:pt>
                <c:pt idx="17899">
                  <c:v>4.9663399999999998</c:v>
                </c:pt>
                <c:pt idx="17900">
                  <c:v>4.9666499999999996</c:v>
                </c:pt>
                <c:pt idx="17901">
                  <c:v>4.9669499999999998</c:v>
                </c:pt>
                <c:pt idx="17902">
                  <c:v>4.9672599999999996</c:v>
                </c:pt>
                <c:pt idx="17903">
                  <c:v>4.9675599999999998</c:v>
                </c:pt>
                <c:pt idx="17904">
                  <c:v>4.9678699999999996</c:v>
                </c:pt>
                <c:pt idx="17905">
                  <c:v>4.9681699999999998</c:v>
                </c:pt>
                <c:pt idx="17906">
                  <c:v>4.9684799999999996</c:v>
                </c:pt>
                <c:pt idx="17907">
                  <c:v>4.9687799999999998</c:v>
                </c:pt>
                <c:pt idx="17908">
                  <c:v>4.9690899999999996</c:v>
                </c:pt>
                <c:pt idx="17909">
                  <c:v>4.9694000000000003</c:v>
                </c:pt>
                <c:pt idx="17910">
                  <c:v>4.9696999999999996</c:v>
                </c:pt>
                <c:pt idx="17911">
                  <c:v>4.9700100000000003</c:v>
                </c:pt>
                <c:pt idx="17912">
                  <c:v>4.9703099999999996</c:v>
                </c:pt>
                <c:pt idx="17913">
                  <c:v>4.9706200000000003</c:v>
                </c:pt>
                <c:pt idx="17914">
                  <c:v>4.9709199999999996</c:v>
                </c:pt>
                <c:pt idx="17915">
                  <c:v>4.9712300000000003</c:v>
                </c:pt>
                <c:pt idx="17916">
                  <c:v>4.9715299999999996</c:v>
                </c:pt>
                <c:pt idx="17917">
                  <c:v>4.9718400000000003</c:v>
                </c:pt>
                <c:pt idx="17918">
                  <c:v>4.9721399999999996</c:v>
                </c:pt>
                <c:pt idx="17919">
                  <c:v>4.9724500000000003</c:v>
                </c:pt>
                <c:pt idx="17920">
                  <c:v>4.9727499999999996</c:v>
                </c:pt>
                <c:pt idx="17921">
                  <c:v>4.9730600000000003</c:v>
                </c:pt>
                <c:pt idx="17922">
                  <c:v>4.9733700000000001</c:v>
                </c:pt>
                <c:pt idx="17923">
                  <c:v>4.9736700000000003</c:v>
                </c:pt>
                <c:pt idx="17924">
                  <c:v>4.9739800000000001</c:v>
                </c:pt>
                <c:pt idx="17925">
                  <c:v>4.9742800000000003</c:v>
                </c:pt>
                <c:pt idx="17926">
                  <c:v>4.9745900000000001</c:v>
                </c:pt>
                <c:pt idx="17927">
                  <c:v>4.9748900000000003</c:v>
                </c:pt>
                <c:pt idx="17928">
                  <c:v>4.9752000000000001</c:v>
                </c:pt>
                <c:pt idx="17929">
                  <c:v>4.9755000000000003</c:v>
                </c:pt>
                <c:pt idx="17930">
                  <c:v>4.9758100000000001</c:v>
                </c:pt>
                <c:pt idx="17931">
                  <c:v>4.9761100000000003</c:v>
                </c:pt>
                <c:pt idx="17932">
                  <c:v>4.9764200000000001</c:v>
                </c:pt>
                <c:pt idx="17933">
                  <c:v>4.9767299999999999</c:v>
                </c:pt>
                <c:pt idx="17934">
                  <c:v>4.9770300000000001</c:v>
                </c:pt>
                <c:pt idx="17935">
                  <c:v>4.9773399999999999</c:v>
                </c:pt>
                <c:pt idx="17936">
                  <c:v>4.9776400000000001</c:v>
                </c:pt>
                <c:pt idx="17937">
                  <c:v>4.9779499999999999</c:v>
                </c:pt>
                <c:pt idx="17938">
                  <c:v>4.9782500000000001</c:v>
                </c:pt>
                <c:pt idx="17939">
                  <c:v>4.9785599999999999</c:v>
                </c:pt>
                <c:pt idx="17940">
                  <c:v>4.9788600000000001</c:v>
                </c:pt>
                <c:pt idx="17941">
                  <c:v>4.9791699999999999</c:v>
                </c:pt>
                <c:pt idx="17942">
                  <c:v>4.9794700000000001</c:v>
                </c:pt>
                <c:pt idx="17943">
                  <c:v>4.9797799999999999</c:v>
                </c:pt>
                <c:pt idx="17944">
                  <c:v>4.9800800000000001</c:v>
                </c:pt>
                <c:pt idx="17945">
                  <c:v>4.9803899999999999</c:v>
                </c:pt>
                <c:pt idx="17946">
                  <c:v>4.9806999999999997</c:v>
                </c:pt>
                <c:pt idx="17947">
                  <c:v>4.9809999999999999</c:v>
                </c:pt>
                <c:pt idx="17948">
                  <c:v>4.9813099999999997</c:v>
                </c:pt>
                <c:pt idx="17949">
                  <c:v>4.9816099999999999</c:v>
                </c:pt>
                <c:pt idx="17950">
                  <c:v>4.9819199999999997</c:v>
                </c:pt>
                <c:pt idx="17951">
                  <c:v>4.9822199999999999</c:v>
                </c:pt>
                <c:pt idx="17952">
                  <c:v>4.9825299999999997</c:v>
                </c:pt>
                <c:pt idx="17953">
                  <c:v>4.9828299999999999</c:v>
                </c:pt>
                <c:pt idx="17954">
                  <c:v>4.9831399999999997</c:v>
                </c:pt>
                <c:pt idx="17955">
                  <c:v>4.9834399999999999</c:v>
                </c:pt>
                <c:pt idx="17956">
                  <c:v>4.9837499999999997</c:v>
                </c:pt>
                <c:pt idx="17957">
                  <c:v>4.9840499999999999</c:v>
                </c:pt>
                <c:pt idx="17958">
                  <c:v>4.9843599999999997</c:v>
                </c:pt>
                <c:pt idx="17959">
                  <c:v>4.9846700000000004</c:v>
                </c:pt>
                <c:pt idx="17960">
                  <c:v>4.9849699999999997</c:v>
                </c:pt>
                <c:pt idx="17961">
                  <c:v>4.9852800000000004</c:v>
                </c:pt>
                <c:pt idx="17962">
                  <c:v>4.9855799999999997</c:v>
                </c:pt>
                <c:pt idx="17963">
                  <c:v>4.9858900000000004</c:v>
                </c:pt>
                <c:pt idx="17964">
                  <c:v>4.9861899999999997</c:v>
                </c:pt>
                <c:pt idx="17965">
                  <c:v>4.9865000000000004</c:v>
                </c:pt>
                <c:pt idx="17966">
                  <c:v>4.9867999999999997</c:v>
                </c:pt>
                <c:pt idx="17967">
                  <c:v>4.9871100000000004</c:v>
                </c:pt>
                <c:pt idx="17968">
                  <c:v>4.9874099999999997</c:v>
                </c:pt>
                <c:pt idx="17969">
                  <c:v>4.9877200000000004</c:v>
                </c:pt>
                <c:pt idx="17970">
                  <c:v>4.9880199999999997</c:v>
                </c:pt>
                <c:pt idx="17971">
                  <c:v>4.9883300000000004</c:v>
                </c:pt>
                <c:pt idx="17972">
                  <c:v>4.9886400000000002</c:v>
                </c:pt>
                <c:pt idx="17973">
                  <c:v>4.9889400000000004</c:v>
                </c:pt>
                <c:pt idx="17974">
                  <c:v>4.9892500000000002</c:v>
                </c:pt>
                <c:pt idx="17975">
                  <c:v>4.9895500000000004</c:v>
                </c:pt>
                <c:pt idx="17976">
                  <c:v>4.9898600000000002</c:v>
                </c:pt>
                <c:pt idx="17977">
                  <c:v>4.9901600000000004</c:v>
                </c:pt>
                <c:pt idx="17978">
                  <c:v>4.9904700000000002</c:v>
                </c:pt>
                <c:pt idx="17979">
                  <c:v>4.9907700000000004</c:v>
                </c:pt>
                <c:pt idx="17980">
                  <c:v>4.9910800000000002</c:v>
                </c:pt>
                <c:pt idx="17981">
                  <c:v>4.9913800000000004</c:v>
                </c:pt>
                <c:pt idx="17982">
                  <c:v>4.9916900000000002</c:v>
                </c:pt>
                <c:pt idx="17983">
                  <c:v>4.9919900000000004</c:v>
                </c:pt>
                <c:pt idx="17984">
                  <c:v>4.9923000000000002</c:v>
                </c:pt>
                <c:pt idx="17985">
                  <c:v>4.99261</c:v>
                </c:pt>
                <c:pt idx="17986">
                  <c:v>4.9929100000000002</c:v>
                </c:pt>
                <c:pt idx="17987">
                  <c:v>4.99322</c:v>
                </c:pt>
                <c:pt idx="17988">
                  <c:v>4.9935200000000002</c:v>
                </c:pt>
                <c:pt idx="17989">
                  <c:v>4.99383</c:v>
                </c:pt>
                <c:pt idx="17990">
                  <c:v>4.9941300000000002</c:v>
                </c:pt>
                <c:pt idx="17991">
                  <c:v>4.99444</c:v>
                </c:pt>
                <c:pt idx="17992">
                  <c:v>4.9947400000000002</c:v>
                </c:pt>
                <c:pt idx="17993">
                  <c:v>4.99505</c:v>
                </c:pt>
                <c:pt idx="17994">
                  <c:v>4.9953500000000002</c:v>
                </c:pt>
                <c:pt idx="17995">
                  <c:v>4.99566</c:v>
                </c:pt>
                <c:pt idx="17996">
                  <c:v>4.9959699999999998</c:v>
                </c:pt>
                <c:pt idx="17997">
                  <c:v>4.99627</c:v>
                </c:pt>
                <c:pt idx="17998">
                  <c:v>4.9965799999999998</c:v>
                </c:pt>
                <c:pt idx="17999">
                  <c:v>4.99688</c:v>
                </c:pt>
                <c:pt idx="18000">
                  <c:v>4.9971899999999998</c:v>
                </c:pt>
                <c:pt idx="18001">
                  <c:v>4.99749</c:v>
                </c:pt>
                <c:pt idx="18002">
                  <c:v>4.9977999999999998</c:v>
                </c:pt>
                <c:pt idx="18003">
                  <c:v>4.9981</c:v>
                </c:pt>
                <c:pt idx="18004">
                  <c:v>4.9984099999999998</c:v>
                </c:pt>
                <c:pt idx="18005">
                  <c:v>4.99871</c:v>
                </c:pt>
                <c:pt idx="18006">
                  <c:v>4.9990199999999998</c:v>
                </c:pt>
                <c:pt idx="18007">
                  <c:v>4.99932</c:v>
                </c:pt>
                <c:pt idx="18008">
                  <c:v>4.9996299999999998</c:v>
                </c:pt>
                <c:pt idx="18009">
                  <c:v>4.9999399999999996</c:v>
                </c:pt>
                <c:pt idx="18010">
                  <c:v>5.0002399999999998</c:v>
                </c:pt>
                <c:pt idx="18011">
                  <c:v>5.0005499999999996</c:v>
                </c:pt>
                <c:pt idx="18012">
                  <c:v>5.0008499999999998</c:v>
                </c:pt>
                <c:pt idx="18013">
                  <c:v>5.0011599999999996</c:v>
                </c:pt>
                <c:pt idx="18014">
                  <c:v>5.0014599999999998</c:v>
                </c:pt>
                <c:pt idx="18015">
                  <c:v>5.0017699999999996</c:v>
                </c:pt>
                <c:pt idx="18016">
                  <c:v>5.0020699999999998</c:v>
                </c:pt>
                <c:pt idx="18017">
                  <c:v>5.0023799999999996</c:v>
                </c:pt>
                <c:pt idx="18018">
                  <c:v>5.0026799999999998</c:v>
                </c:pt>
                <c:pt idx="18019">
                  <c:v>5.0029899999999996</c:v>
                </c:pt>
                <c:pt idx="18020">
                  <c:v>5.0032899999999998</c:v>
                </c:pt>
                <c:pt idx="18021">
                  <c:v>5.0035999999999996</c:v>
                </c:pt>
                <c:pt idx="18022">
                  <c:v>5.0039100000000003</c:v>
                </c:pt>
                <c:pt idx="18023">
                  <c:v>5.0042099999999996</c:v>
                </c:pt>
                <c:pt idx="18024">
                  <c:v>5.0045200000000003</c:v>
                </c:pt>
                <c:pt idx="18025">
                  <c:v>5.0048199999999996</c:v>
                </c:pt>
                <c:pt idx="18026">
                  <c:v>5.0051300000000003</c:v>
                </c:pt>
                <c:pt idx="18027">
                  <c:v>5.0054299999999996</c:v>
                </c:pt>
                <c:pt idx="18028">
                  <c:v>5.0057400000000003</c:v>
                </c:pt>
                <c:pt idx="18029">
                  <c:v>5.0060399999999996</c:v>
                </c:pt>
                <c:pt idx="18030">
                  <c:v>5.0063500000000003</c:v>
                </c:pt>
                <c:pt idx="18031">
                  <c:v>5.0066499999999996</c:v>
                </c:pt>
                <c:pt idx="18032">
                  <c:v>5.0069600000000003</c:v>
                </c:pt>
                <c:pt idx="18033">
                  <c:v>5.0072599999999996</c:v>
                </c:pt>
                <c:pt idx="18034">
                  <c:v>5.0075700000000003</c:v>
                </c:pt>
                <c:pt idx="18035">
                  <c:v>5.0078800000000001</c:v>
                </c:pt>
                <c:pt idx="18036">
                  <c:v>5.0081800000000003</c:v>
                </c:pt>
                <c:pt idx="18037">
                  <c:v>5.0084900000000001</c:v>
                </c:pt>
                <c:pt idx="18038">
                  <c:v>5.0087900000000003</c:v>
                </c:pt>
                <c:pt idx="18039">
                  <c:v>5.0091000000000001</c:v>
                </c:pt>
                <c:pt idx="18040">
                  <c:v>5.0094000000000003</c:v>
                </c:pt>
                <c:pt idx="18041">
                  <c:v>5.0097100000000001</c:v>
                </c:pt>
                <c:pt idx="18042">
                  <c:v>5.0100100000000003</c:v>
                </c:pt>
                <c:pt idx="18043">
                  <c:v>5.0103200000000001</c:v>
                </c:pt>
                <c:pt idx="18044">
                  <c:v>5.0106200000000003</c:v>
                </c:pt>
                <c:pt idx="18045">
                  <c:v>5.0109300000000001</c:v>
                </c:pt>
                <c:pt idx="18046">
                  <c:v>5.0112300000000003</c:v>
                </c:pt>
                <c:pt idx="18047">
                  <c:v>5.0115400000000001</c:v>
                </c:pt>
                <c:pt idx="18048">
                  <c:v>5.0118499999999999</c:v>
                </c:pt>
                <c:pt idx="18049">
                  <c:v>5.0121500000000001</c:v>
                </c:pt>
                <c:pt idx="18050">
                  <c:v>5.0124599999999999</c:v>
                </c:pt>
                <c:pt idx="18051">
                  <c:v>5.0127600000000001</c:v>
                </c:pt>
                <c:pt idx="18052">
                  <c:v>5.0130699999999999</c:v>
                </c:pt>
                <c:pt idx="18053">
                  <c:v>5.0133700000000001</c:v>
                </c:pt>
                <c:pt idx="18054">
                  <c:v>5.0136799999999999</c:v>
                </c:pt>
                <c:pt idx="18055">
                  <c:v>5.0139800000000001</c:v>
                </c:pt>
                <c:pt idx="18056">
                  <c:v>5.0142899999999999</c:v>
                </c:pt>
                <c:pt idx="18057">
                  <c:v>5.0145900000000001</c:v>
                </c:pt>
                <c:pt idx="18058">
                  <c:v>5.0148999999999999</c:v>
                </c:pt>
                <c:pt idx="18059">
                  <c:v>5.0152099999999997</c:v>
                </c:pt>
                <c:pt idx="18060">
                  <c:v>5.0155099999999999</c:v>
                </c:pt>
                <c:pt idx="18061">
                  <c:v>5.0158199999999997</c:v>
                </c:pt>
                <c:pt idx="18062">
                  <c:v>5.0161199999999999</c:v>
                </c:pt>
                <c:pt idx="18063">
                  <c:v>5.0164299999999997</c:v>
                </c:pt>
                <c:pt idx="18064">
                  <c:v>5.0167299999999999</c:v>
                </c:pt>
                <c:pt idx="18065">
                  <c:v>5.0170399999999997</c:v>
                </c:pt>
                <c:pt idx="18066">
                  <c:v>5.0173399999999999</c:v>
                </c:pt>
                <c:pt idx="18067">
                  <c:v>5.0176499999999997</c:v>
                </c:pt>
                <c:pt idx="18068">
                  <c:v>5.0179499999999999</c:v>
                </c:pt>
                <c:pt idx="18069">
                  <c:v>5.0182599999999997</c:v>
                </c:pt>
                <c:pt idx="18070">
                  <c:v>5.0185599999999999</c:v>
                </c:pt>
                <c:pt idx="18071">
                  <c:v>5.0188699999999997</c:v>
                </c:pt>
                <c:pt idx="18072">
                  <c:v>5.0191800000000004</c:v>
                </c:pt>
                <c:pt idx="18073">
                  <c:v>5.0194799999999997</c:v>
                </c:pt>
                <c:pt idx="18074">
                  <c:v>5.0197900000000004</c:v>
                </c:pt>
                <c:pt idx="18075">
                  <c:v>5.0200899999999997</c:v>
                </c:pt>
                <c:pt idx="18076">
                  <c:v>5.0204000000000004</c:v>
                </c:pt>
                <c:pt idx="18077">
                  <c:v>5.0206999999999997</c:v>
                </c:pt>
                <c:pt idx="18078">
                  <c:v>5.0210100000000004</c:v>
                </c:pt>
                <c:pt idx="18079">
                  <c:v>5.0213099999999997</c:v>
                </c:pt>
                <c:pt idx="18080">
                  <c:v>5.0216200000000004</c:v>
                </c:pt>
                <c:pt idx="18081">
                  <c:v>5.0219199999999997</c:v>
                </c:pt>
                <c:pt idx="18082">
                  <c:v>5.0222300000000004</c:v>
                </c:pt>
                <c:pt idx="18083">
                  <c:v>5.0225299999999997</c:v>
                </c:pt>
                <c:pt idx="18084">
                  <c:v>5.0228400000000004</c:v>
                </c:pt>
                <c:pt idx="18085">
                  <c:v>5.0231500000000002</c:v>
                </c:pt>
                <c:pt idx="18086">
                  <c:v>5.0234500000000004</c:v>
                </c:pt>
                <c:pt idx="18087">
                  <c:v>5.0237600000000002</c:v>
                </c:pt>
                <c:pt idx="18088">
                  <c:v>5.0240600000000004</c:v>
                </c:pt>
                <c:pt idx="18089">
                  <c:v>5.0243700000000002</c:v>
                </c:pt>
                <c:pt idx="18090">
                  <c:v>5.0246700000000004</c:v>
                </c:pt>
                <c:pt idx="18091">
                  <c:v>5.0249800000000002</c:v>
                </c:pt>
                <c:pt idx="18092">
                  <c:v>5.0252800000000004</c:v>
                </c:pt>
                <c:pt idx="18093">
                  <c:v>5.0255900000000002</c:v>
                </c:pt>
                <c:pt idx="18094">
                  <c:v>5.0258900000000004</c:v>
                </c:pt>
                <c:pt idx="18095">
                  <c:v>5.0262000000000002</c:v>
                </c:pt>
                <c:pt idx="18096">
                  <c:v>5.0265000000000004</c:v>
                </c:pt>
                <c:pt idx="18097">
                  <c:v>5.0268100000000002</c:v>
                </c:pt>
                <c:pt idx="18098">
                  <c:v>5.02712</c:v>
                </c:pt>
                <c:pt idx="18099">
                  <c:v>5.0274200000000002</c:v>
                </c:pt>
                <c:pt idx="18100">
                  <c:v>5.02773</c:v>
                </c:pt>
                <c:pt idx="18101">
                  <c:v>5.0280300000000002</c:v>
                </c:pt>
                <c:pt idx="18102">
                  <c:v>5.02834</c:v>
                </c:pt>
                <c:pt idx="18103">
                  <c:v>5.0286400000000002</c:v>
                </c:pt>
                <c:pt idx="18104">
                  <c:v>5.02895</c:v>
                </c:pt>
                <c:pt idx="18105">
                  <c:v>5.0292500000000002</c:v>
                </c:pt>
                <c:pt idx="18106">
                  <c:v>5.02956</c:v>
                </c:pt>
                <c:pt idx="18107">
                  <c:v>5.0298600000000002</c:v>
                </c:pt>
                <c:pt idx="18108">
                  <c:v>5.03017</c:v>
                </c:pt>
                <c:pt idx="18109">
                  <c:v>5.0304799999999998</c:v>
                </c:pt>
                <c:pt idx="18110">
                  <c:v>5.03078</c:v>
                </c:pt>
                <c:pt idx="18111">
                  <c:v>5.0310899999999998</c:v>
                </c:pt>
                <c:pt idx="18112">
                  <c:v>5.03139</c:v>
                </c:pt>
                <c:pt idx="18113">
                  <c:v>5.0316999999999998</c:v>
                </c:pt>
                <c:pt idx="18114">
                  <c:v>5.032</c:v>
                </c:pt>
                <c:pt idx="18115">
                  <c:v>5.0323099999999998</c:v>
                </c:pt>
                <c:pt idx="18116">
                  <c:v>5.03261</c:v>
                </c:pt>
                <c:pt idx="18117">
                  <c:v>5.0329199999999998</c:v>
                </c:pt>
                <c:pt idx="18118">
                  <c:v>5.03322</c:v>
                </c:pt>
                <c:pt idx="18119">
                  <c:v>5.0335299999999998</c:v>
                </c:pt>
                <c:pt idx="18120">
                  <c:v>5.03383</c:v>
                </c:pt>
                <c:pt idx="18121">
                  <c:v>5.0341399999999998</c:v>
                </c:pt>
                <c:pt idx="18122">
                  <c:v>5.0344499999999996</c:v>
                </c:pt>
                <c:pt idx="18123">
                  <c:v>5.0347499999999998</c:v>
                </c:pt>
                <c:pt idx="18124">
                  <c:v>5.0350599999999996</c:v>
                </c:pt>
                <c:pt idx="18125">
                  <c:v>5.0353599999999998</c:v>
                </c:pt>
                <c:pt idx="18126">
                  <c:v>5.0356699999999996</c:v>
                </c:pt>
                <c:pt idx="18127">
                  <c:v>5.0359699999999998</c:v>
                </c:pt>
                <c:pt idx="18128">
                  <c:v>5.0362799999999996</c:v>
                </c:pt>
                <c:pt idx="18129">
                  <c:v>5.0365799999999998</c:v>
                </c:pt>
                <c:pt idx="18130">
                  <c:v>5.0368899999999996</c:v>
                </c:pt>
                <c:pt idx="18131">
                  <c:v>5.0371899999999998</c:v>
                </c:pt>
                <c:pt idx="18132">
                  <c:v>5.0374999999999996</c:v>
                </c:pt>
                <c:pt idx="18133">
                  <c:v>5.0377999999999998</c:v>
                </c:pt>
                <c:pt idx="18134">
                  <c:v>5.0381099999999996</c:v>
                </c:pt>
                <c:pt idx="18135">
                  <c:v>5.0384200000000003</c:v>
                </c:pt>
                <c:pt idx="18136">
                  <c:v>5.0387199999999996</c:v>
                </c:pt>
                <c:pt idx="18137">
                  <c:v>5.0390300000000003</c:v>
                </c:pt>
                <c:pt idx="18138">
                  <c:v>5.0393299999999996</c:v>
                </c:pt>
                <c:pt idx="18139">
                  <c:v>5.0396400000000003</c:v>
                </c:pt>
                <c:pt idx="18140">
                  <c:v>5.0399399999999996</c:v>
                </c:pt>
                <c:pt idx="18141">
                  <c:v>5.0402500000000003</c:v>
                </c:pt>
                <c:pt idx="18142">
                  <c:v>5.0405499999999996</c:v>
                </c:pt>
                <c:pt idx="18143">
                  <c:v>5.0408600000000003</c:v>
                </c:pt>
                <c:pt idx="18144">
                  <c:v>5.0411599999999996</c:v>
                </c:pt>
                <c:pt idx="18145">
                  <c:v>5.0414700000000003</c:v>
                </c:pt>
                <c:pt idx="18146">
                  <c:v>5.0417699999999996</c:v>
                </c:pt>
                <c:pt idx="18147">
                  <c:v>5.0420800000000003</c:v>
                </c:pt>
                <c:pt idx="18148">
                  <c:v>5.0423900000000001</c:v>
                </c:pt>
                <c:pt idx="18149">
                  <c:v>5.0426900000000003</c:v>
                </c:pt>
                <c:pt idx="18150">
                  <c:v>5.0430000000000001</c:v>
                </c:pt>
                <c:pt idx="18151">
                  <c:v>5.0433000000000003</c:v>
                </c:pt>
                <c:pt idx="18152">
                  <c:v>5.0436100000000001</c:v>
                </c:pt>
                <c:pt idx="18153">
                  <c:v>5.0439100000000003</c:v>
                </c:pt>
                <c:pt idx="18154">
                  <c:v>5.0442200000000001</c:v>
                </c:pt>
                <c:pt idx="18155">
                  <c:v>5.0445200000000003</c:v>
                </c:pt>
                <c:pt idx="18156">
                  <c:v>5.0448300000000001</c:v>
                </c:pt>
                <c:pt idx="18157">
                  <c:v>5.0451300000000003</c:v>
                </c:pt>
                <c:pt idx="18158">
                  <c:v>5.0454400000000001</c:v>
                </c:pt>
                <c:pt idx="18159">
                  <c:v>5.0457400000000003</c:v>
                </c:pt>
                <c:pt idx="18160">
                  <c:v>5.0460500000000001</c:v>
                </c:pt>
                <c:pt idx="18161">
                  <c:v>5.04636</c:v>
                </c:pt>
                <c:pt idx="18162">
                  <c:v>5.0466600000000001</c:v>
                </c:pt>
                <c:pt idx="18163">
                  <c:v>5.04697</c:v>
                </c:pt>
                <c:pt idx="18164">
                  <c:v>5.0472700000000001</c:v>
                </c:pt>
                <c:pt idx="18165">
                  <c:v>5.04758</c:v>
                </c:pt>
                <c:pt idx="18166">
                  <c:v>5.0478800000000001</c:v>
                </c:pt>
                <c:pt idx="18167">
                  <c:v>5.04819</c:v>
                </c:pt>
                <c:pt idx="18168">
                  <c:v>5.0484900000000001</c:v>
                </c:pt>
                <c:pt idx="18169">
                  <c:v>5.0488</c:v>
                </c:pt>
                <c:pt idx="18170">
                  <c:v>5.0491000000000001</c:v>
                </c:pt>
                <c:pt idx="18171">
                  <c:v>5.04941</c:v>
                </c:pt>
                <c:pt idx="18172">
                  <c:v>5.0497199999999998</c:v>
                </c:pt>
                <c:pt idx="18173">
                  <c:v>5.05002</c:v>
                </c:pt>
                <c:pt idx="18174">
                  <c:v>5.0503299999999998</c:v>
                </c:pt>
                <c:pt idx="18175">
                  <c:v>5.05063</c:v>
                </c:pt>
                <c:pt idx="18176">
                  <c:v>5.0509399999999998</c:v>
                </c:pt>
                <c:pt idx="18177">
                  <c:v>5.05124</c:v>
                </c:pt>
                <c:pt idx="18178">
                  <c:v>5.0515499999999998</c:v>
                </c:pt>
                <c:pt idx="18179">
                  <c:v>5.05185</c:v>
                </c:pt>
                <c:pt idx="18180">
                  <c:v>5.0521599999999998</c:v>
                </c:pt>
                <c:pt idx="18181">
                  <c:v>5.05246</c:v>
                </c:pt>
                <c:pt idx="18182">
                  <c:v>5.0527699999999998</c:v>
                </c:pt>
                <c:pt idx="18183">
                  <c:v>5.05307</c:v>
                </c:pt>
                <c:pt idx="18184">
                  <c:v>5.0533799999999998</c:v>
                </c:pt>
                <c:pt idx="18185">
                  <c:v>5.0536899999999996</c:v>
                </c:pt>
                <c:pt idx="18186">
                  <c:v>5.0539899999999998</c:v>
                </c:pt>
                <c:pt idx="18187">
                  <c:v>5.0542999999999996</c:v>
                </c:pt>
                <c:pt idx="18188">
                  <c:v>5.0545999999999998</c:v>
                </c:pt>
                <c:pt idx="18189">
                  <c:v>5.0549099999999996</c:v>
                </c:pt>
                <c:pt idx="18190">
                  <c:v>5.0552099999999998</c:v>
                </c:pt>
                <c:pt idx="18191">
                  <c:v>5.0555199999999996</c:v>
                </c:pt>
                <c:pt idx="18192">
                  <c:v>5.0558199999999998</c:v>
                </c:pt>
                <c:pt idx="18193">
                  <c:v>5.0561299999999996</c:v>
                </c:pt>
                <c:pt idx="18194">
                  <c:v>5.0564299999999998</c:v>
                </c:pt>
                <c:pt idx="18195">
                  <c:v>5.0567399999999996</c:v>
                </c:pt>
                <c:pt idx="18196">
                  <c:v>5.0570399999999998</c:v>
                </c:pt>
                <c:pt idx="18197">
                  <c:v>5.0573499999999996</c:v>
                </c:pt>
                <c:pt idx="18198">
                  <c:v>5.0576600000000003</c:v>
                </c:pt>
                <c:pt idx="18199">
                  <c:v>5.0579599999999996</c:v>
                </c:pt>
                <c:pt idx="18200">
                  <c:v>5.0582700000000003</c:v>
                </c:pt>
                <c:pt idx="18201">
                  <c:v>5.0585699999999996</c:v>
                </c:pt>
                <c:pt idx="18202">
                  <c:v>5.0588800000000003</c:v>
                </c:pt>
                <c:pt idx="18203">
                  <c:v>5.0591799999999996</c:v>
                </c:pt>
                <c:pt idx="18204">
                  <c:v>5.0594900000000003</c:v>
                </c:pt>
                <c:pt idx="18205">
                  <c:v>5.0597899999999996</c:v>
                </c:pt>
                <c:pt idx="18206">
                  <c:v>5.0601000000000003</c:v>
                </c:pt>
                <c:pt idx="18207">
                  <c:v>5.0603999999999996</c:v>
                </c:pt>
                <c:pt idx="18208">
                  <c:v>5.0607100000000003</c:v>
                </c:pt>
                <c:pt idx="18209">
                  <c:v>5.0610099999999996</c:v>
                </c:pt>
                <c:pt idx="18210">
                  <c:v>5.0613200000000003</c:v>
                </c:pt>
                <c:pt idx="18211">
                  <c:v>5.0616300000000001</c:v>
                </c:pt>
                <c:pt idx="18212">
                  <c:v>5.0619300000000003</c:v>
                </c:pt>
                <c:pt idx="18213">
                  <c:v>5.0622400000000001</c:v>
                </c:pt>
                <c:pt idx="18214">
                  <c:v>5.0625400000000003</c:v>
                </c:pt>
                <c:pt idx="18215">
                  <c:v>5.0628500000000001</c:v>
                </c:pt>
                <c:pt idx="18216">
                  <c:v>5.0631500000000003</c:v>
                </c:pt>
                <c:pt idx="18217">
                  <c:v>5.0634600000000001</c:v>
                </c:pt>
                <c:pt idx="18218">
                  <c:v>5.0637600000000003</c:v>
                </c:pt>
                <c:pt idx="18219">
                  <c:v>5.0640700000000001</c:v>
                </c:pt>
                <c:pt idx="18220">
                  <c:v>5.0643700000000003</c:v>
                </c:pt>
                <c:pt idx="18221">
                  <c:v>5.0646800000000001</c:v>
                </c:pt>
                <c:pt idx="18222">
                  <c:v>5.0649800000000003</c:v>
                </c:pt>
                <c:pt idx="18223">
                  <c:v>5.0652900000000001</c:v>
                </c:pt>
                <c:pt idx="18224">
                  <c:v>5.0655999999999999</c:v>
                </c:pt>
                <c:pt idx="18225">
                  <c:v>5.0659000000000001</c:v>
                </c:pt>
                <c:pt idx="18226">
                  <c:v>5.0662099999999999</c:v>
                </c:pt>
                <c:pt idx="18227">
                  <c:v>5.0665100000000001</c:v>
                </c:pt>
                <c:pt idx="18228">
                  <c:v>5.0668199999999999</c:v>
                </c:pt>
                <c:pt idx="18229">
                  <c:v>5.0671200000000001</c:v>
                </c:pt>
                <c:pt idx="18230">
                  <c:v>5.0674299999999999</c:v>
                </c:pt>
                <c:pt idx="18231">
                  <c:v>5.0677300000000001</c:v>
                </c:pt>
                <c:pt idx="18232">
                  <c:v>5.0680399999999999</c:v>
                </c:pt>
                <c:pt idx="18233">
                  <c:v>5.0683400000000001</c:v>
                </c:pt>
                <c:pt idx="18234">
                  <c:v>5.0686499999999999</c:v>
                </c:pt>
                <c:pt idx="18235">
                  <c:v>5.0689599999999997</c:v>
                </c:pt>
                <c:pt idx="18236">
                  <c:v>5.0692599999999999</c:v>
                </c:pt>
                <c:pt idx="18237">
                  <c:v>5.0695699999999997</c:v>
                </c:pt>
                <c:pt idx="18238">
                  <c:v>5.0698699999999999</c:v>
                </c:pt>
                <c:pt idx="18239">
                  <c:v>5.0701799999999997</c:v>
                </c:pt>
                <c:pt idx="18240">
                  <c:v>5.0704799999999999</c:v>
                </c:pt>
                <c:pt idx="18241">
                  <c:v>5.0707899999999997</c:v>
                </c:pt>
                <c:pt idx="18242">
                  <c:v>5.0710899999999999</c:v>
                </c:pt>
                <c:pt idx="18243">
                  <c:v>5.0713999999999997</c:v>
                </c:pt>
                <c:pt idx="18244">
                  <c:v>5.0716999999999999</c:v>
                </c:pt>
                <c:pt idx="18245">
                  <c:v>5.0720099999999997</c:v>
                </c:pt>
                <c:pt idx="18246">
                  <c:v>5.0723099999999999</c:v>
                </c:pt>
                <c:pt idx="18247">
                  <c:v>5.0726199999999997</c:v>
                </c:pt>
                <c:pt idx="18248">
                  <c:v>5.0729300000000004</c:v>
                </c:pt>
                <c:pt idx="18249">
                  <c:v>5.0732299999999997</c:v>
                </c:pt>
                <c:pt idx="18250">
                  <c:v>5.0735400000000004</c:v>
                </c:pt>
                <c:pt idx="18251">
                  <c:v>5.0738399999999997</c:v>
                </c:pt>
                <c:pt idx="18252">
                  <c:v>5.0741500000000004</c:v>
                </c:pt>
                <c:pt idx="18253">
                  <c:v>5.0744499999999997</c:v>
                </c:pt>
                <c:pt idx="18254">
                  <c:v>5.0747600000000004</c:v>
                </c:pt>
                <c:pt idx="18255">
                  <c:v>5.0750599999999997</c:v>
                </c:pt>
                <c:pt idx="18256">
                  <c:v>5.0753700000000004</c:v>
                </c:pt>
                <c:pt idx="18257">
                  <c:v>5.0756699999999997</c:v>
                </c:pt>
                <c:pt idx="18258">
                  <c:v>5.0759800000000004</c:v>
                </c:pt>
                <c:pt idx="18259">
                  <c:v>5.0762799999999997</c:v>
                </c:pt>
                <c:pt idx="18260">
                  <c:v>5.0765900000000004</c:v>
                </c:pt>
                <c:pt idx="18261">
                  <c:v>5.0769000000000002</c:v>
                </c:pt>
                <c:pt idx="18262">
                  <c:v>5.0772000000000004</c:v>
                </c:pt>
                <c:pt idx="18263">
                  <c:v>5.0775100000000002</c:v>
                </c:pt>
                <c:pt idx="18264">
                  <c:v>5.0778100000000004</c:v>
                </c:pt>
                <c:pt idx="18265">
                  <c:v>5.0781200000000002</c:v>
                </c:pt>
                <c:pt idx="18266">
                  <c:v>5.0784200000000004</c:v>
                </c:pt>
                <c:pt idx="18267">
                  <c:v>5.0787300000000002</c:v>
                </c:pt>
                <c:pt idx="18268">
                  <c:v>5.0790300000000004</c:v>
                </c:pt>
                <c:pt idx="18269">
                  <c:v>5.0793400000000002</c:v>
                </c:pt>
                <c:pt idx="18270">
                  <c:v>5.0796400000000004</c:v>
                </c:pt>
                <c:pt idx="18271">
                  <c:v>5.0799500000000002</c:v>
                </c:pt>
                <c:pt idx="18272">
                  <c:v>5.0802500000000004</c:v>
                </c:pt>
                <c:pt idx="18273">
                  <c:v>5.0805600000000002</c:v>
                </c:pt>
                <c:pt idx="18274">
                  <c:v>5.08087</c:v>
                </c:pt>
                <c:pt idx="18275">
                  <c:v>5.0811700000000002</c:v>
                </c:pt>
                <c:pt idx="18276">
                  <c:v>5.08148</c:v>
                </c:pt>
                <c:pt idx="18277">
                  <c:v>5.0817800000000002</c:v>
                </c:pt>
                <c:pt idx="18278">
                  <c:v>5.08209</c:v>
                </c:pt>
                <c:pt idx="18279">
                  <c:v>5.0823900000000002</c:v>
                </c:pt>
                <c:pt idx="18280">
                  <c:v>5.0827</c:v>
                </c:pt>
                <c:pt idx="18281">
                  <c:v>5.0830000000000002</c:v>
                </c:pt>
                <c:pt idx="18282">
                  <c:v>5.08331</c:v>
                </c:pt>
                <c:pt idx="18283">
                  <c:v>5.0836100000000002</c:v>
                </c:pt>
                <c:pt idx="18284">
                  <c:v>5.08392</c:v>
                </c:pt>
                <c:pt idx="18285">
                  <c:v>5.0842299999999998</c:v>
                </c:pt>
                <c:pt idx="18286">
                  <c:v>5.08453</c:v>
                </c:pt>
                <c:pt idx="18287">
                  <c:v>5.0848399999999998</c:v>
                </c:pt>
                <c:pt idx="18288">
                  <c:v>5.08514</c:v>
                </c:pt>
                <c:pt idx="18289">
                  <c:v>5.0854499999999998</c:v>
                </c:pt>
                <c:pt idx="18290">
                  <c:v>5.08575</c:v>
                </c:pt>
                <c:pt idx="18291">
                  <c:v>5.0860599999999998</c:v>
                </c:pt>
                <c:pt idx="18292">
                  <c:v>5.08636</c:v>
                </c:pt>
                <c:pt idx="18293">
                  <c:v>5.0866699999999998</c:v>
                </c:pt>
                <c:pt idx="18294">
                  <c:v>5.08697</c:v>
                </c:pt>
                <c:pt idx="18295">
                  <c:v>5.0872799999999998</c:v>
                </c:pt>
                <c:pt idx="18296">
                  <c:v>5.08758</c:v>
                </c:pt>
                <c:pt idx="18297">
                  <c:v>5.0878899999999998</c:v>
                </c:pt>
                <c:pt idx="18298">
                  <c:v>5.0881999999999996</c:v>
                </c:pt>
                <c:pt idx="18299">
                  <c:v>5.0884999999999998</c:v>
                </c:pt>
                <c:pt idx="18300">
                  <c:v>5.0888099999999996</c:v>
                </c:pt>
                <c:pt idx="18301">
                  <c:v>5.0891099999999998</c:v>
                </c:pt>
                <c:pt idx="18302">
                  <c:v>5.0894199999999996</c:v>
                </c:pt>
                <c:pt idx="18303">
                  <c:v>5.0897199999999998</c:v>
                </c:pt>
                <c:pt idx="18304">
                  <c:v>5.0900299999999996</c:v>
                </c:pt>
                <c:pt idx="18305">
                  <c:v>5.0903299999999998</c:v>
                </c:pt>
                <c:pt idx="18306">
                  <c:v>5.0906399999999996</c:v>
                </c:pt>
                <c:pt idx="18307">
                  <c:v>5.0909399999999998</c:v>
                </c:pt>
                <c:pt idx="18308">
                  <c:v>5.0912499999999996</c:v>
                </c:pt>
                <c:pt idx="18309">
                  <c:v>5.0915499999999998</c:v>
                </c:pt>
                <c:pt idx="18310">
                  <c:v>5.0918599999999996</c:v>
                </c:pt>
                <c:pt idx="18311">
                  <c:v>5.0921700000000003</c:v>
                </c:pt>
                <c:pt idx="18312">
                  <c:v>5.0924699999999996</c:v>
                </c:pt>
                <c:pt idx="18313">
                  <c:v>5.0927800000000003</c:v>
                </c:pt>
                <c:pt idx="18314">
                  <c:v>5.0930799999999996</c:v>
                </c:pt>
                <c:pt idx="18315">
                  <c:v>5.0933900000000003</c:v>
                </c:pt>
                <c:pt idx="18316">
                  <c:v>5.0936899999999996</c:v>
                </c:pt>
                <c:pt idx="18317">
                  <c:v>5.0940000000000003</c:v>
                </c:pt>
                <c:pt idx="18318">
                  <c:v>5.0942999999999996</c:v>
                </c:pt>
                <c:pt idx="18319">
                  <c:v>5.0946100000000003</c:v>
                </c:pt>
                <c:pt idx="18320">
                  <c:v>5.0949099999999996</c:v>
                </c:pt>
                <c:pt idx="18321">
                  <c:v>5.0952200000000003</c:v>
                </c:pt>
                <c:pt idx="18322">
                  <c:v>5.0955199999999996</c:v>
                </c:pt>
                <c:pt idx="18323">
                  <c:v>5.0958300000000003</c:v>
                </c:pt>
                <c:pt idx="18324">
                  <c:v>5.0961400000000001</c:v>
                </c:pt>
                <c:pt idx="18325">
                  <c:v>5.0964400000000003</c:v>
                </c:pt>
                <c:pt idx="18326">
                  <c:v>5.0967500000000001</c:v>
                </c:pt>
                <c:pt idx="18327">
                  <c:v>5.0970500000000003</c:v>
                </c:pt>
                <c:pt idx="18328">
                  <c:v>5.0973600000000001</c:v>
                </c:pt>
                <c:pt idx="18329">
                  <c:v>5.0976600000000003</c:v>
                </c:pt>
                <c:pt idx="18330">
                  <c:v>5.0979700000000001</c:v>
                </c:pt>
                <c:pt idx="18331">
                  <c:v>5.0982700000000003</c:v>
                </c:pt>
                <c:pt idx="18332">
                  <c:v>5.0985800000000001</c:v>
                </c:pt>
                <c:pt idx="18333">
                  <c:v>5.0988800000000003</c:v>
                </c:pt>
                <c:pt idx="18334">
                  <c:v>5.0991900000000001</c:v>
                </c:pt>
                <c:pt idx="18335">
                  <c:v>5.0994900000000003</c:v>
                </c:pt>
                <c:pt idx="18336">
                  <c:v>5.0998000000000001</c:v>
                </c:pt>
                <c:pt idx="18337">
                  <c:v>5.1001099999999999</c:v>
                </c:pt>
                <c:pt idx="18338">
                  <c:v>5.1004100000000001</c:v>
                </c:pt>
                <c:pt idx="18339">
                  <c:v>5.1007199999999999</c:v>
                </c:pt>
                <c:pt idx="18340">
                  <c:v>5.1010200000000001</c:v>
                </c:pt>
                <c:pt idx="18341">
                  <c:v>5.1013299999999999</c:v>
                </c:pt>
                <c:pt idx="18342">
                  <c:v>5.1016300000000001</c:v>
                </c:pt>
                <c:pt idx="18343">
                  <c:v>5.1019399999999999</c:v>
                </c:pt>
                <c:pt idx="18344">
                  <c:v>5.1022400000000001</c:v>
                </c:pt>
                <c:pt idx="18345">
                  <c:v>5.1025499999999999</c:v>
                </c:pt>
                <c:pt idx="18346">
                  <c:v>5.1028500000000001</c:v>
                </c:pt>
                <c:pt idx="18347">
                  <c:v>5.1031599999999999</c:v>
                </c:pt>
                <c:pt idx="18348">
                  <c:v>5.1034699999999997</c:v>
                </c:pt>
                <c:pt idx="18349">
                  <c:v>5.1037699999999999</c:v>
                </c:pt>
                <c:pt idx="18350">
                  <c:v>5.1040799999999997</c:v>
                </c:pt>
                <c:pt idx="18351">
                  <c:v>5.1043799999999999</c:v>
                </c:pt>
                <c:pt idx="18352">
                  <c:v>5.1046899999999997</c:v>
                </c:pt>
                <c:pt idx="18353">
                  <c:v>5.1049899999999999</c:v>
                </c:pt>
                <c:pt idx="18354">
                  <c:v>5.1052999999999997</c:v>
                </c:pt>
                <c:pt idx="18355">
                  <c:v>5.1055999999999999</c:v>
                </c:pt>
                <c:pt idx="18356">
                  <c:v>5.1059099999999997</c:v>
                </c:pt>
                <c:pt idx="18357">
                  <c:v>5.1062099999999999</c:v>
                </c:pt>
                <c:pt idx="18358">
                  <c:v>5.1065199999999997</c:v>
                </c:pt>
                <c:pt idx="18359">
                  <c:v>5.1068199999999999</c:v>
                </c:pt>
                <c:pt idx="18360">
                  <c:v>5.1071299999999997</c:v>
                </c:pt>
                <c:pt idx="18361">
                  <c:v>5.1074400000000004</c:v>
                </c:pt>
                <c:pt idx="18362">
                  <c:v>5.1077399999999997</c:v>
                </c:pt>
                <c:pt idx="18363">
                  <c:v>5.1080500000000004</c:v>
                </c:pt>
                <c:pt idx="18364">
                  <c:v>5.1083499999999997</c:v>
                </c:pt>
                <c:pt idx="18365">
                  <c:v>5.1086600000000004</c:v>
                </c:pt>
                <c:pt idx="18366">
                  <c:v>5.1089599999999997</c:v>
                </c:pt>
                <c:pt idx="18367">
                  <c:v>5.1092700000000004</c:v>
                </c:pt>
                <c:pt idx="18368">
                  <c:v>5.1095699999999997</c:v>
                </c:pt>
                <c:pt idx="18369">
                  <c:v>5.1098800000000004</c:v>
                </c:pt>
                <c:pt idx="18370">
                  <c:v>5.1101799999999997</c:v>
                </c:pt>
                <c:pt idx="18371">
                  <c:v>5.1104900000000004</c:v>
                </c:pt>
                <c:pt idx="18372">
                  <c:v>5.1107899999999997</c:v>
                </c:pt>
                <c:pt idx="18373">
                  <c:v>5.1111000000000004</c:v>
                </c:pt>
                <c:pt idx="18374">
                  <c:v>5.1114100000000002</c:v>
                </c:pt>
                <c:pt idx="18375">
                  <c:v>5.1117100000000004</c:v>
                </c:pt>
                <c:pt idx="18376">
                  <c:v>5.1120200000000002</c:v>
                </c:pt>
                <c:pt idx="18377">
                  <c:v>5.1123200000000004</c:v>
                </c:pt>
                <c:pt idx="18378">
                  <c:v>5.1126300000000002</c:v>
                </c:pt>
                <c:pt idx="18379">
                  <c:v>5.1129300000000004</c:v>
                </c:pt>
                <c:pt idx="18380">
                  <c:v>5.1132400000000002</c:v>
                </c:pt>
                <c:pt idx="18381">
                  <c:v>5.1135400000000004</c:v>
                </c:pt>
                <c:pt idx="18382">
                  <c:v>5.1138500000000002</c:v>
                </c:pt>
                <c:pt idx="18383">
                  <c:v>5.1141500000000004</c:v>
                </c:pt>
                <c:pt idx="18384">
                  <c:v>5.1144600000000002</c:v>
                </c:pt>
                <c:pt idx="18385">
                  <c:v>5.1147600000000004</c:v>
                </c:pt>
                <c:pt idx="18386">
                  <c:v>5.1150700000000002</c:v>
                </c:pt>
                <c:pt idx="18387">
                  <c:v>5.11538</c:v>
                </c:pt>
                <c:pt idx="18388">
                  <c:v>5.1156800000000002</c:v>
                </c:pt>
                <c:pt idx="18389">
                  <c:v>5.11599</c:v>
                </c:pt>
                <c:pt idx="18390">
                  <c:v>5.1162900000000002</c:v>
                </c:pt>
                <c:pt idx="18391">
                  <c:v>5.1166</c:v>
                </c:pt>
                <c:pt idx="18392">
                  <c:v>5.1169000000000002</c:v>
                </c:pt>
                <c:pt idx="18393">
                  <c:v>5.11721</c:v>
                </c:pt>
                <c:pt idx="18394">
                  <c:v>5.1175100000000002</c:v>
                </c:pt>
                <c:pt idx="18395">
                  <c:v>5.11782</c:v>
                </c:pt>
                <c:pt idx="18396">
                  <c:v>5.1181200000000002</c:v>
                </c:pt>
                <c:pt idx="18397">
                  <c:v>5.11843</c:v>
                </c:pt>
                <c:pt idx="18398">
                  <c:v>5.1187300000000002</c:v>
                </c:pt>
                <c:pt idx="18399">
                  <c:v>5.11904</c:v>
                </c:pt>
                <c:pt idx="18400">
                  <c:v>5.1193499999999998</c:v>
                </c:pt>
                <c:pt idx="18401">
                  <c:v>5.11965</c:v>
                </c:pt>
                <c:pt idx="18402">
                  <c:v>5.1199599999999998</c:v>
                </c:pt>
                <c:pt idx="18403">
                  <c:v>5.12026</c:v>
                </c:pt>
                <c:pt idx="18404">
                  <c:v>5.1205699999999998</c:v>
                </c:pt>
                <c:pt idx="18405">
                  <c:v>5.12087</c:v>
                </c:pt>
                <c:pt idx="18406">
                  <c:v>5.1211799999999998</c:v>
                </c:pt>
                <c:pt idx="18407">
                  <c:v>5.12148</c:v>
                </c:pt>
                <c:pt idx="18408">
                  <c:v>5.1217899999999998</c:v>
                </c:pt>
                <c:pt idx="18409">
                  <c:v>5.12209</c:v>
                </c:pt>
                <c:pt idx="18410">
                  <c:v>5.1223999999999998</c:v>
                </c:pt>
                <c:pt idx="18411">
                  <c:v>5.1227099999999997</c:v>
                </c:pt>
                <c:pt idx="18412">
                  <c:v>5.1230099999999998</c:v>
                </c:pt>
                <c:pt idx="18413">
                  <c:v>5.1233199999999997</c:v>
                </c:pt>
                <c:pt idx="18414">
                  <c:v>5.1236199999999998</c:v>
                </c:pt>
                <c:pt idx="18415">
                  <c:v>5.1239299999999997</c:v>
                </c:pt>
                <c:pt idx="18416">
                  <c:v>5.1242299999999998</c:v>
                </c:pt>
                <c:pt idx="18417">
                  <c:v>5.1245399999999997</c:v>
                </c:pt>
                <c:pt idx="18418">
                  <c:v>5.1248399999999998</c:v>
                </c:pt>
                <c:pt idx="18419">
                  <c:v>5.1251499999999997</c:v>
                </c:pt>
                <c:pt idx="18420">
                  <c:v>5.1254499999999998</c:v>
                </c:pt>
                <c:pt idx="18421">
                  <c:v>5.1257599999999996</c:v>
                </c:pt>
                <c:pt idx="18422">
                  <c:v>5.1260599999999998</c:v>
                </c:pt>
                <c:pt idx="18423">
                  <c:v>5.1263699999999996</c:v>
                </c:pt>
                <c:pt idx="18424">
                  <c:v>5.1266800000000003</c:v>
                </c:pt>
                <c:pt idx="18425">
                  <c:v>5.1269799999999996</c:v>
                </c:pt>
                <c:pt idx="18426">
                  <c:v>5.1272900000000003</c:v>
                </c:pt>
                <c:pt idx="18427">
                  <c:v>5.1275899999999996</c:v>
                </c:pt>
                <c:pt idx="18428">
                  <c:v>5.1279000000000003</c:v>
                </c:pt>
                <c:pt idx="18429">
                  <c:v>5.1281999999999996</c:v>
                </c:pt>
                <c:pt idx="18430">
                  <c:v>5.1285100000000003</c:v>
                </c:pt>
                <c:pt idx="18431">
                  <c:v>5.1288099999999996</c:v>
                </c:pt>
                <c:pt idx="18432">
                  <c:v>5.1291200000000003</c:v>
                </c:pt>
                <c:pt idx="18433">
                  <c:v>5.1294199999999996</c:v>
                </c:pt>
                <c:pt idx="18434">
                  <c:v>5.1297300000000003</c:v>
                </c:pt>
                <c:pt idx="18435">
                  <c:v>5.1300299999999996</c:v>
                </c:pt>
                <c:pt idx="18436">
                  <c:v>5.1303400000000003</c:v>
                </c:pt>
                <c:pt idx="18437">
                  <c:v>5.1306500000000002</c:v>
                </c:pt>
                <c:pt idx="18438">
                  <c:v>5.1309500000000003</c:v>
                </c:pt>
                <c:pt idx="18439">
                  <c:v>5.1312600000000002</c:v>
                </c:pt>
                <c:pt idx="18440">
                  <c:v>5.1315600000000003</c:v>
                </c:pt>
                <c:pt idx="18441">
                  <c:v>5.1318700000000002</c:v>
                </c:pt>
                <c:pt idx="18442">
                  <c:v>5.1321700000000003</c:v>
                </c:pt>
                <c:pt idx="18443">
                  <c:v>5.1324800000000002</c:v>
                </c:pt>
                <c:pt idx="18444">
                  <c:v>5.1327800000000003</c:v>
                </c:pt>
                <c:pt idx="18445">
                  <c:v>5.1330900000000002</c:v>
                </c:pt>
                <c:pt idx="18446">
                  <c:v>5.1333900000000003</c:v>
                </c:pt>
                <c:pt idx="18447">
                  <c:v>5.1337000000000002</c:v>
                </c:pt>
                <c:pt idx="18448">
                  <c:v>5.1340000000000003</c:v>
                </c:pt>
                <c:pt idx="18449">
                  <c:v>5.1343100000000002</c:v>
                </c:pt>
                <c:pt idx="18450">
                  <c:v>5.13462</c:v>
                </c:pt>
                <c:pt idx="18451">
                  <c:v>5.1349200000000002</c:v>
                </c:pt>
                <c:pt idx="18452">
                  <c:v>5.13523</c:v>
                </c:pt>
                <c:pt idx="18453">
                  <c:v>5.1355300000000002</c:v>
                </c:pt>
                <c:pt idx="18454">
                  <c:v>5.13584</c:v>
                </c:pt>
                <c:pt idx="18455">
                  <c:v>5.1361400000000001</c:v>
                </c:pt>
                <c:pt idx="18456">
                  <c:v>5.13645</c:v>
                </c:pt>
                <c:pt idx="18457">
                  <c:v>5.1367500000000001</c:v>
                </c:pt>
                <c:pt idx="18458">
                  <c:v>5.13706</c:v>
                </c:pt>
                <c:pt idx="18459">
                  <c:v>5.1373600000000001</c:v>
                </c:pt>
                <c:pt idx="18460">
                  <c:v>5.13767</c:v>
                </c:pt>
                <c:pt idx="18461">
                  <c:v>5.1379700000000001</c:v>
                </c:pt>
                <c:pt idx="18462">
                  <c:v>5.13828</c:v>
                </c:pt>
                <c:pt idx="18463">
                  <c:v>5.1385899999999998</c:v>
                </c:pt>
                <c:pt idx="18464">
                  <c:v>5.13889</c:v>
                </c:pt>
                <c:pt idx="18465">
                  <c:v>5.1391999999999998</c:v>
                </c:pt>
                <c:pt idx="18466">
                  <c:v>5.1395</c:v>
                </c:pt>
                <c:pt idx="18467">
                  <c:v>5.1398099999999998</c:v>
                </c:pt>
                <c:pt idx="18468">
                  <c:v>5.14011</c:v>
                </c:pt>
                <c:pt idx="18469">
                  <c:v>5.1404199999999998</c:v>
                </c:pt>
                <c:pt idx="18470">
                  <c:v>5.14072</c:v>
                </c:pt>
                <c:pt idx="18471">
                  <c:v>5.1410299999999998</c:v>
                </c:pt>
                <c:pt idx="18472">
                  <c:v>5.14133</c:v>
                </c:pt>
                <c:pt idx="18473">
                  <c:v>5.1416399999999998</c:v>
                </c:pt>
                <c:pt idx="18474">
                  <c:v>5.1419499999999996</c:v>
                </c:pt>
                <c:pt idx="18475">
                  <c:v>5.1422499999999998</c:v>
                </c:pt>
                <c:pt idx="18476">
                  <c:v>5.1425599999999996</c:v>
                </c:pt>
                <c:pt idx="18477">
                  <c:v>5.1428599999999998</c:v>
                </c:pt>
                <c:pt idx="18478">
                  <c:v>5.1431699999999996</c:v>
                </c:pt>
                <c:pt idx="18479">
                  <c:v>5.1434699999999998</c:v>
                </c:pt>
                <c:pt idx="18480">
                  <c:v>5.1437799999999996</c:v>
                </c:pt>
                <c:pt idx="18481">
                  <c:v>5.1440799999999998</c:v>
                </c:pt>
                <c:pt idx="18482">
                  <c:v>5.1443899999999996</c:v>
                </c:pt>
                <c:pt idx="18483">
                  <c:v>5.1446899999999998</c:v>
                </c:pt>
                <c:pt idx="18484">
                  <c:v>5.1449999999999996</c:v>
                </c:pt>
                <c:pt idx="18485">
                  <c:v>5.1452999999999998</c:v>
                </c:pt>
                <c:pt idx="18486">
                  <c:v>5.1456099999999996</c:v>
                </c:pt>
                <c:pt idx="18487">
                  <c:v>5.1459200000000003</c:v>
                </c:pt>
                <c:pt idx="18488">
                  <c:v>5.1462199999999996</c:v>
                </c:pt>
                <c:pt idx="18489">
                  <c:v>5.1465300000000003</c:v>
                </c:pt>
                <c:pt idx="18490">
                  <c:v>5.1468299999999996</c:v>
                </c:pt>
                <c:pt idx="18491">
                  <c:v>5.1471400000000003</c:v>
                </c:pt>
                <c:pt idx="18492">
                  <c:v>5.1474399999999996</c:v>
                </c:pt>
                <c:pt idx="18493">
                  <c:v>5.1477500000000003</c:v>
                </c:pt>
                <c:pt idx="18494">
                  <c:v>5.1480499999999996</c:v>
                </c:pt>
                <c:pt idx="18495">
                  <c:v>5.1483600000000003</c:v>
                </c:pt>
                <c:pt idx="18496">
                  <c:v>5.1486599999999996</c:v>
                </c:pt>
                <c:pt idx="18497">
                  <c:v>5.1489700000000003</c:v>
                </c:pt>
                <c:pt idx="18498">
                  <c:v>5.1492699999999996</c:v>
                </c:pt>
                <c:pt idx="18499">
                  <c:v>5.1495800000000003</c:v>
                </c:pt>
                <c:pt idx="18500">
                  <c:v>5.1498900000000001</c:v>
                </c:pt>
                <c:pt idx="18501">
                  <c:v>5.1501900000000003</c:v>
                </c:pt>
                <c:pt idx="18502">
                  <c:v>5.1505000000000001</c:v>
                </c:pt>
                <c:pt idx="18503">
                  <c:v>5.1508000000000003</c:v>
                </c:pt>
                <c:pt idx="18504">
                  <c:v>5.1511100000000001</c:v>
                </c:pt>
                <c:pt idx="18505">
                  <c:v>5.1514100000000003</c:v>
                </c:pt>
                <c:pt idx="18506">
                  <c:v>5.1517200000000001</c:v>
                </c:pt>
                <c:pt idx="18507">
                  <c:v>5.1520200000000003</c:v>
                </c:pt>
                <c:pt idx="18508">
                  <c:v>5.1523300000000001</c:v>
                </c:pt>
                <c:pt idx="18509">
                  <c:v>5.1526300000000003</c:v>
                </c:pt>
                <c:pt idx="18510">
                  <c:v>5.1529400000000001</c:v>
                </c:pt>
                <c:pt idx="18511">
                  <c:v>5.1532400000000003</c:v>
                </c:pt>
                <c:pt idx="18512">
                  <c:v>5.1535500000000001</c:v>
                </c:pt>
                <c:pt idx="18513">
                  <c:v>5.1538599999999999</c:v>
                </c:pt>
                <c:pt idx="18514">
                  <c:v>5.1541600000000001</c:v>
                </c:pt>
                <c:pt idx="18515">
                  <c:v>5.1544699999999999</c:v>
                </c:pt>
                <c:pt idx="18516">
                  <c:v>5.1547700000000001</c:v>
                </c:pt>
                <c:pt idx="18517">
                  <c:v>5.1550799999999999</c:v>
                </c:pt>
                <c:pt idx="18518">
                  <c:v>5.1553800000000001</c:v>
                </c:pt>
                <c:pt idx="18519">
                  <c:v>5.1556899999999999</c:v>
                </c:pt>
                <c:pt idx="18520">
                  <c:v>5.1559900000000001</c:v>
                </c:pt>
                <c:pt idx="18521">
                  <c:v>5.1562999999999999</c:v>
                </c:pt>
                <c:pt idx="18522">
                  <c:v>5.1566000000000001</c:v>
                </c:pt>
                <c:pt idx="18523">
                  <c:v>5.1569099999999999</c:v>
                </c:pt>
                <c:pt idx="18524">
                  <c:v>5.1572199999999997</c:v>
                </c:pt>
                <c:pt idx="18525">
                  <c:v>5.1575199999999999</c:v>
                </c:pt>
                <c:pt idx="18526">
                  <c:v>5.1578299999999997</c:v>
                </c:pt>
                <c:pt idx="18527">
                  <c:v>5.1581299999999999</c:v>
                </c:pt>
                <c:pt idx="18528">
                  <c:v>5.1584399999999997</c:v>
                </c:pt>
                <c:pt idx="18529">
                  <c:v>5.1587399999999999</c:v>
                </c:pt>
                <c:pt idx="18530">
                  <c:v>5.1590499999999997</c:v>
                </c:pt>
                <c:pt idx="18531">
                  <c:v>5.1593499999999999</c:v>
                </c:pt>
                <c:pt idx="18532">
                  <c:v>5.1596599999999997</c:v>
                </c:pt>
                <c:pt idx="18533">
                  <c:v>5.1599599999999999</c:v>
                </c:pt>
                <c:pt idx="18534">
                  <c:v>5.1602699999999997</c:v>
                </c:pt>
                <c:pt idx="18535">
                  <c:v>5.1605699999999999</c:v>
                </c:pt>
                <c:pt idx="18536">
                  <c:v>5.1608799999999997</c:v>
                </c:pt>
                <c:pt idx="18537">
                  <c:v>5.1611900000000004</c:v>
                </c:pt>
                <c:pt idx="18538">
                  <c:v>5.1614899999999997</c:v>
                </c:pt>
                <c:pt idx="18539">
                  <c:v>5.1618000000000004</c:v>
                </c:pt>
                <c:pt idx="18540">
                  <c:v>5.1620999999999997</c:v>
                </c:pt>
                <c:pt idx="18541">
                  <c:v>5.1624100000000004</c:v>
                </c:pt>
                <c:pt idx="18542">
                  <c:v>5.1627099999999997</c:v>
                </c:pt>
                <c:pt idx="18543">
                  <c:v>5.1630200000000004</c:v>
                </c:pt>
                <c:pt idx="18544">
                  <c:v>5.1633199999999997</c:v>
                </c:pt>
                <c:pt idx="18545">
                  <c:v>5.1636300000000004</c:v>
                </c:pt>
                <c:pt idx="18546">
                  <c:v>5.1639299999999997</c:v>
                </c:pt>
                <c:pt idx="18547">
                  <c:v>5.1642400000000004</c:v>
                </c:pt>
                <c:pt idx="18548">
                  <c:v>5.1645399999999997</c:v>
                </c:pt>
                <c:pt idx="18549">
                  <c:v>5.1648500000000004</c:v>
                </c:pt>
                <c:pt idx="18550">
                  <c:v>5.1651600000000002</c:v>
                </c:pt>
                <c:pt idx="18551">
                  <c:v>5.1654600000000004</c:v>
                </c:pt>
                <c:pt idx="18552">
                  <c:v>5.1657700000000002</c:v>
                </c:pt>
                <c:pt idx="18553">
                  <c:v>5.1660700000000004</c:v>
                </c:pt>
                <c:pt idx="18554">
                  <c:v>5.1663800000000002</c:v>
                </c:pt>
                <c:pt idx="18555">
                  <c:v>5.1666800000000004</c:v>
                </c:pt>
                <c:pt idx="18556">
                  <c:v>5.1669900000000002</c:v>
                </c:pt>
                <c:pt idx="18557">
                  <c:v>5.1672900000000004</c:v>
                </c:pt>
                <c:pt idx="18558">
                  <c:v>5.1676000000000002</c:v>
                </c:pt>
                <c:pt idx="18559">
                  <c:v>5.1679000000000004</c:v>
                </c:pt>
                <c:pt idx="18560">
                  <c:v>5.1682100000000002</c:v>
                </c:pt>
                <c:pt idx="18561">
                  <c:v>5.1685100000000004</c:v>
                </c:pt>
                <c:pt idx="18562">
                  <c:v>5.1688200000000002</c:v>
                </c:pt>
                <c:pt idx="18563">
                  <c:v>5.16913</c:v>
                </c:pt>
                <c:pt idx="18564">
                  <c:v>5.1694300000000002</c:v>
                </c:pt>
                <c:pt idx="18565">
                  <c:v>5.16974</c:v>
                </c:pt>
                <c:pt idx="18566">
                  <c:v>5.1700400000000002</c:v>
                </c:pt>
                <c:pt idx="18567">
                  <c:v>5.17035</c:v>
                </c:pt>
                <c:pt idx="18568">
                  <c:v>5.1706500000000002</c:v>
                </c:pt>
                <c:pt idx="18569">
                  <c:v>5.17096</c:v>
                </c:pt>
                <c:pt idx="18570">
                  <c:v>5.1712600000000002</c:v>
                </c:pt>
                <c:pt idx="18571">
                  <c:v>5.17157</c:v>
                </c:pt>
                <c:pt idx="18572">
                  <c:v>5.1718700000000002</c:v>
                </c:pt>
                <c:pt idx="18573">
                  <c:v>5.17218</c:v>
                </c:pt>
                <c:pt idx="18574">
                  <c:v>5.1724800000000002</c:v>
                </c:pt>
                <c:pt idx="18575">
                  <c:v>5.17279</c:v>
                </c:pt>
                <c:pt idx="18576">
                  <c:v>5.1730999999999998</c:v>
                </c:pt>
                <c:pt idx="18577">
                  <c:v>5.1734</c:v>
                </c:pt>
                <c:pt idx="18578">
                  <c:v>5.1737099999999998</c:v>
                </c:pt>
                <c:pt idx="18579">
                  <c:v>5.17401</c:v>
                </c:pt>
                <c:pt idx="18580">
                  <c:v>5.1743199999999998</c:v>
                </c:pt>
                <c:pt idx="18581">
                  <c:v>5.17462</c:v>
                </c:pt>
                <c:pt idx="18582">
                  <c:v>5.1749299999999998</c:v>
                </c:pt>
                <c:pt idx="18583">
                  <c:v>5.17523</c:v>
                </c:pt>
                <c:pt idx="18584">
                  <c:v>5.1755399999999998</c:v>
                </c:pt>
                <c:pt idx="18585">
                  <c:v>5.17584</c:v>
                </c:pt>
                <c:pt idx="18586">
                  <c:v>5.1761499999999998</c:v>
                </c:pt>
                <c:pt idx="18587">
                  <c:v>5.1764599999999996</c:v>
                </c:pt>
                <c:pt idx="18588">
                  <c:v>5.1767599999999998</c:v>
                </c:pt>
                <c:pt idx="18589">
                  <c:v>5.1770699999999996</c:v>
                </c:pt>
                <c:pt idx="18590">
                  <c:v>5.1773699999999998</c:v>
                </c:pt>
                <c:pt idx="18591">
                  <c:v>5.1776799999999996</c:v>
                </c:pt>
                <c:pt idx="18592">
                  <c:v>5.1779799999999998</c:v>
                </c:pt>
                <c:pt idx="18593">
                  <c:v>5.1782899999999996</c:v>
                </c:pt>
                <c:pt idx="18594">
                  <c:v>5.1785899999999998</c:v>
                </c:pt>
                <c:pt idx="18595">
                  <c:v>5.1788999999999996</c:v>
                </c:pt>
                <c:pt idx="18596">
                  <c:v>5.1791999999999998</c:v>
                </c:pt>
                <c:pt idx="18597">
                  <c:v>5.1795099999999996</c:v>
                </c:pt>
                <c:pt idx="18598">
                  <c:v>5.1798099999999998</c:v>
                </c:pt>
                <c:pt idx="18599">
                  <c:v>5.1801199999999996</c:v>
                </c:pt>
                <c:pt idx="18600">
                  <c:v>5.1804300000000003</c:v>
                </c:pt>
                <c:pt idx="18601">
                  <c:v>5.1807299999999996</c:v>
                </c:pt>
                <c:pt idx="18602">
                  <c:v>5.1810400000000003</c:v>
                </c:pt>
                <c:pt idx="18603">
                  <c:v>5.1813399999999996</c:v>
                </c:pt>
                <c:pt idx="18604">
                  <c:v>5.1816500000000003</c:v>
                </c:pt>
                <c:pt idx="18605">
                  <c:v>5.1819499999999996</c:v>
                </c:pt>
                <c:pt idx="18606">
                  <c:v>5.1822600000000003</c:v>
                </c:pt>
                <c:pt idx="18607">
                  <c:v>5.1825599999999996</c:v>
                </c:pt>
                <c:pt idx="18608">
                  <c:v>5.1828700000000003</c:v>
                </c:pt>
                <c:pt idx="18609">
                  <c:v>5.1831699999999996</c:v>
                </c:pt>
                <c:pt idx="18610">
                  <c:v>5.1834800000000003</c:v>
                </c:pt>
                <c:pt idx="18611">
                  <c:v>5.1837799999999996</c:v>
                </c:pt>
                <c:pt idx="18612">
                  <c:v>5.1840900000000003</c:v>
                </c:pt>
                <c:pt idx="18613">
                  <c:v>5.1844000000000001</c:v>
                </c:pt>
                <c:pt idx="18614">
                  <c:v>5.1847000000000003</c:v>
                </c:pt>
                <c:pt idx="18615">
                  <c:v>5.1850100000000001</c:v>
                </c:pt>
                <c:pt idx="18616">
                  <c:v>5.1853100000000003</c:v>
                </c:pt>
                <c:pt idx="18617">
                  <c:v>5.1856200000000001</c:v>
                </c:pt>
                <c:pt idx="18618">
                  <c:v>5.1859200000000003</c:v>
                </c:pt>
                <c:pt idx="18619">
                  <c:v>5.1862300000000001</c:v>
                </c:pt>
                <c:pt idx="18620">
                  <c:v>5.1865300000000003</c:v>
                </c:pt>
                <c:pt idx="18621">
                  <c:v>5.1868400000000001</c:v>
                </c:pt>
                <c:pt idx="18622">
                  <c:v>5.1871400000000003</c:v>
                </c:pt>
                <c:pt idx="18623">
                  <c:v>5.1874500000000001</c:v>
                </c:pt>
                <c:pt idx="18624">
                  <c:v>5.1877500000000003</c:v>
                </c:pt>
                <c:pt idx="18625">
                  <c:v>5.1880600000000001</c:v>
                </c:pt>
                <c:pt idx="18626">
                  <c:v>5.1883699999999999</c:v>
                </c:pt>
                <c:pt idx="18627">
                  <c:v>5.1886700000000001</c:v>
                </c:pt>
                <c:pt idx="18628">
                  <c:v>5.1889799999999999</c:v>
                </c:pt>
                <c:pt idx="18629">
                  <c:v>5.1892800000000001</c:v>
                </c:pt>
                <c:pt idx="18630">
                  <c:v>5.1895899999999999</c:v>
                </c:pt>
                <c:pt idx="18631">
                  <c:v>5.1898900000000001</c:v>
                </c:pt>
                <c:pt idx="18632">
                  <c:v>5.1901999999999999</c:v>
                </c:pt>
                <c:pt idx="18633">
                  <c:v>5.1905000000000001</c:v>
                </c:pt>
                <c:pt idx="18634">
                  <c:v>5.1908099999999999</c:v>
                </c:pt>
                <c:pt idx="18635">
                  <c:v>5.1911100000000001</c:v>
                </c:pt>
                <c:pt idx="18636">
                  <c:v>5.1914199999999999</c:v>
                </c:pt>
                <c:pt idx="18637">
                  <c:v>5.1917200000000001</c:v>
                </c:pt>
                <c:pt idx="18638">
                  <c:v>5.1920299999999999</c:v>
                </c:pt>
                <c:pt idx="18639">
                  <c:v>5.1923399999999997</c:v>
                </c:pt>
                <c:pt idx="18640">
                  <c:v>5.1926399999999999</c:v>
                </c:pt>
                <c:pt idx="18641">
                  <c:v>5.1929499999999997</c:v>
                </c:pt>
                <c:pt idx="18642">
                  <c:v>5.1932499999999999</c:v>
                </c:pt>
                <c:pt idx="18643">
                  <c:v>5.1935599999999997</c:v>
                </c:pt>
                <c:pt idx="18644">
                  <c:v>5.1938599999999999</c:v>
                </c:pt>
                <c:pt idx="18645">
                  <c:v>5.1941699999999997</c:v>
                </c:pt>
                <c:pt idx="18646">
                  <c:v>5.1944699999999999</c:v>
                </c:pt>
                <c:pt idx="18647">
                  <c:v>5.1947799999999997</c:v>
                </c:pt>
                <c:pt idx="18648">
                  <c:v>5.1950799999999999</c:v>
                </c:pt>
                <c:pt idx="18649">
                  <c:v>5.1953899999999997</c:v>
                </c:pt>
                <c:pt idx="18650">
                  <c:v>5.1957000000000004</c:v>
                </c:pt>
                <c:pt idx="18651">
                  <c:v>5.1959999999999997</c:v>
                </c:pt>
                <c:pt idx="18652">
                  <c:v>5.1963100000000004</c:v>
                </c:pt>
                <c:pt idx="18653">
                  <c:v>5.1966099999999997</c:v>
                </c:pt>
                <c:pt idx="18654">
                  <c:v>5.1969200000000004</c:v>
                </c:pt>
                <c:pt idx="18655">
                  <c:v>5.1972199999999997</c:v>
                </c:pt>
                <c:pt idx="18656">
                  <c:v>5.1975300000000004</c:v>
                </c:pt>
                <c:pt idx="18657">
                  <c:v>5.1978299999999997</c:v>
                </c:pt>
                <c:pt idx="18658">
                  <c:v>5.1981400000000004</c:v>
                </c:pt>
                <c:pt idx="18659">
                  <c:v>5.1984399999999997</c:v>
                </c:pt>
                <c:pt idx="18660">
                  <c:v>5.1987500000000004</c:v>
                </c:pt>
                <c:pt idx="18661">
                  <c:v>5.1990499999999997</c:v>
                </c:pt>
                <c:pt idx="18662">
                  <c:v>5.1993600000000004</c:v>
                </c:pt>
                <c:pt idx="18663">
                  <c:v>5.1996700000000002</c:v>
                </c:pt>
                <c:pt idx="18664">
                  <c:v>5.1999700000000004</c:v>
                </c:pt>
                <c:pt idx="18665">
                  <c:v>5.2002800000000002</c:v>
                </c:pt>
                <c:pt idx="18666">
                  <c:v>5.2005800000000004</c:v>
                </c:pt>
                <c:pt idx="18667">
                  <c:v>5.2008900000000002</c:v>
                </c:pt>
                <c:pt idx="18668">
                  <c:v>5.2011900000000004</c:v>
                </c:pt>
                <c:pt idx="18669">
                  <c:v>5.2015000000000002</c:v>
                </c:pt>
                <c:pt idx="18670">
                  <c:v>5.2018000000000004</c:v>
                </c:pt>
                <c:pt idx="18671">
                  <c:v>5.2021100000000002</c:v>
                </c:pt>
                <c:pt idx="18672">
                  <c:v>5.2024100000000004</c:v>
                </c:pt>
                <c:pt idx="18673">
                  <c:v>5.2027200000000002</c:v>
                </c:pt>
                <c:pt idx="18674">
                  <c:v>5.2030200000000004</c:v>
                </c:pt>
                <c:pt idx="18675">
                  <c:v>5.2033300000000002</c:v>
                </c:pt>
                <c:pt idx="18676">
                  <c:v>5.20364</c:v>
                </c:pt>
                <c:pt idx="18677">
                  <c:v>5.2039400000000002</c:v>
                </c:pt>
                <c:pt idx="18678">
                  <c:v>5.20425</c:v>
                </c:pt>
                <c:pt idx="18679">
                  <c:v>5.2045500000000002</c:v>
                </c:pt>
                <c:pt idx="18680">
                  <c:v>5.20486</c:v>
                </c:pt>
                <c:pt idx="18681">
                  <c:v>5.2051600000000002</c:v>
                </c:pt>
                <c:pt idx="18682">
                  <c:v>5.20547</c:v>
                </c:pt>
                <c:pt idx="18683">
                  <c:v>5.2057700000000002</c:v>
                </c:pt>
                <c:pt idx="18684">
                  <c:v>5.20608</c:v>
                </c:pt>
                <c:pt idx="18685">
                  <c:v>5.2063800000000002</c:v>
                </c:pt>
                <c:pt idx="18686">
                  <c:v>5.20669</c:v>
                </c:pt>
                <c:pt idx="18687">
                  <c:v>5.2069900000000002</c:v>
                </c:pt>
                <c:pt idx="18688">
                  <c:v>5.2073</c:v>
                </c:pt>
                <c:pt idx="18689">
                  <c:v>5.2076099999999999</c:v>
                </c:pt>
                <c:pt idx="18690">
                  <c:v>5.20791</c:v>
                </c:pt>
                <c:pt idx="18691">
                  <c:v>5.2082199999999998</c:v>
                </c:pt>
                <c:pt idx="18692">
                  <c:v>5.20852</c:v>
                </c:pt>
                <c:pt idx="18693">
                  <c:v>5.2088299999999998</c:v>
                </c:pt>
                <c:pt idx="18694">
                  <c:v>5.20913</c:v>
                </c:pt>
                <c:pt idx="18695">
                  <c:v>5.2094399999999998</c:v>
                </c:pt>
                <c:pt idx="18696">
                  <c:v>5.20974</c:v>
                </c:pt>
                <c:pt idx="18697">
                  <c:v>5.2100499999999998</c:v>
                </c:pt>
                <c:pt idx="18698">
                  <c:v>5.21035</c:v>
                </c:pt>
                <c:pt idx="18699">
                  <c:v>5.2106599999999998</c:v>
                </c:pt>
                <c:pt idx="18700">
                  <c:v>5.2109699999999997</c:v>
                </c:pt>
                <c:pt idx="18701">
                  <c:v>5.2112699999999998</c:v>
                </c:pt>
                <c:pt idx="18702">
                  <c:v>5.2115799999999997</c:v>
                </c:pt>
                <c:pt idx="18703">
                  <c:v>5.2118799999999998</c:v>
                </c:pt>
                <c:pt idx="18704">
                  <c:v>5.2121899999999997</c:v>
                </c:pt>
                <c:pt idx="18705">
                  <c:v>5.2124899999999998</c:v>
                </c:pt>
                <c:pt idx="18706">
                  <c:v>5.2127999999999997</c:v>
                </c:pt>
                <c:pt idx="18707">
                  <c:v>5.2130999999999998</c:v>
                </c:pt>
                <c:pt idx="18708">
                  <c:v>5.2134099999999997</c:v>
                </c:pt>
                <c:pt idx="18709">
                  <c:v>5.2137099999999998</c:v>
                </c:pt>
                <c:pt idx="18710">
                  <c:v>5.2140199999999997</c:v>
                </c:pt>
                <c:pt idx="18711">
                  <c:v>5.2143199999999998</c:v>
                </c:pt>
                <c:pt idx="18712">
                  <c:v>5.2146299999999997</c:v>
                </c:pt>
                <c:pt idx="18713">
                  <c:v>5.2149400000000004</c:v>
                </c:pt>
                <c:pt idx="18714">
                  <c:v>5.2152399999999997</c:v>
                </c:pt>
                <c:pt idx="18715">
                  <c:v>5.2155500000000004</c:v>
                </c:pt>
                <c:pt idx="18716">
                  <c:v>5.2158499999999997</c:v>
                </c:pt>
                <c:pt idx="18717">
                  <c:v>5.2161600000000004</c:v>
                </c:pt>
                <c:pt idx="18718">
                  <c:v>5.2164599999999997</c:v>
                </c:pt>
                <c:pt idx="18719">
                  <c:v>5.2167700000000004</c:v>
                </c:pt>
                <c:pt idx="18720">
                  <c:v>5.2170699999999997</c:v>
                </c:pt>
                <c:pt idx="18721">
                  <c:v>5.2173800000000004</c:v>
                </c:pt>
                <c:pt idx="18722">
                  <c:v>5.2176799999999997</c:v>
                </c:pt>
                <c:pt idx="18723">
                  <c:v>5.2179900000000004</c:v>
                </c:pt>
                <c:pt idx="18724">
                  <c:v>5.2182899999999997</c:v>
                </c:pt>
                <c:pt idx="18725">
                  <c:v>5.2186000000000003</c:v>
                </c:pt>
                <c:pt idx="18726">
                  <c:v>5.2189100000000002</c:v>
                </c:pt>
                <c:pt idx="18727">
                  <c:v>5.2192100000000003</c:v>
                </c:pt>
                <c:pt idx="18728">
                  <c:v>5.2195200000000002</c:v>
                </c:pt>
                <c:pt idx="18729">
                  <c:v>5.2198200000000003</c:v>
                </c:pt>
                <c:pt idx="18730">
                  <c:v>5.2201300000000002</c:v>
                </c:pt>
                <c:pt idx="18731">
                  <c:v>5.2204300000000003</c:v>
                </c:pt>
                <c:pt idx="18732">
                  <c:v>5.2207400000000002</c:v>
                </c:pt>
                <c:pt idx="18733">
                  <c:v>5.2210400000000003</c:v>
                </c:pt>
                <c:pt idx="18734">
                  <c:v>5.2213500000000002</c:v>
                </c:pt>
                <c:pt idx="18735">
                  <c:v>5.2216500000000003</c:v>
                </c:pt>
                <c:pt idx="18736">
                  <c:v>5.2219600000000002</c:v>
                </c:pt>
                <c:pt idx="18737">
                  <c:v>5.2222600000000003</c:v>
                </c:pt>
                <c:pt idx="18738">
                  <c:v>5.2225700000000002</c:v>
                </c:pt>
                <c:pt idx="18739">
                  <c:v>5.22288</c:v>
                </c:pt>
                <c:pt idx="18740">
                  <c:v>5.2231800000000002</c:v>
                </c:pt>
                <c:pt idx="18741">
                  <c:v>5.22349</c:v>
                </c:pt>
                <c:pt idx="18742">
                  <c:v>5.2237900000000002</c:v>
                </c:pt>
                <c:pt idx="18743">
                  <c:v>5.2241</c:v>
                </c:pt>
                <c:pt idx="18744">
                  <c:v>5.2244000000000002</c:v>
                </c:pt>
                <c:pt idx="18745">
                  <c:v>5.22471</c:v>
                </c:pt>
                <c:pt idx="18746">
                  <c:v>5.2250100000000002</c:v>
                </c:pt>
                <c:pt idx="18747">
                  <c:v>5.22532</c:v>
                </c:pt>
                <c:pt idx="18748">
                  <c:v>5.2256200000000002</c:v>
                </c:pt>
                <c:pt idx="18749">
                  <c:v>5.22593</c:v>
                </c:pt>
                <c:pt idx="18750">
                  <c:v>5.2262300000000002</c:v>
                </c:pt>
                <c:pt idx="18751">
                  <c:v>5.22654</c:v>
                </c:pt>
                <c:pt idx="18752">
                  <c:v>5.2268499999999998</c:v>
                </c:pt>
                <c:pt idx="18753">
                  <c:v>5.22715</c:v>
                </c:pt>
                <c:pt idx="18754">
                  <c:v>5.2274599999999998</c:v>
                </c:pt>
                <c:pt idx="18755">
                  <c:v>5.22776</c:v>
                </c:pt>
                <c:pt idx="18756">
                  <c:v>5.2280699999999998</c:v>
                </c:pt>
                <c:pt idx="18757">
                  <c:v>5.22837</c:v>
                </c:pt>
                <c:pt idx="18758">
                  <c:v>5.2286799999999998</c:v>
                </c:pt>
                <c:pt idx="18759">
                  <c:v>5.22898</c:v>
                </c:pt>
                <c:pt idx="18760">
                  <c:v>5.2292899999999998</c:v>
                </c:pt>
                <c:pt idx="18761">
                  <c:v>5.22959</c:v>
                </c:pt>
                <c:pt idx="18762">
                  <c:v>5.2298999999999998</c:v>
                </c:pt>
                <c:pt idx="18763">
                  <c:v>5.2302099999999996</c:v>
                </c:pt>
                <c:pt idx="18764">
                  <c:v>5.2305099999999998</c:v>
                </c:pt>
                <c:pt idx="18765">
                  <c:v>5.2308199999999996</c:v>
                </c:pt>
                <c:pt idx="18766">
                  <c:v>5.2311199999999998</c:v>
                </c:pt>
                <c:pt idx="18767">
                  <c:v>5.2314299999999996</c:v>
                </c:pt>
                <c:pt idx="18768">
                  <c:v>5.2317299999999998</c:v>
                </c:pt>
                <c:pt idx="18769">
                  <c:v>5.2320399999999996</c:v>
                </c:pt>
                <c:pt idx="18770">
                  <c:v>5.2323399999999998</c:v>
                </c:pt>
                <c:pt idx="18771">
                  <c:v>5.2326499999999996</c:v>
                </c:pt>
                <c:pt idx="18772">
                  <c:v>5.2329499999999998</c:v>
                </c:pt>
                <c:pt idx="18773">
                  <c:v>5.2332599999999996</c:v>
                </c:pt>
                <c:pt idx="18774">
                  <c:v>5.2335599999999998</c:v>
                </c:pt>
                <c:pt idx="18775">
                  <c:v>5.2338699999999996</c:v>
                </c:pt>
                <c:pt idx="18776">
                  <c:v>5.2341800000000003</c:v>
                </c:pt>
                <c:pt idx="18777">
                  <c:v>5.2344799999999996</c:v>
                </c:pt>
                <c:pt idx="18778">
                  <c:v>5.2347900000000003</c:v>
                </c:pt>
                <c:pt idx="18779">
                  <c:v>5.2350899999999996</c:v>
                </c:pt>
                <c:pt idx="18780">
                  <c:v>5.2354000000000003</c:v>
                </c:pt>
                <c:pt idx="18781">
                  <c:v>5.2356999999999996</c:v>
                </c:pt>
                <c:pt idx="18782">
                  <c:v>5.2360100000000003</c:v>
                </c:pt>
                <c:pt idx="18783">
                  <c:v>5.2363099999999996</c:v>
                </c:pt>
                <c:pt idx="18784">
                  <c:v>5.2366200000000003</c:v>
                </c:pt>
                <c:pt idx="18785">
                  <c:v>5.2369199999999996</c:v>
                </c:pt>
                <c:pt idx="18786">
                  <c:v>5.2372300000000003</c:v>
                </c:pt>
                <c:pt idx="18787">
                  <c:v>5.2375299999999996</c:v>
                </c:pt>
                <c:pt idx="18788">
                  <c:v>5.2378400000000003</c:v>
                </c:pt>
                <c:pt idx="18789">
                  <c:v>5.2381500000000001</c:v>
                </c:pt>
                <c:pt idx="18790">
                  <c:v>5.2384500000000003</c:v>
                </c:pt>
                <c:pt idx="18791">
                  <c:v>5.2387600000000001</c:v>
                </c:pt>
                <c:pt idx="18792">
                  <c:v>5.2390600000000003</c:v>
                </c:pt>
                <c:pt idx="18793">
                  <c:v>5.2393700000000001</c:v>
                </c:pt>
                <c:pt idx="18794">
                  <c:v>5.2396700000000003</c:v>
                </c:pt>
                <c:pt idx="18795">
                  <c:v>5.2399800000000001</c:v>
                </c:pt>
                <c:pt idx="18796">
                  <c:v>5.2402800000000003</c:v>
                </c:pt>
                <c:pt idx="18797">
                  <c:v>5.2405900000000001</c:v>
                </c:pt>
                <c:pt idx="18798">
                  <c:v>5.2408900000000003</c:v>
                </c:pt>
                <c:pt idx="18799">
                  <c:v>5.2412000000000001</c:v>
                </c:pt>
                <c:pt idx="18800">
                  <c:v>5.2415000000000003</c:v>
                </c:pt>
                <c:pt idx="18801">
                  <c:v>5.2418100000000001</c:v>
                </c:pt>
                <c:pt idx="18802">
                  <c:v>5.2421199999999999</c:v>
                </c:pt>
                <c:pt idx="18803">
                  <c:v>5.2424200000000001</c:v>
                </c:pt>
                <c:pt idx="18804">
                  <c:v>5.2427299999999999</c:v>
                </c:pt>
                <c:pt idx="18805">
                  <c:v>5.2430300000000001</c:v>
                </c:pt>
                <c:pt idx="18806">
                  <c:v>5.2433399999999999</c:v>
                </c:pt>
                <c:pt idx="18807">
                  <c:v>5.2436400000000001</c:v>
                </c:pt>
                <c:pt idx="18808">
                  <c:v>5.2439499999999999</c:v>
                </c:pt>
                <c:pt idx="18809">
                  <c:v>5.2442500000000001</c:v>
                </c:pt>
                <c:pt idx="18810">
                  <c:v>5.2445599999999999</c:v>
                </c:pt>
                <c:pt idx="18811">
                  <c:v>5.2448600000000001</c:v>
                </c:pt>
                <c:pt idx="18812">
                  <c:v>5.2451699999999999</c:v>
                </c:pt>
                <c:pt idx="18813">
                  <c:v>5.2454700000000001</c:v>
                </c:pt>
                <c:pt idx="18814">
                  <c:v>5.2457799999999999</c:v>
                </c:pt>
                <c:pt idx="18815">
                  <c:v>5.2460899999999997</c:v>
                </c:pt>
                <c:pt idx="18816">
                  <c:v>5.2463899999999999</c:v>
                </c:pt>
                <c:pt idx="18817">
                  <c:v>5.2466999999999997</c:v>
                </c:pt>
                <c:pt idx="18818">
                  <c:v>5.2469999999999999</c:v>
                </c:pt>
                <c:pt idx="18819">
                  <c:v>5.2473099999999997</c:v>
                </c:pt>
                <c:pt idx="18820">
                  <c:v>5.2476099999999999</c:v>
                </c:pt>
                <c:pt idx="18821">
                  <c:v>5.2479199999999997</c:v>
                </c:pt>
                <c:pt idx="18822">
                  <c:v>5.2482199999999999</c:v>
                </c:pt>
                <c:pt idx="18823">
                  <c:v>5.2485299999999997</c:v>
                </c:pt>
                <c:pt idx="18824">
                  <c:v>5.2488299999999999</c:v>
                </c:pt>
                <c:pt idx="18825">
                  <c:v>5.2491399999999997</c:v>
                </c:pt>
                <c:pt idx="18826">
                  <c:v>5.2494500000000004</c:v>
                </c:pt>
                <c:pt idx="18827">
                  <c:v>5.2497499999999997</c:v>
                </c:pt>
                <c:pt idx="18828">
                  <c:v>5.2500600000000004</c:v>
                </c:pt>
                <c:pt idx="18829">
                  <c:v>5.2503599999999997</c:v>
                </c:pt>
                <c:pt idx="18830">
                  <c:v>5.2506700000000004</c:v>
                </c:pt>
                <c:pt idx="18831">
                  <c:v>5.2509699999999997</c:v>
                </c:pt>
                <c:pt idx="18832">
                  <c:v>5.2512800000000004</c:v>
                </c:pt>
                <c:pt idx="18833">
                  <c:v>5.2515799999999997</c:v>
                </c:pt>
                <c:pt idx="18834">
                  <c:v>5.2518900000000004</c:v>
                </c:pt>
                <c:pt idx="18835">
                  <c:v>5.2521899999999997</c:v>
                </c:pt>
                <c:pt idx="18836">
                  <c:v>5.2525000000000004</c:v>
                </c:pt>
                <c:pt idx="18837">
                  <c:v>5.2527999999999997</c:v>
                </c:pt>
                <c:pt idx="18838">
                  <c:v>5.2531100000000004</c:v>
                </c:pt>
                <c:pt idx="18839">
                  <c:v>5.2534200000000002</c:v>
                </c:pt>
                <c:pt idx="18840">
                  <c:v>5.2537200000000004</c:v>
                </c:pt>
                <c:pt idx="18841">
                  <c:v>5.2540300000000002</c:v>
                </c:pt>
                <c:pt idx="18842">
                  <c:v>5.2543300000000004</c:v>
                </c:pt>
                <c:pt idx="18843">
                  <c:v>5.2546400000000002</c:v>
                </c:pt>
                <c:pt idx="18844">
                  <c:v>5.2549400000000004</c:v>
                </c:pt>
                <c:pt idx="18845">
                  <c:v>5.2552500000000002</c:v>
                </c:pt>
                <c:pt idx="18846">
                  <c:v>5.2555500000000004</c:v>
                </c:pt>
                <c:pt idx="18847">
                  <c:v>5.2558600000000002</c:v>
                </c:pt>
                <c:pt idx="18848">
                  <c:v>5.2561600000000004</c:v>
                </c:pt>
                <c:pt idx="18849">
                  <c:v>5.2564700000000002</c:v>
                </c:pt>
                <c:pt idx="18850">
                  <c:v>5.2567700000000004</c:v>
                </c:pt>
                <c:pt idx="18851">
                  <c:v>5.2570800000000002</c:v>
                </c:pt>
                <c:pt idx="18852">
                  <c:v>5.25739</c:v>
                </c:pt>
                <c:pt idx="18853">
                  <c:v>5.2576900000000002</c:v>
                </c:pt>
                <c:pt idx="18854">
                  <c:v>5.258</c:v>
                </c:pt>
                <c:pt idx="18855">
                  <c:v>5.2583000000000002</c:v>
                </c:pt>
                <c:pt idx="18856">
                  <c:v>5.25861</c:v>
                </c:pt>
                <c:pt idx="18857">
                  <c:v>5.2589100000000002</c:v>
                </c:pt>
                <c:pt idx="18858">
                  <c:v>5.25922</c:v>
                </c:pt>
                <c:pt idx="18859">
                  <c:v>5.2595200000000002</c:v>
                </c:pt>
                <c:pt idx="18860">
                  <c:v>5.25983</c:v>
                </c:pt>
                <c:pt idx="18861">
                  <c:v>5.2601300000000002</c:v>
                </c:pt>
                <c:pt idx="18862">
                  <c:v>5.26044</c:v>
                </c:pt>
                <c:pt idx="18863">
                  <c:v>5.2607400000000002</c:v>
                </c:pt>
                <c:pt idx="18864">
                  <c:v>5.26105</c:v>
                </c:pt>
                <c:pt idx="18865">
                  <c:v>5.2613599999999998</c:v>
                </c:pt>
                <c:pt idx="18866">
                  <c:v>5.26166</c:v>
                </c:pt>
                <c:pt idx="18867">
                  <c:v>5.2619699999999998</c:v>
                </c:pt>
                <c:pt idx="18868">
                  <c:v>5.26227</c:v>
                </c:pt>
                <c:pt idx="18869">
                  <c:v>5.2625799999999998</c:v>
                </c:pt>
                <c:pt idx="18870">
                  <c:v>5.26288</c:v>
                </c:pt>
                <c:pt idx="18871">
                  <c:v>5.2631899999999998</c:v>
                </c:pt>
                <c:pt idx="18872">
                  <c:v>5.26349</c:v>
                </c:pt>
                <c:pt idx="18873">
                  <c:v>5.2637999999999998</c:v>
                </c:pt>
                <c:pt idx="18874">
                  <c:v>5.2641</c:v>
                </c:pt>
                <c:pt idx="18875">
                  <c:v>5.2644099999999998</c:v>
                </c:pt>
                <c:pt idx="18876">
                  <c:v>5.2647199999999996</c:v>
                </c:pt>
                <c:pt idx="18877">
                  <c:v>5.2650199999999998</c:v>
                </c:pt>
                <c:pt idx="18878">
                  <c:v>5.2653299999999996</c:v>
                </c:pt>
                <c:pt idx="18879">
                  <c:v>5.2656299999999998</c:v>
                </c:pt>
                <c:pt idx="18880">
                  <c:v>5.2659399999999996</c:v>
                </c:pt>
                <c:pt idx="18881">
                  <c:v>5.2662399999999998</c:v>
                </c:pt>
                <c:pt idx="18882">
                  <c:v>5.2665499999999996</c:v>
                </c:pt>
                <c:pt idx="18883">
                  <c:v>5.2668499999999998</c:v>
                </c:pt>
                <c:pt idx="18884">
                  <c:v>5.2671599999999996</c:v>
                </c:pt>
                <c:pt idx="18885">
                  <c:v>5.2674599999999998</c:v>
                </c:pt>
                <c:pt idx="18886">
                  <c:v>5.2677699999999996</c:v>
                </c:pt>
                <c:pt idx="18887">
                  <c:v>5.2680699999999998</c:v>
                </c:pt>
                <c:pt idx="18888">
                  <c:v>5.2683799999999996</c:v>
                </c:pt>
                <c:pt idx="18889">
                  <c:v>5.2686900000000003</c:v>
                </c:pt>
                <c:pt idx="18890">
                  <c:v>5.2689899999999996</c:v>
                </c:pt>
                <c:pt idx="18891">
                  <c:v>5.2693000000000003</c:v>
                </c:pt>
                <c:pt idx="18892">
                  <c:v>5.2695999999999996</c:v>
                </c:pt>
                <c:pt idx="18893">
                  <c:v>5.2699100000000003</c:v>
                </c:pt>
                <c:pt idx="18894">
                  <c:v>5.2702099999999996</c:v>
                </c:pt>
                <c:pt idx="18895">
                  <c:v>5.2705200000000003</c:v>
                </c:pt>
                <c:pt idx="18896">
                  <c:v>5.2708199999999996</c:v>
                </c:pt>
                <c:pt idx="18897">
                  <c:v>5.2711300000000003</c:v>
                </c:pt>
                <c:pt idx="18898">
                  <c:v>5.2714299999999996</c:v>
                </c:pt>
                <c:pt idx="18899">
                  <c:v>5.2717400000000003</c:v>
                </c:pt>
                <c:pt idx="18900">
                  <c:v>5.2720399999999996</c:v>
                </c:pt>
                <c:pt idx="18901">
                  <c:v>5.2723500000000003</c:v>
                </c:pt>
                <c:pt idx="18902">
                  <c:v>5.2726600000000001</c:v>
                </c:pt>
                <c:pt idx="18903">
                  <c:v>5.2729600000000003</c:v>
                </c:pt>
                <c:pt idx="18904">
                  <c:v>5.2732700000000001</c:v>
                </c:pt>
                <c:pt idx="18905">
                  <c:v>5.2735700000000003</c:v>
                </c:pt>
                <c:pt idx="18906">
                  <c:v>5.2738800000000001</c:v>
                </c:pt>
                <c:pt idx="18907">
                  <c:v>5.2741800000000003</c:v>
                </c:pt>
                <c:pt idx="18908">
                  <c:v>5.2744900000000001</c:v>
                </c:pt>
                <c:pt idx="18909">
                  <c:v>5.2747900000000003</c:v>
                </c:pt>
                <c:pt idx="18910">
                  <c:v>5.2751000000000001</c:v>
                </c:pt>
                <c:pt idx="18911">
                  <c:v>5.2754000000000003</c:v>
                </c:pt>
                <c:pt idx="18912">
                  <c:v>5.2757100000000001</c:v>
                </c:pt>
                <c:pt idx="18913">
                  <c:v>5.2760100000000003</c:v>
                </c:pt>
                <c:pt idx="18914">
                  <c:v>5.2763200000000001</c:v>
                </c:pt>
                <c:pt idx="18915">
                  <c:v>5.2766299999999999</c:v>
                </c:pt>
                <c:pt idx="18916">
                  <c:v>5.2769300000000001</c:v>
                </c:pt>
                <c:pt idx="18917">
                  <c:v>5.2772399999999999</c:v>
                </c:pt>
                <c:pt idx="18918">
                  <c:v>5.2775400000000001</c:v>
                </c:pt>
                <c:pt idx="18919">
                  <c:v>5.2778499999999999</c:v>
                </c:pt>
                <c:pt idx="18920">
                  <c:v>5.2781500000000001</c:v>
                </c:pt>
                <c:pt idx="18921">
                  <c:v>5.2784599999999999</c:v>
                </c:pt>
                <c:pt idx="18922">
                  <c:v>5.2787600000000001</c:v>
                </c:pt>
                <c:pt idx="18923">
                  <c:v>5.2790699999999999</c:v>
                </c:pt>
                <c:pt idx="18924">
                  <c:v>5.2793700000000001</c:v>
                </c:pt>
                <c:pt idx="18925">
                  <c:v>5.2796799999999999</c:v>
                </c:pt>
                <c:pt idx="18926">
                  <c:v>5.2799800000000001</c:v>
                </c:pt>
                <c:pt idx="18927">
                  <c:v>5.2802899999999999</c:v>
                </c:pt>
                <c:pt idx="18928">
                  <c:v>5.2805999999999997</c:v>
                </c:pt>
                <c:pt idx="18929">
                  <c:v>5.2808999999999999</c:v>
                </c:pt>
                <c:pt idx="18930">
                  <c:v>5.2812099999999997</c:v>
                </c:pt>
                <c:pt idx="18931">
                  <c:v>5.2815099999999999</c:v>
                </c:pt>
                <c:pt idx="18932">
                  <c:v>5.2818199999999997</c:v>
                </c:pt>
                <c:pt idx="18933">
                  <c:v>5.2821199999999999</c:v>
                </c:pt>
                <c:pt idx="18934">
                  <c:v>5.2824299999999997</c:v>
                </c:pt>
                <c:pt idx="18935">
                  <c:v>5.2827299999999999</c:v>
                </c:pt>
                <c:pt idx="18936">
                  <c:v>5.2830399999999997</c:v>
                </c:pt>
                <c:pt idx="18937">
                  <c:v>5.2833399999999999</c:v>
                </c:pt>
                <c:pt idx="18938">
                  <c:v>5.2836499999999997</c:v>
                </c:pt>
                <c:pt idx="18939">
                  <c:v>5.2839600000000004</c:v>
                </c:pt>
                <c:pt idx="18940">
                  <c:v>5.2842599999999997</c:v>
                </c:pt>
                <c:pt idx="18941">
                  <c:v>5.2845700000000004</c:v>
                </c:pt>
                <c:pt idx="18942">
                  <c:v>5.2848699999999997</c:v>
                </c:pt>
                <c:pt idx="18943">
                  <c:v>5.2851800000000004</c:v>
                </c:pt>
                <c:pt idx="18944">
                  <c:v>5.2854799999999997</c:v>
                </c:pt>
                <c:pt idx="18945">
                  <c:v>5.2857900000000004</c:v>
                </c:pt>
                <c:pt idx="18946">
                  <c:v>5.2860899999999997</c:v>
                </c:pt>
                <c:pt idx="18947">
                  <c:v>5.2864000000000004</c:v>
                </c:pt>
                <c:pt idx="18948">
                  <c:v>5.2866999999999997</c:v>
                </c:pt>
                <c:pt idx="18949">
                  <c:v>5.2870100000000004</c:v>
                </c:pt>
                <c:pt idx="18950">
                  <c:v>5.2873099999999997</c:v>
                </c:pt>
                <c:pt idx="18951">
                  <c:v>5.2876200000000004</c:v>
                </c:pt>
                <c:pt idx="18952">
                  <c:v>5.2879300000000002</c:v>
                </c:pt>
                <c:pt idx="18953">
                  <c:v>5.2882300000000004</c:v>
                </c:pt>
                <c:pt idx="18954">
                  <c:v>5.2885400000000002</c:v>
                </c:pt>
                <c:pt idx="18955">
                  <c:v>5.2888400000000004</c:v>
                </c:pt>
                <c:pt idx="18956">
                  <c:v>5.2891500000000002</c:v>
                </c:pt>
                <c:pt idx="18957">
                  <c:v>5.2894500000000004</c:v>
                </c:pt>
                <c:pt idx="18958">
                  <c:v>5.2897600000000002</c:v>
                </c:pt>
                <c:pt idx="18959">
                  <c:v>5.2900600000000004</c:v>
                </c:pt>
                <c:pt idx="18960">
                  <c:v>5.2903700000000002</c:v>
                </c:pt>
                <c:pt idx="18961">
                  <c:v>5.2906700000000004</c:v>
                </c:pt>
                <c:pt idx="18962">
                  <c:v>5.2909800000000002</c:v>
                </c:pt>
                <c:pt idx="18963">
                  <c:v>5.2912800000000004</c:v>
                </c:pt>
                <c:pt idx="18964">
                  <c:v>5.2915900000000002</c:v>
                </c:pt>
                <c:pt idx="18965">
                  <c:v>5.2919</c:v>
                </c:pt>
                <c:pt idx="18966">
                  <c:v>5.2922000000000002</c:v>
                </c:pt>
                <c:pt idx="18967">
                  <c:v>5.29251</c:v>
                </c:pt>
                <c:pt idx="18968">
                  <c:v>5.2928100000000002</c:v>
                </c:pt>
                <c:pt idx="18969">
                  <c:v>5.29312</c:v>
                </c:pt>
                <c:pt idx="18970">
                  <c:v>5.2934200000000002</c:v>
                </c:pt>
                <c:pt idx="18971">
                  <c:v>5.29373</c:v>
                </c:pt>
                <c:pt idx="18972">
                  <c:v>5.2940300000000002</c:v>
                </c:pt>
                <c:pt idx="18973">
                  <c:v>5.29434</c:v>
                </c:pt>
                <c:pt idx="18974">
                  <c:v>5.2946400000000002</c:v>
                </c:pt>
                <c:pt idx="18975">
                  <c:v>5.29495</c:v>
                </c:pt>
                <c:pt idx="18976">
                  <c:v>5.2952500000000002</c:v>
                </c:pt>
                <c:pt idx="18977">
                  <c:v>5.29556</c:v>
                </c:pt>
                <c:pt idx="18978">
                  <c:v>5.2958699999999999</c:v>
                </c:pt>
                <c:pt idx="18979">
                  <c:v>5.29617</c:v>
                </c:pt>
                <c:pt idx="18980">
                  <c:v>5.2964799999999999</c:v>
                </c:pt>
                <c:pt idx="18981">
                  <c:v>5.29678</c:v>
                </c:pt>
                <c:pt idx="18982">
                  <c:v>5.2970899999999999</c:v>
                </c:pt>
                <c:pt idx="18983">
                  <c:v>5.29739</c:v>
                </c:pt>
                <c:pt idx="18984">
                  <c:v>5.2976999999999999</c:v>
                </c:pt>
                <c:pt idx="18985">
                  <c:v>5.298</c:v>
                </c:pt>
                <c:pt idx="18986">
                  <c:v>5.2983099999999999</c:v>
                </c:pt>
                <c:pt idx="18987">
                  <c:v>5.29861</c:v>
                </c:pt>
                <c:pt idx="18988">
                  <c:v>5.2989199999999999</c:v>
                </c:pt>
                <c:pt idx="18989">
                  <c:v>5.29922</c:v>
                </c:pt>
                <c:pt idx="18990">
                  <c:v>5.2995299999999999</c:v>
                </c:pt>
                <c:pt idx="18991">
                  <c:v>5.2998399999999997</c:v>
                </c:pt>
                <c:pt idx="18992">
                  <c:v>5.3001399999999999</c:v>
                </c:pt>
                <c:pt idx="18993">
                  <c:v>5.3004499999999997</c:v>
                </c:pt>
                <c:pt idx="18994">
                  <c:v>5.3007499999999999</c:v>
                </c:pt>
                <c:pt idx="18995">
                  <c:v>5.3010599999999997</c:v>
                </c:pt>
                <c:pt idx="18996">
                  <c:v>5.3013599999999999</c:v>
                </c:pt>
                <c:pt idx="18997">
                  <c:v>5.3016699999999997</c:v>
                </c:pt>
                <c:pt idx="18998">
                  <c:v>5.3019699999999998</c:v>
                </c:pt>
                <c:pt idx="18999">
                  <c:v>5.3022799999999997</c:v>
                </c:pt>
                <c:pt idx="19000">
                  <c:v>5.3025799999999998</c:v>
                </c:pt>
                <c:pt idx="19001">
                  <c:v>5.3028899999999997</c:v>
                </c:pt>
                <c:pt idx="19002">
                  <c:v>5.3032000000000004</c:v>
                </c:pt>
                <c:pt idx="19003">
                  <c:v>5.3034999999999997</c:v>
                </c:pt>
                <c:pt idx="19004">
                  <c:v>5.3038100000000004</c:v>
                </c:pt>
                <c:pt idx="19005">
                  <c:v>5.3041099999999997</c:v>
                </c:pt>
                <c:pt idx="19006">
                  <c:v>5.3044200000000004</c:v>
                </c:pt>
                <c:pt idx="19007">
                  <c:v>5.3047199999999997</c:v>
                </c:pt>
                <c:pt idx="19008">
                  <c:v>5.3050300000000004</c:v>
                </c:pt>
                <c:pt idx="19009">
                  <c:v>5.3053299999999997</c:v>
                </c:pt>
                <c:pt idx="19010">
                  <c:v>5.3056400000000004</c:v>
                </c:pt>
                <c:pt idx="19011">
                  <c:v>5.3059399999999997</c:v>
                </c:pt>
                <c:pt idx="19012">
                  <c:v>5.3062500000000004</c:v>
                </c:pt>
                <c:pt idx="19013">
                  <c:v>5.3065499999999997</c:v>
                </c:pt>
                <c:pt idx="19014">
                  <c:v>5.3068600000000004</c:v>
                </c:pt>
                <c:pt idx="19015">
                  <c:v>5.3071700000000002</c:v>
                </c:pt>
                <c:pt idx="19016">
                  <c:v>5.3074700000000004</c:v>
                </c:pt>
                <c:pt idx="19017">
                  <c:v>5.3077800000000002</c:v>
                </c:pt>
                <c:pt idx="19018">
                  <c:v>5.3080800000000004</c:v>
                </c:pt>
                <c:pt idx="19019">
                  <c:v>5.3083900000000002</c:v>
                </c:pt>
                <c:pt idx="19020">
                  <c:v>5.3086900000000004</c:v>
                </c:pt>
                <c:pt idx="19021">
                  <c:v>5.3090000000000002</c:v>
                </c:pt>
                <c:pt idx="19022">
                  <c:v>5.3093000000000004</c:v>
                </c:pt>
                <c:pt idx="19023">
                  <c:v>5.3096100000000002</c:v>
                </c:pt>
                <c:pt idx="19024">
                  <c:v>5.3099100000000004</c:v>
                </c:pt>
                <c:pt idx="19025">
                  <c:v>5.3102200000000002</c:v>
                </c:pt>
                <c:pt idx="19026">
                  <c:v>5.3105200000000004</c:v>
                </c:pt>
                <c:pt idx="19027">
                  <c:v>5.3108300000000002</c:v>
                </c:pt>
                <c:pt idx="19028">
                  <c:v>5.31114</c:v>
                </c:pt>
                <c:pt idx="19029">
                  <c:v>5.3114400000000002</c:v>
                </c:pt>
                <c:pt idx="19030">
                  <c:v>5.31175</c:v>
                </c:pt>
                <c:pt idx="19031">
                  <c:v>5.3120500000000002</c:v>
                </c:pt>
                <c:pt idx="19032">
                  <c:v>5.31236</c:v>
                </c:pt>
                <c:pt idx="19033">
                  <c:v>5.3126600000000002</c:v>
                </c:pt>
                <c:pt idx="19034">
                  <c:v>5.31297</c:v>
                </c:pt>
                <c:pt idx="19035">
                  <c:v>5.3132700000000002</c:v>
                </c:pt>
                <c:pt idx="19036">
                  <c:v>5.31358</c:v>
                </c:pt>
                <c:pt idx="19037">
                  <c:v>5.3138800000000002</c:v>
                </c:pt>
                <c:pt idx="19038">
                  <c:v>5.31419</c:v>
                </c:pt>
                <c:pt idx="19039">
                  <c:v>5.3144900000000002</c:v>
                </c:pt>
                <c:pt idx="19040">
                  <c:v>5.3148</c:v>
                </c:pt>
                <c:pt idx="19041">
                  <c:v>5.3151099999999998</c:v>
                </c:pt>
                <c:pt idx="19042">
                  <c:v>5.31541</c:v>
                </c:pt>
                <c:pt idx="19043">
                  <c:v>5.3157199999999998</c:v>
                </c:pt>
                <c:pt idx="19044">
                  <c:v>5.31602</c:v>
                </c:pt>
                <c:pt idx="19045">
                  <c:v>5.3163299999999998</c:v>
                </c:pt>
                <c:pt idx="19046">
                  <c:v>5.31663</c:v>
                </c:pt>
                <c:pt idx="19047">
                  <c:v>5.3169399999999998</c:v>
                </c:pt>
                <c:pt idx="19048">
                  <c:v>5.31724</c:v>
                </c:pt>
                <c:pt idx="19049">
                  <c:v>5.3175499999999998</c:v>
                </c:pt>
                <c:pt idx="19050">
                  <c:v>5.31785</c:v>
                </c:pt>
                <c:pt idx="19051">
                  <c:v>5.3181599999999998</c:v>
                </c:pt>
                <c:pt idx="19052">
                  <c:v>5.31846</c:v>
                </c:pt>
                <c:pt idx="19053">
                  <c:v>5.3187699999999998</c:v>
                </c:pt>
                <c:pt idx="19054">
                  <c:v>5.3190799999999996</c:v>
                </c:pt>
                <c:pt idx="19055">
                  <c:v>5.3193799999999998</c:v>
                </c:pt>
                <c:pt idx="19056">
                  <c:v>5.3196899999999996</c:v>
                </c:pt>
                <c:pt idx="19057">
                  <c:v>5.3199899999999998</c:v>
                </c:pt>
                <c:pt idx="19058">
                  <c:v>5.3202999999999996</c:v>
                </c:pt>
                <c:pt idx="19059">
                  <c:v>5.3205999999999998</c:v>
                </c:pt>
                <c:pt idx="19060">
                  <c:v>5.3209099999999996</c:v>
                </c:pt>
                <c:pt idx="19061">
                  <c:v>5.3212099999999998</c:v>
                </c:pt>
                <c:pt idx="19062">
                  <c:v>5.3215199999999996</c:v>
                </c:pt>
                <c:pt idx="19063">
                  <c:v>5.3218199999999998</c:v>
                </c:pt>
                <c:pt idx="19064">
                  <c:v>5.3221299999999996</c:v>
                </c:pt>
                <c:pt idx="19065">
                  <c:v>5.3224400000000003</c:v>
                </c:pt>
                <c:pt idx="19066">
                  <c:v>5.3227399999999996</c:v>
                </c:pt>
                <c:pt idx="19067">
                  <c:v>5.3230500000000003</c:v>
                </c:pt>
                <c:pt idx="19068">
                  <c:v>5.3233499999999996</c:v>
                </c:pt>
                <c:pt idx="19069">
                  <c:v>5.3236600000000003</c:v>
                </c:pt>
                <c:pt idx="19070">
                  <c:v>5.3239599999999996</c:v>
                </c:pt>
                <c:pt idx="19071">
                  <c:v>5.3242700000000003</c:v>
                </c:pt>
                <c:pt idx="19072">
                  <c:v>5.3245699999999996</c:v>
                </c:pt>
                <c:pt idx="19073">
                  <c:v>5.3248800000000003</c:v>
                </c:pt>
                <c:pt idx="19074">
                  <c:v>5.3251799999999996</c:v>
                </c:pt>
                <c:pt idx="19075">
                  <c:v>5.3254900000000003</c:v>
                </c:pt>
                <c:pt idx="19076">
                  <c:v>5.3257899999999996</c:v>
                </c:pt>
                <c:pt idx="19077">
                  <c:v>5.3261000000000003</c:v>
                </c:pt>
                <c:pt idx="19078">
                  <c:v>5.3264100000000001</c:v>
                </c:pt>
                <c:pt idx="19079">
                  <c:v>5.3267100000000003</c:v>
                </c:pt>
                <c:pt idx="19080">
                  <c:v>5.3270200000000001</c:v>
                </c:pt>
                <c:pt idx="19081">
                  <c:v>5.3273200000000003</c:v>
                </c:pt>
                <c:pt idx="19082">
                  <c:v>5.3276300000000001</c:v>
                </c:pt>
                <c:pt idx="19083">
                  <c:v>5.3279300000000003</c:v>
                </c:pt>
                <c:pt idx="19084">
                  <c:v>5.3282400000000001</c:v>
                </c:pt>
                <c:pt idx="19085">
                  <c:v>5.3285400000000003</c:v>
                </c:pt>
                <c:pt idx="19086">
                  <c:v>5.3288500000000001</c:v>
                </c:pt>
                <c:pt idx="19087">
                  <c:v>5.3291500000000003</c:v>
                </c:pt>
                <c:pt idx="19088">
                  <c:v>5.3294600000000001</c:v>
                </c:pt>
                <c:pt idx="19089">
                  <c:v>5.3297600000000003</c:v>
                </c:pt>
                <c:pt idx="19090">
                  <c:v>5.3300700000000001</c:v>
                </c:pt>
                <c:pt idx="19091">
                  <c:v>5.3303799999999999</c:v>
                </c:pt>
                <c:pt idx="19092">
                  <c:v>5.3306800000000001</c:v>
                </c:pt>
                <c:pt idx="19093">
                  <c:v>5.3309899999999999</c:v>
                </c:pt>
                <c:pt idx="19094">
                  <c:v>5.3312900000000001</c:v>
                </c:pt>
                <c:pt idx="19095">
                  <c:v>5.3315999999999999</c:v>
                </c:pt>
                <c:pt idx="19096">
                  <c:v>5.3319000000000001</c:v>
                </c:pt>
                <c:pt idx="19097">
                  <c:v>5.3322099999999999</c:v>
                </c:pt>
                <c:pt idx="19098">
                  <c:v>5.3325100000000001</c:v>
                </c:pt>
                <c:pt idx="19099">
                  <c:v>5.3328199999999999</c:v>
                </c:pt>
                <c:pt idx="19100">
                  <c:v>5.3331200000000001</c:v>
                </c:pt>
                <c:pt idx="19101">
                  <c:v>5.3334299999999999</c:v>
                </c:pt>
                <c:pt idx="19102">
                  <c:v>5.3337300000000001</c:v>
                </c:pt>
                <c:pt idx="19103">
                  <c:v>5.3340399999999999</c:v>
                </c:pt>
                <c:pt idx="19104">
                  <c:v>5.3343499999999997</c:v>
                </c:pt>
                <c:pt idx="19105">
                  <c:v>5.3346499999999999</c:v>
                </c:pt>
                <c:pt idx="19106">
                  <c:v>5.3349599999999997</c:v>
                </c:pt>
                <c:pt idx="19107">
                  <c:v>5.3352599999999999</c:v>
                </c:pt>
                <c:pt idx="19108">
                  <c:v>5.3355699999999997</c:v>
                </c:pt>
                <c:pt idx="19109">
                  <c:v>5.3358699999999999</c:v>
                </c:pt>
                <c:pt idx="19110">
                  <c:v>5.3361799999999997</c:v>
                </c:pt>
                <c:pt idx="19111">
                  <c:v>5.3364799999999999</c:v>
                </c:pt>
                <c:pt idx="19112">
                  <c:v>5.3367899999999997</c:v>
                </c:pt>
                <c:pt idx="19113">
                  <c:v>5.3370899999999999</c:v>
                </c:pt>
                <c:pt idx="19114">
                  <c:v>5.3373999999999997</c:v>
                </c:pt>
                <c:pt idx="19115">
                  <c:v>5.3377100000000004</c:v>
                </c:pt>
                <c:pt idx="19116">
                  <c:v>5.3380099999999997</c:v>
                </c:pt>
                <c:pt idx="19117">
                  <c:v>5.3383200000000004</c:v>
                </c:pt>
                <c:pt idx="19118">
                  <c:v>5.3386199999999997</c:v>
                </c:pt>
                <c:pt idx="19119">
                  <c:v>5.3389300000000004</c:v>
                </c:pt>
                <c:pt idx="19120">
                  <c:v>5.3392299999999997</c:v>
                </c:pt>
                <c:pt idx="19121">
                  <c:v>5.3395400000000004</c:v>
                </c:pt>
                <c:pt idx="19122">
                  <c:v>5.3398399999999997</c:v>
                </c:pt>
                <c:pt idx="19123">
                  <c:v>5.3401500000000004</c:v>
                </c:pt>
                <c:pt idx="19124">
                  <c:v>5.3404499999999997</c:v>
                </c:pt>
                <c:pt idx="19125">
                  <c:v>5.3407600000000004</c:v>
                </c:pt>
                <c:pt idx="19126">
                  <c:v>5.3410599999999997</c:v>
                </c:pt>
                <c:pt idx="19127">
                  <c:v>5.3413700000000004</c:v>
                </c:pt>
                <c:pt idx="19128">
                  <c:v>5.3416800000000002</c:v>
                </c:pt>
                <c:pt idx="19129">
                  <c:v>5.3419800000000004</c:v>
                </c:pt>
                <c:pt idx="19130">
                  <c:v>5.3422900000000002</c:v>
                </c:pt>
                <c:pt idx="19131">
                  <c:v>5.3425900000000004</c:v>
                </c:pt>
                <c:pt idx="19132">
                  <c:v>5.3429000000000002</c:v>
                </c:pt>
                <c:pt idx="19133">
                  <c:v>5.3432000000000004</c:v>
                </c:pt>
                <c:pt idx="19134">
                  <c:v>5.3435100000000002</c:v>
                </c:pt>
                <c:pt idx="19135">
                  <c:v>5.3438100000000004</c:v>
                </c:pt>
                <c:pt idx="19136">
                  <c:v>5.3441200000000002</c:v>
                </c:pt>
                <c:pt idx="19137">
                  <c:v>5.3444200000000004</c:v>
                </c:pt>
                <c:pt idx="19138">
                  <c:v>5.3447300000000002</c:v>
                </c:pt>
                <c:pt idx="19139">
                  <c:v>5.3450300000000004</c:v>
                </c:pt>
                <c:pt idx="19140">
                  <c:v>5.3453400000000002</c:v>
                </c:pt>
                <c:pt idx="19141">
                  <c:v>5.34565</c:v>
                </c:pt>
                <c:pt idx="19142">
                  <c:v>5.3459500000000002</c:v>
                </c:pt>
                <c:pt idx="19143">
                  <c:v>5.34626</c:v>
                </c:pt>
                <c:pt idx="19144">
                  <c:v>5.3465600000000002</c:v>
                </c:pt>
                <c:pt idx="19145">
                  <c:v>5.34687</c:v>
                </c:pt>
                <c:pt idx="19146">
                  <c:v>5.3471700000000002</c:v>
                </c:pt>
                <c:pt idx="19147">
                  <c:v>5.34748</c:v>
                </c:pt>
                <c:pt idx="19148">
                  <c:v>5.3477800000000002</c:v>
                </c:pt>
                <c:pt idx="19149">
                  <c:v>5.34809</c:v>
                </c:pt>
                <c:pt idx="19150">
                  <c:v>5.3483900000000002</c:v>
                </c:pt>
                <c:pt idx="19151">
                  <c:v>5.3487</c:v>
                </c:pt>
                <c:pt idx="19152">
                  <c:v>5.3490000000000002</c:v>
                </c:pt>
                <c:pt idx="19153">
                  <c:v>5.34931</c:v>
                </c:pt>
                <c:pt idx="19154">
                  <c:v>5.3496199999999998</c:v>
                </c:pt>
                <c:pt idx="19155">
                  <c:v>5.34992</c:v>
                </c:pt>
                <c:pt idx="19156">
                  <c:v>5.3502299999999998</c:v>
                </c:pt>
                <c:pt idx="19157">
                  <c:v>5.35053</c:v>
                </c:pt>
                <c:pt idx="19158">
                  <c:v>5.3508399999999998</c:v>
                </c:pt>
                <c:pt idx="19159">
                  <c:v>5.35114</c:v>
                </c:pt>
                <c:pt idx="19160">
                  <c:v>5.3514499999999998</c:v>
                </c:pt>
                <c:pt idx="19161">
                  <c:v>5.35175</c:v>
                </c:pt>
                <c:pt idx="19162">
                  <c:v>5.3520599999999998</c:v>
                </c:pt>
                <c:pt idx="19163">
                  <c:v>5.35236</c:v>
                </c:pt>
                <c:pt idx="19164">
                  <c:v>5.3526699999999998</c:v>
                </c:pt>
                <c:pt idx="19165">
                  <c:v>5.35297</c:v>
                </c:pt>
                <c:pt idx="19166">
                  <c:v>5.3532799999999998</c:v>
                </c:pt>
                <c:pt idx="19167">
                  <c:v>5.3535899999999996</c:v>
                </c:pt>
                <c:pt idx="19168">
                  <c:v>5.3538899999999998</c:v>
                </c:pt>
                <c:pt idx="19169">
                  <c:v>5.3541999999999996</c:v>
                </c:pt>
                <c:pt idx="19170">
                  <c:v>5.3544999999999998</c:v>
                </c:pt>
                <c:pt idx="19171">
                  <c:v>5.3548099999999996</c:v>
                </c:pt>
                <c:pt idx="19172">
                  <c:v>5.3551099999999998</c:v>
                </c:pt>
                <c:pt idx="19173">
                  <c:v>5.3554199999999996</c:v>
                </c:pt>
                <c:pt idx="19174">
                  <c:v>5.3557199999999998</c:v>
                </c:pt>
                <c:pt idx="19175">
                  <c:v>5.3560299999999996</c:v>
                </c:pt>
                <c:pt idx="19176">
                  <c:v>5.3563299999999998</c:v>
                </c:pt>
                <c:pt idx="19177">
                  <c:v>5.3566399999999996</c:v>
                </c:pt>
                <c:pt idx="19178">
                  <c:v>5.3569500000000003</c:v>
                </c:pt>
                <c:pt idx="19179">
                  <c:v>5.3572499999999996</c:v>
                </c:pt>
                <c:pt idx="19180">
                  <c:v>5.3575600000000003</c:v>
                </c:pt>
                <c:pt idx="19181">
                  <c:v>5.3578599999999996</c:v>
                </c:pt>
                <c:pt idx="19182">
                  <c:v>5.3581700000000003</c:v>
                </c:pt>
                <c:pt idx="19183">
                  <c:v>5.3584699999999996</c:v>
                </c:pt>
                <c:pt idx="19184">
                  <c:v>5.3587800000000003</c:v>
                </c:pt>
                <c:pt idx="19185">
                  <c:v>5.3590799999999996</c:v>
                </c:pt>
                <c:pt idx="19186">
                  <c:v>5.3593900000000003</c:v>
                </c:pt>
                <c:pt idx="19187">
                  <c:v>5.3596899999999996</c:v>
                </c:pt>
                <c:pt idx="19188">
                  <c:v>5.36</c:v>
                </c:pt>
                <c:pt idx="19189">
                  <c:v>5.3602999999999996</c:v>
                </c:pt>
                <c:pt idx="19190">
                  <c:v>5.3606100000000003</c:v>
                </c:pt>
                <c:pt idx="19191">
                  <c:v>5.3609200000000001</c:v>
                </c:pt>
                <c:pt idx="19192">
                  <c:v>5.3612200000000003</c:v>
                </c:pt>
                <c:pt idx="19193">
                  <c:v>5.3615300000000001</c:v>
                </c:pt>
                <c:pt idx="19194">
                  <c:v>5.3618300000000003</c:v>
                </c:pt>
                <c:pt idx="19195">
                  <c:v>5.3621400000000001</c:v>
                </c:pt>
                <c:pt idx="19196">
                  <c:v>5.3624400000000003</c:v>
                </c:pt>
                <c:pt idx="19197">
                  <c:v>5.3627500000000001</c:v>
                </c:pt>
                <c:pt idx="19198">
                  <c:v>5.3630500000000003</c:v>
                </c:pt>
                <c:pt idx="19199">
                  <c:v>5.3633600000000001</c:v>
                </c:pt>
                <c:pt idx="19200">
                  <c:v>5.3636600000000003</c:v>
                </c:pt>
                <c:pt idx="19201">
                  <c:v>5.3639700000000001</c:v>
                </c:pt>
                <c:pt idx="19202">
                  <c:v>5.3642700000000003</c:v>
                </c:pt>
                <c:pt idx="19203">
                  <c:v>5.3645800000000001</c:v>
                </c:pt>
                <c:pt idx="19204">
                  <c:v>5.3648899999999999</c:v>
                </c:pt>
                <c:pt idx="19205">
                  <c:v>5.3651900000000001</c:v>
                </c:pt>
                <c:pt idx="19206">
                  <c:v>5.3654999999999999</c:v>
                </c:pt>
                <c:pt idx="19207">
                  <c:v>5.3658000000000001</c:v>
                </c:pt>
                <c:pt idx="19208">
                  <c:v>5.3661099999999999</c:v>
                </c:pt>
                <c:pt idx="19209">
                  <c:v>5.3664100000000001</c:v>
                </c:pt>
                <c:pt idx="19210">
                  <c:v>5.3667199999999999</c:v>
                </c:pt>
                <c:pt idx="19211">
                  <c:v>5.3670200000000001</c:v>
                </c:pt>
                <c:pt idx="19212">
                  <c:v>5.3673299999999999</c:v>
                </c:pt>
                <c:pt idx="19213">
                  <c:v>5.3676300000000001</c:v>
                </c:pt>
                <c:pt idx="19214">
                  <c:v>5.3679399999999999</c:v>
                </c:pt>
                <c:pt idx="19215">
                  <c:v>5.3682400000000001</c:v>
                </c:pt>
                <c:pt idx="19216">
                  <c:v>5.3685499999999999</c:v>
                </c:pt>
                <c:pt idx="19217">
                  <c:v>5.3688599999999997</c:v>
                </c:pt>
                <c:pt idx="19218">
                  <c:v>5.3691599999999999</c:v>
                </c:pt>
                <c:pt idx="19219">
                  <c:v>5.3694699999999997</c:v>
                </c:pt>
                <c:pt idx="19220">
                  <c:v>5.3697699999999999</c:v>
                </c:pt>
                <c:pt idx="19221">
                  <c:v>5.3700799999999997</c:v>
                </c:pt>
                <c:pt idx="19222">
                  <c:v>5.3703799999999999</c:v>
                </c:pt>
                <c:pt idx="19223">
                  <c:v>5.3706899999999997</c:v>
                </c:pt>
                <c:pt idx="19224">
                  <c:v>5.3709899999999999</c:v>
                </c:pt>
                <c:pt idx="19225">
                  <c:v>5.3712999999999997</c:v>
                </c:pt>
                <c:pt idx="19226">
                  <c:v>5.3715999999999999</c:v>
                </c:pt>
                <c:pt idx="19227">
                  <c:v>5.3719099999999997</c:v>
                </c:pt>
                <c:pt idx="19228">
                  <c:v>5.3722099999999999</c:v>
                </c:pt>
                <c:pt idx="19229">
                  <c:v>5.3725199999999997</c:v>
                </c:pt>
                <c:pt idx="19230">
                  <c:v>5.3728300000000004</c:v>
                </c:pt>
                <c:pt idx="19231">
                  <c:v>5.3731299999999997</c:v>
                </c:pt>
                <c:pt idx="19232">
                  <c:v>5.3734400000000004</c:v>
                </c:pt>
                <c:pt idx="19233">
                  <c:v>5.3737399999999997</c:v>
                </c:pt>
                <c:pt idx="19234">
                  <c:v>5.3740500000000004</c:v>
                </c:pt>
                <c:pt idx="19235">
                  <c:v>5.3743499999999997</c:v>
                </c:pt>
                <c:pt idx="19236">
                  <c:v>5.3746600000000004</c:v>
                </c:pt>
                <c:pt idx="19237">
                  <c:v>5.3749599999999997</c:v>
                </c:pt>
                <c:pt idx="19238">
                  <c:v>5.3752700000000004</c:v>
                </c:pt>
                <c:pt idx="19239">
                  <c:v>5.3755699999999997</c:v>
                </c:pt>
                <c:pt idx="19240">
                  <c:v>5.3758800000000004</c:v>
                </c:pt>
                <c:pt idx="19241">
                  <c:v>5.3761900000000002</c:v>
                </c:pt>
                <c:pt idx="19242">
                  <c:v>5.3764900000000004</c:v>
                </c:pt>
                <c:pt idx="19243">
                  <c:v>5.3768000000000002</c:v>
                </c:pt>
                <c:pt idx="19244">
                  <c:v>5.3771000000000004</c:v>
                </c:pt>
                <c:pt idx="19245">
                  <c:v>5.3774100000000002</c:v>
                </c:pt>
                <c:pt idx="19246">
                  <c:v>5.3777100000000004</c:v>
                </c:pt>
                <c:pt idx="19247">
                  <c:v>5.3780200000000002</c:v>
                </c:pt>
                <c:pt idx="19248">
                  <c:v>5.3783200000000004</c:v>
                </c:pt>
                <c:pt idx="19249">
                  <c:v>5.3786300000000002</c:v>
                </c:pt>
                <c:pt idx="19250">
                  <c:v>5.3789300000000004</c:v>
                </c:pt>
                <c:pt idx="19251">
                  <c:v>5.3792400000000002</c:v>
                </c:pt>
                <c:pt idx="19252">
                  <c:v>5.3795400000000004</c:v>
                </c:pt>
                <c:pt idx="19253">
                  <c:v>5.3798500000000002</c:v>
                </c:pt>
                <c:pt idx="19254">
                  <c:v>5.3801600000000001</c:v>
                </c:pt>
                <c:pt idx="19255">
                  <c:v>5.3804600000000002</c:v>
                </c:pt>
                <c:pt idx="19256">
                  <c:v>5.3807700000000001</c:v>
                </c:pt>
                <c:pt idx="19257">
                  <c:v>5.3810700000000002</c:v>
                </c:pt>
                <c:pt idx="19258">
                  <c:v>5.3813800000000001</c:v>
                </c:pt>
                <c:pt idx="19259">
                  <c:v>5.3816800000000002</c:v>
                </c:pt>
                <c:pt idx="19260">
                  <c:v>5.3819900000000001</c:v>
                </c:pt>
                <c:pt idx="19261">
                  <c:v>5.3822900000000002</c:v>
                </c:pt>
                <c:pt idx="19262">
                  <c:v>5.3826000000000001</c:v>
                </c:pt>
                <c:pt idx="19263">
                  <c:v>5.3829000000000002</c:v>
                </c:pt>
                <c:pt idx="19264">
                  <c:v>5.3832100000000001</c:v>
                </c:pt>
                <c:pt idx="19265">
                  <c:v>5.3835100000000002</c:v>
                </c:pt>
                <c:pt idx="19266">
                  <c:v>5.3838200000000001</c:v>
                </c:pt>
                <c:pt idx="19267">
                  <c:v>5.3841299999999999</c:v>
                </c:pt>
                <c:pt idx="19268">
                  <c:v>5.38443</c:v>
                </c:pt>
                <c:pt idx="19269">
                  <c:v>5.3847399999999999</c:v>
                </c:pt>
                <c:pt idx="19270">
                  <c:v>5.38504</c:v>
                </c:pt>
                <c:pt idx="19271">
                  <c:v>5.3853499999999999</c:v>
                </c:pt>
                <c:pt idx="19272">
                  <c:v>5.38565</c:v>
                </c:pt>
                <c:pt idx="19273">
                  <c:v>5.3859599999999999</c:v>
                </c:pt>
                <c:pt idx="19274">
                  <c:v>5.38626</c:v>
                </c:pt>
                <c:pt idx="19275">
                  <c:v>5.3865699999999999</c:v>
                </c:pt>
                <c:pt idx="19276">
                  <c:v>5.38687</c:v>
                </c:pt>
                <c:pt idx="19277">
                  <c:v>5.3871799999999999</c:v>
                </c:pt>
                <c:pt idx="19278">
                  <c:v>5.38748</c:v>
                </c:pt>
                <c:pt idx="19279">
                  <c:v>5.3877899999999999</c:v>
                </c:pt>
                <c:pt idx="19280">
                  <c:v>5.3880999999999997</c:v>
                </c:pt>
                <c:pt idx="19281">
                  <c:v>5.3883999999999999</c:v>
                </c:pt>
                <c:pt idx="19282">
                  <c:v>5.3887099999999997</c:v>
                </c:pt>
                <c:pt idx="19283">
                  <c:v>5.3890099999999999</c:v>
                </c:pt>
                <c:pt idx="19284">
                  <c:v>5.3893199999999997</c:v>
                </c:pt>
                <c:pt idx="19285">
                  <c:v>5.3896199999999999</c:v>
                </c:pt>
                <c:pt idx="19286">
                  <c:v>5.3899299999999997</c:v>
                </c:pt>
                <c:pt idx="19287">
                  <c:v>5.3902299999999999</c:v>
                </c:pt>
                <c:pt idx="19288">
                  <c:v>5.3905399999999997</c:v>
                </c:pt>
                <c:pt idx="19289">
                  <c:v>5.3908399999999999</c:v>
                </c:pt>
                <c:pt idx="19290">
                  <c:v>5.3911499999999997</c:v>
                </c:pt>
                <c:pt idx="19291">
                  <c:v>5.3914600000000004</c:v>
                </c:pt>
                <c:pt idx="19292">
                  <c:v>5.3917599999999997</c:v>
                </c:pt>
                <c:pt idx="19293">
                  <c:v>5.3920700000000004</c:v>
                </c:pt>
                <c:pt idx="19294">
                  <c:v>5.3923699999999997</c:v>
                </c:pt>
                <c:pt idx="19295">
                  <c:v>5.3926800000000004</c:v>
                </c:pt>
                <c:pt idx="19296">
                  <c:v>5.3929799999999997</c:v>
                </c:pt>
                <c:pt idx="19297">
                  <c:v>5.3932900000000004</c:v>
                </c:pt>
                <c:pt idx="19298">
                  <c:v>5.3935899999999997</c:v>
                </c:pt>
                <c:pt idx="19299">
                  <c:v>5.3939000000000004</c:v>
                </c:pt>
                <c:pt idx="19300">
                  <c:v>5.3941999999999997</c:v>
                </c:pt>
                <c:pt idx="19301">
                  <c:v>5.3945100000000004</c:v>
                </c:pt>
                <c:pt idx="19302">
                  <c:v>5.3948099999999997</c:v>
                </c:pt>
                <c:pt idx="19303">
                  <c:v>5.3951200000000004</c:v>
                </c:pt>
                <c:pt idx="19304">
                  <c:v>5.3954300000000002</c:v>
                </c:pt>
                <c:pt idx="19305">
                  <c:v>5.3957300000000004</c:v>
                </c:pt>
                <c:pt idx="19306">
                  <c:v>5.3960400000000002</c:v>
                </c:pt>
                <c:pt idx="19307">
                  <c:v>5.3963400000000004</c:v>
                </c:pt>
                <c:pt idx="19308">
                  <c:v>5.3966500000000002</c:v>
                </c:pt>
                <c:pt idx="19309">
                  <c:v>5.3969500000000004</c:v>
                </c:pt>
                <c:pt idx="19310">
                  <c:v>5.3972600000000002</c:v>
                </c:pt>
                <c:pt idx="19311">
                  <c:v>5.3975600000000004</c:v>
                </c:pt>
                <c:pt idx="19312">
                  <c:v>5.3978700000000002</c:v>
                </c:pt>
                <c:pt idx="19313">
                  <c:v>5.3981700000000004</c:v>
                </c:pt>
                <c:pt idx="19314">
                  <c:v>5.3984800000000002</c:v>
                </c:pt>
                <c:pt idx="19315">
                  <c:v>5.3987800000000004</c:v>
                </c:pt>
                <c:pt idx="19316">
                  <c:v>5.3990900000000002</c:v>
                </c:pt>
                <c:pt idx="19317">
                  <c:v>5.3994</c:v>
                </c:pt>
                <c:pt idx="19318">
                  <c:v>5.3997000000000002</c:v>
                </c:pt>
                <c:pt idx="19319">
                  <c:v>5.40001</c:v>
                </c:pt>
                <c:pt idx="19320">
                  <c:v>5.4003100000000002</c:v>
                </c:pt>
                <c:pt idx="19321">
                  <c:v>5.40062</c:v>
                </c:pt>
                <c:pt idx="19322">
                  <c:v>5.4009200000000002</c:v>
                </c:pt>
                <c:pt idx="19323">
                  <c:v>5.40123</c:v>
                </c:pt>
                <c:pt idx="19324">
                  <c:v>5.4015300000000002</c:v>
                </c:pt>
                <c:pt idx="19325">
                  <c:v>5.40184</c:v>
                </c:pt>
                <c:pt idx="19326">
                  <c:v>5.4021400000000002</c:v>
                </c:pt>
                <c:pt idx="19327">
                  <c:v>5.40245</c:v>
                </c:pt>
                <c:pt idx="19328">
                  <c:v>5.4027500000000002</c:v>
                </c:pt>
                <c:pt idx="19329">
                  <c:v>5.40306</c:v>
                </c:pt>
                <c:pt idx="19330">
                  <c:v>5.4033699999999998</c:v>
                </c:pt>
                <c:pt idx="19331">
                  <c:v>5.40367</c:v>
                </c:pt>
                <c:pt idx="19332">
                  <c:v>5.4039799999999998</c:v>
                </c:pt>
                <c:pt idx="19333">
                  <c:v>5.40428</c:v>
                </c:pt>
                <c:pt idx="19334">
                  <c:v>5.4045899999999998</c:v>
                </c:pt>
                <c:pt idx="19335">
                  <c:v>5.40489</c:v>
                </c:pt>
                <c:pt idx="19336">
                  <c:v>5.4051999999999998</c:v>
                </c:pt>
                <c:pt idx="19337">
                  <c:v>5.4055</c:v>
                </c:pt>
                <c:pt idx="19338">
                  <c:v>5.4058099999999998</c:v>
                </c:pt>
                <c:pt idx="19339">
                  <c:v>5.40611</c:v>
                </c:pt>
                <c:pt idx="19340">
                  <c:v>5.4064199999999998</c:v>
                </c:pt>
                <c:pt idx="19341">
                  <c:v>5.40672</c:v>
                </c:pt>
                <c:pt idx="19342">
                  <c:v>5.4070299999999998</c:v>
                </c:pt>
                <c:pt idx="19343">
                  <c:v>5.4073399999999996</c:v>
                </c:pt>
                <c:pt idx="19344">
                  <c:v>5.4076399999999998</c:v>
                </c:pt>
                <c:pt idx="19345">
                  <c:v>5.4079499999999996</c:v>
                </c:pt>
                <c:pt idx="19346">
                  <c:v>5.4082499999999998</c:v>
                </c:pt>
                <c:pt idx="19347">
                  <c:v>5.4085599999999996</c:v>
                </c:pt>
                <c:pt idx="19348">
                  <c:v>5.4088599999999998</c:v>
                </c:pt>
                <c:pt idx="19349">
                  <c:v>5.4091699999999996</c:v>
                </c:pt>
                <c:pt idx="19350">
                  <c:v>5.4094699999999998</c:v>
                </c:pt>
                <c:pt idx="19351">
                  <c:v>5.4097799999999996</c:v>
                </c:pt>
                <c:pt idx="19352">
                  <c:v>5.4100799999999998</c:v>
                </c:pt>
                <c:pt idx="19353">
                  <c:v>5.4103899999999996</c:v>
                </c:pt>
                <c:pt idx="19354">
                  <c:v>5.4107000000000003</c:v>
                </c:pt>
                <c:pt idx="19355">
                  <c:v>5.4109999999999996</c:v>
                </c:pt>
                <c:pt idx="19356">
                  <c:v>5.4113100000000003</c:v>
                </c:pt>
                <c:pt idx="19357">
                  <c:v>5.4116099999999996</c:v>
                </c:pt>
                <c:pt idx="19358">
                  <c:v>5.4119200000000003</c:v>
                </c:pt>
                <c:pt idx="19359">
                  <c:v>5.4122199999999996</c:v>
                </c:pt>
                <c:pt idx="19360">
                  <c:v>5.4125300000000003</c:v>
                </c:pt>
                <c:pt idx="19361">
                  <c:v>5.4128299999999996</c:v>
                </c:pt>
                <c:pt idx="19362">
                  <c:v>5.4131400000000003</c:v>
                </c:pt>
                <c:pt idx="19363">
                  <c:v>5.4134399999999996</c:v>
                </c:pt>
                <c:pt idx="19364">
                  <c:v>5.4137500000000003</c:v>
                </c:pt>
                <c:pt idx="19365">
                  <c:v>5.4140499999999996</c:v>
                </c:pt>
                <c:pt idx="19366">
                  <c:v>5.4143600000000003</c:v>
                </c:pt>
                <c:pt idx="19367">
                  <c:v>5.4146700000000001</c:v>
                </c:pt>
                <c:pt idx="19368">
                  <c:v>5.4149700000000003</c:v>
                </c:pt>
                <c:pt idx="19369">
                  <c:v>5.4152800000000001</c:v>
                </c:pt>
                <c:pt idx="19370">
                  <c:v>5.4155800000000003</c:v>
                </c:pt>
                <c:pt idx="19371">
                  <c:v>5.4158900000000001</c:v>
                </c:pt>
                <c:pt idx="19372">
                  <c:v>5.4161900000000003</c:v>
                </c:pt>
                <c:pt idx="19373">
                  <c:v>5.4165000000000001</c:v>
                </c:pt>
                <c:pt idx="19374">
                  <c:v>5.4168000000000003</c:v>
                </c:pt>
                <c:pt idx="19375">
                  <c:v>5.4171100000000001</c:v>
                </c:pt>
                <c:pt idx="19376">
                  <c:v>5.4174100000000003</c:v>
                </c:pt>
                <c:pt idx="19377">
                  <c:v>5.4177200000000001</c:v>
                </c:pt>
                <c:pt idx="19378">
                  <c:v>5.4180200000000003</c:v>
                </c:pt>
                <c:pt idx="19379">
                  <c:v>5.4183300000000001</c:v>
                </c:pt>
                <c:pt idx="19380">
                  <c:v>5.4186399999999999</c:v>
                </c:pt>
                <c:pt idx="19381">
                  <c:v>5.4189400000000001</c:v>
                </c:pt>
                <c:pt idx="19382">
                  <c:v>5.4192499999999999</c:v>
                </c:pt>
                <c:pt idx="19383">
                  <c:v>5.4195500000000001</c:v>
                </c:pt>
                <c:pt idx="19384">
                  <c:v>5.4198599999999999</c:v>
                </c:pt>
                <c:pt idx="19385">
                  <c:v>5.4201600000000001</c:v>
                </c:pt>
                <c:pt idx="19386">
                  <c:v>5.4204699999999999</c:v>
                </c:pt>
                <c:pt idx="19387">
                  <c:v>5.4207700000000001</c:v>
                </c:pt>
                <c:pt idx="19388">
                  <c:v>5.4210799999999999</c:v>
                </c:pt>
                <c:pt idx="19389">
                  <c:v>5.4213800000000001</c:v>
                </c:pt>
                <c:pt idx="19390">
                  <c:v>5.4216899999999999</c:v>
                </c:pt>
                <c:pt idx="19391">
                  <c:v>5.4219900000000001</c:v>
                </c:pt>
                <c:pt idx="19392">
                  <c:v>5.4222999999999999</c:v>
                </c:pt>
                <c:pt idx="19393">
                  <c:v>5.4226099999999997</c:v>
                </c:pt>
                <c:pt idx="19394">
                  <c:v>5.4229099999999999</c:v>
                </c:pt>
                <c:pt idx="19395">
                  <c:v>5.4232199999999997</c:v>
                </c:pt>
                <c:pt idx="19396">
                  <c:v>5.4235199999999999</c:v>
                </c:pt>
                <c:pt idx="19397">
                  <c:v>5.4238299999999997</c:v>
                </c:pt>
                <c:pt idx="19398">
                  <c:v>5.4241299999999999</c:v>
                </c:pt>
                <c:pt idx="19399">
                  <c:v>5.4244399999999997</c:v>
                </c:pt>
                <c:pt idx="19400">
                  <c:v>5.4247399999999999</c:v>
                </c:pt>
                <c:pt idx="19401">
                  <c:v>5.4250499999999997</c:v>
                </c:pt>
                <c:pt idx="19402">
                  <c:v>5.4253499999999999</c:v>
                </c:pt>
                <c:pt idx="19403">
                  <c:v>5.4256599999999997</c:v>
                </c:pt>
                <c:pt idx="19404">
                  <c:v>5.4259599999999999</c:v>
                </c:pt>
                <c:pt idx="19405">
                  <c:v>5.4262699999999997</c:v>
                </c:pt>
                <c:pt idx="19406">
                  <c:v>5.4265800000000004</c:v>
                </c:pt>
                <c:pt idx="19407">
                  <c:v>5.4268799999999997</c:v>
                </c:pt>
                <c:pt idx="19408">
                  <c:v>5.4271900000000004</c:v>
                </c:pt>
                <c:pt idx="19409">
                  <c:v>5.4274899999999997</c:v>
                </c:pt>
                <c:pt idx="19410">
                  <c:v>5.4278000000000004</c:v>
                </c:pt>
                <c:pt idx="19411">
                  <c:v>5.4280999999999997</c:v>
                </c:pt>
                <c:pt idx="19412">
                  <c:v>5.4284100000000004</c:v>
                </c:pt>
                <c:pt idx="19413">
                  <c:v>5.4287099999999997</c:v>
                </c:pt>
                <c:pt idx="19414">
                  <c:v>5.4290200000000004</c:v>
                </c:pt>
                <c:pt idx="19415">
                  <c:v>5.4293199999999997</c:v>
                </c:pt>
                <c:pt idx="19416">
                  <c:v>5.4296300000000004</c:v>
                </c:pt>
                <c:pt idx="19417">
                  <c:v>5.4299400000000002</c:v>
                </c:pt>
                <c:pt idx="19418">
                  <c:v>5.4302400000000004</c:v>
                </c:pt>
                <c:pt idx="19419">
                  <c:v>5.4305500000000002</c:v>
                </c:pt>
                <c:pt idx="19420">
                  <c:v>5.4308500000000004</c:v>
                </c:pt>
                <c:pt idx="19421">
                  <c:v>5.4311600000000002</c:v>
                </c:pt>
                <c:pt idx="19422">
                  <c:v>5.4314600000000004</c:v>
                </c:pt>
                <c:pt idx="19423">
                  <c:v>5.4317700000000002</c:v>
                </c:pt>
                <c:pt idx="19424">
                  <c:v>5.4320700000000004</c:v>
                </c:pt>
                <c:pt idx="19425">
                  <c:v>5.4323800000000002</c:v>
                </c:pt>
                <c:pt idx="19426">
                  <c:v>5.4326800000000004</c:v>
                </c:pt>
                <c:pt idx="19427">
                  <c:v>5.4329900000000002</c:v>
                </c:pt>
                <c:pt idx="19428">
                  <c:v>5.4332900000000004</c:v>
                </c:pt>
                <c:pt idx="19429">
                  <c:v>5.4336000000000002</c:v>
                </c:pt>
                <c:pt idx="19430">
                  <c:v>5.43391</c:v>
                </c:pt>
                <c:pt idx="19431">
                  <c:v>5.4342100000000002</c:v>
                </c:pt>
                <c:pt idx="19432">
                  <c:v>5.43452</c:v>
                </c:pt>
                <c:pt idx="19433">
                  <c:v>5.4348200000000002</c:v>
                </c:pt>
                <c:pt idx="19434">
                  <c:v>5.43513</c:v>
                </c:pt>
                <c:pt idx="19435">
                  <c:v>5.4354300000000002</c:v>
                </c:pt>
                <c:pt idx="19436">
                  <c:v>5.43574</c:v>
                </c:pt>
                <c:pt idx="19437">
                  <c:v>5.4360400000000002</c:v>
                </c:pt>
                <c:pt idx="19438">
                  <c:v>5.43635</c:v>
                </c:pt>
                <c:pt idx="19439">
                  <c:v>5.4366500000000002</c:v>
                </c:pt>
                <c:pt idx="19440">
                  <c:v>5.43696</c:v>
                </c:pt>
                <c:pt idx="19441">
                  <c:v>5.4372600000000002</c:v>
                </c:pt>
                <c:pt idx="19442">
                  <c:v>5.43757</c:v>
                </c:pt>
                <c:pt idx="19443">
                  <c:v>5.4378799999999998</c:v>
                </c:pt>
                <c:pt idx="19444">
                  <c:v>5.43818</c:v>
                </c:pt>
                <c:pt idx="19445">
                  <c:v>5.4384899999999998</c:v>
                </c:pt>
                <c:pt idx="19446">
                  <c:v>5.43879</c:v>
                </c:pt>
                <c:pt idx="19447">
                  <c:v>5.4390999999999998</c:v>
                </c:pt>
                <c:pt idx="19448">
                  <c:v>5.4394</c:v>
                </c:pt>
                <c:pt idx="19449">
                  <c:v>5.4397099999999998</c:v>
                </c:pt>
                <c:pt idx="19450">
                  <c:v>5.44001</c:v>
                </c:pt>
                <c:pt idx="19451">
                  <c:v>5.4403199999999998</c:v>
                </c:pt>
                <c:pt idx="19452">
                  <c:v>5.44062</c:v>
                </c:pt>
                <c:pt idx="19453">
                  <c:v>5.4409299999999998</c:v>
                </c:pt>
                <c:pt idx="19454">
                  <c:v>5.44123</c:v>
                </c:pt>
                <c:pt idx="19455">
                  <c:v>5.4415399999999998</c:v>
                </c:pt>
                <c:pt idx="19456">
                  <c:v>5.4418499999999996</c:v>
                </c:pt>
                <c:pt idx="19457">
                  <c:v>5.4421499999999998</c:v>
                </c:pt>
                <c:pt idx="19458">
                  <c:v>5.4424599999999996</c:v>
                </c:pt>
                <c:pt idx="19459">
                  <c:v>5.4427599999999998</c:v>
                </c:pt>
                <c:pt idx="19460">
                  <c:v>5.4430699999999996</c:v>
                </c:pt>
                <c:pt idx="19461">
                  <c:v>5.4433699999999998</c:v>
                </c:pt>
                <c:pt idx="19462">
                  <c:v>5.4436799999999996</c:v>
                </c:pt>
                <c:pt idx="19463">
                  <c:v>5.4439799999999998</c:v>
                </c:pt>
                <c:pt idx="19464">
                  <c:v>5.4442899999999996</c:v>
                </c:pt>
                <c:pt idx="19465">
                  <c:v>5.4445899999999998</c:v>
                </c:pt>
                <c:pt idx="19466">
                  <c:v>5.4448999999999996</c:v>
                </c:pt>
                <c:pt idx="19467">
                  <c:v>5.4452100000000003</c:v>
                </c:pt>
                <c:pt idx="19468">
                  <c:v>5.4455099999999996</c:v>
                </c:pt>
                <c:pt idx="19469">
                  <c:v>5.4458200000000003</c:v>
                </c:pt>
                <c:pt idx="19470">
                  <c:v>5.4461199999999996</c:v>
                </c:pt>
                <c:pt idx="19471">
                  <c:v>5.4464300000000003</c:v>
                </c:pt>
                <c:pt idx="19472">
                  <c:v>5.4467299999999996</c:v>
                </c:pt>
                <c:pt idx="19473">
                  <c:v>5.4470400000000003</c:v>
                </c:pt>
                <c:pt idx="19474">
                  <c:v>5.4473399999999996</c:v>
                </c:pt>
                <c:pt idx="19475">
                  <c:v>5.4476500000000003</c:v>
                </c:pt>
                <c:pt idx="19476">
                  <c:v>5.4479499999999996</c:v>
                </c:pt>
                <c:pt idx="19477">
                  <c:v>5.4482600000000003</c:v>
                </c:pt>
                <c:pt idx="19478">
                  <c:v>5.4485599999999996</c:v>
                </c:pt>
                <c:pt idx="19479">
                  <c:v>5.4488700000000003</c:v>
                </c:pt>
                <c:pt idx="19480">
                  <c:v>5.4491800000000001</c:v>
                </c:pt>
                <c:pt idx="19481">
                  <c:v>5.4494800000000003</c:v>
                </c:pt>
                <c:pt idx="19482">
                  <c:v>5.4497900000000001</c:v>
                </c:pt>
                <c:pt idx="19483">
                  <c:v>5.4500900000000003</c:v>
                </c:pt>
                <c:pt idx="19484">
                  <c:v>5.4504000000000001</c:v>
                </c:pt>
                <c:pt idx="19485">
                  <c:v>5.4507000000000003</c:v>
                </c:pt>
                <c:pt idx="19486">
                  <c:v>5.4510100000000001</c:v>
                </c:pt>
                <c:pt idx="19487">
                  <c:v>5.4513100000000003</c:v>
                </c:pt>
                <c:pt idx="19488">
                  <c:v>5.4516200000000001</c:v>
                </c:pt>
                <c:pt idx="19489">
                  <c:v>5.4519200000000003</c:v>
                </c:pt>
                <c:pt idx="19490">
                  <c:v>5.4522300000000001</c:v>
                </c:pt>
                <c:pt idx="19491">
                  <c:v>5.4525300000000003</c:v>
                </c:pt>
                <c:pt idx="19492">
                  <c:v>5.4528400000000001</c:v>
                </c:pt>
                <c:pt idx="19493">
                  <c:v>5.4531499999999999</c:v>
                </c:pt>
                <c:pt idx="19494">
                  <c:v>5.4534500000000001</c:v>
                </c:pt>
                <c:pt idx="19495">
                  <c:v>5.4537599999999999</c:v>
                </c:pt>
                <c:pt idx="19496">
                  <c:v>5.4540600000000001</c:v>
                </c:pt>
                <c:pt idx="19497">
                  <c:v>5.4543699999999999</c:v>
                </c:pt>
                <c:pt idx="19498">
                  <c:v>5.4546700000000001</c:v>
                </c:pt>
                <c:pt idx="19499">
                  <c:v>5.4549799999999999</c:v>
                </c:pt>
                <c:pt idx="19500">
                  <c:v>5.4552800000000001</c:v>
                </c:pt>
                <c:pt idx="19501">
                  <c:v>5.4555899999999999</c:v>
                </c:pt>
                <c:pt idx="19502">
                  <c:v>5.4558900000000001</c:v>
                </c:pt>
                <c:pt idx="19503">
                  <c:v>5.4561999999999999</c:v>
                </c:pt>
                <c:pt idx="19504">
                  <c:v>5.4565000000000001</c:v>
                </c:pt>
                <c:pt idx="19505">
                  <c:v>5.4568099999999999</c:v>
                </c:pt>
                <c:pt idx="19506">
                  <c:v>5.4571199999999997</c:v>
                </c:pt>
                <c:pt idx="19507">
                  <c:v>5.4574199999999999</c:v>
                </c:pt>
                <c:pt idx="19508">
                  <c:v>5.4577299999999997</c:v>
                </c:pt>
                <c:pt idx="19509">
                  <c:v>5.4580299999999999</c:v>
                </c:pt>
                <c:pt idx="19510">
                  <c:v>5.4583399999999997</c:v>
                </c:pt>
                <c:pt idx="19511">
                  <c:v>5.4586399999999999</c:v>
                </c:pt>
                <c:pt idx="19512">
                  <c:v>5.4589499999999997</c:v>
                </c:pt>
                <c:pt idx="19513">
                  <c:v>5.4592499999999999</c:v>
                </c:pt>
                <c:pt idx="19514">
                  <c:v>5.4595599999999997</c:v>
                </c:pt>
                <c:pt idx="19515">
                  <c:v>5.4598599999999999</c:v>
                </c:pt>
                <c:pt idx="19516">
                  <c:v>5.4601699999999997</c:v>
                </c:pt>
                <c:pt idx="19517">
                  <c:v>5.4604699999999999</c:v>
                </c:pt>
                <c:pt idx="19518">
                  <c:v>5.4607799999999997</c:v>
                </c:pt>
                <c:pt idx="19519">
                  <c:v>5.4610900000000004</c:v>
                </c:pt>
                <c:pt idx="19520">
                  <c:v>5.4613899999999997</c:v>
                </c:pt>
                <c:pt idx="19521">
                  <c:v>5.4617000000000004</c:v>
                </c:pt>
                <c:pt idx="19522">
                  <c:v>5.4619999999999997</c:v>
                </c:pt>
                <c:pt idx="19523">
                  <c:v>5.4623100000000004</c:v>
                </c:pt>
                <c:pt idx="19524">
                  <c:v>5.4626099999999997</c:v>
                </c:pt>
                <c:pt idx="19525">
                  <c:v>5.4629200000000004</c:v>
                </c:pt>
                <c:pt idx="19526">
                  <c:v>5.4632199999999997</c:v>
                </c:pt>
                <c:pt idx="19527">
                  <c:v>5.4635300000000004</c:v>
                </c:pt>
                <c:pt idx="19528">
                  <c:v>5.4638299999999997</c:v>
                </c:pt>
                <c:pt idx="19529">
                  <c:v>5.4641400000000004</c:v>
                </c:pt>
                <c:pt idx="19530">
                  <c:v>5.4644500000000003</c:v>
                </c:pt>
                <c:pt idx="19531">
                  <c:v>5.4647500000000004</c:v>
                </c:pt>
                <c:pt idx="19532">
                  <c:v>5.4650600000000003</c:v>
                </c:pt>
                <c:pt idx="19533">
                  <c:v>5.4653600000000004</c:v>
                </c:pt>
                <c:pt idx="19534">
                  <c:v>5.4656700000000003</c:v>
                </c:pt>
                <c:pt idx="19535">
                  <c:v>5.4659700000000004</c:v>
                </c:pt>
                <c:pt idx="19536">
                  <c:v>5.4662800000000002</c:v>
                </c:pt>
                <c:pt idx="19537">
                  <c:v>5.4665800000000004</c:v>
                </c:pt>
                <c:pt idx="19538">
                  <c:v>5.4668900000000002</c:v>
                </c:pt>
                <c:pt idx="19539">
                  <c:v>5.4671900000000004</c:v>
                </c:pt>
                <c:pt idx="19540">
                  <c:v>5.4675000000000002</c:v>
                </c:pt>
                <c:pt idx="19541">
                  <c:v>5.4678000000000004</c:v>
                </c:pt>
                <c:pt idx="19542">
                  <c:v>5.4681100000000002</c:v>
                </c:pt>
                <c:pt idx="19543">
                  <c:v>5.4684200000000001</c:v>
                </c:pt>
                <c:pt idx="19544">
                  <c:v>5.4687200000000002</c:v>
                </c:pt>
                <c:pt idx="19545">
                  <c:v>5.4690300000000001</c:v>
                </c:pt>
                <c:pt idx="19546">
                  <c:v>5.4693300000000002</c:v>
                </c:pt>
                <c:pt idx="19547">
                  <c:v>5.4696400000000001</c:v>
                </c:pt>
                <c:pt idx="19548">
                  <c:v>5.4699400000000002</c:v>
                </c:pt>
                <c:pt idx="19549">
                  <c:v>5.4702500000000001</c:v>
                </c:pt>
                <c:pt idx="19550">
                  <c:v>5.4705500000000002</c:v>
                </c:pt>
                <c:pt idx="19551">
                  <c:v>5.4708600000000001</c:v>
                </c:pt>
                <c:pt idx="19552">
                  <c:v>5.4711600000000002</c:v>
                </c:pt>
                <c:pt idx="19553">
                  <c:v>5.4714700000000001</c:v>
                </c:pt>
                <c:pt idx="19554">
                  <c:v>5.4717700000000002</c:v>
                </c:pt>
                <c:pt idx="19555">
                  <c:v>5.4720800000000001</c:v>
                </c:pt>
                <c:pt idx="19556">
                  <c:v>5.4723899999999999</c:v>
                </c:pt>
                <c:pt idx="19557">
                  <c:v>5.4726900000000001</c:v>
                </c:pt>
                <c:pt idx="19558">
                  <c:v>5.4729999999999999</c:v>
                </c:pt>
                <c:pt idx="19559">
                  <c:v>5.4733000000000001</c:v>
                </c:pt>
                <c:pt idx="19560">
                  <c:v>5.4736099999999999</c:v>
                </c:pt>
                <c:pt idx="19561">
                  <c:v>5.4739100000000001</c:v>
                </c:pt>
                <c:pt idx="19562">
                  <c:v>5.4742199999999999</c:v>
                </c:pt>
                <c:pt idx="19563">
                  <c:v>5.4745200000000001</c:v>
                </c:pt>
                <c:pt idx="19564">
                  <c:v>5.4748299999999999</c:v>
                </c:pt>
                <c:pt idx="19565">
                  <c:v>5.4751300000000001</c:v>
                </c:pt>
                <c:pt idx="19566">
                  <c:v>5.4754399999999999</c:v>
                </c:pt>
                <c:pt idx="19567">
                  <c:v>5.4757400000000001</c:v>
                </c:pt>
                <c:pt idx="19568">
                  <c:v>5.4760499999999999</c:v>
                </c:pt>
                <c:pt idx="19569">
                  <c:v>5.4763599999999997</c:v>
                </c:pt>
                <c:pt idx="19570">
                  <c:v>5.4766599999999999</c:v>
                </c:pt>
                <c:pt idx="19571">
                  <c:v>5.4769699999999997</c:v>
                </c:pt>
                <c:pt idx="19572">
                  <c:v>5.4772699999999999</c:v>
                </c:pt>
                <c:pt idx="19573">
                  <c:v>5.4775799999999997</c:v>
                </c:pt>
                <c:pt idx="19574">
                  <c:v>5.4778799999999999</c:v>
                </c:pt>
                <c:pt idx="19575">
                  <c:v>5.4781899999999997</c:v>
                </c:pt>
                <c:pt idx="19576">
                  <c:v>5.4784899999999999</c:v>
                </c:pt>
                <c:pt idx="19577">
                  <c:v>5.4787999999999997</c:v>
                </c:pt>
                <c:pt idx="19578">
                  <c:v>5.4790999999999999</c:v>
                </c:pt>
                <c:pt idx="19579">
                  <c:v>5.4794099999999997</c:v>
                </c:pt>
                <c:pt idx="19580">
                  <c:v>5.4797099999999999</c:v>
                </c:pt>
                <c:pt idx="19581">
                  <c:v>5.4800199999999997</c:v>
                </c:pt>
                <c:pt idx="19582">
                  <c:v>5.4803300000000004</c:v>
                </c:pt>
                <c:pt idx="19583">
                  <c:v>5.4806299999999997</c:v>
                </c:pt>
                <c:pt idx="19584">
                  <c:v>5.4809400000000004</c:v>
                </c:pt>
                <c:pt idx="19585">
                  <c:v>5.4812399999999997</c:v>
                </c:pt>
                <c:pt idx="19586">
                  <c:v>5.4815500000000004</c:v>
                </c:pt>
                <c:pt idx="19587">
                  <c:v>5.4818499999999997</c:v>
                </c:pt>
                <c:pt idx="19588">
                  <c:v>5.4821600000000004</c:v>
                </c:pt>
                <c:pt idx="19589">
                  <c:v>5.4824599999999997</c:v>
                </c:pt>
                <c:pt idx="19590">
                  <c:v>5.4827700000000004</c:v>
                </c:pt>
                <c:pt idx="19591">
                  <c:v>5.4830699999999997</c:v>
                </c:pt>
                <c:pt idx="19592">
                  <c:v>5.4833800000000004</c:v>
                </c:pt>
                <c:pt idx="19593">
                  <c:v>5.4836900000000002</c:v>
                </c:pt>
                <c:pt idx="19594">
                  <c:v>5.4839900000000004</c:v>
                </c:pt>
                <c:pt idx="19595">
                  <c:v>5.4843000000000002</c:v>
                </c:pt>
                <c:pt idx="19596">
                  <c:v>5.4846000000000004</c:v>
                </c:pt>
                <c:pt idx="19597">
                  <c:v>5.4849100000000002</c:v>
                </c:pt>
                <c:pt idx="19598">
                  <c:v>5.4852100000000004</c:v>
                </c:pt>
                <c:pt idx="19599">
                  <c:v>5.4855200000000002</c:v>
                </c:pt>
                <c:pt idx="19600">
                  <c:v>5.4858200000000004</c:v>
                </c:pt>
                <c:pt idx="19601">
                  <c:v>5.4861300000000002</c:v>
                </c:pt>
                <c:pt idx="19602">
                  <c:v>5.4864300000000004</c:v>
                </c:pt>
                <c:pt idx="19603">
                  <c:v>5.4867400000000002</c:v>
                </c:pt>
                <c:pt idx="19604">
                  <c:v>5.4870400000000004</c:v>
                </c:pt>
                <c:pt idx="19605">
                  <c:v>5.4873500000000002</c:v>
                </c:pt>
                <c:pt idx="19606">
                  <c:v>5.48766</c:v>
                </c:pt>
                <c:pt idx="19607">
                  <c:v>5.4879600000000002</c:v>
                </c:pt>
                <c:pt idx="19608">
                  <c:v>5.48827</c:v>
                </c:pt>
                <c:pt idx="19609">
                  <c:v>5.4885700000000002</c:v>
                </c:pt>
                <c:pt idx="19610">
                  <c:v>5.48888</c:v>
                </c:pt>
                <c:pt idx="19611">
                  <c:v>5.4891800000000002</c:v>
                </c:pt>
                <c:pt idx="19612">
                  <c:v>5.48949</c:v>
                </c:pt>
                <c:pt idx="19613">
                  <c:v>5.4897900000000002</c:v>
                </c:pt>
                <c:pt idx="19614">
                  <c:v>5.4901</c:v>
                </c:pt>
                <c:pt idx="19615">
                  <c:v>5.4904000000000002</c:v>
                </c:pt>
                <c:pt idx="19616">
                  <c:v>5.49071</c:v>
                </c:pt>
                <c:pt idx="19617">
                  <c:v>5.4910100000000002</c:v>
                </c:pt>
                <c:pt idx="19618">
                  <c:v>5.49132</c:v>
                </c:pt>
                <c:pt idx="19619">
                  <c:v>5.4916299999999998</c:v>
                </c:pt>
                <c:pt idx="19620">
                  <c:v>5.49193</c:v>
                </c:pt>
                <c:pt idx="19621">
                  <c:v>5.4922399999999998</c:v>
                </c:pt>
                <c:pt idx="19622">
                  <c:v>5.49254</c:v>
                </c:pt>
                <c:pt idx="19623">
                  <c:v>5.4928499999999998</c:v>
                </c:pt>
                <c:pt idx="19624">
                  <c:v>5.49315</c:v>
                </c:pt>
                <c:pt idx="19625">
                  <c:v>5.4934599999999998</c:v>
                </c:pt>
                <c:pt idx="19626">
                  <c:v>5.49376</c:v>
                </c:pt>
                <c:pt idx="19627">
                  <c:v>5.4940699999999998</c:v>
                </c:pt>
                <c:pt idx="19628">
                  <c:v>5.49437</c:v>
                </c:pt>
                <c:pt idx="19629">
                  <c:v>5.4946799999999998</c:v>
                </c:pt>
                <c:pt idx="19630">
                  <c:v>5.49498</c:v>
                </c:pt>
                <c:pt idx="19631">
                  <c:v>5.4952899999999998</c:v>
                </c:pt>
                <c:pt idx="19632">
                  <c:v>5.4955999999999996</c:v>
                </c:pt>
                <c:pt idx="19633">
                  <c:v>5.4958999999999998</c:v>
                </c:pt>
                <c:pt idx="19634">
                  <c:v>5.4962099999999996</c:v>
                </c:pt>
                <c:pt idx="19635">
                  <c:v>5.4965099999999998</c:v>
                </c:pt>
                <c:pt idx="19636">
                  <c:v>5.4968199999999996</c:v>
                </c:pt>
                <c:pt idx="19637">
                  <c:v>5.4971199999999998</c:v>
                </c:pt>
                <c:pt idx="19638">
                  <c:v>5.4974299999999996</c:v>
                </c:pt>
                <c:pt idx="19639">
                  <c:v>5.4977299999999998</c:v>
                </c:pt>
                <c:pt idx="19640">
                  <c:v>5.4980399999999996</c:v>
                </c:pt>
                <c:pt idx="19641">
                  <c:v>5.4983399999999998</c:v>
                </c:pt>
                <c:pt idx="19642">
                  <c:v>5.4986499999999996</c:v>
                </c:pt>
                <c:pt idx="19643">
                  <c:v>5.4989499999999998</c:v>
                </c:pt>
                <c:pt idx="19644">
                  <c:v>5.4992599999999996</c:v>
                </c:pt>
                <c:pt idx="19645">
                  <c:v>5.4995700000000003</c:v>
                </c:pt>
                <c:pt idx="19646">
                  <c:v>5.4998699999999996</c:v>
                </c:pt>
                <c:pt idx="19647">
                  <c:v>5.5001800000000003</c:v>
                </c:pt>
                <c:pt idx="19648">
                  <c:v>5.5004799999999996</c:v>
                </c:pt>
                <c:pt idx="19649">
                  <c:v>5.5007900000000003</c:v>
                </c:pt>
                <c:pt idx="19650">
                  <c:v>5.5010899999999996</c:v>
                </c:pt>
                <c:pt idx="19651">
                  <c:v>5.5014000000000003</c:v>
                </c:pt>
                <c:pt idx="19652">
                  <c:v>5.5016999999999996</c:v>
                </c:pt>
                <c:pt idx="19653">
                  <c:v>5.5020100000000003</c:v>
                </c:pt>
                <c:pt idx="19654">
                  <c:v>5.5023099999999996</c:v>
                </c:pt>
                <c:pt idx="19655">
                  <c:v>5.5026200000000003</c:v>
                </c:pt>
                <c:pt idx="19656">
                  <c:v>5.5029300000000001</c:v>
                </c:pt>
                <c:pt idx="19657">
                  <c:v>5.5032300000000003</c:v>
                </c:pt>
                <c:pt idx="19658">
                  <c:v>5.5035400000000001</c:v>
                </c:pt>
                <c:pt idx="19659">
                  <c:v>5.5038400000000003</c:v>
                </c:pt>
                <c:pt idx="19660">
                  <c:v>5.5041500000000001</c:v>
                </c:pt>
                <c:pt idx="19661">
                  <c:v>5.5044500000000003</c:v>
                </c:pt>
                <c:pt idx="19662">
                  <c:v>5.5047600000000001</c:v>
                </c:pt>
                <c:pt idx="19663">
                  <c:v>5.5050600000000003</c:v>
                </c:pt>
                <c:pt idx="19664">
                  <c:v>5.5053700000000001</c:v>
                </c:pt>
                <c:pt idx="19665">
                  <c:v>5.5056700000000003</c:v>
                </c:pt>
                <c:pt idx="19666">
                  <c:v>5.5059800000000001</c:v>
                </c:pt>
                <c:pt idx="19667">
                  <c:v>5.5062800000000003</c:v>
                </c:pt>
                <c:pt idx="19668">
                  <c:v>5.5065900000000001</c:v>
                </c:pt>
                <c:pt idx="19669">
                  <c:v>5.5068999999999999</c:v>
                </c:pt>
                <c:pt idx="19670">
                  <c:v>5.5072000000000001</c:v>
                </c:pt>
                <c:pt idx="19671">
                  <c:v>5.5075099999999999</c:v>
                </c:pt>
                <c:pt idx="19672">
                  <c:v>5.5078100000000001</c:v>
                </c:pt>
                <c:pt idx="19673">
                  <c:v>5.5081199999999999</c:v>
                </c:pt>
                <c:pt idx="19674">
                  <c:v>5.5084200000000001</c:v>
                </c:pt>
                <c:pt idx="19675">
                  <c:v>5.5087299999999999</c:v>
                </c:pt>
                <c:pt idx="19676">
                  <c:v>5.5090300000000001</c:v>
                </c:pt>
                <c:pt idx="19677">
                  <c:v>5.5093399999999999</c:v>
                </c:pt>
                <c:pt idx="19678">
                  <c:v>5.5096400000000001</c:v>
                </c:pt>
                <c:pt idx="19679">
                  <c:v>5.5099499999999999</c:v>
                </c:pt>
                <c:pt idx="19680">
                  <c:v>5.5102500000000001</c:v>
                </c:pt>
                <c:pt idx="19681">
                  <c:v>5.5105599999999999</c:v>
                </c:pt>
                <c:pt idx="19682">
                  <c:v>5.5108699999999997</c:v>
                </c:pt>
                <c:pt idx="19683">
                  <c:v>5.5111699999999999</c:v>
                </c:pt>
                <c:pt idx="19684">
                  <c:v>5.5114799999999997</c:v>
                </c:pt>
                <c:pt idx="19685">
                  <c:v>5.5117799999999999</c:v>
                </c:pt>
                <c:pt idx="19686">
                  <c:v>5.5120899999999997</c:v>
                </c:pt>
                <c:pt idx="19687">
                  <c:v>5.5123899999999999</c:v>
                </c:pt>
                <c:pt idx="19688">
                  <c:v>5.5126999999999997</c:v>
                </c:pt>
                <c:pt idx="19689">
                  <c:v>5.5129999999999999</c:v>
                </c:pt>
                <c:pt idx="19690">
                  <c:v>5.5133099999999997</c:v>
                </c:pt>
                <c:pt idx="19691">
                  <c:v>5.5136099999999999</c:v>
                </c:pt>
                <c:pt idx="19692">
                  <c:v>5.5139199999999997</c:v>
                </c:pt>
                <c:pt idx="19693">
                  <c:v>5.5142199999999999</c:v>
                </c:pt>
                <c:pt idx="19694">
                  <c:v>5.5145299999999997</c:v>
                </c:pt>
                <c:pt idx="19695">
                  <c:v>5.5148400000000004</c:v>
                </c:pt>
                <c:pt idx="19696">
                  <c:v>5.5151399999999997</c:v>
                </c:pt>
                <c:pt idx="19697">
                  <c:v>5.5154500000000004</c:v>
                </c:pt>
                <c:pt idx="19698">
                  <c:v>5.5157499999999997</c:v>
                </c:pt>
                <c:pt idx="19699">
                  <c:v>5.5160600000000004</c:v>
                </c:pt>
                <c:pt idx="19700">
                  <c:v>5.5163599999999997</c:v>
                </c:pt>
                <c:pt idx="19701">
                  <c:v>5.5166700000000004</c:v>
                </c:pt>
                <c:pt idx="19702">
                  <c:v>5.5169699999999997</c:v>
                </c:pt>
                <c:pt idx="19703">
                  <c:v>5.5172800000000004</c:v>
                </c:pt>
                <c:pt idx="19704">
                  <c:v>5.5175799999999997</c:v>
                </c:pt>
                <c:pt idx="19705">
                  <c:v>5.5178900000000004</c:v>
                </c:pt>
                <c:pt idx="19706">
                  <c:v>5.5182000000000002</c:v>
                </c:pt>
                <c:pt idx="19707">
                  <c:v>5.5185000000000004</c:v>
                </c:pt>
                <c:pt idx="19708">
                  <c:v>5.5188100000000002</c:v>
                </c:pt>
                <c:pt idx="19709">
                  <c:v>5.5191100000000004</c:v>
                </c:pt>
                <c:pt idx="19710">
                  <c:v>5.5194200000000002</c:v>
                </c:pt>
                <c:pt idx="19711">
                  <c:v>5.5197200000000004</c:v>
                </c:pt>
                <c:pt idx="19712">
                  <c:v>5.5200300000000002</c:v>
                </c:pt>
                <c:pt idx="19713">
                  <c:v>5.5203300000000004</c:v>
                </c:pt>
                <c:pt idx="19714">
                  <c:v>5.5206400000000002</c:v>
                </c:pt>
                <c:pt idx="19715">
                  <c:v>5.5209400000000004</c:v>
                </c:pt>
                <c:pt idx="19716">
                  <c:v>5.5212500000000002</c:v>
                </c:pt>
                <c:pt idx="19717">
                  <c:v>5.5215500000000004</c:v>
                </c:pt>
                <c:pt idx="19718">
                  <c:v>5.5218600000000002</c:v>
                </c:pt>
                <c:pt idx="19719">
                  <c:v>5.52217</c:v>
                </c:pt>
                <c:pt idx="19720">
                  <c:v>5.5224700000000002</c:v>
                </c:pt>
                <c:pt idx="19721">
                  <c:v>5.52278</c:v>
                </c:pt>
                <c:pt idx="19722">
                  <c:v>5.5230800000000002</c:v>
                </c:pt>
                <c:pt idx="19723">
                  <c:v>5.52339</c:v>
                </c:pt>
                <c:pt idx="19724">
                  <c:v>5.5236900000000002</c:v>
                </c:pt>
                <c:pt idx="19725">
                  <c:v>5.524</c:v>
                </c:pt>
                <c:pt idx="19726">
                  <c:v>5.5243000000000002</c:v>
                </c:pt>
                <c:pt idx="19727">
                  <c:v>5.52461</c:v>
                </c:pt>
                <c:pt idx="19728">
                  <c:v>5.5249100000000002</c:v>
                </c:pt>
                <c:pt idx="19729">
                  <c:v>5.52522</c:v>
                </c:pt>
                <c:pt idx="19730">
                  <c:v>5.5255200000000002</c:v>
                </c:pt>
                <c:pt idx="19731">
                  <c:v>5.52583</c:v>
                </c:pt>
                <c:pt idx="19732">
                  <c:v>5.5261399999999998</c:v>
                </c:pt>
                <c:pt idx="19733">
                  <c:v>5.52644</c:v>
                </c:pt>
                <c:pt idx="19734">
                  <c:v>5.5267499999999998</c:v>
                </c:pt>
                <c:pt idx="19735">
                  <c:v>5.52705</c:v>
                </c:pt>
                <c:pt idx="19736">
                  <c:v>5.5273599999999998</c:v>
                </c:pt>
                <c:pt idx="19737">
                  <c:v>5.52766</c:v>
                </c:pt>
                <c:pt idx="19738">
                  <c:v>5.5279699999999998</c:v>
                </c:pt>
                <c:pt idx="19739">
                  <c:v>5.52827</c:v>
                </c:pt>
                <c:pt idx="19740">
                  <c:v>5.5285799999999998</c:v>
                </c:pt>
                <c:pt idx="19741">
                  <c:v>5.52888</c:v>
                </c:pt>
                <c:pt idx="19742">
                  <c:v>5.5291899999999998</c:v>
                </c:pt>
                <c:pt idx="19743">
                  <c:v>5.52949</c:v>
                </c:pt>
                <c:pt idx="19744">
                  <c:v>5.5297999999999998</c:v>
                </c:pt>
                <c:pt idx="19745">
                  <c:v>5.5301099999999996</c:v>
                </c:pt>
                <c:pt idx="19746">
                  <c:v>5.5304099999999998</c:v>
                </c:pt>
                <c:pt idx="19747">
                  <c:v>5.5307199999999996</c:v>
                </c:pt>
                <c:pt idx="19748">
                  <c:v>5.5310199999999998</c:v>
                </c:pt>
                <c:pt idx="19749">
                  <c:v>5.5313299999999996</c:v>
                </c:pt>
                <c:pt idx="19750">
                  <c:v>5.5316299999999998</c:v>
                </c:pt>
                <c:pt idx="19751">
                  <c:v>5.5319399999999996</c:v>
                </c:pt>
                <c:pt idx="19752">
                  <c:v>5.5322399999999998</c:v>
                </c:pt>
                <c:pt idx="19753">
                  <c:v>5.5325499999999996</c:v>
                </c:pt>
                <c:pt idx="19754">
                  <c:v>5.5328499999999998</c:v>
                </c:pt>
                <c:pt idx="19755">
                  <c:v>5.5331599999999996</c:v>
                </c:pt>
                <c:pt idx="19756">
                  <c:v>5.5334599999999998</c:v>
                </c:pt>
                <c:pt idx="19757">
                  <c:v>5.5337699999999996</c:v>
                </c:pt>
                <c:pt idx="19758">
                  <c:v>5.5340800000000003</c:v>
                </c:pt>
                <c:pt idx="19759">
                  <c:v>5.5343799999999996</c:v>
                </c:pt>
                <c:pt idx="19760">
                  <c:v>5.5346900000000003</c:v>
                </c:pt>
                <c:pt idx="19761">
                  <c:v>5.5349899999999996</c:v>
                </c:pt>
                <c:pt idx="19762">
                  <c:v>5.5353000000000003</c:v>
                </c:pt>
                <c:pt idx="19763">
                  <c:v>5.5355999999999996</c:v>
                </c:pt>
                <c:pt idx="19764">
                  <c:v>5.5359100000000003</c:v>
                </c:pt>
                <c:pt idx="19765">
                  <c:v>5.5362099999999996</c:v>
                </c:pt>
                <c:pt idx="19766">
                  <c:v>5.5365200000000003</c:v>
                </c:pt>
                <c:pt idx="19767">
                  <c:v>5.5368199999999996</c:v>
                </c:pt>
                <c:pt idx="19768">
                  <c:v>5.5371300000000003</c:v>
                </c:pt>
                <c:pt idx="19769">
                  <c:v>5.5374400000000001</c:v>
                </c:pt>
                <c:pt idx="19770">
                  <c:v>5.5377400000000003</c:v>
                </c:pt>
                <c:pt idx="19771">
                  <c:v>5.5380500000000001</c:v>
                </c:pt>
                <c:pt idx="19772">
                  <c:v>5.5383500000000003</c:v>
                </c:pt>
                <c:pt idx="19773">
                  <c:v>5.5386600000000001</c:v>
                </c:pt>
                <c:pt idx="19774">
                  <c:v>5.5389600000000003</c:v>
                </c:pt>
                <c:pt idx="19775">
                  <c:v>5.5392700000000001</c:v>
                </c:pt>
                <c:pt idx="19776">
                  <c:v>5.5395700000000003</c:v>
                </c:pt>
                <c:pt idx="19777">
                  <c:v>5.5398800000000001</c:v>
                </c:pt>
                <c:pt idx="19778">
                  <c:v>5.5401800000000003</c:v>
                </c:pt>
                <c:pt idx="19779">
                  <c:v>5.5404900000000001</c:v>
                </c:pt>
                <c:pt idx="19780">
                  <c:v>5.5407900000000003</c:v>
                </c:pt>
                <c:pt idx="19781">
                  <c:v>5.5411000000000001</c:v>
                </c:pt>
                <c:pt idx="19782">
                  <c:v>5.5414099999999999</c:v>
                </c:pt>
                <c:pt idx="19783">
                  <c:v>5.5417100000000001</c:v>
                </c:pt>
                <c:pt idx="19784">
                  <c:v>5.5420199999999999</c:v>
                </c:pt>
                <c:pt idx="19785">
                  <c:v>5.5423200000000001</c:v>
                </c:pt>
                <c:pt idx="19786">
                  <c:v>5.5426299999999999</c:v>
                </c:pt>
                <c:pt idx="19787">
                  <c:v>5.5429300000000001</c:v>
                </c:pt>
                <c:pt idx="19788">
                  <c:v>5.5432399999999999</c:v>
                </c:pt>
                <c:pt idx="19789">
                  <c:v>5.5435400000000001</c:v>
                </c:pt>
                <c:pt idx="19790">
                  <c:v>5.5438499999999999</c:v>
                </c:pt>
                <c:pt idx="19791">
                  <c:v>5.5441500000000001</c:v>
                </c:pt>
                <c:pt idx="19792">
                  <c:v>5.5444599999999999</c:v>
                </c:pt>
                <c:pt idx="19793">
                  <c:v>5.5447600000000001</c:v>
                </c:pt>
                <c:pt idx="19794">
                  <c:v>5.5450699999999999</c:v>
                </c:pt>
                <c:pt idx="19795">
                  <c:v>5.5453799999999998</c:v>
                </c:pt>
                <c:pt idx="19796">
                  <c:v>5.5456799999999999</c:v>
                </c:pt>
                <c:pt idx="19797">
                  <c:v>5.5459899999999998</c:v>
                </c:pt>
                <c:pt idx="19798">
                  <c:v>5.5462899999999999</c:v>
                </c:pt>
                <c:pt idx="19799">
                  <c:v>5.5465999999999998</c:v>
                </c:pt>
                <c:pt idx="19800">
                  <c:v>5.5468999999999999</c:v>
                </c:pt>
                <c:pt idx="19801">
                  <c:v>5.5472099999999998</c:v>
                </c:pt>
                <c:pt idx="19802">
                  <c:v>5.5475099999999999</c:v>
                </c:pt>
                <c:pt idx="19803">
                  <c:v>5.5478199999999998</c:v>
                </c:pt>
                <c:pt idx="19804">
                  <c:v>5.5481199999999999</c:v>
                </c:pt>
                <c:pt idx="19805">
                  <c:v>5.5484299999999998</c:v>
                </c:pt>
                <c:pt idx="19806">
                  <c:v>5.5487299999999999</c:v>
                </c:pt>
                <c:pt idx="19807">
                  <c:v>5.5490399999999998</c:v>
                </c:pt>
                <c:pt idx="19808">
                  <c:v>5.5493499999999996</c:v>
                </c:pt>
                <c:pt idx="19809">
                  <c:v>5.5496499999999997</c:v>
                </c:pt>
                <c:pt idx="19810">
                  <c:v>5.5499599999999996</c:v>
                </c:pt>
                <c:pt idx="19811">
                  <c:v>5.5502599999999997</c:v>
                </c:pt>
                <c:pt idx="19812">
                  <c:v>5.5505699999999996</c:v>
                </c:pt>
                <c:pt idx="19813">
                  <c:v>5.5508699999999997</c:v>
                </c:pt>
                <c:pt idx="19814">
                  <c:v>5.5511799999999996</c:v>
                </c:pt>
                <c:pt idx="19815">
                  <c:v>5.5514799999999997</c:v>
                </c:pt>
                <c:pt idx="19816">
                  <c:v>5.5517899999999996</c:v>
                </c:pt>
                <c:pt idx="19817">
                  <c:v>5.5520899999999997</c:v>
                </c:pt>
                <c:pt idx="19818">
                  <c:v>5.5523999999999996</c:v>
                </c:pt>
                <c:pt idx="19819">
                  <c:v>5.5526999999999997</c:v>
                </c:pt>
                <c:pt idx="19820">
                  <c:v>5.5530099999999996</c:v>
                </c:pt>
                <c:pt idx="19821">
                  <c:v>5.5533200000000003</c:v>
                </c:pt>
                <c:pt idx="19822">
                  <c:v>5.5536199999999996</c:v>
                </c:pt>
                <c:pt idx="19823">
                  <c:v>5.5539300000000003</c:v>
                </c:pt>
                <c:pt idx="19824">
                  <c:v>5.5542299999999996</c:v>
                </c:pt>
                <c:pt idx="19825">
                  <c:v>5.5545400000000003</c:v>
                </c:pt>
                <c:pt idx="19826">
                  <c:v>5.5548400000000004</c:v>
                </c:pt>
                <c:pt idx="19827">
                  <c:v>5.5551500000000003</c:v>
                </c:pt>
                <c:pt idx="19828">
                  <c:v>5.5554500000000004</c:v>
                </c:pt>
                <c:pt idx="19829">
                  <c:v>5.5557600000000003</c:v>
                </c:pt>
                <c:pt idx="19830">
                  <c:v>5.5560600000000004</c:v>
                </c:pt>
                <c:pt idx="19831">
                  <c:v>5.5563700000000003</c:v>
                </c:pt>
                <c:pt idx="19832">
                  <c:v>5.5566800000000001</c:v>
                </c:pt>
                <c:pt idx="19833">
                  <c:v>5.5569800000000003</c:v>
                </c:pt>
                <c:pt idx="19834">
                  <c:v>5.5572900000000001</c:v>
                </c:pt>
                <c:pt idx="19835">
                  <c:v>5.5575900000000003</c:v>
                </c:pt>
                <c:pt idx="19836">
                  <c:v>5.5579000000000001</c:v>
                </c:pt>
                <c:pt idx="19837">
                  <c:v>5.5582000000000003</c:v>
                </c:pt>
                <c:pt idx="19838">
                  <c:v>5.5585100000000001</c:v>
                </c:pt>
                <c:pt idx="19839">
                  <c:v>5.5588100000000003</c:v>
                </c:pt>
                <c:pt idx="19840">
                  <c:v>5.5591200000000001</c:v>
                </c:pt>
                <c:pt idx="19841">
                  <c:v>5.5594200000000003</c:v>
                </c:pt>
                <c:pt idx="19842">
                  <c:v>5.5597300000000001</c:v>
                </c:pt>
                <c:pt idx="19843">
                  <c:v>5.5600300000000002</c:v>
                </c:pt>
                <c:pt idx="19844">
                  <c:v>5.5603400000000001</c:v>
                </c:pt>
                <c:pt idx="19845">
                  <c:v>5.5606499999999999</c:v>
                </c:pt>
                <c:pt idx="19846">
                  <c:v>5.5609500000000001</c:v>
                </c:pt>
                <c:pt idx="19847">
                  <c:v>5.5612599999999999</c:v>
                </c:pt>
                <c:pt idx="19848">
                  <c:v>5.5615600000000001</c:v>
                </c:pt>
                <c:pt idx="19849">
                  <c:v>5.5618699999999999</c:v>
                </c:pt>
                <c:pt idx="19850">
                  <c:v>5.5621700000000001</c:v>
                </c:pt>
                <c:pt idx="19851">
                  <c:v>5.5624799999999999</c:v>
                </c:pt>
                <c:pt idx="19852">
                  <c:v>5.5627800000000001</c:v>
                </c:pt>
                <c:pt idx="19853">
                  <c:v>5.5630899999999999</c:v>
                </c:pt>
                <c:pt idx="19854">
                  <c:v>5.5633900000000001</c:v>
                </c:pt>
                <c:pt idx="19855">
                  <c:v>5.5636999999999999</c:v>
                </c:pt>
                <c:pt idx="19856">
                  <c:v>5.5640000000000001</c:v>
                </c:pt>
                <c:pt idx="19857">
                  <c:v>5.5643099999999999</c:v>
                </c:pt>
                <c:pt idx="19858">
                  <c:v>5.5646199999999997</c:v>
                </c:pt>
                <c:pt idx="19859">
                  <c:v>5.5649199999999999</c:v>
                </c:pt>
                <c:pt idx="19860">
                  <c:v>5.5652299999999997</c:v>
                </c:pt>
                <c:pt idx="19861">
                  <c:v>5.5655299999999999</c:v>
                </c:pt>
                <c:pt idx="19862">
                  <c:v>5.5658399999999997</c:v>
                </c:pt>
                <c:pt idx="19863">
                  <c:v>5.5661399999999999</c:v>
                </c:pt>
                <c:pt idx="19864">
                  <c:v>5.5664499999999997</c:v>
                </c:pt>
                <c:pt idx="19865">
                  <c:v>5.5667499999999999</c:v>
                </c:pt>
                <c:pt idx="19866">
                  <c:v>5.5670599999999997</c:v>
                </c:pt>
                <c:pt idx="19867">
                  <c:v>5.5673599999999999</c:v>
                </c:pt>
                <c:pt idx="19868">
                  <c:v>5.5676699999999997</c:v>
                </c:pt>
                <c:pt idx="19869">
                  <c:v>5.5679699999999999</c:v>
                </c:pt>
                <c:pt idx="19870">
                  <c:v>5.5682799999999997</c:v>
                </c:pt>
                <c:pt idx="19871">
                  <c:v>5.5685900000000004</c:v>
                </c:pt>
                <c:pt idx="19872">
                  <c:v>5.5688899999999997</c:v>
                </c:pt>
                <c:pt idx="19873">
                  <c:v>5.5692000000000004</c:v>
                </c:pt>
                <c:pt idx="19874">
                  <c:v>5.5694999999999997</c:v>
                </c:pt>
                <c:pt idx="19875">
                  <c:v>5.5698100000000004</c:v>
                </c:pt>
                <c:pt idx="19876">
                  <c:v>5.5701099999999997</c:v>
                </c:pt>
                <c:pt idx="19877">
                  <c:v>5.5704200000000004</c:v>
                </c:pt>
                <c:pt idx="19878">
                  <c:v>5.5707199999999997</c:v>
                </c:pt>
                <c:pt idx="19879">
                  <c:v>5.5710300000000004</c:v>
                </c:pt>
                <c:pt idx="19880">
                  <c:v>5.5713299999999997</c:v>
                </c:pt>
                <c:pt idx="19881">
                  <c:v>5.5716400000000004</c:v>
                </c:pt>
                <c:pt idx="19882">
                  <c:v>5.5719500000000002</c:v>
                </c:pt>
                <c:pt idx="19883">
                  <c:v>5.5722500000000004</c:v>
                </c:pt>
                <c:pt idx="19884">
                  <c:v>5.5725600000000002</c:v>
                </c:pt>
                <c:pt idx="19885">
                  <c:v>5.5728600000000004</c:v>
                </c:pt>
                <c:pt idx="19886">
                  <c:v>5.5731700000000002</c:v>
                </c:pt>
                <c:pt idx="19887">
                  <c:v>5.5734700000000004</c:v>
                </c:pt>
                <c:pt idx="19888">
                  <c:v>5.5737800000000002</c:v>
                </c:pt>
                <c:pt idx="19889">
                  <c:v>5.5740800000000004</c:v>
                </c:pt>
                <c:pt idx="19890">
                  <c:v>5.5743900000000002</c:v>
                </c:pt>
                <c:pt idx="19891">
                  <c:v>5.5746900000000004</c:v>
                </c:pt>
                <c:pt idx="19892">
                  <c:v>5.5750000000000002</c:v>
                </c:pt>
                <c:pt idx="19893">
                  <c:v>5.5753000000000004</c:v>
                </c:pt>
                <c:pt idx="19894">
                  <c:v>5.5756100000000002</c:v>
                </c:pt>
                <c:pt idx="19895">
                  <c:v>5.57592</c:v>
                </c:pt>
                <c:pt idx="19896">
                  <c:v>5.5762200000000002</c:v>
                </c:pt>
                <c:pt idx="19897">
                  <c:v>5.57653</c:v>
                </c:pt>
                <c:pt idx="19898">
                  <c:v>5.5768300000000002</c:v>
                </c:pt>
                <c:pt idx="19899">
                  <c:v>5.57714</c:v>
                </c:pt>
                <c:pt idx="19900">
                  <c:v>5.5774400000000002</c:v>
                </c:pt>
                <c:pt idx="19901">
                  <c:v>5.57775</c:v>
                </c:pt>
                <c:pt idx="19902">
                  <c:v>5.5780500000000002</c:v>
                </c:pt>
                <c:pt idx="19903">
                  <c:v>5.57836</c:v>
                </c:pt>
                <c:pt idx="19904">
                  <c:v>5.5786600000000002</c:v>
                </c:pt>
                <c:pt idx="19905">
                  <c:v>5.57897</c:v>
                </c:pt>
                <c:pt idx="19906">
                  <c:v>5.5792700000000002</c:v>
                </c:pt>
                <c:pt idx="19907">
                  <c:v>5.57958</c:v>
                </c:pt>
                <c:pt idx="19908">
                  <c:v>5.5798899999999998</c:v>
                </c:pt>
                <c:pt idx="19909">
                  <c:v>5.58019</c:v>
                </c:pt>
                <c:pt idx="19910">
                  <c:v>5.5804999999999998</c:v>
                </c:pt>
                <c:pt idx="19911">
                  <c:v>5.5808</c:v>
                </c:pt>
                <c:pt idx="19912">
                  <c:v>5.5811099999999998</c:v>
                </c:pt>
                <c:pt idx="19913">
                  <c:v>5.58141</c:v>
                </c:pt>
                <c:pt idx="19914">
                  <c:v>5.5817199999999998</c:v>
                </c:pt>
                <c:pt idx="19915">
                  <c:v>5.58202</c:v>
                </c:pt>
                <c:pt idx="19916">
                  <c:v>5.5823299999999998</c:v>
                </c:pt>
                <c:pt idx="19917">
                  <c:v>5.58263</c:v>
                </c:pt>
                <c:pt idx="19918">
                  <c:v>5.5829399999999998</c:v>
                </c:pt>
                <c:pt idx="19919">
                  <c:v>5.58324</c:v>
                </c:pt>
                <c:pt idx="19920">
                  <c:v>5.5835499999999998</c:v>
                </c:pt>
                <c:pt idx="19921">
                  <c:v>5.5838599999999996</c:v>
                </c:pt>
                <c:pt idx="19922">
                  <c:v>5.5841599999999998</c:v>
                </c:pt>
                <c:pt idx="19923">
                  <c:v>5.5844699999999996</c:v>
                </c:pt>
                <c:pt idx="19924">
                  <c:v>5.5847699999999998</c:v>
                </c:pt>
                <c:pt idx="19925">
                  <c:v>5.5850799999999996</c:v>
                </c:pt>
                <c:pt idx="19926">
                  <c:v>5.5853799999999998</c:v>
                </c:pt>
                <c:pt idx="19927">
                  <c:v>5.5856899999999996</c:v>
                </c:pt>
                <c:pt idx="19928">
                  <c:v>5.5859899999999998</c:v>
                </c:pt>
                <c:pt idx="19929">
                  <c:v>5.5862999999999996</c:v>
                </c:pt>
                <c:pt idx="19930">
                  <c:v>5.5865999999999998</c:v>
                </c:pt>
                <c:pt idx="19931">
                  <c:v>5.5869099999999996</c:v>
                </c:pt>
                <c:pt idx="19932">
                  <c:v>5.5872099999999998</c:v>
                </c:pt>
                <c:pt idx="19933">
                  <c:v>5.5875199999999996</c:v>
                </c:pt>
                <c:pt idx="19934">
                  <c:v>5.5878300000000003</c:v>
                </c:pt>
                <c:pt idx="19935">
                  <c:v>5.5881299999999996</c:v>
                </c:pt>
                <c:pt idx="19936">
                  <c:v>5.5884400000000003</c:v>
                </c:pt>
                <c:pt idx="19937">
                  <c:v>5.5887399999999996</c:v>
                </c:pt>
                <c:pt idx="19938">
                  <c:v>5.5890500000000003</c:v>
                </c:pt>
                <c:pt idx="19939">
                  <c:v>5.5893499999999996</c:v>
                </c:pt>
                <c:pt idx="19940">
                  <c:v>5.5896600000000003</c:v>
                </c:pt>
                <c:pt idx="19941">
                  <c:v>5.5899599999999996</c:v>
                </c:pt>
                <c:pt idx="19942">
                  <c:v>5.5902700000000003</c:v>
                </c:pt>
                <c:pt idx="19943">
                  <c:v>5.5905699999999996</c:v>
                </c:pt>
                <c:pt idx="19944">
                  <c:v>5.5908800000000003</c:v>
                </c:pt>
                <c:pt idx="19945">
                  <c:v>5.5911900000000001</c:v>
                </c:pt>
                <c:pt idx="19946">
                  <c:v>5.5914900000000003</c:v>
                </c:pt>
                <c:pt idx="19947">
                  <c:v>5.5918000000000001</c:v>
                </c:pt>
                <c:pt idx="19948">
                  <c:v>5.5921000000000003</c:v>
                </c:pt>
                <c:pt idx="19949">
                  <c:v>5.5924100000000001</c:v>
                </c:pt>
                <c:pt idx="19950">
                  <c:v>5.5927100000000003</c:v>
                </c:pt>
                <c:pt idx="19951">
                  <c:v>5.5930200000000001</c:v>
                </c:pt>
                <c:pt idx="19952">
                  <c:v>5.5933200000000003</c:v>
                </c:pt>
                <c:pt idx="19953">
                  <c:v>5.5936300000000001</c:v>
                </c:pt>
                <c:pt idx="19954">
                  <c:v>5.5939300000000003</c:v>
                </c:pt>
                <c:pt idx="19955">
                  <c:v>5.5942400000000001</c:v>
                </c:pt>
                <c:pt idx="19956">
                  <c:v>5.5945400000000003</c:v>
                </c:pt>
                <c:pt idx="19957">
                  <c:v>5.5948500000000001</c:v>
                </c:pt>
                <c:pt idx="19958">
                  <c:v>5.5951599999999999</c:v>
                </c:pt>
                <c:pt idx="19959">
                  <c:v>5.5954600000000001</c:v>
                </c:pt>
                <c:pt idx="19960">
                  <c:v>5.5957699999999999</c:v>
                </c:pt>
                <c:pt idx="19961">
                  <c:v>5.5960700000000001</c:v>
                </c:pt>
                <c:pt idx="19962">
                  <c:v>5.5963799999999999</c:v>
                </c:pt>
                <c:pt idx="19963">
                  <c:v>5.5966800000000001</c:v>
                </c:pt>
                <c:pt idx="19964">
                  <c:v>5.5969899999999999</c:v>
                </c:pt>
                <c:pt idx="19965">
                  <c:v>5.5972900000000001</c:v>
                </c:pt>
                <c:pt idx="19966">
                  <c:v>5.5975999999999999</c:v>
                </c:pt>
                <c:pt idx="19967">
                  <c:v>5.5979000000000001</c:v>
                </c:pt>
                <c:pt idx="19968">
                  <c:v>5.5982099999999999</c:v>
                </c:pt>
                <c:pt idx="19969">
                  <c:v>5.5985100000000001</c:v>
                </c:pt>
                <c:pt idx="19970">
                  <c:v>5.5988199999999999</c:v>
                </c:pt>
                <c:pt idx="19971">
                  <c:v>5.5991299999999997</c:v>
                </c:pt>
                <c:pt idx="19972">
                  <c:v>5.5994299999999999</c:v>
                </c:pt>
                <c:pt idx="19973">
                  <c:v>5.5997399999999997</c:v>
                </c:pt>
                <c:pt idx="19974">
                  <c:v>5.6000399999999999</c:v>
                </c:pt>
                <c:pt idx="19975">
                  <c:v>5.6003499999999997</c:v>
                </c:pt>
                <c:pt idx="19976">
                  <c:v>5.6006499999999999</c:v>
                </c:pt>
                <c:pt idx="19977">
                  <c:v>5.6009599999999997</c:v>
                </c:pt>
                <c:pt idx="19978">
                  <c:v>5.6012599999999999</c:v>
                </c:pt>
                <c:pt idx="19979">
                  <c:v>5.6015699999999997</c:v>
                </c:pt>
                <c:pt idx="19980">
                  <c:v>5.6018699999999999</c:v>
                </c:pt>
                <c:pt idx="19981">
                  <c:v>5.6021799999999997</c:v>
                </c:pt>
                <c:pt idx="19982">
                  <c:v>5.6024799999999999</c:v>
                </c:pt>
                <c:pt idx="19983">
                  <c:v>5.6027899999999997</c:v>
                </c:pt>
                <c:pt idx="19984">
                  <c:v>5.6031000000000004</c:v>
                </c:pt>
                <c:pt idx="19985">
                  <c:v>5.6033999999999997</c:v>
                </c:pt>
                <c:pt idx="19986">
                  <c:v>5.6037100000000004</c:v>
                </c:pt>
                <c:pt idx="19987">
                  <c:v>5.6040099999999997</c:v>
                </c:pt>
                <c:pt idx="19988">
                  <c:v>5.6043200000000004</c:v>
                </c:pt>
                <c:pt idx="19989">
                  <c:v>5.6046199999999997</c:v>
                </c:pt>
                <c:pt idx="19990">
                  <c:v>5.6049300000000004</c:v>
                </c:pt>
                <c:pt idx="19991">
                  <c:v>5.6052299999999997</c:v>
                </c:pt>
                <c:pt idx="19992">
                  <c:v>5.6055400000000004</c:v>
                </c:pt>
                <c:pt idx="19993">
                  <c:v>5.6058399999999997</c:v>
                </c:pt>
                <c:pt idx="19994">
                  <c:v>5.6061500000000004</c:v>
                </c:pt>
                <c:pt idx="19995">
                  <c:v>5.6064499999999997</c:v>
                </c:pt>
                <c:pt idx="19996">
                  <c:v>5.6067600000000004</c:v>
                </c:pt>
                <c:pt idx="19997">
                  <c:v>5.6070700000000002</c:v>
                </c:pt>
                <c:pt idx="19998">
                  <c:v>5.6073700000000004</c:v>
                </c:pt>
                <c:pt idx="19999">
                  <c:v>5.6076800000000002</c:v>
                </c:pt>
                <c:pt idx="20000">
                  <c:v>5.6079800000000004</c:v>
                </c:pt>
                <c:pt idx="20001">
                  <c:v>5.6082900000000002</c:v>
                </c:pt>
                <c:pt idx="20002">
                  <c:v>5.6085900000000004</c:v>
                </c:pt>
                <c:pt idx="20003">
                  <c:v>5.6089000000000002</c:v>
                </c:pt>
                <c:pt idx="20004">
                  <c:v>5.6092000000000004</c:v>
                </c:pt>
                <c:pt idx="20005">
                  <c:v>5.6095100000000002</c:v>
                </c:pt>
                <c:pt idx="20006">
                  <c:v>5.6098100000000004</c:v>
                </c:pt>
                <c:pt idx="20007">
                  <c:v>5.6101200000000002</c:v>
                </c:pt>
                <c:pt idx="20008">
                  <c:v>5.61043</c:v>
                </c:pt>
                <c:pt idx="20009">
                  <c:v>5.6107300000000002</c:v>
                </c:pt>
                <c:pt idx="20010">
                  <c:v>5.61104</c:v>
                </c:pt>
                <c:pt idx="20011">
                  <c:v>5.6113400000000002</c:v>
                </c:pt>
                <c:pt idx="20012">
                  <c:v>5.61165</c:v>
                </c:pt>
                <c:pt idx="20013">
                  <c:v>5.6119500000000002</c:v>
                </c:pt>
                <c:pt idx="20014">
                  <c:v>5.61226</c:v>
                </c:pt>
                <c:pt idx="20015">
                  <c:v>5.6125600000000002</c:v>
                </c:pt>
                <c:pt idx="20016">
                  <c:v>5.61287</c:v>
                </c:pt>
                <c:pt idx="20017">
                  <c:v>5.6131700000000002</c:v>
                </c:pt>
                <c:pt idx="20018">
                  <c:v>5.61348</c:v>
                </c:pt>
                <c:pt idx="20019">
                  <c:v>5.6137800000000002</c:v>
                </c:pt>
                <c:pt idx="20020">
                  <c:v>5.61409</c:v>
                </c:pt>
                <c:pt idx="20021">
                  <c:v>5.6143999999999998</c:v>
                </c:pt>
                <c:pt idx="20022">
                  <c:v>5.6147</c:v>
                </c:pt>
                <c:pt idx="20023">
                  <c:v>5.6150099999999998</c:v>
                </c:pt>
                <c:pt idx="20024">
                  <c:v>5.61531</c:v>
                </c:pt>
                <c:pt idx="20025">
                  <c:v>5.6156199999999998</c:v>
                </c:pt>
                <c:pt idx="20026">
                  <c:v>5.61592</c:v>
                </c:pt>
                <c:pt idx="20027">
                  <c:v>5.6162299999999998</c:v>
                </c:pt>
                <c:pt idx="20028">
                  <c:v>5.61653</c:v>
                </c:pt>
                <c:pt idx="20029">
                  <c:v>5.6168399999999998</c:v>
                </c:pt>
                <c:pt idx="20030">
                  <c:v>5.61714</c:v>
                </c:pt>
                <c:pt idx="20031">
                  <c:v>5.6174499999999998</c:v>
                </c:pt>
                <c:pt idx="20032">
                  <c:v>5.61775</c:v>
                </c:pt>
                <c:pt idx="20033">
                  <c:v>5.6180599999999998</c:v>
                </c:pt>
                <c:pt idx="20034">
                  <c:v>5.6183699999999996</c:v>
                </c:pt>
                <c:pt idx="20035">
                  <c:v>5.6186699999999998</c:v>
                </c:pt>
                <c:pt idx="20036">
                  <c:v>5.6189799999999996</c:v>
                </c:pt>
                <c:pt idx="20037">
                  <c:v>5.6192799999999998</c:v>
                </c:pt>
                <c:pt idx="20038">
                  <c:v>5.6195899999999996</c:v>
                </c:pt>
                <c:pt idx="20039">
                  <c:v>5.6198899999999998</c:v>
                </c:pt>
                <c:pt idx="20040">
                  <c:v>5.6201999999999996</c:v>
                </c:pt>
                <c:pt idx="20041">
                  <c:v>5.6204999999999998</c:v>
                </c:pt>
                <c:pt idx="20042">
                  <c:v>5.6208099999999996</c:v>
                </c:pt>
                <c:pt idx="20043">
                  <c:v>5.6211099999999998</c:v>
                </c:pt>
                <c:pt idx="20044">
                  <c:v>5.6214199999999996</c:v>
                </c:pt>
                <c:pt idx="20045">
                  <c:v>5.6217199999999998</c:v>
                </c:pt>
                <c:pt idx="20046">
                  <c:v>5.6220299999999996</c:v>
                </c:pt>
                <c:pt idx="20047">
                  <c:v>5.6223400000000003</c:v>
                </c:pt>
                <c:pt idx="20048">
                  <c:v>5.6226399999999996</c:v>
                </c:pt>
                <c:pt idx="20049">
                  <c:v>5.6229500000000003</c:v>
                </c:pt>
                <c:pt idx="20050">
                  <c:v>5.6232499999999996</c:v>
                </c:pt>
                <c:pt idx="20051">
                  <c:v>5.6235600000000003</c:v>
                </c:pt>
                <c:pt idx="20052">
                  <c:v>5.6238599999999996</c:v>
                </c:pt>
                <c:pt idx="20053">
                  <c:v>5.6241700000000003</c:v>
                </c:pt>
                <c:pt idx="20054">
                  <c:v>5.6244699999999996</c:v>
                </c:pt>
                <c:pt idx="20055">
                  <c:v>5.6247800000000003</c:v>
                </c:pt>
                <c:pt idx="20056">
                  <c:v>5.6250799999999996</c:v>
                </c:pt>
                <c:pt idx="20057">
                  <c:v>5.6253900000000003</c:v>
                </c:pt>
                <c:pt idx="20058">
                  <c:v>5.6256899999999996</c:v>
                </c:pt>
                <c:pt idx="20059">
                  <c:v>5.6260000000000003</c:v>
                </c:pt>
                <c:pt idx="20060">
                  <c:v>5.6263100000000001</c:v>
                </c:pt>
                <c:pt idx="20061">
                  <c:v>5.6266100000000003</c:v>
                </c:pt>
                <c:pt idx="20062">
                  <c:v>5.6269200000000001</c:v>
                </c:pt>
                <c:pt idx="20063">
                  <c:v>5.6272200000000003</c:v>
                </c:pt>
                <c:pt idx="20064">
                  <c:v>5.6275300000000001</c:v>
                </c:pt>
                <c:pt idx="20065">
                  <c:v>5.6278300000000003</c:v>
                </c:pt>
                <c:pt idx="20066">
                  <c:v>5.6281400000000001</c:v>
                </c:pt>
                <c:pt idx="20067">
                  <c:v>5.6284400000000003</c:v>
                </c:pt>
                <c:pt idx="20068">
                  <c:v>5.6287500000000001</c:v>
                </c:pt>
                <c:pt idx="20069">
                  <c:v>5.6290500000000003</c:v>
                </c:pt>
                <c:pt idx="20070">
                  <c:v>5.6293600000000001</c:v>
                </c:pt>
                <c:pt idx="20071">
                  <c:v>5.62967</c:v>
                </c:pt>
                <c:pt idx="20072">
                  <c:v>5.6299700000000001</c:v>
                </c:pt>
                <c:pt idx="20073">
                  <c:v>5.63028</c:v>
                </c:pt>
                <c:pt idx="20074">
                  <c:v>5.6305800000000001</c:v>
                </c:pt>
                <c:pt idx="20075">
                  <c:v>5.63089</c:v>
                </c:pt>
                <c:pt idx="20076">
                  <c:v>5.6311900000000001</c:v>
                </c:pt>
                <c:pt idx="20077">
                  <c:v>5.6315</c:v>
                </c:pt>
                <c:pt idx="20078">
                  <c:v>5.6318000000000001</c:v>
                </c:pt>
                <c:pt idx="20079">
                  <c:v>5.6321099999999999</c:v>
                </c:pt>
                <c:pt idx="20080">
                  <c:v>5.6324100000000001</c:v>
                </c:pt>
                <c:pt idx="20081">
                  <c:v>5.6327199999999999</c:v>
                </c:pt>
                <c:pt idx="20082">
                  <c:v>5.6330200000000001</c:v>
                </c:pt>
                <c:pt idx="20083">
                  <c:v>5.6333299999999999</c:v>
                </c:pt>
                <c:pt idx="20084">
                  <c:v>5.6336399999999998</c:v>
                </c:pt>
                <c:pt idx="20085">
                  <c:v>5.6339399999999999</c:v>
                </c:pt>
                <c:pt idx="20086">
                  <c:v>5.6342499999999998</c:v>
                </c:pt>
                <c:pt idx="20087">
                  <c:v>5.6345499999999999</c:v>
                </c:pt>
                <c:pt idx="20088">
                  <c:v>5.6348599999999998</c:v>
                </c:pt>
                <c:pt idx="20089">
                  <c:v>5.6351599999999999</c:v>
                </c:pt>
                <c:pt idx="20090">
                  <c:v>5.6354699999999998</c:v>
                </c:pt>
                <c:pt idx="20091">
                  <c:v>5.6357699999999999</c:v>
                </c:pt>
                <c:pt idx="20092">
                  <c:v>5.6360799999999998</c:v>
                </c:pt>
                <c:pt idx="20093">
                  <c:v>5.6363799999999999</c:v>
                </c:pt>
                <c:pt idx="20094">
                  <c:v>5.6366899999999998</c:v>
                </c:pt>
                <c:pt idx="20095">
                  <c:v>5.6369899999999999</c:v>
                </c:pt>
                <c:pt idx="20096">
                  <c:v>5.6372999999999998</c:v>
                </c:pt>
                <c:pt idx="20097">
                  <c:v>5.6376099999999996</c:v>
                </c:pt>
                <c:pt idx="20098">
                  <c:v>5.6379099999999998</c:v>
                </c:pt>
                <c:pt idx="20099">
                  <c:v>5.6382199999999996</c:v>
                </c:pt>
                <c:pt idx="20100">
                  <c:v>5.6385199999999998</c:v>
                </c:pt>
                <c:pt idx="20101">
                  <c:v>5.6388299999999996</c:v>
                </c:pt>
                <c:pt idx="20102">
                  <c:v>5.6391299999999998</c:v>
                </c:pt>
                <c:pt idx="20103">
                  <c:v>5.6394399999999996</c:v>
                </c:pt>
                <c:pt idx="20104">
                  <c:v>5.6397399999999998</c:v>
                </c:pt>
                <c:pt idx="20105">
                  <c:v>5.6400499999999996</c:v>
                </c:pt>
                <c:pt idx="20106">
                  <c:v>5.6403499999999998</c:v>
                </c:pt>
                <c:pt idx="20107">
                  <c:v>5.6406599999999996</c:v>
                </c:pt>
                <c:pt idx="20108">
                  <c:v>5.6409599999999998</c:v>
                </c:pt>
                <c:pt idx="20109">
                  <c:v>5.6412699999999996</c:v>
                </c:pt>
                <c:pt idx="20110">
                  <c:v>5.6415800000000003</c:v>
                </c:pt>
                <c:pt idx="20111">
                  <c:v>5.6418799999999996</c:v>
                </c:pt>
                <c:pt idx="20112">
                  <c:v>5.6421900000000003</c:v>
                </c:pt>
                <c:pt idx="20113">
                  <c:v>5.6424899999999996</c:v>
                </c:pt>
                <c:pt idx="20114">
                  <c:v>5.6428000000000003</c:v>
                </c:pt>
                <c:pt idx="20115">
                  <c:v>5.6430999999999996</c:v>
                </c:pt>
                <c:pt idx="20116">
                  <c:v>5.6434100000000003</c:v>
                </c:pt>
                <c:pt idx="20117">
                  <c:v>5.6437099999999996</c:v>
                </c:pt>
                <c:pt idx="20118">
                  <c:v>5.6440200000000003</c:v>
                </c:pt>
                <c:pt idx="20119">
                  <c:v>5.6443199999999996</c:v>
                </c:pt>
                <c:pt idx="20120">
                  <c:v>5.6446300000000003</c:v>
                </c:pt>
                <c:pt idx="20121">
                  <c:v>5.6449400000000001</c:v>
                </c:pt>
                <c:pt idx="20122">
                  <c:v>5.6452400000000003</c:v>
                </c:pt>
                <c:pt idx="20123">
                  <c:v>5.6455500000000001</c:v>
                </c:pt>
                <c:pt idx="20124">
                  <c:v>5.6458500000000003</c:v>
                </c:pt>
                <c:pt idx="20125">
                  <c:v>5.6461600000000001</c:v>
                </c:pt>
                <c:pt idx="20126">
                  <c:v>5.6464600000000003</c:v>
                </c:pt>
                <c:pt idx="20127">
                  <c:v>5.6467700000000001</c:v>
                </c:pt>
                <c:pt idx="20128">
                  <c:v>5.6470700000000003</c:v>
                </c:pt>
                <c:pt idx="20129">
                  <c:v>5.6473800000000001</c:v>
                </c:pt>
                <c:pt idx="20130">
                  <c:v>5.6476800000000003</c:v>
                </c:pt>
                <c:pt idx="20131">
                  <c:v>5.6479900000000001</c:v>
                </c:pt>
                <c:pt idx="20132">
                  <c:v>5.6482900000000003</c:v>
                </c:pt>
                <c:pt idx="20133">
                  <c:v>5.6486000000000001</c:v>
                </c:pt>
                <c:pt idx="20134">
                  <c:v>5.6489099999999999</c:v>
                </c:pt>
                <c:pt idx="20135">
                  <c:v>5.6492100000000001</c:v>
                </c:pt>
                <c:pt idx="20136">
                  <c:v>5.6495199999999999</c:v>
                </c:pt>
                <c:pt idx="20137">
                  <c:v>5.6498200000000001</c:v>
                </c:pt>
                <c:pt idx="20138">
                  <c:v>5.6501299999999999</c:v>
                </c:pt>
                <c:pt idx="20139">
                  <c:v>5.6504300000000001</c:v>
                </c:pt>
                <c:pt idx="20140">
                  <c:v>5.6507399999999999</c:v>
                </c:pt>
                <c:pt idx="20141">
                  <c:v>5.6510400000000001</c:v>
                </c:pt>
                <c:pt idx="20142">
                  <c:v>5.6513499999999999</c:v>
                </c:pt>
                <c:pt idx="20143">
                  <c:v>5.6516500000000001</c:v>
                </c:pt>
                <c:pt idx="20144">
                  <c:v>5.6519599999999999</c:v>
                </c:pt>
                <c:pt idx="20145">
                  <c:v>5.6522600000000001</c:v>
                </c:pt>
                <c:pt idx="20146">
                  <c:v>5.6525699999999999</c:v>
                </c:pt>
                <c:pt idx="20147">
                  <c:v>5.6528799999999997</c:v>
                </c:pt>
                <c:pt idx="20148">
                  <c:v>5.6531799999999999</c:v>
                </c:pt>
                <c:pt idx="20149">
                  <c:v>5.6534899999999997</c:v>
                </c:pt>
                <c:pt idx="20150">
                  <c:v>5.6537899999999999</c:v>
                </c:pt>
                <c:pt idx="20151">
                  <c:v>5.6540999999999997</c:v>
                </c:pt>
                <c:pt idx="20152">
                  <c:v>5.6543999999999999</c:v>
                </c:pt>
                <c:pt idx="20153">
                  <c:v>5.6547099999999997</c:v>
                </c:pt>
                <c:pt idx="20154">
                  <c:v>5.6550099999999999</c:v>
                </c:pt>
                <c:pt idx="20155">
                  <c:v>5.6553199999999997</c:v>
                </c:pt>
                <c:pt idx="20156">
                  <c:v>5.6556199999999999</c:v>
                </c:pt>
                <c:pt idx="20157">
                  <c:v>5.6559299999999997</c:v>
                </c:pt>
                <c:pt idx="20158">
                  <c:v>5.6562299999999999</c:v>
                </c:pt>
                <c:pt idx="20159">
                  <c:v>5.6565399999999997</c:v>
                </c:pt>
                <c:pt idx="20160">
                  <c:v>5.6568500000000004</c:v>
                </c:pt>
                <c:pt idx="20161">
                  <c:v>5.6571499999999997</c:v>
                </c:pt>
                <c:pt idx="20162">
                  <c:v>5.6574600000000004</c:v>
                </c:pt>
                <c:pt idx="20163">
                  <c:v>5.6577599999999997</c:v>
                </c:pt>
                <c:pt idx="20164">
                  <c:v>5.6580700000000004</c:v>
                </c:pt>
                <c:pt idx="20165">
                  <c:v>5.6583699999999997</c:v>
                </c:pt>
                <c:pt idx="20166">
                  <c:v>5.6586800000000004</c:v>
                </c:pt>
                <c:pt idx="20167">
                  <c:v>5.6589799999999997</c:v>
                </c:pt>
                <c:pt idx="20168">
                  <c:v>5.6592900000000004</c:v>
                </c:pt>
                <c:pt idx="20169">
                  <c:v>5.6595899999999997</c:v>
                </c:pt>
                <c:pt idx="20170">
                  <c:v>5.6599000000000004</c:v>
                </c:pt>
                <c:pt idx="20171">
                  <c:v>5.6601999999999997</c:v>
                </c:pt>
                <c:pt idx="20172">
                  <c:v>5.6605100000000004</c:v>
                </c:pt>
                <c:pt idx="20173">
                  <c:v>5.6608200000000002</c:v>
                </c:pt>
                <c:pt idx="20174">
                  <c:v>5.6611200000000004</c:v>
                </c:pt>
                <c:pt idx="20175">
                  <c:v>5.6614300000000002</c:v>
                </c:pt>
                <c:pt idx="20176">
                  <c:v>5.6617300000000004</c:v>
                </c:pt>
                <c:pt idx="20177">
                  <c:v>5.6620400000000002</c:v>
                </c:pt>
                <c:pt idx="20178">
                  <c:v>5.6623400000000004</c:v>
                </c:pt>
                <c:pt idx="20179">
                  <c:v>5.6626500000000002</c:v>
                </c:pt>
                <c:pt idx="20180">
                  <c:v>5.6629500000000004</c:v>
                </c:pt>
                <c:pt idx="20181">
                  <c:v>5.6632600000000002</c:v>
                </c:pt>
                <c:pt idx="20182">
                  <c:v>5.6635600000000004</c:v>
                </c:pt>
                <c:pt idx="20183">
                  <c:v>5.6638700000000002</c:v>
                </c:pt>
                <c:pt idx="20184">
                  <c:v>5.66418</c:v>
                </c:pt>
                <c:pt idx="20185">
                  <c:v>5.6644800000000002</c:v>
                </c:pt>
                <c:pt idx="20186">
                  <c:v>5.66479</c:v>
                </c:pt>
                <c:pt idx="20187">
                  <c:v>5.6650900000000002</c:v>
                </c:pt>
                <c:pt idx="20188">
                  <c:v>5.6654</c:v>
                </c:pt>
                <c:pt idx="20189">
                  <c:v>5.6657000000000002</c:v>
                </c:pt>
                <c:pt idx="20190">
                  <c:v>5.66601</c:v>
                </c:pt>
                <c:pt idx="20191">
                  <c:v>5.6663100000000002</c:v>
                </c:pt>
                <c:pt idx="20192">
                  <c:v>5.66662</c:v>
                </c:pt>
                <c:pt idx="20193">
                  <c:v>5.6669200000000002</c:v>
                </c:pt>
                <c:pt idx="20194">
                  <c:v>5.66723</c:v>
                </c:pt>
                <c:pt idx="20195">
                  <c:v>5.6675300000000002</c:v>
                </c:pt>
                <c:pt idx="20196">
                  <c:v>5.66784</c:v>
                </c:pt>
                <c:pt idx="20197">
                  <c:v>5.6681499999999998</c:v>
                </c:pt>
                <c:pt idx="20198">
                  <c:v>5.66845</c:v>
                </c:pt>
                <c:pt idx="20199">
                  <c:v>5.6687599999999998</c:v>
                </c:pt>
                <c:pt idx="20200">
                  <c:v>5.66906</c:v>
                </c:pt>
                <c:pt idx="20201">
                  <c:v>5.6693699999999998</c:v>
                </c:pt>
                <c:pt idx="20202">
                  <c:v>5.66967</c:v>
                </c:pt>
                <c:pt idx="20203">
                  <c:v>5.6699799999999998</c:v>
                </c:pt>
                <c:pt idx="20204">
                  <c:v>5.67028</c:v>
                </c:pt>
                <c:pt idx="20205">
                  <c:v>5.6705899999999998</c:v>
                </c:pt>
                <c:pt idx="20206">
                  <c:v>5.67089</c:v>
                </c:pt>
                <c:pt idx="20207">
                  <c:v>5.6711999999999998</c:v>
                </c:pt>
                <c:pt idx="20208">
                  <c:v>5.6715</c:v>
                </c:pt>
                <c:pt idx="20209">
                  <c:v>5.6718099999999998</c:v>
                </c:pt>
                <c:pt idx="20210">
                  <c:v>5.6721199999999996</c:v>
                </c:pt>
                <c:pt idx="20211">
                  <c:v>5.6724199999999998</c:v>
                </c:pt>
                <c:pt idx="20212">
                  <c:v>5.6727299999999996</c:v>
                </c:pt>
                <c:pt idx="20213">
                  <c:v>5.6730299999999998</c:v>
                </c:pt>
                <c:pt idx="20214">
                  <c:v>5.6733399999999996</c:v>
                </c:pt>
                <c:pt idx="20215">
                  <c:v>5.6736399999999998</c:v>
                </c:pt>
                <c:pt idx="20216">
                  <c:v>5.6739499999999996</c:v>
                </c:pt>
                <c:pt idx="20217">
                  <c:v>5.6742499999999998</c:v>
                </c:pt>
                <c:pt idx="20218">
                  <c:v>5.6745599999999996</c:v>
                </c:pt>
                <c:pt idx="20219">
                  <c:v>5.6748599999999998</c:v>
                </c:pt>
                <c:pt idx="20220">
                  <c:v>5.6751699999999996</c:v>
                </c:pt>
                <c:pt idx="20221">
                  <c:v>5.6754699999999998</c:v>
                </c:pt>
                <c:pt idx="20222">
                  <c:v>5.6757799999999996</c:v>
                </c:pt>
                <c:pt idx="20223">
                  <c:v>5.6760900000000003</c:v>
                </c:pt>
                <c:pt idx="20224">
                  <c:v>5.6763899999999996</c:v>
                </c:pt>
                <c:pt idx="20225">
                  <c:v>5.6767000000000003</c:v>
                </c:pt>
                <c:pt idx="20226">
                  <c:v>5.6769999999999996</c:v>
                </c:pt>
                <c:pt idx="20227">
                  <c:v>5.6773100000000003</c:v>
                </c:pt>
                <c:pt idx="20228">
                  <c:v>5.6776099999999996</c:v>
                </c:pt>
                <c:pt idx="20229">
                  <c:v>5.6779200000000003</c:v>
                </c:pt>
                <c:pt idx="20230">
                  <c:v>5.6782199999999996</c:v>
                </c:pt>
                <c:pt idx="20231">
                  <c:v>5.6785300000000003</c:v>
                </c:pt>
                <c:pt idx="20232">
                  <c:v>5.6788299999999996</c:v>
                </c:pt>
                <c:pt idx="20233">
                  <c:v>5.6791400000000003</c:v>
                </c:pt>
                <c:pt idx="20234">
                  <c:v>5.6794399999999996</c:v>
                </c:pt>
                <c:pt idx="20235">
                  <c:v>5.6797500000000003</c:v>
                </c:pt>
                <c:pt idx="20236">
                  <c:v>5.6800600000000001</c:v>
                </c:pt>
                <c:pt idx="20237">
                  <c:v>5.6803600000000003</c:v>
                </c:pt>
                <c:pt idx="20238">
                  <c:v>5.6806700000000001</c:v>
                </c:pt>
                <c:pt idx="20239">
                  <c:v>5.6809700000000003</c:v>
                </c:pt>
                <c:pt idx="20240">
                  <c:v>5.6812800000000001</c:v>
                </c:pt>
                <c:pt idx="20241">
                  <c:v>5.6815800000000003</c:v>
                </c:pt>
                <c:pt idx="20242">
                  <c:v>5.6818900000000001</c:v>
                </c:pt>
                <c:pt idx="20243">
                  <c:v>5.6821900000000003</c:v>
                </c:pt>
                <c:pt idx="20244">
                  <c:v>5.6825000000000001</c:v>
                </c:pt>
                <c:pt idx="20245">
                  <c:v>5.6828000000000003</c:v>
                </c:pt>
                <c:pt idx="20246">
                  <c:v>5.6831100000000001</c:v>
                </c:pt>
                <c:pt idx="20247">
                  <c:v>5.6834199999999999</c:v>
                </c:pt>
                <c:pt idx="20248">
                  <c:v>5.6837200000000001</c:v>
                </c:pt>
                <c:pt idx="20249">
                  <c:v>5.6840299999999999</c:v>
                </c:pt>
                <c:pt idx="20250">
                  <c:v>5.6843300000000001</c:v>
                </c:pt>
                <c:pt idx="20251">
                  <c:v>5.6846399999999999</c:v>
                </c:pt>
                <c:pt idx="20252">
                  <c:v>5.6849400000000001</c:v>
                </c:pt>
                <c:pt idx="20253">
                  <c:v>5.6852499999999999</c:v>
                </c:pt>
                <c:pt idx="20254">
                  <c:v>5.6855500000000001</c:v>
                </c:pt>
                <c:pt idx="20255">
                  <c:v>5.6858599999999999</c:v>
                </c:pt>
                <c:pt idx="20256">
                  <c:v>5.6861600000000001</c:v>
                </c:pt>
                <c:pt idx="20257">
                  <c:v>5.6864699999999999</c:v>
                </c:pt>
                <c:pt idx="20258">
                  <c:v>5.6867700000000001</c:v>
                </c:pt>
                <c:pt idx="20259">
                  <c:v>5.6870799999999999</c:v>
                </c:pt>
                <c:pt idx="20260">
                  <c:v>5.6873899999999997</c:v>
                </c:pt>
                <c:pt idx="20261">
                  <c:v>5.6876899999999999</c:v>
                </c:pt>
                <c:pt idx="20262">
                  <c:v>5.6879999999999997</c:v>
                </c:pt>
                <c:pt idx="20263">
                  <c:v>5.6882999999999999</c:v>
                </c:pt>
                <c:pt idx="20264">
                  <c:v>5.6886099999999997</c:v>
                </c:pt>
                <c:pt idx="20265">
                  <c:v>5.6889099999999999</c:v>
                </c:pt>
                <c:pt idx="20266">
                  <c:v>5.6892199999999997</c:v>
                </c:pt>
                <c:pt idx="20267">
                  <c:v>5.6895199999999999</c:v>
                </c:pt>
                <c:pt idx="20268">
                  <c:v>5.6898299999999997</c:v>
                </c:pt>
                <c:pt idx="20269">
                  <c:v>5.6901299999999999</c:v>
                </c:pt>
                <c:pt idx="20270">
                  <c:v>5.6904399999999997</c:v>
                </c:pt>
                <c:pt idx="20271">
                  <c:v>5.6907399999999999</c:v>
                </c:pt>
                <c:pt idx="20272">
                  <c:v>5.6910499999999997</c:v>
                </c:pt>
                <c:pt idx="20273">
                  <c:v>5.6913600000000004</c:v>
                </c:pt>
                <c:pt idx="20274">
                  <c:v>5.6916599999999997</c:v>
                </c:pt>
                <c:pt idx="20275">
                  <c:v>5.6919700000000004</c:v>
                </c:pt>
                <c:pt idx="20276">
                  <c:v>5.6922699999999997</c:v>
                </c:pt>
                <c:pt idx="20277">
                  <c:v>5.6925800000000004</c:v>
                </c:pt>
                <c:pt idx="20278">
                  <c:v>5.6928799999999997</c:v>
                </c:pt>
                <c:pt idx="20279">
                  <c:v>5.6931900000000004</c:v>
                </c:pt>
                <c:pt idx="20280">
                  <c:v>5.6934899999999997</c:v>
                </c:pt>
                <c:pt idx="20281">
                  <c:v>5.6938000000000004</c:v>
                </c:pt>
                <c:pt idx="20282">
                  <c:v>5.6940999999999997</c:v>
                </c:pt>
                <c:pt idx="20283">
                  <c:v>5.6944100000000004</c:v>
                </c:pt>
                <c:pt idx="20284">
                  <c:v>5.6947099999999997</c:v>
                </c:pt>
                <c:pt idx="20285">
                  <c:v>5.6950200000000004</c:v>
                </c:pt>
                <c:pt idx="20286">
                  <c:v>5.6953300000000002</c:v>
                </c:pt>
                <c:pt idx="20287">
                  <c:v>5.6956300000000004</c:v>
                </c:pt>
                <c:pt idx="20288">
                  <c:v>5.6959400000000002</c:v>
                </c:pt>
                <c:pt idx="20289">
                  <c:v>5.6962400000000004</c:v>
                </c:pt>
                <c:pt idx="20290">
                  <c:v>5.6965500000000002</c:v>
                </c:pt>
                <c:pt idx="20291">
                  <c:v>5.6968500000000004</c:v>
                </c:pt>
                <c:pt idx="20292">
                  <c:v>5.6971600000000002</c:v>
                </c:pt>
                <c:pt idx="20293">
                  <c:v>5.6974600000000004</c:v>
                </c:pt>
                <c:pt idx="20294">
                  <c:v>5.6977700000000002</c:v>
                </c:pt>
                <c:pt idx="20295">
                  <c:v>5.6980700000000004</c:v>
                </c:pt>
                <c:pt idx="20296">
                  <c:v>5.6983800000000002</c:v>
                </c:pt>
                <c:pt idx="20297">
                  <c:v>5.69869</c:v>
                </c:pt>
                <c:pt idx="20298">
                  <c:v>5.6989900000000002</c:v>
                </c:pt>
                <c:pt idx="20299">
                  <c:v>5.6993</c:v>
                </c:pt>
                <c:pt idx="20300">
                  <c:v>5.6996000000000002</c:v>
                </c:pt>
                <c:pt idx="20301">
                  <c:v>5.69991</c:v>
                </c:pt>
                <c:pt idx="20302">
                  <c:v>5.7002100000000002</c:v>
                </c:pt>
                <c:pt idx="20303">
                  <c:v>5.70052</c:v>
                </c:pt>
                <c:pt idx="20304">
                  <c:v>5.7008200000000002</c:v>
                </c:pt>
                <c:pt idx="20305">
                  <c:v>5.70113</c:v>
                </c:pt>
                <c:pt idx="20306">
                  <c:v>5.7014300000000002</c:v>
                </c:pt>
                <c:pt idx="20307">
                  <c:v>5.70174</c:v>
                </c:pt>
                <c:pt idx="20308">
                  <c:v>5.7020400000000002</c:v>
                </c:pt>
                <c:pt idx="20309">
                  <c:v>5.70235</c:v>
                </c:pt>
                <c:pt idx="20310">
                  <c:v>5.7026599999999998</c:v>
                </c:pt>
                <c:pt idx="20311">
                  <c:v>5.70296</c:v>
                </c:pt>
                <c:pt idx="20312">
                  <c:v>5.7032699999999998</c:v>
                </c:pt>
                <c:pt idx="20313">
                  <c:v>5.70357</c:v>
                </c:pt>
                <c:pt idx="20314">
                  <c:v>5.7038799999999998</c:v>
                </c:pt>
                <c:pt idx="20315">
                  <c:v>5.70418</c:v>
                </c:pt>
                <c:pt idx="20316">
                  <c:v>5.7044899999999998</c:v>
                </c:pt>
                <c:pt idx="20317">
                  <c:v>5.70479</c:v>
                </c:pt>
                <c:pt idx="20318">
                  <c:v>5.7050999999999998</c:v>
                </c:pt>
                <c:pt idx="20319">
                  <c:v>5.7054</c:v>
                </c:pt>
                <c:pt idx="20320">
                  <c:v>5.7057099999999998</c:v>
                </c:pt>
                <c:pt idx="20321">
                  <c:v>5.70601</c:v>
                </c:pt>
                <c:pt idx="20322">
                  <c:v>5.7063199999999998</c:v>
                </c:pt>
                <c:pt idx="20323">
                  <c:v>5.7066299999999996</c:v>
                </c:pt>
                <c:pt idx="20324">
                  <c:v>5.7069299999999998</c:v>
                </c:pt>
                <c:pt idx="20325">
                  <c:v>5.7072399999999996</c:v>
                </c:pt>
                <c:pt idx="20326">
                  <c:v>5.7075399999999998</c:v>
                </c:pt>
                <c:pt idx="20327">
                  <c:v>5.7078499999999996</c:v>
                </c:pt>
                <c:pt idx="20328">
                  <c:v>5.7081499999999998</c:v>
                </c:pt>
                <c:pt idx="20329">
                  <c:v>5.7084599999999996</c:v>
                </c:pt>
                <c:pt idx="20330">
                  <c:v>5.7087599999999998</c:v>
                </c:pt>
                <c:pt idx="20331">
                  <c:v>5.7090699999999996</c:v>
                </c:pt>
                <c:pt idx="20332">
                  <c:v>5.7093699999999998</c:v>
                </c:pt>
                <c:pt idx="20333">
                  <c:v>5.7096799999999996</c:v>
                </c:pt>
                <c:pt idx="20334">
                  <c:v>5.7099799999999998</c:v>
                </c:pt>
                <c:pt idx="20335">
                  <c:v>5.7102899999999996</c:v>
                </c:pt>
                <c:pt idx="20336">
                  <c:v>5.7106000000000003</c:v>
                </c:pt>
                <c:pt idx="20337">
                  <c:v>5.7108999999999996</c:v>
                </c:pt>
                <c:pt idx="20338">
                  <c:v>5.7112100000000003</c:v>
                </c:pt>
                <c:pt idx="20339">
                  <c:v>5.7115099999999996</c:v>
                </c:pt>
                <c:pt idx="20340">
                  <c:v>5.7118200000000003</c:v>
                </c:pt>
                <c:pt idx="20341">
                  <c:v>5.7121199999999996</c:v>
                </c:pt>
                <c:pt idx="20342">
                  <c:v>5.7124300000000003</c:v>
                </c:pt>
                <c:pt idx="20343">
                  <c:v>5.7127299999999996</c:v>
                </c:pt>
                <c:pt idx="20344">
                  <c:v>5.7130400000000003</c:v>
                </c:pt>
                <c:pt idx="20345">
                  <c:v>5.7133399999999996</c:v>
                </c:pt>
                <c:pt idx="20346">
                  <c:v>5.7136500000000003</c:v>
                </c:pt>
                <c:pt idx="20347">
                  <c:v>5.7139499999999996</c:v>
                </c:pt>
                <c:pt idx="20348">
                  <c:v>5.7142600000000003</c:v>
                </c:pt>
                <c:pt idx="20349">
                  <c:v>5.7145700000000001</c:v>
                </c:pt>
                <c:pt idx="20350">
                  <c:v>5.7148700000000003</c:v>
                </c:pt>
                <c:pt idx="20351">
                  <c:v>5.7151800000000001</c:v>
                </c:pt>
                <c:pt idx="20352">
                  <c:v>5.7154800000000003</c:v>
                </c:pt>
                <c:pt idx="20353">
                  <c:v>5.7157900000000001</c:v>
                </c:pt>
                <c:pt idx="20354">
                  <c:v>5.7160900000000003</c:v>
                </c:pt>
                <c:pt idx="20355">
                  <c:v>5.7164000000000001</c:v>
                </c:pt>
                <c:pt idx="20356">
                  <c:v>5.7167000000000003</c:v>
                </c:pt>
                <c:pt idx="20357">
                  <c:v>5.7170100000000001</c:v>
                </c:pt>
                <c:pt idx="20358">
                  <c:v>5.7173100000000003</c:v>
                </c:pt>
                <c:pt idx="20359">
                  <c:v>5.7176200000000001</c:v>
                </c:pt>
                <c:pt idx="20360">
                  <c:v>5.71793</c:v>
                </c:pt>
                <c:pt idx="20361">
                  <c:v>5.7182300000000001</c:v>
                </c:pt>
                <c:pt idx="20362">
                  <c:v>5.71854</c:v>
                </c:pt>
                <c:pt idx="20363">
                  <c:v>5.7188400000000001</c:v>
                </c:pt>
                <c:pt idx="20364">
                  <c:v>5.71915</c:v>
                </c:pt>
                <c:pt idx="20365">
                  <c:v>5.7194500000000001</c:v>
                </c:pt>
                <c:pt idx="20366">
                  <c:v>5.71976</c:v>
                </c:pt>
                <c:pt idx="20367">
                  <c:v>5.7200600000000001</c:v>
                </c:pt>
                <c:pt idx="20368">
                  <c:v>5.72037</c:v>
                </c:pt>
                <c:pt idx="20369">
                  <c:v>5.7206700000000001</c:v>
                </c:pt>
                <c:pt idx="20370">
                  <c:v>5.72098</c:v>
                </c:pt>
                <c:pt idx="20371">
                  <c:v>5.7212800000000001</c:v>
                </c:pt>
                <c:pt idx="20372">
                  <c:v>5.72159</c:v>
                </c:pt>
                <c:pt idx="20373">
                  <c:v>5.7218999999999998</c:v>
                </c:pt>
                <c:pt idx="20374">
                  <c:v>5.7222</c:v>
                </c:pt>
                <c:pt idx="20375">
                  <c:v>5.7225099999999998</c:v>
                </c:pt>
                <c:pt idx="20376">
                  <c:v>5.72281</c:v>
                </c:pt>
                <c:pt idx="20377">
                  <c:v>5.7231199999999998</c:v>
                </c:pt>
                <c:pt idx="20378">
                  <c:v>5.72342</c:v>
                </c:pt>
                <c:pt idx="20379">
                  <c:v>5.7237299999999998</c:v>
                </c:pt>
                <c:pt idx="20380">
                  <c:v>5.72403</c:v>
                </c:pt>
                <c:pt idx="20381">
                  <c:v>5.7243399999999998</c:v>
                </c:pt>
                <c:pt idx="20382">
                  <c:v>5.72464</c:v>
                </c:pt>
                <c:pt idx="20383">
                  <c:v>5.7249499999999998</c:v>
                </c:pt>
                <c:pt idx="20384">
                  <c:v>5.72525</c:v>
                </c:pt>
                <c:pt idx="20385">
                  <c:v>5.7255599999999998</c:v>
                </c:pt>
                <c:pt idx="20386">
                  <c:v>5.7258699999999996</c:v>
                </c:pt>
                <c:pt idx="20387">
                  <c:v>5.7261699999999998</c:v>
                </c:pt>
                <c:pt idx="20388">
                  <c:v>5.7264799999999996</c:v>
                </c:pt>
                <c:pt idx="20389">
                  <c:v>5.7267799999999998</c:v>
                </c:pt>
                <c:pt idx="20390">
                  <c:v>5.7270899999999996</c:v>
                </c:pt>
                <c:pt idx="20391">
                  <c:v>5.7273899999999998</c:v>
                </c:pt>
                <c:pt idx="20392">
                  <c:v>5.7276999999999996</c:v>
                </c:pt>
                <c:pt idx="20393">
                  <c:v>5.7279999999999998</c:v>
                </c:pt>
                <c:pt idx="20394">
                  <c:v>5.7283099999999996</c:v>
                </c:pt>
                <c:pt idx="20395">
                  <c:v>5.7286099999999998</c:v>
                </c:pt>
                <c:pt idx="20396">
                  <c:v>5.7289199999999996</c:v>
                </c:pt>
                <c:pt idx="20397">
                  <c:v>5.7292199999999998</c:v>
                </c:pt>
                <c:pt idx="20398">
                  <c:v>5.7295299999999996</c:v>
                </c:pt>
                <c:pt idx="20399">
                  <c:v>5.7298400000000003</c:v>
                </c:pt>
                <c:pt idx="20400">
                  <c:v>5.7301399999999996</c:v>
                </c:pt>
                <c:pt idx="20401">
                  <c:v>5.7304500000000003</c:v>
                </c:pt>
                <c:pt idx="20402">
                  <c:v>5.7307499999999996</c:v>
                </c:pt>
                <c:pt idx="20403">
                  <c:v>5.7310600000000003</c:v>
                </c:pt>
                <c:pt idx="20404">
                  <c:v>5.7313599999999996</c:v>
                </c:pt>
                <c:pt idx="20405">
                  <c:v>5.7316700000000003</c:v>
                </c:pt>
                <c:pt idx="20406">
                  <c:v>5.7319699999999996</c:v>
                </c:pt>
                <c:pt idx="20407">
                  <c:v>5.7322800000000003</c:v>
                </c:pt>
                <c:pt idx="20408">
                  <c:v>5.7325799999999996</c:v>
                </c:pt>
                <c:pt idx="20409">
                  <c:v>5.7328900000000003</c:v>
                </c:pt>
                <c:pt idx="20410">
                  <c:v>5.7331899999999996</c:v>
                </c:pt>
                <c:pt idx="20411">
                  <c:v>5.7335000000000003</c:v>
                </c:pt>
                <c:pt idx="20412">
                  <c:v>5.7338100000000001</c:v>
                </c:pt>
                <c:pt idx="20413">
                  <c:v>5.7341100000000003</c:v>
                </c:pt>
                <c:pt idx="20414">
                  <c:v>5.7344200000000001</c:v>
                </c:pt>
                <c:pt idx="20415">
                  <c:v>5.7347200000000003</c:v>
                </c:pt>
                <c:pt idx="20416">
                  <c:v>5.7350300000000001</c:v>
                </c:pt>
                <c:pt idx="20417">
                  <c:v>5.7353300000000003</c:v>
                </c:pt>
                <c:pt idx="20418">
                  <c:v>5.7356400000000001</c:v>
                </c:pt>
                <c:pt idx="20419">
                  <c:v>5.7359400000000003</c:v>
                </c:pt>
                <c:pt idx="20420">
                  <c:v>5.7362500000000001</c:v>
                </c:pt>
                <c:pt idx="20421">
                  <c:v>5.7365500000000003</c:v>
                </c:pt>
                <c:pt idx="20422">
                  <c:v>5.7368600000000001</c:v>
                </c:pt>
                <c:pt idx="20423">
                  <c:v>5.7371699999999999</c:v>
                </c:pt>
                <c:pt idx="20424">
                  <c:v>5.7374700000000001</c:v>
                </c:pt>
                <c:pt idx="20425">
                  <c:v>5.7377799999999999</c:v>
                </c:pt>
                <c:pt idx="20426">
                  <c:v>5.7380800000000001</c:v>
                </c:pt>
                <c:pt idx="20427">
                  <c:v>5.7383899999999999</c:v>
                </c:pt>
                <c:pt idx="20428">
                  <c:v>5.7386900000000001</c:v>
                </c:pt>
                <c:pt idx="20429">
                  <c:v>5.7389999999999999</c:v>
                </c:pt>
                <c:pt idx="20430">
                  <c:v>5.7393000000000001</c:v>
                </c:pt>
                <c:pt idx="20431">
                  <c:v>5.7396099999999999</c:v>
                </c:pt>
                <c:pt idx="20432">
                  <c:v>5.7399100000000001</c:v>
                </c:pt>
                <c:pt idx="20433">
                  <c:v>5.7402199999999999</c:v>
                </c:pt>
                <c:pt idx="20434">
                  <c:v>5.7405200000000001</c:v>
                </c:pt>
                <c:pt idx="20435">
                  <c:v>5.7408299999999999</c:v>
                </c:pt>
                <c:pt idx="20436">
                  <c:v>5.7411399999999997</c:v>
                </c:pt>
                <c:pt idx="20437">
                  <c:v>5.7414399999999999</c:v>
                </c:pt>
                <c:pt idx="20438">
                  <c:v>5.7417499999999997</c:v>
                </c:pt>
                <c:pt idx="20439">
                  <c:v>5.7420499999999999</c:v>
                </c:pt>
                <c:pt idx="20440">
                  <c:v>5.7423599999999997</c:v>
                </c:pt>
                <c:pt idx="20441">
                  <c:v>5.7426599999999999</c:v>
                </c:pt>
                <c:pt idx="20442">
                  <c:v>5.7429699999999997</c:v>
                </c:pt>
                <c:pt idx="20443">
                  <c:v>5.7432699999999999</c:v>
                </c:pt>
                <c:pt idx="20444">
                  <c:v>5.7435799999999997</c:v>
                </c:pt>
                <c:pt idx="20445">
                  <c:v>5.7438799999999999</c:v>
                </c:pt>
                <c:pt idx="20446">
                  <c:v>5.7441899999999997</c:v>
                </c:pt>
                <c:pt idx="20447">
                  <c:v>5.7444899999999999</c:v>
                </c:pt>
                <c:pt idx="20448">
                  <c:v>5.7447999999999997</c:v>
                </c:pt>
                <c:pt idx="20449">
                  <c:v>5.7451100000000004</c:v>
                </c:pt>
                <c:pt idx="20450">
                  <c:v>5.7454099999999997</c:v>
                </c:pt>
                <c:pt idx="20451">
                  <c:v>5.7457200000000004</c:v>
                </c:pt>
                <c:pt idx="20452">
                  <c:v>5.7460199999999997</c:v>
                </c:pt>
                <c:pt idx="20453">
                  <c:v>5.7463300000000004</c:v>
                </c:pt>
                <c:pt idx="20454">
                  <c:v>5.7466299999999997</c:v>
                </c:pt>
                <c:pt idx="20455">
                  <c:v>5.7469400000000004</c:v>
                </c:pt>
                <c:pt idx="20456">
                  <c:v>5.7472399999999997</c:v>
                </c:pt>
                <c:pt idx="20457">
                  <c:v>5.7475500000000004</c:v>
                </c:pt>
                <c:pt idx="20458">
                  <c:v>5.7478499999999997</c:v>
                </c:pt>
                <c:pt idx="20459">
                  <c:v>5.7481600000000004</c:v>
                </c:pt>
                <c:pt idx="20460">
                  <c:v>5.7484599999999997</c:v>
                </c:pt>
                <c:pt idx="20461">
                  <c:v>5.7487700000000004</c:v>
                </c:pt>
                <c:pt idx="20462">
                  <c:v>5.7490800000000002</c:v>
                </c:pt>
                <c:pt idx="20463">
                  <c:v>5.7493800000000004</c:v>
                </c:pt>
                <c:pt idx="20464">
                  <c:v>5.7496900000000002</c:v>
                </c:pt>
                <c:pt idx="20465">
                  <c:v>5.7499900000000004</c:v>
                </c:pt>
                <c:pt idx="20466">
                  <c:v>5.7503000000000002</c:v>
                </c:pt>
                <c:pt idx="20467">
                  <c:v>5.7506000000000004</c:v>
                </c:pt>
                <c:pt idx="20468">
                  <c:v>5.7509100000000002</c:v>
                </c:pt>
                <c:pt idx="20469">
                  <c:v>5.7512100000000004</c:v>
                </c:pt>
                <c:pt idx="20470">
                  <c:v>5.7515200000000002</c:v>
                </c:pt>
                <c:pt idx="20471">
                  <c:v>5.7518200000000004</c:v>
                </c:pt>
                <c:pt idx="20472">
                  <c:v>5.7521300000000002</c:v>
                </c:pt>
                <c:pt idx="20473">
                  <c:v>5.75244</c:v>
                </c:pt>
                <c:pt idx="20474">
                  <c:v>5.7527400000000002</c:v>
                </c:pt>
                <c:pt idx="20475">
                  <c:v>5.75305</c:v>
                </c:pt>
                <c:pt idx="20476">
                  <c:v>5.7533500000000002</c:v>
                </c:pt>
                <c:pt idx="20477">
                  <c:v>5.75366</c:v>
                </c:pt>
                <c:pt idx="20478">
                  <c:v>5.7539600000000002</c:v>
                </c:pt>
                <c:pt idx="20479">
                  <c:v>5.75427</c:v>
                </c:pt>
                <c:pt idx="20480">
                  <c:v>5.7545700000000002</c:v>
                </c:pt>
                <c:pt idx="20481">
                  <c:v>5.75488</c:v>
                </c:pt>
                <c:pt idx="20482">
                  <c:v>5.7551800000000002</c:v>
                </c:pt>
                <c:pt idx="20483">
                  <c:v>5.75549</c:v>
                </c:pt>
                <c:pt idx="20484">
                  <c:v>5.7557900000000002</c:v>
                </c:pt>
                <c:pt idx="20485">
                  <c:v>5.7561</c:v>
                </c:pt>
                <c:pt idx="20486">
                  <c:v>5.7564099999999998</c:v>
                </c:pt>
                <c:pt idx="20487">
                  <c:v>5.75671</c:v>
                </c:pt>
                <c:pt idx="20488">
                  <c:v>5.7570199999999998</c:v>
                </c:pt>
                <c:pt idx="20489">
                  <c:v>5.75732</c:v>
                </c:pt>
                <c:pt idx="20490">
                  <c:v>5.7576299999999998</c:v>
                </c:pt>
                <c:pt idx="20491">
                  <c:v>5.75793</c:v>
                </c:pt>
                <c:pt idx="20492">
                  <c:v>5.7582399999999998</c:v>
                </c:pt>
                <c:pt idx="20493">
                  <c:v>5.75854</c:v>
                </c:pt>
                <c:pt idx="20494">
                  <c:v>5.7588499999999998</c:v>
                </c:pt>
                <c:pt idx="20495">
                  <c:v>5.75915</c:v>
                </c:pt>
                <c:pt idx="20496">
                  <c:v>5.7594599999999998</c:v>
                </c:pt>
                <c:pt idx="20497">
                  <c:v>5.75976</c:v>
                </c:pt>
                <c:pt idx="20498">
                  <c:v>5.7600699999999998</c:v>
                </c:pt>
                <c:pt idx="20499">
                  <c:v>5.7603799999999996</c:v>
                </c:pt>
                <c:pt idx="20500">
                  <c:v>5.7606799999999998</c:v>
                </c:pt>
                <c:pt idx="20501">
                  <c:v>5.7609899999999996</c:v>
                </c:pt>
                <c:pt idx="20502">
                  <c:v>5.7612899999999998</c:v>
                </c:pt>
                <c:pt idx="20503">
                  <c:v>5.7615999999999996</c:v>
                </c:pt>
                <c:pt idx="20504">
                  <c:v>5.7618999999999998</c:v>
                </c:pt>
                <c:pt idx="20505">
                  <c:v>5.7622099999999996</c:v>
                </c:pt>
                <c:pt idx="20506">
                  <c:v>5.7625099999999998</c:v>
                </c:pt>
                <c:pt idx="20507">
                  <c:v>5.7628199999999996</c:v>
                </c:pt>
                <c:pt idx="20508">
                  <c:v>5.7631199999999998</c:v>
                </c:pt>
                <c:pt idx="20509">
                  <c:v>5.7634299999999996</c:v>
                </c:pt>
                <c:pt idx="20510">
                  <c:v>5.7637299999999998</c:v>
                </c:pt>
                <c:pt idx="20511">
                  <c:v>5.7640399999999996</c:v>
                </c:pt>
                <c:pt idx="20512">
                  <c:v>5.7643500000000003</c:v>
                </c:pt>
                <c:pt idx="20513">
                  <c:v>5.7646499999999996</c:v>
                </c:pt>
                <c:pt idx="20514">
                  <c:v>5.7649600000000003</c:v>
                </c:pt>
                <c:pt idx="20515">
                  <c:v>5.7652599999999996</c:v>
                </c:pt>
                <c:pt idx="20516">
                  <c:v>5.7655700000000003</c:v>
                </c:pt>
                <c:pt idx="20517">
                  <c:v>5.7658699999999996</c:v>
                </c:pt>
                <c:pt idx="20518">
                  <c:v>5.7661800000000003</c:v>
                </c:pt>
                <c:pt idx="20519">
                  <c:v>5.7664799999999996</c:v>
                </c:pt>
                <c:pt idx="20520">
                  <c:v>5.7667900000000003</c:v>
                </c:pt>
                <c:pt idx="20521">
                  <c:v>5.7670899999999996</c:v>
                </c:pt>
                <c:pt idx="20522">
                  <c:v>5.7674000000000003</c:v>
                </c:pt>
                <c:pt idx="20523">
                  <c:v>5.7676999999999996</c:v>
                </c:pt>
                <c:pt idx="20524">
                  <c:v>5.7680100000000003</c:v>
                </c:pt>
                <c:pt idx="20525">
                  <c:v>5.7683200000000001</c:v>
                </c:pt>
                <c:pt idx="20526">
                  <c:v>5.7686200000000003</c:v>
                </c:pt>
                <c:pt idx="20527">
                  <c:v>5.7689300000000001</c:v>
                </c:pt>
                <c:pt idx="20528">
                  <c:v>5.7692300000000003</c:v>
                </c:pt>
                <c:pt idx="20529">
                  <c:v>5.7695400000000001</c:v>
                </c:pt>
                <c:pt idx="20530">
                  <c:v>5.7698400000000003</c:v>
                </c:pt>
                <c:pt idx="20531">
                  <c:v>5.7701500000000001</c:v>
                </c:pt>
                <c:pt idx="20532">
                  <c:v>5.7704500000000003</c:v>
                </c:pt>
                <c:pt idx="20533">
                  <c:v>5.7707600000000001</c:v>
                </c:pt>
                <c:pt idx="20534">
                  <c:v>5.7710600000000003</c:v>
                </c:pt>
                <c:pt idx="20535">
                  <c:v>5.7713700000000001</c:v>
                </c:pt>
                <c:pt idx="20536">
                  <c:v>5.7716799999999999</c:v>
                </c:pt>
                <c:pt idx="20537">
                  <c:v>5.7719800000000001</c:v>
                </c:pt>
                <c:pt idx="20538">
                  <c:v>5.7722899999999999</c:v>
                </c:pt>
                <c:pt idx="20539">
                  <c:v>5.7725900000000001</c:v>
                </c:pt>
                <c:pt idx="20540">
                  <c:v>5.7728999999999999</c:v>
                </c:pt>
                <c:pt idx="20541">
                  <c:v>5.7732000000000001</c:v>
                </c:pt>
                <c:pt idx="20542">
                  <c:v>5.7735099999999999</c:v>
                </c:pt>
                <c:pt idx="20543">
                  <c:v>5.7738100000000001</c:v>
                </c:pt>
                <c:pt idx="20544">
                  <c:v>5.7741199999999999</c:v>
                </c:pt>
                <c:pt idx="20545">
                  <c:v>5.7744200000000001</c:v>
                </c:pt>
                <c:pt idx="20546">
                  <c:v>5.7747299999999999</c:v>
                </c:pt>
                <c:pt idx="20547">
                  <c:v>5.7750300000000001</c:v>
                </c:pt>
                <c:pt idx="20548">
                  <c:v>5.7753399999999999</c:v>
                </c:pt>
                <c:pt idx="20549">
                  <c:v>5.7756499999999997</c:v>
                </c:pt>
                <c:pt idx="20550">
                  <c:v>5.7759499999999999</c:v>
                </c:pt>
                <c:pt idx="20551">
                  <c:v>5.7762599999999997</c:v>
                </c:pt>
                <c:pt idx="20552">
                  <c:v>5.7765599999999999</c:v>
                </c:pt>
                <c:pt idx="20553">
                  <c:v>5.7768699999999997</c:v>
                </c:pt>
                <c:pt idx="20554">
                  <c:v>5.7771699999999999</c:v>
                </c:pt>
                <c:pt idx="20555">
                  <c:v>5.7774799999999997</c:v>
                </c:pt>
                <c:pt idx="20556">
                  <c:v>5.7777799999999999</c:v>
                </c:pt>
                <c:pt idx="20557">
                  <c:v>5.7780899999999997</c:v>
                </c:pt>
                <c:pt idx="20558">
                  <c:v>5.7783899999999999</c:v>
                </c:pt>
                <c:pt idx="20559">
                  <c:v>5.7786999999999997</c:v>
                </c:pt>
                <c:pt idx="20560">
                  <c:v>5.7789999999999999</c:v>
                </c:pt>
                <c:pt idx="20561">
                  <c:v>5.7793099999999997</c:v>
                </c:pt>
                <c:pt idx="20562">
                  <c:v>5.7796200000000004</c:v>
                </c:pt>
                <c:pt idx="20563">
                  <c:v>5.7799199999999997</c:v>
                </c:pt>
                <c:pt idx="20564">
                  <c:v>5.7802300000000004</c:v>
                </c:pt>
                <c:pt idx="20565">
                  <c:v>5.7805299999999997</c:v>
                </c:pt>
                <c:pt idx="20566">
                  <c:v>5.7808400000000004</c:v>
                </c:pt>
                <c:pt idx="20567">
                  <c:v>5.7811399999999997</c:v>
                </c:pt>
                <c:pt idx="20568">
                  <c:v>5.7814500000000004</c:v>
                </c:pt>
                <c:pt idx="20569">
                  <c:v>5.7817499999999997</c:v>
                </c:pt>
                <c:pt idx="20570">
                  <c:v>5.7820600000000004</c:v>
                </c:pt>
                <c:pt idx="20571">
                  <c:v>5.7823599999999997</c:v>
                </c:pt>
                <c:pt idx="20572">
                  <c:v>5.7826700000000004</c:v>
                </c:pt>
                <c:pt idx="20573">
                  <c:v>5.7829699999999997</c:v>
                </c:pt>
                <c:pt idx="20574">
                  <c:v>5.7832800000000004</c:v>
                </c:pt>
                <c:pt idx="20575">
                  <c:v>5.7835900000000002</c:v>
                </c:pt>
                <c:pt idx="20576">
                  <c:v>5.7838900000000004</c:v>
                </c:pt>
                <c:pt idx="20577">
                  <c:v>5.7842000000000002</c:v>
                </c:pt>
                <c:pt idx="20578">
                  <c:v>5.7845000000000004</c:v>
                </c:pt>
                <c:pt idx="20579">
                  <c:v>5.7848100000000002</c:v>
                </c:pt>
                <c:pt idx="20580">
                  <c:v>5.7851100000000004</c:v>
                </c:pt>
                <c:pt idx="20581">
                  <c:v>5.7854200000000002</c:v>
                </c:pt>
                <c:pt idx="20582">
                  <c:v>5.7857200000000004</c:v>
                </c:pt>
                <c:pt idx="20583">
                  <c:v>5.7860300000000002</c:v>
                </c:pt>
                <c:pt idx="20584">
                  <c:v>5.7863300000000004</c:v>
                </c:pt>
                <c:pt idx="20585">
                  <c:v>5.7866400000000002</c:v>
                </c:pt>
                <c:pt idx="20586">
                  <c:v>5.7869400000000004</c:v>
                </c:pt>
                <c:pt idx="20587">
                  <c:v>5.7872500000000002</c:v>
                </c:pt>
                <c:pt idx="20588">
                  <c:v>5.78756</c:v>
                </c:pt>
                <c:pt idx="20589">
                  <c:v>5.7878600000000002</c:v>
                </c:pt>
                <c:pt idx="20590">
                  <c:v>5.78817</c:v>
                </c:pt>
                <c:pt idx="20591">
                  <c:v>5.7884700000000002</c:v>
                </c:pt>
                <c:pt idx="20592">
                  <c:v>5.78878</c:v>
                </c:pt>
                <c:pt idx="20593">
                  <c:v>5.7890800000000002</c:v>
                </c:pt>
                <c:pt idx="20594">
                  <c:v>5.78939</c:v>
                </c:pt>
                <c:pt idx="20595">
                  <c:v>5.7896900000000002</c:v>
                </c:pt>
                <c:pt idx="20596">
                  <c:v>5.79</c:v>
                </c:pt>
                <c:pt idx="20597">
                  <c:v>5.7903000000000002</c:v>
                </c:pt>
                <c:pt idx="20598">
                  <c:v>5.79061</c:v>
                </c:pt>
                <c:pt idx="20599">
                  <c:v>5.7909199999999998</c:v>
                </c:pt>
                <c:pt idx="20600">
                  <c:v>5.79122</c:v>
                </c:pt>
                <c:pt idx="20601">
                  <c:v>5.7915299999999998</c:v>
                </c:pt>
                <c:pt idx="20602">
                  <c:v>5.79183</c:v>
                </c:pt>
                <c:pt idx="20603">
                  <c:v>5.7921399999999998</c:v>
                </c:pt>
                <c:pt idx="20604">
                  <c:v>5.79244</c:v>
                </c:pt>
                <c:pt idx="20605">
                  <c:v>5.7927499999999998</c:v>
                </c:pt>
                <c:pt idx="20606">
                  <c:v>5.79305</c:v>
                </c:pt>
                <c:pt idx="20607">
                  <c:v>5.7933599999999998</c:v>
                </c:pt>
                <c:pt idx="20608">
                  <c:v>5.79366</c:v>
                </c:pt>
                <c:pt idx="20609">
                  <c:v>5.7939699999999998</c:v>
                </c:pt>
                <c:pt idx="20610">
                  <c:v>5.79427</c:v>
                </c:pt>
                <c:pt idx="20611">
                  <c:v>5.7945799999999998</c:v>
                </c:pt>
                <c:pt idx="20612">
                  <c:v>5.7948899999999997</c:v>
                </c:pt>
                <c:pt idx="20613">
                  <c:v>5.7951899999999998</c:v>
                </c:pt>
                <c:pt idx="20614">
                  <c:v>5.7954999999999997</c:v>
                </c:pt>
                <c:pt idx="20615">
                  <c:v>5.7957999999999998</c:v>
                </c:pt>
                <c:pt idx="20616">
                  <c:v>5.7961099999999997</c:v>
                </c:pt>
                <c:pt idx="20617">
                  <c:v>5.7964099999999998</c:v>
                </c:pt>
                <c:pt idx="20618">
                  <c:v>5.7967199999999997</c:v>
                </c:pt>
                <c:pt idx="20619">
                  <c:v>5.7970199999999998</c:v>
                </c:pt>
                <c:pt idx="20620">
                  <c:v>5.7973299999999997</c:v>
                </c:pt>
                <c:pt idx="20621">
                  <c:v>5.7976299999999998</c:v>
                </c:pt>
                <c:pt idx="20622">
                  <c:v>5.7979399999999996</c:v>
                </c:pt>
                <c:pt idx="20623">
                  <c:v>5.7982399999999998</c:v>
                </c:pt>
                <c:pt idx="20624">
                  <c:v>5.7985499999999996</c:v>
                </c:pt>
                <c:pt idx="20625">
                  <c:v>5.7988600000000003</c:v>
                </c:pt>
                <c:pt idx="20626">
                  <c:v>5.7991599999999996</c:v>
                </c:pt>
                <c:pt idx="20627">
                  <c:v>5.7994700000000003</c:v>
                </c:pt>
                <c:pt idx="20628">
                  <c:v>5.7997699999999996</c:v>
                </c:pt>
                <c:pt idx="20629">
                  <c:v>5.8000800000000003</c:v>
                </c:pt>
                <c:pt idx="20630">
                  <c:v>5.8003799999999996</c:v>
                </c:pt>
                <c:pt idx="20631">
                  <c:v>5.8006900000000003</c:v>
                </c:pt>
                <c:pt idx="20632">
                  <c:v>5.8009899999999996</c:v>
                </c:pt>
                <c:pt idx="20633">
                  <c:v>5.8013000000000003</c:v>
                </c:pt>
                <c:pt idx="20634">
                  <c:v>5.8015999999999996</c:v>
                </c:pt>
                <c:pt idx="20635">
                  <c:v>5.8019100000000003</c:v>
                </c:pt>
                <c:pt idx="20636">
                  <c:v>5.8022099999999996</c:v>
                </c:pt>
                <c:pt idx="20637">
                  <c:v>5.8025200000000003</c:v>
                </c:pt>
                <c:pt idx="20638">
                  <c:v>5.8028300000000002</c:v>
                </c:pt>
                <c:pt idx="20639">
                  <c:v>5.8031300000000003</c:v>
                </c:pt>
                <c:pt idx="20640">
                  <c:v>5.8034400000000002</c:v>
                </c:pt>
                <c:pt idx="20641">
                  <c:v>5.8037400000000003</c:v>
                </c:pt>
                <c:pt idx="20642">
                  <c:v>5.8040500000000002</c:v>
                </c:pt>
                <c:pt idx="20643">
                  <c:v>5.8043500000000003</c:v>
                </c:pt>
                <c:pt idx="20644">
                  <c:v>5.8046600000000002</c:v>
                </c:pt>
                <c:pt idx="20645">
                  <c:v>5.8049600000000003</c:v>
                </c:pt>
                <c:pt idx="20646">
                  <c:v>5.8052700000000002</c:v>
                </c:pt>
                <c:pt idx="20647">
                  <c:v>5.8055700000000003</c:v>
                </c:pt>
                <c:pt idx="20648">
                  <c:v>5.8058800000000002</c:v>
                </c:pt>
                <c:pt idx="20649">
                  <c:v>5.8061800000000003</c:v>
                </c:pt>
                <c:pt idx="20650">
                  <c:v>5.8064900000000002</c:v>
                </c:pt>
                <c:pt idx="20651">
                  <c:v>5.8068</c:v>
                </c:pt>
                <c:pt idx="20652">
                  <c:v>5.8071000000000002</c:v>
                </c:pt>
                <c:pt idx="20653">
                  <c:v>5.80741</c:v>
                </c:pt>
                <c:pt idx="20654">
                  <c:v>5.8077100000000002</c:v>
                </c:pt>
                <c:pt idx="20655">
                  <c:v>5.80802</c:v>
                </c:pt>
                <c:pt idx="20656">
                  <c:v>5.8083200000000001</c:v>
                </c:pt>
                <c:pt idx="20657">
                  <c:v>5.80863</c:v>
                </c:pt>
                <c:pt idx="20658">
                  <c:v>5.8089300000000001</c:v>
                </c:pt>
                <c:pt idx="20659">
                  <c:v>5.80924</c:v>
                </c:pt>
                <c:pt idx="20660">
                  <c:v>5.8095400000000001</c:v>
                </c:pt>
                <c:pt idx="20661">
                  <c:v>5.80985</c:v>
                </c:pt>
                <c:pt idx="20662">
                  <c:v>5.8101599999999998</c:v>
                </c:pt>
                <c:pt idx="20663">
                  <c:v>5.81046</c:v>
                </c:pt>
                <c:pt idx="20664">
                  <c:v>5.8107699999999998</c:v>
                </c:pt>
                <c:pt idx="20665">
                  <c:v>5.81107</c:v>
                </c:pt>
                <c:pt idx="20666">
                  <c:v>5.8113799999999998</c:v>
                </c:pt>
                <c:pt idx="20667">
                  <c:v>5.81168</c:v>
                </c:pt>
                <c:pt idx="20668">
                  <c:v>5.8119899999999998</c:v>
                </c:pt>
                <c:pt idx="20669">
                  <c:v>5.81229</c:v>
                </c:pt>
                <c:pt idx="20670">
                  <c:v>5.8125999999999998</c:v>
                </c:pt>
                <c:pt idx="20671">
                  <c:v>5.8129</c:v>
                </c:pt>
                <c:pt idx="20672">
                  <c:v>5.8132099999999998</c:v>
                </c:pt>
                <c:pt idx="20673">
                  <c:v>5.81351</c:v>
                </c:pt>
                <c:pt idx="20674">
                  <c:v>5.8138199999999998</c:v>
                </c:pt>
                <c:pt idx="20675">
                  <c:v>5.8141299999999996</c:v>
                </c:pt>
                <c:pt idx="20676">
                  <c:v>5.8144299999999998</c:v>
                </c:pt>
                <c:pt idx="20677">
                  <c:v>5.8147399999999996</c:v>
                </c:pt>
                <c:pt idx="20678">
                  <c:v>5.8150399999999998</c:v>
                </c:pt>
                <c:pt idx="20679">
                  <c:v>5.8153499999999996</c:v>
                </c:pt>
                <c:pt idx="20680">
                  <c:v>5.8156499999999998</c:v>
                </c:pt>
                <c:pt idx="20681">
                  <c:v>5.8159599999999996</c:v>
                </c:pt>
                <c:pt idx="20682">
                  <c:v>5.8162599999999998</c:v>
                </c:pt>
                <c:pt idx="20683">
                  <c:v>5.8165699999999996</c:v>
                </c:pt>
                <c:pt idx="20684">
                  <c:v>5.8168699999999998</c:v>
                </c:pt>
                <c:pt idx="20685">
                  <c:v>5.8171799999999996</c:v>
                </c:pt>
                <c:pt idx="20686">
                  <c:v>5.8174799999999998</c:v>
                </c:pt>
                <c:pt idx="20687">
                  <c:v>5.8177899999999996</c:v>
                </c:pt>
                <c:pt idx="20688">
                  <c:v>5.8181000000000003</c:v>
                </c:pt>
                <c:pt idx="20689">
                  <c:v>5.8183999999999996</c:v>
                </c:pt>
                <c:pt idx="20690">
                  <c:v>5.8187100000000003</c:v>
                </c:pt>
                <c:pt idx="20691">
                  <c:v>5.8190099999999996</c:v>
                </c:pt>
                <c:pt idx="20692">
                  <c:v>5.8193200000000003</c:v>
                </c:pt>
                <c:pt idx="20693">
                  <c:v>5.8196199999999996</c:v>
                </c:pt>
                <c:pt idx="20694">
                  <c:v>5.8199300000000003</c:v>
                </c:pt>
                <c:pt idx="20695">
                  <c:v>5.8202299999999996</c:v>
                </c:pt>
                <c:pt idx="20696">
                  <c:v>5.8205400000000003</c:v>
                </c:pt>
                <c:pt idx="20697">
                  <c:v>5.8208399999999996</c:v>
                </c:pt>
                <c:pt idx="20698">
                  <c:v>5.8211500000000003</c:v>
                </c:pt>
                <c:pt idx="20699">
                  <c:v>5.8214499999999996</c:v>
                </c:pt>
                <c:pt idx="20700">
                  <c:v>5.8217600000000003</c:v>
                </c:pt>
                <c:pt idx="20701">
                  <c:v>5.8220700000000001</c:v>
                </c:pt>
                <c:pt idx="20702">
                  <c:v>5.8223700000000003</c:v>
                </c:pt>
                <c:pt idx="20703">
                  <c:v>5.8226800000000001</c:v>
                </c:pt>
                <c:pt idx="20704">
                  <c:v>5.8229800000000003</c:v>
                </c:pt>
                <c:pt idx="20705">
                  <c:v>5.8232900000000001</c:v>
                </c:pt>
                <c:pt idx="20706">
                  <c:v>5.8235900000000003</c:v>
                </c:pt>
                <c:pt idx="20707">
                  <c:v>5.8239000000000001</c:v>
                </c:pt>
                <c:pt idx="20708">
                  <c:v>5.8242000000000003</c:v>
                </c:pt>
                <c:pt idx="20709">
                  <c:v>5.8245100000000001</c:v>
                </c:pt>
                <c:pt idx="20710">
                  <c:v>5.8248100000000003</c:v>
                </c:pt>
                <c:pt idx="20711">
                  <c:v>5.8251200000000001</c:v>
                </c:pt>
                <c:pt idx="20712">
                  <c:v>5.8254299999999999</c:v>
                </c:pt>
                <c:pt idx="20713">
                  <c:v>5.8257300000000001</c:v>
                </c:pt>
                <c:pt idx="20714">
                  <c:v>5.8260399999999999</c:v>
                </c:pt>
                <c:pt idx="20715">
                  <c:v>5.8263400000000001</c:v>
                </c:pt>
                <c:pt idx="20716">
                  <c:v>5.8266499999999999</c:v>
                </c:pt>
                <c:pt idx="20717">
                  <c:v>5.8269500000000001</c:v>
                </c:pt>
                <c:pt idx="20718">
                  <c:v>5.8272599999999999</c:v>
                </c:pt>
                <c:pt idx="20719">
                  <c:v>5.8275600000000001</c:v>
                </c:pt>
                <c:pt idx="20720">
                  <c:v>5.8278699999999999</c:v>
                </c:pt>
                <c:pt idx="20721">
                  <c:v>5.8281700000000001</c:v>
                </c:pt>
                <c:pt idx="20722">
                  <c:v>5.8284799999999999</c:v>
                </c:pt>
                <c:pt idx="20723">
                  <c:v>5.8287800000000001</c:v>
                </c:pt>
                <c:pt idx="20724">
                  <c:v>5.8290899999999999</c:v>
                </c:pt>
                <c:pt idx="20725">
                  <c:v>5.8293999999999997</c:v>
                </c:pt>
                <c:pt idx="20726">
                  <c:v>5.8296999999999999</c:v>
                </c:pt>
                <c:pt idx="20727">
                  <c:v>5.8300099999999997</c:v>
                </c:pt>
                <c:pt idx="20728">
                  <c:v>5.8303099999999999</c:v>
                </c:pt>
                <c:pt idx="20729">
                  <c:v>5.8306199999999997</c:v>
                </c:pt>
                <c:pt idx="20730">
                  <c:v>5.8309199999999999</c:v>
                </c:pt>
                <c:pt idx="20731">
                  <c:v>5.8312299999999997</c:v>
                </c:pt>
                <c:pt idx="20732">
                  <c:v>5.8315299999999999</c:v>
                </c:pt>
                <c:pt idx="20733">
                  <c:v>5.8318399999999997</c:v>
                </c:pt>
                <c:pt idx="20734">
                  <c:v>5.8321399999999999</c:v>
                </c:pt>
                <c:pt idx="20735">
                  <c:v>5.8324499999999997</c:v>
                </c:pt>
                <c:pt idx="20736">
                  <c:v>5.8327499999999999</c:v>
                </c:pt>
                <c:pt idx="20737">
                  <c:v>5.8330599999999997</c:v>
                </c:pt>
                <c:pt idx="20738">
                  <c:v>5.8333700000000004</c:v>
                </c:pt>
                <c:pt idx="20739">
                  <c:v>5.8336699999999997</c:v>
                </c:pt>
                <c:pt idx="20740">
                  <c:v>5.8339800000000004</c:v>
                </c:pt>
                <c:pt idx="20741">
                  <c:v>5.8342799999999997</c:v>
                </c:pt>
                <c:pt idx="20742">
                  <c:v>5.8345900000000004</c:v>
                </c:pt>
                <c:pt idx="20743">
                  <c:v>5.8348899999999997</c:v>
                </c:pt>
                <c:pt idx="20744">
                  <c:v>5.8352000000000004</c:v>
                </c:pt>
                <c:pt idx="20745">
                  <c:v>5.8354999999999997</c:v>
                </c:pt>
                <c:pt idx="20746">
                  <c:v>5.8358100000000004</c:v>
                </c:pt>
                <c:pt idx="20747">
                  <c:v>5.8361099999999997</c:v>
                </c:pt>
                <c:pt idx="20748">
                  <c:v>5.8364200000000004</c:v>
                </c:pt>
                <c:pt idx="20749">
                  <c:v>5.8367199999999997</c:v>
                </c:pt>
                <c:pt idx="20750">
                  <c:v>5.8370300000000004</c:v>
                </c:pt>
                <c:pt idx="20751">
                  <c:v>5.8373400000000002</c:v>
                </c:pt>
                <c:pt idx="20752">
                  <c:v>5.8376400000000004</c:v>
                </c:pt>
                <c:pt idx="20753">
                  <c:v>5.8379500000000002</c:v>
                </c:pt>
                <c:pt idx="20754">
                  <c:v>5.8382500000000004</c:v>
                </c:pt>
                <c:pt idx="20755">
                  <c:v>5.8385600000000002</c:v>
                </c:pt>
                <c:pt idx="20756">
                  <c:v>5.8388600000000004</c:v>
                </c:pt>
                <c:pt idx="20757">
                  <c:v>5.8391700000000002</c:v>
                </c:pt>
                <c:pt idx="20758">
                  <c:v>5.8394700000000004</c:v>
                </c:pt>
                <c:pt idx="20759">
                  <c:v>5.8397800000000002</c:v>
                </c:pt>
                <c:pt idx="20760">
                  <c:v>5.8400800000000004</c:v>
                </c:pt>
                <c:pt idx="20761">
                  <c:v>5.8403900000000002</c:v>
                </c:pt>
                <c:pt idx="20762">
                  <c:v>5.8406900000000004</c:v>
                </c:pt>
                <c:pt idx="20763">
                  <c:v>5.8410000000000002</c:v>
                </c:pt>
                <c:pt idx="20764">
                  <c:v>5.84131</c:v>
                </c:pt>
                <c:pt idx="20765">
                  <c:v>5.8416100000000002</c:v>
                </c:pt>
                <c:pt idx="20766">
                  <c:v>5.84192</c:v>
                </c:pt>
                <c:pt idx="20767">
                  <c:v>5.8422200000000002</c:v>
                </c:pt>
                <c:pt idx="20768">
                  <c:v>5.84253</c:v>
                </c:pt>
                <c:pt idx="20769">
                  <c:v>5.8428300000000002</c:v>
                </c:pt>
                <c:pt idx="20770">
                  <c:v>5.84314</c:v>
                </c:pt>
                <c:pt idx="20771">
                  <c:v>5.8434400000000002</c:v>
                </c:pt>
                <c:pt idx="20772">
                  <c:v>5.84375</c:v>
                </c:pt>
                <c:pt idx="20773">
                  <c:v>5.8440500000000002</c:v>
                </c:pt>
                <c:pt idx="20774">
                  <c:v>5.84436</c:v>
                </c:pt>
                <c:pt idx="20775">
                  <c:v>5.8446699999999998</c:v>
                </c:pt>
                <c:pt idx="20776">
                  <c:v>5.84497</c:v>
                </c:pt>
                <c:pt idx="20777">
                  <c:v>5.8452799999999998</c:v>
                </c:pt>
                <c:pt idx="20778">
                  <c:v>5.84558</c:v>
                </c:pt>
                <c:pt idx="20779">
                  <c:v>5.8458899999999998</c:v>
                </c:pt>
                <c:pt idx="20780">
                  <c:v>5.84619</c:v>
                </c:pt>
                <c:pt idx="20781">
                  <c:v>5.8464999999999998</c:v>
                </c:pt>
                <c:pt idx="20782">
                  <c:v>5.8468</c:v>
                </c:pt>
                <c:pt idx="20783">
                  <c:v>5.8471099999999998</c:v>
                </c:pt>
                <c:pt idx="20784">
                  <c:v>5.84741</c:v>
                </c:pt>
                <c:pt idx="20785">
                  <c:v>5.8477199999999998</c:v>
                </c:pt>
                <c:pt idx="20786">
                  <c:v>5.84802</c:v>
                </c:pt>
                <c:pt idx="20787">
                  <c:v>5.8483299999999998</c:v>
                </c:pt>
                <c:pt idx="20788">
                  <c:v>5.8486399999999996</c:v>
                </c:pt>
                <c:pt idx="20789">
                  <c:v>5.8489399999999998</c:v>
                </c:pt>
                <c:pt idx="20790">
                  <c:v>5.8492499999999996</c:v>
                </c:pt>
                <c:pt idx="20791">
                  <c:v>5.8495499999999998</c:v>
                </c:pt>
                <c:pt idx="20792">
                  <c:v>5.8498599999999996</c:v>
                </c:pt>
                <c:pt idx="20793">
                  <c:v>5.8501599999999998</c:v>
                </c:pt>
                <c:pt idx="20794">
                  <c:v>5.8504699999999996</c:v>
                </c:pt>
                <c:pt idx="20795">
                  <c:v>5.8507699999999998</c:v>
                </c:pt>
                <c:pt idx="20796">
                  <c:v>5.8510799999999996</c:v>
                </c:pt>
                <c:pt idx="20797">
                  <c:v>5.8513799999999998</c:v>
                </c:pt>
                <c:pt idx="20798">
                  <c:v>5.8516899999999996</c:v>
                </c:pt>
                <c:pt idx="20799">
                  <c:v>5.8519899999999998</c:v>
                </c:pt>
                <c:pt idx="20800">
                  <c:v>5.8522999999999996</c:v>
                </c:pt>
                <c:pt idx="20801">
                  <c:v>5.8526100000000003</c:v>
                </c:pt>
                <c:pt idx="20802">
                  <c:v>5.8529099999999996</c:v>
                </c:pt>
                <c:pt idx="20803">
                  <c:v>5.8532200000000003</c:v>
                </c:pt>
                <c:pt idx="20804">
                  <c:v>5.8535199999999996</c:v>
                </c:pt>
                <c:pt idx="20805">
                  <c:v>5.8538300000000003</c:v>
                </c:pt>
                <c:pt idx="20806">
                  <c:v>5.8541299999999996</c:v>
                </c:pt>
                <c:pt idx="20807">
                  <c:v>5.8544400000000003</c:v>
                </c:pt>
                <c:pt idx="20808">
                  <c:v>5.8547399999999996</c:v>
                </c:pt>
                <c:pt idx="20809">
                  <c:v>5.8550500000000003</c:v>
                </c:pt>
                <c:pt idx="20810">
                  <c:v>5.8553499999999996</c:v>
                </c:pt>
                <c:pt idx="20811">
                  <c:v>5.8556600000000003</c:v>
                </c:pt>
                <c:pt idx="20812">
                  <c:v>5.8559599999999996</c:v>
                </c:pt>
                <c:pt idx="20813">
                  <c:v>5.8562700000000003</c:v>
                </c:pt>
                <c:pt idx="20814">
                  <c:v>5.8565800000000001</c:v>
                </c:pt>
                <c:pt idx="20815">
                  <c:v>5.8568800000000003</c:v>
                </c:pt>
                <c:pt idx="20816">
                  <c:v>5.8571900000000001</c:v>
                </c:pt>
                <c:pt idx="20817">
                  <c:v>5.8574900000000003</c:v>
                </c:pt>
                <c:pt idx="20818">
                  <c:v>5.8578000000000001</c:v>
                </c:pt>
                <c:pt idx="20819">
                  <c:v>5.8581000000000003</c:v>
                </c:pt>
                <c:pt idx="20820">
                  <c:v>5.8584100000000001</c:v>
                </c:pt>
                <c:pt idx="20821">
                  <c:v>5.8587100000000003</c:v>
                </c:pt>
                <c:pt idx="20822">
                  <c:v>5.8590200000000001</c:v>
                </c:pt>
                <c:pt idx="20823">
                  <c:v>5.8593200000000003</c:v>
                </c:pt>
                <c:pt idx="20824">
                  <c:v>5.8596300000000001</c:v>
                </c:pt>
                <c:pt idx="20825">
                  <c:v>5.8599300000000003</c:v>
                </c:pt>
                <c:pt idx="20826">
                  <c:v>5.8602400000000001</c:v>
                </c:pt>
                <c:pt idx="20827">
                  <c:v>5.8605499999999999</c:v>
                </c:pt>
                <c:pt idx="20828">
                  <c:v>5.8608500000000001</c:v>
                </c:pt>
                <c:pt idx="20829">
                  <c:v>5.8611599999999999</c:v>
                </c:pt>
                <c:pt idx="20830">
                  <c:v>5.8614600000000001</c:v>
                </c:pt>
                <c:pt idx="20831">
                  <c:v>5.8617699999999999</c:v>
                </c:pt>
                <c:pt idx="20832">
                  <c:v>5.8620700000000001</c:v>
                </c:pt>
                <c:pt idx="20833">
                  <c:v>5.8623799999999999</c:v>
                </c:pt>
                <c:pt idx="20834">
                  <c:v>5.8626800000000001</c:v>
                </c:pt>
                <c:pt idx="20835">
                  <c:v>5.8629899999999999</c:v>
                </c:pt>
                <c:pt idx="20836">
                  <c:v>5.8632900000000001</c:v>
                </c:pt>
                <c:pt idx="20837">
                  <c:v>5.8635999999999999</c:v>
                </c:pt>
                <c:pt idx="20838">
                  <c:v>5.8639099999999997</c:v>
                </c:pt>
                <c:pt idx="20839">
                  <c:v>5.8642099999999999</c:v>
                </c:pt>
                <c:pt idx="20840">
                  <c:v>5.8645199999999997</c:v>
                </c:pt>
                <c:pt idx="20841">
                  <c:v>5.8648199999999999</c:v>
                </c:pt>
                <c:pt idx="20842">
                  <c:v>5.8651299999999997</c:v>
                </c:pt>
                <c:pt idx="20843">
                  <c:v>5.8654299999999999</c:v>
                </c:pt>
                <c:pt idx="20844">
                  <c:v>5.8657399999999997</c:v>
                </c:pt>
                <c:pt idx="20845">
                  <c:v>5.8660399999999999</c:v>
                </c:pt>
                <c:pt idx="20846">
                  <c:v>5.8663499999999997</c:v>
                </c:pt>
                <c:pt idx="20847">
                  <c:v>5.8666499999999999</c:v>
                </c:pt>
                <c:pt idx="20848">
                  <c:v>5.8669599999999997</c:v>
                </c:pt>
                <c:pt idx="20849">
                  <c:v>5.8672599999999999</c:v>
                </c:pt>
                <c:pt idx="20850">
                  <c:v>5.8675699999999997</c:v>
                </c:pt>
                <c:pt idx="20851">
                  <c:v>5.8678800000000004</c:v>
                </c:pt>
                <c:pt idx="20852">
                  <c:v>5.8681799999999997</c:v>
                </c:pt>
                <c:pt idx="20853">
                  <c:v>5.8684900000000004</c:v>
                </c:pt>
                <c:pt idx="20854">
                  <c:v>5.8687899999999997</c:v>
                </c:pt>
                <c:pt idx="20855">
                  <c:v>5.8691000000000004</c:v>
                </c:pt>
                <c:pt idx="20856">
                  <c:v>5.8693999999999997</c:v>
                </c:pt>
                <c:pt idx="20857">
                  <c:v>5.8697100000000004</c:v>
                </c:pt>
                <c:pt idx="20858">
                  <c:v>5.8700099999999997</c:v>
                </c:pt>
                <c:pt idx="20859">
                  <c:v>5.8703200000000004</c:v>
                </c:pt>
                <c:pt idx="20860">
                  <c:v>5.8706199999999997</c:v>
                </c:pt>
                <c:pt idx="20861">
                  <c:v>5.8709300000000004</c:v>
                </c:pt>
                <c:pt idx="20862">
                  <c:v>5.8712299999999997</c:v>
                </c:pt>
                <c:pt idx="20863">
                  <c:v>5.8715400000000004</c:v>
                </c:pt>
                <c:pt idx="20864">
                  <c:v>5.8718500000000002</c:v>
                </c:pt>
                <c:pt idx="20865">
                  <c:v>5.8721500000000004</c:v>
                </c:pt>
                <c:pt idx="20866">
                  <c:v>5.8724600000000002</c:v>
                </c:pt>
                <c:pt idx="20867">
                  <c:v>5.8727600000000004</c:v>
                </c:pt>
                <c:pt idx="20868">
                  <c:v>5.8730700000000002</c:v>
                </c:pt>
                <c:pt idx="20869">
                  <c:v>5.8733700000000004</c:v>
                </c:pt>
                <c:pt idx="20870">
                  <c:v>5.8736800000000002</c:v>
                </c:pt>
                <c:pt idx="20871">
                  <c:v>5.8739800000000004</c:v>
                </c:pt>
                <c:pt idx="20872">
                  <c:v>5.8742900000000002</c:v>
                </c:pt>
                <c:pt idx="20873">
                  <c:v>5.8745900000000004</c:v>
                </c:pt>
                <c:pt idx="20874">
                  <c:v>5.8749000000000002</c:v>
                </c:pt>
                <c:pt idx="20875">
                  <c:v>5.8752000000000004</c:v>
                </c:pt>
                <c:pt idx="20876">
                  <c:v>5.8755100000000002</c:v>
                </c:pt>
                <c:pt idx="20877">
                  <c:v>5.87582</c:v>
                </c:pt>
                <c:pt idx="20878">
                  <c:v>5.8761200000000002</c:v>
                </c:pt>
                <c:pt idx="20879">
                  <c:v>5.87643</c:v>
                </c:pt>
                <c:pt idx="20880">
                  <c:v>5.8767300000000002</c:v>
                </c:pt>
                <c:pt idx="20881">
                  <c:v>5.87704</c:v>
                </c:pt>
                <c:pt idx="20882">
                  <c:v>5.8773400000000002</c:v>
                </c:pt>
                <c:pt idx="20883">
                  <c:v>5.87765</c:v>
                </c:pt>
                <c:pt idx="20884">
                  <c:v>5.8779500000000002</c:v>
                </c:pt>
                <c:pt idx="20885">
                  <c:v>5.87826</c:v>
                </c:pt>
                <c:pt idx="20886">
                  <c:v>5.8785600000000002</c:v>
                </c:pt>
                <c:pt idx="20887">
                  <c:v>5.87887</c:v>
                </c:pt>
                <c:pt idx="20888">
                  <c:v>5.8791799999999999</c:v>
                </c:pt>
                <c:pt idx="20889">
                  <c:v>5.87948</c:v>
                </c:pt>
                <c:pt idx="20890">
                  <c:v>5.8797899999999998</c:v>
                </c:pt>
                <c:pt idx="20891">
                  <c:v>5.88009</c:v>
                </c:pt>
                <c:pt idx="20892">
                  <c:v>5.8803999999999998</c:v>
                </c:pt>
                <c:pt idx="20893">
                  <c:v>5.8807</c:v>
                </c:pt>
                <c:pt idx="20894">
                  <c:v>5.8810099999999998</c:v>
                </c:pt>
                <c:pt idx="20895">
                  <c:v>5.88131</c:v>
                </c:pt>
                <c:pt idx="20896">
                  <c:v>5.8816199999999998</c:v>
                </c:pt>
                <c:pt idx="20897">
                  <c:v>5.88192</c:v>
                </c:pt>
                <c:pt idx="20898">
                  <c:v>5.8822299999999998</c:v>
                </c:pt>
                <c:pt idx="20899">
                  <c:v>5.88253</c:v>
                </c:pt>
                <c:pt idx="20900">
                  <c:v>5.8828399999999998</c:v>
                </c:pt>
                <c:pt idx="20901">
                  <c:v>5.8831499999999997</c:v>
                </c:pt>
                <c:pt idx="20902">
                  <c:v>5.8834499999999998</c:v>
                </c:pt>
                <c:pt idx="20903">
                  <c:v>5.8837599999999997</c:v>
                </c:pt>
                <c:pt idx="20904">
                  <c:v>5.8840599999999998</c:v>
                </c:pt>
                <c:pt idx="20905">
                  <c:v>5.8843699999999997</c:v>
                </c:pt>
                <c:pt idx="20906">
                  <c:v>5.8846699999999998</c:v>
                </c:pt>
                <c:pt idx="20907">
                  <c:v>5.8849799999999997</c:v>
                </c:pt>
                <c:pt idx="20908">
                  <c:v>5.8852799999999998</c:v>
                </c:pt>
                <c:pt idx="20909">
                  <c:v>5.8855899999999997</c:v>
                </c:pt>
                <c:pt idx="20910">
                  <c:v>5.8858899999999998</c:v>
                </c:pt>
                <c:pt idx="20911">
                  <c:v>5.8861999999999997</c:v>
                </c:pt>
                <c:pt idx="20912">
                  <c:v>5.8864999999999998</c:v>
                </c:pt>
                <c:pt idx="20913">
                  <c:v>5.8868099999999997</c:v>
                </c:pt>
                <c:pt idx="20914">
                  <c:v>5.8871200000000004</c:v>
                </c:pt>
                <c:pt idx="20915">
                  <c:v>5.8874199999999997</c:v>
                </c:pt>
                <c:pt idx="20916">
                  <c:v>5.8877300000000004</c:v>
                </c:pt>
                <c:pt idx="20917">
                  <c:v>5.8880299999999997</c:v>
                </c:pt>
                <c:pt idx="20918">
                  <c:v>5.8883400000000004</c:v>
                </c:pt>
                <c:pt idx="20919">
                  <c:v>5.8886399999999997</c:v>
                </c:pt>
                <c:pt idx="20920">
                  <c:v>5.8889500000000004</c:v>
                </c:pt>
                <c:pt idx="20921">
                  <c:v>5.8892499999999997</c:v>
                </c:pt>
                <c:pt idx="20922">
                  <c:v>5.8895600000000004</c:v>
                </c:pt>
                <c:pt idx="20923">
                  <c:v>5.8898599999999997</c:v>
                </c:pt>
                <c:pt idx="20924">
                  <c:v>5.8901700000000003</c:v>
                </c:pt>
                <c:pt idx="20925">
                  <c:v>5.8904699999999997</c:v>
                </c:pt>
                <c:pt idx="20926">
                  <c:v>5.8907800000000003</c:v>
                </c:pt>
                <c:pt idx="20927">
                  <c:v>5.8910900000000002</c:v>
                </c:pt>
                <c:pt idx="20928">
                  <c:v>5.8913900000000003</c:v>
                </c:pt>
                <c:pt idx="20929">
                  <c:v>5.8917000000000002</c:v>
                </c:pt>
                <c:pt idx="20930">
                  <c:v>5.8920000000000003</c:v>
                </c:pt>
                <c:pt idx="20931">
                  <c:v>5.8923100000000002</c:v>
                </c:pt>
                <c:pt idx="20932">
                  <c:v>5.8926100000000003</c:v>
                </c:pt>
                <c:pt idx="20933">
                  <c:v>5.8929200000000002</c:v>
                </c:pt>
                <c:pt idx="20934">
                  <c:v>5.8932200000000003</c:v>
                </c:pt>
                <c:pt idx="20935">
                  <c:v>5.8935300000000002</c:v>
                </c:pt>
                <c:pt idx="20936">
                  <c:v>5.8938300000000003</c:v>
                </c:pt>
                <c:pt idx="20937">
                  <c:v>5.8941400000000002</c:v>
                </c:pt>
                <c:pt idx="20938">
                  <c:v>5.8944400000000003</c:v>
                </c:pt>
                <c:pt idx="20939">
                  <c:v>5.8947500000000002</c:v>
                </c:pt>
                <c:pt idx="20940">
                  <c:v>5.89506</c:v>
                </c:pt>
                <c:pt idx="20941">
                  <c:v>5.8953600000000002</c:v>
                </c:pt>
                <c:pt idx="20942">
                  <c:v>5.89567</c:v>
                </c:pt>
                <c:pt idx="20943">
                  <c:v>5.8959700000000002</c:v>
                </c:pt>
                <c:pt idx="20944">
                  <c:v>5.89628</c:v>
                </c:pt>
                <c:pt idx="20945">
                  <c:v>5.8965800000000002</c:v>
                </c:pt>
                <c:pt idx="20946">
                  <c:v>5.89689</c:v>
                </c:pt>
                <c:pt idx="20947">
                  <c:v>5.8971900000000002</c:v>
                </c:pt>
                <c:pt idx="20948">
                  <c:v>5.8975</c:v>
                </c:pt>
                <c:pt idx="20949">
                  <c:v>5.8978000000000002</c:v>
                </c:pt>
                <c:pt idx="20950">
                  <c:v>5.89811</c:v>
                </c:pt>
                <c:pt idx="20951">
                  <c:v>5.8984199999999998</c:v>
                </c:pt>
                <c:pt idx="20952">
                  <c:v>5.89872</c:v>
                </c:pt>
                <c:pt idx="20953">
                  <c:v>5.8990299999999998</c:v>
                </c:pt>
                <c:pt idx="20954">
                  <c:v>5.89933</c:v>
                </c:pt>
                <c:pt idx="20955">
                  <c:v>5.8996399999999998</c:v>
                </c:pt>
                <c:pt idx="20956">
                  <c:v>5.89994</c:v>
                </c:pt>
                <c:pt idx="20957">
                  <c:v>5.9002499999999998</c:v>
                </c:pt>
                <c:pt idx="20958">
                  <c:v>5.90055</c:v>
                </c:pt>
                <c:pt idx="20959">
                  <c:v>5.9008599999999998</c:v>
                </c:pt>
                <c:pt idx="20960">
                  <c:v>5.90116</c:v>
                </c:pt>
                <c:pt idx="20961">
                  <c:v>5.9014699999999998</c:v>
                </c:pt>
                <c:pt idx="20962">
                  <c:v>5.90177</c:v>
                </c:pt>
                <c:pt idx="20963">
                  <c:v>5.9020799999999998</c:v>
                </c:pt>
                <c:pt idx="20964">
                  <c:v>5.9023899999999996</c:v>
                </c:pt>
                <c:pt idx="20965">
                  <c:v>5.9026899999999998</c:v>
                </c:pt>
                <c:pt idx="20966">
                  <c:v>5.9029999999999996</c:v>
                </c:pt>
                <c:pt idx="20967">
                  <c:v>5.9032999999999998</c:v>
                </c:pt>
                <c:pt idx="20968">
                  <c:v>5.9036099999999996</c:v>
                </c:pt>
                <c:pt idx="20969">
                  <c:v>5.9039099999999998</c:v>
                </c:pt>
                <c:pt idx="20970">
                  <c:v>5.9042199999999996</c:v>
                </c:pt>
                <c:pt idx="20971">
                  <c:v>5.9045199999999998</c:v>
                </c:pt>
                <c:pt idx="20972">
                  <c:v>5.9048299999999996</c:v>
                </c:pt>
                <c:pt idx="20973">
                  <c:v>5.9051299999999998</c:v>
                </c:pt>
                <c:pt idx="20974">
                  <c:v>5.9054399999999996</c:v>
                </c:pt>
                <c:pt idx="20975">
                  <c:v>5.9057399999999998</c:v>
                </c:pt>
                <c:pt idx="20976">
                  <c:v>5.9060499999999996</c:v>
                </c:pt>
                <c:pt idx="20977">
                  <c:v>5.9063600000000003</c:v>
                </c:pt>
                <c:pt idx="20978">
                  <c:v>5.9066599999999996</c:v>
                </c:pt>
                <c:pt idx="20979">
                  <c:v>5.9069700000000003</c:v>
                </c:pt>
                <c:pt idx="20980">
                  <c:v>5.9072699999999996</c:v>
                </c:pt>
                <c:pt idx="20981">
                  <c:v>5.9075800000000003</c:v>
                </c:pt>
                <c:pt idx="20982">
                  <c:v>5.9078799999999996</c:v>
                </c:pt>
                <c:pt idx="20983">
                  <c:v>5.9081900000000003</c:v>
                </c:pt>
                <c:pt idx="20984">
                  <c:v>5.9084899999999996</c:v>
                </c:pt>
                <c:pt idx="20985">
                  <c:v>5.9088000000000003</c:v>
                </c:pt>
                <c:pt idx="20986">
                  <c:v>5.9090999999999996</c:v>
                </c:pt>
                <c:pt idx="20987">
                  <c:v>5.9094100000000003</c:v>
                </c:pt>
                <c:pt idx="20988">
                  <c:v>5.9097099999999996</c:v>
                </c:pt>
                <c:pt idx="20989">
                  <c:v>5.9100200000000003</c:v>
                </c:pt>
                <c:pt idx="20990">
                  <c:v>5.9103300000000001</c:v>
                </c:pt>
                <c:pt idx="20991">
                  <c:v>5.9106300000000003</c:v>
                </c:pt>
                <c:pt idx="20992">
                  <c:v>5.9109400000000001</c:v>
                </c:pt>
                <c:pt idx="20993">
                  <c:v>5.9112400000000003</c:v>
                </c:pt>
                <c:pt idx="20994">
                  <c:v>5.9115500000000001</c:v>
                </c:pt>
                <c:pt idx="20995">
                  <c:v>5.9118500000000003</c:v>
                </c:pt>
                <c:pt idx="20996">
                  <c:v>5.9121600000000001</c:v>
                </c:pt>
                <c:pt idx="20997">
                  <c:v>5.9124600000000003</c:v>
                </c:pt>
                <c:pt idx="20998">
                  <c:v>5.9127700000000001</c:v>
                </c:pt>
                <c:pt idx="20999">
                  <c:v>5.9130700000000003</c:v>
                </c:pt>
                <c:pt idx="21000">
                  <c:v>5.9133800000000001</c:v>
                </c:pt>
                <c:pt idx="21001">
                  <c:v>5.9136800000000003</c:v>
                </c:pt>
                <c:pt idx="21002">
                  <c:v>5.9139900000000001</c:v>
                </c:pt>
                <c:pt idx="21003">
                  <c:v>5.9142999999999999</c:v>
                </c:pt>
                <c:pt idx="21004">
                  <c:v>5.9146000000000001</c:v>
                </c:pt>
                <c:pt idx="21005">
                  <c:v>5.9149099999999999</c:v>
                </c:pt>
                <c:pt idx="21006">
                  <c:v>5.9152100000000001</c:v>
                </c:pt>
                <c:pt idx="21007">
                  <c:v>5.9155199999999999</c:v>
                </c:pt>
                <c:pt idx="21008">
                  <c:v>5.9158200000000001</c:v>
                </c:pt>
                <c:pt idx="21009">
                  <c:v>5.9161299999999999</c:v>
                </c:pt>
                <c:pt idx="21010">
                  <c:v>5.9164300000000001</c:v>
                </c:pt>
                <c:pt idx="21011">
                  <c:v>5.9167399999999999</c:v>
                </c:pt>
                <c:pt idx="21012">
                  <c:v>5.9170400000000001</c:v>
                </c:pt>
                <c:pt idx="21013">
                  <c:v>5.9173499999999999</c:v>
                </c:pt>
                <c:pt idx="21014">
                  <c:v>5.9176599999999997</c:v>
                </c:pt>
                <c:pt idx="21015">
                  <c:v>5.9179599999999999</c:v>
                </c:pt>
                <c:pt idx="21016">
                  <c:v>5.9182699999999997</c:v>
                </c:pt>
                <c:pt idx="21017">
                  <c:v>5.9185699999999999</c:v>
                </c:pt>
                <c:pt idx="21018">
                  <c:v>5.9188799999999997</c:v>
                </c:pt>
                <c:pt idx="21019">
                  <c:v>5.9191799999999999</c:v>
                </c:pt>
                <c:pt idx="21020">
                  <c:v>5.9194899999999997</c:v>
                </c:pt>
                <c:pt idx="21021">
                  <c:v>5.9197899999999999</c:v>
                </c:pt>
                <c:pt idx="21022">
                  <c:v>5.9200999999999997</c:v>
                </c:pt>
                <c:pt idx="21023">
                  <c:v>5.9203999999999999</c:v>
                </c:pt>
                <c:pt idx="21024">
                  <c:v>5.9207099999999997</c:v>
                </c:pt>
                <c:pt idx="21025">
                  <c:v>5.9210099999999999</c:v>
                </c:pt>
                <c:pt idx="21026">
                  <c:v>5.9213199999999997</c:v>
                </c:pt>
                <c:pt idx="21027">
                  <c:v>5.9216300000000004</c:v>
                </c:pt>
                <c:pt idx="21028">
                  <c:v>5.9219299999999997</c:v>
                </c:pt>
                <c:pt idx="21029">
                  <c:v>5.9222400000000004</c:v>
                </c:pt>
                <c:pt idx="21030">
                  <c:v>5.9225399999999997</c:v>
                </c:pt>
                <c:pt idx="21031">
                  <c:v>5.9228500000000004</c:v>
                </c:pt>
                <c:pt idx="21032">
                  <c:v>5.9231499999999997</c:v>
                </c:pt>
                <c:pt idx="21033">
                  <c:v>5.9234600000000004</c:v>
                </c:pt>
                <c:pt idx="21034">
                  <c:v>5.9237599999999997</c:v>
                </c:pt>
                <c:pt idx="21035">
                  <c:v>5.9240700000000004</c:v>
                </c:pt>
                <c:pt idx="21036">
                  <c:v>5.9243699999999997</c:v>
                </c:pt>
                <c:pt idx="21037">
                  <c:v>5.9246800000000004</c:v>
                </c:pt>
                <c:pt idx="21038">
                  <c:v>5.9249799999999997</c:v>
                </c:pt>
                <c:pt idx="21039">
                  <c:v>5.9252900000000004</c:v>
                </c:pt>
                <c:pt idx="21040">
                  <c:v>5.9256000000000002</c:v>
                </c:pt>
                <c:pt idx="21041">
                  <c:v>5.9259000000000004</c:v>
                </c:pt>
                <c:pt idx="21042">
                  <c:v>5.9262100000000002</c:v>
                </c:pt>
                <c:pt idx="21043">
                  <c:v>5.9265100000000004</c:v>
                </c:pt>
                <c:pt idx="21044">
                  <c:v>5.9268200000000002</c:v>
                </c:pt>
                <c:pt idx="21045">
                  <c:v>5.9271200000000004</c:v>
                </c:pt>
                <c:pt idx="21046">
                  <c:v>5.9274300000000002</c:v>
                </c:pt>
                <c:pt idx="21047">
                  <c:v>5.9277300000000004</c:v>
                </c:pt>
                <c:pt idx="21048">
                  <c:v>5.9280400000000002</c:v>
                </c:pt>
                <c:pt idx="21049">
                  <c:v>5.9283400000000004</c:v>
                </c:pt>
                <c:pt idx="21050">
                  <c:v>5.9286500000000002</c:v>
                </c:pt>
                <c:pt idx="21051">
                  <c:v>5.9289500000000004</c:v>
                </c:pt>
                <c:pt idx="21052">
                  <c:v>5.9292600000000002</c:v>
                </c:pt>
                <c:pt idx="21053">
                  <c:v>5.92957</c:v>
                </c:pt>
                <c:pt idx="21054">
                  <c:v>5.9298700000000002</c:v>
                </c:pt>
                <c:pt idx="21055">
                  <c:v>5.93018</c:v>
                </c:pt>
                <c:pt idx="21056">
                  <c:v>5.9304800000000002</c:v>
                </c:pt>
                <c:pt idx="21057">
                  <c:v>5.93079</c:v>
                </c:pt>
                <c:pt idx="21058">
                  <c:v>5.9310900000000002</c:v>
                </c:pt>
                <c:pt idx="21059">
                  <c:v>5.9314</c:v>
                </c:pt>
                <c:pt idx="21060">
                  <c:v>5.9317000000000002</c:v>
                </c:pt>
                <c:pt idx="21061">
                  <c:v>5.93201</c:v>
                </c:pt>
                <c:pt idx="21062">
                  <c:v>5.9323100000000002</c:v>
                </c:pt>
                <c:pt idx="21063">
                  <c:v>5.93262</c:v>
                </c:pt>
                <c:pt idx="21064">
                  <c:v>5.9329299999999998</c:v>
                </c:pt>
                <c:pt idx="21065">
                  <c:v>5.93323</c:v>
                </c:pt>
                <c:pt idx="21066">
                  <c:v>5.9335399999999998</c:v>
                </c:pt>
                <c:pt idx="21067">
                  <c:v>5.93384</c:v>
                </c:pt>
                <c:pt idx="21068">
                  <c:v>5.9341499999999998</c:v>
                </c:pt>
                <c:pt idx="21069">
                  <c:v>5.93445</c:v>
                </c:pt>
                <c:pt idx="21070">
                  <c:v>5.9347599999999998</c:v>
                </c:pt>
                <c:pt idx="21071">
                  <c:v>5.93506</c:v>
                </c:pt>
                <c:pt idx="21072">
                  <c:v>5.9353699999999998</c:v>
                </c:pt>
                <c:pt idx="21073">
                  <c:v>5.93567</c:v>
                </c:pt>
                <c:pt idx="21074">
                  <c:v>5.9359799999999998</c:v>
                </c:pt>
                <c:pt idx="21075">
                  <c:v>5.93628</c:v>
                </c:pt>
                <c:pt idx="21076">
                  <c:v>5.9365899999999998</c:v>
                </c:pt>
                <c:pt idx="21077">
                  <c:v>5.9368999999999996</c:v>
                </c:pt>
                <c:pt idx="21078">
                  <c:v>5.9371999999999998</c:v>
                </c:pt>
                <c:pt idx="21079">
                  <c:v>5.9375099999999996</c:v>
                </c:pt>
                <c:pt idx="21080">
                  <c:v>5.9378099999999998</c:v>
                </c:pt>
                <c:pt idx="21081">
                  <c:v>5.9381199999999996</c:v>
                </c:pt>
                <c:pt idx="21082">
                  <c:v>5.9384199999999998</c:v>
                </c:pt>
                <c:pt idx="21083">
                  <c:v>5.9387299999999996</c:v>
                </c:pt>
                <c:pt idx="21084">
                  <c:v>5.9390299999999998</c:v>
                </c:pt>
                <c:pt idx="21085">
                  <c:v>5.9393399999999996</c:v>
                </c:pt>
                <c:pt idx="21086">
                  <c:v>5.9396399999999998</c:v>
                </c:pt>
                <c:pt idx="21087">
                  <c:v>5.9399499999999996</c:v>
                </c:pt>
                <c:pt idx="21088">
                  <c:v>5.9402499999999998</c:v>
                </c:pt>
                <c:pt idx="21089">
                  <c:v>5.9405599999999996</c:v>
                </c:pt>
                <c:pt idx="21090">
                  <c:v>5.9408700000000003</c:v>
                </c:pt>
                <c:pt idx="21091">
                  <c:v>5.9411699999999996</c:v>
                </c:pt>
                <c:pt idx="21092">
                  <c:v>5.9414800000000003</c:v>
                </c:pt>
                <c:pt idx="21093">
                  <c:v>5.9417799999999996</c:v>
                </c:pt>
                <c:pt idx="21094">
                  <c:v>5.9420900000000003</c:v>
                </c:pt>
                <c:pt idx="21095">
                  <c:v>5.9423899999999996</c:v>
                </c:pt>
                <c:pt idx="21096">
                  <c:v>5.9427000000000003</c:v>
                </c:pt>
                <c:pt idx="21097">
                  <c:v>5.9429999999999996</c:v>
                </c:pt>
                <c:pt idx="21098">
                  <c:v>5.9433100000000003</c:v>
                </c:pt>
                <c:pt idx="21099">
                  <c:v>5.9436099999999996</c:v>
                </c:pt>
                <c:pt idx="21100">
                  <c:v>5.9439200000000003</c:v>
                </c:pt>
                <c:pt idx="21101">
                  <c:v>5.9442199999999996</c:v>
                </c:pt>
                <c:pt idx="21102">
                  <c:v>5.9445300000000003</c:v>
                </c:pt>
                <c:pt idx="21103">
                  <c:v>5.9448400000000001</c:v>
                </c:pt>
                <c:pt idx="21104">
                  <c:v>5.9451400000000003</c:v>
                </c:pt>
                <c:pt idx="21105">
                  <c:v>5.9454500000000001</c:v>
                </c:pt>
                <c:pt idx="21106">
                  <c:v>5.9457500000000003</c:v>
                </c:pt>
                <c:pt idx="21107">
                  <c:v>5.9460600000000001</c:v>
                </c:pt>
                <c:pt idx="21108">
                  <c:v>5.9463600000000003</c:v>
                </c:pt>
                <c:pt idx="21109">
                  <c:v>5.9466700000000001</c:v>
                </c:pt>
                <c:pt idx="21110">
                  <c:v>5.9469700000000003</c:v>
                </c:pt>
                <c:pt idx="21111">
                  <c:v>5.9472800000000001</c:v>
                </c:pt>
                <c:pt idx="21112">
                  <c:v>5.9475800000000003</c:v>
                </c:pt>
                <c:pt idx="21113">
                  <c:v>5.9478900000000001</c:v>
                </c:pt>
                <c:pt idx="21114">
                  <c:v>5.9481900000000003</c:v>
                </c:pt>
                <c:pt idx="21115">
                  <c:v>5.9485000000000001</c:v>
                </c:pt>
                <c:pt idx="21116">
                  <c:v>5.9488099999999999</c:v>
                </c:pt>
                <c:pt idx="21117">
                  <c:v>5.9491100000000001</c:v>
                </c:pt>
                <c:pt idx="21118">
                  <c:v>5.9494199999999999</c:v>
                </c:pt>
                <c:pt idx="21119">
                  <c:v>5.9497200000000001</c:v>
                </c:pt>
                <c:pt idx="21120">
                  <c:v>5.9500299999999999</c:v>
                </c:pt>
                <c:pt idx="21121">
                  <c:v>5.9503300000000001</c:v>
                </c:pt>
                <c:pt idx="21122">
                  <c:v>5.9506399999999999</c:v>
                </c:pt>
                <c:pt idx="21123">
                  <c:v>5.9509400000000001</c:v>
                </c:pt>
                <c:pt idx="21124">
                  <c:v>5.9512499999999999</c:v>
                </c:pt>
                <c:pt idx="21125">
                  <c:v>5.9515500000000001</c:v>
                </c:pt>
                <c:pt idx="21126">
                  <c:v>5.9518599999999999</c:v>
                </c:pt>
                <c:pt idx="21127">
                  <c:v>5.9521699999999997</c:v>
                </c:pt>
                <c:pt idx="21128">
                  <c:v>5.9524699999999999</c:v>
                </c:pt>
                <c:pt idx="21129">
                  <c:v>5.9527799999999997</c:v>
                </c:pt>
                <c:pt idx="21130">
                  <c:v>5.9530799999999999</c:v>
                </c:pt>
                <c:pt idx="21131">
                  <c:v>5.9533899999999997</c:v>
                </c:pt>
                <c:pt idx="21132">
                  <c:v>5.9536899999999999</c:v>
                </c:pt>
                <c:pt idx="21133">
                  <c:v>5.9539999999999997</c:v>
                </c:pt>
                <c:pt idx="21134">
                  <c:v>5.9542999999999999</c:v>
                </c:pt>
                <c:pt idx="21135">
                  <c:v>5.9546099999999997</c:v>
                </c:pt>
                <c:pt idx="21136">
                  <c:v>5.9549099999999999</c:v>
                </c:pt>
                <c:pt idx="21137">
                  <c:v>5.9552199999999997</c:v>
                </c:pt>
                <c:pt idx="21138">
                  <c:v>5.9555199999999999</c:v>
                </c:pt>
                <c:pt idx="21139">
                  <c:v>5.9558299999999997</c:v>
                </c:pt>
                <c:pt idx="21140">
                  <c:v>5.9561400000000004</c:v>
                </c:pt>
                <c:pt idx="21141">
                  <c:v>5.9564399999999997</c:v>
                </c:pt>
                <c:pt idx="21142">
                  <c:v>5.9567500000000004</c:v>
                </c:pt>
                <c:pt idx="21143">
                  <c:v>5.9570499999999997</c:v>
                </c:pt>
                <c:pt idx="21144">
                  <c:v>5.9573600000000004</c:v>
                </c:pt>
                <c:pt idx="21145">
                  <c:v>5.9576599999999997</c:v>
                </c:pt>
                <c:pt idx="21146">
                  <c:v>5.9579700000000004</c:v>
                </c:pt>
                <c:pt idx="21147">
                  <c:v>5.9582699999999997</c:v>
                </c:pt>
                <c:pt idx="21148">
                  <c:v>5.9585800000000004</c:v>
                </c:pt>
                <c:pt idx="21149">
                  <c:v>5.9588799999999997</c:v>
                </c:pt>
                <c:pt idx="21150">
                  <c:v>5.9591900000000004</c:v>
                </c:pt>
                <c:pt idx="21151">
                  <c:v>5.9594899999999997</c:v>
                </c:pt>
                <c:pt idx="21152">
                  <c:v>5.9598000000000004</c:v>
                </c:pt>
                <c:pt idx="21153">
                  <c:v>5.9601100000000002</c:v>
                </c:pt>
                <c:pt idx="21154">
                  <c:v>5.9604100000000004</c:v>
                </c:pt>
                <c:pt idx="21155">
                  <c:v>5.9607200000000002</c:v>
                </c:pt>
                <c:pt idx="21156">
                  <c:v>5.9610200000000004</c:v>
                </c:pt>
                <c:pt idx="21157">
                  <c:v>5.9613300000000002</c:v>
                </c:pt>
                <c:pt idx="21158">
                  <c:v>5.9616300000000004</c:v>
                </c:pt>
                <c:pt idx="21159">
                  <c:v>5.9619400000000002</c:v>
                </c:pt>
                <c:pt idx="21160">
                  <c:v>5.9622400000000004</c:v>
                </c:pt>
                <c:pt idx="21161">
                  <c:v>5.9625500000000002</c:v>
                </c:pt>
                <c:pt idx="21162">
                  <c:v>5.9628500000000004</c:v>
                </c:pt>
                <c:pt idx="21163">
                  <c:v>5.9631600000000002</c:v>
                </c:pt>
                <c:pt idx="21164">
                  <c:v>5.9634600000000004</c:v>
                </c:pt>
                <c:pt idx="21165">
                  <c:v>5.9637700000000002</c:v>
                </c:pt>
                <c:pt idx="21166">
                  <c:v>5.96408</c:v>
                </c:pt>
                <c:pt idx="21167">
                  <c:v>5.9643800000000002</c:v>
                </c:pt>
                <c:pt idx="21168">
                  <c:v>5.96469</c:v>
                </c:pt>
                <c:pt idx="21169">
                  <c:v>5.9649900000000002</c:v>
                </c:pt>
                <c:pt idx="21170">
                  <c:v>5.9653</c:v>
                </c:pt>
                <c:pt idx="21171">
                  <c:v>5.9656000000000002</c:v>
                </c:pt>
                <c:pt idx="21172">
                  <c:v>5.96591</c:v>
                </c:pt>
                <c:pt idx="21173">
                  <c:v>5.9662100000000002</c:v>
                </c:pt>
                <c:pt idx="21174">
                  <c:v>5.96652</c:v>
                </c:pt>
                <c:pt idx="21175">
                  <c:v>5.9668200000000002</c:v>
                </c:pt>
                <c:pt idx="21176">
                  <c:v>5.96713</c:v>
                </c:pt>
                <c:pt idx="21177">
                  <c:v>5.9674300000000002</c:v>
                </c:pt>
                <c:pt idx="21178">
                  <c:v>5.96774</c:v>
                </c:pt>
                <c:pt idx="21179">
                  <c:v>5.9680499999999999</c:v>
                </c:pt>
                <c:pt idx="21180">
                  <c:v>5.96835</c:v>
                </c:pt>
                <c:pt idx="21181">
                  <c:v>5.9686599999999999</c:v>
                </c:pt>
                <c:pt idx="21182">
                  <c:v>5.96896</c:v>
                </c:pt>
                <c:pt idx="21183">
                  <c:v>5.9692699999999999</c:v>
                </c:pt>
                <c:pt idx="21184">
                  <c:v>5.96957</c:v>
                </c:pt>
                <c:pt idx="21185">
                  <c:v>5.9698799999999999</c:v>
                </c:pt>
                <c:pt idx="21186">
                  <c:v>5.97018</c:v>
                </c:pt>
                <c:pt idx="21187">
                  <c:v>5.9704899999999999</c:v>
                </c:pt>
                <c:pt idx="21188">
                  <c:v>5.97079</c:v>
                </c:pt>
                <c:pt idx="21189">
                  <c:v>5.9710999999999999</c:v>
                </c:pt>
                <c:pt idx="21190">
                  <c:v>5.9714099999999997</c:v>
                </c:pt>
                <c:pt idx="21191">
                  <c:v>5.9717099999999999</c:v>
                </c:pt>
                <c:pt idx="21192">
                  <c:v>5.9720199999999997</c:v>
                </c:pt>
                <c:pt idx="21193">
                  <c:v>5.9723199999999999</c:v>
                </c:pt>
                <c:pt idx="21194">
                  <c:v>5.9726299999999997</c:v>
                </c:pt>
                <c:pt idx="21195">
                  <c:v>5.9729299999999999</c:v>
                </c:pt>
                <c:pt idx="21196">
                  <c:v>5.9732399999999997</c:v>
                </c:pt>
                <c:pt idx="21197">
                  <c:v>5.9735399999999998</c:v>
                </c:pt>
                <c:pt idx="21198">
                  <c:v>5.9738499999999997</c:v>
                </c:pt>
                <c:pt idx="21199">
                  <c:v>5.9741499999999998</c:v>
                </c:pt>
                <c:pt idx="21200">
                  <c:v>5.9744599999999997</c:v>
                </c:pt>
                <c:pt idx="21201">
                  <c:v>5.9747599999999998</c:v>
                </c:pt>
                <c:pt idx="21202">
                  <c:v>5.9750699999999997</c:v>
                </c:pt>
                <c:pt idx="21203">
                  <c:v>5.9753800000000004</c:v>
                </c:pt>
                <c:pt idx="21204">
                  <c:v>5.9756799999999997</c:v>
                </c:pt>
                <c:pt idx="21205">
                  <c:v>5.9759900000000004</c:v>
                </c:pt>
                <c:pt idx="21206">
                  <c:v>5.9762899999999997</c:v>
                </c:pt>
                <c:pt idx="21207">
                  <c:v>5.9766000000000004</c:v>
                </c:pt>
                <c:pt idx="21208">
                  <c:v>5.9768999999999997</c:v>
                </c:pt>
                <c:pt idx="21209">
                  <c:v>5.9772100000000004</c:v>
                </c:pt>
                <c:pt idx="21210">
                  <c:v>5.9775099999999997</c:v>
                </c:pt>
                <c:pt idx="21211">
                  <c:v>5.9778200000000004</c:v>
                </c:pt>
                <c:pt idx="21212">
                  <c:v>5.9781199999999997</c:v>
                </c:pt>
                <c:pt idx="21213">
                  <c:v>5.9784300000000004</c:v>
                </c:pt>
                <c:pt idx="21214">
                  <c:v>5.9787299999999997</c:v>
                </c:pt>
                <c:pt idx="21215">
                  <c:v>5.9790400000000004</c:v>
                </c:pt>
                <c:pt idx="21216">
                  <c:v>5.9793500000000002</c:v>
                </c:pt>
                <c:pt idx="21217">
                  <c:v>5.9796500000000004</c:v>
                </c:pt>
                <c:pt idx="21218">
                  <c:v>5.9799600000000002</c:v>
                </c:pt>
                <c:pt idx="21219">
                  <c:v>5.9802600000000004</c:v>
                </c:pt>
                <c:pt idx="21220">
                  <c:v>5.9805700000000002</c:v>
                </c:pt>
                <c:pt idx="21221">
                  <c:v>5.9808700000000004</c:v>
                </c:pt>
                <c:pt idx="21222">
                  <c:v>5.9811800000000002</c:v>
                </c:pt>
                <c:pt idx="21223">
                  <c:v>5.9814800000000004</c:v>
                </c:pt>
                <c:pt idx="21224">
                  <c:v>5.9817900000000002</c:v>
                </c:pt>
                <c:pt idx="21225">
                  <c:v>5.9820900000000004</c:v>
                </c:pt>
                <c:pt idx="21226">
                  <c:v>5.9824000000000002</c:v>
                </c:pt>
                <c:pt idx="21227">
                  <c:v>5.9827000000000004</c:v>
                </c:pt>
                <c:pt idx="21228">
                  <c:v>5.9830100000000002</c:v>
                </c:pt>
                <c:pt idx="21229">
                  <c:v>5.98332</c:v>
                </c:pt>
                <c:pt idx="21230">
                  <c:v>5.9836200000000002</c:v>
                </c:pt>
                <c:pt idx="21231">
                  <c:v>5.98393</c:v>
                </c:pt>
                <c:pt idx="21232">
                  <c:v>5.9842300000000002</c:v>
                </c:pt>
                <c:pt idx="21233">
                  <c:v>5.98454</c:v>
                </c:pt>
                <c:pt idx="21234">
                  <c:v>5.9848400000000002</c:v>
                </c:pt>
                <c:pt idx="21235">
                  <c:v>5.98515</c:v>
                </c:pt>
                <c:pt idx="21236">
                  <c:v>5.9854500000000002</c:v>
                </c:pt>
                <c:pt idx="21237">
                  <c:v>5.98576</c:v>
                </c:pt>
                <c:pt idx="21238">
                  <c:v>5.9860600000000002</c:v>
                </c:pt>
                <c:pt idx="21239">
                  <c:v>5.98637</c:v>
                </c:pt>
                <c:pt idx="21240">
                  <c:v>5.9866700000000002</c:v>
                </c:pt>
                <c:pt idx="21241">
                  <c:v>5.98698</c:v>
                </c:pt>
                <c:pt idx="21242">
                  <c:v>5.9872899999999998</c:v>
                </c:pt>
                <c:pt idx="21243">
                  <c:v>5.98759</c:v>
                </c:pt>
                <c:pt idx="21244">
                  <c:v>5.9878999999999998</c:v>
                </c:pt>
                <c:pt idx="21245">
                  <c:v>5.9882</c:v>
                </c:pt>
                <c:pt idx="21246">
                  <c:v>5.9885099999999998</c:v>
                </c:pt>
                <c:pt idx="21247">
                  <c:v>5.98881</c:v>
                </c:pt>
                <c:pt idx="21248">
                  <c:v>5.9891199999999998</c:v>
                </c:pt>
                <c:pt idx="21249">
                  <c:v>5.98942</c:v>
                </c:pt>
                <c:pt idx="21250">
                  <c:v>5.9897299999999998</c:v>
                </c:pt>
                <c:pt idx="21251">
                  <c:v>5.99003</c:v>
                </c:pt>
                <c:pt idx="21252">
                  <c:v>5.9903399999999998</c:v>
                </c:pt>
                <c:pt idx="21253">
                  <c:v>5.9906499999999996</c:v>
                </c:pt>
                <c:pt idx="21254">
                  <c:v>5.9909499999999998</c:v>
                </c:pt>
                <c:pt idx="21255">
                  <c:v>5.9912599999999996</c:v>
                </c:pt>
                <c:pt idx="21256">
                  <c:v>5.9915599999999998</c:v>
                </c:pt>
                <c:pt idx="21257">
                  <c:v>5.9918699999999996</c:v>
                </c:pt>
                <c:pt idx="21258">
                  <c:v>5.9921699999999998</c:v>
                </c:pt>
                <c:pt idx="21259">
                  <c:v>5.9924799999999996</c:v>
                </c:pt>
                <c:pt idx="21260">
                  <c:v>5.9927799999999998</c:v>
                </c:pt>
                <c:pt idx="21261">
                  <c:v>5.9930899999999996</c:v>
                </c:pt>
                <c:pt idx="21262">
                  <c:v>5.9933899999999998</c:v>
                </c:pt>
                <c:pt idx="21263">
                  <c:v>5.9936999999999996</c:v>
                </c:pt>
                <c:pt idx="21264">
                  <c:v>5.9939999999999998</c:v>
                </c:pt>
                <c:pt idx="21265">
                  <c:v>5.9943099999999996</c:v>
                </c:pt>
                <c:pt idx="21266">
                  <c:v>5.9946200000000003</c:v>
                </c:pt>
                <c:pt idx="21267">
                  <c:v>5.9949199999999996</c:v>
                </c:pt>
                <c:pt idx="21268">
                  <c:v>5.9952300000000003</c:v>
                </c:pt>
                <c:pt idx="21269">
                  <c:v>5.9955299999999996</c:v>
                </c:pt>
                <c:pt idx="21270">
                  <c:v>5.9958400000000003</c:v>
                </c:pt>
                <c:pt idx="21271">
                  <c:v>5.9961399999999996</c:v>
                </c:pt>
                <c:pt idx="21272">
                  <c:v>5.9964500000000003</c:v>
                </c:pt>
                <c:pt idx="21273">
                  <c:v>5.9967499999999996</c:v>
                </c:pt>
                <c:pt idx="21274">
                  <c:v>5.9970600000000003</c:v>
                </c:pt>
                <c:pt idx="21275">
                  <c:v>5.9973599999999996</c:v>
                </c:pt>
                <c:pt idx="21276">
                  <c:v>5.9976700000000003</c:v>
                </c:pt>
                <c:pt idx="21277">
                  <c:v>5.9979699999999996</c:v>
                </c:pt>
                <c:pt idx="21278">
                  <c:v>5.9982800000000003</c:v>
                </c:pt>
                <c:pt idx="21279">
                  <c:v>5.9985900000000001</c:v>
                </c:pt>
                <c:pt idx="21280">
                  <c:v>5.9988900000000003</c:v>
                </c:pt>
                <c:pt idx="21281">
                  <c:v>5.9992000000000001</c:v>
                </c:pt>
                <c:pt idx="21282">
                  <c:v>5.9995000000000003</c:v>
                </c:pt>
                <c:pt idx="21283">
                  <c:v>5.9998100000000001</c:v>
                </c:pt>
                <c:pt idx="21284">
                  <c:v>6.0001100000000003</c:v>
                </c:pt>
                <c:pt idx="21285">
                  <c:v>6.0004200000000001</c:v>
                </c:pt>
                <c:pt idx="21286">
                  <c:v>6.0007200000000003</c:v>
                </c:pt>
                <c:pt idx="21287">
                  <c:v>6.0010300000000001</c:v>
                </c:pt>
                <c:pt idx="21288">
                  <c:v>6.0013300000000003</c:v>
                </c:pt>
                <c:pt idx="21289">
                  <c:v>6.0016400000000001</c:v>
                </c:pt>
                <c:pt idx="21290">
                  <c:v>6.0019400000000003</c:v>
                </c:pt>
                <c:pt idx="21291">
                  <c:v>6.0022500000000001</c:v>
                </c:pt>
                <c:pt idx="21292">
                  <c:v>6.0025599999999999</c:v>
                </c:pt>
                <c:pt idx="21293">
                  <c:v>6.0028600000000001</c:v>
                </c:pt>
                <c:pt idx="21294">
                  <c:v>6.0031699999999999</c:v>
                </c:pt>
                <c:pt idx="21295">
                  <c:v>6.0034700000000001</c:v>
                </c:pt>
                <c:pt idx="21296">
                  <c:v>6.0037799999999999</c:v>
                </c:pt>
                <c:pt idx="21297">
                  <c:v>6.0040800000000001</c:v>
                </c:pt>
                <c:pt idx="21298">
                  <c:v>6.0043899999999999</c:v>
                </c:pt>
                <c:pt idx="21299">
                  <c:v>6.0046900000000001</c:v>
                </c:pt>
                <c:pt idx="21300">
                  <c:v>6.0049999999999999</c:v>
                </c:pt>
                <c:pt idx="21301">
                  <c:v>6.0053000000000001</c:v>
                </c:pt>
                <c:pt idx="21302">
                  <c:v>6.0056099999999999</c:v>
                </c:pt>
                <c:pt idx="21303">
                  <c:v>6.0059199999999997</c:v>
                </c:pt>
                <c:pt idx="21304">
                  <c:v>6.0062199999999999</c:v>
                </c:pt>
                <c:pt idx="21305">
                  <c:v>6.0065299999999997</c:v>
                </c:pt>
                <c:pt idx="21306">
                  <c:v>6.0068299999999999</c:v>
                </c:pt>
                <c:pt idx="21307">
                  <c:v>6.0071399999999997</c:v>
                </c:pt>
                <c:pt idx="21308">
                  <c:v>6.0074399999999999</c:v>
                </c:pt>
                <c:pt idx="21309">
                  <c:v>6.0077499999999997</c:v>
                </c:pt>
                <c:pt idx="21310">
                  <c:v>6.0080499999999999</c:v>
                </c:pt>
                <c:pt idx="21311">
                  <c:v>6.0083599999999997</c:v>
                </c:pt>
                <c:pt idx="21312">
                  <c:v>6.0086599999999999</c:v>
                </c:pt>
                <c:pt idx="21313">
                  <c:v>6.0089699999999997</c:v>
                </c:pt>
                <c:pt idx="21314">
                  <c:v>6.0092699999999999</c:v>
                </c:pt>
                <c:pt idx="21315">
                  <c:v>6.0095799999999997</c:v>
                </c:pt>
                <c:pt idx="21316">
                  <c:v>6.0098900000000004</c:v>
                </c:pt>
                <c:pt idx="21317">
                  <c:v>6.0101899999999997</c:v>
                </c:pt>
                <c:pt idx="21318">
                  <c:v>6.0105000000000004</c:v>
                </c:pt>
                <c:pt idx="21319">
                  <c:v>6.0107999999999997</c:v>
                </c:pt>
                <c:pt idx="21320">
                  <c:v>6.0111100000000004</c:v>
                </c:pt>
                <c:pt idx="21321">
                  <c:v>6.0114099999999997</c:v>
                </c:pt>
                <c:pt idx="21322">
                  <c:v>6.0117200000000004</c:v>
                </c:pt>
                <c:pt idx="21323">
                  <c:v>6.0120199999999997</c:v>
                </c:pt>
                <c:pt idx="21324">
                  <c:v>6.0123300000000004</c:v>
                </c:pt>
                <c:pt idx="21325">
                  <c:v>6.0126299999999997</c:v>
                </c:pt>
                <c:pt idx="21326">
                  <c:v>6.0129400000000004</c:v>
                </c:pt>
                <c:pt idx="21327">
                  <c:v>6.0132399999999997</c:v>
                </c:pt>
                <c:pt idx="21328">
                  <c:v>6.0135500000000004</c:v>
                </c:pt>
                <c:pt idx="21329">
                  <c:v>6.0138600000000002</c:v>
                </c:pt>
                <c:pt idx="21330">
                  <c:v>6.0141600000000004</c:v>
                </c:pt>
                <c:pt idx="21331">
                  <c:v>6.0144700000000002</c:v>
                </c:pt>
                <c:pt idx="21332">
                  <c:v>6.0147700000000004</c:v>
                </c:pt>
                <c:pt idx="21333">
                  <c:v>6.0150800000000002</c:v>
                </c:pt>
                <c:pt idx="21334">
                  <c:v>6.0153800000000004</c:v>
                </c:pt>
                <c:pt idx="21335">
                  <c:v>6.0156900000000002</c:v>
                </c:pt>
                <c:pt idx="21336">
                  <c:v>6.0159900000000004</c:v>
                </c:pt>
                <c:pt idx="21337">
                  <c:v>6.0163000000000002</c:v>
                </c:pt>
                <c:pt idx="21338">
                  <c:v>6.0166000000000004</c:v>
                </c:pt>
                <c:pt idx="21339">
                  <c:v>6.0169100000000002</c:v>
                </c:pt>
                <c:pt idx="21340">
                  <c:v>6.0172100000000004</c:v>
                </c:pt>
                <c:pt idx="21341">
                  <c:v>6.0175200000000002</c:v>
                </c:pt>
                <c:pt idx="21342">
                  <c:v>6.01783</c:v>
                </c:pt>
                <c:pt idx="21343">
                  <c:v>6.0181300000000002</c:v>
                </c:pt>
                <c:pt idx="21344">
                  <c:v>6.01844</c:v>
                </c:pt>
                <c:pt idx="21345">
                  <c:v>6.0187400000000002</c:v>
                </c:pt>
                <c:pt idx="21346">
                  <c:v>6.01905</c:v>
                </c:pt>
                <c:pt idx="21347">
                  <c:v>6.0193500000000002</c:v>
                </c:pt>
                <c:pt idx="21348">
                  <c:v>6.01966</c:v>
                </c:pt>
                <c:pt idx="21349">
                  <c:v>6.0199600000000002</c:v>
                </c:pt>
                <c:pt idx="21350">
                  <c:v>6.02027</c:v>
                </c:pt>
                <c:pt idx="21351">
                  <c:v>6.0205700000000002</c:v>
                </c:pt>
                <c:pt idx="21352">
                  <c:v>6.02088</c:v>
                </c:pt>
                <c:pt idx="21353">
                  <c:v>6.0211800000000002</c:v>
                </c:pt>
                <c:pt idx="21354">
                  <c:v>6.02149</c:v>
                </c:pt>
                <c:pt idx="21355">
                  <c:v>6.0217999999999998</c:v>
                </c:pt>
                <c:pt idx="21356">
                  <c:v>6.0221</c:v>
                </c:pt>
                <c:pt idx="21357">
                  <c:v>6.0224099999999998</c:v>
                </c:pt>
                <c:pt idx="21358">
                  <c:v>6.02271</c:v>
                </c:pt>
                <c:pt idx="21359">
                  <c:v>6.0230199999999998</c:v>
                </c:pt>
                <c:pt idx="21360">
                  <c:v>6.02332</c:v>
                </c:pt>
                <c:pt idx="21361">
                  <c:v>6.0236299999999998</c:v>
                </c:pt>
                <c:pt idx="21362">
                  <c:v>6.02393</c:v>
                </c:pt>
                <c:pt idx="21363">
                  <c:v>6.0242399999999998</c:v>
                </c:pt>
                <c:pt idx="21364">
                  <c:v>6.02454</c:v>
                </c:pt>
                <c:pt idx="21365">
                  <c:v>6.0248499999999998</c:v>
                </c:pt>
                <c:pt idx="21366">
                  <c:v>6.0251599999999996</c:v>
                </c:pt>
                <c:pt idx="21367">
                  <c:v>6.0254599999999998</c:v>
                </c:pt>
                <c:pt idx="21368">
                  <c:v>6.0257699999999996</c:v>
                </c:pt>
                <c:pt idx="21369">
                  <c:v>6.0260699999999998</c:v>
                </c:pt>
                <c:pt idx="21370">
                  <c:v>6.0263799999999996</c:v>
                </c:pt>
                <c:pt idx="21371">
                  <c:v>6.0266799999999998</c:v>
                </c:pt>
                <c:pt idx="21372">
                  <c:v>6.0269899999999996</c:v>
                </c:pt>
                <c:pt idx="21373">
                  <c:v>6.0272899999999998</c:v>
                </c:pt>
                <c:pt idx="21374">
                  <c:v>6.0275999999999996</c:v>
                </c:pt>
                <c:pt idx="21375">
                  <c:v>6.0278999999999998</c:v>
                </c:pt>
                <c:pt idx="21376">
                  <c:v>6.0282099999999996</c:v>
                </c:pt>
                <c:pt idx="21377">
                  <c:v>6.0285099999999998</c:v>
                </c:pt>
                <c:pt idx="21378">
                  <c:v>6.0288199999999996</c:v>
                </c:pt>
                <c:pt idx="21379">
                  <c:v>6.0291300000000003</c:v>
                </c:pt>
                <c:pt idx="21380">
                  <c:v>6.0294299999999996</c:v>
                </c:pt>
                <c:pt idx="21381">
                  <c:v>6.0297400000000003</c:v>
                </c:pt>
                <c:pt idx="21382">
                  <c:v>6.0300399999999996</c:v>
                </c:pt>
                <c:pt idx="21383">
                  <c:v>6.0303500000000003</c:v>
                </c:pt>
                <c:pt idx="21384">
                  <c:v>6.0306499999999996</c:v>
                </c:pt>
                <c:pt idx="21385">
                  <c:v>6.0309600000000003</c:v>
                </c:pt>
                <c:pt idx="21386">
                  <c:v>6.0312599999999996</c:v>
                </c:pt>
                <c:pt idx="21387">
                  <c:v>6.0315700000000003</c:v>
                </c:pt>
                <c:pt idx="21388">
                  <c:v>6.0318699999999996</c:v>
                </c:pt>
                <c:pt idx="21389">
                  <c:v>6.0321800000000003</c:v>
                </c:pt>
                <c:pt idx="21390">
                  <c:v>6.0324799999999996</c:v>
                </c:pt>
                <c:pt idx="21391">
                  <c:v>6.0327900000000003</c:v>
                </c:pt>
                <c:pt idx="21392">
                  <c:v>6.0331000000000001</c:v>
                </c:pt>
                <c:pt idx="21393">
                  <c:v>6.0334000000000003</c:v>
                </c:pt>
                <c:pt idx="21394">
                  <c:v>6.0337100000000001</c:v>
                </c:pt>
                <c:pt idx="21395">
                  <c:v>6.0340100000000003</c:v>
                </c:pt>
                <c:pt idx="21396">
                  <c:v>6.0343200000000001</c:v>
                </c:pt>
                <c:pt idx="21397">
                  <c:v>6.0346200000000003</c:v>
                </c:pt>
                <c:pt idx="21398">
                  <c:v>6.0349300000000001</c:v>
                </c:pt>
                <c:pt idx="21399">
                  <c:v>6.0352300000000003</c:v>
                </c:pt>
                <c:pt idx="21400">
                  <c:v>6.0355400000000001</c:v>
                </c:pt>
                <c:pt idx="21401">
                  <c:v>6.0358400000000003</c:v>
                </c:pt>
                <c:pt idx="21402">
                  <c:v>6.0361500000000001</c:v>
                </c:pt>
                <c:pt idx="21403">
                  <c:v>6.0364500000000003</c:v>
                </c:pt>
                <c:pt idx="21404">
                  <c:v>6.0367600000000001</c:v>
                </c:pt>
                <c:pt idx="21405">
                  <c:v>6.0370699999999999</c:v>
                </c:pt>
                <c:pt idx="21406">
                  <c:v>6.0373700000000001</c:v>
                </c:pt>
                <c:pt idx="21407">
                  <c:v>6.0376799999999999</c:v>
                </c:pt>
                <c:pt idx="21408">
                  <c:v>6.0379800000000001</c:v>
                </c:pt>
                <c:pt idx="21409">
                  <c:v>6.0382899999999999</c:v>
                </c:pt>
                <c:pt idx="21410">
                  <c:v>6.0385900000000001</c:v>
                </c:pt>
                <c:pt idx="21411">
                  <c:v>6.0388999999999999</c:v>
                </c:pt>
                <c:pt idx="21412">
                  <c:v>6.0392000000000001</c:v>
                </c:pt>
                <c:pt idx="21413">
                  <c:v>6.0395099999999999</c:v>
                </c:pt>
                <c:pt idx="21414">
                  <c:v>6.0398100000000001</c:v>
                </c:pt>
                <c:pt idx="21415">
                  <c:v>6.0401199999999999</c:v>
                </c:pt>
                <c:pt idx="21416">
                  <c:v>6.0404200000000001</c:v>
                </c:pt>
                <c:pt idx="21417">
                  <c:v>6.0407299999999999</c:v>
                </c:pt>
                <c:pt idx="21418">
                  <c:v>6.0410399999999997</c:v>
                </c:pt>
                <c:pt idx="21419">
                  <c:v>6.0413399999999999</c:v>
                </c:pt>
                <c:pt idx="21420">
                  <c:v>6.0416499999999997</c:v>
                </c:pt>
                <c:pt idx="21421">
                  <c:v>6.0419499999999999</c:v>
                </c:pt>
                <c:pt idx="21422">
                  <c:v>6.0422599999999997</c:v>
                </c:pt>
                <c:pt idx="21423">
                  <c:v>6.0425599999999999</c:v>
                </c:pt>
                <c:pt idx="21424">
                  <c:v>6.0428699999999997</c:v>
                </c:pt>
                <c:pt idx="21425">
                  <c:v>6.0431699999999999</c:v>
                </c:pt>
                <c:pt idx="21426">
                  <c:v>6.0434799999999997</c:v>
                </c:pt>
                <c:pt idx="21427">
                  <c:v>6.0437799999999999</c:v>
                </c:pt>
                <c:pt idx="21428">
                  <c:v>6.0440899999999997</c:v>
                </c:pt>
                <c:pt idx="21429">
                  <c:v>6.0444000000000004</c:v>
                </c:pt>
                <c:pt idx="21430">
                  <c:v>6.0446999999999997</c:v>
                </c:pt>
                <c:pt idx="21431">
                  <c:v>6.0450100000000004</c:v>
                </c:pt>
                <c:pt idx="21432">
                  <c:v>6.0453099999999997</c:v>
                </c:pt>
                <c:pt idx="21433">
                  <c:v>6.0456200000000004</c:v>
                </c:pt>
                <c:pt idx="21434">
                  <c:v>6.0459199999999997</c:v>
                </c:pt>
                <c:pt idx="21435">
                  <c:v>6.0462300000000004</c:v>
                </c:pt>
                <c:pt idx="21436">
                  <c:v>6.0465299999999997</c:v>
                </c:pt>
                <c:pt idx="21437">
                  <c:v>6.0468400000000004</c:v>
                </c:pt>
                <c:pt idx="21438">
                  <c:v>6.0471399999999997</c:v>
                </c:pt>
                <c:pt idx="21439">
                  <c:v>6.0474500000000004</c:v>
                </c:pt>
                <c:pt idx="21440">
                  <c:v>6.0477499999999997</c:v>
                </c:pt>
                <c:pt idx="21441">
                  <c:v>6.0480600000000004</c:v>
                </c:pt>
                <c:pt idx="21442">
                  <c:v>6.0483700000000002</c:v>
                </c:pt>
                <c:pt idx="21443">
                  <c:v>6.0486700000000004</c:v>
                </c:pt>
                <c:pt idx="21444">
                  <c:v>6.0489800000000002</c:v>
                </c:pt>
                <c:pt idx="21445">
                  <c:v>6.0492800000000004</c:v>
                </c:pt>
                <c:pt idx="21446">
                  <c:v>6.0495900000000002</c:v>
                </c:pt>
                <c:pt idx="21447">
                  <c:v>6.0498900000000004</c:v>
                </c:pt>
                <c:pt idx="21448">
                  <c:v>6.0502000000000002</c:v>
                </c:pt>
                <c:pt idx="21449">
                  <c:v>6.0505000000000004</c:v>
                </c:pt>
                <c:pt idx="21450">
                  <c:v>6.0508100000000002</c:v>
                </c:pt>
                <c:pt idx="21451">
                  <c:v>6.0511100000000004</c:v>
                </c:pt>
                <c:pt idx="21452">
                  <c:v>6.0514200000000002</c:v>
                </c:pt>
                <c:pt idx="21453">
                  <c:v>6.0517200000000004</c:v>
                </c:pt>
                <c:pt idx="21454">
                  <c:v>6.0520300000000002</c:v>
                </c:pt>
                <c:pt idx="21455">
                  <c:v>6.0523400000000001</c:v>
                </c:pt>
                <c:pt idx="21456">
                  <c:v>6.0526400000000002</c:v>
                </c:pt>
                <c:pt idx="21457">
                  <c:v>6.0529500000000001</c:v>
                </c:pt>
                <c:pt idx="21458">
                  <c:v>6.0532500000000002</c:v>
                </c:pt>
                <c:pt idx="21459">
                  <c:v>6.0535600000000001</c:v>
                </c:pt>
                <c:pt idx="21460">
                  <c:v>6.0538600000000002</c:v>
                </c:pt>
                <c:pt idx="21461">
                  <c:v>6.0541700000000001</c:v>
                </c:pt>
                <c:pt idx="21462">
                  <c:v>6.0544700000000002</c:v>
                </c:pt>
                <c:pt idx="21463">
                  <c:v>6.0547800000000001</c:v>
                </c:pt>
                <c:pt idx="21464">
                  <c:v>6.0550800000000002</c:v>
                </c:pt>
                <c:pt idx="21465">
                  <c:v>6.0553900000000001</c:v>
                </c:pt>
                <c:pt idx="21466">
                  <c:v>6.0556900000000002</c:v>
                </c:pt>
                <c:pt idx="21467">
                  <c:v>6.056</c:v>
                </c:pt>
                <c:pt idx="21468">
                  <c:v>6.0563099999999999</c:v>
                </c:pt>
                <c:pt idx="21469">
                  <c:v>6.05661</c:v>
                </c:pt>
                <c:pt idx="21470">
                  <c:v>6.0569199999999999</c:v>
                </c:pt>
                <c:pt idx="21471">
                  <c:v>6.05722</c:v>
                </c:pt>
                <c:pt idx="21472">
                  <c:v>6.0575299999999999</c:v>
                </c:pt>
                <c:pt idx="21473">
                  <c:v>6.05783</c:v>
                </c:pt>
                <c:pt idx="21474">
                  <c:v>6.0581399999999999</c:v>
                </c:pt>
                <c:pt idx="21475">
                  <c:v>6.05844</c:v>
                </c:pt>
                <c:pt idx="21476">
                  <c:v>6.0587499999999999</c:v>
                </c:pt>
                <c:pt idx="21477">
                  <c:v>6.05905</c:v>
                </c:pt>
                <c:pt idx="21478">
                  <c:v>6.0593599999999999</c:v>
                </c:pt>
                <c:pt idx="21479">
                  <c:v>6.0596699999999997</c:v>
                </c:pt>
                <c:pt idx="21480">
                  <c:v>6.0599699999999999</c:v>
                </c:pt>
                <c:pt idx="21481">
                  <c:v>6.0602799999999997</c:v>
                </c:pt>
                <c:pt idx="21482">
                  <c:v>6.0605799999999999</c:v>
                </c:pt>
                <c:pt idx="21483">
                  <c:v>6.0608899999999997</c:v>
                </c:pt>
                <c:pt idx="21484">
                  <c:v>6.0611899999999999</c:v>
                </c:pt>
                <c:pt idx="21485">
                  <c:v>6.0614999999999997</c:v>
                </c:pt>
                <c:pt idx="21486">
                  <c:v>6.0617999999999999</c:v>
                </c:pt>
                <c:pt idx="21487">
                  <c:v>6.0621099999999997</c:v>
                </c:pt>
                <c:pt idx="21488">
                  <c:v>6.0624099999999999</c:v>
                </c:pt>
                <c:pt idx="21489">
                  <c:v>6.0627199999999997</c:v>
                </c:pt>
                <c:pt idx="21490">
                  <c:v>6.0630199999999999</c:v>
                </c:pt>
                <c:pt idx="21491">
                  <c:v>6.0633299999999997</c:v>
                </c:pt>
                <c:pt idx="21492">
                  <c:v>6.0636400000000004</c:v>
                </c:pt>
                <c:pt idx="21493">
                  <c:v>6.0639399999999997</c:v>
                </c:pt>
                <c:pt idx="21494">
                  <c:v>6.0642500000000004</c:v>
                </c:pt>
                <c:pt idx="21495">
                  <c:v>6.0645499999999997</c:v>
                </c:pt>
                <c:pt idx="21496">
                  <c:v>6.0648600000000004</c:v>
                </c:pt>
                <c:pt idx="21497">
                  <c:v>6.0651599999999997</c:v>
                </c:pt>
                <c:pt idx="21498">
                  <c:v>6.0654700000000004</c:v>
                </c:pt>
                <c:pt idx="21499">
                  <c:v>6.0657699999999997</c:v>
                </c:pt>
                <c:pt idx="21500">
                  <c:v>6.0660800000000004</c:v>
                </c:pt>
                <c:pt idx="21501">
                  <c:v>6.0663799999999997</c:v>
                </c:pt>
                <c:pt idx="21502">
                  <c:v>6.0666900000000004</c:v>
                </c:pt>
                <c:pt idx="21503">
                  <c:v>6.0669899999999997</c:v>
                </c:pt>
                <c:pt idx="21504">
                  <c:v>6.0673000000000004</c:v>
                </c:pt>
                <c:pt idx="21505">
                  <c:v>6.0676100000000002</c:v>
                </c:pt>
                <c:pt idx="21506">
                  <c:v>6.0679100000000004</c:v>
                </c:pt>
                <c:pt idx="21507">
                  <c:v>6.0682200000000002</c:v>
                </c:pt>
                <c:pt idx="21508">
                  <c:v>6.0685200000000004</c:v>
                </c:pt>
                <c:pt idx="21509">
                  <c:v>6.0688300000000002</c:v>
                </c:pt>
                <c:pt idx="21510">
                  <c:v>6.0691300000000004</c:v>
                </c:pt>
                <c:pt idx="21511">
                  <c:v>6.0694400000000002</c:v>
                </c:pt>
                <c:pt idx="21512">
                  <c:v>6.0697400000000004</c:v>
                </c:pt>
                <c:pt idx="21513">
                  <c:v>6.0700500000000002</c:v>
                </c:pt>
                <c:pt idx="21514">
                  <c:v>6.0703500000000004</c:v>
                </c:pt>
                <c:pt idx="21515">
                  <c:v>6.0706600000000002</c:v>
                </c:pt>
                <c:pt idx="21516">
                  <c:v>6.0709600000000004</c:v>
                </c:pt>
                <c:pt idx="21517">
                  <c:v>6.0712700000000002</c:v>
                </c:pt>
                <c:pt idx="21518">
                  <c:v>6.07158</c:v>
                </c:pt>
                <c:pt idx="21519">
                  <c:v>6.0718800000000002</c:v>
                </c:pt>
                <c:pt idx="21520">
                  <c:v>6.07219</c:v>
                </c:pt>
                <c:pt idx="21521">
                  <c:v>6.0724900000000002</c:v>
                </c:pt>
                <c:pt idx="21522">
                  <c:v>6.0728</c:v>
                </c:pt>
                <c:pt idx="21523">
                  <c:v>6.0731000000000002</c:v>
                </c:pt>
                <c:pt idx="21524">
                  <c:v>6.07341</c:v>
                </c:pt>
                <c:pt idx="21525">
                  <c:v>6.0737100000000002</c:v>
                </c:pt>
                <c:pt idx="21526">
                  <c:v>6.07402</c:v>
                </c:pt>
                <c:pt idx="21527">
                  <c:v>6.0743200000000002</c:v>
                </c:pt>
                <c:pt idx="21528">
                  <c:v>6.07463</c:v>
                </c:pt>
                <c:pt idx="21529">
                  <c:v>6.0749300000000002</c:v>
                </c:pt>
                <c:pt idx="21530">
                  <c:v>6.07524</c:v>
                </c:pt>
                <c:pt idx="21531">
                  <c:v>6.0755499999999998</c:v>
                </c:pt>
                <c:pt idx="21532">
                  <c:v>6.07585</c:v>
                </c:pt>
                <c:pt idx="21533">
                  <c:v>6.0761599999999998</c:v>
                </c:pt>
                <c:pt idx="21534">
                  <c:v>6.07646</c:v>
                </c:pt>
                <c:pt idx="21535">
                  <c:v>6.0767699999999998</c:v>
                </c:pt>
                <c:pt idx="21536">
                  <c:v>6.07707</c:v>
                </c:pt>
                <c:pt idx="21537">
                  <c:v>6.0773799999999998</c:v>
                </c:pt>
                <c:pt idx="21538">
                  <c:v>6.07768</c:v>
                </c:pt>
                <c:pt idx="21539">
                  <c:v>6.0779899999999998</c:v>
                </c:pt>
                <c:pt idx="21540">
                  <c:v>6.07829</c:v>
                </c:pt>
                <c:pt idx="21541">
                  <c:v>6.0785999999999998</c:v>
                </c:pt>
                <c:pt idx="21542">
                  <c:v>6.0789099999999996</c:v>
                </c:pt>
                <c:pt idx="21543">
                  <c:v>6.0792099999999998</c:v>
                </c:pt>
                <c:pt idx="21544">
                  <c:v>6.0795199999999996</c:v>
                </c:pt>
                <c:pt idx="21545">
                  <c:v>6.0798199999999998</c:v>
                </c:pt>
                <c:pt idx="21546">
                  <c:v>6.0801299999999996</c:v>
                </c:pt>
                <c:pt idx="21547">
                  <c:v>6.0804299999999998</c:v>
                </c:pt>
                <c:pt idx="21548">
                  <c:v>6.0807399999999996</c:v>
                </c:pt>
                <c:pt idx="21549">
                  <c:v>6.0810399999999998</c:v>
                </c:pt>
                <c:pt idx="21550">
                  <c:v>6.0813499999999996</c:v>
                </c:pt>
                <c:pt idx="21551">
                  <c:v>6.0816499999999998</c:v>
                </c:pt>
                <c:pt idx="21552">
                  <c:v>6.0819599999999996</c:v>
                </c:pt>
                <c:pt idx="21553">
                  <c:v>6.0822599999999998</c:v>
                </c:pt>
                <c:pt idx="21554">
                  <c:v>6.0825699999999996</c:v>
                </c:pt>
                <c:pt idx="21555">
                  <c:v>6.0828800000000003</c:v>
                </c:pt>
                <c:pt idx="21556">
                  <c:v>6.0831799999999996</c:v>
                </c:pt>
                <c:pt idx="21557">
                  <c:v>6.0834900000000003</c:v>
                </c:pt>
                <c:pt idx="21558">
                  <c:v>6.0837899999999996</c:v>
                </c:pt>
                <c:pt idx="21559">
                  <c:v>6.0841000000000003</c:v>
                </c:pt>
                <c:pt idx="21560">
                  <c:v>6.0843999999999996</c:v>
                </c:pt>
                <c:pt idx="21561">
                  <c:v>6.0847100000000003</c:v>
                </c:pt>
                <c:pt idx="21562">
                  <c:v>6.0850099999999996</c:v>
                </c:pt>
                <c:pt idx="21563">
                  <c:v>6.0853200000000003</c:v>
                </c:pt>
                <c:pt idx="21564">
                  <c:v>6.0856199999999996</c:v>
                </c:pt>
                <c:pt idx="21565">
                  <c:v>6.0859300000000003</c:v>
                </c:pt>
                <c:pt idx="21566">
                  <c:v>6.0862299999999996</c:v>
                </c:pt>
                <c:pt idx="21567">
                  <c:v>6.0865400000000003</c:v>
                </c:pt>
                <c:pt idx="21568">
                  <c:v>6.0868500000000001</c:v>
                </c:pt>
                <c:pt idx="21569">
                  <c:v>6.0871500000000003</c:v>
                </c:pt>
                <c:pt idx="21570">
                  <c:v>6.0874600000000001</c:v>
                </c:pt>
                <c:pt idx="21571">
                  <c:v>6.0877600000000003</c:v>
                </c:pt>
                <c:pt idx="21572">
                  <c:v>6.0880700000000001</c:v>
                </c:pt>
                <c:pt idx="21573">
                  <c:v>6.0883700000000003</c:v>
                </c:pt>
                <c:pt idx="21574">
                  <c:v>6.0886800000000001</c:v>
                </c:pt>
                <c:pt idx="21575">
                  <c:v>6.0889800000000003</c:v>
                </c:pt>
                <c:pt idx="21576">
                  <c:v>6.0892900000000001</c:v>
                </c:pt>
                <c:pt idx="21577">
                  <c:v>6.0895900000000003</c:v>
                </c:pt>
                <c:pt idx="21578">
                  <c:v>6.0899000000000001</c:v>
                </c:pt>
                <c:pt idx="21579">
                  <c:v>6.0902000000000003</c:v>
                </c:pt>
                <c:pt idx="21580">
                  <c:v>6.0905100000000001</c:v>
                </c:pt>
                <c:pt idx="21581">
                  <c:v>6.0908199999999999</c:v>
                </c:pt>
                <c:pt idx="21582">
                  <c:v>6.0911200000000001</c:v>
                </c:pt>
                <c:pt idx="21583">
                  <c:v>6.0914299999999999</c:v>
                </c:pt>
                <c:pt idx="21584">
                  <c:v>6.0917300000000001</c:v>
                </c:pt>
                <c:pt idx="21585">
                  <c:v>6.0920399999999999</c:v>
                </c:pt>
                <c:pt idx="21586">
                  <c:v>6.0923400000000001</c:v>
                </c:pt>
                <c:pt idx="21587">
                  <c:v>6.0926499999999999</c:v>
                </c:pt>
                <c:pt idx="21588">
                  <c:v>6.0929500000000001</c:v>
                </c:pt>
                <c:pt idx="21589">
                  <c:v>6.0932599999999999</c:v>
                </c:pt>
                <c:pt idx="21590">
                  <c:v>6.0935600000000001</c:v>
                </c:pt>
                <c:pt idx="21591">
                  <c:v>6.0938699999999999</c:v>
                </c:pt>
                <c:pt idx="21592">
                  <c:v>6.0941700000000001</c:v>
                </c:pt>
                <c:pt idx="21593">
                  <c:v>6.0944799999999999</c:v>
                </c:pt>
                <c:pt idx="21594">
                  <c:v>6.0947899999999997</c:v>
                </c:pt>
                <c:pt idx="21595">
                  <c:v>6.0950899999999999</c:v>
                </c:pt>
                <c:pt idx="21596">
                  <c:v>6.0953999999999997</c:v>
                </c:pt>
                <c:pt idx="21597">
                  <c:v>6.0956999999999999</c:v>
                </c:pt>
                <c:pt idx="21598">
                  <c:v>6.0960099999999997</c:v>
                </c:pt>
                <c:pt idx="21599">
                  <c:v>6.0963099999999999</c:v>
                </c:pt>
                <c:pt idx="21600">
                  <c:v>6.0966199999999997</c:v>
                </c:pt>
                <c:pt idx="21601">
                  <c:v>6.0969199999999999</c:v>
                </c:pt>
                <c:pt idx="21602">
                  <c:v>6.0972299999999997</c:v>
                </c:pt>
                <c:pt idx="21603">
                  <c:v>6.0975299999999999</c:v>
                </c:pt>
                <c:pt idx="21604">
                  <c:v>6.0978399999999997</c:v>
                </c:pt>
                <c:pt idx="21605">
                  <c:v>6.0981500000000004</c:v>
                </c:pt>
                <c:pt idx="21606">
                  <c:v>6.0984499999999997</c:v>
                </c:pt>
                <c:pt idx="21607">
                  <c:v>6.0987600000000004</c:v>
                </c:pt>
                <c:pt idx="21608">
                  <c:v>6.0990599999999997</c:v>
                </c:pt>
                <c:pt idx="21609">
                  <c:v>6.0993700000000004</c:v>
                </c:pt>
                <c:pt idx="21610">
                  <c:v>6.0996699999999997</c:v>
                </c:pt>
                <c:pt idx="21611">
                  <c:v>6.0999800000000004</c:v>
                </c:pt>
                <c:pt idx="21612">
                  <c:v>6.1002799999999997</c:v>
                </c:pt>
                <c:pt idx="21613">
                  <c:v>6.1005900000000004</c:v>
                </c:pt>
                <c:pt idx="21614">
                  <c:v>6.1008899999999997</c:v>
                </c:pt>
                <c:pt idx="21615">
                  <c:v>6.1012000000000004</c:v>
                </c:pt>
                <c:pt idx="21616">
                  <c:v>6.1014999999999997</c:v>
                </c:pt>
                <c:pt idx="21617">
                  <c:v>6.1018100000000004</c:v>
                </c:pt>
                <c:pt idx="21618">
                  <c:v>6.1021200000000002</c:v>
                </c:pt>
                <c:pt idx="21619">
                  <c:v>6.1024200000000004</c:v>
                </c:pt>
                <c:pt idx="21620">
                  <c:v>6.1027300000000002</c:v>
                </c:pt>
                <c:pt idx="21621">
                  <c:v>6.1030300000000004</c:v>
                </c:pt>
                <c:pt idx="21622">
                  <c:v>6.1033400000000002</c:v>
                </c:pt>
                <c:pt idx="21623">
                  <c:v>6.1036400000000004</c:v>
                </c:pt>
                <c:pt idx="21624">
                  <c:v>6.1039500000000002</c:v>
                </c:pt>
                <c:pt idx="21625">
                  <c:v>6.1042500000000004</c:v>
                </c:pt>
                <c:pt idx="21626">
                  <c:v>6.1045600000000002</c:v>
                </c:pt>
                <c:pt idx="21627">
                  <c:v>6.1048600000000004</c:v>
                </c:pt>
                <c:pt idx="21628">
                  <c:v>6.1051700000000002</c:v>
                </c:pt>
                <c:pt idx="21629">
                  <c:v>6.1054700000000004</c:v>
                </c:pt>
                <c:pt idx="21630">
                  <c:v>6.1057800000000002</c:v>
                </c:pt>
                <c:pt idx="21631">
                  <c:v>6.10609</c:v>
                </c:pt>
                <c:pt idx="21632">
                  <c:v>6.1063900000000002</c:v>
                </c:pt>
                <c:pt idx="21633">
                  <c:v>6.1067</c:v>
                </c:pt>
                <c:pt idx="21634">
                  <c:v>6.1070000000000002</c:v>
                </c:pt>
                <c:pt idx="21635">
                  <c:v>6.10731</c:v>
                </c:pt>
                <c:pt idx="21636">
                  <c:v>6.1076100000000002</c:v>
                </c:pt>
                <c:pt idx="21637">
                  <c:v>6.10792</c:v>
                </c:pt>
                <c:pt idx="21638">
                  <c:v>6.1082200000000002</c:v>
                </c:pt>
                <c:pt idx="21639">
                  <c:v>6.10853</c:v>
                </c:pt>
                <c:pt idx="21640">
                  <c:v>6.1088300000000002</c:v>
                </c:pt>
                <c:pt idx="21641">
                  <c:v>6.10914</c:v>
                </c:pt>
                <c:pt idx="21642">
                  <c:v>6.1094400000000002</c:v>
                </c:pt>
                <c:pt idx="21643">
                  <c:v>6.10975</c:v>
                </c:pt>
                <c:pt idx="21644">
                  <c:v>6.1100599999999998</c:v>
                </c:pt>
                <c:pt idx="21645">
                  <c:v>6.11036</c:v>
                </c:pt>
                <c:pt idx="21646">
                  <c:v>6.1106699999999998</c:v>
                </c:pt>
                <c:pt idx="21647">
                  <c:v>6.11097</c:v>
                </c:pt>
                <c:pt idx="21648">
                  <c:v>6.1112799999999998</c:v>
                </c:pt>
                <c:pt idx="21649">
                  <c:v>6.11158</c:v>
                </c:pt>
                <c:pt idx="21650">
                  <c:v>6.1118899999999998</c:v>
                </c:pt>
                <c:pt idx="21651">
                  <c:v>6.11219</c:v>
                </c:pt>
                <c:pt idx="21652">
                  <c:v>6.1124999999999998</c:v>
                </c:pt>
                <c:pt idx="21653">
                  <c:v>6.1128</c:v>
                </c:pt>
                <c:pt idx="21654">
                  <c:v>6.1131099999999998</c:v>
                </c:pt>
                <c:pt idx="21655">
                  <c:v>6.1134199999999996</c:v>
                </c:pt>
                <c:pt idx="21656">
                  <c:v>6.1137199999999998</c:v>
                </c:pt>
                <c:pt idx="21657">
                  <c:v>6.1140299999999996</c:v>
                </c:pt>
                <c:pt idx="21658">
                  <c:v>6.1143299999999998</c:v>
                </c:pt>
                <c:pt idx="21659">
                  <c:v>6.1146399999999996</c:v>
                </c:pt>
                <c:pt idx="21660">
                  <c:v>6.1149399999999998</c:v>
                </c:pt>
                <c:pt idx="21661">
                  <c:v>6.1152499999999996</c:v>
                </c:pt>
                <c:pt idx="21662">
                  <c:v>6.1155499999999998</c:v>
                </c:pt>
                <c:pt idx="21663">
                  <c:v>6.1158599999999996</c:v>
                </c:pt>
                <c:pt idx="21664">
                  <c:v>6.1161599999999998</c:v>
                </c:pt>
                <c:pt idx="21665">
                  <c:v>6.1164699999999996</c:v>
                </c:pt>
                <c:pt idx="21666">
                  <c:v>6.1167699999999998</c:v>
                </c:pt>
                <c:pt idx="21667">
                  <c:v>6.1170799999999996</c:v>
                </c:pt>
                <c:pt idx="21668">
                  <c:v>6.1173900000000003</c:v>
                </c:pt>
                <c:pt idx="21669">
                  <c:v>6.1176899999999996</c:v>
                </c:pt>
                <c:pt idx="21670">
                  <c:v>6.1180000000000003</c:v>
                </c:pt>
                <c:pt idx="21671">
                  <c:v>6.1182999999999996</c:v>
                </c:pt>
                <c:pt idx="21672">
                  <c:v>6.1186100000000003</c:v>
                </c:pt>
                <c:pt idx="21673">
                  <c:v>6.1189099999999996</c:v>
                </c:pt>
                <c:pt idx="21674">
                  <c:v>6.1192200000000003</c:v>
                </c:pt>
                <c:pt idx="21675">
                  <c:v>6.1195199999999996</c:v>
                </c:pt>
                <c:pt idx="21676">
                  <c:v>6.1198300000000003</c:v>
                </c:pt>
                <c:pt idx="21677">
                  <c:v>6.1201299999999996</c:v>
                </c:pt>
                <c:pt idx="21678">
                  <c:v>6.1204400000000003</c:v>
                </c:pt>
                <c:pt idx="21679">
                  <c:v>6.1207399999999996</c:v>
                </c:pt>
                <c:pt idx="21680">
                  <c:v>6.1210500000000003</c:v>
                </c:pt>
                <c:pt idx="21681">
                  <c:v>6.1213600000000001</c:v>
                </c:pt>
                <c:pt idx="21682">
                  <c:v>6.1216600000000003</c:v>
                </c:pt>
                <c:pt idx="21683">
                  <c:v>6.1219700000000001</c:v>
                </c:pt>
                <c:pt idx="21684">
                  <c:v>6.1222700000000003</c:v>
                </c:pt>
                <c:pt idx="21685">
                  <c:v>6.1225800000000001</c:v>
                </c:pt>
                <c:pt idx="21686">
                  <c:v>6.1228800000000003</c:v>
                </c:pt>
                <c:pt idx="21687">
                  <c:v>6.1231900000000001</c:v>
                </c:pt>
                <c:pt idx="21688">
                  <c:v>6.1234900000000003</c:v>
                </c:pt>
                <c:pt idx="21689">
                  <c:v>6.1238000000000001</c:v>
                </c:pt>
                <c:pt idx="21690">
                  <c:v>6.1241000000000003</c:v>
                </c:pt>
                <c:pt idx="21691">
                  <c:v>6.1244100000000001</c:v>
                </c:pt>
                <c:pt idx="21692">
                  <c:v>6.1247100000000003</c:v>
                </c:pt>
                <c:pt idx="21693">
                  <c:v>6.1250200000000001</c:v>
                </c:pt>
                <c:pt idx="21694">
                  <c:v>6.1253299999999999</c:v>
                </c:pt>
                <c:pt idx="21695">
                  <c:v>6.1256300000000001</c:v>
                </c:pt>
                <c:pt idx="21696">
                  <c:v>6.1259399999999999</c:v>
                </c:pt>
                <c:pt idx="21697">
                  <c:v>6.1262400000000001</c:v>
                </c:pt>
                <c:pt idx="21698">
                  <c:v>6.1265499999999999</c:v>
                </c:pt>
                <c:pt idx="21699">
                  <c:v>6.1268500000000001</c:v>
                </c:pt>
                <c:pt idx="21700">
                  <c:v>6.1271599999999999</c:v>
                </c:pt>
                <c:pt idx="21701">
                  <c:v>6.1274600000000001</c:v>
                </c:pt>
                <c:pt idx="21702">
                  <c:v>6.1277699999999999</c:v>
                </c:pt>
                <c:pt idx="21703">
                  <c:v>6.1280700000000001</c:v>
                </c:pt>
                <c:pt idx="21704">
                  <c:v>6.1283799999999999</c:v>
                </c:pt>
                <c:pt idx="21705">
                  <c:v>6.1286800000000001</c:v>
                </c:pt>
                <c:pt idx="21706">
                  <c:v>6.1289899999999999</c:v>
                </c:pt>
                <c:pt idx="21707">
                  <c:v>6.1292999999999997</c:v>
                </c:pt>
                <c:pt idx="21708">
                  <c:v>6.1295999999999999</c:v>
                </c:pt>
                <c:pt idx="21709">
                  <c:v>6.1299099999999997</c:v>
                </c:pt>
                <c:pt idx="21710">
                  <c:v>6.1302099999999999</c:v>
                </c:pt>
                <c:pt idx="21711">
                  <c:v>6.1305199999999997</c:v>
                </c:pt>
                <c:pt idx="21712">
                  <c:v>6.1308199999999999</c:v>
                </c:pt>
                <c:pt idx="21713">
                  <c:v>6.1311299999999997</c:v>
                </c:pt>
                <c:pt idx="21714">
                  <c:v>6.1314299999999999</c:v>
                </c:pt>
                <c:pt idx="21715">
                  <c:v>6.1317399999999997</c:v>
                </c:pt>
                <c:pt idx="21716">
                  <c:v>6.1320399999999999</c:v>
                </c:pt>
                <c:pt idx="21717">
                  <c:v>6.1323499999999997</c:v>
                </c:pt>
                <c:pt idx="21718">
                  <c:v>6.1326599999999996</c:v>
                </c:pt>
                <c:pt idx="21719">
                  <c:v>6.1329599999999997</c:v>
                </c:pt>
                <c:pt idx="21720">
                  <c:v>6.1332700000000004</c:v>
                </c:pt>
                <c:pt idx="21721">
                  <c:v>6.1335699999999997</c:v>
                </c:pt>
                <c:pt idx="21722">
                  <c:v>6.1338800000000004</c:v>
                </c:pt>
                <c:pt idx="21723">
                  <c:v>6.1341799999999997</c:v>
                </c:pt>
                <c:pt idx="21724">
                  <c:v>6.1344900000000004</c:v>
                </c:pt>
                <c:pt idx="21725">
                  <c:v>6.1347899999999997</c:v>
                </c:pt>
                <c:pt idx="21726">
                  <c:v>6.1351000000000004</c:v>
                </c:pt>
                <c:pt idx="21727">
                  <c:v>6.1353999999999997</c:v>
                </c:pt>
                <c:pt idx="21728">
                  <c:v>6.1357100000000004</c:v>
                </c:pt>
                <c:pt idx="21729">
                  <c:v>6.1360099999999997</c:v>
                </c:pt>
                <c:pt idx="21730">
                  <c:v>6.1363200000000004</c:v>
                </c:pt>
                <c:pt idx="21731">
                  <c:v>6.1366300000000003</c:v>
                </c:pt>
                <c:pt idx="21732">
                  <c:v>6.1369300000000004</c:v>
                </c:pt>
                <c:pt idx="21733">
                  <c:v>6.1372400000000003</c:v>
                </c:pt>
                <c:pt idx="21734">
                  <c:v>6.1375400000000004</c:v>
                </c:pt>
                <c:pt idx="21735">
                  <c:v>6.1378500000000003</c:v>
                </c:pt>
                <c:pt idx="21736">
                  <c:v>6.1381500000000004</c:v>
                </c:pt>
                <c:pt idx="21737">
                  <c:v>6.1384600000000002</c:v>
                </c:pt>
                <c:pt idx="21738">
                  <c:v>6.1387600000000004</c:v>
                </c:pt>
                <c:pt idx="21739">
                  <c:v>6.1390700000000002</c:v>
                </c:pt>
                <c:pt idx="21740">
                  <c:v>6.1393700000000004</c:v>
                </c:pt>
                <c:pt idx="21741">
                  <c:v>6.1396800000000002</c:v>
                </c:pt>
                <c:pt idx="21742">
                  <c:v>6.1399800000000004</c:v>
                </c:pt>
                <c:pt idx="21743">
                  <c:v>6.1402900000000002</c:v>
                </c:pt>
                <c:pt idx="21744">
                  <c:v>6.1406000000000001</c:v>
                </c:pt>
                <c:pt idx="21745">
                  <c:v>6.1409000000000002</c:v>
                </c:pt>
                <c:pt idx="21746">
                  <c:v>6.1412100000000001</c:v>
                </c:pt>
                <c:pt idx="21747">
                  <c:v>6.1415100000000002</c:v>
                </c:pt>
                <c:pt idx="21748">
                  <c:v>6.1418200000000001</c:v>
                </c:pt>
                <c:pt idx="21749">
                  <c:v>6.1421200000000002</c:v>
                </c:pt>
                <c:pt idx="21750">
                  <c:v>6.1424300000000001</c:v>
                </c:pt>
                <c:pt idx="21751">
                  <c:v>6.1427300000000002</c:v>
                </c:pt>
                <c:pt idx="21752">
                  <c:v>6.1430400000000001</c:v>
                </c:pt>
                <c:pt idx="21753">
                  <c:v>6.1433400000000002</c:v>
                </c:pt>
                <c:pt idx="21754">
                  <c:v>6.1436500000000001</c:v>
                </c:pt>
                <c:pt idx="21755">
                  <c:v>6.1439500000000002</c:v>
                </c:pt>
                <c:pt idx="21756">
                  <c:v>6.1442600000000001</c:v>
                </c:pt>
                <c:pt idx="21757">
                  <c:v>6.1445699999999999</c:v>
                </c:pt>
                <c:pt idx="21758">
                  <c:v>6.1448700000000001</c:v>
                </c:pt>
                <c:pt idx="21759">
                  <c:v>6.1451799999999999</c:v>
                </c:pt>
                <c:pt idx="21760">
                  <c:v>6.1454800000000001</c:v>
                </c:pt>
                <c:pt idx="21761">
                  <c:v>6.1457899999999999</c:v>
                </c:pt>
                <c:pt idx="21762">
                  <c:v>6.1460900000000001</c:v>
                </c:pt>
                <c:pt idx="21763">
                  <c:v>6.1463999999999999</c:v>
                </c:pt>
                <c:pt idx="21764">
                  <c:v>6.1467000000000001</c:v>
                </c:pt>
                <c:pt idx="21765">
                  <c:v>6.1470099999999999</c:v>
                </c:pt>
                <c:pt idx="21766">
                  <c:v>6.1473100000000001</c:v>
                </c:pt>
                <c:pt idx="21767">
                  <c:v>6.1476199999999999</c:v>
                </c:pt>
                <c:pt idx="21768">
                  <c:v>6.1479200000000001</c:v>
                </c:pt>
                <c:pt idx="21769">
                  <c:v>6.1482299999999999</c:v>
                </c:pt>
                <c:pt idx="21770">
                  <c:v>6.1485399999999997</c:v>
                </c:pt>
                <c:pt idx="21771">
                  <c:v>6.1488399999999999</c:v>
                </c:pt>
                <c:pt idx="21772">
                  <c:v>6.1491499999999997</c:v>
                </c:pt>
                <c:pt idx="21773">
                  <c:v>6.1494499999999999</c:v>
                </c:pt>
                <c:pt idx="21774">
                  <c:v>6.1497599999999997</c:v>
                </c:pt>
                <c:pt idx="21775">
                  <c:v>6.1500599999999999</c:v>
                </c:pt>
                <c:pt idx="21776">
                  <c:v>6.1503699999999997</c:v>
                </c:pt>
                <c:pt idx="21777">
                  <c:v>6.1506699999999999</c:v>
                </c:pt>
                <c:pt idx="21778">
                  <c:v>6.1509799999999997</c:v>
                </c:pt>
                <c:pt idx="21779">
                  <c:v>6.1512799999999999</c:v>
                </c:pt>
                <c:pt idx="21780">
                  <c:v>6.1515899999999997</c:v>
                </c:pt>
                <c:pt idx="21781">
                  <c:v>6.1519000000000004</c:v>
                </c:pt>
                <c:pt idx="21782">
                  <c:v>6.1521999999999997</c:v>
                </c:pt>
                <c:pt idx="21783">
                  <c:v>6.1525100000000004</c:v>
                </c:pt>
                <c:pt idx="21784">
                  <c:v>6.1528099999999997</c:v>
                </c:pt>
                <c:pt idx="21785">
                  <c:v>6.1531200000000004</c:v>
                </c:pt>
                <c:pt idx="21786">
                  <c:v>6.1534199999999997</c:v>
                </c:pt>
                <c:pt idx="21787">
                  <c:v>6.1537300000000004</c:v>
                </c:pt>
                <c:pt idx="21788">
                  <c:v>6.1540299999999997</c:v>
                </c:pt>
                <c:pt idx="21789">
                  <c:v>6.1543400000000004</c:v>
                </c:pt>
                <c:pt idx="21790">
                  <c:v>6.1546399999999997</c:v>
                </c:pt>
                <c:pt idx="21791">
                  <c:v>6.1549500000000004</c:v>
                </c:pt>
                <c:pt idx="21792">
                  <c:v>6.1552499999999997</c:v>
                </c:pt>
                <c:pt idx="21793">
                  <c:v>6.1555600000000004</c:v>
                </c:pt>
                <c:pt idx="21794">
                  <c:v>6.1558700000000002</c:v>
                </c:pt>
                <c:pt idx="21795">
                  <c:v>6.1561700000000004</c:v>
                </c:pt>
                <c:pt idx="21796">
                  <c:v>6.1564800000000002</c:v>
                </c:pt>
                <c:pt idx="21797">
                  <c:v>6.1567800000000004</c:v>
                </c:pt>
                <c:pt idx="21798">
                  <c:v>6.1570900000000002</c:v>
                </c:pt>
                <c:pt idx="21799">
                  <c:v>6.1573900000000004</c:v>
                </c:pt>
                <c:pt idx="21800">
                  <c:v>6.1577000000000002</c:v>
                </c:pt>
                <c:pt idx="21801">
                  <c:v>6.1580000000000004</c:v>
                </c:pt>
                <c:pt idx="21802">
                  <c:v>6.1583100000000002</c:v>
                </c:pt>
                <c:pt idx="21803">
                  <c:v>6.1586100000000004</c:v>
                </c:pt>
                <c:pt idx="21804">
                  <c:v>6.1589200000000002</c:v>
                </c:pt>
                <c:pt idx="21805">
                  <c:v>6.1592200000000004</c:v>
                </c:pt>
                <c:pt idx="21806">
                  <c:v>6.1595300000000002</c:v>
                </c:pt>
                <c:pt idx="21807">
                  <c:v>6.15984</c:v>
                </c:pt>
                <c:pt idx="21808">
                  <c:v>6.1601400000000002</c:v>
                </c:pt>
                <c:pt idx="21809">
                  <c:v>6.16045</c:v>
                </c:pt>
                <c:pt idx="21810">
                  <c:v>6.1607500000000002</c:v>
                </c:pt>
                <c:pt idx="21811">
                  <c:v>6.16106</c:v>
                </c:pt>
                <c:pt idx="21812">
                  <c:v>6.1613600000000002</c:v>
                </c:pt>
                <c:pt idx="21813">
                  <c:v>6.16167</c:v>
                </c:pt>
                <c:pt idx="21814">
                  <c:v>6.1619700000000002</c:v>
                </c:pt>
                <c:pt idx="21815">
                  <c:v>6.16228</c:v>
                </c:pt>
                <c:pt idx="21816">
                  <c:v>6.1625800000000002</c:v>
                </c:pt>
                <c:pt idx="21817">
                  <c:v>6.16289</c:v>
                </c:pt>
                <c:pt idx="21818">
                  <c:v>6.1631900000000002</c:v>
                </c:pt>
                <c:pt idx="21819">
                  <c:v>6.1635</c:v>
                </c:pt>
                <c:pt idx="21820">
                  <c:v>6.1638099999999998</c:v>
                </c:pt>
                <c:pt idx="21821">
                  <c:v>6.16411</c:v>
                </c:pt>
                <c:pt idx="21822">
                  <c:v>6.1644199999999998</c:v>
                </c:pt>
                <c:pt idx="21823">
                  <c:v>6.16472</c:v>
                </c:pt>
                <c:pt idx="21824">
                  <c:v>6.1650299999999998</c:v>
                </c:pt>
                <c:pt idx="21825">
                  <c:v>6.16533</c:v>
                </c:pt>
                <c:pt idx="21826">
                  <c:v>6.1656399999999998</c:v>
                </c:pt>
                <c:pt idx="21827">
                  <c:v>6.16594</c:v>
                </c:pt>
                <c:pt idx="21828">
                  <c:v>6.1662499999999998</c:v>
                </c:pt>
                <c:pt idx="21829">
                  <c:v>6.16655</c:v>
                </c:pt>
                <c:pt idx="21830">
                  <c:v>6.1668599999999998</c:v>
                </c:pt>
                <c:pt idx="21831">
                  <c:v>6.16716</c:v>
                </c:pt>
                <c:pt idx="21832">
                  <c:v>6.1674699999999998</c:v>
                </c:pt>
                <c:pt idx="21833">
                  <c:v>6.1677799999999996</c:v>
                </c:pt>
                <c:pt idx="21834">
                  <c:v>6.1680799999999998</c:v>
                </c:pt>
                <c:pt idx="21835">
                  <c:v>6.1683899999999996</c:v>
                </c:pt>
                <c:pt idx="21836">
                  <c:v>6.1686899999999998</c:v>
                </c:pt>
                <c:pt idx="21837">
                  <c:v>6.1689999999999996</c:v>
                </c:pt>
                <c:pt idx="21838">
                  <c:v>6.1692999999999998</c:v>
                </c:pt>
                <c:pt idx="21839">
                  <c:v>6.1696099999999996</c:v>
                </c:pt>
                <c:pt idx="21840">
                  <c:v>6.1699099999999998</c:v>
                </c:pt>
                <c:pt idx="21841">
                  <c:v>6.1702199999999996</c:v>
                </c:pt>
                <c:pt idx="21842">
                  <c:v>6.1705199999999998</c:v>
                </c:pt>
                <c:pt idx="21843">
                  <c:v>6.1708299999999996</c:v>
                </c:pt>
                <c:pt idx="21844">
                  <c:v>6.1711400000000003</c:v>
                </c:pt>
                <c:pt idx="21845">
                  <c:v>6.1714399999999996</c:v>
                </c:pt>
                <c:pt idx="21846">
                  <c:v>6.1717500000000003</c:v>
                </c:pt>
                <c:pt idx="21847">
                  <c:v>6.1720499999999996</c:v>
                </c:pt>
                <c:pt idx="21848">
                  <c:v>6.1723600000000003</c:v>
                </c:pt>
                <c:pt idx="21849">
                  <c:v>6.1726599999999996</c:v>
                </c:pt>
                <c:pt idx="21850">
                  <c:v>6.1729700000000003</c:v>
                </c:pt>
                <c:pt idx="21851">
                  <c:v>6.1732699999999996</c:v>
                </c:pt>
                <c:pt idx="21852">
                  <c:v>6.1735800000000003</c:v>
                </c:pt>
                <c:pt idx="21853">
                  <c:v>6.1738799999999996</c:v>
                </c:pt>
                <c:pt idx="21854">
                  <c:v>6.1741900000000003</c:v>
                </c:pt>
                <c:pt idx="21855">
                  <c:v>6.1744899999999996</c:v>
                </c:pt>
                <c:pt idx="21856">
                  <c:v>6.1748000000000003</c:v>
                </c:pt>
                <c:pt idx="21857">
                  <c:v>6.1751100000000001</c:v>
                </c:pt>
                <c:pt idx="21858">
                  <c:v>6.1754100000000003</c:v>
                </c:pt>
                <c:pt idx="21859">
                  <c:v>6.1757200000000001</c:v>
                </c:pt>
                <c:pt idx="21860">
                  <c:v>6.1760200000000003</c:v>
                </c:pt>
                <c:pt idx="21861">
                  <c:v>6.1763300000000001</c:v>
                </c:pt>
                <c:pt idx="21862">
                  <c:v>6.1766300000000003</c:v>
                </c:pt>
                <c:pt idx="21863">
                  <c:v>6.1769400000000001</c:v>
                </c:pt>
                <c:pt idx="21864">
                  <c:v>6.1772400000000003</c:v>
                </c:pt>
                <c:pt idx="21865">
                  <c:v>6.1775500000000001</c:v>
                </c:pt>
                <c:pt idx="21866">
                  <c:v>6.1778500000000003</c:v>
                </c:pt>
                <c:pt idx="21867">
                  <c:v>6.1781600000000001</c:v>
                </c:pt>
                <c:pt idx="21868">
                  <c:v>6.1784600000000003</c:v>
                </c:pt>
                <c:pt idx="21869">
                  <c:v>6.1787700000000001</c:v>
                </c:pt>
                <c:pt idx="21870">
                  <c:v>6.1790799999999999</c:v>
                </c:pt>
                <c:pt idx="21871">
                  <c:v>6.1793800000000001</c:v>
                </c:pt>
                <c:pt idx="21872">
                  <c:v>6.1796899999999999</c:v>
                </c:pt>
                <c:pt idx="21873">
                  <c:v>6.1799900000000001</c:v>
                </c:pt>
                <c:pt idx="21874">
                  <c:v>6.1802999999999999</c:v>
                </c:pt>
                <c:pt idx="21875">
                  <c:v>6.1806000000000001</c:v>
                </c:pt>
                <c:pt idx="21876">
                  <c:v>6.1809099999999999</c:v>
                </c:pt>
                <c:pt idx="21877">
                  <c:v>6.1812100000000001</c:v>
                </c:pt>
                <c:pt idx="21878">
                  <c:v>6.1815199999999999</c:v>
                </c:pt>
                <c:pt idx="21879">
                  <c:v>6.1818200000000001</c:v>
                </c:pt>
                <c:pt idx="21880">
                  <c:v>6.1821299999999999</c:v>
                </c:pt>
                <c:pt idx="21881">
                  <c:v>6.1824300000000001</c:v>
                </c:pt>
                <c:pt idx="21882">
                  <c:v>6.1827399999999999</c:v>
                </c:pt>
                <c:pt idx="21883">
                  <c:v>6.1830499999999997</c:v>
                </c:pt>
                <c:pt idx="21884">
                  <c:v>6.1833499999999999</c:v>
                </c:pt>
                <c:pt idx="21885">
                  <c:v>6.1836599999999997</c:v>
                </c:pt>
                <c:pt idx="21886">
                  <c:v>6.1839599999999999</c:v>
                </c:pt>
                <c:pt idx="21887">
                  <c:v>6.1842699999999997</c:v>
                </c:pt>
                <c:pt idx="21888">
                  <c:v>6.1845699999999999</c:v>
                </c:pt>
                <c:pt idx="21889">
                  <c:v>6.1848799999999997</c:v>
                </c:pt>
                <c:pt idx="21890">
                  <c:v>6.1851799999999999</c:v>
                </c:pt>
                <c:pt idx="21891">
                  <c:v>6.1854899999999997</c:v>
                </c:pt>
                <c:pt idx="21892">
                  <c:v>6.1857899999999999</c:v>
                </c:pt>
                <c:pt idx="21893">
                  <c:v>6.1860999999999997</c:v>
                </c:pt>
                <c:pt idx="21894">
                  <c:v>6.1864100000000004</c:v>
                </c:pt>
                <c:pt idx="21895">
                  <c:v>6.1867099999999997</c:v>
                </c:pt>
                <c:pt idx="21896">
                  <c:v>6.1870200000000004</c:v>
                </c:pt>
                <c:pt idx="21897">
                  <c:v>6.1873199999999997</c:v>
                </c:pt>
                <c:pt idx="21898">
                  <c:v>6.1876300000000004</c:v>
                </c:pt>
                <c:pt idx="21899">
                  <c:v>6.1879299999999997</c:v>
                </c:pt>
                <c:pt idx="21900">
                  <c:v>6.1882400000000004</c:v>
                </c:pt>
                <c:pt idx="21901">
                  <c:v>6.1885399999999997</c:v>
                </c:pt>
                <c:pt idx="21902">
                  <c:v>6.1888500000000004</c:v>
                </c:pt>
                <c:pt idx="21903">
                  <c:v>6.1891499999999997</c:v>
                </c:pt>
                <c:pt idx="21904">
                  <c:v>6.1894600000000004</c:v>
                </c:pt>
                <c:pt idx="21905">
                  <c:v>6.1897599999999997</c:v>
                </c:pt>
                <c:pt idx="21906">
                  <c:v>6.1900700000000004</c:v>
                </c:pt>
                <c:pt idx="21907">
                  <c:v>6.1903800000000002</c:v>
                </c:pt>
                <c:pt idx="21908">
                  <c:v>6.1906800000000004</c:v>
                </c:pt>
                <c:pt idx="21909">
                  <c:v>6.1909900000000002</c:v>
                </c:pt>
                <c:pt idx="21910">
                  <c:v>6.1912900000000004</c:v>
                </c:pt>
                <c:pt idx="21911">
                  <c:v>6.1916000000000002</c:v>
                </c:pt>
                <c:pt idx="21912">
                  <c:v>6.1919000000000004</c:v>
                </c:pt>
                <c:pt idx="21913">
                  <c:v>6.1922100000000002</c:v>
                </c:pt>
                <c:pt idx="21914">
                  <c:v>6.1925100000000004</c:v>
                </c:pt>
                <c:pt idx="21915">
                  <c:v>6.1928200000000002</c:v>
                </c:pt>
                <c:pt idx="21916">
                  <c:v>6.1931200000000004</c:v>
                </c:pt>
                <c:pt idx="21917">
                  <c:v>6.1934300000000002</c:v>
                </c:pt>
                <c:pt idx="21918">
                  <c:v>6.1937300000000004</c:v>
                </c:pt>
                <c:pt idx="21919">
                  <c:v>6.1940400000000002</c:v>
                </c:pt>
                <c:pt idx="21920">
                  <c:v>6.19435</c:v>
                </c:pt>
                <c:pt idx="21921">
                  <c:v>6.1946500000000002</c:v>
                </c:pt>
                <c:pt idx="21922">
                  <c:v>6.19496</c:v>
                </c:pt>
                <c:pt idx="21923">
                  <c:v>6.1952600000000002</c:v>
                </c:pt>
                <c:pt idx="21924">
                  <c:v>6.19557</c:v>
                </c:pt>
                <c:pt idx="21925">
                  <c:v>6.1958700000000002</c:v>
                </c:pt>
                <c:pt idx="21926">
                  <c:v>6.19618</c:v>
                </c:pt>
                <c:pt idx="21927">
                  <c:v>6.1964800000000002</c:v>
                </c:pt>
                <c:pt idx="21928">
                  <c:v>6.19679</c:v>
                </c:pt>
                <c:pt idx="21929">
                  <c:v>6.1970900000000002</c:v>
                </c:pt>
                <c:pt idx="21930">
                  <c:v>6.1974</c:v>
                </c:pt>
                <c:pt idx="21931">
                  <c:v>6.1977000000000002</c:v>
                </c:pt>
                <c:pt idx="21932">
                  <c:v>6.19801</c:v>
                </c:pt>
                <c:pt idx="21933">
                  <c:v>6.1983199999999998</c:v>
                </c:pt>
                <c:pt idx="21934">
                  <c:v>6.19862</c:v>
                </c:pt>
                <c:pt idx="21935">
                  <c:v>6.1989299999999998</c:v>
                </c:pt>
                <c:pt idx="21936">
                  <c:v>6.19923</c:v>
                </c:pt>
                <c:pt idx="21937">
                  <c:v>6.1995399999999998</c:v>
                </c:pt>
                <c:pt idx="21938">
                  <c:v>6.19984</c:v>
                </c:pt>
                <c:pt idx="21939">
                  <c:v>6.2001499999999998</c:v>
                </c:pt>
                <c:pt idx="21940">
                  <c:v>6.20045</c:v>
                </c:pt>
                <c:pt idx="21941">
                  <c:v>6.2007599999999998</c:v>
                </c:pt>
                <c:pt idx="21942">
                  <c:v>6.20106</c:v>
                </c:pt>
                <c:pt idx="21943">
                  <c:v>6.2013699999999998</c:v>
                </c:pt>
                <c:pt idx="21944">
                  <c:v>6.20167</c:v>
                </c:pt>
                <c:pt idx="21945">
                  <c:v>6.2019799999999998</c:v>
                </c:pt>
                <c:pt idx="21946">
                  <c:v>6.2022899999999996</c:v>
                </c:pt>
                <c:pt idx="21947">
                  <c:v>6.2025899999999998</c:v>
                </c:pt>
                <c:pt idx="21948">
                  <c:v>6.2028999999999996</c:v>
                </c:pt>
                <c:pt idx="21949">
                  <c:v>6.2031999999999998</c:v>
                </c:pt>
                <c:pt idx="21950">
                  <c:v>6.2035099999999996</c:v>
                </c:pt>
                <c:pt idx="21951">
                  <c:v>6.2038099999999998</c:v>
                </c:pt>
                <c:pt idx="21952">
                  <c:v>6.2041199999999996</c:v>
                </c:pt>
                <c:pt idx="21953">
                  <c:v>6.2044199999999998</c:v>
                </c:pt>
                <c:pt idx="21954">
                  <c:v>6.2047299999999996</c:v>
                </c:pt>
                <c:pt idx="21955">
                  <c:v>6.2050299999999998</c:v>
                </c:pt>
                <c:pt idx="21956">
                  <c:v>6.2053399999999996</c:v>
                </c:pt>
                <c:pt idx="21957">
                  <c:v>6.2056500000000003</c:v>
                </c:pt>
                <c:pt idx="21958">
                  <c:v>6.2059499999999996</c:v>
                </c:pt>
                <c:pt idx="21959">
                  <c:v>6.2062600000000003</c:v>
                </c:pt>
                <c:pt idx="21960">
                  <c:v>6.2065599999999996</c:v>
                </c:pt>
                <c:pt idx="21961">
                  <c:v>6.2068700000000003</c:v>
                </c:pt>
                <c:pt idx="21962">
                  <c:v>6.2071699999999996</c:v>
                </c:pt>
                <c:pt idx="21963">
                  <c:v>6.2074800000000003</c:v>
                </c:pt>
                <c:pt idx="21964">
                  <c:v>6.2077799999999996</c:v>
                </c:pt>
                <c:pt idx="21965">
                  <c:v>6.2080900000000003</c:v>
                </c:pt>
                <c:pt idx="21966">
                  <c:v>6.2083899999999996</c:v>
                </c:pt>
                <c:pt idx="21967">
                  <c:v>6.2087000000000003</c:v>
                </c:pt>
                <c:pt idx="21968">
                  <c:v>6.2089999999999996</c:v>
                </c:pt>
                <c:pt idx="21969">
                  <c:v>6.2093100000000003</c:v>
                </c:pt>
                <c:pt idx="21970">
                  <c:v>6.2096200000000001</c:v>
                </c:pt>
                <c:pt idx="21971">
                  <c:v>6.2099200000000003</c:v>
                </c:pt>
                <c:pt idx="21972">
                  <c:v>6.2102300000000001</c:v>
                </c:pt>
                <c:pt idx="21973">
                  <c:v>6.2105300000000003</c:v>
                </c:pt>
                <c:pt idx="21974">
                  <c:v>6.2108400000000001</c:v>
                </c:pt>
                <c:pt idx="21975">
                  <c:v>6.2111400000000003</c:v>
                </c:pt>
                <c:pt idx="21976">
                  <c:v>6.2114500000000001</c:v>
                </c:pt>
                <c:pt idx="21977">
                  <c:v>6.2117500000000003</c:v>
                </c:pt>
                <c:pt idx="21978">
                  <c:v>6.2120600000000001</c:v>
                </c:pt>
                <c:pt idx="21979">
                  <c:v>6.2123600000000003</c:v>
                </c:pt>
                <c:pt idx="21980">
                  <c:v>6.2126700000000001</c:v>
                </c:pt>
                <c:pt idx="21981">
                  <c:v>6.2129700000000003</c:v>
                </c:pt>
                <c:pt idx="21982">
                  <c:v>6.2132800000000001</c:v>
                </c:pt>
                <c:pt idx="21983">
                  <c:v>6.2135899999999999</c:v>
                </c:pt>
                <c:pt idx="21984">
                  <c:v>6.2138900000000001</c:v>
                </c:pt>
                <c:pt idx="21985">
                  <c:v>6.2141999999999999</c:v>
                </c:pt>
                <c:pt idx="21986">
                  <c:v>6.2145000000000001</c:v>
                </c:pt>
                <c:pt idx="21987">
                  <c:v>6.2148099999999999</c:v>
                </c:pt>
                <c:pt idx="21988">
                  <c:v>6.2151100000000001</c:v>
                </c:pt>
                <c:pt idx="21989">
                  <c:v>6.2154199999999999</c:v>
                </c:pt>
                <c:pt idx="21990">
                  <c:v>6.2157200000000001</c:v>
                </c:pt>
                <c:pt idx="21991">
                  <c:v>6.2160299999999999</c:v>
                </c:pt>
                <c:pt idx="21992">
                  <c:v>6.2163300000000001</c:v>
                </c:pt>
                <c:pt idx="21993">
                  <c:v>6.2166399999999999</c:v>
                </c:pt>
                <c:pt idx="21994">
                  <c:v>6.2169400000000001</c:v>
                </c:pt>
                <c:pt idx="21995">
                  <c:v>6.2172499999999999</c:v>
                </c:pt>
                <c:pt idx="21996">
                  <c:v>6.2175599999999998</c:v>
                </c:pt>
                <c:pt idx="21997">
                  <c:v>6.2178599999999999</c:v>
                </c:pt>
                <c:pt idx="21998">
                  <c:v>6.2181699999999998</c:v>
                </c:pt>
                <c:pt idx="21999">
                  <c:v>6.2184699999999999</c:v>
                </c:pt>
                <c:pt idx="22000">
                  <c:v>6.2187799999999998</c:v>
                </c:pt>
                <c:pt idx="22001">
                  <c:v>6.2190799999999999</c:v>
                </c:pt>
                <c:pt idx="22002">
                  <c:v>6.2193899999999998</c:v>
                </c:pt>
                <c:pt idx="22003">
                  <c:v>6.2196899999999999</c:v>
                </c:pt>
                <c:pt idx="22004">
                  <c:v>6.22</c:v>
                </c:pt>
                <c:pt idx="22005">
                  <c:v>6.2202999999999999</c:v>
                </c:pt>
                <c:pt idx="22006">
                  <c:v>6.2206099999999998</c:v>
                </c:pt>
                <c:pt idx="22007">
                  <c:v>6.2209099999999999</c:v>
                </c:pt>
                <c:pt idx="22008">
                  <c:v>6.2212199999999998</c:v>
                </c:pt>
                <c:pt idx="22009">
                  <c:v>6.2215299999999996</c:v>
                </c:pt>
                <c:pt idx="22010">
                  <c:v>6.2218299999999997</c:v>
                </c:pt>
                <c:pt idx="22011">
                  <c:v>6.2221399999999996</c:v>
                </c:pt>
                <c:pt idx="22012">
                  <c:v>6.2224399999999997</c:v>
                </c:pt>
                <c:pt idx="22013">
                  <c:v>6.2227499999999996</c:v>
                </c:pt>
                <c:pt idx="22014">
                  <c:v>6.2230499999999997</c:v>
                </c:pt>
                <c:pt idx="22015">
                  <c:v>6.2233599999999996</c:v>
                </c:pt>
                <c:pt idx="22016">
                  <c:v>6.2236599999999997</c:v>
                </c:pt>
                <c:pt idx="22017">
                  <c:v>6.2239699999999996</c:v>
                </c:pt>
                <c:pt idx="22018">
                  <c:v>6.2242699999999997</c:v>
                </c:pt>
                <c:pt idx="22019">
                  <c:v>6.2245799999999996</c:v>
                </c:pt>
                <c:pt idx="22020">
                  <c:v>6.2248900000000003</c:v>
                </c:pt>
                <c:pt idx="22021">
                  <c:v>6.2251899999999996</c:v>
                </c:pt>
                <c:pt idx="22022">
                  <c:v>6.2255000000000003</c:v>
                </c:pt>
                <c:pt idx="22023">
                  <c:v>6.2257999999999996</c:v>
                </c:pt>
                <c:pt idx="22024">
                  <c:v>6.2261100000000003</c:v>
                </c:pt>
                <c:pt idx="22025">
                  <c:v>6.2264099999999996</c:v>
                </c:pt>
                <c:pt idx="22026">
                  <c:v>6.2267200000000003</c:v>
                </c:pt>
                <c:pt idx="22027">
                  <c:v>6.2270200000000004</c:v>
                </c:pt>
                <c:pt idx="22028">
                  <c:v>6.2273300000000003</c:v>
                </c:pt>
                <c:pt idx="22029">
                  <c:v>6.2276300000000004</c:v>
                </c:pt>
                <c:pt idx="22030">
                  <c:v>6.2279400000000003</c:v>
                </c:pt>
                <c:pt idx="22031">
                  <c:v>6.2282400000000004</c:v>
                </c:pt>
                <c:pt idx="22032">
                  <c:v>6.2285500000000003</c:v>
                </c:pt>
                <c:pt idx="22033">
                  <c:v>6.2288600000000001</c:v>
                </c:pt>
                <c:pt idx="22034">
                  <c:v>6.2291600000000003</c:v>
                </c:pt>
                <c:pt idx="22035">
                  <c:v>6.2294700000000001</c:v>
                </c:pt>
                <c:pt idx="22036">
                  <c:v>6.2297700000000003</c:v>
                </c:pt>
                <c:pt idx="22037">
                  <c:v>6.2300800000000001</c:v>
                </c:pt>
                <c:pt idx="22038">
                  <c:v>6.2303800000000003</c:v>
                </c:pt>
                <c:pt idx="22039">
                  <c:v>6.2306900000000001</c:v>
                </c:pt>
                <c:pt idx="22040">
                  <c:v>6.2309900000000003</c:v>
                </c:pt>
                <c:pt idx="22041">
                  <c:v>6.2313000000000001</c:v>
                </c:pt>
                <c:pt idx="22042">
                  <c:v>6.2316000000000003</c:v>
                </c:pt>
                <c:pt idx="22043">
                  <c:v>6.2319100000000001</c:v>
                </c:pt>
                <c:pt idx="22044">
                  <c:v>6.2322100000000002</c:v>
                </c:pt>
                <c:pt idx="22045">
                  <c:v>6.2325200000000001</c:v>
                </c:pt>
                <c:pt idx="22046">
                  <c:v>6.2328299999999999</c:v>
                </c:pt>
                <c:pt idx="22047">
                  <c:v>6.2331300000000001</c:v>
                </c:pt>
                <c:pt idx="22048">
                  <c:v>6.2334399999999999</c:v>
                </c:pt>
                <c:pt idx="22049">
                  <c:v>6.2337400000000001</c:v>
                </c:pt>
                <c:pt idx="22050">
                  <c:v>6.2340499999999999</c:v>
                </c:pt>
                <c:pt idx="22051">
                  <c:v>6.2343500000000001</c:v>
                </c:pt>
                <c:pt idx="22052">
                  <c:v>6.2346599999999999</c:v>
                </c:pt>
                <c:pt idx="22053">
                  <c:v>6.2349600000000001</c:v>
                </c:pt>
                <c:pt idx="22054">
                  <c:v>6.2352699999999999</c:v>
                </c:pt>
                <c:pt idx="22055">
                  <c:v>6.2355700000000001</c:v>
                </c:pt>
                <c:pt idx="22056">
                  <c:v>6.2358799999999999</c:v>
                </c:pt>
                <c:pt idx="22057">
                  <c:v>6.2361800000000001</c:v>
                </c:pt>
                <c:pt idx="22058">
                  <c:v>6.2364899999999999</c:v>
                </c:pt>
                <c:pt idx="22059">
                  <c:v>6.2367999999999997</c:v>
                </c:pt>
                <c:pt idx="22060">
                  <c:v>6.2370999999999999</c:v>
                </c:pt>
                <c:pt idx="22061">
                  <c:v>6.2374099999999997</c:v>
                </c:pt>
                <c:pt idx="22062">
                  <c:v>6.2377099999999999</c:v>
                </c:pt>
                <c:pt idx="22063">
                  <c:v>6.2380199999999997</c:v>
                </c:pt>
                <c:pt idx="22064">
                  <c:v>6.2383199999999999</c:v>
                </c:pt>
                <c:pt idx="22065">
                  <c:v>6.2386299999999997</c:v>
                </c:pt>
                <c:pt idx="22066">
                  <c:v>6.2389299999999999</c:v>
                </c:pt>
                <c:pt idx="22067">
                  <c:v>6.2392399999999997</c:v>
                </c:pt>
                <c:pt idx="22068">
                  <c:v>6.2395399999999999</c:v>
                </c:pt>
                <c:pt idx="22069">
                  <c:v>6.2398499999999997</c:v>
                </c:pt>
                <c:pt idx="22070">
                  <c:v>6.2401600000000004</c:v>
                </c:pt>
                <c:pt idx="22071">
                  <c:v>6.2404599999999997</c:v>
                </c:pt>
                <c:pt idx="22072">
                  <c:v>6.2407700000000004</c:v>
                </c:pt>
                <c:pt idx="22073">
                  <c:v>6.2410699999999997</c:v>
                </c:pt>
                <c:pt idx="22074">
                  <c:v>6.2413800000000004</c:v>
                </c:pt>
                <c:pt idx="22075">
                  <c:v>6.2416799999999997</c:v>
                </c:pt>
                <c:pt idx="22076">
                  <c:v>6.2419900000000004</c:v>
                </c:pt>
                <c:pt idx="22077">
                  <c:v>6.2422899999999997</c:v>
                </c:pt>
                <c:pt idx="22078">
                  <c:v>6.2426000000000004</c:v>
                </c:pt>
                <c:pt idx="22079">
                  <c:v>6.2428999999999997</c:v>
                </c:pt>
                <c:pt idx="22080">
                  <c:v>6.2432100000000004</c:v>
                </c:pt>
                <c:pt idx="22081">
                  <c:v>6.2435099999999997</c:v>
                </c:pt>
                <c:pt idx="22082">
                  <c:v>6.2438200000000004</c:v>
                </c:pt>
                <c:pt idx="22083">
                  <c:v>6.2441300000000002</c:v>
                </c:pt>
                <c:pt idx="22084">
                  <c:v>6.2444300000000004</c:v>
                </c:pt>
                <c:pt idx="22085">
                  <c:v>6.2447400000000002</c:v>
                </c:pt>
                <c:pt idx="22086">
                  <c:v>6.2450400000000004</c:v>
                </c:pt>
                <c:pt idx="22087">
                  <c:v>6.2453500000000002</c:v>
                </c:pt>
                <c:pt idx="22088">
                  <c:v>6.2456500000000004</c:v>
                </c:pt>
                <c:pt idx="22089">
                  <c:v>6.2459600000000002</c:v>
                </c:pt>
                <c:pt idx="22090">
                  <c:v>6.2462600000000004</c:v>
                </c:pt>
                <c:pt idx="22091">
                  <c:v>6.2465700000000002</c:v>
                </c:pt>
                <c:pt idx="22092">
                  <c:v>6.2468700000000004</c:v>
                </c:pt>
                <c:pt idx="22093">
                  <c:v>6.2471800000000002</c:v>
                </c:pt>
                <c:pt idx="22094">
                  <c:v>6.2474800000000004</c:v>
                </c:pt>
                <c:pt idx="22095">
                  <c:v>6.2477900000000002</c:v>
                </c:pt>
                <c:pt idx="22096">
                  <c:v>6.2481</c:v>
                </c:pt>
                <c:pt idx="22097">
                  <c:v>6.2484000000000002</c:v>
                </c:pt>
                <c:pt idx="22098">
                  <c:v>6.24871</c:v>
                </c:pt>
                <c:pt idx="22099">
                  <c:v>6.2490100000000002</c:v>
                </c:pt>
                <c:pt idx="22100">
                  <c:v>6.24932</c:v>
                </c:pt>
                <c:pt idx="22101">
                  <c:v>6.2496200000000002</c:v>
                </c:pt>
                <c:pt idx="22102">
                  <c:v>6.24993</c:v>
                </c:pt>
                <c:pt idx="22103">
                  <c:v>6.2502300000000002</c:v>
                </c:pt>
                <c:pt idx="22104">
                  <c:v>6.25054</c:v>
                </c:pt>
                <c:pt idx="22105">
                  <c:v>6.2508400000000002</c:v>
                </c:pt>
                <c:pt idx="22106">
                  <c:v>6.25115</c:v>
                </c:pt>
                <c:pt idx="22107">
                  <c:v>6.2514500000000002</c:v>
                </c:pt>
                <c:pt idx="22108">
                  <c:v>6.25176</c:v>
                </c:pt>
                <c:pt idx="22109">
                  <c:v>6.2520699999999998</c:v>
                </c:pt>
                <c:pt idx="22110">
                  <c:v>6.25237</c:v>
                </c:pt>
                <c:pt idx="22111">
                  <c:v>6.2526799999999998</c:v>
                </c:pt>
                <c:pt idx="22112">
                  <c:v>6.25298</c:v>
                </c:pt>
                <c:pt idx="22113">
                  <c:v>6.2532899999999998</c:v>
                </c:pt>
                <c:pt idx="22114">
                  <c:v>6.25359</c:v>
                </c:pt>
                <c:pt idx="22115">
                  <c:v>6.2538999999999998</c:v>
                </c:pt>
                <c:pt idx="22116">
                  <c:v>6.2542</c:v>
                </c:pt>
                <c:pt idx="22117">
                  <c:v>6.2545099999999998</c:v>
                </c:pt>
                <c:pt idx="22118">
                  <c:v>6.25481</c:v>
                </c:pt>
                <c:pt idx="22119">
                  <c:v>6.2551199999999998</c:v>
                </c:pt>
                <c:pt idx="22120">
                  <c:v>6.25542</c:v>
                </c:pt>
                <c:pt idx="22121">
                  <c:v>6.2557299999999998</c:v>
                </c:pt>
                <c:pt idx="22122">
                  <c:v>6.2560399999999996</c:v>
                </c:pt>
                <c:pt idx="22123">
                  <c:v>6.2563399999999998</c:v>
                </c:pt>
                <c:pt idx="22124">
                  <c:v>6.2566499999999996</c:v>
                </c:pt>
                <c:pt idx="22125">
                  <c:v>6.2569499999999998</c:v>
                </c:pt>
                <c:pt idx="22126">
                  <c:v>6.2572599999999996</c:v>
                </c:pt>
                <c:pt idx="22127">
                  <c:v>6.2575599999999998</c:v>
                </c:pt>
                <c:pt idx="22128">
                  <c:v>6.2578699999999996</c:v>
                </c:pt>
                <c:pt idx="22129">
                  <c:v>6.2581699999999998</c:v>
                </c:pt>
                <c:pt idx="22130">
                  <c:v>6.2584799999999996</c:v>
                </c:pt>
                <c:pt idx="22131">
                  <c:v>6.2587799999999998</c:v>
                </c:pt>
                <c:pt idx="22132">
                  <c:v>6.2590899999999996</c:v>
                </c:pt>
                <c:pt idx="22133">
                  <c:v>6.2594000000000003</c:v>
                </c:pt>
                <c:pt idx="22134">
                  <c:v>6.2596999999999996</c:v>
                </c:pt>
                <c:pt idx="22135">
                  <c:v>6.2600100000000003</c:v>
                </c:pt>
                <c:pt idx="22136">
                  <c:v>6.2603099999999996</c:v>
                </c:pt>
                <c:pt idx="22137">
                  <c:v>6.2606200000000003</c:v>
                </c:pt>
                <c:pt idx="22138">
                  <c:v>6.2609199999999996</c:v>
                </c:pt>
                <c:pt idx="22139">
                  <c:v>6.2612300000000003</c:v>
                </c:pt>
                <c:pt idx="22140">
                  <c:v>6.2615299999999996</c:v>
                </c:pt>
                <c:pt idx="22141">
                  <c:v>6.2618400000000003</c:v>
                </c:pt>
                <c:pt idx="22142">
                  <c:v>6.2621399999999996</c:v>
                </c:pt>
                <c:pt idx="22143">
                  <c:v>6.2624500000000003</c:v>
                </c:pt>
                <c:pt idx="22144">
                  <c:v>6.2627499999999996</c:v>
                </c:pt>
                <c:pt idx="22145">
                  <c:v>6.2630600000000003</c:v>
                </c:pt>
                <c:pt idx="22146">
                  <c:v>6.2633700000000001</c:v>
                </c:pt>
                <c:pt idx="22147">
                  <c:v>6.2636700000000003</c:v>
                </c:pt>
                <c:pt idx="22148">
                  <c:v>6.2639800000000001</c:v>
                </c:pt>
                <c:pt idx="22149">
                  <c:v>6.2642800000000003</c:v>
                </c:pt>
                <c:pt idx="22150">
                  <c:v>6.2645900000000001</c:v>
                </c:pt>
                <c:pt idx="22151">
                  <c:v>6.2648900000000003</c:v>
                </c:pt>
                <c:pt idx="22152">
                  <c:v>6.2652000000000001</c:v>
                </c:pt>
                <c:pt idx="22153">
                  <c:v>6.2655000000000003</c:v>
                </c:pt>
                <c:pt idx="22154">
                  <c:v>6.2658100000000001</c:v>
                </c:pt>
                <c:pt idx="22155">
                  <c:v>6.2661100000000003</c:v>
                </c:pt>
                <c:pt idx="22156">
                  <c:v>6.2664200000000001</c:v>
                </c:pt>
                <c:pt idx="22157">
                  <c:v>6.2667200000000003</c:v>
                </c:pt>
                <c:pt idx="22158">
                  <c:v>6.2670300000000001</c:v>
                </c:pt>
                <c:pt idx="22159">
                  <c:v>6.2673399999999999</c:v>
                </c:pt>
                <c:pt idx="22160">
                  <c:v>6.2676400000000001</c:v>
                </c:pt>
                <c:pt idx="22161">
                  <c:v>6.2679499999999999</c:v>
                </c:pt>
                <c:pt idx="22162">
                  <c:v>6.2682500000000001</c:v>
                </c:pt>
                <c:pt idx="22163">
                  <c:v>6.2685599999999999</c:v>
                </c:pt>
                <c:pt idx="22164">
                  <c:v>6.2688600000000001</c:v>
                </c:pt>
                <c:pt idx="22165">
                  <c:v>6.2691699999999999</c:v>
                </c:pt>
                <c:pt idx="22166">
                  <c:v>6.2694700000000001</c:v>
                </c:pt>
                <c:pt idx="22167">
                  <c:v>6.2697799999999999</c:v>
                </c:pt>
                <c:pt idx="22168">
                  <c:v>6.2700800000000001</c:v>
                </c:pt>
                <c:pt idx="22169">
                  <c:v>6.2703899999999999</c:v>
                </c:pt>
                <c:pt idx="22170">
                  <c:v>6.2706900000000001</c:v>
                </c:pt>
                <c:pt idx="22171">
                  <c:v>6.2709999999999999</c:v>
                </c:pt>
                <c:pt idx="22172">
                  <c:v>6.2713099999999997</c:v>
                </c:pt>
                <c:pt idx="22173">
                  <c:v>6.2716099999999999</c:v>
                </c:pt>
                <c:pt idx="22174">
                  <c:v>6.2719199999999997</c:v>
                </c:pt>
                <c:pt idx="22175">
                  <c:v>6.2722199999999999</c:v>
                </c:pt>
                <c:pt idx="22176">
                  <c:v>6.2725299999999997</c:v>
                </c:pt>
                <c:pt idx="22177">
                  <c:v>6.2728299999999999</c:v>
                </c:pt>
                <c:pt idx="22178">
                  <c:v>6.2731399999999997</c:v>
                </c:pt>
                <c:pt idx="22179">
                  <c:v>6.2734399999999999</c:v>
                </c:pt>
                <c:pt idx="22180">
                  <c:v>6.2737499999999997</c:v>
                </c:pt>
                <c:pt idx="22181">
                  <c:v>6.2740499999999999</c:v>
                </c:pt>
                <c:pt idx="22182">
                  <c:v>6.2743599999999997</c:v>
                </c:pt>
                <c:pt idx="22183">
                  <c:v>6.2746599999999999</c:v>
                </c:pt>
                <c:pt idx="22184">
                  <c:v>6.2749699999999997</c:v>
                </c:pt>
                <c:pt idx="22185">
                  <c:v>6.2752800000000004</c:v>
                </c:pt>
                <c:pt idx="22186">
                  <c:v>6.2755799999999997</c:v>
                </c:pt>
                <c:pt idx="22187">
                  <c:v>6.2758900000000004</c:v>
                </c:pt>
                <c:pt idx="22188">
                  <c:v>6.2761899999999997</c:v>
                </c:pt>
                <c:pt idx="22189">
                  <c:v>6.2765000000000004</c:v>
                </c:pt>
                <c:pt idx="22190">
                  <c:v>6.2767999999999997</c:v>
                </c:pt>
                <c:pt idx="22191">
                  <c:v>6.2771100000000004</c:v>
                </c:pt>
                <c:pt idx="22192">
                  <c:v>6.2774099999999997</c:v>
                </c:pt>
                <c:pt idx="22193">
                  <c:v>6.2777200000000004</c:v>
                </c:pt>
                <c:pt idx="22194">
                  <c:v>6.2780199999999997</c:v>
                </c:pt>
                <c:pt idx="22195">
                  <c:v>6.2783300000000004</c:v>
                </c:pt>
                <c:pt idx="22196">
                  <c:v>6.2786400000000002</c:v>
                </c:pt>
                <c:pt idx="22197">
                  <c:v>6.2789400000000004</c:v>
                </c:pt>
                <c:pt idx="22198">
                  <c:v>6.2792500000000002</c:v>
                </c:pt>
                <c:pt idx="22199">
                  <c:v>6.2795500000000004</c:v>
                </c:pt>
                <c:pt idx="22200">
                  <c:v>6.2798600000000002</c:v>
                </c:pt>
                <c:pt idx="22201">
                  <c:v>6.2801600000000004</c:v>
                </c:pt>
                <c:pt idx="22202">
                  <c:v>6.2804700000000002</c:v>
                </c:pt>
                <c:pt idx="22203">
                  <c:v>6.2807700000000004</c:v>
                </c:pt>
                <c:pt idx="22204">
                  <c:v>6.2810800000000002</c:v>
                </c:pt>
                <c:pt idx="22205">
                  <c:v>6.2813800000000004</c:v>
                </c:pt>
                <c:pt idx="22206">
                  <c:v>6.2816900000000002</c:v>
                </c:pt>
                <c:pt idx="22207">
                  <c:v>6.2819900000000004</c:v>
                </c:pt>
                <c:pt idx="22208">
                  <c:v>6.2823000000000002</c:v>
                </c:pt>
                <c:pt idx="22209">
                  <c:v>6.28261</c:v>
                </c:pt>
                <c:pt idx="22210">
                  <c:v>6.2829100000000002</c:v>
                </c:pt>
                <c:pt idx="22211">
                  <c:v>6.28322</c:v>
                </c:pt>
                <c:pt idx="22212">
                  <c:v>6.2835200000000002</c:v>
                </c:pt>
                <c:pt idx="22213">
                  <c:v>6.28383</c:v>
                </c:pt>
                <c:pt idx="22214">
                  <c:v>6.2841300000000002</c:v>
                </c:pt>
                <c:pt idx="22215">
                  <c:v>6.28444</c:v>
                </c:pt>
                <c:pt idx="22216">
                  <c:v>6.2847400000000002</c:v>
                </c:pt>
                <c:pt idx="22217">
                  <c:v>6.28505</c:v>
                </c:pt>
                <c:pt idx="22218">
                  <c:v>6.2853500000000002</c:v>
                </c:pt>
                <c:pt idx="22219">
                  <c:v>6.28566</c:v>
                </c:pt>
                <c:pt idx="22220">
                  <c:v>6.2859600000000002</c:v>
                </c:pt>
                <c:pt idx="22221">
                  <c:v>6.28627</c:v>
                </c:pt>
                <c:pt idx="22222">
                  <c:v>6.2865799999999998</c:v>
                </c:pt>
                <c:pt idx="22223">
                  <c:v>6.28688</c:v>
                </c:pt>
                <c:pt idx="22224">
                  <c:v>6.2871899999999998</c:v>
                </c:pt>
                <c:pt idx="22225">
                  <c:v>6.28749</c:v>
                </c:pt>
                <c:pt idx="22226">
                  <c:v>6.2877999999999998</c:v>
                </c:pt>
                <c:pt idx="22227">
                  <c:v>6.2881</c:v>
                </c:pt>
                <c:pt idx="22228">
                  <c:v>6.2884099999999998</c:v>
                </c:pt>
                <c:pt idx="22229">
                  <c:v>6.28871</c:v>
                </c:pt>
                <c:pt idx="22230">
                  <c:v>6.2890199999999998</c:v>
                </c:pt>
                <c:pt idx="22231">
                  <c:v>6.28932</c:v>
                </c:pt>
                <c:pt idx="22232">
                  <c:v>6.2896299999999998</c:v>
                </c:pt>
                <c:pt idx="22233">
                  <c:v>6.28993</c:v>
                </c:pt>
                <c:pt idx="22234">
                  <c:v>6.2902399999999998</c:v>
                </c:pt>
                <c:pt idx="22235">
                  <c:v>6.2905499999999996</c:v>
                </c:pt>
                <c:pt idx="22236">
                  <c:v>6.2908499999999998</c:v>
                </c:pt>
                <c:pt idx="22237">
                  <c:v>6.2911599999999996</c:v>
                </c:pt>
                <c:pt idx="22238">
                  <c:v>6.2914599999999998</c:v>
                </c:pt>
                <c:pt idx="22239">
                  <c:v>6.2917699999999996</c:v>
                </c:pt>
                <c:pt idx="22240">
                  <c:v>6.2920699999999998</c:v>
                </c:pt>
                <c:pt idx="22241">
                  <c:v>6.2923799999999996</c:v>
                </c:pt>
                <c:pt idx="22242">
                  <c:v>6.2926799999999998</c:v>
                </c:pt>
                <c:pt idx="22243">
                  <c:v>6.2929899999999996</c:v>
                </c:pt>
                <c:pt idx="22244">
                  <c:v>6.2932899999999998</c:v>
                </c:pt>
                <c:pt idx="22245">
                  <c:v>6.2935999999999996</c:v>
                </c:pt>
                <c:pt idx="22246">
                  <c:v>6.2938999999999998</c:v>
                </c:pt>
                <c:pt idx="22247">
                  <c:v>6.2942099999999996</c:v>
                </c:pt>
                <c:pt idx="22248">
                  <c:v>6.2945200000000003</c:v>
                </c:pt>
                <c:pt idx="22249">
                  <c:v>6.2948199999999996</c:v>
                </c:pt>
                <c:pt idx="22250">
                  <c:v>6.2951300000000003</c:v>
                </c:pt>
                <c:pt idx="22251">
                  <c:v>6.2954299999999996</c:v>
                </c:pt>
                <c:pt idx="22252">
                  <c:v>6.2957400000000003</c:v>
                </c:pt>
                <c:pt idx="22253">
                  <c:v>6.2960399999999996</c:v>
                </c:pt>
                <c:pt idx="22254">
                  <c:v>6.2963500000000003</c:v>
                </c:pt>
                <c:pt idx="22255">
                  <c:v>6.2966499999999996</c:v>
                </c:pt>
                <c:pt idx="22256">
                  <c:v>6.2969600000000003</c:v>
                </c:pt>
                <c:pt idx="22257">
                  <c:v>6.2972599999999996</c:v>
                </c:pt>
                <c:pt idx="22258">
                  <c:v>6.2975700000000003</c:v>
                </c:pt>
                <c:pt idx="22259">
                  <c:v>6.2978800000000001</c:v>
                </c:pt>
                <c:pt idx="22260">
                  <c:v>6.2981800000000003</c:v>
                </c:pt>
                <c:pt idx="22261">
                  <c:v>6.2984900000000001</c:v>
                </c:pt>
                <c:pt idx="22262">
                  <c:v>6.2987900000000003</c:v>
                </c:pt>
                <c:pt idx="22263">
                  <c:v>6.2991000000000001</c:v>
                </c:pt>
                <c:pt idx="22264">
                  <c:v>6.2994000000000003</c:v>
                </c:pt>
                <c:pt idx="22265">
                  <c:v>6.2997100000000001</c:v>
                </c:pt>
                <c:pt idx="22266">
                  <c:v>6.3000100000000003</c:v>
                </c:pt>
                <c:pt idx="22267">
                  <c:v>6.3003200000000001</c:v>
                </c:pt>
                <c:pt idx="22268">
                  <c:v>6.3006200000000003</c:v>
                </c:pt>
                <c:pt idx="22269">
                  <c:v>6.3009300000000001</c:v>
                </c:pt>
                <c:pt idx="22270">
                  <c:v>6.3012300000000003</c:v>
                </c:pt>
                <c:pt idx="22271">
                  <c:v>6.3015400000000001</c:v>
                </c:pt>
                <c:pt idx="22272">
                  <c:v>6.30185</c:v>
                </c:pt>
                <c:pt idx="22273">
                  <c:v>6.3021500000000001</c:v>
                </c:pt>
                <c:pt idx="22274">
                  <c:v>6.30246</c:v>
                </c:pt>
                <c:pt idx="22275">
                  <c:v>6.3027600000000001</c:v>
                </c:pt>
                <c:pt idx="22276">
                  <c:v>6.30307</c:v>
                </c:pt>
                <c:pt idx="22277">
                  <c:v>6.3033700000000001</c:v>
                </c:pt>
                <c:pt idx="22278">
                  <c:v>6.3036799999999999</c:v>
                </c:pt>
                <c:pt idx="22279">
                  <c:v>6.3039800000000001</c:v>
                </c:pt>
                <c:pt idx="22280">
                  <c:v>6.3042899999999999</c:v>
                </c:pt>
                <c:pt idx="22281">
                  <c:v>6.3045900000000001</c:v>
                </c:pt>
                <c:pt idx="22282">
                  <c:v>6.3048999999999999</c:v>
                </c:pt>
                <c:pt idx="22283">
                  <c:v>6.3052000000000001</c:v>
                </c:pt>
                <c:pt idx="22284">
                  <c:v>6.3055099999999999</c:v>
                </c:pt>
                <c:pt idx="22285">
                  <c:v>6.3058199999999998</c:v>
                </c:pt>
                <c:pt idx="22286">
                  <c:v>6.3061199999999999</c:v>
                </c:pt>
                <c:pt idx="22287">
                  <c:v>6.3064299999999998</c:v>
                </c:pt>
                <c:pt idx="22288">
                  <c:v>6.3067299999999999</c:v>
                </c:pt>
                <c:pt idx="22289">
                  <c:v>6.3070399999999998</c:v>
                </c:pt>
                <c:pt idx="22290">
                  <c:v>6.3073399999999999</c:v>
                </c:pt>
                <c:pt idx="22291">
                  <c:v>6.3076499999999998</c:v>
                </c:pt>
                <c:pt idx="22292">
                  <c:v>6.3079499999999999</c:v>
                </c:pt>
                <c:pt idx="22293">
                  <c:v>6.3082599999999998</c:v>
                </c:pt>
                <c:pt idx="22294">
                  <c:v>6.3085599999999999</c:v>
                </c:pt>
                <c:pt idx="22295">
                  <c:v>6.3088699999999998</c:v>
                </c:pt>
                <c:pt idx="22296">
                  <c:v>6.3091699999999999</c:v>
                </c:pt>
                <c:pt idx="22297">
                  <c:v>6.3094799999999998</c:v>
                </c:pt>
                <c:pt idx="22298">
                  <c:v>6.3097899999999996</c:v>
                </c:pt>
                <c:pt idx="22299">
                  <c:v>6.3100899999999998</c:v>
                </c:pt>
                <c:pt idx="22300">
                  <c:v>6.3103999999999996</c:v>
                </c:pt>
                <c:pt idx="22301">
                  <c:v>6.3106999999999998</c:v>
                </c:pt>
                <c:pt idx="22302">
                  <c:v>6.3110099999999996</c:v>
                </c:pt>
                <c:pt idx="22303">
                  <c:v>6.3113099999999998</c:v>
                </c:pt>
                <c:pt idx="22304">
                  <c:v>6.3116199999999996</c:v>
                </c:pt>
                <c:pt idx="22305">
                  <c:v>6.3119199999999998</c:v>
                </c:pt>
                <c:pt idx="22306">
                  <c:v>6.3122299999999996</c:v>
                </c:pt>
                <c:pt idx="22307">
                  <c:v>6.3125299999999998</c:v>
                </c:pt>
                <c:pt idx="22308">
                  <c:v>6.3128399999999996</c:v>
                </c:pt>
                <c:pt idx="22309">
                  <c:v>6.3131500000000003</c:v>
                </c:pt>
                <c:pt idx="22310">
                  <c:v>6.3134499999999996</c:v>
                </c:pt>
                <c:pt idx="22311">
                  <c:v>6.3137600000000003</c:v>
                </c:pt>
                <c:pt idx="22312">
                  <c:v>6.3140599999999996</c:v>
                </c:pt>
                <c:pt idx="22313">
                  <c:v>6.3143700000000003</c:v>
                </c:pt>
                <c:pt idx="22314">
                  <c:v>6.3146699999999996</c:v>
                </c:pt>
                <c:pt idx="22315">
                  <c:v>6.3149800000000003</c:v>
                </c:pt>
                <c:pt idx="22316">
                  <c:v>6.3152799999999996</c:v>
                </c:pt>
                <c:pt idx="22317">
                  <c:v>6.3155900000000003</c:v>
                </c:pt>
                <c:pt idx="22318">
                  <c:v>6.3158899999999996</c:v>
                </c:pt>
                <c:pt idx="22319">
                  <c:v>6.3162000000000003</c:v>
                </c:pt>
                <c:pt idx="22320">
                  <c:v>6.3164999999999996</c:v>
                </c:pt>
                <c:pt idx="22321">
                  <c:v>6.3168100000000003</c:v>
                </c:pt>
                <c:pt idx="22322">
                  <c:v>6.3171200000000001</c:v>
                </c:pt>
                <c:pt idx="22323">
                  <c:v>6.3174200000000003</c:v>
                </c:pt>
                <c:pt idx="22324">
                  <c:v>6.3177300000000001</c:v>
                </c:pt>
                <c:pt idx="22325">
                  <c:v>6.3180300000000003</c:v>
                </c:pt>
                <c:pt idx="22326">
                  <c:v>6.3183400000000001</c:v>
                </c:pt>
                <c:pt idx="22327">
                  <c:v>6.3186400000000003</c:v>
                </c:pt>
                <c:pt idx="22328">
                  <c:v>6.3189500000000001</c:v>
                </c:pt>
                <c:pt idx="22329">
                  <c:v>6.3192500000000003</c:v>
                </c:pt>
                <c:pt idx="22330">
                  <c:v>6.3195600000000001</c:v>
                </c:pt>
                <c:pt idx="22331">
                  <c:v>6.3198600000000003</c:v>
                </c:pt>
                <c:pt idx="22332">
                  <c:v>6.3201700000000001</c:v>
                </c:pt>
                <c:pt idx="22333">
                  <c:v>6.3204700000000003</c:v>
                </c:pt>
                <c:pt idx="22334">
                  <c:v>6.3207800000000001</c:v>
                </c:pt>
                <c:pt idx="22335">
                  <c:v>6.3210899999999999</c:v>
                </c:pt>
                <c:pt idx="22336">
                  <c:v>6.3213900000000001</c:v>
                </c:pt>
                <c:pt idx="22337">
                  <c:v>6.3216999999999999</c:v>
                </c:pt>
                <c:pt idx="22338">
                  <c:v>6.3220000000000001</c:v>
                </c:pt>
                <c:pt idx="22339">
                  <c:v>6.3223099999999999</c:v>
                </c:pt>
                <c:pt idx="22340">
                  <c:v>6.3226100000000001</c:v>
                </c:pt>
                <c:pt idx="22341">
                  <c:v>6.3229199999999999</c:v>
                </c:pt>
                <c:pt idx="22342">
                  <c:v>6.3232200000000001</c:v>
                </c:pt>
                <c:pt idx="22343">
                  <c:v>6.3235299999999999</c:v>
                </c:pt>
                <c:pt idx="22344">
                  <c:v>6.3238300000000001</c:v>
                </c:pt>
                <c:pt idx="22345">
                  <c:v>6.3241399999999999</c:v>
                </c:pt>
                <c:pt idx="22346">
                  <c:v>6.3244400000000001</c:v>
                </c:pt>
                <c:pt idx="22347">
                  <c:v>6.3247499999999999</c:v>
                </c:pt>
                <c:pt idx="22348">
                  <c:v>6.3250599999999997</c:v>
                </c:pt>
                <c:pt idx="22349">
                  <c:v>6.3253599999999999</c:v>
                </c:pt>
                <c:pt idx="22350">
                  <c:v>6.3256699999999997</c:v>
                </c:pt>
                <c:pt idx="22351">
                  <c:v>6.3259699999999999</c:v>
                </c:pt>
                <c:pt idx="22352">
                  <c:v>6.3262799999999997</c:v>
                </c:pt>
                <c:pt idx="22353">
                  <c:v>6.3265799999999999</c:v>
                </c:pt>
                <c:pt idx="22354">
                  <c:v>6.3268899999999997</c:v>
                </c:pt>
                <c:pt idx="22355">
                  <c:v>6.3271899999999999</c:v>
                </c:pt>
                <c:pt idx="22356">
                  <c:v>6.3274999999999997</c:v>
                </c:pt>
                <c:pt idx="22357">
                  <c:v>6.3277999999999999</c:v>
                </c:pt>
                <c:pt idx="22358">
                  <c:v>6.3281099999999997</c:v>
                </c:pt>
                <c:pt idx="22359">
                  <c:v>6.3284099999999999</c:v>
                </c:pt>
                <c:pt idx="22360">
                  <c:v>6.3287199999999997</c:v>
                </c:pt>
                <c:pt idx="22361">
                  <c:v>6.3290300000000004</c:v>
                </c:pt>
                <c:pt idx="22362">
                  <c:v>6.3293299999999997</c:v>
                </c:pt>
                <c:pt idx="22363">
                  <c:v>6.3296400000000004</c:v>
                </c:pt>
                <c:pt idx="22364">
                  <c:v>6.3299399999999997</c:v>
                </c:pt>
                <c:pt idx="22365">
                  <c:v>6.3302500000000004</c:v>
                </c:pt>
                <c:pt idx="22366">
                  <c:v>6.3305499999999997</c:v>
                </c:pt>
                <c:pt idx="22367">
                  <c:v>6.3308600000000004</c:v>
                </c:pt>
                <c:pt idx="22368">
                  <c:v>6.3311599999999997</c:v>
                </c:pt>
                <c:pt idx="22369">
                  <c:v>6.3314700000000004</c:v>
                </c:pt>
                <c:pt idx="22370">
                  <c:v>6.3317699999999997</c:v>
                </c:pt>
                <c:pt idx="22371">
                  <c:v>6.3320800000000004</c:v>
                </c:pt>
                <c:pt idx="22372">
                  <c:v>6.3323900000000002</c:v>
                </c:pt>
                <c:pt idx="22373">
                  <c:v>6.3326900000000004</c:v>
                </c:pt>
                <c:pt idx="22374">
                  <c:v>6.3330000000000002</c:v>
                </c:pt>
                <c:pt idx="22375">
                  <c:v>6.3333000000000004</c:v>
                </c:pt>
                <c:pt idx="22376">
                  <c:v>6.3336100000000002</c:v>
                </c:pt>
                <c:pt idx="22377">
                  <c:v>6.3339100000000004</c:v>
                </c:pt>
                <c:pt idx="22378">
                  <c:v>6.3342200000000002</c:v>
                </c:pt>
                <c:pt idx="22379">
                  <c:v>6.3345200000000004</c:v>
                </c:pt>
                <c:pt idx="22380">
                  <c:v>6.3348300000000002</c:v>
                </c:pt>
                <c:pt idx="22381">
                  <c:v>6.3351300000000004</c:v>
                </c:pt>
                <c:pt idx="22382">
                  <c:v>6.3354400000000002</c:v>
                </c:pt>
                <c:pt idx="22383">
                  <c:v>6.3357400000000004</c:v>
                </c:pt>
                <c:pt idx="22384">
                  <c:v>6.3360500000000002</c:v>
                </c:pt>
                <c:pt idx="22385">
                  <c:v>6.33636</c:v>
                </c:pt>
                <c:pt idx="22386">
                  <c:v>6.3366600000000002</c:v>
                </c:pt>
                <c:pt idx="22387">
                  <c:v>6.33697</c:v>
                </c:pt>
                <c:pt idx="22388">
                  <c:v>6.3372700000000002</c:v>
                </c:pt>
                <c:pt idx="22389">
                  <c:v>6.33758</c:v>
                </c:pt>
                <c:pt idx="22390">
                  <c:v>6.3378800000000002</c:v>
                </c:pt>
                <c:pt idx="22391">
                  <c:v>6.33819</c:v>
                </c:pt>
                <c:pt idx="22392">
                  <c:v>6.3384900000000002</c:v>
                </c:pt>
                <c:pt idx="22393">
                  <c:v>6.3388</c:v>
                </c:pt>
                <c:pt idx="22394">
                  <c:v>6.3391000000000002</c:v>
                </c:pt>
                <c:pt idx="22395">
                  <c:v>6.33941</c:v>
                </c:pt>
                <c:pt idx="22396">
                  <c:v>6.3397100000000002</c:v>
                </c:pt>
                <c:pt idx="22397">
                  <c:v>6.34002</c:v>
                </c:pt>
                <c:pt idx="22398">
                  <c:v>6.3403299999999998</c:v>
                </c:pt>
                <c:pt idx="22399">
                  <c:v>6.34063</c:v>
                </c:pt>
                <c:pt idx="22400">
                  <c:v>6.3409399999999998</c:v>
                </c:pt>
                <c:pt idx="22401">
                  <c:v>6.34124</c:v>
                </c:pt>
                <c:pt idx="22402">
                  <c:v>6.3415499999999998</c:v>
                </c:pt>
                <c:pt idx="22403">
                  <c:v>6.34185</c:v>
                </c:pt>
                <c:pt idx="22404">
                  <c:v>6.3421599999999998</c:v>
                </c:pt>
                <c:pt idx="22405">
                  <c:v>6.34246</c:v>
                </c:pt>
                <c:pt idx="22406">
                  <c:v>6.3427699999999998</c:v>
                </c:pt>
                <c:pt idx="22407">
                  <c:v>6.34307</c:v>
                </c:pt>
                <c:pt idx="22408">
                  <c:v>6.3433799999999998</c:v>
                </c:pt>
                <c:pt idx="22409">
                  <c:v>6.34368</c:v>
                </c:pt>
                <c:pt idx="22410">
                  <c:v>6.3439899999999998</c:v>
                </c:pt>
                <c:pt idx="22411">
                  <c:v>6.3442999999999996</c:v>
                </c:pt>
                <c:pt idx="22412">
                  <c:v>6.3445999999999998</c:v>
                </c:pt>
                <c:pt idx="22413">
                  <c:v>6.3449099999999996</c:v>
                </c:pt>
                <c:pt idx="22414">
                  <c:v>6.3452099999999998</c:v>
                </c:pt>
                <c:pt idx="22415">
                  <c:v>6.3455199999999996</c:v>
                </c:pt>
                <c:pt idx="22416">
                  <c:v>6.3458199999999998</c:v>
                </c:pt>
                <c:pt idx="22417">
                  <c:v>6.3461299999999996</c:v>
                </c:pt>
                <c:pt idx="22418">
                  <c:v>6.3464299999999998</c:v>
                </c:pt>
                <c:pt idx="22419">
                  <c:v>6.3467399999999996</c:v>
                </c:pt>
                <c:pt idx="22420">
                  <c:v>6.3470399999999998</c:v>
                </c:pt>
                <c:pt idx="22421">
                  <c:v>6.3473499999999996</c:v>
                </c:pt>
                <c:pt idx="22422">
                  <c:v>6.3476499999999998</c:v>
                </c:pt>
                <c:pt idx="22423">
                  <c:v>6.3479599999999996</c:v>
                </c:pt>
                <c:pt idx="22424">
                  <c:v>6.3482700000000003</c:v>
                </c:pt>
                <c:pt idx="22425">
                  <c:v>6.3485699999999996</c:v>
                </c:pt>
                <c:pt idx="22426">
                  <c:v>6.3488800000000003</c:v>
                </c:pt>
                <c:pt idx="22427">
                  <c:v>6.3491799999999996</c:v>
                </c:pt>
                <c:pt idx="22428">
                  <c:v>6.3494900000000003</c:v>
                </c:pt>
                <c:pt idx="22429">
                  <c:v>6.3497899999999996</c:v>
                </c:pt>
                <c:pt idx="22430">
                  <c:v>6.3501000000000003</c:v>
                </c:pt>
                <c:pt idx="22431">
                  <c:v>6.3503999999999996</c:v>
                </c:pt>
                <c:pt idx="22432">
                  <c:v>6.3507100000000003</c:v>
                </c:pt>
                <c:pt idx="22433">
                  <c:v>6.3510099999999996</c:v>
                </c:pt>
                <c:pt idx="22434">
                  <c:v>6.3513200000000003</c:v>
                </c:pt>
                <c:pt idx="22435">
                  <c:v>6.3516300000000001</c:v>
                </c:pt>
                <c:pt idx="22436">
                  <c:v>6.3519300000000003</c:v>
                </c:pt>
                <c:pt idx="22437">
                  <c:v>6.3522400000000001</c:v>
                </c:pt>
                <c:pt idx="22438">
                  <c:v>6.3525400000000003</c:v>
                </c:pt>
                <c:pt idx="22439">
                  <c:v>6.3528500000000001</c:v>
                </c:pt>
                <c:pt idx="22440">
                  <c:v>6.3531500000000003</c:v>
                </c:pt>
                <c:pt idx="22441">
                  <c:v>6.3534600000000001</c:v>
                </c:pt>
                <c:pt idx="22442">
                  <c:v>6.3537600000000003</c:v>
                </c:pt>
                <c:pt idx="22443">
                  <c:v>6.3540700000000001</c:v>
                </c:pt>
                <c:pt idx="22444">
                  <c:v>6.3543700000000003</c:v>
                </c:pt>
                <c:pt idx="22445">
                  <c:v>6.3546800000000001</c:v>
                </c:pt>
                <c:pt idx="22446">
                  <c:v>6.3549800000000003</c:v>
                </c:pt>
                <c:pt idx="22447">
                  <c:v>6.3552900000000001</c:v>
                </c:pt>
                <c:pt idx="22448">
                  <c:v>6.3555999999999999</c:v>
                </c:pt>
                <c:pt idx="22449">
                  <c:v>6.3559000000000001</c:v>
                </c:pt>
                <c:pt idx="22450">
                  <c:v>6.3562099999999999</c:v>
                </c:pt>
                <c:pt idx="22451">
                  <c:v>6.3565100000000001</c:v>
                </c:pt>
                <c:pt idx="22452">
                  <c:v>6.3568199999999999</c:v>
                </c:pt>
                <c:pt idx="22453">
                  <c:v>6.3571200000000001</c:v>
                </c:pt>
                <c:pt idx="22454">
                  <c:v>6.3574299999999999</c:v>
                </c:pt>
                <c:pt idx="22455">
                  <c:v>6.3577300000000001</c:v>
                </c:pt>
                <c:pt idx="22456">
                  <c:v>6.3580399999999999</c:v>
                </c:pt>
                <c:pt idx="22457">
                  <c:v>6.3583400000000001</c:v>
                </c:pt>
                <c:pt idx="22458">
                  <c:v>6.3586499999999999</c:v>
                </c:pt>
                <c:pt idx="22459">
                  <c:v>6.3589500000000001</c:v>
                </c:pt>
                <c:pt idx="22460">
                  <c:v>6.3592599999999999</c:v>
                </c:pt>
                <c:pt idx="22461">
                  <c:v>6.3595699999999997</c:v>
                </c:pt>
                <c:pt idx="22462">
                  <c:v>6.3598699999999999</c:v>
                </c:pt>
                <c:pt idx="22463">
                  <c:v>6.3601799999999997</c:v>
                </c:pt>
                <c:pt idx="22464">
                  <c:v>6.3604799999999999</c:v>
                </c:pt>
                <c:pt idx="22465">
                  <c:v>6.3607899999999997</c:v>
                </c:pt>
                <c:pt idx="22466">
                  <c:v>6.3610899999999999</c:v>
                </c:pt>
                <c:pt idx="22467">
                  <c:v>6.3613999999999997</c:v>
                </c:pt>
                <c:pt idx="22468">
                  <c:v>6.3616999999999999</c:v>
                </c:pt>
                <c:pt idx="22469">
                  <c:v>6.3620099999999997</c:v>
                </c:pt>
                <c:pt idx="22470">
                  <c:v>6.3623099999999999</c:v>
                </c:pt>
                <c:pt idx="22471">
                  <c:v>6.3626199999999997</c:v>
                </c:pt>
                <c:pt idx="22472">
                  <c:v>6.3629199999999999</c:v>
                </c:pt>
                <c:pt idx="22473">
                  <c:v>6.3632299999999997</c:v>
                </c:pt>
                <c:pt idx="22474">
                  <c:v>6.3635400000000004</c:v>
                </c:pt>
                <c:pt idx="22475">
                  <c:v>6.3638399999999997</c:v>
                </c:pt>
                <c:pt idx="22476">
                  <c:v>6.3641500000000004</c:v>
                </c:pt>
                <c:pt idx="22477">
                  <c:v>6.3644499999999997</c:v>
                </c:pt>
                <c:pt idx="22478">
                  <c:v>6.3647600000000004</c:v>
                </c:pt>
                <c:pt idx="22479">
                  <c:v>6.3650599999999997</c:v>
                </c:pt>
                <c:pt idx="22480">
                  <c:v>6.3653700000000004</c:v>
                </c:pt>
                <c:pt idx="22481">
                  <c:v>6.3656699999999997</c:v>
                </c:pt>
                <c:pt idx="22482">
                  <c:v>6.3659800000000004</c:v>
                </c:pt>
                <c:pt idx="22483">
                  <c:v>6.3662799999999997</c:v>
                </c:pt>
                <c:pt idx="22484">
                  <c:v>6.3665900000000004</c:v>
                </c:pt>
                <c:pt idx="22485">
                  <c:v>6.3669000000000002</c:v>
                </c:pt>
                <c:pt idx="22486">
                  <c:v>6.3672000000000004</c:v>
                </c:pt>
                <c:pt idx="22487">
                  <c:v>6.3675100000000002</c:v>
                </c:pt>
                <c:pt idx="22488">
                  <c:v>6.3678100000000004</c:v>
                </c:pt>
                <c:pt idx="22489">
                  <c:v>6.3681200000000002</c:v>
                </c:pt>
                <c:pt idx="22490">
                  <c:v>6.3684200000000004</c:v>
                </c:pt>
                <c:pt idx="22491">
                  <c:v>6.3687300000000002</c:v>
                </c:pt>
                <c:pt idx="22492">
                  <c:v>6.3690300000000004</c:v>
                </c:pt>
                <c:pt idx="22493">
                  <c:v>6.3693400000000002</c:v>
                </c:pt>
                <c:pt idx="22494">
                  <c:v>6.3696400000000004</c:v>
                </c:pt>
                <c:pt idx="22495">
                  <c:v>6.3699500000000002</c:v>
                </c:pt>
                <c:pt idx="22496">
                  <c:v>6.3702500000000004</c:v>
                </c:pt>
                <c:pt idx="22497">
                  <c:v>6.3705600000000002</c:v>
                </c:pt>
                <c:pt idx="22498">
                  <c:v>6.37087</c:v>
                </c:pt>
                <c:pt idx="22499">
                  <c:v>6.3711700000000002</c:v>
                </c:pt>
                <c:pt idx="22500">
                  <c:v>6.37148</c:v>
                </c:pt>
                <c:pt idx="22501">
                  <c:v>6.3717800000000002</c:v>
                </c:pt>
                <c:pt idx="22502">
                  <c:v>6.37209</c:v>
                </c:pt>
                <c:pt idx="22503">
                  <c:v>6.3723900000000002</c:v>
                </c:pt>
                <c:pt idx="22504">
                  <c:v>6.3727</c:v>
                </c:pt>
                <c:pt idx="22505">
                  <c:v>6.3730000000000002</c:v>
                </c:pt>
                <c:pt idx="22506">
                  <c:v>6.37331</c:v>
                </c:pt>
                <c:pt idx="22507">
                  <c:v>6.3736100000000002</c:v>
                </c:pt>
                <c:pt idx="22508">
                  <c:v>6.37392</c:v>
                </c:pt>
                <c:pt idx="22509">
                  <c:v>6.3742200000000002</c:v>
                </c:pt>
                <c:pt idx="22510">
                  <c:v>6.37453</c:v>
                </c:pt>
                <c:pt idx="22511">
                  <c:v>6.3748399999999998</c:v>
                </c:pt>
                <c:pt idx="22512">
                  <c:v>6.37514</c:v>
                </c:pt>
                <c:pt idx="22513">
                  <c:v>6.3754499999999998</c:v>
                </c:pt>
                <c:pt idx="22514">
                  <c:v>6.37575</c:v>
                </c:pt>
                <c:pt idx="22515">
                  <c:v>6.3760599999999998</c:v>
                </c:pt>
                <c:pt idx="22516">
                  <c:v>6.37636</c:v>
                </c:pt>
                <c:pt idx="22517">
                  <c:v>6.3766699999999998</c:v>
                </c:pt>
                <c:pt idx="22518">
                  <c:v>6.37697</c:v>
                </c:pt>
                <c:pt idx="22519">
                  <c:v>6.3772799999999998</c:v>
                </c:pt>
                <c:pt idx="22520">
                  <c:v>6.37758</c:v>
                </c:pt>
                <c:pt idx="22521">
                  <c:v>6.3778899999999998</c:v>
                </c:pt>
                <c:pt idx="22522">
                  <c:v>6.37819</c:v>
                </c:pt>
                <c:pt idx="22523">
                  <c:v>6.3784999999999998</c:v>
                </c:pt>
                <c:pt idx="22524">
                  <c:v>6.3788099999999996</c:v>
                </c:pt>
                <c:pt idx="22525">
                  <c:v>6.3791099999999998</c:v>
                </c:pt>
                <c:pt idx="22526">
                  <c:v>6.3794199999999996</c:v>
                </c:pt>
                <c:pt idx="22527">
                  <c:v>6.3797199999999998</c:v>
                </c:pt>
                <c:pt idx="22528">
                  <c:v>6.3800299999999996</c:v>
                </c:pt>
                <c:pt idx="22529">
                  <c:v>6.3803299999999998</c:v>
                </c:pt>
                <c:pt idx="22530">
                  <c:v>6.3806399999999996</c:v>
                </c:pt>
                <c:pt idx="22531">
                  <c:v>6.3809399999999998</c:v>
                </c:pt>
                <c:pt idx="22532">
                  <c:v>6.3812499999999996</c:v>
                </c:pt>
                <c:pt idx="22533">
                  <c:v>6.3815499999999998</c:v>
                </c:pt>
                <c:pt idx="22534">
                  <c:v>6.3818599999999996</c:v>
                </c:pt>
                <c:pt idx="22535">
                  <c:v>6.3821599999999998</c:v>
                </c:pt>
                <c:pt idx="22536">
                  <c:v>6.3824699999999996</c:v>
                </c:pt>
                <c:pt idx="22537">
                  <c:v>6.3827800000000003</c:v>
                </c:pt>
                <c:pt idx="22538">
                  <c:v>6.3830799999999996</c:v>
                </c:pt>
                <c:pt idx="22539">
                  <c:v>6.3833900000000003</c:v>
                </c:pt>
                <c:pt idx="22540">
                  <c:v>6.3836899999999996</c:v>
                </c:pt>
                <c:pt idx="22541">
                  <c:v>6.3840000000000003</c:v>
                </c:pt>
                <c:pt idx="22542">
                  <c:v>6.3842999999999996</c:v>
                </c:pt>
                <c:pt idx="22543">
                  <c:v>6.3846100000000003</c:v>
                </c:pt>
                <c:pt idx="22544">
                  <c:v>6.3849099999999996</c:v>
                </c:pt>
                <c:pt idx="22545">
                  <c:v>6.3852200000000003</c:v>
                </c:pt>
                <c:pt idx="22546">
                  <c:v>6.3855199999999996</c:v>
                </c:pt>
                <c:pt idx="22547">
                  <c:v>6.3858300000000003</c:v>
                </c:pt>
                <c:pt idx="22548">
                  <c:v>6.3861400000000001</c:v>
                </c:pt>
                <c:pt idx="22549">
                  <c:v>6.3864400000000003</c:v>
                </c:pt>
                <c:pt idx="22550">
                  <c:v>6.3867500000000001</c:v>
                </c:pt>
                <c:pt idx="22551">
                  <c:v>6.3870500000000003</c:v>
                </c:pt>
                <c:pt idx="22552">
                  <c:v>6.3873600000000001</c:v>
                </c:pt>
                <c:pt idx="22553">
                  <c:v>6.3876600000000003</c:v>
                </c:pt>
                <c:pt idx="22554">
                  <c:v>6.3879700000000001</c:v>
                </c:pt>
                <c:pt idx="22555">
                  <c:v>6.3882700000000003</c:v>
                </c:pt>
                <c:pt idx="22556">
                  <c:v>6.3885800000000001</c:v>
                </c:pt>
                <c:pt idx="22557">
                  <c:v>6.3888800000000003</c:v>
                </c:pt>
                <c:pt idx="22558">
                  <c:v>6.3891900000000001</c:v>
                </c:pt>
                <c:pt idx="22559">
                  <c:v>6.3894900000000003</c:v>
                </c:pt>
                <c:pt idx="22560">
                  <c:v>6.3898000000000001</c:v>
                </c:pt>
                <c:pt idx="22561">
                  <c:v>6.39011</c:v>
                </c:pt>
                <c:pt idx="22562">
                  <c:v>6.3904100000000001</c:v>
                </c:pt>
                <c:pt idx="22563">
                  <c:v>6.39072</c:v>
                </c:pt>
                <c:pt idx="22564">
                  <c:v>6.3910200000000001</c:v>
                </c:pt>
                <c:pt idx="22565">
                  <c:v>6.39133</c:v>
                </c:pt>
                <c:pt idx="22566">
                  <c:v>6.3916300000000001</c:v>
                </c:pt>
                <c:pt idx="22567">
                  <c:v>6.39194</c:v>
                </c:pt>
                <c:pt idx="22568">
                  <c:v>6.3922400000000001</c:v>
                </c:pt>
                <c:pt idx="22569">
                  <c:v>6.39255</c:v>
                </c:pt>
                <c:pt idx="22570">
                  <c:v>6.3928500000000001</c:v>
                </c:pt>
                <c:pt idx="22571">
                  <c:v>6.39316</c:v>
                </c:pt>
                <c:pt idx="22572">
                  <c:v>6.3934600000000001</c:v>
                </c:pt>
                <c:pt idx="22573">
                  <c:v>6.39377</c:v>
                </c:pt>
                <c:pt idx="22574">
                  <c:v>6.3940799999999998</c:v>
                </c:pt>
                <c:pt idx="22575">
                  <c:v>6.39438</c:v>
                </c:pt>
                <c:pt idx="22576">
                  <c:v>6.3946899999999998</c:v>
                </c:pt>
                <c:pt idx="22577">
                  <c:v>6.39499</c:v>
                </c:pt>
                <c:pt idx="22578">
                  <c:v>6.3952999999999998</c:v>
                </c:pt>
                <c:pt idx="22579">
                  <c:v>6.3956</c:v>
                </c:pt>
                <c:pt idx="22580">
                  <c:v>6.3959099999999998</c:v>
                </c:pt>
                <c:pt idx="22581">
                  <c:v>6.39621</c:v>
                </c:pt>
                <c:pt idx="22582">
                  <c:v>6.3965199999999998</c:v>
                </c:pt>
                <c:pt idx="22583">
                  <c:v>6.39682</c:v>
                </c:pt>
                <c:pt idx="22584">
                  <c:v>6.3971299999999998</c:v>
                </c:pt>
                <c:pt idx="22585">
                  <c:v>6.3974299999999999</c:v>
                </c:pt>
                <c:pt idx="22586">
                  <c:v>6.3977399999999998</c:v>
                </c:pt>
                <c:pt idx="22587">
                  <c:v>6.3980499999999996</c:v>
                </c:pt>
                <c:pt idx="22588">
                  <c:v>6.3983499999999998</c:v>
                </c:pt>
                <c:pt idx="22589">
                  <c:v>6.3986599999999996</c:v>
                </c:pt>
                <c:pt idx="22590">
                  <c:v>6.3989599999999998</c:v>
                </c:pt>
                <c:pt idx="22591">
                  <c:v>6.3992699999999996</c:v>
                </c:pt>
                <c:pt idx="22592">
                  <c:v>6.3995699999999998</c:v>
                </c:pt>
                <c:pt idx="22593">
                  <c:v>6.3998799999999996</c:v>
                </c:pt>
                <c:pt idx="22594">
                  <c:v>6.4001799999999998</c:v>
                </c:pt>
                <c:pt idx="22595">
                  <c:v>6.4004899999999996</c:v>
                </c:pt>
                <c:pt idx="22596">
                  <c:v>6.4007899999999998</c:v>
                </c:pt>
                <c:pt idx="22597">
                  <c:v>6.4010999999999996</c:v>
                </c:pt>
                <c:pt idx="22598">
                  <c:v>6.4013999999999998</c:v>
                </c:pt>
                <c:pt idx="22599">
                  <c:v>6.4017099999999996</c:v>
                </c:pt>
                <c:pt idx="22600">
                  <c:v>6.4020200000000003</c:v>
                </c:pt>
                <c:pt idx="22601">
                  <c:v>6.4023199999999996</c:v>
                </c:pt>
                <c:pt idx="22602">
                  <c:v>6.4026300000000003</c:v>
                </c:pt>
                <c:pt idx="22603">
                  <c:v>6.4029299999999996</c:v>
                </c:pt>
                <c:pt idx="22604">
                  <c:v>6.4032400000000003</c:v>
                </c:pt>
                <c:pt idx="22605">
                  <c:v>6.4035399999999996</c:v>
                </c:pt>
                <c:pt idx="22606">
                  <c:v>6.4038500000000003</c:v>
                </c:pt>
                <c:pt idx="22607">
                  <c:v>6.4041499999999996</c:v>
                </c:pt>
                <c:pt idx="22608">
                  <c:v>6.4044600000000003</c:v>
                </c:pt>
                <c:pt idx="22609">
                  <c:v>6.4047599999999996</c:v>
                </c:pt>
                <c:pt idx="22610">
                  <c:v>6.4050700000000003</c:v>
                </c:pt>
                <c:pt idx="22611">
                  <c:v>6.4053800000000001</c:v>
                </c:pt>
                <c:pt idx="22612">
                  <c:v>6.4056800000000003</c:v>
                </c:pt>
                <c:pt idx="22613">
                  <c:v>6.4059900000000001</c:v>
                </c:pt>
                <c:pt idx="22614">
                  <c:v>6.4062900000000003</c:v>
                </c:pt>
                <c:pt idx="22615">
                  <c:v>6.4066000000000001</c:v>
                </c:pt>
                <c:pt idx="22616">
                  <c:v>6.4069000000000003</c:v>
                </c:pt>
                <c:pt idx="22617">
                  <c:v>6.4072100000000001</c:v>
                </c:pt>
                <c:pt idx="22618">
                  <c:v>6.4075100000000003</c:v>
                </c:pt>
                <c:pt idx="22619">
                  <c:v>6.4078200000000001</c:v>
                </c:pt>
                <c:pt idx="22620">
                  <c:v>6.4081200000000003</c:v>
                </c:pt>
                <c:pt idx="22621">
                  <c:v>6.4084300000000001</c:v>
                </c:pt>
                <c:pt idx="22622">
                  <c:v>6.4087300000000003</c:v>
                </c:pt>
                <c:pt idx="22623">
                  <c:v>6.4090400000000001</c:v>
                </c:pt>
                <c:pt idx="22624">
                  <c:v>6.4093499999999999</c:v>
                </c:pt>
                <c:pt idx="22625">
                  <c:v>6.4096500000000001</c:v>
                </c:pt>
                <c:pt idx="22626">
                  <c:v>6.4099599999999999</c:v>
                </c:pt>
                <c:pt idx="22627">
                  <c:v>6.4102600000000001</c:v>
                </c:pt>
                <c:pt idx="22628">
                  <c:v>6.4105699999999999</c:v>
                </c:pt>
                <c:pt idx="22629">
                  <c:v>6.4108700000000001</c:v>
                </c:pt>
                <c:pt idx="22630">
                  <c:v>6.4111799999999999</c:v>
                </c:pt>
                <c:pt idx="22631">
                  <c:v>6.4114800000000001</c:v>
                </c:pt>
                <c:pt idx="22632">
                  <c:v>6.4117899999999999</c:v>
                </c:pt>
                <c:pt idx="22633">
                  <c:v>6.4120900000000001</c:v>
                </c:pt>
                <c:pt idx="22634">
                  <c:v>6.4123999999999999</c:v>
                </c:pt>
                <c:pt idx="22635">
                  <c:v>6.4127000000000001</c:v>
                </c:pt>
                <c:pt idx="22636">
                  <c:v>6.4130099999999999</c:v>
                </c:pt>
                <c:pt idx="22637">
                  <c:v>6.4133199999999997</c:v>
                </c:pt>
                <c:pt idx="22638">
                  <c:v>6.4136199999999999</c:v>
                </c:pt>
                <c:pt idx="22639">
                  <c:v>6.4139299999999997</c:v>
                </c:pt>
                <c:pt idx="22640">
                  <c:v>6.4142299999999999</c:v>
                </c:pt>
                <c:pt idx="22641">
                  <c:v>6.4145399999999997</c:v>
                </c:pt>
                <c:pt idx="22642">
                  <c:v>6.4148399999999999</c:v>
                </c:pt>
                <c:pt idx="22643">
                  <c:v>6.4151499999999997</c:v>
                </c:pt>
                <c:pt idx="22644">
                  <c:v>6.4154499999999999</c:v>
                </c:pt>
                <c:pt idx="22645">
                  <c:v>6.4157599999999997</c:v>
                </c:pt>
                <c:pt idx="22646">
                  <c:v>6.4160599999999999</c:v>
                </c:pt>
                <c:pt idx="22647">
                  <c:v>6.4163699999999997</c:v>
                </c:pt>
                <c:pt idx="22648">
                  <c:v>6.4166699999999999</c:v>
                </c:pt>
                <c:pt idx="22649">
                  <c:v>6.4169799999999997</c:v>
                </c:pt>
                <c:pt idx="22650">
                  <c:v>6.4172900000000004</c:v>
                </c:pt>
                <c:pt idx="22651">
                  <c:v>6.4175899999999997</c:v>
                </c:pt>
                <c:pt idx="22652">
                  <c:v>6.4179000000000004</c:v>
                </c:pt>
                <c:pt idx="22653">
                  <c:v>6.4181999999999997</c:v>
                </c:pt>
                <c:pt idx="22654">
                  <c:v>6.4185100000000004</c:v>
                </c:pt>
                <c:pt idx="22655">
                  <c:v>6.4188099999999997</c:v>
                </c:pt>
                <c:pt idx="22656">
                  <c:v>6.4191200000000004</c:v>
                </c:pt>
                <c:pt idx="22657">
                  <c:v>6.4194199999999997</c:v>
                </c:pt>
                <c:pt idx="22658">
                  <c:v>6.4197300000000004</c:v>
                </c:pt>
                <c:pt idx="22659">
                  <c:v>6.4200299999999997</c:v>
                </c:pt>
                <c:pt idx="22660">
                  <c:v>6.4203400000000004</c:v>
                </c:pt>
                <c:pt idx="22661">
                  <c:v>6.4206500000000002</c:v>
                </c:pt>
                <c:pt idx="22662">
                  <c:v>6.4209500000000004</c:v>
                </c:pt>
                <c:pt idx="22663">
                  <c:v>6.4212600000000002</c:v>
                </c:pt>
                <c:pt idx="22664">
                  <c:v>6.4215600000000004</c:v>
                </c:pt>
                <c:pt idx="22665">
                  <c:v>6.4218700000000002</c:v>
                </c:pt>
                <c:pt idx="22666">
                  <c:v>6.4221700000000004</c:v>
                </c:pt>
                <c:pt idx="22667">
                  <c:v>6.4224800000000002</c:v>
                </c:pt>
                <c:pt idx="22668">
                  <c:v>6.4227800000000004</c:v>
                </c:pt>
                <c:pt idx="22669">
                  <c:v>6.4230900000000002</c:v>
                </c:pt>
                <c:pt idx="22670">
                  <c:v>6.4233900000000004</c:v>
                </c:pt>
                <c:pt idx="22671">
                  <c:v>6.4237000000000002</c:v>
                </c:pt>
                <c:pt idx="22672">
                  <c:v>6.4240000000000004</c:v>
                </c:pt>
                <c:pt idx="22673">
                  <c:v>6.4243100000000002</c:v>
                </c:pt>
                <c:pt idx="22674">
                  <c:v>6.42462</c:v>
                </c:pt>
                <c:pt idx="22675">
                  <c:v>6.4249200000000002</c:v>
                </c:pt>
                <c:pt idx="22676">
                  <c:v>6.42523</c:v>
                </c:pt>
                <c:pt idx="22677">
                  <c:v>6.4255300000000002</c:v>
                </c:pt>
                <c:pt idx="22678">
                  <c:v>6.42584</c:v>
                </c:pt>
                <c:pt idx="22679">
                  <c:v>6.4261400000000002</c:v>
                </c:pt>
                <c:pt idx="22680">
                  <c:v>6.42645</c:v>
                </c:pt>
                <c:pt idx="22681">
                  <c:v>6.4267500000000002</c:v>
                </c:pt>
                <c:pt idx="22682">
                  <c:v>6.42706</c:v>
                </c:pt>
                <c:pt idx="22683">
                  <c:v>6.4273600000000002</c:v>
                </c:pt>
                <c:pt idx="22684">
                  <c:v>6.42767</c:v>
                </c:pt>
                <c:pt idx="22685">
                  <c:v>6.4279700000000002</c:v>
                </c:pt>
                <c:pt idx="22686">
                  <c:v>6.42828</c:v>
                </c:pt>
                <c:pt idx="22687">
                  <c:v>6.4285899999999998</c:v>
                </c:pt>
                <c:pt idx="22688">
                  <c:v>6.42889</c:v>
                </c:pt>
                <c:pt idx="22689">
                  <c:v>6.4291999999999998</c:v>
                </c:pt>
                <c:pt idx="22690">
                  <c:v>6.4295</c:v>
                </c:pt>
                <c:pt idx="22691">
                  <c:v>6.4298099999999998</c:v>
                </c:pt>
                <c:pt idx="22692">
                  <c:v>6.43011</c:v>
                </c:pt>
                <c:pt idx="22693">
                  <c:v>6.4304199999999998</c:v>
                </c:pt>
                <c:pt idx="22694">
                  <c:v>6.43072</c:v>
                </c:pt>
                <c:pt idx="22695">
                  <c:v>6.4310299999999998</c:v>
                </c:pt>
                <c:pt idx="22696">
                  <c:v>6.43133</c:v>
                </c:pt>
                <c:pt idx="22697">
                  <c:v>6.4316399999999998</c:v>
                </c:pt>
                <c:pt idx="22698">
                  <c:v>6.43194</c:v>
                </c:pt>
                <c:pt idx="22699">
                  <c:v>6.4322499999999998</c:v>
                </c:pt>
                <c:pt idx="22700">
                  <c:v>6.4325599999999996</c:v>
                </c:pt>
                <c:pt idx="22701">
                  <c:v>6.4328599999999998</c:v>
                </c:pt>
                <c:pt idx="22702">
                  <c:v>6.4331699999999996</c:v>
                </c:pt>
                <c:pt idx="22703">
                  <c:v>6.4334699999999998</c:v>
                </c:pt>
                <c:pt idx="22704">
                  <c:v>6.4337799999999996</c:v>
                </c:pt>
                <c:pt idx="22705">
                  <c:v>6.4340799999999998</c:v>
                </c:pt>
                <c:pt idx="22706">
                  <c:v>6.4343899999999996</c:v>
                </c:pt>
                <c:pt idx="22707">
                  <c:v>6.4346899999999998</c:v>
                </c:pt>
                <c:pt idx="22708">
                  <c:v>6.4349999999999996</c:v>
                </c:pt>
                <c:pt idx="22709">
                  <c:v>6.4352999999999998</c:v>
                </c:pt>
                <c:pt idx="22710">
                  <c:v>6.4356099999999996</c:v>
                </c:pt>
                <c:pt idx="22711">
                  <c:v>6.4359099999999998</c:v>
                </c:pt>
                <c:pt idx="22712">
                  <c:v>6.4362199999999996</c:v>
                </c:pt>
                <c:pt idx="22713">
                  <c:v>6.4365300000000003</c:v>
                </c:pt>
                <c:pt idx="22714">
                  <c:v>6.4368299999999996</c:v>
                </c:pt>
                <c:pt idx="22715">
                  <c:v>6.4371400000000003</c:v>
                </c:pt>
                <c:pt idx="22716">
                  <c:v>6.4374399999999996</c:v>
                </c:pt>
                <c:pt idx="22717">
                  <c:v>6.4377500000000003</c:v>
                </c:pt>
                <c:pt idx="22718">
                  <c:v>6.4380499999999996</c:v>
                </c:pt>
                <c:pt idx="22719">
                  <c:v>6.4383600000000003</c:v>
                </c:pt>
                <c:pt idx="22720">
                  <c:v>6.4386599999999996</c:v>
                </c:pt>
                <c:pt idx="22721">
                  <c:v>6.4389700000000003</c:v>
                </c:pt>
                <c:pt idx="22722">
                  <c:v>6.4392699999999996</c:v>
                </c:pt>
                <c:pt idx="22723">
                  <c:v>6.4395800000000003</c:v>
                </c:pt>
                <c:pt idx="22724">
                  <c:v>6.4398900000000001</c:v>
                </c:pt>
                <c:pt idx="22725">
                  <c:v>6.4401900000000003</c:v>
                </c:pt>
                <c:pt idx="22726">
                  <c:v>6.4405000000000001</c:v>
                </c:pt>
                <c:pt idx="22727">
                  <c:v>6.4408000000000003</c:v>
                </c:pt>
                <c:pt idx="22728">
                  <c:v>6.4411100000000001</c:v>
                </c:pt>
                <c:pt idx="22729">
                  <c:v>6.4414100000000003</c:v>
                </c:pt>
                <c:pt idx="22730">
                  <c:v>6.4417200000000001</c:v>
                </c:pt>
                <c:pt idx="22731">
                  <c:v>6.4420200000000003</c:v>
                </c:pt>
                <c:pt idx="22732">
                  <c:v>6.4423300000000001</c:v>
                </c:pt>
                <c:pt idx="22733">
                  <c:v>6.4426300000000003</c:v>
                </c:pt>
                <c:pt idx="22734">
                  <c:v>6.4429400000000001</c:v>
                </c:pt>
                <c:pt idx="22735">
                  <c:v>6.4432400000000003</c:v>
                </c:pt>
                <c:pt idx="22736">
                  <c:v>6.4435500000000001</c:v>
                </c:pt>
                <c:pt idx="22737">
                  <c:v>6.4438599999999999</c:v>
                </c:pt>
                <c:pt idx="22738">
                  <c:v>6.4441600000000001</c:v>
                </c:pt>
                <c:pt idx="22739">
                  <c:v>6.4444699999999999</c:v>
                </c:pt>
                <c:pt idx="22740">
                  <c:v>6.4447700000000001</c:v>
                </c:pt>
                <c:pt idx="22741">
                  <c:v>6.4450799999999999</c:v>
                </c:pt>
                <c:pt idx="22742">
                  <c:v>6.4453800000000001</c:v>
                </c:pt>
                <c:pt idx="22743">
                  <c:v>6.4456899999999999</c:v>
                </c:pt>
                <c:pt idx="22744">
                  <c:v>6.4459900000000001</c:v>
                </c:pt>
                <c:pt idx="22745">
                  <c:v>6.4462999999999999</c:v>
                </c:pt>
                <c:pt idx="22746">
                  <c:v>6.4466000000000001</c:v>
                </c:pt>
                <c:pt idx="22747">
                  <c:v>6.4469099999999999</c:v>
                </c:pt>
                <c:pt idx="22748">
                  <c:v>6.4472100000000001</c:v>
                </c:pt>
                <c:pt idx="22749">
                  <c:v>6.4475199999999999</c:v>
                </c:pt>
                <c:pt idx="22750">
                  <c:v>6.4478299999999997</c:v>
                </c:pt>
                <c:pt idx="22751">
                  <c:v>6.4481299999999999</c:v>
                </c:pt>
                <c:pt idx="22752">
                  <c:v>6.4484399999999997</c:v>
                </c:pt>
                <c:pt idx="22753">
                  <c:v>6.4487399999999999</c:v>
                </c:pt>
                <c:pt idx="22754">
                  <c:v>6.4490499999999997</c:v>
                </c:pt>
                <c:pt idx="22755">
                  <c:v>6.4493499999999999</c:v>
                </c:pt>
                <c:pt idx="22756">
                  <c:v>6.4496599999999997</c:v>
                </c:pt>
                <c:pt idx="22757">
                  <c:v>6.4499599999999999</c:v>
                </c:pt>
                <c:pt idx="22758">
                  <c:v>6.4502699999999997</c:v>
                </c:pt>
                <c:pt idx="22759">
                  <c:v>6.4505699999999999</c:v>
                </c:pt>
                <c:pt idx="22760">
                  <c:v>6.4508799999999997</c:v>
                </c:pt>
                <c:pt idx="22761">
                  <c:v>6.4511799999999999</c:v>
                </c:pt>
                <c:pt idx="22762">
                  <c:v>6.4514899999999997</c:v>
                </c:pt>
                <c:pt idx="22763">
                  <c:v>6.4518000000000004</c:v>
                </c:pt>
                <c:pt idx="22764">
                  <c:v>6.4520999999999997</c:v>
                </c:pt>
                <c:pt idx="22765">
                  <c:v>6.4524100000000004</c:v>
                </c:pt>
                <c:pt idx="22766">
                  <c:v>6.4527099999999997</c:v>
                </c:pt>
                <c:pt idx="22767">
                  <c:v>6.4530200000000004</c:v>
                </c:pt>
                <c:pt idx="22768">
                  <c:v>6.4533199999999997</c:v>
                </c:pt>
                <c:pt idx="22769">
                  <c:v>6.4536300000000004</c:v>
                </c:pt>
                <c:pt idx="22770">
                  <c:v>6.4539299999999997</c:v>
                </c:pt>
                <c:pt idx="22771">
                  <c:v>6.4542400000000004</c:v>
                </c:pt>
                <c:pt idx="22772">
                  <c:v>6.4545399999999997</c:v>
                </c:pt>
                <c:pt idx="22773">
                  <c:v>6.4548500000000004</c:v>
                </c:pt>
                <c:pt idx="22774">
                  <c:v>6.4551499999999997</c:v>
                </c:pt>
                <c:pt idx="22775">
                  <c:v>6.4554600000000004</c:v>
                </c:pt>
                <c:pt idx="22776">
                  <c:v>6.4557700000000002</c:v>
                </c:pt>
                <c:pt idx="22777">
                  <c:v>6.4560700000000004</c:v>
                </c:pt>
                <c:pt idx="22778">
                  <c:v>6.4563800000000002</c:v>
                </c:pt>
                <c:pt idx="22779">
                  <c:v>6.4566800000000004</c:v>
                </c:pt>
                <c:pt idx="22780">
                  <c:v>6.4569900000000002</c:v>
                </c:pt>
                <c:pt idx="22781">
                  <c:v>6.4572900000000004</c:v>
                </c:pt>
                <c:pt idx="22782">
                  <c:v>6.4576000000000002</c:v>
                </c:pt>
                <c:pt idx="22783">
                  <c:v>6.4579000000000004</c:v>
                </c:pt>
                <c:pt idx="22784">
                  <c:v>6.4582100000000002</c:v>
                </c:pt>
                <c:pt idx="22785">
                  <c:v>6.4585100000000004</c:v>
                </c:pt>
                <c:pt idx="22786">
                  <c:v>6.4588200000000002</c:v>
                </c:pt>
                <c:pt idx="22787">
                  <c:v>6.45913</c:v>
                </c:pt>
                <c:pt idx="22788">
                  <c:v>6.4594300000000002</c:v>
                </c:pt>
                <c:pt idx="22789">
                  <c:v>6.45974</c:v>
                </c:pt>
                <c:pt idx="22790">
                  <c:v>6.4600400000000002</c:v>
                </c:pt>
                <c:pt idx="22791">
                  <c:v>6.46035</c:v>
                </c:pt>
                <c:pt idx="22792">
                  <c:v>6.4606500000000002</c:v>
                </c:pt>
                <c:pt idx="22793">
                  <c:v>6.46096</c:v>
                </c:pt>
                <c:pt idx="22794">
                  <c:v>6.4612600000000002</c:v>
                </c:pt>
                <c:pt idx="22795">
                  <c:v>6.46157</c:v>
                </c:pt>
                <c:pt idx="22796">
                  <c:v>6.4618700000000002</c:v>
                </c:pt>
                <c:pt idx="22797">
                  <c:v>6.46218</c:v>
                </c:pt>
                <c:pt idx="22798">
                  <c:v>6.4624800000000002</c:v>
                </c:pt>
                <c:pt idx="22799">
                  <c:v>6.46279</c:v>
                </c:pt>
                <c:pt idx="22800">
                  <c:v>6.4630999999999998</c:v>
                </c:pt>
                <c:pt idx="22801">
                  <c:v>6.4634</c:v>
                </c:pt>
                <c:pt idx="22802">
                  <c:v>6.4637099999999998</c:v>
                </c:pt>
                <c:pt idx="22803">
                  <c:v>6.46401</c:v>
                </c:pt>
                <c:pt idx="22804">
                  <c:v>6.4643199999999998</c:v>
                </c:pt>
                <c:pt idx="22805">
                  <c:v>6.46462</c:v>
                </c:pt>
                <c:pt idx="22806">
                  <c:v>6.4649299999999998</c:v>
                </c:pt>
                <c:pt idx="22807">
                  <c:v>6.46523</c:v>
                </c:pt>
                <c:pt idx="22808">
                  <c:v>6.4655399999999998</c:v>
                </c:pt>
                <c:pt idx="22809">
                  <c:v>6.46584</c:v>
                </c:pt>
                <c:pt idx="22810">
                  <c:v>6.4661499999999998</c:v>
                </c:pt>
                <c:pt idx="22811">
                  <c:v>6.46645</c:v>
                </c:pt>
                <c:pt idx="22812">
                  <c:v>6.4667599999999998</c:v>
                </c:pt>
                <c:pt idx="22813">
                  <c:v>6.4670699999999997</c:v>
                </c:pt>
                <c:pt idx="22814">
                  <c:v>6.4673699999999998</c:v>
                </c:pt>
                <c:pt idx="22815">
                  <c:v>6.4676799999999997</c:v>
                </c:pt>
                <c:pt idx="22816">
                  <c:v>6.4679799999999998</c:v>
                </c:pt>
                <c:pt idx="22817">
                  <c:v>6.4682899999999997</c:v>
                </c:pt>
                <c:pt idx="22818">
                  <c:v>6.4685899999999998</c:v>
                </c:pt>
                <c:pt idx="22819">
                  <c:v>6.4688999999999997</c:v>
                </c:pt>
                <c:pt idx="22820">
                  <c:v>6.4691999999999998</c:v>
                </c:pt>
                <c:pt idx="22821">
                  <c:v>6.4695099999999996</c:v>
                </c:pt>
                <c:pt idx="22822">
                  <c:v>6.4698099999999998</c:v>
                </c:pt>
                <c:pt idx="22823">
                  <c:v>6.4701199999999996</c:v>
                </c:pt>
                <c:pt idx="22824">
                  <c:v>6.4704199999999998</c:v>
                </c:pt>
                <c:pt idx="22825">
                  <c:v>6.4707299999999996</c:v>
                </c:pt>
                <c:pt idx="22826">
                  <c:v>6.4710400000000003</c:v>
                </c:pt>
                <c:pt idx="22827">
                  <c:v>6.4713399999999996</c:v>
                </c:pt>
                <c:pt idx="22828">
                  <c:v>6.4716500000000003</c:v>
                </c:pt>
                <c:pt idx="22829">
                  <c:v>6.4719499999999996</c:v>
                </c:pt>
                <c:pt idx="22830">
                  <c:v>6.4722600000000003</c:v>
                </c:pt>
                <c:pt idx="22831">
                  <c:v>6.4725599999999996</c:v>
                </c:pt>
                <c:pt idx="22832">
                  <c:v>6.4728700000000003</c:v>
                </c:pt>
                <c:pt idx="22833">
                  <c:v>6.4731699999999996</c:v>
                </c:pt>
                <c:pt idx="22834">
                  <c:v>6.4734800000000003</c:v>
                </c:pt>
                <c:pt idx="22835">
                  <c:v>6.4737799999999996</c:v>
                </c:pt>
                <c:pt idx="22836">
                  <c:v>6.4740900000000003</c:v>
                </c:pt>
                <c:pt idx="22837">
                  <c:v>6.4743899999999996</c:v>
                </c:pt>
                <c:pt idx="22838">
                  <c:v>6.4747000000000003</c:v>
                </c:pt>
                <c:pt idx="22839">
                  <c:v>6.4750100000000002</c:v>
                </c:pt>
                <c:pt idx="22840">
                  <c:v>6.4753100000000003</c:v>
                </c:pt>
                <c:pt idx="22841">
                  <c:v>6.4756200000000002</c:v>
                </c:pt>
                <c:pt idx="22842">
                  <c:v>6.4759200000000003</c:v>
                </c:pt>
                <c:pt idx="22843">
                  <c:v>6.4762300000000002</c:v>
                </c:pt>
                <c:pt idx="22844">
                  <c:v>6.4765300000000003</c:v>
                </c:pt>
                <c:pt idx="22845">
                  <c:v>6.4768400000000002</c:v>
                </c:pt>
                <c:pt idx="22846">
                  <c:v>6.4771400000000003</c:v>
                </c:pt>
                <c:pt idx="22847">
                  <c:v>6.4774500000000002</c:v>
                </c:pt>
                <c:pt idx="22848">
                  <c:v>6.4777500000000003</c:v>
                </c:pt>
                <c:pt idx="22849">
                  <c:v>6.4780600000000002</c:v>
                </c:pt>
                <c:pt idx="22850">
                  <c:v>6.47837</c:v>
                </c:pt>
                <c:pt idx="22851">
                  <c:v>6.4786700000000002</c:v>
                </c:pt>
                <c:pt idx="22852">
                  <c:v>6.47898</c:v>
                </c:pt>
                <c:pt idx="22853">
                  <c:v>6.4792800000000002</c:v>
                </c:pt>
                <c:pt idx="22854">
                  <c:v>6.47959</c:v>
                </c:pt>
                <c:pt idx="22855">
                  <c:v>6.4798900000000001</c:v>
                </c:pt>
                <c:pt idx="22856">
                  <c:v>6.4802</c:v>
                </c:pt>
                <c:pt idx="22857">
                  <c:v>6.4805000000000001</c:v>
                </c:pt>
                <c:pt idx="22858">
                  <c:v>6.48081</c:v>
                </c:pt>
                <c:pt idx="22859">
                  <c:v>6.4811100000000001</c:v>
                </c:pt>
                <c:pt idx="22860">
                  <c:v>6.48142</c:v>
                </c:pt>
                <c:pt idx="22861">
                  <c:v>6.4817200000000001</c:v>
                </c:pt>
                <c:pt idx="22862">
                  <c:v>6.48203</c:v>
                </c:pt>
                <c:pt idx="22863">
                  <c:v>6.4823399999999998</c:v>
                </c:pt>
                <c:pt idx="22864">
                  <c:v>6.48264</c:v>
                </c:pt>
                <c:pt idx="22865">
                  <c:v>6.4829499999999998</c:v>
                </c:pt>
                <c:pt idx="22866">
                  <c:v>6.48325</c:v>
                </c:pt>
                <c:pt idx="22867">
                  <c:v>6.4835599999999998</c:v>
                </c:pt>
                <c:pt idx="22868">
                  <c:v>6.48386</c:v>
                </c:pt>
                <c:pt idx="22869">
                  <c:v>6.4841699999999998</c:v>
                </c:pt>
                <c:pt idx="22870">
                  <c:v>6.48447</c:v>
                </c:pt>
                <c:pt idx="22871">
                  <c:v>6.4847799999999998</c:v>
                </c:pt>
                <c:pt idx="22872">
                  <c:v>6.48508</c:v>
                </c:pt>
                <c:pt idx="22873">
                  <c:v>6.4853899999999998</c:v>
                </c:pt>
                <c:pt idx="22874">
                  <c:v>6.48569</c:v>
                </c:pt>
                <c:pt idx="22875">
                  <c:v>6.4859999999999998</c:v>
                </c:pt>
                <c:pt idx="22876">
                  <c:v>6.4863099999999996</c:v>
                </c:pt>
                <c:pt idx="22877">
                  <c:v>6.4866099999999998</c:v>
                </c:pt>
                <c:pt idx="22878">
                  <c:v>6.4869199999999996</c:v>
                </c:pt>
                <c:pt idx="22879">
                  <c:v>6.4872199999999998</c:v>
                </c:pt>
                <c:pt idx="22880">
                  <c:v>6.4875299999999996</c:v>
                </c:pt>
                <c:pt idx="22881">
                  <c:v>6.4878299999999998</c:v>
                </c:pt>
                <c:pt idx="22882">
                  <c:v>6.4881399999999996</c:v>
                </c:pt>
                <c:pt idx="22883">
                  <c:v>6.4884399999999998</c:v>
                </c:pt>
                <c:pt idx="22884">
                  <c:v>6.4887499999999996</c:v>
                </c:pt>
                <c:pt idx="22885">
                  <c:v>6.4890499999999998</c:v>
                </c:pt>
                <c:pt idx="22886">
                  <c:v>6.4893599999999996</c:v>
                </c:pt>
                <c:pt idx="22887">
                  <c:v>6.4896599999999998</c:v>
                </c:pt>
                <c:pt idx="22888">
                  <c:v>6.4899699999999996</c:v>
                </c:pt>
                <c:pt idx="22889">
                  <c:v>6.4902800000000003</c:v>
                </c:pt>
                <c:pt idx="22890">
                  <c:v>6.4905799999999996</c:v>
                </c:pt>
                <c:pt idx="22891">
                  <c:v>6.4908900000000003</c:v>
                </c:pt>
                <c:pt idx="22892">
                  <c:v>6.4911899999999996</c:v>
                </c:pt>
                <c:pt idx="22893">
                  <c:v>6.4915000000000003</c:v>
                </c:pt>
                <c:pt idx="22894">
                  <c:v>6.4917999999999996</c:v>
                </c:pt>
                <c:pt idx="22895">
                  <c:v>6.4921100000000003</c:v>
                </c:pt>
                <c:pt idx="22896">
                  <c:v>6.4924099999999996</c:v>
                </c:pt>
                <c:pt idx="22897">
                  <c:v>6.4927200000000003</c:v>
                </c:pt>
                <c:pt idx="22898">
                  <c:v>6.4930199999999996</c:v>
                </c:pt>
                <c:pt idx="22899">
                  <c:v>6.4933300000000003</c:v>
                </c:pt>
                <c:pt idx="22900">
                  <c:v>6.4936400000000001</c:v>
                </c:pt>
                <c:pt idx="22901">
                  <c:v>6.4939400000000003</c:v>
                </c:pt>
                <c:pt idx="22902">
                  <c:v>6.4942500000000001</c:v>
                </c:pt>
                <c:pt idx="22903">
                  <c:v>6.4945500000000003</c:v>
                </c:pt>
                <c:pt idx="22904">
                  <c:v>6.4948600000000001</c:v>
                </c:pt>
                <c:pt idx="22905">
                  <c:v>6.4951600000000003</c:v>
                </c:pt>
                <c:pt idx="22906">
                  <c:v>6.4954700000000001</c:v>
                </c:pt>
                <c:pt idx="22907">
                  <c:v>6.4957700000000003</c:v>
                </c:pt>
                <c:pt idx="22908">
                  <c:v>6.4960800000000001</c:v>
                </c:pt>
                <c:pt idx="22909">
                  <c:v>6.4963800000000003</c:v>
                </c:pt>
                <c:pt idx="22910">
                  <c:v>6.4966900000000001</c:v>
                </c:pt>
                <c:pt idx="22911">
                  <c:v>6.4969900000000003</c:v>
                </c:pt>
                <c:pt idx="22912">
                  <c:v>6.4973000000000001</c:v>
                </c:pt>
                <c:pt idx="22913">
                  <c:v>6.4976099999999999</c:v>
                </c:pt>
                <c:pt idx="22914">
                  <c:v>6.4979100000000001</c:v>
                </c:pt>
                <c:pt idx="22915">
                  <c:v>6.4982199999999999</c:v>
                </c:pt>
                <c:pt idx="22916">
                  <c:v>6.4985200000000001</c:v>
                </c:pt>
                <c:pt idx="22917">
                  <c:v>6.4988299999999999</c:v>
                </c:pt>
                <c:pt idx="22918">
                  <c:v>6.4991300000000001</c:v>
                </c:pt>
                <c:pt idx="22919">
                  <c:v>6.4994399999999999</c:v>
                </c:pt>
                <c:pt idx="22920">
                  <c:v>6.4997400000000001</c:v>
                </c:pt>
                <c:pt idx="22921">
                  <c:v>6.5000499999999999</c:v>
                </c:pt>
                <c:pt idx="22922">
                  <c:v>6.5003500000000001</c:v>
                </c:pt>
                <c:pt idx="22923">
                  <c:v>6.5006599999999999</c:v>
                </c:pt>
                <c:pt idx="22924">
                  <c:v>6.5009600000000001</c:v>
                </c:pt>
                <c:pt idx="22925">
                  <c:v>6.5012699999999999</c:v>
                </c:pt>
                <c:pt idx="22926">
                  <c:v>6.5015799999999997</c:v>
                </c:pt>
                <c:pt idx="22927">
                  <c:v>6.5018799999999999</c:v>
                </c:pt>
                <c:pt idx="22928">
                  <c:v>6.5021899999999997</c:v>
                </c:pt>
                <c:pt idx="22929">
                  <c:v>6.5024899999999999</c:v>
                </c:pt>
                <c:pt idx="22930">
                  <c:v>6.5027999999999997</c:v>
                </c:pt>
                <c:pt idx="22931">
                  <c:v>6.5030999999999999</c:v>
                </c:pt>
                <c:pt idx="22932">
                  <c:v>6.5034099999999997</c:v>
                </c:pt>
                <c:pt idx="22933">
                  <c:v>6.5037099999999999</c:v>
                </c:pt>
                <c:pt idx="22934">
                  <c:v>6.5040199999999997</c:v>
                </c:pt>
                <c:pt idx="22935">
                  <c:v>6.5043199999999999</c:v>
                </c:pt>
                <c:pt idx="22936">
                  <c:v>6.5046299999999997</c:v>
                </c:pt>
                <c:pt idx="22937">
                  <c:v>6.5049299999999999</c:v>
                </c:pt>
                <c:pt idx="22938">
                  <c:v>6.5052399999999997</c:v>
                </c:pt>
                <c:pt idx="22939">
                  <c:v>6.5055500000000004</c:v>
                </c:pt>
                <c:pt idx="22940">
                  <c:v>6.5058499999999997</c:v>
                </c:pt>
                <c:pt idx="22941">
                  <c:v>6.5061600000000004</c:v>
                </c:pt>
                <c:pt idx="22942">
                  <c:v>6.5064599999999997</c:v>
                </c:pt>
                <c:pt idx="22943">
                  <c:v>6.5067700000000004</c:v>
                </c:pt>
                <c:pt idx="22944">
                  <c:v>6.5070699999999997</c:v>
                </c:pt>
                <c:pt idx="22945">
                  <c:v>6.5073800000000004</c:v>
                </c:pt>
                <c:pt idx="22946">
                  <c:v>6.5076799999999997</c:v>
                </c:pt>
                <c:pt idx="22947">
                  <c:v>6.5079900000000004</c:v>
                </c:pt>
                <c:pt idx="22948">
                  <c:v>6.5082899999999997</c:v>
                </c:pt>
                <c:pt idx="22949">
                  <c:v>6.5086000000000004</c:v>
                </c:pt>
                <c:pt idx="22950">
                  <c:v>6.5088999999999997</c:v>
                </c:pt>
                <c:pt idx="22951">
                  <c:v>6.5092100000000004</c:v>
                </c:pt>
                <c:pt idx="22952">
                  <c:v>6.5095200000000002</c:v>
                </c:pt>
                <c:pt idx="22953">
                  <c:v>6.5098200000000004</c:v>
                </c:pt>
                <c:pt idx="22954">
                  <c:v>6.5101300000000002</c:v>
                </c:pt>
                <c:pt idx="22955">
                  <c:v>6.5104300000000004</c:v>
                </c:pt>
                <c:pt idx="22956">
                  <c:v>6.5107400000000002</c:v>
                </c:pt>
                <c:pt idx="22957">
                  <c:v>6.5110400000000004</c:v>
                </c:pt>
                <c:pt idx="22958">
                  <c:v>6.5113500000000002</c:v>
                </c:pt>
                <c:pt idx="22959">
                  <c:v>6.5116500000000004</c:v>
                </c:pt>
                <c:pt idx="22960">
                  <c:v>6.5119600000000002</c:v>
                </c:pt>
                <c:pt idx="22961">
                  <c:v>6.5122600000000004</c:v>
                </c:pt>
                <c:pt idx="22962">
                  <c:v>6.5125700000000002</c:v>
                </c:pt>
                <c:pt idx="22963">
                  <c:v>6.51288</c:v>
                </c:pt>
                <c:pt idx="22964">
                  <c:v>6.5131800000000002</c:v>
                </c:pt>
                <c:pt idx="22965">
                  <c:v>6.51349</c:v>
                </c:pt>
                <c:pt idx="22966">
                  <c:v>6.5137900000000002</c:v>
                </c:pt>
                <c:pt idx="22967">
                  <c:v>6.5141</c:v>
                </c:pt>
                <c:pt idx="22968">
                  <c:v>6.5144000000000002</c:v>
                </c:pt>
                <c:pt idx="22969">
                  <c:v>6.51471</c:v>
                </c:pt>
                <c:pt idx="22970">
                  <c:v>6.5150100000000002</c:v>
                </c:pt>
                <c:pt idx="22971">
                  <c:v>6.51532</c:v>
                </c:pt>
                <c:pt idx="22972">
                  <c:v>6.5156200000000002</c:v>
                </c:pt>
                <c:pt idx="22973">
                  <c:v>6.51593</c:v>
                </c:pt>
                <c:pt idx="22974">
                  <c:v>6.5162300000000002</c:v>
                </c:pt>
                <c:pt idx="22975">
                  <c:v>6.51654</c:v>
                </c:pt>
                <c:pt idx="22976">
                  <c:v>6.5168499999999998</c:v>
                </c:pt>
                <c:pt idx="22977">
                  <c:v>6.51715</c:v>
                </c:pt>
                <c:pt idx="22978">
                  <c:v>6.5174599999999998</c:v>
                </c:pt>
                <c:pt idx="22979">
                  <c:v>6.51776</c:v>
                </c:pt>
                <c:pt idx="22980">
                  <c:v>6.5180699999999998</c:v>
                </c:pt>
                <c:pt idx="22981">
                  <c:v>6.51837</c:v>
                </c:pt>
                <c:pt idx="22982">
                  <c:v>6.5186799999999998</c:v>
                </c:pt>
                <c:pt idx="22983">
                  <c:v>6.51898</c:v>
                </c:pt>
                <c:pt idx="22984">
                  <c:v>6.5192899999999998</c:v>
                </c:pt>
                <c:pt idx="22985">
                  <c:v>6.51959</c:v>
                </c:pt>
                <c:pt idx="22986">
                  <c:v>6.5198999999999998</c:v>
                </c:pt>
                <c:pt idx="22987">
                  <c:v>6.5202</c:v>
                </c:pt>
                <c:pt idx="22988">
                  <c:v>6.5205099999999998</c:v>
                </c:pt>
                <c:pt idx="22989">
                  <c:v>6.5208199999999996</c:v>
                </c:pt>
                <c:pt idx="22990">
                  <c:v>6.5211199999999998</c:v>
                </c:pt>
                <c:pt idx="22991">
                  <c:v>6.5214299999999996</c:v>
                </c:pt>
                <c:pt idx="22992">
                  <c:v>6.5217299999999998</c:v>
                </c:pt>
                <c:pt idx="22993">
                  <c:v>6.5220399999999996</c:v>
                </c:pt>
                <c:pt idx="22994">
                  <c:v>6.5223399999999998</c:v>
                </c:pt>
                <c:pt idx="22995">
                  <c:v>6.5226499999999996</c:v>
                </c:pt>
                <c:pt idx="22996">
                  <c:v>6.5229499999999998</c:v>
                </c:pt>
                <c:pt idx="22997">
                  <c:v>6.5232599999999996</c:v>
                </c:pt>
                <c:pt idx="22998">
                  <c:v>6.5235599999999998</c:v>
                </c:pt>
                <c:pt idx="22999">
                  <c:v>6.5238699999999996</c:v>
                </c:pt>
                <c:pt idx="23000">
                  <c:v>6.5241699999999998</c:v>
                </c:pt>
                <c:pt idx="23001">
                  <c:v>6.5244799999999996</c:v>
                </c:pt>
                <c:pt idx="23002">
                  <c:v>6.5247900000000003</c:v>
                </c:pt>
                <c:pt idx="23003">
                  <c:v>6.5250899999999996</c:v>
                </c:pt>
                <c:pt idx="23004">
                  <c:v>6.5254000000000003</c:v>
                </c:pt>
                <c:pt idx="23005">
                  <c:v>6.5256999999999996</c:v>
                </c:pt>
                <c:pt idx="23006">
                  <c:v>6.5260100000000003</c:v>
                </c:pt>
                <c:pt idx="23007">
                  <c:v>6.5263099999999996</c:v>
                </c:pt>
                <c:pt idx="23008">
                  <c:v>6.5266200000000003</c:v>
                </c:pt>
                <c:pt idx="23009">
                  <c:v>6.5269199999999996</c:v>
                </c:pt>
                <c:pt idx="23010">
                  <c:v>6.5272300000000003</c:v>
                </c:pt>
                <c:pt idx="23011">
                  <c:v>6.5275299999999996</c:v>
                </c:pt>
                <c:pt idx="23012">
                  <c:v>6.5278400000000003</c:v>
                </c:pt>
                <c:pt idx="23013">
                  <c:v>6.5281399999999996</c:v>
                </c:pt>
                <c:pt idx="23014">
                  <c:v>6.5284500000000003</c:v>
                </c:pt>
                <c:pt idx="23015">
                  <c:v>6.5287600000000001</c:v>
                </c:pt>
                <c:pt idx="23016">
                  <c:v>6.5290600000000003</c:v>
                </c:pt>
                <c:pt idx="23017">
                  <c:v>6.5293700000000001</c:v>
                </c:pt>
                <c:pt idx="23018">
                  <c:v>6.5296700000000003</c:v>
                </c:pt>
                <c:pt idx="23019">
                  <c:v>6.5299800000000001</c:v>
                </c:pt>
                <c:pt idx="23020">
                  <c:v>6.5302800000000003</c:v>
                </c:pt>
                <c:pt idx="23021">
                  <c:v>6.5305900000000001</c:v>
                </c:pt>
                <c:pt idx="23022">
                  <c:v>6.5308900000000003</c:v>
                </c:pt>
                <c:pt idx="23023">
                  <c:v>6.5312000000000001</c:v>
                </c:pt>
                <c:pt idx="23024">
                  <c:v>6.5315000000000003</c:v>
                </c:pt>
                <c:pt idx="23025">
                  <c:v>6.5318100000000001</c:v>
                </c:pt>
                <c:pt idx="23026">
                  <c:v>6.5321199999999999</c:v>
                </c:pt>
                <c:pt idx="23027">
                  <c:v>6.5324200000000001</c:v>
                </c:pt>
                <c:pt idx="23028">
                  <c:v>6.5327299999999999</c:v>
                </c:pt>
                <c:pt idx="23029">
                  <c:v>6.5330300000000001</c:v>
                </c:pt>
                <c:pt idx="23030">
                  <c:v>6.5333399999999999</c:v>
                </c:pt>
                <c:pt idx="23031">
                  <c:v>6.5336400000000001</c:v>
                </c:pt>
                <c:pt idx="23032">
                  <c:v>6.5339499999999999</c:v>
                </c:pt>
                <c:pt idx="23033">
                  <c:v>6.5342500000000001</c:v>
                </c:pt>
                <c:pt idx="23034">
                  <c:v>6.5345599999999999</c:v>
                </c:pt>
                <c:pt idx="23035">
                  <c:v>6.5348600000000001</c:v>
                </c:pt>
                <c:pt idx="23036">
                  <c:v>6.5351699999999999</c:v>
                </c:pt>
                <c:pt idx="23037">
                  <c:v>6.5354700000000001</c:v>
                </c:pt>
                <c:pt idx="23038">
                  <c:v>6.5357799999999999</c:v>
                </c:pt>
                <c:pt idx="23039">
                  <c:v>6.5360899999999997</c:v>
                </c:pt>
                <c:pt idx="23040">
                  <c:v>6.5363899999999999</c:v>
                </c:pt>
                <c:pt idx="23041">
                  <c:v>6.5366999999999997</c:v>
                </c:pt>
                <c:pt idx="23042">
                  <c:v>6.5369999999999999</c:v>
                </c:pt>
                <c:pt idx="23043">
                  <c:v>6.5373099999999997</c:v>
                </c:pt>
                <c:pt idx="23044">
                  <c:v>6.5376099999999999</c:v>
                </c:pt>
                <c:pt idx="23045">
                  <c:v>6.5379199999999997</c:v>
                </c:pt>
                <c:pt idx="23046">
                  <c:v>6.5382199999999999</c:v>
                </c:pt>
                <c:pt idx="23047">
                  <c:v>6.5385299999999997</c:v>
                </c:pt>
                <c:pt idx="23048">
                  <c:v>6.5388299999999999</c:v>
                </c:pt>
                <c:pt idx="23049">
                  <c:v>6.5391399999999997</c:v>
                </c:pt>
                <c:pt idx="23050">
                  <c:v>6.5394399999999999</c:v>
                </c:pt>
                <c:pt idx="23051">
                  <c:v>6.5397499999999997</c:v>
                </c:pt>
                <c:pt idx="23052">
                  <c:v>6.5400600000000004</c:v>
                </c:pt>
                <c:pt idx="23053">
                  <c:v>6.5403599999999997</c:v>
                </c:pt>
                <c:pt idx="23054">
                  <c:v>6.5406700000000004</c:v>
                </c:pt>
                <c:pt idx="23055">
                  <c:v>6.5409699999999997</c:v>
                </c:pt>
                <c:pt idx="23056">
                  <c:v>6.5412800000000004</c:v>
                </c:pt>
                <c:pt idx="23057">
                  <c:v>6.5415799999999997</c:v>
                </c:pt>
                <c:pt idx="23058">
                  <c:v>6.5418900000000004</c:v>
                </c:pt>
                <c:pt idx="23059">
                  <c:v>6.5421899999999997</c:v>
                </c:pt>
                <c:pt idx="23060">
                  <c:v>6.5425000000000004</c:v>
                </c:pt>
                <c:pt idx="23061">
                  <c:v>6.5427999999999997</c:v>
                </c:pt>
                <c:pt idx="23062">
                  <c:v>6.5431100000000004</c:v>
                </c:pt>
                <c:pt idx="23063">
                  <c:v>6.5434099999999997</c:v>
                </c:pt>
                <c:pt idx="23064">
                  <c:v>6.5437200000000004</c:v>
                </c:pt>
                <c:pt idx="23065">
                  <c:v>6.5440300000000002</c:v>
                </c:pt>
                <c:pt idx="23066">
                  <c:v>6.5443300000000004</c:v>
                </c:pt>
                <c:pt idx="23067">
                  <c:v>6.5446400000000002</c:v>
                </c:pt>
                <c:pt idx="23068">
                  <c:v>6.5449400000000004</c:v>
                </c:pt>
                <c:pt idx="23069">
                  <c:v>6.5452500000000002</c:v>
                </c:pt>
                <c:pt idx="23070">
                  <c:v>6.5455500000000004</c:v>
                </c:pt>
                <c:pt idx="23071">
                  <c:v>6.5458600000000002</c:v>
                </c:pt>
                <c:pt idx="23072">
                  <c:v>6.5461600000000004</c:v>
                </c:pt>
                <c:pt idx="23073">
                  <c:v>6.5464700000000002</c:v>
                </c:pt>
                <c:pt idx="23074">
                  <c:v>6.5467700000000004</c:v>
                </c:pt>
                <c:pt idx="23075">
                  <c:v>6.5470800000000002</c:v>
                </c:pt>
                <c:pt idx="23076">
                  <c:v>6.54739</c:v>
                </c:pt>
                <c:pt idx="23077">
                  <c:v>6.5476900000000002</c:v>
                </c:pt>
                <c:pt idx="23078">
                  <c:v>6.548</c:v>
                </c:pt>
                <c:pt idx="23079">
                  <c:v>6.5483000000000002</c:v>
                </c:pt>
                <c:pt idx="23080">
                  <c:v>6.54861</c:v>
                </c:pt>
                <c:pt idx="23081">
                  <c:v>6.5489100000000002</c:v>
                </c:pt>
                <c:pt idx="23082">
                  <c:v>6.54922</c:v>
                </c:pt>
                <c:pt idx="23083">
                  <c:v>6.5495200000000002</c:v>
                </c:pt>
                <c:pt idx="23084">
                  <c:v>6.54983</c:v>
                </c:pt>
                <c:pt idx="23085">
                  <c:v>6.5501300000000002</c:v>
                </c:pt>
                <c:pt idx="23086">
                  <c:v>6.55044</c:v>
                </c:pt>
                <c:pt idx="23087">
                  <c:v>6.5507400000000002</c:v>
                </c:pt>
                <c:pt idx="23088">
                  <c:v>6.55105</c:v>
                </c:pt>
                <c:pt idx="23089">
                  <c:v>6.5513599999999999</c:v>
                </c:pt>
                <c:pt idx="23090">
                  <c:v>6.55166</c:v>
                </c:pt>
                <c:pt idx="23091">
                  <c:v>6.5519699999999998</c:v>
                </c:pt>
                <c:pt idx="23092">
                  <c:v>6.55227</c:v>
                </c:pt>
                <c:pt idx="23093">
                  <c:v>6.5525799999999998</c:v>
                </c:pt>
                <c:pt idx="23094">
                  <c:v>6.55288</c:v>
                </c:pt>
                <c:pt idx="23095">
                  <c:v>6.5531899999999998</c:v>
                </c:pt>
                <c:pt idx="23096">
                  <c:v>6.55349</c:v>
                </c:pt>
                <c:pt idx="23097">
                  <c:v>6.5537999999999998</c:v>
                </c:pt>
                <c:pt idx="23098">
                  <c:v>6.5541</c:v>
                </c:pt>
                <c:pt idx="23099">
                  <c:v>6.5544099999999998</c:v>
                </c:pt>
                <c:pt idx="23100">
                  <c:v>6.55471</c:v>
                </c:pt>
                <c:pt idx="23101">
                  <c:v>6.5550199999999998</c:v>
                </c:pt>
                <c:pt idx="23102">
                  <c:v>6.5553299999999997</c:v>
                </c:pt>
                <c:pt idx="23103">
                  <c:v>6.5556299999999998</c:v>
                </c:pt>
                <c:pt idx="23104">
                  <c:v>6.5559399999999997</c:v>
                </c:pt>
                <c:pt idx="23105">
                  <c:v>6.5562399999999998</c:v>
                </c:pt>
                <c:pt idx="23106">
                  <c:v>6.5565499999999997</c:v>
                </c:pt>
                <c:pt idx="23107">
                  <c:v>6.5568499999999998</c:v>
                </c:pt>
                <c:pt idx="23108">
                  <c:v>6.5571599999999997</c:v>
                </c:pt>
                <c:pt idx="23109">
                  <c:v>6.5574599999999998</c:v>
                </c:pt>
                <c:pt idx="23110">
                  <c:v>6.5577699999999997</c:v>
                </c:pt>
                <c:pt idx="23111">
                  <c:v>6.5580699999999998</c:v>
                </c:pt>
                <c:pt idx="23112">
                  <c:v>6.5583799999999997</c:v>
                </c:pt>
                <c:pt idx="23113">
                  <c:v>6.5586799999999998</c:v>
                </c:pt>
                <c:pt idx="23114">
                  <c:v>6.5589899999999997</c:v>
                </c:pt>
                <c:pt idx="23115">
                  <c:v>6.5593000000000004</c:v>
                </c:pt>
                <c:pt idx="23116">
                  <c:v>6.5595999999999997</c:v>
                </c:pt>
                <c:pt idx="23117">
                  <c:v>6.5599100000000004</c:v>
                </c:pt>
                <c:pt idx="23118">
                  <c:v>6.5602099999999997</c:v>
                </c:pt>
                <c:pt idx="23119">
                  <c:v>6.5605200000000004</c:v>
                </c:pt>
                <c:pt idx="23120">
                  <c:v>6.5608199999999997</c:v>
                </c:pt>
                <c:pt idx="23121">
                  <c:v>6.5611300000000004</c:v>
                </c:pt>
                <c:pt idx="23122">
                  <c:v>6.5614299999999997</c:v>
                </c:pt>
                <c:pt idx="23123">
                  <c:v>6.5617400000000004</c:v>
                </c:pt>
                <c:pt idx="23124">
                  <c:v>6.5620399999999997</c:v>
                </c:pt>
                <c:pt idx="23125">
                  <c:v>6.5623500000000003</c:v>
                </c:pt>
                <c:pt idx="23126">
                  <c:v>6.5626499999999997</c:v>
                </c:pt>
                <c:pt idx="23127">
                  <c:v>6.5629600000000003</c:v>
                </c:pt>
                <c:pt idx="23128">
                  <c:v>6.5632700000000002</c:v>
                </c:pt>
                <c:pt idx="23129">
                  <c:v>6.5635700000000003</c:v>
                </c:pt>
                <c:pt idx="23130">
                  <c:v>6.5638800000000002</c:v>
                </c:pt>
                <c:pt idx="23131">
                  <c:v>6.5641800000000003</c:v>
                </c:pt>
                <c:pt idx="23132">
                  <c:v>6.5644900000000002</c:v>
                </c:pt>
                <c:pt idx="23133">
                  <c:v>6.5647900000000003</c:v>
                </c:pt>
                <c:pt idx="23134">
                  <c:v>6.5651000000000002</c:v>
                </c:pt>
                <c:pt idx="23135">
                  <c:v>6.5654000000000003</c:v>
                </c:pt>
                <c:pt idx="23136">
                  <c:v>6.5657100000000002</c:v>
                </c:pt>
                <c:pt idx="23137">
                  <c:v>6.5660100000000003</c:v>
                </c:pt>
                <c:pt idx="23138">
                  <c:v>6.5663200000000002</c:v>
                </c:pt>
                <c:pt idx="23139">
                  <c:v>6.56663</c:v>
                </c:pt>
                <c:pt idx="23140">
                  <c:v>6.5669300000000002</c:v>
                </c:pt>
                <c:pt idx="23141">
                  <c:v>6.56724</c:v>
                </c:pt>
                <c:pt idx="23142">
                  <c:v>6.5675400000000002</c:v>
                </c:pt>
                <c:pt idx="23143">
                  <c:v>6.56785</c:v>
                </c:pt>
                <c:pt idx="23144">
                  <c:v>6.5681500000000002</c:v>
                </c:pt>
                <c:pt idx="23145">
                  <c:v>6.56846</c:v>
                </c:pt>
                <c:pt idx="23146">
                  <c:v>6.5687600000000002</c:v>
                </c:pt>
                <c:pt idx="23147">
                  <c:v>6.56907</c:v>
                </c:pt>
                <c:pt idx="23148">
                  <c:v>6.5693700000000002</c:v>
                </c:pt>
                <c:pt idx="23149">
                  <c:v>6.56968</c:v>
                </c:pt>
                <c:pt idx="23150">
                  <c:v>6.5699800000000002</c:v>
                </c:pt>
                <c:pt idx="23151">
                  <c:v>6.57029</c:v>
                </c:pt>
                <c:pt idx="23152">
                  <c:v>6.5705999999999998</c:v>
                </c:pt>
                <c:pt idx="23153">
                  <c:v>6.5709</c:v>
                </c:pt>
                <c:pt idx="23154">
                  <c:v>6.5712099999999998</c:v>
                </c:pt>
                <c:pt idx="23155">
                  <c:v>6.57151</c:v>
                </c:pt>
                <c:pt idx="23156">
                  <c:v>6.5718199999999998</c:v>
                </c:pt>
                <c:pt idx="23157">
                  <c:v>6.57212</c:v>
                </c:pt>
                <c:pt idx="23158">
                  <c:v>6.5724299999999998</c:v>
                </c:pt>
                <c:pt idx="23159">
                  <c:v>6.57273</c:v>
                </c:pt>
                <c:pt idx="23160">
                  <c:v>6.5730399999999998</c:v>
                </c:pt>
                <c:pt idx="23161">
                  <c:v>6.57334</c:v>
                </c:pt>
                <c:pt idx="23162">
                  <c:v>6.5736499999999998</c:v>
                </c:pt>
                <c:pt idx="23163">
                  <c:v>6.57395</c:v>
                </c:pt>
                <c:pt idx="23164">
                  <c:v>6.5742599999999998</c:v>
                </c:pt>
                <c:pt idx="23165">
                  <c:v>6.5745699999999996</c:v>
                </c:pt>
                <c:pt idx="23166">
                  <c:v>6.5748699999999998</c:v>
                </c:pt>
                <c:pt idx="23167">
                  <c:v>6.5751799999999996</c:v>
                </c:pt>
                <c:pt idx="23168">
                  <c:v>6.5754799999999998</c:v>
                </c:pt>
                <c:pt idx="23169">
                  <c:v>6.5757899999999996</c:v>
                </c:pt>
                <c:pt idx="23170">
                  <c:v>6.5760899999999998</c:v>
                </c:pt>
                <c:pt idx="23171">
                  <c:v>6.5763999999999996</c:v>
                </c:pt>
                <c:pt idx="23172">
                  <c:v>6.5766999999999998</c:v>
                </c:pt>
                <c:pt idx="23173">
                  <c:v>6.5770099999999996</c:v>
                </c:pt>
                <c:pt idx="23174">
                  <c:v>6.5773099999999998</c:v>
                </c:pt>
                <c:pt idx="23175">
                  <c:v>6.5776199999999996</c:v>
                </c:pt>
                <c:pt idx="23176">
                  <c:v>6.5779199999999998</c:v>
                </c:pt>
                <c:pt idx="23177">
                  <c:v>6.5782299999999996</c:v>
                </c:pt>
                <c:pt idx="23178">
                  <c:v>6.5785400000000003</c:v>
                </c:pt>
                <c:pt idx="23179">
                  <c:v>6.5788399999999996</c:v>
                </c:pt>
                <c:pt idx="23180">
                  <c:v>6.5791500000000003</c:v>
                </c:pt>
                <c:pt idx="23181">
                  <c:v>6.5794499999999996</c:v>
                </c:pt>
                <c:pt idx="23182">
                  <c:v>6.5797600000000003</c:v>
                </c:pt>
                <c:pt idx="23183">
                  <c:v>6.5800599999999996</c:v>
                </c:pt>
                <c:pt idx="23184">
                  <c:v>6.5803700000000003</c:v>
                </c:pt>
                <c:pt idx="23185">
                  <c:v>6.5806699999999996</c:v>
                </c:pt>
                <c:pt idx="23186">
                  <c:v>6.5809800000000003</c:v>
                </c:pt>
                <c:pt idx="23187">
                  <c:v>6.5812799999999996</c:v>
                </c:pt>
                <c:pt idx="23188">
                  <c:v>6.5815900000000003</c:v>
                </c:pt>
                <c:pt idx="23189">
                  <c:v>6.5818899999999996</c:v>
                </c:pt>
                <c:pt idx="23190">
                  <c:v>6.5822000000000003</c:v>
                </c:pt>
                <c:pt idx="23191">
                  <c:v>6.5825100000000001</c:v>
                </c:pt>
                <c:pt idx="23192">
                  <c:v>6.5828100000000003</c:v>
                </c:pt>
                <c:pt idx="23193">
                  <c:v>6.5831200000000001</c:v>
                </c:pt>
                <c:pt idx="23194">
                  <c:v>6.5834200000000003</c:v>
                </c:pt>
                <c:pt idx="23195">
                  <c:v>6.5837300000000001</c:v>
                </c:pt>
                <c:pt idx="23196">
                  <c:v>6.5840300000000003</c:v>
                </c:pt>
                <c:pt idx="23197">
                  <c:v>6.5843400000000001</c:v>
                </c:pt>
                <c:pt idx="23198">
                  <c:v>6.5846400000000003</c:v>
                </c:pt>
                <c:pt idx="23199">
                  <c:v>6.5849500000000001</c:v>
                </c:pt>
                <c:pt idx="23200">
                  <c:v>6.5852500000000003</c:v>
                </c:pt>
                <c:pt idx="23201">
                  <c:v>6.5855600000000001</c:v>
                </c:pt>
                <c:pt idx="23202">
                  <c:v>6.5858699999999999</c:v>
                </c:pt>
                <c:pt idx="23203">
                  <c:v>6.5861700000000001</c:v>
                </c:pt>
                <c:pt idx="23204">
                  <c:v>6.5864799999999999</c:v>
                </c:pt>
                <c:pt idx="23205">
                  <c:v>6.5867800000000001</c:v>
                </c:pt>
                <c:pt idx="23206">
                  <c:v>6.5870899999999999</c:v>
                </c:pt>
                <c:pt idx="23207">
                  <c:v>6.5873900000000001</c:v>
                </c:pt>
                <c:pt idx="23208">
                  <c:v>6.5876999999999999</c:v>
                </c:pt>
                <c:pt idx="23209">
                  <c:v>6.5880000000000001</c:v>
                </c:pt>
                <c:pt idx="23210">
                  <c:v>6.5883099999999999</c:v>
                </c:pt>
                <c:pt idx="23211">
                  <c:v>6.5886100000000001</c:v>
                </c:pt>
                <c:pt idx="23212">
                  <c:v>6.5889199999999999</c:v>
                </c:pt>
                <c:pt idx="23213">
                  <c:v>6.5892200000000001</c:v>
                </c:pt>
                <c:pt idx="23214">
                  <c:v>6.5895299999999999</c:v>
                </c:pt>
                <c:pt idx="23215">
                  <c:v>6.5898399999999997</c:v>
                </c:pt>
                <c:pt idx="23216">
                  <c:v>6.5901399999999999</c:v>
                </c:pt>
                <c:pt idx="23217">
                  <c:v>6.5904499999999997</c:v>
                </c:pt>
                <c:pt idx="23218">
                  <c:v>6.5907499999999999</c:v>
                </c:pt>
                <c:pt idx="23219">
                  <c:v>6.5910599999999997</c:v>
                </c:pt>
                <c:pt idx="23220">
                  <c:v>6.5913599999999999</c:v>
                </c:pt>
                <c:pt idx="23221">
                  <c:v>6.5916699999999997</c:v>
                </c:pt>
                <c:pt idx="23222">
                  <c:v>6.5919699999999999</c:v>
                </c:pt>
                <c:pt idx="23223">
                  <c:v>6.5922799999999997</c:v>
                </c:pt>
                <c:pt idx="23224">
                  <c:v>6.5925799999999999</c:v>
                </c:pt>
                <c:pt idx="23225">
                  <c:v>6.5928899999999997</c:v>
                </c:pt>
                <c:pt idx="23226">
                  <c:v>6.5931899999999999</c:v>
                </c:pt>
                <c:pt idx="23227">
                  <c:v>6.5934999999999997</c:v>
                </c:pt>
                <c:pt idx="23228">
                  <c:v>6.5938100000000004</c:v>
                </c:pt>
                <c:pt idx="23229">
                  <c:v>6.5941099999999997</c:v>
                </c:pt>
                <c:pt idx="23230">
                  <c:v>6.5944200000000004</c:v>
                </c:pt>
                <c:pt idx="23231">
                  <c:v>6.5947199999999997</c:v>
                </c:pt>
                <c:pt idx="23232">
                  <c:v>6.5950300000000004</c:v>
                </c:pt>
                <c:pt idx="23233">
                  <c:v>6.5953299999999997</c:v>
                </c:pt>
                <c:pt idx="23234">
                  <c:v>6.5956400000000004</c:v>
                </c:pt>
                <c:pt idx="23235">
                  <c:v>6.5959399999999997</c:v>
                </c:pt>
                <c:pt idx="23236">
                  <c:v>6.5962500000000004</c:v>
                </c:pt>
                <c:pt idx="23237">
                  <c:v>6.5965499999999997</c:v>
                </c:pt>
                <c:pt idx="23238">
                  <c:v>6.5968600000000004</c:v>
                </c:pt>
                <c:pt idx="23239">
                  <c:v>6.5971599999999997</c:v>
                </c:pt>
                <c:pt idx="23240">
                  <c:v>6.5974700000000004</c:v>
                </c:pt>
                <c:pt idx="23241">
                  <c:v>6.5977800000000002</c:v>
                </c:pt>
                <c:pt idx="23242">
                  <c:v>6.5980800000000004</c:v>
                </c:pt>
                <c:pt idx="23243">
                  <c:v>6.5983900000000002</c:v>
                </c:pt>
                <c:pt idx="23244">
                  <c:v>6.5986900000000004</c:v>
                </c:pt>
                <c:pt idx="23245">
                  <c:v>6.5990000000000002</c:v>
                </c:pt>
                <c:pt idx="23246">
                  <c:v>6.5993000000000004</c:v>
                </c:pt>
                <c:pt idx="23247">
                  <c:v>6.5996100000000002</c:v>
                </c:pt>
                <c:pt idx="23248">
                  <c:v>6.5999100000000004</c:v>
                </c:pt>
                <c:pt idx="23249">
                  <c:v>6.6002200000000002</c:v>
                </c:pt>
                <c:pt idx="23250">
                  <c:v>6.6005200000000004</c:v>
                </c:pt>
                <c:pt idx="23251">
                  <c:v>6.6008300000000002</c:v>
                </c:pt>
                <c:pt idx="23252">
                  <c:v>6.60114</c:v>
                </c:pt>
                <c:pt idx="23253">
                  <c:v>6.6014400000000002</c:v>
                </c:pt>
                <c:pt idx="23254">
                  <c:v>6.60175</c:v>
                </c:pt>
                <c:pt idx="23255">
                  <c:v>6.6020500000000002</c:v>
                </c:pt>
                <c:pt idx="23256">
                  <c:v>6.60236</c:v>
                </c:pt>
                <c:pt idx="23257">
                  <c:v>6.6026600000000002</c:v>
                </c:pt>
                <c:pt idx="23258">
                  <c:v>6.60297</c:v>
                </c:pt>
                <c:pt idx="23259">
                  <c:v>6.6032700000000002</c:v>
                </c:pt>
                <c:pt idx="23260">
                  <c:v>6.60358</c:v>
                </c:pt>
                <c:pt idx="23261">
                  <c:v>6.6038800000000002</c:v>
                </c:pt>
                <c:pt idx="23262">
                  <c:v>6.60419</c:v>
                </c:pt>
                <c:pt idx="23263">
                  <c:v>6.6044900000000002</c:v>
                </c:pt>
                <c:pt idx="23264">
                  <c:v>6.6048</c:v>
                </c:pt>
                <c:pt idx="23265">
                  <c:v>6.6051099999999998</c:v>
                </c:pt>
                <c:pt idx="23266">
                  <c:v>6.60541</c:v>
                </c:pt>
                <c:pt idx="23267">
                  <c:v>6.6057199999999998</c:v>
                </c:pt>
                <c:pt idx="23268">
                  <c:v>6.60602</c:v>
                </c:pt>
                <c:pt idx="23269">
                  <c:v>6.6063299999999998</c:v>
                </c:pt>
                <c:pt idx="23270">
                  <c:v>6.60663</c:v>
                </c:pt>
                <c:pt idx="23271">
                  <c:v>6.6069399999999998</c:v>
                </c:pt>
                <c:pt idx="23272">
                  <c:v>6.60724</c:v>
                </c:pt>
                <c:pt idx="23273">
                  <c:v>6.6075499999999998</c:v>
                </c:pt>
                <c:pt idx="23274">
                  <c:v>6.60785</c:v>
                </c:pt>
                <c:pt idx="23275">
                  <c:v>6.6081599999999998</c:v>
                </c:pt>
                <c:pt idx="23276">
                  <c:v>6.60846</c:v>
                </c:pt>
                <c:pt idx="23277">
                  <c:v>6.6087699999999998</c:v>
                </c:pt>
                <c:pt idx="23278">
                  <c:v>6.6090799999999996</c:v>
                </c:pt>
                <c:pt idx="23279">
                  <c:v>6.6093799999999998</c:v>
                </c:pt>
                <c:pt idx="23280">
                  <c:v>6.6096899999999996</c:v>
                </c:pt>
                <c:pt idx="23281">
                  <c:v>6.6099899999999998</c:v>
                </c:pt>
                <c:pt idx="23282">
                  <c:v>6.6102999999999996</c:v>
                </c:pt>
                <c:pt idx="23283">
                  <c:v>6.6105999999999998</c:v>
                </c:pt>
                <c:pt idx="23284">
                  <c:v>6.6109099999999996</c:v>
                </c:pt>
                <c:pt idx="23285">
                  <c:v>6.6112099999999998</c:v>
                </c:pt>
                <c:pt idx="23286">
                  <c:v>6.6115199999999996</c:v>
                </c:pt>
                <c:pt idx="23287">
                  <c:v>6.6118199999999998</c:v>
                </c:pt>
                <c:pt idx="23288">
                  <c:v>6.6121299999999996</c:v>
                </c:pt>
                <c:pt idx="23289">
                  <c:v>6.6124299999999998</c:v>
                </c:pt>
                <c:pt idx="23290">
                  <c:v>6.6127399999999996</c:v>
                </c:pt>
                <c:pt idx="23291">
                  <c:v>6.6130500000000003</c:v>
                </c:pt>
                <c:pt idx="23292">
                  <c:v>6.6133499999999996</c:v>
                </c:pt>
                <c:pt idx="23293">
                  <c:v>6.6136600000000003</c:v>
                </c:pt>
                <c:pt idx="23294">
                  <c:v>6.6139599999999996</c:v>
                </c:pt>
                <c:pt idx="23295">
                  <c:v>6.6142700000000003</c:v>
                </c:pt>
                <c:pt idx="23296">
                  <c:v>6.6145699999999996</c:v>
                </c:pt>
                <c:pt idx="23297">
                  <c:v>6.6148800000000003</c:v>
                </c:pt>
                <c:pt idx="23298">
                  <c:v>6.6151799999999996</c:v>
                </c:pt>
                <c:pt idx="23299">
                  <c:v>6.6154900000000003</c:v>
                </c:pt>
                <c:pt idx="23300">
                  <c:v>6.6157899999999996</c:v>
                </c:pt>
                <c:pt idx="23301">
                  <c:v>6.6161000000000003</c:v>
                </c:pt>
                <c:pt idx="23302">
                  <c:v>6.6163999999999996</c:v>
                </c:pt>
                <c:pt idx="23303">
                  <c:v>6.6167100000000003</c:v>
                </c:pt>
                <c:pt idx="23304">
                  <c:v>6.6170200000000001</c:v>
                </c:pt>
                <c:pt idx="23305">
                  <c:v>6.6173200000000003</c:v>
                </c:pt>
                <c:pt idx="23306">
                  <c:v>6.6176300000000001</c:v>
                </c:pt>
                <c:pt idx="23307">
                  <c:v>6.6179300000000003</c:v>
                </c:pt>
                <c:pt idx="23308">
                  <c:v>6.6182400000000001</c:v>
                </c:pt>
                <c:pt idx="23309">
                  <c:v>6.6185400000000003</c:v>
                </c:pt>
                <c:pt idx="23310">
                  <c:v>6.6188500000000001</c:v>
                </c:pt>
                <c:pt idx="23311">
                  <c:v>6.6191500000000003</c:v>
                </c:pt>
                <c:pt idx="23312">
                  <c:v>6.6194600000000001</c:v>
                </c:pt>
                <c:pt idx="23313">
                  <c:v>6.6197600000000003</c:v>
                </c:pt>
                <c:pt idx="23314">
                  <c:v>6.6200700000000001</c:v>
                </c:pt>
                <c:pt idx="23315">
                  <c:v>6.6203799999999999</c:v>
                </c:pt>
                <c:pt idx="23316">
                  <c:v>6.6206800000000001</c:v>
                </c:pt>
                <c:pt idx="23317">
                  <c:v>6.6209899999999999</c:v>
                </c:pt>
                <c:pt idx="23318">
                  <c:v>6.6212900000000001</c:v>
                </c:pt>
                <c:pt idx="23319">
                  <c:v>6.6215999999999999</c:v>
                </c:pt>
                <c:pt idx="23320">
                  <c:v>6.6219000000000001</c:v>
                </c:pt>
                <c:pt idx="23321">
                  <c:v>6.6222099999999999</c:v>
                </c:pt>
                <c:pt idx="23322">
                  <c:v>6.6225100000000001</c:v>
                </c:pt>
                <c:pt idx="23323">
                  <c:v>6.6228199999999999</c:v>
                </c:pt>
                <c:pt idx="23324">
                  <c:v>6.6231200000000001</c:v>
                </c:pt>
                <c:pt idx="23325">
                  <c:v>6.6234299999999999</c:v>
                </c:pt>
                <c:pt idx="23326">
                  <c:v>6.6237300000000001</c:v>
                </c:pt>
                <c:pt idx="23327">
                  <c:v>6.6240399999999999</c:v>
                </c:pt>
                <c:pt idx="23328">
                  <c:v>6.6243499999999997</c:v>
                </c:pt>
                <c:pt idx="23329">
                  <c:v>6.6246499999999999</c:v>
                </c:pt>
                <c:pt idx="23330">
                  <c:v>6.6249599999999997</c:v>
                </c:pt>
                <c:pt idx="23331">
                  <c:v>6.6252599999999999</c:v>
                </c:pt>
                <c:pt idx="23332">
                  <c:v>6.6255699999999997</c:v>
                </c:pt>
                <c:pt idx="23333">
                  <c:v>6.6258699999999999</c:v>
                </c:pt>
                <c:pt idx="23334">
                  <c:v>6.6261799999999997</c:v>
                </c:pt>
                <c:pt idx="23335">
                  <c:v>6.6264799999999999</c:v>
                </c:pt>
                <c:pt idx="23336">
                  <c:v>6.6267899999999997</c:v>
                </c:pt>
                <c:pt idx="23337">
                  <c:v>6.6270899999999999</c:v>
                </c:pt>
                <c:pt idx="23338">
                  <c:v>6.6273999999999997</c:v>
                </c:pt>
                <c:pt idx="23339">
                  <c:v>6.6276999999999999</c:v>
                </c:pt>
                <c:pt idx="23340">
                  <c:v>6.6280099999999997</c:v>
                </c:pt>
                <c:pt idx="23341">
                  <c:v>6.6283200000000004</c:v>
                </c:pt>
                <c:pt idx="23342">
                  <c:v>6.6286199999999997</c:v>
                </c:pt>
                <c:pt idx="23343">
                  <c:v>6.6289300000000004</c:v>
                </c:pt>
                <c:pt idx="23344">
                  <c:v>6.6292299999999997</c:v>
                </c:pt>
                <c:pt idx="23345">
                  <c:v>6.6295400000000004</c:v>
                </c:pt>
                <c:pt idx="23346">
                  <c:v>6.6298399999999997</c:v>
                </c:pt>
                <c:pt idx="23347">
                  <c:v>6.6301500000000004</c:v>
                </c:pt>
                <c:pt idx="23348">
                  <c:v>6.6304499999999997</c:v>
                </c:pt>
                <c:pt idx="23349">
                  <c:v>6.6307600000000004</c:v>
                </c:pt>
                <c:pt idx="23350">
                  <c:v>6.6310599999999997</c:v>
                </c:pt>
                <c:pt idx="23351">
                  <c:v>6.6313700000000004</c:v>
                </c:pt>
                <c:pt idx="23352">
                  <c:v>6.6316699999999997</c:v>
                </c:pt>
                <c:pt idx="23353">
                  <c:v>6.6319800000000004</c:v>
                </c:pt>
                <c:pt idx="23354">
                  <c:v>6.6322900000000002</c:v>
                </c:pt>
                <c:pt idx="23355">
                  <c:v>6.6325900000000004</c:v>
                </c:pt>
                <c:pt idx="23356">
                  <c:v>6.6329000000000002</c:v>
                </c:pt>
                <c:pt idx="23357">
                  <c:v>6.6332000000000004</c:v>
                </c:pt>
                <c:pt idx="23358">
                  <c:v>6.6335100000000002</c:v>
                </c:pt>
                <c:pt idx="23359">
                  <c:v>6.6338100000000004</c:v>
                </c:pt>
                <c:pt idx="23360">
                  <c:v>6.6341200000000002</c:v>
                </c:pt>
                <c:pt idx="23361">
                  <c:v>6.6344200000000004</c:v>
                </c:pt>
                <c:pt idx="23362">
                  <c:v>6.6347300000000002</c:v>
                </c:pt>
                <c:pt idx="23363">
                  <c:v>6.6350300000000004</c:v>
                </c:pt>
                <c:pt idx="23364">
                  <c:v>6.6353400000000002</c:v>
                </c:pt>
                <c:pt idx="23365">
                  <c:v>6.6356400000000004</c:v>
                </c:pt>
                <c:pt idx="23366">
                  <c:v>6.6359500000000002</c:v>
                </c:pt>
                <c:pt idx="23367">
                  <c:v>6.63626</c:v>
                </c:pt>
                <c:pt idx="23368">
                  <c:v>6.6365600000000002</c:v>
                </c:pt>
                <c:pt idx="23369">
                  <c:v>6.63687</c:v>
                </c:pt>
                <c:pt idx="23370">
                  <c:v>6.6371700000000002</c:v>
                </c:pt>
                <c:pt idx="23371">
                  <c:v>6.63748</c:v>
                </c:pt>
                <c:pt idx="23372">
                  <c:v>6.6377800000000002</c:v>
                </c:pt>
                <c:pt idx="23373">
                  <c:v>6.63809</c:v>
                </c:pt>
                <c:pt idx="23374">
                  <c:v>6.6383900000000002</c:v>
                </c:pt>
                <c:pt idx="23375">
                  <c:v>6.6387</c:v>
                </c:pt>
                <c:pt idx="23376">
                  <c:v>6.6390000000000002</c:v>
                </c:pt>
                <c:pt idx="23377">
                  <c:v>6.63931</c:v>
                </c:pt>
                <c:pt idx="23378">
                  <c:v>6.6396199999999999</c:v>
                </c:pt>
                <c:pt idx="23379">
                  <c:v>6.63992</c:v>
                </c:pt>
                <c:pt idx="23380">
                  <c:v>6.6402299999999999</c:v>
                </c:pt>
                <c:pt idx="23381">
                  <c:v>6.64053</c:v>
                </c:pt>
                <c:pt idx="23382">
                  <c:v>6.6408399999999999</c:v>
                </c:pt>
                <c:pt idx="23383">
                  <c:v>6.64114</c:v>
                </c:pt>
                <c:pt idx="23384">
                  <c:v>6.6414499999999999</c:v>
                </c:pt>
                <c:pt idx="23385">
                  <c:v>6.64175</c:v>
                </c:pt>
                <c:pt idx="23386">
                  <c:v>6.6420599999999999</c:v>
                </c:pt>
                <c:pt idx="23387">
                  <c:v>6.64236</c:v>
                </c:pt>
                <c:pt idx="23388">
                  <c:v>6.6426699999999999</c:v>
                </c:pt>
                <c:pt idx="23389">
                  <c:v>6.64297</c:v>
                </c:pt>
                <c:pt idx="23390">
                  <c:v>6.6432799999999999</c:v>
                </c:pt>
                <c:pt idx="23391">
                  <c:v>6.6435899999999997</c:v>
                </c:pt>
                <c:pt idx="23392">
                  <c:v>6.6438899999999999</c:v>
                </c:pt>
                <c:pt idx="23393">
                  <c:v>6.6441999999999997</c:v>
                </c:pt>
                <c:pt idx="23394">
                  <c:v>6.6444999999999999</c:v>
                </c:pt>
                <c:pt idx="23395">
                  <c:v>6.6448099999999997</c:v>
                </c:pt>
                <c:pt idx="23396">
                  <c:v>6.6451099999999999</c:v>
                </c:pt>
                <c:pt idx="23397">
                  <c:v>6.6454199999999997</c:v>
                </c:pt>
                <c:pt idx="23398">
                  <c:v>6.6457199999999998</c:v>
                </c:pt>
                <c:pt idx="23399">
                  <c:v>6.6460299999999997</c:v>
                </c:pt>
                <c:pt idx="23400">
                  <c:v>6.6463299999999998</c:v>
                </c:pt>
                <c:pt idx="23401">
                  <c:v>6.6466399999999997</c:v>
                </c:pt>
                <c:pt idx="23402">
                  <c:v>6.6469399999999998</c:v>
                </c:pt>
                <c:pt idx="23403">
                  <c:v>6.6472499999999997</c:v>
                </c:pt>
                <c:pt idx="23404">
                  <c:v>6.6475600000000004</c:v>
                </c:pt>
                <c:pt idx="23405">
                  <c:v>6.6478599999999997</c:v>
                </c:pt>
                <c:pt idx="23406">
                  <c:v>6.6481700000000004</c:v>
                </c:pt>
                <c:pt idx="23407">
                  <c:v>6.6484699999999997</c:v>
                </c:pt>
                <c:pt idx="23408">
                  <c:v>6.6487800000000004</c:v>
                </c:pt>
                <c:pt idx="23409">
                  <c:v>6.6490799999999997</c:v>
                </c:pt>
                <c:pt idx="23410">
                  <c:v>6.6493900000000004</c:v>
                </c:pt>
                <c:pt idx="23411">
                  <c:v>6.6496899999999997</c:v>
                </c:pt>
                <c:pt idx="23412">
                  <c:v>6.65</c:v>
                </c:pt>
                <c:pt idx="23413">
                  <c:v>6.6502999999999997</c:v>
                </c:pt>
                <c:pt idx="23414">
                  <c:v>6.6506100000000004</c:v>
                </c:pt>
                <c:pt idx="23415">
                  <c:v>6.6509099999999997</c:v>
                </c:pt>
                <c:pt idx="23416">
                  <c:v>6.6512200000000004</c:v>
                </c:pt>
                <c:pt idx="23417">
                  <c:v>6.6515300000000002</c:v>
                </c:pt>
                <c:pt idx="23418">
                  <c:v>6.6518300000000004</c:v>
                </c:pt>
                <c:pt idx="23419">
                  <c:v>6.6521400000000002</c:v>
                </c:pt>
                <c:pt idx="23420">
                  <c:v>6.6524400000000004</c:v>
                </c:pt>
                <c:pt idx="23421">
                  <c:v>6.6527500000000002</c:v>
                </c:pt>
                <c:pt idx="23422">
                  <c:v>6.6530500000000004</c:v>
                </c:pt>
                <c:pt idx="23423">
                  <c:v>6.6533600000000002</c:v>
                </c:pt>
                <c:pt idx="23424">
                  <c:v>6.6536600000000004</c:v>
                </c:pt>
                <c:pt idx="23425">
                  <c:v>6.6539700000000002</c:v>
                </c:pt>
                <c:pt idx="23426">
                  <c:v>6.6542700000000004</c:v>
                </c:pt>
                <c:pt idx="23427">
                  <c:v>6.6545800000000002</c:v>
                </c:pt>
                <c:pt idx="23428">
                  <c:v>6.6548800000000004</c:v>
                </c:pt>
                <c:pt idx="23429">
                  <c:v>6.6551900000000002</c:v>
                </c:pt>
                <c:pt idx="23430">
                  <c:v>6.6555</c:v>
                </c:pt>
                <c:pt idx="23431">
                  <c:v>6.6558000000000002</c:v>
                </c:pt>
                <c:pt idx="23432">
                  <c:v>6.65611</c:v>
                </c:pt>
                <c:pt idx="23433">
                  <c:v>6.6564100000000002</c:v>
                </c:pt>
                <c:pt idx="23434">
                  <c:v>6.65672</c:v>
                </c:pt>
                <c:pt idx="23435">
                  <c:v>6.6570200000000002</c:v>
                </c:pt>
                <c:pt idx="23436">
                  <c:v>6.65733</c:v>
                </c:pt>
                <c:pt idx="23437">
                  <c:v>6.6576300000000002</c:v>
                </c:pt>
                <c:pt idx="23438">
                  <c:v>6.65794</c:v>
                </c:pt>
                <c:pt idx="23439">
                  <c:v>6.6582400000000002</c:v>
                </c:pt>
                <c:pt idx="23440">
                  <c:v>6.65855</c:v>
                </c:pt>
                <c:pt idx="23441">
                  <c:v>6.6588599999999998</c:v>
                </c:pt>
                <c:pt idx="23442">
                  <c:v>6.65916</c:v>
                </c:pt>
                <c:pt idx="23443">
                  <c:v>6.6594699999999998</c:v>
                </c:pt>
                <c:pt idx="23444">
                  <c:v>6.65977</c:v>
                </c:pt>
                <c:pt idx="23445">
                  <c:v>6.6600799999999998</c:v>
                </c:pt>
                <c:pt idx="23446">
                  <c:v>6.66038</c:v>
                </c:pt>
                <c:pt idx="23447">
                  <c:v>6.6606899999999998</c:v>
                </c:pt>
                <c:pt idx="23448">
                  <c:v>6.66099</c:v>
                </c:pt>
                <c:pt idx="23449">
                  <c:v>6.6612999999999998</c:v>
                </c:pt>
                <c:pt idx="23450">
                  <c:v>6.6616</c:v>
                </c:pt>
                <c:pt idx="23451">
                  <c:v>6.6619099999999998</c:v>
                </c:pt>
                <c:pt idx="23452">
                  <c:v>6.66221</c:v>
                </c:pt>
                <c:pt idx="23453">
                  <c:v>6.6625199999999998</c:v>
                </c:pt>
                <c:pt idx="23454">
                  <c:v>6.6628299999999996</c:v>
                </c:pt>
                <c:pt idx="23455">
                  <c:v>6.6631299999999998</c:v>
                </c:pt>
                <c:pt idx="23456">
                  <c:v>6.6634399999999996</c:v>
                </c:pt>
                <c:pt idx="23457">
                  <c:v>6.6637399999999998</c:v>
                </c:pt>
                <c:pt idx="23458">
                  <c:v>6.6640499999999996</c:v>
                </c:pt>
                <c:pt idx="23459">
                  <c:v>6.6643499999999998</c:v>
                </c:pt>
                <c:pt idx="23460">
                  <c:v>6.6646599999999996</c:v>
                </c:pt>
                <c:pt idx="23461">
                  <c:v>6.6649599999999998</c:v>
                </c:pt>
                <c:pt idx="23462">
                  <c:v>6.6652699999999996</c:v>
                </c:pt>
                <c:pt idx="23463">
                  <c:v>6.6655699999999998</c:v>
                </c:pt>
                <c:pt idx="23464">
                  <c:v>6.6658799999999996</c:v>
                </c:pt>
                <c:pt idx="23465">
                  <c:v>6.6661799999999998</c:v>
                </c:pt>
                <c:pt idx="23466">
                  <c:v>6.6664899999999996</c:v>
                </c:pt>
                <c:pt idx="23467">
                  <c:v>6.6668000000000003</c:v>
                </c:pt>
                <c:pt idx="23468">
                  <c:v>6.6670999999999996</c:v>
                </c:pt>
                <c:pt idx="23469">
                  <c:v>6.6674100000000003</c:v>
                </c:pt>
                <c:pt idx="23470">
                  <c:v>6.6677099999999996</c:v>
                </c:pt>
                <c:pt idx="23471">
                  <c:v>6.6680200000000003</c:v>
                </c:pt>
                <c:pt idx="23472">
                  <c:v>6.6683199999999996</c:v>
                </c:pt>
                <c:pt idx="23473">
                  <c:v>6.6686300000000003</c:v>
                </c:pt>
                <c:pt idx="23474">
                  <c:v>6.6689299999999996</c:v>
                </c:pt>
                <c:pt idx="23475">
                  <c:v>6.6692400000000003</c:v>
                </c:pt>
                <c:pt idx="23476">
                  <c:v>6.6695399999999996</c:v>
                </c:pt>
                <c:pt idx="23477">
                  <c:v>6.6698500000000003</c:v>
                </c:pt>
                <c:pt idx="23478">
                  <c:v>6.6701499999999996</c:v>
                </c:pt>
                <c:pt idx="23479">
                  <c:v>6.6704600000000003</c:v>
                </c:pt>
                <c:pt idx="23480">
                  <c:v>6.6707700000000001</c:v>
                </c:pt>
                <c:pt idx="23481">
                  <c:v>6.6710700000000003</c:v>
                </c:pt>
                <c:pt idx="23482">
                  <c:v>6.6713800000000001</c:v>
                </c:pt>
                <c:pt idx="23483">
                  <c:v>6.6716800000000003</c:v>
                </c:pt>
                <c:pt idx="23484">
                  <c:v>6.6719900000000001</c:v>
                </c:pt>
                <c:pt idx="23485">
                  <c:v>6.6722900000000003</c:v>
                </c:pt>
                <c:pt idx="23486">
                  <c:v>6.6726000000000001</c:v>
                </c:pt>
                <c:pt idx="23487">
                  <c:v>6.6729000000000003</c:v>
                </c:pt>
                <c:pt idx="23488">
                  <c:v>6.6732100000000001</c:v>
                </c:pt>
                <c:pt idx="23489">
                  <c:v>6.6735100000000003</c:v>
                </c:pt>
                <c:pt idx="23490">
                  <c:v>6.6738200000000001</c:v>
                </c:pt>
                <c:pt idx="23491">
                  <c:v>6.6741299999999999</c:v>
                </c:pt>
                <c:pt idx="23492">
                  <c:v>6.6744300000000001</c:v>
                </c:pt>
                <c:pt idx="23493">
                  <c:v>6.6747399999999999</c:v>
                </c:pt>
                <c:pt idx="23494">
                  <c:v>6.6750400000000001</c:v>
                </c:pt>
                <c:pt idx="23495">
                  <c:v>6.6753499999999999</c:v>
                </c:pt>
                <c:pt idx="23496">
                  <c:v>6.6756500000000001</c:v>
                </c:pt>
                <c:pt idx="23497">
                  <c:v>6.6759599999999999</c:v>
                </c:pt>
                <c:pt idx="23498">
                  <c:v>6.6762600000000001</c:v>
                </c:pt>
                <c:pt idx="23499">
                  <c:v>6.6765699999999999</c:v>
                </c:pt>
                <c:pt idx="23500">
                  <c:v>6.6768700000000001</c:v>
                </c:pt>
                <c:pt idx="23501">
                  <c:v>6.6771799999999999</c:v>
                </c:pt>
                <c:pt idx="23502">
                  <c:v>6.6774800000000001</c:v>
                </c:pt>
                <c:pt idx="23503">
                  <c:v>6.6777899999999999</c:v>
                </c:pt>
                <c:pt idx="23504">
                  <c:v>6.6780999999999997</c:v>
                </c:pt>
                <c:pt idx="23505">
                  <c:v>6.6783999999999999</c:v>
                </c:pt>
                <c:pt idx="23506">
                  <c:v>6.6787099999999997</c:v>
                </c:pt>
                <c:pt idx="23507">
                  <c:v>6.6790099999999999</c:v>
                </c:pt>
                <c:pt idx="23508">
                  <c:v>6.6793199999999997</c:v>
                </c:pt>
                <c:pt idx="23509">
                  <c:v>6.6796199999999999</c:v>
                </c:pt>
                <c:pt idx="23510">
                  <c:v>6.6799299999999997</c:v>
                </c:pt>
                <c:pt idx="23511">
                  <c:v>6.6802299999999999</c:v>
                </c:pt>
                <c:pt idx="23512">
                  <c:v>6.6805399999999997</c:v>
                </c:pt>
                <c:pt idx="23513">
                  <c:v>6.6808399999999999</c:v>
                </c:pt>
                <c:pt idx="23514">
                  <c:v>6.6811499999999997</c:v>
                </c:pt>
                <c:pt idx="23515">
                  <c:v>6.6814499999999999</c:v>
                </c:pt>
                <c:pt idx="23516">
                  <c:v>6.6817599999999997</c:v>
                </c:pt>
                <c:pt idx="23517">
                  <c:v>6.6820700000000004</c:v>
                </c:pt>
                <c:pt idx="23518">
                  <c:v>6.6823699999999997</c:v>
                </c:pt>
                <c:pt idx="23519">
                  <c:v>6.6826800000000004</c:v>
                </c:pt>
                <c:pt idx="23520">
                  <c:v>6.6829799999999997</c:v>
                </c:pt>
                <c:pt idx="23521">
                  <c:v>6.6832900000000004</c:v>
                </c:pt>
                <c:pt idx="23522">
                  <c:v>6.6835899999999997</c:v>
                </c:pt>
                <c:pt idx="23523">
                  <c:v>6.6839000000000004</c:v>
                </c:pt>
                <c:pt idx="23524">
                  <c:v>6.6841999999999997</c:v>
                </c:pt>
                <c:pt idx="23525">
                  <c:v>6.6845100000000004</c:v>
                </c:pt>
                <c:pt idx="23526">
                  <c:v>6.6848099999999997</c:v>
                </c:pt>
                <c:pt idx="23527">
                  <c:v>6.6851200000000004</c:v>
                </c:pt>
                <c:pt idx="23528">
                  <c:v>6.6854199999999997</c:v>
                </c:pt>
                <c:pt idx="23529">
                  <c:v>6.6857300000000004</c:v>
                </c:pt>
                <c:pt idx="23530">
                  <c:v>6.6860400000000002</c:v>
                </c:pt>
                <c:pt idx="23531">
                  <c:v>6.6863400000000004</c:v>
                </c:pt>
                <c:pt idx="23532">
                  <c:v>6.6866500000000002</c:v>
                </c:pt>
                <c:pt idx="23533">
                  <c:v>6.6869500000000004</c:v>
                </c:pt>
                <c:pt idx="23534">
                  <c:v>6.6872600000000002</c:v>
                </c:pt>
                <c:pt idx="23535">
                  <c:v>6.6875600000000004</c:v>
                </c:pt>
                <c:pt idx="23536">
                  <c:v>6.6878700000000002</c:v>
                </c:pt>
                <c:pt idx="23537">
                  <c:v>6.6881700000000004</c:v>
                </c:pt>
                <c:pt idx="23538">
                  <c:v>6.6884800000000002</c:v>
                </c:pt>
                <c:pt idx="23539">
                  <c:v>6.6887800000000004</c:v>
                </c:pt>
                <c:pt idx="23540">
                  <c:v>6.6890900000000002</c:v>
                </c:pt>
                <c:pt idx="23541">
                  <c:v>6.6893900000000004</c:v>
                </c:pt>
                <c:pt idx="23542">
                  <c:v>6.6897000000000002</c:v>
                </c:pt>
                <c:pt idx="23543">
                  <c:v>6.69001</c:v>
                </c:pt>
                <c:pt idx="23544">
                  <c:v>6.6903100000000002</c:v>
                </c:pt>
                <c:pt idx="23545">
                  <c:v>6.69062</c:v>
                </c:pt>
                <c:pt idx="23546">
                  <c:v>6.6909200000000002</c:v>
                </c:pt>
                <c:pt idx="23547">
                  <c:v>6.69123</c:v>
                </c:pt>
                <c:pt idx="23548">
                  <c:v>6.6915300000000002</c:v>
                </c:pt>
                <c:pt idx="23549">
                  <c:v>6.69184</c:v>
                </c:pt>
                <c:pt idx="23550">
                  <c:v>6.6921400000000002</c:v>
                </c:pt>
                <c:pt idx="23551">
                  <c:v>6.69245</c:v>
                </c:pt>
                <c:pt idx="23552">
                  <c:v>6.6927500000000002</c:v>
                </c:pt>
                <c:pt idx="23553">
                  <c:v>6.69306</c:v>
                </c:pt>
                <c:pt idx="23554">
                  <c:v>6.6933699999999998</c:v>
                </c:pt>
                <c:pt idx="23555">
                  <c:v>6.69367</c:v>
                </c:pt>
                <c:pt idx="23556">
                  <c:v>6.6939799999999998</c:v>
                </c:pt>
                <c:pt idx="23557">
                  <c:v>6.69428</c:v>
                </c:pt>
                <c:pt idx="23558">
                  <c:v>6.6945899999999998</c:v>
                </c:pt>
                <c:pt idx="23559">
                  <c:v>6.69489</c:v>
                </c:pt>
                <c:pt idx="23560">
                  <c:v>6.6951999999999998</c:v>
                </c:pt>
                <c:pt idx="23561">
                  <c:v>6.6955</c:v>
                </c:pt>
                <c:pt idx="23562">
                  <c:v>6.6958099999999998</c:v>
                </c:pt>
                <c:pt idx="23563">
                  <c:v>6.69611</c:v>
                </c:pt>
                <c:pt idx="23564">
                  <c:v>6.6964199999999998</c:v>
                </c:pt>
                <c:pt idx="23565">
                  <c:v>6.69672</c:v>
                </c:pt>
                <c:pt idx="23566">
                  <c:v>6.6970299999999998</c:v>
                </c:pt>
                <c:pt idx="23567">
                  <c:v>6.6973399999999996</c:v>
                </c:pt>
                <c:pt idx="23568">
                  <c:v>6.6976399999999998</c:v>
                </c:pt>
                <c:pt idx="23569">
                  <c:v>6.6979499999999996</c:v>
                </c:pt>
                <c:pt idx="23570">
                  <c:v>6.6982499999999998</c:v>
                </c:pt>
                <c:pt idx="23571">
                  <c:v>6.6985599999999996</c:v>
                </c:pt>
                <c:pt idx="23572">
                  <c:v>6.6988599999999998</c:v>
                </c:pt>
                <c:pt idx="23573">
                  <c:v>6.6991699999999996</c:v>
                </c:pt>
                <c:pt idx="23574">
                  <c:v>6.6994699999999998</c:v>
                </c:pt>
                <c:pt idx="23575">
                  <c:v>6.6997799999999996</c:v>
                </c:pt>
                <c:pt idx="23576">
                  <c:v>6.7000799999999998</c:v>
                </c:pt>
                <c:pt idx="23577">
                  <c:v>6.7003899999999996</c:v>
                </c:pt>
                <c:pt idx="23578">
                  <c:v>6.7006899999999998</c:v>
                </c:pt>
                <c:pt idx="23579">
                  <c:v>6.7009999999999996</c:v>
                </c:pt>
                <c:pt idx="23580">
                  <c:v>6.7013100000000003</c:v>
                </c:pt>
                <c:pt idx="23581">
                  <c:v>6.7016099999999996</c:v>
                </c:pt>
                <c:pt idx="23582">
                  <c:v>6.7019200000000003</c:v>
                </c:pt>
                <c:pt idx="23583">
                  <c:v>6.7022199999999996</c:v>
                </c:pt>
                <c:pt idx="23584">
                  <c:v>6.7025300000000003</c:v>
                </c:pt>
                <c:pt idx="23585">
                  <c:v>6.7028299999999996</c:v>
                </c:pt>
                <c:pt idx="23586">
                  <c:v>6.7031400000000003</c:v>
                </c:pt>
                <c:pt idx="23587">
                  <c:v>6.7034399999999996</c:v>
                </c:pt>
                <c:pt idx="23588">
                  <c:v>6.7037500000000003</c:v>
                </c:pt>
                <c:pt idx="23589">
                  <c:v>6.7040499999999996</c:v>
                </c:pt>
                <c:pt idx="23590">
                  <c:v>6.7043600000000003</c:v>
                </c:pt>
                <c:pt idx="23591">
                  <c:v>6.7046599999999996</c:v>
                </c:pt>
                <c:pt idx="23592">
                  <c:v>6.7049700000000003</c:v>
                </c:pt>
                <c:pt idx="23593">
                  <c:v>6.7052800000000001</c:v>
                </c:pt>
                <c:pt idx="23594">
                  <c:v>6.7055800000000003</c:v>
                </c:pt>
                <c:pt idx="23595">
                  <c:v>6.7058900000000001</c:v>
                </c:pt>
                <c:pt idx="23596">
                  <c:v>6.7061900000000003</c:v>
                </c:pt>
                <c:pt idx="23597">
                  <c:v>6.7065000000000001</c:v>
                </c:pt>
                <c:pt idx="23598">
                  <c:v>6.7068000000000003</c:v>
                </c:pt>
                <c:pt idx="23599">
                  <c:v>6.7071100000000001</c:v>
                </c:pt>
                <c:pt idx="23600">
                  <c:v>6.7074100000000003</c:v>
                </c:pt>
                <c:pt idx="23601">
                  <c:v>6.7077200000000001</c:v>
                </c:pt>
                <c:pt idx="23602">
                  <c:v>6.7080200000000003</c:v>
                </c:pt>
                <c:pt idx="23603">
                  <c:v>6.7083300000000001</c:v>
                </c:pt>
                <c:pt idx="23604">
                  <c:v>6.7086300000000003</c:v>
                </c:pt>
                <c:pt idx="23605">
                  <c:v>6.7089400000000001</c:v>
                </c:pt>
                <c:pt idx="23606">
                  <c:v>6.7092499999999999</c:v>
                </c:pt>
                <c:pt idx="23607">
                  <c:v>6.7095500000000001</c:v>
                </c:pt>
                <c:pt idx="23608">
                  <c:v>6.7098599999999999</c:v>
                </c:pt>
                <c:pt idx="23609">
                  <c:v>6.7101600000000001</c:v>
                </c:pt>
                <c:pt idx="23610">
                  <c:v>6.7104699999999999</c:v>
                </c:pt>
                <c:pt idx="23611">
                  <c:v>6.7107700000000001</c:v>
                </c:pt>
                <c:pt idx="23612">
                  <c:v>6.7110799999999999</c:v>
                </c:pt>
                <c:pt idx="23613">
                  <c:v>6.7113800000000001</c:v>
                </c:pt>
                <c:pt idx="23614">
                  <c:v>6.7116899999999999</c:v>
                </c:pt>
                <c:pt idx="23615">
                  <c:v>6.7119900000000001</c:v>
                </c:pt>
                <c:pt idx="23616">
                  <c:v>6.7122999999999999</c:v>
                </c:pt>
                <c:pt idx="23617">
                  <c:v>6.7126099999999997</c:v>
                </c:pt>
                <c:pt idx="23618">
                  <c:v>6.7129099999999999</c:v>
                </c:pt>
                <c:pt idx="23619">
                  <c:v>6.7132199999999997</c:v>
                </c:pt>
                <c:pt idx="23620">
                  <c:v>6.7135199999999999</c:v>
                </c:pt>
                <c:pt idx="23621">
                  <c:v>6.7138299999999997</c:v>
                </c:pt>
                <c:pt idx="23622">
                  <c:v>6.7141299999999999</c:v>
                </c:pt>
                <c:pt idx="23623">
                  <c:v>6.7144399999999997</c:v>
                </c:pt>
                <c:pt idx="23624">
                  <c:v>6.7147399999999999</c:v>
                </c:pt>
                <c:pt idx="23625">
                  <c:v>6.7150499999999997</c:v>
                </c:pt>
                <c:pt idx="23626">
                  <c:v>6.7153499999999999</c:v>
                </c:pt>
                <c:pt idx="23627">
                  <c:v>6.7156599999999997</c:v>
                </c:pt>
                <c:pt idx="23628">
                  <c:v>6.7159599999999999</c:v>
                </c:pt>
                <c:pt idx="23629">
                  <c:v>6.7162699999999997</c:v>
                </c:pt>
                <c:pt idx="23630">
                  <c:v>6.7165800000000004</c:v>
                </c:pt>
                <c:pt idx="23631">
                  <c:v>6.7168799999999997</c:v>
                </c:pt>
                <c:pt idx="23632">
                  <c:v>6.7171900000000004</c:v>
                </c:pt>
                <c:pt idx="23633">
                  <c:v>6.7174899999999997</c:v>
                </c:pt>
                <c:pt idx="23634">
                  <c:v>6.7178000000000004</c:v>
                </c:pt>
                <c:pt idx="23635">
                  <c:v>6.7180999999999997</c:v>
                </c:pt>
                <c:pt idx="23636">
                  <c:v>6.7184100000000004</c:v>
                </c:pt>
                <c:pt idx="23637">
                  <c:v>6.7187099999999997</c:v>
                </c:pt>
                <c:pt idx="23638">
                  <c:v>6.7190200000000004</c:v>
                </c:pt>
                <c:pt idx="23639">
                  <c:v>6.7193199999999997</c:v>
                </c:pt>
                <c:pt idx="23640">
                  <c:v>6.7196300000000004</c:v>
                </c:pt>
                <c:pt idx="23641">
                  <c:v>6.7199299999999997</c:v>
                </c:pt>
                <c:pt idx="23642">
                  <c:v>6.7202400000000004</c:v>
                </c:pt>
                <c:pt idx="23643">
                  <c:v>6.7205500000000002</c:v>
                </c:pt>
                <c:pt idx="23644">
                  <c:v>6.7208500000000004</c:v>
                </c:pt>
                <c:pt idx="23645">
                  <c:v>6.7211600000000002</c:v>
                </c:pt>
                <c:pt idx="23646">
                  <c:v>6.7214600000000004</c:v>
                </c:pt>
                <c:pt idx="23647">
                  <c:v>6.7217700000000002</c:v>
                </c:pt>
                <c:pt idx="23648">
                  <c:v>6.7220700000000004</c:v>
                </c:pt>
                <c:pt idx="23649">
                  <c:v>6.7223800000000002</c:v>
                </c:pt>
                <c:pt idx="23650">
                  <c:v>6.7226800000000004</c:v>
                </c:pt>
                <c:pt idx="23651">
                  <c:v>6.7229900000000002</c:v>
                </c:pt>
                <c:pt idx="23652">
                  <c:v>6.7232900000000004</c:v>
                </c:pt>
                <c:pt idx="23653">
                  <c:v>6.7236000000000002</c:v>
                </c:pt>
                <c:pt idx="23654">
                  <c:v>6.7239000000000004</c:v>
                </c:pt>
                <c:pt idx="23655">
                  <c:v>6.7242100000000002</c:v>
                </c:pt>
                <c:pt idx="23656">
                  <c:v>6.7245200000000001</c:v>
                </c:pt>
                <c:pt idx="23657">
                  <c:v>6.7248200000000002</c:v>
                </c:pt>
                <c:pt idx="23658">
                  <c:v>6.7251300000000001</c:v>
                </c:pt>
                <c:pt idx="23659">
                  <c:v>6.7254300000000002</c:v>
                </c:pt>
                <c:pt idx="23660">
                  <c:v>6.7257400000000001</c:v>
                </c:pt>
                <c:pt idx="23661">
                  <c:v>6.7260400000000002</c:v>
                </c:pt>
                <c:pt idx="23662">
                  <c:v>6.7263500000000001</c:v>
                </c:pt>
                <c:pt idx="23663">
                  <c:v>6.7266500000000002</c:v>
                </c:pt>
                <c:pt idx="23664">
                  <c:v>6.7269600000000001</c:v>
                </c:pt>
                <c:pt idx="23665">
                  <c:v>6.7272600000000002</c:v>
                </c:pt>
                <c:pt idx="23666">
                  <c:v>6.7275700000000001</c:v>
                </c:pt>
                <c:pt idx="23667">
                  <c:v>6.7278799999999999</c:v>
                </c:pt>
                <c:pt idx="23668">
                  <c:v>6.72818</c:v>
                </c:pt>
                <c:pt idx="23669">
                  <c:v>6.7284899999999999</c:v>
                </c:pt>
                <c:pt idx="23670">
                  <c:v>6.72879</c:v>
                </c:pt>
                <c:pt idx="23671">
                  <c:v>6.7290999999999999</c:v>
                </c:pt>
                <c:pt idx="23672">
                  <c:v>6.7294</c:v>
                </c:pt>
                <c:pt idx="23673">
                  <c:v>6.7297099999999999</c:v>
                </c:pt>
                <c:pt idx="23674">
                  <c:v>6.73001</c:v>
                </c:pt>
                <c:pt idx="23675">
                  <c:v>6.7303199999999999</c:v>
                </c:pt>
                <c:pt idx="23676">
                  <c:v>6.73062</c:v>
                </c:pt>
                <c:pt idx="23677">
                  <c:v>6.7309299999999999</c:v>
                </c:pt>
                <c:pt idx="23678">
                  <c:v>6.73123</c:v>
                </c:pt>
                <c:pt idx="23679">
                  <c:v>6.7315399999999999</c:v>
                </c:pt>
                <c:pt idx="23680">
                  <c:v>6.7318499999999997</c:v>
                </c:pt>
                <c:pt idx="23681">
                  <c:v>6.7321499999999999</c:v>
                </c:pt>
                <c:pt idx="23682">
                  <c:v>6.7324599999999997</c:v>
                </c:pt>
                <c:pt idx="23683">
                  <c:v>6.7327599999999999</c:v>
                </c:pt>
                <c:pt idx="23684">
                  <c:v>6.7330699999999997</c:v>
                </c:pt>
                <c:pt idx="23685">
                  <c:v>6.7333699999999999</c:v>
                </c:pt>
                <c:pt idx="23686">
                  <c:v>6.7336799999999997</c:v>
                </c:pt>
                <c:pt idx="23687">
                  <c:v>6.7339799999999999</c:v>
                </c:pt>
                <c:pt idx="23688">
                  <c:v>6.7342899999999997</c:v>
                </c:pt>
                <c:pt idx="23689">
                  <c:v>6.7345899999999999</c:v>
                </c:pt>
                <c:pt idx="23690">
                  <c:v>6.7348999999999997</c:v>
                </c:pt>
                <c:pt idx="23691">
                  <c:v>6.7351999999999999</c:v>
                </c:pt>
                <c:pt idx="23692">
                  <c:v>6.7355099999999997</c:v>
                </c:pt>
                <c:pt idx="23693">
                  <c:v>6.7358200000000004</c:v>
                </c:pt>
                <c:pt idx="23694">
                  <c:v>6.7361199999999997</c:v>
                </c:pt>
                <c:pt idx="23695">
                  <c:v>6.7364300000000004</c:v>
                </c:pt>
                <c:pt idx="23696">
                  <c:v>6.7367299999999997</c:v>
                </c:pt>
                <c:pt idx="23697">
                  <c:v>6.7370400000000004</c:v>
                </c:pt>
                <c:pt idx="23698">
                  <c:v>6.7373399999999997</c:v>
                </c:pt>
                <c:pt idx="23699">
                  <c:v>6.7376500000000004</c:v>
                </c:pt>
                <c:pt idx="23700">
                  <c:v>6.7379499999999997</c:v>
                </c:pt>
                <c:pt idx="23701">
                  <c:v>6.7382600000000004</c:v>
                </c:pt>
                <c:pt idx="23702">
                  <c:v>6.7385599999999997</c:v>
                </c:pt>
                <c:pt idx="23703">
                  <c:v>6.7388700000000004</c:v>
                </c:pt>
                <c:pt idx="23704">
                  <c:v>6.7391699999999997</c:v>
                </c:pt>
                <c:pt idx="23705">
                  <c:v>6.7394800000000004</c:v>
                </c:pt>
                <c:pt idx="23706">
                  <c:v>6.7397900000000002</c:v>
                </c:pt>
                <c:pt idx="23707">
                  <c:v>6.7400900000000004</c:v>
                </c:pt>
                <c:pt idx="23708">
                  <c:v>6.7404000000000002</c:v>
                </c:pt>
                <c:pt idx="23709">
                  <c:v>6.7407000000000004</c:v>
                </c:pt>
                <c:pt idx="23710">
                  <c:v>6.7410100000000002</c:v>
                </c:pt>
                <c:pt idx="23711">
                  <c:v>6.7413100000000004</c:v>
                </c:pt>
                <c:pt idx="23712">
                  <c:v>6.7416200000000002</c:v>
                </c:pt>
                <c:pt idx="23713">
                  <c:v>6.7419200000000004</c:v>
                </c:pt>
                <c:pt idx="23714">
                  <c:v>6.7422300000000002</c:v>
                </c:pt>
                <c:pt idx="23715">
                  <c:v>6.7425300000000004</c:v>
                </c:pt>
                <c:pt idx="23716">
                  <c:v>6.7428400000000002</c:v>
                </c:pt>
                <c:pt idx="23717">
                  <c:v>6.7431400000000004</c:v>
                </c:pt>
                <c:pt idx="23718">
                  <c:v>6.7434500000000002</c:v>
                </c:pt>
                <c:pt idx="23719">
                  <c:v>6.74376</c:v>
                </c:pt>
                <c:pt idx="23720">
                  <c:v>6.7440600000000002</c:v>
                </c:pt>
                <c:pt idx="23721">
                  <c:v>6.74437</c:v>
                </c:pt>
                <c:pt idx="23722">
                  <c:v>6.7446700000000002</c:v>
                </c:pt>
                <c:pt idx="23723">
                  <c:v>6.74498</c:v>
                </c:pt>
                <c:pt idx="23724">
                  <c:v>6.7452800000000002</c:v>
                </c:pt>
                <c:pt idx="23725">
                  <c:v>6.74559</c:v>
                </c:pt>
                <c:pt idx="23726">
                  <c:v>6.7458900000000002</c:v>
                </c:pt>
                <c:pt idx="23727">
                  <c:v>6.7462</c:v>
                </c:pt>
                <c:pt idx="23728">
                  <c:v>6.7465000000000002</c:v>
                </c:pt>
                <c:pt idx="23729">
                  <c:v>6.74681</c:v>
                </c:pt>
                <c:pt idx="23730">
                  <c:v>6.7471199999999998</c:v>
                </c:pt>
                <c:pt idx="23731">
                  <c:v>6.74742</c:v>
                </c:pt>
                <c:pt idx="23732">
                  <c:v>6.7477299999999998</c:v>
                </c:pt>
                <c:pt idx="23733">
                  <c:v>6.74803</c:v>
                </c:pt>
                <c:pt idx="23734">
                  <c:v>6.7483399999999998</c:v>
                </c:pt>
                <c:pt idx="23735">
                  <c:v>6.74864</c:v>
                </c:pt>
                <c:pt idx="23736">
                  <c:v>6.7489499999999998</c:v>
                </c:pt>
                <c:pt idx="23737">
                  <c:v>6.74925</c:v>
                </c:pt>
                <c:pt idx="23738">
                  <c:v>6.7495599999999998</c:v>
                </c:pt>
                <c:pt idx="23739">
                  <c:v>6.74986</c:v>
                </c:pt>
                <c:pt idx="23740">
                  <c:v>6.7501699999999998</c:v>
                </c:pt>
                <c:pt idx="23741">
                  <c:v>6.75047</c:v>
                </c:pt>
                <c:pt idx="23742">
                  <c:v>6.7507799999999998</c:v>
                </c:pt>
                <c:pt idx="23743">
                  <c:v>6.7510899999999996</c:v>
                </c:pt>
                <c:pt idx="23744">
                  <c:v>6.7513899999999998</c:v>
                </c:pt>
                <c:pt idx="23745">
                  <c:v>6.7516999999999996</c:v>
                </c:pt>
                <c:pt idx="23746">
                  <c:v>6.7519999999999998</c:v>
                </c:pt>
                <c:pt idx="23747">
                  <c:v>6.7523099999999996</c:v>
                </c:pt>
                <c:pt idx="23748">
                  <c:v>6.7526099999999998</c:v>
                </c:pt>
                <c:pt idx="23749">
                  <c:v>6.7529199999999996</c:v>
                </c:pt>
                <c:pt idx="23750">
                  <c:v>6.7532199999999998</c:v>
                </c:pt>
                <c:pt idx="23751">
                  <c:v>6.7535299999999996</c:v>
                </c:pt>
                <c:pt idx="23752">
                  <c:v>6.7538299999999998</c:v>
                </c:pt>
                <c:pt idx="23753">
                  <c:v>6.7541399999999996</c:v>
                </c:pt>
                <c:pt idx="23754">
                  <c:v>6.7544399999999998</c:v>
                </c:pt>
                <c:pt idx="23755">
                  <c:v>6.7547499999999996</c:v>
                </c:pt>
                <c:pt idx="23756">
                  <c:v>6.7550600000000003</c:v>
                </c:pt>
                <c:pt idx="23757">
                  <c:v>6.7553599999999996</c:v>
                </c:pt>
                <c:pt idx="23758">
                  <c:v>6.7556700000000003</c:v>
                </c:pt>
                <c:pt idx="23759">
                  <c:v>6.7559699999999996</c:v>
                </c:pt>
                <c:pt idx="23760">
                  <c:v>6.7562800000000003</c:v>
                </c:pt>
                <c:pt idx="23761">
                  <c:v>6.7565799999999996</c:v>
                </c:pt>
                <c:pt idx="23762">
                  <c:v>6.7568900000000003</c:v>
                </c:pt>
                <c:pt idx="23763">
                  <c:v>6.7571899999999996</c:v>
                </c:pt>
                <c:pt idx="23764">
                  <c:v>6.7575000000000003</c:v>
                </c:pt>
                <c:pt idx="23765">
                  <c:v>6.7577999999999996</c:v>
                </c:pt>
                <c:pt idx="23766">
                  <c:v>6.7581100000000003</c:v>
                </c:pt>
                <c:pt idx="23767">
                  <c:v>6.7584099999999996</c:v>
                </c:pt>
                <c:pt idx="23768">
                  <c:v>6.7587200000000003</c:v>
                </c:pt>
                <c:pt idx="23769">
                  <c:v>6.7590300000000001</c:v>
                </c:pt>
                <c:pt idx="23770">
                  <c:v>6.7593300000000003</c:v>
                </c:pt>
                <c:pt idx="23771">
                  <c:v>6.7596400000000001</c:v>
                </c:pt>
                <c:pt idx="23772">
                  <c:v>6.7599400000000003</c:v>
                </c:pt>
                <c:pt idx="23773">
                  <c:v>6.7602500000000001</c:v>
                </c:pt>
                <c:pt idx="23774">
                  <c:v>6.7605500000000003</c:v>
                </c:pt>
                <c:pt idx="23775">
                  <c:v>6.7608600000000001</c:v>
                </c:pt>
                <c:pt idx="23776">
                  <c:v>6.7611600000000003</c:v>
                </c:pt>
                <c:pt idx="23777">
                  <c:v>6.7614700000000001</c:v>
                </c:pt>
                <c:pt idx="23778">
                  <c:v>6.7617700000000003</c:v>
                </c:pt>
                <c:pt idx="23779">
                  <c:v>6.7620800000000001</c:v>
                </c:pt>
                <c:pt idx="23780">
                  <c:v>6.7623800000000003</c:v>
                </c:pt>
                <c:pt idx="23781">
                  <c:v>6.7626900000000001</c:v>
                </c:pt>
                <c:pt idx="23782">
                  <c:v>6.7629999999999999</c:v>
                </c:pt>
                <c:pt idx="23783">
                  <c:v>6.7633000000000001</c:v>
                </c:pt>
                <c:pt idx="23784">
                  <c:v>6.7636099999999999</c:v>
                </c:pt>
                <c:pt idx="23785">
                  <c:v>6.7639100000000001</c:v>
                </c:pt>
                <c:pt idx="23786">
                  <c:v>6.7642199999999999</c:v>
                </c:pt>
                <c:pt idx="23787">
                  <c:v>6.7645200000000001</c:v>
                </c:pt>
                <c:pt idx="23788">
                  <c:v>6.7648299999999999</c:v>
                </c:pt>
                <c:pt idx="23789">
                  <c:v>6.7651300000000001</c:v>
                </c:pt>
                <c:pt idx="23790">
                  <c:v>6.7654399999999999</c:v>
                </c:pt>
                <c:pt idx="23791">
                  <c:v>6.7657400000000001</c:v>
                </c:pt>
                <c:pt idx="23792">
                  <c:v>6.7660499999999999</c:v>
                </c:pt>
                <c:pt idx="23793">
                  <c:v>6.7663599999999997</c:v>
                </c:pt>
                <c:pt idx="23794">
                  <c:v>6.7666599999999999</c:v>
                </c:pt>
                <c:pt idx="23795">
                  <c:v>6.7669699999999997</c:v>
                </c:pt>
                <c:pt idx="23796">
                  <c:v>6.7672699999999999</c:v>
                </c:pt>
                <c:pt idx="23797">
                  <c:v>6.7675799999999997</c:v>
                </c:pt>
                <c:pt idx="23798">
                  <c:v>6.7678799999999999</c:v>
                </c:pt>
                <c:pt idx="23799">
                  <c:v>6.7681899999999997</c:v>
                </c:pt>
                <c:pt idx="23800">
                  <c:v>6.7684899999999999</c:v>
                </c:pt>
                <c:pt idx="23801">
                  <c:v>6.7687999999999997</c:v>
                </c:pt>
                <c:pt idx="23802">
                  <c:v>6.7690999999999999</c:v>
                </c:pt>
                <c:pt idx="23803">
                  <c:v>6.7694099999999997</c:v>
                </c:pt>
                <c:pt idx="23804">
                  <c:v>6.7697099999999999</c:v>
                </c:pt>
                <c:pt idx="23805">
                  <c:v>6.7700199999999997</c:v>
                </c:pt>
                <c:pt idx="23806">
                  <c:v>6.7703300000000004</c:v>
                </c:pt>
                <c:pt idx="23807">
                  <c:v>6.7706299999999997</c:v>
                </c:pt>
                <c:pt idx="23808">
                  <c:v>6.7709400000000004</c:v>
                </c:pt>
                <c:pt idx="23809">
                  <c:v>6.7712399999999997</c:v>
                </c:pt>
                <c:pt idx="23810">
                  <c:v>6.7715500000000004</c:v>
                </c:pt>
                <c:pt idx="23811">
                  <c:v>6.7718499999999997</c:v>
                </c:pt>
                <c:pt idx="23812">
                  <c:v>6.7721600000000004</c:v>
                </c:pt>
                <c:pt idx="23813">
                  <c:v>6.7724599999999997</c:v>
                </c:pt>
                <c:pt idx="23814">
                  <c:v>6.7727700000000004</c:v>
                </c:pt>
                <c:pt idx="23815">
                  <c:v>6.7730699999999997</c:v>
                </c:pt>
                <c:pt idx="23816">
                  <c:v>6.7733800000000004</c:v>
                </c:pt>
                <c:pt idx="23817">
                  <c:v>6.7736799999999997</c:v>
                </c:pt>
                <c:pt idx="23818">
                  <c:v>6.7739900000000004</c:v>
                </c:pt>
                <c:pt idx="23819">
                  <c:v>6.7743000000000002</c:v>
                </c:pt>
                <c:pt idx="23820">
                  <c:v>6.7746000000000004</c:v>
                </c:pt>
                <c:pt idx="23821">
                  <c:v>6.7749100000000002</c:v>
                </c:pt>
                <c:pt idx="23822">
                  <c:v>6.7752100000000004</c:v>
                </c:pt>
                <c:pt idx="23823">
                  <c:v>6.7755200000000002</c:v>
                </c:pt>
                <c:pt idx="23824">
                  <c:v>6.7758200000000004</c:v>
                </c:pt>
                <c:pt idx="23825">
                  <c:v>6.7761300000000002</c:v>
                </c:pt>
                <c:pt idx="23826">
                  <c:v>6.7764300000000004</c:v>
                </c:pt>
                <c:pt idx="23827">
                  <c:v>6.7767400000000002</c:v>
                </c:pt>
                <c:pt idx="23828">
                  <c:v>6.7770400000000004</c:v>
                </c:pt>
                <c:pt idx="23829">
                  <c:v>6.7773500000000002</c:v>
                </c:pt>
                <c:pt idx="23830">
                  <c:v>6.7776500000000004</c:v>
                </c:pt>
                <c:pt idx="23831">
                  <c:v>6.7779600000000002</c:v>
                </c:pt>
                <c:pt idx="23832">
                  <c:v>6.77827</c:v>
                </c:pt>
                <c:pt idx="23833">
                  <c:v>6.7785700000000002</c:v>
                </c:pt>
                <c:pt idx="23834">
                  <c:v>6.77888</c:v>
                </c:pt>
                <c:pt idx="23835">
                  <c:v>6.7791800000000002</c:v>
                </c:pt>
                <c:pt idx="23836">
                  <c:v>6.77949</c:v>
                </c:pt>
                <c:pt idx="23837">
                  <c:v>6.7797900000000002</c:v>
                </c:pt>
                <c:pt idx="23838">
                  <c:v>6.7801</c:v>
                </c:pt>
                <c:pt idx="23839">
                  <c:v>6.7804000000000002</c:v>
                </c:pt>
                <c:pt idx="23840">
                  <c:v>6.78071</c:v>
                </c:pt>
                <c:pt idx="23841">
                  <c:v>6.7810100000000002</c:v>
                </c:pt>
                <c:pt idx="23842">
                  <c:v>6.78132</c:v>
                </c:pt>
                <c:pt idx="23843">
                  <c:v>6.7816200000000002</c:v>
                </c:pt>
                <c:pt idx="23844">
                  <c:v>6.78193</c:v>
                </c:pt>
                <c:pt idx="23845">
                  <c:v>6.7822399999999998</c:v>
                </c:pt>
                <c:pt idx="23846">
                  <c:v>6.78254</c:v>
                </c:pt>
                <c:pt idx="23847">
                  <c:v>6.7828499999999998</c:v>
                </c:pt>
                <c:pt idx="23848">
                  <c:v>6.78315</c:v>
                </c:pt>
                <c:pt idx="23849">
                  <c:v>6.7834599999999998</c:v>
                </c:pt>
                <c:pt idx="23850">
                  <c:v>6.78376</c:v>
                </c:pt>
                <c:pt idx="23851">
                  <c:v>6.7840699999999998</c:v>
                </c:pt>
                <c:pt idx="23852">
                  <c:v>6.78437</c:v>
                </c:pt>
                <c:pt idx="23853">
                  <c:v>6.7846799999999998</c:v>
                </c:pt>
                <c:pt idx="23854">
                  <c:v>6.78498</c:v>
                </c:pt>
                <c:pt idx="23855">
                  <c:v>6.7852899999999998</c:v>
                </c:pt>
                <c:pt idx="23856">
                  <c:v>6.7855999999999996</c:v>
                </c:pt>
                <c:pt idx="23857">
                  <c:v>6.7858999999999998</c:v>
                </c:pt>
                <c:pt idx="23858">
                  <c:v>6.7862099999999996</c:v>
                </c:pt>
                <c:pt idx="23859">
                  <c:v>6.7865099999999998</c:v>
                </c:pt>
                <c:pt idx="23860">
                  <c:v>6.7868199999999996</c:v>
                </c:pt>
                <c:pt idx="23861">
                  <c:v>6.7871199999999998</c:v>
                </c:pt>
                <c:pt idx="23862">
                  <c:v>6.7874299999999996</c:v>
                </c:pt>
                <c:pt idx="23863">
                  <c:v>6.7877299999999998</c:v>
                </c:pt>
                <c:pt idx="23864">
                  <c:v>6.7880399999999996</c:v>
                </c:pt>
                <c:pt idx="23865">
                  <c:v>6.7883399999999998</c:v>
                </c:pt>
                <c:pt idx="23866">
                  <c:v>6.7886499999999996</c:v>
                </c:pt>
                <c:pt idx="23867">
                  <c:v>6.7889499999999998</c:v>
                </c:pt>
                <c:pt idx="23868">
                  <c:v>6.7892599999999996</c:v>
                </c:pt>
                <c:pt idx="23869">
                  <c:v>6.7895700000000003</c:v>
                </c:pt>
                <c:pt idx="23870">
                  <c:v>6.7898699999999996</c:v>
                </c:pt>
                <c:pt idx="23871">
                  <c:v>6.7901800000000003</c:v>
                </c:pt>
                <c:pt idx="23872">
                  <c:v>6.7904799999999996</c:v>
                </c:pt>
                <c:pt idx="23873">
                  <c:v>6.7907900000000003</c:v>
                </c:pt>
                <c:pt idx="23874">
                  <c:v>6.7910899999999996</c:v>
                </c:pt>
                <c:pt idx="23875">
                  <c:v>6.7914000000000003</c:v>
                </c:pt>
                <c:pt idx="23876">
                  <c:v>6.7916999999999996</c:v>
                </c:pt>
                <c:pt idx="23877">
                  <c:v>6.7920100000000003</c:v>
                </c:pt>
                <c:pt idx="23878">
                  <c:v>6.7923099999999996</c:v>
                </c:pt>
                <c:pt idx="23879">
                  <c:v>6.7926200000000003</c:v>
                </c:pt>
                <c:pt idx="23880">
                  <c:v>6.7929199999999996</c:v>
                </c:pt>
                <c:pt idx="23881">
                  <c:v>6.7932300000000003</c:v>
                </c:pt>
                <c:pt idx="23882">
                  <c:v>6.7935400000000001</c:v>
                </c:pt>
                <c:pt idx="23883">
                  <c:v>6.7938400000000003</c:v>
                </c:pt>
                <c:pt idx="23884">
                  <c:v>6.7941500000000001</c:v>
                </c:pt>
                <c:pt idx="23885">
                  <c:v>6.7944500000000003</c:v>
                </c:pt>
                <c:pt idx="23886">
                  <c:v>6.7947600000000001</c:v>
                </c:pt>
                <c:pt idx="23887">
                  <c:v>6.7950600000000003</c:v>
                </c:pt>
                <c:pt idx="23888">
                  <c:v>6.7953700000000001</c:v>
                </c:pt>
                <c:pt idx="23889">
                  <c:v>6.7956700000000003</c:v>
                </c:pt>
                <c:pt idx="23890">
                  <c:v>6.7959800000000001</c:v>
                </c:pt>
                <c:pt idx="23891">
                  <c:v>6.7962800000000003</c:v>
                </c:pt>
                <c:pt idx="23892">
                  <c:v>6.7965900000000001</c:v>
                </c:pt>
                <c:pt idx="23893">
                  <c:v>6.7968900000000003</c:v>
                </c:pt>
                <c:pt idx="23894">
                  <c:v>6.7972000000000001</c:v>
                </c:pt>
                <c:pt idx="23895">
                  <c:v>6.7975099999999999</c:v>
                </c:pt>
                <c:pt idx="23896">
                  <c:v>6.7978100000000001</c:v>
                </c:pt>
                <c:pt idx="23897">
                  <c:v>6.7981199999999999</c:v>
                </c:pt>
                <c:pt idx="23898">
                  <c:v>6.7984200000000001</c:v>
                </c:pt>
                <c:pt idx="23899">
                  <c:v>6.7987299999999999</c:v>
                </c:pt>
                <c:pt idx="23900">
                  <c:v>6.7990300000000001</c:v>
                </c:pt>
                <c:pt idx="23901">
                  <c:v>6.7993399999999999</c:v>
                </c:pt>
                <c:pt idx="23902">
                  <c:v>6.7996400000000001</c:v>
                </c:pt>
                <c:pt idx="23903">
                  <c:v>6.7999499999999999</c:v>
                </c:pt>
                <c:pt idx="23904">
                  <c:v>6.8002500000000001</c:v>
                </c:pt>
                <c:pt idx="23905">
                  <c:v>6.8005599999999999</c:v>
                </c:pt>
                <c:pt idx="23906">
                  <c:v>6.8008699999999997</c:v>
                </c:pt>
                <c:pt idx="23907">
                  <c:v>6.8011699999999999</c:v>
                </c:pt>
                <c:pt idx="23908">
                  <c:v>6.8014799999999997</c:v>
                </c:pt>
                <c:pt idx="23909">
                  <c:v>6.8017799999999999</c:v>
                </c:pt>
                <c:pt idx="23910">
                  <c:v>6.8020899999999997</c:v>
                </c:pt>
                <c:pt idx="23911">
                  <c:v>6.8023899999999999</c:v>
                </c:pt>
                <c:pt idx="23912">
                  <c:v>6.8026999999999997</c:v>
                </c:pt>
                <c:pt idx="23913">
                  <c:v>6.8029999999999999</c:v>
                </c:pt>
                <c:pt idx="23914">
                  <c:v>6.8033099999999997</c:v>
                </c:pt>
                <c:pt idx="23915">
                  <c:v>6.8036099999999999</c:v>
                </c:pt>
                <c:pt idx="23916">
                  <c:v>6.8039199999999997</c:v>
                </c:pt>
                <c:pt idx="23917">
                  <c:v>6.8042199999999999</c:v>
                </c:pt>
                <c:pt idx="23918">
                  <c:v>6.8045299999999997</c:v>
                </c:pt>
                <c:pt idx="23919">
                  <c:v>6.8048400000000004</c:v>
                </c:pt>
                <c:pt idx="23920">
                  <c:v>6.8051399999999997</c:v>
                </c:pt>
                <c:pt idx="23921">
                  <c:v>6.8054500000000004</c:v>
                </c:pt>
                <c:pt idx="23922">
                  <c:v>6.8057499999999997</c:v>
                </c:pt>
                <c:pt idx="23923">
                  <c:v>6.8060600000000004</c:v>
                </c:pt>
                <c:pt idx="23924">
                  <c:v>6.8063599999999997</c:v>
                </c:pt>
                <c:pt idx="23925">
                  <c:v>6.8066700000000004</c:v>
                </c:pt>
                <c:pt idx="23926">
                  <c:v>6.8069699999999997</c:v>
                </c:pt>
                <c:pt idx="23927">
                  <c:v>6.8072800000000004</c:v>
                </c:pt>
                <c:pt idx="23928">
                  <c:v>6.8075799999999997</c:v>
                </c:pt>
                <c:pt idx="23929">
                  <c:v>6.8078900000000004</c:v>
                </c:pt>
                <c:pt idx="23930">
                  <c:v>6.8081899999999997</c:v>
                </c:pt>
                <c:pt idx="23931">
                  <c:v>6.8085000000000004</c:v>
                </c:pt>
                <c:pt idx="23932">
                  <c:v>6.8088100000000003</c:v>
                </c:pt>
                <c:pt idx="23933">
                  <c:v>6.8091100000000004</c:v>
                </c:pt>
                <c:pt idx="23934">
                  <c:v>6.8094200000000003</c:v>
                </c:pt>
                <c:pt idx="23935">
                  <c:v>6.8097200000000004</c:v>
                </c:pt>
                <c:pt idx="23936">
                  <c:v>6.8100300000000002</c:v>
                </c:pt>
                <c:pt idx="23937">
                  <c:v>6.8103300000000004</c:v>
                </c:pt>
                <c:pt idx="23938">
                  <c:v>6.8106400000000002</c:v>
                </c:pt>
                <c:pt idx="23939">
                  <c:v>6.8109400000000004</c:v>
                </c:pt>
                <c:pt idx="23940">
                  <c:v>6.8112500000000002</c:v>
                </c:pt>
                <c:pt idx="23941">
                  <c:v>6.8115500000000004</c:v>
                </c:pt>
                <c:pt idx="23942">
                  <c:v>6.8118600000000002</c:v>
                </c:pt>
                <c:pt idx="23943">
                  <c:v>6.8121600000000004</c:v>
                </c:pt>
                <c:pt idx="23944">
                  <c:v>6.8124700000000002</c:v>
                </c:pt>
                <c:pt idx="23945">
                  <c:v>6.8127800000000001</c:v>
                </c:pt>
                <c:pt idx="23946">
                  <c:v>6.8130800000000002</c:v>
                </c:pt>
                <c:pt idx="23947">
                  <c:v>6.8133900000000001</c:v>
                </c:pt>
                <c:pt idx="23948">
                  <c:v>6.8136900000000002</c:v>
                </c:pt>
                <c:pt idx="23949">
                  <c:v>6.8140000000000001</c:v>
                </c:pt>
                <c:pt idx="23950">
                  <c:v>6.8143000000000002</c:v>
                </c:pt>
                <c:pt idx="23951">
                  <c:v>6.8146100000000001</c:v>
                </c:pt>
                <c:pt idx="23952">
                  <c:v>6.8149100000000002</c:v>
                </c:pt>
                <c:pt idx="23953">
                  <c:v>6.8152200000000001</c:v>
                </c:pt>
                <c:pt idx="23954">
                  <c:v>6.8155200000000002</c:v>
                </c:pt>
                <c:pt idx="23955">
                  <c:v>6.8158300000000001</c:v>
                </c:pt>
                <c:pt idx="23956">
                  <c:v>6.8161300000000002</c:v>
                </c:pt>
                <c:pt idx="23957">
                  <c:v>6.8164400000000001</c:v>
                </c:pt>
                <c:pt idx="23958">
                  <c:v>6.8167499999999999</c:v>
                </c:pt>
                <c:pt idx="23959">
                  <c:v>6.8170500000000001</c:v>
                </c:pt>
                <c:pt idx="23960">
                  <c:v>6.8173599999999999</c:v>
                </c:pt>
                <c:pt idx="23961">
                  <c:v>6.8176600000000001</c:v>
                </c:pt>
                <c:pt idx="23962">
                  <c:v>6.8179699999999999</c:v>
                </c:pt>
                <c:pt idx="23963">
                  <c:v>6.8182700000000001</c:v>
                </c:pt>
                <c:pt idx="23964">
                  <c:v>6.8185799999999999</c:v>
                </c:pt>
                <c:pt idx="23965">
                  <c:v>6.8188800000000001</c:v>
                </c:pt>
                <c:pt idx="23966">
                  <c:v>6.8191899999999999</c:v>
                </c:pt>
                <c:pt idx="23967">
                  <c:v>6.8194900000000001</c:v>
                </c:pt>
                <c:pt idx="23968">
                  <c:v>6.8197999999999999</c:v>
                </c:pt>
                <c:pt idx="23969">
                  <c:v>6.8201099999999997</c:v>
                </c:pt>
                <c:pt idx="23970">
                  <c:v>6.8204099999999999</c:v>
                </c:pt>
                <c:pt idx="23971">
                  <c:v>6.8207199999999997</c:v>
                </c:pt>
                <c:pt idx="23972">
                  <c:v>6.8210199999999999</c:v>
                </c:pt>
                <c:pt idx="23973">
                  <c:v>6.8213299999999997</c:v>
                </c:pt>
                <c:pt idx="23974">
                  <c:v>6.8216299999999999</c:v>
                </c:pt>
                <c:pt idx="23975">
                  <c:v>6.8219399999999997</c:v>
                </c:pt>
                <c:pt idx="23976">
                  <c:v>6.8222399999999999</c:v>
                </c:pt>
                <c:pt idx="23977">
                  <c:v>6.8225499999999997</c:v>
                </c:pt>
                <c:pt idx="23978">
                  <c:v>6.8228499999999999</c:v>
                </c:pt>
                <c:pt idx="23979">
                  <c:v>6.8231599999999997</c:v>
                </c:pt>
                <c:pt idx="23980">
                  <c:v>6.8234599999999999</c:v>
                </c:pt>
                <c:pt idx="23981">
                  <c:v>6.8237699999999997</c:v>
                </c:pt>
                <c:pt idx="23982">
                  <c:v>6.8240800000000004</c:v>
                </c:pt>
                <c:pt idx="23983">
                  <c:v>6.8243799999999997</c:v>
                </c:pt>
                <c:pt idx="23984">
                  <c:v>6.8246900000000004</c:v>
                </c:pt>
                <c:pt idx="23985">
                  <c:v>6.8249899999999997</c:v>
                </c:pt>
                <c:pt idx="23986">
                  <c:v>6.8253000000000004</c:v>
                </c:pt>
                <c:pt idx="23987">
                  <c:v>6.8255999999999997</c:v>
                </c:pt>
                <c:pt idx="23988">
                  <c:v>6.8259100000000004</c:v>
                </c:pt>
                <c:pt idx="23989">
                  <c:v>6.8262099999999997</c:v>
                </c:pt>
                <c:pt idx="23990">
                  <c:v>6.8265200000000004</c:v>
                </c:pt>
                <c:pt idx="23991">
                  <c:v>6.8268199999999997</c:v>
                </c:pt>
                <c:pt idx="23992">
                  <c:v>6.8271300000000004</c:v>
                </c:pt>
                <c:pt idx="23993">
                  <c:v>6.8274299999999997</c:v>
                </c:pt>
                <c:pt idx="23994">
                  <c:v>6.8277400000000004</c:v>
                </c:pt>
                <c:pt idx="23995">
                  <c:v>6.8280500000000002</c:v>
                </c:pt>
                <c:pt idx="23996">
                  <c:v>6.8283500000000004</c:v>
                </c:pt>
                <c:pt idx="23997">
                  <c:v>6.8286600000000002</c:v>
                </c:pt>
                <c:pt idx="23998">
                  <c:v>6.8289600000000004</c:v>
                </c:pt>
                <c:pt idx="23999">
                  <c:v>6.8292700000000002</c:v>
                </c:pt>
                <c:pt idx="24000">
                  <c:v>6.8295700000000004</c:v>
                </c:pt>
                <c:pt idx="24001">
                  <c:v>6.8298800000000002</c:v>
                </c:pt>
                <c:pt idx="24002">
                  <c:v>6.8301800000000004</c:v>
                </c:pt>
                <c:pt idx="24003">
                  <c:v>6.8304900000000002</c:v>
                </c:pt>
                <c:pt idx="24004">
                  <c:v>6.8307900000000004</c:v>
                </c:pt>
                <c:pt idx="24005">
                  <c:v>6.8311000000000002</c:v>
                </c:pt>
                <c:pt idx="24006">
                  <c:v>6.8314000000000004</c:v>
                </c:pt>
                <c:pt idx="24007">
                  <c:v>6.8317100000000002</c:v>
                </c:pt>
                <c:pt idx="24008">
                  <c:v>6.83202</c:v>
                </c:pt>
                <c:pt idx="24009">
                  <c:v>6.8323200000000002</c:v>
                </c:pt>
                <c:pt idx="24010">
                  <c:v>6.83263</c:v>
                </c:pt>
                <c:pt idx="24011">
                  <c:v>6.8329300000000002</c:v>
                </c:pt>
                <c:pt idx="24012">
                  <c:v>6.83324</c:v>
                </c:pt>
                <c:pt idx="24013">
                  <c:v>6.8335400000000002</c:v>
                </c:pt>
                <c:pt idx="24014">
                  <c:v>6.83385</c:v>
                </c:pt>
                <c:pt idx="24015">
                  <c:v>6.8341500000000002</c:v>
                </c:pt>
                <c:pt idx="24016">
                  <c:v>6.83446</c:v>
                </c:pt>
                <c:pt idx="24017">
                  <c:v>6.8347600000000002</c:v>
                </c:pt>
                <c:pt idx="24018">
                  <c:v>6.83507</c:v>
                </c:pt>
                <c:pt idx="24019">
                  <c:v>6.8353700000000002</c:v>
                </c:pt>
                <c:pt idx="24020">
                  <c:v>6.83568</c:v>
                </c:pt>
                <c:pt idx="24021">
                  <c:v>6.8359899999999998</c:v>
                </c:pt>
                <c:pt idx="24022">
                  <c:v>6.83629</c:v>
                </c:pt>
                <c:pt idx="24023">
                  <c:v>6.8365999999999998</c:v>
                </c:pt>
                <c:pt idx="24024">
                  <c:v>6.8369</c:v>
                </c:pt>
                <c:pt idx="24025">
                  <c:v>6.8372099999999998</c:v>
                </c:pt>
                <c:pt idx="24026">
                  <c:v>6.83751</c:v>
                </c:pt>
                <c:pt idx="24027">
                  <c:v>6.8378199999999998</c:v>
                </c:pt>
                <c:pt idx="24028">
                  <c:v>6.83812</c:v>
                </c:pt>
                <c:pt idx="24029">
                  <c:v>6.8384299999999998</c:v>
                </c:pt>
                <c:pt idx="24030">
                  <c:v>6.83873</c:v>
                </c:pt>
                <c:pt idx="24031">
                  <c:v>6.8390399999999998</c:v>
                </c:pt>
                <c:pt idx="24032">
                  <c:v>6.8393499999999996</c:v>
                </c:pt>
                <c:pt idx="24033">
                  <c:v>6.8396499999999998</c:v>
                </c:pt>
                <c:pt idx="24034">
                  <c:v>6.8399599999999996</c:v>
                </c:pt>
                <c:pt idx="24035">
                  <c:v>6.8402599999999998</c:v>
                </c:pt>
                <c:pt idx="24036">
                  <c:v>6.8405699999999996</c:v>
                </c:pt>
                <c:pt idx="24037">
                  <c:v>6.8408699999999998</c:v>
                </c:pt>
                <c:pt idx="24038">
                  <c:v>6.8411799999999996</c:v>
                </c:pt>
                <c:pt idx="24039">
                  <c:v>6.8414799999999998</c:v>
                </c:pt>
                <c:pt idx="24040">
                  <c:v>6.8417899999999996</c:v>
                </c:pt>
                <c:pt idx="24041">
                  <c:v>6.8420899999999998</c:v>
                </c:pt>
                <c:pt idx="24042">
                  <c:v>6.8423999999999996</c:v>
                </c:pt>
                <c:pt idx="24043">
                  <c:v>6.8426999999999998</c:v>
                </c:pt>
                <c:pt idx="24044">
                  <c:v>6.8430099999999996</c:v>
                </c:pt>
                <c:pt idx="24045">
                  <c:v>6.8433200000000003</c:v>
                </c:pt>
                <c:pt idx="24046">
                  <c:v>6.8436199999999996</c:v>
                </c:pt>
                <c:pt idx="24047">
                  <c:v>6.8439300000000003</c:v>
                </c:pt>
                <c:pt idx="24048">
                  <c:v>6.8442299999999996</c:v>
                </c:pt>
                <c:pt idx="24049">
                  <c:v>6.8445400000000003</c:v>
                </c:pt>
                <c:pt idx="24050">
                  <c:v>6.8448399999999996</c:v>
                </c:pt>
                <c:pt idx="24051">
                  <c:v>6.8451500000000003</c:v>
                </c:pt>
                <c:pt idx="24052">
                  <c:v>6.8454499999999996</c:v>
                </c:pt>
                <c:pt idx="24053">
                  <c:v>6.8457600000000003</c:v>
                </c:pt>
                <c:pt idx="24054">
                  <c:v>6.8460599999999996</c:v>
                </c:pt>
                <c:pt idx="24055">
                  <c:v>6.8463700000000003</c:v>
                </c:pt>
                <c:pt idx="24056">
                  <c:v>6.8466699999999996</c:v>
                </c:pt>
                <c:pt idx="24057">
                  <c:v>6.8469800000000003</c:v>
                </c:pt>
                <c:pt idx="24058">
                  <c:v>6.8472900000000001</c:v>
                </c:pt>
                <c:pt idx="24059">
                  <c:v>6.8475900000000003</c:v>
                </c:pt>
                <c:pt idx="24060">
                  <c:v>6.8479000000000001</c:v>
                </c:pt>
                <c:pt idx="24061">
                  <c:v>6.8482000000000003</c:v>
                </c:pt>
                <c:pt idx="24062">
                  <c:v>6.8485100000000001</c:v>
                </c:pt>
                <c:pt idx="24063">
                  <c:v>6.8488100000000003</c:v>
                </c:pt>
                <c:pt idx="24064">
                  <c:v>6.8491200000000001</c:v>
                </c:pt>
                <c:pt idx="24065">
                  <c:v>6.8494200000000003</c:v>
                </c:pt>
                <c:pt idx="24066">
                  <c:v>6.8497300000000001</c:v>
                </c:pt>
                <c:pt idx="24067">
                  <c:v>6.8500300000000003</c:v>
                </c:pt>
                <c:pt idx="24068">
                  <c:v>6.8503400000000001</c:v>
                </c:pt>
                <c:pt idx="24069">
                  <c:v>6.8506400000000003</c:v>
                </c:pt>
                <c:pt idx="24070">
                  <c:v>6.8509500000000001</c:v>
                </c:pt>
                <c:pt idx="24071">
                  <c:v>6.8512599999999999</c:v>
                </c:pt>
                <c:pt idx="24072">
                  <c:v>6.8515600000000001</c:v>
                </c:pt>
                <c:pt idx="24073">
                  <c:v>6.8518699999999999</c:v>
                </c:pt>
                <c:pt idx="24074">
                  <c:v>6.8521700000000001</c:v>
                </c:pt>
                <c:pt idx="24075">
                  <c:v>6.8524799999999999</c:v>
                </c:pt>
                <c:pt idx="24076">
                  <c:v>6.8527800000000001</c:v>
                </c:pt>
                <c:pt idx="24077">
                  <c:v>6.8530899999999999</c:v>
                </c:pt>
                <c:pt idx="24078">
                  <c:v>6.8533900000000001</c:v>
                </c:pt>
                <c:pt idx="24079">
                  <c:v>6.8536999999999999</c:v>
                </c:pt>
                <c:pt idx="24080">
                  <c:v>6.8540000000000001</c:v>
                </c:pt>
                <c:pt idx="24081">
                  <c:v>6.8543099999999999</c:v>
                </c:pt>
                <c:pt idx="24082">
                  <c:v>6.8546199999999997</c:v>
                </c:pt>
                <c:pt idx="24083">
                  <c:v>6.8549199999999999</c:v>
                </c:pt>
                <c:pt idx="24084">
                  <c:v>6.8552299999999997</c:v>
                </c:pt>
                <c:pt idx="24085">
                  <c:v>6.8555299999999999</c:v>
                </c:pt>
                <c:pt idx="24086">
                  <c:v>6.8558399999999997</c:v>
                </c:pt>
                <c:pt idx="24087">
                  <c:v>6.8561399999999999</c:v>
                </c:pt>
                <c:pt idx="24088">
                  <c:v>6.8564499999999997</c:v>
                </c:pt>
                <c:pt idx="24089">
                  <c:v>6.8567499999999999</c:v>
                </c:pt>
                <c:pt idx="24090">
                  <c:v>6.8570599999999997</c:v>
                </c:pt>
                <c:pt idx="24091">
                  <c:v>6.8573599999999999</c:v>
                </c:pt>
                <c:pt idx="24092">
                  <c:v>6.8576699999999997</c:v>
                </c:pt>
                <c:pt idx="24093">
                  <c:v>6.8579699999999999</c:v>
                </c:pt>
                <c:pt idx="24094">
                  <c:v>6.8582799999999997</c:v>
                </c:pt>
                <c:pt idx="24095">
                  <c:v>6.8585900000000004</c:v>
                </c:pt>
                <c:pt idx="24096">
                  <c:v>6.8588899999999997</c:v>
                </c:pt>
                <c:pt idx="24097">
                  <c:v>6.8592000000000004</c:v>
                </c:pt>
                <c:pt idx="24098">
                  <c:v>6.8594999999999997</c:v>
                </c:pt>
                <c:pt idx="24099">
                  <c:v>6.8598100000000004</c:v>
                </c:pt>
                <c:pt idx="24100">
                  <c:v>6.8601099999999997</c:v>
                </c:pt>
                <c:pt idx="24101">
                  <c:v>6.8604200000000004</c:v>
                </c:pt>
                <c:pt idx="24102">
                  <c:v>6.8607199999999997</c:v>
                </c:pt>
                <c:pt idx="24103">
                  <c:v>6.8610300000000004</c:v>
                </c:pt>
                <c:pt idx="24104">
                  <c:v>6.8613299999999997</c:v>
                </c:pt>
                <c:pt idx="24105">
                  <c:v>6.8616400000000004</c:v>
                </c:pt>
                <c:pt idx="24106">
                  <c:v>6.8619399999999997</c:v>
                </c:pt>
                <c:pt idx="24107">
                  <c:v>6.8622500000000004</c:v>
                </c:pt>
                <c:pt idx="24108">
                  <c:v>6.8625600000000002</c:v>
                </c:pt>
                <c:pt idx="24109">
                  <c:v>6.8628600000000004</c:v>
                </c:pt>
                <c:pt idx="24110">
                  <c:v>6.8631700000000002</c:v>
                </c:pt>
                <c:pt idx="24111">
                  <c:v>6.8634700000000004</c:v>
                </c:pt>
                <c:pt idx="24112">
                  <c:v>6.8637800000000002</c:v>
                </c:pt>
                <c:pt idx="24113">
                  <c:v>6.8640800000000004</c:v>
                </c:pt>
                <c:pt idx="24114">
                  <c:v>6.8643900000000002</c:v>
                </c:pt>
                <c:pt idx="24115">
                  <c:v>6.8646900000000004</c:v>
                </c:pt>
                <c:pt idx="24116">
                  <c:v>6.8650000000000002</c:v>
                </c:pt>
                <c:pt idx="24117">
                  <c:v>6.8653000000000004</c:v>
                </c:pt>
                <c:pt idx="24118">
                  <c:v>6.8656100000000002</c:v>
                </c:pt>
                <c:pt idx="24119">
                  <c:v>6.8659100000000004</c:v>
                </c:pt>
                <c:pt idx="24120">
                  <c:v>6.8662200000000002</c:v>
                </c:pt>
                <c:pt idx="24121">
                  <c:v>6.86653</c:v>
                </c:pt>
                <c:pt idx="24122">
                  <c:v>6.8668300000000002</c:v>
                </c:pt>
                <c:pt idx="24123">
                  <c:v>6.86714</c:v>
                </c:pt>
                <c:pt idx="24124">
                  <c:v>6.8674400000000002</c:v>
                </c:pt>
                <c:pt idx="24125">
                  <c:v>6.86775</c:v>
                </c:pt>
                <c:pt idx="24126">
                  <c:v>6.8680500000000002</c:v>
                </c:pt>
                <c:pt idx="24127">
                  <c:v>6.86836</c:v>
                </c:pt>
                <c:pt idx="24128">
                  <c:v>6.8686600000000002</c:v>
                </c:pt>
                <c:pt idx="24129">
                  <c:v>6.86897</c:v>
                </c:pt>
                <c:pt idx="24130">
                  <c:v>6.8692700000000002</c:v>
                </c:pt>
                <c:pt idx="24131">
                  <c:v>6.86958</c:v>
                </c:pt>
                <c:pt idx="24132">
                  <c:v>6.8698800000000002</c:v>
                </c:pt>
                <c:pt idx="24133">
                  <c:v>6.87019</c:v>
                </c:pt>
                <c:pt idx="24134">
                  <c:v>6.8704999999999998</c:v>
                </c:pt>
                <c:pt idx="24135">
                  <c:v>6.8708</c:v>
                </c:pt>
                <c:pt idx="24136">
                  <c:v>6.8711099999999998</c:v>
                </c:pt>
                <c:pt idx="24137">
                  <c:v>6.87141</c:v>
                </c:pt>
                <c:pt idx="24138">
                  <c:v>6.8717199999999998</c:v>
                </c:pt>
                <c:pt idx="24139">
                  <c:v>6.87202</c:v>
                </c:pt>
                <c:pt idx="24140">
                  <c:v>6.8723299999999998</c:v>
                </c:pt>
                <c:pt idx="24141">
                  <c:v>6.87263</c:v>
                </c:pt>
                <c:pt idx="24142">
                  <c:v>6.8729399999999998</c:v>
                </c:pt>
                <c:pt idx="24143">
                  <c:v>6.87324</c:v>
                </c:pt>
                <c:pt idx="24144">
                  <c:v>6.8735499999999998</c:v>
                </c:pt>
                <c:pt idx="24145">
                  <c:v>6.8738599999999996</c:v>
                </c:pt>
                <c:pt idx="24146">
                  <c:v>6.8741599999999998</c:v>
                </c:pt>
                <c:pt idx="24147">
                  <c:v>6.8744699999999996</c:v>
                </c:pt>
                <c:pt idx="24148">
                  <c:v>6.8747699999999998</c:v>
                </c:pt>
                <c:pt idx="24149">
                  <c:v>6.8750799999999996</c:v>
                </c:pt>
                <c:pt idx="24150">
                  <c:v>6.8753799999999998</c:v>
                </c:pt>
                <c:pt idx="24151">
                  <c:v>6.8756899999999996</c:v>
                </c:pt>
                <c:pt idx="24152">
                  <c:v>6.8759899999999998</c:v>
                </c:pt>
                <c:pt idx="24153">
                  <c:v>6.8762999999999996</c:v>
                </c:pt>
                <c:pt idx="24154">
                  <c:v>6.8765999999999998</c:v>
                </c:pt>
                <c:pt idx="24155">
                  <c:v>6.8769099999999996</c:v>
                </c:pt>
                <c:pt idx="24156">
                  <c:v>6.8772099999999998</c:v>
                </c:pt>
                <c:pt idx="24157">
                  <c:v>6.8775199999999996</c:v>
                </c:pt>
                <c:pt idx="24158">
                  <c:v>6.8778300000000003</c:v>
                </c:pt>
                <c:pt idx="24159">
                  <c:v>6.8781299999999996</c:v>
                </c:pt>
                <c:pt idx="24160">
                  <c:v>6.8784400000000003</c:v>
                </c:pt>
                <c:pt idx="24161">
                  <c:v>6.8787399999999996</c:v>
                </c:pt>
                <c:pt idx="24162">
                  <c:v>6.8790500000000003</c:v>
                </c:pt>
                <c:pt idx="24163">
                  <c:v>6.8793499999999996</c:v>
                </c:pt>
                <c:pt idx="24164">
                  <c:v>6.8796600000000003</c:v>
                </c:pt>
                <c:pt idx="24165">
                  <c:v>6.8799599999999996</c:v>
                </c:pt>
                <c:pt idx="24166">
                  <c:v>6.8802700000000003</c:v>
                </c:pt>
                <c:pt idx="24167">
                  <c:v>6.8805699999999996</c:v>
                </c:pt>
                <c:pt idx="24168">
                  <c:v>6.8808800000000003</c:v>
                </c:pt>
                <c:pt idx="24169">
                  <c:v>6.8811799999999996</c:v>
                </c:pt>
                <c:pt idx="24170">
                  <c:v>6.8814900000000003</c:v>
                </c:pt>
                <c:pt idx="24171">
                  <c:v>6.8818000000000001</c:v>
                </c:pt>
                <c:pt idx="24172">
                  <c:v>6.8821000000000003</c:v>
                </c:pt>
                <c:pt idx="24173">
                  <c:v>6.8824100000000001</c:v>
                </c:pt>
                <c:pt idx="24174">
                  <c:v>6.8827100000000003</c:v>
                </c:pt>
                <c:pt idx="24175">
                  <c:v>6.8830200000000001</c:v>
                </c:pt>
                <c:pt idx="24176">
                  <c:v>6.8833200000000003</c:v>
                </c:pt>
                <c:pt idx="24177">
                  <c:v>6.8836300000000001</c:v>
                </c:pt>
                <c:pt idx="24178">
                  <c:v>6.8839300000000003</c:v>
                </c:pt>
                <c:pt idx="24179">
                  <c:v>6.8842400000000001</c:v>
                </c:pt>
                <c:pt idx="24180">
                  <c:v>6.8845400000000003</c:v>
                </c:pt>
                <c:pt idx="24181">
                  <c:v>6.8848500000000001</c:v>
                </c:pt>
                <c:pt idx="24182">
                  <c:v>6.8851500000000003</c:v>
                </c:pt>
                <c:pt idx="24183">
                  <c:v>6.8854600000000001</c:v>
                </c:pt>
                <c:pt idx="24184">
                  <c:v>6.8857699999999999</c:v>
                </c:pt>
                <c:pt idx="24185">
                  <c:v>6.8860700000000001</c:v>
                </c:pt>
                <c:pt idx="24186">
                  <c:v>6.8863799999999999</c:v>
                </c:pt>
                <c:pt idx="24187">
                  <c:v>6.8866800000000001</c:v>
                </c:pt>
                <c:pt idx="24188">
                  <c:v>6.8869899999999999</c:v>
                </c:pt>
                <c:pt idx="24189">
                  <c:v>6.8872900000000001</c:v>
                </c:pt>
                <c:pt idx="24190">
                  <c:v>6.8875999999999999</c:v>
                </c:pt>
                <c:pt idx="24191">
                  <c:v>6.8879000000000001</c:v>
                </c:pt>
                <c:pt idx="24192">
                  <c:v>6.8882099999999999</c:v>
                </c:pt>
                <c:pt idx="24193">
                  <c:v>6.8885100000000001</c:v>
                </c:pt>
                <c:pt idx="24194">
                  <c:v>6.8888199999999999</c:v>
                </c:pt>
                <c:pt idx="24195">
                  <c:v>6.8891200000000001</c:v>
                </c:pt>
                <c:pt idx="24196">
                  <c:v>6.8894299999999999</c:v>
                </c:pt>
                <c:pt idx="24197">
                  <c:v>6.8897399999999998</c:v>
                </c:pt>
                <c:pt idx="24198">
                  <c:v>6.8900399999999999</c:v>
                </c:pt>
                <c:pt idx="24199">
                  <c:v>6.8903499999999998</c:v>
                </c:pt>
                <c:pt idx="24200">
                  <c:v>6.8906499999999999</c:v>
                </c:pt>
                <c:pt idx="24201">
                  <c:v>6.8909599999999998</c:v>
                </c:pt>
                <c:pt idx="24202">
                  <c:v>6.8912599999999999</c:v>
                </c:pt>
                <c:pt idx="24203">
                  <c:v>6.8915699999999998</c:v>
                </c:pt>
                <c:pt idx="24204">
                  <c:v>6.8918699999999999</c:v>
                </c:pt>
                <c:pt idx="24205">
                  <c:v>6.8921799999999998</c:v>
                </c:pt>
                <c:pt idx="24206">
                  <c:v>6.8924799999999999</c:v>
                </c:pt>
                <c:pt idx="24207">
                  <c:v>6.8927899999999998</c:v>
                </c:pt>
                <c:pt idx="24208">
                  <c:v>6.8930999999999996</c:v>
                </c:pt>
                <c:pt idx="24209">
                  <c:v>6.8933999999999997</c:v>
                </c:pt>
                <c:pt idx="24210">
                  <c:v>6.8937099999999996</c:v>
                </c:pt>
                <c:pt idx="24211">
                  <c:v>6.8940099999999997</c:v>
                </c:pt>
                <c:pt idx="24212">
                  <c:v>6.8943199999999996</c:v>
                </c:pt>
                <c:pt idx="24213">
                  <c:v>6.8946199999999997</c:v>
                </c:pt>
                <c:pt idx="24214">
                  <c:v>6.8949299999999996</c:v>
                </c:pt>
                <c:pt idx="24215">
                  <c:v>6.8952299999999997</c:v>
                </c:pt>
                <c:pt idx="24216">
                  <c:v>6.8955399999999996</c:v>
                </c:pt>
                <c:pt idx="24217">
                  <c:v>6.8958399999999997</c:v>
                </c:pt>
                <c:pt idx="24218">
                  <c:v>6.8961499999999996</c:v>
                </c:pt>
                <c:pt idx="24219">
                  <c:v>6.8964499999999997</c:v>
                </c:pt>
                <c:pt idx="24220">
                  <c:v>6.8967599999999996</c:v>
                </c:pt>
                <c:pt idx="24221">
                  <c:v>6.8970700000000003</c:v>
                </c:pt>
                <c:pt idx="24222">
                  <c:v>6.8973699999999996</c:v>
                </c:pt>
                <c:pt idx="24223">
                  <c:v>6.8976800000000003</c:v>
                </c:pt>
                <c:pt idx="24224">
                  <c:v>6.8979799999999996</c:v>
                </c:pt>
                <c:pt idx="24225">
                  <c:v>6.8982900000000003</c:v>
                </c:pt>
                <c:pt idx="24226">
                  <c:v>6.8985900000000004</c:v>
                </c:pt>
                <c:pt idx="24227">
                  <c:v>6.8989000000000003</c:v>
                </c:pt>
                <c:pt idx="24228">
                  <c:v>6.8992000000000004</c:v>
                </c:pt>
                <c:pt idx="24229">
                  <c:v>6.8995100000000003</c:v>
                </c:pt>
                <c:pt idx="24230">
                  <c:v>6.8998100000000004</c:v>
                </c:pt>
                <c:pt idx="24231">
                  <c:v>6.9001200000000003</c:v>
                </c:pt>
                <c:pt idx="24232">
                  <c:v>6.9004200000000004</c:v>
                </c:pt>
                <c:pt idx="24233">
                  <c:v>6.9007300000000003</c:v>
                </c:pt>
                <c:pt idx="24234">
                  <c:v>6.9010400000000001</c:v>
                </c:pt>
                <c:pt idx="24235">
                  <c:v>6.9013400000000003</c:v>
                </c:pt>
                <c:pt idx="24236">
                  <c:v>6.9016500000000001</c:v>
                </c:pt>
                <c:pt idx="24237">
                  <c:v>6.9019500000000003</c:v>
                </c:pt>
                <c:pt idx="24238">
                  <c:v>6.9022600000000001</c:v>
                </c:pt>
                <c:pt idx="24239">
                  <c:v>6.9025600000000003</c:v>
                </c:pt>
                <c:pt idx="24240">
                  <c:v>6.9028700000000001</c:v>
                </c:pt>
                <c:pt idx="24241">
                  <c:v>6.9031700000000003</c:v>
                </c:pt>
                <c:pt idx="24242">
                  <c:v>6.9034800000000001</c:v>
                </c:pt>
                <c:pt idx="24243">
                  <c:v>6.9037800000000002</c:v>
                </c:pt>
                <c:pt idx="24244">
                  <c:v>6.9040900000000001</c:v>
                </c:pt>
                <c:pt idx="24245">
                  <c:v>6.9043900000000002</c:v>
                </c:pt>
                <c:pt idx="24246">
                  <c:v>6.9047000000000001</c:v>
                </c:pt>
                <c:pt idx="24247">
                  <c:v>6.9050099999999999</c:v>
                </c:pt>
                <c:pt idx="24248">
                  <c:v>6.9053100000000001</c:v>
                </c:pt>
                <c:pt idx="24249">
                  <c:v>6.9056199999999999</c:v>
                </c:pt>
                <c:pt idx="24250">
                  <c:v>6.9059200000000001</c:v>
                </c:pt>
                <c:pt idx="24251">
                  <c:v>6.9062299999999999</c:v>
                </c:pt>
                <c:pt idx="24252">
                  <c:v>6.9065300000000001</c:v>
                </c:pt>
                <c:pt idx="24253">
                  <c:v>6.9068399999999999</c:v>
                </c:pt>
                <c:pt idx="24254">
                  <c:v>6.9071400000000001</c:v>
                </c:pt>
                <c:pt idx="24255">
                  <c:v>6.9074499999999999</c:v>
                </c:pt>
                <c:pt idx="24256">
                  <c:v>6.9077500000000001</c:v>
                </c:pt>
                <c:pt idx="24257">
                  <c:v>6.9080599999999999</c:v>
                </c:pt>
                <c:pt idx="24258">
                  <c:v>6.9083699999999997</c:v>
                </c:pt>
                <c:pt idx="24259">
                  <c:v>6.9086699999999999</c:v>
                </c:pt>
                <c:pt idx="24260">
                  <c:v>6.9089799999999997</c:v>
                </c:pt>
                <c:pt idx="24261">
                  <c:v>6.9092799999999999</c:v>
                </c:pt>
                <c:pt idx="24262">
                  <c:v>6.9095899999999997</c:v>
                </c:pt>
                <c:pt idx="24263">
                  <c:v>6.9098899999999999</c:v>
                </c:pt>
                <c:pt idx="24264">
                  <c:v>6.9101999999999997</c:v>
                </c:pt>
                <c:pt idx="24265">
                  <c:v>6.9104999999999999</c:v>
                </c:pt>
                <c:pt idx="24266">
                  <c:v>6.9108099999999997</c:v>
                </c:pt>
                <c:pt idx="24267">
                  <c:v>6.9111099999999999</c:v>
                </c:pt>
                <c:pt idx="24268">
                  <c:v>6.9114199999999997</c:v>
                </c:pt>
                <c:pt idx="24269">
                  <c:v>6.9117199999999999</c:v>
                </c:pt>
                <c:pt idx="24270">
                  <c:v>6.9120299999999997</c:v>
                </c:pt>
                <c:pt idx="24271">
                  <c:v>6.9123400000000004</c:v>
                </c:pt>
                <c:pt idx="24272">
                  <c:v>6.9126399999999997</c:v>
                </c:pt>
                <c:pt idx="24273">
                  <c:v>6.9129500000000004</c:v>
                </c:pt>
                <c:pt idx="24274">
                  <c:v>6.9132499999999997</c:v>
                </c:pt>
                <c:pt idx="24275">
                  <c:v>6.9135600000000004</c:v>
                </c:pt>
                <c:pt idx="24276">
                  <c:v>6.9138599999999997</c:v>
                </c:pt>
                <c:pt idx="24277">
                  <c:v>6.9141700000000004</c:v>
                </c:pt>
                <c:pt idx="24278">
                  <c:v>6.9144699999999997</c:v>
                </c:pt>
                <c:pt idx="24279">
                  <c:v>6.9147800000000004</c:v>
                </c:pt>
                <c:pt idx="24280">
                  <c:v>6.9150799999999997</c:v>
                </c:pt>
                <c:pt idx="24281">
                  <c:v>6.9153900000000004</c:v>
                </c:pt>
                <c:pt idx="24282">
                  <c:v>6.9156899999999997</c:v>
                </c:pt>
                <c:pt idx="24283">
                  <c:v>6.9160000000000004</c:v>
                </c:pt>
                <c:pt idx="24284">
                  <c:v>6.9163100000000002</c:v>
                </c:pt>
                <c:pt idx="24285">
                  <c:v>6.9166100000000004</c:v>
                </c:pt>
                <c:pt idx="24286">
                  <c:v>6.9169200000000002</c:v>
                </c:pt>
                <c:pt idx="24287">
                  <c:v>6.9172200000000004</c:v>
                </c:pt>
                <c:pt idx="24288">
                  <c:v>6.9175300000000002</c:v>
                </c:pt>
                <c:pt idx="24289">
                  <c:v>6.9178300000000004</c:v>
                </c:pt>
                <c:pt idx="24290">
                  <c:v>6.9181400000000002</c:v>
                </c:pt>
                <c:pt idx="24291">
                  <c:v>6.9184400000000004</c:v>
                </c:pt>
                <c:pt idx="24292">
                  <c:v>6.9187500000000002</c:v>
                </c:pt>
                <c:pt idx="24293">
                  <c:v>6.9190500000000004</c:v>
                </c:pt>
                <c:pt idx="24294">
                  <c:v>6.9193600000000002</c:v>
                </c:pt>
                <c:pt idx="24295">
                  <c:v>6.9196600000000004</c:v>
                </c:pt>
                <c:pt idx="24296">
                  <c:v>6.9199700000000002</c:v>
                </c:pt>
                <c:pt idx="24297">
                  <c:v>6.92028</c:v>
                </c:pt>
                <c:pt idx="24298">
                  <c:v>6.9205800000000002</c:v>
                </c:pt>
                <c:pt idx="24299">
                  <c:v>6.92089</c:v>
                </c:pt>
                <c:pt idx="24300">
                  <c:v>6.9211900000000002</c:v>
                </c:pt>
                <c:pt idx="24301">
                  <c:v>6.9215</c:v>
                </c:pt>
                <c:pt idx="24302">
                  <c:v>6.9218000000000002</c:v>
                </c:pt>
                <c:pt idx="24303">
                  <c:v>6.92211</c:v>
                </c:pt>
                <c:pt idx="24304">
                  <c:v>6.9224100000000002</c:v>
                </c:pt>
                <c:pt idx="24305">
                  <c:v>6.92272</c:v>
                </c:pt>
                <c:pt idx="24306">
                  <c:v>6.9230200000000002</c:v>
                </c:pt>
                <c:pt idx="24307">
                  <c:v>6.92333</c:v>
                </c:pt>
                <c:pt idx="24308">
                  <c:v>6.9236300000000002</c:v>
                </c:pt>
                <c:pt idx="24309">
                  <c:v>6.92394</c:v>
                </c:pt>
                <c:pt idx="24310">
                  <c:v>6.9242499999999998</c:v>
                </c:pt>
                <c:pt idx="24311">
                  <c:v>6.92455</c:v>
                </c:pt>
                <c:pt idx="24312">
                  <c:v>6.9248599999999998</c:v>
                </c:pt>
                <c:pt idx="24313">
                  <c:v>6.92516</c:v>
                </c:pt>
                <c:pt idx="24314">
                  <c:v>6.9254699999999998</c:v>
                </c:pt>
                <c:pt idx="24315">
                  <c:v>6.92577</c:v>
                </c:pt>
                <c:pt idx="24316">
                  <c:v>6.9260799999999998</c:v>
                </c:pt>
                <c:pt idx="24317">
                  <c:v>6.92638</c:v>
                </c:pt>
                <c:pt idx="24318">
                  <c:v>6.9266899999999998</c:v>
                </c:pt>
                <c:pt idx="24319">
                  <c:v>6.92699</c:v>
                </c:pt>
                <c:pt idx="24320">
                  <c:v>6.9272999999999998</c:v>
                </c:pt>
                <c:pt idx="24321">
                  <c:v>6.9276099999999996</c:v>
                </c:pt>
                <c:pt idx="24322">
                  <c:v>6.9279099999999998</c:v>
                </c:pt>
                <c:pt idx="24323">
                  <c:v>6.9282199999999996</c:v>
                </c:pt>
                <c:pt idx="24324">
                  <c:v>6.9285199999999998</c:v>
                </c:pt>
                <c:pt idx="24325">
                  <c:v>6.9288299999999996</c:v>
                </c:pt>
                <c:pt idx="24326">
                  <c:v>6.9291299999999998</c:v>
                </c:pt>
                <c:pt idx="24327">
                  <c:v>6.9294399999999996</c:v>
                </c:pt>
                <c:pt idx="24328">
                  <c:v>6.9297399999999998</c:v>
                </c:pt>
                <c:pt idx="24329">
                  <c:v>6.9300499999999996</c:v>
                </c:pt>
                <c:pt idx="24330">
                  <c:v>6.9303499999999998</c:v>
                </c:pt>
                <c:pt idx="24331">
                  <c:v>6.9306599999999996</c:v>
                </c:pt>
                <c:pt idx="24332">
                  <c:v>6.9309599999999998</c:v>
                </c:pt>
                <c:pt idx="24333">
                  <c:v>6.9312699999999996</c:v>
                </c:pt>
                <c:pt idx="24334">
                  <c:v>6.9315800000000003</c:v>
                </c:pt>
                <c:pt idx="24335">
                  <c:v>6.9318799999999996</c:v>
                </c:pt>
                <c:pt idx="24336">
                  <c:v>6.9321900000000003</c:v>
                </c:pt>
                <c:pt idx="24337">
                  <c:v>6.9324899999999996</c:v>
                </c:pt>
                <c:pt idx="24338">
                  <c:v>6.9328000000000003</c:v>
                </c:pt>
                <c:pt idx="24339">
                  <c:v>6.9330999999999996</c:v>
                </c:pt>
                <c:pt idx="24340">
                  <c:v>6.9334100000000003</c:v>
                </c:pt>
                <c:pt idx="24341">
                  <c:v>6.9337099999999996</c:v>
                </c:pt>
                <c:pt idx="24342">
                  <c:v>6.9340200000000003</c:v>
                </c:pt>
                <c:pt idx="24343">
                  <c:v>6.9343199999999996</c:v>
                </c:pt>
                <c:pt idx="24344">
                  <c:v>6.9346300000000003</c:v>
                </c:pt>
                <c:pt idx="24345">
                  <c:v>6.9349299999999996</c:v>
                </c:pt>
                <c:pt idx="24346">
                  <c:v>6.9352400000000003</c:v>
                </c:pt>
                <c:pt idx="24347">
                  <c:v>6.9355500000000001</c:v>
                </c:pt>
                <c:pt idx="24348">
                  <c:v>6.9358500000000003</c:v>
                </c:pt>
                <c:pt idx="24349">
                  <c:v>6.9361600000000001</c:v>
                </c:pt>
                <c:pt idx="24350">
                  <c:v>6.9364600000000003</c:v>
                </c:pt>
                <c:pt idx="24351">
                  <c:v>6.9367700000000001</c:v>
                </c:pt>
                <c:pt idx="24352">
                  <c:v>6.9370700000000003</c:v>
                </c:pt>
                <c:pt idx="24353">
                  <c:v>6.9373800000000001</c:v>
                </c:pt>
                <c:pt idx="24354">
                  <c:v>6.9376800000000003</c:v>
                </c:pt>
                <c:pt idx="24355">
                  <c:v>6.9379900000000001</c:v>
                </c:pt>
                <c:pt idx="24356">
                  <c:v>6.9382900000000003</c:v>
                </c:pt>
                <c:pt idx="24357">
                  <c:v>6.9386000000000001</c:v>
                </c:pt>
                <c:pt idx="24358">
                  <c:v>6.9389000000000003</c:v>
                </c:pt>
                <c:pt idx="24359">
                  <c:v>6.9392100000000001</c:v>
                </c:pt>
                <c:pt idx="24360">
                  <c:v>6.9395199999999999</c:v>
                </c:pt>
                <c:pt idx="24361">
                  <c:v>6.9398200000000001</c:v>
                </c:pt>
                <c:pt idx="24362">
                  <c:v>6.9401299999999999</c:v>
                </c:pt>
                <c:pt idx="24363">
                  <c:v>6.9404300000000001</c:v>
                </c:pt>
                <c:pt idx="24364">
                  <c:v>6.9407399999999999</c:v>
                </c:pt>
                <c:pt idx="24365">
                  <c:v>6.9410400000000001</c:v>
                </c:pt>
                <c:pt idx="24366">
                  <c:v>6.9413499999999999</c:v>
                </c:pt>
                <c:pt idx="24367">
                  <c:v>6.9416500000000001</c:v>
                </c:pt>
                <c:pt idx="24368">
                  <c:v>6.9419599999999999</c:v>
                </c:pt>
                <c:pt idx="24369">
                  <c:v>6.9422600000000001</c:v>
                </c:pt>
                <c:pt idx="24370">
                  <c:v>6.9425699999999999</c:v>
                </c:pt>
                <c:pt idx="24371">
                  <c:v>6.9428700000000001</c:v>
                </c:pt>
                <c:pt idx="24372">
                  <c:v>6.9431799999999999</c:v>
                </c:pt>
                <c:pt idx="24373">
                  <c:v>6.9434899999999997</c:v>
                </c:pt>
                <c:pt idx="24374">
                  <c:v>6.9437899999999999</c:v>
                </c:pt>
                <c:pt idx="24375">
                  <c:v>6.9440999999999997</c:v>
                </c:pt>
                <c:pt idx="24376">
                  <c:v>6.9443999999999999</c:v>
                </c:pt>
                <c:pt idx="24377">
                  <c:v>6.9447099999999997</c:v>
                </c:pt>
                <c:pt idx="24378">
                  <c:v>6.9450099999999999</c:v>
                </c:pt>
                <c:pt idx="24379">
                  <c:v>6.9453199999999997</c:v>
                </c:pt>
                <c:pt idx="24380">
                  <c:v>6.9456199999999999</c:v>
                </c:pt>
                <c:pt idx="24381">
                  <c:v>6.9459299999999997</c:v>
                </c:pt>
                <c:pt idx="24382">
                  <c:v>6.9462299999999999</c:v>
                </c:pt>
                <c:pt idx="24383">
                  <c:v>6.9465399999999997</c:v>
                </c:pt>
                <c:pt idx="24384">
                  <c:v>6.9468500000000004</c:v>
                </c:pt>
                <c:pt idx="24385">
                  <c:v>6.9471499999999997</c:v>
                </c:pt>
                <c:pt idx="24386">
                  <c:v>6.9474600000000004</c:v>
                </c:pt>
                <c:pt idx="24387">
                  <c:v>6.9477599999999997</c:v>
                </c:pt>
                <c:pt idx="24388">
                  <c:v>6.9480700000000004</c:v>
                </c:pt>
                <c:pt idx="24389">
                  <c:v>6.9483699999999997</c:v>
                </c:pt>
                <c:pt idx="24390">
                  <c:v>6.9486800000000004</c:v>
                </c:pt>
                <c:pt idx="24391">
                  <c:v>6.9489799999999997</c:v>
                </c:pt>
                <c:pt idx="24392">
                  <c:v>6.9492900000000004</c:v>
                </c:pt>
                <c:pt idx="24393">
                  <c:v>6.9495899999999997</c:v>
                </c:pt>
                <c:pt idx="24394">
                  <c:v>6.9499000000000004</c:v>
                </c:pt>
                <c:pt idx="24395">
                  <c:v>6.9501999999999997</c:v>
                </c:pt>
                <c:pt idx="24396">
                  <c:v>6.9505100000000004</c:v>
                </c:pt>
                <c:pt idx="24397">
                  <c:v>6.9508200000000002</c:v>
                </c:pt>
                <c:pt idx="24398">
                  <c:v>6.9511200000000004</c:v>
                </c:pt>
                <c:pt idx="24399">
                  <c:v>6.9514300000000002</c:v>
                </c:pt>
                <c:pt idx="24400">
                  <c:v>6.9517300000000004</c:v>
                </c:pt>
                <c:pt idx="24401">
                  <c:v>6.9520400000000002</c:v>
                </c:pt>
                <c:pt idx="24402">
                  <c:v>6.9523400000000004</c:v>
                </c:pt>
                <c:pt idx="24403">
                  <c:v>6.9526500000000002</c:v>
                </c:pt>
                <c:pt idx="24404">
                  <c:v>6.9529500000000004</c:v>
                </c:pt>
                <c:pt idx="24405">
                  <c:v>6.9532600000000002</c:v>
                </c:pt>
                <c:pt idx="24406">
                  <c:v>6.9535600000000004</c:v>
                </c:pt>
                <c:pt idx="24407">
                  <c:v>6.9538700000000002</c:v>
                </c:pt>
                <c:pt idx="24408">
                  <c:v>6.9541700000000004</c:v>
                </c:pt>
                <c:pt idx="24409">
                  <c:v>6.9544800000000002</c:v>
                </c:pt>
                <c:pt idx="24410">
                  <c:v>6.95479</c:v>
                </c:pt>
                <c:pt idx="24411">
                  <c:v>6.9550900000000002</c:v>
                </c:pt>
                <c:pt idx="24412">
                  <c:v>6.9554</c:v>
                </c:pt>
                <c:pt idx="24413">
                  <c:v>6.9557000000000002</c:v>
                </c:pt>
                <c:pt idx="24414">
                  <c:v>6.95601</c:v>
                </c:pt>
                <c:pt idx="24415">
                  <c:v>6.9563100000000002</c:v>
                </c:pt>
                <c:pt idx="24416">
                  <c:v>6.95662</c:v>
                </c:pt>
                <c:pt idx="24417">
                  <c:v>6.9569200000000002</c:v>
                </c:pt>
                <c:pt idx="24418">
                  <c:v>6.95723</c:v>
                </c:pt>
                <c:pt idx="24419">
                  <c:v>6.9575300000000002</c:v>
                </c:pt>
                <c:pt idx="24420">
                  <c:v>6.95784</c:v>
                </c:pt>
                <c:pt idx="24421">
                  <c:v>6.9581400000000002</c:v>
                </c:pt>
                <c:pt idx="24422">
                  <c:v>6.95845</c:v>
                </c:pt>
                <c:pt idx="24423">
                  <c:v>6.9587599999999998</c:v>
                </c:pt>
                <c:pt idx="24424">
                  <c:v>6.95906</c:v>
                </c:pt>
                <c:pt idx="24425">
                  <c:v>6.9593699999999998</c:v>
                </c:pt>
                <c:pt idx="24426">
                  <c:v>6.95967</c:v>
                </c:pt>
                <c:pt idx="24427">
                  <c:v>6.9599799999999998</c:v>
                </c:pt>
                <c:pt idx="24428">
                  <c:v>6.96028</c:v>
                </c:pt>
                <c:pt idx="24429">
                  <c:v>6.9605899999999998</c:v>
                </c:pt>
                <c:pt idx="24430">
                  <c:v>6.96089</c:v>
                </c:pt>
                <c:pt idx="24431">
                  <c:v>6.9611999999999998</c:v>
                </c:pt>
                <c:pt idx="24432">
                  <c:v>6.9615</c:v>
                </c:pt>
                <c:pt idx="24433">
                  <c:v>6.9618099999999998</c:v>
                </c:pt>
                <c:pt idx="24434">
                  <c:v>6.96211</c:v>
                </c:pt>
                <c:pt idx="24435">
                  <c:v>6.9624199999999998</c:v>
                </c:pt>
                <c:pt idx="24436">
                  <c:v>6.9627299999999996</c:v>
                </c:pt>
                <c:pt idx="24437">
                  <c:v>6.9630299999999998</c:v>
                </c:pt>
                <c:pt idx="24438">
                  <c:v>6.9633399999999996</c:v>
                </c:pt>
                <c:pt idx="24439">
                  <c:v>6.9636399999999998</c:v>
                </c:pt>
                <c:pt idx="24440">
                  <c:v>6.9639499999999996</c:v>
                </c:pt>
                <c:pt idx="24441">
                  <c:v>6.9642499999999998</c:v>
                </c:pt>
                <c:pt idx="24442">
                  <c:v>6.9645599999999996</c:v>
                </c:pt>
                <c:pt idx="24443">
                  <c:v>6.9648599999999998</c:v>
                </c:pt>
                <c:pt idx="24444">
                  <c:v>6.9651699999999996</c:v>
                </c:pt>
                <c:pt idx="24445">
                  <c:v>6.9654699999999998</c:v>
                </c:pt>
                <c:pt idx="24446">
                  <c:v>6.9657799999999996</c:v>
                </c:pt>
                <c:pt idx="24447">
                  <c:v>6.9660900000000003</c:v>
                </c:pt>
                <c:pt idx="24448">
                  <c:v>6.9663899999999996</c:v>
                </c:pt>
                <c:pt idx="24449">
                  <c:v>6.9667000000000003</c:v>
                </c:pt>
                <c:pt idx="24450">
                  <c:v>6.9669999999999996</c:v>
                </c:pt>
                <c:pt idx="24451">
                  <c:v>6.9673100000000003</c:v>
                </c:pt>
                <c:pt idx="24452">
                  <c:v>6.9676099999999996</c:v>
                </c:pt>
                <c:pt idx="24453">
                  <c:v>6.9679200000000003</c:v>
                </c:pt>
                <c:pt idx="24454">
                  <c:v>6.9682199999999996</c:v>
                </c:pt>
                <c:pt idx="24455">
                  <c:v>6.9685300000000003</c:v>
                </c:pt>
                <c:pt idx="24456">
                  <c:v>6.9688299999999996</c:v>
                </c:pt>
                <c:pt idx="24457">
                  <c:v>6.9691400000000003</c:v>
                </c:pt>
                <c:pt idx="24458">
                  <c:v>6.9694399999999996</c:v>
                </c:pt>
                <c:pt idx="24459">
                  <c:v>6.9697500000000003</c:v>
                </c:pt>
                <c:pt idx="24460">
                  <c:v>6.9700600000000001</c:v>
                </c:pt>
                <c:pt idx="24461">
                  <c:v>6.9703600000000003</c:v>
                </c:pt>
                <c:pt idx="24462">
                  <c:v>6.9706700000000001</c:v>
                </c:pt>
                <c:pt idx="24463">
                  <c:v>6.9709700000000003</c:v>
                </c:pt>
                <c:pt idx="24464">
                  <c:v>6.9712800000000001</c:v>
                </c:pt>
                <c:pt idx="24465">
                  <c:v>6.9715800000000003</c:v>
                </c:pt>
                <c:pt idx="24466">
                  <c:v>6.9718900000000001</c:v>
                </c:pt>
                <c:pt idx="24467">
                  <c:v>6.9721900000000003</c:v>
                </c:pt>
                <c:pt idx="24468">
                  <c:v>6.9725000000000001</c:v>
                </c:pt>
                <c:pt idx="24469">
                  <c:v>6.9728000000000003</c:v>
                </c:pt>
                <c:pt idx="24470">
                  <c:v>6.9731100000000001</c:v>
                </c:pt>
                <c:pt idx="24471">
                  <c:v>6.9734100000000003</c:v>
                </c:pt>
                <c:pt idx="24472">
                  <c:v>6.9737200000000001</c:v>
                </c:pt>
                <c:pt idx="24473">
                  <c:v>6.97403</c:v>
                </c:pt>
                <c:pt idx="24474">
                  <c:v>6.9743300000000001</c:v>
                </c:pt>
                <c:pt idx="24475">
                  <c:v>6.97464</c:v>
                </c:pt>
                <c:pt idx="24476">
                  <c:v>6.9749400000000001</c:v>
                </c:pt>
                <c:pt idx="24477">
                  <c:v>6.97525</c:v>
                </c:pt>
                <c:pt idx="24478">
                  <c:v>6.9755500000000001</c:v>
                </c:pt>
                <c:pt idx="24479">
                  <c:v>6.9758599999999999</c:v>
                </c:pt>
                <c:pt idx="24480">
                  <c:v>6.9761600000000001</c:v>
                </c:pt>
                <c:pt idx="24481">
                  <c:v>6.9764699999999999</c:v>
                </c:pt>
                <c:pt idx="24482">
                  <c:v>6.9767700000000001</c:v>
                </c:pt>
                <c:pt idx="24483">
                  <c:v>6.9770799999999999</c:v>
                </c:pt>
                <c:pt idx="24484">
                  <c:v>6.9773800000000001</c:v>
                </c:pt>
                <c:pt idx="24485">
                  <c:v>6.9776899999999999</c:v>
                </c:pt>
                <c:pt idx="24486">
                  <c:v>6.9779999999999998</c:v>
                </c:pt>
                <c:pt idx="24487">
                  <c:v>6.9782999999999999</c:v>
                </c:pt>
                <c:pt idx="24488">
                  <c:v>6.9786099999999998</c:v>
                </c:pt>
                <c:pt idx="24489">
                  <c:v>6.9789099999999999</c:v>
                </c:pt>
                <c:pt idx="24490">
                  <c:v>6.9792199999999998</c:v>
                </c:pt>
                <c:pt idx="24491">
                  <c:v>6.9795199999999999</c:v>
                </c:pt>
                <c:pt idx="24492">
                  <c:v>6.9798299999999998</c:v>
                </c:pt>
                <c:pt idx="24493">
                  <c:v>6.9801299999999999</c:v>
                </c:pt>
                <c:pt idx="24494">
                  <c:v>6.9804399999999998</c:v>
                </c:pt>
                <c:pt idx="24495">
                  <c:v>6.9807399999999999</c:v>
                </c:pt>
                <c:pt idx="24496">
                  <c:v>6.9810499999999998</c:v>
                </c:pt>
                <c:pt idx="24497">
                  <c:v>6.9813599999999996</c:v>
                </c:pt>
                <c:pt idx="24498">
                  <c:v>6.9816599999999998</c:v>
                </c:pt>
                <c:pt idx="24499">
                  <c:v>6.9819699999999996</c:v>
                </c:pt>
                <c:pt idx="24500">
                  <c:v>6.9822699999999998</c:v>
                </c:pt>
                <c:pt idx="24501">
                  <c:v>6.9825799999999996</c:v>
                </c:pt>
                <c:pt idx="24502">
                  <c:v>6.9828799999999998</c:v>
                </c:pt>
                <c:pt idx="24503">
                  <c:v>6.9831899999999996</c:v>
                </c:pt>
                <c:pt idx="24504">
                  <c:v>6.9834899999999998</c:v>
                </c:pt>
                <c:pt idx="24505">
                  <c:v>6.9837999999999996</c:v>
                </c:pt>
                <c:pt idx="24506">
                  <c:v>6.9840999999999998</c:v>
                </c:pt>
                <c:pt idx="24507">
                  <c:v>6.9844099999999996</c:v>
                </c:pt>
                <c:pt idx="24508">
                  <c:v>6.9847099999999998</c:v>
                </c:pt>
                <c:pt idx="24509">
                  <c:v>6.9850199999999996</c:v>
                </c:pt>
                <c:pt idx="24510">
                  <c:v>6.9853300000000003</c:v>
                </c:pt>
                <c:pt idx="24511">
                  <c:v>6.9856299999999996</c:v>
                </c:pt>
                <c:pt idx="24512">
                  <c:v>6.9859400000000003</c:v>
                </c:pt>
                <c:pt idx="24513">
                  <c:v>6.9862399999999996</c:v>
                </c:pt>
                <c:pt idx="24514">
                  <c:v>6.9865500000000003</c:v>
                </c:pt>
                <c:pt idx="24515">
                  <c:v>6.9868499999999996</c:v>
                </c:pt>
                <c:pt idx="24516">
                  <c:v>6.9871600000000003</c:v>
                </c:pt>
                <c:pt idx="24517">
                  <c:v>6.9874599999999996</c:v>
                </c:pt>
                <c:pt idx="24518">
                  <c:v>6.9877700000000003</c:v>
                </c:pt>
                <c:pt idx="24519">
                  <c:v>6.9880699999999996</c:v>
                </c:pt>
                <c:pt idx="24520">
                  <c:v>6.9883800000000003</c:v>
                </c:pt>
                <c:pt idx="24521">
                  <c:v>6.9886799999999996</c:v>
                </c:pt>
                <c:pt idx="24522">
                  <c:v>6.9889900000000003</c:v>
                </c:pt>
                <c:pt idx="24523">
                  <c:v>6.9893000000000001</c:v>
                </c:pt>
                <c:pt idx="24524">
                  <c:v>6.9896000000000003</c:v>
                </c:pt>
                <c:pt idx="24525">
                  <c:v>6.9899100000000001</c:v>
                </c:pt>
                <c:pt idx="24526">
                  <c:v>6.9902100000000003</c:v>
                </c:pt>
                <c:pt idx="24527">
                  <c:v>6.9905200000000001</c:v>
                </c:pt>
                <c:pt idx="24528">
                  <c:v>6.9908200000000003</c:v>
                </c:pt>
                <c:pt idx="24529">
                  <c:v>6.9911300000000001</c:v>
                </c:pt>
                <c:pt idx="24530">
                  <c:v>6.9914300000000003</c:v>
                </c:pt>
                <c:pt idx="24531">
                  <c:v>6.9917400000000001</c:v>
                </c:pt>
                <c:pt idx="24532">
                  <c:v>6.9920400000000003</c:v>
                </c:pt>
                <c:pt idx="24533">
                  <c:v>6.9923500000000001</c:v>
                </c:pt>
                <c:pt idx="24534">
                  <c:v>6.9926500000000003</c:v>
                </c:pt>
                <c:pt idx="24535">
                  <c:v>6.9929600000000001</c:v>
                </c:pt>
                <c:pt idx="24536">
                  <c:v>6.9932699999999999</c:v>
                </c:pt>
                <c:pt idx="24537">
                  <c:v>6.9935700000000001</c:v>
                </c:pt>
                <c:pt idx="24538">
                  <c:v>6.9938799999999999</c:v>
                </c:pt>
                <c:pt idx="24539">
                  <c:v>6.9941800000000001</c:v>
                </c:pt>
                <c:pt idx="24540">
                  <c:v>6.9944899999999999</c:v>
                </c:pt>
                <c:pt idx="24541">
                  <c:v>6.9947900000000001</c:v>
                </c:pt>
                <c:pt idx="24542">
                  <c:v>6.9950999999999999</c:v>
                </c:pt>
                <c:pt idx="24543">
                  <c:v>6.9954000000000001</c:v>
                </c:pt>
                <c:pt idx="24544">
                  <c:v>6.9957099999999999</c:v>
                </c:pt>
                <c:pt idx="24545">
                  <c:v>6.9960100000000001</c:v>
                </c:pt>
                <c:pt idx="24546">
                  <c:v>6.9963199999999999</c:v>
                </c:pt>
                <c:pt idx="24547">
                  <c:v>6.9966200000000001</c:v>
                </c:pt>
                <c:pt idx="24548">
                  <c:v>6.9969299999999999</c:v>
                </c:pt>
                <c:pt idx="24549">
                  <c:v>6.9972399999999997</c:v>
                </c:pt>
                <c:pt idx="24550">
                  <c:v>6.9975399999999999</c:v>
                </c:pt>
                <c:pt idx="24551">
                  <c:v>6.9978499999999997</c:v>
                </c:pt>
                <c:pt idx="24552">
                  <c:v>6.9981499999999999</c:v>
                </c:pt>
                <c:pt idx="24553">
                  <c:v>6.9984599999999997</c:v>
                </c:pt>
                <c:pt idx="24554">
                  <c:v>6.9987599999999999</c:v>
                </c:pt>
                <c:pt idx="24555">
                  <c:v>6.9990699999999997</c:v>
                </c:pt>
                <c:pt idx="24556">
                  <c:v>6.9993699999999999</c:v>
                </c:pt>
                <c:pt idx="24557">
                  <c:v>6.9996799999999997</c:v>
                </c:pt>
                <c:pt idx="24558">
                  <c:v>6.9999799999999999</c:v>
                </c:pt>
                <c:pt idx="24559">
                  <c:v>7.0002899999999997</c:v>
                </c:pt>
                <c:pt idx="24560">
                  <c:v>7.0006000000000004</c:v>
                </c:pt>
                <c:pt idx="24561">
                  <c:v>7.0008999999999997</c:v>
                </c:pt>
                <c:pt idx="24562">
                  <c:v>7.0012100000000004</c:v>
                </c:pt>
                <c:pt idx="24563">
                  <c:v>7.0015099999999997</c:v>
                </c:pt>
                <c:pt idx="24564">
                  <c:v>7.0018200000000004</c:v>
                </c:pt>
                <c:pt idx="24565">
                  <c:v>7.0021199999999997</c:v>
                </c:pt>
                <c:pt idx="24566">
                  <c:v>7.0024300000000004</c:v>
                </c:pt>
                <c:pt idx="24567">
                  <c:v>7.0027299999999997</c:v>
                </c:pt>
                <c:pt idx="24568">
                  <c:v>7.0030400000000004</c:v>
                </c:pt>
                <c:pt idx="24569">
                  <c:v>7.0033399999999997</c:v>
                </c:pt>
                <c:pt idx="24570">
                  <c:v>7.0036500000000004</c:v>
                </c:pt>
                <c:pt idx="24571">
                  <c:v>7.0039499999999997</c:v>
                </c:pt>
                <c:pt idx="24572">
                  <c:v>7.0042600000000004</c:v>
                </c:pt>
                <c:pt idx="24573">
                  <c:v>7.0045700000000002</c:v>
                </c:pt>
                <c:pt idx="24574">
                  <c:v>7.0048700000000004</c:v>
                </c:pt>
                <c:pt idx="24575">
                  <c:v>7.0051800000000002</c:v>
                </c:pt>
                <c:pt idx="24576">
                  <c:v>7.0054800000000004</c:v>
                </c:pt>
                <c:pt idx="24577">
                  <c:v>7.0057900000000002</c:v>
                </c:pt>
                <c:pt idx="24578">
                  <c:v>7.0060900000000004</c:v>
                </c:pt>
                <c:pt idx="24579">
                  <c:v>7.0064000000000002</c:v>
                </c:pt>
                <c:pt idx="24580">
                  <c:v>7.0067000000000004</c:v>
                </c:pt>
                <c:pt idx="24581">
                  <c:v>7.0070100000000002</c:v>
                </c:pt>
                <c:pt idx="24582">
                  <c:v>7.0073100000000004</c:v>
                </c:pt>
                <c:pt idx="24583">
                  <c:v>7.0076200000000002</c:v>
                </c:pt>
                <c:pt idx="24584">
                  <c:v>7.0079200000000004</c:v>
                </c:pt>
                <c:pt idx="24585">
                  <c:v>7.0082300000000002</c:v>
                </c:pt>
                <c:pt idx="24586">
                  <c:v>7.00854</c:v>
                </c:pt>
                <c:pt idx="24587">
                  <c:v>7.0088400000000002</c:v>
                </c:pt>
                <c:pt idx="24588">
                  <c:v>7.00915</c:v>
                </c:pt>
                <c:pt idx="24589">
                  <c:v>7.0094500000000002</c:v>
                </c:pt>
                <c:pt idx="24590">
                  <c:v>7.00976</c:v>
                </c:pt>
                <c:pt idx="24591">
                  <c:v>7.0100600000000002</c:v>
                </c:pt>
                <c:pt idx="24592">
                  <c:v>7.01037</c:v>
                </c:pt>
                <c:pt idx="24593">
                  <c:v>7.0106700000000002</c:v>
                </c:pt>
                <c:pt idx="24594">
                  <c:v>7.01098</c:v>
                </c:pt>
                <c:pt idx="24595">
                  <c:v>7.0112800000000002</c:v>
                </c:pt>
                <c:pt idx="24596">
                  <c:v>7.01159</c:v>
                </c:pt>
                <c:pt idx="24597">
                  <c:v>7.0118900000000002</c:v>
                </c:pt>
                <c:pt idx="24598">
                  <c:v>7.0122</c:v>
                </c:pt>
                <c:pt idx="24599">
                  <c:v>7.0125099999999998</c:v>
                </c:pt>
                <c:pt idx="24600">
                  <c:v>7.01281</c:v>
                </c:pt>
                <c:pt idx="24601">
                  <c:v>7.0131199999999998</c:v>
                </c:pt>
                <c:pt idx="24602">
                  <c:v>7.01342</c:v>
                </c:pt>
                <c:pt idx="24603">
                  <c:v>7.0137299999999998</c:v>
                </c:pt>
                <c:pt idx="24604">
                  <c:v>7.01403</c:v>
                </c:pt>
                <c:pt idx="24605">
                  <c:v>7.0143399999999998</c:v>
                </c:pt>
                <c:pt idx="24606">
                  <c:v>7.01464</c:v>
                </c:pt>
                <c:pt idx="24607">
                  <c:v>7.0149499999999998</c:v>
                </c:pt>
                <c:pt idx="24608">
                  <c:v>7.01525</c:v>
                </c:pt>
                <c:pt idx="24609">
                  <c:v>7.0155599999999998</c:v>
                </c:pt>
                <c:pt idx="24610">
                  <c:v>7.01586</c:v>
                </c:pt>
                <c:pt idx="24611">
                  <c:v>7.0161699999999998</c:v>
                </c:pt>
                <c:pt idx="24612">
                  <c:v>7.0164799999999996</c:v>
                </c:pt>
                <c:pt idx="24613">
                  <c:v>7.0167799999999998</c:v>
                </c:pt>
                <c:pt idx="24614">
                  <c:v>7.0170899999999996</c:v>
                </c:pt>
                <c:pt idx="24615">
                  <c:v>7.0173899999999998</c:v>
                </c:pt>
                <c:pt idx="24616">
                  <c:v>7.0176999999999996</c:v>
                </c:pt>
                <c:pt idx="24617">
                  <c:v>7.0179999999999998</c:v>
                </c:pt>
                <c:pt idx="24618">
                  <c:v>7.0183099999999996</c:v>
                </c:pt>
                <c:pt idx="24619">
                  <c:v>7.0186099999999998</c:v>
                </c:pt>
                <c:pt idx="24620">
                  <c:v>7.0189199999999996</c:v>
                </c:pt>
                <c:pt idx="24621">
                  <c:v>7.0192199999999998</c:v>
                </c:pt>
                <c:pt idx="24622">
                  <c:v>7.0195299999999996</c:v>
                </c:pt>
                <c:pt idx="24623">
                  <c:v>7.0198400000000003</c:v>
                </c:pt>
                <c:pt idx="24624">
                  <c:v>7.0201399999999996</c:v>
                </c:pt>
                <c:pt idx="24625">
                  <c:v>7.0204500000000003</c:v>
                </c:pt>
                <c:pt idx="24626">
                  <c:v>7.0207499999999996</c:v>
                </c:pt>
                <c:pt idx="24627">
                  <c:v>7.0210600000000003</c:v>
                </c:pt>
                <c:pt idx="24628">
                  <c:v>7.0213599999999996</c:v>
                </c:pt>
                <c:pt idx="24629">
                  <c:v>7.0216700000000003</c:v>
                </c:pt>
                <c:pt idx="24630">
                  <c:v>7.0219699999999996</c:v>
                </c:pt>
                <c:pt idx="24631">
                  <c:v>7.0222800000000003</c:v>
                </c:pt>
                <c:pt idx="24632">
                  <c:v>7.0225799999999996</c:v>
                </c:pt>
                <c:pt idx="24633">
                  <c:v>7.0228900000000003</c:v>
                </c:pt>
                <c:pt idx="24634">
                  <c:v>7.0231899999999996</c:v>
                </c:pt>
                <c:pt idx="24635">
                  <c:v>7.0235000000000003</c:v>
                </c:pt>
                <c:pt idx="24636">
                  <c:v>7.0238100000000001</c:v>
                </c:pt>
                <c:pt idx="24637">
                  <c:v>7.0241100000000003</c:v>
                </c:pt>
                <c:pt idx="24638">
                  <c:v>7.0244200000000001</c:v>
                </c:pt>
                <c:pt idx="24639">
                  <c:v>7.0247200000000003</c:v>
                </c:pt>
                <c:pt idx="24640">
                  <c:v>7.0250300000000001</c:v>
                </c:pt>
                <c:pt idx="24641">
                  <c:v>7.0253300000000003</c:v>
                </c:pt>
                <c:pt idx="24642">
                  <c:v>7.0256400000000001</c:v>
                </c:pt>
                <c:pt idx="24643">
                  <c:v>7.0259400000000003</c:v>
                </c:pt>
                <c:pt idx="24644">
                  <c:v>7.0262500000000001</c:v>
                </c:pt>
                <c:pt idx="24645">
                  <c:v>7.0265500000000003</c:v>
                </c:pt>
                <c:pt idx="24646">
                  <c:v>7.0268600000000001</c:v>
                </c:pt>
                <c:pt idx="24647">
                  <c:v>7.0271600000000003</c:v>
                </c:pt>
                <c:pt idx="24648">
                  <c:v>7.0274700000000001</c:v>
                </c:pt>
                <c:pt idx="24649">
                  <c:v>7.0277799999999999</c:v>
                </c:pt>
                <c:pt idx="24650">
                  <c:v>7.0280800000000001</c:v>
                </c:pt>
                <c:pt idx="24651">
                  <c:v>7.0283899999999999</c:v>
                </c:pt>
                <c:pt idx="24652">
                  <c:v>7.0286900000000001</c:v>
                </c:pt>
                <c:pt idx="24653">
                  <c:v>7.0289999999999999</c:v>
                </c:pt>
                <c:pt idx="24654">
                  <c:v>7.0293000000000001</c:v>
                </c:pt>
                <c:pt idx="24655">
                  <c:v>7.0296099999999999</c:v>
                </c:pt>
                <c:pt idx="24656">
                  <c:v>7.0299100000000001</c:v>
                </c:pt>
                <c:pt idx="24657">
                  <c:v>7.0302199999999999</c:v>
                </c:pt>
                <c:pt idx="24658">
                  <c:v>7.0305200000000001</c:v>
                </c:pt>
                <c:pt idx="24659">
                  <c:v>7.0308299999999999</c:v>
                </c:pt>
                <c:pt idx="24660">
                  <c:v>7.0311300000000001</c:v>
                </c:pt>
                <c:pt idx="24661">
                  <c:v>7.0314399999999999</c:v>
                </c:pt>
                <c:pt idx="24662">
                  <c:v>7.0317499999999997</c:v>
                </c:pt>
                <c:pt idx="24663">
                  <c:v>7.0320499999999999</c:v>
                </c:pt>
                <c:pt idx="24664">
                  <c:v>7.0323599999999997</c:v>
                </c:pt>
                <c:pt idx="24665">
                  <c:v>7.0326599999999999</c:v>
                </c:pt>
                <c:pt idx="24666">
                  <c:v>7.0329699999999997</c:v>
                </c:pt>
                <c:pt idx="24667">
                  <c:v>7.0332699999999999</c:v>
                </c:pt>
                <c:pt idx="24668">
                  <c:v>7.0335799999999997</c:v>
                </c:pt>
                <c:pt idx="24669">
                  <c:v>7.0338799999999999</c:v>
                </c:pt>
                <c:pt idx="24670">
                  <c:v>7.0341899999999997</c:v>
                </c:pt>
                <c:pt idx="24671">
                  <c:v>7.0344899999999999</c:v>
                </c:pt>
                <c:pt idx="24672">
                  <c:v>7.0347999999999997</c:v>
                </c:pt>
                <c:pt idx="24673">
                  <c:v>7.0351100000000004</c:v>
                </c:pt>
                <c:pt idx="24674">
                  <c:v>7.0354099999999997</c:v>
                </c:pt>
                <c:pt idx="24675">
                  <c:v>7.0357200000000004</c:v>
                </c:pt>
                <c:pt idx="24676">
                  <c:v>7.0360199999999997</c:v>
                </c:pt>
                <c:pt idx="24677">
                  <c:v>7.0363300000000004</c:v>
                </c:pt>
                <c:pt idx="24678">
                  <c:v>7.0366299999999997</c:v>
                </c:pt>
                <c:pt idx="24679">
                  <c:v>7.0369400000000004</c:v>
                </c:pt>
                <c:pt idx="24680">
                  <c:v>7.0372399999999997</c:v>
                </c:pt>
                <c:pt idx="24681">
                  <c:v>7.0375500000000004</c:v>
                </c:pt>
                <c:pt idx="24682">
                  <c:v>7.0378499999999997</c:v>
                </c:pt>
                <c:pt idx="24683">
                  <c:v>7.0381600000000004</c:v>
                </c:pt>
                <c:pt idx="24684">
                  <c:v>7.0384599999999997</c:v>
                </c:pt>
                <c:pt idx="24685">
                  <c:v>7.0387700000000004</c:v>
                </c:pt>
                <c:pt idx="24686">
                  <c:v>7.0390800000000002</c:v>
                </c:pt>
                <c:pt idx="24687">
                  <c:v>7.0393800000000004</c:v>
                </c:pt>
                <c:pt idx="24688">
                  <c:v>7.0396900000000002</c:v>
                </c:pt>
                <c:pt idx="24689">
                  <c:v>7.0399900000000004</c:v>
                </c:pt>
                <c:pt idx="24690">
                  <c:v>7.0403000000000002</c:v>
                </c:pt>
                <c:pt idx="24691">
                  <c:v>7.0406000000000004</c:v>
                </c:pt>
                <c:pt idx="24692">
                  <c:v>7.0409100000000002</c:v>
                </c:pt>
                <c:pt idx="24693">
                  <c:v>7.0412100000000004</c:v>
                </c:pt>
                <c:pt idx="24694">
                  <c:v>7.0415200000000002</c:v>
                </c:pt>
                <c:pt idx="24695">
                  <c:v>7.0418200000000004</c:v>
                </c:pt>
                <c:pt idx="24696">
                  <c:v>7.0421300000000002</c:v>
                </c:pt>
                <c:pt idx="24697">
                  <c:v>7.0424300000000004</c:v>
                </c:pt>
                <c:pt idx="24698">
                  <c:v>7.0427400000000002</c:v>
                </c:pt>
                <c:pt idx="24699">
                  <c:v>7.04305</c:v>
                </c:pt>
                <c:pt idx="24700">
                  <c:v>7.0433500000000002</c:v>
                </c:pt>
                <c:pt idx="24701">
                  <c:v>7.04366</c:v>
                </c:pt>
                <c:pt idx="24702">
                  <c:v>7.0439600000000002</c:v>
                </c:pt>
                <c:pt idx="24703">
                  <c:v>7.04427</c:v>
                </c:pt>
                <c:pt idx="24704">
                  <c:v>7.0445700000000002</c:v>
                </c:pt>
                <c:pt idx="24705">
                  <c:v>7.04488</c:v>
                </c:pt>
                <c:pt idx="24706">
                  <c:v>7.0451800000000002</c:v>
                </c:pt>
                <c:pt idx="24707">
                  <c:v>7.04549</c:v>
                </c:pt>
                <c:pt idx="24708">
                  <c:v>7.0457900000000002</c:v>
                </c:pt>
                <c:pt idx="24709">
                  <c:v>7.0461</c:v>
                </c:pt>
                <c:pt idx="24710">
                  <c:v>7.0464000000000002</c:v>
                </c:pt>
                <c:pt idx="24711">
                  <c:v>7.04671</c:v>
                </c:pt>
                <c:pt idx="24712">
                  <c:v>7.0470199999999998</c:v>
                </c:pt>
                <c:pt idx="24713">
                  <c:v>7.04732</c:v>
                </c:pt>
                <c:pt idx="24714">
                  <c:v>7.0476299999999998</c:v>
                </c:pt>
                <c:pt idx="24715">
                  <c:v>7.04793</c:v>
                </c:pt>
                <c:pt idx="24716">
                  <c:v>7.0482399999999998</c:v>
                </c:pt>
                <c:pt idx="24717">
                  <c:v>7.04854</c:v>
                </c:pt>
                <c:pt idx="24718">
                  <c:v>7.0488499999999998</c:v>
                </c:pt>
                <c:pt idx="24719">
                  <c:v>7.04915</c:v>
                </c:pt>
                <c:pt idx="24720">
                  <c:v>7.0494599999999998</c:v>
                </c:pt>
                <c:pt idx="24721">
                  <c:v>7.04976</c:v>
                </c:pt>
                <c:pt idx="24722">
                  <c:v>7.0500699999999998</c:v>
                </c:pt>
                <c:pt idx="24723">
                  <c:v>7.05037</c:v>
                </c:pt>
                <c:pt idx="24724">
                  <c:v>7.0506799999999998</c:v>
                </c:pt>
                <c:pt idx="24725">
                  <c:v>7.0509899999999996</c:v>
                </c:pt>
                <c:pt idx="24726">
                  <c:v>7.0512899999999998</c:v>
                </c:pt>
                <c:pt idx="24727">
                  <c:v>7.0515999999999996</c:v>
                </c:pt>
                <c:pt idx="24728">
                  <c:v>7.0518999999999998</c:v>
                </c:pt>
                <c:pt idx="24729">
                  <c:v>7.0522099999999996</c:v>
                </c:pt>
                <c:pt idx="24730">
                  <c:v>7.0525099999999998</c:v>
                </c:pt>
                <c:pt idx="24731">
                  <c:v>7.0528199999999996</c:v>
                </c:pt>
                <c:pt idx="24732">
                  <c:v>7.0531199999999998</c:v>
                </c:pt>
                <c:pt idx="24733">
                  <c:v>7.0534299999999996</c:v>
                </c:pt>
                <c:pt idx="24734">
                  <c:v>7.0537299999999998</c:v>
                </c:pt>
                <c:pt idx="24735">
                  <c:v>7.0540399999999996</c:v>
                </c:pt>
                <c:pt idx="24736">
                  <c:v>7.0543500000000003</c:v>
                </c:pt>
                <c:pt idx="24737">
                  <c:v>7.0546499999999996</c:v>
                </c:pt>
                <c:pt idx="24738">
                  <c:v>7.0549600000000003</c:v>
                </c:pt>
                <c:pt idx="24739">
                  <c:v>7.0552599999999996</c:v>
                </c:pt>
                <c:pt idx="24740">
                  <c:v>7.0555700000000003</c:v>
                </c:pt>
                <c:pt idx="24741">
                  <c:v>7.0558699999999996</c:v>
                </c:pt>
                <c:pt idx="24742">
                  <c:v>7.0561800000000003</c:v>
                </c:pt>
                <c:pt idx="24743">
                  <c:v>7.0564799999999996</c:v>
                </c:pt>
                <c:pt idx="24744">
                  <c:v>7.0567900000000003</c:v>
                </c:pt>
                <c:pt idx="24745">
                  <c:v>7.0570899999999996</c:v>
                </c:pt>
                <c:pt idx="24746">
                  <c:v>7.0574000000000003</c:v>
                </c:pt>
                <c:pt idx="24747">
                  <c:v>7.0576999999999996</c:v>
                </c:pt>
                <c:pt idx="24748">
                  <c:v>7.0580100000000003</c:v>
                </c:pt>
                <c:pt idx="24749">
                  <c:v>7.0583200000000001</c:v>
                </c:pt>
                <c:pt idx="24750">
                  <c:v>7.0586200000000003</c:v>
                </c:pt>
                <c:pt idx="24751">
                  <c:v>7.0589300000000001</c:v>
                </c:pt>
                <c:pt idx="24752">
                  <c:v>7.0592300000000003</c:v>
                </c:pt>
                <c:pt idx="24753">
                  <c:v>7.0595400000000001</c:v>
                </c:pt>
                <c:pt idx="24754">
                  <c:v>7.0598400000000003</c:v>
                </c:pt>
                <c:pt idx="24755">
                  <c:v>7.0601500000000001</c:v>
                </c:pt>
                <c:pt idx="24756">
                  <c:v>7.0604500000000003</c:v>
                </c:pt>
                <c:pt idx="24757">
                  <c:v>7.0607600000000001</c:v>
                </c:pt>
                <c:pt idx="24758">
                  <c:v>7.0610600000000003</c:v>
                </c:pt>
                <c:pt idx="24759">
                  <c:v>7.0613700000000001</c:v>
                </c:pt>
                <c:pt idx="24760">
                  <c:v>7.0616700000000003</c:v>
                </c:pt>
                <c:pt idx="24761">
                  <c:v>7.0619800000000001</c:v>
                </c:pt>
                <c:pt idx="24762">
                  <c:v>7.06229</c:v>
                </c:pt>
                <c:pt idx="24763">
                  <c:v>7.0625900000000001</c:v>
                </c:pt>
                <c:pt idx="24764">
                  <c:v>7.0629</c:v>
                </c:pt>
                <c:pt idx="24765">
                  <c:v>7.0632000000000001</c:v>
                </c:pt>
                <c:pt idx="24766">
                  <c:v>7.06351</c:v>
                </c:pt>
                <c:pt idx="24767">
                  <c:v>7.0638100000000001</c:v>
                </c:pt>
                <c:pt idx="24768">
                  <c:v>7.06412</c:v>
                </c:pt>
                <c:pt idx="24769">
                  <c:v>7.0644200000000001</c:v>
                </c:pt>
                <c:pt idx="24770">
                  <c:v>7.06473</c:v>
                </c:pt>
                <c:pt idx="24771">
                  <c:v>7.0650300000000001</c:v>
                </c:pt>
                <c:pt idx="24772">
                  <c:v>7.06534</c:v>
                </c:pt>
                <c:pt idx="24773">
                  <c:v>7.0656400000000001</c:v>
                </c:pt>
                <c:pt idx="24774">
                  <c:v>7.06595</c:v>
                </c:pt>
                <c:pt idx="24775">
                  <c:v>7.0662599999999998</c:v>
                </c:pt>
                <c:pt idx="24776">
                  <c:v>7.06656</c:v>
                </c:pt>
                <c:pt idx="24777">
                  <c:v>7.0668699999999998</c:v>
                </c:pt>
                <c:pt idx="24778">
                  <c:v>7.06717</c:v>
                </c:pt>
                <c:pt idx="24779">
                  <c:v>7.0674799999999998</c:v>
                </c:pt>
                <c:pt idx="24780">
                  <c:v>7.06778</c:v>
                </c:pt>
                <c:pt idx="24781">
                  <c:v>7.0680899999999998</c:v>
                </c:pt>
                <c:pt idx="24782">
                  <c:v>7.06839</c:v>
                </c:pt>
                <c:pt idx="24783">
                  <c:v>7.0686999999999998</c:v>
                </c:pt>
                <c:pt idx="24784">
                  <c:v>7.069</c:v>
                </c:pt>
                <c:pt idx="24785">
                  <c:v>7.0693099999999998</c:v>
                </c:pt>
                <c:pt idx="24786">
                  <c:v>7.0696099999999999</c:v>
                </c:pt>
                <c:pt idx="24787">
                  <c:v>7.0699199999999998</c:v>
                </c:pt>
                <c:pt idx="24788">
                  <c:v>7.0702299999999996</c:v>
                </c:pt>
                <c:pt idx="24789">
                  <c:v>7.0705299999999998</c:v>
                </c:pt>
                <c:pt idx="24790">
                  <c:v>7.0708399999999996</c:v>
                </c:pt>
                <c:pt idx="24791">
                  <c:v>7.0711399999999998</c:v>
                </c:pt>
                <c:pt idx="24792">
                  <c:v>7.0714499999999996</c:v>
                </c:pt>
                <c:pt idx="24793">
                  <c:v>7.0717499999999998</c:v>
                </c:pt>
                <c:pt idx="24794">
                  <c:v>7.0720599999999996</c:v>
                </c:pt>
                <c:pt idx="24795">
                  <c:v>7.0723599999999998</c:v>
                </c:pt>
                <c:pt idx="24796">
                  <c:v>7.0726699999999996</c:v>
                </c:pt>
                <c:pt idx="24797">
                  <c:v>7.0729699999999998</c:v>
                </c:pt>
                <c:pt idx="24798">
                  <c:v>7.0732799999999996</c:v>
                </c:pt>
                <c:pt idx="24799">
                  <c:v>7.0735900000000003</c:v>
                </c:pt>
                <c:pt idx="24800">
                  <c:v>7.0738899999999996</c:v>
                </c:pt>
                <c:pt idx="24801">
                  <c:v>7.0742000000000003</c:v>
                </c:pt>
                <c:pt idx="24802">
                  <c:v>7.0744999999999996</c:v>
                </c:pt>
                <c:pt idx="24803">
                  <c:v>7.0748100000000003</c:v>
                </c:pt>
                <c:pt idx="24804">
                  <c:v>7.0751099999999996</c:v>
                </c:pt>
                <c:pt idx="24805">
                  <c:v>7.0754200000000003</c:v>
                </c:pt>
                <c:pt idx="24806">
                  <c:v>7.0757199999999996</c:v>
                </c:pt>
                <c:pt idx="24807">
                  <c:v>7.0760300000000003</c:v>
                </c:pt>
                <c:pt idx="24808">
                  <c:v>7.0763299999999996</c:v>
                </c:pt>
                <c:pt idx="24809">
                  <c:v>7.0766400000000003</c:v>
                </c:pt>
                <c:pt idx="24810">
                  <c:v>7.0769399999999996</c:v>
                </c:pt>
                <c:pt idx="24811">
                  <c:v>7.0772500000000003</c:v>
                </c:pt>
                <c:pt idx="24812">
                  <c:v>7.0775600000000001</c:v>
                </c:pt>
                <c:pt idx="24813">
                  <c:v>7.0778600000000003</c:v>
                </c:pt>
                <c:pt idx="24814">
                  <c:v>7.0781700000000001</c:v>
                </c:pt>
                <c:pt idx="24815">
                  <c:v>7.0784700000000003</c:v>
                </c:pt>
                <c:pt idx="24816">
                  <c:v>7.0787800000000001</c:v>
                </c:pt>
                <c:pt idx="24817">
                  <c:v>7.0790800000000003</c:v>
                </c:pt>
                <c:pt idx="24818">
                  <c:v>7.0793900000000001</c:v>
                </c:pt>
                <c:pt idx="24819">
                  <c:v>7.0796900000000003</c:v>
                </c:pt>
                <c:pt idx="24820">
                  <c:v>7.08</c:v>
                </c:pt>
                <c:pt idx="24821">
                  <c:v>7.0803000000000003</c:v>
                </c:pt>
                <c:pt idx="24822">
                  <c:v>7.0806100000000001</c:v>
                </c:pt>
                <c:pt idx="24823">
                  <c:v>7.0809100000000003</c:v>
                </c:pt>
                <c:pt idx="24824">
                  <c:v>7.0812200000000001</c:v>
                </c:pt>
                <c:pt idx="24825">
                  <c:v>7.0815299999999999</c:v>
                </c:pt>
                <c:pt idx="24826">
                  <c:v>7.0818300000000001</c:v>
                </c:pt>
                <c:pt idx="24827">
                  <c:v>7.0821399999999999</c:v>
                </c:pt>
                <c:pt idx="24828">
                  <c:v>7.0824400000000001</c:v>
                </c:pt>
                <c:pt idx="24829">
                  <c:v>7.0827499999999999</c:v>
                </c:pt>
                <c:pt idx="24830">
                  <c:v>7.0830500000000001</c:v>
                </c:pt>
                <c:pt idx="24831">
                  <c:v>7.0833599999999999</c:v>
                </c:pt>
                <c:pt idx="24832">
                  <c:v>7.0836600000000001</c:v>
                </c:pt>
                <c:pt idx="24833">
                  <c:v>7.0839699999999999</c:v>
                </c:pt>
                <c:pt idx="24834">
                  <c:v>7.0842700000000001</c:v>
                </c:pt>
                <c:pt idx="24835">
                  <c:v>7.0845799999999999</c:v>
                </c:pt>
                <c:pt idx="24836">
                  <c:v>7.0848800000000001</c:v>
                </c:pt>
                <c:pt idx="24837">
                  <c:v>7.0851899999999999</c:v>
                </c:pt>
                <c:pt idx="24838">
                  <c:v>7.0854999999999997</c:v>
                </c:pt>
                <c:pt idx="24839">
                  <c:v>7.0857999999999999</c:v>
                </c:pt>
                <c:pt idx="24840">
                  <c:v>7.0861099999999997</c:v>
                </c:pt>
                <c:pt idx="24841">
                  <c:v>7.0864099999999999</c:v>
                </c:pt>
                <c:pt idx="24842">
                  <c:v>7.0867199999999997</c:v>
                </c:pt>
                <c:pt idx="24843">
                  <c:v>7.0870199999999999</c:v>
                </c:pt>
                <c:pt idx="24844">
                  <c:v>7.0873299999999997</c:v>
                </c:pt>
                <c:pt idx="24845">
                  <c:v>7.0876299999999999</c:v>
                </c:pt>
                <c:pt idx="24846">
                  <c:v>7.0879399999999997</c:v>
                </c:pt>
                <c:pt idx="24847">
                  <c:v>7.0882399999999999</c:v>
                </c:pt>
                <c:pt idx="24848">
                  <c:v>7.0885499999999997</c:v>
                </c:pt>
                <c:pt idx="24849">
                  <c:v>7.0888600000000004</c:v>
                </c:pt>
                <c:pt idx="24850">
                  <c:v>7.0891599999999997</c:v>
                </c:pt>
                <c:pt idx="24851">
                  <c:v>7.0894700000000004</c:v>
                </c:pt>
                <c:pt idx="24852">
                  <c:v>7.0897699999999997</c:v>
                </c:pt>
                <c:pt idx="24853">
                  <c:v>7.0900800000000004</c:v>
                </c:pt>
                <c:pt idx="24854">
                  <c:v>7.0903799999999997</c:v>
                </c:pt>
                <c:pt idx="24855">
                  <c:v>7.0906900000000004</c:v>
                </c:pt>
                <c:pt idx="24856">
                  <c:v>7.0909899999999997</c:v>
                </c:pt>
                <c:pt idx="24857">
                  <c:v>7.0913000000000004</c:v>
                </c:pt>
                <c:pt idx="24858">
                  <c:v>7.0915999999999997</c:v>
                </c:pt>
                <c:pt idx="24859">
                  <c:v>7.0919100000000004</c:v>
                </c:pt>
                <c:pt idx="24860">
                  <c:v>7.0922099999999997</c:v>
                </c:pt>
                <c:pt idx="24861">
                  <c:v>7.0925200000000004</c:v>
                </c:pt>
                <c:pt idx="24862">
                  <c:v>7.0928300000000002</c:v>
                </c:pt>
                <c:pt idx="24863">
                  <c:v>7.0931300000000004</c:v>
                </c:pt>
                <c:pt idx="24864">
                  <c:v>7.0934400000000002</c:v>
                </c:pt>
                <c:pt idx="24865">
                  <c:v>7.0937400000000004</c:v>
                </c:pt>
                <c:pt idx="24866">
                  <c:v>7.0940500000000002</c:v>
                </c:pt>
                <c:pt idx="24867">
                  <c:v>7.0943500000000004</c:v>
                </c:pt>
                <c:pt idx="24868">
                  <c:v>7.0946600000000002</c:v>
                </c:pt>
                <c:pt idx="24869">
                  <c:v>7.0949600000000004</c:v>
                </c:pt>
                <c:pt idx="24870">
                  <c:v>7.0952700000000002</c:v>
                </c:pt>
                <c:pt idx="24871">
                  <c:v>7.0955700000000004</c:v>
                </c:pt>
                <c:pt idx="24872">
                  <c:v>7.0958800000000002</c:v>
                </c:pt>
                <c:pt idx="24873">
                  <c:v>7.0961800000000004</c:v>
                </c:pt>
                <c:pt idx="24874">
                  <c:v>7.0964900000000002</c:v>
                </c:pt>
                <c:pt idx="24875">
                  <c:v>7.0968</c:v>
                </c:pt>
                <c:pt idx="24876">
                  <c:v>7.0971000000000002</c:v>
                </c:pt>
                <c:pt idx="24877">
                  <c:v>7.09741</c:v>
                </c:pt>
                <c:pt idx="24878">
                  <c:v>7.0977100000000002</c:v>
                </c:pt>
                <c:pt idx="24879">
                  <c:v>7.09802</c:v>
                </c:pt>
                <c:pt idx="24880">
                  <c:v>7.0983200000000002</c:v>
                </c:pt>
                <c:pt idx="24881">
                  <c:v>7.09863</c:v>
                </c:pt>
                <c:pt idx="24882">
                  <c:v>7.0989300000000002</c:v>
                </c:pt>
                <c:pt idx="24883">
                  <c:v>7.09924</c:v>
                </c:pt>
                <c:pt idx="24884">
                  <c:v>7.0995400000000002</c:v>
                </c:pt>
                <c:pt idx="24885">
                  <c:v>7.09985</c:v>
                </c:pt>
                <c:pt idx="24886">
                  <c:v>7.1001500000000002</c:v>
                </c:pt>
                <c:pt idx="24887">
                  <c:v>7.10046</c:v>
                </c:pt>
                <c:pt idx="24888">
                  <c:v>7.1007699999999998</c:v>
                </c:pt>
                <c:pt idx="24889">
                  <c:v>7.10107</c:v>
                </c:pt>
                <c:pt idx="24890">
                  <c:v>7.1013799999999998</c:v>
                </c:pt>
                <c:pt idx="24891">
                  <c:v>7.10168</c:v>
                </c:pt>
                <c:pt idx="24892">
                  <c:v>7.1019899999999998</c:v>
                </c:pt>
                <c:pt idx="24893">
                  <c:v>7.10229</c:v>
                </c:pt>
                <c:pt idx="24894">
                  <c:v>7.1025999999999998</c:v>
                </c:pt>
                <c:pt idx="24895">
                  <c:v>7.1029</c:v>
                </c:pt>
                <c:pt idx="24896">
                  <c:v>7.1032099999999998</c:v>
                </c:pt>
                <c:pt idx="24897">
                  <c:v>7.10351</c:v>
                </c:pt>
                <c:pt idx="24898">
                  <c:v>7.1038199999999998</c:v>
                </c:pt>
                <c:pt idx="24899">
                  <c:v>7.10412</c:v>
                </c:pt>
                <c:pt idx="24900">
                  <c:v>7.1044299999999998</c:v>
                </c:pt>
                <c:pt idx="24901">
                  <c:v>7.1047399999999996</c:v>
                </c:pt>
                <c:pt idx="24902">
                  <c:v>7.1050399999999998</c:v>
                </c:pt>
                <c:pt idx="24903">
                  <c:v>7.1053499999999996</c:v>
                </c:pt>
                <c:pt idx="24904">
                  <c:v>7.1056499999999998</c:v>
                </c:pt>
                <c:pt idx="24905">
                  <c:v>7.1059599999999996</c:v>
                </c:pt>
                <c:pt idx="24906">
                  <c:v>7.1062599999999998</c:v>
                </c:pt>
                <c:pt idx="24907">
                  <c:v>7.1065699999999996</c:v>
                </c:pt>
                <c:pt idx="24908">
                  <c:v>7.1068699999999998</c:v>
                </c:pt>
                <c:pt idx="24909">
                  <c:v>7.1071799999999996</c:v>
                </c:pt>
                <c:pt idx="24910">
                  <c:v>7.1074799999999998</c:v>
                </c:pt>
                <c:pt idx="24911">
                  <c:v>7.1077899999999996</c:v>
                </c:pt>
                <c:pt idx="24912">
                  <c:v>7.1081000000000003</c:v>
                </c:pt>
                <c:pt idx="24913">
                  <c:v>7.1083999999999996</c:v>
                </c:pt>
                <c:pt idx="24914">
                  <c:v>7.1087100000000003</c:v>
                </c:pt>
                <c:pt idx="24915">
                  <c:v>7.1090099999999996</c:v>
                </c:pt>
                <c:pt idx="24916">
                  <c:v>7.1093200000000003</c:v>
                </c:pt>
                <c:pt idx="24917">
                  <c:v>7.1096199999999996</c:v>
                </c:pt>
                <c:pt idx="24918">
                  <c:v>7.1099300000000003</c:v>
                </c:pt>
                <c:pt idx="24919">
                  <c:v>7.1102299999999996</c:v>
                </c:pt>
                <c:pt idx="24920">
                  <c:v>7.1105400000000003</c:v>
                </c:pt>
                <c:pt idx="24921">
                  <c:v>7.1108399999999996</c:v>
                </c:pt>
                <c:pt idx="24922">
                  <c:v>7.1111500000000003</c:v>
                </c:pt>
                <c:pt idx="24923">
                  <c:v>7.1114499999999996</c:v>
                </c:pt>
                <c:pt idx="24924">
                  <c:v>7.1117600000000003</c:v>
                </c:pt>
                <c:pt idx="24925">
                  <c:v>7.1120700000000001</c:v>
                </c:pt>
                <c:pt idx="24926">
                  <c:v>7.1123700000000003</c:v>
                </c:pt>
                <c:pt idx="24927">
                  <c:v>7.1126800000000001</c:v>
                </c:pt>
                <c:pt idx="24928">
                  <c:v>7.1129800000000003</c:v>
                </c:pt>
                <c:pt idx="24929">
                  <c:v>7.1132900000000001</c:v>
                </c:pt>
                <c:pt idx="24930">
                  <c:v>7.1135900000000003</c:v>
                </c:pt>
                <c:pt idx="24931">
                  <c:v>7.1139000000000001</c:v>
                </c:pt>
                <c:pt idx="24932">
                  <c:v>7.1142000000000003</c:v>
                </c:pt>
                <c:pt idx="24933">
                  <c:v>7.1145100000000001</c:v>
                </c:pt>
                <c:pt idx="24934">
                  <c:v>7.1148100000000003</c:v>
                </c:pt>
                <c:pt idx="24935">
                  <c:v>7.1151200000000001</c:v>
                </c:pt>
                <c:pt idx="24936">
                  <c:v>7.1154200000000003</c:v>
                </c:pt>
                <c:pt idx="24937">
                  <c:v>7.1157300000000001</c:v>
                </c:pt>
                <c:pt idx="24938">
                  <c:v>7.1160399999999999</c:v>
                </c:pt>
                <c:pt idx="24939">
                  <c:v>7.1163400000000001</c:v>
                </c:pt>
                <c:pt idx="24940">
                  <c:v>7.1166499999999999</c:v>
                </c:pt>
                <c:pt idx="24941">
                  <c:v>7.1169500000000001</c:v>
                </c:pt>
                <c:pt idx="24942">
                  <c:v>7.1172599999999999</c:v>
                </c:pt>
                <c:pt idx="24943">
                  <c:v>7.1175600000000001</c:v>
                </c:pt>
                <c:pt idx="24944">
                  <c:v>7.1178699999999999</c:v>
                </c:pt>
                <c:pt idx="24945">
                  <c:v>7.1181700000000001</c:v>
                </c:pt>
                <c:pt idx="24946">
                  <c:v>7.1184799999999999</c:v>
                </c:pt>
                <c:pt idx="24947">
                  <c:v>7.1187800000000001</c:v>
                </c:pt>
                <c:pt idx="24948">
                  <c:v>7.1190899999999999</c:v>
                </c:pt>
                <c:pt idx="24949">
                  <c:v>7.1193900000000001</c:v>
                </c:pt>
                <c:pt idx="24950">
                  <c:v>7.1196999999999999</c:v>
                </c:pt>
                <c:pt idx="24951">
                  <c:v>7.1200099999999997</c:v>
                </c:pt>
                <c:pt idx="24952">
                  <c:v>7.1203099999999999</c:v>
                </c:pt>
                <c:pt idx="24953">
                  <c:v>7.1206199999999997</c:v>
                </c:pt>
                <c:pt idx="24954">
                  <c:v>7.1209199999999999</c:v>
                </c:pt>
                <c:pt idx="24955">
                  <c:v>7.1212299999999997</c:v>
                </c:pt>
                <c:pt idx="24956">
                  <c:v>7.1215299999999999</c:v>
                </c:pt>
                <c:pt idx="24957">
                  <c:v>7.1218399999999997</c:v>
                </c:pt>
                <c:pt idx="24958">
                  <c:v>7.1221399999999999</c:v>
                </c:pt>
                <c:pt idx="24959">
                  <c:v>7.1224499999999997</c:v>
                </c:pt>
                <c:pt idx="24960">
                  <c:v>7.1227499999999999</c:v>
                </c:pt>
                <c:pt idx="24961">
                  <c:v>7.1230599999999997</c:v>
                </c:pt>
                <c:pt idx="24962">
                  <c:v>7.1233599999999999</c:v>
                </c:pt>
                <c:pt idx="24963">
                  <c:v>7.1236699999999997</c:v>
                </c:pt>
                <c:pt idx="24964">
                  <c:v>7.1239800000000004</c:v>
                </c:pt>
                <c:pt idx="24965">
                  <c:v>7.1242799999999997</c:v>
                </c:pt>
                <c:pt idx="24966">
                  <c:v>7.1245900000000004</c:v>
                </c:pt>
                <c:pt idx="24967">
                  <c:v>7.1248899999999997</c:v>
                </c:pt>
                <c:pt idx="24968">
                  <c:v>7.1252000000000004</c:v>
                </c:pt>
                <c:pt idx="24969">
                  <c:v>7.1254999999999997</c:v>
                </c:pt>
                <c:pt idx="24970">
                  <c:v>7.1258100000000004</c:v>
                </c:pt>
                <c:pt idx="24971">
                  <c:v>7.1261099999999997</c:v>
                </c:pt>
                <c:pt idx="24972">
                  <c:v>7.1264200000000004</c:v>
                </c:pt>
                <c:pt idx="24973">
                  <c:v>7.1267199999999997</c:v>
                </c:pt>
                <c:pt idx="24974">
                  <c:v>7.1270300000000004</c:v>
                </c:pt>
                <c:pt idx="24975">
                  <c:v>7.1273400000000002</c:v>
                </c:pt>
                <c:pt idx="24976">
                  <c:v>7.1276400000000004</c:v>
                </c:pt>
                <c:pt idx="24977">
                  <c:v>7.1279500000000002</c:v>
                </c:pt>
                <c:pt idx="24978">
                  <c:v>7.1282500000000004</c:v>
                </c:pt>
                <c:pt idx="24979">
                  <c:v>7.1285600000000002</c:v>
                </c:pt>
                <c:pt idx="24980">
                  <c:v>7.1288600000000004</c:v>
                </c:pt>
                <c:pt idx="24981">
                  <c:v>7.1291700000000002</c:v>
                </c:pt>
                <c:pt idx="24982">
                  <c:v>7.1294700000000004</c:v>
                </c:pt>
                <c:pt idx="24983">
                  <c:v>7.1297800000000002</c:v>
                </c:pt>
                <c:pt idx="24984">
                  <c:v>7.1300800000000004</c:v>
                </c:pt>
                <c:pt idx="24985">
                  <c:v>7.1303900000000002</c:v>
                </c:pt>
                <c:pt idx="24986">
                  <c:v>7.1306900000000004</c:v>
                </c:pt>
                <c:pt idx="24987">
                  <c:v>7.1310000000000002</c:v>
                </c:pt>
                <c:pt idx="24988">
                  <c:v>7.13131</c:v>
                </c:pt>
                <c:pt idx="24989">
                  <c:v>7.1316100000000002</c:v>
                </c:pt>
                <c:pt idx="24990">
                  <c:v>7.13192</c:v>
                </c:pt>
                <c:pt idx="24991">
                  <c:v>7.1322200000000002</c:v>
                </c:pt>
                <c:pt idx="24992">
                  <c:v>7.13253</c:v>
                </c:pt>
                <c:pt idx="24993">
                  <c:v>7.1328300000000002</c:v>
                </c:pt>
                <c:pt idx="24994">
                  <c:v>7.13314</c:v>
                </c:pt>
                <c:pt idx="24995">
                  <c:v>7.1334400000000002</c:v>
                </c:pt>
                <c:pt idx="24996">
                  <c:v>7.13375</c:v>
                </c:pt>
                <c:pt idx="24997">
                  <c:v>7.1340500000000002</c:v>
                </c:pt>
                <c:pt idx="24998">
                  <c:v>7.13436</c:v>
                </c:pt>
                <c:pt idx="24999">
                  <c:v>7.1346600000000002</c:v>
                </c:pt>
                <c:pt idx="25000">
                  <c:v>7.13497</c:v>
                </c:pt>
                <c:pt idx="25001">
                  <c:v>7.1352799999999998</c:v>
                </c:pt>
                <c:pt idx="25002">
                  <c:v>7.13558</c:v>
                </c:pt>
                <c:pt idx="25003">
                  <c:v>7.1358899999999998</c:v>
                </c:pt>
                <c:pt idx="25004">
                  <c:v>7.13619</c:v>
                </c:pt>
                <c:pt idx="25005">
                  <c:v>7.1364999999999998</c:v>
                </c:pt>
                <c:pt idx="25006">
                  <c:v>7.1368</c:v>
                </c:pt>
                <c:pt idx="25007">
                  <c:v>7.1371099999999998</c:v>
                </c:pt>
                <c:pt idx="25008">
                  <c:v>7.13741</c:v>
                </c:pt>
                <c:pt idx="25009">
                  <c:v>7.1377199999999998</c:v>
                </c:pt>
                <c:pt idx="25010">
                  <c:v>7.13802</c:v>
                </c:pt>
                <c:pt idx="25011">
                  <c:v>7.1383299999999998</c:v>
                </c:pt>
                <c:pt idx="25012">
                  <c:v>7.13863</c:v>
                </c:pt>
                <c:pt idx="25013">
                  <c:v>7.1389399999999998</c:v>
                </c:pt>
                <c:pt idx="25014">
                  <c:v>7.1392499999999997</c:v>
                </c:pt>
                <c:pt idx="25015">
                  <c:v>7.1395499999999998</c:v>
                </c:pt>
                <c:pt idx="25016">
                  <c:v>7.1398599999999997</c:v>
                </c:pt>
                <c:pt idx="25017">
                  <c:v>7.1401599999999998</c:v>
                </c:pt>
                <c:pt idx="25018">
                  <c:v>7.1404699999999997</c:v>
                </c:pt>
                <c:pt idx="25019">
                  <c:v>7.1407699999999998</c:v>
                </c:pt>
                <c:pt idx="25020">
                  <c:v>7.1410799999999997</c:v>
                </c:pt>
                <c:pt idx="25021">
                  <c:v>7.1413799999999998</c:v>
                </c:pt>
                <c:pt idx="25022">
                  <c:v>7.1416899999999996</c:v>
                </c:pt>
                <c:pt idx="25023">
                  <c:v>7.1419899999999998</c:v>
                </c:pt>
                <c:pt idx="25024">
                  <c:v>7.1422999999999996</c:v>
                </c:pt>
                <c:pt idx="25025">
                  <c:v>7.1425999999999998</c:v>
                </c:pt>
                <c:pt idx="25026">
                  <c:v>7.1429099999999996</c:v>
                </c:pt>
                <c:pt idx="25027">
                  <c:v>7.1432200000000003</c:v>
                </c:pt>
                <c:pt idx="25028">
                  <c:v>7.1435199999999996</c:v>
                </c:pt>
                <c:pt idx="25029">
                  <c:v>7.1438300000000003</c:v>
                </c:pt>
                <c:pt idx="25030">
                  <c:v>7.1441299999999996</c:v>
                </c:pt>
                <c:pt idx="25031">
                  <c:v>7.1444400000000003</c:v>
                </c:pt>
                <c:pt idx="25032">
                  <c:v>7.1447399999999996</c:v>
                </c:pt>
                <c:pt idx="25033">
                  <c:v>7.1450500000000003</c:v>
                </c:pt>
                <c:pt idx="25034">
                  <c:v>7.1453499999999996</c:v>
                </c:pt>
                <c:pt idx="25035">
                  <c:v>7.1456600000000003</c:v>
                </c:pt>
                <c:pt idx="25036">
                  <c:v>7.1459599999999996</c:v>
                </c:pt>
                <c:pt idx="25037">
                  <c:v>7.1462700000000003</c:v>
                </c:pt>
                <c:pt idx="25038">
                  <c:v>7.1465800000000002</c:v>
                </c:pt>
                <c:pt idx="25039">
                  <c:v>7.1468800000000003</c:v>
                </c:pt>
                <c:pt idx="25040">
                  <c:v>7.1471900000000002</c:v>
                </c:pt>
                <c:pt idx="25041">
                  <c:v>7.1474900000000003</c:v>
                </c:pt>
                <c:pt idx="25042">
                  <c:v>7.1478000000000002</c:v>
                </c:pt>
                <c:pt idx="25043">
                  <c:v>7.1481000000000003</c:v>
                </c:pt>
                <c:pt idx="25044">
                  <c:v>7.1484100000000002</c:v>
                </c:pt>
                <c:pt idx="25045">
                  <c:v>7.1487100000000003</c:v>
                </c:pt>
                <c:pt idx="25046">
                  <c:v>7.1490200000000002</c:v>
                </c:pt>
                <c:pt idx="25047">
                  <c:v>7.1493200000000003</c:v>
                </c:pt>
                <c:pt idx="25048">
                  <c:v>7.1496300000000002</c:v>
                </c:pt>
                <c:pt idx="25049">
                  <c:v>7.1499300000000003</c:v>
                </c:pt>
                <c:pt idx="25050">
                  <c:v>7.1502400000000002</c:v>
                </c:pt>
                <c:pt idx="25051">
                  <c:v>7.15055</c:v>
                </c:pt>
                <c:pt idx="25052">
                  <c:v>7.1508500000000002</c:v>
                </c:pt>
                <c:pt idx="25053">
                  <c:v>7.15116</c:v>
                </c:pt>
                <c:pt idx="25054">
                  <c:v>7.1514600000000002</c:v>
                </c:pt>
                <c:pt idx="25055">
                  <c:v>7.15177</c:v>
                </c:pt>
                <c:pt idx="25056">
                  <c:v>7.1520700000000001</c:v>
                </c:pt>
                <c:pt idx="25057">
                  <c:v>7.15238</c:v>
                </c:pt>
                <c:pt idx="25058">
                  <c:v>7.1526800000000001</c:v>
                </c:pt>
                <c:pt idx="25059">
                  <c:v>7.15299</c:v>
                </c:pt>
                <c:pt idx="25060">
                  <c:v>7.1532900000000001</c:v>
                </c:pt>
                <c:pt idx="25061">
                  <c:v>7.1536</c:v>
                </c:pt>
                <c:pt idx="25062">
                  <c:v>7.1539000000000001</c:v>
                </c:pt>
                <c:pt idx="25063">
                  <c:v>7.15421</c:v>
                </c:pt>
                <c:pt idx="25064">
                  <c:v>7.1545199999999998</c:v>
                </c:pt>
                <c:pt idx="25065">
                  <c:v>7.15482</c:v>
                </c:pt>
                <c:pt idx="25066">
                  <c:v>7.1551299999999998</c:v>
                </c:pt>
                <c:pt idx="25067">
                  <c:v>7.15543</c:v>
                </c:pt>
                <c:pt idx="25068">
                  <c:v>7.1557399999999998</c:v>
                </c:pt>
                <c:pt idx="25069">
                  <c:v>7.15604</c:v>
                </c:pt>
                <c:pt idx="25070">
                  <c:v>7.1563499999999998</c:v>
                </c:pt>
                <c:pt idx="25071">
                  <c:v>7.15665</c:v>
                </c:pt>
                <c:pt idx="25072">
                  <c:v>7.1569599999999998</c:v>
                </c:pt>
                <c:pt idx="25073">
                  <c:v>7.15726</c:v>
                </c:pt>
                <c:pt idx="25074">
                  <c:v>7.1575699999999998</c:v>
                </c:pt>
                <c:pt idx="25075">
                  <c:v>7.15787</c:v>
                </c:pt>
                <c:pt idx="25076">
                  <c:v>7.1581799999999998</c:v>
                </c:pt>
                <c:pt idx="25077">
                  <c:v>7.1584899999999996</c:v>
                </c:pt>
                <c:pt idx="25078">
                  <c:v>7.1587899999999998</c:v>
                </c:pt>
                <c:pt idx="25079">
                  <c:v>7.1590999999999996</c:v>
                </c:pt>
                <c:pt idx="25080">
                  <c:v>7.1593999999999998</c:v>
                </c:pt>
                <c:pt idx="25081">
                  <c:v>7.1597099999999996</c:v>
                </c:pt>
                <c:pt idx="25082">
                  <c:v>7.1600099999999998</c:v>
                </c:pt>
                <c:pt idx="25083">
                  <c:v>7.1603199999999996</c:v>
                </c:pt>
                <c:pt idx="25084">
                  <c:v>7.1606199999999998</c:v>
                </c:pt>
                <c:pt idx="25085">
                  <c:v>7.1609299999999996</c:v>
                </c:pt>
                <c:pt idx="25086">
                  <c:v>7.1612299999999998</c:v>
                </c:pt>
                <c:pt idx="25087">
                  <c:v>7.1615399999999996</c:v>
                </c:pt>
                <c:pt idx="25088">
                  <c:v>7.1618500000000003</c:v>
                </c:pt>
                <c:pt idx="25089">
                  <c:v>7.1621499999999996</c:v>
                </c:pt>
                <c:pt idx="25090">
                  <c:v>7.1624600000000003</c:v>
                </c:pt>
                <c:pt idx="25091">
                  <c:v>7.1627599999999996</c:v>
                </c:pt>
                <c:pt idx="25092">
                  <c:v>7.1630700000000003</c:v>
                </c:pt>
                <c:pt idx="25093">
                  <c:v>7.1633699999999996</c:v>
                </c:pt>
                <c:pt idx="25094">
                  <c:v>7.1636800000000003</c:v>
                </c:pt>
                <c:pt idx="25095">
                  <c:v>7.1639799999999996</c:v>
                </c:pt>
                <c:pt idx="25096">
                  <c:v>7.1642900000000003</c:v>
                </c:pt>
                <c:pt idx="25097">
                  <c:v>7.1645899999999996</c:v>
                </c:pt>
                <c:pt idx="25098">
                  <c:v>7.1649000000000003</c:v>
                </c:pt>
                <c:pt idx="25099">
                  <c:v>7.1651999999999996</c:v>
                </c:pt>
                <c:pt idx="25100">
                  <c:v>7.1655100000000003</c:v>
                </c:pt>
                <c:pt idx="25101">
                  <c:v>7.1658200000000001</c:v>
                </c:pt>
                <c:pt idx="25102">
                  <c:v>7.1661200000000003</c:v>
                </c:pt>
                <c:pt idx="25103">
                  <c:v>7.1664300000000001</c:v>
                </c:pt>
                <c:pt idx="25104">
                  <c:v>7.1667300000000003</c:v>
                </c:pt>
                <c:pt idx="25105">
                  <c:v>7.1670400000000001</c:v>
                </c:pt>
                <c:pt idx="25106">
                  <c:v>7.1673400000000003</c:v>
                </c:pt>
                <c:pt idx="25107">
                  <c:v>7.1676500000000001</c:v>
                </c:pt>
                <c:pt idx="25108">
                  <c:v>7.1679500000000003</c:v>
                </c:pt>
                <c:pt idx="25109">
                  <c:v>7.1682600000000001</c:v>
                </c:pt>
                <c:pt idx="25110">
                  <c:v>7.1685600000000003</c:v>
                </c:pt>
                <c:pt idx="25111">
                  <c:v>7.1688700000000001</c:v>
                </c:pt>
                <c:pt idx="25112">
                  <c:v>7.1691700000000003</c:v>
                </c:pt>
                <c:pt idx="25113">
                  <c:v>7.1694800000000001</c:v>
                </c:pt>
                <c:pt idx="25114">
                  <c:v>7.1697899999999999</c:v>
                </c:pt>
                <c:pt idx="25115">
                  <c:v>7.1700900000000001</c:v>
                </c:pt>
                <c:pt idx="25116">
                  <c:v>7.1703999999999999</c:v>
                </c:pt>
                <c:pt idx="25117">
                  <c:v>7.1707000000000001</c:v>
                </c:pt>
                <c:pt idx="25118">
                  <c:v>7.1710099999999999</c:v>
                </c:pt>
                <c:pt idx="25119">
                  <c:v>7.1713100000000001</c:v>
                </c:pt>
                <c:pt idx="25120">
                  <c:v>7.1716199999999999</c:v>
                </c:pt>
                <c:pt idx="25121">
                  <c:v>7.1719200000000001</c:v>
                </c:pt>
                <c:pt idx="25122">
                  <c:v>7.1722299999999999</c:v>
                </c:pt>
                <c:pt idx="25123">
                  <c:v>7.1725300000000001</c:v>
                </c:pt>
                <c:pt idx="25124">
                  <c:v>7.1728399999999999</c:v>
                </c:pt>
                <c:pt idx="25125">
                  <c:v>7.1731400000000001</c:v>
                </c:pt>
                <c:pt idx="25126">
                  <c:v>7.1734499999999999</c:v>
                </c:pt>
                <c:pt idx="25127">
                  <c:v>7.1737599999999997</c:v>
                </c:pt>
                <c:pt idx="25128">
                  <c:v>7.1740599999999999</c:v>
                </c:pt>
                <c:pt idx="25129">
                  <c:v>7.1743699999999997</c:v>
                </c:pt>
                <c:pt idx="25130">
                  <c:v>7.1746699999999999</c:v>
                </c:pt>
                <c:pt idx="25131">
                  <c:v>7.1749799999999997</c:v>
                </c:pt>
                <c:pt idx="25132">
                  <c:v>7.1752799999999999</c:v>
                </c:pt>
                <c:pt idx="25133">
                  <c:v>7.1755899999999997</c:v>
                </c:pt>
                <c:pt idx="25134">
                  <c:v>7.1758899999999999</c:v>
                </c:pt>
                <c:pt idx="25135">
                  <c:v>7.1761999999999997</c:v>
                </c:pt>
                <c:pt idx="25136">
                  <c:v>7.1764999999999999</c:v>
                </c:pt>
                <c:pt idx="25137">
                  <c:v>7.1768099999999997</c:v>
                </c:pt>
                <c:pt idx="25138">
                  <c:v>7.1771099999999999</c:v>
                </c:pt>
                <c:pt idx="25139">
                  <c:v>7.1774199999999997</c:v>
                </c:pt>
                <c:pt idx="25140">
                  <c:v>7.1777300000000004</c:v>
                </c:pt>
                <c:pt idx="25141">
                  <c:v>7.1780299999999997</c:v>
                </c:pt>
                <c:pt idx="25142">
                  <c:v>7.1783400000000004</c:v>
                </c:pt>
                <c:pt idx="25143">
                  <c:v>7.1786399999999997</c:v>
                </c:pt>
                <c:pt idx="25144">
                  <c:v>7.1789500000000004</c:v>
                </c:pt>
                <c:pt idx="25145">
                  <c:v>7.1792499999999997</c:v>
                </c:pt>
                <c:pt idx="25146">
                  <c:v>7.1795600000000004</c:v>
                </c:pt>
                <c:pt idx="25147">
                  <c:v>7.1798599999999997</c:v>
                </c:pt>
                <c:pt idx="25148">
                  <c:v>7.1801700000000004</c:v>
                </c:pt>
                <c:pt idx="25149">
                  <c:v>7.1804699999999997</c:v>
                </c:pt>
                <c:pt idx="25150">
                  <c:v>7.1807800000000004</c:v>
                </c:pt>
                <c:pt idx="25151">
                  <c:v>7.1810900000000002</c:v>
                </c:pt>
                <c:pt idx="25152">
                  <c:v>7.1813900000000004</c:v>
                </c:pt>
                <c:pt idx="25153">
                  <c:v>7.1817000000000002</c:v>
                </c:pt>
                <c:pt idx="25154">
                  <c:v>7.1820000000000004</c:v>
                </c:pt>
                <c:pt idx="25155">
                  <c:v>7.1823100000000002</c:v>
                </c:pt>
                <c:pt idx="25156">
                  <c:v>7.1826100000000004</c:v>
                </c:pt>
                <c:pt idx="25157">
                  <c:v>7.1829200000000002</c:v>
                </c:pt>
                <c:pt idx="25158">
                  <c:v>7.1832200000000004</c:v>
                </c:pt>
                <c:pt idx="25159">
                  <c:v>7.1835300000000002</c:v>
                </c:pt>
                <c:pt idx="25160">
                  <c:v>7.1838300000000004</c:v>
                </c:pt>
                <c:pt idx="25161">
                  <c:v>7.1841400000000002</c:v>
                </c:pt>
                <c:pt idx="25162">
                  <c:v>7.1844400000000004</c:v>
                </c:pt>
                <c:pt idx="25163">
                  <c:v>7.1847500000000002</c:v>
                </c:pt>
                <c:pt idx="25164">
                  <c:v>7.18506</c:v>
                </c:pt>
                <c:pt idx="25165">
                  <c:v>7.1853600000000002</c:v>
                </c:pt>
                <c:pt idx="25166">
                  <c:v>7.18567</c:v>
                </c:pt>
                <c:pt idx="25167">
                  <c:v>7.1859700000000002</c:v>
                </c:pt>
                <c:pt idx="25168">
                  <c:v>7.18628</c:v>
                </c:pt>
                <c:pt idx="25169">
                  <c:v>7.1865800000000002</c:v>
                </c:pt>
                <c:pt idx="25170">
                  <c:v>7.18689</c:v>
                </c:pt>
                <c:pt idx="25171">
                  <c:v>7.1871900000000002</c:v>
                </c:pt>
                <c:pt idx="25172">
                  <c:v>7.1875</c:v>
                </c:pt>
                <c:pt idx="25173">
                  <c:v>7.1878000000000002</c:v>
                </c:pt>
                <c:pt idx="25174">
                  <c:v>7.18811</c:v>
                </c:pt>
                <c:pt idx="25175">
                  <c:v>7.1884100000000002</c:v>
                </c:pt>
                <c:pt idx="25176">
                  <c:v>7.18872</c:v>
                </c:pt>
                <c:pt idx="25177">
                  <c:v>7.1890299999999998</c:v>
                </c:pt>
                <c:pt idx="25178">
                  <c:v>7.18933</c:v>
                </c:pt>
                <c:pt idx="25179">
                  <c:v>7.1896399999999998</c:v>
                </c:pt>
                <c:pt idx="25180">
                  <c:v>7.18994</c:v>
                </c:pt>
                <c:pt idx="25181">
                  <c:v>7.1902499999999998</c:v>
                </c:pt>
                <c:pt idx="25182">
                  <c:v>7.19055</c:v>
                </c:pt>
                <c:pt idx="25183">
                  <c:v>7.1908599999999998</c:v>
                </c:pt>
                <c:pt idx="25184">
                  <c:v>7.19116</c:v>
                </c:pt>
                <c:pt idx="25185">
                  <c:v>7.1914699999999998</c:v>
                </c:pt>
                <c:pt idx="25186">
                  <c:v>7.19177</c:v>
                </c:pt>
                <c:pt idx="25187">
                  <c:v>7.1920799999999998</c:v>
                </c:pt>
                <c:pt idx="25188">
                  <c:v>7.19238</c:v>
                </c:pt>
                <c:pt idx="25189">
                  <c:v>7.1926899999999998</c:v>
                </c:pt>
                <c:pt idx="25190">
                  <c:v>7.1929999999999996</c:v>
                </c:pt>
                <c:pt idx="25191">
                  <c:v>7.1932999999999998</c:v>
                </c:pt>
                <c:pt idx="25192">
                  <c:v>7.1936099999999996</c:v>
                </c:pt>
                <c:pt idx="25193">
                  <c:v>7.1939099999999998</c:v>
                </c:pt>
                <c:pt idx="25194">
                  <c:v>7.1942199999999996</c:v>
                </c:pt>
                <c:pt idx="25195">
                  <c:v>7.1945199999999998</c:v>
                </c:pt>
                <c:pt idx="25196">
                  <c:v>7.1948299999999996</c:v>
                </c:pt>
                <c:pt idx="25197">
                  <c:v>7.1951299999999998</c:v>
                </c:pt>
                <c:pt idx="25198">
                  <c:v>7.1954399999999996</c:v>
                </c:pt>
                <c:pt idx="25199">
                  <c:v>7.1957399999999998</c:v>
                </c:pt>
                <c:pt idx="25200">
                  <c:v>7.1960499999999996</c:v>
                </c:pt>
                <c:pt idx="25201">
                  <c:v>7.1963499999999998</c:v>
                </c:pt>
                <c:pt idx="25202">
                  <c:v>7.1966599999999996</c:v>
                </c:pt>
                <c:pt idx="25203">
                  <c:v>7.1969700000000003</c:v>
                </c:pt>
                <c:pt idx="25204">
                  <c:v>7.1972699999999996</c:v>
                </c:pt>
                <c:pt idx="25205">
                  <c:v>7.1975800000000003</c:v>
                </c:pt>
                <c:pt idx="25206">
                  <c:v>7.1978799999999996</c:v>
                </c:pt>
                <c:pt idx="25207">
                  <c:v>7.1981900000000003</c:v>
                </c:pt>
                <c:pt idx="25208">
                  <c:v>7.1984899999999996</c:v>
                </c:pt>
                <c:pt idx="25209">
                  <c:v>7.1988000000000003</c:v>
                </c:pt>
                <c:pt idx="25210">
                  <c:v>7.1990999999999996</c:v>
                </c:pt>
                <c:pt idx="25211">
                  <c:v>7.1994100000000003</c:v>
                </c:pt>
                <c:pt idx="25212">
                  <c:v>7.1997099999999996</c:v>
                </c:pt>
                <c:pt idx="25213">
                  <c:v>7.2000200000000003</c:v>
                </c:pt>
                <c:pt idx="25214">
                  <c:v>7.2003300000000001</c:v>
                </c:pt>
                <c:pt idx="25215">
                  <c:v>7.2006300000000003</c:v>
                </c:pt>
                <c:pt idx="25216">
                  <c:v>7.2009400000000001</c:v>
                </c:pt>
                <c:pt idx="25217">
                  <c:v>7.2012400000000003</c:v>
                </c:pt>
                <c:pt idx="25218">
                  <c:v>7.2015500000000001</c:v>
                </c:pt>
                <c:pt idx="25219">
                  <c:v>7.2018500000000003</c:v>
                </c:pt>
                <c:pt idx="25220">
                  <c:v>7.2021600000000001</c:v>
                </c:pt>
                <c:pt idx="25221">
                  <c:v>7.2024600000000003</c:v>
                </c:pt>
                <c:pt idx="25222">
                  <c:v>7.2027700000000001</c:v>
                </c:pt>
                <c:pt idx="25223">
                  <c:v>7.2030700000000003</c:v>
                </c:pt>
                <c:pt idx="25224">
                  <c:v>7.2033800000000001</c:v>
                </c:pt>
                <c:pt idx="25225">
                  <c:v>7.2036800000000003</c:v>
                </c:pt>
                <c:pt idx="25226">
                  <c:v>7.2039900000000001</c:v>
                </c:pt>
                <c:pt idx="25227">
                  <c:v>7.2042999999999999</c:v>
                </c:pt>
                <c:pt idx="25228">
                  <c:v>7.2046000000000001</c:v>
                </c:pt>
                <c:pt idx="25229">
                  <c:v>7.2049099999999999</c:v>
                </c:pt>
                <c:pt idx="25230">
                  <c:v>7.2052100000000001</c:v>
                </c:pt>
                <c:pt idx="25231">
                  <c:v>7.2055199999999999</c:v>
                </c:pt>
                <c:pt idx="25232">
                  <c:v>7.2058200000000001</c:v>
                </c:pt>
                <c:pt idx="25233">
                  <c:v>7.2061299999999999</c:v>
                </c:pt>
                <c:pt idx="25234">
                  <c:v>7.2064300000000001</c:v>
                </c:pt>
                <c:pt idx="25235">
                  <c:v>7.2067399999999999</c:v>
                </c:pt>
                <c:pt idx="25236">
                  <c:v>7.2070400000000001</c:v>
                </c:pt>
                <c:pt idx="25237">
                  <c:v>7.2073499999999999</c:v>
                </c:pt>
                <c:pt idx="25238">
                  <c:v>7.2076500000000001</c:v>
                </c:pt>
                <c:pt idx="25239">
                  <c:v>7.2079599999999999</c:v>
                </c:pt>
                <c:pt idx="25240">
                  <c:v>7.2082699999999997</c:v>
                </c:pt>
                <c:pt idx="25241">
                  <c:v>7.2085699999999999</c:v>
                </c:pt>
                <c:pt idx="25242">
                  <c:v>7.2088799999999997</c:v>
                </c:pt>
                <c:pt idx="25243">
                  <c:v>7.2091799999999999</c:v>
                </c:pt>
                <c:pt idx="25244">
                  <c:v>7.2094899999999997</c:v>
                </c:pt>
                <c:pt idx="25245">
                  <c:v>7.2097899999999999</c:v>
                </c:pt>
                <c:pt idx="25246">
                  <c:v>7.2100999999999997</c:v>
                </c:pt>
                <c:pt idx="25247">
                  <c:v>7.2103999999999999</c:v>
                </c:pt>
                <c:pt idx="25248">
                  <c:v>7.2107099999999997</c:v>
                </c:pt>
                <c:pt idx="25249">
                  <c:v>7.2110099999999999</c:v>
                </c:pt>
                <c:pt idx="25250">
                  <c:v>7.2113199999999997</c:v>
                </c:pt>
                <c:pt idx="25251">
                  <c:v>7.2116199999999999</c:v>
                </c:pt>
                <c:pt idx="25252">
                  <c:v>7.2119299999999997</c:v>
                </c:pt>
                <c:pt idx="25253">
                  <c:v>7.2122400000000004</c:v>
                </c:pt>
                <c:pt idx="25254">
                  <c:v>7.2125399999999997</c:v>
                </c:pt>
                <c:pt idx="25255">
                  <c:v>7.2128500000000004</c:v>
                </c:pt>
                <c:pt idx="25256">
                  <c:v>7.2131499999999997</c:v>
                </c:pt>
                <c:pt idx="25257">
                  <c:v>7.2134600000000004</c:v>
                </c:pt>
                <c:pt idx="25258">
                  <c:v>7.2137599999999997</c:v>
                </c:pt>
                <c:pt idx="25259">
                  <c:v>7.2140700000000004</c:v>
                </c:pt>
                <c:pt idx="25260">
                  <c:v>7.2143699999999997</c:v>
                </c:pt>
                <c:pt idx="25261">
                  <c:v>7.2146800000000004</c:v>
                </c:pt>
                <c:pt idx="25262">
                  <c:v>7.2149799999999997</c:v>
                </c:pt>
                <c:pt idx="25263">
                  <c:v>7.2152900000000004</c:v>
                </c:pt>
                <c:pt idx="25264">
                  <c:v>7.2156000000000002</c:v>
                </c:pt>
                <c:pt idx="25265">
                  <c:v>7.2159000000000004</c:v>
                </c:pt>
                <c:pt idx="25266">
                  <c:v>7.2162100000000002</c:v>
                </c:pt>
                <c:pt idx="25267">
                  <c:v>7.2165100000000004</c:v>
                </c:pt>
                <c:pt idx="25268">
                  <c:v>7.2168200000000002</c:v>
                </c:pt>
                <c:pt idx="25269">
                  <c:v>7.2171200000000004</c:v>
                </c:pt>
                <c:pt idx="25270">
                  <c:v>7.2174300000000002</c:v>
                </c:pt>
                <c:pt idx="25271">
                  <c:v>7.2177300000000004</c:v>
                </c:pt>
                <c:pt idx="25272">
                  <c:v>7.2180400000000002</c:v>
                </c:pt>
                <c:pt idx="25273">
                  <c:v>7.2183400000000004</c:v>
                </c:pt>
                <c:pt idx="25274">
                  <c:v>7.2186500000000002</c:v>
                </c:pt>
                <c:pt idx="25275">
                  <c:v>7.2189500000000004</c:v>
                </c:pt>
                <c:pt idx="25276">
                  <c:v>7.2192600000000002</c:v>
                </c:pt>
                <c:pt idx="25277">
                  <c:v>7.21957</c:v>
                </c:pt>
                <c:pt idx="25278">
                  <c:v>7.2198700000000002</c:v>
                </c:pt>
                <c:pt idx="25279">
                  <c:v>7.22018</c:v>
                </c:pt>
                <c:pt idx="25280">
                  <c:v>7.2204800000000002</c:v>
                </c:pt>
                <c:pt idx="25281">
                  <c:v>7.22079</c:v>
                </c:pt>
                <c:pt idx="25282">
                  <c:v>7.2210900000000002</c:v>
                </c:pt>
                <c:pt idx="25283">
                  <c:v>7.2214</c:v>
                </c:pt>
                <c:pt idx="25284">
                  <c:v>7.2217000000000002</c:v>
                </c:pt>
                <c:pt idx="25285">
                  <c:v>7.22201</c:v>
                </c:pt>
                <c:pt idx="25286">
                  <c:v>7.2223100000000002</c:v>
                </c:pt>
                <c:pt idx="25287">
                  <c:v>7.22262</c:v>
                </c:pt>
                <c:pt idx="25288">
                  <c:v>7.2229200000000002</c:v>
                </c:pt>
                <c:pt idx="25289">
                  <c:v>7.22323</c:v>
                </c:pt>
                <c:pt idx="25290">
                  <c:v>7.2235399999999998</c:v>
                </c:pt>
                <c:pt idx="25291">
                  <c:v>7.22384</c:v>
                </c:pt>
                <c:pt idx="25292">
                  <c:v>7.2241499999999998</c:v>
                </c:pt>
                <c:pt idx="25293">
                  <c:v>7.22445</c:v>
                </c:pt>
                <c:pt idx="25294">
                  <c:v>7.2247599999999998</c:v>
                </c:pt>
                <c:pt idx="25295">
                  <c:v>7.22506</c:v>
                </c:pt>
                <c:pt idx="25296">
                  <c:v>7.2253699999999998</c:v>
                </c:pt>
                <c:pt idx="25297">
                  <c:v>7.22567</c:v>
                </c:pt>
                <c:pt idx="25298">
                  <c:v>7.2259799999999998</c:v>
                </c:pt>
                <c:pt idx="25299">
                  <c:v>7.22628</c:v>
                </c:pt>
                <c:pt idx="25300">
                  <c:v>7.2265899999999998</c:v>
                </c:pt>
                <c:pt idx="25301">
                  <c:v>7.22689</c:v>
                </c:pt>
                <c:pt idx="25302">
                  <c:v>7.2271999999999998</c:v>
                </c:pt>
                <c:pt idx="25303">
                  <c:v>7.2275099999999997</c:v>
                </c:pt>
                <c:pt idx="25304">
                  <c:v>7.2278099999999998</c:v>
                </c:pt>
                <c:pt idx="25305">
                  <c:v>7.2281199999999997</c:v>
                </c:pt>
                <c:pt idx="25306">
                  <c:v>7.2284199999999998</c:v>
                </c:pt>
                <c:pt idx="25307">
                  <c:v>7.2287299999999997</c:v>
                </c:pt>
                <c:pt idx="25308">
                  <c:v>7.2290299999999998</c:v>
                </c:pt>
                <c:pt idx="25309">
                  <c:v>7.2293399999999997</c:v>
                </c:pt>
                <c:pt idx="25310">
                  <c:v>7.2296399999999998</c:v>
                </c:pt>
                <c:pt idx="25311">
                  <c:v>7.2299499999999997</c:v>
                </c:pt>
                <c:pt idx="25312">
                  <c:v>7.2302499999999998</c:v>
                </c:pt>
                <c:pt idx="25313">
                  <c:v>7.2305599999999997</c:v>
                </c:pt>
                <c:pt idx="25314">
                  <c:v>7.2308599999999998</c:v>
                </c:pt>
                <c:pt idx="25315">
                  <c:v>7.2311699999999997</c:v>
                </c:pt>
                <c:pt idx="25316">
                  <c:v>7.2314800000000004</c:v>
                </c:pt>
                <c:pt idx="25317">
                  <c:v>7.2317799999999997</c:v>
                </c:pt>
                <c:pt idx="25318">
                  <c:v>7.2320900000000004</c:v>
                </c:pt>
                <c:pt idx="25319">
                  <c:v>7.2323899999999997</c:v>
                </c:pt>
                <c:pt idx="25320">
                  <c:v>7.2327000000000004</c:v>
                </c:pt>
                <c:pt idx="25321">
                  <c:v>7.2329999999999997</c:v>
                </c:pt>
                <c:pt idx="25322">
                  <c:v>7.2333100000000004</c:v>
                </c:pt>
                <c:pt idx="25323">
                  <c:v>7.2336099999999997</c:v>
                </c:pt>
                <c:pt idx="25324">
                  <c:v>7.2339200000000003</c:v>
                </c:pt>
                <c:pt idx="25325">
                  <c:v>7.2342199999999997</c:v>
                </c:pt>
                <c:pt idx="25326">
                  <c:v>7.2345300000000003</c:v>
                </c:pt>
                <c:pt idx="25327">
                  <c:v>7.2348400000000002</c:v>
                </c:pt>
                <c:pt idx="25328">
                  <c:v>7.2351400000000003</c:v>
                </c:pt>
                <c:pt idx="25329">
                  <c:v>7.2354500000000002</c:v>
                </c:pt>
                <c:pt idx="25330">
                  <c:v>7.2357500000000003</c:v>
                </c:pt>
                <c:pt idx="25331">
                  <c:v>7.2360600000000002</c:v>
                </c:pt>
                <c:pt idx="25332">
                  <c:v>7.2363600000000003</c:v>
                </c:pt>
                <c:pt idx="25333">
                  <c:v>7.2366700000000002</c:v>
                </c:pt>
                <c:pt idx="25334">
                  <c:v>7.2369700000000003</c:v>
                </c:pt>
                <c:pt idx="25335">
                  <c:v>7.2372800000000002</c:v>
                </c:pt>
                <c:pt idx="25336">
                  <c:v>7.2375800000000003</c:v>
                </c:pt>
                <c:pt idx="25337">
                  <c:v>7.2378900000000002</c:v>
                </c:pt>
                <c:pt idx="25338">
                  <c:v>7.2381900000000003</c:v>
                </c:pt>
                <c:pt idx="25339">
                  <c:v>7.2385000000000002</c:v>
                </c:pt>
                <c:pt idx="25340">
                  <c:v>7.23881</c:v>
                </c:pt>
                <c:pt idx="25341">
                  <c:v>7.2391100000000002</c:v>
                </c:pt>
                <c:pt idx="25342">
                  <c:v>7.23942</c:v>
                </c:pt>
                <c:pt idx="25343">
                  <c:v>7.2397200000000002</c:v>
                </c:pt>
                <c:pt idx="25344">
                  <c:v>7.24003</c:v>
                </c:pt>
                <c:pt idx="25345">
                  <c:v>7.2403300000000002</c:v>
                </c:pt>
                <c:pt idx="25346">
                  <c:v>7.24064</c:v>
                </c:pt>
                <c:pt idx="25347">
                  <c:v>7.2409400000000002</c:v>
                </c:pt>
                <c:pt idx="25348">
                  <c:v>7.24125</c:v>
                </c:pt>
                <c:pt idx="25349">
                  <c:v>7.2415500000000002</c:v>
                </c:pt>
                <c:pt idx="25350">
                  <c:v>7.24186</c:v>
                </c:pt>
                <c:pt idx="25351">
                  <c:v>7.2421600000000002</c:v>
                </c:pt>
                <c:pt idx="25352">
                  <c:v>7.24247</c:v>
                </c:pt>
                <c:pt idx="25353">
                  <c:v>7.2427799999999998</c:v>
                </c:pt>
                <c:pt idx="25354">
                  <c:v>7.24308</c:v>
                </c:pt>
                <c:pt idx="25355">
                  <c:v>7.2433899999999998</c:v>
                </c:pt>
                <c:pt idx="25356">
                  <c:v>7.24369</c:v>
                </c:pt>
                <c:pt idx="25357">
                  <c:v>7.2439999999999998</c:v>
                </c:pt>
                <c:pt idx="25358">
                  <c:v>7.2443</c:v>
                </c:pt>
                <c:pt idx="25359">
                  <c:v>7.2446099999999998</c:v>
                </c:pt>
                <c:pt idx="25360">
                  <c:v>7.24491</c:v>
                </c:pt>
                <c:pt idx="25361">
                  <c:v>7.2452199999999998</c:v>
                </c:pt>
                <c:pt idx="25362">
                  <c:v>7.24552</c:v>
                </c:pt>
                <c:pt idx="25363">
                  <c:v>7.2458299999999998</c:v>
                </c:pt>
                <c:pt idx="25364">
                  <c:v>7.24613</c:v>
                </c:pt>
                <c:pt idx="25365">
                  <c:v>7.2464399999999998</c:v>
                </c:pt>
                <c:pt idx="25366">
                  <c:v>7.2467499999999996</c:v>
                </c:pt>
                <c:pt idx="25367">
                  <c:v>7.2470499999999998</c:v>
                </c:pt>
                <c:pt idx="25368">
                  <c:v>7.2473599999999996</c:v>
                </c:pt>
                <c:pt idx="25369">
                  <c:v>7.2476599999999998</c:v>
                </c:pt>
                <c:pt idx="25370">
                  <c:v>7.2479699999999996</c:v>
                </c:pt>
                <c:pt idx="25371">
                  <c:v>7.2482699999999998</c:v>
                </c:pt>
                <c:pt idx="25372">
                  <c:v>7.2485799999999996</c:v>
                </c:pt>
                <c:pt idx="25373">
                  <c:v>7.2488799999999998</c:v>
                </c:pt>
                <c:pt idx="25374">
                  <c:v>7.2491899999999996</c:v>
                </c:pt>
                <c:pt idx="25375">
                  <c:v>7.2494899999999998</c:v>
                </c:pt>
                <c:pt idx="25376">
                  <c:v>7.2497999999999996</c:v>
                </c:pt>
                <c:pt idx="25377">
                  <c:v>7.2500999999999998</c:v>
                </c:pt>
                <c:pt idx="25378">
                  <c:v>7.2504099999999996</c:v>
                </c:pt>
                <c:pt idx="25379">
                  <c:v>7.2507200000000003</c:v>
                </c:pt>
                <c:pt idx="25380">
                  <c:v>7.2510199999999996</c:v>
                </c:pt>
              </c:numCache>
            </c:numRef>
          </c:xVal>
          <c:yVal>
            <c:numRef>
              <c:f>'For plotting'!$C$2:$C$25382</c:f>
              <c:numCache>
                <c:formatCode>General</c:formatCode>
                <c:ptCount val="25381"/>
                <c:pt idx="0">
                  <c:v>8.0131785816942465</c:v>
                </c:pt>
                <c:pt idx="1">
                  <c:v>8.0160533815135704</c:v>
                </c:pt>
                <c:pt idx="2">
                  <c:v>8.0177569909251432</c:v>
                </c:pt>
                <c:pt idx="3">
                  <c:v>8.0192211226542938</c:v>
                </c:pt>
                <c:pt idx="4">
                  <c:v>8.0210530940746523</c:v>
                </c:pt>
                <c:pt idx="5">
                  <c:v>8.0176689524904532</c:v>
                </c:pt>
                <c:pt idx="6">
                  <c:v>8.0141785406315442</c:v>
                </c:pt>
                <c:pt idx="7">
                  <c:v>8.0130134275037985</c:v>
                </c:pt>
                <c:pt idx="8">
                  <c:v>8.0157954256149146</c:v>
                </c:pt>
                <c:pt idx="9">
                  <c:v>8.0160408163265302</c:v>
                </c:pt>
                <c:pt idx="10">
                  <c:v>8.0145939309325342</c:v>
                </c:pt>
                <c:pt idx="11">
                  <c:v>8.0153117891019594</c:v>
                </c:pt>
                <c:pt idx="12">
                  <c:v>8.0149898575124219</c:v>
                </c:pt>
                <c:pt idx="13">
                  <c:v>8.01599416909621</c:v>
                </c:pt>
                <c:pt idx="14">
                  <c:v>8.0181363281731208</c:v>
                </c:pt>
                <c:pt idx="15">
                  <c:v>8.017324107912783</c:v>
                </c:pt>
                <c:pt idx="16">
                  <c:v>8.0152119246088773</c:v>
                </c:pt>
                <c:pt idx="17">
                  <c:v>8.0162986079743774</c:v>
                </c:pt>
                <c:pt idx="18">
                  <c:v>8.0180795795179236</c:v>
                </c:pt>
                <c:pt idx="19">
                  <c:v>8.0184304192501958</c:v>
                </c:pt>
                <c:pt idx="20">
                  <c:v>8.0180687389643985</c:v>
                </c:pt>
                <c:pt idx="21">
                  <c:v>8.0203698107009398</c:v>
                </c:pt>
                <c:pt idx="22">
                  <c:v>8.0239870241859315</c:v>
                </c:pt>
                <c:pt idx="23">
                  <c:v>8.0246111772676869</c:v>
                </c:pt>
                <c:pt idx="24">
                  <c:v>8.0237334209337661</c:v>
                </c:pt>
                <c:pt idx="25">
                  <c:v>8.0219417730875051</c:v>
                </c:pt>
                <c:pt idx="26">
                  <c:v>8.0210705046606172</c:v>
                </c:pt>
                <c:pt idx="27">
                  <c:v>8.0195108610848767</c:v>
                </c:pt>
                <c:pt idx="28">
                  <c:v>8.0156181168644522</c:v>
                </c:pt>
                <c:pt idx="29">
                  <c:v>8.0128185439165609</c:v>
                </c:pt>
                <c:pt idx="30">
                  <c:v>8.0155088079497396</c:v>
                </c:pt>
                <c:pt idx="31">
                  <c:v>8.0171747218001883</c:v>
                </c:pt>
                <c:pt idx="32">
                  <c:v>8.0196484211390793</c:v>
                </c:pt>
                <c:pt idx="33">
                  <c:v>8.0227957951792384</c:v>
                </c:pt>
                <c:pt idx="34">
                  <c:v>8.0239986038681064</c:v>
                </c:pt>
                <c:pt idx="35">
                  <c:v>8.020637457397445</c:v>
                </c:pt>
                <c:pt idx="36">
                  <c:v>8.0177465609986456</c:v>
                </c:pt>
                <c:pt idx="37">
                  <c:v>8.015613682092555</c:v>
                </c:pt>
                <c:pt idx="38">
                  <c:v>8.0133629532295814</c:v>
                </c:pt>
                <c:pt idx="39">
                  <c:v>8.011531063934628</c:v>
                </c:pt>
                <c:pt idx="40">
                  <c:v>8.011575904406028</c:v>
                </c:pt>
                <c:pt idx="41">
                  <c:v>8.0129954420399958</c:v>
                </c:pt>
                <c:pt idx="42">
                  <c:v>8.0144878249086347</c:v>
                </c:pt>
                <c:pt idx="43">
                  <c:v>8.0186552786104386</c:v>
                </c:pt>
                <c:pt idx="44">
                  <c:v>8.0226942060526429</c:v>
                </c:pt>
                <c:pt idx="45">
                  <c:v>8.0227451238040484</c:v>
                </c:pt>
                <c:pt idx="46">
                  <c:v>8.0220101835502806</c:v>
                </c:pt>
                <c:pt idx="47">
                  <c:v>8.0228811234755479</c:v>
                </c:pt>
                <c:pt idx="48">
                  <c:v>8.0240679998357489</c:v>
                </c:pt>
                <c:pt idx="49">
                  <c:v>8.0231840840964157</c:v>
                </c:pt>
                <c:pt idx="50">
                  <c:v>8.0206391820309619</c:v>
                </c:pt>
                <c:pt idx="51">
                  <c:v>8.0202008787418393</c:v>
                </c:pt>
                <c:pt idx="52">
                  <c:v>8.0235967642590236</c:v>
                </c:pt>
                <c:pt idx="53">
                  <c:v>8.0242293762575461</c:v>
                </c:pt>
                <c:pt idx="54">
                  <c:v>8.0248136985176366</c:v>
                </c:pt>
                <c:pt idx="55">
                  <c:v>8.0238165318441261</c:v>
                </c:pt>
                <c:pt idx="56">
                  <c:v>8.0199448117275072</c:v>
                </c:pt>
                <c:pt idx="57">
                  <c:v>8.0174959963864829</c:v>
                </c:pt>
                <c:pt idx="58">
                  <c:v>8.0168948384182652</c:v>
                </c:pt>
                <c:pt idx="59">
                  <c:v>8.0189915000205314</c:v>
                </c:pt>
                <c:pt idx="60">
                  <c:v>8.0216385660904201</c:v>
                </c:pt>
                <c:pt idx="61">
                  <c:v>8.0212690017656954</c:v>
                </c:pt>
                <c:pt idx="62">
                  <c:v>8.0166434525520476</c:v>
                </c:pt>
                <c:pt idx="63">
                  <c:v>8.0151489344228644</c:v>
                </c:pt>
                <c:pt idx="64">
                  <c:v>8.0168694616679677</c:v>
                </c:pt>
                <c:pt idx="65">
                  <c:v>8.0174955857594554</c:v>
                </c:pt>
                <c:pt idx="66">
                  <c:v>8.0167428242926952</c:v>
                </c:pt>
                <c:pt idx="67">
                  <c:v>8.0176793824169508</c:v>
                </c:pt>
                <c:pt idx="68">
                  <c:v>8.0207920174105851</c:v>
                </c:pt>
                <c:pt idx="69">
                  <c:v>8.0205940951833448</c:v>
                </c:pt>
                <c:pt idx="70">
                  <c:v>8.0193746150371616</c:v>
                </c:pt>
                <c:pt idx="71">
                  <c:v>8.0182210815915909</c:v>
                </c:pt>
                <c:pt idx="72">
                  <c:v>8.0191807169547893</c:v>
                </c:pt>
                <c:pt idx="73">
                  <c:v>8.0192883012359868</c:v>
                </c:pt>
                <c:pt idx="74">
                  <c:v>8.0201009321233521</c:v>
                </c:pt>
                <c:pt idx="75">
                  <c:v>8.0226503510861082</c:v>
                </c:pt>
                <c:pt idx="76">
                  <c:v>8.0220383525643655</c:v>
                </c:pt>
                <c:pt idx="77">
                  <c:v>8.0229864082453908</c:v>
                </c:pt>
                <c:pt idx="78">
                  <c:v>8.0253599967149842</c:v>
                </c:pt>
                <c:pt idx="79">
                  <c:v>8.0251893401223668</c:v>
                </c:pt>
                <c:pt idx="80">
                  <c:v>8.0224819118794404</c:v>
                </c:pt>
                <c:pt idx="81">
                  <c:v>8.0190976060444292</c:v>
                </c:pt>
                <c:pt idx="82">
                  <c:v>8.0185413706730184</c:v>
                </c:pt>
                <c:pt idx="83">
                  <c:v>8.0213574508274128</c:v>
                </c:pt>
                <c:pt idx="84">
                  <c:v>8.0227903749024758</c:v>
                </c:pt>
                <c:pt idx="85">
                  <c:v>8.0226455056871835</c:v>
                </c:pt>
                <c:pt idx="86">
                  <c:v>8.0211945140229126</c:v>
                </c:pt>
                <c:pt idx="87">
                  <c:v>8.018930645095061</c:v>
                </c:pt>
                <c:pt idx="88">
                  <c:v>8.0189157803966662</c:v>
                </c:pt>
                <c:pt idx="89">
                  <c:v>8.0206024719747049</c:v>
                </c:pt>
                <c:pt idx="90">
                  <c:v>8.0201975937256194</c:v>
                </c:pt>
                <c:pt idx="91">
                  <c:v>8.0193066973268188</c:v>
                </c:pt>
                <c:pt idx="92">
                  <c:v>8.0188090994949288</c:v>
                </c:pt>
                <c:pt idx="93">
                  <c:v>8.0167928386646405</c:v>
                </c:pt>
                <c:pt idx="94">
                  <c:v>8.0168411284030707</c:v>
                </c:pt>
                <c:pt idx="95">
                  <c:v>8.0187865150084185</c:v>
                </c:pt>
                <c:pt idx="96">
                  <c:v>8.0186262062168936</c:v>
                </c:pt>
                <c:pt idx="97">
                  <c:v>8.0196944113661566</c:v>
                </c:pt>
                <c:pt idx="98">
                  <c:v>8.0190872582433368</c:v>
                </c:pt>
                <c:pt idx="99">
                  <c:v>8.0185588633843885</c:v>
                </c:pt>
                <c:pt idx="100">
                  <c:v>8.0184223709604563</c:v>
                </c:pt>
                <c:pt idx="101">
                  <c:v>8.0193944072598864</c:v>
                </c:pt>
                <c:pt idx="102">
                  <c:v>8.0215124214675804</c:v>
                </c:pt>
                <c:pt idx="103">
                  <c:v>8.0223592165236308</c:v>
                </c:pt>
                <c:pt idx="104">
                  <c:v>8.0220607728000655</c:v>
                </c:pt>
                <c:pt idx="105">
                  <c:v>8.022957582228063</c:v>
                </c:pt>
                <c:pt idx="106">
                  <c:v>8.0246034574795715</c:v>
                </c:pt>
                <c:pt idx="107">
                  <c:v>8.0256328173120348</c:v>
                </c:pt>
                <c:pt idx="108">
                  <c:v>8.0294371945961487</c:v>
                </c:pt>
                <c:pt idx="109">
                  <c:v>8.0277668459738027</c:v>
                </c:pt>
                <c:pt idx="110">
                  <c:v>8.0240779370098139</c:v>
                </c:pt>
                <c:pt idx="111">
                  <c:v>8.0230006159405409</c:v>
                </c:pt>
                <c:pt idx="112">
                  <c:v>8.022667515295856</c:v>
                </c:pt>
                <c:pt idx="113">
                  <c:v>8.0220833572865757</c:v>
                </c:pt>
                <c:pt idx="114">
                  <c:v>8.023224982548351</c:v>
                </c:pt>
                <c:pt idx="115">
                  <c:v>8.0203134726727718</c:v>
                </c:pt>
                <c:pt idx="116">
                  <c:v>8.0193457890198339</c:v>
                </c:pt>
                <c:pt idx="117">
                  <c:v>8.0199863671826872</c:v>
                </c:pt>
                <c:pt idx="118">
                  <c:v>8.0209012441998926</c:v>
                </c:pt>
                <c:pt idx="119">
                  <c:v>8.0221470044758352</c:v>
                </c:pt>
                <c:pt idx="120">
                  <c:v>8.0212746684186751</c:v>
                </c:pt>
                <c:pt idx="121">
                  <c:v>8.0199025992690842</c:v>
                </c:pt>
                <c:pt idx="122">
                  <c:v>8.0199959758551316</c:v>
                </c:pt>
                <c:pt idx="123">
                  <c:v>8.0192302385743037</c:v>
                </c:pt>
                <c:pt idx="124">
                  <c:v>8.0183505933560539</c:v>
                </c:pt>
                <c:pt idx="125">
                  <c:v>8.0202159076910444</c:v>
                </c:pt>
                <c:pt idx="126">
                  <c:v>8.0220370385578779</c:v>
                </c:pt>
                <c:pt idx="127">
                  <c:v>8.0219161499609903</c:v>
                </c:pt>
                <c:pt idx="128">
                  <c:v>8.0198229376257544</c:v>
                </c:pt>
                <c:pt idx="129">
                  <c:v>8.0184722210815913</c:v>
                </c:pt>
                <c:pt idx="130">
                  <c:v>8.0184533322383285</c:v>
                </c:pt>
                <c:pt idx="131">
                  <c:v>8.0191185480228313</c:v>
                </c:pt>
                <c:pt idx="132">
                  <c:v>8.0188701186712112</c:v>
                </c:pt>
                <c:pt idx="133">
                  <c:v>8.0170822485936029</c:v>
                </c:pt>
                <c:pt idx="134">
                  <c:v>8.0163959265798876</c:v>
                </c:pt>
                <c:pt idx="135">
                  <c:v>8.020195622715887</c:v>
                </c:pt>
                <c:pt idx="136">
                  <c:v>8.0216828316839806</c:v>
                </c:pt>
                <c:pt idx="137">
                  <c:v>8.0209889541329602</c:v>
                </c:pt>
                <c:pt idx="138">
                  <c:v>8.0203182359462897</c:v>
                </c:pt>
                <c:pt idx="139">
                  <c:v>8.0196470250071865</c:v>
                </c:pt>
                <c:pt idx="140">
                  <c:v>8.0180454974746436</c:v>
                </c:pt>
                <c:pt idx="141">
                  <c:v>8.0156953147456171</c:v>
                </c:pt>
                <c:pt idx="142">
                  <c:v>8.0172967601527532</c:v>
                </c:pt>
                <c:pt idx="143">
                  <c:v>8.0167652445283952</c:v>
                </c:pt>
                <c:pt idx="144">
                  <c:v>8.0149719541740243</c:v>
                </c:pt>
                <c:pt idx="145">
                  <c:v>8.0163708783312124</c:v>
                </c:pt>
                <c:pt idx="146">
                  <c:v>8.0179352851804708</c:v>
                </c:pt>
                <c:pt idx="147">
                  <c:v>8.018447829836159</c:v>
                </c:pt>
                <c:pt idx="148">
                  <c:v>8.0193848807128489</c:v>
                </c:pt>
                <c:pt idx="149">
                  <c:v>8.0203173325668295</c:v>
                </c:pt>
                <c:pt idx="150">
                  <c:v>8.0189308093458713</c:v>
                </c:pt>
                <c:pt idx="151">
                  <c:v>8.018118999712561</c:v>
                </c:pt>
                <c:pt idx="152">
                  <c:v>8.0198928263458296</c:v>
                </c:pt>
                <c:pt idx="153">
                  <c:v>8.0209324518539802</c:v>
                </c:pt>
                <c:pt idx="154">
                  <c:v>8.0211609247320652</c:v>
                </c:pt>
                <c:pt idx="155">
                  <c:v>8.0217027060321104</c:v>
                </c:pt>
                <c:pt idx="156">
                  <c:v>8.0206872253931749</c:v>
                </c:pt>
                <c:pt idx="157">
                  <c:v>8.0171539440725983</c:v>
                </c:pt>
                <c:pt idx="158">
                  <c:v>8.0160744056173776</c:v>
                </c:pt>
                <c:pt idx="159">
                  <c:v>8.0165220712027274</c:v>
                </c:pt>
                <c:pt idx="160">
                  <c:v>8.0160725988584574</c:v>
                </c:pt>
                <c:pt idx="161">
                  <c:v>8.0168967273025906</c:v>
                </c:pt>
                <c:pt idx="162">
                  <c:v>8.0157419619759374</c:v>
                </c:pt>
                <c:pt idx="163">
                  <c:v>8.0172575863343329</c:v>
                </c:pt>
                <c:pt idx="164">
                  <c:v>8.019968792345912</c:v>
                </c:pt>
                <c:pt idx="165">
                  <c:v>8.0203229170944024</c:v>
                </c:pt>
                <c:pt idx="166">
                  <c:v>8.0203161006857471</c:v>
                </c:pt>
                <c:pt idx="167">
                  <c:v>8.0211151808812051</c:v>
                </c:pt>
                <c:pt idx="168">
                  <c:v>8.02135186629984</c:v>
                </c:pt>
                <c:pt idx="169">
                  <c:v>8.020067671334127</c:v>
                </c:pt>
                <c:pt idx="170">
                  <c:v>8.0192271999342992</c:v>
                </c:pt>
                <c:pt idx="171">
                  <c:v>8.0178578409230887</c:v>
                </c:pt>
                <c:pt idx="172">
                  <c:v>8.0172945427668054</c:v>
                </c:pt>
                <c:pt idx="173">
                  <c:v>8.0155532377941121</c:v>
                </c:pt>
                <c:pt idx="174">
                  <c:v>8.014536361023282</c:v>
                </c:pt>
                <c:pt idx="175">
                  <c:v>8.0162743809797554</c:v>
                </c:pt>
                <c:pt idx="176">
                  <c:v>8.0176636964645009</c:v>
                </c:pt>
                <c:pt idx="177">
                  <c:v>8.0180918983287484</c:v>
                </c:pt>
                <c:pt idx="178">
                  <c:v>8.0176999137683236</c:v>
                </c:pt>
                <c:pt idx="179">
                  <c:v>8.0173918613723156</c:v>
                </c:pt>
                <c:pt idx="180">
                  <c:v>8.0177765367716507</c:v>
                </c:pt>
                <c:pt idx="181">
                  <c:v>8.0179646039502313</c:v>
                </c:pt>
                <c:pt idx="182">
                  <c:v>8.0167600706278481</c:v>
                </c:pt>
                <c:pt idx="183">
                  <c:v>8.0169405001437202</c:v>
                </c:pt>
                <c:pt idx="184">
                  <c:v>8.0162154149386105</c:v>
                </c:pt>
                <c:pt idx="185">
                  <c:v>8.0156973678807546</c:v>
                </c:pt>
                <c:pt idx="186">
                  <c:v>8.0171453209050227</c:v>
                </c:pt>
                <c:pt idx="187">
                  <c:v>8.0175867449595533</c:v>
                </c:pt>
                <c:pt idx="188">
                  <c:v>8.0178488071284857</c:v>
                </c:pt>
                <c:pt idx="189">
                  <c:v>8.017687102205068</c:v>
                </c:pt>
                <c:pt idx="190">
                  <c:v>8.018348293844701</c:v>
                </c:pt>
                <c:pt idx="191">
                  <c:v>8.0169533117069758</c:v>
                </c:pt>
                <c:pt idx="192">
                  <c:v>8.0151311132098719</c:v>
                </c:pt>
                <c:pt idx="193">
                  <c:v>8.0137940294830212</c:v>
                </c:pt>
                <c:pt idx="194">
                  <c:v>8.0122634583008256</c:v>
                </c:pt>
                <c:pt idx="195">
                  <c:v>8.0114129676015278</c:v>
                </c:pt>
                <c:pt idx="196">
                  <c:v>8.0120088695437932</c:v>
                </c:pt>
                <c:pt idx="197">
                  <c:v>8.0146557713628717</c:v>
                </c:pt>
                <c:pt idx="198">
                  <c:v>8.016759167248388</c:v>
                </c:pt>
                <c:pt idx="199">
                  <c:v>8.0168599351209302</c:v>
                </c:pt>
                <c:pt idx="200">
                  <c:v>8.0177124789553655</c:v>
                </c:pt>
                <c:pt idx="201">
                  <c:v>8.0202364390424172</c:v>
                </c:pt>
                <c:pt idx="202">
                  <c:v>8.0218566090420076</c:v>
                </c:pt>
                <c:pt idx="203">
                  <c:v>8.020877509957705</c:v>
                </c:pt>
                <c:pt idx="204">
                  <c:v>8.0180794152671133</c:v>
                </c:pt>
                <c:pt idx="205">
                  <c:v>8.0168385003900955</c:v>
                </c:pt>
                <c:pt idx="206">
                  <c:v>8.0185602595162813</c:v>
                </c:pt>
                <c:pt idx="207">
                  <c:v>8.0212698230197503</c:v>
                </c:pt>
                <c:pt idx="208">
                  <c:v>8.0218477394982131</c:v>
                </c:pt>
                <c:pt idx="209">
                  <c:v>8.0217774401511104</c:v>
                </c:pt>
                <c:pt idx="210">
                  <c:v>8.0213828275777104</c:v>
                </c:pt>
                <c:pt idx="211">
                  <c:v>8.0188601814971463</c:v>
                </c:pt>
                <c:pt idx="212">
                  <c:v>8.0175762329076505</c:v>
                </c:pt>
                <c:pt idx="213">
                  <c:v>8.0168021188354626</c:v>
                </c:pt>
                <c:pt idx="214">
                  <c:v>8.016066439453045</c:v>
                </c:pt>
                <c:pt idx="215">
                  <c:v>8.0152589824662268</c:v>
                </c:pt>
                <c:pt idx="216">
                  <c:v>8.0141606372931466</c:v>
                </c:pt>
                <c:pt idx="217">
                  <c:v>8.0156636143390951</c:v>
                </c:pt>
                <c:pt idx="218">
                  <c:v>8.0182834147743609</c:v>
                </c:pt>
                <c:pt idx="219">
                  <c:v>8.020038598940582</c:v>
                </c:pt>
                <c:pt idx="220">
                  <c:v>8.0191348088531189</c:v>
                </c:pt>
                <c:pt idx="221">
                  <c:v>8.0180532172627608</c:v>
                </c:pt>
                <c:pt idx="222">
                  <c:v>8.0180868886790133</c:v>
                </c:pt>
                <c:pt idx="223">
                  <c:v>8.0182491684802688</c:v>
                </c:pt>
                <c:pt idx="224">
                  <c:v>8.0186152835379616</c:v>
                </c:pt>
                <c:pt idx="225">
                  <c:v>8.0170627848725005</c:v>
                </c:pt>
                <c:pt idx="226">
                  <c:v>8.0160519032562725</c:v>
                </c:pt>
                <c:pt idx="227">
                  <c:v>8.0169196402907232</c:v>
                </c:pt>
                <c:pt idx="228">
                  <c:v>8.0183402455549633</c:v>
                </c:pt>
                <c:pt idx="229">
                  <c:v>8.0215022379173</c:v>
                </c:pt>
                <c:pt idx="230">
                  <c:v>8.0225030181086527</c:v>
                </c:pt>
                <c:pt idx="231">
                  <c:v>8.0201893811850695</c:v>
                </c:pt>
                <c:pt idx="232">
                  <c:v>8.0161943087093999</c:v>
                </c:pt>
                <c:pt idx="233">
                  <c:v>8.0142310187656545</c:v>
                </c:pt>
                <c:pt idx="234">
                  <c:v>8.014682544245062</c:v>
                </c:pt>
                <c:pt idx="235">
                  <c:v>8.0152665380035319</c:v>
                </c:pt>
                <c:pt idx="236">
                  <c:v>8.0163482117192952</c:v>
                </c:pt>
                <c:pt idx="237">
                  <c:v>8.0180280868886786</c:v>
                </c:pt>
                <c:pt idx="238">
                  <c:v>8.018507781382171</c:v>
                </c:pt>
                <c:pt idx="239">
                  <c:v>8.0187346117521461</c:v>
                </c:pt>
                <c:pt idx="240">
                  <c:v>8.0179402127048007</c:v>
                </c:pt>
                <c:pt idx="241">
                  <c:v>8.0166535539769228</c:v>
                </c:pt>
                <c:pt idx="242">
                  <c:v>8.0140344926703069</c:v>
                </c:pt>
                <c:pt idx="243">
                  <c:v>8.0138097975608762</c:v>
                </c:pt>
                <c:pt idx="244">
                  <c:v>8.0147381431445819</c:v>
                </c:pt>
                <c:pt idx="245">
                  <c:v>8.0154414651172345</c:v>
                </c:pt>
                <c:pt idx="246">
                  <c:v>8.0150167125200174</c:v>
                </c:pt>
                <c:pt idx="247">
                  <c:v>8.0142924485689644</c:v>
                </c:pt>
                <c:pt idx="248">
                  <c:v>8.0136804500472216</c:v>
                </c:pt>
                <c:pt idx="249">
                  <c:v>8.0139921159610719</c:v>
                </c:pt>
                <c:pt idx="250">
                  <c:v>8.0155145567281245</c:v>
                </c:pt>
                <c:pt idx="251">
                  <c:v>8.0173232045333229</c:v>
                </c:pt>
                <c:pt idx="252">
                  <c:v>8.0156301892990598</c:v>
                </c:pt>
                <c:pt idx="253">
                  <c:v>8.0150920215168568</c:v>
                </c:pt>
                <c:pt idx="254">
                  <c:v>8.0143616802857967</c:v>
                </c:pt>
                <c:pt idx="255">
                  <c:v>8.0125883464049608</c:v>
                </c:pt>
                <c:pt idx="256">
                  <c:v>8.0130576930973589</c:v>
                </c:pt>
                <c:pt idx="257">
                  <c:v>8.0163679218166148</c:v>
                </c:pt>
                <c:pt idx="258">
                  <c:v>8.0168532008376783</c:v>
                </c:pt>
                <c:pt idx="259">
                  <c:v>8.0124176898123434</c:v>
                </c:pt>
                <c:pt idx="260">
                  <c:v>8.0112334414651176</c:v>
                </c:pt>
                <c:pt idx="261">
                  <c:v>8.012498747587566</c:v>
                </c:pt>
                <c:pt idx="262">
                  <c:v>8.0156626288342299</c:v>
                </c:pt>
                <c:pt idx="263">
                  <c:v>8.017895536484211</c:v>
                </c:pt>
                <c:pt idx="264">
                  <c:v>8.0181948835872383</c:v>
                </c:pt>
                <c:pt idx="265">
                  <c:v>8.0195879768406364</c:v>
                </c:pt>
                <c:pt idx="266">
                  <c:v>8.0216420153574504</c:v>
                </c:pt>
                <c:pt idx="267">
                  <c:v>8.0208927031577222</c:v>
                </c:pt>
                <c:pt idx="268">
                  <c:v>8.0204328830123597</c:v>
                </c:pt>
                <c:pt idx="269">
                  <c:v>8.0222244487332155</c:v>
                </c:pt>
                <c:pt idx="270">
                  <c:v>8.0241375600542035</c:v>
                </c:pt>
                <c:pt idx="271">
                  <c:v>8.0234665133659089</c:v>
                </c:pt>
                <c:pt idx="272">
                  <c:v>8.0215272040405701</c:v>
                </c:pt>
                <c:pt idx="273">
                  <c:v>8.0226052642384929</c:v>
                </c:pt>
                <c:pt idx="274">
                  <c:v>8.0214168274955853</c:v>
                </c:pt>
                <c:pt idx="275">
                  <c:v>8.0187388001478261</c:v>
                </c:pt>
                <c:pt idx="276">
                  <c:v>8.0181570237753057</c:v>
                </c:pt>
                <c:pt idx="277">
                  <c:v>8.0185999260871359</c:v>
                </c:pt>
                <c:pt idx="278">
                  <c:v>8.0216726481337002</c:v>
                </c:pt>
                <c:pt idx="279">
                  <c:v>8.0197296431651139</c:v>
                </c:pt>
                <c:pt idx="280">
                  <c:v>8.0170405288876108</c:v>
                </c:pt>
                <c:pt idx="281">
                  <c:v>8.0165354576438226</c:v>
                </c:pt>
                <c:pt idx="282">
                  <c:v>8.0162072845234675</c:v>
                </c:pt>
                <c:pt idx="283">
                  <c:v>8.0188474520592941</c:v>
                </c:pt>
                <c:pt idx="284">
                  <c:v>8.019265306122449</c:v>
                </c:pt>
                <c:pt idx="285">
                  <c:v>8.0186661191639637</c:v>
                </c:pt>
                <c:pt idx="286">
                  <c:v>8.0203995400977295</c:v>
                </c:pt>
                <c:pt idx="287">
                  <c:v>8.0214444216318324</c:v>
                </c:pt>
                <c:pt idx="288">
                  <c:v>8.0225735638319708</c:v>
                </c:pt>
                <c:pt idx="289">
                  <c:v>8.0238341066809014</c:v>
                </c:pt>
                <c:pt idx="290">
                  <c:v>8.0238312322917089</c:v>
                </c:pt>
                <c:pt idx="291">
                  <c:v>8.0229189011620736</c:v>
                </c:pt>
                <c:pt idx="292">
                  <c:v>8.0241048741428163</c:v>
                </c:pt>
                <c:pt idx="293">
                  <c:v>8.0257379378310674</c:v>
                </c:pt>
                <c:pt idx="294">
                  <c:v>8.0259498213772424</c:v>
                </c:pt>
                <c:pt idx="295">
                  <c:v>8.0264738635897022</c:v>
                </c:pt>
                <c:pt idx="296">
                  <c:v>8.023691701227774</c:v>
                </c:pt>
                <c:pt idx="297">
                  <c:v>8.0176085081920085</c:v>
                </c:pt>
                <c:pt idx="298">
                  <c:v>8.0154170738718022</c:v>
                </c:pt>
                <c:pt idx="299">
                  <c:v>8.0157458218699951</c:v>
                </c:pt>
                <c:pt idx="300">
                  <c:v>8.0159189422247774</c:v>
                </c:pt>
                <c:pt idx="301">
                  <c:v>8.0156184453660746</c:v>
                </c:pt>
                <c:pt idx="302">
                  <c:v>8.0172083932164409</c:v>
                </c:pt>
                <c:pt idx="303">
                  <c:v>8.017060731737363</c:v>
                </c:pt>
                <c:pt idx="304">
                  <c:v>8.0169262924485682</c:v>
                </c:pt>
                <c:pt idx="305">
                  <c:v>8.0170669732681805</c:v>
                </c:pt>
                <c:pt idx="306">
                  <c:v>8.0160362994292278</c:v>
                </c:pt>
                <c:pt idx="307">
                  <c:v>8.0137491890116213</c:v>
                </c:pt>
                <c:pt idx="308">
                  <c:v>8.0123505933560555</c:v>
                </c:pt>
                <c:pt idx="309">
                  <c:v>8.0143680039420193</c:v>
                </c:pt>
                <c:pt idx="310">
                  <c:v>8.0154000739128648</c:v>
                </c:pt>
                <c:pt idx="311">
                  <c:v>8.0165372644027428</c:v>
                </c:pt>
                <c:pt idx="312">
                  <c:v>8.0175480638935657</c:v>
                </c:pt>
                <c:pt idx="313">
                  <c:v>8.0170571182195207</c:v>
                </c:pt>
                <c:pt idx="314">
                  <c:v>8.0168149303987182</c:v>
                </c:pt>
                <c:pt idx="315">
                  <c:v>8.019546092883834</c:v>
                </c:pt>
                <c:pt idx="316">
                  <c:v>8.0206443559315073</c:v>
                </c:pt>
                <c:pt idx="317">
                  <c:v>8.0205902352892871</c:v>
                </c:pt>
                <c:pt idx="318">
                  <c:v>8.0218620293187701</c:v>
                </c:pt>
                <c:pt idx="319">
                  <c:v>8.0190413501416664</c:v>
                </c:pt>
                <c:pt idx="320">
                  <c:v>8.0165648585389881</c:v>
                </c:pt>
                <c:pt idx="321">
                  <c:v>8.0158061019176277</c:v>
                </c:pt>
                <c:pt idx="322">
                  <c:v>8.014189216934259</c:v>
                </c:pt>
                <c:pt idx="323">
                  <c:v>8.0137869666981487</c:v>
                </c:pt>
                <c:pt idx="324">
                  <c:v>8.0122875210446356</c:v>
                </c:pt>
                <c:pt idx="325">
                  <c:v>8.0142989364759991</c:v>
                </c:pt>
                <c:pt idx="326">
                  <c:v>8.0183342504003612</c:v>
                </c:pt>
                <c:pt idx="327">
                  <c:v>8.0200681640865596</c:v>
                </c:pt>
                <c:pt idx="328">
                  <c:v>8.0240916519525314</c:v>
                </c:pt>
                <c:pt idx="329">
                  <c:v>8.0250310023405742</c:v>
                </c:pt>
                <c:pt idx="330">
                  <c:v>8.021719788116453</c:v>
                </c:pt>
                <c:pt idx="331">
                  <c:v>8.0177190489878036</c:v>
                </c:pt>
                <c:pt idx="332">
                  <c:v>8.0172112676056333</c:v>
                </c:pt>
                <c:pt idx="333">
                  <c:v>8.0183271054900835</c:v>
                </c:pt>
                <c:pt idx="334">
                  <c:v>8.01599416909621</c:v>
                </c:pt>
                <c:pt idx="335">
                  <c:v>8.0133304315690062</c:v>
                </c:pt>
                <c:pt idx="336">
                  <c:v>8.0144349361474969</c:v>
                </c:pt>
                <c:pt idx="337">
                  <c:v>8.0161298402660854</c:v>
                </c:pt>
                <c:pt idx="338">
                  <c:v>8.0198505317619997</c:v>
                </c:pt>
                <c:pt idx="339">
                  <c:v>8.0251183016466143</c:v>
                </c:pt>
                <c:pt idx="340">
                  <c:v>8.0265678971789924</c:v>
                </c:pt>
                <c:pt idx="341">
                  <c:v>8.025346446023077</c:v>
                </c:pt>
                <c:pt idx="342">
                  <c:v>8.0235724551389964</c:v>
                </c:pt>
                <c:pt idx="343">
                  <c:v>8.0213163059992603</c:v>
                </c:pt>
                <c:pt idx="344">
                  <c:v>8.0173222190284559</c:v>
                </c:pt>
                <c:pt idx="345">
                  <c:v>8.0142200139613191</c:v>
                </c:pt>
                <c:pt idx="346">
                  <c:v>8.0134174023734239</c:v>
                </c:pt>
                <c:pt idx="347">
                  <c:v>8.0121883135547982</c:v>
                </c:pt>
                <c:pt idx="348">
                  <c:v>8.0138309037900868</c:v>
                </c:pt>
                <c:pt idx="349">
                  <c:v>8.0174849094567406</c:v>
                </c:pt>
                <c:pt idx="350">
                  <c:v>8.0191845768488488</c:v>
                </c:pt>
                <c:pt idx="351">
                  <c:v>8.018212047796986</c:v>
                </c:pt>
                <c:pt idx="352">
                  <c:v>8.0159100726809847</c:v>
                </c:pt>
                <c:pt idx="353">
                  <c:v>8.0150797848314372</c:v>
                </c:pt>
                <c:pt idx="354">
                  <c:v>8.0140320289081419</c:v>
                </c:pt>
                <c:pt idx="355">
                  <c:v>8.0129547899642759</c:v>
                </c:pt>
                <c:pt idx="356">
                  <c:v>8.0109248141912701</c:v>
                </c:pt>
                <c:pt idx="357">
                  <c:v>8.0110146593848803</c:v>
                </c:pt>
                <c:pt idx="358">
                  <c:v>8.0142304438878167</c:v>
                </c:pt>
                <c:pt idx="359">
                  <c:v>8.0162108159159029</c:v>
                </c:pt>
                <c:pt idx="360">
                  <c:v>8.0166107666406603</c:v>
                </c:pt>
                <c:pt idx="361">
                  <c:v>8.0170709974130503</c:v>
                </c:pt>
                <c:pt idx="362">
                  <c:v>8.015448527902107</c:v>
                </c:pt>
                <c:pt idx="363">
                  <c:v>8.0133068615776288</c:v>
                </c:pt>
                <c:pt idx="364">
                  <c:v>8.0126991335769713</c:v>
                </c:pt>
                <c:pt idx="365">
                  <c:v>8.013832792674414</c:v>
                </c:pt>
                <c:pt idx="366">
                  <c:v>8.0154371124707424</c:v>
                </c:pt>
                <c:pt idx="367">
                  <c:v>8.0154559191886001</c:v>
                </c:pt>
                <c:pt idx="368">
                  <c:v>8.0135918367346939</c:v>
                </c:pt>
                <c:pt idx="369">
                  <c:v>8.0154563298156276</c:v>
                </c:pt>
                <c:pt idx="370">
                  <c:v>8.0187567034862237</c:v>
                </c:pt>
                <c:pt idx="371">
                  <c:v>8.019465363610232</c:v>
                </c:pt>
                <c:pt idx="372">
                  <c:v>8.0211885188683123</c:v>
                </c:pt>
                <c:pt idx="373">
                  <c:v>8.0234145279842313</c:v>
                </c:pt>
                <c:pt idx="374">
                  <c:v>8.0231046688293031</c:v>
                </c:pt>
                <c:pt idx="375">
                  <c:v>8.02063244774771</c:v>
                </c:pt>
                <c:pt idx="376">
                  <c:v>8.0198387057036093</c:v>
                </c:pt>
                <c:pt idx="377">
                  <c:v>8.0194146101096369</c:v>
                </c:pt>
                <c:pt idx="378">
                  <c:v>8.0197678314786671</c:v>
                </c:pt>
                <c:pt idx="379">
                  <c:v>8.019358354206874</c:v>
                </c:pt>
                <c:pt idx="380">
                  <c:v>8.0192363979797143</c:v>
                </c:pt>
                <c:pt idx="381">
                  <c:v>8.0184833080113336</c:v>
                </c:pt>
                <c:pt idx="382">
                  <c:v>8.0165608343941201</c:v>
                </c:pt>
                <c:pt idx="383">
                  <c:v>8.0157303822937624</c:v>
                </c:pt>
                <c:pt idx="384">
                  <c:v>8.0144589988913069</c:v>
                </c:pt>
                <c:pt idx="385">
                  <c:v>8.0141463474725914</c:v>
                </c:pt>
                <c:pt idx="386">
                  <c:v>8.0153268180511645</c:v>
                </c:pt>
                <c:pt idx="387">
                  <c:v>8.01590194226584</c:v>
                </c:pt>
                <c:pt idx="388">
                  <c:v>8.016549090461135</c:v>
                </c:pt>
                <c:pt idx="389">
                  <c:v>8.0185104093951463</c:v>
                </c:pt>
                <c:pt idx="390">
                  <c:v>8.0180169178335312</c:v>
                </c:pt>
                <c:pt idx="391">
                  <c:v>8.0182375887980939</c:v>
                </c:pt>
                <c:pt idx="392">
                  <c:v>8.0164287767420852</c:v>
                </c:pt>
                <c:pt idx="393">
                  <c:v>8.0146842688785771</c:v>
                </c:pt>
                <c:pt idx="394">
                  <c:v>8.0163971584609701</c:v>
                </c:pt>
                <c:pt idx="395">
                  <c:v>8.0172247361721354</c:v>
                </c:pt>
                <c:pt idx="396">
                  <c:v>8.0192199728986164</c:v>
                </c:pt>
                <c:pt idx="397">
                  <c:v>8.0214330883258729</c:v>
                </c:pt>
                <c:pt idx="398">
                  <c:v>8.0218301646614378</c:v>
                </c:pt>
                <c:pt idx="399">
                  <c:v>8.0204034821171923</c:v>
                </c:pt>
                <c:pt idx="400">
                  <c:v>8.0206846795056048</c:v>
                </c:pt>
                <c:pt idx="401">
                  <c:v>8.0212694123927228</c:v>
                </c:pt>
                <c:pt idx="402">
                  <c:v>8.0210499733092426</c:v>
                </c:pt>
                <c:pt idx="403">
                  <c:v>8.0203236562230522</c:v>
                </c:pt>
                <c:pt idx="404">
                  <c:v>8.017341518498748</c:v>
                </c:pt>
                <c:pt idx="405">
                  <c:v>8.0164893852913401</c:v>
                </c:pt>
                <c:pt idx="406">
                  <c:v>8.0181356711698761</c:v>
                </c:pt>
                <c:pt idx="407">
                  <c:v>8.0163747382252701</c:v>
                </c:pt>
                <c:pt idx="408">
                  <c:v>8.013972405863754</c:v>
                </c:pt>
                <c:pt idx="409">
                  <c:v>8.0125563996222233</c:v>
                </c:pt>
                <c:pt idx="410">
                  <c:v>8.0126593027553081</c:v>
                </c:pt>
                <c:pt idx="411">
                  <c:v>8.0134976388945915</c:v>
                </c:pt>
                <c:pt idx="412">
                  <c:v>8.0144763273518667</c:v>
                </c:pt>
                <c:pt idx="413">
                  <c:v>8.0143790908717616</c:v>
                </c:pt>
                <c:pt idx="414">
                  <c:v>8.0164885640372852</c:v>
                </c:pt>
                <c:pt idx="415">
                  <c:v>8.0192175091364515</c:v>
                </c:pt>
                <c:pt idx="416">
                  <c:v>8.019736213197552</c:v>
                </c:pt>
                <c:pt idx="417">
                  <c:v>8.020578573481707</c:v>
                </c:pt>
                <c:pt idx="418">
                  <c:v>8.0183247238533237</c:v>
                </c:pt>
                <c:pt idx="419">
                  <c:v>8.0170360941157153</c:v>
                </c:pt>
                <c:pt idx="420">
                  <c:v>8.0173360982219855</c:v>
                </c:pt>
                <c:pt idx="421">
                  <c:v>8.0188606742495789</c:v>
                </c:pt>
                <c:pt idx="422">
                  <c:v>8.0213094074651998</c:v>
                </c:pt>
                <c:pt idx="423">
                  <c:v>8.021706483800763</c:v>
                </c:pt>
                <c:pt idx="424">
                  <c:v>8.0202343859072798</c:v>
                </c:pt>
                <c:pt idx="425">
                  <c:v>8.0217330924321431</c:v>
                </c:pt>
                <c:pt idx="426">
                  <c:v>8.0234536196772464</c:v>
                </c:pt>
                <c:pt idx="427">
                  <c:v>8.022520592945428</c:v>
                </c:pt>
                <c:pt idx="428">
                  <c:v>8.0232068328337363</c:v>
                </c:pt>
                <c:pt idx="429">
                  <c:v>8.0218001888884327</c:v>
                </c:pt>
                <c:pt idx="430">
                  <c:v>8.019013591754609</c:v>
                </c:pt>
                <c:pt idx="431">
                  <c:v>8.0195116823389316</c:v>
                </c:pt>
                <c:pt idx="432">
                  <c:v>8.0195744261487292</c:v>
                </c:pt>
                <c:pt idx="433">
                  <c:v>8.0178548844084911</c:v>
                </c:pt>
                <c:pt idx="434">
                  <c:v>8.0178402660863135</c:v>
                </c:pt>
                <c:pt idx="435">
                  <c:v>8.0183163470619636</c:v>
                </c:pt>
                <c:pt idx="436">
                  <c:v>8.0202126226748245</c:v>
                </c:pt>
                <c:pt idx="437">
                  <c:v>8.0195011702870289</c:v>
                </c:pt>
                <c:pt idx="438">
                  <c:v>8.0179346281772261</c:v>
                </c:pt>
                <c:pt idx="439">
                  <c:v>8.0184460230772387</c:v>
                </c:pt>
                <c:pt idx="440">
                  <c:v>8.0159694493491553</c:v>
                </c:pt>
                <c:pt idx="441">
                  <c:v>8.0171943497721028</c:v>
                </c:pt>
                <c:pt idx="442">
                  <c:v>8.0161547242639504</c:v>
                </c:pt>
                <c:pt idx="443">
                  <c:v>8.0128511477025413</c:v>
                </c:pt>
                <c:pt idx="444">
                  <c:v>8.012640003285016</c:v>
                </c:pt>
                <c:pt idx="445">
                  <c:v>8.0161530817558404</c:v>
                </c:pt>
                <c:pt idx="446">
                  <c:v>8.0186937954256141</c:v>
                </c:pt>
                <c:pt idx="447">
                  <c:v>8.0175111074610932</c:v>
                </c:pt>
                <c:pt idx="448">
                  <c:v>8.0163703034533729</c:v>
                </c:pt>
                <c:pt idx="449">
                  <c:v>8.0156820925553323</c:v>
                </c:pt>
                <c:pt idx="450">
                  <c:v>8.0161807580174926</c:v>
                </c:pt>
                <c:pt idx="451">
                  <c:v>8.0158208023652122</c:v>
                </c:pt>
                <c:pt idx="452">
                  <c:v>8.015355479817682</c:v>
                </c:pt>
                <c:pt idx="453">
                  <c:v>8.0133393832382041</c:v>
                </c:pt>
                <c:pt idx="454">
                  <c:v>8.0134127212253112</c:v>
                </c:pt>
                <c:pt idx="455">
                  <c:v>8.0121105407957955</c:v>
                </c:pt>
                <c:pt idx="456">
                  <c:v>8.0108173120354778</c:v>
                </c:pt>
                <c:pt idx="457">
                  <c:v>8.0126467375682662</c:v>
                </c:pt>
                <c:pt idx="458">
                  <c:v>8.0149249784420817</c:v>
                </c:pt>
                <c:pt idx="459">
                  <c:v>8.0165379214059875</c:v>
                </c:pt>
                <c:pt idx="460">
                  <c:v>8.0170364226173358</c:v>
                </c:pt>
                <c:pt idx="461">
                  <c:v>8.0171178088941808</c:v>
                </c:pt>
                <c:pt idx="462">
                  <c:v>8.0183033712478959</c:v>
                </c:pt>
                <c:pt idx="463">
                  <c:v>8.0175045374286533</c:v>
                </c:pt>
                <c:pt idx="464">
                  <c:v>8.0139967971091863</c:v>
                </c:pt>
                <c:pt idx="465">
                  <c:v>8.0132883833613935</c:v>
                </c:pt>
                <c:pt idx="466">
                  <c:v>8.0124463515788609</c:v>
                </c:pt>
                <c:pt idx="467">
                  <c:v>8.0130020941978408</c:v>
                </c:pt>
                <c:pt idx="468">
                  <c:v>8.0141650720650439</c:v>
                </c:pt>
                <c:pt idx="469">
                  <c:v>8.0158655607112053</c:v>
                </c:pt>
                <c:pt idx="470">
                  <c:v>8.0181861782942558</c:v>
                </c:pt>
                <c:pt idx="471">
                  <c:v>8.0206016507206499</c:v>
                </c:pt>
                <c:pt idx="472">
                  <c:v>8.0190104709892012</c:v>
                </c:pt>
                <c:pt idx="473">
                  <c:v>8.0180178212129931</c:v>
                </c:pt>
                <c:pt idx="474">
                  <c:v>8.018306738389521</c:v>
                </c:pt>
                <c:pt idx="475">
                  <c:v>8.019252823060814</c:v>
                </c:pt>
                <c:pt idx="476">
                  <c:v>8.0201663039461266</c:v>
                </c:pt>
                <c:pt idx="477">
                  <c:v>8.0176365129552831</c:v>
                </c:pt>
                <c:pt idx="478">
                  <c:v>8.0126319549952782</c:v>
                </c:pt>
                <c:pt idx="479">
                  <c:v>8.0108819447296025</c:v>
                </c:pt>
                <c:pt idx="480">
                  <c:v>8.0136763437769467</c:v>
                </c:pt>
                <c:pt idx="481">
                  <c:v>8.0170223791729978</c:v>
                </c:pt>
                <c:pt idx="482">
                  <c:v>8.0185050712437889</c:v>
                </c:pt>
                <c:pt idx="483">
                  <c:v>8.0179015316388131</c:v>
                </c:pt>
                <c:pt idx="484">
                  <c:v>8.0143224243419695</c:v>
                </c:pt>
                <c:pt idx="485">
                  <c:v>8.012324313226296</c:v>
                </c:pt>
                <c:pt idx="486">
                  <c:v>8.0146946166796695</c:v>
                </c:pt>
                <c:pt idx="487">
                  <c:v>8.0184040569950312</c:v>
                </c:pt>
                <c:pt idx="488">
                  <c:v>8.0193397938652318</c:v>
                </c:pt>
                <c:pt idx="489">
                  <c:v>8.0208125487619597</c:v>
                </c:pt>
                <c:pt idx="490">
                  <c:v>8.0196083439411989</c:v>
                </c:pt>
                <c:pt idx="491">
                  <c:v>8.0171216687882403</c:v>
                </c:pt>
                <c:pt idx="492">
                  <c:v>8.0151222436660774</c:v>
                </c:pt>
                <c:pt idx="493">
                  <c:v>8.0168299593479251</c:v>
                </c:pt>
                <c:pt idx="494">
                  <c:v>8.0201671252001798</c:v>
                </c:pt>
                <c:pt idx="495">
                  <c:v>8.0209187369112627</c:v>
                </c:pt>
                <c:pt idx="496">
                  <c:v>8.0207267277132175</c:v>
                </c:pt>
                <c:pt idx="497">
                  <c:v>8.0179875169383656</c:v>
                </c:pt>
                <c:pt idx="498">
                  <c:v>8.0147745246992166</c:v>
                </c:pt>
                <c:pt idx="499">
                  <c:v>8.0129651377653683</c:v>
                </c:pt>
                <c:pt idx="500">
                  <c:v>8.0129202972939684</c:v>
                </c:pt>
                <c:pt idx="501">
                  <c:v>8.0143262021106221</c:v>
                </c:pt>
                <c:pt idx="502">
                  <c:v>8.0156708413747797</c:v>
                </c:pt>
                <c:pt idx="503">
                  <c:v>8.0150035724551394</c:v>
                </c:pt>
                <c:pt idx="504">
                  <c:v>8.013930029154519</c:v>
                </c:pt>
                <c:pt idx="505">
                  <c:v>8.0153838952079823</c:v>
                </c:pt>
                <c:pt idx="506">
                  <c:v>8.0171624851147705</c:v>
                </c:pt>
                <c:pt idx="507">
                  <c:v>8.0169981521783757</c:v>
                </c:pt>
                <c:pt idx="508">
                  <c:v>8.0171186301482358</c:v>
                </c:pt>
                <c:pt idx="509">
                  <c:v>8.0173387262349607</c:v>
                </c:pt>
                <c:pt idx="510">
                  <c:v>8.0178919229663688</c:v>
                </c:pt>
                <c:pt idx="511">
                  <c:v>8.020454646244815</c:v>
                </c:pt>
                <c:pt idx="512">
                  <c:v>8.0189202151685617</c:v>
                </c:pt>
                <c:pt idx="513">
                  <c:v>8.0167112060115802</c:v>
                </c:pt>
                <c:pt idx="514">
                  <c:v>8.0192537264402741</c:v>
                </c:pt>
                <c:pt idx="515">
                  <c:v>8.0197476286289167</c:v>
                </c:pt>
                <c:pt idx="516">
                  <c:v>8.0203809797560872</c:v>
                </c:pt>
                <c:pt idx="517">
                  <c:v>8.0220341641686854</c:v>
                </c:pt>
                <c:pt idx="518">
                  <c:v>8.0229735966821334</c:v>
                </c:pt>
                <c:pt idx="519">
                  <c:v>8.0236873485812836</c:v>
                </c:pt>
                <c:pt idx="520">
                  <c:v>8.0247066891142769</c:v>
                </c:pt>
                <c:pt idx="521">
                  <c:v>8.0248770172052719</c:v>
                </c:pt>
                <c:pt idx="522">
                  <c:v>8.0247055393586013</c:v>
                </c:pt>
                <c:pt idx="523">
                  <c:v>8.0234641317291508</c:v>
                </c:pt>
                <c:pt idx="524">
                  <c:v>8.0242984437235663</c:v>
                </c:pt>
                <c:pt idx="525">
                  <c:v>8.0235102862070384</c:v>
                </c:pt>
                <c:pt idx="526">
                  <c:v>8.0219269905145154</c:v>
                </c:pt>
                <c:pt idx="527">
                  <c:v>8.0197648749640695</c:v>
                </c:pt>
                <c:pt idx="528">
                  <c:v>8.0173737116577009</c:v>
                </c:pt>
                <c:pt idx="529">
                  <c:v>8.0172701515213731</c:v>
                </c:pt>
                <c:pt idx="530">
                  <c:v>8.0173843058350105</c:v>
                </c:pt>
                <c:pt idx="531">
                  <c:v>8.0175116002135258</c:v>
                </c:pt>
                <c:pt idx="532">
                  <c:v>8.0186681722991011</c:v>
                </c:pt>
                <c:pt idx="533">
                  <c:v>8.0169340943620906</c:v>
                </c:pt>
                <c:pt idx="534">
                  <c:v>8.015320412269535</c:v>
                </c:pt>
                <c:pt idx="535">
                  <c:v>8.0164911920502604</c:v>
                </c:pt>
                <c:pt idx="536">
                  <c:v>8.0187111238861739</c:v>
                </c:pt>
                <c:pt idx="537">
                  <c:v>8.0201966903461592</c:v>
                </c:pt>
                <c:pt idx="538">
                  <c:v>8.0198932369728571</c:v>
                </c:pt>
                <c:pt idx="539">
                  <c:v>8.0202680573235323</c:v>
                </c:pt>
                <c:pt idx="540">
                  <c:v>8.0216936722375074</c:v>
                </c:pt>
                <c:pt idx="541">
                  <c:v>8.0241550527655736</c:v>
                </c:pt>
                <c:pt idx="542">
                  <c:v>8.0253917792469096</c:v>
                </c:pt>
                <c:pt idx="543">
                  <c:v>8.0217026239067053</c:v>
                </c:pt>
                <c:pt idx="544">
                  <c:v>8.0177011456494061</c:v>
                </c:pt>
                <c:pt idx="545">
                  <c:v>8.0172846877181456</c:v>
                </c:pt>
                <c:pt idx="546">
                  <c:v>8.0181592411612534</c:v>
                </c:pt>
                <c:pt idx="547">
                  <c:v>8.0201325504044672</c:v>
                </c:pt>
                <c:pt idx="548">
                  <c:v>8.0196909620991246</c:v>
                </c:pt>
                <c:pt idx="549">
                  <c:v>8.0169609493696878</c:v>
                </c:pt>
                <c:pt idx="550">
                  <c:v>8.0168051574754653</c:v>
                </c:pt>
                <c:pt idx="551">
                  <c:v>8.0167022543423805</c:v>
                </c:pt>
                <c:pt idx="552">
                  <c:v>8.0138810824128441</c:v>
                </c:pt>
                <c:pt idx="553">
                  <c:v>8.0117767010224608</c:v>
                </c:pt>
                <c:pt idx="554">
                  <c:v>8.0155243296513774</c:v>
                </c:pt>
                <c:pt idx="555">
                  <c:v>8.0193482527819988</c:v>
                </c:pt>
                <c:pt idx="556">
                  <c:v>8.0200096907978491</c:v>
                </c:pt>
                <c:pt idx="557">
                  <c:v>8.0214362090912825</c:v>
                </c:pt>
                <c:pt idx="558">
                  <c:v>8.0233164702500712</c:v>
                </c:pt>
                <c:pt idx="559">
                  <c:v>8.0216121217098504</c:v>
                </c:pt>
                <c:pt idx="560">
                  <c:v>8.0179297827783031</c:v>
                </c:pt>
                <c:pt idx="561">
                  <c:v>8.0169794275859232</c:v>
                </c:pt>
                <c:pt idx="562">
                  <c:v>8.0194065618198991</c:v>
                </c:pt>
                <c:pt idx="563">
                  <c:v>8.0196136820925545</c:v>
                </c:pt>
                <c:pt idx="564">
                  <c:v>8.0193030838089765</c:v>
                </c:pt>
                <c:pt idx="565">
                  <c:v>8.019511189586499</c:v>
                </c:pt>
                <c:pt idx="566">
                  <c:v>8.0191450745288062</c:v>
                </c:pt>
                <c:pt idx="567">
                  <c:v>8.0207695971748869</c:v>
                </c:pt>
                <c:pt idx="568">
                  <c:v>8.0206192255574269</c:v>
                </c:pt>
                <c:pt idx="569">
                  <c:v>8.0194794070545719</c:v>
                </c:pt>
                <c:pt idx="570">
                  <c:v>8.0173852092144706</c:v>
                </c:pt>
                <c:pt idx="571">
                  <c:v>8.0167596600008206</c:v>
                </c:pt>
                <c:pt idx="572">
                  <c:v>8.0168311091036006</c:v>
                </c:pt>
                <c:pt idx="573">
                  <c:v>8.0171669198866677</c:v>
                </c:pt>
                <c:pt idx="574">
                  <c:v>8.0189120847534188</c:v>
                </c:pt>
                <c:pt idx="575">
                  <c:v>8.0240817969038716</c:v>
                </c:pt>
                <c:pt idx="576">
                  <c:v>8.026845809551185</c:v>
                </c:pt>
                <c:pt idx="577">
                  <c:v>8.0262395598078271</c:v>
                </c:pt>
                <c:pt idx="578">
                  <c:v>8.0250612244897965</c:v>
                </c:pt>
                <c:pt idx="579">
                  <c:v>8.0241896275612863</c:v>
                </c:pt>
                <c:pt idx="580">
                  <c:v>8.0261889705580423</c:v>
                </c:pt>
                <c:pt idx="581">
                  <c:v>8.0260569129060073</c:v>
                </c:pt>
                <c:pt idx="582">
                  <c:v>8.0254782572988947</c:v>
                </c:pt>
                <c:pt idx="583">
                  <c:v>8.0254335810783068</c:v>
                </c:pt>
                <c:pt idx="584">
                  <c:v>8.0217785077813826</c:v>
                </c:pt>
                <c:pt idx="585">
                  <c:v>8.0183022214922186</c:v>
                </c:pt>
                <c:pt idx="586">
                  <c:v>8.0152570935818996</c:v>
                </c:pt>
                <c:pt idx="587">
                  <c:v>8.0135760686568389</c:v>
                </c:pt>
                <c:pt idx="588">
                  <c:v>8.0126744959553236</c:v>
                </c:pt>
                <c:pt idx="589">
                  <c:v>8.0117058267975203</c:v>
                </c:pt>
                <c:pt idx="590">
                  <c:v>8.0097478750051323</c:v>
                </c:pt>
                <c:pt idx="591">
                  <c:v>8.0072012483061634</c:v>
                </c:pt>
                <c:pt idx="592">
                  <c:v>8.0067444996509671</c:v>
                </c:pt>
                <c:pt idx="593">
                  <c:v>8.0086297376093292</c:v>
                </c:pt>
                <c:pt idx="594">
                  <c:v>8.0113505522933526</c:v>
                </c:pt>
                <c:pt idx="595">
                  <c:v>8.0127121915164459</c:v>
                </c:pt>
                <c:pt idx="596">
                  <c:v>8.0136615612039588</c:v>
                </c:pt>
                <c:pt idx="597">
                  <c:v>8.0174154313636929</c:v>
                </c:pt>
                <c:pt idx="598">
                  <c:v>8.0200220096086721</c:v>
                </c:pt>
                <c:pt idx="599">
                  <c:v>8.0205310228719249</c:v>
                </c:pt>
                <c:pt idx="600">
                  <c:v>8.0220918983287479</c:v>
                </c:pt>
                <c:pt idx="601">
                  <c:v>8.023290600747341</c:v>
                </c:pt>
                <c:pt idx="602">
                  <c:v>8.021036340491932</c:v>
                </c:pt>
                <c:pt idx="603">
                  <c:v>8.0176087545682257</c:v>
                </c:pt>
                <c:pt idx="604">
                  <c:v>8.0163341682749554</c:v>
                </c:pt>
                <c:pt idx="605">
                  <c:v>8.01660477148606</c:v>
                </c:pt>
                <c:pt idx="606">
                  <c:v>8.0181981686034582</c:v>
                </c:pt>
                <c:pt idx="607">
                  <c:v>8.0212631708619053</c:v>
                </c:pt>
                <c:pt idx="608">
                  <c:v>8.0220057487783851</c:v>
                </c:pt>
                <c:pt idx="609">
                  <c:v>8.0204635979140146</c:v>
                </c:pt>
                <c:pt idx="610">
                  <c:v>8.0190964562887537</c:v>
                </c:pt>
                <c:pt idx="611">
                  <c:v>8.0161601445407129</c:v>
                </c:pt>
                <c:pt idx="612">
                  <c:v>8.0131154272574214</c:v>
                </c:pt>
                <c:pt idx="613">
                  <c:v>8.0138537346528143</c:v>
                </c:pt>
                <c:pt idx="614">
                  <c:v>8.0136512134028663</c:v>
                </c:pt>
                <c:pt idx="615">
                  <c:v>8.0139637005707716</c:v>
                </c:pt>
                <c:pt idx="616">
                  <c:v>8.0168847369933882</c:v>
                </c:pt>
                <c:pt idx="617">
                  <c:v>8.0189298238410061</c:v>
                </c:pt>
                <c:pt idx="618">
                  <c:v>8.0201779657537067</c:v>
                </c:pt>
                <c:pt idx="619">
                  <c:v>8.0180615940541209</c:v>
                </c:pt>
                <c:pt idx="620">
                  <c:v>8.017555865807088</c:v>
                </c:pt>
                <c:pt idx="621">
                  <c:v>8.0193021804295164</c:v>
                </c:pt>
                <c:pt idx="622">
                  <c:v>8.0207249209542972</c:v>
                </c:pt>
                <c:pt idx="623">
                  <c:v>8.0204808442491693</c:v>
                </c:pt>
                <c:pt idx="624">
                  <c:v>8.0184285303658687</c:v>
                </c:pt>
                <c:pt idx="625">
                  <c:v>8.0163611054079578</c:v>
                </c:pt>
                <c:pt idx="626">
                  <c:v>8.0149830411037648</c:v>
                </c:pt>
                <c:pt idx="627">
                  <c:v>8.0133397938652315</c:v>
                </c:pt>
                <c:pt idx="628">
                  <c:v>8.0125093417648756</c:v>
                </c:pt>
                <c:pt idx="629">
                  <c:v>8.0144949698189141</c:v>
                </c:pt>
                <c:pt idx="630">
                  <c:v>8.0180599515460109</c:v>
                </c:pt>
                <c:pt idx="631">
                  <c:v>8.0211014659384876</c:v>
                </c:pt>
                <c:pt idx="632">
                  <c:v>8.0210978524206471</c:v>
                </c:pt>
                <c:pt idx="633">
                  <c:v>8.0186707181866712</c:v>
                </c:pt>
                <c:pt idx="634">
                  <c:v>8.0187364185110663</c:v>
                </c:pt>
                <c:pt idx="635">
                  <c:v>8.0214990350264852</c:v>
                </c:pt>
                <c:pt idx="636">
                  <c:v>8.0205009649735146</c:v>
                </c:pt>
                <c:pt idx="637">
                  <c:v>8.0190687800271014</c:v>
                </c:pt>
                <c:pt idx="638">
                  <c:v>8.0182248593602434</c:v>
                </c:pt>
                <c:pt idx="639">
                  <c:v>8.0172691660165079</c:v>
                </c:pt>
                <c:pt idx="640">
                  <c:v>8.0164893852913401</c:v>
                </c:pt>
                <c:pt idx="641">
                  <c:v>8.0145508150946494</c:v>
                </c:pt>
                <c:pt idx="642">
                  <c:v>8.0141727918531593</c:v>
                </c:pt>
                <c:pt idx="643">
                  <c:v>8.0153696875128322</c:v>
                </c:pt>
                <c:pt idx="644">
                  <c:v>8.0158534882765977</c:v>
                </c:pt>
                <c:pt idx="645">
                  <c:v>8.013586909210364</c:v>
                </c:pt>
                <c:pt idx="646">
                  <c:v>8.0111136204985005</c:v>
                </c:pt>
                <c:pt idx="647">
                  <c:v>8.0114417936188556</c:v>
                </c:pt>
                <c:pt idx="648">
                  <c:v>8.01073781464296</c:v>
                </c:pt>
                <c:pt idx="649">
                  <c:v>8.0091890937461496</c:v>
                </c:pt>
                <c:pt idx="650">
                  <c:v>8.0105246170902973</c:v>
                </c:pt>
                <c:pt idx="651">
                  <c:v>8.0131464706606987</c:v>
                </c:pt>
                <c:pt idx="652">
                  <c:v>8.015278199811112</c:v>
                </c:pt>
                <c:pt idx="653">
                  <c:v>8.0166655442861252</c:v>
                </c:pt>
                <c:pt idx="654">
                  <c:v>8.0183425450663162</c:v>
                </c:pt>
                <c:pt idx="655">
                  <c:v>8.017835667063606</c:v>
                </c:pt>
                <c:pt idx="656">
                  <c:v>8.0172270356834883</c:v>
                </c:pt>
                <c:pt idx="657">
                  <c:v>8.0177083726850906</c:v>
                </c:pt>
                <c:pt idx="658">
                  <c:v>8.0180011497556762</c:v>
                </c:pt>
                <c:pt idx="659">
                  <c:v>8.0150346158584149</c:v>
                </c:pt>
                <c:pt idx="660">
                  <c:v>8.0144591631421171</c:v>
                </c:pt>
                <c:pt idx="661">
                  <c:v>8.0160001642508103</c:v>
                </c:pt>
                <c:pt idx="662">
                  <c:v>8.0172248182975405</c:v>
                </c:pt>
                <c:pt idx="663">
                  <c:v>8.0182830862727386</c:v>
                </c:pt>
                <c:pt idx="664">
                  <c:v>8.020965712643207</c:v>
                </c:pt>
                <c:pt idx="665">
                  <c:v>8.0231050794563306</c:v>
                </c:pt>
                <c:pt idx="666">
                  <c:v>8.0229575001026561</c:v>
                </c:pt>
                <c:pt idx="667">
                  <c:v>8.0223718638360779</c:v>
                </c:pt>
                <c:pt idx="668">
                  <c:v>8.0247499692029738</c:v>
                </c:pt>
                <c:pt idx="669">
                  <c:v>8.0254427791237219</c:v>
                </c:pt>
                <c:pt idx="670">
                  <c:v>8.0205760275941369</c:v>
                </c:pt>
                <c:pt idx="671">
                  <c:v>8.018930645095061</c:v>
                </c:pt>
                <c:pt idx="672">
                  <c:v>8.0183231634706189</c:v>
                </c:pt>
                <c:pt idx="673">
                  <c:v>8.0165798874881951</c:v>
                </c:pt>
                <c:pt idx="674">
                  <c:v>8.0144620375313096</c:v>
                </c:pt>
                <c:pt idx="675">
                  <c:v>8.0159436619718303</c:v>
                </c:pt>
                <c:pt idx="676">
                  <c:v>8.0197282470332194</c:v>
                </c:pt>
                <c:pt idx="677">
                  <c:v>8.0215408368578824</c:v>
                </c:pt>
                <c:pt idx="678">
                  <c:v>8.0227370755143106</c:v>
                </c:pt>
                <c:pt idx="679">
                  <c:v>8.0237059089229259</c:v>
                </c:pt>
                <c:pt idx="680">
                  <c:v>8.0221337001601452</c:v>
                </c:pt>
                <c:pt idx="681">
                  <c:v>8.0188503264484865</c:v>
                </c:pt>
                <c:pt idx="682">
                  <c:v>8.0164468443312931</c:v>
                </c:pt>
                <c:pt idx="683">
                  <c:v>8.0169722005502404</c:v>
                </c:pt>
                <c:pt idx="684">
                  <c:v>8.0183202069560213</c:v>
                </c:pt>
                <c:pt idx="685">
                  <c:v>8.0183139654252038</c:v>
                </c:pt>
                <c:pt idx="686">
                  <c:v>8.0186931384223712</c:v>
                </c:pt>
                <c:pt idx="687">
                  <c:v>8.0206429597996145</c:v>
                </c:pt>
                <c:pt idx="688">
                  <c:v>8.0237436866094534</c:v>
                </c:pt>
                <c:pt idx="689">
                  <c:v>8.0228542684679507</c:v>
                </c:pt>
                <c:pt idx="690">
                  <c:v>8.0202062168931967</c:v>
                </c:pt>
                <c:pt idx="691">
                  <c:v>8.021974787500513</c:v>
                </c:pt>
                <c:pt idx="692">
                  <c:v>8.0231556687061136</c:v>
                </c:pt>
                <c:pt idx="693">
                  <c:v>8.0252676056338021</c:v>
                </c:pt>
                <c:pt idx="694">
                  <c:v>8.0252942142651822</c:v>
                </c:pt>
                <c:pt idx="695">
                  <c:v>8.024990186014044</c:v>
                </c:pt>
                <c:pt idx="696">
                  <c:v>8.0235446146265339</c:v>
                </c:pt>
                <c:pt idx="697">
                  <c:v>8.0204353467745246</c:v>
                </c:pt>
                <c:pt idx="698">
                  <c:v>8.0192550404467617</c:v>
                </c:pt>
                <c:pt idx="699">
                  <c:v>8.0204594916437397</c:v>
                </c:pt>
                <c:pt idx="700">
                  <c:v>8.0186167617952613</c:v>
                </c:pt>
                <c:pt idx="701">
                  <c:v>8.0156208270028326</c:v>
                </c:pt>
                <c:pt idx="702">
                  <c:v>8.0151362871104173</c:v>
                </c:pt>
                <c:pt idx="703">
                  <c:v>8.0139359421837142</c:v>
                </c:pt>
                <c:pt idx="704">
                  <c:v>8.0146756457110016</c:v>
                </c:pt>
                <c:pt idx="705">
                  <c:v>8.0161433909579927</c:v>
                </c:pt>
                <c:pt idx="706">
                  <c:v>8.018447829836159</c:v>
                </c:pt>
                <c:pt idx="707">
                  <c:v>8.0174646244815833</c:v>
                </c:pt>
                <c:pt idx="708">
                  <c:v>8.0172531515624357</c:v>
                </c:pt>
                <c:pt idx="709">
                  <c:v>8.020095922473617</c:v>
                </c:pt>
                <c:pt idx="710">
                  <c:v>8.021891758715558</c:v>
                </c:pt>
                <c:pt idx="711">
                  <c:v>8.0189711329199689</c:v>
                </c:pt>
                <c:pt idx="712">
                  <c:v>8.0144536607399495</c:v>
                </c:pt>
                <c:pt idx="713">
                  <c:v>8.0144293516199241</c:v>
                </c:pt>
                <c:pt idx="714">
                  <c:v>8.0159287151480303</c:v>
                </c:pt>
                <c:pt idx="715">
                  <c:v>8.0177128074569861</c:v>
                </c:pt>
                <c:pt idx="716">
                  <c:v>8.0192596394694693</c:v>
                </c:pt>
                <c:pt idx="717">
                  <c:v>8.0177045949164381</c:v>
                </c:pt>
                <c:pt idx="718">
                  <c:v>8.0160778548844078</c:v>
                </c:pt>
                <c:pt idx="719">
                  <c:v>8.0152566829548721</c:v>
                </c:pt>
                <c:pt idx="720">
                  <c:v>8.0159786473945722</c:v>
                </c:pt>
                <c:pt idx="721">
                  <c:v>8.0161264731244604</c:v>
                </c:pt>
                <c:pt idx="722">
                  <c:v>8.0170788814519778</c:v>
                </c:pt>
                <c:pt idx="723">
                  <c:v>8.0205411242968019</c:v>
                </c:pt>
                <c:pt idx="724">
                  <c:v>8.0207755923294872</c:v>
                </c:pt>
                <c:pt idx="725">
                  <c:v>8.0176475177596185</c:v>
                </c:pt>
                <c:pt idx="726">
                  <c:v>8.0161984149796748</c:v>
                </c:pt>
                <c:pt idx="727">
                  <c:v>8.0162019463721101</c:v>
                </c:pt>
                <c:pt idx="728">
                  <c:v>8.0151839198456045</c:v>
                </c:pt>
                <c:pt idx="729">
                  <c:v>8.0141277871309491</c:v>
                </c:pt>
                <c:pt idx="730">
                  <c:v>8.0144775592329491</c:v>
                </c:pt>
                <c:pt idx="731">
                  <c:v>8.0142836611505768</c:v>
                </c:pt>
                <c:pt idx="732">
                  <c:v>8.0139959758551313</c:v>
                </c:pt>
                <c:pt idx="733">
                  <c:v>8.0149157803966649</c:v>
                </c:pt>
                <c:pt idx="734">
                  <c:v>8.0165410421713954</c:v>
                </c:pt>
                <c:pt idx="735">
                  <c:v>8.0191481131688089</c:v>
                </c:pt>
                <c:pt idx="736">
                  <c:v>8.0184525931096786</c:v>
                </c:pt>
                <c:pt idx="737">
                  <c:v>8.0169841908594428</c:v>
                </c:pt>
                <c:pt idx="738">
                  <c:v>8.0179585266702258</c:v>
                </c:pt>
                <c:pt idx="739">
                  <c:v>8.0197418798505318</c:v>
                </c:pt>
                <c:pt idx="740">
                  <c:v>8.0198416622182069</c:v>
                </c:pt>
                <c:pt idx="741">
                  <c:v>8.0198506138874066</c:v>
                </c:pt>
                <c:pt idx="742">
                  <c:v>8.0197105079456321</c:v>
                </c:pt>
                <c:pt idx="743">
                  <c:v>8.0185356218946335</c:v>
                </c:pt>
                <c:pt idx="744">
                  <c:v>8.0163390136738801</c:v>
                </c:pt>
                <c:pt idx="745">
                  <c:v>8.012016096579476</c:v>
                </c:pt>
                <c:pt idx="746">
                  <c:v>8.0068070381472509</c:v>
                </c:pt>
                <c:pt idx="747">
                  <c:v>8.007771617459861</c:v>
                </c:pt>
                <c:pt idx="748">
                  <c:v>8.0117717734981309</c:v>
                </c:pt>
                <c:pt idx="749">
                  <c:v>8.0159474397404828</c:v>
                </c:pt>
                <c:pt idx="750">
                  <c:v>8.0186889500266911</c:v>
                </c:pt>
                <c:pt idx="751">
                  <c:v>8.0187462735597261</c:v>
                </c:pt>
                <c:pt idx="752">
                  <c:v>8.0199075267934141</c:v>
                </c:pt>
                <c:pt idx="753">
                  <c:v>8.0209758140680822</c:v>
                </c:pt>
                <c:pt idx="754">
                  <c:v>8.0234626534718512</c:v>
                </c:pt>
                <c:pt idx="755">
                  <c:v>8.0235978318892958</c:v>
                </c:pt>
                <c:pt idx="756">
                  <c:v>8.0215841169465776</c:v>
                </c:pt>
                <c:pt idx="757">
                  <c:v>8.0229072393544936</c:v>
                </c:pt>
                <c:pt idx="758">
                  <c:v>8.0246132304028244</c:v>
                </c:pt>
                <c:pt idx="759">
                  <c:v>8.0242200139613189</c:v>
                </c:pt>
                <c:pt idx="760">
                  <c:v>8.0246464090666443</c:v>
                </c:pt>
                <c:pt idx="761">
                  <c:v>8.0206884572742574</c:v>
                </c:pt>
                <c:pt idx="762">
                  <c:v>8.014478298361599</c:v>
                </c:pt>
                <c:pt idx="763">
                  <c:v>8.0132254753007839</c:v>
                </c:pt>
                <c:pt idx="764">
                  <c:v>8.0172134849915828</c:v>
                </c:pt>
                <c:pt idx="765">
                  <c:v>8.0190877509957712</c:v>
                </c:pt>
                <c:pt idx="766">
                  <c:v>8.017416991746396</c:v>
                </c:pt>
                <c:pt idx="767">
                  <c:v>8.0148909785242068</c:v>
                </c:pt>
                <c:pt idx="768">
                  <c:v>8.0132129922391488</c:v>
                </c:pt>
                <c:pt idx="769">
                  <c:v>8.0159831642918729</c:v>
                </c:pt>
                <c:pt idx="770">
                  <c:v>8.0153126924814195</c:v>
                </c:pt>
                <c:pt idx="771">
                  <c:v>8.0135137354740689</c:v>
                </c:pt>
                <c:pt idx="772">
                  <c:v>8.0155819816860348</c:v>
                </c:pt>
                <c:pt idx="773">
                  <c:v>8.0172300743234928</c:v>
                </c:pt>
                <c:pt idx="774">
                  <c:v>8.0162526998727053</c:v>
                </c:pt>
                <c:pt idx="775">
                  <c:v>8.0142151685623944</c:v>
                </c:pt>
                <c:pt idx="776">
                  <c:v>8.0133852092144711</c:v>
                </c:pt>
                <c:pt idx="777">
                  <c:v>8.015373711657702</c:v>
                </c:pt>
                <c:pt idx="778">
                  <c:v>8.0174785036751111</c:v>
                </c:pt>
                <c:pt idx="779">
                  <c:v>8.0173383977333383</c:v>
                </c:pt>
                <c:pt idx="780">
                  <c:v>8.0184190859442364</c:v>
                </c:pt>
                <c:pt idx="781">
                  <c:v>8.019211267605634</c:v>
                </c:pt>
                <c:pt idx="782">
                  <c:v>8.0189439494107511</c:v>
                </c:pt>
                <c:pt idx="783">
                  <c:v>8.0188996016917837</c:v>
                </c:pt>
                <c:pt idx="784">
                  <c:v>8.0203374532911749</c:v>
                </c:pt>
                <c:pt idx="785">
                  <c:v>8.0228040077197882</c:v>
                </c:pt>
                <c:pt idx="786">
                  <c:v>8.0219487537469725</c:v>
                </c:pt>
                <c:pt idx="787">
                  <c:v>8.0206020613476774</c:v>
                </c:pt>
                <c:pt idx="788">
                  <c:v>8.0178687636020207</c:v>
                </c:pt>
                <c:pt idx="789">
                  <c:v>8.0168787418387879</c:v>
                </c:pt>
                <c:pt idx="790">
                  <c:v>8.0183986367182687</c:v>
                </c:pt>
                <c:pt idx="791">
                  <c:v>8.0231555865807085</c:v>
                </c:pt>
                <c:pt idx="792">
                  <c:v>8.0263748203506751</c:v>
                </c:pt>
                <c:pt idx="793">
                  <c:v>8.024166221820721</c:v>
                </c:pt>
                <c:pt idx="794">
                  <c:v>8.0201048741428167</c:v>
                </c:pt>
                <c:pt idx="795">
                  <c:v>8.0192347554716044</c:v>
                </c:pt>
                <c:pt idx="796">
                  <c:v>8.0202440767051293</c:v>
                </c:pt>
                <c:pt idx="797">
                  <c:v>8.0185122982794734</c:v>
                </c:pt>
                <c:pt idx="798">
                  <c:v>8.0175034697983829</c:v>
                </c:pt>
                <c:pt idx="799">
                  <c:v>8.0178083193035761</c:v>
                </c:pt>
                <c:pt idx="800">
                  <c:v>8.0177847493122005</c:v>
                </c:pt>
                <c:pt idx="801">
                  <c:v>8.019283537962469</c:v>
                </c:pt>
                <c:pt idx="802">
                  <c:v>8.0206439453044798</c:v>
                </c:pt>
                <c:pt idx="803">
                  <c:v>8.0191235576725663</c:v>
                </c:pt>
                <c:pt idx="804">
                  <c:v>8.0154541124296799</c:v>
                </c:pt>
                <c:pt idx="805">
                  <c:v>8.0144602307723893</c:v>
                </c:pt>
                <c:pt idx="806">
                  <c:v>8.0172312240791683</c:v>
                </c:pt>
                <c:pt idx="807">
                  <c:v>8.0196048946741669</c:v>
                </c:pt>
                <c:pt idx="808">
                  <c:v>8.0224135014166631</c:v>
                </c:pt>
                <c:pt idx="809">
                  <c:v>8.0220506713751902</c:v>
                </c:pt>
                <c:pt idx="810">
                  <c:v>8.0202623085451492</c:v>
                </c:pt>
                <c:pt idx="811">
                  <c:v>8.0168881041350133</c:v>
                </c:pt>
                <c:pt idx="812">
                  <c:v>8.014308709399252</c:v>
                </c:pt>
                <c:pt idx="813">
                  <c:v>8.0159606619307677</c:v>
                </c:pt>
                <c:pt idx="814">
                  <c:v>8.0210688621525073</c:v>
                </c:pt>
                <c:pt idx="815">
                  <c:v>8.0245429310557217</c:v>
                </c:pt>
                <c:pt idx="816">
                  <c:v>8.0240279226378686</c:v>
                </c:pt>
                <c:pt idx="817">
                  <c:v>8.0194567404426564</c:v>
                </c:pt>
                <c:pt idx="818">
                  <c:v>8.0181824005256033</c:v>
                </c:pt>
                <c:pt idx="819">
                  <c:v>8.0193053833203294</c:v>
                </c:pt>
                <c:pt idx="820">
                  <c:v>8.0204925881821545</c:v>
                </c:pt>
                <c:pt idx="821">
                  <c:v>8.0234513201658935</c:v>
                </c:pt>
                <c:pt idx="822">
                  <c:v>8.0252075719623868</c:v>
                </c:pt>
                <c:pt idx="823">
                  <c:v>8.0229304808442485</c:v>
                </c:pt>
                <c:pt idx="824">
                  <c:v>8.0214034410544901</c:v>
                </c:pt>
                <c:pt idx="825">
                  <c:v>8.0202473617213492</c:v>
                </c:pt>
                <c:pt idx="826">
                  <c:v>8.0197653677165039</c:v>
                </c:pt>
                <c:pt idx="827">
                  <c:v>8.0225835010060358</c:v>
                </c:pt>
                <c:pt idx="828">
                  <c:v>8.023650310023406</c:v>
                </c:pt>
                <c:pt idx="829">
                  <c:v>8.0229497803145406</c:v>
                </c:pt>
                <c:pt idx="830">
                  <c:v>8.0244428201864242</c:v>
                </c:pt>
                <c:pt idx="831">
                  <c:v>8.0250885722498246</c:v>
                </c:pt>
                <c:pt idx="832">
                  <c:v>8.0223905063031253</c:v>
                </c:pt>
                <c:pt idx="833">
                  <c:v>8.0196200878741841</c:v>
                </c:pt>
                <c:pt idx="834">
                  <c:v>8.0209275243296521</c:v>
                </c:pt>
                <c:pt idx="835">
                  <c:v>8.0246331047509543</c:v>
                </c:pt>
                <c:pt idx="836">
                  <c:v>8.0259280581447872</c:v>
                </c:pt>
                <c:pt idx="837">
                  <c:v>8.0261277871309495</c:v>
                </c:pt>
                <c:pt idx="838">
                  <c:v>8.0236517882807039</c:v>
                </c:pt>
                <c:pt idx="839">
                  <c:v>8.0196824210569542</c:v>
                </c:pt>
                <c:pt idx="840">
                  <c:v>8.0194822814437643</c:v>
                </c:pt>
                <c:pt idx="841">
                  <c:v>8.0198818215414942</c:v>
                </c:pt>
                <c:pt idx="842">
                  <c:v>8.0200251303740817</c:v>
                </c:pt>
                <c:pt idx="843">
                  <c:v>8.0188220753089965</c:v>
                </c:pt>
                <c:pt idx="844">
                  <c:v>8.0205504044676221</c:v>
                </c:pt>
                <c:pt idx="845">
                  <c:v>8.0213609000944448</c:v>
                </c:pt>
                <c:pt idx="846">
                  <c:v>8.0209694904118596</c:v>
                </c:pt>
                <c:pt idx="847">
                  <c:v>8.0198443723565891</c:v>
                </c:pt>
                <c:pt idx="848">
                  <c:v>8.0189309735966816</c:v>
                </c:pt>
                <c:pt idx="849">
                  <c:v>8.0197635609575819</c:v>
                </c:pt>
                <c:pt idx="850">
                  <c:v>8.0204099700242271</c:v>
                </c:pt>
                <c:pt idx="851">
                  <c:v>8.0189602102410387</c:v>
                </c:pt>
                <c:pt idx="852">
                  <c:v>8.0176216482568883</c:v>
                </c:pt>
                <c:pt idx="853">
                  <c:v>8.0166131482774201</c:v>
                </c:pt>
                <c:pt idx="854">
                  <c:v>8.0180962509752387</c:v>
                </c:pt>
                <c:pt idx="855">
                  <c:v>8.0210376544984197</c:v>
                </c:pt>
                <c:pt idx="856">
                  <c:v>8.0222827577711158</c:v>
                </c:pt>
                <c:pt idx="857">
                  <c:v>8.019521044635157</c:v>
                </c:pt>
                <c:pt idx="858">
                  <c:v>8.0176532665380034</c:v>
                </c:pt>
                <c:pt idx="859">
                  <c:v>8.018695520059131</c:v>
                </c:pt>
                <c:pt idx="860">
                  <c:v>8.0196017739087591</c:v>
                </c:pt>
                <c:pt idx="861">
                  <c:v>8.0204104627766597</c:v>
                </c:pt>
                <c:pt idx="862">
                  <c:v>8.0217825319262506</c:v>
                </c:pt>
                <c:pt idx="863">
                  <c:v>8.0211642097482851</c:v>
                </c:pt>
                <c:pt idx="864">
                  <c:v>8.0192791031905717</c:v>
                </c:pt>
                <c:pt idx="865">
                  <c:v>8.0179025171436784</c:v>
                </c:pt>
                <c:pt idx="866">
                  <c:v>8.0193615570976888</c:v>
                </c:pt>
                <c:pt idx="867">
                  <c:v>8.0192702336467789</c:v>
                </c:pt>
                <c:pt idx="868">
                  <c:v>8.0152157023775299</c:v>
                </c:pt>
                <c:pt idx="869">
                  <c:v>8.012125733995811</c:v>
                </c:pt>
                <c:pt idx="870">
                  <c:v>8.0111886831191228</c:v>
                </c:pt>
                <c:pt idx="871">
                  <c:v>8.0125423561778835</c:v>
                </c:pt>
                <c:pt idx="872">
                  <c:v>8.0153640208598524</c:v>
                </c:pt>
                <c:pt idx="873">
                  <c:v>8.0167856116289578</c:v>
                </c:pt>
                <c:pt idx="874">
                  <c:v>8.0173884121052854</c:v>
                </c:pt>
                <c:pt idx="875">
                  <c:v>8.0197043485402215</c:v>
                </c:pt>
                <c:pt idx="876">
                  <c:v>8.021671580503428</c:v>
                </c:pt>
                <c:pt idx="877">
                  <c:v>8.0203445160760474</c:v>
                </c:pt>
                <c:pt idx="878">
                  <c:v>8.0199040775263821</c:v>
                </c:pt>
                <c:pt idx="879">
                  <c:v>8.0205695396871022</c:v>
                </c:pt>
                <c:pt idx="880">
                  <c:v>8.0228168192830456</c:v>
                </c:pt>
                <c:pt idx="881">
                  <c:v>8.0252156202521245</c:v>
                </c:pt>
                <c:pt idx="882">
                  <c:v>8.0236512955282713</c:v>
                </c:pt>
                <c:pt idx="883">
                  <c:v>8.0243505933560542</c:v>
                </c:pt>
                <c:pt idx="884">
                  <c:v>8.0289493696875134</c:v>
                </c:pt>
                <c:pt idx="885">
                  <c:v>8.0300974828563216</c:v>
                </c:pt>
                <c:pt idx="886">
                  <c:v>8.0272010840553527</c:v>
                </c:pt>
                <c:pt idx="887">
                  <c:v>8.0239343818010109</c:v>
                </c:pt>
                <c:pt idx="888">
                  <c:v>8.0204101342750374</c:v>
                </c:pt>
                <c:pt idx="889">
                  <c:v>8.0198336960538743</c:v>
                </c:pt>
                <c:pt idx="890">
                  <c:v>8.0194855664599842</c:v>
                </c:pt>
                <c:pt idx="891">
                  <c:v>8.0194074651993592</c:v>
                </c:pt>
                <c:pt idx="892">
                  <c:v>8.018520921447049</c:v>
                </c:pt>
                <c:pt idx="893">
                  <c:v>8.0169952777891833</c:v>
                </c:pt>
                <c:pt idx="894">
                  <c:v>8.0163992937215127</c:v>
                </c:pt>
                <c:pt idx="895">
                  <c:v>8.0168068821089804</c:v>
                </c:pt>
                <c:pt idx="896">
                  <c:v>8.0168524617090302</c:v>
                </c:pt>
                <c:pt idx="897">
                  <c:v>8.0158855993101472</c:v>
                </c:pt>
                <c:pt idx="898">
                  <c:v>8.0150658235125043</c:v>
                </c:pt>
                <c:pt idx="899">
                  <c:v>8.0143717817106719</c:v>
                </c:pt>
                <c:pt idx="900">
                  <c:v>8.0147514474602719</c:v>
                </c:pt>
                <c:pt idx="901">
                  <c:v>8.0150084999794693</c:v>
                </c:pt>
                <c:pt idx="902">
                  <c:v>8.0155799285508973</c:v>
                </c:pt>
                <c:pt idx="903">
                  <c:v>8.0159532706442747</c:v>
                </c:pt>
                <c:pt idx="904">
                  <c:v>8.0155759865314327</c:v>
                </c:pt>
                <c:pt idx="905">
                  <c:v>8.0164553853734652</c:v>
                </c:pt>
                <c:pt idx="906">
                  <c:v>8.0173862768447428</c:v>
                </c:pt>
                <c:pt idx="907">
                  <c:v>8.017451073789676</c:v>
                </c:pt>
                <c:pt idx="908">
                  <c:v>8.0183169219398014</c:v>
                </c:pt>
                <c:pt idx="909">
                  <c:v>8.0195097113291993</c:v>
                </c:pt>
                <c:pt idx="910">
                  <c:v>8.0205658440438548</c:v>
                </c:pt>
                <c:pt idx="911">
                  <c:v>8.0204075883874673</c:v>
                </c:pt>
                <c:pt idx="912">
                  <c:v>8.0168816983533855</c:v>
                </c:pt>
                <c:pt idx="913">
                  <c:v>8.0137799039132762</c:v>
                </c:pt>
                <c:pt idx="914">
                  <c:v>8.0125196074405611</c:v>
                </c:pt>
                <c:pt idx="915">
                  <c:v>8.0109726933026728</c:v>
                </c:pt>
                <c:pt idx="916">
                  <c:v>8.0130268960702988</c:v>
                </c:pt>
                <c:pt idx="917">
                  <c:v>8.0152038763191396</c:v>
                </c:pt>
                <c:pt idx="918">
                  <c:v>8.0161040528887604</c:v>
                </c:pt>
                <c:pt idx="919">
                  <c:v>8.0181128403071487</c:v>
                </c:pt>
                <c:pt idx="920">
                  <c:v>8.021385127089065</c:v>
                </c:pt>
                <c:pt idx="921">
                  <c:v>8.0226988050753505</c:v>
                </c:pt>
                <c:pt idx="922">
                  <c:v>8.0204456945756171</c:v>
                </c:pt>
                <c:pt idx="923">
                  <c:v>8.0199417730875044</c:v>
                </c:pt>
                <c:pt idx="924">
                  <c:v>8.0200832751611717</c:v>
                </c:pt>
                <c:pt idx="925">
                  <c:v>8.0217284112840304</c:v>
                </c:pt>
                <c:pt idx="926">
                  <c:v>8.021891758715558</c:v>
                </c:pt>
                <c:pt idx="927">
                  <c:v>8.0201578450293596</c:v>
                </c:pt>
                <c:pt idx="928">
                  <c:v>8.0191509054325962</c:v>
                </c:pt>
                <c:pt idx="929">
                  <c:v>8.01660895988174</c:v>
                </c:pt>
                <c:pt idx="930">
                  <c:v>8.0139402948302063</c:v>
                </c:pt>
                <c:pt idx="931">
                  <c:v>8.01616367593315</c:v>
                </c:pt>
                <c:pt idx="932">
                  <c:v>8.0193257504208919</c:v>
                </c:pt>
                <c:pt idx="933">
                  <c:v>8.0213719870241853</c:v>
                </c:pt>
                <c:pt idx="934">
                  <c:v>8.0213787213074372</c:v>
                </c:pt>
                <c:pt idx="935">
                  <c:v>8.0219710097318604</c:v>
                </c:pt>
                <c:pt idx="936">
                  <c:v>8.0221437194596152</c:v>
                </c:pt>
                <c:pt idx="937">
                  <c:v>8.0219567199113051</c:v>
                </c:pt>
                <c:pt idx="938">
                  <c:v>8.0198305752884647</c:v>
                </c:pt>
                <c:pt idx="939">
                  <c:v>8.0190921857676667</c:v>
                </c:pt>
                <c:pt idx="940">
                  <c:v>8.019980454153492</c:v>
                </c:pt>
                <c:pt idx="941">
                  <c:v>8.0205544286124919</c:v>
                </c:pt>
                <c:pt idx="942">
                  <c:v>8.0212051082002223</c:v>
                </c:pt>
                <c:pt idx="943">
                  <c:v>8.0214272574220828</c:v>
                </c:pt>
                <c:pt idx="944">
                  <c:v>8.0225509793454606</c:v>
                </c:pt>
                <c:pt idx="945">
                  <c:v>8.0249161910236939</c:v>
                </c:pt>
                <c:pt idx="946">
                  <c:v>8.0231733256682958</c:v>
                </c:pt>
                <c:pt idx="947">
                  <c:v>8.0209474808031871</c:v>
                </c:pt>
                <c:pt idx="948">
                  <c:v>8.0182246129840262</c:v>
                </c:pt>
                <c:pt idx="949">
                  <c:v>8.0167842154970632</c:v>
                </c:pt>
                <c:pt idx="950">
                  <c:v>8.0171534513201657</c:v>
                </c:pt>
                <c:pt idx="951">
                  <c:v>8.0172433786391828</c:v>
                </c:pt>
                <c:pt idx="952">
                  <c:v>8.016687718145608</c:v>
                </c:pt>
                <c:pt idx="953">
                  <c:v>8.017339711739826</c:v>
                </c:pt>
                <c:pt idx="954">
                  <c:v>8.0177819570484132</c:v>
                </c:pt>
                <c:pt idx="955">
                  <c:v>8.0192357409764714</c:v>
                </c:pt>
                <c:pt idx="956">
                  <c:v>8.0187513653348663</c:v>
                </c:pt>
                <c:pt idx="957">
                  <c:v>8.0166615201412554</c:v>
                </c:pt>
                <c:pt idx="958">
                  <c:v>8.016729273600788</c:v>
                </c:pt>
                <c:pt idx="959">
                  <c:v>8.0168495873198378</c:v>
                </c:pt>
                <c:pt idx="960">
                  <c:v>8.0168826838582508</c:v>
                </c:pt>
                <c:pt idx="961">
                  <c:v>8.0175700735022382</c:v>
                </c:pt>
                <c:pt idx="962">
                  <c:v>8.0198892128279891</c:v>
                </c:pt>
                <c:pt idx="963">
                  <c:v>8.0213990062825928</c:v>
                </c:pt>
                <c:pt idx="964">
                  <c:v>8.0206536361023275</c:v>
                </c:pt>
                <c:pt idx="965">
                  <c:v>8.0184401921734487</c:v>
                </c:pt>
                <c:pt idx="966">
                  <c:v>8.0173452141419954</c:v>
                </c:pt>
                <c:pt idx="967">
                  <c:v>8.0174979673962135</c:v>
                </c:pt>
                <c:pt idx="968">
                  <c:v>8.0155495421508647</c:v>
                </c:pt>
                <c:pt idx="969">
                  <c:v>8.0152542191927072</c:v>
                </c:pt>
                <c:pt idx="970">
                  <c:v>8.0177346528148483</c:v>
                </c:pt>
                <c:pt idx="971">
                  <c:v>8.0191156736336389</c:v>
                </c:pt>
                <c:pt idx="972">
                  <c:v>8.0181376421796084</c:v>
                </c:pt>
                <c:pt idx="973">
                  <c:v>8.0158960292366448</c:v>
                </c:pt>
                <c:pt idx="974">
                  <c:v>8.0140142898205564</c:v>
                </c:pt>
                <c:pt idx="975">
                  <c:v>8.0134487742783236</c:v>
                </c:pt>
                <c:pt idx="976">
                  <c:v>8.0138210487414288</c:v>
                </c:pt>
                <c:pt idx="977">
                  <c:v>8.0146559356136819</c:v>
                </c:pt>
                <c:pt idx="978">
                  <c:v>8.0139849710507942</c:v>
                </c:pt>
                <c:pt idx="979">
                  <c:v>8.0150948137806424</c:v>
                </c:pt>
                <c:pt idx="980">
                  <c:v>8.0154822814437647</c:v>
                </c:pt>
                <c:pt idx="981">
                  <c:v>8.0169569252248181</c:v>
                </c:pt>
                <c:pt idx="982">
                  <c:v>8.0182331540261984</c:v>
                </c:pt>
                <c:pt idx="983">
                  <c:v>8.0149985628054043</c:v>
                </c:pt>
                <c:pt idx="984">
                  <c:v>8.0137094403153615</c:v>
                </c:pt>
                <c:pt idx="985">
                  <c:v>8.0137417977251264</c:v>
                </c:pt>
                <c:pt idx="986">
                  <c:v>8.0138149714614215</c:v>
                </c:pt>
                <c:pt idx="987">
                  <c:v>8.0150003695643246</c:v>
                </c:pt>
                <c:pt idx="988">
                  <c:v>8.0141621976758515</c:v>
                </c:pt>
                <c:pt idx="989">
                  <c:v>8.0129460025458883</c:v>
                </c:pt>
                <c:pt idx="990">
                  <c:v>8.0120721882314285</c:v>
                </c:pt>
                <c:pt idx="991">
                  <c:v>8.0126254670882435</c:v>
                </c:pt>
                <c:pt idx="992">
                  <c:v>8.0142550815094644</c:v>
                </c:pt>
                <c:pt idx="993">
                  <c:v>8.0172344269699831</c:v>
                </c:pt>
                <c:pt idx="994">
                  <c:v>8.0199439904734522</c:v>
                </c:pt>
                <c:pt idx="995">
                  <c:v>8.021071079538455</c:v>
                </c:pt>
                <c:pt idx="996">
                  <c:v>8.0205770952244073</c:v>
                </c:pt>
                <c:pt idx="997">
                  <c:v>8.0185263417238115</c:v>
                </c:pt>
                <c:pt idx="998">
                  <c:v>8.0169649735145576</c:v>
                </c:pt>
                <c:pt idx="999">
                  <c:v>8.0176010347801085</c:v>
                </c:pt>
                <c:pt idx="1000">
                  <c:v>8.0210713259146722</c:v>
                </c:pt>
                <c:pt idx="1001">
                  <c:v>8.0240177390875864</c:v>
                </c:pt>
                <c:pt idx="1002">
                  <c:v>8.0232047796986006</c:v>
                </c:pt>
                <c:pt idx="1003">
                  <c:v>8.0208026115878948</c:v>
                </c:pt>
                <c:pt idx="1004">
                  <c:v>8.017259967971091</c:v>
                </c:pt>
                <c:pt idx="1005">
                  <c:v>8.0124254096004606</c:v>
                </c:pt>
                <c:pt idx="1006">
                  <c:v>8.0138962756128613</c:v>
                </c:pt>
                <c:pt idx="1007">
                  <c:v>8.015653595039625</c:v>
                </c:pt>
                <c:pt idx="1008">
                  <c:v>8.0169634952572579</c:v>
                </c:pt>
                <c:pt idx="1009">
                  <c:v>8.0172925717570731</c:v>
                </c:pt>
                <c:pt idx="1010">
                  <c:v>8.0179467006118337</c:v>
                </c:pt>
                <c:pt idx="1011">
                  <c:v>8.0163850860263626</c:v>
                </c:pt>
                <c:pt idx="1012">
                  <c:v>8.0161572701515222</c:v>
                </c:pt>
                <c:pt idx="1013">
                  <c:v>8.0176308463023034</c:v>
                </c:pt>
                <c:pt idx="1014">
                  <c:v>8.0144893031659343</c:v>
                </c:pt>
                <c:pt idx="1015">
                  <c:v>8.0099825894140348</c:v>
                </c:pt>
                <c:pt idx="1016">
                  <c:v>8.0095540590481669</c:v>
                </c:pt>
                <c:pt idx="1017">
                  <c:v>8.0129003408204333</c:v>
                </c:pt>
                <c:pt idx="1018">
                  <c:v>8.0149074857307117</c:v>
                </c:pt>
                <c:pt idx="1019">
                  <c:v>8.0138828070463592</c:v>
                </c:pt>
                <c:pt idx="1020">
                  <c:v>8.0153517020490295</c:v>
                </c:pt>
                <c:pt idx="1021">
                  <c:v>8.0170983451730802</c:v>
                </c:pt>
                <c:pt idx="1022">
                  <c:v>8.0183887816696089</c:v>
                </c:pt>
                <c:pt idx="1023">
                  <c:v>8.0192797601938164</c:v>
                </c:pt>
                <c:pt idx="1024">
                  <c:v>8.0172438713916154</c:v>
                </c:pt>
                <c:pt idx="1025">
                  <c:v>8.015149427175297</c:v>
                </c:pt>
                <c:pt idx="1026">
                  <c:v>8.0139850531761994</c:v>
                </c:pt>
                <c:pt idx="1027">
                  <c:v>8.012226419742948</c:v>
                </c:pt>
                <c:pt idx="1028">
                  <c:v>8.0132846055927409</c:v>
                </c:pt>
                <c:pt idx="1029">
                  <c:v>8.0136895659672316</c:v>
                </c:pt>
                <c:pt idx="1030">
                  <c:v>8.0146149550363397</c:v>
                </c:pt>
                <c:pt idx="1031">
                  <c:v>8.0177081263088734</c:v>
                </c:pt>
                <c:pt idx="1032">
                  <c:v>8.014725742208352</c:v>
                </c:pt>
                <c:pt idx="1033">
                  <c:v>8.012492095429721</c:v>
                </c:pt>
                <c:pt idx="1034">
                  <c:v>8.0137802324148968</c:v>
                </c:pt>
                <c:pt idx="1035">
                  <c:v>8.0146587278774692</c:v>
                </c:pt>
                <c:pt idx="1036">
                  <c:v>8.0129070751036835</c:v>
                </c:pt>
                <c:pt idx="1037">
                  <c:v>8.0141091446639017</c:v>
                </c:pt>
                <c:pt idx="1038">
                  <c:v>8.0191736541699168</c:v>
                </c:pt>
                <c:pt idx="1039">
                  <c:v>8.022132632529873</c:v>
                </c:pt>
                <c:pt idx="1040">
                  <c:v>8.0205720855746723</c:v>
                </c:pt>
                <c:pt idx="1041">
                  <c:v>8.0174255327885682</c:v>
                </c:pt>
                <c:pt idx="1042">
                  <c:v>8.0160661109514226</c:v>
                </c:pt>
                <c:pt idx="1043">
                  <c:v>8.0161257339958123</c:v>
                </c:pt>
                <c:pt idx="1044">
                  <c:v>8.0187996550732965</c:v>
                </c:pt>
                <c:pt idx="1045">
                  <c:v>8.0202977045949169</c:v>
                </c:pt>
                <c:pt idx="1046">
                  <c:v>8.0216202521249951</c:v>
                </c:pt>
                <c:pt idx="1047">
                  <c:v>8.0225905637909083</c:v>
                </c:pt>
                <c:pt idx="1048">
                  <c:v>8.0244112840307142</c:v>
                </c:pt>
                <c:pt idx="1049">
                  <c:v>8.0285055639962231</c:v>
                </c:pt>
                <c:pt idx="1050">
                  <c:v>8.0279600049275235</c:v>
                </c:pt>
                <c:pt idx="1051">
                  <c:v>8.0249855048659295</c:v>
                </c:pt>
                <c:pt idx="1052">
                  <c:v>8.0202219028456447</c:v>
                </c:pt>
                <c:pt idx="1053">
                  <c:v>8.0162016178704878</c:v>
                </c:pt>
                <c:pt idx="1054">
                  <c:v>8.014439945797232</c:v>
                </c:pt>
                <c:pt idx="1055">
                  <c:v>8.0138916765901538</c:v>
                </c:pt>
                <c:pt idx="1056">
                  <c:v>8.0138910195869091</c:v>
                </c:pt>
                <c:pt idx="1057">
                  <c:v>8.0147327228678193</c:v>
                </c:pt>
                <c:pt idx="1058">
                  <c:v>8.0167786309694904</c:v>
                </c:pt>
                <c:pt idx="1059">
                  <c:v>8.0181097195417408</c:v>
                </c:pt>
                <c:pt idx="1060">
                  <c:v>8.0160870529298247</c:v>
                </c:pt>
                <c:pt idx="1061">
                  <c:v>8.016843920666858</c:v>
                </c:pt>
                <c:pt idx="1062">
                  <c:v>8.017898000246376</c:v>
                </c:pt>
                <c:pt idx="1063">
                  <c:v>8.0186984765737286</c:v>
                </c:pt>
                <c:pt idx="1064">
                  <c:v>8.0182964727138337</c:v>
                </c:pt>
                <c:pt idx="1065">
                  <c:v>8.0159907198291798</c:v>
                </c:pt>
                <c:pt idx="1066">
                  <c:v>8.0162245308586204</c:v>
                </c:pt>
                <c:pt idx="1067">
                  <c:v>8.0165263417238126</c:v>
                </c:pt>
                <c:pt idx="1068">
                  <c:v>8.0193135958608792</c:v>
                </c:pt>
                <c:pt idx="1069">
                  <c:v>8.0213251755430548</c:v>
                </c:pt>
                <c:pt idx="1070">
                  <c:v>8.019728000657004</c:v>
                </c:pt>
                <c:pt idx="1071">
                  <c:v>8.0177399088408006</c:v>
                </c:pt>
                <c:pt idx="1072">
                  <c:v>8.0163321972652248</c:v>
                </c:pt>
                <c:pt idx="1073">
                  <c:v>8.0179048987804382</c:v>
                </c:pt>
                <c:pt idx="1074">
                  <c:v>8.0215576725660078</c:v>
                </c:pt>
                <c:pt idx="1075">
                  <c:v>8.0214923828686402</c:v>
                </c:pt>
                <c:pt idx="1076">
                  <c:v>8.0176918654785858</c:v>
                </c:pt>
                <c:pt idx="1077">
                  <c:v>8.0157275900299751</c:v>
                </c:pt>
                <c:pt idx="1078">
                  <c:v>8.0160161787048825</c:v>
                </c:pt>
                <c:pt idx="1079">
                  <c:v>8.0155590686979021</c:v>
                </c:pt>
                <c:pt idx="1080">
                  <c:v>8.0143969942101592</c:v>
                </c:pt>
                <c:pt idx="1081">
                  <c:v>8.0137904159651789</c:v>
                </c:pt>
                <c:pt idx="1082">
                  <c:v>8.0131747218001887</c:v>
                </c:pt>
                <c:pt idx="1083">
                  <c:v>8.01531047509547</c:v>
                </c:pt>
                <c:pt idx="1084">
                  <c:v>8.016567240175748</c:v>
                </c:pt>
                <c:pt idx="1085">
                  <c:v>8.0174872910935004</c:v>
                </c:pt>
                <c:pt idx="1086">
                  <c:v>8.0227928386646408</c:v>
                </c:pt>
                <c:pt idx="1087">
                  <c:v>8.0268255245760276</c:v>
                </c:pt>
                <c:pt idx="1088">
                  <c:v>8.0254736582761872</c:v>
                </c:pt>
                <c:pt idx="1089">
                  <c:v>8.0250253356875945</c:v>
                </c:pt>
                <c:pt idx="1090">
                  <c:v>8.024838993142529</c:v>
                </c:pt>
                <c:pt idx="1091">
                  <c:v>8.0223982260912408</c:v>
                </c:pt>
                <c:pt idx="1092">
                  <c:v>8.0208563216030875</c:v>
                </c:pt>
                <c:pt idx="1093">
                  <c:v>8.0199504783804869</c:v>
                </c:pt>
                <c:pt idx="1094">
                  <c:v>8.0199702706032117</c:v>
                </c:pt>
                <c:pt idx="1095">
                  <c:v>8.0187971913111316</c:v>
                </c:pt>
                <c:pt idx="1096">
                  <c:v>8.0175391943497729</c:v>
                </c:pt>
                <c:pt idx="1097">
                  <c:v>8.0202766804911096</c:v>
                </c:pt>
                <c:pt idx="1098">
                  <c:v>8.0249556933437365</c:v>
                </c:pt>
                <c:pt idx="1099">
                  <c:v>8.0229843551102533</c:v>
                </c:pt>
                <c:pt idx="1100">
                  <c:v>8.0212875621073376</c:v>
                </c:pt>
                <c:pt idx="1101">
                  <c:v>8.0226056748655203</c:v>
                </c:pt>
                <c:pt idx="1102">
                  <c:v>8.023257339958116</c:v>
                </c:pt>
                <c:pt idx="1103">
                  <c:v>8.0189530653307592</c:v>
                </c:pt>
                <c:pt idx="1104">
                  <c:v>8.0143409025582066</c:v>
                </c:pt>
                <c:pt idx="1105">
                  <c:v>8.0153079292078999</c:v>
                </c:pt>
                <c:pt idx="1106">
                  <c:v>8.0157880343284198</c:v>
                </c:pt>
                <c:pt idx="1107">
                  <c:v>8.0143077238943867</c:v>
                </c:pt>
                <c:pt idx="1108">
                  <c:v>8.014780601979222</c:v>
                </c:pt>
                <c:pt idx="1109">
                  <c:v>8.0159572126637375</c:v>
                </c:pt>
                <c:pt idx="1110">
                  <c:v>8.0182964727138337</c:v>
                </c:pt>
                <c:pt idx="1111">
                  <c:v>8.0190729684227815</c:v>
                </c:pt>
                <c:pt idx="1112">
                  <c:v>8.018683776126144</c:v>
                </c:pt>
                <c:pt idx="1113">
                  <c:v>8.0175483102697811</c:v>
                </c:pt>
                <c:pt idx="1114">
                  <c:v>8.0169970024227002</c:v>
                </c:pt>
                <c:pt idx="1115">
                  <c:v>8.0157772759002999</c:v>
                </c:pt>
                <c:pt idx="1116">
                  <c:v>8.0158372274463101</c:v>
                </c:pt>
                <c:pt idx="1117">
                  <c:v>8.0183064098878987</c:v>
                </c:pt>
                <c:pt idx="1118">
                  <c:v>8.0194531269248142</c:v>
                </c:pt>
                <c:pt idx="1119">
                  <c:v>8.020119985217427</c:v>
                </c:pt>
                <c:pt idx="1120">
                  <c:v>8.0192979920338363</c:v>
                </c:pt>
                <c:pt idx="1121">
                  <c:v>8.0186341723812262</c:v>
                </c:pt>
                <c:pt idx="1122">
                  <c:v>8.0173076828316834</c:v>
                </c:pt>
                <c:pt idx="1123">
                  <c:v>8.0176800394201955</c:v>
                </c:pt>
                <c:pt idx="1124">
                  <c:v>8.0195580831930364</c:v>
                </c:pt>
                <c:pt idx="1125">
                  <c:v>8.0211866299839851</c:v>
                </c:pt>
                <c:pt idx="1126">
                  <c:v>8.0202175501991544</c:v>
                </c:pt>
                <c:pt idx="1127">
                  <c:v>8.0193869338479864</c:v>
                </c:pt>
                <c:pt idx="1128">
                  <c:v>8.0208293023446799</c:v>
                </c:pt>
                <c:pt idx="1129">
                  <c:v>8.0184601486469838</c:v>
                </c:pt>
                <c:pt idx="1130">
                  <c:v>8.0147048823553568</c:v>
                </c:pt>
                <c:pt idx="1131">
                  <c:v>8.0147461914343197</c:v>
                </c:pt>
                <c:pt idx="1132">
                  <c:v>8.0168384182646903</c:v>
                </c:pt>
                <c:pt idx="1133">
                  <c:v>8.0176431651131281</c:v>
                </c:pt>
                <c:pt idx="1134">
                  <c:v>8.0172311419537632</c:v>
                </c:pt>
                <c:pt idx="1135">
                  <c:v>8.0153751077895947</c:v>
                </c:pt>
                <c:pt idx="1136">
                  <c:v>8.0159784831437602</c:v>
                </c:pt>
                <c:pt idx="1137">
                  <c:v>8.0190331376011166</c:v>
                </c:pt>
                <c:pt idx="1138">
                  <c:v>8.0218984108734031</c:v>
                </c:pt>
                <c:pt idx="1139">
                  <c:v>8.021678232661273</c:v>
                </c:pt>
                <c:pt idx="1140">
                  <c:v>8.0198440438549667</c:v>
                </c:pt>
                <c:pt idx="1141">
                  <c:v>8.0216613148277425</c:v>
                </c:pt>
                <c:pt idx="1142">
                  <c:v>8.0222135260542853</c:v>
                </c:pt>
                <c:pt idx="1143">
                  <c:v>8.0193586827084964</c:v>
                </c:pt>
                <c:pt idx="1144">
                  <c:v>8.0179168890896406</c:v>
                </c:pt>
                <c:pt idx="1145">
                  <c:v>8.0157331745575497</c:v>
                </c:pt>
                <c:pt idx="1146">
                  <c:v>8.0099197634788322</c:v>
                </c:pt>
                <c:pt idx="1147">
                  <c:v>8.0066832340984675</c:v>
                </c:pt>
                <c:pt idx="1148">
                  <c:v>8.0083120765408786</c:v>
                </c:pt>
                <c:pt idx="1149">
                  <c:v>8.0120691495914258</c:v>
                </c:pt>
                <c:pt idx="1150">
                  <c:v>8.0161198209666154</c:v>
                </c:pt>
                <c:pt idx="1151">
                  <c:v>8.0166746602061352</c:v>
                </c:pt>
                <c:pt idx="1152">
                  <c:v>8.0155085615735224</c:v>
                </c:pt>
                <c:pt idx="1153">
                  <c:v>8.0172953640208604</c:v>
                </c:pt>
                <c:pt idx="1154">
                  <c:v>8.0174059048166555</c:v>
                </c:pt>
                <c:pt idx="1155">
                  <c:v>8.0168771814560831</c:v>
                </c:pt>
                <c:pt idx="1156">
                  <c:v>8.0165113127746075</c:v>
                </c:pt>
                <c:pt idx="1157">
                  <c:v>8.0165598488892531</c:v>
                </c:pt>
                <c:pt idx="1158">
                  <c:v>8.0183509218576763</c:v>
                </c:pt>
                <c:pt idx="1159">
                  <c:v>8.0194027019258414</c:v>
                </c:pt>
                <c:pt idx="1160">
                  <c:v>8.0208312733544123</c:v>
                </c:pt>
                <c:pt idx="1161">
                  <c:v>8.0206601240093622</c:v>
                </c:pt>
                <c:pt idx="1162">
                  <c:v>8.0186809017369516</c:v>
                </c:pt>
                <c:pt idx="1163">
                  <c:v>8.0173662382458009</c:v>
                </c:pt>
                <c:pt idx="1164">
                  <c:v>8.0170705046606159</c:v>
                </c:pt>
                <c:pt idx="1165">
                  <c:v>8.0163436126965877</c:v>
                </c:pt>
                <c:pt idx="1166">
                  <c:v>8.017633802816901</c:v>
                </c:pt>
                <c:pt idx="1167">
                  <c:v>8.0194992814027017</c:v>
                </c:pt>
                <c:pt idx="1168">
                  <c:v>8.0213091610889826</c:v>
                </c:pt>
                <c:pt idx="1169">
                  <c:v>8.0224334578901981</c:v>
                </c:pt>
                <c:pt idx="1170">
                  <c:v>8.0228426887857758</c:v>
                </c:pt>
                <c:pt idx="1171">
                  <c:v>8.0234734940253762</c:v>
                </c:pt>
                <c:pt idx="1172">
                  <c:v>8.0240605264238489</c:v>
                </c:pt>
                <c:pt idx="1173">
                  <c:v>8.0241912700693963</c:v>
                </c:pt>
                <c:pt idx="1174">
                  <c:v>8.0203597914014697</c:v>
                </c:pt>
                <c:pt idx="1175">
                  <c:v>8.0150419250195046</c:v>
                </c:pt>
                <c:pt idx="1176">
                  <c:v>8.0164020859853</c:v>
                </c:pt>
                <c:pt idx="1177">
                  <c:v>8.0187812589824663</c:v>
                </c:pt>
                <c:pt idx="1178">
                  <c:v>8.0186337617541987</c:v>
                </c:pt>
                <c:pt idx="1179">
                  <c:v>8.0195211267605639</c:v>
                </c:pt>
                <c:pt idx="1180">
                  <c:v>8.0212110212294174</c:v>
                </c:pt>
                <c:pt idx="1181">
                  <c:v>8.0200501786227569</c:v>
                </c:pt>
                <c:pt idx="1182">
                  <c:v>8.0190570360941162</c:v>
                </c:pt>
                <c:pt idx="1183">
                  <c:v>8.0188991910647562</c:v>
                </c:pt>
                <c:pt idx="1184">
                  <c:v>8.0212660452510978</c:v>
                </c:pt>
                <c:pt idx="1185">
                  <c:v>8.0215593971995229</c:v>
                </c:pt>
                <c:pt idx="1186">
                  <c:v>8.0205202644438049</c:v>
                </c:pt>
                <c:pt idx="1187">
                  <c:v>8.0174119820966609</c:v>
                </c:pt>
                <c:pt idx="1188">
                  <c:v>8.0161824005256026</c:v>
                </c:pt>
                <c:pt idx="1189">
                  <c:v>8.0165028538578404</c:v>
                </c:pt>
                <c:pt idx="1190">
                  <c:v>8.0162322506467376</c:v>
                </c:pt>
                <c:pt idx="1191">
                  <c:v>8.0175330349443605</c:v>
                </c:pt>
                <c:pt idx="1192">
                  <c:v>8.0192579969613593</c:v>
                </c:pt>
                <c:pt idx="1193">
                  <c:v>8.02045546749887</c:v>
                </c:pt>
                <c:pt idx="1194">
                  <c:v>8.0208943456658321</c:v>
                </c:pt>
                <c:pt idx="1195">
                  <c:v>8.0215565228103305</c:v>
                </c:pt>
                <c:pt idx="1196">
                  <c:v>8.0229886256313385</c:v>
                </c:pt>
                <c:pt idx="1197">
                  <c:v>8.0253815135712241</c:v>
                </c:pt>
                <c:pt idx="1198">
                  <c:v>8.0255675276146672</c:v>
                </c:pt>
                <c:pt idx="1199">
                  <c:v>8.0250338767297666</c:v>
                </c:pt>
                <c:pt idx="1200">
                  <c:v>8.0248251139489994</c:v>
                </c:pt>
                <c:pt idx="1201">
                  <c:v>8.0277546914137883</c:v>
                </c:pt>
                <c:pt idx="1202">
                  <c:v>8.0299797150248438</c:v>
                </c:pt>
                <c:pt idx="1203">
                  <c:v>8.0276560588017905</c:v>
                </c:pt>
                <c:pt idx="1204">
                  <c:v>8.023806348293844</c:v>
                </c:pt>
                <c:pt idx="1205">
                  <c:v>8.0205570566254671</c:v>
                </c:pt>
                <c:pt idx="1206">
                  <c:v>8.0206395105325825</c:v>
                </c:pt>
                <c:pt idx="1207">
                  <c:v>8.0202241202315943</c:v>
                </c:pt>
                <c:pt idx="1208">
                  <c:v>8.0200386810659872</c:v>
                </c:pt>
                <c:pt idx="1209">
                  <c:v>8.021669116741263</c:v>
                </c:pt>
                <c:pt idx="1210">
                  <c:v>8.0216120395844452</c:v>
                </c:pt>
                <c:pt idx="1211">
                  <c:v>8.0237008171477839</c:v>
                </c:pt>
                <c:pt idx="1212">
                  <c:v>8.024152753254219</c:v>
                </c:pt>
                <c:pt idx="1213">
                  <c:v>8.0241563667720612</c:v>
                </c:pt>
                <c:pt idx="1214">
                  <c:v>8.0241640044347715</c:v>
                </c:pt>
                <c:pt idx="1215">
                  <c:v>8.0219502320042704</c:v>
                </c:pt>
                <c:pt idx="1216">
                  <c:v>8.0188724181825641</c:v>
                </c:pt>
                <c:pt idx="1217">
                  <c:v>8.0211112388617423</c:v>
                </c:pt>
                <c:pt idx="1218">
                  <c:v>8.0250093212335241</c:v>
                </c:pt>
                <c:pt idx="1219">
                  <c:v>8.0255297499281397</c:v>
                </c:pt>
                <c:pt idx="1220">
                  <c:v>8.0254524699215697</c:v>
                </c:pt>
                <c:pt idx="1221">
                  <c:v>8.0278005995154604</c:v>
                </c:pt>
                <c:pt idx="1222">
                  <c:v>8.0308334907403598</c:v>
                </c:pt>
                <c:pt idx="1223">
                  <c:v>8.034673099823431</c:v>
                </c:pt>
                <c:pt idx="1224">
                  <c:v>8.0387737034451607</c:v>
                </c:pt>
                <c:pt idx="1225">
                  <c:v>8.0443032069970837</c:v>
                </c:pt>
                <c:pt idx="1226">
                  <c:v>8.0516243583952694</c:v>
                </c:pt>
                <c:pt idx="1227">
                  <c:v>8.0596567158050334</c:v>
                </c:pt>
                <c:pt idx="1228">
                  <c:v>8.0644979263335106</c:v>
                </c:pt>
                <c:pt idx="1229">
                  <c:v>8.0683602020284972</c:v>
                </c:pt>
                <c:pt idx="1230">
                  <c:v>8.0766383607769061</c:v>
                </c:pt>
                <c:pt idx="1231">
                  <c:v>8.0820514105038388</c:v>
                </c:pt>
                <c:pt idx="1232">
                  <c:v>8.0815309818092231</c:v>
                </c:pt>
                <c:pt idx="1233">
                  <c:v>8.0792023159364348</c:v>
                </c:pt>
                <c:pt idx="1234">
                  <c:v>8.0771314417114937</c:v>
                </c:pt>
                <c:pt idx="1235">
                  <c:v>8.0735644889746645</c:v>
                </c:pt>
                <c:pt idx="1236">
                  <c:v>8.0674708660124015</c:v>
                </c:pt>
                <c:pt idx="1237">
                  <c:v>8.0605417813000457</c:v>
                </c:pt>
                <c:pt idx="1238">
                  <c:v>8.0536531022871927</c:v>
                </c:pt>
                <c:pt idx="1239">
                  <c:v>8.0468680655360743</c:v>
                </c:pt>
                <c:pt idx="1240">
                  <c:v>8.0395753295281889</c:v>
                </c:pt>
                <c:pt idx="1241">
                  <c:v>8.0338382950765812</c:v>
                </c:pt>
                <c:pt idx="1242">
                  <c:v>8.0328839157393332</c:v>
                </c:pt>
                <c:pt idx="1243">
                  <c:v>8.03188535293393</c:v>
                </c:pt>
                <c:pt idx="1244">
                  <c:v>8.0288309448527908</c:v>
                </c:pt>
                <c:pt idx="1245">
                  <c:v>8.0273323204533327</c:v>
                </c:pt>
                <c:pt idx="1246">
                  <c:v>8.0277050055434653</c:v>
                </c:pt>
                <c:pt idx="1247">
                  <c:v>8.0275322958157105</c:v>
                </c:pt>
                <c:pt idx="1248">
                  <c:v>8.0262362747916072</c:v>
                </c:pt>
                <c:pt idx="1249">
                  <c:v>8.0244122695355813</c:v>
                </c:pt>
                <c:pt idx="1250">
                  <c:v>8.0224153903009903</c:v>
                </c:pt>
                <c:pt idx="1251">
                  <c:v>8.0211845768488477</c:v>
                </c:pt>
                <c:pt idx="1252">
                  <c:v>8.0231968135342662</c:v>
                </c:pt>
                <c:pt idx="1253">
                  <c:v>8.0261704923418051</c:v>
                </c:pt>
                <c:pt idx="1254">
                  <c:v>8.0282019463721106</c:v>
                </c:pt>
                <c:pt idx="1255">
                  <c:v>8.0307459450581042</c:v>
                </c:pt>
                <c:pt idx="1256">
                  <c:v>8.0328596066193079</c:v>
                </c:pt>
                <c:pt idx="1257">
                  <c:v>8.0320610191762825</c:v>
                </c:pt>
                <c:pt idx="1258">
                  <c:v>8.0299523672648139</c:v>
                </c:pt>
                <c:pt idx="1259">
                  <c:v>8.0291169055147211</c:v>
                </c:pt>
                <c:pt idx="1260">
                  <c:v>8.0280380240627434</c:v>
                </c:pt>
                <c:pt idx="1261">
                  <c:v>8.0255677739908844</c:v>
                </c:pt>
                <c:pt idx="1262">
                  <c:v>8.0238166139695313</c:v>
                </c:pt>
                <c:pt idx="1263">
                  <c:v>8.0235218658892133</c:v>
                </c:pt>
                <c:pt idx="1264">
                  <c:v>8.0244287767420843</c:v>
                </c:pt>
                <c:pt idx="1265">
                  <c:v>8.0251763643082992</c:v>
                </c:pt>
                <c:pt idx="1266">
                  <c:v>8.0227641768981233</c:v>
                </c:pt>
                <c:pt idx="1267">
                  <c:v>8.022697408943456</c:v>
                </c:pt>
                <c:pt idx="1268">
                  <c:v>8.0232339342175507</c:v>
                </c:pt>
                <c:pt idx="1269">
                  <c:v>8.0239065412885484</c:v>
                </c:pt>
                <c:pt idx="1270">
                  <c:v>8.0242034246294089</c:v>
                </c:pt>
                <c:pt idx="1271">
                  <c:v>8.0235195663778587</c:v>
                </c:pt>
                <c:pt idx="1272">
                  <c:v>8.0220691495914256</c:v>
                </c:pt>
                <c:pt idx="1273">
                  <c:v>8.0233610643452558</c:v>
                </c:pt>
                <c:pt idx="1274">
                  <c:v>8.0252970886543746</c:v>
                </c:pt>
                <c:pt idx="1275">
                  <c:v>8.0264299264977623</c:v>
                </c:pt>
                <c:pt idx="1276">
                  <c:v>8.0269767174475426</c:v>
                </c:pt>
                <c:pt idx="1277">
                  <c:v>8.0241900381883138</c:v>
                </c:pt>
                <c:pt idx="1278">
                  <c:v>8.0204345255204696</c:v>
                </c:pt>
                <c:pt idx="1279">
                  <c:v>8.0192583254629817</c:v>
                </c:pt>
                <c:pt idx="1280">
                  <c:v>8.020257052519197</c:v>
                </c:pt>
                <c:pt idx="1281">
                  <c:v>8.0199062127869265</c:v>
                </c:pt>
                <c:pt idx="1282">
                  <c:v>8.0206463269412396</c:v>
                </c:pt>
                <c:pt idx="1283">
                  <c:v>8.0222102410380653</c:v>
                </c:pt>
                <c:pt idx="1284">
                  <c:v>8.0234644602307732</c:v>
                </c:pt>
                <c:pt idx="1285">
                  <c:v>8.0247047181045463</c:v>
                </c:pt>
                <c:pt idx="1286">
                  <c:v>8.0238936475998859</c:v>
                </c:pt>
                <c:pt idx="1287">
                  <c:v>8.0189369687512837</c:v>
                </c:pt>
                <c:pt idx="1288">
                  <c:v>8.0158121791976349</c:v>
                </c:pt>
                <c:pt idx="1289">
                  <c:v>8.0164401100480429</c:v>
                </c:pt>
                <c:pt idx="1290">
                  <c:v>8.0178459327392932</c:v>
                </c:pt>
                <c:pt idx="1291">
                  <c:v>8.0203190572003447</c:v>
                </c:pt>
                <c:pt idx="1292">
                  <c:v>8.0208812056009524</c:v>
                </c:pt>
                <c:pt idx="1293">
                  <c:v>8.0195903584773944</c:v>
                </c:pt>
                <c:pt idx="1294">
                  <c:v>8.0188467950560511</c:v>
                </c:pt>
                <c:pt idx="1295">
                  <c:v>8.0188287274668415</c:v>
                </c:pt>
                <c:pt idx="1296">
                  <c:v>8.019326735925759</c:v>
                </c:pt>
                <c:pt idx="1297">
                  <c:v>8.0190776495708942</c:v>
                </c:pt>
                <c:pt idx="1298">
                  <c:v>8.0187092350018485</c:v>
                </c:pt>
                <c:pt idx="1299">
                  <c:v>8.015424300907485</c:v>
                </c:pt>
                <c:pt idx="1300">
                  <c:v>8.0133259967971089</c:v>
                </c:pt>
                <c:pt idx="1301">
                  <c:v>8.0148998480679996</c:v>
                </c:pt>
                <c:pt idx="1302">
                  <c:v>8.0165669116741256</c:v>
                </c:pt>
                <c:pt idx="1303">
                  <c:v>8.018701186712109</c:v>
                </c:pt>
                <c:pt idx="1304">
                  <c:v>8.0176298607974381</c:v>
                </c:pt>
                <c:pt idx="1305">
                  <c:v>8.0147355972570118</c:v>
                </c:pt>
                <c:pt idx="1306">
                  <c:v>8.0146913316634496</c:v>
                </c:pt>
                <c:pt idx="1307">
                  <c:v>8.0161940623331827</c:v>
                </c:pt>
                <c:pt idx="1308">
                  <c:v>8.0178045415349235</c:v>
                </c:pt>
                <c:pt idx="1309">
                  <c:v>8.0191320165893316</c:v>
                </c:pt>
                <c:pt idx="1310">
                  <c:v>8.019546092883834</c:v>
                </c:pt>
                <c:pt idx="1311">
                  <c:v>8.0170616351168231</c:v>
                </c:pt>
                <c:pt idx="1312">
                  <c:v>8.0140161787048818</c:v>
                </c:pt>
                <c:pt idx="1313">
                  <c:v>8.013708208434279</c:v>
                </c:pt>
                <c:pt idx="1314">
                  <c:v>8.0133278035560309</c:v>
                </c:pt>
                <c:pt idx="1315">
                  <c:v>8.0125595203876312</c:v>
                </c:pt>
                <c:pt idx="1316">
                  <c:v>8.0113894797355556</c:v>
                </c:pt>
                <c:pt idx="1317">
                  <c:v>8.010923089557755</c:v>
                </c:pt>
                <c:pt idx="1318">
                  <c:v>8.0128636307641763</c:v>
                </c:pt>
                <c:pt idx="1319">
                  <c:v>8.0122091734077934</c:v>
                </c:pt>
                <c:pt idx="1320">
                  <c:v>8.0124467622058884</c:v>
                </c:pt>
                <c:pt idx="1321">
                  <c:v>8.0147751817024595</c:v>
                </c:pt>
                <c:pt idx="1322">
                  <c:v>8.0160974828563223</c:v>
                </c:pt>
                <c:pt idx="1323">
                  <c:v>8.0149616063729319</c:v>
                </c:pt>
                <c:pt idx="1324">
                  <c:v>8.0127794522235458</c:v>
                </c:pt>
                <c:pt idx="1325">
                  <c:v>8.0126450950601562</c:v>
                </c:pt>
                <c:pt idx="1326">
                  <c:v>8.0170245965589455</c:v>
                </c:pt>
                <c:pt idx="1327">
                  <c:v>8.0191992772964316</c:v>
                </c:pt>
                <c:pt idx="1328">
                  <c:v>8.0184061101301687</c:v>
                </c:pt>
                <c:pt idx="1329">
                  <c:v>8.0187705826797515</c:v>
                </c:pt>
                <c:pt idx="1330">
                  <c:v>8.0209455097934548</c:v>
                </c:pt>
                <c:pt idx="1331">
                  <c:v>8.0206609452634172</c:v>
                </c:pt>
                <c:pt idx="1332">
                  <c:v>8.0184779698599762</c:v>
                </c:pt>
                <c:pt idx="1333">
                  <c:v>8.0174206873896434</c:v>
                </c:pt>
                <c:pt idx="1334">
                  <c:v>8.0155346774524698</c:v>
                </c:pt>
                <c:pt idx="1335">
                  <c:v>8.0169062538496281</c:v>
                </c:pt>
                <c:pt idx="1336">
                  <c:v>8.0187170369153691</c:v>
                </c:pt>
                <c:pt idx="1337">
                  <c:v>8.0198869133166344</c:v>
                </c:pt>
                <c:pt idx="1338">
                  <c:v>8.0213532624317327</c:v>
                </c:pt>
                <c:pt idx="1339">
                  <c:v>8.0221341107871726</c:v>
                </c:pt>
                <c:pt idx="1340">
                  <c:v>8.0211075432184948</c:v>
                </c:pt>
                <c:pt idx="1341">
                  <c:v>8.0215111895864979</c:v>
                </c:pt>
                <c:pt idx="1342">
                  <c:v>8.0186518293434066</c:v>
                </c:pt>
                <c:pt idx="1343">
                  <c:v>8.0163184001971004</c:v>
                </c:pt>
                <c:pt idx="1344">
                  <c:v>8.0154944360037774</c:v>
                </c:pt>
                <c:pt idx="1345">
                  <c:v>8.0125749599638656</c:v>
                </c:pt>
                <c:pt idx="1346">
                  <c:v>8.0105655155422326</c:v>
                </c:pt>
                <c:pt idx="1347">
                  <c:v>8.0105996797109178</c:v>
                </c:pt>
                <c:pt idx="1348">
                  <c:v>8.0080223052601323</c:v>
                </c:pt>
                <c:pt idx="1349">
                  <c:v>8.0059684638442903</c:v>
                </c:pt>
                <c:pt idx="1350">
                  <c:v>8.0073672566008298</c:v>
                </c:pt>
                <c:pt idx="1351">
                  <c:v>8.0103541247484902</c:v>
                </c:pt>
                <c:pt idx="1352">
                  <c:v>8.0117849135630106</c:v>
                </c:pt>
                <c:pt idx="1353">
                  <c:v>8.0160830287849549</c:v>
                </c:pt>
                <c:pt idx="1354">
                  <c:v>8.0221971830985908</c:v>
                </c:pt>
                <c:pt idx="1355">
                  <c:v>8.0226322013714935</c:v>
                </c:pt>
                <c:pt idx="1356">
                  <c:v>8.0219976183632404</c:v>
                </c:pt>
                <c:pt idx="1357">
                  <c:v>8.0199280581447869</c:v>
                </c:pt>
                <c:pt idx="1358">
                  <c:v>8.0193281320576517</c:v>
                </c:pt>
                <c:pt idx="1359">
                  <c:v>8.020728945099167</c:v>
                </c:pt>
                <c:pt idx="1360">
                  <c:v>8.0217551020408155</c:v>
                </c:pt>
                <c:pt idx="1361">
                  <c:v>8.022753089968381</c:v>
                </c:pt>
                <c:pt idx="1362">
                  <c:v>8.0218130825770952</c:v>
                </c:pt>
                <c:pt idx="1363">
                  <c:v>8.0201178499568844</c:v>
                </c:pt>
                <c:pt idx="1364">
                  <c:v>8.021740565844043</c:v>
                </c:pt>
                <c:pt idx="1365">
                  <c:v>8.0220102656756875</c:v>
                </c:pt>
                <c:pt idx="1366">
                  <c:v>8.0196630394612569</c:v>
                </c:pt>
                <c:pt idx="1367">
                  <c:v>8.0184015932328663</c:v>
                </c:pt>
                <c:pt idx="1368">
                  <c:v>8.0218413337165853</c:v>
                </c:pt>
                <c:pt idx="1369">
                  <c:v>8.025146224284482</c:v>
                </c:pt>
                <c:pt idx="1370">
                  <c:v>8.025369687512832</c:v>
                </c:pt>
                <c:pt idx="1371">
                  <c:v>8.0252174270110466</c:v>
                </c:pt>
                <c:pt idx="1372">
                  <c:v>8.0252203835256442</c:v>
                </c:pt>
                <c:pt idx="1373">
                  <c:v>8.0261418305752876</c:v>
                </c:pt>
                <c:pt idx="1374">
                  <c:v>8.0255055229335195</c:v>
                </c:pt>
                <c:pt idx="1375">
                  <c:v>8.0215610397076329</c:v>
                </c:pt>
                <c:pt idx="1376">
                  <c:v>8.0190505481870815</c:v>
                </c:pt>
                <c:pt idx="1377">
                  <c:v>8.017649735145568</c:v>
                </c:pt>
                <c:pt idx="1378">
                  <c:v>8.018029236644356</c:v>
                </c:pt>
                <c:pt idx="1379">
                  <c:v>8.0205612450211472</c:v>
                </c:pt>
                <c:pt idx="1380">
                  <c:v>8.0225289697367881</c:v>
                </c:pt>
                <c:pt idx="1381">
                  <c:v>8.0205654334168273</c:v>
                </c:pt>
                <c:pt idx="1382">
                  <c:v>8.0181019176282184</c:v>
                </c:pt>
                <c:pt idx="1383">
                  <c:v>8.0182759413624609</c:v>
                </c:pt>
                <c:pt idx="1384">
                  <c:v>8.0209360653718225</c:v>
                </c:pt>
                <c:pt idx="1385">
                  <c:v>8.0223728493409432</c:v>
                </c:pt>
                <c:pt idx="1386">
                  <c:v>8.0221386276844751</c:v>
                </c:pt>
                <c:pt idx="1387">
                  <c:v>8.0203422165646945</c:v>
                </c:pt>
                <c:pt idx="1388">
                  <c:v>8.018511066398391</c:v>
                </c:pt>
                <c:pt idx="1389">
                  <c:v>8.0211382581201498</c:v>
                </c:pt>
                <c:pt idx="1390">
                  <c:v>8.0227824908635483</c:v>
                </c:pt>
                <c:pt idx="1391">
                  <c:v>8.0192301564488968</c:v>
                </c:pt>
                <c:pt idx="1392">
                  <c:v>8.0152940500143721</c:v>
                </c:pt>
                <c:pt idx="1393">
                  <c:v>8.0137425368537762</c:v>
                </c:pt>
                <c:pt idx="1394">
                  <c:v>8.016506631626493</c:v>
                </c:pt>
                <c:pt idx="1395">
                  <c:v>8.0185718391984562</c:v>
                </c:pt>
                <c:pt idx="1396">
                  <c:v>8.0180519032562731</c:v>
                </c:pt>
                <c:pt idx="1397">
                  <c:v>8.0153066152014123</c:v>
                </c:pt>
                <c:pt idx="1398">
                  <c:v>8.0131096784790383</c:v>
                </c:pt>
                <c:pt idx="1399">
                  <c:v>8.0134976388945915</c:v>
                </c:pt>
                <c:pt idx="1400">
                  <c:v>8.0147015152137318</c:v>
                </c:pt>
                <c:pt idx="1401">
                  <c:v>8.0149377900053373</c:v>
                </c:pt>
                <c:pt idx="1402">
                  <c:v>8.0157206093705096</c:v>
                </c:pt>
                <c:pt idx="1403">
                  <c:v>8.0174518129183259</c:v>
                </c:pt>
                <c:pt idx="1404">
                  <c:v>8.0196461216277264</c:v>
                </c:pt>
                <c:pt idx="1405">
                  <c:v>8.0221659754445032</c:v>
                </c:pt>
                <c:pt idx="1406">
                  <c:v>8.0214263540426227</c:v>
                </c:pt>
                <c:pt idx="1407">
                  <c:v>8.0191086108487664</c:v>
                </c:pt>
                <c:pt idx="1408">
                  <c:v>8.0180278405124632</c:v>
                </c:pt>
                <c:pt idx="1409">
                  <c:v>8.0184539071161662</c:v>
                </c:pt>
                <c:pt idx="1410">
                  <c:v>8.019982917915657</c:v>
                </c:pt>
                <c:pt idx="1411">
                  <c:v>8.0220905021968552</c:v>
                </c:pt>
                <c:pt idx="1412">
                  <c:v>8.0211157557590447</c:v>
                </c:pt>
                <c:pt idx="1413">
                  <c:v>8.0198652322095842</c:v>
                </c:pt>
                <c:pt idx="1414">
                  <c:v>8.0164643370426649</c:v>
                </c:pt>
                <c:pt idx="1415">
                  <c:v>8.0159578696669822</c:v>
                </c:pt>
                <c:pt idx="1416">
                  <c:v>8.0179094156777406</c:v>
                </c:pt>
                <c:pt idx="1417">
                  <c:v>8.016858046236603</c:v>
                </c:pt>
                <c:pt idx="1418">
                  <c:v>8.0138747587566215</c:v>
                </c:pt>
                <c:pt idx="1419">
                  <c:v>8.014228965630517</c:v>
                </c:pt>
                <c:pt idx="1420">
                  <c:v>8.0169900217632328</c:v>
                </c:pt>
                <c:pt idx="1421">
                  <c:v>8.0180804828973837</c:v>
                </c:pt>
                <c:pt idx="1422">
                  <c:v>8.0161660575699099</c:v>
                </c:pt>
                <c:pt idx="1423">
                  <c:v>8.0166708003120757</c:v>
                </c:pt>
                <c:pt idx="1424">
                  <c:v>8.0184632694123934</c:v>
                </c:pt>
                <c:pt idx="1425">
                  <c:v>8.017912125816121</c:v>
                </c:pt>
                <c:pt idx="1426">
                  <c:v>8.0170895577546908</c:v>
                </c:pt>
                <c:pt idx="1427">
                  <c:v>8.0162970475916726</c:v>
                </c:pt>
                <c:pt idx="1428">
                  <c:v>8.0152426395105323</c:v>
                </c:pt>
                <c:pt idx="1429">
                  <c:v>8.0136328994374413</c:v>
                </c:pt>
                <c:pt idx="1430">
                  <c:v>8.0137623290764992</c:v>
                </c:pt>
                <c:pt idx="1431">
                  <c:v>8.0169051040939507</c:v>
                </c:pt>
                <c:pt idx="1432">
                  <c:v>8.0194899191064763</c:v>
                </c:pt>
                <c:pt idx="1433">
                  <c:v>8.0161663860715304</c:v>
                </c:pt>
                <c:pt idx="1434">
                  <c:v>8.0138601404344438</c:v>
                </c:pt>
                <c:pt idx="1435">
                  <c:v>8.0161529175050301</c:v>
                </c:pt>
                <c:pt idx="1436">
                  <c:v>8.0191732435428893</c:v>
                </c:pt>
                <c:pt idx="1437">
                  <c:v>8.0195291750503017</c:v>
                </c:pt>
                <c:pt idx="1438">
                  <c:v>8.0197634788321768</c:v>
                </c:pt>
                <c:pt idx="1439">
                  <c:v>8.0188011333305962</c:v>
                </c:pt>
                <c:pt idx="1440">
                  <c:v>8.0177601938159562</c:v>
                </c:pt>
                <c:pt idx="1441">
                  <c:v>8.0158223627479153</c:v>
                </c:pt>
                <c:pt idx="1442">
                  <c:v>8.0151642097482849</c:v>
                </c:pt>
                <c:pt idx="1443">
                  <c:v>8.0183376175419863</c:v>
                </c:pt>
                <c:pt idx="1444">
                  <c:v>8.0217116577013101</c:v>
                </c:pt>
                <c:pt idx="1445">
                  <c:v>8.0199381595696622</c:v>
                </c:pt>
                <c:pt idx="1446">
                  <c:v>8.0165600131400652</c:v>
                </c:pt>
                <c:pt idx="1447">
                  <c:v>8.0162182893278029</c:v>
                </c:pt>
                <c:pt idx="1448">
                  <c:v>8.0174581365745485</c:v>
                </c:pt>
                <c:pt idx="1449">
                  <c:v>8.019259475218659</c:v>
                </c:pt>
                <c:pt idx="1450">
                  <c:v>8.0209538044594098</c:v>
                </c:pt>
                <c:pt idx="1451">
                  <c:v>8.0232628423602836</c:v>
                </c:pt>
                <c:pt idx="1452">
                  <c:v>8.0232035478175181</c:v>
                </c:pt>
                <c:pt idx="1453">
                  <c:v>8.0227012688375154</c:v>
                </c:pt>
                <c:pt idx="1454">
                  <c:v>8.0234613394653636</c:v>
                </c:pt>
                <c:pt idx="1455">
                  <c:v>8.0234730012729436</c:v>
                </c:pt>
                <c:pt idx="1456">
                  <c:v>8.020245472837022</c:v>
                </c:pt>
                <c:pt idx="1457">
                  <c:v>8.0201221204779696</c:v>
                </c:pt>
                <c:pt idx="1458">
                  <c:v>8.0224825688826833</c:v>
                </c:pt>
                <c:pt idx="1459">
                  <c:v>8.0221783763807331</c:v>
                </c:pt>
                <c:pt idx="1460">
                  <c:v>8.0211929536402078</c:v>
                </c:pt>
                <c:pt idx="1461">
                  <c:v>8.0226046893606533</c:v>
                </c:pt>
                <c:pt idx="1462">
                  <c:v>8.0257145320905021</c:v>
                </c:pt>
                <c:pt idx="1463">
                  <c:v>8.0264392887939877</c:v>
                </c:pt>
                <c:pt idx="1464">
                  <c:v>8.0220782655114355</c:v>
                </c:pt>
                <c:pt idx="1465">
                  <c:v>8.0194258612901894</c:v>
                </c:pt>
                <c:pt idx="1466">
                  <c:v>8.0203900956760972</c:v>
                </c:pt>
                <c:pt idx="1467">
                  <c:v>8.0220393380692325</c:v>
                </c:pt>
                <c:pt idx="1468">
                  <c:v>8.0231471276639432</c:v>
                </c:pt>
                <c:pt idx="1469">
                  <c:v>8.0227006118342707</c:v>
                </c:pt>
                <c:pt idx="1470">
                  <c:v>8.0250348622346319</c:v>
                </c:pt>
                <c:pt idx="1471">
                  <c:v>8.02602422699462</c:v>
                </c:pt>
                <c:pt idx="1472">
                  <c:v>8.0246779452223542</c:v>
                </c:pt>
                <c:pt idx="1473">
                  <c:v>8.0242630476737986</c:v>
                </c:pt>
                <c:pt idx="1474">
                  <c:v>8.0254782572988947</c:v>
                </c:pt>
                <c:pt idx="1475">
                  <c:v>8.0253328132057646</c:v>
                </c:pt>
                <c:pt idx="1476">
                  <c:v>8.0240760481254885</c:v>
                </c:pt>
                <c:pt idx="1477">
                  <c:v>8.0236975321315658</c:v>
                </c:pt>
                <c:pt idx="1478">
                  <c:v>8.0227388001478257</c:v>
                </c:pt>
                <c:pt idx="1479">
                  <c:v>8.0223665256847205</c:v>
                </c:pt>
                <c:pt idx="1480">
                  <c:v>8.0222681394489381</c:v>
                </c:pt>
                <c:pt idx="1481">
                  <c:v>8.0217117398267153</c:v>
                </c:pt>
                <c:pt idx="1482">
                  <c:v>8.0196797930439789</c:v>
                </c:pt>
                <c:pt idx="1483">
                  <c:v>8.0179736377448361</c:v>
                </c:pt>
                <c:pt idx="1484">
                  <c:v>8.0180083767913608</c:v>
                </c:pt>
                <c:pt idx="1485">
                  <c:v>8.0195373054654464</c:v>
                </c:pt>
                <c:pt idx="1486">
                  <c:v>8.0185472837022136</c:v>
                </c:pt>
                <c:pt idx="1487">
                  <c:v>8.0192737650392143</c:v>
                </c:pt>
                <c:pt idx="1488">
                  <c:v>8.0236892374656108</c:v>
                </c:pt>
                <c:pt idx="1489">
                  <c:v>8.0276610684515255</c:v>
                </c:pt>
                <c:pt idx="1490">
                  <c:v>8.0254852379583621</c:v>
                </c:pt>
                <c:pt idx="1491">
                  <c:v>8.0226548679834107</c:v>
                </c:pt>
                <c:pt idx="1492">
                  <c:v>8.0208596066193074</c:v>
                </c:pt>
                <c:pt idx="1493">
                  <c:v>8.0198454399868595</c:v>
                </c:pt>
                <c:pt idx="1494">
                  <c:v>8.0203433663203718</c:v>
                </c:pt>
                <c:pt idx="1495">
                  <c:v>8.019659918695849</c:v>
                </c:pt>
                <c:pt idx="1496">
                  <c:v>8.0198378023241492</c:v>
                </c:pt>
                <c:pt idx="1497">
                  <c:v>8.0193291996879239</c:v>
                </c:pt>
                <c:pt idx="1498">
                  <c:v>8.0182821007678733</c:v>
                </c:pt>
                <c:pt idx="1499">
                  <c:v>8.0202351250359296</c:v>
                </c:pt>
                <c:pt idx="1500">
                  <c:v>8.0216435757401552</c:v>
                </c:pt>
                <c:pt idx="1501">
                  <c:v>8.0231829343407384</c:v>
                </c:pt>
                <c:pt idx="1502">
                  <c:v>8.0229763068205155</c:v>
                </c:pt>
                <c:pt idx="1503">
                  <c:v>8.0204579312610349</c:v>
                </c:pt>
                <c:pt idx="1504">
                  <c:v>8.0182418593191809</c:v>
                </c:pt>
                <c:pt idx="1505">
                  <c:v>8.0137551020408164</c:v>
                </c:pt>
                <c:pt idx="1506">
                  <c:v>8.0117972323738353</c:v>
                </c:pt>
                <c:pt idx="1507">
                  <c:v>8.0148842442409567</c:v>
                </c:pt>
                <c:pt idx="1508">
                  <c:v>8.0175862522071206</c:v>
                </c:pt>
                <c:pt idx="1509">
                  <c:v>8.0154362090912823</c:v>
                </c:pt>
                <c:pt idx="1510">
                  <c:v>8.0106744959553247</c:v>
                </c:pt>
                <c:pt idx="1511">
                  <c:v>8.0090066110951419</c:v>
                </c:pt>
                <c:pt idx="1512">
                  <c:v>8.0108330801133327</c:v>
                </c:pt>
                <c:pt idx="1513">
                  <c:v>8.0122361926662009</c:v>
                </c:pt>
                <c:pt idx="1514">
                  <c:v>8.0123554387549785</c:v>
                </c:pt>
                <c:pt idx="1515">
                  <c:v>8.013515460107584</c:v>
                </c:pt>
                <c:pt idx="1516">
                  <c:v>8.0133550691906539</c:v>
                </c:pt>
                <c:pt idx="1517">
                  <c:v>8.0141613764217965</c:v>
                </c:pt>
                <c:pt idx="1518">
                  <c:v>8.01644856896481</c:v>
                </c:pt>
                <c:pt idx="1519">
                  <c:v>8.0178484786268633</c:v>
                </c:pt>
                <c:pt idx="1520">
                  <c:v>8.015158543095307</c:v>
                </c:pt>
                <c:pt idx="1521">
                  <c:v>8.0125206750708333</c:v>
                </c:pt>
                <c:pt idx="1522">
                  <c:v>8.0139885024432314</c:v>
                </c:pt>
                <c:pt idx="1523">
                  <c:v>8.0180166714573158</c:v>
                </c:pt>
                <c:pt idx="1524">
                  <c:v>8.0211032726974096</c:v>
                </c:pt>
                <c:pt idx="1525">
                  <c:v>8.0247696793002916</c:v>
                </c:pt>
                <c:pt idx="1526">
                  <c:v>8.027641522605018</c:v>
                </c:pt>
                <c:pt idx="1527">
                  <c:v>8.0283422165646936</c:v>
                </c:pt>
                <c:pt idx="1528">
                  <c:v>8.0261887241818251</c:v>
                </c:pt>
                <c:pt idx="1529">
                  <c:v>8.0235276146675982</c:v>
                </c:pt>
                <c:pt idx="1530">
                  <c:v>8.0189596353631991</c:v>
                </c:pt>
                <c:pt idx="1531">
                  <c:v>8.0158305752884651</c:v>
                </c:pt>
                <c:pt idx="1532">
                  <c:v>8.0157392518375552</c:v>
                </c:pt>
                <c:pt idx="1533">
                  <c:v>8.0180726809838632</c:v>
                </c:pt>
                <c:pt idx="1534">
                  <c:v>8.0191973884121062</c:v>
                </c:pt>
                <c:pt idx="1535">
                  <c:v>8.018258530776496</c:v>
                </c:pt>
                <c:pt idx="1536">
                  <c:v>8.0203217673387268</c:v>
                </c:pt>
                <c:pt idx="1537">
                  <c:v>8.020207202398062</c:v>
                </c:pt>
                <c:pt idx="1538">
                  <c:v>8.0193604894674166</c:v>
                </c:pt>
                <c:pt idx="1539">
                  <c:v>8.019151480310434</c:v>
                </c:pt>
                <c:pt idx="1540">
                  <c:v>8.018614133782286</c:v>
                </c:pt>
                <c:pt idx="1541">
                  <c:v>8.019229581571059</c:v>
                </c:pt>
                <c:pt idx="1542">
                  <c:v>8.0172478955364834</c:v>
                </c:pt>
                <c:pt idx="1543">
                  <c:v>8.0151252823060819</c:v>
                </c:pt>
                <c:pt idx="1544">
                  <c:v>8.0179871884367433</c:v>
                </c:pt>
                <c:pt idx="1545">
                  <c:v>8.0206545394817894</c:v>
                </c:pt>
                <c:pt idx="1546">
                  <c:v>8.0199724058637543</c:v>
                </c:pt>
                <c:pt idx="1547">
                  <c:v>8.0207060321110344</c:v>
                </c:pt>
                <c:pt idx="1548">
                  <c:v>8.022706689114278</c:v>
                </c:pt>
                <c:pt idx="1549">
                  <c:v>8.0210501375600547</c:v>
                </c:pt>
                <c:pt idx="1550">
                  <c:v>8.019648256888269</c:v>
                </c:pt>
                <c:pt idx="1551">
                  <c:v>8.0187011045867038</c:v>
                </c:pt>
                <c:pt idx="1552">
                  <c:v>8.0188270028333264</c:v>
                </c:pt>
                <c:pt idx="1553">
                  <c:v>8.0212584075883875</c:v>
                </c:pt>
                <c:pt idx="1554">
                  <c:v>8.0241467580996186</c:v>
                </c:pt>
                <c:pt idx="1555">
                  <c:v>8.0276006241530826</c:v>
                </c:pt>
                <c:pt idx="1556">
                  <c:v>8.0292308134521413</c:v>
                </c:pt>
                <c:pt idx="1557">
                  <c:v>8.029066973268181</c:v>
                </c:pt>
                <c:pt idx="1558">
                  <c:v>8.0270670553935854</c:v>
                </c:pt>
                <c:pt idx="1559">
                  <c:v>8.0268586211144424</c:v>
                </c:pt>
                <c:pt idx="1560">
                  <c:v>8.0264234385907276</c:v>
                </c:pt>
                <c:pt idx="1561">
                  <c:v>8.0254880302221494</c:v>
                </c:pt>
                <c:pt idx="1562">
                  <c:v>8.0246960128115639</c:v>
                </c:pt>
                <c:pt idx="1563">
                  <c:v>8.0260342462940919</c:v>
                </c:pt>
                <c:pt idx="1564">
                  <c:v>8.0294379337247985</c:v>
                </c:pt>
                <c:pt idx="1565">
                  <c:v>8.032426887857758</c:v>
                </c:pt>
                <c:pt idx="1566">
                  <c:v>8.0315970106352399</c:v>
                </c:pt>
                <c:pt idx="1567">
                  <c:v>8.0306920707920995</c:v>
                </c:pt>
                <c:pt idx="1568">
                  <c:v>8.0309747464378098</c:v>
                </c:pt>
                <c:pt idx="1569">
                  <c:v>8.0324525109842728</c:v>
                </c:pt>
                <c:pt idx="1570">
                  <c:v>8.0300758017492715</c:v>
                </c:pt>
                <c:pt idx="1571">
                  <c:v>8.0263294050014373</c:v>
                </c:pt>
                <c:pt idx="1572">
                  <c:v>8.025655483923952</c:v>
                </c:pt>
                <c:pt idx="1573">
                  <c:v>8.0272355767256602</c:v>
                </c:pt>
                <c:pt idx="1574">
                  <c:v>8.0299048166550318</c:v>
                </c:pt>
                <c:pt idx="1575">
                  <c:v>8.0311873691126348</c:v>
                </c:pt>
                <c:pt idx="1576">
                  <c:v>8.0316103970763351</c:v>
                </c:pt>
                <c:pt idx="1577">
                  <c:v>8.030126883751489</c:v>
                </c:pt>
                <c:pt idx="1578">
                  <c:v>8.0287093171272534</c:v>
                </c:pt>
                <c:pt idx="1579">
                  <c:v>8.0297403194678267</c:v>
                </c:pt>
                <c:pt idx="1580">
                  <c:v>8.0308303699749519</c:v>
                </c:pt>
                <c:pt idx="1581">
                  <c:v>8.0263966657085373</c:v>
                </c:pt>
                <c:pt idx="1582">
                  <c:v>8.0210884079990148</c:v>
                </c:pt>
                <c:pt idx="1583">
                  <c:v>8.0204939843140473</c:v>
                </c:pt>
                <c:pt idx="1584">
                  <c:v>8.0209685049069925</c:v>
                </c:pt>
                <c:pt idx="1585">
                  <c:v>8.0220602800476328</c:v>
                </c:pt>
                <c:pt idx="1586">
                  <c:v>8.0216711698764005</c:v>
                </c:pt>
                <c:pt idx="1587">
                  <c:v>8.0216850490699301</c:v>
                </c:pt>
                <c:pt idx="1588">
                  <c:v>8.0240951833449685</c:v>
                </c:pt>
                <c:pt idx="1589">
                  <c:v>8.0271500841785404</c:v>
                </c:pt>
                <c:pt idx="1590">
                  <c:v>8.0295524165400565</c:v>
                </c:pt>
                <c:pt idx="1591">
                  <c:v>8.0294155134890985</c:v>
                </c:pt>
                <c:pt idx="1592">
                  <c:v>8.0267827372397651</c:v>
                </c:pt>
                <c:pt idx="1593">
                  <c:v>8.0257629860797444</c:v>
                </c:pt>
                <c:pt idx="1594">
                  <c:v>8.0262234632283498</c:v>
                </c:pt>
                <c:pt idx="1595">
                  <c:v>8.027137272615283</c:v>
                </c:pt>
                <c:pt idx="1596">
                  <c:v>8.0283764628587857</c:v>
                </c:pt>
                <c:pt idx="1597">
                  <c:v>8.0288977128074563</c:v>
                </c:pt>
                <c:pt idx="1598">
                  <c:v>8.0305960661930769</c:v>
                </c:pt>
                <c:pt idx="1599">
                  <c:v>8.0313653348663401</c:v>
                </c:pt>
                <c:pt idx="1600">
                  <c:v>8.0314025376750298</c:v>
                </c:pt>
                <c:pt idx="1601">
                  <c:v>8.0290121956227161</c:v>
                </c:pt>
                <c:pt idx="1602">
                  <c:v>8.028412351660986</c:v>
                </c:pt>
                <c:pt idx="1603">
                  <c:v>8.0304338685172265</c:v>
                </c:pt>
                <c:pt idx="1604">
                  <c:v>8.0295037161745988</c:v>
                </c:pt>
                <c:pt idx="1605">
                  <c:v>8.0276087545682255</c:v>
                </c:pt>
                <c:pt idx="1606">
                  <c:v>8.0237523919024358</c:v>
                </c:pt>
                <c:pt idx="1607">
                  <c:v>8.019030181086519</c:v>
                </c:pt>
                <c:pt idx="1608">
                  <c:v>8.0191186301482364</c:v>
                </c:pt>
                <c:pt idx="1609">
                  <c:v>8.0230395433827457</c:v>
                </c:pt>
                <c:pt idx="1610">
                  <c:v>8.0285774237260288</c:v>
                </c:pt>
                <c:pt idx="1611">
                  <c:v>8.0311006446844324</c:v>
                </c:pt>
                <c:pt idx="1612">
                  <c:v>8.0340728452346735</c:v>
                </c:pt>
                <c:pt idx="1613">
                  <c:v>8.0364738635897019</c:v>
                </c:pt>
                <c:pt idx="1614">
                  <c:v>8.037267934135425</c:v>
                </c:pt>
                <c:pt idx="1615">
                  <c:v>8.0371313595860876</c:v>
                </c:pt>
                <c:pt idx="1616">
                  <c:v>8.0335513489097856</c:v>
                </c:pt>
                <c:pt idx="1617">
                  <c:v>8.0330026690756782</c:v>
                </c:pt>
                <c:pt idx="1618">
                  <c:v>8.0341216277255363</c:v>
                </c:pt>
                <c:pt idx="1619">
                  <c:v>8.0337125610807707</c:v>
                </c:pt>
                <c:pt idx="1620">
                  <c:v>8.0327014330883255</c:v>
                </c:pt>
                <c:pt idx="1621">
                  <c:v>8.033722005502403</c:v>
                </c:pt>
                <c:pt idx="1622">
                  <c:v>8.0353841415841991</c:v>
                </c:pt>
                <c:pt idx="1623">
                  <c:v>8.0345032644848686</c:v>
                </c:pt>
                <c:pt idx="1624">
                  <c:v>8.0334821993183585</c:v>
                </c:pt>
                <c:pt idx="1625">
                  <c:v>8.0304838828891718</c:v>
                </c:pt>
                <c:pt idx="1626">
                  <c:v>8.0292071613353588</c:v>
                </c:pt>
                <c:pt idx="1627">
                  <c:v>8.0299402948302063</c:v>
                </c:pt>
                <c:pt idx="1628">
                  <c:v>8.0320723524822402</c:v>
                </c:pt>
                <c:pt idx="1629">
                  <c:v>8.0326888679012853</c:v>
                </c:pt>
                <c:pt idx="1630">
                  <c:v>8.0315516774114073</c:v>
                </c:pt>
                <c:pt idx="1631">
                  <c:v>8.0310009444421624</c:v>
                </c:pt>
                <c:pt idx="1632">
                  <c:v>8.0340986326119985</c:v>
                </c:pt>
                <c:pt idx="1633">
                  <c:v>8.0361716420974822</c:v>
                </c:pt>
                <c:pt idx="1634">
                  <c:v>8.0352304849505192</c:v>
                </c:pt>
                <c:pt idx="1635">
                  <c:v>8.0341734488564036</c:v>
                </c:pt>
                <c:pt idx="1636">
                  <c:v>8.0370202439124547</c:v>
                </c:pt>
                <c:pt idx="1637">
                  <c:v>8.0395697450006161</c:v>
                </c:pt>
                <c:pt idx="1638">
                  <c:v>8.039867942347966</c:v>
                </c:pt>
                <c:pt idx="1639">
                  <c:v>8.0385615735227685</c:v>
                </c:pt>
                <c:pt idx="1640">
                  <c:v>8.0397436044840465</c:v>
                </c:pt>
                <c:pt idx="1641">
                  <c:v>8.0394284071777609</c:v>
                </c:pt>
                <c:pt idx="1642">
                  <c:v>8.0376946577423727</c:v>
                </c:pt>
                <c:pt idx="1643">
                  <c:v>8.0395307354330061</c:v>
                </c:pt>
                <c:pt idx="1644">
                  <c:v>8.0425285591097602</c:v>
                </c:pt>
                <c:pt idx="1645">
                  <c:v>8.0408817804787915</c:v>
                </c:pt>
                <c:pt idx="1646">
                  <c:v>8.0358332854268468</c:v>
                </c:pt>
                <c:pt idx="1647">
                  <c:v>8.034702007966164</c:v>
                </c:pt>
                <c:pt idx="1648">
                  <c:v>8.0404130086642311</c:v>
                </c:pt>
                <c:pt idx="1649">
                  <c:v>8.0464537428653546</c:v>
                </c:pt>
                <c:pt idx="1650">
                  <c:v>8.0495368127130131</c:v>
                </c:pt>
                <c:pt idx="1651">
                  <c:v>8.0509161910236937</c:v>
                </c:pt>
                <c:pt idx="1652">
                  <c:v>8.0513420112511813</c:v>
                </c:pt>
                <c:pt idx="1653">
                  <c:v>8.0502954872089685</c:v>
                </c:pt>
                <c:pt idx="1654">
                  <c:v>8.0515924116125319</c:v>
                </c:pt>
                <c:pt idx="1655">
                  <c:v>8.0534478708988626</c:v>
                </c:pt>
                <c:pt idx="1656">
                  <c:v>8.0533282963084627</c:v>
                </c:pt>
                <c:pt idx="1657">
                  <c:v>8.0529593889869826</c:v>
                </c:pt>
                <c:pt idx="1658">
                  <c:v>8.0512018231840017</c:v>
                </c:pt>
                <c:pt idx="1659">
                  <c:v>8.0536007884038927</c:v>
                </c:pt>
                <c:pt idx="1660">
                  <c:v>8.0548646983944483</c:v>
                </c:pt>
                <c:pt idx="1661">
                  <c:v>8.0514164168685589</c:v>
                </c:pt>
                <c:pt idx="1662">
                  <c:v>8.052713834024555</c:v>
                </c:pt>
                <c:pt idx="1663">
                  <c:v>8.0556632858374737</c:v>
                </c:pt>
                <c:pt idx="1664">
                  <c:v>8.0549904323902606</c:v>
                </c:pt>
                <c:pt idx="1665">
                  <c:v>8.0552432965137761</c:v>
                </c:pt>
                <c:pt idx="1666">
                  <c:v>8.0570113743686615</c:v>
                </c:pt>
                <c:pt idx="1667">
                  <c:v>8.0602431733256683</c:v>
                </c:pt>
                <c:pt idx="1668">
                  <c:v>8.0649858333675528</c:v>
                </c:pt>
                <c:pt idx="1669">
                  <c:v>8.0713274750544084</c:v>
                </c:pt>
                <c:pt idx="1670">
                  <c:v>8.0774007309161089</c:v>
                </c:pt>
                <c:pt idx="1671">
                  <c:v>8.0811823594629004</c:v>
                </c:pt>
                <c:pt idx="1672">
                  <c:v>8.0823767092350014</c:v>
                </c:pt>
                <c:pt idx="1673">
                  <c:v>8.0855853488276601</c:v>
                </c:pt>
                <c:pt idx="1674">
                  <c:v>8.0898131647025</c:v>
                </c:pt>
                <c:pt idx="1675">
                  <c:v>8.0937371165770138</c:v>
                </c:pt>
                <c:pt idx="1676">
                  <c:v>8.0992083110910364</c:v>
                </c:pt>
                <c:pt idx="1677">
                  <c:v>8.1063499363528102</c:v>
                </c:pt>
                <c:pt idx="1678">
                  <c:v>8.1139366813123637</c:v>
                </c:pt>
                <c:pt idx="1679">
                  <c:v>8.1198349279349564</c:v>
                </c:pt>
                <c:pt idx="1680">
                  <c:v>8.1257307107953842</c:v>
                </c:pt>
                <c:pt idx="1681">
                  <c:v>8.1358814109144664</c:v>
                </c:pt>
                <c:pt idx="1682">
                  <c:v>8.1493064509506024</c:v>
                </c:pt>
                <c:pt idx="1683">
                  <c:v>8.1636373342093371</c:v>
                </c:pt>
                <c:pt idx="1684">
                  <c:v>8.181432267071818</c:v>
                </c:pt>
                <c:pt idx="1685">
                  <c:v>8.2002463762164819</c:v>
                </c:pt>
                <c:pt idx="1686">
                  <c:v>8.2225951628136169</c:v>
                </c:pt>
                <c:pt idx="1687">
                  <c:v>8.2495183344967771</c:v>
                </c:pt>
                <c:pt idx="1688">
                  <c:v>8.2848503264484865</c:v>
                </c:pt>
                <c:pt idx="1689">
                  <c:v>8.3332410791278289</c:v>
                </c:pt>
                <c:pt idx="1690">
                  <c:v>8.3963511682338936</c:v>
                </c:pt>
                <c:pt idx="1691">
                  <c:v>8.464215497064016</c:v>
                </c:pt>
                <c:pt idx="1692">
                  <c:v>8.5229983985545932</c:v>
                </c:pt>
                <c:pt idx="1693">
                  <c:v>8.5622461298402666</c:v>
                </c:pt>
                <c:pt idx="1694">
                  <c:v>8.5746618486428776</c:v>
                </c:pt>
                <c:pt idx="1695">
                  <c:v>8.5670759249373791</c:v>
                </c:pt>
                <c:pt idx="1696">
                  <c:v>8.5508454810495635</c:v>
                </c:pt>
                <c:pt idx="1697">
                  <c:v>8.536872664558782</c:v>
                </c:pt>
                <c:pt idx="1698">
                  <c:v>8.5275563585595204</c:v>
                </c:pt>
                <c:pt idx="1699">
                  <c:v>8.5264649119205025</c:v>
                </c:pt>
                <c:pt idx="1700">
                  <c:v>8.5397281649078138</c:v>
                </c:pt>
                <c:pt idx="1701">
                  <c:v>8.5681813328953318</c:v>
                </c:pt>
                <c:pt idx="1702">
                  <c:v>8.6104906992978272</c:v>
                </c:pt>
                <c:pt idx="1703">
                  <c:v>8.6646795056050596</c:v>
                </c:pt>
                <c:pt idx="1704">
                  <c:v>8.7327491479489172</c:v>
                </c:pt>
                <c:pt idx="1705">
                  <c:v>8.8175920831109096</c:v>
                </c:pt>
                <c:pt idx="1706">
                  <c:v>8.9228760317004063</c:v>
                </c:pt>
                <c:pt idx="1707">
                  <c:v>9.0530119492464998</c:v>
                </c:pt>
                <c:pt idx="1708">
                  <c:v>9.2131811275818176</c:v>
                </c:pt>
                <c:pt idx="1709">
                  <c:v>9.4117357204451189</c:v>
                </c:pt>
                <c:pt idx="1710">
                  <c:v>9.6521660575699091</c:v>
                </c:pt>
                <c:pt idx="1711">
                  <c:v>9.9475465035108606</c:v>
                </c:pt>
                <c:pt idx="1712">
                  <c:v>10.325881821541493</c:v>
                </c:pt>
                <c:pt idx="1713">
                  <c:v>10.834944360037777</c:v>
                </c:pt>
                <c:pt idx="1714">
                  <c:v>11.55788609206258</c:v>
                </c:pt>
                <c:pt idx="1715">
                  <c:v>12.613764217960826</c:v>
                </c:pt>
                <c:pt idx="1716">
                  <c:v>14.141346035396049</c:v>
                </c:pt>
                <c:pt idx="1717">
                  <c:v>16.228144376462858</c:v>
                </c:pt>
                <c:pt idx="1718">
                  <c:v>18.657413870980989</c:v>
                </c:pt>
                <c:pt idx="1719">
                  <c:v>20.74561655648175</c:v>
                </c:pt>
                <c:pt idx="1720">
                  <c:v>22.031618281115261</c:v>
                </c:pt>
                <c:pt idx="1721">
                  <c:v>22.245308586211145</c:v>
                </c:pt>
                <c:pt idx="1722">
                  <c:v>21.347842154970639</c:v>
                </c:pt>
                <c:pt idx="1723">
                  <c:v>19.77579764300086</c:v>
                </c:pt>
                <c:pt idx="1724">
                  <c:v>17.992033835667062</c:v>
                </c:pt>
                <c:pt idx="1725">
                  <c:v>16.24407670512873</c:v>
                </c:pt>
                <c:pt idx="1726">
                  <c:v>14.672089680942801</c:v>
                </c:pt>
                <c:pt idx="1727">
                  <c:v>13.376922761056132</c:v>
                </c:pt>
                <c:pt idx="1728">
                  <c:v>12.361474972282675</c:v>
                </c:pt>
                <c:pt idx="1729">
                  <c:v>11.567724715640782</c:v>
                </c:pt>
                <c:pt idx="1730">
                  <c:v>10.930250893113785</c:v>
                </c:pt>
                <c:pt idx="1731">
                  <c:v>10.417492711370262</c:v>
                </c:pt>
                <c:pt idx="1732">
                  <c:v>10.005740565844043</c:v>
                </c:pt>
                <c:pt idx="1733">
                  <c:v>9.6742249414856474</c:v>
                </c:pt>
                <c:pt idx="1734">
                  <c:v>9.4073994990350265</c:v>
                </c:pt>
                <c:pt idx="1735">
                  <c:v>9.1998603868106592</c:v>
                </c:pt>
                <c:pt idx="1736">
                  <c:v>9.0375641604730426</c:v>
                </c:pt>
                <c:pt idx="1737">
                  <c:v>8.9121176035806684</c:v>
                </c:pt>
                <c:pt idx="1738">
                  <c:v>8.8191754609288378</c:v>
                </c:pt>
                <c:pt idx="1739">
                  <c:v>8.7508471235576728</c:v>
                </c:pt>
                <c:pt idx="1740">
                  <c:v>8.6983032891224905</c:v>
                </c:pt>
                <c:pt idx="1741">
                  <c:v>8.6635675276146671</c:v>
                </c:pt>
                <c:pt idx="1742">
                  <c:v>8.6475760686568393</c:v>
                </c:pt>
                <c:pt idx="1743">
                  <c:v>8.6485886749065823</c:v>
                </c:pt>
                <c:pt idx="1744">
                  <c:v>8.6660050096497354</c:v>
                </c:pt>
                <c:pt idx="1745">
                  <c:v>8.6928337371165778</c:v>
                </c:pt>
                <c:pt idx="1746">
                  <c:v>8.7106032111033542</c:v>
                </c:pt>
                <c:pt idx="1747">
                  <c:v>8.7098189134808859</c:v>
                </c:pt>
                <c:pt idx="1748">
                  <c:v>8.6813731367798628</c:v>
                </c:pt>
                <c:pt idx="1749">
                  <c:v>8.6300661109514234</c:v>
                </c:pt>
                <c:pt idx="1750">
                  <c:v>8.5681189175871548</c:v>
                </c:pt>
                <c:pt idx="1751">
                  <c:v>8.5038943867285344</c:v>
                </c:pt>
                <c:pt idx="1752">
                  <c:v>8.4437243871391612</c:v>
                </c:pt>
                <c:pt idx="1753">
                  <c:v>8.3891561614585477</c:v>
                </c:pt>
                <c:pt idx="1754">
                  <c:v>8.3470726399211603</c:v>
                </c:pt>
                <c:pt idx="1755">
                  <c:v>8.3147127663942832</c:v>
                </c:pt>
                <c:pt idx="1756">
                  <c:v>8.2850195047838042</c:v>
                </c:pt>
                <c:pt idx="1757">
                  <c:v>8.2611210117849954</c:v>
                </c:pt>
                <c:pt idx="1758">
                  <c:v>8.2438319714203594</c:v>
                </c:pt>
                <c:pt idx="1759">
                  <c:v>8.2319205026074815</c:v>
                </c:pt>
                <c:pt idx="1760">
                  <c:v>8.2191023693179481</c:v>
                </c:pt>
                <c:pt idx="1761">
                  <c:v>8.2063384387960419</c:v>
                </c:pt>
                <c:pt idx="1762">
                  <c:v>8.1964283661150574</c:v>
                </c:pt>
                <c:pt idx="1763">
                  <c:v>8.1886042787336262</c:v>
                </c:pt>
                <c:pt idx="1764">
                  <c:v>8.1785923705498291</c:v>
                </c:pt>
                <c:pt idx="1765">
                  <c:v>8.1706253849628379</c:v>
                </c:pt>
                <c:pt idx="1766">
                  <c:v>8.1635404262308544</c:v>
                </c:pt>
                <c:pt idx="1767">
                  <c:v>8.1589060895988172</c:v>
                </c:pt>
                <c:pt idx="1768">
                  <c:v>8.1542011251180551</c:v>
                </c:pt>
                <c:pt idx="1769">
                  <c:v>8.1489163552745048</c:v>
                </c:pt>
                <c:pt idx="1770">
                  <c:v>8.1427717324354294</c:v>
                </c:pt>
                <c:pt idx="1771">
                  <c:v>8.1401445407136706</c:v>
                </c:pt>
                <c:pt idx="1772">
                  <c:v>8.1390563790908725</c:v>
                </c:pt>
                <c:pt idx="1773">
                  <c:v>8.1367502977045945</c:v>
                </c:pt>
                <c:pt idx="1774">
                  <c:v>8.1333560546955201</c:v>
                </c:pt>
                <c:pt idx="1775">
                  <c:v>8.1285139407875828</c:v>
                </c:pt>
                <c:pt idx="1776">
                  <c:v>8.1214462283907523</c:v>
                </c:pt>
                <c:pt idx="1777">
                  <c:v>8.1178015028949204</c:v>
                </c:pt>
                <c:pt idx="1778">
                  <c:v>8.1148581283620089</c:v>
                </c:pt>
                <c:pt idx="1779">
                  <c:v>8.1099700242269943</c:v>
                </c:pt>
                <c:pt idx="1780">
                  <c:v>8.1040569950314136</c:v>
                </c:pt>
                <c:pt idx="1781">
                  <c:v>8.0995647353508815</c:v>
                </c:pt>
                <c:pt idx="1782">
                  <c:v>8.0923294871268432</c:v>
                </c:pt>
                <c:pt idx="1783">
                  <c:v>8.0849833696053874</c:v>
                </c:pt>
                <c:pt idx="1784">
                  <c:v>8.0819384880712857</c:v>
                </c:pt>
                <c:pt idx="1785">
                  <c:v>8.0835798464254918</c:v>
                </c:pt>
                <c:pt idx="1786">
                  <c:v>8.0838204738635895</c:v>
                </c:pt>
                <c:pt idx="1787">
                  <c:v>8.0830419250195042</c:v>
                </c:pt>
                <c:pt idx="1788">
                  <c:v>8.0798432226009123</c:v>
                </c:pt>
                <c:pt idx="1789">
                  <c:v>8.075835913439823</c:v>
                </c:pt>
                <c:pt idx="1790">
                  <c:v>8.0746862398883099</c:v>
                </c:pt>
                <c:pt idx="1791">
                  <c:v>8.0742866176651749</c:v>
                </c:pt>
                <c:pt idx="1792">
                  <c:v>8.0747316552375477</c:v>
                </c:pt>
                <c:pt idx="1793">
                  <c:v>8.0726162690428289</c:v>
                </c:pt>
                <c:pt idx="1794">
                  <c:v>8.0726225105736464</c:v>
                </c:pt>
                <c:pt idx="1795">
                  <c:v>8.0745005543464874</c:v>
                </c:pt>
                <c:pt idx="1796">
                  <c:v>8.0729290847123565</c:v>
                </c:pt>
                <c:pt idx="1797">
                  <c:v>8.0706071531228183</c:v>
                </c:pt>
                <c:pt idx="1798">
                  <c:v>8.0684601486469845</c:v>
                </c:pt>
                <c:pt idx="1799">
                  <c:v>8.0664475834599436</c:v>
                </c:pt>
                <c:pt idx="1800">
                  <c:v>8.0638937297252902</c:v>
                </c:pt>
                <c:pt idx="1801">
                  <c:v>8.0637824498008452</c:v>
                </c:pt>
                <c:pt idx="1802">
                  <c:v>8.0639165605880176</c:v>
                </c:pt>
                <c:pt idx="1803">
                  <c:v>8.0622935161992366</c:v>
                </c:pt>
                <c:pt idx="1804">
                  <c:v>8.0605761097195412</c:v>
                </c:pt>
                <c:pt idx="1805">
                  <c:v>8.0603200427052109</c:v>
                </c:pt>
                <c:pt idx="1806">
                  <c:v>8.0604828152589008</c:v>
                </c:pt>
                <c:pt idx="1807">
                  <c:v>8.0611348088531187</c:v>
                </c:pt>
                <c:pt idx="1808">
                  <c:v>8.0625491725865395</c:v>
                </c:pt>
                <c:pt idx="1809">
                  <c:v>8.062490617172422</c:v>
                </c:pt>
                <c:pt idx="1810">
                  <c:v>8.0599277296431655</c:v>
                </c:pt>
                <c:pt idx="1811">
                  <c:v>8.05803334291463</c:v>
                </c:pt>
                <c:pt idx="1812">
                  <c:v>8.0589331909826303</c:v>
                </c:pt>
                <c:pt idx="1813">
                  <c:v>8.0587184330472628</c:v>
                </c:pt>
                <c:pt idx="1814">
                  <c:v>8.0547279595943007</c:v>
                </c:pt>
                <c:pt idx="1815">
                  <c:v>8.051790333839774</c:v>
                </c:pt>
                <c:pt idx="1816">
                  <c:v>8.051394735761507</c:v>
                </c:pt>
                <c:pt idx="1817">
                  <c:v>8.0494226583993758</c:v>
                </c:pt>
                <c:pt idx="1818">
                  <c:v>8.0485435059335604</c:v>
                </c:pt>
                <c:pt idx="1819">
                  <c:v>8.0487590851229829</c:v>
                </c:pt>
                <c:pt idx="1820">
                  <c:v>8.0479552416540052</c:v>
                </c:pt>
                <c:pt idx="1821">
                  <c:v>8.0467412639099898</c:v>
                </c:pt>
                <c:pt idx="1822">
                  <c:v>8.0450654950108813</c:v>
                </c:pt>
                <c:pt idx="1823">
                  <c:v>8.0452814027019262</c:v>
                </c:pt>
                <c:pt idx="1824">
                  <c:v>8.0459843140475513</c:v>
                </c:pt>
                <c:pt idx="1825">
                  <c:v>8.0458845316798744</c:v>
                </c:pt>
                <c:pt idx="1826">
                  <c:v>8.0454186342545064</c:v>
                </c:pt>
                <c:pt idx="1827">
                  <c:v>8.044047632735186</c:v>
                </c:pt>
                <c:pt idx="1828">
                  <c:v>8.0419255943826222</c:v>
                </c:pt>
                <c:pt idx="1829">
                  <c:v>8.0427692686732648</c:v>
                </c:pt>
                <c:pt idx="1830">
                  <c:v>8.0420822075308998</c:v>
                </c:pt>
                <c:pt idx="1831">
                  <c:v>8.0398594834311989</c:v>
                </c:pt>
                <c:pt idx="1832">
                  <c:v>8.0388582926128205</c:v>
                </c:pt>
                <c:pt idx="1833">
                  <c:v>8.0365682256806146</c:v>
                </c:pt>
                <c:pt idx="1834">
                  <c:v>8.0370267318194877</c:v>
                </c:pt>
                <c:pt idx="1835">
                  <c:v>8.0395650638525034</c:v>
                </c:pt>
                <c:pt idx="1836">
                  <c:v>8.041240914877017</c:v>
                </c:pt>
                <c:pt idx="1837">
                  <c:v>8.0423451730792923</c:v>
                </c:pt>
                <c:pt idx="1838">
                  <c:v>8.0409587319837392</c:v>
                </c:pt>
                <c:pt idx="1839">
                  <c:v>8.0373325668295479</c:v>
                </c:pt>
                <c:pt idx="1840">
                  <c:v>8.0364706606988872</c:v>
                </c:pt>
                <c:pt idx="1841">
                  <c:v>8.0402395598078265</c:v>
                </c:pt>
                <c:pt idx="1842">
                  <c:v>8.0404427380610191</c:v>
                </c:pt>
                <c:pt idx="1843">
                  <c:v>8.0371832628423601</c:v>
                </c:pt>
                <c:pt idx="1844">
                  <c:v>8.0373287890608953</c:v>
                </c:pt>
                <c:pt idx="1845">
                  <c:v>8.0385678971789929</c:v>
                </c:pt>
                <c:pt idx="1846">
                  <c:v>8.0382435018272904</c:v>
                </c:pt>
                <c:pt idx="1847">
                  <c:v>8.0366346651336595</c:v>
                </c:pt>
                <c:pt idx="1848">
                  <c:v>8.0383464870857804</c:v>
                </c:pt>
                <c:pt idx="1849">
                  <c:v>8.0392758181743531</c:v>
                </c:pt>
                <c:pt idx="1850">
                  <c:v>8.0389726111772681</c:v>
                </c:pt>
                <c:pt idx="1851">
                  <c:v>8.0395721266373759</c:v>
                </c:pt>
                <c:pt idx="1852">
                  <c:v>8.0391838377201985</c:v>
                </c:pt>
                <c:pt idx="1853">
                  <c:v>8.0399048166550315</c:v>
                </c:pt>
                <c:pt idx="1854">
                  <c:v>8.0392322917094408</c:v>
                </c:pt>
                <c:pt idx="1855">
                  <c:v>8.0385740565844053</c:v>
                </c:pt>
                <c:pt idx="1856">
                  <c:v>8.0391973062867006</c:v>
                </c:pt>
                <c:pt idx="1857">
                  <c:v>8.0379990966205401</c:v>
                </c:pt>
                <c:pt idx="1858">
                  <c:v>8.033762575452716</c:v>
                </c:pt>
                <c:pt idx="1859">
                  <c:v>8.0288292202192757</c:v>
                </c:pt>
                <c:pt idx="1860">
                  <c:v>8.028069231716831</c:v>
                </c:pt>
                <c:pt idx="1861">
                  <c:v>8.0312625959840673</c:v>
                </c:pt>
                <c:pt idx="1862">
                  <c:v>8.0327784667186801</c:v>
                </c:pt>
                <c:pt idx="1863">
                  <c:v>8.0311548474520595</c:v>
                </c:pt>
                <c:pt idx="1864">
                  <c:v>8.0329928961524253</c:v>
                </c:pt>
                <c:pt idx="1865">
                  <c:v>8.0343186465733183</c:v>
                </c:pt>
                <c:pt idx="1866">
                  <c:v>8.0349300702172215</c:v>
                </c:pt>
                <c:pt idx="1867">
                  <c:v>8.0355538126719495</c:v>
                </c:pt>
                <c:pt idx="1868">
                  <c:v>8.0318420728452349</c:v>
                </c:pt>
                <c:pt idx="1869">
                  <c:v>8.0303297335030592</c:v>
                </c:pt>
                <c:pt idx="1870">
                  <c:v>8.0297119862029316</c:v>
                </c:pt>
                <c:pt idx="1871">
                  <c:v>8.0303055886338441</c:v>
                </c:pt>
                <c:pt idx="1872">
                  <c:v>8.0309186547858573</c:v>
                </c:pt>
                <c:pt idx="1873">
                  <c:v>8.0319795507740324</c:v>
                </c:pt>
                <c:pt idx="1874">
                  <c:v>8.0311949246499399</c:v>
                </c:pt>
                <c:pt idx="1875">
                  <c:v>8.0273076828316832</c:v>
                </c:pt>
                <c:pt idx="1876">
                  <c:v>8.0260203671005623</c:v>
                </c:pt>
                <c:pt idx="1877">
                  <c:v>8.0261659754445045</c:v>
                </c:pt>
                <c:pt idx="1878">
                  <c:v>8.0276710877509956</c:v>
                </c:pt>
                <c:pt idx="1879">
                  <c:v>8.0263493614749724</c:v>
                </c:pt>
                <c:pt idx="1880">
                  <c:v>8.0254423684966945</c:v>
                </c:pt>
                <c:pt idx="1881">
                  <c:v>8.0271670841374778</c:v>
                </c:pt>
                <c:pt idx="1882">
                  <c:v>8.0264364965302022</c:v>
                </c:pt>
                <c:pt idx="1883">
                  <c:v>8.0262399704348546</c:v>
                </c:pt>
                <c:pt idx="1884">
                  <c:v>8.0305785734817068</c:v>
                </c:pt>
                <c:pt idx="1885">
                  <c:v>8.0347305876072763</c:v>
                </c:pt>
                <c:pt idx="1886">
                  <c:v>8.0353870159733916</c:v>
                </c:pt>
                <c:pt idx="1887">
                  <c:v>8.0341732846055933</c:v>
                </c:pt>
                <c:pt idx="1888">
                  <c:v>8.0343701392025615</c:v>
                </c:pt>
                <c:pt idx="1889">
                  <c:v>8.0343455837063189</c:v>
                </c:pt>
                <c:pt idx="1890">
                  <c:v>8.0350920215168564</c:v>
                </c:pt>
                <c:pt idx="1891">
                  <c:v>8.0353979386523218</c:v>
                </c:pt>
                <c:pt idx="1892">
                  <c:v>8.0340166714573158</c:v>
                </c:pt>
                <c:pt idx="1893">
                  <c:v>8.0324060280047629</c:v>
                </c:pt>
                <c:pt idx="1894">
                  <c:v>8.0301454440931295</c:v>
                </c:pt>
                <c:pt idx="1895">
                  <c:v>8.0277592083110907</c:v>
                </c:pt>
                <c:pt idx="1896">
                  <c:v>8.0255065084383848</c:v>
                </c:pt>
                <c:pt idx="1897">
                  <c:v>8.0240716133535912</c:v>
                </c:pt>
                <c:pt idx="1898">
                  <c:v>8.0242124584240138</c:v>
                </c:pt>
                <c:pt idx="1899">
                  <c:v>8.0263356465322548</c:v>
                </c:pt>
                <c:pt idx="1900">
                  <c:v>8.0286122448979587</c:v>
                </c:pt>
                <c:pt idx="1901">
                  <c:v>8.0294475423972411</c:v>
                </c:pt>
                <c:pt idx="1902">
                  <c:v>8.0295700735022386</c:v>
                </c:pt>
                <c:pt idx="1903">
                  <c:v>8.0309010799490821</c:v>
                </c:pt>
                <c:pt idx="1904">
                  <c:v>8.0286096168849834</c:v>
                </c:pt>
                <c:pt idx="1905">
                  <c:v>8.0255844454481995</c:v>
                </c:pt>
                <c:pt idx="1906">
                  <c:v>8.0246589742536862</c:v>
                </c:pt>
                <c:pt idx="1907">
                  <c:v>8.0250190120313718</c:v>
                </c:pt>
                <c:pt idx="1908">
                  <c:v>8.0255378803432844</c:v>
                </c:pt>
                <c:pt idx="1909">
                  <c:v>8.0254192912577498</c:v>
                </c:pt>
                <c:pt idx="1910">
                  <c:v>8.0260356424259847</c:v>
                </c:pt>
                <c:pt idx="1911">
                  <c:v>8.0267135876483398</c:v>
                </c:pt>
                <c:pt idx="1912">
                  <c:v>8.0278216236192659</c:v>
                </c:pt>
                <c:pt idx="1913">
                  <c:v>8.0310475916724844</c:v>
                </c:pt>
                <c:pt idx="1914">
                  <c:v>8.0321529996304353</c:v>
                </c:pt>
                <c:pt idx="1915">
                  <c:v>8.0294868804664716</c:v>
                </c:pt>
                <c:pt idx="1916">
                  <c:v>8.0293777358025711</c:v>
                </c:pt>
                <c:pt idx="1917">
                  <c:v>8.0312828809592247</c:v>
                </c:pt>
                <c:pt idx="1918">
                  <c:v>8.0302056420153569</c:v>
                </c:pt>
                <c:pt idx="1919">
                  <c:v>8.0303542889993018</c:v>
                </c:pt>
                <c:pt idx="1920">
                  <c:v>8.0310396255081518</c:v>
                </c:pt>
                <c:pt idx="1921">
                  <c:v>8.0325641194103401</c:v>
                </c:pt>
                <c:pt idx="1922">
                  <c:v>8.033661232702336</c:v>
                </c:pt>
                <c:pt idx="1923">
                  <c:v>8.0344957910729686</c:v>
                </c:pt>
                <c:pt idx="1924">
                  <c:v>8.0345936024309115</c:v>
                </c:pt>
                <c:pt idx="1925">
                  <c:v>8.0329928140270184</c:v>
                </c:pt>
                <c:pt idx="1926">
                  <c:v>8.0317452469921573</c:v>
                </c:pt>
                <c:pt idx="1927">
                  <c:v>8.0325548392395181</c:v>
                </c:pt>
                <c:pt idx="1928">
                  <c:v>8.0342739703527286</c:v>
                </c:pt>
                <c:pt idx="1929">
                  <c:v>8.0352171806348291</c:v>
                </c:pt>
                <c:pt idx="1930">
                  <c:v>8.0365239600870524</c:v>
                </c:pt>
                <c:pt idx="1931">
                  <c:v>8.0364038106188147</c:v>
                </c:pt>
                <c:pt idx="1932">
                  <c:v>8.0358201453619671</c:v>
                </c:pt>
                <c:pt idx="1933">
                  <c:v>8.0375465035108604</c:v>
                </c:pt>
                <c:pt idx="1934">
                  <c:v>8.0369216113004551</c:v>
                </c:pt>
                <c:pt idx="1935">
                  <c:v>8.0360627438097971</c:v>
                </c:pt>
                <c:pt idx="1936">
                  <c:v>8.0380880384346902</c:v>
                </c:pt>
                <c:pt idx="1937">
                  <c:v>8.0404280376134363</c:v>
                </c:pt>
                <c:pt idx="1938">
                  <c:v>8.0395338561984158</c:v>
                </c:pt>
                <c:pt idx="1939">
                  <c:v>8.0391139490001233</c:v>
                </c:pt>
                <c:pt idx="1940">
                  <c:v>8.0419577054161699</c:v>
                </c:pt>
                <c:pt idx="1941">
                  <c:v>8.0429942101589127</c:v>
                </c:pt>
                <c:pt idx="1942">
                  <c:v>8.0459770870118668</c:v>
                </c:pt>
                <c:pt idx="1943">
                  <c:v>8.052585882642795</c:v>
                </c:pt>
                <c:pt idx="1944">
                  <c:v>8.0579830000410624</c:v>
                </c:pt>
                <c:pt idx="1945">
                  <c:v>8.0595654744795304</c:v>
                </c:pt>
                <c:pt idx="1946">
                  <c:v>8.0606390177801508</c:v>
                </c:pt>
                <c:pt idx="1947">
                  <c:v>8.0623861536566341</c:v>
                </c:pt>
                <c:pt idx="1948">
                  <c:v>8.0618015850203264</c:v>
                </c:pt>
                <c:pt idx="1949">
                  <c:v>8.0598451936106432</c:v>
                </c:pt>
                <c:pt idx="1950">
                  <c:v>8.0560142076951511</c:v>
                </c:pt>
                <c:pt idx="1951">
                  <c:v>8.0517299716667345</c:v>
                </c:pt>
                <c:pt idx="1952">
                  <c:v>8.0493177842565604</c:v>
                </c:pt>
                <c:pt idx="1953">
                  <c:v>8.047087915246582</c:v>
                </c:pt>
                <c:pt idx="1954">
                  <c:v>8.0438944688539404</c:v>
                </c:pt>
                <c:pt idx="1955">
                  <c:v>8.0420141255697448</c:v>
                </c:pt>
                <c:pt idx="1956">
                  <c:v>8.0420745698681895</c:v>
                </c:pt>
                <c:pt idx="1957">
                  <c:v>8.0426760563380277</c:v>
                </c:pt>
                <c:pt idx="1958">
                  <c:v>8.0416527737855699</c:v>
                </c:pt>
                <c:pt idx="1959">
                  <c:v>8.0363990473452969</c:v>
                </c:pt>
                <c:pt idx="1960">
                  <c:v>8.0292838664640911</c:v>
                </c:pt>
                <c:pt idx="1961">
                  <c:v>8.0257715271219148</c:v>
                </c:pt>
                <c:pt idx="1962">
                  <c:v>8.0254146922350422</c:v>
                </c:pt>
                <c:pt idx="1963">
                  <c:v>8.0263136369235824</c:v>
                </c:pt>
                <c:pt idx="1964">
                  <c:v>8.0247930029154517</c:v>
                </c:pt>
                <c:pt idx="1965">
                  <c:v>8.0235006775345958</c:v>
                </c:pt>
                <c:pt idx="1966">
                  <c:v>8.023085369359011</c:v>
                </c:pt>
                <c:pt idx="1967">
                  <c:v>8.0236017739087586</c:v>
                </c:pt>
                <c:pt idx="1968">
                  <c:v>8.0224733708372682</c:v>
                </c:pt>
                <c:pt idx="1969">
                  <c:v>8.0215407547324773</c:v>
                </c:pt>
                <c:pt idx="1970">
                  <c:v>8.0232517554305431</c:v>
                </c:pt>
                <c:pt idx="1971">
                  <c:v>8.0246348293844694</c:v>
                </c:pt>
                <c:pt idx="1972">
                  <c:v>8.0260635650638523</c:v>
                </c:pt>
                <c:pt idx="1973">
                  <c:v>8.0254248757853244</c:v>
                </c:pt>
                <c:pt idx="1974">
                  <c:v>8.0250576109719542</c:v>
                </c:pt>
                <c:pt idx="1975">
                  <c:v>8.0242483472262141</c:v>
                </c:pt>
                <c:pt idx="1976">
                  <c:v>8.0247544039748693</c:v>
                </c:pt>
                <c:pt idx="1977">
                  <c:v>8.0263087915246576</c:v>
                </c:pt>
                <c:pt idx="1978">
                  <c:v>8.0289857512421463</c:v>
                </c:pt>
                <c:pt idx="1979">
                  <c:v>8.0314983780232421</c:v>
                </c:pt>
                <c:pt idx="1980">
                  <c:v>8.0322413665667476</c:v>
                </c:pt>
                <c:pt idx="1981">
                  <c:v>8.0323252166057575</c:v>
                </c:pt>
                <c:pt idx="1982">
                  <c:v>8.0305835010060367</c:v>
                </c:pt>
                <c:pt idx="1983">
                  <c:v>8.0281138258120155</c:v>
                </c:pt>
                <c:pt idx="1984">
                  <c:v>8.0285230567075931</c:v>
                </c:pt>
                <c:pt idx="1985">
                  <c:v>8.0299145074528813</c:v>
                </c:pt>
                <c:pt idx="1986">
                  <c:v>8.0318706524863472</c:v>
                </c:pt>
                <c:pt idx="1987">
                  <c:v>8.0346810659877637</c:v>
                </c:pt>
                <c:pt idx="1988">
                  <c:v>8.0351993594218367</c:v>
                </c:pt>
                <c:pt idx="1989">
                  <c:v>8.0329040364636803</c:v>
                </c:pt>
                <c:pt idx="1990">
                  <c:v>8.0330978524206458</c:v>
                </c:pt>
                <c:pt idx="1991">
                  <c:v>8.0327790415965179</c:v>
                </c:pt>
                <c:pt idx="1992">
                  <c:v>8.032438631790745</c:v>
                </c:pt>
                <c:pt idx="1993">
                  <c:v>8.031301441300867</c:v>
                </c:pt>
                <c:pt idx="1994">
                  <c:v>8.0285163224243412</c:v>
                </c:pt>
                <c:pt idx="1995">
                  <c:v>8.0266877181456078</c:v>
                </c:pt>
                <c:pt idx="1996">
                  <c:v>8.0255796821746799</c:v>
                </c:pt>
                <c:pt idx="1997">
                  <c:v>8.0252947891430217</c:v>
                </c:pt>
                <c:pt idx="1998">
                  <c:v>8.0258418264690174</c:v>
                </c:pt>
                <c:pt idx="1999">
                  <c:v>8.0269741715599725</c:v>
                </c:pt>
                <c:pt idx="2000">
                  <c:v>8.0269689976594254</c:v>
                </c:pt>
                <c:pt idx="2001">
                  <c:v>8.0261379706812299</c:v>
                </c:pt>
                <c:pt idx="2002">
                  <c:v>8.0254224941485646</c:v>
                </c:pt>
                <c:pt idx="2003">
                  <c:v>8.0229093746150379</c:v>
                </c:pt>
                <c:pt idx="2004">
                  <c:v>8.0220509177514057</c:v>
                </c:pt>
                <c:pt idx="2005">
                  <c:v>8.0228343119944157</c:v>
                </c:pt>
                <c:pt idx="2006">
                  <c:v>8.0238990678766484</c:v>
                </c:pt>
                <c:pt idx="2007">
                  <c:v>8.026839978647395</c:v>
                </c:pt>
                <c:pt idx="2008">
                  <c:v>8.0282537675029779</c:v>
                </c:pt>
                <c:pt idx="2009">
                  <c:v>8.0255779575411648</c:v>
                </c:pt>
                <c:pt idx="2010">
                  <c:v>8.0244132550404466</c:v>
                </c:pt>
                <c:pt idx="2011">
                  <c:v>8.0260702993471025</c:v>
                </c:pt>
                <c:pt idx="2012">
                  <c:v>8.0281667145731532</c:v>
                </c:pt>
                <c:pt idx="2013">
                  <c:v>8.0264870036545801</c:v>
                </c:pt>
                <c:pt idx="2014">
                  <c:v>8.0230435675276155</c:v>
                </c:pt>
                <c:pt idx="2015">
                  <c:v>8.0218962756128604</c:v>
                </c:pt>
                <c:pt idx="2016">
                  <c:v>8.0245057282470338</c:v>
                </c:pt>
                <c:pt idx="2017">
                  <c:v>8.0271508233071902</c:v>
                </c:pt>
                <c:pt idx="2018">
                  <c:v>8.025021640044347</c:v>
                </c:pt>
                <c:pt idx="2019">
                  <c:v>8.0234408081139907</c:v>
                </c:pt>
                <c:pt idx="2020">
                  <c:v>8.0234566583172509</c:v>
                </c:pt>
                <c:pt idx="2021">
                  <c:v>8.0234762041637584</c:v>
                </c:pt>
                <c:pt idx="2022">
                  <c:v>8.0220868065536077</c:v>
                </c:pt>
                <c:pt idx="2023">
                  <c:v>8.0230151521373134</c:v>
                </c:pt>
                <c:pt idx="2024">
                  <c:v>8.0242509752391911</c:v>
                </c:pt>
                <c:pt idx="2025">
                  <c:v>8.0244254096004592</c:v>
                </c:pt>
                <c:pt idx="2026">
                  <c:v>8.0241657290682866</c:v>
                </c:pt>
                <c:pt idx="2027">
                  <c:v>8.0241847821623615</c:v>
                </c:pt>
                <c:pt idx="2028">
                  <c:v>8.0255432184946418</c:v>
                </c:pt>
                <c:pt idx="2029">
                  <c:v>8.0242601732846062</c:v>
                </c:pt>
                <c:pt idx="2030">
                  <c:v>8.0231362871104182</c:v>
                </c:pt>
                <c:pt idx="2031">
                  <c:v>8.0204826510080895</c:v>
                </c:pt>
                <c:pt idx="2032">
                  <c:v>8.0191687266455887</c:v>
                </c:pt>
                <c:pt idx="2033">
                  <c:v>8.0203182359462897</c:v>
                </c:pt>
                <c:pt idx="2034">
                  <c:v>8.0189329446064139</c:v>
                </c:pt>
                <c:pt idx="2035">
                  <c:v>8.018312569293311</c:v>
                </c:pt>
                <c:pt idx="2036">
                  <c:v>8.0192583254629817</c:v>
                </c:pt>
                <c:pt idx="2037">
                  <c:v>8.0225249455919183</c:v>
                </c:pt>
                <c:pt idx="2038">
                  <c:v>8.0247764957089469</c:v>
                </c:pt>
                <c:pt idx="2039">
                  <c:v>8.0215104504578498</c:v>
                </c:pt>
                <c:pt idx="2040">
                  <c:v>8.0194396583583138</c:v>
                </c:pt>
                <c:pt idx="2041">
                  <c:v>8.0204151439247724</c:v>
                </c:pt>
                <c:pt idx="2042">
                  <c:v>8.0208879398842026</c:v>
                </c:pt>
                <c:pt idx="2043">
                  <c:v>8.0209767995729475</c:v>
                </c:pt>
                <c:pt idx="2044">
                  <c:v>8.024936886625877</c:v>
                </c:pt>
                <c:pt idx="2045">
                  <c:v>8.0268213361803475</c:v>
                </c:pt>
                <c:pt idx="2046">
                  <c:v>8.0246956843099415</c:v>
                </c:pt>
                <c:pt idx="2047">
                  <c:v>8.0224457767010229</c:v>
                </c:pt>
                <c:pt idx="2048">
                  <c:v>8.0224121052847703</c:v>
                </c:pt>
                <c:pt idx="2049">
                  <c:v>8.0220341641686854</c:v>
                </c:pt>
                <c:pt idx="2050">
                  <c:v>8.0227678725413707</c:v>
                </c:pt>
                <c:pt idx="2051">
                  <c:v>8.0250686979016965</c:v>
                </c:pt>
                <c:pt idx="2052">
                  <c:v>8.0230835626000907</c:v>
                </c:pt>
                <c:pt idx="2053">
                  <c:v>8.0196031700406518</c:v>
                </c:pt>
                <c:pt idx="2054">
                  <c:v>8.0191122243666086</c:v>
                </c:pt>
                <c:pt idx="2055">
                  <c:v>8.0213823348252777</c:v>
                </c:pt>
                <c:pt idx="2056">
                  <c:v>8.0244291873691118</c:v>
                </c:pt>
                <c:pt idx="2057">
                  <c:v>8.0265229745821873</c:v>
                </c:pt>
                <c:pt idx="2058">
                  <c:v>8.0263083808976301</c:v>
                </c:pt>
                <c:pt idx="2059">
                  <c:v>8.0236504742742163</c:v>
                </c:pt>
                <c:pt idx="2060">
                  <c:v>8.0207041432267072</c:v>
                </c:pt>
                <c:pt idx="2061">
                  <c:v>8.0206919886666945</c:v>
                </c:pt>
                <c:pt idx="2062">
                  <c:v>8.0201268837514892</c:v>
                </c:pt>
                <c:pt idx="2063">
                  <c:v>8.0216909620991252</c:v>
                </c:pt>
                <c:pt idx="2064">
                  <c:v>8.024676138463434</c:v>
                </c:pt>
                <c:pt idx="2065">
                  <c:v>8.0283505112306486</c:v>
                </c:pt>
                <c:pt idx="2066">
                  <c:v>8.0268239641933228</c:v>
                </c:pt>
                <c:pt idx="2067">
                  <c:v>8.0244962838254015</c:v>
                </c:pt>
                <c:pt idx="2068">
                  <c:v>8.02630747751817</c:v>
                </c:pt>
                <c:pt idx="2069">
                  <c:v>8.0277778507781381</c:v>
                </c:pt>
                <c:pt idx="2070">
                  <c:v>8.0266831191229002</c:v>
                </c:pt>
                <c:pt idx="2071">
                  <c:v>8.0252657988748819</c:v>
                </c:pt>
                <c:pt idx="2072">
                  <c:v>8.0247362542602563</c:v>
                </c:pt>
                <c:pt idx="2073">
                  <c:v>8.023147702541781</c:v>
                </c:pt>
                <c:pt idx="2074">
                  <c:v>8.0226158584158007</c:v>
                </c:pt>
                <c:pt idx="2075">
                  <c:v>8.0233884942306908</c:v>
                </c:pt>
                <c:pt idx="2076">
                  <c:v>8.0236960538742661</c:v>
                </c:pt>
                <c:pt idx="2077">
                  <c:v>8.0244717283291589</c:v>
                </c:pt>
                <c:pt idx="2078">
                  <c:v>8.0264153081755847</c:v>
                </c:pt>
                <c:pt idx="2079">
                  <c:v>8.0258158748408821</c:v>
                </c:pt>
                <c:pt idx="2080">
                  <c:v>8.0231029441957862</c:v>
                </c:pt>
                <c:pt idx="2081">
                  <c:v>8.020552703978975</c:v>
                </c:pt>
                <c:pt idx="2082">
                  <c:v>8.0210410216400447</c:v>
                </c:pt>
                <c:pt idx="2083">
                  <c:v>8.0217302180429524</c:v>
                </c:pt>
                <c:pt idx="2084">
                  <c:v>8.0246269453455419</c:v>
                </c:pt>
                <c:pt idx="2085">
                  <c:v>8.0259853816778222</c:v>
                </c:pt>
                <c:pt idx="2086">
                  <c:v>8.0237530489056788</c:v>
                </c:pt>
                <c:pt idx="2087">
                  <c:v>8.023685213320741</c:v>
                </c:pt>
                <c:pt idx="2088">
                  <c:v>8.0243533034944363</c:v>
                </c:pt>
                <c:pt idx="2089">
                  <c:v>8.0231486059212411</c:v>
                </c:pt>
                <c:pt idx="2090">
                  <c:v>8.0244789553648417</c:v>
                </c:pt>
                <c:pt idx="2091">
                  <c:v>8.0241989077321065</c:v>
                </c:pt>
                <c:pt idx="2092">
                  <c:v>8.0245588633843887</c:v>
                </c:pt>
                <c:pt idx="2093">
                  <c:v>8.0250153985135295</c:v>
                </c:pt>
                <c:pt idx="2094">
                  <c:v>8.0266370467704178</c:v>
                </c:pt>
                <c:pt idx="2095">
                  <c:v>8.0275301605551679</c:v>
                </c:pt>
                <c:pt idx="2096">
                  <c:v>8.0261012606249746</c:v>
                </c:pt>
                <c:pt idx="2097">
                  <c:v>8.025811686445202</c:v>
                </c:pt>
                <c:pt idx="2098">
                  <c:v>8.0249542150864368</c:v>
                </c:pt>
                <c:pt idx="2099">
                  <c:v>8.0265074528805478</c:v>
                </c:pt>
                <c:pt idx="2100">
                  <c:v>8.0268095101219554</c:v>
                </c:pt>
                <c:pt idx="2101">
                  <c:v>8.0240883669363114</c:v>
                </c:pt>
                <c:pt idx="2102">
                  <c:v>8.0226024719747056</c:v>
                </c:pt>
                <c:pt idx="2103">
                  <c:v>8.0241225311049966</c:v>
                </c:pt>
                <c:pt idx="2104">
                  <c:v>8.023843058350101</c:v>
                </c:pt>
                <c:pt idx="2105">
                  <c:v>8.0227184330472632</c:v>
                </c:pt>
                <c:pt idx="2106">
                  <c:v>8.0223206175830502</c:v>
                </c:pt>
                <c:pt idx="2107">
                  <c:v>8.0223156079333133</c:v>
                </c:pt>
                <c:pt idx="2108">
                  <c:v>8.0246583993758467</c:v>
                </c:pt>
                <c:pt idx="2109">
                  <c:v>8.0250584322260092</c:v>
                </c:pt>
                <c:pt idx="2110">
                  <c:v>8.0250504660616766</c:v>
                </c:pt>
                <c:pt idx="2111">
                  <c:v>8.025183755594794</c:v>
                </c:pt>
                <c:pt idx="2112">
                  <c:v>8.0269082248593602</c:v>
                </c:pt>
                <c:pt idx="2113">
                  <c:v>8.0273423397528028</c:v>
                </c:pt>
                <c:pt idx="2114">
                  <c:v>8.0264272163593802</c:v>
                </c:pt>
                <c:pt idx="2115">
                  <c:v>8.0274257791647852</c:v>
                </c:pt>
                <c:pt idx="2116">
                  <c:v>8.0285179649324512</c:v>
                </c:pt>
                <c:pt idx="2117">
                  <c:v>8.0264473370837273</c:v>
                </c:pt>
                <c:pt idx="2118">
                  <c:v>8.0228853939966331</c:v>
                </c:pt>
                <c:pt idx="2119">
                  <c:v>8.0200703814725092</c:v>
                </c:pt>
                <c:pt idx="2120">
                  <c:v>8.0189178335318037</c:v>
                </c:pt>
                <c:pt idx="2121">
                  <c:v>8.020282018642467</c:v>
                </c:pt>
                <c:pt idx="2122">
                  <c:v>8.0231669198866662</c:v>
                </c:pt>
                <c:pt idx="2123">
                  <c:v>8.0241007678725413</c:v>
                </c:pt>
                <c:pt idx="2124">
                  <c:v>8.0248185439165614</c:v>
                </c:pt>
                <c:pt idx="2125">
                  <c:v>8.0269979879275652</c:v>
                </c:pt>
                <c:pt idx="2126">
                  <c:v>8.026458670389685</c:v>
                </c:pt>
                <c:pt idx="2127">
                  <c:v>8.0263624194144452</c:v>
                </c:pt>
                <c:pt idx="2128">
                  <c:v>8.0257673387262347</c:v>
                </c:pt>
                <c:pt idx="2129">
                  <c:v>8.0228683119122906</c:v>
                </c:pt>
                <c:pt idx="2130">
                  <c:v>8.0212985669116748</c:v>
                </c:pt>
                <c:pt idx="2131">
                  <c:v>8.0201915164456121</c:v>
                </c:pt>
                <c:pt idx="2132">
                  <c:v>8.0196553196731415</c:v>
                </c:pt>
                <c:pt idx="2133">
                  <c:v>8.018801872459246</c:v>
                </c:pt>
                <c:pt idx="2134">
                  <c:v>8.018658152999631</c:v>
                </c:pt>
                <c:pt idx="2135">
                  <c:v>8.0206481337001598</c:v>
                </c:pt>
                <c:pt idx="2136">
                  <c:v>8.0196634500882844</c:v>
                </c:pt>
                <c:pt idx="2137">
                  <c:v>8.0186569211185486</c:v>
                </c:pt>
                <c:pt idx="2138">
                  <c:v>8.0198563626657915</c:v>
                </c:pt>
                <c:pt idx="2139">
                  <c:v>8.0216352810742002</c:v>
                </c:pt>
                <c:pt idx="2140">
                  <c:v>8.0221942265839932</c:v>
                </c:pt>
                <c:pt idx="2141">
                  <c:v>8.0253109678479042</c:v>
                </c:pt>
                <c:pt idx="2142">
                  <c:v>8.0295035519237885</c:v>
                </c:pt>
                <c:pt idx="2143">
                  <c:v>8.0289587319837388</c:v>
                </c:pt>
                <c:pt idx="2144">
                  <c:v>8.0316065371822773</c:v>
                </c:pt>
                <c:pt idx="2145">
                  <c:v>8.0330945674044258</c:v>
                </c:pt>
                <c:pt idx="2146">
                  <c:v>8.0288629737609334</c:v>
                </c:pt>
                <c:pt idx="2147">
                  <c:v>8.0269705580421302</c:v>
                </c:pt>
                <c:pt idx="2148">
                  <c:v>8.0264837186383602</c:v>
                </c:pt>
                <c:pt idx="2149">
                  <c:v>8.0255065905637917</c:v>
                </c:pt>
                <c:pt idx="2150">
                  <c:v>8.0254854022091742</c:v>
                </c:pt>
                <c:pt idx="2151">
                  <c:v>8.0251327557179817</c:v>
                </c:pt>
                <c:pt idx="2152">
                  <c:v>8.0229166837761259</c:v>
                </c:pt>
                <c:pt idx="2153">
                  <c:v>8.0204318975074944</c:v>
                </c:pt>
                <c:pt idx="2154">
                  <c:v>8.0204056995031419</c:v>
                </c:pt>
                <c:pt idx="2155">
                  <c:v>8.0181837145320909</c:v>
                </c:pt>
                <c:pt idx="2156">
                  <c:v>8.0198241695068369</c:v>
                </c:pt>
                <c:pt idx="2157">
                  <c:v>8.0230618814930406</c:v>
                </c:pt>
                <c:pt idx="2158">
                  <c:v>8.0243769556112188</c:v>
                </c:pt>
                <c:pt idx="2159">
                  <c:v>8.024388699544204</c:v>
                </c:pt>
                <c:pt idx="2160">
                  <c:v>8.0241023282552462</c:v>
                </c:pt>
                <c:pt idx="2161">
                  <c:v>8.0226347472590653</c:v>
                </c:pt>
                <c:pt idx="2162">
                  <c:v>8.0225416170492334</c:v>
                </c:pt>
                <c:pt idx="2163">
                  <c:v>8.0250889828768521</c:v>
                </c:pt>
                <c:pt idx="2164">
                  <c:v>8.0252368907321472</c:v>
                </c:pt>
                <c:pt idx="2165">
                  <c:v>8.02200985504866</c:v>
                </c:pt>
                <c:pt idx="2166">
                  <c:v>8.0194521414199489</c:v>
                </c:pt>
                <c:pt idx="2167">
                  <c:v>8.0185076992567659</c:v>
                </c:pt>
                <c:pt idx="2168">
                  <c:v>8.0205182113086675</c:v>
                </c:pt>
                <c:pt idx="2169">
                  <c:v>8.0227684474192085</c:v>
                </c:pt>
                <c:pt idx="2170">
                  <c:v>8.0226980659467007</c:v>
                </c:pt>
                <c:pt idx="2171">
                  <c:v>8.0228114811316882</c:v>
                </c:pt>
                <c:pt idx="2172">
                  <c:v>8.0254447501334543</c:v>
                </c:pt>
                <c:pt idx="2173">
                  <c:v>8.0255679382416947</c:v>
                </c:pt>
                <c:pt idx="2174">
                  <c:v>8.0248123023857438</c:v>
                </c:pt>
                <c:pt idx="2175">
                  <c:v>8.0237431117316138</c:v>
                </c:pt>
                <c:pt idx="2176">
                  <c:v>8.022064550568718</c:v>
                </c:pt>
                <c:pt idx="2177">
                  <c:v>8.0208590317414696</c:v>
                </c:pt>
                <c:pt idx="2178">
                  <c:v>8.0231699585266707</c:v>
                </c:pt>
                <c:pt idx="2179">
                  <c:v>8.0245438344351818</c:v>
                </c:pt>
                <c:pt idx="2180">
                  <c:v>8.0234898369810708</c:v>
                </c:pt>
                <c:pt idx="2181">
                  <c:v>8.0239389808237185</c:v>
                </c:pt>
                <c:pt idx="2182">
                  <c:v>8.0258231840019718</c:v>
                </c:pt>
                <c:pt idx="2183">
                  <c:v>8.0264020038598947</c:v>
                </c:pt>
                <c:pt idx="2184">
                  <c:v>8.0241856855418217</c:v>
                </c:pt>
                <c:pt idx="2185">
                  <c:v>8.0275949575001029</c:v>
                </c:pt>
                <c:pt idx="2186">
                  <c:v>8.0311644561245021</c:v>
                </c:pt>
                <c:pt idx="2187">
                  <c:v>8.0318985751242149</c:v>
                </c:pt>
                <c:pt idx="2188">
                  <c:v>8.0321501252412428</c:v>
                </c:pt>
                <c:pt idx="2189">
                  <c:v>8.0337195417402381</c:v>
                </c:pt>
                <c:pt idx="2190">
                  <c:v>8.0366917422904773</c:v>
                </c:pt>
                <c:pt idx="2191">
                  <c:v>8.0381174393298576</c:v>
                </c:pt>
                <c:pt idx="2192">
                  <c:v>8.0420348211719297</c:v>
                </c:pt>
                <c:pt idx="2193">
                  <c:v>8.051102451443354</c:v>
                </c:pt>
                <c:pt idx="2194">
                  <c:v>8.0599604976799579</c:v>
                </c:pt>
                <c:pt idx="2195">
                  <c:v>8.0680932123352367</c:v>
                </c:pt>
                <c:pt idx="2196">
                  <c:v>8.073986777809715</c:v>
                </c:pt>
                <c:pt idx="2197">
                  <c:v>8.0770645095060161</c:v>
                </c:pt>
                <c:pt idx="2198">
                  <c:v>8.0797326818051172</c:v>
                </c:pt>
                <c:pt idx="2199">
                  <c:v>8.0802562312651425</c:v>
                </c:pt>
                <c:pt idx="2200">
                  <c:v>8.0784903707962066</c:v>
                </c:pt>
                <c:pt idx="2201">
                  <c:v>8.0778511066398391</c:v>
                </c:pt>
                <c:pt idx="2202">
                  <c:v>8.0748612491274177</c:v>
                </c:pt>
                <c:pt idx="2203">
                  <c:v>8.0681341929125772</c:v>
                </c:pt>
                <c:pt idx="2204">
                  <c:v>8.0589125775058505</c:v>
                </c:pt>
                <c:pt idx="2205">
                  <c:v>8.0497807251673308</c:v>
                </c:pt>
                <c:pt idx="2206">
                  <c:v>8.0460799080195464</c:v>
                </c:pt>
                <c:pt idx="2207">
                  <c:v>8.0448781669609488</c:v>
                </c:pt>
                <c:pt idx="2208">
                  <c:v>8.0417688991089396</c:v>
                </c:pt>
                <c:pt idx="2209">
                  <c:v>8.0376397979715026</c:v>
                </c:pt>
                <c:pt idx="2210">
                  <c:v>8.0325212499486724</c:v>
                </c:pt>
                <c:pt idx="2211">
                  <c:v>8.0314137067301772</c:v>
                </c:pt>
                <c:pt idx="2212">
                  <c:v>8.0328104135014158</c:v>
                </c:pt>
                <c:pt idx="2213">
                  <c:v>8.032736747012688</c:v>
                </c:pt>
                <c:pt idx="2214">
                  <c:v>8.0319315895372227</c:v>
                </c:pt>
                <c:pt idx="2215">
                  <c:v>8.0292409148770165</c:v>
                </c:pt>
                <c:pt idx="2216">
                  <c:v>8.0278180101014254</c:v>
                </c:pt>
                <c:pt idx="2217">
                  <c:v>8.025972816490782</c:v>
                </c:pt>
                <c:pt idx="2218">
                  <c:v>8.0243605305301191</c:v>
                </c:pt>
                <c:pt idx="2219">
                  <c:v>8.0261055311460598</c:v>
                </c:pt>
                <c:pt idx="2220">
                  <c:v>8.0291727507904564</c:v>
                </c:pt>
                <c:pt idx="2221">
                  <c:v>8.0283253808565682</c:v>
                </c:pt>
                <c:pt idx="2222">
                  <c:v>8.0268013797068125</c:v>
                </c:pt>
                <c:pt idx="2223">
                  <c:v>8.0262638689278525</c:v>
                </c:pt>
                <c:pt idx="2224">
                  <c:v>8.0251534513201666</c:v>
                </c:pt>
                <c:pt idx="2225">
                  <c:v>8.0273830739539278</c:v>
                </c:pt>
                <c:pt idx="2226">
                  <c:v>8.0292123352359059</c:v>
                </c:pt>
                <c:pt idx="2227">
                  <c:v>8.0278258120149459</c:v>
                </c:pt>
                <c:pt idx="2228">
                  <c:v>8.0272507699256757</c:v>
                </c:pt>
                <c:pt idx="2229">
                  <c:v>8.0276474356342131</c:v>
                </c:pt>
                <c:pt idx="2230">
                  <c:v>8.0245009649735142</c:v>
                </c:pt>
                <c:pt idx="2231">
                  <c:v>8.0208008048289745</c:v>
                </c:pt>
                <c:pt idx="2232">
                  <c:v>8.0206089598817396</c:v>
                </c:pt>
                <c:pt idx="2233">
                  <c:v>8.0213053833203301</c:v>
                </c:pt>
                <c:pt idx="2234">
                  <c:v>8.0211156736336378</c:v>
                </c:pt>
                <c:pt idx="2235">
                  <c:v>8.0219455508561577</c:v>
                </c:pt>
                <c:pt idx="2236">
                  <c:v>8.0244824046318737</c:v>
                </c:pt>
                <c:pt idx="2237">
                  <c:v>8.0258920872171799</c:v>
                </c:pt>
                <c:pt idx="2238">
                  <c:v>8.0274527162977876</c:v>
                </c:pt>
                <c:pt idx="2239">
                  <c:v>8.0277456576191852</c:v>
                </c:pt>
                <c:pt idx="2240">
                  <c:v>8.0260307970270599</c:v>
                </c:pt>
                <c:pt idx="2241">
                  <c:v>8.0243049316305992</c:v>
                </c:pt>
                <c:pt idx="2242">
                  <c:v>8.0224846220178208</c:v>
                </c:pt>
                <c:pt idx="2243">
                  <c:v>8.022346979838213</c:v>
                </c:pt>
                <c:pt idx="2244">
                  <c:v>8.0231464706606985</c:v>
                </c:pt>
                <c:pt idx="2245">
                  <c:v>8.0253907937420443</c:v>
                </c:pt>
                <c:pt idx="2246">
                  <c:v>8.0252281033137596</c:v>
                </c:pt>
                <c:pt idx="2247">
                  <c:v>8.0247552252289243</c:v>
                </c:pt>
                <c:pt idx="2248">
                  <c:v>8.024249168480269</c:v>
                </c:pt>
                <c:pt idx="2249">
                  <c:v>8.0243866464090665</c:v>
                </c:pt>
                <c:pt idx="2250">
                  <c:v>8.0245621484006069</c:v>
                </c:pt>
                <c:pt idx="2251">
                  <c:v>8.0234353057118213</c:v>
                </c:pt>
                <c:pt idx="2252">
                  <c:v>8.0234529626740034</c:v>
                </c:pt>
                <c:pt idx="2253">
                  <c:v>8.0251734899191067</c:v>
                </c:pt>
                <c:pt idx="2254">
                  <c:v>8.0274316100685752</c:v>
                </c:pt>
                <c:pt idx="2255">
                  <c:v>8.0261435552088045</c:v>
                </c:pt>
                <c:pt idx="2256">
                  <c:v>8.0251738184207291</c:v>
                </c:pt>
                <c:pt idx="2257">
                  <c:v>8.0250340409805769</c:v>
                </c:pt>
                <c:pt idx="2258">
                  <c:v>8.0227478339424305</c:v>
                </c:pt>
                <c:pt idx="2259">
                  <c:v>8.0226959306861581</c:v>
                </c:pt>
                <c:pt idx="2260">
                  <c:v>8.0227259064591632</c:v>
                </c:pt>
                <c:pt idx="2261">
                  <c:v>8.023888720075556</c:v>
                </c:pt>
                <c:pt idx="2262">
                  <c:v>8.0221227774812132</c:v>
                </c:pt>
                <c:pt idx="2263">
                  <c:v>8.0205688005584523</c:v>
                </c:pt>
                <c:pt idx="2264">
                  <c:v>8.0220932944606407</c:v>
                </c:pt>
                <c:pt idx="2265">
                  <c:v>8.0266118342709323</c:v>
                </c:pt>
                <c:pt idx="2266">
                  <c:v>8.0293632817312037</c:v>
                </c:pt>
                <c:pt idx="2267">
                  <c:v>8.0282026033753535</c:v>
                </c:pt>
                <c:pt idx="2268">
                  <c:v>8.0269606208680653</c:v>
                </c:pt>
                <c:pt idx="2269">
                  <c:v>8.0247824087381439</c:v>
                </c:pt>
                <c:pt idx="2270">
                  <c:v>8.0228849833696056</c:v>
                </c:pt>
                <c:pt idx="2271">
                  <c:v>8.0210507124378925</c:v>
                </c:pt>
                <c:pt idx="2272">
                  <c:v>8.0213884942306901</c:v>
                </c:pt>
                <c:pt idx="2273">
                  <c:v>8.0259297006528971</c:v>
                </c:pt>
                <c:pt idx="2274">
                  <c:v>8.029312774606824</c:v>
                </c:pt>
                <c:pt idx="2275">
                  <c:v>8.0297033630353543</c:v>
                </c:pt>
                <c:pt idx="2276">
                  <c:v>8.0289752391902436</c:v>
                </c:pt>
                <c:pt idx="2277">
                  <c:v>8.0273219726522402</c:v>
                </c:pt>
                <c:pt idx="2278">
                  <c:v>8.0264517718556228</c:v>
                </c:pt>
                <c:pt idx="2279">
                  <c:v>8.0248378433868517</c:v>
                </c:pt>
                <c:pt idx="2280">
                  <c:v>8.0243975690879967</c:v>
                </c:pt>
                <c:pt idx="2281">
                  <c:v>8.0233244364144056</c:v>
                </c:pt>
                <c:pt idx="2282">
                  <c:v>8.0260064057816294</c:v>
                </c:pt>
                <c:pt idx="2283">
                  <c:v>8.0277950971132928</c:v>
                </c:pt>
                <c:pt idx="2284">
                  <c:v>8.0255202233811023</c:v>
                </c:pt>
                <c:pt idx="2285">
                  <c:v>8.0263615981603902</c:v>
                </c:pt>
                <c:pt idx="2286">
                  <c:v>8.0281613764217958</c:v>
                </c:pt>
                <c:pt idx="2287">
                  <c:v>8.0287481624440513</c:v>
                </c:pt>
                <c:pt idx="2288">
                  <c:v>8.0294033589290841</c:v>
                </c:pt>
                <c:pt idx="2289">
                  <c:v>8.0286060854925463</c:v>
                </c:pt>
                <c:pt idx="2290">
                  <c:v>8.0281239272368907</c:v>
                </c:pt>
                <c:pt idx="2291">
                  <c:v>8.0285413706730182</c:v>
                </c:pt>
                <c:pt idx="2292">
                  <c:v>8.0291560793331413</c:v>
                </c:pt>
                <c:pt idx="2293">
                  <c:v>8.0292209584034815</c:v>
                </c:pt>
                <c:pt idx="2294">
                  <c:v>8.0258135753295274</c:v>
                </c:pt>
                <c:pt idx="2295">
                  <c:v>8.0204816655032243</c:v>
                </c:pt>
                <c:pt idx="2296">
                  <c:v>8.0198731162485117</c:v>
                </c:pt>
                <c:pt idx="2297">
                  <c:v>8.0218462612409152</c:v>
                </c:pt>
                <c:pt idx="2298">
                  <c:v>8.0252209584034819</c:v>
                </c:pt>
                <c:pt idx="2299">
                  <c:v>8.0274392477312855</c:v>
                </c:pt>
                <c:pt idx="2300">
                  <c:v>8.0279361885599307</c:v>
                </c:pt>
                <c:pt idx="2301">
                  <c:v>8.0264665544286125</c:v>
                </c:pt>
                <c:pt idx="2302">
                  <c:v>8.0254531269248144</c:v>
                </c:pt>
                <c:pt idx="2303">
                  <c:v>8.0248754568225689</c:v>
                </c:pt>
                <c:pt idx="2304">
                  <c:v>8.0237687348581286</c:v>
                </c:pt>
                <c:pt idx="2305">
                  <c:v>8.0238339424300911</c:v>
                </c:pt>
                <c:pt idx="2306">
                  <c:v>8.0242352071613361</c:v>
                </c:pt>
                <c:pt idx="2307">
                  <c:v>8.0244503757237293</c:v>
                </c:pt>
                <c:pt idx="2308">
                  <c:v>8.0246805732353295</c:v>
                </c:pt>
                <c:pt idx="2309">
                  <c:v>8.027099905555783</c:v>
                </c:pt>
                <c:pt idx="2310">
                  <c:v>8.0272953640208602</c:v>
                </c:pt>
                <c:pt idx="2311">
                  <c:v>8.0257173243542894</c:v>
                </c:pt>
                <c:pt idx="2312">
                  <c:v>8.0272312240791681</c:v>
                </c:pt>
                <c:pt idx="2313">
                  <c:v>8.0293183591343986</c:v>
                </c:pt>
                <c:pt idx="2314">
                  <c:v>8.026094936968752</c:v>
                </c:pt>
                <c:pt idx="2315">
                  <c:v>8.0223316223873855</c:v>
                </c:pt>
                <c:pt idx="2316">
                  <c:v>8.0219784831437604</c:v>
                </c:pt>
                <c:pt idx="2317">
                  <c:v>8.0221067630271428</c:v>
                </c:pt>
                <c:pt idx="2318">
                  <c:v>8.0211083644725498</c:v>
                </c:pt>
                <c:pt idx="2319">
                  <c:v>8.0214704553853728</c:v>
                </c:pt>
                <c:pt idx="2320">
                  <c:v>8.0219916232086401</c:v>
                </c:pt>
                <c:pt idx="2321">
                  <c:v>8.02188773457069</c:v>
                </c:pt>
                <c:pt idx="2322">
                  <c:v>8.0227376503921484</c:v>
                </c:pt>
                <c:pt idx="2323">
                  <c:v>8.0248064714819538</c:v>
                </c:pt>
                <c:pt idx="2324">
                  <c:v>8.0260870529298245</c:v>
                </c:pt>
                <c:pt idx="2325">
                  <c:v>8.0250161376421794</c:v>
                </c:pt>
                <c:pt idx="2326">
                  <c:v>8.0234923007432357</c:v>
                </c:pt>
                <c:pt idx="2327">
                  <c:v>8.0228917176528558</c:v>
                </c:pt>
                <c:pt idx="2328">
                  <c:v>8.0243957623290765</c:v>
                </c:pt>
                <c:pt idx="2329">
                  <c:v>8.0239702706032112</c:v>
                </c:pt>
                <c:pt idx="2330">
                  <c:v>8.0235262185357037</c:v>
                </c:pt>
                <c:pt idx="2331">
                  <c:v>8.0238765655155415</c:v>
                </c:pt>
                <c:pt idx="2332">
                  <c:v>8.0231164948876934</c:v>
                </c:pt>
                <c:pt idx="2333">
                  <c:v>8.025657126432062</c:v>
                </c:pt>
                <c:pt idx="2334">
                  <c:v>8.0275151316059628</c:v>
                </c:pt>
                <c:pt idx="2335">
                  <c:v>8.0259946618486424</c:v>
                </c:pt>
                <c:pt idx="2336">
                  <c:v>8.0243227528435916</c:v>
                </c:pt>
                <c:pt idx="2337">
                  <c:v>8.0234021270480032</c:v>
                </c:pt>
                <c:pt idx="2338">
                  <c:v>8.0224966123270232</c:v>
                </c:pt>
                <c:pt idx="2339">
                  <c:v>8.0246846795056044</c:v>
                </c:pt>
                <c:pt idx="2340">
                  <c:v>8.0248722539317541</c:v>
                </c:pt>
                <c:pt idx="2341">
                  <c:v>8.023650310023406</c:v>
                </c:pt>
                <c:pt idx="2342">
                  <c:v>8.0238924978442085</c:v>
                </c:pt>
                <c:pt idx="2343">
                  <c:v>8.0257480392559444</c:v>
                </c:pt>
                <c:pt idx="2344">
                  <c:v>8.0251548474520593</c:v>
                </c:pt>
                <c:pt idx="2345">
                  <c:v>8.0224222067096456</c:v>
                </c:pt>
                <c:pt idx="2346">
                  <c:v>8.0202186178294248</c:v>
                </c:pt>
                <c:pt idx="2347">
                  <c:v>8.0221050383936277</c:v>
                </c:pt>
                <c:pt idx="2348">
                  <c:v>8.0227245103272704</c:v>
                </c:pt>
                <c:pt idx="2349">
                  <c:v>8.0229103601199032</c:v>
                </c:pt>
                <c:pt idx="2350">
                  <c:v>8.025194431897507</c:v>
                </c:pt>
                <c:pt idx="2351">
                  <c:v>8.0269566788486024</c:v>
                </c:pt>
                <c:pt idx="2352">
                  <c:v>8.0278061019176281</c:v>
                </c:pt>
                <c:pt idx="2353">
                  <c:v>8.0280065700324403</c:v>
                </c:pt>
                <c:pt idx="2354">
                  <c:v>8.0285347185151732</c:v>
                </c:pt>
                <c:pt idx="2355">
                  <c:v>8.0292684268878585</c:v>
                </c:pt>
                <c:pt idx="2356">
                  <c:v>8.0273181127581825</c:v>
                </c:pt>
                <c:pt idx="2357">
                  <c:v>8.0260114154313644</c:v>
                </c:pt>
                <c:pt idx="2358">
                  <c:v>8.0252854268467946</c:v>
                </c:pt>
                <c:pt idx="2359">
                  <c:v>8.0252562723278444</c:v>
                </c:pt>
                <c:pt idx="2360">
                  <c:v>8.0266429597996147</c:v>
                </c:pt>
                <c:pt idx="2361">
                  <c:v>8.0278838746766308</c:v>
                </c:pt>
                <c:pt idx="2362">
                  <c:v>8.0264444626945348</c:v>
                </c:pt>
                <c:pt idx="2363">
                  <c:v>8.025083069847657</c:v>
                </c:pt>
                <c:pt idx="2364">
                  <c:v>8.0232517554305431</c:v>
                </c:pt>
                <c:pt idx="2365">
                  <c:v>8.021799531885188</c:v>
                </c:pt>
                <c:pt idx="2366">
                  <c:v>8.0223361392846879</c:v>
                </c:pt>
                <c:pt idx="2367">
                  <c:v>8.0217546092883829</c:v>
                </c:pt>
                <c:pt idx="2368">
                  <c:v>8.0226311337412231</c:v>
                </c:pt>
                <c:pt idx="2369">
                  <c:v>8.0245322547530087</c:v>
                </c:pt>
                <c:pt idx="2370">
                  <c:v>8.0243808976306816</c:v>
                </c:pt>
                <c:pt idx="2371">
                  <c:v>8.0253816778220344</c:v>
                </c:pt>
                <c:pt idx="2372">
                  <c:v>8.0264002792263796</c:v>
                </c:pt>
                <c:pt idx="2373">
                  <c:v>8.0273393011128</c:v>
                </c:pt>
                <c:pt idx="2374">
                  <c:v>8.0263613517841748</c:v>
                </c:pt>
                <c:pt idx="2375">
                  <c:v>8.0273721512749976</c:v>
                </c:pt>
                <c:pt idx="2376">
                  <c:v>8.0293678807539113</c:v>
                </c:pt>
                <c:pt idx="2377">
                  <c:v>8.0284183468155881</c:v>
                </c:pt>
                <c:pt idx="2378">
                  <c:v>8.0247902927770713</c:v>
                </c:pt>
                <c:pt idx="2379">
                  <c:v>8.023867121093911</c:v>
                </c:pt>
                <c:pt idx="2380">
                  <c:v>8.0245954091898337</c:v>
                </c:pt>
                <c:pt idx="2381">
                  <c:v>8.0244151439247737</c:v>
                </c:pt>
                <c:pt idx="2382">
                  <c:v>8.021857676672278</c:v>
                </c:pt>
                <c:pt idx="2383">
                  <c:v>8.0202716708413746</c:v>
                </c:pt>
                <c:pt idx="2384">
                  <c:v>8.0221869174229052</c:v>
                </c:pt>
                <c:pt idx="2385">
                  <c:v>8.0239039132755714</c:v>
                </c:pt>
                <c:pt idx="2386">
                  <c:v>8.0203158543095299</c:v>
                </c:pt>
                <c:pt idx="2387">
                  <c:v>8.0196499815217841</c:v>
                </c:pt>
                <c:pt idx="2388">
                  <c:v>8.0201719705991046</c:v>
                </c:pt>
                <c:pt idx="2389">
                  <c:v>8.0195695807498044</c:v>
                </c:pt>
                <c:pt idx="2390">
                  <c:v>8.0208172299100724</c:v>
                </c:pt>
                <c:pt idx="2391">
                  <c:v>8.0207344475013347</c:v>
                </c:pt>
                <c:pt idx="2392">
                  <c:v>8.0205136122859599</c:v>
                </c:pt>
                <c:pt idx="2393">
                  <c:v>8.0219898164497181</c:v>
                </c:pt>
                <c:pt idx="2394">
                  <c:v>8.0244224530858617</c:v>
                </c:pt>
                <c:pt idx="2395">
                  <c:v>8.0271371904898778</c:v>
                </c:pt>
                <c:pt idx="2396">
                  <c:v>8.0289694904118587</c:v>
                </c:pt>
                <c:pt idx="2397">
                  <c:v>8.0267592493737929</c:v>
                </c:pt>
                <c:pt idx="2398">
                  <c:v>8.0234247936599186</c:v>
                </c:pt>
                <c:pt idx="2399">
                  <c:v>8.0220924732065857</c:v>
                </c:pt>
                <c:pt idx="2400">
                  <c:v>8.0223715353344556</c:v>
                </c:pt>
                <c:pt idx="2401">
                  <c:v>8.0205924526752348</c:v>
                </c:pt>
                <c:pt idx="2402">
                  <c:v>8.0179130291955811</c:v>
                </c:pt>
                <c:pt idx="2403">
                  <c:v>8.0166444380569128</c:v>
                </c:pt>
                <c:pt idx="2404">
                  <c:v>8.0176307641768982</c:v>
                </c:pt>
                <c:pt idx="2405">
                  <c:v>8.0198610438139042</c:v>
                </c:pt>
                <c:pt idx="2406">
                  <c:v>8.0227752638278655</c:v>
                </c:pt>
                <c:pt idx="2407">
                  <c:v>8.0242738882273237</c:v>
                </c:pt>
                <c:pt idx="2408">
                  <c:v>8.0230709974130505</c:v>
                </c:pt>
                <c:pt idx="2409">
                  <c:v>8.022291298813288</c:v>
                </c:pt>
                <c:pt idx="2410">
                  <c:v>8.0236191844947236</c:v>
                </c:pt>
                <c:pt idx="2411">
                  <c:v>8.0221385455590681</c:v>
                </c:pt>
                <c:pt idx="2412">
                  <c:v>8.0209128238820675</c:v>
                </c:pt>
                <c:pt idx="2413">
                  <c:v>8.0218296719090052</c:v>
                </c:pt>
                <c:pt idx="2414">
                  <c:v>8.0200057487783845</c:v>
                </c:pt>
                <c:pt idx="2415">
                  <c:v>8.0158212951176449</c:v>
                </c:pt>
                <c:pt idx="2416">
                  <c:v>8.0135663778589912</c:v>
                </c:pt>
                <c:pt idx="2417">
                  <c:v>8.0139871884367437</c:v>
                </c:pt>
                <c:pt idx="2418">
                  <c:v>8.0150484129265394</c:v>
                </c:pt>
                <c:pt idx="2419">
                  <c:v>8.017347349402538</c:v>
                </c:pt>
                <c:pt idx="2420">
                  <c:v>8.0198010922678939</c:v>
                </c:pt>
                <c:pt idx="2421">
                  <c:v>8.0211902435018274</c:v>
                </c:pt>
                <c:pt idx="2422">
                  <c:v>8.0194328419496568</c:v>
                </c:pt>
                <c:pt idx="2423">
                  <c:v>8.017853159774976</c:v>
                </c:pt>
                <c:pt idx="2424">
                  <c:v>8.0206049357368698</c:v>
                </c:pt>
                <c:pt idx="2425">
                  <c:v>8.0238830534225762</c:v>
                </c:pt>
                <c:pt idx="2426">
                  <c:v>8.0242575452716292</c:v>
                </c:pt>
                <c:pt idx="2427">
                  <c:v>8.022987393750256</c:v>
                </c:pt>
                <c:pt idx="2428">
                  <c:v>8.0206087135055224</c:v>
                </c:pt>
                <c:pt idx="2429">
                  <c:v>8.0173269823019755</c:v>
                </c:pt>
                <c:pt idx="2430">
                  <c:v>8.0181481542315112</c:v>
                </c:pt>
                <c:pt idx="2431">
                  <c:v>8.02172570114565</c:v>
                </c:pt>
                <c:pt idx="2432">
                  <c:v>8.0218183386030475</c:v>
                </c:pt>
                <c:pt idx="2433">
                  <c:v>8.0206721143185646</c:v>
                </c:pt>
                <c:pt idx="2434">
                  <c:v>8.0218957007350227</c:v>
                </c:pt>
                <c:pt idx="2435">
                  <c:v>8.0221400238163678</c:v>
                </c:pt>
                <c:pt idx="2436">
                  <c:v>8.022136820925553</c:v>
                </c:pt>
                <c:pt idx="2437">
                  <c:v>8.0214318564447904</c:v>
                </c:pt>
                <c:pt idx="2438">
                  <c:v>8.0202423520716142</c:v>
                </c:pt>
                <c:pt idx="2439">
                  <c:v>8.0201967724715644</c:v>
                </c:pt>
                <c:pt idx="2440">
                  <c:v>8.0222324148975481</c:v>
                </c:pt>
                <c:pt idx="2441">
                  <c:v>8.0231708619061308</c:v>
                </c:pt>
                <c:pt idx="2442">
                  <c:v>8.0244570278815743</c:v>
                </c:pt>
                <c:pt idx="2443">
                  <c:v>8.0272172627602352</c:v>
                </c:pt>
                <c:pt idx="2444">
                  <c:v>8.0270891471276631</c:v>
                </c:pt>
                <c:pt idx="2445">
                  <c:v>8.0266232497022951</c:v>
                </c:pt>
                <c:pt idx="2446">
                  <c:v>8.0253357697203622</c:v>
                </c:pt>
                <c:pt idx="2447">
                  <c:v>8.0237297252905186</c:v>
                </c:pt>
                <c:pt idx="2448">
                  <c:v>8.0242794727548965</c:v>
                </c:pt>
                <c:pt idx="2449">
                  <c:v>8.0267992444462699</c:v>
                </c:pt>
                <c:pt idx="2450">
                  <c:v>8.0282093376586054</c:v>
                </c:pt>
                <c:pt idx="2451">
                  <c:v>8.0258905268344769</c:v>
                </c:pt>
                <c:pt idx="2452">
                  <c:v>8.0243197142035889</c:v>
                </c:pt>
                <c:pt idx="2453">
                  <c:v>8.0250770746930566</c:v>
                </c:pt>
                <c:pt idx="2454">
                  <c:v>8.0227958773046435</c:v>
                </c:pt>
                <c:pt idx="2455">
                  <c:v>8.0210500554346496</c:v>
                </c:pt>
                <c:pt idx="2456">
                  <c:v>8.02114170738718</c:v>
                </c:pt>
                <c:pt idx="2457">
                  <c:v>8.0206118342709321</c:v>
                </c:pt>
                <c:pt idx="2458">
                  <c:v>8.0211462242844824</c:v>
                </c:pt>
                <c:pt idx="2459">
                  <c:v>8.023059664107091</c:v>
                </c:pt>
                <c:pt idx="2460">
                  <c:v>8.0247450416786439</c:v>
                </c:pt>
                <c:pt idx="2461">
                  <c:v>8.0254109965917948</c:v>
                </c:pt>
                <c:pt idx="2462">
                  <c:v>8.0280279226378681</c:v>
                </c:pt>
                <c:pt idx="2463">
                  <c:v>8.0275235083973229</c:v>
                </c:pt>
                <c:pt idx="2464">
                  <c:v>8.0261075842811973</c:v>
                </c:pt>
                <c:pt idx="2465">
                  <c:v>8.0212783640619225</c:v>
                </c:pt>
                <c:pt idx="2466">
                  <c:v>8.0179468648626457</c:v>
                </c:pt>
                <c:pt idx="2467">
                  <c:v>8.0189261281977586</c:v>
                </c:pt>
                <c:pt idx="2468">
                  <c:v>8.0225097523919029</c:v>
                </c:pt>
                <c:pt idx="2469">
                  <c:v>8.0252363979797146</c:v>
                </c:pt>
                <c:pt idx="2470">
                  <c:v>8.0266584815012525</c:v>
                </c:pt>
                <c:pt idx="2471">
                  <c:v>8.0282444052067508</c:v>
                </c:pt>
                <c:pt idx="2472">
                  <c:v>8.028126719500678</c:v>
                </c:pt>
                <c:pt idx="2473">
                  <c:v>8.0261654826920701</c:v>
                </c:pt>
                <c:pt idx="2474">
                  <c:v>8.0244204820761311</c:v>
                </c:pt>
                <c:pt idx="2475">
                  <c:v>8.0252711370262393</c:v>
                </c:pt>
                <c:pt idx="2476">
                  <c:v>8.0302583665256844</c:v>
                </c:pt>
                <c:pt idx="2477">
                  <c:v>8.0318250728862974</c:v>
                </c:pt>
                <c:pt idx="2478">
                  <c:v>8.0282668254424507</c:v>
                </c:pt>
                <c:pt idx="2479">
                  <c:v>8.0224355931507407</c:v>
                </c:pt>
                <c:pt idx="2480">
                  <c:v>8.0188203506754814</c:v>
                </c:pt>
                <c:pt idx="2481">
                  <c:v>8.0208128772635821</c:v>
                </c:pt>
                <c:pt idx="2482">
                  <c:v>8.0218515172668656</c:v>
                </c:pt>
                <c:pt idx="2483">
                  <c:v>8.0239735556194312</c:v>
                </c:pt>
                <c:pt idx="2484">
                  <c:v>8.026699626329405</c:v>
                </c:pt>
                <c:pt idx="2485">
                  <c:v>8.027278528312733</c:v>
                </c:pt>
                <c:pt idx="2486">
                  <c:v>8.0254298033096543</c:v>
                </c:pt>
                <c:pt idx="2487">
                  <c:v>8.0241791155093836</c:v>
                </c:pt>
                <c:pt idx="2488">
                  <c:v>8.0234579723237385</c:v>
                </c:pt>
                <c:pt idx="2489">
                  <c:v>8.0224308298772229</c:v>
                </c:pt>
                <c:pt idx="2490">
                  <c:v>8.0215196485032649</c:v>
                </c:pt>
                <c:pt idx="2491">
                  <c:v>8.0203515788609199</c:v>
                </c:pt>
                <c:pt idx="2492">
                  <c:v>8.0172212869051034</c:v>
                </c:pt>
                <c:pt idx="2493">
                  <c:v>8.0150163840183968</c:v>
                </c:pt>
                <c:pt idx="2494">
                  <c:v>8.0153146634911518</c:v>
                </c:pt>
                <c:pt idx="2495">
                  <c:v>8.0170008623167579</c:v>
                </c:pt>
                <c:pt idx="2496">
                  <c:v>8.0192781998111116</c:v>
                </c:pt>
                <c:pt idx="2497">
                  <c:v>8.0169932246540458</c:v>
                </c:pt>
                <c:pt idx="2498">
                  <c:v>8.0176609863261206</c:v>
                </c:pt>
                <c:pt idx="2499">
                  <c:v>8.0214597790826598</c:v>
                </c:pt>
                <c:pt idx="2500">
                  <c:v>8.0245050712437891</c:v>
                </c:pt>
                <c:pt idx="2501">
                  <c:v>8.0244917669280991</c:v>
                </c:pt>
                <c:pt idx="2502">
                  <c:v>8.0227262349607855</c:v>
                </c:pt>
                <c:pt idx="2503">
                  <c:v>8.0211037654498423</c:v>
                </c:pt>
                <c:pt idx="2504">
                  <c:v>8.0206646409066646</c:v>
                </c:pt>
                <c:pt idx="2505">
                  <c:v>8.0190329733503063</c:v>
                </c:pt>
                <c:pt idx="2506">
                  <c:v>8.0191418716379914</c:v>
                </c:pt>
                <c:pt idx="2507">
                  <c:v>8.0216291216687878</c:v>
                </c:pt>
                <c:pt idx="2508">
                  <c:v>8.0207132591467172</c:v>
                </c:pt>
                <c:pt idx="2509">
                  <c:v>8.0189257996961363</c:v>
                </c:pt>
                <c:pt idx="2510">
                  <c:v>8.0164203178253199</c:v>
                </c:pt>
                <c:pt idx="2511">
                  <c:v>8.0183477189668633</c:v>
                </c:pt>
                <c:pt idx="2512">
                  <c:v>8.021930768283168</c:v>
                </c:pt>
                <c:pt idx="2513">
                  <c:v>8.0247061142364391</c:v>
                </c:pt>
                <c:pt idx="2514">
                  <c:v>8.0249628382540141</c:v>
                </c:pt>
                <c:pt idx="2515">
                  <c:v>8.021572701515213</c:v>
                </c:pt>
                <c:pt idx="2516">
                  <c:v>8.0205922062990194</c:v>
                </c:pt>
                <c:pt idx="2517">
                  <c:v>8.0231555865807085</c:v>
                </c:pt>
                <c:pt idx="2518">
                  <c:v>8.0234379337247983</c:v>
                </c:pt>
                <c:pt idx="2519">
                  <c:v>8.0215644889746649</c:v>
                </c:pt>
                <c:pt idx="2520">
                  <c:v>8.0187164620375313</c:v>
                </c:pt>
                <c:pt idx="2521">
                  <c:v>8.0184120231593639</c:v>
                </c:pt>
                <c:pt idx="2522">
                  <c:v>8.0213085040857397</c:v>
                </c:pt>
                <c:pt idx="2523">
                  <c:v>8.0217530489056781</c:v>
                </c:pt>
                <c:pt idx="2524">
                  <c:v>8.0201732024801871</c:v>
                </c:pt>
                <c:pt idx="2525">
                  <c:v>8.0183430378187488</c:v>
                </c:pt>
                <c:pt idx="2526">
                  <c:v>8.0187236890732141</c:v>
                </c:pt>
                <c:pt idx="2527">
                  <c:v>8.0188417854063161</c:v>
                </c:pt>
                <c:pt idx="2528">
                  <c:v>8.017295856773293</c:v>
                </c:pt>
                <c:pt idx="2529">
                  <c:v>8.0191370262390667</c:v>
                </c:pt>
                <c:pt idx="2530">
                  <c:v>8.0242146758099615</c:v>
                </c:pt>
                <c:pt idx="2531">
                  <c:v>8.0275690879973727</c:v>
                </c:pt>
                <c:pt idx="2532">
                  <c:v>8.0278072516733054</c:v>
                </c:pt>
                <c:pt idx="2533">
                  <c:v>8.027028456453003</c:v>
                </c:pt>
                <c:pt idx="2534">
                  <c:v>8.0247846261240916</c:v>
                </c:pt>
                <c:pt idx="2535">
                  <c:v>8.0217031166591379</c:v>
                </c:pt>
                <c:pt idx="2536">
                  <c:v>8.0200907485730717</c:v>
                </c:pt>
                <c:pt idx="2537">
                  <c:v>8.0211841662218202</c:v>
                </c:pt>
                <c:pt idx="2538">
                  <c:v>8.0220554346487081</c:v>
                </c:pt>
                <c:pt idx="2539">
                  <c:v>8.0227981768159982</c:v>
                </c:pt>
                <c:pt idx="2540">
                  <c:v>8.0206478873239444</c:v>
                </c:pt>
                <c:pt idx="2541">
                  <c:v>8.0192009198045415</c:v>
                </c:pt>
                <c:pt idx="2542">
                  <c:v>8.0192108569786065</c:v>
                </c:pt>
                <c:pt idx="2543">
                  <c:v>8.0198903625836646</c:v>
                </c:pt>
                <c:pt idx="2544">
                  <c:v>8.0194782572988963</c:v>
                </c:pt>
                <c:pt idx="2545">
                  <c:v>8.0189977415513489</c:v>
                </c:pt>
                <c:pt idx="2546">
                  <c:v>8.0215580010676302</c:v>
                </c:pt>
                <c:pt idx="2547">
                  <c:v>8.0238758263868935</c:v>
                </c:pt>
                <c:pt idx="2548">
                  <c:v>8.0273313349484656</c:v>
                </c:pt>
                <c:pt idx="2549">
                  <c:v>8.0296397979715017</c:v>
                </c:pt>
                <c:pt idx="2550">
                  <c:v>8.028873403687431</c:v>
                </c:pt>
                <c:pt idx="2551">
                  <c:v>8.025825812014947</c:v>
                </c:pt>
                <c:pt idx="2552">
                  <c:v>8.0253788855582471</c:v>
                </c:pt>
                <c:pt idx="2553">
                  <c:v>8.0289226789307264</c:v>
                </c:pt>
                <c:pt idx="2554">
                  <c:v>8.0293874266004188</c:v>
                </c:pt>
                <c:pt idx="2555">
                  <c:v>8.0269657947686124</c:v>
                </c:pt>
                <c:pt idx="2556">
                  <c:v>8.0226174187985055</c:v>
                </c:pt>
                <c:pt idx="2557">
                  <c:v>8.0218372274463103</c:v>
                </c:pt>
                <c:pt idx="2558">
                  <c:v>8.0238561162895738</c:v>
                </c:pt>
                <c:pt idx="2559">
                  <c:v>8.0254387549788522</c:v>
                </c:pt>
                <c:pt idx="2560">
                  <c:v>8.0246650515336917</c:v>
                </c:pt>
                <c:pt idx="2561">
                  <c:v>8.026902311830165</c:v>
                </c:pt>
                <c:pt idx="2562">
                  <c:v>8.0273924362501532</c:v>
                </c:pt>
                <c:pt idx="2563">
                  <c:v>8.0246874717693917</c:v>
                </c:pt>
                <c:pt idx="2564">
                  <c:v>8.0236263294050012</c:v>
                </c:pt>
                <c:pt idx="2565">
                  <c:v>8.0243781053668961</c:v>
                </c:pt>
                <c:pt idx="2566">
                  <c:v>8.0247304233564645</c:v>
                </c:pt>
                <c:pt idx="2567">
                  <c:v>8.0224438878166957</c:v>
                </c:pt>
                <c:pt idx="2568">
                  <c:v>8.0215348417032803</c:v>
                </c:pt>
                <c:pt idx="2569">
                  <c:v>8.0213958033917798</c:v>
                </c:pt>
                <c:pt idx="2570">
                  <c:v>8.0202159076910444</c:v>
                </c:pt>
                <c:pt idx="2571">
                  <c:v>8.0192077362131968</c:v>
                </c:pt>
                <c:pt idx="2572">
                  <c:v>8.019131523836899</c:v>
                </c:pt>
                <c:pt idx="2573">
                  <c:v>8.0199285508972196</c:v>
                </c:pt>
                <c:pt idx="2574">
                  <c:v>8.0202569703937918</c:v>
                </c:pt>
                <c:pt idx="2575">
                  <c:v>8.0203608590317419</c:v>
                </c:pt>
                <c:pt idx="2576">
                  <c:v>8.0200805650227895</c:v>
                </c:pt>
                <c:pt idx="2577">
                  <c:v>8.0167461093089152</c:v>
                </c:pt>
                <c:pt idx="2578">
                  <c:v>8.0193183591343988</c:v>
                </c:pt>
                <c:pt idx="2579">
                  <c:v>8.0245988584568639</c:v>
                </c:pt>
                <c:pt idx="2580">
                  <c:v>8.0258082371781718</c:v>
                </c:pt>
                <c:pt idx="2581">
                  <c:v>8.0228679834106682</c:v>
                </c:pt>
                <c:pt idx="2582">
                  <c:v>8.0190893113784742</c:v>
                </c:pt>
                <c:pt idx="2583">
                  <c:v>8.0179246910031612</c:v>
                </c:pt>
                <c:pt idx="2584">
                  <c:v>8.0179343818010107</c:v>
                </c:pt>
                <c:pt idx="2585">
                  <c:v>8.0177014741510284</c:v>
                </c:pt>
                <c:pt idx="2586">
                  <c:v>8.0188876113825813</c:v>
                </c:pt>
                <c:pt idx="2587">
                  <c:v>8.0212982384100524</c:v>
                </c:pt>
                <c:pt idx="2588">
                  <c:v>8.0234285714285711</c:v>
                </c:pt>
                <c:pt idx="2589">
                  <c:v>8.0245067137518991</c:v>
                </c:pt>
                <c:pt idx="2590">
                  <c:v>8.0226021434730832</c:v>
                </c:pt>
                <c:pt idx="2591">
                  <c:v>8.0204508684761624</c:v>
                </c:pt>
                <c:pt idx="2592">
                  <c:v>8.0198722949944568</c:v>
                </c:pt>
                <c:pt idx="2593">
                  <c:v>8.0208495873198373</c:v>
                </c:pt>
                <c:pt idx="2594">
                  <c:v>8.0240671785816939</c:v>
                </c:pt>
                <c:pt idx="2595">
                  <c:v>8.0256711698764018</c:v>
                </c:pt>
                <c:pt idx="2596">
                  <c:v>8.0251410503839367</c:v>
                </c:pt>
                <c:pt idx="2597">
                  <c:v>8.025206175830494</c:v>
                </c:pt>
                <c:pt idx="2598">
                  <c:v>8.0272041226953554</c:v>
                </c:pt>
                <c:pt idx="2599">
                  <c:v>8.0274650351086105</c:v>
                </c:pt>
                <c:pt idx="2600">
                  <c:v>8.0243084630230364</c:v>
                </c:pt>
                <c:pt idx="2601">
                  <c:v>8.0213641029852578</c:v>
                </c:pt>
                <c:pt idx="2602">
                  <c:v>8.0206679259228846</c:v>
                </c:pt>
                <c:pt idx="2603">
                  <c:v>8.0213380692317173</c:v>
                </c:pt>
                <c:pt idx="2604">
                  <c:v>8.0199673962140192</c:v>
                </c:pt>
                <c:pt idx="2605">
                  <c:v>8.0188334086149542</c:v>
                </c:pt>
                <c:pt idx="2606">
                  <c:v>8.0186693220547784</c:v>
                </c:pt>
                <c:pt idx="2607">
                  <c:v>8.0206322834968997</c:v>
                </c:pt>
                <c:pt idx="2608">
                  <c:v>8.0218754157598653</c:v>
                </c:pt>
                <c:pt idx="2609">
                  <c:v>8.0214548515583299</c:v>
                </c:pt>
                <c:pt idx="2610">
                  <c:v>8.0211751324272171</c:v>
                </c:pt>
                <c:pt idx="2611">
                  <c:v>8.0219654252042876</c:v>
                </c:pt>
                <c:pt idx="2612">
                  <c:v>8.0223903420523133</c:v>
                </c:pt>
                <c:pt idx="2613">
                  <c:v>8.0219310967847903</c:v>
                </c:pt>
                <c:pt idx="2614">
                  <c:v>8.0198837104258196</c:v>
                </c:pt>
                <c:pt idx="2615">
                  <c:v>8.0201920913234517</c:v>
                </c:pt>
                <c:pt idx="2616">
                  <c:v>8.0222687964521828</c:v>
                </c:pt>
                <c:pt idx="2617">
                  <c:v>8.0232313062045737</c:v>
                </c:pt>
                <c:pt idx="2618">
                  <c:v>8.0222651008089354</c:v>
                </c:pt>
                <c:pt idx="2619">
                  <c:v>8.0212385332402576</c:v>
                </c:pt>
                <c:pt idx="2620">
                  <c:v>8.0212998809181624</c:v>
                </c:pt>
                <c:pt idx="2621">
                  <c:v>8.0211682338931549</c:v>
                </c:pt>
                <c:pt idx="2622">
                  <c:v>8.0217286576602476</c:v>
                </c:pt>
                <c:pt idx="2623">
                  <c:v>8.0241805937666815</c:v>
                </c:pt>
                <c:pt idx="2624">
                  <c:v>8.0269473986777804</c:v>
                </c:pt>
                <c:pt idx="2625">
                  <c:v>8.0256400443477194</c:v>
                </c:pt>
                <c:pt idx="2626">
                  <c:v>8.0242844002792264</c:v>
                </c:pt>
                <c:pt idx="2627">
                  <c:v>8.0237767010224612</c:v>
                </c:pt>
                <c:pt idx="2628">
                  <c:v>8.0241328789060891</c:v>
                </c:pt>
                <c:pt idx="2629">
                  <c:v>8.0222641153040701</c:v>
                </c:pt>
                <c:pt idx="2630">
                  <c:v>8.0205408779205847</c:v>
                </c:pt>
                <c:pt idx="2631">
                  <c:v>8.0212287603170047</c:v>
                </c:pt>
                <c:pt idx="2632">
                  <c:v>8.0186041966082211</c:v>
                </c:pt>
                <c:pt idx="2633">
                  <c:v>8.0158344351825246</c:v>
                </c:pt>
                <c:pt idx="2634">
                  <c:v>8.0132976635322137</c:v>
                </c:pt>
                <c:pt idx="2635">
                  <c:v>8.0131390793742039</c:v>
                </c:pt>
                <c:pt idx="2636">
                  <c:v>8.0153358518457694</c:v>
                </c:pt>
                <c:pt idx="2637">
                  <c:v>8.017790826592206</c:v>
                </c:pt>
                <c:pt idx="2638">
                  <c:v>8.0190637703773664</c:v>
                </c:pt>
                <c:pt idx="2639">
                  <c:v>8.0179278117685708</c:v>
                </c:pt>
                <c:pt idx="2640">
                  <c:v>8.0163812261323049</c:v>
                </c:pt>
                <c:pt idx="2641">
                  <c:v>8.0149469880507542</c:v>
                </c:pt>
                <c:pt idx="2642">
                  <c:v>8.0182220670964561</c:v>
                </c:pt>
                <c:pt idx="2643">
                  <c:v>8.0217253726440276</c:v>
                </c:pt>
                <c:pt idx="2644">
                  <c:v>8.0237467252494561</c:v>
                </c:pt>
                <c:pt idx="2645">
                  <c:v>8.0242456370878337</c:v>
                </c:pt>
                <c:pt idx="2646">
                  <c:v>8.0241341929125767</c:v>
                </c:pt>
                <c:pt idx="2647">
                  <c:v>8.0216296144212205</c:v>
                </c:pt>
                <c:pt idx="2648">
                  <c:v>8.0190204081632661</c:v>
                </c:pt>
                <c:pt idx="2649">
                  <c:v>8.0209253069437025</c:v>
                </c:pt>
                <c:pt idx="2650">
                  <c:v>8.0225373465281482</c:v>
                </c:pt>
                <c:pt idx="2651">
                  <c:v>8.0229291668377609</c:v>
                </c:pt>
                <c:pt idx="2652">
                  <c:v>8.0192561080770339</c:v>
                </c:pt>
                <c:pt idx="2653">
                  <c:v>8.0152668665051525</c:v>
                </c:pt>
                <c:pt idx="2654">
                  <c:v>8.0130044758345988</c:v>
                </c:pt>
                <c:pt idx="2655">
                  <c:v>8.0163788444955451</c:v>
                </c:pt>
                <c:pt idx="2656">
                  <c:v>8.0208552539728171</c:v>
                </c:pt>
                <c:pt idx="2657">
                  <c:v>8.0194049193117891</c:v>
                </c:pt>
                <c:pt idx="2658">
                  <c:v>8.0189528189545438</c:v>
                </c:pt>
                <c:pt idx="2659">
                  <c:v>8.0207182687964522</c:v>
                </c:pt>
                <c:pt idx="2660">
                  <c:v>8.0225570566254678</c:v>
                </c:pt>
                <c:pt idx="2661">
                  <c:v>8.0237048412926537</c:v>
                </c:pt>
                <c:pt idx="2662">
                  <c:v>8.0225945879357781</c:v>
                </c:pt>
                <c:pt idx="2663">
                  <c:v>8.0194612573399588</c:v>
                </c:pt>
                <c:pt idx="2664">
                  <c:v>8.0199326571674945</c:v>
                </c:pt>
                <c:pt idx="2665">
                  <c:v>8.0204063565063848</c:v>
                </c:pt>
                <c:pt idx="2666">
                  <c:v>8.0211935285180473</c:v>
                </c:pt>
                <c:pt idx="2667">
                  <c:v>8.0211718474109972</c:v>
                </c:pt>
                <c:pt idx="2668">
                  <c:v>8.0217285755348424</c:v>
                </c:pt>
                <c:pt idx="2669">
                  <c:v>8.0221351784174431</c:v>
                </c:pt>
                <c:pt idx="2670">
                  <c:v>8.0204616269042823</c:v>
                </c:pt>
                <c:pt idx="2671">
                  <c:v>8.0203846753993346</c:v>
                </c:pt>
                <c:pt idx="2672">
                  <c:v>8.0208320946084672</c:v>
                </c:pt>
                <c:pt idx="2673">
                  <c:v>8.0206455056871846</c:v>
                </c:pt>
                <c:pt idx="2674">
                  <c:v>8.0211789101958697</c:v>
                </c:pt>
                <c:pt idx="2675">
                  <c:v>8.0213333880836029</c:v>
                </c:pt>
                <c:pt idx="2676">
                  <c:v>8.0211846589742528</c:v>
                </c:pt>
                <c:pt idx="2677">
                  <c:v>8.019989570073502</c:v>
                </c:pt>
                <c:pt idx="2678">
                  <c:v>8.0192335235905219</c:v>
                </c:pt>
                <c:pt idx="2679">
                  <c:v>8.0193972816490788</c:v>
                </c:pt>
                <c:pt idx="2680">
                  <c:v>8.0195685952449391</c:v>
                </c:pt>
                <c:pt idx="2681">
                  <c:v>8.0197560875456819</c:v>
                </c:pt>
                <c:pt idx="2682">
                  <c:v>8.0213757647928379</c:v>
                </c:pt>
                <c:pt idx="2683">
                  <c:v>8.0224232743399178</c:v>
                </c:pt>
                <c:pt idx="2684">
                  <c:v>8.0200003285016219</c:v>
                </c:pt>
                <c:pt idx="2685">
                  <c:v>8.0169288383361401</c:v>
                </c:pt>
                <c:pt idx="2686">
                  <c:v>8.0169155340204501</c:v>
                </c:pt>
                <c:pt idx="2687">
                  <c:v>8.0174354699626331</c:v>
                </c:pt>
                <c:pt idx="2688">
                  <c:v>8.0167696793002907</c:v>
                </c:pt>
                <c:pt idx="2689">
                  <c:v>8.0170893935038805</c:v>
                </c:pt>
                <c:pt idx="2690">
                  <c:v>8.0192585718391989</c:v>
                </c:pt>
                <c:pt idx="2691">
                  <c:v>8.0218268796452179</c:v>
                </c:pt>
                <c:pt idx="2692">
                  <c:v>8.0221819898985753</c:v>
                </c:pt>
                <c:pt idx="2693">
                  <c:v>8.021711575575905</c:v>
                </c:pt>
                <c:pt idx="2694">
                  <c:v>8.0236240298936483</c:v>
                </c:pt>
                <c:pt idx="2695">
                  <c:v>8.0255235905227273</c:v>
                </c:pt>
                <c:pt idx="2696">
                  <c:v>8.028263786802448</c:v>
                </c:pt>
                <c:pt idx="2697">
                  <c:v>8.0290737896768363</c:v>
                </c:pt>
                <c:pt idx="2698">
                  <c:v>8.0278022420235704</c:v>
                </c:pt>
                <c:pt idx="2699">
                  <c:v>8.0268861331252825</c:v>
                </c:pt>
                <c:pt idx="2700">
                  <c:v>8.0264874142816076</c:v>
                </c:pt>
                <c:pt idx="2701">
                  <c:v>8.025714449965097</c:v>
                </c:pt>
                <c:pt idx="2702">
                  <c:v>8.0224187574426153</c:v>
                </c:pt>
                <c:pt idx="2703">
                  <c:v>8.0219430049685876</c:v>
                </c:pt>
                <c:pt idx="2704">
                  <c:v>8.0227801913521954</c:v>
                </c:pt>
                <c:pt idx="2705">
                  <c:v>8.0225248634665132</c:v>
                </c:pt>
                <c:pt idx="2706">
                  <c:v>8.0231348909785236</c:v>
                </c:pt>
                <c:pt idx="2707">
                  <c:v>8.0230337124789557</c:v>
                </c:pt>
                <c:pt idx="2708">
                  <c:v>8.0225208393216434</c:v>
                </c:pt>
                <c:pt idx="2709">
                  <c:v>8.0236705949985634</c:v>
                </c:pt>
                <c:pt idx="2710">
                  <c:v>8.0249815628464667</c:v>
                </c:pt>
                <c:pt idx="2711">
                  <c:v>8.0243567527614665</c:v>
                </c:pt>
                <c:pt idx="2712">
                  <c:v>8.0241263909990561</c:v>
                </c:pt>
                <c:pt idx="2713">
                  <c:v>8.0247994908224864</c:v>
                </c:pt>
                <c:pt idx="2714">
                  <c:v>8.022382704389603</c:v>
                </c:pt>
                <c:pt idx="2715">
                  <c:v>8.0209873937502572</c:v>
                </c:pt>
                <c:pt idx="2716">
                  <c:v>8.0220569129060078</c:v>
                </c:pt>
                <c:pt idx="2717">
                  <c:v>8.0232190695191559</c:v>
                </c:pt>
                <c:pt idx="2718">
                  <c:v>8.0234004024144863</c:v>
                </c:pt>
                <c:pt idx="2719">
                  <c:v>8.0207774812138126</c:v>
                </c:pt>
                <c:pt idx="2720">
                  <c:v>8.0208312733544123</c:v>
                </c:pt>
                <c:pt idx="2721">
                  <c:v>8.0206657085369351</c:v>
                </c:pt>
                <c:pt idx="2722">
                  <c:v>8.0210292777070595</c:v>
                </c:pt>
                <c:pt idx="2723">
                  <c:v>8.0225136944113657</c:v>
                </c:pt>
                <c:pt idx="2724">
                  <c:v>8.0227567034862233</c:v>
                </c:pt>
                <c:pt idx="2725">
                  <c:v>8.021675851024515</c:v>
                </c:pt>
                <c:pt idx="2726">
                  <c:v>8.0218378023241481</c:v>
                </c:pt>
                <c:pt idx="2727">
                  <c:v>8.0220486182400528</c:v>
                </c:pt>
                <c:pt idx="2728">
                  <c:v>8.0231617459861209</c:v>
                </c:pt>
                <c:pt idx="2729">
                  <c:v>8.0236024309120033</c:v>
                </c:pt>
                <c:pt idx="2730">
                  <c:v>8.0227270562148405</c:v>
                </c:pt>
                <c:pt idx="2731">
                  <c:v>8.0221203137190482</c:v>
                </c:pt>
                <c:pt idx="2732">
                  <c:v>8.0229363938734455</c:v>
                </c:pt>
                <c:pt idx="2733">
                  <c:v>8.0233337165852259</c:v>
                </c:pt>
                <c:pt idx="2734">
                  <c:v>8.023983410668091</c:v>
                </c:pt>
                <c:pt idx="2735">
                  <c:v>8.0249264566993794</c:v>
                </c:pt>
                <c:pt idx="2736">
                  <c:v>8.0266789307272202</c:v>
                </c:pt>
                <c:pt idx="2737">
                  <c:v>8.0259026813944896</c:v>
                </c:pt>
                <c:pt idx="2738">
                  <c:v>8.0195625179649319</c:v>
                </c:pt>
                <c:pt idx="2739">
                  <c:v>8.0176849669445236</c:v>
                </c:pt>
                <c:pt idx="2740">
                  <c:v>8.0207143267769876</c:v>
                </c:pt>
                <c:pt idx="2741">
                  <c:v>8.0232520839321637</c:v>
                </c:pt>
                <c:pt idx="2742">
                  <c:v>8.0221574344023328</c:v>
                </c:pt>
                <c:pt idx="2743">
                  <c:v>8.0183826222641983</c:v>
                </c:pt>
                <c:pt idx="2744">
                  <c:v>8.0170612244897956</c:v>
                </c:pt>
                <c:pt idx="2745">
                  <c:v>8.0175197306286705</c:v>
                </c:pt>
                <c:pt idx="2746">
                  <c:v>8.0203406561819897</c:v>
                </c:pt>
                <c:pt idx="2747">
                  <c:v>8.024647066069889</c:v>
                </c:pt>
                <c:pt idx="2748">
                  <c:v>8.0248215825565641</c:v>
                </c:pt>
                <c:pt idx="2749">
                  <c:v>8.0204850326448494</c:v>
                </c:pt>
                <c:pt idx="2750">
                  <c:v>8.0203773662382449</c:v>
                </c:pt>
                <c:pt idx="2751">
                  <c:v>8.0237561696710884</c:v>
                </c:pt>
                <c:pt idx="2752">
                  <c:v>8.0241928304521011</c:v>
                </c:pt>
                <c:pt idx="2753">
                  <c:v>8.022037941937338</c:v>
                </c:pt>
                <c:pt idx="2754">
                  <c:v>8.0199509711329195</c:v>
                </c:pt>
                <c:pt idx="2755">
                  <c:v>8.0189003408204336</c:v>
                </c:pt>
                <c:pt idx="2756">
                  <c:v>8.0184204820761309</c:v>
                </c:pt>
                <c:pt idx="2757">
                  <c:v>8.0152038763191396</c:v>
                </c:pt>
                <c:pt idx="2758">
                  <c:v>8.0147196649283448</c:v>
                </c:pt>
                <c:pt idx="2759">
                  <c:v>8.0176664887282882</c:v>
                </c:pt>
                <c:pt idx="2760">
                  <c:v>8.02089163552745</c:v>
                </c:pt>
                <c:pt idx="2761">
                  <c:v>8.02123393421755</c:v>
                </c:pt>
                <c:pt idx="2762">
                  <c:v>8.0193441465117239</c:v>
                </c:pt>
                <c:pt idx="2763">
                  <c:v>8.017262595984068</c:v>
                </c:pt>
                <c:pt idx="2764">
                  <c:v>8.0171633063688255</c:v>
                </c:pt>
                <c:pt idx="2765">
                  <c:v>8.0161973473494026</c:v>
                </c:pt>
                <c:pt idx="2766">
                  <c:v>8.0153467745246996</c:v>
                </c:pt>
                <c:pt idx="2767">
                  <c:v>8.016602143473083</c:v>
                </c:pt>
                <c:pt idx="2768">
                  <c:v>8.0179471933642681</c:v>
                </c:pt>
                <c:pt idx="2769">
                  <c:v>8.0179341354247935</c:v>
                </c:pt>
                <c:pt idx="2770">
                  <c:v>8.0171736541699179</c:v>
                </c:pt>
                <c:pt idx="2771">
                  <c:v>8.0189929782778311</c:v>
                </c:pt>
                <c:pt idx="2772">
                  <c:v>8.0204793659918696</c:v>
                </c:pt>
                <c:pt idx="2773">
                  <c:v>8.0195133248470416</c:v>
                </c:pt>
                <c:pt idx="2774">
                  <c:v>8.0208918819036672</c:v>
                </c:pt>
                <c:pt idx="2775">
                  <c:v>8.0218750051328378</c:v>
                </c:pt>
                <c:pt idx="2776">
                  <c:v>8.0217770295240829</c:v>
                </c:pt>
                <c:pt idx="2777">
                  <c:v>8.0214360448404722</c:v>
                </c:pt>
                <c:pt idx="2778">
                  <c:v>8.0203589701474147</c:v>
                </c:pt>
                <c:pt idx="2779">
                  <c:v>8.0181369030509586</c:v>
                </c:pt>
                <c:pt idx="2780">
                  <c:v>8.0199555701556271</c:v>
                </c:pt>
                <c:pt idx="2781">
                  <c:v>8.0213357697203627</c:v>
                </c:pt>
                <c:pt idx="2782">
                  <c:v>8.0221019997536231</c:v>
                </c:pt>
                <c:pt idx="2783">
                  <c:v>8.0223767092350027</c:v>
                </c:pt>
                <c:pt idx="2784">
                  <c:v>8.0237694739867784</c:v>
                </c:pt>
                <c:pt idx="2785">
                  <c:v>8.0234971461421587</c:v>
                </c:pt>
                <c:pt idx="2786">
                  <c:v>8.0211581324682797</c:v>
                </c:pt>
                <c:pt idx="2787">
                  <c:v>8.0190830698476567</c:v>
                </c:pt>
                <c:pt idx="2788">
                  <c:v>8.0208331622387394</c:v>
                </c:pt>
                <c:pt idx="2789">
                  <c:v>8.0244713177021314</c:v>
                </c:pt>
                <c:pt idx="2790">
                  <c:v>8.024647066069889</c:v>
                </c:pt>
                <c:pt idx="2791">
                  <c:v>8.0226563462407103</c:v>
                </c:pt>
                <c:pt idx="2792">
                  <c:v>8.0193539194349768</c:v>
                </c:pt>
                <c:pt idx="2793">
                  <c:v>8.0181041350141662</c:v>
                </c:pt>
                <c:pt idx="2794">
                  <c:v>8.0224820761302507</c:v>
                </c:pt>
                <c:pt idx="2795">
                  <c:v>8.0240283332648961</c:v>
                </c:pt>
                <c:pt idx="2796">
                  <c:v>8.0205634624070949</c:v>
                </c:pt>
                <c:pt idx="2797">
                  <c:v>8.0200886133125291</c:v>
                </c:pt>
                <c:pt idx="2798">
                  <c:v>8.0251461421590768</c:v>
                </c:pt>
                <c:pt idx="2799">
                  <c:v>8.0273375764792831</c:v>
                </c:pt>
                <c:pt idx="2800">
                  <c:v>8.0259224736172143</c:v>
                </c:pt>
                <c:pt idx="2801">
                  <c:v>8.0257821212992244</c:v>
                </c:pt>
                <c:pt idx="2802">
                  <c:v>8.0248761959512169</c:v>
                </c:pt>
                <c:pt idx="2803">
                  <c:v>8.0232405042499906</c:v>
                </c:pt>
                <c:pt idx="2804">
                  <c:v>8.0216195951217504</c:v>
                </c:pt>
                <c:pt idx="2805">
                  <c:v>8.0198025705251919</c:v>
                </c:pt>
                <c:pt idx="2806">
                  <c:v>8.0195406726070715</c:v>
                </c:pt>
                <c:pt idx="2807">
                  <c:v>8.0209829589783599</c:v>
                </c:pt>
                <c:pt idx="2808">
                  <c:v>8.0240081304151438</c:v>
                </c:pt>
                <c:pt idx="2809">
                  <c:v>8.0243620087874188</c:v>
                </c:pt>
                <c:pt idx="2810">
                  <c:v>8.0206962591877797</c:v>
                </c:pt>
                <c:pt idx="2811">
                  <c:v>8.0179029277707059</c:v>
                </c:pt>
                <c:pt idx="2812">
                  <c:v>8.0180269371330013</c:v>
                </c:pt>
                <c:pt idx="2813">
                  <c:v>8.0199208311091041</c:v>
                </c:pt>
                <c:pt idx="2814">
                  <c:v>8.0219609083069852</c:v>
                </c:pt>
                <c:pt idx="2815">
                  <c:v>8.0236145033466109</c:v>
                </c:pt>
                <c:pt idx="2816">
                  <c:v>8.0227856937543631</c:v>
                </c:pt>
                <c:pt idx="2817">
                  <c:v>8.02135933971174</c:v>
                </c:pt>
                <c:pt idx="2818">
                  <c:v>8.0214398226091248</c:v>
                </c:pt>
                <c:pt idx="2819">
                  <c:v>8.0230577752227656</c:v>
                </c:pt>
                <c:pt idx="2820">
                  <c:v>8.0245379214059867</c:v>
                </c:pt>
                <c:pt idx="2821">
                  <c:v>8.0245155011702867</c:v>
                </c:pt>
                <c:pt idx="2822">
                  <c:v>8.023598817394161</c:v>
                </c:pt>
                <c:pt idx="2823">
                  <c:v>8.0237122325791486</c:v>
                </c:pt>
                <c:pt idx="2824">
                  <c:v>8.020440684925882</c:v>
                </c:pt>
                <c:pt idx="2825">
                  <c:v>8.0171339875990633</c:v>
                </c:pt>
                <c:pt idx="2826">
                  <c:v>8.0175656387303409</c:v>
                </c:pt>
                <c:pt idx="2827">
                  <c:v>8.020943128156695</c:v>
                </c:pt>
                <c:pt idx="2828">
                  <c:v>8.0232079825894136</c:v>
                </c:pt>
                <c:pt idx="2829">
                  <c:v>8.0234743974048364</c:v>
                </c:pt>
                <c:pt idx="2830">
                  <c:v>8.0237688991089389</c:v>
                </c:pt>
                <c:pt idx="2831">
                  <c:v>8.0244288588674912</c:v>
                </c:pt>
                <c:pt idx="2832">
                  <c:v>8.0225430131811279</c:v>
                </c:pt>
                <c:pt idx="2833">
                  <c:v>8.0223924773128559</c:v>
                </c:pt>
                <c:pt idx="2834">
                  <c:v>8.0247181045456415</c:v>
                </c:pt>
                <c:pt idx="2835">
                  <c:v>8.0267915246581527</c:v>
                </c:pt>
                <c:pt idx="2836">
                  <c:v>8.0245377571551764</c:v>
                </c:pt>
                <c:pt idx="2837">
                  <c:v>8.0210659877633148</c:v>
                </c:pt>
                <c:pt idx="2838">
                  <c:v>8.0212990596641074</c:v>
                </c:pt>
                <c:pt idx="2839">
                  <c:v>8.0235909333552335</c:v>
                </c:pt>
                <c:pt idx="2840">
                  <c:v>8.0255799285508971</c:v>
                </c:pt>
                <c:pt idx="2841">
                  <c:v>8.0255871555865799</c:v>
                </c:pt>
                <c:pt idx="2842">
                  <c:v>8.0236972036299434</c:v>
                </c:pt>
                <c:pt idx="2843">
                  <c:v>8.0231737362953233</c:v>
                </c:pt>
                <c:pt idx="2844">
                  <c:v>8.0246047714860591</c:v>
                </c:pt>
                <c:pt idx="2845">
                  <c:v>8.0231425286412357</c:v>
                </c:pt>
                <c:pt idx="2846">
                  <c:v>8.0210175337740726</c:v>
                </c:pt>
                <c:pt idx="2847">
                  <c:v>8.0211556687061147</c:v>
                </c:pt>
                <c:pt idx="2848">
                  <c:v>8.0209521619512998</c:v>
                </c:pt>
                <c:pt idx="2849">
                  <c:v>8.022068821089805</c:v>
                </c:pt>
                <c:pt idx="2850">
                  <c:v>8.0230389685049062</c:v>
                </c:pt>
                <c:pt idx="2851">
                  <c:v>8.0217135465856355</c:v>
                </c:pt>
                <c:pt idx="2852">
                  <c:v>8.0189555290929242</c:v>
                </c:pt>
                <c:pt idx="2853">
                  <c:v>8.0180131400648786</c:v>
                </c:pt>
                <c:pt idx="2854">
                  <c:v>8.017799121258161</c:v>
                </c:pt>
                <c:pt idx="2855">
                  <c:v>8.0185916314211809</c:v>
                </c:pt>
                <c:pt idx="2856">
                  <c:v>8.0183795836241938</c:v>
                </c:pt>
                <c:pt idx="2857">
                  <c:v>8.0183027963700564</c:v>
                </c:pt>
                <c:pt idx="2858">
                  <c:v>8.0194766147907863</c:v>
                </c:pt>
                <c:pt idx="2859">
                  <c:v>8.0188035970927611</c:v>
                </c:pt>
                <c:pt idx="2860">
                  <c:v>8.016876278076623</c:v>
                </c:pt>
                <c:pt idx="2861">
                  <c:v>8.0164796123680855</c:v>
                </c:pt>
                <c:pt idx="2862">
                  <c:v>8.0189813985956562</c:v>
                </c:pt>
                <c:pt idx="2863">
                  <c:v>8.0223111731614178</c:v>
                </c:pt>
                <c:pt idx="2864">
                  <c:v>8.0243788444955442</c:v>
                </c:pt>
                <c:pt idx="2865">
                  <c:v>8.0260838500390097</c:v>
                </c:pt>
                <c:pt idx="2866">
                  <c:v>8.0257607686937948</c:v>
                </c:pt>
                <c:pt idx="2867">
                  <c:v>8.024047304233564</c:v>
                </c:pt>
                <c:pt idx="2868">
                  <c:v>8.0222563955159529</c:v>
                </c:pt>
                <c:pt idx="2869">
                  <c:v>8.0225178828070458</c:v>
                </c:pt>
                <c:pt idx="2870">
                  <c:v>8.0228109062538504</c:v>
                </c:pt>
                <c:pt idx="2871">
                  <c:v>8.0214849915821453</c:v>
                </c:pt>
                <c:pt idx="2872">
                  <c:v>8.0177504208927033</c:v>
                </c:pt>
                <c:pt idx="2873">
                  <c:v>8.014775592329487</c:v>
                </c:pt>
                <c:pt idx="2874">
                  <c:v>8.0146837761261445</c:v>
                </c:pt>
                <c:pt idx="2875">
                  <c:v>8.0171054079579527</c:v>
                </c:pt>
                <c:pt idx="2876">
                  <c:v>8.0187723073132666</c:v>
                </c:pt>
                <c:pt idx="2877">
                  <c:v>8.0207832299921975</c:v>
                </c:pt>
                <c:pt idx="2878">
                  <c:v>8.0225118055270404</c:v>
                </c:pt>
                <c:pt idx="2879">
                  <c:v>8.0233284605592736</c:v>
                </c:pt>
                <c:pt idx="2880">
                  <c:v>8.0238469182441587</c:v>
                </c:pt>
                <c:pt idx="2881">
                  <c:v>8.0218413337165853</c:v>
                </c:pt>
                <c:pt idx="2882">
                  <c:v>8.0196837350634418</c:v>
                </c:pt>
                <c:pt idx="2883">
                  <c:v>8.0171467170369155</c:v>
                </c:pt>
                <c:pt idx="2884">
                  <c:v>8.017899642754486</c:v>
                </c:pt>
                <c:pt idx="2885">
                  <c:v>8.0194753007842969</c:v>
                </c:pt>
                <c:pt idx="2886">
                  <c:v>8.0211933642672353</c:v>
                </c:pt>
                <c:pt idx="2887">
                  <c:v>8.0220450868476156</c:v>
                </c:pt>
                <c:pt idx="2888">
                  <c:v>8.0225860468936059</c:v>
                </c:pt>
                <c:pt idx="2889">
                  <c:v>8.0248550897220063</c:v>
                </c:pt>
                <c:pt idx="2890">
                  <c:v>8.0270608138627679</c:v>
                </c:pt>
                <c:pt idx="2891">
                  <c:v>8.0253253397938646</c:v>
                </c:pt>
                <c:pt idx="2892">
                  <c:v>8.0245315156243588</c:v>
                </c:pt>
                <c:pt idx="2893">
                  <c:v>8.0249525725783268</c:v>
                </c:pt>
                <c:pt idx="2894">
                  <c:v>8.0253218084014293</c:v>
                </c:pt>
                <c:pt idx="2895">
                  <c:v>8.02704603128978</c:v>
                </c:pt>
                <c:pt idx="2896">
                  <c:v>8.0261075842811973</c:v>
                </c:pt>
                <c:pt idx="2897">
                  <c:v>8.0235174311173161</c:v>
                </c:pt>
                <c:pt idx="2898">
                  <c:v>8.0222764341148931</c:v>
                </c:pt>
                <c:pt idx="2899">
                  <c:v>8.0233034123105984</c:v>
                </c:pt>
                <c:pt idx="2900">
                  <c:v>8.0255171026156944</c:v>
                </c:pt>
                <c:pt idx="2901">
                  <c:v>8.0256622182072022</c:v>
                </c:pt>
                <c:pt idx="2902">
                  <c:v>8.0237247977661887</c:v>
                </c:pt>
                <c:pt idx="2903">
                  <c:v>8.0236230443887813</c:v>
                </c:pt>
                <c:pt idx="2904">
                  <c:v>8.0225563996222231</c:v>
                </c:pt>
                <c:pt idx="2905">
                  <c:v>8.0226082207530904</c:v>
                </c:pt>
                <c:pt idx="2906">
                  <c:v>8.023181784585061</c:v>
                </c:pt>
                <c:pt idx="2907">
                  <c:v>8.0217714449965101</c:v>
                </c:pt>
                <c:pt idx="2908">
                  <c:v>8.0208739785652696</c:v>
                </c:pt>
                <c:pt idx="2909">
                  <c:v>8.0185095881410913</c:v>
                </c:pt>
                <c:pt idx="2910">
                  <c:v>8.0174261897918129</c:v>
                </c:pt>
                <c:pt idx="2911">
                  <c:v>8.0183372069149588</c:v>
                </c:pt>
                <c:pt idx="2912">
                  <c:v>8.0192895331170693</c:v>
                </c:pt>
                <c:pt idx="2913">
                  <c:v>8.0208706114236445</c:v>
                </c:pt>
                <c:pt idx="2914">
                  <c:v>8.0243813903831143</c:v>
                </c:pt>
                <c:pt idx="2915">
                  <c:v>8.0266445201823178</c:v>
                </c:pt>
                <c:pt idx="2916">
                  <c:v>8.0253800353139244</c:v>
                </c:pt>
                <c:pt idx="2917">
                  <c:v>8.0245566459984392</c:v>
                </c:pt>
                <c:pt idx="2918">
                  <c:v>8.0232294173202483</c:v>
                </c:pt>
                <c:pt idx="2919">
                  <c:v>8.0209784420810575</c:v>
                </c:pt>
                <c:pt idx="2920">
                  <c:v>8.0220923089557754</c:v>
                </c:pt>
                <c:pt idx="2921">
                  <c:v>8.0228302878495459</c:v>
                </c:pt>
                <c:pt idx="2922">
                  <c:v>8.0250696012811567</c:v>
                </c:pt>
                <c:pt idx="2923">
                  <c:v>8.0260216811070499</c:v>
                </c:pt>
                <c:pt idx="2924">
                  <c:v>8.0237392518375561</c:v>
                </c:pt>
                <c:pt idx="2925">
                  <c:v>8.0206683365499121</c:v>
                </c:pt>
                <c:pt idx="2926">
                  <c:v>8.0200397486962594</c:v>
                </c:pt>
                <c:pt idx="2927">
                  <c:v>8.0219839855459281</c:v>
                </c:pt>
                <c:pt idx="2928">
                  <c:v>8.0226207859401306</c:v>
                </c:pt>
                <c:pt idx="2929">
                  <c:v>8.0234187985053183</c:v>
                </c:pt>
                <c:pt idx="2930">
                  <c:v>8.0230939925265883</c:v>
                </c:pt>
                <c:pt idx="2931">
                  <c:v>8.0209389397610149</c:v>
                </c:pt>
                <c:pt idx="2932">
                  <c:v>8.0173363445982009</c:v>
                </c:pt>
                <c:pt idx="2933">
                  <c:v>8.0153188518868319</c:v>
                </c:pt>
                <c:pt idx="2934">
                  <c:v>8.0164222888350505</c:v>
                </c:pt>
                <c:pt idx="2935">
                  <c:v>8.018579066234139</c:v>
                </c:pt>
                <c:pt idx="2936">
                  <c:v>8.0222105695396877</c:v>
                </c:pt>
                <c:pt idx="2937">
                  <c:v>8.0259465363610225</c:v>
                </c:pt>
                <c:pt idx="2938">
                  <c:v>8.0259457972323744</c:v>
                </c:pt>
                <c:pt idx="2939">
                  <c:v>8.0216877592083105</c:v>
                </c:pt>
                <c:pt idx="2940">
                  <c:v>8.0180399950724759</c:v>
                </c:pt>
                <c:pt idx="2941">
                  <c:v>8.0176686239888308</c:v>
                </c:pt>
                <c:pt idx="2942">
                  <c:v>8.0167792879727351</c:v>
                </c:pt>
                <c:pt idx="2943">
                  <c:v>8.019152301564489</c:v>
                </c:pt>
                <c:pt idx="2944">
                  <c:v>8.0246126555249866</c:v>
                </c:pt>
                <c:pt idx="2945">
                  <c:v>8.025785899067877</c:v>
                </c:pt>
                <c:pt idx="2946">
                  <c:v>8.0232524945591912</c:v>
                </c:pt>
                <c:pt idx="2947">
                  <c:v>8.0233389726111781</c:v>
                </c:pt>
                <c:pt idx="2948">
                  <c:v>8.0237533774073011</c:v>
                </c:pt>
                <c:pt idx="2949">
                  <c:v>8.0250424177719371</c:v>
                </c:pt>
                <c:pt idx="2950">
                  <c:v>8.025868845727425</c:v>
                </c:pt>
                <c:pt idx="2951">
                  <c:v>8.0258315607933319</c:v>
                </c:pt>
                <c:pt idx="2952">
                  <c:v>8.0246626698969319</c:v>
                </c:pt>
                <c:pt idx="2953">
                  <c:v>8.024331376011169</c:v>
                </c:pt>
                <c:pt idx="2954">
                  <c:v>8.0234670061183433</c:v>
                </c:pt>
                <c:pt idx="2955">
                  <c:v>8.0221487291093503</c:v>
                </c:pt>
                <c:pt idx="2956">
                  <c:v>8.0213076828316847</c:v>
                </c:pt>
                <c:pt idx="2957">
                  <c:v>8.0188237178171065</c:v>
                </c:pt>
                <c:pt idx="2958">
                  <c:v>8.0150144951340696</c:v>
                </c:pt>
                <c:pt idx="2959">
                  <c:v>8.0156945756169673</c:v>
                </c:pt>
                <c:pt idx="2960">
                  <c:v>8.0191820309612787</c:v>
                </c:pt>
                <c:pt idx="2961">
                  <c:v>8.0224289409928957</c:v>
                </c:pt>
                <c:pt idx="2962">
                  <c:v>8.0260166714573149</c:v>
                </c:pt>
                <c:pt idx="2963">
                  <c:v>8.0251602677288219</c:v>
                </c:pt>
                <c:pt idx="2964">
                  <c:v>8.0225508150946503</c:v>
                </c:pt>
                <c:pt idx="2965">
                  <c:v>8.0218728698722952</c:v>
                </c:pt>
                <c:pt idx="2966">
                  <c:v>8.0233937502566413</c:v>
                </c:pt>
                <c:pt idx="2967">
                  <c:v>8.0252064222067094</c:v>
                </c:pt>
                <c:pt idx="2968">
                  <c:v>8.0261872459245271</c:v>
                </c:pt>
                <c:pt idx="2969">
                  <c:v>8.0260880384346898</c:v>
                </c:pt>
                <c:pt idx="2970">
                  <c:v>8.0254848273313346</c:v>
                </c:pt>
                <c:pt idx="2971">
                  <c:v>8.0236122038352562</c:v>
                </c:pt>
                <c:pt idx="2972">
                  <c:v>8.0220316182811153</c:v>
                </c:pt>
                <c:pt idx="2973">
                  <c:v>8.0196401264731243</c:v>
                </c:pt>
                <c:pt idx="2974">
                  <c:v>8.0191283209460842</c:v>
                </c:pt>
                <c:pt idx="2975">
                  <c:v>8.0185108200221737</c:v>
                </c:pt>
                <c:pt idx="2976">
                  <c:v>8.0187708290559687</c:v>
                </c:pt>
                <c:pt idx="2977">
                  <c:v>8.0202014536196771</c:v>
                </c:pt>
                <c:pt idx="2978">
                  <c:v>8.0200613476779044</c:v>
                </c:pt>
                <c:pt idx="2979">
                  <c:v>8.0224553032480603</c:v>
                </c:pt>
                <c:pt idx="2980">
                  <c:v>8.0215834599433329</c:v>
                </c:pt>
                <c:pt idx="2981">
                  <c:v>8.0176560588017907</c:v>
                </c:pt>
                <c:pt idx="2982">
                  <c:v>8.0178227733749434</c:v>
                </c:pt>
                <c:pt idx="2983">
                  <c:v>8.0206452593109674</c:v>
                </c:pt>
                <c:pt idx="2984">
                  <c:v>8.0229062538496283</c:v>
                </c:pt>
                <c:pt idx="2985">
                  <c:v>8.0232235864164583</c:v>
                </c:pt>
                <c:pt idx="2986">
                  <c:v>8.0237546092883836</c:v>
                </c:pt>
                <c:pt idx="2987">
                  <c:v>8.0243026321192463</c:v>
                </c:pt>
                <c:pt idx="2988">
                  <c:v>8.023825565638731</c:v>
                </c:pt>
                <c:pt idx="2989">
                  <c:v>8.0242801297581412</c:v>
                </c:pt>
                <c:pt idx="2990">
                  <c:v>8.0240345747957136</c:v>
                </c:pt>
                <c:pt idx="2991">
                  <c:v>8.0234813780643037</c:v>
                </c:pt>
                <c:pt idx="2992">
                  <c:v>8.0242775838705711</c:v>
                </c:pt>
                <c:pt idx="2993">
                  <c:v>8.0242807867613841</c:v>
                </c:pt>
                <c:pt idx="2994">
                  <c:v>8.0235260542848934</c:v>
                </c:pt>
                <c:pt idx="2995">
                  <c:v>8.022829630846303</c:v>
                </c:pt>
                <c:pt idx="2996">
                  <c:v>8.0226299839855457</c:v>
                </c:pt>
                <c:pt idx="2997">
                  <c:v>8.0204926703075596</c:v>
                </c:pt>
                <c:pt idx="2998">
                  <c:v>8.0193582720814689</c:v>
                </c:pt>
                <c:pt idx="2999">
                  <c:v>8.0209719541740245</c:v>
                </c:pt>
                <c:pt idx="3000">
                  <c:v>8.0236401264731239</c:v>
                </c:pt>
                <c:pt idx="3001">
                  <c:v>8.0265573851270897</c:v>
                </c:pt>
                <c:pt idx="3002">
                  <c:v>8.0238486428776739</c:v>
                </c:pt>
                <c:pt idx="3003">
                  <c:v>8.020342627191722</c:v>
                </c:pt>
                <c:pt idx="3004">
                  <c:v>8.0197000780191345</c:v>
                </c:pt>
                <c:pt idx="3005">
                  <c:v>8.0196606578244989</c:v>
                </c:pt>
                <c:pt idx="3006">
                  <c:v>8.0198984108734042</c:v>
                </c:pt>
                <c:pt idx="3007">
                  <c:v>8.0218322177965753</c:v>
                </c:pt>
                <c:pt idx="3008">
                  <c:v>8.0212474849094573</c:v>
                </c:pt>
                <c:pt idx="3009">
                  <c:v>8.023102862070381</c:v>
                </c:pt>
                <c:pt idx="3010">
                  <c:v>8.0268405535252327</c:v>
                </c:pt>
                <c:pt idx="3011">
                  <c:v>8.0302753664846218</c:v>
                </c:pt>
                <c:pt idx="3012">
                  <c:v>8.031972570114565</c:v>
                </c:pt>
                <c:pt idx="3013">
                  <c:v>8.0324655689237474</c:v>
                </c:pt>
                <c:pt idx="3014">
                  <c:v>8.031237465609987</c:v>
                </c:pt>
                <c:pt idx="3015">
                  <c:v>8.0314760399129472</c:v>
                </c:pt>
                <c:pt idx="3016">
                  <c:v>8.0308290559684643</c:v>
                </c:pt>
                <c:pt idx="3017">
                  <c:v>8.0309173407793697</c:v>
                </c:pt>
                <c:pt idx="3018">
                  <c:v>8.029465609986449</c:v>
                </c:pt>
                <c:pt idx="3019">
                  <c:v>8.026986079743768</c:v>
                </c:pt>
                <c:pt idx="3020">
                  <c:v>8.0253835667063598</c:v>
                </c:pt>
                <c:pt idx="3021">
                  <c:v>8.0205880179033375</c:v>
                </c:pt>
                <c:pt idx="3022">
                  <c:v>8.0158251550117026</c:v>
                </c:pt>
                <c:pt idx="3023">
                  <c:v>8.0162644438056905</c:v>
                </c:pt>
                <c:pt idx="3024">
                  <c:v>8.0186078922514685</c:v>
                </c:pt>
                <c:pt idx="3025">
                  <c:v>8.0181374779287964</c:v>
                </c:pt>
                <c:pt idx="3026">
                  <c:v>8.0199341354247942</c:v>
                </c:pt>
                <c:pt idx="3027">
                  <c:v>8.022025623126515</c:v>
                </c:pt>
                <c:pt idx="3028">
                  <c:v>8.0207692686732646</c:v>
                </c:pt>
                <c:pt idx="3029">
                  <c:v>8.0203934628177223</c:v>
                </c:pt>
                <c:pt idx="3030">
                  <c:v>8.0211555865807096</c:v>
                </c:pt>
                <c:pt idx="3031">
                  <c:v>8.0233925183755588</c:v>
                </c:pt>
                <c:pt idx="3032">
                  <c:v>8.0250110458670392</c:v>
                </c:pt>
                <c:pt idx="3033">
                  <c:v>8.0258203917381845</c:v>
                </c:pt>
                <c:pt idx="3034">
                  <c:v>8.0261513571223251</c:v>
                </c:pt>
                <c:pt idx="3035">
                  <c:v>8.0252639099905547</c:v>
                </c:pt>
                <c:pt idx="3036">
                  <c:v>8.0242052313883292</c:v>
                </c:pt>
                <c:pt idx="3037">
                  <c:v>8.0252347554716046</c:v>
                </c:pt>
                <c:pt idx="3038">
                  <c:v>8.0252383689894469</c:v>
                </c:pt>
                <c:pt idx="3039">
                  <c:v>8.0239246088777563</c:v>
                </c:pt>
                <c:pt idx="3040">
                  <c:v>8.0240781012606242</c:v>
                </c:pt>
                <c:pt idx="3041">
                  <c:v>8.0244000328501617</c:v>
                </c:pt>
                <c:pt idx="3042">
                  <c:v>8.0224029893647604</c:v>
                </c:pt>
                <c:pt idx="3043">
                  <c:v>8.0191134562476893</c:v>
                </c:pt>
                <c:pt idx="3044">
                  <c:v>8.0177574836775758</c:v>
                </c:pt>
                <c:pt idx="3045">
                  <c:v>8.0210387221286901</c:v>
                </c:pt>
                <c:pt idx="3046">
                  <c:v>8.0241490576109715</c:v>
                </c:pt>
                <c:pt idx="3047">
                  <c:v>8.0248940171642094</c:v>
                </c:pt>
                <c:pt idx="3048">
                  <c:v>8.0244681148113166</c:v>
                </c:pt>
                <c:pt idx="3049">
                  <c:v>8.0234174844988289</c:v>
                </c:pt>
                <c:pt idx="3050">
                  <c:v>8.0246245637087839</c:v>
                </c:pt>
                <c:pt idx="3051">
                  <c:v>8.0247608097564989</c:v>
                </c:pt>
                <c:pt idx="3052">
                  <c:v>8.0261764874964072</c:v>
                </c:pt>
                <c:pt idx="3053">
                  <c:v>8.0279563092842778</c:v>
                </c:pt>
                <c:pt idx="3054">
                  <c:v>8.0270048864616275</c:v>
                </c:pt>
                <c:pt idx="3055">
                  <c:v>8.027099084301728</c:v>
                </c:pt>
                <c:pt idx="3056">
                  <c:v>8.0285484334578907</c:v>
                </c:pt>
                <c:pt idx="3057">
                  <c:v>8.0295436291216689</c:v>
                </c:pt>
                <c:pt idx="3058">
                  <c:v>8.0286602882601734</c:v>
                </c:pt>
                <c:pt idx="3059">
                  <c:v>8.026028497515707</c:v>
                </c:pt>
                <c:pt idx="3060">
                  <c:v>8.023191886009938</c:v>
                </c:pt>
                <c:pt idx="3061">
                  <c:v>8.0217719377489427</c:v>
                </c:pt>
                <c:pt idx="3062">
                  <c:v>8.0217003243953524</c:v>
                </c:pt>
                <c:pt idx="3063">
                  <c:v>8.0208013797068123</c:v>
                </c:pt>
                <c:pt idx="3064">
                  <c:v>8.0205968053217269</c:v>
                </c:pt>
                <c:pt idx="3065">
                  <c:v>8.0229606208680657</c:v>
                </c:pt>
                <c:pt idx="3066">
                  <c:v>8.0257565802981148</c:v>
                </c:pt>
                <c:pt idx="3067">
                  <c:v>8.0260971543546997</c:v>
                </c:pt>
                <c:pt idx="3068">
                  <c:v>8.0266501047098924</c:v>
                </c:pt>
                <c:pt idx="3069">
                  <c:v>8.0279940048453984</c:v>
                </c:pt>
                <c:pt idx="3070">
                  <c:v>8.0288469593068612</c:v>
                </c:pt>
                <c:pt idx="3071">
                  <c:v>8.0301276228801388</c:v>
                </c:pt>
                <c:pt idx="3072">
                  <c:v>8.0279306040323579</c:v>
                </c:pt>
                <c:pt idx="3073">
                  <c:v>8.0264696751940221</c:v>
                </c:pt>
                <c:pt idx="3074">
                  <c:v>8.026570032439535</c:v>
                </c:pt>
                <c:pt idx="3075">
                  <c:v>8.0261699995893725</c:v>
                </c:pt>
                <c:pt idx="3076">
                  <c:v>8.0246069067466017</c:v>
                </c:pt>
                <c:pt idx="3077">
                  <c:v>8.0226167617952608</c:v>
                </c:pt>
                <c:pt idx="3078">
                  <c:v>8.0247992444462692</c:v>
                </c:pt>
                <c:pt idx="3079">
                  <c:v>8.0276754403974877</c:v>
                </c:pt>
                <c:pt idx="3080">
                  <c:v>8.0270745288054854</c:v>
                </c:pt>
                <c:pt idx="3081">
                  <c:v>8.021452387796165</c:v>
                </c:pt>
                <c:pt idx="3082">
                  <c:v>8.0175142282265011</c:v>
                </c:pt>
                <c:pt idx="3083">
                  <c:v>8.0186078101260634</c:v>
                </c:pt>
                <c:pt idx="3084">
                  <c:v>8.0203028784954622</c:v>
                </c:pt>
                <c:pt idx="3085">
                  <c:v>8.0212267071818673</c:v>
                </c:pt>
                <c:pt idx="3086">
                  <c:v>8.0224217960826181</c:v>
                </c:pt>
                <c:pt idx="3087">
                  <c:v>8.0249675194021268</c:v>
                </c:pt>
                <c:pt idx="3088">
                  <c:v>8.0294672524945589</c:v>
                </c:pt>
                <c:pt idx="3089">
                  <c:v>8.0313953927647521</c:v>
                </c:pt>
                <c:pt idx="3090">
                  <c:v>8.0286484622017813</c:v>
                </c:pt>
                <c:pt idx="3091">
                  <c:v>8.0296758510245141</c:v>
                </c:pt>
                <c:pt idx="3092">
                  <c:v>8.0303441054490214</c:v>
                </c:pt>
                <c:pt idx="3093">
                  <c:v>8.0283575740155211</c:v>
                </c:pt>
                <c:pt idx="3094">
                  <c:v>8.0278819036668985</c:v>
                </c:pt>
                <c:pt idx="3095">
                  <c:v>8.0279926908389108</c:v>
                </c:pt>
                <c:pt idx="3096">
                  <c:v>8.0262164825688824</c:v>
                </c:pt>
                <c:pt idx="3097">
                  <c:v>8.0256111362049847</c:v>
                </c:pt>
                <c:pt idx="3098">
                  <c:v>8.0253378228554997</c:v>
                </c:pt>
                <c:pt idx="3099">
                  <c:v>8.0248532008376792</c:v>
                </c:pt>
                <c:pt idx="3100">
                  <c:v>8.0235675276146683</c:v>
                </c:pt>
                <c:pt idx="3101">
                  <c:v>8.0239522030140016</c:v>
                </c:pt>
                <c:pt idx="3102">
                  <c:v>8.0231062292120061</c:v>
                </c:pt>
                <c:pt idx="3103">
                  <c:v>8.0215287644232749</c:v>
                </c:pt>
                <c:pt idx="3104">
                  <c:v>8.0204748490945672</c:v>
                </c:pt>
                <c:pt idx="3105">
                  <c:v>8.0198639182030966</c:v>
                </c:pt>
                <c:pt idx="3106">
                  <c:v>8.0211778425655975</c:v>
                </c:pt>
                <c:pt idx="3107">
                  <c:v>8.0249956884162117</c:v>
                </c:pt>
                <c:pt idx="3108">
                  <c:v>8.0264419989323699</c:v>
                </c:pt>
                <c:pt idx="3109">
                  <c:v>8.024224202356999</c:v>
                </c:pt>
                <c:pt idx="3110">
                  <c:v>8.0216385660904201</c:v>
                </c:pt>
                <c:pt idx="3111">
                  <c:v>8.022908471235576</c:v>
                </c:pt>
                <c:pt idx="3112">
                  <c:v>8.0230185192789385</c:v>
                </c:pt>
                <c:pt idx="3113">
                  <c:v>8.0228718433047259</c:v>
                </c:pt>
                <c:pt idx="3114">
                  <c:v>8.0226326941239279</c:v>
                </c:pt>
                <c:pt idx="3115">
                  <c:v>8.0210842196033347</c:v>
                </c:pt>
                <c:pt idx="3116">
                  <c:v>8.0192900258695019</c:v>
                </c:pt>
                <c:pt idx="3117">
                  <c:v>8.0168501621976755</c:v>
                </c:pt>
                <c:pt idx="3118">
                  <c:v>8.0141750092391089</c:v>
                </c:pt>
                <c:pt idx="3119">
                  <c:v>8.01555471605141</c:v>
                </c:pt>
                <c:pt idx="3120">
                  <c:v>8.0167959594300502</c:v>
                </c:pt>
                <c:pt idx="3121">
                  <c:v>8.0201028210076792</c:v>
                </c:pt>
                <c:pt idx="3122">
                  <c:v>8.0240230772389438</c:v>
                </c:pt>
                <c:pt idx="3123">
                  <c:v>8.0225430953065331</c:v>
                </c:pt>
                <c:pt idx="3124">
                  <c:v>8.0206222641974296</c:v>
                </c:pt>
                <c:pt idx="3125">
                  <c:v>8.0191329199687917</c:v>
                </c:pt>
                <c:pt idx="3126">
                  <c:v>8.0169864903707957</c:v>
                </c:pt>
                <c:pt idx="3127">
                  <c:v>8.015119533527697</c:v>
                </c:pt>
                <c:pt idx="3128">
                  <c:v>8.0157820391738177</c:v>
                </c:pt>
                <c:pt idx="3129">
                  <c:v>8.0188647805198539</c:v>
                </c:pt>
                <c:pt idx="3130">
                  <c:v>8.0208381718884745</c:v>
                </c:pt>
                <c:pt idx="3131">
                  <c:v>8.020703075596435</c:v>
                </c:pt>
                <c:pt idx="3132">
                  <c:v>8.0204542356177875</c:v>
                </c:pt>
                <c:pt idx="3133">
                  <c:v>8.0194301318112764</c:v>
                </c:pt>
                <c:pt idx="3134">
                  <c:v>8.0168216646819701</c:v>
                </c:pt>
                <c:pt idx="3135">
                  <c:v>8.0144078347636842</c:v>
                </c:pt>
                <c:pt idx="3136">
                  <c:v>8.0137990391327563</c:v>
                </c:pt>
                <c:pt idx="3137">
                  <c:v>8.014125241243379</c:v>
                </c:pt>
                <c:pt idx="3138">
                  <c:v>8.0172870693549054</c:v>
                </c:pt>
                <c:pt idx="3139">
                  <c:v>8.0224801872459253</c:v>
                </c:pt>
                <c:pt idx="3140">
                  <c:v>8.023925183755594</c:v>
                </c:pt>
                <c:pt idx="3141">
                  <c:v>8.0243858251550115</c:v>
                </c:pt>
                <c:pt idx="3142">
                  <c:v>8.0246936311748041</c:v>
                </c:pt>
                <c:pt idx="3143">
                  <c:v>8.0240586375395235</c:v>
                </c:pt>
                <c:pt idx="3144">
                  <c:v>8.0260604442984445</c:v>
                </c:pt>
                <c:pt idx="3145">
                  <c:v>8.0264713998275372</c:v>
                </c:pt>
                <c:pt idx="3146">
                  <c:v>8.0236540877920586</c:v>
                </c:pt>
                <c:pt idx="3147">
                  <c:v>8.0241900381883138</c:v>
                </c:pt>
                <c:pt idx="3148">
                  <c:v>8.0253382334825272</c:v>
                </c:pt>
                <c:pt idx="3149">
                  <c:v>8.0208118096333099</c:v>
                </c:pt>
                <c:pt idx="3150">
                  <c:v>8.0196448897466439</c:v>
                </c:pt>
                <c:pt idx="3151">
                  <c:v>8.0217893483349076</c:v>
                </c:pt>
                <c:pt idx="3152">
                  <c:v>8.0236322424341964</c:v>
                </c:pt>
                <c:pt idx="3153">
                  <c:v>8.0252014125569744</c:v>
                </c:pt>
                <c:pt idx="3154">
                  <c:v>8.0270187656551553</c:v>
                </c:pt>
                <c:pt idx="3155">
                  <c:v>8.0270283743275979</c:v>
                </c:pt>
                <c:pt idx="3156">
                  <c:v>8.0254083685788196</c:v>
                </c:pt>
                <c:pt idx="3157">
                  <c:v>8.0229344228637132</c:v>
                </c:pt>
                <c:pt idx="3158">
                  <c:v>8.0227478339424305</c:v>
                </c:pt>
                <c:pt idx="3159">
                  <c:v>8.0224621196567156</c:v>
                </c:pt>
                <c:pt idx="3160">
                  <c:v>8.0194449143842643</c:v>
                </c:pt>
                <c:pt idx="3161">
                  <c:v>8.0183919024350185</c:v>
                </c:pt>
                <c:pt idx="3162">
                  <c:v>8.0198424013468568</c:v>
                </c:pt>
                <c:pt idx="3163">
                  <c:v>8.0185163224243414</c:v>
                </c:pt>
                <c:pt idx="3164">
                  <c:v>8.0167276310926781</c:v>
                </c:pt>
                <c:pt idx="3165">
                  <c:v>8.0193147456165566</c:v>
                </c:pt>
                <c:pt idx="3166">
                  <c:v>8.0245437523097767</c:v>
                </c:pt>
                <c:pt idx="3167">
                  <c:v>8.0281113620498505</c:v>
                </c:pt>
                <c:pt idx="3168">
                  <c:v>8.0247861865067964</c:v>
                </c:pt>
                <c:pt idx="3169">
                  <c:v>8.0212408327516123</c:v>
                </c:pt>
                <c:pt idx="3170">
                  <c:v>8.0214625713464454</c:v>
                </c:pt>
                <c:pt idx="3171">
                  <c:v>8.0200613476779044</c:v>
                </c:pt>
                <c:pt idx="3172">
                  <c:v>8.0192726974089439</c:v>
                </c:pt>
                <c:pt idx="3173">
                  <c:v>8.0182016178704885</c:v>
                </c:pt>
                <c:pt idx="3174">
                  <c:v>8.0155829671909</c:v>
                </c:pt>
                <c:pt idx="3175">
                  <c:v>8.0137747300127291</c:v>
                </c:pt>
                <c:pt idx="3176">
                  <c:v>8.0178381308257709</c:v>
                </c:pt>
                <c:pt idx="3177">
                  <c:v>8.0235130784708257</c:v>
                </c:pt>
                <c:pt idx="3178">
                  <c:v>8.0252213690305094</c:v>
                </c:pt>
                <c:pt idx="3179">
                  <c:v>8.0232436250153985</c:v>
                </c:pt>
                <c:pt idx="3180">
                  <c:v>8.0224956268221579</c:v>
                </c:pt>
                <c:pt idx="3181">
                  <c:v>8.0211307025828447</c:v>
                </c:pt>
                <c:pt idx="3182">
                  <c:v>8.019750338767297</c:v>
                </c:pt>
                <c:pt idx="3183">
                  <c:v>8.0201502894920544</c:v>
                </c:pt>
                <c:pt idx="3184">
                  <c:v>8.0200033671416247</c:v>
                </c:pt>
                <c:pt idx="3185">
                  <c:v>8.0210753500595402</c:v>
                </c:pt>
                <c:pt idx="3186">
                  <c:v>8.0242394776824213</c:v>
                </c:pt>
                <c:pt idx="3187">
                  <c:v>8.0251371904898772</c:v>
                </c:pt>
                <c:pt idx="3188">
                  <c:v>8.0249707222929416</c:v>
                </c:pt>
                <c:pt idx="3189">
                  <c:v>8.0249017369523266</c:v>
                </c:pt>
                <c:pt idx="3190">
                  <c:v>8.025171272533159</c:v>
                </c:pt>
                <c:pt idx="3191">
                  <c:v>8.0231922145115586</c:v>
                </c:pt>
                <c:pt idx="3192">
                  <c:v>8.023010635240011</c:v>
                </c:pt>
                <c:pt idx="3193">
                  <c:v>8.0266325298731154</c:v>
                </c:pt>
                <c:pt idx="3194">
                  <c:v>8.0281637580585556</c:v>
                </c:pt>
                <c:pt idx="3195">
                  <c:v>8.0275233441465126</c:v>
                </c:pt>
                <c:pt idx="3196">
                  <c:v>8.0256281361639221</c:v>
                </c:pt>
                <c:pt idx="3197">
                  <c:v>8.0235341847000363</c:v>
                </c:pt>
                <c:pt idx="3198">
                  <c:v>8.0221479899807004</c:v>
                </c:pt>
                <c:pt idx="3199">
                  <c:v>8.0210533404508677</c:v>
                </c:pt>
                <c:pt idx="3200">
                  <c:v>8.0180165072065037</c:v>
                </c:pt>
                <c:pt idx="3201">
                  <c:v>8.016551636348705</c:v>
                </c:pt>
                <c:pt idx="3202">
                  <c:v>8.0184575206340085</c:v>
                </c:pt>
                <c:pt idx="3203">
                  <c:v>8.0214373588469599</c:v>
                </c:pt>
                <c:pt idx="3204">
                  <c:v>8.0262090091569824</c:v>
                </c:pt>
                <c:pt idx="3205">
                  <c:v>8.0275414938611256</c:v>
                </c:pt>
                <c:pt idx="3206">
                  <c:v>8.0292135671169884</c:v>
                </c:pt>
                <c:pt idx="3207">
                  <c:v>8.0298398554592865</c:v>
                </c:pt>
                <c:pt idx="3208">
                  <c:v>8.030462530283744</c:v>
                </c:pt>
                <c:pt idx="3209">
                  <c:v>8.0318908553360977</c:v>
                </c:pt>
                <c:pt idx="3210">
                  <c:v>8.0313236972857549</c:v>
                </c:pt>
                <c:pt idx="3211">
                  <c:v>8.0315666242352073</c:v>
                </c:pt>
                <c:pt idx="3212">
                  <c:v>8.0305358682708494</c:v>
                </c:pt>
                <c:pt idx="3213">
                  <c:v>8.0280283332648956</c:v>
                </c:pt>
                <c:pt idx="3214">
                  <c:v>8.0257707879932649</c:v>
                </c:pt>
                <c:pt idx="3215">
                  <c:v>8.0260399129470699</c:v>
                </c:pt>
                <c:pt idx="3216">
                  <c:v>8.0265388247854474</c:v>
                </c:pt>
                <c:pt idx="3217">
                  <c:v>8.0246111772676869</c:v>
                </c:pt>
                <c:pt idx="3218">
                  <c:v>8.0217845029359829</c:v>
                </c:pt>
                <c:pt idx="3219">
                  <c:v>8.022180018888843</c:v>
                </c:pt>
                <c:pt idx="3220">
                  <c:v>8.0246278487250038</c:v>
                </c:pt>
                <c:pt idx="3221">
                  <c:v>8.0246312158666289</c:v>
                </c:pt>
                <c:pt idx="3222">
                  <c:v>8.025511764464337</c:v>
                </c:pt>
                <c:pt idx="3223">
                  <c:v>8.0269331909826303</c:v>
                </c:pt>
                <c:pt idx="3224">
                  <c:v>8.0243838541452792</c:v>
                </c:pt>
                <c:pt idx="3225">
                  <c:v>8.0229702295405083</c:v>
                </c:pt>
                <c:pt idx="3226">
                  <c:v>8.0220923089557754</c:v>
                </c:pt>
                <c:pt idx="3227">
                  <c:v>8.0181103765449837</c:v>
                </c:pt>
                <c:pt idx="3228">
                  <c:v>8.0161842894099298</c:v>
                </c:pt>
                <c:pt idx="3229">
                  <c:v>8.0146203753131022</c:v>
                </c:pt>
                <c:pt idx="3230">
                  <c:v>8.0122658399375855</c:v>
                </c:pt>
                <c:pt idx="3231">
                  <c:v>8.0121993183591336</c:v>
                </c:pt>
                <c:pt idx="3232">
                  <c:v>8.0163867285344725</c:v>
                </c:pt>
                <c:pt idx="3233">
                  <c:v>8.0198950437317791</c:v>
                </c:pt>
                <c:pt idx="3234">
                  <c:v>8.0212000985504872</c:v>
                </c:pt>
                <c:pt idx="3235">
                  <c:v>8.0220810577752228</c:v>
                </c:pt>
                <c:pt idx="3236">
                  <c:v>8.0238594834311989</c:v>
                </c:pt>
                <c:pt idx="3237">
                  <c:v>8.0232749969202981</c:v>
                </c:pt>
                <c:pt idx="3238">
                  <c:v>8.0209139736377448</c:v>
                </c:pt>
                <c:pt idx="3239">
                  <c:v>8.0205076171313596</c:v>
                </c:pt>
                <c:pt idx="3240">
                  <c:v>8.0202955693343743</c:v>
                </c:pt>
                <c:pt idx="3241">
                  <c:v>8.0200918983287472</c:v>
                </c:pt>
                <c:pt idx="3242">
                  <c:v>8.0221799367634379</c:v>
                </c:pt>
                <c:pt idx="3243">
                  <c:v>8.025463556851312</c:v>
                </c:pt>
                <c:pt idx="3244">
                  <c:v>8.0243141296760161</c:v>
                </c:pt>
                <c:pt idx="3245">
                  <c:v>8.0209955241654001</c:v>
                </c:pt>
                <c:pt idx="3246">
                  <c:v>8.0178623578203911</c:v>
                </c:pt>
                <c:pt idx="3247">
                  <c:v>8.0136846384429017</c:v>
                </c:pt>
                <c:pt idx="3248">
                  <c:v>8.012595984067671</c:v>
                </c:pt>
                <c:pt idx="3249">
                  <c:v>8.0147363363856616</c:v>
                </c:pt>
                <c:pt idx="3250">
                  <c:v>8.0169462489221033</c:v>
                </c:pt>
                <c:pt idx="3251">
                  <c:v>8.0180685747135882</c:v>
                </c:pt>
                <c:pt idx="3252">
                  <c:v>8.0185057282470336</c:v>
                </c:pt>
                <c:pt idx="3253">
                  <c:v>8.0196163922309367</c:v>
                </c:pt>
                <c:pt idx="3254">
                  <c:v>8.0201433088325871</c:v>
                </c:pt>
                <c:pt idx="3255">
                  <c:v>8.0207787130948951</c:v>
                </c:pt>
                <c:pt idx="3256">
                  <c:v>8.0223832792674408</c:v>
                </c:pt>
                <c:pt idx="3257">
                  <c:v>8.0240631544368242</c:v>
                </c:pt>
                <c:pt idx="3258">
                  <c:v>8.0245113127746066</c:v>
                </c:pt>
                <c:pt idx="3259">
                  <c:v>8.0232664558781259</c:v>
                </c:pt>
                <c:pt idx="3260">
                  <c:v>8.0246358148893364</c:v>
                </c:pt>
                <c:pt idx="3261">
                  <c:v>8.0263132262965549</c:v>
                </c:pt>
                <c:pt idx="3262">
                  <c:v>8.0269352441177677</c:v>
                </c:pt>
                <c:pt idx="3263">
                  <c:v>8.0257390054613396</c:v>
                </c:pt>
                <c:pt idx="3264">
                  <c:v>8.0250175337740721</c:v>
                </c:pt>
                <c:pt idx="3265">
                  <c:v>8.0222119656715805</c:v>
                </c:pt>
                <c:pt idx="3266">
                  <c:v>8.0181327146552785</c:v>
                </c:pt>
                <c:pt idx="3267">
                  <c:v>8.0185407136697737</c:v>
                </c:pt>
                <c:pt idx="3268">
                  <c:v>8.0205509793454599</c:v>
                </c:pt>
                <c:pt idx="3269">
                  <c:v>8.022560505892498</c:v>
                </c:pt>
                <c:pt idx="3270">
                  <c:v>8.0226868147661481</c:v>
                </c:pt>
                <c:pt idx="3271">
                  <c:v>8.0245472837022138</c:v>
                </c:pt>
                <c:pt idx="3272">
                  <c:v>8.0241189175871561</c:v>
                </c:pt>
                <c:pt idx="3273">
                  <c:v>8.0215909333552329</c:v>
                </c:pt>
                <c:pt idx="3274">
                  <c:v>8.0217512421467578</c:v>
                </c:pt>
                <c:pt idx="3275">
                  <c:v>8.0214403153615574</c:v>
                </c:pt>
                <c:pt idx="3276">
                  <c:v>8.0192769679300291</c:v>
                </c:pt>
                <c:pt idx="3277">
                  <c:v>8.0202852215332818</c:v>
                </c:pt>
                <c:pt idx="3278">
                  <c:v>8.0236153246006658</c:v>
                </c:pt>
                <c:pt idx="3279">
                  <c:v>8.025029113456247</c:v>
                </c:pt>
                <c:pt idx="3280">
                  <c:v>8.0239509711329191</c:v>
                </c:pt>
                <c:pt idx="3281">
                  <c:v>8.0217310392970074</c:v>
                </c:pt>
                <c:pt idx="3282">
                  <c:v>8.0229460025458881</c:v>
                </c:pt>
                <c:pt idx="3283">
                  <c:v>8.024316429187369</c:v>
                </c:pt>
                <c:pt idx="3284">
                  <c:v>8.0236096579476861</c:v>
                </c:pt>
                <c:pt idx="3285">
                  <c:v>8.0243009896111364</c:v>
                </c:pt>
                <c:pt idx="3286">
                  <c:v>8.0272308134521406</c:v>
                </c:pt>
                <c:pt idx="3287">
                  <c:v>8.0266039502320048</c:v>
                </c:pt>
                <c:pt idx="3288">
                  <c:v>8.0247795343489514</c:v>
                </c:pt>
                <c:pt idx="3289">
                  <c:v>8.024187656551554</c:v>
                </c:pt>
                <c:pt idx="3290">
                  <c:v>8.023443436126966</c:v>
                </c:pt>
                <c:pt idx="3291">
                  <c:v>8.0239624686896889</c:v>
                </c:pt>
                <c:pt idx="3292">
                  <c:v>8.0242500718597292</c:v>
                </c:pt>
                <c:pt idx="3293">
                  <c:v>8.0231574754650357</c:v>
                </c:pt>
                <c:pt idx="3294">
                  <c:v>8.02174483636513</c:v>
                </c:pt>
                <c:pt idx="3295">
                  <c:v>8.0224435593150734</c:v>
                </c:pt>
                <c:pt idx="3296">
                  <c:v>8.0233875087258237</c:v>
                </c:pt>
                <c:pt idx="3297">
                  <c:v>8.0240000821254061</c:v>
                </c:pt>
                <c:pt idx="3298">
                  <c:v>8.0229912536443155</c:v>
                </c:pt>
                <c:pt idx="3299">
                  <c:v>8.0227100562559031</c:v>
                </c:pt>
                <c:pt idx="3300">
                  <c:v>8.0226768775920831</c:v>
                </c:pt>
                <c:pt idx="3301">
                  <c:v>8.0220990432390256</c:v>
                </c:pt>
                <c:pt idx="3302">
                  <c:v>8.0226924814191278</c:v>
                </c:pt>
                <c:pt idx="3303">
                  <c:v>8.0205126267810947</c:v>
                </c:pt>
                <c:pt idx="3304">
                  <c:v>8.0186798341066812</c:v>
                </c:pt>
                <c:pt idx="3305">
                  <c:v>8.021043813903832</c:v>
                </c:pt>
                <c:pt idx="3306">
                  <c:v>8.0242478544737814</c:v>
                </c:pt>
                <c:pt idx="3307">
                  <c:v>8.0259727343653751</c:v>
                </c:pt>
                <c:pt idx="3308">
                  <c:v>8.0267332977456576</c:v>
                </c:pt>
                <c:pt idx="3309">
                  <c:v>8.0293090789635766</c:v>
                </c:pt>
                <c:pt idx="3310">
                  <c:v>8.0297979715024841</c:v>
                </c:pt>
                <c:pt idx="3311">
                  <c:v>8.0275507740319476</c:v>
                </c:pt>
                <c:pt idx="3312">
                  <c:v>8.0243877140393387</c:v>
                </c:pt>
                <c:pt idx="3313">
                  <c:v>8.022394366197183</c:v>
                </c:pt>
                <c:pt idx="3314">
                  <c:v>8.0230213115427258</c:v>
                </c:pt>
                <c:pt idx="3315">
                  <c:v>8.0270322342216573</c:v>
                </c:pt>
                <c:pt idx="3316">
                  <c:v>8.028794481172751</c:v>
                </c:pt>
                <c:pt idx="3317">
                  <c:v>8.0263891101712321</c:v>
                </c:pt>
                <c:pt idx="3318">
                  <c:v>8.0214775181702453</c:v>
                </c:pt>
                <c:pt idx="3319">
                  <c:v>8.0209960169178327</c:v>
                </c:pt>
                <c:pt idx="3320">
                  <c:v>8.0235694986243988</c:v>
                </c:pt>
                <c:pt idx="3321">
                  <c:v>8.0244717283291589</c:v>
                </c:pt>
                <c:pt idx="3322">
                  <c:v>8.024791606783559</c:v>
                </c:pt>
                <c:pt idx="3323">
                  <c:v>8.0223221779657532</c:v>
                </c:pt>
                <c:pt idx="3324">
                  <c:v>8.0212603785981198</c:v>
                </c:pt>
                <c:pt idx="3325">
                  <c:v>8.0211300455796</c:v>
                </c:pt>
                <c:pt idx="3326">
                  <c:v>8.0203270233646773</c:v>
                </c:pt>
                <c:pt idx="3327">
                  <c:v>8.0204269699831645</c:v>
                </c:pt>
                <c:pt idx="3328">
                  <c:v>8.0201963618445369</c:v>
                </c:pt>
                <c:pt idx="3329">
                  <c:v>8.0192145526218539</c:v>
                </c:pt>
                <c:pt idx="3330">
                  <c:v>8.0183364677863089</c:v>
                </c:pt>
                <c:pt idx="3331">
                  <c:v>8.0187102205067138</c:v>
                </c:pt>
                <c:pt idx="3332">
                  <c:v>8.0194360448404716</c:v>
                </c:pt>
                <c:pt idx="3333">
                  <c:v>8.0198517636430822</c:v>
                </c:pt>
                <c:pt idx="3334">
                  <c:v>8.0221684392066681</c:v>
                </c:pt>
                <c:pt idx="3335">
                  <c:v>8.0266019792222725</c:v>
                </c:pt>
                <c:pt idx="3336">
                  <c:v>8.0256848026937124</c:v>
                </c:pt>
                <c:pt idx="3337">
                  <c:v>8.0207494764505398</c:v>
                </c:pt>
                <c:pt idx="3338">
                  <c:v>8.0197426189791816</c:v>
                </c:pt>
                <c:pt idx="3339">
                  <c:v>8.0209278528312726</c:v>
                </c:pt>
                <c:pt idx="3340">
                  <c:v>8.019638155463392</c:v>
                </c:pt>
                <c:pt idx="3341">
                  <c:v>8.0197992033835668</c:v>
                </c:pt>
                <c:pt idx="3342">
                  <c:v>8.0197339958116043</c:v>
                </c:pt>
                <c:pt idx="3343">
                  <c:v>8.0199339711739821</c:v>
                </c:pt>
                <c:pt idx="3344">
                  <c:v>8.0201942265839943</c:v>
                </c:pt>
                <c:pt idx="3345">
                  <c:v>8.0204821582556569</c:v>
                </c:pt>
                <c:pt idx="3346">
                  <c:v>8.0202627191721767</c:v>
                </c:pt>
                <c:pt idx="3347">
                  <c:v>8.0179347924280382</c:v>
                </c:pt>
                <c:pt idx="3348">
                  <c:v>8.0170974417936183</c:v>
                </c:pt>
                <c:pt idx="3349">
                  <c:v>8.0176172956103979</c:v>
                </c:pt>
                <c:pt idx="3350">
                  <c:v>8.0190838089763066</c:v>
                </c:pt>
                <c:pt idx="3351">
                  <c:v>8.0201856855418221</c:v>
                </c:pt>
                <c:pt idx="3352">
                  <c:v>8.0232132386153658</c:v>
                </c:pt>
                <c:pt idx="3353">
                  <c:v>8.0247647517759617</c:v>
                </c:pt>
                <c:pt idx="3354">
                  <c:v>8.0244138299182843</c:v>
                </c:pt>
                <c:pt idx="3355">
                  <c:v>8.0234955036340487</c:v>
                </c:pt>
                <c:pt idx="3356">
                  <c:v>8.0229045292161132</c:v>
                </c:pt>
                <c:pt idx="3357">
                  <c:v>8.0238343530571186</c:v>
                </c:pt>
                <c:pt idx="3358">
                  <c:v>8.0194885229745818</c:v>
                </c:pt>
                <c:pt idx="3359">
                  <c:v>8.0163462407095629</c:v>
                </c:pt>
                <c:pt idx="3360">
                  <c:v>8.017667884860181</c:v>
                </c:pt>
                <c:pt idx="3361">
                  <c:v>8.0182225598488888</c:v>
                </c:pt>
                <c:pt idx="3362">
                  <c:v>8.018308380897631</c:v>
                </c:pt>
                <c:pt idx="3363">
                  <c:v>8.017451073789676</c:v>
                </c:pt>
                <c:pt idx="3364">
                  <c:v>8.0173264074241359</c:v>
                </c:pt>
                <c:pt idx="3365">
                  <c:v>8.0167945632981557</c:v>
                </c:pt>
                <c:pt idx="3366">
                  <c:v>8.017770870118671</c:v>
                </c:pt>
                <c:pt idx="3367">
                  <c:v>8.0197273436537593</c:v>
                </c:pt>
                <c:pt idx="3368">
                  <c:v>8.0214929577464797</c:v>
                </c:pt>
                <c:pt idx="3369">
                  <c:v>8.0214242187820801</c:v>
                </c:pt>
                <c:pt idx="3370">
                  <c:v>8.0198614544409317</c:v>
                </c:pt>
                <c:pt idx="3371">
                  <c:v>8.0180269371330013</c:v>
                </c:pt>
                <c:pt idx="3372">
                  <c:v>8.0200073912864944</c:v>
                </c:pt>
                <c:pt idx="3373">
                  <c:v>8.0202561491397368</c:v>
                </c:pt>
                <c:pt idx="3374">
                  <c:v>8.0202146758099619</c:v>
                </c:pt>
                <c:pt idx="3375">
                  <c:v>8.0198968504906993</c:v>
                </c:pt>
                <c:pt idx="3376">
                  <c:v>8.0187545682256811</c:v>
                </c:pt>
                <c:pt idx="3377">
                  <c:v>8.0197806430419245</c:v>
                </c:pt>
                <c:pt idx="3378">
                  <c:v>8.0231893401223662</c:v>
                </c:pt>
                <c:pt idx="3379">
                  <c:v>8.0226914137888556</c:v>
                </c:pt>
                <c:pt idx="3380">
                  <c:v>8.0216315854309528</c:v>
                </c:pt>
                <c:pt idx="3381">
                  <c:v>8.0191945961483189</c:v>
                </c:pt>
                <c:pt idx="3382">
                  <c:v>8.0169864082453905</c:v>
                </c:pt>
                <c:pt idx="3383">
                  <c:v>8.0180628259352034</c:v>
                </c:pt>
                <c:pt idx="3384">
                  <c:v>8.0229216934258609</c:v>
                </c:pt>
                <c:pt idx="3385">
                  <c:v>8.0282986079743761</c:v>
                </c:pt>
                <c:pt idx="3386">
                  <c:v>8.0289671909005058</c:v>
                </c:pt>
                <c:pt idx="3387">
                  <c:v>8.0289896111362058</c:v>
                </c:pt>
                <c:pt idx="3388">
                  <c:v>8.0285375107789587</c:v>
                </c:pt>
                <c:pt idx="3389">
                  <c:v>8.0243652938036387</c:v>
                </c:pt>
                <c:pt idx="3390">
                  <c:v>8.021243871391615</c:v>
                </c:pt>
                <c:pt idx="3391">
                  <c:v>8.0223188929495333</c:v>
                </c:pt>
                <c:pt idx="3392">
                  <c:v>8.0237266866505159</c:v>
                </c:pt>
                <c:pt idx="3393">
                  <c:v>8.0246205395639141</c:v>
                </c:pt>
                <c:pt idx="3394">
                  <c:v>8.0290841374779287</c:v>
                </c:pt>
                <c:pt idx="3395">
                  <c:v>8.0297321069272787</c:v>
                </c:pt>
                <c:pt idx="3396">
                  <c:v>8.024655360735844</c:v>
                </c:pt>
                <c:pt idx="3397">
                  <c:v>8.0219365170615529</c:v>
                </c:pt>
                <c:pt idx="3398">
                  <c:v>8.0225045784913558</c:v>
                </c:pt>
                <c:pt idx="3399">
                  <c:v>8.0224157188026108</c:v>
                </c:pt>
                <c:pt idx="3400">
                  <c:v>8.0218122613230403</c:v>
                </c:pt>
                <c:pt idx="3401">
                  <c:v>8.0230725577957536</c:v>
                </c:pt>
                <c:pt idx="3402">
                  <c:v>8.0260094444216321</c:v>
                </c:pt>
                <c:pt idx="3403">
                  <c:v>8.0255379624686896</c:v>
                </c:pt>
                <c:pt idx="3404">
                  <c:v>8.0250585143514144</c:v>
                </c:pt>
                <c:pt idx="3405">
                  <c:v>8.0236623003326084</c:v>
                </c:pt>
                <c:pt idx="3406">
                  <c:v>8.0223743275982429</c:v>
                </c:pt>
                <c:pt idx="3407">
                  <c:v>8.0230406931384231</c:v>
                </c:pt>
                <c:pt idx="3408">
                  <c:v>8.0225793126103557</c:v>
                </c:pt>
                <c:pt idx="3409">
                  <c:v>8.0223875497885277</c:v>
                </c:pt>
                <c:pt idx="3410">
                  <c:v>8.0200137970681222</c:v>
                </c:pt>
                <c:pt idx="3411">
                  <c:v>8.0185254383443514</c:v>
                </c:pt>
                <c:pt idx="3412">
                  <c:v>8.0195414938611265</c:v>
                </c:pt>
                <c:pt idx="3413">
                  <c:v>8.0207509547078395</c:v>
                </c:pt>
                <c:pt idx="3414">
                  <c:v>8.0208097564981724</c:v>
                </c:pt>
                <c:pt idx="3415">
                  <c:v>8.0217853241900379</c:v>
                </c:pt>
                <c:pt idx="3416">
                  <c:v>8.0213030016835702</c:v>
                </c:pt>
                <c:pt idx="3417">
                  <c:v>8.0215056050589251</c:v>
                </c:pt>
                <c:pt idx="3418">
                  <c:v>8.0206288342298695</c:v>
                </c:pt>
                <c:pt idx="3419">
                  <c:v>8.0212209584034824</c:v>
                </c:pt>
                <c:pt idx="3420">
                  <c:v>8.0228613312528232</c:v>
                </c:pt>
                <c:pt idx="3421">
                  <c:v>8.022209091282388</c:v>
                </c:pt>
                <c:pt idx="3422">
                  <c:v>8.0228030222149229</c:v>
                </c:pt>
                <c:pt idx="3423">
                  <c:v>8.021831068040898</c:v>
                </c:pt>
                <c:pt idx="3424">
                  <c:v>8.0180497679957288</c:v>
                </c:pt>
                <c:pt idx="3425">
                  <c:v>8.0181268837514885</c:v>
                </c:pt>
                <c:pt idx="3426">
                  <c:v>8.0202218207202396</c:v>
                </c:pt>
                <c:pt idx="3427">
                  <c:v>8.0237522276516238</c:v>
                </c:pt>
                <c:pt idx="3428">
                  <c:v>8.0255156243583947</c:v>
                </c:pt>
                <c:pt idx="3429">
                  <c:v>8.0248858046236595</c:v>
                </c:pt>
                <c:pt idx="3430">
                  <c:v>8.0259715024842944</c:v>
                </c:pt>
                <c:pt idx="3431">
                  <c:v>8.026522646080565</c:v>
                </c:pt>
                <c:pt idx="3432">
                  <c:v>8.0250916930152343</c:v>
                </c:pt>
                <c:pt idx="3433">
                  <c:v>8.0216762616515425</c:v>
                </c:pt>
                <c:pt idx="3434">
                  <c:v>8.0182265018683534</c:v>
                </c:pt>
                <c:pt idx="3435">
                  <c:v>8.0183298977538708</c:v>
                </c:pt>
                <c:pt idx="3436">
                  <c:v>8.0224457767010229</c:v>
                </c:pt>
                <c:pt idx="3437">
                  <c:v>8.0224861002751204</c:v>
                </c:pt>
                <c:pt idx="3438">
                  <c:v>8.0206160226666121</c:v>
                </c:pt>
                <c:pt idx="3439">
                  <c:v>8.0200891060649617</c:v>
                </c:pt>
                <c:pt idx="3440">
                  <c:v>8.0219282223955979</c:v>
                </c:pt>
                <c:pt idx="3441">
                  <c:v>8.0231237219233762</c:v>
                </c:pt>
                <c:pt idx="3442">
                  <c:v>8.0205602595162819</c:v>
                </c:pt>
                <c:pt idx="3443">
                  <c:v>8.0215589865724954</c:v>
                </c:pt>
                <c:pt idx="3444">
                  <c:v>8.022861249127418</c:v>
                </c:pt>
                <c:pt idx="3445">
                  <c:v>8.024287356793824</c:v>
                </c:pt>
                <c:pt idx="3446">
                  <c:v>8.0246940418018315</c:v>
                </c:pt>
                <c:pt idx="3447">
                  <c:v>8.0235593150741185</c:v>
                </c:pt>
                <c:pt idx="3448">
                  <c:v>8.023969202972939</c:v>
                </c:pt>
                <c:pt idx="3449">
                  <c:v>8.0253531803063272</c:v>
                </c:pt>
                <c:pt idx="3450">
                  <c:v>8.0263588880220098</c:v>
                </c:pt>
                <c:pt idx="3451">
                  <c:v>8.0267932492916678</c:v>
                </c:pt>
                <c:pt idx="3452">
                  <c:v>8.0281417484498832</c:v>
                </c:pt>
                <c:pt idx="3453">
                  <c:v>8.027553484170328</c:v>
                </c:pt>
                <c:pt idx="3454">
                  <c:v>8.0275755759044056</c:v>
                </c:pt>
                <c:pt idx="3455">
                  <c:v>8.0276924403564234</c:v>
                </c:pt>
                <c:pt idx="3456">
                  <c:v>8.0287828193651709</c:v>
                </c:pt>
                <c:pt idx="3457">
                  <c:v>8.0280482897384307</c:v>
                </c:pt>
                <c:pt idx="3458">
                  <c:v>8.0267465199359425</c:v>
                </c:pt>
                <c:pt idx="3459">
                  <c:v>8.0282192748326686</c:v>
                </c:pt>
                <c:pt idx="3460">
                  <c:v>8.026687964521825</c:v>
                </c:pt>
                <c:pt idx="3461">
                  <c:v>8.0261864246704722</c:v>
                </c:pt>
                <c:pt idx="3462">
                  <c:v>8.0286092062579559</c:v>
                </c:pt>
                <c:pt idx="3463">
                  <c:v>8.0297923048495043</c:v>
                </c:pt>
                <c:pt idx="3464">
                  <c:v>8.0285963125692934</c:v>
                </c:pt>
                <c:pt idx="3465">
                  <c:v>8.0255274504167868</c:v>
                </c:pt>
                <c:pt idx="3466">
                  <c:v>8.0242713423397536</c:v>
                </c:pt>
                <c:pt idx="3467">
                  <c:v>8.0241942265839938</c:v>
                </c:pt>
                <c:pt idx="3468">
                  <c:v>8.0238419085944237</c:v>
                </c:pt>
                <c:pt idx="3469">
                  <c:v>8.0250871761179319</c:v>
                </c:pt>
                <c:pt idx="3470">
                  <c:v>8.0253229581571066</c:v>
                </c:pt>
                <c:pt idx="3471">
                  <c:v>8.0253714121463471</c:v>
                </c:pt>
                <c:pt idx="3472">
                  <c:v>8.0264716462037526</c:v>
                </c:pt>
                <c:pt idx="3473">
                  <c:v>8.0251734077937016</c:v>
                </c:pt>
                <c:pt idx="3474">
                  <c:v>8.022689278528313</c:v>
                </c:pt>
                <c:pt idx="3475">
                  <c:v>8.020878495462572</c:v>
                </c:pt>
                <c:pt idx="3476">
                  <c:v>8.0191823594628993</c:v>
                </c:pt>
                <c:pt idx="3477">
                  <c:v>8.0201513571223266</c:v>
                </c:pt>
                <c:pt idx="3478">
                  <c:v>8.0238693384798587</c:v>
                </c:pt>
                <c:pt idx="3479">
                  <c:v>8.0247398677780968</c:v>
                </c:pt>
                <c:pt idx="3480">
                  <c:v>8.0231807169547906</c:v>
                </c:pt>
                <c:pt idx="3481">
                  <c:v>8.0208297129717074</c:v>
                </c:pt>
                <c:pt idx="3482">
                  <c:v>8.0195300784297618</c:v>
                </c:pt>
                <c:pt idx="3483">
                  <c:v>8.0181358354206882</c:v>
                </c:pt>
                <c:pt idx="3484">
                  <c:v>8.0179523672648134</c:v>
                </c:pt>
                <c:pt idx="3485">
                  <c:v>8.0188502443230814</c:v>
                </c:pt>
                <c:pt idx="3486">
                  <c:v>8.0202807867613846</c:v>
                </c:pt>
                <c:pt idx="3487">
                  <c:v>8.022520592945428</c:v>
                </c:pt>
                <c:pt idx="3488">
                  <c:v>8.0244116946577417</c:v>
                </c:pt>
                <c:pt idx="3489">
                  <c:v>8.0253332238327921</c:v>
                </c:pt>
                <c:pt idx="3490">
                  <c:v>8.028005420276763</c:v>
                </c:pt>
                <c:pt idx="3491">
                  <c:v>8.0297549377900062</c:v>
                </c:pt>
                <c:pt idx="3492">
                  <c:v>8.0299664928345589</c:v>
                </c:pt>
                <c:pt idx="3493">
                  <c:v>8.0284853611464708</c:v>
                </c:pt>
                <c:pt idx="3494">
                  <c:v>8.0261827290272247</c:v>
                </c:pt>
                <c:pt idx="3495">
                  <c:v>8.0247130948959065</c:v>
                </c:pt>
                <c:pt idx="3496">
                  <c:v>8.0237835174311165</c:v>
                </c:pt>
                <c:pt idx="3497">
                  <c:v>8.0263225064673751</c:v>
                </c:pt>
                <c:pt idx="3498">
                  <c:v>8.0274514022912982</c:v>
                </c:pt>
                <c:pt idx="3499">
                  <c:v>8.0256675563585596</c:v>
                </c:pt>
                <c:pt idx="3500">
                  <c:v>8.028632529873116</c:v>
                </c:pt>
                <c:pt idx="3501">
                  <c:v>8.0323510039830825</c:v>
                </c:pt>
                <c:pt idx="3502">
                  <c:v>8.0311376011169049</c:v>
                </c:pt>
                <c:pt idx="3503">
                  <c:v>8.0269684227815876</c:v>
                </c:pt>
                <c:pt idx="3504">
                  <c:v>8.0242867819159862</c:v>
                </c:pt>
                <c:pt idx="3505">
                  <c:v>8.0233257504208932</c:v>
                </c:pt>
                <c:pt idx="3506">
                  <c:v>8.0217285755348424</c:v>
                </c:pt>
                <c:pt idx="3507">
                  <c:v>8.0219231306204577</c:v>
                </c:pt>
                <c:pt idx="3508">
                  <c:v>8.0258538167782199</c:v>
                </c:pt>
                <c:pt idx="3509">
                  <c:v>8.0288801379706811</c:v>
                </c:pt>
                <c:pt idx="3510">
                  <c:v>8.0315529914178949</c:v>
                </c:pt>
                <c:pt idx="3511">
                  <c:v>8.0305493368373515</c:v>
                </c:pt>
                <c:pt idx="3512">
                  <c:v>8.0276294501704104</c:v>
                </c:pt>
                <c:pt idx="3513">
                  <c:v>8.0244936558124262</c:v>
                </c:pt>
                <c:pt idx="3514">
                  <c:v>8.0212962674003201</c:v>
                </c:pt>
                <c:pt idx="3515">
                  <c:v>8.0197658604689366</c:v>
                </c:pt>
                <c:pt idx="3516">
                  <c:v>8.0195730300168364</c:v>
                </c:pt>
                <c:pt idx="3517">
                  <c:v>8.0203184823225069</c:v>
                </c:pt>
                <c:pt idx="3518">
                  <c:v>8.0220137149427178</c:v>
                </c:pt>
                <c:pt idx="3519">
                  <c:v>8.0258869954420398</c:v>
                </c:pt>
                <c:pt idx="3520">
                  <c:v>8.0271987024185929</c:v>
                </c:pt>
                <c:pt idx="3521">
                  <c:v>8.0245886749065818</c:v>
                </c:pt>
                <c:pt idx="3522">
                  <c:v>8.0243838541452792</c:v>
                </c:pt>
                <c:pt idx="3523">
                  <c:v>8.0259015316388123</c:v>
                </c:pt>
                <c:pt idx="3524">
                  <c:v>8.025067466020614</c:v>
                </c:pt>
                <c:pt idx="3525">
                  <c:v>8.0240011497556765</c:v>
                </c:pt>
                <c:pt idx="3526">
                  <c:v>8.0248140270192589</c:v>
                </c:pt>
                <c:pt idx="3527">
                  <c:v>8.0237884449554464</c:v>
                </c:pt>
                <c:pt idx="3528">
                  <c:v>8.0226766312158659</c:v>
                </c:pt>
                <c:pt idx="3529">
                  <c:v>8.0229158625220709</c:v>
                </c:pt>
                <c:pt idx="3530">
                  <c:v>8.0238174352235863</c:v>
                </c:pt>
                <c:pt idx="3531">
                  <c:v>8.0235505276557308</c:v>
                </c:pt>
                <c:pt idx="3532">
                  <c:v>8.0228708577998606</c:v>
                </c:pt>
                <c:pt idx="3533">
                  <c:v>8.0227635198948803</c:v>
                </c:pt>
                <c:pt idx="3534">
                  <c:v>8.0195117644643368</c:v>
                </c:pt>
                <c:pt idx="3535">
                  <c:v>8.02119820966616</c:v>
                </c:pt>
                <c:pt idx="3536">
                  <c:v>8.0241111977990389</c:v>
                </c:pt>
                <c:pt idx="3537">
                  <c:v>8.0231806348293837</c:v>
                </c:pt>
                <c:pt idx="3538">
                  <c:v>8.023204204820761</c:v>
                </c:pt>
                <c:pt idx="3539">
                  <c:v>8.0253092432143891</c:v>
                </c:pt>
                <c:pt idx="3540">
                  <c:v>8.025849053504702</c:v>
                </c:pt>
                <c:pt idx="3541">
                  <c:v>8.0266122448979598</c:v>
                </c:pt>
                <c:pt idx="3542">
                  <c:v>8.0227939884203181</c:v>
                </c:pt>
                <c:pt idx="3543">
                  <c:v>8.0190233646778637</c:v>
                </c:pt>
                <c:pt idx="3544">
                  <c:v>8.017722005502403</c:v>
                </c:pt>
                <c:pt idx="3545">
                  <c:v>8.0181243378639184</c:v>
                </c:pt>
                <c:pt idx="3546">
                  <c:v>8.0192277748121388</c:v>
                </c:pt>
                <c:pt idx="3547">
                  <c:v>8.0212775428078675</c:v>
                </c:pt>
                <c:pt idx="3548">
                  <c:v>8.0227170369153704</c:v>
                </c:pt>
                <c:pt idx="3549">
                  <c:v>8.0229904323902606</c:v>
                </c:pt>
                <c:pt idx="3550">
                  <c:v>8.0227741961975934</c:v>
                </c:pt>
                <c:pt idx="3551">
                  <c:v>8.0222409559397203</c:v>
                </c:pt>
                <c:pt idx="3552">
                  <c:v>8.0217079620580627</c:v>
                </c:pt>
                <c:pt idx="3553">
                  <c:v>8.0210080072270351</c:v>
                </c:pt>
                <c:pt idx="3554">
                  <c:v>8.021644150617993</c:v>
                </c:pt>
                <c:pt idx="3555">
                  <c:v>8.0204194144458594</c:v>
                </c:pt>
                <c:pt idx="3556">
                  <c:v>8.0204089845193618</c:v>
                </c:pt>
                <c:pt idx="3557">
                  <c:v>8.0230874224941484</c:v>
                </c:pt>
                <c:pt idx="3558">
                  <c:v>8.0244088202685493</c:v>
                </c:pt>
                <c:pt idx="3559">
                  <c:v>8.0230973596682134</c:v>
                </c:pt>
                <c:pt idx="3560">
                  <c:v>8.0218280294008952</c:v>
                </c:pt>
                <c:pt idx="3561">
                  <c:v>8.0227138340245556</c:v>
                </c:pt>
                <c:pt idx="3562">
                  <c:v>8.0249040364636794</c:v>
                </c:pt>
                <c:pt idx="3563">
                  <c:v>8.0240772800065692</c:v>
                </c:pt>
                <c:pt idx="3564">
                  <c:v>8.0193949821377242</c:v>
                </c:pt>
                <c:pt idx="3565">
                  <c:v>8.0163438590728049</c:v>
                </c:pt>
                <c:pt idx="3566">
                  <c:v>8.0149896932616098</c:v>
                </c:pt>
                <c:pt idx="3567">
                  <c:v>8.0140451689730217</c:v>
                </c:pt>
                <c:pt idx="3568">
                  <c:v>8.0185831725044139</c:v>
                </c:pt>
                <c:pt idx="3569">
                  <c:v>8.0204100521496322</c:v>
                </c:pt>
                <c:pt idx="3570">
                  <c:v>8.0187595778754162</c:v>
                </c:pt>
                <c:pt idx="3571">
                  <c:v>8.0172232579148357</c:v>
                </c:pt>
                <c:pt idx="3572">
                  <c:v>8.0200822075308995</c:v>
                </c:pt>
                <c:pt idx="3573">
                  <c:v>8.0224378105366903</c:v>
                </c:pt>
                <c:pt idx="3574">
                  <c:v>8.0214927113702625</c:v>
                </c:pt>
                <c:pt idx="3575">
                  <c:v>8.0198640824539069</c:v>
                </c:pt>
                <c:pt idx="3576">
                  <c:v>8.0206000082125399</c:v>
                </c:pt>
                <c:pt idx="3577">
                  <c:v>8.0202124584240142</c:v>
                </c:pt>
                <c:pt idx="3578">
                  <c:v>8.0177683242311009</c:v>
                </c:pt>
                <c:pt idx="3579">
                  <c:v>8.0169864082453905</c:v>
                </c:pt>
                <c:pt idx="3580">
                  <c:v>8.016635404262308</c:v>
                </c:pt>
                <c:pt idx="3581">
                  <c:v>8.0199482609945392</c:v>
                </c:pt>
                <c:pt idx="3582">
                  <c:v>8.0213152383689899</c:v>
                </c:pt>
                <c:pt idx="3583">
                  <c:v>8.0202447337083722</c:v>
                </c:pt>
                <c:pt idx="3584">
                  <c:v>8.0220403235740978</c:v>
                </c:pt>
                <c:pt idx="3585">
                  <c:v>8.0248067178581692</c:v>
                </c:pt>
                <c:pt idx="3586">
                  <c:v>8.0261103765449846</c:v>
                </c:pt>
                <c:pt idx="3587">
                  <c:v>8.0254199482609945</c:v>
                </c:pt>
                <c:pt idx="3588">
                  <c:v>8.0255904406027998</c:v>
                </c:pt>
                <c:pt idx="3589">
                  <c:v>8.0279473576150782</c:v>
                </c:pt>
                <c:pt idx="3590">
                  <c:v>8.0285988584568635</c:v>
                </c:pt>
                <c:pt idx="3591">
                  <c:v>8.0271749681764053</c:v>
                </c:pt>
                <c:pt idx="3592">
                  <c:v>8.0268892538906904</c:v>
                </c:pt>
                <c:pt idx="3593">
                  <c:v>8.0290122777481212</c:v>
                </c:pt>
                <c:pt idx="3594">
                  <c:v>8.0311085287233599</c:v>
                </c:pt>
                <c:pt idx="3595">
                  <c:v>8.031098591549295</c:v>
                </c:pt>
                <c:pt idx="3596">
                  <c:v>8.0287329692440359</c:v>
                </c:pt>
                <c:pt idx="3597">
                  <c:v>8.0251449102779944</c:v>
                </c:pt>
                <c:pt idx="3598">
                  <c:v>8.0230194226583986</c:v>
                </c:pt>
                <c:pt idx="3599">
                  <c:v>8.0231989487948105</c:v>
                </c:pt>
                <c:pt idx="3600">
                  <c:v>8.0246453414363739</c:v>
                </c:pt>
                <c:pt idx="3601">
                  <c:v>8.0274796534307882</c:v>
                </c:pt>
                <c:pt idx="3602">
                  <c:v>8.0289983985545934</c:v>
                </c:pt>
                <c:pt idx="3603">
                  <c:v>8.026175419866135</c:v>
                </c:pt>
                <c:pt idx="3604">
                  <c:v>8.0237448363651289</c:v>
                </c:pt>
                <c:pt idx="3605">
                  <c:v>8.0236007062784864</c:v>
                </c:pt>
                <c:pt idx="3606">
                  <c:v>8.0242284728780842</c:v>
                </c:pt>
                <c:pt idx="3607">
                  <c:v>8.02583394243009</c:v>
                </c:pt>
                <c:pt idx="3608">
                  <c:v>8.0257679136040743</c:v>
                </c:pt>
                <c:pt idx="3609">
                  <c:v>8.0240272656346239</c:v>
                </c:pt>
                <c:pt idx="3610">
                  <c:v>8.0233272286781911</c:v>
                </c:pt>
                <c:pt idx="3611">
                  <c:v>8.0230343694821986</c:v>
                </c:pt>
                <c:pt idx="3612">
                  <c:v>8.0214489385291348</c:v>
                </c:pt>
                <c:pt idx="3613">
                  <c:v>8.0231073789676834</c:v>
                </c:pt>
                <c:pt idx="3614">
                  <c:v>8.0235297499281408</c:v>
                </c:pt>
                <c:pt idx="3615">
                  <c:v>8.0236632037120685</c:v>
                </c:pt>
                <c:pt idx="3616">
                  <c:v>8.0212124994867153</c:v>
                </c:pt>
                <c:pt idx="3617">
                  <c:v>8.0178947973555612</c:v>
                </c:pt>
                <c:pt idx="3618">
                  <c:v>8.0185444093130211</c:v>
                </c:pt>
                <c:pt idx="3619">
                  <c:v>8.0205473658276194</c:v>
                </c:pt>
                <c:pt idx="3620">
                  <c:v>8.0183523179895708</c:v>
                </c:pt>
                <c:pt idx="3621">
                  <c:v>8.0134048371863837</c:v>
                </c:pt>
                <c:pt idx="3622">
                  <c:v>8.0142036710056264</c:v>
                </c:pt>
                <c:pt idx="3623">
                  <c:v>8.0175574261897911</c:v>
                </c:pt>
                <c:pt idx="3624">
                  <c:v>8.0198806717858169</c:v>
                </c:pt>
                <c:pt idx="3625">
                  <c:v>8.0187027470948138</c:v>
                </c:pt>
                <c:pt idx="3626">
                  <c:v>8.0159728164907822</c:v>
                </c:pt>
                <c:pt idx="3627">
                  <c:v>8.0158341888063074</c:v>
                </c:pt>
                <c:pt idx="3628">
                  <c:v>8.01612047796986</c:v>
                </c:pt>
                <c:pt idx="3629">
                  <c:v>8.0143473083398344</c:v>
                </c:pt>
                <c:pt idx="3630">
                  <c:v>8.0135815710590066</c:v>
                </c:pt>
                <c:pt idx="3631">
                  <c:v>8.0152101999753622</c:v>
                </c:pt>
                <c:pt idx="3632">
                  <c:v>8.0182099125364434</c:v>
                </c:pt>
                <c:pt idx="3633">
                  <c:v>8.0208071284851972</c:v>
                </c:pt>
                <c:pt idx="3634">
                  <c:v>8.020142405453127</c:v>
                </c:pt>
                <c:pt idx="3635">
                  <c:v>8.0199226378680244</c:v>
                </c:pt>
                <c:pt idx="3636">
                  <c:v>8.0197035272861665</c:v>
                </c:pt>
                <c:pt idx="3637">
                  <c:v>8.0210939104011825</c:v>
                </c:pt>
                <c:pt idx="3638">
                  <c:v>8.024868065536074</c:v>
                </c:pt>
                <c:pt idx="3639">
                  <c:v>8.0253866874717694</c:v>
                </c:pt>
                <c:pt idx="3640">
                  <c:v>8.0229451812918331</c:v>
                </c:pt>
                <c:pt idx="3641">
                  <c:v>8.0224080811399006</c:v>
                </c:pt>
                <c:pt idx="3642">
                  <c:v>8.0215381267195003</c:v>
                </c:pt>
                <c:pt idx="3643">
                  <c:v>8.0189497803145411</c:v>
                </c:pt>
                <c:pt idx="3644">
                  <c:v>8.0176250153985134</c:v>
                </c:pt>
                <c:pt idx="3645">
                  <c:v>8.0173478421549706</c:v>
                </c:pt>
                <c:pt idx="3646">
                  <c:v>8.0173941608836685</c:v>
                </c:pt>
                <c:pt idx="3647">
                  <c:v>8.0139903092021516</c:v>
                </c:pt>
                <c:pt idx="3648">
                  <c:v>8.0127624522646084</c:v>
                </c:pt>
                <c:pt idx="3649">
                  <c:v>8.0158383772019874</c:v>
                </c:pt>
                <c:pt idx="3650">
                  <c:v>8.0170942389028053</c:v>
                </c:pt>
                <c:pt idx="3651">
                  <c:v>8.0197551020408167</c:v>
                </c:pt>
                <c:pt idx="3652">
                  <c:v>8.0200609370508769</c:v>
                </c:pt>
                <c:pt idx="3653">
                  <c:v>8.0200868065536071</c:v>
                </c:pt>
                <c:pt idx="3654">
                  <c:v>8.020850244323082</c:v>
                </c:pt>
                <c:pt idx="3655">
                  <c:v>8.0213220547776451</c:v>
                </c:pt>
                <c:pt idx="3656">
                  <c:v>8.0212337699667398</c:v>
                </c:pt>
                <c:pt idx="3657">
                  <c:v>8.0218205559889952</c:v>
                </c:pt>
                <c:pt idx="3658">
                  <c:v>8.0219337247977656</c:v>
                </c:pt>
                <c:pt idx="3659">
                  <c:v>8.0224301728739782</c:v>
                </c:pt>
                <c:pt idx="3660">
                  <c:v>8.0209782778302472</c:v>
                </c:pt>
                <c:pt idx="3661">
                  <c:v>8.0217754691413781</c:v>
                </c:pt>
                <c:pt idx="3662">
                  <c:v>8.024966780273477</c:v>
                </c:pt>
                <c:pt idx="3663">
                  <c:v>8.0258219521208893</c:v>
                </c:pt>
                <c:pt idx="3664">
                  <c:v>8.0258104545641196</c:v>
                </c:pt>
                <c:pt idx="3665">
                  <c:v>8.0248817804787915</c:v>
                </c:pt>
                <c:pt idx="3666">
                  <c:v>8.0235130784708257</c:v>
                </c:pt>
                <c:pt idx="3667">
                  <c:v>8.0214340738307399</c:v>
                </c:pt>
                <c:pt idx="3668">
                  <c:v>8.0226318728698729</c:v>
                </c:pt>
                <c:pt idx="3669">
                  <c:v>8.0235743440233236</c:v>
                </c:pt>
                <c:pt idx="3670">
                  <c:v>8.0259662464583421</c:v>
                </c:pt>
                <c:pt idx="3671">
                  <c:v>8.0286991335769713</c:v>
                </c:pt>
                <c:pt idx="3672">
                  <c:v>8.0301876565515542</c:v>
                </c:pt>
                <c:pt idx="3673">
                  <c:v>8.0305527039789766</c:v>
                </c:pt>
                <c:pt idx="3674">
                  <c:v>8.0297358846959312</c:v>
                </c:pt>
                <c:pt idx="3675">
                  <c:v>8.0327239354494306</c:v>
                </c:pt>
                <c:pt idx="3676">
                  <c:v>8.0362652650597468</c:v>
                </c:pt>
                <c:pt idx="3677">
                  <c:v>8.0362850572824698</c:v>
                </c:pt>
                <c:pt idx="3678">
                  <c:v>8.0319638648215825</c:v>
                </c:pt>
                <c:pt idx="3679">
                  <c:v>8.0278697491068858</c:v>
                </c:pt>
                <c:pt idx="3680">
                  <c:v>8.0281869174229055</c:v>
                </c:pt>
                <c:pt idx="3681">
                  <c:v>8.0291888473699338</c:v>
                </c:pt>
                <c:pt idx="3682">
                  <c:v>8.0296827495585763</c:v>
                </c:pt>
                <c:pt idx="3683">
                  <c:v>8.0294210158912662</c:v>
                </c:pt>
                <c:pt idx="3684">
                  <c:v>8.0294051656880061</c:v>
                </c:pt>
                <c:pt idx="3685">
                  <c:v>8.0284174434361262</c:v>
                </c:pt>
                <c:pt idx="3686">
                  <c:v>8.0266518293434075</c:v>
                </c:pt>
                <c:pt idx="3687">
                  <c:v>8.0262894920543673</c:v>
                </c:pt>
                <c:pt idx="3688">
                  <c:v>8.0263886174187977</c:v>
                </c:pt>
                <c:pt idx="3689">
                  <c:v>8.0288320124830612</c:v>
                </c:pt>
                <c:pt idx="3690">
                  <c:v>8.0293590112101185</c:v>
                </c:pt>
                <c:pt idx="3691">
                  <c:v>8.0249933067794519</c:v>
                </c:pt>
                <c:pt idx="3692">
                  <c:v>8.0222027676261654</c:v>
                </c:pt>
                <c:pt idx="3693">
                  <c:v>8.0205728247033221</c:v>
                </c:pt>
                <c:pt idx="3694">
                  <c:v>8.0179402127048007</c:v>
                </c:pt>
                <c:pt idx="3695">
                  <c:v>8.0191979632899439</c:v>
                </c:pt>
                <c:pt idx="3696">
                  <c:v>8.0204600665215793</c:v>
                </c:pt>
                <c:pt idx="3697">
                  <c:v>8.0211744754239724</c:v>
                </c:pt>
                <c:pt idx="3698">
                  <c:v>8.0215074939432505</c:v>
                </c:pt>
                <c:pt idx="3699">
                  <c:v>8.0220339999178751</c:v>
                </c:pt>
                <c:pt idx="3700">
                  <c:v>8.0218397733338804</c:v>
                </c:pt>
                <c:pt idx="3701">
                  <c:v>8.0216090830698477</c:v>
                </c:pt>
                <c:pt idx="3702">
                  <c:v>8.0239763478832185</c:v>
                </c:pt>
                <c:pt idx="3703">
                  <c:v>8.0245926990514516</c:v>
                </c:pt>
                <c:pt idx="3704">
                  <c:v>8.0253094895906045</c:v>
                </c:pt>
                <c:pt idx="3705">
                  <c:v>8.026087463556852</c:v>
                </c:pt>
                <c:pt idx="3706">
                  <c:v>8.0258278651500845</c:v>
                </c:pt>
                <c:pt idx="3707">
                  <c:v>8.0260096086724424</c:v>
                </c:pt>
                <c:pt idx="3708">
                  <c:v>8.024107091528764</c:v>
                </c:pt>
                <c:pt idx="3709">
                  <c:v>8.0253045620662746</c:v>
                </c:pt>
                <c:pt idx="3710">
                  <c:v>8.0259193528518047</c:v>
                </c:pt>
                <c:pt idx="3711">
                  <c:v>8.0272574220835207</c:v>
                </c:pt>
                <c:pt idx="3712">
                  <c:v>8.0282866176651755</c:v>
                </c:pt>
                <c:pt idx="3713">
                  <c:v>8.0287346117521459</c:v>
                </c:pt>
                <c:pt idx="3714">
                  <c:v>8.0288370221327963</c:v>
                </c:pt>
                <c:pt idx="3715">
                  <c:v>8.0278973432431329</c:v>
                </c:pt>
                <c:pt idx="3716">
                  <c:v>8.0261232702336471</c:v>
                </c:pt>
                <c:pt idx="3717">
                  <c:v>8.0273461996468605</c:v>
                </c:pt>
                <c:pt idx="3718">
                  <c:v>8.0287284523467335</c:v>
                </c:pt>
                <c:pt idx="3719">
                  <c:v>8.0272147168726651</c:v>
                </c:pt>
                <c:pt idx="3720">
                  <c:v>8.0249649735145567</c:v>
                </c:pt>
                <c:pt idx="3721">
                  <c:v>8.0237828604278736</c:v>
                </c:pt>
                <c:pt idx="3722">
                  <c:v>8.0241010963741637</c:v>
                </c:pt>
                <c:pt idx="3723">
                  <c:v>8.0238263868927859</c:v>
                </c:pt>
                <c:pt idx="3724">
                  <c:v>8.0256930973596674</c:v>
                </c:pt>
                <c:pt idx="3725">
                  <c:v>8.0292876442327437</c:v>
                </c:pt>
                <c:pt idx="3726">
                  <c:v>8.0286606167617958</c:v>
                </c:pt>
                <c:pt idx="3727">
                  <c:v>8.02684663080524</c:v>
                </c:pt>
                <c:pt idx="3728">
                  <c:v>8.0251092678520095</c:v>
                </c:pt>
                <c:pt idx="3729">
                  <c:v>8.0217686527327228</c:v>
                </c:pt>
                <c:pt idx="3730">
                  <c:v>8.0211081180963326</c:v>
                </c:pt>
                <c:pt idx="3731">
                  <c:v>8.0219143432020701</c:v>
                </c:pt>
                <c:pt idx="3732">
                  <c:v>8.0236372520839314</c:v>
                </c:pt>
                <c:pt idx="3733">
                  <c:v>8.0261256518704069</c:v>
                </c:pt>
                <c:pt idx="3734">
                  <c:v>8.0275686773703452</c:v>
                </c:pt>
                <c:pt idx="3735">
                  <c:v>8.0280689853406155</c:v>
                </c:pt>
                <c:pt idx="3736">
                  <c:v>8.0288037613435712</c:v>
                </c:pt>
                <c:pt idx="3737">
                  <c:v>8.0284382211637162</c:v>
                </c:pt>
                <c:pt idx="3738">
                  <c:v>8.0290644273806109</c:v>
                </c:pt>
                <c:pt idx="3739">
                  <c:v>8.0314577259475222</c:v>
                </c:pt>
                <c:pt idx="3740">
                  <c:v>8.0309062538496292</c:v>
                </c:pt>
                <c:pt idx="3741">
                  <c:v>8.0277849135630106</c:v>
                </c:pt>
                <c:pt idx="3742">
                  <c:v>8.0252564365786547</c:v>
                </c:pt>
                <c:pt idx="3743">
                  <c:v>8.0235809961811686</c:v>
                </c:pt>
                <c:pt idx="3744">
                  <c:v>8.0221862604196605</c:v>
                </c:pt>
                <c:pt idx="3745">
                  <c:v>8.0192896152424744</c:v>
                </c:pt>
                <c:pt idx="3746">
                  <c:v>8.016599679710918</c:v>
                </c:pt>
                <c:pt idx="3747">
                  <c:v>8.0168973843058353</c:v>
                </c:pt>
                <c:pt idx="3748">
                  <c:v>8.0175460107584282</c:v>
                </c:pt>
                <c:pt idx="3749">
                  <c:v>8.0201443764628593</c:v>
                </c:pt>
                <c:pt idx="3750">
                  <c:v>8.0222358641645801</c:v>
                </c:pt>
                <c:pt idx="3751">
                  <c:v>8.0222997577300532</c:v>
                </c:pt>
                <c:pt idx="3752">
                  <c:v>8.0233471851517262</c:v>
                </c:pt>
                <c:pt idx="3753">
                  <c:v>8.0266328583747377</c:v>
                </c:pt>
                <c:pt idx="3754">
                  <c:v>8.0254945181291841</c:v>
                </c:pt>
                <c:pt idx="3755">
                  <c:v>8.023899396378269</c:v>
                </c:pt>
                <c:pt idx="3756">
                  <c:v>8.0239073625426034</c:v>
                </c:pt>
                <c:pt idx="3757">
                  <c:v>8.0230731326735931</c:v>
                </c:pt>
                <c:pt idx="3758">
                  <c:v>8.0222186178294255</c:v>
                </c:pt>
                <c:pt idx="3759">
                  <c:v>8.0209324518539802</c:v>
                </c:pt>
                <c:pt idx="3760">
                  <c:v>8.0231160842606659</c:v>
                </c:pt>
                <c:pt idx="3761">
                  <c:v>8.0264335400156046</c:v>
                </c:pt>
                <c:pt idx="3762">
                  <c:v>8.027972159487538</c:v>
                </c:pt>
                <c:pt idx="3763">
                  <c:v>8.0255447788773449</c:v>
                </c:pt>
                <c:pt idx="3764">
                  <c:v>8.0232462530283737</c:v>
                </c:pt>
                <c:pt idx="3765">
                  <c:v>8.0206525684720571</c:v>
                </c:pt>
                <c:pt idx="3766">
                  <c:v>8.0190613887406066</c:v>
                </c:pt>
                <c:pt idx="3767">
                  <c:v>8.0194823635691694</c:v>
                </c:pt>
                <c:pt idx="3768">
                  <c:v>8.022891964029073</c:v>
                </c:pt>
                <c:pt idx="3769">
                  <c:v>8.0239087586744962</c:v>
                </c:pt>
                <c:pt idx="3770">
                  <c:v>8.0205346363897672</c:v>
                </c:pt>
                <c:pt idx="3771">
                  <c:v>8.0187668870365041</c:v>
                </c:pt>
                <c:pt idx="3772">
                  <c:v>8.0192663737527212</c:v>
                </c:pt>
                <c:pt idx="3773">
                  <c:v>8.0207076746191426</c:v>
                </c:pt>
                <c:pt idx="3774">
                  <c:v>8.021925922884245</c:v>
                </c:pt>
                <c:pt idx="3775">
                  <c:v>8.022687471769391</c:v>
                </c:pt>
                <c:pt idx="3776">
                  <c:v>8.0227790415965181</c:v>
                </c:pt>
                <c:pt idx="3777">
                  <c:v>8.0237859811932815</c:v>
                </c:pt>
                <c:pt idx="3778">
                  <c:v>8.0249687512832093</c:v>
                </c:pt>
                <c:pt idx="3779">
                  <c:v>8.0257149427175296</c:v>
                </c:pt>
                <c:pt idx="3780">
                  <c:v>8.0241870816737162</c:v>
                </c:pt>
                <c:pt idx="3781">
                  <c:v>8.0217137929618527</c:v>
                </c:pt>
                <c:pt idx="3782">
                  <c:v>8.0202989364759993</c:v>
                </c:pt>
                <c:pt idx="3783">
                  <c:v>8.0186836118753337</c:v>
                </c:pt>
                <c:pt idx="3784">
                  <c:v>8.0187996550732965</c:v>
                </c:pt>
                <c:pt idx="3785">
                  <c:v>8.0183611875333636</c:v>
                </c:pt>
                <c:pt idx="3786">
                  <c:v>8.0186303124871685</c:v>
                </c:pt>
                <c:pt idx="3787">
                  <c:v>8.0211571469634126</c:v>
                </c:pt>
                <c:pt idx="3788">
                  <c:v>8.0236241120190535</c:v>
                </c:pt>
                <c:pt idx="3789">
                  <c:v>8.0261716420974825</c:v>
                </c:pt>
                <c:pt idx="3790">
                  <c:v>8.0270663162649374</c:v>
                </c:pt>
                <c:pt idx="3791">
                  <c:v>8.0275344310762531</c:v>
                </c:pt>
                <c:pt idx="3792">
                  <c:v>8.0275478175173482</c:v>
                </c:pt>
                <c:pt idx="3793">
                  <c:v>8.0255654744795297</c:v>
                </c:pt>
                <c:pt idx="3794">
                  <c:v>8.0234228226501862</c:v>
                </c:pt>
                <c:pt idx="3795">
                  <c:v>8.0253207407711571</c:v>
                </c:pt>
                <c:pt idx="3796">
                  <c:v>8.0273604894674175</c:v>
                </c:pt>
                <c:pt idx="3797">
                  <c:v>8.0278537346528154</c:v>
                </c:pt>
                <c:pt idx="3798">
                  <c:v>8.0278755800106758</c:v>
                </c:pt>
                <c:pt idx="3799">
                  <c:v>8.027389808237178</c:v>
                </c:pt>
                <c:pt idx="3800">
                  <c:v>8.0281355890444708</c:v>
                </c:pt>
                <c:pt idx="3801">
                  <c:v>8.028071038475753</c:v>
                </c:pt>
                <c:pt idx="3802">
                  <c:v>8.0269567609740076</c:v>
                </c:pt>
                <c:pt idx="3803">
                  <c:v>8.0270241859319178</c:v>
                </c:pt>
                <c:pt idx="3804">
                  <c:v>8.0290262390670559</c:v>
                </c:pt>
                <c:pt idx="3805">
                  <c:v>8.0291502484293513</c:v>
                </c:pt>
                <c:pt idx="3806">
                  <c:v>8.0285696218125082</c:v>
                </c:pt>
                <c:pt idx="3807">
                  <c:v>8.028735515131606</c:v>
                </c:pt>
                <c:pt idx="3808">
                  <c:v>8.0296092473206588</c:v>
                </c:pt>
                <c:pt idx="3809">
                  <c:v>8.0285183755594787</c:v>
                </c:pt>
                <c:pt idx="3810">
                  <c:v>8.0275155422329902</c:v>
                </c:pt>
                <c:pt idx="3811">
                  <c:v>8.029138422370961</c:v>
                </c:pt>
                <c:pt idx="3812">
                  <c:v>8.0291021229417314</c:v>
                </c:pt>
                <c:pt idx="3813">
                  <c:v>8.0259425943415597</c:v>
                </c:pt>
                <c:pt idx="3814">
                  <c:v>8.022821336180348</c:v>
                </c:pt>
                <c:pt idx="3815">
                  <c:v>8.0223762164825683</c:v>
                </c:pt>
                <c:pt idx="3816">
                  <c:v>8.0221934053299382</c:v>
                </c:pt>
                <c:pt idx="3817">
                  <c:v>8.0225499938405953</c:v>
                </c:pt>
                <c:pt idx="3818">
                  <c:v>8.0226014864698403</c:v>
                </c:pt>
                <c:pt idx="3819">
                  <c:v>8.0236821746807383</c:v>
                </c:pt>
                <c:pt idx="3820">
                  <c:v>8.0243092021516862</c:v>
                </c:pt>
                <c:pt idx="3821">
                  <c:v>8.0260838500390097</c:v>
                </c:pt>
                <c:pt idx="3822">
                  <c:v>8.0299842319221444</c:v>
                </c:pt>
                <c:pt idx="3823">
                  <c:v>8.0269596353632</c:v>
                </c:pt>
                <c:pt idx="3824">
                  <c:v>8.0253649242393141</c:v>
                </c:pt>
                <c:pt idx="3825">
                  <c:v>8.0244599022707668</c:v>
                </c:pt>
                <c:pt idx="3826">
                  <c:v>8.0238051985381684</c:v>
                </c:pt>
                <c:pt idx="3827">
                  <c:v>8.0245485977087014</c:v>
                </c:pt>
                <c:pt idx="3828">
                  <c:v>8.0229491233112959</c:v>
                </c:pt>
                <c:pt idx="3829">
                  <c:v>8.0228031864657332</c:v>
                </c:pt>
                <c:pt idx="3830">
                  <c:v>8.0259756908799744</c:v>
                </c:pt>
                <c:pt idx="3831">
                  <c:v>8.027945468730751</c:v>
                </c:pt>
                <c:pt idx="3832">
                  <c:v>8.0283280909949486</c:v>
                </c:pt>
                <c:pt idx="3833">
                  <c:v>8.0284687718145609</c:v>
                </c:pt>
                <c:pt idx="3834">
                  <c:v>8.0282017821212985</c:v>
                </c:pt>
                <c:pt idx="3835">
                  <c:v>8.0302644438056916</c:v>
                </c:pt>
                <c:pt idx="3836">
                  <c:v>8.0309535580831923</c:v>
                </c:pt>
                <c:pt idx="3837">
                  <c:v>8.0294330883258738</c:v>
                </c:pt>
                <c:pt idx="3838">
                  <c:v>8.0280228308627279</c:v>
                </c:pt>
                <c:pt idx="3839">
                  <c:v>8.0284825688826835</c:v>
                </c:pt>
                <c:pt idx="3840">
                  <c:v>8.0304240134685667</c:v>
                </c:pt>
                <c:pt idx="3841">
                  <c:v>8.030375313103109</c:v>
                </c:pt>
                <c:pt idx="3842">
                  <c:v>8.0288008048289736</c:v>
                </c:pt>
                <c:pt idx="3843">
                  <c:v>8.0242824292694941</c:v>
                </c:pt>
                <c:pt idx="3844">
                  <c:v>8.0219056379090876</c:v>
                </c:pt>
                <c:pt idx="3845">
                  <c:v>8.0229317948507379</c:v>
                </c:pt>
                <c:pt idx="3846">
                  <c:v>8.0215225228924574</c:v>
                </c:pt>
                <c:pt idx="3847">
                  <c:v>8.0222199318359131</c:v>
                </c:pt>
                <c:pt idx="3848">
                  <c:v>8.024652075719624</c:v>
                </c:pt>
                <c:pt idx="3849">
                  <c:v>8.0255539769227617</c:v>
                </c:pt>
                <c:pt idx="3850">
                  <c:v>8.0259131113209872</c:v>
                </c:pt>
                <c:pt idx="3851">
                  <c:v>8.0271903256272328</c:v>
                </c:pt>
                <c:pt idx="3852">
                  <c:v>8.02584141584199</c:v>
                </c:pt>
                <c:pt idx="3853">
                  <c:v>8.0233087504619558</c:v>
                </c:pt>
                <c:pt idx="3854">
                  <c:v>8.0222827577711158</c:v>
                </c:pt>
                <c:pt idx="3855">
                  <c:v>8.0196487496407016</c:v>
                </c:pt>
                <c:pt idx="3856">
                  <c:v>8.0209372972529049</c:v>
                </c:pt>
                <c:pt idx="3857">
                  <c:v>8.0245028538578413</c:v>
                </c:pt>
                <c:pt idx="3858">
                  <c:v>8.0249042007144915</c:v>
                </c:pt>
                <c:pt idx="3859">
                  <c:v>8.0236223052601314</c:v>
                </c:pt>
                <c:pt idx="3860">
                  <c:v>8.0230316593438182</c:v>
                </c:pt>
                <c:pt idx="3861">
                  <c:v>8.0231396542520432</c:v>
                </c:pt>
                <c:pt idx="3862">
                  <c:v>8.0240733379871063</c:v>
                </c:pt>
                <c:pt idx="3863">
                  <c:v>8.0261317291504124</c:v>
                </c:pt>
                <c:pt idx="3864">
                  <c:v>8.0275798464254926</c:v>
                </c:pt>
                <c:pt idx="3865">
                  <c:v>8.0250092391081189</c:v>
                </c:pt>
                <c:pt idx="3866">
                  <c:v>8.0256663244774771</c:v>
                </c:pt>
                <c:pt idx="3867">
                  <c:v>8.0260684925881822</c:v>
                </c:pt>
                <c:pt idx="3868">
                  <c:v>8.0236812713012764</c:v>
                </c:pt>
                <c:pt idx="3869">
                  <c:v>8.0232128279883383</c:v>
                </c:pt>
                <c:pt idx="3870">
                  <c:v>8.0225392354124754</c:v>
                </c:pt>
                <c:pt idx="3871">
                  <c:v>8.0226730176980254</c:v>
                </c:pt>
                <c:pt idx="3872">
                  <c:v>8.0232874799819331</c:v>
                </c:pt>
                <c:pt idx="3873">
                  <c:v>8.0230595819816859</c:v>
                </c:pt>
                <c:pt idx="3874">
                  <c:v>8.0238930727220463</c:v>
                </c:pt>
                <c:pt idx="3875">
                  <c:v>8.0253487455344317</c:v>
                </c:pt>
                <c:pt idx="3876">
                  <c:v>8.0254910688621521</c:v>
                </c:pt>
                <c:pt idx="3877">
                  <c:v>8.0237256190202437</c:v>
                </c:pt>
                <c:pt idx="3878">
                  <c:v>8.022574467211431</c:v>
                </c:pt>
                <c:pt idx="3879">
                  <c:v>8.0228280704635981</c:v>
                </c:pt>
                <c:pt idx="3880">
                  <c:v>8.0230558863384385</c:v>
                </c:pt>
                <c:pt idx="3881">
                  <c:v>8.0238474109965914</c:v>
                </c:pt>
                <c:pt idx="3882">
                  <c:v>8.022362747916068</c:v>
                </c:pt>
                <c:pt idx="3883">
                  <c:v>8.0206547858580048</c:v>
                </c:pt>
                <c:pt idx="3884">
                  <c:v>8.0199073625426021</c:v>
                </c:pt>
                <c:pt idx="3885">
                  <c:v>8.0184847041432263</c:v>
                </c:pt>
                <c:pt idx="3886">
                  <c:v>8.0198230197511595</c:v>
                </c:pt>
                <c:pt idx="3887">
                  <c:v>8.020314376052232</c:v>
                </c:pt>
                <c:pt idx="3888">
                  <c:v>8.0189893647599888</c:v>
                </c:pt>
                <c:pt idx="3889">
                  <c:v>8.0171734077937007</c:v>
                </c:pt>
                <c:pt idx="3890">
                  <c:v>8.0205648585389895</c:v>
                </c:pt>
                <c:pt idx="3891">
                  <c:v>8.0266021434730828</c:v>
                </c:pt>
                <c:pt idx="3892">
                  <c:v>8.0295143924773136</c:v>
                </c:pt>
                <c:pt idx="3893">
                  <c:v>8.0288240463187286</c:v>
                </c:pt>
                <c:pt idx="3894">
                  <c:v>8.023283948589496</c:v>
                </c:pt>
                <c:pt idx="3895">
                  <c:v>8.0217174886051001</c:v>
                </c:pt>
                <c:pt idx="3896">
                  <c:v>8.0215023200427051</c:v>
                </c:pt>
                <c:pt idx="3897">
                  <c:v>8.0225237137108358</c:v>
                </c:pt>
                <c:pt idx="3898">
                  <c:v>8.0260602800476324</c:v>
                </c:pt>
                <c:pt idx="3899">
                  <c:v>8.0287908676549087</c:v>
                </c:pt>
                <c:pt idx="3900">
                  <c:v>8.0312326202110622</c:v>
                </c:pt>
                <c:pt idx="3901">
                  <c:v>8.0322604196608225</c:v>
                </c:pt>
                <c:pt idx="3902">
                  <c:v>8.0313418470003697</c:v>
                </c:pt>
                <c:pt idx="3903">
                  <c:v>8.0303511682338939</c:v>
                </c:pt>
                <c:pt idx="3904">
                  <c:v>8.0307672155381269</c:v>
                </c:pt>
                <c:pt idx="3905">
                  <c:v>8.0297220055024017</c:v>
                </c:pt>
                <c:pt idx="3906">
                  <c:v>8.0260744877427825</c:v>
                </c:pt>
                <c:pt idx="3907">
                  <c:v>8.0219050630312481</c:v>
                </c:pt>
                <c:pt idx="3908">
                  <c:v>8.0221822362747908</c:v>
                </c:pt>
                <c:pt idx="3909">
                  <c:v>8.0282651008089356</c:v>
                </c:pt>
                <c:pt idx="3910">
                  <c:v>8.0322081057775225</c:v>
                </c:pt>
                <c:pt idx="3911">
                  <c:v>8.0321967724715648</c:v>
                </c:pt>
                <c:pt idx="3912">
                  <c:v>8.0291352194801462</c:v>
                </c:pt>
                <c:pt idx="3913">
                  <c:v>8.0269060074734124</c:v>
                </c:pt>
                <c:pt idx="3914">
                  <c:v>8.0253368373506344</c:v>
                </c:pt>
                <c:pt idx="3915">
                  <c:v>8.0251887652445291</c:v>
                </c:pt>
                <c:pt idx="3916">
                  <c:v>8.0253109678479042</c:v>
                </c:pt>
                <c:pt idx="3917">
                  <c:v>8.0240429515870737</c:v>
                </c:pt>
                <c:pt idx="3918">
                  <c:v>8.0244321438837112</c:v>
                </c:pt>
                <c:pt idx="3919">
                  <c:v>8.0248213361803469</c:v>
                </c:pt>
                <c:pt idx="3920">
                  <c:v>8.0259626329404998</c:v>
                </c:pt>
                <c:pt idx="3921">
                  <c:v>8.0247599885024439</c:v>
                </c:pt>
                <c:pt idx="3922">
                  <c:v>8.0244384675399338</c:v>
                </c:pt>
                <c:pt idx="3923">
                  <c:v>8.0244158830534218</c:v>
                </c:pt>
                <c:pt idx="3924">
                  <c:v>8.0250593356054694</c:v>
                </c:pt>
                <c:pt idx="3925">
                  <c:v>8.0242151685623941</c:v>
                </c:pt>
                <c:pt idx="3926">
                  <c:v>8.023822280622511</c:v>
                </c:pt>
                <c:pt idx="3927">
                  <c:v>8.0243808976306816</c:v>
                </c:pt>
                <c:pt idx="3928">
                  <c:v>8.0249936352810742</c:v>
                </c:pt>
                <c:pt idx="3929">
                  <c:v>8.0255785324190043</c:v>
                </c:pt>
                <c:pt idx="3930">
                  <c:v>8.0270330554757106</c:v>
                </c:pt>
                <c:pt idx="3931">
                  <c:v>8.0266560998644927</c:v>
                </c:pt>
                <c:pt idx="3932">
                  <c:v>8.0253725619020244</c:v>
                </c:pt>
                <c:pt idx="3933">
                  <c:v>8.0240754732476489</c:v>
                </c:pt>
                <c:pt idx="3934">
                  <c:v>8.0213012770500551</c:v>
                </c:pt>
                <c:pt idx="3935">
                  <c:v>8.0217433581078303</c:v>
                </c:pt>
                <c:pt idx="3936">
                  <c:v>8.0249471523015643</c:v>
                </c:pt>
                <c:pt idx="3937">
                  <c:v>8.0257977251262673</c:v>
                </c:pt>
                <c:pt idx="3938">
                  <c:v>8.0241025746314616</c:v>
                </c:pt>
                <c:pt idx="3939">
                  <c:v>8.0230815094649532</c:v>
                </c:pt>
                <c:pt idx="3940">
                  <c:v>8.0230256641892161</c:v>
                </c:pt>
                <c:pt idx="3941">
                  <c:v>8.0213478421549702</c:v>
                </c:pt>
                <c:pt idx="3942">
                  <c:v>8.0217783435305705</c:v>
                </c:pt>
                <c:pt idx="3943">
                  <c:v>8.0243994579723239</c:v>
                </c:pt>
                <c:pt idx="3944">
                  <c:v>8.025542479365992</c:v>
                </c:pt>
                <c:pt idx="3945">
                  <c:v>8.0226322013714935</c:v>
                </c:pt>
                <c:pt idx="3946">
                  <c:v>8.0189003408204336</c:v>
                </c:pt>
                <c:pt idx="3947">
                  <c:v>8.0212173448856401</c:v>
                </c:pt>
                <c:pt idx="3948">
                  <c:v>8.0252319632078191</c:v>
                </c:pt>
                <c:pt idx="3949">
                  <c:v>8.0253048084424918</c:v>
                </c:pt>
                <c:pt idx="3950">
                  <c:v>8.0229879686280956</c:v>
                </c:pt>
                <c:pt idx="3951">
                  <c:v>8.0196178704882364</c:v>
                </c:pt>
                <c:pt idx="3952">
                  <c:v>8.0178196526095356</c:v>
                </c:pt>
                <c:pt idx="3953">
                  <c:v>8.0171334948466306</c:v>
                </c:pt>
                <c:pt idx="3954">
                  <c:v>8.017367305876073</c:v>
                </c:pt>
                <c:pt idx="3955">
                  <c:v>8.0207990801954576</c:v>
                </c:pt>
                <c:pt idx="3956">
                  <c:v>8.0229794275859234</c:v>
                </c:pt>
                <c:pt idx="3957">
                  <c:v>8.0245247813411087</c:v>
                </c:pt>
                <c:pt idx="3958">
                  <c:v>8.0265599310146598</c:v>
                </c:pt>
                <c:pt idx="3959">
                  <c:v>8.0299311789101964</c:v>
                </c:pt>
                <c:pt idx="3960">
                  <c:v>8.0325692111854803</c:v>
                </c:pt>
                <c:pt idx="3961">
                  <c:v>8.0306404960374493</c:v>
                </c:pt>
                <c:pt idx="3962">
                  <c:v>8.0280618404303379</c:v>
                </c:pt>
                <c:pt idx="3963">
                  <c:v>8.0274057405658432</c:v>
                </c:pt>
                <c:pt idx="3964">
                  <c:v>8.0282311008910607</c:v>
                </c:pt>
                <c:pt idx="3965">
                  <c:v>8.0252699051451568</c:v>
                </c:pt>
                <c:pt idx="3966">
                  <c:v>8.0218090584322255</c:v>
                </c:pt>
                <c:pt idx="3967">
                  <c:v>8.0224802693713304</c:v>
                </c:pt>
                <c:pt idx="3968">
                  <c:v>8.0245490904611341</c:v>
                </c:pt>
                <c:pt idx="3969">
                  <c:v>8.0249298238410045</c:v>
                </c:pt>
                <c:pt idx="3970">
                  <c:v>8.0251418716379916</c:v>
                </c:pt>
                <c:pt idx="3971">
                  <c:v>8.0249740894345667</c:v>
                </c:pt>
                <c:pt idx="3972">
                  <c:v>8.0237611793208234</c:v>
                </c:pt>
                <c:pt idx="3973">
                  <c:v>8.023512421467581</c:v>
                </c:pt>
                <c:pt idx="3974">
                  <c:v>8.0233859483431207</c:v>
                </c:pt>
                <c:pt idx="3975">
                  <c:v>8.0265729889541326</c:v>
                </c:pt>
                <c:pt idx="3976">
                  <c:v>8.0254196197593721</c:v>
                </c:pt>
                <c:pt idx="3977">
                  <c:v>8.0267880753911225</c:v>
                </c:pt>
                <c:pt idx="3978">
                  <c:v>8.0306137231552572</c:v>
                </c:pt>
                <c:pt idx="3979">
                  <c:v>8.0312207941526719</c:v>
                </c:pt>
                <c:pt idx="3980">
                  <c:v>8.0319696135999674</c:v>
                </c:pt>
                <c:pt idx="3981">
                  <c:v>8.0319099084301726</c:v>
                </c:pt>
                <c:pt idx="3982">
                  <c:v>8.0295829671909011</c:v>
                </c:pt>
                <c:pt idx="3983">
                  <c:v>8.025703691536977</c:v>
                </c:pt>
                <c:pt idx="3984">
                  <c:v>8.0230942389028037</c:v>
                </c:pt>
                <c:pt idx="3985">
                  <c:v>8.0226115057693104</c:v>
                </c:pt>
                <c:pt idx="3986">
                  <c:v>8.0221656469428826</c:v>
                </c:pt>
                <c:pt idx="3987">
                  <c:v>8.0220960045990228</c:v>
                </c:pt>
                <c:pt idx="3988">
                  <c:v>8.0214955036340498</c:v>
                </c:pt>
                <c:pt idx="3989">
                  <c:v>8.0219612368086075</c:v>
                </c:pt>
                <c:pt idx="3990">
                  <c:v>8.0203992937215123</c:v>
                </c:pt>
                <c:pt idx="3991">
                  <c:v>8.0188113990062817</c:v>
                </c:pt>
                <c:pt idx="3992">
                  <c:v>8.0179384059458787</c:v>
                </c:pt>
                <c:pt idx="3993">
                  <c:v>8.0167717324354282</c:v>
                </c:pt>
                <c:pt idx="3994">
                  <c:v>8.0164957089475628</c:v>
                </c:pt>
                <c:pt idx="3995">
                  <c:v>8.0192540549418965</c:v>
                </c:pt>
                <c:pt idx="3996">
                  <c:v>8.023078060197923</c:v>
                </c:pt>
                <c:pt idx="3997">
                  <c:v>8.0238829712971711</c:v>
                </c:pt>
                <c:pt idx="3998">
                  <c:v>8.0233878372274461</c:v>
                </c:pt>
                <c:pt idx="3999">
                  <c:v>8.0245415349238289</c:v>
                </c:pt>
                <c:pt idx="4000">
                  <c:v>8.0268243748203503</c:v>
                </c:pt>
                <c:pt idx="4001">
                  <c:v>8.0270497269330274</c:v>
                </c:pt>
                <c:pt idx="4002">
                  <c:v>8.0219960579805356</c:v>
                </c:pt>
                <c:pt idx="4003">
                  <c:v>8.0183397528025289</c:v>
                </c:pt>
                <c:pt idx="4004">
                  <c:v>8.0179511353837309</c:v>
                </c:pt>
                <c:pt idx="4005">
                  <c:v>8.0187537469716261</c:v>
                </c:pt>
                <c:pt idx="4006">
                  <c:v>8.0198548022830867</c:v>
                </c:pt>
                <c:pt idx="4007">
                  <c:v>8.0218622756949856</c:v>
                </c:pt>
                <c:pt idx="4008">
                  <c:v>8.022775674454893</c:v>
                </c:pt>
                <c:pt idx="4009">
                  <c:v>8.0247161335359092</c:v>
                </c:pt>
                <c:pt idx="4010">
                  <c:v>8.0275171026156933</c:v>
                </c:pt>
                <c:pt idx="4011">
                  <c:v>8.0264281197388421</c:v>
                </c:pt>
                <c:pt idx="4012">
                  <c:v>8.025316552375477</c:v>
                </c:pt>
                <c:pt idx="4013">
                  <c:v>8.0236445612450211</c:v>
                </c:pt>
                <c:pt idx="4014">
                  <c:v>8.0235002669075683</c:v>
                </c:pt>
                <c:pt idx="4015">
                  <c:v>8.0237022132796785</c:v>
                </c:pt>
                <c:pt idx="4016">
                  <c:v>8.0234766147907859</c:v>
                </c:pt>
                <c:pt idx="4017">
                  <c:v>8.0264897137929623</c:v>
                </c:pt>
                <c:pt idx="4018">
                  <c:v>8.0266034574795722</c:v>
                </c:pt>
                <c:pt idx="4019">
                  <c:v>8.0251489344228641</c:v>
                </c:pt>
                <c:pt idx="4020">
                  <c:v>8.025655483923952</c:v>
                </c:pt>
                <c:pt idx="4021">
                  <c:v>8.0285226460805657</c:v>
                </c:pt>
                <c:pt idx="4022">
                  <c:v>8.0312560259516275</c:v>
                </c:pt>
                <c:pt idx="4023">
                  <c:v>8.0295435469962637</c:v>
                </c:pt>
                <c:pt idx="4024">
                  <c:v>8.025947932492917</c:v>
                </c:pt>
                <c:pt idx="4025">
                  <c:v>8.0242888350511237</c:v>
                </c:pt>
                <c:pt idx="4026">
                  <c:v>8.0243871391614991</c:v>
                </c:pt>
                <c:pt idx="4027">
                  <c:v>8.0244695930686163</c:v>
                </c:pt>
                <c:pt idx="4028">
                  <c:v>8.0242970475916717</c:v>
                </c:pt>
                <c:pt idx="4029">
                  <c:v>8.0255930686157768</c:v>
                </c:pt>
                <c:pt idx="4030">
                  <c:v>8.0266541288547604</c:v>
                </c:pt>
                <c:pt idx="4031">
                  <c:v>8.0239246910031614</c:v>
                </c:pt>
                <c:pt idx="4032">
                  <c:v>8.0217540344105451</c:v>
                </c:pt>
                <c:pt idx="4033">
                  <c:v>8.0239883381924191</c:v>
                </c:pt>
                <c:pt idx="4034">
                  <c:v>8.0234079579517932</c:v>
                </c:pt>
                <c:pt idx="4035">
                  <c:v>8.020656674742332</c:v>
                </c:pt>
                <c:pt idx="4036">
                  <c:v>8.0195117644643368</c:v>
                </c:pt>
                <c:pt idx="4037">
                  <c:v>8.0173610643452555</c:v>
                </c:pt>
                <c:pt idx="4038">
                  <c:v>8.0182766804911108</c:v>
                </c:pt>
                <c:pt idx="4039">
                  <c:v>8.0208824374820349</c:v>
                </c:pt>
                <c:pt idx="4040">
                  <c:v>8.0225453948178878</c:v>
                </c:pt>
                <c:pt idx="4041">
                  <c:v>8.0232367264813362</c:v>
                </c:pt>
                <c:pt idx="4042">
                  <c:v>8.0229299880918159</c:v>
                </c:pt>
                <c:pt idx="4043">
                  <c:v>8.0243266127376511</c:v>
                </c:pt>
                <c:pt idx="4044">
                  <c:v>8.0245341436373341</c:v>
                </c:pt>
                <c:pt idx="4045">
                  <c:v>8.0220068164086555</c:v>
                </c:pt>
                <c:pt idx="4046">
                  <c:v>8.019029359832464</c:v>
                </c:pt>
                <c:pt idx="4047">
                  <c:v>8.0197381842072843</c:v>
                </c:pt>
                <c:pt idx="4048">
                  <c:v>8.0249347513653344</c:v>
                </c:pt>
                <c:pt idx="4049">
                  <c:v>8.0289665338972611</c:v>
                </c:pt>
                <c:pt idx="4050">
                  <c:v>8.0290808524617088</c:v>
                </c:pt>
                <c:pt idx="4051">
                  <c:v>8.0250397076335567</c:v>
                </c:pt>
                <c:pt idx="4052">
                  <c:v>8.0220656181989902</c:v>
                </c:pt>
                <c:pt idx="4053">
                  <c:v>8.02146068246212</c:v>
                </c:pt>
                <c:pt idx="4054">
                  <c:v>8.0214187985053176</c:v>
                </c:pt>
                <c:pt idx="4055">
                  <c:v>8.0197965753705915</c:v>
                </c:pt>
                <c:pt idx="4056">
                  <c:v>8.0199851353016047</c:v>
                </c:pt>
                <c:pt idx="4057">
                  <c:v>8.0210516979427577</c:v>
                </c:pt>
                <c:pt idx="4058">
                  <c:v>8.0205697860633194</c:v>
                </c:pt>
                <c:pt idx="4059">
                  <c:v>8.0214288999301928</c:v>
                </c:pt>
                <c:pt idx="4060">
                  <c:v>8.0224933273108032</c:v>
                </c:pt>
                <c:pt idx="4061">
                  <c:v>8.0226434525520478</c:v>
                </c:pt>
                <c:pt idx="4062">
                  <c:v>8.0237154354699634</c:v>
                </c:pt>
                <c:pt idx="4063">
                  <c:v>8.0230425820227484</c:v>
                </c:pt>
                <c:pt idx="4064">
                  <c:v>8.021802159898165</c:v>
                </c:pt>
                <c:pt idx="4065">
                  <c:v>8.0228366936311755</c:v>
                </c:pt>
                <c:pt idx="4066">
                  <c:v>8.0244740278405118</c:v>
                </c:pt>
                <c:pt idx="4067">
                  <c:v>8.0248237999425118</c:v>
                </c:pt>
                <c:pt idx="4068">
                  <c:v>8.0245775058514344</c:v>
                </c:pt>
                <c:pt idx="4069">
                  <c:v>8.027099905555783</c:v>
                </c:pt>
                <c:pt idx="4070">
                  <c:v>8.029775469141379</c:v>
                </c:pt>
                <c:pt idx="4071">
                  <c:v>8.0276941649899403</c:v>
                </c:pt>
                <c:pt idx="4072">
                  <c:v>8.0249724469264567</c:v>
                </c:pt>
                <c:pt idx="4073">
                  <c:v>8.0238278651500838</c:v>
                </c:pt>
                <c:pt idx="4074">
                  <c:v>8.0216543341682751</c:v>
                </c:pt>
                <c:pt idx="4075">
                  <c:v>8.0184888104135013</c:v>
                </c:pt>
                <c:pt idx="4076">
                  <c:v>8.0166282593520304</c:v>
                </c:pt>
                <c:pt idx="4077">
                  <c:v>8.0193498952901088</c:v>
                </c:pt>
                <c:pt idx="4078">
                  <c:v>8.0225464624481582</c:v>
                </c:pt>
                <c:pt idx="4079">
                  <c:v>8.0226677616720732</c:v>
                </c:pt>
                <c:pt idx="4080">
                  <c:v>8.0237444257381014</c:v>
                </c:pt>
                <c:pt idx="4081">
                  <c:v>8.0230346158584158</c:v>
                </c:pt>
                <c:pt idx="4082">
                  <c:v>8.0193423397528019</c:v>
                </c:pt>
                <c:pt idx="4083">
                  <c:v>8.0179608261815787</c:v>
                </c:pt>
                <c:pt idx="4084">
                  <c:v>8.0194232332772142</c:v>
                </c:pt>
                <c:pt idx="4085">
                  <c:v>8.0206505974623248</c:v>
                </c:pt>
                <c:pt idx="4086">
                  <c:v>8.0220615940541204</c:v>
                </c:pt>
                <c:pt idx="4087">
                  <c:v>8.0230206545394811</c:v>
                </c:pt>
                <c:pt idx="4088">
                  <c:v>8.0239705991048336</c:v>
                </c:pt>
                <c:pt idx="4089">
                  <c:v>8.0256949862439946</c:v>
                </c:pt>
                <c:pt idx="4090">
                  <c:v>8.0249440315361564</c:v>
                </c:pt>
                <c:pt idx="4091">
                  <c:v>8.0259750338767297</c:v>
                </c:pt>
                <c:pt idx="4092">
                  <c:v>8.0271895864985829</c:v>
                </c:pt>
                <c:pt idx="4093">
                  <c:v>8.0288102492506059</c:v>
                </c:pt>
                <c:pt idx="4094">
                  <c:v>8.0286121627725535</c:v>
                </c:pt>
                <c:pt idx="4095">
                  <c:v>8.0269137272615279</c:v>
                </c:pt>
                <c:pt idx="4096">
                  <c:v>8.0254194555085618</c:v>
                </c:pt>
                <c:pt idx="4097">
                  <c:v>8.0237802324148984</c:v>
                </c:pt>
                <c:pt idx="4098">
                  <c:v>8.0236113004557961</c:v>
                </c:pt>
                <c:pt idx="4099">
                  <c:v>8.0228821911058184</c:v>
                </c:pt>
                <c:pt idx="4100">
                  <c:v>8.0221882314293929</c:v>
                </c:pt>
                <c:pt idx="4101">
                  <c:v>8.021655073296925</c:v>
                </c:pt>
                <c:pt idx="4102">
                  <c:v>8.0210121956227152</c:v>
                </c:pt>
                <c:pt idx="4103">
                  <c:v>8.0174560013140059</c:v>
                </c:pt>
                <c:pt idx="4104">
                  <c:v>8.0151467170369148</c:v>
                </c:pt>
                <c:pt idx="4105">
                  <c:v>8.0172235042910529</c:v>
                </c:pt>
                <c:pt idx="4106">
                  <c:v>8.019086683365499</c:v>
                </c:pt>
                <c:pt idx="4107">
                  <c:v>8.0182258448651087</c:v>
                </c:pt>
                <c:pt idx="4108">
                  <c:v>8.0173526054284885</c:v>
                </c:pt>
                <c:pt idx="4109">
                  <c:v>8.0173397938652329</c:v>
                </c:pt>
                <c:pt idx="4110">
                  <c:v>8.0171696300250481</c:v>
                </c:pt>
                <c:pt idx="4111">
                  <c:v>8.0165418634254504</c:v>
                </c:pt>
                <c:pt idx="4112">
                  <c:v>8.0152157023775299</c:v>
                </c:pt>
                <c:pt idx="4113">
                  <c:v>8.0133117891019587</c:v>
                </c:pt>
                <c:pt idx="4114">
                  <c:v>8.0141752556153243</c:v>
                </c:pt>
                <c:pt idx="4115">
                  <c:v>8.0170946495298328</c:v>
                </c:pt>
                <c:pt idx="4116">
                  <c:v>8.0214090255820629</c:v>
                </c:pt>
                <c:pt idx="4117">
                  <c:v>8.0221460189709681</c:v>
                </c:pt>
                <c:pt idx="4118">
                  <c:v>8.0236881698353386</c:v>
                </c:pt>
                <c:pt idx="4119">
                  <c:v>8.0272100357245506</c:v>
                </c:pt>
                <c:pt idx="4120">
                  <c:v>8.0267640126473125</c:v>
                </c:pt>
                <c:pt idx="4121">
                  <c:v>8.0264772307313272</c:v>
                </c:pt>
                <c:pt idx="4122">
                  <c:v>8.0283367141625259</c:v>
                </c:pt>
                <c:pt idx="4123">
                  <c:v>8.0273345378392804</c:v>
                </c:pt>
                <c:pt idx="4124">
                  <c:v>8.0254622428448243</c:v>
                </c:pt>
                <c:pt idx="4125">
                  <c:v>8.0272097893483352</c:v>
                </c:pt>
                <c:pt idx="4126">
                  <c:v>8.028133207407711</c:v>
                </c:pt>
                <c:pt idx="4127">
                  <c:v>8.026629819734735</c:v>
                </c:pt>
                <c:pt idx="4128">
                  <c:v>8.0222551636348705</c:v>
                </c:pt>
                <c:pt idx="4129">
                  <c:v>8.0194066439453042</c:v>
                </c:pt>
                <c:pt idx="4130">
                  <c:v>8.018941321397774</c:v>
                </c:pt>
                <c:pt idx="4131">
                  <c:v>8.0212875621073376</c:v>
                </c:pt>
                <c:pt idx="4132">
                  <c:v>8.0225029359832458</c:v>
                </c:pt>
                <c:pt idx="4133">
                  <c:v>8.0224230279637005</c:v>
                </c:pt>
                <c:pt idx="4134">
                  <c:v>8.0216207448774277</c:v>
                </c:pt>
                <c:pt idx="4135">
                  <c:v>8.0213256682954874</c:v>
                </c:pt>
                <c:pt idx="4136">
                  <c:v>8.0213612285960654</c:v>
                </c:pt>
                <c:pt idx="4137">
                  <c:v>8.0212684268878576</c:v>
                </c:pt>
                <c:pt idx="4138">
                  <c:v>8.0201925840758843</c:v>
                </c:pt>
                <c:pt idx="4139">
                  <c:v>8.0214576438221172</c:v>
                </c:pt>
                <c:pt idx="4140">
                  <c:v>8.0222649365581251</c:v>
                </c:pt>
                <c:pt idx="4141">
                  <c:v>8.0209502730669726</c:v>
                </c:pt>
                <c:pt idx="4142">
                  <c:v>8.0232875621073383</c:v>
                </c:pt>
                <c:pt idx="4143">
                  <c:v>8.0253089147127668</c:v>
                </c:pt>
                <c:pt idx="4144">
                  <c:v>8.0247668049110992</c:v>
                </c:pt>
                <c:pt idx="4145">
                  <c:v>8.0222717529667804</c:v>
                </c:pt>
                <c:pt idx="4146">
                  <c:v>8.0195167741140718</c:v>
                </c:pt>
                <c:pt idx="4147">
                  <c:v>8.0185295446146263</c:v>
                </c:pt>
                <c:pt idx="4148">
                  <c:v>8.0180476327351862</c:v>
                </c:pt>
                <c:pt idx="4149">
                  <c:v>8.0189676015275317</c:v>
                </c:pt>
                <c:pt idx="4150">
                  <c:v>8.0226721964439704</c:v>
                </c:pt>
                <c:pt idx="4151">
                  <c:v>8.0270986736747005</c:v>
                </c:pt>
                <c:pt idx="4152">
                  <c:v>8.0294825278199813</c:v>
                </c:pt>
                <c:pt idx="4153">
                  <c:v>8.0304047139982746</c:v>
                </c:pt>
                <c:pt idx="4154">
                  <c:v>8.0299559807826544</c:v>
                </c:pt>
                <c:pt idx="4155">
                  <c:v>8.0288818626041962</c:v>
                </c:pt>
                <c:pt idx="4156">
                  <c:v>8.0256127787130946</c:v>
                </c:pt>
                <c:pt idx="4157">
                  <c:v>8.0218523385209206</c:v>
                </c:pt>
                <c:pt idx="4158">
                  <c:v>8.0200835215373871</c:v>
                </c:pt>
                <c:pt idx="4159">
                  <c:v>8.0198638360776915</c:v>
                </c:pt>
                <c:pt idx="4160">
                  <c:v>8.0201608015439572</c:v>
                </c:pt>
                <c:pt idx="4161">
                  <c:v>8.0202764341148942</c:v>
                </c:pt>
                <c:pt idx="4162">
                  <c:v>8.020737239765122</c:v>
                </c:pt>
                <c:pt idx="4163">
                  <c:v>8.0213154026198001</c:v>
                </c:pt>
                <c:pt idx="4164">
                  <c:v>8.0197331745575493</c:v>
                </c:pt>
                <c:pt idx="4165">
                  <c:v>8.0156886625877721</c:v>
                </c:pt>
                <c:pt idx="4166">
                  <c:v>8.0131146060033664</c:v>
                </c:pt>
                <c:pt idx="4167">
                  <c:v>8.0168380076376629</c:v>
                </c:pt>
                <c:pt idx="4168">
                  <c:v>8.0206765490904619</c:v>
                </c:pt>
                <c:pt idx="4169">
                  <c:v>8.0210404467622052</c:v>
                </c:pt>
                <c:pt idx="4170">
                  <c:v>8.0220806471481954</c:v>
                </c:pt>
                <c:pt idx="4171">
                  <c:v>8.024781505358682</c:v>
                </c:pt>
                <c:pt idx="4172">
                  <c:v>8.0279274011415431</c:v>
                </c:pt>
                <c:pt idx="4173">
                  <c:v>8.0272090502196853</c:v>
                </c:pt>
                <c:pt idx="4174">
                  <c:v>8.0249472344269694</c:v>
                </c:pt>
                <c:pt idx="4175">
                  <c:v>8.0236435757401559</c:v>
                </c:pt>
                <c:pt idx="4176">
                  <c:v>8.021851024514433</c:v>
                </c:pt>
                <c:pt idx="4177">
                  <c:v>8.0201220383525644</c:v>
                </c:pt>
                <c:pt idx="4178">
                  <c:v>8.0190333018519286</c:v>
                </c:pt>
                <c:pt idx="4179">
                  <c:v>8.0187202398061839</c:v>
                </c:pt>
                <c:pt idx="4180">
                  <c:v>8.0204611341518497</c:v>
                </c:pt>
                <c:pt idx="4181">
                  <c:v>8.0215410011086927</c:v>
                </c:pt>
                <c:pt idx="4182">
                  <c:v>8.0213704266414823</c:v>
                </c:pt>
                <c:pt idx="4183">
                  <c:v>8.0204849505194424</c:v>
                </c:pt>
                <c:pt idx="4184">
                  <c:v>8.0205114770254173</c:v>
                </c:pt>
                <c:pt idx="4185">
                  <c:v>8.0231960744056181</c:v>
                </c:pt>
                <c:pt idx="4186">
                  <c:v>8.0258254013879196</c:v>
                </c:pt>
                <c:pt idx="4187">
                  <c:v>8.0252531515624366</c:v>
                </c:pt>
                <c:pt idx="4188">
                  <c:v>8.022779780725168</c:v>
                </c:pt>
                <c:pt idx="4189">
                  <c:v>8.0222328255245756</c:v>
                </c:pt>
                <c:pt idx="4190">
                  <c:v>8.0246381965260962</c:v>
                </c:pt>
                <c:pt idx="4191">
                  <c:v>8.0239281402701934</c:v>
                </c:pt>
                <c:pt idx="4192">
                  <c:v>8.0226678437974783</c:v>
                </c:pt>
                <c:pt idx="4193">
                  <c:v>8.020679094978032</c:v>
                </c:pt>
                <c:pt idx="4194">
                  <c:v>8.0214287356793825</c:v>
                </c:pt>
                <c:pt idx="4195">
                  <c:v>8.0236124502114734</c:v>
                </c:pt>
                <c:pt idx="4196">
                  <c:v>8.0255629285919596</c:v>
                </c:pt>
                <c:pt idx="4197">
                  <c:v>8.0266795056050597</c:v>
                </c:pt>
                <c:pt idx="4198">
                  <c:v>8.0262375887980948</c:v>
                </c:pt>
                <c:pt idx="4199">
                  <c:v>8.0257835174311172</c:v>
                </c:pt>
                <c:pt idx="4200">
                  <c:v>8.0257679136040743</c:v>
                </c:pt>
                <c:pt idx="4201">
                  <c:v>8.0257174064796946</c:v>
                </c:pt>
                <c:pt idx="4202">
                  <c:v>8.0235183344967762</c:v>
                </c:pt>
                <c:pt idx="4203">
                  <c:v>8.0223097770295233</c:v>
                </c:pt>
                <c:pt idx="4204">
                  <c:v>8.0250484950519443</c:v>
                </c:pt>
                <c:pt idx="4205">
                  <c:v>8.0261557097688172</c:v>
                </c:pt>
                <c:pt idx="4206">
                  <c:v>8.0272249004229455</c:v>
                </c:pt>
                <c:pt idx="4207">
                  <c:v>8.0272649776208276</c:v>
                </c:pt>
                <c:pt idx="4208">
                  <c:v>8.0259904734529623</c:v>
                </c:pt>
                <c:pt idx="4209">
                  <c:v>8.0252453496489142</c:v>
                </c:pt>
                <c:pt idx="4210">
                  <c:v>8.0244916848026939</c:v>
                </c:pt>
                <c:pt idx="4211">
                  <c:v>8.022728288095923</c:v>
                </c:pt>
                <c:pt idx="4212">
                  <c:v>8.0224144869215284</c:v>
                </c:pt>
                <c:pt idx="4213">
                  <c:v>8.024157762903954</c:v>
                </c:pt>
                <c:pt idx="4214">
                  <c:v>8.0274123105982831</c:v>
                </c:pt>
                <c:pt idx="4215">
                  <c:v>8.0306725249455919</c:v>
                </c:pt>
                <c:pt idx="4216">
                  <c:v>8.0276384839650152</c:v>
                </c:pt>
                <c:pt idx="4217">
                  <c:v>8.0216080975649824</c:v>
                </c:pt>
                <c:pt idx="4218">
                  <c:v>8.0200933765860469</c:v>
                </c:pt>
                <c:pt idx="4219">
                  <c:v>8.0227119451402285</c:v>
                </c:pt>
                <c:pt idx="4220">
                  <c:v>8.0248582104874142</c:v>
                </c:pt>
                <c:pt idx="4221">
                  <c:v>8.0240674249579111</c:v>
                </c:pt>
                <c:pt idx="4222">
                  <c:v>8.0248460559274015</c:v>
                </c:pt>
                <c:pt idx="4223">
                  <c:v>8.0273255861700825</c:v>
                </c:pt>
                <c:pt idx="4224">
                  <c:v>8.0265710179444003</c:v>
                </c:pt>
                <c:pt idx="4225">
                  <c:v>8.0236375805855538</c:v>
                </c:pt>
                <c:pt idx="4226">
                  <c:v>8.0215002669075677</c:v>
                </c:pt>
                <c:pt idx="4227">
                  <c:v>8.0220339999178751</c:v>
                </c:pt>
                <c:pt idx="4228">
                  <c:v>8.0228564037284933</c:v>
                </c:pt>
                <c:pt idx="4229">
                  <c:v>8.0227725536894834</c:v>
                </c:pt>
                <c:pt idx="4230">
                  <c:v>8.0206652979099076</c:v>
                </c:pt>
                <c:pt idx="4231">
                  <c:v>8.0194300496858695</c:v>
                </c:pt>
                <c:pt idx="4232">
                  <c:v>8.0208658481501249</c:v>
                </c:pt>
                <c:pt idx="4233">
                  <c:v>8.021514556728123</c:v>
                </c:pt>
                <c:pt idx="4234">
                  <c:v>8.0212840307149023</c:v>
                </c:pt>
                <c:pt idx="4235">
                  <c:v>8.0187276310926787</c:v>
                </c:pt>
                <c:pt idx="4236">
                  <c:v>8.0176217303822934</c:v>
                </c:pt>
                <c:pt idx="4237">
                  <c:v>8.0198878988214997</c:v>
                </c:pt>
                <c:pt idx="4238">
                  <c:v>8.0223129799203381</c:v>
                </c:pt>
                <c:pt idx="4239">
                  <c:v>8.0235896193487459</c:v>
                </c:pt>
                <c:pt idx="4240">
                  <c:v>8.0235367305876064</c:v>
                </c:pt>
                <c:pt idx="4241">
                  <c:v>8.0233011127992437</c:v>
                </c:pt>
                <c:pt idx="4242">
                  <c:v>8.0254242187820797</c:v>
                </c:pt>
                <c:pt idx="4243">
                  <c:v>8.0275289286740854</c:v>
                </c:pt>
                <c:pt idx="4244">
                  <c:v>8.027931343161006</c:v>
                </c:pt>
                <c:pt idx="4245">
                  <c:v>8.0269732681805124</c:v>
                </c:pt>
                <c:pt idx="4246">
                  <c:v>8.028277912372193</c:v>
                </c:pt>
                <c:pt idx="4247">
                  <c:v>8.0289999589372965</c:v>
                </c:pt>
                <c:pt idx="4248">
                  <c:v>8.027150576930973</c:v>
                </c:pt>
                <c:pt idx="4249">
                  <c:v>8.0253407793700973</c:v>
                </c:pt>
                <c:pt idx="4250">
                  <c:v>8.0231175625179656</c:v>
                </c:pt>
                <c:pt idx="4251">
                  <c:v>8.0209354083685795</c:v>
                </c:pt>
                <c:pt idx="4252">
                  <c:v>8.0189748285632163</c:v>
                </c:pt>
                <c:pt idx="4253">
                  <c:v>8.0171203547817509</c:v>
                </c:pt>
                <c:pt idx="4254">
                  <c:v>8.017655566049358</c:v>
                </c:pt>
                <c:pt idx="4255">
                  <c:v>8.0213106393462823</c:v>
                </c:pt>
                <c:pt idx="4256">
                  <c:v>8.0238666283414766</c:v>
                </c:pt>
                <c:pt idx="4257">
                  <c:v>8.0249432924075066</c:v>
                </c:pt>
                <c:pt idx="4258">
                  <c:v>8.0230599926087134</c:v>
                </c:pt>
                <c:pt idx="4259">
                  <c:v>8.0209876401264726</c:v>
                </c:pt>
                <c:pt idx="4260">
                  <c:v>8.0203712889582395</c:v>
                </c:pt>
                <c:pt idx="4261">
                  <c:v>8.0220144540713676</c:v>
                </c:pt>
                <c:pt idx="4262">
                  <c:v>8.0204945591918868</c:v>
                </c:pt>
                <c:pt idx="4263">
                  <c:v>8.0183808155052763</c:v>
                </c:pt>
                <c:pt idx="4264">
                  <c:v>8.0222571346446028</c:v>
                </c:pt>
                <c:pt idx="4265">
                  <c:v>8.0261318112758175</c:v>
                </c:pt>
                <c:pt idx="4266">
                  <c:v>8.0256785611628949</c:v>
                </c:pt>
                <c:pt idx="4267">
                  <c:v>8.0232362337289036</c:v>
                </c:pt>
                <c:pt idx="4268">
                  <c:v>8.0210306738389523</c:v>
                </c:pt>
                <c:pt idx="4269">
                  <c:v>8.0218675317209378</c:v>
                </c:pt>
                <c:pt idx="4270">
                  <c:v>8.0225813657454932</c:v>
                </c:pt>
                <c:pt idx="4271">
                  <c:v>8.021514720978935</c:v>
                </c:pt>
                <c:pt idx="4272">
                  <c:v>8.0197365416991744</c:v>
                </c:pt>
                <c:pt idx="4273">
                  <c:v>8.0202243666078097</c:v>
                </c:pt>
                <c:pt idx="4274">
                  <c:v>8.0234860592124182</c:v>
                </c:pt>
                <c:pt idx="4275">
                  <c:v>8.023789758961934</c:v>
                </c:pt>
                <c:pt idx="4276">
                  <c:v>8.0209708865437523</c:v>
                </c:pt>
                <c:pt idx="4277">
                  <c:v>8.0204068492588174</c:v>
                </c:pt>
                <c:pt idx="4278">
                  <c:v>8.02089910893935</c:v>
                </c:pt>
                <c:pt idx="4279">
                  <c:v>8.0212864123516603</c:v>
                </c:pt>
                <c:pt idx="4280">
                  <c:v>8.0211664271342347</c:v>
                </c:pt>
                <c:pt idx="4281">
                  <c:v>8.0228066357327634</c:v>
                </c:pt>
                <c:pt idx="4282">
                  <c:v>8.0233811850696011</c:v>
                </c:pt>
                <c:pt idx="4283">
                  <c:v>8.0255924937379373</c:v>
                </c:pt>
                <c:pt idx="4284">
                  <c:v>8.0263485402209174</c:v>
                </c:pt>
                <c:pt idx="4285">
                  <c:v>8.0235926579887487</c:v>
                </c:pt>
                <c:pt idx="4286">
                  <c:v>8.018927195828029</c:v>
                </c:pt>
                <c:pt idx="4287">
                  <c:v>8.018496858703239</c:v>
                </c:pt>
                <c:pt idx="4288">
                  <c:v>8.0209156982712599</c:v>
                </c:pt>
                <c:pt idx="4289">
                  <c:v>8.0221270480023001</c:v>
                </c:pt>
                <c:pt idx="4290">
                  <c:v>8.0232431322629658</c:v>
                </c:pt>
                <c:pt idx="4291">
                  <c:v>8.0220475506097806</c:v>
                </c:pt>
                <c:pt idx="4292">
                  <c:v>8.0196662423520717</c:v>
                </c:pt>
                <c:pt idx="4293">
                  <c:v>8.0196002956514594</c:v>
                </c:pt>
                <c:pt idx="4294">
                  <c:v>8.0179344639264158</c:v>
                </c:pt>
                <c:pt idx="4295">
                  <c:v>8.0169410750215579</c:v>
                </c:pt>
                <c:pt idx="4296">
                  <c:v>8.0207882396419325</c:v>
                </c:pt>
                <c:pt idx="4297">
                  <c:v>8.0255374697162569</c:v>
                </c:pt>
                <c:pt idx="4298">
                  <c:v>8.0239828357902514</c:v>
                </c:pt>
                <c:pt idx="4299">
                  <c:v>8.0199721594875371</c:v>
                </c:pt>
                <c:pt idx="4300">
                  <c:v>8.0189023118301641</c:v>
                </c:pt>
                <c:pt idx="4301">
                  <c:v>8.0200978113579442</c:v>
                </c:pt>
                <c:pt idx="4302">
                  <c:v>8.0218120149468231</c:v>
                </c:pt>
                <c:pt idx="4303">
                  <c:v>8.0229017369523259</c:v>
                </c:pt>
                <c:pt idx="4304">
                  <c:v>8.0268906500225849</c:v>
                </c:pt>
                <c:pt idx="4305">
                  <c:v>8.0303116659138496</c:v>
                </c:pt>
                <c:pt idx="4306">
                  <c:v>8.0288431815382086</c:v>
                </c:pt>
                <c:pt idx="4307">
                  <c:v>8.024884572742577</c:v>
                </c:pt>
                <c:pt idx="4308">
                  <c:v>8.0225066316264932</c:v>
                </c:pt>
                <c:pt idx="4309">
                  <c:v>8.0217499281402702</c:v>
                </c:pt>
                <c:pt idx="4310">
                  <c:v>8.0212176733872624</c:v>
                </c:pt>
                <c:pt idx="4311">
                  <c:v>8.0204736993388899</c:v>
                </c:pt>
                <c:pt idx="4312">
                  <c:v>8.0222440767051282</c:v>
                </c:pt>
                <c:pt idx="4313">
                  <c:v>8.0247101383813089</c:v>
                </c:pt>
                <c:pt idx="4314">
                  <c:v>8.0275030591713552</c:v>
                </c:pt>
                <c:pt idx="4315">
                  <c:v>8.0277858990678759</c:v>
                </c:pt>
                <c:pt idx="4316">
                  <c:v>8.0246966698148068</c:v>
                </c:pt>
                <c:pt idx="4317">
                  <c:v>8.0205322547530074</c:v>
                </c:pt>
                <c:pt idx="4318">
                  <c:v>8.0182040816326534</c:v>
                </c:pt>
                <c:pt idx="4319">
                  <c:v>8.0178322999219809</c:v>
                </c:pt>
                <c:pt idx="4320">
                  <c:v>8.0209436209091276</c:v>
                </c:pt>
                <c:pt idx="4321">
                  <c:v>8.0229207900464008</c:v>
                </c:pt>
                <c:pt idx="4322">
                  <c:v>8.0247149837802318</c:v>
                </c:pt>
                <c:pt idx="4323">
                  <c:v>8.0259634541945548</c:v>
                </c:pt>
                <c:pt idx="4324">
                  <c:v>8.0239174639674786</c:v>
                </c:pt>
                <c:pt idx="4325">
                  <c:v>8.0213626247279599</c:v>
                </c:pt>
                <c:pt idx="4326">
                  <c:v>8.0206125733995819</c:v>
                </c:pt>
                <c:pt idx="4327">
                  <c:v>8.0212373013591751</c:v>
                </c:pt>
                <c:pt idx="4328">
                  <c:v>8.019975444503757</c:v>
                </c:pt>
                <c:pt idx="4329">
                  <c:v>8.0182531104997334</c:v>
                </c:pt>
                <c:pt idx="4330">
                  <c:v>8.0188440027922638</c:v>
                </c:pt>
                <c:pt idx="4331">
                  <c:v>8.0188145197716914</c:v>
                </c:pt>
                <c:pt idx="4332">
                  <c:v>8.0186848437564162</c:v>
                </c:pt>
                <c:pt idx="4333">
                  <c:v>8.0190039830821664</c:v>
                </c:pt>
                <c:pt idx="4334">
                  <c:v>8.0198020777727592</c:v>
                </c:pt>
                <c:pt idx="4335">
                  <c:v>8.0212797601938153</c:v>
                </c:pt>
                <c:pt idx="4336">
                  <c:v>8.0240041062702741</c:v>
                </c:pt>
                <c:pt idx="4337">
                  <c:v>8.0253116248511471</c:v>
                </c:pt>
                <c:pt idx="4338">
                  <c:v>8.0238467539933485</c:v>
                </c:pt>
                <c:pt idx="4339">
                  <c:v>8.0209961811686448</c:v>
                </c:pt>
                <c:pt idx="4340">
                  <c:v>8.0210930070217223</c:v>
                </c:pt>
                <c:pt idx="4341">
                  <c:v>8.0233420112511808</c:v>
                </c:pt>
                <c:pt idx="4342">
                  <c:v>8.025624769022297</c:v>
                </c:pt>
                <c:pt idx="4343">
                  <c:v>8.0269533938323825</c:v>
                </c:pt>
                <c:pt idx="4344">
                  <c:v>8.0268376791360403</c:v>
                </c:pt>
                <c:pt idx="4345">
                  <c:v>8.0260612655524994</c:v>
                </c:pt>
                <c:pt idx="4346">
                  <c:v>8.0252791031905719</c:v>
                </c:pt>
                <c:pt idx="4347">
                  <c:v>8.0257710343694821</c:v>
                </c:pt>
                <c:pt idx="4348">
                  <c:v>8.0274189627561281</c:v>
                </c:pt>
                <c:pt idx="4349">
                  <c:v>8.0282550815094655</c:v>
                </c:pt>
                <c:pt idx="4350">
                  <c:v>8.028062743809798</c:v>
                </c:pt>
                <c:pt idx="4351">
                  <c:v>8.0284441341929131</c:v>
                </c:pt>
                <c:pt idx="4352">
                  <c:v>8.0296662423520715</c:v>
                </c:pt>
                <c:pt idx="4353">
                  <c:v>8.0286911674126387</c:v>
                </c:pt>
                <c:pt idx="4354">
                  <c:v>8.0278507781382178</c:v>
                </c:pt>
                <c:pt idx="4355">
                  <c:v>8.0289182441588309</c:v>
                </c:pt>
                <c:pt idx="4356">
                  <c:v>8.0293362624727962</c:v>
                </c:pt>
                <c:pt idx="4357">
                  <c:v>8.0278788650268957</c:v>
                </c:pt>
                <c:pt idx="4358">
                  <c:v>8.0268780027101378</c:v>
                </c:pt>
                <c:pt idx="4359">
                  <c:v>8.0256034164168693</c:v>
                </c:pt>
                <c:pt idx="4360">
                  <c:v>8.0234948466308058</c:v>
                </c:pt>
                <c:pt idx="4361">
                  <c:v>8.0228199400484534</c:v>
                </c:pt>
                <c:pt idx="4362">
                  <c:v>8.0234967355151312</c:v>
                </c:pt>
                <c:pt idx="4363">
                  <c:v>8.0255513489097847</c:v>
                </c:pt>
                <c:pt idx="4364">
                  <c:v>8.0260929659590197</c:v>
                </c:pt>
                <c:pt idx="4365">
                  <c:v>8.0248676549090465</c:v>
                </c:pt>
                <c:pt idx="4366">
                  <c:v>8.0256080154395768</c:v>
                </c:pt>
                <c:pt idx="4367">
                  <c:v>8.0269501088161626</c:v>
                </c:pt>
                <c:pt idx="4368">
                  <c:v>8.0268481090625379</c:v>
                </c:pt>
                <c:pt idx="4369">
                  <c:v>8.0274739867778102</c:v>
                </c:pt>
                <c:pt idx="4370">
                  <c:v>8.0267865971338228</c:v>
                </c:pt>
                <c:pt idx="4371">
                  <c:v>8.0246478051985388</c:v>
                </c:pt>
                <c:pt idx="4372">
                  <c:v>8.0236187738676961</c:v>
                </c:pt>
                <c:pt idx="4373">
                  <c:v>8.0226657906623409</c:v>
                </c:pt>
                <c:pt idx="4374">
                  <c:v>8.0242664969408288</c:v>
                </c:pt>
                <c:pt idx="4375">
                  <c:v>8.0254294748080319</c:v>
                </c:pt>
                <c:pt idx="4376">
                  <c:v>8.0244920133043163</c:v>
                </c:pt>
                <c:pt idx="4377">
                  <c:v>8.0281521783763807</c:v>
                </c:pt>
                <c:pt idx="4378">
                  <c:v>8.0312259680532172</c:v>
                </c:pt>
                <c:pt idx="4379">
                  <c:v>8.031857923048495</c:v>
                </c:pt>
                <c:pt idx="4380">
                  <c:v>8.0318814109144672</c:v>
                </c:pt>
                <c:pt idx="4381">
                  <c:v>8.0307973555619423</c:v>
                </c:pt>
                <c:pt idx="4382">
                  <c:v>8.0291593643493613</c:v>
                </c:pt>
                <c:pt idx="4383">
                  <c:v>8.0265868681476622</c:v>
                </c:pt>
                <c:pt idx="4384">
                  <c:v>8.0279875169383654</c:v>
                </c:pt>
                <c:pt idx="4385">
                  <c:v>8.0289381185069608</c:v>
                </c:pt>
                <c:pt idx="4386">
                  <c:v>8.0239117151890937</c:v>
                </c:pt>
                <c:pt idx="4387">
                  <c:v>8.0208683119122899</c:v>
                </c:pt>
                <c:pt idx="4388">
                  <c:v>8.0202319221451148</c:v>
                </c:pt>
                <c:pt idx="4389">
                  <c:v>8.0200822896563047</c:v>
                </c:pt>
                <c:pt idx="4390">
                  <c:v>8.0183372069149588</c:v>
                </c:pt>
                <c:pt idx="4391">
                  <c:v>8.0187463556851313</c:v>
                </c:pt>
                <c:pt idx="4392">
                  <c:v>8.0213324025787376</c:v>
                </c:pt>
                <c:pt idx="4393">
                  <c:v>8.0232028086888683</c:v>
                </c:pt>
                <c:pt idx="4394">
                  <c:v>8.0251032726974092</c:v>
                </c:pt>
                <c:pt idx="4395">
                  <c:v>8.0255587401962796</c:v>
                </c:pt>
                <c:pt idx="4396">
                  <c:v>8.0228128772635809</c:v>
                </c:pt>
                <c:pt idx="4397">
                  <c:v>8.0207181045456419</c:v>
                </c:pt>
                <c:pt idx="4398">
                  <c:v>8.0215284359216525</c:v>
                </c:pt>
                <c:pt idx="4399">
                  <c:v>8.0255115180881198</c:v>
                </c:pt>
                <c:pt idx="4400">
                  <c:v>8.0264736993388901</c:v>
                </c:pt>
                <c:pt idx="4401">
                  <c:v>8.0250826592206295</c:v>
                </c:pt>
                <c:pt idx="4402">
                  <c:v>8.0249816449718718</c:v>
                </c:pt>
                <c:pt idx="4403">
                  <c:v>8.0246856650104714</c:v>
                </c:pt>
                <c:pt idx="4404">
                  <c:v>8.0254017164209746</c:v>
                </c:pt>
                <c:pt idx="4405">
                  <c:v>8.0251145238779618</c:v>
                </c:pt>
                <c:pt idx="4406">
                  <c:v>8.0247491479489188</c:v>
                </c:pt>
                <c:pt idx="4407">
                  <c:v>8.0251591179731445</c:v>
                </c:pt>
                <c:pt idx="4408">
                  <c:v>8.0254872089680944</c:v>
                </c:pt>
                <c:pt idx="4409">
                  <c:v>8.0212694123927228</c:v>
                </c:pt>
                <c:pt idx="4410">
                  <c:v>8.01617279185316</c:v>
                </c:pt>
                <c:pt idx="4411">
                  <c:v>8.0169200509177507</c:v>
                </c:pt>
                <c:pt idx="4412">
                  <c:v>8.0203348252781996</c:v>
                </c:pt>
                <c:pt idx="4413">
                  <c:v>8.0223385209214477</c:v>
                </c:pt>
                <c:pt idx="4414">
                  <c:v>8.0245640372849341</c:v>
                </c:pt>
                <c:pt idx="4415">
                  <c:v>8.0258597298074168</c:v>
                </c:pt>
                <c:pt idx="4416">
                  <c:v>8.0267744425738101</c:v>
                </c:pt>
                <c:pt idx="4417">
                  <c:v>8.0269244035642426</c:v>
                </c:pt>
                <c:pt idx="4418">
                  <c:v>8.0273068615776282</c:v>
                </c:pt>
                <c:pt idx="4419">
                  <c:v>8.0308643698928268</c:v>
                </c:pt>
                <c:pt idx="4420">
                  <c:v>8.0314168274955851</c:v>
                </c:pt>
                <c:pt idx="4421">
                  <c:v>8.0312050260748169</c:v>
                </c:pt>
                <c:pt idx="4422">
                  <c:v>8.0337059089229257</c:v>
                </c:pt>
                <c:pt idx="4423">
                  <c:v>8.0307029934710297</c:v>
                </c:pt>
                <c:pt idx="4424">
                  <c:v>8.0277949328624807</c:v>
                </c:pt>
                <c:pt idx="4425">
                  <c:v>8.0292028086888685</c:v>
                </c:pt>
                <c:pt idx="4426">
                  <c:v>8.0311523015644894</c:v>
                </c:pt>
                <c:pt idx="4427">
                  <c:v>8.0307952203013997</c:v>
                </c:pt>
                <c:pt idx="4428">
                  <c:v>8.0292041226953561</c:v>
                </c:pt>
                <c:pt idx="4429">
                  <c:v>8.0312642384921773</c:v>
                </c:pt>
                <c:pt idx="4430">
                  <c:v>8.0334619143432029</c:v>
                </c:pt>
                <c:pt idx="4431">
                  <c:v>8.0334405617377733</c:v>
                </c:pt>
                <c:pt idx="4432">
                  <c:v>8.0313773251755425</c:v>
                </c:pt>
                <c:pt idx="4433">
                  <c:v>8.0295272040405692</c:v>
                </c:pt>
                <c:pt idx="4434">
                  <c:v>8.0301108692974168</c:v>
                </c:pt>
                <c:pt idx="4435">
                  <c:v>8.0303399170533396</c:v>
                </c:pt>
                <c:pt idx="4436">
                  <c:v>8.0315346774524699</c:v>
                </c:pt>
                <c:pt idx="4437">
                  <c:v>8.0321421590769102</c:v>
                </c:pt>
                <c:pt idx="4438">
                  <c:v>8.033549049398431</c:v>
                </c:pt>
                <c:pt idx="4439">
                  <c:v>8.0356212376298615</c:v>
                </c:pt>
                <c:pt idx="4440">
                  <c:v>8.0325304479940876</c:v>
                </c:pt>
                <c:pt idx="4441">
                  <c:v>8.0307596600008218</c:v>
                </c:pt>
                <c:pt idx="4442">
                  <c:v>8.0320534636389773</c:v>
                </c:pt>
                <c:pt idx="4443">
                  <c:v>8.0309902681394494</c:v>
                </c:pt>
                <c:pt idx="4444">
                  <c:v>8.0277066480515753</c:v>
                </c:pt>
                <c:pt idx="4445">
                  <c:v>8.0292668665051536</c:v>
                </c:pt>
                <c:pt idx="4446">
                  <c:v>8.0327784667186801</c:v>
                </c:pt>
                <c:pt idx="4447">
                  <c:v>8.0339286330226258</c:v>
                </c:pt>
                <c:pt idx="4448">
                  <c:v>8.0331641276228805</c:v>
                </c:pt>
                <c:pt idx="4449">
                  <c:v>8.0311844125980372</c:v>
                </c:pt>
                <c:pt idx="4450">
                  <c:v>8.0290948959060486</c:v>
                </c:pt>
                <c:pt idx="4451">
                  <c:v>8.0293246006652161</c:v>
                </c:pt>
                <c:pt idx="4452">
                  <c:v>8.0309519977004893</c:v>
                </c:pt>
                <c:pt idx="4453">
                  <c:v>8.027722991007268</c:v>
                </c:pt>
                <c:pt idx="4454">
                  <c:v>8.0238872418182563</c:v>
                </c:pt>
                <c:pt idx="4455">
                  <c:v>8.0227480803186459</c:v>
                </c:pt>
                <c:pt idx="4456">
                  <c:v>8.0226395105325832</c:v>
                </c:pt>
                <c:pt idx="4457">
                  <c:v>8.0239340532993886</c:v>
                </c:pt>
                <c:pt idx="4458">
                  <c:v>8.0248594423684967</c:v>
                </c:pt>
                <c:pt idx="4459">
                  <c:v>8.024770007801914</c:v>
                </c:pt>
                <c:pt idx="4460">
                  <c:v>8.024532419003819</c:v>
                </c:pt>
                <c:pt idx="4461">
                  <c:v>8.0262696998316425</c:v>
                </c:pt>
                <c:pt idx="4462">
                  <c:v>8.0271099248552531</c:v>
                </c:pt>
                <c:pt idx="4463">
                  <c:v>8.0261359175460925</c:v>
                </c:pt>
                <c:pt idx="4464">
                  <c:v>8.0252644848683943</c:v>
                </c:pt>
                <c:pt idx="4465">
                  <c:v>8.0234898369810708</c:v>
                </c:pt>
                <c:pt idx="4466">
                  <c:v>8.0239762657578115</c:v>
                </c:pt>
                <c:pt idx="4467">
                  <c:v>8.0252198086478046</c:v>
                </c:pt>
                <c:pt idx="4468">
                  <c:v>8.0255693343735892</c:v>
                </c:pt>
                <c:pt idx="4469">
                  <c:v>8.0269040364636801</c:v>
                </c:pt>
                <c:pt idx="4470">
                  <c:v>8.026780191352195</c:v>
                </c:pt>
                <c:pt idx="4471">
                  <c:v>8.0253737116577017</c:v>
                </c:pt>
                <c:pt idx="4472">
                  <c:v>8.0252438713916145</c:v>
                </c:pt>
                <c:pt idx="4473">
                  <c:v>8.0250639346281769</c:v>
                </c:pt>
                <c:pt idx="4474">
                  <c:v>8.0273674701268831</c:v>
                </c:pt>
                <c:pt idx="4475">
                  <c:v>8.0258505317619999</c:v>
                </c:pt>
                <c:pt idx="4476">
                  <c:v>8.0254967355151319</c:v>
                </c:pt>
                <c:pt idx="4477">
                  <c:v>8.0262189463310474</c:v>
                </c:pt>
                <c:pt idx="4478">
                  <c:v>8.0254425327475047</c:v>
                </c:pt>
                <c:pt idx="4479">
                  <c:v>8.0233222190284561</c:v>
                </c:pt>
                <c:pt idx="4480">
                  <c:v>8.0242832505235491</c:v>
                </c:pt>
                <c:pt idx="4481">
                  <c:v>8.0256660781012599</c:v>
                </c:pt>
                <c:pt idx="4482">
                  <c:v>8.026173859483432</c:v>
                </c:pt>
                <c:pt idx="4483">
                  <c:v>8.0276652568472056</c:v>
                </c:pt>
                <c:pt idx="4484">
                  <c:v>8.0261948835872374</c:v>
                </c:pt>
                <c:pt idx="4485">
                  <c:v>8.0218892128279879</c:v>
                </c:pt>
                <c:pt idx="4486">
                  <c:v>8.0216448076212377</c:v>
                </c:pt>
                <c:pt idx="4487">
                  <c:v>8.0245416991746392</c:v>
                </c:pt>
                <c:pt idx="4488">
                  <c:v>8.0281571059007106</c:v>
                </c:pt>
                <c:pt idx="4489">
                  <c:v>8.0292210405288884</c:v>
                </c:pt>
                <c:pt idx="4490">
                  <c:v>8.0287306697326812</c:v>
                </c:pt>
                <c:pt idx="4491">
                  <c:v>8.0287102205067136</c:v>
                </c:pt>
                <c:pt idx="4492">
                  <c:v>8.0267625343900129</c:v>
                </c:pt>
                <c:pt idx="4493">
                  <c:v>8.0269619348745529</c:v>
                </c:pt>
                <c:pt idx="4494">
                  <c:v>8.0286376216482562</c:v>
                </c:pt>
                <c:pt idx="4495">
                  <c:v>8.0281786227569505</c:v>
                </c:pt>
                <c:pt idx="4496">
                  <c:v>8.0261971009731852</c:v>
                </c:pt>
                <c:pt idx="4497">
                  <c:v>8.0268505728247028</c:v>
                </c:pt>
                <c:pt idx="4498">
                  <c:v>8.027070833162238</c:v>
                </c:pt>
                <c:pt idx="4499">
                  <c:v>8.0270067753459529</c:v>
                </c:pt>
                <c:pt idx="4500">
                  <c:v>8.0263401634295573</c:v>
                </c:pt>
                <c:pt idx="4501">
                  <c:v>8.0311808812056018</c:v>
                </c:pt>
                <c:pt idx="4502">
                  <c:v>8.0371044224530852</c:v>
                </c:pt>
                <c:pt idx="4503">
                  <c:v>8.0384082453907109</c:v>
                </c:pt>
                <c:pt idx="4504">
                  <c:v>8.0358003531392441</c:v>
                </c:pt>
                <c:pt idx="4505">
                  <c:v>8.0320436907157227</c:v>
                </c:pt>
                <c:pt idx="4506">
                  <c:v>8.0288371863836083</c:v>
                </c:pt>
                <c:pt idx="4507">
                  <c:v>8.0293572044511965</c:v>
                </c:pt>
                <c:pt idx="4508">
                  <c:v>8.0299302755307362</c:v>
                </c:pt>
                <c:pt idx="4509">
                  <c:v>8.0291285673223012</c:v>
                </c:pt>
                <c:pt idx="4510">
                  <c:v>8.0278934833490734</c:v>
                </c:pt>
                <c:pt idx="4511">
                  <c:v>8.027281813328953</c:v>
                </c:pt>
                <c:pt idx="4512">
                  <c:v>8.0281052847698433</c:v>
                </c:pt>
                <c:pt idx="4513">
                  <c:v>8.0289605387426608</c:v>
                </c:pt>
                <c:pt idx="4514">
                  <c:v>8.031283045210035</c:v>
                </c:pt>
                <c:pt idx="4515">
                  <c:v>8.0317687348581277</c:v>
                </c:pt>
                <c:pt idx="4516">
                  <c:v>8.0298479037490242</c:v>
                </c:pt>
                <c:pt idx="4517">
                  <c:v>8.0292914220013962</c:v>
                </c:pt>
                <c:pt idx="4518">
                  <c:v>8.0275143924773129</c:v>
                </c:pt>
                <c:pt idx="4519">
                  <c:v>8.0253967888966447</c:v>
                </c:pt>
                <c:pt idx="4520">
                  <c:v>8.0240152753254215</c:v>
                </c:pt>
                <c:pt idx="4521">
                  <c:v>8.0236149960990435</c:v>
                </c:pt>
                <c:pt idx="4522">
                  <c:v>8.0250143308832591</c:v>
                </c:pt>
                <c:pt idx="4523">
                  <c:v>8.0253822526998722</c:v>
                </c:pt>
                <c:pt idx="4524">
                  <c:v>8.0253681271301271</c:v>
                </c:pt>
                <c:pt idx="4525">
                  <c:v>8.0245061388740613</c:v>
                </c:pt>
                <c:pt idx="4526">
                  <c:v>8.0252623496078517</c:v>
                </c:pt>
                <c:pt idx="4527">
                  <c:v>8.0254082864534144</c:v>
                </c:pt>
                <c:pt idx="4528">
                  <c:v>8.0263905063031249</c:v>
                </c:pt>
                <c:pt idx="4529">
                  <c:v>8.0264541534923826</c:v>
                </c:pt>
                <c:pt idx="4530">
                  <c:v>8.0243767092350016</c:v>
                </c:pt>
                <c:pt idx="4531">
                  <c:v>8.0225384141584204</c:v>
                </c:pt>
                <c:pt idx="4532">
                  <c:v>8.0229631667556358</c:v>
                </c:pt>
                <c:pt idx="4533">
                  <c:v>8.026111444175255</c:v>
                </c:pt>
                <c:pt idx="4534">
                  <c:v>8.0293391368619886</c:v>
                </c:pt>
                <c:pt idx="4535">
                  <c:v>8.0313810208187899</c:v>
                </c:pt>
                <c:pt idx="4536">
                  <c:v>8.0316102328255248</c:v>
                </c:pt>
                <c:pt idx="4537">
                  <c:v>8.0309628382540144</c:v>
                </c:pt>
                <c:pt idx="4538">
                  <c:v>8.0314668418675321</c:v>
                </c:pt>
                <c:pt idx="4539">
                  <c:v>8.0311614174844994</c:v>
                </c:pt>
                <c:pt idx="4540">
                  <c:v>8.0317735802570525</c:v>
                </c:pt>
                <c:pt idx="4541">
                  <c:v>8.0317059910483302</c:v>
                </c:pt>
                <c:pt idx="4542">
                  <c:v>8.0313912864944772</c:v>
                </c:pt>
                <c:pt idx="4543">
                  <c:v>8.0335866628341481</c:v>
                </c:pt>
                <c:pt idx="4544">
                  <c:v>8.0342030961277864</c:v>
                </c:pt>
                <c:pt idx="4545">
                  <c:v>8.0338171888473706</c:v>
                </c:pt>
                <c:pt idx="4546">
                  <c:v>8.0309162731490993</c:v>
                </c:pt>
                <c:pt idx="4547">
                  <c:v>8.0269501088161626</c:v>
                </c:pt>
                <c:pt idx="4548">
                  <c:v>8.0263135547981772</c:v>
                </c:pt>
                <c:pt idx="4549">
                  <c:v>8.028967273025911</c:v>
                </c:pt>
                <c:pt idx="4550">
                  <c:v>8.0308637950149873</c:v>
                </c:pt>
                <c:pt idx="4551">
                  <c:v>8.029117562517964</c:v>
                </c:pt>
                <c:pt idx="4552">
                  <c:v>8.0259947439740476</c:v>
                </c:pt>
                <c:pt idx="4553">
                  <c:v>8.0245701145649413</c:v>
                </c:pt>
                <c:pt idx="4554">
                  <c:v>8.022025623126515</c:v>
                </c:pt>
                <c:pt idx="4555">
                  <c:v>8.0209305629696548</c:v>
                </c:pt>
                <c:pt idx="4556">
                  <c:v>8.0244773949821369</c:v>
                </c:pt>
                <c:pt idx="4557">
                  <c:v>8.0278518457684882</c:v>
                </c:pt>
                <c:pt idx="4558">
                  <c:v>8.0270289492054374</c:v>
                </c:pt>
                <c:pt idx="4559">
                  <c:v>8.0256518704061097</c:v>
                </c:pt>
                <c:pt idx="4560">
                  <c:v>8.0265037572373021</c:v>
                </c:pt>
                <c:pt idx="4561">
                  <c:v>8.0263427914425325</c:v>
                </c:pt>
                <c:pt idx="4562">
                  <c:v>8.0266467375682673</c:v>
                </c:pt>
                <c:pt idx="4563">
                  <c:v>8.0271742290477555</c:v>
                </c:pt>
                <c:pt idx="4564">
                  <c:v>8.0267694329240751</c:v>
                </c:pt>
                <c:pt idx="4565">
                  <c:v>8.0239622223134734</c:v>
                </c:pt>
                <c:pt idx="4566">
                  <c:v>8.0244773128567317</c:v>
                </c:pt>
                <c:pt idx="4567">
                  <c:v>8.0260983041103771</c:v>
                </c:pt>
                <c:pt idx="4568">
                  <c:v>8.0253545764382217</c:v>
                </c:pt>
                <c:pt idx="4569">
                  <c:v>8.0231145238779611</c:v>
                </c:pt>
                <c:pt idx="4570">
                  <c:v>8.0235174311173161</c:v>
                </c:pt>
                <c:pt idx="4571">
                  <c:v>8.0245543464870863</c:v>
                </c:pt>
                <c:pt idx="4572">
                  <c:v>8.0255337740730095</c:v>
                </c:pt>
                <c:pt idx="4573">
                  <c:v>8.0249191475382915</c:v>
                </c:pt>
                <c:pt idx="4574">
                  <c:v>8.0243433663203714</c:v>
                </c:pt>
                <c:pt idx="4575">
                  <c:v>8.0247493121997291</c:v>
                </c:pt>
                <c:pt idx="4576">
                  <c:v>8.0239705169794284</c:v>
                </c:pt>
                <c:pt idx="4577">
                  <c:v>8.0247498870775669</c:v>
                </c:pt>
                <c:pt idx="4578">
                  <c:v>8.0276525274093533</c:v>
                </c:pt>
                <c:pt idx="4579">
                  <c:v>8.0282853036586861</c:v>
                </c:pt>
                <c:pt idx="4580">
                  <c:v>8.02602422699462</c:v>
                </c:pt>
                <c:pt idx="4581">
                  <c:v>8.0262274873732196</c:v>
                </c:pt>
                <c:pt idx="4582">
                  <c:v>8.0257592083110918</c:v>
                </c:pt>
                <c:pt idx="4583">
                  <c:v>8.0250450457849141</c:v>
                </c:pt>
                <c:pt idx="4584">
                  <c:v>8.0274183878782903</c:v>
                </c:pt>
                <c:pt idx="4585">
                  <c:v>8.0303727672155389</c:v>
                </c:pt>
                <c:pt idx="4586">
                  <c:v>8.0329785242064631</c:v>
                </c:pt>
                <c:pt idx="4587">
                  <c:v>8.0361254876195947</c:v>
                </c:pt>
                <c:pt idx="4588">
                  <c:v>8.037437440972365</c:v>
                </c:pt>
                <c:pt idx="4589">
                  <c:v>8.0359060485361145</c:v>
                </c:pt>
                <c:pt idx="4590">
                  <c:v>8.0338801790333836</c:v>
                </c:pt>
                <c:pt idx="4591">
                  <c:v>8.0341255697450009</c:v>
                </c:pt>
                <c:pt idx="4592">
                  <c:v>8.0320972364801051</c:v>
                </c:pt>
                <c:pt idx="4593">
                  <c:v>8.0284358395269582</c:v>
                </c:pt>
                <c:pt idx="4594">
                  <c:v>8.0252817312035472</c:v>
                </c:pt>
                <c:pt idx="4595">
                  <c:v>8.0267679546667754</c:v>
                </c:pt>
                <c:pt idx="4596">
                  <c:v>8.0307084137477922</c:v>
                </c:pt>
                <c:pt idx="4597">
                  <c:v>8.0327434812959382</c:v>
                </c:pt>
                <c:pt idx="4598">
                  <c:v>8.0340814684022508</c:v>
                </c:pt>
                <c:pt idx="4599">
                  <c:v>8.0357272615283541</c:v>
                </c:pt>
                <c:pt idx="4600">
                  <c:v>8.0353112142241194</c:v>
                </c:pt>
                <c:pt idx="4601">
                  <c:v>8.0352527409354089</c:v>
                </c:pt>
                <c:pt idx="4602">
                  <c:v>8.0366832833737121</c:v>
                </c:pt>
                <c:pt idx="4603">
                  <c:v>8.0387918531597755</c:v>
                </c:pt>
                <c:pt idx="4604">
                  <c:v>8.0380002463762157</c:v>
                </c:pt>
                <c:pt idx="4605">
                  <c:v>8.034360694780931</c:v>
                </c:pt>
                <c:pt idx="4606">
                  <c:v>8.0337008992731906</c:v>
                </c:pt>
                <c:pt idx="4607">
                  <c:v>8.036835297499282</c:v>
                </c:pt>
                <c:pt idx="4608">
                  <c:v>8.0439136040734205</c:v>
                </c:pt>
                <c:pt idx="4609">
                  <c:v>8.0490279637005706</c:v>
                </c:pt>
                <c:pt idx="4610">
                  <c:v>8.0510212294173211</c:v>
                </c:pt>
                <c:pt idx="4611">
                  <c:v>8.0507533363445987</c:v>
                </c:pt>
                <c:pt idx="4612">
                  <c:v>8.0466881287726366</c:v>
                </c:pt>
                <c:pt idx="4613">
                  <c:v>8.0461306615201416</c:v>
                </c:pt>
                <c:pt idx="4614">
                  <c:v>8.0487664764094777</c:v>
                </c:pt>
                <c:pt idx="4615">
                  <c:v>8.0476524452839477</c:v>
                </c:pt>
                <c:pt idx="4616">
                  <c:v>8.0469326982301972</c:v>
                </c:pt>
                <c:pt idx="4617">
                  <c:v>8.0511372726152839</c:v>
                </c:pt>
                <c:pt idx="4618">
                  <c:v>8.0554776824210563</c:v>
                </c:pt>
                <c:pt idx="4619">
                  <c:v>8.0554388371042585</c:v>
                </c:pt>
                <c:pt idx="4620">
                  <c:v>8.0543579025171432</c:v>
                </c:pt>
                <c:pt idx="4621">
                  <c:v>8.0556224695109435</c:v>
                </c:pt>
                <c:pt idx="4622">
                  <c:v>8.05336845563175</c:v>
                </c:pt>
                <c:pt idx="4623">
                  <c:v>8.0502982794727558</c:v>
                </c:pt>
                <c:pt idx="4624">
                  <c:v>8.0510153163881242</c:v>
                </c:pt>
                <c:pt idx="4625">
                  <c:v>8.0517172422288841</c:v>
                </c:pt>
                <c:pt idx="4626">
                  <c:v>8.0517167494764497</c:v>
                </c:pt>
                <c:pt idx="4627">
                  <c:v>8.0505332402578738</c:v>
                </c:pt>
                <c:pt idx="4628">
                  <c:v>8.0466319549952772</c:v>
                </c:pt>
                <c:pt idx="4629">
                  <c:v>8.0451996057980537</c:v>
                </c:pt>
                <c:pt idx="4630">
                  <c:v>8.0474818708167373</c:v>
                </c:pt>
                <c:pt idx="4631">
                  <c:v>8.0488685582885058</c:v>
                </c:pt>
                <c:pt idx="4632">
                  <c:v>8.0507263170861911</c:v>
                </c:pt>
                <c:pt idx="4633">
                  <c:v>8.0506146265347187</c:v>
                </c:pt>
                <c:pt idx="4634">
                  <c:v>8.049250112922433</c:v>
                </c:pt>
                <c:pt idx="4635">
                  <c:v>8.0495041268016259</c:v>
                </c:pt>
                <c:pt idx="4636">
                  <c:v>8.0497263581488934</c:v>
                </c:pt>
                <c:pt idx="4637">
                  <c:v>8.0497935367305882</c:v>
                </c:pt>
                <c:pt idx="4638">
                  <c:v>8.0500717776044013</c:v>
                </c:pt>
                <c:pt idx="4639">
                  <c:v>8.0504850326448487</c:v>
                </c:pt>
                <c:pt idx="4640">
                  <c:v>8.0488922104052882</c:v>
                </c:pt>
                <c:pt idx="4641">
                  <c:v>8.0481956227158875</c:v>
                </c:pt>
                <c:pt idx="4642">
                  <c:v>8.0508308627273841</c:v>
                </c:pt>
                <c:pt idx="4643">
                  <c:v>8.0517076335564415</c:v>
                </c:pt>
                <c:pt idx="4644">
                  <c:v>8.0503879604155539</c:v>
                </c:pt>
                <c:pt idx="4645">
                  <c:v>8.0465648585389893</c:v>
                </c:pt>
                <c:pt idx="4646">
                  <c:v>8.0410422535211268</c:v>
                </c:pt>
                <c:pt idx="4647">
                  <c:v>8.0399578696669813</c:v>
                </c:pt>
                <c:pt idx="4648">
                  <c:v>8.0399905555783686</c:v>
                </c:pt>
                <c:pt idx="4649">
                  <c:v>8.0404346897712813</c:v>
                </c:pt>
                <c:pt idx="4650">
                  <c:v>8.0444285303658685</c:v>
                </c:pt>
                <c:pt idx="4651">
                  <c:v>8.0453538373095714</c:v>
                </c:pt>
                <c:pt idx="4652">
                  <c:v>8.04723483759701</c:v>
                </c:pt>
                <c:pt idx="4653">
                  <c:v>8.0484199893236976</c:v>
                </c:pt>
                <c:pt idx="4654">
                  <c:v>8.0456730587607268</c:v>
                </c:pt>
                <c:pt idx="4655">
                  <c:v>8.0424851147702547</c:v>
                </c:pt>
                <c:pt idx="4656">
                  <c:v>8.0401594875374691</c:v>
                </c:pt>
                <c:pt idx="4657">
                  <c:v>8.0380458259762655</c:v>
                </c:pt>
                <c:pt idx="4658">
                  <c:v>8.0356588510655769</c:v>
                </c:pt>
                <c:pt idx="4659">
                  <c:v>8.0343066562641159</c:v>
                </c:pt>
                <c:pt idx="4660">
                  <c:v>8.0342083521537386</c:v>
                </c:pt>
                <c:pt idx="4661">
                  <c:v>8.0334527984231929</c:v>
                </c:pt>
                <c:pt idx="4662">
                  <c:v>8.035931425286412</c:v>
                </c:pt>
                <c:pt idx="4663">
                  <c:v>8.037893401223668</c:v>
                </c:pt>
                <c:pt idx="4664">
                  <c:v>8.0372685090132627</c:v>
                </c:pt>
                <c:pt idx="4665">
                  <c:v>8.0362899026813945</c:v>
                </c:pt>
                <c:pt idx="4666">
                  <c:v>8.0361530817558418</c:v>
                </c:pt>
                <c:pt idx="4667">
                  <c:v>8.037784667186795</c:v>
                </c:pt>
                <c:pt idx="4668">
                  <c:v>8.0396749476450537</c:v>
                </c:pt>
                <c:pt idx="4669">
                  <c:v>8.0396662423520713</c:v>
                </c:pt>
                <c:pt idx="4670">
                  <c:v>8.0391459779082659</c:v>
                </c:pt>
                <c:pt idx="4671">
                  <c:v>8.0402393134316092</c:v>
                </c:pt>
                <c:pt idx="4672">
                  <c:v>8.0410779780725168</c:v>
                </c:pt>
                <c:pt idx="4673">
                  <c:v>8.0409815628464667</c:v>
                </c:pt>
                <c:pt idx="4674">
                  <c:v>8.039784749312199</c:v>
                </c:pt>
                <c:pt idx="4675">
                  <c:v>8.0373069437030349</c:v>
                </c:pt>
                <c:pt idx="4676">
                  <c:v>8.0363818010101422</c:v>
                </c:pt>
                <c:pt idx="4677">
                  <c:v>8.0353293639387342</c:v>
                </c:pt>
                <c:pt idx="4678">
                  <c:v>8.035151480310434</c:v>
                </c:pt>
                <c:pt idx="4679">
                  <c:v>8.035506179936764</c:v>
                </c:pt>
                <c:pt idx="4680">
                  <c:v>8.0359566377858993</c:v>
                </c:pt>
                <c:pt idx="4681">
                  <c:v>8.0350480844249166</c:v>
                </c:pt>
                <c:pt idx="4682">
                  <c:v>8.0350081714778465</c:v>
                </c:pt>
                <c:pt idx="4683">
                  <c:v>8.037056132714655</c:v>
                </c:pt>
                <c:pt idx="4684">
                  <c:v>8.037551102533568</c:v>
                </c:pt>
                <c:pt idx="4685">
                  <c:v>8.0379745411242975</c:v>
                </c:pt>
                <c:pt idx="4686">
                  <c:v>8.038297950971133</c:v>
                </c:pt>
                <c:pt idx="4687">
                  <c:v>8.0394934504989113</c:v>
                </c:pt>
                <c:pt idx="4688">
                  <c:v>8.0398768940171639</c:v>
                </c:pt>
                <c:pt idx="4689">
                  <c:v>8.0390709152876436</c:v>
                </c:pt>
                <c:pt idx="4690">
                  <c:v>8.0386820514926285</c:v>
                </c:pt>
                <c:pt idx="4691">
                  <c:v>8.0374667597421254</c:v>
                </c:pt>
                <c:pt idx="4692">
                  <c:v>8.0353784749312194</c:v>
                </c:pt>
                <c:pt idx="4693">
                  <c:v>8.0347781382170567</c:v>
                </c:pt>
                <c:pt idx="4694">
                  <c:v>8.036701515213732</c:v>
                </c:pt>
                <c:pt idx="4695">
                  <c:v>8.0350529298238413</c:v>
                </c:pt>
                <c:pt idx="4696">
                  <c:v>8.0325667474233153</c:v>
                </c:pt>
                <c:pt idx="4697">
                  <c:v>8.0345222354535384</c:v>
                </c:pt>
                <c:pt idx="4698">
                  <c:v>8.0353601609657943</c:v>
                </c:pt>
                <c:pt idx="4699">
                  <c:v>8.0354753007842969</c:v>
                </c:pt>
                <c:pt idx="4700">
                  <c:v>8.0364359216523624</c:v>
                </c:pt>
                <c:pt idx="4701">
                  <c:v>8.0348294665954914</c:v>
                </c:pt>
                <c:pt idx="4702">
                  <c:v>8.0349727754280789</c:v>
                </c:pt>
                <c:pt idx="4703">
                  <c:v>8.034515090543259</c:v>
                </c:pt>
                <c:pt idx="4704">
                  <c:v>8.033532460066521</c:v>
                </c:pt>
                <c:pt idx="4705">
                  <c:v>8.0350664805157468</c:v>
                </c:pt>
                <c:pt idx="4706">
                  <c:v>8.0375834599433329</c:v>
                </c:pt>
                <c:pt idx="4707">
                  <c:v>8.0398939761015065</c:v>
                </c:pt>
                <c:pt idx="4708">
                  <c:v>8.0426749887077573</c:v>
                </c:pt>
                <c:pt idx="4709">
                  <c:v>8.0437523097770303</c:v>
                </c:pt>
                <c:pt idx="4710">
                  <c:v>8.0414855664599845</c:v>
                </c:pt>
                <c:pt idx="4711">
                  <c:v>8.0382425163224251</c:v>
                </c:pt>
                <c:pt idx="4712">
                  <c:v>8.0352616926046068</c:v>
                </c:pt>
                <c:pt idx="4713">
                  <c:v>8.0344987475875662</c:v>
                </c:pt>
                <c:pt idx="4714">
                  <c:v>8.0348602636225515</c:v>
                </c:pt>
                <c:pt idx="4715">
                  <c:v>8.0387552252289254</c:v>
                </c:pt>
                <c:pt idx="4716">
                  <c:v>8.0404869215291743</c:v>
                </c:pt>
                <c:pt idx="4717">
                  <c:v>8.0401628546790942</c:v>
                </c:pt>
                <c:pt idx="4718">
                  <c:v>8.0391388329979883</c:v>
                </c:pt>
                <c:pt idx="4719">
                  <c:v>8.0387830657413879</c:v>
                </c:pt>
                <c:pt idx="4720">
                  <c:v>8.0366467375682671</c:v>
                </c:pt>
                <c:pt idx="4721">
                  <c:v>8.0349628382540139</c:v>
                </c:pt>
                <c:pt idx="4722">
                  <c:v>8.0333532624317332</c:v>
                </c:pt>
                <c:pt idx="4723">
                  <c:v>8.0336453003736708</c:v>
                </c:pt>
                <c:pt idx="4724">
                  <c:v>8.0330937461503709</c:v>
                </c:pt>
                <c:pt idx="4725">
                  <c:v>8.034946248922104</c:v>
                </c:pt>
                <c:pt idx="4726">
                  <c:v>8.0362687964521822</c:v>
                </c:pt>
                <c:pt idx="4727">
                  <c:v>8.0323650474274224</c:v>
                </c:pt>
                <c:pt idx="4728">
                  <c:v>8.0308629737609323</c:v>
                </c:pt>
                <c:pt idx="4729">
                  <c:v>8.0321615406726075</c:v>
                </c:pt>
                <c:pt idx="4730">
                  <c:v>8.0366464090666447</c:v>
                </c:pt>
                <c:pt idx="4731">
                  <c:v>8.0416332279390623</c:v>
                </c:pt>
                <c:pt idx="4732">
                  <c:v>8.0422715065905646</c:v>
                </c:pt>
                <c:pt idx="4733">
                  <c:v>8.0387583459943333</c:v>
                </c:pt>
                <c:pt idx="4734">
                  <c:v>8.0346820514926289</c:v>
                </c:pt>
                <c:pt idx="4735">
                  <c:v>8.0342691249538039</c:v>
                </c:pt>
                <c:pt idx="4736">
                  <c:v>8.0353654991171517</c:v>
                </c:pt>
                <c:pt idx="4737">
                  <c:v>8.0363780232414896</c:v>
                </c:pt>
                <c:pt idx="4738">
                  <c:v>8.0348959881739415</c:v>
                </c:pt>
                <c:pt idx="4739">
                  <c:v>8.0329525725783277</c:v>
                </c:pt>
                <c:pt idx="4740">
                  <c:v>8.0312687553894797</c:v>
                </c:pt>
                <c:pt idx="4741">
                  <c:v>8.0308130415143921</c:v>
                </c:pt>
                <c:pt idx="4742">
                  <c:v>8.0318980823717823</c:v>
                </c:pt>
                <c:pt idx="4743">
                  <c:v>8.0335469141378884</c:v>
                </c:pt>
                <c:pt idx="4744">
                  <c:v>8.0366335153779822</c:v>
                </c:pt>
                <c:pt idx="4745">
                  <c:v>8.0412389438672847</c:v>
                </c:pt>
                <c:pt idx="4746">
                  <c:v>8.044163265306123</c:v>
                </c:pt>
                <c:pt idx="4747">
                  <c:v>8.0457748942635412</c:v>
                </c:pt>
                <c:pt idx="4748">
                  <c:v>8.0450813452141414</c:v>
                </c:pt>
                <c:pt idx="4749">
                  <c:v>8.0457509957705415</c:v>
                </c:pt>
                <c:pt idx="4750">
                  <c:v>8.045424218782081</c:v>
                </c:pt>
                <c:pt idx="4751">
                  <c:v>8.0446395926579886</c:v>
                </c:pt>
                <c:pt idx="4752">
                  <c:v>8.0465102451443347</c:v>
                </c:pt>
                <c:pt idx="4753">
                  <c:v>8.048479201741058</c:v>
                </c:pt>
                <c:pt idx="4754">
                  <c:v>8.0498718843674286</c:v>
                </c:pt>
                <c:pt idx="4755">
                  <c:v>8.0503970763355639</c:v>
                </c:pt>
                <c:pt idx="4756">
                  <c:v>8.0470634418757445</c:v>
                </c:pt>
                <c:pt idx="4757">
                  <c:v>8.0428486018149723</c:v>
                </c:pt>
                <c:pt idx="4758">
                  <c:v>8.0400218453578614</c:v>
                </c:pt>
                <c:pt idx="4759">
                  <c:v>8.0394518129183261</c:v>
                </c:pt>
                <c:pt idx="4760">
                  <c:v>8.0427288629737603</c:v>
                </c:pt>
                <c:pt idx="4761">
                  <c:v>8.0469511764464343</c:v>
                </c:pt>
                <c:pt idx="4762">
                  <c:v>8.049840676713341</c:v>
                </c:pt>
                <c:pt idx="4763">
                  <c:v>8.0507866792592289</c:v>
                </c:pt>
                <c:pt idx="4764">
                  <c:v>8.0498064304192507</c:v>
                </c:pt>
                <c:pt idx="4765">
                  <c:v>8.0501975116002136</c:v>
                </c:pt>
                <c:pt idx="4766">
                  <c:v>8.0533457890198328</c:v>
                </c:pt>
                <c:pt idx="4767">
                  <c:v>8.0550568718433055</c:v>
                </c:pt>
                <c:pt idx="4768">
                  <c:v>8.0527331334948471</c:v>
                </c:pt>
                <c:pt idx="4769">
                  <c:v>8.051476286289164</c:v>
                </c:pt>
                <c:pt idx="4770">
                  <c:v>8.0540899273190156</c:v>
                </c:pt>
                <c:pt idx="4771">
                  <c:v>8.0559771691372735</c:v>
                </c:pt>
                <c:pt idx="4772">
                  <c:v>8.0563620087874188</c:v>
                </c:pt>
                <c:pt idx="4773">
                  <c:v>8.0554478708988633</c:v>
                </c:pt>
                <c:pt idx="4774">
                  <c:v>8.0551888473699336</c:v>
                </c:pt>
                <c:pt idx="4775">
                  <c:v>8.0577614256970396</c:v>
                </c:pt>
                <c:pt idx="4776">
                  <c:v>8.0584614626534723</c:v>
                </c:pt>
                <c:pt idx="4777">
                  <c:v>8.0589870652486351</c:v>
                </c:pt>
                <c:pt idx="4778">
                  <c:v>8.0593002915451901</c:v>
                </c:pt>
                <c:pt idx="4779">
                  <c:v>8.059153861947193</c:v>
                </c:pt>
                <c:pt idx="4780">
                  <c:v>8.0571427750174518</c:v>
                </c:pt>
                <c:pt idx="4781">
                  <c:v>8.0544231100891057</c:v>
                </c:pt>
                <c:pt idx="4782">
                  <c:v>8.0528753746971624</c:v>
                </c:pt>
                <c:pt idx="4783">
                  <c:v>8.0546288342298684</c:v>
                </c:pt>
                <c:pt idx="4784">
                  <c:v>8.0561984149796739</c:v>
                </c:pt>
                <c:pt idx="4785">
                  <c:v>8.0566400032850165</c:v>
                </c:pt>
                <c:pt idx="4786">
                  <c:v>8.056915287644232</c:v>
                </c:pt>
                <c:pt idx="4787">
                  <c:v>8.0559987681189185</c:v>
                </c:pt>
                <c:pt idx="4788">
                  <c:v>8.0546217714449959</c:v>
                </c:pt>
                <c:pt idx="4789">
                  <c:v>8.0513860304685263</c:v>
                </c:pt>
                <c:pt idx="4790">
                  <c:v>8.0505423561778837</c:v>
                </c:pt>
                <c:pt idx="4791">
                  <c:v>8.0505021147291913</c:v>
                </c:pt>
                <c:pt idx="4792">
                  <c:v>8.0487711575575904</c:v>
                </c:pt>
                <c:pt idx="4793">
                  <c:v>8.0475335276967925</c:v>
                </c:pt>
                <c:pt idx="4794">
                  <c:v>8.0478880630723122</c:v>
                </c:pt>
                <c:pt idx="4795">
                  <c:v>8.0527649981521776</c:v>
                </c:pt>
                <c:pt idx="4796">
                  <c:v>8.056373752720404</c:v>
                </c:pt>
                <c:pt idx="4797">
                  <c:v>8.0560054202767635</c:v>
                </c:pt>
                <c:pt idx="4798">
                  <c:v>8.0523892744220422</c:v>
                </c:pt>
                <c:pt idx="4799">
                  <c:v>8.0478532419003823</c:v>
                </c:pt>
                <c:pt idx="4800">
                  <c:v>8.0425668295487203</c:v>
                </c:pt>
                <c:pt idx="4801">
                  <c:v>8.0422116371699577</c:v>
                </c:pt>
                <c:pt idx="4802">
                  <c:v>8.0460426230854516</c:v>
                </c:pt>
                <c:pt idx="4803">
                  <c:v>8.0489259639469477</c:v>
                </c:pt>
                <c:pt idx="4804">
                  <c:v>8.0484264772307306</c:v>
                </c:pt>
                <c:pt idx="4805">
                  <c:v>8.0473843058350099</c:v>
                </c:pt>
                <c:pt idx="4806">
                  <c:v>8.046121052847699</c:v>
                </c:pt>
                <c:pt idx="4807">
                  <c:v>8.0451745575493785</c:v>
                </c:pt>
                <c:pt idx="4808">
                  <c:v>8.046484786268632</c:v>
                </c:pt>
                <c:pt idx="4809">
                  <c:v>8.0479856280540378</c:v>
                </c:pt>
                <c:pt idx="4810">
                  <c:v>8.0467430706689118</c:v>
                </c:pt>
                <c:pt idx="4811">
                  <c:v>8.0436311748039255</c:v>
                </c:pt>
                <c:pt idx="4812">
                  <c:v>8.0424938200632372</c:v>
                </c:pt>
                <c:pt idx="4813">
                  <c:v>8.0412972529051867</c:v>
                </c:pt>
                <c:pt idx="4814">
                  <c:v>8.0397752227651615</c:v>
                </c:pt>
                <c:pt idx="4815">
                  <c:v>8.040174352235864</c:v>
                </c:pt>
                <c:pt idx="4816">
                  <c:v>8.0437024596558953</c:v>
                </c:pt>
                <c:pt idx="4817">
                  <c:v>8.0453945715106965</c:v>
                </c:pt>
                <c:pt idx="4818">
                  <c:v>8.0470643452552046</c:v>
                </c:pt>
                <c:pt idx="4819">
                  <c:v>8.0489091282388205</c:v>
                </c:pt>
                <c:pt idx="4820">
                  <c:v>8.045552005913029</c:v>
                </c:pt>
                <c:pt idx="4821">
                  <c:v>8.0436148318482328</c:v>
                </c:pt>
                <c:pt idx="4822">
                  <c:v>8.0458243337576487</c:v>
                </c:pt>
                <c:pt idx="4823">
                  <c:v>8.0455680203671012</c:v>
                </c:pt>
                <c:pt idx="4824">
                  <c:v>8.0459520387631915</c:v>
                </c:pt>
                <c:pt idx="4825">
                  <c:v>8.0436147497228276</c:v>
                </c:pt>
                <c:pt idx="4826">
                  <c:v>8.0393016055516782</c:v>
                </c:pt>
                <c:pt idx="4827">
                  <c:v>8.0373039050630304</c:v>
                </c:pt>
                <c:pt idx="4828">
                  <c:v>8.037965671580503</c:v>
                </c:pt>
                <c:pt idx="4829">
                  <c:v>8.0403977333388088</c:v>
                </c:pt>
                <c:pt idx="4830">
                  <c:v>8.0425439986859928</c:v>
                </c:pt>
                <c:pt idx="4831">
                  <c:v>8.040942799655074</c:v>
                </c:pt>
                <c:pt idx="4832">
                  <c:v>8.0354118178458513</c:v>
                </c:pt>
                <c:pt idx="4833">
                  <c:v>8.0333759290436504</c:v>
                </c:pt>
                <c:pt idx="4834">
                  <c:v>8.0374862234632278</c:v>
                </c:pt>
                <c:pt idx="4835">
                  <c:v>8.0407878290149064</c:v>
                </c:pt>
                <c:pt idx="4836">
                  <c:v>8.0409020654539489</c:v>
                </c:pt>
                <c:pt idx="4837">
                  <c:v>8.041211842483472</c:v>
                </c:pt>
                <c:pt idx="4838">
                  <c:v>8.0423544532501126</c:v>
                </c:pt>
                <c:pt idx="4839">
                  <c:v>8.0414146101096371</c:v>
                </c:pt>
                <c:pt idx="4840">
                  <c:v>8.0407844618732813</c:v>
                </c:pt>
                <c:pt idx="4841">
                  <c:v>8.04251435141461</c:v>
                </c:pt>
                <c:pt idx="4842">
                  <c:v>8.0440919804541533</c:v>
                </c:pt>
                <c:pt idx="4843">
                  <c:v>8.0430041473329776</c:v>
                </c:pt>
                <c:pt idx="4844">
                  <c:v>8.0410751858087295</c:v>
                </c:pt>
                <c:pt idx="4845">
                  <c:v>8.0400046811481136</c:v>
                </c:pt>
                <c:pt idx="4846">
                  <c:v>8.0391646203753133</c:v>
                </c:pt>
                <c:pt idx="4847">
                  <c:v>8.0399903913275566</c:v>
                </c:pt>
                <c:pt idx="4848">
                  <c:v>8.0396747833942435</c:v>
                </c:pt>
                <c:pt idx="4849">
                  <c:v>8.0386069067466028</c:v>
                </c:pt>
                <c:pt idx="4850">
                  <c:v>8.0380976471071328</c:v>
                </c:pt>
                <c:pt idx="4851">
                  <c:v>8.0377332566829551</c:v>
                </c:pt>
                <c:pt idx="4852">
                  <c:v>8.0377330103067379</c:v>
                </c:pt>
                <c:pt idx="4853">
                  <c:v>8.0374149386112599</c:v>
                </c:pt>
                <c:pt idx="4854">
                  <c:v>8.0381672894509908</c:v>
                </c:pt>
                <c:pt idx="4855">
                  <c:v>8.0410673838952071</c:v>
                </c:pt>
                <c:pt idx="4856">
                  <c:v>8.043099905555783</c:v>
                </c:pt>
                <c:pt idx="4857">
                  <c:v>8.0429106886215251</c:v>
                </c:pt>
                <c:pt idx="4858">
                  <c:v>8.0419050630312494</c:v>
                </c:pt>
                <c:pt idx="4859">
                  <c:v>8.0412291709440318</c:v>
                </c:pt>
                <c:pt idx="4860">
                  <c:v>8.0409074036053045</c:v>
                </c:pt>
                <c:pt idx="4861">
                  <c:v>8.0396298607974384</c:v>
                </c:pt>
                <c:pt idx="4862">
                  <c:v>8.0439235412474854</c:v>
                </c:pt>
                <c:pt idx="4863">
                  <c:v>8.0463824580133867</c:v>
                </c:pt>
                <c:pt idx="4864">
                  <c:v>8.044031043403276</c:v>
                </c:pt>
                <c:pt idx="4865">
                  <c:v>8.0398218699954835</c:v>
                </c:pt>
                <c:pt idx="4866">
                  <c:v>8.0365911386687472</c:v>
                </c:pt>
                <c:pt idx="4867">
                  <c:v>8.036400771978812</c:v>
                </c:pt>
                <c:pt idx="4868">
                  <c:v>8.0404373177842565</c:v>
                </c:pt>
                <c:pt idx="4869">
                  <c:v>8.0435512667843803</c:v>
                </c:pt>
                <c:pt idx="4870">
                  <c:v>8.0423691536976971</c:v>
                </c:pt>
                <c:pt idx="4871">
                  <c:v>8.0389470701761585</c:v>
                </c:pt>
                <c:pt idx="4872">
                  <c:v>8.0346504332115138</c:v>
                </c:pt>
                <c:pt idx="4873">
                  <c:v>8.0332431322629656</c:v>
                </c:pt>
                <c:pt idx="4874">
                  <c:v>8.0322276516240301</c:v>
                </c:pt>
                <c:pt idx="4875">
                  <c:v>8.0329945386605353</c:v>
                </c:pt>
                <c:pt idx="4876">
                  <c:v>8.033113866874718</c:v>
                </c:pt>
                <c:pt idx="4877">
                  <c:v>8.0353583542068741</c:v>
                </c:pt>
                <c:pt idx="4878">
                  <c:v>8.0381096374163352</c:v>
                </c:pt>
                <c:pt idx="4879">
                  <c:v>8.0364559602513044</c:v>
                </c:pt>
                <c:pt idx="4880">
                  <c:v>8.0333477600295655</c:v>
                </c:pt>
                <c:pt idx="4881">
                  <c:v>8.0330909538865853</c:v>
                </c:pt>
                <c:pt idx="4882">
                  <c:v>8.032662095019095</c:v>
                </c:pt>
                <c:pt idx="4883">
                  <c:v>8.0313053011949247</c:v>
                </c:pt>
                <c:pt idx="4884">
                  <c:v>8.0311988666694045</c:v>
                </c:pt>
                <c:pt idx="4885">
                  <c:v>8.0302708495873194</c:v>
                </c:pt>
                <c:pt idx="4886">
                  <c:v>8.0295314745616562</c:v>
                </c:pt>
                <c:pt idx="4887">
                  <c:v>8.0301695889623463</c:v>
                </c:pt>
                <c:pt idx="4888">
                  <c:v>8.0300176569621815</c:v>
                </c:pt>
                <c:pt idx="4889">
                  <c:v>8.0317952613641026</c:v>
                </c:pt>
                <c:pt idx="4890">
                  <c:v>8.0336963002504831</c:v>
                </c:pt>
                <c:pt idx="4891">
                  <c:v>8.033702788157516</c:v>
                </c:pt>
                <c:pt idx="4892">
                  <c:v>8.0294748080318641</c:v>
                </c:pt>
                <c:pt idx="4893">
                  <c:v>8.0268817804787904</c:v>
                </c:pt>
                <c:pt idx="4894">
                  <c:v>8.0288251139490008</c:v>
                </c:pt>
                <c:pt idx="4895">
                  <c:v>8.0293420933765862</c:v>
                </c:pt>
                <c:pt idx="4896">
                  <c:v>8.0288146018970963</c:v>
                </c:pt>
                <c:pt idx="4897">
                  <c:v>8.0280924732065859</c:v>
                </c:pt>
                <c:pt idx="4898">
                  <c:v>8.0243844290231188</c:v>
                </c:pt>
                <c:pt idx="4899">
                  <c:v>8.0223389315484752</c:v>
                </c:pt>
                <c:pt idx="4900">
                  <c:v>8.0248146840225019</c:v>
                </c:pt>
                <c:pt idx="4901">
                  <c:v>8.0292339342175509</c:v>
                </c:pt>
                <c:pt idx="4902">
                  <c:v>8.0337747300127287</c:v>
                </c:pt>
                <c:pt idx="4903">
                  <c:v>8.033738512708906</c:v>
                </c:pt>
                <c:pt idx="4904">
                  <c:v>8.0319845604237674</c:v>
                </c:pt>
                <c:pt idx="4905">
                  <c:v>8.0306410709152871</c:v>
                </c:pt>
                <c:pt idx="4906">
                  <c:v>8.0309185726604522</c:v>
                </c:pt>
                <c:pt idx="4907">
                  <c:v>8.0324516897302178</c:v>
                </c:pt>
                <c:pt idx="4908">
                  <c:v>8.034264361680286</c:v>
                </c:pt>
                <c:pt idx="4909">
                  <c:v>8.0321768159980298</c:v>
                </c:pt>
                <c:pt idx="4910">
                  <c:v>8.0295939719952365</c:v>
                </c:pt>
                <c:pt idx="4911">
                  <c:v>8.0294726727713215</c:v>
                </c:pt>
                <c:pt idx="4912">
                  <c:v>8.027696382375888</c:v>
                </c:pt>
                <c:pt idx="4913">
                  <c:v>8.0249197224161293</c:v>
                </c:pt>
                <c:pt idx="4914">
                  <c:v>8.0250365047427419</c:v>
                </c:pt>
                <c:pt idx="4915">
                  <c:v>8.0267033219726525</c:v>
                </c:pt>
                <c:pt idx="4916">
                  <c:v>8.0275358272081476</c:v>
                </c:pt>
                <c:pt idx="4917">
                  <c:v>8.0305728247033219</c:v>
                </c:pt>
                <c:pt idx="4918">
                  <c:v>8.031931014659385</c:v>
                </c:pt>
                <c:pt idx="4919">
                  <c:v>8.0301640865601769</c:v>
                </c:pt>
                <c:pt idx="4920">
                  <c:v>8.030037859811932</c:v>
                </c:pt>
                <c:pt idx="4921">
                  <c:v>8.0298393627068538</c:v>
                </c:pt>
                <c:pt idx="4922">
                  <c:v>8.0299104833080115</c:v>
                </c:pt>
                <c:pt idx="4923">
                  <c:v>8.0286300661109511</c:v>
                </c:pt>
                <c:pt idx="4924">
                  <c:v>8.0262639510532576</c:v>
                </c:pt>
                <c:pt idx="4925">
                  <c:v>8.0219970434854027</c:v>
                </c:pt>
                <c:pt idx="4926">
                  <c:v>8.0207178581694247</c:v>
                </c:pt>
                <c:pt idx="4927">
                  <c:v>8.0240636471892586</c:v>
                </c:pt>
                <c:pt idx="4928">
                  <c:v>8.0254398226091244</c:v>
                </c:pt>
                <c:pt idx="4929">
                  <c:v>8.0236879234591214</c:v>
                </c:pt>
                <c:pt idx="4930">
                  <c:v>8.0236389767174483</c:v>
                </c:pt>
                <c:pt idx="4931">
                  <c:v>8.0253824990760894</c:v>
                </c:pt>
                <c:pt idx="4932">
                  <c:v>8.0275189093746153</c:v>
                </c:pt>
                <c:pt idx="4933">
                  <c:v>8.0281758304931632</c:v>
                </c:pt>
                <c:pt idx="4934">
                  <c:v>8.0286508438385411</c:v>
                </c:pt>
                <c:pt idx="4935">
                  <c:v>8.0280349032973355</c:v>
                </c:pt>
                <c:pt idx="4936">
                  <c:v>8.0263474725906452</c:v>
                </c:pt>
                <c:pt idx="4937">
                  <c:v>8.0260528066357324</c:v>
                </c:pt>
                <c:pt idx="4938">
                  <c:v>8.0258029811522196</c:v>
                </c:pt>
                <c:pt idx="4939">
                  <c:v>8.0246976553196738</c:v>
                </c:pt>
                <c:pt idx="4940">
                  <c:v>8.0250553935860065</c:v>
                </c:pt>
                <c:pt idx="4941">
                  <c:v>8.0250784708249494</c:v>
                </c:pt>
                <c:pt idx="4942">
                  <c:v>8.0234353057118213</c:v>
                </c:pt>
                <c:pt idx="4943">
                  <c:v>8.0229652198907733</c:v>
                </c:pt>
                <c:pt idx="4944">
                  <c:v>8.0243906705539363</c:v>
                </c:pt>
                <c:pt idx="4945">
                  <c:v>8.0257456576191846</c:v>
                </c:pt>
                <c:pt idx="4946">
                  <c:v>8.0270223791729975</c:v>
                </c:pt>
                <c:pt idx="4947">
                  <c:v>8.0289986449308088</c:v>
                </c:pt>
                <c:pt idx="4948">
                  <c:v>8.027184658974253</c:v>
                </c:pt>
                <c:pt idx="4949">
                  <c:v>8.0242747916067838</c:v>
                </c:pt>
                <c:pt idx="4950">
                  <c:v>8.0197741551348916</c:v>
                </c:pt>
                <c:pt idx="4951">
                  <c:v>8.0185351291422009</c:v>
                </c:pt>
                <c:pt idx="4952">
                  <c:v>8.0204560423767095</c:v>
                </c:pt>
                <c:pt idx="4953">
                  <c:v>8.0223023036176233</c:v>
                </c:pt>
                <c:pt idx="4954">
                  <c:v>8.0231748860510006</c:v>
                </c:pt>
                <c:pt idx="4955">
                  <c:v>8.0269237465609979</c:v>
                </c:pt>
                <c:pt idx="4956">
                  <c:v>8.0305429310557219</c:v>
                </c:pt>
                <c:pt idx="4957">
                  <c:v>8.0297294789143017</c:v>
                </c:pt>
                <c:pt idx="4958">
                  <c:v>8.0259796328994373</c:v>
                </c:pt>
                <c:pt idx="4959">
                  <c:v>8.0250464419168068</c:v>
                </c:pt>
                <c:pt idx="4960">
                  <c:v>8.026336714162527</c:v>
                </c:pt>
                <c:pt idx="4961">
                  <c:v>8.024288178047879</c:v>
                </c:pt>
                <c:pt idx="4962">
                  <c:v>8.0218585800517381</c:v>
                </c:pt>
                <c:pt idx="4963">
                  <c:v>8.023463392600501</c:v>
                </c:pt>
                <c:pt idx="4964">
                  <c:v>8.0253868517225797</c:v>
                </c:pt>
                <c:pt idx="4965">
                  <c:v>8.0260566665297901</c:v>
                </c:pt>
                <c:pt idx="4966">
                  <c:v>8.0278454399868604</c:v>
                </c:pt>
                <c:pt idx="4967">
                  <c:v>8.0285122161540681</c:v>
                </c:pt>
                <c:pt idx="4968">
                  <c:v>8.0292380404878241</c:v>
                </c:pt>
                <c:pt idx="4969">
                  <c:v>8.0299481788691338</c:v>
                </c:pt>
                <c:pt idx="4970">
                  <c:v>8.0291853981029035</c:v>
                </c:pt>
                <c:pt idx="4971">
                  <c:v>8.0295034697983816</c:v>
                </c:pt>
                <c:pt idx="4972">
                  <c:v>8.0289598817394161</c:v>
                </c:pt>
                <c:pt idx="4973">
                  <c:v>8.0281226953558082</c:v>
                </c:pt>
                <c:pt idx="4974">
                  <c:v>8.025402127048002</c:v>
                </c:pt>
                <c:pt idx="4975">
                  <c:v>8.0234123105982835</c:v>
                </c:pt>
                <c:pt idx="4976">
                  <c:v>8.0222378351743107</c:v>
                </c:pt>
                <c:pt idx="4977">
                  <c:v>8.0228102492506057</c:v>
                </c:pt>
                <c:pt idx="4978">
                  <c:v>8.0245107378967688</c:v>
                </c:pt>
                <c:pt idx="4979">
                  <c:v>8.0260660288260173</c:v>
                </c:pt>
                <c:pt idx="4980">
                  <c:v>8.0278808360366281</c:v>
                </c:pt>
                <c:pt idx="4981">
                  <c:v>8.0266045251098426</c:v>
                </c:pt>
                <c:pt idx="4982">
                  <c:v>8.0244414240545314</c:v>
                </c:pt>
                <c:pt idx="4983">
                  <c:v>8.0238947152301563</c:v>
                </c:pt>
                <c:pt idx="4984">
                  <c:v>8.0266350757606872</c:v>
                </c:pt>
                <c:pt idx="4985">
                  <c:v>8.0291836734693884</c:v>
                </c:pt>
                <c:pt idx="4986">
                  <c:v>8.0299463721102118</c:v>
                </c:pt>
                <c:pt idx="4987">
                  <c:v>8.0283629121668785</c:v>
                </c:pt>
                <c:pt idx="4988">
                  <c:v>8.0252333593397118</c:v>
                </c:pt>
                <c:pt idx="4989">
                  <c:v>8.0229721184248355</c:v>
                </c:pt>
                <c:pt idx="4990">
                  <c:v>8.0259154108323418</c:v>
                </c:pt>
                <c:pt idx="4991">
                  <c:v>8.0279777440151108</c:v>
                </c:pt>
                <c:pt idx="4992">
                  <c:v>8.0302170574467215</c:v>
                </c:pt>
                <c:pt idx="4993">
                  <c:v>8.0316347061963622</c:v>
                </c:pt>
                <c:pt idx="4994">
                  <c:v>8.0306416457931267</c:v>
                </c:pt>
                <c:pt idx="4995">
                  <c:v>8.027546010758428</c:v>
                </c:pt>
                <c:pt idx="4996">
                  <c:v>8.0248801379706816</c:v>
                </c:pt>
                <c:pt idx="4997">
                  <c:v>8.024566501047099</c:v>
                </c:pt>
                <c:pt idx="4998">
                  <c:v>8.0270016014454075</c:v>
                </c:pt>
                <c:pt idx="4999">
                  <c:v>8.0279243625015404</c:v>
                </c:pt>
                <c:pt idx="5000">
                  <c:v>8.0293771609247315</c:v>
                </c:pt>
                <c:pt idx="5001">
                  <c:v>8.0273625426025532</c:v>
                </c:pt>
                <c:pt idx="5002">
                  <c:v>8.0257413870980994</c:v>
                </c:pt>
                <c:pt idx="5003">
                  <c:v>8.025256025951629</c:v>
                </c:pt>
                <c:pt idx="5004">
                  <c:v>8.0248609206257964</c:v>
                </c:pt>
                <c:pt idx="5005">
                  <c:v>8.026266086313802</c:v>
                </c:pt>
                <c:pt idx="5006">
                  <c:v>8.0258501211349724</c:v>
                </c:pt>
                <c:pt idx="5007">
                  <c:v>8.0258673674701271</c:v>
                </c:pt>
                <c:pt idx="5008">
                  <c:v>8.027411407218823</c:v>
                </c:pt>
                <c:pt idx="5009">
                  <c:v>8.0275092185767676</c:v>
                </c:pt>
                <c:pt idx="5010">
                  <c:v>8.0280460723524829</c:v>
                </c:pt>
                <c:pt idx="5011">
                  <c:v>8.0287300948548435</c:v>
                </c:pt>
                <c:pt idx="5012">
                  <c:v>8.0275194842524531</c:v>
                </c:pt>
                <c:pt idx="5013">
                  <c:v>8.0276024309120029</c:v>
                </c:pt>
                <c:pt idx="5014">
                  <c:v>8.0279169712150455</c:v>
                </c:pt>
                <c:pt idx="5015">
                  <c:v>8.0280140434443403</c:v>
                </c:pt>
                <c:pt idx="5016">
                  <c:v>8.0254417936188567</c:v>
                </c:pt>
                <c:pt idx="5017">
                  <c:v>8.0244639264156365</c:v>
                </c:pt>
                <c:pt idx="5018">
                  <c:v>8.0241467580996186</c:v>
                </c:pt>
                <c:pt idx="5019">
                  <c:v>8.0229801667145733</c:v>
                </c:pt>
                <c:pt idx="5020">
                  <c:v>8.0242598447829838</c:v>
                </c:pt>
                <c:pt idx="5021">
                  <c:v>8.0253903831150168</c:v>
                </c:pt>
                <c:pt idx="5022">
                  <c:v>8.0265533609822199</c:v>
                </c:pt>
                <c:pt idx="5023">
                  <c:v>8.0294601075842813</c:v>
                </c:pt>
                <c:pt idx="5024">
                  <c:v>8.0282063811440061</c:v>
                </c:pt>
                <c:pt idx="5025">
                  <c:v>8.026692152917505</c:v>
                </c:pt>
                <c:pt idx="5026">
                  <c:v>8.0280216811070506</c:v>
                </c:pt>
                <c:pt idx="5027">
                  <c:v>8.0287677904159658</c:v>
                </c:pt>
                <c:pt idx="5028">
                  <c:v>8.0283514146101105</c:v>
                </c:pt>
                <c:pt idx="5029">
                  <c:v>8.0272068328337376</c:v>
                </c:pt>
                <c:pt idx="5030">
                  <c:v>8.0269406643945302</c:v>
                </c:pt>
                <c:pt idx="5031">
                  <c:v>8.0271190407752631</c:v>
                </c:pt>
                <c:pt idx="5032">
                  <c:v>8.0267700899273198</c:v>
                </c:pt>
                <c:pt idx="5033">
                  <c:v>8.0239526136410291</c:v>
                </c:pt>
                <c:pt idx="5034">
                  <c:v>8.0222674003202883</c:v>
                </c:pt>
                <c:pt idx="5035">
                  <c:v>8.0215097934546051</c:v>
                </c:pt>
                <c:pt idx="5036">
                  <c:v>8.0212143062456374</c:v>
                </c:pt>
                <c:pt idx="5037">
                  <c:v>8.0231173982671535</c:v>
                </c:pt>
                <c:pt idx="5038">
                  <c:v>8.0282766804911105</c:v>
                </c:pt>
                <c:pt idx="5039">
                  <c:v>8.0293976922761061</c:v>
                </c:pt>
                <c:pt idx="5040">
                  <c:v>8.0281548885147629</c:v>
                </c:pt>
                <c:pt idx="5041">
                  <c:v>8.0282068738964405</c:v>
                </c:pt>
                <c:pt idx="5042">
                  <c:v>8.026300168357082</c:v>
                </c:pt>
                <c:pt idx="5043">
                  <c:v>8.0239553237794112</c:v>
                </c:pt>
                <c:pt idx="5044">
                  <c:v>8.0270688621525075</c:v>
                </c:pt>
                <c:pt idx="5045">
                  <c:v>8.0294192912577511</c:v>
                </c:pt>
                <c:pt idx="5046">
                  <c:v>8.028101671252001</c:v>
                </c:pt>
                <c:pt idx="5047">
                  <c:v>8.0275372233400404</c:v>
                </c:pt>
                <c:pt idx="5048">
                  <c:v>8.0276509670266503</c:v>
                </c:pt>
                <c:pt idx="5049">
                  <c:v>8.0273895618609625</c:v>
                </c:pt>
                <c:pt idx="5050">
                  <c:v>8.0273266538003529</c:v>
                </c:pt>
                <c:pt idx="5051">
                  <c:v>8.0308399786473945</c:v>
                </c:pt>
                <c:pt idx="5052">
                  <c:v>8.0318997248798922</c:v>
                </c:pt>
                <c:pt idx="5053">
                  <c:v>8.0295949575001018</c:v>
                </c:pt>
                <c:pt idx="5054">
                  <c:v>8.0265651870406103</c:v>
                </c:pt>
                <c:pt idx="5055">
                  <c:v>8.0238406767133412</c:v>
                </c:pt>
                <c:pt idx="5056">
                  <c:v>8.0232052724510332</c:v>
                </c:pt>
                <c:pt idx="5057">
                  <c:v>8.0232080647148187</c:v>
                </c:pt>
                <c:pt idx="5058">
                  <c:v>8.0227327228678185</c:v>
                </c:pt>
                <c:pt idx="5059">
                  <c:v>8.0229561039707633</c:v>
                </c:pt>
                <c:pt idx="5060">
                  <c:v>8.0262806225105745</c:v>
                </c:pt>
                <c:pt idx="5061">
                  <c:v>8.0297728411284037</c:v>
                </c:pt>
                <c:pt idx="5062">
                  <c:v>8.0289452634172385</c:v>
                </c:pt>
                <c:pt idx="5063">
                  <c:v>8.0283694000739132</c:v>
                </c:pt>
                <c:pt idx="5064">
                  <c:v>8.0318791114031125</c:v>
                </c:pt>
                <c:pt idx="5065">
                  <c:v>8.0320286617665175</c:v>
                </c:pt>
                <c:pt idx="5066">
                  <c:v>8.0294362090912816</c:v>
                </c:pt>
                <c:pt idx="5067">
                  <c:v>8.0278859278117682</c:v>
                </c:pt>
                <c:pt idx="5068">
                  <c:v>8.0287954666776162</c:v>
                </c:pt>
                <c:pt idx="5069">
                  <c:v>8.0298714737404016</c:v>
                </c:pt>
                <c:pt idx="5070">
                  <c:v>8.0283997864739458</c:v>
                </c:pt>
                <c:pt idx="5071">
                  <c:v>8.0250798669568439</c:v>
                </c:pt>
                <c:pt idx="5072">
                  <c:v>8.0261095552909296</c:v>
                </c:pt>
                <c:pt idx="5073">
                  <c:v>8.0292745041678639</c:v>
                </c:pt>
                <c:pt idx="5074">
                  <c:v>8.0317587155586576</c:v>
                </c:pt>
                <c:pt idx="5075">
                  <c:v>8.0301827290272243</c:v>
                </c:pt>
                <c:pt idx="5076">
                  <c:v>8.0281492218617831</c:v>
                </c:pt>
                <c:pt idx="5077">
                  <c:v>8.0285240422124584</c:v>
                </c:pt>
                <c:pt idx="5078">
                  <c:v>8.0278083193035759</c:v>
                </c:pt>
                <c:pt idx="5079">
                  <c:v>8.0276338849423077</c:v>
                </c:pt>
                <c:pt idx="5080">
                  <c:v>8.0280027101383808</c:v>
                </c:pt>
                <c:pt idx="5081">
                  <c:v>8.0266383607769072</c:v>
                </c:pt>
                <c:pt idx="5082">
                  <c:v>8.0267719788116452</c:v>
                </c:pt>
                <c:pt idx="5083">
                  <c:v>8.0272943785159931</c:v>
                </c:pt>
                <c:pt idx="5084">
                  <c:v>8.0264557960004925</c:v>
                </c:pt>
                <c:pt idx="5085">
                  <c:v>8.0251319344639267</c:v>
                </c:pt>
                <c:pt idx="5086">
                  <c:v>8.0263993758469176</c:v>
                </c:pt>
                <c:pt idx="5087">
                  <c:v>8.029664189216934</c:v>
                </c:pt>
                <c:pt idx="5088">
                  <c:v>8.0289195581653185</c:v>
                </c:pt>
                <c:pt idx="5089">
                  <c:v>8.0274736582761879</c:v>
                </c:pt>
                <c:pt idx="5090">
                  <c:v>8.0282448979591834</c:v>
                </c:pt>
                <c:pt idx="5091">
                  <c:v>8.0299751981275413</c:v>
                </c:pt>
                <c:pt idx="5092">
                  <c:v>8.028814437646286</c:v>
                </c:pt>
                <c:pt idx="5093">
                  <c:v>8.0262060526423848</c:v>
                </c:pt>
                <c:pt idx="5094">
                  <c:v>8.0249472344269694</c:v>
                </c:pt>
                <c:pt idx="5095">
                  <c:v>8.0267327228678198</c:v>
                </c:pt>
                <c:pt idx="5096">
                  <c:v>8.0270728862973755</c:v>
                </c:pt>
                <c:pt idx="5097">
                  <c:v>8.0291646203753135</c:v>
                </c:pt>
                <c:pt idx="5098">
                  <c:v>8.0316762616515422</c:v>
                </c:pt>
                <c:pt idx="5099">
                  <c:v>8.0307485730710795</c:v>
                </c:pt>
                <c:pt idx="5100">
                  <c:v>8.0278398554592858</c:v>
                </c:pt>
                <c:pt idx="5101">
                  <c:v>8.0271843304726325</c:v>
                </c:pt>
                <c:pt idx="5102">
                  <c:v>8.0278273723976508</c:v>
                </c:pt>
                <c:pt idx="5103">
                  <c:v>8.0259997536237844</c:v>
                </c:pt>
                <c:pt idx="5104">
                  <c:v>8.028469675194021</c:v>
                </c:pt>
                <c:pt idx="5105">
                  <c:v>8.0326001724633507</c:v>
                </c:pt>
                <c:pt idx="5106">
                  <c:v>8.0307437276721547</c:v>
                </c:pt>
                <c:pt idx="5107">
                  <c:v>8.0261973473494024</c:v>
                </c:pt>
                <c:pt idx="5108">
                  <c:v>8.024519114688129</c:v>
                </c:pt>
                <c:pt idx="5109">
                  <c:v>8.0261432267071822</c:v>
                </c:pt>
                <c:pt idx="5110">
                  <c:v>8.0271754609288379</c:v>
                </c:pt>
                <c:pt idx="5111">
                  <c:v>8.0260895166919894</c:v>
                </c:pt>
                <c:pt idx="5112">
                  <c:v>8.0250153163881244</c:v>
                </c:pt>
                <c:pt idx="5113">
                  <c:v>8.025337330103067</c:v>
                </c:pt>
                <c:pt idx="5114">
                  <c:v>8.0256287931671668</c:v>
                </c:pt>
                <c:pt idx="5115">
                  <c:v>8.0267443025499947</c:v>
                </c:pt>
                <c:pt idx="5116">
                  <c:v>8.0291711082823465</c:v>
                </c:pt>
                <c:pt idx="5117">
                  <c:v>8.0293614749722835</c:v>
                </c:pt>
                <c:pt idx="5118">
                  <c:v>8.0290309202151686</c:v>
                </c:pt>
                <c:pt idx="5119">
                  <c:v>8.0260131400648795</c:v>
                </c:pt>
                <c:pt idx="5120">
                  <c:v>8.0236467786309689</c:v>
                </c:pt>
                <c:pt idx="5121">
                  <c:v>8.0270067753459529</c:v>
                </c:pt>
                <c:pt idx="5122">
                  <c:v>8.0319096620539572</c:v>
                </c:pt>
                <c:pt idx="5123">
                  <c:v>8.0311903256272323</c:v>
                </c:pt>
                <c:pt idx="5124">
                  <c:v>8.0288533650884908</c:v>
                </c:pt>
                <c:pt idx="5125">
                  <c:v>8.029523919024351</c:v>
                </c:pt>
                <c:pt idx="5126">
                  <c:v>8.0298473288711865</c:v>
                </c:pt>
                <c:pt idx="5127">
                  <c:v>8.0290976881698359</c:v>
                </c:pt>
                <c:pt idx="5128">
                  <c:v>8.0278672032193157</c:v>
                </c:pt>
                <c:pt idx="5129">
                  <c:v>8.0252531515624366</c:v>
                </c:pt>
                <c:pt idx="5130">
                  <c:v>8.0262719993429972</c:v>
                </c:pt>
                <c:pt idx="5131">
                  <c:v>8.0308580462366042</c:v>
                </c:pt>
                <c:pt idx="5132">
                  <c:v>8.0331578860920629</c:v>
                </c:pt>
                <c:pt idx="5133">
                  <c:v>8.0337363774483634</c:v>
                </c:pt>
                <c:pt idx="5134">
                  <c:v>8.0335892087217182</c:v>
                </c:pt>
                <c:pt idx="5135">
                  <c:v>8.0327888966451777</c:v>
                </c:pt>
                <c:pt idx="5136">
                  <c:v>8.0303342504003616</c:v>
                </c:pt>
                <c:pt idx="5137">
                  <c:v>8.028180593766681</c:v>
                </c:pt>
                <c:pt idx="5138">
                  <c:v>8.0283124050425005</c:v>
                </c:pt>
                <c:pt idx="5139">
                  <c:v>8.027646532254753</c:v>
                </c:pt>
                <c:pt idx="5140">
                  <c:v>8.0268702829220224</c:v>
                </c:pt>
                <c:pt idx="5141">
                  <c:v>8.0271213402866177</c:v>
                </c:pt>
                <c:pt idx="5142">
                  <c:v>8.0269148770172052</c:v>
                </c:pt>
                <c:pt idx="5143">
                  <c:v>8.0272972529051856</c:v>
                </c:pt>
                <c:pt idx="5144">
                  <c:v>8.0276313390547358</c:v>
                </c:pt>
                <c:pt idx="5145">
                  <c:v>8.0281621976758508</c:v>
                </c:pt>
                <c:pt idx="5146">
                  <c:v>8.0270381472508525</c:v>
                </c:pt>
                <c:pt idx="5147">
                  <c:v>8.024869708044184</c:v>
                </c:pt>
                <c:pt idx="5148">
                  <c:v>8.023505769309736</c:v>
                </c:pt>
                <c:pt idx="5149">
                  <c:v>8.0230968669157807</c:v>
                </c:pt>
                <c:pt idx="5150">
                  <c:v>8.0258637539522848</c:v>
                </c:pt>
                <c:pt idx="5151">
                  <c:v>8.0271384223709603</c:v>
                </c:pt>
                <c:pt idx="5152">
                  <c:v>8.026594095183345</c:v>
                </c:pt>
                <c:pt idx="5153">
                  <c:v>8.0262416129429646</c:v>
                </c:pt>
                <c:pt idx="5154">
                  <c:v>8.0263243132262971</c:v>
                </c:pt>
                <c:pt idx="5155">
                  <c:v>8.0295738512708912</c:v>
                </c:pt>
                <c:pt idx="5156">
                  <c:v>8.0335123393421757</c:v>
                </c:pt>
                <c:pt idx="5157">
                  <c:v>8.0338387878290156</c:v>
                </c:pt>
                <c:pt idx="5158">
                  <c:v>8.0292315525807911</c:v>
                </c:pt>
                <c:pt idx="5159">
                  <c:v>8.026275120108405</c:v>
                </c:pt>
                <c:pt idx="5160">
                  <c:v>8.0265763560957577</c:v>
                </c:pt>
                <c:pt idx="5161">
                  <c:v>8.0290110458670387</c:v>
                </c:pt>
                <c:pt idx="5162">
                  <c:v>8.0313856198414975</c:v>
                </c:pt>
                <c:pt idx="5163">
                  <c:v>8.0309405001437195</c:v>
                </c:pt>
                <c:pt idx="5164">
                  <c:v>8.0309293310885721</c:v>
                </c:pt>
                <c:pt idx="5165">
                  <c:v>8.0331308668336554</c:v>
                </c:pt>
                <c:pt idx="5166">
                  <c:v>8.0336319139325756</c:v>
                </c:pt>
                <c:pt idx="5167">
                  <c:v>8.0316887447131773</c:v>
                </c:pt>
                <c:pt idx="5168">
                  <c:v>8.0310170410216397</c:v>
                </c:pt>
                <c:pt idx="5169">
                  <c:v>8.032666119163963</c:v>
                </c:pt>
                <c:pt idx="5170">
                  <c:v>8.0365283127335445</c:v>
                </c:pt>
                <c:pt idx="5171">
                  <c:v>8.037285426846795</c:v>
                </c:pt>
                <c:pt idx="5172">
                  <c:v>8.0317300537921401</c:v>
                </c:pt>
                <c:pt idx="5173">
                  <c:v>8.0294169096209913</c:v>
                </c:pt>
                <c:pt idx="5174">
                  <c:v>8.0278241695068377</c:v>
                </c:pt>
                <c:pt idx="5175">
                  <c:v>8.0268651090214753</c:v>
                </c:pt>
                <c:pt idx="5176">
                  <c:v>8.028119246088778</c:v>
                </c:pt>
                <c:pt idx="5177">
                  <c:v>8.0256149960990424</c:v>
                </c:pt>
                <c:pt idx="5178">
                  <c:v>8.0235637498460157</c:v>
                </c:pt>
                <c:pt idx="5179">
                  <c:v>8.0252814848273317</c:v>
                </c:pt>
                <c:pt idx="5180">
                  <c:v>8.0268887611382578</c:v>
                </c:pt>
                <c:pt idx="5181">
                  <c:v>8.0264081632653053</c:v>
                </c:pt>
                <c:pt idx="5182">
                  <c:v>8.023023939555701</c:v>
                </c:pt>
                <c:pt idx="5183">
                  <c:v>8.0193784749312194</c:v>
                </c:pt>
                <c:pt idx="5184">
                  <c:v>8.018898123434484</c:v>
                </c:pt>
                <c:pt idx="5185">
                  <c:v>8.0235536484211387</c:v>
                </c:pt>
                <c:pt idx="5186">
                  <c:v>8.0267260707099748</c:v>
                </c:pt>
                <c:pt idx="5187">
                  <c:v>8.0264759988502448</c:v>
                </c:pt>
                <c:pt idx="5188">
                  <c:v>8.0291651952531513</c:v>
                </c:pt>
                <c:pt idx="5189">
                  <c:v>8.0314388371042575</c:v>
                </c:pt>
                <c:pt idx="5190">
                  <c:v>8.0316965466266996</c:v>
                </c:pt>
                <c:pt idx="5191">
                  <c:v>8.0327813411078726</c:v>
                </c:pt>
                <c:pt idx="5192">
                  <c:v>8.0331082823471434</c:v>
                </c:pt>
                <c:pt idx="5193">
                  <c:v>8.0304919311789096</c:v>
                </c:pt>
                <c:pt idx="5194">
                  <c:v>8.0263854966533899</c:v>
                </c:pt>
                <c:pt idx="5195">
                  <c:v>8.0240029565145985</c:v>
                </c:pt>
                <c:pt idx="5196">
                  <c:v>8.0240093622962263</c:v>
                </c:pt>
                <c:pt idx="5197">
                  <c:v>8.0253241079127822</c:v>
                </c:pt>
                <c:pt idx="5198">
                  <c:v>8.0259433334702095</c:v>
                </c:pt>
                <c:pt idx="5199">
                  <c:v>8.0232193158953731</c:v>
                </c:pt>
                <c:pt idx="5200">
                  <c:v>8.0225315156243582</c:v>
                </c:pt>
                <c:pt idx="5201">
                  <c:v>8.0240635650638517</c:v>
                </c:pt>
                <c:pt idx="5202">
                  <c:v>8.0276911263499358</c:v>
                </c:pt>
                <c:pt idx="5203">
                  <c:v>8.031382745452305</c:v>
                </c:pt>
                <c:pt idx="5204">
                  <c:v>8.0333103108446604</c:v>
                </c:pt>
                <c:pt idx="5205">
                  <c:v>8.0304538249907615</c:v>
                </c:pt>
                <c:pt idx="5206">
                  <c:v>8.0290107994908233</c:v>
                </c:pt>
                <c:pt idx="5207">
                  <c:v>8.0289135630107182</c:v>
                </c:pt>
                <c:pt idx="5208">
                  <c:v>8.0269198045415351</c:v>
                </c:pt>
                <c:pt idx="5209">
                  <c:v>8.0248113168808768</c:v>
                </c:pt>
                <c:pt idx="5210">
                  <c:v>8.0263484580955122</c:v>
                </c:pt>
                <c:pt idx="5211">
                  <c:v>8.0284152260501784</c:v>
                </c:pt>
                <c:pt idx="5212">
                  <c:v>8.028786186506796</c:v>
                </c:pt>
                <c:pt idx="5213">
                  <c:v>8.0273134316100681</c:v>
                </c:pt>
                <c:pt idx="5214">
                  <c:v>8.0264100521496324</c:v>
                </c:pt>
                <c:pt idx="5215">
                  <c:v>8.028456535129143</c:v>
                </c:pt>
                <c:pt idx="5216">
                  <c:v>8.0288585389890361</c:v>
                </c:pt>
                <c:pt idx="5217">
                  <c:v>8.0293806923171687</c:v>
                </c:pt>
                <c:pt idx="5218">
                  <c:v>8.0285659261692608</c:v>
                </c:pt>
                <c:pt idx="5219">
                  <c:v>8.0276930973596681</c:v>
                </c:pt>
                <c:pt idx="5220">
                  <c:v>8.0265223997043478</c:v>
                </c:pt>
                <c:pt idx="5221">
                  <c:v>8.02639058842853</c:v>
                </c:pt>
                <c:pt idx="5222">
                  <c:v>8.0292611177267688</c:v>
                </c:pt>
                <c:pt idx="5223">
                  <c:v>8.0301175214552618</c:v>
                </c:pt>
                <c:pt idx="5224">
                  <c:v>8.0300837679136041</c:v>
                </c:pt>
                <c:pt idx="5225">
                  <c:v>8.0287900464008537</c:v>
                </c:pt>
                <c:pt idx="5226">
                  <c:v>8.0256988461380523</c:v>
                </c:pt>
                <c:pt idx="5227">
                  <c:v>8.0285137765367711</c:v>
                </c:pt>
                <c:pt idx="5228">
                  <c:v>8.0334375230977706</c:v>
                </c:pt>
                <c:pt idx="5229">
                  <c:v>8.0326735104504579</c:v>
                </c:pt>
                <c:pt idx="5230">
                  <c:v>8.0304180183139646</c:v>
                </c:pt>
                <c:pt idx="5231">
                  <c:v>8.0316183632406677</c:v>
                </c:pt>
                <c:pt idx="5232">
                  <c:v>8.0333252576684604</c:v>
                </c:pt>
                <c:pt idx="5233">
                  <c:v>8.0332302385743031</c:v>
                </c:pt>
                <c:pt idx="5234">
                  <c:v>8.0341586662834139</c:v>
                </c:pt>
                <c:pt idx="5235">
                  <c:v>8.0351783353180313</c:v>
                </c:pt>
                <c:pt idx="5236">
                  <c:v>8.0364323902599271</c:v>
                </c:pt>
                <c:pt idx="5237">
                  <c:v>8.0375699913768326</c:v>
                </c:pt>
                <c:pt idx="5238">
                  <c:v>8.0361534102574623</c:v>
                </c:pt>
                <c:pt idx="5239">
                  <c:v>8.0337166673510456</c:v>
                </c:pt>
                <c:pt idx="5240">
                  <c:v>8.0320409805773423</c:v>
                </c:pt>
                <c:pt idx="5241">
                  <c:v>8.0312970886543749</c:v>
                </c:pt>
                <c:pt idx="5242">
                  <c:v>8.032513283784338</c:v>
                </c:pt>
                <c:pt idx="5243">
                  <c:v>8.0328215004311581</c:v>
                </c:pt>
                <c:pt idx="5244">
                  <c:v>8.0329192296636958</c:v>
                </c:pt>
                <c:pt idx="5245">
                  <c:v>8.0320545312692477</c:v>
                </c:pt>
                <c:pt idx="5246">
                  <c:v>8.0311754609288375</c:v>
                </c:pt>
                <c:pt idx="5247">
                  <c:v>8.0299434155956142</c:v>
                </c:pt>
                <c:pt idx="5248">
                  <c:v>8.0281186712109385</c:v>
                </c:pt>
                <c:pt idx="5249">
                  <c:v>8.0278205559889955</c:v>
                </c:pt>
                <c:pt idx="5250">
                  <c:v>8.0263395064263126</c:v>
                </c:pt>
                <c:pt idx="5251">
                  <c:v>8.0268467950560503</c:v>
                </c:pt>
                <c:pt idx="5252">
                  <c:v>8.0263654580544497</c:v>
                </c:pt>
                <c:pt idx="5253">
                  <c:v>8.0254109965917948</c:v>
                </c:pt>
                <c:pt idx="5254">
                  <c:v>8.0252180840142895</c:v>
                </c:pt>
                <c:pt idx="5255">
                  <c:v>8.0255750010265672</c:v>
                </c:pt>
                <c:pt idx="5256">
                  <c:v>8.0279587730464428</c:v>
                </c:pt>
                <c:pt idx="5257">
                  <c:v>8.0284697573194261</c:v>
                </c:pt>
                <c:pt idx="5258">
                  <c:v>8.0274675809961806</c:v>
                </c:pt>
                <c:pt idx="5259">
                  <c:v>8.0285192789389406</c:v>
                </c:pt>
                <c:pt idx="5260">
                  <c:v>8.0293294460641391</c:v>
                </c:pt>
                <c:pt idx="5261">
                  <c:v>8.0310107173654171</c:v>
                </c:pt>
                <c:pt idx="5262">
                  <c:v>8.0324139941690955</c:v>
                </c:pt>
                <c:pt idx="5263">
                  <c:v>8.0328144376462856</c:v>
                </c:pt>
                <c:pt idx="5264">
                  <c:v>8.0356406192255569</c:v>
                </c:pt>
                <c:pt idx="5265">
                  <c:v>8.0350385578778791</c:v>
                </c:pt>
                <c:pt idx="5266">
                  <c:v>8.0330719829179156</c:v>
                </c:pt>
                <c:pt idx="5267">
                  <c:v>8.0336968751283209</c:v>
                </c:pt>
                <c:pt idx="5268">
                  <c:v>8.0325766845973803</c:v>
                </c:pt>
                <c:pt idx="5269">
                  <c:v>8.0305544286124917</c:v>
                </c:pt>
                <c:pt idx="5270">
                  <c:v>8.0286706360612659</c:v>
                </c:pt>
                <c:pt idx="5271">
                  <c:v>8.0287104668829308</c:v>
                </c:pt>
                <c:pt idx="5272">
                  <c:v>8.028534472138956</c:v>
                </c:pt>
                <c:pt idx="5273">
                  <c:v>8.0291903256272334</c:v>
                </c:pt>
                <c:pt idx="5274">
                  <c:v>8.03178565269166</c:v>
                </c:pt>
                <c:pt idx="5275">
                  <c:v>8.0359209132345093</c:v>
                </c:pt>
                <c:pt idx="5276">
                  <c:v>8.0372822239559802</c:v>
                </c:pt>
                <c:pt idx="5277">
                  <c:v>8.0384315690058727</c:v>
                </c:pt>
                <c:pt idx="5278">
                  <c:v>8.0399485894961611</c:v>
                </c:pt>
                <c:pt idx="5279">
                  <c:v>8.0404056995031414</c:v>
                </c:pt>
                <c:pt idx="5280">
                  <c:v>8.0426816408656023</c:v>
                </c:pt>
                <c:pt idx="5281">
                  <c:v>8.0437142857142856</c:v>
                </c:pt>
                <c:pt idx="5282">
                  <c:v>8.0427845439986854</c:v>
                </c:pt>
                <c:pt idx="5283">
                  <c:v>8.0420827824087375</c:v>
                </c:pt>
                <c:pt idx="5284">
                  <c:v>8.0437533774073007</c:v>
                </c:pt>
                <c:pt idx="5285">
                  <c:v>8.0464041391204368</c:v>
                </c:pt>
                <c:pt idx="5286">
                  <c:v>8.0474545230567074</c:v>
                </c:pt>
                <c:pt idx="5287">
                  <c:v>8.049750913645136</c:v>
                </c:pt>
                <c:pt idx="5288">
                  <c:v>8.0507607276310935</c:v>
                </c:pt>
                <c:pt idx="5289">
                  <c:v>8.049347349402538</c:v>
                </c:pt>
                <c:pt idx="5290">
                  <c:v>8.0473090789635773</c:v>
                </c:pt>
                <c:pt idx="5291">
                  <c:v>8.0463072311419541</c:v>
                </c:pt>
                <c:pt idx="5292">
                  <c:v>8.0491835913439829</c:v>
                </c:pt>
                <c:pt idx="5293">
                  <c:v>8.0545315156243582</c:v>
                </c:pt>
                <c:pt idx="5294">
                  <c:v>8.0546506795877306</c:v>
                </c:pt>
                <c:pt idx="5295">
                  <c:v>8.0544875785324184</c:v>
                </c:pt>
                <c:pt idx="5296">
                  <c:v>8.0553253397938658</c:v>
                </c:pt>
                <c:pt idx="5297">
                  <c:v>8.0539756908799731</c:v>
                </c:pt>
                <c:pt idx="5298">
                  <c:v>8.0527170369153698</c:v>
                </c:pt>
                <c:pt idx="5299">
                  <c:v>8.0522931055722093</c:v>
                </c:pt>
                <c:pt idx="5300">
                  <c:v>8.0523398349279347</c:v>
                </c:pt>
                <c:pt idx="5301">
                  <c:v>8.0538995606290804</c:v>
                </c:pt>
                <c:pt idx="5302">
                  <c:v>8.0568952490452919</c:v>
                </c:pt>
                <c:pt idx="5303">
                  <c:v>8.0575347595778748</c:v>
                </c:pt>
                <c:pt idx="5304">
                  <c:v>8.056030797027061</c:v>
                </c:pt>
                <c:pt idx="5305">
                  <c:v>8.0547300127294381</c:v>
                </c:pt>
                <c:pt idx="5306">
                  <c:v>8.0528835051123071</c:v>
                </c:pt>
                <c:pt idx="5307">
                  <c:v>8.0520730094854844</c:v>
                </c:pt>
                <c:pt idx="5308">
                  <c:v>8.0541996468607557</c:v>
                </c:pt>
                <c:pt idx="5309">
                  <c:v>8.0550373259967962</c:v>
                </c:pt>
                <c:pt idx="5310">
                  <c:v>8.0541954584650757</c:v>
                </c:pt>
                <c:pt idx="5311">
                  <c:v>8.0525283948589497</c:v>
                </c:pt>
                <c:pt idx="5312">
                  <c:v>8.0513097359668215</c:v>
                </c:pt>
                <c:pt idx="5313">
                  <c:v>8.0513837309571716</c:v>
                </c:pt>
                <c:pt idx="5314">
                  <c:v>8.0511256108077038</c:v>
                </c:pt>
                <c:pt idx="5315">
                  <c:v>8.0497196238656432</c:v>
                </c:pt>
                <c:pt idx="5316">
                  <c:v>8.0510014371945964</c:v>
                </c:pt>
                <c:pt idx="5317">
                  <c:v>8.0537711986202929</c:v>
                </c:pt>
                <c:pt idx="5318">
                  <c:v>8.0555415759865312</c:v>
                </c:pt>
                <c:pt idx="5319">
                  <c:v>8.0529452634172376</c:v>
                </c:pt>
                <c:pt idx="5320">
                  <c:v>8.0532353303494428</c:v>
                </c:pt>
                <c:pt idx="5321">
                  <c:v>8.0567667227856941</c:v>
                </c:pt>
                <c:pt idx="5322">
                  <c:v>8.0535016630394605</c:v>
                </c:pt>
                <c:pt idx="5323">
                  <c:v>8.0489700652896978</c:v>
                </c:pt>
                <c:pt idx="5324">
                  <c:v>8.0465114770254171</c:v>
                </c:pt>
                <c:pt idx="5325">
                  <c:v>8.0462420235699916</c:v>
                </c:pt>
                <c:pt idx="5326">
                  <c:v>8.0451322629655486</c:v>
                </c:pt>
                <c:pt idx="5327">
                  <c:v>8.0456488317661066</c:v>
                </c:pt>
                <c:pt idx="5328">
                  <c:v>8.0468831766106845</c:v>
                </c:pt>
                <c:pt idx="5329">
                  <c:v>8.0464195786966695</c:v>
                </c:pt>
                <c:pt idx="5330">
                  <c:v>8.0442549172586535</c:v>
                </c:pt>
                <c:pt idx="5331">
                  <c:v>8.0407804377284116</c:v>
                </c:pt>
                <c:pt idx="5332">
                  <c:v>8.0380098550486601</c:v>
                </c:pt>
                <c:pt idx="5333">
                  <c:v>8.038546216071941</c:v>
                </c:pt>
                <c:pt idx="5334">
                  <c:v>8.0430204081632652</c:v>
                </c:pt>
                <c:pt idx="5335">
                  <c:v>8.0473432431322625</c:v>
                </c:pt>
                <c:pt idx="5336">
                  <c:v>8.050403071490166</c:v>
                </c:pt>
                <c:pt idx="5337">
                  <c:v>8.051147291914754</c:v>
                </c:pt>
                <c:pt idx="5338">
                  <c:v>8.0511670841374787</c:v>
                </c:pt>
                <c:pt idx="5339">
                  <c:v>8.050731901613764</c:v>
                </c:pt>
                <c:pt idx="5340">
                  <c:v>8.0489354904939852</c:v>
                </c:pt>
                <c:pt idx="5341">
                  <c:v>8.0488948384182653</c:v>
                </c:pt>
                <c:pt idx="5342">
                  <c:v>8.0489497803145404</c:v>
                </c:pt>
                <c:pt idx="5343">
                  <c:v>8.0463920666858293</c:v>
                </c:pt>
                <c:pt idx="5344">
                  <c:v>8.0465992690838917</c:v>
                </c:pt>
                <c:pt idx="5345">
                  <c:v>8.0487208146840228</c:v>
                </c:pt>
                <c:pt idx="5346">
                  <c:v>8.0471507411817846</c:v>
                </c:pt>
                <c:pt idx="5347">
                  <c:v>8.045269576643534</c:v>
                </c:pt>
                <c:pt idx="5348">
                  <c:v>8.0453388083603663</c:v>
                </c:pt>
                <c:pt idx="5349">
                  <c:v>8.0444744384675406</c:v>
                </c:pt>
                <c:pt idx="5350">
                  <c:v>8.0426864862645253</c:v>
                </c:pt>
                <c:pt idx="5351">
                  <c:v>8.0420707920995351</c:v>
                </c:pt>
                <c:pt idx="5352">
                  <c:v>8.0448959060485361</c:v>
                </c:pt>
                <c:pt idx="5353">
                  <c:v>8.0473307600706274</c:v>
                </c:pt>
                <c:pt idx="5354">
                  <c:v>8.0489620991253652</c:v>
                </c:pt>
                <c:pt idx="5355">
                  <c:v>8.0505091775140638</c:v>
                </c:pt>
                <c:pt idx="5356">
                  <c:v>8.0509968381718888</c:v>
                </c:pt>
                <c:pt idx="5357">
                  <c:v>8.0516119574590395</c:v>
                </c:pt>
                <c:pt idx="5358">
                  <c:v>8.0520391738184216</c:v>
                </c:pt>
                <c:pt idx="5359">
                  <c:v>8.052452264608057</c:v>
                </c:pt>
                <c:pt idx="5360">
                  <c:v>8.0539583624194151</c:v>
                </c:pt>
                <c:pt idx="5361">
                  <c:v>8.052622592699052</c:v>
                </c:pt>
                <c:pt idx="5362">
                  <c:v>8.0499093335523337</c:v>
                </c:pt>
                <c:pt idx="5363">
                  <c:v>8.0488512298279478</c:v>
                </c:pt>
                <c:pt idx="5364">
                  <c:v>8.0511349731039292</c:v>
                </c:pt>
                <c:pt idx="5365">
                  <c:v>8.0522426805732348</c:v>
                </c:pt>
                <c:pt idx="5366">
                  <c:v>8.0488387467663127</c:v>
                </c:pt>
                <c:pt idx="5367">
                  <c:v>8.0477127253315821</c:v>
                </c:pt>
                <c:pt idx="5368">
                  <c:v>8.0477937009813978</c:v>
                </c:pt>
                <c:pt idx="5369">
                  <c:v>8.0462729027224569</c:v>
                </c:pt>
                <c:pt idx="5370">
                  <c:v>8.0468714326776993</c:v>
                </c:pt>
                <c:pt idx="5371">
                  <c:v>8.0460167535827214</c:v>
                </c:pt>
                <c:pt idx="5372">
                  <c:v>8.0434425327475054</c:v>
                </c:pt>
                <c:pt idx="5373">
                  <c:v>8.0433746150371626</c:v>
                </c:pt>
                <c:pt idx="5374">
                  <c:v>8.0468049110992492</c:v>
                </c:pt>
                <c:pt idx="5375">
                  <c:v>8.0501522605017861</c:v>
                </c:pt>
                <c:pt idx="5376">
                  <c:v>8.0476981070094027</c:v>
                </c:pt>
                <c:pt idx="5377">
                  <c:v>8.044144951340698</c:v>
                </c:pt>
                <c:pt idx="5378">
                  <c:v>8.04283004147333</c:v>
                </c:pt>
                <c:pt idx="5379">
                  <c:v>8.0437695561121831</c:v>
                </c:pt>
                <c:pt idx="5380">
                  <c:v>8.044206463269413</c:v>
                </c:pt>
                <c:pt idx="5381">
                  <c:v>8.0465244528394866</c:v>
                </c:pt>
                <c:pt idx="5382">
                  <c:v>8.0461447870898866</c:v>
                </c:pt>
                <c:pt idx="5383">
                  <c:v>8.0442288013797061</c:v>
                </c:pt>
                <c:pt idx="5384">
                  <c:v>8.0456207448774286</c:v>
                </c:pt>
                <c:pt idx="5385">
                  <c:v>8.0456752761466763</c:v>
                </c:pt>
                <c:pt idx="5386">
                  <c:v>8.0460660288260168</c:v>
                </c:pt>
                <c:pt idx="5387">
                  <c:v>8.0469198866669398</c:v>
                </c:pt>
                <c:pt idx="5388">
                  <c:v>8.0483010717365424</c:v>
                </c:pt>
                <c:pt idx="5389">
                  <c:v>8.0489540508356257</c:v>
                </c:pt>
                <c:pt idx="5390">
                  <c:v>8.0478543916560596</c:v>
                </c:pt>
                <c:pt idx="5391">
                  <c:v>8.0484939021886426</c:v>
                </c:pt>
                <c:pt idx="5392">
                  <c:v>8.050692070792099</c:v>
                </c:pt>
                <c:pt idx="5393">
                  <c:v>8.0521983328542692</c:v>
                </c:pt>
                <c:pt idx="5394">
                  <c:v>8.0540399950724755</c:v>
                </c:pt>
                <c:pt idx="5395">
                  <c:v>8.0538462612409152</c:v>
                </c:pt>
                <c:pt idx="5396">
                  <c:v>8.0526028826017324</c:v>
                </c:pt>
                <c:pt idx="5397">
                  <c:v>8.0507397035272863</c:v>
                </c:pt>
                <c:pt idx="5398">
                  <c:v>8.0507060321110337</c:v>
                </c:pt>
                <c:pt idx="5399">
                  <c:v>8.0527850367511196</c:v>
                </c:pt>
                <c:pt idx="5400">
                  <c:v>8.0525637909087173</c:v>
                </c:pt>
                <c:pt idx="5401">
                  <c:v>8.0479890773210698</c:v>
                </c:pt>
                <c:pt idx="5402">
                  <c:v>8.0453546585636264</c:v>
                </c:pt>
                <c:pt idx="5403">
                  <c:v>8.0485417813000453</c:v>
                </c:pt>
                <c:pt idx="5404">
                  <c:v>8.0509186547858587</c:v>
                </c:pt>
                <c:pt idx="5405">
                  <c:v>8.05264739457151</c:v>
                </c:pt>
                <c:pt idx="5406">
                  <c:v>8.0530103067383898</c:v>
                </c:pt>
                <c:pt idx="5407">
                  <c:v>8.0527326407424145</c:v>
                </c:pt>
                <c:pt idx="5408">
                  <c:v>8.0517946043608593</c:v>
                </c:pt>
                <c:pt idx="5409">
                  <c:v>8.0510494805568094</c:v>
                </c:pt>
                <c:pt idx="5410">
                  <c:v>8.0512942142651838</c:v>
                </c:pt>
                <c:pt idx="5411">
                  <c:v>8.0522568061429798</c:v>
                </c:pt>
                <c:pt idx="5412">
                  <c:v>8.0536431651131277</c:v>
                </c:pt>
                <c:pt idx="5413">
                  <c:v>8.0544821582556558</c:v>
                </c:pt>
                <c:pt idx="5414">
                  <c:v>8.0561398595655564</c:v>
                </c:pt>
                <c:pt idx="5415">
                  <c:v>8.0565293803638163</c:v>
                </c:pt>
                <c:pt idx="5416">
                  <c:v>8.0559968792345913</c:v>
                </c:pt>
                <c:pt idx="5417">
                  <c:v>8.0564208927031569</c:v>
                </c:pt>
                <c:pt idx="5418">
                  <c:v>8.0592800065700327</c:v>
                </c:pt>
                <c:pt idx="5419">
                  <c:v>8.0615761507822441</c:v>
                </c:pt>
                <c:pt idx="5420">
                  <c:v>8.0629022297047594</c:v>
                </c:pt>
                <c:pt idx="5421">
                  <c:v>8.0621064345255213</c:v>
                </c:pt>
                <c:pt idx="5422">
                  <c:v>8.061350962920379</c:v>
                </c:pt>
                <c:pt idx="5423">
                  <c:v>8.0630034903297343</c:v>
                </c:pt>
                <c:pt idx="5424">
                  <c:v>8.0640275941362454</c:v>
                </c:pt>
                <c:pt idx="5425">
                  <c:v>8.0644443805691282</c:v>
                </c:pt>
                <c:pt idx="5426">
                  <c:v>8.0634918901162074</c:v>
                </c:pt>
                <c:pt idx="5427">
                  <c:v>8.0581666324477474</c:v>
                </c:pt>
                <c:pt idx="5428">
                  <c:v>8.0529619348745527</c:v>
                </c:pt>
                <c:pt idx="5429">
                  <c:v>8.0522205888391571</c:v>
                </c:pt>
                <c:pt idx="5430">
                  <c:v>8.054572085574673</c:v>
                </c:pt>
                <c:pt idx="5431">
                  <c:v>8.0565858826427963</c:v>
                </c:pt>
                <c:pt idx="5432">
                  <c:v>8.0581297581406801</c:v>
                </c:pt>
                <c:pt idx="5433">
                  <c:v>8.055786391820309</c:v>
                </c:pt>
                <c:pt idx="5434">
                  <c:v>8.0520677534595322</c:v>
                </c:pt>
                <c:pt idx="5435">
                  <c:v>8.0503376175419863</c:v>
                </c:pt>
                <c:pt idx="5436">
                  <c:v>8.052269535580832</c:v>
                </c:pt>
                <c:pt idx="5437">
                  <c:v>8.0566712109391041</c:v>
                </c:pt>
                <c:pt idx="5438">
                  <c:v>8.0589929782778302</c:v>
                </c:pt>
                <c:pt idx="5439">
                  <c:v>8.0583167576889903</c:v>
                </c:pt>
                <c:pt idx="5440">
                  <c:v>8.0574047550609773</c:v>
                </c:pt>
                <c:pt idx="5441">
                  <c:v>8.0581295117644647</c:v>
                </c:pt>
                <c:pt idx="5442">
                  <c:v>8.0574798176815996</c:v>
                </c:pt>
                <c:pt idx="5443">
                  <c:v>8.0566533076007065</c:v>
                </c:pt>
                <c:pt idx="5444">
                  <c:v>8.0563569991376838</c:v>
                </c:pt>
                <c:pt idx="5445">
                  <c:v>8.0531457315320498</c:v>
                </c:pt>
                <c:pt idx="5446">
                  <c:v>8.0496867737034457</c:v>
                </c:pt>
                <c:pt idx="5447">
                  <c:v>8.0447646696505561</c:v>
                </c:pt>
                <c:pt idx="5448">
                  <c:v>8.0413518662998396</c:v>
                </c:pt>
                <c:pt idx="5449">
                  <c:v>8.0386862398883103</c:v>
                </c:pt>
                <c:pt idx="5450">
                  <c:v>8.038895988173941</c:v>
                </c:pt>
                <c:pt idx="5451">
                  <c:v>8.04225680614298</c:v>
                </c:pt>
                <c:pt idx="5452">
                  <c:v>8.0427524329651376</c:v>
                </c:pt>
                <c:pt idx="5453">
                  <c:v>8.0432250646737575</c:v>
                </c:pt>
                <c:pt idx="5454">
                  <c:v>8.0438300825360329</c:v>
                </c:pt>
                <c:pt idx="5455">
                  <c:v>8.0422010429926498</c:v>
                </c:pt>
                <c:pt idx="5456">
                  <c:v>8.040853118712274</c:v>
                </c:pt>
                <c:pt idx="5457">
                  <c:v>8.0416427544860998</c:v>
                </c:pt>
                <c:pt idx="5458">
                  <c:v>8.0435564406849256</c:v>
                </c:pt>
                <c:pt idx="5459">
                  <c:v>8.0443949410750211</c:v>
                </c:pt>
                <c:pt idx="5460">
                  <c:v>8.0441621976758508</c:v>
                </c:pt>
                <c:pt idx="5461">
                  <c:v>8.0454563298156287</c:v>
                </c:pt>
                <c:pt idx="5462">
                  <c:v>8.0460700529708866</c:v>
                </c:pt>
                <c:pt idx="5463">
                  <c:v>8.0448329979879283</c:v>
                </c:pt>
                <c:pt idx="5464">
                  <c:v>8.0427251673305129</c:v>
                </c:pt>
                <c:pt idx="5465">
                  <c:v>8.041452798423192</c:v>
                </c:pt>
                <c:pt idx="5466">
                  <c:v>8.0405208393216441</c:v>
                </c:pt>
                <c:pt idx="5467">
                  <c:v>8.0401002751201087</c:v>
                </c:pt>
                <c:pt idx="5468">
                  <c:v>8.0399552416540061</c:v>
                </c:pt>
                <c:pt idx="5469">
                  <c:v>8.0390327269740887</c:v>
                </c:pt>
                <c:pt idx="5470">
                  <c:v>8.0355240011497564</c:v>
                </c:pt>
                <c:pt idx="5471">
                  <c:v>8.0334984601486461</c:v>
                </c:pt>
                <c:pt idx="5472">
                  <c:v>8.0332166057569907</c:v>
                </c:pt>
                <c:pt idx="5473">
                  <c:v>8.0347647517759615</c:v>
                </c:pt>
                <c:pt idx="5474">
                  <c:v>8.0361148934422868</c:v>
                </c:pt>
                <c:pt idx="5475">
                  <c:v>8.0367312446105199</c:v>
                </c:pt>
                <c:pt idx="5476">
                  <c:v>8.0363806512544649</c:v>
                </c:pt>
                <c:pt idx="5477">
                  <c:v>8.0345399745411239</c:v>
                </c:pt>
                <c:pt idx="5478">
                  <c:v>8.0313990062825944</c:v>
                </c:pt>
                <c:pt idx="5479">
                  <c:v>8.0306009937174068</c:v>
                </c:pt>
                <c:pt idx="5480">
                  <c:v>8.0321131688087704</c:v>
                </c:pt>
                <c:pt idx="5481">
                  <c:v>8.0318175173489923</c:v>
                </c:pt>
                <c:pt idx="5482">
                  <c:v>8.0316885804623652</c:v>
                </c:pt>
                <c:pt idx="5483">
                  <c:v>8.0331623208639584</c:v>
                </c:pt>
                <c:pt idx="5484">
                  <c:v>8.03194185521291</c:v>
                </c:pt>
                <c:pt idx="5485">
                  <c:v>8.0276471071325908</c:v>
                </c:pt>
                <c:pt idx="5486">
                  <c:v>8.0266405781628549</c:v>
                </c:pt>
                <c:pt idx="5487">
                  <c:v>8.0284360037777684</c:v>
                </c:pt>
                <c:pt idx="5488">
                  <c:v>8.0303248059787293</c:v>
                </c:pt>
                <c:pt idx="5489">
                  <c:v>8.0345830903790088</c:v>
                </c:pt>
                <c:pt idx="5490">
                  <c:v>8.0366080565022795</c:v>
                </c:pt>
                <c:pt idx="5491">
                  <c:v>8.03180807292736</c:v>
                </c:pt>
                <c:pt idx="5492">
                  <c:v>8.0259025171436775</c:v>
                </c:pt>
                <c:pt idx="5493">
                  <c:v>8.0263096127787126</c:v>
                </c:pt>
                <c:pt idx="5494">
                  <c:v>8.0287362542602558</c:v>
                </c:pt>
                <c:pt idx="5495">
                  <c:v>8.0314298033096545</c:v>
                </c:pt>
                <c:pt idx="5496">
                  <c:v>8.0359217344885643</c:v>
                </c:pt>
                <c:pt idx="5497">
                  <c:v>8.0382232989775382</c:v>
                </c:pt>
                <c:pt idx="5498">
                  <c:v>8.038524781341108</c:v>
                </c:pt>
                <c:pt idx="5499">
                  <c:v>8.0396509670266489</c:v>
                </c:pt>
                <c:pt idx="5500">
                  <c:v>8.0412350018478218</c:v>
                </c:pt>
                <c:pt idx="5501">
                  <c:v>8.0389637416334736</c:v>
                </c:pt>
                <c:pt idx="5502">
                  <c:v>8.0345664189216937</c:v>
                </c:pt>
                <c:pt idx="5503">
                  <c:v>8.0350744466800812</c:v>
                </c:pt>
                <c:pt idx="5504">
                  <c:v>8.0382086806553605</c:v>
                </c:pt>
                <c:pt idx="5505">
                  <c:v>8.0397298895413289</c:v>
                </c:pt>
                <c:pt idx="5506">
                  <c:v>8.0398111115673636</c:v>
                </c:pt>
                <c:pt idx="5507">
                  <c:v>8.0383147045538532</c:v>
                </c:pt>
                <c:pt idx="5508">
                  <c:v>8.0397535416581114</c:v>
                </c:pt>
                <c:pt idx="5509">
                  <c:v>8.040828152589004</c:v>
                </c:pt>
                <c:pt idx="5510">
                  <c:v>8.039931918038846</c:v>
                </c:pt>
                <c:pt idx="5511">
                  <c:v>8.0383634870447178</c:v>
                </c:pt>
                <c:pt idx="5512">
                  <c:v>8.0353845522112266</c:v>
                </c:pt>
                <c:pt idx="5513">
                  <c:v>8.0319505605058925</c:v>
                </c:pt>
                <c:pt idx="5514">
                  <c:v>8.029073625426026</c:v>
                </c:pt>
                <c:pt idx="5515">
                  <c:v>8.0306578244980091</c:v>
                </c:pt>
                <c:pt idx="5516">
                  <c:v>8.0324052067507079</c:v>
                </c:pt>
                <c:pt idx="5517">
                  <c:v>8.0365231388329974</c:v>
                </c:pt>
                <c:pt idx="5518">
                  <c:v>8.0430178622756952</c:v>
                </c:pt>
                <c:pt idx="5519">
                  <c:v>8.0446613558904438</c:v>
                </c:pt>
                <c:pt idx="5520">
                  <c:v>8.042584979263335</c:v>
                </c:pt>
                <c:pt idx="5521">
                  <c:v>8.0413463638976719</c:v>
                </c:pt>
                <c:pt idx="5522">
                  <c:v>8.0405320083767915</c:v>
                </c:pt>
                <c:pt idx="5523">
                  <c:v>8.0406499404590814</c:v>
                </c:pt>
                <c:pt idx="5524">
                  <c:v>8.0385516363487053</c:v>
                </c:pt>
                <c:pt idx="5525">
                  <c:v>8.0364217960826174</c:v>
                </c:pt>
                <c:pt idx="5526">
                  <c:v>8.0354364554674991</c:v>
                </c:pt>
                <c:pt idx="5527">
                  <c:v>8.0340316182811158</c:v>
                </c:pt>
                <c:pt idx="5528">
                  <c:v>8.0315704020038599</c:v>
                </c:pt>
                <c:pt idx="5529">
                  <c:v>8.0326749065823506</c:v>
                </c:pt>
                <c:pt idx="5530">
                  <c:v>8.0351741469223512</c:v>
                </c:pt>
                <c:pt idx="5531">
                  <c:v>8.0344781341107865</c:v>
                </c:pt>
                <c:pt idx="5532">
                  <c:v>8.0336334743152786</c:v>
                </c:pt>
                <c:pt idx="5533">
                  <c:v>8.0349832874799816</c:v>
                </c:pt>
                <c:pt idx="5534">
                  <c:v>8.0364194965712645</c:v>
                </c:pt>
                <c:pt idx="5535">
                  <c:v>8.0362789800024643</c:v>
                </c:pt>
                <c:pt idx="5536">
                  <c:v>8.0395056050589258</c:v>
                </c:pt>
                <c:pt idx="5537">
                  <c:v>8.0418625220712023</c:v>
                </c:pt>
                <c:pt idx="5538">
                  <c:v>8.0411802242023569</c:v>
                </c:pt>
                <c:pt idx="5539">
                  <c:v>8.0388831766106836</c:v>
                </c:pt>
                <c:pt idx="5540">
                  <c:v>8.0376135178417449</c:v>
                </c:pt>
                <c:pt idx="5541">
                  <c:v>8.03757368702008</c:v>
                </c:pt>
                <c:pt idx="5542">
                  <c:v>8.037593643493615</c:v>
                </c:pt>
                <c:pt idx="5543">
                  <c:v>8.0358456042376716</c:v>
                </c:pt>
                <c:pt idx="5544">
                  <c:v>8.0331182195212083</c:v>
                </c:pt>
                <c:pt idx="5545">
                  <c:v>8.0325031823594628</c:v>
                </c:pt>
                <c:pt idx="5546">
                  <c:v>8.0318168603457476</c:v>
                </c:pt>
                <c:pt idx="5547">
                  <c:v>8.0300872171806343</c:v>
                </c:pt>
                <c:pt idx="5548">
                  <c:v>8.0282079415267109</c:v>
                </c:pt>
                <c:pt idx="5549">
                  <c:v>8.0265532788568148</c:v>
                </c:pt>
                <c:pt idx="5550">
                  <c:v>8.0279041596517882</c:v>
                </c:pt>
                <c:pt idx="5551">
                  <c:v>8.0320178212129925</c:v>
                </c:pt>
                <c:pt idx="5552">
                  <c:v>8.0323905884285303</c:v>
                </c:pt>
                <c:pt idx="5553">
                  <c:v>8.0315763971584602</c:v>
                </c:pt>
                <c:pt idx="5554">
                  <c:v>8.0321880671785824</c:v>
                </c:pt>
                <c:pt idx="5555">
                  <c:v>8.0292010019299465</c:v>
                </c:pt>
                <c:pt idx="5556">
                  <c:v>8.027101712314705</c:v>
                </c:pt>
                <c:pt idx="5557">
                  <c:v>8.0303142118014215</c:v>
                </c:pt>
                <c:pt idx="5558">
                  <c:v>8.0353987599063768</c:v>
                </c:pt>
                <c:pt idx="5559">
                  <c:v>8.0379487537469725</c:v>
                </c:pt>
                <c:pt idx="5560">
                  <c:v>8.036070956350347</c:v>
                </c:pt>
                <c:pt idx="5561">
                  <c:v>8.0349563503469792</c:v>
                </c:pt>
                <c:pt idx="5562">
                  <c:v>8.0347911140311261</c:v>
                </c:pt>
                <c:pt idx="5563">
                  <c:v>8.0358821500431166</c:v>
                </c:pt>
                <c:pt idx="5564">
                  <c:v>8.034822485936024</c:v>
                </c:pt>
                <c:pt idx="5565">
                  <c:v>8.0376042376709229</c:v>
                </c:pt>
                <c:pt idx="5566">
                  <c:v>8.0382020284975155</c:v>
                </c:pt>
                <c:pt idx="5567">
                  <c:v>8.039401880671786</c:v>
                </c:pt>
                <c:pt idx="5568">
                  <c:v>8.0404493080934589</c:v>
                </c:pt>
                <c:pt idx="5569">
                  <c:v>8.0383712889582384</c:v>
                </c:pt>
                <c:pt idx="5570">
                  <c:v>8.0331123064920131</c:v>
                </c:pt>
                <c:pt idx="5571">
                  <c:v>8.0309082248593597</c:v>
                </c:pt>
                <c:pt idx="5572">
                  <c:v>8.0323785981193279</c:v>
                </c:pt>
                <c:pt idx="5573">
                  <c:v>8.0311233934217547</c:v>
                </c:pt>
                <c:pt idx="5574">
                  <c:v>8.0302076130250892</c:v>
                </c:pt>
                <c:pt idx="5575">
                  <c:v>8.0284218782080234</c:v>
                </c:pt>
                <c:pt idx="5576">
                  <c:v>8.0273491561614581</c:v>
                </c:pt>
                <c:pt idx="5577">
                  <c:v>8.0312654703732598</c:v>
                </c:pt>
                <c:pt idx="5578">
                  <c:v>8.0354355520880389</c:v>
                </c:pt>
                <c:pt idx="5579">
                  <c:v>8.0374850737075523</c:v>
                </c:pt>
                <c:pt idx="5580">
                  <c:v>8.0355383730957168</c:v>
                </c:pt>
                <c:pt idx="5581">
                  <c:v>8.0360238163675941</c:v>
                </c:pt>
                <c:pt idx="5582">
                  <c:v>8.0361806758920871</c:v>
                </c:pt>
                <c:pt idx="5583">
                  <c:v>8.0344223709604563</c:v>
                </c:pt>
                <c:pt idx="5584">
                  <c:v>8.0352332772143065</c:v>
                </c:pt>
                <c:pt idx="5585">
                  <c:v>8.0350950601568591</c:v>
                </c:pt>
                <c:pt idx="5586">
                  <c:v>8.0346602882601736</c:v>
                </c:pt>
                <c:pt idx="5587">
                  <c:v>8.0315005954091898</c:v>
                </c:pt>
                <c:pt idx="5588">
                  <c:v>8.0314498419085947</c:v>
                </c:pt>
                <c:pt idx="5589">
                  <c:v>8.0344362501539859</c:v>
                </c:pt>
                <c:pt idx="5590">
                  <c:v>8.0367468484375646</c:v>
                </c:pt>
                <c:pt idx="5591">
                  <c:v>8.0359274011415422</c:v>
                </c:pt>
                <c:pt idx="5592">
                  <c:v>8.0340493573687013</c:v>
                </c:pt>
                <c:pt idx="5593">
                  <c:v>8.031679464542357</c:v>
                </c:pt>
                <c:pt idx="5594">
                  <c:v>8.028833572865766</c:v>
                </c:pt>
                <c:pt idx="5595">
                  <c:v>8.0305782449800844</c:v>
                </c:pt>
                <c:pt idx="5596">
                  <c:v>8.0371729971666728</c:v>
                </c:pt>
                <c:pt idx="5597">
                  <c:v>8.0391028620703811</c:v>
                </c:pt>
                <c:pt idx="5598">
                  <c:v>8.0351447460271839</c:v>
                </c:pt>
                <c:pt idx="5599">
                  <c:v>8.0322441588305349</c:v>
                </c:pt>
                <c:pt idx="5600">
                  <c:v>8.031186794234797</c:v>
                </c:pt>
                <c:pt idx="5601">
                  <c:v>8.032278980002463</c:v>
                </c:pt>
                <c:pt idx="5602">
                  <c:v>8.0340046811481134</c:v>
                </c:pt>
                <c:pt idx="5603">
                  <c:v>8.0367535005954096</c:v>
                </c:pt>
                <c:pt idx="5604">
                  <c:v>8.0368541863425449</c:v>
                </c:pt>
                <c:pt idx="5605">
                  <c:v>8.0358388699544196</c:v>
                </c:pt>
                <c:pt idx="5606">
                  <c:v>8.0365746314622424</c:v>
                </c:pt>
                <c:pt idx="5607">
                  <c:v>8.0358698312322918</c:v>
                </c:pt>
                <c:pt idx="5608">
                  <c:v>8.031200098550487</c:v>
                </c:pt>
                <c:pt idx="5609">
                  <c:v>8.027938816572906</c:v>
                </c:pt>
                <c:pt idx="5610">
                  <c:v>8.0292780355603011</c:v>
                </c:pt>
                <c:pt idx="5611">
                  <c:v>8.034192091323451</c:v>
                </c:pt>
                <c:pt idx="5612">
                  <c:v>8.0375860879563099</c:v>
                </c:pt>
                <c:pt idx="5613">
                  <c:v>8.0357448363651294</c:v>
                </c:pt>
                <c:pt idx="5614">
                  <c:v>8.0336186917422907</c:v>
                </c:pt>
                <c:pt idx="5615">
                  <c:v>8.0303988009690794</c:v>
                </c:pt>
                <c:pt idx="5616">
                  <c:v>8.0277542807867608</c:v>
                </c:pt>
                <c:pt idx="5617">
                  <c:v>8.0267304233564651</c:v>
                </c:pt>
                <c:pt idx="5618">
                  <c:v>8.0265768488481903</c:v>
                </c:pt>
                <c:pt idx="5619">
                  <c:v>8.0279707633556434</c:v>
                </c:pt>
                <c:pt idx="5620">
                  <c:v>8.0285451484416708</c:v>
                </c:pt>
                <c:pt idx="5621">
                  <c:v>8.0270197511600205</c:v>
                </c:pt>
                <c:pt idx="5622">
                  <c:v>8.0259924444626947</c:v>
                </c:pt>
                <c:pt idx="5623">
                  <c:v>8.0268345583706324</c:v>
                </c:pt>
                <c:pt idx="5624">
                  <c:v>8.0282854679094982</c:v>
                </c:pt>
                <c:pt idx="5625">
                  <c:v>8.0302046565104916</c:v>
                </c:pt>
                <c:pt idx="5626">
                  <c:v>8.0332200550240209</c:v>
                </c:pt>
                <c:pt idx="5627">
                  <c:v>8.0329263745739752</c:v>
                </c:pt>
                <c:pt idx="5628">
                  <c:v>8.0301603087915243</c:v>
                </c:pt>
                <c:pt idx="5629">
                  <c:v>8.0288031043403283</c:v>
                </c:pt>
                <c:pt idx="5630">
                  <c:v>8.0274251221615405</c:v>
                </c:pt>
                <c:pt idx="5631">
                  <c:v>8.028139859565556</c:v>
                </c:pt>
                <c:pt idx="5632">
                  <c:v>8.0284558781258983</c:v>
                </c:pt>
                <c:pt idx="5633">
                  <c:v>8.0305298731162491</c:v>
                </c:pt>
                <c:pt idx="5634">
                  <c:v>8.0312143062456371</c:v>
                </c:pt>
                <c:pt idx="5635">
                  <c:v>8.0298689278528315</c:v>
                </c:pt>
                <c:pt idx="5636">
                  <c:v>8.0316392230936646</c:v>
                </c:pt>
                <c:pt idx="5637">
                  <c:v>8.0341589947850363</c:v>
                </c:pt>
                <c:pt idx="5638">
                  <c:v>8.0339147538290963</c:v>
                </c:pt>
                <c:pt idx="5639">
                  <c:v>8.033240011497556</c:v>
                </c:pt>
                <c:pt idx="5640">
                  <c:v>8.0353475957787541</c:v>
                </c:pt>
                <c:pt idx="5641">
                  <c:v>8.0356461216277264</c:v>
                </c:pt>
                <c:pt idx="5642">
                  <c:v>8.0321413378228552</c:v>
                </c:pt>
                <c:pt idx="5643">
                  <c:v>8.0305573851270893</c:v>
                </c:pt>
                <c:pt idx="5644">
                  <c:v>8.0320249661232701</c:v>
                </c:pt>
                <c:pt idx="5645">
                  <c:v>8.0337923869749108</c:v>
                </c:pt>
                <c:pt idx="5646">
                  <c:v>8.0353181127581816</c:v>
                </c:pt>
                <c:pt idx="5647">
                  <c:v>8.0339554059048162</c:v>
                </c:pt>
                <c:pt idx="5648">
                  <c:v>8.034751201084056</c:v>
                </c:pt>
                <c:pt idx="5649">
                  <c:v>8.0360366279308497</c:v>
                </c:pt>
                <c:pt idx="5650">
                  <c:v>8.0353645957376916</c:v>
                </c:pt>
                <c:pt idx="5651">
                  <c:v>8.0351481952942141</c:v>
                </c:pt>
                <c:pt idx="5652">
                  <c:v>8.0375828850654951</c:v>
                </c:pt>
                <c:pt idx="5653">
                  <c:v>8.0359702706032117</c:v>
                </c:pt>
                <c:pt idx="5654">
                  <c:v>8.0350295240832743</c:v>
                </c:pt>
                <c:pt idx="5655">
                  <c:v>8.0348007227035687</c:v>
                </c:pt>
                <c:pt idx="5656">
                  <c:v>8.0343161006857464</c:v>
                </c:pt>
                <c:pt idx="5657">
                  <c:v>8.0335654744795306</c:v>
                </c:pt>
                <c:pt idx="5658">
                  <c:v>8.0317751406397573</c:v>
                </c:pt>
                <c:pt idx="5659">
                  <c:v>8.0320767872541374</c:v>
                </c:pt>
                <c:pt idx="5660">
                  <c:v>8.0333794604360858</c:v>
                </c:pt>
                <c:pt idx="5661">
                  <c:v>8.0352645669937992</c:v>
                </c:pt>
                <c:pt idx="5662">
                  <c:v>8.0370051328378427</c:v>
                </c:pt>
                <c:pt idx="5663">
                  <c:v>8.0359170533404516</c:v>
                </c:pt>
                <c:pt idx="5664">
                  <c:v>8.0331540261980052</c:v>
                </c:pt>
                <c:pt idx="5665">
                  <c:v>8.0327629450170406</c:v>
                </c:pt>
                <c:pt idx="5666">
                  <c:v>8.0345301194924659</c:v>
                </c:pt>
                <c:pt idx="5667">
                  <c:v>8.0363767913604072</c:v>
                </c:pt>
                <c:pt idx="5668">
                  <c:v>8.0363312938857643</c:v>
                </c:pt>
                <c:pt idx="5669">
                  <c:v>8.0360476327351869</c:v>
                </c:pt>
                <c:pt idx="5670">
                  <c:v>8.0369483841826472</c:v>
                </c:pt>
                <c:pt idx="5671">
                  <c:v>8.0377353919434977</c:v>
                </c:pt>
                <c:pt idx="5672">
                  <c:v>8.0380484539892407</c:v>
                </c:pt>
                <c:pt idx="5673">
                  <c:v>8.0378999712561079</c:v>
                </c:pt>
                <c:pt idx="5674">
                  <c:v>8.0382260912413255</c:v>
                </c:pt>
                <c:pt idx="5675">
                  <c:v>8.0413053833203296</c:v>
                </c:pt>
                <c:pt idx="5676">
                  <c:v>8.0442854679094982</c:v>
                </c:pt>
                <c:pt idx="5677">
                  <c:v>8.0405616556481743</c:v>
                </c:pt>
                <c:pt idx="5678">
                  <c:v>8.0358362419414444</c:v>
                </c:pt>
                <c:pt idx="5679">
                  <c:v>8.0376036627930851</c:v>
                </c:pt>
                <c:pt idx="5680">
                  <c:v>8.0401548885147616</c:v>
                </c:pt>
                <c:pt idx="5681">
                  <c:v>8.0395876483390136</c:v>
                </c:pt>
                <c:pt idx="5682">
                  <c:v>8.0361350141666321</c:v>
                </c:pt>
                <c:pt idx="5683">
                  <c:v>8.0343474725906461</c:v>
                </c:pt>
                <c:pt idx="5684">
                  <c:v>8.0344904529216112</c:v>
                </c:pt>
                <c:pt idx="5685">
                  <c:v>8.0336812713012762</c:v>
                </c:pt>
                <c:pt idx="5686">
                  <c:v>8.0327168726645581</c:v>
                </c:pt>
                <c:pt idx="5687">
                  <c:v>8.0339105654334162</c:v>
                </c:pt>
                <c:pt idx="5688">
                  <c:v>8.0335311460600334</c:v>
                </c:pt>
                <c:pt idx="5689">
                  <c:v>8.0337554305424383</c:v>
                </c:pt>
                <c:pt idx="5690">
                  <c:v>8.0335946289984808</c:v>
                </c:pt>
                <c:pt idx="5691">
                  <c:v>8.0351433498952893</c:v>
                </c:pt>
                <c:pt idx="5692">
                  <c:v>8.0384089845193607</c:v>
                </c:pt>
                <c:pt idx="5693">
                  <c:v>8.0382403810618808</c:v>
                </c:pt>
                <c:pt idx="5694">
                  <c:v>8.039929454276681</c:v>
                </c:pt>
                <c:pt idx="5695">
                  <c:v>8.0410854514844168</c:v>
                </c:pt>
                <c:pt idx="5696">
                  <c:v>8.0421402701925846</c:v>
                </c:pt>
                <c:pt idx="5697">
                  <c:v>8.0412991417895121</c:v>
                </c:pt>
                <c:pt idx="5698">
                  <c:v>8.0386388535293385</c:v>
                </c:pt>
                <c:pt idx="5699">
                  <c:v>8.0389054325955733</c:v>
                </c:pt>
                <c:pt idx="5700">
                  <c:v>8.0404718104545641</c:v>
                </c:pt>
                <c:pt idx="5701">
                  <c:v>8.0395398513530161</c:v>
                </c:pt>
                <c:pt idx="5702">
                  <c:v>8.0391820309612783</c:v>
                </c:pt>
                <c:pt idx="5703">
                  <c:v>8.0394446680080485</c:v>
                </c:pt>
                <c:pt idx="5704">
                  <c:v>8.0420336714162524</c:v>
                </c:pt>
                <c:pt idx="5705">
                  <c:v>8.0441474151028629</c:v>
                </c:pt>
                <c:pt idx="5706">
                  <c:v>8.0412350018478218</c:v>
                </c:pt>
                <c:pt idx="5707">
                  <c:v>8.0375330349443601</c:v>
                </c:pt>
                <c:pt idx="5708">
                  <c:v>8.0360446762205893</c:v>
                </c:pt>
                <c:pt idx="5709">
                  <c:v>8.0347916067835587</c:v>
                </c:pt>
                <c:pt idx="5710">
                  <c:v>8.0340498501211357</c:v>
                </c:pt>
                <c:pt idx="5711">
                  <c:v>8.035089968381719</c:v>
                </c:pt>
                <c:pt idx="5712">
                  <c:v>8.0339578696669811</c:v>
                </c:pt>
                <c:pt idx="5713">
                  <c:v>8.0325966410709153</c:v>
                </c:pt>
                <c:pt idx="5714">
                  <c:v>8.0310732147989974</c:v>
                </c:pt>
                <c:pt idx="5715">
                  <c:v>8.0318702418593197</c:v>
                </c:pt>
                <c:pt idx="5716">
                  <c:v>8.0319713382334825</c:v>
                </c:pt>
                <c:pt idx="5717">
                  <c:v>8.0320050917751402</c:v>
                </c:pt>
                <c:pt idx="5718">
                  <c:v>8.0328986161869178</c:v>
                </c:pt>
                <c:pt idx="5719">
                  <c:v>8.0348476163101061</c:v>
                </c:pt>
                <c:pt idx="5720">
                  <c:v>8.0362233811029444</c:v>
                </c:pt>
                <c:pt idx="5721">
                  <c:v>8.0370684515254798</c:v>
                </c:pt>
                <c:pt idx="5722">
                  <c:v>8.0379263335112725</c:v>
                </c:pt>
                <c:pt idx="5723">
                  <c:v>8.0384313226296555</c:v>
                </c:pt>
                <c:pt idx="5724">
                  <c:v>8.0410196690346165</c:v>
                </c:pt>
                <c:pt idx="5725">
                  <c:v>8.0443247238533235</c:v>
                </c:pt>
                <c:pt idx="5726">
                  <c:v>8.0434413008664229</c:v>
                </c:pt>
                <c:pt idx="5727">
                  <c:v>8.0400560916519517</c:v>
                </c:pt>
                <c:pt idx="5728">
                  <c:v>8.0402184535786141</c:v>
                </c:pt>
                <c:pt idx="5729">
                  <c:v>8.0404108734036868</c:v>
                </c:pt>
                <c:pt idx="5730">
                  <c:v>8.0389971666735107</c:v>
                </c:pt>
                <c:pt idx="5731">
                  <c:v>8.0402378351743113</c:v>
                </c:pt>
                <c:pt idx="5732">
                  <c:v>8.0412097072229294</c:v>
                </c:pt>
                <c:pt idx="5733">
                  <c:v>8.0422537675029773</c:v>
                </c:pt>
                <c:pt idx="5734">
                  <c:v>8.0434375230977704</c:v>
                </c:pt>
                <c:pt idx="5735">
                  <c:v>8.0423023036176247</c:v>
                </c:pt>
                <c:pt idx="5736">
                  <c:v>8.0424579312610351</c:v>
                </c:pt>
                <c:pt idx="5737">
                  <c:v>8.0444465979550781</c:v>
                </c:pt>
                <c:pt idx="5738">
                  <c:v>8.0478883915739328</c:v>
                </c:pt>
                <c:pt idx="5739">
                  <c:v>8.0501866710466885</c:v>
                </c:pt>
                <c:pt idx="5740">
                  <c:v>8.0512368086067418</c:v>
                </c:pt>
                <c:pt idx="5741">
                  <c:v>8.0492636636143384</c:v>
                </c:pt>
                <c:pt idx="5742">
                  <c:v>8.0468964809263746</c:v>
                </c:pt>
                <c:pt idx="5743">
                  <c:v>8.0457141214634742</c:v>
                </c:pt>
                <c:pt idx="5744">
                  <c:v>8.0477527204040573</c:v>
                </c:pt>
                <c:pt idx="5745">
                  <c:v>8.0472111033548224</c:v>
                </c:pt>
                <c:pt idx="5746">
                  <c:v>8.0452060115796815</c:v>
                </c:pt>
                <c:pt idx="5747">
                  <c:v>8.0453756826674336</c:v>
                </c:pt>
                <c:pt idx="5748">
                  <c:v>8.0438947973555628</c:v>
                </c:pt>
                <c:pt idx="5749">
                  <c:v>8.0387570319878456</c:v>
                </c:pt>
                <c:pt idx="5750">
                  <c:v>8.0375027306697326</c:v>
                </c:pt>
                <c:pt idx="5751">
                  <c:v>8.0384858538989032</c:v>
                </c:pt>
                <c:pt idx="5752">
                  <c:v>8.0379527778918405</c:v>
                </c:pt>
                <c:pt idx="5753">
                  <c:v>8.0363278446187323</c:v>
                </c:pt>
                <c:pt idx="5754">
                  <c:v>8.0373530160555173</c:v>
                </c:pt>
                <c:pt idx="5755">
                  <c:v>8.0408877756333919</c:v>
                </c:pt>
                <c:pt idx="5756">
                  <c:v>8.0428334086149551</c:v>
                </c:pt>
                <c:pt idx="5757">
                  <c:v>8.0445079456329811</c:v>
                </c:pt>
                <c:pt idx="5758">
                  <c:v>8.0435423972405857</c:v>
                </c:pt>
                <c:pt idx="5759">
                  <c:v>8.0448721718063485</c:v>
                </c:pt>
                <c:pt idx="5760">
                  <c:v>8.0469792633351123</c:v>
                </c:pt>
                <c:pt idx="5761">
                  <c:v>8.0487618773867702</c:v>
                </c:pt>
                <c:pt idx="5762">
                  <c:v>8.0494882765983657</c:v>
                </c:pt>
                <c:pt idx="5763">
                  <c:v>8.0490335482281452</c:v>
                </c:pt>
                <c:pt idx="5764">
                  <c:v>8.0475905227282052</c:v>
                </c:pt>
                <c:pt idx="5765">
                  <c:v>8.0478906089598823</c:v>
                </c:pt>
                <c:pt idx="5766">
                  <c:v>8.048813123639798</c:v>
                </c:pt>
                <c:pt idx="5767">
                  <c:v>8.0448234714408908</c:v>
                </c:pt>
                <c:pt idx="5768">
                  <c:v>8.0411302098304116</c:v>
                </c:pt>
                <c:pt idx="5769">
                  <c:v>8.0416956432472393</c:v>
                </c:pt>
                <c:pt idx="5770">
                  <c:v>8.0432782819365176</c:v>
                </c:pt>
                <c:pt idx="5771">
                  <c:v>8.0430677945222353</c:v>
                </c:pt>
                <c:pt idx="5772">
                  <c:v>8.042103970763355</c:v>
                </c:pt>
                <c:pt idx="5773">
                  <c:v>8.041022543423809</c:v>
                </c:pt>
                <c:pt idx="5774">
                  <c:v>8.0409477271794021</c:v>
                </c:pt>
                <c:pt idx="5775">
                  <c:v>8.0436169671087754</c:v>
                </c:pt>
                <c:pt idx="5776">
                  <c:v>8.0444135835420685</c:v>
                </c:pt>
                <c:pt idx="5777">
                  <c:v>8.0429494518129179</c:v>
                </c:pt>
                <c:pt idx="5778">
                  <c:v>8.0445937666817233</c:v>
                </c:pt>
                <c:pt idx="5779">
                  <c:v>8.0467268098386242</c:v>
                </c:pt>
                <c:pt idx="5780">
                  <c:v>8.0467801092267894</c:v>
                </c:pt>
                <c:pt idx="5781">
                  <c:v>8.0463258736090015</c:v>
                </c:pt>
                <c:pt idx="5782">
                  <c:v>8.0460411448281519</c:v>
                </c:pt>
                <c:pt idx="5783">
                  <c:v>8.0459507247567039</c:v>
                </c:pt>
                <c:pt idx="5784">
                  <c:v>8.0464542356177891</c:v>
                </c:pt>
                <c:pt idx="5785">
                  <c:v>8.0470613887406071</c:v>
                </c:pt>
                <c:pt idx="5786">
                  <c:v>8.0465789841087343</c:v>
                </c:pt>
                <c:pt idx="5787">
                  <c:v>8.0454063154436817</c:v>
                </c:pt>
                <c:pt idx="5788">
                  <c:v>8.0448541042171389</c:v>
                </c:pt>
                <c:pt idx="5789">
                  <c:v>8.0453981029031336</c:v>
                </c:pt>
                <c:pt idx="5790">
                  <c:v>8.045226378680244</c:v>
                </c:pt>
                <c:pt idx="5791">
                  <c:v>8.0441539030098959</c:v>
                </c:pt>
                <c:pt idx="5792">
                  <c:v>8.0446705539358607</c:v>
                </c:pt>
                <c:pt idx="5793">
                  <c:v>8.0462193569580744</c:v>
                </c:pt>
                <c:pt idx="5794">
                  <c:v>8.0478372274463101</c:v>
                </c:pt>
                <c:pt idx="5795">
                  <c:v>8.0483914918079904</c:v>
                </c:pt>
                <c:pt idx="5796">
                  <c:v>8.0516518704061095</c:v>
                </c:pt>
                <c:pt idx="5797">
                  <c:v>8.0547830657413879</c:v>
                </c:pt>
                <c:pt idx="5798">
                  <c:v>8.0566810659877639</c:v>
                </c:pt>
                <c:pt idx="5799">
                  <c:v>8.058166386071532</c:v>
                </c:pt>
                <c:pt idx="5800">
                  <c:v>8.0577439329856695</c:v>
                </c:pt>
                <c:pt idx="5801">
                  <c:v>8.0545493368373506</c:v>
                </c:pt>
                <c:pt idx="5802">
                  <c:v>8.0526827084958725</c:v>
                </c:pt>
                <c:pt idx="5803">
                  <c:v>8.0513144171149342</c:v>
                </c:pt>
                <c:pt idx="5804">
                  <c:v>8.0494577259475211</c:v>
                </c:pt>
                <c:pt idx="5805">
                  <c:v>8.0493236972857556</c:v>
                </c:pt>
                <c:pt idx="5806">
                  <c:v>8.0500312076540883</c:v>
                </c:pt>
                <c:pt idx="5807">
                  <c:v>8.0515051123064918</c:v>
                </c:pt>
                <c:pt idx="5808">
                  <c:v>8.0540858210487407</c:v>
                </c:pt>
                <c:pt idx="5809">
                  <c:v>8.0563079702706037</c:v>
                </c:pt>
                <c:pt idx="5810">
                  <c:v>8.0578892128279875</c:v>
                </c:pt>
                <c:pt idx="5811">
                  <c:v>8.0594281608015432</c:v>
                </c:pt>
                <c:pt idx="5812">
                  <c:v>8.0586326119985223</c:v>
                </c:pt>
                <c:pt idx="5813">
                  <c:v>8.0585054818708173</c:v>
                </c:pt>
                <c:pt idx="5814">
                  <c:v>8.0577636430829873</c:v>
                </c:pt>
                <c:pt idx="5815">
                  <c:v>8.056894509916642</c:v>
                </c:pt>
                <c:pt idx="5816">
                  <c:v>8.0556121217098511</c:v>
                </c:pt>
                <c:pt idx="5817">
                  <c:v>8.055036504742743</c:v>
                </c:pt>
                <c:pt idx="5818">
                  <c:v>8.0596536771650307</c:v>
                </c:pt>
                <c:pt idx="5819">
                  <c:v>8.0601617049234182</c:v>
                </c:pt>
                <c:pt idx="5820">
                  <c:v>8.0575689237465618</c:v>
                </c:pt>
                <c:pt idx="5821">
                  <c:v>8.0569372972529045</c:v>
                </c:pt>
                <c:pt idx="5822">
                  <c:v>8.0604746027183509</c:v>
                </c:pt>
                <c:pt idx="5823">
                  <c:v>8.0641016712520024</c:v>
                </c:pt>
                <c:pt idx="5824">
                  <c:v>8.0659398842031784</c:v>
                </c:pt>
                <c:pt idx="5825">
                  <c:v>8.0676782326612742</c:v>
                </c:pt>
                <c:pt idx="5826">
                  <c:v>8.0707158871596931</c:v>
                </c:pt>
                <c:pt idx="5827">
                  <c:v>8.0718134110787165</c:v>
                </c:pt>
                <c:pt idx="5828">
                  <c:v>8.0733726440274296</c:v>
                </c:pt>
                <c:pt idx="5829">
                  <c:v>8.0747115345132023</c:v>
                </c:pt>
                <c:pt idx="5830">
                  <c:v>8.0724663080523964</c:v>
                </c:pt>
                <c:pt idx="5831">
                  <c:v>8.0707900464008535</c:v>
                </c:pt>
                <c:pt idx="5832">
                  <c:v>8.0721078306574139</c:v>
                </c:pt>
                <c:pt idx="5833">
                  <c:v>8.0744149796739624</c:v>
                </c:pt>
                <c:pt idx="5834">
                  <c:v>8.0759920338356679</c:v>
                </c:pt>
                <c:pt idx="5835">
                  <c:v>8.0776228801379713</c:v>
                </c:pt>
                <c:pt idx="5836">
                  <c:v>8.0792761466759746</c:v>
                </c:pt>
                <c:pt idx="5837">
                  <c:v>8.0808640413912052</c:v>
                </c:pt>
                <c:pt idx="5838">
                  <c:v>8.0803175789430455</c:v>
                </c:pt>
                <c:pt idx="5839">
                  <c:v>8.077762986079744</c:v>
                </c:pt>
                <c:pt idx="5840">
                  <c:v>8.0770748573071085</c:v>
                </c:pt>
                <c:pt idx="5841">
                  <c:v>8.0774256149139738</c:v>
                </c:pt>
                <c:pt idx="5842">
                  <c:v>8.0771567363363861</c:v>
                </c:pt>
                <c:pt idx="5843">
                  <c:v>8.0746409887898825</c:v>
                </c:pt>
                <c:pt idx="5844">
                  <c:v>8.0726983123229168</c:v>
                </c:pt>
                <c:pt idx="5845">
                  <c:v>8.0724796123680864</c:v>
                </c:pt>
                <c:pt idx="5846">
                  <c:v>8.0737823676754399</c:v>
                </c:pt>
                <c:pt idx="5847">
                  <c:v>8.0744317332566826</c:v>
                </c:pt>
                <c:pt idx="5848">
                  <c:v>8.07459655894551</c:v>
                </c:pt>
                <c:pt idx="5849">
                  <c:v>8.075996961359996</c:v>
                </c:pt>
                <c:pt idx="5850">
                  <c:v>8.0749076499815224</c:v>
                </c:pt>
                <c:pt idx="5851">
                  <c:v>8.0724185110663988</c:v>
                </c:pt>
                <c:pt idx="5852">
                  <c:v>8.0709619348745534</c:v>
                </c:pt>
                <c:pt idx="5853">
                  <c:v>8.071833039050631</c:v>
                </c:pt>
                <c:pt idx="5854">
                  <c:v>8.0720785118876517</c:v>
                </c:pt>
                <c:pt idx="5855">
                  <c:v>8.0692292530694374</c:v>
                </c:pt>
                <c:pt idx="5856">
                  <c:v>8.0680683283373718</c:v>
                </c:pt>
                <c:pt idx="5857">
                  <c:v>8.0692122531104999</c:v>
                </c:pt>
                <c:pt idx="5858">
                  <c:v>8.0715805855541412</c:v>
                </c:pt>
                <c:pt idx="5859">
                  <c:v>8.0718135753295286</c:v>
                </c:pt>
                <c:pt idx="5860">
                  <c:v>8.0696843920666854</c:v>
                </c:pt>
                <c:pt idx="5861">
                  <c:v>8.0694342380815502</c:v>
                </c:pt>
                <c:pt idx="5862">
                  <c:v>8.0682669896932619</c:v>
                </c:pt>
                <c:pt idx="5863">
                  <c:v>8.0663521537387588</c:v>
                </c:pt>
                <c:pt idx="5864">
                  <c:v>8.0680763766271095</c:v>
                </c:pt>
                <c:pt idx="5865">
                  <c:v>8.0694221656469427</c:v>
                </c:pt>
                <c:pt idx="5866">
                  <c:v>8.0713291996879235</c:v>
                </c:pt>
                <c:pt idx="5867">
                  <c:v>8.0735984888925394</c:v>
                </c:pt>
                <c:pt idx="5868">
                  <c:v>8.0756486675152956</c:v>
                </c:pt>
                <c:pt idx="5869">
                  <c:v>8.0749714614215904</c:v>
                </c:pt>
                <c:pt idx="5870">
                  <c:v>8.0736908799737197</c:v>
                </c:pt>
                <c:pt idx="5871">
                  <c:v>8.0733446392641568</c:v>
                </c:pt>
                <c:pt idx="5872">
                  <c:v>8.0723128977949337</c:v>
                </c:pt>
                <c:pt idx="5873">
                  <c:v>8.0717734160062413</c:v>
                </c:pt>
                <c:pt idx="5874">
                  <c:v>8.0712873157311211</c:v>
                </c:pt>
                <c:pt idx="5875">
                  <c:v>8.0746274380979752</c:v>
                </c:pt>
                <c:pt idx="5876">
                  <c:v>8.0764144869215286</c:v>
                </c:pt>
                <c:pt idx="5877">
                  <c:v>8.0748353796246874</c:v>
                </c:pt>
                <c:pt idx="5878">
                  <c:v>8.0738699954831024</c:v>
                </c:pt>
                <c:pt idx="5879">
                  <c:v>8.0753619677247155</c:v>
                </c:pt>
                <c:pt idx="5880">
                  <c:v>8.0769295774647887</c:v>
                </c:pt>
                <c:pt idx="5881">
                  <c:v>8.0771206011579686</c:v>
                </c:pt>
                <c:pt idx="5882">
                  <c:v>8.076350018478216</c:v>
                </c:pt>
                <c:pt idx="5883">
                  <c:v>8.0778365704430666</c:v>
                </c:pt>
                <c:pt idx="5884">
                  <c:v>8.0822724099700238</c:v>
                </c:pt>
                <c:pt idx="5885">
                  <c:v>8.0824185931918038</c:v>
                </c:pt>
                <c:pt idx="5886">
                  <c:v>8.0797642179608253</c:v>
                </c:pt>
                <c:pt idx="5887">
                  <c:v>8.0792720404056997</c:v>
                </c:pt>
                <c:pt idx="5888">
                  <c:v>8.078915123393422</c:v>
                </c:pt>
                <c:pt idx="5889">
                  <c:v>8.0781519320001642</c:v>
                </c:pt>
                <c:pt idx="5890">
                  <c:v>8.0796792181661399</c:v>
                </c:pt>
                <c:pt idx="5891">
                  <c:v>8.0802140188067177</c:v>
                </c:pt>
                <c:pt idx="5892">
                  <c:v>8.0801009321233526</c:v>
                </c:pt>
                <c:pt idx="5893">
                  <c:v>8.0799830000410626</c:v>
                </c:pt>
                <c:pt idx="5894">
                  <c:v>8.0798337781792799</c:v>
                </c:pt>
                <c:pt idx="5895">
                  <c:v>8.084073420112512</c:v>
                </c:pt>
                <c:pt idx="5896">
                  <c:v>8.0879201741058591</c:v>
                </c:pt>
                <c:pt idx="5897">
                  <c:v>8.0885205108200218</c:v>
                </c:pt>
                <c:pt idx="5898">
                  <c:v>8.0907748532008377</c:v>
                </c:pt>
                <c:pt idx="5899">
                  <c:v>8.0918679423479656</c:v>
                </c:pt>
                <c:pt idx="5900">
                  <c:v>8.0884408491766919</c:v>
                </c:pt>
                <c:pt idx="5901">
                  <c:v>8.0860477148605927</c:v>
                </c:pt>
                <c:pt idx="5902">
                  <c:v>8.0850211472919149</c:v>
                </c:pt>
                <c:pt idx="5903">
                  <c:v>8.0840266086313797</c:v>
                </c:pt>
                <c:pt idx="5904">
                  <c:v>8.0852872336057153</c:v>
                </c:pt>
                <c:pt idx="5905">
                  <c:v>8.0886239888309444</c:v>
                </c:pt>
                <c:pt idx="5906">
                  <c:v>8.0896021024103799</c:v>
                </c:pt>
                <c:pt idx="5907">
                  <c:v>8.0904241777193775</c:v>
                </c:pt>
                <c:pt idx="5908">
                  <c:v>8.0933486634090261</c:v>
                </c:pt>
                <c:pt idx="5909">
                  <c:v>8.0943456658317245</c:v>
                </c:pt>
                <c:pt idx="5910">
                  <c:v>8.0931835913439816</c:v>
                </c:pt>
                <c:pt idx="5911">
                  <c:v>8.0926259598406762</c:v>
                </c:pt>
                <c:pt idx="5912">
                  <c:v>8.0937601116905515</c:v>
                </c:pt>
                <c:pt idx="5913">
                  <c:v>8.0947948917997774</c:v>
                </c:pt>
                <c:pt idx="5914">
                  <c:v>8.0944376462858791</c:v>
                </c:pt>
                <c:pt idx="5915">
                  <c:v>8.0927910319057208</c:v>
                </c:pt>
                <c:pt idx="5916">
                  <c:v>8.0935539769227614</c:v>
                </c:pt>
                <c:pt idx="5917">
                  <c:v>8.0970689442779129</c:v>
                </c:pt>
                <c:pt idx="5918">
                  <c:v>8.0981020818790288</c:v>
                </c:pt>
                <c:pt idx="5919">
                  <c:v>8.0989069108528717</c:v>
                </c:pt>
                <c:pt idx="5920">
                  <c:v>8.1021623619266627</c:v>
                </c:pt>
                <c:pt idx="5921">
                  <c:v>8.1064944770664802</c:v>
                </c:pt>
                <c:pt idx="5922">
                  <c:v>8.1067375682667429</c:v>
                </c:pt>
                <c:pt idx="5923">
                  <c:v>8.1038656428366114</c:v>
                </c:pt>
                <c:pt idx="5924">
                  <c:v>8.0998899519566372</c:v>
                </c:pt>
                <c:pt idx="5925">
                  <c:v>8.0969145485155831</c:v>
                </c:pt>
                <c:pt idx="5926">
                  <c:v>8.0980979756087539</c:v>
                </c:pt>
                <c:pt idx="5927">
                  <c:v>8.1015883053422577</c:v>
                </c:pt>
                <c:pt idx="5928">
                  <c:v>8.1018264690181905</c:v>
                </c:pt>
                <c:pt idx="5929">
                  <c:v>8.1003260378598121</c:v>
                </c:pt>
                <c:pt idx="5930">
                  <c:v>8.1007949739251846</c:v>
                </c:pt>
                <c:pt idx="5931">
                  <c:v>8.1022173859483431</c:v>
                </c:pt>
                <c:pt idx="5932">
                  <c:v>8.1030509588141086</c:v>
                </c:pt>
                <c:pt idx="5933">
                  <c:v>8.1071186301482356</c:v>
                </c:pt>
                <c:pt idx="5934">
                  <c:v>8.1110253356875948</c:v>
                </c:pt>
                <c:pt idx="5935">
                  <c:v>8.1100915698271265</c:v>
                </c:pt>
                <c:pt idx="5936">
                  <c:v>8.1111156736336394</c:v>
                </c:pt>
                <c:pt idx="5937">
                  <c:v>8.1139440725988585</c:v>
                </c:pt>
                <c:pt idx="5938">
                  <c:v>8.1132057652034657</c:v>
                </c:pt>
                <c:pt idx="5939">
                  <c:v>8.1114983780232421</c:v>
                </c:pt>
                <c:pt idx="5940">
                  <c:v>8.1105136944113667</c:v>
                </c:pt>
                <c:pt idx="5941">
                  <c:v>8.1124058637539527</c:v>
                </c:pt>
                <c:pt idx="5942">
                  <c:v>8.1137954256149136</c:v>
                </c:pt>
                <c:pt idx="5943">
                  <c:v>8.1117127253315822</c:v>
                </c:pt>
                <c:pt idx="5944">
                  <c:v>8.1089492054367014</c:v>
                </c:pt>
                <c:pt idx="5945">
                  <c:v>8.1086387714039336</c:v>
                </c:pt>
                <c:pt idx="5946">
                  <c:v>8.1113070258284399</c:v>
                </c:pt>
                <c:pt idx="5947">
                  <c:v>8.1125372644027429</c:v>
                </c:pt>
                <c:pt idx="5948">
                  <c:v>8.1124699215702378</c:v>
                </c:pt>
                <c:pt idx="5949">
                  <c:v>8.1145986120806466</c:v>
                </c:pt>
                <c:pt idx="5950">
                  <c:v>8.1181801010142483</c:v>
                </c:pt>
                <c:pt idx="5951">
                  <c:v>8.1208352153738765</c:v>
                </c:pt>
                <c:pt idx="5952">
                  <c:v>8.123863179074446</c:v>
                </c:pt>
                <c:pt idx="5953">
                  <c:v>8.125164866751529</c:v>
                </c:pt>
                <c:pt idx="5954">
                  <c:v>8.1233983492793502</c:v>
                </c:pt>
                <c:pt idx="5955">
                  <c:v>8.1235683488687229</c:v>
                </c:pt>
                <c:pt idx="5956">
                  <c:v>8.1251172340163436</c:v>
                </c:pt>
                <c:pt idx="5957">
                  <c:v>8.1265067958773045</c:v>
                </c:pt>
                <c:pt idx="5958">
                  <c:v>8.128349689976595</c:v>
                </c:pt>
                <c:pt idx="5959">
                  <c:v>8.1289795918367354</c:v>
                </c:pt>
                <c:pt idx="5960">
                  <c:v>8.1304857717734986</c:v>
                </c:pt>
                <c:pt idx="5961">
                  <c:v>8.1332271178088948</c:v>
                </c:pt>
                <c:pt idx="5962">
                  <c:v>8.1346569211185482</c:v>
                </c:pt>
                <c:pt idx="5963">
                  <c:v>8.1334825278199805</c:v>
                </c:pt>
                <c:pt idx="5964">
                  <c:v>8.1316856239477691</c:v>
                </c:pt>
                <c:pt idx="5965">
                  <c:v>8.1319919517102619</c:v>
                </c:pt>
                <c:pt idx="5966">
                  <c:v>8.1329971666735101</c:v>
                </c:pt>
                <c:pt idx="5967">
                  <c:v>8.1332262965548399</c:v>
                </c:pt>
                <c:pt idx="5968">
                  <c:v>8.1332731080359704</c:v>
                </c:pt>
                <c:pt idx="5969">
                  <c:v>8.1342865355397684</c:v>
                </c:pt>
                <c:pt idx="5970">
                  <c:v>8.1373925183755595</c:v>
                </c:pt>
                <c:pt idx="5971">
                  <c:v>8.1411078717201164</c:v>
                </c:pt>
                <c:pt idx="5972">
                  <c:v>8.1400895166919884</c:v>
                </c:pt>
                <c:pt idx="5973">
                  <c:v>8.1382482651008097</c:v>
                </c:pt>
                <c:pt idx="5974">
                  <c:v>8.1422773374943542</c:v>
                </c:pt>
                <c:pt idx="5975">
                  <c:v>8.1464189216934262</c:v>
                </c:pt>
                <c:pt idx="5976">
                  <c:v>8.1477321069272772</c:v>
                </c:pt>
                <c:pt idx="5977">
                  <c:v>8.14876113825812</c:v>
                </c:pt>
                <c:pt idx="5978">
                  <c:v>8.1489549542150872</c:v>
                </c:pt>
                <c:pt idx="5979">
                  <c:v>8.1516987640126466</c:v>
                </c:pt>
                <c:pt idx="5980">
                  <c:v>8.1559421837145329</c:v>
                </c:pt>
                <c:pt idx="5981">
                  <c:v>8.1597749763889453</c:v>
                </c:pt>
                <c:pt idx="5982">
                  <c:v>8.1604525109842729</c:v>
                </c:pt>
                <c:pt idx="5983">
                  <c:v>8.1596394694698802</c:v>
                </c:pt>
                <c:pt idx="5984">
                  <c:v>8.1596838171888475</c:v>
                </c:pt>
                <c:pt idx="5985">
                  <c:v>8.1614856485853906</c:v>
                </c:pt>
                <c:pt idx="5986">
                  <c:v>8.1618338603046858</c:v>
                </c:pt>
                <c:pt idx="5987">
                  <c:v>8.1635248224038115</c:v>
                </c:pt>
                <c:pt idx="5988">
                  <c:v>8.162628012975814</c:v>
                </c:pt>
                <c:pt idx="5989">
                  <c:v>8.1607580174927108</c:v>
                </c:pt>
                <c:pt idx="5990">
                  <c:v>8.1629565145977914</c:v>
                </c:pt>
                <c:pt idx="5991">
                  <c:v>8.1654350593356053</c:v>
                </c:pt>
                <c:pt idx="5992">
                  <c:v>8.1661142364390429</c:v>
                </c:pt>
                <c:pt idx="5993">
                  <c:v>8.1663926415636681</c:v>
                </c:pt>
                <c:pt idx="5994">
                  <c:v>8.1655508561573527</c:v>
                </c:pt>
                <c:pt idx="5995">
                  <c:v>8.1653381513571226</c:v>
                </c:pt>
                <c:pt idx="5996">
                  <c:v>8.1660682462119656</c:v>
                </c:pt>
                <c:pt idx="5997">
                  <c:v>8.1660107584281203</c:v>
                </c:pt>
                <c:pt idx="5998">
                  <c:v>8.1668706114236436</c:v>
                </c:pt>
                <c:pt idx="5999">
                  <c:v>8.1674873732189059</c:v>
                </c:pt>
                <c:pt idx="6000">
                  <c:v>8.1714408902393956</c:v>
                </c:pt>
                <c:pt idx="6001">
                  <c:v>8.17569252248183</c:v>
                </c:pt>
                <c:pt idx="6002">
                  <c:v>8.1789216934258615</c:v>
                </c:pt>
                <c:pt idx="6003">
                  <c:v>8.1796550732969244</c:v>
                </c:pt>
                <c:pt idx="6004">
                  <c:v>8.1790136738800143</c:v>
                </c:pt>
                <c:pt idx="6005">
                  <c:v>8.1796246868968918</c:v>
                </c:pt>
                <c:pt idx="6006">
                  <c:v>8.178309037900874</c:v>
                </c:pt>
                <c:pt idx="6007">
                  <c:v>8.1771428571428579</c:v>
                </c:pt>
                <c:pt idx="6008">
                  <c:v>8.1803063277624926</c:v>
                </c:pt>
                <c:pt idx="6009">
                  <c:v>8.1841974294748088</c:v>
                </c:pt>
                <c:pt idx="6010">
                  <c:v>8.1868114811316879</c:v>
                </c:pt>
                <c:pt idx="6011">
                  <c:v>8.1893606537182269</c:v>
                </c:pt>
                <c:pt idx="6012">
                  <c:v>8.1896579476861167</c:v>
                </c:pt>
                <c:pt idx="6013">
                  <c:v>8.1876935079866957</c:v>
                </c:pt>
                <c:pt idx="6014">
                  <c:v>8.188910606496119</c:v>
                </c:pt>
                <c:pt idx="6015">
                  <c:v>8.1897088654375239</c:v>
                </c:pt>
                <c:pt idx="6016">
                  <c:v>8.1891619102369315</c:v>
                </c:pt>
                <c:pt idx="6017">
                  <c:v>8.1896127787130943</c:v>
                </c:pt>
                <c:pt idx="6018">
                  <c:v>8.192897794932863</c:v>
                </c:pt>
                <c:pt idx="6019">
                  <c:v>8.1965720855746724</c:v>
                </c:pt>
                <c:pt idx="6020">
                  <c:v>8.1956210733790495</c:v>
                </c:pt>
                <c:pt idx="6021">
                  <c:v>8.1938323820473862</c:v>
                </c:pt>
                <c:pt idx="6022">
                  <c:v>8.1957040200385993</c:v>
                </c:pt>
                <c:pt idx="6023">
                  <c:v>8.1984010183550282</c:v>
                </c:pt>
                <c:pt idx="6024">
                  <c:v>8.2022050671375197</c:v>
                </c:pt>
                <c:pt idx="6025">
                  <c:v>8.2020030386400027</c:v>
                </c:pt>
                <c:pt idx="6026">
                  <c:v>8.2025393175378802</c:v>
                </c:pt>
                <c:pt idx="6027">
                  <c:v>8.2049414856485861</c:v>
                </c:pt>
                <c:pt idx="6028">
                  <c:v>8.2066324477477099</c:v>
                </c:pt>
                <c:pt idx="6029">
                  <c:v>8.2068722539317545</c:v>
                </c:pt>
                <c:pt idx="6030">
                  <c:v>8.208007227035683</c:v>
                </c:pt>
                <c:pt idx="6031">
                  <c:v>8.21221615406726</c:v>
                </c:pt>
                <c:pt idx="6032">
                  <c:v>8.2153434895084789</c:v>
                </c:pt>
                <c:pt idx="6033">
                  <c:v>8.2149057610971958</c:v>
                </c:pt>
                <c:pt idx="6034">
                  <c:v>8.2134291463064102</c:v>
                </c:pt>
                <c:pt idx="6035">
                  <c:v>8.2143415595614506</c:v>
                </c:pt>
                <c:pt idx="6036">
                  <c:v>8.2144491438426481</c:v>
                </c:pt>
                <c:pt idx="6037">
                  <c:v>8.2179739662464577</c:v>
                </c:pt>
                <c:pt idx="6038">
                  <c:v>8.2212984026608638</c:v>
                </c:pt>
                <c:pt idx="6039">
                  <c:v>8.2204566172545483</c:v>
                </c:pt>
                <c:pt idx="6040">
                  <c:v>8.2227199934299673</c:v>
                </c:pt>
                <c:pt idx="6041">
                  <c:v>8.2269781957048416</c:v>
                </c:pt>
                <c:pt idx="6042">
                  <c:v>8.2281698353385622</c:v>
                </c:pt>
                <c:pt idx="6043">
                  <c:v>8.2294173202480181</c:v>
                </c:pt>
                <c:pt idx="6044">
                  <c:v>8.2303937913193455</c:v>
                </c:pt>
                <c:pt idx="6045">
                  <c:v>8.230221327967806</c:v>
                </c:pt>
                <c:pt idx="6046">
                  <c:v>8.2298263047673803</c:v>
                </c:pt>
                <c:pt idx="6047">
                  <c:v>8.2299708454810503</c:v>
                </c:pt>
                <c:pt idx="6048">
                  <c:v>8.2307091528764431</c:v>
                </c:pt>
                <c:pt idx="6049">
                  <c:v>8.229924033999918</c:v>
                </c:pt>
                <c:pt idx="6050">
                  <c:v>8.2269642343859068</c:v>
                </c:pt>
                <c:pt idx="6051">
                  <c:v>8.2280893524411773</c:v>
                </c:pt>
                <c:pt idx="6052">
                  <c:v>8.2325783271054895</c:v>
                </c:pt>
                <c:pt idx="6053">
                  <c:v>8.2328197757976422</c:v>
                </c:pt>
                <c:pt idx="6054">
                  <c:v>8.2328780848355443</c:v>
                </c:pt>
                <c:pt idx="6055">
                  <c:v>8.235727836406193</c:v>
                </c:pt>
                <c:pt idx="6056">
                  <c:v>8.2375222765162395</c:v>
                </c:pt>
                <c:pt idx="6057">
                  <c:v>8.2380840142898197</c:v>
                </c:pt>
                <c:pt idx="6058">
                  <c:v>8.240234878659713</c:v>
                </c:pt>
                <c:pt idx="6059">
                  <c:v>8.2437753048905673</c:v>
                </c:pt>
                <c:pt idx="6060">
                  <c:v>8.248730751858087</c:v>
                </c:pt>
                <c:pt idx="6061">
                  <c:v>8.2540910770746923</c:v>
                </c:pt>
                <c:pt idx="6062">
                  <c:v>8.2562945017041027</c:v>
                </c:pt>
                <c:pt idx="6063">
                  <c:v>8.256281361639223</c:v>
                </c:pt>
                <c:pt idx="6064">
                  <c:v>8.2562977867203227</c:v>
                </c:pt>
                <c:pt idx="6065">
                  <c:v>8.2536935901121016</c:v>
                </c:pt>
                <c:pt idx="6066">
                  <c:v>8.2525364431486885</c:v>
                </c:pt>
                <c:pt idx="6067">
                  <c:v>8.2562485114770254</c:v>
                </c:pt>
                <c:pt idx="6068">
                  <c:v>8.259836570443067</c:v>
                </c:pt>
                <c:pt idx="6069">
                  <c:v>8.261722991007268</c:v>
                </c:pt>
                <c:pt idx="6070">
                  <c:v>8.2626041966082209</c:v>
                </c:pt>
                <c:pt idx="6071">
                  <c:v>8.262955693343736</c:v>
                </c:pt>
                <c:pt idx="6072">
                  <c:v>8.265064673756827</c:v>
                </c:pt>
                <c:pt idx="6073">
                  <c:v>8.2678224448733211</c:v>
                </c:pt>
                <c:pt idx="6074">
                  <c:v>8.2680351496735511</c:v>
                </c:pt>
                <c:pt idx="6075">
                  <c:v>8.2696875128320944</c:v>
                </c:pt>
                <c:pt idx="6076">
                  <c:v>8.2706122448979595</c:v>
                </c:pt>
                <c:pt idx="6077">
                  <c:v>8.2738315607933313</c:v>
                </c:pt>
                <c:pt idx="6078">
                  <c:v>8.277336673099823</c:v>
                </c:pt>
                <c:pt idx="6079">
                  <c:v>8.2755832956925222</c:v>
                </c:pt>
                <c:pt idx="6080">
                  <c:v>8.2736738800147833</c:v>
                </c:pt>
                <c:pt idx="6081">
                  <c:v>8.2720650433211507</c:v>
                </c:pt>
                <c:pt idx="6082">
                  <c:v>8.2732065864575208</c:v>
                </c:pt>
                <c:pt idx="6083">
                  <c:v>8.2752490452921617</c:v>
                </c:pt>
                <c:pt idx="6084">
                  <c:v>8.2809764710713267</c:v>
                </c:pt>
                <c:pt idx="6085">
                  <c:v>8.2885738923335932</c:v>
                </c:pt>
                <c:pt idx="6086">
                  <c:v>8.2896365950806885</c:v>
                </c:pt>
                <c:pt idx="6087">
                  <c:v>8.2859261692604615</c:v>
                </c:pt>
                <c:pt idx="6088">
                  <c:v>8.2832735186629982</c:v>
                </c:pt>
                <c:pt idx="6089">
                  <c:v>8.2827766599597581</c:v>
                </c:pt>
                <c:pt idx="6090">
                  <c:v>8.2845423561778837</c:v>
                </c:pt>
                <c:pt idx="6091">
                  <c:v>8.2857364595737693</c:v>
                </c:pt>
                <c:pt idx="6092">
                  <c:v>8.2854481994004843</c:v>
                </c:pt>
                <c:pt idx="6093">
                  <c:v>8.2859064591631419</c:v>
                </c:pt>
                <c:pt idx="6094">
                  <c:v>8.2871013838130825</c:v>
                </c:pt>
                <c:pt idx="6095">
                  <c:v>8.2872221081591597</c:v>
                </c:pt>
                <c:pt idx="6096">
                  <c:v>8.2870931712725326</c:v>
                </c:pt>
                <c:pt idx="6097">
                  <c:v>8.2880220096086727</c:v>
                </c:pt>
                <c:pt idx="6098">
                  <c:v>8.2897006528969737</c:v>
                </c:pt>
                <c:pt idx="6099">
                  <c:v>8.2926021434730828</c:v>
                </c:pt>
                <c:pt idx="6100">
                  <c:v>8.295775469141379</c:v>
                </c:pt>
                <c:pt idx="6101">
                  <c:v>8.2978573481706572</c:v>
                </c:pt>
                <c:pt idx="6102">
                  <c:v>8.3003096127787135</c:v>
                </c:pt>
                <c:pt idx="6103">
                  <c:v>8.3002069560218459</c:v>
                </c:pt>
                <c:pt idx="6104">
                  <c:v>8.3012023159364343</c:v>
                </c:pt>
                <c:pt idx="6105">
                  <c:v>8.3012335235905219</c:v>
                </c:pt>
                <c:pt idx="6106">
                  <c:v>8.3022798012565193</c:v>
                </c:pt>
                <c:pt idx="6107">
                  <c:v>8.3072672771321816</c:v>
                </c:pt>
                <c:pt idx="6108">
                  <c:v>8.3088178047879104</c:v>
                </c:pt>
                <c:pt idx="6109">
                  <c:v>8.3081566952736825</c:v>
                </c:pt>
                <c:pt idx="6110">
                  <c:v>8.3085402209173402</c:v>
                </c:pt>
                <c:pt idx="6111">
                  <c:v>8.31378146429598</c:v>
                </c:pt>
                <c:pt idx="6112">
                  <c:v>8.3181957048412922</c:v>
                </c:pt>
                <c:pt idx="6113">
                  <c:v>8.3203375354165807</c:v>
                </c:pt>
                <c:pt idx="6114">
                  <c:v>8.3176659959758545</c:v>
                </c:pt>
                <c:pt idx="6115">
                  <c:v>8.3153426682544236</c:v>
                </c:pt>
                <c:pt idx="6116">
                  <c:v>8.3163716995852663</c:v>
                </c:pt>
                <c:pt idx="6117">
                  <c:v>8.3173268180511641</c:v>
                </c:pt>
                <c:pt idx="6118">
                  <c:v>8.3220252124994865</c:v>
                </c:pt>
                <c:pt idx="6119">
                  <c:v>8.3252223545353754</c:v>
                </c:pt>
                <c:pt idx="6120">
                  <c:v>8.325109021475793</c:v>
                </c:pt>
                <c:pt idx="6121">
                  <c:v>8.325841580092801</c:v>
                </c:pt>
                <c:pt idx="6122">
                  <c:v>8.3281920091980446</c:v>
                </c:pt>
                <c:pt idx="6123">
                  <c:v>8.3294403153615573</c:v>
                </c:pt>
                <c:pt idx="6124">
                  <c:v>8.3295142282265022</c:v>
                </c:pt>
                <c:pt idx="6125">
                  <c:v>8.3276319139325743</c:v>
                </c:pt>
                <c:pt idx="6126">
                  <c:v>8.3272212869051039</c:v>
                </c:pt>
                <c:pt idx="6127">
                  <c:v>8.3309555290929254</c:v>
                </c:pt>
                <c:pt idx="6128">
                  <c:v>8.3320978934833487</c:v>
                </c:pt>
                <c:pt idx="6129">
                  <c:v>8.3294953393832376</c:v>
                </c:pt>
                <c:pt idx="6130">
                  <c:v>8.3336549911715192</c:v>
                </c:pt>
                <c:pt idx="6131">
                  <c:v>8.3379682174680738</c:v>
                </c:pt>
                <c:pt idx="6132">
                  <c:v>8.336941649899396</c:v>
                </c:pt>
                <c:pt idx="6133">
                  <c:v>8.3362772553689481</c:v>
                </c:pt>
                <c:pt idx="6134">
                  <c:v>8.3352794316921948</c:v>
                </c:pt>
                <c:pt idx="6135">
                  <c:v>8.3338972611177269</c:v>
                </c:pt>
                <c:pt idx="6136">
                  <c:v>8.3367379788937708</c:v>
                </c:pt>
                <c:pt idx="6137">
                  <c:v>8.3433622141009316</c:v>
                </c:pt>
                <c:pt idx="6138">
                  <c:v>8.3484351003983086</c:v>
                </c:pt>
                <c:pt idx="6139">
                  <c:v>8.3506081386276847</c:v>
                </c:pt>
                <c:pt idx="6140">
                  <c:v>8.3516757688991081</c:v>
                </c:pt>
                <c:pt idx="6141">
                  <c:v>8.3522925306943705</c:v>
                </c:pt>
                <c:pt idx="6142">
                  <c:v>8.3521931589537228</c:v>
                </c:pt>
                <c:pt idx="6143">
                  <c:v>8.3517357204451201</c:v>
                </c:pt>
                <c:pt idx="6144">
                  <c:v>8.3513595860879555</c:v>
                </c:pt>
                <c:pt idx="6145">
                  <c:v>8.3522260091159204</c:v>
                </c:pt>
                <c:pt idx="6146">
                  <c:v>8.3532788568143559</c:v>
                </c:pt>
                <c:pt idx="6147">
                  <c:v>8.3546175009239114</c:v>
                </c:pt>
                <c:pt idx="6148">
                  <c:v>8.3544696751940215</c:v>
                </c:pt>
                <c:pt idx="6149">
                  <c:v>8.3547686116700195</c:v>
                </c:pt>
                <c:pt idx="6150">
                  <c:v>8.3568118917587153</c:v>
                </c:pt>
                <c:pt idx="6151">
                  <c:v>8.3546265347185145</c:v>
                </c:pt>
                <c:pt idx="6152">
                  <c:v>8.3529741715599712</c:v>
                </c:pt>
                <c:pt idx="6153">
                  <c:v>8.357485320083768</c:v>
                </c:pt>
                <c:pt idx="6154">
                  <c:v>8.3616063729314671</c:v>
                </c:pt>
                <c:pt idx="6155">
                  <c:v>8.3636545805444911</c:v>
                </c:pt>
                <c:pt idx="6156">
                  <c:v>8.3659606619307674</c:v>
                </c:pt>
                <c:pt idx="6157">
                  <c:v>8.3706032111033544</c:v>
                </c:pt>
                <c:pt idx="6158">
                  <c:v>8.3726760563380278</c:v>
                </c:pt>
                <c:pt idx="6159">
                  <c:v>8.3730809345871151</c:v>
                </c:pt>
                <c:pt idx="6160">
                  <c:v>8.3729158625220705</c:v>
                </c:pt>
                <c:pt idx="6161">
                  <c:v>8.3722062990186021</c:v>
                </c:pt>
                <c:pt idx="6162">
                  <c:v>8.3731959101548057</c:v>
                </c:pt>
                <c:pt idx="6163">
                  <c:v>8.3731417073871803</c:v>
                </c:pt>
                <c:pt idx="6164">
                  <c:v>8.3736303535498706</c:v>
                </c:pt>
                <c:pt idx="6165">
                  <c:v>8.3723105982835797</c:v>
                </c:pt>
                <c:pt idx="6166">
                  <c:v>8.3724190038188304</c:v>
                </c:pt>
                <c:pt idx="6167">
                  <c:v>8.3764825688826843</c:v>
                </c:pt>
                <c:pt idx="6168">
                  <c:v>8.3783377817927978</c:v>
                </c:pt>
                <c:pt idx="6169">
                  <c:v>8.3786424670471806</c:v>
                </c:pt>
                <c:pt idx="6170">
                  <c:v>8.3781784585061381</c:v>
                </c:pt>
                <c:pt idx="6171">
                  <c:v>8.3808582104874141</c:v>
                </c:pt>
                <c:pt idx="6172">
                  <c:v>8.3816753582720818</c:v>
                </c:pt>
                <c:pt idx="6173">
                  <c:v>8.3830854514844173</c:v>
                </c:pt>
                <c:pt idx="6174">
                  <c:v>8.386377037736624</c:v>
                </c:pt>
                <c:pt idx="6175">
                  <c:v>8.3872746684186748</c:v>
                </c:pt>
                <c:pt idx="6176">
                  <c:v>8.3880794973925177</c:v>
                </c:pt>
                <c:pt idx="6177">
                  <c:v>8.3901137436866087</c:v>
                </c:pt>
                <c:pt idx="6178">
                  <c:v>8.392694123927237</c:v>
                </c:pt>
                <c:pt idx="6179">
                  <c:v>8.3954839239518737</c:v>
                </c:pt>
                <c:pt idx="6180">
                  <c:v>8.397062374245472</c:v>
                </c:pt>
                <c:pt idx="6181">
                  <c:v>8.3992600500964976</c:v>
                </c:pt>
                <c:pt idx="6182">
                  <c:v>8.4037826961770623</c:v>
                </c:pt>
                <c:pt idx="6183">
                  <c:v>8.4063967478339432</c:v>
                </c:pt>
                <c:pt idx="6184">
                  <c:v>8.4097039379131928</c:v>
                </c:pt>
                <c:pt idx="6185">
                  <c:v>8.4095791072968424</c:v>
                </c:pt>
                <c:pt idx="6186">
                  <c:v>8.409311378474932</c:v>
                </c:pt>
                <c:pt idx="6187">
                  <c:v>8.4103790087463555</c:v>
                </c:pt>
                <c:pt idx="6188">
                  <c:v>8.4107132591467177</c:v>
                </c:pt>
                <c:pt idx="6189">
                  <c:v>8.4093598324641725</c:v>
                </c:pt>
                <c:pt idx="6190">
                  <c:v>8.40882108980413</c:v>
                </c:pt>
                <c:pt idx="6191">
                  <c:v>8.4102632119246081</c:v>
                </c:pt>
                <c:pt idx="6192">
                  <c:v>8.4101178499568849</c:v>
                </c:pt>
                <c:pt idx="6193">
                  <c:v>8.4084186753172094</c:v>
                </c:pt>
                <c:pt idx="6194">
                  <c:v>8.4088457274257795</c:v>
                </c:pt>
                <c:pt idx="6195">
                  <c:v>8.4112249004229458</c:v>
                </c:pt>
                <c:pt idx="6196">
                  <c:v>8.4133018519278941</c:v>
                </c:pt>
                <c:pt idx="6197">
                  <c:v>8.4136122859606619</c:v>
                </c:pt>
                <c:pt idx="6198">
                  <c:v>8.4173448856403734</c:v>
                </c:pt>
                <c:pt idx="6199">
                  <c:v>8.4205551677411403</c:v>
                </c:pt>
                <c:pt idx="6200">
                  <c:v>8.4212967601527531</c:v>
                </c:pt>
                <c:pt idx="6201">
                  <c:v>8.4233622141009317</c:v>
                </c:pt>
                <c:pt idx="6202">
                  <c:v>8.4233811029441963</c:v>
                </c:pt>
                <c:pt idx="6203">
                  <c:v>8.4241185890855341</c:v>
                </c:pt>
                <c:pt idx="6204">
                  <c:v>8.4257553484170327</c:v>
                </c:pt>
                <c:pt idx="6205">
                  <c:v>8.4251648667515298</c:v>
                </c:pt>
                <c:pt idx="6206">
                  <c:v>8.4249817270972773</c:v>
                </c:pt>
                <c:pt idx="6207">
                  <c:v>8.4254876195951223</c:v>
                </c:pt>
                <c:pt idx="6208">
                  <c:v>8.4261996468607556</c:v>
                </c:pt>
                <c:pt idx="6209">
                  <c:v>8.4266792592288429</c:v>
                </c:pt>
                <c:pt idx="6210">
                  <c:v>8.4279382416950686</c:v>
                </c:pt>
                <c:pt idx="6211">
                  <c:v>8.4287948096743719</c:v>
                </c:pt>
                <c:pt idx="6212">
                  <c:v>8.4318819036669002</c:v>
                </c:pt>
                <c:pt idx="6213">
                  <c:v>8.4364751775961899</c:v>
                </c:pt>
                <c:pt idx="6214">
                  <c:v>8.4379698599761834</c:v>
                </c:pt>
                <c:pt idx="6215">
                  <c:v>8.4379509711329206</c:v>
                </c:pt>
                <c:pt idx="6216">
                  <c:v>8.4390670553935863</c:v>
                </c:pt>
                <c:pt idx="6217">
                  <c:v>8.4409206257955898</c:v>
                </c:pt>
                <c:pt idx="6218">
                  <c:v>8.4458481501252418</c:v>
                </c:pt>
                <c:pt idx="6219">
                  <c:v>8.4471695478996427</c:v>
                </c:pt>
                <c:pt idx="6220">
                  <c:v>8.4457052519196818</c:v>
                </c:pt>
                <c:pt idx="6221">
                  <c:v>8.4445136122859612</c:v>
                </c:pt>
                <c:pt idx="6222">
                  <c:v>8.4414232332772148</c:v>
                </c:pt>
                <c:pt idx="6223">
                  <c:v>8.4428086888679008</c:v>
                </c:pt>
                <c:pt idx="6224">
                  <c:v>8.4453332238327921</c:v>
                </c:pt>
                <c:pt idx="6225">
                  <c:v>8.4484063565063856</c:v>
                </c:pt>
                <c:pt idx="6226">
                  <c:v>8.4498870775674462</c:v>
                </c:pt>
                <c:pt idx="6227">
                  <c:v>8.4499355315566866</c:v>
                </c:pt>
                <c:pt idx="6228">
                  <c:v>8.4506106023898493</c:v>
                </c:pt>
                <c:pt idx="6229">
                  <c:v>8.4545518005995159</c:v>
                </c:pt>
                <c:pt idx="6230">
                  <c:v>8.4606693220547768</c:v>
                </c:pt>
                <c:pt idx="6231">
                  <c:v>8.4632373834845804</c:v>
                </c:pt>
                <c:pt idx="6232">
                  <c:v>8.4640955939719955</c:v>
                </c:pt>
                <c:pt idx="6233">
                  <c:v>8.4636430829877227</c:v>
                </c:pt>
                <c:pt idx="6234">
                  <c:v>8.4624875785324196</c:v>
                </c:pt>
                <c:pt idx="6235">
                  <c:v>8.4632472385332402</c:v>
                </c:pt>
                <c:pt idx="6236">
                  <c:v>8.4654317743193861</c:v>
                </c:pt>
                <c:pt idx="6237">
                  <c:v>8.4701326325298734</c:v>
                </c:pt>
                <c:pt idx="6238">
                  <c:v>8.4758345994333339</c:v>
                </c:pt>
                <c:pt idx="6239">
                  <c:v>8.4762074487742787</c:v>
                </c:pt>
                <c:pt idx="6240">
                  <c:v>8.4735276967930027</c:v>
                </c:pt>
                <c:pt idx="6241">
                  <c:v>8.4729914178951251</c:v>
                </c:pt>
                <c:pt idx="6242">
                  <c:v>8.4725052354945998</c:v>
                </c:pt>
                <c:pt idx="6243">
                  <c:v>8.4700234057405659</c:v>
                </c:pt>
                <c:pt idx="6244">
                  <c:v>8.4692818133289531</c:v>
                </c:pt>
                <c:pt idx="6245">
                  <c:v>8.4712068328337367</c:v>
                </c:pt>
                <c:pt idx="6246">
                  <c:v>8.473641029852585</c:v>
                </c:pt>
                <c:pt idx="6247">
                  <c:v>8.4764291873691118</c:v>
                </c:pt>
                <c:pt idx="6248">
                  <c:v>8.477136287110417</c:v>
                </c:pt>
                <c:pt idx="6249">
                  <c:v>8.477339958116044</c:v>
                </c:pt>
                <c:pt idx="6250">
                  <c:v>8.47865396460395</c:v>
                </c:pt>
                <c:pt idx="6251">
                  <c:v>8.4797018847780556</c:v>
                </c:pt>
                <c:pt idx="6252">
                  <c:v>8.4815176774935335</c:v>
                </c:pt>
                <c:pt idx="6253">
                  <c:v>8.4824629409107715</c:v>
                </c:pt>
                <c:pt idx="6254">
                  <c:v>8.4826871432677695</c:v>
                </c:pt>
                <c:pt idx="6255">
                  <c:v>8.4835897014741501</c:v>
                </c:pt>
                <c:pt idx="6256">
                  <c:v>8.4849546257134651</c:v>
                </c:pt>
                <c:pt idx="6257">
                  <c:v>8.4861076664066033</c:v>
                </c:pt>
                <c:pt idx="6258">
                  <c:v>8.4871137026239065</c:v>
                </c:pt>
                <c:pt idx="6259">
                  <c:v>8.48875128320946</c:v>
                </c:pt>
                <c:pt idx="6260">
                  <c:v>8.4895322958157102</c:v>
                </c:pt>
                <c:pt idx="6261">
                  <c:v>8.4902903133084227</c:v>
                </c:pt>
                <c:pt idx="6262">
                  <c:v>8.493036586868147</c:v>
                </c:pt>
                <c:pt idx="6263">
                  <c:v>8.4983197142035891</c:v>
                </c:pt>
                <c:pt idx="6264">
                  <c:v>8.4992025623126519</c:v>
                </c:pt>
                <c:pt idx="6265">
                  <c:v>8.4969531474561659</c:v>
                </c:pt>
                <c:pt idx="6266">
                  <c:v>8.4989709686691572</c:v>
                </c:pt>
                <c:pt idx="6267">
                  <c:v>8.503768734858129</c:v>
                </c:pt>
                <c:pt idx="6268">
                  <c:v>8.5058382950765825</c:v>
                </c:pt>
                <c:pt idx="6269">
                  <c:v>8.5099913768324225</c:v>
                </c:pt>
                <c:pt idx="6270">
                  <c:v>8.5117554305424381</c:v>
                </c:pt>
                <c:pt idx="6271">
                  <c:v>8.510171231470455</c:v>
                </c:pt>
                <c:pt idx="6272">
                  <c:v>8.5099831642918744</c:v>
                </c:pt>
                <c:pt idx="6273">
                  <c:v>8.5107337904980902</c:v>
                </c:pt>
                <c:pt idx="6274">
                  <c:v>8.5107198291791573</c:v>
                </c:pt>
                <c:pt idx="6275">
                  <c:v>8.5128715148031038</c:v>
                </c:pt>
                <c:pt idx="6276">
                  <c:v>8.5146142159076916</c:v>
                </c:pt>
                <c:pt idx="6277">
                  <c:v>8.5161318934012229</c:v>
                </c:pt>
                <c:pt idx="6278">
                  <c:v>8.5172126637375278</c:v>
                </c:pt>
                <c:pt idx="6279">
                  <c:v>8.5204369071572295</c:v>
                </c:pt>
                <c:pt idx="6280">
                  <c:v>8.5220588839157401</c:v>
                </c:pt>
                <c:pt idx="6281">
                  <c:v>8.5223873855377157</c:v>
                </c:pt>
                <c:pt idx="6282">
                  <c:v>8.5234246294091083</c:v>
                </c:pt>
                <c:pt idx="6283">
                  <c:v>8.5241029852584891</c:v>
                </c:pt>
                <c:pt idx="6284">
                  <c:v>8.5270570360941154</c:v>
                </c:pt>
                <c:pt idx="6285">
                  <c:v>8.5282889171765284</c:v>
                </c:pt>
                <c:pt idx="6286">
                  <c:v>8.5281566952736831</c:v>
                </c:pt>
                <c:pt idx="6287">
                  <c:v>8.5276048125487627</c:v>
                </c:pt>
                <c:pt idx="6288">
                  <c:v>8.5280425409600458</c:v>
                </c:pt>
                <c:pt idx="6289">
                  <c:v>8.5299199277296438</c:v>
                </c:pt>
                <c:pt idx="6290">
                  <c:v>8.5343046031289784</c:v>
                </c:pt>
                <c:pt idx="6291">
                  <c:v>8.5375477353919429</c:v>
                </c:pt>
                <c:pt idx="6292">
                  <c:v>8.5375033876729773</c:v>
                </c:pt>
                <c:pt idx="6293">
                  <c:v>8.5368652732722872</c:v>
                </c:pt>
                <c:pt idx="6294">
                  <c:v>8.5380298115221951</c:v>
                </c:pt>
                <c:pt idx="6295">
                  <c:v>8.5386794234796533</c:v>
                </c:pt>
                <c:pt idx="6296">
                  <c:v>8.5397322711780888</c:v>
                </c:pt>
                <c:pt idx="6297">
                  <c:v>8.5437293146634907</c:v>
                </c:pt>
                <c:pt idx="6298">
                  <c:v>8.5462456370878321</c:v>
                </c:pt>
                <c:pt idx="6299">
                  <c:v>8.5470348622346322</c:v>
                </c:pt>
                <c:pt idx="6300">
                  <c:v>8.5471186301482369</c:v>
                </c:pt>
                <c:pt idx="6301">
                  <c:v>8.5492785283127333</c:v>
                </c:pt>
                <c:pt idx="6302">
                  <c:v>8.5492152917505031</c:v>
                </c:pt>
                <c:pt idx="6303">
                  <c:v>8.5473970352728621</c:v>
                </c:pt>
                <c:pt idx="6304">
                  <c:v>8.5485812836200878</c:v>
                </c:pt>
                <c:pt idx="6305">
                  <c:v>8.550318235946289</c:v>
                </c:pt>
                <c:pt idx="6306">
                  <c:v>8.5509900217632318</c:v>
                </c:pt>
                <c:pt idx="6307">
                  <c:v>8.5507937420441014</c:v>
                </c:pt>
                <c:pt idx="6308">
                  <c:v>8.553788855582475</c:v>
                </c:pt>
                <c:pt idx="6309">
                  <c:v>8.5580651254465572</c:v>
                </c:pt>
                <c:pt idx="6310">
                  <c:v>8.5563454194555089</c:v>
                </c:pt>
                <c:pt idx="6311">
                  <c:v>8.5534151849874753</c:v>
                </c:pt>
                <c:pt idx="6312">
                  <c:v>8.5515139818502846</c:v>
                </c:pt>
                <c:pt idx="6313">
                  <c:v>8.5521906951915572</c:v>
                </c:pt>
                <c:pt idx="6314">
                  <c:v>8.5551307847082487</c:v>
                </c:pt>
                <c:pt idx="6315">
                  <c:v>8.5552129101137435</c:v>
                </c:pt>
                <c:pt idx="6316">
                  <c:v>8.5561384634336637</c:v>
                </c:pt>
                <c:pt idx="6317">
                  <c:v>8.5590448815341027</c:v>
                </c:pt>
                <c:pt idx="6318">
                  <c:v>8.5593544943128155</c:v>
                </c:pt>
                <c:pt idx="6319">
                  <c:v>8.5567749353262439</c:v>
                </c:pt>
                <c:pt idx="6320">
                  <c:v>8.5581727097277547</c:v>
                </c:pt>
                <c:pt idx="6321">
                  <c:v>8.5638935654744799</c:v>
                </c:pt>
                <c:pt idx="6322">
                  <c:v>8.5668697901695889</c:v>
                </c:pt>
                <c:pt idx="6323">
                  <c:v>8.5665306122448985</c:v>
                </c:pt>
                <c:pt idx="6324">
                  <c:v>8.564830616351168</c:v>
                </c:pt>
                <c:pt idx="6325">
                  <c:v>8.5629269494518123</c:v>
                </c:pt>
                <c:pt idx="6326">
                  <c:v>8.563239847246745</c:v>
                </c:pt>
                <c:pt idx="6327">
                  <c:v>8.5681969367223747</c:v>
                </c:pt>
                <c:pt idx="6328">
                  <c:v>8.5724584240134689</c:v>
                </c:pt>
                <c:pt idx="6329">
                  <c:v>8.5736213197552669</c:v>
                </c:pt>
                <c:pt idx="6330">
                  <c:v>8.5740524781341101</c:v>
                </c:pt>
                <c:pt idx="6331">
                  <c:v>8.5734513201658942</c:v>
                </c:pt>
                <c:pt idx="6332">
                  <c:v>8.5738874060690673</c:v>
                </c:pt>
                <c:pt idx="6333">
                  <c:v>8.5768045004722211</c:v>
                </c:pt>
                <c:pt idx="6334">
                  <c:v>8.5809033794604357</c:v>
                </c:pt>
                <c:pt idx="6335">
                  <c:v>8.5828177226625062</c:v>
                </c:pt>
                <c:pt idx="6336">
                  <c:v>8.5833622141009318</c:v>
                </c:pt>
                <c:pt idx="6337">
                  <c:v>8.5832357409764715</c:v>
                </c:pt>
                <c:pt idx="6338">
                  <c:v>8.5837145320905019</c:v>
                </c:pt>
                <c:pt idx="6339">
                  <c:v>8.5822247772348383</c:v>
                </c:pt>
                <c:pt idx="6340">
                  <c:v>8.5803991294707025</c:v>
                </c:pt>
                <c:pt idx="6341">
                  <c:v>8.5811357943579853</c:v>
                </c:pt>
                <c:pt idx="6342">
                  <c:v>8.5825269987270563</c:v>
                </c:pt>
                <c:pt idx="6343">
                  <c:v>8.582324970229541</c:v>
                </c:pt>
                <c:pt idx="6344">
                  <c:v>8.5809567609740078</c:v>
                </c:pt>
                <c:pt idx="6345">
                  <c:v>8.5833055475711415</c:v>
                </c:pt>
                <c:pt idx="6346">
                  <c:v>8.583495257257832</c:v>
                </c:pt>
                <c:pt idx="6347">
                  <c:v>8.5798185028538576</c:v>
                </c:pt>
                <c:pt idx="6348">
                  <c:v>8.577896768365294</c:v>
                </c:pt>
                <c:pt idx="6349">
                  <c:v>8.5787401962797194</c:v>
                </c:pt>
                <c:pt idx="6350">
                  <c:v>8.5816154067260708</c:v>
                </c:pt>
                <c:pt idx="6351">
                  <c:v>8.5827717324354289</c:v>
                </c:pt>
                <c:pt idx="6352">
                  <c:v>8.5859425943415602</c:v>
                </c:pt>
                <c:pt idx="6353">
                  <c:v>8.588582926128197</c:v>
                </c:pt>
                <c:pt idx="6354">
                  <c:v>8.5853603252166053</c:v>
                </c:pt>
                <c:pt idx="6355">
                  <c:v>8.584657331745575</c:v>
                </c:pt>
                <c:pt idx="6356">
                  <c:v>8.5861922555742627</c:v>
                </c:pt>
                <c:pt idx="6357">
                  <c:v>8.5882445694575615</c:v>
                </c:pt>
                <c:pt idx="6358">
                  <c:v>8.5890970311665917</c:v>
                </c:pt>
                <c:pt idx="6359">
                  <c:v>8.5922038352564361</c:v>
                </c:pt>
                <c:pt idx="6360">
                  <c:v>8.593800353139244</c:v>
                </c:pt>
                <c:pt idx="6361">
                  <c:v>8.5967273025910558</c:v>
                </c:pt>
                <c:pt idx="6362">
                  <c:v>8.5994045908101668</c:v>
                </c:pt>
                <c:pt idx="6363">
                  <c:v>8.5991212581612118</c:v>
                </c:pt>
                <c:pt idx="6364">
                  <c:v>8.599396378269617</c:v>
                </c:pt>
                <c:pt idx="6365">
                  <c:v>8.6005116412762295</c:v>
                </c:pt>
                <c:pt idx="6366">
                  <c:v>8.5983328542684685</c:v>
                </c:pt>
                <c:pt idx="6367">
                  <c:v>8.5963602020284977</c:v>
                </c:pt>
                <c:pt idx="6368">
                  <c:v>8.5944828152588997</c:v>
                </c:pt>
                <c:pt idx="6369">
                  <c:v>8.591906541288548</c:v>
                </c:pt>
                <c:pt idx="6370">
                  <c:v>8.589876401264732</c:v>
                </c:pt>
                <c:pt idx="6371">
                  <c:v>8.5887036504742742</c:v>
                </c:pt>
                <c:pt idx="6372">
                  <c:v>8.5853562189463304</c:v>
                </c:pt>
                <c:pt idx="6373">
                  <c:v>8.5828571428571436</c:v>
                </c:pt>
                <c:pt idx="6374">
                  <c:v>8.5857315320494401</c:v>
                </c:pt>
                <c:pt idx="6375">
                  <c:v>8.5882872746684189</c:v>
                </c:pt>
                <c:pt idx="6376">
                  <c:v>8.5888999301934046</c:v>
                </c:pt>
                <c:pt idx="6377">
                  <c:v>8.5890674660206141</c:v>
                </c:pt>
                <c:pt idx="6378">
                  <c:v>8.5885287233605716</c:v>
                </c:pt>
                <c:pt idx="6379">
                  <c:v>8.590020120724347</c:v>
                </c:pt>
                <c:pt idx="6380">
                  <c:v>8.5916486675152957</c:v>
                </c:pt>
                <c:pt idx="6381">
                  <c:v>8.5924017574836782</c:v>
                </c:pt>
                <c:pt idx="6382">
                  <c:v>8.5932353303494438</c:v>
                </c:pt>
                <c:pt idx="6383">
                  <c:v>8.596274791606783</c:v>
                </c:pt>
                <c:pt idx="6384">
                  <c:v>8.5997166673510446</c:v>
                </c:pt>
                <c:pt idx="6385">
                  <c:v>8.5998480679998366</c:v>
                </c:pt>
                <c:pt idx="6386">
                  <c:v>8.594970640167535</c:v>
                </c:pt>
                <c:pt idx="6387">
                  <c:v>8.5896932616104795</c:v>
                </c:pt>
                <c:pt idx="6388">
                  <c:v>8.5875103683324436</c:v>
                </c:pt>
                <c:pt idx="6389">
                  <c:v>8.5900045168973023</c:v>
                </c:pt>
                <c:pt idx="6390">
                  <c:v>8.5915534020449229</c:v>
                </c:pt>
                <c:pt idx="6391">
                  <c:v>8.5899683817188848</c:v>
                </c:pt>
                <c:pt idx="6392">
                  <c:v>8.5848757853241899</c:v>
                </c:pt>
                <c:pt idx="6393">
                  <c:v>8.5828546790949787</c:v>
                </c:pt>
                <c:pt idx="6394">
                  <c:v>8.5847920174105852</c:v>
                </c:pt>
                <c:pt idx="6395">
                  <c:v>8.5851755430542447</c:v>
                </c:pt>
                <c:pt idx="6396">
                  <c:v>8.5845283948589497</c:v>
                </c:pt>
                <c:pt idx="6397">
                  <c:v>8.5815841990719832</c:v>
                </c:pt>
                <c:pt idx="6398">
                  <c:v>8.583195499527779</c:v>
                </c:pt>
                <c:pt idx="6399">
                  <c:v>8.587553894797356</c:v>
                </c:pt>
                <c:pt idx="6400">
                  <c:v>8.5902361105407952</c:v>
                </c:pt>
                <c:pt idx="6401">
                  <c:v>8.5929281813328959</c:v>
                </c:pt>
                <c:pt idx="6402">
                  <c:v>8.5942118014207693</c:v>
                </c:pt>
                <c:pt idx="6403">
                  <c:v>8.5934160062415312</c:v>
                </c:pt>
                <c:pt idx="6404">
                  <c:v>8.5891241325504044</c:v>
                </c:pt>
                <c:pt idx="6405">
                  <c:v>8.5841497967396219</c:v>
                </c:pt>
                <c:pt idx="6406">
                  <c:v>8.5816104792017409</c:v>
                </c:pt>
                <c:pt idx="6407">
                  <c:v>8.5812663737527206</c:v>
                </c:pt>
                <c:pt idx="6408">
                  <c:v>8.5818305752884658</c:v>
                </c:pt>
                <c:pt idx="6409">
                  <c:v>8.582478544737814</c:v>
                </c:pt>
                <c:pt idx="6410">
                  <c:v>8.5850638525027723</c:v>
                </c:pt>
                <c:pt idx="6411">
                  <c:v>8.5872171806348288</c:v>
                </c:pt>
                <c:pt idx="6412">
                  <c:v>8.5884876606578242</c:v>
                </c:pt>
                <c:pt idx="6413">
                  <c:v>8.5900332607892249</c:v>
                </c:pt>
                <c:pt idx="6414">
                  <c:v>8.5878314786679262</c:v>
                </c:pt>
                <c:pt idx="6415">
                  <c:v>8.5871506590563786</c:v>
                </c:pt>
                <c:pt idx="6416">
                  <c:v>8.5884392066685837</c:v>
                </c:pt>
                <c:pt idx="6417">
                  <c:v>8.5891077074693065</c:v>
                </c:pt>
                <c:pt idx="6418">
                  <c:v>8.5875629285919608</c:v>
                </c:pt>
                <c:pt idx="6419">
                  <c:v>8.5844758345994325</c:v>
                </c:pt>
                <c:pt idx="6420">
                  <c:v>8.5847772348375972</c:v>
                </c:pt>
                <c:pt idx="6421">
                  <c:v>8.5840405699503144</c:v>
                </c:pt>
                <c:pt idx="6422">
                  <c:v>8.5803424629409104</c:v>
                </c:pt>
                <c:pt idx="6423">
                  <c:v>8.5755258079086758</c:v>
                </c:pt>
                <c:pt idx="6424">
                  <c:v>8.5727565392354119</c:v>
                </c:pt>
                <c:pt idx="6425">
                  <c:v>8.5741904488153402</c:v>
                </c:pt>
                <c:pt idx="6426">
                  <c:v>8.5743883710425823</c:v>
                </c:pt>
                <c:pt idx="6427">
                  <c:v>8.5736812713012771</c:v>
                </c:pt>
                <c:pt idx="6428">
                  <c:v>8.5749156161458551</c:v>
                </c:pt>
                <c:pt idx="6429">
                  <c:v>8.5750117028702828</c:v>
                </c:pt>
                <c:pt idx="6430">
                  <c:v>8.5725742208352145</c:v>
                </c:pt>
                <c:pt idx="6431">
                  <c:v>8.5717184741099661</c:v>
                </c:pt>
                <c:pt idx="6432">
                  <c:v>8.571735720445119</c:v>
                </c:pt>
                <c:pt idx="6433">
                  <c:v>8.5701498788650277</c:v>
                </c:pt>
                <c:pt idx="6434">
                  <c:v>8.5691052437071402</c:v>
                </c:pt>
                <c:pt idx="6435">
                  <c:v>8.5685024432308126</c:v>
                </c:pt>
                <c:pt idx="6436">
                  <c:v>8.5698829712971705</c:v>
                </c:pt>
                <c:pt idx="6437">
                  <c:v>8.5690773210692726</c:v>
                </c:pt>
                <c:pt idx="6438">
                  <c:v>8.5667810947316561</c:v>
                </c:pt>
                <c:pt idx="6439">
                  <c:v>8.5630616351168225</c:v>
                </c:pt>
                <c:pt idx="6440">
                  <c:v>8.5628226501868347</c:v>
                </c:pt>
                <c:pt idx="6441">
                  <c:v>8.5621286905104093</c:v>
                </c:pt>
                <c:pt idx="6442">
                  <c:v>8.5608918819036663</c:v>
                </c:pt>
                <c:pt idx="6443">
                  <c:v>8.5609690797848312</c:v>
                </c:pt>
                <c:pt idx="6444">
                  <c:v>8.5597084548104956</c:v>
                </c:pt>
                <c:pt idx="6445">
                  <c:v>8.5573177842565595</c:v>
                </c:pt>
                <c:pt idx="6446">
                  <c:v>8.5544228637128903</c:v>
                </c:pt>
                <c:pt idx="6447">
                  <c:v>8.5518572660452516</c:v>
                </c:pt>
                <c:pt idx="6448">
                  <c:v>8.5524378926620948</c:v>
                </c:pt>
                <c:pt idx="6449">
                  <c:v>8.5551233934217557</c:v>
                </c:pt>
                <c:pt idx="6450">
                  <c:v>8.5580684104627771</c:v>
                </c:pt>
                <c:pt idx="6451">
                  <c:v>8.5592986490370802</c:v>
                </c:pt>
                <c:pt idx="6452">
                  <c:v>8.5581176857060726</c:v>
                </c:pt>
                <c:pt idx="6453">
                  <c:v>8.5577423726029647</c:v>
                </c:pt>
                <c:pt idx="6454">
                  <c:v>8.558299182852215</c:v>
                </c:pt>
                <c:pt idx="6455">
                  <c:v>8.5554954215086436</c:v>
                </c:pt>
                <c:pt idx="6456">
                  <c:v>8.551039297006529</c:v>
                </c:pt>
                <c:pt idx="6457">
                  <c:v>8.5510006980659465</c:v>
                </c:pt>
                <c:pt idx="6458">
                  <c:v>8.5506163511682338</c:v>
                </c:pt>
                <c:pt idx="6459">
                  <c:v>8.5466381965260947</c:v>
                </c:pt>
                <c:pt idx="6460">
                  <c:v>8.5438155463392604</c:v>
                </c:pt>
                <c:pt idx="6461">
                  <c:v>8.5405740565844042</c:v>
                </c:pt>
                <c:pt idx="6462">
                  <c:v>8.5388658481501256</c:v>
                </c:pt>
                <c:pt idx="6463">
                  <c:v>8.5377817927976025</c:v>
                </c:pt>
                <c:pt idx="6464">
                  <c:v>8.5376471071325923</c:v>
                </c:pt>
                <c:pt idx="6465">
                  <c:v>8.5390801954584656</c:v>
                </c:pt>
                <c:pt idx="6466">
                  <c:v>8.5383772019874353</c:v>
                </c:pt>
                <c:pt idx="6467">
                  <c:v>8.5363930521906948</c:v>
                </c:pt>
                <c:pt idx="6468">
                  <c:v>8.536526095347595</c:v>
                </c:pt>
                <c:pt idx="6469">
                  <c:v>8.5350240216811066</c:v>
                </c:pt>
                <c:pt idx="6470">
                  <c:v>8.5303987188436743</c:v>
                </c:pt>
                <c:pt idx="6471">
                  <c:v>8.5277296431651131</c:v>
                </c:pt>
                <c:pt idx="6472">
                  <c:v>8.5263105161581727</c:v>
                </c:pt>
                <c:pt idx="6473">
                  <c:v>8.5261010963741626</c:v>
                </c:pt>
                <c:pt idx="6474">
                  <c:v>8.52671375189915</c:v>
                </c:pt>
                <c:pt idx="6475">
                  <c:v>8.5274331704512782</c:v>
                </c:pt>
                <c:pt idx="6476">
                  <c:v>8.5266759742126226</c:v>
                </c:pt>
                <c:pt idx="6477">
                  <c:v>8.5258900340820425</c:v>
                </c:pt>
                <c:pt idx="6478">
                  <c:v>8.5295281895454362</c:v>
                </c:pt>
                <c:pt idx="6479">
                  <c:v>8.5307263992115967</c:v>
                </c:pt>
                <c:pt idx="6480">
                  <c:v>8.5287570319878458</c:v>
                </c:pt>
                <c:pt idx="6481">
                  <c:v>8.5278561162895734</c:v>
                </c:pt>
                <c:pt idx="6482">
                  <c:v>8.52722046565105</c:v>
                </c:pt>
                <c:pt idx="6483">
                  <c:v>8.526130661520142</c:v>
                </c:pt>
                <c:pt idx="6484">
                  <c:v>8.5240676713341266</c:v>
                </c:pt>
                <c:pt idx="6485">
                  <c:v>8.5198061840430341</c:v>
                </c:pt>
                <c:pt idx="6486">
                  <c:v>8.5140442655935615</c:v>
                </c:pt>
                <c:pt idx="6487">
                  <c:v>8.5110540795795178</c:v>
                </c:pt>
                <c:pt idx="6488">
                  <c:v>8.5103157721841249</c:v>
                </c:pt>
                <c:pt idx="6489">
                  <c:v>8.5108306984765729</c:v>
                </c:pt>
                <c:pt idx="6490">
                  <c:v>8.5125668295487209</c:v>
                </c:pt>
                <c:pt idx="6491">
                  <c:v>8.5148252781998117</c:v>
                </c:pt>
                <c:pt idx="6492">
                  <c:v>8.5148490945674045</c:v>
                </c:pt>
                <c:pt idx="6493">
                  <c:v>8.5137978893770789</c:v>
                </c:pt>
                <c:pt idx="6494">
                  <c:v>8.512488810413501</c:v>
                </c:pt>
                <c:pt idx="6495">
                  <c:v>8.5090650022584491</c:v>
                </c:pt>
                <c:pt idx="6496">
                  <c:v>8.5064041391204377</c:v>
                </c:pt>
                <c:pt idx="6497">
                  <c:v>8.5048725003079699</c:v>
                </c:pt>
                <c:pt idx="6498">
                  <c:v>8.5046368003942021</c:v>
                </c:pt>
                <c:pt idx="6499">
                  <c:v>8.5051977169137274</c:v>
                </c:pt>
                <c:pt idx="6500">
                  <c:v>8.5028259352030542</c:v>
                </c:pt>
                <c:pt idx="6501">
                  <c:v>8.5003818831355478</c:v>
                </c:pt>
                <c:pt idx="6502">
                  <c:v>8.4964932451853983</c:v>
                </c:pt>
                <c:pt idx="6503">
                  <c:v>8.4927130127705013</c:v>
                </c:pt>
                <c:pt idx="6504">
                  <c:v>8.4906721964439704</c:v>
                </c:pt>
                <c:pt idx="6505">
                  <c:v>8.4891569827126023</c:v>
                </c:pt>
                <c:pt idx="6506">
                  <c:v>8.4879825894140346</c:v>
                </c:pt>
                <c:pt idx="6507">
                  <c:v>8.4892062579558978</c:v>
                </c:pt>
                <c:pt idx="6508">
                  <c:v>8.4901736952326203</c:v>
                </c:pt>
                <c:pt idx="6509">
                  <c:v>8.4893820063236554</c:v>
                </c:pt>
                <c:pt idx="6510">
                  <c:v>8.4887997371987023</c:v>
                </c:pt>
                <c:pt idx="6511">
                  <c:v>8.4868147661479085</c:v>
                </c:pt>
                <c:pt idx="6512">
                  <c:v>8.4873395474890163</c:v>
                </c:pt>
                <c:pt idx="6513">
                  <c:v>8.4857914835954507</c:v>
                </c:pt>
                <c:pt idx="6514">
                  <c:v>8.4838787829014901</c:v>
                </c:pt>
                <c:pt idx="6515">
                  <c:v>8.4837859811932823</c:v>
                </c:pt>
                <c:pt idx="6516">
                  <c:v>8.4826961770623743</c:v>
                </c:pt>
                <c:pt idx="6517">
                  <c:v>8.4821837145320913</c:v>
                </c:pt>
                <c:pt idx="6518">
                  <c:v>8.4821755019915415</c:v>
                </c:pt>
                <c:pt idx="6519">
                  <c:v>8.476907978483144</c:v>
                </c:pt>
                <c:pt idx="6520">
                  <c:v>8.4722876031700398</c:v>
                </c:pt>
                <c:pt idx="6521">
                  <c:v>8.470821664681969</c:v>
                </c:pt>
                <c:pt idx="6522">
                  <c:v>8.4713513735474066</c:v>
                </c:pt>
                <c:pt idx="6523">
                  <c:v>8.4710606496119567</c:v>
                </c:pt>
                <c:pt idx="6524">
                  <c:v>8.4707091528764416</c:v>
                </c:pt>
                <c:pt idx="6525">
                  <c:v>8.4683012359873526</c:v>
                </c:pt>
                <c:pt idx="6526">
                  <c:v>8.4651632242434189</c:v>
                </c:pt>
                <c:pt idx="6527">
                  <c:v>8.46268550075966</c:v>
                </c:pt>
                <c:pt idx="6528">
                  <c:v>8.4615414938611266</c:v>
                </c:pt>
                <c:pt idx="6529">
                  <c:v>8.4613747792879721</c:v>
                </c:pt>
                <c:pt idx="6530">
                  <c:v>8.4613304315690065</c:v>
                </c:pt>
                <c:pt idx="6531">
                  <c:v>8.461298402660864</c:v>
                </c:pt>
                <c:pt idx="6532">
                  <c:v>8.4613641029852591</c:v>
                </c:pt>
                <c:pt idx="6533">
                  <c:v>8.4612400936229619</c:v>
                </c:pt>
                <c:pt idx="6534">
                  <c:v>8.459272368907321</c:v>
                </c:pt>
                <c:pt idx="6535">
                  <c:v>8.4548605921241737</c:v>
                </c:pt>
                <c:pt idx="6536">
                  <c:v>8.451425286412352</c:v>
                </c:pt>
                <c:pt idx="6537">
                  <c:v>8.4498065946700613</c:v>
                </c:pt>
                <c:pt idx="6538">
                  <c:v>8.4487644232743406</c:v>
                </c:pt>
                <c:pt idx="6539">
                  <c:v>8.4497261117726765</c:v>
                </c:pt>
                <c:pt idx="6540">
                  <c:v>8.4528074569868181</c:v>
                </c:pt>
                <c:pt idx="6541">
                  <c:v>8.4556481747628638</c:v>
                </c:pt>
                <c:pt idx="6542">
                  <c:v>8.4547185151726687</c:v>
                </c:pt>
                <c:pt idx="6543">
                  <c:v>8.4499338890485767</c:v>
                </c:pt>
                <c:pt idx="6544">
                  <c:v>8.4477353919434979</c:v>
                </c:pt>
                <c:pt idx="6545">
                  <c:v>8.4467613846343372</c:v>
                </c:pt>
                <c:pt idx="6546">
                  <c:v>8.4436767544039757</c:v>
                </c:pt>
                <c:pt idx="6547">
                  <c:v>8.4407736213197548</c:v>
                </c:pt>
                <c:pt idx="6548">
                  <c:v>8.4412105284769847</c:v>
                </c:pt>
                <c:pt idx="6549">
                  <c:v>8.4414536196772474</c:v>
                </c:pt>
                <c:pt idx="6550">
                  <c:v>8.4390251714367839</c:v>
                </c:pt>
                <c:pt idx="6551">
                  <c:v>8.4369983164291877</c:v>
                </c:pt>
                <c:pt idx="6552">
                  <c:v>8.4369506836940005</c:v>
                </c:pt>
                <c:pt idx="6553">
                  <c:v>8.4375510204081632</c:v>
                </c:pt>
                <c:pt idx="6554">
                  <c:v>8.4374623249702303</c:v>
                </c:pt>
                <c:pt idx="6555">
                  <c:v>8.4367346938775505</c:v>
                </c:pt>
                <c:pt idx="6556">
                  <c:v>8.4353188518868318</c:v>
                </c:pt>
                <c:pt idx="6557">
                  <c:v>8.4335786145444089</c:v>
                </c:pt>
                <c:pt idx="6558">
                  <c:v>8.4333264895495414</c:v>
                </c:pt>
                <c:pt idx="6559">
                  <c:v>8.4357557590440599</c:v>
                </c:pt>
                <c:pt idx="6560">
                  <c:v>8.4379033383977333</c:v>
                </c:pt>
                <c:pt idx="6561">
                  <c:v>8.4371395721266378</c:v>
                </c:pt>
                <c:pt idx="6562">
                  <c:v>8.4356021845357869</c:v>
                </c:pt>
                <c:pt idx="6563">
                  <c:v>8.4342101589126592</c:v>
                </c:pt>
                <c:pt idx="6564">
                  <c:v>8.4338373095717163</c:v>
                </c:pt>
                <c:pt idx="6565">
                  <c:v>8.4335129142200138</c:v>
                </c:pt>
                <c:pt idx="6566">
                  <c:v>8.4327803556030059</c:v>
                </c:pt>
                <c:pt idx="6567">
                  <c:v>8.4314162526177476</c:v>
                </c:pt>
                <c:pt idx="6568">
                  <c:v>8.428274955857594</c:v>
                </c:pt>
                <c:pt idx="6569">
                  <c:v>8.4259836570443074</c:v>
                </c:pt>
                <c:pt idx="6570">
                  <c:v>8.4249685870323976</c:v>
                </c:pt>
                <c:pt idx="6571">
                  <c:v>8.4231363692358237</c:v>
                </c:pt>
                <c:pt idx="6572">
                  <c:v>8.4212483061635108</c:v>
                </c:pt>
                <c:pt idx="6573">
                  <c:v>8.4174787500513286</c:v>
                </c:pt>
                <c:pt idx="6574">
                  <c:v>8.4153903009896105</c:v>
                </c:pt>
                <c:pt idx="6575">
                  <c:v>8.4169334373588462</c:v>
                </c:pt>
                <c:pt idx="6576">
                  <c:v>8.4187221286905096</c:v>
                </c:pt>
                <c:pt idx="6577">
                  <c:v>8.4172496201699989</c:v>
                </c:pt>
                <c:pt idx="6578">
                  <c:v>8.4158608795630929</c:v>
                </c:pt>
                <c:pt idx="6579">
                  <c:v>8.4160037777686529</c:v>
                </c:pt>
                <c:pt idx="6580">
                  <c:v>8.4142807867613847</c:v>
                </c:pt>
                <c:pt idx="6581">
                  <c:v>8.4122982794727541</c:v>
                </c:pt>
                <c:pt idx="6582">
                  <c:v>8.4098805075350054</c:v>
                </c:pt>
                <c:pt idx="6583">
                  <c:v>8.4060986326119984</c:v>
                </c:pt>
                <c:pt idx="6584">
                  <c:v>8.4059491643739985</c:v>
                </c:pt>
                <c:pt idx="6585">
                  <c:v>8.4109850942389031</c:v>
                </c:pt>
                <c:pt idx="6586">
                  <c:v>8.4122761056132713</c:v>
                </c:pt>
                <c:pt idx="6587">
                  <c:v>8.4098739375025673</c:v>
                </c:pt>
                <c:pt idx="6588">
                  <c:v>8.4056428366115057</c:v>
                </c:pt>
                <c:pt idx="6589">
                  <c:v>8.4021015891265964</c:v>
                </c:pt>
                <c:pt idx="6590">
                  <c:v>8.4016416868558288</c:v>
                </c:pt>
                <c:pt idx="6591">
                  <c:v>8.4031396542520422</c:v>
                </c:pt>
                <c:pt idx="6592">
                  <c:v>8.4055253972816484</c:v>
                </c:pt>
                <c:pt idx="6593">
                  <c:v>8.4077394982137719</c:v>
                </c:pt>
                <c:pt idx="6594">
                  <c:v>8.4074816244405213</c:v>
                </c:pt>
                <c:pt idx="6595">
                  <c:v>8.406632447747711</c:v>
                </c:pt>
                <c:pt idx="6596">
                  <c:v>8.4072459245267517</c:v>
                </c:pt>
                <c:pt idx="6597">
                  <c:v>8.405690469346693</c:v>
                </c:pt>
                <c:pt idx="6598">
                  <c:v>8.4030189299059668</c:v>
                </c:pt>
                <c:pt idx="6599">
                  <c:v>8.4039058842853045</c:v>
                </c:pt>
                <c:pt idx="6600">
                  <c:v>8.4050934176487502</c:v>
                </c:pt>
                <c:pt idx="6601">
                  <c:v>8.4031150166303945</c:v>
                </c:pt>
                <c:pt idx="6602">
                  <c:v>8.3991918860099375</c:v>
                </c:pt>
                <c:pt idx="6603">
                  <c:v>8.3988757031987848</c:v>
                </c:pt>
                <c:pt idx="6604">
                  <c:v>8.4005453126924809</c:v>
                </c:pt>
                <c:pt idx="6605">
                  <c:v>8.3988954132961027</c:v>
                </c:pt>
                <c:pt idx="6606">
                  <c:v>8.3966509259639466</c:v>
                </c:pt>
                <c:pt idx="6607">
                  <c:v>8.3951340697244685</c:v>
                </c:pt>
                <c:pt idx="6608">
                  <c:v>8.3931507411817847</c:v>
                </c:pt>
                <c:pt idx="6609">
                  <c:v>8.3914573153204941</c:v>
                </c:pt>
                <c:pt idx="6610">
                  <c:v>8.3905974623249708</c:v>
                </c:pt>
                <c:pt idx="6611">
                  <c:v>8.3914014700447588</c:v>
                </c:pt>
                <c:pt idx="6612">
                  <c:v>8.3938619471933649</c:v>
                </c:pt>
                <c:pt idx="6613">
                  <c:v>8.3925643657865567</c:v>
                </c:pt>
                <c:pt idx="6614">
                  <c:v>8.3902755307354333</c:v>
                </c:pt>
                <c:pt idx="6615">
                  <c:v>8.3875317209378721</c:v>
                </c:pt>
                <c:pt idx="6616">
                  <c:v>8.3847673797889382</c:v>
                </c:pt>
                <c:pt idx="6617">
                  <c:v>8.3827602348786598</c:v>
                </c:pt>
                <c:pt idx="6618">
                  <c:v>8.3825155011702872</c:v>
                </c:pt>
                <c:pt idx="6619">
                  <c:v>8.3806561819898988</c:v>
                </c:pt>
                <c:pt idx="6620">
                  <c:v>8.3772290888186269</c:v>
                </c:pt>
                <c:pt idx="6621">
                  <c:v>8.3775863343325252</c:v>
                </c:pt>
                <c:pt idx="6622">
                  <c:v>8.3792157023775307</c:v>
                </c:pt>
                <c:pt idx="6623">
                  <c:v>8.3797199523672639</c:v>
                </c:pt>
                <c:pt idx="6624">
                  <c:v>8.3787073461175208</c:v>
                </c:pt>
                <c:pt idx="6625">
                  <c:v>8.3782113086683374</c:v>
                </c:pt>
                <c:pt idx="6626">
                  <c:v>8.3805412064222065</c:v>
                </c:pt>
                <c:pt idx="6627">
                  <c:v>8.3812762288013793</c:v>
                </c:pt>
                <c:pt idx="6628">
                  <c:v>8.3804040569950313</c:v>
                </c:pt>
                <c:pt idx="6629">
                  <c:v>8.3760415554551795</c:v>
                </c:pt>
                <c:pt idx="6630">
                  <c:v>8.3734447501334532</c:v>
                </c:pt>
                <c:pt idx="6631">
                  <c:v>8.3745123804048784</c:v>
                </c:pt>
                <c:pt idx="6632">
                  <c:v>8.3750059540918986</c:v>
                </c:pt>
                <c:pt idx="6633">
                  <c:v>8.3745969695725364</c:v>
                </c:pt>
                <c:pt idx="6634">
                  <c:v>8.3724231100891053</c:v>
                </c:pt>
                <c:pt idx="6635">
                  <c:v>8.3715542232989772</c:v>
                </c:pt>
                <c:pt idx="6636">
                  <c:v>8.3710516158173522</c:v>
                </c:pt>
                <c:pt idx="6637">
                  <c:v>8.3708955775469143</c:v>
                </c:pt>
                <c:pt idx="6638">
                  <c:v>8.3706598776331465</c:v>
                </c:pt>
                <c:pt idx="6639">
                  <c:v>8.369606208680656</c:v>
                </c:pt>
                <c:pt idx="6640">
                  <c:v>8.3697893483349066</c:v>
                </c:pt>
                <c:pt idx="6641">
                  <c:v>8.3658489713792967</c:v>
                </c:pt>
                <c:pt idx="6642">
                  <c:v>8.3615612039584448</c:v>
                </c:pt>
                <c:pt idx="6643">
                  <c:v>8.3621541493861127</c:v>
                </c:pt>
                <c:pt idx="6644">
                  <c:v>8.3604056995031417</c:v>
                </c:pt>
                <c:pt idx="6645">
                  <c:v>8.3593224654046736</c:v>
                </c:pt>
                <c:pt idx="6646">
                  <c:v>8.3586580708742257</c:v>
                </c:pt>
                <c:pt idx="6647">
                  <c:v>8.3599063770377366</c:v>
                </c:pt>
                <c:pt idx="6648">
                  <c:v>8.3608902393955571</c:v>
                </c:pt>
                <c:pt idx="6649">
                  <c:v>8.3569498624399454</c:v>
                </c:pt>
                <c:pt idx="6650">
                  <c:v>8.3527261528353804</c:v>
                </c:pt>
                <c:pt idx="6651">
                  <c:v>8.3511780889418148</c:v>
                </c:pt>
                <c:pt idx="6652">
                  <c:v>8.3504718104545645</c:v>
                </c:pt>
                <c:pt idx="6653">
                  <c:v>8.3522186178294255</c:v>
                </c:pt>
                <c:pt idx="6654">
                  <c:v>8.353787213074364</c:v>
                </c:pt>
                <c:pt idx="6655">
                  <c:v>8.3534956678848609</c:v>
                </c:pt>
                <c:pt idx="6656">
                  <c:v>8.3536016096579484</c:v>
                </c:pt>
                <c:pt idx="6657">
                  <c:v>8.3544368250318239</c:v>
                </c:pt>
                <c:pt idx="6658">
                  <c:v>8.3542446515829667</c:v>
                </c:pt>
                <c:pt idx="6659">
                  <c:v>8.3537535416581115</c:v>
                </c:pt>
                <c:pt idx="6660">
                  <c:v>8.3527236890732155</c:v>
                </c:pt>
                <c:pt idx="6661">
                  <c:v>8.3495520059130293</c:v>
                </c:pt>
                <c:pt idx="6662">
                  <c:v>8.350666447665585</c:v>
                </c:pt>
                <c:pt idx="6663">
                  <c:v>8.3516486675152954</c:v>
                </c:pt>
                <c:pt idx="6664">
                  <c:v>8.3514950930070224</c:v>
                </c:pt>
                <c:pt idx="6665">
                  <c:v>8.3504069313842244</c:v>
                </c:pt>
                <c:pt idx="6666">
                  <c:v>8.3506015685952448</c:v>
                </c:pt>
                <c:pt idx="6667">
                  <c:v>8.3508257709522447</c:v>
                </c:pt>
                <c:pt idx="6668">
                  <c:v>8.3475465035108609</c:v>
                </c:pt>
                <c:pt idx="6669">
                  <c:v>8.34543752309777</c:v>
                </c:pt>
                <c:pt idx="6670">
                  <c:v>8.3439937584691819</c:v>
                </c:pt>
                <c:pt idx="6671">
                  <c:v>8.3437334209337664</c:v>
                </c:pt>
                <c:pt idx="6672">
                  <c:v>8.3433466102738887</c:v>
                </c:pt>
                <c:pt idx="6673">
                  <c:v>8.341955405904816</c:v>
                </c:pt>
                <c:pt idx="6674">
                  <c:v>8.3413920256231258</c:v>
                </c:pt>
                <c:pt idx="6675">
                  <c:v>8.3430608138627687</c:v>
                </c:pt>
                <c:pt idx="6676">
                  <c:v>8.3434624070956342</c:v>
                </c:pt>
                <c:pt idx="6677">
                  <c:v>8.3415423151151806</c:v>
                </c:pt>
                <c:pt idx="6678">
                  <c:v>8.3401207243460771</c:v>
                </c:pt>
                <c:pt idx="6679">
                  <c:v>8.3405428489303173</c:v>
                </c:pt>
                <c:pt idx="6680">
                  <c:v>8.3375953681271309</c:v>
                </c:pt>
                <c:pt idx="6681">
                  <c:v>8.3343563421344395</c:v>
                </c:pt>
                <c:pt idx="6682">
                  <c:v>8.3332517554305419</c:v>
                </c:pt>
                <c:pt idx="6683">
                  <c:v>8.3327746068246213</c:v>
                </c:pt>
                <c:pt idx="6684">
                  <c:v>8.3335662957335845</c:v>
                </c:pt>
                <c:pt idx="6685">
                  <c:v>8.3332287603170041</c:v>
                </c:pt>
                <c:pt idx="6686">
                  <c:v>8.334623249702295</c:v>
                </c:pt>
                <c:pt idx="6687">
                  <c:v>8.3383640619225563</c:v>
                </c:pt>
                <c:pt idx="6688">
                  <c:v>8.3404344433950648</c:v>
                </c:pt>
                <c:pt idx="6689">
                  <c:v>8.3409042007144905</c:v>
                </c:pt>
                <c:pt idx="6690">
                  <c:v>8.3420046811481132</c:v>
                </c:pt>
                <c:pt idx="6691">
                  <c:v>8.3428012975814063</c:v>
                </c:pt>
                <c:pt idx="6692">
                  <c:v>8.3429392682626364</c:v>
                </c:pt>
                <c:pt idx="6693">
                  <c:v>8.3418363240668505</c:v>
                </c:pt>
                <c:pt idx="6694">
                  <c:v>8.3408048289738428</c:v>
                </c:pt>
                <c:pt idx="6695">
                  <c:v>8.3389947850367516</c:v>
                </c:pt>
                <c:pt idx="6696">
                  <c:v>8.3382416950683691</c:v>
                </c:pt>
                <c:pt idx="6697">
                  <c:v>8.3375354165811189</c:v>
                </c:pt>
                <c:pt idx="6698">
                  <c:v>8.3366928099207485</c:v>
                </c:pt>
                <c:pt idx="6699">
                  <c:v>8.3344877427832298</c:v>
                </c:pt>
                <c:pt idx="6700">
                  <c:v>8.3320576520346563</c:v>
                </c:pt>
                <c:pt idx="6701">
                  <c:v>8.3326243173325665</c:v>
                </c:pt>
                <c:pt idx="6702">
                  <c:v>8.3372422288835057</c:v>
                </c:pt>
                <c:pt idx="6703">
                  <c:v>8.3418141502073659</c:v>
                </c:pt>
                <c:pt idx="6704">
                  <c:v>8.3430953065330762</c:v>
                </c:pt>
                <c:pt idx="6705">
                  <c:v>8.3468903215209629</c:v>
                </c:pt>
                <c:pt idx="6706">
                  <c:v>8.3520264443805683</c:v>
                </c:pt>
                <c:pt idx="6707">
                  <c:v>8.3573596682133626</c:v>
                </c:pt>
                <c:pt idx="6708">
                  <c:v>8.3626288342298682</c:v>
                </c:pt>
                <c:pt idx="6709">
                  <c:v>8.3652905186219364</c:v>
                </c:pt>
                <c:pt idx="6710">
                  <c:v>8.36671046688293</c:v>
                </c:pt>
                <c:pt idx="6711">
                  <c:v>8.3688999301934057</c:v>
                </c:pt>
                <c:pt idx="6712">
                  <c:v>8.3723500184782154</c:v>
                </c:pt>
                <c:pt idx="6713">
                  <c:v>8.3734603539604979</c:v>
                </c:pt>
                <c:pt idx="6714">
                  <c:v>8.3749731039297011</c:v>
                </c:pt>
                <c:pt idx="6715">
                  <c:v>8.3768159980289898</c:v>
                </c:pt>
                <c:pt idx="6716">
                  <c:v>8.381232702336467</c:v>
                </c:pt>
                <c:pt idx="6717">
                  <c:v>8.3904299264977613</c:v>
                </c:pt>
                <c:pt idx="6718">
                  <c:v>8.3999433334702083</c:v>
                </c:pt>
                <c:pt idx="6719">
                  <c:v>8.4103634049193126</c:v>
                </c:pt>
                <c:pt idx="6720">
                  <c:v>8.4215727015152133</c:v>
                </c:pt>
                <c:pt idx="6721">
                  <c:v>8.4309210364226175</c:v>
                </c:pt>
                <c:pt idx="6722">
                  <c:v>8.4360152753254223</c:v>
                </c:pt>
                <c:pt idx="6723">
                  <c:v>8.4450457849135638</c:v>
                </c:pt>
                <c:pt idx="6724">
                  <c:v>8.4569465774237251</c:v>
                </c:pt>
                <c:pt idx="6725">
                  <c:v>8.4711986202931868</c:v>
                </c:pt>
                <c:pt idx="6726">
                  <c:v>8.4851730792920783</c:v>
                </c:pt>
                <c:pt idx="6727">
                  <c:v>8.4965400566665306</c:v>
                </c:pt>
                <c:pt idx="6728">
                  <c:v>8.5103740812220252</c:v>
                </c:pt>
                <c:pt idx="6729">
                  <c:v>8.5332451853981031</c:v>
                </c:pt>
                <c:pt idx="6730">
                  <c:v>8.5624563708783317</c:v>
                </c:pt>
                <c:pt idx="6731">
                  <c:v>8.5899921980864775</c:v>
                </c:pt>
                <c:pt idx="6732">
                  <c:v>8.6217993676343774</c:v>
                </c:pt>
                <c:pt idx="6733">
                  <c:v>8.6596214018806723</c:v>
                </c:pt>
                <c:pt idx="6734">
                  <c:v>8.7032759824251631</c:v>
                </c:pt>
                <c:pt idx="6735">
                  <c:v>8.7540040241448693</c:v>
                </c:pt>
                <c:pt idx="6736">
                  <c:v>8.809198866669405</c:v>
                </c:pt>
                <c:pt idx="6737">
                  <c:v>8.8709809879686272</c:v>
                </c:pt>
                <c:pt idx="6738">
                  <c:v>8.9445982014536192</c:v>
                </c:pt>
                <c:pt idx="6739">
                  <c:v>9.0334907403605307</c:v>
                </c:pt>
                <c:pt idx="6740">
                  <c:v>9.1363856609042013</c:v>
                </c:pt>
                <c:pt idx="6741">
                  <c:v>9.2521578450293589</c:v>
                </c:pt>
                <c:pt idx="6742">
                  <c:v>9.3901203137190485</c:v>
                </c:pt>
                <c:pt idx="6743">
                  <c:v>9.5590440602800477</c:v>
                </c:pt>
                <c:pt idx="6744">
                  <c:v>9.7641276228801388</c:v>
                </c:pt>
                <c:pt idx="6745">
                  <c:v>10.021574344023325</c:v>
                </c:pt>
                <c:pt idx="6746">
                  <c:v>10.357590440602801</c:v>
                </c:pt>
                <c:pt idx="6747">
                  <c:v>10.799975362378351</c:v>
                </c:pt>
                <c:pt idx="6748">
                  <c:v>11.39179567199113</c:v>
                </c:pt>
                <c:pt idx="6749">
                  <c:v>12.200763766271095</c:v>
                </c:pt>
                <c:pt idx="6750">
                  <c:v>13.317702131154272</c:v>
                </c:pt>
                <c:pt idx="6751">
                  <c:v>14.834008130415143</c:v>
                </c:pt>
                <c:pt idx="6752">
                  <c:v>16.77624933273108</c:v>
                </c:pt>
                <c:pt idx="6753">
                  <c:v>18.962674003202892</c:v>
                </c:pt>
                <c:pt idx="6754">
                  <c:v>20.89385291339876</c:v>
                </c:pt>
                <c:pt idx="6755">
                  <c:v>22.072598858456864</c:v>
                </c:pt>
                <c:pt idx="6756">
                  <c:v>22.25598488892539</c:v>
                </c:pt>
                <c:pt idx="6757">
                  <c:v>21.507411817845849</c:v>
                </c:pt>
                <c:pt idx="6758">
                  <c:v>20.148318482322505</c:v>
                </c:pt>
                <c:pt idx="6759">
                  <c:v>18.522974582186997</c:v>
                </c:pt>
                <c:pt idx="6760">
                  <c:v>16.859278117685705</c:v>
                </c:pt>
                <c:pt idx="6761">
                  <c:v>15.316010347801093</c:v>
                </c:pt>
                <c:pt idx="6762">
                  <c:v>13.995836241941443</c:v>
                </c:pt>
                <c:pt idx="6763">
                  <c:v>12.916971215045374</c:v>
                </c:pt>
                <c:pt idx="6764">
                  <c:v>12.054227405247813</c:v>
                </c:pt>
                <c:pt idx="6765">
                  <c:v>11.368545969695726</c:v>
                </c:pt>
                <c:pt idx="6766">
                  <c:v>10.821286905104094</c:v>
                </c:pt>
                <c:pt idx="6767">
                  <c:v>10.381250769925677</c:v>
                </c:pt>
                <c:pt idx="6768">
                  <c:v>10.03095306533076</c:v>
                </c:pt>
                <c:pt idx="6769">
                  <c:v>9.7542725742208347</c:v>
                </c:pt>
                <c:pt idx="6770">
                  <c:v>9.534767790415966</c:v>
                </c:pt>
                <c:pt idx="6771">
                  <c:v>9.3553402044922596</c:v>
                </c:pt>
                <c:pt idx="6772">
                  <c:v>9.2129019012031375</c:v>
                </c:pt>
                <c:pt idx="6773">
                  <c:v>9.0997330924321442</c:v>
                </c:pt>
                <c:pt idx="6774">
                  <c:v>9.005814478708988</c:v>
                </c:pt>
                <c:pt idx="6775">
                  <c:v>8.926957664353468</c:v>
                </c:pt>
                <c:pt idx="6776">
                  <c:v>8.862858785365253</c:v>
                </c:pt>
                <c:pt idx="6777">
                  <c:v>8.80862152506878</c:v>
                </c:pt>
                <c:pt idx="6778">
                  <c:v>8.7608803843468976</c:v>
                </c:pt>
                <c:pt idx="6779">
                  <c:v>8.7164858538989041</c:v>
                </c:pt>
                <c:pt idx="6780">
                  <c:v>8.6732394366197187</c:v>
                </c:pt>
                <c:pt idx="6781">
                  <c:v>8.6349016548269208</c:v>
                </c:pt>
                <c:pt idx="6782">
                  <c:v>8.6008237178171072</c:v>
                </c:pt>
                <c:pt idx="6783">
                  <c:v>8.5719188600993714</c:v>
                </c:pt>
                <c:pt idx="6784">
                  <c:v>8.5483496899765949</c:v>
                </c:pt>
                <c:pt idx="6785">
                  <c:v>8.5257578121791973</c:v>
                </c:pt>
                <c:pt idx="6786">
                  <c:v>8.5037112470742819</c:v>
                </c:pt>
                <c:pt idx="6787">
                  <c:v>8.4793076828316831</c:v>
                </c:pt>
                <c:pt idx="6788">
                  <c:v>8.4541781300045162</c:v>
                </c:pt>
                <c:pt idx="6789">
                  <c:v>8.4357105900710376</c:v>
                </c:pt>
                <c:pt idx="6790">
                  <c:v>8.423994579723237</c:v>
                </c:pt>
                <c:pt idx="6791">
                  <c:v>8.4120691495914262</c:v>
                </c:pt>
                <c:pt idx="6792">
                  <c:v>8.4016753582720813</c:v>
                </c:pt>
                <c:pt idx="6793">
                  <c:v>8.3946708824374827</c:v>
                </c:pt>
                <c:pt idx="6794">
                  <c:v>8.3894132139777433</c:v>
                </c:pt>
                <c:pt idx="6795">
                  <c:v>8.3850548187081682</c:v>
                </c:pt>
                <c:pt idx="6796">
                  <c:v>8.3767166262883421</c:v>
                </c:pt>
                <c:pt idx="6797">
                  <c:v>8.3681484827331332</c:v>
                </c:pt>
                <c:pt idx="6798">
                  <c:v>8.3619176282182899</c:v>
                </c:pt>
                <c:pt idx="6799">
                  <c:v>8.3534118999712561</c:v>
                </c:pt>
                <c:pt idx="6800">
                  <c:v>8.3425557426189787</c:v>
                </c:pt>
                <c:pt idx="6801">
                  <c:v>8.3368488481911882</c:v>
                </c:pt>
                <c:pt idx="6802">
                  <c:v>8.3299248552539726</c:v>
                </c:pt>
                <c:pt idx="6803">
                  <c:v>8.3213895618609612</c:v>
                </c:pt>
                <c:pt idx="6804">
                  <c:v>8.3177900053381517</c:v>
                </c:pt>
                <c:pt idx="6805">
                  <c:v>8.3176027594136244</c:v>
                </c:pt>
                <c:pt idx="6806">
                  <c:v>8.3171527121915165</c:v>
                </c:pt>
                <c:pt idx="6807">
                  <c:v>8.3145591918860102</c:v>
                </c:pt>
                <c:pt idx="6808">
                  <c:v>8.3112659631256935</c:v>
                </c:pt>
                <c:pt idx="6809">
                  <c:v>8.308035970927607</c:v>
                </c:pt>
                <c:pt idx="6810">
                  <c:v>8.301074200303864</c:v>
                </c:pt>
                <c:pt idx="6811">
                  <c:v>8.2911715189093744</c:v>
                </c:pt>
                <c:pt idx="6812">
                  <c:v>8.2812006734283248</c:v>
                </c:pt>
                <c:pt idx="6813">
                  <c:v>8.274934504989119</c:v>
                </c:pt>
                <c:pt idx="6814">
                  <c:v>8.2694247115345139</c:v>
                </c:pt>
                <c:pt idx="6815">
                  <c:v>8.2619373383156081</c:v>
                </c:pt>
                <c:pt idx="6816">
                  <c:v>8.256926046072353</c:v>
                </c:pt>
                <c:pt idx="6817">
                  <c:v>8.2526776988461386</c:v>
                </c:pt>
                <c:pt idx="6818">
                  <c:v>8.2479513817599468</c:v>
                </c:pt>
                <c:pt idx="6819">
                  <c:v>8.2486239888309445</c:v>
                </c:pt>
                <c:pt idx="6820">
                  <c:v>8.2500735022379175</c:v>
                </c:pt>
                <c:pt idx="6821">
                  <c:v>8.2463721102122935</c:v>
                </c:pt>
                <c:pt idx="6822">
                  <c:v>8.2413205765203461</c:v>
                </c:pt>
                <c:pt idx="6823">
                  <c:v>8.2371781710672192</c:v>
                </c:pt>
                <c:pt idx="6824">
                  <c:v>8.2362107337904984</c:v>
                </c:pt>
                <c:pt idx="6825">
                  <c:v>8.2343686609452629</c:v>
                </c:pt>
                <c:pt idx="6826">
                  <c:v>8.2272820597051695</c:v>
                </c:pt>
                <c:pt idx="6827">
                  <c:v>8.2221410093212342</c:v>
                </c:pt>
                <c:pt idx="6828">
                  <c:v>8.2202825113949007</c:v>
                </c:pt>
                <c:pt idx="6829">
                  <c:v>8.2189249784420806</c:v>
                </c:pt>
                <c:pt idx="6830">
                  <c:v>8.2176323245596024</c:v>
                </c:pt>
                <c:pt idx="6831">
                  <c:v>8.212491274175667</c:v>
                </c:pt>
                <c:pt idx="6832">
                  <c:v>8.2105268344762461</c:v>
                </c:pt>
                <c:pt idx="6833">
                  <c:v>8.2101071736541691</c:v>
                </c:pt>
                <c:pt idx="6834">
                  <c:v>8.2089344228637131</c:v>
                </c:pt>
                <c:pt idx="6835">
                  <c:v>8.2086198825606704</c:v>
                </c:pt>
                <c:pt idx="6836">
                  <c:v>8.2096940828645337</c:v>
                </c:pt>
                <c:pt idx="6837">
                  <c:v>8.2096341313185235</c:v>
                </c:pt>
                <c:pt idx="6838">
                  <c:v>8.2063384387960419</c:v>
                </c:pt>
                <c:pt idx="6839">
                  <c:v>8.2016490781423226</c:v>
                </c:pt>
                <c:pt idx="6840">
                  <c:v>8.1968045004722203</c:v>
                </c:pt>
                <c:pt idx="6841">
                  <c:v>8.1967404426559352</c:v>
                </c:pt>
                <c:pt idx="6842">
                  <c:v>8.1967256600829472</c:v>
                </c:pt>
                <c:pt idx="6843">
                  <c:v>8.1928862973760932</c:v>
                </c:pt>
                <c:pt idx="6844">
                  <c:v>8.1918589085533604</c:v>
                </c:pt>
                <c:pt idx="6845">
                  <c:v>8.1935646532254758</c:v>
                </c:pt>
                <c:pt idx="6846">
                  <c:v>8.194485279021066</c:v>
                </c:pt>
                <c:pt idx="6847">
                  <c:v>8.1956202521249946</c:v>
                </c:pt>
                <c:pt idx="6848">
                  <c:v>8.194128854761221</c:v>
                </c:pt>
                <c:pt idx="6849">
                  <c:v>8.1920453332238328</c:v>
                </c:pt>
                <c:pt idx="6850">
                  <c:v>8.1907666406602875</c:v>
                </c:pt>
                <c:pt idx="6851">
                  <c:v>8.1891019586909213</c:v>
                </c:pt>
                <c:pt idx="6852">
                  <c:v>8.187606455056871</c:v>
                </c:pt>
                <c:pt idx="6853">
                  <c:v>8.1871531228185432</c:v>
                </c:pt>
                <c:pt idx="6854">
                  <c:v>8.1858358313144173</c:v>
                </c:pt>
                <c:pt idx="6855">
                  <c:v>8.1837367059499861</c:v>
                </c:pt>
                <c:pt idx="6856">
                  <c:v>8.1819997536237832</c:v>
                </c:pt>
                <c:pt idx="6857">
                  <c:v>8.1806783558493823</c:v>
                </c:pt>
                <c:pt idx="6858">
                  <c:v>8.1828702829220212</c:v>
                </c:pt>
                <c:pt idx="6859">
                  <c:v>8.183397528025294</c:v>
                </c:pt>
                <c:pt idx="6860">
                  <c:v>8.181217098509423</c:v>
                </c:pt>
                <c:pt idx="6861">
                  <c:v>8.1795368127130121</c:v>
                </c:pt>
                <c:pt idx="6862">
                  <c:v>8.181220383525643</c:v>
                </c:pt>
                <c:pt idx="6863">
                  <c:v>8.1810569539687101</c:v>
                </c:pt>
                <c:pt idx="6864">
                  <c:v>8.1793454605182117</c:v>
                </c:pt>
                <c:pt idx="6865">
                  <c:v>8.1794160883669367</c:v>
                </c:pt>
                <c:pt idx="6866">
                  <c:v>8.1780930480844241</c:v>
                </c:pt>
                <c:pt idx="6867">
                  <c:v>8.17504291052437</c:v>
                </c:pt>
                <c:pt idx="6868">
                  <c:v>8.1736533486634091</c:v>
                </c:pt>
                <c:pt idx="6869">
                  <c:v>8.1729955241654011</c:v>
                </c:pt>
                <c:pt idx="6870">
                  <c:v>8.1710590071038478</c:v>
                </c:pt>
                <c:pt idx="6871">
                  <c:v>8.1700595409189827</c:v>
                </c:pt>
                <c:pt idx="6872">
                  <c:v>8.1712109391040126</c:v>
                </c:pt>
                <c:pt idx="6873">
                  <c:v>8.1714014700447581</c:v>
                </c:pt>
                <c:pt idx="6874">
                  <c:v>8.1659056379090877</c:v>
                </c:pt>
                <c:pt idx="6875">
                  <c:v>8.1626887857758792</c:v>
                </c:pt>
                <c:pt idx="6876">
                  <c:v>8.1634607645875246</c:v>
                </c:pt>
                <c:pt idx="6877">
                  <c:v>8.162471153451321</c:v>
                </c:pt>
                <c:pt idx="6878">
                  <c:v>8.1601798546380326</c:v>
                </c:pt>
                <c:pt idx="6879">
                  <c:v>8.159000533815135</c:v>
                </c:pt>
                <c:pt idx="6880">
                  <c:v>8.1593454605182121</c:v>
                </c:pt>
                <c:pt idx="6881">
                  <c:v>8.1572988954132963</c:v>
                </c:pt>
                <c:pt idx="6882">
                  <c:v>8.15499281402702</c:v>
                </c:pt>
                <c:pt idx="6883">
                  <c:v>8.1534817065659269</c:v>
                </c:pt>
                <c:pt idx="6884">
                  <c:v>8.1543752309777027</c:v>
                </c:pt>
                <c:pt idx="6885">
                  <c:v>8.1571502484293514</c:v>
                </c:pt>
                <c:pt idx="6886">
                  <c:v>8.1581915985710172</c:v>
                </c:pt>
                <c:pt idx="6887">
                  <c:v>8.1567338726234961</c:v>
                </c:pt>
                <c:pt idx="6888">
                  <c:v>8.1565014577259483</c:v>
                </c:pt>
                <c:pt idx="6889">
                  <c:v>8.1568899108939359</c:v>
                </c:pt>
                <c:pt idx="6890">
                  <c:v>8.1562928591959931</c:v>
                </c:pt>
                <c:pt idx="6891">
                  <c:v>8.1541518498747596</c:v>
                </c:pt>
                <c:pt idx="6892">
                  <c:v>8.1527121915164464</c:v>
                </c:pt>
                <c:pt idx="6893">
                  <c:v>8.1523220958403488</c:v>
                </c:pt>
                <c:pt idx="6894">
                  <c:v>8.1485968874471322</c:v>
                </c:pt>
                <c:pt idx="6895">
                  <c:v>8.1467482445694568</c:v>
                </c:pt>
                <c:pt idx="6896">
                  <c:v>8.146427134233976</c:v>
                </c:pt>
                <c:pt idx="6897">
                  <c:v>8.1461249127417563</c:v>
                </c:pt>
                <c:pt idx="6898">
                  <c:v>8.1463252987311616</c:v>
                </c:pt>
                <c:pt idx="6899">
                  <c:v>8.1457274257791639</c:v>
                </c:pt>
                <c:pt idx="6900">
                  <c:v>8.144620375313103</c:v>
                </c:pt>
                <c:pt idx="6901">
                  <c:v>8.1462053956391411</c:v>
                </c:pt>
                <c:pt idx="6902">
                  <c:v>8.14919311789102</c:v>
                </c:pt>
                <c:pt idx="6903">
                  <c:v>8.1503050958814107</c:v>
                </c:pt>
                <c:pt idx="6904">
                  <c:v>8.1514950930070214</c:v>
                </c:pt>
                <c:pt idx="6905">
                  <c:v>8.1504266414815429</c:v>
                </c:pt>
                <c:pt idx="6906">
                  <c:v>8.1471728329158619</c:v>
                </c:pt>
                <c:pt idx="6907">
                  <c:v>8.1428070463597919</c:v>
                </c:pt>
                <c:pt idx="6908">
                  <c:v>8.140627438097976</c:v>
                </c:pt>
                <c:pt idx="6909">
                  <c:v>8.1409534759577884</c:v>
                </c:pt>
                <c:pt idx="6910">
                  <c:v>8.1410512051903261</c:v>
                </c:pt>
                <c:pt idx="6911">
                  <c:v>8.1396953147456159</c:v>
                </c:pt>
                <c:pt idx="6912">
                  <c:v>8.1387073461175206</c:v>
                </c:pt>
                <c:pt idx="6913">
                  <c:v>8.1404533322383283</c:v>
                </c:pt>
                <c:pt idx="6914">
                  <c:v>8.1406430419250189</c:v>
                </c:pt>
                <c:pt idx="6915">
                  <c:v>8.1386900997823677</c:v>
                </c:pt>
                <c:pt idx="6916">
                  <c:v>8.1362353714121465</c:v>
                </c:pt>
                <c:pt idx="6917">
                  <c:v>8.134665954913153</c:v>
                </c:pt>
                <c:pt idx="6918">
                  <c:v>8.1357787541575988</c:v>
                </c:pt>
                <c:pt idx="6919">
                  <c:v>8.1362230526013217</c:v>
                </c:pt>
                <c:pt idx="6920">
                  <c:v>8.1357138750872586</c:v>
                </c:pt>
                <c:pt idx="6921">
                  <c:v>8.1367084137477921</c:v>
                </c:pt>
                <c:pt idx="6922">
                  <c:v>8.1366648872828815</c:v>
                </c:pt>
                <c:pt idx="6923">
                  <c:v>8.1339227199934303</c:v>
                </c:pt>
                <c:pt idx="6924">
                  <c:v>8.130324805978729</c:v>
                </c:pt>
                <c:pt idx="6925">
                  <c:v>8.1300644684433134</c:v>
                </c:pt>
                <c:pt idx="6926">
                  <c:v>8.1325052354945999</c:v>
                </c:pt>
                <c:pt idx="6927">
                  <c:v>8.1324781341107872</c:v>
                </c:pt>
                <c:pt idx="6928">
                  <c:v>8.1310828234714414</c:v>
                </c:pt>
                <c:pt idx="6929">
                  <c:v>8.1310852872336064</c:v>
                </c:pt>
                <c:pt idx="6930">
                  <c:v>8.1338167782203428</c:v>
                </c:pt>
                <c:pt idx="6931">
                  <c:v>8.1336960538742655</c:v>
                </c:pt>
                <c:pt idx="6932">
                  <c:v>8.1328912249004226</c:v>
                </c:pt>
                <c:pt idx="6933">
                  <c:v>8.1340155217016381</c:v>
                </c:pt>
                <c:pt idx="6934">
                  <c:v>8.1327499692029726</c:v>
                </c:pt>
                <c:pt idx="6935">
                  <c:v>8.134668418675318</c:v>
                </c:pt>
                <c:pt idx="6936">
                  <c:v>8.1358247443846761</c:v>
                </c:pt>
                <c:pt idx="6937">
                  <c:v>8.1352293351948433</c:v>
                </c:pt>
                <c:pt idx="6938">
                  <c:v>8.1328238820679175</c:v>
                </c:pt>
                <c:pt idx="6939">
                  <c:v>8.129225146799163</c:v>
                </c:pt>
                <c:pt idx="6940">
                  <c:v>8.1281722991007275</c:v>
                </c:pt>
                <c:pt idx="6941">
                  <c:v>8.1285155832956928</c:v>
                </c:pt>
                <c:pt idx="6942">
                  <c:v>8.1277559232948704</c:v>
                </c:pt>
                <c:pt idx="6943">
                  <c:v>8.1257964111197793</c:v>
                </c:pt>
                <c:pt idx="6944">
                  <c:v>8.1236808606742503</c:v>
                </c:pt>
                <c:pt idx="6945">
                  <c:v>8.1191754609288385</c:v>
                </c:pt>
                <c:pt idx="6946">
                  <c:v>8.1167790415965175</c:v>
                </c:pt>
                <c:pt idx="6947">
                  <c:v>8.1154946002545891</c:v>
                </c:pt>
                <c:pt idx="6948">
                  <c:v>8.1163281731203547</c:v>
                </c:pt>
                <c:pt idx="6949">
                  <c:v>8.1167231963207822</c:v>
                </c:pt>
                <c:pt idx="6950">
                  <c:v>8.1169063359750346</c:v>
                </c:pt>
                <c:pt idx="6951">
                  <c:v>8.1174688950026699</c:v>
                </c:pt>
                <c:pt idx="6952">
                  <c:v>8.1167199113045623</c:v>
                </c:pt>
                <c:pt idx="6953">
                  <c:v>8.1171108282347149</c:v>
                </c:pt>
                <c:pt idx="6954">
                  <c:v>8.1172323738348453</c:v>
                </c:pt>
                <c:pt idx="6955">
                  <c:v>8.1161409271958274</c:v>
                </c:pt>
                <c:pt idx="6956">
                  <c:v>8.1173818420728452</c:v>
                </c:pt>
                <c:pt idx="6957">
                  <c:v>8.1218683529749924</c:v>
                </c:pt>
                <c:pt idx="6958">
                  <c:v>8.1232447747710754</c:v>
                </c:pt>
                <c:pt idx="6959">
                  <c:v>8.1219775797642999</c:v>
                </c:pt>
                <c:pt idx="6960">
                  <c:v>8.12269371330021</c:v>
                </c:pt>
                <c:pt idx="6961">
                  <c:v>8.1218823142939272</c:v>
                </c:pt>
                <c:pt idx="6962">
                  <c:v>8.1182679751981279</c:v>
                </c:pt>
                <c:pt idx="6963">
                  <c:v>8.1179690387221282</c:v>
                </c:pt>
                <c:pt idx="6964">
                  <c:v>8.1193799531885187</c:v>
                </c:pt>
                <c:pt idx="6965">
                  <c:v>8.1191935285180463</c:v>
                </c:pt>
                <c:pt idx="6966">
                  <c:v>8.118334496776578</c:v>
                </c:pt>
                <c:pt idx="6967">
                  <c:v>8.1164735350880797</c:v>
                </c:pt>
                <c:pt idx="6968">
                  <c:v>8.1165507329692446</c:v>
                </c:pt>
                <c:pt idx="6969">
                  <c:v>8.1178220342462932</c:v>
                </c:pt>
                <c:pt idx="6970">
                  <c:v>8.1170122777481222</c:v>
                </c:pt>
                <c:pt idx="6971">
                  <c:v>8.1160193815956969</c:v>
                </c:pt>
                <c:pt idx="6972">
                  <c:v>8.1130940746519933</c:v>
                </c:pt>
                <c:pt idx="6973">
                  <c:v>8.1111049973309246</c:v>
                </c:pt>
                <c:pt idx="6974">
                  <c:v>8.1106672689196397</c:v>
                </c:pt>
                <c:pt idx="6975">
                  <c:v>8.1104430665626417</c:v>
                </c:pt>
                <c:pt idx="6976">
                  <c:v>8.1122038352564374</c:v>
                </c:pt>
                <c:pt idx="6977">
                  <c:v>8.1127187615488854</c:v>
                </c:pt>
                <c:pt idx="6978">
                  <c:v>8.1119147538290974</c:v>
                </c:pt>
                <c:pt idx="6979">
                  <c:v>8.1105292982384096</c:v>
                </c:pt>
                <c:pt idx="6980">
                  <c:v>8.1079062127869257</c:v>
                </c:pt>
                <c:pt idx="6981">
                  <c:v>8.1084999794686485</c:v>
                </c:pt>
                <c:pt idx="6982">
                  <c:v>8.1079012852625958</c:v>
                </c:pt>
                <c:pt idx="6983">
                  <c:v>8.1038327926744138</c:v>
                </c:pt>
                <c:pt idx="6984">
                  <c:v>8.1020818790292779</c:v>
                </c:pt>
                <c:pt idx="6985">
                  <c:v>8.1021327967806833</c:v>
                </c:pt>
                <c:pt idx="6986">
                  <c:v>8.1003514967355148</c:v>
                </c:pt>
                <c:pt idx="6987">
                  <c:v>8.1002233811029445</c:v>
                </c:pt>
                <c:pt idx="6988">
                  <c:v>8.1013246827906205</c:v>
                </c:pt>
                <c:pt idx="6989">
                  <c:v>8.1015217837638076</c:v>
                </c:pt>
                <c:pt idx="6990">
                  <c:v>8.1021902845645304</c:v>
                </c:pt>
                <c:pt idx="6991">
                  <c:v>8.1024226994620783</c:v>
                </c:pt>
                <c:pt idx="6992">
                  <c:v>8.1023553566295732</c:v>
                </c:pt>
                <c:pt idx="6993">
                  <c:v>8.1013649242393129</c:v>
                </c:pt>
                <c:pt idx="6994">
                  <c:v>8.0991294707017616</c:v>
                </c:pt>
                <c:pt idx="6995">
                  <c:v>8.0971592822239558</c:v>
                </c:pt>
                <c:pt idx="6996">
                  <c:v>8.0967437276721554</c:v>
                </c:pt>
                <c:pt idx="6997">
                  <c:v>8.097064016753583</c:v>
                </c:pt>
                <c:pt idx="6998">
                  <c:v>8.0981891348088535</c:v>
                </c:pt>
                <c:pt idx="6999">
                  <c:v>8.0993364267236068</c:v>
                </c:pt>
                <c:pt idx="7000">
                  <c:v>8.0983180716954788</c:v>
                </c:pt>
                <c:pt idx="7001">
                  <c:v>8.0990859442368492</c:v>
                </c:pt>
                <c:pt idx="7002">
                  <c:v>8.1015070011908179</c:v>
                </c:pt>
                <c:pt idx="7003">
                  <c:v>8.0999466184864293</c:v>
                </c:pt>
                <c:pt idx="7004">
                  <c:v>8.0950445530324799</c:v>
                </c:pt>
                <c:pt idx="7005">
                  <c:v>8.0933626247279591</c:v>
                </c:pt>
                <c:pt idx="7006">
                  <c:v>8.0911756251796501</c:v>
                </c:pt>
                <c:pt idx="7007">
                  <c:v>8.0914688128772632</c:v>
                </c:pt>
                <c:pt idx="7008">
                  <c:v>8.0933634459820141</c:v>
                </c:pt>
                <c:pt idx="7009">
                  <c:v>8.0922908881862607</c:v>
                </c:pt>
                <c:pt idx="7010">
                  <c:v>8.0898534061511924</c:v>
                </c:pt>
                <c:pt idx="7011">
                  <c:v>8.0888202685500765</c:v>
                </c:pt>
                <c:pt idx="7012">
                  <c:v>8.0901342750379825</c:v>
                </c:pt>
                <c:pt idx="7013">
                  <c:v>8.0891339875990642</c:v>
                </c:pt>
                <c:pt idx="7014">
                  <c:v>8.0873108035970933</c:v>
                </c:pt>
                <c:pt idx="7015">
                  <c:v>8.0891183837720195</c:v>
                </c:pt>
                <c:pt idx="7016">
                  <c:v>8.0932616104792015</c:v>
                </c:pt>
                <c:pt idx="7017">
                  <c:v>8.0952991417895124</c:v>
                </c:pt>
                <c:pt idx="7018">
                  <c:v>8.0948893360160969</c:v>
                </c:pt>
                <c:pt idx="7019">
                  <c:v>8.0937124789553643</c:v>
                </c:pt>
                <c:pt idx="7020">
                  <c:v>8.0913242721635932</c:v>
                </c:pt>
                <c:pt idx="7021">
                  <c:v>8.0898295897835997</c:v>
                </c:pt>
                <c:pt idx="7022">
                  <c:v>8.0885903174146918</c:v>
                </c:pt>
                <c:pt idx="7023">
                  <c:v>8.0861914343202077</c:v>
                </c:pt>
                <c:pt idx="7024">
                  <c:v>8.0861988256067008</c:v>
                </c:pt>
                <c:pt idx="7025">
                  <c:v>8.0866751529585681</c:v>
                </c:pt>
                <c:pt idx="7026">
                  <c:v>8.0868812877263583</c:v>
                </c:pt>
                <c:pt idx="7027">
                  <c:v>8.0852034656921123</c:v>
                </c:pt>
                <c:pt idx="7028">
                  <c:v>8.0827257422083516</c:v>
                </c:pt>
                <c:pt idx="7029">
                  <c:v>8.0816583583131436</c:v>
                </c:pt>
                <c:pt idx="7030">
                  <c:v>8.0840832751611718</c:v>
                </c:pt>
                <c:pt idx="7031">
                  <c:v>8.083343325257669</c:v>
                </c:pt>
                <c:pt idx="7032">
                  <c:v>8.0809934710302631</c:v>
                </c:pt>
                <c:pt idx="7033">
                  <c:v>8.0804654867983405</c:v>
                </c:pt>
                <c:pt idx="7034">
                  <c:v>8.0812354124748484</c:v>
                </c:pt>
                <c:pt idx="7035">
                  <c:v>8.0800966616022674</c:v>
                </c:pt>
                <c:pt idx="7036">
                  <c:v>8.0771109103601191</c:v>
                </c:pt>
                <c:pt idx="7037">
                  <c:v>8.0790650843838545</c:v>
                </c:pt>
                <c:pt idx="7038">
                  <c:v>8.0831716831601863</c:v>
                </c:pt>
                <c:pt idx="7039">
                  <c:v>8.0854284893031654</c:v>
                </c:pt>
                <c:pt idx="7040">
                  <c:v>8.0860033671416254</c:v>
                </c:pt>
                <c:pt idx="7041">
                  <c:v>8.084072598858457</c:v>
                </c:pt>
                <c:pt idx="7042">
                  <c:v>8.082466225926991</c:v>
                </c:pt>
                <c:pt idx="7043">
                  <c:v>8.0807052108569781</c:v>
                </c:pt>
                <c:pt idx="7044">
                  <c:v>8.0808160801543956</c:v>
                </c:pt>
                <c:pt idx="7045">
                  <c:v>8.0851172340163426</c:v>
                </c:pt>
                <c:pt idx="7046">
                  <c:v>8.0847230320699701</c:v>
                </c:pt>
                <c:pt idx="7047">
                  <c:v>8.0831371904898788</c:v>
                </c:pt>
                <c:pt idx="7048">
                  <c:v>8.0805365252740931</c:v>
                </c:pt>
                <c:pt idx="7049">
                  <c:v>8.077560300578984</c:v>
                </c:pt>
                <c:pt idx="7050">
                  <c:v>8.0774582186999542</c:v>
                </c:pt>
                <c:pt idx="7051">
                  <c:v>8.080180922268303</c:v>
                </c:pt>
                <c:pt idx="7052">
                  <c:v>8.0814306245637084</c:v>
                </c:pt>
                <c:pt idx="7053">
                  <c:v>8.0839806184043042</c:v>
                </c:pt>
                <c:pt idx="7054">
                  <c:v>8.0868977128074562</c:v>
                </c:pt>
                <c:pt idx="7055">
                  <c:v>8.0852354946002549</c:v>
                </c:pt>
                <c:pt idx="7056">
                  <c:v>8.0812283496899759</c:v>
                </c:pt>
                <c:pt idx="7057">
                  <c:v>8.0799472754896726</c:v>
                </c:pt>
                <c:pt idx="7058">
                  <c:v>8.0787906212786922</c:v>
                </c:pt>
                <c:pt idx="7059">
                  <c:v>8.0742159076910447</c:v>
                </c:pt>
                <c:pt idx="7060">
                  <c:v>8.0744444626945349</c:v>
                </c:pt>
                <c:pt idx="7061">
                  <c:v>8.0763364677863105</c:v>
                </c:pt>
                <c:pt idx="7062">
                  <c:v>8.0750024226994626</c:v>
                </c:pt>
                <c:pt idx="7063">
                  <c:v>8.0751788280704631</c:v>
                </c:pt>
                <c:pt idx="7064">
                  <c:v>8.0765840758838738</c:v>
                </c:pt>
                <c:pt idx="7065">
                  <c:v>8.0780900915698268</c:v>
                </c:pt>
                <c:pt idx="7066">
                  <c:v>8.0772901079949087</c:v>
                </c:pt>
                <c:pt idx="7067">
                  <c:v>8.0726014043444341</c:v>
                </c:pt>
                <c:pt idx="7068">
                  <c:v>8.0706531433498956</c:v>
                </c:pt>
                <c:pt idx="7069">
                  <c:v>8.0734703732599673</c:v>
                </c:pt>
                <c:pt idx="7070">
                  <c:v>8.0763498542274057</c:v>
                </c:pt>
                <c:pt idx="7071">
                  <c:v>8.0771171518909366</c:v>
                </c:pt>
                <c:pt idx="7072">
                  <c:v>8.0750712437892656</c:v>
                </c:pt>
                <c:pt idx="7073">
                  <c:v>8.0742894099289622</c:v>
                </c:pt>
                <c:pt idx="7074">
                  <c:v>8.0740529708865445</c:v>
                </c:pt>
                <c:pt idx="7075">
                  <c:v>8.0732204656510493</c:v>
                </c:pt>
                <c:pt idx="7076">
                  <c:v>8.0753099823430379</c:v>
                </c:pt>
                <c:pt idx="7077">
                  <c:v>8.0769985628054037</c:v>
                </c:pt>
                <c:pt idx="7078">
                  <c:v>8.0757665995975856</c:v>
                </c:pt>
                <c:pt idx="7079">
                  <c:v>8.0755960251303733</c:v>
                </c:pt>
                <c:pt idx="7080">
                  <c:v>8.0750046400854103</c:v>
                </c:pt>
                <c:pt idx="7081">
                  <c:v>8.0744537428653551</c:v>
                </c:pt>
                <c:pt idx="7082">
                  <c:v>8.0759230484950528</c:v>
                </c:pt>
                <c:pt idx="7083">
                  <c:v>8.0760157680778555</c:v>
                </c:pt>
                <c:pt idx="7084">
                  <c:v>8.0754024555496251</c:v>
                </c:pt>
                <c:pt idx="7085">
                  <c:v>8.0726049357368694</c:v>
                </c:pt>
                <c:pt idx="7086">
                  <c:v>8.0709159446474761</c:v>
                </c:pt>
                <c:pt idx="7087">
                  <c:v>8.0708091816203336</c:v>
                </c:pt>
                <c:pt idx="7088">
                  <c:v>8.0704997330924328</c:v>
                </c:pt>
                <c:pt idx="7089">
                  <c:v>8.0692841949657126</c:v>
                </c:pt>
                <c:pt idx="7090">
                  <c:v>8.071143514146101</c:v>
                </c:pt>
                <c:pt idx="7091">
                  <c:v>8.0744259023528926</c:v>
                </c:pt>
                <c:pt idx="7092">
                  <c:v>8.0724495544696744</c:v>
                </c:pt>
                <c:pt idx="7093">
                  <c:v>8.0708667515295858</c:v>
                </c:pt>
                <c:pt idx="7094">
                  <c:v>8.0701369851763651</c:v>
                </c:pt>
                <c:pt idx="7095">
                  <c:v>8.0699811111567357</c:v>
                </c:pt>
                <c:pt idx="7096">
                  <c:v>8.0702665790662333</c:v>
                </c:pt>
                <c:pt idx="7097">
                  <c:v>8.068651500841785</c:v>
                </c:pt>
                <c:pt idx="7098">
                  <c:v>8.0658608795630933</c:v>
                </c:pt>
                <c:pt idx="7099">
                  <c:v>8.0642324970229549</c:v>
                </c:pt>
                <c:pt idx="7100">
                  <c:v>8.0639795507740324</c:v>
                </c:pt>
                <c:pt idx="7101">
                  <c:v>8.0672288424424092</c:v>
                </c:pt>
                <c:pt idx="7102">
                  <c:v>8.0678398554592867</c:v>
                </c:pt>
                <c:pt idx="7103">
                  <c:v>8.067785159939227</c:v>
                </c:pt>
                <c:pt idx="7104">
                  <c:v>8.067220383525644</c:v>
                </c:pt>
                <c:pt idx="7105">
                  <c:v>8.0671879439904739</c:v>
                </c:pt>
                <c:pt idx="7106">
                  <c:v>8.0664483225885935</c:v>
                </c:pt>
                <c:pt idx="7107">
                  <c:v>8.0672839485894965</c:v>
                </c:pt>
                <c:pt idx="7108">
                  <c:v>8.0702082700283331</c:v>
                </c:pt>
                <c:pt idx="7109">
                  <c:v>8.0711719295364013</c:v>
                </c:pt>
                <c:pt idx="7110">
                  <c:v>8.0696296144212205</c:v>
                </c:pt>
                <c:pt idx="7111">
                  <c:v>8.0695059335605475</c:v>
                </c:pt>
                <c:pt idx="7112">
                  <c:v>8.0678732804993221</c:v>
                </c:pt>
                <c:pt idx="7113">
                  <c:v>8.0649878043772834</c:v>
                </c:pt>
                <c:pt idx="7114">
                  <c:v>8.0645997618363232</c:v>
                </c:pt>
                <c:pt idx="7115">
                  <c:v>8.0640826181579275</c:v>
                </c:pt>
                <c:pt idx="7116">
                  <c:v>8.0655128320946083</c:v>
                </c:pt>
                <c:pt idx="7117">
                  <c:v>8.064989282634583</c:v>
                </c:pt>
                <c:pt idx="7118">
                  <c:v>8.0648467129306454</c:v>
                </c:pt>
                <c:pt idx="7119">
                  <c:v>8.0653797889377081</c:v>
                </c:pt>
                <c:pt idx="7120">
                  <c:v>8.0650749394325132</c:v>
                </c:pt>
                <c:pt idx="7121">
                  <c:v>8.0633427503798298</c:v>
                </c:pt>
                <c:pt idx="7122">
                  <c:v>8.0615168562394786</c:v>
                </c:pt>
                <c:pt idx="7123">
                  <c:v>8.0619230484950517</c:v>
                </c:pt>
                <c:pt idx="7124">
                  <c:v>8.0639810290313303</c:v>
                </c:pt>
                <c:pt idx="7125">
                  <c:v>8.0677022954050841</c:v>
                </c:pt>
                <c:pt idx="7126">
                  <c:v>8.0694892621032324</c:v>
                </c:pt>
                <c:pt idx="7127">
                  <c:v>8.0673921898739369</c:v>
                </c:pt>
                <c:pt idx="7128">
                  <c:v>8.0632617747300124</c:v>
                </c:pt>
                <c:pt idx="7129">
                  <c:v>8.0634329240750624</c:v>
                </c:pt>
                <c:pt idx="7130">
                  <c:v>8.0669690797848315</c:v>
                </c:pt>
                <c:pt idx="7131">
                  <c:v>8.067862439945797</c:v>
                </c:pt>
                <c:pt idx="7132">
                  <c:v>8.0653148277419628</c:v>
                </c:pt>
                <c:pt idx="7133">
                  <c:v>8.0620210241038066</c:v>
                </c:pt>
                <c:pt idx="7134">
                  <c:v>8.0618260583911638</c:v>
                </c:pt>
                <c:pt idx="7135">
                  <c:v>8.060923253808566</c:v>
                </c:pt>
                <c:pt idx="7136">
                  <c:v>8.0598806717858178</c:v>
                </c:pt>
                <c:pt idx="7137">
                  <c:v>8.0616857881985791</c:v>
                </c:pt>
                <c:pt idx="7138">
                  <c:v>8.0616311748039262</c:v>
                </c:pt>
                <c:pt idx="7139">
                  <c:v>8.0605075350059536</c:v>
                </c:pt>
                <c:pt idx="7140">
                  <c:v>8.0602114729191481</c:v>
                </c:pt>
                <c:pt idx="7141">
                  <c:v>8.0628340656181994</c:v>
                </c:pt>
                <c:pt idx="7142">
                  <c:v>8.0660437728411285</c:v>
                </c:pt>
                <c:pt idx="7143">
                  <c:v>8.0679979468648622</c:v>
                </c:pt>
                <c:pt idx="7144">
                  <c:v>8.0693387262349603</c:v>
                </c:pt>
                <c:pt idx="7145">
                  <c:v>8.0661283620087882</c:v>
                </c:pt>
                <c:pt idx="7146">
                  <c:v>8.0642636225516355</c:v>
                </c:pt>
                <c:pt idx="7147">
                  <c:v>8.065777522276516</c:v>
                </c:pt>
                <c:pt idx="7148">
                  <c:v>8.0680873814314467</c:v>
                </c:pt>
                <c:pt idx="7149">
                  <c:v>8.0666987229499441</c:v>
                </c:pt>
                <c:pt idx="7150">
                  <c:v>8.0649734324313229</c:v>
                </c:pt>
                <c:pt idx="7151">
                  <c:v>8.0649694904118583</c:v>
                </c:pt>
                <c:pt idx="7152">
                  <c:v>8.0658004352646486</c:v>
                </c:pt>
                <c:pt idx="7153">
                  <c:v>8.0664650761713137</c:v>
                </c:pt>
                <c:pt idx="7154">
                  <c:v>8.0668207613025089</c:v>
                </c:pt>
                <c:pt idx="7155">
                  <c:v>8.0672101178499567</c:v>
                </c:pt>
                <c:pt idx="7156">
                  <c:v>8.0690498911838375</c:v>
                </c:pt>
                <c:pt idx="7157">
                  <c:v>8.0700066521578453</c:v>
                </c:pt>
                <c:pt idx="7158">
                  <c:v>8.0687053751077897</c:v>
                </c:pt>
                <c:pt idx="7159">
                  <c:v>8.0659356958074984</c:v>
                </c:pt>
                <c:pt idx="7160">
                  <c:v>8.0633846343366322</c:v>
                </c:pt>
                <c:pt idx="7161">
                  <c:v>8.0620636471892588</c:v>
                </c:pt>
                <c:pt idx="7162">
                  <c:v>8.0608054859770863</c:v>
                </c:pt>
                <c:pt idx="7163">
                  <c:v>8.0580554346487094</c:v>
                </c:pt>
                <c:pt idx="7164">
                  <c:v>8.0561947193364265</c:v>
                </c:pt>
                <c:pt idx="7165">
                  <c:v>8.0580175748367751</c:v>
                </c:pt>
                <c:pt idx="7166">
                  <c:v>8.0593611464706605</c:v>
                </c:pt>
                <c:pt idx="7167">
                  <c:v>8.0606326119985212</c:v>
                </c:pt>
                <c:pt idx="7168">
                  <c:v>8.0632536443148695</c:v>
                </c:pt>
                <c:pt idx="7169">
                  <c:v>8.0642983615981603</c:v>
                </c:pt>
                <c:pt idx="7170">
                  <c:v>8.0635250687800273</c:v>
                </c:pt>
                <c:pt idx="7171">
                  <c:v>8.0639090871761177</c:v>
                </c:pt>
                <c:pt idx="7172">
                  <c:v>8.0654199482609954</c:v>
                </c:pt>
                <c:pt idx="7173">
                  <c:v>8.0671568184617914</c:v>
                </c:pt>
                <c:pt idx="7174">
                  <c:v>8.0676447254958319</c:v>
                </c:pt>
                <c:pt idx="7175">
                  <c:v>8.0663423808155059</c:v>
                </c:pt>
                <c:pt idx="7176">
                  <c:v>8.0650076787254132</c:v>
                </c:pt>
                <c:pt idx="7177">
                  <c:v>8.0643818831355478</c:v>
                </c:pt>
                <c:pt idx="7178">
                  <c:v>8.0643456658317252</c:v>
                </c:pt>
                <c:pt idx="7179">
                  <c:v>8.0639092514269297</c:v>
                </c:pt>
                <c:pt idx="7180">
                  <c:v>8.0637520634008126</c:v>
                </c:pt>
                <c:pt idx="7181">
                  <c:v>8.0616775756580292</c:v>
                </c:pt>
                <c:pt idx="7182">
                  <c:v>8.0617505030181089</c:v>
                </c:pt>
                <c:pt idx="7183">
                  <c:v>8.0622416950683693</c:v>
                </c:pt>
                <c:pt idx="7184">
                  <c:v>8.0616760974007313</c:v>
                </c:pt>
                <c:pt idx="7185">
                  <c:v>8.0616796287931667</c:v>
                </c:pt>
                <c:pt idx="7186">
                  <c:v>8.0613879193528515</c:v>
                </c:pt>
                <c:pt idx="7187">
                  <c:v>8.0624966944524292</c:v>
                </c:pt>
                <c:pt idx="7188">
                  <c:v>8.0635066726891971</c:v>
                </c:pt>
                <c:pt idx="7189">
                  <c:v>8.0634364554674995</c:v>
                </c:pt>
                <c:pt idx="7190">
                  <c:v>8.0632736007884045</c:v>
                </c:pt>
                <c:pt idx="7191">
                  <c:v>8.0631953352769674</c:v>
                </c:pt>
                <c:pt idx="7192">
                  <c:v>8.0633131852338522</c:v>
                </c:pt>
                <c:pt idx="7193">
                  <c:v>8.0648831766106852</c:v>
                </c:pt>
                <c:pt idx="7194">
                  <c:v>8.064985915492958</c:v>
                </c:pt>
                <c:pt idx="7195">
                  <c:v>8.0642812795138177</c:v>
                </c:pt>
                <c:pt idx="7196">
                  <c:v>8.0651165770130984</c:v>
                </c:pt>
                <c:pt idx="7197">
                  <c:v>8.0667135055229338</c:v>
                </c:pt>
                <c:pt idx="7198">
                  <c:v>8.0673149919927738</c:v>
                </c:pt>
                <c:pt idx="7199">
                  <c:v>8.0680179854638041</c:v>
                </c:pt>
                <c:pt idx="7200">
                  <c:v>8.0701719705991053</c:v>
                </c:pt>
                <c:pt idx="7201">
                  <c:v>8.0728306984765741</c:v>
                </c:pt>
                <c:pt idx="7202">
                  <c:v>8.0738620293187697</c:v>
                </c:pt>
                <c:pt idx="7203">
                  <c:v>8.0737421262267475</c:v>
                </c:pt>
                <c:pt idx="7204">
                  <c:v>8.0725300373670592</c:v>
                </c:pt>
                <c:pt idx="7205">
                  <c:v>8.0703124050425004</c:v>
                </c:pt>
                <c:pt idx="7206">
                  <c:v>8.0711164948876934</c:v>
                </c:pt>
                <c:pt idx="7207">
                  <c:v>8.0710087463556857</c:v>
                </c:pt>
                <c:pt idx="7208">
                  <c:v>8.0701491397363778</c:v>
                </c:pt>
                <c:pt idx="7209">
                  <c:v>8.0699564735350879</c:v>
                </c:pt>
                <c:pt idx="7210">
                  <c:v>8.0713533445571386</c:v>
                </c:pt>
                <c:pt idx="7211">
                  <c:v>8.0724455303248064</c:v>
                </c:pt>
                <c:pt idx="7212">
                  <c:v>8.071094485279021</c:v>
                </c:pt>
                <c:pt idx="7213">
                  <c:v>8.0697966574959956</c:v>
                </c:pt>
                <c:pt idx="7214">
                  <c:v>8.0666844331293888</c:v>
                </c:pt>
                <c:pt idx="7215">
                  <c:v>8.0654049193117885</c:v>
                </c:pt>
                <c:pt idx="7216">
                  <c:v>8.0656625467088237</c:v>
                </c:pt>
                <c:pt idx="7217">
                  <c:v>8.0644557960004928</c:v>
                </c:pt>
                <c:pt idx="7218">
                  <c:v>8.0619091693015239</c:v>
                </c:pt>
                <c:pt idx="7219">
                  <c:v>8.0618815751652768</c:v>
                </c:pt>
                <c:pt idx="7220">
                  <c:v>8.0620690674660214</c:v>
                </c:pt>
                <c:pt idx="7221">
                  <c:v>8.0604857717734983</c:v>
                </c:pt>
                <c:pt idx="7222">
                  <c:v>8.0602177965753707</c:v>
                </c:pt>
                <c:pt idx="7223">
                  <c:v>8.0616028415390293</c:v>
                </c:pt>
                <c:pt idx="7224">
                  <c:v>8.0627307518580871</c:v>
                </c:pt>
                <c:pt idx="7225">
                  <c:v>8.0618247443846762</c:v>
                </c:pt>
                <c:pt idx="7226">
                  <c:v>8.0610292777070587</c:v>
                </c:pt>
                <c:pt idx="7227">
                  <c:v>8.0610049685870315</c:v>
                </c:pt>
                <c:pt idx="7228">
                  <c:v>8.0612919147538289</c:v>
                </c:pt>
                <c:pt idx="7229">
                  <c:v>8.0628849833696048</c:v>
                </c:pt>
                <c:pt idx="7230">
                  <c:v>8.0627553073543297</c:v>
                </c:pt>
                <c:pt idx="7231">
                  <c:v>8.0633434895084797</c:v>
                </c:pt>
                <c:pt idx="7232">
                  <c:v>8.0633171272533151</c:v>
                </c:pt>
                <c:pt idx="7233">
                  <c:v>8.0636032521660574</c:v>
                </c:pt>
                <c:pt idx="7234">
                  <c:v>8.0645517184741102</c:v>
                </c:pt>
                <c:pt idx="7235">
                  <c:v>8.0645663367962879</c:v>
                </c:pt>
                <c:pt idx="7236">
                  <c:v>8.064475013345378</c:v>
                </c:pt>
                <c:pt idx="7237">
                  <c:v>8.0610882437482037</c:v>
                </c:pt>
                <c:pt idx="7238">
                  <c:v>8.0612768036792186</c:v>
                </c:pt>
                <c:pt idx="7239">
                  <c:v>8.0636001314006496</c:v>
                </c:pt>
                <c:pt idx="7240">
                  <c:v>8.0652417361310729</c:v>
                </c:pt>
                <c:pt idx="7241">
                  <c:v>8.0663463228349688</c:v>
                </c:pt>
                <c:pt idx="7242">
                  <c:v>8.0664033178663814</c:v>
                </c:pt>
                <c:pt idx="7243">
                  <c:v>8.0681304972693297</c:v>
                </c:pt>
                <c:pt idx="7244">
                  <c:v>8.0706929741715605</c:v>
                </c:pt>
                <c:pt idx="7245">
                  <c:v>8.0709805773416008</c:v>
                </c:pt>
                <c:pt idx="7246">
                  <c:v>8.0721770623742461</c:v>
                </c:pt>
                <c:pt idx="7247">
                  <c:v>8.0704185110663982</c:v>
                </c:pt>
                <c:pt idx="7248">
                  <c:v>8.0669547899642762</c:v>
                </c:pt>
                <c:pt idx="7249">
                  <c:v>8.0661516856239484</c:v>
                </c:pt>
                <c:pt idx="7250">
                  <c:v>8.069891840840965</c:v>
                </c:pt>
                <c:pt idx="7251">
                  <c:v>8.0719228842442412</c:v>
                </c:pt>
                <c:pt idx="7252">
                  <c:v>8.072945181291832</c:v>
                </c:pt>
                <c:pt idx="7253">
                  <c:v>8.072254917258654</c:v>
                </c:pt>
                <c:pt idx="7254">
                  <c:v>8.0693124461052026</c:v>
                </c:pt>
                <c:pt idx="7255">
                  <c:v>8.0688964809263748</c:v>
                </c:pt>
                <c:pt idx="7256">
                  <c:v>8.0712204656510487</c:v>
                </c:pt>
                <c:pt idx="7257">
                  <c:v>8.0731133741222845</c:v>
                </c:pt>
                <c:pt idx="7258">
                  <c:v>8.070581119369276</c:v>
                </c:pt>
                <c:pt idx="7259">
                  <c:v>8.0672010840553519</c:v>
                </c:pt>
                <c:pt idx="7260">
                  <c:v>8.0667087422494141</c:v>
                </c:pt>
                <c:pt idx="7261">
                  <c:v>8.0680731737362947</c:v>
                </c:pt>
                <c:pt idx="7262">
                  <c:v>8.0690889828768526</c:v>
                </c:pt>
                <c:pt idx="7263">
                  <c:v>8.0693288711863023</c:v>
                </c:pt>
                <c:pt idx="7264">
                  <c:v>8.0689483020572421</c:v>
                </c:pt>
                <c:pt idx="7265">
                  <c:v>8.070384346897713</c:v>
                </c:pt>
                <c:pt idx="7266">
                  <c:v>8.0710047222108159</c:v>
                </c:pt>
                <c:pt idx="7267">
                  <c:v>8.0691451566542103</c:v>
                </c:pt>
                <c:pt idx="7268">
                  <c:v>8.0663203712068334</c:v>
                </c:pt>
                <c:pt idx="7269">
                  <c:v>8.0660949369687511</c:v>
                </c:pt>
                <c:pt idx="7270">
                  <c:v>8.0711665913850457</c:v>
                </c:pt>
                <c:pt idx="7271">
                  <c:v>8.0755122572167704</c:v>
                </c:pt>
                <c:pt idx="7272">
                  <c:v>8.0754155956145031</c:v>
                </c:pt>
                <c:pt idx="7273">
                  <c:v>8.0743259557344071</c:v>
                </c:pt>
                <c:pt idx="7274">
                  <c:v>8.0735827208146844</c:v>
                </c:pt>
                <c:pt idx="7275">
                  <c:v>8.0725305301194918</c:v>
                </c:pt>
                <c:pt idx="7276">
                  <c:v>8.0710102246129836</c:v>
                </c:pt>
                <c:pt idx="7277">
                  <c:v>8.0698998891307028</c:v>
                </c:pt>
                <c:pt idx="7278">
                  <c:v>8.0702745452305678</c:v>
                </c:pt>
                <c:pt idx="7279">
                  <c:v>8.0704971050794558</c:v>
                </c:pt>
                <c:pt idx="7280">
                  <c:v>8.071226625056461</c:v>
                </c:pt>
                <c:pt idx="7281">
                  <c:v>8.0750592534800649</c:v>
                </c:pt>
                <c:pt idx="7282">
                  <c:v>8.0762242844824055</c:v>
                </c:pt>
                <c:pt idx="7283">
                  <c:v>8.075318359134398</c:v>
                </c:pt>
                <c:pt idx="7284">
                  <c:v>8.0768294665954912</c:v>
                </c:pt>
                <c:pt idx="7285">
                  <c:v>8.0774884408491765</c:v>
                </c:pt>
                <c:pt idx="7286">
                  <c:v>8.0739591836734697</c:v>
                </c:pt>
                <c:pt idx="7287">
                  <c:v>8.0712924896316682</c:v>
                </c:pt>
                <c:pt idx="7288">
                  <c:v>8.0726851722580388</c:v>
                </c:pt>
                <c:pt idx="7289">
                  <c:v>8.0736107255779572</c:v>
                </c:pt>
                <c:pt idx="7290">
                  <c:v>8.0756493245185403</c:v>
                </c:pt>
                <c:pt idx="7291">
                  <c:v>8.0758228555003484</c:v>
                </c:pt>
                <c:pt idx="7292">
                  <c:v>8.0744593273929297</c:v>
                </c:pt>
                <c:pt idx="7293">
                  <c:v>8.0734729191475374</c:v>
                </c:pt>
                <c:pt idx="7294">
                  <c:v>8.0713513735474063</c:v>
                </c:pt>
                <c:pt idx="7295">
                  <c:v>8.0703644725495831</c:v>
                </c:pt>
                <c:pt idx="7296">
                  <c:v>8.0728968094279967</c:v>
                </c:pt>
                <c:pt idx="7297">
                  <c:v>8.0760886954379334</c:v>
                </c:pt>
                <c:pt idx="7298">
                  <c:v>8.0782551636348696</c:v>
                </c:pt>
                <c:pt idx="7299">
                  <c:v>8.0778667104668838</c:v>
                </c:pt>
                <c:pt idx="7300">
                  <c:v>8.0774329240750617</c:v>
                </c:pt>
                <c:pt idx="7301">
                  <c:v>8.079348663409025</c:v>
                </c:pt>
                <c:pt idx="7302">
                  <c:v>8.0796298607974375</c:v>
                </c:pt>
                <c:pt idx="7303">
                  <c:v>8.0780555988995193</c:v>
                </c:pt>
                <c:pt idx="7304">
                  <c:v>8.0789989734324319</c:v>
                </c:pt>
                <c:pt idx="7305">
                  <c:v>8.0803818010101427</c:v>
                </c:pt>
                <c:pt idx="7306">
                  <c:v>8.0787328049932245</c:v>
                </c:pt>
                <c:pt idx="7307">
                  <c:v>8.078039502320042</c:v>
                </c:pt>
                <c:pt idx="7308">
                  <c:v>8.0787335441218744</c:v>
                </c:pt>
                <c:pt idx="7309">
                  <c:v>8.0768775920831111</c:v>
                </c:pt>
                <c:pt idx="7310">
                  <c:v>8.0751707797807253</c:v>
                </c:pt>
                <c:pt idx="7311">
                  <c:v>8.0747435634213449</c:v>
                </c:pt>
                <c:pt idx="7312">
                  <c:v>8.0765803802406282</c:v>
                </c:pt>
                <c:pt idx="7313">
                  <c:v>8.0799483431199448</c:v>
                </c:pt>
                <c:pt idx="7314">
                  <c:v>8.0836471892579969</c:v>
                </c:pt>
                <c:pt idx="7315">
                  <c:v>8.0870997413049732</c:v>
                </c:pt>
                <c:pt idx="7316">
                  <c:v>8.0880860674249586</c:v>
                </c:pt>
                <c:pt idx="7317">
                  <c:v>8.0876015275325415</c:v>
                </c:pt>
                <c:pt idx="7318">
                  <c:v>8.0868467950560508</c:v>
                </c:pt>
                <c:pt idx="7319">
                  <c:v>8.0880072270356838</c:v>
                </c:pt>
                <c:pt idx="7320">
                  <c:v>8.0893245185398097</c:v>
                </c:pt>
                <c:pt idx="7321">
                  <c:v>8.0924633515377984</c:v>
                </c:pt>
                <c:pt idx="7322">
                  <c:v>8.0949616063729319</c:v>
                </c:pt>
                <c:pt idx="7323">
                  <c:v>8.0922908881862607</c:v>
                </c:pt>
                <c:pt idx="7324">
                  <c:v>8.0890921036422618</c:v>
                </c:pt>
                <c:pt idx="7325">
                  <c:v>8.0869576643534682</c:v>
                </c:pt>
                <c:pt idx="7326">
                  <c:v>8.087051287315731</c:v>
                </c:pt>
                <c:pt idx="7327">
                  <c:v>8.0874553443107633</c:v>
                </c:pt>
                <c:pt idx="7328">
                  <c:v>8.0858456863630757</c:v>
                </c:pt>
                <c:pt idx="7329">
                  <c:v>8.0840750626206219</c:v>
                </c:pt>
                <c:pt idx="7330">
                  <c:v>8.0849258818215421</c:v>
                </c:pt>
                <c:pt idx="7331">
                  <c:v>8.0861281977579758</c:v>
                </c:pt>
                <c:pt idx="7332">
                  <c:v>8.0852428858867498</c:v>
                </c:pt>
                <c:pt idx="7333">
                  <c:v>8.085887570319878</c:v>
                </c:pt>
                <c:pt idx="7334">
                  <c:v>8.0865930275530733</c:v>
                </c:pt>
                <c:pt idx="7335">
                  <c:v>8.086175830493163</c:v>
                </c:pt>
                <c:pt idx="7336">
                  <c:v>8.0861421590769105</c:v>
                </c:pt>
                <c:pt idx="7337">
                  <c:v>8.087997371987024</c:v>
                </c:pt>
                <c:pt idx="7338">
                  <c:v>8.0911017123147051</c:v>
                </c:pt>
                <c:pt idx="7339">
                  <c:v>8.0930209830411037</c:v>
                </c:pt>
                <c:pt idx="7340">
                  <c:v>8.0924387139161507</c:v>
                </c:pt>
                <c:pt idx="7341">
                  <c:v>8.0903806512544651</c:v>
                </c:pt>
                <c:pt idx="7342">
                  <c:v>8.088210076787254</c:v>
                </c:pt>
                <c:pt idx="7343">
                  <c:v>8.0875974212622683</c:v>
                </c:pt>
                <c:pt idx="7344">
                  <c:v>8.0907510368332449</c:v>
                </c:pt>
                <c:pt idx="7345">
                  <c:v>8.0959643575740152</c:v>
                </c:pt>
                <c:pt idx="7346">
                  <c:v>8.0999942512216148</c:v>
                </c:pt>
                <c:pt idx="7347">
                  <c:v>8.099455508561574</c:v>
                </c:pt>
                <c:pt idx="7348">
                  <c:v>8.0971444996509678</c:v>
                </c:pt>
                <c:pt idx="7349">
                  <c:v>8.0978762370139208</c:v>
                </c:pt>
                <c:pt idx="7350">
                  <c:v>8.0982178787007761</c:v>
                </c:pt>
                <c:pt idx="7351">
                  <c:v>8.0968250318235953</c:v>
                </c:pt>
                <c:pt idx="7352">
                  <c:v>8.0953246006652151</c:v>
                </c:pt>
                <c:pt idx="7353">
                  <c:v>8.0938455221122663</c:v>
                </c:pt>
                <c:pt idx="7354">
                  <c:v>8.095254794070545</c:v>
                </c:pt>
                <c:pt idx="7355">
                  <c:v>8.0987328049932241</c:v>
                </c:pt>
                <c:pt idx="7356">
                  <c:v>8.1023857430296058</c:v>
                </c:pt>
                <c:pt idx="7357">
                  <c:v>8.1024029893647604</c:v>
                </c:pt>
                <c:pt idx="7358">
                  <c:v>8.099600049275244</c:v>
                </c:pt>
                <c:pt idx="7359">
                  <c:v>8.0989405822691243</c:v>
                </c:pt>
                <c:pt idx="7360">
                  <c:v>8.0989783599556517</c:v>
                </c:pt>
                <c:pt idx="7361">
                  <c:v>8.0982014536196765</c:v>
                </c:pt>
                <c:pt idx="7362">
                  <c:v>8.0979797150248434</c:v>
                </c:pt>
                <c:pt idx="7363">
                  <c:v>8.0993594218371445</c:v>
                </c:pt>
                <c:pt idx="7364">
                  <c:v>8.0993898082371789</c:v>
                </c:pt>
                <c:pt idx="7365">
                  <c:v>8.1015152137313677</c:v>
                </c:pt>
                <c:pt idx="7366">
                  <c:v>8.1041678643288293</c:v>
                </c:pt>
                <c:pt idx="7367">
                  <c:v>8.1035141461010962</c:v>
                </c:pt>
                <c:pt idx="7368">
                  <c:v>8.1032406685008009</c:v>
                </c:pt>
                <c:pt idx="7369">
                  <c:v>8.1043567527614666</c:v>
                </c:pt>
                <c:pt idx="7370">
                  <c:v>8.1043789266209494</c:v>
                </c:pt>
                <c:pt idx="7371">
                  <c:v>8.1043403276803687</c:v>
                </c:pt>
                <c:pt idx="7372">
                  <c:v>8.1071728329158628</c:v>
                </c:pt>
                <c:pt idx="7373">
                  <c:v>8.1084958731983736</c:v>
                </c:pt>
                <c:pt idx="7374">
                  <c:v>8.1056559766763847</c:v>
                </c:pt>
                <c:pt idx="7375">
                  <c:v>8.104112840307149</c:v>
                </c:pt>
                <c:pt idx="7376">
                  <c:v>8.1050942389028044</c:v>
                </c:pt>
                <c:pt idx="7377">
                  <c:v>8.1053291175625173</c:v>
                </c:pt>
                <c:pt idx="7378">
                  <c:v>8.1067219644396999</c:v>
                </c:pt>
                <c:pt idx="7379">
                  <c:v>8.1087299306040315</c:v>
                </c:pt>
                <c:pt idx="7380">
                  <c:v>8.1087381431445813</c:v>
                </c:pt>
                <c:pt idx="7381">
                  <c:v>8.1099889130702589</c:v>
                </c:pt>
                <c:pt idx="7382">
                  <c:v>8.1111624851147699</c:v>
                </c:pt>
                <c:pt idx="7383">
                  <c:v>8.1097794932862488</c:v>
                </c:pt>
                <c:pt idx="7384">
                  <c:v>8.1095298320535463</c:v>
                </c:pt>
                <c:pt idx="7385">
                  <c:v>8.1115492957746476</c:v>
                </c:pt>
                <c:pt idx="7386">
                  <c:v>8.1156974500061594</c:v>
                </c:pt>
                <c:pt idx="7387">
                  <c:v>8.1185332402578734</c:v>
                </c:pt>
                <c:pt idx="7388">
                  <c:v>8.1189676836529383</c:v>
                </c:pt>
                <c:pt idx="7389">
                  <c:v>8.1210191762821822</c:v>
                </c:pt>
                <c:pt idx="7390">
                  <c:v>8.1210815915903591</c:v>
                </c:pt>
                <c:pt idx="7391">
                  <c:v>8.121672894509917</c:v>
                </c:pt>
                <c:pt idx="7392">
                  <c:v>8.1245940951833457</c:v>
                </c:pt>
                <c:pt idx="7393">
                  <c:v>8.1255056871843312</c:v>
                </c:pt>
                <c:pt idx="7394">
                  <c:v>8.1263211924608871</c:v>
                </c:pt>
                <c:pt idx="7395">
                  <c:v>8.1265158296719093</c:v>
                </c:pt>
                <c:pt idx="7396">
                  <c:v>8.1264287767420846</c:v>
                </c:pt>
                <c:pt idx="7397">
                  <c:v>8.1270767461914346</c:v>
                </c:pt>
                <c:pt idx="7398">
                  <c:v>8.1270972775428074</c:v>
                </c:pt>
                <c:pt idx="7399">
                  <c:v>8.126170902968834</c:v>
                </c:pt>
                <c:pt idx="7400">
                  <c:v>8.1227438097975604</c:v>
                </c:pt>
                <c:pt idx="7401">
                  <c:v>8.1214199482609946</c:v>
                </c:pt>
                <c:pt idx="7402">
                  <c:v>8.1214100932123348</c:v>
                </c:pt>
                <c:pt idx="7403">
                  <c:v>8.1220523138832998</c:v>
                </c:pt>
                <c:pt idx="7404">
                  <c:v>8.1221648256888272</c:v>
                </c:pt>
                <c:pt idx="7405">
                  <c:v>8.1262127869256346</c:v>
                </c:pt>
                <c:pt idx="7406">
                  <c:v>8.1284121052847702</c:v>
                </c:pt>
                <c:pt idx="7407">
                  <c:v>8.1284104627766602</c:v>
                </c:pt>
                <c:pt idx="7408">
                  <c:v>8.1275152958567727</c:v>
                </c:pt>
                <c:pt idx="7409">
                  <c:v>8.1303650474274214</c:v>
                </c:pt>
                <c:pt idx="7410">
                  <c:v>8.1323122407916895</c:v>
                </c:pt>
                <c:pt idx="7411">
                  <c:v>8.1307641768981238</c:v>
                </c:pt>
                <c:pt idx="7412">
                  <c:v>8.1307165441629365</c:v>
                </c:pt>
                <c:pt idx="7413">
                  <c:v>8.1297696382375886</c:v>
                </c:pt>
                <c:pt idx="7414">
                  <c:v>8.1273017698024876</c:v>
                </c:pt>
                <c:pt idx="7415">
                  <c:v>8.1284079990144953</c:v>
                </c:pt>
                <c:pt idx="7416">
                  <c:v>8.1318621935695816</c:v>
                </c:pt>
                <c:pt idx="7417">
                  <c:v>8.1342027676261655</c:v>
                </c:pt>
                <c:pt idx="7418">
                  <c:v>8.1348507370755136</c:v>
                </c:pt>
                <c:pt idx="7419">
                  <c:v>8.1340615119287154</c:v>
                </c:pt>
                <c:pt idx="7420">
                  <c:v>8.1319730628669973</c:v>
                </c:pt>
                <c:pt idx="7421">
                  <c:v>8.1314491027799445</c:v>
                </c:pt>
                <c:pt idx="7422">
                  <c:v>8.1339555701556279</c:v>
                </c:pt>
                <c:pt idx="7423">
                  <c:v>8.13350880794974</c:v>
                </c:pt>
                <c:pt idx="7424">
                  <c:v>8.1336319960579804</c:v>
                </c:pt>
                <c:pt idx="7425">
                  <c:v>8.1357516527737861</c:v>
                </c:pt>
                <c:pt idx="7426">
                  <c:v>8.136126144622839</c:v>
                </c:pt>
                <c:pt idx="7427">
                  <c:v>8.1366739210774846</c:v>
                </c:pt>
                <c:pt idx="7428">
                  <c:v>8.1373884121052846</c:v>
                </c:pt>
                <c:pt idx="7429">
                  <c:v>8.1371954174023742</c:v>
                </c:pt>
                <c:pt idx="7430">
                  <c:v>8.1383624194144453</c:v>
                </c:pt>
                <c:pt idx="7431">
                  <c:v>8.1403654580544487</c:v>
                </c:pt>
                <c:pt idx="7432">
                  <c:v>8.1413082577095217</c:v>
                </c:pt>
                <c:pt idx="7433">
                  <c:v>8.1416269042828393</c:v>
                </c:pt>
                <c:pt idx="7434">
                  <c:v>8.1443871391615001</c:v>
                </c:pt>
                <c:pt idx="7435">
                  <c:v>8.1483069847657372</c:v>
                </c:pt>
                <c:pt idx="7436">
                  <c:v>8.1498000246376208</c:v>
                </c:pt>
                <c:pt idx="7437">
                  <c:v>8.1489204615447797</c:v>
                </c:pt>
                <c:pt idx="7438">
                  <c:v>8.1492949533938326</c:v>
                </c:pt>
                <c:pt idx="7439">
                  <c:v>8.1501605551677407</c:v>
                </c:pt>
                <c:pt idx="7440">
                  <c:v>8.1495815710590076</c:v>
                </c:pt>
                <c:pt idx="7441">
                  <c:v>8.1474298854350593</c:v>
                </c:pt>
                <c:pt idx="7442">
                  <c:v>8.1463367962879314</c:v>
                </c:pt>
                <c:pt idx="7443">
                  <c:v>8.1457996961359989</c:v>
                </c:pt>
                <c:pt idx="7444">
                  <c:v>8.1462177144499659</c:v>
                </c:pt>
                <c:pt idx="7445">
                  <c:v>8.1483694000739124</c:v>
                </c:pt>
                <c:pt idx="7446">
                  <c:v>8.1495659672319629</c:v>
                </c:pt>
                <c:pt idx="7447">
                  <c:v>8.1489245678150528</c:v>
                </c:pt>
                <c:pt idx="7448">
                  <c:v>8.1480129758140674</c:v>
                </c:pt>
                <c:pt idx="7449">
                  <c:v>8.1502829220219279</c:v>
                </c:pt>
                <c:pt idx="7450">
                  <c:v>8.1526382786515015</c:v>
                </c:pt>
                <c:pt idx="7451">
                  <c:v>8.1531918038845319</c:v>
                </c:pt>
                <c:pt idx="7452">
                  <c:v>8.1519968792345914</c:v>
                </c:pt>
                <c:pt idx="7453">
                  <c:v>8.1529092924896318</c:v>
                </c:pt>
                <c:pt idx="7454">
                  <c:v>8.1548006405781628</c:v>
                </c:pt>
                <c:pt idx="7455">
                  <c:v>8.1586112593930924</c:v>
                </c:pt>
                <c:pt idx="7456">
                  <c:v>8.1614511559150831</c:v>
                </c:pt>
                <c:pt idx="7457">
                  <c:v>8.1593060403235746</c:v>
                </c:pt>
                <c:pt idx="7458">
                  <c:v>8.1566418921693433</c:v>
                </c:pt>
                <c:pt idx="7459">
                  <c:v>8.1573153204943942</c:v>
                </c:pt>
                <c:pt idx="7460">
                  <c:v>8.1577620827002839</c:v>
                </c:pt>
                <c:pt idx="7461">
                  <c:v>8.1584929988091819</c:v>
                </c:pt>
                <c:pt idx="7462">
                  <c:v>8.1594530447994078</c:v>
                </c:pt>
                <c:pt idx="7463">
                  <c:v>8.1602102410380652</c:v>
                </c:pt>
                <c:pt idx="7464">
                  <c:v>8.1615965178828063</c:v>
                </c:pt>
                <c:pt idx="7465">
                  <c:v>8.1640955939719948</c:v>
                </c:pt>
                <c:pt idx="7466">
                  <c:v>8.1649710507945628</c:v>
                </c:pt>
                <c:pt idx="7467">
                  <c:v>8.1656420153574505</c:v>
                </c:pt>
                <c:pt idx="7468">
                  <c:v>8.1650457849135627</c:v>
                </c:pt>
                <c:pt idx="7469">
                  <c:v>8.164075062620622</c:v>
                </c:pt>
                <c:pt idx="7470">
                  <c:v>8.1644692645669945</c:v>
                </c:pt>
                <c:pt idx="7471">
                  <c:v>8.1650375723730129</c:v>
                </c:pt>
                <c:pt idx="7472">
                  <c:v>8.1660247197470532</c:v>
                </c:pt>
                <c:pt idx="7473">
                  <c:v>8.165164045497475</c:v>
                </c:pt>
                <c:pt idx="7474">
                  <c:v>8.1650835626000902</c:v>
                </c:pt>
                <c:pt idx="7475">
                  <c:v>8.163142118014207</c:v>
                </c:pt>
                <c:pt idx="7476">
                  <c:v>8.1625113949000117</c:v>
                </c:pt>
                <c:pt idx="7477">
                  <c:v>8.1628604278733619</c:v>
                </c:pt>
                <c:pt idx="7478">
                  <c:v>8.1632874799819319</c:v>
                </c:pt>
                <c:pt idx="7479">
                  <c:v>8.1678002710138387</c:v>
                </c:pt>
                <c:pt idx="7480">
                  <c:v>8.1734373588469591</c:v>
                </c:pt>
                <c:pt idx="7481">
                  <c:v>8.1731655237547738</c:v>
                </c:pt>
                <c:pt idx="7482">
                  <c:v>8.1722876031700409</c:v>
                </c:pt>
                <c:pt idx="7483">
                  <c:v>8.1717299716667355</c:v>
                </c:pt>
                <c:pt idx="7484">
                  <c:v>8.1722383279267437</c:v>
                </c:pt>
                <c:pt idx="7485">
                  <c:v>8.1715033055475708</c:v>
                </c:pt>
                <c:pt idx="7486">
                  <c:v>8.1739407875826391</c:v>
                </c:pt>
                <c:pt idx="7487">
                  <c:v>8.1768866258777155</c:v>
                </c:pt>
                <c:pt idx="7488">
                  <c:v>8.1794883587237717</c:v>
                </c:pt>
                <c:pt idx="7489">
                  <c:v>8.182224777234838</c:v>
                </c:pt>
                <c:pt idx="7490">
                  <c:v>8.1840060772800065</c:v>
                </c:pt>
                <c:pt idx="7491">
                  <c:v>8.1822050671375184</c:v>
                </c:pt>
                <c:pt idx="7492">
                  <c:v>8.1813567116987649</c:v>
                </c:pt>
                <c:pt idx="7493">
                  <c:v>8.1812515911797306</c:v>
                </c:pt>
                <c:pt idx="7494">
                  <c:v>8.183394243009074</c:v>
                </c:pt>
                <c:pt idx="7495">
                  <c:v>8.1858522563955152</c:v>
                </c:pt>
                <c:pt idx="7496">
                  <c:v>8.1867162156613151</c:v>
                </c:pt>
                <c:pt idx="7497">
                  <c:v>8.1862136081796901</c:v>
                </c:pt>
                <c:pt idx="7498">
                  <c:v>8.1835075760686564</c:v>
                </c:pt>
                <c:pt idx="7499">
                  <c:v>8.1820613476779034</c:v>
                </c:pt>
                <c:pt idx="7500">
                  <c:v>8.1845366073994992</c:v>
                </c:pt>
                <c:pt idx="7501">
                  <c:v>8.1867802734776003</c:v>
                </c:pt>
                <c:pt idx="7502">
                  <c:v>8.1884457767010232</c:v>
                </c:pt>
                <c:pt idx="7503">
                  <c:v>8.189198866669404</c:v>
                </c:pt>
                <c:pt idx="7504">
                  <c:v>8.1905933560546949</c:v>
                </c:pt>
                <c:pt idx="7505">
                  <c:v>8.1888613312528236</c:v>
                </c:pt>
                <c:pt idx="7506">
                  <c:v>8.1855360735843625</c:v>
                </c:pt>
                <c:pt idx="7507">
                  <c:v>8.1877041842894105</c:v>
                </c:pt>
                <c:pt idx="7508">
                  <c:v>8.1902977045949168</c:v>
                </c:pt>
                <c:pt idx="7509">
                  <c:v>8.1897302180429516</c:v>
                </c:pt>
                <c:pt idx="7510">
                  <c:v>8.1890288670800313</c:v>
                </c:pt>
                <c:pt idx="7511">
                  <c:v>8.1909177514063973</c:v>
                </c:pt>
                <c:pt idx="7512">
                  <c:v>8.1937026239067059</c:v>
                </c:pt>
                <c:pt idx="7513">
                  <c:v>8.1941198209666162</c:v>
                </c:pt>
                <c:pt idx="7514">
                  <c:v>8.1924485689648101</c:v>
                </c:pt>
                <c:pt idx="7515">
                  <c:v>8.1935942183714534</c:v>
                </c:pt>
                <c:pt idx="7516">
                  <c:v>8.1950067753459539</c:v>
                </c:pt>
                <c:pt idx="7517">
                  <c:v>8.1964957089475625</c:v>
                </c:pt>
                <c:pt idx="7518">
                  <c:v>8.1954806389356545</c:v>
                </c:pt>
                <c:pt idx="7519">
                  <c:v>8.1943210282100765</c:v>
                </c:pt>
                <c:pt idx="7520">
                  <c:v>8.1933905473658282</c:v>
                </c:pt>
                <c:pt idx="7521">
                  <c:v>8.1942914630640988</c:v>
                </c:pt>
                <c:pt idx="7522">
                  <c:v>8.1957590440602797</c:v>
                </c:pt>
                <c:pt idx="7523">
                  <c:v>8.194282429269494</c:v>
                </c:pt>
                <c:pt idx="7524">
                  <c:v>8.1924814191270077</c:v>
                </c:pt>
                <c:pt idx="7525">
                  <c:v>8.1928460559274008</c:v>
                </c:pt>
                <c:pt idx="7526">
                  <c:v>8.1924124337863926</c:v>
                </c:pt>
                <c:pt idx="7527">
                  <c:v>8.1939999178745939</c:v>
                </c:pt>
                <c:pt idx="7528">
                  <c:v>8.1962772553689476</c:v>
                </c:pt>
                <c:pt idx="7529">
                  <c:v>8.1972143062456375</c:v>
                </c:pt>
                <c:pt idx="7530">
                  <c:v>8.197478750051328</c:v>
                </c:pt>
                <c:pt idx="7531">
                  <c:v>8.1980700529708859</c:v>
                </c:pt>
                <c:pt idx="7532">
                  <c:v>8.1991959922802113</c:v>
                </c:pt>
                <c:pt idx="7533">
                  <c:v>8.1976413583542076</c:v>
                </c:pt>
                <c:pt idx="7534">
                  <c:v>8.1968094279965502</c:v>
                </c:pt>
                <c:pt idx="7535">
                  <c:v>8.1986991335769712</c:v>
                </c:pt>
                <c:pt idx="7536">
                  <c:v>8.2006175830493167</c:v>
                </c:pt>
                <c:pt idx="7537">
                  <c:v>8.2048872828809589</c:v>
                </c:pt>
                <c:pt idx="7538">
                  <c:v>8.2098583336755233</c:v>
                </c:pt>
                <c:pt idx="7539">
                  <c:v>8.2123705498295898</c:v>
                </c:pt>
                <c:pt idx="7540">
                  <c:v>8.2098698312322913</c:v>
                </c:pt>
                <c:pt idx="7541">
                  <c:v>8.206260419660822</c:v>
                </c:pt>
                <c:pt idx="7542">
                  <c:v>8.2021442943374527</c:v>
                </c:pt>
                <c:pt idx="7543">
                  <c:v>8.2006783558493819</c:v>
                </c:pt>
                <c:pt idx="7544">
                  <c:v>8.2029441957869675</c:v>
                </c:pt>
                <c:pt idx="7545">
                  <c:v>8.2062793085040866</c:v>
                </c:pt>
                <c:pt idx="7546">
                  <c:v>8.2085459696957255</c:v>
                </c:pt>
                <c:pt idx="7547">
                  <c:v>8.2106894427791239</c:v>
                </c:pt>
                <c:pt idx="7548">
                  <c:v>8.2105071243789265</c:v>
                </c:pt>
                <c:pt idx="7549">
                  <c:v>8.2118391984560422</c:v>
                </c:pt>
                <c:pt idx="7550">
                  <c:v>8.2141354247936604</c:v>
                </c:pt>
                <c:pt idx="7551">
                  <c:v>8.213592575863343</c:v>
                </c:pt>
                <c:pt idx="7552">
                  <c:v>8.2123467334619971</c:v>
                </c:pt>
                <c:pt idx="7553">
                  <c:v>8.214025376750298</c:v>
                </c:pt>
                <c:pt idx="7554">
                  <c:v>8.2139062949123307</c:v>
                </c:pt>
                <c:pt idx="7555">
                  <c:v>8.211046688293024</c:v>
                </c:pt>
                <c:pt idx="7556">
                  <c:v>8.2110130168767714</c:v>
                </c:pt>
                <c:pt idx="7557">
                  <c:v>8.2141764874964078</c:v>
                </c:pt>
                <c:pt idx="7558">
                  <c:v>8.2145181291832632</c:v>
                </c:pt>
                <c:pt idx="7559">
                  <c:v>8.2139407875826382</c:v>
                </c:pt>
                <c:pt idx="7560">
                  <c:v>8.2156062908060612</c:v>
                </c:pt>
                <c:pt idx="7561">
                  <c:v>8.2174114072188225</c:v>
                </c:pt>
                <c:pt idx="7562">
                  <c:v>8.2174992814027021</c:v>
                </c:pt>
                <c:pt idx="7563">
                  <c:v>8.2123286658727874</c:v>
                </c:pt>
                <c:pt idx="7564">
                  <c:v>8.2095446146265338</c:v>
                </c:pt>
                <c:pt idx="7565">
                  <c:v>8.2111140311255291</c:v>
                </c:pt>
                <c:pt idx="7566">
                  <c:v>8.2140434443395058</c:v>
                </c:pt>
                <c:pt idx="7567">
                  <c:v>8.2178647394571502</c:v>
                </c:pt>
                <c:pt idx="7568">
                  <c:v>8.2197872951997706</c:v>
                </c:pt>
                <c:pt idx="7569">
                  <c:v>8.2191853159774979</c:v>
                </c:pt>
                <c:pt idx="7570">
                  <c:v>8.2186104381390379</c:v>
                </c:pt>
                <c:pt idx="7571">
                  <c:v>8.21874019627972</c:v>
                </c:pt>
                <c:pt idx="7572">
                  <c:v>8.2190547365827626</c:v>
                </c:pt>
                <c:pt idx="7573">
                  <c:v>8.2198201453619681</c:v>
                </c:pt>
                <c:pt idx="7574">
                  <c:v>8.2227397035272869</c:v>
                </c:pt>
                <c:pt idx="7575">
                  <c:v>8.2263778589906789</c:v>
                </c:pt>
                <c:pt idx="7576">
                  <c:v>8.2283579025171445</c:v>
                </c:pt>
                <c:pt idx="7577">
                  <c:v>8.2292120067342829</c:v>
                </c:pt>
                <c:pt idx="7578">
                  <c:v>8.2287241818256476</c:v>
                </c:pt>
                <c:pt idx="7579">
                  <c:v>8.2288112347554723</c:v>
                </c:pt>
                <c:pt idx="7580">
                  <c:v>8.2303354822814434</c:v>
                </c:pt>
                <c:pt idx="7581">
                  <c:v>8.2313177021311539</c:v>
                </c:pt>
                <c:pt idx="7582">
                  <c:v>8.2310877509957709</c:v>
                </c:pt>
                <c:pt idx="7583">
                  <c:v>8.2306738389520806</c:v>
                </c:pt>
                <c:pt idx="7584">
                  <c:v>8.2293064509506024</c:v>
                </c:pt>
                <c:pt idx="7585">
                  <c:v>8.2274545230567071</c:v>
                </c:pt>
                <c:pt idx="7586">
                  <c:v>8.2258842853036587</c:v>
                </c:pt>
                <c:pt idx="7587">
                  <c:v>8.2235387837227449</c:v>
                </c:pt>
                <c:pt idx="7588">
                  <c:v>8.222519607440562</c:v>
                </c:pt>
                <c:pt idx="7589">
                  <c:v>8.2260436085903166</c:v>
                </c:pt>
                <c:pt idx="7590">
                  <c:v>8.2306763027142438</c:v>
                </c:pt>
                <c:pt idx="7591">
                  <c:v>8.2339777440151103</c:v>
                </c:pt>
                <c:pt idx="7592">
                  <c:v>8.2350166303946128</c:v>
                </c:pt>
                <c:pt idx="7593">
                  <c:v>8.2339604976799574</c:v>
                </c:pt>
                <c:pt idx="7594">
                  <c:v>8.2332476491602673</c:v>
                </c:pt>
                <c:pt idx="7595">
                  <c:v>8.2347341189997127</c:v>
                </c:pt>
                <c:pt idx="7596">
                  <c:v>8.2383287479981924</c:v>
                </c:pt>
                <c:pt idx="7597">
                  <c:v>8.2379361885599316</c:v>
                </c:pt>
                <c:pt idx="7598">
                  <c:v>8.2351899150002055</c:v>
                </c:pt>
                <c:pt idx="7599">
                  <c:v>8.2340319467827374</c:v>
                </c:pt>
                <c:pt idx="7600">
                  <c:v>8.2376824210569541</c:v>
                </c:pt>
                <c:pt idx="7601">
                  <c:v>8.2413049726933032</c:v>
                </c:pt>
                <c:pt idx="7602">
                  <c:v>8.2404607235248228</c:v>
                </c:pt>
                <c:pt idx="7603">
                  <c:v>8.2387500513283776</c:v>
                </c:pt>
                <c:pt idx="7604">
                  <c:v>8.2355397692276107</c:v>
                </c:pt>
                <c:pt idx="7605">
                  <c:v>8.2341083234098473</c:v>
                </c:pt>
                <c:pt idx="7606">
                  <c:v>8.2375929043649645</c:v>
                </c:pt>
                <c:pt idx="7607">
                  <c:v>8.2386835297499275</c:v>
                </c:pt>
                <c:pt idx="7608">
                  <c:v>8.2383238204738642</c:v>
                </c:pt>
                <c:pt idx="7609">
                  <c:v>8.2390317414692227</c:v>
                </c:pt>
                <c:pt idx="7610">
                  <c:v>8.2381521783763816</c:v>
                </c:pt>
                <c:pt idx="7611">
                  <c:v>8.238274545230567</c:v>
                </c:pt>
                <c:pt idx="7612">
                  <c:v>8.240378598119328</c:v>
                </c:pt>
                <c:pt idx="7613">
                  <c:v>8.2413378228555008</c:v>
                </c:pt>
                <c:pt idx="7614">
                  <c:v>8.2416638607153114</c:v>
                </c:pt>
                <c:pt idx="7615">
                  <c:v>8.2436825031823595</c:v>
                </c:pt>
                <c:pt idx="7616">
                  <c:v>8.2447254958321352</c:v>
                </c:pt>
                <c:pt idx="7617">
                  <c:v>8.2451829343407379</c:v>
                </c:pt>
                <c:pt idx="7618">
                  <c:v>8.2457413870980982</c:v>
                </c:pt>
                <c:pt idx="7619">
                  <c:v>8.2446318728698724</c:v>
                </c:pt>
                <c:pt idx="7620">
                  <c:v>8.2466726891964033</c:v>
                </c:pt>
                <c:pt idx="7621">
                  <c:v>8.2482076130250892</c:v>
                </c:pt>
                <c:pt idx="7622">
                  <c:v>8.2486880466472297</c:v>
                </c:pt>
                <c:pt idx="7623">
                  <c:v>8.2455500349032977</c:v>
                </c:pt>
                <c:pt idx="7624">
                  <c:v>8.2404746848437558</c:v>
                </c:pt>
                <c:pt idx="7625">
                  <c:v>8.2396181168644524</c:v>
                </c:pt>
                <c:pt idx="7626">
                  <c:v>8.243861536566337</c:v>
                </c:pt>
                <c:pt idx="7627">
                  <c:v>8.2466086313801181</c:v>
                </c:pt>
                <c:pt idx="7628">
                  <c:v>8.248660945263417</c:v>
                </c:pt>
                <c:pt idx="7629">
                  <c:v>8.2500685747135876</c:v>
                </c:pt>
                <c:pt idx="7630">
                  <c:v>8.25032316347062</c:v>
                </c:pt>
                <c:pt idx="7631">
                  <c:v>8.2496390588428525</c:v>
                </c:pt>
                <c:pt idx="7632">
                  <c:v>8.2493540836857875</c:v>
                </c:pt>
                <c:pt idx="7633">
                  <c:v>8.2501827290272249</c:v>
                </c:pt>
                <c:pt idx="7634">
                  <c:v>8.2519755266291632</c:v>
                </c:pt>
                <c:pt idx="7635">
                  <c:v>8.2548811234755473</c:v>
                </c:pt>
                <c:pt idx="7636">
                  <c:v>8.2528657660247191</c:v>
                </c:pt>
                <c:pt idx="7637">
                  <c:v>8.2512413255040453</c:v>
                </c:pt>
                <c:pt idx="7638">
                  <c:v>8.2539399663285842</c:v>
                </c:pt>
                <c:pt idx="7639">
                  <c:v>8.2527606455056866</c:v>
                </c:pt>
                <c:pt idx="7640">
                  <c:v>8.2512166878823958</c:v>
                </c:pt>
                <c:pt idx="7641">
                  <c:v>8.2517644643370431</c:v>
                </c:pt>
                <c:pt idx="7642">
                  <c:v>8.2508150946495302</c:v>
                </c:pt>
                <c:pt idx="7643">
                  <c:v>8.2504849505194429</c:v>
                </c:pt>
                <c:pt idx="7644">
                  <c:v>8.2527031577218413</c:v>
                </c:pt>
                <c:pt idx="7645">
                  <c:v>8.2525586170081713</c:v>
                </c:pt>
                <c:pt idx="7646">
                  <c:v>8.2508865437523102</c:v>
                </c:pt>
                <c:pt idx="7647">
                  <c:v>8.2501424875785325</c:v>
                </c:pt>
                <c:pt idx="7648">
                  <c:v>8.2501761589947851</c:v>
                </c:pt>
                <c:pt idx="7649">
                  <c:v>8.2511304562066279</c:v>
                </c:pt>
                <c:pt idx="7650">
                  <c:v>8.2507157229088826</c:v>
                </c:pt>
                <c:pt idx="7651">
                  <c:v>8.2524485689648088</c:v>
                </c:pt>
                <c:pt idx="7652">
                  <c:v>8.2553517020490297</c:v>
                </c:pt>
                <c:pt idx="7653">
                  <c:v>8.2598768118917594</c:v>
                </c:pt>
                <c:pt idx="7654">
                  <c:v>8.2626501868352982</c:v>
                </c:pt>
                <c:pt idx="7655">
                  <c:v>8.2621459368455632</c:v>
                </c:pt>
                <c:pt idx="7656">
                  <c:v>8.2611596107255778</c:v>
                </c:pt>
                <c:pt idx="7657">
                  <c:v>8.2584502935983242</c:v>
                </c:pt>
                <c:pt idx="7658">
                  <c:v>8.2592551225721671</c:v>
                </c:pt>
                <c:pt idx="7659">
                  <c:v>8.2608968094279973</c:v>
                </c:pt>
                <c:pt idx="7660">
                  <c:v>8.2634040980577339</c:v>
                </c:pt>
                <c:pt idx="7661">
                  <c:v>8.2662168931959101</c:v>
                </c:pt>
                <c:pt idx="7662">
                  <c:v>8.2660542848930323</c:v>
                </c:pt>
                <c:pt idx="7663">
                  <c:v>8.2637646285878539</c:v>
                </c:pt>
                <c:pt idx="7664">
                  <c:v>8.2625664189216934</c:v>
                </c:pt>
                <c:pt idx="7665">
                  <c:v>8.2621007678725409</c:v>
                </c:pt>
                <c:pt idx="7666">
                  <c:v>8.2635207161335362</c:v>
                </c:pt>
                <c:pt idx="7667">
                  <c:v>8.2653225475300776</c:v>
                </c:pt>
                <c:pt idx="7668">
                  <c:v>8.2636504742742165</c:v>
                </c:pt>
                <c:pt idx="7669">
                  <c:v>8.262297047591673</c:v>
                </c:pt>
                <c:pt idx="7670">
                  <c:v>8.2632948712684264</c:v>
                </c:pt>
                <c:pt idx="7671">
                  <c:v>8.2644561245021144</c:v>
                </c:pt>
                <c:pt idx="7672">
                  <c:v>8.265577957541165</c:v>
                </c:pt>
                <c:pt idx="7673">
                  <c:v>8.2684564530037363</c:v>
                </c:pt>
                <c:pt idx="7674">
                  <c:v>8.2705514720978943</c:v>
                </c:pt>
                <c:pt idx="7675">
                  <c:v>8.2688555824744387</c:v>
                </c:pt>
                <c:pt idx="7676">
                  <c:v>8.2676278076623007</c:v>
                </c:pt>
                <c:pt idx="7677">
                  <c:v>8.2664813370016006</c:v>
                </c:pt>
                <c:pt idx="7678">
                  <c:v>8.2634040980577339</c:v>
                </c:pt>
                <c:pt idx="7679">
                  <c:v>8.2614552621853576</c:v>
                </c:pt>
                <c:pt idx="7680">
                  <c:v>8.2628078676138461</c:v>
                </c:pt>
                <c:pt idx="7681">
                  <c:v>8.2665889212827981</c:v>
                </c:pt>
                <c:pt idx="7682">
                  <c:v>8.2677436044840462</c:v>
                </c:pt>
                <c:pt idx="7683">
                  <c:v>8.2671334127212255</c:v>
                </c:pt>
                <c:pt idx="7684">
                  <c:v>8.2656338028169021</c:v>
                </c:pt>
                <c:pt idx="7685">
                  <c:v>8.2619192707263984</c:v>
                </c:pt>
                <c:pt idx="7686">
                  <c:v>8.2593356054695519</c:v>
                </c:pt>
                <c:pt idx="7687">
                  <c:v>8.2591253644314868</c:v>
                </c:pt>
                <c:pt idx="7688">
                  <c:v>8.2596370057077149</c:v>
                </c:pt>
                <c:pt idx="7689">
                  <c:v>8.2629220219274835</c:v>
                </c:pt>
                <c:pt idx="7690">
                  <c:v>8.2655196485032647</c:v>
                </c:pt>
                <c:pt idx="7691">
                  <c:v>8.2649644807621243</c:v>
                </c:pt>
                <c:pt idx="7692">
                  <c:v>8.2623972405863757</c:v>
                </c:pt>
                <c:pt idx="7693">
                  <c:v>8.2610536689524903</c:v>
                </c:pt>
                <c:pt idx="7694">
                  <c:v>8.2623348252782005</c:v>
                </c:pt>
                <c:pt idx="7695">
                  <c:v>8.2660937050876697</c:v>
                </c:pt>
                <c:pt idx="7696">
                  <c:v>8.2670348622346328</c:v>
                </c:pt>
                <c:pt idx="7697">
                  <c:v>8.2666242352071606</c:v>
                </c:pt>
                <c:pt idx="7698">
                  <c:v>8.2680868886790133</c:v>
                </c:pt>
                <c:pt idx="7699">
                  <c:v>8.2687258243337585</c:v>
                </c:pt>
                <c:pt idx="7700">
                  <c:v>8.2700956760974016</c:v>
                </c:pt>
                <c:pt idx="7701">
                  <c:v>8.2723820473863583</c:v>
                </c:pt>
                <c:pt idx="7702">
                  <c:v>8.2722637868024478</c:v>
                </c:pt>
                <c:pt idx="7703">
                  <c:v>8.2696694452428865</c:v>
                </c:pt>
                <c:pt idx="7704">
                  <c:v>8.2701219562271593</c:v>
                </c:pt>
                <c:pt idx="7705">
                  <c:v>8.2691758715558663</c:v>
                </c:pt>
                <c:pt idx="7706">
                  <c:v>8.2670627848725005</c:v>
                </c:pt>
                <c:pt idx="7707">
                  <c:v>8.268184617911551</c:v>
                </c:pt>
                <c:pt idx="7708">
                  <c:v>8.2693803638155465</c:v>
                </c:pt>
                <c:pt idx="7709">
                  <c:v>8.2694477066480516</c:v>
                </c:pt>
                <c:pt idx="7710">
                  <c:v>8.2689106064961191</c:v>
                </c:pt>
                <c:pt idx="7711">
                  <c:v>8.2691159200098543</c:v>
                </c:pt>
                <c:pt idx="7712">
                  <c:v>8.269645628875292</c:v>
                </c:pt>
                <c:pt idx="7713">
                  <c:v>8.2710368332443647</c:v>
                </c:pt>
                <c:pt idx="7714">
                  <c:v>8.2718531597749756</c:v>
                </c:pt>
                <c:pt idx="7715">
                  <c:v>8.2744893852913393</c:v>
                </c:pt>
                <c:pt idx="7716">
                  <c:v>8.2741789512585715</c:v>
                </c:pt>
                <c:pt idx="7717">
                  <c:v>8.2723606947809305</c:v>
                </c:pt>
                <c:pt idx="7718">
                  <c:v>8.2709391040118252</c:v>
                </c:pt>
                <c:pt idx="7719">
                  <c:v>8.2709111813739575</c:v>
                </c:pt>
                <c:pt idx="7720">
                  <c:v>8.2702689607029942</c:v>
                </c:pt>
                <c:pt idx="7721">
                  <c:v>8.2666291627314905</c:v>
                </c:pt>
                <c:pt idx="7722">
                  <c:v>8.265217427011045</c:v>
                </c:pt>
                <c:pt idx="7723">
                  <c:v>8.2679382416950684</c:v>
                </c:pt>
                <c:pt idx="7724">
                  <c:v>8.2681994004845407</c:v>
                </c:pt>
                <c:pt idx="7725">
                  <c:v>8.2709949492875623</c:v>
                </c:pt>
                <c:pt idx="7726">
                  <c:v>8.273855377160924</c:v>
                </c:pt>
                <c:pt idx="7727">
                  <c:v>8.2725003079702706</c:v>
                </c:pt>
                <c:pt idx="7728">
                  <c:v>8.2699585266702247</c:v>
                </c:pt>
                <c:pt idx="7729">
                  <c:v>8.2709046113415177</c:v>
                </c:pt>
                <c:pt idx="7730">
                  <c:v>8.2727048002299508</c:v>
                </c:pt>
                <c:pt idx="7731">
                  <c:v>8.2749386112593939</c:v>
                </c:pt>
                <c:pt idx="7732">
                  <c:v>8.2770722292941326</c:v>
                </c:pt>
                <c:pt idx="7733">
                  <c:v>8.27682585307765</c:v>
                </c:pt>
                <c:pt idx="7734">
                  <c:v>8.274801461832217</c:v>
                </c:pt>
                <c:pt idx="7735">
                  <c:v>8.2711312774606824</c:v>
                </c:pt>
                <c:pt idx="7736">
                  <c:v>8.2692604607235243</c:v>
                </c:pt>
                <c:pt idx="7737">
                  <c:v>8.2699749517513244</c:v>
                </c:pt>
                <c:pt idx="7738">
                  <c:v>8.2683135547981763</c:v>
                </c:pt>
                <c:pt idx="7739">
                  <c:v>8.2676302714244656</c:v>
                </c:pt>
                <c:pt idx="7740">
                  <c:v>8.267386358970148</c:v>
                </c:pt>
                <c:pt idx="7741">
                  <c:v>8.2685328296308462</c:v>
                </c:pt>
                <c:pt idx="7742">
                  <c:v>8.2716823389315479</c:v>
                </c:pt>
                <c:pt idx="7743">
                  <c:v>8.2711271711904075</c:v>
                </c:pt>
                <c:pt idx="7744">
                  <c:v>8.2701991541083242</c:v>
                </c:pt>
                <c:pt idx="7745">
                  <c:v>8.2712191516445621</c:v>
                </c:pt>
                <c:pt idx="7746">
                  <c:v>8.2729429639058836</c:v>
                </c:pt>
                <c:pt idx="7747">
                  <c:v>8.2740918983287486</c:v>
                </c:pt>
                <c:pt idx="7748">
                  <c:v>8.2739539276475185</c:v>
                </c:pt>
                <c:pt idx="7749">
                  <c:v>8.2730316593438182</c:v>
                </c:pt>
                <c:pt idx="7750">
                  <c:v>8.2720461544778878</c:v>
                </c:pt>
                <c:pt idx="7751">
                  <c:v>8.2708881862604198</c:v>
                </c:pt>
                <c:pt idx="7752">
                  <c:v>8.2723598735268755</c:v>
                </c:pt>
                <c:pt idx="7753">
                  <c:v>8.2728936886625881</c:v>
                </c:pt>
                <c:pt idx="7754">
                  <c:v>8.2736139284687713</c:v>
                </c:pt>
                <c:pt idx="7755">
                  <c:v>8.2738841210528484</c:v>
                </c:pt>
                <c:pt idx="7756">
                  <c:v>8.2739210774853209</c:v>
                </c:pt>
                <c:pt idx="7757">
                  <c:v>8.2719467827372402</c:v>
                </c:pt>
                <c:pt idx="7758">
                  <c:v>8.2726990514515659</c:v>
                </c:pt>
                <c:pt idx="7759">
                  <c:v>8.2714211801420774</c:v>
                </c:pt>
                <c:pt idx="7760">
                  <c:v>8.2681821541493861</c:v>
                </c:pt>
                <c:pt idx="7761">
                  <c:v>8.2679226378680237</c:v>
                </c:pt>
                <c:pt idx="7762">
                  <c:v>8.2693721512749967</c:v>
                </c:pt>
                <c:pt idx="7763">
                  <c:v>8.2730086642302787</c:v>
                </c:pt>
                <c:pt idx="7764">
                  <c:v>8.2739588551718466</c:v>
                </c:pt>
                <c:pt idx="7765">
                  <c:v>8.2735334455713883</c:v>
                </c:pt>
                <c:pt idx="7766">
                  <c:v>8.2717874594505805</c:v>
                </c:pt>
                <c:pt idx="7767">
                  <c:v>8.2710253356875949</c:v>
                </c:pt>
                <c:pt idx="7768">
                  <c:v>8.2718375559479327</c:v>
                </c:pt>
                <c:pt idx="7769">
                  <c:v>8.2705522933519475</c:v>
                </c:pt>
                <c:pt idx="7770">
                  <c:v>8.2729265388247857</c:v>
                </c:pt>
                <c:pt idx="7771">
                  <c:v>8.2764825688826846</c:v>
                </c:pt>
                <c:pt idx="7772">
                  <c:v>8.2766944524288597</c:v>
                </c:pt>
                <c:pt idx="7773">
                  <c:v>8.2740500143719462</c:v>
                </c:pt>
                <c:pt idx="7774">
                  <c:v>8.2732870693549057</c:v>
                </c:pt>
                <c:pt idx="7775">
                  <c:v>8.2745164866751537</c:v>
                </c:pt>
                <c:pt idx="7776">
                  <c:v>8.2765983657044302</c:v>
                </c:pt>
                <c:pt idx="7777">
                  <c:v>8.273782285550034</c:v>
                </c:pt>
                <c:pt idx="7778">
                  <c:v>8.269933067794522</c:v>
                </c:pt>
                <c:pt idx="7779">
                  <c:v>8.2682125405494187</c:v>
                </c:pt>
                <c:pt idx="7780">
                  <c:v>8.2678479037490256</c:v>
                </c:pt>
                <c:pt idx="7781">
                  <c:v>8.2696579476861167</c:v>
                </c:pt>
                <c:pt idx="7782">
                  <c:v>8.2715074118178453</c:v>
                </c:pt>
                <c:pt idx="7783">
                  <c:v>8.2702049028867073</c:v>
                </c:pt>
                <c:pt idx="7784">
                  <c:v>8.2676048125487611</c:v>
                </c:pt>
                <c:pt idx="7785">
                  <c:v>8.2658407588387472</c:v>
                </c:pt>
                <c:pt idx="7786">
                  <c:v>8.2661700817147779</c:v>
                </c:pt>
                <c:pt idx="7787">
                  <c:v>8.2689007514474611</c:v>
                </c:pt>
                <c:pt idx="7788">
                  <c:v>8.2686354863877138</c:v>
                </c:pt>
                <c:pt idx="7789">
                  <c:v>8.2677575658029809</c:v>
                </c:pt>
                <c:pt idx="7790">
                  <c:v>8.2698189134808846</c:v>
                </c:pt>
                <c:pt idx="7791">
                  <c:v>8.2698690099782368</c:v>
                </c:pt>
                <c:pt idx="7792">
                  <c:v>8.2693737937831067</c:v>
                </c:pt>
                <c:pt idx="7793">
                  <c:v>8.2687266455878117</c:v>
                </c:pt>
                <c:pt idx="7794">
                  <c:v>8.2676442327433985</c:v>
                </c:pt>
                <c:pt idx="7795">
                  <c:v>8.2663211924608877</c:v>
                </c:pt>
                <c:pt idx="7796">
                  <c:v>8.2652404221245845</c:v>
                </c:pt>
                <c:pt idx="7797">
                  <c:v>8.2654399868599349</c:v>
                </c:pt>
                <c:pt idx="7798">
                  <c:v>8.2644117767831471</c:v>
                </c:pt>
                <c:pt idx="7799">
                  <c:v>8.2646655442861245</c:v>
                </c:pt>
                <c:pt idx="7800">
                  <c:v>8.2650022584486518</c:v>
                </c:pt>
                <c:pt idx="7801">
                  <c:v>8.2616917833531804</c:v>
                </c:pt>
                <c:pt idx="7802">
                  <c:v>8.2600870529298245</c:v>
                </c:pt>
                <c:pt idx="7803">
                  <c:v>8.2586925635445319</c:v>
                </c:pt>
                <c:pt idx="7804">
                  <c:v>8.2581029031330839</c:v>
                </c:pt>
                <c:pt idx="7805">
                  <c:v>8.2602480187245924</c:v>
                </c:pt>
                <c:pt idx="7806">
                  <c:v>8.26070956350347</c:v>
                </c:pt>
                <c:pt idx="7807">
                  <c:v>8.260119903092022</c:v>
                </c:pt>
                <c:pt idx="7808">
                  <c:v>8.2598571017944398</c:v>
                </c:pt>
                <c:pt idx="7809">
                  <c:v>8.2580593766681716</c:v>
                </c:pt>
                <c:pt idx="7810">
                  <c:v>8.2584864287767417</c:v>
                </c:pt>
                <c:pt idx="7811">
                  <c:v>8.2607481624440524</c:v>
                </c:pt>
                <c:pt idx="7812">
                  <c:v>8.2619611546832008</c:v>
                </c:pt>
                <c:pt idx="7813">
                  <c:v>8.2624218782080234</c:v>
                </c:pt>
                <c:pt idx="7814">
                  <c:v>8.2620482076130255</c:v>
                </c:pt>
                <c:pt idx="7815">
                  <c:v>8.2606832833737123</c:v>
                </c:pt>
                <c:pt idx="7816">
                  <c:v>8.2592280211883544</c:v>
                </c:pt>
                <c:pt idx="7817">
                  <c:v>8.2589898575124217</c:v>
                </c:pt>
                <c:pt idx="7818">
                  <c:v>8.2601601445407145</c:v>
                </c:pt>
                <c:pt idx="7819">
                  <c:v>8.2618855993101459</c:v>
                </c:pt>
                <c:pt idx="7820">
                  <c:v>8.2643025499938414</c:v>
                </c:pt>
                <c:pt idx="7821">
                  <c:v>8.2632833737116584</c:v>
                </c:pt>
                <c:pt idx="7822">
                  <c:v>8.2595696628752098</c:v>
                </c:pt>
                <c:pt idx="7823">
                  <c:v>8.2566714573153206</c:v>
                </c:pt>
                <c:pt idx="7824">
                  <c:v>8.2583796657495991</c:v>
                </c:pt>
                <c:pt idx="7825">
                  <c:v>8.2600262801297575</c:v>
                </c:pt>
                <c:pt idx="7826">
                  <c:v>8.2600763766271097</c:v>
                </c:pt>
                <c:pt idx="7827">
                  <c:v>8.2568348868722534</c:v>
                </c:pt>
                <c:pt idx="7828">
                  <c:v>8.2534751365334866</c:v>
                </c:pt>
                <c:pt idx="7829">
                  <c:v>8.2528649447706641</c:v>
                </c:pt>
                <c:pt idx="7830">
                  <c:v>8.2549517513242723</c:v>
                </c:pt>
                <c:pt idx="7831">
                  <c:v>8.2578294255327886</c:v>
                </c:pt>
                <c:pt idx="7832">
                  <c:v>8.2559996714983779</c:v>
                </c:pt>
                <c:pt idx="7833">
                  <c:v>8.2525676508027761</c:v>
                </c:pt>
                <c:pt idx="7834">
                  <c:v>8.2505785734817074</c:v>
                </c:pt>
                <c:pt idx="7835">
                  <c:v>8.2508816162279803</c:v>
                </c:pt>
                <c:pt idx="7836">
                  <c:v>8.2492892046154473</c:v>
                </c:pt>
                <c:pt idx="7837">
                  <c:v>8.2474422042458837</c:v>
                </c:pt>
                <c:pt idx="7838">
                  <c:v>8.2497261117726772</c:v>
                </c:pt>
                <c:pt idx="7839">
                  <c:v>8.2511370262390678</c:v>
                </c:pt>
                <c:pt idx="7840">
                  <c:v>8.2496998316429195</c:v>
                </c:pt>
                <c:pt idx="7841">
                  <c:v>8.2501827290272249</c:v>
                </c:pt>
                <c:pt idx="7842">
                  <c:v>8.2516067835584934</c:v>
                </c:pt>
                <c:pt idx="7843">
                  <c:v>8.2525890034082039</c:v>
                </c:pt>
                <c:pt idx="7844">
                  <c:v>8.2520765408779209</c:v>
                </c:pt>
                <c:pt idx="7845">
                  <c:v>8.2498854350593351</c:v>
                </c:pt>
                <c:pt idx="7846">
                  <c:v>8.2489541329610319</c:v>
                </c:pt>
                <c:pt idx="7847">
                  <c:v>8.2495019094156774</c:v>
                </c:pt>
                <c:pt idx="7848">
                  <c:v>8.246326941239273</c:v>
                </c:pt>
                <c:pt idx="7849">
                  <c:v>8.2468615776290388</c:v>
                </c:pt>
                <c:pt idx="7850">
                  <c:v>8.2511271711904079</c:v>
                </c:pt>
                <c:pt idx="7851">
                  <c:v>8.2511140311255282</c:v>
                </c:pt>
                <c:pt idx="7852">
                  <c:v>8.247213895618609</c:v>
                </c:pt>
                <c:pt idx="7853">
                  <c:v>8.2436989282634592</c:v>
                </c:pt>
                <c:pt idx="7854">
                  <c:v>8.2460230772389433</c:v>
                </c:pt>
                <c:pt idx="7855">
                  <c:v>8.2463211924608881</c:v>
                </c:pt>
                <c:pt idx="7856">
                  <c:v>8.2458785365252734</c:v>
                </c:pt>
                <c:pt idx="7857">
                  <c:v>8.2445596025130374</c:v>
                </c:pt>
                <c:pt idx="7858">
                  <c:v>8.2443452552046974</c:v>
                </c:pt>
                <c:pt idx="7859">
                  <c:v>8.2470036545805439</c:v>
                </c:pt>
                <c:pt idx="7860">
                  <c:v>8.2478388699544212</c:v>
                </c:pt>
                <c:pt idx="7861">
                  <c:v>8.2459762657578128</c:v>
                </c:pt>
                <c:pt idx="7862">
                  <c:v>8.2471884367429062</c:v>
                </c:pt>
                <c:pt idx="7863">
                  <c:v>8.2495405083562598</c:v>
                </c:pt>
                <c:pt idx="7864">
                  <c:v>8.2516519525315157</c:v>
                </c:pt>
                <c:pt idx="7865">
                  <c:v>8.2522054777645462</c:v>
                </c:pt>
                <c:pt idx="7866">
                  <c:v>8.2506508438385406</c:v>
                </c:pt>
                <c:pt idx="7867">
                  <c:v>8.247213895618609</c:v>
                </c:pt>
                <c:pt idx="7868">
                  <c:v>8.2438853529339298</c:v>
                </c:pt>
                <c:pt idx="7869">
                  <c:v>8.2417640537100159</c:v>
                </c:pt>
                <c:pt idx="7870">
                  <c:v>8.2394982137724302</c:v>
                </c:pt>
                <c:pt idx="7871">
                  <c:v>8.23979550774032</c:v>
                </c:pt>
                <c:pt idx="7872">
                  <c:v>8.2415004311583786</c:v>
                </c:pt>
                <c:pt idx="7873">
                  <c:v>8.2430074323491969</c:v>
                </c:pt>
                <c:pt idx="7874">
                  <c:v>8.2424670471810462</c:v>
                </c:pt>
                <c:pt idx="7875">
                  <c:v>8.2433408614955042</c:v>
                </c:pt>
                <c:pt idx="7876">
                  <c:v>8.2452584897137928</c:v>
                </c:pt>
                <c:pt idx="7877">
                  <c:v>8.2477698846138061</c:v>
                </c:pt>
                <c:pt idx="7878">
                  <c:v>8.2479275653923541</c:v>
                </c:pt>
                <c:pt idx="7879">
                  <c:v>8.2473411899971261</c:v>
                </c:pt>
                <c:pt idx="7880">
                  <c:v>8.2463220137149431</c:v>
                </c:pt>
                <c:pt idx="7881">
                  <c:v>8.2487274668418671</c:v>
                </c:pt>
                <c:pt idx="7882">
                  <c:v>8.2508512298279477</c:v>
                </c:pt>
                <c:pt idx="7883">
                  <c:v>8.2472869872294989</c:v>
                </c:pt>
                <c:pt idx="7884">
                  <c:v>8.2428218289327795</c:v>
                </c:pt>
                <c:pt idx="7885">
                  <c:v>8.2405058924978434</c:v>
                </c:pt>
                <c:pt idx="7886">
                  <c:v>8.2405124625302832</c:v>
                </c:pt>
                <c:pt idx="7887">
                  <c:v>8.2407719788116456</c:v>
                </c:pt>
                <c:pt idx="7888">
                  <c:v>8.2413805280663581</c:v>
                </c:pt>
                <c:pt idx="7889">
                  <c:v>8.2412285960661933</c:v>
                </c:pt>
                <c:pt idx="7890">
                  <c:v>8.2386046893606544</c:v>
                </c:pt>
                <c:pt idx="7891">
                  <c:v>8.2369490411858912</c:v>
                </c:pt>
                <c:pt idx="7892">
                  <c:v>8.2360653718227734</c:v>
                </c:pt>
                <c:pt idx="7893">
                  <c:v>8.2373958033917791</c:v>
                </c:pt>
                <c:pt idx="7894">
                  <c:v>8.2368685582885064</c:v>
                </c:pt>
                <c:pt idx="7895">
                  <c:v>8.2350782244487331</c:v>
                </c:pt>
                <c:pt idx="7896">
                  <c:v>8.2342569703937905</c:v>
                </c:pt>
                <c:pt idx="7897">
                  <c:v>8.2308134521414207</c:v>
                </c:pt>
                <c:pt idx="7898">
                  <c:v>8.22941075021558</c:v>
                </c:pt>
                <c:pt idx="7899">
                  <c:v>8.2312035478175165</c:v>
                </c:pt>
                <c:pt idx="7900">
                  <c:v>8.2344442163183178</c:v>
                </c:pt>
                <c:pt idx="7901">
                  <c:v>8.2330702582843998</c:v>
                </c:pt>
                <c:pt idx="7902">
                  <c:v>8.2298862563133905</c:v>
                </c:pt>
                <c:pt idx="7903">
                  <c:v>8.229204615447788</c:v>
                </c:pt>
                <c:pt idx="7904">
                  <c:v>8.2281747628628921</c:v>
                </c:pt>
                <c:pt idx="7905">
                  <c:v>8.2297178992321278</c:v>
                </c:pt>
                <c:pt idx="7906">
                  <c:v>8.2295840348211726</c:v>
                </c:pt>
                <c:pt idx="7907">
                  <c:v>8.2283800763766273</c:v>
                </c:pt>
                <c:pt idx="7908">
                  <c:v>8.2292235042910526</c:v>
                </c:pt>
                <c:pt idx="7909">
                  <c:v>8.2276984355110248</c:v>
                </c:pt>
                <c:pt idx="7910">
                  <c:v>8.2252946248922107</c:v>
                </c:pt>
                <c:pt idx="7911">
                  <c:v>8.2226871432677697</c:v>
                </c:pt>
                <c:pt idx="7912">
                  <c:v>8.2225327475054399</c:v>
                </c:pt>
                <c:pt idx="7913">
                  <c:v>8.2248322588592782</c:v>
                </c:pt>
                <c:pt idx="7914">
                  <c:v>8.226372931466349</c:v>
                </c:pt>
                <c:pt idx="7915">
                  <c:v>8.2287857758797678</c:v>
                </c:pt>
                <c:pt idx="7916">
                  <c:v>8.2286765490904603</c:v>
                </c:pt>
                <c:pt idx="7917">
                  <c:v>8.2269018190777317</c:v>
                </c:pt>
                <c:pt idx="7918">
                  <c:v>8.2254334168274958</c:v>
                </c:pt>
                <c:pt idx="7919">
                  <c:v>8.2253923541247485</c:v>
                </c:pt>
                <c:pt idx="7920">
                  <c:v>8.2239871884367428</c:v>
                </c:pt>
                <c:pt idx="7921">
                  <c:v>8.2237539522851399</c:v>
                </c:pt>
                <c:pt idx="7922">
                  <c:v>8.2235166098632604</c:v>
                </c:pt>
                <c:pt idx="7923">
                  <c:v>8.2222691249538045</c:v>
                </c:pt>
                <c:pt idx="7924">
                  <c:v>8.2226206216893196</c:v>
                </c:pt>
                <c:pt idx="7925">
                  <c:v>8.2215324600665216</c:v>
                </c:pt>
                <c:pt idx="7926">
                  <c:v>8.218823142939268</c:v>
                </c:pt>
                <c:pt idx="7927">
                  <c:v>8.2179641111977997</c:v>
                </c:pt>
                <c:pt idx="7928">
                  <c:v>8.2187245924526753</c:v>
                </c:pt>
                <c:pt idx="7929">
                  <c:v>8.2203227528435914</c:v>
                </c:pt>
                <c:pt idx="7930">
                  <c:v>8.2201100480433631</c:v>
                </c:pt>
                <c:pt idx="7931">
                  <c:v>8.2210084999794688</c:v>
                </c:pt>
                <c:pt idx="7932">
                  <c:v>8.2202151685623939</c:v>
                </c:pt>
                <c:pt idx="7933">
                  <c:v>8.2168899108939346</c:v>
                </c:pt>
                <c:pt idx="7934">
                  <c:v>8.2164661438015845</c:v>
                </c:pt>
                <c:pt idx="7935">
                  <c:v>8.2153919434977212</c:v>
                </c:pt>
                <c:pt idx="7936">
                  <c:v>8.2119254301318119</c:v>
                </c:pt>
                <c:pt idx="7937">
                  <c:v>8.2108881862604193</c:v>
                </c:pt>
                <c:pt idx="7938">
                  <c:v>8.2118145608343944</c:v>
                </c:pt>
                <c:pt idx="7939">
                  <c:v>8.2119081837966572</c:v>
                </c:pt>
                <c:pt idx="7940">
                  <c:v>8.2108438385414519</c:v>
                </c:pt>
                <c:pt idx="7941">
                  <c:v>8.2096250975239187</c:v>
                </c:pt>
                <c:pt idx="7942">
                  <c:v>8.2114819529421421</c:v>
                </c:pt>
                <c:pt idx="7943">
                  <c:v>8.2128164907814227</c:v>
                </c:pt>
                <c:pt idx="7944">
                  <c:v>8.2109456740442663</c:v>
                </c:pt>
                <c:pt idx="7945">
                  <c:v>8.2103806512544661</c:v>
                </c:pt>
                <c:pt idx="7946">
                  <c:v>8.2097573194267639</c:v>
                </c:pt>
                <c:pt idx="7947">
                  <c:v>8.2066685829261274</c:v>
                </c:pt>
                <c:pt idx="7948">
                  <c:v>8.2050055434648712</c:v>
                </c:pt>
                <c:pt idx="7949">
                  <c:v>8.2051443354001563</c:v>
                </c:pt>
                <c:pt idx="7950">
                  <c:v>8.2027126021434729</c:v>
                </c:pt>
                <c:pt idx="7951">
                  <c:v>8.2016728945099171</c:v>
                </c:pt>
                <c:pt idx="7952">
                  <c:v>8.2032653061224483</c:v>
                </c:pt>
                <c:pt idx="7953">
                  <c:v>8.2055385373465288</c:v>
                </c:pt>
                <c:pt idx="7954">
                  <c:v>8.2072623496078521</c:v>
                </c:pt>
                <c:pt idx="7955">
                  <c:v>8.2081755841169457</c:v>
                </c:pt>
                <c:pt idx="7956">
                  <c:v>8.2097244692645663</c:v>
                </c:pt>
                <c:pt idx="7957">
                  <c:v>8.2090264033178659</c:v>
                </c:pt>
                <c:pt idx="7958">
                  <c:v>8.2068065536073576</c:v>
                </c:pt>
                <c:pt idx="7959">
                  <c:v>8.2041169465774235</c:v>
                </c:pt>
                <c:pt idx="7960">
                  <c:v>8.2049743358107836</c:v>
                </c:pt>
                <c:pt idx="7961">
                  <c:v>8.205756990925142</c:v>
                </c:pt>
                <c:pt idx="7962">
                  <c:v>8.2035166098632608</c:v>
                </c:pt>
                <c:pt idx="7963">
                  <c:v>8.2027019258407581</c:v>
                </c:pt>
                <c:pt idx="7964">
                  <c:v>8.2032423110089105</c:v>
                </c:pt>
                <c:pt idx="7965">
                  <c:v>8.2030714901654829</c:v>
                </c:pt>
                <c:pt idx="7966">
                  <c:v>8.1992551225721684</c:v>
                </c:pt>
                <c:pt idx="7967">
                  <c:v>8.1961877386769597</c:v>
                </c:pt>
                <c:pt idx="7968">
                  <c:v>8.1972988954132955</c:v>
                </c:pt>
                <c:pt idx="7969">
                  <c:v>8.1993857019669036</c:v>
                </c:pt>
                <c:pt idx="7970">
                  <c:v>8.2009887898821496</c:v>
                </c:pt>
                <c:pt idx="7971">
                  <c:v>8.2015242475259722</c:v>
                </c:pt>
                <c:pt idx="7972">
                  <c:v>8.2007621237629866</c:v>
                </c:pt>
                <c:pt idx="7973">
                  <c:v>8.1992493737937835</c:v>
                </c:pt>
                <c:pt idx="7974">
                  <c:v>8.199356136820926</c:v>
                </c:pt>
                <c:pt idx="7975">
                  <c:v>8.2006947809304815</c:v>
                </c:pt>
                <c:pt idx="7976">
                  <c:v>8.1971518909374623</c:v>
                </c:pt>
                <c:pt idx="7977">
                  <c:v>8.1962131975526624</c:v>
                </c:pt>
                <c:pt idx="7978">
                  <c:v>8.1954954215086442</c:v>
                </c:pt>
                <c:pt idx="7979">
                  <c:v>8.1960588017903344</c:v>
                </c:pt>
                <c:pt idx="7980">
                  <c:v>8.1955915082330719</c:v>
                </c:pt>
                <c:pt idx="7981">
                  <c:v>8.1944754239724062</c:v>
                </c:pt>
                <c:pt idx="7982">
                  <c:v>8.1941009321233516</c:v>
                </c:pt>
                <c:pt idx="7983">
                  <c:v>8.1934209337658608</c:v>
                </c:pt>
                <c:pt idx="7984">
                  <c:v>8.1944885640372842</c:v>
                </c:pt>
                <c:pt idx="7985">
                  <c:v>8.192467457808073</c:v>
                </c:pt>
                <c:pt idx="7986">
                  <c:v>8.1885599310146588</c:v>
                </c:pt>
                <c:pt idx="7987">
                  <c:v>8.1866472303207001</c:v>
                </c:pt>
                <c:pt idx="7988">
                  <c:v>8.1882963084630234</c:v>
                </c:pt>
                <c:pt idx="7989">
                  <c:v>8.1909933067794523</c:v>
                </c:pt>
                <c:pt idx="7990">
                  <c:v>8.1898870775674446</c:v>
                </c:pt>
                <c:pt idx="7991">
                  <c:v>8.1900373670594995</c:v>
                </c:pt>
                <c:pt idx="7992">
                  <c:v>8.1928789060895983</c:v>
                </c:pt>
                <c:pt idx="7993">
                  <c:v>8.1929947029113457</c:v>
                </c:pt>
                <c:pt idx="7994">
                  <c:v>8.1909694904118595</c:v>
                </c:pt>
                <c:pt idx="7995">
                  <c:v>8.1896768365293795</c:v>
                </c:pt>
                <c:pt idx="7996">
                  <c:v>8.1906648051574749</c:v>
                </c:pt>
                <c:pt idx="7997">
                  <c:v>8.1921857676672278</c:v>
                </c:pt>
                <c:pt idx="7998">
                  <c:v>8.1929536402085983</c:v>
                </c:pt>
                <c:pt idx="7999">
                  <c:v>8.1915287644232748</c:v>
                </c:pt>
                <c:pt idx="8000">
                  <c:v>8.1887997371987016</c:v>
                </c:pt>
                <c:pt idx="8001">
                  <c:v>8.1880565022789806</c:v>
                </c:pt>
                <c:pt idx="8002">
                  <c:v>8.185707715681847</c:v>
                </c:pt>
                <c:pt idx="8003">
                  <c:v>8.1839050630312489</c:v>
                </c:pt>
                <c:pt idx="8004">
                  <c:v>8.1836800394201941</c:v>
                </c:pt>
                <c:pt idx="8005">
                  <c:v>8.1815028949205431</c:v>
                </c:pt>
                <c:pt idx="8006">
                  <c:v>8.1787829014905764</c:v>
                </c:pt>
                <c:pt idx="8007">
                  <c:v>8.1769055147209784</c:v>
                </c:pt>
                <c:pt idx="8008">
                  <c:v>8.1778277830246786</c:v>
                </c:pt>
                <c:pt idx="8009">
                  <c:v>8.1811538619471929</c:v>
                </c:pt>
                <c:pt idx="8010">
                  <c:v>8.1846975731942671</c:v>
                </c:pt>
                <c:pt idx="8011">
                  <c:v>8.1850531762000571</c:v>
                </c:pt>
                <c:pt idx="8012">
                  <c:v>8.1848815341025745</c:v>
                </c:pt>
                <c:pt idx="8013">
                  <c:v>8.1863195499527777</c:v>
                </c:pt>
                <c:pt idx="8014">
                  <c:v>8.1876557303001682</c:v>
                </c:pt>
                <c:pt idx="8015">
                  <c:v>8.1875637498460154</c:v>
                </c:pt>
                <c:pt idx="8016">
                  <c:v>8.1873847164620379</c:v>
                </c:pt>
                <c:pt idx="8017">
                  <c:v>8.1878413337165856</c:v>
                </c:pt>
                <c:pt idx="8018">
                  <c:v>8.1885952449390214</c:v>
                </c:pt>
                <c:pt idx="8019">
                  <c:v>8.1845021147291916</c:v>
                </c:pt>
                <c:pt idx="8020">
                  <c:v>8.1804377284112846</c:v>
                </c:pt>
                <c:pt idx="8021">
                  <c:v>8.1789537223340041</c:v>
                </c:pt>
                <c:pt idx="8022">
                  <c:v>8.1772077362131981</c:v>
                </c:pt>
                <c:pt idx="8023">
                  <c:v>8.1779928550897214</c:v>
                </c:pt>
                <c:pt idx="8024">
                  <c:v>8.18034410544902</c:v>
                </c:pt>
                <c:pt idx="8025">
                  <c:v>8.1790440602800469</c:v>
                </c:pt>
                <c:pt idx="8026">
                  <c:v>8.1758378844495549</c:v>
                </c:pt>
                <c:pt idx="8027">
                  <c:v>8.1742717529667797</c:v>
                </c:pt>
                <c:pt idx="8028">
                  <c:v>8.1738373095717165</c:v>
                </c:pt>
                <c:pt idx="8029">
                  <c:v>8.1763602020284978</c:v>
                </c:pt>
                <c:pt idx="8030">
                  <c:v>8.178599761836324</c:v>
                </c:pt>
                <c:pt idx="8031">
                  <c:v>8.1803202890814273</c:v>
                </c:pt>
                <c:pt idx="8032">
                  <c:v>8.1802529462489222</c:v>
                </c:pt>
                <c:pt idx="8033">
                  <c:v>8.1756859524493901</c:v>
                </c:pt>
                <c:pt idx="8034">
                  <c:v>8.1718129183262835</c:v>
                </c:pt>
                <c:pt idx="8035">
                  <c:v>8.1708824374820352</c:v>
                </c:pt>
                <c:pt idx="8036">
                  <c:v>8.1705563996222228</c:v>
                </c:pt>
                <c:pt idx="8037">
                  <c:v>8.1694698805075348</c:v>
                </c:pt>
                <c:pt idx="8038">
                  <c:v>8.1666800804828981</c:v>
                </c:pt>
                <c:pt idx="8039">
                  <c:v>8.1651229827947276</c:v>
                </c:pt>
                <c:pt idx="8040">
                  <c:v>8.1653521126760555</c:v>
                </c:pt>
                <c:pt idx="8041">
                  <c:v>8.1674397404837187</c:v>
                </c:pt>
                <c:pt idx="8042">
                  <c:v>8.1701942265839946</c:v>
                </c:pt>
                <c:pt idx="8043">
                  <c:v>8.1700464008541047</c:v>
                </c:pt>
                <c:pt idx="8044">
                  <c:v>8.1686100275120115</c:v>
                </c:pt>
                <c:pt idx="8045">
                  <c:v>8.1671095963536313</c:v>
                </c:pt>
                <c:pt idx="8046">
                  <c:v>8.1655418223627478</c:v>
                </c:pt>
                <c:pt idx="8047">
                  <c:v>8.1645637087833123</c:v>
                </c:pt>
                <c:pt idx="8048">
                  <c:v>8.1645645300373673</c:v>
                </c:pt>
                <c:pt idx="8049">
                  <c:v>8.1648125487619598</c:v>
                </c:pt>
                <c:pt idx="8050">
                  <c:v>8.1627824087381438</c:v>
                </c:pt>
                <c:pt idx="8051">
                  <c:v>8.1640824539071168</c:v>
                </c:pt>
                <c:pt idx="8052">
                  <c:v>8.1655984888925381</c:v>
                </c:pt>
                <c:pt idx="8053">
                  <c:v>8.1658670389685053</c:v>
                </c:pt>
                <c:pt idx="8054">
                  <c:v>8.1669970845481057</c:v>
                </c:pt>
                <c:pt idx="8055">
                  <c:v>8.1657824498008456</c:v>
                </c:pt>
                <c:pt idx="8056">
                  <c:v>8.1625056461216285</c:v>
                </c:pt>
                <c:pt idx="8057">
                  <c:v>8.1598809181620329</c:v>
                </c:pt>
                <c:pt idx="8058">
                  <c:v>8.1592682626370472</c:v>
                </c:pt>
                <c:pt idx="8059">
                  <c:v>8.1575510204081638</c:v>
                </c:pt>
                <c:pt idx="8060">
                  <c:v>8.1587804377284119</c:v>
                </c:pt>
                <c:pt idx="8061">
                  <c:v>8.1580971543546994</c:v>
                </c:pt>
                <c:pt idx="8062">
                  <c:v>8.154576438221163</c:v>
                </c:pt>
                <c:pt idx="8063">
                  <c:v>8.1550535868270853</c:v>
                </c:pt>
                <c:pt idx="8064">
                  <c:v>8.1571395721266367</c:v>
                </c:pt>
                <c:pt idx="8065">
                  <c:v>8.1607095635034703</c:v>
                </c:pt>
                <c:pt idx="8066">
                  <c:v>8.1653365088490126</c:v>
                </c:pt>
                <c:pt idx="8067">
                  <c:v>8.1637293146634917</c:v>
                </c:pt>
                <c:pt idx="8068">
                  <c:v>8.1603991294707026</c:v>
                </c:pt>
                <c:pt idx="8069">
                  <c:v>8.1583878782901493</c:v>
                </c:pt>
                <c:pt idx="8070">
                  <c:v>8.1558920872171807</c:v>
                </c:pt>
                <c:pt idx="8071">
                  <c:v>8.1506705539358606</c:v>
                </c:pt>
                <c:pt idx="8072">
                  <c:v>8.1471481952942142</c:v>
                </c:pt>
                <c:pt idx="8073">
                  <c:v>8.1490025869502727</c:v>
                </c:pt>
                <c:pt idx="8074">
                  <c:v>8.1506229212006733</c:v>
                </c:pt>
                <c:pt idx="8075">
                  <c:v>8.150433211513981</c:v>
                </c:pt>
                <c:pt idx="8076">
                  <c:v>8.1495249045292155</c:v>
                </c:pt>
                <c:pt idx="8077">
                  <c:v>8.1511378474931213</c:v>
                </c:pt>
                <c:pt idx="8078">
                  <c:v>8.150567897178993</c:v>
                </c:pt>
                <c:pt idx="8079">
                  <c:v>8.1484761631010549</c:v>
                </c:pt>
                <c:pt idx="8080">
                  <c:v>8.1484893031659347</c:v>
                </c:pt>
                <c:pt idx="8081">
                  <c:v>8.1476491602677292</c:v>
                </c:pt>
                <c:pt idx="8082">
                  <c:v>8.1466636554017988</c:v>
                </c:pt>
                <c:pt idx="8083">
                  <c:v>8.1468525438344344</c:v>
                </c:pt>
                <c:pt idx="8084">
                  <c:v>8.1461791155093835</c:v>
                </c:pt>
                <c:pt idx="8085">
                  <c:v>8.1469510943210288</c:v>
                </c:pt>
                <c:pt idx="8086">
                  <c:v>8.1472886297376093</c:v>
                </c:pt>
                <c:pt idx="8087">
                  <c:v>8.150565433416828</c:v>
                </c:pt>
                <c:pt idx="8088">
                  <c:v>8.1505588633843882</c:v>
                </c:pt>
                <c:pt idx="8089">
                  <c:v>8.1495290107994904</c:v>
                </c:pt>
                <c:pt idx="8090">
                  <c:v>8.1508274134603536</c:v>
                </c:pt>
                <c:pt idx="8091">
                  <c:v>8.1471169876401266</c:v>
                </c:pt>
                <c:pt idx="8092">
                  <c:v>8.1421122654293114</c:v>
                </c:pt>
                <c:pt idx="8093">
                  <c:v>8.141354247936599</c:v>
                </c:pt>
                <c:pt idx="8094">
                  <c:v>8.1429491233112969</c:v>
                </c:pt>
                <c:pt idx="8095">
                  <c:v>8.142012893688662</c:v>
                </c:pt>
                <c:pt idx="8096">
                  <c:v>8.138377201987435</c:v>
                </c:pt>
                <c:pt idx="8097">
                  <c:v>8.1360382704389611</c:v>
                </c:pt>
                <c:pt idx="8098">
                  <c:v>8.1353664846220184</c:v>
                </c:pt>
                <c:pt idx="8099">
                  <c:v>8.1368003942019467</c:v>
                </c:pt>
                <c:pt idx="8100">
                  <c:v>8.1359799614010591</c:v>
                </c:pt>
                <c:pt idx="8101">
                  <c:v>8.1369671087750994</c:v>
                </c:pt>
                <c:pt idx="8102">
                  <c:v>8.1378959471112395</c:v>
                </c:pt>
                <c:pt idx="8103">
                  <c:v>8.1380306327762497</c:v>
                </c:pt>
                <c:pt idx="8104">
                  <c:v>8.1391163306368828</c:v>
                </c:pt>
                <c:pt idx="8105">
                  <c:v>8.1371781710672195</c:v>
                </c:pt>
                <c:pt idx="8106">
                  <c:v>8.1351923787623708</c:v>
                </c:pt>
                <c:pt idx="8107">
                  <c:v>8.1336804500472226</c:v>
                </c:pt>
                <c:pt idx="8108">
                  <c:v>8.1330653307600702</c:v>
                </c:pt>
                <c:pt idx="8109">
                  <c:v>8.1346626698969331</c:v>
                </c:pt>
                <c:pt idx="8110">
                  <c:v>8.1332279390629498</c:v>
                </c:pt>
                <c:pt idx="8111">
                  <c:v>8.1303913275571791</c:v>
                </c:pt>
                <c:pt idx="8112">
                  <c:v>8.1296135999671506</c:v>
                </c:pt>
                <c:pt idx="8113">
                  <c:v>8.1308044183468162</c:v>
                </c:pt>
                <c:pt idx="8114">
                  <c:v>8.1305785734817064</c:v>
                </c:pt>
                <c:pt idx="8115">
                  <c:v>8.1303174146922359</c:v>
                </c:pt>
                <c:pt idx="8116">
                  <c:v>8.1334201125118053</c:v>
                </c:pt>
                <c:pt idx="8117">
                  <c:v>8.1345550856157356</c:v>
                </c:pt>
                <c:pt idx="8118">
                  <c:v>8.1334923828686403</c:v>
                </c:pt>
                <c:pt idx="8119">
                  <c:v>8.1325167330513697</c:v>
                </c:pt>
                <c:pt idx="8120">
                  <c:v>8.1320707920995368</c:v>
                </c:pt>
                <c:pt idx="8121">
                  <c:v>8.1318145608343944</c:v>
                </c:pt>
                <c:pt idx="8122">
                  <c:v>8.1322818543916569</c:v>
                </c:pt>
                <c:pt idx="8123">
                  <c:v>8.1325339793865226</c:v>
                </c:pt>
                <c:pt idx="8124">
                  <c:v>8.1321249948671621</c:v>
                </c:pt>
                <c:pt idx="8125">
                  <c:v>8.1301950478380487</c:v>
                </c:pt>
                <c:pt idx="8126">
                  <c:v>8.1306606988872012</c:v>
                </c:pt>
                <c:pt idx="8127">
                  <c:v>8.131113209871474</c:v>
                </c:pt>
                <c:pt idx="8128">
                  <c:v>8.129809879686281</c:v>
                </c:pt>
                <c:pt idx="8129">
                  <c:v>8.1275555373054651</c:v>
                </c:pt>
                <c:pt idx="8130">
                  <c:v>8.1247558822321686</c:v>
                </c:pt>
                <c:pt idx="8131">
                  <c:v>8.1231831807169552</c:v>
                </c:pt>
                <c:pt idx="8132">
                  <c:v>8.1217279185315974</c:v>
                </c:pt>
                <c:pt idx="8133">
                  <c:v>8.1207432349197219</c:v>
                </c:pt>
                <c:pt idx="8134">
                  <c:v>8.1192986490370789</c:v>
                </c:pt>
                <c:pt idx="8135">
                  <c:v>8.1186687471769385</c:v>
                </c:pt>
                <c:pt idx="8136">
                  <c:v>8.1175723730135925</c:v>
                </c:pt>
                <c:pt idx="8137">
                  <c:v>8.1155635855952042</c:v>
                </c:pt>
                <c:pt idx="8138">
                  <c:v>8.1158116043197968</c:v>
                </c:pt>
                <c:pt idx="8139">
                  <c:v>8.1157541165359497</c:v>
                </c:pt>
                <c:pt idx="8140">
                  <c:v>8.1142577916478462</c:v>
                </c:pt>
                <c:pt idx="8141">
                  <c:v>8.1117373629532299</c:v>
                </c:pt>
                <c:pt idx="8142">
                  <c:v>8.1099757730053792</c:v>
                </c:pt>
                <c:pt idx="8143">
                  <c:v>8.1092777070586788</c:v>
                </c:pt>
                <c:pt idx="8144">
                  <c:v>8.1108676549090468</c:v>
                </c:pt>
                <c:pt idx="8145">
                  <c:v>8.1122843181538205</c:v>
                </c:pt>
                <c:pt idx="8146">
                  <c:v>8.1125159117973151</c:v>
                </c:pt>
                <c:pt idx="8147">
                  <c:v>8.1121167823266127</c:v>
                </c:pt>
                <c:pt idx="8148">
                  <c:v>8.1113316634500876</c:v>
                </c:pt>
                <c:pt idx="8149">
                  <c:v>8.1117973144992401</c:v>
                </c:pt>
                <c:pt idx="8150">
                  <c:v>8.1093031659343815</c:v>
                </c:pt>
                <c:pt idx="8151">
                  <c:v>8.1061651541904496</c:v>
                </c:pt>
                <c:pt idx="8152">
                  <c:v>8.1064681969367225</c:v>
                </c:pt>
                <c:pt idx="8153">
                  <c:v>8.1064369892826349</c:v>
                </c:pt>
                <c:pt idx="8154">
                  <c:v>8.107376503921488</c:v>
                </c:pt>
                <c:pt idx="8155">
                  <c:v>8.1091553402044916</c:v>
                </c:pt>
                <c:pt idx="8156">
                  <c:v>8.1118079908019549</c:v>
                </c:pt>
                <c:pt idx="8157">
                  <c:v>8.1112577505851426</c:v>
                </c:pt>
                <c:pt idx="8158">
                  <c:v>8.1102615694164992</c:v>
                </c:pt>
                <c:pt idx="8159">
                  <c:v>8.1079201741058604</c:v>
                </c:pt>
                <c:pt idx="8160">
                  <c:v>8.1039880096907986</c:v>
                </c:pt>
                <c:pt idx="8161">
                  <c:v>8.0998020777727593</c:v>
                </c:pt>
                <c:pt idx="8162">
                  <c:v>8.0992124173613114</c:v>
                </c:pt>
                <c:pt idx="8163">
                  <c:v>8.1005338151357122</c:v>
                </c:pt>
                <c:pt idx="8164">
                  <c:v>8.1006381144006898</c:v>
                </c:pt>
                <c:pt idx="8165">
                  <c:v>8.1008007227035677</c:v>
                </c:pt>
                <c:pt idx="8166">
                  <c:v>8.10156366772061</c:v>
                </c:pt>
                <c:pt idx="8167">
                  <c:v>8.1027832299921982</c:v>
                </c:pt>
                <c:pt idx="8168">
                  <c:v>8.1036356917012284</c:v>
                </c:pt>
                <c:pt idx="8169">
                  <c:v>8.1051024514433543</c:v>
                </c:pt>
                <c:pt idx="8170">
                  <c:v>8.1034287356793833</c:v>
                </c:pt>
                <c:pt idx="8171">
                  <c:v>8.1002077772758998</c:v>
                </c:pt>
                <c:pt idx="8172">
                  <c:v>8.0979944975978313</c:v>
                </c:pt>
                <c:pt idx="8173">
                  <c:v>8.0958526670225428</c:v>
                </c:pt>
                <c:pt idx="8174">
                  <c:v>8.0965646942881779</c:v>
                </c:pt>
                <c:pt idx="8175">
                  <c:v>8.0969613599967154</c:v>
                </c:pt>
                <c:pt idx="8176">
                  <c:v>8.0965408779205852</c:v>
                </c:pt>
                <c:pt idx="8177">
                  <c:v>8.0967946454235626</c:v>
                </c:pt>
                <c:pt idx="8178">
                  <c:v>8.0985644479119614</c:v>
                </c:pt>
                <c:pt idx="8179">
                  <c:v>8.0965909744179356</c:v>
                </c:pt>
                <c:pt idx="8180">
                  <c:v>8.0921118548022832</c:v>
                </c:pt>
                <c:pt idx="8181">
                  <c:v>8.0917012277748128</c:v>
                </c:pt>
                <c:pt idx="8182">
                  <c:v>8.0942857142857143</c:v>
                </c:pt>
                <c:pt idx="8183">
                  <c:v>8.0963068205149256</c:v>
                </c:pt>
                <c:pt idx="8184">
                  <c:v>8.0958460969901047</c:v>
                </c:pt>
                <c:pt idx="8185">
                  <c:v>8.093008664230279</c:v>
                </c:pt>
                <c:pt idx="8186">
                  <c:v>8.0892489631667548</c:v>
                </c:pt>
                <c:pt idx="8187">
                  <c:v>8.0883833613928466</c:v>
                </c:pt>
                <c:pt idx="8188">
                  <c:v>8.0906606988872003</c:v>
                </c:pt>
                <c:pt idx="8189">
                  <c:v>8.0920256231265135</c:v>
                </c:pt>
                <c:pt idx="8190">
                  <c:v>8.092134849915821</c:v>
                </c:pt>
                <c:pt idx="8191">
                  <c:v>8.0906385250277175</c:v>
                </c:pt>
                <c:pt idx="8192">
                  <c:v>8.0875711411325089</c:v>
                </c:pt>
                <c:pt idx="8193">
                  <c:v>8.0858818215414932</c:v>
                </c:pt>
                <c:pt idx="8194">
                  <c:v>8.0835847739498217</c:v>
                </c:pt>
                <c:pt idx="8195">
                  <c:v>8.0819866135589038</c:v>
                </c:pt>
                <c:pt idx="8196">
                  <c:v>8.0846294091077073</c:v>
                </c:pt>
                <c:pt idx="8197">
                  <c:v>8.0848692152917501</c:v>
                </c:pt>
                <c:pt idx="8198">
                  <c:v>8.083270233646779</c:v>
                </c:pt>
                <c:pt idx="8199">
                  <c:v>8.0794713587648346</c:v>
                </c:pt>
                <c:pt idx="8200">
                  <c:v>8.0788198579230492</c:v>
                </c:pt>
                <c:pt idx="8201">
                  <c:v>8.0810351086108483</c:v>
                </c:pt>
                <c:pt idx="8202">
                  <c:v>8.0807348581283627</c:v>
                </c:pt>
                <c:pt idx="8203">
                  <c:v>8.081006693220548</c:v>
                </c:pt>
                <c:pt idx="8204">
                  <c:v>8.0794625713464452</c:v>
                </c:pt>
                <c:pt idx="8205">
                  <c:v>8.0791564078347644</c:v>
                </c:pt>
                <c:pt idx="8206">
                  <c:v>8.0818247443846758</c:v>
                </c:pt>
                <c:pt idx="8207">
                  <c:v>8.0849891183837723</c:v>
                </c:pt>
                <c:pt idx="8208">
                  <c:v>8.0857282470332201</c:v>
                </c:pt>
                <c:pt idx="8209">
                  <c:v>8.0842680573235324</c:v>
                </c:pt>
                <c:pt idx="8210">
                  <c:v>8.0823635691701234</c:v>
                </c:pt>
                <c:pt idx="8211">
                  <c:v>8.0804104627766602</c:v>
                </c:pt>
                <c:pt idx="8212">
                  <c:v>8.0778617829425539</c:v>
                </c:pt>
                <c:pt idx="8213">
                  <c:v>8.0762223134726732</c:v>
                </c:pt>
                <c:pt idx="8214">
                  <c:v>8.076146593848808</c:v>
                </c:pt>
                <c:pt idx="8215">
                  <c:v>8.0803737527204049</c:v>
                </c:pt>
                <c:pt idx="8216">
                  <c:v>8.0834098468361191</c:v>
                </c:pt>
                <c:pt idx="8217">
                  <c:v>8.0827397035272863</c:v>
                </c:pt>
                <c:pt idx="8218">
                  <c:v>8.0812235864164581</c:v>
                </c:pt>
                <c:pt idx="8219">
                  <c:v>8.0787179402948297</c:v>
                </c:pt>
                <c:pt idx="8220">
                  <c:v>8.0740954297211847</c:v>
                </c:pt>
                <c:pt idx="8221">
                  <c:v>8.0709547078388706</c:v>
                </c:pt>
                <c:pt idx="8222">
                  <c:v>8.069858497926333</c:v>
                </c:pt>
                <c:pt idx="8223">
                  <c:v>8.0707723894386731</c:v>
                </c:pt>
                <c:pt idx="8224">
                  <c:v>8.0712647312446109</c:v>
                </c:pt>
                <c:pt idx="8225">
                  <c:v>8.0741278692563547</c:v>
                </c:pt>
                <c:pt idx="8226">
                  <c:v>8.0761851927893886</c:v>
                </c:pt>
                <c:pt idx="8227">
                  <c:v>8.0759079374204408</c:v>
                </c:pt>
                <c:pt idx="8228">
                  <c:v>8.0730690264033171</c:v>
                </c:pt>
                <c:pt idx="8229">
                  <c:v>8.071648503264484</c:v>
                </c:pt>
                <c:pt idx="8230">
                  <c:v>8.0728568143555215</c:v>
                </c:pt>
                <c:pt idx="8231">
                  <c:v>8.0715240832751611</c:v>
                </c:pt>
                <c:pt idx="8232">
                  <c:v>8.069459861208065</c:v>
                </c:pt>
                <c:pt idx="8233">
                  <c:v>8.066903050958814</c:v>
                </c:pt>
                <c:pt idx="8234">
                  <c:v>8.0647792058473282</c:v>
                </c:pt>
                <c:pt idx="8235">
                  <c:v>8.0656260009033787</c:v>
                </c:pt>
                <c:pt idx="8236">
                  <c:v>8.067005214963249</c:v>
                </c:pt>
                <c:pt idx="8237">
                  <c:v>8.0679918695848567</c:v>
                </c:pt>
                <c:pt idx="8238">
                  <c:v>8.0676976963823765</c:v>
                </c:pt>
                <c:pt idx="8239">
                  <c:v>8.0658619471933637</c:v>
                </c:pt>
                <c:pt idx="8240">
                  <c:v>8.0691160021352601</c:v>
                </c:pt>
                <c:pt idx="8241">
                  <c:v>8.0739076910442247</c:v>
                </c:pt>
                <c:pt idx="8242">
                  <c:v>8.0742295405083571</c:v>
                </c:pt>
                <c:pt idx="8243">
                  <c:v>8.0727580174927116</c:v>
                </c:pt>
                <c:pt idx="8244">
                  <c:v>8.0704698394448329</c:v>
                </c:pt>
                <c:pt idx="8245">
                  <c:v>8.0680854925471195</c:v>
                </c:pt>
                <c:pt idx="8246">
                  <c:v>8.0673124461052019</c:v>
                </c:pt>
                <c:pt idx="8247">
                  <c:v>8.0707670512873158</c:v>
                </c:pt>
                <c:pt idx="8248">
                  <c:v>8.07402915451895</c:v>
                </c:pt>
                <c:pt idx="8249">
                  <c:v>8.0719680532172635</c:v>
                </c:pt>
                <c:pt idx="8250">
                  <c:v>8.0681111977990394</c:v>
                </c:pt>
                <c:pt idx="8251">
                  <c:v>8.0659290436496534</c:v>
                </c:pt>
                <c:pt idx="8252">
                  <c:v>8.0650985915492956</c:v>
                </c:pt>
                <c:pt idx="8253">
                  <c:v>8.0662976224695111</c:v>
                </c:pt>
                <c:pt idx="8254">
                  <c:v>8.0668997659425941</c:v>
                </c:pt>
                <c:pt idx="8255">
                  <c:v>8.0664453660739959</c:v>
                </c:pt>
                <c:pt idx="8256">
                  <c:v>8.0667672155381265</c:v>
                </c:pt>
                <c:pt idx="8257">
                  <c:v>8.0680659467006119</c:v>
                </c:pt>
                <c:pt idx="8258">
                  <c:v>8.0697341600624153</c:v>
                </c:pt>
                <c:pt idx="8259">
                  <c:v>8.0695224407670505</c:v>
                </c:pt>
                <c:pt idx="8260">
                  <c:v>8.0664534143637336</c:v>
                </c:pt>
                <c:pt idx="8261">
                  <c:v>8.0671351373547413</c:v>
                </c:pt>
                <c:pt idx="8262">
                  <c:v>8.0700352317989577</c:v>
                </c:pt>
                <c:pt idx="8263">
                  <c:v>8.071321315648996</c:v>
                </c:pt>
                <c:pt idx="8264">
                  <c:v>8.0734208516404546</c:v>
                </c:pt>
                <c:pt idx="8265">
                  <c:v>8.0744962838254022</c:v>
                </c:pt>
                <c:pt idx="8266">
                  <c:v>8.0711927893893982</c:v>
                </c:pt>
                <c:pt idx="8267">
                  <c:v>8.0680494394941071</c:v>
                </c:pt>
                <c:pt idx="8268">
                  <c:v>8.0682318400197097</c:v>
                </c:pt>
                <c:pt idx="8269">
                  <c:v>8.0670714080400767</c:v>
                </c:pt>
                <c:pt idx="8270">
                  <c:v>8.0659393914507458</c:v>
                </c:pt>
                <c:pt idx="8271">
                  <c:v>8.0647695150494805</c:v>
                </c:pt>
                <c:pt idx="8272">
                  <c:v>8.064328008869543</c:v>
                </c:pt>
                <c:pt idx="8273">
                  <c:v>8.0636047304233571</c:v>
                </c:pt>
                <c:pt idx="8274">
                  <c:v>8.0639756908799729</c:v>
                </c:pt>
                <c:pt idx="8275">
                  <c:v>8.0646781915985706</c:v>
                </c:pt>
                <c:pt idx="8276">
                  <c:v>8.0646182400525603</c:v>
                </c:pt>
                <c:pt idx="8277">
                  <c:v>8.0627976840635647</c:v>
                </c:pt>
                <c:pt idx="8278">
                  <c:v>8.0608214183057534</c:v>
                </c:pt>
                <c:pt idx="8279">
                  <c:v>8.0601867531720934</c:v>
                </c:pt>
                <c:pt idx="8280">
                  <c:v>8.0607166262883432</c:v>
                </c:pt>
                <c:pt idx="8281">
                  <c:v>8.0635907691044224</c:v>
                </c:pt>
                <c:pt idx="8282">
                  <c:v>8.0686022255984895</c:v>
                </c:pt>
                <c:pt idx="8283">
                  <c:v>8.0702297047591678</c:v>
                </c:pt>
                <c:pt idx="8284">
                  <c:v>8.0708267564571106</c:v>
                </c:pt>
                <c:pt idx="8285">
                  <c:v>8.0709189832874806</c:v>
                </c:pt>
                <c:pt idx="8286">
                  <c:v>8.0700496037449181</c:v>
                </c:pt>
                <c:pt idx="8287">
                  <c:v>8.06883677575658</c:v>
                </c:pt>
                <c:pt idx="8288">
                  <c:v>8.0676700201207243</c:v>
                </c:pt>
                <c:pt idx="8289">
                  <c:v>8.066452100357246</c:v>
                </c:pt>
                <c:pt idx="8290">
                  <c:v>8.0663422165646939</c:v>
                </c:pt>
                <c:pt idx="8291">
                  <c:v>8.0626859935120923</c:v>
                </c:pt>
                <c:pt idx="8292">
                  <c:v>8.0599852174270108</c:v>
                </c:pt>
                <c:pt idx="8293">
                  <c:v>8.0601295117644636</c:v>
                </c:pt>
                <c:pt idx="8294">
                  <c:v>8.0598006816408656</c:v>
                </c:pt>
                <c:pt idx="8295">
                  <c:v>8.0596907978483152</c:v>
                </c:pt>
                <c:pt idx="8296">
                  <c:v>8.0594043444339505</c:v>
                </c:pt>
                <c:pt idx="8297">
                  <c:v>8.0586912495380449</c:v>
                </c:pt>
                <c:pt idx="8298">
                  <c:v>8.0614340738307391</c:v>
                </c:pt>
                <c:pt idx="8299">
                  <c:v>8.0639140147004476</c:v>
                </c:pt>
                <c:pt idx="8300">
                  <c:v>8.0622637868024469</c:v>
                </c:pt>
                <c:pt idx="8301">
                  <c:v>8.0607810947316558</c:v>
                </c:pt>
                <c:pt idx="8302">
                  <c:v>8.0617060731737364</c:v>
                </c:pt>
                <c:pt idx="8303">
                  <c:v>8.0655111895864984</c:v>
                </c:pt>
                <c:pt idx="8304">
                  <c:v>8.0664984190859439</c:v>
                </c:pt>
                <c:pt idx="8305">
                  <c:v>8.0663121586662836</c:v>
                </c:pt>
                <c:pt idx="8306">
                  <c:v>8.0656325709358185</c:v>
                </c:pt>
                <c:pt idx="8307">
                  <c:v>8.0646360612655528</c:v>
                </c:pt>
                <c:pt idx="8308">
                  <c:v>8.0643344146511726</c:v>
                </c:pt>
                <c:pt idx="8309">
                  <c:v>8.0611311953352764</c:v>
                </c:pt>
                <c:pt idx="8310">
                  <c:v>8.0582366854186347</c:v>
                </c:pt>
                <c:pt idx="8311">
                  <c:v>8.0595118465897428</c:v>
                </c:pt>
                <c:pt idx="8312">
                  <c:v>8.0604479940869709</c:v>
                </c:pt>
                <c:pt idx="8313">
                  <c:v>8.0648112347554708</c:v>
                </c:pt>
                <c:pt idx="8314">
                  <c:v>8.068542684679505</c:v>
                </c:pt>
                <c:pt idx="8315">
                  <c:v>8.0683944483225893</c:v>
                </c:pt>
                <c:pt idx="8316">
                  <c:v>8.0684782162361923</c:v>
                </c:pt>
                <c:pt idx="8317">
                  <c:v>8.0687332156202523</c:v>
                </c:pt>
                <c:pt idx="8318">
                  <c:v>8.0711198620293185</c:v>
                </c:pt>
                <c:pt idx="8319">
                  <c:v>8.0739601691783349</c:v>
                </c:pt>
                <c:pt idx="8320">
                  <c:v>8.0772253931753788</c:v>
                </c:pt>
                <c:pt idx="8321">
                  <c:v>8.0773935860058312</c:v>
                </c:pt>
                <c:pt idx="8322">
                  <c:v>8.0746046893606529</c:v>
                </c:pt>
                <c:pt idx="8323">
                  <c:v>8.0716946577423734</c:v>
                </c:pt>
                <c:pt idx="8324">
                  <c:v>8.0704945591918857</c:v>
                </c:pt>
                <c:pt idx="8325">
                  <c:v>8.0719904734529635</c:v>
                </c:pt>
                <c:pt idx="8326">
                  <c:v>8.0727825729889542</c:v>
                </c:pt>
                <c:pt idx="8327">
                  <c:v>8.0731368619882566</c:v>
                </c:pt>
                <c:pt idx="8328">
                  <c:v>8.0740767872541372</c:v>
                </c:pt>
                <c:pt idx="8329">
                  <c:v>8.0738957828604274</c:v>
                </c:pt>
                <c:pt idx="8330">
                  <c:v>8.0733745329117568</c:v>
                </c:pt>
                <c:pt idx="8331">
                  <c:v>8.0741585841580097</c:v>
                </c:pt>
                <c:pt idx="8332">
                  <c:v>8.0739365991869576</c:v>
                </c:pt>
                <c:pt idx="8333">
                  <c:v>8.0729515049480565</c:v>
                </c:pt>
                <c:pt idx="8334">
                  <c:v>8.0747140804007724</c:v>
                </c:pt>
                <c:pt idx="8335">
                  <c:v>8.0743568348868724</c:v>
                </c:pt>
                <c:pt idx="8336">
                  <c:v>8.072397815464214</c:v>
                </c:pt>
                <c:pt idx="8337">
                  <c:v>8.0713416827495585</c:v>
                </c:pt>
                <c:pt idx="8338">
                  <c:v>8.072362090912824</c:v>
                </c:pt>
                <c:pt idx="8339">
                  <c:v>8.0719422658399385</c:v>
                </c:pt>
                <c:pt idx="8340">
                  <c:v>8.06986859935121</c:v>
                </c:pt>
                <c:pt idx="8341">
                  <c:v>8.0696575370590899</c:v>
                </c:pt>
                <c:pt idx="8342">
                  <c:v>8.0710273066973262</c:v>
                </c:pt>
                <c:pt idx="8343">
                  <c:v>8.0702147579353678</c:v>
                </c:pt>
                <c:pt idx="8344">
                  <c:v>8.0703826222641979</c:v>
                </c:pt>
                <c:pt idx="8345">
                  <c:v>8.0729125775058517</c:v>
                </c:pt>
                <c:pt idx="8346">
                  <c:v>8.0764768201042987</c:v>
                </c:pt>
                <c:pt idx="8347">
                  <c:v>8.0788612491274172</c:v>
                </c:pt>
                <c:pt idx="8348">
                  <c:v>8.0771439247731287</c:v>
                </c:pt>
                <c:pt idx="8349">
                  <c:v>8.0742522892456776</c:v>
                </c:pt>
                <c:pt idx="8350">
                  <c:v>8.0720809756498166</c:v>
                </c:pt>
                <c:pt idx="8351">
                  <c:v>8.0692185767667226</c:v>
                </c:pt>
                <c:pt idx="8352">
                  <c:v>8.0669259639469466</c:v>
                </c:pt>
                <c:pt idx="8353">
                  <c:v>8.068007801913522</c:v>
                </c:pt>
                <c:pt idx="8354">
                  <c:v>8.0701733667309981</c:v>
                </c:pt>
                <c:pt idx="8355">
                  <c:v>8.0720395023200435</c:v>
                </c:pt>
                <c:pt idx="8356">
                  <c:v>8.0715448610027511</c:v>
                </c:pt>
                <c:pt idx="8357">
                  <c:v>8.070601897096866</c:v>
                </c:pt>
                <c:pt idx="8358">
                  <c:v>8.0717806430419259</c:v>
                </c:pt>
                <c:pt idx="8359">
                  <c:v>8.0721790333839767</c:v>
                </c:pt>
                <c:pt idx="8360">
                  <c:v>8.0740792510163022</c:v>
                </c:pt>
                <c:pt idx="8361">
                  <c:v>8.0785559068697896</c:v>
                </c:pt>
                <c:pt idx="8362">
                  <c:v>8.0774980495216191</c:v>
                </c:pt>
                <c:pt idx="8363">
                  <c:v>8.072775017451649</c:v>
                </c:pt>
                <c:pt idx="8364">
                  <c:v>8.0709832874799812</c:v>
                </c:pt>
                <c:pt idx="8365">
                  <c:v>8.0713079292079009</c:v>
                </c:pt>
                <c:pt idx="8366">
                  <c:v>8.0730297704594918</c:v>
                </c:pt>
                <c:pt idx="8367">
                  <c:v>8.0767360900094438</c:v>
                </c:pt>
                <c:pt idx="8368">
                  <c:v>8.0801512749969202</c:v>
                </c:pt>
                <c:pt idx="8369">
                  <c:v>8.0843994579723244</c:v>
                </c:pt>
                <c:pt idx="8370">
                  <c:v>8.0881649078142317</c:v>
                </c:pt>
                <c:pt idx="8371">
                  <c:v>8.088927031577219</c:v>
                </c:pt>
                <c:pt idx="8372">
                  <c:v>8.0856420153574504</c:v>
                </c:pt>
                <c:pt idx="8373">
                  <c:v>8.0858571839198454</c:v>
                </c:pt>
                <c:pt idx="8374">
                  <c:v>8.0870709974130506</c:v>
                </c:pt>
                <c:pt idx="8375">
                  <c:v>8.0867424957910732</c:v>
                </c:pt>
                <c:pt idx="8376">
                  <c:v>8.0849365581242552</c:v>
                </c:pt>
                <c:pt idx="8377">
                  <c:v>8.0843395064263124</c:v>
                </c:pt>
                <c:pt idx="8378">
                  <c:v>8.0864846220178208</c:v>
                </c:pt>
                <c:pt idx="8379">
                  <c:v>8.0874446680080485</c:v>
                </c:pt>
                <c:pt idx="8380">
                  <c:v>8.0866340902558207</c:v>
                </c:pt>
                <c:pt idx="8381">
                  <c:v>8.0858522563955155</c:v>
                </c:pt>
                <c:pt idx="8382">
                  <c:v>8.0839009567609743</c:v>
                </c:pt>
                <c:pt idx="8383">
                  <c:v>8.0822839075267936</c:v>
                </c:pt>
                <c:pt idx="8384">
                  <c:v>8.0837169958526669</c:v>
                </c:pt>
                <c:pt idx="8385">
                  <c:v>8.0842064632694122</c:v>
                </c:pt>
                <c:pt idx="8386">
                  <c:v>8.0839067055393592</c:v>
                </c:pt>
                <c:pt idx="8387">
                  <c:v>8.0846975731942674</c:v>
                </c:pt>
                <c:pt idx="8388">
                  <c:v>8.0857947686116702</c:v>
                </c:pt>
                <c:pt idx="8389">
                  <c:v>8.0859655894550979</c:v>
                </c:pt>
                <c:pt idx="8390">
                  <c:v>8.0849234180593772</c:v>
                </c:pt>
                <c:pt idx="8391">
                  <c:v>8.0860912413255033</c:v>
                </c:pt>
                <c:pt idx="8392">
                  <c:v>8.0891249538044594</c:v>
                </c:pt>
                <c:pt idx="8393">
                  <c:v>8.0912815669527376</c:v>
                </c:pt>
                <c:pt idx="8394">
                  <c:v>8.0915550445530329</c:v>
                </c:pt>
                <c:pt idx="8395">
                  <c:v>8.0917833531803058</c:v>
                </c:pt>
                <c:pt idx="8396">
                  <c:v>8.0924633515377984</c:v>
                </c:pt>
                <c:pt idx="8397">
                  <c:v>8.0920683283373709</c:v>
                </c:pt>
                <c:pt idx="8398">
                  <c:v>8.0902722457192127</c:v>
                </c:pt>
                <c:pt idx="8399">
                  <c:v>8.0893762575452719</c:v>
                </c:pt>
                <c:pt idx="8400">
                  <c:v>8.0910425820227481</c:v>
                </c:pt>
                <c:pt idx="8401">
                  <c:v>8.0934094362090914</c:v>
                </c:pt>
                <c:pt idx="8402">
                  <c:v>8.092935572619389</c:v>
                </c:pt>
                <c:pt idx="8403">
                  <c:v>8.0906968340656178</c:v>
                </c:pt>
                <c:pt idx="8404">
                  <c:v>8.0895643247238525</c:v>
                </c:pt>
                <c:pt idx="8405">
                  <c:v>8.0888399786473943</c:v>
                </c:pt>
                <c:pt idx="8406">
                  <c:v>8.0866538003531385</c:v>
                </c:pt>
                <c:pt idx="8407">
                  <c:v>8.0859187779739656</c:v>
                </c:pt>
                <c:pt idx="8408">
                  <c:v>8.0854654457356379</c:v>
                </c:pt>
                <c:pt idx="8409">
                  <c:v>8.0866488728288104</c:v>
                </c:pt>
                <c:pt idx="8410">
                  <c:v>8.09017369523262</c:v>
                </c:pt>
                <c:pt idx="8411">
                  <c:v>8.0899018601404347</c:v>
                </c:pt>
                <c:pt idx="8412">
                  <c:v>8.0879004640085412</c:v>
                </c:pt>
                <c:pt idx="8413">
                  <c:v>8.0895019094156773</c:v>
                </c:pt>
                <c:pt idx="8414">
                  <c:v>8.0909793454605179</c:v>
                </c:pt>
                <c:pt idx="8415">
                  <c:v>8.0903133084219601</c:v>
                </c:pt>
                <c:pt idx="8416">
                  <c:v>8.0911411325093425</c:v>
                </c:pt>
                <c:pt idx="8417">
                  <c:v>8.0925150905432588</c:v>
                </c:pt>
                <c:pt idx="8418">
                  <c:v>8.093210692727796</c:v>
                </c:pt>
                <c:pt idx="8419">
                  <c:v>8.0918235946289983</c:v>
                </c:pt>
                <c:pt idx="8420">
                  <c:v>8.0882141830575289</c:v>
                </c:pt>
                <c:pt idx="8421">
                  <c:v>8.0859754445037577</c:v>
                </c:pt>
                <c:pt idx="8422">
                  <c:v>8.0870430747751811</c:v>
                </c:pt>
                <c:pt idx="8423">
                  <c:v>8.0924436414404788</c:v>
                </c:pt>
                <c:pt idx="8424">
                  <c:v>8.0957007350223797</c:v>
                </c:pt>
                <c:pt idx="8425">
                  <c:v>8.0942372602964721</c:v>
                </c:pt>
                <c:pt idx="8426">
                  <c:v>8.0927245103272689</c:v>
                </c:pt>
                <c:pt idx="8427">
                  <c:v>8.0926144622839082</c:v>
                </c:pt>
                <c:pt idx="8428">
                  <c:v>8.092854268467951</c:v>
                </c:pt>
                <c:pt idx="8429">
                  <c:v>8.0955217016384022</c:v>
                </c:pt>
                <c:pt idx="8430">
                  <c:v>8.0997388412105291</c:v>
                </c:pt>
                <c:pt idx="8431">
                  <c:v>8.1001798546380321</c:v>
                </c:pt>
                <c:pt idx="8432">
                  <c:v>8.0953796246868972</c:v>
                </c:pt>
                <c:pt idx="8433">
                  <c:v>8.0904315690058723</c:v>
                </c:pt>
                <c:pt idx="8434">
                  <c:v>8.0899733092432147</c:v>
                </c:pt>
                <c:pt idx="8435">
                  <c:v>8.0905785734817073</c:v>
                </c:pt>
                <c:pt idx="8436">
                  <c:v>8.0907502155791899</c:v>
                </c:pt>
                <c:pt idx="8437">
                  <c:v>8.0892842770911173</c:v>
                </c:pt>
                <c:pt idx="8438">
                  <c:v>8.089588141091447</c:v>
                </c:pt>
                <c:pt idx="8439">
                  <c:v>8.0905563996222227</c:v>
                </c:pt>
                <c:pt idx="8440">
                  <c:v>8.0910737896768357</c:v>
                </c:pt>
                <c:pt idx="8441">
                  <c:v>8.0919278938939758</c:v>
                </c:pt>
                <c:pt idx="8442">
                  <c:v>8.0912019053094077</c:v>
                </c:pt>
                <c:pt idx="8443">
                  <c:v>8.0885385784092314</c:v>
                </c:pt>
                <c:pt idx="8444">
                  <c:v>8.0867014330883258</c:v>
                </c:pt>
                <c:pt idx="8445">
                  <c:v>8.0854293105572204</c:v>
                </c:pt>
                <c:pt idx="8446">
                  <c:v>8.084788732394367</c:v>
                </c:pt>
                <c:pt idx="8447">
                  <c:v>8.0854293105572204</c:v>
                </c:pt>
                <c:pt idx="8448">
                  <c:v>8.0880729273600789</c:v>
                </c:pt>
                <c:pt idx="8449">
                  <c:v>8.0908955775469149</c:v>
                </c:pt>
                <c:pt idx="8450">
                  <c:v>8.0910795384552205</c:v>
                </c:pt>
                <c:pt idx="8451">
                  <c:v>8.0901663039461251</c:v>
                </c:pt>
                <c:pt idx="8452">
                  <c:v>8.0900324395351699</c:v>
                </c:pt>
                <c:pt idx="8453">
                  <c:v>8.0894123927236894</c:v>
                </c:pt>
                <c:pt idx="8454">
                  <c:v>8.0866308052396008</c:v>
                </c:pt>
                <c:pt idx="8455">
                  <c:v>8.0852363158543099</c:v>
                </c:pt>
                <c:pt idx="8456">
                  <c:v>8.0851517266866502</c:v>
                </c:pt>
                <c:pt idx="8457">
                  <c:v>8.085660904200715</c:v>
                </c:pt>
                <c:pt idx="8458">
                  <c:v>8.0871580503428735</c:v>
                </c:pt>
                <c:pt idx="8459">
                  <c:v>8.0873231224079163</c:v>
                </c:pt>
                <c:pt idx="8460">
                  <c:v>8.0881829754034413</c:v>
                </c:pt>
                <c:pt idx="8461">
                  <c:v>8.0887792058473291</c:v>
                </c:pt>
                <c:pt idx="8462">
                  <c:v>8.0882667433170443</c:v>
                </c:pt>
                <c:pt idx="8463">
                  <c:v>8.0893959676425897</c:v>
                </c:pt>
                <c:pt idx="8464">
                  <c:v>8.0894920543670192</c:v>
                </c:pt>
                <c:pt idx="8465">
                  <c:v>8.0884613805280665</c:v>
                </c:pt>
                <c:pt idx="8466">
                  <c:v>8.0873058760727634</c:v>
                </c:pt>
                <c:pt idx="8467">
                  <c:v>8.0869133166345009</c:v>
                </c:pt>
                <c:pt idx="8468">
                  <c:v>8.0864698394448329</c:v>
                </c:pt>
                <c:pt idx="8469">
                  <c:v>8.0868303699749511</c:v>
                </c:pt>
                <c:pt idx="8470">
                  <c:v>8.0864870857799858</c:v>
                </c:pt>
                <c:pt idx="8471">
                  <c:v>8.0843854966533897</c:v>
                </c:pt>
                <c:pt idx="8472">
                  <c:v>8.0837999425122167</c:v>
                </c:pt>
                <c:pt idx="8473">
                  <c:v>8.082840717776044</c:v>
                </c:pt>
                <c:pt idx="8474">
                  <c:v>8.0831872869872292</c:v>
                </c:pt>
                <c:pt idx="8475">
                  <c:v>8.0851911468812876</c:v>
                </c:pt>
                <c:pt idx="8476">
                  <c:v>8.0875136533486636</c:v>
                </c:pt>
                <c:pt idx="8477">
                  <c:v>8.0869552005913032</c:v>
                </c:pt>
                <c:pt idx="8478">
                  <c:v>8.0835897014741516</c:v>
                </c:pt>
                <c:pt idx="8479">
                  <c:v>8.0828078676138464</c:v>
                </c:pt>
                <c:pt idx="8480">
                  <c:v>8.0852765573030023</c:v>
                </c:pt>
                <c:pt idx="8481">
                  <c:v>8.0878717201166186</c:v>
                </c:pt>
                <c:pt idx="8482">
                  <c:v>8.088138627684474</c:v>
                </c:pt>
                <c:pt idx="8483">
                  <c:v>8.0861988256067008</c:v>
                </c:pt>
                <c:pt idx="8484">
                  <c:v>8.0822264197429483</c:v>
                </c:pt>
                <c:pt idx="8485">
                  <c:v>8.081252576684598</c:v>
                </c:pt>
                <c:pt idx="8486">
                  <c:v>8.0825853077649565</c:v>
                </c:pt>
                <c:pt idx="8487">
                  <c:v>8.0821295117644638</c:v>
                </c:pt>
                <c:pt idx="8488">
                  <c:v>8.0809184905350477</c:v>
                </c:pt>
                <c:pt idx="8489">
                  <c:v>8.0815961893811856</c:v>
                </c:pt>
                <c:pt idx="8490">
                  <c:v>8.0837670923500191</c:v>
                </c:pt>
                <c:pt idx="8491">
                  <c:v>8.0850186835297499</c:v>
                </c:pt>
                <c:pt idx="8492">
                  <c:v>8.0853397938652325</c:v>
                </c:pt>
                <c:pt idx="8493">
                  <c:v>8.0863261199852179</c:v>
                </c:pt>
                <c:pt idx="8494">
                  <c:v>8.0870315772184131</c:v>
                </c:pt>
                <c:pt idx="8495">
                  <c:v>8.086610273888228</c:v>
                </c:pt>
                <c:pt idx="8496">
                  <c:v>8.0858990678766478</c:v>
                </c:pt>
                <c:pt idx="8497">
                  <c:v>8.0829425532788566</c:v>
                </c:pt>
                <c:pt idx="8498">
                  <c:v>8.0823290764998159</c:v>
                </c:pt>
                <c:pt idx="8499">
                  <c:v>8.0811845768488482</c:v>
                </c:pt>
                <c:pt idx="8500">
                  <c:v>8.0781239272368914</c:v>
                </c:pt>
                <c:pt idx="8501">
                  <c:v>8.0756967930029155</c:v>
                </c:pt>
                <c:pt idx="8502">
                  <c:v>8.0777117398267162</c:v>
                </c:pt>
                <c:pt idx="8503">
                  <c:v>8.0774517307929212</c:v>
                </c:pt>
                <c:pt idx="8504">
                  <c:v>8.0778827249209542</c:v>
                </c:pt>
                <c:pt idx="8505">
                  <c:v>8.0786747423315397</c:v>
                </c:pt>
                <c:pt idx="8506">
                  <c:v>8.0778742660041889</c:v>
                </c:pt>
                <c:pt idx="8507">
                  <c:v>8.0787351866299844</c:v>
                </c:pt>
                <c:pt idx="8508">
                  <c:v>8.0796669814807203</c:v>
                </c:pt>
                <c:pt idx="8509">
                  <c:v>8.0767677082905589</c:v>
                </c:pt>
                <c:pt idx="8510">
                  <c:v>8.0764719747053757</c:v>
                </c:pt>
                <c:pt idx="8511">
                  <c:v>8.0784088202685496</c:v>
                </c:pt>
                <c:pt idx="8512">
                  <c:v>8.0796173777358025</c:v>
                </c:pt>
                <c:pt idx="8513">
                  <c:v>8.0788150125241245</c:v>
                </c:pt>
                <c:pt idx="8514">
                  <c:v>8.0788761959512172</c:v>
                </c:pt>
                <c:pt idx="8515">
                  <c:v>8.0815268755389482</c:v>
                </c:pt>
                <c:pt idx="8516">
                  <c:v>8.0822050671375187</c:v>
                </c:pt>
                <c:pt idx="8517">
                  <c:v>8.0809332731080357</c:v>
                </c:pt>
                <c:pt idx="8518">
                  <c:v>8.0792527409354076</c:v>
                </c:pt>
                <c:pt idx="8519">
                  <c:v>8.0794661848642875</c:v>
                </c:pt>
                <c:pt idx="8520">
                  <c:v>8.0783283373711665</c:v>
                </c:pt>
                <c:pt idx="8521">
                  <c:v>8.075377325175543</c:v>
                </c:pt>
                <c:pt idx="8522">
                  <c:v>8.072406110130169</c:v>
                </c:pt>
                <c:pt idx="8523">
                  <c:v>8.0739373383156074</c:v>
                </c:pt>
                <c:pt idx="8524">
                  <c:v>8.0736411941033968</c:v>
                </c:pt>
                <c:pt idx="8525">
                  <c:v>8.0710080072270358</c:v>
                </c:pt>
                <c:pt idx="8526">
                  <c:v>8.0715483102697814</c:v>
                </c:pt>
                <c:pt idx="8527">
                  <c:v>8.0733246827906218</c:v>
                </c:pt>
                <c:pt idx="8528">
                  <c:v>8.0734414651172344</c:v>
                </c:pt>
                <c:pt idx="8529">
                  <c:v>8.0726357327639313</c:v>
                </c:pt>
                <c:pt idx="8530">
                  <c:v>8.0734565761918446</c:v>
                </c:pt>
                <c:pt idx="8531">
                  <c:v>8.0740762945017046</c:v>
                </c:pt>
                <c:pt idx="8532">
                  <c:v>8.0735693343735893</c:v>
                </c:pt>
                <c:pt idx="8533">
                  <c:v>8.0721387098098791</c:v>
                </c:pt>
                <c:pt idx="8534">
                  <c:v>8.0712420646326937</c:v>
                </c:pt>
                <c:pt idx="8535">
                  <c:v>8.0718045415349238</c:v>
                </c:pt>
                <c:pt idx="8536">
                  <c:v>8.0717406479694489</c:v>
                </c:pt>
                <c:pt idx="8537">
                  <c:v>8.070769679300291</c:v>
                </c:pt>
                <c:pt idx="8538">
                  <c:v>8.0697730053792149</c:v>
                </c:pt>
                <c:pt idx="8539">
                  <c:v>8.0685683899314249</c:v>
                </c:pt>
                <c:pt idx="8540">
                  <c:v>8.0680427873362621</c:v>
                </c:pt>
                <c:pt idx="8541">
                  <c:v>8.0676540877920591</c:v>
                </c:pt>
                <c:pt idx="8542">
                  <c:v>8.0660431158378838</c:v>
                </c:pt>
                <c:pt idx="8543">
                  <c:v>8.066714491027799</c:v>
                </c:pt>
                <c:pt idx="8544">
                  <c:v>8.0660708742249412</c:v>
                </c:pt>
                <c:pt idx="8545">
                  <c:v>8.0661792797601937</c:v>
                </c:pt>
                <c:pt idx="8546">
                  <c:v>8.0684759988502446</c:v>
                </c:pt>
                <c:pt idx="8547">
                  <c:v>8.0695666242352075</c:v>
                </c:pt>
                <c:pt idx="8548">
                  <c:v>8.0683747382252697</c:v>
                </c:pt>
                <c:pt idx="8549">
                  <c:v>8.0674853200837671</c:v>
                </c:pt>
                <c:pt idx="8550">
                  <c:v>8.0661387098098789</c:v>
                </c:pt>
                <c:pt idx="8551">
                  <c:v>8.0647480803186458</c:v>
                </c:pt>
                <c:pt idx="8552">
                  <c:v>8.063857923048495</c:v>
                </c:pt>
                <c:pt idx="8553">
                  <c:v>8.0646452593109679</c:v>
                </c:pt>
                <c:pt idx="8554">
                  <c:v>8.0667641768981238</c:v>
                </c:pt>
                <c:pt idx="8555">
                  <c:v>8.0692970886543751</c:v>
                </c:pt>
                <c:pt idx="8556">
                  <c:v>8.0691713546585628</c:v>
                </c:pt>
                <c:pt idx="8557">
                  <c:v>8.0671189586498588</c:v>
                </c:pt>
                <c:pt idx="8558">
                  <c:v>8.064603785981193</c:v>
                </c:pt>
                <c:pt idx="8559">
                  <c:v>8.0641223668541855</c:v>
                </c:pt>
                <c:pt idx="8560">
                  <c:v>8.0640635650638526</c:v>
                </c:pt>
                <c:pt idx="8561">
                  <c:v>8.0648361187533357</c:v>
                </c:pt>
                <c:pt idx="8562">
                  <c:v>8.0657350634418759</c:v>
                </c:pt>
                <c:pt idx="8563">
                  <c:v>8.0673755184166218</c:v>
                </c:pt>
                <c:pt idx="8564">
                  <c:v>8.0659408697080437</c:v>
                </c:pt>
                <c:pt idx="8565">
                  <c:v>8.0632529051862196</c:v>
                </c:pt>
                <c:pt idx="8566">
                  <c:v>8.0619344639264163</c:v>
                </c:pt>
                <c:pt idx="8567">
                  <c:v>8.060737978893771</c:v>
                </c:pt>
                <c:pt idx="8568">
                  <c:v>8.0621140721882316</c:v>
                </c:pt>
                <c:pt idx="8569">
                  <c:v>8.0618600583090387</c:v>
                </c:pt>
                <c:pt idx="8570">
                  <c:v>8.060929905966411</c:v>
                </c:pt>
                <c:pt idx="8571">
                  <c:v>8.0585383320330148</c:v>
                </c:pt>
                <c:pt idx="8572">
                  <c:v>8.0574432718761546</c:v>
                </c:pt>
                <c:pt idx="8573">
                  <c:v>8.0599384059458785</c:v>
                </c:pt>
                <c:pt idx="8574">
                  <c:v>8.0631362049850122</c:v>
                </c:pt>
                <c:pt idx="8575">
                  <c:v>8.063592904364965</c:v>
                </c:pt>
                <c:pt idx="8576">
                  <c:v>8.0622436660781016</c:v>
                </c:pt>
                <c:pt idx="8577">
                  <c:v>8.0622016999958941</c:v>
                </c:pt>
                <c:pt idx="8578">
                  <c:v>8.0595488030222153</c:v>
                </c:pt>
                <c:pt idx="8579">
                  <c:v>8.0563622551636342</c:v>
                </c:pt>
                <c:pt idx="8580">
                  <c:v>8.0564311583788442</c:v>
                </c:pt>
                <c:pt idx="8581">
                  <c:v>8.0573076828316843</c:v>
                </c:pt>
                <c:pt idx="8582">
                  <c:v>8.0608828481090633</c:v>
                </c:pt>
                <c:pt idx="8583">
                  <c:v>8.0597932082289656</c:v>
                </c:pt>
                <c:pt idx="8584">
                  <c:v>8.0567850367511191</c:v>
                </c:pt>
                <c:pt idx="8585">
                  <c:v>8.0558622756949863</c:v>
                </c:pt>
                <c:pt idx="8586">
                  <c:v>8.0536721553812676</c:v>
                </c:pt>
                <c:pt idx="8587">
                  <c:v>8.0550468525438337</c:v>
                </c:pt>
                <c:pt idx="8588">
                  <c:v>8.0569913357697196</c:v>
                </c:pt>
                <c:pt idx="8589">
                  <c:v>8.0559306040323566</c:v>
                </c:pt>
                <c:pt idx="8590">
                  <c:v>8.0548034328419504</c:v>
                </c:pt>
                <c:pt idx="8591">
                  <c:v>8.0540280868886782</c:v>
                </c:pt>
                <c:pt idx="8592">
                  <c:v>8.0554496776577835</c:v>
                </c:pt>
                <c:pt idx="8593">
                  <c:v>8.0561747628628915</c:v>
                </c:pt>
                <c:pt idx="8594">
                  <c:v>8.055666899355316</c:v>
                </c:pt>
                <c:pt idx="8595">
                  <c:v>8.0547300127294381</c:v>
                </c:pt>
                <c:pt idx="8596">
                  <c:v>8.0566833654991168</c:v>
                </c:pt>
                <c:pt idx="8597">
                  <c:v>8.0577759618938121</c:v>
                </c:pt>
                <c:pt idx="8598">
                  <c:v>8.0581284441341925</c:v>
                </c:pt>
                <c:pt idx="8599">
                  <c:v>8.0597610971954179</c:v>
                </c:pt>
                <c:pt idx="8600">
                  <c:v>8.0597509136451357</c:v>
                </c:pt>
                <c:pt idx="8601">
                  <c:v>8.0598704882355356</c:v>
                </c:pt>
                <c:pt idx="8602">
                  <c:v>8.0592629244856901</c:v>
                </c:pt>
                <c:pt idx="8603">
                  <c:v>8.0602079415267109</c:v>
                </c:pt>
                <c:pt idx="8604">
                  <c:v>8.0606488728288088</c:v>
                </c:pt>
                <c:pt idx="8605">
                  <c:v>8.0610085821048738</c:v>
                </c:pt>
                <c:pt idx="8606">
                  <c:v>8.0600965794768609</c:v>
                </c:pt>
                <c:pt idx="8607">
                  <c:v>8.0589870652486351</c:v>
                </c:pt>
                <c:pt idx="8608">
                  <c:v>8.0555496242762707</c:v>
                </c:pt>
                <c:pt idx="8609">
                  <c:v>8.0532648954954222</c:v>
                </c:pt>
                <c:pt idx="8610">
                  <c:v>8.0547155586580708</c:v>
                </c:pt>
                <c:pt idx="8611">
                  <c:v>8.0553988420317832</c:v>
                </c:pt>
                <c:pt idx="8612">
                  <c:v>8.0565278199811114</c:v>
                </c:pt>
                <c:pt idx="8613">
                  <c:v>8.0559726522399711</c:v>
                </c:pt>
                <c:pt idx="8614">
                  <c:v>8.0520984683611871</c:v>
                </c:pt>
                <c:pt idx="8615">
                  <c:v>8.0498823964193331</c:v>
                </c:pt>
                <c:pt idx="8616">
                  <c:v>8.0496385660904206</c:v>
                </c:pt>
                <c:pt idx="8617">
                  <c:v>8.0498438796041558</c:v>
                </c:pt>
                <c:pt idx="8618">
                  <c:v>8.0529674372767222</c:v>
                </c:pt>
                <c:pt idx="8619">
                  <c:v>8.056201782121299</c:v>
                </c:pt>
                <c:pt idx="8620">
                  <c:v>8.0584645834188802</c:v>
                </c:pt>
                <c:pt idx="8621">
                  <c:v>8.0577143678396919</c:v>
                </c:pt>
                <c:pt idx="8622">
                  <c:v>8.0576588510655771</c:v>
                </c:pt>
                <c:pt idx="8623">
                  <c:v>8.0560721061060239</c:v>
                </c:pt>
                <c:pt idx="8624">
                  <c:v>8.0537891019586905</c:v>
                </c:pt>
                <c:pt idx="8625">
                  <c:v>8.0543641440479607</c:v>
                </c:pt>
                <c:pt idx="8626">
                  <c:v>8.0548753746971631</c:v>
                </c:pt>
                <c:pt idx="8627">
                  <c:v>8.0535482281443773</c:v>
                </c:pt>
                <c:pt idx="8628">
                  <c:v>8.054414240545313</c:v>
                </c:pt>
                <c:pt idx="8629">
                  <c:v>8.0542319221451155</c:v>
                </c:pt>
                <c:pt idx="8630">
                  <c:v>8.0536714162526177</c:v>
                </c:pt>
                <c:pt idx="8631">
                  <c:v>8.0535571798135752</c:v>
                </c:pt>
                <c:pt idx="8632">
                  <c:v>8.0514523056707592</c:v>
                </c:pt>
                <c:pt idx="8633">
                  <c:v>8.0502109801667139</c:v>
                </c:pt>
                <c:pt idx="8634">
                  <c:v>8.0504904529216113</c:v>
                </c:pt>
                <c:pt idx="8635">
                  <c:v>8.0478698312322923</c:v>
                </c:pt>
                <c:pt idx="8636">
                  <c:v>8.0423507576068651</c:v>
                </c:pt>
                <c:pt idx="8637">
                  <c:v>8.0416917012277747</c:v>
                </c:pt>
                <c:pt idx="8638">
                  <c:v>8.0434148564858532</c:v>
                </c:pt>
                <c:pt idx="8639">
                  <c:v>8.0444163758058558</c:v>
                </c:pt>
                <c:pt idx="8640">
                  <c:v>8.0450356834886865</c:v>
                </c:pt>
                <c:pt idx="8641">
                  <c:v>8.0451195335276964</c:v>
                </c:pt>
                <c:pt idx="8642">
                  <c:v>8.0456090009444416</c:v>
                </c:pt>
                <c:pt idx="8643">
                  <c:v>8.0459338890485768</c:v>
                </c:pt>
                <c:pt idx="8644">
                  <c:v>8.0456701843715361</c:v>
                </c:pt>
                <c:pt idx="8645">
                  <c:v>8.0437380199564732</c:v>
                </c:pt>
                <c:pt idx="8646">
                  <c:v>8.044144869215291</c:v>
                </c:pt>
                <c:pt idx="8647">
                  <c:v>8.0442458834640505</c:v>
                </c:pt>
                <c:pt idx="8648">
                  <c:v>8.0414541124296797</c:v>
                </c:pt>
                <c:pt idx="8649">
                  <c:v>8.0395503634049188</c:v>
                </c:pt>
                <c:pt idx="8650">
                  <c:v>8.0388399786473954</c:v>
                </c:pt>
                <c:pt idx="8651">
                  <c:v>8.0389050219685458</c:v>
                </c:pt>
                <c:pt idx="8652">
                  <c:v>8.0385844043854959</c:v>
                </c:pt>
                <c:pt idx="8653">
                  <c:v>8.0400224202356991</c:v>
                </c:pt>
                <c:pt idx="8654">
                  <c:v>8.0437744015111079</c:v>
                </c:pt>
                <c:pt idx="8655">
                  <c:v>8.0474279144253273</c:v>
                </c:pt>
                <c:pt idx="8656">
                  <c:v>8.0479408697080448</c:v>
                </c:pt>
                <c:pt idx="8657">
                  <c:v>8.0464629409107715</c:v>
                </c:pt>
                <c:pt idx="8658">
                  <c:v>8.0440739128649454</c:v>
                </c:pt>
                <c:pt idx="8659">
                  <c:v>8.0421271301277049</c:v>
                </c:pt>
                <c:pt idx="8660">
                  <c:v>8.0420240627438098</c:v>
                </c:pt>
                <c:pt idx="8661">
                  <c:v>8.039046359791401</c:v>
                </c:pt>
                <c:pt idx="8662">
                  <c:v>8.0375343489508477</c:v>
                </c:pt>
                <c:pt idx="8663">
                  <c:v>8.0392765573030012</c:v>
                </c:pt>
                <c:pt idx="8664">
                  <c:v>8.0407240997002418</c:v>
                </c:pt>
                <c:pt idx="8665">
                  <c:v>8.0393534266825437</c:v>
                </c:pt>
                <c:pt idx="8666">
                  <c:v>8.038860263622551</c:v>
                </c:pt>
                <c:pt idx="8667">
                  <c:v>8.0422775017451649</c:v>
                </c:pt>
                <c:pt idx="8668">
                  <c:v>8.0456148318482317</c:v>
                </c:pt>
                <c:pt idx="8669">
                  <c:v>8.0447714039338063</c:v>
                </c:pt>
                <c:pt idx="8670">
                  <c:v>8.0443954338274537</c:v>
                </c:pt>
                <c:pt idx="8671">
                  <c:v>8.0447989159446482</c:v>
                </c:pt>
                <c:pt idx="8672">
                  <c:v>8.0442399704348535</c:v>
                </c:pt>
                <c:pt idx="8673">
                  <c:v>8.0447193364267235</c:v>
                </c:pt>
                <c:pt idx="8674">
                  <c:v>8.0440513283784334</c:v>
                </c:pt>
                <c:pt idx="8675">
                  <c:v>8.0450228719254309</c:v>
                </c:pt>
                <c:pt idx="8676">
                  <c:v>8.0452382047386362</c:v>
                </c:pt>
                <c:pt idx="8677">
                  <c:v>8.0438396912084755</c:v>
                </c:pt>
                <c:pt idx="8678">
                  <c:v>8.0435972570114558</c:v>
                </c:pt>
                <c:pt idx="8679">
                  <c:v>8.0435598899519558</c:v>
                </c:pt>
                <c:pt idx="8680">
                  <c:v>8.0438952079825903</c:v>
                </c:pt>
                <c:pt idx="8681">
                  <c:v>8.0425441629368049</c:v>
                </c:pt>
                <c:pt idx="8682">
                  <c:v>8.0427231141953754</c:v>
                </c:pt>
                <c:pt idx="8683">
                  <c:v>8.0410131811275818</c:v>
                </c:pt>
                <c:pt idx="8684">
                  <c:v>8.0406053463638969</c:v>
                </c:pt>
                <c:pt idx="8685">
                  <c:v>8.0409509300702169</c:v>
                </c:pt>
                <c:pt idx="8686">
                  <c:v>8.0415956966287521</c:v>
                </c:pt>
                <c:pt idx="8687">
                  <c:v>8.0425599310146598</c:v>
                </c:pt>
                <c:pt idx="8688">
                  <c:v>8.0430147415102855</c:v>
                </c:pt>
                <c:pt idx="8689">
                  <c:v>8.0422253521126752</c:v>
                </c:pt>
                <c:pt idx="8690">
                  <c:v>8.0409236644355939</c:v>
                </c:pt>
                <c:pt idx="8691">
                  <c:v>8.0397684884819114</c:v>
                </c:pt>
                <c:pt idx="8692">
                  <c:v>8.0402917094403161</c:v>
                </c:pt>
                <c:pt idx="8693">
                  <c:v>8.0418569375436295</c:v>
                </c:pt>
                <c:pt idx="8694">
                  <c:v>8.0408817804787915</c:v>
                </c:pt>
                <c:pt idx="8695">
                  <c:v>8.0393448856403733</c:v>
                </c:pt>
                <c:pt idx="8696">
                  <c:v>8.0396765080277586</c:v>
                </c:pt>
                <c:pt idx="8697">
                  <c:v>8.0406614380158494</c:v>
                </c:pt>
                <c:pt idx="8698">
                  <c:v>8.0431272533158129</c:v>
                </c:pt>
                <c:pt idx="8699">
                  <c:v>8.0476680491109924</c:v>
                </c:pt>
                <c:pt idx="8700">
                  <c:v>8.0472954461462649</c:v>
                </c:pt>
                <c:pt idx="8701">
                  <c:v>8.0449807415924113</c:v>
                </c:pt>
                <c:pt idx="8702">
                  <c:v>8.0442778302467861</c:v>
                </c:pt>
                <c:pt idx="8703">
                  <c:v>8.0452014946823791</c:v>
                </c:pt>
                <c:pt idx="8704">
                  <c:v>8.045564488974664</c:v>
                </c:pt>
                <c:pt idx="8705">
                  <c:v>8.0438618650679583</c:v>
                </c:pt>
                <c:pt idx="8706">
                  <c:v>8.0394305424383035</c:v>
                </c:pt>
                <c:pt idx="8707">
                  <c:v>8.0393387262349609</c:v>
                </c:pt>
                <c:pt idx="8708">
                  <c:v>8.0420984683611874</c:v>
                </c:pt>
                <c:pt idx="8709">
                  <c:v>8.0435427257422081</c:v>
                </c:pt>
                <c:pt idx="8710">
                  <c:v>8.0419591836734696</c:v>
                </c:pt>
                <c:pt idx="8711">
                  <c:v>8.0375362378351749</c:v>
                </c:pt>
                <c:pt idx="8712">
                  <c:v>8.0361796082618167</c:v>
                </c:pt>
                <c:pt idx="8713">
                  <c:v>8.037905145156655</c:v>
                </c:pt>
                <c:pt idx="8714">
                  <c:v>8.0412170985094242</c:v>
                </c:pt>
                <c:pt idx="8715">
                  <c:v>8.0426660370385576</c:v>
                </c:pt>
                <c:pt idx="8716">
                  <c:v>8.0390333018519282</c:v>
                </c:pt>
                <c:pt idx="8717">
                  <c:v>8.0376905514720978</c:v>
                </c:pt>
                <c:pt idx="8718">
                  <c:v>8.0389596353632005</c:v>
                </c:pt>
                <c:pt idx="8719">
                  <c:v>8.0395482281443762</c:v>
                </c:pt>
                <c:pt idx="8720">
                  <c:v>8.0376146675974205</c:v>
                </c:pt>
                <c:pt idx="8721">
                  <c:v>8.0371187943990474</c:v>
                </c:pt>
                <c:pt idx="8722">
                  <c:v>8.0387619595121755</c:v>
                </c:pt>
                <c:pt idx="8723">
                  <c:v>8.038764833901368</c:v>
                </c:pt>
                <c:pt idx="8724">
                  <c:v>8.0405145156654214</c:v>
                </c:pt>
                <c:pt idx="8725">
                  <c:v>8.0413356875949571</c:v>
                </c:pt>
                <c:pt idx="8726">
                  <c:v>8.0399607440561738</c:v>
                </c:pt>
                <c:pt idx="8727">
                  <c:v>8.0385090132632531</c:v>
                </c:pt>
                <c:pt idx="8728">
                  <c:v>8.0388830944852785</c:v>
                </c:pt>
                <c:pt idx="8729">
                  <c:v>8.0380328501621978</c:v>
                </c:pt>
                <c:pt idx="8730">
                  <c:v>8.0371380938693378</c:v>
                </c:pt>
                <c:pt idx="8731">
                  <c:v>8.0399063770377364</c:v>
                </c:pt>
                <c:pt idx="8732">
                  <c:v>8.0415129963454195</c:v>
                </c:pt>
                <c:pt idx="8733">
                  <c:v>8.0442592699051456</c:v>
                </c:pt>
                <c:pt idx="8734">
                  <c:v>8.0437620827002831</c:v>
                </c:pt>
                <c:pt idx="8735">
                  <c:v>8.041572373013592</c:v>
                </c:pt>
                <c:pt idx="8736">
                  <c:v>8.0420161787048823</c:v>
                </c:pt>
                <c:pt idx="8737">
                  <c:v>8.0444536607399506</c:v>
                </c:pt>
                <c:pt idx="8738">
                  <c:v>8.0442251057364604</c:v>
                </c:pt>
                <c:pt idx="8739">
                  <c:v>8.0414391656058797</c:v>
                </c:pt>
                <c:pt idx="8740">
                  <c:v>8.0419119615653099</c:v>
                </c:pt>
                <c:pt idx="8741">
                  <c:v>8.0431104997330927</c:v>
                </c:pt>
                <c:pt idx="8742">
                  <c:v>8.0450291134562484</c:v>
                </c:pt>
                <c:pt idx="8743">
                  <c:v>8.0443946125733987</c:v>
                </c:pt>
                <c:pt idx="8744">
                  <c:v>8.0419292900258696</c:v>
                </c:pt>
                <c:pt idx="8745">
                  <c:v>8.0375350880794976</c:v>
                </c:pt>
                <c:pt idx="8746">
                  <c:v>8.0343577382663334</c:v>
                </c:pt>
                <c:pt idx="8747">
                  <c:v>8.0354192912577513</c:v>
                </c:pt>
                <c:pt idx="8748">
                  <c:v>8.0368219110581851</c:v>
                </c:pt>
                <c:pt idx="8749">
                  <c:v>8.0366678437974794</c:v>
                </c:pt>
                <c:pt idx="8750">
                  <c:v>8.0348301235987361</c:v>
                </c:pt>
                <c:pt idx="8751">
                  <c:v>8.0351192871514812</c:v>
                </c:pt>
                <c:pt idx="8752">
                  <c:v>8.0397951792386984</c:v>
                </c:pt>
                <c:pt idx="8753">
                  <c:v>8.0440000000000005</c:v>
                </c:pt>
                <c:pt idx="8754">
                  <c:v>8.0432265429310554</c:v>
                </c:pt>
                <c:pt idx="8755">
                  <c:v>8.0444876606578237</c:v>
                </c:pt>
                <c:pt idx="8756">
                  <c:v>8.0466257955898666</c:v>
                </c:pt>
                <c:pt idx="8757">
                  <c:v>8.045651706155299</c:v>
                </c:pt>
                <c:pt idx="8758">
                  <c:v>8.0439974541124304</c:v>
                </c:pt>
                <c:pt idx="8759">
                  <c:v>8.0447433170451284</c:v>
                </c:pt>
                <c:pt idx="8760">
                  <c:v>8.0455823101876565</c:v>
                </c:pt>
                <c:pt idx="8761">
                  <c:v>8.0446880466472308</c:v>
                </c:pt>
                <c:pt idx="8762">
                  <c:v>8.0427235248224029</c:v>
                </c:pt>
                <c:pt idx="8763">
                  <c:v>8.0406203753131038</c:v>
                </c:pt>
                <c:pt idx="8764">
                  <c:v>8.0405717570730513</c:v>
                </c:pt>
                <c:pt idx="8765">
                  <c:v>8.0443406561819906</c:v>
                </c:pt>
                <c:pt idx="8766">
                  <c:v>8.0467275489672723</c:v>
                </c:pt>
                <c:pt idx="8767">
                  <c:v>8.0465528682297869</c:v>
                </c:pt>
                <c:pt idx="8768">
                  <c:v>8.0446294091077082</c:v>
                </c:pt>
                <c:pt idx="8769">
                  <c:v>8.0426915780396673</c:v>
                </c:pt>
                <c:pt idx="8770">
                  <c:v>8.0404422453085864</c:v>
                </c:pt>
                <c:pt idx="8771">
                  <c:v>8.041841580092802</c:v>
                </c:pt>
                <c:pt idx="8772">
                  <c:v>8.0453655812425566</c:v>
                </c:pt>
                <c:pt idx="8773">
                  <c:v>8.0451961565310235</c:v>
                </c:pt>
                <c:pt idx="8774">
                  <c:v>8.0462715887159693</c:v>
                </c:pt>
                <c:pt idx="8775">
                  <c:v>8.0492212047796983</c:v>
                </c:pt>
                <c:pt idx="8776">
                  <c:v>8.049305793947358</c:v>
                </c:pt>
                <c:pt idx="8777">
                  <c:v>8.0500252124994862</c:v>
                </c:pt>
                <c:pt idx="8778">
                  <c:v>8.0512731080359714</c:v>
                </c:pt>
                <c:pt idx="8779">
                  <c:v>8.0522982794727547</c:v>
                </c:pt>
                <c:pt idx="8780">
                  <c:v>8.0535251509054326</c:v>
                </c:pt>
                <c:pt idx="8781">
                  <c:v>8.052681558740197</c:v>
                </c:pt>
                <c:pt idx="8782">
                  <c:v>8.0494090255820634</c:v>
                </c:pt>
                <c:pt idx="8783">
                  <c:v>8.0461831396542518</c:v>
                </c:pt>
                <c:pt idx="8784">
                  <c:v>8.0431658522563954</c:v>
                </c:pt>
                <c:pt idx="8785">
                  <c:v>8.0405736459573767</c:v>
                </c:pt>
                <c:pt idx="8786">
                  <c:v>8.0426838582515501</c:v>
                </c:pt>
                <c:pt idx="8787">
                  <c:v>8.0457031166591388</c:v>
                </c:pt>
                <c:pt idx="8788">
                  <c:v>8.0455138997248792</c:v>
                </c:pt>
                <c:pt idx="8789">
                  <c:v>8.0458231018765662</c:v>
                </c:pt>
                <c:pt idx="8790">
                  <c:v>8.0462169753213164</c:v>
                </c:pt>
                <c:pt idx="8791">
                  <c:v>8.0464780519853818</c:v>
                </c:pt>
                <c:pt idx="8792">
                  <c:v>8.0469686691578044</c:v>
                </c:pt>
                <c:pt idx="8793">
                  <c:v>8.0489072393544951</c:v>
                </c:pt>
                <c:pt idx="8794">
                  <c:v>8.049528435921653</c:v>
                </c:pt>
                <c:pt idx="8795">
                  <c:v>8.0459136861988263</c:v>
                </c:pt>
                <c:pt idx="8796">
                  <c:v>8.0463992937215121</c:v>
                </c:pt>
                <c:pt idx="8797">
                  <c:v>8.0466669404180191</c:v>
                </c:pt>
                <c:pt idx="8798">
                  <c:v>8.0462179608261817</c:v>
                </c:pt>
                <c:pt idx="8799">
                  <c:v>8.0496309284277086</c:v>
                </c:pt>
                <c:pt idx="8800">
                  <c:v>8.0509207900464013</c:v>
                </c:pt>
                <c:pt idx="8801">
                  <c:v>8.052529544614627</c:v>
                </c:pt>
                <c:pt idx="8802">
                  <c:v>8.0520318646573319</c:v>
                </c:pt>
                <c:pt idx="8803">
                  <c:v>8.0475137354740696</c:v>
                </c:pt>
                <c:pt idx="8804">
                  <c:v>8.0466031289779494</c:v>
                </c:pt>
                <c:pt idx="8805">
                  <c:v>8.0458358313144167</c:v>
                </c:pt>
                <c:pt idx="8806">
                  <c:v>8.0451362049850115</c:v>
                </c:pt>
                <c:pt idx="8807">
                  <c:v>8.0461272122531113</c:v>
                </c:pt>
                <c:pt idx="8808">
                  <c:v>8.0448339834927935</c:v>
                </c:pt>
                <c:pt idx="8809">
                  <c:v>8.0422288835051123</c:v>
                </c:pt>
                <c:pt idx="8810">
                  <c:v>8.040059705169794</c:v>
                </c:pt>
                <c:pt idx="8811">
                  <c:v>8.0404098878988215</c:v>
                </c:pt>
                <c:pt idx="8812">
                  <c:v>8.0411867121093916</c:v>
                </c:pt>
                <c:pt idx="8813">
                  <c:v>8.041347267277132</c:v>
                </c:pt>
                <c:pt idx="8814">
                  <c:v>8.0423253808565676</c:v>
                </c:pt>
                <c:pt idx="8815">
                  <c:v>8.0429909251426928</c:v>
                </c:pt>
                <c:pt idx="8816">
                  <c:v>8.0425645300373674</c:v>
                </c:pt>
                <c:pt idx="8817">
                  <c:v>8.046152506878002</c:v>
                </c:pt>
                <c:pt idx="8818">
                  <c:v>8.0482335646532253</c:v>
                </c:pt>
                <c:pt idx="8819">
                  <c:v>8.045640044347719</c:v>
                </c:pt>
                <c:pt idx="8820">
                  <c:v>8.0431153451320174</c:v>
                </c:pt>
                <c:pt idx="8821">
                  <c:v>8.0437749763889457</c:v>
                </c:pt>
                <c:pt idx="8822">
                  <c:v>8.0465083562600093</c:v>
                </c:pt>
                <c:pt idx="8823">
                  <c:v>8.0496853775715511</c:v>
                </c:pt>
                <c:pt idx="8824">
                  <c:v>8.0519065412885471</c:v>
                </c:pt>
                <c:pt idx="8825">
                  <c:v>8.0507463556851313</c:v>
                </c:pt>
                <c:pt idx="8826">
                  <c:v>8.0502957335851839</c:v>
                </c:pt>
                <c:pt idx="8827">
                  <c:v>8.0544265593561359</c:v>
                </c:pt>
                <c:pt idx="8828">
                  <c:v>8.0648157516527732</c:v>
                </c:pt>
                <c:pt idx="8829">
                  <c:v>8.071421015891266</c:v>
                </c:pt>
                <c:pt idx="8830">
                  <c:v>8.0723495257257838</c:v>
                </c:pt>
                <c:pt idx="8831">
                  <c:v>8.0722274873732189</c:v>
                </c:pt>
                <c:pt idx="8832">
                  <c:v>8.0703532213690305</c:v>
                </c:pt>
                <c:pt idx="8833">
                  <c:v>8.0658493820063235</c:v>
                </c:pt>
                <c:pt idx="8834">
                  <c:v>8.0620580626616842</c:v>
                </c:pt>
                <c:pt idx="8835">
                  <c:v>8.0590639346281776</c:v>
                </c:pt>
                <c:pt idx="8836">
                  <c:v>8.0565941773087513</c:v>
                </c:pt>
                <c:pt idx="8837">
                  <c:v>8.0540294830205728</c:v>
                </c:pt>
                <c:pt idx="8838">
                  <c:v>8.0502336467786311</c:v>
                </c:pt>
                <c:pt idx="8839">
                  <c:v>8.0492017410585959</c:v>
                </c:pt>
                <c:pt idx="8840">
                  <c:v>8.0459331499199269</c:v>
                </c:pt>
                <c:pt idx="8841">
                  <c:v>8.0448473699338887</c:v>
                </c:pt>
                <c:pt idx="8842">
                  <c:v>8.0473250934176495</c:v>
                </c:pt>
                <c:pt idx="8843">
                  <c:v>8.0513686198825614</c:v>
                </c:pt>
                <c:pt idx="8844">
                  <c:v>8.0567592493737941</c:v>
                </c:pt>
                <c:pt idx="8845">
                  <c:v>8.0580651254465572</c:v>
                </c:pt>
                <c:pt idx="8846">
                  <c:v>8.059604155545518</c:v>
                </c:pt>
                <c:pt idx="8847">
                  <c:v>8.0605291339875986</c:v>
                </c:pt>
                <c:pt idx="8848">
                  <c:v>8.0614158419907191</c:v>
                </c:pt>
                <c:pt idx="8849">
                  <c:v>8.0601335359093333</c:v>
                </c:pt>
                <c:pt idx="8850">
                  <c:v>8.0563738348458092</c:v>
                </c:pt>
                <c:pt idx="8851">
                  <c:v>8.0533319919517101</c:v>
                </c:pt>
                <c:pt idx="8852">
                  <c:v>8.052327680367922</c:v>
                </c:pt>
                <c:pt idx="8853">
                  <c:v>8.0516646819693669</c:v>
                </c:pt>
                <c:pt idx="8854">
                  <c:v>8.0505628054038514</c:v>
                </c:pt>
                <c:pt idx="8855">
                  <c:v>8.0492738471646206</c:v>
                </c:pt>
                <c:pt idx="8856">
                  <c:v>8.0486062497433579</c:v>
                </c:pt>
                <c:pt idx="8857">
                  <c:v>8.0512132386153663</c:v>
                </c:pt>
                <c:pt idx="8858">
                  <c:v>8.0566637375272041</c:v>
                </c:pt>
                <c:pt idx="8859">
                  <c:v>8.0595096292037933</c:v>
                </c:pt>
                <c:pt idx="8860">
                  <c:v>8.0597584691824409</c:v>
                </c:pt>
                <c:pt idx="8861">
                  <c:v>8.0602813616392233</c:v>
                </c:pt>
                <c:pt idx="8862">
                  <c:v>8.0580385989405823</c:v>
                </c:pt>
                <c:pt idx="8863">
                  <c:v>8.053627561286083</c:v>
                </c:pt>
                <c:pt idx="8864">
                  <c:v>8.048629573358518</c:v>
                </c:pt>
                <c:pt idx="8865">
                  <c:v>8.0463245596025139</c:v>
                </c:pt>
                <c:pt idx="8866">
                  <c:v>8.0462611587894717</c:v>
                </c:pt>
                <c:pt idx="8867">
                  <c:v>8.0453994169096212</c:v>
                </c:pt>
                <c:pt idx="8868">
                  <c:v>8.0431818667104675</c:v>
                </c:pt>
                <c:pt idx="8869">
                  <c:v>8.0406745780807292</c:v>
                </c:pt>
                <c:pt idx="8870">
                  <c:v>8.0405414527984238</c:v>
                </c:pt>
                <c:pt idx="8871">
                  <c:v>8.0410867654909044</c:v>
                </c:pt>
                <c:pt idx="8872">
                  <c:v>8.0404746027183513</c:v>
                </c:pt>
                <c:pt idx="8873">
                  <c:v>8.0401182605839114</c:v>
                </c:pt>
                <c:pt idx="8874">
                  <c:v>8.0413154847452066</c:v>
                </c:pt>
                <c:pt idx="8875">
                  <c:v>8.0435661314827733</c:v>
                </c:pt>
                <c:pt idx="8876">
                  <c:v>8.0437318605510608</c:v>
                </c:pt>
                <c:pt idx="8877">
                  <c:v>8.0429944565351299</c:v>
                </c:pt>
                <c:pt idx="8878">
                  <c:v>8.0429009156982705</c:v>
                </c:pt>
                <c:pt idx="8879">
                  <c:v>8.0420297293967895</c:v>
                </c:pt>
                <c:pt idx="8880">
                  <c:v>8.0420114154313644</c:v>
                </c:pt>
                <c:pt idx="8881">
                  <c:v>8.0428334907403602</c:v>
                </c:pt>
                <c:pt idx="8882">
                  <c:v>8.041799039132755</c:v>
                </c:pt>
                <c:pt idx="8883">
                  <c:v>8.0430539153287075</c:v>
                </c:pt>
                <c:pt idx="8884">
                  <c:v>8.044851804705786</c:v>
                </c:pt>
                <c:pt idx="8885">
                  <c:v>8.0435483102697827</c:v>
                </c:pt>
                <c:pt idx="8886">
                  <c:v>8.0431664271342331</c:v>
                </c:pt>
                <c:pt idx="8887">
                  <c:v>8.0436511312774606</c:v>
                </c:pt>
                <c:pt idx="8888">
                  <c:v>8.0452153738759087</c:v>
                </c:pt>
                <c:pt idx="8889">
                  <c:v>8.0468506549501093</c:v>
                </c:pt>
                <c:pt idx="8890">
                  <c:v>8.046162608302879</c:v>
                </c:pt>
                <c:pt idx="8891">
                  <c:v>8.0439407875826383</c:v>
                </c:pt>
                <c:pt idx="8892">
                  <c:v>8.0457434402332364</c:v>
                </c:pt>
                <c:pt idx="8893">
                  <c:v>8.0475893729725296</c:v>
                </c:pt>
                <c:pt idx="8894">
                  <c:v>8.0464267236069471</c:v>
                </c:pt>
                <c:pt idx="8895">
                  <c:v>8.0457209378721313</c:v>
                </c:pt>
                <c:pt idx="8896">
                  <c:v>8.0469672730259099</c:v>
                </c:pt>
                <c:pt idx="8897">
                  <c:v>8.051467827372397</c:v>
                </c:pt>
                <c:pt idx="8898">
                  <c:v>8.0547099741304979</c:v>
                </c:pt>
                <c:pt idx="8899">
                  <c:v>8.0531517266866501</c:v>
                </c:pt>
                <c:pt idx="8900">
                  <c:v>8.0505412885476115</c:v>
                </c:pt>
                <c:pt idx="8901">
                  <c:v>8.0492154560013134</c:v>
                </c:pt>
                <c:pt idx="8902">
                  <c:v>8.0501682749558583</c:v>
                </c:pt>
                <c:pt idx="8903">
                  <c:v>8.0512626781094738</c:v>
                </c:pt>
                <c:pt idx="8904">
                  <c:v>8.0511052437071413</c:v>
                </c:pt>
                <c:pt idx="8905">
                  <c:v>8.0495697450006158</c:v>
                </c:pt>
                <c:pt idx="8906">
                  <c:v>8.0481155504455302</c:v>
                </c:pt>
                <c:pt idx="8907">
                  <c:v>8.0465080277583869</c:v>
                </c:pt>
                <c:pt idx="8908">
                  <c:v>8.0451539440725988</c:v>
                </c:pt>
                <c:pt idx="8909">
                  <c:v>8.0450318235946288</c:v>
                </c:pt>
                <c:pt idx="8910">
                  <c:v>8.045154108323409</c:v>
                </c:pt>
                <c:pt idx="8911">
                  <c:v>8.0440490288670805</c:v>
                </c:pt>
                <c:pt idx="8912">
                  <c:v>8.0450614708660115</c:v>
                </c:pt>
                <c:pt idx="8913">
                  <c:v>8.0460709563503467</c:v>
                </c:pt>
                <c:pt idx="8914">
                  <c:v>8.0466118342709319</c:v>
                </c:pt>
                <c:pt idx="8915">
                  <c:v>8.0471110746109318</c:v>
                </c:pt>
                <c:pt idx="8916">
                  <c:v>8.0480128115632574</c:v>
                </c:pt>
                <c:pt idx="8917">
                  <c:v>8.0491062292120059</c:v>
                </c:pt>
                <c:pt idx="8918">
                  <c:v>8.0464624481583371</c:v>
                </c:pt>
                <c:pt idx="8919">
                  <c:v>8.0457305465445739</c:v>
                </c:pt>
                <c:pt idx="8920">
                  <c:v>8.0483689073214801</c:v>
                </c:pt>
                <c:pt idx="8921">
                  <c:v>8.048530694370303</c:v>
                </c:pt>
                <c:pt idx="8922">
                  <c:v>8.0485704430665628</c:v>
                </c:pt>
                <c:pt idx="8923">
                  <c:v>8.0494805568102485</c:v>
                </c:pt>
                <c:pt idx="8924">
                  <c:v>8.046322834968997</c:v>
                </c:pt>
                <c:pt idx="8925">
                  <c:v>8.044196361844536</c:v>
                </c:pt>
                <c:pt idx="8926">
                  <c:v>8.0462561491397366</c:v>
                </c:pt>
                <c:pt idx="8927">
                  <c:v>8.0472069970845475</c:v>
                </c:pt>
                <c:pt idx="8928">
                  <c:v>8.0472450211472921</c:v>
                </c:pt>
                <c:pt idx="8929">
                  <c:v>8.0460466472303214</c:v>
                </c:pt>
                <c:pt idx="8930">
                  <c:v>8.0471795671991124</c:v>
                </c:pt>
                <c:pt idx="8931">
                  <c:v>8.0512131564899594</c:v>
                </c:pt>
                <c:pt idx="8932">
                  <c:v>8.0562482651008089</c:v>
                </c:pt>
                <c:pt idx="8933">
                  <c:v>8.0588921282798829</c:v>
                </c:pt>
                <c:pt idx="8934">
                  <c:v>8.0579090871761174</c:v>
                </c:pt>
                <c:pt idx="8935">
                  <c:v>8.0552166878823961</c:v>
                </c:pt>
                <c:pt idx="8936">
                  <c:v>8.0512697408943463</c:v>
                </c:pt>
                <c:pt idx="8937">
                  <c:v>8.0515566870611419</c:v>
                </c:pt>
                <c:pt idx="8938">
                  <c:v>8.0545593561368207</c:v>
                </c:pt>
                <c:pt idx="8939">
                  <c:v>8.0545990227076754</c:v>
                </c:pt>
                <c:pt idx="8940">
                  <c:v>8.052282839896522</c:v>
                </c:pt>
                <c:pt idx="8941">
                  <c:v>8.0500825360325212</c:v>
                </c:pt>
                <c:pt idx="8942">
                  <c:v>8.0496693631174807</c:v>
                </c:pt>
                <c:pt idx="8943">
                  <c:v>8.0486836940007382</c:v>
                </c:pt>
                <c:pt idx="8944">
                  <c:v>8.0480168357081254</c:v>
                </c:pt>
                <c:pt idx="8945">
                  <c:v>8.0497400730916109</c:v>
                </c:pt>
                <c:pt idx="8946">
                  <c:v>8.048143555208803</c:v>
                </c:pt>
                <c:pt idx="8947">
                  <c:v>8.0474930398718847</c:v>
                </c:pt>
                <c:pt idx="8948">
                  <c:v>8.0492869051040934</c:v>
                </c:pt>
                <c:pt idx="8949">
                  <c:v>8.0489359832464178</c:v>
                </c:pt>
                <c:pt idx="8950">
                  <c:v>8.0495157886092059</c:v>
                </c:pt>
                <c:pt idx="8951">
                  <c:v>8.0499686280951011</c:v>
                </c:pt>
                <c:pt idx="8952">
                  <c:v>8.0480923089557752</c:v>
                </c:pt>
                <c:pt idx="8953">
                  <c:v>8.0441844536607405</c:v>
                </c:pt>
                <c:pt idx="8954">
                  <c:v>8.0391727507904562</c:v>
                </c:pt>
                <c:pt idx="8955">
                  <c:v>8.0383122407916883</c:v>
                </c:pt>
                <c:pt idx="8956">
                  <c:v>8.039650310023406</c:v>
                </c:pt>
                <c:pt idx="8957">
                  <c:v>8.0407984231922143</c:v>
                </c:pt>
                <c:pt idx="8958">
                  <c:v>8.0388896645177184</c:v>
                </c:pt>
                <c:pt idx="8959">
                  <c:v>8.0361882314293922</c:v>
                </c:pt>
                <c:pt idx="8960">
                  <c:v>8.0376396337206923</c:v>
                </c:pt>
                <c:pt idx="8961">
                  <c:v>8.0380018067589205</c:v>
                </c:pt>
                <c:pt idx="8962">
                  <c:v>8.0391176446433708</c:v>
                </c:pt>
                <c:pt idx="8963">
                  <c:v>8.0432847698435506</c:v>
                </c:pt>
                <c:pt idx="8964">
                  <c:v>8.0468811234755471</c:v>
                </c:pt>
                <c:pt idx="8965">
                  <c:v>8.0474149386112597</c:v>
                </c:pt>
                <c:pt idx="8966">
                  <c:v>8.046719090050507</c:v>
                </c:pt>
                <c:pt idx="8967">
                  <c:v>8.0469916642713422</c:v>
                </c:pt>
                <c:pt idx="8968">
                  <c:v>8.0469349156161467</c:v>
                </c:pt>
                <c:pt idx="8969">
                  <c:v>8.0474128033507171</c:v>
                </c:pt>
                <c:pt idx="8970">
                  <c:v>8.0480826181579275</c:v>
                </c:pt>
                <c:pt idx="8971">
                  <c:v>8.0454454892621037</c:v>
                </c:pt>
                <c:pt idx="8972">
                  <c:v>8.0435990637703778</c:v>
                </c:pt>
                <c:pt idx="8973">
                  <c:v>8.0443331006446837</c:v>
                </c:pt>
                <c:pt idx="8974">
                  <c:v>8.0437739908840804</c:v>
                </c:pt>
                <c:pt idx="8975">
                  <c:v>8.0449959347924285</c:v>
                </c:pt>
                <c:pt idx="8976">
                  <c:v>8.0463755594793245</c:v>
                </c:pt>
                <c:pt idx="8977">
                  <c:v>8.0466349115098748</c:v>
                </c:pt>
                <c:pt idx="8978">
                  <c:v>8.0450173695232614</c:v>
                </c:pt>
                <c:pt idx="8979">
                  <c:v>8.0427691044224527</c:v>
                </c:pt>
                <c:pt idx="8980">
                  <c:v>8.0428775099577052</c:v>
                </c:pt>
                <c:pt idx="8981">
                  <c:v>8.042098139859565</c:v>
                </c:pt>
                <c:pt idx="8982">
                  <c:v>8.040624645834189</c:v>
                </c:pt>
                <c:pt idx="8983">
                  <c:v>8.0410726399211594</c:v>
                </c:pt>
                <c:pt idx="8984">
                  <c:v>8.0416194308709397</c:v>
                </c:pt>
                <c:pt idx="8985">
                  <c:v>8.043009485484335</c:v>
                </c:pt>
                <c:pt idx="8986">
                  <c:v>8.043573440643863</c:v>
                </c:pt>
                <c:pt idx="8987">
                  <c:v>8.0428347226214427</c:v>
                </c:pt>
                <c:pt idx="8988">
                  <c:v>8.0410420071449096</c:v>
                </c:pt>
                <c:pt idx="8989">
                  <c:v>8.0405485155832963</c:v>
                </c:pt>
                <c:pt idx="8990">
                  <c:v>8.0426210323163474</c:v>
                </c:pt>
                <c:pt idx="8991">
                  <c:v>8.0455610397076338</c:v>
                </c:pt>
                <c:pt idx="8992">
                  <c:v>8.0454426969983164</c:v>
                </c:pt>
                <c:pt idx="8993">
                  <c:v>8.045208064714819</c:v>
                </c:pt>
                <c:pt idx="8994">
                  <c:v>8.0453103108446591</c:v>
                </c:pt>
                <c:pt idx="8995">
                  <c:v>8.0460112511805519</c:v>
                </c:pt>
                <c:pt idx="8996">
                  <c:v>8.0463507576068665</c:v>
                </c:pt>
                <c:pt idx="8997">
                  <c:v>8.0448232250646736</c:v>
                </c:pt>
                <c:pt idx="8998">
                  <c:v>8.0420709563503472</c:v>
                </c:pt>
                <c:pt idx="8999">
                  <c:v>8.0396066193076834</c:v>
                </c:pt>
                <c:pt idx="9000">
                  <c:v>8.0362182072023973</c:v>
                </c:pt>
                <c:pt idx="9001">
                  <c:v>8.0331318523385207</c:v>
                </c:pt>
                <c:pt idx="9002">
                  <c:v>8.0348588674906587</c:v>
                </c:pt>
                <c:pt idx="9003">
                  <c:v>8.039416006241531</c:v>
                </c:pt>
                <c:pt idx="9004">
                  <c:v>8.0431743111731606</c:v>
                </c:pt>
                <c:pt idx="9005">
                  <c:v>8.0435108610848758</c:v>
                </c:pt>
                <c:pt idx="9006">
                  <c:v>8.0432134849915826</c:v>
                </c:pt>
                <c:pt idx="9007">
                  <c:v>8.0423184823225071</c:v>
                </c:pt>
                <c:pt idx="9008">
                  <c:v>8.0419725701145648</c:v>
                </c:pt>
                <c:pt idx="9009">
                  <c:v>8.042065043321152</c:v>
                </c:pt>
                <c:pt idx="9010">
                  <c:v>8.04224185931918</c:v>
                </c:pt>
                <c:pt idx="9011">
                  <c:v>8.0416865273272293</c:v>
                </c:pt>
                <c:pt idx="9012">
                  <c:v>8.03666234139531</c:v>
                </c:pt>
                <c:pt idx="9013">
                  <c:v>8.0325508972200552</c:v>
                </c:pt>
                <c:pt idx="9014">
                  <c:v>8.0325345542643625</c:v>
                </c:pt>
                <c:pt idx="9015">
                  <c:v>8.0352550404467618</c:v>
                </c:pt>
                <c:pt idx="9016">
                  <c:v>8.03646129840266</c:v>
                </c:pt>
                <c:pt idx="9017">
                  <c:v>8.0379405412064227</c:v>
                </c:pt>
                <c:pt idx="9018">
                  <c:v>8.0400805650227891</c:v>
                </c:pt>
                <c:pt idx="9019">
                  <c:v>8.0443606126555256</c:v>
                </c:pt>
                <c:pt idx="9020">
                  <c:v>8.0456351989487942</c:v>
                </c:pt>
                <c:pt idx="9021">
                  <c:v>8.04325454769433</c:v>
                </c:pt>
                <c:pt idx="9022">
                  <c:v>8.0426551964850326</c:v>
                </c:pt>
                <c:pt idx="9023">
                  <c:v>8.0429854227405251</c:v>
                </c:pt>
                <c:pt idx="9024">
                  <c:v>8.0419780725167325</c:v>
                </c:pt>
                <c:pt idx="9025">
                  <c:v>8.0408851476204166</c:v>
                </c:pt>
                <c:pt idx="9026">
                  <c:v>8.0424572742577922</c:v>
                </c:pt>
                <c:pt idx="9027">
                  <c:v>8.0423477189668624</c:v>
                </c:pt>
                <c:pt idx="9028">
                  <c:v>8.0376747012688377</c:v>
                </c:pt>
                <c:pt idx="9029">
                  <c:v>8.0359157393339622</c:v>
                </c:pt>
                <c:pt idx="9030">
                  <c:v>8.0341002751201085</c:v>
                </c:pt>
                <c:pt idx="9031">
                  <c:v>8.0335667063606131</c:v>
                </c:pt>
                <c:pt idx="9032">
                  <c:v>8.0346853365088489</c:v>
                </c:pt>
                <c:pt idx="9033">
                  <c:v>8.0375919188600999</c:v>
                </c:pt>
                <c:pt idx="9034">
                  <c:v>8.0412605428489297</c:v>
                </c:pt>
                <c:pt idx="9035">
                  <c:v>8.043451320165893</c:v>
                </c:pt>
                <c:pt idx="9036">
                  <c:v>8.0441393668131234</c:v>
                </c:pt>
                <c:pt idx="9037">
                  <c:v>8.0412657988748819</c:v>
                </c:pt>
                <c:pt idx="9038">
                  <c:v>8.0381254054941902</c:v>
                </c:pt>
                <c:pt idx="9039">
                  <c:v>8.0369493696875125</c:v>
                </c:pt>
                <c:pt idx="9040">
                  <c:v>8.0367282059705172</c:v>
                </c:pt>
                <c:pt idx="9041">
                  <c:v>8.0350385578778791</c:v>
                </c:pt>
                <c:pt idx="9042">
                  <c:v>8.0324325545107378</c:v>
                </c:pt>
                <c:pt idx="9043">
                  <c:v>8.0333434895084803</c:v>
                </c:pt>
                <c:pt idx="9044">
                  <c:v>8.0329895290108002</c:v>
                </c:pt>
                <c:pt idx="9045">
                  <c:v>8.0315403441054496</c:v>
                </c:pt>
                <c:pt idx="9046">
                  <c:v>8.032729273600788</c:v>
                </c:pt>
                <c:pt idx="9047">
                  <c:v>8.0352335235905219</c:v>
                </c:pt>
                <c:pt idx="9048">
                  <c:v>8.0362623906705544</c:v>
                </c:pt>
                <c:pt idx="9049">
                  <c:v>8.0362609124132547</c:v>
                </c:pt>
                <c:pt idx="9050">
                  <c:v>8.0371565720855749</c:v>
                </c:pt>
                <c:pt idx="9051">
                  <c:v>8.0358074980495218</c:v>
                </c:pt>
                <c:pt idx="9052">
                  <c:v>8.0328542684679505</c:v>
                </c:pt>
                <c:pt idx="9053">
                  <c:v>8.0327419209132351</c:v>
                </c:pt>
                <c:pt idx="9054">
                  <c:v>8.0342907239354489</c:v>
                </c:pt>
                <c:pt idx="9055">
                  <c:v>8.0375222765162402</c:v>
                </c:pt>
                <c:pt idx="9056">
                  <c:v>8.0402105695396866</c:v>
                </c:pt>
                <c:pt idx="9057">
                  <c:v>8.0433473494025378</c:v>
                </c:pt>
                <c:pt idx="9058">
                  <c:v>8.0442217385948336</c:v>
                </c:pt>
                <c:pt idx="9059">
                  <c:v>8.0417932903543718</c:v>
                </c:pt>
                <c:pt idx="9060">
                  <c:v>8.0383201248306158</c:v>
                </c:pt>
                <c:pt idx="9061">
                  <c:v>8.0355357450827416</c:v>
                </c:pt>
                <c:pt idx="9062">
                  <c:v>8.0362226419742946</c:v>
                </c:pt>
                <c:pt idx="9063">
                  <c:v>8.036659877633145</c:v>
                </c:pt>
                <c:pt idx="9064">
                  <c:v>8.0378565269166025</c:v>
                </c:pt>
                <c:pt idx="9065">
                  <c:v>8.0364708249496974</c:v>
                </c:pt>
                <c:pt idx="9066">
                  <c:v>8.0339541740237337</c:v>
                </c:pt>
                <c:pt idx="9067">
                  <c:v>8.0348054038516814</c:v>
                </c:pt>
                <c:pt idx="9068">
                  <c:v>8.0337621648256885</c:v>
                </c:pt>
                <c:pt idx="9069">
                  <c:v>8.0322363569170125</c:v>
                </c:pt>
                <c:pt idx="9070">
                  <c:v>8.0338143144581782</c:v>
                </c:pt>
                <c:pt idx="9071">
                  <c:v>8.0362485936024317</c:v>
                </c:pt>
                <c:pt idx="9072">
                  <c:v>8.0375620252125</c:v>
                </c:pt>
                <c:pt idx="9073">
                  <c:v>8.0338653964603957</c:v>
                </c:pt>
                <c:pt idx="9074">
                  <c:v>8.0339632078183385</c:v>
                </c:pt>
                <c:pt idx="9075">
                  <c:v>8.0358867490658241</c:v>
                </c:pt>
                <c:pt idx="9076">
                  <c:v>8.0364362501539848</c:v>
                </c:pt>
                <c:pt idx="9077">
                  <c:v>8.0372122531104999</c:v>
                </c:pt>
                <c:pt idx="9078">
                  <c:v>8.035291011374369</c:v>
                </c:pt>
                <c:pt idx="9079">
                  <c:v>8.0349960169178338</c:v>
                </c:pt>
                <c:pt idx="9080">
                  <c:v>8.035700570771569</c:v>
                </c:pt>
                <c:pt idx="9081">
                  <c:v>8.0363743275982422</c:v>
                </c:pt>
                <c:pt idx="9082">
                  <c:v>8.0358911838377196</c:v>
                </c:pt>
                <c:pt idx="9083">
                  <c:v>8.034751858087299</c:v>
                </c:pt>
                <c:pt idx="9084">
                  <c:v>8.0344898780437735</c:v>
                </c:pt>
                <c:pt idx="9085">
                  <c:v>8.0345723319508888</c:v>
                </c:pt>
                <c:pt idx="9086">
                  <c:v>8.034287603170041</c:v>
                </c:pt>
                <c:pt idx="9087">
                  <c:v>8.0324215497064024</c:v>
                </c:pt>
                <c:pt idx="9088">
                  <c:v>8.0305650227897996</c:v>
                </c:pt>
                <c:pt idx="9089">
                  <c:v>8.0297095224407666</c:v>
                </c:pt>
                <c:pt idx="9090">
                  <c:v>8.0323787623701399</c:v>
                </c:pt>
                <c:pt idx="9091">
                  <c:v>8.036371699585267</c:v>
                </c:pt>
                <c:pt idx="9092">
                  <c:v>8.0366195540590475</c:v>
                </c:pt>
                <c:pt idx="9093">
                  <c:v>8.0362706032111042</c:v>
                </c:pt>
                <c:pt idx="9094">
                  <c:v>8.0365903995400974</c:v>
                </c:pt>
                <c:pt idx="9095">
                  <c:v>8.0363294871268423</c:v>
                </c:pt>
                <c:pt idx="9096">
                  <c:v>8.0353415184987469</c:v>
                </c:pt>
                <c:pt idx="9097">
                  <c:v>8.0355740976471068</c:v>
                </c:pt>
                <c:pt idx="9098">
                  <c:v>8.0370630312487172</c:v>
                </c:pt>
                <c:pt idx="9099">
                  <c:v>8.0350068574713589</c:v>
                </c:pt>
                <c:pt idx="9100">
                  <c:v>8.0345149262924487</c:v>
                </c:pt>
                <c:pt idx="9101">
                  <c:v>8.0326469018190778</c:v>
                </c:pt>
                <c:pt idx="9102">
                  <c:v>8.0341296760152758</c:v>
                </c:pt>
                <c:pt idx="9103">
                  <c:v>8.0386971625672405</c:v>
                </c:pt>
                <c:pt idx="9104">
                  <c:v>8.0385222354535379</c:v>
                </c:pt>
                <c:pt idx="9105">
                  <c:v>8.0347153944072591</c:v>
                </c:pt>
                <c:pt idx="9106">
                  <c:v>8.0338920872171808</c:v>
                </c:pt>
                <c:pt idx="9107">
                  <c:v>8.0333531803063281</c:v>
                </c:pt>
                <c:pt idx="9108">
                  <c:v>8.0324573563831976</c:v>
                </c:pt>
                <c:pt idx="9109">
                  <c:v>8.0338992321274585</c:v>
                </c:pt>
                <c:pt idx="9110">
                  <c:v>8.0334249579107304</c:v>
                </c:pt>
                <c:pt idx="9111">
                  <c:v>8.0344031536155711</c:v>
                </c:pt>
                <c:pt idx="9112">
                  <c:v>8.0352755717981363</c:v>
                </c:pt>
                <c:pt idx="9113">
                  <c:v>8.0362104052888768</c:v>
                </c:pt>
                <c:pt idx="9114">
                  <c:v>8.0362896563051773</c:v>
                </c:pt>
                <c:pt idx="9115">
                  <c:v>8.0364437235658848</c:v>
                </c:pt>
                <c:pt idx="9116">
                  <c:v>8.0352356588510663</c:v>
                </c:pt>
                <c:pt idx="9117">
                  <c:v>8.0326009937174057</c:v>
                </c:pt>
                <c:pt idx="9118">
                  <c:v>8.030783886995442</c:v>
                </c:pt>
                <c:pt idx="9119">
                  <c:v>8.0287408532829634</c:v>
                </c:pt>
                <c:pt idx="9120">
                  <c:v>8.0283010717365411</c:v>
                </c:pt>
                <c:pt idx="9121">
                  <c:v>8.0285867038968508</c:v>
                </c:pt>
                <c:pt idx="9122">
                  <c:v>8.0298526670225439</c:v>
                </c:pt>
                <c:pt idx="9123">
                  <c:v>8.0317269330267322</c:v>
                </c:pt>
                <c:pt idx="9124">
                  <c:v>8.0304679505605066</c:v>
                </c:pt>
                <c:pt idx="9125">
                  <c:v>8.029204040569951</c:v>
                </c:pt>
                <c:pt idx="9126">
                  <c:v>8.0290259926908387</c:v>
                </c:pt>
                <c:pt idx="9127">
                  <c:v>8.0288616597544458</c:v>
                </c:pt>
                <c:pt idx="9128">
                  <c:v>8.0266657085369353</c:v>
                </c:pt>
                <c:pt idx="9129">
                  <c:v>8.0254614215907694</c:v>
                </c:pt>
                <c:pt idx="9130">
                  <c:v>8.0276123680860678</c:v>
                </c:pt>
                <c:pt idx="9131">
                  <c:v>8.028743809797561</c:v>
                </c:pt>
                <c:pt idx="9132">
                  <c:v>8.0282282265018683</c:v>
                </c:pt>
                <c:pt idx="9133">
                  <c:v>8.0259632899437445</c:v>
                </c:pt>
                <c:pt idx="9134">
                  <c:v>8.0262628834229872</c:v>
                </c:pt>
                <c:pt idx="9135">
                  <c:v>8.0281071736541705</c:v>
                </c:pt>
                <c:pt idx="9136">
                  <c:v>8.0302336467786315</c:v>
                </c:pt>
                <c:pt idx="9137">
                  <c:v>8.0303135547981768</c:v>
                </c:pt>
                <c:pt idx="9138">
                  <c:v>8.0284729602102409</c:v>
                </c:pt>
                <c:pt idx="9139">
                  <c:v>8.027632406685008</c:v>
                </c:pt>
                <c:pt idx="9140">
                  <c:v>8.0241468402250238</c:v>
                </c:pt>
                <c:pt idx="9141">
                  <c:v>8.0239208311091037</c:v>
                </c:pt>
                <c:pt idx="9142">
                  <c:v>8.0269472344269701</c:v>
                </c:pt>
                <c:pt idx="9143">
                  <c:v>8.0295947111238863</c:v>
                </c:pt>
                <c:pt idx="9144">
                  <c:v>8.0324052067507079</c:v>
                </c:pt>
                <c:pt idx="9145">
                  <c:v>8.0362647723073124</c:v>
                </c:pt>
                <c:pt idx="9146">
                  <c:v>8.0375523344146504</c:v>
                </c:pt>
                <c:pt idx="9147">
                  <c:v>8.036548679834107</c:v>
                </c:pt>
                <c:pt idx="9148">
                  <c:v>8.0344757524740285</c:v>
                </c:pt>
                <c:pt idx="9149">
                  <c:v>8.0326642302796376</c:v>
                </c:pt>
                <c:pt idx="9150">
                  <c:v>8.0322774196197599</c:v>
                </c:pt>
                <c:pt idx="9151">
                  <c:v>8.0338248265100809</c:v>
                </c:pt>
                <c:pt idx="9152">
                  <c:v>8.0336119574590406</c:v>
                </c:pt>
                <c:pt idx="9153">
                  <c:v>8.0349076499815215</c:v>
                </c:pt>
                <c:pt idx="9154">
                  <c:v>8.0342210815915909</c:v>
                </c:pt>
                <c:pt idx="9155">
                  <c:v>8.0347538290970313</c:v>
                </c:pt>
                <c:pt idx="9156">
                  <c:v>8.0348710220506714</c:v>
                </c:pt>
                <c:pt idx="9157">
                  <c:v>8.0309873937502569</c:v>
                </c:pt>
                <c:pt idx="9158">
                  <c:v>8.0269166837761254</c:v>
                </c:pt>
                <c:pt idx="9159">
                  <c:v>8.02649521619513</c:v>
                </c:pt>
                <c:pt idx="9160">
                  <c:v>8.0292802529462488</c:v>
                </c:pt>
                <c:pt idx="9161">
                  <c:v>8.0298554592863294</c:v>
                </c:pt>
                <c:pt idx="9162">
                  <c:v>8.0265057282470327</c:v>
                </c:pt>
                <c:pt idx="9163">
                  <c:v>8.0224217139572129</c:v>
                </c:pt>
                <c:pt idx="9164">
                  <c:v>8.0225104915205527</c:v>
                </c:pt>
                <c:pt idx="9165">
                  <c:v>8.0235485566459985</c:v>
                </c:pt>
                <c:pt idx="9166">
                  <c:v>8.0257884449554471</c:v>
                </c:pt>
                <c:pt idx="9167">
                  <c:v>8.0288191187943987</c:v>
                </c:pt>
                <c:pt idx="9168">
                  <c:v>8.0310989200509173</c:v>
                </c:pt>
                <c:pt idx="9169">
                  <c:v>8.0312418182564773</c:v>
                </c:pt>
                <c:pt idx="9170">
                  <c:v>8.0300872993060395</c:v>
                </c:pt>
                <c:pt idx="9171">
                  <c:v>8.0272053545764379</c:v>
                </c:pt>
                <c:pt idx="9172">
                  <c:v>8.0267865150084177</c:v>
                </c:pt>
                <c:pt idx="9173">
                  <c:v>8.0285762739703532</c:v>
                </c:pt>
                <c:pt idx="9174">
                  <c:v>8.0288220753089963</c:v>
                </c:pt>
                <c:pt idx="9175">
                  <c:v>8.0295161992362338</c:v>
                </c:pt>
                <c:pt idx="9176">
                  <c:v>8.0316536771650302</c:v>
                </c:pt>
                <c:pt idx="9177">
                  <c:v>8.0314712766394276</c:v>
                </c:pt>
                <c:pt idx="9178">
                  <c:v>8.0300957582228065</c:v>
                </c:pt>
                <c:pt idx="9179">
                  <c:v>8.0315884695930695</c:v>
                </c:pt>
                <c:pt idx="9180">
                  <c:v>8.0318206381144002</c:v>
                </c:pt>
                <c:pt idx="9181">
                  <c:v>8.0289754034410539</c:v>
                </c:pt>
                <c:pt idx="9182">
                  <c:v>8.0292202192748334</c:v>
                </c:pt>
                <c:pt idx="9183">
                  <c:v>8.0314264361680294</c:v>
                </c:pt>
                <c:pt idx="9184">
                  <c:v>8.0336325709358185</c:v>
                </c:pt>
                <c:pt idx="9185">
                  <c:v>8.0337149427175305</c:v>
                </c:pt>
                <c:pt idx="9186">
                  <c:v>8.03151899150002</c:v>
                </c:pt>
                <c:pt idx="9187">
                  <c:v>8.0322152506878002</c:v>
                </c:pt>
                <c:pt idx="9188">
                  <c:v>8.0347005297088661</c:v>
                </c:pt>
                <c:pt idx="9189">
                  <c:v>8.0348102492506062</c:v>
                </c:pt>
                <c:pt idx="9190">
                  <c:v>8.0312749969202972</c:v>
                </c:pt>
                <c:pt idx="9191">
                  <c:v>8.0292475670348615</c:v>
                </c:pt>
                <c:pt idx="9192">
                  <c:v>8.0279170533404507</c:v>
                </c:pt>
                <c:pt idx="9193">
                  <c:v>8.0288664230279636</c:v>
                </c:pt>
                <c:pt idx="9194">
                  <c:v>8.0317258653964601</c:v>
                </c:pt>
                <c:pt idx="9195">
                  <c:v>8.0324659795507749</c:v>
                </c:pt>
                <c:pt idx="9196">
                  <c:v>8.0319471112388623</c:v>
                </c:pt>
                <c:pt idx="9197">
                  <c:v>8.0296374163347437</c:v>
                </c:pt>
                <c:pt idx="9198">
                  <c:v>8.0277523097770302</c:v>
                </c:pt>
                <c:pt idx="9199">
                  <c:v>8.0269796739621402</c:v>
                </c:pt>
                <c:pt idx="9200">
                  <c:v>8.0274328419496577</c:v>
                </c:pt>
                <c:pt idx="9201">
                  <c:v>8.0263557672566002</c:v>
                </c:pt>
                <c:pt idx="9202">
                  <c:v>8.0266712109391047</c:v>
                </c:pt>
                <c:pt idx="9203">
                  <c:v>8.0289017369523261</c:v>
                </c:pt>
                <c:pt idx="9204">
                  <c:v>8.0346011579682166</c:v>
                </c:pt>
                <c:pt idx="9205">
                  <c:v>8.035086683365499</c:v>
                </c:pt>
                <c:pt idx="9206">
                  <c:v>8.0339495750010261</c:v>
                </c:pt>
                <c:pt idx="9207">
                  <c:v>8.0346455056871839</c:v>
                </c:pt>
                <c:pt idx="9208">
                  <c:v>8.0332147989980704</c:v>
                </c:pt>
                <c:pt idx="9209">
                  <c:v>8.0324254917258653</c:v>
                </c:pt>
                <c:pt idx="9210">
                  <c:v>8.032851394078758</c:v>
                </c:pt>
                <c:pt idx="9211">
                  <c:v>8.0342469510943211</c:v>
                </c:pt>
                <c:pt idx="9212">
                  <c:v>8.0342577916478461</c:v>
                </c:pt>
                <c:pt idx="9213">
                  <c:v>8.0355726193898089</c:v>
                </c:pt>
                <c:pt idx="9214">
                  <c:v>8.0357551841662218</c:v>
                </c:pt>
                <c:pt idx="9215">
                  <c:v>8.032499158214593</c:v>
                </c:pt>
                <c:pt idx="9216">
                  <c:v>8.0288398143965836</c:v>
                </c:pt>
                <c:pt idx="9217">
                  <c:v>8.0278665462160728</c:v>
                </c:pt>
                <c:pt idx="9218">
                  <c:v>8.031155093828275</c:v>
                </c:pt>
                <c:pt idx="9219">
                  <c:v>8.0334832669486307</c:v>
                </c:pt>
                <c:pt idx="9220">
                  <c:v>8.0344875785324188</c:v>
                </c:pt>
                <c:pt idx="9221">
                  <c:v>8.0340359709276061</c:v>
                </c:pt>
                <c:pt idx="9222">
                  <c:v>8.0336981070094033</c:v>
                </c:pt>
                <c:pt idx="9223">
                  <c:v>8.0325292982384102</c:v>
                </c:pt>
                <c:pt idx="9224">
                  <c:v>8.0308943456658319</c:v>
                </c:pt>
                <c:pt idx="9225">
                  <c:v>8.030479858744302</c:v>
                </c:pt>
                <c:pt idx="9226">
                  <c:v>8.0315198948794801</c:v>
                </c:pt>
                <c:pt idx="9227">
                  <c:v>8.0319476039912949</c:v>
                </c:pt>
                <c:pt idx="9228">
                  <c:v>8.0323636512955279</c:v>
                </c:pt>
                <c:pt idx="9229">
                  <c:v>8.0310086642302796</c:v>
                </c:pt>
                <c:pt idx="9230">
                  <c:v>8.0294457356383191</c:v>
                </c:pt>
                <c:pt idx="9231">
                  <c:v>8.0287094813780637</c:v>
                </c:pt>
                <c:pt idx="9232">
                  <c:v>8.0282940089516686</c:v>
                </c:pt>
                <c:pt idx="9233">
                  <c:v>8.029744754239724</c:v>
                </c:pt>
                <c:pt idx="9234">
                  <c:v>8.0326721964439702</c:v>
                </c:pt>
                <c:pt idx="9235">
                  <c:v>8.0342345501580912</c:v>
                </c:pt>
                <c:pt idx="9236">
                  <c:v>8.0334288999301933</c:v>
                </c:pt>
                <c:pt idx="9237">
                  <c:v>8.0322575452716301</c:v>
                </c:pt>
                <c:pt idx="9238">
                  <c:v>8.0306928920461544</c:v>
                </c:pt>
                <c:pt idx="9239">
                  <c:v>8.0311946782737245</c:v>
                </c:pt>
                <c:pt idx="9240">
                  <c:v>8.0324849505194429</c:v>
                </c:pt>
                <c:pt idx="9241">
                  <c:v>8.0296823389315488</c:v>
                </c:pt>
                <c:pt idx="9242">
                  <c:v>8.0286210323163463</c:v>
                </c:pt>
                <c:pt idx="9243">
                  <c:v>8.0290081714778463</c:v>
                </c:pt>
                <c:pt idx="9244">
                  <c:v>8.0279591836734685</c:v>
                </c:pt>
                <c:pt idx="9245">
                  <c:v>8.0284300907485733</c:v>
                </c:pt>
                <c:pt idx="9246">
                  <c:v>8.0295304890567891</c:v>
                </c:pt>
                <c:pt idx="9247">
                  <c:v>8.0293008664230285</c:v>
                </c:pt>
                <c:pt idx="9248">
                  <c:v>8.0298051985381687</c:v>
                </c:pt>
                <c:pt idx="9249">
                  <c:v>8.029629285919599</c:v>
                </c:pt>
                <c:pt idx="9250">
                  <c:v>8.0289630846302309</c:v>
                </c:pt>
                <c:pt idx="9251">
                  <c:v>8.0296677206093712</c:v>
                </c:pt>
                <c:pt idx="9252">
                  <c:v>8.0293460353960491</c:v>
                </c:pt>
                <c:pt idx="9253">
                  <c:v>8.026868229786885</c:v>
                </c:pt>
                <c:pt idx="9254">
                  <c:v>8.0292595573440639</c:v>
                </c:pt>
                <c:pt idx="9255">
                  <c:v>8.0282423520716133</c:v>
                </c:pt>
                <c:pt idx="9256">
                  <c:v>8.0285154190448811</c:v>
                </c:pt>
                <c:pt idx="9257">
                  <c:v>8.0302138545559067</c:v>
                </c:pt>
                <c:pt idx="9258">
                  <c:v>8.0319016137642176</c:v>
                </c:pt>
                <c:pt idx="9259">
                  <c:v>8.0317748121381349</c:v>
                </c:pt>
                <c:pt idx="9260">
                  <c:v>8.030541452798424</c:v>
                </c:pt>
                <c:pt idx="9261">
                  <c:v>8.0303666899355317</c:v>
                </c:pt>
                <c:pt idx="9262">
                  <c:v>8.0304527573604894</c:v>
                </c:pt>
                <c:pt idx="9263">
                  <c:v>8.0284084096415231</c:v>
                </c:pt>
                <c:pt idx="9264">
                  <c:v>8.0271261035601356</c:v>
                </c:pt>
                <c:pt idx="9265">
                  <c:v>8.0264384675399327</c:v>
                </c:pt>
                <c:pt idx="9266">
                  <c:v>8.0288201864246709</c:v>
                </c:pt>
                <c:pt idx="9267">
                  <c:v>8.0313376586046896</c:v>
                </c:pt>
                <c:pt idx="9268">
                  <c:v>8.0294766147907861</c:v>
                </c:pt>
                <c:pt idx="9269">
                  <c:v>8.029343653759291</c:v>
                </c:pt>
                <c:pt idx="9270">
                  <c:v>8.0290001231881085</c:v>
                </c:pt>
                <c:pt idx="9271">
                  <c:v>8.0285949985628058</c:v>
                </c:pt>
                <c:pt idx="9272">
                  <c:v>8.0319172175912623</c:v>
                </c:pt>
                <c:pt idx="9273">
                  <c:v>8.032269864082453</c:v>
                </c:pt>
                <c:pt idx="9274">
                  <c:v>8.0286482158255659</c:v>
                </c:pt>
                <c:pt idx="9275">
                  <c:v>8.0282653471851511</c:v>
                </c:pt>
                <c:pt idx="9276">
                  <c:v>8.0300771157557591</c:v>
                </c:pt>
                <c:pt idx="9277">
                  <c:v>8.0318110294419576</c:v>
                </c:pt>
                <c:pt idx="9278">
                  <c:v>8.0323625015398505</c:v>
                </c:pt>
                <c:pt idx="9279">
                  <c:v>8.0319338069231723</c:v>
                </c:pt>
                <c:pt idx="9280">
                  <c:v>8.0317249620169999</c:v>
                </c:pt>
                <c:pt idx="9281">
                  <c:v>8.0334040980577335</c:v>
                </c:pt>
                <c:pt idx="9282">
                  <c:v>8.0340073091610886</c:v>
                </c:pt>
                <c:pt idx="9283">
                  <c:v>8.0321872459245274</c:v>
                </c:pt>
                <c:pt idx="9284">
                  <c:v>8.0302525356218943</c:v>
                </c:pt>
                <c:pt idx="9285">
                  <c:v>8.0261980864780522</c:v>
                </c:pt>
                <c:pt idx="9286">
                  <c:v>8.023375354165811</c:v>
                </c:pt>
                <c:pt idx="9287">
                  <c:v>8.0246341723812264</c:v>
                </c:pt>
                <c:pt idx="9288">
                  <c:v>8.0258609616884975</c:v>
                </c:pt>
                <c:pt idx="9289">
                  <c:v>8.0276161458547204</c:v>
                </c:pt>
                <c:pt idx="9290">
                  <c:v>8.0295006775345961</c:v>
                </c:pt>
                <c:pt idx="9291">
                  <c:v>8.0287868435100407</c:v>
                </c:pt>
                <c:pt idx="9292">
                  <c:v>8.0272363158543101</c:v>
                </c:pt>
                <c:pt idx="9293">
                  <c:v>8.0276553196731406</c:v>
                </c:pt>
                <c:pt idx="9294">
                  <c:v>8.0282765162402985</c:v>
                </c:pt>
                <c:pt idx="9295">
                  <c:v>8.0275419044881531</c:v>
                </c:pt>
                <c:pt idx="9296">
                  <c:v>8.023784749312199</c:v>
                </c:pt>
                <c:pt idx="9297">
                  <c:v>8.0224079990144954</c:v>
                </c:pt>
                <c:pt idx="9298">
                  <c:v>8.025240914877017</c:v>
                </c:pt>
                <c:pt idx="9299">
                  <c:v>8.0307357615078221</c:v>
                </c:pt>
                <c:pt idx="9300">
                  <c:v>8.0330329733503056</c:v>
                </c:pt>
                <c:pt idx="9301">
                  <c:v>8.0298057734160064</c:v>
                </c:pt>
                <c:pt idx="9302">
                  <c:v>8.0295467498870767</c:v>
                </c:pt>
                <c:pt idx="9303">
                  <c:v>8.0312111854802275</c:v>
                </c:pt>
                <c:pt idx="9304">
                  <c:v>8.0303626657906619</c:v>
                </c:pt>
                <c:pt idx="9305">
                  <c:v>8.0284801051205186</c:v>
                </c:pt>
                <c:pt idx="9306">
                  <c:v>8.0264870036545801</c:v>
                </c:pt>
                <c:pt idx="9307">
                  <c:v>8.0253618855993096</c:v>
                </c:pt>
                <c:pt idx="9308">
                  <c:v>8.0260397486962596</c:v>
                </c:pt>
                <c:pt idx="9309">
                  <c:v>8.0271394900012325</c:v>
                </c:pt>
                <c:pt idx="9310">
                  <c:v>8.0275358272081476</c:v>
                </c:pt>
                <c:pt idx="9311">
                  <c:v>8.0269432102821003</c:v>
                </c:pt>
                <c:pt idx="9312">
                  <c:v>8.0260393380692321</c:v>
                </c:pt>
                <c:pt idx="9313">
                  <c:v>8.0274403974869628</c:v>
                </c:pt>
                <c:pt idx="9314">
                  <c:v>8.0271468812877256</c:v>
                </c:pt>
                <c:pt idx="9315">
                  <c:v>8.0253267359257592</c:v>
                </c:pt>
                <c:pt idx="9316">
                  <c:v>8.025274175666242</c:v>
                </c:pt>
                <c:pt idx="9317">
                  <c:v>8.0266689114277501</c:v>
                </c:pt>
                <c:pt idx="9318">
                  <c:v>8.0263261199852174</c:v>
                </c:pt>
                <c:pt idx="9319">
                  <c:v>8.0236999137683238</c:v>
                </c:pt>
                <c:pt idx="9320">
                  <c:v>8.0212207941526703</c:v>
                </c:pt>
                <c:pt idx="9321">
                  <c:v>8.019764464337042</c:v>
                </c:pt>
                <c:pt idx="9322">
                  <c:v>8.0188608385003892</c:v>
                </c:pt>
                <c:pt idx="9323">
                  <c:v>8.02124469264567</c:v>
                </c:pt>
                <c:pt idx="9324">
                  <c:v>8.0255394407259892</c:v>
                </c:pt>
                <c:pt idx="9325">
                  <c:v>8.0278882273231229</c:v>
                </c:pt>
                <c:pt idx="9326">
                  <c:v>8.0300971543546993</c:v>
                </c:pt>
                <c:pt idx="9327">
                  <c:v>8.0299367634377692</c:v>
                </c:pt>
                <c:pt idx="9328">
                  <c:v>8.0298188313554792</c:v>
                </c:pt>
                <c:pt idx="9329">
                  <c:v>8.0317049234180597</c:v>
                </c:pt>
                <c:pt idx="9330">
                  <c:v>8.0313381513571223</c:v>
                </c:pt>
                <c:pt idx="9331">
                  <c:v>8.0294757114113242</c:v>
                </c:pt>
                <c:pt idx="9332">
                  <c:v>8.0296651747217993</c:v>
                </c:pt>
                <c:pt idx="9333">
                  <c:v>8.0302175501991542</c:v>
                </c:pt>
                <c:pt idx="9334">
                  <c:v>8.0313681271301274</c:v>
                </c:pt>
                <c:pt idx="9335">
                  <c:v>8.0286536361023284</c:v>
                </c:pt>
                <c:pt idx="9336">
                  <c:v>8.0272416540056675</c:v>
                </c:pt>
                <c:pt idx="9337">
                  <c:v>8.0273511271711904</c:v>
                </c:pt>
                <c:pt idx="9338">
                  <c:v>8.024413665667474</c:v>
                </c:pt>
                <c:pt idx="9339">
                  <c:v>8.0251991130456215</c:v>
                </c:pt>
                <c:pt idx="9340">
                  <c:v>8.028859278117686</c:v>
                </c:pt>
                <c:pt idx="9341">
                  <c:v>8.028907485730711</c:v>
                </c:pt>
                <c:pt idx="9342">
                  <c:v>8.023896193487456</c:v>
                </c:pt>
                <c:pt idx="9343">
                  <c:v>8.0212035478175174</c:v>
                </c:pt>
                <c:pt idx="9344">
                  <c:v>8.0204595737691449</c:v>
                </c:pt>
                <c:pt idx="9345">
                  <c:v>8.0211015480638927</c:v>
                </c:pt>
                <c:pt idx="9346">
                  <c:v>8.0221025746314627</c:v>
                </c:pt>
                <c:pt idx="9347">
                  <c:v>8.023041514392478</c:v>
                </c:pt>
                <c:pt idx="9348">
                  <c:v>8.0222375066726883</c:v>
                </c:pt>
                <c:pt idx="9349">
                  <c:v>8.0204308298772222</c:v>
                </c:pt>
                <c:pt idx="9350">
                  <c:v>8.0198236767544042</c:v>
                </c:pt>
                <c:pt idx="9351">
                  <c:v>8.0192173448856412</c:v>
                </c:pt>
                <c:pt idx="9352">
                  <c:v>8.020719829179157</c:v>
                </c:pt>
                <c:pt idx="9353">
                  <c:v>8.0255736870200796</c:v>
                </c:pt>
                <c:pt idx="9354">
                  <c:v>8.0293379049809062</c:v>
                </c:pt>
                <c:pt idx="9355">
                  <c:v>8.0267277132180848</c:v>
                </c:pt>
                <c:pt idx="9356">
                  <c:v>8.024796616433294</c:v>
                </c:pt>
                <c:pt idx="9357">
                  <c:v>8.0257171601034774</c:v>
                </c:pt>
                <c:pt idx="9358">
                  <c:v>8.0261400238163674</c:v>
                </c:pt>
                <c:pt idx="9359">
                  <c:v>8.0282468689689157</c:v>
                </c:pt>
                <c:pt idx="9360">
                  <c:v>8.0312988954132969</c:v>
                </c:pt>
                <c:pt idx="9361">
                  <c:v>8.0320993717406477</c:v>
                </c:pt>
                <c:pt idx="9362">
                  <c:v>8.0295759865314338</c:v>
                </c:pt>
                <c:pt idx="9363">
                  <c:v>8.0273274750544079</c:v>
                </c:pt>
                <c:pt idx="9364">
                  <c:v>8.0275697450006156</c:v>
                </c:pt>
                <c:pt idx="9365">
                  <c:v>8.0258362419414446</c:v>
                </c:pt>
                <c:pt idx="9366">
                  <c:v>8.0254831848232246</c:v>
                </c:pt>
                <c:pt idx="9367">
                  <c:v>8.0268467950560503</c:v>
                </c:pt>
                <c:pt idx="9368">
                  <c:v>8.0273254219192705</c:v>
                </c:pt>
                <c:pt idx="9369">
                  <c:v>8.0288090173695235</c:v>
                </c:pt>
                <c:pt idx="9370">
                  <c:v>8.0301629368045013</c:v>
                </c:pt>
                <c:pt idx="9371">
                  <c:v>8.0306387714039342</c:v>
                </c:pt>
                <c:pt idx="9372">
                  <c:v>8.0294890978524212</c:v>
                </c:pt>
                <c:pt idx="9373">
                  <c:v>8.0271770213115428</c:v>
                </c:pt>
                <c:pt idx="9374">
                  <c:v>8.0271117316141751</c:v>
                </c:pt>
                <c:pt idx="9375">
                  <c:v>8.0288847369933887</c:v>
                </c:pt>
                <c:pt idx="9376">
                  <c:v>8.0300679998357491</c:v>
                </c:pt>
                <c:pt idx="9377">
                  <c:v>8.0310885722498249</c:v>
                </c:pt>
                <c:pt idx="9378">
                  <c:v>8.0296725660082942</c:v>
                </c:pt>
                <c:pt idx="9379">
                  <c:v>8.0286681722991009</c:v>
                </c:pt>
                <c:pt idx="9380">
                  <c:v>8.0284166221820712</c:v>
                </c:pt>
                <c:pt idx="9381">
                  <c:v>8.0296487496407014</c:v>
                </c:pt>
                <c:pt idx="9382">
                  <c:v>8.0309772923253817</c:v>
                </c:pt>
                <c:pt idx="9383">
                  <c:v>8.0306087135055222</c:v>
                </c:pt>
                <c:pt idx="9384">
                  <c:v>8.0278736090009453</c:v>
                </c:pt>
                <c:pt idx="9385">
                  <c:v>8.0252005091775143</c:v>
                </c:pt>
                <c:pt idx="9386">
                  <c:v>8.0257776865273271</c:v>
                </c:pt>
                <c:pt idx="9387">
                  <c:v>8.0268979591836729</c:v>
                </c:pt>
                <c:pt idx="9388">
                  <c:v>8.0254725906459168</c:v>
                </c:pt>
                <c:pt idx="9389">
                  <c:v>8.024072188231429</c:v>
                </c:pt>
                <c:pt idx="9390">
                  <c:v>8.025902927770705</c:v>
                </c:pt>
                <c:pt idx="9391">
                  <c:v>8.0281300866423031</c:v>
                </c:pt>
                <c:pt idx="9392">
                  <c:v>8.025846425491725</c:v>
                </c:pt>
                <c:pt idx="9393">
                  <c:v>8.0236813534266833</c:v>
                </c:pt>
                <c:pt idx="9394">
                  <c:v>8.023591343982261</c:v>
                </c:pt>
                <c:pt idx="9395">
                  <c:v>8.0240581447870891</c:v>
                </c:pt>
                <c:pt idx="9396">
                  <c:v>8.0271408040077201</c:v>
                </c:pt>
                <c:pt idx="9397">
                  <c:v>8.0311680696423444</c:v>
                </c:pt>
                <c:pt idx="9398">
                  <c:v>8.0352448568964814</c:v>
                </c:pt>
                <c:pt idx="9399">
                  <c:v>8.0353440643863188</c:v>
                </c:pt>
                <c:pt idx="9400">
                  <c:v>8.0309873937502569</c:v>
                </c:pt>
                <c:pt idx="9401">
                  <c:v>8.0284476655853485</c:v>
                </c:pt>
                <c:pt idx="9402">
                  <c:v>8.0296447254958316</c:v>
                </c:pt>
                <c:pt idx="9403">
                  <c:v>8.0301795261364095</c:v>
                </c:pt>
                <c:pt idx="9404">
                  <c:v>8.0293512914220013</c:v>
                </c:pt>
                <c:pt idx="9405">
                  <c:v>8.0307467663121592</c:v>
                </c:pt>
                <c:pt idx="9406">
                  <c:v>8.0328841621155505</c:v>
                </c:pt>
                <c:pt idx="9407">
                  <c:v>8.0330180265265057</c:v>
                </c:pt>
                <c:pt idx="9408">
                  <c:v>8.0337823676754407</c:v>
                </c:pt>
                <c:pt idx="9409">
                  <c:v>8.0355958608795639</c:v>
                </c:pt>
                <c:pt idx="9410">
                  <c:v>8.0348090994949288</c:v>
                </c:pt>
                <c:pt idx="9411">
                  <c:v>8.031273190161377</c:v>
                </c:pt>
                <c:pt idx="9412">
                  <c:v>8.0286384429023112</c:v>
                </c:pt>
                <c:pt idx="9413">
                  <c:v>8.0274919722416129</c:v>
                </c:pt>
                <c:pt idx="9414">
                  <c:v>8.0297384305835013</c:v>
                </c:pt>
                <c:pt idx="9415">
                  <c:v>8.0323826222641976</c:v>
                </c:pt>
                <c:pt idx="9416">
                  <c:v>8.0333204943949408</c:v>
                </c:pt>
                <c:pt idx="9417">
                  <c:v>8.0347448774278316</c:v>
                </c:pt>
                <c:pt idx="9418">
                  <c:v>8.0337624933273108</c:v>
                </c:pt>
                <c:pt idx="9419">
                  <c:v>8.0306051821130868</c:v>
                </c:pt>
                <c:pt idx="9420">
                  <c:v>8.0296144212212042</c:v>
                </c:pt>
                <c:pt idx="9421">
                  <c:v>8.0328429351619928</c:v>
                </c:pt>
                <c:pt idx="9422">
                  <c:v>8.0344117767831484</c:v>
                </c:pt>
                <c:pt idx="9423">
                  <c:v>8.0326896891553403</c:v>
                </c:pt>
                <c:pt idx="9424">
                  <c:v>8.0323169219398025</c:v>
                </c:pt>
                <c:pt idx="9425">
                  <c:v>8.0323847575247402</c:v>
                </c:pt>
                <c:pt idx="9426">
                  <c:v>8.0308085246170897</c:v>
                </c:pt>
                <c:pt idx="9427">
                  <c:v>8.0271396542520428</c:v>
                </c:pt>
                <c:pt idx="9428">
                  <c:v>8.0251162485114769</c:v>
                </c:pt>
                <c:pt idx="9429">
                  <c:v>8.0271442532747503</c:v>
                </c:pt>
                <c:pt idx="9430">
                  <c:v>8.0288018724592458</c:v>
                </c:pt>
                <c:pt idx="9431">
                  <c:v>8.0287252494559187</c:v>
                </c:pt>
                <c:pt idx="9432">
                  <c:v>8.0278435511025332</c:v>
                </c:pt>
                <c:pt idx="9433">
                  <c:v>8.0297459861208065</c:v>
                </c:pt>
                <c:pt idx="9434">
                  <c:v>8.0317693097359673</c:v>
                </c:pt>
                <c:pt idx="9435">
                  <c:v>8.031264074241367</c:v>
                </c:pt>
                <c:pt idx="9436">
                  <c:v>8.031027306697327</c:v>
                </c:pt>
                <c:pt idx="9437">
                  <c:v>8.0324010183550278</c:v>
                </c:pt>
                <c:pt idx="9438">
                  <c:v>8.03164111197799</c:v>
                </c:pt>
                <c:pt idx="9439">
                  <c:v>8.0291225721677009</c:v>
                </c:pt>
                <c:pt idx="9440">
                  <c:v>8.0281114441752557</c:v>
                </c:pt>
                <c:pt idx="9441">
                  <c:v>8.0309274422042467</c:v>
                </c:pt>
                <c:pt idx="9442">
                  <c:v>8.030834558370632</c:v>
                </c:pt>
                <c:pt idx="9443">
                  <c:v>8.028858456863631</c:v>
                </c:pt>
                <c:pt idx="9444">
                  <c:v>8.0263740812220252</c:v>
                </c:pt>
                <c:pt idx="9445">
                  <c:v>8.0226271095963533</c:v>
                </c:pt>
                <c:pt idx="9446">
                  <c:v>8.0226390999055557</c:v>
                </c:pt>
                <c:pt idx="9447">
                  <c:v>8.0257460682462121</c:v>
                </c:pt>
                <c:pt idx="9448">
                  <c:v>8.0285816121217106</c:v>
                </c:pt>
                <c:pt idx="9449">
                  <c:v>8.0294886050999885</c:v>
                </c:pt>
                <c:pt idx="9450">
                  <c:v>8.0312002628012973</c:v>
                </c:pt>
                <c:pt idx="9451">
                  <c:v>8.0334859770870111</c:v>
                </c:pt>
                <c:pt idx="9452">
                  <c:v>8.03201330431569</c:v>
                </c:pt>
                <c:pt idx="9453">
                  <c:v>8.0307634377694743</c:v>
                </c:pt>
                <c:pt idx="9454">
                  <c:v>8.0289303987188436</c:v>
                </c:pt>
                <c:pt idx="9455">
                  <c:v>8.0272000985504874</c:v>
                </c:pt>
                <c:pt idx="9456">
                  <c:v>8.0270816737157631</c:v>
                </c:pt>
                <c:pt idx="9457">
                  <c:v>8.0259939227199926</c:v>
                </c:pt>
                <c:pt idx="9458">
                  <c:v>8.0245581242557389</c:v>
                </c:pt>
                <c:pt idx="9459">
                  <c:v>8.0246154477887739</c:v>
                </c:pt>
                <c:pt idx="9460">
                  <c:v>8.024939350388042</c:v>
                </c:pt>
                <c:pt idx="9461">
                  <c:v>8.0279160678355854</c:v>
                </c:pt>
                <c:pt idx="9462">
                  <c:v>8.0292086395926585</c:v>
                </c:pt>
                <c:pt idx="9463">
                  <c:v>8.0262754486100274</c:v>
                </c:pt>
                <c:pt idx="9464">
                  <c:v>8.0245312692481416</c:v>
                </c:pt>
                <c:pt idx="9465">
                  <c:v>8.0247742783229992</c:v>
                </c:pt>
                <c:pt idx="9466">
                  <c:v>8.0272400936229626</c:v>
                </c:pt>
                <c:pt idx="9467">
                  <c:v>8.028183221779658</c:v>
                </c:pt>
                <c:pt idx="9468">
                  <c:v>8.0278637539522855</c:v>
                </c:pt>
                <c:pt idx="9469">
                  <c:v>8.0282771732435432</c:v>
                </c:pt>
                <c:pt idx="9470">
                  <c:v>8.0288228965630513</c:v>
                </c:pt>
                <c:pt idx="9471">
                  <c:v>8.0288980413090787</c:v>
                </c:pt>
                <c:pt idx="9472">
                  <c:v>8.0295841990719836</c:v>
                </c:pt>
                <c:pt idx="9473">
                  <c:v>8.0287707469305634</c:v>
                </c:pt>
                <c:pt idx="9474">
                  <c:v>8.029078635075761</c:v>
                </c:pt>
                <c:pt idx="9475">
                  <c:v>8.0307962879316719</c:v>
                </c:pt>
                <c:pt idx="9476">
                  <c:v>8.0309149591426099</c:v>
                </c:pt>
                <c:pt idx="9477">
                  <c:v>8.0270448815341027</c:v>
                </c:pt>
                <c:pt idx="9478">
                  <c:v>8.0256575370590895</c:v>
                </c:pt>
                <c:pt idx="9479">
                  <c:v>8.0255889623455019</c:v>
                </c:pt>
                <c:pt idx="9480">
                  <c:v>8.0267332977456576</c:v>
                </c:pt>
                <c:pt idx="9481">
                  <c:v>8.0291334127212259</c:v>
                </c:pt>
                <c:pt idx="9482">
                  <c:v>8.0280980577341605</c:v>
                </c:pt>
                <c:pt idx="9483">
                  <c:v>8.0268580462366028</c:v>
                </c:pt>
                <c:pt idx="9484">
                  <c:v>8.0276140105941778</c:v>
                </c:pt>
                <c:pt idx="9485">
                  <c:v>8.0275979140147005</c:v>
                </c:pt>
                <c:pt idx="9486">
                  <c:v>8.0275532377941108</c:v>
                </c:pt>
                <c:pt idx="9487">
                  <c:v>8.0305616556481745</c:v>
                </c:pt>
                <c:pt idx="9488">
                  <c:v>8.0323917381842076</c:v>
                </c:pt>
                <c:pt idx="9489">
                  <c:v>8.0315488030222149</c:v>
                </c:pt>
                <c:pt idx="9490">
                  <c:v>8.0276661602266657</c:v>
                </c:pt>
                <c:pt idx="9491">
                  <c:v>8.0266774524699223</c:v>
                </c:pt>
                <c:pt idx="9492">
                  <c:v>8.0269518334496777</c:v>
                </c:pt>
                <c:pt idx="9493">
                  <c:v>8.0255159528600171</c:v>
                </c:pt>
                <c:pt idx="9494">
                  <c:v>8.0231836734693882</c:v>
                </c:pt>
                <c:pt idx="9495">
                  <c:v>8.0203045210035722</c:v>
                </c:pt>
                <c:pt idx="9496">
                  <c:v>8.020152424752597</c:v>
                </c:pt>
                <c:pt idx="9497">
                  <c:v>8.0197423726029644</c:v>
                </c:pt>
                <c:pt idx="9498">
                  <c:v>8.0202788157516522</c:v>
                </c:pt>
                <c:pt idx="9499">
                  <c:v>8.020663162649365</c:v>
                </c:pt>
                <c:pt idx="9500">
                  <c:v>8.0210310844659798</c:v>
                </c:pt>
                <c:pt idx="9501">
                  <c:v>8.0218594834312</c:v>
                </c:pt>
                <c:pt idx="9502">
                  <c:v>8.0188375148852291</c:v>
                </c:pt>
                <c:pt idx="9503">
                  <c:v>8.0178825606701434</c:v>
                </c:pt>
                <c:pt idx="9504">
                  <c:v>8.0196062908060615</c:v>
                </c:pt>
                <c:pt idx="9505">
                  <c:v>8.0230391327557182</c:v>
                </c:pt>
                <c:pt idx="9506">
                  <c:v>8.026308463023037</c:v>
                </c:pt>
                <c:pt idx="9507">
                  <c:v>8.0267422494148573</c:v>
                </c:pt>
                <c:pt idx="9508">
                  <c:v>8.0262414486921525</c:v>
                </c:pt>
                <c:pt idx="9509">
                  <c:v>8.0249249784420815</c:v>
                </c:pt>
                <c:pt idx="9510">
                  <c:v>8.0239751981275411</c:v>
                </c:pt>
                <c:pt idx="9511">
                  <c:v>8.0237838459327389</c:v>
                </c:pt>
                <c:pt idx="9512">
                  <c:v>8.0247562928591964</c:v>
                </c:pt>
                <c:pt idx="9513">
                  <c:v>8.0287977661889709</c:v>
                </c:pt>
                <c:pt idx="9514">
                  <c:v>8.0305862932698222</c:v>
                </c:pt>
                <c:pt idx="9515">
                  <c:v>8.029368537757156</c:v>
                </c:pt>
                <c:pt idx="9516">
                  <c:v>8.0279742126226754</c:v>
                </c:pt>
                <c:pt idx="9517">
                  <c:v>8.0257403194678272</c:v>
                </c:pt>
                <c:pt idx="9518">
                  <c:v>8.0244878249086362</c:v>
                </c:pt>
                <c:pt idx="9519">
                  <c:v>8.0233217262760235</c:v>
                </c:pt>
                <c:pt idx="9520">
                  <c:v>8.0231303740812212</c:v>
                </c:pt>
                <c:pt idx="9521">
                  <c:v>8.0257541986613568</c:v>
                </c:pt>
                <c:pt idx="9522">
                  <c:v>8.0266445201823178</c:v>
                </c:pt>
                <c:pt idx="9523">
                  <c:v>8.0271653595039627</c:v>
                </c:pt>
                <c:pt idx="9524">
                  <c:v>8.0280307149016554</c:v>
                </c:pt>
                <c:pt idx="9525">
                  <c:v>8.0283248059787287</c:v>
                </c:pt>
                <c:pt idx="9526">
                  <c:v>8.0275391122243658</c:v>
                </c:pt>
                <c:pt idx="9527">
                  <c:v>8.02722629655484</c:v>
                </c:pt>
                <c:pt idx="9528">
                  <c:v>8.0276630394612578</c:v>
                </c:pt>
                <c:pt idx="9529">
                  <c:v>8.0279906377037733</c:v>
                </c:pt>
                <c:pt idx="9530">
                  <c:v>8.0292323738348461</c:v>
                </c:pt>
                <c:pt idx="9531">
                  <c:v>8.0296468607563742</c:v>
                </c:pt>
                <c:pt idx="9532">
                  <c:v>8.0284006898534059</c:v>
                </c:pt>
                <c:pt idx="9533">
                  <c:v>8.0244441341929118</c:v>
                </c:pt>
                <c:pt idx="9534">
                  <c:v>8.0242717529667811</c:v>
                </c:pt>
                <c:pt idx="9535">
                  <c:v>8.0271691372726153</c:v>
                </c:pt>
                <c:pt idx="9536">
                  <c:v>8.0265366073994997</c:v>
                </c:pt>
                <c:pt idx="9537">
                  <c:v>8.028266250564613</c:v>
                </c:pt>
                <c:pt idx="9538">
                  <c:v>8.0292294994456537</c:v>
                </c:pt>
                <c:pt idx="9539">
                  <c:v>8.0272846055927403</c:v>
                </c:pt>
                <c:pt idx="9540">
                  <c:v>8.0252535621894641</c:v>
                </c:pt>
                <c:pt idx="9541">
                  <c:v>8.0250415965178821</c:v>
                </c:pt>
                <c:pt idx="9542">
                  <c:v>8.0262815258900346</c:v>
                </c:pt>
                <c:pt idx="9543">
                  <c:v>8.0258901162074494</c:v>
                </c:pt>
                <c:pt idx="9544">
                  <c:v>8.0262970475916724</c:v>
                </c:pt>
                <c:pt idx="9545">
                  <c:v>8.0280274298854355</c:v>
                </c:pt>
                <c:pt idx="9546">
                  <c:v>8.0273757647928381</c:v>
                </c:pt>
                <c:pt idx="9547">
                  <c:v>8.0258533240257872</c:v>
                </c:pt>
                <c:pt idx="9548">
                  <c:v>8.025598160390917</c:v>
                </c:pt>
                <c:pt idx="9549">
                  <c:v>8.0262075308996845</c:v>
                </c:pt>
                <c:pt idx="9550">
                  <c:v>8.0249242393134317</c:v>
                </c:pt>
                <c:pt idx="9551">
                  <c:v>8.0206081386276846</c:v>
                </c:pt>
                <c:pt idx="9552">
                  <c:v>8.019494436003777</c:v>
                </c:pt>
                <c:pt idx="9553">
                  <c:v>8.0219589372972528</c:v>
                </c:pt>
                <c:pt idx="9554">
                  <c:v>8.0224084096415229</c:v>
                </c:pt>
                <c:pt idx="9555">
                  <c:v>8.0196451361228593</c:v>
                </c:pt>
                <c:pt idx="9556">
                  <c:v>8.0213221369030503</c:v>
                </c:pt>
                <c:pt idx="9557">
                  <c:v>8.0243990473452964</c:v>
                </c:pt>
                <c:pt idx="9558">
                  <c:v>8.0228234714408906</c:v>
                </c:pt>
                <c:pt idx="9559">
                  <c:v>8.0211337412228474</c:v>
                </c:pt>
                <c:pt idx="9560">
                  <c:v>8.0205851435141469</c:v>
                </c:pt>
                <c:pt idx="9561">
                  <c:v>8.0213692768858049</c:v>
                </c:pt>
                <c:pt idx="9562">
                  <c:v>8.023578039666571</c:v>
                </c:pt>
                <c:pt idx="9563">
                  <c:v>8.0261199030920221</c:v>
                </c:pt>
                <c:pt idx="9564">
                  <c:v>8.0285488440849182</c:v>
                </c:pt>
                <c:pt idx="9565">
                  <c:v>8.0296125323368788</c:v>
                </c:pt>
                <c:pt idx="9566">
                  <c:v>8.0304061922555743</c:v>
                </c:pt>
                <c:pt idx="9567">
                  <c:v>8.0298538167782212</c:v>
                </c:pt>
                <c:pt idx="9568">
                  <c:v>8.0280927195828031</c:v>
                </c:pt>
                <c:pt idx="9569">
                  <c:v>8.0247837227446315</c:v>
                </c:pt>
                <c:pt idx="9570">
                  <c:v>8.0225276557303005</c:v>
                </c:pt>
                <c:pt idx="9571">
                  <c:v>8.024160390916931</c:v>
                </c:pt>
                <c:pt idx="9572">
                  <c:v>8.0270363404919305</c:v>
                </c:pt>
                <c:pt idx="9573">
                  <c:v>8.028819447296021</c:v>
                </c:pt>
                <c:pt idx="9574">
                  <c:v>8.0301678643288295</c:v>
                </c:pt>
                <c:pt idx="9575">
                  <c:v>8.0301871637991216</c:v>
                </c:pt>
                <c:pt idx="9576">
                  <c:v>8.0313087504619549</c:v>
                </c:pt>
                <c:pt idx="9577">
                  <c:v>8.0312415718802619</c:v>
                </c:pt>
                <c:pt idx="9578">
                  <c:v>8.0289302344680333</c:v>
                </c:pt>
                <c:pt idx="9579">
                  <c:v>8.027584199071983</c:v>
                </c:pt>
                <c:pt idx="9580">
                  <c:v>8.0267422494148573</c:v>
                </c:pt>
                <c:pt idx="9581">
                  <c:v>8.0261828111526299</c:v>
                </c:pt>
                <c:pt idx="9582">
                  <c:v>8.0267015973391374</c:v>
                </c:pt>
                <c:pt idx="9583">
                  <c:v>8.0257549377900048</c:v>
                </c:pt>
                <c:pt idx="9584">
                  <c:v>8.0245804623660337</c:v>
                </c:pt>
                <c:pt idx="9585">
                  <c:v>8.0254558370631948</c:v>
                </c:pt>
                <c:pt idx="9586">
                  <c:v>8.0271918038845325</c:v>
                </c:pt>
                <c:pt idx="9587">
                  <c:v>8.0278951258571833</c:v>
                </c:pt>
                <c:pt idx="9588">
                  <c:v>8.0256961359996719</c:v>
                </c:pt>
                <c:pt idx="9589">
                  <c:v>8.0243925594382617</c:v>
                </c:pt>
                <c:pt idx="9590">
                  <c:v>8.0236252617747308</c:v>
                </c:pt>
                <c:pt idx="9591">
                  <c:v>8.0209336837350627</c:v>
                </c:pt>
                <c:pt idx="9592">
                  <c:v>8.0219173818420728</c:v>
                </c:pt>
                <c:pt idx="9593">
                  <c:v>8.0248291380938692</c:v>
                </c:pt>
                <c:pt idx="9594">
                  <c:v>8.0253686198825598</c:v>
                </c:pt>
                <c:pt idx="9595">
                  <c:v>8.0257601116905519</c:v>
                </c:pt>
                <c:pt idx="9596">
                  <c:v>8.024840635650639</c:v>
                </c:pt>
                <c:pt idx="9597">
                  <c:v>8.0277903338397731</c:v>
                </c:pt>
                <c:pt idx="9598">
                  <c:v>8.0326348293844703</c:v>
                </c:pt>
                <c:pt idx="9599">
                  <c:v>8.0339351209296588</c:v>
                </c:pt>
                <c:pt idx="9600">
                  <c:v>8.0306176651747219</c:v>
                </c:pt>
                <c:pt idx="9601">
                  <c:v>8.0299644396994214</c:v>
                </c:pt>
                <c:pt idx="9602">
                  <c:v>8.0305834188806315</c:v>
                </c:pt>
                <c:pt idx="9603">
                  <c:v>8.0286152835379632</c:v>
                </c:pt>
                <c:pt idx="9604">
                  <c:v>8.0278508602636229</c:v>
                </c:pt>
                <c:pt idx="9605">
                  <c:v>8.0272028086888678</c:v>
                </c:pt>
                <c:pt idx="9606">
                  <c:v>8.0266155299141797</c:v>
                </c:pt>
                <c:pt idx="9607">
                  <c:v>8.0297317784256563</c:v>
                </c:pt>
                <c:pt idx="9608">
                  <c:v>8.03177399088408</c:v>
                </c:pt>
                <c:pt idx="9609">
                  <c:v>8.032556481747628</c:v>
                </c:pt>
                <c:pt idx="9610">
                  <c:v>8.0335551266784382</c:v>
                </c:pt>
                <c:pt idx="9611">
                  <c:v>8.0326789307272204</c:v>
                </c:pt>
                <c:pt idx="9612">
                  <c:v>8.0309277707058673</c:v>
                </c:pt>
                <c:pt idx="9613">
                  <c:v>8.0297099330677941</c:v>
                </c:pt>
                <c:pt idx="9614">
                  <c:v>8.0275690058719658</c:v>
                </c:pt>
                <c:pt idx="9615">
                  <c:v>8.0237884449554464</c:v>
                </c:pt>
                <c:pt idx="9616">
                  <c:v>8.0216014454071374</c:v>
                </c:pt>
                <c:pt idx="9617">
                  <c:v>8.0225191968135334</c:v>
                </c:pt>
                <c:pt idx="9618">
                  <c:v>8.0259135219480147</c:v>
                </c:pt>
                <c:pt idx="9619">
                  <c:v>8.029147456165564</c:v>
                </c:pt>
                <c:pt idx="9620">
                  <c:v>8.0304744384675395</c:v>
                </c:pt>
                <c:pt idx="9621">
                  <c:v>8.0294073009485487</c:v>
                </c:pt>
                <c:pt idx="9622">
                  <c:v>8.0297213484991588</c:v>
                </c:pt>
                <c:pt idx="9623">
                  <c:v>8.029786309694904</c:v>
                </c:pt>
                <c:pt idx="9624">
                  <c:v>8.0302419414445865</c:v>
                </c:pt>
                <c:pt idx="9625">
                  <c:v>8.0321940623331827</c:v>
                </c:pt>
                <c:pt idx="9626">
                  <c:v>8.0337465609986456</c:v>
                </c:pt>
                <c:pt idx="9627">
                  <c:v>8.0336032521660581</c:v>
                </c:pt>
                <c:pt idx="9628">
                  <c:v>8.0307925101630193</c:v>
                </c:pt>
                <c:pt idx="9629">
                  <c:v>8.0292827167084138</c:v>
                </c:pt>
                <c:pt idx="9630">
                  <c:v>8.0306881287726366</c:v>
                </c:pt>
                <c:pt idx="9631">
                  <c:v>8.0314785036751122</c:v>
                </c:pt>
                <c:pt idx="9632">
                  <c:v>8.0294085328296312</c:v>
                </c:pt>
                <c:pt idx="9633">
                  <c:v>8.027181291832628</c:v>
                </c:pt>
                <c:pt idx="9634">
                  <c:v>8.0283296513776534</c:v>
                </c:pt>
                <c:pt idx="9635">
                  <c:v>8.0282128690510408</c:v>
                </c:pt>
                <c:pt idx="9636">
                  <c:v>8.0277124789553653</c:v>
                </c:pt>
                <c:pt idx="9637">
                  <c:v>8.0259315074118174</c:v>
                </c:pt>
                <c:pt idx="9638">
                  <c:v>8.0239216523631587</c:v>
                </c:pt>
                <c:pt idx="9639">
                  <c:v>8.0242201782121292</c:v>
                </c:pt>
                <c:pt idx="9640">
                  <c:v>8.0249432924075066</c:v>
                </c:pt>
                <c:pt idx="9641">
                  <c:v>8.0268434279144252</c:v>
                </c:pt>
                <c:pt idx="9642">
                  <c:v>8.0289487126842687</c:v>
                </c:pt>
                <c:pt idx="9643">
                  <c:v>8.0294586293269816</c:v>
                </c:pt>
                <c:pt idx="9644">
                  <c:v>8.0285151726686657</c:v>
                </c:pt>
                <c:pt idx="9645">
                  <c:v>8.0261294296390595</c:v>
                </c:pt>
                <c:pt idx="9646">
                  <c:v>8.0252030550650844</c:v>
                </c:pt>
                <c:pt idx="9647">
                  <c:v>8.0267956309284276</c:v>
                </c:pt>
                <c:pt idx="9648">
                  <c:v>8.0298288506549493</c:v>
                </c:pt>
                <c:pt idx="9649">
                  <c:v>8.0317642179608271</c:v>
                </c:pt>
                <c:pt idx="9650">
                  <c:v>8.0310736254260249</c:v>
                </c:pt>
                <c:pt idx="9651">
                  <c:v>8.0285655976676384</c:v>
                </c:pt>
                <c:pt idx="9652">
                  <c:v>8.0268184617911551</c:v>
                </c:pt>
                <c:pt idx="9653">
                  <c:v>8.026032521660575</c:v>
                </c:pt>
                <c:pt idx="9654">
                  <c:v>8.0246775345953267</c:v>
                </c:pt>
                <c:pt idx="9655">
                  <c:v>8.0228121381349329</c:v>
                </c:pt>
                <c:pt idx="9656">
                  <c:v>8.0230450457849134</c:v>
                </c:pt>
                <c:pt idx="9657">
                  <c:v>8.0229368866258781</c:v>
                </c:pt>
                <c:pt idx="9658">
                  <c:v>8.0224196608220755</c:v>
                </c:pt>
                <c:pt idx="9659">
                  <c:v>8.0261146470660698</c:v>
                </c:pt>
                <c:pt idx="9660">
                  <c:v>8.0291942676466963</c:v>
                </c:pt>
                <c:pt idx="9661">
                  <c:v>8.0288860509998763</c:v>
                </c:pt>
                <c:pt idx="9662">
                  <c:v>8.026451196977785</c:v>
                </c:pt>
                <c:pt idx="9663">
                  <c:v>8.0256132714655273</c:v>
                </c:pt>
                <c:pt idx="9664">
                  <c:v>8.0253424218782072</c:v>
                </c:pt>
                <c:pt idx="9665">
                  <c:v>8.0239823430378188</c:v>
                </c:pt>
                <c:pt idx="9666">
                  <c:v>8.022131811275818</c:v>
                </c:pt>
                <c:pt idx="9667">
                  <c:v>8.0240909128238815</c:v>
                </c:pt>
                <c:pt idx="9668">
                  <c:v>8.0250572003449268</c:v>
                </c:pt>
                <c:pt idx="9669">
                  <c:v>8.0229943744097234</c:v>
                </c:pt>
                <c:pt idx="9670">
                  <c:v>8.0213552334414651</c:v>
                </c:pt>
                <c:pt idx="9671">
                  <c:v>8.0229699831642911</c:v>
                </c:pt>
                <c:pt idx="9672">
                  <c:v>8.0261341929125773</c:v>
                </c:pt>
                <c:pt idx="9673">
                  <c:v>8.0266220178212127</c:v>
                </c:pt>
                <c:pt idx="9674">
                  <c:v>8.0281693425861285</c:v>
                </c:pt>
                <c:pt idx="9675">
                  <c:v>8.0283873855377159</c:v>
                </c:pt>
                <c:pt idx="9676">
                  <c:v>8.0248459738019964</c:v>
                </c:pt>
                <c:pt idx="9677">
                  <c:v>8.0213638566090424</c:v>
                </c:pt>
                <c:pt idx="9678">
                  <c:v>8.0172056009526553</c:v>
                </c:pt>
                <c:pt idx="9679">
                  <c:v>8.0139323286658719</c:v>
                </c:pt>
                <c:pt idx="9680">
                  <c:v>8.0161353426682549</c:v>
                </c:pt>
                <c:pt idx="9681">
                  <c:v>8.0199060485361144</c:v>
                </c:pt>
                <c:pt idx="9682">
                  <c:v>8.0235995565228109</c:v>
                </c:pt>
                <c:pt idx="9683">
                  <c:v>8.0258807539112222</c:v>
                </c:pt>
                <c:pt idx="9684">
                  <c:v>8.025366402496612</c:v>
                </c:pt>
                <c:pt idx="9685">
                  <c:v>8.0256531022871922</c:v>
                </c:pt>
                <c:pt idx="9686">
                  <c:v>8.0246265347185144</c:v>
                </c:pt>
                <c:pt idx="9687">
                  <c:v>8.0233099002176331</c:v>
                </c:pt>
                <c:pt idx="9688">
                  <c:v>8.0233952285139409</c:v>
                </c:pt>
                <c:pt idx="9689">
                  <c:v>8.0236963002504833</c:v>
                </c:pt>
                <c:pt idx="9690">
                  <c:v>8.0217644643370427</c:v>
                </c:pt>
                <c:pt idx="9691">
                  <c:v>8.0212295815710597</c:v>
                </c:pt>
                <c:pt idx="9692">
                  <c:v>8.0215777932903549</c:v>
                </c:pt>
                <c:pt idx="9693">
                  <c:v>8.0220018067589205</c:v>
                </c:pt>
                <c:pt idx="9694">
                  <c:v>8.0214750544080804</c:v>
                </c:pt>
                <c:pt idx="9695">
                  <c:v>8.019502730669732</c:v>
                </c:pt>
                <c:pt idx="9696">
                  <c:v>8.0178799326571681</c:v>
                </c:pt>
                <c:pt idx="9697">
                  <c:v>8.0168186260419656</c:v>
                </c:pt>
                <c:pt idx="9698">
                  <c:v>8.020077608508192</c:v>
                </c:pt>
                <c:pt idx="9699">
                  <c:v>8.0222096661602258</c:v>
                </c:pt>
                <c:pt idx="9700">
                  <c:v>8.0248095101219565</c:v>
                </c:pt>
                <c:pt idx="9701">
                  <c:v>8.0258686814766147</c:v>
                </c:pt>
                <c:pt idx="9702">
                  <c:v>8.0243702213279686</c:v>
                </c:pt>
                <c:pt idx="9703">
                  <c:v>8.0234729191475385</c:v>
                </c:pt>
                <c:pt idx="9704">
                  <c:v>8.0252457602759417</c:v>
                </c:pt>
                <c:pt idx="9705">
                  <c:v>8.0296908799737192</c:v>
                </c:pt>
                <c:pt idx="9706">
                  <c:v>8.0298487250030792</c:v>
                </c:pt>
                <c:pt idx="9707">
                  <c:v>8.0296540056666537</c:v>
                </c:pt>
                <c:pt idx="9708">
                  <c:v>8.0312645669937996</c:v>
                </c:pt>
                <c:pt idx="9709">
                  <c:v>8.0322099946618479</c:v>
                </c:pt>
                <c:pt idx="9710">
                  <c:v>8.0300552703978969</c:v>
                </c:pt>
                <c:pt idx="9711">
                  <c:v>8.0268679834106678</c:v>
                </c:pt>
                <c:pt idx="9712">
                  <c:v>8.0247072639921164</c:v>
                </c:pt>
                <c:pt idx="9713">
                  <c:v>8.0237064838007637</c:v>
                </c:pt>
                <c:pt idx="9714">
                  <c:v>8.025441957869667</c:v>
                </c:pt>
                <c:pt idx="9715">
                  <c:v>8.0268368578819853</c:v>
                </c:pt>
                <c:pt idx="9716">
                  <c:v>8.0267651624029899</c:v>
                </c:pt>
                <c:pt idx="9717">
                  <c:v>8.023627725536894</c:v>
                </c:pt>
                <c:pt idx="9718">
                  <c:v>8.0211210117849951</c:v>
                </c:pt>
                <c:pt idx="9719">
                  <c:v>8.0209609493696874</c:v>
                </c:pt>
                <c:pt idx="9720">
                  <c:v>8.0221953763396705</c:v>
                </c:pt>
                <c:pt idx="9721">
                  <c:v>8.0245352933930114</c:v>
                </c:pt>
                <c:pt idx="9722">
                  <c:v>8.0268306163511678</c:v>
                </c:pt>
                <c:pt idx="9723">
                  <c:v>8.0308371042582021</c:v>
                </c:pt>
                <c:pt idx="9724">
                  <c:v>8.0338637539522857</c:v>
                </c:pt>
                <c:pt idx="9725">
                  <c:v>8.0354901654826918</c:v>
                </c:pt>
                <c:pt idx="9726">
                  <c:v>8.0345839116330637</c:v>
                </c:pt>
                <c:pt idx="9727">
                  <c:v>8.0349206257955892</c:v>
                </c:pt>
                <c:pt idx="9728">
                  <c:v>8.0358326284236021</c:v>
                </c:pt>
                <c:pt idx="9729">
                  <c:v>8.0348023652116787</c:v>
                </c:pt>
                <c:pt idx="9730">
                  <c:v>8.0319519566377853</c:v>
                </c:pt>
                <c:pt idx="9731">
                  <c:v>8.0313374943538776</c:v>
                </c:pt>
                <c:pt idx="9732">
                  <c:v>8.0318479037490249</c:v>
                </c:pt>
                <c:pt idx="9733">
                  <c:v>8.0325552498665456</c:v>
                </c:pt>
                <c:pt idx="9734">
                  <c:v>8.0310078429762246</c:v>
                </c:pt>
                <c:pt idx="9735">
                  <c:v>8.0276642713423403</c:v>
                </c:pt>
                <c:pt idx="9736">
                  <c:v>8.0240018067589212</c:v>
                </c:pt>
                <c:pt idx="9737">
                  <c:v>8.023142035888803</c:v>
                </c:pt>
                <c:pt idx="9738">
                  <c:v>8.0257979715024845</c:v>
                </c:pt>
                <c:pt idx="9739">
                  <c:v>8.0281552170163835</c:v>
                </c:pt>
                <c:pt idx="9740">
                  <c:v>8.0299719952367266</c:v>
                </c:pt>
                <c:pt idx="9741">
                  <c:v>8.0305135301605546</c:v>
                </c:pt>
                <c:pt idx="9742">
                  <c:v>8.0308837514885223</c:v>
                </c:pt>
                <c:pt idx="9743">
                  <c:v>8.0314592042048201</c:v>
                </c:pt>
                <c:pt idx="9744">
                  <c:v>8.0321768981234349</c:v>
                </c:pt>
                <c:pt idx="9745">
                  <c:v>8.0369818092226826</c:v>
                </c:pt>
                <c:pt idx="9746">
                  <c:v>8.0371125528682299</c:v>
                </c:pt>
                <c:pt idx="9747">
                  <c:v>8.0282831683981435</c:v>
                </c:pt>
                <c:pt idx="9748">
                  <c:v>8.0230932533979384</c:v>
                </c:pt>
                <c:pt idx="9749">
                  <c:v>8.0244359216523637</c:v>
                </c:pt>
                <c:pt idx="9750">
                  <c:v>8.0257650392148818</c:v>
                </c:pt>
                <c:pt idx="9751">
                  <c:v>8.0266798341066803</c:v>
                </c:pt>
                <c:pt idx="9752">
                  <c:v>8.0270079251016302</c:v>
                </c:pt>
                <c:pt idx="9753">
                  <c:v>8.0270207366648876</c:v>
                </c:pt>
                <c:pt idx="9754">
                  <c:v>8.0258754157598649</c:v>
                </c:pt>
                <c:pt idx="9755">
                  <c:v>8.0253650063647193</c:v>
                </c:pt>
                <c:pt idx="9756">
                  <c:v>8.0234707838869959</c:v>
                </c:pt>
                <c:pt idx="9757">
                  <c:v>8.0257764546462447</c:v>
                </c:pt>
                <c:pt idx="9758">
                  <c:v>8.0312660452510976</c:v>
                </c:pt>
                <c:pt idx="9759">
                  <c:v>8.0324047139982753</c:v>
                </c:pt>
                <c:pt idx="9760">
                  <c:v>8.028236356917013</c:v>
                </c:pt>
                <c:pt idx="9761">
                  <c:v>8.0248260994538665</c:v>
                </c:pt>
                <c:pt idx="9762">
                  <c:v>8.0236096579476861</c:v>
                </c:pt>
                <c:pt idx="9763">
                  <c:v>8.0231786638196532</c:v>
                </c:pt>
                <c:pt idx="9764">
                  <c:v>8.0231328378433862</c:v>
                </c:pt>
                <c:pt idx="9765">
                  <c:v>8.0247781382170569</c:v>
                </c:pt>
                <c:pt idx="9766">
                  <c:v>8.026951997700488</c:v>
                </c:pt>
                <c:pt idx="9767">
                  <c:v>8.0272685090132629</c:v>
                </c:pt>
                <c:pt idx="9768">
                  <c:v>8.0283652116782331</c:v>
                </c:pt>
                <c:pt idx="9769">
                  <c:v>8.0284413419291258</c:v>
                </c:pt>
                <c:pt idx="9770">
                  <c:v>8.0255190736254267</c:v>
                </c:pt>
                <c:pt idx="9771">
                  <c:v>8.0241260624974338</c:v>
                </c:pt>
                <c:pt idx="9772">
                  <c:v>8.0258870775674449</c:v>
                </c:pt>
                <c:pt idx="9773">
                  <c:v>8.0263059992608721</c:v>
                </c:pt>
                <c:pt idx="9774">
                  <c:v>8.0250366689935539</c:v>
                </c:pt>
                <c:pt idx="9775">
                  <c:v>8.025091528764424</c:v>
                </c:pt>
                <c:pt idx="9776">
                  <c:v>8.0256600008212544</c:v>
                </c:pt>
                <c:pt idx="9777">
                  <c:v>8.0262798833819247</c:v>
                </c:pt>
                <c:pt idx="9778">
                  <c:v>8.0268899930193403</c:v>
                </c:pt>
                <c:pt idx="9779">
                  <c:v>8.0272920790046403</c:v>
                </c:pt>
                <c:pt idx="9780">
                  <c:v>8.0286965876894012</c:v>
                </c:pt>
                <c:pt idx="9781">
                  <c:v>8.028970475916724</c:v>
                </c:pt>
                <c:pt idx="9782">
                  <c:v>8.0277813821705752</c:v>
                </c:pt>
                <c:pt idx="9783">
                  <c:v>8.025423726029647</c:v>
                </c:pt>
                <c:pt idx="9784">
                  <c:v>8.0238185028538584</c:v>
                </c:pt>
                <c:pt idx="9785">
                  <c:v>8.0240815505276561</c:v>
                </c:pt>
                <c:pt idx="9786">
                  <c:v>8.0250653307600714</c:v>
                </c:pt>
                <c:pt idx="9787">
                  <c:v>8.0261144828152595</c:v>
                </c:pt>
                <c:pt idx="9788">
                  <c:v>8.0278996427544858</c:v>
                </c:pt>
                <c:pt idx="9789">
                  <c:v>8.0278539810290308</c:v>
                </c:pt>
                <c:pt idx="9790">
                  <c:v>8.0262796370057075</c:v>
                </c:pt>
                <c:pt idx="9791">
                  <c:v>8.022960785118876</c:v>
                </c:pt>
                <c:pt idx="9792">
                  <c:v>8.0244141584199067</c:v>
                </c:pt>
                <c:pt idx="9793">
                  <c:v>8.0252925717570722</c:v>
                </c:pt>
                <c:pt idx="9794">
                  <c:v>8.0219929372151277</c:v>
                </c:pt>
                <c:pt idx="9795">
                  <c:v>8.0198424013468568</c:v>
                </c:pt>
                <c:pt idx="9796">
                  <c:v>8.0214559191886003</c:v>
                </c:pt>
                <c:pt idx="9797">
                  <c:v>8.022631790744466</c:v>
                </c:pt>
                <c:pt idx="9798">
                  <c:v>8.0238763191393261</c:v>
                </c:pt>
                <c:pt idx="9799">
                  <c:v>8.0255893729725294</c:v>
                </c:pt>
                <c:pt idx="9800">
                  <c:v>8.028787829014906</c:v>
                </c:pt>
                <c:pt idx="9801">
                  <c:v>8.0280408984519358</c:v>
                </c:pt>
                <c:pt idx="9802">
                  <c:v>8.0243552745041686</c:v>
                </c:pt>
                <c:pt idx="9803">
                  <c:v>8.0233661561203959</c:v>
                </c:pt>
                <c:pt idx="9804">
                  <c:v>8.0239721594875366</c:v>
                </c:pt>
                <c:pt idx="9805">
                  <c:v>8.025319016137642</c:v>
                </c:pt>
                <c:pt idx="9806">
                  <c:v>8.0250613887406068</c:v>
                </c:pt>
                <c:pt idx="9807">
                  <c:v>8.0235364020859858</c:v>
                </c:pt>
                <c:pt idx="9808">
                  <c:v>8.023822116371699</c:v>
                </c:pt>
                <c:pt idx="9809">
                  <c:v>8.0234419578696663</c:v>
                </c:pt>
                <c:pt idx="9810">
                  <c:v>8.0231252001806759</c:v>
                </c:pt>
                <c:pt idx="9811">
                  <c:v>8.0224047139982755</c:v>
                </c:pt>
                <c:pt idx="9812">
                  <c:v>8.0247231141953765</c:v>
                </c:pt>
                <c:pt idx="9813">
                  <c:v>8.0272892046154478</c:v>
                </c:pt>
                <c:pt idx="9814">
                  <c:v>8.0281387098098804</c:v>
                </c:pt>
                <c:pt idx="9815">
                  <c:v>8.0284610520264437</c:v>
                </c:pt>
                <c:pt idx="9816">
                  <c:v>8.0287838869954413</c:v>
                </c:pt>
                <c:pt idx="9817">
                  <c:v>8.0288058144787087</c:v>
                </c:pt>
                <c:pt idx="9818">
                  <c:v>8.027975526629163</c:v>
                </c:pt>
                <c:pt idx="9819">
                  <c:v>8.0267829836159823</c:v>
                </c:pt>
                <c:pt idx="9820">
                  <c:v>8.0249772923253815</c:v>
                </c:pt>
                <c:pt idx="9821">
                  <c:v>8.0252676877592091</c:v>
                </c:pt>
                <c:pt idx="9822">
                  <c:v>8.0246987229499442</c:v>
                </c:pt>
                <c:pt idx="9823">
                  <c:v>8.0247755102040816</c:v>
                </c:pt>
                <c:pt idx="9824">
                  <c:v>8.0235054408081137</c:v>
                </c:pt>
                <c:pt idx="9825">
                  <c:v>8.0230529298238409</c:v>
                </c:pt>
                <c:pt idx="9826">
                  <c:v>8.0230374902476083</c:v>
                </c:pt>
                <c:pt idx="9827">
                  <c:v>8.0226715394407258</c:v>
                </c:pt>
                <c:pt idx="9828">
                  <c:v>8.0250037367059495</c:v>
                </c:pt>
                <c:pt idx="9829">
                  <c:v>8.0269092924896324</c:v>
                </c:pt>
                <c:pt idx="9830">
                  <c:v>8.0276327351866303</c:v>
                </c:pt>
                <c:pt idx="9831">
                  <c:v>8.0284758345994334</c:v>
                </c:pt>
                <c:pt idx="9832">
                  <c:v>8.0303875497885269</c:v>
                </c:pt>
                <c:pt idx="9833">
                  <c:v>8.0327588387467657</c:v>
                </c:pt>
                <c:pt idx="9834">
                  <c:v>8.0322387385537724</c:v>
                </c:pt>
                <c:pt idx="9835">
                  <c:v>8.0290077608508188</c:v>
                </c:pt>
                <c:pt idx="9836">
                  <c:v>8.0264462694534551</c:v>
                </c:pt>
                <c:pt idx="9837">
                  <c:v>8.0258056912906</c:v>
                </c:pt>
                <c:pt idx="9838">
                  <c:v>8.0232636636143386</c:v>
                </c:pt>
                <c:pt idx="9839">
                  <c:v>8.0216321603087923</c:v>
                </c:pt>
                <c:pt idx="9840">
                  <c:v>8.0210925142692897</c:v>
                </c:pt>
                <c:pt idx="9841">
                  <c:v>8.0213393011127998</c:v>
                </c:pt>
                <c:pt idx="9842">
                  <c:v>8.0255824744384672</c:v>
                </c:pt>
                <c:pt idx="9843">
                  <c:v>8.0300858210487416</c:v>
                </c:pt>
                <c:pt idx="9844">
                  <c:v>8.0317183919845601</c:v>
                </c:pt>
                <c:pt idx="9845">
                  <c:v>8.0295364842113912</c:v>
                </c:pt>
                <c:pt idx="9846">
                  <c:v>8.0268849012442001</c:v>
                </c:pt>
                <c:pt idx="9847">
                  <c:v>8.0242265839937588</c:v>
                </c:pt>
                <c:pt idx="9848">
                  <c:v>8.0217683242311004</c:v>
                </c:pt>
                <c:pt idx="9849">
                  <c:v>8.0211215045374278</c:v>
                </c:pt>
                <c:pt idx="9850">
                  <c:v>8.0228339013673882</c:v>
                </c:pt>
                <c:pt idx="9851">
                  <c:v>8.0227528435921656</c:v>
                </c:pt>
                <c:pt idx="9852">
                  <c:v>8.022827167084138</c:v>
                </c:pt>
                <c:pt idx="9853">
                  <c:v>8.0256678848601819</c:v>
                </c:pt>
                <c:pt idx="9854">
                  <c:v>8.0283744918490534</c:v>
                </c:pt>
                <c:pt idx="9855">
                  <c:v>8.0309441957869669</c:v>
                </c:pt>
                <c:pt idx="9856">
                  <c:v>8.0302893278035565</c:v>
                </c:pt>
                <c:pt idx="9857">
                  <c:v>8.027850039009568</c:v>
                </c:pt>
                <c:pt idx="9858">
                  <c:v>8.0258428940992896</c:v>
                </c:pt>
                <c:pt idx="9859">
                  <c:v>8.0282023569991381</c:v>
                </c:pt>
                <c:pt idx="9860">
                  <c:v>8.032514105038393</c:v>
                </c:pt>
                <c:pt idx="9861">
                  <c:v>8.03232644848684</c:v>
                </c:pt>
                <c:pt idx="9862">
                  <c:v>8.031064673756827</c:v>
                </c:pt>
                <c:pt idx="9863">
                  <c:v>8.0284475834599434</c:v>
                </c:pt>
                <c:pt idx="9864">
                  <c:v>8.0253288711863018</c:v>
                </c:pt>
                <c:pt idx="9865">
                  <c:v>8.0249341764874966</c:v>
                </c:pt>
                <c:pt idx="9866">
                  <c:v>8.0275641604730428</c:v>
                </c:pt>
                <c:pt idx="9867">
                  <c:v>8.0271941033958853</c:v>
                </c:pt>
                <c:pt idx="9868">
                  <c:v>8.0304146511723395</c:v>
                </c:pt>
                <c:pt idx="9869">
                  <c:v>8.0304780519853818</c:v>
                </c:pt>
                <c:pt idx="9870">
                  <c:v>8.028620046811481</c:v>
                </c:pt>
                <c:pt idx="9871">
                  <c:v>8.0289894468853937</c:v>
                </c:pt>
                <c:pt idx="9872">
                  <c:v>8.0261410093212326</c:v>
                </c:pt>
                <c:pt idx="9873">
                  <c:v>8.0247889787705819</c:v>
                </c:pt>
                <c:pt idx="9874">
                  <c:v>8.0242859606619312</c:v>
                </c:pt>
                <c:pt idx="9875">
                  <c:v>8.0220813041514401</c:v>
                </c:pt>
                <c:pt idx="9876">
                  <c:v>8.0182590235289286</c:v>
                </c:pt>
                <c:pt idx="9877">
                  <c:v>8.0189489590604861</c:v>
                </c:pt>
                <c:pt idx="9878">
                  <c:v>8.0202493327310798</c:v>
                </c:pt>
                <c:pt idx="9879">
                  <c:v>8.0225804623660331</c:v>
                </c:pt>
                <c:pt idx="9880">
                  <c:v>8.0212335235905226</c:v>
                </c:pt>
                <c:pt idx="9881">
                  <c:v>8.0188377612614463</c:v>
                </c:pt>
                <c:pt idx="9882">
                  <c:v>8.021651624029893</c:v>
                </c:pt>
                <c:pt idx="9883">
                  <c:v>8.0223874676631208</c:v>
                </c:pt>
                <c:pt idx="9884">
                  <c:v>8.022383525643658</c:v>
                </c:pt>
                <c:pt idx="9885">
                  <c:v>8.0206993799531894</c:v>
                </c:pt>
                <c:pt idx="9886">
                  <c:v>8.0188682297868841</c:v>
                </c:pt>
                <c:pt idx="9887">
                  <c:v>8.0216174598612078</c:v>
                </c:pt>
                <c:pt idx="9888">
                  <c:v>8.0233027553073537</c:v>
                </c:pt>
                <c:pt idx="9889">
                  <c:v>8.0236655032234214</c:v>
                </c:pt>
                <c:pt idx="9890">
                  <c:v>8.0234767790415962</c:v>
                </c:pt>
                <c:pt idx="9891">
                  <c:v>8.0188899930193411</c:v>
                </c:pt>
                <c:pt idx="9892">
                  <c:v>8.0140565844043863</c:v>
                </c:pt>
                <c:pt idx="9893">
                  <c:v>8.0135791072968416</c:v>
                </c:pt>
                <c:pt idx="9894">
                  <c:v>8.0142710959635366</c:v>
                </c:pt>
                <c:pt idx="9895">
                  <c:v>8.0167876647640952</c:v>
                </c:pt>
                <c:pt idx="9896">
                  <c:v>8.0220867244282026</c:v>
                </c:pt>
                <c:pt idx="9897">
                  <c:v>8.0256778220342468</c:v>
                </c:pt>
                <c:pt idx="9898">
                  <c:v>8.0249805773416014</c:v>
                </c:pt>
                <c:pt idx="9899">
                  <c:v>8.0233262431733259</c:v>
                </c:pt>
                <c:pt idx="9900">
                  <c:v>8.0246166796698564</c:v>
                </c:pt>
                <c:pt idx="9901">
                  <c:v>8.0284297622469509</c:v>
                </c:pt>
                <c:pt idx="9902">
                  <c:v>8.0305711000698068</c:v>
                </c:pt>
                <c:pt idx="9903">
                  <c:v>8.0294279965507336</c:v>
                </c:pt>
                <c:pt idx="9904">
                  <c:v>8.0263456658317249</c:v>
                </c:pt>
                <c:pt idx="9905">
                  <c:v>8.023526547037326</c:v>
                </c:pt>
                <c:pt idx="9906">
                  <c:v>8.0248138627684469</c:v>
                </c:pt>
                <c:pt idx="9907">
                  <c:v>8.0281828932780357</c:v>
                </c:pt>
                <c:pt idx="9908">
                  <c:v>8.0278717201166181</c:v>
                </c:pt>
                <c:pt idx="9909">
                  <c:v>8.0257641358354199</c:v>
                </c:pt>
                <c:pt idx="9910">
                  <c:v>8.0249218576766719</c:v>
                </c:pt>
                <c:pt idx="9911">
                  <c:v>8.0226046072352482</c:v>
                </c:pt>
                <c:pt idx="9912">
                  <c:v>8.0229005050712434</c:v>
                </c:pt>
                <c:pt idx="9913">
                  <c:v>8.0239807005297088</c:v>
                </c:pt>
                <c:pt idx="9914">
                  <c:v>8.0213930932533977</c:v>
                </c:pt>
                <c:pt idx="9915">
                  <c:v>8.0208152589003401</c:v>
                </c:pt>
                <c:pt idx="9916">
                  <c:v>8.0235483923951882</c:v>
                </c:pt>
                <c:pt idx="9917">
                  <c:v>8.0248756210733792</c:v>
                </c:pt>
                <c:pt idx="9918">
                  <c:v>8.0239678889664514</c:v>
                </c:pt>
                <c:pt idx="9919">
                  <c:v>8.0222375887980952</c:v>
                </c:pt>
                <c:pt idx="9920">
                  <c:v>8.0205216605756995</c:v>
                </c:pt>
                <c:pt idx="9921">
                  <c:v>8.0210566254670876</c:v>
                </c:pt>
                <c:pt idx="9922">
                  <c:v>8.0222385743029605</c:v>
                </c:pt>
                <c:pt idx="9923">
                  <c:v>8.0220984683611878</c:v>
                </c:pt>
                <c:pt idx="9924">
                  <c:v>8.0219394735761504</c:v>
                </c:pt>
                <c:pt idx="9925">
                  <c:v>8.0235648174762861</c:v>
                </c:pt>
                <c:pt idx="9926">
                  <c:v>8.0253363445982018</c:v>
                </c:pt>
                <c:pt idx="9927">
                  <c:v>8.0259059664107095</c:v>
                </c:pt>
                <c:pt idx="9928">
                  <c:v>8.0265762739703526</c:v>
                </c:pt>
                <c:pt idx="9929">
                  <c:v>8.0276042376709231</c:v>
                </c:pt>
                <c:pt idx="9930">
                  <c:v>8.0284726317086186</c:v>
                </c:pt>
                <c:pt idx="9931">
                  <c:v>8.0271570648380077</c:v>
                </c:pt>
                <c:pt idx="9932">
                  <c:v>8.0254754650351092</c:v>
                </c:pt>
                <c:pt idx="9933">
                  <c:v>8.0227167084137481</c:v>
                </c:pt>
                <c:pt idx="9934">
                  <c:v>8.0246055106147089</c:v>
                </c:pt>
                <c:pt idx="9935">
                  <c:v>8.0267324764916026</c:v>
                </c:pt>
                <c:pt idx="9936">
                  <c:v>8.0262467868435099</c:v>
                </c:pt>
                <c:pt idx="9937">
                  <c:v>8.0249622633761746</c:v>
                </c:pt>
                <c:pt idx="9938">
                  <c:v>8.0234101753377409</c:v>
                </c:pt>
                <c:pt idx="9939">
                  <c:v>8.0234976388945913</c:v>
                </c:pt>
                <c:pt idx="9940">
                  <c:v>8.0243949410750215</c:v>
                </c:pt>
                <c:pt idx="9941">
                  <c:v>8.0259290436496524</c:v>
                </c:pt>
                <c:pt idx="9942">
                  <c:v>8.025325668295487</c:v>
                </c:pt>
                <c:pt idx="9943">
                  <c:v>8.0246997084548113</c:v>
                </c:pt>
                <c:pt idx="9944">
                  <c:v>8.0246131482774192</c:v>
                </c:pt>
                <c:pt idx="9945">
                  <c:v>8.0248047468484369</c:v>
                </c:pt>
                <c:pt idx="9946">
                  <c:v>8.0246799162320865</c:v>
                </c:pt>
                <c:pt idx="9947">
                  <c:v>8.0230053792140605</c:v>
                </c:pt>
                <c:pt idx="9948">
                  <c:v>8.0239547489015735</c:v>
                </c:pt>
                <c:pt idx="9949">
                  <c:v>8.0264735350880798</c:v>
                </c:pt>
                <c:pt idx="9950">
                  <c:v>8.0276737978893777</c:v>
                </c:pt>
                <c:pt idx="9951">
                  <c:v>8.0266378680244728</c:v>
                </c:pt>
                <c:pt idx="9952">
                  <c:v>8.0248849012441994</c:v>
                </c:pt>
                <c:pt idx="9953">
                  <c:v>8.0242026855007591</c:v>
                </c:pt>
                <c:pt idx="9954">
                  <c:v>8.0246446844331292</c:v>
                </c:pt>
                <c:pt idx="9955">
                  <c:v>8.0258073337987099</c:v>
                </c:pt>
                <c:pt idx="9956">
                  <c:v>8.0269772101999752</c:v>
                </c:pt>
                <c:pt idx="9957">
                  <c:v>8.0262774196197597</c:v>
                </c:pt>
                <c:pt idx="9958">
                  <c:v>8.0258155463392598</c:v>
                </c:pt>
                <c:pt idx="9959">
                  <c:v>8.0264832258859276</c:v>
                </c:pt>
                <c:pt idx="9960">
                  <c:v>8.0245080277583867</c:v>
                </c:pt>
                <c:pt idx="9961">
                  <c:v>8.0245378392805815</c:v>
                </c:pt>
                <c:pt idx="9962">
                  <c:v>8.024978442081057</c:v>
                </c:pt>
                <c:pt idx="9963">
                  <c:v>8.0254961606372923</c:v>
                </c:pt>
                <c:pt idx="9964">
                  <c:v>8.025757647928387</c:v>
                </c:pt>
                <c:pt idx="9965">
                  <c:v>8.0249806594670066</c:v>
                </c:pt>
                <c:pt idx="9966">
                  <c:v>8.0241892169342588</c:v>
                </c:pt>
                <c:pt idx="9967">
                  <c:v>8.025516774114072</c:v>
                </c:pt>
                <c:pt idx="9968">
                  <c:v>8.0267179402948301</c:v>
                </c:pt>
                <c:pt idx="9969">
                  <c:v>8.0259084301728745</c:v>
                </c:pt>
                <c:pt idx="9970">
                  <c:v>8.023867121093911</c:v>
                </c:pt>
                <c:pt idx="9971">
                  <c:v>8.0222593520305505</c:v>
                </c:pt>
                <c:pt idx="9972">
                  <c:v>8.0243056707592491</c:v>
                </c:pt>
                <c:pt idx="9973">
                  <c:v>8.0272050260748156</c:v>
                </c:pt>
                <c:pt idx="9974">
                  <c:v>8.0281268837514883</c:v>
                </c:pt>
                <c:pt idx="9975">
                  <c:v>8.0268077854884403</c:v>
                </c:pt>
                <c:pt idx="9976">
                  <c:v>8.0255116823389319</c:v>
                </c:pt>
                <c:pt idx="9977">
                  <c:v>8.0244308298772218</c:v>
                </c:pt>
                <c:pt idx="9978">
                  <c:v>8.0236739621401885</c:v>
                </c:pt>
                <c:pt idx="9979">
                  <c:v>8.0235851845768487</c:v>
                </c:pt>
                <c:pt idx="9980">
                  <c:v>8.0261835502812797</c:v>
                </c:pt>
                <c:pt idx="9981">
                  <c:v>8.0275581653184407</c:v>
                </c:pt>
                <c:pt idx="9982">
                  <c:v>8.0279889130702582</c:v>
                </c:pt>
                <c:pt idx="9983">
                  <c:v>8.0253250934176492</c:v>
                </c:pt>
                <c:pt idx="9984">
                  <c:v>8.0225800517390056</c:v>
                </c:pt>
                <c:pt idx="9985">
                  <c:v>8.0232633351127163</c:v>
                </c:pt>
                <c:pt idx="9986">
                  <c:v>8.0241484827331337</c:v>
                </c:pt>
                <c:pt idx="9987">
                  <c:v>8.0252429680121544</c:v>
                </c:pt>
                <c:pt idx="9988">
                  <c:v>8.0279501498788655</c:v>
                </c:pt>
                <c:pt idx="9989">
                  <c:v>8.0291337412228465</c:v>
                </c:pt>
                <c:pt idx="9990">
                  <c:v>8.0289712150453738</c:v>
                </c:pt>
                <c:pt idx="9991">
                  <c:v>8.0291618281115262</c:v>
                </c:pt>
                <c:pt idx="9992">
                  <c:v>8.0315636677206097</c:v>
                </c:pt>
                <c:pt idx="9993">
                  <c:v>8.0308063893565471</c:v>
                </c:pt>
                <c:pt idx="9994">
                  <c:v>8.0269642343859076</c:v>
                </c:pt>
                <c:pt idx="9995">
                  <c:v>8.0255570155627645</c:v>
                </c:pt>
                <c:pt idx="9996">
                  <c:v>8.0250615529914171</c:v>
                </c:pt>
                <c:pt idx="9997">
                  <c:v>8.0259225557426195</c:v>
                </c:pt>
                <c:pt idx="9998">
                  <c:v>8.0251733256682947</c:v>
                </c:pt>
                <c:pt idx="9999">
                  <c:v>8.0243087093992518</c:v>
                </c:pt>
                <c:pt idx="10000">
                  <c:v>8.0234054120642213</c:v>
                </c:pt>
                <c:pt idx="10001">
                  <c:v>8.0217441793618853</c:v>
                </c:pt>
                <c:pt idx="10002">
                  <c:v>8.0224656510491528</c:v>
                </c:pt>
                <c:pt idx="10003">
                  <c:v>8.0253751077895945</c:v>
                </c:pt>
                <c:pt idx="10004">
                  <c:v>8.0226313801174385</c:v>
                </c:pt>
                <c:pt idx="10005">
                  <c:v>8.0196875949574995</c:v>
                </c:pt>
                <c:pt idx="10006">
                  <c:v>8.0183667720609364</c:v>
                </c:pt>
                <c:pt idx="10007">
                  <c:v>8.0192804993224662</c:v>
                </c:pt>
                <c:pt idx="10008">
                  <c:v>8.0191624851147694</c:v>
                </c:pt>
                <c:pt idx="10009">
                  <c:v>8.0183227528435914</c:v>
                </c:pt>
                <c:pt idx="10010">
                  <c:v>8.019875744261487</c:v>
                </c:pt>
                <c:pt idx="10011">
                  <c:v>8.0207381431445821</c:v>
                </c:pt>
                <c:pt idx="10012">
                  <c:v>8.022009690797848</c:v>
                </c:pt>
                <c:pt idx="10013">
                  <c:v>8.0244139120436913</c:v>
                </c:pt>
                <c:pt idx="10014">
                  <c:v>8.0232344269699833</c:v>
                </c:pt>
                <c:pt idx="10015">
                  <c:v>8.022367757565803</c:v>
                </c:pt>
                <c:pt idx="10016">
                  <c:v>8.024120395844454</c:v>
                </c:pt>
                <c:pt idx="10017">
                  <c:v>8.0251145238779618</c:v>
                </c:pt>
                <c:pt idx="10018">
                  <c:v>8.0262366854186347</c:v>
                </c:pt>
                <c:pt idx="10019">
                  <c:v>8.0273562189463306</c:v>
                </c:pt>
                <c:pt idx="10020">
                  <c:v>8.0266096990103897</c:v>
                </c:pt>
                <c:pt idx="10021">
                  <c:v>8.0241034780109235</c:v>
                </c:pt>
                <c:pt idx="10022">
                  <c:v>8.0241880671785815</c:v>
                </c:pt>
                <c:pt idx="10023">
                  <c:v>8.0247493121997291</c:v>
                </c:pt>
                <c:pt idx="10024">
                  <c:v>8.0259008746355693</c:v>
                </c:pt>
                <c:pt idx="10025">
                  <c:v>8.0271227364185105</c:v>
                </c:pt>
                <c:pt idx="10026">
                  <c:v>8.0252524945591919</c:v>
                </c:pt>
                <c:pt idx="10027">
                  <c:v>8.025161335359094</c:v>
                </c:pt>
                <c:pt idx="10028">
                  <c:v>8.0242738882273237</c:v>
                </c:pt>
                <c:pt idx="10029">
                  <c:v>8.0253231224079169</c:v>
                </c:pt>
                <c:pt idx="10030">
                  <c:v>8.0272596394694702</c:v>
                </c:pt>
                <c:pt idx="10031">
                  <c:v>8.03117669280992</c:v>
                </c:pt>
                <c:pt idx="10032">
                  <c:v>8.0336996673921082</c:v>
                </c:pt>
                <c:pt idx="10033">
                  <c:v>8.0312579969613598</c:v>
                </c:pt>
                <c:pt idx="10034">
                  <c:v>8.0276163922309358</c:v>
                </c:pt>
                <c:pt idx="10035">
                  <c:v>8.0246581529996313</c:v>
                </c:pt>
                <c:pt idx="10036">
                  <c:v>8.0216652568472053</c:v>
                </c:pt>
                <c:pt idx="10037">
                  <c:v>8.022108569786063</c:v>
                </c:pt>
                <c:pt idx="10038">
                  <c:v>8.0248011333305964</c:v>
                </c:pt>
                <c:pt idx="10039">
                  <c:v>8.0256433293639393</c:v>
                </c:pt>
                <c:pt idx="10040">
                  <c:v>8.024014043444339</c:v>
                </c:pt>
                <c:pt idx="10041">
                  <c:v>8.024637128895824</c:v>
                </c:pt>
                <c:pt idx="10042">
                  <c:v>8.0262776659959751</c:v>
                </c:pt>
                <c:pt idx="10043">
                  <c:v>8.0286887036504737</c:v>
                </c:pt>
                <c:pt idx="10044">
                  <c:v>8.0298291791565717</c:v>
                </c:pt>
                <c:pt idx="10045">
                  <c:v>8.0299563092842767</c:v>
                </c:pt>
                <c:pt idx="10046">
                  <c:v>8.0302108980413092</c:v>
                </c:pt>
                <c:pt idx="10047">
                  <c:v>8.0271224900422951</c:v>
                </c:pt>
                <c:pt idx="10048">
                  <c:v>8.0234015521701636</c:v>
                </c:pt>
                <c:pt idx="10049">
                  <c:v>8.0245770952244069</c:v>
                </c:pt>
                <c:pt idx="10050">
                  <c:v>8.0279287972734359</c:v>
                </c:pt>
                <c:pt idx="10051">
                  <c:v>8.0272167700078025</c:v>
                </c:pt>
                <c:pt idx="10052">
                  <c:v>8.0258955364842119</c:v>
                </c:pt>
                <c:pt idx="10053">
                  <c:v>8.0264730423356472</c:v>
                </c:pt>
                <c:pt idx="10054">
                  <c:v>8.0259540097729225</c:v>
                </c:pt>
                <c:pt idx="10055">
                  <c:v>8.0268169014084503</c:v>
                </c:pt>
                <c:pt idx="10056">
                  <c:v>8.0307757565802973</c:v>
                </c:pt>
                <c:pt idx="10057">
                  <c:v>8.0305496653389721</c:v>
                </c:pt>
                <c:pt idx="10058">
                  <c:v>8.0273788034328426</c:v>
                </c:pt>
                <c:pt idx="10059">
                  <c:v>8.024430254999384</c:v>
                </c:pt>
                <c:pt idx="10060">
                  <c:v>8.0232366443559311</c:v>
                </c:pt>
                <c:pt idx="10061">
                  <c:v>8.0244026608631387</c:v>
                </c:pt>
                <c:pt idx="10062">
                  <c:v>8.0271635527450425</c:v>
                </c:pt>
                <c:pt idx="10063">
                  <c:v>8.0301738594834315</c:v>
                </c:pt>
                <c:pt idx="10064">
                  <c:v>8.0290829055968462</c:v>
                </c:pt>
                <c:pt idx="10065">
                  <c:v>8.0275620252125002</c:v>
                </c:pt>
                <c:pt idx="10066">
                  <c:v>8.0258475752474023</c:v>
                </c:pt>
                <c:pt idx="10067">
                  <c:v>8.0235054408081137</c:v>
                </c:pt>
                <c:pt idx="10068">
                  <c:v>8.0247673797889369</c:v>
                </c:pt>
                <c:pt idx="10069">
                  <c:v>8.0258166960949371</c:v>
                </c:pt>
                <c:pt idx="10070">
                  <c:v>8.0253716585225643</c:v>
                </c:pt>
                <c:pt idx="10071">
                  <c:v>8.0242963084630237</c:v>
                </c:pt>
                <c:pt idx="10072">
                  <c:v>8.024925224818297</c:v>
                </c:pt>
                <c:pt idx="10073">
                  <c:v>8.0263062456370875</c:v>
                </c:pt>
                <c:pt idx="10074">
                  <c:v>8.0276366772060932</c:v>
                </c:pt>
                <c:pt idx="10075">
                  <c:v>8.0255111895864992</c:v>
                </c:pt>
                <c:pt idx="10076">
                  <c:v>8.0257698846138048</c:v>
                </c:pt>
                <c:pt idx="10077">
                  <c:v>8.026109801667145</c:v>
                </c:pt>
                <c:pt idx="10078">
                  <c:v>8.0227353508807955</c:v>
                </c:pt>
                <c:pt idx="10079">
                  <c:v>8.020878495462572</c:v>
                </c:pt>
                <c:pt idx="10080">
                  <c:v>8.0207066069888722</c:v>
                </c:pt>
                <c:pt idx="10081">
                  <c:v>8.0231708619061308</c:v>
                </c:pt>
                <c:pt idx="10082">
                  <c:v>8.0238990678766484</c:v>
                </c:pt>
                <c:pt idx="10083">
                  <c:v>8.0234863877140388</c:v>
                </c:pt>
                <c:pt idx="10084">
                  <c:v>8.0235476532665384</c:v>
                </c:pt>
                <c:pt idx="10085">
                  <c:v>8.0248062251057366</c:v>
                </c:pt>
                <c:pt idx="10086">
                  <c:v>8.025128074569869</c:v>
                </c:pt>
                <c:pt idx="10087">
                  <c:v>8.0233014413008661</c:v>
                </c:pt>
                <c:pt idx="10088">
                  <c:v>8.0246492013304316</c:v>
                </c:pt>
                <c:pt idx="10089">
                  <c:v>8.0269824662259275</c:v>
                </c:pt>
                <c:pt idx="10090">
                  <c:v>8.0296300250482489</c:v>
                </c:pt>
                <c:pt idx="10091">
                  <c:v>8.0322273231224077</c:v>
                </c:pt>
                <c:pt idx="10092">
                  <c:v>8.0306308052396016</c:v>
                </c:pt>
                <c:pt idx="10093">
                  <c:v>8.0256361023282548</c:v>
                </c:pt>
                <c:pt idx="10094">
                  <c:v>8.0231889294953387</c:v>
                </c:pt>
                <c:pt idx="10095">
                  <c:v>8.0240329322876036</c:v>
                </c:pt>
                <c:pt idx="10096">
                  <c:v>8.0259257586334325</c:v>
                </c:pt>
                <c:pt idx="10097">
                  <c:v>8.0277889377078804</c:v>
                </c:pt>
                <c:pt idx="10098">
                  <c:v>8.0307734570689444</c:v>
                </c:pt>
                <c:pt idx="10099">
                  <c:v>8.0321731203547824</c:v>
                </c:pt>
                <c:pt idx="10100">
                  <c:v>8.0313142528641244</c:v>
                </c:pt>
                <c:pt idx="10101">
                  <c:v>8.0272239149180802</c:v>
                </c:pt>
                <c:pt idx="10102">
                  <c:v>8.0215889623455023</c:v>
                </c:pt>
                <c:pt idx="10103">
                  <c:v>8.0214548515583299</c:v>
                </c:pt>
                <c:pt idx="10104">
                  <c:v>8.024313965425204</c:v>
                </c:pt>
                <c:pt idx="10105">
                  <c:v>8.0230460312897787</c:v>
                </c:pt>
                <c:pt idx="10106">
                  <c:v>8.0232047796986006</c:v>
                </c:pt>
                <c:pt idx="10107">
                  <c:v>8.0246168439206667</c:v>
                </c:pt>
                <c:pt idx="10108">
                  <c:v>8.0235297499281408</c:v>
                </c:pt>
                <c:pt idx="10109">
                  <c:v>8.0237453291175633</c:v>
                </c:pt>
                <c:pt idx="10110">
                  <c:v>8.0268925389069103</c:v>
                </c:pt>
                <c:pt idx="10111">
                  <c:v>8.0276167207325582</c:v>
                </c:pt>
                <c:pt idx="10112">
                  <c:v>8.0284399457972331</c:v>
                </c:pt>
                <c:pt idx="10113">
                  <c:v>8.0292161130045585</c:v>
                </c:pt>
                <c:pt idx="10114">
                  <c:v>8.0309694904118594</c:v>
                </c:pt>
                <c:pt idx="10115">
                  <c:v>8.0337819570484132</c:v>
                </c:pt>
                <c:pt idx="10116">
                  <c:v>8.0341980864780513</c:v>
                </c:pt>
                <c:pt idx="10117">
                  <c:v>8.0298538989036263</c:v>
                </c:pt>
                <c:pt idx="10118">
                  <c:v>8.0281248306163508</c:v>
                </c:pt>
                <c:pt idx="10119">
                  <c:v>8.0284998973432433</c:v>
                </c:pt>
                <c:pt idx="10120">
                  <c:v>8.0278050342873559</c:v>
                </c:pt>
                <c:pt idx="10121">
                  <c:v>8.0276231265141877</c:v>
                </c:pt>
                <c:pt idx="10122">
                  <c:v>8.0265646942881776</c:v>
                </c:pt>
                <c:pt idx="10123">
                  <c:v>8.0269074857307103</c:v>
                </c:pt>
                <c:pt idx="10124">
                  <c:v>8.0244971872048616</c:v>
                </c:pt>
                <c:pt idx="10125">
                  <c:v>8.0226662012893684</c:v>
                </c:pt>
                <c:pt idx="10126">
                  <c:v>8.0210083357286575</c:v>
                </c:pt>
                <c:pt idx="10127">
                  <c:v>8.0188064714819536</c:v>
                </c:pt>
                <c:pt idx="10128">
                  <c:v>8.0215658851065577</c:v>
                </c:pt>
                <c:pt idx="10129">
                  <c:v>8.0250048043362217</c:v>
                </c:pt>
                <c:pt idx="10130">
                  <c:v>8.0274937790005332</c:v>
                </c:pt>
                <c:pt idx="10131">
                  <c:v>8.0281684392066683</c:v>
                </c:pt>
                <c:pt idx="10132">
                  <c:v>8.0246970804418343</c:v>
                </c:pt>
                <c:pt idx="10133">
                  <c:v>8.0214364554674997</c:v>
                </c:pt>
                <c:pt idx="10134">
                  <c:v>8.0198832997987921</c:v>
                </c:pt>
                <c:pt idx="10135">
                  <c:v>8.0205021968545971</c:v>
                </c:pt>
                <c:pt idx="10136">
                  <c:v>8.0201162895741795</c:v>
                </c:pt>
                <c:pt idx="10137">
                  <c:v>8.0202145936845568</c:v>
                </c:pt>
                <c:pt idx="10138">
                  <c:v>8.0234926292448563</c:v>
                </c:pt>
                <c:pt idx="10139">
                  <c:v>8.0250345337330096</c:v>
                </c:pt>
                <c:pt idx="10140">
                  <c:v>8.0273129388576354</c:v>
                </c:pt>
                <c:pt idx="10141">
                  <c:v>8.0282930234468033</c:v>
                </c:pt>
                <c:pt idx="10142">
                  <c:v>8.0278688457274257</c:v>
                </c:pt>
                <c:pt idx="10143">
                  <c:v>8.0267186794234799</c:v>
                </c:pt>
                <c:pt idx="10144">
                  <c:v>8.0250796205806267</c:v>
                </c:pt>
                <c:pt idx="10145">
                  <c:v>8.0224941485648582</c:v>
                </c:pt>
                <c:pt idx="10146">
                  <c:v>8.0233889869831234</c:v>
                </c:pt>
                <c:pt idx="10147">
                  <c:v>8.0248321767338719</c:v>
                </c:pt>
                <c:pt idx="10148">
                  <c:v>8.0254123105982842</c:v>
                </c:pt>
                <c:pt idx="10149">
                  <c:v>8.0262041637580577</c:v>
                </c:pt>
                <c:pt idx="10150">
                  <c:v>8.0239935120929662</c:v>
                </c:pt>
                <c:pt idx="10151">
                  <c:v>8.022512298279473</c:v>
                </c:pt>
                <c:pt idx="10152">
                  <c:v>8.0225843222600908</c:v>
                </c:pt>
                <c:pt idx="10153">
                  <c:v>8.0222085164045502</c:v>
                </c:pt>
                <c:pt idx="10154">
                  <c:v>8.0206482979509719</c:v>
                </c:pt>
                <c:pt idx="10155">
                  <c:v>8.018893935038804</c:v>
                </c:pt>
                <c:pt idx="10156">
                  <c:v>8.0180335892908463</c:v>
                </c:pt>
                <c:pt idx="10157">
                  <c:v>8.0213386441095551</c:v>
                </c:pt>
                <c:pt idx="10158">
                  <c:v>8.0229178335318032</c:v>
                </c:pt>
                <c:pt idx="10159">
                  <c:v>8.0222806225105732</c:v>
                </c:pt>
                <c:pt idx="10160">
                  <c:v>8.0225402209173406</c:v>
                </c:pt>
                <c:pt idx="10161">
                  <c:v>8.0232999630435682</c:v>
                </c:pt>
                <c:pt idx="10162">
                  <c:v>8.0251675768899116</c:v>
                </c:pt>
                <c:pt idx="10163">
                  <c:v>8.0248127130127713</c:v>
                </c:pt>
                <c:pt idx="10164">
                  <c:v>8.0248823553566293</c:v>
                </c:pt>
                <c:pt idx="10165">
                  <c:v>8.0257950971132921</c:v>
                </c:pt>
                <c:pt idx="10166">
                  <c:v>8.0256628752104469</c:v>
                </c:pt>
                <c:pt idx="10167">
                  <c:v>8.0250751858087295</c:v>
                </c:pt>
                <c:pt idx="10168">
                  <c:v>8.0233022625549211</c:v>
                </c:pt>
                <c:pt idx="10169">
                  <c:v>8.0206256313390547</c:v>
                </c:pt>
                <c:pt idx="10170">
                  <c:v>8.0202902311830169</c:v>
                </c:pt>
                <c:pt idx="10171">
                  <c:v>8.0223327721430628</c:v>
                </c:pt>
                <c:pt idx="10172">
                  <c:v>8.0268420317825324</c:v>
                </c:pt>
                <c:pt idx="10173">
                  <c:v>8.0292545476943289</c:v>
                </c:pt>
                <c:pt idx="10174">
                  <c:v>8.0254504167864322</c:v>
                </c:pt>
                <c:pt idx="10175">
                  <c:v>8.0223928879398834</c:v>
                </c:pt>
                <c:pt idx="10176">
                  <c:v>8.0214396583583127</c:v>
                </c:pt>
                <c:pt idx="10177">
                  <c:v>8.0193766681722991</c:v>
                </c:pt>
                <c:pt idx="10178">
                  <c:v>8.0162725742208352</c:v>
                </c:pt>
                <c:pt idx="10179">
                  <c:v>8.0173522769268679</c:v>
                </c:pt>
                <c:pt idx="10180">
                  <c:v>8.0229290847123558</c:v>
                </c:pt>
                <c:pt idx="10181">
                  <c:v>8.0272611177267681</c:v>
                </c:pt>
                <c:pt idx="10182">
                  <c:v>8.0294771896686239</c:v>
                </c:pt>
                <c:pt idx="10183">
                  <c:v>8.0286670225434236</c:v>
                </c:pt>
                <c:pt idx="10184">
                  <c:v>8.026872418182565</c:v>
                </c:pt>
                <c:pt idx="10185">
                  <c:v>8.0270262390670553</c:v>
                </c:pt>
                <c:pt idx="10186">
                  <c:v>8.0269244856896478</c:v>
                </c:pt>
                <c:pt idx="10187">
                  <c:v>8.0265596846384426</c:v>
                </c:pt>
                <c:pt idx="10188">
                  <c:v>8.0284309941280334</c:v>
                </c:pt>
                <c:pt idx="10189">
                  <c:v>8.0302137724305016</c:v>
                </c:pt>
                <c:pt idx="10190">
                  <c:v>8.0295438754978861</c:v>
                </c:pt>
                <c:pt idx="10191">
                  <c:v>8.0292030550650839</c:v>
                </c:pt>
                <c:pt idx="10192">
                  <c:v>8.0296332279390636</c:v>
                </c:pt>
                <c:pt idx="10193">
                  <c:v>8.0285955734406436</c:v>
                </c:pt>
                <c:pt idx="10194">
                  <c:v>8.0282854679094982</c:v>
                </c:pt>
                <c:pt idx="10195">
                  <c:v>8.0280347390465234</c:v>
                </c:pt>
                <c:pt idx="10196">
                  <c:v>8.0258190777316969</c:v>
                </c:pt>
                <c:pt idx="10197">
                  <c:v>8.0237578121791984</c:v>
                </c:pt>
                <c:pt idx="10198">
                  <c:v>8.022303781874923</c:v>
                </c:pt>
                <c:pt idx="10199">
                  <c:v>8.0225412885476128</c:v>
                </c:pt>
                <c:pt idx="10200">
                  <c:v>8.0256377448363647</c:v>
                </c:pt>
                <c:pt idx="10201">
                  <c:v>8.0290375723730136</c:v>
                </c:pt>
                <c:pt idx="10202">
                  <c:v>8.0287615488851483</c:v>
                </c:pt>
                <c:pt idx="10203">
                  <c:v>8.02643542889993</c:v>
                </c:pt>
                <c:pt idx="10204">
                  <c:v>8.025697039379132</c:v>
                </c:pt>
                <c:pt idx="10205">
                  <c:v>8.0275506919065407</c:v>
                </c:pt>
                <c:pt idx="10206">
                  <c:v>8.0282418593191807</c:v>
                </c:pt>
                <c:pt idx="10207">
                  <c:v>8.0264756703486224</c:v>
                </c:pt>
                <c:pt idx="10208">
                  <c:v>8.0229771280745705</c:v>
                </c:pt>
                <c:pt idx="10209">
                  <c:v>8.0190411858908561</c:v>
                </c:pt>
                <c:pt idx="10210">
                  <c:v>8.018629901860141</c:v>
                </c:pt>
                <c:pt idx="10211">
                  <c:v>8.0191396542520437</c:v>
                </c:pt>
                <c:pt idx="10212">
                  <c:v>8.0224755060978108</c:v>
                </c:pt>
                <c:pt idx="10213">
                  <c:v>8.0257488605099994</c:v>
                </c:pt>
                <c:pt idx="10214">
                  <c:v>8.0256105613271469</c:v>
                </c:pt>
                <c:pt idx="10215">
                  <c:v>8.0230063647189258</c:v>
                </c:pt>
                <c:pt idx="10216">
                  <c:v>8.0222104052888756</c:v>
                </c:pt>
                <c:pt idx="10217">
                  <c:v>8.0233555619430863</c:v>
                </c:pt>
                <c:pt idx="10218">
                  <c:v>8.0229553648421135</c:v>
                </c:pt>
                <c:pt idx="10219">
                  <c:v>8.0227618773867704</c:v>
                </c:pt>
                <c:pt idx="10220">
                  <c:v>8.0238614544409312</c:v>
                </c:pt>
                <c:pt idx="10221">
                  <c:v>8.0263487044717277</c:v>
                </c:pt>
                <c:pt idx="10222">
                  <c:v>8.0305544286124917</c:v>
                </c:pt>
                <c:pt idx="10223">
                  <c:v>8.0327692686732632</c:v>
                </c:pt>
                <c:pt idx="10224">
                  <c:v>8.0313628711041769</c:v>
                </c:pt>
                <c:pt idx="10225">
                  <c:v>8.0273410257463151</c:v>
                </c:pt>
                <c:pt idx="10226">
                  <c:v>8.0240601157968214</c:v>
                </c:pt>
                <c:pt idx="10227">
                  <c:v>8.023069601281156</c:v>
                </c:pt>
                <c:pt idx="10228">
                  <c:v>8.0240409805773414</c:v>
                </c:pt>
                <c:pt idx="10229">
                  <c:v>8.0219710097318604</c:v>
                </c:pt>
                <c:pt idx="10230">
                  <c:v>8.0199036668993546</c:v>
                </c:pt>
                <c:pt idx="10231">
                  <c:v>8.0202696998316423</c:v>
                </c:pt>
                <c:pt idx="10232">
                  <c:v>8.0203147045538543</c:v>
                </c:pt>
                <c:pt idx="10233">
                  <c:v>8.0216431651131277</c:v>
                </c:pt>
                <c:pt idx="10234">
                  <c:v>8.0251601856034167</c:v>
                </c:pt>
                <c:pt idx="10235">
                  <c:v>8.0296340491931186</c:v>
                </c:pt>
                <c:pt idx="10236">
                  <c:v>8.0285720855746732</c:v>
                </c:pt>
                <c:pt idx="10237">
                  <c:v>8.0261291011374372</c:v>
                </c:pt>
                <c:pt idx="10238">
                  <c:v>8.0259726522399699</c:v>
                </c:pt>
                <c:pt idx="10239">
                  <c:v>8.0288550075966008</c:v>
                </c:pt>
                <c:pt idx="10240">
                  <c:v>8.0297769473986786</c:v>
                </c:pt>
                <c:pt idx="10241">
                  <c:v>8.0288604278733633</c:v>
                </c:pt>
                <c:pt idx="10242">
                  <c:v>8.0291916396337211</c:v>
                </c:pt>
                <c:pt idx="10243">
                  <c:v>8.0288003942019461</c:v>
                </c:pt>
                <c:pt idx="10244">
                  <c:v>8.0275077403194679</c:v>
                </c:pt>
                <c:pt idx="10245">
                  <c:v>8.0273242721635931</c:v>
                </c:pt>
                <c:pt idx="10246">
                  <c:v>8.0273927647517755</c:v>
                </c:pt>
                <c:pt idx="10247">
                  <c:v>8.0237196238656434</c:v>
                </c:pt>
                <c:pt idx="10248">
                  <c:v>8.0223750667268927</c:v>
                </c:pt>
                <c:pt idx="10249">
                  <c:v>8.0238622756949862</c:v>
                </c:pt>
                <c:pt idx="10250">
                  <c:v>8.0244566993799538</c:v>
                </c:pt>
                <c:pt idx="10251">
                  <c:v>8.0252812384511145</c:v>
                </c:pt>
                <c:pt idx="10252">
                  <c:v>8.0251828522153321</c:v>
                </c:pt>
                <c:pt idx="10253">
                  <c:v>8.024681148113169</c:v>
                </c:pt>
                <c:pt idx="10254">
                  <c:v>8.0266322013714948</c:v>
                </c:pt>
                <c:pt idx="10255">
                  <c:v>8.0258041309078969</c:v>
                </c:pt>
                <c:pt idx="10256">
                  <c:v>8.0227447131770209</c:v>
                </c:pt>
                <c:pt idx="10257">
                  <c:v>8.0233906294912334</c:v>
                </c:pt>
                <c:pt idx="10258">
                  <c:v>8.0266885393996628</c:v>
                </c:pt>
                <c:pt idx="10259">
                  <c:v>8.0287084958731985</c:v>
                </c:pt>
                <c:pt idx="10260">
                  <c:v>8.0314834311994421</c:v>
                </c:pt>
                <c:pt idx="10261">
                  <c:v>8.0316011169055148</c:v>
                </c:pt>
                <c:pt idx="10262">
                  <c:v>8.0305094238902797</c:v>
                </c:pt>
                <c:pt idx="10263">
                  <c:v>8.0284619554059056</c:v>
                </c:pt>
                <c:pt idx="10264">
                  <c:v>8.0253530160555169</c:v>
                </c:pt>
                <c:pt idx="10265">
                  <c:v>8.0262246951094323</c:v>
                </c:pt>
                <c:pt idx="10266">
                  <c:v>8.0266373752720401</c:v>
                </c:pt>
                <c:pt idx="10267">
                  <c:v>8.0278986572496205</c:v>
                </c:pt>
                <c:pt idx="10268">
                  <c:v>8.0299264977620819</c:v>
                </c:pt>
                <c:pt idx="10269">
                  <c:v>8.0302304438878167</c:v>
                </c:pt>
                <c:pt idx="10270">
                  <c:v>8.0253787213074368</c:v>
                </c:pt>
                <c:pt idx="10271">
                  <c:v>8.0186972446926461</c:v>
                </c:pt>
                <c:pt idx="10272">
                  <c:v>8.0176538414158411</c:v>
                </c:pt>
                <c:pt idx="10273">
                  <c:v>8.0236719911304561</c:v>
                </c:pt>
                <c:pt idx="10274">
                  <c:v>8.0257272615283544</c:v>
                </c:pt>
                <c:pt idx="10275">
                  <c:v>8.0235467498870783</c:v>
                </c:pt>
                <c:pt idx="10276">
                  <c:v>8.0240732558617012</c:v>
                </c:pt>
                <c:pt idx="10277">
                  <c:v>8.0263840183960902</c:v>
                </c:pt>
                <c:pt idx="10278">
                  <c:v>8.0291625672401761</c:v>
                </c:pt>
                <c:pt idx="10279">
                  <c:v>8.0278198989857508</c:v>
                </c:pt>
                <c:pt idx="10280">
                  <c:v>8.026209584034822</c:v>
                </c:pt>
                <c:pt idx="10281">
                  <c:v>8.027396624645835</c:v>
                </c:pt>
                <c:pt idx="10282">
                  <c:v>8.0254133782285546</c:v>
                </c:pt>
                <c:pt idx="10283">
                  <c:v>8.0233645957376911</c:v>
                </c:pt>
                <c:pt idx="10284">
                  <c:v>8.0230399540097732</c:v>
                </c:pt>
                <c:pt idx="10285">
                  <c:v>8.0209629203794197</c:v>
                </c:pt>
                <c:pt idx="10286">
                  <c:v>8.0176153246006656</c:v>
                </c:pt>
                <c:pt idx="10287">
                  <c:v>8.0166175830493156</c:v>
                </c:pt>
                <c:pt idx="10288">
                  <c:v>8.0164347718966855</c:v>
                </c:pt>
                <c:pt idx="10289">
                  <c:v>8.016466718679423</c:v>
                </c:pt>
                <c:pt idx="10290">
                  <c:v>8.0143392600500967</c:v>
                </c:pt>
                <c:pt idx="10291">
                  <c:v>8.0164229458382952</c:v>
                </c:pt>
                <c:pt idx="10292">
                  <c:v>8.0200443477189669</c:v>
                </c:pt>
                <c:pt idx="10293">
                  <c:v>8.0209137272615276</c:v>
                </c:pt>
                <c:pt idx="10294">
                  <c:v>8.0216579476861174</c:v>
                </c:pt>
                <c:pt idx="10295">
                  <c:v>8.0255479817681596</c:v>
                </c:pt>
                <c:pt idx="10296">
                  <c:v>8.0281098016671457</c:v>
                </c:pt>
                <c:pt idx="10297">
                  <c:v>8.0285495832135663</c:v>
                </c:pt>
                <c:pt idx="10298">
                  <c:v>8.0298911838377194</c:v>
                </c:pt>
                <c:pt idx="10299">
                  <c:v>8.0297973144992412</c:v>
                </c:pt>
                <c:pt idx="10300">
                  <c:v>8.0288043362214108</c:v>
                </c:pt>
                <c:pt idx="10301">
                  <c:v>8.0277746478873233</c:v>
                </c:pt>
                <c:pt idx="10302">
                  <c:v>8.0256191023693173</c:v>
                </c:pt>
                <c:pt idx="10303">
                  <c:v>8.0235826386892786</c:v>
                </c:pt>
                <c:pt idx="10304">
                  <c:v>8.0251771855623542</c:v>
                </c:pt>
                <c:pt idx="10305">
                  <c:v>8.0259384880712847</c:v>
                </c:pt>
                <c:pt idx="10306">
                  <c:v>8.0273171272533155</c:v>
                </c:pt>
                <c:pt idx="10307">
                  <c:v>8.0305086026362247</c:v>
                </c:pt>
                <c:pt idx="10308">
                  <c:v>8.0327401962797182</c:v>
                </c:pt>
                <c:pt idx="10309">
                  <c:v>8.0313005379214069</c:v>
                </c:pt>
                <c:pt idx="10310">
                  <c:v>8.0284782983615983</c:v>
                </c:pt>
                <c:pt idx="10311">
                  <c:v>8.0257103436948221</c:v>
                </c:pt>
                <c:pt idx="10312">
                  <c:v>8.0243598735268762</c:v>
                </c:pt>
                <c:pt idx="10313">
                  <c:v>8.0247511189586493</c:v>
                </c:pt>
                <c:pt idx="10314">
                  <c:v>8.0250853693590116</c:v>
                </c:pt>
                <c:pt idx="10315">
                  <c:v>8.0238865848150134</c:v>
                </c:pt>
                <c:pt idx="10316">
                  <c:v>8.024393709193939</c:v>
                </c:pt>
                <c:pt idx="10317">
                  <c:v>8.0267813411078723</c:v>
                </c:pt>
                <c:pt idx="10318">
                  <c:v>8.0299545846507616</c:v>
                </c:pt>
                <c:pt idx="10319">
                  <c:v>8.0307939062949121</c:v>
                </c:pt>
                <c:pt idx="10320">
                  <c:v>8.0274946823799951</c:v>
                </c:pt>
                <c:pt idx="10321">
                  <c:v>8.0267420851640452</c:v>
                </c:pt>
                <c:pt idx="10322">
                  <c:v>8.0256992567650798</c:v>
                </c:pt>
                <c:pt idx="10323">
                  <c:v>8.0240118260583913</c:v>
                </c:pt>
                <c:pt idx="10324">
                  <c:v>8.0237759618938114</c:v>
                </c:pt>
                <c:pt idx="10325">
                  <c:v>8.0219521208885975</c:v>
                </c:pt>
                <c:pt idx="10326">
                  <c:v>8.022253110499733</c:v>
                </c:pt>
                <c:pt idx="10327">
                  <c:v>8.0238802611587889</c:v>
                </c:pt>
                <c:pt idx="10328">
                  <c:v>8.0220486182400528</c:v>
                </c:pt>
                <c:pt idx="10329">
                  <c:v>8.0213135137354747</c:v>
                </c:pt>
                <c:pt idx="10330">
                  <c:v>8.02076951504948</c:v>
                </c:pt>
                <c:pt idx="10331">
                  <c:v>8.0204690181907772</c:v>
                </c:pt>
                <c:pt idx="10332">
                  <c:v>8.0203637334209343</c:v>
                </c:pt>
                <c:pt idx="10333">
                  <c:v>8.0224590810167129</c:v>
                </c:pt>
                <c:pt idx="10334">
                  <c:v>8.0257742372602969</c:v>
                </c:pt>
                <c:pt idx="10335">
                  <c:v>8.0251716010347796</c:v>
                </c:pt>
                <c:pt idx="10336">
                  <c:v>8.0241458547201585</c:v>
                </c:pt>
                <c:pt idx="10337">
                  <c:v>8.0218355849382004</c:v>
                </c:pt>
                <c:pt idx="10338">
                  <c:v>8.0199187779739667</c:v>
                </c:pt>
                <c:pt idx="10339">
                  <c:v>8.0211525479407051</c:v>
                </c:pt>
                <c:pt idx="10340">
                  <c:v>8.0221339465363606</c:v>
                </c:pt>
                <c:pt idx="10341">
                  <c:v>8.0236630394612565</c:v>
                </c:pt>
                <c:pt idx="10342">
                  <c:v>8.0250928427709116</c:v>
                </c:pt>
                <c:pt idx="10343">
                  <c:v>8.0270547365827625</c:v>
                </c:pt>
                <c:pt idx="10344">
                  <c:v>8.028985586991336</c:v>
                </c:pt>
                <c:pt idx="10345">
                  <c:v>8.0266276844741924</c:v>
                </c:pt>
                <c:pt idx="10346">
                  <c:v>8.0246201289368866</c:v>
                </c:pt>
                <c:pt idx="10347">
                  <c:v>8.0273395474890155</c:v>
                </c:pt>
                <c:pt idx="10348">
                  <c:v>8.0301660575699092</c:v>
                </c:pt>
                <c:pt idx="10349">
                  <c:v>8.0298851886831191</c:v>
                </c:pt>
                <c:pt idx="10350">
                  <c:v>8.0304801051205192</c:v>
                </c:pt>
                <c:pt idx="10351">
                  <c:v>8.0314999384059451</c:v>
                </c:pt>
                <c:pt idx="10352">
                  <c:v>8.0321527532542198</c:v>
                </c:pt>
                <c:pt idx="10353">
                  <c:v>8.0313594218371449</c:v>
                </c:pt>
                <c:pt idx="10354">
                  <c:v>8.0311527943169221</c:v>
                </c:pt>
                <c:pt idx="10355">
                  <c:v>8.0311306204574393</c:v>
                </c:pt>
                <c:pt idx="10356">
                  <c:v>8.0294072188231436</c:v>
                </c:pt>
                <c:pt idx="10357">
                  <c:v>8.0289137272615285</c:v>
                </c:pt>
                <c:pt idx="10358">
                  <c:v>8.0290521085697861</c:v>
                </c:pt>
                <c:pt idx="10359">
                  <c:v>8.0299884203178244</c:v>
                </c:pt>
                <c:pt idx="10360">
                  <c:v>8.0312183303905069</c:v>
                </c:pt>
                <c:pt idx="10361">
                  <c:v>8.0273592575863351</c:v>
                </c:pt>
                <c:pt idx="10362">
                  <c:v>8.0218997248798924</c:v>
                </c:pt>
                <c:pt idx="10363">
                  <c:v>8.0212108569786071</c:v>
                </c:pt>
                <c:pt idx="10364">
                  <c:v>8.0248943456658317</c:v>
                </c:pt>
                <c:pt idx="10365">
                  <c:v>8.0274731655237552</c:v>
                </c:pt>
                <c:pt idx="10366">
                  <c:v>8.0280573235330355</c:v>
                </c:pt>
                <c:pt idx="10367">
                  <c:v>8.027737937831068</c:v>
                </c:pt>
                <c:pt idx="10368">
                  <c:v>8.0304224530858619</c:v>
                </c:pt>
                <c:pt idx="10369">
                  <c:v>8.0327923459122079</c:v>
                </c:pt>
                <c:pt idx="10370">
                  <c:v>8.030194062333182</c:v>
                </c:pt>
                <c:pt idx="10371">
                  <c:v>8.0268165729068279</c:v>
                </c:pt>
                <c:pt idx="10372">
                  <c:v>8.0238431404755062</c:v>
                </c:pt>
                <c:pt idx="10373">
                  <c:v>8.0232018231840012</c:v>
                </c:pt>
                <c:pt idx="10374">
                  <c:v>8.0242501539851361</c:v>
                </c:pt>
                <c:pt idx="10375">
                  <c:v>8.0247635198948792</c:v>
                </c:pt>
                <c:pt idx="10376">
                  <c:v>8.0256140927195823</c:v>
                </c:pt>
                <c:pt idx="10377">
                  <c:v>8.0227170369153704</c:v>
                </c:pt>
                <c:pt idx="10378">
                  <c:v>8.0196959717488596</c:v>
                </c:pt>
                <c:pt idx="10379">
                  <c:v>8.0188350511230642</c:v>
                </c:pt>
                <c:pt idx="10380">
                  <c:v>8.0207405247813419</c:v>
                </c:pt>
                <c:pt idx="10381">
                  <c:v>8.0248113990062819</c:v>
                </c:pt>
                <c:pt idx="10382">
                  <c:v>8.0284525109842733</c:v>
                </c:pt>
                <c:pt idx="10383">
                  <c:v>8.0289754034410539</c:v>
                </c:pt>
                <c:pt idx="10384">
                  <c:v>8.0280284153903008</c:v>
                </c:pt>
                <c:pt idx="10385">
                  <c:v>8.0279863671826881</c:v>
                </c:pt>
                <c:pt idx="10386">
                  <c:v>8.0281310721471684</c:v>
                </c:pt>
                <c:pt idx="10387">
                  <c:v>8.0269184905350475</c:v>
                </c:pt>
                <c:pt idx="10388">
                  <c:v>8.0285554141173581</c:v>
                </c:pt>
                <c:pt idx="10389">
                  <c:v>8.0297913193446391</c:v>
                </c:pt>
                <c:pt idx="10390">
                  <c:v>8.0278079086765484</c:v>
                </c:pt>
                <c:pt idx="10391">
                  <c:v>8.0270928427709105</c:v>
                </c:pt>
                <c:pt idx="10392">
                  <c:v>8.0287814232332764</c:v>
                </c:pt>
                <c:pt idx="10393">
                  <c:v>8.028826099453866</c:v>
                </c:pt>
                <c:pt idx="10394">
                  <c:v>8.0250068574713591</c:v>
                </c:pt>
                <c:pt idx="10395">
                  <c:v>8.0254661848642872</c:v>
                </c:pt>
                <c:pt idx="10396">
                  <c:v>8.0267334619964679</c:v>
                </c:pt>
                <c:pt idx="10397">
                  <c:v>8.0239497392518384</c:v>
                </c:pt>
                <c:pt idx="10398">
                  <c:v>8.020911592000985</c:v>
                </c:pt>
                <c:pt idx="10399">
                  <c:v>8.0236889089639885</c:v>
                </c:pt>
                <c:pt idx="10400">
                  <c:v>8.0262894920543673</c:v>
                </c:pt>
                <c:pt idx="10401">
                  <c:v>8.0254258612901896</c:v>
                </c:pt>
                <c:pt idx="10402">
                  <c:v>8.0247111238861741</c:v>
                </c:pt>
                <c:pt idx="10403">
                  <c:v>8.0237831889294959</c:v>
                </c:pt>
                <c:pt idx="10404">
                  <c:v>8.0243919845604239</c:v>
                </c:pt>
                <c:pt idx="10405">
                  <c:v>8.0239228842442412</c:v>
                </c:pt>
                <c:pt idx="10406">
                  <c:v>8.0228534472138957</c:v>
                </c:pt>
                <c:pt idx="10407">
                  <c:v>8.0238101260624966</c:v>
                </c:pt>
                <c:pt idx="10408">
                  <c:v>8.0225070422535207</c:v>
                </c:pt>
                <c:pt idx="10409">
                  <c:v>8.0244727959594293</c:v>
                </c:pt>
                <c:pt idx="10410">
                  <c:v>8.026178047879112</c:v>
                </c:pt>
                <c:pt idx="10411">
                  <c:v>8.0267015152137322</c:v>
                </c:pt>
                <c:pt idx="10412">
                  <c:v>8.02693138422371</c:v>
                </c:pt>
                <c:pt idx="10413">
                  <c:v>8.0260767051287321</c:v>
                </c:pt>
                <c:pt idx="10414">
                  <c:v>8.0274221656469429</c:v>
                </c:pt>
                <c:pt idx="10415">
                  <c:v>8.0286846795056057</c:v>
                </c:pt>
                <c:pt idx="10416">
                  <c:v>8.0271159200098552</c:v>
                </c:pt>
                <c:pt idx="10417">
                  <c:v>8.028400032850163</c:v>
                </c:pt>
                <c:pt idx="10418">
                  <c:v>8.0305409600459896</c:v>
                </c:pt>
                <c:pt idx="10419">
                  <c:v>8.0293742044101339</c:v>
                </c:pt>
                <c:pt idx="10420">
                  <c:v>8.0279594300496857</c:v>
                </c:pt>
                <c:pt idx="10421">
                  <c:v>8.0279324107912782</c:v>
                </c:pt>
                <c:pt idx="10422">
                  <c:v>8.0280132221902853</c:v>
                </c:pt>
                <c:pt idx="10423">
                  <c:v>8.0260955939719949</c:v>
                </c:pt>
                <c:pt idx="10424">
                  <c:v>8.0241441300866416</c:v>
                </c:pt>
                <c:pt idx="10425">
                  <c:v>8.0247951381759943</c:v>
                </c:pt>
                <c:pt idx="10426">
                  <c:v>8.0245200180675891</c:v>
                </c:pt>
                <c:pt idx="10427">
                  <c:v>8.0203266948630567</c:v>
                </c:pt>
                <c:pt idx="10428">
                  <c:v>8.0182667433170458</c:v>
                </c:pt>
                <c:pt idx="10429">
                  <c:v>8.0181056132714659</c:v>
                </c:pt>
                <c:pt idx="10430">
                  <c:v>8.0178288506549507</c:v>
                </c:pt>
                <c:pt idx="10431">
                  <c:v>8.0184873321562034</c:v>
                </c:pt>
                <c:pt idx="10432">
                  <c:v>8.0207177760440196</c:v>
                </c:pt>
                <c:pt idx="10433">
                  <c:v>8.0219912125816126</c:v>
                </c:pt>
                <c:pt idx="10434">
                  <c:v>8.0200692317168318</c:v>
                </c:pt>
                <c:pt idx="10435">
                  <c:v>8.0188926210323164</c:v>
                </c:pt>
                <c:pt idx="10436">
                  <c:v>8.0194617500923915</c:v>
                </c:pt>
                <c:pt idx="10437">
                  <c:v>8.0212195622715878</c:v>
                </c:pt>
                <c:pt idx="10438">
                  <c:v>8.0218124255738505</c:v>
                </c:pt>
                <c:pt idx="10439">
                  <c:v>8.0207282059705172</c:v>
                </c:pt>
                <c:pt idx="10440">
                  <c:v>8.0208354617500923</c:v>
                </c:pt>
                <c:pt idx="10441">
                  <c:v>8.0233026731819486</c:v>
                </c:pt>
                <c:pt idx="10442">
                  <c:v>8.0257523097770296</c:v>
                </c:pt>
                <c:pt idx="10443">
                  <c:v>8.0251055722087621</c:v>
                </c:pt>
                <c:pt idx="10444">
                  <c:v>8.0224642549172582</c:v>
                </c:pt>
                <c:pt idx="10445">
                  <c:v>8.0213221369030503</c:v>
                </c:pt>
                <c:pt idx="10446">
                  <c:v>8.0222810331376007</c:v>
                </c:pt>
                <c:pt idx="10447">
                  <c:v>8.023671909005051</c:v>
                </c:pt>
                <c:pt idx="10448">
                  <c:v>8.0235128320946085</c:v>
                </c:pt>
                <c:pt idx="10449">
                  <c:v>8.0235228513940786</c:v>
                </c:pt>
                <c:pt idx="10450">
                  <c:v>8.0250268960702993</c:v>
                </c:pt>
                <c:pt idx="10451">
                  <c:v>8.0271303740812225</c:v>
                </c:pt>
                <c:pt idx="10452">
                  <c:v>8.0268702829220224</c:v>
                </c:pt>
                <c:pt idx="10453">
                  <c:v>8.0268165729068279</c:v>
                </c:pt>
                <c:pt idx="10454">
                  <c:v>8.028147332977456</c:v>
                </c:pt>
                <c:pt idx="10455">
                  <c:v>8.0267045538537349</c:v>
                </c:pt>
                <c:pt idx="10456">
                  <c:v>8.022534718515173</c:v>
                </c:pt>
                <c:pt idx="10457">
                  <c:v>8.0212152096250975</c:v>
                </c:pt>
                <c:pt idx="10458">
                  <c:v>8.022750708331623</c:v>
                </c:pt>
                <c:pt idx="10459">
                  <c:v>8.0255373054654449</c:v>
                </c:pt>
                <c:pt idx="10460">
                  <c:v>8.0264702500718599</c:v>
                </c:pt>
                <c:pt idx="10461">
                  <c:v>8.0246656264115312</c:v>
                </c:pt>
                <c:pt idx="10462">
                  <c:v>8.0225384962838255</c:v>
                </c:pt>
                <c:pt idx="10463">
                  <c:v>8.0234383443518258</c:v>
                </c:pt>
                <c:pt idx="10464">
                  <c:v>8.0274005666652979</c:v>
                </c:pt>
                <c:pt idx="10465">
                  <c:v>8.0274732476491604</c:v>
                </c:pt>
                <c:pt idx="10466">
                  <c:v>8.0248141912700692</c:v>
                </c:pt>
                <c:pt idx="10467">
                  <c:v>8.0261087340368746</c:v>
                </c:pt>
                <c:pt idx="10468">
                  <c:v>8.0286064139941686</c:v>
                </c:pt>
                <c:pt idx="10469">
                  <c:v>8.0302417771937744</c:v>
                </c:pt>
                <c:pt idx="10470">
                  <c:v>8.0276655032234228</c:v>
                </c:pt>
                <c:pt idx="10471">
                  <c:v>8.0247749353262439</c:v>
                </c:pt>
                <c:pt idx="10472">
                  <c:v>8.0224768201042984</c:v>
                </c:pt>
                <c:pt idx="10473">
                  <c:v>8.0232593109678483</c:v>
                </c:pt>
                <c:pt idx="10474">
                  <c:v>8.0252345912207943</c:v>
                </c:pt>
                <c:pt idx="10475">
                  <c:v>8.0259564735350875</c:v>
                </c:pt>
                <c:pt idx="10476">
                  <c:v>8.0283966657085362</c:v>
                </c:pt>
                <c:pt idx="10477">
                  <c:v>8.0281221204779705</c:v>
                </c:pt>
                <c:pt idx="10478">
                  <c:v>8.026422945838295</c:v>
                </c:pt>
                <c:pt idx="10479">
                  <c:v>8.0285902352892862</c:v>
                </c:pt>
                <c:pt idx="10480">
                  <c:v>8.0286784379747882</c:v>
                </c:pt>
                <c:pt idx="10481">
                  <c:v>8.0242474438467539</c:v>
                </c:pt>
                <c:pt idx="10482">
                  <c:v>8.0216930152342627</c:v>
                </c:pt>
                <c:pt idx="10483">
                  <c:v>8.0237118219521211</c:v>
                </c:pt>
                <c:pt idx="10484">
                  <c:v>8.0284545641194107</c:v>
                </c:pt>
                <c:pt idx="10485">
                  <c:v>8.0311023693179493</c:v>
                </c:pt>
                <c:pt idx="10486">
                  <c:v>8.0281770623742457</c:v>
                </c:pt>
                <c:pt idx="10487">
                  <c:v>8.0240375313103112</c:v>
                </c:pt>
                <c:pt idx="10488">
                  <c:v>8.0237277542807863</c:v>
                </c:pt>
                <c:pt idx="10489">
                  <c:v>8.0245720034492667</c:v>
                </c:pt>
                <c:pt idx="10490">
                  <c:v>8.0254028661766519</c:v>
                </c:pt>
                <c:pt idx="10491">
                  <c:v>8.0245418634254513</c:v>
                </c:pt>
                <c:pt idx="10492">
                  <c:v>8.0271858908553355</c:v>
                </c:pt>
                <c:pt idx="10493">
                  <c:v>8.0297386769597168</c:v>
                </c:pt>
                <c:pt idx="10494">
                  <c:v>8.0262586950273072</c:v>
                </c:pt>
                <c:pt idx="10495">
                  <c:v>8.0226505153369203</c:v>
                </c:pt>
                <c:pt idx="10496">
                  <c:v>8.0238317250441415</c:v>
                </c:pt>
                <c:pt idx="10497">
                  <c:v>8.0251375189914995</c:v>
                </c:pt>
                <c:pt idx="10498">
                  <c:v>8.0235714696341311</c:v>
                </c:pt>
                <c:pt idx="10499">
                  <c:v>8.0220574056584404</c:v>
                </c:pt>
                <c:pt idx="10500">
                  <c:v>8.018963741633474</c:v>
                </c:pt>
                <c:pt idx="10501">
                  <c:v>8.0182729027224564</c:v>
                </c:pt>
                <c:pt idx="10502">
                  <c:v>8.0188453167987515</c:v>
                </c:pt>
                <c:pt idx="10503">
                  <c:v>8.0187452059294539</c:v>
                </c:pt>
                <c:pt idx="10504">
                  <c:v>8.0200712027265642</c:v>
                </c:pt>
                <c:pt idx="10505">
                  <c:v>8.0201417484498823</c:v>
                </c:pt>
                <c:pt idx="10506">
                  <c:v>8.0187007760850815</c:v>
                </c:pt>
                <c:pt idx="10507">
                  <c:v>8.0175156243583956</c:v>
                </c:pt>
                <c:pt idx="10508">
                  <c:v>8.017665503223423</c:v>
                </c:pt>
                <c:pt idx="10509">
                  <c:v>8.0179954009772931</c:v>
                </c:pt>
                <c:pt idx="10510">
                  <c:v>8.0178520921447056</c:v>
                </c:pt>
                <c:pt idx="10511">
                  <c:v>8.0215299963043574</c:v>
                </c:pt>
                <c:pt idx="10512">
                  <c:v>8.0211360407342003</c:v>
                </c:pt>
                <c:pt idx="10513">
                  <c:v>8.0188512298279466</c:v>
                </c:pt>
                <c:pt idx="10514">
                  <c:v>8.0219292079004632</c:v>
                </c:pt>
                <c:pt idx="10515">
                  <c:v>8.0260758838746771</c:v>
                </c:pt>
                <c:pt idx="10516">
                  <c:v>8.0279372561902029</c:v>
                </c:pt>
                <c:pt idx="10517">
                  <c:v>8.0280410627027479</c:v>
                </c:pt>
                <c:pt idx="10518">
                  <c:v>8.0274535375518425</c:v>
                </c:pt>
                <c:pt idx="10519">
                  <c:v>8.0278000246376209</c:v>
                </c:pt>
                <c:pt idx="10520">
                  <c:v>8.029643411489344</c:v>
                </c:pt>
                <c:pt idx="10521">
                  <c:v>8.028359216523631</c:v>
                </c:pt>
                <c:pt idx="10522">
                  <c:v>8.024968422781587</c:v>
                </c:pt>
                <c:pt idx="10523">
                  <c:v>8.0234804746848436</c:v>
                </c:pt>
                <c:pt idx="10524">
                  <c:v>8.020486346651337</c:v>
                </c:pt>
                <c:pt idx="10525">
                  <c:v>8.020119985217427</c:v>
                </c:pt>
                <c:pt idx="10526">
                  <c:v>8.0227641768981233</c:v>
                </c:pt>
                <c:pt idx="10527">
                  <c:v>8.0242150043115839</c:v>
                </c:pt>
                <c:pt idx="10528">
                  <c:v>8.0252493737937822</c:v>
                </c:pt>
                <c:pt idx="10529">
                  <c:v>8.0233399581160434</c:v>
                </c:pt>
                <c:pt idx="10530">
                  <c:v>8.0212881369851772</c:v>
                </c:pt>
                <c:pt idx="10531">
                  <c:v>8.0208861331252823</c:v>
                </c:pt>
                <c:pt idx="10532">
                  <c:v>8.0223371247895532</c:v>
                </c:pt>
                <c:pt idx="10533">
                  <c:v>8.025104833080114</c:v>
                </c:pt>
                <c:pt idx="10534">
                  <c:v>8.0259396378269621</c:v>
                </c:pt>
                <c:pt idx="10535">
                  <c:v>8.0234099289615237</c:v>
                </c:pt>
                <c:pt idx="10536">
                  <c:v>8.022078676138463</c:v>
                </c:pt>
                <c:pt idx="10537">
                  <c:v>8.0243544532501137</c:v>
                </c:pt>
                <c:pt idx="10538">
                  <c:v>8.026020202849752</c:v>
                </c:pt>
                <c:pt idx="10539">
                  <c:v>8.0263551923787624</c:v>
                </c:pt>
                <c:pt idx="10540">
                  <c:v>8.026500225844865</c:v>
                </c:pt>
                <c:pt idx="10541">
                  <c:v>8.0262174680737495</c:v>
                </c:pt>
                <c:pt idx="10542">
                  <c:v>8.0259991787459448</c:v>
                </c:pt>
                <c:pt idx="10543">
                  <c:v>8.0276640249661231</c:v>
                </c:pt>
                <c:pt idx="10544">
                  <c:v>8.0285124625302835</c:v>
                </c:pt>
                <c:pt idx="10545">
                  <c:v>8.0265408779205849</c:v>
                </c:pt>
                <c:pt idx="10546">
                  <c:v>8.0261184248347224</c:v>
                </c:pt>
                <c:pt idx="10547">
                  <c:v>8.0232694123927235</c:v>
                </c:pt>
                <c:pt idx="10548">
                  <c:v>8.0208610848766071</c:v>
                </c:pt>
                <c:pt idx="10549">
                  <c:v>8.0197971502484293</c:v>
                </c:pt>
                <c:pt idx="10550">
                  <c:v>8.019492793495667</c:v>
                </c:pt>
                <c:pt idx="10551">
                  <c:v>8.0215073296924402</c:v>
                </c:pt>
                <c:pt idx="10552">
                  <c:v>8.0262667433170449</c:v>
                </c:pt>
                <c:pt idx="10553">
                  <c:v>8.0281529175050306</c:v>
                </c:pt>
                <c:pt idx="10554">
                  <c:v>8.0265074528805478</c:v>
                </c:pt>
                <c:pt idx="10555">
                  <c:v>8.0264249989734324</c:v>
                </c:pt>
                <c:pt idx="10556">
                  <c:v>8.0268370221327974</c:v>
                </c:pt>
                <c:pt idx="10557">
                  <c:v>8.024372110212294</c:v>
                </c:pt>
                <c:pt idx="10558">
                  <c:v>8.0232676877592084</c:v>
                </c:pt>
                <c:pt idx="10559">
                  <c:v>8.0240999466184864</c:v>
                </c:pt>
                <c:pt idx="10560">
                  <c:v>8.0248711863014819</c:v>
                </c:pt>
                <c:pt idx="10561">
                  <c:v>8.0243516609863264</c:v>
                </c:pt>
                <c:pt idx="10562">
                  <c:v>8.0225616556481754</c:v>
                </c:pt>
                <c:pt idx="10563">
                  <c:v>8.0198058555414118</c:v>
                </c:pt>
                <c:pt idx="10564">
                  <c:v>8.0194909867367468</c:v>
                </c:pt>
                <c:pt idx="10565">
                  <c:v>8.0184461873280508</c:v>
                </c:pt>
                <c:pt idx="10566">
                  <c:v>8.0150712437892668</c:v>
                </c:pt>
                <c:pt idx="10567">
                  <c:v>8.0133365088490116</c:v>
                </c:pt>
                <c:pt idx="10568">
                  <c:v>8.0140381061881492</c:v>
                </c:pt>
                <c:pt idx="10569">
                  <c:v>8.0165992690838905</c:v>
                </c:pt>
                <c:pt idx="10570">
                  <c:v>8.0177368702007961</c:v>
                </c:pt>
                <c:pt idx="10571">
                  <c:v>8.0200933765860469</c:v>
                </c:pt>
                <c:pt idx="10572">
                  <c:v>8.0228340656181985</c:v>
                </c:pt>
                <c:pt idx="10573">
                  <c:v>8.0243489508479442</c:v>
                </c:pt>
                <c:pt idx="10574">
                  <c:v>8.0268622346322829</c:v>
                </c:pt>
                <c:pt idx="10575">
                  <c:v>8.0269599638648224</c:v>
                </c:pt>
                <c:pt idx="10576">
                  <c:v>8.0261626904282846</c:v>
                </c:pt>
                <c:pt idx="10577">
                  <c:v>8.0267603170040651</c:v>
                </c:pt>
                <c:pt idx="10578">
                  <c:v>8.0262815258900346</c:v>
                </c:pt>
                <c:pt idx="10579">
                  <c:v>8.0266081386276849</c:v>
                </c:pt>
                <c:pt idx="10580">
                  <c:v>8.026648954954215</c:v>
                </c:pt>
                <c:pt idx="10581">
                  <c:v>8.0241106229212011</c:v>
                </c:pt>
                <c:pt idx="10582">
                  <c:v>8.0218556235371405</c:v>
                </c:pt>
                <c:pt idx="10583">
                  <c:v>8.0228339834927933</c:v>
                </c:pt>
                <c:pt idx="10584">
                  <c:v>8.0218887200755553</c:v>
                </c:pt>
                <c:pt idx="10585">
                  <c:v>8.0203342504003619</c:v>
                </c:pt>
                <c:pt idx="10586">
                  <c:v>8.0218111936927681</c:v>
                </c:pt>
                <c:pt idx="10587">
                  <c:v>8.0224304192501954</c:v>
                </c:pt>
                <c:pt idx="10588">
                  <c:v>8.0208548433457896</c:v>
                </c:pt>
                <c:pt idx="10589">
                  <c:v>8.0217960826181578</c:v>
                </c:pt>
                <c:pt idx="10590">
                  <c:v>8.025097359668214</c:v>
                </c:pt>
                <c:pt idx="10591">
                  <c:v>8.0254298854350594</c:v>
                </c:pt>
                <c:pt idx="10592">
                  <c:v>8.0222544245062206</c:v>
                </c:pt>
                <c:pt idx="10593">
                  <c:v>8.0191820309612787</c:v>
                </c:pt>
                <c:pt idx="10594">
                  <c:v>8.0207305054818701</c:v>
                </c:pt>
                <c:pt idx="10595">
                  <c:v>8.0240614298033091</c:v>
                </c:pt>
                <c:pt idx="10596">
                  <c:v>8.0265304479940873</c:v>
                </c:pt>
                <c:pt idx="10597">
                  <c:v>8.0282346322834961</c:v>
                </c:pt>
                <c:pt idx="10598">
                  <c:v>8.0277289040364632</c:v>
                </c:pt>
                <c:pt idx="10599">
                  <c:v>8.0252173448856396</c:v>
                </c:pt>
                <c:pt idx="10600">
                  <c:v>8.022210733790498</c:v>
                </c:pt>
                <c:pt idx="10601">
                  <c:v>8.0214065618198997</c:v>
                </c:pt>
                <c:pt idx="10602">
                  <c:v>8.0227591672483882</c:v>
                </c:pt>
                <c:pt idx="10603">
                  <c:v>8.0250502196854594</c:v>
                </c:pt>
                <c:pt idx="10604">
                  <c:v>8.0263604484047146</c:v>
                </c:pt>
                <c:pt idx="10605">
                  <c:v>8.0267701720527249</c:v>
                </c:pt>
                <c:pt idx="10606">
                  <c:v>8.0267038968504902</c:v>
                </c:pt>
                <c:pt idx="10607">
                  <c:v>8.0271686445201826</c:v>
                </c:pt>
                <c:pt idx="10608">
                  <c:v>8.0242499076089189</c:v>
                </c:pt>
                <c:pt idx="10609">
                  <c:v>8.0215009239108124</c:v>
                </c:pt>
                <c:pt idx="10610">
                  <c:v>8.0212827988338198</c:v>
                </c:pt>
                <c:pt idx="10611">
                  <c:v>8.0241096374163341</c:v>
                </c:pt>
                <c:pt idx="10612">
                  <c:v>8.0265960661930773</c:v>
                </c:pt>
                <c:pt idx="10613">
                  <c:v>8.0304800229951141</c:v>
                </c:pt>
                <c:pt idx="10614">
                  <c:v>8.0316318318071698</c:v>
                </c:pt>
                <c:pt idx="10615">
                  <c:v>8.029080277583871</c:v>
                </c:pt>
                <c:pt idx="10616">
                  <c:v>8.0263313760111696</c:v>
                </c:pt>
                <c:pt idx="10617">
                  <c:v>8.0256300250482493</c:v>
                </c:pt>
                <c:pt idx="10618">
                  <c:v>8.0246559356136817</c:v>
                </c:pt>
                <c:pt idx="10619">
                  <c:v>8.0234604360859034</c:v>
                </c:pt>
                <c:pt idx="10620">
                  <c:v>8.0254020449225969</c:v>
                </c:pt>
                <c:pt idx="10621">
                  <c:v>8.028060937050876</c:v>
                </c:pt>
                <c:pt idx="10622">
                  <c:v>8.0274105038393628</c:v>
                </c:pt>
                <c:pt idx="10623">
                  <c:v>8.0250921857676669</c:v>
                </c:pt>
                <c:pt idx="10624">
                  <c:v>8.0237903338397736</c:v>
                </c:pt>
                <c:pt idx="10625">
                  <c:v>8.0219595121750906</c:v>
                </c:pt>
                <c:pt idx="10626">
                  <c:v>8.0201269658768943</c:v>
                </c:pt>
                <c:pt idx="10627">
                  <c:v>8.0197599474397396</c:v>
                </c:pt>
                <c:pt idx="10628">
                  <c:v>8.0221700817147781</c:v>
                </c:pt>
                <c:pt idx="10629">
                  <c:v>8.0238421549706409</c:v>
                </c:pt>
                <c:pt idx="10630">
                  <c:v>8.0248513940787589</c:v>
                </c:pt>
                <c:pt idx="10631">
                  <c:v>8.0237771937748938</c:v>
                </c:pt>
                <c:pt idx="10632">
                  <c:v>8.0235235083973233</c:v>
                </c:pt>
                <c:pt idx="10633">
                  <c:v>8.0250717365416993</c:v>
                </c:pt>
                <c:pt idx="10634">
                  <c:v>8.0282016178704882</c:v>
                </c:pt>
                <c:pt idx="10635">
                  <c:v>8.0295513489097861</c:v>
                </c:pt>
                <c:pt idx="10636">
                  <c:v>8.0290451279103188</c:v>
                </c:pt>
                <c:pt idx="10637">
                  <c:v>8.0296323245596017</c:v>
                </c:pt>
                <c:pt idx="10638">
                  <c:v>8.028178212129923</c:v>
                </c:pt>
                <c:pt idx="10639">
                  <c:v>8.0232271999343006</c:v>
                </c:pt>
                <c:pt idx="10640">
                  <c:v>8.0211422001396127</c:v>
                </c:pt>
                <c:pt idx="10641">
                  <c:v>8.0228146018970961</c:v>
                </c:pt>
                <c:pt idx="10642">
                  <c:v>8.0255883874676623</c:v>
                </c:pt>
                <c:pt idx="10643">
                  <c:v>8.0269725290518625</c:v>
                </c:pt>
                <c:pt idx="10644">
                  <c:v>8.0267847082494974</c:v>
                </c:pt>
                <c:pt idx="10645">
                  <c:v>8.0268270028333273</c:v>
                </c:pt>
                <c:pt idx="10646">
                  <c:v>8.0286668582926133</c:v>
                </c:pt>
                <c:pt idx="10647">
                  <c:v>8.0286555249866538</c:v>
                </c:pt>
                <c:pt idx="10648">
                  <c:v>8.0268093458711451</c:v>
                </c:pt>
                <c:pt idx="10649">
                  <c:v>8.0280055024021681</c:v>
                </c:pt>
                <c:pt idx="10650">
                  <c:v>8.0309881328789068</c:v>
                </c:pt>
                <c:pt idx="10651">
                  <c:v>8.0313398759906374</c:v>
                </c:pt>
                <c:pt idx="10652">
                  <c:v>8.0293670594998563</c:v>
                </c:pt>
                <c:pt idx="10653">
                  <c:v>8.0280372028086884</c:v>
                </c:pt>
                <c:pt idx="10654">
                  <c:v>8.0292411612532337</c:v>
                </c:pt>
                <c:pt idx="10655">
                  <c:v>8.0273287069354904</c:v>
                </c:pt>
                <c:pt idx="10656">
                  <c:v>8.0225596025130379</c:v>
                </c:pt>
                <c:pt idx="10657">
                  <c:v>8.0201978401018348</c:v>
                </c:pt>
                <c:pt idx="10658">
                  <c:v>8.0201713957212668</c:v>
                </c:pt>
                <c:pt idx="10659">
                  <c:v>8.0193108035970919</c:v>
                </c:pt>
                <c:pt idx="10660">
                  <c:v>8.0178016671457311</c:v>
                </c:pt>
                <c:pt idx="10661">
                  <c:v>8.0165641194103401</c:v>
                </c:pt>
                <c:pt idx="10662">
                  <c:v>8.0203306368825196</c:v>
                </c:pt>
                <c:pt idx="10663">
                  <c:v>8.0257914014700447</c:v>
                </c:pt>
                <c:pt idx="10664">
                  <c:v>8.0253417648749643</c:v>
                </c:pt>
                <c:pt idx="10665">
                  <c:v>8.0222673181948831</c:v>
                </c:pt>
                <c:pt idx="10666">
                  <c:v>8.0242508931137841</c:v>
                </c:pt>
                <c:pt idx="10667">
                  <c:v>8.0268291380938699</c:v>
                </c:pt>
                <c:pt idx="10668">
                  <c:v>8.0271318523385204</c:v>
                </c:pt>
                <c:pt idx="10669">
                  <c:v>8.0293507986695687</c:v>
                </c:pt>
                <c:pt idx="10670">
                  <c:v>8.0285774237260288</c:v>
                </c:pt>
                <c:pt idx="10671">
                  <c:v>8.0259545846507621</c:v>
                </c:pt>
                <c:pt idx="10672">
                  <c:v>8.0235927401141538</c:v>
                </c:pt>
                <c:pt idx="10673">
                  <c:v>8.0211850696012803</c:v>
                </c:pt>
                <c:pt idx="10674">
                  <c:v>8.0199672319632072</c:v>
                </c:pt>
                <c:pt idx="10675">
                  <c:v>8.0197498460148644</c:v>
                </c:pt>
                <c:pt idx="10676">
                  <c:v>8.0208544327187621</c:v>
                </c:pt>
                <c:pt idx="10677">
                  <c:v>8.0232321274586287</c:v>
                </c:pt>
                <c:pt idx="10678">
                  <c:v>8.024377941116084</c:v>
                </c:pt>
                <c:pt idx="10679">
                  <c:v>8.0261673715763973</c:v>
                </c:pt>
                <c:pt idx="10680">
                  <c:v>8.0306351578860919</c:v>
                </c:pt>
                <c:pt idx="10681">
                  <c:v>8.0308414569046942</c:v>
                </c:pt>
                <c:pt idx="10682">
                  <c:v>8.0298643288301239</c:v>
                </c:pt>
                <c:pt idx="10683">
                  <c:v>8.0299689565967238</c:v>
                </c:pt>
                <c:pt idx="10684">
                  <c:v>8.0298090584322264</c:v>
                </c:pt>
                <c:pt idx="10685">
                  <c:v>8.0272336878413331</c:v>
                </c:pt>
                <c:pt idx="10686">
                  <c:v>8.0263862357820397</c:v>
                </c:pt>
                <c:pt idx="10687">
                  <c:v>8.0239325750420889</c:v>
                </c:pt>
                <c:pt idx="10688">
                  <c:v>8.0262521249948673</c:v>
                </c:pt>
                <c:pt idx="10689">
                  <c:v>8.0282117192953635</c:v>
                </c:pt>
                <c:pt idx="10690">
                  <c:v>8.025433663203712</c:v>
                </c:pt>
                <c:pt idx="10691">
                  <c:v>8.0217092760645503</c:v>
                </c:pt>
                <c:pt idx="10692">
                  <c:v>8.0204070135096295</c:v>
                </c:pt>
                <c:pt idx="10693">
                  <c:v>8.0223271054900831</c:v>
                </c:pt>
                <c:pt idx="10694">
                  <c:v>8.0228420317825311</c:v>
                </c:pt>
                <c:pt idx="10695">
                  <c:v>8.0246549501088165</c:v>
                </c:pt>
                <c:pt idx="10696">
                  <c:v>8.0268181332895328</c:v>
                </c:pt>
                <c:pt idx="10697">
                  <c:v>8.0274688950026682</c:v>
                </c:pt>
                <c:pt idx="10698">
                  <c:v>8.0254274216728945</c:v>
                </c:pt>
                <c:pt idx="10699">
                  <c:v>8.0232549583213562</c:v>
                </c:pt>
                <c:pt idx="10700">
                  <c:v>8.0232231757894308</c:v>
                </c:pt>
                <c:pt idx="10701">
                  <c:v>8.0223654580544483</c:v>
                </c:pt>
                <c:pt idx="10702">
                  <c:v>8.0199869420605268</c:v>
                </c:pt>
                <c:pt idx="10703">
                  <c:v>8.0183689894468859</c:v>
                </c:pt>
                <c:pt idx="10704">
                  <c:v>8.0178295076581936</c:v>
                </c:pt>
                <c:pt idx="10705">
                  <c:v>8.021084383854145</c:v>
                </c:pt>
                <c:pt idx="10706">
                  <c:v>8.0226566747423309</c:v>
                </c:pt>
                <c:pt idx="10707">
                  <c:v>8.021928304521003</c:v>
                </c:pt>
                <c:pt idx="10708">
                  <c:v>8.0227772348375979</c:v>
                </c:pt>
                <c:pt idx="10709">
                  <c:v>8.0242046565104914</c:v>
                </c:pt>
                <c:pt idx="10710">
                  <c:v>8.023808155052766</c:v>
                </c:pt>
                <c:pt idx="10711">
                  <c:v>8.0239627150659061</c:v>
                </c:pt>
                <c:pt idx="10712">
                  <c:v>8.0227093992526584</c:v>
                </c:pt>
                <c:pt idx="10713">
                  <c:v>8.0189007514474611</c:v>
                </c:pt>
                <c:pt idx="10714">
                  <c:v>8.0177125610807707</c:v>
                </c:pt>
                <c:pt idx="10715">
                  <c:v>8.0199040775263821</c:v>
                </c:pt>
                <c:pt idx="10716">
                  <c:v>8.0210663983903423</c:v>
                </c:pt>
                <c:pt idx="10717">
                  <c:v>8.0212469100316177</c:v>
                </c:pt>
                <c:pt idx="10718">
                  <c:v>8.0196567979304394</c:v>
                </c:pt>
                <c:pt idx="10719">
                  <c:v>8.0195144746027189</c:v>
                </c:pt>
                <c:pt idx="10720">
                  <c:v>8.0190505481870815</c:v>
                </c:pt>
                <c:pt idx="10721">
                  <c:v>8.0190751036833241</c:v>
                </c:pt>
                <c:pt idx="10722">
                  <c:v>8.0207036504742746</c:v>
                </c:pt>
                <c:pt idx="10723">
                  <c:v>8.0252569293310891</c:v>
                </c:pt>
                <c:pt idx="10724">
                  <c:v>8.0254143637334217</c:v>
                </c:pt>
                <c:pt idx="10725">
                  <c:v>8.0241364102985262</c:v>
                </c:pt>
                <c:pt idx="10726">
                  <c:v>8.02619866135589</c:v>
                </c:pt>
                <c:pt idx="10727">
                  <c:v>8.0251252001806765</c:v>
                </c:pt>
                <c:pt idx="10728">
                  <c:v>8.0219981111156731</c:v>
                </c:pt>
                <c:pt idx="10729">
                  <c:v>8.0213673880014777</c:v>
                </c:pt>
                <c:pt idx="10730">
                  <c:v>8.0222411201905306</c:v>
                </c:pt>
                <c:pt idx="10731">
                  <c:v>8.0230854514844161</c:v>
                </c:pt>
                <c:pt idx="10732">
                  <c:v>8.022482404631873</c:v>
                </c:pt>
                <c:pt idx="10733">
                  <c:v>8.0225483513324853</c:v>
                </c:pt>
                <c:pt idx="10734">
                  <c:v>8.0223474725906456</c:v>
                </c:pt>
                <c:pt idx="10735">
                  <c:v>8.0240333429146311</c:v>
                </c:pt>
                <c:pt idx="10736">
                  <c:v>8.0259413624604772</c:v>
                </c:pt>
                <c:pt idx="10737">
                  <c:v>8.0291314417114936</c:v>
                </c:pt>
                <c:pt idx="10738">
                  <c:v>8.0311244610520269</c:v>
                </c:pt>
                <c:pt idx="10739">
                  <c:v>8.0324199893236976</c:v>
                </c:pt>
                <c:pt idx="10740">
                  <c:v>8.0306839403769548</c:v>
                </c:pt>
                <c:pt idx="10741">
                  <c:v>8.0275607933314177</c:v>
                </c:pt>
                <c:pt idx="10742">
                  <c:v>8.0266816408656023</c:v>
                </c:pt>
                <c:pt idx="10743">
                  <c:v>8.0251408040077195</c:v>
                </c:pt>
                <c:pt idx="10744">
                  <c:v>8.0272859195992279</c:v>
                </c:pt>
                <c:pt idx="10745">
                  <c:v>8.0294001560382711</c:v>
                </c:pt>
                <c:pt idx="10746">
                  <c:v>8.0292021516856238</c:v>
                </c:pt>
                <c:pt idx="10747">
                  <c:v>8.027274504167865</c:v>
                </c:pt>
                <c:pt idx="10748">
                  <c:v>8.024659549131524</c:v>
                </c:pt>
                <c:pt idx="10749">
                  <c:v>8.0253938323820471</c:v>
                </c:pt>
                <c:pt idx="10750">
                  <c:v>8.0269325339793873</c:v>
                </c:pt>
                <c:pt idx="10751">
                  <c:v>8.0263997864739451</c:v>
                </c:pt>
                <c:pt idx="10752">
                  <c:v>8.0227415102862079</c:v>
                </c:pt>
                <c:pt idx="10753">
                  <c:v>8.0201793618855994</c:v>
                </c:pt>
                <c:pt idx="10754">
                  <c:v>8.0249186547858589</c:v>
                </c:pt>
                <c:pt idx="10755">
                  <c:v>8.0287448774278332</c:v>
                </c:pt>
                <c:pt idx="10756">
                  <c:v>8.0287957951792386</c:v>
                </c:pt>
                <c:pt idx="10757">
                  <c:v>8.0269822198497103</c:v>
                </c:pt>
                <c:pt idx="10758">
                  <c:v>8.0251434320206965</c:v>
                </c:pt>
                <c:pt idx="10759">
                  <c:v>8.0269198045415351</c:v>
                </c:pt>
                <c:pt idx="10760">
                  <c:v>8.0274400689853405</c:v>
                </c:pt>
                <c:pt idx="10761">
                  <c:v>8.0282420235699909</c:v>
                </c:pt>
                <c:pt idx="10762">
                  <c:v>8.0295752474027839</c:v>
                </c:pt>
                <c:pt idx="10763">
                  <c:v>8.0285305301194931</c:v>
                </c:pt>
                <c:pt idx="10764">
                  <c:v>8.0252857553484169</c:v>
                </c:pt>
                <c:pt idx="10765">
                  <c:v>8.0234279965507334</c:v>
                </c:pt>
                <c:pt idx="10766">
                  <c:v>8.0221813328953306</c:v>
                </c:pt>
                <c:pt idx="10767">
                  <c:v>8.0238750051328385</c:v>
                </c:pt>
                <c:pt idx="10768">
                  <c:v>8.0261254876195949</c:v>
                </c:pt>
                <c:pt idx="10769">
                  <c:v>8.0260220917340774</c:v>
                </c:pt>
                <c:pt idx="10770">
                  <c:v>8.024244980084589</c:v>
                </c:pt>
                <c:pt idx="10771">
                  <c:v>8.0229120026280132</c:v>
                </c:pt>
                <c:pt idx="10772">
                  <c:v>8.0232222724099707</c:v>
                </c:pt>
                <c:pt idx="10773">
                  <c:v>8.0240333429146311</c:v>
                </c:pt>
                <c:pt idx="10774">
                  <c:v>8.0240151932000163</c:v>
                </c:pt>
                <c:pt idx="10775">
                  <c:v>8.0230559684638436</c:v>
                </c:pt>
                <c:pt idx="10776">
                  <c:v>8.0233312528230609</c:v>
                </c:pt>
                <c:pt idx="10777">
                  <c:v>8.0227286987229505</c:v>
                </c:pt>
                <c:pt idx="10778">
                  <c:v>8.0214913973637749</c:v>
                </c:pt>
                <c:pt idx="10779">
                  <c:v>8.0202494148564867</c:v>
                </c:pt>
                <c:pt idx="10780">
                  <c:v>8.0215635034697979</c:v>
                </c:pt>
                <c:pt idx="10781">
                  <c:v>8.0237826961770615</c:v>
                </c:pt>
                <c:pt idx="10782">
                  <c:v>8.0240569129060066</c:v>
                </c:pt>
                <c:pt idx="10783">
                  <c:v>8.0251635527450418</c:v>
                </c:pt>
                <c:pt idx="10784">
                  <c:v>8.0253033301851922</c:v>
                </c:pt>
                <c:pt idx="10785">
                  <c:v>8.0248908963988015</c:v>
                </c:pt>
                <c:pt idx="10786">
                  <c:v>8.025274996920297</c:v>
                </c:pt>
                <c:pt idx="10787">
                  <c:v>8.025167002012072</c:v>
                </c:pt>
                <c:pt idx="10788">
                  <c:v>8.0260054202767623</c:v>
                </c:pt>
                <c:pt idx="10789">
                  <c:v>8.0256460395023197</c:v>
                </c:pt>
                <c:pt idx="10790">
                  <c:v>8.023093828275778</c:v>
                </c:pt>
                <c:pt idx="10791">
                  <c:v>8.0210223791729973</c:v>
                </c:pt>
                <c:pt idx="10792">
                  <c:v>8.0222719172175907</c:v>
                </c:pt>
                <c:pt idx="10793">
                  <c:v>8.0246276023487866</c:v>
                </c:pt>
                <c:pt idx="10794">
                  <c:v>8.0237878700776086</c:v>
                </c:pt>
                <c:pt idx="10795">
                  <c:v>8.0223458300825357</c:v>
                </c:pt>
                <c:pt idx="10796">
                  <c:v>8.0215231798957003</c:v>
                </c:pt>
                <c:pt idx="10797">
                  <c:v>8.0200991253644318</c:v>
                </c:pt>
                <c:pt idx="10798">
                  <c:v>8.0199085944236845</c:v>
                </c:pt>
                <c:pt idx="10799">
                  <c:v>8.0208255245760274</c:v>
                </c:pt>
                <c:pt idx="10800">
                  <c:v>8.0213825812014949</c:v>
                </c:pt>
                <c:pt idx="10801">
                  <c:v>8.0187125200180684</c:v>
                </c:pt>
                <c:pt idx="10802">
                  <c:v>8.0191708619061313</c:v>
                </c:pt>
                <c:pt idx="10803">
                  <c:v>8.0187533363445986</c:v>
                </c:pt>
                <c:pt idx="10804">
                  <c:v>8.0191729150412687</c:v>
                </c:pt>
                <c:pt idx="10805">
                  <c:v>8.0216023487865975</c:v>
                </c:pt>
                <c:pt idx="10806">
                  <c:v>8.0214890978524203</c:v>
                </c:pt>
                <c:pt idx="10807">
                  <c:v>8.0218020777727599</c:v>
                </c:pt>
                <c:pt idx="10808">
                  <c:v>8.0234279144253282</c:v>
                </c:pt>
                <c:pt idx="10809">
                  <c:v>8.0220654539481782</c:v>
                </c:pt>
                <c:pt idx="10810">
                  <c:v>8.0206984765737275</c:v>
                </c:pt>
                <c:pt idx="10811">
                  <c:v>8.0199206668582921</c:v>
                </c:pt>
                <c:pt idx="10812">
                  <c:v>8.0198377201987441</c:v>
                </c:pt>
                <c:pt idx="10813">
                  <c:v>8.019394735761507</c:v>
                </c:pt>
                <c:pt idx="10814">
                  <c:v>8.0200353960497672</c:v>
                </c:pt>
                <c:pt idx="10815">
                  <c:v>8.0231803063277631</c:v>
                </c:pt>
                <c:pt idx="10816">
                  <c:v>8.0243707962058064</c:v>
                </c:pt>
                <c:pt idx="10817">
                  <c:v>8.0264233564653225</c:v>
                </c:pt>
                <c:pt idx="10818">
                  <c:v>8.0264440520675073</c:v>
                </c:pt>
                <c:pt idx="10819">
                  <c:v>8.0240493573687015</c:v>
                </c:pt>
                <c:pt idx="10820">
                  <c:v>8.0233102287192537</c:v>
                </c:pt>
                <c:pt idx="10821">
                  <c:v>8.0263832792674421</c:v>
                </c:pt>
                <c:pt idx="10822">
                  <c:v>8.030775592329487</c:v>
                </c:pt>
                <c:pt idx="10823">
                  <c:v>8.0316796287931673</c:v>
                </c:pt>
                <c:pt idx="10824">
                  <c:v>8.0301188354617494</c:v>
                </c:pt>
                <c:pt idx="10825">
                  <c:v>8.0291445817763734</c:v>
                </c:pt>
                <c:pt idx="10826">
                  <c:v>8.0259310967847899</c:v>
                </c:pt>
                <c:pt idx="10827">
                  <c:v>8.0213337165852252</c:v>
                </c:pt>
                <c:pt idx="10828">
                  <c:v>8.0226170902968832</c:v>
                </c:pt>
                <c:pt idx="10829">
                  <c:v>8.0273116248511478</c:v>
                </c:pt>
                <c:pt idx="10830">
                  <c:v>8.028855993101466</c:v>
                </c:pt>
                <c:pt idx="10831">
                  <c:v>8.0263256272327848</c:v>
                </c:pt>
                <c:pt idx="10832">
                  <c:v>8.0230129347513657</c:v>
                </c:pt>
                <c:pt idx="10833">
                  <c:v>8.0221080770336304</c:v>
                </c:pt>
                <c:pt idx="10834">
                  <c:v>8.0203810618814924</c:v>
                </c:pt>
                <c:pt idx="10835">
                  <c:v>8.0184433129388584</c:v>
                </c:pt>
                <c:pt idx="10836">
                  <c:v>8.0191035190736262</c:v>
                </c:pt>
                <c:pt idx="10837">
                  <c:v>8.019667227856937</c:v>
                </c:pt>
                <c:pt idx="10838">
                  <c:v>8.0201875744261493</c:v>
                </c:pt>
                <c:pt idx="10839">
                  <c:v>8.0209901038886375</c:v>
                </c:pt>
                <c:pt idx="10840">
                  <c:v>8.020823635691702</c:v>
                </c:pt>
                <c:pt idx="10841">
                  <c:v>8.0204977620826998</c:v>
                </c:pt>
                <c:pt idx="10842">
                  <c:v>8.0186579066234138</c:v>
                </c:pt>
                <c:pt idx="10843">
                  <c:v>8.0207185972980746</c:v>
                </c:pt>
                <c:pt idx="10844">
                  <c:v>8.0254368660945268</c:v>
                </c:pt>
                <c:pt idx="10845">
                  <c:v>8.0256448076212372</c:v>
                </c:pt>
                <c:pt idx="10846">
                  <c:v>8.022846138052806</c:v>
                </c:pt>
                <c:pt idx="10847">
                  <c:v>8.0212091323450903</c:v>
                </c:pt>
                <c:pt idx="10848">
                  <c:v>8.0197958362419417</c:v>
                </c:pt>
                <c:pt idx="10849">
                  <c:v>8.020787089886257</c:v>
                </c:pt>
                <c:pt idx="10850">
                  <c:v>8.0224129265388253</c:v>
                </c:pt>
                <c:pt idx="10851">
                  <c:v>8.0245415349238289</c:v>
                </c:pt>
                <c:pt idx="10852">
                  <c:v>8.024033178663819</c:v>
                </c:pt>
                <c:pt idx="10853">
                  <c:v>8.0196326530612243</c:v>
                </c:pt>
                <c:pt idx="10854">
                  <c:v>8.0166701433088328</c:v>
                </c:pt>
                <c:pt idx="10855">
                  <c:v>8.0166308873650056</c:v>
                </c:pt>
                <c:pt idx="10856">
                  <c:v>8.016342955693343</c:v>
                </c:pt>
                <c:pt idx="10857">
                  <c:v>8.0154431897507497</c:v>
                </c:pt>
                <c:pt idx="10858">
                  <c:v>8.0143879604155543</c:v>
                </c:pt>
                <c:pt idx="10859">
                  <c:v>8.0153503880425401</c:v>
                </c:pt>
                <c:pt idx="10860">
                  <c:v>8.0182146758099613</c:v>
                </c:pt>
                <c:pt idx="10861">
                  <c:v>8.0186108487660661</c:v>
                </c:pt>
                <c:pt idx="10862">
                  <c:v>8.018506795877304</c:v>
                </c:pt>
                <c:pt idx="10863">
                  <c:v>8.0225168151767754</c:v>
                </c:pt>
                <c:pt idx="10864">
                  <c:v>8.0260249661232699</c:v>
                </c:pt>
                <c:pt idx="10865">
                  <c:v>8.0257564981727096</c:v>
                </c:pt>
                <c:pt idx="10866">
                  <c:v>8.0232722046565108</c:v>
                </c:pt>
                <c:pt idx="10867">
                  <c:v>8.0209970845481049</c:v>
                </c:pt>
                <c:pt idx="10868">
                  <c:v>8.0214917258653973</c:v>
                </c:pt>
                <c:pt idx="10869">
                  <c:v>8.022698394448323</c:v>
                </c:pt>
                <c:pt idx="10870">
                  <c:v>8.0232740114154311</c:v>
                </c:pt>
                <c:pt idx="10871">
                  <c:v>8.0224302549993833</c:v>
                </c:pt>
                <c:pt idx="10872">
                  <c:v>8.023061306615201</c:v>
                </c:pt>
                <c:pt idx="10873">
                  <c:v>8.0241310721471688</c:v>
                </c:pt>
                <c:pt idx="10874">
                  <c:v>8.0245587812589818</c:v>
                </c:pt>
                <c:pt idx="10875">
                  <c:v>8.0240081304151438</c:v>
                </c:pt>
                <c:pt idx="10876">
                  <c:v>8.0230108816162282</c:v>
                </c:pt>
                <c:pt idx="10877">
                  <c:v>8.0223620087874181</c:v>
                </c:pt>
                <c:pt idx="10878">
                  <c:v>8.0225326653800355</c:v>
                </c:pt>
                <c:pt idx="10879">
                  <c:v>8.023740730094854</c:v>
                </c:pt>
                <c:pt idx="10880">
                  <c:v>8.0219875169383652</c:v>
                </c:pt>
                <c:pt idx="10881">
                  <c:v>8.0186220178212135</c:v>
                </c:pt>
                <c:pt idx="10882">
                  <c:v>8.0215759044060277</c:v>
                </c:pt>
                <c:pt idx="10883">
                  <c:v>8.0247944811727514</c:v>
                </c:pt>
                <c:pt idx="10884">
                  <c:v>8.0244571921323864</c:v>
                </c:pt>
                <c:pt idx="10885">
                  <c:v>8.0204904529216119</c:v>
                </c:pt>
                <c:pt idx="10886">
                  <c:v>8.0160604442984429</c:v>
                </c:pt>
                <c:pt idx="10887">
                  <c:v>8.0124958731983735</c:v>
                </c:pt>
                <c:pt idx="10888">
                  <c:v>8.0130797848314383</c:v>
                </c:pt>
                <c:pt idx="10889">
                  <c:v>8.0180156859524487</c:v>
                </c:pt>
                <c:pt idx="10890">
                  <c:v>8.0227558822321683</c:v>
                </c:pt>
                <c:pt idx="10891">
                  <c:v>8.023756498172709</c:v>
                </c:pt>
                <c:pt idx="10892">
                  <c:v>8.0229901038886382</c:v>
                </c:pt>
                <c:pt idx="10893">
                  <c:v>8.0212423931343153</c:v>
                </c:pt>
                <c:pt idx="10894">
                  <c:v>8.0223953517020483</c:v>
                </c:pt>
                <c:pt idx="10895">
                  <c:v>8.0226989693261608</c:v>
                </c:pt>
                <c:pt idx="10896">
                  <c:v>8.0224931630599929</c:v>
                </c:pt>
                <c:pt idx="10897">
                  <c:v>8.0228635486387709</c:v>
                </c:pt>
                <c:pt idx="10898">
                  <c:v>8.0235005954091907</c:v>
                </c:pt>
                <c:pt idx="10899">
                  <c:v>8.0218409230895578</c:v>
                </c:pt>
                <c:pt idx="10900">
                  <c:v>8.0224659795507733</c:v>
                </c:pt>
                <c:pt idx="10901">
                  <c:v>8.0240074734118991</c:v>
                </c:pt>
                <c:pt idx="10902">
                  <c:v>8.0220522317578951</c:v>
                </c:pt>
                <c:pt idx="10903">
                  <c:v>8.0212740114154322</c:v>
                </c:pt>
                <c:pt idx="10904">
                  <c:v>8.0197243871391617</c:v>
                </c:pt>
                <c:pt idx="10905">
                  <c:v>8.0176204163758058</c:v>
                </c:pt>
                <c:pt idx="10906">
                  <c:v>8.0177447542397235</c:v>
                </c:pt>
                <c:pt idx="10907">
                  <c:v>8.0179000533815135</c:v>
                </c:pt>
                <c:pt idx="10908">
                  <c:v>8.0202222313472671</c:v>
                </c:pt>
                <c:pt idx="10909">
                  <c:v>8.0233540015603833</c:v>
                </c:pt>
                <c:pt idx="10910">
                  <c:v>8.0245453126924815</c:v>
                </c:pt>
                <c:pt idx="10911">
                  <c:v>8.0243033712478962</c:v>
                </c:pt>
                <c:pt idx="10912">
                  <c:v>8.0242519607440563</c:v>
                </c:pt>
                <c:pt idx="10913">
                  <c:v>8.023092021516856</c:v>
                </c:pt>
                <c:pt idx="10914">
                  <c:v>8.0230186014043436</c:v>
                </c:pt>
                <c:pt idx="10915">
                  <c:v>8.0244396994210163</c:v>
                </c:pt>
                <c:pt idx="10916">
                  <c:v>8.024101424875786</c:v>
                </c:pt>
                <c:pt idx="10917">
                  <c:v>8.0227240997002429</c:v>
                </c:pt>
                <c:pt idx="10918">
                  <c:v>8.0239274832669487</c:v>
                </c:pt>
                <c:pt idx="10919">
                  <c:v>8.0250983451730793</c:v>
                </c:pt>
                <c:pt idx="10920">
                  <c:v>8.0255661314827744</c:v>
                </c:pt>
                <c:pt idx="10921">
                  <c:v>8.0285959840676711</c:v>
                </c:pt>
                <c:pt idx="10922">
                  <c:v>8.0284515254794062</c:v>
                </c:pt>
                <c:pt idx="10923">
                  <c:v>8.0263628300414727</c:v>
                </c:pt>
                <c:pt idx="10924">
                  <c:v>8.0254060690674667</c:v>
                </c:pt>
                <c:pt idx="10925">
                  <c:v>8.0257490247608096</c:v>
                </c:pt>
                <c:pt idx="10926">
                  <c:v>8.0280831109103605</c:v>
                </c:pt>
                <c:pt idx="10927">
                  <c:v>8.0289663696464508</c:v>
                </c:pt>
                <c:pt idx="10928">
                  <c:v>8.0275322958157105</c:v>
                </c:pt>
                <c:pt idx="10929">
                  <c:v>8.0273241079127828</c:v>
                </c:pt>
                <c:pt idx="10930">
                  <c:v>8.0285892497844209</c:v>
                </c:pt>
                <c:pt idx="10931">
                  <c:v>8.0298284400279218</c:v>
                </c:pt>
                <c:pt idx="10932">
                  <c:v>8.0311633063688248</c:v>
                </c:pt>
                <c:pt idx="10933">
                  <c:v>8.0303338397733341</c:v>
                </c:pt>
                <c:pt idx="10934">
                  <c:v>8.0272663737527203</c:v>
                </c:pt>
                <c:pt idx="10935">
                  <c:v>8.0256046482979517</c:v>
                </c:pt>
                <c:pt idx="10936">
                  <c:v>8.0235916724838834</c:v>
                </c:pt>
                <c:pt idx="10937">
                  <c:v>8.0223620909128233</c:v>
                </c:pt>
                <c:pt idx="10938">
                  <c:v>8.0235487208968088</c:v>
                </c:pt>
                <c:pt idx="10939">
                  <c:v>8.0232046154477885</c:v>
                </c:pt>
                <c:pt idx="10940">
                  <c:v>8.0224253274750552</c:v>
                </c:pt>
                <c:pt idx="10941">
                  <c:v>8.0222277337494354</c:v>
                </c:pt>
                <c:pt idx="10942">
                  <c:v>8.0192704800229944</c:v>
                </c:pt>
                <c:pt idx="10943">
                  <c:v>8.0199387344475017</c:v>
                </c:pt>
                <c:pt idx="10944">
                  <c:v>8.0238586621771439</c:v>
                </c:pt>
                <c:pt idx="10945">
                  <c:v>8.0266895249045298</c:v>
                </c:pt>
                <c:pt idx="10946">
                  <c:v>8.024909456740442</c:v>
                </c:pt>
                <c:pt idx="10947">
                  <c:v>8.0238258120149464</c:v>
                </c:pt>
                <c:pt idx="10948">
                  <c:v>8.0240474684843761</c:v>
                </c:pt>
                <c:pt idx="10949">
                  <c:v>8.0237325175543059</c:v>
                </c:pt>
                <c:pt idx="10950">
                  <c:v>8.0247075103683319</c:v>
                </c:pt>
                <c:pt idx="10951">
                  <c:v>8.0239727343653762</c:v>
                </c:pt>
                <c:pt idx="10952">
                  <c:v>8.0231292243255456</c:v>
                </c:pt>
                <c:pt idx="10953">
                  <c:v>8.0215468320124828</c:v>
                </c:pt>
                <c:pt idx="10954">
                  <c:v>8.0201197388412098</c:v>
                </c:pt>
                <c:pt idx="10955">
                  <c:v>8.0216289574179775</c:v>
                </c:pt>
                <c:pt idx="10956">
                  <c:v>8.0263325257668452</c:v>
                </c:pt>
                <c:pt idx="10957">
                  <c:v>8.0304158009280169</c:v>
                </c:pt>
                <c:pt idx="10958">
                  <c:v>8.0328652732722876</c:v>
                </c:pt>
                <c:pt idx="10959">
                  <c:v>8.0326906746602056</c:v>
                </c:pt>
                <c:pt idx="10960">
                  <c:v>8.0300720239806189</c:v>
                </c:pt>
                <c:pt idx="10961">
                  <c:v>8.0262985258489721</c:v>
                </c:pt>
                <c:pt idx="10962">
                  <c:v>8.0236361023282559</c:v>
                </c:pt>
                <c:pt idx="10963">
                  <c:v>8.0234071366977382</c:v>
                </c:pt>
                <c:pt idx="10964">
                  <c:v>8.0248550897220063</c:v>
                </c:pt>
                <c:pt idx="10965">
                  <c:v>8.0262324970229546</c:v>
                </c:pt>
                <c:pt idx="10966">
                  <c:v>8.0275002669075679</c:v>
                </c:pt>
                <c:pt idx="10967">
                  <c:v>8.0269408286453423</c:v>
                </c:pt>
                <c:pt idx="10968">
                  <c:v>8.0253622962263371</c:v>
                </c:pt>
                <c:pt idx="10969">
                  <c:v>8.0259366813123645</c:v>
                </c:pt>
                <c:pt idx="10970">
                  <c:v>8.027698024883998</c:v>
                </c:pt>
                <c:pt idx="10971">
                  <c:v>8.0302508931137844</c:v>
                </c:pt>
                <c:pt idx="10972">
                  <c:v>8.0306462448158342</c:v>
                </c:pt>
                <c:pt idx="10973">
                  <c:v>8.0308031043403272</c:v>
                </c:pt>
                <c:pt idx="10974">
                  <c:v>8.0297171601034787</c:v>
                </c:pt>
                <c:pt idx="10975">
                  <c:v>8.0271828522153328</c:v>
                </c:pt>
                <c:pt idx="10976">
                  <c:v>8.024502525356219</c:v>
                </c:pt>
                <c:pt idx="10977">
                  <c:v>8.0232079825894136</c:v>
                </c:pt>
                <c:pt idx="10978">
                  <c:v>8.0234555085615735</c:v>
                </c:pt>
                <c:pt idx="10979">
                  <c:v>8.023509054325956</c:v>
                </c:pt>
                <c:pt idx="10980">
                  <c:v>8.0217317784256554</c:v>
                </c:pt>
                <c:pt idx="10981">
                  <c:v>8.022801379706813</c:v>
                </c:pt>
                <c:pt idx="10982">
                  <c:v>8.0271592000985503</c:v>
                </c:pt>
                <c:pt idx="10983">
                  <c:v>8.0266094526341725</c:v>
                </c:pt>
                <c:pt idx="10984">
                  <c:v>8.0261146470660698</c:v>
                </c:pt>
                <c:pt idx="10985">
                  <c:v>8.027277789184085</c:v>
                </c:pt>
                <c:pt idx="10986">
                  <c:v>8.0258062661684395</c:v>
                </c:pt>
                <c:pt idx="10987">
                  <c:v>8.0244720568307812</c:v>
                </c:pt>
                <c:pt idx="10988">
                  <c:v>8.0235897014741511</c:v>
                </c:pt>
                <c:pt idx="10989">
                  <c:v>8.021864328830123</c:v>
                </c:pt>
                <c:pt idx="10990">
                  <c:v>8.0218148893360155</c:v>
                </c:pt>
                <c:pt idx="10991">
                  <c:v>8.0230838089763061</c:v>
                </c:pt>
                <c:pt idx="10992">
                  <c:v>8.0240425409600462</c:v>
                </c:pt>
                <c:pt idx="10993">
                  <c:v>8.0240664394530441</c:v>
                </c:pt>
                <c:pt idx="10994">
                  <c:v>8.0255465035108617</c:v>
                </c:pt>
                <c:pt idx="10995">
                  <c:v>8.0242272409970017</c:v>
                </c:pt>
                <c:pt idx="10996">
                  <c:v>8.0201874923007423</c:v>
                </c:pt>
                <c:pt idx="10997">
                  <c:v>8.0195877304644192</c:v>
                </c:pt>
                <c:pt idx="10998">
                  <c:v>8.0234489385291337</c:v>
                </c:pt>
                <c:pt idx="10999">
                  <c:v>8.0265318441259801</c:v>
                </c:pt>
                <c:pt idx="11000">
                  <c:v>8.0268559109760602</c:v>
                </c:pt>
                <c:pt idx="11001">
                  <c:v>8.0257994497597824</c:v>
                </c:pt>
                <c:pt idx="11002">
                  <c:v>8.0250413501416666</c:v>
                </c:pt>
                <c:pt idx="11003">
                  <c:v>8.025033383977334</c:v>
                </c:pt>
                <c:pt idx="11004">
                  <c:v>8.0263398349279349</c:v>
                </c:pt>
                <c:pt idx="11005">
                  <c:v>8.02626099453866</c:v>
                </c:pt>
                <c:pt idx="11006">
                  <c:v>8.0257315320494396</c:v>
                </c:pt>
                <c:pt idx="11007">
                  <c:v>8.0259060485361147</c:v>
                </c:pt>
                <c:pt idx="11008">
                  <c:v>8.0248574713587644</c:v>
                </c:pt>
                <c:pt idx="11009">
                  <c:v>8.0244434771896689</c:v>
                </c:pt>
                <c:pt idx="11010">
                  <c:v>8.0239697778507786</c:v>
                </c:pt>
                <c:pt idx="11011">
                  <c:v>8.0244212212047792</c:v>
                </c:pt>
                <c:pt idx="11012">
                  <c:v>8.0232281854391658</c:v>
                </c:pt>
                <c:pt idx="11013">
                  <c:v>8.0187347760029564</c:v>
                </c:pt>
                <c:pt idx="11014">
                  <c:v>8.0149856691167418</c:v>
                </c:pt>
                <c:pt idx="11015">
                  <c:v>8.0166056748655201</c:v>
                </c:pt>
                <c:pt idx="11016">
                  <c:v>8.0198373095717166</c:v>
                </c:pt>
                <c:pt idx="11017">
                  <c:v>8.0200628259352023</c:v>
                </c:pt>
                <c:pt idx="11018">
                  <c:v>8.0164480762123755</c:v>
                </c:pt>
                <c:pt idx="11019">
                  <c:v>8.0143118301646616</c:v>
                </c:pt>
                <c:pt idx="11020">
                  <c:v>8.0147430706689118</c:v>
                </c:pt>
                <c:pt idx="11021">
                  <c:v>8.017588141091446</c:v>
                </c:pt>
                <c:pt idx="11022">
                  <c:v>8.0188415390300989</c:v>
                </c:pt>
                <c:pt idx="11023">
                  <c:v>8.0191803063277618</c:v>
                </c:pt>
                <c:pt idx="11024">
                  <c:v>8.0208743891922971</c:v>
                </c:pt>
                <c:pt idx="11025">
                  <c:v>8.0214966533897254</c:v>
                </c:pt>
                <c:pt idx="11026">
                  <c:v>8.0223368784133378</c:v>
                </c:pt>
                <c:pt idx="11027">
                  <c:v>8.0241608836693636</c:v>
                </c:pt>
                <c:pt idx="11028">
                  <c:v>8.0246978195704841</c:v>
                </c:pt>
                <c:pt idx="11029">
                  <c:v>8.0204156366772068</c:v>
                </c:pt>
                <c:pt idx="11030">
                  <c:v>8.0172464172791855</c:v>
                </c:pt>
                <c:pt idx="11031">
                  <c:v>8.0166583172504406</c:v>
                </c:pt>
                <c:pt idx="11032">
                  <c:v>8.0160234057405653</c:v>
                </c:pt>
                <c:pt idx="11033">
                  <c:v>8.0170163018929905</c:v>
                </c:pt>
                <c:pt idx="11034">
                  <c:v>8.020291955816532</c:v>
                </c:pt>
                <c:pt idx="11035">
                  <c:v>8.0237128895823915</c:v>
                </c:pt>
                <c:pt idx="11036">
                  <c:v>8.0247508725824339</c:v>
                </c:pt>
                <c:pt idx="11037">
                  <c:v>8.0248205970516988</c:v>
                </c:pt>
                <c:pt idx="11038">
                  <c:v>8.0277789184084103</c:v>
                </c:pt>
                <c:pt idx="11039">
                  <c:v>8.0292312240791688</c:v>
                </c:pt>
                <c:pt idx="11040">
                  <c:v>8.0286152835379632</c:v>
                </c:pt>
                <c:pt idx="11041">
                  <c:v>8.0265581242557378</c:v>
                </c:pt>
                <c:pt idx="11042">
                  <c:v>8.0251241325504044</c:v>
                </c:pt>
                <c:pt idx="11043">
                  <c:v>8.0254996099043243</c:v>
                </c:pt>
                <c:pt idx="11044">
                  <c:v>8.0250599104833071</c:v>
                </c:pt>
                <c:pt idx="11045">
                  <c:v>8.0240923089557761</c:v>
                </c:pt>
                <c:pt idx="11046">
                  <c:v>8.0221263088736503</c:v>
                </c:pt>
                <c:pt idx="11047">
                  <c:v>8.0203739169712147</c:v>
                </c:pt>
                <c:pt idx="11048">
                  <c:v>8.0210567075924946</c:v>
                </c:pt>
                <c:pt idx="11049">
                  <c:v>8.0215226871432677</c:v>
                </c:pt>
                <c:pt idx="11050">
                  <c:v>8.020060197922227</c:v>
                </c:pt>
                <c:pt idx="11051">
                  <c:v>8.0211238861741876</c:v>
                </c:pt>
                <c:pt idx="11052">
                  <c:v>8.0213894797355554</c:v>
                </c:pt>
                <c:pt idx="11053">
                  <c:v>8.0229216934258609</c:v>
                </c:pt>
                <c:pt idx="11054">
                  <c:v>8.0249848478626866</c:v>
                </c:pt>
                <c:pt idx="11055">
                  <c:v>8.0284175255615331</c:v>
                </c:pt>
                <c:pt idx="11056">
                  <c:v>8.0295174311173163</c:v>
                </c:pt>
                <c:pt idx="11057">
                  <c:v>8.0269009156982705</c:v>
                </c:pt>
                <c:pt idx="11058">
                  <c:v>8.0277122325791481</c:v>
                </c:pt>
                <c:pt idx="11059">
                  <c:v>8.0290951422822658</c:v>
                </c:pt>
                <c:pt idx="11060">
                  <c:v>8.0271279103190576</c:v>
                </c:pt>
                <c:pt idx="11061">
                  <c:v>8.0246157762903962</c:v>
                </c:pt>
                <c:pt idx="11062">
                  <c:v>8.0257655319673145</c:v>
                </c:pt>
                <c:pt idx="11063">
                  <c:v>8.0266810659877628</c:v>
                </c:pt>
                <c:pt idx="11064">
                  <c:v>8.0247406890321518</c:v>
                </c:pt>
                <c:pt idx="11065">
                  <c:v>8.024522481829754</c:v>
                </c:pt>
                <c:pt idx="11066">
                  <c:v>8.0247112881369844</c:v>
                </c:pt>
                <c:pt idx="11067">
                  <c:v>8.0237368702007963</c:v>
                </c:pt>
                <c:pt idx="11068">
                  <c:v>8.0233676343776956</c:v>
                </c:pt>
                <c:pt idx="11069">
                  <c:v>8.0234835133248463</c:v>
                </c:pt>
                <c:pt idx="11070">
                  <c:v>8.0235741797725133</c:v>
                </c:pt>
                <c:pt idx="11071">
                  <c:v>8.0231211760358061</c:v>
                </c:pt>
                <c:pt idx="11072">
                  <c:v>8.0267255779575404</c:v>
                </c:pt>
                <c:pt idx="11073">
                  <c:v>8.0282319221451157</c:v>
                </c:pt>
                <c:pt idx="11074">
                  <c:v>8.02638640003285</c:v>
                </c:pt>
                <c:pt idx="11075">
                  <c:v>8.0246526505974618</c:v>
                </c:pt>
                <c:pt idx="11076">
                  <c:v>8.0226657085369357</c:v>
                </c:pt>
                <c:pt idx="11077">
                  <c:v>8.0220963331006452</c:v>
                </c:pt>
                <c:pt idx="11078">
                  <c:v>8.0222689607029931</c:v>
                </c:pt>
                <c:pt idx="11079">
                  <c:v>8.0210019299470297</c:v>
                </c:pt>
                <c:pt idx="11080">
                  <c:v>8.0208061429803301</c:v>
                </c:pt>
                <c:pt idx="11081">
                  <c:v>8.0205067137518995</c:v>
                </c:pt>
                <c:pt idx="11082">
                  <c:v>8.0223487865971332</c:v>
                </c:pt>
                <c:pt idx="11083">
                  <c:v>8.0219508068821082</c:v>
                </c:pt>
                <c:pt idx="11084">
                  <c:v>8.0185111485237961</c:v>
                </c:pt>
                <c:pt idx="11085">
                  <c:v>8.0188591138668741</c:v>
                </c:pt>
                <c:pt idx="11086">
                  <c:v>8.020645012934752</c:v>
                </c:pt>
                <c:pt idx="11087">
                  <c:v>8.0213065330760074</c:v>
                </c:pt>
                <c:pt idx="11088">
                  <c:v>8.024367921816614</c:v>
                </c:pt>
                <c:pt idx="11089">
                  <c:v>8.0289870652486339</c:v>
                </c:pt>
                <c:pt idx="11090">
                  <c:v>8.030351907362542</c:v>
                </c:pt>
                <c:pt idx="11091">
                  <c:v>8.028400854104218</c:v>
                </c:pt>
                <c:pt idx="11092">
                  <c:v>8.0263960087052926</c:v>
                </c:pt>
                <c:pt idx="11093">
                  <c:v>8.0269893647599879</c:v>
                </c:pt>
                <c:pt idx="11094">
                  <c:v>8.0258267153944072</c:v>
                </c:pt>
                <c:pt idx="11095">
                  <c:v>8.0239400484539889</c:v>
                </c:pt>
                <c:pt idx="11096">
                  <c:v>8.0270532583254628</c:v>
                </c:pt>
                <c:pt idx="11097">
                  <c:v>8.0294716051410511</c:v>
                </c:pt>
                <c:pt idx="11098">
                  <c:v>8.027317537880343</c:v>
                </c:pt>
                <c:pt idx="11099">
                  <c:v>8.0237325996797111</c:v>
                </c:pt>
                <c:pt idx="11100">
                  <c:v>8.0203315402619797</c:v>
                </c:pt>
                <c:pt idx="11101">
                  <c:v>8.0194193733831565</c:v>
                </c:pt>
                <c:pt idx="11102">
                  <c:v>8.0201591590358472</c:v>
                </c:pt>
                <c:pt idx="11103">
                  <c:v>8.0197073871802242</c:v>
                </c:pt>
                <c:pt idx="11104">
                  <c:v>8.0200108405535246</c:v>
                </c:pt>
                <c:pt idx="11105">
                  <c:v>8.0234538660534636</c:v>
                </c:pt>
                <c:pt idx="11106">
                  <c:v>8.0256007884038922</c:v>
                </c:pt>
                <c:pt idx="11107">
                  <c:v>8.0271784174434355</c:v>
                </c:pt>
                <c:pt idx="11108">
                  <c:v>8.028919968792346</c:v>
                </c:pt>
                <c:pt idx="11109">
                  <c:v>8.0312207941526719</c:v>
                </c:pt>
                <c:pt idx="11110">
                  <c:v>8.0298592370549837</c:v>
                </c:pt>
                <c:pt idx="11111">
                  <c:v>8.0276873485812832</c:v>
                </c:pt>
                <c:pt idx="11112">
                  <c:v>8.025165359503962</c:v>
                </c:pt>
                <c:pt idx="11113">
                  <c:v>8.0217201166180754</c:v>
                </c:pt>
                <c:pt idx="11114">
                  <c:v>8.0194282429269492</c:v>
                </c:pt>
                <c:pt idx="11115">
                  <c:v>8.0194435182523716</c:v>
                </c:pt>
                <c:pt idx="11116">
                  <c:v>8.0191132919968791</c:v>
                </c:pt>
                <c:pt idx="11117">
                  <c:v>8.0181521783763809</c:v>
                </c:pt>
                <c:pt idx="11118">
                  <c:v>8.0184389602923662</c:v>
                </c:pt>
                <c:pt idx="11119">
                  <c:v>8.0201569416498995</c:v>
                </c:pt>
                <c:pt idx="11120">
                  <c:v>8.0239108939350388</c:v>
                </c:pt>
                <c:pt idx="11121">
                  <c:v>8.0278922514679909</c:v>
                </c:pt>
                <c:pt idx="11122">
                  <c:v>8.0293676343776941</c:v>
                </c:pt>
                <c:pt idx="11123">
                  <c:v>8.028640824539071</c:v>
                </c:pt>
                <c:pt idx="11124">
                  <c:v>8.0291380938693386</c:v>
                </c:pt>
                <c:pt idx="11125">
                  <c:v>8.0268978770582677</c:v>
                </c:pt>
                <c:pt idx="11126">
                  <c:v>8.0244929988091815</c:v>
                </c:pt>
                <c:pt idx="11127">
                  <c:v>8.0236909620991259</c:v>
                </c:pt>
                <c:pt idx="11128">
                  <c:v>8.0237554305424386</c:v>
                </c:pt>
                <c:pt idx="11129">
                  <c:v>8.0250740360530521</c:v>
                </c:pt>
                <c:pt idx="11130">
                  <c:v>8.0241624440520667</c:v>
                </c:pt>
                <c:pt idx="11131">
                  <c:v>8.0208330801133325</c:v>
                </c:pt>
                <c:pt idx="11132">
                  <c:v>8.019855130784709</c:v>
                </c:pt>
                <c:pt idx="11133">
                  <c:v>8.0201231881082418</c:v>
                </c:pt>
                <c:pt idx="11134">
                  <c:v>8.0236113825812012</c:v>
                </c:pt>
                <c:pt idx="11135">
                  <c:v>8.0290829055968462</c:v>
                </c:pt>
                <c:pt idx="11136">
                  <c:v>8.0298675317209387</c:v>
                </c:pt>
                <c:pt idx="11137">
                  <c:v>8.0256453003736699</c:v>
                </c:pt>
                <c:pt idx="11138">
                  <c:v>8.0228236356917009</c:v>
                </c:pt>
                <c:pt idx="11139">
                  <c:v>8.0224272163593806</c:v>
                </c:pt>
                <c:pt idx="11140">
                  <c:v>8.0241121833039042</c:v>
                </c:pt>
                <c:pt idx="11141">
                  <c:v>8.0262539317537875</c:v>
                </c:pt>
                <c:pt idx="11142">
                  <c:v>8.0243080523960089</c:v>
                </c:pt>
                <c:pt idx="11143">
                  <c:v>8.0229501909415681</c:v>
                </c:pt>
                <c:pt idx="11144">
                  <c:v>8.0230862727384711</c:v>
                </c:pt>
                <c:pt idx="11145">
                  <c:v>8.0222761056132708</c:v>
                </c:pt>
                <c:pt idx="11146">
                  <c:v>8.020110869297417</c:v>
                </c:pt>
                <c:pt idx="11147">
                  <c:v>8.0202389028045822</c:v>
                </c:pt>
                <c:pt idx="11148">
                  <c:v>8.0222435018272904</c:v>
                </c:pt>
                <c:pt idx="11149">
                  <c:v>8.0255538126719497</c:v>
                </c:pt>
                <c:pt idx="11150">
                  <c:v>8.0256835708126317</c:v>
                </c:pt>
                <c:pt idx="11151">
                  <c:v>8.022847944811728</c:v>
                </c:pt>
                <c:pt idx="11152">
                  <c:v>8.0224679505605057</c:v>
                </c:pt>
                <c:pt idx="11153">
                  <c:v>8.0237123147045537</c:v>
                </c:pt>
                <c:pt idx="11154">
                  <c:v>8.0236456288752933</c:v>
                </c:pt>
                <c:pt idx="11155">
                  <c:v>8.0236663244774764</c:v>
                </c:pt>
                <c:pt idx="11156">
                  <c:v>8.0237099330677939</c:v>
                </c:pt>
                <c:pt idx="11157">
                  <c:v>8.0222326612737653</c:v>
                </c:pt>
                <c:pt idx="11158">
                  <c:v>8.0198198168603465</c:v>
                </c:pt>
                <c:pt idx="11159">
                  <c:v>8.0195572619389814</c:v>
                </c:pt>
                <c:pt idx="11160">
                  <c:v>8.019643986367182</c:v>
                </c:pt>
                <c:pt idx="11161">
                  <c:v>8.021848642877675</c:v>
                </c:pt>
                <c:pt idx="11162">
                  <c:v>8.0251229006693219</c:v>
                </c:pt>
                <c:pt idx="11163">
                  <c:v>8.0237234837597011</c:v>
                </c:pt>
                <c:pt idx="11164">
                  <c:v>8.0224189216934256</c:v>
                </c:pt>
                <c:pt idx="11165">
                  <c:v>8.0229737609329455</c:v>
                </c:pt>
                <c:pt idx="11166">
                  <c:v>8.024641235166099</c:v>
                </c:pt>
                <c:pt idx="11167">
                  <c:v>8.0254421221204773</c:v>
                </c:pt>
                <c:pt idx="11168">
                  <c:v>8.0257978893770794</c:v>
                </c:pt>
                <c:pt idx="11169">
                  <c:v>8.0225665831725053</c:v>
                </c:pt>
                <c:pt idx="11170">
                  <c:v>8.0204421631831799</c:v>
                </c:pt>
                <c:pt idx="11171">
                  <c:v>8.0201372315525816</c:v>
                </c:pt>
                <c:pt idx="11172">
                  <c:v>8.0205711821952121</c:v>
                </c:pt>
                <c:pt idx="11173">
                  <c:v>8.0209387755102046</c:v>
                </c:pt>
                <c:pt idx="11174">
                  <c:v>8.0209391861372321</c:v>
                </c:pt>
                <c:pt idx="11175">
                  <c:v>8.0221751734899183</c:v>
                </c:pt>
                <c:pt idx="11176">
                  <c:v>8.022268057323533</c:v>
                </c:pt>
                <c:pt idx="11177">
                  <c:v>8.0197099330677943</c:v>
                </c:pt>
                <c:pt idx="11178">
                  <c:v>8.0166542931055726</c:v>
                </c:pt>
                <c:pt idx="11179">
                  <c:v>8.0170533404508681</c:v>
                </c:pt>
                <c:pt idx="11180">
                  <c:v>8.0223951053258329</c:v>
                </c:pt>
                <c:pt idx="11181">
                  <c:v>8.0257748121381347</c:v>
                </c:pt>
                <c:pt idx="11182">
                  <c:v>8.0228962345501582</c:v>
                </c:pt>
                <c:pt idx="11183">
                  <c:v>8.0202669896932619</c:v>
                </c:pt>
                <c:pt idx="11184">
                  <c:v>8.0174400689853407</c:v>
                </c:pt>
                <c:pt idx="11185">
                  <c:v>8.0161908594423679</c:v>
                </c:pt>
                <c:pt idx="11186">
                  <c:v>8.0178349279349561</c:v>
                </c:pt>
                <c:pt idx="11187">
                  <c:v>8.0212151274996923</c:v>
                </c:pt>
                <c:pt idx="11188">
                  <c:v>8.0231691372726157</c:v>
                </c:pt>
                <c:pt idx="11189">
                  <c:v>8.024114564940664</c:v>
                </c:pt>
                <c:pt idx="11190">
                  <c:v>8.0264506220999472</c:v>
                </c:pt>
                <c:pt idx="11191">
                  <c:v>8.0279457972323733</c:v>
                </c:pt>
                <c:pt idx="11192">
                  <c:v>8.0278323820473858</c:v>
                </c:pt>
                <c:pt idx="11193">
                  <c:v>8.0255768077854892</c:v>
                </c:pt>
                <c:pt idx="11194">
                  <c:v>8.025224325545107</c:v>
                </c:pt>
                <c:pt idx="11195">
                  <c:v>8.0271961565310228</c:v>
                </c:pt>
                <c:pt idx="11196">
                  <c:v>8.0270777316963002</c:v>
                </c:pt>
                <c:pt idx="11197">
                  <c:v>8.0260544491438424</c:v>
                </c:pt>
                <c:pt idx="11198">
                  <c:v>8.0224641727918531</c:v>
                </c:pt>
                <c:pt idx="11199">
                  <c:v>8.0199150002053141</c:v>
                </c:pt>
                <c:pt idx="11200">
                  <c:v>8.0218214593684554</c:v>
                </c:pt>
                <c:pt idx="11201">
                  <c:v>8.0239706812302387</c:v>
                </c:pt>
                <c:pt idx="11202">
                  <c:v>8.0243674290641813</c:v>
                </c:pt>
                <c:pt idx="11203">
                  <c:v>8.025868845727425</c:v>
                </c:pt>
                <c:pt idx="11204">
                  <c:v>8.0278686814766154</c:v>
                </c:pt>
                <c:pt idx="11205">
                  <c:v>8.026584979263335</c:v>
                </c:pt>
                <c:pt idx="11206">
                  <c:v>8.0247957130538339</c:v>
                </c:pt>
                <c:pt idx="11207">
                  <c:v>8.0232153738759084</c:v>
                </c:pt>
                <c:pt idx="11208">
                  <c:v>8.0237933724797763</c:v>
                </c:pt>
                <c:pt idx="11209">
                  <c:v>8.024901983328542</c:v>
                </c:pt>
                <c:pt idx="11210">
                  <c:v>8.0256351989487946</c:v>
                </c:pt>
                <c:pt idx="11211">
                  <c:v>8.0248365293803641</c:v>
                </c:pt>
                <c:pt idx="11212">
                  <c:v>8.0242806225105738</c:v>
                </c:pt>
                <c:pt idx="11213">
                  <c:v>8.0253964603950241</c:v>
                </c:pt>
                <c:pt idx="11214">
                  <c:v>8.0241920091980461</c:v>
                </c:pt>
                <c:pt idx="11215">
                  <c:v>8.0235584116946583</c:v>
                </c:pt>
                <c:pt idx="11216">
                  <c:v>8.025237629860797</c:v>
                </c:pt>
                <c:pt idx="11217">
                  <c:v>8.0243115837884442</c:v>
                </c:pt>
                <c:pt idx="11218">
                  <c:v>8.0261009321233523</c:v>
                </c:pt>
                <c:pt idx="11219">
                  <c:v>8.0265555783681677</c:v>
                </c:pt>
                <c:pt idx="11220">
                  <c:v>8.026196279719132</c:v>
                </c:pt>
                <c:pt idx="11221">
                  <c:v>8.0266418921693425</c:v>
                </c:pt>
                <c:pt idx="11222">
                  <c:v>8.0276103149509304</c:v>
                </c:pt>
                <c:pt idx="11223">
                  <c:v>8.0293123639797965</c:v>
                </c:pt>
                <c:pt idx="11224">
                  <c:v>8.031104422453085</c:v>
                </c:pt>
                <c:pt idx="11225">
                  <c:v>8.0304759988502443</c:v>
                </c:pt>
                <c:pt idx="11226">
                  <c:v>8.0294098468361188</c:v>
                </c:pt>
                <c:pt idx="11227">
                  <c:v>8.0288886790128533</c:v>
                </c:pt>
                <c:pt idx="11228">
                  <c:v>8.0267794522235452</c:v>
                </c:pt>
                <c:pt idx="11229">
                  <c:v>8.0261529175050299</c:v>
                </c:pt>
                <c:pt idx="11230">
                  <c:v>8.0243575740155215</c:v>
                </c:pt>
                <c:pt idx="11231">
                  <c:v>8.0220113333059579</c:v>
                </c:pt>
                <c:pt idx="11232">
                  <c:v>8.0220016425081102</c:v>
                </c:pt>
                <c:pt idx="11233">
                  <c:v>8.0230062825935207</c:v>
                </c:pt>
                <c:pt idx="11234">
                  <c:v>8.0222524534964883</c:v>
                </c:pt>
                <c:pt idx="11235">
                  <c:v>8.0213057118219524</c:v>
                </c:pt>
                <c:pt idx="11236">
                  <c:v>8.0212321274586298</c:v>
                </c:pt>
                <c:pt idx="11237">
                  <c:v>8.02145320905022</c:v>
                </c:pt>
                <c:pt idx="11238">
                  <c:v>8.0212211226542927</c:v>
                </c:pt>
                <c:pt idx="11239">
                  <c:v>8.021762246951095</c:v>
                </c:pt>
                <c:pt idx="11240">
                  <c:v>8.0240211062292115</c:v>
                </c:pt>
                <c:pt idx="11241">
                  <c:v>8.0249477271794021</c:v>
                </c:pt>
                <c:pt idx="11242">
                  <c:v>8.0254148564858543</c:v>
                </c:pt>
                <c:pt idx="11243">
                  <c:v>8.0274237260296477</c:v>
                </c:pt>
                <c:pt idx="11244">
                  <c:v>8.0290156448897463</c:v>
                </c:pt>
                <c:pt idx="11245">
                  <c:v>8.0303842647723069</c:v>
                </c:pt>
                <c:pt idx="11246">
                  <c:v>8.0300969079784839</c:v>
                </c:pt>
                <c:pt idx="11247">
                  <c:v>8.0282859606619308</c:v>
                </c:pt>
                <c:pt idx="11248">
                  <c:v>8.0280257052519204</c:v>
                </c:pt>
                <c:pt idx="11249">
                  <c:v>8.0269080606085499</c:v>
                </c:pt>
                <c:pt idx="11250">
                  <c:v>8.0239203383566711</c:v>
                </c:pt>
                <c:pt idx="11251">
                  <c:v>8.0212691660165074</c:v>
                </c:pt>
                <c:pt idx="11252">
                  <c:v>8.0196366772060941</c:v>
                </c:pt>
                <c:pt idx="11253">
                  <c:v>8.0196612327023367</c:v>
                </c:pt>
                <c:pt idx="11254">
                  <c:v>8.0225668295487207</c:v>
                </c:pt>
                <c:pt idx="11255">
                  <c:v>8.0265079456329822</c:v>
                </c:pt>
                <c:pt idx="11256">
                  <c:v>8.0251945140229122</c:v>
                </c:pt>
                <c:pt idx="11257">
                  <c:v>8.0226960128115632</c:v>
                </c:pt>
                <c:pt idx="11258">
                  <c:v>8.0241085697860637</c:v>
                </c:pt>
                <c:pt idx="11259">
                  <c:v>8.0264837186383602</c:v>
                </c:pt>
                <c:pt idx="11260">
                  <c:v>8.0256577834353049</c:v>
                </c:pt>
                <c:pt idx="11261">
                  <c:v>8.0226583993758478</c:v>
                </c:pt>
                <c:pt idx="11262">
                  <c:v>8.0213458711452379</c:v>
                </c:pt>
                <c:pt idx="11263">
                  <c:v>8.0197779329035441</c:v>
                </c:pt>
                <c:pt idx="11264">
                  <c:v>8.0179645218248261</c:v>
                </c:pt>
                <c:pt idx="11265">
                  <c:v>8.0175769720362986</c:v>
                </c:pt>
                <c:pt idx="11266">
                  <c:v>8.0155668706114245</c:v>
                </c:pt>
                <c:pt idx="11267">
                  <c:v>8.0139376668172293</c:v>
                </c:pt>
                <c:pt idx="11268">
                  <c:v>8.0148562394776821</c:v>
                </c:pt>
                <c:pt idx="11269">
                  <c:v>8.0174807210610606</c:v>
                </c:pt>
                <c:pt idx="11270">
                  <c:v>8.0169761425697033</c:v>
                </c:pt>
                <c:pt idx="11271">
                  <c:v>8.0135433827454516</c:v>
                </c:pt>
                <c:pt idx="11272">
                  <c:v>8.0140504249989739</c:v>
                </c:pt>
                <c:pt idx="11273">
                  <c:v>8.0185612450211465</c:v>
                </c:pt>
                <c:pt idx="11274">
                  <c:v>8.0237951792386983</c:v>
                </c:pt>
                <c:pt idx="11275">
                  <c:v>8.0255744261487294</c:v>
                </c:pt>
                <c:pt idx="11276">
                  <c:v>8.0239792222724091</c:v>
                </c:pt>
                <c:pt idx="11277">
                  <c:v>8.0264514433540022</c:v>
                </c:pt>
                <c:pt idx="11278">
                  <c:v>8.0286678437974786</c:v>
                </c:pt>
                <c:pt idx="11279">
                  <c:v>8.0282248593602432</c:v>
                </c:pt>
                <c:pt idx="11280">
                  <c:v>8.0263485402209174</c:v>
                </c:pt>
                <c:pt idx="11281">
                  <c:v>8.0217629039543379</c:v>
                </c:pt>
                <c:pt idx="11282">
                  <c:v>8.0186226748244565</c:v>
                </c:pt>
                <c:pt idx="11283">
                  <c:v>8.0161366566747425</c:v>
                </c:pt>
                <c:pt idx="11284">
                  <c:v>8.0170707510368331</c:v>
                </c:pt>
                <c:pt idx="11285">
                  <c:v>8.0215650638525027</c:v>
                </c:pt>
                <c:pt idx="11286">
                  <c:v>8.0239781546421387</c:v>
                </c:pt>
                <c:pt idx="11287">
                  <c:v>8.0249415677739915</c:v>
                </c:pt>
                <c:pt idx="11288">
                  <c:v>8.0241149755676915</c:v>
                </c:pt>
                <c:pt idx="11289">
                  <c:v>8.022957582228063</c:v>
                </c:pt>
                <c:pt idx="11290">
                  <c:v>8.0232322095840356</c:v>
                </c:pt>
                <c:pt idx="11291">
                  <c:v>8.0240234878659713</c:v>
                </c:pt>
                <c:pt idx="11292">
                  <c:v>8.02172405863754</c:v>
                </c:pt>
                <c:pt idx="11293">
                  <c:v>8.0208407177760446</c:v>
                </c:pt>
                <c:pt idx="11294">
                  <c:v>8.0217660247197475</c:v>
                </c:pt>
                <c:pt idx="11295">
                  <c:v>8.0216737157639724</c:v>
                </c:pt>
                <c:pt idx="11296">
                  <c:v>8.0210734611752148</c:v>
                </c:pt>
                <c:pt idx="11297">
                  <c:v>8.0215854309530652</c:v>
                </c:pt>
                <c:pt idx="11298">
                  <c:v>8.0232721225311057</c:v>
                </c:pt>
                <c:pt idx="11299">
                  <c:v>8.0256522810331372</c:v>
                </c:pt>
                <c:pt idx="11300">
                  <c:v>8.0279861208064709</c:v>
                </c:pt>
                <c:pt idx="11301">
                  <c:v>8.0274459820145356</c:v>
                </c:pt>
                <c:pt idx="11302">
                  <c:v>8.0286905925348009</c:v>
                </c:pt>
                <c:pt idx="11303">
                  <c:v>8.0286247279595937</c:v>
                </c:pt>
                <c:pt idx="11304">
                  <c:v>8.0266121627725528</c:v>
                </c:pt>
                <c:pt idx="11305">
                  <c:v>8.0256141748449892</c:v>
                </c:pt>
                <c:pt idx="11306">
                  <c:v>8.0233061224489788</c:v>
                </c:pt>
                <c:pt idx="11307">
                  <c:v>8.0221113620498503</c:v>
                </c:pt>
                <c:pt idx="11308">
                  <c:v>8.0211665092596398</c:v>
                </c:pt>
                <c:pt idx="11309">
                  <c:v>8.0218206381144004</c:v>
                </c:pt>
                <c:pt idx="11310">
                  <c:v>8.0226038681065983</c:v>
                </c:pt>
                <c:pt idx="11311">
                  <c:v>8.0216793824169503</c:v>
                </c:pt>
                <c:pt idx="11312">
                  <c:v>8.0218243337576478</c:v>
                </c:pt>
                <c:pt idx="11313">
                  <c:v>8.0217746478873231</c:v>
                </c:pt>
                <c:pt idx="11314">
                  <c:v>8.019437276721554</c:v>
                </c:pt>
                <c:pt idx="11315">
                  <c:v>8.0210800312076547</c:v>
                </c:pt>
                <c:pt idx="11316">
                  <c:v>8.0232095429721184</c:v>
                </c:pt>
                <c:pt idx="11317">
                  <c:v>8.0237462324970235</c:v>
                </c:pt>
                <c:pt idx="11318">
                  <c:v>8.0230470989200509</c:v>
                </c:pt>
                <c:pt idx="11319">
                  <c:v>8.022243994579723</c:v>
                </c:pt>
                <c:pt idx="11320">
                  <c:v>8.0238993142528638</c:v>
                </c:pt>
                <c:pt idx="11321">
                  <c:v>8.0270097318605504</c:v>
                </c:pt>
                <c:pt idx="11322">
                  <c:v>8.0282032603785982</c:v>
                </c:pt>
                <c:pt idx="11323">
                  <c:v>8.0271472919147531</c:v>
                </c:pt>
                <c:pt idx="11324">
                  <c:v>8.027882478544738</c:v>
                </c:pt>
                <c:pt idx="11325">
                  <c:v>8.0276811070504657</c:v>
                </c:pt>
                <c:pt idx="11326">
                  <c:v>8.0281929947029109</c:v>
                </c:pt>
                <c:pt idx="11327">
                  <c:v>8.0290394612573408</c:v>
                </c:pt>
                <c:pt idx="11328">
                  <c:v>8.0274310351907356</c:v>
                </c:pt>
                <c:pt idx="11329">
                  <c:v>8.025887241818257</c:v>
                </c:pt>
                <c:pt idx="11330">
                  <c:v>8.0258160390916924</c:v>
                </c:pt>
                <c:pt idx="11331">
                  <c:v>8.0255901942265844</c:v>
                </c:pt>
                <c:pt idx="11332">
                  <c:v>8.0263524001149751</c:v>
                </c:pt>
                <c:pt idx="11333">
                  <c:v>8.0265204286946172</c:v>
                </c:pt>
                <c:pt idx="11334">
                  <c:v>8.023876976142569</c:v>
                </c:pt>
                <c:pt idx="11335">
                  <c:v>8.0218662998398553</c:v>
                </c:pt>
                <c:pt idx="11336">
                  <c:v>8.0220629901860132</c:v>
                </c:pt>
                <c:pt idx="11337">
                  <c:v>8.0203158543095299</c:v>
                </c:pt>
                <c:pt idx="11338">
                  <c:v>8.0201086519114693</c:v>
                </c:pt>
                <c:pt idx="11339">
                  <c:v>8.0232636636143386</c:v>
                </c:pt>
                <c:pt idx="11340">
                  <c:v>8.0256961359996719</c:v>
                </c:pt>
                <c:pt idx="11341">
                  <c:v>8.0255028127951373</c:v>
                </c:pt>
                <c:pt idx="11342">
                  <c:v>8.0267322301153854</c:v>
                </c:pt>
                <c:pt idx="11343">
                  <c:v>8.0270512873157305</c:v>
                </c:pt>
                <c:pt idx="11344">
                  <c:v>8.024251796493246</c:v>
                </c:pt>
                <c:pt idx="11345">
                  <c:v>8.0211772676877597</c:v>
                </c:pt>
                <c:pt idx="11346">
                  <c:v>8.0211263499363525</c:v>
                </c:pt>
                <c:pt idx="11347">
                  <c:v>8.0233680450047213</c:v>
                </c:pt>
                <c:pt idx="11348">
                  <c:v>8.0262209173407797</c:v>
                </c:pt>
                <c:pt idx="11349">
                  <c:v>8.0289575822280614</c:v>
                </c:pt>
                <c:pt idx="11350">
                  <c:v>8.0287370755143108</c:v>
                </c:pt>
                <c:pt idx="11351">
                  <c:v>8.0285555783681684</c:v>
                </c:pt>
                <c:pt idx="11352">
                  <c:v>8.026808278240873</c:v>
                </c:pt>
                <c:pt idx="11353">
                  <c:v>8.0237711164948884</c:v>
                </c:pt>
                <c:pt idx="11354">
                  <c:v>8.0232529051862187</c:v>
                </c:pt>
                <c:pt idx="11355">
                  <c:v>8.025182934340739</c:v>
                </c:pt>
                <c:pt idx="11356">
                  <c:v>8.0276175419866131</c:v>
                </c:pt>
                <c:pt idx="11357">
                  <c:v>8.026436250153985</c:v>
                </c:pt>
                <c:pt idx="11358">
                  <c:v>8.0239429228431813</c:v>
                </c:pt>
                <c:pt idx="11359">
                  <c:v>8.0221424875785328</c:v>
                </c:pt>
                <c:pt idx="11360">
                  <c:v>8.02196082618158</c:v>
                </c:pt>
                <c:pt idx="11361">
                  <c:v>8.0214900012318804</c:v>
                </c:pt>
                <c:pt idx="11362">
                  <c:v>8.022589578286043</c:v>
                </c:pt>
                <c:pt idx="11363">
                  <c:v>8.0283441054490208</c:v>
                </c:pt>
                <c:pt idx="11364">
                  <c:v>8.0310858621114445</c:v>
                </c:pt>
                <c:pt idx="11365">
                  <c:v>8.0295816531844117</c:v>
                </c:pt>
                <c:pt idx="11366">
                  <c:v>8.0301005214963244</c:v>
                </c:pt>
                <c:pt idx="11367">
                  <c:v>8.0315614503346602</c:v>
                </c:pt>
                <c:pt idx="11368">
                  <c:v>8.0331267605633805</c:v>
                </c:pt>
                <c:pt idx="11369">
                  <c:v>8.0329068287274676</c:v>
                </c:pt>
                <c:pt idx="11370">
                  <c:v>8.0307634377694743</c:v>
                </c:pt>
                <c:pt idx="11371">
                  <c:v>8.0277077156818457</c:v>
                </c:pt>
                <c:pt idx="11372">
                  <c:v>8.0260000821254049</c:v>
                </c:pt>
                <c:pt idx="11373">
                  <c:v>8.0277291504126804</c:v>
                </c:pt>
                <c:pt idx="11374">
                  <c:v>8.0273148277419626</c:v>
                </c:pt>
                <c:pt idx="11375">
                  <c:v>8.0242989364759989</c:v>
                </c:pt>
                <c:pt idx="11376">
                  <c:v>8.0218832997987928</c:v>
                </c:pt>
                <c:pt idx="11377">
                  <c:v>8.0210461955405901</c:v>
                </c:pt>
                <c:pt idx="11378">
                  <c:v>8.0202594341559568</c:v>
                </c:pt>
                <c:pt idx="11379">
                  <c:v>8.0194382622264193</c:v>
                </c:pt>
                <c:pt idx="11380">
                  <c:v>8.0193147456165566</c:v>
                </c:pt>
                <c:pt idx="11381">
                  <c:v>8.0170739539276479</c:v>
                </c:pt>
                <c:pt idx="11382">
                  <c:v>8.0150130990021768</c:v>
                </c:pt>
                <c:pt idx="11383">
                  <c:v>8.0161998932369727</c:v>
                </c:pt>
                <c:pt idx="11384">
                  <c:v>8.0172082289656306</c:v>
                </c:pt>
                <c:pt idx="11385">
                  <c:v>8.0169963454194555</c:v>
                </c:pt>
                <c:pt idx="11386">
                  <c:v>8.0191794029483017</c:v>
                </c:pt>
                <c:pt idx="11387">
                  <c:v>8.0206121627725544</c:v>
                </c:pt>
                <c:pt idx="11388">
                  <c:v>8.0206244815833774</c:v>
                </c:pt>
                <c:pt idx="11389">
                  <c:v>8.0211706155299147</c:v>
                </c:pt>
                <c:pt idx="11390">
                  <c:v>8.0222026855007602</c:v>
                </c:pt>
                <c:pt idx="11391">
                  <c:v>8.0247753459532714</c:v>
                </c:pt>
                <c:pt idx="11392">
                  <c:v>8.029085122982794</c:v>
                </c:pt>
                <c:pt idx="11393">
                  <c:v>8.0307583459943341</c:v>
                </c:pt>
                <c:pt idx="11394">
                  <c:v>8.0318140680819603</c:v>
                </c:pt>
                <c:pt idx="11395">
                  <c:v>8.0329333552334408</c:v>
                </c:pt>
                <c:pt idx="11396">
                  <c:v>8.0299840676713341</c:v>
                </c:pt>
                <c:pt idx="11397">
                  <c:v>8.0283124871679057</c:v>
                </c:pt>
                <c:pt idx="11398">
                  <c:v>8.0250029975773014</c:v>
                </c:pt>
                <c:pt idx="11399">
                  <c:v>8.022088613312528</c:v>
                </c:pt>
                <c:pt idx="11400">
                  <c:v>8.0236135178417438</c:v>
                </c:pt>
                <c:pt idx="11401">
                  <c:v>8.0262574631462247</c:v>
                </c:pt>
                <c:pt idx="11402">
                  <c:v>8.028222231347268</c:v>
                </c:pt>
                <c:pt idx="11403">
                  <c:v>8.0281594054120635</c:v>
                </c:pt>
                <c:pt idx="11404">
                  <c:v>8.0258805075350068</c:v>
                </c:pt>
                <c:pt idx="11405">
                  <c:v>8.0273155668706107</c:v>
                </c:pt>
                <c:pt idx="11406">
                  <c:v>8.0283560957582232</c:v>
                </c:pt>
                <c:pt idx="11407">
                  <c:v>8.0261570237753048</c:v>
                </c:pt>
                <c:pt idx="11408">
                  <c:v>8.0234021270480032</c:v>
                </c:pt>
                <c:pt idx="11409">
                  <c:v>8.0244258202274867</c:v>
                </c:pt>
                <c:pt idx="11410">
                  <c:v>8.0257049234180595</c:v>
                </c:pt>
                <c:pt idx="11411">
                  <c:v>8.0252979099084296</c:v>
                </c:pt>
                <c:pt idx="11412">
                  <c:v>8.0231800599515459</c:v>
                </c:pt>
                <c:pt idx="11413">
                  <c:v>8.0228306163511682</c:v>
                </c:pt>
                <c:pt idx="11414">
                  <c:v>8.0232956925224812</c:v>
                </c:pt>
                <c:pt idx="11415">
                  <c:v>8.0237275079045709</c:v>
                </c:pt>
                <c:pt idx="11416">
                  <c:v>8.0231483595450257</c:v>
                </c:pt>
                <c:pt idx="11417">
                  <c:v>8.023693507986696</c:v>
                </c:pt>
                <c:pt idx="11418">
                  <c:v>8.0229202972939682</c:v>
                </c:pt>
                <c:pt idx="11419">
                  <c:v>8.0202981973473495</c:v>
                </c:pt>
                <c:pt idx="11420">
                  <c:v>8.017976922761056</c:v>
                </c:pt>
                <c:pt idx="11421">
                  <c:v>8.0175097934546056</c:v>
                </c:pt>
                <c:pt idx="11422">
                  <c:v>8.0171059828357905</c:v>
                </c:pt>
                <c:pt idx="11423">
                  <c:v>8.0171029441957877</c:v>
                </c:pt>
                <c:pt idx="11424">
                  <c:v>8.0179215702377533</c:v>
                </c:pt>
                <c:pt idx="11425">
                  <c:v>8.0185221533281315</c:v>
                </c:pt>
                <c:pt idx="11426">
                  <c:v>8.0179866956843107</c:v>
                </c:pt>
                <c:pt idx="11427">
                  <c:v>8.0195677739908842</c:v>
                </c:pt>
                <c:pt idx="11428">
                  <c:v>8.0225003079702706</c:v>
                </c:pt>
                <c:pt idx="11429">
                  <c:v>8.0240131400648789</c:v>
                </c:pt>
                <c:pt idx="11430">
                  <c:v>8.0225026074816252</c:v>
                </c:pt>
                <c:pt idx="11431">
                  <c:v>8.0225360325216606</c:v>
                </c:pt>
                <c:pt idx="11432">
                  <c:v>8.0235945468730758</c:v>
                </c:pt>
                <c:pt idx="11433">
                  <c:v>8.0234017164209757</c:v>
                </c:pt>
                <c:pt idx="11434">
                  <c:v>8.0233191803884534</c:v>
                </c:pt>
                <c:pt idx="11435">
                  <c:v>8.0257263581488942</c:v>
                </c:pt>
                <c:pt idx="11436">
                  <c:v>8.0277082905596853</c:v>
                </c:pt>
                <c:pt idx="11437">
                  <c:v>8.0292617747300135</c:v>
                </c:pt>
                <c:pt idx="11438">
                  <c:v>8.0303396706771242</c:v>
                </c:pt>
                <c:pt idx="11439">
                  <c:v>8.0296300250482489</c:v>
                </c:pt>
                <c:pt idx="11440">
                  <c:v>8.0293710836447261</c:v>
                </c:pt>
                <c:pt idx="11441">
                  <c:v>8.0288301235987358</c:v>
                </c:pt>
                <c:pt idx="11442">
                  <c:v>8.0280000000000005</c:v>
                </c:pt>
                <c:pt idx="11443">
                  <c:v>8.0280614298033104</c:v>
                </c:pt>
                <c:pt idx="11444">
                  <c:v>8.0265412885476124</c:v>
                </c:pt>
                <c:pt idx="11445">
                  <c:v>8.0258999712561074</c:v>
                </c:pt>
                <c:pt idx="11446">
                  <c:v>8.0256367593314994</c:v>
                </c:pt>
                <c:pt idx="11447">
                  <c:v>8.0263507576068651</c:v>
                </c:pt>
                <c:pt idx="11448">
                  <c:v>8.0260997002422698</c:v>
                </c:pt>
                <c:pt idx="11449">
                  <c:v>8.0232664558781259</c:v>
                </c:pt>
                <c:pt idx="11450">
                  <c:v>8.0241765696218117</c:v>
                </c:pt>
                <c:pt idx="11451">
                  <c:v>8.0248646983944489</c:v>
                </c:pt>
                <c:pt idx="11452">
                  <c:v>8.0225435059335606</c:v>
                </c:pt>
                <c:pt idx="11453">
                  <c:v>8.0227491479489181</c:v>
                </c:pt>
                <c:pt idx="11454">
                  <c:v>8.0229346692399286</c:v>
                </c:pt>
                <c:pt idx="11455">
                  <c:v>8.0235890444709064</c:v>
                </c:pt>
                <c:pt idx="11456">
                  <c:v>8.0222495791072976</c:v>
                </c:pt>
                <c:pt idx="11457">
                  <c:v>8.0207480803186471</c:v>
                </c:pt>
                <c:pt idx="11458">
                  <c:v>8.0218588264279553</c:v>
                </c:pt>
                <c:pt idx="11459">
                  <c:v>8.0251579682174672</c:v>
                </c:pt>
                <c:pt idx="11460">
                  <c:v>8.0255867449595524</c:v>
                </c:pt>
                <c:pt idx="11461">
                  <c:v>8.0257123147045544</c:v>
                </c:pt>
                <c:pt idx="11462">
                  <c:v>8.0257955077403196</c:v>
                </c:pt>
                <c:pt idx="11463">
                  <c:v>8.0252210405288871</c:v>
                </c:pt>
                <c:pt idx="11464">
                  <c:v>8.0230382293762581</c:v>
                </c:pt>
                <c:pt idx="11465">
                  <c:v>8.0211007268098378</c:v>
                </c:pt>
                <c:pt idx="11466">
                  <c:v>8.0229494518129183</c:v>
                </c:pt>
                <c:pt idx="11467">
                  <c:v>8.0230912823882061</c:v>
                </c:pt>
                <c:pt idx="11468">
                  <c:v>8.0215417402373426</c:v>
                </c:pt>
                <c:pt idx="11469">
                  <c:v>8.0205949164373997</c:v>
                </c:pt>
                <c:pt idx="11470">
                  <c:v>8.0221439658358307</c:v>
                </c:pt>
                <c:pt idx="11471">
                  <c:v>8.0239303576561412</c:v>
                </c:pt>
                <c:pt idx="11472">
                  <c:v>8.0259584445448198</c:v>
                </c:pt>
                <c:pt idx="11473">
                  <c:v>8.0263658686814772</c:v>
                </c:pt>
                <c:pt idx="11474">
                  <c:v>8.0249234180593767</c:v>
                </c:pt>
                <c:pt idx="11475">
                  <c:v>8.0231739005461336</c:v>
                </c:pt>
                <c:pt idx="11476">
                  <c:v>8.0221875744261482</c:v>
                </c:pt>
                <c:pt idx="11477">
                  <c:v>8.0254467211431848</c:v>
                </c:pt>
                <c:pt idx="11478">
                  <c:v>8.0274965712643205</c:v>
                </c:pt>
                <c:pt idx="11479">
                  <c:v>8.026113250934177</c:v>
                </c:pt>
                <c:pt idx="11480">
                  <c:v>8.0234939432513457</c:v>
                </c:pt>
                <c:pt idx="11481">
                  <c:v>8.0231881082412837</c:v>
                </c:pt>
                <c:pt idx="11482">
                  <c:v>8.0216799572947899</c:v>
                </c:pt>
                <c:pt idx="11483">
                  <c:v>8.0202721635938072</c:v>
                </c:pt>
                <c:pt idx="11484">
                  <c:v>8.0210398718843674</c:v>
                </c:pt>
                <c:pt idx="11485">
                  <c:v>8.0220083767913604</c:v>
                </c:pt>
                <c:pt idx="11486">
                  <c:v>8.023984149796739</c:v>
                </c:pt>
                <c:pt idx="11487">
                  <c:v>8.0239300291545188</c:v>
                </c:pt>
                <c:pt idx="11488">
                  <c:v>8.0235026485443264</c:v>
                </c:pt>
                <c:pt idx="11489">
                  <c:v>8.0218258120149475</c:v>
                </c:pt>
                <c:pt idx="11490">
                  <c:v>8.0195159528600168</c:v>
                </c:pt>
                <c:pt idx="11491">
                  <c:v>8.0168178047879106</c:v>
                </c:pt>
                <c:pt idx="11492">
                  <c:v>8.0166083850039005</c:v>
                </c:pt>
                <c:pt idx="11493">
                  <c:v>8.0183767092350013</c:v>
                </c:pt>
                <c:pt idx="11494">
                  <c:v>8.018329979879276</c:v>
                </c:pt>
                <c:pt idx="11495">
                  <c:v>8.0183027142446512</c:v>
                </c:pt>
                <c:pt idx="11496">
                  <c:v>8.0216245226460803</c:v>
                </c:pt>
                <c:pt idx="11497">
                  <c:v>8.024285714285714</c:v>
                </c:pt>
                <c:pt idx="11498">
                  <c:v>8.0245773416006241</c:v>
                </c:pt>
                <c:pt idx="11499">
                  <c:v>8.022125159117973</c:v>
                </c:pt>
                <c:pt idx="11500">
                  <c:v>8.0192554510737892</c:v>
                </c:pt>
                <c:pt idx="11501">
                  <c:v>8.0189021475793538</c:v>
                </c:pt>
                <c:pt idx="11502">
                  <c:v>8.018611505769309</c:v>
                </c:pt>
                <c:pt idx="11503">
                  <c:v>8.020332690017657</c:v>
                </c:pt>
                <c:pt idx="11504">
                  <c:v>8.0229646450129355</c:v>
                </c:pt>
                <c:pt idx="11505">
                  <c:v>8.0239705169794284</c:v>
                </c:pt>
                <c:pt idx="11506">
                  <c:v>8.0231303740812212</c:v>
                </c:pt>
                <c:pt idx="11507">
                  <c:v>8.0219052272820601</c:v>
                </c:pt>
                <c:pt idx="11508">
                  <c:v>8.0220584732887126</c:v>
                </c:pt>
                <c:pt idx="11509">
                  <c:v>8.0255272861659748</c:v>
                </c:pt>
                <c:pt idx="11510">
                  <c:v>8.0272206299018602</c:v>
                </c:pt>
                <c:pt idx="11511">
                  <c:v>8.0248596887447139</c:v>
                </c:pt>
                <c:pt idx="11512">
                  <c:v>8.0215840348211724</c:v>
                </c:pt>
                <c:pt idx="11513">
                  <c:v>8.0176953968710212</c:v>
                </c:pt>
                <c:pt idx="11514">
                  <c:v>8.0158557056625472</c:v>
                </c:pt>
                <c:pt idx="11515">
                  <c:v>8.0147835584938196</c:v>
                </c:pt>
                <c:pt idx="11516">
                  <c:v>8.0155302426805726</c:v>
                </c:pt>
                <c:pt idx="11517">
                  <c:v>8.017069847657373</c:v>
                </c:pt>
                <c:pt idx="11518">
                  <c:v>8.0205037572373019</c:v>
                </c:pt>
                <c:pt idx="11519">
                  <c:v>8.0227911140311257</c:v>
                </c:pt>
                <c:pt idx="11520">
                  <c:v>8.0226581529996306</c:v>
                </c:pt>
                <c:pt idx="11521">
                  <c:v>8.0248170656592617</c:v>
                </c:pt>
                <c:pt idx="11522">
                  <c:v>8.026106598776332</c:v>
                </c:pt>
                <c:pt idx="11523">
                  <c:v>8.0251523836898944</c:v>
                </c:pt>
                <c:pt idx="11524">
                  <c:v>8.0218355849382004</c:v>
                </c:pt>
                <c:pt idx="11525">
                  <c:v>8.020751365334867</c:v>
                </c:pt>
                <c:pt idx="11526">
                  <c:v>8.0243881246663662</c:v>
                </c:pt>
                <c:pt idx="11527">
                  <c:v>8.0251412967601521</c:v>
                </c:pt>
                <c:pt idx="11528">
                  <c:v>8.0247093171272539</c:v>
                </c:pt>
                <c:pt idx="11529">
                  <c:v>8.0245627232784464</c:v>
                </c:pt>
                <c:pt idx="11530">
                  <c:v>8.0241837145320911</c:v>
                </c:pt>
                <c:pt idx="11531">
                  <c:v>8.0229570073502234</c:v>
                </c:pt>
                <c:pt idx="11532">
                  <c:v>8.021841169465775</c:v>
                </c:pt>
                <c:pt idx="11533">
                  <c:v>8.0221745164866753</c:v>
                </c:pt>
                <c:pt idx="11534">
                  <c:v>8.0237705416170488</c:v>
                </c:pt>
                <c:pt idx="11535">
                  <c:v>8.0220882026855005</c:v>
                </c:pt>
                <c:pt idx="11536">
                  <c:v>8.0219733913686202</c:v>
                </c:pt>
                <c:pt idx="11537">
                  <c:v>8.0227652445283955</c:v>
                </c:pt>
                <c:pt idx="11538">
                  <c:v>8.0194857307107945</c:v>
                </c:pt>
                <c:pt idx="11539">
                  <c:v>8.0195574261897917</c:v>
                </c:pt>
                <c:pt idx="11540">
                  <c:v>8.0203237383484574</c:v>
                </c:pt>
                <c:pt idx="11541">
                  <c:v>8.0178745945058107</c:v>
                </c:pt>
                <c:pt idx="11542">
                  <c:v>8.0180398308216638</c:v>
                </c:pt>
                <c:pt idx="11543">
                  <c:v>8.0198722949944568</c:v>
                </c:pt>
                <c:pt idx="11544">
                  <c:v>8.0199721594875371</c:v>
                </c:pt>
                <c:pt idx="11545">
                  <c:v>8.0225306943703032</c:v>
                </c:pt>
                <c:pt idx="11546">
                  <c:v>8.0239964686075638</c:v>
                </c:pt>
                <c:pt idx="11547">
                  <c:v>8.0239067055393587</c:v>
                </c:pt>
                <c:pt idx="11548">
                  <c:v>8.0242296226337615</c:v>
                </c:pt>
                <c:pt idx="11549">
                  <c:v>8.0245662546708818</c:v>
                </c:pt>
                <c:pt idx="11550">
                  <c:v>8.0260649611957451</c:v>
                </c:pt>
                <c:pt idx="11551">
                  <c:v>8.0282624727959586</c:v>
                </c:pt>
                <c:pt idx="11552">
                  <c:v>8.0271475382909703</c:v>
                </c:pt>
                <c:pt idx="11553">
                  <c:v>8.0238948794809666</c:v>
                </c:pt>
                <c:pt idx="11554">
                  <c:v>8.0235777932903538</c:v>
                </c:pt>
                <c:pt idx="11555">
                  <c:v>8.0221462653471853</c:v>
                </c:pt>
                <c:pt idx="11556">
                  <c:v>8.0191181373958038</c:v>
                </c:pt>
                <c:pt idx="11557">
                  <c:v>8.0202744631051619</c:v>
                </c:pt>
                <c:pt idx="11558">
                  <c:v>8.0221468402250231</c:v>
                </c:pt>
                <c:pt idx="11559">
                  <c:v>8.0204702500718597</c:v>
                </c:pt>
                <c:pt idx="11560">
                  <c:v>8.0192110212294168</c:v>
                </c:pt>
                <c:pt idx="11561">
                  <c:v>8.0219499856280532</c:v>
                </c:pt>
                <c:pt idx="11562">
                  <c:v>8.0256589331909822</c:v>
                </c:pt>
                <c:pt idx="11563">
                  <c:v>8.026722046565105</c:v>
                </c:pt>
                <c:pt idx="11564">
                  <c:v>8.0271907362542603</c:v>
                </c:pt>
                <c:pt idx="11565">
                  <c:v>8.02634155956145</c:v>
                </c:pt>
                <c:pt idx="11566">
                  <c:v>8.0252992239149172</c:v>
                </c:pt>
                <c:pt idx="11567">
                  <c:v>8.0242572988954137</c:v>
                </c:pt>
                <c:pt idx="11568">
                  <c:v>8.0238163675933158</c:v>
                </c:pt>
                <c:pt idx="11569">
                  <c:v>8.0250356834886869</c:v>
                </c:pt>
                <c:pt idx="11570">
                  <c:v>8.0285564817476285</c:v>
                </c:pt>
                <c:pt idx="11571">
                  <c:v>8.0314537839280575</c:v>
                </c:pt>
                <c:pt idx="11572">
                  <c:v>8.0314340738307397</c:v>
                </c:pt>
                <c:pt idx="11573">
                  <c:v>8.0306622592699046</c:v>
                </c:pt>
                <c:pt idx="11574">
                  <c:v>8.0305850613887397</c:v>
                </c:pt>
                <c:pt idx="11575">
                  <c:v>8.0296383197142038</c:v>
                </c:pt>
                <c:pt idx="11576">
                  <c:v>8.0303514967355145</c:v>
                </c:pt>
                <c:pt idx="11577">
                  <c:v>8.0286473945715109</c:v>
                </c:pt>
                <c:pt idx="11578">
                  <c:v>8.0250017656962189</c:v>
                </c:pt>
                <c:pt idx="11579">
                  <c:v>8.0221520141255702</c:v>
                </c:pt>
                <c:pt idx="11580">
                  <c:v>8.0209895290107998</c:v>
                </c:pt>
                <c:pt idx="11581">
                  <c:v>8.0192681805116415</c:v>
                </c:pt>
                <c:pt idx="11582">
                  <c:v>8.0174630640988784</c:v>
                </c:pt>
                <c:pt idx="11583">
                  <c:v>8.0177706237424555</c:v>
                </c:pt>
                <c:pt idx="11584">
                  <c:v>8.0180343284194961</c:v>
                </c:pt>
                <c:pt idx="11585">
                  <c:v>8.0188871186301487</c:v>
                </c:pt>
                <c:pt idx="11586">
                  <c:v>8.0223106804089852</c:v>
                </c:pt>
                <c:pt idx="11587">
                  <c:v>8.0239803720280864</c:v>
                </c:pt>
                <c:pt idx="11588">
                  <c:v>8.0235343489508484</c:v>
                </c:pt>
                <c:pt idx="11589">
                  <c:v>8.0231556687061136</c:v>
                </c:pt>
                <c:pt idx="11590">
                  <c:v>8.0216744548926204</c:v>
                </c:pt>
                <c:pt idx="11591">
                  <c:v>8.0189871473740393</c:v>
                </c:pt>
                <c:pt idx="11592">
                  <c:v>8.0170309202151682</c:v>
                </c:pt>
                <c:pt idx="11593">
                  <c:v>8.0169300702172208</c:v>
                </c:pt>
                <c:pt idx="11594">
                  <c:v>8.0174414651172334</c:v>
                </c:pt>
                <c:pt idx="11595">
                  <c:v>8.019981275407547</c:v>
                </c:pt>
                <c:pt idx="11596">
                  <c:v>8.0212979099084301</c:v>
                </c:pt>
                <c:pt idx="11597">
                  <c:v>8.0201486469839445</c:v>
                </c:pt>
                <c:pt idx="11598">
                  <c:v>8.021281238451115</c:v>
                </c:pt>
                <c:pt idx="11599">
                  <c:v>8.023891922966369</c:v>
                </c:pt>
                <c:pt idx="11600">
                  <c:v>8.0246015685952443</c:v>
                </c:pt>
                <c:pt idx="11601">
                  <c:v>8.0234848273313357</c:v>
                </c:pt>
                <c:pt idx="11602">
                  <c:v>8.0241704102164011</c:v>
                </c:pt>
                <c:pt idx="11603">
                  <c:v>8.0248646983944489</c:v>
                </c:pt>
                <c:pt idx="11604">
                  <c:v>8.0229313842237104</c:v>
                </c:pt>
                <c:pt idx="11605">
                  <c:v>8.0224914384264778</c:v>
                </c:pt>
                <c:pt idx="11606">
                  <c:v>8.0261848642877673</c:v>
                </c:pt>
                <c:pt idx="11607">
                  <c:v>8.025948753746972</c:v>
                </c:pt>
                <c:pt idx="11608">
                  <c:v>8.0231264320617584</c:v>
                </c:pt>
                <c:pt idx="11609">
                  <c:v>8.0234363733420935</c:v>
                </c:pt>
                <c:pt idx="11610">
                  <c:v>8.0228963988009685</c:v>
                </c:pt>
                <c:pt idx="11611">
                  <c:v>8.0216471071325923</c:v>
                </c:pt>
                <c:pt idx="11612">
                  <c:v>8.0210326448486846</c:v>
                </c:pt>
                <c:pt idx="11613">
                  <c:v>8.0204014289820549</c:v>
                </c:pt>
                <c:pt idx="11614">
                  <c:v>8.0191740647969443</c:v>
                </c:pt>
                <c:pt idx="11615">
                  <c:v>8.0233751899150008</c:v>
                </c:pt>
                <c:pt idx="11616">
                  <c:v>8.0253568759495746</c:v>
                </c:pt>
                <c:pt idx="11617">
                  <c:v>8.0232251467991631</c:v>
                </c:pt>
                <c:pt idx="11618">
                  <c:v>8.0202873567938244</c:v>
                </c:pt>
                <c:pt idx="11619">
                  <c:v>8.017260953475958</c:v>
                </c:pt>
                <c:pt idx="11620">
                  <c:v>8.0149653841415844</c:v>
                </c:pt>
                <c:pt idx="11621">
                  <c:v>8.0124861824005258</c:v>
                </c:pt>
                <c:pt idx="11622">
                  <c:v>8.0136007062784866</c:v>
                </c:pt>
                <c:pt idx="11623">
                  <c:v>8.0146603703855792</c:v>
                </c:pt>
                <c:pt idx="11624">
                  <c:v>8.0150650843838545</c:v>
                </c:pt>
                <c:pt idx="11625">
                  <c:v>8.0166880466472303</c:v>
                </c:pt>
                <c:pt idx="11626">
                  <c:v>8.0182641974294739</c:v>
                </c:pt>
                <c:pt idx="11627">
                  <c:v>8.0184889746643115</c:v>
                </c:pt>
                <c:pt idx="11628">
                  <c:v>8.0196947398677789</c:v>
                </c:pt>
                <c:pt idx="11629">
                  <c:v>8.0218075801749276</c:v>
                </c:pt>
                <c:pt idx="11630">
                  <c:v>8.023448445776701</c:v>
                </c:pt>
                <c:pt idx="11631">
                  <c:v>8.026020202849752</c:v>
                </c:pt>
                <c:pt idx="11632">
                  <c:v>8.0307017615899472</c:v>
                </c:pt>
                <c:pt idx="11633">
                  <c:v>8.0328560752268707</c:v>
                </c:pt>
                <c:pt idx="11634">
                  <c:v>8.0311365334866345</c:v>
                </c:pt>
                <c:pt idx="11635">
                  <c:v>8.029531392436251</c:v>
                </c:pt>
                <c:pt idx="11636">
                  <c:v>8.0298781258982466</c:v>
                </c:pt>
                <c:pt idx="11637">
                  <c:v>8.0277721841251584</c:v>
                </c:pt>
                <c:pt idx="11638">
                  <c:v>8.0256597544450372</c:v>
                </c:pt>
                <c:pt idx="11639">
                  <c:v>8.0255469962632944</c:v>
                </c:pt>
                <c:pt idx="11640">
                  <c:v>8.0263859894058225</c:v>
                </c:pt>
                <c:pt idx="11641">
                  <c:v>8.0274045086847607</c:v>
                </c:pt>
                <c:pt idx="11642">
                  <c:v>8.0254086970804419</c:v>
                </c:pt>
                <c:pt idx="11643">
                  <c:v>8.0239454687307514</c:v>
                </c:pt>
                <c:pt idx="11644">
                  <c:v>8.0233981850285385</c:v>
                </c:pt>
                <c:pt idx="11645">
                  <c:v>8.0225107378967682</c:v>
                </c:pt>
                <c:pt idx="11646">
                  <c:v>8.0217028702829225</c:v>
                </c:pt>
                <c:pt idx="11647">
                  <c:v>8.0212265429310552</c:v>
                </c:pt>
                <c:pt idx="11648">
                  <c:v>8.0233506344187582</c:v>
                </c:pt>
                <c:pt idx="11649">
                  <c:v>8.0246435346774518</c:v>
                </c:pt>
                <c:pt idx="11650">
                  <c:v>8.0231270069395961</c:v>
                </c:pt>
                <c:pt idx="11651">
                  <c:v>8.0206073994990348</c:v>
                </c:pt>
                <c:pt idx="11652">
                  <c:v>8.0213305136944122</c:v>
                </c:pt>
                <c:pt idx="11653">
                  <c:v>8.022646737568266</c:v>
                </c:pt>
                <c:pt idx="11654">
                  <c:v>8.0223130620457432</c:v>
                </c:pt>
                <c:pt idx="11655">
                  <c:v>8.0209393503880424</c:v>
                </c:pt>
                <c:pt idx="11656">
                  <c:v>8.0189757319426764</c:v>
                </c:pt>
                <c:pt idx="11657">
                  <c:v>8.017044142405453</c:v>
                </c:pt>
                <c:pt idx="11658">
                  <c:v>8.0185499117151888</c:v>
                </c:pt>
                <c:pt idx="11659">
                  <c:v>8.0197779329035441</c:v>
                </c:pt>
                <c:pt idx="11660">
                  <c:v>8.0198180101014245</c:v>
                </c:pt>
                <c:pt idx="11661">
                  <c:v>8.0207733749435395</c:v>
                </c:pt>
                <c:pt idx="11662">
                  <c:v>8.0233595039625509</c:v>
                </c:pt>
                <c:pt idx="11663">
                  <c:v>8.0234815423151158</c:v>
                </c:pt>
                <c:pt idx="11664">
                  <c:v>8.0250927606455065</c:v>
                </c:pt>
                <c:pt idx="11665">
                  <c:v>8.0255262185357044</c:v>
                </c:pt>
                <c:pt idx="11666">
                  <c:v>8.0255941362460472</c:v>
                </c:pt>
                <c:pt idx="11667">
                  <c:v>8.0247842154970641</c:v>
                </c:pt>
                <c:pt idx="11668">
                  <c:v>8.0222424341970182</c:v>
                </c:pt>
                <c:pt idx="11669">
                  <c:v>8.0219066234139529</c:v>
                </c:pt>
                <c:pt idx="11670">
                  <c:v>8.0241541493861117</c:v>
                </c:pt>
                <c:pt idx="11671">
                  <c:v>8.0237143678396912</c:v>
                </c:pt>
                <c:pt idx="11672">
                  <c:v>8.0230723114195381</c:v>
                </c:pt>
                <c:pt idx="11673">
                  <c:v>8.0224967765778352</c:v>
                </c:pt>
                <c:pt idx="11674">
                  <c:v>8.0219591015480631</c:v>
                </c:pt>
                <c:pt idx="11675">
                  <c:v>8.0243727672155387</c:v>
                </c:pt>
                <c:pt idx="11676">
                  <c:v>8.0279742126226754</c:v>
                </c:pt>
                <c:pt idx="11677">
                  <c:v>8.0264403564242599</c:v>
                </c:pt>
                <c:pt idx="11678">
                  <c:v>8.0249105243707142</c:v>
                </c:pt>
                <c:pt idx="11679">
                  <c:v>8.0274638032275281</c:v>
                </c:pt>
                <c:pt idx="11680">
                  <c:v>8.0263963372069149</c:v>
                </c:pt>
                <c:pt idx="11681">
                  <c:v>8.0218466718679426</c:v>
                </c:pt>
                <c:pt idx="11682">
                  <c:v>8.0216163922309374</c:v>
                </c:pt>
                <c:pt idx="11683">
                  <c:v>8.0235864164579311</c:v>
                </c:pt>
                <c:pt idx="11684">
                  <c:v>8.0204445448199397</c:v>
                </c:pt>
                <c:pt idx="11685">
                  <c:v>8.0174074651993585</c:v>
                </c:pt>
                <c:pt idx="11686">
                  <c:v>8.0176381554633931</c:v>
                </c:pt>
                <c:pt idx="11687">
                  <c:v>8.0183810618814935</c:v>
                </c:pt>
                <c:pt idx="11688">
                  <c:v>8.0203875497885271</c:v>
                </c:pt>
                <c:pt idx="11689">
                  <c:v>8.0235832135671163</c:v>
                </c:pt>
                <c:pt idx="11690">
                  <c:v>8.0271353837309576</c:v>
                </c:pt>
                <c:pt idx="11691">
                  <c:v>8.0275720445119703</c:v>
                </c:pt>
                <c:pt idx="11692">
                  <c:v>8.0255685131195342</c:v>
                </c:pt>
                <c:pt idx="11693">
                  <c:v>8.0252794316921943</c:v>
                </c:pt>
                <c:pt idx="11694">
                  <c:v>8.0259444011004799</c:v>
                </c:pt>
                <c:pt idx="11695">
                  <c:v>8.0282118014207704</c:v>
                </c:pt>
                <c:pt idx="11696">
                  <c:v>8.0287125200180682</c:v>
                </c:pt>
                <c:pt idx="11697">
                  <c:v>8.0270440602800477</c:v>
                </c:pt>
                <c:pt idx="11698">
                  <c:v>8.028403235740976</c:v>
                </c:pt>
                <c:pt idx="11699">
                  <c:v>8.0308679834106673</c:v>
                </c:pt>
                <c:pt idx="11700">
                  <c:v>8.0293092432143887</c:v>
                </c:pt>
                <c:pt idx="11701">
                  <c:v>8.0270617172422281</c:v>
                </c:pt>
                <c:pt idx="11702">
                  <c:v>8.0280755553730554</c:v>
                </c:pt>
                <c:pt idx="11703">
                  <c:v>8.0272040405699503</c:v>
                </c:pt>
                <c:pt idx="11704">
                  <c:v>8.0257251262678118</c:v>
                </c:pt>
                <c:pt idx="11705">
                  <c:v>8.0239241982507288</c:v>
                </c:pt>
                <c:pt idx="11706">
                  <c:v>8.0215538947973553</c:v>
                </c:pt>
                <c:pt idx="11707">
                  <c:v>8.0214995277789178</c:v>
                </c:pt>
                <c:pt idx="11708">
                  <c:v>8.0224247525972157</c:v>
                </c:pt>
                <c:pt idx="11709">
                  <c:v>8.0255952038763194</c:v>
                </c:pt>
                <c:pt idx="11710">
                  <c:v>8.0289163552745038</c:v>
                </c:pt>
                <c:pt idx="11711">
                  <c:v>8.0281102944195784</c:v>
                </c:pt>
                <c:pt idx="11712">
                  <c:v>8.0261285262595976</c:v>
                </c:pt>
                <c:pt idx="11713">
                  <c:v>8.0260312897794925</c:v>
                </c:pt>
                <c:pt idx="11714">
                  <c:v>8.0269460025458876</c:v>
                </c:pt>
                <c:pt idx="11715">
                  <c:v>8.0273298566911677</c:v>
                </c:pt>
                <c:pt idx="11716">
                  <c:v>8.0260539563914097</c:v>
                </c:pt>
                <c:pt idx="11717">
                  <c:v>8.0246054284893038</c:v>
                </c:pt>
                <c:pt idx="11718">
                  <c:v>8.0239088407999013</c:v>
                </c:pt>
                <c:pt idx="11719">
                  <c:v>8.0263825401387923</c:v>
                </c:pt>
                <c:pt idx="11720">
                  <c:v>8.0277969859976182</c:v>
                </c:pt>
                <c:pt idx="11721">
                  <c:v>8.0275556194308706</c:v>
                </c:pt>
                <c:pt idx="11722">
                  <c:v>8.0298885558247441</c:v>
                </c:pt>
                <c:pt idx="11723">
                  <c:v>8.0316052231757897</c:v>
                </c:pt>
                <c:pt idx="11724">
                  <c:v>8.0320092801708203</c:v>
                </c:pt>
                <c:pt idx="11725">
                  <c:v>8.0314164989939645</c:v>
                </c:pt>
                <c:pt idx="11726">
                  <c:v>8.029072804171971</c:v>
                </c:pt>
                <c:pt idx="11727">
                  <c:v>8.0276838171888478</c:v>
                </c:pt>
                <c:pt idx="11728">
                  <c:v>8.0272699872705626</c:v>
                </c:pt>
                <c:pt idx="11729">
                  <c:v>8.0244928345583713</c:v>
                </c:pt>
                <c:pt idx="11730">
                  <c:v>8.021769638237588</c:v>
                </c:pt>
                <c:pt idx="11731">
                  <c:v>8.0227397035272858</c:v>
                </c:pt>
                <c:pt idx="11732">
                  <c:v>8.0245296267400317</c:v>
                </c:pt>
                <c:pt idx="11733">
                  <c:v>8.0233909579928557</c:v>
                </c:pt>
                <c:pt idx="11734">
                  <c:v>8.02101539851353</c:v>
                </c:pt>
                <c:pt idx="11735">
                  <c:v>8.0214910688621526</c:v>
                </c:pt>
                <c:pt idx="11736">
                  <c:v>8.0230698476573732</c:v>
                </c:pt>
                <c:pt idx="11737">
                  <c:v>8.025754362912167</c:v>
                </c:pt>
                <c:pt idx="11738">
                  <c:v>8.0285451484416708</c:v>
                </c:pt>
                <c:pt idx="11739">
                  <c:v>8.0276475177596183</c:v>
                </c:pt>
                <c:pt idx="11740">
                  <c:v>8.0252540549418967</c:v>
                </c:pt>
                <c:pt idx="11741">
                  <c:v>8.0229285919599231</c:v>
                </c:pt>
                <c:pt idx="11742">
                  <c:v>8.0199866135589044</c:v>
                </c:pt>
                <c:pt idx="11743">
                  <c:v>8.0189813164702493</c:v>
                </c:pt>
                <c:pt idx="11744">
                  <c:v>8.0202295405083568</c:v>
                </c:pt>
                <c:pt idx="11745">
                  <c:v>8.0222183714532083</c:v>
                </c:pt>
                <c:pt idx="11746">
                  <c:v>8.0234131318523385</c:v>
                </c:pt>
                <c:pt idx="11747">
                  <c:v>8.0232085574672531</c:v>
                </c:pt>
                <c:pt idx="11748">
                  <c:v>8.0217263581488929</c:v>
                </c:pt>
                <c:pt idx="11749">
                  <c:v>8.0209828768529547</c:v>
                </c:pt>
                <c:pt idx="11750">
                  <c:v>8.0205808729930599</c:v>
                </c:pt>
                <c:pt idx="11751">
                  <c:v>8.0226769597174883</c:v>
                </c:pt>
                <c:pt idx="11752">
                  <c:v>8.0228264279554882</c:v>
                </c:pt>
                <c:pt idx="11753">
                  <c:v>8.0227113702623907</c:v>
                </c:pt>
                <c:pt idx="11754">
                  <c:v>8.0242257627397038</c:v>
                </c:pt>
                <c:pt idx="11755">
                  <c:v>8.0243766271095964</c:v>
                </c:pt>
                <c:pt idx="11756">
                  <c:v>8.0233797068123032</c:v>
                </c:pt>
                <c:pt idx="11757">
                  <c:v>8.0212519196813528</c:v>
                </c:pt>
                <c:pt idx="11758">
                  <c:v>8.0223634049193127</c:v>
                </c:pt>
                <c:pt idx="11759">
                  <c:v>8.0221462653471853</c:v>
                </c:pt>
                <c:pt idx="11760">
                  <c:v>8.0201925019504792</c:v>
                </c:pt>
                <c:pt idx="11761">
                  <c:v>8.0209784420810575</c:v>
                </c:pt>
                <c:pt idx="11762">
                  <c:v>8.0213235330349448</c:v>
                </c:pt>
                <c:pt idx="11763">
                  <c:v>8.023595450252536</c:v>
                </c:pt>
                <c:pt idx="11764">
                  <c:v>8.0250199975362371</c:v>
                </c:pt>
                <c:pt idx="11765">
                  <c:v>8.0225416991746403</c:v>
                </c:pt>
                <c:pt idx="11766">
                  <c:v>8.0195257257832715</c:v>
                </c:pt>
                <c:pt idx="11767">
                  <c:v>8.0196631215866621</c:v>
                </c:pt>
                <c:pt idx="11768">
                  <c:v>8.0226101096374158</c:v>
                </c:pt>
                <c:pt idx="11769">
                  <c:v>8.0242163183180715</c:v>
                </c:pt>
                <c:pt idx="11770">
                  <c:v>8.0236481747628634</c:v>
                </c:pt>
                <c:pt idx="11771">
                  <c:v>8.022057898410873</c:v>
                </c:pt>
                <c:pt idx="11772">
                  <c:v>8.0219982753664851</c:v>
                </c:pt>
                <c:pt idx="11773">
                  <c:v>8.0236094115714689</c:v>
                </c:pt>
                <c:pt idx="11774">
                  <c:v>8.0238125898246615</c:v>
                </c:pt>
                <c:pt idx="11775">
                  <c:v>8.0230429926497759</c:v>
                </c:pt>
                <c:pt idx="11776">
                  <c:v>8.0221923376996678</c:v>
                </c:pt>
                <c:pt idx="11777">
                  <c:v>8.021831068040898</c:v>
                </c:pt>
                <c:pt idx="11778">
                  <c:v>8.0230126883751485</c:v>
                </c:pt>
                <c:pt idx="11779">
                  <c:v>8.0244911099248544</c:v>
                </c:pt>
                <c:pt idx="11780">
                  <c:v>8.0253574508274141</c:v>
                </c:pt>
                <c:pt idx="11781">
                  <c:v>8.0257646285878543</c:v>
                </c:pt>
                <c:pt idx="11782">
                  <c:v>8.0259217344885645</c:v>
                </c:pt>
                <c:pt idx="11783">
                  <c:v>8.0219460436085903</c:v>
                </c:pt>
                <c:pt idx="11784">
                  <c:v>8.0190805239600866</c:v>
                </c:pt>
                <c:pt idx="11785">
                  <c:v>8.0203174968176398</c:v>
                </c:pt>
                <c:pt idx="11786">
                  <c:v>8.0236164743563414</c:v>
                </c:pt>
                <c:pt idx="11787">
                  <c:v>8.0244074241366565</c:v>
                </c:pt>
                <c:pt idx="11788">
                  <c:v>8.0260052560259521</c:v>
                </c:pt>
                <c:pt idx="11789">
                  <c:v>8.0244210569539689</c:v>
                </c:pt>
                <c:pt idx="11790">
                  <c:v>8.0212864123516603</c:v>
                </c:pt>
                <c:pt idx="11791">
                  <c:v>8.0198198989857516</c:v>
                </c:pt>
                <c:pt idx="11792">
                  <c:v>8.0193893976101513</c:v>
                </c:pt>
                <c:pt idx="11793">
                  <c:v>8.0192546298197342</c:v>
                </c:pt>
                <c:pt idx="11794">
                  <c:v>8.0202830862727392</c:v>
                </c:pt>
                <c:pt idx="11795">
                  <c:v>8.0191977169137267</c:v>
                </c:pt>
                <c:pt idx="11796">
                  <c:v>8.0208254424506222</c:v>
                </c:pt>
                <c:pt idx="11797">
                  <c:v>8.0223203712068329</c:v>
                </c:pt>
                <c:pt idx="11798">
                  <c:v>8.0230150700119083</c:v>
                </c:pt>
                <c:pt idx="11799">
                  <c:v>8.023705005543464</c:v>
                </c:pt>
                <c:pt idx="11800">
                  <c:v>8.0245691290600742</c:v>
                </c:pt>
                <c:pt idx="11801">
                  <c:v>8.0254427791237219</c:v>
                </c:pt>
                <c:pt idx="11802">
                  <c:v>8.025181948835872</c:v>
                </c:pt>
                <c:pt idx="11803">
                  <c:v>8.0258414979673969</c:v>
                </c:pt>
                <c:pt idx="11804">
                  <c:v>8.028096661602266</c:v>
                </c:pt>
                <c:pt idx="11805">
                  <c:v>8.0288781669609488</c:v>
                </c:pt>
                <c:pt idx="11806">
                  <c:v>8.0290168767708288</c:v>
                </c:pt>
                <c:pt idx="11807">
                  <c:v>8.0308014618322172</c:v>
                </c:pt>
                <c:pt idx="11808">
                  <c:v>8.0284021681107056</c:v>
                </c:pt>
                <c:pt idx="11809">
                  <c:v>8.0263036997495174</c:v>
                </c:pt>
                <c:pt idx="11810">
                  <c:v>8.0270780601979226</c:v>
                </c:pt>
                <c:pt idx="11811">
                  <c:v>8.0284861824005258</c:v>
                </c:pt>
                <c:pt idx="11812">
                  <c:v>8.0274278322999226</c:v>
                </c:pt>
                <c:pt idx="11813">
                  <c:v>8.0258265511435969</c:v>
                </c:pt>
                <c:pt idx="11814">
                  <c:v>8.0237296431651135</c:v>
                </c:pt>
                <c:pt idx="11815">
                  <c:v>8.0208219110581851</c:v>
                </c:pt>
                <c:pt idx="11816">
                  <c:v>8.0221998932369729</c:v>
                </c:pt>
                <c:pt idx="11817">
                  <c:v>8.0234374409723657</c:v>
                </c:pt>
                <c:pt idx="11818">
                  <c:v>8.0230539153287062</c:v>
                </c:pt>
                <c:pt idx="11819">
                  <c:v>8.0228959060485359</c:v>
                </c:pt>
                <c:pt idx="11820">
                  <c:v>8.0205413706730173</c:v>
                </c:pt>
                <c:pt idx="11821">
                  <c:v>8.0191200262801292</c:v>
                </c:pt>
                <c:pt idx="11822">
                  <c:v>8.0190087463556843</c:v>
                </c:pt>
                <c:pt idx="11823">
                  <c:v>8.0198363240668495</c:v>
                </c:pt>
                <c:pt idx="11824">
                  <c:v>8.0206395926579894</c:v>
                </c:pt>
                <c:pt idx="11825">
                  <c:v>8.0200492752432968</c:v>
                </c:pt>
                <c:pt idx="11826">
                  <c:v>8.020867654909047</c:v>
                </c:pt>
                <c:pt idx="11827">
                  <c:v>8.0219354494312824</c:v>
                </c:pt>
                <c:pt idx="11828">
                  <c:v>8.0222536853775708</c:v>
                </c:pt>
                <c:pt idx="11829">
                  <c:v>8.0212396829959349</c:v>
                </c:pt>
                <c:pt idx="11830">
                  <c:v>8.0202922021927492</c:v>
                </c:pt>
                <c:pt idx="11831">
                  <c:v>8.0212349197224153</c:v>
                </c:pt>
                <c:pt idx="11832">
                  <c:v>8.0227244282018635</c:v>
                </c:pt>
                <c:pt idx="11833">
                  <c:v>8.0224370714080404</c:v>
                </c:pt>
                <c:pt idx="11834">
                  <c:v>8.0231330020941982</c:v>
                </c:pt>
                <c:pt idx="11835">
                  <c:v>8.0263687430706696</c:v>
                </c:pt>
                <c:pt idx="11836">
                  <c:v>8.0296786432883014</c:v>
                </c:pt>
                <c:pt idx="11837">
                  <c:v>8.0311963207818344</c:v>
                </c:pt>
                <c:pt idx="11838">
                  <c:v>8.0289469880507536</c:v>
                </c:pt>
                <c:pt idx="11839">
                  <c:v>8.0267038147250851</c:v>
                </c:pt>
                <c:pt idx="11840">
                  <c:v>8.0261856855418223</c:v>
                </c:pt>
                <c:pt idx="11841">
                  <c:v>8.0254811316880872</c:v>
                </c:pt>
                <c:pt idx="11842">
                  <c:v>8.023929290025869</c:v>
                </c:pt>
                <c:pt idx="11843">
                  <c:v>8.0204346897712799</c:v>
                </c:pt>
                <c:pt idx="11844">
                  <c:v>8.0177766188970558</c:v>
                </c:pt>
                <c:pt idx="11845">
                  <c:v>8.0157419619759374</c:v>
                </c:pt>
                <c:pt idx="11846">
                  <c:v>8.0164542356177879</c:v>
                </c:pt>
                <c:pt idx="11847">
                  <c:v>8.0190781423233268</c:v>
                </c:pt>
                <c:pt idx="11848">
                  <c:v>8.0187466020613485</c:v>
                </c:pt>
                <c:pt idx="11849">
                  <c:v>8.0174267646696507</c:v>
                </c:pt>
                <c:pt idx="11850">
                  <c:v>8.0183942019463714</c:v>
                </c:pt>
                <c:pt idx="11851">
                  <c:v>8.0207533363445975</c:v>
                </c:pt>
                <c:pt idx="11852">
                  <c:v>8.0231350552293357</c:v>
                </c:pt>
                <c:pt idx="11853">
                  <c:v>8.0252598037202816</c:v>
                </c:pt>
                <c:pt idx="11854">
                  <c:v>8.0273234509095381</c:v>
                </c:pt>
                <c:pt idx="11855">
                  <c:v>8.0267917710343699</c:v>
                </c:pt>
                <c:pt idx="11856">
                  <c:v>8.0249660411448289</c:v>
                </c:pt>
                <c:pt idx="11857">
                  <c:v>8.0264486510902149</c:v>
                </c:pt>
                <c:pt idx="11858">
                  <c:v>8.0276555660493578</c:v>
                </c:pt>
                <c:pt idx="11859">
                  <c:v>8.0245347185151719</c:v>
                </c:pt>
                <c:pt idx="11860">
                  <c:v>8.022031289779493</c:v>
                </c:pt>
                <c:pt idx="11861">
                  <c:v>8.0232119246088782</c:v>
                </c:pt>
                <c:pt idx="11862">
                  <c:v>8.023886256313391</c:v>
                </c:pt>
                <c:pt idx="11863">
                  <c:v>8.0239650967026641</c:v>
                </c:pt>
                <c:pt idx="11864">
                  <c:v>8.0234386728534464</c:v>
                </c:pt>
                <c:pt idx="11865">
                  <c:v>8.0241501252412437</c:v>
                </c:pt>
                <c:pt idx="11866">
                  <c:v>8.0250065289697368</c:v>
                </c:pt>
                <c:pt idx="11867">
                  <c:v>8.0236855418223634</c:v>
                </c:pt>
                <c:pt idx="11868">
                  <c:v>8.0225211678232657</c:v>
                </c:pt>
                <c:pt idx="11869">
                  <c:v>8.0213731367798626</c:v>
                </c:pt>
                <c:pt idx="11870">
                  <c:v>8.0209942922843176</c:v>
                </c:pt>
                <c:pt idx="11871">
                  <c:v>8.0245280663573268</c:v>
                </c:pt>
                <c:pt idx="11872">
                  <c:v>8.0242770911181367</c:v>
                </c:pt>
                <c:pt idx="11873">
                  <c:v>8.0251084465979545</c:v>
                </c:pt>
                <c:pt idx="11874">
                  <c:v>8.0284946413172911</c:v>
                </c:pt>
                <c:pt idx="11875">
                  <c:v>8.0281013427503805</c:v>
                </c:pt>
                <c:pt idx="11876">
                  <c:v>8.0253502237917296</c:v>
                </c:pt>
                <c:pt idx="11877">
                  <c:v>8.0227575247402783</c:v>
                </c:pt>
                <c:pt idx="11878">
                  <c:v>8.0220748162444053</c:v>
                </c:pt>
                <c:pt idx="11879">
                  <c:v>8.0237725126267812</c:v>
                </c:pt>
                <c:pt idx="11880">
                  <c:v>8.0279223093664029</c:v>
                </c:pt>
                <c:pt idx="11881">
                  <c:v>8.0289760604442986</c:v>
                </c:pt>
                <c:pt idx="11882">
                  <c:v>8.0257790005338148</c:v>
                </c:pt>
                <c:pt idx="11883">
                  <c:v>8.0232690838911012</c:v>
                </c:pt>
                <c:pt idx="11884">
                  <c:v>8.0220423767092353</c:v>
                </c:pt>
                <c:pt idx="11885">
                  <c:v>8.0207479981932419</c:v>
                </c:pt>
                <c:pt idx="11886">
                  <c:v>8.0217570730505479</c:v>
                </c:pt>
                <c:pt idx="11887">
                  <c:v>8.0241557918942217</c:v>
                </c:pt>
                <c:pt idx="11888">
                  <c:v>8.024029975773006</c:v>
                </c:pt>
                <c:pt idx="11889">
                  <c:v>8.0251697121504542</c:v>
                </c:pt>
                <c:pt idx="11890">
                  <c:v>8.0247598242516318</c:v>
                </c:pt>
                <c:pt idx="11891">
                  <c:v>8.0239903913275565</c:v>
                </c:pt>
                <c:pt idx="11892">
                  <c:v>8.0239271547653264</c:v>
                </c:pt>
                <c:pt idx="11893">
                  <c:v>8.0198123434484465</c:v>
                </c:pt>
                <c:pt idx="11894">
                  <c:v>8.0174019627971909</c:v>
                </c:pt>
                <c:pt idx="11895">
                  <c:v>8.0192533979386518</c:v>
                </c:pt>
                <c:pt idx="11896">
                  <c:v>8.0225046606167609</c:v>
                </c:pt>
                <c:pt idx="11897">
                  <c:v>8.0242600911591992</c:v>
                </c:pt>
                <c:pt idx="11898">
                  <c:v>8.0253891512339344</c:v>
                </c:pt>
                <c:pt idx="11899">
                  <c:v>8.02667383895208</c:v>
                </c:pt>
                <c:pt idx="11900">
                  <c:v>8.0272664558781255</c:v>
                </c:pt>
                <c:pt idx="11901">
                  <c:v>8.0263784338685173</c:v>
                </c:pt>
                <c:pt idx="11902">
                  <c:v>8.0253804459409519</c:v>
                </c:pt>
                <c:pt idx="11903">
                  <c:v>8.0254372767215543</c:v>
                </c:pt>
                <c:pt idx="11904">
                  <c:v>8.0232358231018761</c:v>
                </c:pt>
                <c:pt idx="11905">
                  <c:v>8.0225253562189458</c:v>
                </c:pt>
                <c:pt idx="11906">
                  <c:v>8.0234243830328911</c:v>
                </c:pt>
                <c:pt idx="11907">
                  <c:v>8.0197541986613565</c:v>
                </c:pt>
                <c:pt idx="11908">
                  <c:v>8.0188506549501088</c:v>
                </c:pt>
                <c:pt idx="11909">
                  <c:v>8.020439863671827</c:v>
                </c:pt>
                <c:pt idx="11910">
                  <c:v>8.0236812713012764</c:v>
                </c:pt>
                <c:pt idx="11911">
                  <c:v>8.0277115755759052</c:v>
                </c:pt>
                <c:pt idx="11912">
                  <c:v>8.0285917135465859</c:v>
                </c:pt>
                <c:pt idx="11913">
                  <c:v>8.0306551964850321</c:v>
                </c:pt>
                <c:pt idx="11914">
                  <c:v>8.0319398020777726</c:v>
                </c:pt>
                <c:pt idx="11915">
                  <c:v>8.0288272492095434</c:v>
                </c:pt>
                <c:pt idx="11916">
                  <c:v>8.0266110130168773</c:v>
                </c:pt>
                <c:pt idx="11917">
                  <c:v>8.0282869461667961</c:v>
                </c:pt>
                <c:pt idx="11918">
                  <c:v>8.0306124091487696</c:v>
                </c:pt>
                <c:pt idx="11919">
                  <c:v>8.0281330431569007</c:v>
                </c:pt>
                <c:pt idx="11920">
                  <c:v>8.0269318769761426</c:v>
                </c:pt>
                <c:pt idx="11921">
                  <c:v>8.0281216277255361</c:v>
                </c:pt>
                <c:pt idx="11922">
                  <c:v>8.0256597544450372</c:v>
                </c:pt>
                <c:pt idx="11923">
                  <c:v>8.0240695602184537</c:v>
                </c:pt>
                <c:pt idx="11924">
                  <c:v>8.023548967273026</c:v>
                </c:pt>
                <c:pt idx="11925">
                  <c:v>8.0247803556030064</c:v>
                </c:pt>
                <c:pt idx="11926">
                  <c:v>8.026667186794235</c:v>
                </c:pt>
                <c:pt idx="11927">
                  <c:v>8.0248046647230318</c:v>
                </c:pt>
                <c:pt idx="11928">
                  <c:v>8.0223809797560879</c:v>
                </c:pt>
                <c:pt idx="11929">
                  <c:v>8.023262349607851</c:v>
                </c:pt>
                <c:pt idx="11930">
                  <c:v>8.0227479981932408</c:v>
                </c:pt>
                <c:pt idx="11931">
                  <c:v>8.022614462283908</c:v>
                </c:pt>
                <c:pt idx="11932">
                  <c:v>8.0234148564858536</c:v>
                </c:pt>
                <c:pt idx="11933">
                  <c:v>8.0251740647969445</c:v>
                </c:pt>
                <c:pt idx="11934">
                  <c:v>8.0265155011702873</c:v>
                </c:pt>
                <c:pt idx="11935">
                  <c:v>8.0249554469675193</c:v>
                </c:pt>
                <c:pt idx="11936">
                  <c:v>8.021623537141215</c:v>
                </c:pt>
                <c:pt idx="11937">
                  <c:v>8.0199136040734196</c:v>
                </c:pt>
                <c:pt idx="11938">
                  <c:v>8.0199067876647643</c:v>
                </c:pt>
                <c:pt idx="11939">
                  <c:v>8.0180544491438432</c:v>
                </c:pt>
                <c:pt idx="11940">
                  <c:v>8.0141586662834143</c:v>
                </c:pt>
                <c:pt idx="11941">
                  <c:v>8.013012852625959</c:v>
                </c:pt>
                <c:pt idx="11942">
                  <c:v>8.0130249250605683</c:v>
                </c:pt>
                <c:pt idx="11943">
                  <c:v>8.0133923541247487</c:v>
                </c:pt>
                <c:pt idx="11944">
                  <c:v>8.0144051246253021</c:v>
                </c:pt>
                <c:pt idx="11945">
                  <c:v>8.0170043115837881</c:v>
                </c:pt>
                <c:pt idx="11946">
                  <c:v>8.0171297170779781</c:v>
                </c:pt>
                <c:pt idx="11947">
                  <c:v>8.0176928509834511</c:v>
                </c:pt>
                <c:pt idx="11948">
                  <c:v>8.0175496242762705</c:v>
                </c:pt>
                <c:pt idx="11949">
                  <c:v>8.0178630148236358</c:v>
                </c:pt>
                <c:pt idx="11950">
                  <c:v>8.0195933971173989</c:v>
                </c:pt>
                <c:pt idx="11951">
                  <c:v>8.0209836981070097</c:v>
                </c:pt>
                <c:pt idx="11952">
                  <c:v>8.0229795918367355</c:v>
                </c:pt>
                <c:pt idx="11953">
                  <c:v>8.025089722005502</c:v>
                </c:pt>
                <c:pt idx="11954">
                  <c:v>8.0253036586868145</c:v>
                </c:pt>
                <c:pt idx="11955">
                  <c:v>8.0229248963166757</c:v>
                </c:pt>
                <c:pt idx="11956">
                  <c:v>8.0212815669527373</c:v>
                </c:pt>
                <c:pt idx="11957">
                  <c:v>8.0214489385291348</c:v>
                </c:pt>
                <c:pt idx="11958">
                  <c:v>8.0227701720527254</c:v>
                </c:pt>
                <c:pt idx="11959">
                  <c:v>8.0239773333880837</c:v>
                </c:pt>
                <c:pt idx="11960">
                  <c:v>8.0218649858333677</c:v>
                </c:pt>
                <c:pt idx="11961">
                  <c:v>8.0196675563585593</c:v>
                </c:pt>
                <c:pt idx="11962">
                  <c:v>8.0192065864575213</c:v>
                </c:pt>
                <c:pt idx="11963">
                  <c:v>8.0196558124255741</c:v>
                </c:pt>
                <c:pt idx="11964">
                  <c:v>8.0222568061429804</c:v>
                </c:pt>
                <c:pt idx="11965">
                  <c:v>8.0246954379337243</c:v>
                </c:pt>
                <c:pt idx="11966">
                  <c:v>8.0260982219849719</c:v>
                </c:pt>
                <c:pt idx="11967">
                  <c:v>8.028057652034656</c:v>
                </c:pt>
                <c:pt idx="11968">
                  <c:v>8.027912372192338</c:v>
                </c:pt>
                <c:pt idx="11969">
                  <c:v>8.0286960949369686</c:v>
                </c:pt>
                <c:pt idx="11970">
                  <c:v>8.0303806512544664</c:v>
                </c:pt>
                <c:pt idx="11971">
                  <c:v>8.0292033835667063</c:v>
                </c:pt>
                <c:pt idx="11972">
                  <c:v>8.0268019545846503</c:v>
                </c:pt>
                <c:pt idx="11973">
                  <c:v>8.0248691331663444</c:v>
                </c:pt>
                <c:pt idx="11974">
                  <c:v>8.0202705210856973</c:v>
                </c:pt>
                <c:pt idx="11975">
                  <c:v>8.0151406397569094</c:v>
                </c:pt>
                <c:pt idx="11976">
                  <c:v>8.013150084178541</c:v>
                </c:pt>
                <c:pt idx="11977">
                  <c:v>8.0136258366525688</c:v>
                </c:pt>
                <c:pt idx="11978">
                  <c:v>8.0155031412967599</c:v>
                </c:pt>
                <c:pt idx="11979">
                  <c:v>8.0180789225146807</c:v>
                </c:pt>
                <c:pt idx="11980">
                  <c:v>8.0191830985915491</c:v>
                </c:pt>
                <c:pt idx="11981">
                  <c:v>8.0202632119246093</c:v>
                </c:pt>
                <c:pt idx="11982">
                  <c:v>8.0230838089763061</c:v>
                </c:pt>
                <c:pt idx="11983">
                  <c:v>8.0273751899150003</c:v>
                </c:pt>
                <c:pt idx="11984">
                  <c:v>8.0274991171518906</c:v>
                </c:pt>
                <c:pt idx="11985">
                  <c:v>8.0272941321397777</c:v>
                </c:pt>
                <c:pt idx="11986">
                  <c:v>8.0265844043854973</c:v>
                </c:pt>
                <c:pt idx="11987">
                  <c:v>8.0241372315525812</c:v>
                </c:pt>
                <c:pt idx="11988">
                  <c:v>8.0202865355397694</c:v>
                </c:pt>
                <c:pt idx="11989">
                  <c:v>8.0191201905309413</c:v>
                </c:pt>
                <c:pt idx="11990">
                  <c:v>8.0225256847205682</c:v>
                </c:pt>
                <c:pt idx="11991">
                  <c:v>8.0248138627684469</c:v>
                </c:pt>
                <c:pt idx="11992">
                  <c:v>8.0249639880096915</c:v>
                </c:pt>
                <c:pt idx="11993">
                  <c:v>8.0241522605017863</c:v>
                </c:pt>
                <c:pt idx="11994">
                  <c:v>8.022883505112306</c:v>
                </c:pt>
                <c:pt idx="11995">
                  <c:v>8.0221020818790301</c:v>
                </c:pt>
                <c:pt idx="11996">
                  <c:v>8.02114334989529</c:v>
                </c:pt>
                <c:pt idx="11997">
                  <c:v>8.0210291134562475</c:v>
                </c:pt>
                <c:pt idx="11998">
                  <c:v>8.0215621073379051</c:v>
                </c:pt>
                <c:pt idx="11999">
                  <c:v>8.0217188847369929</c:v>
                </c:pt>
                <c:pt idx="12000">
                  <c:v>8.0221066809017376</c:v>
                </c:pt>
                <c:pt idx="12001">
                  <c:v>8.0230441424054533</c:v>
                </c:pt>
                <c:pt idx="12002">
                  <c:v>8.024916108898287</c:v>
                </c:pt>
                <c:pt idx="12003">
                  <c:v>8.0272056830780603</c:v>
                </c:pt>
                <c:pt idx="12004">
                  <c:v>8.0282840717776036</c:v>
                </c:pt>
                <c:pt idx="12005">
                  <c:v>8.0300184782162365</c:v>
                </c:pt>
                <c:pt idx="12006">
                  <c:v>8.0308511477025419</c:v>
                </c:pt>
                <c:pt idx="12007">
                  <c:v>8.0267731285673225</c:v>
                </c:pt>
                <c:pt idx="12008">
                  <c:v>8.0246010758428117</c:v>
                </c:pt>
                <c:pt idx="12009">
                  <c:v>8.0234478708988632</c:v>
                </c:pt>
                <c:pt idx="12010">
                  <c:v>8.0234947645053989</c:v>
                </c:pt>
                <c:pt idx="12011">
                  <c:v>8.0237683242311011</c:v>
                </c:pt>
                <c:pt idx="12012">
                  <c:v>8.0232918326284235</c:v>
                </c:pt>
                <c:pt idx="12013">
                  <c:v>8.0228315197306284</c:v>
                </c:pt>
                <c:pt idx="12014">
                  <c:v>8.0220321931589531</c:v>
                </c:pt>
                <c:pt idx="12015">
                  <c:v>8.0230385578778787</c:v>
                </c:pt>
                <c:pt idx="12016">
                  <c:v>8.0238488071284859</c:v>
                </c:pt>
                <c:pt idx="12017">
                  <c:v>8.0255768899108944</c:v>
                </c:pt>
                <c:pt idx="12018">
                  <c:v>8.0239105654334164</c:v>
                </c:pt>
                <c:pt idx="12019">
                  <c:v>8.0193802816901414</c:v>
                </c:pt>
                <c:pt idx="12020">
                  <c:v>8.0197181456083442</c:v>
                </c:pt>
                <c:pt idx="12021">
                  <c:v>8.0232977456576187</c:v>
                </c:pt>
                <c:pt idx="12022">
                  <c:v>8.0262138545559072</c:v>
                </c:pt>
                <c:pt idx="12023">
                  <c:v>8.0283636512955283</c:v>
                </c:pt>
                <c:pt idx="12024">
                  <c:v>8.0275220301400232</c:v>
                </c:pt>
                <c:pt idx="12025">
                  <c:v>8.0253758469182443</c:v>
                </c:pt>
                <c:pt idx="12026">
                  <c:v>8.0245754527162969</c:v>
                </c:pt>
                <c:pt idx="12027">
                  <c:v>8.0239554059048164</c:v>
                </c:pt>
                <c:pt idx="12028">
                  <c:v>8.0229482199318358</c:v>
                </c:pt>
                <c:pt idx="12029">
                  <c:v>8.0248080318646569</c:v>
                </c:pt>
                <c:pt idx="12030">
                  <c:v>8.0257748942635398</c:v>
                </c:pt>
                <c:pt idx="12031">
                  <c:v>8.0255711411325095</c:v>
                </c:pt>
                <c:pt idx="12032">
                  <c:v>8.0262912166878824</c:v>
                </c:pt>
                <c:pt idx="12033">
                  <c:v>8.0255194842524542</c:v>
                </c:pt>
                <c:pt idx="12034">
                  <c:v>8.0242258448651089</c:v>
                </c:pt>
                <c:pt idx="12035">
                  <c:v>8.023971830985916</c:v>
                </c:pt>
                <c:pt idx="12036">
                  <c:v>8.0230252535621887</c:v>
                </c:pt>
                <c:pt idx="12037">
                  <c:v>8.0225214141994829</c:v>
                </c:pt>
                <c:pt idx="12038">
                  <c:v>8.0215473247649154</c:v>
                </c:pt>
                <c:pt idx="12039">
                  <c:v>8.0198039666570846</c:v>
                </c:pt>
                <c:pt idx="12040">
                  <c:v>8.0188302878495463</c:v>
                </c:pt>
                <c:pt idx="12041">
                  <c:v>8.0182332361516035</c:v>
                </c:pt>
                <c:pt idx="12042">
                  <c:v>8.0223290764998154</c:v>
                </c:pt>
                <c:pt idx="12043">
                  <c:v>8.0249727754280791</c:v>
                </c:pt>
                <c:pt idx="12044">
                  <c:v>8.025079045702789</c:v>
                </c:pt>
                <c:pt idx="12045">
                  <c:v>8.0245848971379292</c:v>
                </c:pt>
                <c:pt idx="12046">
                  <c:v>8.0254985422740521</c:v>
                </c:pt>
                <c:pt idx="12047">
                  <c:v>8.0256897302180423</c:v>
                </c:pt>
                <c:pt idx="12048">
                  <c:v>8.0254696341313192</c:v>
                </c:pt>
                <c:pt idx="12049">
                  <c:v>8.0254513201658941</c:v>
                </c:pt>
                <c:pt idx="12050">
                  <c:v>8.0224305013756005</c:v>
                </c:pt>
                <c:pt idx="12051">
                  <c:v>8.0208072106106023</c:v>
                </c:pt>
                <c:pt idx="12052">
                  <c:v>8.0217537059089228</c:v>
                </c:pt>
                <c:pt idx="12053">
                  <c:v>8.0220724346076455</c:v>
                </c:pt>
                <c:pt idx="12054">
                  <c:v>8.0215672812384504</c:v>
                </c:pt>
                <c:pt idx="12055">
                  <c:v>8.0219321644150625</c:v>
                </c:pt>
                <c:pt idx="12056">
                  <c:v>8.0214541945550852</c:v>
                </c:pt>
                <c:pt idx="12057">
                  <c:v>8.0214757935367302</c:v>
                </c:pt>
                <c:pt idx="12058">
                  <c:v>8.0210316593438176</c:v>
                </c:pt>
                <c:pt idx="12059">
                  <c:v>8.0207926744138298</c:v>
                </c:pt>
                <c:pt idx="12060">
                  <c:v>8.0206925635445323</c:v>
                </c:pt>
                <c:pt idx="12061">
                  <c:v>8.0198016671457317</c:v>
                </c:pt>
                <c:pt idx="12062">
                  <c:v>8.0189053504701686</c:v>
                </c:pt>
                <c:pt idx="12063">
                  <c:v>8.0231646203753133</c:v>
                </c:pt>
                <c:pt idx="12064">
                  <c:v>8.0263923951874521</c:v>
                </c:pt>
                <c:pt idx="12065">
                  <c:v>8.0269318769761426</c:v>
                </c:pt>
                <c:pt idx="12066">
                  <c:v>8.028525356218946</c:v>
                </c:pt>
                <c:pt idx="12067">
                  <c:v>8.0283071490165483</c:v>
                </c:pt>
                <c:pt idx="12068">
                  <c:v>8.0267757565802977</c:v>
                </c:pt>
                <c:pt idx="12069">
                  <c:v>8.0263645546749895</c:v>
                </c:pt>
                <c:pt idx="12070">
                  <c:v>8.0269462489221048</c:v>
                </c:pt>
                <c:pt idx="12071">
                  <c:v>8.0270083357286577</c:v>
                </c:pt>
                <c:pt idx="12072">
                  <c:v>8.0241144006898537</c:v>
                </c:pt>
                <c:pt idx="12073">
                  <c:v>8.0230393791319337</c:v>
                </c:pt>
                <c:pt idx="12074">
                  <c:v>8.0235342668254432</c:v>
                </c:pt>
                <c:pt idx="12075">
                  <c:v>8.0232359052272813</c:v>
                </c:pt>
                <c:pt idx="12076">
                  <c:v>8.0213251755430548</c:v>
                </c:pt>
                <c:pt idx="12077">
                  <c:v>8.0208313554798174</c:v>
                </c:pt>
                <c:pt idx="12078">
                  <c:v>8.0203530571182196</c:v>
                </c:pt>
                <c:pt idx="12079">
                  <c:v>8.02048371863836</c:v>
                </c:pt>
                <c:pt idx="12080">
                  <c:v>8.0227640947727181</c:v>
                </c:pt>
                <c:pt idx="12081">
                  <c:v>8.0241904488153413</c:v>
                </c:pt>
                <c:pt idx="12082">
                  <c:v>8.0221426518293431</c:v>
                </c:pt>
                <c:pt idx="12083">
                  <c:v>8.0190186014043441</c:v>
                </c:pt>
                <c:pt idx="12084">
                  <c:v>8.0183832792674412</c:v>
                </c:pt>
                <c:pt idx="12085">
                  <c:v>8.0197204451196971</c:v>
                </c:pt>
                <c:pt idx="12086">
                  <c:v>8.0200575699092518</c:v>
                </c:pt>
                <c:pt idx="12087">
                  <c:v>8.0199705991048322</c:v>
                </c:pt>
                <c:pt idx="12088">
                  <c:v>8.0213520305506503</c:v>
                </c:pt>
                <c:pt idx="12089">
                  <c:v>8.0230245144335406</c:v>
                </c:pt>
                <c:pt idx="12090">
                  <c:v>8.0233197552662912</c:v>
                </c:pt>
                <c:pt idx="12091">
                  <c:v>8.0219012031371904</c:v>
                </c:pt>
                <c:pt idx="12092">
                  <c:v>8.0207189257996969</c:v>
                </c:pt>
                <c:pt idx="12093">
                  <c:v>8.0220376134357156</c:v>
                </c:pt>
                <c:pt idx="12094">
                  <c:v>8.0225547571141131</c:v>
                </c:pt>
                <c:pt idx="12095">
                  <c:v>8.0211656880055848</c:v>
                </c:pt>
                <c:pt idx="12096">
                  <c:v>8.021896029236645</c:v>
                </c:pt>
                <c:pt idx="12097">
                  <c:v>8.0204134192912573</c:v>
                </c:pt>
                <c:pt idx="12098">
                  <c:v>8.0202801297581399</c:v>
                </c:pt>
                <c:pt idx="12099">
                  <c:v>8.0205711821952121</c:v>
                </c:pt>
                <c:pt idx="12100">
                  <c:v>8.0202154970640169</c:v>
                </c:pt>
                <c:pt idx="12101">
                  <c:v>8.0211424465158299</c:v>
                </c:pt>
                <c:pt idx="12102">
                  <c:v>8.0232099535991459</c:v>
                </c:pt>
                <c:pt idx="12103">
                  <c:v>8.0237792469100313</c:v>
                </c:pt>
                <c:pt idx="12104">
                  <c:v>8.0232820597051706</c:v>
                </c:pt>
                <c:pt idx="12105">
                  <c:v>8.0234735761507814</c:v>
                </c:pt>
                <c:pt idx="12106">
                  <c:v>8.025619759372562</c:v>
                </c:pt>
                <c:pt idx="12107">
                  <c:v>8.029768816983534</c:v>
                </c:pt>
                <c:pt idx="12108">
                  <c:v>8.0312587360900096</c:v>
                </c:pt>
                <c:pt idx="12109">
                  <c:v>8.0320390916930151</c:v>
                </c:pt>
                <c:pt idx="12110">
                  <c:v>8.0320118260583904</c:v>
                </c:pt>
                <c:pt idx="12111">
                  <c:v>8.0276210733790503</c:v>
                </c:pt>
                <c:pt idx="12112">
                  <c:v>8.0258148072106099</c:v>
                </c:pt>
                <c:pt idx="12113">
                  <c:v>8.0262150864369897</c:v>
                </c:pt>
                <c:pt idx="12114">
                  <c:v>8.0232586539646036</c:v>
                </c:pt>
                <c:pt idx="12115">
                  <c:v>8.0222489221040529</c:v>
                </c:pt>
                <c:pt idx="12116">
                  <c:v>8.024143637334209</c:v>
                </c:pt>
                <c:pt idx="12117">
                  <c:v>8.0262470332197271</c:v>
                </c:pt>
                <c:pt idx="12118">
                  <c:v>8.0249423069026395</c:v>
                </c:pt>
                <c:pt idx="12119">
                  <c:v>8.0230701761589955</c:v>
                </c:pt>
                <c:pt idx="12120">
                  <c:v>8.0243464870857792</c:v>
                </c:pt>
                <c:pt idx="12121">
                  <c:v>8.0276566336796282</c:v>
                </c:pt>
                <c:pt idx="12122">
                  <c:v>8.0299722416129438</c:v>
                </c:pt>
                <c:pt idx="12123">
                  <c:v>8.0283689073214806</c:v>
                </c:pt>
                <c:pt idx="12124">
                  <c:v>8.0278637539522855</c:v>
                </c:pt>
                <c:pt idx="12125">
                  <c:v>8.0294450786350762</c:v>
                </c:pt>
                <c:pt idx="12126">
                  <c:v>8.0286372931466357</c:v>
                </c:pt>
                <c:pt idx="12127">
                  <c:v>8.0256627109596348</c:v>
                </c:pt>
                <c:pt idx="12128">
                  <c:v>8.0242251057364591</c:v>
                </c:pt>
                <c:pt idx="12129">
                  <c:v>8.0245470373259966</c:v>
                </c:pt>
                <c:pt idx="12130">
                  <c:v>8.0267728821911053</c:v>
                </c:pt>
                <c:pt idx="12131">
                  <c:v>8.0278058555414109</c:v>
                </c:pt>
                <c:pt idx="12132">
                  <c:v>8.0294792428037614</c:v>
                </c:pt>
                <c:pt idx="12133">
                  <c:v>8.0319466184864297</c:v>
                </c:pt>
                <c:pt idx="12134">
                  <c:v>8.0337994497597833</c:v>
                </c:pt>
                <c:pt idx="12135">
                  <c:v>8.033913768324231</c:v>
                </c:pt>
                <c:pt idx="12136">
                  <c:v>8.0327397856526925</c:v>
                </c:pt>
                <c:pt idx="12137">
                  <c:v>8.0312355767256598</c:v>
                </c:pt>
                <c:pt idx="12138">
                  <c:v>8.0278556235371408</c:v>
                </c:pt>
                <c:pt idx="12139">
                  <c:v>8.0243076417689814</c:v>
                </c:pt>
                <c:pt idx="12140">
                  <c:v>8.0214063154436825</c:v>
                </c:pt>
                <c:pt idx="12141">
                  <c:v>8.0239329856691164</c:v>
                </c:pt>
                <c:pt idx="12142">
                  <c:v>8.0248534472138964</c:v>
                </c:pt>
                <c:pt idx="12143">
                  <c:v>8.0251138668747171</c:v>
                </c:pt>
                <c:pt idx="12144">
                  <c:v>8.0252056009526544</c:v>
                </c:pt>
                <c:pt idx="12145">
                  <c:v>8.0253633638566093</c:v>
                </c:pt>
                <c:pt idx="12146">
                  <c:v>8.0277585513078478</c:v>
                </c:pt>
                <c:pt idx="12147">
                  <c:v>8.028721389561861</c:v>
                </c:pt>
                <c:pt idx="12148">
                  <c:v>8.0277123147045533</c:v>
                </c:pt>
                <c:pt idx="12149">
                  <c:v>8.025477682421057</c:v>
                </c:pt>
                <c:pt idx="12150">
                  <c:v>8.0237979715024839</c:v>
                </c:pt>
                <c:pt idx="12151">
                  <c:v>8.0239146717036913</c:v>
                </c:pt>
                <c:pt idx="12152">
                  <c:v>8.0269178335318028</c:v>
                </c:pt>
                <c:pt idx="12153">
                  <c:v>8.0278890485771779</c:v>
                </c:pt>
                <c:pt idx="12154">
                  <c:v>8.0272018231840025</c:v>
                </c:pt>
                <c:pt idx="12155">
                  <c:v>8.0287780560916513</c:v>
                </c:pt>
                <c:pt idx="12156">
                  <c:v>8.0279154929577459</c:v>
                </c:pt>
                <c:pt idx="12157">
                  <c:v>8.0270923500184779</c:v>
                </c:pt>
                <c:pt idx="12158">
                  <c:v>8.0291927072639915</c:v>
                </c:pt>
                <c:pt idx="12159">
                  <c:v>8.0300653718227739</c:v>
                </c:pt>
                <c:pt idx="12160">
                  <c:v>8.0288301235987358</c:v>
                </c:pt>
                <c:pt idx="12161">
                  <c:v>8.0296917012277742</c:v>
                </c:pt>
                <c:pt idx="12162">
                  <c:v>8.030627684474192</c:v>
                </c:pt>
                <c:pt idx="12163">
                  <c:v>8.030424998973432</c:v>
                </c:pt>
                <c:pt idx="12164">
                  <c:v>8.0296925224818292</c:v>
                </c:pt>
                <c:pt idx="12165">
                  <c:v>8.02678848601815</c:v>
                </c:pt>
                <c:pt idx="12166">
                  <c:v>8.0250686157762896</c:v>
                </c:pt>
                <c:pt idx="12167">
                  <c:v>8.0240120724346085</c:v>
                </c:pt>
                <c:pt idx="12168">
                  <c:v>8.0258047879111398</c:v>
                </c:pt>
                <c:pt idx="12169">
                  <c:v>8.0272984847862681</c:v>
                </c:pt>
                <c:pt idx="12170">
                  <c:v>8.0254414651172343</c:v>
                </c:pt>
                <c:pt idx="12171">
                  <c:v>8.0230161376421805</c:v>
                </c:pt>
                <c:pt idx="12172">
                  <c:v>8.019575986531434</c:v>
                </c:pt>
                <c:pt idx="12173">
                  <c:v>8.0167127663942832</c:v>
                </c:pt>
                <c:pt idx="12174">
                  <c:v>8.0175603005789835</c:v>
                </c:pt>
                <c:pt idx="12175">
                  <c:v>8.0213607358436327</c:v>
                </c:pt>
                <c:pt idx="12176">
                  <c:v>8.0245738923335939</c:v>
                </c:pt>
                <c:pt idx="12177">
                  <c:v>8.0259574590399545</c:v>
                </c:pt>
                <c:pt idx="12178">
                  <c:v>8.0233168808770987</c:v>
                </c:pt>
                <c:pt idx="12179">
                  <c:v>8.0200480433622143</c:v>
                </c:pt>
                <c:pt idx="12180">
                  <c:v>8.022022995113538</c:v>
                </c:pt>
                <c:pt idx="12181">
                  <c:v>8.0247447953024267</c:v>
                </c:pt>
                <c:pt idx="12182">
                  <c:v>8.0285620662752031</c:v>
                </c:pt>
                <c:pt idx="12183">
                  <c:v>8.0305711821952119</c:v>
                </c:pt>
                <c:pt idx="12184">
                  <c:v>8.0271685623947775</c:v>
                </c:pt>
                <c:pt idx="12185">
                  <c:v>8.0232708906500232</c:v>
                </c:pt>
                <c:pt idx="12186">
                  <c:v>8.0219651788280704</c:v>
                </c:pt>
                <c:pt idx="12187">
                  <c:v>8.0240997002422692</c:v>
                </c:pt>
                <c:pt idx="12188">
                  <c:v>8.0284937379378309</c:v>
                </c:pt>
                <c:pt idx="12189">
                  <c:v>8.0296074405617386</c:v>
                </c:pt>
                <c:pt idx="12190">
                  <c:v>8.0268636307641774</c:v>
                </c:pt>
                <c:pt idx="12191">
                  <c:v>8.0233364267236063</c:v>
                </c:pt>
                <c:pt idx="12192">
                  <c:v>8.0202219028456447</c:v>
                </c:pt>
                <c:pt idx="12193">
                  <c:v>8.0212098714737401</c:v>
                </c:pt>
                <c:pt idx="12194">
                  <c:v>8.0236399622223136</c:v>
                </c:pt>
                <c:pt idx="12195">
                  <c:v>8.0234757114113258</c:v>
                </c:pt>
                <c:pt idx="12196">
                  <c:v>8.0212431322629651</c:v>
                </c:pt>
                <c:pt idx="12197">
                  <c:v>8.0211429392682625</c:v>
                </c:pt>
                <c:pt idx="12198">
                  <c:v>8.0210534225762746</c:v>
                </c:pt>
                <c:pt idx="12199">
                  <c:v>8.0203579846425495</c:v>
                </c:pt>
                <c:pt idx="12200">
                  <c:v>8.0200198743481295</c:v>
                </c:pt>
                <c:pt idx="12201">
                  <c:v>8.0196733872623494</c:v>
                </c:pt>
                <c:pt idx="12202">
                  <c:v>8.0216870200796624</c:v>
                </c:pt>
                <c:pt idx="12203">
                  <c:v>8.0227553073543305</c:v>
                </c:pt>
                <c:pt idx="12204">
                  <c:v>8.023132755717981</c:v>
                </c:pt>
                <c:pt idx="12205">
                  <c:v>8.0243440233236143</c:v>
                </c:pt>
                <c:pt idx="12206">
                  <c:v>8.0234794891799783</c:v>
                </c:pt>
                <c:pt idx="12207">
                  <c:v>8.0220459902270775</c:v>
                </c:pt>
                <c:pt idx="12208">
                  <c:v>8.0224384675399332</c:v>
                </c:pt>
                <c:pt idx="12209">
                  <c:v>8.0260018067589201</c:v>
                </c:pt>
                <c:pt idx="12210">
                  <c:v>8.0267798628505727</c:v>
                </c:pt>
                <c:pt idx="12211">
                  <c:v>8.0244395351702043</c:v>
                </c:pt>
                <c:pt idx="12212">
                  <c:v>8.0221304972693304</c:v>
                </c:pt>
                <c:pt idx="12213">
                  <c:v>8.0227479981932408</c:v>
                </c:pt>
                <c:pt idx="12214">
                  <c:v>8.0237261117726764</c:v>
                </c:pt>
                <c:pt idx="12215">
                  <c:v>8.0258389520798268</c:v>
                </c:pt>
                <c:pt idx="12216">
                  <c:v>8.0283020572414081</c:v>
                </c:pt>
                <c:pt idx="12217">
                  <c:v>8.0281902845645305</c:v>
                </c:pt>
                <c:pt idx="12218">
                  <c:v>8.0285238779616481</c:v>
                </c:pt>
                <c:pt idx="12219">
                  <c:v>8.0286351578860913</c:v>
                </c:pt>
                <c:pt idx="12220">
                  <c:v>8.0268822732312248</c:v>
                </c:pt>
                <c:pt idx="12221">
                  <c:v>8.0282059705169786</c:v>
                </c:pt>
                <c:pt idx="12222">
                  <c:v>8.0308355438754973</c:v>
                </c:pt>
                <c:pt idx="12223">
                  <c:v>8.029396788896646</c:v>
                </c:pt>
                <c:pt idx="12224">
                  <c:v>8.0275873198373908</c:v>
                </c:pt>
                <c:pt idx="12225">
                  <c:v>8.0279849710507953</c:v>
                </c:pt>
                <c:pt idx="12226">
                  <c:v>8.0290673838952085</c:v>
                </c:pt>
                <c:pt idx="12227">
                  <c:v>8.0281594054120635</c:v>
                </c:pt>
                <c:pt idx="12228">
                  <c:v>8.0271042582022751</c:v>
                </c:pt>
                <c:pt idx="12229">
                  <c:v>8.0247015152137315</c:v>
                </c:pt>
                <c:pt idx="12230">
                  <c:v>8.0246034574795715</c:v>
                </c:pt>
                <c:pt idx="12231">
                  <c:v>8.024819857923049</c:v>
                </c:pt>
                <c:pt idx="12232">
                  <c:v>8.0232175912618562</c:v>
                </c:pt>
                <c:pt idx="12233">
                  <c:v>8.0247589208721717</c:v>
                </c:pt>
                <c:pt idx="12234">
                  <c:v>8.0234414651172337</c:v>
                </c:pt>
                <c:pt idx="12235">
                  <c:v>8.0215876483390129</c:v>
                </c:pt>
                <c:pt idx="12236">
                  <c:v>8.0233319919517108</c:v>
                </c:pt>
                <c:pt idx="12237">
                  <c:v>8.026000246376217</c:v>
                </c:pt>
                <c:pt idx="12238">
                  <c:v>8.0236106434525514</c:v>
                </c:pt>
                <c:pt idx="12239">
                  <c:v>8.0181821541493861</c:v>
                </c:pt>
                <c:pt idx="12240">
                  <c:v>8.016507452880548</c:v>
                </c:pt>
                <c:pt idx="12241">
                  <c:v>8.0202589414035224</c:v>
                </c:pt>
                <c:pt idx="12242">
                  <c:v>8.0251098427298491</c:v>
                </c:pt>
                <c:pt idx="12243">
                  <c:v>8.0259577875415768</c:v>
                </c:pt>
                <c:pt idx="12244">
                  <c:v>8.026106598776332</c:v>
                </c:pt>
                <c:pt idx="12245">
                  <c:v>8.0247888145197717</c:v>
                </c:pt>
                <c:pt idx="12246">
                  <c:v>8.0260173284605596</c:v>
                </c:pt>
                <c:pt idx="12247">
                  <c:v>8.0273719048987804</c:v>
                </c:pt>
                <c:pt idx="12248">
                  <c:v>8.0303900135506918</c:v>
                </c:pt>
                <c:pt idx="12249">
                  <c:v>8.0291795671991135</c:v>
                </c:pt>
                <c:pt idx="12250">
                  <c:v>8.025606455056872</c:v>
                </c:pt>
                <c:pt idx="12251">
                  <c:v>8.0239072804171965</c:v>
                </c:pt>
                <c:pt idx="12252">
                  <c:v>8.0249347513653344</c:v>
                </c:pt>
                <c:pt idx="12253">
                  <c:v>8.0253338808360368</c:v>
                </c:pt>
                <c:pt idx="12254">
                  <c:v>8.0216588510655775</c:v>
                </c:pt>
                <c:pt idx="12255">
                  <c:v>8.0185507329692438</c:v>
                </c:pt>
                <c:pt idx="12256">
                  <c:v>8.0189349977415514</c:v>
                </c:pt>
                <c:pt idx="12257">
                  <c:v>8.0215047838048701</c:v>
                </c:pt>
                <c:pt idx="12258">
                  <c:v>8.0244634336632039</c:v>
                </c:pt>
                <c:pt idx="12259">
                  <c:v>8.0273054654457354</c:v>
                </c:pt>
                <c:pt idx="12260">
                  <c:v>8.0272150453742857</c:v>
                </c:pt>
                <c:pt idx="12261">
                  <c:v>8.0246677616720739</c:v>
                </c:pt>
                <c:pt idx="12262">
                  <c:v>8.0241612121709842</c:v>
                </c:pt>
                <c:pt idx="12263">
                  <c:v>8.0233440643863183</c:v>
                </c:pt>
                <c:pt idx="12264">
                  <c:v>8.0219627971913106</c:v>
                </c:pt>
                <c:pt idx="12265">
                  <c:v>8.021022214922187</c:v>
                </c:pt>
                <c:pt idx="12266">
                  <c:v>8.02142167289451</c:v>
                </c:pt>
                <c:pt idx="12267">
                  <c:v>8.0231037654498412</c:v>
                </c:pt>
                <c:pt idx="12268">
                  <c:v>8.023827126021434</c:v>
                </c:pt>
                <c:pt idx="12269">
                  <c:v>8.0232792674413833</c:v>
                </c:pt>
                <c:pt idx="12270">
                  <c:v>8.023789019833286</c:v>
                </c:pt>
                <c:pt idx="12271">
                  <c:v>8.0237108364472558</c:v>
                </c:pt>
                <c:pt idx="12272">
                  <c:v>8.0214623249702299</c:v>
                </c:pt>
                <c:pt idx="12273">
                  <c:v>8.0207782203424625</c:v>
                </c:pt>
                <c:pt idx="12274">
                  <c:v>8.0241439658358313</c:v>
                </c:pt>
                <c:pt idx="12275">
                  <c:v>8.02627922637868</c:v>
                </c:pt>
                <c:pt idx="12276">
                  <c:v>8.0256159816039094</c:v>
                </c:pt>
                <c:pt idx="12277">
                  <c:v>8.0264607235248224</c:v>
                </c:pt>
                <c:pt idx="12278">
                  <c:v>8.0260240627438098</c:v>
                </c:pt>
                <c:pt idx="12279">
                  <c:v>8.0261618691742296</c:v>
                </c:pt>
                <c:pt idx="12280">
                  <c:v>8.0245884285303664</c:v>
                </c:pt>
                <c:pt idx="12281">
                  <c:v>8.0211179731449924</c:v>
                </c:pt>
                <c:pt idx="12282">
                  <c:v>8.0207568677370347</c:v>
                </c:pt>
                <c:pt idx="12283">
                  <c:v>8.0225847328871183</c:v>
                </c:pt>
                <c:pt idx="12284">
                  <c:v>8.0233333880836035</c:v>
                </c:pt>
                <c:pt idx="12285">
                  <c:v>8.0242445694575615</c:v>
                </c:pt>
                <c:pt idx="12286">
                  <c:v>8.0242462119656714</c:v>
                </c:pt>
                <c:pt idx="12287">
                  <c:v>8.0235182523713711</c:v>
                </c:pt>
                <c:pt idx="12288">
                  <c:v>8.0244325545107387</c:v>
                </c:pt>
                <c:pt idx="12289">
                  <c:v>8.0268215825565647</c:v>
                </c:pt>
                <c:pt idx="12290">
                  <c:v>8.0274824456945755</c:v>
                </c:pt>
                <c:pt idx="12291">
                  <c:v>8.0276413583542077</c:v>
                </c:pt>
                <c:pt idx="12292">
                  <c:v>8.0283641440479609</c:v>
                </c:pt>
                <c:pt idx="12293">
                  <c:v>8.0283464049603737</c:v>
                </c:pt>
                <c:pt idx="12294">
                  <c:v>8.0265095881410922</c:v>
                </c:pt>
                <c:pt idx="12295">
                  <c:v>8.0271637991212579</c:v>
                </c:pt>
                <c:pt idx="12296">
                  <c:v>8.0285193610643457</c:v>
                </c:pt>
                <c:pt idx="12297">
                  <c:v>8.0289787705826789</c:v>
                </c:pt>
                <c:pt idx="12298">
                  <c:v>8.0288971379296186</c:v>
                </c:pt>
                <c:pt idx="12299">
                  <c:v>8.0262632940500147</c:v>
                </c:pt>
                <c:pt idx="12300">
                  <c:v>8.0234753829097034</c:v>
                </c:pt>
                <c:pt idx="12301">
                  <c:v>8.0225945879357781</c:v>
                </c:pt>
                <c:pt idx="12302">
                  <c:v>8.0226275202233808</c:v>
                </c:pt>
                <c:pt idx="12303">
                  <c:v>8.022589414035231</c:v>
                </c:pt>
                <c:pt idx="12304">
                  <c:v>8.0241841251591186</c:v>
                </c:pt>
                <c:pt idx="12305">
                  <c:v>8.0244700858210489</c:v>
                </c:pt>
                <c:pt idx="12306">
                  <c:v>8.0237401552170162</c:v>
                </c:pt>
                <c:pt idx="12307">
                  <c:v>8.0246969983164291</c:v>
                </c:pt>
                <c:pt idx="12308">
                  <c:v>8.0241377243050138</c:v>
                </c:pt>
                <c:pt idx="12309">
                  <c:v>8.0226504332115134</c:v>
                </c:pt>
                <c:pt idx="12310">
                  <c:v>8.0242091734077938</c:v>
                </c:pt>
                <c:pt idx="12311">
                  <c:v>8.0276138463433657</c:v>
                </c:pt>
                <c:pt idx="12312">
                  <c:v>8.0287318194883586</c:v>
                </c:pt>
                <c:pt idx="12313">
                  <c:v>8.0295770541617042</c:v>
                </c:pt>
                <c:pt idx="12314">
                  <c:v>8.0299278938939764</c:v>
                </c:pt>
                <c:pt idx="12315">
                  <c:v>8.0293291996879237</c:v>
                </c:pt>
                <c:pt idx="12316">
                  <c:v>8.0279162320863957</c:v>
                </c:pt>
                <c:pt idx="12317">
                  <c:v>8.0248362830041469</c:v>
                </c:pt>
                <c:pt idx="12318">
                  <c:v>8.0218920872171804</c:v>
                </c:pt>
                <c:pt idx="12319">
                  <c:v>8.0222358641645801</c:v>
                </c:pt>
                <c:pt idx="12320">
                  <c:v>8.0238437974787509</c:v>
                </c:pt>
                <c:pt idx="12321">
                  <c:v>8.0238244980084588</c:v>
                </c:pt>
                <c:pt idx="12322">
                  <c:v>8.0228905678971785</c:v>
                </c:pt>
                <c:pt idx="12323">
                  <c:v>8.0219076910442251</c:v>
                </c:pt>
                <c:pt idx="12324">
                  <c:v>8.0225501580914056</c:v>
                </c:pt>
                <c:pt idx="12325">
                  <c:v>8.0223593807744429</c:v>
                </c:pt>
                <c:pt idx="12326">
                  <c:v>8.0251973062866995</c:v>
                </c:pt>
                <c:pt idx="12327">
                  <c:v>8.02607489836981</c:v>
                </c:pt>
                <c:pt idx="12328">
                  <c:v>8.0244331293885764</c:v>
                </c:pt>
                <c:pt idx="12329">
                  <c:v>8.0251440890239394</c:v>
                </c:pt>
                <c:pt idx="12330">
                  <c:v>8.0265965589455099</c:v>
                </c:pt>
                <c:pt idx="12331">
                  <c:v>8.0268945099166427</c:v>
                </c:pt>
                <c:pt idx="12332">
                  <c:v>8.0262540138791927</c:v>
                </c:pt>
                <c:pt idx="12333">
                  <c:v>8.0244277912372191</c:v>
                </c:pt>
                <c:pt idx="12334">
                  <c:v>8.0231297170779783</c:v>
                </c:pt>
                <c:pt idx="12335">
                  <c:v>8.0236549911715187</c:v>
                </c:pt>
                <c:pt idx="12336">
                  <c:v>8.0242876852954463</c:v>
                </c:pt>
                <c:pt idx="12337">
                  <c:v>8.0222623085451481</c:v>
                </c:pt>
                <c:pt idx="12338">
                  <c:v>8.0221283620087878</c:v>
                </c:pt>
                <c:pt idx="12339">
                  <c:v>8.0221231881082407</c:v>
                </c:pt>
                <c:pt idx="12340">
                  <c:v>8.0222939268262632</c:v>
                </c:pt>
                <c:pt idx="12341">
                  <c:v>8.0231570648380082</c:v>
                </c:pt>
                <c:pt idx="12342">
                  <c:v>8.0254169096209917</c:v>
                </c:pt>
                <c:pt idx="12343">
                  <c:v>8.0246928920461542</c:v>
                </c:pt>
                <c:pt idx="12344">
                  <c:v>8.0242080236521165</c:v>
                </c:pt>
                <c:pt idx="12345">
                  <c:v>8.024321438837104</c:v>
                </c:pt>
                <c:pt idx="12346">
                  <c:v>8.0230067753459533</c:v>
                </c:pt>
                <c:pt idx="12347">
                  <c:v>8.0210123598735272</c:v>
                </c:pt>
                <c:pt idx="12348">
                  <c:v>8.0217040200385981</c:v>
                </c:pt>
                <c:pt idx="12349">
                  <c:v>8.0222796370057079</c:v>
                </c:pt>
                <c:pt idx="12350">
                  <c:v>8.0221065987763307</c:v>
                </c:pt>
                <c:pt idx="12351">
                  <c:v>8.0217090296883349</c:v>
                </c:pt>
                <c:pt idx="12352">
                  <c:v>8.0232567650802782</c:v>
                </c:pt>
                <c:pt idx="12353">
                  <c:v>8.023369523262021</c:v>
                </c:pt>
                <c:pt idx="12354">
                  <c:v>8.0233733831560787</c:v>
                </c:pt>
                <c:pt idx="12355">
                  <c:v>8.025663778589907</c:v>
                </c:pt>
                <c:pt idx="12356">
                  <c:v>8.0290400361351786</c:v>
                </c:pt>
                <c:pt idx="12357">
                  <c:v>8.0284392066685832</c:v>
                </c:pt>
                <c:pt idx="12358">
                  <c:v>8.0260588839157396</c:v>
                </c:pt>
                <c:pt idx="12359">
                  <c:v>8.0243374532911762</c:v>
                </c:pt>
                <c:pt idx="12360">
                  <c:v>8.0223539604976803</c:v>
                </c:pt>
                <c:pt idx="12361">
                  <c:v>8.0203312117603573</c:v>
                </c:pt>
                <c:pt idx="12362">
                  <c:v>8.0218904447090704</c:v>
                </c:pt>
                <c:pt idx="12363">
                  <c:v>8.0232046154477885</c:v>
                </c:pt>
                <c:pt idx="12364">
                  <c:v>8.020779616474357</c:v>
                </c:pt>
                <c:pt idx="12365">
                  <c:v>8.0197800681640867</c:v>
                </c:pt>
                <c:pt idx="12366">
                  <c:v>8.0210332197265224</c:v>
                </c:pt>
                <c:pt idx="12367">
                  <c:v>8.0204364144047968</c:v>
                </c:pt>
                <c:pt idx="12368">
                  <c:v>8.0221497967396207</c:v>
                </c:pt>
                <c:pt idx="12369">
                  <c:v>8.0243394243009067</c:v>
                </c:pt>
                <c:pt idx="12370">
                  <c:v>8.0243643904241786</c:v>
                </c:pt>
                <c:pt idx="12371">
                  <c:v>8.0251195335276968</c:v>
                </c:pt>
                <c:pt idx="12372">
                  <c:v>8.0249506836940014</c:v>
                </c:pt>
                <c:pt idx="12373">
                  <c:v>8.0232779534348957</c:v>
                </c:pt>
                <c:pt idx="12374">
                  <c:v>8.0214087792058475</c:v>
                </c:pt>
                <c:pt idx="12375">
                  <c:v>8.022708249496981</c:v>
                </c:pt>
                <c:pt idx="12376">
                  <c:v>8.0229542972118431</c:v>
                </c:pt>
                <c:pt idx="12377">
                  <c:v>8.0230943210282106</c:v>
                </c:pt>
                <c:pt idx="12378">
                  <c:v>8.027058514351415</c:v>
                </c:pt>
                <c:pt idx="12379">
                  <c:v>8.0283142939268259</c:v>
                </c:pt>
                <c:pt idx="12380">
                  <c:v>8.0276042376709231</c:v>
                </c:pt>
                <c:pt idx="12381">
                  <c:v>8.0257519812754072</c:v>
                </c:pt>
                <c:pt idx="12382">
                  <c:v>8.024486757278364</c:v>
                </c:pt>
                <c:pt idx="12383">
                  <c:v>8.0257497638894595</c:v>
                </c:pt>
                <c:pt idx="12384">
                  <c:v>8.0243399170533412</c:v>
                </c:pt>
                <c:pt idx="12385">
                  <c:v>8.0202940910770746</c:v>
                </c:pt>
                <c:pt idx="12386">
                  <c:v>8.0211232291709447</c:v>
                </c:pt>
                <c:pt idx="12387">
                  <c:v>8.0253261610479196</c:v>
                </c:pt>
                <c:pt idx="12388">
                  <c:v>8.0290469346692408</c:v>
                </c:pt>
                <c:pt idx="12389">
                  <c:v>8.0295626822157438</c:v>
                </c:pt>
                <c:pt idx="12390">
                  <c:v>8.0277289861618684</c:v>
                </c:pt>
                <c:pt idx="12391">
                  <c:v>8.0265362788978774</c:v>
                </c:pt>
                <c:pt idx="12392">
                  <c:v>8.0272033014413005</c:v>
                </c:pt>
                <c:pt idx="12393">
                  <c:v>8.0275517595368129</c:v>
                </c:pt>
                <c:pt idx="12394">
                  <c:v>8.0288927852831282</c:v>
                </c:pt>
                <c:pt idx="12395">
                  <c:v>8.0299242803761341</c:v>
                </c:pt>
                <c:pt idx="12396">
                  <c:v>8.0270288670800305</c:v>
                </c:pt>
                <c:pt idx="12397">
                  <c:v>8.0235013345378388</c:v>
                </c:pt>
                <c:pt idx="12398">
                  <c:v>8.0227085779986034</c:v>
                </c:pt>
                <c:pt idx="12399">
                  <c:v>8.0221291011374376</c:v>
                </c:pt>
                <c:pt idx="12400">
                  <c:v>8.0209756498172702</c:v>
                </c:pt>
                <c:pt idx="12401">
                  <c:v>8.0223211924608879</c:v>
                </c:pt>
                <c:pt idx="12402">
                  <c:v>8.0202012893688668</c:v>
                </c:pt>
                <c:pt idx="12403">
                  <c:v>8.0182005502402163</c:v>
                </c:pt>
                <c:pt idx="12404">
                  <c:v>8.0184417525561535</c:v>
                </c:pt>
                <c:pt idx="12405">
                  <c:v>8.0200657003243947</c:v>
                </c:pt>
                <c:pt idx="12406">
                  <c:v>8.0233394653636108</c:v>
                </c:pt>
                <c:pt idx="12407">
                  <c:v>8.0260166714573149</c:v>
                </c:pt>
                <c:pt idx="12408">
                  <c:v>8.0273872623496079</c:v>
                </c:pt>
                <c:pt idx="12409">
                  <c:v>8.0275620252125002</c:v>
                </c:pt>
                <c:pt idx="12410">
                  <c:v>8.0251973884121046</c:v>
                </c:pt>
                <c:pt idx="12411">
                  <c:v>8.0238477394982137</c:v>
                </c:pt>
                <c:pt idx="12412">
                  <c:v>8.024553196731409</c:v>
                </c:pt>
                <c:pt idx="12413">
                  <c:v>8.0257637252083924</c:v>
                </c:pt>
                <c:pt idx="12414">
                  <c:v>8.027809386933848</c:v>
                </c:pt>
                <c:pt idx="12415">
                  <c:v>8.0262508931137848</c:v>
                </c:pt>
                <c:pt idx="12416">
                  <c:v>8.0251209296595896</c:v>
                </c:pt>
                <c:pt idx="12417">
                  <c:v>8.0276172134849908</c:v>
                </c:pt>
                <c:pt idx="12418">
                  <c:v>8.0281847821623611</c:v>
                </c:pt>
                <c:pt idx="12419">
                  <c:v>8.0266143801585024</c:v>
                </c:pt>
                <c:pt idx="12420">
                  <c:v>8.024999301934054</c:v>
                </c:pt>
                <c:pt idx="12421">
                  <c:v>8.0245596846384437</c:v>
                </c:pt>
                <c:pt idx="12422">
                  <c:v>8.0253440643863172</c:v>
                </c:pt>
                <c:pt idx="12423">
                  <c:v>8.0240376134357163</c:v>
                </c:pt>
                <c:pt idx="12424">
                  <c:v>8.0241579271547661</c:v>
                </c:pt>
                <c:pt idx="12425">
                  <c:v>8.028185685541823</c:v>
                </c:pt>
                <c:pt idx="12426">
                  <c:v>8.0288201042992657</c:v>
                </c:pt>
                <c:pt idx="12427">
                  <c:v>8.0275731121422407</c:v>
                </c:pt>
                <c:pt idx="12428">
                  <c:v>8.0276012811563255</c:v>
                </c:pt>
                <c:pt idx="12429">
                  <c:v>8.0253349484663072</c:v>
                </c:pt>
                <c:pt idx="12430">
                  <c:v>8.022702418593191</c:v>
                </c:pt>
                <c:pt idx="12431">
                  <c:v>8.0233906294912334</c:v>
                </c:pt>
                <c:pt idx="12432">
                  <c:v>8.0249600459902268</c:v>
                </c:pt>
                <c:pt idx="12433">
                  <c:v>8.0225306122448981</c:v>
                </c:pt>
                <c:pt idx="12434">
                  <c:v>8.0219064591631426</c:v>
                </c:pt>
                <c:pt idx="12435">
                  <c:v>8.0233675522522887</c:v>
                </c:pt>
                <c:pt idx="12436">
                  <c:v>8.0229009978236761</c:v>
                </c:pt>
                <c:pt idx="12437">
                  <c:v>8.0210782244487326</c:v>
                </c:pt>
                <c:pt idx="12438">
                  <c:v>8.0193614749722819</c:v>
                </c:pt>
                <c:pt idx="12439">
                  <c:v>8.0210216400443475</c:v>
                </c:pt>
                <c:pt idx="12440">
                  <c:v>8.0248008869543792</c:v>
                </c:pt>
                <c:pt idx="12441">
                  <c:v>8.0263011538619473</c:v>
                </c:pt>
                <c:pt idx="12442">
                  <c:v>8.0249175871555867</c:v>
                </c:pt>
                <c:pt idx="12443">
                  <c:v>8.022705046606168</c:v>
                </c:pt>
                <c:pt idx="12444">
                  <c:v>8.0183810618814935</c:v>
                </c:pt>
                <c:pt idx="12445">
                  <c:v>8.0191773498131642</c:v>
                </c:pt>
                <c:pt idx="12446">
                  <c:v>8.0204325545107373</c:v>
                </c:pt>
                <c:pt idx="12447">
                  <c:v>8.0190803597092764</c:v>
                </c:pt>
                <c:pt idx="12448">
                  <c:v>8.0193572044511967</c:v>
                </c:pt>
                <c:pt idx="12449">
                  <c:v>8.019909005050712</c:v>
                </c:pt>
                <c:pt idx="12450">
                  <c:v>8.0193421755019916</c:v>
                </c:pt>
                <c:pt idx="12451">
                  <c:v>8.0222789800024632</c:v>
                </c:pt>
                <c:pt idx="12452">
                  <c:v>8.0268332443641448</c:v>
                </c:pt>
                <c:pt idx="12453">
                  <c:v>8.0259727343653751</c:v>
                </c:pt>
                <c:pt idx="12454">
                  <c:v>8.022944277912373</c:v>
                </c:pt>
                <c:pt idx="12455">
                  <c:v>8.0218582515501176</c:v>
                </c:pt>
                <c:pt idx="12456">
                  <c:v>8.0194081222026039</c:v>
                </c:pt>
                <c:pt idx="12457">
                  <c:v>8.0177837638073335</c:v>
                </c:pt>
                <c:pt idx="12458">
                  <c:v>8.0171657701309904</c:v>
                </c:pt>
                <c:pt idx="12459">
                  <c:v>8.0186740853282963</c:v>
                </c:pt>
                <c:pt idx="12460">
                  <c:v>8.0216457931261029</c:v>
                </c:pt>
                <c:pt idx="12461">
                  <c:v>8.0226513365909753</c:v>
                </c:pt>
                <c:pt idx="12462">
                  <c:v>8.0231696300250483</c:v>
                </c:pt>
                <c:pt idx="12463">
                  <c:v>8.0218181743522354</c:v>
                </c:pt>
                <c:pt idx="12464">
                  <c:v>8.0186848437564162</c:v>
                </c:pt>
                <c:pt idx="12465">
                  <c:v>8.0172097893483354</c:v>
                </c:pt>
                <c:pt idx="12466">
                  <c:v>8.0180810577752233</c:v>
                </c:pt>
                <c:pt idx="12467">
                  <c:v>8.0172752432965133</c:v>
                </c:pt>
                <c:pt idx="12468">
                  <c:v>8.0167846261240907</c:v>
                </c:pt>
                <c:pt idx="12469">
                  <c:v>8.0192421467580992</c:v>
                </c:pt>
                <c:pt idx="12470">
                  <c:v>8.0213007021722174</c:v>
                </c:pt>
                <c:pt idx="12471">
                  <c:v>8.0223932985669109</c:v>
                </c:pt>
                <c:pt idx="12472">
                  <c:v>8.0242854679094986</c:v>
                </c:pt>
                <c:pt idx="12473">
                  <c:v>8.0230300168357083</c:v>
                </c:pt>
                <c:pt idx="12474">
                  <c:v>8.0215496242762701</c:v>
                </c:pt>
                <c:pt idx="12475">
                  <c:v>8.024024144869216</c:v>
                </c:pt>
                <c:pt idx="12476">
                  <c:v>8.0252533158132469</c:v>
                </c:pt>
                <c:pt idx="12477">
                  <c:v>8.0237481213813489</c:v>
                </c:pt>
                <c:pt idx="12478">
                  <c:v>8.0235046195540587</c:v>
                </c:pt>
                <c:pt idx="12479">
                  <c:v>8.0260225023611049</c:v>
                </c:pt>
                <c:pt idx="12480">
                  <c:v>8.0277879522030133</c:v>
                </c:pt>
                <c:pt idx="12481">
                  <c:v>8.0272368086067427</c:v>
                </c:pt>
                <c:pt idx="12482">
                  <c:v>8.0241255697450011</c:v>
                </c:pt>
                <c:pt idx="12483">
                  <c:v>8.0232294994456534</c:v>
                </c:pt>
                <c:pt idx="12484">
                  <c:v>8.025655483923952</c:v>
                </c:pt>
                <c:pt idx="12485">
                  <c:v>8.0252058473288717</c:v>
                </c:pt>
                <c:pt idx="12486">
                  <c:v>8.0228508192009205</c:v>
                </c:pt>
                <c:pt idx="12487">
                  <c:v>8.0220059130291954</c:v>
                </c:pt>
                <c:pt idx="12488">
                  <c:v>8.022195786966698</c:v>
                </c:pt>
                <c:pt idx="12489">
                  <c:v>8.0249346692399293</c:v>
                </c:pt>
                <c:pt idx="12490">
                  <c:v>8.0261718884736997</c:v>
                </c:pt>
                <c:pt idx="12491">
                  <c:v>8.026214593684557</c:v>
                </c:pt>
                <c:pt idx="12492">
                  <c:v>8.026090666447665</c:v>
                </c:pt>
                <c:pt idx="12493">
                  <c:v>8.0278989857512428</c:v>
                </c:pt>
                <c:pt idx="12494">
                  <c:v>8.0301108692974168</c:v>
                </c:pt>
                <c:pt idx="12495">
                  <c:v>8.0279685459696957</c:v>
                </c:pt>
                <c:pt idx="12496">
                  <c:v>8.024936886625877</c:v>
                </c:pt>
                <c:pt idx="12497">
                  <c:v>8.0249213649242392</c:v>
                </c:pt>
                <c:pt idx="12498">
                  <c:v>8.0250062004681144</c:v>
                </c:pt>
                <c:pt idx="12499">
                  <c:v>8.0231911468812882</c:v>
                </c:pt>
                <c:pt idx="12500">
                  <c:v>8.0208325052354947</c:v>
                </c:pt>
                <c:pt idx="12501">
                  <c:v>8.0219013673880006</c:v>
                </c:pt>
                <c:pt idx="12502">
                  <c:v>8.0234569868188732</c:v>
                </c:pt>
                <c:pt idx="12503">
                  <c:v>8.0246141337822863</c:v>
                </c:pt>
                <c:pt idx="12504">
                  <c:v>8.0266033753541652</c:v>
                </c:pt>
                <c:pt idx="12505">
                  <c:v>8.0259756087545675</c:v>
                </c:pt>
                <c:pt idx="12506">
                  <c:v>8.0255573440643868</c:v>
                </c:pt>
                <c:pt idx="12507">
                  <c:v>8.0240285796411115</c:v>
                </c:pt>
                <c:pt idx="12508">
                  <c:v>8.0202042458834644</c:v>
                </c:pt>
                <c:pt idx="12509">
                  <c:v>8.0181982507288634</c:v>
                </c:pt>
                <c:pt idx="12510">
                  <c:v>8.018729437851599</c:v>
                </c:pt>
                <c:pt idx="12511">
                  <c:v>8.0194967355151316</c:v>
                </c:pt>
                <c:pt idx="12512">
                  <c:v>8.0201512749969197</c:v>
                </c:pt>
                <c:pt idx="12513">
                  <c:v>8.0212943785159947</c:v>
                </c:pt>
                <c:pt idx="12514">
                  <c:v>8.0244355110253363</c:v>
                </c:pt>
                <c:pt idx="12515">
                  <c:v>8.0245198538167788</c:v>
                </c:pt>
                <c:pt idx="12516">
                  <c:v>8.0235166919886662</c:v>
                </c:pt>
                <c:pt idx="12517">
                  <c:v>8.0232910934997737</c:v>
                </c:pt>
                <c:pt idx="12518">
                  <c:v>8.0215909333552329</c:v>
                </c:pt>
                <c:pt idx="12519">
                  <c:v>8.0240795795179238</c:v>
                </c:pt>
                <c:pt idx="12520">
                  <c:v>8.0247642590235291</c:v>
                </c:pt>
                <c:pt idx="12521">
                  <c:v>8.0241010142487585</c:v>
                </c:pt>
                <c:pt idx="12522">
                  <c:v>8.0243196320781838</c:v>
                </c:pt>
                <c:pt idx="12523">
                  <c:v>8.0269942922843178</c:v>
                </c:pt>
                <c:pt idx="12524">
                  <c:v>8.0297230731326739</c:v>
                </c:pt>
                <c:pt idx="12525">
                  <c:v>8.0286697326818057</c:v>
                </c:pt>
                <c:pt idx="12526">
                  <c:v>8.0275132427216356</c:v>
                </c:pt>
                <c:pt idx="12527">
                  <c:v>8.0256904693466922</c:v>
                </c:pt>
                <c:pt idx="12528">
                  <c:v>8.0247443846753992</c:v>
                </c:pt>
                <c:pt idx="12529">
                  <c:v>8.0262547530078425</c:v>
                </c:pt>
                <c:pt idx="12530">
                  <c:v>8.0262412023159371</c:v>
                </c:pt>
                <c:pt idx="12531">
                  <c:v>8.0262726563462401</c:v>
                </c:pt>
                <c:pt idx="12532">
                  <c:v>8.0263992937215125</c:v>
                </c:pt>
                <c:pt idx="12533">
                  <c:v>8.0245830082536038</c:v>
                </c:pt>
                <c:pt idx="12534">
                  <c:v>8.0255432184946418</c:v>
                </c:pt>
                <c:pt idx="12535">
                  <c:v>8.0274361269658776</c:v>
                </c:pt>
                <c:pt idx="12536">
                  <c:v>8.0278412515911803</c:v>
                </c:pt>
                <c:pt idx="12537">
                  <c:v>8.0276471892579977</c:v>
                </c:pt>
                <c:pt idx="12538">
                  <c:v>8.0263131441711497</c:v>
                </c:pt>
                <c:pt idx="12539">
                  <c:v>8.025163799121259</c:v>
                </c:pt>
                <c:pt idx="12540">
                  <c:v>8.0252749147948919</c:v>
                </c:pt>
                <c:pt idx="12541">
                  <c:v>8.0263907526793421</c:v>
                </c:pt>
                <c:pt idx="12542">
                  <c:v>8.0247452059294542</c:v>
                </c:pt>
                <c:pt idx="12543">
                  <c:v>8.0220806471481954</c:v>
                </c:pt>
                <c:pt idx="12544">
                  <c:v>8.0194127212253115</c:v>
                </c:pt>
                <c:pt idx="12545">
                  <c:v>8.0172933930111281</c:v>
                </c:pt>
                <c:pt idx="12546">
                  <c:v>8.018702993471031</c:v>
                </c:pt>
                <c:pt idx="12547">
                  <c:v>8.022885311871228</c:v>
                </c:pt>
                <c:pt idx="12548">
                  <c:v>8.0273116248511478</c:v>
                </c:pt>
                <c:pt idx="12549">
                  <c:v>8.0270486593027552</c:v>
                </c:pt>
                <c:pt idx="12550">
                  <c:v>8.0270973596682129</c:v>
                </c:pt>
                <c:pt idx="12551">
                  <c:v>8.0268016260830279</c:v>
                </c:pt>
                <c:pt idx="12552">
                  <c:v>8.0242131154272567</c:v>
                </c:pt>
                <c:pt idx="12553">
                  <c:v>8.023535662957336</c:v>
                </c:pt>
                <c:pt idx="12554">
                  <c:v>8.0233831560793334</c:v>
                </c:pt>
                <c:pt idx="12555">
                  <c:v>8.0228462201782129</c:v>
                </c:pt>
                <c:pt idx="12556">
                  <c:v>8.0197987106311341</c:v>
                </c:pt>
                <c:pt idx="12557">
                  <c:v>8.0182225598488888</c:v>
                </c:pt>
                <c:pt idx="12558">
                  <c:v>8.0203553566295742</c:v>
                </c:pt>
                <c:pt idx="12559">
                  <c:v>8.0214346487085777</c:v>
                </c:pt>
                <c:pt idx="12560">
                  <c:v>8.021294542766805</c:v>
                </c:pt>
                <c:pt idx="12561">
                  <c:v>8.0203215209625096</c:v>
                </c:pt>
                <c:pt idx="12562">
                  <c:v>8.0182673181948836</c:v>
                </c:pt>
                <c:pt idx="12563">
                  <c:v>8.0198243337576471</c:v>
                </c:pt>
                <c:pt idx="12564">
                  <c:v>8.0205674865519647</c:v>
                </c:pt>
                <c:pt idx="12565">
                  <c:v>8.0210651665092598</c:v>
                </c:pt>
                <c:pt idx="12566">
                  <c:v>8.0226342545066309</c:v>
                </c:pt>
                <c:pt idx="12567">
                  <c:v>8.0235553730546538</c:v>
                </c:pt>
                <c:pt idx="12568">
                  <c:v>8.0254375230977697</c:v>
                </c:pt>
                <c:pt idx="12569">
                  <c:v>8.0250103067383893</c:v>
                </c:pt>
                <c:pt idx="12570">
                  <c:v>8.0226138052806633</c:v>
                </c:pt>
                <c:pt idx="12571">
                  <c:v>8.0227816696094933</c:v>
                </c:pt>
                <c:pt idx="12572">
                  <c:v>8.0223083808976305</c:v>
                </c:pt>
                <c:pt idx="12573">
                  <c:v>8.0223657865560707</c:v>
                </c:pt>
                <c:pt idx="12574">
                  <c:v>8.0265017041021647</c:v>
                </c:pt>
                <c:pt idx="12575">
                  <c:v>8.0297279185315986</c:v>
                </c:pt>
                <c:pt idx="12576">
                  <c:v>8.029469798382129</c:v>
                </c:pt>
                <c:pt idx="12577">
                  <c:v>8.0282692070792105</c:v>
                </c:pt>
                <c:pt idx="12578">
                  <c:v>8.0276322424341977</c:v>
                </c:pt>
                <c:pt idx="12579">
                  <c:v>8.0276344598201455</c:v>
                </c:pt>
                <c:pt idx="12580">
                  <c:v>8.0290532583254635</c:v>
                </c:pt>
                <c:pt idx="12581">
                  <c:v>8.0318330390506301</c:v>
                </c:pt>
                <c:pt idx="12582">
                  <c:v>8.0316160637293148</c:v>
                </c:pt>
                <c:pt idx="12583">
                  <c:v>8.0292706442738062</c:v>
                </c:pt>
                <c:pt idx="12584">
                  <c:v>8.0284417525561533</c:v>
                </c:pt>
                <c:pt idx="12585">
                  <c:v>8.028334250400361</c:v>
                </c:pt>
                <c:pt idx="12586">
                  <c:v>8.0250171231470464</c:v>
                </c:pt>
                <c:pt idx="12587">
                  <c:v>8.0216178704882353</c:v>
                </c:pt>
                <c:pt idx="12588">
                  <c:v>8.0209608672442823</c:v>
                </c:pt>
                <c:pt idx="12589">
                  <c:v>8.0219482609945381</c:v>
                </c:pt>
                <c:pt idx="12590">
                  <c:v>8.0223887816696102</c:v>
                </c:pt>
                <c:pt idx="12591">
                  <c:v>8.0244271342339761</c:v>
                </c:pt>
                <c:pt idx="12592">
                  <c:v>8.0270788814519776</c:v>
                </c:pt>
                <c:pt idx="12593">
                  <c:v>8.0292411612532337</c:v>
                </c:pt>
                <c:pt idx="12594">
                  <c:v>8.0298528312733541</c:v>
                </c:pt>
                <c:pt idx="12595">
                  <c:v>8.0284672935572612</c:v>
                </c:pt>
                <c:pt idx="12596">
                  <c:v>8.028920790046401</c:v>
                </c:pt>
                <c:pt idx="12597">
                  <c:v>8.029156572085574</c:v>
                </c:pt>
                <c:pt idx="12598">
                  <c:v>8.0282997577300534</c:v>
                </c:pt>
                <c:pt idx="12599">
                  <c:v>8.0269621812507701</c:v>
                </c:pt>
                <c:pt idx="12600">
                  <c:v>8.0263387672976627</c:v>
                </c:pt>
                <c:pt idx="12601">
                  <c:v>8.0254888514762044</c:v>
                </c:pt>
                <c:pt idx="12602">
                  <c:v>8.0276622182072028</c:v>
                </c:pt>
                <c:pt idx="12603">
                  <c:v>8.0274005666652979</c:v>
                </c:pt>
                <c:pt idx="12604">
                  <c:v>8.0278232661273758</c:v>
                </c:pt>
                <c:pt idx="12605">
                  <c:v>8.030205806266169</c:v>
                </c:pt>
                <c:pt idx="12606">
                  <c:v>8.0312212869051045</c:v>
                </c:pt>
                <c:pt idx="12607">
                  <c:v>8.0320528887611378</c:v>
                </c:pt>
                <c:pt idx="12608">
                  <c:v>8.0314806389356548</c:v>
                </c:pt>
                <c:pt idx="12609">
                  <c:v>8.0291529585677335</c:v>
                </c:pt>
                <c:pt idx="12610">
                  <c:v>8.0287068533650885</c:v>
                </c:pt>
                <c:pt idx="12611">
                  <c:v>8.027856691167413</c:v>
                </c:pt>
                <c:pt idx="12612">
                  <c:v>8.0265600952654701</c:v>
                </c:pt>
                <c:pt idx="12613">
                  <c:v>8.0265596846384426</c:v>
                </c:pt>
                <c:pt idx="12614">
                  <c:v>8.02605247813411</c:v>
                </c:pt>
                <c:pt idx="12615">
                  <c:v>8.0220999466184857</c:v>
                </c:pt>
                <c:pt idx="12616">
                  <c:v>8.0185957376914541</c:v>
                </c:pt>
                <c:pt idx="12617">
                  <c:v>8.0181475793536734</c:v>
                </c:pt>
                <c:pt idx="12618">
                  <c:v>8.018957910729684</c:v>
                </c:pt>
                <c:pt idx="12619">
                  <c:v>8.019167248388289</c:v>
                </c:pt>
                <c:pt idx="12620">
                  <c:v>8.0182758592370558</c:v>
                </c:pt>
                <c:pt idx="12621">
                  <c:v>8.0170878331211757</c:v>
                </c:pt>
                <c:pt idx="12622">
                  <c:v>8.017795014987886</c:v>
                </c:pt>
                <c:pt idx="12623">
                  <c:v>8.019869092103642</c:v>
                </c:pt>
                <c:pt idx="12624">
                  <c:v>8.0187340368743065</c:v>
                </c:pt>
                <c:pt idx="12625">
                  <c:v>8.0167175296678028</c:v>
                </c:pt>
                <c:pt idx="12626">
                  <c:v>8.0161309900217628</c:v>
                </c:pt>
                <c:pt idx="12627">
                  <c:v>8.0177515706483806</c:v>
                </c:pt>
                <c:pt idx="12628">
                  <c:v>8.0210882437482027</c:v>
                </c:pt>
                <c:pt idx="12629">
                  <c:v>8.0203222600911594</c:v>
                </c:pt>
                <c:pt idx="12630">
                  <c:v>8.0167790415965179</c:v>
                </c:pt>
                <c:pt idx="12631">
                  <c:v>8.0185159939227209</c:v>
                </c:pt>
                <c:pt idx="12632">
                  <c:v>8.0205305301194922</c:v>
                </c:pt>
                <c:pt idx="12633">
                  <c:v>8.0228568964809259</c:v>
                </c:pt>
                <c:pt idx="12634">
                  <c:v>8.0249670266496942</c:v>
                </c:pt>
                <c:pt idx="12635">
                  <c:v>8.0241482363569165</c:v>
                </c:pt>
                <c:pt idx="12636">
                  <c:v>8.0229645628875286</c:v>
                </c:pt>
                <c:pt idx="12637">
                  <c:v>8.0230406110130161</c:v>
                </c:pt>
                <c:pt idx="12638">
                  <c:v>8.0233875908512307</c:v>
                </c:pt>
                <c:pt idx="12639">
                  <c:v>8.021826961770623</c:v>
                </c:pt>
                <c:pt idx="12640">
                  <c:v>8.0198993142528643</c:v>
                </c:pt>
                <c:pt idx="12641">
                  <c:v>8.0208407177760446</c:v>
                </c:pt>
                <c:pt idx="12642">
                  <c:v>8.023253233687841</c:v>
                </c:pt>
                <c:pt idx="12643">
                  <c:v>8.0228242926949456</c:v>
                </c:pt>
                <c:pt idx="12644">
                  <c:v>8.0191049973309241</c:v>
                </c:pt>
                <c:pt idx="12645">
                  <c:v>8.0182881780478787</c:v>
                </c:pt>
                <c:pt idx="12646">
                  <c:v>8.0213322383279273</c:v>
                </c:pt>
                <c:pt idx="12647">
                  <c:v>8.0228351332484706</c:v>
                </c:pt>
                <c:pt idx="12648">
                  <c:v>8.0235906048536112</c:v>
                </c:pt>
                <c:pt idx="12649">
                  <c:v>8.0261598981644973</c:v>
                </c:pt>
                <c:pt idx="12650">
                  <c:v>8.0269372972529052</c:v>
                </c:pt>
                <c:pt idx="12651">
                  <c:v>8.0232222724099707</c:v>
                </c:pt>
                <c:pt idx="12652">
                  <c:v>8.0193249291668369</c:v>
                </c:pt>
                <c:pt idx="12653">
                  <c:v>8.0205434238081548</c:v>
                </c:pt>
                <c:pt idx="12654">
                  <c:v>8.0220500964973507</c:v>
                </c:pt>
                <c:pt idx="12655">
                  <c:v>8.0246464911920494</c:v>
                </c:pt>
                <c:pt idx="12656">
                  <c:v>8.0274692235042906</c:v>
                </c:pt>
                <c:pt idx="12657">
                  <c:v>8.0261241736131073</c:v>
                </c:pt>
                <c:pt idx="12658">
                  <c:v>8.0236194308709408</c:v>
                </c:pt>
                <c:pt idx="12659">
                  <c:v>8.0234340738307388</c:v>
                </c:pt>
                <c:pt idx="12660">
                  <c:v>8.0229423890280458</c:v>
                </c:pt>
                <c:pt idx="12661">
                  <c:v>8.0249349977415516</c:v>
                </c:pt>
                <c:pt idx="12662">
                  <c:v>8.0242439124543186</c:v>
                </c:pt>
                <c:pt idx="12663">
                  <c:v>8.0243843468977136</c:v>
                </c:pt>
                <c:pt idx="12664">
                  <c:v>8.0247135876483391</c:v>
                </c:pt>
                <c:pt idx="12665">
                  <c:v>8.0240736664887287</c:v>
                </c:pt>
                <c:pt idx="12666">
                  <c:v>8.0230843017287405</c:v>
                </c:pt>
                <c:pt idx="12667">
                  <c:v>8.0209804130907898</c:v>
                </c:pt>
                <c:pt idx="12668">
                  <c:v>8.0219121258161206</c:v>
                </c:pt>
                <c:pt idx="12669">
                  <c:v>8.0262616515419047</c:v>
                </c:pt>
                <c:pt idx="12670">
                  <c:v>8.0300708742249416</c:v>
                </c:pt>
                <c:pt idx="12671">
                  <c:v>8.0310677123968297</c:v>
                </c:pt>
                <c:pt idx="12672">
                  <c:v>8.0287357615078232</c:v>
                </c:pt>
                <c:pt idx="12673">
                  <c:v>8.0244179361885593</c:v>
                </c:pt>
                <c:pt idx="12674">
                  <c:v>8.0220711206011579</c:v>
                </c:pt>
                <c:pt idx="12675">
                  <c:v>8.0230548187081681</c:v>
                </c:pt>
                <c:pt idx="12676">
                  <c:v>8.0273933396296151</c:v>
                </c:pt>
                <c:pt idx="12677">
                  <c:v>8.0300431158378842</c:v>
                </c:pt>
                <c:pt idx="12678">
                  <c:v>8.0325249455919181</c:v>
                </c:pt>
                <c:pt idx="12679">
                  <c:v>8.0329352441177679</c:v>
                </c:pt>
                <c:pt idx="12680">
                  <c:v>8.0310244323081346</c:v>
                </c:pt>
                <c:pt idx="12681">
                  <c:v>8.0279641111977984</c:v>
                </c:pt>
                <c:pt idx="12682">
                  <c:v>8.0251037654498418</c:v>
                </c:pt>
                <c:pt idx="12683">
                  <c:v>8.0236650104709888</c:v>
                </c:pt>
                <c:pt idx="12684">
                  <c:v>8.0243650474274215</c:v>
                </c:pt>
                <c:pt idx="12685">
                  <c:v>8.0244001971009737</c:v>
                </c:pt>
                <c:pt idx="12686">
                  <c:v>8.0244905350470166</c:v>
                </c:pt>
                <c:pt idx="12687">
                  <c:v>8.0245513899724887</c:v>
                </c:pt>
                <c:pt idx="12688">
                  <c:v>8.0281148113168808</c:v>
                </c:pt>
                <c:pt idx="12689">
                  <c:v>8.0283326900176561</c:v>
                </c:pt>
                <c:pt idx="12690">
                  <c:v>8.0249163552745042</c:v>
                </c:pt>
                <c:pt idx="12691">
                  <c:v>8.0249347513653344</c:v>
                </c:pt>
                <c:pt idx="12692">
                  <c:v>8.0284585061388736</c:v>
                </c:pt>
                <c:pt idx="12693">
                  <c:v>8.0293365909744185</c:v>
                </c:pt>
                <c:pt idx="12694">
                  <c:v>8.0257266866505148</c:v>
                </c:pt>
                <c:pt idx="12695">
                  <c:v>8.0227342011251181</c:v>
                </c:pt>
                <c:pt idx="12696">
                  <c:v>8.0237829425532787</c:v>
                </c:pt>
                <c:pt idx="12697">
                  <c:v>8.0248734858128365</c:v>
                </c:pt>
                <c:pt idx="12698">
                  <c:v>8.0252427216359372</c:v>
                </c:pt>
                <c:pt idx="12699">
                  <c:v>8.0225412064222059</c:v>
                </c:pt>
                <c:pt idx="12700">
                  <c:v>8.0187398677780966</c:v>
                </c:pt>
                <c:pt idx="12701">
                  <c:v>8.0177054982958982</c:v>
                </c:pt>
                <c:pt idx="12702">
                  <c:v>8.0175614503346608</c:v>
                </c:pt>
                <c:pt idx="12703">
                  <c:v>8.0179299470291134</c:v>
                </c:pt>
                <c:pt idx="12704">
                  <c:v>8.0212154560013147</c:v>
                </c:pt>
                <c:pt idx="12705">
                  <c:v>8.0227626986408254</c:v>
                </c:pt>
                <c:pt idx="12706">
                  <c:v>8.0236544984190861</c:v>
                </c:pt>
                <c:pt idx="12707">
                  <c:v>8.0253526054284894</c:v>
                </c:pt>
                <c:pt idx="12708">
                  <c:v>8.0248876935079867</c:v>
                </c:pt>
                <c:pt idx="12709">
                  <c:v>8.0270112922432553</c:v>
                </c:pt>
                <c:pt idx="12710">
                  <c:v>8.0311601856034169</c:v>
                </c:pt>
                <c:pt idx="12711">
                  <c:v>8.0336764259023532</c:v>
                </c:pt>
                <c:pt idx="12712">
                  <c:v>8.0339227199934307</c:v>
                </c:pt>
                <c:pt idx="12713">
                  <c:v>8.0297292325380862</c:v>
                </c:pt>
                <c:pt idx="12714">
                  <c:v>8.0244391245431768</c:v>
                </c:pt>
                <c:pt idx="12715">
                  <c:v>8.0240696423438589</c:v>
                </c:pt>
                <c:pt idx="12716">
                  <c:v>8.0236487496407012</c:v>
                </c:pt>
                <c:pt idx="12717">
                  <c:v>8.0218077444257379</c:v>
                </c:pt>
                <c:pt idx="12718">
                  <c:v>8.0212676056338026</c:v>
                </c:pt>
                <c:pt idx="12719">
                  <c:v>8.0226919886666934</c:v>
                </c:pt>
                <c:pt idx="12720">
                  <c:v>8.0268176405371001</c:v>
                </c:pt>
                <c:pt idx="12721">
                  <c:v>8.0294886050999885</c:v>
                </c:pt>
                <c:pt idx="12722">
                  <c:v>8.0293572044511965</c:v>
                </c:pt>
                <c:pt idx="12723">
                  <c:v>8.026066685829262</c:v>
                </c:pt>
                <c:pt idx="12724">
                  <c:v>8.0200665215784497</c:v>
                </c:pt>
                <c:pt idx="12725">
                  <c:v>8.0167904570278807</c:v>
                </c:pt>
                <c:pt idx="12726">
                  <c:v>8.0175898657249611</c:v>
                </c:pt>
                <c:pt idx="12727">
                  <c:v>8.0203004968587024</c:v>
                </c:pt>
                <c:pt idx="12728">
                  <c:v>8.0217633145813654</c:v>
                </c:pt>
                <c:pt idx="12729">
                  <c:v>8.0235644889746638</c:v>
                </c:pt>
                <c:pt idx="12730">
                  <c:v>8.0235938898698311</c:v>
                </c:pt>
                <c:pt idx="12731">
                  <c:v>8.0236227980125658</c:v>
                </c:pt>
                <c:pt idx="12732">
                  <c:v>8.0250651665092594</c:v>
                </c:pt>
                <c:pt idx="12733">
                  <c:v>8.0250411858908546</c:v>
                </c:pt>
                <c:pt idx="12734">
                  <c:v>8.0244704964480764</c:v>
                </c:pt>
                <c:pt idx="12735">
                  <c:v>8.0245794768611667</c:v>
                </c:pt>
                <c:pt idx="12736">
                  <c:v>8.0259060485361147</c:v>
                </c:pt>
                <c:pt idx="12737">
                  <c:v>8.0266576602471975</c:v>
                </c:pt>
                <c:pt idx="12738">
                  <c:v>8.0256516240298943</c:v>
                </c:pt>
                <c:pt idx="12739">
                  <c:v>8.0243141296760161</c:v>
                </c:pt>
                <c:pt idx="12740">
                  <c:v>8.0224284482404631</c:v>
                </c:pt>
                <c:pt idx="12741">
                  <c:v>8.020866833654992</c:v>
                </c:pt>
                <c:pt idx="12742">
                  <c:v>8.0211291422001398</c:v>
                </c:pt>
                <c:pt idx="12743">
                  <c:v>8.0234548515583288</c:v>
                </c:pt>
                <c:pt idx="12744">
                  <c:v>8.024680326859114</c:v>
                </c:pt>
                <c:pt idx="12745">
                  <c:v>8.0269129881328798</c:v>
                </c:pt>
                <c:pt idx="12746">
                  <c:v>8.0266724428201872</c:v>
                </c:pt>
                <c:pt idx="12747">
                  <c:v>8.0232518375559483</c:v>
                </c:pt>
                <c:pt idx="12748">
                  <c:v>8.0215998028990274</c:v>
                </c:pt>
                <c:pt idx="12749">
                  <c:v>8.0216284646655449</c:v>
                </c:pt>
                <c:pt idx="12750">
                  <c:v>8.0208329158625222</c:v>
                </c:pt>
                <c:pt idx="12751">
                  <c:v>8.0215231798957003</c:v>
                </c:pt>
                <c:pt idx="12752">
                  <c:v>8.0204076705128724</c:v>
                </c:pt>
                <c:pt idx="12753">
                  <c:v>8.019634870447172</c:v>
                </c:pt>
                <c:pt idx="12754">
                  <c:v>8.0183471440890237</c:v>
                </c:pt>
                <c:pt idx="12755">
                  <c:v>8.0158937297252901</c:v>
                </c:pt>
                <c:pt idx="12756">
                  <c:v>8.0176998316429184</c:v>
                </c:pt>
                <c:pt idx="12757">
                  <c:v>8.021830246786843</c:v>
                </c:pt>
                <c:pt idx="12758">
                  <c:v>8.0230795384552209</c:v>
                </c:pt>
                <c:pt idx="12759">
                  <c:v>8.0217620005748778</c:v>
                </c:pt>
                <c:pt idx="12760">
                  <c:v>8.0220937872130751</c:v>
                </c:pt>
                <c:pt idx="12761">
                  <c:v>8.0248656017739091</c:v>
                </c:pt>
                <c:pt idx="12762">
                  <c:v>8.0292017410585963</c:v>
                </c:pt>
                <c:pt idx="12763">
                  <c:v>8.0301803473904645</c:v>
                </c:pt>
                <c:pt idx="12764">
                  <c:v>8.0293911222436662</c:v>
                </c:pt>
                <c:pt idx="12765">
                  <c:v>8.028106763027143</c:v>
                </c:pt>
                <c:pt idx="12766">
                  <c:v>8.0260345747957125</c:v>
                </c:pt>
                <c:pt idx="12767">
                  <c:v>8.0234534554264361</c:v>
                </c:pt>
                <c:pt idx="12768">
                  <c:v>8.0235217016384013</c:v>
                </c:pt>
                <c:pt idx="12769">
                  <c:v>8.0235508561573514</c:v>
                </c:pt>
                <c:pt idx="12770">
                  <c:v>8.023002422699463</c:v>
                </c:pt>
                <c:pt idx="12771">
                  <c:v>8.0241387098098791</c:v>
                </c:pt>
                <c:pt idx="12772">
                  <c:v>8.0265911386687474</c:v>
                </c:pt>
                <c:pt idx="12773">
                  <c:v>8.0254928756210742</c:v>
                </c:pt>
                <c:pt idx="12774">
                  <c:v>8.0231040118260584</c:v>
                </c:pt>
                <c:pt idx="12775">
                  <c:v>8.0239223914918085</c:v>
                </c:pt>
                <c:pt idx="12776">
                  <c:v>8.0242691249538041</c:v>
                </c:pt>
                <c:pt idx="12777">
                  <c:v>8.0247871720116617</c:v>
                </c:pt>
                <c:pt idx="12778">
                  <c:v>8.025182770089927</c:v>
                </c:pt>
                <c:pt idx="12779">
                  <c:v>8.0264397815464221</c:v>
                </c:pt>
                <c:pt idx="12780">
                  <c:v>8.0254995277789192</c:v>
                </c:pt>
                <c:pt idx="12781">
                  <c:v>8.0239505605058916</c:v>
                </c:pt>
                <c:pt idx="12782">
                  <c:v>8.0221778015028953</c:v>
                </c:pt>
                <c:pt idx="12783">
                  <c:v>8.0211239682995927</c:v>
                </c:pt>
                <c:pt idx="12784">
                  <c:v>8.0219308504085731</c:v>
                </c:pt>
                <c:pt idx="12785">
                  <c:v>8.0234113250934183</c:v>
                </c:pt>
                <c:pt idx="12786">
                  <c:v>8.0236504742742163</c:v>
                </c:pt>
                <c:pt idx="12787">
                  <c:v>8.0235147209789357</c:v>
                </c:pt>
                <c:pt idx="12788">
                  <c:v>8.0221644971872053</c:v>
                </c:pt>
                <c:pt idx="12789">
                  <c:v>8.0219053915328704</c:v>
                </c:pt>
                <c:pt idx="12790">
                  <c:v>8.0235322958157109</c:v>
                </c:pt>
                <c:pt idx="12791">
                  <c:v>8.0254251221615398</c:v>
                </c:pt>
                <c:pt idx="12792">
                  <c:v>8.0261829754034402</c:v>
                </c:pt>
                <c:pt idx="12793">
                  <c:v>8.0251624851147696</c:v>
                </c:pt>
                <c:pt idx="12794">
                  <c:v>8.0247897178992318</c:v>
                </c:pt>
                <c:pt idx="12795">
                  <c:v>8.025805034287357</c:v>
                </c:pt>
                <c:pt idx="12796">
                  <c:v>8.0272392723689077</c:v>
                </c:pt>
                <c:pt idx="12797">
                  <c:v>8.0289283455837062</c:v>
                </c:pt>
                <c:pt idx="12798">
                  <c:v>8.0306571674947644</c:v>
                </c:pt>
                <c:pt idx="12799">
                  <c:v>8.03141764874964</c:v>
                </c:pt>
                <c:pt idx="12800">
                  <c:v>8.0345687184330465</c:v>
                </c:pt>
                <c:pt idx="12801">
                  <c:v>8.0339980289902684</c:v>
                </c:pt>
                <c:pt idx="12802">
                  <c:v>8.0299145074528813</c:v>
                </c:pt>
                <c:pt idx="12803">
                  <c:v>8.0283085451484411</c:v>
                </c:pt>
                <c:pt idx="12804">
                  <c:v>8.0282681394489384</c:v>
                </c:pt>
                <c:pt idx="12805">
                  <c:v>8.025420358888022</c:v>
                </c:pt>
                <c:pt idx="12806">
                  <c:v>8.025060813862769</c:v>
                </c:pt>
                <c:pt idx="12807">
                  <c:v>8.0262286371288951</c:v>
                </c:pt>
                <c:pt idx="12808">
                  <c:v>8.025440315361557</c:v>
                </c:pt>
                <c:pt idx="12809">
                  <c:v>8.0265701966903453</c:v>
                </c:pt>
                <c:pt idx="12810">
                  <c:v>8.0291850696012812</c:v>
                </c:pt>
                <c:pt idx="12811">
                  <c:v>8.0296238656428365</c:v>
                </c:pt>
                <c:pt idx="12812">
                  <c:v>8.031177514063975</c:v>
                </c:pt>
                <c:pt idx="12813">
                  <c:v>8.0349910072680988</c:v>
                </c:pt>
                <c:pt idx="12814">
                  <c:v>8.0355901942265842</c:v>
                </c:pt>
                <c:pt idx="12815">
                  <c:v>8.0311192050260747</c:v>
                </c:pt>
                <c:pt idx="12816">
                  <c:v>8.0251574754650346</c:v>
                </c:pt>
                <c:pt idx="12817">
                  <c:v>8.0249620991253643</c:v>
                </c:pt>
                <c:pt idx="12818">
                  <c:v>8.0246027183509216</c:v>
                </c:pt>
                <c:pt idx="12819">
                  <c:v>8.0263703855787796</c:v>
                </c:pt>
                <c:pt idx="12820">
                  <c:v>8.0297429474808037</c:v>
                </c:pt>
                <c:pt idx="12821">
                  <c:v>8.0280724346076457</c:v>
                </c:pt>
                <c:pt idx="12822">
                  <c:v>8.0251794029483019</c:v>
                </c:pt>
                <c:pt idx="12823">
                  <c:v>8.0263680860674249</c:v>
                </c:pt>
                <c:pt idx="12824">
                  <c:v>8.0279076910442253</c:v>
                </c:pt>
                <c:pt idx="12825">
                  <c:v>8.0277833531803058</c:v>
                </c:pt>
                <c:pt idx="12826">
                  <c:v>8.0262878495462573</c:v>
                </c:pt>
                <c:pt idx="12827">
                  <c:v>8.0260477148605922</c:v>
                </c:pt>
                <c:pt idx="12828">
                  <c:v>8.0272806635732756</c:v>
                </c:pt>
                <c:pt idx="12829">
                  <c:v>8.0276251796493252</c:v>
                </c:pt>
                <c:pt idx="12830">
                  <c:v>8.0282938447008583</c:v>
                </c:pt>
                <c:pt idx="12831">
                  <c:v>8.0298553771609242</c:v>
                </c:pt>
                <c:pt idx="12832">
                  <c:v>8.029352769679301</c:v>
                </c:pt>
                <c:pt idx="12833">
                  <c:v>8.0284575206340083</c:v>
                </c:pt>
                <c:pt idx="12834">
                  <c:v>8.0273213977744007</c:v>
                </c:pt>
                <c:pt idx="12835">
                  <c:v>8.0264355931507421</c:v>
                </c:pt>
                <c:pt idx="12836">
                  <c:v>8.0272297458218702</c:v>
                </c:pt>
                <c:pt idx="12837">
                  <c:v>8.0276559766763853</c:v>
                </c:pt>
                <c:pt idx="12838">
                  <c:v>8.0257680778548846</c:v>
                </c:pt>
                <c:pt idx="12839">
                  <c:v>8.0254064796944942</c:v>
                </c:pt>
                <c:pt idx="12840">
                  <c:v>8.0251700406520765</c:v>
                </c:pt>
                <c:pt idx="12841">
                  <c:v>8.025011784995689</c:v>
                </c:pt>
                <c:pt idx="12842">
                  <c:v>8.0222717529667804</c:v>
                </c:pt>
                <c:pt idx="12843">
                  <c:v>8.0188752104463514</c:v>
                </c:pt>
                <c:pt idx="12844">
                  <c:v>8.0186126555249864</c:v>
                </c:pt>
                <c:pt idx="12845">
                  <c:v>8.0212648954954222</c:v>
                </c:pt>
                <c:pt idx="12846">
                  <c:v>8.0243150330554762</c:v>
                </c:pt>
                <c:pt idx="12847">
                  <c:v>8.0215641604730425</c:v>
                </c:pt>
                <c:pt idx="12848">
                  <c:v>8.0188261815792714</c:v>
                </c:pt>
                <c:pt idx="12849">
                  <c:v>8.0194472960210241</c:v>
                </c:pt>
                <c:pt idx="12850">
                  <c:v>8.0211979632899446</c:v>
                </c:pt>
                <c:pt idx="12851">
                  <c:v>8.0212905186219352</c:v>
                </c:pt>
                <c:pt idx="12852">
                  <c:v>8.0210604853611471</c:v>
                </c:pt>
                <c:pt idx="12853">
                  <c:v>8.0207222108159151</c:v>
                </c:pt>
                <c:pt idx="12854">
                  <c:v>8.0217090296883349</c:v>
                </c:pt>
                <c:pt idx="12855">
                  <c:v>8.0227286165975453</c:v>
                </c:pt>
                <c:pt idx="12856">
                  <c:v>8.024151932000164</c:v>
                </c:pt>
                <c:pt idx="12857">
                  <c:v>8.0252207941526716</c:v>
                </c:pt>
                <c:pt idx="12858">
                  <c:v>8.0252064222067094</c:v>
                </c:pt>
                <c:pt idx="12859">
                  <c:v>8.0246455878125893</c:v>
                </c:pt>
                <c:pt idx="12860">
                  <c:v>8.0249707222929416</c:v>
                </c:pt>
                <c:pt idx="12861">
                  <c:v>8.0271201084055352</c:v>
                </c:pt>
                <c:pt idx="12862">
                  <c:v>8.0309157803966649</c:v>
                </c:pt>
                <c:pt idx="12863">
                  <c:v>8.0317332566829549</c:v>
                </c:pt>
                <c:pt idx="12864">
                  <c:v>8.0292408327516114</c:v>
                </c:pt>
                <c:pt idx="12865">
                  <c:v>8.0265137765367722</c:v>
                </c:pt>
                <c:pt idx="12866">
                  <c:v>8.0239373383156085</c:v>
                </c:pt>
                <c:pt idx="12867">
                  <c:v>8.020941485648585</c:v>
                </c:pt>
                <c:pt idx="12868">
                  <c:v>8.018798423192214</c:v>
                </c:pt>
                <c:pt idx="12869">
                  <c:v>8.0201892990596644</c:v>
                </c:pt>
                <c:pt idx="12870">
                  <c:v>8.0228028579641109</c:v>
                </c:pt>
                <c:pt idx="12871">
                  <c:v>8.0213109678479029</c:v>
                </c:pt>
                <c:pt idx="12872">
                  <c:v>8.0192988954132964</c:v>
                </c:pt>
                <c:pt idx="12873">
                  <c:v>8.0183061635116815</c:v>
                </c:pt>
                <c:pt idx="12874">
                  <c:v>8.0175823923130629</c:v>
                </c:pt>
                <c:pt idx="12875">
                  <c:v>8.0161415841990724</c:v>
                </c:pt>
                <c:pt idx="12876">
                  <c:v>8.0168719254301326</c:v>
                </c:pt>
                <c:pt idx="12877">
                  <c:v>8.0226031289779485</c:v>
                </c:pt>
                <c:pt idx="12878">
                  <c:v>8.0290120313719058</c:v>
                </c:pt>
                <c:pt idx="12879">
                  <c:v>8.0301342750379838</c:v>
                </c:pt>
                <c:pt idx="12880">
                  <c:v>8.027919024350183</c:v>
                </c:pt>
                <c:pt idx="12881">
                  <c:v>8.0248237178171067</c:v>
                </c:pt>
                <c:pt idx="12882">
                  <c:v>8.0222364390424179</c:v>
                </c:pt>
                <c:pt idx="12883">
                  <c:v>8.0206671867942347</c:v>
                </c:pt>
                <c:pt idx="12884">
                  <c:v>8.0213044799408699</c:v>
                </c:pt>
                <c:pt idx="12885">
                  <c:v>8.0218265511435956</c:v>
                </c:pt>
                <c:pt idx="12886">
                  <c:v>8.0223644725495831</c:v>
                </c:pt>
                <c:pt idx="12887">
                  <c:v>8.0220544491438428</c:v>
                </c:pt>
                <c:pt idx="12888">
                  <c:v>8.02138923335934</c:v>
                </c:pt>
                <c:pt idx="12889">
                  <c:v>8.0214529626740028</c:v>
                </c:pt>
                <c:pt idx="12890">
                  <c:v>8.0217457397445902</c:v>
                </c:pt>
                <c:pt idx="12891">
                  <c:v>8.0243494436003786</c:v>
                </c:pt>
                <c:pt idx="12892">
                  <c:v>8.0268509834517303</c:v>
                </c:pt>
                <c:pt idx="12893">
                  <c:v>8.0288740606906739</c:v>
                </c:pt>
                <c:pt idx="12894">
                  <c:v>8.029164866751529</c:v>
                </c:pt>
                <c:pt idx="12895">
                  <c:v>8.025703691536977</c:v>
                </c:pt>
                <c:pt idx="12896">
                  <c:v>8.0235620252124988</c:v>
                </c:pt>
                <c:pt idx="12897">
                  <c:v>8.0258352564365794</c:v>
                </c:pt>
                <c:pt idx="12898">
                  <c:v>8.0273871802242027</c:v>
                </c:pt>
                <c:pt idx="12899">
                  <c:v>8.0256456288752922</c:v>
                </c:pt>
                <c:pt idx="12900">
                  <c:v>8.0228313554798181</c:v>
                </c:pt>
                <c:pt idx="12901">
                  <c:v>8.0200828645341442</c:v>
                </c:pt>
                <c:pt idx="12902">
                  <c:v>8.0198068410462771</c:v>
                </c:pt>
                <c:pt idx="12903">
                  <c:v>8.0212258859278123</c:v>
                </c:pt>
                <c:pt idx="12904">
                  <c:v>8.0200619225557421</c:v>
                </c:pt>
                <c:pt idx="12905">
                  <c:v>8.0205389069108524</c:v>
                </c:pt>
                <c:pt idx="12906">
                  <c:v>8.0195964357574017</c:v>
                </c:pt>
                <c:pt idx="12907">
                  <c:v>8.0188712684268886</c:v>
                </c:pt>
                <c:pt idx="12908">
                  <c:v>8.0221449513406977</c:v>
                </c:pt>
                <c:pt idx="12909">
                  <c:v>8.0267957130538328</c:v>
                </c:pt>
                <c:pt idx="12910">
                  <c:v>8.02656338028169</c:v>
                </c:pt>
                <c:pt idx="12911">
                  <c:v>8.0234627355972563</c:v>
                </c:pt>
                <c:pt idx="12912">
                  <c:v>8.0199752802529467</c:v>
                </c:pt>
                <c:pt idx="12913">
                  <c:v>8.0189276064550565</c:v>
                </c:pt>
                <c:pt idx="12914">
                  <c:v>8.0195173489919114</c:v>
                </c:pt>
                <c:pt idx="12915">
                  <c:v>8.0216493245185401</c:v>
                </c:pt>
                <c:pt idx="12916">
                  <c:v>8.0201787870077617</c:v>
                </c:pt>
                <c:pt idx="12917">
                  <c:v>8.0190053792140592</c:v>
                </c:pt>
                <c:pt idx="12918">
                  <c:v>8.0196912084753418</c:v>
                </c:pt>
                <c:pt idx="12919">
                  <c:v>8.0229785242064633</c:v>
                </c:pt>
                <c:pt idx="12920">
                  <c:v>8.025188600993717</c:v>
                </c:pt>
                <c:pt idx="12921">
                  <c:v>8.0234077937009811</c:v>
                </c:pt>
                <c:pt idx="12922">
                  <c:v>8.0234839239518738</c:v>
                </c:pt>
                <c:pt idx="12923">
                  <c:v>8.0235869092103638</c:v>
                </c:pt>
                <c:pt idx="12924">
                  <c:v>8.023645300373671</c:v>
                </c:pt>
                <c:pt idx="12925">
                  <c:v>8.0251590358477394</c:v>
                </c:pt>
                <c:pt idx="12926">
                  <c:v>8.026125569745</c:v>
                </c:pt>
                <c:pt idx="12927">
                  <c:v>8.0257641358354199</c:v>
                </c:pt>
                <c:pt idx="12928">
                  <c:v>8.02651599392272</c:v>
                </c:pt>
                <c:pt idx="12929">
                  <c:v>8.0273174557549378</c:v>
                </c:pt>
                <c:pt idx="12930">
                  <c:v>8.0270365047427426</c:v>
                </c:pt>
                <c:pt idx="12931">
                  <c:v>8.0269923212745855</c:v>
                </c:pt>
                <c:pt idx="12932">
                  <c:v>8.0285554141173581</c:v>
                </c:pt>
                <c:pt idx="12933">
                  <c:v>8.0273554798176807</c:v>
                </c:pt>
                <c:pt idx="12934">
                  <c:v>8.0243372890403641</c:v>
                </c:pt>
                <c:pt idx="12935">
                  <c:v>8.0237164209748286</c:v>
                </c:pt>
                <c:pt idx="12936">
                  <c:v>8.0212000985504872</c:v>
                </c:pt>
                <c:pt idx="12937">
                  <c:v>8.0213405329938823</c:v>
                </c:pt>
                <c:pt idx="12938">
                  <c:v>8.0198322999219815</c:v>
                </c:pt>
                <c:pt idx="12939">
                  <c:v>8.0177715271219157</c:v>
                </c:pt>
                <c:pt idx="12940">
                  <c:v>8.0182681394489386</c:v>
                </c:pt>
                <c:pt idx="12941">
                  <c:v>8.0199269905145165</c:v>
                </c:pt>
                <c:pt idx="12942">
                  <c:v>8.0223532213690305</c:v>
                </c:pt>
                <c:pt idx="12943">
                  <c:v>8.0243111731614167</c:v>
                </c:pt>
                <c:pt idx="12944">
                  <c:v>8.0250976881698346</c:v>
                </c:pt>
                <c:pt idx="12945">
                  <c:v>8.0248471235576719</c:v>
                </c:pt>
                <c:pt idx="12946">
                  <c:v>8.0245804623660337</c:v>
                </c:pt>
                <c:pt idx="12947">
                  <c:v>8.0256361844536599</c:v>
                </c:pt>
                <c:pt idx="12948">
                  <c:v>8.025869831232292</c:v>
                </c:pt>
                <c:pt idx="12949">
                  <c:v>8.0238811645382491</c:v>
                </c:pt>
                <c:pt idx="12950">
                  <c:v>8.0221173572044506</c:v>
                </c:pt>
                <c:pt idx="12951">
                  <c:v>8.0230563790908711</c:v>
                </c:pt>
                <c:pt idx="12952">
                  <c:v>8.0239828357902514</c:v>
                </c:pt>
                <c:pt idx="12953">
                  <c:v>8.0263905063031249</c:v>
                </c:pt>
                <c:pt idx="12954">
                  <c:v>8.0282112265429308</c:v>
                </c:pt>
                <c:pt idx="12955">
                  <c:v>8.0292917505030186</c:v>
                </c:pt>
                <c:pt idx="12956">
                  <c:v>8.0298802611587892</c:v>
                </c:pt>
                <c:pt idx="12957">
                  <c:v>8.0296774114072189</c:v>
                </c:pt>
                <c:pt idx="12958">
                  <c:v>8.0267674619143428</c:v>
                </c:pt>
                <c:pt idx="12959">
                  <c:v>8.0246101917628216</c:v>
                </c:pt>
                <c:pt idx="12960">
                  <c:v>8.0233943251344808</c:v>
                </c:pt>
                <c:pt idx="12961">
                  <c:v>8.0204196608220748</c:v>
                </c:pt>
                <c:pt idx="12962">
                  <c:v>8.0203285837473821</c:v>
                </c:pt>
                <c:pt idx="12963">
                  <c:v>8.0229639058842857</c:v>
                </c:pt>
                <c:pt idx="12964">
                  <c:v>8.0241655648174763</c:v>
                </c:pt>
                <c:pt idx="12965">
                  <c:v>8.0244092308955768</c:v>
                </c:pt>
                <c:pt idx="12966">
                  <c:v>8.0256868558288499</c:v>
                </c:pt>
                <c:pt idx="12967">
                  <c:v>8.027846753993348</c:v>
                </c:pt>
                <c:pt idx="12968">
                  <c:v>8.0301247484909464</c:v>
                </c:pt>
                <c:pt idx="12969">
                  <c:v>8.0294358805896611</c:v>
                </c:pt>
                <c:pt idx="12970">
                  <c:v>8.0246646409066642</c:v>
                </c:pt>
                <c:pt idx="12971">
                  <c:v>8.0195356629573364</c:v>
                </c:pt>
                <c:pt idx="12972">
                  <c:v>8.018305917135466</c:v>
                </c:pt>
                <c:pt idx="12973">
                  <c:v>8.02094394941075</c:v>
                </c:pt>
                <c:pt idx="12974">
                  <c:v>8.0239157393339635</c:v>
                </c:pt>
                <c:pt idx="12975">
                  <c:v>8.0256130250893118</c:v>
                </c:pt>
                <c:pt idx="12976">
                  <c:v>8.0278562805403855</c:v>
                </c:pt>
                <c:pt idx="12977">
                  <c:v>8.0283549460025458</c:v>
                </c:pt>
                <c:pt idx="12978">
                  <c:v>8.0284189216934259</c:v>
                </c:pt>
                <c:pt idx="12979">
                  <c:v>8.0257639715846096</c:v>
                </c:pt>
                <c:pt idx="12980">
                  <c:v>8.0208627273847171</c:v>
                </c:pt>
                <c:pt idx="12981">
                  <c:v>8.0184942306902638</c:v>
                </c:pt>
                <c:pt idx="12982">
                  <c:v>8.0200525602595167</c:v>
                </c:pt>
                <c:pt idx="12983">
                  <c:v>8.0208258530776497</c:v>
                </c:pt>
                <c:pt idx="12984">
                  <c:v>8.0197863918203094</c:v>
                </c:pt>
                <c:pt idx="12985">
                  <c:v>8.0196199236233721</c:v>
                </c:pt>
                <c:pt idx="12986">
                  <c:v>8.022904282839896</c:v>
                </c:pt>
                <c:pt idx="12987">
                  <c:v>8.0226083028784956</c:v>
                </c:pt>
                <c:pt idx="12988">
                  <c:v>8.018613969531474</c:v>
                </c:pt>
                <c:pt idx="12989">
                  <c:v>8.0189210364226167</c:v>
                </c:pt>
                <c:pt idx="12990">
                  <c:v>8.0223655401798553</c:v>
                </c:pt>
                <c:pt idx="12991">
                  <c:v>8.0231063934628182</c:v>
                </c:pt>
                <c:pt idx="12992">
                  <c:v>8.0242940910770741</c:v>
                </c:pt>
                <c:pt idx="12993">
                  <c:v>8.0226231675768904</c:v>
                </c:pt>
                <c:pt idx="12994">
                  <c:v>8.0197051697942765</c:v>
                </c:pt>
                <c:pt idx="12995">
                  <c:v>8.0192629244856892</c:v>
                </c:pt>
                <c:pt idx="12996">
                  <c:v>8.0209155340204497</c:v>
                </c:pt>
                <c:pt idx="12997">
                  <c:v>8.0221381349320406</c:v>
                </c:pt>
                <c:pt idx="12998">
                  <c:v>8.0206535539769224</c:v>
                </c:pt>
                <c:pt idx="12999">
                  <c:v>8.0208696259187775</c:v>
                </c:pt>
                <c:pt idx="13000">
                  <c:v>8.02056099864493</c:v>
                </c:pt>
                <c:pt idx="13001">
                  <c:v>8.0181143185644483</c:v>
                </c:pt>
                <c:pt idx="13002">
                  <c:v>8.0194196197593719</c:v>
                </c:pt>
                <c:pt idx="13003">
                  <c:v>8.0215469141378879</c:v>
                </c:pt>
                <c:pt idx="13004">
                  <c:v>8.0229686691578035</c:v>
                </c:pt>
                <c:pt idx="13005">
                  <c:v>8.0206087135055224</c:v>
                </c:pt>
                <c:pt idx="13006">
                  <c:v>8.0196152424752594</c:v>
                </c:pt>
                <c:pt idx="13007">
                  <c:v>8.0205042499897345</c:v>
                </c:pt>
                <c:pt idx="13008">
                  <c:v>8.0207016794645423</c:v>
                </c:pt>
                <c:pt idx="13009">
                  <c:v>8.0219467827372402</c:v>
                </c:pt>
                <c:pt idx="13010">
                  <c:v>8.0213418470003699</c:v>
                </c:pt>
                <c:pt idx="13011">
                  <c:v>8.0204955446967521</c:v>
                </c:pt>
                <c:pt idx="13012">
                  <c:v>8.0206904282839897</c:v>
                </c:pt>
                <c:pt idx="13013">
                  <c:v>8.0237344064386313</c:v>
                </c:pt>
                <c:pt idx="13014">
                  <c:v>8.026065864575207</c:v>
                </c:pt>
                <c:pt idx="13015">
                  <c:v>8.0272787746889502</c:v>
                </c:pt>
                <c:pt idx="13016">
                  <c:v>8.0281661396953155</c:v>
                </c:pt>
                <c:pt idx="13017">
                  <c:v>8.0261040528887619</c:v>
                </c:pt>
                <c:pt idx="13018">
                  <c:v>8.0216050589249779</c:v>
                </c:pt>
                <c:pt idx="13019">
                  <c:v>8.0222614872910931</c:v>
                </c:pt>
                <c:pt idx="13020">
                  <c:v>8.0242513858662186</c:v>
                </c:pt>
                <c:pt idx="13021">
                  <c:v>8.0216551554223301</c:v>
                </c:pt>
                <c:pt idx="13022">
                  <c:v>8.020742085164045</c:v>
                </c:pt>
                <c:pt idx="13023">
                  <c:v>8.0248043362214094</c:v>
                </c:pt>
                <c:pt idx="13024">
                  <c:v>8.0293944893852913</c:v>
                </c:pt>
                <c:pt idx="13025">
                  <c:v>8.0313631996057975</c:v>
                </c:pt>
                <c:pt idx="13026">
                  <c:v>8.0316250975239196</c:v>
                </c:pt>
                <c:pt idx="13027">
                  <c:v>8.0301690962099119</c:v>
                </c:pt>
                <c:pt idx="13028">
                  <c:v>8.0305841580092796</c:v>
                </c:pt>
                <c:pt idx="13029">
                  <c:v>8.0289757319426762</c:v>
                </c:pt>
                <c:pt idx="13030">
                  <c:v>8.0269311378474928</c:v>
                </c:pt>
                <c:pt idx="13031">
                  <c:v>8.0258552950355195</c:v>
                </c:pt>
                <c:pt idx="13032">
                  <c:v>8.0252859195992272</c:v>
                </c:pt>
                <c:pt idx="13033">
                  <c:v>8.0240692317168314</c:v>
                </c:pt>
                <c:pt idx="13034">
                  <c:v>8.0230036545805437</c:v>
                </c:pt>
                <c:pt idx="13035">
                  <c:v>8.023735063441876</c:v>
                </c:pt>
                <c:pt idx="13036">
                  <c:v>8.0253188518868317</c:v>
                </c:pt>
                <c:pt idx="13037">
                  <c:v>8.0243606947809312</c:v>
                </c:pt>
                <c:pt idx="13038">
                  <c:v>8.0240204492259686</c:v>
                </c:pt>
                <c:pt idx="13039">
                  <c:v>8.0250415143924769</c:v>
                </c:pt>
                <c:pt idx="13040">
                  <c:v>8.023234919722416</c:v>
                </c:pt>
                <c:pt idx="13041">
                  <c:v>8.0212437892662098</c:v>
                </c:pt>
                <c:pt idx="13042">
                  <c:v>8.0220985504865929</c:v>
                </c:pt>
                <c:pt idx="13043">
                  <c:v>8.0213425040036128</c:v>
                </c:pt>
                <c:pt idx="13044">
                  <c:v>8.0203445160760474</c:v>
                </c:pt>
                <c:pt idx="13045">
                  <c:v>8.0191200262801292</c:v>
                </c:pt>
                <c:pt idx="13046">
                  <c:v>8.0182733133494839</c:v>
                </c:pt>
                <c:pt idx="13047">
                  <c:v>8.018624070956351</c:v>
                </c:pt>
                <c:pt idx="13048">
                  <c:v>8.0199022707674619</c:v>
                </c:pt>
                <c:pt idx="13049">
                  <c:v>8.0207369112634996</c:v>
                </c:pt>
                <c:pt idx="13050">
                  <c:v>8.0203020572414072</c:v>
                </c:pt>
                <c:pt idx="13051">
                  <c:v>8.0212623496078503</c:v>
                </c:pt>
                <c:pt idx="13052">
                  <c:v>8.022772307313268</c:v>
                </c:pt>
                <c:pt idx="13053">
                  <c:v>8.0213065330760074</c:v>
                </c:pt>
                <c:pt idx="13054">
                  <c:v>8.0225356218946331</c:v>
                </c:pt>
                <c:pt idx="13055">
                  <c:v>8.0235347595778759</c:v>
                </c:pt>
                <c:pt idx="13056">
                  <c:v>8.0237971502484289</c:v>
                </c:pt>
                <c:pt idx="13057">
                  <c:v>8.0230854514844161</c:v>
                </c:pt>
                <c:pt idx="13058">
                  <c:v>8.0228164907814232</c:v>
                </c:pt>
                <c:pt idx="13059">
                  <c:v>8.0248668336549915</c:v>
                </c:pt>
                <c:pt idx="13060">
                  <c:v>8.0258722128690518</c:v>
                </c:pt>
                <c:pt idx="13061">
                  <c:v>8.0265131195335275</c:v>
                </c:pt>
                <c:pt idx="13062">
                  <c:v>8.0259444011004799</c:v>
                </c:pt>
                <c:pt idx="13063">
                  <c:v>8.02739580339178</c:v>
                </c:pt>
                <c:pt idx="13064">
                  <c:v>8.0300774442573815</c:v>
                </c:pt>
                <c:pt idx="13065">
                  <c:v>8.0310301810865194</c:v>
                </c:pt>
                <c:pt idx="13066">
                  <c:v>8.0273522769268677</c:v>
                </c:pt>
                <c:pt idx="13067">
                  <c:v>8.0230461955405907</c:v>
                </c:pt>
                <c:pt idx="13068">
                  <c:v>8.0227144089023934</c:v>
                </c:pt>
                <c:pt idx="13069">
                  <c:v>8.0243383566706363</c:v>
                </c:pt>
                <c:pt idx="13070">
                  <c:v>8.0265549213649248</c:v>
                </c:pt>
                <c:pt idx="13071">
                  <c:v>8.0272792674413829</c:v>
                </c:pt>
                <c:pt idx="13072">
                  <c:v>8.0264580955118472</c:v>
                </c:pt>
                <c:pt idx="13073">
                  <c:v>8.023914343202069</c:v>
                </c:pt>
                <c:pt idx="13074">
                  <c:v>8.0224659795507733</c:v>
                </c:pt>
                <c:pt idx="13075">
                  <c:v>8.0233644314868808</c:v>
                </c:pt>
                <c:pt idx="13076">
                  <c:v>8.0262433375764797</c:v>
                </c:pt>
                <c:pt idx="13077">
                  <c:v>8.0282554100110861</c:v>
                </c:pt>
                <c:pt idx="13078">
                  <c:v>8.0252262144294342</c:v>
                </c:pt>
                <c:pt idx="13079">
                  <c:v>8.0224630230361758</c:v>
                </c:pt>
                <c:pt idx="13080">
                  <c:v>8.0237994497597835</c:v>
                </c:pt>
                <c:pt idx="13081">
                  <c:v>8.0243577382663318</c:v>
                </c:pt>
                <c:pt idx="13082">
                  <c:v>8.0237506672689189</c:v>
                </c:pt>
                <c:pt idx="13083">
                  <c:v>8.0236740442655936</c:v>
                </c:pt>
                <c:pt idx="13084">
                  <c:v>8.0247200755553738</c:v>
                </c:pt>
                <c:pt idx="13085">
                  <c:v>8.0246164332936392</c:v>
                </c:pt>
                <c:pt idx="13086">
                  <c:v>8.0255296678027346</c:v>
                </c:pt>
                <c:pt idx="13087">
                  <c:v>8.0263521537387597</c:v>
                </c:pt>
                <c:pt idx="13088">
                  <c:v>8.0257919763478824</c:v>
                </c:pt>
                <c:pt idx="13089">
                  <c:v>8.0274376873485807</c:v>
                </c:pt>
                <c:pt idx="13090">
                  <c:v>8.0273040693138427</c:v>
                </c:pt>
                <c:pt idx="13091">
                  <c:v>8.0256145854720149</c:v>
                </c:pt>
                <c:pt idx="13092">
                  <c:v>8.0237859811932815</c:v>
                </c:pt>
                <c:pt idx="13093">
                  <c:v>8.0235012524124336</c:v>
                </c:pt>
                <c:pt idx="13094">
                  <c:v>8.0239829179156565</c:v>
                </c:pt>
                <c:pt idx="13095">
                  <c:v>8.0216333100644679</c:v>
                </c:pt>
                <c:pt idx="13096">
                  <c:v>8.0185830082536036</c:v>
                </c:pt>
                <c:pt idx="13097">
                  <c:v>8.0173147456165559</c:v>
                </c:pt>
                <c:pt idx="13098">
                  <c:v>8.0175718802611584</c:v>
                </c:pt>
                <c:pt idx="13099">
                  <c:v>8.018316675563586</c:v>
                </c:pt>
                <c:pt idx="13100">
                  <c:v>8.0207668049110996</c:v>
                </c:pt>
                <c:pt idx="13101">
                  <c:v>8.0228298772225184</c:v>
                </c:pt>
                <c:pt idx="13102">
                  <c:v>8.023479981932411</c:v>
                </c:pt>
                <c:pt idx="13103">
                  <c:v>8.0252927360078843</c:v>
                </c:pt>
                <c:pt idx="13104">
                  <c:v>8.0282937625754531</c:v>
                </c:pt>
                <c:pt idx="13105">
                  <c:v>8.028180593766681</c:v>
                </c:pt>
                <c:pt idx="13106">
                  <c:v>8.0247601527532542</c:v>
                </c:pt>
                <c:pt idx="13107">
                  <c:v>8.0233882478544736</c:v>
                </c:pt>
                <c:pt idx="13108">
                  <c:v>8.0239586909210363</c:v>
                </c:pt>
                <c:pt idx="13109">
                  <c:v>8.0241758304931636</c:v>
                </c:pt>
                <c:pt idx="13110">
                  <c:v>8.0270739539276477</c:v>
                </c:pt>
                <c:pt idx="13111">
                  <c:v>8.0295100398308215</c:v>
                </c:pt>
                <c:pt idx="13112">
                  <c:v>8.0273437358846955</c:v>
                </c:pt>
                <c:pt idx="13113">
                  <c:v>8.0245286412351664</c:v>
                </c:pt>
                <c:pt idx="13114">
                  <c:v>8.0237967396214014</c:v>
                </c:pt>
                <c:pt idx="13115">
                  <c:v>8.023299716667351</c:v>
                </c:pt>
                <c:pt idx="13116">
                  <c:v>8.0217247156407829</c:v>
                </c:pt>
                <c:pt idx="13117">
                  <c:v>8.0194085328296314</c:v>
                </c:pt>
                <c:pt idx="13118">
                  <c:v>8.0172510984272982</c:v>
                </c:pt>
                <c:pt idx="13119">
                  <c:v>8.0160036956432474</c:v>
                </c:pt>
                <c:pt idx="13120">
                  <c:v>8.0182177144499658</c:v>
                </c:pt>
                <c:pt idx="13121">
                  <c:v>8.0213882478544729</c:v>
                </c:pt>
                <c:pt idx="13122">
                  <c:v>8.0222839075267931</c:v>
                </c:pt>
                <c:pt idx="13123">
                  <c:v>8.0216503921488105</c:v>
                </c:pt>
                <c:pt idx="13124">
                  <c:v>8.0197426189791816</c:v>
                </c:pt>
                <c:pt idx="13125">
                  <c:v>8.0188312733544116</c:v>
                </c:pt>
                <c:pt idx="13126">
                  <c:v>8.0181365745493363</c:v>
                </c:pt>
                <c:pt idx="13127">
                  <c:v>8.0175729478914306</c:v>
                </c:pt>
                <c:pt idx="13128">
                  <c:v>8.0168706114236432</c:v>
                </c:pt>
                <c:pt idx="13129">
                  <c:v>8.017513489097853</c:v>
                </c:pt>
                <c:pt idx="13130">
                  <c:v>8.0198958649858341</c:v>
                </c:pt>
                <c:pt idx="13131">
                  <c:v>8.0219314252864127</c:v>
                </c:pt>
                <c:pt idx="13132">
                  <c:v>8.018791771034369</c:v>
                </c:pt>
                <c:pt idx="13133">
                  <c:v>8.0164320617583051</c:v>
                </c:pt>
                <c:pt idx="13134">
                  <c:v>8.0183172504414237</c:v>
                </c:pt>
                <c:pt idx="13135">
                  <c:v>8.0230125241243382</c:v>
                </c:pt>
                <c:pt idx="13136">
                  <c:v>8.0277514063975683</c:v>
                </c:pt>
                <c:pt idx="13137">
                  <c:v>8.0286266168439209</c:v>
                </c:pt>
                <c:pt idx="13138">
                  <c:v>8.0266358970147422</c:v>
                </c:pt>
                <c:pt idx="13139">
                  <c:v>8.0263829507658198</c:v>
                </c:pt>
                <c:pt idx="13140">
                  <c:v>8.0239756087545686</c:v>
                </c:pt>
                <c:pt idx="13141">
                  <c:v>8.0227663121586659</c:v>
                </c:pt>
                <c:pt idx="13142">
                  <c:v>8.0227006118342707</c:v>
                </c:pt>
                <c:pt idx="13143">
                  <c:v>8.0225077813821706</c:v>
                </c:pt>
                <c:pt idx="13144">
                  <c:v>8.0251564899601693</c:v>
                </c:pt>
                <c:pt idx="13145">
                  <c:v>8.0262433375764797</c:v>
                </c:pt>
                <c:pt idx="13146">
                  <c:v>8.0278367346938779</c:v>
                </c:pt>
                <c:pt idx="13147">
                  <c:v>8.0282947480803184</c:v>
                </c:pt>
                <c:pt idx="13148">
                  <c:v>8.0275559479324929</c:v>
                </c:pt>
                <c:pt idx="13149">
                  <c:v>8.0286635732763934</c:v>
                </c:pt>
                <c:pt idx="13150">
                  <c:v>8.027114852379583</c:v>
                </c:pt>
                <c:pt idx="13151">
                  <c:v>8.0241216277255365</c:v>
                </c:pt>
                <c:pt idx="13152">
                  <c:v>8.022590399540098</c:v>
                </c:pt>
                <c:pt idx="13153">
                  <c:v>8.0239234591220789</c:v>
                </c:pt>
                <c:pt idx="13154">
                  <c:v>8.0285346363897681</c:v>
                </c:pt>
                <c:pt idx="13155">
                  <c:v>8.0300781833860313</c:v>
                </c:pt>
                <c:pt idx="13156">
                  <c:v>8.0275226871432679</c:v>
                </c:pt>
                <c:pt idx="13157">
                  <c:v>8.0267856937543627</c:v>
                </c:pt>
                <c:pt idx="13158">
                  <c:v>8.0271130456206627</c:v>
                </c:pt>
                <c:pt idx="13159">
                  <c:v>8.0268072927360077</c:v>
                </c:pt>
                <c:pt idx="13160">
                  <c:v>8.026744466800805</c:v>
                </c:pt>
                <c:pt idx="13161">
                  <c:v>8.0256420974828568</c:v>
                </c:pt>
                <c:pt idx="13162">
                  <c:v>8.0258685993512096</c:v>
                </c:pt>
                <c:pt idx="13163">
                  <c:v>8.0270163018929903</c:v>
                </c:pt>
                <c:pt idx="13164">
                  <c:v>8.0278559520387631</c:v>
                </c:pt>
                <c:pt idx="13165">
                  <c:v>8.0266878002710147</c:v>
                </c:pt>
                <c:pt idx="13166">
                  <c:v>8.0254438467539941</c:v>
                </c:pt>
                <c:pt idx="13167">
                  <c:v>8.0270489878043776</c:v>
                </c:pt>
                <c:pt idx="13168">
                  <c:v>8.0284494723442705</c:v>
                </c:pt>
                <c:pt idx="13169">
                  <c:v>8.029745575493779</c:v>
                </c:pt>
                <c:pt idx="13170">
                  <c:v>8.0320505892497849</c:v>
                </c:pt>
                <c:pt idx="13171">
                  <c:v>8.0306088777563343</c:v>
                </c:pt>
                <c:pt idx="13172">
                  <c:v>8.0312958567732924</c:v>
                </c:pt>
                <c:pt idx="13173">
                  <c:v>8.0348249496981889</c:v>
                </c:pt>
                <c:pt idx="13174">
                  <c:v>8.0326652157845029</c:v>
                </c:pt>
                <c:pt idx="13175">
                  <c:v>8.0265594382622272</c:v>
                </c:pt>
                <c:pt idx="13176">
                  <c:v>8.0222769268673257</c:v>
                </c:pt>
                <c:pt idx="13177">
                  <c:v>8.0194033589290843</c:v>
                </c:pt>
                <c:pt idx="13178">
                  <c:v>8.0169473986777806</c:v>
                </c:pt>
                <c:pt idx="13179">
                  <c:v>8.0200376134357168</c:v>
                </c:pt>
                <c:pt idx="13180">
                  <c:v>8.0243482117192961</c:v>
                </c:pt>
                <c:pt idx="13181">
                  <c:v>8.0259746232497022</c:v>
                </c:pt>
                <c:pt idx="13182">
                  <c:v>8.0256998316429193</c:v>
                </c:pt>
                <c:pt idx="13183">
                  <c:v>8.0266985586991328</c:v>
                </c:pt>
                <c:pt idx="13184">
                  <c:v>8.0280997823676756</c:v>
                </c:pt>
                <c:pt idx="13185">
                  <c:v>8.0252971707797816</c:v>
                </c:pt>
                <c:pt idx="13186">
                  <c:v>8.0215458465076175</c:v>
                </c:pt>
                <c:pt idx="13187">
                  <c:v>8.0226679259228835</c:v>
                </c:pt>
                <c:pt idx="13188">
                  <c:v>8.023724222888351</c:v>
                </c:pt>
                <c:pt idx="13189">
                  <c:v>8.0201849464131723</c:v>
                </c:pt>
                <c:pt idx="13190">
                  <c:v>8.0190686979016963</c:v>
                </c:pt>
                <c:pt idx="13191">
                  <c:v>8.0220089516691981</c:v>
                </c:pt>
                <c:pt idx="13192">
                  <c:v>8.0253710015193196</c:v>
                </c:pt>
                <c:pt idx="13193">
                  <c:v>8.0257464788732396</c:v>
                </c:pt>
                <c:pt idx="13194">
                  <c:v>8.0248899930193414</c:v>
                </c:pt>
                <c:pt idx="13195">
                  <c:v>8.0227858580051734</c:v>
                </c:pt>
                <c:pt idx="13196">
                  <c:v>8.0232340163429559</c:v>
                </c:pt>
                <c:pt idx="13197">
                  <c:v>8.0272405042499901</c:v>
                </c:pt>
                <c:pt idx="13198">
                  <c:v>8.0277742372602958</c:v>
                </c:pt>
                <c:pt idx="13199">
                  <c:v>8.0282033425040034</c:v>
                </c:pt>
                <c:pt idx="13200">
                  <c:v>8.0285825976265759</c:v>
                </c:pt>
                <c:pt idx="13201">
                  <c:v>8.0265410421713952</c:v>
                </c:pt>
                <c:pt idx="13202">
                  <c:v>8.0253584363322794</c:v>
                </c:pt>
                <c:pt idx="13203">
                  <c:v>8.0263663614339098</c:v>
                </c:pt>
                <c:pt idx="13204">
                  <c:v>8.0242691249538041</c:v>
                </c:pt>
                <c:pt idx="13205">
                  <c:v>8.0203043567527619</c:v>
                </c:pt>
                <c:pt idx="13206">
                  <c:v>8.0203151151808818</c:v>
                </c:pt>
                <c:pt idx="13207">
                  <c:v>8.022411776783148</c:v>
                </c:pt>
                <c:pt idx="13208">
                  <c:v>8.0231155093828281</c:v>
                </c:pt>
                <c:pt idx="13209">
                  <c:v>8.0226283414774358</c:v>
                </c:pt>
                <c:pt idx="13210">
                  <c:v>8.0230085821048736</c:v>
                </c:pt>
                <c:pt idx="13211">
                  <c:v>8.0263092842770902</c:v>
                </c:pt>
                <c:pt idx="13212">
                  <c:v>8.0289622633761759</c:v>
                </c:pt>
                <c:pt idx="13213">
                  <c:v>8.0318367346938775</c:v>
                </c:pt>
                <c:pt idx="13214">
                  <c:v>8.0334289820555984</c:v>
                </c:pt>
                <c:pt idx="13215">
                  <c:v>8.0320098550486598</c:v>
                </c:pt>
                <c:pt idx="13216">
                  <c:v>8.0291403112552864</c:v>
                </c:pt>
                <c:pt idx="13217">
                  <c:v>8.0268757853241901</c:v>
                </c:pt>
                <c:pt idx="13218">
                  <c:v>8.0282073666488731</c:v>
                </c:pt>
                <c:pt idx="13219">
                  <c:v>8.0314464747669696</c:v>
                </c:pt>
                <c:pt idx="13220">
                  <c:v>8.0338866669404183</c:v>
                </c:pt>
                <c:pt idx="13221">
                  <c:v>8.0323525643657874</c:v>
                </c:pt>
                <c:pt idx="13222">
                  <c:v>8.030907649981522</c:v>
                </c:pt>
                <c:pt idx="13223">
                  <c:v>8.0311766106845148</c:v>
                </c:pt>
                <c:pt idx="13224">
                  <c:v>8.0307048823553568</c:v>
                </c:pt>
                <c:pt idx="13225">
                  <c:v>8.0281396953147457</c:v>
                </c:pt>
                <c:pt idx="13226">
                  <c:v>8.0254198661355893</c:v>
                </c:pt>
                <c:pt idx="13227">
                  <c:v>8.0238020777727588</c:v>
                </c:pt>
                <c:pt idx="13228">
                  <c:v>8.0229475629285911</c:v>
                </c:pt>
                <c:pt idx="13229">
                  <c:v>8.0210730505481873</c:v>
                </c:pt>
                <c:pt idx="13230">
                  <c:v>8.0211036011990302</c:v>
                </c:pt>
                <c:pt idx="13231">
                  <c:v>8.023779903913276</c:v>
                </c:pt>
                <c:pt idx="13232">
                  <c:v>8.0266634090255824</c:v>
                </c:pt>
                <c:pt idx="13233">
                  <c:v>8.0291440068985338</c:v>
                </c:pt>
                <c:pt idx="13234">
                  <c:v>8.0282569703937909</c:v>
                </c:pt>
                <c:pt idx="13235">
                  <c:v>8.0278770582679755</c:v>
                </c:pt>
                <c:pt idx="13236">
                  <c:v>8.0264460230772396</c:v>
                </c:pt>
                <c:pt idx="13237">
                  <c:v>8.0255293393011122</c:v>
                </c:pt>
                <c:pt idx="13238">
                  <c:v>8.0294465568923741</c:v>
                </c:pt>
                <c:pt idx="13239">
                  <c:v>8.0321180142076951</c:v>
                </c:pt>
                <c:pt idx="13240">
                  <c:v>8.0315586580708747</c:v>
                </c:pt>
                <c:pt idx="13241">
                  <c:v>8.0329951956637782</c:v>
                </c:pt>
                <c:pt idx="13242">
                  <c:v>8.0318187492300748</c:v>
                </c:pt>
                <c:pt idx="13243">
                  <c:v>8.0268706935490499</c:v>
                </c:pt>
                <c:pt idx="13244">
                  <c:v>8.0222528641235158</c:v>
                </c:pt>
                <c:pt idx="13245">
                  <c:v>8.0225043321151404</c:v>
                </c:pt>
                <c:pt idx="13246">
                  <c:v>8.0236834065618208</c:v>
                </c:pt>
                <c:pt idx="13247">
                  <c:v>8.0243062456370886</c:v>
                </c:pt>
                <c:pt idx="13248">
                  <c:v>8.0261162074487746</c:v>
                </c:pt>
                <c:pt idx="13249">
                  <c:v>8.0273018519278931</c:v>
                </c:pt>
                <c:pt idx="13250">
                  <c:v>8.0276154067260705</c:v>
                </c:pt>
                <c:pt idx="13251">
                  <c:v>8.0266080565022797</c:v>
                </c:pt>
                <c:pt idx="13252">
                  <c:v>8.0232123352359057</c:v>
                </c:pt>
                <c:pt idx="13253">
                  <c:v>8.0205650227897998</c:v>
                </c:pt>
                <c:pt idx="13254">
                  <c:v>8.0210909538865849</c:v>
                </c:pt>
                <c:pt idx="13255">
                  <c:v>8.0245616556481743</c:v>
                </c:pt>
                <c:pt idx="13256">
                  <c:v>8.0253756005420271</c:v>
                </c:pt>
                <c:pt idx="13257">
                  <c:v>8.0222526177473004</c:v>
                </c:pt>
                <c:pt idx="13258">
                  <c:v>8.021628382540138</c:v>
                </c:pt>
                <c:pt idx="13259">
                  <c:v>8.024181989898576</c:v>
                </c:pt>
                <c:pt idx="13260">
                  <c:v>8.0283532213690307</c:v>
                </c:pt>
                <c:pt idx="13261">
                  <c:v>8.0281212170985086</c:v>
                </c:pt>
                <c:pt idx="13262">
                  <c:v>8.0263851681517675</c:v>
                </c:pt>
                <c:pt idx="13263">
                  <c:v>8.0266246458341897</c:v>
                </c:pt>
                <c:pt idx="13264">
                  <c:v>8.0260397486962596</c:v>
                </c:pt>
                <c:pt idx="13265">
                  <c:v>8.0218263868927853</c:v>
                </c:pt>
                <c:pt idx="13266">
                  <c:v>8.0174888514762035</c:v>
                </c:pt>
                <c:pt idx="13267">
                  <c:v>8.0204043033712473</c:v>
                </c:pt>
                <c:pt idx="13268">
                  <c:v>8.0261437194596148</c:v>
                </c:pt>
                <c:pt idx="13269">
                  <c:v>8.0272050260748156</c:v>
                </c:pt>
                <c:pt idx="13270">
                  <c:v>8.0244406849258816</c:v>
                </c:pt>
                <c:pt idx="13271">
                  <c:v>8.022861906130661</c:v>
                </c:pt>
                <c:pt idx="13272">
                  <c:v>8.0240329322876036</c:v>
                </c:pt>
                <c:pt idx="13273">
                  <c:v>8.0269293310885725</c:v>
                </c:pt>
                <c:pt idx="13274">
                  <c:v>8.030418511066399</c:v>
                </c:pt>
                <c:pt idx="13275">
                  <c:v>8.0308003942019468</c:v>
                </c:pt>
                <c:pt idx="13276">
                  <c:v>8.0299209953599142</c:v>
                </c:pt>
                <c:pt idx="13277">
                  <c:v>8.028339260050096</c:v>
                </c:pt>
                <c:pt idx="13278">
                  <c:v>8.0256798751693843</c:v>
                </c:pt>
                <c:pt idx="13279">
                  <c:v>8.0213053833203301</c:v>
                </c:pt>
                <c:pt idx="13280">
                  <c:v>8.02061914343202</c:v>
                </c:pt>
                <c:pt idx="13281">
                  <c:v>8.0242758592370542</c:v>
                </c:pt>
                <c:pt idx="13282">
                  <c:v>8.0248980413090791</c:v>
                </c:pt>
                <c:pt idx="13283">
                  <c:v>8.0259383238204745</c:v>
                </c:pt>
                <c:pt idx="13284">
                  <c:v>8.0314976388945922</c:v>
                </c:pt>
                <c:pt idx="13285">
                  <c:v>8.0329789348334906</c:v>
                </c:pt>
                <c:pt idx="13286">
                  <c:v>8.0311592822239568</c:v>
                </c:pt>
                <c:pt idx="13287">
                  <c:v>8.0311220794152671</c:v>
                </c:pt>
                <c:pt idx="13288">
                  <c:v>8.0310924321438844</c:v>
                </c:pt>
                <c:pt idx="13289">
                  <c:v>8.0292394366197186</c:v>
                </c:pt>
                <c:pt idx="13290">
                  <c:v>8.0264527573604898</c:v>
                </c:pt>
                <c:pt idx="13291">
                  <c:v>8.0239000533815137</c:v>
                </c:pt>
                <c:pt idx="13292">
                  <c:v>8.0211114852379577</c:v>
                </c:pt>
                <c:pt idx="13293">
                  <c:v>8.0204194965712645</c:v>
                </c:pt>
                <c:pt idx="13294">
                  <c:v>8.0200994538660542</c:v>
                </c:pt>
                <c:pt idx="13295">
                  <c:v>8.0189517513242716</c:v>
                </c:pt>
                <c:pt idx="13296">
                  <c:v>8.0168124666365532</c:v>
                </c:pt>
                <c:pt idx="13297">
                  <c:v>8.013807908676549</c:v>
                </c:pt>
                <c:pt idx="13298">
                  <c:v>8.0133404508684762</c:v>
                </c:pt>
                <c:pt idx="13299">
                  <c:v>8.0144944770664797</c:v>
                </c:pt>
                <c:pt idx="13300">
                  <c:v>8.0179597585513083</c:v>
                </c:pt>
                <c:pt idx="13301">
                  <c:v>8.0202843181538217</c:v>
                </c:pt>
                <c:pt idx="13302">
                  <c:v>8.022726645587813</c:v>
                </c:pt>
                <c:pt idx="13303">
                  <c:v>8.0248385003900964</c:v>
                </c:pt>
                <c:pt idx="13304">
                  <c:v>8.0264893031659348</c:v>
                </c:pt>
                <c:pt idx="13305">
                  <c:v>8.0280615940541207</c:v>
                </c:pt>
                <c:pt idx="13306">
                  <c:v>8.0270049685870326</c:v>
                </c:pt>
                <c:pt idx="13307">
                  <c:v>8.0217918120970726</c:v>
                </c:pt>
                <c:pt idx="13308">
                  <c:v>8.0198944688539395</c:v>
                </c:pt>
                <c:pt idx="13309">
                  <c:v>8.0220362173038229</c:v>
                </c:pt>
                <c:pt idx="13310">
                  <c:v>8.0243839362706861</c:v>
                </c:pt>
                <c:pt idx="13311">
                  <c:v>8.0251328378433868</c:v>
                </c:pt>
                <c:pt idx="13312">
                  <c:v>8.0244995688416214</c:v>
                </c:pt>
                <c:pt idx="13313">
                  <c:v>8.0255838705703617</c:v>
                </c:pt>
                <c:pt idx="13314">
                  <c:v>8.0271205190325627</c:v>
                </c:pt>
                <c:pt idx="13315">
                  <c:v>8.029015480638936</c:v>
                </c:pt>
                <c:pt idx="13316">
                  <c:v>8.027324190038188</c:v>
                </c:pt>
                <c:pt idx="13317">
                  <c:v>8.0244351003983088</c:v>
                </c:pt>
                <c:pt idx="13318">
                  <c:v>8.0254582186999546</c:v>
                </c:pt>
                <c:pt idx="13319">
                  <c:v>8.0273465281484828</c:v>
                </c:pt>
                <c:pt idx="13320">
                  <c:v>8.0267656551554225</c:v>
                </c:pt>
                <c:pt idx="13321">
                  <c:v>8.0223624194144456</c:v>
                </c:pt>
                <c:pt idx="13322">
                  <c:v>8.0201859319180393</c:v>
                </c:pt>
                <c:pt idx="13323">
                  <c:v>8.0200339177924693</c:v>
                </c:pt>
                <c:pt idx="13324">
                  <c:v>8.0195281895454364</c:v>
                </c:pt>
                <c:pt idx="13325">
                  <c:v>8.0231785816942462</c:v>
                </c:pt>
                <c:pt idx="13326">
                  <c:v>8.0244467622058888</c:v>
                </c:pt>
                <c:pt idx="13327">
                  <c:v>8.022417607686938</c:v>
                </c:pt>
                <c:pt idx="13328">
                  <c:v>8.0217564160473049</c:v>
                </c:pt>
                <c:pt idx="13329">
                  <c:v>8.0261339465363601</c:v>
                </c:pt>
                <c:pt idx="13330">
                  <c:v>8.0275419866135582</c:v>
                </c:pt>
                <c:pt idx="13331">
                  <c:v>8.0259067055393594</c:v>
                </c:pt>
                <c:pt idx="13332">
                  <c:v>8.0232853447213888</c:v>
                </c:pt>
                <c:pt idx="13333">
                  <c:v>8.0227741140721882</c:v>
                </c:pt>
                <c:pt idx="13334">
                  <c:v>8.025089886256314</c:v>
                </c:pt>
                <c:pt idx="13335">
                  <c:v>8.0253076007062791</c:v>
                </c:pt>
                <c:pt idx="13336">
                  <c:v>8.0271347267277129</c:v>
                </c:pt>
                <c:pt idx="13337">
                  <c:v>8.0320303864000326</c:v>
                </c:pt>
                <c:pt idx="13338">
                  <c:v>8.0309892826345823</c:v>
                </c:pt>
                <c:pt idx="13339">
                  <c:v>8.0269520798258949</c:v>
                </c:pt>
                <c:pt idx="13340">
                  <c:v>8.0249124132550396</c:v>
                </c:pt>
                <c:pt idx="13341">
                  <c:v>8.0263871391614998</c:v>
                </c:pt>
                <c:pt idx="13342">
                  <c:v>8.0266844331293878</c:v>
                </c:pt>
                <c:pt idx="13343">
                  <c:v>8.0240984683611867</c:v>
                </c:pt>
                <c:pt idx="13344">
                  <c:v>8.0212267071818673</c:v>
                </c:pt>
                <c:pt idx="13345">
                  <c:v>8.0182317578943039</c:v>
                </c:pt>
                <c:pt idx="13346">
                  <c:v>8.0183262842360286</c:v>
                </c:pt>
                <c:pt idx="13347">
                  <c:v>8.0187592493737938</c:v>
                </c:pt>
                <c:pt idx="13348">
                  <c:v>8.0193562189463314</c:v>
                </c:pt>
                <c:pt idx="13349">
                  <c:v>8.0206855007596598</c:v>
                </c:pt>
                <c:pt idx="13350">
                  <c:v>8.0230006159405409</c:v>
                </c:pt>
                <c:pt idx="13351">
                  <c:v>8.0230128526259605</c:v>
                </c:pt>
                <c:pt idx="13352">
                  <c:v>8.0241873280499316</c:v>
                </c:pt>
                <c:pt idx="13353">
                  <c:v>8.0271901613764225</c:v>
                </c:pt>
                <c:pt idx="13354">
                  <c:v>8.028288588674906</c:v>
                </c:pt>
                <c:pt idx="13355">
                  <c:v>8.0268769350798674</c:v>
                </c:pt>
                <c:pt idx="13356">
                  <c:v>8.0256510491520547</c:v>
                </c:pt>
                <c:pt idx="13357">
                  <c:v>8.0243533034944363</c:v>
                </c:pt>
                <c:pt idx="13358">
                  <c:v>8.0262793085040851</c:v>
                </c:pt>
                <c:pt idx="13359">
                  <c:v>8.0252631708619067</c:v>
                </c:pt>
                <c:pt idx="13360">
                  <c:v>8.0239715846096988</c:v>
                </c:pt>
                <c:pt idx="13361">
                  <c:v>8.024490042294584</c:v>
                </c:pt>
                <c:pt idx="13362">
                  <c:v>8.0255260542848923</c:v>
                </c:pt>
                <c:pt idx="13363">
                  <c:v>8.0227838869954429</c:v>
                </c:pt>
                <c:pt idx="13364">
                  <c:v>8.0197302180429517</c:v>
                </c:pt>
                <c:pt idx="13365">
                  <c:v>8.0201212992239146</c:v>
                </c:pt>
                <c:pt idx="13366">
                  <c:v>8.024803268591139</c:v>
                </c:pt>
                <c:pt idx="13367">
                  <c:v>8.0297702952408336</c:v>
                </c:pt>
                <c:pt idx="13368">
                  <c:v>8.029573769145486</c:v>
                </c:pt>
                <c:pt idx="13369">
                  <c:v>8.028540303042746</c:v>
                </c:pt>
                <c:pt idx="13370">
                  <c:v>8.0272239970434853</c:v>
                </c:pt>
                <c:pt idx="13371">
                  <c:v>8.0251564899601693</c:v>
                </c:pt>
                <c:pt idx="13372">
                  <c:v>8.0248740606906743</c:v>
                </c:pt>
                <c:pt idx="13373">
                  <c:v>8.0265287233605722</c:v>
                </c:pt>
                <c:pt idx="13374">
                  <c:v>8.0301203958444543</c:v>
                </c:pt>
                <c:pt idx="13375">
                  <c:v>8.0305125446556893</c:v>
                </c:pt>
                <c:pt idx="13376">
                  <c:v>8.029950806882109</c:v>
                </c:pt>
                <c:pt idx="13377">
                  <c:v>8.0308558288506546</c:v>
                </c:pt>
                <c:pt idx="13378">
                  <c:v>8.0295254794070541</c:v>
                </c:pt>
                <c:pt idx="13379">
                  <c:v>8.0263390957992851</c:v>
                </c:pt>
                <c:pt idx="13380">
                  <c:v>8.0242378351743113</c:v>
                </c:pt>
                <c:pt idx="13381">
                  <c:v>8.0253412721225317</c:v>
                </c:pt>
                <c:pt idx="13382">
                  <c:v>8.0266322834968999</c:v>
                </c:pt>
                <c:pt idx="13383">
                  <c:v>8.0264253274750548</c:v>
                </c:pt>
                <c:pt idx="13384">
                  <c:v>8.0259101548063896</c:v>
                </c:pt>
                <c:pt idx="13385">
                  <c:v>8.0252068328337369</c:v>
                </c:pt>
                <c:pt idx="13386">
                  <c:v>8.0240428694616686</c:v>
                </c:pt>
                <c:pt idx="13387">
                  <c:v>8.0242955693343738</c:v>
                </c:pt>
                <c:pt idx="13388">
                  <c:v>8.0244277912372191</c:v>
                </c:pt>
                <c:pt idx="13389">
                  <c:v>8.024525766845974</c:v>
                </c:pt>
                <c:pt idx="13390">
                  <c:v>8.0271685623947775</c:v>
                </c:pt>
                <c:pt idx="13391">
                  <c:v>8.028950683694001</c:v>
                </c:pt>
                <c:pt idx="13392">
                  <c:v>8.0298653964603943</c:v>
                </c:pt>
                <c:pt idx="13393">
                  <c:v>8.0271476204163754</c:v>
                </c:pt>
                <c:pt idx="13394">
                  <c:v>8.0241760768693791</c:v>
                </c:pt>
                <c:pt idx="13395">
                  <c:v>8.0271270069395975</c:v>
                </c:pt>
                <c:pt idx="13396">
                  <c:v>8.0275065905637906</c:v>
                </c:pt>
                <c:pt idx="13397">
                  <c:v>8.0272548761959506</c:v>
                </c:pt>
                <c:pt idx="13398">
                  <c:v>8.0275501991541081</c:v>
                </c:pt>
                <c:pt idx="13399">
                  <c:v>8.0291739005461338</c:v>
                </c:pt>
                <c:pt idx="13400">
                  <c:v>8.0297064838007639</c:v>
                </c:pt>
                <c:pt idx="13401">
                  <c:v>8.028633351127171</c:v>
                </c:pt>
                <c:pt idx="13402">
                  <c:v>8.0273428325052354</c:v>
                </c:pt>
                <c:pt idx="13403">
                  <c:v>8.029502320042706</c:v>
                </c:pt>
                <c:pt idx="13404">
                  <c:v>8.0311834270931719</c:v>
                </c:pt>
                <c:pt idx="13405">
                  <c:v>8.0289622633761759</c:v>
                </c:pt>
                <c:pt idx="13406">
                  <c:v>8.0257088654375224</c:v>
                </c:pt>
                <c:pt idx="13407">
                  <c:v>8.0238333675522515</c:v>
                </c:pt>
                <c:pt idx="13408">
                  <c:v>8.0249087176117939</c:v>
                </c:pt>
                <c:pt idx="13409">
                  <c:v>8.0250602389849295</c:v>
                </c:pt>
                <c:pt idx="13410">
                  <c:v>8.0245399745411241</c:v>
                </c:pt>
                <c:pt idx="13411">
                  <c:v>8.0230296883340859</c:v>
                </c:pt>
                <c:pt idx="13412">
                  <c:v>8.0239433334702088</c:v>
                </c:pt>
                <c:pt idx="13413">
                  <c:v>8.0248616597544444</c:v>
                </c:pt>
                <c:pt idx="13414">
                  <c:v>8.0257126432061749</c:v>
                </c:pt>
                <c:pt idx="13415">
                  <c:v>8.0268495051944324</c:v>
                </c:pt>
                <c:pt idx="13416">
                  <c:v>8.0261540672607072</c:v>
                </c:pt>
                <c:pt idx="13417">
                  <c:v>8.0238131647025011</c:v>
                </c:pt>
                <c:pt idx="13418">
                  <c:v>8.0201422412023167</c:v>
                </c:pt>
                <c:pt idx="13419">
                  <c:v>8.0193796246868967</c:v>
                </c:pt>
                <c:pt idx="13420">
                  <c:v>8.0171425286412354</c:v>
                </c:pt>
                <c:pt idx="13421">
                  <c:v>8.0161235987352679</c:v>
                </c:pt>
                <c:pt idx="13422">
                  <c:v>8.0183721923376989</c:v>
                </c:pt>
                <c:pt idx="13423">
                  <c:v>8.0213043156900579</c:v>
                </c:pt>
                <c:pt idx="13424">
                  <c:v>8.0234532090502189</c:v>
                </c:pt>
                <c:pt idx="13425">
                  <c:v>8.0239408697080439</c:v>
                </c:pt>
                <c:pt idx="13426">
                  <c:v>8.0246535539769219</c:v>
                </c:pt>
                <c:pt idx="13427">
                  <c:v>8.0273843879604154</c:v>
                </c:pt>
                <c:pt idx="13428">
                  <c:v>8.0298985751242142</c:v>
                </c:pt>
                <c:pt idx="13429">
                  <c:v>8.0293057939473584</c:v>
                </c:pt>
                <c:pt idx="13430">
                  <c:v>8.026982876852955</c:v>
                </c:pt>
                <c:pt idx="13431">
                  <c:v>8.0285171436783962</c:v>
                </c:pt>
                <c:pt idx="13432">
                  <c:v>8.0284100521496331</c:v>
                </c:pt>
                <c:pt idx="13433">
                  <c:v>8.0266021434730828</c:v>
                </c:pt>
                <c:pt idx="13434">
                  <c:v>8.0274608467129305</c:v>
                </c:pt>
                <c:pt idx="13435">
                  <c:v>8.0275600542027679</c:v>
                </c:pt>
                <c:pt idx="13436">
                  <c:v>8.0283395064263132</c:v>
                </c:pt>
                <c:pt idx="13437">
                  <c:v>8.0302510573645964</c:v>
                </c:pt>
                <c:pt idx="13438">
                  <c:v>8.0308061429803317</c:v>
                </c:pt>
                <c:pt idx="13439">
                  <c:v>8.0303262021106221</c:v>
                </c:pt>
                <c:pt idx="13440">
                  <c:v>8.026707099741305</c:v>
                </c:pt>
                <c:pt idx="13441">
                  <c:v>8.0228409641522607</c:v>
                </c:pt>
                <c:pt idx="13442">
                  <c:v>8.0233739580339183</c:v>
                </c:pt>
                <c:pt idx="13443">
                  <c:v>8.0265080277583873</c:v>
                </c:pt>
                <c:pt idx="13444">
                  <c:v>8.0282224777234834</c:v>
                </c:pt>
                <c:pt idx="13445">
                  <c:v>8.0271379296185277</c:v>
                </c:pt>
                <c:pt idx="13446">
                  <c:v>8.0246885393996639</c:v>
                </c:pt>
                <c:pt idx="13447">
                  <c:v>8.0216012811563253</c:v>
                </c:pt>
                <c:pt idx="13448">
                  <c:v>8.0215405083562601</c:v>
                </c:pt>
                <c:pt idx="13449">
                  <c:v>8.0240865601773912</c:v>
                </c:pt>
                <c:pt idx="13450">
                  <c:v>8.0267625343900129</c:v>
                </c:pt>
                <c:pt idx="13451">
                  <c:v>8.0298957007350218</c:v>
                </c:pt>
                <c:pt idx="13452">
                  <c:v>8.0320681640865601</c:v>
                </c:pt>
                <c:pt idx="13453">
                  <c:v>8.0339586909210361</c:v>
                </c:pt>
                <c:pt idx="13454">
                  <c:v>8.0330404467622056</c:v>
                </c:pt>
                <c:pt idx="13455">
                  <c:v>8.0302904775592321</c:v>
                </c:pt>
                <c:pt idx="13456">
                  <c:v>8.0287888145197712</c:v>
                </c:pt>
                <c:pt idx="13457">
                  <c:v>8.0280996181168636</c:v>
                </c:pt>
                <c:pt idx="13458">
                  <c:v>8.027938980823718</c:v>
                </c:pt>
                <c:pt idx="13459">
                  <c:v>8.025986942060527</c:v>
                </c:pt>
                <c:pt idx="13460">
                  <c:v>8.0261724633515374</c:v>
                </c:pt>
                <c:pt idx="13461">
                  <c:v>8.0264675399334777</c:v>
                </c:pt>
                <c:pt idx="13462">
                  <c:v>8.0254762862891642</c:v>
                </c:pt>
                <c:pt idx="13463">
                  <c:v>8.0256508027758393</c:v>
                </c:pt>
                <c:pt idx="13464">
                  <c:v>8.0247298484786267</c:v>
                </c:pt>
                <c:pt idx="13465">
                  <c:v>8.0262723278446195</c:v>
                </c:pt>
                <c:pt idx="13466">
                  <c:v>8.0256285467909496</c:v>
                </c:pt>
                <c:pt idx="13467">
                  <c:v>8.0212143883710425</c:v>
                </c:pt>
                <c:pt idx="13468">
                  <c:v>8.0190895577546915</c:v>
                </c:pt>
                <c:pt idx="13469">
                  <c:v>8.0198030632776245</c:v>
                </c:pt>
                <c:pt idx="13470">
                  <c:v>8.0212540549418971</c:v>
                </c:pt>
                <c:pt idx="13471">
                  <c:v>8.0219453866053456</c:v>
                </c:pt>
                <c:pt idx="13472">
                  <c:v>8.0219160678355852</c:v>
                </c:pt>
                <c:pt idx="13473">
                  <c:v>8.0211733256682951</c:v>
                </c:pt>
                <c:pt idx="13474">
                  <c:v>8.0185871966492837</c:v>
                </c:pt>
                <c:pt idx="13475">
                  <c:v>8.0170667268919633</c:v>
                </c:pt>
                <c:pt idx="13476">
                  <c:v>8.017845686363076</c:v>
                </c:pt>
                <c:pt idx="13477">
                  <c:v>8.0219039132755725</c:v>
                </c:pt>
                <c:pt idx="13478">
                  <c:v>8.0239026813944889</c:v>
                </c:pt>
                <c:pt idx="13479">
                  <c:v>8.0232037941937335</c:v>
                </c:pt>
                <c:pt idx="13480">
                  <c:v>8.0222404631872877</c:v>
                </c:pt>
                <c:pt idx="13481">
                  <c:v>8.0206966698148072</c:v>
                </c:pt>
                <c:pt idx="13482">
                  <c:v>8.0197365416991744</c:v>
                </c:pt>
                <c:pt idx="13483">
                  <c:v>8.0206851722580375</c:v>
                </c:pt>
                <c:pt idx="13484">
                  <c:v>8.024279883381924</c:v>
                </c:pt>
                <c:pt idx="13485">
                  <c:v>8.0272874799819327</c:v>
                </c:pt>
                <c:pt idx="13486">
                  <c:v>8.0263877961647427</c:v>
                </c:pt>
                <c:pt idx="13487">
                  <c:v>8.0254371945961491</c:v>
                </c:pt>
                <c:pt idx="13488">
                  <c:v>8.0250092391081189</c:v>
                </c:pt>
                <c:pt idx="13489">
                  <c:v>8.0250236110540794</c:v>
                </c:pt>
                <c:pt idx="13490">
                  <c:v>8.0250501375600543</c:v>
                </c:pt>
                <c:pt idx="13491">
                  <c:v>8.0231659343818009</c:v>
                </c:pt>
                <c:pt idx="13492">
                  <c:v>8.0198377201987441</c:v>
                </c:pt>
                <c:pt idx="13493">
                  <c:v>8.0164215497064024</c:v>
                </c:pt>
                <c:pt idx="13494">
                  <c:v>8.0130792920790039</c:v>
                </c:pt>
                <c:pt idx="13495">
                  <c:v>8.0153101465938494</c:v>
                </c:pt>
                <c:pt idx="13496">
                  <c:v>8.0226523220958406</c:v>
                </c:pt>
                <c:pt idx="13497">
                  <c:v>8.025259228842442</c:v>
                </c:pt>
                <c:pt idx="13498">
                  <c:v>8.0249228431815389</c:v>
                </c:pt>
                <c:pt idx="13499">
                  <c:v>8.0256497351455671</c:v>
                </c:pt>
                <c:pt idx="13500">
                  <c:v>8.0247651624029892</c:v>
                </c:pt>
                <c:pt idx="13501">
                  <c:v>8.0226522399704354</c:v>
                </c:pt>
                <c:pt idx="13502">
                  <c:v>8.019836734693877</c:v>
                </c:pt>
                <c:pt idx="13503">
                  <c:v>8.0193834024555493</c:v>
                </c:pt>
                <c:pt idx="13504">
                  <c:v>8.0207857758797676</c:v>
                </c:pt>
                <c:pt idx="13505">
                  <c:v>8.0210997413049725</c:v>
                </c:pt>
                <c:pt idx="13506">
                  <c:v>8.0204149796739621</c:v>
                </c:pt>
                <c:pt idx="13507">
                  <c:v>8.0187585923705491</c:v>
                </c:pt>
                <c:pt idx="13508">
                  <c:v>8.0184041391204364</c:v>
                </c:pt>
                <c:pt idx="13509">
                  <c:v>8.0218084014289825</c:v>
                </c:pt>
                <c:pt idx="13510">
                  <c:v>8.0258893770787996</c:v>
                </c:pt>
                <c:pt idx="13511">
                  <c:v>8.0278240873814308</c:v>
                </c:pt>
                <c:pt idx="13512">
                  <c:v>8.0290415143924765</c:v>
                </c:pt>
                <c:pt idx="13513">
                  <c:v>8.0298049521619514</c:v>
                </c:pt>
                <c:pt idx="13514">
                  <c:v>8.0288698722949938</c:v>
                </c:pt>
                <c:pt idx="13515">
                  <c:v>8.0265223997043478</c:v>
                </c:pt>
                <c:pt idx="13516">
                  <c:v>8.0241757483677567</c:v>
                </c:pt>
                <c:pt idx="13517">
                  <c:v>8.0250944852790216</c:v>
                </c:pt>
                <c:pt idx="13518">
                  <c:v>8.025750174516487</c:v>
                </c:pt>
                <c:pt idx="13519">
                  <c:v>8.0240556810249259</c:v>
                </c:pt>
                <c:pt idx="13520">
                  <c:v>8.0221116084260657</c:v>
                </c:pt>
                <c:pt idx="13521">
                  <c:v>8.0211442532747501</c:v>
                </c:pt>
                <c:pt idx="13522">
                  <c:v>8.0221944729602104</c:v>
                </c:pt>
                <c:pt idx="13523">
                  <c:v>8.0240537921405988</c:v>
                </c:pt>
                <c:pt idx="13524">
                  <c:v>8.0245585348827664</c:v>
                </c:pt>
                <c:pt idx="13525">
                  <c:v>8.0253135137354743</c:v>
                </c:pt>
                <c:pt idx="13526">
                  <c:v>8.0264282018642472</c:v>
                </c:pt>
                <c:pt idx="13527">
                  <c:v>8.0275171847411002</c:v>
                </c:pt>
                <c:pt idx="13528">
                  <c:v>8.024774031946782</c:v>
                </c:pt>
                <c:pt idx="13529">
                  <c:v>8.0214932041226952</c:v>
                </c:pt>
                <c:pt idx="13530">
                  <c:v>8.0226841046277659</c:v>
                </c:pt>
                <c:pt idx="13531">
                  <c:v>8.0242211637169962</c:v>
                </c:pt>
                <c:pt idx="13532">
                  <c:v>8.0269934710302628</c:v>
                </c:pt>
                <c:pt idx="13533">
                  <c:v>8.0250626206216893</c:v>
                </c:pt>
                <c:pt idx="13534">
                  <c:v>8.0208826017328452</c:v>
                </c:pt>
                <c:pt idx="13535">
                  <c:v>8.0183415595614509</c:v>
                </c:pt>
                <c:pt idx="13536">
                  <c:v>8.0181568595244936</c:v>
                </c:pt>
                <c:pt idx="13537">
                  <c:v>8.0215411653595048</c:v>
                </c:pt>
                <c:pt idx="13538">
                  <c:v>8.023118630148236</c:v>
                </c:pt>
                <c:pt idx="13539">
                  <c:v>8.0249329446064142</c:v>
                </c:pt>
                <c:pt idx="13540">
                  <c:v>8.0265160760481251</c:v>
                </c:pt>
                <c:pt idx="13541">
                  <c:v>8.0277306286699783</c:v>
                </c:pt>
                <c:pt idx="13542">
                  <c:v>8.0283848396501458</c:v>
                </c:pt>
                <c:pt idx="13543">
                  <c:v>8.0260512462530276</c:v>
                </c:pt>
                <c:pt idx="13544">
                  <c:v>8.0241189997125613</c:v>
                </c:pt>
                <c:pt idx="13545">
                  <c:v>8.0242297868845736</c:v>
                </c:pt>
                <c:pt idx="13546">
                  <c:v>8.0245518827249214</c:v>
                </c:pt>
                <c:pt idx="13547">
                  <c:v>8.0247173654169917</c:v>
                </c:pt>
                <c:pt idx="13548">
                  <c:v>8.025352276926867</c:v>
                </c:pt>
                <c:pt idx="13549">
                  <c:v>8.0257912372192344</c:v>
                </c:pt>
                <c:pt idx="13550">
                  <c:v>8.026437892662095</c:v>
                </c:pt>
                <c:pt idx="13551">
                  <c:v>8.0250902147579346</c:v>
                </c:pt>
                <c:pt idx="13552">
                  <c:v>8.024158584158009</c:v>
                </c:pt>
                <c:pt idx="13553">
                  <c:v>8.0210402003859897</c:v>
                </c:pt>
                <c:pt idx="13554">
                  <c:v>8.0207562928591951</c:v>
                </c:pt>
                <c:pt idx="13555">
                  <c:v>8.022240627438098</c:v>
                </c:pt>
                <c:pt idx="13556">
                  <c:v>8.0198536525274093</c:v>
                </c:pt>
                <c:pt idx="13557">
                  <c:v>8.017676343776948</c:v>
                </c:pt>
                <c:pt idx="13558">
                  <c:v>8.0190511230649193</c:v>
                </c:pt>
                <c:pt idx="13559">
                  <c:v>8.0194726727713217</c:v>
                </c:pt>
                <c:pt idx="13560">
                  <c:v>8.0227418387878284</c:v>
                </c:pt>
                <c:pt idx="13561">
                  <c:v>8.0245750420892712</c:v>
                </c:pt>
                <c:pt idx="13562">
                  <c:v>8.0234499240340007</c:v>
                </c:pt>
                <c:pt idx="13563">
                  <c:v>8.0233494025376757</c:v>
                </c:pt>
                <c:pt idx="13564">
                  <c:v>8.0231747218001885</c:v>
                </c:pt>
                <c:pt idx="13565">
                  <c:v>8.0244755060978115</c:v>
                </c:pt>
                <c:pt idx="13566">
                  <c:v>8.0230811809633309</c:v>
                </c:pt>
                <c:pt idx="13567">
                  <c:v>8.0230484129265385</c:v>
                </c:pt>
                <c:pt idx="13568">
                  <c:v>8.0226320371206832</c:v>
                </c:pt>
                <c:pt idx="13569">
                  <c:v>8.0232386153656634</c:v>
                </c:pt>
                <c:pt idx="13570">
                  <c:v>8.023940951833449</c:v>
                </c:pt>
                <c:pt idx="13571">
                  <c:v>8.0239485073707559</c:v>
                </c:pt>
                <c:pt idx="13572">
                  <c:v>8.0239092514269288</c:v>
                </c:pt>
                <c:pt idx="13573">
                  <c:v>8.026094936968752</c:v>
                </c:pt>
                <c:pt idx="13574">
                  <c:v>8.0289290025869509</c:v>
                </c:pt>
                <c:pt idx="13575">
                  <c:v>8.027988666694041</c:v>
                </c:pt>
                <c:pt idx="13576">
                  <c:v>8.0255489672730267</c:v>
                </c:pt>
                <c:pt idx="13577">
                  <c:v>8.0241551348909788</c:v>
                </c:pt>
                <c:pt idx="13578">
                  <c:v>8.0239652609534762</c:v>
                </c:pt>
                <c:pt idx="13579">
                  <c:v>8.0261374779287973</c:v>
                </c:pt>
                <c:pt idx="13580">
                  <c:v>8.0294796534307888</c:v>
                </c:pt>
                <c:pt idx="13581">
                  <c:v>8.0296368414569042</c:v>
                </c:pt>
                <c:pt idx="13582">
                  <c:v>8.0297576479283865</c:v>
                </c:pt>
                <c:pt idx="13583">
                  <c:v>8.0310953065330768</c:v>
                </c:pt>
                <c:pt idx="13584">
                  <c:v>8.0302178787007765</c:v>
                </c:pt>
                <c:pt idx="13585">
                  <c:v>8.0253905473658271</c:v>
                </c:pt>
                <c:pt idx="13586">
                  <c:v>8.0221280335071654</c:v>
                </c:pt>
                <c:pt idx="13587">
                  <c:v>8.0204534964891394</c:v>
                </c:pt>
                <c:pt idx="13588">
                  <c:v>8.0193509629203792</c:v>
                </c:pt>
                <c:pt idx="13589">
                  <c:v>8.0211453209050223</c:v>
                </c:pt>
                <c:pt idx="13590">
                  <c:v>8.021670759249373</c:v>
                </c:pt>
                <c:pt idx="13591">
                  <c:v>8.0218737732517553</c:v>
                </c:pt>
                <c:pt idx="13592">
                  <c:v>8.0230795384552209</c:v>
                </c:pt>
                <c:pt idx="13593">
                  <c:v>8.0235746725249459</c:v>
                </c:pt>
                <c:pt idx="13594">
                  <c:v>8.0242477723483763</c:v>
                </c:pt>
                <c:pt idx="13595">
                  <c:v>8.0263073132673597</c:v>
                </c:pt>
                <c:pt idx="13596">
                  <c:v>8.0258180922268298</c:v>
                </c:pt>
                <c:pt idx="13597">
                  <c:v>8.0223498542274054</c:v>
                </c:pt>
                <c:pt idx="13598">
                  <c:v>8.0175494600254584</c:v>
                </c:pt>
                <c:pt idx="13599">
                  <c:v>8.0159669034615852</c:v>
                </c:pt>
                <c:pt idx="13600">
                  <c:v>8.0160400771978804</c:v>
                </c:pt>
                <c:pt idx="13601">
                  <c:v>8.0206735925758625</c:v>
                </c:pt>
                <c:pt idx="13602">
                  <c:v>8.0251773498131644</c:v>
                </c:pt>
                <c:pt idx="13603">
                  <c:v>8.0253252576684595</c:v>
                </c:pt>
                <c:pt idx="13604">
                  <c:v>8.0270205724140755</c:v>
                </c:pt>
                <c:pt idx="13605">
                  <c:v>8.0287103847575239</c:v>
                </c:pt>
                <c:pt idx="13606">
                  <c:v>8.0272455960251303</c:v>
                </c:pt>
                <c:pt idx="13607">
                  <c:v>8.0256087545682249</c:v>
                </c:pt>
                <c:pt idx="13608">
                  <c:v>8.025132262965549</c:v>
                </c:pt>
                <c:pt idx="13609">
                  <c:v>8.0235929043649659</c:v>
                </c:pt>
                <c:pt idx="13610">
                  <c:v>8.0208344762452271</c:v>
                </c:pt>
                <c:pt idx="13611">
                  <c:v>8.0211797314499247</c:v>
                </c:pt>
                <c:pt idx="13612">
                  <c:v>8.0226160226666128</c:v>
                </c:pt>
                <c:pt idx="13613">
                  <c:v>8.0223593807744429</c:v>
                </c:pt>
                <c:pt idx="13614">
                  <c:v>8.0210806060854924</c:v>
                </c:pt>
                <c:pt idx="13615">
                  <c:v>8.0233732189052684</c:v>
                </c:pt>
                <c:pt idx="13616">
                  <c:v>8.0274503346610278</c:v>
                </c:pt>
                <c:pt idx="13617">
                  <c:v>8.023631174803926</c:v>
                </c:pt>
                <c:pt idx="13618">
                  <c:v>8.0208667515295851</c:v>
                </c:pt>
                <c:pt idx="13619">
                  <c:v>8.0201252412433792</c:v>
                </c:pt>
                <c:pt idx="13620">
                  <c:v>8.019144828152589</c:v>
                </c:pt>
                <c:pt idx="13621">
                  <c:v>8.0195348417032815</c:v>
                </c:pt>
                <c:pt idx="13622">
                  <c:v>8.0219591015480631</c:v>
                </c:pt>
                <c:pt idx="13623">
                  <c:v>8.0237452469921564</c:v>
                </c:pt>
                <c:pt idx="13624">
                  <c:v>8.022703404098058</c:v>
                </c:pt>
                <c:pt idx="13625">
                  <c:v>8.0227420030386405</c:v>
                </c:pt>
                <c:pt idx="13626">
                  <c:v>8.0243813082577091</c:v>
                </c:pt>
                <c:pt idx="13627">
                  <c:v>8.02722046565105</c:v>
                </c:pt>
                <c:pt idx="13628">
                  <c:v>8.0277144499650959</c:v>
                </c:pt>
                <c:pt idx="13629">
                  <c:v>8.0258222806225099</c:v>
                </c:pt>
                <c:pt idx="13630">
                  <c:v>8.0256402085985297</c:v>
                </c:pt>
                <c:pt idx="13631">
                  <c:v>8.0242038352564364</c:v>
                </c:pt>
                <c:pt idx="13632">
                  <c:v>8.0228821089804132</c:v>
                </c:pt>
                <c:pt idx="13633">
                  <c:v>8.0226429597996134</c:v>
                </c:pt>
                <c:pt idx="13634">
                  <c:v>8.0234297211842485</c:v>
                </c:pt>
                <c:pt idx="13635">
                  <c:v>8.0233586827084959</c:v>
                </c:pt>
                <c:pt idx="13636">
                  <c:v>8.0228754568225682</c:v>
                </c:pt>
                <c:pt idx="13637">
                  <c:v>8.0220066521578453</c:v>
                </c:pt>
                <c:pt idx="13638">
                  <c:v>8.0232360694780933</c:v>
                </c:pt>
                <c:pt idx="13639">
                  <c:v>8.0264950519443197</c:v>
                </c:pt>
                <c:pt idx="13640">
                  <c:v>8.0270906253849628</c:v>
                </c:pt>
                <c:pt idx="13641">
                  <c:v>8.0249463310475093</c:v>
                </c:pt>
                <c:pt idx="13642">
                  <c:v>8.023538126719501</c:v>
                </c:pt>
                <c:pt idx="13643">
                  <c:v>8.0226152014125578</c:v>
                </c:pt>
                <c:pt idx="13644">
                  <c:v>8.0211762821828927</c:v>
                </c:pt>
                <c:pt idx="13645">
                  <c:v>8.0202347965343073</c:v>
                </c:pt>
                <c:pt idx="13646">
                  <c:v>8.0191005625590268</c:v>
                </c:pt>
                <c:pt idx="13647">
                  <c:v>8.0200328501621971</c:v>
                </c:pt>
                <c:pt idx="13648">
                  <c:v>8.0217587155586578</c:v>
                </c:pt>
                <c:pt idx="13649">
                  <c:v>8.0236948219931836</c:v>
                </c:pt>
                <c:pt idx="13650">
                  <c:v>8.0256924403564245</c:v>
                </c:pt>
                <c:pt idx="13651">
                  <c:v>8.0249617706237419</c:v>
                </c:pt>
                <c:pt idx="13652">
                  <c:v>8.0228704471728332</c:v>
                </c:pt>
                <c:pt idx="13653">
                  <c:v>8.0223244774771079</c:v>
                </c:pt>
                <c:pt idx="13654">
                  <c:v>8.0211247074282426</c:v>
                </c:pt>
                <c:pt idx="13655">
                  <c:v>8.0219740483718631</c:v>
                </c:pt>
                <c:pt idx="13656">
                  <c:v>8.0231905720034487</c:v>
                </c:pt>
                <c:pt idx="13657">
                  <c:v>8.0230989200509182</c:v>
                </c:pt>
                <c:pt idx="13658">
                  <c:v>8.0221554633926004</c:v>
                </c:pt>
                <c:pt idx="13659">
                  <c:v>8.0233683735063437</c:v>
                </c:pt>
                <c:pt idx="13660">
                  <c:v>8.0248615776290393</c:v>
                </c:pt>
                <c:pt idx="13661">
                  <c:v>8.0255740155217019</c:v>
                </c:pt>
                <c:pt idx="13662">
                  <c:v>8.0258461791155096</c:v>
                </c:pt>
                <c:pt idx="13663">
                  <c:v>8.0242610766640663</c:v>
                </c:pt>
                <c:pt idx="13664">
                  <c:v>8.0234714408902388</c:v>
                </c:pt>
                <c:pt idx="13665">
                  <c:v>8.0234468032685911</c:v>
                </c:pt>
                <c:pt idx="13666">
                  <c:v>8.0235626822157435</c:v>
                </c:pt>
                <c:pt idx="13667">
                  <c:v>8.0239691208475339</c:v>
                </c:pt>
                <c:pt idx="13668">
                  <c:v>8.025031577218412</c:v>
                </c:pt>
                <c:pt idx="13669">
                  <c:v>8.0261049562682221</c:v>
                </c:pt>
                <c:pt idx="13670">
                  <c:v>8.0277142857142856</c:v>
                </c:pt>
                <c:pt idx="13671">
                  <c:v>8.0267203219315899</c:v>
                </c:pt>
                <c:pt idx="13672">
                  <c:v>8.0271341518498751</c:v>
                </c:pt>
                <c:pt idx="13673">
                  <c:v>8.0266443559315075</c:v>
                </c:pt>
                <c:pt idx="13674">
                  <c:v>8.0244340327680366</c:v>
                </c:pt>
                <c:pt idx="13675">
                  <c:v>8.0226129019012031</c:v>
                </c:pt>
                <c:pt idx="13676">
                  <c:v>8.0208506549501095</c:v>
                </c:pt>
                <c:pt idx="13677">
                  <c:v>8.0209361474972276</c:v>
                </c:pt>
                <c:pt idx="13678">
                  <c:v>8.0193217262760239</c:v>
                </c:pt>
                <c:pt idx="13679">
                  <c:v>8.0167989159446478</c:v>
                </c:pt>
                <c:pt idx="13680">
                  <c:v>8.0172744220424583</c:v>
                </c:pt>
                <c:pt idx="13681">
                  <c:v>8.0196626288342294</c:v>
                </c:pt>
                <c:pt idx="13682">
                  <c:v>8.0216594259434153</c:v>
                </c:pt>
                <c:pt idx="13683">
                  <c:v>8.023448445776701</c:v>
                </c:pt>
                <c:pt idx="13684">
                  <c:v>8.0254763684145694</c:v>
                </c:pt>
                <c:pt idx="13685">
                  <c:v>8.0241673715763966</c:v>
                </c:pt>
                <c:pt idx="13686">
                  <c:v>8.022338685172258</c:v>
                </c:pt>
                <c:pt idx="13687">
                  <c:v>8.022612819775798</c:v>
                </c:pt>
                <c:pt idx="13688">
                  <c:v>8.0212515911797322</c:v>
                </c:pt>
                <c:pt idx="13689">
                  <c:v>8.0203723565885099</c:v>
                </c:pt>
                <c:pt idx="13690">
                  <c:v>8.020390834804747</c:v>
                </c:pt>
                <c:pt idx="13691">
                  <c:v>8.0212378762370147</c:v>
                </c:pt>
                <c:pt idx="13692">
                  <c:v>8.0242734776002962</c:v>
                </c:pt>
                <c:pt idx="13693">
                  <c:v>8.0258320535457646</c:v>
                </c:pt>
                <c:pt idx="13694">
                  <c:v>8.0269537223340048</c:v>
                </c:pt>
                <c:pt idx="13695">
                  <c:v>8.0279637826961778</c:v>
                </c:pt>
                <c:pt idx="13696">
                  <c:v>8.0276563051780077</c:v>
                </c:pt>
                <c:pt idx="13697">
                  <c:v>8.0275610397076331</c:v>
                </c:pt>
                <c:pt idx="13698">
                  <c:v>8.0271550117028703</c:v>
                </c:pt>
                <c:pt idx="13699">
                  <c:v>8.0259623865642844</c:v>
                </c:pt>
                <c:pt idx="13700">
                  <c:v>8.0239539276475185</c:v>
                </c:pt>
                <c:pt idx="13701">
                  <c:v>8.0232106106023906</c:v>
                </c:pt>
                <c:pt idx="13702">
                  <c:v>8.0244148975485565</c:v>
                </c:pt>
                <c:pt idx="13703">
                  <c:v>8.0250162197675845</c:v>
                </c:pt>
                <c:pt idx="13704">
                  <c:v>8.0217104258202276</c:v>
                </c:pt>
                <c:pt idx="13705">
                  <c:v>8.020412433786392</c:v>
                </c:pt>
                <c:pt idx="13706">
                  <c:v>8.0233641851106636</c:v>
                </c:pt>
                <c:pt idx="13707">
                  <c:v>8.0230881616227983</c:v>
                </c:pt>
                <c:pt idx="13708">
                  <c:v>8.0209000123188101</c:v>
                </c:pt>
                <c:pt idx="13709">
                  <c:v>8.0195937256190195</c:v>
                </c:pt>
                <c:pt idx="13710">
                  <c:v>8.0207224571921323</c:v>
                </c:pt>
                <c:pt idx="13711">
                  <c:v>8.0239090050507116</c:v>
                </c:pt>
                <c:pt idx="13712">
                  <c:v>8.0259288793988421</c:v>
                </c:pt>
                <c:pt idx="13713">
                  <c:v>8.0252879727343647</c:v>
                </c:pt>
                <c:pt idx="13714">
                  <c:v>8.0254871268426893</c:v>
                </c:pt>
                <c:pt idx="13715">
                  <c:v>8.0255063441875745</c:v>
                </c:pt>
                <c:pt idx="13716">
                  <c:v>8.0241317291504135</c:v>
                </c:pt>
                <c:pt idx="13717">
                  <c:v>8.0233970352728612</c:v>
                </c:pt>
                <c:pt idx="13718">
                  <c:v>8.0245802981152217</c:v>
                </c:pt>
                <c:pt idx="13719">
                  <c:v>8.0263703034533727</c:v>
                </c:pt>
                <c:pt idx="13720">
                  <c:v>8.0247450416786439</c:v>
                </c:pt>
                <c:pt idx="13721">
                  <c:v>8.0235528271670837</c:v>
                </c:pt>
                <c:pt idx="13722">
                  <c:v>8.0256589331909822</c:v>
                </c:pt>
                <c:pt idx="13723">
                  <c:v>8.0275342668254428</c:v>
                </c:pt>
                <c:pt idx="13724">
                  <c:v>8.0288970558042134</c:v>
                </c:pt>
                <c:pt idx="13725">
                  <c:v>8.0274701268837507</c:v>
                </c:pt>
                <c:pt idx="13726">
                  <c:v>8.0247374040159318</c:v>
                </c:pt>
                <c:pt idx="13727">
                  <c:v>8.0243699749517514</c:v>
                </c:pt>
                <c:pt idx="13728">
                  <c:v>8.0291959101548063</c:v>
                </c:pt>
                <c:pt idx="13729">
                  <c:v>8.0337927154765332</c:v>
                </c:pt>
                <c:pt idx="13730">
                  <c:v>8.0332221081591584</c:v>
                </c:pt>
                <c:pt idx="13731">
                  <c:v>8.0299132755717988</c:v>
                </c:pt>
                <c:pt idx="13732">
                  <c:v>8.030066932205477</c:v>
                </c:pt>
                <c:pt idx="13733">
                  <c:v>8.0309690797848319</c:v>
                </c:pt>
                <c:pt idx="13734">
                  <c:v>8.0305724140762944</c:v>
                </c:pt>
                <c:pt idx="13735">
                  <c:v>8.0273198373916976</c:v>
                </c:pt>
                <c:pt idx="13736">
                  <c:v>8.0266032932287601</c:v>
                </c:pt>
                <c:pt idx="13737">
                  <c:v>8.0273115427257427</c:v>
                </c:pt>
                <c:pt idx="13738">
                  <c:v>8.0244429023118293</c:v>
                </c:pt>
                <c:pt idx="13739">
                  <c:v>8.0210200796616427</c:v>
                </c:pt>
                <c:pt idx="13740">
                  <c:v>8.0196396337206917</c:v>
                </c:pt>
                <c:pt idx="13741">
                  <c:v>8.0213912864944774</c:v>
                </c:pt>
                <c:pt idx="13742">
                  <c:v>8.0232527409354084</c:v>
                </c:pt>
                <c:pt idx="13743">
                  <c:v>8.0245227282059712</c:v>
                </c:pt>
                <c:pt idx="13744">
                  <c:v>8.0262859606619301</c:v>
                </c:pt>
                <c:pt idx="13745">
                  <c:v>8.0266918244158827</c:v>
                </c:pt>
                <c:pt idx="13746">
                  <c:v>8.0258915123393422</c:v>
                </c:pt>
                <c:pt idx="13747">
                  <c:v>8.0259454687307521</c:v>
                </c:pt>
                <c:pt idx="13748">
                  <c:v>8.0242382458013388</c:v>
                </c:pt>
                <c:pt idx="13749">
                  <c:v>8.0223510861084879</c:v>
                </c:pt>
                <c:pt idx="13750">
                  <c:v>8.0222733133494852</c:v>
                </c:pt>
                <c:pt idx="13751">
                  <c:v>8.0243706319549961</c:v>
                </c:pt>
                <c:pt idx="13752">
                  <c:v>8.0249869831232292</c:v>
                </c:pt>
                <c:pt idx="13753">
                  <c:v>8.0251648667515294</c:v>
                </c:pt>
                <c:pt idx="13754">
                  <c:v>8.0252886297376094</c:v>
                </c:pt>
                <c:pt idx="13755">
                  <c:v>8.0261116905514722</c:v>
                </c:pt>
                <c:pt idx="13756">
                  <c:v>8.0267616310105527</c:v>
                </c:pt>
                <c:pt idx="13757">
                  <c:v>8.0270176158994779</c:v>
                </c:pt>
                <c:pt idx="13758">
                  <c:v>8.0284029893647606</c:v>
                </c:pt>
                <c:pt idx="13759">
                  <c:v>8.0284606413994162</c:v>
                </c:pt>
                <c:pt idx="13760">
                  <c:v>8.026781833860305</c:v>
                </c:pt>
                <c:pt idx="13761">
                  <c:v>8.0278897055804208</c:v>
                </c:pt>
                <c:pt idx="13762">
                  <c:v>8.0282522892456782</c:v>
                </c:pt>
                <c:pt idx="13763">
                  <c:v>8.0268895823923128</c:v>
                </c:pt>
                <c:pt idx="13764">
                  <c:v>8.0258322177965749</c:v>
                </c:pt>
                <c:pt idx="13765">
                  <c:v>8.0258887200755549</c:v>
                </c:pt>
                <c:pt idx="13766">
                  <c:v>8.0259297827783023</c:v>
                </c:pt>
                <c:pt idx="13767">
                  <c:v>8.0255452716297793</c:v>
                </c:pt>
                <c:pt idx="13768">
                  <c:v>8.0253337165852248</c:v>
                </c:pt>
                <c:pt idx="13769">
                  <c:v>8.0272657988748826</c:v>
                </c:pt>
                <c:pt idx="13770">
                  <c:v>8.0270190941567776</c:v>
                </c:pt>
                <c:pt idx="13771">
                  <c:v>8.0247284523467339</c:v>
                </c:pt>
                <c:pt idx="13772">
                  <c:v>8.0238303289122488</c:v>
                </c:pt>
                <c:pt idx="13773">
                  <c:v>8.0249135630107169</c:v>
                </c:pt>
                <c:pt idx="13774">
                  <c:v>8.0268891717652853</c:v>
                </c:pt>
                <c:pt idx="13775">
                  <c:v>8.0267847082494974</c:v>
                </c:pt>
                <c:pt idx="13776">
                  <c:v>8.0247309161088989</c:v>
                </c:pt>
                <c:pt idx="13777">
                  <c:v>8.0203436948219924</c:v>
                </c:pt>
                <c:pt idx="13778">
                  <c:v>8.0186586457520637</c:v>
                </c:pt>
                <c:pt idx="13779">
                  <c:v>8.0216628752104455</c:v>
                </c:pt>
                <c:pt idx="13780">
                  <c:v>8.0242667433170443</c:v>
                </c:pt>
                <c:pt idx="13781">
                  <c:v>8.0241740237342416</c:v>
                </c:pt>
                <c:pt idx="13782">
                  <c:v>8.0238589906787663</c:v>
                </c:pt>
                <c:pt idx="13783">
                  <c:v>8.0255597257011448</c:v>
                </c:pt>
                <c:pt idx="13784">
                  <c:v>8.0257334209337667</c:v>
                </c:pt>
                <c:pt idx="13785">
                  <c:v>8.0251330020941971</c:v>
                </c:pt>
                <c:pt idx="13786">
                  <c:v>8.0245703609411567</c:v>
                </c:pt>
                <c:pt idx="13787">
                  <c:v>8.0234870447172835</c:v>
                </c:pt>
                <c:pt idx="13788">
                  <c:v>8.0246826263704669</c:v>
                </c:pt>
                <c:pt idx="13789">
                  <c:v>8.0247787130948964</c:v>
                </c:pt>
                <c:pt idx="13790">
                  <c:v>8.0274562476902229</c:v>
                </c:pt>
                <c:pt idx="13791">
                  <c:v>8.0283885352933932</c:v>
                </c:pt>
                <c:pt idx="13792">
                  <c:v>8.0278940582269129</c:v>
                </c:pt>
                <c:pt idx="13793">
                  <c:v>8.0268613312528228</c:v>
                </c:pt>
                <c:pt idx="13794">
                  <c:v>8.0261959512175096</c:v>
                </c:pt>
                <c:pt idx="13795">
                  <c:v>8.0250284564530041</c:v>
                </c:pt>
                <c:pt idx="13796">
                  <c:v>8.0251055722087621</c:v>
                </c:pt>
                <c:pt idx="13797">
                  <c:v>8.0265109842729849</c:v>
                </c:pt>
                <c:pt idx="13798">
                  <c:v>8.0276795466677608</c:v>
                </c:pt>
                <c:pt idx="13799">
                  <c:v>8.0294203588880215</c:v>
                </c:pt>
                <c:pt idx="13800">
                  <c:v>8.0298219521208889</c:v>
                </c:pt>
                <c:pt idx="13801">
                  <c:v>8.0294959963864816</c:v>
                </c:pt>
                <c:pt idx="13802">
                  <c:v>8.0291063113374115</c:v>
                </c:pt>
                <c:pt idx="13803">
                  <c:v>8.0289785242064635</c:v>
                </c:pt>
                <c:pt idx="13804">
                  <c:v>8.0275619430870933</c:v>
                </c:pt>
                <c:pt idx="13805">
                  <c:v>8.0253259146717042</c:v>
                </c:pt>
                <c:pt idx="13806">
                  <c:v>8.0234983780232412</c:v>
                </c:pt>
                <c:pt idx="13807">
                  <c:v>8.0231055722087632</c:v>
                </c:pt>
                <c:pt idx="13808">
                  <c:v>8.0232669486305586</c:v>
                </c:pt>
                <c:pt idx="13809">
                  <c:v>8.0217660247197475</c:v>
                </c:pt>
                <c:pt idx="13810">
                  <c:v>8.0196263294050016</c:v>
                </c:pt>
                <c:pt idx="13811">
                  <c:v>8.0190861906130664</c:v>
                </c:pt>
                <c:pt idx="13812">
                  <c:v>8.0209858333675523</c:v>
                </c:pt>
                <c:pt idx="13813">
                  <c:v>8.0237303001683564</c:v>
                </c:pt>
                <c:pt idx="13814">
                  <c:v>8.0264091487701723</c:v>
                </c:pt>
                <c:pt idx="13815">
                  <c:v>8.0286018970968662</c:v>
                </c:pt>
                <c:pt idx="13816">
                  <c:v>8.027099905555783</c:v>
                </c:pt>
                <c:pt idx="13817">
                  <c:v>8.0259122900669322</c:v>
                </c:pt>
                <c:pt idx="13818">
                  <c:v>8.0274915616145854</c:v>
                </c:pt>
                <c:pt idx="13819">
                  <c:v>8.0259188600993721</c:v>
                </c:pt>
                <c:pt idx="13820">
                  <c:v>8.0226617665174729</c:v>
                </c:pt>
                <c:pt idx="13821">
                  <c:v>8.0225576315033056</c:v>
                </c:pt>
                <c:pt idx="13822">
                  <c:v>8.026766887036505</c:v>
                </c:pt>
                <c:pt idx="13823">
                  <c:v>8.0291422822650187</c:v>
                </c:pt>
                <c:pt idx="13824">
                  <c:v>8.0242144294337461</c:v>
                </c:pt>
                <c:pt idx="13825">
                  <c:v>8.0224020859853002</c:v>
                </c:pt>
                <c:pt idx="13826">
                  <c:v>8.0230459491643735</c:v>
                </c:pt>
                <c:pt idx="13827">
                  <c:v>8.0233324025787383</c:v>
                </c:pt>
                <c:pt idx="13828">
                  <c:v>8.0245846507617138</c:v>
                </c:pt>
                <c:pt idx="13829">
                  <c:v>8.0273098180922275</c:v>
                </c:pt>
                <c:pt idx="13830">
                  <c:v>8.0276480926374578</c:v>
                </c:pt>
                <c:pt idx="13831">
                  <c:v>8.0267976840635651</c:v>
                </c:pt>
                <c:pt idx="13832">
                  <c:v>8.0259402127047998</c:v>
                </c:pt>
                <c:pt idx="13833">
                  <c:v>8.0272960210241031</c:v>
                </c:pt>
                <c:pt idx="13834">
                  <c:v>8.0286092062579559</c:v>
                </c:pt>
                <c:pt idx="13835">
                  <c:v>8.0289740073091611</c:v>
                </c:pt>
                <c:pt idx="13836">
                  <c:v>8.0275888802200956</c:v>
                </c:pt>
                <c:pt idx="13837">
                  <c:v>8.0268900751447454</c:v>
                </c:pt>
                <c:pt idx="13838">
                  <c:v>8.027726276023488</c:v>
                </c:pt>
                <c:pt idx="13839">
                  <c:v>8.0258999712561074</c:v>
                </c:pt>
                <c:pt idx="13840">
                  <c:v>8.0230206545394811</c:v>
                </c:pt>
                <c:pt idx="13841">
                  <c:v>8.0255861700817146</c:v>
                </c:pt>
                <c:pt idx="13842">
                  <c:v>8.0265137765367722</c:v>
                </c:pt>
                <c:pt idx="13843">
                  <c:v>8.0246895249045291</c:v>
                </c:pt>
                <c:pt idx="13844">
                  <c:v>8.0250705046606168</c:v>
                </c:pt>
                <c:pt idx="13845">
                  <c:v>8.0249741715599718</c:v>
                </c:pt>
                <c:pt idx="13846">
                  <c:v>8.0254823635691697</c:v>
                </c:pt>
                <c:pt idx="13847">
                  <c:v>8.025941280335072</c:v>
                </c:pt>
                <c:pt idx="13848">
                  <c:v>8.0253452962673997</c:v>
                </c:pt>
                <c:pt idx="13849">
                  <c:v>8.027232948712685</c:v>
                </c:pt>
                <c:pt idx="13850">
                  <c:v>8.026759413624605</c:v>
                </c:pt>
                <c:pt idx="13851">
                  <c:v>8.0224663901778008</c:v>
                </c:pt>
                <c:pt idx="13852">
                  <c:v>8.0215446967519402</c:v>
                </c:pt>
                <c:pt idx="13853">
                  <c:v>8.0242458834640491</c:v>
                </c:pt>
                <c:pt idx="13854">
                  <c:v>8.0264087381431448</c:v>
                </c:pt>
                <c:pt idx="13855">
                  <c:v>8.0243890280458263</c:v>
                </c:pt>
                <c:pt idx="13856">
                  <c:v>8.0230353549870657</c:v>
                </c:pt>
                <c:pt idx="13857">
                  <c:v>8.022067014330883</c:v>
                </c:pt>
                <c:pt idx="13858">
                  <c:v>8.0195914261076666</c:v>
                </c:pt>
                <c:pt idx="13859">
                  <c:v>8.0193830739539269</c:v>
                </c:pt>
                <c:pt idx="13860">
                  <c:v>8.0207159692850976</c:v>
                </c:pt>
                <c:pt idx="13861">
                  <c:v>8.0211824415883051</c:v>
                </c:pt>
                <c:pt idx="13862">
                  <c:v>8.0224278733626253</c:v>
                </c:pt>
                <c:pt idx="13863">
                  <c:v>8.025009156982712</c:v>
                </c:pt>
                <c:pt idx="13864">
                  <c:v>8.0274822814437652</c:v>
                </c:pt>
                <c:pt idx="13865">
                  <c:v>8.02602422699462</c:v>
                </c:pt>
                <c:pt idx="13866">
                  <c:v>8.0257216770007798</c:v>
                </c:pt>
                <c:pt idx="13867">
                  <c:v>8.0237875415759863</c:v>
                </c:pt>
                <c:pt idx="13868">
                  <c:v>8.021544614626535</c:v>
                </c:pt>
                <c:pt idx="13869">
                  <c:v>8.0253850449636595</c:v>
                </c:pt>
                <c:pt idx="13870">
                  <c:v>8.0277809715435478</c:v>
                </c:pt>
                <c:pt idx="13871">
                  <c:v>8.0229816449718712</c:v>
                </c:pt>
                <c:pt idx="13872">
                  <c:v>8.0199476861166996</c:v>
                </c:pt>
                <c:pt idx="13873">
                  <c:v>8.0234792428037611</c:v>
                </c:pt>
                <c:pt idx="13874">
                  <c:v>8.0265527039789752</c:v>
                </c:pt>
                <c:pt idx="13875">
                  <c:v>8.0269905966410704</c:v>
                </c:pt>
                <c:pt idx="13876">
                  <c:v>8.0253841415841993</c:v>
                </c:pt>
                <c:pt idx="13877">
                  <c:v>8.0220817969038727</c:v>
                </c:pt>
                <c:pt idx="13878">
                  <c:v>8.0203008253603247</c:v>
                </c:pt>
                <c:pt idx="13879">
                  <c:v>8.0190167946454238</c:v>
                </c:pt>
                <c:pt idx="13880">
                  <c:v>8.0200888596887445</c:v>
                </c:pt>
                <c:pt idx="13881">
                  <c:v>8.0235854309530659</c:v>
                </c:pt>
                <c:pt idx="13882">
                  <c:v>8.0254601897096869</c:v>
                </c:pt>
                <c:pt idx="13883">
                  <c:v>8.0255489672730267</c:v>
                </c:pt>
                <c:pt idx="13884">
                  <c:v>8.0245420276762616</c:v>
                </c:pt>
                <c:pt idx="13885">
                  <c:v>8.023085369359011</c:v>
                </c:pt>
                <c:pt idx="13886">
                  <c:v>8.0232382868640411</c:v>
                </c:pt>
                <c:pt idx="13887">
                  <c:v>8.0234921364924237</c:v>
                </c:pt>
                <c:pt idx="13888">
                  <c:v>8.0242598447829838</c:v>
                </c:pt>
                <c:pt idx="13889">
                  <c:v>8.023563092842771</c:v>
                </c:pt>
                <c:pt idx="13890">
                  <c:v>8.0207358436332274</c:v>
                </c:pt>
                <c:pt idx="13891">
                  <c:v>8.0175468320124832</c:v>
                </c:pt>
                <c:pt idx="13892">
                  <c:v>8.0181088161622807</c:v>
                </c:pt>
                <c:pt idx="13893">
                  <c:v>8.0178812466636558</c:v>
                </c:pt>
                <c:pt idx="13894">
                  <c:v>8.018870693549049</c:v>
                </c:pt>
                <c:pt idx="13895">
                  <c:v>8.0226924814191278</c:v>
                </c:pt>
                <c:pt idx="13896">
                  <c:v>8.0258792756539243</c:v>
                </c:pt>
                <c:pt idx="13897">
                  <c:v>8.0271359586087954</c:v>
                </c:pt>
                <c:pt idx="13898">
                  <c:v>8.025725290518622</c:v>
                </c:pt>
                <c:pt idx="13899">
                  <c:v>8.0251769391861369</c:v>
                </c:pt>
                <c:pt idx="13900">
                  <c:v>8.0246343366320367</c:v>
                </c:pt>
                <c:pt idx="13901">
                  <c:v>8.0248375970106345</c:v>
                </c:pt>
                <c:pt idx="13902">
                  <c:v>8.0245857183919842</c:v>
                </c:pt>
                <c:pt idx="13903">
                  <c:v>8.0250549008335721</c:v>
                </c:pt>
                <c:pt idx="13904">
                  <c:v>8.0258138217057446</c:v>
                </c:pt>
                <c:pt idx="13905">
                  <c:v>8.022962591877798</c:v>
                </c:pt>
                <c:pt idx="13906">
                  <c:v>8.0220562559027631</c:v>
                </c:pt>
                <c:pt idx="13907">
                  <c:v>8.0232892867408534</c:v>
                </c:pt>
                <c:pt idx="13908">
                  <c:v>8.0242135260542842</c:v>
                </c:pt>
                <c:pt idx="13909">
                  <c:v>8.0234399868599358</c:v>
                </c:pt>
                <c:pt idx="13910">
                  <c:v>8.0201619512996345</c:v>
                </c:pt>
                <c:pt idx="13911">
                  <c:v>8.0176600008212535</c:v>
                </c:pt>
                <c:pt idx="13912">
                  <c:v>8.0186841046277664</c:v>
                </c:pt>
                <c:pt idx="13913">
                  <c:v>8.0199426764669646</c:v>
                </c:pt>
                <c:pt idx="13914">
                  <c:v>8.0199502320042697</c:v>
                </c:pt>
                <c:pt idx="13915">
                  <c:v>8.0214152671128822</c:v>
                </c:pt>
                <c:pt idx="13916">
                  <c:v>8.0213613107214723</c:v>
                </c:pt>
                <c:pt idx="13917">
                  <c:v>8.0204414240545319</c:v>
                </c:pt>
                <c:pt idx="13918">
                  <c:v>8.0188982055598892</c:v>
                </c:pt>
                <c:pt idx="13919">
                  <c:v>8.0194417936188565</c:v>
                </c:pt>
                <c:pt idx="13920">
                  <c:v>8.0214373588469599</c:v>
                </c:pt>
                <c:pt idx="13921">
                  <c:v>8.0234992814027013</c:v>
                </c:pt>
                <c:pt idx="13922">
                  <c:v>8.0249350798669568</c:v>
                </c:pt>
                <c:pt idx="13923">
                  <c:v>8.0252408327516118</c:v>
                </c:pt>
                <c:pt idx="13924">
                  <c:v>8.0238128362008787</c:v>
                </c:pt>
                <c:pt idx="13925">
                  <c:v>8.0244470085821042</c:v>
                </c:pt>
                <c:pt idx="13926">
                  <c:v>8.0252095429721191</c:v>
                </c:pt>
                <c:pt idx="13927">
                  <c:v>8.023850531762001</c:v>
                </c:pt>
                <c:pt idx="13928">
                  <c:v>8.0234156777399086</c:v>
                </c:pt>
                <c:pt idx="13929">
                  <c:v>8.0217710343694826</c:v>
                </c:pt>
                <c:pt idx="13930">
                  <c:v>8.0203379460436093</c:v>
                </c:pt>
                <c:pt idx="13931">
                  <c:v>8.0211235576725652</c:v>
                </c:pt>
                <c:pt idx="13932">
                  <c:v>8.0218782901490577</c:v>
                </c:pt>
                <c:pt idx="13933">
                  <c:v>8.0239883381924191</c:v>
                </c:pt>
                <c:pt idx="13934">
                  <c:v>8.0273143349895282</c:v>
                </c:pt>
                <c:pt idx="13935">
                  <c:v>8.0308306984765743</c:v>
                </c:pt>
                <c:pt idx="13936">
                  <c:v>8.0299525315156242</c:v>
                </c:pt>
                <c:pt idx="13937">
                  <c:v>8.0279230484950528</c:v>
                </c:pt>
                <c:pt idx="13938">
                  <c:v>8.0250700119081841</c:v>
                </c:pt>
                <c:pt idx="13939">
                  <c:v>8.0216198414979676</c:v>
                </c:pt>
                <c:pt idx="13940">
                  <c:v>8.0211274175666247</c:v>
                </c:pt>
                <c:pt idx="13941">
                  <c:v>8.0218602225598481</c:v>
                </c:pt>
                <c:pt idx="13942">
                  <c:v>8.0230111279924436</c:v>
                </c:pt>
                <c:pt idx="13943">
                  <c:v>8.023357861454441</c:v>
                </c:pt>
                <c:pt idx="13944">
                  <c:v>8.0227578532419006</c:v>
                </c:pt>
                <c:pt idx="13945">
                  <c:v>8.0208237999425123</c:v>
                </c:pt>
                <c:pt idx="13946">
                  <c:v>8.017292489631668</c:v>
                </c:pt>
                <c:pt idx="13947">
                  <c:v>8.0147261528353795</c:v>
                </c:pt>
                <c:pt idx="13948">
                  <c:v>8.0144314868804667</c:v>
                </c:pt>
                <c:pt idx="13949">
                  <c:v>8.0161226953558078</c:v>
                </c:pt>
                <c:pt idx="13950">
                  <c:v>8.0193300209419789</c:v>
                </c:pt>
                <c:pt idx="13951">
                  <c:v>8.020774606824622</c:v>
                </c:pt>
                <c:pt idx="13952">
                  <c:v>8.0223891922966377</c:v>
                </c:pt>
                <c:pt idx="13953">
                  <c:v>8.022743974048371</c:v>
                </c:pt>
                <c:pt idx="13954">
                  <c:v>8.0225006364718929</c:v>
                </c:pt>
                <c:pt idx="13955">
                  <c:v>8.0214173202480179</c:v>
                </c:pt>
                <c:pt idx="13956">
                  <c:v>8.0190439781546416</c:v>
                </c:pt>
                <c:pt idx="13957">
                  <c:v>8.0197439329856692</c:v>
                </c:pt>
                <c:pt idx="13958">
                  <c:v>8.0240833572865764</c:v>
                </c:pt>
                <c:pt idx="13959">
                  <c:v>8.0255883053422572</c:v>
                </c:pt>
                <c:pt idx="13960">
                  <c:v>8.0246402496612319</c:v>
                </c:pt>
                <c:pt idx="13961">
                  <c:v>8.0238251550117035</c:v>
                </c:pt>
                <c:pt idx="13962">
                  <c:v>8.022138463433663</c:v>
                </c:pt>
                <c:pt idx="13963">
                  <c:v>8.0220826181579277</c:v>
                </c:pt>
                <c:pt idx="13964">
                  <c:v>8.0221638401839606</c:v>
                </c:pt>
                <c:pt idx="13965">
                  <c:v>8.023895372233401</c:v>
                </c:pt>
                <c:pt idx="13966">
                  <c:v>8.0279341354247933</c:v>
                </c:pt>
                <c:pt idx="13967">
                  <c:v>8.0312434607645873</c:v>
                </c:pt>
                <c:pt idx="13968">
                  <c:v>8.0310377366238246</c:v>
                </c:pt>
                <c:pt idx="13969">
                  <c:v>8.0295467498870767</c:v>
                </c:pt>
                <c:pt idx="13970">
                  <c:v>8.0277612614462281</c:v>
                </c:pt>
                <c:pt idx="13971">
                  <c:v>8.025981111156737</c:v>
                </c:pt>
                <c:pt idx="13972">
                  <c:v>8.0258566911674123</c:v>
                </c:pt>
                <c:pt idx="13973">
                  <c:v>8.0253378228554997</c:v>
                </c:pt>
                <c:pt idx="13974">
                  <c:v>8.0249483020572416</c:v>
                </c:pt>
                <c:pt idx="13975">
                  <c:v>8.0240031207654088</c:v>
                </c:pt>
                <c:pt idx="13976">
                  <c:v>8.0223628300414731</c:v>
                </c:pt>
                <c:pt idx="13977">
                  <c:v>8.0192587360900092</c:v>
                </c:pt>
                <c:pt idx="13978">
                  <c:v>8.0185237137108363</c:v>
                </c:pt>
                <c:pt idx="13979">
                  <c:v>8.0205354576438221</c:v>
                </c:pt>
                <c:pt idx="13980">
                  <c:v>8.0227782203424631</c:v>
                </c:pt>
                <c:pt idx="13981">
                  <c:v>8.023100480433623</c:v>
                </c:pt>
                <c:pt idx="13982">
                  <c:v>8.0219288793988426</c:v>
                </c:pt>
                <c:pt idx="13983">
                  <c:v>8.0209297417155998</c:v>
                </c:pt>
                <c:pt idx="13984">
                  <c:v>8.0192268714326769</c:v>
                </c:pt>
                <c:pt idx="13985">
                  <c:v>8.0153604073420119</c:v>
                </c:pt>
                <c:pt idx="13986">
                  <c:v>8.0166933026731826</c:v>
                </c:pt>
                <c:pt idx="13987">
                  <c:v>8.0188222395598086</c:v>
                </c:pt>
                <c:pt idx="13988">
                  <c:v>8.0179411160842609</c:v>
                </c:pt>
                <c:pt idx="13989">
                  <c:v>8.0192831273354415</c:v>
                </c:pt>
                <c:pt idx="13990">
                  <c:v>8.02096308463023</c:v>
                </c:pt>
                <c:pt idx="13991">
                  <c:v>8.0209120847534177</c:v>
                </c:pt>
                <c:pt idx="13992">
                  <c:v>8.0219610725577954</c:v>
                </c:pt>
                <c:pt idx="13993">
                  <c:v>8.0232120067342834</c:v>
                </c:pt>
                <c:pt idx="13994">
                  <c:v>8.0229723648010509</c:v>
                </c:pt>
                <c:pt idx="13995">
                  <c:v>8.0235347595778759</c:v>
                </c:pt>
                <c:pt idx="13996">
                  <c:v>8.0252557795754118</c:v>
                </c:pt>
                <c:pt idx="13997">
                  <c:v>8.02663064098879</c:v>
                </c:pt>
                <c:pt idx="13998">
                  <c:v>8.0263666899355322</c:v>
                </c:pt>
                <c:pt idx="13999">
                  <c:v>8.0263739169712149</c:v>
                </c:pt>
                <c:pt idx="14000">
                  <c:v>8.0281507001190811</c:v>
                </c:pt>
                <c:pt idx="14001">
                  <c:v>8.02663811440069</c:v>
                </c:pt>
                <c:pt idx="14002">
                  <c:v>8.0257168316018568</c:v>
                </c:pt>
                <c:pt idx="14003">
                  <c:v>8.0257767010224619</c:v>
                </c:pt>
                <c:pt idx="14004">
                  <c:v>8.0247093171272539</c:v>
                </c:pt>
                <c:pt idx="14005">
                  <c:v>8.0228991910647558</c:v>
                </c:pt>
                <c:pt idx="14006">
                  <c:v>8.0232560259516283</c:v>
                </c:pt>
                <c:pt idx="14007">
                  <c:v>8.0242584486510911</c:v>
                </c:pt>
                <c:pt idx="14008">
                  <c:v>8.0245923705498292</c:v>
                </c:pt>
                <c:pt idx="14009">
                  <c:v>8.0235834599433336</c:v>
                </c:pt>
                <c:pt idx="14010">
                  <c:v>8.0223047673797883</c:v>
                </c:pt>
                <c:pt idx="14011">
                  <c:v>8.0232396008705287</c:v>
                </c:pt>
                <c:pt idx="14012">
                  <c:v>8.0259636184453669</c:v>
                </c:pt>
                <c:pt idx="14013">
                  <c:v>8.0254803104340322</c:v>
                </c:pt>
                <c:pt idx="14014">
                  <c:v>8.024093951463886</c:v>
                </c:pt>
                <c:pt idx="14015">
                  <c:v>8.0238640824539065</c:v>
                </c:pt>
                <c:pt idx="14016">
                  <c:v>8.0268134521414201</c:v>
                </c:pt>
                <c:pt idx="14017">
                  <c:v>8.0266024719747051</c:v>
                </c:pt>
                <c:pt idx="14018">
                  <c:v>8.0244208105777517</c:v>
                </c:pt>
                <c:pt idx="14019">
                  <c:v>8.0244107091528765</c:v>
                </c:pt>
                <c:pt idx="14020">
                  <c:v>8.0246453414363739</c:v>
                </c:pt>
                <c:pt idx="14021">
                  <c:v>8.0267363363856603</c:v>
                </c:pt>
                <c:pt idx="14022">
                  <c:v>8.0281148934422859</c:v>
                </c:pt>
                <c:pt idx="14023">
                  <c:v>8.0262749558575948</c:v>
                </c:pt>
                <c:pt idx="14024">
                  <c:v>8.0231957459039958</c:v>
                </c:pt>
                <c:pt idx="14025">
                  <c:v>8.0243637334209339</c:v>
                </c:pt>
                <c:pt idx="14026">
                  <c:v>8.0256195129963448</c:v>
                </c:pt>
                <c:pt idx="14027">
                  <c:v>8.0249732681805117</c:v>
                </c:pt>
                <c:pt idx="14028">
                  <c:v>8.0236430008623163</c:v>
                </c:pt>
                <c:pt idx="14029">
                  <c:v>8.0227728821911057</c:v>
                </c:pt>
                <c:pt idx="14030">
                  <c:v>8.0229821377243056</c:v>
                </c:pt>
                <c:pt idx="14031">
                  <c:v>8.0256906335975042</c:v>
                </c:pt>
                <c:pt idx="14032">
                  <c:v>8.0275402619800431</c:v>
                </c:pt>
                <c:pt idx="14033">
                  <c:v>8.0264126801626077</c:v>
                </c:pt>
                <c:pt idx="14034">
                  <c:v>8.0225860468936059</c:v>
                </c:pt>
                <c:pt idx="14035">
                  <c:v>8.0194734118999715</c:v>
                </c:pt>
                <c:pt idx="14036">
                  <c:v>8.0191711082823467</c:v>
                </c:pt>
                <c:pt idx="14037">
                  <c:v>8.0223785159939229</c:v>
                </c:pt>
                <c:pt idx="14038">
                  <c:v>8.0245779164784619</c:v>
                </c:pt>
                <c:pt idx="14039">
                  <c:v>8.0248689689155341</c:v>
                </c:pt>
                <c:pt idx="14040">
                  <c:v>8.0259423479653424</c:v>
                </c:pt>
                <c:pt idx="14041">
                  <c:v>8.0252067507083318</c:v>
                </c:pt>
                <c:pt idx="14042">
                  <c:v>8.0248973021804293</c:v>
                </c:pt>
                <c:pt idx="14043">
                  <c:v>8.0252057652034665</c:v>
                </c:pt>
                <c:pt idx="14044">
                  <c:v>8.0258588264279549</c:v>
                </c:pt>
                <c:pt idx="14045">
                  <c:v>8.0270402825113951</c:v>
                </c:pt>
                <c:pt idx="14046">
                  <c:v>8.0275568513119531</c:v>
                </c:pt>
                <c:pt idx="14047">
                  <c:v>8.0263743275982424</c:v>
                </c:pt>
                <c:pt idx="14048">
                  <c:v>8.0269871473740402</c:v>
                </c:pt>
                <c:pt idx="14049">
                  <c:v>8.0271545189504376</c:v>
                </c:pt>
                <c:pt idx="14050">
                  <c:v>8.0273309243214381</c:v>
                </c:pt>
                <c:pt idx="14051">
                  <c:v>8.0264851968956599</c:v>
                </c:pt>
                <c:pt idx="14052">
                  <c:v>8.0248239641933239</c:v>
                </c:pt>
                <c:pt idx="14053">
                  <c:v>8.0243666078101263</c:v>
                </c:pt>
                <c:pt idx="14054">
                  <c:v>8.0235515952860013</c:v>
                </c:pt>
                <c:pt idx="14055">
                  <c:v>8.0236587689401713</c:v>
                </c:pt>
                <c:pt idx="14056">
                  <c:v>8.0238723771198615</c:v>
                </c:pt>
                <c:pt idx="14057">
                  <c:v>8.0253218905268344</c:v>
                </c:pt>
                <c:pt idx="14058">
                  <c:v>8.0265623126514178</c:v>
                </c:pt>
                <c:pt idx="14059">
                  <c:v>8.0269098673674701</c:v>
                </c:pt>
                <c:pt idx="14060">
                  <c:v>8.0261883956802045</c:v>
                </c:pt>
                <c:pt idx="14061">
                  <c:v>8.0242594341559563</c:v>
                </c:pt>
                <c:pt idx="14062">
                  <c:v>8.0237552662916265</c:v>
                </c:pt>
                <c:pt idx="14063">
                  <c:v>8.023810618814931</c:v>
                </c:pt>
                <c:pt idx="14064">
                  <c:v>8.022496530201618</c:v>
                </c:pt>
                <c:pt idx="14065">
                  <c:v>8.021613435716338</c:v>
                </c:pt>
                <c:pt idx="14066">
                  <c:v>8.0204435593150745</c:v>
                </c:pt>
                <c:pt idx="14067">
                  <c:v>8.0216017739087579</c:v>
                </c:pt>
                <c:pt idx="14068">
                  <c:v>8.0238048700365461</c:v>
                </c:pt>
                <c:pt idx="14069">
                  <c:v>8.0218783722744629</c:v>
                </c:pt>
                <c:pt idx="14070">
                  <c:v>8.019981275407547</c:v>
                </c:pt>
                <c:pt idx="14071">
                  <c:v>8.0212207941526703</c:v>
                </c:pt>
                <c:pt idx="14072">
                  <c:v>8.0218507781382176</c:v>
                </c:pt>
                <c:pt idx="14073">
                  <c:v>8.0228982055598905</c:v>
                </c:pt>
                <c:pt idx="14074">
                  <c:v>8.0217027881575174</c:v>
                </c:pt>
                <c:pt idx="14075">
                  <c:v>8.0180127294378511</c:v>
                </c:pt>
                <c:pt idx="14076">
                  <c:v>8.0183615160349859</c:v>
                </c:pt>
                <c:pt idx="14077">
                  <c:v>8.0181776372520837</c:v>
                </c:pt>
                <c:pt idx="14078">
                  <c:v>8.0181581735309813</c:v>
                </c:pt>
                <c:pt idx="14079">
                  <c:v>8.0181968545969688</c:v>
                </c:pt>
                <c:pt idx="14080">
                  <c:v>8.0186859935120935</c:v>
                </c:pt>
                <c:pt idx="14081">
                  <c:v>8.0199780725167322</c:v>
                </c:pt>
                <c:pt idx="14082">
                  <c:v>8.022925881821541</c:v>
                </c:pt>
                <c:pt idx="14083">
                  <c:v>8.0232779534348957</c:v>
                </c:pt>
                <c:pt idx="14084">
                  <c:v>8.02170911181374</c:v>
                </c:pt>
                <c:pt idx="14085">
                  <c:v>8.0231394900012312</c:v>
                </c:pt>
                <c:pt idx="14086">
                  <c:v>8.0218188313554801</c:v>
                </c:pt>
                <c:pt idx="14087">
                  <c:v>8.0186167617952613</c:v>
                </c:pt>
                <c:pt idx="14088">
                  <c:v>8.0168958239231305</c:v>
                </c:pt>
                <c:pt idx="14089">
                  <c:v>8.0173723155258081</c:v>
                </c:pt>
                <c:pt idx="14090">
                  <c:v>8.0161865889212827</c:v>
                </c:pt>
                <c:pt idx="14091">
                  <c:v>8.015304808442492</c:v>
                </c:pt>
                <c:pt idx="14092">
                  <c:v>8.0150084999794693</c:v>
                </c:pt>
                <c:pt idx="14093">
                  <c:v>8.0156020202849749</c:v>
                </c:pt>
                <c:pt idx="14094">
                  <c:v>8.0181684392066686</c:v>
                </c:pt>
                <c:pt idx="14095">
                  <c:v>8.0211385044963652</c:v>
                </c:pt>
                <c:pt idx="14096">
                  <c:v>8.023578860920626</c:v>
                </c:pt>
                <c:pt idx="14097">
                  <c:v>8.0237031987845437</c:v>
                </c:pt>
                <c:pt idx="14098">
                  <c:v>8.024122859606619</c:v>
                </c:pt>
                <c:pt idx="14099">
                  <c:v>8.0248985340615118</c:v>
                </c:pt>
                <c:pt idx="14100">
                  <c:v>8.0245542643616794</c:v>
                </c:pt>
                <c:pt idx="14101">
                  <c:v>8.0226296554839234</c:v>
                </c:pt>
                <c:pt idx="14102">
                  <c:v>8.0219037490247604</c:v>
                </c:pt>
                <c:pt idx="14103">
                  <c:v>8.0219641111977982</c:v>
                </c:pt>
                <c:pt idx="14104">
                  <c:v>8.0240551882724915</c:v>
                </c:pt>
                <c:pt idx="14105">
                  <c:v>8.0248544327187616</c:v>
                </c:pt>
                <c:pt idx="14106">
                  <c:v>8.0257532131564897</c:v>
                </c:pt>
                <c:pt idx="14107">
                  <c:v>8.0244878249086362</c:v>
                </c:pt>
                <c:pt idx="14108">
                  <c:v>8.0241098016671462</c:v>
                </c:pt>
                <c:pt idx="14109">
                  <c:v>8.024337206914959</c:v>
                </c:pt>
                <c:pt idx="14110">
                  <c:v>8.0217325996797104</c:v>
                </c:pt>
                <c:pt idx="14111">
                  <c:v>8.0219627971913106</c:v>
                </c:pt>
                <c:pt idx="14112">
                  <c:v>8.022667679546668</c:v>
                </c:pt>
                <c:pt idx="14113">
                  <c:v>8.0245441629368042</c:v>
                </c:pt>
                <c:pt idx="14114">
                  <c:v>8.0255372233400397</c:v>
                </c:pt>
                <c:pt idx="14115">
                  <c:v>8.0252724510327269</c:v>
                </c:pt>
                <c:pt idx="14116">
                  <c:v>8.0254623249702295</c:v>
                </c:pt>
                <c:pt idx="14117">
                  <c:v>8.0241516856239485</c:v>
                </c:pt>
                <c:pt idx="14118">
                  <c:v>8.0191588715969289</c:v>
                </c:pt>
                <c:pt idx="14119">
                  <c:v>8.0163931343161003</c:v>
                </c:pt>
                <c:pt idx="14120">
                  <c:v>8.0165642836611504</c:v>
                </c:pt>
                <c:pt idx="14121">
                  <c:v>8.0200359709276068</c:v>
                </c:pt>
                <c:pt idx="14122">
                  <c:v>8.0221327146552781</c:v>
                </c:pt>
                <c:pt idx="14123">
                  <c:v>8.023077238943868</c:v>
                </c:pt>
                <c:pt idx="14124">
                  <c:v>8.021321151398185</c:v>
                </c:pt>
                <c:pt idx="14125">
                  <c:v>8.0210253356875949</c:v>
                </c:pt>
                <c:pt idx="14126">
                  <c:v>8.0238335318030636</c:v>
                </c:pt>
                <c:pt idx="14127">
                  <c:v>8.0236826674331709</c:v>
                </c:pt>
                <c:pt idx="14128">
                  <c:v>8.022661684392066</c:v>
                </c:pt>
                <c:pt idx="14129">
                  <c:v>8.022603539604976</c:v>
                </c:pt>
                <c:pt idx="14130">
                  <c:v>8.023304726317086</c:v>
                </c:pt>
                <c:pt idx="14131">
                  <c:v>8.0246928099207491</c:v>
                </c:pt>
                <c:pt idx="14132">
                  <c:v>8.0231063934628182</c:v>
                </c:pt>
                <c:pt idx="14133">
                  <c:v>8.0211116494887698</c:v>
                </c:pt>
                <c:pt idx="14134">
                  <c:v>8.0203000041062698</c:v>
                </c:pt>
                <c:pt idx="14135">
                  <c:v>8.0183455837063189</c:v>
                </c:pt>
                <c:pt idx="14136">
                  <c:v>8.0172584897137931</c:v>
                </c:pt>
                <c:pt idx="14137">
                  <c:v>8.0200320289081422</c:v>
                </c:pt>
                <c:pt idx="14138">
                  <c:v>8.0223089557754683</c:v>
                </c:pt>
                <c:pt idx="14139">
                  <c:v>8.022880220096086</c:v>
                </c:pt>
                <c:pt idx="14140">
                  <c:v>8.0217325996797104</c:v>
                </c:pt>
                <c:pt idx="14141">
                  <c:v>8.0225991869584856</c:v>
                </c:pt>
                <c:pt idx="14142">
                  <c:v>8.0219811932821425</c:v>
                </c:pt>
                <c:pt idx="14143">
                  <c:v>8.0230237753048907</c:v>
                </c:pt>
                <c:pt idx="14144">
                  <c:v>8.0235366484622013</c:v>
                </c:pt>
                <c:pt idx="14145">
                  <c:v>8.0206687471769396</c:v>
                </c:pt>
                <c:pt idx="14146">
                  <c:v>8.0219145895782855</c:v>
                </c:pt>
                <c:pt idx="14147">
                  <c:v>8.0238359134398234</c:v>
                </c:pt>
                <c:pt idx="14148">
                  <c:v>8.023796493245186</c:v>
                </c:pt>
                <c:pt idx="14149">
                  <c:v>8.0249446885393994</c:v>
                </c:pt>
                <c:pt idx="14150">
                  <c:v>8.0246219356958068</c:v>
                </c:pt>
                <c:pt idx="14151">
                  <c:v>8.022972529051863</c:v>
                </c:pt>
                <c:pt idx="14152">
                  <c:v>8.024546544573564</c:v>
                </c:pt>
                <c:pt idx="14153">
                  <c:v>8.0248772635814891</c:v>
                </c:pt>
                <c:pt idx="14154">
                  <c:v>8.0236484211390788</c:v>
                </c:pt>
                <c:pt idx="14155">
                  <c:v>8.0230323984724681</c:v>
                </c:pt>
                <c:pt idx="14156">
                  <c:v>8.0216526916601651</c:v>
                </c:pt>
                <c:pt idx="14157">
                  <c:v>8.0216620539563905</c:v>
                </c:pt>
                <c:pt idx="14158">
                  <c:v>8.0239051451566539</c:v>
                </c:pt>
                <c:pt idx="14159">
                  <c:v>8.0258399375846921</c:v>
                </c:pt>
                <c:pt idx="14160">
                  <c:v>8.0264360037777678</c:v>
                </c:pt>
                <c:pt idx="14161">
                  <c:v>8.0279545846507609</c:v>
                </c:pt>
                <c:pt idx="14162">
                  <c:v>8.0272685090132629</c:v>
                </c:pt>
                <c:pt idx="14163">
                  <c:v>8.0258986572496198</c:v>
                </c:pt>
                <c:pt idx="14164">
                  <c:v>8.0262602554100102</c:v>
                </c:pt>
                <c:pt idx="14165">
                  <c:v>8.0268028579641104</c:v>
                </c:pt>
                <c:pt idx="14166">
                  <c:v>8.0252280211883544</c:v>
                </c:pt>
                <c:pt idx="14167">
                  <c:v>8.0227419209132353</c:v>
                </c:pt>
                <c:pt idx="14168">
                  <c:v>8.0223820473863583</c:v>
                </c:pt>
                <c:pt idx="14169">
                  <c:v>8.0243808976306816</c:v>
                </c:pt>
                <c:pt idx="14170">
                  <c:v>8.0258811645382497</c:v>
                </c:pt>
                <c:pt idx="14171">
                  <c:v>8.0256174598612073</c:v>
                </c:pt>
                <c:pt idx="14172">
                  <c:v>8.0263753952285146</c:v>
                </c:pt>
                <c:pt idx="14173">
                  <c:v>8.0271493450498905</c:v>
                </c:pt>
                <c:pt idx="14174">
                  <c:v>8.0249719541740241</c:v>
                </c:pt>
                <c:pt idx="14175">
                  <c:v>8.0229731039297008</c:v>
                </c:pt>
                <c:pt idx="14176">
                  <c:v>8.0243119122900666</c:v>
                </c:pt>
                <c:pt idx="14177">
                  <c:v>8.0266034574795722</c:v>
                </c:pt>
                <c:pt idx="14178">
                  <c:v>8.0278169424711532</c:v>
                </c:pt>
                <c:pt idx="14179">
                  <c:v>8.0293803638155463</c:v>
                </c:pt>
                <c:pt idx="14180">
                  <c:v>8.0280625795589859</c:v>
                </c:pt>
                <c:pt idx="14181">
                  <c:v>8.0251857266045246</c:v>
                </c:pt>
                <c:pt idx="14182">
                  <c:v>8.0231419537633961</c:v>
                </c:pt>
                <c:pt idx="14183">
                  <c:v>8.0236514597790833</c:v>
                </c:pt>
                <c:pt idx="14184">
                  <c:v>8.0245619841497966</c:v>
                </c:pt>
                <c:pt idx="14185">
                  <c:v>8.0233889869831234</c:v>
                </c:pt>
                <c:pt idx="14186">
                  <c:v>8.0221451977169131</c:v>
                </c:pt>
                <c:pt idx="14187">
                  <c:v>8.0232466636554012</c:v>
                </c:pt>
                <c:pt idx="14188">
                  <c:v>8.022894427791238</c:v>
                </c:pt>
                <c:pt idx="14189">
                  <c:v>8.0227616310105532</c:v>
                </c:pt>
                <c:pt idx="14190">
                  <c:v>8.0233767502977038</c:v>
                </c:pt>
                <c:pt idx="14191">
                  <c:v>8.024186835297499</c:v>
                </c:pt>
                <c:pt idx="14192">
                  <c:v>8.0243236562230518</c:v>
                </c:pt>
                <c:pt idx="14193">
                  <c:v>8.0253017698024891</c:v>
                </c:pt>
                <c:pt idx="14194">
                  <c:v>8.0283000862316758</c:v>
                </c:pt>
                <c:pt idx="14195">
                  <c:v>8.028397404837186</c:v>
                </c:pt>
                <c:pt idx="14196">
                  <c:v>8.0257222518786193</c:v>
                </c:pt>
                <c:pt idx="14197">
                  <c:v>8.025128074569869</c:v>
                </c:pt>
                <c:pt idx="14198">
                  <c:v>8.0257440972364797</c:v>
                </c:pt>
                <c:pt idx="14199">
                  <c:v>8.0245702788157516</c:v>
                </c:pt>
                <c:pt idx="14200">
                  <c:v>8.0230763355644061</c:v>
                </c:pt>
                <c:pt idx="14201">
                  <c:v>8.0230178622756956</c:v>
                </c:pt>
                <c:pt idx="14202">
                  <c:v>8.0238267975198134</c:v>
                </c:pt>
                <c:pt idx="14203">
                  <c:v>8.022983369605388</c:v>
                </c:pt>
                <c:pt idx="14204">
                  <c:v>8.0213468566501049</c:v>
                </c:pt>
                <c:pt idx="14205">
                  <c:v>8.0202069560218447</c:v>
                </c:pt>
                <c:pt idx="14206">
                  <c:v>8.0193605715928218</c:v>
                </c:pt>
                <c:pt idx="14207">
                  <c:v>8.0209173407793699</c:v>
                </c:pt>
                <c:pt idx="14208">
                  <c:v>8.0218378023241481</c:v>
                </c:pt>
                <c:pt idx="14209">
                  <c:v>8.020693220547777</c:v>
                </c:pt>
                <c:pt idx="14210">
                  <c:v>8.0200778548844092</c:v>
                </c:pt>
                <c:pt idx="14211">
                  <c:v>8.0190601568595241</c:v>
                </c:pt>
                <c:pt idx="14212">
                  <c:v>8.0182582844002788</c:v>
                </c:pt>
                <c:pt idx="14213">
                  <c:v>8.0175781217919759</c:v>
                </c:pt>
                <c:pt idx="14214">
                  <c:v>8.0180695602184535</c:v>
                </c:pt>
                <c:pt idx="14215">
                  <c:v>8.0182633761754207</c:v>
                </c:pt>
                <c:pt idx="14216">
                  <c:v>8.0189501909415686</c:v>
                </c:pt>
                <c:pt idx="14217">
                  <c:v>8.0201650720650441</c:v>
                </c:pt>
                <c:pt idx="14218">
                  <c:v>8.0205829261281973</c:v>
                </c:pt>
                <c:pt idx="14219">
                  <c:v>8.0183793372479784</c:v>
                </c:pt>
                <c:pt idx="14220">
                  <c:v>8.0161264731244604</c:v>
                </c:pt>
                <c:pt idx="14221">
                  <c:v>8.0168839157393332</c:v>
                </c:pt>
                <c:pt idx="14222">
                  <c:v>8.0181106229212009</c:v>
                </c:pt>
                <c:pt idx="14223">
                  <c:v>8.0203325257668467</c:v>
                </c:pt>
                <c:pt idx="14224">
                  <c:v>8.0227161335359085</c:v>
                </c:pt>
                <c:pt idx="14225">
                  <c:v>8.0239388986983116</c:v>
                </c:pt>
                <c:pt idx="14226">
                  <c:v>8.0241775551266787</c:v>
                </c:pt>
                <c:pt idx="14227">
                  <c:v>8.0228929495339383</c:v>
                </c:pt>
                <c:pt idx="14228">
                  <c:v>8.0187980125651865</c:v>
                </c:pt>
                <c:pt idx="14229">
                  <c:v>8.0156432472385326</c:v>
                </c:pt>
                <c:pt idx="14230">
                  <c:v>8.0151165770130994</c:v>
                </c:pt>
                <c:pt idx="14231">
                  <c:v>8.0175477353919433</c:v>
                </c:pt>
                <c:pt idx="14232">
                  <c:v>8.0207533363445975</c:v>
                </c:pt>
                <c:pt idx="14233">
                  <c:v>8.0210959635363199</c:v>
                </c:pt>
                <c:pt idx="14234">
                  <c:v>8.0207731285673223</c:v>
                </c:pt>
                <c:pt idx="14235">
                  <c:v>8.0222700283332653</c:v>
                </c:pt>
                <c:pt idx="14236">
                  <c:v>8.0234742331540261</c:v>
                </c:pt>
                <c:pt idx="14237">
                  <c:v>8.0236257545271634</c:v>
                </c:pt>
                <c:pt idx="14238">
                  <c:v>8.0243620909128239</c:v>
                </c:pt>
                <c:pt idx="14239">
                  <c:v>8.0251628957417971</c:v>
                </c:pt>
                <c:pt idx="14240">
                  <c:v>8.0238765655155415</c:v>
                </c:pt>
                <c:pt idx="14241">
                  <c:v>8.0231453209050212</c:v>
                </c:pt>
                <c:pt idx="14242">
                  <c:v>8.0239968792345913</c:v>
                </c:pt>
                <c:pt idx="14243">
                  <c:v>8.025455262185357</c:v>
                </c:pt>
                <c:pt idx="14244">
                  <c:v>8.0256163922309369</c:v>
                </c:pt>
                <c:pt idx="14245">
                  <c:v>8.0274652814848277</c:v>
                </c:pt>
                <c:pt idx="14246">
                  <c:v>8.0267549788527077</c:v>
                </c:pt>
                <c:pt idx="14247">
                  <c:v>8.0244720568307812</c:v>
                </c:pt>
                <c:pt idx="14248">
                  <c:v>8.0212367264813373</c:v>
                </c:pt>
                <c:pt idx="14249">
                  <c:v>8.0187225393175385</c:v>
                </c:pt>
                <c:pt idx="14250">
                  <c:v>8.018373999096621</c:v>
                </c:pt>
                <c:pt idx="14251">
                  <c:v>8.0189118383772016</c:v>
                </c:pt>
                <c:pt idx="14252">
                  <c:v>8.0211751324272171</c:v>
                </c:pt>
                <c:pt idx="14253">
                  <c:v>8.0260552703978973</c:v>
                </c:pt>
                <c:pt idx="14254">
                  <c:v>8.0274516486675154</c:v>
                </c:pt>
                <c:pt idx="14255">
                  <c:v>8.0258723771198621</c:v>
                </c:pt>
                <c:pt idx="14256">
                  <c:v>8.026134849915822</c:v>
                </c:pt>
                <c:pt idx="14257">
                  <c:v>8.024730998234304</c:v>
                </c:pt>
                <c:pt idx="14258">
                  <c:v>8.0198811645382495</c:v>
                </c:pt>
                <c:pt idx="14259">
                  <c:v>8.0176023487865979</c:v>
                </c:pt>
                <c:pt idx="14260">
                  <c:v>8.0222723278446182</c:v>
                </c:pt>
                <c:pt idx="14261">
                  <c:v>8.0250975239190243</c:v>
                </c:pt>
                <c:pt idx="14262">
                  <c:v>8.0237102615694162</c:v>
                </c:pt>
                <c:pt idx="14263">
                  <c:v>8.023821459368456</c:v>
                </c:pt>
                <c:pt idx="14264">
                  <c:v>8.0239370919393913</c:v>
                </c:pt>
                <c:pt idx="14265">
                  <c:v>8.020788732394367</c:v>
                </c:pt>
                <c:pt idx="14266">
                  <c:v>8.0193098180922266</c:v>
                </c:pt>
                <c:pt idx="14267">
                  <c:v>8.0197133823348246</c:v>
                </c:pt>
                <c:pt idx="14268">
                  <c:v>8.0208619061306621</c:v>
                </c:pt>
                <c:pt idx="14269">
                  <c:v>8.0212471564078349</c:v>
                </c:pt>
                <c:pt idx="14270">
                  <c:v>8.0217811357943578</c:v>
                </c:pt>
                <c:pt idx="14271">
                  <c:v>8.0190299347103018</c:v>
                </c:pt>
                <c:pt idx="14272">
                  <c:v>8.0178156284646658</c:v>
                </c:pt>
                <c:pt idx="14273">
                  <c:v>8.0192585718391989</c:v>
                </c:pt>
                <c:pt idx="14274">
                  <c:v>8.0192317989570068</c:v>
                </c:pt>
                <c:pt idx="14275">
                  <c:v>8.0204224530858621</c:v>
                </c:pt>
                <c:pt idx="14276">
                  <c:v>8.0223801585020329</c:v>
                </c:pt>
                <c:pt idx="14277">
                  <c:v>8.0237203629942915</c:v>
                </c:pt>
                <c:pt idx="14278">
                  <c:v>8.025706976553197</c:v>
                </c:pt>
                <c:pt idx="14279">
                  <c:v>8.0250721471687267</c:v>
                </c:pt>
                <c:pt idx="14280">
                  <c:v>8.0237413049726936</c:v>
                </c:pt>
                <c:pt idx="14281">
                  <c:v>8.0218409230895578</c:v>
                </c:pt>
                <c:pt idx="14282">
                  <c:v>8.0209314663491149</c:v>
                </c:pt>
                <c:pt idx="14283">
                  <c:v>8.0204033999917872</c:v>
                </c:pt>
                <c:pt idx="14284">
                  <c:v>8.0199263335112718</c:v>
                </c:pt>
                <c:pt idx="14285">
                  <c:v>8.0234972282675638</c:v>
                </c:pt>
                <c:pt idx="14286">
                  <c:v>8.0272478134110781</c:v>
                </c:pt>
                <c:pt idx="14287">
                  <c:v>8.0274967355151308</c:v>
                </c:pt>
                <c:pt idx="14288">
                  <c:v>8.0264413419291252</c:v>
                </c:pt>
                <c:pt idx="14289">
                  <c:v>8.0251773498131644</c:v>
                </c:pt>
                <c:pt idx="14290">
                  <c:v>8.0240402414486915</c:v>
                </c:pt>
                <c:pt idx="14291">
                  <c:v>8.0210425820227496</c:v>
                </c:pt>
                <c:pt idx="14292">
                  <c:v>8.021832053545765</c:v>
                </c:pt>
                <c:pt idx="14293">
                  <c:v>8.0232238327926737</c:v>
                </c:pt>
                <c:pt idx="14294">
                  <c:v>8.0225338151357128</c:v>
                </c:pt>
                <c:pt idx="14295">
                  <c:v>8.0210273888227324</c:v>
                </c:pt>
                <c:pt idx="14296">
                  <c:v>8.0213924362501547</c:v>
                </c:pt>
                <c:pt idx="14297">
                  <c:v>8.0236377448363658</c:v>
                </c:pt>
                <c:pt idx="14298">
                  <c:v>8.0229859154929581</c:v>
                </c:pt>
                <c:pt idx="14299">
                  <c:v>8.0207102205067144</c:v>
                </c:pt>
                <c:pt idx="14300">
                  <c:v>8.0205470373259971</c:v>
                </c:pt>
                <c:pt idx="14301">
                  <c:v>8.0213730546544575</c:v>
                </c:pt>
                <c:pt idx="14302">
                  <c:v>8.0228109883792555</c:v>
                </c:pt>
                <c:pt idx="14303">
                  <c:v>8.022953311706976</c:v>
                </c:pt>
                <c:pt idx="14304">
                  <c:v>8.0214077937009822</c:v>
                </c:pt>
                <c:pt idx="14305">
                  <c:v>8.0224618732805002</c:v>
                </c:pt>
                <c:pt idx="14306">
                  <c:v>8.0232637457397438</c:v>
                </c:pt>
                <c:pt idx="14307">
                  <c:v>8.0255273682913817</c:v>
                </c:pt>
                <c:pt idx="14308">
                  <c:v>8.0263486223463225</c:v>
                </c:pt>
                <c:pt idx="14309">
                  <c:v>8.0263733420933772</c:v>
                </c:pt>
                <c:pt idx="14310">
                  <c:v>8.02681090625385</c:v>
                </c:pt>
                <c:pt idx="14311">
                  <c:v>8.0263566706360621</c:v>
                </c:pt>
                <c:pt idx="14312">
                  <c:v>8.0241511928715141</c:v>
                </c:pt>
                <c:pt idx="14313">
                  <c:v>8.0217220876278077</c:v>
                </c:pt>
                <c:pt idx="14314">
                  <c:v>8.0220083767913604</c:v>
                </c:pt>
                <c:pt idx="14315">
                  <c:v>8.0265648585389897</c:v>
                </c:pt>
                <c:pt idx="14316">
                  <c:v>8.0270634418757449</c:v>
                </c:pt>
                <c:pt idx="14317">
                  <c:v>8.0257524740278399</c:v>
                </c:pt>
                <c:pt idx="14318">
                  <c:v>8.0231785816942462</c:v>
                </c:pt>
                <c:pt idx="14319">
                  <c:v>8.0216672278569376</c:v>
                </c:pt>
                <c:pt idx="14320">
                  <c:v>8.0224260666037033</c:v>
                </c:pt>
                <c:pt idx="14321">
                  <c:v>8.0234960785118883</c:v>
                </c:pt>
                <c:pt idx="14322">
                  <c:v>8.0222023569991379</c:v>
                </c:pt>
                <c:pt idx="14323">
                  <c:v>8.0194948466308045</c:v>
                </c:pt>
                <c:pt idx="14324">
                  <c:v>8.0169513406972452</c:v>
                </c:pt>
                <c:pt idx="14325">
                  <c:v>8.0159668213361801</c:v>
                </c:pt>
                <c:pt idx="14326">
                  <c:v>8.0162551636348702</c:v>
                </c:pt>
                <c:pt idx="14327">
                  <c:v>8.0189336837350638</c:v>
                </c:pt>
                <c:pt idx="14328">
                  <c:v>8.0236149139736384</c:v>
                </c:pt>
                <c:pt idx="14329">
                  <c:v>8.0255209625097521</c:v>
                </c:pt>
                <c:pt idx="14330">
                  <c:v>8.0253136779862846</c:v>
                </c:pt>
                <c:pt idx="14331">
                  <c:v>8.0251193692768865</c:v>
                </c:pt>
                <c:pt idx="14332">
                  <c:v>8.024952654703732</c:v>
                </c:pt>
                <c:pt idx="14333">
                  <c:v>8.0222231347267279</c:v>
                </c:pt>
                <c:pt idx="14334">
                  <c:v>8.0222027676261654</c:v>
                </c:pt>
                <c:pt idx="14335">
                  <c:v>8.0221954584650756</c:v>
                </c:pt>
                <c:pt idx="14336">
                  <c:v>8.0223176610684508</c:v>
                </c:pt>
                <c:pt idx="14337">
                  <c:v>8.0196862809510119</c:v>
                </c:pt>
                <c:pt idx="14338">
                  <c:v>8.0169948671621558</c:v>
                </c:pt>
                <c:pt idx="14339">
                  <c:v>8.0186931384223712</c:v>
                </c:pt>
                <c:pt idx="14340">
                  <c:v>8.0210003695643248</c:v>
                </c:pt>
                <c:pt idx="14341">
                  <c:v>8.0214509095388653</c:v>
                </c:pt>
                <c:pt idx="14342">
                  <c:v>8.0199230484950519</c:v>
                </c:pt>
                <c:pt idx="14343">
                  <c:v>8.0217868845727427</c:v>
                </c:pt>
                <c:pt idx="14344">
                  <c:v>8.0248566501047094</c:v>
                </c:pt>
                <c:pt idx="14345">
                  <c:v>8.0253076007062791</c:v>
                </c:pt>
                <c:pt idx="14346">
                  <c:v>8.0242997577300539</c:v>
                </c:pt>
                <c:pt idx="14347">
                  <c:v>8.0246927277953439</c:v>
                </c:pt>
                <c:pt idx="14348">
                  <c:v>8.0236774935326238</c:v>
                </c:pt>
                <c:pt idx="14349">
                  <c:v>8.0226206216893203</c:v>
                </c:pt>
                <c:pt idx="14350">
                  <c:v>8.0215460107584278</c:v>
                </c:pt>
                <c:pt idx="14351">
                  <c:v>8.019746150371617</c:v>
                </c:pt>
                <c:pt idx="14352">
                  <c:v>8.0212393544943126</c:v>
                </c:pt>
                <c:pt idx="14353">
                  <c:v>8.0249231716831595</c:v>
                </c:pt>
                <c:pt idx="14354">
                  <c:v>8.0276984355110255</c:v>
                </c:pt>
                <c:pt idx="14355">
                  <c:v>8.0292910113743687</c:v>
                </c:pt>
                <c:pt idx="14356">
                  <c:v>8.0262089270315773</c:v>
                </c:pt>
                <c:pt idx="14357">
                  <c:v>8.021719788116453</c:v>
                </c:pt>
                <c:pt idx="14358">
                  <c:v>8.0229936352810736</c:v>
                </c:pt>
                <c:pt idx="14359">
                  <c:v>8.0252655524986647</c:v>
                </c:pt>
                <c:pt idx="14360">
                  <c:v>8.0246073173736292</c:v>
                </c:pt>
                <c:pt idx="14361">
                  <c:v>8.0248679834106689</c:v>
                </c:pt>
                <c:pt idx="14362">
                  <c:v>8.0272755717981354</c:v>
                </c:pt>
                <c:pt idx="14363">
                  <c:v>8.0288633843879609</c:v>
                </c:pt>
                <c:pt idx="14364">
                  <c:v>8.031273190161377</c:v>
                </c:pt>
                <c:pt idx="14365">
                  <c:v>8.0323627479160677</c:v>
                </c:pt>
                <c:pt idx="14366">
                  <c:v>8.0300754732476491</c:v>
                </c:pt>
                <c:pt idx="14367">
                  <c:v>8.0271618281115256</c:v>
                </c:pt>
                <c:pt idx="14368">
                  <c:v>8.0242820186424666</c:v>
                </c:pt>
                <c:pt idx="14369">
                  <c:v>8.0233266538003534</c:v>
                </c:pt>
                <c:pt idx="14370">
                  <c:v>8.0238483965014584</c:v>
                </c:pt>
                <c:pt idx="14371">
                  <c:v>8.0246654621607192</c:v>
                </c:pt>
                <c:pt idx="14372">
                  <c:v>8.0256556481747623</c:v>
                </c:pt>
                <c:pt idx="14373">
                  <c:v>8.0258884736993394</c:v>
                </c:pt>
                <c:pt idx="14374">
                  <c:v>8.0256922761056124</c:v>
                </c:pt>
                <c:pt idx="14375">
                  <c:v>8.0232991417895132</c:v>
                </c:pt>
                <c:pt idx="14376">
                  <c:v>8.0226990514515659</c:v>
                </c:pt>
                <c:pt idx="14377">
                  <c:v>8.0218173530981804</c:v>
                </c:pt>
                <c:pt idx="14378">
                  <c:v>8.0235000205313511</c:v>
                </c:pt>
                <c:pt idx="14379">
                  <c:v>8.0275089722005504</c:v>
                </c:pt>
                <c:pt idx="14380">
                  <c:v>8.0301499609904319</c:v>
                </c:pt>
                <c:pt idx="14381">
                  <c:v>8.028076869379543</c:v>
                </c:pt>
                <c:pt idx="14382">
                  <c:v>8.0262687964521824</c:v>
                </c:pt>
                <c:pt idx="14383">
                  <c:v>8.0292324559602513</c:v>
                </c:pt>
                <c:pt idx="14384">
                  <c:v>8.0285513078470832</c:v>
                </c:pt>
                <c:pt idx="14385">
                  <c:v>8.0252327023364671</c:v>
                </c:pt>
                <c:pt idx="14386">
                  <c:v>8.0239806184043037</c:v>
                </c:pt>
                <c:pt idx="14387">
                  <c:v>8.0254472138956192</c:v>
                </c:pt>
                <c:pt idx="14388">
                  <c:v>8.0275886338438802</c:v>
                </c:pt>
                <c:pt idx="14389">
                  <c:v>8.028432308134521</c:v>
                </c:pt>
                <c:pt idx="14390">
                  <c:v>8.0287693507986688</c:v>
                </c:pt>
                <c:pt idx="14391">
                  <c:v>8.0275290929248957</c:v>
                </c:pt>
                <c:pt idx="14392">
                  <c:v>8.0261810043937096</c:v>
                </c:pt>
                <c:pt idx="14393">
                  <c:v>8.0257947686116697</c:v>
                </c:pt>
                <c:pt idx="14394">
                  <c:v>8.0258737732517549</c:v>
                </c:pt>
                <c:pt idx="14395">
                  <c:v>8.0237677493532633</c:v>
                </c:pt>
                <c:pt idx="14396">
                  <c:v>8.0228844084917661</c:v>
                </c:pt>
                <c:pt idx="14397">
                  <c:v>8.0234109965917959</c:v>
                </c:pt>
                <c:pt idx="14398">
                  <c:v>8.0255467498870772</c:v>
                </c:pt>
                <c:pt idx="14399">
                  <c:v>8.0249741715599718</c:v>
                </c:pt>
                <c:pt idx="14400">
                  <c:v>8.0236227158871589</c:v>
                </c:pt>
                <c:pt idx="14401">
                  <c:v>8.0234898369810708</c:v>
                </c:pt>
                <c:pt idx="14402">
                  <c:v>8.0242367675440391</c:v>
                </c:pt>
                <c:pt idx="14403">
                  <c:v>8.0229430460312905</c:v>
                </c:pt>
                <c:pt idx="14404">
                  <c:v>8.0216755225228926</c:v>
                </c:pt>
                <c:pt idx="14405">
                  <c:v>8.0227452059294535</c:v>
                </c:pt>
                <c:pt idx="14406">
                  <c:v>8.0226609452634179</c:v>
                </c:pt>
                <c:pt idx="14407">
                  <c:v>8.0193893154847444</c:v>
                </c:pt>
                <c:pt idx="14408">
                  <c:v>8.0191913111320989</c:v>
                </c:pt>
                <c:pt idx="14409">
                  <c:v>8.0223044388781677</c:v>
                </c:pt>
                <c:pt idx="14410">
                  <c:v>8.0224380569129057</c:v>
                </c:pt>
                <c:pt idx="14411">
                  <c:v>8.0220372849340951</c:v>
                </c:pt>
                <c:pt idx="14412">
                  <c:v>8.0234403974869632</c:v>
                </c:pt>
                <c:pt idx="14413">
                  <c:v>8.0246921529175044</c:v>
                </c:pt>
                <c:pt idx="14414">
                  <c:v>8.0249806594670066</c:v>
                </c:pt>
                <c:pt idx="14415">
                  <c:v>8.0254321849464123</c:v>
                </c:pt>
                <c:pt idx="14416">
                  <c:v>8.0260518211308671</c:v>
                </c:pt>
                <c:pt idx="14417">
                  <c:v>8.02661988256067</c:v>
                </c:pt>
                <c:pt idx="14418">
                  <c:v>8.0235320494394937</c:v>
                </c:pt>
                <c:pt idx="14419">
                  <c:v>8.0181230238574308</c:v>
                </c:pt>
                <c:pt idx="14420">
                  <c:v>8.0159721594875375</c:v>
                </c:pt>
                <c:pt idx="14421">
                  <c:v>8.0154256149139744</c:v>
                </c:pt>
                <c:pt idx="14422">
                  <c:v>8.0172081468402254</c:v>
                </c:pt>
                <c:pt idx="14423">
                  <c:v>8.0175216195129959</c:v>
                </c:pt>
                <c:pt idx="14424">
                  <c:v>8.0178534061511932</c:v>
                </c:pt>
                <c:pt idx="14425">
                  <c:v>8.0180864780519858</c:v>
                </c:pt>
                <c:pt idx="14426">
                  <c:v>8.0205484334578898</c:v>
                </c:pt>
                <c:pt idx="14427">
                  <c:v>8.0235664599843961</c:v>
                </c:pt>
                <c:pt idx="14428">
                  <c:v>8.0244114482815263</c:v>
                </c:pt>
                <c:pt idx="14429">
                  <c:v>8.0251118958649865</c:v>
                </c:pt>
                <c:pt idx="14430">
                  <c:v>8.0273585184576852</c:v>
                </c:pt>
                <c:pt idx="14431">
                  <c:v>8.0261603087915248</c:v>
                </c:pt>
                <c:pt idx="14432">
                  <c:v>8.0263472262144298</c:v>
                </c:pt>
                <c:pt idx="14433">
                  <c:v>8.0284649119205032</c:v>
                </c:pt>
                <c:pt idx="14434">
                  <c:v>8.0305421098016669</c:v>
                </c:pt>
                <c:pt idx="14435">
                  <c:v>8.0293823348252786</c:v>
                </c:pt>
                <c:pt idx="14436">
                  <c:v>8.0272211226542929</c:v>
                </c:pt>
                <c:pt idx="14437">
                  <c:v>8.025037408122202</c:v>
                </c:pt>
                <c:pt idx="14438">
                  <c:v>8.0235103683324436</c:v>
                </c:pt>
                <c:pt idx="14439">
                  <c:v>8.0240776085081915</c:v>
                </c:pt>
                <c:pt idx="14440">
                  <c:v>8.0242365211678237</c:v>
                </c:pt>
                <c:pt idx="14441">
                  <c:v>8.023997454112429</c:v>
                </c:pt>
                <c:pt idx="14442">
                  <c:v>8.0245835010060365</c:v>
                </c:pt>
                <c:pt idx="14443">
                  <c:v>8.0274979673962132</c:v>
                </c:pt>
                <c:pt idx="14444">
                  <c:v>8.027709686691578</c:v>
                </c:pt>
                <c:pt idx="14445">
                  <c:v>8.027310885722498</c:v>
                </c:pt>
                <c:pt idx="14446">
                  <c:v>8.0260350675481469</c:v>
                </c:pt>
                <c:pt idx="14447">
                  <c:v>8.0239786473945713</c:v>
                </c:pt>
                <c:pt idx="14448">
                  <c:v>8.025154518950437</c:v>
                </c:pt>
                <c:pt idx="14449">
                  <c:v>8.0242742167289443</c:v>
                </c:pt>
                <c:pt idx="14450">
                  <c:v>8.0210501375600547</c:v>
                </c:pt>
                <c:pt idx="14451">
                  <c:v>8.0199995893729721</c:v>
                </c:pt>
                <c:pt idx="14452">
                  <c:v>8.0197254547694321</c:v>
                </c:pt>
                <c:pt idx="14453">
                  <c:v>8.0207477518170247</c:v>
                </c:pt>
                <c:pt idx="14454">
                  <c:v>8.0215791894222477</c:v>
                </c:pt>
                <c:pt idx="14455">
                  <c:v>8.0212365622305253</c:v>
                </c:pt>
                <c:pt idx="14456">
                  <c:v>8.0236549090461136</c:v>
                </c:pt>
                <c:pt idx="14457">
                  <c:v>8.0263243132262971</c:v>
                </c:pt>
                <c:pt idx="14458">
                  <c:v>8.0266506795877302</c:v>
                </c:pt>
                <c:pt idx="14459">
                  <c:v>8.0262614051656875</c:v>
                </c:pt>
                <c:pt idx="14460">
                  <c:v>8.0282306081386281</c:v>
                </c:pt>
                <c:pt idx="14461">
                  <c:v>8.0290299347103034</c:v>
                </c:pt>
                <c:pt idx="14462">
                  <c:v>8.0283609411571462</c:v>
                </c:pt>
                <c:pt idx="14463">
                  <c:v>8.0274802283086277</c:v>
                </c:pt>
                <c:pt idx="14464">
                  <c:v>8.0264433129388575</c:v>
                </c:pt>
                <c:pt idx="14465">
                  <c:v>8.0276171313595857</c:v>
                </c:pt>
                <c:pt idx="14466">
                  <c:v>8.0251764464337043</c:v>
                </c:pt>
                <c:pt idx="14467">
                  <c:v>8.0221784585061382</c:v>
                </c:pt>
                <c:pt idx="14468">
                  <c:v>8.0222756128608381</c:v>
                </c:pt>
                <c:pt idx="14469">
                  <c:v>8.0227034862234632</c:v>
                </c:pt>
                <c:pt idx="14470">
                  <c:v>8.0200587196649291</c:v>
                </c:pt>
                <c:pt idx="14471">
                  <c:v>8.0166939596764255</c:v>
                </c:pt>
                <c:pt idx="14472">
                  <c:v>8.0160030386400027</c:v>
                </c:pt>
                <c:pt idx="14473">
                  <c:v>8.0168641235166103</c:v>
                </c:pt>
                <c:pt idx="14474">
                  <c:v>8.0186897712807461</c:v>
                </c:pt>
                <c:pt idx="14475">
                  <c:v>8.0219388165729075</c:v>
                </c:pt>
                <c:pt idx="14476">
                  <c:v>8.023863836077691</c:v>
                </c:pt>
                <c:pt idx="14477">
                  <c:v>8.0230553114606007</c:v>
                </c:pt>
                <c:pt idx="14478">
                  <c:v>8.022497351455673</c:v>
                </c:pt>
                <c:pt idx="14479">
                  <c:v>8.0222540960045983</c:v>
                </c:pt>
                <c:pt idx="14480">
                  <c:v>8.0237728411284035</c:v>
                </c:pt>
                <c:pt idx="14481">
                  <c:v>8.0254729191475391</c:v>
                </c:pt>
                <c:pt idx="14482">
                  <c:v>8.0257893483349072</c:v>
                </c:pt>
                <c:pt idx="14483">
                  <c:v>8.0257692276105619</c:v>
                </c:pt>
                <c:pt idx="14484">
                  <c:v>8.0254955857594545</c:v>
                </c:pt>
                <c:pt idx="14485">
                  <c:v>8.0257065659261695</c:v>
                </c:pt>
                <c:pt idx="14486">
                  <c:v>8.0253648421139072</c:v>
                </c:pt>
                <c:pt idx="14487">
                  <c:v>8.0260752268714324</c:v>
                </c:pt>
                <c:pt idx="14488">
                  <c:v>8.0273245185398103</c:v>
                </c:pt>
                <c:pt idx="14489">
                  <c:v>8.0276046482979506</c:v>
                </c:pt>
                <c:pt idx="14490">
                  <c:v>8.0262739703527295</c:v>
                </c:pt>
                <c:pt idx="14491">
                  <c:v>8.0245481870816739</c:v>
                </c:pt>
                <c:pt idx="14492">
                  <c:v>8.024000903379461</c:v>
                </c:pt>
                <c:pt idx="14493">
                  <c:v>8.0231376011169058</c:v>
                </c:pt>
                <c:pt idx="14494">
                  <c:v>8.0231209296595907</c:v>
                </c:pt>
                <c:pt idx="14495">
                  <c:v>8.0252987311624846</c:v>
                </c:pt>
                <c:pt idx="14496">
                  <c:v>8.0276816819283052</c:v>
                </c:pt>
                <c:pt idx="14497">
                  <c:v>8.0295044553032486</c:v>
                </c:pt>
                <c:pt idx="14498">
                  <c:v>8.029315402619801</c:v>
                </c:pt>
                <c:pt idx="14499">
                  <c:v>8.0280477148605929</c:v>
                </c:pt>
                <c:pt idx="14500">
                  <c:v>8.0274829384470081</c:v>
                </c:pt>
                <c:pt idx="14501">
                  <c:v>8.0267158871596926</c:v>
                </c:pt>
                <c:pt idx="14502">
                  <c:v>8.0256392230936644</c:v>
                </c:pt>
                <c:pt idx="14503">
                  <c:v>8.025791729971667</c:v>
                </c:pt>
                <c:pt idx="14504">
                  <c:v>8.025908019545847</c:v>
                </c:pt>
                <c:pt idx="14505">
                  <c:v>8.0242534390013542</c:v>
                </c:pt>
                <c:pt idx="14506">
                  <c:v>8.0254543588058969</c:v>
                </c:pt>
                <c:pt idx="14507">
                  <c:v>8.0267769884613802</c:v>
                </c:pt>
                <c:pt idx="14508">
                  <c:v>8.0267008582104875</c:v>
                </c:pt>
                <c:pt idx="14509">
                  <c:v>8.0249758140680818</c:v>
                </c:pt>
                <c:pt idx="14510">
                  <c:v>8.0221442122120479</c:v>
                </c:pt>
                <c:pt idx="14511">
                  <c:v>8.0230948959060484</c:v>
                </c:pt>
                <c:pt idx="14512">
                  <c:v>8.0251572290888191</c:v>
                </c:pt>
                <c:pt idx="14513">
                  <c:v>8.0253291996879241</c:v>
                </c:pt>
                <c:pt idx="14514">
                  <c:v>8.0260839321644148</c:v>
                </c:pt>
                <c:pt idx="14515">
                  <c:v>8.0270946495298325</c:v>
                </c:pt>
                <c:pt idx="14516">
                  <c:v>8.0252870693549045</c:v>
                </c:pt>
                <c:pt idx="14517">
                  <c:v>8.0232856732230111</c:v>
                </c:pt>
                <c:pt idx="14518">
                  <c:v>8.0224997330924328</c:v>
                </c:pt>
                <c:pt idx="14519">
                  <c:v>8.0225225639551603</c:v>
                </c:pt>
                <c:pt idx="14520">
                  <c:v>8.0227646696505559</c:v>
                </c:pt>
                <c:pt idx="14521">
                  <c:v>8.0244866751529589</c:v>
                </c:pt>
                <c:pt idx="14522">
                  <c:v>8.0260698065946698</c:v>
                </c:pt>
                <c:pt idx="14523">
                  <c:v>8.0253992526588096</c:v>
                </c:pt>
                <c:pt idx="14524">
                  <c:v>8.0243684966944517</c:v>
                </c:pt>
                <c:pt idx="14525">
                  <c:v>8.0239429228431813</c:v>
                </c:pt>
                <c:pt idx="14526">
                  <c:v>8.0260083767913599</c:v>
                </c:pt>
                <c:pt idx="14527">
                  <c:v>8.0284469264566987</c:v>
                </c:pt>
                <c:pt idx="14528">
                  <c:v>8.0269461667966979</c:v>
                </c:pt>
                <c:pt idx="14529">
                  <c:v>8.0244271342339761</c:v>
                </c:pt>
                <c:pt idx="14530">
                  <c:v>8.0223446803268583</c:v>
                </c:pt>
                <c:pt idx="14531">
                  <c:v>8.0220845070422531</c:v>
                </c:pt>
                <c:pt idx="14532">
                  <c:v>8.0215915903584776</c:v>
                </c:pt>
                <c:pt idx="14533">
                  <c:v>8.0222719993429976</c:v>
                </c:pt>
                <c:pt idx="14534">
                  <c:v>8.0216347061963624</c:v>
                </c:pt>
                <c:pt idx="14535">
                  <c:v>8.0191596107255787</c:v>
                </c:pt>
                <c:pt idx="14536">
                  <c:v>8.0202905596846392</c:v>
                </c:pt>
                <c:pt idx="14537">
                  <c:v>8.0208072927360075</c:v>
                </c:pt>
                <c:pt idx="14538">
                  <c:v>8.0228334086149555</c:v>
                </c:pt>
                <c:pt idx="14539">
                  <c:v>8.0262837432759824</c:v>
                </c:pt>
                <c:pt idx="14540">
                  <c:v>8.0262283086272745</c:v>
                </c:pt>
                <c:pt idx="14541">
                  <c:v>8.0272000985504874</c:v>
                </c:pt>
                <c:pt idx="14542">
                  <c:v>8.027911550938283</c:v>
                </c:pt>
                <c:pt idx="14543">
                  <c:v>8.0265237137108372</c:v>
                </c:pt>
                <c:pt idx="14544">
                  <c:v>8.023943415595614</c:v>
                </c:pt>
                <c:pt idx="14545">
                  <c:v>8.0218311501663031</c:v>
                </c:pt>
                <c:pt idx="14546">
                  <c:v>8.0208246211965673</c:v>
                </c:pt>
                <c:pt idx="14547">
                  <c:v>8.0195385373465289</c:v>
                </c:pt>
                <c:pt idx="14548">
                  <c:v>8.0194865519648495</c:v>
                </c:pt>
                <c:pt idx="14549">
                  <c:v>8.0195658029811518</c:v>
                </c:pt>
                <c:pt idx="14550">
                  <c:v>8.019933067794522</c:v>
                </c:pt>
                <c:pt idx="14551">
                  <c:v>8.0265310228719251</c:v>
                </c:pt>
                <c:pt idx="14552">
                  <c:v>8.0305853077649569</c:v>
                </c:pt>
                <c:pt idx="14553">
                  <c:v>8.027633227939063</c:v>
                </c:pt>
                <c:pt idx="14554">
                  <c:v>8.024308955775469</c:v>
                </c:pt>
                <c:pt idx="14555">
                  <c:v>8.0230650843838536</c:v>
                </c:pt>
                <c:pt idx="14556">
                  <c:v>8.0228254424506229</c:v>
                </c:pt>
                <c:pt idx="14557">
                  <c:v>8.024946988050754</c:v>
                </c:pt>
                <c:pt idx="14558">
                  <c:v>8.0262849751570648</c:v>
                </c:pt>
                <c:pt idx="14559">
                  <c:v>8.0264897959183674</c:v>
                </c:pt>
                <c:pt idx="14560">
                  <c:v>8.0257361310721471</c:v>
                </c:pt>
                <c:pt idx="14561">
                  <c:v>8.0252313883299795</c:v>
                </c:pt>
                <c:pt idx="14562">
                  <c:v>8.0266899355315573</c:v>
                </c:pt>
                <c:pt idx="14563">
                  <c:v>8.0283125692933108</c:v>
                </c:pt>
                <c:pt idx="14564">
                  <c:v>8.0272982384100526</c:v>
                </c:pt>
                <c:pt idx="14565">
                  <c:v>8.0265162402989372</c:v>
                </c:pt>
                <c:pt idx="14566">
                  <c:v>8.0278214593684556</c:v>
                </c:pt>
                <c:pt idx="14567">
                  <c:v>8.0268410462776654</c:v>
                </c:pt>
                <c:pt idx="14568">
                  <c:v>8.0244493902188641</c:v>
                </c:pt>
                <c:pt idx="14569">
                  <c:v>8.023876154888514</c:v>
                </c:pt>
                <c:pt idx="14570">
                  <c:v>8.0242593520305512</c:v>
                </c:pt>
                <c:pt idx="14571">
                  <c:v>8.0263762986079747</c:v>
                </c:pt>
                <c:pt idx="14572">
                  <c:v>8.0258245801338646</c:v>
                </c:pt>
                <c:pt idx="14573">
                  <c:v>8.02634320206956</c:v>
                </c:pt>
                <c:pt idx="14574">
                  <c:v>8.0272237506672681</c:v>
                </c:pt>
                <c:pt idx="14575">
                  <c:v>8.0274570689442779</c:v>
                </c:pt>
                <c:pt idx="14576">
                  <c:v>8.0271252823060806</c:v>
                </c:pt>
                <c:pt idx="14577">
                  <c:v>8.0257551020408169</c:v>
                </c:pt>
                <c:pt idx="14578">
                  <c:v>8.0248626452593115</c:v>
                </c:pt>
                <c:pt idx="14579">
                  <c:v>8.0221446228390754</c:v>
                </c:pt>
                <c:pt idx="14580">
                  <c:v>8.0208136163922301</c:v>
                </c:pt>
                <c:pt idx="14581">
                  <c:v>8.0210698476573725</c:v>
                </c:pt>
                <c:pt idx="14582">
                  <c:v>8.0224736172134854</c:v>
                </c:pt>
                <c:pt idx="14583">
                  <c:v>8.0244805978729516</c:v>
                </c:pt>
                <c:pt idx="14584">
                  <c:v>8.0260616761795269</c:v>
                </c:pt>
                <c:pt idx="14585">
                  <c:v>8.026623988830945</c:v>
                </c:pt>
                <c:pt idx="14586">
                  <c:v>8.0253224654046722</c:v>
                </c:pt>
                <c:pt idx="14587">
                  <c:v>8.0233065330760063</c:v>
                </c:pt>
                <c:pt idx="14588">
                  <c:v>8.0207517759618945</c:v>
                </c:pt>
                <c:pt idx="14589">
                  <c:v>8.019103272697409</c:v>
                </c:pt>
                <c:pt idx="14590">
                  <c:v>8.0194966533897265</c:v>
                </c:pt>
                <c:pt idx="14591">
                  <c:v>8.0208918819036672</c:v>
                </c:pt>
                <c:pt idx="14592">
                  <c:v>8.0223100234057405</c:v>
                </c:pt>
                <c:pt idx="14593">
                  <c:v>8.0234114893442285</c:v>
                </c:pt>
                <c:pt idx="14594">
                  <c:v>8.0236362665790661</c:v>
                </c:pt>
                <c:pt idx="14595">
                  <c:v>8.0227816696094933</c:v>
                </c:pt>
                <c:pt idx="14596">
                  <c:v>8.0217031166591379</c:v>
                </c:pt>
                <c:pt idx="14597">
                  <c:v>8.020207202398062</c:v>
                </c:pt>
                <c:pt idx="14598">
                  <c:v>8.0201759126185692</c:v>
                </c:pt>
                <c:pt idx="14599">
                  <c:v>8.019769556112184</c:v>
                </c:pt>
                <c:pt idx="14600">
                  <c:v>8.0208872828809596</c:v>
                </c:pt>
                <c:pt idx="14601">
                  <c:v>8.0223629121668782</c:v>
                </c:pt>
                <c:pt idx="14602">
                  <c:v>8.0222511394900007</c:v>
                </c:pt>
                <c:pt idx="14603">
                  <c:v>8.0215487208968099</c:v>
                </c:pt>
                <c:pt idx="14604">
                  <c:v>8.0223225885927807</c:v>
                </c:pt>
                <c:pt idx="14605">
                  <c:v>8.0215211267605628</c:v>
                </c:pt>
                <c:pt idx="14606">
                  <c:v>8.0218551307847079</c:v>
                </c:pt>
                <c:pt idx="14607">
                  <c:v>8.0246444380569137</c:v>
                </c:pt>
                <c:pt idx="14608">
                  <c:v>8.0256185274914795</c:v>
                </c:pt>
                <c:pt idx="14609">
                  <c:v>8.024853118712274</c:v>
                </c:pt>
                <c:pt idx="14610">
                  <c:v>8.0251826879645218</c:v>
                </c:pt>
                <c:pt idx="14611">
                  <c:v>8.0238218699954835</c:v>
                </c:pt>
                <c:pt idx="14612">
                  <c:v>8.0222246129840258</c:v>
                </c:pt>
                <c:pt idx="14613">
                  <c:v>8.0241901203137189</c:v>
                </c:pt>
                <c:pt idx="14614">
                  <c:v>8.027651541904488</c:v>
                </c:pt>
                <c:pt idx="14615">
                  <c:v>8.0303871391614994</c:v>
                </c:pt>
                <c:pt idx="14616">
                  <c:v>8.0299462899848066</c:v>
                </c:pt>
                <c:pt idx="14617">
                  <c:v>8.0280232414897554</c:v>
                </c:pt>
                <c:pt idx="14618">
                  <c:v>8.0257547735391945</c:v>
                </c:pt>
                <c:pt idx="14619">
                  <c:v>8.0242985258489714</c:v>
                </c:pt>
                <c:pt idx="14620">
                  <c:v>8.0270640167535827</c:v>
                </c:pt>
                <c:pt idx="14621">
                  <c:v>8.0279171354658558</c:v>
                </c:pt>
                <c:pt idx="14622">
                  <c:v>8.025441957869667</c:v>
                </c:pt>
                <c:pt idx="14623">
                  <c:v>8.0247083316223868</c:v>
                </c:pt>
                <c:pt idx="14624">
                  <c:v>8.0254076294501697</c:v>
                </c:pt>
                <c:pt idx="14625">
                  <c:v>8.0246806553607364</c:v>
                </c:pt>
                <c:pt idx="14626">
                  <c:v>8.0263170040652074</c:v>
                </c:pt>
                <c:pt idx="14627">
                  <c:v>8.0269147127663949</c:v>
                </c:pt>
                <c:pt idx="14628">
                  <c:v>8.0221992362337282</c:v>
                </c:pt>
                <c:pt idx="14629">
                  <c:v>8.0210374081222025</c:v>
                </c:pt>
                <c:pt idx="14630">
                  <c:v>8.0193007021722167</c:v>
                </c:pt>
                <c:pt idx="14631">
                  <c:v>8.0214229869009976</c:v>
                </c:pt>
                <c:pt idx="14632">
                  <c:v>8.0257509136451368</c:v>
                </c:pt>
                <c:pt idx="14633">
                  <c:v>8.0283590522728208</c:v>
                </c:pt>
                <c:pt idx="14634">
                  <c:v>8.0264907814232327</c:v>
                </c:pt>
                <c:pt idx="14635">
                  <c:v>8.0256598365704424</c:v>
                </c:pt>
                <c:pt idx="14636">
                  <c:v>8.0257877879522024</c:v>
                </c:pt>
                <c:pt idx="14637">
                  <c:v>8.0248085246170895</c:v>
                </c:pt>
                <c:pt idx="14638">
                  <c:v>8.0242031782531917</c:v>
                </c:pt>
                <c:pt idx="14639">
                  <c:v>8.0251248716790542</c:v>
                </c:pt>
                <c:pt idx="14640">
                  <c:v>8.0275159528600177</c:v>
                </c:pt>
                <c:pt idx="14641">
                  <c:v>8.0284610520264437</c:v>
                </c:pt>
                <c:pt idx="14642">
                  <c:v>8.027584199071983</c:v>
                </c:pt>
                <c:pt idx="14643">
                  <c:v>8.0229772923253808</c:v>
                </c:pt>
                <c:pt idx="14644">
                  <c:v>8.0215274504167873</c:v>
                </c:pt>
                <c:pt idx="14645">
                  <c:v>8.0240096086724435</c:v>
                </c:pt>
                <c:pt idx="14646">
                  <c:v>8.0249282634583015</c:v>
                </c:pt>
                <c:pt idx="14647">
                  <c:v>8.0254637211021222</c:v>
                </c:pt>
                <c:pt idx="14648">
                  <c:v>8.0279840676713334</c:v>
                </c:pt>
                <c:pt idx="14649">
                  <c:v>8.02703272697409</c:v>
                </c:pt>
                <c:pt idx="14650">
                  <c:v>8.0227006118342707</c:v>
                </c:pt>
                <c:pt idx="14651">
                  <c:v>8.0189800024637616</c:v>
                </c:pt>
                <c:pt idx="14652">
                  <c:v>8.0192649776208267</c:v>
                </c:pt>
                <c:pt idx="14653">
                  <c:v>8.0205145156654218</c:v>
                </c:pt>
                <c:pt idx="14654">
                  <c:v>8.0218430583501004</c:v>
                </c:pt>
                <c:pt idx="14655">
                  <c:v>8.0251077074693065</c:v>
                </c:pt>
                <c:pt idx="14656">
                  <c:v>8.0272526588100028</c:v>
                </c:pt>
                <c:pt idx="14657">
                  <c:v>8.0266473124461051</c:v>
                </c:pt>
                <c:pt idx="14658">
                  <c:v>8.0252369728575541</c:v>
                </c:pt>
                <c:pt idx="14659">
                  <c:v>8.0237243050137561</c:v>
                </c:pt>
                <c:pt idx="14660">
                  <c:v>8.0233388904857712</c:v>
                </c:pt>
                <c:pt idx="14661">
                  <c:v>8.0238751693836488</c:v>
                </c:pt>
                <c:pt idx="14662">
                  <c:v>8.0249699010388866</c:v>
                </c:pt>
                <c:pt idx="14663">
                  <c:v>8.026114729191475</c:v>
                </c:pt>
                <c:pt idx="14664">
                  <c:v>8.02644290231183</c:v>
                </c:pt>
                <c:pt idx="14665">
                  <c:v>8.0244667186794238</c:v>
                </c:pt>
                <c:pt idx="14666">
                  <c:v>8.0221058596476826</c:v>
                </c:pt>
                <c:pt idx="14667">
                  <c:v>8.0213887406069073</c:v>
                </c:pt>
                <c:pt idx="14668">
                  <c:v>8.0209505194431898</c:v>
                </c:pt>
                <c:pt idx="14669">
                  <c:v>8.0220932123352355</c:v>
                </c:pt>
                <c:pt idx="14670">
                  <c:v>8.0243767092350016</c:v>
                </c:pt>
                <c:pt idx="14671">
                  <c:v>8.0235280252946257</c:v>
                </c:pt>
                <c:pt idx="14672">
                  <c:v>8.0221394489385283</c:v>
                </c:pt>
                <c:pt idx="14673">
                  <c:v>8.0234681558740188</c:v>
                </c:pt>
                <c:pt idx="14674">
                  <c:v>8.0259763478832173</c:v>
                </c:pt>
                <c:pt idx="14675">
                  <c:v>8.0278789471523009</c:v>
                </c:pt>
                <c:pt idx="14676">
                  <c:v>8.028442409559398</c:v>
                </c:pt>
                <c:pt idx="14677">
                  <c:v>8.0281946372110209</c:v>
                </c:pt>
                <c:pt idx="14678">
                  <c:v>8.0255084794481171</c:v>
                </c:pt>
                <c:pt idx="14679">
                  <c:v>8.0251956637785895</c:v>
                </c:pt>
                <c:pt idx="14680">
                  <c:v>8.0236461216277259</c:v>
                </c:pt>
                <c:pt idx="14681">
                  <c:v>8.023368702007966</c:v>
                </c:pt>
                <c:pt idx="14682">
                  <c:v>8.0247062784872494</c:v>
                </c:pt>
                <c:pt idx="14683">
                  <c:v>8.0213582720814678</c:v>
                </c:pt>
                <c:pt idx="14684">
                  <c:v>8.0187488194472962</c:v>
                </c:pt>
                <c:pt idx="14685">
                  <c:v>8.0217086190613074</c:v>
                </c:pt>
                <c:pt idx="14686">
                  <c:v>8.0256783969120846</c:v>
                </c:pt>
                <c:pt idx="14687">
                  <c:v>8.0262954050835624</c:v>
                </c:pt>
                <c:pt idx="14688">
                  <c:v>8.0244484047139988</c:v>
                </c:pt>
                <c:pt idx="14689">
                  <c:v>8.0221048741428156</c:v>
                </c:pt>
                <c:pt idx="14690">
                  <c:v>8.0226623413953106</c:v>
                </c:pt>
                <c:pt idx="14691">
                  <c:v>8.0239025171436786</c:v>
                </c:pt>
                <c:pt idx="14692">
                  <c:v>8.0257587976840643</c:v>
                </c:pt>
                <c:pt idx="14693">
                  <c:v>8.0283401634295561</c:v>
                </c:pt>
                <c:pt idx="14694">
                  <c:v>8.0301695068369394</c:v>
                </c:pt>
                <c:pt idx="14695">
                  <c:v>8.030185767667227</c:v>
                </c:pt>
                <c:pt idx="14696">
                  <c:v>8.0301888884326367</c:v>
                </c:pt>
                <c:pt idx="14697">
                  <c:v>8.030152506878002</c:v>
                </c:pt>
                <c:pt idx="14698">
                  <c:v>8.0291522194390836</c:v>
                </c:pt>
                <c:pt idx="14699">
                  <c:v>8.02659910483308</c:v>
                </c:pt>
                <c:pt idx="14700">
                  <c:v>8.0249796739621395</c:v>
                </c:pt>
                <c:pt idx="14701">
                  <c:v>8.0258836283004147</c:v>
                </c:pt>
                <c:pt idx="14702">
                  <c:v>8.0286617665174713</c:v>
                </c:pt>
                <c:pt idx="14703">
                  <c:v>8.029336180347391</c:v>
                </c:pt>
                <c:pt idx="14704">
                  <c:v>8.0315359093335523</c:v>
                </c:pt>
                <c:pt idx="14705">
                  <c:v>8.0347249209542966</c:v>
                </c:pt>
                <c:pt idx="14706">
                  <c:v>8.0338753336344606</c:v>
                </c:pt>
                <c:pt idx="14707">
                  <c:v>8.0331564078347633</c:v>
                </c:pt>
                <c:pt idx="14708">
                  <c:v>8.0325555783681679</c:v>
                </c:pt>
                <c:pt idx="14709">
                  <c:v>8.0310767461914345</c:v>
                </c:pt>
                <c:pt idx="14710">
                  <c:v>8.0295717160103486</c:v>
                </c:pt>
                <c:pt idx="14711">
                  <c:v>8.027409764710713</c:v>
                </c:pt>
                <c:pt idx="14712">
                  <c:v>8.0259027635198947</c:v>
                </c:pt>
                <c:pt idx="14713">
                  <c:v>8.0249919106475591</c:v>
                </c:pt>
                <c:pt idx="14714">
                  <c:v>8.0262712602143473</c:v>
                </c:pt>
                <c:pt idx="14715">
                  <c:v>8.0271377653677156</c:v>
                </c:pt>
                <c:pt idx="14716">
                  <c:v>8.027191393257505</c:v>
                </c:pt>
                <c:pt idx="14717">
                  <c:v>8.0243565063852511</c:v>
                </c:pt>
                <c:pt idx="14718">
                  <c:v>8.0227055393586006</c:v>
                </c:pt>
                <c:pt idx="14719">
                  <c:v>8.0235674454892614</c:v>
                </c:pt>
                <c:pt idx="14720">
                  <c:v>8.0242098304110385</c:v>
                </c:pt>
                <c:pt idx="14721">
                  <c:v>8.0232967601527534</c:v>
                </c:pt>
                <c:pt idx="14722">
                  <c:v>8.0250714080400769</c:v>
                </c:pt>
                <c:pt idx="14723">
                  <c:v>8.0254136246047718</c:v>
                </c:pt>
                <c:pt idx="14724">
                  <c:v>8.024244980084589</c:v>
                </c:pt>
                <c:pt idx="14725">
                  <c:v>8.0229235823101881</c:v>
                </c:pt>
                <c:pt idx="14726">
                  <c:v>8.0221148113168805</c:v>
                </c:pt>
                <c:pt idx="14727">
                  <c:v>8.0254579723237391</c:v>
                </c:pt>
                <c:pt idx="14728">
                  <c:v>8.0257823676754398</c:v>
                </c:pt>
                <c:pt idx="14729">
                  <c:v>8.0248192009198043</c:v>
                </c:pt>
                <c:pt idx="14730">
                  <c:v>8.0259514638853524</c:v>
                </c:pt>
                <c:pt idx="14731">
                  <c:v>8.0269601281156326</c:v>
                </c:pt>
                <c:pt idx="14732">
                  <c:v>8.027610807703363</c:v>
                </c:pt>
                <c:pt idx="14733">
                  <c:v>8.0276237013920255</c:v>
                </c:pt>
                <c:pt idx="14734">
                  <c:v>8.0264282018642472</c:v>
                </c:pt>
                <c:pt idx="14735">
                  <c:v>8.0287676261651537</c:v>
                </c:pt>
                <c:pt idx="14736">
                  <c:v>8.0298780437728414</c:v>
                </c:pt>
                <c:pt idx="14737">
                  <c:v>8.0282997577300534</c:v>
                </c:pt>
                <c:pt idx="14738">
                  <c:v>8.0258596476820099</c:v>
                </c:pt>
                <c:pt idx="14739">
                  <c:v>8.0234835133248463</c:v>
                </c:pt>
                <c:pt idx="14740">
                  <c:v>8.0214996920297299</c:v>
                </c:pt>
                <c:pt idx="14741">
                  <c:v>8.0215525807908676</c:v>
                </c:pt>
                <c:pt idx="14742">
                  <c:v>8.0190749394325138</c:v>
                </c:pt>
                <c:pt idx="14743">
                  <c:v>8.0166570853693582</c:v>
                </c:pt>
                <c:pt idx="14744">
                  <c:v>8.0172937215127504</c:v>
                </c:pt>
                <c:pt idx="14745">
                  <c:v>8.0171683981439656</c:v>
                </c:pt>
                <c:pt idx="14746">
                  <c:v>8.0176455467498879</c:v>
                </c:pt>
                <c:pt idx="14747">
                  <c:v>8.0202678109473169</c:v>
                </c:pt>
                <c:pt idx="14748">
                  <c:v>8.0231417073871807</c:v>
                </c:pt>
                <c:pt idx="14749">
                  <c:v>8.0272714655278605</c:v>
                </c:pt>
                <c:pt idx="14750">
                  <c:v>8.028198004352646</c:v>
                </c:pt>
                <c:pt idx="14751">
                  <c:v>8.0260337535416575</c:v>
                </c:pt>
                <c:pt idx="14752">
                  <c:v>8.0243798300004112</c:v>
                </c:pt>
                <c:pt idx="14753">
                  <c:v>8.0250397897589618</c:v>
                </c:pt>
                <c:pt idx="14754">
                  <c:v>8.02639970434854</c:v>
                </c:pt>
                <c:pt idx="14755">
                  <c:v>8.0278462612409154</c:v>
                </c:pt>
                <c:pt idx="14756">
                  <c:v>8.0275556194308706</c:v>
                </c:pt>
                <c:pt idx="14757">
                  <c:v>8.0293796246868965</c:v>
                </c:pt>
                <c:pt idx="14758">
                  <c:v>8.033027470948138</c:v>
                </c:pt>
                <c:pt idx="14759">
                  <c:v>8.032505892497845</c:v>
                </c:pt>
                <c:pt idx="14760">
                  <c:v>8.0325193610643453</c:v>
                </c:pt>
                <c:pt idx="14761">
                  <c:v>8.0339303576561409</c:v>
                </c:pt>
                <c:pt idx="14762">
                  <c:v>8.0325452305670755</c:v>
                </c:pt>
                <c:pt idx="14763">
                  <c:v>8.0300951012195618</c:v>
                </c:pt>
                <c:pt idx="14764">
                  <c:v>8.0273694411366154</c:v>
                </c:pt>
                <c:pt idx="14765">
                  <c:v>8.0276129429639056</c:v>
                </c:pt>
                <c:pt idx="14766">
                  <c:v>8.0268624810085001</c:v>
                </c:pt>
                <c:pt idx="14767">
                  <c:v>8.0260746519935946</c:v>
                </c:pt>
                <c:pt idx="14768">
                  <c:v>8.0241930768283165</c:v>
                </c:pt>
                <c:pt idx="14769">
                  <c:v>8.0203431199441546</c:v>
                </c:pt>
                <c:pt idx="14770">
                  <c:v>8.0195270397897591</c:v>
                </c:pt>
                <c:pt idx="14771">
                  <c:v>8.0220199564735353</c:v>
                </c:pt>
                <c:pt idx="14772">
                  <c:v>8.0264417525561527</c:v>
                </c:pt>
                <c:pt idx="14773">
                  <c:v>8.029343653759291</c:v>
                </c:pt>
                <c:pt idx="14774">
                  <c:v>8.0281479078552955</c:v>
                </c:pt>
                <c:pt idx="14775">
                  <c:v>8.026936229622633</c:v>
                </c:pt>
                <c:pt idx="14776">
                  <c:v>8.0263146224284476</c:v>
                </c:pt>
                <c:pt idx="14777">
                  <c:v>8.0271160021352603</c:v>
                </c:pt>
                <c:pt idx="14778">
                  <c:v>8.0294644602307716</c:v>
                </c:pt>
                <c:pt idx="14779">
                  <c:v>8.0312766394284072</c:v>
                </c:pt>
                <c:pt idx="14780">
                  <c:v>8.0296207448774286</c:v>
                </c:pt>
                <c:pt idx="14781">
                  <c:v>8.0294303781874916</c:v>
                </c:pt>
                <c:pt idx="14782">
                  <c:v>8.031330513694412</c:v>
                </c:pt>
                <c:pt idx="14783">
                  <c:v>8.0325003079702704</c:v>
                </c:pt>
                <c:pt idx="14784">
                  <c:v>8.031871227364185</c:v>
                </c:pt>
                <c:pt idx="14785">
                  <c:v>8.0310113743686617</c:v>
                </c:pt>
                <c:pt idx="14786">
                  <c:v>8.0290094854843339</c:v>
                </c:pt>
                <c:pt idx="14787">
                  <c:v>8.0267323943661975</c:v>
                </c:pt>
                <c:pt idx="14788">
                  <c:v>8.0260904200714496</c:v>
                </c:pt>
                <c:pt idx="14789">
                  <c:v>8.0271840019710101</c:v>
                </c:pt>
                <c:pt idx="14790">
                  <c:v>8.0285535252330309</c:v>
                </c:pt>
                <c:pt idx="14791">
                  <c:v>8.0288892538906911</c:v>
                </c:pt>
                <c:pt idx="14792">
                  <c:v>8.0300105120519039</c:v>
                </c:pt>
                <c:pt idx="14793">
                  <c:v>8.0293165523754766</c:v>
                </c:pt>
                <c:pt idx="14794">
                  <c:v>8.0273934217550202</c:v>
                </c:pt>
                <c:pt idx="14795">
                  <c:v>8.0274501704102157</c:v>
                </c:pt>
                <c:pt idx="14796">
                  <c:v>8.0271181373958029</c:v>
                </c:pt>
                <c:pt idx="14797">
                  <c:v>8.0273392189873931</c:v>
                </c:pt>
                <c:pt idx="14798">
                  <c:v>8.0281337822855505</c:v>
                </c:pt>
                <c:pt idx="14799">
                  <c:v>8.0283153615570981</c:v>
                </c:pt>
                <c:pt idx="14800">
                  <c:v>8.0305750420892696</c:v>
                </c:pt>
                <c:pt idx="14801">
                  <c:v>8.0329677657783431</c:v>
                </c:pt>
                <c:pt idx="14802">
                  <c:v>8.0309552827167092</c:v>
                </c:pt>
                <c:pt idx="14803">
                  <c:v>8.0292000985504863</c:v>
                </c:pt>
                <c:pt idx="14804">
                  <c:v>8.0295240832751613</c:v>
                </c:pt>
                <c:pt idx="14805">
                  <c:v>8.0312264608056498</c:v>
                </c:pt>
                <c:pt idx="14806">
                  <c:v>8.0332062579558983</c:v>
                </c:pt>
                <c:pt idx="14807">
                  <c:v>8.0344380569129061</c:v>
                </c:pt>
                <c:pt idx="14808">
                  <c:v>8.0324158830534227</c:v>
                </c:pt>
                <c:pt idx="14809">
                  <c:v>8.0289408286453412</c:v>
                </c:pt>
                <c:pt idx="14810">
                  <c:v>8.0296872664558787</c:v>
                </c:pt>
                <c:pt idx="14811">
                  <c:v>8.0332274463105158</c:v>
                </c:pt>
                <c:pt idx="14812">
                  <c:v>8.0330621278692558</c:v>
                </c:pt>
                <c:pt idx="14813">
                  <c:v>8.0291284030714909</c:v>
                </c:pt>
                <c:pt idx="14814">
                  <c:v>8.0276135999671503</c:v>
                </c:pt>
                <c:pt idx="14815">
                  <c:v>8.0296984355110261</c:v>
                </c:pt>
                <c:pt idx="14816">
                  <c:v>8.0312858374738223</c:v>
                </c:pt>
                <c:pt idx="14817">
                  <c:v>8.0347396214018811</c:v>
                </c:pt>
                <c:pt idx="14818">
                  <c:v>8.0383772019874353</c:v>
                </c:pt>
                <c:pt idx="14819">
                  <c:v>8.0381070094033582</c:v>
                </c:pt>
                <c:pt idx="14820">
                  <c:v>8.0364897959183672</c:v>
                </c:pt>
                <c:pt idx="14821">
                  <c:v>8.0339633720691488</c:v>
                </c:pt>
                <c:pt idx="14822">
                  <c:v>8.0328343941198206</c:v>
                </c:pt>
                <c:pt idx="14823">
                  <c:v>8.0327834763684152</c:v>
                </c:pt>
                <c:pt idx="14824">
                  <c:v>8.0331141953763403</c:v>
                </c:pt>
                <c:pt idx="14825">
                  <c:v>8.0363590522728199</c:v>
                </c:pt>
                <c:pt idx="14826">
                  <c:v>8.0391095963536312</c:v>
                </c:pt>
                <c:pt idx="14827">
                  <c:v>8.039072229294133</c:v>
                </c:pt>
                <c:pt idx="14828">
                  <c:v>8.0367335441218746</c:v>
                </c:pt>
                <c:pt idx="14829">
                  <c:v>8.036486346651337</c:v>
                </c:pt>
                <c:pt idx="14830">
                  <c:v>8.0350855336098217</c:v>
                </c:pt>
                <c:pt idx="14831">
                  <c:v>8.0319427585923702</c:v>
                </c:pt>
                <c:pt idx="14832">
                  <c:v>8.031243296513777</c:v>
                </c:pt>
                <c:pt idx="14833">
                  <c:v>8.0323620087874179</c:v>
                </c:pt>
                <c:pt idx="14834">
                  <c:v>8.0321950478380479</c:v>
                </c:pt>
                <c:pt idx="14835">
                  <c:v>8.0312003449267024</c:v>
                </c:pt>
                <c:pt idx="14836">
                  <c:v>8.030430008623167</c:v>
                </c:pt>
                <c:pt idx="14837">
                  <c:v>8.0305340615119292</c:v>
                </c:pt>
                <c:pt idx="14838">
                  <c:v>8.0306157762903947</c:v>
                </c:pt>
                <c:pt idx="14839">
                  <c:v>8.0292745862932691</c:v>
                </c:pt>
                <c:pt idx="14840">
                  <c:v>8.026123188108242</c:v>
                </c:pt>
                <c:pt idx="14841">
                  <c:v>8.0241695889623461</c:v>
                </c:pt>
                <c:pt idx="14842">
                  <c:v>8.0264358395269575</c:v>
                </c:pt>
                <c:pt idx="14843">
                  <c:v>8.0273860304685254</c:v>
                </c:pt>
                <c:pt idx="14844">
                  <c:v>8.0251281566952741</c:v>
                </c:pt>
                <c:pt idx="14845">
                  <c:v>8.0275221122654301</c:v>
                </c:pt>
                <c:pt idx="14846">
                  <c:v>8.0322729027224575</c:v>
                </c:pt>
                <c:pt idx="14847">
                  <c:v>8.031686773703445</c:v>
                </c:pt>
                <c:pt idx="14848">
                  <c:v>8.0268564037284929</c:v>
                </c:pt>
                <c:pt idx="14849">
                  <c:v>8.0261552170163846</c:v>
                </c:pt>
                <c:pt idx="14850">
                  <c:v>8.0283175789430459</c:v>
                </c:pt>
                <c:pt idx="14851">
                  <c:v>8.0301390383115017</c:v>
                </c:pt>
                <c:pt idx="14852">
                  <c:v>8.0287383895207984</c:v>
                </c:pt>
                <c:pt idx="14853">
                  <c:v>8.0265356218946327</c:v>
                </c:pt>
                <c:pt idx="14854">
                  <c:v>8.0274115714696332</c:v>
                </c:pt>
                <c:pt idx="14855">
                  <c:v>8.0274159241161254</c:v>
                </c:pt>
                <c:pt idx="14856">
                  <c:v>8.0283424629409108</c:v>
                </c:pt>
                <c:pt idx="14857">
                  <c:v>8.0264467622058877</c:v>
                </c:pt>
                <c:pt idx="14858">
                  <c:v>8.0233670594998561</c:v>
                </c:pt>
                <c:pt idx="14859">
                  <c:v>8.0220182318400202</c:v>
                </c:pt>
                <c:pt idx="14860">
                  <c:v>8.0232744220424586</c:v>
                </c:pt>
                <c:pt idx="14861">
                  <c:v>8.0250530119492467</c:v>
                </c:pt>
                <c:pt idx="14862">
                  <c:v>8.0256314211801421</c:v>
                </c:pt>
                <c:pt idx="14863">
                  <c:v>8.0275979961401056</c:v>
                </c:pt>
                <c:pt idx="14864">
                  <c:v>8.0296518704061093</c:v>
                </c:pt>
                <c:pt idx="14865">
                  <c:v>8.0298148072106112</c:v>
                </c:pt>
                <c:pt idx="14866">
                  <c:v>8.0297126432061763</c:v>
                </c:pt>
                <c:pt idx="14867">
                  <c:v>8.0272816490781427</c:v>
                </c:pt>
                <c:pt idx="14868">
                  <c:v>8.0242039995072467</c:v>
                </c:pt>
                <c:pt idx="14869">
                  <c:v>8.0252859195992272</c:v>
                </c:pt>
                <c:pt idx="14870">
                  <c:v>8.0286636554017985</c:v>
                </c:pt>
                <c:pt idx="14871">
                  <c:v>8.0322347144089026</c:v>
                </c:pt>
                <c:pt idx="14872">
                  <c:v>8.0362741346035396</c:v>
                </c:pt>
                <c:pt idx="14873">
                  <c:v>8.0388940171642105</c:v>
                </c:pt>
                <c:pt idx="14874">
                  <c:v>8.0397346528148486</c:v>
                </c:pt>
                <c:pt idx="14875">
                  <c:v>8.0380309612778706</c:v>
                </c:pt>
                <c:pt idx="14876">
                  <c:v>8.0366414815423148</c:v>
                </c:pt>
                <c:pt idx="14877">
                  <c:v>8.0333040693138429</c:v>
                </c:pt>
                <c:pt idx="14878">
                  <c:v>8.0315013345378397</c:v>
                </c:pt>
                <c:pt idx="14879">
                  <c:v>8.0336195951217508</c:v>
                </c:pt>
                <c:pt idx="14880">
                  <c:v>8.0333763396706779</c:v>
                </c:pt>
                <c:pt idx="14881">
                  <c:v>8.0309005050712443</c:v>
                </c:pt>
                <c:pt idx="14882">
                  <c:v>8.0311904077526375</c:v>
                </c:pt>
                <c:pt idx="14883">
                  <c:v>8.0305416991746394</c:v>
                </c:pt>
                <c:pt idx="14884">
                  <c:v>8.0310972775428073</c:v>
                </c:pt>
                <c:pt idx="14885">
                  <c:v>8.032406192255575</c:v>
                </c:pt>
                <c:pt idx="14886">
                  <c:v>8.0323390957992853</c:v>
                </c:pt>
                <c:pt idx="14887">
                  <c:v>8.0302927770705868</c:v>
                </c:pt>
                <c:pt idx="14888">
                  <c:v>8.0295664599843963</c:v>
                </c:pt>
                <c:pt idx="14889">
                  <c:v>8.0307642590235293</c:v>
                </c:pt>
                <c:pt idx="14890">
                  <c:v>8.032817312035478</c:v>
                </c:pt>
                <c:pt idx="14891">
                  <c:v>8.033567363363856</c:v>
                </c:pt>
                <c:pt idx="14892">
                  <c:v>8.0338361598160386</c:v>
                </c:pt>
                <c:pt idx="14893">
                  <c:v>8.0341781300045163</c:v>
                </c:pt>
                <c:pt idx="14894">
                  <c:v>8.0313567116987645</c:v>
                </c:pt>
                <c:pt idx="14895">
                  <c:v>8.0309735145567274</c:v>
                </c:pt>
                <c:pt idx="14896">
                  <c:v>8.0304654046729365</c:v>
                </c:pt>
                <c:pt idx="14897">
                  <c:v>8.0297262760234887</c:v>
                </c:pt>
                <c:pt idx="14898">
                  <c:v>8.0295437933724791</c:v>
                </c:pt>
                <c:pt idx="14899">
                  <c:v>8.0278266332690009</c:v>
                </c:pt>
                <c:pt idx="14900">
                  <c:v>8.0273087504619554</c:v>
                </c:pt>
                <c:pt idx="14901">
                  <c:v>8.0283819652609534</c:v>
                </c:pt>
                <c:pt idx="14902">
                  <c:v>8.0324054531269251</c:v>
                </c:pt>
                <c:pt idx="14903">
                  <c:v>8.0344397815464212</c:v>
                </c:pt>
                <c:pt idx="14904">
                  <c:v>8.0350760891881912</c:v>
                </c:pt>
                <c:pt idx="14905">
                  <c:v>8.0318295897835998</c:v>
                </c:pt>
                <c:pt idx="14906">
                  <c:v>8.0285769309735961</c:v>
                </c:pt>
                <c:pt idx="14907">
                  <c:v>8.0283783517431111</c:v>
                </c:pt>
                <c:pt idx="14908">
                  <c:v>8.0302082700283339</c:v>
                </c:pt>
                <c:pt idx="14909">
                  <c:v>8.0292041226953561</c:v>
                </c:pt>
                <c:pt idx="14910">
                  <c:v>8.027286822978688</c:v>
                </c:pt>
                <c:pt idx="14911">
                  <c:v>8.0259416088366944</c:v>
                </c:pt>
                <c:pt idx="14912">
                  <c:v>8.0271399827536651</c:v>
                </c:pt>
                <c:pt idx="14913">
                  <c:v>8.0282592699051456</c:v>
                </c:pt>
                <c:pt idx="14914">
                  <c:v>8.0286980659467009</c:v>
                </c:pt>
                <c:pt idx="14915">
                  <c:v>8.0281882314293931</c:v>
                </c:pt>
                <c:pt idx="14916">
                  <c:v>8.0261171108282348</c:v>
                </c:pt>
                <c:pt idx="14917">
                  <c:v>8.0260203671005623</c:v>
                </c:pt>
                <c:pt idx="14918">
                  <c:v>8.0252846055927396</c:v>
                </c:pt>
                <c:pt idx="14919">
                  <c:v>8.0251224900422944</c:v>
                </c:pt>
                <c:pt idx="14920">
                  <c:v>8.0291454851558335</c:v>
                </c:pt>
                <c:pt idx="14921">
                  <c:v>8.0315713875087251</c:v>
                </c:pt>
                <c:pt idx="14922">
                  <c:v>8.0341324682790614</c:v>
                </c:pt>
                <c:pt idx="14923">
                  <c:v>8.0351390793742041</c:v>
                </c:pt>
                <c:pt idx="14924">
                  <c:v>8.0336237835174309</c:v>
                </c:pt>
                <c:pt idx="14925">
                  <c:v>8.032651172340163</c:v>
                </c:pt>
                <c:pt idx="14926">
                  <c:v>8.0327420030386403</c:v>
                </c:pt>
                <c:pt idx="14927">
                  <c:v>8.0328418675317206</c:v>
                </c:pt>
                <c:pt idx="14928">
                  <c:v>8.0328472878084831</c:v>
                </c:pt>
                <c:pt idx="14929">
                  <c:v>8.032489138915123</c:v>
                </c:pt>
                <c:pt idx="14930">
                  <c:v>8.0311918860099372</c:v>
                </c:pt>
                <c:pt idx="14931">
                  <c:v>8.0278024883997858</c:v>
                </c:pt>
                <c:pt idx="14932">
                  <c:v>8.028083521537388</c:v>
                </c:pt>
                <c:pt idx="14933">
                  <c:v>8.0287354330062009</c:v>
                </c:pt>
                <c:pt idx="14934">
                  <c:v>8.0311794850737073</c:v>
                </c:pt>
                <c:pt idx="14935">
                  <c:v>8.0313076007062794</c:v>
                </c:pt>
                <c:pt idx="14936">
                  <c:v>8.0313011127992446</c:v>
                </c:pt>
                <c:pt idx="14937">
                  <c:v>8.0313859483431198</c:v>
                </c:pt>
                <c:pt idx="14938">
                  <c:v>8.0304006898534066</c:v>
                </c:pt>
                <c:pt idx="14939">
                  <c:v>8.0298318071695487</c:v>
                </c:pt>
                <c:pt idx="14940">
                  <c:v>8.0315345953270647</c:v>
                </c:pt>
                <c:pt idx="14941">
                  <c:v>8.0338693384798585</c:v>
                </c:pt>
                <c:pt idx="14942">
                  <c:v>8.0340235699913762</c:v>
                </c:pt>
                <c:pt idx="14943">
                  <c:v>8.0345952449390214</c:v>
                </c:pt>
                <c:pt idx="14944">
                  <c:v>8.0357691454851565</c:v>
                </c:pt>
                <c:pt idx="14945">
                  <c:v>8.0355017451648667</c:v>
                </c:pt>
                <c:pt idx="14946">
                  <c:v>8.0334380158502032</c:v>
                </c:pt>
                <c:pt idx="14947">
                  <c:v>8.0324254917258653</c:v>
                </c:pt>
                <c:pt idx="14948">
                  <c:v>8.0313700160144545</c:v>
                </c:pt>
                <c:pt idx="14949">
                  <c:v>8.0304152260501791</c:v>
                </c:pt>
                <c:pt idx="14950">
                  <c:v>8.0314398226091246</c:v>
                </c:pt>
                <c:pt idx="14951">
                  <c:v>8.0321559561450329</c:v>
                </c:pt>
                <c:pt idx="14952">
                  <c:v>8.032938611259393</c:v>
                </c:pt>
                <c:pt idx="14953">
                  <c:v>8.0331601034780107</c:v>
                </c:pt>
                <c:pt idx="14954">
                  <c:v>8.0306418921693421</c:v>
                </c:pt>
                <c:pt idx="14955">
                  <c:v>8.0296211555044561</c:v>
                </c:pt>
                <c:pt idx="14956">
                  <c:v>8.0300474684843763</c:v>
                </c:pt>
                <c:pt idx="14957">
                  <c:v>8.0305991048330796</c:v>
                </c:pt>
                <c:pt idx="14958">
                  <c:v>8.0303173325668293</c:v>
                </c:pt>
                <c:pt idx="14959">
                  <c:v>8.0300578984108739</c:v>
                </c:pt>
                <c:pt idx="14960">
                  <c:v>8.0308348868722543</c:v>
                </c:pt>
                <c:pt idx="14961">
                  <c:v>8.0304838007637667</c:v>
                </c:pt>
                <c:pt idx="14962">
                  <c:v>8.0296365129552836</c:v>
                </c:pt>
                <c:pt idx="14963">
                  <c:v>8.0304295158707344</c:v>
                </c:pt>
                <c:pt idx="14964">
                  <c:v>8.030302057241407</c:v>
                </c:pt>
                <c:pt idx="14965">
                  <c:v>8.0287151480310435</c:v>
                </c:pt>
                <c:pt idx="14966">
                  <c:v>8.027943087093993</c:v>
                </c:pt>
                <c:pt idx="14967">
                  <c:v>8.0277675029770457</c:v>
                </c:pt>
                <c:pt idx="14968">
                  <c:v>8.0278318892949532</c:v>
                </c:pt>
                <c:pt idx="14969">
                  <c:v>8.0294303781874916</c:v>
                </c:pt>
                <c:pt idx="14970">
                  <c:v>8.0298633433252569</c:v>
                </c:pt>
                <c:pt idx="14971">
                  <c:v>8.0285969695725381</c:v>
                </c:pt>
                <c:pt idx="14972">
                  <c:v>8.0255299141789518</c:v>
                </c:pt>
                <c:pt idx="14973">
                  <c:v>8.0238428119738838</c:v>
                </c:pt>
                <c:pt idx="14974">
                  <c:v>8.0256807785488444</c:v>
                </c:pt>
                <c:pt idx="14975">
                  <c:v>8.0292818954543588</c:v>
                </c:pt>
                <c:pt idx="14976">
                  <c:v>8.0284429844372358</c:v>
                </c:pt>
                <c:pt idx="14977">
                  <c:v>8.0280670964562884</c:v>
                </c:pt>
                <c:pt idx="14978">
                  <c:v>8.0287682831683984</c:v>
                </c:pt>
                <c:pt idx="14979">
                  <c:v>8.0312569293310894</c:v>
                </c:pt>
                <c:pt idx="14980">
                  <c:v>8.0337353919434982</c:v>
                </c:pt>
                <c:pt idx="14981">
                  <c:v>8.0329579928550903</c:v>
                </c:pt>
                <c:pt idx="14982">
                  <c:v>8.0309524083275168</c:v>
                </c:pt>
                <c:pt idx="14983">
                  <c:v>8.0296893195910162</c:v>
                </c:pt>
                <c:pt idx="14984">
                  <c:v>8.0297771937748941</c:v>
                </c:pt>
                <c:pt idx="14985">
                  <c:v>8.0301103765449842</c:v>
                </c:pt>
                <c:pt idx="14986">
                  <c:v>8.0309784420810573</c:v>
                </c:pt>
                <c:pt idx="14987">
                  <c:v>8.0348610848766064</c:v>
                </c:pt>
                <c:pt idx="14988">
                  <c:v>8.0366841867531722</c:v>
                </c:pt>
                <c:pt idx="14989">
                  <c:v>8.0360886133125291</c:v>
                </c:pt>
                <c:pt idx="14990">
                  <c:v>8.0365108200221744</c:v>
                </c:pt>
                <c:pt idx="14991">
                  <c:v>8.0346261240914885</c:v>
                </c:pt>
                <c:pt idx="14992">
                  <c:v>8.0342088449061713</c:v>
                </c:pt>
                <c:pt idx="14993">
                  <c:v>8.033893811850696</c:v>
                </c:pt>
                <c:pt idx="14994">
                  <c:v>8.0314970640167545</c:v>
                </c:pt>
                <c:pt idx="14995">
                  <c:v>8.0320238984929979</c:v>
                </c:pt>
                <c:pt idx="14996">
                  <c:v>8.0329225146799157</c:v>
                </c:pt>
                <c:pt idx="14997">
                  <c:v>8.0302050671375191</c:v>
                </c:pt>
                <c:pt idx="14998">
                  <c:v>8.0275308175584108</c:v>
                </c:pt>
                <c:pt idx="14999">
                  <c:v>8.0262166468196945</c:v>
                </c:pt>
                <c:pt idx="15000">
                  <c:v>8.0261796082618151</c:v>
                </c:pt>
                <c:pt idx="15001">
                  <c:v>8.0274542766804906</c:v>
                </c:pt>
                <c:pt idx="15002">
                  <c:v>8.0291243789266211</c:v>
                </c:pt>
                <c:pt idx="15003">
                  <c:v>8.0297757976430013</c:v>
                </c:pt>
                <c:pt idx="15004">
                  <c:v>8.0290539153287064</c:v>
                </c:pt>
                <c:pt idx="15005">
                  <c:v>8.0291363692358235</c:v>
                </c:pt>
                <c:pt idx="15006">
                  <c:v>8.0285097523919031</c:v>
                </c:pt>
                <c:pt idx="15007">
                  <c:v>8.0300691495914265</c:v>
                </c:pt>
                <c:pt idx="15008">
                  <c:v>8.0329200509177507</c:v>
                </c:pt>
                <c:pt idx="15009">
                  <c:v>8.030435100398309</c:v>
                </c:pt>
                <c:pt idx="15010">
                  <c:v>8.0292751611711086</c:v>
                </c:pt>
                <c:pt idx="15011">
                  <c:v>8.0292865766024715</c:v>
                </c:pt>
                <c:pt idx="15012">
                  <c:v>8.0261214634747251</c:v>
                </c:pt>
                <c:pt idx="15013">
                  <c:v>8.0239745411242964</c:v>
                </c:pt>
                <c:pt idx="15014">
                  <c:v>8.0261094731655245</c:v>
                </c:pt>
                <c:pt idx="15015">
                  <c:v>8.029846918244159</c:v>
                </c:pt>
                <c:pt idx="15016">
                  <c:v>8.0305784913563016</c:v>
                </c:pt>
                <c:pt idx="15017">
                  <c:v>8.0291487701720534</c:v>
                </c:pt>
                <c:pt idx="15018">
                  <c:v>8.02671375189915</c:v>
                </c:pt>
                <c:pt idx="15019">
                  <c:v>8.0258242516322422</c:v>
                </c:pt>
                <c:pt idx="15020">
                  <c:v>8.0282443230813456</c:v>
                </c:pt>
                <c:pt idx="15021">
                  <c:v>8.0314233154026198</c:v>
                </c:pt>
                <c:pt idx="15022">
                  <c:v>8.0338212951176438</c:v>
                </c:pt>
                <c:pt idx="15023">
                  <c:v>8.0347548967273035</c:v>
                </c:pt>
                <c:pt idx="15024">
                  <c:v>8.0328844084917677</c:v>
                </c:pt>
                <c:pt idx="15025">
                  <c:v>8.0296684597380192</c:v>
                </c:pt>
                <c:pt idx="15026">
                  <c:v>8.0274056584404381</c:v>
                </c:pt>
                <c:pt idx="15027">
                  <c:v>8.0268730751858079</c:v>
                </c:pt>
                <c:pt idx="15028">
                  <c:v>8.0295944647476691</c:v>
                </c:pt>
                <c:pt idx="15029">
                  <c:v>8.0325314334989528</c:v>
                </c:pt>
                <c:pt idx="15030">
                  <c:v>8.0338109473165531</c:v>
                </c:pt>
                <c:pt idx="15031">
                  <c:v>8.03152482240381</c:v>
                </c:pt>
                <c:pt idx="15032">
                  <c:v>8.0274671703691531</c:v>
                </c:pt>
                <c:pt idx="15033">
                  <c:v>8.0254813780643044</c:v>
                </c:pt>
                <c:pt idx="15034">
                  <c:v>8.0246589742536862</c:v>
                </c:pt>
                <c:pt idx="15035">
                  <c:v>8.0252598037202816</c:v>
                </c:pt>
                <c:pt idx="15036">
                  <c:v>8.0280250482486757</c:v>
                </c:pt>
                <c:pt idx="15037">
                  <c:v>8.0292290888186262</c:v>
                </c:pt>
                <c:pt idx="15038">
                  <c:v>8.028404056995031</c:v>
                </c:pt>
                <c:pt idx="15039">
                  <c:v>8.0303252166057568</c:v>
                </c:pt>
                <c:pt idx="15040">
                  <c:v>8.0313558083193044</c:v>
                </c:pt>
                <c:pt idx="15041">
                  <c:v>8.0280794973925182</c:v>
                </c:pt>
                <c:pt idx="15042">
                  <c:v>8.028072680983863</c:v>
                </c:pt>
                <c:pt idx="15043">
                  <c:v>8.0303706319549946</c:v>
                </c:pt>
                <c:pt idx="15044">
                  <c:v>8.0332258038024058</c:v>
                </c:pt>
                <c:pt idx="15045">
                  <c:v>8.0319852174270103</c:v>
                </c:pt>
                <c:pt idx="15046">
                  <c:v>8.0290208187902934</c:v>
                </c:pt>
                <c:pt idx="15047">
                  <c:v>8.0279476861167005</c:v>
                </c:pt>
                <c:pt idx="15048">
                  <c:v>8.0272340984683606</c:v>
                </c:pt>
                <c:pt idx="15049">
                  <c:v>8.025440315361557</c:v>
                </c:pt>
                <c:pt idx="15050">
                  <c:v>8.0224597380199558</c:v>
                </c:pt>
                <c:pt idx="15051">
                  <c:v>8.0237583870570361</c:v>
                </c:pt>
                <c:pt idx="15052">
                  <c:v>8.026109062538497</c:v>
                </c:pt>
                <c:pt idx="15053">
                  <c:v>8.0284343612696585</c:v>
                </c:pt>
                <c:pt idx="15054">
                  <c:v>8.0275354987065253</c:v>
                </c:pt>
                <c:pt idx="15055">
                  <c:v>8.025132098714737</c:v>
                </c:pt>
                <c:pt idx="15056">
                  <c:v>8.0229371330020935</c:v>
                </c:pt>
                <c:pt idx="15057">
                  <c:v>8.023889459204204</c:v>
                </c:pt>
                <c:pt idx="15058">
                  <c:v>8.0265156654210976</c:v>
                </c:pt>
                <c:pt idx="15059">
                  <c:v>8.0282444873321559</c:v>
                </c:pt>
                <c:pt idx="15060">
                  <c:v>8.0295253151562438</c:v>
                </c:pt>
                <c:pt idx="15061">
                  <c:v>8.0305141050383941</c:v>
                </c:pt>
                <c:pt idx="15062">
                  <c:v>8.031741633474315</c:v>
                </c:pt>
                <c:pt idx="15063">
                  <c:v>8.0300257873773244</c:v>
                </c:pt>
                <c:pt idx="15064">
                  <c:v>8.0274144458588257</c:v>
                </c:pt>
                <c:pt idx="15065">
                  <c:v>8.027219644396995</c:v>
                </c:pt>
                <c:pt idx="15066">
                  <c:v>8.0270778959471105</c:v>
                </c:pt>
                <c:pt idx="15067">
                  <c:v>8.030238081550527</c:v>
                </c:pt>
                <c:pt idx="15068">
                  <c:v>8.0324205642015354</c:v>
                </c:pt>
                <c:pt idx="15069">
                  <c:v>8.0317181456083446</c:v>
                </c:pt>
                <c:pt idx="15070">
                  <c:v>8.0309951956637793</c:v>
                </c:pt>
                <c:pt idx="15071">
                  <c:v>8.0301224489795917</c:v>
                </c:pt>
                <c:pt idx="15072">
                  <c:v>8.0274046729355728</c:v>
                </c:pt>
                <c:pt idx="15073">
                  <c:v>8.0259566377858995</c:v>
                </c:pt>
                <c:pt idx="15074">
                  <c:v>8.0265879357779326</c:v>
                </c:pt>
                <c:pt idx="15075">
                  <c:v>8.0276043197963283</c:v>
                </c:pt>
                <c:pt idx="15076">
                  <c:v>8.0289634131318515</c:v>
                </c:pt>
                <c:pt idx="15077">
                  <c:v>8.0320588017903347</c:v>
                </c:pt>
                <c:pt idx="15078">
                  <c:v>8.0312764751775969</c:v>
                </c:pt>
                <c:pt idx="15079">
                  <c:v>8.0280399129470705</c:v>
                </c:pt>
                <c:pt idx="15080">
                  <c:v>8.029559643575741</c:v>
                </c:pt>
                <c:pt idx="15081">
                  <c:v>8.0308897466431244</c:v>
                </c:pt>
                <c:pt idx="15082">
                  <c:v>8.030762288013797</c:v>
                </c:pt>
                <c:pt idx="15083">
                  <c:v>8.0299306861577637</c:v>
                </c:pt>
                <c:pt idx="15084">
                  <c:v>8.0273282141830578</c:v>
                </c:pt>
                <c:pt idx="15085">
                  <c:v>8.0230254178130007</c:v>
                </c:pt>
                <c:pt idx="15086">
                  <c:v>8.0213422576273974</c:v>
                </c:pt>
                <c:pt idx="15087">
                  <c:v>8.0230543259557336</c:v>
                </c:pt>
                <c:pt idx="15088">
                  <c:v>8.0237319426764664</c:v>
                </c:pt>
                <c:pt idx="15089">
                  <c:v>8.0234544409313013</c:v>
                </c:pt>
                <c:pt idx="15090">
                  <c:v>8.0233850449636588</c:v>
                </c:pt>
                <c:pt idx="15091">
                  <c:v>8.020404139120437</c:v>
                </c:pt>
                <c:pt idx="15092">
                  <c:v>8.0190398718843667</c:v>
                </c:pt>
                <c:pt idx="15093">
                  <c:v>8.0214798176816</c:v>
                </c:pt>
                <c:pt idx="15094">
                  <c:v>8.0219285508972202</c:v>
                </c:pt>
                <c:pt idx="15095">
                  <c:v>8.0242779123721917</c:v>
                </c:pt>
                <c:pt idx="15096">
                  <c:v>8.0259642754486098</c:v>
                </c:pt>
                <c:pt idx="15097">
                  <c:v>8.025934463926415</c:v>
                </c:pt>
                <c:pt idx="15098">
                  <c:v>8.0244184289409937</c:v>
                </c:pt>
                <c:pt idx="15099">
                  <c:v>8.0222866997905804</c:v>
                </c:pt>
                <c:pt idx="15100">
                  <c:v>8.0222529462489227</c:v>
                </c:pt>
                <c:pt idx="15101">
                  <c:v>8.0209944565351297</c:v>
                </c:pt>
                <c:pt idx="15102">
                  <c:v>8.0217344885640376</c:v>
                </c:pt>
                <c:pt idx="15103">
                  <c:v>8.0230484129265385</c:v>
                </c:pt>
                <c:pt idx="15104">
                  <c:v>8.0257642179608268</c:v>
                </c:pt>
                <c:pt idx="15105">
                  <c:v>8.0276391409682581</c:v>
                </c:pt>
                <c:pt idx="15106">
                  <c:v>8.0268124666365548</c:v>
                </c:pt>
                <c:pt idx="15107">
                  <c:v>8.0262686322013721</c:v>
                </c:pt>
                <c:pt idx="15108">
                  <c:v>8.026507699256765</c:v>
                </c:pt>
                <c:pt idx="15109">
                  <c:v>8.0245132837843389</c:v>
                </c:pt>
                <c:pt idx="15110">
                  <c:v>8.02084260666037</c:v>
                </c:pt>
                <c:pt idx="15111">
                  <c:v>8.0203235740976471</c:v>
                </c:pt>
                <c:pt idx="15112">
                  <c:v>8.0215855130784703</c:v>
                </c:pt>
                <c:pt idx="15113">
                  <c:v>8.0235138997248807</c:v>
                </c:pt>
                <c:pt idx="15114">
                  <c:v>8.0235732763930514</c:v>
                </c:pt>
                <c:pt idx="15115">
                  <c:v>8.022140105941773</c:v>
                </c:pt>
                <c:pt idx="15116">
                  <c:v>8.0223778589906782</c:v>
                </c:pt>
                <c:pt idx="15117">
                  <c:v>8.0235989816449713</c:v>
                </c:pt>
                <c:pt idx="15118">
                  <c:v>8.0234723442697007</c:v>
                </c:pt>
                <c:pt idx="15119">
                  <c:v>8.0245892497844213</c:v>
                </c:pt>
                <c:pt idx="15120">
                  <c:v>8.0242749558575941</c:v>
                </c:pt>
                <c:pt idx="15121">
                  <c:v>8.0230862727384711</c:v>
                </c:pt>
                <c:pt idx="15122">
                  <c:v>8.0236485853898909</c:v>
                </c:pt>
                <c:pt idx="15123">
                  <c:v>8.0240544491438435</c:v>
                </c:pt>
                <c:pt idx="15124">
                  <c:v>8.0260036956432472</c:v>
                </c:pt>
                <c:pt idx="15125">
                  <c:v>8.027129963454195</c:v>
                </c:pt>
                <c:pt idx="15126">
                  <c:v>8.0258254835133247</c:v>
                </c:pt>
                <c:pt idx="15127">
                  <c:v>8.0249503551923791</c:v>
                </c:pt>
                <c:pt idx="15128">
                  <c:v>8.024888022009609</c:v>
                </c:pt>
                <c:pt idx="15129">
                  <c:v>8.0226009937174059</c:v>
                </c:pt>
                <c:pt idx="15130">
                  <c:v>8.020241284441342</c:v>
                </c:pt>
                <c:pt idx="15131">
                  <c:v>8.0190474274216736</c:v>
                </c:pt>
                <c:pt idx="15132">
                  <c:v>8.0197478750051321</c:v>
                </c:pt>
                <c:pt idx="15133">
                  <c:v>8.0222823471440883</c:v>
                </c:pt>
                <c:pt idx="15134">
                  <c:v>8.024504167864329</c:v>
                </c:pt>
                <c:pt idx="15135">
                  <c:v>8.0258853529339298</c:v>
                </c:pt>
                <c:pt idx="15136">
                  <c:v>8.0269451812918327</c:v>
                </c:pt>
                <c:pt idx="15137">
                  <c:v>8.0280152753254228</c:v>
                </c:pt>
                <c:pt idx="15138">
                  <c:v>8.0252147989980696</c:v>
                </c:pt>
                <c:pt idx="15139">
                  <c:v>8.0226304767379784</c:v>
                </c:pt>
                <c:pt idx="15140">
                  <c:v>8.0234596969572536</c:v>
                </c:pt>
                <c:pt idx="15141">
                  <c:v>8.0249613599967144</c:v>
                </c:pt>
                <c:pt idx="15142">
                  <c:v>8.0246016507206512</c:v>
                </c:pt>
                <c:pt idx="15143">
                  <c:v>8.022746437810536</c:v>
                </c:pt>
                <c:pt idx="15144">
                  <c:v>8.0236765901531637</c:v>
                </c:pt>
                <c:pt idx="15145">
                  <c:v>8.0277740730094855</c:v>
                </c:pt>
                <c:pt idx="15146">
                  <c:v>8.0312637457397447</c:v>
                </c:pt>
                <c:pt idx="15147">
                  <c:v>8.0299962222313468</c:v>
                </c:pt>
                <c:pt idx="15148">
                  <c:v>8.0252847698435517</c:v>
                </c:pt>
                <c:pt idx="15149">
                  <c:v>8.0244138299182843</c:v>
                </c:pt>
                <c:pt idx="15150">
                  <c:v>8.028133207407711</c:v>
                </c:pt>
                <c:pt idx="15151">
                  <c:v>8.0314103395885521</c:v>
                </c:pt>
                <c:pt idx="15152">
                  <c:v>8.0293290354371116</c:v>
                </c:pt>
                <c:pt idx="15153">
                  <c:v>8.0266460805650226</c:v>
                </c:pt>
                <c:pt idx="15154">
                  <c:v>8.0232107748532009</c:v>
                </c:pt>
                <c:pt idx="15155">
                  <c:v>8.0221171108282352</c:v>
                </c:pt>
                <c:pt idx="15156">
                  <c:v>8.0239007103847584</c:v>
                </c:pt>
                <c:pt idx="15157">
                  <c:v>8.0252967601527541</c:v>
                </c:pt>
                <c:pt idx="15158">
                  <c:v>8.0280645505687183</c:v>
                </c:pt>
                <c:pt idx="15159">
                  <c:v>8.0277067301769804</c:v>
                </c:pt>
                <c:pt idx="15160">
                  <c:v>8.0226981480721058</c:v>
                </c:pt>
                <c:pt idx="15161">
                  <c:v>8.0207526793413546</c:v>
                </c:pt>
                <c:pt idx="15162">
                  <c:v>8.0206741674537021</c:v>
                </c:pt>
                <c:pt idx="15163">
                  <c:v>8.0216241941444579</c:v>
                </c:pt>
                <c:pt idx="15164">
                  <c:v>8.0233171272533159</c:v>
                </c:pt>
                <c:pt idx="15165">
                  <c:v>8.024720157680779</c:v>
                </c:pt>
                <c:pt idx="15166">
                  <c:v>8.0272749147948925</c:v>
                </c:pt>
                <c:pt idx="15167">
                  <c:v>8.0291571469634135</c:v>
                </c:pt>
                <c:pt idx="15168">
                  <c:v>8.0308837514885223</c:v>
                </c:pt>
                <c:pt idx="15169">
                  <c:v>8.0299549952777891</c:v>
                </c:pt>
                <c:pt idx="15170">
                  <c:v>8.0259817681599799</c:v>
                </c:pt>
                <c:pt idx="15171">
                  <c:v>8.0214429433745327</c:v>
                </c:pt>
                <c:pt idx="15172">
                  <c:v>8.0190341231059836</c:v>
                </c:pt>
                <c:pt idx="15173">
                  <c:v>8.0206202931876973</c:v>
                </c:pt>
                <c:pt idx="15174">
                  <c:v>8.0245669937995316</c:v>
                </c:pt>
                <c:pt idx="15175">
                  <c:v>8.0270743645546752</c:v>
                </c:pt>
                <c:pt idx="15176">
                  <c:v>8.0263208639592651</c:v>
                </c:pt>
                <c:pt idx="15177">
                  <c:v>8.0246739210774845</c:v>
                </c:pt>
                <c:pt idx="15178">
                  <c:v>8.0249942922843189</c:v>
                </c:pt>
                <c:pt idx="15179">
                  <c:v>8.0233824169506835</c:v>
                </c:pt>
                <c:pt idx="15180">
                  <c:v>8.0211347267277127</c:v>
                </c:pt>
                <c:pt idx="15181">
                  <c:v>8.0191213402866168</c:v>
                </c:pt>
                <c:pt idx="15182">
                  <c:v>8.0178647394571509</c:v>
                </c:pt>
                <c:pt idx="15183">
                  <c:v>8.0180694780930484</c:v>
                </c:pt>
                <c:pt idx="15184">
                  <c:v>8.0196512955282717</c:v>
                </c:pt>
                <c:pt idx="15185">
                  <c:v>8.0213631174803925</c:v>
                </c:pt>
                <c:pt idx="15186">
                  <c:v>8.0213316634500877</c:v>
                </c:pt>
                <c:pt idx="15187">
                  <c:v>8.0211526300661102</c:v>
                </c:pt>
                <c:pt idx="15188">
                  <c:v>8.0231998521742707</c:v>
                </c:pt>
                <c:pt idx="15189">
                  <c:v>8.0254656099864494</c:v>
                </c:pt>
                <c:pt idx="15190">
                  <c:v>8.0240338356670637</c:v>
                </c:pt>
                <c:pt idx="15191">
                  <c:v>8.0217433581078303</c:v>
                </c:pt>
                <c:pt idx="15192">
                  <c:v>8.0210893935038801</c:v>
                </c:pt>
                <c:pt idx="15193">
                  <c:v>8.0215862522071202</c:v>
                </c:pt>
                <c:pt idx="15194">
                  <c:v>8.0225649406643953</c:v>
                </c:pt>
                <c:pt idx="15195">
                  <c:v>8.0246237424547289</c:v>
                </c:pt>
                <c:pt idx="15196">
                  <c:v>8.0245597667638489</c:v>
                </c:pt>
                <c:pt idx="15197">
                  <c:v>8.0248030222149218</c:v>
                </c:pt>
                <c:pt idx="15198">
                  <c:v>8.0248148482733139</c:v>
                </c:pt>
                <c:pt idx="15199">
                  <c:v>8.025151233934217</c:v>
                </c:pt>
                <c:pt idx="15200">
                  <c:v>8.0231134562476907</c:v>
                </c:pt>
                <c:pt idx="15201">
                  <c:v>8.0203390957992848</c:v>
                </c:pt>
                <c:pt idx="15202">
                  <c:v>8.0209492875621073</c:v>
                </c:pt>
                <c:pt idx="15203">
                  <c:v>8.0234468032685911</c:v>
                </c:pt>
                <c:pt idx="15204">
                  <c:v>8.0267693507986699</c:v>
                </c:pt>
                <c:pt idx="15205">
                  <c:v>8.0266092883833622</c:v>
                </c:pt>
                <c:pt idx="15206">
                  <c:v>8.0260119903092022</c:v>
                </c:pt>
                <c:pt idx="15207">
                  <c:v>8.0240213526054287</c:v>
                </c:pt>
                <c:pt idx="15208">
                  <c:v>8.0224657331745579</c:v>
                </c:pt>
                <c:pt idx="15209">
                  <c:v>8.0215608754568226</c:v>
                </c:pt>
                <c:pt idx="15210">
                  <c:v>8.0209197224161297</c:v>
                </c:pt>
                <c:pt idx="15211">
                  <c:v>8.0229550363404911</c:v>
                </c:pt>
                <c:pt idx="15212">
                  <c:v>8.025104011826059</c:v>
                </c:pt>
                <c:pt idx="15213">
                  <c:v>8.0255488030222146</c:v>
                </c:pt>
                <c:pt idx="15214">
                  <c:v>8.0254032768036794</c:v>
                </c:pt>
                <c:pt idx="15215">
                  <c:v>8.024019053094074</c:v>
                </c:pt>
                <c:pt idx="15216">
                  <c:v>8.0226482158255656</c:v>
                </c:pt>
                <c:pt idx="15217">
                  <c:v>8.0233391368619884</c:v>
                </c:pt>
                <c:pt idx="15218">
                  <c:v>8.0257546092883842</c:v>
                </c:pt>
                <c:pt idx="15219">
                  <c:v>8.0270869297417153</c:v>
                </c:pt>
                <c:pt idx="15220">
                  <c:v>8.0275847739498207</c:v>
                </c:pt>
                <c:pt idx="15221">
                  <c:v>8.0294927113702617</c:v>
                </c:pt>
                <c:pt idx="15222">
                  <c:v>8.0276703486223457</c:v>
                </c:pt>
                <c:pt idx="15223">
                  <c:v>8.0254298854350594</c:v>
                </c:pt>
                <c:pt idx="15224">
                  <c:v>8.0258262226419745</c:v>
                </c:pt>
                <c:pt idx="15225">
                  <c:v>8.0263385209214473</c:v>
                </c:pt>
                <c:pt idx="15226">
                  <c:v>8.0277016384018403</c:v>
                </c:pt>
                <c:pt idx="15227">
                  <c:v>8.0289904323902608</c:v>
                </c:pt>
                <c:pt idx="15228">
                  <c:v>8.0280358888022008</c:v>
                </c:pt>
                <c:pt idx="15229">
                  <c:v>8.0286651336590982</c:v>
                </c:pt>
                <c:pt idx="15230">
                  <c:v>8.0284794481172757</c:v>
                </c:pt>
                <c:pt idx="15231">
                  <c:v>8.0255198127540748</c:v>
                </c:pt>
                <c:pt idx="15232">
                  <c:v>8.023818831355479</c:v>
                </c:pt>
                <c:pt idx="15233">
                  <c:v>8.0226145444093131</c:v>
                </c:pt>
                <c:pt idx="15234">
                  <c:v>8.0233687841333712</c:v>
                </c:pt>
                <c:pt idx="15235">
                  <c:v>8.0225563996222231</c:v>
                </c:pt>
                <c:pt idx="15236">
                  <c:v>8.021184084096415</c:v>
                </c:pt>
                <c:pt idx="15237">
                  <c:v>8.0203059992608718</c:v>
                </c:pt>
                <c:pt idx="15238">
                  <c:v>8.0198239231306196</c:v>
                </c:pt>
                <c:pt idx="15239">
                  <c:v>8.0194535375518416</c:v>
                </c:pt>
                <c:pt idx="15240">
                  <c:v>8.0197560875456819</c:v>
                </c:pt>
                <c:pt idx="15241">
                  <c:v>8.0198796041555447</c:v>
                </c:pt>
                <c:pt idx="15242">
                  <c:v>8.020419907198292</c:v>
                </c:pt>
                <c:pt idx="15243">
                  <c:v>8.0238070874224938</c:v>
                </c:pt>
                <c:pt idx="15244">
                  <c:v>8.0252386153656641</c:v>
                </c:pt>
                <c:pt idx="15245">
                  <c:v>8.0263792551225723</c:v>
                </c:pt>
                <c:pt idx="15246">
                  <c:v>8.0263243132262971</c:v>
                </c:pt>
                <c:pt idx="15247">
                  <c:v>8.0253910401182598</c:v>
                </c:pt>
                <c:pt idx="15248">
                  <c:v>8.0261693425861296</c:v>
                </c:pt>
                <c:pt idx="15249">
                  <c:v>8.0265926990514522</c:v>
                </c:pt>
                <c:pt idx="15250">
                  <c:v>8.0254285714285718</c:v>
                </c:pt>
                <c:pt idx="15251">
                  <c:v>8.0258737732517549</c:v>
                </c:pt>
                <c:pt idx="15252">
                  <c:v>8.0259476039912947</c:v>
                </c:pt>
                <c:pt idx="15253">
                  <c:v>8.0272032193158953</c:v>
                </c:pt>
                <c:pt idx="15254">
                  <c:v>8.02624933273108</c:v>
                </c:pt>
                <c:pt idx="15255">
                  <c:v>8.0241373958033915</c:v>
                </c:pt>
                <c:pt idx="15256">
                  <c:v>8.022989857512421</c:v>
                </c:pt>
                <c:pt idx="15257">
                  <c:v>8.0212712191516449</c:v>
                </c:pt>
                <c:pt idx="15258">
                  <c:v>8.0207240175748371</c:v>
                </c:pt>
                <c:pt idx="15259">
                  <c:v>8.020713177021312</c:v>
                </c:pt>
                <c:pt idx="15260">
                  <c:v>8.0211920502607477</c:v>
                </c:pt>
                <c:pt idx="15261">
                  <c:v>8.0226416457931258</c:v>
                </c:pt>
                <c:pt idx="15262">
                  <c:v>8.0240725167330513</c:v>
                </c:pt>
                <c:pt idx="15263">
                  <c:v>8.0233070258284407</c:v>
                </c:pt>
                <c:pt idx="15264">
                  <c:v>8.0226129019012031</c:v>
                </c:pt>
                <c:pt idx="15265">
                  <c:v>8.0211403933806924</c:v>
                </c:pt>
                <c:pt idx="15266">
                  <c:v>8.0210248429351623</c:v>
                </c:pt>
                <c:pt idx="15267">
                  <c:v>8.023885270808524</c:v>
                </c:pt>
                <c:pt idx="15268">
                  <c:v>8.0274829384470081</c:v>
                </c:pt>
                <c:pt idx="15269">
                  <c:v>8.0279517102615703</c:v>
                </c:pt>
                <c:pt idx="15270">
                  <c:v>8.0273079292079004</c:v>
                </c:pt>
                <c:pt idx="15271">
                  <c:v>8.0237522276516238</c:v>
                </c:pt>
                <c:pt idx="15272">
                  <c:v>8.021690797848315</c:v>
                </c:pt>
                <c:pt idx="15273">
                  <c:v>8.0218030632776252</c:v>
                </c:pt>
                <c:pt idx="15274">
                  <c:v>8.0233991705334038</c:v>
                </c:pt>
                <c:pt idx="15275">
                  <c:v>8.0236471892579964</c:v>
                </c:pt>
                <c:pt idx="15276">
                  <c:v>8.0251578039666569</c:v>
                </c:pt>
                <c:pt idx="15277">
                  <c:v>8.0266014864698398</c:v>
                </c:pt>
                <c:pt idx="15278">
                  <c:v>8.0272533158132475</c:v>
                </c:pt>
                <c:pt idx="15279">
                  <c:v>8.0262173038229374</c:v>
                </c:pt>
                <c:pt idx="15280">
                  <c:v>8.0245725783271062</c:v>
                </c:pt>
                <c:pt idx="15281">
                  <c:v>8.0244242598447837</c:v>
                </c:pt>
                <c:pt idx="15282">
                  <c:v>8.0267165441629373</c:v>
                </c:pt>
                <c:pt idx="15283">
                  <c:v>8.0297959183673466</c:v>
                </c:pt>
                <c:pt idx="15284">
                  <c:v>8.0317958362419422</c:v>
                </c:pt>
                <c:pt idx="15285">
                  <c:v>8.0268561573522774</c:v>
                </c:pt>
                <c:pt idx="15286">
                  <c:v>8.0228624810085005</c:v>
                </c:pt>
                <c:pt idx="15287">
                  <c:v>8.0234449143842639</c:v>
                </c:pt>
                <c:pt idx="15288">
                  <c:v>8.0249800024637619</c:v>
                </c:pt>
                <c:pt idx="15289">
                  <c:v>8.0274918901162078</c:v>
                </c:pt>
                <c:pt idx="15290">
                  <c:v>8.0282507288629734</c:v>
                </c:pt>
                <c:pt idx="15291">
                  <c:v>8.0263412310598277</c:v>
                </c:pt>
                <c:pt idx="15292">
                  <c:v>8.025611464706607</c:v>
                </c:pt>
                <c:pt idx="15293">
                  <c:v>8.0256013632817318</c:v>
                </c:pt>
                <c:pt idx="15294">
                  <c:v>8.0264094772717947</c:v>
                </c:pt>
                <c:pt idx="15295">
                  <c:v>8.0250667268919642</c:v>
                </c:pt>
                <c:pt idx="15296">
                  <c:v>8.0216695273682905</c:v>
                </c:pt>
                <c:pt idx="15297">
                  <c:v>8.0212826345830077</c:v>
                </c:pt>
                <c:pt idx="15298">
                  <c:v>8.0227951381759954</c:v>
                </c:pt>
                <c:pt idx="15299">
                  <c:v>8.024265757812179</c:v>
                </c:pt>
                <c:pt idx="15300">
                  <c:v>8.0261570237753048</c:v>
                </c:pt>
                <c:pt idx="15301">
                  <c:v>8.028555249866546</c:v>
                </c:pt>
                <c:pt idx="15302">
                  <c:v>8.0291403933806915</c:v>
                </c:pt>
                <c:pt idx="15303">
                  <c:v>8.0297206093705089</c:v>
                </c:pt>
                <c:pt idx="15304">
                  <c:v>8.0292622674824461</c:v>
                </c:pt>
                <c:pt idx="15305">
                  <c:v>8.0289116741263911</c:v>
                </c:pt>
                <c:pt idx="15306">
                  <c:v>8.0264474192091324</c:v>
                </c:pt>
                <c:pt idx="15307">
                  <c:v>8.0238924978442085</c:v>
                </c:pt>
                <c:pt idx="15308">
                  <c:v>8.0230008623167581</c:v>
                </c:pt>
                <c:pt idx="15309">
                  <c:v>8.0232647312446108</c:v>
                </c:pt>
                <c:pt idx="15310">
                  <c:v>8.0204741099659174</c:v>
                </c:pt>
                <c:pt idx="15311">
                  <c:v>8.0198529955241646</c:v>
                </c:pt>
                <c:pt idx="15312">
                  <c:v>8.019735391943497</c:v>
                </c:pt>
                <c:pt idx="15313">
                  <c:v>8.0237362131975534</c:v>
                </c:pt>
                <c:pt idx="15314">
                  <c:v>8.0293958855171841</c:v>
                </c:pt>
                <c:pt idx="15315">
                  <c:v>8.0304114482815265</c:v>
                </c:pt>
                <c:pt idx="15316">
                  <c:v>8.0302889993019342</c:v>
                </c:pt>
                <c:pt idx="15317">
                  <c:v>8.0298503675111892</c:v>
                </c:pt>
                <c:pt idx="15318">
                  <c:v>8.0284518539810286</c:v>
                </c:pt>
                <c:pt idx="15319">
                  <c:v>8.02641629368045</c:v>
                </c:pt>
                <c:pt idx="15320">
                  <c:v>8.0268513119533527</c:v>
                </c:pt>
                <c:pt idx="15321">
                  <c:v>8.0287107953845513</c:v>
                </c:pt>
                <c:pt idx="15322">
                  <c:v>8.0273010306738382</c:v>
                </c:pt>
                <c:pt idx="15323">
                  <c:v>8.0250071859729815</c:v>
                </c:pt>
                <c:pt idx="15324">
                  <c:v>8.0233809386933856</c:v>
                </c:pt>
                <c:pt idx="15325">
                  <c:v>8.0227759208311085</c:v>
                </c:pt>
                <c:pt idx="15326">
                  <c:v>8.0226764669650557</c:v>
                </c:pt>
                <c:pt idx="15327">
                  <c:v>8.0225420276762609</c:v>
                </c:pt>
                <c:pt idx="15328">
                  <c:v>8.0199252658809996</c:v>
                </c:pt>
                <c:pt idx="15329">
                  <c:v>8.0181961154683208</c:v>
                </c:pt>
                <c:pt idx="15330">
                  <c:v>8.0165029359832456</c:v>
                </c:pt>
                <c:pt idx="15331">
                  <c:v>8.0175684309941282</c:v>
                </c:pt>
                <c:pt idx="15332">
                  <c:v>8.0188892538906913</c:v>
                </c:pt>
                <c:pt idx="15333">
                  <c:v>8.0183420523138835</c:v>
                </c:pt>
                <c:pt idx="15334">
                  <c:v>8.0178294255327884</c:v>
                </c:pt>
                <c:pt idx="15335">
                  <c:v>8.0183340861495509</c:v>
                </c:pt>
                <c:pt idx="15336">
                  <c:v>8.0190369153697691</c:v>
                </c:pt>
                <c:pt idx="15337">
                  <c:v>8.0187519402127041</c:v>
                </c:pt>
                <c:pt idx="15338">
                  <c:v>8.0174359627150658</c:v>
                </c:pt>
                <c:pt idx="15339">
                  <c:v>8.0188003942019463</c:v>
                </c:pt>
                <c:pt idx="15340">
                  <c:v>8.0177629860797435</c:v>
                </c:pt>
                <c:pt idx="15341">
                  <c:v>8.0176149960990433</c:v>
                </c:pt>
                <c:pt idx="15342">
                  <c:v>8.0191213402866168</c:v>
                </c:pt>
                <c:pt idx="15343">
                  <c:v>8.0228972200550235</c:v>
                </c:pt>
                <c:pt idx="15344">
                  <c:v>8.0255074939432518</c:v>
                </c:pt>
                <c:pt idx="15345">
                  <c:v>8.0244572742577915</c:v>
                </c:pt>
                <c:pt idx="15346">
                  <c:v>8.0235182523713711</c:v>
                </c:pt>
                <c:pt idx="15347">
                  <c:v>8.0243149509300711</c:v>
                </c:pt>
                <c:pt idx="15348">
                  <c:v>8.0275593971995232</c:v>
                </c:pt>
                <c:pt idx="15349">
                  <c:v>8.027411407218823</c:v>
                </c:pt>
                <c:pt idx="15350">
                  <c:v>8.0238291791565715</c:v>
                </c:pt>
                <c:pt idx="15351">
                  <c:v>8.0209253890691077</c:v>
                </c:pt>
                <c:pt idx="15352">
                  <c:v>8.0187754280786763</c:v>
                </c:pt>
                <c:pt idx="15353">
                  <c:v>8.0182176323245589</c:v>
                </c:pt>
                <c:pt idx="15354">
                  <c:v>8.0173472672771329</c:v>
                </c:pt>
                <c:pt idx="15355">
                  <c:v>8.0172657167494759</c:v>
                </c:pt>
                <c:pt idx="15356">
                  <c:v>8.019736295322959</c:v>
                </c:pt>
                <c:pt idx="15357">
                  <c:v>8.0223972405863755</c:v>
                </c:pt>
                <c:pt idx="15358">
                  <c:v>8.0240659467006115</c:v>
                </c:pt>
                <c:pt idx="15359">
                  <c:v>8.0244463515788613</c:v>
                </c:pt>
                <c:pt idx="15360">
                  <c:v>8.0242561491397364</c:v>
                </c:pt>
                <c:pt idx="15361">
                  <c:v>8.0260625795589871</c:v>
                </c:pt>
                <c:pt idx="15362">
                  <c:v>8.026215414938612</c:v>
                </c:pt>
                <c:pt idx="15363">
                  <c:v>8.0270277173243549</c:v>
                </c:pt>
                <c:pt idx="15364">
                  <c:v>8.0281687677082907</c:v>
                </c:pt>
                <c:pt idx="15365">
                  <c:v>8.0253484170328093</c:v>
                </c:pt>
                <c:pt idx="15366">
                  <c:v>8.0242189463310467</c:v>
                </c:pt>
                <c:pt idx="15367">
                  <c:v>8.0236614790785534</c:v>
                </c:pt>
                <c:pt idx="15368">
                  <c:v>8.0234429433745333</c:v>
                </c:pt>
                <c:pt idx="15369">
                  <c:v>8.0233111320987156</c:v>
                </c:pt>
                <c:pt idx="15370">
                  <c:v>8.0214367839691203</c:v>
                </c:pt>
                <c:pt idx="15371">
                  <c:v>8.0210139202562321</c:v>
                </c:pt>
                <c:pt idx="15372">
                  <c:v>8.0233669773744509</c:v>
                </c:pt>
                <c:pt idx="15373">
                  <c:v>8.0229813985956557</c:v>
                </c:pt>
                <c:pt idx="15374">
                  <c:v>8.0234638853529336</c:v>
                </c:pt>
                <c:pt idx="15375">
                  <c:v>8.025950396255082</c:v>
                </c:pt>
                <c:pt idx="15376">
                  <c:v>8.0281580914055759</c:v>
                </c:pt>
                <c:pt idx="15377">
                  <c:v>8.0289965917956714</c:v>
                </c:pt>
                <c:pt idx="15378">
                  <c:v>8.0289895290107989</c:v>
                </c:pt>
                <c:pt idx="15379">
                  <c:v>8.0277296431651131</c:v>
                </c:pt>
                <c:pt idx="15380">
                  <c:v>8.0273071079538454</c:v>
                </c:pt>
                <c:pt idx="15381">
                  <c:v>8.0289055968463838</c:v>
                </c:pt>
                <c:pt idx="15382">
                  <c:v>8.0269722826756453</c:v>
                </c:pt>
                <c:pt idx="15383">
                  <c:v>8.024049767995729</c:v>
                </c:pt>
                <c:pt idx="15384">
                  <c:v>8.0234270110458663</c:v>
                </c:pt>
                <c:pt idx="15385">
                  <c:v>8.0237417977251262</c:v>
                </c:pt>
                <c:pt idx="15386">
                  <c:v>8.0255666242352071</c:v>
                </c:pt>
                <c:pt idx="15387">
                  <c:v>8.0276857881985784</c:v>
                </c:pt>
                <c:pt idx="15388">
                  <c:v>8.0256640249661224</c:v>
                </c:pt>
                <c:pt idx="15389">
                  <c:v>8.0227662300332607</c:v>
                </c:pt>
                <c:pt idx="15390">
                  <c:v>8.0229508479448111</c:v>
                </c:pt>
                <c:pt idx="15391">
                  <c:v>8.0221626083028781</c:v>
                </c:pt>
                <c:pt idx="15392">
                  <c:v>8.0208191187943996</c:v>
                </c:pt>
                <c:pt idx="15393">
                  <c:v>8.0235844454481988</c:v>
                </c:pt>
                <c:pt idx="15394">
                  <c:v>8.0263886995442046</c:v>
                </c:pt>
                <c:pt idx="15395">
                  <c:v>8.0273636102328254</c:v>
                </c:pt>
                <c:pt idx="15396">
                  <c:v>8.0243744097236487</c:v>
                </c:pt>
                <c:pt idx="15397">
                  <c:v>8.022475752474028</c:v>
                </c:pt>
                <c:pt idx="15398">
                  <c:v>8.0218064304192502</c:v>
                </c:pt>
                <c:pt idx="15399">
                  <c:v>8.0236083439411985</c:v>
                </c:pt>
                <c:pt idx="15400">
                  <c:v>8.023429310557221</c:v>
                </c:pt>
                <c:pt idx="15401">
                  <c:v>8.0206208680655369</c:v>
                </c:pt>
                <c:pt idx="15402">
                  <c:v>8.0190336303535492</c:v>
                </c:pt>
                <c:pt idx="15403">
                  <c:v>8.0187107132591464</c:v>
                </c:pt>
                <c:pt idx="15404">
                  <c:v>8.0185951628136163</c:v>
                </c:pt>
                <c:pt idx="15405">
                  <c:v>8.0179058021598983</c:v>
                </c:pt>
                <c:pt idx="15406">
                  <c:v>8.0204508684761624</c:v>
                </c:pt>
                <c:pt idx="15407">
                  <c:v>8.0224654867983407</c:v>
                </c:pt>
                <c:pt idx="15408">
                  <c:v>8.0230893935038807</c:v>
                </c:pt>
                <c:pt idx="15409">
                  <c:v>8.0221212170985101</c:v>
                </c:pt>
                <c:pt idx="15410">
                  <c:v>8.0250135917546093</c:v>
                </c:pt>
                <c:pt idx="15411">
                  <c:v>8.0270604853611474</c:v>
                </c:pt>
                <c:pt idx="15412">
                  <c:v>8.0261626904282846</c:v>
                </c:pt>
                <c:pt idx="15413">
                  <c:v>8.0235494600254587</c:v>
                </c:pt>
                <c:pt idx="15414">
                  <c:v>8.0225615735227684</c:v>
                </c:pt>
                <c:pt idx="15415">
                  <c:v>8.0233028374327606</c:v>
                </c:pt>
                <c:pt idx="15416">
                  <c:v>8.0233716585225636</c:v>
                </c:pt>
                <c:pt idx="15417">
                  <c:v>8.0218386235782031</c:v>
                </c:pt>
                <c:pt idx="15418">
                  <c:v>8.0231105818584982</c:v>
                </c:pt>
                <c:pt idx="15419">
                  <c:v>8.0245934381801014</c:v>
                </c:pt>
                <c:pt idx="15420">
                  <c:v>8.0244764094772716</c:v>
                </c:pt>
                <c:pt idx="15421">
                  <c:v>8.0233916971215038</c:v>
                </c:pt>
                <c:pt idx="15422">
                  <c:v>8.0217592904364974</c:v>
                </c:pt>
                <c:pt idx="15423">
                  <c:v>8.018749394325134</c:v>
                </c:pt>
                <c:pt idx="15424">
                  <c:v>8.0165671580503428</c:v>
                </c:pt>
                <c:pt idx="15425">
                  <c:v>8.0175037983000035</c:v>
                </c:pt>
                <c:pt idx="15426">
                  <c:v>8.019989570073502</c:v>
                </c:pt>
                <c:pt idx="15427">
                  <c:v>8.0222306081386279</c:v>
                </c:pt>
                <c:pt idx="15428">
                  <c:v>8.021608590317415</c:v>
                </c:pt>
                <c:pt idx="15429">
                  <c:v>8.020666611916397</c:v>
                </c:pt>
                <c:pt idx="15430">
                  <c:v>8.0244029072393541</c:v>
                </c:pt>
                <c:pt idx="15431">
                  <c:v>8.0271229827947277</c:v>
                </c:pt>
                <c:pt idx="15432">
                  <c:v>8.027968874471318</c:v>
                </c:pt>
                <c:pt idx="15433">
                  <c:v>8.0278157105900707</c:v>
                </c:pt>
                <c:pt idx="15434">
                  <c:v>8.0272754896727303</c:v>
                </c:pt>
                <c:pt idx="15435">
                  <c:v>8.0267401141543129</c:v>
                </c:pt>
                <c:pt idx="15436">
                  <c:v>8.0251965671580496</c:v>
                </c:pt>
                <c:pt idx="15437">
                  <c:v>8.0231579682174683</c:v>
                </c:pt>
                <c:pt idx="15438">
                  <c:v>8.0233007021722162</c:v>
                </c:pt>
                <c:pt idx="15439">
                  <c:v>8.0270514515665425</c:v>
                </c:pt>
                <c:pt idx="15440">
                  <c:v>8.028576027594136</c:v>
                </c:pt>
                <c:pt idx="15441">
                  <c:v>8.0281879850531759</c:v>
                </c:pt>
                <c:pt idx="15442">
                  <c:v>8.0286583172504411</c:v>
                </c:pt>
                <c:pt idx="15443">
                  <c:v>8.0275098755800105</c:v>
                </c:pt>
                <c:pt idx="15444">
                  <c:v>8.0262236274791601</c:v>
                </c:pt>
                <c:pt idx="15445">
                  <c:v>8.0243707140804013</c:v>
                </c:pt>
                <c:pt idx="15446">
                  <c:v>8.0231341518498756</c:v>
                </c:pt>
                <c:pt idx="15447">
                  <c:v>8.0210373259967973</c:v>
                </c:pt>
                <c:pt idx="15448">
                  <c:v>8.0176650104709886</c:v>
                </c:pt>
                <c:pt idx="15449">
                  <c:v>8.0158461791155098</c:v>
                </c:pt>
                <c:pt idx="15450">
                  <c:v>8.0199815217837642</c:v>
                </c:pt>
                <c:pt idx="15451">
                  <c:v>8.0243007432349192</c:v>
                </c:pt>
                <c:pt idx="15452">
                  <c:v>8.0273989241571879</c:v>
                </c:pt>
                <c:pt idx="15453">
                  <c:v>8.0288711863014832</c:v>
                </c:pt>
                <c:pt idx="15454">
                  <c:v>8.0263550281279521</c:v>
                </c:pt>
                <c:pt idx="15455">
                  <c:v>8.0250387221286896</c:v>
                </c:pt>
                <c:pt idx="15456">
                  <c:v>8.0242307723894388</c:v>
                </c:pt>
                <c:pt idx="15457">
                  <c:v>8.0242447337083735</c:v>
                </c:pt>
                <c:pt idx="15458">
                  <c:v>8.0224502114729184</c:v>
                </c:pt>
                <c:pt idx="15459">
                  <c:v>8.0241389561860963</c:v>
                </c:pt>
                <c:pt idx="15460">
                  <c:v>8.02595442039995</c:v>
                </c:pt>
                <c:pt idx="15461">
                  <c:v>8.0240413912043689</c:v>
                </c:pt>
                <c:pt idx="15462">
                  <c:v>8.0251486880466469</c:v>
                </c:pt>
                <c:pt idx="15463">
                  <c:v>8.0258015850203268</c:v>
                </c:pt>
                <c:pt idx="15464">
                  <c:v>8.0263716995852672</c:v>
                </c:pt>
                <c:pt idx="15465">
                  <c:v>8.0257788362830045</c:v>
                </c:pt>
                <c:pt idx="15466">
                  <c:v>8.0237018847780561</c:v>
                </c:pt>
                <c:pt idx="15467">
                  <c:v>8.023313020983041</c:v>
                </c:pt>
                <c:pt idx="15468">
                  <c:v>8.0226357327639306</c:v>
                </c:pt>
                <c:pt idx="15469">
                  <c:v>8.0221091446639026</c:v>
                </c:pt>
                <c:pt idx="15470">
                  <c:v>8.0219839855459281</c:v>
                </c:pt>
                <c:pt idx="15471">
                  <c:v>8.0225090953886582</c:v>
                </c:pt>
                <c:pt idx="15472">
                  <c:v>8.0220669322054778</c:v>
                </c:pt>
                <c:pt idx="15473">
                  <c:v>8.0222414486921529</c:v>
                </c:pt>
                <c:pt idx="15474">
                  <c:v>8.0217352276926874</c:v>
                </c:pt>
                <c:pt idx="15475">
                  <c:v>8.0196390588428539</c:v>
                </c:pt>
                <c:pt idx="15476">
                  <c:v>8.0205143514146098</c:v>
                </c:pt>
                <c:pt idx="15477">
                  <c:v>8.020952408327517</c:v>
                </c:pt>
                <c:pt idx="15478">
                  <c:v>8.0221024103806506</c:v>
                </c:pt>
                <c:pt idx="15479">
                  <c:v>8.0247209789348339</c:v>
                </c:pt>
                <c:pt idx="15480">
                  <c:v>8.0264638442902303</c:v>
                </c:pt>
                <c:pt idx="15481">
                  <c:v>8.0266593848807126</c:v>
                </c:pt>
                <c:pt idx="15482">
                  <c:v>8.0263153615570975</c:v>
                </c:pt>
                <c:pt idx="15483">
                  <c:v>8.0259804541534923</c:v>
                </c:pt>
                <c:pt idx="15484">
                  <c:v>8.0262200960867247</c:v>
                </c:pt>
                <c:pt idx="15485">
                  <c:v>8.028034492670308</c:v>
                </c:pt>
                <c:pt idx="15486">
                  <c:v>8.0268561573522774</c:v>
                </c:pt>
                <c:pt idx="15487">
                  <c:v>8.0227701720527254</c:v>
                </c:pt>
                <c:pt idx="15488">
                  <c:v>8.0217461503716176</c:v>
                </c:pt>
                <c:pt idx="15489">
                  <c:v>8.0235419866135587</c:v>
                </c:pt>
                <c:pt idx="15490">
                  <c:v>8.0240248839978641</c:v>
                </c:pt>
                <c:pt idx="15491">
                  <c:v>8.0232656346240709</c:v>
                </c:pt>
                <c:pt idx="15492">
                  <c:v>8.0228142733954755</c:v>
                </c:pt>
                <c:pt idx="15493">
                  <c:v>8.0232106927277957</c:v>
                </c:pt>
                <c:pt idx="15494">
                  <c:v>8.0226580708742254</c:v>
                </c:pt>
                <c:pt idx="15495">
                  <c:v>8.0238660534636388</c:v>
                </c:pt>
                <c:pt idx="15496">
                  <c:v>8.0265421919270725</c:v>
                </c:pt>
                <c:pt idx="15497">
                  <c:v>8.0275014987886504</c:v>
                </c:pt>
                <c:pt idx="15498">
                  <c:v>8.0304008541042169</c:v>
                </c:pt>
                <c:pt idx="15499">
                  <c:v>8.0301189997125615</c:v>
                </c:pt>
                <c:pt idx="15500">
                  <c:v>8.0285109842729856</c:v>
                </c:pt>
                <c:pt idx="15501">
                  <c:v>8.0277876237013928</c:v>
                </c:pt>
                <c:pt idx="15502">
                  <c:v>8.0270528476984353</c:v>
                </c:pt>
                <c:pt idx="15503">
                  <c:v>8.0264947234426973</c:v>
                </c:pt>
                <c:pt idx="15504">
                  <c:v>8.0260528887611375</c:v>
                </c:pt>
                <c:pt idx="15505">
                  <c:v>8.0251888473699342</c:v>
                </c:pt>
                <c:pt idx="15506">
                  <c:v>8.0244027429885438</c:v>
                </c:pt>
                <c:pt idx="15507">
                  <c:v>8.0236164743563414</c:v>
                </c:pt>
                <c:pt idx="15508">
                  <c:v>8.025029195581654</c:v>
                </c:pt>
                <c:pt idx="15509">
                  <c:v>8.0248004763273517</c:v>
                </c:pt>
                <c:pt idx="15510">
                  <c:v>8.0234920543670185</c:v>
                </c:pt>
                <c:pt idx="15511">
                  <c:v>8.0232740114154311</c:v>
                </c:pt>
                <c:pt idx="15512">
                  <c:v>8.0232987311624857</c:v>
                </c:pt>
                <c:pt idx="15513">
                  <c:v>8.0261186712109396</c:v>
                </c:pt>
                <c:pt idx="15514">
                  <c:v>8.0290283743275985</c:v>
                </c:pt>
                <c:pt idx="15515">
                  <c:v>8.0301800188888439</c:v>
                </c:pt>
                <c:pt idx="15516">
                  <c:v>8.03202406274381</c:v>
                </c:pt>
                <c:pt idx="15517">
                  <c:v>8.0351633063688244</c:v>
                </c:pt>
                <c:pt idx="15518">
                  <c:v>8.0361388740606898</c:v>
                </c:pt>
                <c:pt idx="15519">
                  <c:v>8.0337827783024682</c:v>
                </c:pt>
                <c:pt idx="15520">
                  <c:v>8.0314867983410672</c:v>
                </c:pt>
                <c:pt idx="15521">
                  <c:v>8.0313834845809549</c:v>
                </c:pt>
                <c:pt idx="15522">
                  <c:v>8.0321847821623624</c:v>
                </c:pt>
                <c:pt idx="15523">
                  <c:v>8.0311739826715396</c:v>
                </c:pt>
                <c:pt idx="15524">
                  <c:v>8.0290843838541459</c:v>
                </c:pt>
                <c:pt idx="15525">
                  <c:v>8.0288786597133832</c:v>
                </c:pt>
                <c:pt idx="15526">
                  <c:v>8.0275635034697981</c:v>
                </c:pt>
                <c:pt idx="15527">
                  <c:v>8.0238017492711364</c:v>
                </c:pt>
                <c:pt idx="15528">
                  <c:v>8.0198905268344767</c:v>
                </c:pt>
                <c:pt idx="15529">
                  <c:v>8.0192998809181617</c:v>
                </c:pt>
                <c:pt idx="15530">
                  <c:v>8.0205510614708668</c:v>
                </c:pt>
                <c:pt idx="15531">
                  <c:v>8.0210936640249653</c:v>
                </c:pt>
                <c:pt idx="15532">
                  <c:v>8.020227980125652</c:v>
                </c:pt>
                <c:pt idx="15533">
                  <c:v>8.0203768734858123</c:v>
                </c:pt>
                <c:pt idx="15534">
                  <c:v>8.0256813534266822</c:v>
                </c:pt>
                <c:pt idx="15535">
                  <c:v>8.0286717858169432</c:v>
                </c:pt>
                <c:pt idx="15536">
                  <c:v>8.0280130579394733</c:v>
                </c:pt>
                <c:pt idx="15537">
                  <c:v>8.0294648708577991</c:v>
                </c:pt>
                <c:pt idx="15538">
                  <c:v>8.0285491725865388</c:v>
                </c:pt>
                <c:pt idx="15539">
                  <c:v>8.0269073214799</c:v>
                </c:pt>
                <c:pt idx="15540">
                  <c:v>8.0271168233893153</c:v>
                </c:pt>
                <c:pt idx="15541">
                  <c:v>8.0291612532336885</c:v>
                </c:pt>
                <c:pt idx="15542">
                  <c:v>8.0311076253438998</c:v>
                </c:pt>
                <c:pt idx="15543">
                  <c:v>8.0306642302796369</c:v>
                </c:pt>
                <c:pt idx="15544">
                  <c:v>8.0304921775551268</c:v>
                </c:pt>
                <c:pt idx="15545">
                  <c:v>8.0303518252371369</c:v>
                </c:pt>
                <c:pt idx="15546">
                  <c:v>8.0283403276803682</c:v>
                </c:pt>
                <c:pt idx="15547">
                  <c:v>8.0265568923746553</c:v>
                </c:pt>
                <c:pt idx="15548">
                  <c:v>8.0241146470660691</c:v>
                </c:pt>
                <c:pt idx="15549">
                  <c:v>8.0223781053668954</c:v>
                </c:pt>
                <c:pt idx="15550">
                  <c:v>8.0227937420441009</c:v>
                </c:pt>
                <c:pt idx="15551">
                  <c:v>8.0244841292653888</c:v>
                </c:pt>
                <c:pt idx="15552">
                  <c:v>8.0270717365416999</c:v>
                </c:pt>
                <c:pt idx="15553">
                  <c:v>8.0273252576684602</c:v>
                </c:pt>
                <c:pt idx="15554">
                  <c:v>8.0259942512216149</c:v>
                </c:pt>
                <c:pt idx="15555">
                  <c:v>8.0237463146224286</c:v>
                </c:pt>
                <c:pt idx="15556">
                  <c:v>8.0221574344023328</c:v>
                </c:pt>
                <c:pt idx="15557">
                  <c:v>8.0208407177760446</c:v>
                </c:pt>
                <c:pt idx="15558">
                  <c:v>8.020755553730547</c:v>
                </c:pt>
                <c:pt idx="15559">
                  <c:v>8.0228475341847005</c:v>
                </c:pt>
                <c:pt idx="15560">
                  <c:v>8.0243326078922514</c:v>
                </c:pt>
                <c:pt idx="15561">
                  <c:v>8.0267985874430252</c:v>
                </c:pt>
                <c:pt idx="15562">
                  <c:v>8.029283702213279</c:v>
                </c:pt>
                <c:pt idx="15563">
                  <c:v>8.0288321767338733</c:v>
                </c:pt>
                <c:pt idx="15564">
                  <c:v>8.0256581119369272</c:v>
                </c:pt>
                <c:pt idx="15565">
                  <c:v>8.0242751201084062</c:v>
                </c:pt>
                <c:pt idx="15566">
                  <c:v>8.0240649611957462</c:v>
                </c:pt>
                <c:pt idx="15567">
                  <c:v>8.0204452839485896</c:v>
                </c:pt>
                <c:pt idx="15568">
                  <c:v>8.0188812056009535</c:v>
                </c:pt>
                <c:pt idx="15569">
                  <c:v>8.0203454194555093</c:v>
                </c:pt>
                <c:pt idx="15570">
                  <c:v>8.0189431281566961</c:v>
                </c:pt>
                <c:pt idx="15571">
                  <c:v>8.0179177924691007</c:v>
                </c:pt>
                <c:pt idx="15572">
                  <c:v>8.0164619554059051</c:v>
                </c:pt>
                <c:pt idx="15573">
                  <c:v>8.0167172011661805</c:v>
                </c:pt>
                <c:pt idx="15574">
                  <c:v>8.0185557426189789</c:v>
                </c:pt>
                <c:pt idx="15575">
                  <c:v>8.0215683488687226</c:v>
                </c:pt>
                <c:pt idx="15576">
                  <c:v>8.0246330226255491</c:v>
                </c:pt>
                <c:pt idx="15577">
                  <c:v>8.0254592863302268</c:v>
                </c:pt>
                <c:pt idx="15578">
                  <c:v>8.0245560711206014</c:v>
                </c:pt>
                <c:pt idx="15579">
                  <c:v>8.0222653471851526</c:v>
                </c:pt>
                <c:pt idx="15580">
                  <c:v>8.0217348991910651</c:v>
                </c:pt>
                <c:pt idx="15581">
                  <c:v>8.0186566747423313</c:v>
                </c:pt>
                <c:pt idx="15582">
                  <c:v>8.0177093581899559</c:v>
                </c:pt>
                <c:pt idx="15583">
                  <c:v>8.0189148770172061</c:v>
                </c:pt>
                <c:pt idx="15584">
                  <c:v>8.0193905473658269</c:v>
                </c:pt>
                <c:pt idx="15585">
                  <c:v>8.021847000369565</c:v>
                </c:pt>
                <c:pt idx="15586">
                  <c:v>8.0229305629696555</c:v>
                </c:pt>
                <c:pt idx="15587">
                  <c:v>8.0219035847739502</c:v>
                </c:pt>
                <c:pt idx="15588">
                  <c:v>8.0211535334455721</c:v>
                </c:pt>
                <c:pt idx="15589">
                  <c:v>8.0187981768159986</c:v>
                </c:pt>
                <c:pt idx="15590">
                  <c:v>8.0199175460928842</c:v>
                </c:pt>
                <c:pt idx="15591">
                  <c:v>8.0243565063852511</c:v>
                </c:pt>
                <c:pt idx="15592">
                  <c:v>8.0253976101506996</c:v>
                </c:pt>
                <c:pt idx="15593">
                  <c:v>8.0246133125282313</c:v>
                </c:pt>
                <c:pt idx="15594">
                  <c:v>8.0252116782326617</c:v>
                </c:pt>
                <c:pt idx="15595">
                  <c:v>8.0261116084260671</c:v>
                </c:pt>
                <c:pt idx="15596">
                  <c:v>8.0238328747998189</c:v>
                </c:pt>
                <c:pt idx="15597">
                  <c:v>8.0203455015809144</c:v>
                </c:pt>
                <c:pt idx="15598">
                  <c:v>8.0191426928920464</c:v>
                </c:pt>
                <c:pt idx="15599">
                  <c:v>8.0208512298279473</c:v>
                </c:pt>
                <c:pt idx="15600">
                  <c:v>8.0233244364144056</c:v>
                </c:pt>
                <c:pt idx="15601">
                  <c:v>8.0220505892497851</c:v>
                </c:pt>
                <c:pt idx="15602">
                  <c:v>8.022203260378598</c:v>
                </c:pt>
                <c:pt idx="15603">
                  <c:v>8.023192543013181</c:v>
                </c:pt>
                <c:pt idx="15604">
                  <c:v>8.0235563585595209</c:v>
                </c:pt>
                <c:pt idx="15605">
                  <c:v>8.0228665872787754</c:v>
                </c:pt>
                <c:pt idx="15606">
                  <c:v>8.0210465240422124</c:v>
                </c:pt>
                <c:pt idx="15607">
                  <c:v>8.0200678355849391</c:v>
                </c:pt>
                <c:pt idx="15608">
                  <c:v>8.0210043115837877</c:v>
                </c:pt>
                <c:pt idx="15609">
                  <c:v>8.0218490535047025</c:v>
                </c:pt>
                <c:pt idx="15610">
                  <c:v>8.0221362460477152</c:v>
                </c:pt>
                <c:pt idx="15611">
                  <c:v>8.0215948753746975</c:v>
                </c:pt>
                <c:pt idx="15612">
                  <c:v>8.021307847082495</c:v>
                </c:pt>
                <c:pt idx="15613">
                  <c:v>8.0248270028333266</c:v>
                </c:pt>
                <c:pt idx="15614">
                  <c:v>8.0275818995606283</c:v>
                </c:pt>
                <c:pt idx="15615">
                  <c:v>8.0290089106064961</c:v>
                </c:pt>
                <c:pt idx="15616">
                  <c:v>8.0298195704841291</c:v>
                </c:pt>
                <c:pt idx="15617">
                  <c:v>8.0305420276762618</c:v>
                </c:pt>
                <c:pt idx="15618">
                  <c:v>8.0293699338890487</c:v>
                </c:pt>
                <c:pt idx="15619">
                  <c:v>8.0266117521455254</c:v>
                </c:pt>
                <c:pt idx="15620">
                  <c:v>8.0238673674701264</c:v>
                </c:pt>
                <c:pt idx="15621">
                  <c:v>8.0231508233071906</c:v>
                </c:pt>
                <c:pt idx="15622">
                  <c:v>8.0241488933601612</c:v>
                </c:pt>
                <c:pt idx="15623">
                  <c:v>8.0235974212622683</c:v>
                </c:pt>
                <c:pt idx="15624">
                  <c:v>8.0228646162690431</c:v>
                </c:pt>
                <c:pt idx="15625">
                  <c:v>8.0203221779657543</c:v>
                </c:pt>
                <c:pt idx="15626">
                  <c:v>8.0210548187081674</c:v>
                </c:pt>
                <c:pt idx="15627">
                  <c:v>8.025167002012072</c:v>
                </c:pt>
                <c:pt idx="15628">
                  <c:v>8.0268576356095753</c:v>
                </c:pt>
                <c:pt idx="15629">
                  <c:v>8.0262315115180876</c:v>
                </c:pt>
                <c:pt idx="15630">
                  <c:v>8.0251848232250644</c:v>
                </c:pt>
                <c:pt idx="15631">
                  <c:v>8.0236682954872087</c:v>
                </c:pt>
                <c:pt idx="15632">
                  <c:v>8.0223775304890577</c:v>
                </c:pt>
                <c:pt idx="15633">
                  <c:v>8.0225893319098258</c:v>
                </c:pt>
                <c:pt idx="15634">
                  <c:v>8.0215923294871274</c:v>
                </c:pt>
                <c:pt idx="15635">
                  <c:v>8.0214132139777448</c:v>
                </c:pt>
                <c:pt idx="15636">
                  <c:v>8.0256841456904695</c:v>
                </c:pt>
                <c:pt idx="15637">
                  <c:v>8.0276939186137231</c:v>
                </c:pt>
                <c:pt idx="15638">
                  <c:v>8.0253745329117567</c:v>
                </c:pt>
                <c:pt idx="15639">
                  <c:v>8.0232638278651507</c:v>
                </c:pt>
                <c:pt idx="15640">
                  <c:v>8.0203817188847371</c:v>
                </c:pt>
                <c:pt idx="15641">
                  <c:v>8.0192814027019264</c:v>
                </c:pt>
                <c:pt idx="15642">
                  <c:v>8.0200153574508271</c:v>
                </c:pt>
                <c:pt idx="15643">
                  <c:v>8.0217004886461627</c:v>
                </c:pt>
                <c:pt idx="15644">
                  <c:v>8.0235317209378714</c:v>
                </c:pt>
                <c:pt idx="15645">
                  <c:v>8.0229347513653355</c:v>
                </c:pt>
                <c:pt idx="15646">
                  <c:v>8.0202453085862118</c:v>
                </c:pt>
                <c:pt idx="15647">
                  <c:v>8.0184018396090835</c:v>
                </c:pt>
                <c:pt idx="15648">
                  <c:v>8.0177816285467909</c:v>
                </c:pt>
                <c:pt idx="15649">
                  <c:v>8.0174715230156455</c:v>
                </c:pt>
                <c:pt idx="15650">
                  <c:v>8.018612327023364</c:v>
                </c:pt>
                <c:pt idx="15651">
                  <c:v>8.0201378885558245</c:v>
                </c:pt>
                <c:pt idx="15652">
                  <c:v>8.018577423726029</c:v>
                </c:pt>
                <c:pt idx="15653">
                  <c:v>8.0179056379090881</c:v>
                </c:pt>
                <c:pt idx="15654">
                  <c:v>8.0214074651993599</c:v>
                </c:pt>
                <c:pt idx="15655">
                  <c:v>8.0228287274668411</c:v>
                </c:pt>
                <c:pt idx="15656">
                  <c:v>8.0225162402989358</c:v>
                </c:pt>
                <c:pt idx="15657">
                  <c:v>8.0204932451853974</c:v>
                </c:pt>
                <c:pt idx="15658">
                  <c:v>8.0205237137108369</c:v>
                </c:pt>
                <c:pt idx="15659">
                  <c:v>8.0211619102369323</c:v>
                </c:pt>
                <c:pt idx="15660">
                  <c:v>8.0202843181538217</c:v>
                </c:pt>
                <c:pt idx="15661">
                  <c:v>8.02064156366772</c:v>
                </c:pt>
                <c:pt idx="15662">
                  <c:v>8.0236107255779583</c:v>
                </c:pt>
                <c:pt idx="15663">
                  <c:v>8.023922802118836</c:v>
                </c:pt>
                <c:pt idx="15664">
                  <c:v>8.0229922391491808</c:v>
                </c:pt>
                <c:pt idx="15665">
                  <c:v>8.0219261692604604</c:v>
                </c:pt>
                <c:pt idx="15666">
                  <c:v>8.0204868394037696</c:v>
                </c:pt>
                <c:pt idx="15667">
                  <c:v>8.0190714901654818</c:v>
                </c:pt>
                <c:pt idx="15668">
                  <c:v>8.0195308996838168</c:v>
                </c:pt>
                <c:pt idx="15669">
                  <c:v>8.0232096250975236</c:v>
                </c:pt>
                <c:pt idx="15670">
                  <c:v>8.0226570032439533</c:v>
                </c:pt>
                <c:pt idx="15671">
                  <c:v>8.0205810372438719</c:v>
                </c:pt>
                <c:pt idx="15672">
                  <c:v>8.0217094403153624</c:v>
                </c:pt>
                <c:pt idx="15673">
                  <c:v>8.0233573687020083</c:v>
                </c:pt>
                <c:pt idx="15674">
                  <c:v>8.0261392846877175</c:v>
                </c:pt>
                <c:pt idx="15675">
                  <c:v>8.0281105407957956</c:v>
                </c:pt>
                <c:pt idx="15676">
                  <c:v>8.0269199687923454</c:v>
                </c:pt>
                <c:pt idx="15677">
                  <c:v>8.0261608015439574</c:v>
                </c:pt>
                <c:pt idx="15678">
                  <c:v>8.0234950930070212</c:v>
                </c:pt>
                <c:pt idx="15679">
                  <c:v>8.0223373711657704</c:v>
                </c:pt>
                <c:pt idx="15680">
                  <c:v>8.0243636512955288</c:v>
                </c:pt>
                <c:pt idx="15681">
                  <c:v>8.026210405288877</c:v>
                </c:pt>
                <c:pt idx="15682">
                  <c:v>8.0252049439494115</c:v>
                </c:pt>
                <c:pt idx="15683">
                  <c:v>8.0231078717201161</c:v>
                </c:pt>
                <c:pt idx="15684">
                  <c:v>8.0219724058637532</c:v>
                </c:pt>
                <c:pt idx="15685">
                  <c:v>8.0206733461996471</c:v>
                </c:pt>
                <c:pt idx="15686">
                  <c:v>8.0186087956309287</c:v>
                </c:pt>
                <c:pt idx="15687">
                  <c:v>8.0180785118876532</c:v>
                </c:pt>
                <c:pt idx="15688">
                  <c:v>8.0201022461298397</c:v>
                </c:pt>
                <c:pt idx="15689">
                  <c:v>8.0227645875251508</c:v>
                </c:pt>
                <c:pt idx="15690">
                  <c:v>8.0264125159117974</c:v>
                </c:pt>
                <c:pt idx="15691">
                  <c:v>8.0305021968545969</c:v>
                </c:pt>
                <c:pt idx="15692">
                  <c:v>8.0297202808688866</c:v>
                </c:pt>
                <c:pt idx="15693">
                  <c:v>8.0273133494846629</c:v>
                </c:pt>
                <c:pt idx="15694">
                  <c:v>8.0279767585102455</c:v>
                </c:pt>
                <c:pt idx="15695">
                  <c:v>8.0282875210446356</c:v>
                </c:pt>
                <c:pt idx="15696">
                  <c:v>8.0257746478873244</c:v>
                </c:pt>
                <c:pt idx="15697">
                  <c:v>8.0257008171477846</c:v>
                </c:pt>
                <c:pt idx="15698">
                  <c:v>8.0254323491972244</c:v>
                </c:pt>
                <c:pt idx="15699">
                  <c:v>8.0255342668254421</c:v>
                </c:pt>
                <c:pt idx="15700">
                  <c:v>8.0245730710795389</c:v>
                </c:pt>
                <c:pt idx="15701">
                  <c:v>8.0234596148318484</c:v>
                </c:pt>
                <c:pt idx="15702">
                  <c:v>8.0260581447870898</c:v>
                </c:pt>
                <c:pt idx="15703">
                  <c:v>8.0300797437687343</c:v>
                </c:pt>
                <c:pt idx="15704">
                  <c:v>8.0290157270151514</c:v>
                </c:pt>
                <c:pt idx="15705">
                  <c:v>8.0266969983164298</c:v>
                </c:pt>
                <c:pt idx="15706">
                  <c:v>8.02678265511436</c:v>
                </c:pt>
                <c:pt idx="15707">
                  <c:v>8.0291527943169214</c:v>
                </c:pt>
                <c:pt idx="15708">
                  <c:v>8.0311038475752472</c:v>
                </c:pt>
                <c:pt idx="15709">
                  <c:v>8.0309765531967319</c:v>
                </c:pt>
                <c:pt idx="15710">
                  <c:v>8.0292187410175337</c:v>
                </c:pt>
                <c:pt idx="15711">
                  <c:v>8.0269390218864203</c:v>
                </c:pt>
                <c:pt idx="15712">
                  <c:v>8.0269012441998928</c:v>
                </c:pt>
                <c:pt idx="15713">
                  <c:v>8.0273498952901079</c:v>
                </c:pt>
                <c:pt idx="15714">
                  <c:v>8.0269084712355774</c:v>
                </c:pt>
                <c:pt idx="15715">
                  <c:v>8.0268885147620423</c:v>
                </c:pt>
                <c:pt idx="15716">
                  <c:v>8.0299929372151269</c:v>
                </c:pt>
                <c:pt idx="15717">
                  <c:v>8.0310321520962518</c:v>
                </c:pt>
                <c:pt idx="15718">
                  <c:v>8.0298918408409641</c:v>
                </c:pt>
                <c:pt idx="15719">
                  <c:v>8.0264327187615496</c:v>
                </c:pt>
                <c:pt idx="15720">
                  <c:v>8.0243298156284641</c:v>
                </c:pt>
                <c:pt idx="15721">
                  <c:v>8.0228137806430411</c:v>
                </c:pt>
                <c:pt idx="15722">
                  <c:v>8.0207530899683821</c:v>
                </c:pt>
                <c:pt idx="15723">
                  <c:v>8.0209055968463847</c:v>
                </c:pt>
                <c:pt idx="15724">
                  <c:v>8.0244470085821042</c:v>
                </c:pt>
                <c:pt idx="15725">
                  <c:v>8.0247939062949118</c:v>
                </c:pt>
                <c:pt idx="15726">
                  <c:v>8.021651624029893</c:v>
                </c:pt>
                <c:pt idx="15727">
                  <c:v>8.02048371863836</c:v>
                </c:pt>
                <c:pt idx="15728">
                  <c:v>8.0202794727548969</c:v>
                </c:pt>
                <c:pt idx="15729">
                  <c:v>8.0215624358395274</c:v>
                </c:pt>
                <c:pt idx="15730">
                  <c:v>8.0247426600418841</c:v>
                </c:pt>
                <c:pt idx="15731">
                  <c:v>8.0252469100316191</c:v>
                </c:pt>
                <c:pt idx="15732">
                  <c:v>8.0249680942799664</c:v>
                </c:pt>
                <c:pt idx="15733">
                  <c:v>8.0267478339424301</c:v>
                </c:pt>
                <c:pt idx="15734">
                  <c:v>8.0289006693220539</c:v>
                </c:pt>
                <c:pt idx="15735">
                  <c:v>8.0279038311501658</c:v>
                </c:pt>
                <c:pt idx="15736">
                  <c:v>8.0256044019217345</c:v>
                </c:pt>
                <c:pt idx="15737">
                  <c:v>8.0260629901860145</c:v>
                </c:pt>
                <c:pt idx="15738">
                  <c:v>8.0277227446310508</c:v>
                </c:pt>
                <c:pt idx="15739">
                  <c:v>8.0283405740565836</c:v>
                </c:pt>
                <c:pt idx="15740">
                  <c:v>8.0271165770130999</c:v>
                </c:pt>
                <c:pt idx="15741">
                  <c:v>8.0240098550486589</c:v>
                </c:pt>
                <c:pt idx="15742">
                  <c:v>8.0244160473042339</c:v>
                </c:pt>
                <c:pt idx="15743">
                  <c:v>8.0270905432595576</c:v>
                </c:pt>
                <c:pt idx="15744">
                  <c:v>8.0251501663039466</c:v>
                </c:pt>
                <c:pt idx="15745">
                  <c:v>8.0242859606619312</c:v>
                </c:pt>
                <c:pt idx="15746">
                  <c:v>8.0240062415308184</c:v>
                </c:pt>
                <c:pt idx="15747">
                  <c:v>8.0238598940582264</c:v>
                </c:pt>
                <c:pt idx="15748">
                  <c:v>8.0228935244117761</c:v>
                </c:pt>
                <c:pt idx="15749">
                  <c:v>8.0218882273231227</c:v>
                </c:pt>
                <c:pt idx="15750">
                  <c:v>8.023357861454441</c:v>
                </c:pt>
                <c:pt idx="15751">
                  <c:v>8.02591705334045</c:v>
                </c:pt>
                <c:pt idx="15752">
                  <c:v>8.028133371658523</c:v>
                </c:pt>
                <c:pt idx="15753">
                  <c:v>8.0283351537798211</c:v>
                </c:pt>
                <c:pt idx="15754">
                  <c:v>8.0282939268262634</c:v>
                </c:pt>
                <c:pt idx="15755">
                  <c:v>8.0264493080934596</c:v>
                </c:pt>
                <c:pt idx="15756">
                  <c:v>8.023608754568226</c:v>
                </c:pt>
                <c:pt idx="15757">
                  <c:v>8.0237597831889289</c:v>
                </c:pt>
                <c:pt idx="15758">
                  <c:v>8.0243142118014212</c:v>
                </c:pt>
                <c:pt idx="15759">
                  <c:v>8.0242540960045989</c:v>
                </c:pt>
                <c:pt idx="15760">
                  <c:v>8.0235860879563088</c:v>
                </c:pt>
                <c:pt idx="15761">
                  <c:v>8.0231667556358559</c:v>
                </c:pt>
                <c:pt idx="15762">
                  <c:v>8.0236536771650311</c:v>
                </c:pt>
                <c:pt idx="15763">
                  <c:v>8.0261924198250725</c:v>
                </c:pt>
                <c:pt idx="15764">
                  <c:v>8.0279192707263984</c:v>
                </c:pt>
                <c:pt idx="15765">
                  <c:v>8.0291288136985184</c:v>
                </c:pt>
                <c:pt idx="15766">
                  <c:v>8.026129840266087</c:v>
                </c:pt>
                <c:pt idx="15767">
                  <c:v>8.021768077854885</c:v>
                </c:pt>
                <c:pt idx="15768">
                  <c:v>8.018516076048126</c:v>
                </c:pt>
                <c:pt idx="15769">
                  <c:v>8.0158856814355524</c:v>
                </c:pt>
                <c:pt idx="15770">
                  <c:v>8.014372685090132</c:v>
                </c:pt>
                <c:pt idx="15771">
                  <c:v>8.0147957951792392</c:v>
                </c:pt>
                <c:pt idx="15772">
                  <c:v>8.0193967888966444</c:v>
                </c:pt>
                <c:pt idx="15773">
                  <c:v>8.0233876729766358</c:v>
                </c:pt>
                <c:pt idx="15774">
                  <c:v>8.0262205888391573</c:v>
                </c:pt>
                <c:pt idx="15775">
                  <c:v>8.0257408122202598</c:v>
                </c:pt>
                <c:pt idx="15776">
                  <c:v>8.0227894715230157</c:v>
                </c:pt>
                <c:pt idx="15777">
                  <c:v>8.0203766271095969</c:v>
                </c:pt>
                <c:pt idx="15778">
                  <c:v>8.0199444011004797</c:v>
                </c:pt>
                <c:pt idx="15779">
                  <c:v>8.0198764833901368</c:v>
                </c:pt>
                <c:pt idx="15780">
                  <c:v>8.0221426518293431</c:v>
                </c:pt>
                <c:pt idx="15781">
                  <c:v>8.0254157598653144</c:v>
                </c:pt>
                <c:pt idx="15782">
                  <c:v>8.0251274996920294</c:v>
                </c:pt>
                <c:pt idx="15783">
                  <c:v>8.0240637293146637</c:v>
                </c:pt>
                <c:pt idx="15784">
                  <c:v>8.0237301359175461</c:v>
                </c:pt>
                <c:pt idx="15785">
                  <c:v>8.0248321767338719</c:v>
                </c:pt>
                <c:pt idx="15786">
                  <c:v>8.0246492834558367</c:v>
                </c:pt>
                <c:pt idx="15787">
                  <c:v>8.0247437276721563</c:v>
                </c:pt>
                <c:pt idx="15788">
                  <c:v>8.026167207325587</c:v>
                </c:pt>
                <c:pt idx="15789">
                  <c:v>8.0269892005091776</c:v>
                </c:pt>
                <c:pt idx="15790">
                  <c:v>8.0244328008869541</c:v>
                </c:pt>
                <c:pt idx="15791">
                  <c:v>8.0238785365252738</c:v>
                </c:pt>
                <c:pt idx="15792">
                  <c:v>8.0246849258818216</c:v>
                </c:pt>
                <c:pt idx="15793">
                  <c:v>8.0223622551636353</c:v>
                </c:pt>
                <c:pt idx="15794">
                  <c:v>8.0190747751817018</c:v>
                </c:pt>
                <c:pt idx="15795">
                  <c:v>8.0167739498213777</c:v>
                </c:pt>
                <c:pt idx="15796">
                  <c:v>8.0154918901162073</c:v>
                </c:pt>
                <c:pt idx="15797">
                  <c:v>8.0149811522194394</c:v>
                </c:pt>
                <c:pt idx="15798">
                  <c:v>8.0149945386605346</c:v>
                </c:pt>
                <c:pt idx="15799">
                  <c:v>8.0160306327762498</c:v>
                </c:pt>
                <c:pt idx="15800">
                  <c:v>8.0174317743193857</c:v>
                </c:pt>
                <c:pt idx="15801">
                  <c:v>8.018927195828029</c:v>
                </c:pt>
                <c:pt idx="15802">
                  <c:v>8.0190483308011338</c:v>
                </c:pt>
                <c:pt idx="15803">
                  <c:v>8.0211978811645377</c:v>
                </c:pt>
                <c:pt idx="15804">
                  <c:v>8.0235716338849414</c:v>
                </c:pt>
                <c:pt idx="15805">
                  <c:v>8.0232230115386187</c:v>
                </c:pt>
                <c:pt idx="15806">
                  <c:v>8.0225722498254832</c:v>
                </c:pt>
                <c:pt idx="15807">
                  <c:v>8.0217535416581125</c:v>
                </c:pt>
                <c:pt idx="15808">
                  <c:v>8.0197923869749115</c:v>
                </c:pt>
                <c:pt idx="15809">
                  <c:v>8.0202669075678568</c:v>
                </c:pt>
                <c:pt idx="15810">
                  <c:v>8.0254049193117893</c:v>
                </c:pt>
                <c:pt idx="15811">
                  <c:v>8.0297468895002666</c:v>
                </c:pt>
                <c:pt idx="15812">
                  <c:v>8.0303782696177066</c:v>
                </c:pt>
                <c:pt idx="15813">
                  <c:v>8.0296153246006661</c:v>
                </c:pt>
                <c:pt idx="15814">
                  <c:v>8.0275479817681603</c:v>
                </c:pt>
                <c:pt idx="15815">
                  <c:v>8.0236046482979511</c:v>
                </c:pt>
                <c:pt idx="15816">
                  <c:v>8.0213843058350101</c:v>
                </c:pt>
                <c:pt idx="15817">
                  <c:v>8.0212551225721676</c:v>
                </c:pt>
                <c:pt idx="15818">
                  <c:v>8.0212647312446101</c:v>
                </c:pt>
                <c:pt idx="15819">
                  <c:v>8.0201632653061221</c:v>
                </c:pt>
                <c:pt idx="15820">
                  <c:v>8.0181457725947514</c:v>
                </c:pt>
                <c:pt idx="15821">
                  <c:v>8.017753459532706</c:v>
                </c:pt>
                <c:pt idx="15822">
                  <c:v>8.0179713382334832</c:v>
                </c:pt>
                <c:pt idx="15823">
                  <c:v>8.0202693713300217</c:v>
                </c:pt>
                <c:pt idx="15824">
                  <c:v>8.0227232784461879</c:v>
                </c:pt>
                <c:pt idx="15825">
                  <c:v>8.0260021352605424</c:v>
                </c:pt>
                <c:pt idx="15826">
                  <c:v>8.0256028415390297</c:v>
                </c:pt>
                <c:pt idx="15827">
                  <c:v>8.0256558945509795</c:v>
                </c:pt>
                <c:pt idx="15828">
                  <c:v>8.0252879727343647</c:v>
                </c:pt>
                <c:pt idx="15829">
                  <c:v>8.0234302139366811</c:v>
                </c:pt>
                <c:pt idx="15830">
                  <c:v>8.0201015891265968</c:v>
                </c:pt>
                <c:pt idx="15831">
                  <c:v>8.0186159405412063</c:v>
                </c:pt>
                <c:pt idx="15832">
                  <c:v>8.0177275900299758</c:v>
                </c:pt>
                <c:pt idx="15833">
                  <c:v>8.0169997946864857</c:v>
                </c:pt>
                <c:pt idx="15834">
                  <c:v>8.0207953024268051</c:v>
                </c:pt>
                <c:pt idx="15835">
                  <c:v>8.0221945550856155</c:v>
                </c:pt>
                <c:pt idx="15836">
                  <c:v>8.0196885804623665</c:v>
                </c:pt>
                <c:pt idx="15837">
                  <c:v>8.0187452059294539</c:v>
                </c:pt>
                <c:pt idx="15838">
                  <c:v>8.0208563216030875</c:v>
                </c:pt>
                <c:pt idx="15839">
                  <c:v>8.0218680244733704</c:v>
                </c:pt>
                <c:pt idx="15840">
                  <c:v>8.0215869092103649</c:v>
                </c:pt>
                <c:pt idx="15841">
                  <c:v>8.0221417484498829</c:v>
                </c:pt>
                <c:pt idx="15842">
                  <c:v>8.0218489713792955</c:v>
                </c:pt>
                <c:pt idx="15843">
                  <c:v>8.02185365252741</c:v>
                </c:pt>
                <c:pt idx="15844">
                  <c:v>8.023426025541001</c:v>
                </c:pt>
                <c:pt idx="15845">
                  <c:v>8.022010676302715</c:v>
                </c:pt>
                <c:pt idx="15846">
                  <c:v>8.0202232989775393</c:v>
                </c:pt>
                <c:pt idx="15847">
                  <c:v>8.0229839444832258</c:v>
                </c:pt>
                <c:pt idx="15848">
                  <c:v>8.022908471235576</c:v>
                </c:pt>
                <c:pt idx="15849">
                  <c:v>8.0214409723648004</c:v>
                </c:pt>
                <c:pt idx="15850">
                  <c:v>8.0222669075678557</c:v>
                </c:pt>
                <c:pt idx="15851">
                  <c:v>8.0237721841251588</c:v>
                </c:pt>
                <c:pt idx="15852">
                  <c:v>8.0237843386851715</c:v>
                </c:pt>
                <c:pt idx="15853">
                  <c:v>8.0218897877058275</c:v>
                </c:pt>
                <c:pt idx="15854">
                  <c:v>8.0210309202151677</c:v>
                </c:pt>
                <c:pt idx="15855">
                  <c:v>8.0226432061758306</c:v>
                </c:pt>
                <c:pt idx="15856">
                  <c:v>8.0248889253890692</c:v>
                </c:pt>
                <c:pt idx="15857">
                  <c:v>8.0271266784379751</c:v>
                </c:pt>
                <c:pt idx="15858">
                  <c:v>8.0272543013181128</c:v>
                </c:pt>
                <c:pt idx="15859">
                  <c:v>8.0261922555742622</c:v>
                </c:pt>
                <c:pt idx="15860">
                  <c:v>8.0232937215127507</c:v>
                </c:pt>
                <c:pt idx="15861">
                  <c:v>8.0209058432226001</c:v>
                </c:pt>
                <c:pt idx="15862">
                  <c:v>8.0196077690633594</c:v>
                </c:pt>
                <c:pt idx="15863">
                  <c:v>8.0221315648996026</c:v>
                </c:pt>
                <c:pt idx="15864">
                  <c:v>8.0263716174598621</c:v>
                </c:pt>
                <c:pt idx="15865">
                  <c:v>8.0279245267523507</c:v>
                </c:pt>
                <c:pt idx="15866">
                  <c:v>8.0278943046031284</c:v>
                </c:pt>
                <c:pt idx="15867">
                  <c:v>8.0283471440890235</c:v>
                </c:pt>
                <c:pt idx="15868">
                  <c:v>8.026829220219275</c:v>
                </c:pt>
                <c:pt idx="15869">
                  <c:v>8.0238670389685041</c:v>
                </c:pt>
                <c:pt idx="15870">
                  <c:v>8.0220647969449352</c:v>
                </c:pt>
                <c:pt idx="15871">
                  <c:v>8.0209509300702173</c:v>
                </c:pt>
                <c:pt idx="15872">
                  <c:v>8.0210679587730471</c:v>
                </c:pt>
                <c:pt idx="15873">
                  <c:v>8.0246632447747714</c:v>
                </c:pt>
                <c:pt idx="15874">
                  <c:v>8.0274073830739532</c:v>
                </c:pt>
                <c:pt idx="15875">
                  <c:v>8.0290025048248683</c:v>
                </c:pt>
                <c:pt idx="15876">
                  <c:v>8.0285813657454934</c:v>
                </c:pt>
                <c:pt idx="15877">
                  <c:v>8.026358970147415</c:v>
                </c:pt>
                <c:pt idx="15878">
                  <c:v>8.0252408327516118</c:v>
                </c:pt>
                <c:pt idx="15879">
                  <c:v>8.025549952777892</c:v>
                </c:pt>
                <c:pt idx="15880">
                  <c:v>8.0244729602102414</c:v>
                </c:pt>
                <c:pt idx="15881">
                  <c:v>8.0208041719705996</c:v>
                </c:pt>
                <c:pt idx="15882">
                  <c:v>8.0181167002012064</c:v>
                </c:pt>
                <c:pt idx="15883">
                  <c:v>8.0163761343571629</c:v>
                </c:pt>
                <c:pt idx="15884">
                  <c:v>8.0179936763437762</c:v>
                </c:pt>
                <c:pt idx="15885">
                  <c:v>8.0214228226501874</c:v>
                </c:pt>
                <c:pt idx="15886">
                  <c:v>8.0230665626411533</c:v>
                </c:pt>
                <c:pt idx="15887">
                  <c:v>8.0232961031495087</c:v>
                </c:pt>
                <c:pt idx="15888">
                  <c:v>8.0231137026239061</c:v>
                </c:pt>
                <c:pt idx="15889">
                  <c:v>8.024122038352564</c:v>
                </c:pt>
                <c:pt idx="15890">
                  <c:v>8.0218952901079952</c:v>
                </c:pt>
                <c:pt idx="15891">
                  <c:v>8.0212093787213075</c:v>
                </c:pt>
                <c:pt idx="15892">
                  <c:v>8.0233251755430537</c:v>
                </c:pt>
                <c:pt idx="15893">
                  <c:v>8.0263618445366074</c:v>
                </c:pt>
                <c:pt idx="15894">
                  <c:v>8.0268259352030551</c:v>
                </c:pt>
                <c:pt idx="15895">
                  <c:v>8.0229095388658482</c:v>
                </c:pt>
                <c:pt idx="15896">
                  <c:v>8.0229910893935035</c:v>
                </c:pt>
                <c:pt idx="15897">
                  <c:v>8.0235892087217184</c:v>
                </c:pt>
                <c:pt idx="15898">
                  <c:v>8.0236921939802084</c:v>
                </c:pt>
                <c:pt idx="15899">
                  <c:v>8.0265332402578746</c:v>
                </c:pt>
                <c:pt idx="15900">
                  <c:v>8.030179936763437</c:v>
                </c:pt>
                <c:pt idx="15901">
                  <c:v>8.0303100234057414</c:v>
                </c:pt>
                <c:pt idx="15902">
                  <c:v>8.0273130209830406</c:v>
                </c:pt>
                <c:pt idx="15903">
                  <c:v>8.0257440151110746</c:v>
                </c:pt>
                <c:pt idx="15904">
                  <c:v>8.0243702213279686</c:v>
                </c:pt>
                <c:pt idx="15905">
                  <c:v>8.0212213690305099</c:v>
                </c:pt>
                <c:pt idx="15906">
                  <c:v>8.0208274955857597</c:v>
                </c:pt>
                <c:pt idx="15907">
                  <c:v>8.0216387303412304</c:v>
                </c:pt>
                <c:pt idx="15908">
                  <c:v>8.0202812795138172</c:v>
                </c:pt>
                <c:pt idx="15909">
                  <c:v>8.0204836365129548</c:v>
                </c:pt>
                <c:pt idx="15910">
                  <c:v>8.0224320617583054</c:v>
                </c:pt>
                <c:pt idx="15911">
                  <c:v>8.0229449349156159</c:v>
                </c:pt>
                <c:pt idx="15912">
                  <c:v>8.022509834517308</c:v>
                </c:pt>
                <c:pt idx="15913">
                  <c:v>8.0204026608631374</c:v>
                </c:pt>
                <c:pt idx="15914">
                  <c:v>8.0182821828932784</c:v>
                </c:pt>
                <c:pt idx="15915">
                  <c:v>8.0179612368086062</c:v>
                </c:pt>
                <c:pt idx="15916">
                  <c:v>8.021803802406275</c:v>
                </c:pt>
                <c:pt idx="15917">
                  <c:v>8.0215740976471075</c:v>
                </c:pt>
                <c:pt idx="15918">
                  <c:v>8.015814725085205</c:v>
                </c:pt>
                <c:pt idx="15919">
                  <c:v>8.0129426354042614</c:v>
                </c:pt>
                <c:pt idx="15920">
                  <c:v>8.0133487455344312</c:v>
                </c:pt>
                <c:pt idx="15921">
                  <c:v>8.0144014289820564</c:v>
                </c:pt>
                <c:pt idx="15922">
                  <c:v>8.0178290970311661</c:v>
                </c:pt>
                <c:pt idx="15923">
                  <c:v>8.0198961934874546</c:v>
                </c:pt>
                <c:pt idx="15924">
                  <c:v>8.02164349361475</c:v>
                </c:pt>
                <c:pt idx="15925">
                  <c:v>8.0245254383443516</c:v>
                </c:pt>
                <c:pt idx="15926">
                  <c:v>8.0260140434443397</c:v>
                </c:pt>
                <c:pt idx="15927">
                  <c:v>8.0253692768858045</c:v>
                </c:pt>
                <c:pt idx="15928">
                  <c:v>8.0232299921980861</c:v>
                </c:pt>
                <c:pt idx="15929">
                  <c:v>8.023263992115961</c:v>
                </c:pt>
                <c:pt idx="15930">
                  <c:v>8.0239441547242638</c:v>
                </c:pt>
                <c:pt idx="15931">
                  <c:v>8.0203158543095299</c:v>
                </c:pt>
                <c:pt idx="15932">
                  <c:v>8.0175272040405705</c:v>
                </c:pt>
                <c:pt idx="15933">
                  <c:v>8.0179350388042536</c:v>
                </c:pt>
                <c:pt idx="15934">
                  <c:v>8.0170859442368503</c:v>
                </c:pt>
                <c:pt idx="15935">
                  <c:v>8.016424506221</c:v>
                </c:pt>
                <c:pt idx="15936">
                  <c:v>8.0167650802775832</c:v>
                </c:pt>
                <c:pt idx="15937">
                  <c:v>8.0159087586744953</c:v>
                </c:pt>
                <c:pt idx="15938">
                  <c:v>8.0153177021311546</c:v>
                </c:pt>
                <c:pt idx="15939">
                  <c:v>8.0125949164374006</c:v>
                </c:pt>
                <c:pt idx="15940">
                  <c:v>8.0132445283948588</c:v>
                </c:pt>
                <c:pt idx="15941">
                  <c:v>8.0170585143514153</c:v>
                </c:pt>
                <c:pt idx="15942">
                  <c:v>8.0201151398185022</c:v>
                </c:pt>
                <c:pt idx="15943">
                  <c:v>8.0198942224777241</c:v>
                </c:pt>
                <c:pt idx="15944">
                  <c:v>8.0172175091364508</c:v>
                </c:pt>
                <c:pt idx="15945">
                  <c:v>8.0159389808237176</c:v>
                </c:pt>
                <c:pt idx="15946">
                  <c:v>8.0204929166837768</c:v>
                </c:pt>
                <c:pt idx="15947">
                  <c:v>8.0227926744138305</c:v>
                </c:pt>
                <c:pt idx="15948">
                  <c:v>8.0206936311748045</c:v>
                </c:pt>
                <c:pt idx="15949">
                  <c:v>8.0190938282757767</c:v>
                </c:pt>
                <c:pt idx="15950">
                  <c:v>8.0190441424054537</c:v>
                </c:pt>
                <c:pt idx="15951">
                  <c:v>8.0200470578573473</c:v>
                </c:pt>
                <c:pt idx="15952">
                  <c:v>8.0214239724058629</c:v>
                </c:pt>
                <c:pt idx="15953">
                  <c:v>8.023092021516856</c:v>
                </c:pt>
                <c:pt idx="15954">
                  <c:v>8.0248651090214764</c:v>
                </c:pt>
                <c:pt idx="15955">
                  <c:v>8.0256586868147668</c:v>
                </c:pt>
                <c:pt idx="15956">
                  <c:v>8.0260721061060245</c:v>
                </c:pt>
                <c:pt idx="15957">
                  <c:v>8.0248937707879939</c:v>
                </c:pt>
                <c:pt idx="15958">
                  <c:v>8.0235302426805735</c:v>
                </c:pt>
                <c:pt idx="15959">
                  <c:v>8.0210094854843348</c:v>
                </c:pt>
                <c:pt idx="15960">
                  <c:v>8.0202161540672599</c:v>
                </c:pt>
                <c:pt idx="15961">
                  <c:v>8.0207456165564821</c:v>
                </c:pt>
                <c:pt idx="15962">
                  <c:v>8.0225481049562681</c:v>
                </c:pt>
                <c:pt idx="15963">
                  <c:v>8.0238490535047013</c:v>
                </c:pt>
                <c:pt idx="15964">
                  <c:v>8.0253340450868471</c:v>
                </c:pt>
                <c:pt idx="15965">
                  <c:v>8.0247698435511019</c:v>
                </c:pt>
                <c:pt idx="15966">
                  <c:v>8.024026608631381</c:v>
                </c:pt>
                <c:pt idx="15967">
                  <c:v>8.0258456863630769</c:v>
                </c:pt>
                <c:pt idx="15968">
                  <c:v>8.0246089598817392</c:v>
                </c:pt>
                <c:pt idx="15969">
                  <c:v>8.0249625097523918</c:v>
                </c:pt>
                <c:pt idx="15970">
                  <c:v>8.0259961401059421</c:v>
                </c:pt>
                <c:pt idx="15971">
                  <c:v>8.0264158830534225</c:v>
                </c:pt>
                <c:pt idx="15972">
                  <c:v>8.0261951299634546</c:v>
                </c:pt>
                <c:pt idx="15973">
                  <c:v>8.0250032439535168</c:v>
                </c:pt>
                <c:pt idx="15974">
                  <c:v>8.0225094238902805</c:v>
                </c:pt>
                <c:pt idx="15975">
                  <c:v>8.0201728739785647</c:v>
                </c:pt>
                <c:pt idx="15976">
                  <c:v>8.0194779287972739</c:v>
                </c:pt>
                <c:pt idx="15977">
                  <c:v>8.0217046770418428</c:v>
                </c:pt>
                <c:pt idx="15978">
                  <c:v>8.0210604853611471</c:v>
                </c:pt>
                <c:pt idx="15979">
                  <c:v>8.0188918819036665</c:v>
                </c:pt>
                <c:pt idx="15980">
                  <c:v>8.018312569293311</c:v>
                </c:pt>
                <c:pt idx="15981">
                  <c:v>8.019813575329529</c:v>
                </c:pt>
                <c:pt idx="15982">
                  <c:v>8.0221350962920379</c:v>
                </c:pt>
                <c:pt idx="15983">
                  <c:v>8.0224681148113177</c:v>
                </c:pt>
                <c:pt idx="15984">
                  <c:v>8.0201430624563717</c:v>
                </c:pt>
                <c:pt idx="15985">
                  <c:v>8.0199526136410295</c:v>
                </c:pt>
                <c:pt idx="15986">
                  <c:v>8.0234674988707759</c:v>
                </c:pt>
                <c:pt idx="15987">
                  <c:v>8.0258601404344425</c:v>
                </c:pt>
                <c:pt idx="15988">
                  <c:v>8.0274131318523381</c:v>
                </c:pt>
                <c:pt idx="15989">
                  <c:v>8.0262497433581075</c:v>
                </c:pt>
                <c:pt idx="15990">
                  <c:v>8.0263661150576926</c:v>
                </c:pt>
                <c:pt idx="15991">
                  <c:v>8.0272044511969778</c:v>
                </c:pt>
                <c:pt idx="15992">
                  <c:v>8.0270149878865027</c:v>
                </c:pt>
                <c:pt idx="15993">
                  <c:v>8.0255063441875745</c:v>
                </c:pt>
                <c:pt idx="15994">
                  <c:v>8.0237850778138213</c:v>
                </c:pt>
                <c:pt idx="15995">
                  <c:v>8.0274986243994579</c:v>
                </c:pt>
                <c:pt idx="15996">
                  <c:v>8.0295389479735562</c:v>
                </c:pt>
                <c:pt idx="15997">
                  <c:v>8.0267779739662473</c:v>
                </c:pt>
                <c:pt idx="15998">
                  <c:v>8.0256475177596194</c:v>
                </c:pt>
                <c:pt idx="15999">
                  <c:v>8.0240916519525314</c:v>
                </c:pt>
                <c:pt idx="16000">
                  <c:v>8.0217546092883829</c:v>
                </c:pt>
                <c:pt idx="16001">
                  <c:v>8.0219663285837477</c:v>
                </c:pt>
                <c:pt idx="16002">
                  <c:v>8.0239356136820934</c:v>
                </c:pt>
                <c:pt idx="16003">
                  <c:v>8.0243124050424992</c:v>
                </c:pt>
                <c:pt idx="16004">
                  <c:v>8.0249152055188269</c:v>
                </c:pt>
                <c:pt idx="16005">
                  <c:v>8.0245672401757489</c:v>
                </c:pt>
                <c:pt idx="16006">
                  <c:v>8.0225602595162808</c:v>
                </c:pt>
                <c:pt idx="16007">
                  <c:v>8.0218622756949856</c:v>
                </c:pt>
                <c:pt idx="16008">
                  <c:v>8.0209509300702173</c:v>
                </c:pt>
                <c:pt idx="16009">
                  <c:v>8.0196436578655614</c:v>
                </c:pt>
                <c:pt idx="16010">
                  <c:v>8.0194278322999217</c:v>
                </c:pt>
                <c:pt idx="16011">
                  <c:v>8.0191453209050216</c:v>
                </c:pt>
                <c:pt idx="16012">
                  <c:v>8.0192778713094892</c:v>
                </c:pt>
                <c:pt idx="16013">
                  <c:v>8.0203453373301024</c:v>
                </c:pt>
                <c:pt idx="16014">
                  <c:v>8.0207676261651546</c:v>
                </c:pt>
                <c:pt idx="16015">
                  <c:v>8.0173320740771157</c:v>
                </c:pt>
                <c:pt idx="16016">
                  <c:v>8.0151486880466472</c:v>
                </c:pt>
                <c:pt idx="16017">
                  <c:v>8.0182245308586211</c:v>
                </c:pt>
                <c:pt idx="16018">
                  <c:v>8.0213700981398599</c:v>
                </c:pt>
                <c:pt idx="16019">
                  <c:v>8.0199450581037244</c:v>
                </c:pt>
                <c:pt idx="16020">
                  <c:v>8.0213429146306403</c:v>
                </c:pt>
                <c:pt idx="16021">
                  <c:v>8.0228099207489834</c:v>
                </c:pt>
                <c:pt idx="16022">
                  <c:v>8.0233705908922932</c:v>
                </c:pt>
                <c:pt idx="16023">
                  <c:v>8.0215266291627323</c:v>
                </c:pt>
                <c:pt idx="16024">
                  <c:v>8.0208458916765899</c:v>
                </c:pt>
                <c:pt idx="16025">
                  <c:v>8.0198097975608746</c:v>
                </c:pt>
                <c:pt idx="16026">
                  <c:v>8.0193144992403393</c:v>
                </c:pt>
                <c:pt idx="16027">
                  <c:v>8.0188786597133817</c:v>
                </c:pt>
                <c:pt idx="16028">
                  <c:v>8.0152933930111274</c:v>
                </c:pt>
                <c:pt idx="16029">
                  <c:v>8.0164856896480927</c:v>
                </c:pt>
                <c:pt idx="16030">
                  <c:v>8.0182051492629238</c:v>
                </c:pt>
                <c:pt idx="16031">
                  <c:v>8.0184228637128889</c:v>
                </c:pt>
                <c:pt idx="16032">
                  <c:v>8.0170769925676506</c:v>
                </c:pt>
                <c:pt idx="16033">
                  <c:v>8.0151527121915169</c:v>
                </c:pt>
                <c:pt idx="16034">
                  <c:v>8.0155690058719671</c:v>
                </c:pt>
                <c:pt idx="16035">
                  <c:v>8.0180884490617164</c:v>
                </c:pt>
                <c:pt idx="16036">
                  <c:v>8.0229411571469633</c:v>
                </c:pt>
                <c:pt idx="16037">
                  <c:v>8.0259026813944896</c:v>
                </c:pt>
                <c:pt idx="16038">
                  <c:v>8.0289743358107835</c:v>
                </c:pt>
                <c:pt idx="16039">
                  <c:v>8.0301056953968715</c:v>
                </c:pt>
                <c:pt idx="16040">
                  <c:v>8.028075062620621</c:v>
                </c:pt>
                <c:pt idx="16041">
                  <c:v>8.0223879604155552</c:v>
                </c:pt>
                <c:pt idx="16042">
                  <c:v>8.0205913850449644</c:v>
                </c:pt>
                <c:pt idx="16043">
                  <c:v>8.0242876031700412</c:v>
                </c:pt>
                <c:pt idx="16044">
                  <c:v>8.0281493039871883</c:v>
                </c:pt>
                <c:pt idx="16045">
                  <c:v>8.03128969736788</c:v>
                </c:pt>
                <c:pt idx="16046">
                  <c:v>8.0304501293475141</c:v>
                </c:pt>
                <c:pt idx="16047">
                  <c:v>8.0274244651582976</c:v>
                </c:pt>
                <c:pt idx="16048">
                  <c:v>8.0256351989487946</c:v>
                </c:pt>
                <c:pt idx="16049">
                  <c:v>8.0222545066316258</c:v>
                </c:pt>
                <c:pt idx="16050">
                  <c:v>8.0232827988338187</c:v>
                </c:pt>
                <c:pt idx="16051">
                  <c:v>8.027292653882478</c:v>
                </c:pt>
                <c:pt idx="16052">
                  <c:v>8.0273660739949904</c:v>
                </c:pt>
                <c:pt idx="16053">
                  <c:v>8.0287686116700208</c:v>
                </c:pt>
                <c:pt idx="16054">
                  <c:v>8.0315524986654623</c:v>
                </c:pt>
                <c:pt idx="16055">
                  <c:v>8.0308865437523096</c:v>
                </c:pt>
                <c:pt idx="16056">
                  <c:v>8.0307783024678692</c:v>
                </c:pt>
                <c:pt idx="16057">
                  <c:v>8.0315990637703774</c:v>
                </c:pt>
                <c:pt idx="16058">
                  <c:v>8.0324903707962054</c:v>
                </c:pt>
                <c:pt idx="16059">
                  <c:v>8.0322186178294253</c:v>
                </c:pt>
                <c:pt idx="16060">
                  <c:v>8.0310677945222348</c:v>
                </c:pt>
                <c:pt idx="16061">
                  <c:v>8.0281125118055279</c:v>
                </c:pt>
                <c:pt idx="16062">
                  <c:v>8.0238175994743965</c:v>
                </c:pt>
                <c:pt idx="16063">
                  <c:v>8.0206310516158172</c:v>
                </c:pt>
                <c:pt idx="16064">
                  <c:v>8.0199918695848567</c:v>
                </c:pt>
                <c:pt idx="16065">
                  <c:v>8.0207918531597748</c:v>
                </c:pt>
                <c:pt idx="16066">
                  <c:v>8.0222268303699753</c:v>
                </c:pt>
                <c:pt idx="16067">
                  <c:v>8.0230682051492632</c:v>
                </c:pt>
                <c:pt idx="16068">
                  <c:v>8.02202480187246</c:v>
                </c:pt>
                <c:pt idx="16069">
                  <c:v>8.0177079620580631</c:v>
                </c:pt>
                <c:pt idx="16070">
                  <c:v>8.014188231429392</c:v>
                </c:pt>
                <c:pt idx="16071">
                  <c:v>8.0142676466965064</c:v>
                </c:pt>
                <c:pt idx="16072">
                  <c:v>8.0161913521948023</c:v>
                </c:pt>
                <c:pt idx="16073">
                  <c:v>8.019684802693714</c:v>
                </c:pt>
                <c:pt idx="16074">
                  <c:v>8.0215891265963126</c:v>
                </c:pt>
                <c:pt idx="16075">
                  <c:v>8.0238668747176938</c:v>
                </c:pt>
                <c:pt idx="16076">
                  <c:v>8.0239824251632239</c:v>
                </c:pt>
                <c:pt idx="16077">
                  <c:v>8.0214095183344973</c:v>
                </c:pt>
                <c:pt idx="16078">
                  <c:v>8.0196009526547041</c:v>
                </c:pt>
                <c:pt idx="16079">
                  <c:v>8.0196309284277092</c:v>
                </c:pt>
                <c:pt idx="16080">
                  <c:v>8.0214097647107128</c:v>
                </c:pt>
                <c:pt idx="16081">
                  <c:v>8.0242467868435092</c:v>
                </c:pt>
                <c:pt idx="16082">
                  <c:v>8.0256112183303898</c:v>
                </c:pt>
                <c:pt idx="16083">
                  <c:v>8.0264033178663823</c:v>
                </c:pt>
                <c:pt idx="16084">
                  <c:v>8.0286578244980085</c:v>
                </c:pt>
                <c:pt idx="16085">
                  <c:v>8.0284420810577757</c:v>
                </c:pt>
                <c:pt idx="16086">
                  <c:v>8.0292850983451736</c:v>
                </c:pt>
                <c:pt idx="16087">
                  <c:v>8.0315590686979021</c:v>
                </c:pt>
                <c:pt idx="16088">
                  <c:v>8.0311181373958043</c:v>
                </c:pt>
                <c:pt idx="16089">
                  <c:v>8.0296007884038936</c:v>
                </c:pt>
                <c:pt idx="16090">
                  <c:v>8.0290599104833085</c:v>
                </c:pt>
                <c:pt idx="16091">
                  <c:v>8.0282763519894882</c:v>
                </c:pt>
                <c:pt idx="16092">
                  <c:v>8.0290623742454734</c:v>
                </c:pt>
                <c:pt idx="16093">
                  <c:v>8.0270878331211755</c:v>
                </c:pt>
                <c:pt idx="16094">
                  <c:v>8.0229703937913186</c:v>
                </c:pt>
                <c:pt idx="16095">
                  <c:v>8.0214987065248629</c:v>
                </c:pt>
                <c:pt idx="16096">
                  <c:v>8.0213871802242025</c:v>
                </c:pt>
                <c:pt idx="16097">
                  <c:v>8.0233998275366485</c:v>
                </c:pt>
                <c:pt idx="16098">
                  <c:v>8.0235484745205934</c:v>
                </c:pt>
                <c:pt idx="16099">
                  <c:v>8.0246649694082866</c:v>
                </c:pt>
                <c:pt idx="16100">
                  <c:v>8.0249832053545767</c:v>
                </c:pt>
                <c:pt idx="16101">
                  <c:v>8.0257073871802245</c:v>
                </c:pt>
                <c:pt idx="16102">
                  <c:v>8.0256946577423722</c:v>
                </c:pt>
                <c:pt idx="16103">
                  <c:v>8.0216571264320624</c:v>
                </c:pt>
                <c:pt idx="16104">
                  <c:v>8.0199489179977821</c:v>
                </c:pt>
                <c:pt idx="16105">
                  <c:v>8.0199127828193646</c:v>
                </c:pt>
                <c:pt idx="16106">
                  <c:v>8.0206113415184994</c:v>
                </c:pt>
                <c:pt idx="16107">
                  <c:v>8.0225235494600255</c:v>
                </c:pt>
                <c:pt idx="16108">
                  <c:v>8.0234350593356059</c:v>
                </c:pt>
                <c:pt idx="16109">
                  <c:v>8.0260024637621648</c:v>
                </c:pt>
                <c:pt idx="16110">
                  <c:v>8.0273576150782251</c:v>
                </c:pt>
                <c:pt idx="16111">
                  <c:v>8.0231411325093411</c:v>
                </c:pt>
                <c:pt idx="16112">
                  <c:v>8.018011826058391</c:v>
                </c:pt>
                <c:pt idx="16113">
                  <c:v>8.0168426887857756</c:v>
                </c:pt>
                <c:pt idx="16114">
                  <c:v>8.0185983657044311</c:v>
                </c:pt>
                <c:pt idx="16115">
                  <c:v>8.0228214183057531</c:v>
                </c:pt>
                <c:pt idx="16116">
                  <c:v>8.0254933683735068</c:v>
                </c:pt>
                <c:pt idx="16117">
                  <c:v>8.0237069765531963</c:v>
                </c:pt>
                <c:pt idx="16118">
                  <c:v>8.022982384100521</c:v>
                </c:pt>
                <c:pt idx="16119">
                  <c:v>8.0243200427052113</c:v>
                </c:pt>
                <c:pt idx="16120">
                  <c:v>8.0261144828152595</c:v>
                </c:pt>
                <c:pt idx="16121">
                  <c:v>8.0281922555742611</c:v>
                </c:pt>
                <c:pt idx="16122">
                  <c:v>8.0279992608713506</c:v>
                </c:pt>
                <c:pt idx="16123">
                  <c:v>8.0245565638730341</c:v>
                </c:pt>
                <c:pt idx="16124">
                  <c:v>8.0242711780889415</c:v>
                </c:pt>
                <c:pt idx="16125">
                  <c:v>8.0266841867531724</c:v>
                </c:pt>
                <c:pt idx="16126">
                  <c:v>8.0302719172175916</c:v>
                </c:pt>
                <c:pt idx="16127">
                  <c:v>8.0329653841415833</c:v>
                </c:pt>
                <c:pt idx="16128">
                  <c:v>8.0327224571921327</c:v>
                </c:pt>
                <c:pt idx="16129">
                  <c:v>8.0319862029318774</c:v>
                </c:pt>
                <c:pt idx="16130">
                  <c:v>8.031061388740607</c:v>
                </c:pt>
                <c:pt idx="16131">
                  <c:v>8.0276354453250107</c:v>
                </c:pt>
                <c:pt idx="16132">
                  <c:v>8.0258653964603948</c:v>
                </c:pt>
                <c:pt idx="16133">
                  <c:v>8.0239820966616016</c:v>
                </c:pt>
                <c:pt idx="16134">
                  <c:v>8.0239079374204412</c:v>
                </c:pt>
                <c:pt idx="16135">
                  <c:v>8.0240373670594991</c:v>
                </c:pt>
                <c:pt idx="16136">
                  <c:v>8.0225894961606379</c:v>
                </c:pt>
                <c:pt idx="16137">
                  <c:v>8.018460395023201</c:v>
                </c:pt>
                <c:pt idx="16138">
                  <c:v>8.0163749024760804</c:v>
                </c:pt>
                <c:pt idx="16139">
                  <c:v>8.0166914959142606</c:v>
                </c:pt>
                <c:pt idx="16140">
                  <c:v>8.0203009896111368</c:v>
                </c:pt>
                <c:pt idx="16141">
                  <c:v>8.0229929782778306</c:v>
                </c:pt>
                <c:pt idx="16142">
                  <c:v>8.0221079127828201</c:v>
                </c:pt>
                <c:pt idx="16143">
                  <c:v>8.0201164538249916</c:v>
                </c:pt>
                <c:pt idx="16144">
                  <c:v>8.019527778918409</c:v>
                </c:pt>
                <c:pt idx="16145">
                  <c:v>8.0203404098057742</c:v>
                </c:pt>
                <c:pt idx="16146">
                  <c:v>8.0215023200427051</c:v>
                </c:pt>
                <c:pt idx="16147">
                  <c:v>8.0214014700447578</c:v>
                </c:pt>
                <c:pt idx="16148">
                  <c:v>8.0216747833942428</c:v>
                </c:pt>
                <c:pt idx="16149">
                  <c:v>8.024388699544204</c:v>
                </c:pt>
                <c:pt idx="16150">
                  <c:v>8.0274185521291006</c:v>
                </c:pt>
                <c:pt idx="16151">
                  <c:v>8.0296831601856038</c:v>
                </c:pt>
                <c:pt idx="16152">
                  <c:v>8.0301254054941893</c:v>
                </c:pt>
                <c:pt idx="16153">
                  <c:v>8.0296215661314836</c:v>
                </c:pt>
                <c:pt idx="16154">
                  <c:v>8.0281018355028131</c:v>
                </c:pt>
                <c:pt idx="16155">
                  <c:v>8.0287564571100063</c:v>
                </c:pt>
                <c:pt idx="16156">
                  <c:v>8.0269552005913027</c:v>
                </c:pt>
                <c:pt idx="16157">
                  <c:v>8.0270594998562803</c:v>
                </c:pt>
                <c:pt idx="16158">
                  <c:v>8.0285274093540835</c:v>
                </c:pt>
                <c:pt idx="16159">
                  <c:v>8.0292901901203138</c:v>
                </c:pt>
                <c:pt idx="16160">
                  <c:v>8.0272265429310554</c:v>
                </c:pt>
                <c:pt idx="16161">
                  <c:v>8.0238780437728412</c:v>
                </c:pt>
                <c:pt idx="16162">
                  <c:v>8.0234404796123684</c:v>
                </c:pt>
                <c:pt idx="16163">
                  <c:v>8.024964316511312</c:v>
                </c:pt>
                <c:pt idx="16164">
                  <c:v>8.0252562723278444</c:v>
                </c:pt>
                <c:pt idx="16165">
                  <c:v>8.0237096866915785</c:v>
                </c:pt>
                <c:pt idx="16166">
                  <c:v>8.02109103601199</c:v>
                </c:pt>
                <c:pt idx="16167">
                  <c:v>8.0196505563996219</c:v>
                </c:pt>
                <c:pt idx="16168">
                  <c:v>8.0218689278528306</c:v>
                </c:pt>
                <c:pt idx="16169">
                  <c:v>8.0268517225803802</c:v>
                </c:pt>
                <c:pt idx="16170">
                  <c:v>8.0287868435100407</c:v>
                </c:pt>
                <c:pt idx="16171">
                  <c:v>8.0310741181784593</c:v>
                </c:pt>
                <c:pt idx="16172">
                  <c:v>8.0324929988091824</c:v>
                </c:pt>
                <c:pt idx="16173">
                  <c:v>8.0312565187040619</c:v>
                </c:pt>
                <c:pt idx="16174">
                  <c:v>8.029969859976184</c:v>
                </c:pt>
                <c:pt idx="16175">
                  <c:v>8.0286996263294057</c:v>
                </c:pt>
                <c:pt idx="16176">
                  <c:v>8.0258171888473697</c:v>
                </c:pt>
                <c:pt idx="16177">
                  <c:v>8.0219747053751078</c:v>
                </c:pt>
                <c:pt idx="16178">
                  <c:v>8.0215134069724474</c:v>
                </c:pt>
                <c:pt idx="16179">
                  <c:v>8.0232616926046081</c:v>
                </c:pt>
                <c:pt idx="16180">
                  <c:v>8.0224419168069634</c:v>
                </c:pt>
                <c:pt idx="16181">
                  <c:v>8.0211706155299147</c:v>
                </c:pt>
                <c:pt idx="16182">
                  <c:v>8.0170568718433053</c:v>
                </c:pt>
                <c:pt idx="16183">
                  <c:v>8.016725085205108</c:v>
                </c:pt>
                <c:pt idx="16184">
                  <c:v>8.0178844495544705</c:v>
                </c:pt>
                <c:pt idx="16185">
                  <c:v>8.0201142364390421</c:v>
                </c:pt>
                <c:pt idx="16186">
                  <c:v>8.0221322219028455</c:v>
                </c:pt>
                <c:pt idx="16187">
                  <c:v>8.0228895002669081</c:v>
                </c:pt>
                <c:pt idx="16188">
                  <c:v>8.0242976224695113</c:v>
                </c:pt>
                <c:pt idx="16189">
                  <c:v>8.0252391081180967</c:v>
                </c:pt>
                <c:pt idx="16190">
                  <c:v>8.0243748203506762</c:v>
                </c:pt>
                <c:pt idx="16191">
                  <c:v>8.0236992567650809</c:v>
                </c:pt>
                <c:pt idx="16192">
                  <c:v>8.0240968258530785</c:v>
                </c:pt>
                <c:pt idx="16193">
                  <c:v>8.0227462735597257</c:v>
                </c:pt>
                <c:pt idx="16194">
                  <c:v>8.022425902352893</c:v>
                </c:pt>
                <c:pt idx="16195">
                  <c:v>8.0243001683570814</c:v>
                </c:pt>
                <c:pt idx="16196">
                  <c:v>8.0261318934012245</c:v>
                </c:pt>
                <c:pt idx="16197">
                  <c:v>8.024074816244406</c:v>
                </c:pt>
                <c:pt idx="16198">
                  <c:v>8.0211233112963498</c:v>
                </c:pt>
                <c:pt idx="16199">
                  <c:v>8.0211978811645377</c:v>
                </c:pt>
                <c:pt idx="16200">
                  <c:v>8.022857060731738</c:v>
                </c:pt>
                <c:pt idx="16201">
                  <c:v>8.0227283702213281</c:v>
                </c:pt>
                <c:pt idx="16202">
                  <c:v>8.021838541452798</c:v>
                </c:pt>
                <c:pt idx="16203">
                  <c:v>8.0237139572126637</c:v>
                </c:pt>
                <c:pt idx="16204">
                  <c:v>8.0247936599186964</c:v>
                </c:pt>
                <c:pt idx="16205">
                  <c:v>8.0236800394201939</c:v>
                </c:pt>
                <c:pt idx="16206">
                  <c:v>8.0230937461503711</c:v>
                </c:pt>
                <c:pt idx="16207">
                  <c:v>8.0231861372315532</c:v>
                </c:pt>
                <c:pt idx="16208">
                  <c:v>8.0218713916149955</c:v>
                </c:pt>
                <c:pt idx="16209">
                  <c:v>8.0219172175912625</c:v>
                </c:pt>
                <c:pt idx="16210">
                  <c:v>8.0231086108487659</c:v>
                </c:pt>
                <c:pt idx="16211">
                  <c:v>8.0242028497515712</c:v>
                </c:pt>
                <c:pt idx="16212">
                  <c:v>8.0240795795179238</c:v>
                </c:pt>
                <c:pt idx="16213">
                  <c:v>8.0222294583829505</c:v>
                </c:pt>
                <c:pt idx="16214">
                  <c:v>8.0227674619143432</c:v>
                </c:pt>
                <c:pt idx="16215">
                  <c:v>8.0223049316306003</c:v>
                </c:pt>
                <c:pt idx="16216">
                  <c:v>8.0193134316100689</c:v>
                </c:pt>
                <c:pt idx="16217">
                  <c:v>8.0223140475506103</c:v>
                </c:pt>
                <c:pt idx="16218">
                  <c:v>8.0246005009649739</c:v>
                </c:pt>
                <c:pt idx="16219">
                  <c:v>8.0243419701884786</c:v>
                </c:pt>
                <c:pt idx="16220">
                  <c:v>8.0238383772019866</c:v>
                </c:pt>
                <c:pt idx="16221">
                  <c:v>8.0211725044142401</c:v>
                </c:pt>
                <c:pt idx="16222">
                  <c:v>8.0194909867367468</c:v>
                </c:pt>
                <c:pt idx="16223">
                  <c:v>8.0220641399416905</c:v>
                </c:pt>
                <c:pt idx="16224">
                  <c:v>8.0246368825196068</c:v>
                </c:pt>
                <c:pt idx="16225">
                  <c:v>8.0246676795466669</c:v>
                </c:pt>
                <c:pt idx="16226">
                  <c:v>8.0254422042458842</c:v>
                </c:pt>
                <c:pt idx="16227">
                  <c:v>8.0246698969326165</c:v>
                </c:pt>
                <c:pt idx="16228">
                  <c:v>8.0227416745370181</c:v>
                </c:pt>
                <c:pt idx="16229">
                  <c:v>8.0210842196033347</c:v>
                </c:pt>
                <c:pt idx="16230">
                  <c:v>8.0205279842319221</c:v>
                </c:pt>
                <c:pt idx="16231">
                  <c:v>8.0217676672278575</c:v>
                </c:pt>
                <c:pt idx="16232">
                  <c:v>8.0232072434607637</c:v>
                </c:pt>
                <c:pt idx="16233">
                  <c:v>8.0232635814889335</c:v>
                </c:pt>
                <c:pt idx="16234">
                  <c:v>8.0240349854227411</c:v>
                </c:pt>
                <c:pt idx="16235">
                  <c:v>8.0264066850080074</c:v>
                </c:pt>
                <c:pt idx="16236">
                  <c:v>8.0279018601404353</c:v>
                </c:pt>
                <c:pt idx="16237">
                  <c:v>8.0273774894263532</c:v>
                </c:pt>
                <c:pt idx="16238">
                  <c:v>8.0252286781915991</c:v>
                </c:pt>
                <c:pt idx="16239">
                  <c:v>8.0239910483308012</c:v>
                </c:pt>
                <c:pt idx="16240">
                  <c:v>8.0250060362173041</c:v>
                </c:pt>
                <c:pt idx="16241">
                  <c:v>8.0251284851968965</c:v>
                </c:pt>
                <c:pt idx="16242">
                  <c:v>8.0271233934217552</c:v>
                </c:pt>
                <c:pt idx="16243">
                  <c:v>8.0276108898287681</c:v>
                </c:pt>
                <c:pt idx="16244">
                  <c:v>8.0240849176692812</c:v>
                </c:pt>
                <c:pt idx="16245">
                  <c:v>8.0214544409313024</c:v>
                </c:pt>
                <c:pt idx="16246">
                  <c:v>8.0197929618527493</c:v>
                </c:pt>
                <c:pt idx="16247">
                  <c:v>8.0205774237260297</c:v>
                </c:pt>
                <c:pt idx="16248">
                  <c:v>8.0225439165605881</c:v>
                </c:pt>
                <c:pt idx="16249">
                  <c:v>8.0245466266989691</c:v>
                </c:pt>
                <c:pt idx="16250">
                  <c:v>8.0252070792099541</c:v>
                </c:pt>
                <c:pt idx="16251">
                  <c:v>8.0234778466718684</c:v>
                </c:pt>
                <c:pt idx="16252">
                  <c:v>8.0221557097688176</c:v>
                </c:pt>
                <c:pt idx="16253">
                  <c:v>8.0227889787705831</c:v>
                </c:pt>
                <c:pt idx="16254">
                  <c:v>8.022648544327188</c:v>
                </c:pt>
                <c:pt idx="16255">
                  <c:v>8.0192787746889493</c:v>
                </c:pt>
                <c:pt idx="16256">
                  <c:v>8.0170301810865183</c:v>
                </c:pt>
                <c:pt idx="16257">
                  <c:v>8.0204210569539693</c:v>
                </c:pt>
                <c:pt idx="16258">
                  <c:v>8.025533363445982</c:v>
                </c:pt>
                <c:pt idx="16259">
                  <c:v>8.0249004229458389</c:v>
                </c:pt>
                <c:pt idx="16260">
                  <c:v>8.0211664271342347</c:v>
                </c:pt>
                <c:pt idx="16261">
                  <c:v>8.0234232332772137</c:v>
                </c:pt>
                <c:pt idx="16262">
                  <c:v>8.0271812097072228</c:v>
                </c:pt>
                <c:pt idx="16263">
                  <c:v>8.0267855295035524</c:v>
                </c:pt>
                <c:pt idx="16264">
                  <c:v>8.0226564283661155</c:v>
                </c:pt>
                <c:pt idx="16265">
                  <c:v>8.0206358148893369</c:v>
                </c:pt>
                <c:pt idx="16266">
                  <c:v>8.0202416129429643</c:v>
                </c:pt>
                <c:pt idx="16267">
                  <c:v>8.0209121668788246</c:v>
                </c:pt>
                <c:pt idx="16268">
                  <c:v>8.0208919640290723</c:v>
                </c:pt>
                <c:pt idx="16269">
                  <c:v>8.0193062045743844</c:v>
                </c:pt>
                <c:pt idx="16270">
                  <c:v>8.0192288424424092</c:v>
                </c:pt>
                <c:pt idx="16271">
                  <c:v>8.0194784215497066</c:v>
                </c:pt>
                <c:pt idx="16272">
                  <c:v>8.019182195212089</c:v>
                </c:pt>
                <c:pt idx="16273">
                  <c:v>8.0197290682872744</c:v>
                </c:pt>
                <c:pt idx="16274">
                  <c:v>8.0195257257832715</c:v>
                </c:pt>
                <c:pt idx="16275">
                  <c:v>8.0193838952079819</c:v>
                </c:pt>
                <c:pt idx="16276">
                  <c:v>8.0185343900135511</c:v>
                </c:pt>
                <c:pt idx="16277">
                  <c:v>8.0159182030961276</c:v>
                </c:pt>
                <c:pt idx="16278">
                  <c:v>8.0145853077649569</c:v>
                </c:pt>
                <c:pt idx="16279">
                  <c:v>8.0161353426682549</c:v>
                </c:pt>
                <c:pt idx="16280">
                  <c:v>8.0201662218207197</c:v>
                </c:pt>
                <c:pt idx="16281">
                  <c:v>8.0218157927154774</c:v>
                </c:pt>
                <c:pt idx="16282">
                  <c:v>8.0211620744877425</c:v>
                </c:pt>
                <c:pt idx="16283">
                  <c:v>8.0190200796616438</c:v>
                </c:pt>
                <c:pt idx="16284">
                  <c:v>8.017304972693303</c:v>
                </c:pt>
                <c:pt idx="16285">
                  <c:v>8.0162869461667974</c:v>
                </c:pt>
                <c:pt idx="16286">
                  <c:v>8.0170713259146709</c:v>
                </c:pt>
                <c:pt idx="16287">
                  <c:v>8.0186917422904784</c:v>
                </c:pt>
                <c:pt idx="16288">
                  <c:v>8.018079908019546</c:v>
                </c:pt>
                <c:pt idx="16289">
                  <c:v>8.01585545928633</c:v>
                </c:pt>
                <c:pt idx="16290">
                  <c:v>8.0145341436373343</c:v>
                </c:pt>
                <c:pt idx="16291">
                  <c:v>8.0162627191721754</c:v>
                </c:pt>
                <c:pt idx="16292">
                  <c:v>8.0203448445776697</c:v>
                </c:pt>
                <c:pt idx="16293">
                  <c:v>8.0218288506549502</c:v>
                </c:pt>
                <c:pt idx="16294">
                  <c:v>8.0201575986531441</c:v>
                </c:pt>
                <c:pt idx="16295">
                  <c:v>8.0188873650063641</c:v>
                </c:pt>
                <c:pt idx="16296">
                  <c:v>8.0198313144171145</c:v>
                </c:pt>
                <c:pt idx="16297">
                  <c:v>8.0214714408902399</c:v>
                </c:pt>
                <c:pt idx="16298">
                  <c:v>8.0233939145074533</c:v>
                </c:pt>
                <c:pt idx="16299">
                  <c:v>8.0251044224530865</c:v>
                </c:pt>
                <c:pt idx="16300">
                  <c:v>8.0246446844331292</c:v>
                </c:pt>
                <c:pt idx="16301">
                  <c:v>8.0245992690838914</c:v>
                </c:pt>
                <c:pt idx="16302">
                  <c:v>8.0238594013057938</c:v>
                </c:pt>
                <c:pt idx="16303">
                  <c:v>8.0247311624851143</c:v>
                </c:pt>
                <c:pt idx="16304">
                  <c:v>8.0251925430131816</c:v>
                </c:pt>
                <c:pt idx="16305">
                  <c:v>8.024680983862357</c:v>
                </c:pt>
                <c:pt idx="16306">
                  <c:v>8.0227167905391532</c:v>
                </c:pt>
                <c:pt idx="16307">
                  <c:v>8.0237613435716337</c:v>
                </c:pt>
                <c:pt idx="16308">
                  <c:v>8.0268883505112303</c:v>
                </c:pt>
                <c:pt idx="16309">
                  <c:v>8.0280555167741134</c:v>
                </c:pt>
                <c:pt idx="16310">
                  <c:v>8.0283497721020005</c:v>
                </c:pt>
                <c:pt idx="16311">
                  <c:v>8.0274547694329232</c:v>
                </c:pt>
                <c:pt idx="16312">
                  <c:v>8.0246168439206667</c:v>
                </c:pt>
                <c:pt idx="16313">
                  <c:v>8.0257863918203096</c:v>
                </c:pt>
                <c:pt idx="16314">
                  <c:v>8.028779534348951</c:v>
                </c:pt>
                <c:pt idx="16315">
                  <c:v>8.0273893154847453</c:v>
                </c:pt>
                <c:pt idx="16316">
                  <c:v>8.0220965794768606</c:v>
                </c:pt>
                <c:pt idx="16317">
                  <c:v>8.0196641892169342</c:v>
                </c:pt>
                <c:pt idx="16318">
                  <c:v>8.0187230320699712</c:v>
                </c:pt>
                <c:pt idx="16319">
                  <c:v>8.0201481542315118</c:v>
                </c:pt>
                <c:pt idx="16320">
                  <c:v>8.0224900422945833</c:v>
                </c:pt>
                <c:pt idx="16321">
                  <c:v>8.0236201699995888</c:v>
                </c:pt>
                <c:pt idx="16322">
                  <c:v>8.0241032316347063</c:v>
                </c:pt>
                <c:pt idx="16323">
                  <c:v>8.0227493121997284</c:v>
                </c:pt>
                <c:pt idx="16324">
                  <c:v>8.0230689442779131</c:v>
                </c:pt>
                <c:pt idx="16325">
                  <c:v>8.0235322136903058</c:v>
                </c:pt>
                <c:pt idx="16326">
                  <c:v>8.0223327721430628</c:v>
                </c:pt>
                <c:pt idx="16327">
                  <c:v>8.0236352810742009</c:v>
                </c:pt>
                <c:pt idx="16328">
                  <c:v>8.0265891676590151</c:v>
                </c:pt>
                <c:pt idx="16329">
                  <c:v>8.0273857840923082</c:v>
                </c:pt>
                <c:pt idx="16330">
                  <c:v>8.0253815956966292</c:v>
                </c:pt>
                <c:pt idx="16331">
                  <c:v>8.0223689073214803</c:v>
                </c:pt>
                <c:pt idx="16332">
                  <c:v>8.0200329322876041</c:v>
                </c:pt>
                <c:pt idx="16333">
                  <c:v>8.0189338479858741</c:v>
                </c:pt>
                <c:pt idx="16334">
                  <c:v>8.0186133125282311</c:v>
                </c:pt>
                <c:pt idx="16335">
                  <c:v>8.0192789389397614</c:v>
                </c:pt>
                <c:pt idx="16336">
                  <c:v>8.0217436866094527</c:v>
                </c:pt>
                <c:pt idx="16337">
                  <c:v>8.0245371822773368</c:v>
                </c:pt>
                <c:pt idx="16338">
                  <c:v>8.0217343243132255</c:v>
                </c:pt>
                <c:pt idx="16339">
                  <c:v>8.0202862070381471</c:v>
                </c:pt>
                <c:pt idx="16340">
                  <c:v>8.0226753172093783</c:v>
                </c:pt>
                <c:pt idx="16341">
                  <c:v>8.0244877427832293</c:v>
                </c:pt>
                <c:pt idx="16342">
                  <c:v>8.0267251673305129</c:v>
                </c:pt>
                <c:pt idx="16343">
                  <c:v>8.0269041185890853</c:v>
                </c:pt>
                <c:pt idx="16344">
                  <c:v>8.0242742988543512</c:v>
                </c:pt>
                <c:pt idx="16345">
                  <c:v>8.0232185767667232</c:v>
                </c:pt>
                <c:pt idx="16346">
                  <c:v>8.021916806964235</c:v>
                </c:pt>
                <c:pt idx="16347">
                  <c:v>8.0200067342832497</c:v>
                </c:pt>
                <c:pt idx="16348">
                  <c:v>8.0201958690921042</c:v>
                </c:pt>
                <c:pt idx="16349">
                  <c:v>8.0229296595901936</c:v>
                </c:pt>
                <c:pt idx="16350">
                  <c:v>8.0260800722703571</c:v>
                </c:pt>
                <c:pt idx="16351">
                  <c:v>8.029028784954626</c:v>
                </c:pt>
                <c:pt idx="16352">
                  <c:v>8.0308385003900948</c:v>
                </c:pt>
                <c:pt idx="16353">
                  <c:v>8.0303372069149592</c:v>
                </c:pt>
                <c:pt idx="16354">
                  <c:v>8.0300297293967891</c:v>
                </c:pt>
                <c:pt idx="16355">
                  <c:v>8.0287824087381434</c:v>
                </c:pt>
                <c:pt idx="16356">
                  <c:v>8.0279498213772431</c:v>
                </c:pt>
                <c:pt idx="16357">
                  <c:v>8.0270140023816374</c:v>
                </c:pt>
                <c:pt idx="16358">
                  <c:v>8.026293351948425</c:v>
                </c:pt>
                <c:pt idx="16359">
                  <c:v>8.0259692850983448</c:v>
                </c:pt>
                <c:pt idx="16360">
                  <c:v>8.025272533158132</c:v>
                </c:pt>
                <c:pt idx="16361">
                  <c:v>8.0243051780068164</c:v>
                </c:pt>
                <c:pt idx="16362">
                  <c:v>8.0264359216523626</c:v>
                </c:pt>
                <c:pt idx="16363">
                  <c:v>8.025898739375025</c:v>
                </c:pt>
                <c:pt idx="16364">
                  <c:v>8.0256259187779744</c:v>
                </c:pt>
                <c:pt idx="16365">
                  <c:v>8.0252811563257094</c:v>
                </c:pt>
                <c:pt idx="16366">
                  <c:v>8.0254830205724144</c:v>
                </c:pt>
                <c:pt idx="16367">
                  <c:v>8.0252649776208269</c:v>
                </c:pt>
                <c:pt idx="16368">
                  <c:v>8.0240225844865112</c:v>
                </c:pt>
                <c:pt idx="16369">
                  <c:v>8.0243677575658037</c:v>
                </c:pt>
                <c:pt idx="16370">
                  <c:v>8.0244257381020816</c:v>
                </c:pt>
                <c:pt idx="16371">
                  <c:v>8.024122038352564</c:v>
                </c:pt>
                <c:pt idx="16372">
                  <c:v>8.0205659261692599</c:v>
                </c:pt>
                <c:pt idx="16373">
                  <c:v>8.0182651008089358</c:v>
                </c:pt>
                <c:pt idx="16374">
                  <c:v>8.0167971091857257</c:v>
                </c:pt>
                <c:pt idx="16375">
                  <c:v>8.0164672114318556</c:v>
                </c:pt>
                <c:pt idx="16376">
                  <c:v>8.0170857799860382</c:v>
                </c:pt>
                <c:pt idx="16377">
                  <c:v>8.0189473986777813</c:v>
                </c:pt>
                <c:pt idx="16378">
                  <c:v>8.0205445735638321</c:v>
                </c:pt>
                <c:pt idx="16379">
                  <c:v>8.0185908922925311</c:v>
                </c:pt>
                <c:pt idx="16380">
                  <c:v>8.0160819611546827</c:v>
                </c:pt>
                <c:pt idx="16381">
                  <c:v>8.0164830616351175</c:v>
                </c:pt>
                <c:pt idx="16382">
                  <c:v>8.0197572373013593</c:v>
                </c:pt>
                <c:pt idx="16383">
                  <c:v>8.0222368496694454</c:v>
                </c:pt>
                <c:pt idx="16384">
                  <c:v>8.0242903133084216</c:v>
                </c:pt>
                <c:pt idx="16385">
                  <c:v>8.0246032932287612</c:v>
                </c:pt>
                <c:pt idx="16386">
                  <c:v>8.0233742044101337</c:v>
                </c:pt>
                <c:pt idx="16387">
                  <c:v>8.0225852256395509</c:v>
                </c:pt>
                <c:pt idx="16388">
                  <c:v>8.0211006446844326</c:v>
                </c:pt>
                <c:pt idx="16389">
                  <c:v>8.0211701227774821</c:v>
                </c:pt>
                <c:pt idx="16390">
                  <c:v>8.0207955488030223</c:v>
                </c:pt>
                <c:pt idx="16391">
                  <c:v>8.0197661889705572</c:v>
                </c:pt>
                <c:pt idx="16392">
                  <c:v>8.0191440890239392</c:v>
                </c:pt>
                <c:pt idx="16393">
                  <c:v>8.0187958773046439</c:v>
                </c:pt>
                <c:pt idx="16394">
                  <c:v>8.0176623824580133</c:v>
                </c:pt>
                <c:pt idx="16395">
                  <c:v>8.0150329733503067</c:v>
                </c:pt>
                <c:pt idx="16396">
                  <c:v>8.0152068328337371</c:v>
                </c:pt>
                <c:pt idx="16397">
                  <c:v>8.0150469346692397</c:v>
                </c:pt>
                <c:pt idx="16398">
                  <c:v>8.0177285755348411</c:v>
                </c:pt>
                <c:pt idx="16399">
                  <c:v>8.0202005502402169</c:v>
                </c:pt>
                <c:pt idx="16400">
                  <c:v>8.0236043197963287</c:v>
                </c:pt>
                <c:pt idx="16401">
                  <c:v>8.0251823594628995</c:v>
                </c:pt>
                <c:pt idx="16402">
                  <c:v>8.024336385660904</c:v>
                </c:pt>
                <c:pt idx="16403">
                  <c:v>8.024393709193939</c:v>
                </c:pt>
                <c:pt idx="16404">
                  <c:v>8.0217675029770454</c:v>
                </c:pt>
                <c:pt idx="16405">
                  <c:v>8.018478708988626</c:v>
                </c:pt>
                <c:pt idx="16406">
                  <c:v>8.0186094526341716</c:v>
                </c:pt>
                <c:pt idx="16407">
                  <c:v>8.020350921857677</c:v>
                </c:pt>
                <c:pt idx="16408">
                  <c:v>8.0203529749928144</c:v>
                </c:pt>
                <c:pt idx="16409">
                  <c:v>8.0241855212910114</c:v>
                </c:pt>
                <c:pt idx="16410">
                  <c:v>8.0280737486141334</c:v>
                </c:pt>
                <c:pt idx="16411">
                  <c:v>8.0284522646080561</c:v>
                </c:pt>
                <c:pt idx="16412">
                  <c:v>8.0261934053299395</c:v>
                </c:pt>
                <c:pt idx="16413">
                  <c:v>8.025160349854227</c:v>
                </c:pt>
                <c:pt idx="16414">
                  <c:v>8.0237210199975362</c:v>
                </c:pt>
                <c:pt idx="16415">
                  <c:v>8.0246257134644594</c:v>
                </c:pt>
                <c:pt idx="16416">
                  <c:v>8.0249243214388368</c:v>
                </c:pt>
                <c:pt idx="16417">
                  <c:v>8.0202079415267118</c:v>
                </c:pt>
                <c:pt idx="16418">
                  <c:v>8.0188743891922964</c:v>
                </c:pt>
                <c:pt idx="16419">
                  <c:v>8.0188534472138961</c:v>
                </c:pt>
                <c:pt idx="16420">
                  <c:v>8.0188544327187614</c:v>
                </c:pt>
                <c:pt idx="16421">
                  <c:v>8.0169605387426603</c:v>
                </c:pt>
                <c:pt idx="16422">
                  <c:v>8.0154155956145026</c:v>
                </c:pt>
                <c:pt idx="16423">
                  <c:v>8.0149538865848147</c:v>
                </c:pt>
                <c:pt idx="16424">
                  <c:v>8.013656715805034</c:v>
                </c:pt>
                <c:pt idx="16425">
                  <c:v>8.0153140064879072</c:v>
                </c:pt>
                <c:pt idx="16426">
                  <c:v>8.0177656140927187</c:v>
                </c:pt>
                <c:pt idx="16427">
                  <c:v>8.0205930275530744</c:v>
                </c:pt>
                <c:pt idx="16428">
                  <c:v>8.0236593438180108</c:v>
                </c:pt>
                <c:pt idx="16429">
                  <c:v>8.0218287685295451</c:v>
                </c:pt>
                <c:pt idx="16430">
                  <c:v>8.0175240832751609</c:v>
                </c:pt>
                <c:pt idx="16431">
                  <c:v>8.0181356711698761</c:v>
                </c:pt>
                <c:pt idx="16432">
                  <c:v>8.0207869256354449</c:v>
                </c:pt>
                <c:pt idx="16433">
                  <c:v>8.023135383730958</c:v>
                </c:pt>
                <c:pt idx="16434">
                  <c:v>8.0248403071490166</c:v>
                </c:pt>
                <c:pt idx="16435">
                  <c:v>8.024910277994497</c:v>
                </c:pt>
                <c:pt idx="16436">
                  <c:v>8.0244058637539517</c:v>
                </c:pt>
                <c:pt idx="16437">
                  <c:v>8.0242186999548313</c:v>
                </c:pt>
                <c:pt idx="16438">
                  <c:v>8.020542848930317</c:v>
                </c:pt>
                <c:pt idx="16439">
                  <c:v>8.0224057816285477</c:v>
                </c:pt>
                <c:pt idx="16440">
                  <c:v>8.0248523795836242</c:v>
                </c:pt>
                <c:pt idx="16441">
                  <c:v>8.0252535621894641</c:v>
                </c:pt>
                <c:pt idx="16442">
                  <c:v>8.02597684063565</c:v>
                </c:pt>
                <c:pt idx="16443">
                  <c:v>8.0241530817558413</c:v>
                </c:pt>
                <c:pt idx="16444">
                  <c:v>8.0228283168398136</c:v>
                </c:pt>
                <c:pt idx="16445">
                  <c:v>8.0220828645341431</c:v>
                </c:pt>
                <c:pt idx="16446">
                  <c:v>8.0198954543588066</c:v>
                </c:pt>
                <c:pt idx="16447">
                  <c:v>8.0179090871761183</c:v>
                </c:pt>
                <c:pt idx="16448">
                  <c:v>8.0186658727877465</c:v>
                </c:pt>
                <c:pt idx="16449">
                  <c:v>8.0202808688867897</c:v>
                </c:pt>
                <c:pt idx="16450">
                  <c:v>8.0223308832587357</c:v>
                </c:pt>
                <c:pt idx="16451">
                  <c:v>8.024334743152794</c:v>
                </c:pt>
                <c:pt idx="16452">
                  <c:v>8.0249793454605189</c:v>
                </c:pt>
                <c:pt idx="16453">
                  <c:v>8.0254532090502195</c:v>
                </c:pt>
                <c:pt idx="16454">
                  <c:v>8.0260680819611547</c:v>
                </c:pt>
                <c:pt idx="16455">
                  <c:v>8.0247852010019294</c:v>
                </c:pt>
                <c:pt idx="16456">
                  <c:v>8.0234463926415636</c:v>
                </c:pt>
                <c:pt idx="16457">
                  <c:v>8.0228782490863555</c:v>
                </c:pt>
                <c:pt idx="16458">
                  <c:v>8.021899314252865</c:v>
                </c:pt>
                <c:pt idx="16459">
                  <c:v>8.0220955939719953</c:v>
                </c:pt>
                <c:pt idx="16460">
                  <c:v>8.0256423438590723</c:v>
                </c:pt>
                <c:pt idx="16461">
                  <c:v>8.0294500061594061</c:v>
                </c:pt>
                <c:pt idx="16462">
                  <c:v>8.0303729314663492</c:v>
                </c:pt>
                <c:pt idx="16463">
                  <c:v>8.0255437112470744</c:v>
                </c:pt>
                <c:pt idx="16464">
                  <c:v>8.0232383689894462</c:v>
                </c:pt>
                <c:pt idx="16465">
                  <c:v>8.0261534102574625</c:v>
                </c:pt>
                <c:pt idx="16466">
                  <c:v>8.0251865478585795</c:v>
                </c:pt>
                <c:pt idx="16467">
                  <c:v>8.0223460764587529</c:v>
                </c:pt>
                <c:pt idx="16468">
                  <c:v>8.0208959881739421</c:v>
                </c:pt>
                <c:pt idx="16469">
                  <c:v>8.0206570032439544</c:v>
                </c:pt>
                <c:pt idx="16470">
                  <c:v>8.0214313636923578</c:v>
                </c:pt>
                <c:pt idx="16471">
                  <c:v>8.0204710713259146</c:v>
                </c:pt>
                <c:pt idx="16472">
                  <c:v>8.0208124666365546</c:v>
                </c:pt>
                <c:pt idx="16473">
                  <c:v>8.0208287274668422</c:v>
                </c:pt>
                <c:pt idx="16474">
                  <c:v>8.0217063195499527</c:v>
                </c:pt>
                <c:pt idx="16475">
                  <c:v>8.0229637416334736</c:v>
                </c:pt>
                <c:pt idx="16476">
                  <c:v>8.0261303330185196</c:v>
                </c:pt>
                <c:pt idx="16477">
                  <c:v>8.0258635897014745</c:v>
                </c:pt>
                <c:pt idx="16478">
                  <c:v>8.0229784420810581</c:v>
                </c:pt>
                <c:pt idx="16479">
                  <c:v>8.0256135178417445</c:v>
                </c:pt>
                <c:pt idx="16480">
                  <c:v>8.0264679505605052</c:v>
                </c:pt>
                <c:pt idx="16481">
                  <c:v>8.0244874964070139</c:v>
                </c:pt>
                <c:pt idx="16482">
                  <c:v>8.0241535745082739</c:v>
                </c:pt>
                <c:pt idx="16483">
                  <c:v>8.0250303453373295</c:v>
                </c:pt>
                <c:pt idx="16484">
                  <c:v>8.0260078840389273</c:v>
                </c:pt>
                <c:pt idx="16485">
                  <c:v>8.0247544861002744</c:v>
                </c:pt>
                <c:pt idx="16486">
                  <c:v>8.0234853200837684</c:v>
                </c:pt>
                <c:pt idx="16487">
                  <c:v>8.0228494230690259</c:v>
                </c:pt>
                <c:pt idx="16488">
                  <c:v>8.0231808812056009</c:v>
                </c:pt>
                <c:pt idx="16489">
                  <c:v>8.0255782860427871</c:v>
                </c:pt>
                <c:pt idx="16490">
                  <c:v>8.0278321356711704</c:v>
                </c:pt>
                <c:pt idx="16491">
                  <c:v>8.0244791196156537</c:v>
                </c:pt>
                <c:pt idx="16492">
                  <c:v>8.0222440767051282</c:v>
                </c:pt>
                <c:pt idx="16493">
                  <c:v>8.0206912495380447</c:v>
                </c:pt>
                <c:pt idx="16494">
                  <c:v>8.0180410627027463</c:v>
                </c:pt>
                <c:pt idx="16495">
                  <c:v>8.0200662752022343</c:v>
                </c:pt>
                <c:pt idx="16496">
                  <c:v>8.0229432102821008</c:v>
                </c:pt>
                <c:pt idx="16497">
                  <c:v>8.02203227528436</c:v>
                </c:pt>
                <c:pt idx="16498">
                  <c:v>8.0204691003161823</c:v>
                </c:pt>
                <c:pt idx="16499">
                  <c:v>8.0205299552416545</c:v>
                </c:pt>
                <c:pt idx="16500">
                  <c:v>8.0220499322465404</c:v>
                </c:pt>
                <c:pt idx="16501">
                  <c:v>8.0215190736254254</c:v>
                </c:pt>
                <c:pt idx="16502">
                  <c:v>8.0212514269289201</c:v>
                </c:pt>
                <c:pt idx="16503">
                  <c:v>8.0203225885927818</c:v>
                </c:pt>
                <c:pt idx="16504">
                  <c:v>8.0198204738635894</c:v>
                </c:pt>
                <c:pt idx="16505">
                  <c:v>8.0197204451196971</c:v>
                </c:pt>
                <c:pt idx="16506">
                  <c:v>8.0169433745329126</c:v>
                </c:pt>
                <c:pt idx="16507">
                  <c:v>8.0145229745821869</c:v>
                </c:pt>
                <c:pt idx="16508">
                  <c:v>8.0139186958485613</c:v>
                </c:pt>
                <c:pt idx="16509">
                  <c:v>8.016342955693343</c:v>
                </c:pt>
                <c:pt idx="16510">
                  <c:v>8.019858333675522</c:v>
                </c:pt>
                <c:pt idx="16511">
                  <c:v>8.0213097359668222</c:v>
                </c:pt>
                <c:pt idx="16512">
                  <c:v>8.0200511641276222</c:v>
                </c:pt>
                <c:pt idx="16513">
                  <c:v>8.0203496899765945</c:v>
                </c:pt>
                <c:pt idx="16514">
                  <c:v>8.0219301934053302</c:v>
                </c:pt>
                <c:pt idx="16515">
                  <c:v>8.0228215825565634</c:v>
                </c:pt>
                <c:pt idx="16516">
                  <c:v>8.023879604155546</c:v>
                </c:pt>
                <c:pt idx="16517">
                  <c:v>8.0231863014823634</c:v>
                </c:pt>
                <c:pt idx="16518">
                  <c:v>8.0215437112470749</c:v>
                </c:pt>
                <c:pt idx="16519">
                  <c:v>8.0221396131893403</c:v>
                </c:pt>
                <c:pt idx="16520">
                  <c:v>8.0240892703157716</c:v>
                </c:pt>
                <c:pt idx="16521">
                  <c:v>8.0272074898369805</c:v>
                </c:pt>
                <c:pt idx="16522">
                  <c:v>8.0273886584815006</c:v>
                </c:pt>
                <c:pt idx="16523">
                  <c:v>8.0240893524411785</c:v>
                </c:pt>
                <c:pt idx="16524">
                  <c:v>8.0236399622223136</c:v>
                </c:pt>
                <c:pt idx="16525">
                  <c:v>8.0239080195458463</c:v>
                </c:pt>
                <c:pt idx="16526">
                  <c:v>8.0229726111772681</c:v>
                </c:pt>
                <c:pt idx="16527">
                  <c:v>8.0228541863425455</c:v>
                </c:pt>
                <c:pt idx="16528">
                  <c:v>8.0207434812959395</c:v>
                </c:pt>
                <c:pt idx="16529">
                  <c:v>8.0193903831150166</c:v>
                </c:pt>
                <c:pt idx="16530">
                  <c:v>8.0192455960251312</c:v>
                </c:pt>
                <c:pt idx="16531">
                  <c:v>8.0213818420728451</c:v>
                </c:pt>
                <c:pt idx="16532">
                  <c:v>8.0228767708290558</c:v>
                </c:pt>
                <c:pt idx="16533">
                  <c:v>8.0212616104792023</c:v>
                </c:pt>
                <c:pt idx="16534">
                  <c:v>8.0195798464254917</c:v>
                </c:pt>
                <c:pt idx="16535">
                  <c:v>8.0185784913563012</c:v>
                </c:pt>
                <c:pt idx="16536">
                  <c:v>8.0214639674783399</c:v>
                </c:pt>
                <c:pt idx="16537">
                  <c:v>8.0242197675851017</c:v>
                </c:pt>
                <c:pt idx="16538">
                  <c:v>8.0275626822157431</c:v>
                </c:pt>
                <c:pt idx="16539">
                  <c:v>8.030040487824909</c:v>
                </c:pt>
                <c:pt idx="16540">
                  <c:v>8.0281637580585556</c:v>
                </c:pt>
                <c:pt idx="16541">
                  <c:v>8.0275679382416953</c:v>
                </c:pt>
                <c:pt idx="16542">
                  <c:v>8.028431486880466</c:v>
                </c:pt>
                <c:pt idx="16543">
                  <c:v>8.0277358846959306</c:v>
                </c:pt>
                <c:pt idx="16544">
                  <c:v>8.0262518786186501</c:v>
                </c:pt>
                <c:pt idx="16545">
                  <c:v>8.0265428489303172</c:v>
                </c:pt>
                <c:pt idx="16546">
                  <c:v>8.0252896973678816</c:v>
                </c:pt>
                <c:pt idx="16547">
                  <c:v>8.0220477969859978</c:v>
                </c:pt>
                <c:pt idx="16548">
                  <c:v>8.0212423110089102</c:v>
                </c:pt>
                <c:pt idx="16549">
                  <c:v>8.0212487167905397</c:v>
                </c:pt>
                <c:pt idx="16550">
                  <c:v>8.020418264690182</c:v>
                </c:pt>
                <c:pt idx="16551">
                  <c:v>8.0211406397569096</c:v>
                </c:pt>
                <c:pt idx="16552">
                  <c:v>8.0217651213402874</c:v>
                </c:pt>
                <c:pt idx="16553">
                  <c:v>8.0201374779287971</c:v>
                </c:pt>
                <c:pt idx="16554">
                  <c:v>8.0174687307518582</c:v>
                </c:pt>
                <c:pt idx="16555">
                  <c:v>8.0185629696546634</c:v>
                </c:pt>
                <c:pt idx="16556">
                  <c:v>8.0187511189586491</c:v>
                </c:pt>
                <c:pt idx="16557">
                  <c:v>8.0176610684515257</c:v>
                </c:pt>
                <c:pt idx="16558">
                  <c:v>8.0215440397486955</c:v>
                </c:pt>
                <c:pt idx="16559">
                  <c:v>8.0244547283702214</c:v>
                </c:pt>
                <c:pt idx="16560">
                  <c:v>8.0261433909579925</c:v>
                </c:pt>
                <c:pt idx="16561">
                  <c:v>8.0272182482651004</c:v>
                </c:pt>
                <c:pt idx="16562">
                  <c:v>8.024954461462654</c:v>
                </c:pt>
                <c:pt idx="16563">
                  <c:v>8.0209950314129674</c:v>
                </c:pt>
                <c:pt idx="16564">
                  <c:v>8.0196884983369614</c:v>
                </c:pt>
                <c:pt idx="16565">
                  <c:v>8.0213112963495252</c:v>
                </c:pt>
                <c:pt idx="16566">
                  <c:v>8.0227841333716583</c:v>
                </c:pt>
                <c:pt idx="16567">
                  <c:v>8.0234782572988959</c:v>
                </c:pt>
                <c:pt idx="16568">
                  <c:v>8.0235148031043408</c:v>
                </c:pt>
                <c:pt idx="16569">
                  <c:v>8.0227395392764755</c:v>
                </c:pt>
                <c:pt idx="16570">
                  <c:v>8.0218082371781705</c:v>
                </c:pt>
                <c:pt idx="16571">
                  <c:v>8.0195740976471068</c:v>
                </c:pt>
                <c:pt idx="16572">
                  <c:v>8.0184493902188638</c:v>
                </c:pt>
                <c:pt idx="16573">
                  <c:v>8.0181296760152758</c:v>
                </c:pt>
                <c:pt idx="16574">
                  <c:v>8.0181157146963411</c:v>
                </c:pt>
                <c:pt idx="16575">
                  <c:v>8.0188390752679339</c:v>
                </c:pt>
                <c:pt idx="16576">
                  <c:v>8.0185469552005912</c:v>
                </c:pt>
                <c:pt idx="16577">
                  <c:v>8.017440397486963</c:v>
                </c:pt>
                <c:pt idx="16578">
                  <c:v>8.0185327475054411</c:v>
                </c:pt>
                <c:pt idx="16579">
                  <c:v>8.0204511969777847</c:v>
                </c:pt>
                <c:pt idx="16580">
                  <c:v>8.0204537428653548</c:v>
                </c:pt>
                <c:pt idx="16581">
                  <c:v>8.019650638525027</c:v>
                </c:pt>
                <c:pt idx="16582">
                  <c:v>8.022474931219973</c:v>
                </c:pt>
                <c:pt idx="16583">
                  <c:v>8.0227077567445484</c:v>
                </c:pt>
                <c:pt idx="16584">
                  <c:v>8.0208509834517301</c:v>
                </c:pt>
                <c:pt idx="16585">
                  <c:v>8.0228551718474108</c:v>
                </c:pt>
                <c:pt idx="16586">
                  <c:v>8.0274598612080652</c:v>
                </c:pt>
                <c:pt idx="16587">
                  <c:v>8.0271054079579525</c:v>
                </c:pt>
                <c:pt idx="16588">
                  <c:v>8.0223200427052106</c:v>
                </c:pt>
                <c:pt idx="16589">
                  <c:v>8.0198207202398066</c:v>
                </c:pt>
                <c:pt idx="16590">
                  <c:v>8.0215328706935498</c:v>
                </c:pt>
                <c:pt idx="16591">
                  <c:v>8.024028169014084</c:v>
                </c:pt>
                <c:pt idx="16592">
                  <c:v>8.0257750585143519</c:v>
                </c:pt>
                <c:pt idx="16593">
                  <c:v>8.0242719993429965</c:v>
                </c:pt>
                <c:pt idx="16594">
                  <c:v>8.0219976183632404</c:v>
                </c:pt>
                <c:pt idx="16595">
                  <c:v>8.0212753254219198</c:v>
                </c:pt>
                <c:pt idx="16596">
                  <c:v>8.0210167946454227</c:v>
                </c:pt>
                <c:pt idx="16597">
                  <c:v>8.0205801338644118</c:v>
                </c:pt>
                <c:pt idx="16598">
                  <c:v>8.0198990678766471</c:v>
                </c:pt>
                <c:pt idx="16599">
                  <c:v>8.0185579600049284</c:v>
                </c:pt>
                <c:pt idx="16600">
                  <c:v>8.0181998111115682</c:v>
                </c:pt>
                <c:pt idx="16601">
                  <c:v>8.0182342216564688</c:v>
                </c:pt>
                <c:pt idx="16602">
                  <c:v>8.0189647271383411</c:v>
                </c:pt>
                <c:pt idx="16603">
                  <c:v>8.0223566706360607</c:v>
                </c:pt>
                <c:pt idx="16604">
                  <c:v>8.0253131031084468</c:v>
                </c:pt>
                <c:pt idx="16605">
                  <c:v>8.0228971379296183</c:v>
                </c:pt>
                <c:pt idx="16606">
                  <c:v>8.0210865191146876</c:v>
                </c:pt>
                <c:pt idx="16607">
                  <c:v>8.0198275366484619</c:v>
                </c:pt>
                <c:pt idx="16608">
                  <c:v>8.018435346774524</c:v>
                </c:pt>
                <c:pt idx="16609">
                  <c:v>8.0186764669650561</c:v>
                </c:pt>
                <c:pt idx="16610">
                  <c:v>8.016519935942183</c:v>
                </c:pt>
                <c:pt idx="16611">
                  <c:v>8.0176671457315312</c:v>
                </c:pt>
                <c:pt idx="16612">
                  <c:v>8.0246860756374989</c:v>
                </c:pt>
                <c:pt idx="16613">
                  <c:v>8.0264190038188321</c:v>
                </c:pt>
                <c:pt idx="16614">
                  <c:v>8.0245876894017165</c:v>
                </c:pt>
                <c:pt idx="16615">
                  <c:v>8.0247073461175216</c:v>
                </c:pt>
                <c:pt idx="16616">
                  <c:v>8.0238379665749608</c:v>
                </c:pt>
                <c:pt idx="16617">
                  <c:v>8.0218914302139375</c:v>
                </c:pt>
                <c:pt idx="16618">
                  <c:v>8.0205959840676719</c:v>
                </c:pt>
                <c:pt idx="16619">
                  <c:v>8.0212229294132147</c:v>
                </c:pt>
                <c:pt idx="16620">
                  <c:v>8.0197015562764342</c:v>
                </c:pt>
                <c:pt idx="16621">
                  <c:v>8.0175219480146183</c:v>
                </c:pt>
                <c:pt idx="16622">
                  <c:v>8.01673272286782</c:v>
                </c:pt>
                <c:pt idx="16623">
                  <c:v>8.0200212704800222</c:v>
                </c:pt>
                <c:pt idx="16624">
                  <c:v>8.0251509875580016</c:v>
                </c:pt>
                <c:pt idx="16625">
                  <c:v>8.0265980372028078</c:v>
                </c:pt>
                <c:pt idx="16626">
                  <c:v>8.028663244774771</c:v>
                </c:pt>
                <c:pt idx="16627">
                  <c:v>8.0270203260378601</c:v>
                </c:pt>
                <c:pt idx="16628">
                  <c:v>8.0240675892087214</c:v>
                </c:pt>
                <c:pt idx="16629">
                  <c:v>8.023189257996961</c:v>
                </c:pt>
                <c:pt idx="16630">
                  <c:v>8.0260108405535249</c:v>
                </c:pt>
                <c:pt idx="16631">
                  <c:v>8.0274735761507827</c:v>
                </c:pt>
                <c:pt idx="16632">
                  <c:v>8.0240180675892088</c:v>
                </c:pt>
                <c:pt idx="16633">
                  <c:v>8.0226162690428282</c:v>
                </c:pt>
                <c:pt idx="16634">
                  <c:v>8.0233078470824957</c:v>
                </c:pt>
                <c:pt idx="16635">
                  <c:v>8.0226328583747382</c:v>
                </c:pt>
                <c:pt idx="16636">
                  <c:v>8.0222297868845729</c:v>
                </c:pt>
                <c:pt idx="16637">
                  <c:v>8.0205457233195094</c:v>
                </c:pt>
                <c:pt idx="16638">
                  <c:v>8.0196719090050514</c:v>
                </c:pt>
                <c:pt idx="16639">
                  <c:v>8.0229515049480558</c:v>
                </c:pt>
                <c:pt idx="16640">
                  <c:v>8.0263758879809473</c:v>
                </c:pt>
                <c:pt idx="16641">
                  <c:v>8.0261262267482447</c:v>
                </c:pt>
                <c:pt idx="16642">
                  <c:v>8.025154683201249</c:v>
                </c:pt>
                <c:pt idx="16643">
                  <c:v>8.0264314868804671</c:v>
                </c:pt>
                <c:pt idx="16644">
                  <c:v>8.0287908676549087</c:v>
                </c:pt>
                <c:pt idx="16645">
                  <c:v>8.0274246294091078</c:v>
                </c:pt>
                <c:pt idx="16646">
                  <c:v>8.0246509259639467</c:v>
                </c:pt>
                <c:pt idx="16647">
                  <c:v>8.0252665380035317</c:v>
                </c:pt>
                <c:pt idx="16648">
                  <c:v>8.0260091980454149</c:v>
                </c:pt>
                <c:pt idx="16649">
                  <c:v>8.0251192871514796</c:v>
                </c:pt>
                <c:pt idx="16650">
                  <c:v>8.0247123557672566</c:v>
                </c:pt>
                <c:pt idx="16651">
                  <c:v>8.023090379008746</c:v>
                </c:pt>
                <c:pt idx="16652">
                  <c:v>8.0179457972323736</c:v>
                </c:pt>
                <c:pt idx="16653">
                  <c:v>8.0174130497269331</c:v>
                </c:pt>
                <c:pt idx="16654">
                  <c:v>8.0206648051574749</c:v>
                </c:pt>
                <c:pt idx="16655">
                  <c:v>8.0222536853775708</c:v>
                </c:pt>
                <c:pt idx="16656">
                  <c:v>8.022506467375683</c:v>
                </c:pt>
                <c:pt idx="16657">
                  <c:v>8.0247769063359744</c:v>
                </c:pt>
                <c:pt idx="16658">
                  <c:v>8.0262310187656549</c:v>
                </c:pt>
                <c:pt idx="16659">
                  <c:v>8.0234287356793832</c:v>
                </c:pt>
                <c:pt idx="16660">
                  <c:v>8.0217867203219324</c:v>
                </c:pt>
                <c:pt idx="16661">
                  <c:v>8.0228233071900785</c:v>
                </c:pt>
                <c:pt idx="16662">
                  <c:v>8.0215724551389975</c:v>
                </c:pt>
                <c:pt idx="16663">
                  <c:v>8.0223916560588027</c:v>
                </c:pt>
                <c:pt idx="16664">
                  <c:v>8.0217698024884001</c:v>
                </c:pt>
                <c:pt idx="16665">
                  <c:v>8.0199948260994542</c:v>
                </c:pt>
                <c:pt idx="16666">
                  <c:v>8.0209601281156324</c:v>
                </c:pt>
                <c:pt idx="16667">
                  <c:v>8.0215814068081954</c:v>
                </c:pt>
                <c:pt idx="16668">
                  <c:v>8.0233419291257757</c:v>
                </c:pt>
                <c:pt idx="16669">
                  <c:v>8.0249196402907241</c:v>
                </c:pt>
                <c:pt idx="16670">
                  <c:v>8.0243109267852013</c:v>
                </c:pt>
                <c:pt idx="16671">
                  <c:v>8.0252393544943121</c:v>
                </c:pt>
                <c:pt idx="16672">
                  <c:v>8.0276569621812506</c:v>
                </c:pt>
                <c:pt idx="16673">
                  <c:v>8.0266900997823676</c:v>
                </c:pt>
                <c:pt idx="16674">
                  <c:v>8.0261524247525973</c:v>
                </c:pt>
                <c:pt idx="16675">
                  <c:v>8.0266920707920999</c:v>
                </c:pt>
                <c:pt idx="16676">
                  <c:v>8.0267418387878298</c:v>
                </c:pt>
                <c:pt idx="16677">
                  <c:v>8.0273504701679457</c:v>
                </c:pt>
                <c:pt idx="16678">
                  <c:v>8.0258239231306199</c:v>
                </c:pt>
                <c:pt idx="16679">
                  <c:v>8.0216731408861328</c:v>
                </c:pt>
                <c:pt idx="16680">
                  <c:v>8.0206293269823021</c:v>
                </c:pt>
                <c:pt idx="16681">
                  <c:v>8.0204605592740119</c:v>
                </c:pt>
                <c:pt idx="16682">
                  <c:v>8.0205375929043647</c:v>
                </c:pt>
                <c:pt idx="16683">
                  <c:v>8.0216620539563905</c:v>
                </c:pt>
                <c:pt idx="16684">
                  <c:v>8.0219110581858502</c:v>
                </c:pt>
                <c:pt idx="16685">
                  <c:v>8.0243434484457765</c:v>
                </c:pt>
                <c:pt idx="16686">
                  <c:v>8.0285738102081883</c:v>
                </c:pt>
                <c:pt idx="16687">
                  <c:v>8.0324870857799855</c:v>
                </c:pt>
                <c:pt idx="16688">
                  <c:v>8.0321809222683029</c:v>
                </c:pt>
                <c:pt idx="16689">
                  <c:v>8.0295108610848764</c:v>
                </c:pt>
                <c:pt idx="16690">
                  <c:v>8.0278847780560909</c:v>
                </c:pt>
                <c:pt idx="16691">
                  <c:v>8.026211144417525</c:v>
                </c:pt>
                <c:pt idx="16692">
                  <c:v>8.0270665626411528</c:v>
                </c:pt>
                <c:pt idx="16693">
                  <c:v>8.0278024883997858</c:v>
                </c:pt>
                <c:pt idx="16694">
                  <c:v>8.025318194883587</c:v>
                </c:pt>
                <c:pt idx="16695">
                  <c:v>8.0240645505687187</c:v>
                </c:pt>
                <c:pt idx="16696">
                  <c:v>8.0247499692029738</c:v>
                </c:pt>
                <c:pt idx="16697">
                  <c:v>8.028304356752761</c:v>
                </c:pt>
                <c:pt idx="16698">
                  <c:v>8.0322147579353675</c:v>
                </c:pt>
                <c:pt idx="16699">
                  <c:v>8.0353094895906043</c:v>
                </c:pt>
                <c:pt idx="16700">
                  <c:v>8.0371054079579523</c:v>
                </c:pt>
                <c:pt idx="16701">
                  <c:v>8.0348020367100563</c:v>
                </c:pt>
                <c:pt idx="16702">
                  <c:v>8.0311196977785073</c:v>
                </c:pt>
                <c:pt idx="16703">
                  <c:v>8.0270756785611628</c:v>
                </c:pt>
                <c:pt idx="16704">
                  <c:v>8.0240349854227411</c:v>
                </c:pt>
                <c:pt idx="16705">
                  <c:v>8.0213626247279599</c:v>
                </c:pt>
                <c:pt idx="16706">
                  <c:v>8.020439863671827</c:v>
                </c:pt>
                <c:pt idx="16707">
                  <c:v>8.0195574261897917</c:v>
                </c:pt>
                <c:pt idx="16708">
                  <c:v>8.0197721841251592</c:v>
                </c:pt>
                <c:pt idx="16709">
                  <c:v>8.0229528189545434</c:v>
                </c:pt>
                <c:pt idx="16710">
                  <c:v>8.0231125528682306</c:v>
                </c:pt>
                <c:pt idx="16711">
                  <c:v>8.0236674742331537</c:v>
                </c:pt>
                <c:pt idx="16712">
                  <c:v>8.0239425122161538</c:v>
                </c:pt>
                <c:pt idx="16713">
                  <c:v>8.0214103395885523</c:v>
                </c:pt>
                <c:pt idx="16714">
                  <c:v>8.0196741263909992</c:v>
                </c:pt>
                <c:pt idx="16715">
                  <c:v>8.0194683201248314</c:v>
                </c:pt>
                <c:pt idx="16716">
                  <c:v>8.0191269248141914</c:v>
                </c:pt>
                <c:pt idx="16717">
                  <c:v>8.0158065946700621</c:v>
                </c:pt>
                <c:pt idx="16718">
                  <c:v>8.0136368414569041</c:v>
                </c:pt>
                <c:pt idx="16719">
                  <c:v>8.0160958403482123</c:v>
                </c:pt>
                <c:pt idx="16720">
                  <c:v>8.0195825565638739</c:v>
                </c:pt>
                <c:pt idx="16721">
                  <c:v>8.0214438467539928</c:v>
                </c:pt>
                <c:pt idx="16722">
                  <c:v>8.0207718145608347</c:v>
                </c:pt>
                <c:pt idx="16723">
                  <c:v>8.0206075637498468</c:v>
                </c:pt>
                <c:pt idx="16724">
                  <c:v>8.02068895002669</c:v>
                </c:pt>
                <c:pt idx="16725">
                  <c:v>8.0195231798957014</c:v>
                </c:pt>
                <c:pt idx="16726">
                  <c:v>8.0194847452059292</c:v>
                </c:pt>
                <c:pt idx="16727">
                  <c:v>8.0180522317578937</c:v>
                </c:pt>
                <c:pt idx="16728">
                  <c:v>8.0155699092514272</c:v>
                </c:pt>
                <c:pt idx="16729">
                  <c:v>8.016554921364925</c:v>
                </c:pt>
                <c:pt idx="16730">
                  <c:v>8.0187639305219065</c:v>
                </c:pt>
                <c:pt idx="16731">
                  <c:v>8.021643329363938</c:v>
                </c:pt>
                <c:pt idx="16732">
                  <c:v>8.0222088449061726</c:v>
                </c:pt>
                <c:pt idx="16733">
                  <c:v>8.0212731080359703</c:v>
                </c:pt>
                <c:pt idx="16734">
                  <c:v>8.019466184864287</c:v>
                </c:pt>
                <c:pt idx="16735">
                  <c:v>8.0203369605387422</c:v>
                </c:pt>
                <c:pt idx="16736">
                  <c:v>8.0233539194349763</c:v>
                </c:pt>
                <c:pt idx="16737">
                  <c:v>8.0228334907403607</c:v>
                </c:pt>
                <c:pt idx="16738">
                  <c:v>8.0220677534595328</c:v>
                </c:pt>
                <c:pt idx="16739">
                  <c:v>8.0216026772882199</c:v>
                </c:pt>
                <c:pt idx="16740">
                  <c:v>8.0228421960333431</c:v>
                </c:pt>
                <c:pt idx="16741">
                  <c:v>8.0244836365129562</c:v>
                </c:pt>
                <c:pt idx="16742">
                  <c:v>8.0266583172504422</c:v>
                </c:pt>
                <c:pt idx="16743">
                  <c:v>8.0282245308586209</c:v>
                </c:pt>
                <c:pt idx="16744">
                  <c:v>8.0259265798874875</c:v>
                </c:pt>
                <c:pt idx="16745">
                  <c:v>8.0254344023323618</c:v>
                </c:pt>
                <c:pt idx="16746">
                  <c:v>8.02705514720979</c:v>
                </c:pt>
                <c:pt idx="16747">
                  <c:v>8.028822732312241</c:v>
                </c:pt>
                <c:pt idx="16748">
                  <c:v>8.0306959306861572</c:v>
                </c:pt>
                <c:pt idx="16749">
                  <c:v>8.0301023282552464</c:v>
                </c:pt>
                <c:pt idx="16750">
                  <c:v>8.026272738471647</c:v>
                </c:pt>
                <c:pt idx="16751">
                  <c:v>8.0255921652363167</c:v>
                </c:pt>
                <c:pt idx="16752">
                  <c:v>8.0267076746191428</c:v>
                </c:pt>
                <c:pt idx="16753">
                  <c:v>8.0263511682338926</c:v>
                </c:pt>
                <c:pt idx="16754">
                  <c:v>8.0253887406069069</c:v>
                </c:pt>
                <c:pt idx="16755">
                  <c:v>8.026091651952532</c:v>
                </c:pt>
                <c:pt idx="16756">
                  <c:v>8.0290615529914184</c:v>
                </c:pt>
                <c:pt idx="16757">
                  <c:v>8.0306587278774693</c:v>
                </c:pt>
                <c:pt idx="16758">
                  <c:v>8.02702361105408</c:v>
                </c:pt>
                <c:pt idx="16759">
                  <c:v>8.0228801379706809</c:v>
                </c:pt>
                <c:pt idx="16760">
                  <c:v>8.022689278528313</c:v>
                </c:pt>
                <c:pt idx="16761">
                  <c:v>8.0211329199687924</c:v>
                </c:pt>
                <c:pt idx="16762">
                  <c:v>8.0179386523220959</c:v>
                </c:pt>
                <c:pt idx="16763">
                  <c:v>8.0164686075637501</c:v>
                </c:pt>
                <c:pt idx="16764">
                  <c:v>8.0175028949205434</c:v>
                </c:pt>
                <c:pt idx="16765">
                  <c:v>8.0182574631462238</c:v>
                </c:pt>
                <c:pt idx="16766">
                  <c:v>8.0174623249702304</c:v>
                </c:pt>
                <c:pt idx="16767">
                  <c:v>8.0186012400936235</c:v>
                </c:pt>
                <c:pt idx="16768">
                  <c:v>8.0191068862152513</c:v>
                </c:pt>
                <c:pt idx="16769">
                  <c:v>8.0214500882848103</c:v>
                </c:pt>
                <c:pt idx="16770">
                  <c:v>8.0236525274093538</c:v>
                </c:pt>
                <c:pt idx="16771">
                  <c:v>8.0242335646532261</c:v>
                </c:pt>
                <c:pt idx="16772">
                  <c:v>8.0231462242844831</c:v>
                </c:pt>
                <c:pt idx="16773">
                  <c:v>8.0232923253808561</c:v>
                </c:pt>
                <c:pt idx="16774">
                  <c:v>8.0254505810372443</c:v>
                </c:pt>
                <c:pt idx="16775">
                  <c:v>8.0275110253356878</c:v>
                </c:pt>
                <c:pt idx="16776">
                  <c:v>8.0270797848314377</c:v>
                </c:pt>
                <c:pt idx="16777">
                  <c:v>8.0249593889869839</c:v>
                </c:pt>
                <c:pt idx="16778">
                  <c:v>8.0219398842031779</c:v>
                </c:pt>
                <c:pt idx="16779">
                  <c:v>8.0248843263663616</c:v>
                </c:pt>
                <c:pt idx="16780">
                  <c:v>8.0286846795056057</c:v>
                </c:pt>
                <c:pt idx="16781">
                  <c:v>8.0288311091036011</c:v>
                </c:pt>
                <c:pt idx="16782">
                  <c:v>8.0288723360571588</c:v>
                </c:pt>
                <c:pt idx="16783">
                  <c:v>8.0291045867038964</c:v>
                </c:pt>
                <c:pt idx="16784">
                  <c:v>8.0294615858415792</c:v>
                </c:pt>
                <c:pt idx="16785">
                  <c:v>8.0301975937256191</c:v>
                </c:pt>
                <c:pt idx="16786">
                  <c:v>8.0309514228226497</c:v>
                </c:pt>
                <c:pt idx="16787">
                  <c:v>8.0284989939637832</c:v>
                </c:pt>
                <c:pt idx="16788">
                  <c:v>8.0260587196649276</c:v>
                </c:pt>
                <c:pt idx="16789">
                  <c:v>8.0230777316963007</c:v>
                </c:pt>
                <c:pt idx="16790">
                  <c:v>8.0224881534102579</c:v>
                </c:pt>
                <c:pt idx="16791">
                  <c:v>8.0243295692522487</c:v>
                </c:pt>
                <c:pt idx="16792">
                  <c:v>8.0247141625261769</c:v>
                </c:pt>
                <c:pt idx="16793">
                  <c:v>8.0240735022379166</c:v>
                </c:pt>
                <c:pt idx="16794">
                  <c:v>8.0256473535088073</c:v>
                </c:pt>
                <c:pt idx="16795">
                  <c:v>8.0283815546339259</c:v>
                </c:pt>
                <c:pt idx="16796">
                  <c:v>8.0270821664681975</c:v>
                </c:pt>
                <c:pt idx="16797">
                  <c:v>8.0223755594793253</c:v>
                </c:pt>
                <c:pt idx="16798">
                  <c:v>8.0216968751283204</c:v>
                </c:pt>
                <c:pt idx="16799">
                  <c:v>8.0195860058309041</c:v>
                </c:pt>
                <c:pt idx="16800">
                  <c:v>8.0195698271260216</c:v>
                </c:pt>
                <c:pt idx="16801">
                  <c:v>8.0226828727466835</c:v>
                </c:pt>
                <c:pt idx="16802">
                  <c:v>8.0221988256067007</c:v>
                </c:pt>
                <c:pt idx="16803">
                  <c:v>8.0213577793290352</c:v>
                </c:pt>
                <c:pt idx="16804">
                  <c:v>8.022763191393258</c:v>
                </c:pt>
                <c:pt idx="16805">
                  <c:v>8.0220598694206053</c:v>
                </c:pt>
                <c:pt idx="16806">
                  <c:v>8.0180106763027137</c:v>
                </c:pt>
                <c:pt idx="16807">
                  <c:v>8.0169662875210452</c:v>
                </c:pt>
                <c:pt idx="16808">
                  <c:v>8.0173515377982181</c:v>
                </c:pt>
                <c:pt idx="16809">
                  <c:v>8.0185150084178538</c:v>
                </c:pt>
                <c:pt idx="16810">
                  <c:v>8.0205359503962548</c:v>
                </c:pt>
                <c:pt idx="16811">
                  <c:v>8.0190644273806093</c:v>
                </c:pt>
                <c:pt idx="16812">
                  <c:v>8.0166508438385407</c:v>
                </c:pt>
                <c:pt idx="16813">
                  <c:v>8.0176881698353384</c:v>
                </c:pt>
                <c:pt idx="16814">
                  <c:v>8.0183610232825533</c:v>
                </c:pt>
                <c:pt idx="16815">
                  <c:v>8.0201352605428493</c:v>
                </c:pt>
                <c:pt idx="16816">
                  <c:v>8.0217400730916104</c:v>
                </c:pt>
                <c:pt idx="16817">
                  <c:v>8.0239188600993714</c:v>
                </c:pt>
                <c:pt idx="16818">
                  <c:v>8.0242572167700086</c:v>
                </c:pt>
                <c:pt idx="16819">
                  <c:v>8.0220601157968225</c:v>
                </c:pt>
                <c:pt idx="16820">
                  <c:v>8.0219519566377855</c:v>
                </c:pt>
                <c:pt idx="16821">
                  <c:v>8.022000574877838</c:v>
                </c:pt>
                <c:pt idx="16822">
                  <c:v>8.0223285837473828</c:v>
                </c:pt>
                <c:pt idx="16823">
                  <c:v>8.0218662177144502</c:v>
                </c:pt>
                <c:pt idx="16824">
                  <c:v>8.0208260994538669</c:v>
                </c:pt>
                <c:pt idx="16825">
                  <c:v>8.0213646778630974</c:v>
                </c:pt>
                <c:pt idx="16826">
                  <c:v>8.0206868147661474</c:v>
                </c:pt>
                <c:pt idx="16827">
                  <c:v>8.0193597503387668</c:v>
                </c:pt>
                <c:pt idx="16828">
                  <c:v>8.0197120683283369</c:v>
                </c:pt>
                <c:pt idx="16829">
                  <c:v>8.021435798464255</c:v>
                </c:pt>
                <c:pt idx="16830">
                  <c:v>8.0231747218001885</c:v>
                </c:pt>
                <c:pt idx="16831">
                  <c:v>8.0238324641727914</c:v>
                </c:pt>
                <c:pt idx="16832">
                  <c:v>8.0214164989939629</c:v>
                </c:pt>
                <c:pt idx="16833">
                  <c:v>8.019585102451444</c:v>
                </c:pt>
                <c:pt idx="16834">
                  <c:v>8.0209278528312726</c:v>
                </c:pt>
                <c:pt idx="16835">
                  <c:v>8.0213171272533152</c:v>
                </c:pt>
                <c:pt idx="16836">
                  <c:v>8.0218999712561079</c:v>
                </c:pt>
                <c:pt idx="16837">
                  <c:v>8.024061511928716</c:v>
                </c:pt>
                <c:pt idx="16838">
                  <c:v>8.0237330924321437</c:v>
                </c:pt>
                <c:pt idx="16839">
                  <c:v>8.0226448486839406</c:v>
                </c:pt>
                <c:pt idx="16840">
                  <c:v>8.0209722826756451</c:v>
                </c:pt>
                <c:pt idx="16841">
                  <c:v>8.020174023734242</c:v>
                </c:pt>
                <c:pt idx="16842">
                  <c:v>8.0213165523754775</c:v>
                </c:pt>
                <c:pt idx="16843">
                  <c:v>8.0251716831601865</c:v>
                </c:pt>
                <c:pt idx="16844">
                  <c:v>8.0279742947480806</c:v>
                </c:pt>
                <c:pt idx="16845">
                  <c:v>8.027904077526383</c:v>
                </c:pt>
                <c:pt idx="16846">
                  <c:v>8.0237202808688863</c:v>
                </c:pt>
                <c:pt idx="16847">
                  <c:v>8.0222360284153904</c:v>
                </c:pt>
                <c:pt idx="16848">
                  <c:v>8.0242659220629911</c:v>
                </c:pt>
                <c:pt idx="16849">
                  <c:v>8.0249906787664766</c:v>
                </c:pt>
                <c:pt idx="16850">
                  <c:v>8.023509054325956</c:v>
                </c:pt>
                <c:pt idx="16851">
                  <c:v>8.0220954297211851</c:v>
                </c:pt>
                <c:pt idx="16852">
                  <c:v>8.0226358970147409</c:v>
                </c:pt>
                <c:pt idx="16853">
                  <c:v>8.025289122490042</c:v>
                </c:pt>
                <c:pt idx="16854">
                  <c:v>8.0246764669650563</c:v>
                </c:pt>
                <c:pt idx="16855">
                  <c:v>8.0243279267441388</c:v>
                </c:pt>
                <c:pt idx="16856">
                  <c:v>8.0247332977456569</c:v>
                </c:pt>
                <c:pt idx="16857">
                  <c:v>8.0223199605798055</c:v>
                </c:pt>
                <c:pt idx="16858">
                  <c:v>8.0217047591672479</c:v>
                </c:pt>
                <c:pt idx="16859">
                  <c:v>8.0243575740155215</c:v>
                </c:pt>
                <c:pt idx="16860">
                  <c:v>8.0249121668788241</c:v>
                </c:pt>
                <c:pt idx="16861">
                  <c:v>8.0239649324518538</c:v>
                </c:pt>
                <c:pt idx="16862">
                  <c:v>8.0233909579928557</c:v>
                </c:pt>
                <c:pt idx="16863">
                  <c:v>8.0251598571017944</c:v>
                </c:pt>
                <c:pt idx="16864">
                  <c:v>8.0272956925224825</c:v>
                </c:pt>
                <c:pt idx="16865">
                  <c:v>8.0276122038352558</c:v>
                </c:pt>
                <c:pt idx="16866">
                  <c:v>8.0270164661438024</c:v>
                </c:pt>
                <c:pt idx="16867">
                  <c:v>8.0242237096045663</c:v>
                </c:pt>
                <c:pt idx="16868">
                  <c:v>8.0199315074118172</c:v>
                </c:pt>
                <c:pt idx="16869">
                  <c:v>8.0172752432965133</c:v>
                </c:pt>
                <c:pt idx="16870">
                  <c:v>8.016922843181538</c:v>
                </c:pt>
                <c:pt idx="16871">
                  <c:v>8.0155344310762526</c:v>
                </c:pt>
                <c:pt idx="16872">
                  <c:v>8.0172237506672683</c:v>
                </c:pt>
                <c:pt idx="16873">
                  <c:v>8.0214664312405048</c:v>
                </c:pt>
                <c:pt idx="16874">
                  <c:v>8.0227262349607855</c:v>
                </c:pt>
                <c:pt idx="16875">
                  <c:v>8.0229581571059008</c:v>
                </c:pt>
                <c:pt idx="16876">
                  <c:v>8.0215633392189876</c:v>
                </c:pt>
                <c:pt idx="16877">
                  <c:v>8.0197041842894095</c:v>
                </c:pt>
                <c:pt idx="16878">
                  <c:v>8.0217693918613726</c:v>
                </c:pt>
                <c:pt idx="16879">
                  <c:v>8.0249139736377444</c:v>
                </c:pt>
                <c:pt idx="16880">
                  <c:v>8.0273593397117402</c:v>
                </c:pt>
                <c:pt idx="16881">
                  <c:v>8.0284415061799361</c:v>
                </c:pt>
                <c:pt idx="16882">
                  <c:v>8.0286189791812106</c:v>
                </c:pt>
                <c:pt idx="16883">
                  <c:v>8.027247895536485</c:v>
                </c:pt>
                <c:pt idx="16884">
                  <c:v>8.0265283948589499</c:v>
                </c:pt>
                <c:pt idx="16885">
                  <c:v>8.0273611464706605</c:v>
                </c:pt>
                <c:pt idx="16886">
                  <c:v>8.0268853939966327</c:v>
                </c:pt>
                <c:pt idx="16887">
                  <c:v>8.0266252207120274</c:v>
                </c:pt>
                <c:pt idx="16888">
                  <c:v>8.0280108405535255</c:v>
                </c:pt>
                <c:pt idx="16889">
                  <c:v>8.0281700817147783</c:v>
                </c:pt>
                <c:pt idx="16890">
                  <c:v>8.0256279719131118</c:v>
                </c:pt>
                <c:pt idx="16891">
                  <c:v>8.0245677329281815</c:v>
                </c:pt>
                <c:pt idx="16892">
                  <c:v>8.023878782901491</c:v>
                </c:pt>
                <c:pt idx="16893">
                  <c:v>8.0250062825935196</c:v>
                </c:pt>
                <c:pt idx="16894">
                  <c:v>8.0265250277173248</c:v>
                </c:pt>
                <c:pt idx="16895">
                  <c:v>8.0271186301482356</c:v>
                </c:pt>
                <c:pt idx="16896">
                  <c:v>8.0282182072023982</c:v>
                </c:pt>
                <c:pt idx="16897">
                  <c:v>8.0289554469675188</c:v>
                </c:pt>
                <c:pt idx="16898">
                  <c:v>8.0274528805485978</c:v>
                </c:pt>
                <c:pt idx="16899">
                  <c:v>8.0264355931507421</c:v>
                </c:pt>
                <c:pt idx="16900">
                  <c:v>8.0254289820555993</c:v>
                </c:pt>
                <c:pt idx="16901">
                  <c:v>8.021820391738185</c:v>
                </c:pt>
                <c:pt idx="16902">
                  <c:v>8.0202738061019172</c:v>
                </c:pt>
                <c:pt idx="16903">
                  <c:v>8.0208626452593101</c:v>
                </c:pt>
                <c:pt idx="16904">
                  <c:v>8.0199604155545519</c:v>
                </c:pt>
                <c:pt idx="16905">
                  <c:v>8.0203197963289945</c:v>
                </c:pt>
                <c:pt idx="16906">
                  <c:v>8.0234092719582808</c:v>
                </c:pt>
                <c:pt idx="16907">
                  <c:v>8.0250758428119742</c:v>
                </c:pt>
                <c:pt idx="16908">
                  <c:v>8.023293064509506</c:v>
                </c:pt>
                <c:pt idx="16909">
                  <c:v>8.020685747135877</c:v>
                </c:pt>
                <c:pt idx="16910">
                  <c:v>8.0214197018847777</c:v>
                </c:pt>
                <c:pt idx="16911">
                  <c:v>8.0222458834640502</c:v>
                </c:pt>
                <c:pt idx="16912">
                  <c:v>8.0188984519361064</c:v>
                </c:pt>
                <c:pt idx="16913">
                  <c:v>8.0166809838623578</c:v>
                </c:pt>
                <c:pt idx="16914">
                  <c:v>8.0168863795014982</c:v>
                </c:pt>
                <c:pt idx="16915">
                  <c:v>8.0185954913152386</c:v>
                </c:pt>
                <c:pt idx="16916">
                  <c:v>8.0214636389767175</c:v>
                </c:pt>
                <c:pt idx="16917">
                  <c:v>8.0230933355233436</c:v>
                </c:pt>
                <c:pt idx="16918">
                  <c:v>8.0243569170122786</c:v>
                </c:pt>
                <c:pt idx="16919">
                  <c:v>8.0242363569170116</c:v>
                </c:pt>
                <c:pt idx="16920">
                  <c:v>8.0254382622264195</c:v>
                </c:pt>
                <c:pt idx="16921">
                  <c:v>8.0275674454892627</c:v>
                </c:pt>
                <c:pt idx="16922">
                  <c:v>8.0300846712930642</c:v>
                </c:pt>
                <c:pt idx="16923">
                  <c:v>8.0287700899273187</c:v>
                </c:pt>
                <c:pt idx="16924">
                  <c:v>8.0272317989570077</c:v>
                </c:pt>
                <c:pt idx="16925">
                  <c:v>8.0277335030591708</c:v>
                </c:pt>
                <c:pt idx="16926">
                  <c:v>8.0278322177965755</c:v>
                </c:pt>
                <c:pt idx="16927">
                  <c:v>8.0284790374902482</c:v>
                </c:pt>
                <c:pt idx="16928">
                  <c:v>8.029009649735146</c:v>
                </c:pt>
                <c:pt idx="16929">
                  <c:v>8.0269951135383728</c:v>
                </c:pt>
                <c:pt idx="16930">
                  <c:v>8.0261553812671949</c:v>
                </c:pt>
                <c:pt idx="16931">
                  <c:v>8.0259673962140194</c:v>
                </c:pt>
                <c:pt idx="16932">
                  <c:v>8.0262820186424673</c:v>
                </c:pt>
                <c:pt idx="16933">
                  <c:v>8.0268475341847001</c:v>
                </c:pt>
                <c:pt idx="16934">
                  <c:v>8.0259431692193974</c:v>
                </c:pt>
                <c:pt idx="16935">
                  <c:v>8.0254730833983494</c:v>
                </c:pt>
                <c:pt idx="16936">
                  <c:v>8.0246655442861243</c:v>
                </c:pt>
                <c:pt idx="16937">
                  <c:v>8.0226590563790907</c:v>
                </c:pt>
                <c:pt idx="16938">
                  <c:v>8.0213195910154802</c:v>
                </c:pt>
                <c:pt idx="16939">
                  <c:v>8.0198661355890444</c:v>
                </c:pt>
                <c:pt idx="16940">
                  <c:v>8.0203622551636347</c:v>
                </c:pt>
                <c:pt idx="16941">
                  <c:v>8.0229622633761757</c:v>
                </c:pt>
                <c:pt idx="16942">
                  <c:v>8.0225683899314255</c:v>
                </c:pt>
                <c:pt idx="16943">
                  <c:v>8.0221427339547482</c:v>
                </c:pt>
                <c:pt idx="16944">
                  <c:v>8.0240525602595163</c:v>
                </c:pt>
                <c:pt idx="16945">
                  <c:v>8.0259405412064222</c:v>
                </c:pt>
                <c:pt idx="16946">
                  <c:v>8.0256887447131771</c:v>
                </c:pt>
                <c:pt idx="16947">
                  <c:v>8.0269527368291378</c:v>
                </c:pt>
                <c:pt idx="16948">
                  <c:v>8.0285023611054083</c:v>
                </c:pt>
                <c:pt idx="16949">
                  <c:v>8.0274972282675652</c:v>
                </c:pt>
                <c:pt idx="16950">
                  <c:v>8.0241152219439087</c:v>
                </c:pt>
                <c:pt idx="16951">
                  <c:v>8.0213282141830575</c:v>
                </c:pt>
                <c:pt idx="16952">
                  <c:v>8.0210562148400602</c:v>
                </c:pt>
                <c:pt idx="16953">
                  <c:v>8.0202112265429317</c:v>
                </c:pt>
                <c:pt idx="16954">
                  <c:v>8.0213414363733424</c:v>
                </c:pt>
                <c:pt idx="16955">
                  <c:v>8.0253773251755423</c:v>
                </c:pt>
                <c:pt idx="16956">
                  <c:v>8.0288290559684636</c:v>
                </c:pt>
                <c:pt idx="16957">
                  <c:v>8.028928263458301</c:v>
                </c:pt>
                <c:pt idx="16958">
                  <c:v>8.0273395474890155</c:v>
                </c:pt>
                <c:pt idx="16959">
                  <c:v>8.0256714983780224</c:v>
                </c:pt>
                <c:pt idx="16960">
                  <c:v>8.0240047632735187</c:v>
                </c:pt>
                <c:pt idx="16961">
                  <c:v>8.0242062990186014</c:v>
                </c:pt>
                <c:pt idx="16962">
                  <c:v>8.027838459327393</c:v>
                </c:pt>
                <c:pt idx="16963">
                  <c:v>8.0286489549542157</c:v>
                </c:pt>
                <c:pt idx="16964">
                  <c:v>8.0290757606865686</c:v>
                </c:pt>
                <c:pt idx="16965">
                  <c:v>8.0293622141009315</c:v>
                </c:pt>
                <c:pt idx="16966">
                  <c:v>8.0271686445201826</c:v>
                </c:pt>
                <c:pt idx="16967">
                  <c:v>8.0263954338274548</c:v>
                </c:pt>
                <c:pt idx="16968">
                  <c:v>8.0247840512462538</c:v>
                </c:pt>
                <c:pt idx="16969">
                  <c:v>8.0252561080770342</c:v>
                </c:pt>
                <c:pt idx="16970">
                  <c:v>8.0279066234139531</c:v>
                </c:pt>
                <c:pt idx="16971">
                  <c:v>8.0274990350264854</c:v>
                </c:pt>
                <c:pt idx="16972">
                  <c:v>8.0270190941567776</c:v>
                </c:pt>
                <c:pt idx="16973">
                  <c:v>8.0246515829671914</c:v>
                </c:pt>
                <c:pt idx="16974">
                  <c:v>8.0213154847452053</c:v>
                </c:pt>
                <c:pt idx="16975">
                  <c:v>8.0219062949123305</c:v>
                </c:pt>
                <c:pt idx="16976">
                  <c:v>8.025348088531187</c:v>
                </c:pt>
                <c:pt idx="16977">
                  <c:v>8.0261210528476976</c:v>
                </c:pt>
                <c:pt idx="16978">
                  <c:v>8.0253411899971248</c:v>
                </c:pt>
                <c:pt idx="16979">
                  <c:v>8.0257087833121172</c:v>
                </c:pt>
                <c:pt idx="16980">
                  <c:v>8.0276939186137231</c:v>
                </c:pt>
                <c:pt idx="16981">
                  <c:v>8.0301286905104092</c:v>
                </c:pt>
                <c:pt idx="16982">
                  <c:v>8.0317411407218824</c:v>
                </c:pt>
                <c:pt idx="16983">
                  <c:v>8.0286767133412713</c:v>
                </c:pt>
                <c:pt idx="16984">
                  <c:v>8.0231388329979882</c:v>
                </c:pt>
                <c:pt idx="16985">
                  <c:v>8.0226955200591306</c:v>
                </c:pt>
                <c:pt idx="16986">
                  <c:v>8.0235679382416958</c:v>
                </c:pt>
                <c:pt idx="16987">
                  <c:v>8.025085697860634</c:v>
                </c:pt>
                <c:pt idx="16988">
                  <c:v>8.0254754650351092</c:v>
                </c:pt>
                <c:pt idx="16989">
                  <c:v>8.0245720855746718</c:v>
                </c:pt>
                <c:pt idx="16990">
                  <c:v>8.0231020408163261</c:v>
                </c:pt>
                <c:pt idx="16991">
                  <c:v>8.0217439329856699</c:v>
                </c:pt>
                <c:pt idx="16992">
                  <c:v>8.020499650967027</c:v>
                </c:pt>
                <c:pt idx="16993">
                  <c:v>8.0195632570935818</c:v>
                </c:pt>
                <c:pt idx="16994">
                  <c:v>8.0219508890075151</c:v>
                </c:pt>
                <c:pt idx="16995">
                  <c:v>8.0241082412844413</c:v>
                </c:pt>
                <c:pt idx="16996">
                  <c:v>8.0224888104135008</c:v>
                </c:pt>
                <c:pt idx="16997">
                  <c:v>8.0193223832792668</c:v>
                </c:pt>
                <c:pt idx="16998">
                  <c:v>8.0195756580298116</c:v>
                </c:pt>
                <c:pt idx="16999">
                  <c:v>8.020856732230115</c:v>
                </c:pt>
                <c:pt idx="17000">
                  <c:v>8.0221754198661355</c:v>
                </c:pt>
                <c:pt idx="17001">
                  <c:v>8.0258051985381673</c:v>
                </c:pt>
                <c:pt idx="17002">
                  <c:v>8.0254958321356717</c:v>
                </c:pt>
                <c:pt idx="17003">
                  <c:v>8.0206966698148072</c:v>
                </c:pt>
                <c:pt idx="17004">
                  <c:v>8.0202209173407795</c:v>
                </c:pt>
                <c:pt idx="17005">
                  <c:v>8.022933355233441</c:v>
                </c:pt>
                <c:pt idx="17006">
                  <c:v>8.0269324518539804</c:v>
                </c:pt>
                <c:pt idx="17007">
                  <c:v>8.0299623044388788</c:v>
                </c:pt>
                <c:pt idx="17008">
                  <c:v>8.0281653184412605</c:v>
                </c:pt>
                <c:pt idx="17009">
                  <c:v>8.0266288342298697</c:v>
                </c:pt>
                <c:pt idx="17010">
                  <c:v>8.027344146511723</c:v>
                </c:pt>
                <c:pt idx="17011">
                  <c:v>8.0298001067630267</c:v>
                </c:pt>
                <c:pt idx="17012">
                  <c:v>8.0298182564776415</c:v>
                </c:pt>
                <c:pt idx="17013">
                  <c:v>8.0252570114564943</c:v>
                </c:pt>
                <c:pt idx="17014">
                  <c:v>8.0213326489549548</c:v>
                </c:pt>
                <c:pt idx="17015">
                  <c:v>8.019652445283949</c:v>
                </c:pt>
                <c:pt idx="17016">
                  <c:v>8.020473042335647</c:v>
                </c:pt>
                <c:pt idx="17017">
                  <c:v>8.0228249496981885</c:v>
                </c:pt>
                <c:pt idx="17018">
                  <c:v>8.0220007391286501</c:v>
                </c:pt>
                <c:pt idx="17019">
                  <c:v>8.0219657537059081</c:v>
                </c:pt>
                <c:pt idx="17020">
                  <c:v>8.0235827208146837</c:v>
                </c:pt>
                <c:pt idx="17021">
                  <c:v>8.0254239724058642</c:v>
                </c:pt>
                <c:pt idx="17022">
                  <c:v>8.0269244035642426</c:v>
                </c:pt>
                <c:pt idx="17023">
                  <c:v>8.0272106106023902</c:v>
                </c:pt>
                <c:pt idx="17024">
                  <c:v>8.0279241161253232</c:v>
                </c:pt>
                <c:pt idx="17025">
                  <c:v>8.0256859524493898</c:v>
                </c:pt>
                <c:pt idx="17026">
                  <c:v>8.023777275900299</c:v>
                </c:pt>
                <c:pt idx="17027">
                  <c:v>8.0251642918736916</c:v>
                </c:pt>
                <c:pt idx="17028">
                  <c:v>8.0287088243748208</c:v>
                </c:pt>
                <c:pt idx="17029">
                  <c:v>8.0307778918408417</c:v>
                </c:pt>
                <c:pt idx="17030">
                  <c:v>8.031491561614585</c:v>
                </c:pt>
                <c:pt idx="17031">
                  <c:v>8.0309928140270195</c:v>
                </c:pt>
                <c:pt idx="17032">
                  <c:v>8.0301587484088195</c:v>
                </c:pt>
                <c:pt idx="17033">
                  <c:v>8.0272823882067925</c:v>
                </c:pt>
                <c:pt idx="17034">
                  <c:v>8.0245408779205842</c:v>
                </c:pt>
                <c:pt idx="17035">
                  <c:v>8.025196074405617</c:v>
                </c:pt>
                <c:pt idx="17036">
                  <c:v>8.0253990062825942</c:v>
                </c:pt>
                <c:pt idx="17037">
                  <c:v>8.0245051533691942</c:v>
                </c:pt>
                <c:pt idx="17038">
                  <c:v>8.0220839321644153</c:v>
                </c:pt>
                <c:pt idx="17039">
                  <c:v>8.0201601445407142</c:v>
                </c:pt>
                <c:pt idx="17040">
                  <c:v>8.0229170122777482</c:v>
                </c:pt>
                <c:pt idx="17041">
                  <c:v>8.0278312322917103</c:v>
                </c:pt>
                <c:pt idx="17042">
                  <c:v>8.0282437482035061</c:v>
                </c:pt>
                <c:pt idx="17043">
                  <c:v>8.026079990144952</c:v>
                </c:pt>
                <c:pt idx="17044">
                  <c:v>8.025182770089927</c:v>
                </c:pt>
                <c:pt idx="17045">
                  <c:v>8.0256517882807046</c:v>
                </c:pt>
                <c:pt idx="17046">
                  <c:v>8.0263588058966047</c:v>
                </c:pt>
                <c:pt idx="17047">
                  <c:v>8.0273565474479529</c:v>
                </c:pt>
                <c:pt idx="17048">
                  <c:v>8.0280506713751905</c:v>
                </c:pt>
                <c:pt idx="17049">
                  <c:v>8.0271922966369651</c:v>
                </c:pt>
                <c:pt idx="17050">
                  <c:v>8.0237246335153785</c:v>
                </c:pt>
                <c:pt idx="17051">
                  <c:v>8.0197064838007641</c:v>
                </c:pt>
                <c:pt idx="17052">
                  <c:v>8.017144663901778</c:v>
                </c:pt>
                <c:pt idx="17053">
                  <c:v>8.0196481747628621</c:v>
                </c:pt>
                <c:pt idx="17054">
                  <c:v>8.0233217262760235</c:v>
                </c:pt>
                <c:pt idx="17055">
                  <c:v>8.0243936270685339</c:v>
                </c:pt>
                <c:pt idx="17056">
                  <c:v>8.0241401059417736</c:v>
                </c:pt>
                <c:pt idx="17057">
                  <c:v>8.0234214265182935</c:v>
                </c:pt>
                <c:pt idx="17058">
                  <c:v>8.0224086560177383</c:v>
                </c:pt>
                <c:pt idx="17059">
                  <c:v>8.0198058555414118</c:v>
                </c:pt>
                <c:pt idx="17060">
                  <c:v>8.0209714614215901</c:v>
                </c:pt>
                <c:pt idx="17061">
                  <c:v>8.0229395967642585</c:v>
                </c:pt>
                <c:pt idx="17062">
                  <c:v>8.0237809715435464</c:v>
                </c:pt>
                <c:pt idx="17063">
                  <c:v>8.020886790128527</c:v>
                </c:pt>
                <c:pt idx="17064">
                  <c:v>8.0200257052519195</c:v>
                </c:pt>
                <c:pt idx="17065">
                  <c:v>8.0221566131482778</c:v>
                </c:pt>
                <c:pt idx="17066">
                  <c:v>8.0239517923869741</c:v>
                </c:pt>
                <c:pt idx="17067">
                  <c:v>8.0245743029606214</c:v>
                </c:pt>
                <c:pt idx="17068">
                  <c:v>8.0244217960826187</c:v>
                </c:pt>
                <c:pt idx="17069">
                  <c:v>8.0234822814437639</c:v>
                </c:pt>
                <c:pt idx="17070">
                  <c:v>8.0210387221286901</c:v>
                </c:pt>
                <c:pt idx="17071">
                  <c:v>8.0207274668418673</c:v>
                </c:pt>
                <c:pt idx="17072">
                  <c:v>8.0203738348458096</c:v>
                </c:pt>
                <c:pt idx="17073">
                  <c:v>8.0214461462653475</c:v>
                </c:pt>
                <c:pt idx="17074">
                  <c:v>8.0232985669116736</c:v>
                </c:pt>
                <c:pt idx="17075">
                  <c:v>8.0224653225475304</c:v>
                </c:pt>
                <c:pt idx="17076">
                  <c:v>8.021863507576068</c:v>
                </c:pt>
                <c:pt idx="17077">
                  <c:v>8.0222270767461907</c:v>
                </c:pt>
                <c:pt idx="17078">
                  <c:v>8.0223074775181704</c:v>
                </c:pt>
                <c:pt idx="17079">
                  <c:v>8.0225289697367881</c:v>
                </c:pt>
                <c:pt idx="17080">
                  <c:v>8.0222953229581577</c:v>
                </c:pt>
                <c:pt idx="17081">
                  <c:v>8.0246268632201367</c:v>
                </c:pt>
                <c:pt idx="17082">
                  <c:v>8.0279373383156081</c:v>
                </c:pt>
                <c:pt idx="17083">
                  <c:v>8.0278952079825903</c:v>
                </c:pt>
                <c:pt idx="17084">
                  <c:v>8.0258185028538573</c:v>
                </c:pt>
                <c:pt idx="17085">
                  <c:v>8.0246183221779663</c:v>
                </c:pt>
                <c:pt idx="17086">
                  <c:v>8.0249578286042791</c:v>
                </c:pt>
                <c:pt idx="17087">
                  <c:v>8.0257565802981148</c:v>
                </c:pt>
                <c:pt idx="17088">
                  <c:v>8.0260745698681895</c:v>
                </c:pt>
                <c:pt idx="17089">
                  <c:v>8.0256448897466424</c:v>
                </c:pt>
                <c:pt idx="17090">
                  <c:v>8.0238879809469061</c:v>
                </c:pt>
                <c:pt idx="17091">
                  <c:v>8.0217620005748778</c:v>
                </c:pt>
                <c:pt idx="17092">
                  <c:v>8.0220808935244126</c:v>
                </c:pt>
                <c:pt idx="17093">
                  <c:v>8.02198160390917</c:v>
                </c:pt>
                <c:pt idx="17094">
                  <c:v>8.0229307272204657</c:v>
                </c:pt>
                <c:pt idx="17095">
                  <c:v>8.0249661232702341</c:v>
                </c:pt>
                <c:pt idx="17096">
                  <c:v>8.025970352728617</c:v>
                </c:pt>
                <c:pt idx="17097">
                  <c:v>8.0245654334168268</c:v>
                </c:pt>
                <c:pt idx="17098">
                  <c:v>8.0207132591467172</c:v>
                </c:pt>
                <c:pt idx="17099">
                  <c:v>8.0181121011784988</c:v>
                </c:pt>
                <c:pt idx="17100">
                  <c:v>8.0194654457356389</c:v>
                </c:pt>
                <c:pt idx="17101">
                  <c:v>8.021808647805198</c:v>
                </c:pt>
                <c:pt idx="17102">
                  <c:v>8.0239040775263835</c:v>
                </c:pt>
                <c:pt idx="17103">
                  <c:v>8.0234512380404883</c:v>
                </c:pt>
                <c:pt idx="17104">
                  <c:v>8.019115755759044</c:v>
                </c:pt>
                <c:pt idx="17105">
                  <c:v>8.0165122161540676</c:v>
                </c:pt>
                <c:pt idx="17106">
                  <c:v>8.0183924773128563</c:v>
                </c:pt>
                <c:pt idx="17107">
                  <c:v>8.0193723976512139</c:v>
                </c:pt>
                <c:pt idx="17108">
                  <c:v>8.0205800517390049</c:v>
                </c:pt>
                <c:pt idx="17109">
                  <c:v>8.0219037490247604</c:v>
                </c:pt>
                <c:pt idx="17110">
                  <c:v>8.0210606496119574</c:v>
                </c:pt>
                <c:pt idx="17111">
                  <c:v>8.0218338603046853</c:v>
                </c:pt>
                <c:pt idx="17112">
                  <c:v>8.0243994579723239</c:v>
                </c:pt>
                <c:pt idx="17113">
                  <c:v>8.0252814848273317</c:v>
                </c:pt>
                <c:pt idx="17114">
                  <c:v>8.0256250975239194</c:v>
                </c:pt>
                <c:pt idx="17115">
                  <c:v>8.0256765080277592</c:v>
                </c:pt>
                <c:pt idx="17116">
                  <c:v>8.0252149632488816</c:v>
                </c:pt>
                <c:pt idx="17117">
                  <c:v>8.0221139079374204</c:v>
                </c:pt>
                <c:pt idx="17118">
                  <c:v>8.0209482199318352</c:v>
                </c:pt>
                <c:pt idx="17119">
                  <c:v>8.0225200180675884</c:v>
                </c:pt>
                <c:pt idx="17120">
                  <c:v>8.023859647682011</c:v>
                </c:pt>
                <c:pt idx="17121">
                  <c:v>8.0242509752391911</c:v>
                </c:pt>
                <c:pt idx="17122">
                  <c:v>8.0211095142282272</c:v>
                </c:pt>
                <c:pt idx="17123">
                  <c:v>8.0194644602307719</c:v>
                </c:pt>
                <c:pt idx="17124">
                  <c:v>8.019890691085287</c:v>
                </c:pt>
                <c:pt idx="17125">
                  <c:v>8.0182310187656558</c:v>
                </c:pt>
                <c:pt idx="17126">
                  <c:v>8.0165476122038353</c:v>
                </c:pt>
                <c:pt idx="17127">
                  <c:v>8.019455508561574</c:v>
                </c:pt>
                <c:pt idx="17128">
                  <c:v>8.0215328706935498</c:v>
                </c:pt>
                <c:pt idx="17129">
                  <c:v>8.0236797109185733</c:v>
                </c:pt>
                <c:pt idx="17130">
                  <c:v>8.0232821418305758</c:v>
                </c:pt>
                <c:pt idx="17131">
                  <c:v>8.0223003326078928</c:v>
                </c:pt>
                <c:pt idx="17132">
                  <c:v>8.022288013797068</c:v>
                </c:pt>
                <c:pt idx="17133">
                  <c:v>8.0251821130866841</c:v>
                </c:pt>
                <c:pt idx="17134">
                  <c:v>8.0279535170204905</c:v>
                </c:pt>
                <c:pt idx="17135">
                  <c:v>8.029121011784996</c:v>
                </c:pt>
                <c:pt idx="17136">
                  <c:v>8.0281038065125454</c:v>
                </c:pt>
                <c:pt idx="17137">
                  <c:v>8.0255718802611593</c:v>
                </c:pt>
                <c:pt idx="17138">
                  <c:v>8.0260448404713998</c:v>
                </c:pt>
                <c:pt idx="17139">
                  <c:v>8.0273794604360855</c:v>
                </c:pt>
                <c:pt idx="17140">
                  <c:v>8.0272821418305753</c:v>
                </c:pt>
                <c:pt idx="17141">
                  <c:v>8.0268035149673551</c:v>
                </c:pt>
                <c:pt idx="17142">
                  <c:v>8.0271201084055352</c:v>
                </c:pt>
                <c:pt idx="17143">
                  <c:v>8.0249333552334416</c:v>
                </c:pt>
                <c:pt idx="17144">
                  <c:v>8.0245833367552244</c:v>
                </c:pt>
                <c:pt idx="17145">
                  <c:v>8.0254886872253923</c:v>
                </c:pt>
                <c:pt idx="17146">
                  <c:v>8.0270443066562649</c:v>
                </c:pt>
                <c:pt idx="17147">
                  <c:v>8.0267601527532548</c:v>
                </c:pt>
                <c:pt idx="17148">
                  <c:v>8.0232989775387011</c:v>
                </c:pt>
                <c:pt idx="17149">
                  <c:v>8.0203339218987395</c:v>
                </c:pt>
                <c:pt idx="17150">
                  <c:v>8.0194425327475063</c:v>
                </c:pt>
                <c:pt idx="17151">
                  <c:v>8.0188959060485363</c:v>
                </c:pt>
                <c:pt idx="17152">
                  <c:v>8.0193363445982015</c:v>
                </c:pt>
                <c:pt idx="17153">
                  <c:v>8.0206271095963544</c:v>
                </c:pt>
                <c:pt idx="17154">
                  <c:v>8.0182805403851685</c:v>
                </c:pt>
                <c:pt idx="17155">
                  <c:v>8.018553443107626</c:v>
                </c:pt>
                <c:pt idx="17156">
                  <c:v>8.0219618938118504</c:v>
                </c:pt>
                <c:pt idx="17157">
                  <c:v>8.0236668172299108</c:v>
                </c:pt>
                <c:pt idx="17158">
                  <c:v>8.0233238615365661</c:v>
                </c:pt>
                <c:pt idx="17159">
                  <c:v>8.0236737157639713</c:v>
                </c:pt>
                <c:pt idx="17160">
                  <c:v>8.0255078224448742</c:v>
                </c:pt>
                <c:pt idx="17161">
                  <c:v>8.0262497433581075</c:v>
                </c:pt>
                <c:pt idx="17162">
                  <c:v>8.0244612984026613</c:v>
                </c:pt>
                <c:pt idx="17163">
                  <c:v>8.0226868147661481</c:v>
                </c:pt>
                <c:pt idx="17164">
                  <c:v>8.023945222354536</c:v>
                </c:pt>
                <c:pt idx="17165">
                  <c:v>8.0260873814314451</c:v>
                </c:pt>
                <c:pt idx="17166">
                  <c:v>8.027328378433868</c:v>
                </c:pt>
                <c:pt idx="17167">
                  <c:v>8.0299974541124293</c:v>
                </c:pt>
                <c:pt idx="17168">
                  <c:v>8.0316164743563423</c:v>
                </c:pt>
                <c:pt idx="17169">
                  <c:v>8.0284507042253512</c:v>
                </c:pt>
                <c:pt idx="17170">
                  <c:v>8.0261231059828351</c:v>
                </c:pt>
                <c:pt idx="17171">
                  <c:v>8.0237487783845935</c:v>
                </c:pt>
                <c:pt idx="17172">
                  <c:v>8.0213900546133949</c:v>
                </c:pt>
                <c:pt idx="17173">
                  <c:v>8.0173259967971084</c:v>
                </c:pt>
                <c:pt idx="17174">
                  <c:v>8.0161621976758504</c:v>
                </c:pt>
                <c:pt idx="17175">
                  <c:v>8.0183301441300863</c:v>
                </c:pt>
                <c:pt idx="17176">
                  <c:v>8.0198835461750093</c:v>
                </c:pt>
                <c:pt idx="17177">
                  <c:v>8.0178152178376383</c:v>
                </c:pt>
                <c:pt idx="17178">
                  <c:v>8.0161940623331827</c:v>
                </c:pt>
                <c:pt idx="17179">
                  <c:v>8.0202020284975148</c:v>
                </c:pt>
                <c:pt idx="17180">
                  <c:v>8.0234904118589085</c:v>
                </c:pt>
                <c:pt idx="17181">
                  <c:v>8.0216343776947401</c:v>
                </c:pt>
                <c:pt idx="17182">
                  <c:v>8.0184776413583538</c:v>
                </c:pt>
                <c:pt idx="17183">
                  <c:v>8.0174690592534805</c:v>
                </c:pt>
                <c:pt idx="17184">
                  <c:v>8.0180696423438587</c:v>
                </c:pt>
                <c:pt idx="17185">
                  <c:v>8.0183776126144615</c:v>
                </c:pt>
                <c:pt idx="17186">
                  <c:v>8.0203215209625096</c:v>
                </c:pt>
                <c:pt idx="17187">
                  <c:v>8.0214062333182774</c:v>
                </c:pt>
                <c:pt idx="17188">
                  <c:v>8.0205132016589324</c:v>
                </c:pt>
                <c:pt idx="17189">
                  <c:v>8.0198760727631093</c:v>
                </c:pt>
                <c:pt idx="17190">
                  <c:v>8.0222260091159203</c:v>
                </c:pt>
                <c:pt idx="17191">
                  <c:v>8.024748408820269</c:v>
                </c:pt>
                <c:pt idx="17192">
                  <c:v>8.0259310967847899</c:v>
                </c:pt>
                <c:pt idx="17193">
                  <c:v>8.024928591959922</c:v>
                </c:pt>
                <c:pt idx="17194">
                  <c:v>8.0230155627643409</c:v>
                </c:pt>
                <c:pt idx="17195">
                  <c:v>8.0227285344721384</c:v>
                </c:pt>
                <c:pt idx="17196">
                  <c:v>8.0208414569046926</c:v>
                </c:pt>
                <c:pt idx="17197">
                  <c:v>8.0209167659015321</c:v>
                </c:pt>
                <c:pt idx="17198">
                  <c:v>8.0229750749394331</c:v>
                </c:pt>
                <c:pt idx="17199">
                  <c:v>8.0229032152096256</c:v>
                </c:pt>
                <c:pt idx="17200">
                  <c:v>8.0211899150002051</c:v>
                </c:pt>
                <c:pt idx="17201">
                  <c:v>8.0185315156243586</c:v>
                </c:pt>
                <c:pt idx="17202">
                  <c:v>8.0151077074693049</c:v>
                </c:pt>
                <c:pt idx="17203">
                  <c:v>8.0129624276269862</c:v>
                </c:pt>
                <c:pt idx="17204">
                  <c:v>8.0118084835543879</c:v>
                </c:pt>
                <c:pt idx="17205">
                  <c:v>8.0120731737362956</c:v>
                </c:pt>
                <c:pt idx="17206">
                  <c:v>8.015643575740155</c:v>
                </c:pt>
                <c:pt idx="17207">
                  <c:v>8.0215935613682099</c:v>
                </c:pt>
                <c:pt idx="17208">
                  <c:v>8.0241949657126437</c:v>
                </c:pt>
                <c:pt idx="17209">
                  <c:v>8.0265120519032571</c:v>
                </c:pt>
                <c:pt idx="17210">
                  <c:v>8.025632242434197</c:v>
                </c:pt>
                <c:pt idx="17211">
                  <c:v>8.0230452100357237</c:v>
                </c:pt>
                <c:pt idx="17212">
                  <c:v>8.0217101794440104</c:v>
                </c:pt>
                <c:pt idx="17213">
                  <c:v>8.0203845111485244</c:v>
                </c:pt>
                <c:pt idx="17214">
                  <c:v>8.0204759167248394</c:v>
                </c:pt>
                <c:pt idx="17215">
                  <c:v>8.0225668295487207</c:v>
                </c:pt>
                <c:pt idx="17216">
                  <c:v>8.0255570155627645</c:v>
                </c:pt>
                <c:pt idx="17217">
                  <c:v>8.027710507945633</c:v>
                </c:pt>
                <c:pt idx="17218">
                  <c:v>8.0292245719213238</c:v>
                </c:pt>
                <c:pt idx="17219">
                  <c:v>8.0271470455385376</c:v>
                </c:pt>
                <c:pt idx="17220">
                  <c:v>8.0252411612532342</c:v>
                </c:pt>
                <c:pt idx="17221">
                  <c:v>8.0257534595327069</c:v>
                </c:pt>
                <c:pt idx="17222">
                  <c:v>8.0243008253603261</c:v>
                </c:pt>
                <c:pt idx="17223">
                  <c:v>8.0223317866381958</c:v>
                </c:pt>
                <c:pt idx="17224">
                  <c:v>8.021956555660493</c:v>
                </c:pt>
                <c:pt idx="17225">
                  <c:v>8.0202798012565193</c:v>
                </c:pt>
                <c:pt idx="17226">
                  <c:v>8.018279308504086</c:v>
                </c:pt>
                <c:pt idx="17227">
                  <c:v>8.0175969285098336</c:v>
                </c:pt>
                <c:pt idx="17228">
                  <c:v>8.0212639099905552</c:v>
                </c:pt>
                <c:pt idx="17229">
                  <c:v>8.0196186917422914</c:v>
                </c:pt>
                <c:pt idx="17230">
                  <c:v>8.0181046277665988</c:v>
                </c:pt>
                <c:pt idx="17231">
                  <c:v>8.0173514556728129</c:v>
                </c:pt>
                <c:pt idx="17232">
                  <c:v>8.0172501950478381</c:v>
                </c:pt>
                <c:pt idx="17233">
                  <c:v>8.019232866587279</c:v>
                </c:pt>
                <c:pt idx="17234">
                  <c:v>8.022828809592248</c:v>
                </c:pt>
                <c:pt idx="17235">
                  <c:v>8.0256724017574843</c:v>
                </c:pt>
                <c:pt idx="17236">
                  <c:v>8.0246077280006567</c:v>
                </c:pt>
                <c:pt idx="17237">
                  <c:v>8.0221538208844905</c:v>
                </c:pt>
                <c:pt idx="17238">
                  <c:v>8.0206920707920997</c:v>
                </c:pt>
                <c:pt idx="17239">
                  <c:v>8.0208440849176696</c:v>
                </c:pt>
                <c:pt idx="17240">
                  <c:v>8.0211197799039127</c:v>
                </c:pt>
                <c:pt idx="17241">
                  <c:v>8.0200702993471022</c:v>
                </c:pt>
                <c:pt idx="17242">
                  <c:v>8.0175401798546382</c:v>
                </c:pt>
                <c:pt idx="17243">
                  <c:v>8.0143898492998815</c:v>
                </c:pt>
                <c:pt idx="17244">
                  <c:v>8.0118290970311659</c:v>
                </c:pt>
                <c:pt idx="17245">
                  <c:v>8.0104843756416049</c:v>
                </c:pt>
                <c:pt idx="17246">
                  <c:v>8.0126418100439363</c:v>
                </c:pt>
                <c:pt idx="17247">
                  <c:v>8.0149345049891192</c:v>
                </c:pt>
                <c:pt idx="17248">
                  <c:v>8.0189143842647717</c:v>
                </c:pt>
                <c:pt idx="17249">
                  <c:v>8.0237655319673138</c:v>
                </c:pt>
                <c:pt idx="17250">
                  <c:v>8.0244569457561692</c:v>
                </c:pt>
                <c:pt idx="17251">
                  <c:v>8.0236549911715187</c:v>
                </c:pt>
                <c:pt idx="17252">
                  <c:v>8.0230549829589783</c:v>
                </c:pt>
                <c:pt idx="17253">
                  <c:v>8.0238787007760859</c:v>
                </c:pt>
                <c:pt idx="17254">
                  <c:v>8.0241970188477811</c:v>
                </c:pt>
                <c:pt idx="17255">
                  <c:v>8.0231218330390508</c:v>
                </c:pt>
                <c:pt idx="17256">
                  <c:v>8.0234868804664732</c:v>
                </c:pt>
                <c:pt idx="17257">
                  <c:v>8.024200139613189</c:v>
                </c:pt>
                <c:pt idx="17258">
                  <c:v>8.0236219767585109</c:v>
                </c:pt>
                <c:pt idx="17259">
                  <c:v>8.0205219069519149</c:v>
                </c:pt>
                <c:pt idx="17260">
                  <c:v>8.0207245103272697</c:v>
                </c:pt>
                <c:pt idx="17261">
                  <c:v>8.0248879398842039</c:v>
                </c:pt>
                <c:pt idx="17262">
                  <c:v>8.026051739005462</c:v>
                </c:pt>
                <c:pt idx="17263">
                  <c:v>8.0251200262801294</c:v>
                </c:pt>
                <c:pt idx="17264">
                  <c:v>8.0249919106475591</c:v>
                </c:pt>
                <c:pt idx="17265">
                  <c:v>8.0218803432841952</c:v>
                </c:pt>
                <c:pt idx="17266">
                  <c:v>8.020404139120437</c:v>
                </c:pt>
                <c:pt idx="17267">
                  <c:v>8.0221171108282352</c:v>
                </c:pt>
                <c:pt idx="17268">
                  <c:v>8.025226789307272</c:v>
                </c:pt>
                <c:pt idx="17269">
                  <c:v>8.0278424834722628</c:v>
                </c:pt>
                <c:pt idx="17270">
                  <c:v>8.0277933724797759</c:v>
                </c:pt>
                <c:pt idx="17271">
                  <c:v>8.027781135794358</c:v>
                </c:pt>
                <c:pt idx="17272">
                  <c:v>8.025412064222067</c:v>
                </c:pt>
                <c:pt idx="17273">
                  <c:v>8.0243750667268916</c:v>
                </c:pt>
                <c:pt idx="17274">
                  <c:v>8.0246233318277014</c:v>
                </c:pt>
                <c:pt idx="17275">
                  <c:v>8.0263023036176246</c:v>
                </c:pt>
                <c:pt idx="17276">
                  <c:v>8.0293801174393291</c:v>
                </c:pt>
                <c:pt idx="17277">
                  <c:v>8.0298907732106919</c:v>
                </c:pt>
                <c:pt idx="17278">
                  <c:v>8.0267472590645923</c:v>
                </c:pt>
                <c:pt idx="17279">
                  <c:v>8.022174187985053</c:v>
                </c:pt>
                <c:pt idx="17280">
                  <c:v>8.0207227856937546</c:v>
                </c:pt>
                <c:pt idx="17281">
                  <c:v>8.0231583788444958</c:v>
                </c:pt>
                <c:pt idx="17282">
                  <c:v>8.0261125118055272</c:v>
                </c:pt>
                <c:pt idx="17283">
                  <c:v>8.0265222354535375</c:v>
                </c:pt>
                <c:pt idx="17284">
                  <c:v>8.0259569662875219</c:v>
                </c:pt>
                <c:pt idx="17285">
                  <c:v>8.0282424341970184</c:v>
                </c:pt>
                <c:pt idx="17286">
                  <c:v>8.0296939186137237</c:v>
                </c:pt>
                <c:pt idx="17287">
                  <c:v>8.0308197757976423</c:v>
                </c:pt>
                <c:pt idx="17288">
                  <c:v>8.0287981768159984</c:v>
                </c:pt>
                <c:pt idx="17289">
                  <c:v>8.0243730135917541</c:v>
                </c:pt>
                <c:pt idx="17290">
                  <c:v>8.0201705744672118</c:v>
                </c:pt>
                <c:pt idx="17291">
                  <c:v>8.0215380445940951</c:v>
                </c:pt>
                <c:pt idx="17292">
                  <c:v>8.024098796862809</c:v>
                </c:pt>
                <c:pt idx="17293">
                  <c:v>8.0282472795959432</c:v>
                </c:pt>
                <c:pt idx="17294">
                  <c:v>8.0309609493696872</c:v>
                </c:pt>
                <c:pt idx="17295">
                  <c:v>8.0269772101999752</c:v>
                </c:pt>
                <c:pt idx="17296">
                  <c:v>8.0228310269781957</c:v>
                </c:pt>
                <c:pt idx="17297">
                  <c:v>8.02069223504291</c:v>
                </c:pt>
                <c:pt idx="17298">
                  <c:v>8.0206929741715598</c:v>
                </c:pt>
                <c:pt idx="17299">
                  <c:v>8.019955652281034</c:v>
                </c:pt>
                <c:pt idx="17300">
                  <c:v>8.0206345830082544</c:v>
                </c:pt>
                <c:pt idx="17301">
                  <c:v>8.0214711945140227</c:v>
                </c:pt>
                <c:pt idx="17302">
                  <c:v>8.0240776906335967</c:v>
                </c:pt>
                <c:pt idx="17303">
                  <c:v>8.0239715846096988</c:v>
                </c:pt>
                <c:pt idx="17304">
                  <c:v>8.0239034205231388</c:v>
                </c:pt>
                <c:pt idx="17305">
                  <c:v>8.0248933601609664</c:v>
                </c:pt>
                <c:pt idx="17306">
                  <c:v>8.0248520510820018</c:v>
                </c:pt>
                <c:pt idx="17307">
                  <c:v>8.0258420728452347</c:v>
                </c:pt>
                <c:pt idx="17308">
                  <c:v>8.0250238574302966</c:v>
                </c:pt>
                <c:pt idx="17309">
                  <c:v>8.0240114154313638</c:v>
                </c:pt>
                <c:pt idx="17310">
                  <c:v>8.0222370960456626</c:v>
                </c:pt>
                <c:pt idx="17311">
                  <c:v>8.02078865026896</c:v>
                </c:pt>
                <c:pt idx="17312">
                  <c:v>8.021615899478503</c:v>
                </c:pt>
                <c:pt idx="17313">
                  <c:v>8.0219456329815628</c:v>
                </c:pt>
                <c:pt idx="17314">
                  <c:v>8.0190913645136117</c:v>
                </c:pt>
                <c:pt idx="17315">
                  <c:v>8.0182085985299558</c:v>
                </c:pt>
                <c:pt idx="17316">
                  <c:v>8.0198413337165846</c:v>
                </c:pt>
                <c:pt idx="17317">
                  <c:v>8.0230291134562481</c:v>
                </c:pt>
                <c:pt idx="17318">
                  <c:v>8.0241535745082739</c:v>
                </c:pt>
                <c:pt idx="17319">
                  <c:v>8.0251816203342496</c:v>
                </c:pt>
                <c:pt idx="17320">
                  <c:v>8.0266457520634003</c:v>
                </c:pt>
                <c:pt idx="17321">
                  <c:v>8.0271880261158781</c:v>
                </c:pt>
                <c:pt idx="17322">
                  <c:v>8.0242387385537715</c:v>
                </c:pt>
                <c:pt idx="17323">
                  <c:v>8.021989898575125</c:v>
                </c:pt>
                <c:pt idx="17324">
                  <c:v>8.0212975814068077</c:v>
                </c:pt>
                <c:pt idx="17325">
                  <c:v>8.0221544778877352</c:v>
                </c:pt>
                <c:pt idx="17326">
                  <c:v>8.0230833983492786</c:v>
                </c:pt>
                <c:pt idx="17327">
                  <c:v>8.0216708413747799</c:v>
                </c:pt>
                <c:pt idx="17328">
                  <c:v>8.0210905432595574</c:v>
                </c:pt>
                <c:pt idx="17329">
                  <c:v>8.0213426682544249</c:v>
                </c:pt>
                <c:pt idx="17330">
                  <c:v>8.0196292859195992</c:v>
                </c:pt>
                <c:pt idx="17331">
                  <c:v>8.019969777850779</c:v>
                </c:pt>
                <c:pt idx="17332">
                  <c:v>8.0226321192460883</c:v>
                </c:pt>
                <c:pt idx="17333">
                  <c:v>8.0226860756374982</c:v>
                </c:pt>
                <c:pt idx="17334">
                  <c:v>8.0213846343366324</c:v>
                </c:pt>
                <c:pt idx="17335">
                  <c:v>8.0200358066767947</c:v>
                </c:pt>
                <c:pt idx="17336">
                  <c:v>8.0190482486757286</c:v>
                </c:pt>
                <c:pt idx="17337">
                  <c:v>8.0199158214593691</c:v>
                </c:pt>
                <c:pt idx="17338">
                  <c:v>8.0191766106845144</c:v>
                </c:pt>
                <c:pt idx="17339">
                  <c:v>8.0182773374943537</c:v>
                </c:pt>
                <c:pt idx="17340">
                  <c:v>8.0178185028538582</c:v>
                </c:pt>
                <c:pt idx="17341">
                  <c:v>8.0178502853857836</c:v>
                </c:pt>
                <c:pt idx="17342">
                  <c:v>8.0179398842031784</c:v>
                </c:pt>
                <c:pt idx="17343">
                  <c:v>8.0210186014043447</c:v>
                </c:pt>
                <c:pt idx="17344">
                  <c:v>8.0243200427052113</c:v>
                </c:pt>
                <c:pt idx="17345">
                  <c:v>8.024560670143309</c:v>
                </c:pt>
                <c:pt idx="17346">
                  <c:v>8.0229178335318032</c:v>
                </c:pt>
                <c:pt idx="17347">
                  <c:v>8.0213527696793001</c:v>
                </c:pt>
                <c:pt idx="17348">
                  <c:v>8.0212517554305425</c:v>
                </c:pt>
                <c:pt idx="17349">
                  <c:v>8.0207166262883423</c:v>
                </c:pt>
                <c:pt idx="17350">
                  <c:v>8.0200272656346243</c:v>
                </c:pt>
                <c:pt idx="17351">
                  <c:v>8.0195931507411817</c:v>
                </c:pt>
                <c:pt idx="17352">
                  <c:v>8.0202050671375194</c:v>
                </c:pt>
                <c:pt idx="17353">
                  <c:v>8.0205779986038674</c:v>
                </c:pt>
                <c:pt idx="17354">
                  <c:v>8.0217146963413128</c:v>
                </c:pt>
                <c:pt idx="17355">
                  <c:v>8.0227317373629532</c:v>
                </c:pt>
                <c:pt idx="17356">
                  <c:v>8.0213173736295325</c:v>
                </c:pt>
                <c:pt idx="17357">
                  <c:v>8.0183612696587687</c:v>
                </c:pt>
                <c:pt idx="17358">
                  <c:v>8.0164608877756329</c:v>
                </c:pt>
                <c:pt idx="17359">
                  <c:v>8.0158623578203922</c:v>
                </c:pt>
                <c:pt idx="17360">
                  <c:v>8.0147521044635166</c:v>
                </c:pt>
                <c:pt idx="17361">
                  <c:v>8.0164024144869224</c:v>
                </c:pt>
                <c:pt idx="17362">
                  <c:v>8.0197577300537919</c:v>
                </c:pt>
                <c:pt idx="17363">
                  <c:v>8.023004804336221</c:v>
                </c:pt>
                <c:pt idx="17364">
                  <c:v>8.0237115755759039</c:v>
                </c:pt>
                <c:pt idx="17365">
                  <c:v>8.0250364226173367</c:v>
                </c:pt>
                <c:pt idx="17366">
                  <c:v>8.0246981480721065</c:v>
                </c:pt>
                <c:pt idx="17367">
                  <c:v>8.0209860797437695</c:v>
                </c:pt>
                <c:pt idx="17368">
                  <c:v>8.0174604360859032</c:v>
                </c:pt>
                <c:pt idx="17369">
                  <c:v>8.0169048577177353</c:v>
                </c:pt>
                <c:pt idx="17370">
                  <c:v>8.0187660657824491</c:v>
                </c:pt>
                <c:pt idx="17371">
                  <c:v>8.020443148688047</c:v>
                </c:pt>
                <c:pt idx="17372">
                  <c:v>8.0201431445817768</c:v>
                </c:pt>
                <c:pt idx="17373">
                  <c:v>8.0217552662916276</c:v>
                </c:pt>
                <c:pt idx="17374">
                  <c:v>8.0216029236644353</c:v>
                </c:pt>
                <c:pt idx="17375">
                  <c:v>8.0198447008582097</c:v>
                </c:pt>
                <c:pt idx="17376">
                  <c:v>8.0196039912947068</c:v>
                </c:pt>
                <c:pt idx="17377">
                  <c:v>8.0202377530489048</c:v>
                </c:pt>
                <c:pt idx="17378">
                  <c:v>8.0200334250400367</c:v>
                </c:pt>
                <c:pt idx="17379">
                  <c:v>8.0208949205436699</c:v>
                </c:pt>
                <c:pt idx="17380">
                  <c:v>8.0224430665626407</c:v>
                </c:pt>
                <c:pt idx="17381">
                  <c:v>8.0221472508520506</c:v>
                </c:pt>
                <c:pt idx="17382">
                  <c:v>8.0221920091980454</c:v>
                </c:pt>
                <c:pt idx="17383">
                  <c:v>8.024196115468321</c:v>
                </c:pt>
                <c:pt idx="17384">
                  <c:v>8.025133905473659</c:v>
                </c:pt>
                <c:pt idx="17385">
                  <c:v>8.02605995154601</c:v>
                </c:pt>
                <c:pt idx="17386">
                  <c:v>8.0251402291298817</c:v>
                </c:pt>
                <c:pt idx="17387">
                  <c:v>8.0230742824292687</c:v>
                </c:pt>
                <c:pt idx="17388">
                  <c:v>8.0231059007103855</c:v>
                </c:pt>
                <c:pt idx="17389">
                  <c:v>8.0237153533445564</c:v>
                </c:pt>
                <c:pt idx="17390">
                  <c:v>8.0222928591959928</c:v>
                </c:pt>
                <c:pt idx="17391">
                  <c:v>8.0213197552662923</c:v>
                </c:pt>
                <c:pt idx="17392">
                  <c:v>8.0204714819529421</c:v>
                </c:pt>
                <c:pt idx="17393">
                  <c:v>8.0211254465568924</c:v>
                </c:pt>
                <c:pt idx="17394">
                  <c:v>8.02125216605757</c:v>
                </c:pt>
                <c:pt idx="17395">
                  <c:v>8.0215801749271129</c:v>
                </c:pt>
                <c:pt idx="17396">
                  <c:v>8.0232421467580988</c:v>
                </c:pt>
                <c:pt idx="17397">
                  <c:v>8.0219562271588725</c:v>
                </c:pt>
                <c:pt idx="17398">
                  <c:v>8.0229720362994286</c:v>
                </c:pt>
                <c:pt idx="17399">
                  <c:v>8.0234651993594213</c:v>
                </c:pt>
                <c:pt idx="17400">
                  <c:v>8.0215383730957175</c:v>
                </c:pt>
                <c:pt idx="17401">
                  <c:v>8.019998685993512</c:v>
                </c:pt>
                <c:pt idx="17402">
                  <c:v>8.0199427585923697</c:v>
                </c:pt>
                <c:pt idx="17403">
                  <c:v>8.021848560752268</c:v>
                </c:pt>
                <c:pt idx="17404">
                  <c:v>8.0235940541206414</c:v>
                </c:pt>
                <c:pt idx="17405">
                  <c:v>8.0227190900505079</c:v>
                </c:pt>
                <c:pt idx="17406">
                  <c:v>8.023774073009486</c:v>
                </c:pt>
                <c:pt idx="17407">
                  <c:v>8.0256839814396592</c:v>
                </c:pt>
                <c:pt idx="17408">
                  <c:v>8.0257224982548347</c:v>
                </c:pt>
                <c:pt idx="17409">
                  <c:v>8.0230266496940832</c:v>
                </c:pt>
                <c:pt idx="17410">
                  <c:v>8.0219779903913278</c:v>
                </c:pt>
                <c:pt idx="17411">
                  <c:v>8.0233347842154963</c:v>
                </c:pt>
                <c:pt idx="17412">
                  <c:v>8.0250373259967969</c:v>
                </c:pt>
                <c:pt idx="17413">
                  <c:v>8.0241442943374537</c:v>
                </c:pt>
                <c:pt idx="17414">
                  <c:v>8.0223865642836607</c:v>
                </c:pt>
                <c:pt idx="17415">
                  <c:v>8.0200317004065216</c:v>
                </c:pt>
                <c:pt idx="17416">
                  <c:v>8.0194413008664238</c:v>
                </c:pt>
                <c:pt idx="17417">
                  <c:v>8.0195198948794815</c:v>
                </c:pt>
                <c:pt idx="17418">
                  <c:v>8.019903995400977</c:v>
                </c:pt>
                <c:pt idx="17419">
                  <c:v>8.0214273395474898</c:v>
                </c:pt>
                <c:pt idx="17420">
                  <c:v>8.0206985586991344</c:v>
                </c:pt>
                <c:pt idx="17421">
                  <c:v>8.0209767174475424</c:v>
                </c:pt>
                <c:pt idx="17422">
                  <c:v>8.0227945632981559</c:v>
                </c:pt>
                <c:pt idx="17423">
                  <c:v>8.0230073502237911</c:v>
                </c:pt>
                <c:pt idx="17424">
                  <c:v>8.0195543054243839</c:v>
                </c:pt>
                <c:pt idx="17425">
                  <c:v>8.0176825853077656</c:v>
                </c:pt>
                <c:pt idx="17426">
                  <c:v>8.0182935983246413</c:v>
                </c:pt>
                <c:pt idx="17427">
                  <c:v>8.0186767133412715</c:v>
                </c:pt>
                <c:pt idx="17428">
                  <c:v>8.0204931630599923</c:v>
                </c:pt>
                <c:pt idx="17429">
                  <c:v>8.0224388781669607</c:v>
                </c:pt>
                <c:pt idx="17430">
                  <c:v>8.0214900833572873</c:v>
                </c:pt>
                <c:pt idx="17431">
                  <c:v>8.0193468566501043</c:v>
                </c:pt>
                <c:pt idx="17432">
                  <c:v>8.0215651459779078</c:v>
                </c:pt>
                <c:pt idx="17433">
                  <c:v>8.0243785159939236</c:v>
                </c:pt>
                <c:pt idx="17434">
                  <c:v>8.0273868517225804</c:v>
                </c:pt>
                <c:pt idx="17435">
                  <c:v>8.0295679382416942</c:v>
                </c:pt>
                <c:pt idx="17436">
                  <c:v>8.0283627479160682</c:v>
                </c:pt>
                <c:pt idx="17437">
                  <c:v>8.0257744836365124</c:v>
                </c:pt>
                <c:pt idx="17438">
                  <c:v>8.0263050958814102</c:v>
                </c:pt>
                <c:pt idx="17439">
                  <c:v>8.0256969572537269</c:v>
                </c:pt>
                <c:pt idx="17440">
                  <c:v>8.0237632324559609</c:v>
                </c:pt>
                <c:pt idx="17441">
                  <c:v>8.0229155340204485</c:v>
                </c:pt>
                <c:pt idx="17442">
                  <c:v>8.0197607686937946</c:v>
                </c:pt>
                <c:pt idx="17443">
                  <c:v>8.0165751242146754</c:v>
                </c:pt>
                <c:pt idx="17444">
                  <c:v>8.0154339095799294</c:v>
                </c:pt>
                <c:pt idx="17445">
                  <c:v>8.0180922268303707</c:v>
                </c:pt>
                <c:pt idx="17446">
                  <c:v>8.0199560629080597</c:v>
                </c:pt>
                <c:pt idx="17447">
                  <c:v>8.0180564201535738</c:v>
                </c:pt>
                <c:pt idx="17448">
                  <c:v>8.0175790251714361</c:v>
                </c:pt>
                <c:pt idx="17449">
                  <c:v>8.0174011415431359</c:v>
                </c:pt>
                <c:pt idx="17450">
                  <c:v>8.0190782244487337</c:v>
                </c:pt>
                <c:pt idx="17451">
                  <c:v>8.0212071613353597</c:v>
                </c:pt>
                <c:pt idx="17452">
                  <c:v>8.0236237835174311</c:v>
                </c:pt>
                <c:pt idx="17453">
                  <c:v>8.0236333100644686</c:v>
                </c:pt>
                <c:pt idx="17454">
                  <c:v>8.0209198045415349</c:v>
                </c:pt>
                <c:pt idx="17455">
                  <c:v>8.0183747382252708</c:v>
                </c:pt>
                <c:pt idx="17456">
                  <c:v>8.018101507001191</c:v>
                </c:pt>
                <c:pt idx="17457">
                  <c:v>8.0204249168480271</c:v>
                </c:pt>
                <c:pt idx="17458">
                  <c:v>8.0239262513858662</c:v>
                </c:pt>
                <c:pt idx="17459">
                  <c:v>8.0246491192050264</c:v>
                </c:pt>
                <c:pt idx="17460">
                  <c:v>8.0235735227692686</c:v>
                </c:pt>
                <c:pt idx="17461">
                  <c:v>8.0237762082700286</c:v>
                </c:pt>
                <c:pt idx="17462">
                  <c:v>8.0220151932000157</c:v>
                </c:pt>
                <c:pt idx="17463">
                  <c:v>8.0225776701022458</c:v>
                </c:pt>
                <c:pt idx="17464">
                  <c:v>8.0257311214224121</c:v>
                </c:pt>
                <c:pt idx="17465">
                  <c:v>8.024996016917834</c:v>
                </c:pt>
                <c:pt idx="17466">
                  <c:v>8.022947645053998</c:v>
                </c:pt>
                <c:pt idx="17467">
                  <c:v>8.0214547694329248</c:v>
                </c:pt>
                <c:pt idx="17468">
                  <c:v>8.0209510121956225</c:v>
                </c:pt>
                <c:pt idx="17469">
                  <c:v>8.0218767297663529</c:v>
                </c:pt>
                <c:pt idx="17470">
                  <c:v>8.0189232538085662</c:v>
                </c:pt>
                <c:pt idx="17471">
                  <c:v>8.015762411201905</c:v>
                </c:pt>
                <c:pt idx="17472">
                  <c:v>8.0156406192255574</c:v>
                </c:pt>
                <c:pt idx="17473">
                  <c:v>8.0214043444339502</c:v>
                </c:pt>
                <c:pt idx="17474">
                  <c:v>8.0259615653102294</c:v>
                </c:pt>
                <c:pt idx="17475">
                  <c:v>8.0235953681271308</c:v>
                </c:pt>
                <c:pt idx="17476">
                  <c:v>8.0241156325709362</c:v>
                </c:pt>
                <c:pt idx="17477">
                  <c:v>8.0267142446515827</c:v>
                </c:pt>
                <c:pt idx="17478">
                  <c:v>8.0278898698312329</c:v>
                </c:pt>
                <c:pt idx="17479">
                  <c:v>8.0271916396337204</c:v>
                </c:pt>
                <c:pt idx="17480">
                  <c:v>8.0245514720978939</c:v>
                </c:pt>
                <c:pt idx="17481">
                  <c:v>8.0244712355767263</c:v>
                </c:pt>
                <c:pt idx="17482">
                  <c:v>8.0270512051903253</c:v>
                </c:pt>
                <c:pt idx="17483">
                  <c:v>8.0291041760768689</c:v>
                </c:pt>
                <c:pt idx="17484">
                  <c:v>8.0292943785159938</c:v>
                </c:pt>
                <c:pt idx="17485">
                  <c:v>8.0290932533979387</c:v>
                </c:pt>
                <c:pt idx="17486">
                  <c:v>8.026239395557015</c:v>
                </c:pt>
                <c:pt idx="17487">
                  <c:v>8.0243560136328167</c:v>
                </c:pt>
                <c:pt idx="17488">
                  <c:v>8.0242944195786965</c:v>
                </c:pt>
                <c:pt idx="17489">
                  <c:v>8.024874553443107</c:v>
                </c:pt>
                <c:pt idx="17490">
                  <c:v>8.0255373054654449</c:v>
                </c:pt>
                <c:pt idx="17491">
                  <c:v>8.0266151192871522</c:v>
                </c:pt>
                <c:pt idx="17492">
                  <c:v>8.0273434895084801</c:v>
                </c:pt>
                <c:pt idx="17493">
                  <c:v>8.0266503510861078</c:v>
                </c:pt>
                <c:pt idx="17494">
                  <c:v>8.0255986531433496</c:v>
                </c:pt>
                <c:pt idx="17495">
                  <c:v>8.0228712684268881</c:v>
                </c:pt>
                <c:pt idx="17496">
                  <c:v>8.022904447090708</c:v>
                </c:pt>
                <c:pt idx="17497">
                  <c:v>8.0219782367675432</c:v>
                </c:pt>
                <c:pt idx="17498">
                  <c:v>8.018435346774524</c:v>
                </c:pt>
                <c:pt idx="17499">
                  <c:v>8.0228300414733305</c:v>
                </c:pt>
                <c:pt idx="17500">
                  <c:v>8.0270985915492954</c:v>
                </c:pt>
                <c:pt idx="17501">
                  <c:v>8.0253088325873616</c:v>
                </c:pt>
                <c:pt idx="17502">
                  <c:v>8.0235482281443762</c:v>
                </c:pt>
                <c:pt idx="17503">
                  <c:v>8.0225444914384259</c:v>
                </c:pt>
                <c:pt idx="17504">
                  <c:v>8.0199805362788972</c:v>
                </c:pt>
                <c:pt idx="17505">
                  <c:v>8.0158211308668328</c:v>
                </c:pt>
                <c:pt idx="17506">
                  <c:v>8.0177140393380686</c:v>
                </c:pt>
                <c:pt idx="17507">
                  <c:v>8.0221827290272252</c:v>
                </c:pt>
                <c:pt idx="17508">
                  <c:v>8.0235460107584284</c:v>
                </c:pt>
                <c:pt idx="17509">
                  <c:v>8.0238499568841615</c:v>
                </c:pt>
                <c:pt idx="17510">
                  <c:v>8.021647599885025</c:v>
                </c:pt>
                <c:pt idx="17511">
                  <c:v>8.0231312774606831</c:v>
                </c:pt>
                <c:pt idx="17512">
                  <c:v>8.0275064263129803</c:v>
                </c:pt>
                <c:pt idx="17513">
                  <c:v>8.0283262021106232</c:v>
                </c:pt>
                <c:pt idx="17514">
                  <c:v>8.0268868722539324</c:v>
                </c:pt>
                <c:pt idx="17515">
                  <c:v>8.0255033055475717</c:v>
                </c:pt>
                <c:pt idx="17516">
                  <c:v>8.0230078429762255</c:v>
                </c:pt>
                <c:pt idx="17517">
                  <c:v>8.0203114195376344</c:v>
                </c:pt>
                <c:pt idx="17518">
                  <c:v>8.0212217796575374</c:v>
                </c:pt>
                <c:pt idx="17519">
                  <c:v>8.023726604525109</c:v>
                </c:pt>
                <c:pt idx="17520">
                  <c:v>8.0257605223175794</c:v>
                </c:pt>
                <c:pt idx="17521">
                  <c:v>8.0267879111403104</c:v>
                </c:pt>
                <c:pt idx="17522">
                  <c:v>8.0229447706648056</c:v>
                </c:pt>
                <c:pt idx="17523">
                  <c:v>8.0196809427996545</c:v>
                </c:pt>
                <c:pt idx="17524">
                  <c:v>8.0199489179977821</c:v>
                </c:pt>
                <c:pt idx="17525">
                  <c:v>8.0219619759372556</c:v>
                </c:pt>
                <c:pt idx="17526">
                  <c:v>8.022775510204081</c:v>
                </c:pt>
                <c:pt idx="17527">
                  <c:v>8.0218933190982629</c:v>
                </c:pt>
                <c:pt idx="17528">
                  <c:v>8.022631790744466</c:v>
                </c:pt>
                <c:pt idx="17529">
                  <c:v>8.0230832340984684</c:v>
                </c:pt>
                <c:pt idx="17530">
                  <c:v>8.0230801133330587</c:v>
                </c:pt>
                <c:pt idx="17531">
                  <c:v>8.0263049316305999</c:v>
                </c:pt>
                <c:pt idx="17532">
                  <c:v>8.0266180758017498</c:v>
                </c:pt>
                <c:pt idx="17533">
                  <c:v>8.0264821582556571</c:v>
                </c:pt>
                <c:pt idx="17534">
                  <c:v>8.0284230279637008</c:v>
                </c:pt>
                <c:pt idx="17535">
                  <c:v>8.0285534431076258</c:v>
                </c:pt>
                <c:pt idx="17536">
                  <c:v>8.0266386892785277</c:v>
                </c:pt>
                <c:pt idx="17537">
                  <c:v>8.0227192543013182</c:v>
                </c:pt>
                <c:pt idx="17538">
                  <c:v>8.0211091857266048</c:v>
                </c:pt>
                <c:pt idx="17539">
                  <c:v>8.023678561162896</c:v>
                </c:pt>
                <c:pt idx="17540">
                  <c:v>8.0241687677082911</c:v>
                </c:pt>
                <c:pt idx="17541">
                  <c:v>8.0220382704389603</c:v>
                </c:pt>
                <c:pt idx="17542">
                  <c:v>8.020780437728412</c:v>
                </c:pt>
                <c:pt idx="17543">
                  <c:v>8.0235336919476037</c:v>
                </c:pt>
                <c:pt idx="17544">
                  <c:v>8.02118490535047</c:v>
                </c:pt>
                <c:pt idx="17545">
                  <c:v>8.0173922719993431</c:v>
                </c:pt>
                <c:pt idx="17546">
                  <c:v>8.0164384675399329</c:v>
                </c:pt>
                <c:pt idx="17547">
                  <c:v>8.0179660000821258</c:v>
                </c:pt>
                <c:pt idx="17548">
                  <c:v>8.0221677000780183</c:v>
                </c:pt>
                <c:pt idx="17549">
                  <c:v>8.0249315484745214</c:v>
                </c:pt>
                <c:pt idx="17550">
                  <c:v>8.0260764587525149</c:v>
                </c:pt>
                <c:pt idx="17551">
                  <c:v>8.0264842113907946</c:v>
                </c:pt>
                <c:pt idx="17552">
                  <c:v>8.0256417689812345</c:v>
                </c:pt>
                <c:pt idx="17553">
                  <c:v>8.0247604812548765</c:v>
                </c:pt>
                <c:pt idx="17554">
                  <c:v>8.0242356999137687</c:v>
                </c:pt>
                <c:pt idx="17555">
                  <c:v>8.0250018478216241</c:v>
                </c:pt>
                <c:pt idx="17556">
                  <c:v>8.0274688128772631</c:v>
                </c:pt>
                <c:pt idx="17557">
                  <c:v>8.0276140105941778</c:v>
                </c:pt>
                <c:pt idx="17558">
                  <c:v>8.0272859195992279</c:v>
                </c:pt>
                <c:pt idx="17559">
                  <c:v>8.0267277953434899</c:v>
                </c:pt>
                <c:pt idx="17560">
                  <c:v>8.0260955939719949</c:v>
                </c:pt>
                <c:pt idx="17561">
                  <c:v>8.0254069724469268</c:v>
                </c:pt>
                <c:pt idx="17562">
                  <c:v>8.0255206340081298</c:v>
                </c:pt>
                <c:pt idx="17563">
                  <c:v>8.0266386071531226</c:v>
                </c:pt>
                <c:pt idx="17564">
                  <c:v>8.0281741058596481</c:v>
                </c:pt>
                <c:pt idx="17565">
                  <c:v>8.0272516733051376</c:v>
                </c:pt>
                <c:pt idx="17566">
                  <c:v>8.0237928797273437</c:v>
                </c:pt>
                <c:pt idx="17567">
                  <c:v>8.0225244528394857</c:v>
                </c:pt>
                <c:pt idx="17568">
                  <c:v>8.0246567568677367</c:v>
                </c:pt>
                <c:pt idx="17569">
                  <c:v>8.0262129511764471</c:v>
                </c:pt>
                <c:pt idx="17570">
                  <c:v>8.024561491397364</c:v>
                </c:pt>
                <c:pt idx="17571">
                  <c:v>8.0255300784297621</c:v>
                </c:pt>
                <c:pt idx="17572">
                  <c:v>8.0266451771855625</c:v>
                </c:pt>
                <c:pt idx="17573">
                  <c:v>8.0255576725660092</c:v>
                </c:pt>
                <c:pt idx="17574">
                  <c:v>8.0247387180224194</c:v>
                </c:pt>
                <c:pt idx="17575">
                  <c:v>8.0233953106393461</c:v>
                </c:pt>
                <c:pt idx="17576">
                  <c:v>8.0251634706196366</c:v>
                </c:pt>
                <c:pt idx="17577">
                  <c:v>8.0298726234960789</c:v>
                </c:pt>
                <c:pt idx="17578">
                  <c:v>8.031799778261405</c:v>
                </c:pt>
                <c:pt idx="17579">
                  <c:v>8.0297652855910968</c:v>
                </c:pt>
                <c:pt idx="17580">
                  <c:v>8.0272140598694204</c:v>
                </c:pt>
                <c:pt idx="17581">
                  <c:v>8.0266395926579879</c:v>
                </c:pt>
                <c:pt idx="17582">
                  <c:v>8.023016466143801</c:v>
                </c:pt>
                <c:pt idx="17583">
                  <c:v>8.0205912207941523</c:v>
                </c:pt>
                <c:pt idx="17584">
                  <c:v>8.0228844084917661</c:v>
                </c:pt>
                <c:pt idx="17585">
                  <c:v>8.0225987763314581</c:v>
                </c:pt>
                <c:pt idx="17586">
                  <c:v>8.0226286699790581</c:v>
                </c:pt>
                <c:pt idx="17587">
                  <c:v>8.0238911838377209</c:v>
                </c:pt>
                <c:pt idx="17588">
                  <c:v>8.0247621237629865</c:v>
                </c:pt>
                <c:pt idx="17589">
                  <c:v>8.023986613558904</c:v>
                </c:pt>
                <c:pt idx="17590">
                  <c:v>8.0234084507042258</c:v>
                </c:pt>
                <c:pt idx="17591">
                  <c:v>8.0221146470660702</c:v>
                </c:pt>
                <c:pt idx="17592">
                  <c:v>8.0206273559725698</c:v>
                </c:pt>
                <c:pt idx="17593">
                  <c:v>8.022513940787583</c:v>
                </c:pt>
                <c:pt idx="17594">
                  <c:v>8.0257372808278244</c:v>
                </c:pt>
                <c:pt idx="17595">
                  <c:v>8.0267140804007724</c:v>
                </c:pt>
                <c:pt idx="17596">
                  <c:v>8.025212827988339</c:v>
                </c:pt>
                <c:pt idx="17597">
                  <c:v>8.0253667309982344</c:v>
                </c:pt>
                <c:pt idx="17598">
                  <c:v>8.0257148605921245</c:v>
                </c:pt>
                <c:pt idx="17599">
                  <c:v>8.0234203588880213</c:v>
                </c:pt>
                <c:pt idx="17600">
                  <c:v>8.0216945756169675</c:v>
                </c:pt>
                <c:pt idx="17601">
                  <c:v>8.0220082946659552</c:v>
                </c:pt>
                <c:pt idx="17602">
                  <c:v>8.0207847903749023</c:v>
                </c:pt>
                <c:pt idx="17603">
                  <c:v>8.0223278446187329</c:v>
                </c:pt>
                <c:pt idx="17604">
                  <c:v>8.0246362255163639</c:v>
                </c:pt>
                <c:pt idx="17605">
                  <c:v>8.0261537387590849</c:v>
                </c:pt>
                <c:pt idx="17606">
                  <c:v>8.0298860099371741</c:v>
                </c:pt>
                <c:pt idx="17607">
                  <c:v>8.0299613189340118</c:v>
                </c:pt>
                <c:pt idx="17608">
                  <c:v>8.0265535252330302</c:v>
                </c:pt>
                <c:pt idx="17609">
                  <c:v>8.0259280581447872</c:v>
                </c:pt>
                <c:pt idx="17610">
                  <c:v>8.0253866874717694</c:v>
                </c:pt>
                <c:pt idx="17611">
                  <c:v>8.0207284523467326</c:v>
                </c:pt>
                <c:pt idx="17612">
                  <c:v>8.020045251098427</c:v>
                </c:pt>
                <c:pt idx="17613">
                  <c:v>8.0228256067014332</c:v>
                </c:pt>
                <c:pt idx="17614">
                  <c:v>8.0230145772594756</c:v>
                </c:pt>
                <c:pt idx="17615">
                  <c:v>8.0198438796041547</c:v>
                </c:pt>
                <c:pt idx="17616">
                  <c:v>8.0159228842442403</c:v>
                </c:pt>
                <c:pt idx="17617">
                  <c:v>8.013156736336386</c:v>
                </c:pt>
                <c:pt idx="17618">
                  <c:v>8.0149551184658971</c:v>
                </c:pt>
                <c:pt idx="17619">
                  <c:v>8.0167085779986031</c:v>
                </c:pt>
                <c:pt idx="17620">
                  <c:v>8.0161480721061054</c:v>
                </c:pt>
                <c:pt idx="17621">
                  <c:v>8.0189083891101713</c:v>
                </c:pt>
                <c:pt idx="17622">
                  <c:v>8.0207124378926622</c:v>
                </c:pt>
                <c:pt idx="17623">
                  <c:v>8.0219880096907978</c:v>
                </c:pt>
                <c:pt idx="17624">
                  <c:v>8.0240093622962263</c:v>
                </c:pt>
                <c:pt idx="17625">
                  <c:v>8.0239485073707559</c:v>
                </c:pt>
                <c:pt idx="17626">
                  <c:v>8.025161171108282</c:v>
                </c:pt>
                <c:pt idx="17627">
                  <c:v>8.0261553812671949</c:v>
                </c:pt>
                <c:pt idx="17628">
                  <c:v>8.0284977620827007</c:v>
                </c:pt>
                <c:pt idx="17629">
                  <c:v>8.0263165113127748</c:v>
                </c:pt>
                <c:pt idx="17630">
                  <c:v>8.0220760481254878</c:v>
                </c:pt>
                <c:pt idx="17631">
                  <c:v>8.0193746971625668</c:v>
                </c:pt>
                <c:pt idx="17632">
                  <c:v>8.0183569170122784</c:v>
                </c:pt>
                <c:pt idx="17633">
                  <c:v>8.0201452798423194</c:v>
                </c:pt>
                <c:pt idx="17634">
                  <c:v>8.0213782285550028</c:v>
                </c:pt>
                <c:pt idx="17635">
                  <c:v>8.0196021845357865</c:v>
                </c:pt>
                <c:pt idx="17636">
                  <c:v>8.0186486264525936</c:v>
                </c:pt>
                <c:pt idx="17637">
                  <c:v>8.0175705662546708</c:v>
                </c:pt>
                <c:pt idx="17638">
                  <c:v>8.0161606372931473</c:v>
                </c:pt>
                <c:pt idx="17639">
                  <c:v>8.0190305095881413</c:v>
                </c:pt>
                <c:pt idx="17640">
                  <c:v>8.0225527861043808</c:v>
                </c:pt>
                <c:pt idx="17641">
                  <c:v>8.0257828604278725</c:v>
                </c:pt>
                <c:pt idx="17642">
                  <c:v>8.0303042746273565</c:v>
                </c:pt>
                <c:pt idx="17643">
                  <c:v>8.0330601568595252</c:v>
                </c:pt>
                <c:pt idx="17644">
                  <c:v>8.032980166714573</c:v>
                </c:pt>
                <c:pt idx="17645">
                  <c:v>8.0318350100603624</c:v>
                </c:pt>
                <c:pt idx="17646">
                  <c:v>8.0273632817312031</c:v>
                </c:pt>
                <c:pt idx="17647">
                  <c:v>8.0246999548310267</c:v>
                </c:pt>
                <c:pt idx="17648">
                  <c:v>8.0251386687471769</c:v>
                </c:pt>
                <c:pt idx="17649">
                  <c:v>8.0256948219931843</c:v>
                </c:pt>
                <c:pt idx="17650">
                  <c:v>8.0239053915328711</c:v>
                </c:pt>
                <c:pt idx="17651">
                  <c:v>8.0228950026690757</c:v>
                </c:pt>
                <c:pt idx="17652">
                  <c:v>8.0229255533199186</c:v>
                </c:pt>
                <c:pt idx="17653">
                  <c:v>8.0238800969079787</c:v>
                </c:pt>
                <c:pt idx="17654">
                  <c:v>8.0234340738307388</c:v>
                </c:pt>
                <c:pt idx="17655">
                  <c:v>8.0196731408861339</c:v>
                </c:pt>
                <c:pt idx="17656">
                  <c:v>8.0170747751817029</c:v>
                </c:pt>
                <c:pt idx="17657">
                  <c:v>8.0193916149960991</c:v>
                </c:pt>
                <c:pt idx="17658">
                  <c:v>8.0238960292366439</c:v>
                </c:pt>
                <c:pt idx="17659">
                  <c:v>8.0257000780191348</c:v>
                </c:pt>
                <c:pt idx="17660">
                  <c:v>8.0255338561984146</c:v>
                </c:pt>
                <c:pt idx="17661">
                  <c:v>8.0241112799244441</c:v>
                </c:pt>
                <c:pt idx="17662">
                  <c:v>8.0239710097318611</c:v>
                </c:pt>
                <c:pt idx="17663">
                  <c:v>8.0256808606742496</c:v>
                </c:pt>
                <c:pt idx="17664">
                  <c:v>8.0266321192460897</c:v>
                </c:pt>
                <c:pt idx="17665">
                  <c:v>8.0257789184084096</c:v>
                </c:pt>
                <c:pt idx="17666">
                  <c:v>8.0221856034164176</c:v>
                </c:pt>
                <c:pt idx="17667">
                  <c:v>8.0199160678355845</c:v>
                </c:pt>
                <c:pt idx="17668">
                  <c:v>8.0205654334168273</c:v>
                </c:pt>
                <c:pt idx="17669">
                  <c:v>8.0208919640290723</c:v>
                </c:pt>
                <c:pt idx="17670">
                  <c:v>8.0201242557385122</c:v>
                </c:pt>
                <c:pt idx="17671">
                  <c:v>8.0191416252617742</c:v>
                </c:pt>
                <c:pt idx="17672">
                  <c:v>8.0194144458588266</c:v>
                </c:pt>
                <c:pt idx="17673">
                  <c:v>8.021360160965795</c:v>
                </c:pt>
                <c:pt idx="17674">
                  <c:v>8.0223820473863583</c:v>
                </c:pt>
                <c:pt idx="17675">
                  <c:v>8.0236482568882685</c:v>
                </c:pt>
                <c:pt idx="17676">
                  <c:v>8.0240669322054785</c:v>
                </c:pt>
                <c:pt idx="17677">
                  <c:v>8.0231088572249831</c:v>
                </c:pt>
                <c:pt idx="17678">
                  <c:v>8.0230507945632983</c:v>
                </c:pt>
                <c:pt idx="17679">
                  <c:v>8.0256786432883018</c:v>
                </c:pt>
                <c:pt idx="17680">
                  <c:v>8.0274743974048377</c:v>
                </c:pt>
                <c:pt idx="17681">
                  <c:v>8.0263137190489875</c:v>
                </c:pt>
                <c:pt idx="17682">
                  <c:v>8.0262531104997326</c:v>
                </c:pt>
                <c:pt idx="17683">
                  <c:v>8.0255158707346119</c:v>
                </c:pt>
                <c:pt idx="17684">
                  <c:v>8.0226995442040003</c:v>
                </c:pt>
                <c:pt idx="17685">
                  <c:v>8.0212731901613772</c:v>
                </c:pt>
                <c:pt idx="17686">
                  <c:v>8.0220013140064879</c:v>
                </c:pt>
                <c:pt idx="17687">
                  <c:v>8.0212993881657297</c:v>
                </c:pt>
                <c:pt idx="17688">
                  <c:v>8.0195446146265343</c:v>
                </c:pt>
                <c:pt idx="17689">
                  <c:v>8.0174739046524035</c:v>
                </c:pt>
                <c:pt idx="17690">
                  <c:v>8.018551800599516</c:v>
                </c:pt>
                <c:pt idx="17691">
                  <c:v>8.0203992115961071</c:v>
                </c:pt>
                <c:pt idx="17692">
                  <c:v>8.019465363610232</c:v>
                </c:pt>
                <c:pt idx="17693">
                  <c:v>8.0191266784379742</c:v>
                </c:pt>
                <c:pt idx="17694">
                  <c:v>8.0203571633884945</c:v>
                </c:pt>
                <c:pt idx="17695">
                  <c:v>8.0221419948261001</c:v>
                </c:pt>
                <c:pt idx="17696">
                  <c:v>8.0220533815135706</c:v>
                </c:pt>
                <c:pt idx="17697">
                  <c:v>8.0215284359216525</c:v>
                </c:pt>
                <c:pt idx="17698">
                  <c:v>8.0200290723935446</c:v>
                </c:pt>
                <c:pt idx="17699">
                  <c:v>8.0178380487003658</c:v>
                </c:pt>
                <c:pt idx="17700">
                  <c:v>8.0177815464213857</c:v>
                </c:pt>
                <c:pt idx="17701">
                  <c:v>8.0205093417648747</c:v>
                </c:pt>
                <c:pt idx="17702">
                  <c:v>8.0227709933067786</c:v>
                </c:pt>
                <c:pt idx="17703">
                  <c:v>8.0228959060485359</c:v>
                </c:pt>
                <c:pt idx="17704">
                  <c:v>8.0241583377817935</c:v>
                </c:pt>
                <c:pt idx="17705">
                  <c:v>8.0270016835708127</c:v>
                </c:pt>
                <c:pt idx="17706">
                  <c:v>8.0262359462899848</c:v>
                </c:pt>
                <c:pt idx="17707">
                  <c:v>8.0257164209748293</c:v>
                </c:pt>
                <c:pt idx="17708">
                  <c:v>8.0262283907526797</c:v>
                </c:pt>
                <c:pt idx="17709">
                  <c:v>8.0259688744713173</c:v>
                </c:pt>
                <c:pt idx="17710">
                  <c:v>8.0267600706278479</c:v>
                </c:pt>
                <c:pt idx="17711">
                  <c:v>8.0253911222436667</c:v>
                </c:pt>
                <c:pt idx="17712">
                  <c:v>8.0220725988584576</c:v>
                </c:pt>
                <c:pt idx="17713">
                  <c:v>8.0200951833449672</c:v>
                </c:pt>
                <c:pt idx="17714">
                  <c:v>8.0215864985833374</c:v>
                </c:pt>
                <c:pt idx="17715">
                  <c:v>8.0226625877715279</c:v>
                </c:pt>
                <c:pt idx="17716">
                  <c:v>8.0228474520592954</c:v>
                </c:pt>
                <c:pt idx="17717">
                  <c:v>8.0236189381185063</c:v>
                </c:pt>
                <c:pt idx="17718">
                  <c:v>8.022315443682503</c:v>
                </c:pt>
                <c:pt idx="17719">
                  <c:v>8.0213304315690053</c:v>
                </c:pt>
                <c:pt idx="17720">
                  <c:v>8.022451689730218</c:v>
                </c:pt>
                <c:pt idx="17721">
                  <c:v>8.023082905596846</c:v>
                </c:pt>
                <c:pt idx="17722">
                  <c:v>8.0227566213608181</c:v>
                </c:pt>
                <c:pt idx="17723">
                  <c:v>8.0226029647271382</c:v>
                </c:pt>
                <c:pt idx="17724">
                  <c:v>8.0245533609822193</c:v>
                </c:pt>
                <c:pt idx="17725">
                  <c:v>8.023048002299511</c:v>
                </c:pt>
                <c:pt idx="17726">
                  <c:v>8.0205603416416871</c:v>
                </c:pt>
                <c:pt idx="17727">
                  <c:v>8.0192136492423938</c:v>
                </c:pt>
                <c:pt idx="17728">
                  <c:v>8.0192690838911016</c:v>
                </c:pt>
                <c:pt idx="17729">
                  <c:v>8.0203813082577096</c:v>
                </c:pt>
                <c:pt idx="17730">
                  <c:v>8.0209378721307445</c:v>
                </c:pt>
                <c:pt idx="17731">
                  <c:v>8.0212676877592077</c:v>
                </c:pt>
                <c:pt idx="17732">
                  <c:v>8.0220252124994875</c:v>
                </c:pt>
                <c:pt idx="17733">
                  <c:v>8.0217770295240829</c:v>
                </c:pt>
                <c:pt idx="17734">
                  <c:v>8.02052691660165</c:v>
                </c:pt>
                <c:pt idx="17735">
                  <c:v>8.0220983862357826</c:v>
                </c:pt>
                <c:pt idx="17736">
                  <c:v>8.0240640578162861</c:v>
                </c:pt>
                <c:pt idx="17737">
                  <c:v>8.0233233687841334</c:v>
                </c:pt>
                <c:pt idx="17738">
                  <c:v>8.0214664312405048</c:v>
                </c:pt>
                <c:pt idx="17739">
                  <c:v>8.0161709029688328</c:v>
                </c:pt>
                <c:pt idx="17740">
                  <c:v>8.0147302591056544</c:v>
                </c:pt>
                <c:pt idx="17741">
                  <c:v>8.0163449267030753</c:v>
                </c:pt>
                <c:pt idx="17742">
                  <c:v>8.015581406808197</c:v>
                </c:pt>
                <c:pt idx="17743">
                  <c:v>8.0158170245965596</c:v>
                </c:pt>
                <c:pt idx="17744">
                  <c:v>8.0179383238204736</c:v>
                </c:pt>
                <c:pt idx="17745">
                  <c:v>8.0211162485114773</c:v>
                </c:pt>
                <c:pt idx="17746">
                  <c:v>8.021843551102533</c:v>
                </c:pt>
                <c:pt idx="17747">
                  <c:v>8.0197026239067064</c:v>
                </c:pt>
                <c:pt idx="17748">
                  <c:v>8.0202605017862272</c:v>
                </c:pt>
                <c:pt idx="17749">
                  <c:v>8.0202332361516042</c:v>
                </c:pt>
                <c:pt idx="17750">
                  <c:v>8.0210465240422124</c:v>
                </c:pt>
                <c:pt idx="17751">
                  <c:v>8.0216117932082298</c:v>
                </c:pt>
                <c:pt idx="17752">
                  <c:v>8.0210421713957221</c:v>
                </c:pt>
                <c:pt idx="17753">
                  <c:v>8.0219601691783353</c:v>
                </c:pt>
                <c:pt idx="17754">
                  <c:v>8.022743152794316</c:v>
                </c:pt>
                <c:pt idx="17755">
                  <c:v>8.0209089639880098</c:v>
                </c:pt>
                <c:pt idx="17756">
                  <c:v>8.0228291380938686</c:v>
                </c:pt>
                <c:pt idx="17757">
                  <c:v>8.0248694616679668</c:v>
                </c:pt>
                <c:pt idx="17758">
                  <c:v>8.0244610520264441</c:v>
                </c:pt>
                <c:pt idx="17759">
                  <c:v>8.0228226501868356</c:v>
                </c:pt>
                <c:pt idx="17760">
                  <c:v>8.0221654005666654</c:v>
                </c:pt>
                <c:pt idx="17761">
                  <c:v>8.0220156859524501</c:v>
                </c:pt>
                <c:pt idx="17762">
                  <c:v>8.0214293105572203</c:v>
                </c:pt>
                <c:pt idx="17763">
                  <c:v>8.0205199359421844</c:v>
                </c:pt>
                <c:pt idx="17764">
                  <c:v>8.0195653923541244</c:v>
                </c:pt>
                <c:pt idx="17765">
                  <c:v>8.0172891224900429</c:v>
                </c:pt>
                <c:pt idx="17766">
                  <c:v>8.0162174680737479</c:v>
                </c:pt>
                <c:pt idx="17767">
                  <c:v>8.0181438015850208</c:v>
                </c:pt>
                <c:pt idx="17768">
                  <c:v>8.0228998480680005</c:v>
                </c:pt>
                <c:pt idx="17769">
                  <c:v>8.0256964645012943</c:v>
                </c:pt>
                <c:pt idx="17770">
                  <c:v>8.0240694780930486</c:v>
                </c:pt>
                <c:pt idx="17771">
                  <c:v>8.0235208803843463</c:v>
                </c:pt>
                <c:pt idx="17772">
                  <c:v>8.0241325504044685</c:v>
                </c:pt>
                <c:pt idx="17773">
                  <c:v>8.0214113250934176</c:v>
                </c:pt>
                <c:pt idx="17774">
                  <c:v>8.0202451443353997</c:v>
                </c:pt>
                <c:pt idx="17775">
                  <c:v>8.0193158132468287</c:v>
                </c:pt>
                <c:pt idx="17776">
                  <c:v>8.0191587073461168</c:v>
                </c:pt>
                <c:pt idx="17777">
                  <c:v>8.0190236110540791</c:v>
                </c:pt>
                <c:pt idx="17778">
                  <c:v>8.0190411037654492</c:v>
                </c:pt>
                <c:pt idx="17779">
                  <c:v>8.018517636430829</c:v>
                </c:pt>
                <c:pt idx="17780">
                  <c:v>8.0178097154354706</c:v>
                </c:pt>
                <c:pt idx="17781">
                  <c:v>8.0203615160349848</c:v>
                </c:pt>
                <c:pt idx="17782">
                  <c:v>8.0213669773744503</c:v>
                </c:pt>
                <c:pt idx="17783">
                  <c:v>8.0214737404015928</c:v>
                </c:pt>
                <c:pt idx="17784">
                  <c:v>8.0214860592124175</c:v>
                </c:pt>
                <c:pt idx="17785">
                  <c:v>8.0201887241818248</c:v>
                </c:pt>
                <c:pt idx="17786">
                  <c:v>8.0183824580133862</c:v>
                </c:pt>
                <c:pt idx="17787">
                  <c:v>8.0178894592042056</c:v>
                </c:pt>
                <c:pt idx="17788">
                  <c:v>8.0175289286740856</c:v>
                </c:pt>
                <c:pt idx="17789">
                  <c:v>8.0138193241079136</c:v>
                </c:pt>
                <c:pt idx="17790">
                  <c:v>8.0130212294173209</c:v>
                </c:pt>
                <c:pt idx="17791">
                  <c:v>8.0169061717242229</c:v>
                </c:pt>
                <c:pt idx="17792">
                  <c:v>8.0196438221163717</c:v>
                </c:pt>
                <c:pt idx="17793">
                  <c:v>8.0182963084630234</c:v>
                </c:pt>
                <c:pt idx="17794">
                  <c:v>8.0183298977538708</c:v>
                </c:pt>
                <c:pt idx="17795">
                  <c:v>8.0188502443230814</c:v>
                </c:pt>
                <c:pt idx="17796">
                  <c:v>8.0193765039214888</c:v>
                </c:pt>
                <c:pt idx="17797">
                  <c:v>8.0221025746314627</c:v>
                </c:pt>
                <c:pt idx="17798">
                  <c:v>8.0225598488892533</c:v>
                </c:pt>
                <c:pt idx="17799">
                  <c:v>8.0227658194062332</c:v>
                </c:pt>
                <c:pt idx="17800">
                  <c:v>8.0235193200016433</c:v>
                </c:pt>
                <c:pt idx="17801">
                  <c:v>8.0257647107132595</c:v>
                </c:pt>
                <c:pt idx="17802">
                  <c:v>8.0239956473535088</c:v>
                </c:pt>
                <c:pt idx="17803">
                  <c:v>8.0202294583829516</c:v>
                </c:pt>
                <c:pt idx="17804">
                  <c:v>8.0171946782737233</c:v>
                </c:pt>
                <c:pt idx="17805">
                  <c:v>8.0172152917505031</c:v>
                </c:pt>
                <c:pt idx="17806">
                  <c:v>8.0200855746725246</c:v>
                </c:pt>
                <c:pt idx="17807">
                  <c:v>8.0239930193405336</c:v>
                </c:pt>
                <c:pt idx="17808">
                  <c:v>8.0250545723319515</c:v>
                </c:pt>
                <c:pt idx="17809">
                  <c:v>8.0245620662752017</c:v>
                </c:pt>
                <c:pt idx="17810">
                  <c:v>8.0252239149180795</c:v>
                </c:pt>
                <c:pt idx="17811">
                  <c:v>8.0260903379460444</c:v>
                </c:pt>
                <c:pt idx="17812">
                  <c:v>8.0247209789348339</c:v>
                </c:pt>
                <c:pt idx="17813">
                  <c:v>8.0232285139407882</c:v>
                </c:pt>
                <c:pt idx="17814">
                  <c:v>8.0234826099453862</c:v>
                </c:pt>
                <c:pt idx="17815">
                  <c:v>8.0242899848067992</c:v>
                </c:pt>
                <c:pt idx="17816">
                  <c:v>8.0246317907444666</c:v>
                </c:pt>
                <c:pt idx="17817">
                  <c:v>8.0246409887898817</c:v>
                </c:pt>
                <c:pt idx="17818">
                  <c:v>8.0254118178458498</c:v>
                </c:pt>
                <c:pt idx="17819">
                  <c:v>8.0250209830411041</c:v>
                </c:pt>
                <c:pt idx="17820">
                  <c:v>8.0228287274668411</c:v>
                </c:pt>
                <c:pt idx="17821">
                  <c:v>8.0189740894345665</c:v>
                </c:pt>
                <c:pt idx="17822">
                  <c:v>8.017555044553033</c:v>
                </c:pt>
                <c:pt idx="17823">
                  <c:v>8.0187829014905763</c:v>
                </c:pt>
                <c:pt idx="17824">
                  <c:v>8.0214152671128822</c:v>
                </c:pt>
                <c:pt idx="17825">
                  <c:v>8.0243166755635862</c:v>
                </c:pt>
                <c:pt idx="17826">
                  <c:v>8.0273486634090254</c:v>
                </c:pt>
                <c:pt idx="17827">
                  <c:v>8.0278540631544359</c:v>
                </c:pt>
                <c:pt idx="17828">
                  <c:v>8.0280462366032932</c:v>
                </c:pt>
                <c:pt idx="17829">
                  <c:v>8.0266106845152549</c:v>
                </c:pt>
                <c:pt idx="17830">
                  <c:v>8.0246469018190769</c:v>
                </c:pt>
                <c:pt idx="17831">
                  <c:v>8.0207485730710797</c:v>
                </c:pt>
                <c:pt idx="17832">
                  <c:v>8.0224479119615655</c:v>
                </c:pt>
                <c:pt idx="17833">
                  <c:v>8.0247195828029394</c:v>
                </c:pt>
                <c:pt idx="17834">
                  <c:v>8.022559684638443</c:v>
                </c:pt>
                <c:pt idx="17835">
                  <c:v>8.0241575165277386</c:v>
                </c:pt>
                <c:pt idx="17836">
                  <c:v>8.0232944606413987</c:v>
                </c:pt>
                <c:pt idx="17837">
                  <c:v>8.0219945797232377</c:v>
                </c:pt>
                <c:pt idx="17838">
                  <c:v>8.0206204574385094</c:v>
                </c:pt>
                <c:pt idx="17839">
                  <c:v>8.0192002628012968</c:v>
                </c:pt>
                <c:pt idx="17840">
                  <c:v>8.0195134069724467</c:v>
                </c:pt>
                <c:pt idx="17841">
                  <c:v>8.0189593889869837</c:v>
                </c:pt>
                <c:pt idx="17842">
                  <c:v>8.017785159939228</c:v>
                </c:pt>
                <c:pt idx="17843">
                  <c:v>8.0172829630846305</c:v>
                </c:pt>
                <c:pt idx="17844">
                  <c:v>8.0186564283661159</c:v>
                </c:pt>
                <c:pt idx="17845">
                  <c:v>8.02183870570361</c:v>
                </c:pt>
                <c:pt idx="17846">
                  <c:v>8.0221854391656056</c:v>
                </c:pt>
                <c:pt idx="17847">
                  <c:v>8.0220904200714482</c:v>
                </c:pt>
                <c:pt idx="17848">
                  <c:v>8.0238633433252584</c:v>
                </c:pt>
                <c:pt idx="17849">
                  <c:v>8.0240567486551964</c:v>
                </c:pt>
                <c:pt idx="17850">
                  <c:v>8.0247455344310765</c:v>
                </c:pt>
                <c:pt idx="17851">
                  <c:v>8.025986120806472</c:v>
                </c:pt>
                <c:pt idx="17852">
                  <c:v>8.0246092883833615</c:v>
                </c:pt>
                <c:pt idx="17853">
                  <c:v>8.0228820268550081</c:v>
                </c:pt>
                <c:pt idx="17854">
                  <c:v>8.0238756621360814</c:v>
                </c:pt>
                <c:pt idx="17855">
                  <c:v>8.0250750215579192</c:v>
                </c:pt>
                <c:pt idx="17856">
                  <c:v>8.0254702911345621</c:v>
                </c:pt>
                <c:pt idx="17857">
                  <c:v>8.0237731696300258</c:v>
                </c:pt>
                <c:pt idx="17858">
                  <c:v>8.0224576848848184</c:v>
                </c:pt>
                <c:pt idx="17859">
                  <c:v>8.0214729191475378</c:v>
                </c:pt>
                <c:pt idx="17860">
                  <c:v>8.0241434730833987</c:v>
                </c:pt>
                <c:pt idx="17861">
                  <c:v>8.0251840840964146</c:v>
                </c:pt>
                <c:pt idx="17862">
                  <c:v>8.0241819077731691</c:v>
                </c:pt>
                <c:pt idx="17863">
                  <c:v>8.0250636882519615</c:v>
                </c:pt>
                <c:pt idx="17864">
                  <c:v>8.0247955488030218</c:v>
                </c:pt>
                <c:pt idx="17865">
                  <c:v>8.0239188600993714</c:v>
                </c:pt>
                <c:pt idx="17866">
                  <c:v>8.023456740442656</c:v>
                </c:pt>
                <c:pt idx="17867">
                  <c:v>8.0224779698599757</c:v>
                </c:pt>
                <c:pt idx="17868">
                  <c:v>8.0212412433786398</c:v>
                </c:pt>
                <c:pt idx="17869">
                  <c:v>8.0218876524452831</c:v>
                </c:pt>
                <c:pt idx="17870">
                  <c:v>8.0235739333962961</c:v>
                </c:pt>
                <c:pt idx="17871">
                  <c:v>8.024973432431322</c:v>
                </c:pt>
                <c:pt idx="17872">
                  <c:v>8.022369400073913</c:v>
                </c:pt>
                <c:pt idx="17873">
                  <c:v>8.0196036627930845</c:v>
                </c:pt>
                <c:pt idx="17874">
                  <c:v>8.0175948753746979</c:v>
                </c:pt>
                <c:pt idx="17875">
                  <c:v>8.0183084630230361</c:v>
                </c:pt>
                <c:pt idx="17876">
                  <c:v>8.0196995852667019</c:v>
                </c:pt>
                <c:pt idx="17877">
                  <c:v>8.0208953311706974</c:v>
                </c:pt>
                <c:pt idx="17878">
                  <c:v>8.0239448117275085</c:v>
                </c:pt>
                <c:pt idx="17879">
                  <c:v>8.024428612491274</c:v>
                </c:pt>
                <c:pt idx="17880">
                  <c:v>8.0236334743152788</c:v>
                </c:pt>
                <c:pt idx="17881">
                  <c:v>8.021763807333798</c:v>
                </c:pt>
                <c:pt idx="17882">
                  <c:v>8.0223854966533903</c:v>
                </c:pt>
                <c:pt idx="17883">
                  <c:v>8.022990678766476</c:v>
                </c:pt>
                <c:pt idx="17884">
                  <c:v>8.023784749312199</c:v>
                </c:pt>
                <c:pt idx="17885">
                  <c:v>8.0256319960579798</c:v>
                </c:pt>
                <c:pt idx="17886">
                  <c:v>8.0249901038886371</c:v>
                </c:pt>
                <c:pt idx="17887">
                  <c:v>8.0234789964275457</c:v>
                </c:pt>
                <c:pt idx="17888">
                  <c:v>8.025027553073544</c:v>
                </c:pt>
                <c:pt idx="17889">
                  <c:v>8.024001560382704</c:v>
                </c:pt>
                <c:pt idx="17890">
                  <c:v>8.0200339999178745</c:v>
                </c:pt>
                <c:pt idx="17891">
                  <c:v>8.0215263827865151</c:v>
                </c:pt>
                <c:pt idx="17892">
                  <c:v>8.0218548844084925</c:v>
                </c:pt>
                <c:pt idx="17893">
                  <c:v>8.0192040405699512</c:v>
                </c:pt>
                <c:pt idx="17894">
                  <c:v>8.0182022748737314</c:v>
                </c:pt>
                <c:pt idx="17895">
                  <c:v>8.0199444832258866</c:v>
                </c:pt>
                <c:pt idx="17896">
                  <c:v>8.0239109760604439</c:v>
                </c:pt>
                <c:pt idx="17897">
                  <c:v>8.024942799655074</c:v>
                </c:pt>
                <c:pt idx="17898">
                  <c:v>8.0255563585595198</c:v>
                </c:pt>
                <c:pt idx="17899">
                  <c:v>8.0256901408450698</c:v>
                </c:pt>
                <c:pt idx="17900">
                  <c:v>8.0252628423602843</c:v>
                </c:pt>
                <c:pt idx="17901">
                  <c:v>8.0299519566377864</c:v>
                </c:pt>
                <c:pt idx="17902">
                  <c:v>8.0324351003983079</c:v>
                </c:pt>
                <c:pt idx="17903">
                  <c:v>8.030680901736952</c:v>
                </c:pt>
                <c:pt idx="17904">
                  <c:v>8.0262129511764471</c:v>
                </c:pt>
                <c:pt idx="17905">
                  <c:v>8.0202944195786969</c:v>
                </c:pt>
                <c:pt idx="17906">
                  <c:v>8.017735145567281</c:v>
                </c:pt>
                <c:pt idx="17907">
                  <c:v>8.0181000287438913</c:v>
                </c:pt>
                <c:pt idx="17908">
                  <c:v>8.0194917258653966</c:v>
                </c:pt>
                <c:pt idx="17909">
                  <c:v>8.0196884162115545</c:v>
                </c:pt>
                <c:pt idx="17910">
                  <c:v>8.0169195581653181</c:v>
                </c:pt>
                <c:pt idx="17911">
                  <c:v>8.0169556112183304</c:v>
                </c:pt>
                <c:pt idx="17912">
                  <c:v>8.0182430912002634</c:v>
                </c:pt>
                <c:pt idx="17913">
                  <c:v>8.0200140434443394</c:v>
                </c:pt>
                <c:pt idx="17914">
                  <c:v>8.0209707222929421</c:v>
                </c:pt>
                <c:pt idx="17915">
                  <c:v>8.0198913480885317</c:v>
                </c:pt>
                <c:pt idx="17916">
                  <c:v>8.0195638319714195</c:v>
                </c:pt>
                <c:pt idx="17917">
                  <c:v>8.0211602677288223</c:v>
                </c:pt>
                <c:pt idx="17918">
                  <c:v>8.0229960990432385</c:v>
                </c:pt>
                <c:pt idx="17919">
                  <c:v>8.023566377858991</c:v>
                </c:pt>
                <c:pt idx="17920">
                  <c:v>8.0225257668459733</c:v>
                </c:pt>
                <c:pt idx="17921">
                  <c:v>8.0212885476122047</c:v>
                </c:pt>
                <c:pt idx="17922">
                  <c:v>8.0203151973062869</c:v>
                </c:pt>
                <c:pt idx="17923">
                  <c:v>8.0194193733831565</c:v>
                </c:pt>
                <c:pt idx="17924">
                  <c:v>8.0181359175460933</c:v>
                </c:pt>
                <c:pt idx="17925">
                  <c:v>8.0173962961442129</c:v>
                </c:pt>
                <c:pt idx="17926">
                  <c:v>8.0188780848355439</c:v>
                </c:pt>
                <c:pt idx="17927">
                  <c:v>8.0183733420933763</c:v>
                </c:pt>
                <c:pt idx="17928">
                  <c:v>8.0199718309859147</c:v>
                </c:pt>
                <c:pt idx="17929">
                  <c:v>8.0234145279842313</c:v>
                </c:pt>
                <c:pt idx="17930">
                  <c:v>8.0260378598119324</c:v>
                </c:pt>
                <c:pt idx="17931">
                  <c:v>8.0281119369276883</c:v>
                </c:pt>
                <c:pt idx="17932">
                  <c:v>8.0292318810824135</c:v>
                </c:pt>
                <c:pt idx="17933">
                  <c:v>8.0281660575699085</c:v>
                </c:pt>
                <c:pt idx="17934">
                  <c:v>8.0252562723278444</c:v>
                </c:pt>
                <c:pt idx="17935">
                  <c:v>8.024044922596806</c:v>
                </c:pt>
                <c:pt idx="17936">
                  <c:v>8.0221309078963579</c:v>
                </c:pt>
                <c:pt idx="17937">
                  <c:v>8.0212530694370301</c:v>
                </c:pt>
                <c:pt idx="17938">
                  <c:v>8.0230834804746856</c:v>
                </c:pt>
                <c:pt idx="17939">
                  <c:v>8.0256483390136744</c:v>
                </c:pt>
                <c:pt idx="17940">
                  <c:v>8.0243468155874016</c:v>
                </c:pt>
                <c:pt idx="17941">
                  <c:v>8.0214782572988952</c:v>
                </c:pt>
                <c:pt idx="17942">
                  <c:v>8.0228332443641435</c:v>
                </c:pt>
                <c:pt idx="17943">
                  <c:v>8.0239888309448535</c:v>
                </c:pt>
                <c:pt idx="17944">
                  <c:v>8.0246198004352642</c:v>
                </c:pt>
                <c:pt idx="17945">
                  <c:v>8.0248834229869015</c:v>
                </c:pt>
                <c:pt idx="17946">
                  <c:v>8.0256429187369118</c:v>
                </c:pt>
                <c:pt idx="17947">
                  <c:v>8.0245153369194764</c:v>
                </c:pt>
                <c:pt idx="17948">
                  <c:v>8.0205646121627723</c:v>
                </c:pt>
                <c:pt idx="17949">
                  <c:v>8.0189331088572242</c:v>
                </c:pt>
                <c:pt idx="17950">
                  <c:v>8.0201105407957947</c:v>
                </c:pt>
                <c:pt idx="17951">
                  <c:v>8.0234649529832058</c:v>
                </c:pt>
                <c:pt idx="17952">
                  <c:v>8.0240885311871235</c:v>
                </c:pt>
                <c:pt idx="17953">
                  <c:v>8.023921816613969</c:v>
                </c:pt>
                <c:pt idx="17954">
                  <c:v>8.0223457479571305</c:v>
                </c:pt>
                <c:pt idx="17955">
                  <c:v>8.0228877756333929</c:v>
                </c:pt>
                <c:pt idx="17956">
                  <c:v>8.0241289368866262</c:v>
                </c:pt>
                <c:pt idx="17957">
                  <c:v>8.0244064386317913</c:v>
                </c:pt>
                <c:pt idx="17958">
                  <c:v>8.0234045908101663</c:v>
                </c:pt>
                <c:pt idx="17959">
                  <c:v>8.0222216564694282</c:v>
                </c:pt>
                <c:pt idx="17960">
                  <c:v>8.023785734817066</c:v>
                </c:pt>
                <c:pt idx="17961">
                  <c:v>8.0266654621607199</c:v>
                </c:pt>
                <c:pt idx="17962">
                  <c:v>8.0285940951833457</c:v>
                </c:pt>
                <c:pt idx="17963">
                  <c:v>8.0282663326900181</c:v>
                </c:pt>
                <c:pt idx="17964">
                  <c:v>8.026236849669445</c:v>
                </c:pt>
                <c:pt idx="17965">
                  <c:v>8.0224172791853157</c:v>
                </c:pt>
                <c:pt idx="17966">
                  <c:v>8.0211636348704474</c:v>
                </c:pt>
                <c:pt idx="17967">
                  <c:v>8.0207637662710951</c:v>
                </c:pt>
                <c:pt idx="17968">
                  <c:v>8.0230906253849632</c:v>
                </c:pt>
                <c:pt idx="17969">
                  <c:v>8.0266175830493172</c:v>
                </c:pt>
                <c:pt idx="17970">
                  <c:v>8.0275519237876232</c:v>
                </c:pt>
                <c:pt idx="17971">
                  <c:v>8.025186958485607</c:v>
                </c:pt>
                <c:pt idx="17972">
                  <c:v>8.0211752145526223</c:v>
                </c:pt>
                <c:pt idx="17973">
                  <c:v>8.0223870570360933</c:v>
                </c:pt>
                <c:pt idx="17974">
                  <c:v>8.0256070299347098</c:v>
                </c:pt>
                <c:pt idx="17975">
                  <c:v>8.0263958444544823</c:v>
                </c:pt>
                <c:pt idx="17976">
                  <c:v>8.0247902106516644</c:v>
                </c:pt>
                <c:pt idx="17977">
                  <c:v>8.0241176035806685</c:v>
                </c:pt>
                <c:pt idx="17978">
                  <c:v>8.0234239724058636</c:v>
                </c:pt>
                <c:pt idx="17979">
                  <c:v>8.0213422576273974</c:v>
                </c:pt>
                <c:pt idx="17980">
                  <c:v>8.021713957212663</c:v>
                </c:pt>
                <c:pt idx="17981">
                  <c:v>8.0227736213197556</c:v>
                </c:pt>
                <c:pt idx="17982">
                  <c:v>8.0229847657372808</c:v>
                </c:pt>
                <c:pt idx="17983">
                  <c:v>8.0207661479078549</c:v>
                </c:pt>
                <c:pt idx="17984">
                  <c:v>8.0196226337617542</c:v>
                </c:pt>
                <c:pt idx="17985">
                  <c:v>8.0207332977456574</c:v>
                </c:pt>
                <c:pt idx="17986">
                  <c:v>8.0192083110910364</c:v>
                </c:pt>
                <c:pt idx="17987">
                  <c:v>8.0190805239600866</c:v>
                </c:pt>
                <c:pt idx="17988">
                  <c:v>8.0229570894756286</c:v>
                </c:pt>
                <c:pt idx="17989">
                  <c:v>8.0243367141625264</c:v>
                </c:pt>
                <c:pt idx="17990">
                  <c:v>8.026295158707347</c:v>
                </c:pt>
                <c:pt idx="17991">
                  <c:v>8.0254238902804591</c:v>
                </c:pt>
                <c:pt idx="17992">
                  <c:v>8.0225985299552409</c:v>
                </c:pt>
                <c:pt idx="17993">
                  <c:v>8.0188545969695717</c:v>
                </c:pt>
                <c:pt idx="17994">
                  <c:v>8.0175372233400406</c:v>
                </c:pt>
                <c:pt idx="17995">
                  <c:v>8.020499650967027</c:v>
                </c:pt>
                <c:pt idx="17996">
                  <c:v>8.0232538085656806</c:v>
                </c:pt>
                <c:pt idx="17997">
                  <c:v>8.0233986777809712</c:v>
                </c:pt>
                <c:pt idx="17998">
                  <c:v>8.0232810742003036</c:v>
                </c:pt>
                <c:pt idx="17999">
                  <c:v>8.0245917956719914</c:v>
                </c:pt>
                <c:pt idx="18000">
                  <c:v>8.024005748778384</c:v>
                </c:pt>
                <c:pt idx="18001">
                  <c:v>8.0248760317004066</c:v>
                </c:pt>
                <c:pt idx="18002">
                  <c:v>8.0251880261158792</c:v>
                </c:pt>
                <c:pt idx="18003">
                  <c:v>8.0257332566829547</c:v>
                </c:pt>
                <c:pt idx="18004">
                  <c:v>8.0300898451936114</c:v>
                </c:pt>
                <c:pt idx="18005">
                  <c:v>8.0310905432595572</c:v>
                </c:pt>
                <c:pt idx="18006">
                  <c:v>8.0301314006487914</c:v>
                </c:pt>
                <c:pt idx="18007">
                  <c:v>8.0302692892046146</c:v>
                </c:pt>
                <c:pt idx="18008">
                  <c:v>8.0250094854843343</c:v>
                </c:pt>
                <c:pt idx="18009">
                  <c:v>8.0171825237137107</c:v>
                </c:pt>
                <c:pt idx="18010">
                  <c:v>8.0133916149960989</c:v>
                </c:pt>
                <c:pt idx="18011">
                  <c:v>8.0149937995318847</c:v>
                </c:pt>
                <c:pt idx="18012">
                  <c:v>8.0150601568595246</c:v>
                </c:pt>
                <c:pt idx="18013">
                  <c:v>8.0138940582269118</c:v>
                </c:pt>
                <c:pt idx="18014">
                  <c:v>8.016657824498008</c:v>
                </c:pt>
                <c:pt idx="18015">
                  <c:v>8.0170772389438678</c:v>
                </c:pt>
                <c:pt idx="18016">
                  <c:v>8.0173122818543909</c:v>
                </c:pt>
                <c:pt idx="18017">
                  <c:v>8.0209991376832424</c:v>
                </c:pt>
                <c:pt idx="18018">
                  <c:v>8.0221529996304355</c:v>
                </c:pt>
                <c:pt idx="18019">
                  <c:v>8.0216662423520724</c:v>
                </c:pt>
                <c:pt idx="18020">
                  <c:v>8.020807046359792</c:v>
                </c:pt>
                <c:pt idx="18021">
                  <c:v>8.02208877756334</c:v>
                </c:pt>
                <c:pt idx="18022">
                  <c:v>8.0208936886625875</c:v>
                </c:pt>
                <c:pt idx="18023">
                  <c:v>8.0205038393627071</c:v>
                </c:pt>
                <c:pt idx="18024">
                  <c:v>8.0215675276146676</c:v>
                </c:pt>
                <c:pt idx="18025">
                  <c:v>8.0221511928715152</c:v>
                </c:pt>
                <c:pt idx="18026">
                  <c:v>8.023062949123311</c:v>
                </c:pt>
                <c:pt idx="18027">
                  <c:v>8.0228260994538658</c:v>
                </c:pt>
                <c:pt idx="18028">
                  <c:v>8.0220422124584232</c:v>
                </c:pt>
                <c:pt idx="18029">
                  <c:v>8.0232301564488981</c:v>
                </c:pt>
                <c:pt idx="18030">
                  <c:v>8.0238451936106436</c:v>
                </c:pt>
                <c:pt idx="18031">
                  <c:v>8.023004968587033</c:v>
                </c:pt>
                <c:pt idx="18032">
                  <c:v>8.0216573728082778</c:v>
                </c:pt>
                <c:pt idx="18033">
                  <c:v>8.0201595696628747</c:v>
                </c:pt>
                <c:pt idx="18034">
                  <c:v>8.0197734981316469</c:v>
                </c:pt>
                <c:pt idx="18035">
                  <c:v>8.0197161745986119</c:v>
                </c:pt>
                <c:pt idx="18036">
                  <c:v>8.0199345460518217</c:v>
                </c:pt>
                <c:pt idx="18037">
                  <c:v>8.0215217837638075</c:v>
                </c:pt>
                <c:pt idx="18038">
                  <c:v>8.0231020408163261</c:v>
                </c:pt>
                <c:pt idx="18039">
                  <c:v>8.0249722826756464</c:v>
                </c:pt>
                <c:pt idx="18040">
                  <c:v>8.0261336180347396</c:v>
                </c:pt>
                <c:pt idx="18041">
                  <c:v>8.0265433416827499</c:v>
                </c:pt>
                <c:pt idx="18042">
                  <c:v>8.0249887077567443</c:v>
                </c:pt>
                <c:pt idx="18043">
                  <c:v>8.0229304808442485</c:v>
                </c:pt>
                <c:pt idx="18044">
                  <c:v>8.0221968545969702</c:v>
                </c:pt>
                <c:pt idx="18045">
                  <c:v>8.0222527819981106</c:v>
                </c:pt>
                <c:pt idx="18046">
                  <c:v>8.0225121340286609</c:v>
                </c:pt>
                <c:pt idx="18047">
                  <c:v>8.0244872500307967</c:v>
                </c:pt>
                <c:pt idx="18048">
                  <c:v>8.0250163018929914</c:v>
                </c:pt>
                <c:pt idx="18049">
                  <c:v>8.0225275736048953</c:v>
                </c:pt>
                <c:pt idx="18050">
                  <c:v>8.0191342339752811</c:v>
                </c:pt>
                <c:pt idx="18051">
                  <c:v>8.0166368003942026</c:v>
                </c:pt>
                <c:pt idx="18052">
                  <c:v>8.0142914630640991</c:v>
                </c:pt>
                <c:pt idx="18053">
                  <c:v>8.0173903009896108</c:v>
                </c:pt>
                <c:pt idx="18054">
                  <c:v>8.0200357245513896</c:v>
                </c:pt>
                <c:pt idx="18055">
                  <c:v>8.0215161171108278</c:v>
                </c:pt>
                <c:pt idx="18056">
                  <c:v>8.0227769063359755</c:v>
                </c:pt>
                <c:pt idx="18057">
                  <c:v>8.0231945140229133</c:v>
                </c:pt>
                <c:pt idx="18058">
                  <c:v>8.023016548269208</c:v>
                </c:pt>
                <c:pt idx="18059">
                  <c:v>8.0225951628136158</c:v>
                </c:pt>
                <c:pt idx="18060">
                  <c:v>8.0209559397199524</c:v>
                </c:pt>
                <c:pt idx="18061">
                  <c:v>8.0182122941732032</c:v>
                </c:pt>
                <c:pt idx="18062">
                  <c:v>8.0176168028579635</c:v>
                </c:pt>
                <c:pt idx="18063">
                  <c:v>8.0206918244158825</c:v>
                </c:pt>
                <c:pt idx="18064">
                  <c:v>8.0220176569621806</c:v>
                </c:pt>
                <c:pt idx="18065">
                  <c:v>8.021980618404303</c:v>
                </c:pt>
                <c:pt idx="18066">
                  <c:v>8.021199030920215</c:v>
                </c:pt>
                <c:pt idx="18067">
                  <c:v>8.0211532049439498</c:v>
                </c:pt>
                <c:pt idx="18068">
                  <c:v>8.0221050383936277</c:v>
                </c:pt>
                <c:pt idx="18069">
                  <c:v>8.0235148031043408</c:v>
                </c:pt>
                <c:pt idx="18070">
                  <c:v>8.0236512134028661</c:v>
                </c:pt>
                <c:pt idx="18071">
                  <c:v>8.0201458547201572</c:v>
                </c:pt>
                <c:pt idx="18072">
                  <c:v>8.0218819857923052</c:v>
                </c:pt>
                <c:pt idx="18073">
                  <c:v>8.0261915164456124</c:v>
                </c:pt>
                <c:pt idx="18074">
                  <c:v>8.0265598488892547</c:v>
                </c:pt>
                <c:pt idx="18075">
                  <c:v>8.0256068656838995</c:v>
                </c:pt>
                <c:pt idx="18076">
                  <c:v>8.0262203424629401</c:v>
                </c:pt>
                <c:pt idx="18077">
                  <c:v>8.0277667638483958</c:v>
                </c:pt>
                <c:pt idx="18078">
                  <c:v>8.0278777973966253</c:v>
                </c:pt>
                <c:pt idx="18079">
                  <c:v>8.0274168274955855</c:v>
                </c:pt>
                <c:pt idx="18080">
                  <c:v>8.0276498172709729</c:v>
                </c:pt>
                <c:pt idx="18081">
                  <c:v>8.0288266743317038</c:v>
                </c:pt>
                <c:pt idx="18082">
                  <c:v>8.0288442491684808</c:v>
                </c:pt>
                <c:pt idx="18083">
                  <c:v>8.027727918531598</c:v>
                </c:pt>
                <c:pt idx="18084">
                  <c:v>8.0290989200509184</c:v>
                </c:pt>
                <c:pt idx="18085">
                  <c:v>8.028729684227816</c:v>
                </c:pt>
                <c:pt idx="18086">
                  <c:v>8.0257881985792299</c:v>
                </c:pt>
                <c:pt idx="18087">
                  <c:v>8.0240464008541039</c:v>
                </c:pt>
                <c:pt idx="18088">
                  <c:v>8.0241194103395888</c:v>
                </c:pt>
                <c:pt idx="18089">
                  <c:v>8.0260098550486596</c:v>
                </c:pt>
                <c:pt idx="18090">
                  <c:v>8.0275029770459483</c:v>
                </c:pt>
                <c:pt idx="18091">
                  <c:v>8.0277293146634907</c:v>
                </c:pt>
                <c:pt idx="18092">
                  <c:v>8.0282975403441057</c:v>
                </c:pt>
                <c:pt idx="18093">
                  <c:v>8.0287244282018637</c:v>
                </c:pt>
                <c:pt idx="18094">
                  <c:v>8.0304322260091165</c:v>
                </c:pt>
                <c:pt idx="18095">
                  <c:v>8.0313672237506673</c:v>
                </c:pt>
                <c:pt idx="18096">
                  <c:v>8.0316920297293972</c:v>
                </c:pt>
                <c:pt idx="18097">
                  <c:v>8.0338720486182407</c:v>
                </c:pt>
                <c:pt idx="18098">
                  <c:v>8.0309590604853618</c:v>
                </c:pt>
                <c:pt idx="18099">
                  <c:v>8.0275446146265352</c:v>
                </c:pt>
                <c:pt idx="18100">
                  <c:v>8.0264021681107049</c:v>
                </c:pt>
                <c:pt idx="18101">
                  <c:v>8.0271394900012325</c:v>
                </c:pt>
                <c:pt idx="18102">
                  <c:v>8.0265706073173728</c:v>
                </c:pt>
                <c:pt idx="18103">
                  <c:v>8.0257603580667674</c:v>
                </c:pt>
                <c:pt idx="18104">
                  <c:v>8.0236276434114888</c:v>
                </c:pt>
                <c:pt idx="18105">
                  <c:v>8.0207270562148398</c:v>
                </c:pt>
                <c:pt idx="18106">
                  <c:v>8.0200549418962748</c:v>
                </c:pt>
                <c:pt idx="18107">
                  <c:v>8.0190039009567613</c:v>
                </c:pt>
                <c:pt idx="18108">
                  <c:v>8.018851722580381</c:v>
                </c:pt>
                <c:pt idx="18109">
                  <c:v>8.0195133248470416</c:v>
                </c:pt>
                <c:pt idx="18110">
                  <c:v>8.0208508192009198</c:v>
                </c:pt>
                <c:pt idx="18111">
                  <c:v>8.0223854145279834</c:v>
                </c:pt>
                <c:pt idx="18112">
                  <c:v>8.0228577998603861</c:v>
                </c:pt>
                <c:pt idx="18113">
                  <c:v>8.0248717611793214</c:v>
                </c:pt>
                <c:pt idx="18114">
                  <c:v>8.0245734817065664</c:v>
                </c:pt>
                <c:pt idx="18115">
                  <c:v>8.0244440520675067</c:v>
                </c:pt>
                <c:pt idx="18116">
                  <c:v>8.0234129676015282</c:v>
                </c:pt>
                <c:pt idx="18117">
                  <c:v>8.0199033383977341</c:v>
                </c:pt>
                <c:pt idx="18118">
                  <c:v>8.0166446844331301</c:v>
                </c:pt>
                <c:pt idx="18119">
                  <c:v>8.0171571469634131</c:v>
                </c:pt>
                <c:pt idx="18120">
                  <c:v>8.0195934792428041</c:v>
                </c:pt>
                <c:pt idx="18121">
                  <c:v>8.0210057898410874</c:v>
                </c:pt>
                <c:pt idx="18122">
                  <c:v>8.0217769473986777</c:v>
                </c:pt>
                <c:pt idx="18123">
                  <c:v>8.0198737732517547</c:v>
                </c:pt>
                <c:pt idx="18124">
                  <c:v>8.0193009485484339</c:v>
                </c:pt>
                <c:pt idx="18125">
                  <c:v>8.0179525315156237</c:v>
                </c:pt>
                <c:pt idx="18126">
                  <c:v>8.0190959635363193</c:v>
                </c:pt>
                <c:pt idx="18127">
                  <c:v>8.0200229129881322</c:v>
                </c:pt>
                <c:pt idx="18128">
                  <c:v>8.0204434771896693</c:v>
                </c:pt>
                <c:pt idx="18129">
                  <c:v>8.0218197347349403</c:v>
                </c:pt>
                <c:pt idx="18130">
                  <c:v>8.0215052765573027</c:v>
                </c:pt>
                <c:pt idx="18131">
                  <c:v>8.0205064673756823</c:v>
                </c:pt>
                <c:pt idx="18132">
                  <c:v>8.0208421139079373</c:v>
                </c:pt>
                <c:pt idx="18133">
                  <c:v>8.0211123064920127</c:v>
                </c:pt>
                <c:pt idx="18134">
                  <c:v>8.0199582802940093</c:v>
                </c:pt>
                <c:pt idx="18135">
                  <c:v>8.0198828891717646</c:v>
                </c:pt>
                <c:pt idx="18136">
                  <c:v>8.0222558206381152</c:v>
                </c:pt>
                <c:pt idx="18137">
                  <c:v>8.0253789676836522</c:v>
                </c:pt>
                <c:pt idx="18138">
                  <c:v>8.0291529585677335</c:v>
                </c:pt>
                <c:pt idx="18139">
                  <c:v>8.031395310639347</c:v>
                </c:pt>
                <c:pt idx="18140">
                  <c:v>8.0330338767297658</c:v>
                </c:pt>
                <c:pt idx="18141">
                  <c:v>8.0310610602389847</c:v>
                </c:pt>
                <c:pt idx="18142">
                  <c:v>8.0285312692481412</c:v>
                </c:pt>
                <c:pt idx="18143">
                  <c:v>8.0273774073009481</c:v>
                </c:pt>
                <c:pt idx="18144">
                  <c:v>8.0253578614544416</c:v>
                </c:pt>
                <c:pt idx="18145">
                  <c:v>8.0225589455097932</c:v>
                </c:pt>
                <c:pt idx="18146">
                  <c:v>8.0247591672483889</c:v>
                </c:pt>
                <c:pt idx="18147">
                  <c:v>8.0283797478750056</c:v>
                </c:pt>
                <c:pt idx="18148">
                  <c:v>8.0250520264443814</c:v>
                </c:pt>
                <c:pt idx="18149">
                  <c:v>8.0220464829795102</c:v>
                </c:pt>
                <c:pt idx="18150">
                  <c:v>8.0199924444626944</c:v>
                </c:pt>
                <c:pt idx="18151">
                  <c:v>8.019491233112964</c:v>
                </c:pt>
                <c:pt idx="18152">
                  <c:v>8.02128624810085</c:v>
                </c:pt>
                <c:pt idx="18153">
                  <c:v>8.0199063770377368</c:v>
                </c:pt>
                <c:pt idx="18154">
                  <c:v>8.0186673510450461</c:v>
                </c:pt>
                <c:pt idx="18155">
                  <c:v>8.0176727302591058</c:v>
                </c:pt>
                <c:pt idx="18156">
                  <c:v>8.0179412803350711</c:v>
                </c:pt>
                <c:pt idx="18157">
                  <c:v>8.0206969983164296</c:v>
                </c:pt>
                <c:pt idx="18158">
                  <c:v>8.0208045825976271</c:v>
                </c:pt>
                <c:pt idx="18159">
                  <c:v>8.0201826469018194</c:v>
                </c:pt>
                <c:pt idx="18160">
                  <c:v>8.0216153246006652</c:v>
                </c:pt>
                <c:pt idx="18161">
                  <c:v>8.0235031412967608</c:v>
                </c:pt>
                <c:pt idx="18162">
                  <c:v>8.0252063400813043</c:v>
                </c:pt>
                <c:pt idx="18163">
                  <c:v>8.0274403974869628</c:v>
                </c:pt>
                <c:pt idx="18164">
                  <c:v>8.0301391204369068</c:v>
                </c:pt>
                <c:pt idx="18165">
                  <c:v>8.0304162936804495</c:v>
                </c:pt>
                <c:pt idx="18166">
                  <c:v>8.0288254424506214</c:v>
                </c:pt>
                <c:pt idx="18167">
                  <c:v>8.028235535662958</c:v>
                </c:pt>
                <c:pt idx="18168">
                  <c:v>8.0283000862316758</c:v>
                </c:pt>
                <c:pt idx="18169">
                  <c:v>8.0274550158091404</c:v>
                </c:pt>
                <c:pt idx="18170">
                  <c:v>8.0235880589660411</c:v>
                </c:pt>
                <c:pt idx="18171">
                  <c:v>8.0201031495092998</c:v>
                </c:pt>
                <c:pt idx="18172">
                  <c:v>8.0205821869995475</c:v>
                </c:pt>
                <c:pt idx="18173">
                  <c:v>8.0211504948055676</c:v>
                </c:pt>
                <c:pt idx="18174">
                  <c:v>8.0213277214306249</c:v>
                </c:pt>
                <c:pt idx="18175">
                  <c:v>8.0220119903092026</c:v>
                </c:pt>
                <c:pt idx="18176">
                  <c:v>8.0236379090871761</c:v>
                </c:pt>
                <c:pt idx="18177">
                  <c:v>8.0275193200016428</c:v>
                </c:pt>
                <c:pt idx="18178">
                  <c:v>8.0298989857512417</c:v>
                </c:pt>
                <c:pt idx="18179">
                  <c:v>8.0327194185521282</c:v>
                </c:pt>
                <c:pt idx="18180">
                  <c:v>8.0330755964357579</c:v>
                </c:pt>
                <c:pt idx="18181">
                  <c:v>8.0305025253562192</c:v>
                </c:pt>
                <c:pt idx="18182">
                  <c:v>8.0256956432472393</c:v>
                </c:pt>
                <c:pt idx="18183">
                  <c:v>8.0234099289615237</c:v>
                </c:pt>
                <c:pt idx="18184">
                  <c:v>8.0252988954132967</c:v>
                </c:pt>
                <c:pt idx="18185">
                  <c:v>8.0257354740689024</c:v>
                </c:pt>
                <c:pt idx="18186">
                  <c:v>8.0255108610848769</c:v>
                </c:pt>
                <c:pt idx="18187">
                  <c:v>8.0259494928756219</c:v>
                </c:pt>
                <c:pt idx="18188">
                  <c:v>8.0234336632037113</c:v>
                </c:pt>
                <c:pt idx="18189">
                  <c:v>8.0177745657619184</c:v>
                </c:pt>
                <c:pt idx="18190">
                  <c:v>8.0147865150084172</c:v>
                </c:pt>
                <c:pt idx="18191">
                  <c:v>8.017436948219931</c:v>
                </c:pt>
                <c:pt idx="18192">
                  <c:v>8.0171339875990633</c:v>
                </c:pt>
                <c:pt idx="18193">
                  <c:v>8.0176099043239031</c:v>
                </c:pt>
                <c:pt idx="18194">
                  <c:v>8.0216165564817477</c:v>
                </c:pt>
                <c:pt idx="18195">
                  <c:v>8.0242688785775886</c:v>
                </c:pt>
                <c:pt idx="18196">
                  <c:v>8.0243735884695937</c:v>
                </c:pt>
                <c:pt idx="18197">
                  <c:v>8.0229711329199684</c:v>
                </c:pt>
                <c:pt idx="18198">
                  <c:v>8.0222839896521982</c:v>
                </c:pt>
                <c:pt idx="18199">
                  <c:v>8.0231021229417312</c:v>
                </c:pt>
                <c:pt idx="18200">
                  <c:v>8.0231270069395961</c:v>
                </c:pt>
                <c:pt idx="18201">
                  <c:v>8.0228597708701184</c:v>
                </c:pt>
                <c:pt idx="18202">
                  <c:v>8.0256505563996221</c:v>
                </c:pt>
                <c:pt idx="18203">
                  <c:v>8.0273841415841982</c:v>
                </c:pt>
                <c:pt idx="18204">
                  <c:v>8.0249657126432066</c:v>
                </c:pt>
                <c:pt idx="18205">
                  <c:v>8.0227608097564982</c:v>
                </c:pt>
                <c:pt idx="18206">
                  <c:v>8.022890978524206</c:v>
                </c:pt>
                <c:pt idx="18207">
                  <c:v>8.0241772266250564</c:v>
                </c:pt>
                <c:pt idx="18208">
                  <c:v>8.024662012893689</c:v>
                </c:pt>
                <c:pt idx="18209">
                  <c:v>8.0238752515090539</c:v>
                </c:pt>
                <c:pt idx="18210">
                  <c:v>8.0201193282141823</c:v>
                </c:pt>
                <c:pt idx="18211">
                  <c:v>8.0198677780971543</c:v>
                </c:pt>
                <c:pt idx="18212">
                  <c:v>8.0209218576766723</c:v>
                </c:pt>
                <c:pt idx="18213">
                  <c:v>8.0230248429351612</c:v>
                </c:pt>
                <c:pt idx="18214">
                  <c:v>8.0251856444791194</c:v>
                </c:pt>
                <c:pt idx="18215">
                  <c:v>8.0251705334045091</c:v>
                </c:pt>
                <c:pt idx="18216">
                  <c:v>8.0219402127048003</c:v>
                </c:pt>
                <c:pt idx="18217">
                  <c:v>8.0217919763478829</c:v>
                </c:pt>
                <c:pt idx="18218">
                  <c:v>8.0249525725783268</c:v>
                </c:pt>
                <c:pt idx="18219">
                  <c:v>8.0263319508890074</c:v>
                </c:pt>
                <c:pt idx="18220">
                  <c:v>8.0250544902065446</c:v>
                </c:pt>
                <c:pt idx="18221">
                  <c:v>8.02126382786515</c:v>
                </c:pt>
                <c:pt idx="18222">
                  <c:v>8.0216695273682905</c:v>
                </c:pt>
                <c:pt idx="18223">
                  <c:v>8.0222525356218952</c:v>
                </c:pt>
                <c:pt idx="18224">
                  <c:v>8.0221179320822902</c:v>
                </c:pt>
                <c:pt idx="18225">
                  <c:v>8.0236330636882514</c:v>
                </c:pt>
                <c:pt idx="18226">
                  <c:v>8.0268164907814228</c:v>
                </c:pt>
                <c:pt idx="18227">
                  <c:v>8.0293362624727962</c:v>
                </c:pt>
                <c:pt idx="18228">
                  <c:v>8.0307431527943169</c:v>
                </c:pt>
                <c:pt idx="18229">
                  <c:v>8.0292192337699664</c:v>
                </c:pt>
                <c:pt idx="18230">
                  <c:v>8.0281944729602106</c:v>
                </c:pt>
                <c:pt idx="18231">
                  <c:v>8.0266286699790577</c:v>
                </c:pt>
                <c:pt idx="18232">
                  <c:v>8.0242106516650917</c:v>
                </c:pt>
                <c:pt idx="18233">
                  <c:v>8.0221526711288131</c:v>
                </c:pt>
                <c:pt idx="18234">
                  <c:v>8.019911468812877</c:v>
                </c:pt>
                <c:pt idx="18235">
                  <c:v>8.0193578614544414</c:v>
                </c:pt>
                <c:pt idx="18236">
                  <c:v>8.0203535498706522</c:v>
                </c:pt>
                <c:pt idx="18237">
                  <c:v>8.0204599022707672</c:v>
                </c:pt>
                <c:pt idx="18238">
                  <c:v>8.0198404303371245</c:v>
                </c:pt>
                <c:pt idx="18239">
                  <c:v>8.0216838171888476</c:v>
                </c:pt>
                <c:pt idx="18240">
                  <c:v>8.0233863589701482</c:v>
                </c:pt>
                <c:pt idx="18241">
                  <c:v>8.025230156448897</c:v>
                </c:pt>
                <c:pt idx="18242">
                  <c:v>8.0273337165852254</c:v>
                </c:pt>
                <c:pt idx="18243">
                  <c:v>8.0283188929495335</c:v>
                </c:pt>
                <c:pt idx="18244">
                  <c:v>8.029085944236849</c:v>
                </c:pt>
                <c:pt idx="18245">
                  <c:v>8.0244842935161991</c:v>
                </c:pt>
                <c:pt idx="18246">
                  <c:v>8.0212791031905724</c:v>
                </c:pt>
                <c:pt idx="18247">
                  <c:v>8.0215400977292326</c:v>
                </c:pt>
                <c:pt idx="18248">
                  <c:v>8.0196455467498868</c:v>
                </c:pt>
                <c:pt idx="18249">
                  <c:v>8.0203254629819742</c:v>
                </c:pt>
                <c:pt idx="18250">
                  <c:v>8.0214544409313024</c:v>
                </c:pt>
                <c:pt idx="18251">
                  <c:v>8.0225027717324355</c:v>
                </c:pt>
                <c:pt idx="18252">
                  <c:v>8.0243256272327841</c:v>
                </c:pt>
                <c:pt idx="18253">
                  <c:v>8.0244988297129716</c:v>
                </c:pt>
                <c:pt idx="18254">
                  <c:v>8.0239769227610562</c:v>
                </c:pt>
                <c:pt idx="18255">
                  <c:v>8.0218198168603454</c:v>
                </c:pt>
                <c:pt idx="18256">
                  <c:v>8.0205738923335925</c:v>
                </c:pt>
                <c:pt idx="18257">
                  <c:v>8.0201731203547819</c:v>
                </c:pt>
                <c:pt idx="18258">
                  <c:v>8.0183288301235986</c:v>
                </c:pt>
                <c:pt idx="18259">
                  <c:v>8.0191679875169388</c:v>
                </c:pt>
                <c:pt idx="18260">
                  <c:v>8.0199103190571996</c:v>
                </c:pt>
                <c:pt idx="18261">
                  <c:v>8.018490206545394</c:v>
                </c:pt>
                <c:pt idx="18262">
                  <c:v>8.0203831150166298</c:v>
                </c:pt>
                <c:pt idx="18263">
                  <c:v>8.023944401100481</c:v>
                </c:pt>
                <c:pt idx="18264">
                  <c:v>8.0258669568430996</c:v>
                </c:pt>
                <c:pt idx="18265">
                  <c:v>8.0245410421713963</c:v>
                </c:pt>
                <c:pt idx="18266">
                  <c:v>8.0212128279883377</c:v>
                </c:pt>
                <c:pt idx="18267">
                  <c:v>8.0206790128526251</c:v>
                </c:pt>
                <c:pt idx="18268">
                  <c:v>8.0236889910893936</c:v>
                </c:pt>
                <c:pt idx="18269">
                  <c:v>8.0252648954954218</c:v>
                </c:pt>
                <c:pt idx="18270">
                  <c:v>8.0253573687020072</c:v>
                </c:pt>
                <c:pt idx="18271">
                  <c:v>8.0241249127417564</c:v>
                </c:pt>
                <c:pt idx="18272">
                  <c:v>8.0230054613394657</c:v>
                </c:pt>
                <c:pt idx="18273">
                  <c:v>8.022398472467458</c:v>
                </c:pt>
                <c:pt idx="18274">
                  <c:v>8.0207650802775845</c:v>
                </c:pt>
                <c:pt idx="18275">
                  <c:v>8.0196203342503996</c:v>
                </c:pt>
                <c:pt idx="18276">
                  <c:v>8.0226911674126384</c:v>
                </c:pt>
                <c:pt idx="18277">
                  <c:v>8.0249049398431413</c:v>
                </c:pt>
                <c:pt idx="18278">
                  <c:v>8.027037736623825</c:v>
                </c:pt>
                <c:pt idx="18279">
                  <c:v>8.027128156695273</c:v>
                </c:pt>
                <c:pt idx="18280">
                  <c:v>8.0260478791114025</c:v>
                </c:pt>
                <c:pt idx="18281">
                  <c:v>8.0267920995359923</c:v>
                </c:pt>
                <c:pt idx="18282">
                  <c:v>8.0290719007925109</c:v>
                </c:pt>
                <c:pt idx="18283">
                  <c:v>8.0304080811399015</c:v>
                </c:pt>
                <c:pt idx="18284">
                  <c:v>8.0307236890732145</c:v>
                </c:pt>
                <c:pt idx="18285">
                  <c:v>8.0279403769556108</c:v>
                </c:pt>
                <c:pt idx="18286">
                  <c:v>8.0245634624070963</c:v>
                </c:pt>
                <c:pt idx="18287">
                  <c:v>8.0258586621771446</c:v>
                </c:pt>
                <c:pt idx="18288">
                  <c:v>8.0271068862152504</c:v>
                </c:pt>
                <c:pt idx="18289">
                  <c:v>8.0287634377694737</c:v>
                </c:pt>
                <c:pt idx="18290">
                  <c:v>8.0273523590522728</c:v>
                </c:pt>
                <c:pt idx="18291">
                  <c:v>8.0243469798382137</c:v>
                </c:pt>
                <c:pt idx="18292">
                  <c:v>8.0225407136697733</c:v>
                </c:pt>
                <c:pt idx="18293">
                  <c:v>8.0218285221533279</c:v>
                </c:pt>
                <c:pt idx="18294">
                  <c:v>8.0217804787911149</c:v>
                </c:pt>
                <c:pt idx="18295">
                  <c:v>8.0226524042212457</c:v>
                </c:pt>
                <c:pt idx="18296">
                  <c:v>8.024730012729437</c:v>
                </c:pt>
                <c:pt idx="18297">
                  <c:v>8.0264524288588674</c:v>
                </c:pt>
                <c:pt idx="18298">
                  <c:v>8.0245336508849014</c:v>
                </c:pt>
                <c:pt idx="18299">
                  <c:v>8.0225148441670431</c:v>
                </c:pt>
                <c:pt idx="18300">
                  <c:v>8.0235473247649161</c:v>
                </c:pt>
                <c:pt idx="18301">
                  <c:v>8.0243379460436088</c:v>
                </c:pt>
                <c:pt idx="18302">
                  <c:v>8.0230732969244034</c:v>
                </c:pt>
                <c:pt idx="18303">
                  <c:v>8.0215778754157601</c:v>
                </c:pt>
                <c:pt idx="18304">
                  <c:v>8.0226039502320035</c:v>
                </c:pt>
                <c:pt idx="18305">
                  <c:v>8.0240882026855012</c:v>
                </c:pt>
                <c:pt idx="18306">
                  <c:v>8.0255138175994745</c:v>
                </c:pt>
                <c:pt idx="18307">
                  <c:v>8.024935326243174</c:v>
                </c:pt>
                <c:pt idx="18308">
                  <c:v>8.0239667392107741</c:v>
                </c:pt>
                <c:pt idx="18309">
                  <c:v>8.0237105079456335</c:v>
                </c:pt>
                <c:pt idx="18310">
                  <c:v>8.0230135096292035</c:v>
                </c:pt>
                <c:pt idx="18311">
                  <c:v>8.0239904734529635</c:v>
                </c:pt>
                <c:pt idx="18312">
                  <c:v>8.0239037490247611</c:v>
                </c:pt>
                <c:pt idx="18313">
                  <c:v>8.0228605921241734</c:v>
                </c:pt>
                <c:pt idx="18314">
                  <c:v>8.0231812918326284</c:v>
                </c:pt>
                <c:pt idx="18315">
                  <c:v>8.0243110910360116</c:v>
                </c:pt>
                <c:pt idx="18316">
                  <c:v>8.0243050958814113</c:v>
                </c:pt>
                <c:pt idx="18317">
                  <c:v>8.0237993676343784</c:v>
                </c:pt>
                <c:pt idx="18318">
                  <c:v>8.021133412721225</c:v>
                </c:pt>
                <c:pt idx="18319">
                  <c:v>8.0196511312774614</c:v>
                </c:pt>
                <c:pt idx="18320">
                  <c:v>8.0207575247402776</c:v>
                </c:pt>
                <c:pt idx="18321">
                  <c:v>8.0228707756744555</c:v>
                </c:pt>
                <c:pt idx="18322">
                  <c:v>8.0237533774073011</c:v>
                </c:pt>
                <c:pt idx="18323">
                  <c:v>8.0220946905925352</c:v>
                </c:pt>
                <c:pt idx="18324">
                  <c:v>8.0215230977702952</c:v>
                </c:pt>
                <c:pt idx="18325">
                  <c:v>8.0237099330677939</c:v>
                </c:pt>
                <c:pt idx="18326">
                  <c:v>8.0241864246704715</c:v>
                </c:pt>
                <c:pt idx="18327">
                  <c:v>8.0247961236808614</c:v>
                </c:pt>
                <c:pt idx="18328">
                  <c:v>8.0245568102492513</c:v>
                </c:pt>
                <c:pt idx="18329">
                  <c:v>8.0239876811891762</c:v>
                </c:pt>
                <c:pt idx="18330">
                  <c:v>8.0237024596558939</c:v>
                </c:pt>
                <c:pt idx="18331">
                  <c:v>8.0231488522974583</c:v>
                </c:pt>
                <c:pt idx="18332">
                  <c:v>8.0256834065618197</c:v>
                </c:pt>
                <c:pt idx="18333">
                  <c:v>8.0264020859852998</c:v>
                </c:pt>
                <c:pt idx="18334">
                  <c:v>8.0259738841210524</c:v>
                </c:pt>
                <c:pt idx="18335">
                  <c:v>8.0258583336755223</c:v>
                </c:pt>
                <c:pt idx="18336">
                  <c:v>8.0257054982958973</c:v>
                </c:pt>
                <c:pt idx="18337">
                  <c:v>8.0236817640537108</c:v>
                </c:pt>
                <c:pt idx="18338">
                  <c:v>8.0227284523467333</c:v>
                </c:pt>
                <c:pt idx="18339">
                  <c:v>8.0214412187410176</c:v>
                </c:pt>
                <c:pt idx="18340">
                  <c:v>8.0218991500020529</c:v>
                </c:pt>
                <c:pt idx="18341">
                  <c:v>8.0244815012524118</c:v>
                </c:pt>
                <c:pt idx="18342">
                  <c:v>8.0250297704594917</c:v>
                </c:pt>
                <c:pt idx="18343">
                  <c:v>8.0235785324190037</c:v>
                </c:pt>
                <c:pt idx="18344">
                  <c:v>8.0221331252823056</c:v>
                </c:pt>
                <c:pt idx="18345">
                  <c:v>8.0206885393996625</c:v>
                </c:pt>
                <c:pt idx="18346">
                  <c:v>8.0201825647764142</c:v>
                </c:pt>
                <c:pt idx="18347">
                  <c:v>8.0209717077978073</c:v>
                </c:pt>
                <c:pt idx="18348">
                  <c:v>8.0224524288588679</c:v>
                </c:pt>
                <c:pt idx="18349">
                  <c:v>8.0208158337781796</c:v>
                </c:pt>
                <c:pt idx="18350">
                  <c:v>8.0200950190941569</c:v>
                </c:pt>
                <c:pt idx="18351">
                  <c:v>8.0214224120231599</c:v>
                </c:pt>
                <c:pt idx="18352">
                  <c:v>8.0242515501170288</c:v>
                </c:pt>
                <c:pt idx="18353">
                  <c:v>8.0260714491027798</c:v>
                </c:pt>
                <c:pt idx="18354">
                  <c:v>8.0263624194144452</c:v>
                </c:pt>
                <c:pt idx="18355">
                  <c:v>8.0263318687636023</c:v>
                </c:pt>
                <c:pt idx="18356">
                  <c:v>8.0256007062784871</c:v>
                </c:pt>
                <c:pt idx="18357">
                  <c:v>8.0258785365252745</c:v>
                </c:pt>
                <c:pt idx="18358">
                  <c:v>8.0274249579107302</c:v>
                </c:pt>
                <c:pt idx="18359">
                  <c:v>8.0278715558658078</c:v>
                </c:pt>
                <c:pt idx="18360">
                  <c:v>8.0286891142775012</c:v>
                </c:pt>
                <c:pt idx="18361">
                  <c:v>8.0272438713916152</c:v>
                </c:pt>
                <c:pt idx="18362">
                  <c:v>8.0238414158419911</c:v>
                </c:pt>
                <c:pt idx="18363">
                  <c:v>8.0215514310351903</c:v>
                </c:pt>
                <c:pt idx="18364">
                  <c:v>8.0210745288054852</c:v>
                </c:pt>
                <c:pt idx="18365">
                  <c:v>8.0199410339588546</c:v>
                </c:pt>
                <c:pt idx="18366">
                  <c:v>8.0166827084958729</c:v>
                </c:pt>
                <c:pt idx="18367">
                  <c:v>8.0159530242680574</c:v>
                </c:pt>
                <c:pt idx="18368">
                  <c:v>8.0193806923171689</c:v>
                </c:pt>
                <c:pt idx="18369">
                  <c:v>8.0221833860304681</c:v>
                </c:pt>
                <c:pt idx="18370">
                  <c:v>8.0219009567609731</c:v>
                </c:pt>
                <c:pt idx="18371">
                  <c:v>8.0210649201330426</c:v>
                </c:pt>
                <c:pt idx="18372">
                  <c:v>8.0201653184412596</c:v>
                </c:pt>
                <c:pt idx="18373">
                  <c:v>8.0207039789758969</c:v>
                </c:pt>
                <c:pt idx="18374">
                  <c:v>8.0234094362090911</c:v>
                </c:pt>
                <c:pt idx="18375">
                  <c:v>8.0241428982055591</c:v>
                </c:pt>
                <c:pt idx="18376">
                  <c:v>8.0235001847821632</c:v>
                </c:pt>
                <c:pt idx="18377">
                  <c:v>8.0240628259352036</c:v>
                </c:pt>
                <c:pt idx="18378">
                  <c:v>8.0220224202357002</c:v>
                </c:pt>
                <c:pt idx="18379">
                  <c:v>8.0215666242352075</c:v>
                </c:pt>
                <c:pt idx="18380">
                  <c:v>8.0222151685623952</c:v>
                </c:pt>
                <c:pt idx="18381">
                  <c:v>8.019264484868394</c:v>
                </c:pt>
                <c:pt idx="18382">
                  <c:v>8.0196763437769469</c:v>
                </c:pt>
                <c:pt idx="18383">
                  <c:v>8.0221289368866255</c:v>
                </c:pt>
                <c:pt idx="18384">
                  <c:v>8.0213677165031001</c:v>
                </c:pt>
                <c:pt idx="18385">
                  <c:v>8.0200574056584397</c:v>
                </c:pt>
                <c:pt idx="18386">
                  <c:v>8.0229487126842685</c:v>
                </c:pt>
                <c:pt idx="18387">
                  <c:v>8.0243801585020318</c:v>
                </c:pt>
                <c:pt idx="18388">
                  <c:v>8.0243193857019666</c:v>
                </c:pt>
                <c:pt idx="18389">
                  <c:v>8.0254133782285546</c:v>
                </c:pt>
                <c:pt idx="18390">
                  <c:v>8.025643000862317</c:v>
                </c:pt>
                <c:pt idx="18391">
                  <c:v>8.0282221492218611</c:v>
                </c:pt>
                <c:pt idx="18392">
                  <c:v>8.0289225968053213</c:v>
                </c:pt>
                <c:pt idx="18393">
                  <c:v>8.027015973391368</c:v>
                </c:pt>
                <c:pt idx="18394">
                  <c:v>8.0261734488564045</c:v>
                </c:pt>
                <c:pt idx="18395">
                  <c:v>8.0257730875046196</c:v>
                </c:pt>
                <c:pt idx="18396">
                  <c:v>8.028570196690346</c:v>
                </c:pt>
                <c:pt idx="18397">
                  <c:v>8.0320516568800553</c:v>
                </c:pt>
                <c:pt idx="18398">
                  <c:v>8.0318574302960624</c:v>
                </c:pt>
                <c:pt idx="18399">
                  <c:v>8.0306936311748043</c:v>
                </c:pt>
                <c:pt idx="18400">
                  <c:v>8.0285080277583862</c:v>
                </c:pt>
                <c:pt idx="18401">
                  <c:v>8.0251766928099215</c:v>
                </c:pt>
                <c:pt idx="18402">
                  <c:v>8.0220519032562727</c:v>
                </c:pt>
                <c:pt idx="18403">
                  <c:v>8.0210972775428075</c:v>
                </c:pt>
                <c:pt idx="18404">
                  <c:v>8.0228813698517634</c:v>
                </c:pt>
                <c:pt idx="18405">
                  <c:v>8.0225945879357781</c:v>
                </c:pt>
                <c:pt idx="18406">
                  <c:v>8.0227723894386731</c:v>
                </c:pt>
                <c:pt idx="18407">
                  <c:v>8.0234494312815663</c:v>
                </c:pt>
                <c:pt idx="18408">
                  <c:v>8.0254543588058969</c:v>
                </c:pt>
                <c:pt idx="18409">
                  <c:v>8.0263635691701225</c:v>
                </c:pt>
                <c:pt idx="18410">
                  <c:v>8.0270639346281776</c:v>
                </c:pt>
                <c:pt idx="18411">
                  <c:v>8.0275167741140727</c:v>
                </c:pt>
                <c:pt idx="18412">
                  <c:v>8.0282883422986906</c:v>
                </c:pt>
                <c:pt idx="18413">
                  <c:v>8.0275525807908679</c:v>
                </c:pt>
                <c:pt idx="18414">
                  <c:v>8.0257392518375568</c:v>
                </c:pt>
                <c:pt idx="18415">
                  <c:v>8.0251780889418143</c:v>
                </c:pt>
                <c:pt idx="18416">
                  <c:v>8.0257316963002499</c:v>
                </c:pt>
                <c:pt idx="18417">
                  <c:v>8.0241177678314788</c:v>
                </c:pt>
                <c:pt idx="18418">
                  <c:v>8.0240258695027311</c:v>
                </c:pt>
                <c:pt idx="18419">
                  <c:v>8.027746232497023</c:v>
                </c:pt>
                <c:pt idx="18420">
                  <c:v>8.0283614339095806</c:v>
                </c:pt>
                <c:pt idx="18421">
                  <c:v>8.0273487455344306</c:v>
                </c:pt>
                <c:pt idx="18422">
                  <c:v>8.027103354822815</c:v>
                </c:pt>
                <c:pt idx="18423">
                  <c:v>8.0283707140804008</c:v>
                </c:pt>
                <c:pt idx="18424">
                  <c:v>8.0297341600624161</c:v>
                </c:pt>
                <c:pt idx="18425">
                  <c:v>8.0310172052724518</c:v>
                </c:pt>
                <c:pt idx="18426">
                  <c:v>8.0326806553607355</c:v>
                </c:pt>
                <c:pt idx="18427">
                  <c:v>8.0305317620005745</c:v>
                </c:pt>
                <c:pt idx="18428">
                  <c:v>8.0285167330513687</c:v>
                </c:pt>
                <c:pt idx="18429">
                  <c:v>8.0289844372356587</c:v>
                </c:pt>
                <c:pt idx="18430">
                  <c:v>8.029462324970229</c:v>
                </c:pt>
                <c:pt idx="18431">
                  <c:v>8.0282074487742783</c:v>
                </c:pt>
                <c:pt idx="18432">
                  <c:v>8.0245524576027591</c:v>
                </c:pt>
                <c:pt idx="18433">
                  <c:v>8.0214206873896448</c:v>
                </c:pt>
                <c:pt idx="18434">
                  <c:v>8.0218858456863629</c:v>
                </c:pt>
                <c:pt idx="18435">
                  <c:v>8.0258195704841295</c:v>
                </c:pt>
                <c:pt idx="18436">
                  <c:v>8.0265191146881296</c:v>
                </c:pt>
                <c:pt idx="18437">
                  <c:v>8.0225525397281654</c:v>
                </c:pt>
                <c:pt idx="18438">
                  <c:v>8.0189110992485517</c:v>
                </c:pt>
                <c:pt idx="18439">
                  <c:v>8.0196894838418267</c:v>
                </c:pt>
                <c:pt idx="18440">
                  <c:v>8.0218388699544203</c:v>
                </c:pt>
                <c:pt idx="18441">
                  <c:v>8.02155290929249</c:v>
                </c:pt>
                <c:pt idx="18442">
                  <c:v>8.0210563790908722</c:v>
                </c:pt>
                <c:pt idx="18443">
                  <c:v>8.0233091610889833</c:v>
                </c:pt>
                <c:pt idx="18444">
                  <c:v>8.0235293393011133</c:v>
                </c:pt>
                <c:pt idx="18445">
                  <c:v>8.0239712561080765</c:v>
                </c:pt>
                <c:pt idx="18446">
                  <c:v>8.0251497556769191</c:v>
                </c:pt>
                <c:pt idx="18447">
                  <c:v>8.024223381102944</c:v>
                </c:pt>
                <c:pt idx="18448">
                  <c:v>8.0244777234837592</c:v>
                </c:pt>
                <c:pt idx="18449">
                  <c:v>8.0238115221943911</c:v>
                </c:pt>
                <c:pt idx="18450">
                  <c:v>8.0237347349402537</c:v>
                </c:pt>
                <c:pt idx="18451">
                  <c:v>8.024466800804829</c:v>
                </c:pt>
                <c:pt idx="18452">
                  <c:v>8.0235295856773288</c:v>
                </c:pt>
                <c:pt idx="18453">
                  <c:v>8.0243606126555242</c:v>
                </c:pt>
                <c:pt idx="18454">
                  <c:v>8.0276428366115056</c:v>
                </c:pt>
                <c:pt idx="18455">
                  <c:v>8.0248717611793214</c:v>
                </c:pt>
                <c:pt idx="18456">
                  <c:v>8.0225217427011053</c:v>
                </c:pt>
                <c:pt idx="18457">
                  <c:v>8.0251357943579844</c:v>
                </c:pt>
                <c:pt idx="18458">
                  <c:v>8.0267613025089304</c:v>
                </c:pt>
                <c:pt idx="18459">
                  <c:v>8.0269667802734777</c:v>
                </c:pt>
                <c:pt idx="18460">
                  <c:v>8.028693138422371</c:v>
                </c:pt>
                <c:pt idx="18461">
                  <c:v>8.0269850942389027</c:v>
                </c:pt>
                <c:pt idx="18462">
                  <c:v>8.0220178212129927</c:v>
                </c:pt>
                <c:pt idx="18463">
                  <c:v>8.0199716667351044</c:v>
                </c:pt>
                <c:pt idx="18464">
                  <c:v>8.0226855828850656</c:v>
                </c:pt>
                <c:pt idx="18465">
                  <c:v>8.0244704143226713</c:v>
                </c:pt>
                <c:pt idx="18466">
                  <c:v>8.0236147497228263</c:v>
                </c:pt>
                <c:pt idx="18467">
                  <c:v>8.021978154642138</c:v>
                </c:pt>
                <c:pt idx="18468">
                  <c:v>8.0217210199975355</c:v>
                </c:pt>
                <c:pt idx="18469">
                  <c:v>8.0192454317743191</c:v>
                </c:pt>
                <c:pt idx="18470">
                  <c:v>8.0196905514720971</c:v>
                </c:pt>
                <c:pt idx="18471">
                  <c:v>8.0214952572578326</c:v>
                </c:pt>
                <c:pt idx="18472">
                  <c:v>8.021636841456905</c:v>
                </c:pt>
                <c:pt idx="18473">
                  <c:v>8.0245030181086516</c:v>
                </c:pt>
                <c:pt idx="18474">
                  <c:v>8.0246592206299017</c:v>
                </c:pt>
                <c:pt idx="18475">
                  <c:v>8.0244231922145115</c:v>
                </c:pt>
                <c:pt idx="18476">
                  <c:v>8.0244387139161493</c:v>
                </c:pt>
                <c:pt idx="18477">
                  <c:v>8.0223815546339257</c:v>
                </c:pt>
                <c:pt idx="18478">
                  <c:v>8.0212105284769848</c:v>
                </c:pt>
                <c:pt idx="18479">
                  <c:v>8.0223905884285305</c:v>
                </c:pt>
                <c:pt idx="18480">
                  <c:v>8.0263721923376998</c:v>
                </c:pt>
                <c:pt idx="18481">
                  <c:v>8.0289059253480062</c:v>
                </c:pt>
                <c:pt idx="18482">
                  <c:v>8.0292575042089265</c:v>
                </c:pt>
                <c:pt idx="18483">
                  <c:v>8.0276815176774932</c:v>
                </c:pt>
                <c:pt idx="18484">
                  <c:v>8.023942758592371</c:v>
                </c:pt>
                <c:pt idx="18485">
                  <c:v>8.0235614503346611</c:v>
                </c:pt>
                <c:pt idx="18486">
                  <c:v>8.0250842196033343</c:v>
                </c:pt>
                <c:pt idx="18487">
                  <c:v>8.0255722087627799</c:v>
                </c:pt>
                <c:pt idx="18488">
                  <c:v>8.0252159487537469</c:v>
                </c:pt>
                <c:pt idx="18489">
                  <c:v>8.0246336796287938</c:v>
                </c:pt>
                <c:pt idx="18490">
                  <c:v>8.0258750872582425</c:v>
                </c:pt>
                <c:pt idx="18491">
                  <c:v>8.0262596805321724</c:v>
                </c:pt>
                <c:pt idx="18492">
                  <c:v>8.0250625384962841</c:v>
                </c:pt>
                <c:pt idx="18493">
                  <c:v>8.0249551184658969</c:v>
                </c:pt>
                <c:pt idx="18494">
                  <c:v>8.0241140721882314</c:v>
                </c:pt>
                <c:pt idx="18495">
                  <c:v>8.0229717899232131</c:v>
                </c:pt>
                <c:pt idx="18496">
                  <c:v>8.0238232661273763</c:v>
                </c:pt>
                <c:pt idx="18497">
                  <c:v>8.0253742865355395</c:v>
                </c:pt>
                <c:pt idx="18498">
                  <c:v>8.0260684104627771</c:v>
                </c:pt>
                <c:pt idx="18499">
                  <c:v>8.0255631749681768</c:v>
                </c:pt>
                <c:pt idx="18500">
                  <c:v>8.0237301359175461</c:v>
                </c:pt>
                <c:pt idx="18501">
                  <c:v>8.0256747012688372</c:v>
                </c:pt>
                <c:pt idx="18502">
                  <c:v>8.0268445776701025</c:v>
                </c:pt>
                <c:pt idx="18503">
                  <c:v>8.024436907157229</c:v>
                </c:pt>
                <c:pt idx="18504">
                  <c:v>8.0242470332197264</c:v>
                </c:pt>
                <c:pt idx="18505">
                  <c:v>8.0281626904282835</c:v>
                </c:pt>
                <c:pt idx="18506">
                  <c:v>8.0296860345747962</c:v>
                </c:pt>
                <c:pt idx="18507">
                  <c:v>8.0289027224571914</c:v>
                </c:pt>
                <c:pt idx="18508">
                  <c:v>8.0286493655812432</c:v>
                </c:pt>
                <c:pt idx="18509">
                  <c:v>8.0282497433581081</c:v>
                </c:pt>
                <c:pt idx="18510">
                  <c:v>8.0273094074652001</c:v>
                </c:pt>
                <c:pt idx="18511">
                  <c:v>8.0247890608959889</c:v>
                </c:pt>
                <c:pt idx="18512">
                  <c:v>8.0252744220424592</c:v>
                </c:pt>
                <c:pt idx="18513">
                  <c:v>8.025528353796247</c:v>
                </c:pt>
                <c:pt idx="18514">
                  <c:v>8.0254850737075518</c:v>
                </c:pt>
                <c:pt idx="18515">
                  <c:v>8.0265170615529922</c:v>
                </c:pt>
                <c:pt idx="18516">
                  <c:v>8.0263628300414727</c:v>
                </c:pt>
                <c:pt idx="18517">
                  <c:v>8.0262625549213649</c:v>
                </c:pt>
                <c:pt idx="18518">
                  <c:v>8.0239333141707387</c:v>
                </c:pt>
                <c:pt idx="18519">
                  <c:v>8.0220381883135552</c:v>
                </c:pt>
                <c:pt idx="18520">
                  <c:v>8.0228784954625709</c:v>
                </c:pt>
                <c:pt idx="18521">
                  <c:v>8.0225007185972981</c:v>
                </c:pt>
                <c:pt idx="18522">
                  <c:v>8.0201948014618321</c:v>
                </c:pt>
                <c:pt idx="18523">
                  <c:v>8.0196393873444745</c:v>
                </c:pt>
                <c:pt idx="18524">
                  <c:v>8.0206285878536523</c:v>
                </c:pt>
                <c:pt idx="18525">
                  <c:v>8.020659138504497</c:v>
                </c:pt>
                <c:pt idx="18526">
                  <c:v>8.0198244158830541</c:v>
                </c:pt>
                <c:pt idx="18527">
                  <c:v>8.0220346569211181</c:v>
                </c:pt>
                <c:pt idx="18528">
                  <c:v>8.0226742495791079</c:v>
                </c:pt>
                <c:pt idx="18529">
                  <c:v>8.0227537469716257</c:v>
                </c:pt>
                <c:pt idx="18530">
                  <c:v>8.0237749763889461</c:v>
                </c:pt>
                <c:pt idx="18531">
                  <c:v>8.0234958321356711</c:v>
                </c:pt>
                <c:pt idx="18532">
                  <c:v>8.0222733954748904</c:v>
                </c:pt>
                <c:pt idx="18533">
                  <c:v>8.0211670020120724</c:v>
                </c:pt>
                <c:pt idx="18534">
                  <c:v>8.0243637334209339</c:v>
                </c:pt>
                <c:pt idx="18535">
                  <c:v>8.0247297663532215</c:v>
                </c:pt>
                <c:pt idx="18536">
                  <c:v>8.0245850613887413</c:v>
                </c:pt>
                <c:pt idx="18537">
                  <c:v>8.0265720855746725</c:v>
                </c:pt>
                <c:pt idx="18538">
                  <c:v>8.0259218987393748</c:v>
                </c:pt>
                <c:pt idx="18539">
                  <c:v>8.0249120026280139</c:v>
                </c:pt>
                <c:pt idx="18540">
                  <c:v>8.0255246581529995</c:v>
                </c:pt>
                <c:pt idx="18541">
                  <c:v>8.0263744097236476</c:v>
                </c:pt>
                <c:pt idx="18542">
                  <c:v>8.0257922227240996</c:v>
                </c:pt>
                <c:pt idx="18543">
                  <c:v>8.0236797109185733</c:v>
                </c:pt>
                <c:pt idx="18544">
                  <c:v>8.0222470332197258</c:v>
                </c:pt>
                <c:pt idx="18545">
                  <c:v>8.0248914712766393</c:v>
                </c:pt>
                <c:pt idx="18546">
                  <c:v>8.0259906377037744</c:v>
                </c:pt>
                <c:pt idx="18547">
                  <c:v>8.0239493286248109</c:v>
                </c:pt>
                <c:pt idx="18548">
                  <c:v>8.0219195992280206</c:v>
                </c:pt>
                <c:pt idx="18549">
                  <c:v>8.0220524781341105</c:v>
                </c:pt>
                <c:pt idx="18550">
                  <c:v>8.0224672114318558</c:v>
                </c:pt>
                <c:pt idx="18551">
                  <c:v>8.0227122736418508</c:v>
                </c:pt>
                <c:pt idx="18552">
                  <c:v>8.0230192584075883</c:v>
                </c:pt>
                <c:pt idx="18553">
                  <c:v>8.0225568102492506</c:v>
                </c:pt>
                <c:pt idx="18554">
                  <c:v>8.0244898780437737</c:v>
                </c:pt>
                <c:pt idx="18555">
                  <c:v>8.0246384429023117</c:v>
                </c:pt>
                <c:pt idx="18556">
                  <c:v>8.0252207941526716</c:v>
                </c:pt>
                <c:pt idx="18557">
                  <c:v>8.0262291298813295</c:v>
                </c:pt>
                <c:pt idx="18558">
                  <c:v>8.0240911592000987</c:v>
                </c:pt>
                <c:pt idx="18559">
                  <c:v>8.0220446762205881</c:v>
                </c:pt>
                <c:pt idx="18560">
                  <c:v>8.0207328871186299</c:v>
                </c:pt>
                <c:pt idx="18561">
                  <c:v>8.0208674906582349</c:v>
                </c:pt>
                <c:pt idx="18562">
                  <c:v>8.0211604319796326</c:v>
                </c:pt>
                <c:pt idx="18563">
                  <c:v>8.0221092267893077</c:v>
                </c:pt>
                <c:pt idx="18564">
                  <c:v>8.0237123147045537</c:v>
                </c:pt>
                <c:pt idx="18565">
                  <c:v>8.0261063524001148</c:v>
                </c:pt>
                <c:pt idx="18566">
                  <c:v>8.0300815505276564</c:v>
                </c:pt>
                <c:pt idx="18567">
                  <c:v>8.0299204204820764</c:v>
                </c:pt>
                <c:pt idx="18568">
                  <c:v>8.0283819652609534</c:v>
                </c:pt>
                <c:pt idx="18569">
                  <c:v>8.0256811070504668</c:v>
                </c:pt>
                <c:pt idx="18570">
                  <c:v>8.0229171765285585</c:v>
                </c:pt>
                <c:pt idx="18571">
                  <c:v>8.0224371535334456</c:v>
                </c:pt>
                <c:pt idx="18572">
                  <c:v>8.0225789841087334</c:v>
                </c:pt>
                <c:pt idx="18573">
                  <c:v>8.0238144787089887</c:v>
                </c:pt>
                <c:pt idx="18574">
                  <c:v>8.0247829836159816</c:v>
                </c:pt>
                <c:pt idx="18575">
                  <c:v>8.0237731696300258</c:v>
                </c:pt>
                <c:pt idx="18576">
                  <c:v>8.0238131647025011</c:v>
                </c:pt>
                <c:pt idx="18577">
                  <c:v>8.022836283004148</c:v>
                </c:pt>
                <c:pt idx="18578">
                  <c:v>8.0212061758304927</c:v>
                </c:pt>
                <c:pt idx="18579">
                  <c:v>8.0234912331129635</c:v>
                </c:pt>
                <c:pt idx="18580">
                  <c:v>8.0244818297540341</c:v>
                </c:pt>
                <c:pt idx="18581">
                  <c:v>8.0240369564324716</c:v>
                </c:pt>
                <c:pt idx="18582">
                  <c:v>8.0220782655114355</c:v>
                </c:pt>
                <c:pt idx="18583">
                  <c:v>8.0223772841128405</c:v>
                </c:pt>
                <c:pt idx="18584">
                  <c:v>8.0231498378023236</c:v>
                </c:pt>
                <c:pt idx="18585">
                  <c:v>8.0243564242598442</c:v>
                </c:pt>
                <c:pt idx="18586">
                  <c:v>8.0249433745329117</c:v>
                </c:pt>
                <c:pt idx="18587">
                  <c:v>8.0232431322629658</c:v>
                </c:pt>
                <c:pt idx="18588">
                  <c:v>8.0216187738676954</c:v>
                </c:pt>
                <c:pt idx="18589">
                  <c:v>8.022065371822773</c:v>
                </c:pt>
                <c:pt idx="18590">
                  <c:v>8.0218782901490577</c:v>
                </c:pt>
                <c:pt idx="18591">
                  <c:v>8.0217195417402376</c:v>
                </c:pt>
                <c:pt idx="18592">
                  <c:v>8.0214553443107626</c:v>
                </c:pt>
                <c:pt idx="18593">
                  <c:v>8.0190912823882066</c:v>
                </c:pt>
                <c:pt idx="18594">
                  <c:v>8.0197036915369768</c:v>
                </c:pt>
                <c:pt idx="18595">
                  <c:v>8.0222447337083729</c:v>
                </c:pt>
                <c:pt idx="18596">
                  <c:v>8.022980741592411</c:v>
                </c:pt>
                <c:pt idx="18597">
                  <c:v>8.0240725988584565</c:v>
                </c:pt>
                <c:pt idx="18598">
                  <c:v>8.0265162402989372</c:v>
                </c:pt>
                <c:pt idx="18599">
                  <c:v>8.0266912495380449</c:v>
                </c:pt>
                <c:pt idx="18600">
                  <c:v>8.0260608549254719</c:v>
                </c:pt>
                <c:pt idx="18601">
                  <c:v>8.0259434155956146</c:v>
                </c:pt>
                <c:pt idx="18602">
                  <c:v>8.0244939021886417</c:v>
                </c:pt>
                <c:pt idx="18603">
                  <c:v>8.0227388001478257</c:v>
                </c:pt>
                <c:pt idx="18604">
                  <c:v>8.0246293269823017</c:v>
                </c:pt>
                <c:pt idx="18605">
                  <c:v>8.0278568554182232</c:v>
                </c:pt>
                <c:pt idx="18606">
                  <c:v>8.028909949492876</c:v>
                </c:pt>
                <c:pt idx="18607">
                  <c:v>8.0261368209255526</c:v>
                </c:pt>
                <c:pt idx="18608">
                  <c:v>8.0228784954625709</c:v>
                </c:pt>
                <c:pt idx="18609">
                  <c:v>8.0202141830575293</c:v>
                </c:pt>
                <c:pt idx="18610">
                  <c:v>8.0188418675317212</c:v>
                </c:pt>
                <c:pt idx="18611">
                  <c:v>8.0187467663121588</c:v>
                </c:pt>
                <c:pt idx="18612">
                  <c:v>8.020355110253357</c:v>
                </c:pt>
                <c:pt idx="18613">
                  <c:v>8.022498172709728</c:v>
                </c:pt>
                <c:pt idx="18614">
                  <c:v>8.0213353590933352</c:v>
                </c:pt>
                <c:pt idx="18615">
                  <c:v>8.0177371165770133</c:v>
                </c:pt>
                <c:pt idx="18616">
                  <c:v>8.0168233071900801</c:v>
                </c:pt>
                <c:pt idx="18617">
                  <c:v>8.0193050548187088</c:v>
                </c:pt>
                <c:pt idx="18618">
                  <c:v>8.0171327557179808</c:v>
                </c:pt>
                <c:pt idx="18619">
                  <c:v>8.0153940787582645</c:v>
                </c:pt>
                <c:pt idx="18620">
                  <c:v>8.0140792510163017</c:v>
                </c:pt>
                <c:pt idx="18621">
                  <c:v>8.0125155832956931</c:v>
                </c:pt>
                <c:pt idx="18622">
                  <c:v>8.0158373095717153</c:v>
                </c:pt>
                <c:pt idx="18623">
                  <c:v>8.0181328789060888</c:v>
                </c:pt>
                <c:pt idx="18624">
                  <c:v>8.0156564694288175</c:v>
                </c:pt>
                <c:pt idx="18625">
                  <c:v>8.0135939719952365</c:v>
                </c:pt>
                <c:pt idx="18626">
                  <c:v>8.0159657537059097</c:v>
                </c:pt>
                <c:pt idx="18627">
                  <c:v>8.0221074200303857</c:v>
                </c:pt>
                <c:pt idx="18628">
                  <c:v>8.0261162895741798</c:v>
                </c:pt>
                <c:pt idx="18629">
                  <c:v>8.0277591261856855</c:v>
                </c:pt>
                <c:pt idx="18630">
                  <c:v>8.0274899191064755</c:v>
                </c:pt>
                <c:pt idx="18631">
                  <c:v>8.0250568718433044</c:v>
                </c:pt>
                <c:pt idx="18632">
                  <c:v>8.0236604935736864</c:v>
                </c:pt>
                <c:pt idx="18633">
                  <c:v>8.0246007473411893</c:v>
                </c:pt>
                <c:pt idx="18634">
                  <c:v>8.026200303864</c:v>
                </c:pt>
                <c:pt idx="18635">
                  <c:v>8.0263163470619627</c:v>
                </c:pt>
                <c:pt idx="18636">
                  <c:v>8.0251821130866841</c:v>
                </c:pt>
                <c:pt idx="18637">
                  <c:v>8.0221275407547328</c:v>
                </c:pt>
                <c:pt idx="18638">
                  <c:v>8.0203726029647271</c:v>
                </c:pt>
                <c:pt idx="18639">
                  <c:v>8.0192568472056838</c:v>
                </c:pt>
                <c:pt idx="18640">
                  <c:v>8.0191304562066268</c:v>
                </c:pt>
                <c:pt idx="18641">
                  <c:v>8.0204268057323524</c:v>
                </c:pt>
                <c:pt idx="18642">
                  <c:v>8.0225115591508231</c:v>
                </c:pt>
                <c:pt idx="18643">
                  <c:v>8.0236489138915115</c:v>
                </c:pt>
                <c:pt idx="18644">
                  <c:v>8.0244499650967018</c:v>
                </c:pt>
                <c:pt idx="18645">
                  <c:v>8.0260306327762496</c:v>
                </c:pt>
                <c:pt idx="18646">
                  <c:v>8.0244073420112514</c:v>
                </c:pt>
                <c:pt idx="18647">
                  <c:v>8.0223045210035728</c:v>
                </c:pt>
                <c:pt idx="18648">
                  <c:v>8.0198509423890272</c:v>
                </c:pt>
                <c:pt idx="18649">
                  <c:v>8.020834311994415</c:v>
                </c:pt>
                <c:pt idx="18650">
                  <c:v>8.0232903543711256</c:v>
                </c:pt>
                <c:pt idx="18651">
                  <c:v>8.0228155874019631</c:v>
                </c:pt>
                <c:pt idx="18652">
                  <c:v>8.0249089639880093</c:v>
                </c:pt>
                <c:pt idx="18653">
                  <c:v>8.0282154149386109</c:v>
                </c:pt>
                <c:pt idx="18654">
                  <c:v>8.0288446597955083</c:v>
                </c:pt>
                <c:pt idx="18655">
                  <c:v>8.0259715024842944</c:v>
                </c:pt>
                <c:pt idx="18656">
                  <c:v>8.0244395351702043</c:v>
                </c:pt>
                <c:pt idx="18657">
                  <c:v>8.0233884942306908</c:v>
                </c:pt>
                <c:pt idx="18658">
                  <c:v>8.0220783476368407</c:v>
                </c:pt>
                <c:pt idx="18659">
                  <c:v>8.0228049110992483</c:v>
                </c:pt>
                <c:pt idx="18660">
                  <c:v>8.0242051492629241</c:v>
                </c:pt>
                <c:pt idx="18661">
                  <c:v>8.022585389890363</c:v>
                </c:pt>
                <c:pt idx="18662">
                  <c:v>8.0206156941649898</c:v>
                </c:pt>
                <c:pt idx="18663">
                  <c:v>8.0186814766147911</c:v>
                </c:pt>
                <c:pt idx="18664">
                  <c:v>8.0170994128033506</c:v>
                </c:pt>
                <c:pt idx="18665">
                  <c:v>8.0161165359503954</c:v>
                </c:pt>
                <c:pt idx="18666">
                  <c:v>8.0174785036751111</c:v>
                </c:pt>
                <c:pt idx="18667">
                  <c:v>8.0214751365334873</c:v>
                </c:pt>
                <c:pt idx="18668">
                  <c:v>8.0224001971009731</c:v>
                </c:pt>
                <c:pt idx="18669">
                  <c:v>8.0219285508972202</c:v>
                </c:pt>
                <c:pt idx="18670">
                  <c:v>8.0218259762657578</c:v>
                </c:pt>
                <c:pt idx="18671">
                  <c:v>8.022150946495298</c:v>
                </c:pt>
                <c:pt idx="18672">
                  <c:v>8.0203710425820223</c:v>
                </c:pt>
                <c:pt idx="18673">
                  <c:v>8.0190562969654664</c:v>
                </c:pt>
                <c:pt idx="18674">
                  <c:v>8.0201237629860795</c:v>
                </c:pt>
                <c:pt idx="18675">
                  <c:v>8.0215102862070378</c:v>
                </c:pt>
                <c:pt idx="18676">
                  <c:v>8.0223023857430302</c:v>
                </c:pt>
                <c:pt idx="18677">
                  <c:v>8.0215860879563099</c:v>
                </c:pt>
                <c:pt idx="18678">
                  <c:v>8.0199859565556597</c:v>
                </c:pt>
                <c:pt idx="18679">
                  <c:v>8.0204774771075424</c:v>
                </c:pt>
                <c:pt idx="18680">
                  <c:v>8.0208499158214597</c:v>
                </c:pt>
                <c:pt idx="18681">
                  <c:v>8.0212070792099528</c:v>
                </c:pt>
                <c:pt idx="18682">
                  <c:v>8.0199336426723615</c:v>
                </c:pt>
                <c:pt idx="18683">
                  <c:v>8.016632201371495</c:v>
                </c:pt>
                <c:pt idx="18684">
                  <c:v>8.016771650310023</c:v>
                </c:pt>
                <c:pt idx="18685">
                  <c:v>8.0160698065946701</c:v>
                </c:pt>
                <c:pt idx="18686">
                  <c:v>8.0150921857676671</c:v>
                </c:pt>
                <c:pt idx="18687">
                  <c:v>8.016602964727138</c:v>
                </c:pt>
                <c:pt idx="18688">
                  <c:v>8.0152911756251797</c:v>
                </c:pt>
                <c:pt idx="18689">
                  <c:v>8.0167760029565152</c:v>
                </c:pt>
                <c:pt idx="18690">
                  <c:v>8.0167206504332107</c:v>
                </c:pt>
                <c:pt idx="18691">
                  <c:v>8.018712109391041</c:v>
                </c:pt>
                <c:pt idx="18692">
                  <c:v>8.0244047961236813</c:v>
                </c:pt>
                <c:pt idx="18693">
                  <c:v>8.0242742167289443</c:v>
                </c:pt>
                <c:pt idx="18694">
                  <c:v>8.0238482322506464</c:v>
                </c:pt>
                <c:pt idx="18695">
                  <c:v>8.025289122490042</c:v>
                </c:pt>
                <c:pt idx="18696">
                  <c:v>8.0260657003243949</c:v>
                </c:pt>
                <c:pt idx="18697">
                  <c:v>8.0279983574918905</c:v>
                </c:pt>
                <c:pt idx="18698">
                  <c:v>8.0276985997618358</c:v>
                </c:pt>
                <c:pt idx="18699">
                  <c:v>8.0260009033794599</c:v>
                </c:pt>
                <c:pt idx="18700">
                  <c:v>8.0254638853529343</c:v>
                </c:pt>
                <c:pt idx="18701">
                  <c:v>8.0260503428735674</c:v>
                </c:pt>
                <c:pt idx="18702">
                  <c:v>8.0235414117357209</c:v>
                </c:pt>
                <c:pt idx="18703">
                  <c:v>8.021577711164948</c:v>
                </c:pt>
                <c:pt idx="18704">
                  <c:v>8.0222733954748904</c:v>
                </c:pt>
                <c:pt idx="18705">
                  <c:v>8.0223440233236154</c:v>
                </c:pt>
                <c:pt idx="18706">
                  <c:v>8.0243051780068164</c:v>
                </c:pt>
                <c:pt idx="18707">
                  <c:v>8.0243606947809312</c:v>
                </c:pt>
                <c:pt idx="18708">
                  <c:v>8.0239438262226415</c:v>
                </c:pt>
                <c:pt idx="18709">
                  <c:v>8.024927031577219</c:v>
                </c:pt>
                <c:pt idx="18710">
                  <c:v>8.0266894427791229</c:v>
                </c:pt>
                <c:pt idx="18711">
                  <c:v>8.0258869133166346</c:v>
                </c:pt>
                <c:pt idx="18712">
                  <c:v>8.0236471892579964</c:v>
                </c:pt>
                <c:pt idx="18713">
                  <c:v>8.0211792386974903</c:v>
                </c:pt>
                <c:pt idx="18714">
                  <c:v>8.0193137601116913</c:v>
                </c:pt>
                <c:pt idx="18715">
                  <c:v>8.0190005338151362</c:v>
                </c:pt>
                <c:pt idx="18716">
                  <c:v>8.0183869749106886</c:v>
                </c:pt>
                <c:pt idx="18717">
                  <c:v>8.0179991787459457</c:v>
                </c:pt>
                <c:pt idx="18718">
                  <c:v>8.0159487537469722</c:v>
                </c:pt>
                <c:pt idx="18719">
                  <c:v>8.0179041596517884</c:v>
                </c:pt>
                <c:pt idx="18720">
                  <c:v>8.0203088736500643</c:v>
                </c:pt>
                <c:pt idx="18721">
                  <c:v>8.0218424013468574</c:v>
                </c:pt>
                <c:pt idx="18722">
                  <c:v>8.0229174229047757</c:v>
                </c:pt>
                <c:pt idx="18723">
                  <c:v>8.0238904447090711</c:v>
                </c:pt>
                <c:pt idx="18724">
                  <c:v>8.0264275448610025</c:v>
                </c:pt>
                <c:pt idx="18725">
                  <c:v>8.0276683776126152</c:v>
                </c:pt>
                <c:pt idx="18726">
                  <c:v>8.0267155586580703</c:v>
                </c:pt>
                <c:pt idx="18727">
                  <c:v>8.0252870693549045</c:v>
                </c:pt>
                <c:pt idx="18728">
                  <c:v>8.0251790744466796</c:v>
                </c:pt>
                <c:pt idx="18729">
                  <c:v>8.0245297909908437</c:v>
                </c:pt>
                <c:pt idx="18730">
                  <c:v>8.0232649776208262</c:v>
                </c:pt>
                <c:pt idx="18731">
                  <c:v>8.0242453907116165</c:v>
                </c:pt>
                <c:pt idx="18732">
                  <c:v>8.025181127581817</c:v>
                </c:pt>
                <c:pt idx="18733">
                  <c:v>8.025219315895372</c:v>
                </c:pt>
                <c:pt idx="18734">
                  <c:v>8.0255320494394944</c:v>
                </c:pt>
                <c:pt idx="18735">
                  <c:v>8.0231972241612937</c:v>
                </c:pt>
                <c:pt idx="18736">
                  <c:v>8.0208154231511521</c:v>
                </c:pt>
                <c:pt idx="18737">
                  <c:v>8.0194348950847942</c:v>
                </c:pt>
                <c:pt idx="18738">
                  <c:v>8.0196638607153119</c:v>
                </c:pt>
                <c:pt idx="18739">
                  <c:v>8.023310557220876</c:v>
                </c:pt>
                <c:pt idx="18740">
                  <c:v>8.025570730505482</c:v>
                </c:pt>
                <c:pt idx="18741">
                  <c:v>8.0248150125241242</c:v>
                </c:pt>
                <c:pt idx="18742">
                  <c:v>8.0221713135958606</c:v>
                </c:pt>
                <c:pt idx="18743">
                  <c:v>8.0216665708536929</c:v>
                </c:pt>
                <c:pt idx="18744">
                  <c:v>8.0217237301359177</c:v>
                </c:pt>
                <c:pt idx="18745">
                  <c:v>8.0202000574877843</c:v>
                </c:pt>
                <c:pt idx="18746">
                  <c:v>8.0191735720445116</c:v>
                </c:pt>
                <c:pt idx="18747">
                  <c:v>8.0190847944811736</c:v>
                </c:pt>
                <c:pt idx="18748">
                  <c:v>8.0187966164332938</c:v>
                </c:pt>
                <c:pt idx="18749">
                  <c:v>8.0212933930111276</c:v>
                </c:pt>
                <c:pt idx="18750">
                  <c:v>8.020590071038475</c:v>
                </c:pt>
                <c:pt idx="18751">
                  <c:v>8.017402044922596</c:v>
                </c:pt>
                <c:pt idx="18752">
                  <c:v>8.0167580996181176</c:v>
                </c:pt>
                <c:pt idx="18753">
                  <c:v>8.0202784051246248</c:v>
                </c:pt>
                <c:pt idx="18754">
                  <c:v>8.0234371945961485</c:v>
                </c:pt>
                <c:pt idx="18755">
                  <c:v>8.0261287726358148</c:v>
                </c:pt>
                <c:pt idx="18756">
                  <c:v>8.0261258161212172</c:v>
                </c:pt>
                <c:pt idx="18757">
                  <c:v>8.0266732640742422</c:v>
                </c:pt>
                <c:pt idx="18758">
                  <c:v>8.0280997823676756</c:v>
                </c:pt>
                <c:pt idx="18759">
                  <c:v>8.0285841580092807</c:v>
                </c:pt>
                <c:pt idx="18760">
                  <c:v>8.0269423890280454</c:v>
                </c:pt>
                <c:pt idx="18761">
                  <c:v>8.024859770870119</c:v>
                </c:pt>
                <c:pt idx="18762">
                  <c:v>8.0242875210446343</c:v>
                </c:pt>
                <c:pt idx="18763">
                  <c:v>8.0246488728288092</c:v>
                </c:pt>
                <c:pt idx="18764">
                  <c:v>8.0228132057652033</c:v>
                </c:pt>
                <c:pt idx="18765">
                  <c:v>8.0212763109267851</c:v>
                </c:pt>
                <c:pt idx="18766">
                  <c:v>8.0249361474972289</c:v>
                </c:pt>
                <c:pt idx="18767">
                  <c:v>8.028153163881246</c:v>
                </c:pt>
                <c:pt idx="18768">
                  <c:v>8.0289437030345336</c:v>
                </c:pt>
                <c:pt idx="18769">
                  <c:v>8.0264828152589001</c:v>
                </c:pt>
                <c:pt idx="18770">
                  <c:v>8.0224480762123758</c:v>
                </c:pt>
                <c:pt idx="18771">
                  <c:v>8.0211155093828275</c:v>
                </c:pt>
                <c:pt idx="18772">
                  <c:v>8.0203696464501295</c:v>
                </c:pt>
                <c:pt idx="18773">
                  <c:v>8.0196857881985792</c:v>
                </c:pt>
                <c:pt idx="18774">
                  <c:v>8.0211569827126024</c:v>
                </c:pt>
                <c:pt idx="18775">
                  <c:v>8.0223673469387755</c:v>
                </c:pt>
                <c:pt idx="18776">
                  <c:v>8.0236614790785534</c:v>
                </c:pt>
                <c:pt idx="18777">
                  <c:v>8.0239071161663862</c:v>
                </c:pt>
                <c:pt idx="18778">
                  <c:v>8.022605346363898</c:v>
                </c:pt>
                <c:pt idx="18779">
                  <c:v>8.0232354946002538</c:v>
                </c:pt>
                <c:pt idx="18780">
                  <c:v>8.0248891717652864</c:v>
                </c:pt>
                <c:pt idx="18781">
                  <c:v>8.0230176158994784</c:v>
                </c:pt>
                <c:pt idx="18782">
                  <c:v>8.0191196156531017</c:v>
                </c:pt>
                <c:pt idx="18783">
                  <c:v>8.0185705251919686</c:v>
                </c:pt>
                <c:pt idx="18784">
                  <c:v>8.0188760317004064</c:v>
                </c:pt>
                <c:pt idx="18785">
                  <c:v>8.0201218741017541</c:v>
                </c:pt>
                <c:pt idx="18786">
                  <c:v>8.0237247156407836</c:v>
                </c:pt>
                <c:pt idx="18787">
                  <c:v>8.0267499692029727</c:v>
                </c:pt>
                <c:pt idx="18788">
                  <c:v>8.0278300825360329</c:v>
                </c:pt>
                <c:pt idx="18789">
                  <c:v>8.029581078306574</c:v>
                </c:pt>
                <c:pt idx="18790">
                  <c:v>8.0307370755143097</c:v>
                </c:pt>
                <c:pt idx="18791">
                  <c:v>8.0293651706155291</c:v>
                </c:pt>
                <c:pt idx="18792">
                  <c:v>8.026564201535745</c:v>
                </c:pt>
                <c:pt idx="18793">
                  <c:v>8.0242294583829512</c:v>
                </c:pt>
                <c:pt idx="18794">
                  <c:v>8.023289779493286</c:v>
                </c:pt>
                <c:pt idx="18795">
                  <c:v>8.0215423972405873</c:v>
                </c:pt>
                <c:pt idx="18796">
                  <c:v>8.0200325216605766</c:v>
                </c:pt>
                <c:pt idx="18797">
                  <c:v>8.0196677206093714</c:v>
                </c:pt>
                <c:pt idx="18798">
                  <c:v>8.0206667761672072</c:v>
                </c:pt>
                <c:pt idx="18799">
                  <c:v>8.0216970393791325</c:v>
                </c:pt>
                <c:pt idx="18800">
                  <c:v>8.0222449800845883</c:v>
                </c:pt>
                <c:pt idx="18801">
                  <c:v>8.0223005789841082</c:v>
                </c:pt>
                <c:pt idx="18802">
                  <c:v>8.0217754691413781</c:v>
                </c:pt>
                <c:pt idx="18803">
                  <c:v>8.018724592452676</c:v>
                </c:pt>
                <c:pt idx="18804">
                  <c:v>8.0159042417771946</c:v>
                </c:pt>
                <c:pt idx="18805">
                  <c:v>8.0165513899724878</c:v>
                </c:pt>
                <c:pt idx="18806">
                  <c:v>8.0184348540220913</c:v>
                </c:pt>
                <c:pt idx="18807">
                  <c:v>8.0217320248018726</c:v>
                </c:pt>
                <c:pt idx="18808">
                  <c:v>8.0230103067383887</c:v>
                </c:pt>
                <c:pt idx="18809">
                  <c:v>8.0227282059705178</c:v>
                </c:pt>
                <c:pt idx="18810">
                  <c:v>8.0231503305547562</c:v>
                </c:pt>
                <c:pt idx="18811">
                  <c:v>8.0208973021804297</c:v>
                </c:pt>
                <c:pt idx="18812">
                  <c:v>8.0200712848519693</c:v>
                </c:pt>
                <c:pt idx="18813">
                  <c:v>8.0217112470742826</c:v>
                </c:pt>
                <c:pt idx="18814">
                  <c:v>8.0236076048125486</c:v>
                </c:pt>
                <c:pt idx="18815">
                  <c:v>8.0243481295938892</c:v>
                </c:pt>
                <c:pt idx="18816">
                  <c:v>8.024733461996469</c:v>
                </c:pt>
                <c:pt idx="18817">
                  <c:v>8.0263443518252373</c:v>
                </c:pt>
                <c:pt idx="18818">
                  <c:v>8.0275920009855053</c:v>
                </c:pt>
                <c:pt idx="18819">
                  <c:v>8.0277403194678278</c:v>
                </c:pt>
                <c:pt idx="18820">
                  <c:v>8.0218965219890777</c:v>
                </c:pt>
                <c:pt idx="18821">
                  <c:v>8.0167929207900457</c:v>
                </c:pt>
                <c:pt idx="18822">
                  <c:v>8.0160136328173124</c:v>
                </c:pt>
                <c:pt idx="18823">
                  <c:v>8.0181459368455634</c:v>
                </c:pt>
                <c:pt idx="18824">
                  <c:v>8.0204603128977947</c:v>
                </c:pt>
                <c:pt idx="18825">
                  <c:v>8.0198619471933643</c:v>
                </c:pt>
                <c:pt idx="18826">
                  <c:v>8.0189203794193737</c:v>
                </c:pt>
                <c:pt idx="18827">
                  <c:v>8.0217144499650974</c:v>
                </c:pt>
                <c:pt idx="18828">
                  <c:v>8.0226131482774203</c:v>
                </c:pt>
                <c:pt idx="18829">
                  <c:v>8.0223125692933106</c:v>
                </c:pt>
                <c:pt idx="18830">
                  <c:v>8.0231123064920133</c:v>
                </c:pt>
                <c:pt idx="18831">
                  <c:v>8.0227212253110505</c:v>
                </c:pt>
                <c:pt idx="18832">
                  <c:v>8.0209545435880596</c:v>
                </c:pt>
                <c:pt idx="18833">
                  <c:v>8.0208454810495624</c:v>
                </c:pt>
                <c:pt idx="18834">
                  <c:v>8.0228892538906909</c:v>
                </c:pt>
                <c:pt idx="18835">
                  <c:v>8.0242024391245437</c:v>
                </c:pt>
                <c:pt idx="18836">
                  <c:v>8.0216606578244978</c:v>
                </c:pt>
                <c:pt idx="18837">
                  <c:v>8.0177683242311009</c:v>
                </c:pt>
                <c:pt idx="18838">
                  <c:v>8.0169804130907902</c:v>
                </c:pt>
                <c:pt idx="18839">
                  <c:v>8.0184970229540511</c:v>
                </c:pt>
                <c:pt idx="18840">
                  <c:v>8.0210148236356922</c:v>
                </c:pt>
                <c:pt idx="18841">
                  <c:v>8.0217649570894753</c:v>
                </c:pt>
                <c:pt idx="18842">
                  <c:v>8.0193149098673668</c:v>
                </c:pt>
                <c:pt idx="18843">
                  <c:v>8.01538356670636</c:v>
                </c:pt>
                <c:pt idx="18844">
                  <c:v>8.0158417443436125</c:v>
                </c:pt>
                <c:pt idx="18845">
                  <c:v>8.0179392271999337</c:v>
                </c:pt>
                <c:pt idx="18846">
                  <c:v>8.0198927442204244</c:v>
                </c:pt>
                <c:pt idx="18847">
                  <c:v>8.0205051533691947</c:v>
                </c:pt>
                <c:pt idx="18848">
                  <c:v>8.0216364308298775</c:v>
                </c:pt>
                <c:pt idx="18849">
                  <c:v>8.0227576068656834</c:v>
                </c:pt>
                <c:pt idx="18850">
                  <c:v>8.0222338931548478</c:v>
                </c:pt>
                <c:pt idx="18851">
                  <c:v>8.0196734693877545</c:v>
                </c:pt>
                <c:pt idx="18852">
                  <c:v>8.0179453866053461</c:v>
                </c:pt>
                <c:pt idx="18853">
                  <c:v>8.0184792838664638</c:v>
                </c:pt>
                <c:pt idx="18854">
                  <c:v>8.0211109103601199</c:v>
                </c:pt>
                <c:pt idx="18855">
                  <c:v>8.0201759947439744</c:v>
                </c:pt>
                <c:pt idx="18856">
                  <c:v>8.0184171149345058</c:v>
                </c:pt>
                <c:pt idx="18857">
                  <c:v>8.0211689730218048</c:v>
                </c:pt>
                <c:pt idx="18858">
                  <c:v>8.0254391656058797</c:v>
                </c:pt>
                <c:pt idx="18859">
                  <c:v>8.0276613969531478</c:v>
                </c:pt>
                <c:pt idx="18860">
                  <c:v>8.029125118055271</c:v>
                </c:pt>
                <c:pt idx="18861">
                  <c:v>8.0292660452510987</c:v>
                </c:pt>
                <c:pt idx="18862">
                  <c:v>8.02611226542931</c:v>
                </c:pt>
                <c:pt idx="18863">
                  <c:v>8.0245640372849341</c:v>
                </c:pt>
                <c:pt idx="18864">
                  <c:v>8.0240768693795417</c:v>
                </c:pt>
                <c:pt idx="18865">
                  <c:v>8.0221862604196605</c:v>
                </c:pt>
                <c:pt idx="18866">
                  <c:v>8.0233453783928059</c:v>
                </c:pt>
                <c:pt idx="18867">
                  <c:v>8.0250778959471116</c:v>
                </c:pt>
                <c:pt idx="18868">
                  <c:v>8.0263842647723074</c:v>
                </c:pt>
                <c:pt idx="18869">
                  <c:v>8.0270821664681975</c:v>
                </c:pt>
                <c:pt idx="18870">
                  <c:v>8.0275567691865479</c:v>
                </c:pt>
                <c:pt idx="18871">
                  <c:v>8.027063359750338</c:v>
                </c:pt>
                <c:pt idx="18872">
                  <c:v>8.0279365170615531</c:v>
                </c:pt>
                <c:pt idx="18873">
                  <c:v>8.028131564899601</c:v>
                </c:pt>
                <c:pt idx="18874">
                  <c:v>8.0297300537921412</c:v>
                </c:pt>
                <c:pt idx="18875">
                  <c:v>8.0314023734242195</c:v>
                </c:pt>
                <c:pt idx="18876">
                  <c:v>8.0301155504455295</c:v>
                </c:pt>
                <c:pt idx="18877">
                  <c:v>8.0265865396460399</c:v>
                </c:pt>
                <c:pt idx="18878">
                  <c:v>8.0233290354371132</c:v>
                </c:pt>
                <c:pt idx="18879">
                  <c:v>8.0219776618897054</c:v>
                </c:pt>
                <c:pt idx="18880">
                  <c:v>8.018715476532666</c:v>
                </c:pt>
                <c:pt idx="18881">
                  <c:v>8.0153879193528521</c:v>
                </c:pt>
                <c:pt idx="18882">
                  <c:v>8.0159620580626623</c:v>
                </c:pt>
                <c:pt idx="18883">
                  <c:v>8.0209113456247696</c:v>
                </c:pt>
                <c:pt idx="18884">
                  <c:v>8.0232783640619232</c:v>
                </c:pt>
                <c:pt idx="18885">
                  <c:v>8.0225390711616633</c:v>
                </c:pt>
                <c:pt idx="18886">
                  <c:v>8.0231164948876934</c:v>
                </c:pt>
                <c:pt idx="18887">
                  <c:v>8.0254207695150495</c:v>
                </c:pt>
                <c:pt idx="18888">
                  <c:v>8.0260039420194644</c:v>
                </c:pt>
                <c:pt idx="18889">
                  <c:v>8.0235023200427058</c:v>
                </c:pt>
                <c:pt idx="18890">
                  <c:v>8.0229211185480231</c:v>
                </c:pt>
                <c:pt idx="18891">
                  <c:v>8.0246021434730839</c:v>
                </c:pt>
                <c:pt idx="18892">
                  <c:v>8.0274337453291178</c:v>
                </c:pt>
                <c:pt idx="18893">
                  <c:v>8.0293173736295316</c:v>
                </c:pt>
                <c:pt idx="18894">
                  <c:v>8.0308656838993144</c:v>
                </c:pt>
                <c:pt idx="18895">
                  <c:v>8.0283648831766108</c:v>
                </c:pt>
                <c:pt idx="18896">
                  <c:v>8.0256016096579472</c:v>
                </c:pt>
                <c:pt idx="18897">
                  <c:v>8.0240467293557263</c:v>
                </c:pt>
                <c:pt idx="18898">
                  <c:v>8.0213026731819497</c:v>
                </c:pt>
                <c:pt idx="18899">
                  <c:v>8.0178616186917431</c:v>
                </c:pt>
                <c:pt idx="18900">
                  <c:v>8.0153331417073872</c:v>
                </c:pt>
                <c:pt idx="18901">
                  <c:v>8.0183294871268433</c:v>
                </c:pt>
                <c:pt idx="18902">
                  <c:v>8.0221076664066029</c:v>
                </c:pt>
                <c:pt idx="18903">
                  <c:v>8.0233720691495911</c:v>
                </c:pt>
                <c:pt idx="18904">
                  <c:v>8.0244845398924163</c:v>
                </c:pt>
                <c:pt idx="18905">
                  <c:v>8.0250098961113618</c:v>
                </c:pt>
                <c:pt idx="18906">
                  <c:v>8.0234436825031832</c:v>
                </c:pt>
                <c:pt idx="18907">
                  <c:v>8.0199056379090869</c:v>
                </c:pt>
                <c:pt idx="18908">
                  <c:v>8.0196661602266666</c:v>
                </c:pt>
                <c:pt idx="18909">
                  <c:v>8.0200661930768291</c:v>
                </c:pt>
                <c:pt idx="18910">
                  <c:v>8.0188114811316886</c:v>
                </c:pt>
                <c:pt idx="18911">
                  <c:v>8.0206547858580048</c:v>
                </c:pt>
                <c:pt idx="18912">
                  <c:v>8.0227417566624233</c:v>
                </c:pt>
                <c:pt idx="18913">
                  <c:v>8.023146060033671</c:v>
                </c:pt>
                <c:pt idx="18914">
                  <c:v>8.0236264115304063</c:v>
                </c:pt>
                <c:pt idx="18915">
                  <c:v>8.025245103272697</c:v>
                </c:pt>
                <c:pt idx="18916">
                  <c:v>8.0267121093910401</c:v>
                </c:pt>
                <c:pt idx="18917">
                  <c:v>8.0276883340861502</c:v>
                </c:pt>
                <c:pt idx="18918">
                  <c:v>8.02641629368045</c:v>
                </c:pt>
                <c:pt idx="18919">
                  <c:v>8.0263981439658352</c:v>
                </c:pt>
                <c:pt idx="18920">
                  <c:v>8.0250521906951917</c:v>
                </c:pt>
                <c:pt idx="18921">
                  <c:v>8.0230461134151856</c:v>
                </c:pt>
                <c:pt idx="18922">
                  <c:v>8.0232097072229287</c:v>
                </c:pt>
                <c:pt idx="18923">
                  <c:v>8.0255127499692023</c:v>
                </c:pt>
                <c:pt idx="18924">
                  <c:v>8.0274347308339831</c:v>
                </c:pt>
                <c:pt idx="18925">
                  <c:v>8.0278001067630278</c:v>
                </c:pt>
                <c:pt idx="18926">
                  <c:v>8.0280384346897709</c:v>
                </c:pt>
                <c:pt idx="18927">
                  <c:v>8.0262640331786645</c:v>
                </c:pt>
                <c:pt idx="18928">
                  <c:v>8.0223722744631054</c:v>
                </c:pt>
                <c:pt idx="18929">
                  <c:v>8.0204857717734974</c:v>
                </c:pt>
                <c:pt idx="18930">
                  <c:v>8.0220827002833328</c:v>
                </c:pt>
                <c:pt idx="18931">
                  <c:v>8.0213919434977203</c:v>
                </c:pt>
                <c:pt idx="18932">
                  <c:v>8.0200202028497518</c:v>
                </c:pt>
                <c:pt idx="18933">
                  <c:v>8.0220009033794604</c:v>
                </c:pt>
                <c:pt idx="18934">
                  <c:v>8.0234853200837684</c:v>
                </c:pt>
                <c:pt idx="18935">
                  <c:v>8.0224671293064507</c:v>
                </c:pt>
                <c:pt idx="18936">
                  <c:v>8.0212395187451246</c:v>
                </c:pt>
                <c:pt idx="18937">
                  <c:v>8.0220186424670477</c:v>
                </c:pt>
                <c:pt idx="18938">
                  <c:v>8.0233032480597881</c:v>
                </c:pt>
                <c:pt idx="18939">
                  <c:v>8.0235920831109109</c:v>
                </c:pt>
                <c:pt idx="18940">
                  <c:v>8.0232879727343658</c:v>
                </c:pt>
                <c:pt idx="18941">
                  <c:v>8.0221842072845231</c:v>
                </c:pt>
                <c:pt idx="18942">
                  <c:v>8.0218991500020529</c:v>
                </c:pt>
                <c:pt idx="18943">
                  <c:v>8.0222966369646453</c:v>
                </c:pt>
                <c:pt idx="18944">
                  <c:v>8.0209181620334249</c:v>
                </c:pt>
                <c:pt idx="18945">
                  <c:v>8.0205157475465043</c:v>
                </c:pt>
                <c:pt idx="18946">
                  <c:v>8.0240155217016387</c:v>
                </c:pt>
                <c:pt idx="18947">
                  <c:v>8.027925512257216</c:v>
                </c:pt>
                <c:pt idx="18948">
                  <c:v>8.0290647558822315</c:v>
                </c:pt>
                <c:pt idx="18949">
                  <c:v>8.0266824621196573</c:v>
                </c:pt>
                <c:pt idx="18950">
                  <c:v>8.0243692358231016</c:v>
                </c:pt>
                <c:pt idx="18951">
                  <c:v>8.0229276064550561</c:v>
                </c:pt>
                <c:pt idx="18952">
                  <c:v>8.0216519525315153</c:v>
                </c:pt>
                <c:pt idx="18953">
                  <c:v>8.0232734365375933</c:v>
                </c:pt>
                <c:pt idx="18954">
                  <c:v>8.0232614462283909</c:v>
                </c:pt>
                <c:pt idx="18955">
                  <c:v>8.0233149919927733</c:v>
                </c:pt>
                <c:pt idx="18956">
                  <c:v>8.0219778261405157</c:v>
                </c:pt>
                <c:pt idx="18957">
                  <c:v>8.0210723935449426</c:v>
                </c:pt>
                <c:pt idx="18958">
                  <c:v>8.0205729889541324</c:v>
                </c:pt>
                <c:pt idx="18959">
                  <c:v>8.0202838254013873</c:v>
                </c:pt>
                <c:pt idx="18960">
                  <c:v>8.0234657742372608</c:v>
                </c:pt>
                <c:pt idx="18961">
                  <c:v>8.025099823430379</c:v>
                </c:pt>
                <c:pt idx="18962">
                  <c:v>8.0259454687307521</c:v>
                </c:pt>
                <c:pt idx="18963">
                  <c:v>8.0279732271178084</c:v>
                </c:pt>
                <c:pt idx="18964">
                  <c:v>8.0274003202890807</c:v>
                </c:pt>
                <c:pt idx="18965">
                  <c:v>8.028563544532501</c:v>
                </c:pt>
                <c:pt idx="18966">
                  <c:v>8.0307617131359592</c:v>
                </c:pt>
                <c:pt idx="18967">
                  <c:v>8.0284782983615983</c:v>
                </c:pt>
                <c:pt idx="18968">
                  <c:v>8.0237094403153613</c:v>
                </c:pt>
                <c:pt idx="18969">
                  <c:v>8.0229782778302461</c:v>
                </c:pt>
                <c:pt idx="18970">
                  <c:v>8.0242625549213642</c:v>
                </c:pt>
                <c:pt idx="18971">
                  <c:v>8.0246262062168938</c:v>
                </c:pt>
                <c:pt idx="18972">
                  <c:v>8.0236998316429187</c:v>
                </c:pt>
                <c:pt idx="18973">
                  <c:v>8.0235555373054659</c:v>
                </c:pt>
                <c:pt idx="18974">
                  <c:v>8.0258907732106923</c:v>
                </c:pt>
                <c:pt idx="18975">
                  <c:v>8.028923253808566</c:v>
                </c:pt>
                <c:pt idx="18976">
                  <c:v>8.0303424629409115</c:v>
                </c:pt>
                <c:pt idx="18977">
                  <c:v>8.0280941157146959</c:v>
                </c:pt>
                <c:pt idx="18978">
                  <c:v>8.0258963577382669</c:v>
                </c:pt>
                <c:pt idx="18979">
                  <c:v>8.0255293393011122</c:v>
                </c:pt>
                <c:pt idx="18980">
                  <c:v>8.0256312569293318</c:v>
                </c:pt>
                <c:pt idx="18981">
                  <c:v>8.0244156366772064</c:v>
                </c:pt>
                <c:pt idx="18982">
                  <c:v>8.0216664887282878</c:v>
                </c:pt>
                <c:pt idx="18983">
                  <c:v>8.021996386482158</c:v>
                </c:pt>
                <c:pt idx="18984">
                  <c:v>8.0221858497926331</c:v>
                </c:pt>
                <c:pt idx="18985">
                  <c:v>8.0204062743809796</c:v>
                </c:pt>
                <c:pt idx="18986">
                  <c:v>8.0211784995688422</c:v>
                </c:pt>
                <c:pt idx="18987">
                  <c:v>8.0218648215825574</c:v>
                </c:pt>
                <c:pt idx="18988">
                  <c:v>8.0229643165113131</c:v>
                </c:pt>
                <c:pt idx="18989">
                  <c:v>8.0238996427544862</c:v>
                </c:pt>
                <c:pt idx="18990">
                  <c:v>8.022104381390383</c:v>
                </c:pt>
                <c:pt idx="18991">
                  <c:v>8.0194308709399245</c:v>
                </c:pt>
                <c:pt idx="18992">
                  <c:v>8.0180547776454638</c:v>
                </c:pt>
                <c:pt idx="18993">
                  <c:v>8.0181609657947686</c:v>
                </c:pt>
                <c:pt idx="18994">
                  <c:v>8.0188794809674366</c:v>
                </c:pt>
                <c:pt idx="18995">
                  <c:v>8.0209854227405248</c:v>
                </c:pt>
                <c:pt idx="18996">
                  <c:v>8.0216917833531802</c:v>
                </c:pt>
                <c:pt idx="18997">
                  <c:v>8.0215184166221825</c:v>
                </c:pt>
                <c:pt idx="18998">
                  <c:v>8.021980782655115</c:v>
                </c:pt>
                <c:pt idx="18999">
                  <c:v>8.0209082248593599</c:v>
                </c:pt>
                <c:pt idx="19000">
                  <c:v>8.0196696094936968</c:v>
                </c:pt>
                <c:pt idx="19001">
                  <c:v>8.0210877509957701</c:v>
                </c:pt>
                <c:pt idx="19002">
                  <c:v>8.0247018437153539</c:v>
                </c:pt>
                <c:pt idx="19003">
                  <c:v>8.0252091323450916</c:v>
                </c:pt>
                <c:pt idx="19004">
                  <c:v>8.0233045620662757</c:v>
                </c:pt>
                <c:pt idx="19005">
                  <c:v>8.0218041309078956</c:v>
                </c:pt>
                <c:pt idx="19006">
                  <c:v>8.0213920256231273</c:v>
                </c:pt>
                <c:pt idx="19007">
                  <c:v>8.0222784872500306</c:v>
                </c:pt>
                <c:pt idx="19008">
                  <c:v>8.0238643288301237</c:v>
                </c:pt>
                <c:pt idx="19009">
                  <c:v>8.0263730135917548</c:v>
                </c:pt>
                <c:pt idx="19010">
                  <c:v>8.0274942717529676</c:v>
                </c:pt>
                <c:pt idx="19011">
                  <c:v>8.02632989775387</c:v>
                </c:pt>
                <c:pt idx="19012">
                  <c:v>8.0260075555373049</c:v>
                </c:pt>
                <c:pt idx="19013">
                  <c:v>8.0243914096825861</c:v>
                </c:pt>
                <c:pt idx="19014">
                  <c:v>8.0212961031495098</c:v>
                </c:pt>
                <c:pt idx="19015">
                  <c:v>8.0211045045784921</c:v>
                </c:pt>
                <c:pt idx="19016">
                  <c:v>8.0191471276639437</c:v>
                </c:pt>
                <c:pt idx="19017">
                  <c:v>8.0180632365622309</c:v>
                </c:pt>
                <c:pt idx="19018">
                  <c:v>8.0202929413213973</c:v>
                </c:pt>
                <c:pt idx="19019">
                  <c:v>8.0226173366731004</c:v>
                </c:pt>
                <c:pt idx="19020">
                  <c:v>8.0225346363897678</c:v>
                </c:pt>
                <c:pt idx="19021">
                  <c:v>8.0224107912782827</c:v>
                </c:pt>
                <c:pt idx="19022">
                  <c:v>8.0238764012647312</c:v>
                </c:pt>
                <c:pt idx="19023">
                  <c:v>8.0240911592000987</c:v>
                </c:pt>
                <c:pt idx="19024">
                  <c:v>8.0253684556317495</c:v>
                </c:pt>
                <c:pt idx="19025">
                  <c:v>8.0262394776824202</c:v>
                </c:pt>
                <c:pt idx="19026">
                  <c:v>8.0235834599433336</c:v>
                </c:pt>
                <c:pt idx="19027">
                  <c:v>8.0210930070217223</c:v>
                </c:pt>
                <c:pt idx="19028">
                  <c:v>8.0201616227980121</c:v>
                </c:pt>
                <c:pt idx="19029">
                  <c:v>8.0192168521332068</c:v>
                </c:pt>
                <c:pt idx="19030">
                  <c:v>8.0186816408656014</c:v>
                </c:pt>
                <c:pt idx="19031">
                  <c:v>8.0196054695520065</c:v>
                </c:pt>
                <c:pt idx="19032">
                  <c:v>8.0214677452469925</c:v>
                </c:pt>
                <c:pt idx="19033">
                  <c:v>8.0233866874717688</c:v>
                </c:pt>
                <c:pt idx="19034">
                  <c:v>8.0224013468566504</c:v>
                </c:pt>
                <c:pt idx="19035">
                  <c:v>8.0176099043239031</c:v>
                </c:pt>
                <c:pt idx="19036">
                  <c:v>8.0163450909538874</c:v>
                </c:pt>
                <c:pt idx="19037">
                  <c:v>8.0187944811727512</c:v>
                </c:pt>
                <c:pt idx="19038">
                  <c:v>8.0198625220712021</c:v>
                </c:pt>
                <c:pt idx="19039">
                  <c:v>8.0172382868640408</c:v>
                </c:pt>
                <c:pt idx="19040">
                  <c:v>8.0149210364226171</c:v>
                </c:pt>
                <c:pt idx="19041">
                  <c:v>8.0177316141748456</c:v>
                </c:pt>
                <c:pt idx="19042">
                  <c:v>8.023008253603253</c:v>
                </c:pt>
                <c:pt idx="19043">
                  <c:v>8.0234133782285557</c:v>
                </c:pt>
                <c:pt idx="19044">
                  <c:v>8.023882889171766</c:v>
                </c:pt>
                <c:pt idx="19045">
                  <c:v>8.0261606372931471</c:v>
                </c:pt>
                <c:pt idx="19046">
                  <c:v>8.0259829179156572</c:v>
                </c:pt>
                <c:pt idx="19047">
                  <c:v>8.0226252207120279</c:v>
                </c:pt>
                <c:pt idx="19048">
                  <c:v>8.0195341025746316</c:v>
                </c:pt>
                <c:pt idx="19049">
                  <c:v>8.0182104874142812</c:v>
                </c:pt>
                <c:pt idx="19050">
                  <c:v>8.0187442204245887</c:v>
                </c:pt>
                <c:pt idx="19051">
                  <c:v>8.0208515583295696</c:v>
                </c:pt>
                <c:pt idx="19052">
                  <c:v>8.0222620621689327</c:v>
                </c:pt>
                <c:pt idx="19053">
                  <c:v>8.0245556604935739</c:v>
                </c:pt>
                <c:pt idx="19054">
                  <c:v>8.0259454687307521</c:v>
                </c:pt>
                <c:pt idx="19055">
                  <c:v>8.0239920338356665</c:v>
                </c:pt>
                <c:pt idx="19056">
                  <c:v>8.0233246827906211</c:v>
                </c:pt>
                <c:pt idx="19057">
                  <c:v>8.0220802365211679</c:v>
                </c:pt>
                <c:pt idx="19058">
                  <c:v>8.0210241859319176</c:v>
                </c:pt>
                <c:pt idx="19059">
                  <c:v>8.0208846548679826</c:v>
                </c:pt>
                <c:pt idx="19060">
                  <c:v>8.0201290190120318</c:v>
                </c:pt>
                <c:pt idx="19061">
                  <c:v>8.0206904282839897</c:v>
                </c:pt>
                <c:pt idx="19062">
                  <c:v>8.023543136369236</c:v>
                </c:pt>
                <c:pt idx="19063">
                  <c:v>8.0264527573604898</c:v>
                </c:pt>
                <c:pt idx="19064">
                  <c:v>8.026027676261652</c:v>
                </c:pt>
                <c:pt idx="19065">
                  <c:v>8.0238722128690512</c:v>
                </c:pt>
                <c:pt idx="19066">
                  <c:v>8.0249231716831595</c:v>
                </c:pt>
                <c:pt idx="19067">
                  <c:v>8.0264611341518499</c:v>
                </c:pt>
                <c:pt idx="19068">
                  <c:v>8.02705933560547</c:v>
                </c:pt>
                <c:pt idx="19069">
                  <c:v>8.0267857758797678</c:v>
                </c:pt>
                <c:pt idx="19070">
                  <c:v>8.0219151644561251</c:v>
                </c:pt>
                <c:pt idx="19071">
                  <c:v>8.0179822609124134</c:v>
                </c:pt>
                <c:pt idx="19072">
                  <c:v>8.0188593602430913</c:v>
                </c:pt>
                <c:pt idx="19073">
                  <c:v>8.02135022379173</c:v>
                </c:pt>
                <c:pt idx="19074">
                  <c:v>8.0205853898903623</c:v>
                </c:pt>
                <c:pt idx="19075">
                  <c:v>8.0181918449472338</c:v>
                </c:pt>
                <c:pt idx="19076">
                  <c:v>8.0182491684802688</c:v>
                </c:pt>
                <c:pt idx="19077">
                  <c:v>8.0190975239190241</c:v>
                </c:pt>
                <c:pt idx="19078">
                  <c:v>8.0203462407095643</c:v>
                </c:pt>
                <c:pt idx="19079">
                  <c:v>8.0218965219890777</c:v>
                </c:pt>
                <c:pt idx="19080">
                  <c:v>8.0212675235083974</c:v>
                </c:pt>
                <c:pt idx="19081">
                  <c:v>8.0190856978606337</c:v>
                </c:pt>
                <c:pt idx="19082">
                  <c:v>8.0177607686937957</c:v>
                </c:pt>
                <c:pt idx="19083">
                  <c:v>8.0175499527778911</c:v>
                </c:pt>
                <c:pt idx="19084">
                  <c:v>8.0176739621401882</c:v>
                </c:pt>
                <c:pt idx="19085">
                  <c:v>8.0195653923541244</c:v>
                </c:pt>
                <c:pt idx="19086">
                  <c:v>8.0213042335646527</c:v>
                </c:pt>
                <c:pt idx="19087">
                  <c:v>8.0215332813205773</c:v>
                </c:pt>
                <c:pt idx="19088">
                  <c:v>8.0205867860222568</c:v>
                </c:pt>
                <c:pt idx="19089">
                  <c:v>8.0197915657208565</c:v>
                </c:pt>
                <c:pt idx="19090">
                  <c:v>8.0195769720362993</c:v>
                </c:pt>
                <c:pt idx="19091">
                  <c:v>8.0182343037818757</c:v>
                </c:pt>
                <c:pt idx="19092">
                  <c:v>8.0170280458259757</c:v>
                </c:pt>
                <c:pt idx="19093">
                  <c:v>8.0147639305219069</c:v>
                </c:pt>
                <c:pt idx="19094">
                  <c:v>8.015380363815547</c:v>
                </c:pt>
                <c:pt idx="19095">
                  <c:v>8.0176376627109605</c:v>
                </c:pt>
                <c:pt idx="19096">
                  <c:v>8.019890691085287</c:v>
                </c:pt>
                <c:pt idx="19097">
                  <c:v>8.0209462489221046</c:v>
                </c:pt>
                <c:pt idx="19098">
                  <c:v>8.0216512955282724</c:v>
                </c:pt>
                <c:pt idx="19099">
                  <c:v>8.0205649406643946</c:v>
                </c:pt>
                <c:pt idx="19100">
                  <c:v>8.0210862727384722</c:v>
                </c:pt>
                <c:pt idx="19101">
                  <c:v>8.0205542643616798</c:v>
                </c:pt>
                <c:pt idx="19102">
                  <c:v>8.0193389726111768</c:v>
                </c:pt>
                <c:pt idx="19103">
                  <c:v>8.0180920625795586</c:v>
                </c:pt>
                <c:pt idx="19104">
                  <c:v>8.0193922719993438</c:v>
                </c:pt>
                <c:pt idx="19105">
                  <c:v>8.0219732271178081</c:v>
                </c:pt>
                <c:pt idx="19106">
                  <c:v>8.024945181291832</c:v>
                </c:pt>
                <c:pt idx="19107">
                  <c:v>8.0252480597872946</c:v>
                </c:pt>
                <c:pt idx="19108">
                  <c:v>8.0249839444832265</c:v>
                </c:pt>
                <c:pt idx="19109">
                  <c:v>8.026117275079045</c:v>
                </c:pt>
                <c:pt idx="19110">
                  <c:v>8.0261455262185351</c:v>
                </c:pt>
                <c:pt idx="19111">
                  <c:v>8.022749065823513</c:v>
                </c:pt>
                <c:pt idx="19112">
                  <c:v>8.0221470866012403</c:v>
                </c:pt>
                <c:pt idx="19113">
                  <c:v>8.0234329240750633</c:v>
                </c:pt>
                <c:pt idx="19114">
                  <c:v>8.0253118712273643</c:v>
                </c:pt>
                <c:pt idx="19115">
                  <c:v>8.0277054161704928</c:v>
                </c:pt>
                <c:pt idx="19116">
                  <c:v>8.0265609986449302</c:v>
                </c:pt>
                <c:pt idx="19117">
                  <c:v>8.0230081714778461</c:v>
                </c:pt>
                <c:pt idx="19118">
                  <c:v>8.0210750215579196</c:v>
                </c:pt>
                <c:pt idx="19119">
                  <c:v>8.0223559315074127</c:v>
                </c:pt>
                <c:pt idx="19120">
                  <c:v>8.0226054284893031</c:v>
                </c:pt>
                <c:pt idx="19121">
                  <c:v>8.02094066439453</c:v>
                </c:pt>
                <c:pt idx="19122">
                  <c:v>8.0229165195253156</c:v>
                </c:pt>
                <c:pt idx="19123">
                  <c:v>8.0243420523138838</c:v>
                </c:pt>
                <c:pt idx="19124">
                  <c:v>8.0199438262226419</c:v>
                </c:pt>
                <c:pt idx="19125">
                  <c:v>8.0178046236603286</c:v>
                </c:pt>
                <c:pt idx="19126">
                  <c:v>8.0187160514105038</c:v>
                </c:pt>
                <c:pt idx="19127">
                  <c:v>8.0208166550322346</c:v>
                </c:pt>
                <c:pt idx="19128">
                  <c:v>8.0221091446639026</c:v>
                </c:pt>
                <c:pt idx="19129">
                  <c:v>8.0207816696094945</c:v>
                </c:pt>
                <c:pt idx="19130">
                  <c:v>8.019042664148154</c:v>
                </c:pt>
                <c:pt idx="19131">
                  <c:v>8.0176026772882185</c:v>
                </c:pt>
                <c:pt idx="19132">
                  <c:v>8.0185322547530085</c:v>
                </c:pt>
                <c:pt idx="19133">
                  <c:v>8.0207972734365374</c:v>
                </c:pt>
                <c:pt idx="19134">
                  <c:v>8.0219987681189178</c:v>
                </c:pt>
                <c:pt idx="19135">
                  <c:v>8.0197565802981146</c:v>
                </c:pt>
                <c:pt idx="19136">
                  <c:v>8.0168838336139281</c:v>
                </c:pt>
                <c:pt idx="19137">
                  <c:v>8.0184732065864583</c:v>
                </c:pt>
                <c:pt idx="19138">
                  <c:v>8.0208986983123225</c:v>
                </c:pt>
                <c:pt idx="19139">
                  <c:v>8.0216815176774929</c:v>
                </c:pt>
                <c:pt idx="19140">
                  <c:v>8.0224229458382954</c:v>
                </c:pt>
                <c:pt idx="19141">
                  <c:v>8.0220290723935452</c:v>
                </c:pt>
                <c:pt idx="19142">
                  <c:v>8.0222901490576106</c:v>
                </c:pt>
                <c:pt idx="19143">
                  <c:v>8.0197211842483469</c:v>
                </c:pt>
                <c:pt idx="19144">
                  <c:v>8.0205913850449644</c:v>
                </c:pt>
                <c:pt idx="19145">
                  <c:v>8.0247558001067638</c:v>
                </c:pt>
                <c:pt idx="19146">
                  <c:v>8.0256403728493417</c:v>
                </c:pt>
                <c:pt idx="19147">
                  <c:v>8.0229435387837231</c:v>
                </c:pt>
                <c:pt idx="19148">
                  <c:v>8.0229506836940008</c:v>
                </c:pt>
                <c:pt idx="19149">
                  <c:v>8.0247050466061669</c:v>
                </c:pt>
                <c:pt idx="19150">
                  <c:v>8.0228532829630854</c:v>
                </c:pt>
                <c:pt idx="19151">
                  <c:v>8.0197894304603121</c:v>
                </c:pt>
                <c:pt idx="19152">
                  <c:v>8.0197734981316469</c:v>
                </c:pt>
                <c:pt idx="19153">
                  <c:v>8.0210157270151523</c:v>
                </c:pt>
                <c:pt idx="19154">
                  <c:v>8.022986654621608</c:v>
                </c:pt>
                <c:pt idx="19155">
                  <c:v>8.026153903009897</c:v>
                </c:pt>
                <c:pt idx="19156">
                  <c:v>8.0273894797355556</c:v>
                </c:pt>
                <c:pt idx="19157">
                  <c:v>8.0267870898862554</c:v>
                </c:pt>
                <c:pt idx="19158">
                  <c:v>8.0243337576479288</c:v>
                </c:pt>
                <c:pt idx="19159">
                  <c:v>8.0232255574261906</c:v>
                </c:pt>
                <c:pt idx="19160">
                  <c:v>8.0224252453496483</c:v>
                </c:pt>
                <c:pt idx="19161">
                  <c:v>8.0211490165482697</c:v>
                </c:pt>
                <c:pt idx="19162">
                  <c:v>8.0207873362624724</c:v>
                </c:pt>
                <c:pt idx="19163">
                  <c:v>8.0239922802118837</c:v>
                </c:pt>
                <c:pt idx="19164">
                  <c:v>8.0253729725290519</c:v>
                </c:pt>
                <c:pt idx="19165">
                  <c:v>8.0272674413829925</c:v>
                </c:pt>
                <c:pt idx="19166">
                  <c:v>8.0283108446597957</c:v>
                </c:pt>
                <c:pt idx="19167">
                  <c:v>8.0292915041268014</c:v>
                </c:pt>
                <c:pt idx="19168">
                  <c:v>8.0297026239067062</c:v>
                </c:pt>
                <c:pt idx="19169">
                  <c:v>8.029995483102697</c:v>
                </c:pt>
                <c:pt idx="19170">
                  <c:v>8.0297910729684236</c:v>
                </c:pt>
                <c:pt idx="19171">
                  <c:v>8.029154929577464</c:v>
                </c:pt>
                <c:pt idx="19172">
                  <c:v>8.0288665872787739</c:v>
                </c:pt>
                <c:pt idx="19173">
                  <c:v>8.028837679136041</c:v>
                </c:pt>
                <c:pt idx="19174">
                  <c:v>8.0276637785899077</c:v>
                </c:pt>
                <c:pt idx="19175">
                  <c:v>8.024679505605059</c:v>
                </c:pt>
                <c:pt idx="19176">
                  <c:v>8.0239992608713511</c:v>
                </c:pt>
                <c:pt idx="19177">
                  <c:v>8.0263401634295573</c:v>
                </c:pt>
                <c:pt idx="19178">
                  <c:v>8.0254011415431368</c:v>
                </c:pt>
                <c:pt idx="19179">
                  <c:v>8.0236836529380362</c:v>
                </c:pt>
                <c:pt idx="19180">
                  <c:v>8.0239820966616016</c:v>
                </c:pt>
                <c:pt idx="19181">
                  <c:v>8.0230147415102859</c:v>
                </c:pt>
                <c:pt idx="19182">
                  <c:v>8.0214701268837523</c:v>
                </c:pt>
                <c:pt idx="19183">
                  <c:v>8.0216688703650476</c:v>
                </c:pt>
                <c:pt idx="19184">
                  <c:v>8.0231431035190734</c:v>
                </c:pt>
                <c:pt idx="19185">
                  <c:v>8.0245767667227863</c:v>
                </c:pt>
                <c:pt idx="19186">
                  <c:v>8.0256374163347424</c:v>
                </c:pt>
                <c:pt idx="19187">
                  <c:v>8.025361392846877</c:v>
                </c:pt>
                <c:pt idx="19188">
                  <c:v>8.0259401305793947</c:v>
                </c:pt>
                <c:pt idx="19189">
                  <c:v>8.0250337124789546</c:v>
                </c:pt>
                <c:pt idx="19190">
                  <c:v>8.024259926908389</c:v>
                </c:pt>
                <c:pt idx="19191">
                  <c:v>8.0229967560464832</c:v>
                </c:pt>
                <c:pt idx="19192">
                  <c:v>8.0240634829384465</c:v>
                </c:pt>
                <c:pt idx="19193">
                  <c:v>8.0272230936640252</c:v>
                </c:pt>
                <c:pt idx="19194">
                  <c:v>8.027007678725413</c:v>
                </c:pt>
                <c:pt idx="19195">
                  <c:v>8.0271596107255778</c:v>
                </c:pt>
                <c:pt idx="19196">
                  <c:v>8.0256069478093046</c:v>
                </c:pt>
                <c:pt idx="19197">
                  <c:v>8.022998152178376</c:v>
                </c:pt>
                <c:pt idx="19198">
                  <c:v>8.0231866299839858</c:v>
                </c:pt>
                <c:pt idx="19199">
                  <c:v>8.0238803432841941</c:v>
                </c:pt>
                <c:pt idx="19200">
                  <c:v>8.0241208885968867</c:v>
                </c:pt>
                <c:pt idx="19201">
                  <c:v>8.0258635897014745</c:v>
                </c:pt>
                <c:pt idx="19202">
                  <c:v>8.0264298443723572</c:v>
                </c:pt>
                <c:pt idx="19203">
                  <c:v>8.0240317004065211</c:v>
                </c:pt>
                <c:pt idx="19204">
                  <c:v>8.0232302385743033</c:v>
                </c:pt>
                <c:pt idx="19205">
                  <c:v>8.024057241407629</c:v>
                </c:pt>
                <c:pt idx="19206">
                  <c:v>8.0236861167002012</c:v>
                </c:pt>
                <c:pt idx="19207">
                  <c:v>8.0248121381349318</c:v>
                </c:pt>
                <c:pt idx="19208">
                  <c:v>8.0249364759988495</c:v>
                </c:pt>
                <c:pt idx="19209">
                  <c:v>8.0261641686855825</c:v>
                </c:pt>
                <c:pt idx="19210">
                  <c:v>8.0267921816613974</c:v>
                </c:pt>
                <c:pt idx="19211">
                  <c:v>8.0251059828357896</c:v>
                </c:pt>
                <c:pt idx="19212">
                  <c:v>8.0241523426271915</c:v>
                </c:pt>
                <c:pt idx="19213">
                  <c:v>8.0229231716831606</c:v>
                </c:pt>
                <c:pt idx="19214">
                  <c:v>8.0237844208105784</c:v>
                </c:pt>
                <c:pt idx="19215">
                  <c:v>8.0245759454687313</c:v>
                </c:pt>
                <c:pt idx="19216">
                  <c:v>8.0248403071490166</c:v>
                </c:pt>
                <c:pt idx="19217">
                  <c:v>8.0246165975444512</c:v>
                </c:pt>
                <c:pt idx="19218">
                  <c:v>8.0240917340779365</c:v>
                </c:pt>
                <c:pt idx="19219">
                  <c:v>8.0217383484580953</c:v>
                </c:pt>
                <c:pt idx="19220">
                  <c:v>8.0209421426518297</c:v>
                </c:pt>
                <c:pt idx="19221">
                  <c:v>8.0230029154518956</c:v>
                </c:pt>
                <c:pt idx="19222">
                  <c:v>8.0247043074775188</c:v>
                </c:pt>
                <c:pt idx="19223">
                  <c:v>8.0237364595737688</c:v>
                </c:pt>
                <c:pt idx="19224">
                  <c:v>8.0210473452962674</c:v>
                </c:pt>
                <c:pt idx="19225">
                  <c:v>8.0203948589496168</c:v>
                </c:pt>
                <c:pt idx="19226">
                  <c:v>8.0211737362953226</c:v>
                </c:pt>
                <c:pt idx="19227">
                  <c:v>8.0225012934751359</c:v>
                </c:pt>
                <c:pt idx="19228">
                  <c:v>8.0255128320946092</c:v>
                </c:pt>
                <c:pt idx="19229">
                  <c:v>8.0264023323615152</c:v>
                </c:pt>
                <c:pt idx="19230">
                  <c:v>8.0266709645628875</c:v>
                </c:pt>
                <c:pt idx="19231">
                  <c:v>8.0269389397610151</c:v>
                </c:pt>
                <c:pt idx="19232">
                  <c:v>8.0269393503880426</c:v>
                </c:pt>
                <c:pt idx="19233">
                  <c:v>8.0263431199441548</c:v>
                </c:pt>
                <c:pt idx="19234">
                  <c:v>8.0238518457684886</c:v>
                </c:pt>
                <c:pt idx="19235">
                  <c:v>8.020895906048537</c:v>
                </c:pt>
                <c:pt idx="19236">
                  <c:v>8.0203074775181697</c:v>
                </c:pt>
                <c:pt idx="19237">
                  <c:v>8.0206597955077399</c:v>
                </c:pt>
                <c:pt idx="19238">
                  <c:v>8.0226307231141956</c:v>
                </c:pt>
                <c:pt idx="19239">
                  <c:v>8.0242586950273065</c:v>
                </c:pt>
                <c:pt idx="19240">
                  <c:v>8.0239903092021514</c:v>
                </c:pt>
                <c:pt idx="19241">
                  <c:v>8.0238132468279062</c:v>
                </c:pt>
                <c:pt idx="19242">
                  <c:v>8.0230964562887532</c:v>
                </c:pt>
                <c:pt idx="19243">
                  <c:v>8.021673223011538</c:v>
                </c:pt>
                <c:pt idx="19244">
                  <c:v>8.0212245719213247</c:v>
                </c:pt>
                <c:pt idx="19245">
                  <c:v>8.0207168726645595</c:v>
                </c:pt>
                <c:pt idx="19246">
                  <c:v>8.0204429844372349</c:v>
                </c:pt>
                <c:pt idx="19247">
                  <c:v>8.0194867162156616</c:v>
                </c:pt>
                <c:pt idx="19248">
                  <c:v>8.0184445448199408</c:v>
                </c:pt>
                <c:pt idx="19249">
                  <c:v>8.0173496489138909</c:v>
                </c:pt>
                <c:pt idx="19250">
                  <c:v>8.0152754896727298</c:v>
                </c:pt>
                <c:pt idx="19251">
                  <c:v>8.0146874717693919</c:v>
                </c:pt>
                <c:pt idx="19252">
                  <c:v>8.0158487250030799</c:v>
                </c:pt>
                <c:pt idx="19253">
                  <c:v>8.0186908389110165</c:v>
                </c:pt>
                <c:pt idx="19254">
                  <c:v>8.0220766230033256</c:v>
                </c:pt>
                <c:pt idx="19255">
                  <c:v>8.023148523795836</c:v>
                </c:pt>
                <c:pt idx="19256">
                  <c:v>8.0253311706976547</c:v>
                </c:pt>
                <c:pt idx="19257">
                  <c:v>8.0246988872007563</c:v>
                </c:pt>
                <c:pt idx="19258">
                  <c:v>8.0195886338438793</c:v>
                </c:pt>
                <c:pt idx="19259">
                  <c:v>8.0179460436085908</c:v>
                </c:pt>
                <c:pt idx="19260">
                  <c:v>8.0190425820227489</c:v>
                </c:pt>
                <c:pt idx="19261">
                  <c:v>8.0211471276639426</c:v>
                </c:pt>
                <c:pt idx="19262">
                  <c:v>8.0232954461462658</c:v>
                </c:pt>
                <c:pt idx="19263">
                  <c:v>8.0203256272327845</c:v>
                </c:pt>
                <c:pt idx="19264">
                  <c:v>8.017548228144376</c:v>
                </c:pt>
                <c:pt idx="19265">
                  <c:v>8.0183249702295409</c:v>
                </c:pt>
                <c:pt idx="19266">
                  <c:v>8.0178523385209211</c:v>
                </c:pt>
                <c:pt idx="19267">
                  <c:v>8.0170094033589283</c:v>
                </c:pt>
                <c:pt idx="19268">
                  <c:v>8.0168219110581855</c:v>
                </c:pt>
                <c:pt idx="19269">
                  <c:v>8.0160792510163024</c:v>
                </c:pt>
                <c:pt idx="19270">
                  <c:v>8.0164641727918529</c:v>
                </c:pt>
                <c:pt idx="19271">
                  <c:v>8.0159465363610227</c:v>
                </c:pt>
                <c:pt idx="19272">
                  <c:v>8.0151002340574049</c:v>
                </c:pt>
                <c:pt idx="19273">
                  <c:v>8.0169329446064133</c:v>
                </c:pt>
                <c:pt idx="19274">
                  <c:v>8.018909046113416</c:v>
                </c:pt>
                <c:pt idx="19275">
                  <c:v>8.0188242105695391</c:v>
                </c:pt>
                <c:pt idx="19276">
                  <c:v>8.0182177144499658</c:v>
                </c:pt>
                <c:pt idx="19277">
                  <c:v>8.0190106352400115</c:v>
                </c:pt>
                <c:pt idx="19278">
                  <c:v>8.0213354412187403</c:v>
                </c:pt>
                <c:pt idx="19279">
                  <c:v>8.0202939268262643</c:v>
                </c:pt>
                <c:pt idx="19280">
                  <c:v>8.0170105531146056</c:v>
                </c:pt>
                <c:pt idx="19281">
                  <c:v>8.0171362049850128</c:v>
                </c:pt>
                <c:pt idx="19282">
                  <c:v>8.018767790415966</c:v>
                </c:pt>
                <c:pt idx="19283">
                  <c:v>8.0191950067753464</c:v>
                </c:pt>
                <c:pt idx="19284">
                  <c:v>8.0180972364801057</c:v>
                </c:pt>
                <c:pt idx="19285">
                  <c:v>8.018565926169261</c:v>
                </c:pt>
                <c:pt idx="19286">
                  <c:v>8.0208689689155346</c:v>
                </c:pt>
                <c:pt idx="19287">
                  <c:v>8.0241648256888265</c:v>
                </c:pt>
                <c:pt idx="19288">
                  <c:v>8.0255891265963122</c:v>
                </c:pt>
                <c:pt idx="19289">
                  <c:v>8.026864944770665</c:v>
                </c:pt>
                <c:pt idx="19290">
                  <c:v>8.0272733544121877</c:v>
                </c:pt>
                <c:pt idx="19291">
                  <c:v>8.0260976471071324</c:v>
                </c:pt>
                <c:pt idx="19292">
                  <c:v>8.0237925512257213</c:v>
                </c:pt>
                <c:pt idx="19293">
                  <c:v>8.0224187574426153</c:v>
                </c:pt>
                <c:pt idx="19294">
                  <c:v>8.0235088900751439</c:v>
                </c:pt>
                <c:pt idx="19295">
                  <c:v>8.0256952326202118</c:v>
                </c:pt>
                <c:pt idx="19296">
                  <c:v>8.0262961442122123</c:v>
                </c:pt>
                <c:pt idx="19297">
                  <c:v>8.0274609288383356</c:v>
                </c:pt>
                <c:pt idx="19298">
                  <c:v>8.0251132919968793</c:v>
                </c:pt>
                <c:pt idx="19299">
                  <c:v>8.0225157475465032</c:v>
                </c:pt>
                <c:pt idx="19300">
                  <c:v>8.0236236192666208</c:v>
                </c:pt>
                <c:pt idx="19301">
                  <c:v>8.0249662875210444</c:v>
                </c:pt>
                <c:pt idx="19302">
                  <c:v>8.0238268796452186</c:v>
                </c:pt>
                <c:pt idx="19303">
                  <c:v>8.0232346733461988</c:v>
                </c:pt>
                <c:pt idx="19304">
                  <c:v>8.0250092391081189</c:v>
                </c:pt>
                <c:pt idx="19305">
                  <c:v>8.0252345912207943</c:v>
                </c:pt>
                <c:pt idx="19306">
                  <c:v>8.0237803145403035</c:v>
                </c:pt>
                <c:pt idx="19307">
                  <c:v>8.0228724181825655</c:v>
                </c:pt>
                <c:pt idx="19308">
                  <c:v>8.0209964275448602</c:v>
                </c:pt>
                <c:pt idx="19309">
                  <c:v>8.0222394776824206</c:v>
                </c:pt>
                <c:pt idx="19310">
                  <c:v>8.0246564283661144</c:v>
                </c:pt>
                <c:pt idx="19311">
                  <c:v>8.0280001642508108</c:v>
                </c:pt>
                <c:pt idx="19312">
                  <c:v>8.02716979427586</c:v>
                </c:pt>
                <c:pt idx="19313">
                  <c:v>8.025191064755882</c:v>
                </c:pt>
                <c:pt idx="19314">
                  <c:v>8.0250039009567615</c:v>
                </c:pt>
                <c:pt idx="19315">
                  <c:v>8.0245553319919516</c:v>
                </c:pt>
                <c:pt idx="19316">
                  <c:v>8.0220616761795256</c:v>
                </c:pt>
                <c:pt idx="19317">
                  <c:v>8.0213541658111929</c:v>
                </c:pt>
                <c:pt idx="19318">
                  <c:v>8.022402660863138</c:v>
                </c:pt>
                <c:pt idx="19319">
                  <c:v>8.0210076787254145</c:v>
                </c:pt>
                <c:pt idx="19320">
                  <c:v>8.019667227856937</c:v>
                </c:pt>
                <c:pt idx="19321">
                  <c:v>8.0240520675070837</c:v>
                </c:pt>
                <c:pt idx="19322">
                  <c:v>8.0268025294624898</c:v>
                </c:pt>
                <c:pt idx="19323">
                  <c:v>8.0272367264813376</c:v>
                </c:pt>
                <c:pt idx="19324">
                  <c:v>8.029925019504784</c:v>
                </c:pt>
                <c:pt idx="19325">
                  <c:v>8.0268613312528228</c:v>
                </c:pt>
                <c:pt idx="19326">
                  <c:v>8.0215874019627975</c:v>
                </c:pt>
                <c:pt idx="19327">
                  <c:v>8.0212392723689074</c:v>
                </c:pt>
                <c:pt idx="19328">
                  <c:v>8.0214890978524203</c:v>
                </c:pt>
                <c:pt idx="19329">
                  <c:v>8.0234619964686082</c:v>
                </c:pt>
                <c:pt idx="19330">
                  <c:v>8.0273461175214553</c:v>
                </c:pt>
                <c:pt idx="19331">
                  <c:v>8.0272122531105001</c:v>
                </c:pt>
                <c:pt idx="19332">
                  <c:v>8.0272856732230107</c:v>
                </c:pt>
                <c:pt idx="19333">
                  <c:v>8.0272106106023902</c:v>
                </c:pt>
                <c:pt idx="19334">
                  <c:v>8.0295632570935815</c:v>
                </c:pt>
                <c:pt idx="19335">
                  <c:v>8.0298548844084916</c:v>
                </c:pt>
                <c:pt idx="19336">
                  <c:v>8.0253636923582317</c:v>
                </c:pt>
                <c:pt idx="19337">
                  <c:v>8.0217352276926874</c:v>
                </c:pt>
                <c:pt idx="19338">
                  <c:v>8.0220539563914102</c:v>
                </c:pt>
                <c:pt idx="19339">
                  <c:v>8.0243707140804013</c:v>
                </c:pt>
                <c:pt idx="19340">
                  <c:v>8.0212878084835548</c:v>
                </c:pt>
                <c:pt idx="19341">
                  <c:v>8.0196560588017896</c:v>
                </c:pt>
                <c:pt idx="19342">
                  <c:v>8.0222671539440729</c:v>
                </c:pt>
                <c:pt idx="19343">
                  <c:v>8.0223207818338604</c:v>
                </c:pt>
                <c:pt idx="19344">
                  <c:v>8.0210280458259771</c:v>
                </c:pt>
                <c:pt idx="19345">
                  <c:v>8.0215708947562927</c:v>
                </c:pt>
                <c:pt idx="19346">
                  <c:v>8.0216157352276927</c:v>
                </c:pt>
                <c:pt idx="19347">
                  <c:v>8.0184292694945185</c:v>
                </c:pt>
                <c:pt idx="19348">
                  <c:v>8.0134456535129139</c:v>
                </c:pt>
                <c:pt idx="19349">
                  <c:v>8.0104453660739949</c:v>
                </c:pt>
                <c:pt idx="19350">
                  <c:v>8.0115414938611256</c:v>
                </c:pt>
                <c:pt idx="19351">
                  <c:v>8.014252371371084</c:v>
                </c:pt>
                <c:pt idx="19352">
                  <c:v>8.0170186835297503</c:v>
                </c:pt>
                <c:pt idx="19353">
                  <c:v>8.0200347390465243</c:v>
                </c:pt>
                <c:pt idx="19354">
                  <c:v>8.0193484991582142</c:v>
                </c:pt>
                <c:pt idx="19355">
                  <c:v>8.0175382088449059</c:v>
                </c:pt>
                <c:pt idx="19356">
                  <c:v>8.0171598571017952</c:v>
                </c:pt>
                <c:pt idx="19357">
                  <c:v>8.0159730628669976</c:v>
                </c:pt>
                <c:pt idx="19358">
                  <c:v>8.0151330020941973</c:v>
                </c:pt>
                <c:pt idx="19359">
                  <c:v>8.0170572003449259</c:v>
                </c:pt>
                <c:pt idx="19360">
                  <c:v>8.0207930850408573</c:v>
                </c:pt>
                <c:pt idx="19361">
                  <c:v>8.0230370796205808</c:v>
                </c:pt>
                <c:pt idx="19362">
                  <c:v>8.0258963577382669</c:v>
                </c:pt>
                <c:pt idx="19363">
                  <c:v>8.0277639715846103</c:v>
                </c:pt>
                <c:pt idx="19364">
                  <c:v>8.0267553073543301</c:v>
                </c:pt>
                <c:pt idx="19365">
                  <c:v>8.02637564160473</c:v>
                </c:pt>
                <c:pt idx="19366">
                  <c:v>8.026549254711945</c:v>
                </c:pt>
                <c:pt idx="19367">
                  <c:v>8.025985135301605</c:v>
                </c:pt>
                <c:pt idx="19368">
                  <c:v>8.024532419003819</c:v>
                </c:pt>
                <c:pt idx="19369">
                  <c:v>8.0258830534225769</c:v>
                </c:pt>
                <c:pt idx="19370">
                  <c:v>8.0264829795097121</c:v>
                </c:pt>
                <c:pt idx="19371">
                  <c:v>8.0231215045374285</c:v>
                </c:pt>
                <c:pt idx="19372">
                  <c:v>8.0203946125733996</c:v>
                </c:pt>
                <c:pt idx="19373">
                  <c:v>8.0215426436168027</c:v>
                </c:pt>
                <c:pt idx="19374">
                  <c:v>8.0234687307518584</c:v>
                </c:pt>
                <c:pt idx="19375">
                  <c:v>8.0258192419825072</c:v>
                </c:pt>
                <c:pt idx="19376">
                  <c:v>8.0273439001355076</c:v>
                </c:pt>
                <c:pt idx="19377">
                  <c:v>8.0265025253562197</c:v>
                </c:pt>
                <c:pt idx="19378">
                  <c:v>8.0206945345542646</c:v>
                </c:pt>
                <c:pt idx="19379">
                  <c:v>8.0166155299141781</c:v>
                </c:pt>
                <c:pt idx="19380">
                  <c:v>8.0168826017328456</c:v>
                </c:pt>
                <c:pt idx="19381">
                  <c:v>8.0186200468114812</c:v>
                </c:pt>
                <c:pt idx="19382">
                  <c:v>8.0204401100480442</c:v>
                </c:pt>
                <c:pt idx="19383">
                  <c:v>8.020767133412722</c:v>
                </c:pt>
                <c:pt idx="19384">
                  <c:v>8.0211192050260749</c:v>
                </c:pt>
                <c:pt idx="19385">
                  <c:v>8.0209644807621245</c:v>
                </c:pt>
                <c:pt idx="19386">
                  <c:v>8.0237428653553984</c:v>
                </c:pt>
                <c:pt idx="19387">
                  <c:v>8.0259216523631594</c:v>
                </c:pt>
                <c:pt idx="19388">
                  <c:v>8.0274270931712728</c:v>
                </c:pt>
                <c:pt idx="19389">
                  <c:v>8.0265844865109024</c:v>
                </c:pt>
                <c:pt idx="19390">
                  <c:v>8.0255442039995071</c:v>
                </c:pt>
                <c:pt idx="19391">
                  <c:v>8.0248011333305964</c:v>
                </c:pt>
                <c:pt idx="19392">
                  <c:v>8.0247971091857266</c:v>
                </c:pt>
                <c:pt idx="19393">
                  <c:v>8.0253834845809546</c:v>
                </c:pt>
                <c:pt idx="19394">
                  <c:v>8.0214872089680949</c:v>
                </c:pt>
                <c:pt idx="19395">
                  <c:v>8.0208398965219896</c:v>
                </c:pt>
                <c:pt idx="19396">
                  <c:v>8.0242080236521165</c:v>
                </c:pt>
                <c:pt idx="19397">
                  <c:v>8.0270564612162776</c:v>
                </c:pt>
                <c:pt idx="19398">
                  <c:v>8.0271883546175005</c:v>
                </c:pt>
                <c:pt idx="19399">
                  <c:v>8.024866258777152</c:v>
                </c:pt>
                <c:pt idx="19400">
                  <c:v>8.0251017944401095</c:v>
                </c:pt>
                <c:pt idx="19401">
                  <c:v>8.0246589742536862</c:v>
                </c:pt>
                <c:pt idx="19402">
                  <c:v>8.0243498542274061</c:v>
                </c:pt>
                <c:pt idx="19403">
                  <c:v>8.0235469141378886</c:v>
                </c:pt>
                <c:pt idx="19404">
                  <c:v>8.0231016301892986</c:v>
                </c:pt>
                <c:pt idx="19405">
                  <c:v>8.0238793577793288</c:v>
                </c:pt>
                <c:pt idx="19406">
                  <c:v>8.0241915164456117</c:v>
                </c:pt>
                <c:pt idx="19407">
                  <c:v>8.0231979632899435</c:v>
                </c:pt>
                <c:pt idx="19408">
                  <c:v>8.0216338849423074</c:v>
                </c:pt>
                <c:pt idx="19409">
                  <c:v>8.0223275982425157</c:v>
                </c:pt>
                <c:pt idx="19410">
                  <c:v>8.0222008787418382</c:v>
                </c:pt>
                <c:pt idx="19411">
                  <c:v>8.0215566870611426</c:v>
                </c:pt>
                <c:pt idx="19412">
                  <c:v>8.0224387139161504</c:v>
                </c:pt>
                <c:pt idx="19413">
                  <c:v>8.021920831109103</c:v>
                </c:pt>
                <c:pt idx="19414">
                  <c:v>8.0196685418634246</c:v>
                </c:pt>
                <c:pt idx="19415">
                  <c:v>8.0196543341682744</c:v>
                </c:pt>
                <c:pt idx="19416">
                  <c:v>8.0184570278815759</c:v>
                </c:pt>
                <c:pt idx="19417">
                  <c:v>8.0177022954050834</c:v>
                </c:pt>
                <c:pt idx="19418">
                  <c:v>8.0191389151233938</c:v>
                </c:pt>
                <c:pt idx="19419">
                  <c:v>8.0190761713135963</c:v>
                </c:pt>
                <c:pt idx="19420">
                  <c:v>8.0183968299593484</c:v>
                </c:pt>
                <c:pt idx="19421">
                  <c:v>8.0173683735063435</c:v>
                </c:pt>
                <c:pt idx="19422">
                  <c:v>8.0189567609740067</c:v>
                </c:pt>
                <c:pt idx="19423">
                  <c:v>8.0228910606496111</c:v>
                </c:pt>
                <c:pt idx="19424">
                  <c:v>8.0215233441465124</c:v>
                </c:pt>
                <c:pt idx="19425">
                  <c:v>8.0191013838130818</c:v>
                </c:pt>
                <c:pt idx="19426">
                  <c:v>8.0205291339875995</c:v>
                </c:pt>
                <c:pt idx="19427">
                  <c:v>8.023247402784051</c:v>
                </c:pt>
                <c:pt idx="19428">
                  <c:v>8.0233046441916809</c:v>
                </c:pt>
                <c:pt idx="19429">
                  <c:v>8.0205776701022469</c:v>
                </c:pt>
                <c:pt idx="19430">
                  <c:v>8.018638196526096</c:v>
                </c:pt>
                <c:pt idx="19431">
                  <c:v>8.0178604689360657</c:v>
                </c:pt>
                <c:pt idx="19432">
                  <c:v>8.0181529996304359</c:v>
                </c:pt>
                <c:pt idx="19433">
                  <c:v>8.0174465568923754</c:v>
                </c:pt>
                <c:pt idx="19434">
                  <c:v>8.0185553319919514</c:v>
                </c:pt>
                <c:pt idx="19435">
                  <c:v>8.0212626781094727</c:v>
                </c:pt>
                <c:pt idx="19436">
                  <c:v>8.0222425163224251</c:v>
                </c:pt>
                <c:pt idx="19437">
                  <c:v>8.0206011579682173</c:v>
                </c:pt>
                <c:pt idx="19438">
                  <c:v>8.0212930645095053</c:v>
                </c:pt>
                <c:pt idx="19439">
                  <c:v>8.0214434361269653</c:v>
                </c:pt>
                <c:pt idx="19440">
                  <c:v>8.017379624686896</c:v>
                </c:pt>
                <c:pt idx="19441">
                  <c:v>8.0189635773826637</c:v>
                </c:pt>
                <c:pt idx="19442">
                  <c:v>8.0232549583213562</c:v>
                </c:pt>
                <c:pt idx="19443">
                  <c:v>8.0239770870118665</c:v>
                </c:pt>
                <c:pt idx="19444">
                  <c:v>8.0254587114523872</c:v>
                </c:pt>
                <c:pt idx="19445">
                  <c:v>8.0251867121093916</c:v>
                </c:pt>
                <c:pt idx="19446">
                  <c:v>8.0247691044224538</c:v>
                </c:pt>
                <c:pt idx="19447">
                  <c:v>8.0232065043321157</c:v>
                </c:pt>
                <c:pt idx="19448">
                  <c:v>8.0227715681846181</c:v>
                </c:pt>
                <c:pt idx="19449">
                  <c:v>8.0217635609575826</c:v>
                </c:pt>
                <c:pt idx="19450">
                  <c:v>8.0195653923541244</c:v>
                </c:pt>
                <c:pt idx="19451">
                  <c:v>8.0195125857183918</c:v>
                </c:pt>
                <c:pt idx="19452">
                  <c:v>8.0190209830411039</c:v>
                </c:pt>
                <c:pt idx="19453">
                  <c:v>8.0193844700858214</c:v>
                </c:pt>
                <c:pt idx="19454">
                  <c:v>8.020944934915617</c:v>
                </c:pt>
                <c:pt idx="19455">
                  <c:v>8.0205517184741097</c:v>
                </c:pt>
                <c:pt idx="19456">
                  <c:v>8.0200927195828022</c:v>
                </c:pt>
                <c:pt idx="19457">
                  <c:v>8.02138175994744</c:v>
                </c:pt>
                <c:pt idx="19458">
                  <c:v>8.0238525848971385</c:v>
                </c:pt>
                <c:pt idx="19459">
                  <c:v>8.0241650720650437</c:v>
                </c:pt>
                <c:pt idx="19460">
                  <c:v>8.0240248018724589</c:v>
                </c:pt>
                <c:pt idx="19461">
                  <c:v>8.0250755143103518</c:v>
                </c:pt>
                <c:pt idx="19462">
                  <c:v>8.023196731408861</c:v>
                </c:pt>
                <c:pt idx="19463">
                  <c:v>8.02152301564489</c:v>
                </c:pt>
                <c:pt idx="19464">
                  <c:v>8.0200428694616672</c:v>
                </c:pt>
                <c:pt idx="19465">
                  <c:v>8.0201426518293442</c:v>
                </c:pt>
                <c:pt idx="19466">
                  <c:v>8.0202028497515698</c:v>
                </c:pt>
                <c:pt idx="19467">
                  <c:v>8.0187535827208141</c:v>
                </c:pt>
                <c:pt idx="19468">
                  <c:v>8.0192193980207769</c:v>
                </c:pt>
                <c:pt idx="19469">
                  <c:v>8.02102870282922</c:v>
                </c:pt>
                <c:pt idx="19470">
                  <c:v>8.02126965876894</c:v>
                </c:pt>
                <c:pt idx="19471">
                  <c:v>8.021949164374</c:v>
                </c:pt>
                <c:pt idx="19472">
                  <c:v>8.0245982835790244</c:v>
                </c:pt>
                <c:pt idx="19473">
                  <c:v>8.0260271835092194</c:v>
                </c:pt>
                <c:pt idx="19474">
                  <c:v>8.0252996345419447</c:v>
                </c:pt>
                <c:pt idx="19475">
                  <c:v>8.024953475957787</c:v>
                </c:pt>
                <c:pt idx="19476">
                  <c:v>8.0261240914877021</c:v>
                </c:pt>
                <c:pt idx="19477">
                  <c:v>8.0250347801092268</c:v>
                </c:pt>
                <c:pt idx="19478">
                  <c:v>8.0225311871227358</c:v>
                </c:pt>
                <c:pt idx="19479">
                  <c:v>8.023918613723156</c:v>
                </c:pt>
                <c:pt idx="19480">
                  <c:v>8.0243407383073961</c:v>
                </c:pt>
                <c:pt idx="19481">
                  <c:v>8.0227392107748532</c:v>
                </c:pt>
                <c:pt idx="19482">
                  <c:v>8.0224238492177555</c:v>
                </c:pt>
                <c:pt idx="19483">
                  <c:v>8.0229846014864705</c:v>
                </c:pt>
                <c:pt idx="19484">
                  <c:v>8.0236237835174311</c:v>
                </c:pt>
                <c:pt idx="19485">
                  <c:v>8.0248337371165768</c:v>
                </c:pt>
                <c:pt idx="19486">
                  <c:v>8.0285034287356787</c:v>
                </c:pt>
                <c:pt idx="19487">
                  <c:v>8.0295165277378562</c:v>
                </c:pt>
                <c:pt idx="19488">
                  <c:v>8.0271660165072056</c:v>
                </c:pt>
                <c:pt idx="19489">
                  <c:v>8.025209378721307</c:v>
                </c:pt>
                <c:pt idx="19490">
                  <c:v>8.0250806882108989</c:v>
                </c:pt>
                <c:pt idx="19491">
                  <c:v>8.0233207407711582</c:v>
                </c:pt>
                <c:pt idx="19492">
                  <c:v>8.0213521126760572</c:v>
                </c:pt>
                <c:pt idx="19493">
                  <c:v>8.0231905720034487</c:v>
                </c:pt>
                <c:pt idx="19494">
                  <c:v>8.0244198250728864</c:v>
                </c:pt>
                <c:pt idx="19495">
                  <c:v>8.0273553155668704</c:v>
                </c:pt>
                <c:pt idx="19496">
                  <c:v>8.029422412023159</c:v>
                </c:pt>
                <c:pt idx="19497">
                  <c:v>8.0302085164045494</c:v>
                </c:pt>
                <c:pt idx="19498">
                  <c:v>8.0307282880959221</c:v>
                </c:pt>
                <c:pt idx="19499">
                  <c:v>8.0292809920748986</c:v>
                </c:pt>
                <c:pt idx="19500">
                  <c:v>8.0280776085081929</c:v>
                </c:pt>
                <c:pt idx="19501">
                  <c:v>8.0243818010101418</c:v>
                </c:pt>
                <c:pt idx="19502">
                  <c:v>8.0204599022707672</c:v>
                </c:pt>
                <c:pt idx="19503">
                  <c:v>8.0243285837473817</c:v>
                </c:pt>
                <c:pt idx="19504">
                  <c:v>8.0252438713916145</c:v>
                </c:pt>
                <c:pt idx="19505">
                  <c:v>8.0222242023569983</c:v>
                </c:pt>
                <c:pt idx="19506">
                  <c:v>8.0207149837802323</c:v>
                </c:pt>
                <c:pt idx="19507">
                  <c:v>8.0216636964645005</c:v>
                </c:pt>
                <c:pt idx="19508">
                  <c:v>8.0210048864616272</c:v>
                </c:pt>
                <c:pt idx="19509">
                  <c:v>8.019865807087422</c:v>
                </c:pt>
                <c:pt idx="19510">
                  <c:v>8.0189254711945139</c:v>
                </c:pt>
                <c:pt idx="19511">
                  <c:v>8.0190420892703163</c:v>
                </c:pt>
                <c:pt idx="19512">
                  <c:v>8.0206888679012849</c:v>
                </c:pt>
                <c:pt idx="19513">
                  <c:v>8.0223384387960408</c:v>
                </c:pt>
                <c:pt idx="19514">
                  <c:v>8.0237977251262684</c:v>
                </c:pt>
                <c:pt idx="19515">
                  <c:v>8.0252339342175496</c:v>
                </c:pt>
                <c:pt idx="19516">
                  <c:v>8.0236540877920586</c:v>
                </c:pt>
                <c:pt idx="19517">
                  <c:v>8.0198051164127619</c:v>
                </c:pt>
                <c:pt idx="19518">
                  <c:v>8.0190878331211763</c:v>
                </c:pt>
                <c:pt idx="19519">
                  <c:v>8.0187501334537838</c:v>
                </c:pt>
                <c:pt idx="19520">
                  <c:v>8.0203073132673595</c:v>
                </c:pt>
                <c:pt idx="19521">
                  <c:v>8.0219526136410302</c:v>
                </c:pt>
                <c:pt idx="19522">
                  <c:v>8.0218051985381678</c:v>
                </c:pt>
                <c:pt idx="19523">
                  <c:v>8.0207503798299999</c:v>
                </c:pt>
                <c:pt idx="19524">
                  <c:v>8.0200820432800892</c:v>
                </c:pt>
                <c:pt idx="19525">
                  <c:v>8.0190564612162767</c:v>
                </c:pt>
                <c:pt idx="19526">
                  <c:v>8.0197483677575665</c:v>
                </c:pt>
                <c:pt idx="19527">
                  <c:v>8.0202303617624118</c:v>
                </c:pt>
                <c:pt idx="19528">
                  <c:v>8.0194664312405042</c:v>
                </c:pt>
                <c:pt idx="19529">
                  <c:v>8.0180801543957632</c:v>
                </c:pt>
                <c:pt idx="19530">
                  <c:v>8.0189860797437689</c:v>
                </c:pt>
                <c:pt idx="19531">
                  <c:v>8.0217835174311176</c:v>
                </c:pt>
                <c:pt idx="19532">
                  <c:v>8.0213728904036472</c:v>
                </c:pt>
                <c:pt idx="19533">
                  <c:v>8.016660288260173</c:v>
                </c:pt>
                <c:pt idx="19534">
                  <c:v>8.0139016137642187</c:v>
                </c:pt>
                <c:pt idx="19535">
                  <c:v>8.0146265347185146</c:v>
                </c:pt>
                <c:pt idx="19536">
                  <c:v>8.0143767913604069</c:v>
                </c:pt>
                <c:pt idx="19537">
                  <c:v>8.0161731203547824</c:v>
                </c:pt>
                <c:pt idx="19538">
                  <c:v>8.020845234673347</c:v>
                </c:pt>
                <c:pt idx="19539">
                  <c:v>8.0239551595286009</c:v>
                </c:pt>
                <c:pt idx="19540">
                  <c:v>8.0232336878413335</c:v>
                </c:pt>
                <c:pt idx="19541">
                  <c:v>8.0195531556687065</c:v>
                </c:pt>
                <c:pt idx="19542">
                  <c:v>8.0193039050630315</c:v>
                </c:pt>
                <c:pt idx="19543">
                  <c:v>8.020439863671827</c:v>
                </c:pt>
                <c:pt idx="19544">
                  <c:v>8.0206745780807296</c:v>
                </c:pt>
                <c:pt idx="19545">
                  <c:v>8.0183785981193285</c:v>
                </c:pt>
                <c:pt idx="19546">
                  <c:v>8.015651213402867</c:v>
                </c:pt>
                <c:pt idx="19547">
                  <c:v>8.0178456042376709</c:v>
                </c:pt>
                <c:pt idx="19548">
                  <c:v>8.0199726522399697</c:v>
                </c:pt>
                <c:pt idx="19549">
                  <c:v>8.0214854022091728</c:v>
                </c:pt>
                <c:pt idx="19550">
                  <c:v>8.0258551307847075</c:v>
                </c:pt>
                <c:pt idx="19551">
                  <c:v>8.0254775181702467</c:v>
                </c:pt>
                <c:pt idx="19552">
                  <c:v>8.0210178622756949</c:v>
                </c:pt>
                <c:pt idx="19553">
                  <c:v>8.0171126349936355</c:v>
                </c:pt>
                <c:pt idx="19554">
                  <c:v>8.0155625179649324</c:v>
                </c:pt>
                <c:pt idx="19555">
                  <c:v>8.0159329035437121</c:v>
                </c:pt>
                <c:pt idx="19556">
                  <c:v>8.018937954256149</c:v>
                </c:pt>
                <c:pt idx="19557">
                  <c:v>8.0222521249948677</c:v>
                </c:pt>
                <c:pt idx="19558">
                  <c:v>8.0213554798176823</c:v>
                </c:pt>
                <c:pt idx="19559">
                  <c:v>8.017346528148483</c:v>
                </c:pt>
                <c:pt idx="19560">
                  <c:v>8.0168651090214755</c:v>
                </c:pt>
                <c:pt idx="19561">
                  <c:v>8.0201718884736994</c:v>
                </c:pt>
                <c:pt idx="19562">
                  <c:v>8.0210711616638601</c:v>
                </c:pt>
                <c:pt idx="19563">
                  <c:v>8.0209536402085977</c:v>
                </c:pt>
                <c:pt idx="19564">
                  <c:v>8.0222121299223907</c:v>
                </c:pt>
                <c:pt idx="19565">
                  <c:v>8.0226705539358605</c:v>
                </c:pt>
                <c:pt idx="19566">
                  <c:v>8.0224813370016008</c:v>
                </c:pt>
                <c:pt idx="19567">
                  <c:v>8.0243799121258164</c:v>
                </c:pt>
                <c:pt idx="19568">
                  <c:v>8.0264249168480273</c:v>
                </c:pt>
                <c:pt idx="19569">
                  <c:v>8.0257344885640372</c:v>
                </c:pt>
                <c:pt idx="19570">
                  <c:v>8.0253923541247492</c:v>
                </c:pt>
                <c:pt idx="19571">
                  <c:v>8.0261229417320248</c:v>
                </c:pt>
                <c:pt idx="19572">
                  <c:v>8.0244291052437067</c:v>
                </c:pt>
                <c:pt idx="19573">
                  <c:v>8.0237173243542887</c:v>
                </c:pt>
                <c:pt idx="19574">
                  <c:v>8.0227628628916356</c:v>
                </c:pt>
                <c:pt idx="19575">
                  <c:v>8.0196604114482817</c:v>
                </c:pt>
                <c:pt idx="19576">
                  <c:v>8.020802857964112</c:v>
                </c:pt>
                <c:pt idx="19577">
                  <c:v>8.0265649406643949</c:v>
                </c:pt>
                <c:pt idx="19578">
                  <c:v>8.0284611341518506</c:v>
                </c:pt>
                <c:pt idx="19579">
                  <c:v>8.0279834927934957</c:v>
                </c:pt>
                <c:pt idx="19580">
                  <c:v>8.0285028538578409</c:v>
                </c:pt>
                <c:pt idx="19581">
                  <c:v>8.0285083562600086</c:v>
                </c:pt>
                <c:pt idx="19582">
                  <c:v>8.0291328378433864</c:v>
                </c:pt>
                <c:pt idx="19583">
                  <c:v>8.030180922268304</c:v>
                </c:pt>
                <c:pt idx="19584">
                  <c:v>8.0288433457890207</c:v>
                </c:pt>
                <c:pt idx="19585">
                  <c:v>8.0271913111320981</c:v>
                </c:pt>
                <c:pt idx="19586">
                  <c:v>8.0255089722005497</c:v>
                </c:pt>
                <c:pt idx="19587">
                  <c:v>8.0243809797560868</c:v>
                </c:pt>
                <c:pt idx="19588">
                  <c:v>8.0247044717283291</c:v>
                </c:pt>
                <c:pt idx="19589">
                  <c:v>8.0263462407095627</c:v>
                </c:pt>
                <c:pt idx="19590">
                  <c:v>8.0264274627355974</c:v>
                </c:pt>
                <c:pt idx="19591">
                  <c:v>8.0269051862193574</c:v>
                </c:pt>
                <c:pt idx="19592">
                  <c:v>8.0255814068081968</c:v>
                </c:pt>
                <c:pt idx="19593">
                  <c:v>8.0247287808483563</c:v>
                </c:pt>
                <c:pt idx="19594">
                  <c:v>8.0244478298361592</c:v>
                </c:pt>
                <c:pt idx="19595">
                  <c:v>8.0233006200468111</c:v>
                </c:pt>
                <c:pt idx="19596">
                  <c:v>8.0190599926087138</c:v>
                </c:pt>
                <c:pt idx="19597">
                  <c:v>8.0158254013879198</c:v>
                </c:pt>
                <c:pt idx="19598">
                  <c:v>8.0166230033260781</c:v>
                </c:pt>
                <c:pt idx="19599">
                  <c:v>8.0180969901038885</c:v>
                </c:pt>
                <c:pt idx="19600">
                  <c:v>8.0202524534964894</c:v>
                </c:pt>
                <c:pt idx="19601">
                  <c:v>8.0207130948959069</c:v>
                </c:pt>
                <c:pt idx="19602">
                  <c:v>8.0207144089023945</c:v>
                </c:pt>
                <c:pt idx="19603">
                  <c:v>8.0221513571223255</c:v>
                </c:pt>
                <c:pt idx="19604">
                  <c:v>8.0241282798833815</c:v>
                </c:pt>
                <c:pt idx="19605">
                  <c:v>8.0265467088243749</c:v>
                </c:pt>
                <c:pt idx="19606">
                  <c:v>8.0251119779903917</c:v>
                </c:pt>
                <c:pt idx="19607">
                  <c:v>8.0216951504948053</c:v>
                </c:pt>
                <c:pt idx="19608">
                  <c:v>8.0209887077567448</c:v>
                </c:pt>
                <c:pt idx="19609">
                  <c:v>8.0209134808853122</c:v>
                </c:pt>
                <c:pt idx="19610">
                  <c:v>8.0228425245349655</c:v>
                </c:pt>
                <c:pt idx="19611">
                  <c:v>8.0241104586703891</c:v>
                </c:pt>
                <c:pt idx="19612">
                  <c:v>8.0225102451443355</c:v>
                </c:pt>
                <c:pt idx="19613">
                  <c:v>8.0212581612121703</c:v>
                </c:pt>
                <c:pt idx="19614">
                  <c:v>8.0198504496365945</c:v>
                </c:pt>
                <c:pt idx="19615">
                  <c:v>8.0193643493614744</c:v>
                </c:pt>
                <c:pt idx="19616">
                  <c:v>8.0178800969079784</c:v>
                </c:pt>
                <c:pt idx="19617">
                  <c:v>8.0161938980823724</c:v>
                </c:pt>
                <c:pt idx="19618">
                  <c:v>8.0153545764382219</c:v>
                </c:pt>
                <c:pt idx="19619">
                  <c:v>8.016532501129225</c:v>
                </c:pt>
                <c:pt idx="19620">
                  <c:v>8.0192143883710418</c:v>
                </c:pt>
                <c:pt idx="19621">
                  <c:v>8.0205058103724394</c:v>
                </c:pt>
                <c:pt idx="19622">
                  <c:v>8.018524370714081</c:v>
                </c:pt>
                <c:pt idx="19623">
                  <c:v>8.0183295692522485</c:v>
                </c:pt>
                <c:pt idx="19624">
                  <c:v>8.0215111895864979</c:v>
                </c:pt>
                <c:pt idx="19625">
                  <c:v>8.0253935038804247</c:v>
                </c:pt>
                <c:pt idx="19626">
                  <c:v>8.026900669322055</c:v>
                </c:pt>
                <c:pt idx="19627">
                  <c:v>8.0275195663778582</c:v>
                </c:pt>
                <c:pt idx="19628">
                  <c:v>8.0259183673469394</c:v>
                </c:pt>
                <c:pt idx="19629">
                  <c:v>8.0250792920790044</c:v>
                </c:pt>
                <c:pt idx="19630">
                  <c:v>8.0255409189832871</c:v>
                </c:pt>
                <c:pt idx="19631">
                  <c:v>8.0237523919024358</c:v>
                </c:pt>
                <c:pt idx="19632">
                  <c:v>8.0226862398883103</c:v>
                </c:pt>
                <c:pt idx="19633">
                  <c:v>8.023362049850121</c:v>
                </c:pt>
                <c:pt idx="19634">
                  <c:v>8.025115509382827</c:v>
                </c:pt>
                <c:pt idx="19635">
                  <c:v>8.0247764135835418</c:v>
                </c:pt>
                <c:pt idx="19636">
                  <c:v>8.0234422863712886</c:v>
                </c:pt>
                <c:pt idx="19637">
                  <c:v>8.0235322958157109</c:v>
                </c:pt>
                <c:pt idx="19638">
                  <c:v>8.024159569662876</c:v>
                </c:pt>
                <c:pt idx="19639">
                  <c:v>8.0231612532336882</c:v>
                </c:pt>
                <c:pt idx="19640">
                  <c:v>8.0246908389110168</c:v>
                </c:pt>
                <c:pt idx="19641">
                  <c:v>8.0252163593807744</c:v>
                </c:pt>
                <c:pt idx="19642">
                  <c:v>8.0246511723401639</c:v>
                </c:pt>
                <c:pt idx="19643">
                  <c:v>8.0243922309366411</c:v>
                </c:pt>
                <c:pt idx="19644">
                  <c:v>8.025185398102904</c:v>
                </c:pt>
                <c:pt idx="19645">
                  <c:v>8.0275012524124332</c:v>
                </c:pt>
                <c:pt idx="19646">
                  <c:v>8.0254501704102168</c:v>
                </c:pt>
                <c:pt idx="19647">
                  <c:v>8.0232560259516283</c:v>
                </c:pt>
                <c:pt idx="19648">
                  <c:v>8.0237970681230237</c:v>
                </c:pt>
                <c:pt idx="19649">
                  <c:v>8.0269773744507855</c:v>
                </c:pt>
                <c:pt idx="19650">
                  <c:v>8.0307228678191596</c:v>
                </c:pt>
                <c:pt idx="19651">
                  <c:v>8.0295272861659761</c:v>
                </c:pt>
                <c:pt idx="19652">
                  <c:v>8.0258798505317621</c:v>
                </c:pt>
                <c:pt idx="19653">
                  <c:v>8.0240500964973513</c:v>
                </c:pt>
                <c:pt idx="19654">
                  <c:v>8.0226340902558206</c:v>
                </c:pt>
                <c:pt idx="19655">
                  <c:v>8.0214953393832378</c:v>
                </c:pt>
                <c:pt idx="19656">
                  <c:v>8.0224157188026108</c:v>
                </c:pt>
                <c:pt idx="19657">
                  <c:v>8.0250740360530521</c:v>
                </c:pt>
                <c:pt idx="19658">
                  <c:v>8.023016548269208</c:v>
                </c:pt>
                <c:pt idx="19659">
                  <c:v>8.021909333552335</c:v>
                </c:pt>
                <c:pt idx="19660">
                  <c:v>8.0250348622346319</c:v>
                </c:pt>
                <c:pt idx="19661">
                  <c:v>8.02686740853283</c:v>
                </c:pt>
                <c:pt idx="19662">
                  <c:v>8.0270794563298153</c:v>
                </c:pt>
                <c:pt idx="19663">
                  <c:v>8.0269493696875127</c:v>
                </c:pt>
                <c:pt idx="19664">
                  <c:v>8.0261981686034574</c:v>
                </c:pt>
                <c:pt idx="19665">
                  <c:v>8.0251550938282765</c:v>
                </c:pt>
                <c:pt idx="19666">
                  <c:v>8.0236328173120359</c:v>
                </c:pt>
                <c:pt idx="19667">
                  <c:v>8.0229363117480386</c:v>
                </c:pt>
                <c:pt idx="19668">
                  <c:v>8.0225619841497959</c:v>
                </c:pt>
                <c:pt idx="19669">
                  <c:v>8.0236514597790833</c:v>
                </c:pt>
                <c:pt idx="19670">
                  <c:v>8.0263970763355648</c:v>
                </c:pt>
                <c:pt idx="19671">
                  <c:v>8.0250480844249168</c:v>
                </c:pt>
                <c:pt idx="19672">
                  <c:v>8.0229244856896482</c:v>
                </c:pt>
                <c:pt idx="19673">
                  <c:v>8.0208654375230974</c:v>
                </c:pt>
                <c:pt idx="19674">
                  <c:v>8.0222477723483756</c:v>
                </c:pt>
                <c:pt idx="19675">
                  <c:v>8.0228750461955407</c:v>
                </c:pt>
                <c:pt idx="19676">
                  <c:v>8.0238515172668663</c:v>
                </c:pt>
                <c:pt idx="19677">
                  <c:v>8.0262537675029773</c:v>
                </c:pt>
                <c:pt idx="19678">
                  <c:v>8.0243170861906137</c:v>
                </c:pt>
                <c:pt idx="19679">
                  <c:v>8.0223717817106728</c:v>
                </c:pt>
                <c:pt idx="19680">
                  <c:v>8.0222078594013055</c:v>
                </c:pt>
                <c:pt idx="19681">
                  <c:v>8.0208148482733126</c:v>
                </c:pt>
                <c:pt idx="19682">
                  <c:v>8.0196782326612741</c:v>
                </c:pt>
                <c:pt idx="19683">
                  <c:v>8.018581694247116</c:v>
                </c:pt>
                <c:pt idx="19684">
                  <c:v>8.0177009813985958</c:v>
                </c:pt>
                <c:pt idx="19685">
                  <c:v>8.0212543834435177</c:v>
                </c:pt>
                <c:pt idx="19686">
                  <c:v>8.0256256724017572</c:v>
                </c:pt>
                <c:pt idx="19687">
                  <c:v>8.0264521003572451</c:v>
                </c:pt>
                <c:pt idx="19688">
                  <c:v>8.0261113620498499</c:v>
                </c:pt>
                <c:pt idx="19689">
                  <c:v>8.0254877017205271</c:v>
                </c:pt>
                <c:pt idx="19690">
                  <c:v>8.0245767667227863</c:v>
                </c:pt>
                <c:pt idx="19691">
                  <c:v>8.0226853365088484</c:v>
                </c:pt>
                <c:pt idx="19692">
                  <c:v>8.0208628916355273</c:v>
                </c:pt>
                <c:pt idx="19693">
                  <c:v>8.0223931343161006</c:v>
                </c:pt>
                <c:pt idx="19694">
                  <c:v>8.0258252371371075</c:v>
                </c:pt>
                <c:pt idx="19695">
                  <c:v>8.0259839855459294</c:v>
                </c:pt>
                <c:pt idx="19696">
                  <c:v>8.025633063688252</c:v>
                </c:pt>
                <c:pt idx="19697">
                  <c:v>8.0270647558822326</c:v>
                </c:pt>
                <c:pt idx="19698">
                  <c:v>8.0268194472960204</c:v>
                </c:pt>
                <c:pt idx="19699">
                  <c:v>8.0253291996879241</c:v>
                </c:pt>
                <c:pt idx="19700">
                  <c:v>8.0237835174311165</c:v>
                </c:pt>
                <c:pt idx="19701">
                  <c:v>8.0217105079456328</c:v>
                </c:pt>
                <c:pt idx="19702">
                  <c:v>8.02168250318236</c:v>
                </c:pt>
                <c:pt idx="19703">
                  <c:v>8.0213805280663575</c:v>
                </c:pt>
                <c:pt idx="19704">
                  <c:v>8.0198107009403365</c:v>
                </c:pt>
                <c:pt idx="19705">
                  <c:v>8.0188173941608838</c:v>
                </c:pt>
                <c:pt idx="19706">
                  <c:v>8.0192226009115917</c:v>
                </c:pt>
                <c:pt idx="19707">
                  <c:v>8.0197280827824091</c:v>
                </c:pt>
                <c:pt idx="19708">
                  <c:v>8.022915205518828</c:v>
                </c:pt>
                <c:pt idx="19709">
                  <c:v>8.022823717817106</c:v>
                </c:pt>
                <c:pt idx="19710">
                  <c:v>8.0196193487455343</c:v>
                </c:pt>
                <c:pt idx="19711">
                  <c:v>8.0194037695561118</c:v>
                </c:pt>
                <c:pt idx="19712">
                  <c:v>8.021234755471605</c:v>
                </c:pt>
                <c:pt idx="19713">
                  <c:v>8.0214043444339502</c:v>
                </c:pt>
                <c:pt idx="19714">
                  <c:v>8.0214698805075351</c:v>
                </c:pt>
                <c:pt idx="19715">
                  <c:v>8.024883012359874</c:v>
                </c:pt>
                <c:pt idx="19716">
                  <c:v>8.026314129676015</c:v>
                </c:pt>
                <c:pt idx="19717">
                  <c:v>8.0258948794809672</c:v>
                </c:pt>
                <c:pt idx="19718">
                  <c:v>8.0234431897507488</c:v>
                </c:pt>
                <c:pt idx="19719">
                  <c:v>8.0237194596148314</c:v>
                </c:pt>
                <c:pt idx="19720">
                  <c:v>8.0249688334086144</c:v>
                </c:pt>
                <c:pt idx="19721">
                  <c:v>8.0258423192214519</c:v>
                </c:pt>
                <c:pt idx="19722">
                  <c:v>8.026349854227405</c:v>
                </c:pt>
                <c:pt idx="19723">
                  <c:v>8.0257908265922069</c:v>
                </c:pt>
                <c:pt idx="19724">
                  <c:v>8.0259218987393748</c:v>
                </c:pt>
                <c:pt idx="19725">
                  <c:v>8.0243782696177064</c:v>
                </c:pt>
                <c:pt idx="19726">
                  <c:v>8.0223638155463384</c:v>
                </c:pt>
                <c:pt idx="19727">
                  <c:v>8.0198572660452516</c:v>
                </c:pt>
                <c:pt idx="19728">
                  <c:v>8.0192386153656638</c:v>
                </c:pt>
                <c:pt idx="19729">
                  <c:v>8.0201285262595992</c:v>
                </c:pt>
                <c:pt idx="19730">
                  <c:v>8.0211396542520426</c:v>
                </c:pt>
                <c:pt idx="19731">
                  <c:v>8.0190278815751661</c:v>
                </c:pt>
                <c:pt idx="19732">
                  <c:v>8.0182711780889413</c:v>
                </c:pt>
                <c:pt idx="19733">
                  <c:v>8.020766312158667</c:v>
                </c:pt>
                <c:pt idx="19734">
                  <c:v>8.0201147291914747</c:v>
                </c:pt>
                <c:pt idx="19735">
                  <c:v>8.0197073050548191</c:v>
                </c:pt>
                <c:pt idx="19736">
                  <c:v>8.0219030098961106</c:v>
                </c:pt>
                <c:pt idx="19737">
                  <c:v>8.0222575452716303</c:v>
                </c:pt>
                <c:pt idx="19738">
                  <c:v>8.0235671991130459</c:v>
                </c:pt>
                <c:pt idx="19739">
                  <c:v>8.0237776865273265</c:v>
                </c:pt>
                <c:pt idx="19740">
                  <c:v>8.0212455960251301</c:v>
                </c:pt>
                <c:pt idx="19741">
                  <c:v>8.0216154888514755</c:v>
                </c:pt>
                <c:pt idx="19742">
                  <c:v>8.0234714408902388</c:v>
                </c:pt>
                <c:pt idx="19743">
                  <c:v>8.0218342709317128</c:v>
                </c:pt>
                <c:pt idx="19744">
                  <c:v>8.0193120354781744</c:v>
                </c:pt>
                <c:pt idx="19745">
                  <c:v>8.0187299306040316</c:v>
                </c:pt>
                <c:pt idx="19746">
                  <c:v>8.0201688498336967</c:v>
                </c:pt>
                <c:pt idx="19747">
                  <c:v>8.0197501745164868</c:v>
                </c:pt>
                <c:pt idx="19748">
                  <c:v>8.0182193569580757</c:v>
                </c:pt>
                <c:pt idx="19749">
                  <c:v>8.0204574385086023</c:v>
                </c:pt>
                <c:pt idx="19750">
                  <c:v>8.0222212458424007</c:v>
                </c:pt>
                <c:pt idx="19751">
                  <c:v>8.0233314170738712</c:v>
                </c:pt>
                <c:pt idx="19752">
                  <c:v>8.0247123557672566</c:v>
                </c:pt>
                <c:pt idx="19753">
                  <c:v>8.0276416047304231</c:v>
                </c:pt>
                <c:pt idx="19754">
                  <c:v>8.0281865889212831</c:v>
                </c:pt>
                <c:pt idx="19755">
                  <c:v>8.0272717940294829</c:v>
                </c:pt>
                <c:pt idx="19756">
                  <c:v>8.0277489426354034</c:v>
                </c:pt>
                <c:pt idx="19757">
                  <c:v>8.025017451648667</c:v>
                </c:pt>
                <c:pt idx="19758">
                  <c:v>8.0238785365252738</c:v>
                </c:pt>
                <c:pt idx="19759">
                  <c:v>8.0245827618773866</c:v>
                </c:pt>
                <c:pt idx="19760">
                  <c:v>8.0245352112676063</c:v>
                </c:pt>
                <c:pt idx="19761">
                  <c:v>8.0241064345255211</c:v>
                </c:pt>
                <c:pt idx="19762">
                  <c:v>8.0238757442614865</c:v>
                </c:pt>
                <c:pt idx="19763">
                  <c:v>8.0239139325750415</c:v>
                </c:pt>
                <c:pt idx="19764">
                  <c:v>8.0241713957212664</c:v>
                </c:pt>
                <c:pt idx="19765">
                  <c:v>8.0234246294091083</c:v>
                </c:pt>
                <c:pt idx="19766">
                  <c:v>8.0235615324600662</c:v>
                </c:pt>
                <c:pt idx="19767">
                  <c:v>8.0253789676836522</c:v>
                </c:pt>
                <c:pt idx="19768">
                  <c:v>8.0268363651295527</c:v>
                </c:pt>
                <c:pt idx="19769">
                  <c:v>8.026814273395475</c:v>
                </c:pt>
                <c:pt idx="19770">
                  <c:v>8.0265046606167623</c:v>
                </c:pt>
                <c:pt idx="19771">
                  <c:v>8.0254630640988793</c:v>
                </c:pt>
                <c:pt idx="19772">
                  <c:v>8.0232942142651833</c:v>
                </c:pt>
                <c:pt idx="19773">
                  <c:v>8.0233351948425238</c:v>
                </c:pt>
                <c:pt idx="19774">
                  <c:v>8.0235933149919934</c:v>
                </c:pt>
                <c:pt idx="19775">
                  <c:v>8.0226490370796206</c:v>
                </c:pt>
                <c:pt idx="19776">
                  <c:v>8.0224364965302009</c:v>
                </c:pt>
                <c:pt idx="19777">
                  <c:v>8.019927401141544</c:v>
                </c:pt>
                <c:pt idx="19778">
                  <c:v>8.0174074651993585</c:v>
                </c:pt>
                <c:pt idx="19779">
                  <c:v>8.0182949123311289</c:v>
                </c:pt>
                <c:pt idx="19780">
                  <c:v>8.0208304521003573</c:v>
                </c:pt>
                <c:pt idx="19781">
                  <c:v>8.0190696834065616</c:v>
                </c:pt>
                <c:pt idx="19782">
                  <c:v>8.0173751899150005</c:v>
                </c:pt>
                <c:pt idx="19783">
                  <c:v>8.0186934669239935</c:v>
                </c:pt>
                <c:pt idx="19784">
                  <c:v>8.0188430994128037</c:v>
                </c:pt>
                <c:pt idx="19785">
                  <c:v>8.0200471399827542</c:v>
                </c:pt>
                <c:pt idx="19786">
                  <c:v>8.0222494969818907</c:v>
                </c:pt>
                <c:pt idx="19787">
                  <c:v>8.0224441341929129</c:v>
                </c:pt>
                <c:pt idx="19788">
                  <c:v>8.0213679628793173</c:v>
                </c:pt>
                <c:pt idx="19789">
                  <c:v>8.0189083069847662</c:v>
                </c:pt>
                <c:pt idx="19790">
                  <c:v>8.0197027881575167</c:v>
                </c:pt>
                <c:pt idx="19791">
                  <c:v>8.0233829918285213</c:v>
                </c:pt>
                <c:pt idx="19792">
                  <c:v>8.0236942471153458</c:v>
                </c:pt>
                <c:pt idx="19793">
                  <c:v>8.0245338151357117</c:v>
                </c:pt>
                <c:pt idx="19794">
                  <c:v>8.0222038352564358</c:v>
                </c:pt>
                <c:pt idx="19795">
                  <c:v>8.0191909005050714</c:v>
                </c:pt>
                <c:pt idx="19796">
                  <c:v>8.0193007021722167</c:v>
                </c:pt>
                <c:pt idx="19797">
                  <c:v>8.0205474479530245</c:v>
                </c:pt>
                <c:pt idx="19798">
                  <c:v>8.0207181866710471</c:v>
                </c:pt>
                <c:pt idx="19799">
                  <c:v>8.0217785077813826</c:v>
                </c:pt>
                <c:pt idx="19800">
                  <c:v>8.0202729848478622</c:v>
                </c:pt>
                <c:pt idx="19801">
                  <c:v>8.0183287479981935</c:v>
                </c:pt>
                <c:pt idx="19802">
                  <c:v>8.017660411448281</c:v>
                </c:pt>
                <c:pt idx="19803">
                  <c:v>8.01641867531721</c:v>
                </c:pt>
                <c:pt idx="19804">
                  <c:v>8.0152662095019096</c:v>
                </c:pt>
                <c:pt idx="19805">
                  <c:v>8.0158297540344101</c:v>
                </c:pt>
                <c:pt idx="19806">
                  <c:v>8.0197556769186544</c:v>
                </c:pt>
                <c:pt idx="19807">
                  <c:v>8.0221102944195781</c:v>
                </c:pt>
                <c:pt idx="19808">
                  <c:v>8.0213792140598699</c:v>
                </c:pt>
                <c:pt idx="19809">
                  <c:v>8.0187957951792388</c:v>
                </c:pt>
                <c:pt idx="19810">
                  <c:v>8.0201558740196273</c:v>
                </c:pt>
                <c:pt idx="19811">
                  <c:v>8.0207943169219398</c:v>
                </c:pt>
                <c:pt idx="19812">
                  <c:v>8.0198555414117365</c:v>
                </c:pt>
                <c:pt idx="19813">
                  <c:v>8.0230057077156811</c:v>
                </c:pt>
                <c:pt idx="19814">
                  <c:v>8.0247197470537515</c:v>
                </c:pt>
                <c:pt idx="19815">
                  <c:v>8.0237075514310359</c:v>
                </c:pt>
                <c:pt idx="19816">
                  <c:v>8.0227659836570435</c:v>
                </c:pt>
                <c:pt idx="19817">
                  <c:v>8.0230294419578705</c:v>
                </c:pt>
                <c:pt idx="19818">
                  <c:v>8.0249239108118093</c:v>
                </c:pt>
                <c:pt idx="19819">
                  <c:v>8.0248770993306771</c:v>
                </c:pt>
                <c:pt idx="19820">
                  <c:v>8.0233929290025863</c:v>
                </c:pt>
                <c:pt idx="19821">
                  <c:v>8.0229653841415836</c:v>
                </c:pt>
                <c:pt idx="19822">
                  <c:v>8.0237765367716509</c:v>
                </c:pt>
                <c:pt idx="19823">
                  <c:v>8.0250245965589446</c:v>
                </c:pt>
                <c:pt idx="19824">
                  <c:v>8.0273264074241375</c:v>
                </c:pt>
                <c:pt idx="19825">
                  <c:v>8.0276811070504657</c:v>
                </c:pt>
                <c:pt idx="19826">
                  <c:v>8.0231250359298656</c:v>
                </c:pt>
                <c:pt idx="19827">
                  <c:v>8.0180281690140838</c:v>
                </c:pt>
                <c:pt idx="19828">
                  <c:v>8.0173271465527858</c:v>
                </c:pt>
                <c:pt idx="19829">
                  <c:v>8.0206957664353471</c:v>
                </c:pt>
                <c:pt idx="19830">
                  <c:v>8.0214091077074698</c:v>
                </c:pt>
                <c:pt idx="19831">
                  <c:v>8.0198556235371417</c:v>
                </c:pt>
                <c:pt idx="19832">
                  <c:v>8.0197358025705245</c:v>
                </c:pt>
                <c:pt idx="19833">
                  <c:v>8.0203616802857969</c:v>
                </c:pt>
                <c:pt idx="19834">
                  <c:v>8.0197115755759043</c:v>
                </c:pt>
                <c:pt idx="19835">
                  <c:v>8.0171297170779781</c:v>
                </c:pt>
                <c:pt idx="19836">
                  <c:v>8.0177285755348411</c:v>
                </c:pt>
                <c:pt idx="19837">
                  <c:v>8.02126547037326</c:v>
                </c:pt>
                <c:pt idx="19838">
                  <c:v>8.0217450827413455</c:v>
                </c:pt>
                <c:pt idx="19839">
                  <c:v>8.0221647435634207</c:v>
                </c:pt>
                <c:pt idx="19840">
                  <c:v>8.0236146675974211</c:v>
                </c:pt>
                <c:pt idx="19841">
                  <c:v>8.0270923500184779</c:v>
                </c:pt>
                <c:pt idx="19842">
                  <c:v>8.0299708454810492</c:v>
                </c:pt>
                <c:pt idx="19843">
                  <c:v>8.028392395187451</c:v>
                </c:pt>
                <c:pt idx="19844">
                  <c:v>8.0260530530119496</c:v>
                </c:pt>
                <c:pt idx="19845">
                  <c:v>8.0246313801174392</c:v>
                </c:pt>
                <c:pt idx="19846">
                  <c:v>8.0234629819734735</c:v>
                </c:pt>
                <c:pt idx="19847">
                  <c:v>8.0242559027635192</c:v>
                </c:pt>
                <c:pt idx="19848">
                  <c:v>8.0249861618691742</c:v>
                </c:pt>
                <c:pt idx="19849">
                  <c:v>8.0250518621935694</c:v>
                </c:pt>
                <c:pt idx="19850">
                  <c:v>8.0223832792674408</c:v>
                </c:pt>
                <c:pt idx="19851">
                  <c:v>8.0206662012893695</c:v>
                </c:pt>
                <c:pt idx="19852">
                  <c:v>8.0212922432554503</c:v>
                </c:pt>
                <c:pt idx="19853">
                  <c:v>8.0208104135014171</c:v>
                </c:pt>
                <c:pt idx="19854">
                  <c:v>8.018942142651829</c:v>
                </c:pt>
                <c:pt idx="19855">
                  <c:v>8.0177104258202281</c:v>
                </c:pt>
                <c:pt idx="19856">
                  <c:v>8.015927729643165</c:v>
                </c:pt>
                <c:pt idx="19857">
                  <c:v>8.0180385989405831</c:v>
                </c:pt>
                <c:pt idx="19858">
                  <c:v>8.0225800517390056</c:v>
                </c:pt>
                <c:pt idx="19859">
                  <c:v>8.0264289409928953</c:v>
                </c:pt>
                <c:pt idx="19860">
                  <c:v>8.0288054038516812</c:v>
                </c:pt>
                <c:pt idx="19861">
                  <c:v>8.025946125733995</c:v>
                </c:pt>
                <c:pt idx="19862">
                  <c:v>8.0217285755348424</c:v>
                </c:pt>
                <c:pt idx="19863">
                  <c:v>8.0189042007144913</c:v>
                </c:pt>
                <c:pt idx="19864">
                  <c:v>8.018522728205971</c:v>
                </c:pt>
                <c:pt idx="19865">
                  <c:v>8.0187793700981391</c:v>
                </c:pt>
                <c:pt idx="19866">
                  <c:v>8.0206289163552746</c:v>
                </c:pt>
                <c:pt idx="19867">
                  <c:v>8.0208834229869002</c:v>
                </c:pt>
                <c:pt idx="19868">
                  <c:v>8.0196631215866621</c:v>
                </c:pt>
                <c:pt idx="19869">
                  <c:v>8.0192570935818992</c:v>
                </c:pt>
                <c:pt idx="19870">
                  <c:v>8.0207512832094601</c:v>
                </c:pt>
                <c:pt idx="19871">
                  <c:v>8.0204713177021318</c:v>
                </c:pt>
                <c:pt idx="19872">
                  <c:v>8.0211066398390347</c:v>
                </c:pt>
                <c:pt idx="19873">
                  <c:v>8.019799449759784</c:v>
                </c:pt>
                <c:pt idx="19874">
                  <c:v>8.0181954584650761</c:v>
                </c:pt>
                <c:pt idx="19875">
                  <c:v>8.016760152753255</c:v>
                </c:pt>
                <c:pt idx="19876">
                  <c:v>8.0154076294501699</c:v>
                </c:pt>
                <c:pt idx="19877">
                  <c:v>8.0152058473288719</c:v>
                </c:pt>
                <c:pt idx="19878">
                  <c:v>8.0168557467252501</c:v>
                </c:pt>
                <c:pt idx="19879">
                  <c:v>8.0169461667966981</c:v>
                </c:pt>
                <c:pt idx="19880">
                  <c:v>8.0178367346938781</c:v>
                </c:pt>
                <c:pt idx="19881">
                  <c:v>8.0193432431322638</c:v>
                </c:pt>
                <c:pt idx="19882">
                  <c:v>8.0223847575247405</c:v>
                </c:pt>
                <c:pt idx="19883">
                  <c:v>8.0259792222724098</c:v>
                </c:pt>
                <c:pt idx="19884">
                  <c:v>8.0266322834968999</c:v>
                </c:pt>
                <c:pt idx="19885">
                  <c:v>8.0265132016589327</c:v>
                </c:pt>
                <c:pt idx="19886">
                  <c:v>8.0261094731655245</c:v>
                </c:pt>
                <c:pt idx="19887">
                  <c:v>8.0219372561902027</c:v>
                </c:pt>
                <c:pt idx="19888">
                  <c:v>8.0209922391491801</c:v>
                </c:pt>
                <c:pt idx="19889">
                  <c:v>8.0204067671334123</c:v>
                </c:pt>
                <c:pt idx="19890">
                  <c:v>8.0188104956268216</c:v>
                </c:pt>
                <c:pt idx="19891">
                  <c:v>8.0180024637621656</c:v>
                </c:pt>
                <c:pt idx="19892">
                  <c:v>8.0192620211062291</c:v>
                </c:pt>
                <c:pt idx="19893">
                  <c:v>8.0213412721225303</c:v>
                </c:pt>
                <c:pt idx="19894">
                  <c:v>8.0223620909128233</c:v>
                </c:pt>
                <c:pt idx="19895">
                  <c:v>8.0222965548392402</c:v>
                </c:pt>
                <c:pt idx="19896">
                  <c:v>8.0218732804993227</c:v>
                </c:pt>
                <c:pt idx="19897">
                  <c:v>8.0207776454646247</c:v>
                </c:pt>
                <c:pt idx="19898">
                  <c:v>8.0207448774278323</c:v>
                </c:pt>
                <c:pt idx="19899">
                  <c:v>8.0205134480351497</c:v>
                </c:pt>
                <c:pt idx="19900">
                  <c:v>8.0201512749969197</c:v>
                </c:pt>
                <c:pt idx="19901">
                  <c:v>8.0184416704307484</c:v>
                </c:pt>
                <c:pt idx="19902">
                  <c:v>8.017360489467416</c:v>
                </c:pt>
                <c:pt idx="19903">
                  <c:v>8.0167987516938357</c:v>
                </c:pt>
                <c:pt idx="19904">
                  <c:v>8.018493655812426</c:v>
                </c:pt>
                <c:pt idx="19905">
                  <c:v>8.0202006323656221</c:v>
                </c:pt>
                <c:pt idx="19906">
                  <c:v>8.0178793577793286</c:v>
                </c:pt>
                <c:pt idx="19907">
                  <c:v>8.0186749065823513</c:v>
                </c:pt>
                <c:pt idx="19908">
                  <c:v>8.0203430378187495</c:v>
                </c:pt>
                <c:pt idx="19909">
                  <c:v>8.0198336139284692</c:v>
                </c:pt>
                <c:pt idx="19910">
                  <c:v>8.0189950314129668</c:v>
                </c:pt>
                <c:pt idx="19911">
                  <c:v>8.0190209830411039</c:v>
                </c:pt>
                <c:pt idx="19912">
                  <c:v>8.0193094895906043</c:v>
                </c:pt>
                <c:pt idx="19913">
                  <c:v>8.0188157516527738</c:v>
                </c:pt>
                <c:pt idx="19914">
                  <c:v>8.0191624029893642</c:v>
                </c:pt>
                <c:pt idx="19915">
                  <c:v>8.0211789923212748</c:v>
                </c:pt>
                <c:pt idx="19916">
                  <c:v>8.0245640372849341</c:v>
                </c:pt>
                <c:pt idx="19917">
                  <c:v>8.023986613558904</c:v>
                </c:pt>
                <c:pt idx="19918">
                  <c:v>8.0237147784667187</c:v>
                </c:pt>
                <c:pt idx="19919">
                  <c:v>8.0239299470291137</c:v>
                </c:pt>
                <c:pt idx="19920">
                  <c:v>8.0232389438672858</c:v>
                </c:pt>
                <c:pt idx="19921">
                  <c:v>8.0241237629860791</c:v>
                </c:pt>
                <c:pt idx="19922">
                  <c:v>8.0246289163552742</c:v>
                </c:pt>
                <c:pt idx="19923">
                  <c:v>8.0246458341888065</c:v>
                </c:pt>
                <c:pt idx="19924">
                  <c:v>8.024887857758797</c:v>
                </c:pt>
                <c:pt idx="19925">
                  <c:v>8.0236929331088565</c:v>
                </c:pt>
                <c:pt idx="19926">
                  <c:v>8.0242801297581412</c:v>
                </c:pt>
                <c:pt idx="19927">
                  <c:v>8.0251860551061469</c:v>
                </c:pt>
                <c:pt idx="19928">
                  <c:v>8.0232221081591586</c:v>
                </c:pt>
                <c:pt idx="19929">
                  <c:v>8.0245247813411087</c:v>
                </c:pt>
                <c:pt idx="19930">
                  <c:v>8.02603498542274</c:v>
                </c:pt>
                <c:pt idx="19931">
                  <c:v>8.0256134357163393</c:v>
                </c:pt>
                <c:pt idx="19932">
                  <c:v>8.024808113990062</c:v>
                </c:pt>
                <c:pt idx="19933">
                  <c:v>8.0232375477353912</c:v>
                </c:pt>
                <c:pt idx="19934">
                  <c:v>8.0219153287069354</c:v>
                </c:pt>
                <c:pt idx="19935">
                  <c:v>8.02080688210898</c:v>
                </c:pt>
                <c:pt idx="19936">
                  <c:v>8.0193130209830414</c:v>
                </c:pt>
                <c:pt idx="19937">
                  <c:v>8.019581817435224</c:v>
                </c:pt>
                <c:pt idx="19938">
                  <c:v>8.0174874553443107</c:v>
                </c:pt>
                <c:pt idx="19939">
                  <c:v>8.0165504044676226</c:v>
                </c:pt>
                <c:pt idx="19940">
                  <c:v>8.0166987229499451</c:v>
                </c:pt>
                <c:pt idx="19941">
                  <c:v>8.017154601075843</c:v>
                </c:pt>
                <c:pt idx="19942">
                  <c:v>8.0154381801010146</c:v>
                </c:pt>
                <c:pt idx="19943">
                  <c:v>8.0140872993060395</c:v>
                </c:pt>
                <c:pt idx="19944">
                  <c:v>8.0131912290066936</c:v>
                </c:pt>
                <c:pt idx="19945">
                  <c:v>8.0137884449554466</c:v>
                </c:pt>
                <c:pt idx="19946">
                  <c:v>8.0122643616802858</c:v>
                </c:pt>
                <c:pt idx="19947">
                  <c:v>8.0145099987681192</c:v>
                </c:pt>
                <c:pt idx="19948">
                  <c:v>8.0215285180470577</c:v>
                </c:pt>
                <c:pt idx="19949">
                  <c:v>8.0253283784338691</c:v>
                </c:pt>
                <c:pt idx="19950">
                  <c:v>8.0251421180142071</c:v>
                </c:pt>
                <c:pt idx="19951">
                  <c:v>8.0238334496776584</c:v>
                </c:pt>
                <c:pt idx="19952">
                  <c:v>8.0213108857224977</c:v>
                </c:pt>
                <c:pt idx="19953">
                  <c:v>8.0207391286494474</c:v>
                </c:pt>
                <c:pt idx="19954">
                  <c:v>8.0224380569129057</c:v>
                </c:pt>
                <c:pt idx="19955">
                  <c:v>8.0234941896275611</c:v>
                </c:pt>
                <c:pt idx="19956">
                  <c:v>8.0246740032028914</c:v>
                </c:pt>
                <c:pt idx="19957">
                  <c:v>8.0228967273025908</c:v>
                </c:pt>
                <c:pt idx="19958">
                  <c:v>8.023364513612286</c:v>
                </c:pt>
                <c:pt idx="19959">
                  <c:v>8.0241608836693636</c:v>
                </c:pt>
                <c:pt idx="19960">
                  <c:v>8.023841251591179</c:v>
                </c:pt>
                <c:pt idx="19961">
                  <c:v>8.0234718515172663</c:v>
                </c:pt>
                <c:pt idx="19962">
                  <c:v>8.0249946207859395</c:v>
                </c:pt>
                <c:pt idx="19963">
                  <c:v>8.0264621196567152</c:v>
                </c:pt>
                <c:pt idx="19964">
                  <c:v>8.0263417238122621</c:v>
                </c:pt>
                <c:pt idx="19965">
                  <c:v>8.0243052601322216</c:v>
                </c:pt>
                <c:pt idx="19966">
                  <c:v>8.0202851394078767</c:v>
                </c:pt>
                <c:pt idx="19967">
                  <c:v>8.0173082577095229</c:v>
                </c:pt>
                <c:pt idx="19968">
                  <c:v>8.0163419701884777</c:v>
                </c:pt>
                <c:pt idx="19969">
                  <c:v>8.0167633556440681</c:v>
                </c:pt>
                <c:pt idx="19970">
                  <c:v>8.0182023569991383</c:v>
                </c:pt>
                <c:pt idx="19971">
                  <c:v>8.0199283045210041</c:v>
                </c:pt>
                <c:pt idx="19972">
                  <c:v>8.0203618445366072</c:v>
                </c:pt>
                <c:pt idx="19973">
                  <c:v>8.0206255492136496</c:v>
                </c:pt>
                <c:pt idx="19974">
                  <c:v>8.0198381308257716</c:v>
                </c:pt>
                <c:pt idx="19975">
                  <c:v>8.0168249496981883</c:v>
                </c:pt>
                <c:pt idx="19976">
                  <c:v>8.0139045702788163</c:v>
                </c:pt>
                <c:pt idx="19977">
                  <c:v>8.0128698722949938</c:v>
                </c:pt>
                <c:pt idx="19978">
                  <c:v>8.0140373670594993</c:v>
                </c:pt>
                <c:pt idx="19979">
                  <c:v>8.0185910565433414</c:v>
                </c:pt>
                <c:pt idx="19980">
                  <c:v>8.0218374738225275</c:v>
                </c:pt>
                <c:pt idx="19981">
                  <c:v>8.0217346528148479</c:v>
                </c:pt>
                <c:pt idx="19982">
                  <c:v>8.0208287274668422</c:v>
                </c:pt>
                <c:pt idx="19983">
                  <c:v>8.0217391697121503</c:v>
                </c:pt>
                <c:pt idx="19984">
                  <c:v>8.0205880179033375</c:v>
                </c:pt>
                <c:pt idx="19985">
                  <c:v>8.0214122284728777</c:v>
                </c:pt>
                <c:pt idx="19986">
                  <c:v>8.0241132509341764</c:v>
                </c:pt>
                <c:pt idx="19987">
                  <c:v>8.0247479160678363</c:v>
                </c:pt>
                <c:pt idx="19988">
                  <c:v>8.0231091857266037</c:v>
                </c:pt>
                <c:pt idx="19989">
                  <c:v>8.0238597298074161</c:v>
                </c:pt>
                <c:pt idx="19990">
                  <c:v>8.0244592452675239</c:v>
                </c:pt>
                <c:pt idx="19991">
                  <c:v>8.0240962509752389</c:v>
                </c:pt>
                <c:pt idx="19992">
                  <c:v>8.0238813287890611</c:v>
                </c:pt>
                <c:pt idx="19993">
                  <c:v>8.0220081304151432</c:v>
                </c:pt>
                <c:pt idx="19994">
                  <c:v>8.0206871432677698</c:v>
                </c:pt>
                <c:pt idx="19995">
                  <c:v>8.0186371288958238</c:v>
                </c:pt>
                <c:pt idx="19996">
                  <c:v>8.0170141666324479</c:v>
                </c:pt>
                <c:pt idx="19997">
                  <c:v>8.017067383895208</c:v>
                </c:pt>
                <c:pt idx="19998">
                  <c:v>8.0165223175789428</c:v>
                </c:pt>
                <c:pt idx="19999">
                  <c:v>8.018264361680286</c:v>
                </c:pt>
                <c:pt idx="20000">
                  <c:v>8.0213411899971252</c:v>
                </c:pt>
                <c:pt idx="20001">
                  <c:v>8.0223018108651907</c:v>
                </c:pt>
                <c:pt idx="20002">
                  <c:v>8.0220891881903675</c:v>
                </c:pt>
                <c:pt idx="20003">
                  <c:v>8.023594628998481</c:v>
                </c:pt>
                <c:pt idx="20004">
                  <c:v>8.0243416416868563</c:v>
                </c:pt>
                <c:pt idx="20005">
                  <c:v>8.0236269864082459</c:v>
                </c:pt>
                <c:pt idx="20006">
                  <c:v>8.0225058103724383</c:v>
                </c:pt>
                <c:pt idx="20007">
                  <c:v>8.0241269658768939</c:v>
                </c:pt>
                <c:pt idx="20008">
                  <c:v>8.0263378639182026</c:v>
                </c:pt>
                <c:pt idx="20009">
                  <c:v>8.0274734940253776</c:v>
                </c:pt>
                <c:pt idx="20010">
                  <c:v>8.0276106434525527</c:v>
                </c:pt>
                <c:pt idx="20011">
                  <c:v>8.0279195992280208</c:v>
                </c:pt>
                <c:pt idx="20012">
                  <c:v>8.0286123270233638</c:v>
                </c:pt>
                <c:pt idx="20013">
                  <c:v>8.0270282100767876</c:v>
                </c:pt>
                <c:pt idx="20014">
                  <c:v>8.026692152917505</c:v>
                </c:pt>
                <c:pt idx="20015">
                  <c:v>8.0276401264731252</c:v>
                </c:pt>
                <c:pt idx="20016">
                  <c:v>8.0259425122161545</c:v>
                </c:pt>
                <c:pt idx="20017">
                  <c:v>8.0228610027512008</c:v>
                </c:pt>
                <c:pt idx="20018">
                  <c:v>8.0203822937625748</c:v>
                </c:pt>
                <c:pt idx="20019">
                  <c:v>8.0199218166139694</c:v>
                </c:pt>
                <c:pt idx="20020">
                  <c:v>8.0207640126473123</c:v>
                </c:pt>
                <c:pt idx="20021">
                  <c:v>8.0227508725824332</c:v>
                </c:pt>
                <c:pt idx="20022">
                  <c:v>8.0264556317496822</c:v>
                </c:pt>
                <c:pt idx="20023">
                  <c:v>8.02681673715764</c:v>
                </c:pt>
                <c:pt idx="20024">
                  <c:v>8.026084835543875</c:v>
                </c:pt>
                <c:pt idx="20025">
                  <c:v>8.0277560054202759</c:v>
                </c:pt>
                <c:pt idx="20026">
                  <c:v>8.0287486551964857</c:v>
                </c:pt>
                <c:pt idx="20027">
                  <c:v>8.0271835913439826</c:v>
                </c:pt>
                <c:pt idx="20028">
                  <c:v>8.0268324231100898</c:v>
                </c:pt>
                <c:pt idx="20029">
                  <c:v>8.0276699379953183</c:v>
                </c:pt>
                <c:pt idx="20030">
                  <c:v>8.0276149139736379</c:v>
                </c:pt>
                <c:pt idx="20031">
                  <c:v>8.024113743686609</c:v>
                </c:pt>
                <c:pt idx="20032">
                  <c:v>8.0209501909415675</c:v>
                </c:pt>
                <c:pt idx="20033">
                  <c:v>8.0228400607728005</c:v>
                </c:pt>
                <c:pt idx="20034">
                  <c:v>8.0236999137683238</c:v>
                </c:pt>
                <c:pt idx="20035">
                  <c:v>8.0223015644889752</c:v>
                </c:pt>
                <c:pt idx="20036">
                  <c:v>8.0206036217303822</c:v>
                </c:pt>
                <c:pt idx="20037">
                  <c:v>8.0211512339342175</c:v>
                </c:pt>
                <c:pt idx="20038">
                  <c:v>8.0236814355520885</c:v>
                </c:pt>
                <c:pt idx="20039">
                  <c:v>8.0256029236644348</c:v>
                </c:pt>
                <c:pt idx="20040">
                  <c:v>8.0257752227651622</c:v>
                </c:pt>
                <c:pt idx="20041">
                  <c:v>8.0247977661889713</c:v>
                </c:pt>
                <c:pt idx="20042">
                  <c:v>8.0243199605798061</c:v>
                </c:pt>
                <c:pt idx="20043">
                  <c:v>8.025009156982712</c:v>
                </c:pt>
                <c:pt idx="20044">
                  <c:v>8.0283504291052434</c:v>
                </c:pt>
                <c:pt idx="20045">
                  <c:v>8.0281064345255206</c:v>
                </c:pt>
                <c:pt idx="20046">
                  <c:v>8.026187163799122</c:v>
                </c:pt>
                <c:pt idx="20047">
                  <c:v>8.0255240011497548</c:v>
                </c:pt>
                <c:pt idx="20048">
                  <c:v>8.0231288136985182</c:v>
                </c:pt>
                <c:pt idx="20049">
                  <c:v>8.0225564817476283</c:v>
                </c:pt>
                <c:pt idx="20050">
                  <c:v>8.0233111320987156</c:v>
                </c:pt>
                <c:pt idx="20051">
                  <c:v>8.0266701433088326</c:v>
                </c:pt>
                <c:pt idx="20052">
                  <c:v>8.0287462735597259</c:v>
                </c:pt>
                <c:pt idx="20053">
                  <c:v>8.0304045497474643</c:v>
                </c:pt>
                <c:pt idx="20054">
                  <c:v>8.0329342586129027</c:v>
                </c:pt>
                <c:pt idx="20055">
                  <c:v>8.0309671087750996</c:v>
                </c:pt>
                <c:pt idx="20056">
                  <c:v>8.026714573153205</c:v>
                </c:pt>
                <c:pt idx="20057">
                  <c:v>8.0244988297129716</c:v>
                </c:pt>
                <c:pt idx="20058">
                  <c:v>8.0234057405658437</c:v>
                </c:pt>
                <c:pt idx="20059">
                  <c:v>8.0229976594259433</c:v>
                </c:pt>
                <c:pt idx="20060">
                  <c:v>8.0255232620211068</c:v>
                </c:pt>
                <c:pt idx="20061">
                  <c:v>8.0240200385989411</c:v>
                </c:pt>
                <c:pt idx="20062">
                  <c:v>8.0221490576109726</c:v>
                </c:pt>
                <c:pt idx="20063">
                  <c:v>8.0235689237465611</c:v>
                </c:pt>
                <c:pt idx="20064">
                  <c:v>8.0236700201207238</c:v>
                </c:pt>
                <c:pt idx="20065">
                  <c:v>8.0233970352728612</c:v>
                </c:pt>
                <c:pt idx="20066">
                  <c:v>8.0233970352728612</c:v>
                </c:pt>
                <c:pt idx="20067">
                  <c:v>8.0242389028045817</c:v>
                </c:pt>
                <c:pt idx="20068">
                  <c:v>8.0250602389849295</c:v>
                </c:pt>
                <c:pt idx="20069">
                  <c:v>8.0268352974992823</c:v>
                </c:pt>
                <c:pt idx="20070">
                  <c:v>8.0286658727877462</c:v>
                </c:pt>
                <c:pt idx="20071">
                  <c:v>8.025024925060567</c:v>
                </c:pt>
                <c:pt idx="20072">
                  <c:v>8.0210401182605846</c:v>
                </c:pt>
                <c:pt idx="20073">
                  <c:v>8.0240775263827864</c:v>
                </c:pt>
                <c:pt idx="20074">
                  <c:v>8.0286652979099085</c:v>
                </c:pt>
                <c:pt idx="20075">
                  <c:v>8.028924075062621</c:v>
                </c:pt>
                <c:pt idx="20076">
                  <c:v>8.0261912700693951</c:v>
                </c:pt>
                <c:pt idx="20077">
                  <c:v>8.0243657865560714</c:v>
                </c:pt>
                <c:pt idx="20078">
                  <c:v>8.0238732804993216</c:v>
                </c:pt>
                <c:pt idx="20079">
                  <c:v>8.0232074077115758</c:v>
                </c:pt>
                <c:pt idx="20080">
                  <c:v>8.0223796657496003</c:v>
                </c:pt>
                <c:pt idx="20081">
                  <c:v>8.0199591015480642</c:v>
                </c:pt>
                <c:pt idx="20082">
                  <c:v>8.0206021434730825</c:v>
                </c:pt>
                <c:pt idx="20083">
                  <c:v>8.0216913727261527</c:v>
                </c:pt>
                <c:pt idx="20084">
                  <c:v>8.0223137190489879</c:v>
                </c:pt>
                <c:pt idx="20085">
                  <c:v>8.0242755307354336</c:v>
                </c:pt>
                <c:pt idx="20086">
                  <c:v>8.0228793167166259</c:v>
                </c:pt>
                <c:pt idx="20087">
                  <c:v>8.0218156284646653</c:v>
                </c:pt>
                <c:pt idx="20088">
                  <c:v>8.0216673921077479</c:v>
                </c:pt>
                <c:pt idx="20089">
                  <c:v>8.0227652445283955</c:v>
                </c:pt>
                <c:pt idx="20090">
                  <c:v>8.0266841046277673</c:v>
                </c:pt>
                <c:pt idx="20091">
                  <c:v>8.028772060937051</c:v>
                </c:pt>
                <c:pt idx="20092">
                  <c:v>8.0264797766188973</c:v>
                </c:pt>
                <c:pt idx="20093">
                  <c:v>8.0232051082002211</c:v>
                </c:pt>
                <c:pt idx="20094">
                  <c:v>8.0220883669363126</c:v>
                </c:pt>
                <c:pt idx="20095">
                  <c:v>8.0237827783024684</c:v>
                </c:pt>
                <c:pt idx="20096">
                  <c:v>8.025432020695602</c:v>
                </c:pt>
                <c:pt idx="20097">
                  <c:v>8.0263023857430298</c:v>
                </c:pt>
                <c:pt idx="20098">
                  <c:v>8.0256962181250771</c:v>
                </c:pt>
                <c:pt idx="20099">
                  <c:v>8.0253081755841169</c:v>
                </c:pt>
                <c:pt idx="20100">
                  <c:v>8.0250585143514144</c:v>
                </c:pt>
                <c:pt idx="20101">
                  <c:v>8.0239211596107261</c:v>
                </c:pt>
                <c:pt idx="20102">
                  <c:v>8.0219255943826226</c:v>
                </c:pt>
                <c:pt idx="20103">
                  <c:v>8.0201201494682373</c:v>
                </c:pt>
                <c:pt idx="20104">
                  <c:v>8.0197979715024843</c:v>
                </c:pt>
                <c:pt idx="20105">
                  <c:v>8.0211044224530852</c:v>
                </c:pt>
                <c:pt idx="20106">
                  <c:v>8.0210673017698024</c:v>
                </c:pt>
                <c:pt idx="20107">
                  <c:v>8.0208157516527745</c:v>
                </c:pt>
                <c:pt idx="20108">
                  <c:v>8.0220528066357328</c:v>
                </c:pt>
                <c:pt idx="20109">
                  <c:v>8.0203133905473667</c:v>
                </c:pt>
                <c:pt idx="20110">
                  <c:v>8.0195068369400069</c:v>
                </c:pt>
                <c:pt idx="20111">
                  <c:v>8.0196598365704439</c:v>
                </c:pt>
                <c:pt idx="20112">
                  <c:v>8.0215061799367628</c:v>
                </c:pt>
                <c:pt idx="20113">
                  <c:v>8.0239433334702088</c:v>
                </c:pt>
                <c:pt idx="20114">
                  <c:v>8.027276146675975</c:v>
                </c:pt>
                <c:pt idx="20115">
                  <c:v>8.0279607440561733</c:v>
                </c:pt>
                <c:pt idx="20116">
                  <c:v>8.0273640208598529</c:v>
                </c:pt>
                <c:pt idx="20117">
                  <c:v>8.0265876072763103</c:v>
                </c:pt>
                <c:pt idx="20118">
                  <c:v>8.0232092965959012</c:v>
                </c:pt>
                <c:pt idx="20119">
                  <c:v>8.024315607933314</c:v>
                </c:pt>
                <c:pt idx="20120">
                  <c:v>8.026648954954215</c:v>
                </c:pt>
                <c:pt idx="20121">
                  <c:v>8.0254675809961817</c:v>
                </c:pt>
                <c:pt idx="20122">
                  <c:v>8.0251882724920947</c:v>
                </c:pt>
                <c:pt idx="20123">
                  <c:v>8.0259862029318771</c:v>
                </c:pt>
                <c:pt idx="20124">
                  <c:v>8.0269664517718553</c:v>
                </c:pt>
                <c:pt idx="20125">
                  <c:v>8.0243566706360614</c:v>
                </c:pt>
                <c:pt idx="20126">
                  <c:v>8.0222588592781179</c:v>
                </c:pt>
                <c:pt idx="20127">
                  <c:v>8.0224372356588507</c:v>
                </c:pt>
                <c:pt idx="20128">
                  <c:v>8.0230337124789557</c:v>
                </c:pt>
                <c:pt idx="20129">
                  <c:v>8.0261525890034076</c:v>
                </c:pt>
                <c:pt idx="20130">
                  <c:v>8.027119862029318</c:v>
                </c:pt>
                <c:pt idx="20131">
                  <c:v>8.0276439863671829</c:v>
                </c:pt>
                <c:pt idx="20132">
                  <c:v>8.0292648133700162</c:v>
                </c:pt>
                <c:pt idx="20133">
                  <c:v>8.0257606044429846</c:v>
                </c:pt>
                <c:pt idx="20134">
                  <c:v>8.0220766230033256</c:v>
                </c:pt>
                <c:pt idx="20135">
                  <c:v>8.019954666776167</c:v>
                </c:pt>
                <c:pt idx="20136">
                  <c:v>8.0189068287274665</c:v>
                </c:pt>
                <c:pt idx="20137">
                  <c:v>8.0186543752309785</c:v>
                </c:pt>
                <c:pt idx="20138">
                  <c:v>8.0192801708208439</c:v>
                </c:pt>
                <c:pt idx="20139">
                  <c:v>8.0214558370631952</c:v>
                </c:pt>
                <c:pt idx="20140">
                  <c:v>8.0216828316839806</c:v>
                </c:pt>
                <c:pt idx="20141">
                  <c:v>8.0210077608508197</c:v>
                </c:pt>
                <c:pt idx="20142">
                  <c:v>8.0221308257709527</c:v>
                </c:pt>
                <c:pt idx="20143">
                  <c:v>8.0227450416786432</c:v>
                </c:pt>
                <c:pt idx="20144">
                  <c:v>8.0235911797314508</c:v>
                </c:pt>
                <c:pt idx="20145">
                  <c:v>8.0249368045004719</c:v>
                </c:pt>
                <c:pt idx="20146">
                  <c:v>8.0266560177390875</c:v>
                </c:pt>
                <c:pt idx="20147">
                  <c:v>8.0246500225844866</c:v>
                </c:pt>
                <c:pt idx="20148">
                  <c:v>8.0213093253397947</c:v>
                </c:pt>
                <c:pt idx="20149">
                  <c:v>8.0201736952326197</c:v>
                </c:pt>
                <c:pt idx="20150">
                  <c:v>8.0206755635855949</c:v>
                </c:pt>
                <c:pt idx="20151">
                  <c:v>8.0218836283004151</c:v>
                </c:pt>
                <c:pt idx="20152">
                  <c:v>8.0232616926046081</c:v>
                </c:pt>
                <c:pt idx="20153">
                  <c:v>8.0205634624070949</c:v>
                </c:pt>
                <c:pt idx="20154">
                  <c:v>8.0167453701802653</c:v>
                </c:pt>
                <c:pt idx="20155">
                  <c:v>8.0185470373259964</c:v>
                </c:pt>
                <c:pt idx="20156">
                  <c:v>8.0206260419660822</c:v>
                </c:pt>
                <c:pt idx="20157">
                  <c:v>8.0209402537675025</c:v>
                </c:pt>
                <c:pt idx="20158">
                  <c:v>8.0217431117316149</c:v>
                </c:pt>
                <c:pt idx="20159">
                  <c:v>8.022971707797808</c:v>
                </c:pt>
                <c:pt idx="20160">
                  <c:v>8.0232368907321483</c:v>
                </c:pt>
                <c:pt idx="20161">
                  <c:v>8.0244346076458761</c:v>
                </c:pt>
                <c:pt idx="20162">
                  <c:v>8.0248519689565967</c:v>
                </c:pt>
                <c:pt idx="20163">
                  <c:v>8.0277287397856529</c:v>
                </c:pt>
                <c:pt idx="20164">
                  <c:v>8.0275912618568555</c:v>
                </c:pt>
                <c:pt idx="20165">
                  <c:v>8.0249915000205316</c:v>
                </c:pt>
                <c:pt idx="20166">
                  <c:v>8.019862604196609</c:v>
                </c:pt>
                <c:pt idx="20167">
                  <c:v>8.0185389069108535</c:v>
                </c:pt>
                <c:pt idx="20168">
                  <c:v>8.0197741551348916</c:v>
                </c:pt>
                <c:pt idx="20169">
                  <c:v>8.0204727138340246</c:v>
                </c:pt>
                <c:pt idx="20170">
                  <c:v>8.020717283291587</c:v>
                </c:pt>
                <c:pt idx="20171">
                  <c:v>8.0201501252412442</c:v>
                </c:pt>
                <c:pt idx="20172">
                  <c:v>8.0199287972734368</c:v>
                </c:pt>
                <c:pt idx="20173">
                  <c:v>8.0214359627150653</c:v>
                </c:pt>
                <c:pt idx="20174">
                  <c:v>8.0230742003038635</c:v>
                </c:pt>
                <c:pt idx="20175">
                  <c:v>8.0222777481213807</c:v>
                </c:pt>
                <c:pt idx="20176">
                  <c:v>8.0212144704964476</c:v>
                </c:pt>
                <c:pt idx="20177">
                  <c:v>8.0209309735966823</c:v>
                </c:pt>
                <c:pt idx="20178">
                  <c:v>8.0227459450581033</c:v>
                </c:pt>
                <c:pt idx="20179">
                  <c:v>8.0253525233030842</c:v>
                </c:pt>
                <c:pt idx="20180">
                  <c:v>8.0258023241489749</c:v>
                </c:pt>
                <c:pt idx="20181">
                  <c:v>8.023857019669034</c:v>
                </c:pt>
                <c:pt idx="20182">
                  <c:v>8.0232226009115912</c:v>
                </c:pt>
                <c:pt idx="20183">
                  <c:v>8.0223659508068828</c:v>
                </c:pt>
                <c:pt idx="20184">
                  <c:v>8.0206046893606544</c:v>
                </c:pt>
                <c:pt idx="20185">
                  <c:v>8.0225588633843881</c:v>
                </c:pt>
                <c:pt idx="20186">
                  <c:v>8.0237312856732235</c:v>
                </c:pt>
                <c:pt idx="20187">
                  <c:v>8.0236606578244984</c:v>
                </c:pt>
                <c:pt idx="20188">
                  <c:v>8.0251045045784917</c:v>
                </c:pt>
                <c:pt idx="20189">
                  <c:v>8.0245670759249368</c:v>
                </c:pt>
                <c:pt idx="20190">
                  <c:v>8.0251492629244865</c:v>
                </c:pt>
                <c:pt idx="20191">
                  <c:v>8.0266342545066323</c:v>
                </c:pt>
                <c:pt idx="20192">
                  <c:v>8.0259626329404998</c:v>
                </c:pt>
                <c:pt idx="20193">
                  <c:v>8.0232842770911184</c:v>
                </c:pt>
                <c:pt idx="20194">
                  <c:v>8.0214404796123677</c:v>
                </c:pt>
                <c:pt idx="20195">
                  <c:v>8.0241153040693138</c:v>
                </c:pt>
                <c:pt idx="20196">
                  <c:v>8.0257716913727268</c:v>
                </c:pt>
                <c:pt idx="20197">
                  <c:v>8.0241041350141664</c:v>
                </c:pt>
                <c:pt idx="20198">
                  <c:v>8.0236368414569039</c:v>
                </c:pt>
                <c:pt idx="20199">
                  <c:v>8.0226974910688629</c:v>
                </c:pt>
                <c:pt idx="20200">
                  <c:v>8.022824539071161</c:v>
                </c:pt>
                <c:pt idx="20201">
                  <c:v>8.0237679136040736</c:v>
                </c:pt>
                <c:pt idx="20202">
                  <c:v>8.0270204081632652</c:v>
                </c:pt>
                <c:pt idx="20203">
                  <c:v>8.0293151562435838</c:v>
                </c:pt>
                <c:pt idx="20204">
                  <c:v>8.029451484416704</c:v>
                </c:pt>
                <c:pt idx="20205">
                  <c:v>8.0286377037736631</c:v>
                </c:pt>
                <c:pt idx="20206">
                  <c:v>8.0246473124461044</c:v>
                </c:pt>
                <c:pt idx="20207">
                  <c:v>8.020382540138792</c:v>
                </c:pt>
                <c:pt idx="20208">
                  <c:v>8.0182241202315936</c:v>
                </c:pt>
                <c:pt idx="20209">
                  <c:v>8.0173073543300628</c:v>
                </c:pt>
                <c:pt idx="20210">
                  <c:v>8.017755102040816</c:v>
                </c:pt>
                <c:pt idx="20211">
                  <c:v>8.0179962222313481</c:v>
                </c:pt>
                <c:pt idx="20212">
                  <c:v>8.0156308463023045</c:v>
                </c:pt>
                <c:pt idx="20213">
                  <c:v>8.0166665297909905</c:v>
                </c:pt>
                <c:pt idx="20214">
                  <c:v>8.018799244446269</c:v>
                </c:pt>
                <c:pt idx="20215">
                  <c:v>8.0206205395639145</c:v>
                </c:pt>
                <c:pt idx="20216">
                  <c:v>8.0207577711164948</c:v>
                </c:pt>
                <c:pt idx="20217">
                  <c:v>8.0194378515993918</c:v>
                </c:pt>
                <c:pt idx="20218">
                  <c:v>8.0206781915985719</c:v>
                </c:pt>
                <c:pt idx="20219">
                  <c:v>8.023787377325176</c:v>
                </c:pt>
                <c:pt idx="20220">
                  <c:v>8.0239765942594339</c:v>
                </c:pt>
                <c:pt idx="20221">
                  <c:v>8.0261529175050299</c:v>
                </c:pt>
                <c:pt idx="20222">
                  <c:v>8.0299348745534438</c:v>
                </c:pt>
                <c:pt idx="20223">
                  <c:v>8.0313975280252947</c:v>
                </c:pt>
                <c:pt idx="20224">
                  <c:v>8.0307650802775843</c:v>
                </c:pt>
                <c:pt idx="20225">
                  <c:v>8.0273482527819979</c:v>
                </c:pt>
                <c:pt idx="20226">
                  <c:v>8.0232389438672858</c:v>
                </c:pt>
                <c:pt idx="20227">
                  <c:v>8.0227456986818879</c:v>
                </c:pt>
                <c:pt idx="20228">
                  <c:v>8.0235313103108439</c:v>
                </c:pt>
                <c:pt idx="20229">
                  <c:v>8.0230588428530361</c:v>
                </c:pt>
                <c:pt idx="20230">
                  <c:v>8.0223211924608879</c:v>
                </c:pt>
                <c:pt idx="20231">
                  <c:v>8.0214280786761378</c:v>
                </c:pt>
                <c:pt idx="20232">
                  <c:v>8.0188805485977088</c:v>
                </c:pt>
                <c:pt idx="20233">
                  <c:v>8.0202065453948173</c:v>
                </c:pt>
                <c:pt idx="20234">
                  <c:v>8.0234408902393959</c:v>
                </c:pt>
                <c:pt idx="20235">
                  <c:v>8.0240527245103266</c:v>
                </c:pt>
                <c:pt idx="20236">
                  <c:v>8.0240808935244115</c:v>
                </c:pt>
                <c:pt idx="20237">
                  <c:v>8.0206448486839399</c:v>
                </c:pt>
                <c:pt idx="20238">
                  <c:v>8.0179408697080436</c:v>
                </c:pt>
                <c:pt idx="20239">
                  <c:v>8.0177746478873235</c:v>
                </c:pt>
                <c:pt idx="20240">
                  <c:v>8.0201052026444373</c:v>
                </c:pt>
                <c:pt idx="20241">
                  <c:v>8.0226093705087678</c:v>
                </c:pt>
                <c:pt idx="20242">
                  <c:v>8.0231794029483012</c:v>
                </c:pt>
                <c:pt idx="20243">
                  <c:v>8.02657832710549</c:v>
                </c:pt>
                <c:pt idx="20244">
                  <c:v>8.0289709686691584</c:v>
                </c:pt>
                <c:pt idx="20245">
                  <c:v>8.0256765901531644</c:v>
                </c:pt>
                <c:pt idx="20246">
                  <c:v>8.0226372110212303</c:v>
                </c:pt>
                <c:pt idx="20247">
                  <c:v>8.0254800640578168</c:v>
                </c:pt>
                <c:pt idx="20248">
                  <c:v>8.0287291093499782</c:v>
                </c:pt>
                <c:pt idx="20249">
                  <c:v>8.029370098139859</c:v>
                </c:pt>
                <c:pt idx="20250">
                  <c:v>8.0281173572044509</c:v>
                </c:pt>
                <c:pt idx="20251">
                  <c:v>8.0283156079333136</c:v>
                </c:pt>
                <c:pt idx="20252">
                  <c:v>8.0308808770993299</c:v>
                </c:pt>
                <c:pt idx="20253">
                  <c:v>8.0298097154354693</c:v>
                </c:pt>
                <c:pt idx="20254">
                  <c:v>8.0242135260542842</c:v>
                </c:pt>
                <c:pt idx="20255">
                  <c:v>8.0212503592986497</c:v>
                </c:pt>
                <c:pt idx="20256">
                  <c:v>8.0223412310598281</c:v>
                </c:pt>
                <c:pt idx="20257">
                  <c:v>8.0240707099741311</c:v>
                </c:pt>
                <c:pt idx="20258">
                  <c:v>8.0253585184576846</c:v>
                </c:pt>
                <c:pt idx="20259">
                  <c:v>8.0250137560054196</c:v>
                </c:pt>
                <c:pt idx="20260">
                  <c:v>8.0255603827043895</c:v>
                </c:pt>
                <c:pt idx="20261">
                  <c:v>8.0255033876729769</c:v>
                </c:pt>
                <c:pt idx="20262">
                  <c:v>8.0233639387344482</c:v>
                </c:pt>
                <c:pt idx="20263">
                  <c:v>8.021199030920215</c:v>
                </c:pt>
                <c:pt idx="20264">
                  <c:v>8.0192203014002388</c:v>
                </c:pt>
                <c:pt idx="20265">
                  <c:v>8.0194712766394289</c:v>
                </c:pt>
                <c:pt idx="20266">
                  <c:v>8.02183123229171</c:v>
                </c:pt>
                <c:pt idx="20267">
                  <c:v>8.0216991746396751</c:v>
                </c:pt>
                <c:pt idx="20268">
                  <c:v>8.0229008335728658</c:v>
                </c:pt>
                <c:pt idx="20269">
                  <c:v>8.0262628834229872</c:v>
                </c:pt>
                <c:pt idx="20270">
                  <c:v>8.0272300743234926</c:v>
                </c:pt>
                <c:pt idx="20271">
                  <c:v>8.0260693959676424</c:v>
                </c:pt>
                <c:pt idx="20272">
                  <c:v>8.0269595532377949</c:v>
                </c:pt>
                <c:pt idx="20273">
                  <c:v>8.0266711288136978</c:v>
                </c:pt>
                <c:pt idx="20274">
                  <c:v>8.0227985874430257</c:v>
                </c:pt>
                <c:pt idx="20275">
                  <c:v>8.0211941033958851</c:v>
                </c:pt>
                <c:pt idx="20276">
                  <c:v>8.0216003777768652</c:v>
                </c:pt>
                <c:pt idx="20277">
                  <c:v>8.0211272533158127</c:v>
                </c:pt>
                <c:pt idx="20278">
                  <c:v>8.0240624974335812</c:v>
                </c:pt>
                <c:pt idx="20279">
                  <c:v>8.0264779698599753</c:v>
                </c:pt>
                <c:pt idx="20280">
                  <c:v>8.0258931548474521</c:v>
                </c:pt>
                <c:pt idx="20281">
                  <c:v>8.0266115878947151</c:v>
                </c:pt>
                <c:pt idx="20282">
                  <c:v>8.0284263129799207</c:v>
                </c:pt>
                <c:pt idx="20283">
                  <c:v>8.028282757771116</c:v>
                </c:pt>
                <c:pt idx="20284">
                  <c:v>8.0259254301318119</c:v>
                </c:pt>
                <c:pt idx="20285">
                  <c:v>8.0257001601445399</c:v>
                </c:pt>
                <c:pt idx="20286">
                  <c:v>8.0273535088079502</c:v>
                </c:pt>
                <c:pt idx="20287">
                  <c:v>8.0290670553935861</c:v>
                </c:pt>
                <c:pt idx="20288">
                  <c:v>8.0296795466677615</c:v>
                </c:pt>
                <c:pt idx="20289">
                  <c:v>8.0277514885229753</c:v>
                </c:pt>
                <c:pt idx="20290">
                  <c:v>8.0242107337904987</c:v>
                </c:pt>
                <c:pt idx="20291">
                  <c:v>8.023421015891266</c:v>
                </c:pt>
                <c:pt idx="20292">
                  <c:v>8.0225142692892053</c:v>
                </c:pt>
                <c:pt idx="20293">
                  <c:v>8.0221616227980128</c:v>
                </c:pt>
                <c:pt idx="20294">
                  <c:v>8.0229156161458555</c:v>
                </c:pt>
                <c:pt idx="20295">
                  <c:v>8.0226454235617783</c:v>
                </c:pt>
                <c:pt idx="20296">
                  <c:v>8.0228917997782609</c:v>
                </c:pt>
                <c:pt idx="20297">
                  <c:v>8.0244064386317913</c:v>
                </c:pt>
                <c:pt idx="20298">
                  <c:v>8.0235576725660085</c:v>
                </c:pt>
                <c:pt idx="20299">
                  <c:v>8.018723771198621</c:v>
                </c:pt>
                <c:pt idx="20300">
                  <c:v>8.0157618363240672</c:v>
                </c:pt>
                <c:pt idx="20301">
                  <c:v>8.0171082002217382</c:v>
                </c:pt>
                <c:pt idx="20302">
                  <c:v>8.017599885024433</c:v>
                </c:pt>
                <c:pt idx="20303">
                  <c:v>8.0162247772348376</c:v>
                </c:pt>
                <c:pt idx="20304">
                  <c:v>8.0196609863261195</c:v>
                </c:pt>
                <c:pt idx="20305">
                  <c:v>8.025026731819489</c:v>
                </c:pt>
                <c:pt idx="20306">
                  <c:v>8.0266524042212453</c:v>
                </c:pt>
                <c:pt idx="20307">
                  <c:v>8.0239852174270112</c:v>
                </c:pt>
                <c:pt idx="20308">
                  <c:v>8.0219255943826226</c:v>
                </c:pt>
                <c:pt idx="20309">
                  <c:v>8.0219857923048501</c:v>
                </c:pt>
                <c:pt idx="20310">
                  <c:v>8.0206271917217595</c:v>
                </c:pt>
                <c:pt idx="20311">
                  <c:v>8.021866792592288</c:v>
                </c:pt>
                <c:pt idx="20312">
                  <c:v>8.0231360407342009</c:v>
                </c:pt>
                <c:pt idx="20313">
                  <c:v>8.0198186671046692</c:v>
                </c:pt>
                <c:pt idx="20314">
                  <c:v>8.0170038188313555</c:v>
                </c:pt>
                <c:pt idx="20315">
                  <c:v>8.0184003613517838</c:v>
                </c:pt>
                <c:pt idx="20316">
                  <c:v>8.0209965096702671</c:v>
                </c:pt>
                <c:pt idx="20317">
                  <c:v>8.0247390465240418</c:v>
                </c:pt>
                <c:pt idx="20318">
                  <c:v>8.0256125323368792</c:v>
                </c:pt>
                <c:pt idx="20319">
                  <c:v>8.0253992526588096</c:v>
                </c:pt>
                <c:pt idx="20320">
                  <c:v>8.0251499199277294</c:v>
                </c:pt>
                <c:pt idx="20321">
                  <c:v>8.0244796944934915</c:v>
                </c:pt>
                <c:pt idx="20322">
                  <c:v>8.023784913563011</c:v>
                </c:pt>
                <c:pt idx="20323">
                  <c:v>8.0241380528066362</c:v>
                </c:pt>
                <c:pt idx="20324">
                  <c:v>8.0232937215127507</c:v>
                </c:pt>
                <c:pt idx="20325">
                  <c:v>8.0232731901613761</c:v>
                </c:pt>
                <c:pt idx="20326">
                  <c:v>8.0240197100973187</c:v>
                </c:pt>
                <c:pt idx="20327">
                  <c:v>8.0230377366238237</c:v>
                </c:pt>
                <c:pt idx="20328">
                  <c:v>8.0226165154190454</c:v>
                </c:pt>
                <c:pt idx="20329">
                  <c:v>8.0213255861700823</c:v>
                </c:pt>
                <c:pt idx="20330">
                  <c:v>8.0229801667145733</c:v>
                </c:pt>
                <c:pt idx="20331">
                  <c:v>8.0246681722991013</c:v>
                </c:pt>
                <c:pt idx="20332">
                  <c:v>8.0256306820514922</c:v>
                </c:pt>
                <c:pt idx="20333">
                  <c:v>8.0263151973062872</c:v>
                </c:pt>
                <c:pt idx="20334">
                  <c:v>8.0250549008335721</c:v>
                </c:pt>
                <c:pt idx="20335">
                  <c:v>8.0233228760317008</c:v>
                </c:pt>
                <c:pt idx="20336">
                  <c:v>8.0261642508109876</c:v>
                </c:pt>
                <c:pt idx="20337">
                  <c:v>8.0291330842196036</c:v>
                </c:pt>
                <c:pt idx="20338">
                  <c:v>8.0291329199687915</c:v>
                </c:pt>
                <c:pt idx="20339">
                  <c:v>8.0274560013140057</c:v>
                </c:pt>
                <c:pt idx="20340">
                  <c:v>8.0239637826961765</c:v>
                </c:pt>
                <c:pt idx="20341">
                  <c:v>8.021822937625755</c:v>
                </c:pt>
                <c:pt idx="20342">
                  <c:v>8.0201476614790792</c:v>
                </c:pt>
                <c:pt idx="20343">
                  <c:v>8.0203030427462743</c:v>
                </c:pt>
                <c:pt idx="20344">
                  <c:v>8.0208779205847325</c:v>
                </c:pt>
                <c:pt idx="20345">
                  <c:v>8.0202052313883296</c:v>
                </c:pt>
                <c:pt idx="20346">
                  <c:v>8.0205213320740771</c:v>
                </c:pt>
                <c:pt idx="20347">
                  <c:v>8.0199506426312972</c:v>
                </c:pt>
                <c:pt idx="20348">
                  <c:v>8.0184309120026285</c:v>
                </c:pt>
                <c:pt idx="20349">
                  <c:v>8.0190677123968293</c:v>
                </c:pt>
                <c:pt idx="20350">
                  <c:v>8.0210669732681801</c:v>
                </c:pt>
                <c:pt idx="20351">
                  <c:v>8.0221627725536901</c:v>
                </c:pt>
                <c:pt idx="20352">
                  <c:v>8.0233926005009657</c:v>
                </c:pt>
                <c:pt idx="20353">
                  <c:v>8.0233020983041108</c:v>
                </c:pt>
                <c:pt idx="20354">
                  <c:v>8.0232862481008507</c:v>
                </c:pt>
                <c:pt idx="20355">
                  <c:v>8.0228702829220211</c:v>
                </c:pt>
                <c:pt idx="20356">
                  <c:v>8.0202117192953644</c:v>
                </c:pt>
                <c:pt idx="20357">
                  <c:v>8.0150868476163097</c:v>
                </c:pt>
                <c:pt idx="20358">
                  <c:v>8.0130408573892336</c:v>
                </c:pt>
                <c:pt idx="20359">
                  <c:v>8.0148874471317697</c:v>
                </c:pt>
                <c:pt idx="20360">
                  <c:v>8.0188656017739088</c:v>
                </c:pt>
                <c:pt idx="20361">
                  <c:v>8.0223644725495831</c:v>
                </c:pt>
                <c:pt idx="20362">
                  <c:v>8.0181438015850208</c:v>
                </c:pt>
                <c:pt idx="20363">
                  <c:v>8.015520798258942</c:v>
                </c:pt>
                <c:pt idx="20364">
                  <c:v>8.0191895864985838</c:v>
                </c:pt>
                <c:pt idx="20365">
                  <c:v>8.0209185726604524</c:v>
                </c:pt>
                <c:pt idx="20366">
                  <c:v>8.0220523960087053</c:v>
                </c:pt>
                <c:pt idx="20367">
                  <c:v>8.0227061963618453</c:v>
                </c:pt>
                <c:pt idx="20368">
                  <c:v>8.0211900792510171</c:v>
                </c:pt>
                <c:pt idx="20369">
                  <c:v>8.0192937215127493</c:v>
                </c:pt>
                <c:pt idx="20370">
                  <c:v>8.0183852502771735</c:v>
                </c:pt>
                <c:pt idx="20371">
                  <c:v>8.0186822978688461</c:v>
                </c:pt>
                <c:pt idx="20372">
                  <c:v>8.0215314745616553</c:v>
                </c:pt>
                <c:pt idx="20373">
                  <c:v>8.0232993060403235</c:v>
                </c:pt>
                <c:pt idx="20374">
                  <c:v>8.0243235740976466</c:v>
                </c:pt>
                <c:pt idx="20375">
                  <c:v>8.0261171108282348</c:v>
                </c:pt>
                <c:pt idx="20376">
                  <c:v>8.026201289368867</c:v>
                </c:pt>
                <c:pt idx="20377">
                  <c:v>8.0248408820268544</c:v>
                </c:pt>
                <c:pt idx="20378">
                  <c:v>8.0230417607686935</c:v>
                </c:pt>
                <c:pt idx="20379">
                  <c:v>8.0214351414610103</c:v>
                </c:pt>
                <c:pt idx="20380">
                  <c:v>8.019167248388289</c:v>
                </c:pt>
                <c:pt idx="20381">
                  <c:v>8.0168929495339381</c:v>
                </c:pt>
                <c:pt idx="20382">
                  <c:v>8.016493327310803</c:v>
                </c:pt>
                <c:pt idx="20383">
                  <c:v>8.0187296842278162</c:v>
                </c:pt>
                <c:pt idx="20384">
                  <c:v>8.0207204040569948</c:v>
                </c:pt>
                <c:pt idx="20385">
                  <c:v>8.021822937625755</c:v>
                </c:pt>
                <c:pt idx="20386">
                  <c:v>8.0234138709809883</c:v>
                </c:pt>
                <c:pt idx="20387">
                  <c:v>8.022811399006283</c:v>
                </c:pt>
                <c:pt idx="20388">
                  <c:v>8.0243177431938566</c:v>
                </c:pt>
                <c:pt idx="20389">
                  <c:v>8.0238758263868935</c:v>
                </c:pt>
                <c:pt idx="20390">
                  <c:v>8.0193403687430713</c:v>
                </c:pt>
                <c:pt idx="20391">
                  <c:v>8.0192569293310889</c:v>
                </c:pt>
                <c:pt idx="20392">
                  <c:v>8.0207525150905425</c:v>
                </c:pt>
                <c:pt idx="20393">
                  <c:v>8.0191767749353264</c:v>
                </c:pt>
                <c:pt idx="20394">
                  <c:v>8.0169665338972607</c:v>
                </c:pt>
                <c:pt idx="20395">
                  <c:v>8.0172157023775306</c:v>
                </c:pt>
                <c:pt idx="20396">
                  <c:v>8.0181263909990559</c:v>
                </c:pt>
                <c:pt idx="20397">
                  <c:v>8.0189766353221366</c:v>
                </c:pt>
                <c:pt idx="20398">
                  <c:v>8.0206523220958399</c:v>
                </c:pt>
                <c:pt idx="20399">
                  <c:v>8.0236221410093211</c:v>
                </c:pt>
                <c:pt idx="20400">
                  <c:v>8.0257953434895093</c:v>
                </c:pt>
                <c:pt idx="20401">
                  <c:v>8.0265521291011375</c:v>
                </c:pt>
                <c:pt idx="20402">
                  <c:v>8.025769309735967</c:v>
                </c:pt>
                <c:pt idx="20403">
                  <c:v>8.0226708824374828</c:v>
                </c:pt>
                <c:pt idx="20404">
                  <c:v>8.0232092965959012</c:v>
                </c:pt>
                <c:pt idx="20405">
                  <c:v>8.023078881451978</c:v>
                </c:pt>
                <c:pt idx="20406">
                  <c:v>8.0236163922309363</c:v>
                </c:pt>
                <c:pt idx="20407">
                  <c:v>8.0243443518252366</c:v>
                </c:pt>
                <c:pt idx="20408">
                  <c:v>8.0231232291709436</c:v>
                </c:pt>
                <c:pt idx="20409">
                  <c:v>8.0219884203178253</c:v>
                </c:pt>
                <c:pt idx="20410">
                  <c:v>8.0218107830657406</c:v>
                </c:pt>
                <c:pt idx="20411">
                  <c:v>8.0220414733297751</c:v>
                </c:pt>
                <c:pt idx="20412">
                  <c:v>8.0230746930562962</c:v>
                </c:pt>
                <c:pt idx="20413">
                  <c:v>8.0248401428982064</c:v>
                </c:pt>
                <c:pt idx="20414">
                  <c:v>8.024131318523386</c:v>
                </c:pt>
                <c:pt idx="20415">
                  <c:v>8.0220764587525153</c:v>
                </c:pt>
                <c:pt idx="20416">
                  <c:v>8.0231457315320487</c:v>
                </c:pt>
                <c:pt idx="20417">
                  <c:v>8.0245600952654712</c:v>
                </c:pt>
                <c:pt idx="20418">
                  <c:v>8.0235117644643363</c:v>
                </c:pt>
                <c:pt idx="20419">
                  <c:v>8.0206069067466021</c:v>
                </c:pt>
                <c:pt idx="20420">
                  <c:v>8.0180578984108735</c:v>
                </c:pt>
                <c:pt idx="20421">
                  <c:v>8.0202477723483767</c:v>
                </c:pt>
                <c:pt idx="20422">
                  <c:v>8.023896932616104</c:v>
                </c:pt>
                <c:pt idx="20423">
                  <c:v>8.0228375970106356</c:v>
                </c:pt>
                <c:pt idx="20424">
                  <c:v>8.0208893360160971</c:v>
                </c:pt>
                <c:pt idx="20425">
                  <c:v>8.020257052519197</c:v>
                </c:pt>
                <c:pt idx="20426">
                  <c:v>8.0186482158255661</c:v>
                </c:pt>
                <c:pt idx="20427">
                  <c:v>8.0211010553114601</c:v>
                </c:pt>
                <c:pt idx="20428">
                  <c:v>8.0245550856157344</c:v>
                </c:pt>
                <c:pt idx="20429">
                  <c:v>8.0265449841908598</c:v>
                </c:pt>
                <c:pt idx="20430">
                  <c:v>8.026028333264895</c:v>
                </c:pt>
                <c:pt idx="20431">
                  <c:v>8.0238387057036089</c:v>
                </c:pt>
                <c:pt idx="20432">
                  <c:v>8.0247649981521789</c:v>
                </c:pt>
                <c:pt idx="20433">
                  <c:v>8.0237200344926709</c:v>
                </c:pt>
                <c:pt idx="20434">
                  <c:v>8.0226129019012031</c:v>
                </c:pt>
                <c:pt idx="20435">
                  <c:v>8.0241606372931464</c:v>
                </c:pt>
                <c:pt idx="20436">
                  <c:v>8.0218407588387475</c:v>
                </c:pt>
                <c:pt idx="20437">
                  <c:v>8.0183745739744587</c:v>
                </c:pt>
                <c:pt idx="20438">
                  <c:v>8.0196322424341968</c:v>
                </c:pt>
                <c:pt idx="20439">
                  <c:v>8.0197697203629943</c:v>
                </c:pt>
                <c:pt idx="20440">
                  <c:v>8.0187323943661966</c:v>
                </c:pt>
                <c:pt idx="20441">
                  <c:v>8.0181833860304685</c:v>
                </c:pt>
                <c:pt idx="20442">
                  <c:v>8.0188904036463686</c:v>
                </c:pt>
                <c:pt idx="20443">
                  <c:v>8.0210536689524901</c:v>
                </c:pt>
                <c:pt idx="20444">
                  <c:v>8.0223927236890731</c:v>
                </c:pt>
                <c:pt idx="20445">
                  <c:v>8.0216471892579975</c:v>
                </c:pt>
                <c:pt idx="20446">
                  <c:v>8.0206763027142447</c:v>
                </c:pt>
                <c:pt idx="20447">
                  <c:v>8.0202660041883949</c:v>
                </c:pt>
                <c:pt idx="20448">
                  <c:v>8.0205375107789596</c:v>
                </c:pt>
                <c:pt idx="20449">
                  <c:v>8.0224343612696583</c:v>
                </c:pt>
                <c:pt idx="20450">
                  <c:v>8.0214714408902399</c:v>
                </c:pt>
                <c:pt idx="20451">
                  <c:v>8.0214592042048203</c:v>
                </c:pt>
                <c:pt idx="20452">
                  <c:v>8.0228274134603534</c:v>
                </c:pt>
                <c:pt idx="20453">
                  <c:v>8.0244713998275365</c:v>
                </c:pt>
                <c:pt idx="20454">
                  <c:v>8.0245421919270719</c:v>
                </c:pt>
                <c:pt idx="20455">
                  <c:v>8.0221814150207358</c:v>
                </c:pt>
                <c:pt idx="20456">
                  <c:v>8.0194036874307066</c:v>
                </c:pt>
                <c:pt idx="20457">
                  <c:v>8.0207116987640124</c:v>
                </c:pt>
                <c:pt idx="20458">
                  <c:v>8.0215345953270649</c:v>
                </c:pt>
                <c:pt idx="20459">
                  <c:v>8.0209046934669246</c:v>
                </c:pt>
                <c:pt idx="20460">
                  <c:v>8.0212446105202648</c:v>
                </c:pt>
                <c:pt idx="20461">
                  <c:v>8.0224255738512706</c:v>
                </c:pt>
                <c:pt idx="20462">
                  <c:v>8.0207410175337746</c:v>
                </c:pt>
                <c:pt idx="20463">
                  <c:v>8.0217978072516729</c:v>
                </c:pt>
                <c:pt idx="20464">
                  <c:v>8.0234656099864488</c:v>
                </c:pt>
                <c:pt idx="20465">
                  <c:v>8.0233052190695187</c:v>
                </c:pt>
                <c:pt idx="20466">
                  <c:v>8.0252051082002218</c:v>
                </c:pt>
                <c:pt idx="20467">
                  <c:v>8.0270443066562649</c:v>
                </c:pt>
                <c:pt idx="20468">
                  <c:v>8.0273261610479203</c:v>
                </c:pt>
                <c:pt idx="20469">
                  <c:v>8.0264270521085699</c:v>
                </c:pt>
                <c:pt idx="20470">
                  <c:v>8.0239330677945215</c:v>
                </c:pt>
                <c:pt idx="20471">
                  <c:v>8.0230227898000255</c:v>
                </c:pt>
                <c:pt idx="20472">
                  <c:v>8.0224979263335108</c:v>
                </c:pt>
                <c:pt idx="20473">
                  <c:v>8.0229032973350307</c:v>
                </c:pt>
                <c:pt idx="20474">
                  <c:v>8.0225394817886908</c:v>
                </c:pt>
                <c:pt idx="20475">
                  <c:v>8.0261603909169299</c:v>
                </c:pt>
                <c:pt idx="20476">
                  <c:v>8.0280359709276059</c:v>
                </c:pt>
                <c:pt idx="20477">
                  <c:v>8.0244390424177716</c:v>
                </c:pt>
                <c:pt idx="20478">
                  <c:v>8.0252581612121716</c:v>
                </c:pt>
                <c:pt idx="20479">
                  <c:v>8.0266071531228178</c:v>
                </c:pt>
                <c:pt idx="20480">
                  <c:v>8.0255146388535294</c:v>
                </c:pt>
                <c:pt idx="20481">
                  <c:v>8.0256202521249946</c:v>
                </c:pt>
                <c:pt idx="20482">
                  <c:v>8.0267131770213123</c:v>
                </c:pt>
                <c:pt idx="20483">
                  <c:v>8.0260207777275898</c:v>
                </c:pt>
                <c:pt idx="20484">
                  <c:v>8.0240914877017211</c:v>
                </c:pt>
                <c:pt idx="20485">
                  <c:v>8.0221352605428482</c:v>
                </c:pt>
                <c:pt idx="20486">
                  <c:v>8.02093647599885</c:v>
                </c:pt>
                <c:pt idx="20487">
                  <c:v>8.0247942347965342</c:v>
                </c:pt>
                <c:pt idx="20488">
                  <c:v>8.0281443764628584</c:v>
                </c:pt>
                <c:pt idx="20489">
                  <c:v>8.02717726768776</c:v>
                </c:pt>
                <c:pt idx="20490">
                  <c:v>8.0259791401470046</c:v>
                </c:pt>
                <c:pt idx="20491">
                  <c:v>8.0257613435716344</c:v>
                </c:pt>
                <c:pt idx="20492">
                  <c:v>8.028095840348211</c:v>
                </c:pt>
                <c:pt idx="20493">
                  <c:v>8.0294857307107961</c:v>
                </c:pt>
                <c:pt idx="20494">
                  <c:v>8.0290553114606009</c:v>
                </c:pt>
                <c:pt idx="20495">
                  <c:v>8.0292603785981189</c:v>
                </c:pt>
                <c:pt idx="20496">
                  <c:v>8.0275304069313851</c:v>
                </c:pt>
                <c:pt idx="20497">
                  <c:v>8.0245671580503437</c:v>
                </c:pt>
                <c:pt idx="20498">
                  <c:v>8.0230515336919481</c:v>
                </c:pt>
                <c:pt idx="20499">
                  <c:v>8.0214508274134602</c:v>
                </c:pt>
                <c:pt idx="20500">
                  <c:v>8.0219210774853202</c:v>
                </c:pt>
                <c:pt idx="20501">
                  <c:v>8.0204517718556243</c:v>
                </c:pt>
                <c:pt idx="20502">
                  <c:v>8.0212181661396951</c:v>
                </c:pt>
                <c:pt idx="20503">
                  <c:v>8.0234539481788687</c:v>
                </c:pt>
                <c:pt idx="20504">
                  <c:v>8.0229891183837712</c:v>
                </c:pt>
                <c:pt idx="20505">
                  <c:v>8.0215708947562927</c:v>
                </c:pt>
                <c:pt idx="20506">
                  <c:v>8.0215501170287027</c:v>
                </c:pt>
                <c:pt idx="20507">
                  <c:v>8.0228864616269036</c:v>
                </c:pt>
                <c:pt idx="20508">
                  <c:v>8.0251651952531518</c:v>
                </c:pt>
                <c:pt idx="20509">
                  <c:v>8.0250286207038144</c:v>
                </c:pt>
                <c:pt idx="20510">
                  <c:v>8.0237364595737688</c:v>
                </c:pt>
                <c:pt idx="20511">
                  <c:v>8.0201930768283169</c:v>
                </c:pt>
                <c:pt idx="20512">
                  <c:v>8.0163365499117152</c:v>
                </c:pt>
                <c:pt idx="20513">
                  <c:v>8.0160560095265474</c:v>
                </c:pt>
                <c:pt idx="20514">
                  <c:v>8.0180422124584236</c:v>
                </c:pt>
                <c:pt idx="20515">
                  <c:v>8.0186275202233812</c:v>
                </c:pt>
                <c:pt idx="20516">
                  <c:v>8.016947727179403</c:v>
                </c:pt>
                <c:pt idx="20517">
                  <c:v>8.0151756251796495</c:v>
                </c:pt>
                <c:pt idx="20518">
                  <c:v>8.017741961975938</c:v>
                </c:pt>
                <c:pt idx="20519">
                  <c:v>8.0230305095881409</c:v>
                </c:pt>
                <c:pt idx="20520">
                  <c:v>8.0251766928099215</c:v>
                </c:pt>
                <c:pt idx="20521">
                  <c:v>8.0245671580503437</c:v>
                </c:pt>
                <c:pt idx="20522">
                  <c:v>8.0225429310557228</c:v>
                </c:pt>
                <c:pt idx="20523">
                  <c:v>8.0215055229335199</c:v>
                </c:pt>
                <c:pt idx="20524">
                  <c:v>8.0204589988913071</c:v>
                </c:pt>
                <c:pt idx="20525">
                  <c:v>8.0203390957992848</c:v>
                </c:pt>
                <c:pt idx="20526">
                  <c:v>8.0201840430337121</c:v>
                </c:pt>
                <c:pt idx="20527">
                  <c:v>8.0216902229704754</c:v>
                </c:pt>
                <c:pt idx="20528">
                  <c:v>8.0217986285057279</c:v>
                </c:pt>
                <c:pt idx="20529">
                  <c:v>8.0224041391204377</c:v>
                </c:pt>
                <c:pt idx="20530">
                  <c:v>8.0243861536566339</c:v>
                </c:pt>
                <c:pt idx="20531">
                  <c:v>8.0240137970681236</c:v>
                </c:pt>
                <c:pt idx="20532">
                  <c:v>8.0224905350470159</c:v>
                </c:pt>
                <c:pt idx="20533">
                  <c:v>8.0190655771362866</c:v>
                </c:pt>
                <c:pt idx="20534">
                  <c:v>8.0157427011045872</c:v>
                </c:pt>
                <c:pt idx="20535">
                  <c:v>8.0169135630107178</c:v>
                </c:pt>
                <c:pt idx="20536">
                  <c:v>8.0170829877222527</c:v>
                </c:pt>
                <c:pt idx="20537">
                  <c:v>8.0167358436332279</c:v>
                </c:pt>
                <c:pt idx="20538">
                  <c:v>8.0181648256888263</c:v>
                </c:pt>
                <c:pt idx="20539">
                  <c:v>8.0199161499609897</c:v>
                </c:pt>
                <c:pt idx="20540">
                  <c:v>8.0228316018560335</c:v>
                </c:pt>
                <c:pt idx="20541">
                  <c:v>8.0226799162320859</c:v>
                </c:pt>
                <c:pt idx="20542">
                  <c:v>8.0226188970558034</c:v>
                </c:pt>
                <c:pt idx="20543">
                  <c:v>8.0245528682297866</c:v>
                </c:pt>
                <c:pt idx="20544">
                  <c:v>8.0259791401470046</c:v>
                </c:pt>
                <c:pt idx="20545">
                  <c:v>8.0269121668788248</c:v>
                </c:pt>
                <c:pt idx="20546">
                  <c:v>8.0264971050794571</c:v>
                </c:pt>
                <c:pt idx="20547">
                  <c:v>8.0245270808524616</c:v>
                </c:pt>
                <c:pt idx="20548">
                  <c:v>8.0217502566418926</c:v>
                </c:pt>
                <c:pt idx="20549">
                  <c:v>8.019432267071819</c:v>
                </c:pt>
                <c:pt idx="20550">
                  <c:v>8.018665626411531</c:v>
                </c:pt>
                <c:pt idx="20551">
                  <c:v>8.0175341025746309</c:v>
                </c:pt>
                <c:pt idx="20552">
                  <c:v>8.0195445325011292</c:v>
                </c:pt>
                <c:pt idx="20553">
                  <c:v>8.0197318605510617</c:v>
                </c:pt>
                <c:pt idx="20554">
                  <c:v>8.0186169260460716</c:v>
                </c:pt>
                <c:pt idx="20555">
                  <c:v>8.0167691044224529</c:v>
                </c:pt>
                <c:pt idx="20556">
                  <c:v>8.0169578286042782</c:v>
                </c:pt>
                <c:pt idx="20557">
                  <c:v>8.0164214675809955</c:v>
                </c:pt>
                <c:pt idx="20558">
                  <c:v>8.0153622962263373</c:v>
                </c:pt>
                <c:pt idx="20559">
                  <c:v>8.0159747053751076</c:v>
                </c:pt>
                <c:pt idx="20560">
                  <c:v>8.017667884860181</c:v>
                </c:pt>
                <c:pt idx="20561">
                  <c:v>8.0206640660288269</c:v>
                </c:pt>
                <c:pt idx="20562">
                  <c:v>8.0212409148770174</c:v>
                </c:pt>
                <c:pt idx="20563">
                  <c:v>8.0210342873567946</c:v>
                </c:pt>
                <c:pt idx="20564">
                  <c:v>8.0211402291298821</c:v>
                </c:pt>
                <c:pt idx="20565">
                  <c:v>8.021680696423438</c:v>
                </c:pt>
                <c:pt idx="20566">
                  <c:v>8.0215228513940779</c:v>
                </c:pt>
                <c:pt idx="20567">
                  <c:v>8.0203225064673749</c:v>
                </c:pt>
                <c:pt idx="20568">
                  <c:v>8.0198090584322266</c:v>
                </c:pt>
                <c:pt idx="20569">
                  <c:v>8.022719993429968</c:v>
                </c:pt>
                <c:pt idx="20570">
                  <c:v>8.0268606742495798</c:v>
                </c:pt>
                <c:pt idx="20571">
                  <c:v>8.0296227980125661</c:v>
                </c:pt>
                <c:pt idx="20572">
                  <c:v>8.0269854227405251</c:v>
                </c:pt>
                <c:pt idx="20573">
                  <c:v>8.0245421919270719</c:v>
                </c:pt>
                <c:pt idx="20574">
                  <c:v>8.0240809756498166</c:v>
                </c:pt>
                <c:pt idx="20575">
                  <c:v>8.0231757894304607</c:v>
                </c:pt>
                <c:pt idx="20576">
                  <c:v>8.0210452921611299</c:v>
                </c:pt>
                <c:pt idx="20577">
                  <c:v>8.0182447337083733</c:v>
                </c:pt>
                <c:pt idx="20578">
                  <c:v>8.0162821828932778</c:v>
                </c:pt>
                <c:pt idx="20579">
                  <c:v>8.0151664271342344</c:v>
                </c:pt>
                <c:pt idx="20580">
                  <c:v>8.0163062456370877</c:v>
                </c:pt>
                <c:pt idx="20581">
                  <c:v>8.017500184782163</c:v>
                </c:pt>
                <c:pt idx="20582">
                  <c:v>8.0176250975239185</c:v>
                </c:pt>
                <c:pt idx="20583">
                  <c:v>8.0164431486880474</c:v>
                </c:pt>
                <c:pt idx="20584">
                  <c:v>8.0163634870447176</c:v>
                </c:pt>
                <c:pt idx="20585">
                  <c:v>8.0137915657208563</c:v>
                </c:pt>
                <c:pt idx="20586">
                  <c:v>8.0127378967683658</c:v>
                </c:pt>
                <c:pt idx="20587">
                  <c:v>8.0133409436209089</c:v>
                </c:pt>
                <c:pt idx="20588">
                  <c:v>8.0147846261240918</c:v>
                </c:pt>
                <c:pt idx="20589">
                  <c:v>8.015538947973555</c:v>
                </c:pt>
                <c:pt idx="20590">
                  <c:v>8.017896357738266</c:v>
                </c:pt>
                <c:pt idx="20591">
                  <c:v>8.0208013797068123</c:v>
                </c:pt>
                <c:pt idx="20592">
                  <c:v>8.0224761631010555</c:v>
                </c:pt>
                <c:pt idx="20593">
                  <c:v>8.0229711329199684</c:v>
                </c:pt>
                <c:pt idx="20594">
                  <c:v>8.0229003408204331</c:v>
                </c:pt>
                <c:pt idx="20595">
                  <c:v>8.0240477969859985</c:v>
                </c:pt>
                <c:pt idx="20596">
                  <c:v>8.0255131605962298</c:v>
                </c:pt>
                <c:pt idx="20597">
                  <c:v>8.0226732640742409</c:v>
                </c:pt>
                <c:pt idx="20598">
                  <c:v>8.0201432267071819</c:v>
                </c:pt>
                <c:pt idx="20599">
                  <c:v>8.0205675686773699</c:v>
                </c:pt>
                <c:pt idx="20600">
                  <c:v>8.0212032193158951</c:v>
                </c:pt>
                <c:pt idx="20601">
                  <c:v>8.0200310434032769</c:v>
                </c:pt>
                <c:pt idx="20602">
                  <c:v>8.0204206463269418</c:v>
                </c:pt>
                <c:pt idx="20603">
                  <c:v>8.0224693466923984</c:v>
                </c:pt>
                <c:pt idx="20604">
                  <c:v>8.0228500800722706</c:v>
                </c:pt>
                <c:pt idx="20605">
                  <c:v>8.0252885476122042</c:v>
                </c:pt>
                <c:pt idx="20606">
                  <c:v>8.0250461955405896</c:v>
                </c:pt>
                <c:pt idx="20607">
                  <c:v>8.0214483636512952</c:v>
                </c:pt>
                <c:pt idx="20608">
                  <c:v>8.0193224654046737</c:v>
                </c:pt>
                <c:pt idx="20609">
                  <c:v>8.0185809551184661</c:v>
                </c:pt>
                <c:pt idx="20610">
                  <c:v>8.0212368907321476</c:v>
                </c:pt>
                <c:pt idx="20611">
                  <c:v>8.0242445694575615</c:v>
                </c:pt>
                <c:pt idx="20612">
                  <c:v>8.0228113168808779</c:v>
                </c:pt>
                <c:pt idx="20613">
                  <c:v>8.0222214922186179</c:v>
                </c:pt>
                <c:pt idx="20614">
                  <c:v>8.0227642590235284</c:v>
                </c:pt>
                <c:pt idx="20615">
                  <c:v>8.0220812220260331</c:v>
                </c:pt>
                <c:pt idx="20616">
                  <c:v>8.021781217919763</c:v>
                </c:pt>
                <c:pt idx="20617">
                  <c:v>8.0229400895166911</c:v>
                </c:pt>
                <c:pt idx="20618">
                  <c:v>8.0252382047386366</c:v>
                </c:pt>
                <c:pt idx="20619">
                  <c:v>8.0249361474972289</c:v>
                </c:pt>
                <c:pt idx="20620">
                  <c:v>8.0234382622264189</c:v>
                </c:pt>
                <c:pt idx="20621">
                  <c:v>8.0226962591877804</c:v>
                </c:pt>
                <c:pt idx="20622">
                  <c:v>8.0223008253603254</c:v>
                </c:pt>
                <c:pt idx="20623">
                  <c:v>8.0212735186629978</c:v>
                </c:pt>
                <c:pt idx="20624">
                  <c:v>8.021144171149345</c:v>
                </c:pt>
                <c:pt idx="20625">
                  <c:v>8.0216621360817975</c:v>
                </c:pt>
                <c:pt idx="20626">
                  <c:v>8.0225608343941204</c:v>
                </c:pt>
                <c:pt idx="20627">
                  <c:v>8.0248328337371166</c:v>
                </c:pt>
                <c:pt idx="20628">
                  <c:v>8.0246960128115639</c:v>
                </c:pt>
                <c:pt idx="20629">
                  <c:v>8.023548967273026</c:v>
                </c:pt>
                <c:pt idx="20630">
                  <c:v>8.0216803679218174</c:v>
                </c:pt>
                <c:pt idx="20631">
                  <c:v>8.0221144828152582</c:v>
                </c:pt>
                <c:pt idx="20632">
                  <c:v>8.0243856609042012</c:v>
                </c:pt>
                <c:pt idx="20633">
                  <c:v>8.0260976471071324</c:v>
                </c:pt>
                <c:pt idx="20634">
                  <c:v>8.0238911838377209</c:v>
                </c:pt>
                <c:pt idx="20635">
                  <c:v>8.0237596189381186</c:v>
                </c:pt>
                <c:pt idx="20636">
                  <c:v>8.0230001231881083</c:v>
                </c:pt>
                <c:pt idx="20637">
                  <c:v>8.0214593684556323</c:v>
                </c:pt>
                <c:pt idx="20638">
                  <c:v>8.0215400977292326</c:v>
                </c:pt>
                <c:pt idx="20639">
                  <c:v>8.0199930193405322</c:v>
                </c:pt>
                <c:pt idx="20640">
                  <c:v>8.0202563133905471</c:v>
                </c:pt>
                <c:pt idx="20641">
                  <c:v>8.0207988338192422</c:v>
                </c:pt>
                <c:pt idx="20642">
                  <c:v>8.0218901162074481</c:v>
                </c:pt>
                <c:pt idx="20643">
                  <c:v>8.0239930193405336</c:v>
                </c:pt>
                <c:pt idx="20644">
                  <c:v>8.0233507986695685</c:v>
                </c:pt>
                <c:pt idx="20645">
                  <c:v>8.0214412187410176</c:v>
                </c:pt>
                <c:pt idx="20646">
                  <c:v>8.0196408656017741</c:v>
                </c:pt>
                <c:pt idx="20647">
                  <c:v>8.019380610191762</c:v>
                </c:pt>
                <c:pt idx="20648">
                  <c:v>8.0203960087052923</c:v>
                </c:pt>
                <c:pt idx="20649">
                  <c:v>8.0211554223298975</c:v>
                </c:pt>
                <c:pt idx="20650">
                  <c:v>8.0205389069108524</c:v>
                </c:pt>
                <c:pt idx="20651">
                  <c:v>8.0203275161171117</c:v>
                </c:pt>
                <c:pt idx="20652">
                  <c:v>8.0209634952572575</c:v>
                </c:pt>
                <c:pt idx="20653">
                  <c:v>8.0221032316347056</c:v>
                </c:pt>
                <c:pt idx="20654">
                  <c:v>8.0227574426148731</c:v>
                </c:pt>
                <c:pt idx="20655">
                  <c:v>8.0240899273190163</c:v>
                </c:pt>
                <c:pt idx="20656">
                  <c:v>8.0245403030427465</c:v>
                </c:pt>
                <c:pt idx="20657">
                  <c:v>8.022941814150208</c:v>
                </c:pt>
                <c:pt idx="20658">
                  <c:v>8.0229318769761431</c:v>
                </c:pt>
                <c:pt idx="20659">
                  <c:v>8.0222053135137354</c:v>
                </c:pt>
                <c:pt idx="20660">
                  <c:v>8.0211162485114773</c:v>
                </c:pt>
                <c:pt idx="20661">
                  <c:v>8.0205609165195249</c:v>
                </c:pt>
                <c:pt idx="20662">
                  <c:v>8.0209287562107345</c:v>
                </c:pt>
                <c:pt idx="20663">
                  <c:v>8.0215378803432849</c:v>
                </c:pt>
                <c:pt idx="20664">
                  <c:v>8.0201654826920716</c:v>
                </c:pt>
                <c:pt idx="20665">
                  <c:v>8.0192806635732765</c:v>
                </c:pt>
                <c:pt idx="20666">
                  <c:v>8.0183050137560059</c:v>
                </c:pt>
                <c:pt idx="20667">
                  <c:v>8.01605067137519</c:v>
                </c:pt>
                <c:pt idx="20668">
                  <c:v>8.0150453742865349</c:v>
                </c:pt>
                <c:pt idx="20669">
                  <c:v>8.0142035888802194</c:v>
                </c:pt>
                <c:pt idx="20670">
                  <c:v>8.0192688375148844</c:v>
                </c:pt>
                <c:pt idx="20671">
                  <c:v>8.0211555865807096</c:v>
                </c:pt>
                <c:pt idx="20672">
                  <c:v>8.0173933396296135</c:v>
                </c:pt>
                <c:pt idx="20673">
                  <c:v>8.0151663450088293</c:v>
                </c:pt>
                <c:pt idx="20674">
                  <c:v>8.016563133905473</c:v>
                </c:pt>
                <c:pt idx="20675">
                  <c:v>8.0209236644355926</c:v>
                </c:pt>
                <c:pt idx="20676">
                  <c:v>8.0224792017410582</c:v>
                </c:pt>
                <c:pt idx="20677">
                  <c:v>8.021515377982178</c:v>
                </c:pt>
                <c:pt idx="20678">
                  <c:v>8.0225642836611506</c:v>
                </c:pt>
                <c:pt idx="20679">
                  <c:v>8.0259352030550648</c:v>
                </c:pt>
                <c:pt idx="20680">
                  <c:v>8.0287261528353788</c:v>
                </c:pt>
                <c:pt idx="20681">
                  <c:v>8.0270527655730302</c:v>
                </c:pt>
                <c:pt idx="20682">
                  <c:v>8.0255442861249122</c:v>
                </c:pt>
                <c:pt idx="20683">
                  <c:v>8.0239503141296762</c:v>
                </c:pt>
                <c:pt idx="20684">
                  <c:v>8.0231342339752807</c:v>
                </c:pt>
                <c:pt idx="20685">
                  <c:v>8.0245490904611341</c:v>
                </c:pt>
                <c:pt idx="20686">
                  <c:v>8.0243158543095312</c:v>
                </c:pt>
                <c:pt idx="20687">
                  <c:v>8.0235600542027683</c:v>
                </c:pt>
                <c:pt idx="20688">
                  <c:v>8.0211632242434199</c:v>
                </c:pt>
                <c:pt idx="20689">
                  <c:v>8.0200702172216971</c:v>
                </c:pt>
                <c:pt idx="20690">
                  <c:v>8.0231874512380408</c:v>
                </c:pt>
                <c:pt idx="20691">
                  <c:v>8.0266612737650398</c:v>
                </c:pt>
                <c:pt idx="20692">
                  <c:v>8.0246740853282965</c:v>
                </c:pt>
                <c:pt idx="20693">
                  <c:v>8.0222952408327508</c:v>
                </c:pt>
                <c:pt idx="20694">
                  <c:v>8.0213094074651998</c:v>
                </c:pt>
                <c:pt idx="20695">
                  <c:v>8.0206020613476774</c:v>
                </c:pt>
                <c:pt idx="20696">
                  <c:v>8.0216679669855875</c:v>
                </c:pt>
                <c:pt idx="20697">
                  <c:v>8.0219502320042704</c:v>
                </c:pt>
                <c:pt idx="20698">
                  <c:v>8.0217794932862478</c:v>
                </c:pt>
                <c:pt idx="20699">
                  <c:v>8.0228738143144582</c:v>
                </c:pt>
                <c:pt idx="20700">
                  <c:v>8.0236549911715187</c:v>
                </c:pt>
                <c:pt idx="20701">
                  <c:v>8.0255394407259892</c:v>
                </c:pt>
                <c:pt idx="20702">
                  <c:v>8.0249670266496942</c:v>
                </c:pt>
                <c:pt idx="20703">
                  <c:v>8.025018437153534</c:v>
                </c:pt>
                <c:pt idx="20704">
                  <c:v>8.0229272779534355</c:v>
                </c:pt>
                <c:pt idx="20705">
                  <c:v>8.0211888473699346</c:v>
                </c:pt>
                <c:pt idx="20706">
                  <c:v>8.0208252781998119</c:v>
                </c:pt>
                <c:pt idx="20707">
                  <c:v>8.0220767872541376</c:v>
                </c:pt>
                <c:pt idx="20708">
                  <c:v>8.0237002422699462</c:v>
                </c:pt>
                <c:pt idx="20709">
                  <c:v>8.0244384675399338</c:v>
                </c:pt>
                <c:pt idx="20710">
                  <c:v>8.0281567773990883</c:v>
                </c:pt>
                <c:pt idx="20711">
                  <c:v>8.0316926867326401</c:v>
                </c:pt>
                <c:pt idx="20712">
                  <c:v>8.0308044183468148</c:v>
                </c:pt>
                <c:pt idx="20713">
                  <c:v>8.0290042294583834</c:v>
                </c:pt>
                <c:pt idx="20714">
                  <c:v>8.0293762575452714</c:v>
                </c:pt>
                <c:pt idx="20715">
                  <c:v>8.0288233071900788</c:v>
                </c:pt>
                <c:pt idx="20716">
                  <c:v>8.0266700611834274</c:v>
                </c:pt>
                <c:pt idx="20717">
                  <c:v>8.025049891183837</c:v>
                </c:pt>
                <c:pt idx="20718">
                  <c:v>8.022811234755471</c:v>
                </c:pt>
                <c:pt idx="20719">
                  <c:v>8.020497844208105</c:v>
                </c:pt>
                <c:pt idx="20720">
                  <c:v>8.0200938693384796</c:v>
                </c:pt>
                <c:pt idx="20721">
                  <c:v>8.0197082905596844</c:v>
                </c:pt>
                <c:pt idx="20722">
                  <c:v>8.0193002915451892</c:v>
                </c:pt>
                <c:pt idx="20723">
                  <c:v>8.0212010840553525</c:v>
                </c:pt>
                <c:pt idx="20724">
                  <c:v>8.022780519853816</c:v>
                </c:pt>
                <c:pt idx="20725">
                  <c:v>8.0242676466965062</c:v>
                </c:pt>
                <c:pt idx="20726">
                  <c:v>8.0251331663450092</c:v>
                </c:pt>
                <c:pt idx="20727">
                  <c:v>8.0254202767626168</c:v>
                </c:pt>
                <c:pt idx="20728">
                  <c:v>8.0239795507740315</c:v>
                </c:pt>
                <c:pt idx="20729">
                  <c:v>8.0198509423890272</c:v>
                </c:pt>
                <c:pt idx="20730">
                  <c:v>8.0178720486182407</c:v>
                </c:pt>
                <c:pt idx="20731">
                  <c:v>8.0191273354412189</c:v>
                </c:pt>
                <c:pt idx="20732">
                  <c:v>8.0195589044470914</c:v>
                </c:pt>
                <c:pt idx="20733">
                  <c:v>8.0191131277460688</c:v>
                </c:pt>
                <c:pt idx="20734">
                  <c:v>8.0226000903379457</c:v>
                </c:pt>
                <c:pt idx="20735">
                  <c:v>8.0257869666981474</c:v>
                </c:pt>
                <c:pt idx="20736">
                  <c:v>8.026964480762123</c:v>
                </c:pt>
                <c:pt idx="20737">
                  <c:v>8.0254367018437147</c:v>
                </c:pt>
                <c:pt idx="20738">
                  <c:v>8.0228495051944311</c:v>
                </c:pt>
                <c:pt idx="20739">
                  <c:v>8.021638483965015</c:v>
                </c:pt>
                <c:pt idx="20740">
                  <c:v>8.0196200878741841</c:v>
                </c:pt>
                <c:pt idx="20741">
                  <c:v>8.0204652404221246</c:v>
                </c:pt>
                <c:pt idx="20742">
                  <c:v>8.0225038393627077</c:v>
                </c:pt>
                <c:pt idx="20743">
                  <c:v>8.0230403646368007</c:v>
                </c:pt>
                <c:pt idx="20744">
                  <c:v>8.021766271095963</c:v>
                </c:pt>
                <c:pt idx="20745">
                  <c:v>8.0203381924198247</c:v>
                </c:pt>
                <c:pt idx="20746">
                  <c:v>8.020011169055147</c:v>
                </c:pt>
                <c:pt idx="20747">
                  <c:v>8.0208200221738597</c:v>
                </c:pt>
                <c:pt idx="20748">
                  <c:v>8.0229830411037657</c:v>
                </c:pt>
                <c:pt idx="20749">
                  <c:v>8.0242589414035237</c:v>
                </c:pt>
                <c:pt idx="20750">
                  <c:v>8.0243467334619965</c:v>
                </c:pt>
                <c:pt idx="20751">
                  <c:v>8.025662957335852</c:v>
                </c:pt>
                <c:pt idx="20752">
                  <c:v>8.0278649037079628</c:v>
                </c:pt>
                <c:pt idx="20753">
                  <c:v>8.0250567897178993</c:v>
                </c:pt>
                <c:pt idx="20754">
                  <c:v>8.0215010060362175</c:v>
                </c:pt>
                <c:pt idx="20755">
                  <c:v>8.0198238410052145</c:v>
                </c:pt>
                <c:pt idx="20756">
                  <c:v>8.0203776126144621</c:v>
                </c:pt>
                <c:pt idx="20757">
                  <c:v>8.0223593807744429</c:v>
                </c:pt>
                <c:pt idx="20758">
                  <c:v>8.0217594546873077</c:v>
                </c:pt>
                <c:pt idx="20759">
                  <c:v>8.0212820597051699</c:v>
                </c:pt>
                <c:pt idx="20760">
                  <c:v>8.0241002751201087</c:v>
                </c:pt>
                <c:pt idx="20761">
                  <c:v>8.0262729848478624</c:v>
                </c:pt>
                <c:pt idx="20762">
                  <c:v>8.0242943374532913</c:v>
                </c:pt>
                <c:pt idx="20763">
                  <c:v>8.0216829138093875</c:v>
                </c:pt>
                <c:pt idx="20764">
                  <c:v>8.0214329240750626</c:v>
                </c:pt>
                <c:pt idx="20765">
                  <c:v>8.0217146142159077</c:v>
                </c:pt>
                <c:pt idx="20766">
                  <c:v>8.0200299757730047</c:v>
                </c:pt>
                <c:pt idx="20767">
                  <c:v>8.0178263868927857</c:v>
                </c:pt>
                <c:pt idx="20768">
                  <c:v>8.0186786843510038</c:v>
                </c:pt>
                <c:pt idx="20769">
                  <c:v>8.0205733995811599</c:v>
                </c:pt>
                <c:pt idx="20770">
                  <c:v>8.0233126924814187</c:v>
                </c:pt>
                <c:pt idx="20771">
                  <c:v>8.0274445037572377</c:v>
                </c:pt>
                <c:pt idx="20772">
                  <c:v>8.0287374861413383</c:v>
                </c:pt>
                <c:pt idx="20773">
                  <c:v>8.0278754978852707</c:v>
                </c:pt>
                <c:pt idx="20774">
                  <c:v>8.0254558370631948</c:v>
                </c:pt>
                <c:pt idx="20775">
                  <c:v>8.02197577300538</c:v>
                </c:pt>
                <c:pt idx="20776">
                  <c:v>8.0209280992074898</c:v>
                </c:pt>
                <c:pt idx="20777">
                  <c:v>8.0210461955405901</c:v>
                </c:pt>
                <c:pt idx="20778">
                  <c:v>8.0207221286905099</c:v>
                </c:pt>
                <c:pt idx="20779">
                  <c:v>8.0213170451279101</c:v>
                </c:pt>
                <c:pt idx="20780">
                  <c:v>8.0213471851517273</c:v>
                </c:pt>
                <c:pt idx="20781">
                  <c:v>8.022361926662013</c:v>
                </c:pt>
                <c:pt idx="20782">
                  <c:v>8.0244794481172743</c:v>
                </c:pt>
                <c:pt idx="20783">
                  <c:v>8.0249805773416014</c:v>
                </c:pt>
                <c:pt idx="20784">
                  <c:v>8.025902927770705</c:v>
                </c:pt>
                <c:pt idx="20785">
                  <c:v>8.0258920872171799</c:v>
                </c:pt>
                <c:pt idx="20786">
                  <c:v>8.0244322260091163</c:v>
                </c:pt>
                <c:pt idx="20787">
                  <c:v>8.0240683283373713</c:v>
                </c:pt>
                <c:pt idx="20788">
                  <c:v>8.0250907896357742</c:v>
                </c:pt>
                <c:pt idx="20789">
                  <c:v>8.0241050383936265</c:v>
                </c:pt>
                <c:pt idx="20790">
                  <c:v>8.0243785159939236</c:v>
                </c:pt>
                <c:pt idx="20791">
                  <c:v>8.025959430049685</c:v>
                </c:pt>
                <c:pt idx="20792">
                  <c:v>8.0265283127335447</c:v>
                </c:pt>
                <c:pt idx="20793">
                  <c:v>8.0262765162402996</c:v>
                </c:pt>
                <c:pt idx="20794">
                  <c:v>8.0291297170779785</c:v>
                </c:pt>
                <c:pt idx="20795">
                  <c:v>8.0293271465527862</c:v>
                </c:pt>
                <c:pt idx="20796">
                  <c:v>8.0269139736377451</c:v>
                </c:pt>
                <c:pt idx="20797">
                  <c:v>8.0246757278364065</c:v>
                </c:pt>
                <c:pt idx="20798">
                  <c:v>8.0228543505933558</c:v>
                </c:pt>
                <c:pt idx="20799">
                  <c:v>8.0223895207982583</c:v>
                </c:pt>
                <c:pt idx="20800">
                  <c:v>8.0221299223914926</c:v>
                </c:pt>
                <c:pt idx="20801">
                  <c:v>8.0211020408163272</c:v>
                </c:pt>
                <c:pt idx="20802">
                  <c:v>8.020573563831972</c:v>
                </c:pt>
                <c:pt idx="20803">
                  <c:v>8.0197904159651792</c:v>
                </c:pt>
                <c:pt idx="20804">
                  <c:v>8.020513776536772</c:v>
                </c:pt>
                <c:pt idx="20805">
                  <c:v>8.0231576397158459</c:v>
                </c:pt>
                <c:pt idx="20806">
                  <c:v>8.0243657044306662</c:v>
                </c:pt>
                <c:pt idx="20807">
                  <c:v>8.026494394941075</c:v>
                </c:pt>
                <c:pt idx="20808">
                  <c:v>8.0243340861495511</c:v>
                </c:pt>
                <c:pt idx="20809">
                  <c:v>8.0198358313144169</c:v>
                </c:pt>
                <c:pt idx="20810">
                  <c:v>8.0195945468730745</c:v>
                </c:pt>
                <c:pt idx="20811">
                  <c:v>8.0191670841374787</c:v>
                </c:pt>
                <c:pt idx="20812">
                  <c:v>8.0180634829384463</c:v>
                </c:pt>
                <c:pt idx="20813">
                  <c:v>8.0200483718638367</c:v>
                </c:pt>
                <c:pt idx="20814">
                  <c:v>8.0239525315156239</c:v>
                </c:pt>
                <c:pt idx="20815">
                  <c:v>8.0262341395310646</c:v>
                </c:pt>
                <c:pt idx="20816">
                  <c:v>8.0248342298690094</c:v>
                </c:pt>
                <c:pt idx="20817">
                  <c:v>8.0224460230772383</c:v>
                </c:pt>
                <c:pt idx="20818">
                  <c:v>8.0206596312569296</c:v>
                </c:pt>
                <c:pt idx="20819">
                  <c:v>8.0206693220547773</c:v>
                </c:pt>
                <c:pt idx="20820">
                  <c:v>8.0227078388699535</c:v>
                </c:pt>
                <c:pt idx="20821">
                  <c:v>8.0244948055681018</c:v>
                </c:pt>
                <c:pt idx="20822">
                  <c:v>8.0256457110006973</c:v>
                </c:pt>
                <c:pt idx="20823">
                  <c:v>8.0270077608508199</c:v>
                </c:pt>
                <c:pt idx="20824">
                  <c:v>8.0274711945140229</c:v>
                </c:pt>
                <c:pt idx="20825">
                  <c:v>8.0247552252289243</c:v>
                </c:pt>
                <c:pt idx="20826">
                  <c:v>8.0221779657537056</c:v>
                </c:pt>
                <c:pt idx="20827">
                  <c:v>8.0230749394325134</c:v>
                </c:pt>
                <c:pt idx="20828">
                  <c:v>8.0242973760932941</c:v>
                </c:pt>
                <c:pt idx="20829">
                  <c:v>8.025031741469224</c:v>
                </c:pt>
                <c:pt idx="20830">
                  <c:v>8.0236800394201939</c:v>
                </c:pt>
                <c:pt idx="20831">
                  <c:v>8.0223463228349683</c:v>
                </c:pt>
                <c:pt idx="20832">
                  <c:v>8.0247980946905919</c:v>
                </c:pt>
                <c:pt idx="20833">
                  <c:v>8.0249978236767543</c:v>
                </c:pt>
                <c:pt idx="20834">
                  <c:v>8.0233028374327606</c:v>
                </c:pt>
                <c:pt idx="20835">
                  <c:v>8.0230367511189584</c:v>
                </c:pt>
                <c:pt idx="20836">
                  <c:v>8.0254047550609773</c:v>
                </c:pt>
                <c:pt idx="20837">
                  <c:v>8.0284059458793582</c:v>
                </c:pt>
                <c:pt idx="20838">
                  <c:v>8.0302301153861944</c:v>
                </c:pt>
                <c:pt idx="20839">
                  <c:v>8.0286455878125906</c:v>
                </c:pt>
                <c:pt idx="20840">
                  <c:v>8.0273977744015106</c:v>
                </c:pt>
                <c:pt idx="20841">
                  <c:v>8.0257927976019374</c:v>
                </c:pt>
                <c:pt idx="20842">
                  <c:v>8.0243459122079415</c:v>
                </c:pt>
                <c:pt idx="20843">
                  <c:v>8.0237309571716011</c:v>
                </c:pt>
                <c:pt idx="20844">
                  <c:v>8.0230808524617085</c:v>
                </c:pt>
                <c:pt idx="20845">
                  <c:v>8.022808031864658</c:v>
                </c:pt>
                <c:pt idx="20846">
                  <c:v>8.0227612203835257</c:v>
                </c:pt>
                <c:pt idx="20847">
                  <c:v>8.0212005913029198</c:v>
                </c:pt>
                <c:pt idx="20848">
                  <c:v>8.0211523836898948</c:v>
                </c:pt>
                <c:pt idx="20849">
                  <c:v>8.0235363199605789</c:v>
                </c:pt>
                <c:pt idx="20850">
                  <c:v>8.0268163265306125</c:v>
                </c:pt>
                <c:pt idx="20851">
                  <c:v>8.028468032685911</c:v>
                </c:pt>
                <c:pt idx="20852">
                  <c:v>8.0280748162444056</c:v>
                </c:pt>
                <c:pt idx="20853">
                  <c:v>8.0255048659302748</c:v>
                </c:pt>
                <c:pt idx="20854">
                  <c:v>8.0217126432061754</c:v>
                </c:pt>
                <c:pt idx="20855">
                  <c:v>8.0191890937461512</c:v>
                </c:pt>
                <c:pt idx="20856">
                  <c:v>8.0194063154436819</c:v>
                </c:pt>
                <c:pt idx="20857">
                  <c:v>8.0199237876237017</c:v>
                </c:pt>
                <c:pt idx="20858">
                  <c:v>8.0188920461544786</c:v>
                </c:pt>
                <c:pt idx="20859">
                  <c:v>8.0188628916355267</c:v>
                </c:pt>
                <c:pt idx="20860">
                  <c:v>8.0228916355274507</c:v>
                </c:pt>
                <c:pt idx="20861">
                  <c:v>8.0252660452510991</c:v>
                </c:pt>
                <c:pt idx="20862">
                  <c:v>8.0239944975978315</c:v>
                </c:pt>
                <c:pt idx="20863">
                  <c:v>8.0236491602677287</c:v>
                </c:pt>
                <c:pt idx="20864">
                  <c:v>8.0255721266373747</c:v>
                </c:pt>
                <c:pt idx="20865">
                  <c:v>8.0239949903502641</c:v>
                </c:pt>
                <c:pt idx="20866">
                  <c:v>8.0218622756949856</c:v>
                </c:pt>
                <c:pt idx="20867">
                  <c:v>8.0197996140105943</c:v>
                </c:pt>
                <c:pt idx="20868">
                  <c:v>8.0170236931794854</c:v>
                </c:pt>
                <c:pt idx="20869">
                  <c:v>8.0158336139284696</c:v>
                </c:pt>
                <c:pt idx="20870">
                  <c:v>8.0169688334086153</c:v>
                </c:pt>
                <c:pt idx="20871">
                  <c:v>8.0194160062415314</c:v>
                </c:pt>
                <c:pt idx="20872">
                  <c:v>8.0253351127171193</c:v>
                </c:pt>
                <c:pt idx="20873">
                  <c:v>8.0293407793700986</c:v>
                </c:pt>
                <c:pt idx="20874">
                  <c:v>8.0308906500225845</c:v>
                </c:pt>
                <c:pt idx="20875">
                  <c:v>8.0319635363199602</c:v>
                </c:pt>
                <c:pt idx="20876">
                  <c:v>8.0305095060156866</c:v>
                </c:pt>
                <c:pt idx="20877">
                  <c:v>8.0258725413706724</c:v>
                </c:pt>
                <c:pt idx="20878">
                  <c:v>8.0222334825278203</c:v>
                </c:pt>
                <c:pt idx="20879">
                  <c:v>8.0210600747341196</c:v>
                </c:pt>
                <c:pt idx="20880">
                  <c:v>8.0212796780684101</c:v>
                </c:pt>
                <c:pt idx="20881">
                  <c:v>8.0231399006282587</c:v>
                </c:pt>
                <c:pt idx="20882">
                  <c:v>8.0246518293434068</c:v>
                </c:pt>
                <c:pt idx="20883">
                  <c:v>8.0242403810618814</c:v>
                </c:pt>
                <c:pt idx="20884">
                  <c:v>8.0243738348458091</c:v>
                </c:pt>
                <c:pt idx="20885">
                  <c:v>8.0256450539974544</c:v>
                </c:pt>
                <c:pt idx="20886">
                  <c:v>8.0276646819693678</c:v>
                </c:pt>
                <c:pt idx="20887">
                  <c:v>8.0291444175255613</c:v>
                </c:pt>
                <c:pt idx="20888">
                  <c:v>8.0263574097647101</c:v>
                </c:pt>
                <c:pt idx="20889">
                  <c:v>8.0226777809715433</c:v>
                </c:pt>
                <c:pt idx="20890">
                  <c:v>8.0214380979756079</c:v>
                </c:pt>
                <c:pt idx="20891">
                  <c:v>8.0218182564776406</c:v>
                </c:pt>
                <c:pt idx="20892">
                  <c:v>8.0210831519730625</c:v>
                </c:pt>
                <c:pt idx="20893">
                  <c:v>8.0178938118506959</c:v>
                </c:pt>
                <c:pt idx="20894">
                  <c:v>8.016252535621895</c:v>
                </c:pt>
                <c:pt idx="20895">
                  <c:v>8.0157617541986621</c:v>
                </c:pt>
                <c:pt idx="20896">
                  <c:v>8.0155543054243825</c:v>
                </c:pt>
                <c:pt idx="20897">
                  <c:v>8.0161263909990552</c:v>
                </c:pt>
                <c:pt idx="20898">
                  <c:v>8.0166409066644775</c:v>
                </c:pt>
                <c:pt idx="20899">
                  <c:v>8.0169348334907404</c:v>
                </c:pt>
                <c:pt idx="20900">
                  <c:v>8.0178561162895736</c:v>
                </c:pt>
                <c:pt idx="20901">
                  <c:v>8.0187475054408086</c:v>
                </c:pt>
                <c:pt idx="20902">
                  <c:v>8.0190579394735764</c:v>
                </c:pt>
                <c:pt idx="20903">
                  <c:v>8.0202571346446021</c:v>
                </c:pt>
                <c:pt idx="20904">
                  <c:v>8.0224286946166803</c:v>
                </c:pt>
                <c:pt idx="20905">
                  <c:v>8.0228593602430909</c:v>
                </c:pt>
                <c:pt idx="20906">
                  <c:v>8.0198297540344097</c:v>
                </c:pt>
                <c:pt idx="20907">
                  <c:v>8.0198005173900544</c:v>
                </c:pt>
                <c:pt idx="20908">
                  <c:v>8.0210063647189251</c:v>
                </c:pt>
                <c:pt idx="20909">
                  <c:v>8.0225111485237957</c:v>
                </c:pt>
                <c:pt idx="20910">
                  <c:v>8.0262490863548646</c:v>
                </c:pt>
                <c:pt idx="20911">
                  <c:v>8.0292735186629987</c:v>
                </c:pt>
                <c:pt idx="20912">
                  <c:v>8.0286923992937211</c:v>
                </c:pt>
                <c:pt idx="20913">
                  <c:v>8.0260714491027798</c:v>
                </c:pt>
                <c:pt idx="20914">
                  <c:v>8.0245445735638317</c:v>
                </c:pt>
                <c:pt idx="20915">
                  <c:v>8.0263509218576772</c:v>
                </c:pt>
                <c:pt idx="20916">
                  <c:v>8.027094074651993</c:v>
                </c:pt>
                <c:pt idx="20917">
                  <c:v>8.0265779164784625</c:v>
                </c:pt>
                <c:pt idx="20918">
                  <c:v>8.0255917546092892</c:v>
                </c:pt>
                <c:pt idx="20919">
                  <c:v>8.0248968094279967</c:v>
                </c:pt>
                <c:pt idx="20920">
                  <c:v>8.025011784995689</c:v>
                </c:pt>
                <c:pt idx="20921">
                  <c:v>8.0258685172258044</c:v>
                </c:pt>
                <c:pt idx="20922">
                  <c:v>8.0234148564858536</c:v>
                </c:pt>
                <c:pt idx="20923">
                  <c:v>8.0235789430460311</c:v>
                </c:pt>
                <c:pt idx="20924">
                  <c:v>8.0255907691044222</c:v>
                </c:pt>
                <c:pt idx="20925">
                  <c:v>8.027924691003161</c:v>
                </c:pt>
                <c:pt idx="20926">
                  <c:v>8.0283401634295561</c:v>
                </c:pt>
                <c:pt idx="20927">
                  <c:v>8.0262752843592171</c:v>
                </c:pt>
                <c:pt idx="20928">
                  <c:v>8.024235864164579</c:v>
                </c:pt>
                <c:pt idx="20929">
                  <c:v>8.0228831766106854</c:v>
                </c:pt>
                <c:pt idx="20930">
                  <c:v>8.0254330883258742</c:v>
                </c:pt>
                <c:pt idx="20931">
                  <c:v>8.029369276885804</c:v>
                </c:pt>
                <c:pt idx="20932">
                  <c:v>8.0321695889623452</c:v>
                </c:pt>
                <c:pt idx="20933">
                  <c:v>8.0315939719952372</c:v>
                </c:pt>
                <c:pt idx="20934">
                  <c:v>8.0294940253767511</c:v>
                </c:pt>
                <c:pt idx="20935">
                  <c:v>8.0289524904529213</c:v>
                </c:pt>
                <c:pt idx="20936">
                  <c:v>8.0280771978811654</c:v>
                </c:pt>
                <c:pt idx="20937">
                  <c:v>8.0291171518909383</c:v>
                </c:pt>
                <c:pt idx="20938">
                  <c:v>8.0314096825853074</c:v>
                </c:pt>
                <c:pt idx="20939">
                  <c:v>8.0319406233318276</c:v>
                </c:pt>
                <c:pt idx="20940">
                  <c:v>8.0302042458834642</c:v>
                </c:pt>
                <c:pt idx="20941">
                  <c:v>8.0287003654580538</c:v>
                </c:pt>
                <c:pt idx="20942">
                  <c:v>8.0275805034287355</c:v>
                </c:pt>
                <c:pt idx="20943">
                  <c:v>8.0280491931178908</c:v>
                </c:pt>
                <c:pt idx="20944">
                  <c:v>8.028707263992116</c:v>
                </c:pt>
                <c:pt idx="20945">
                  <c:v>8.0284718925799687</c:v>
                </c:pt>
                <c:pt idx="20946">
                  <c:v>8.0261801831396546</c:v>
                </c:pt>
                <c:pt idx="20947">
                  <c:v>8.0249354904939842</c:v>
                </c:pt>
                <c:pt idx="20948">
                  <c:v>8.0227903749024758</c:v>
                </c:pt>
                <c:pt idx="20949">
                  <c:v>8.0216567979304401</c:v>
                </c:pt>
                <c:pt idx="20950">
                  <c:v>8.0214853200837677</c:v>
                </c:pt>
                <c:pt idx="20951">
                  <c:v>8.0224272163593806</c:v>
                </c:pt>
                <c:pt idx="20952">
                  <c:v>8.0236740442655936</c:v>
                </c:pt>
                <c:pt idx="20953">
                  <c:v>8.0241970188477811</c:v>
                </c:pt>
                <c:pt idx="20954">
                  <c:v>8.0243831150166312</c:v>
                </c:pt>
                <c:pt idx="20955">
                  <c:v>8.0239257586334336</c:v>
                </c:pt>
                <c:pt idx="20956">
                  <c:v>8.022481583377818</c:v>
                </c:pt>
                <c:pt idx="20957">
                  <c:v>8.0210434854022097</c:v>
                </c:pt>
                <c:pt idx="20958">
                  <c:v>8.02114170738718</c:v>
                </c:pt>
                <c:pt idx="20959">
                  <c:v>8.0232868229786884</c:v>
                </c:pt>
                <c:pt idx="20960">
                  <c:v>8.0240668500800716</c:v>
                </c:pt>
                <c:pt idx="20961">
                  <c:v>8.0206170902968825</c:v>
                </c:pt>
                <c:pt idx="20962">
                  <c:v>8.019345049891184</c:v>
                </c:pt>
                <c:pt idx="20963">
                  <c:v>8.0198633433252571</c:v>
                </c:pt>
                <c:pt idx="20964">
                  <c:v>8.0231663450088284</c:v>
                </c:pt>
                <c:pt idx="20965">
                  <c:v>8.0267893893976101</c:v>
                </c:pt>
                <c:pt idx="20966">
                  <c:v>8.0274444216318326</c:v>
                </c:pt>
                <c:pt idx="20967">
                  <c:v>8.02673617213485</c:v>
                </c:pt>
                <c:pt idx="20968">
                  <c:v>8.0237160103478011</c:v>
                </c:pt>
                <c:pt idx="20969">
                  <c:v>8.0229499445653509</c:v>
                </c:pt>
                <c:pt idx="20970">
                  <c:v>8.0247953845522115</c:v>
                </c:pt>
                <c:pt idx="20971">
                  <c:v>8.0279163142118009</c:v>
                </c:pt>
                <c:pt idx="20972">
                  <c:v>8.0294403153615566</c:v>
                </c:pt>
                <c:pt idx="20973">
                  <c:v>8.0257641358354199</c:v>
                </c:pt>
                <c:pt idx="20974">
                  <c:v>8.0221139900628256</c:v>
                </c:pt>
                <c:pt idx="20975">
                  <c:v>8.0231587073461181</c:v>
                </c:pt>
                <c:pt idx="20976">
                  <c:v>8.0250120313719044</c:v>
                </c:pt>
                <c:pt idx="20977">
                  <c:v>8.0266552786104377</c:v>
                </c:pt>
                <c:pt idx="20978">
                  <c:v>8.026026855007597</c:v>
                </c:pt>
                <c:pt idx="20979">
                  <c:v>8.0245375107789592</c:v>
                </c:pt>
                <c:pt idx="20980">
                  <c:v>8.0245470373259966</c:v>
                </c:pt>
                <c:pt idx="20981">
                  <c:v>8.0249545435880592</c:v>
                </c:pt>
                <c:pt idx="20982">
                  <c:v>8.0246688293023443</c:v>
                </c:pt>
                <c:pt idx="20983">
                  <c:v>8.0258366525684721</c:v>
                </c:pt>
                <c:pt idx="20984">
                  <c:v>8.0258759906377044</c:v>
                </c:pt>
                <c:pt idx="20985">
                  <c:v>8.024058226912496</c:v>
                </c:pt>
                <c:pt idx="20986">
                  <c:v>8.0230778138217058</c:v>
                </c:pt>
                <c:pt idx="20987">
                  <c:v>8.0229049398431407</c:v>
                </c:pt>
                <c:pt idx="20988">
                  <c:v>8.0221842072845231</c:v>
                </c:pt>
                <c:pt idx="20989">
                  <c:v>8.0223146224284481</c:v>
                </c:pt>
                <c:pt idx="20990">
                  <c:v>8.0234436003777763</c:v>
                </c:pt>
                <c:pt idx="20991">
                  <c:v>8.020920707920995</c:v>
                </c:pt>
                <c:pt idx="20992">
                  <c:v>8.0189194760399136</c:v>
                </c:pt>
                <c:pt idx="20993">
                  <c:v>8.0184240134685663</c:v>
                </c:pt>
                <c:pt idx="20994">
                  <c:v>8.0195152958567739</c:v>
                </c:pt>
                <c:pt idx="20995">
                  <c:v>8.0231095963536312</c:v>
                </c:pt>
                <c:pt idx="20996">
                  <c:v>8.0246501047098917</c:v>
                </c:pt>
                <c:pt idx="20997">
                  <c:v>8.0265054818708172</c:v>
                </c:pt>
                <c:pt idx="20998">
                  <c:v>8.0253811029441966</c:v>
                </c:pt>
                <c:pt idx="20999">
                  <c:v>8.0233583542068736</c:v>
                </c:pt>
                <c:pt idx="21000">
                  <c:v>8.022433375764793</c:v>
                </c:pt>
                <c:pt idx="21001">
                  <c:v>8.0226680080482904</c:v>
                </c:pt>
                <c:pt idx="21002">
                  <c:v>8.0232502771732435</c:v>
                </c:pt>
                <c:pt idx="21003">
                  <c:v>8.02148893360161</c:v>
                </c:pt>
                <c:pt idx="21004">
                  <c:v>8.0205010470989198</c:v>
                </c:pt>
                <c:pt idx="21005">
                  <c:v>8.0217917299716675</c:v>
                </c:pt>
                <c:pt idx="21006">
                  <c:v>8.0230579394735759</c:v>
                </c:pt>
                <c:pt idx="21007">
                  <c:v>8.0244509506015689</c:v>
                </c:pt>
                <c:pt idx="21008">
                  <c:v>8.0251814560834394</c:v>
                </c:pt>
                <c:pt idx="21009">
                  <c:v>8.0248396501457719</c:v>
                </c:pt>
                <c:pt idx="21010">
                  <c:v>8.0251385044963666</c:v>
                </c:pt>
                <c:pt idx="21011">
                  <c:v>8.0228636307641761</c:v>
                </c:pt>
                <c:pt idx="21012">
                  <c:v>8.0240012318810816</c:v>
                </c:pt>
                <c:pt idx="21013">
                  <c:v>8.0284927524329657</c:v>
                </c:pt>
                <c:pt idx="21014">
                  <c:v>8.0288442491684808</c:v>
                </c:pt>
                <c:pt idx="21015">
                  <c:v>8.0248168192830445</c:v>
                </c:pt>
                <c:pt idx="21016">
                  <c:v>8.021897671744755</c:v>
                </c:pt>
                <c:pt idx="21017">
                  <c:v>8.0222625549213653</c:v>
                </c:pt>
                <c:pt idx="21018">
                  <c:v>8.0198503675111894</c:v>
                </c:pt>
                <c:pt idx="21019">
                  <c:v>8.0172085574672529</c:v>
                </c:pt>
                <c:pt idx="21020">
                  <c:v>8.0183270233646784</c:v>
                </c:pt>
                <c:pt idx="21021">
                  <c:v>8.0203463228349694</c:v>
                </c:pt>
                <c:pt idx="21022">
                  <c:v>8.0211841662218202</c:v>
                </c:pt>
                <c:pt idx="21023">
                  <c:v>8.0222376709235004</c:v>
                </c:pt>
                <c:pt idx="21024">
                  <c:v>8.0221075021557926</c:v>
                </c:pt>
                <c:pt idx="21025">
                  <c:v>8.0201614585472019</c:v>
                </c:pt>
                <c:pt idx="21026">
                  <c:v>8.018859852995524</c:v>
                </c:pt>
                <c:pt idx="21027">
                  <c:v>8.020463105161582</c:v>
                </c:pt>
                <c:pt idx="21028">
                  <c:v>8.0202928591959921</c:v>
                </c:pt>
                <c:pt idx="21029">
                  <c:v>8.0204994045908098</c:v>
                </c:pt>
                <c:pt idx="21030">
                  <c:v>8.0208930316593445</c:v>
                </c:pt>
                <c:pt idx="21031">
                  <c:v>8.0208338192419824</c:v>
                </c:pt>
                <c:pt idx="21032">
                  <c:v>8.0204220424588346</c:v>
                </c:pt>
                <c:pt idx="21033">
                  <c:v>8.0179186137231557</c:v>
                </c:pt>
                <c:pt idx="21034">
                  <c:v>8.0169856691167407</c:v>
                </c:pt>
                <c:pt idx="21035">
                  <c:v>8.0184247525972161</c:v>
                </c:pt>
                <c:pt idx="21036">
                  <c:v>8.019760440192174</c:v>
                </c:pt>
                <c:pt idx="21037">
                  <c:v>8.0210649201330426</c:v>
                </c:pt>
                <c:pt idx="21038">
                  <c:v>8.0201217098509421</c:v>
                </c:pt>
                <c:pt idx="21039">
                  <c:v>8.017388740606906</c:v>
                </c:pt>
                <c:pt idx="21040">
                  <c:v>8.0170126062497431</c:v>
                </c:pt>
                <c:pt idx="21041">
                  <c:v>8.0173061224489803</c:v>
                </c:pt>
                <c:pt idx="21042">
                  <c:v>8.019368291380939</c:v>
                </c:pt>
                <c:pt idx="21043">
                  <c:v>8.021298731162485</c:v>
                </c:pt>
                <c:pt idx="21044">
                  <c:v>8.0229305629696555</c:v>
                </c:pt>
                <c:pt idx="21045">
                  <c:v>8.0252119246088771</c:v>
                </c:pt>
                <c:pt idx="21046">
                  <c:v>8.0293732189052687</c:v>
                </c:pt>
                <c:pt idx="21047">
                  <c:v>8.0297589619348742</c:v>
                </c:pt>
                <c:pt idx="21048">
                  <c:v>8.0278576766722782</c:v>
                </c:pt>
                <c:pt idx="21049">
                  <c:v>8.0257396624645843</c:v>
                </c:pt>
                <c:pt idx="21050">
                  <c:v>8.0234955857594539</c:v>
                </c:pt>
                <c:pt idx="21051">
                  <c:v>8.0222991007268103</c:v>
                </c:pt>
                <c:pt idx="21052">
                  <c:v>8.0210824128444127</c:v>
                </c:pt>
                <c:pt idx="21053">
                  <c:v>8.0205909744179369</c:v>
                </c:pt>
                <c:pt idx="21054">
                  <c:v>8.019842647723074</c:v>
                </c:pt>
                <c:pt idx="21055">
                  <c:v>8.020360941157147</c:v>
                </c:pt>
                <c:pt idx="21056">
                  <c:v>8.0224968587032404</c:v>
                </c:pt>
                <c:pt idx="21057">
                  <c:v>8.0238480679998361</c:v>
                </c:pt>
                <c:pt idx="21058">
                  <c:v>8.0230057077156811</c:v>
                </c:pt>
                <c:pt idx="21059">
                  <c:v>8.0252888761138266</c:v>
                </c:pt>
                <c:pt idx="21060">
                  <c:v>8.0262731490986745</c:v>
                </c:pt>
                <c:pt idx="21061">
                  <c:v>8.0259166427134225</c:v>
                </c:pt>
                <c:pt idx="21062">
                  <c:v>8.0253903009896117</c:v>
                </c:pt>
                <c:pt idx="21063">
                  <c:v>8.0255550445530321</c:v>
                </c:pt>
                <c:pt idx="21064">
                  <c:v>8.0239627971913112</c:v>
                </c:pt>
                <c:pt idx="21065">
                  <c:v>8.0240086231675765</c:v>
                </c:pt>
                <c:pt idx="21066">
                  <c:v>8.0250787993265718</c:v>
                </c:pt>
                <c:pt idx="21067">
                  <c:v>8.0263307190079249</c:v>
                </c:pt>
                <c:pt idx="21068">
                  <c:v>8.0265933560546951</c:v>
                </c:pt>
                <c:pt idx="21069">
                  <c:v>8.0265109021475798</c:v>
                </c:pt>
                <c:pt idx="21070">
                  <c:v>8.0244197429474813</c:v>
                </c:pt>
                <c:pt idx="21071">
                  <c:v>8.0242116371699588</c:v>
                </c:pt>
                <c:pt idx="21072">
                  <c:v>8.0226914137888556</c:v>
                </c:pt>
                <c:pt idx="21073">
                  <c:v>8.0215897014741504</c:v>
                </c:pt>
                <c:pt idx="21074">
                  <c:v>8.0238341066809014</c:v>
                </c:pt>
                <c:pt idx="21075">
                  <c:v>8.0253229581571066</c:v>
                </c:pt>
                <c:pt idx="21076">
                  <c:v>8.026343366320372</c:v>
                </c:pt>
                <c:pt idx="21077">
                  <c:v>8.0250484129265391</c:v>
                </c:pt>
                <c:pt idx="21078">
                  <c:v>8.0224029893647604</c:v>
                </c:pt>
                <c:pt idx="21079">
                  <c:v>8.0196243583952693</c:v>
                </c:pt>
                <c:pt idx="21080">
                  <c:v>8.0204350182729023</c:v>
                </c:pt>
                <c:pt idx="21081">
                  <c:v>8.0208518047057851</c:v>
                </c:pt>
                <c:pt idx="21082">
                  <c:v>8.0222546708824378</c:v>
                </c:pt>
                <c:pt idx="21083">
                  <c:v>8.0210020120724348</c:v>
                </c:pt>
                <c:pt idx="21084">
                  <c:v>8.0186662012893688</c:v>
                </c:pt>
                <c:pt idx="21085">
                  <c:v>8.0191271711904086</c:v>
                </c:pt>
                <c:pt idx="21086">
                  <c:v>8.0201948835872372</c:v>
                </c:pt>
                <c:pt idx="21087">
                  <c:v>8.0208831766106847</c:v>
                </c:pt>
                <c:pt idx="21088">
                  <c:v>8.0227576889910885</c:v>
                </c:pt>
                <c:pt idx="21089">
                  <c:v>8.0257096866915774</c:v>
                </c:pt>
                <c:pt idx="21090">
                  <c:v>8.0294487742783236</c:v>
                </c:pt>
                <c:pt idx="21091">
                  <c:v>8.030964152260502</c:v>
                </c:pt>
                <c:pt idx="21092">
                  <c:v>8.0274735761507827</c:v>
                </c:pt>
                <c:pt idx="21093">
                  <c:v>8.0214989529010801</c:v>
                </c:pt>
                <c:pt idx="21094">
                  <c:v>8.0184623660329315</c:v>
                </c:pt>
                <c:pt idx="21095">
                  <c:v>8.0201267195006771</c:v>
                </c:pt>
                <c:pt idx="21096">
                  <c:v>8.0228738964398634</c:v>
                </c:pt>
                <c:pt idx="21097">
                  <c:v>8.0206280951012197</c:v>
                </c:pt>
                <c:pt idx="21098">
                  <c:v>8.0208228965630521</c:v>
                </c:pt>
                <c:pt idx="21099">
                  <c:v>8.0251688908963992</c:v>
                </c:pt>
                <c:pt idx="21100">
                  <c:v>8.0275392764751778</c:v>
                </c:pt>
                <c:pt idx="21101">
                  <c:v>8.0276430008623176</c:v>
                </c:pt>
                <c:pt idx="21102">
                  <c:v>8.0268610027512004</c:v>
                </c:pt>
                <c:pt idx="21103">
                  <c:v>8.0242439945797237</c:v>
                </c:pt>
                <c:pt idx="21104">
                  <c:v>8.0255231798956999</c:v>
                </c:pt>
                <c:pt idx="21105">
                  <c:v>8.02633991705334</c:v>
                </c:pt>
                <c:pt idx="21106">
                  <c:v>8.0254215907691044</c:v>
                </c:pt>
                <c:pt idx="21107">
                  <c:v>8.0258398554592869</c:v>
                </c:pt>
                <c:pt idx="21108">
                  <c:v>8.0266894427791229</c:v>
                </c:pt>
                <c:pt idx="21109">
                  <c:v>8.0283042746273559</c:v>
                </c:pt>
                <c:pt idx="21110">
                  <c:v>8.025715271219152</c:v>
                </c:pt>
                <c:pt idx="21111">
                  <c:v>8.0247481624440518</c:v>
                </c:pt>
                <c:pt idx="21112">
                  <c:v>8.0270773210692727</c:v>
                </c:pt>
                <c:pt idx="21113">
                  <c:v>8.0254367018437147</c:v>
                </c:pt>
                <c:pt idx="21114">
                  <c:v>8.0237105900710386</c:v>
                </c:pt>
                <c:pt idx="21115">
                  <c:v>8.0241094731655238</c:v>
                </c:pt>
                <c:pt idx="21116">
                  <c:v>8.0247127663942841</c:v>
                </c:pt>
                <c:pt idx="21117">
                  <c:v>8.0243376996673916</c:v>
                </c:pt>
                <c:pt idx="21118">
                  <c:v>8.0214594505810375</c:v>
                </c:pt>
                <c:pt idx="21119">
                  <c:v>8.0192873157311215</c:v>
                </c:pt>
                <c:pt idx="21120">
                  <c:v>8.0194517307929214</c:v>
                </c:pt>
                <c:pt idx="21121">
                  <c:v>8.0224611341518504</c:v>
                </c:pt>
                <c:pt idx="21122">
                  <c:v>8.0225996797109183</c:v>
                </c:pt>
                <c:pt idx="21123">
                  <c:v>8.0186278487250036</c:v>
                </c:pt>
                <c:pt idx="21124">
                  <c:v>8.0182418593191809</c:v>
                </c:pt>
                <c:pt idx="21125">
                  <c:v>8.0200275120108397</c:v>
                </c:pt>
                <c:pt idx="21126">
                  <c:v>8.0210316593438176</c:v>
                </c:pt>
                <c:pt idx="21127">
                  <c:v>8.0204774771075424</c:v>
                </c:pt>
                <c:pt idx="21128">
                  <c:v>8.0183064098878987</c:v>
                </c:pt>
                <c:pt idx="21129">
                  <c:v>8.0203881246663649</c:v>
                </c:pt>
                <c:pt idx="21130">
                  <c:v>8.0239747053751085</c:v>
                </c:pt>
                <c:pt idx="21131">
                  <c:v>8.0277803145403031</c:v>
                </c:pt>
                <c:pt idx="21132">
                  <c:v>8.0305876072763116</c:v>
                </c:pt>
                <c:pt idx="21133">
                  <c:v>8.0292435428899935</c:v>
                </c:pt>
                <c:pt idx="21134">
                  <c:v>8.0243002504824865</c:v>
                </c:pt>
                <c:pt idx="21135">
                  <c:v>8.0213327310803599</c:v>
                </c:pt>
                <c:pt idx="21136">
                  <c:v>8.0232120888596885</c:v>
                </c:pt>
                <c:pt idx="21137">
                  <c:v>8.0275226050178627</c:v>
                </c:pt>
                <c:pt idx="21138">
                  <c:v>8.0284449554469681</c:v>
                </c:pt>
                <c:pt idx="21139">
                  <c:v>8.0270632776249329</c:v>
                </c:pt>
                <c:pt idx="21140">
                  <c:v>8.0267838869954424</c:v>
                </c:pt>
                <c:pt idx="21141">
                  <c:v>8.0269251426928925</c:v>
                </c:pt>
                <c:pt idx="21142">
                  <c:v>8.0271840840964153</c:v>
                </c:pt>
                <c:pt idx="21143">
                  <c:v>8.0278836283004154</c:v>
                </c:pt>
                <c:pt idx="21144">
                  <c:v>8.0292527409354086</c:v>
                </c:pt>
                <c:pt idx="21145">
                  <c:v>8.0292491274175664</c:v>
                </c:pt>
                <c:pt idx="21146">
                  <c:v>8.026927113702623</c:v>
                </c:pt>
                <c:pt idx="21147">
                  <c:v>8.0236324888104136</c:v>
                </c:pt>
                <c:pt idx="21148">
                  <c:v>8.0217806430419252</c:v>
                </c:pt>
                <c:pt idx="21149">
                  <c:v>8.0231582145936837</c:v>
                </c:pt>
                <c:pt idx="21150">
                  <c:v>8.0244098057734163</c:v>
                </c:pt>
                <c:pt idx="21151">
                  <c:v>8.0237882807046361</c:v>
                </c:pt>
                <c:pt idx="21152">
                  <c:v>8.0219227199934302</c:v>
                </c:pt>
                <c:pt idx="21153">
                  <c:v>8.0222466225926983</c:v>
                </c:pt>
                <c:pt idx="21154">
                  <c:v>8.0238749230074315</c:v>
                </c:pt>
                <c:pt idx="21155">
                  <c:v>8.0260428694616675</c:v>
                </c:pt>
                <c:pt idx="21156">
                  <c:v>8.0275717981357531</c:v>
                </c:pt>
                <c:pt idx="21157">
                  <c:v>8.0291165770130988</c:v>
                </c:pt>
                <c:pt idx="21158">
                  <c:v>8.0309727754280793</c:v>
                </c:pt>
                <c:pt idx="21159">
                  <c:v>8.0276543341682753</c:v>
                </c:pt>
                <c:pt idx="21160">
                  <c:v>8.0229679300291536</c:v>
                </c:pt>
                <c:pt idx="21161">
                  <c:v>8.0197027060321115</c:v>
                </c:pt>
                <c:pt idx="21162">
                  <c:v>8.0178047879111407</c:v>
                </c:pt>
                <c:pt idx="21163">
                  <c:v>8.0188682297868841</c:v>
                </c:pt>
                <c:pt idx="21164">
                  <c:v>8.0211994415472425</c:v>
                </c:pt>
                <c:pt idx="21165">
                  <c:v>8.0222089270315777</c:v>
                </c:pt>
                <c:pt idx="21166">
                  <c:v>8.0194026198004345</c:v>
                </c:pt>
                <c:pt idx="21167">
                  <c:v>8.0181931589537232</c:v>
                </c:pt>
                <c:pt idx="21168">
                  <c:v>8.017556687061143</c:v>
                </c:pt>
                <c:pt idx="21169">
                  <c:v>8.0170738718022427</c:v>
                </c:pt>
                <c:pt idx="21170">
                  <c:v>8.0190357656140936</c:v>
                </c:pt>
                <c:pt idx="21171">
                  <c:v>8.0195713053833195</c:v>
                </c:pt>
                <c:pt idx="21172">
                  <c:v>8.0162706032111029</c:v>
                </c:pt>
                <c:pt idx="21173">
                  <c:v>8.0146280129758143</c:v>
                </c:pt>
                <c:pt idx="21174">
                  <c:v>8.0145066316264941</c:v>
                </c:pt>
                <c:pt idx="21175">
                  <c:v>8.0167064427380605</c:v>
                </c:pt>
                <c:pt idx="21176">
                  <c:v>8.0204455303248068</c:v>
                </c:pt>
                <c:pt idx="21177">
                  <c:v>8.0249314663491145</c:v>
                </c:pt>
                <c:pt idx="21178">
                  <c:v>8.0269348334907402</c:v>
                </c:pt>
                <c:pt idx="21179">
                  <c:v>8.0284330472631709</c:v>
                </c:pt>
                <c:pt idx="21180">
                  <c:v>8.0255018272902721</c:v>
                </c:pt>
                <c:pt idx="21181">
                  <c:v>8.0214143637334203</c:v>
                </c:pt>
                <c:pt idx="21182">
                  <c:v>8.0197877879522022</c:v>
                </c:pt>
                <c:pt idx="21183">
                  <c:v>8.0194004845398918</c:v>
                </c:pt>
                <c:pt idx="21184">
                  <c:v>8.0210811809633302</c:v>
                </c:pt>
                <c:pt idx="21185">
                  <c:v>8.0253802816901416</c:v>
                </c:pt>
                <c:pt idx="21186">
                  <c:v>8.0258342709317123</c:v>
                </c:pt>
                <c:pt idx="21187">
                  <c:v>8.0239722416129435</c:v>
                </c:pt>
                <c:pt idx="21188">
                  <c:v>8.0230001231881083</c:v>
                </c:pt>
                <c:pt idx="21189">
                  <c:v>8.0254426969983168</c:v>
                </c:pt>
                <c:pt idx="21190">
                  <c:v>8.0285078635075759</c:v>
                </c:pt>
                <c:pt idx="21191">
                  <c:v>8.028798669568431</c:v>
                </c:pt>
                <c:pt idx="21192">
                  <c:v>8.0262715065905645</c:v>
                </c:pt>
                <c:pt idx="21193">
                  <c:v>8.0232609534759582</c:v>
                </c:pt>
                <c:pt idx="21194">
                  <c:v>8.0244588346404964</c:v>
                </c:pt>
                <c:pt idx="21195">
                  <c:v>8.0245895782860419</c:v>
                </c:pt>
                <c:pt idx="21196">
                  <c:v>8.0220890239395555</c:v>
                </c:pt>
                <c:pt idx="21197">
                  <c:v>8.0238901162074487</c:v>
                </c:pt>
                <c:pt idx="21198">
                  <c:v>8.024725988584569</c:v>
                </c:pt>
                <c:pt idx="21199">
                  <c:v>8.0197561696710871</c:v>
                </c:pt>
                <c:pt idx="21200">
                  <c:v>8.0201004393709194</c:v>
                </c:pt>
                <c:pt idx="21201">
                  <c:v>8.0211163306368825</c:v>
                </c:pt>
                <c:pt idx="21202">
                  <c:v>8.0204962838254019</c:v>
                </c:pt>
                <c:pt idx="21203">
                  <c:v>8.0225511435962709</c:v>
                </c:pt>
                <c:pt idx="21204">
                  <c:v>8.027251098427298</c:v>
                </c:pt>
                <c:pt idx="21205">
                  <c:v>8.0305018683529745</c:v>
                </c:pt>
                <c:pt idx="21206">
                  <c:v>8.0321532460066525</c:v>
                </c:pt>
                <c:pt idx="21207">
                  <c:v>8.0338664640906661</c:v>
                </c:pt>
                <c:pt idx="21208">
                  <c:v>8.0318435511025328</c:v>
                </c:pt>
                <c:pt idx="21209">
                  <c:v>8.0300498501211344</c:v>
                </c:pt>
                <c:pt idx="21210">
                  <c:v>8.0300062415308169</c:v>
                </c:pt>
                <c:pt idx="21211">
                  <c:v>8.0265853077649574</c:v>
                </c:pt>
                <c:pt idx="21212">
                  <c:v>8.0219122079415275</c:v>
                </c:pt>
                <c:pt idx="21213">
                  <c:v>8.0232663737527208</c:v>
                </c:pt>
                <c:pt idx="21214">
                  <c:v>8.0260838500390097</c:v>
                </c:pt>
                <c:pt idx="21215">
                  <c:v>8.0246682544245065</c:v>
                </c:pt>
                <c:pt idx="21216">
                  <c:v>8.0223916560588027</c:v>
                </c:pt>
                <c:pt idx="21217">
                  <c:v>8.023892908471236</c:v>
                </c:pt>
                <c:pt idx="21218">
                  <c:v>8.0266363076417697</c:v>
                </c:pt>
                <c:pt idx="21219">
                  <c:v>8.0262894099289621</c:v>
                </c:pt>
                <c:pt idx="21220">
                  <c:v>8.0248969736788069</c:v>
                </c:pt>
                <c:pt idx="21221">
                  <c:v>8.0226868968915532</c:v>
                </c:pt>
                <c:pt idx="21222">
                  <c:v>8.0229106886215256</c:v>
                </c:pt>
                <c:pt idx="21223">
                  <c:v>8.0244149796739617</c:v>
                </c:pt>
                <c:pt idx="21224">
                  <c:v>8.0264027429885427</c:v>
                </c:pt>
                <c:pt idx="21225">
                  <c:v>8.0244401100480438</c:v>
                </c:pt>
                <c:pt idx="21226">
                  <c:v>8.0198059376668169</c:v>
                </c:pt>
                <c:pt idx="21227">
                  <c:v>8.0174728370221331</c:v>
                </c:pt>
                <c:pt idx="21228">
                  <c:v>8.017531638812466</c:v>
                </c:pt>
                <c:pt idx="21229">
                  <c:v>8.0188144376462862</c:v>
                </c:pt>
                <c:pt idx="21230">
                  <c:v>8.0203482938447017</c:v>
                </c:pt>
                <c:pt idx="21231">
                  <c:v>8.0226021434730832</c:v>
                </c:pt>
                <c:pt idx="21232">
                  <c:v>8.023041350141666</c:v>
                </c:pt>
                <c:pt idx="21233">
                  <c:v>8.0203643082987721</c:v>
                </c:pt>
                <c:pt idx="21234">
                  <c:v>8.0226662012893684</c:v>
                </c:pt>
                <c:pt idx="21235">
                  <c:v>8.0252745862932695</c:v>
                </c:pt>
                <c:pt idx="21236">
                  <c:v>8.0262451443353999</c:v>
                </c:pt>
                <c:pt idx="21237">
                  <c:v>8.022639428407178</c:v>
                </c:pt>
                <c:pt idx="21238">
                  <c:v>8.0197505030181091</c:v>
                </c:pt>
                <c:pt idx="21239">
                  <c:v>8.0198883094485272</c:v>
                </c:pt>
                <c:pt idx="21240">
                  <c:v>8.0210946495298323</c:v>
                </c:pt>
                <c:pt idx="21241">
                  <c:v>8.020744713177022</c:v>
                </c:pt>
                <c:pt idx="21242">
                  <c:v>8.0192056830780594</c:v>
                </c:pt>
                <c:pt idx="21243">
                  <c:v>8.0191434320206962</c:v>
                </c:pt>
                <c:pt idx="21244">
                  <c:v>8.0200950190941569</c:v>
                </c:pt>
                <c:pt idx="21245">
                  <c:v>8.0178583336755231</c:v>
                </c:pt>
                <c:pt idx="21246">
                  <c:v>8.0157494353878374</c:v>
                </c:pt>
                <c:pt idx="21247">
                  <c:v>8.0204586703896847</c:v>
                </c:pt>
                <c:pt idx="21248">
                  <c:v>8.0267465199359425</c:v>
                </c:pt>
                <c:pt idx="21249">
                  <c:v>8.0291924608877761</c:v>
                </c:pt>
                <c:pt idx="21250">
                  <c:v>8.0287652445283957</c:v>
                </c:pt>
                <c:pt idx="21251">
                  <c:v>8.030443312938857</c:v>
                </c:pt>
                <c:pt idx="21252">
                  <c:v>8.0311687266455873</c:v>
                </c:pt>
                <c:pt idx="21253">
                  <c:v>8.0302507288629741</c:v>
                </c:pt>
                <c:pt idx="21254">
                  <c:v>8.0275570155627651</c:v>
                </c:pt>
                <c:pt idx="21255">
                  <c:v>8.0254224120231594</c:v>
                </c:pt>
                <c:pt idx="21256">
                  <c:v>8.0236512955282713</c:v>
                </c:pt>
                <c:pt idx="21257">
                  <c:v>8.0200100192994697</c:v>
                </c:pt>
                <c:pt idx="21258">
                  <c:v>8.0182112265429311</c:v>
                </c:pt>
                <c:pt idx="21259">
                  <c:v>8.0175510204081633</c:v>
                </c:pt>
                <c:pt idx="21260">
                  <c:v>8.0177565802981157</c:v>
                </c:pt>
                <c:pt idx="21261">
                  <c:v>8.0200096907978491</c:v>
                </c:pt>
                <c:pt idx="21262">
                  <c:v>8.0203950232004271</c:v>
                </c:pt>
                <c:pt idx="21263">
                  <c:v>8.0214308709399251</c:v>
                </c:pt>
                <c:pt idx="21264">
                  <c:v>8.0244903707962063</c:v>
                </c:pt>
                <c:pt idx="21265">
                  <c:v>8.0253740401593241</c:v>
                </c:pt>
                <c:pt idx="21266">
                  <c:v>8.0239695314745614</c:v>
                </c:pt>
                <c:pt idx="21267">
                  <c:v>8.0226786843510034</c:v>
                </c:pt>
                <c:pt idx="21268">
                  <c:v>8.0226328583747382</c:v>
                </c:pt>
                <c:pt idx="21269">
                  <c:v>8.0225700324395355</c:v>
                </c:pt>
                <c:pt idx="21270">
                  <c:v>8.0231060649611958</c:v>
                </c:pt>
                <c:pt idx="21271">
                  <c:v>8.0218490535047025</c:v>
                </c:pt>
                <c:pt idx="21272">
                  <c:v>8.0195182523713715</c:v>
                </c:pt>
                <c:pt idx="21273">
                  <c:v>8.0218364061922554</c:v>
                </c:pt>
                <c:pt idx="21274">
                  <c:v>8.0242784051246261</c:v>
                </c:pt>
                <c:pt idx="21275">
                  <c:v>8.0266438631790749</c:v>
                </c:pt>
                <c:pt idx="21276">
                  <c:v>8.0288449061717237</c:v>
                </c:pt>
                <c:pt idx="21277">
                  <c:v>8.0284520182318406</c:v>
                </c:pt>
                <c:pt idx="21278">
                  <c:v>8.0256135178417445</c:v>
                </c:pt>
                <c:pt idx="21279">
                  <c:v>8.0238587443025509</c:v>
                </c:pt>
                <c:pt idx="21280">
                  <c:v>8.0223891101712308</c:v>
                </c:pt>
                <c:pt idx="21281">
                  <c:v>8.0214352235864173</c:v>
                </c:pt>
                <c:pt idx="21282">
                  <c:v>8.0246285878536519</c:v>
                </c:pt>
                <c:pt idx="21283">
                  <c:v>8.0266642302796374</c:v>
                </c:pt>
                <c:pt idx="21284">
                  <c:v>8.0256635322136898</c:v>
                </c:pt>
                <c:pt idx="21285">
                  <c:v>8.0240578162854685</c:v>
                </c:pt>
                <c:pt idx="21286">
                  <c:v>8.022025623126515</c:v>
                </c:pt>
                <c:pt idx="21287">
                  <c:v>8.0212408327516123</c:v>
                </c:pt>
                <c:pt idx="21288">
                  <c:v>8.0237719377489434</c:v>
                </c:pt>
                <c:pt idx="21289">
                  <c:v>8.0245804623660337</c:v>
                </c:pt>
                <c:pt idx="21290">
                  <c:v>8.0217346528148479</c:v>
                </c:pt>
                <c:pt idx="21291">
                  <c:v>8.0193928468771816</c:v>
                </c:pt>
                <c:pt idx="21292">
                  <c:v>8.0171412146347478</c:v>
                </c:pt>
                <c:pt idx="21293">
                  <c:v>8.0160612655524979</c:v>
                </c:pt>
                <c:pt idx="21294">
                  <c:v>8.0195779575411645</c:v>
                </c:pt>
                <c:pt idx="21295">
                  <c:v>8.0228587853652531</c:v>
                </c:pt>
                <c:pt idx="21296">
                  <c:v>8.0228743070668909</c:v>
                </c:pt>
                <c:pt idx="21297">
                  <c:v>8.018960374491849</c:v>
                </c:pt>
                <c:pt idx="21298">
                  <c:v>8.017355644068493</c:v>
                </c:pt>
                <c:pt idx="21299">
                  <c:v>8.0146184864287768</c:v>
                </c:pt>
                <c:pt idx="21300">
                  <c:v>8.0130708331622387</c:v>
                </c:pt>
                <c:pt idx="21301">
                  <c:v>8.016343776947398</c:v>
                </c:pt>
                <c:pt idx="21302">
                  <c:v>8.020943128156695</c:v>
                </c:pt>
                <c:pt idx="21303">
                  <c:v>8.023762329076499</c:v>
                </c:pt>
                <c:pt idx="21304">
                  <c:v>8.0239678889664514</c:v>
                </c:pt>
                <c:pt idx="21305">
                  <c:v>8.0200225844865116</c:v>
                </c:pt>
                <c:pt idx="21306">
                  <c:v>8.0189381185069593</c:v>
                </c:pt>
                <c:pt idx="21307">
                  <c:v>8.0198456042376716</c:v>
                </c:pt>
                <c:pt idx="21308">
                  <c:v>8.0220933765860476</c:v>
                </c:pt>
                <c:pt idx="21309">
                  <c:v>8.0241941444585887</c:v>
                </c:pt>
                <c:pt idx="21310">
                  <c:v>8.0237325996797111</c:v>
                </c:pt>
                <c:pt idx="21311">
                  <c:v>8.0223086272738477</c:v>
                </c:pt>
                <c:pt idx="21312">
                  <c:v>8.0206870611423646</c:v>
                </c:pt>
                <c:pt idx="21313">
                  <c:v>8.0200541206422198</c:v>
                </c:pt>
                <c:pt idx="21314">
                  <c:v>8.0219379953188525</c:v>
                </c:pt>
                <c:pt idx="21315">
                  <c:v>8.0230872582433381</c:v>
                </c:pt>
                <c:pt idx="21316">
                  <c:v>8.0239946618486435</c:v>
                </c:pt>
                <c:pt idx="21317">
                  <c:v>8.0243294050014367</c:v>
                </c:pt>
                <c:pt idx="21318">
                  <c:v>8.0230856157352282</c:v>
                </c:pt>
                <c:pt idx="21319">
                  <c:v>8.0243708783312115</c:v>
                </c:pt>
                <c:pt idx="21320">
                  <c:v>8.0280935408368581</c:v>
                </c:pt>
                <c:pt idx="21321">
                  <c:v>8.0303921488112344</c:v>
                </c:pt>
                <c:pt idx="21322">
                  <c:v>8.0311513160596224</c:v>
                </c:pt>
                <c:pt idx="21323">
                  <c:v>8.0287891430213936</c:v>
                </c:pt>
                <c:pt idx="21324">
                  <c:v>8.0268563216030877</c:v>
                </c:pt>
                <c:pt idx="21325">
                  <c:v>8.0232598858456861</c:v>
                </c:pt>
                <c:pt idx="21326">
                  <c:v>8.0215650638525027</c:v>
                </c:pt>
                <c:pt idx="21327">
                  <c:v>8.0211618281115271</c:v>
                </c:pt>
                <c:pt idx="21328">
                  <c:v>8.0196559766763844</c:v>
                </c:pt>
                <c:pt idx="21329">
                  <c:v>8.0202807867613846</c:v>
                </c:pt>
                <c:pt idx="21330">
                  <c:v>8.0201984149796743</c:v>
                </c:pt>
                <c:pt idx="21331">
                  <c:v>8.0189259639469466</c:v>
                </c:pt>
                <c:pt idx="21332">
                  <c:v>8.0157849956884171</c:v>
                </c:pt>
                <c:pt idx="21333">
                  <c:v>8.0130095676097408</c:v>
                </c:pt>
                <c:pt idx="21334">
                  <c:v>8.0160422124584247</c:v>
                </c:pt>
                <c:pt idx="21335">
                  <c:v>8.0202945838295072</c:v>
                </c:pt>
                <c:pt idx="21336">
                  <c:v>8.0233814314458183</c:v>
                </c:pt>
                <c:pt idx="21337">
                  <c:v>8.0250175337740721</c:v>
                </c:pt>
                <c:pt idx="21338">
                  <c:v>8.024245801338644</c:v>
                </c:pt>
                <c:pt idx="21339">
                  <c:v>8.0249414035231794</c:v>
                </c:pt>
                <c:pt idx="21340">
                  <c:v>8.0276622182072028</c:v>
                </c:pt>
                <c:pt idx="21341">
                  <c:v>8.0263542889993023</c:v>
                </c:pt>
                <c:pt idx="21342">
                  <c:v>8.0245668295487214</c:v>
                </c:pt>
                <c:pt idx="21343">
                  <c:v>8.0224160473042332</c:v>
                </c:pt>
                <c:pt idx="21344">
                  <c:v>8.0218350921857677</c:v>
                </c:pt>
                <c:pt idx="21345">
                  <c:v>8.0220441013427504</c:v>
                </c:pt>
                <c:pt idx="21346">
                  <c:v>8.0218881451977175</c:v>
                </c:pt>
                <c:pt idx="21347">
                  <c:v>8.0230557220876282</c:v>
                </c:pt>
                <c:pt idx="21348">
                  <c:v>8.0227691044224532</c:v>
                </c:pt>
                <c:pt idx="21349">
                  <c:v>8.0230367511189584</c:v>
                </c:pt>
                <c:pt idx="21350">
                  <c:v>8.0220964973514555</c:v>
                </c:pt>
                <c:pt idx="21351">
                  <c:v>8.0222292941321403</c:v>
                </c:pt>
                <c:pt idx="21352">
                  <c:v>8.0239660822075312</c:v>
                </c:pt>
                <c:pt idx="21353">
                  <c:v>8.023060485361146</c:v>
                </c:pt>
                <c:pt idx="21354">
                  <c:v>8.0216133535909329</c:v>
                </c:pt>
                <c:pt idx="21355">
                  <c:v>8.0225844043854959</c:v>
                </c:pt>
                <c:pt idx="21356">
                  <c:v>8.0236451361228589</c:v>
                </c:pt>
                <c:pt idx="21357">
                  <c:v>8.0236892374656108</c:v>
                </c:pt>
                <c:pt idx="21358">
                  <c:v>8.0224621196567156</c:v>
                </c:pt>
                <c:pt idx="21359">
                  <c:v>8.0206294912331124</c:v>
                </c:pt>
                <c:pt idx="21360">
                  <c:v>8.0210539153287073</c:v>
                </c:pt>
                <c:pt idx="21361">
                  <c:v>8.0219619759372556</c:v>
                </c:pt>
                <c:pt idx="21362">
                  <c:v>8.0216567158050349</c:v>
                </c:pt>
                <c:pt idx="21363">
                  <c:v>8.0213367552252297</c:v>
                </c:pt>
                <c:pt idx="21364">
                  <c:v>8.0218095511846581</c:v>
                </c:pt>
                <c:pt idx="21365">
                  <c:v>8.0208375970106349</c:v>
                </c:pt>
                <c:pt idx="21366">
                  <c:v>8.0211365334866347</c:v>
                </c:pt>
                <c:pt idx="21367">
                  <c:v>8.0220515747546504</c:v>
                </c:pt>
                <c:pt idx="21368">
                  <c:v>8.0206733461996471</c:v>
                </c:pt>
                <c:pt idx="21369">
                  <c:v>8.0207635198948797</c:v>
                </c:pt>
                <c:pt idx="21370">
                  <c:v>8.0208488481911875</c:v>
                </c:pt>
                <c:pt idx="21371">
                  <c:v>8.0214472960210248</c:v>
                </c:pt>
                <c:pt idx="21372">
                  <c:v>8.0224509506015682</c:v>
                </c:pt>
                <c:pt idx="21373">
                  <c:v>8.0231163306368831</c:v>
                </c:pt>
                <c:pt idx="21374">
                  <c:v>8.0237562517964935</c:v>
                </c:pt>
                <c:pt idx="21375">
                  <c:v>8.0248935244117767</c:v>
                </c:pt>
                <c:pt idx="21376">
                  <c:v>8.0273520305506505</c:v>
                </c:pt>
                <c:pt idx="21377">
                  <c:v>8.0251959101548067</c:v>
                </c:pt>
                <c:pt idx="21378">
                  <c:v>8.0215855952038755</c:v>
                </c:pt>
                <c:pt idx="21379">
                  <c:v>8.0196795466677617</c:v>
                </c:pt>
                <c:pt idx="21380">
                  <c:v>8.0188998480679992</c:v>
                </c:pt>
                <c:pt idx="21381">
                  <c:v>8.0204228637128896</c:v>
                </c:pt>
                <c:pt idx="21382">
                  <c:v>8.0207013509629199</c:v>
                </c:pt>
                <c:pt idx="21383">
                  <c:v>8.019387426600419</c:v>
                </c:pt>
                <c:pt idx="21384">
                  <c:v>8.0184899601691786</c:v>
                </c:pt>
                <c:pt idx="21385">
                  <c:v>8.0154728370221324</c:v>
                </c:pt>
                <c:pt idx="21386">
                  <c:v>8.0163162649365578</c:v>
                </c:pt>
                <c:pt idx="21387">
                  <c:v>8.0209482199318352</c:v>
                </c:pt>
                <c:pt idx="21388">
                  <c:v>8.0225743029606207</c:v>
                </c:pt>
                <c:pt idx="21389">
                  <c:v>8.023210035724551</c:v>
                </c:pt>
                <c:pt idx="21390">
                  <c:v>8.0234590399540089</c:v>
                </c:pt>
                <c:pt idx="21391">
                  <c:v>8.0234488564037285</c:v>
                </c:pt>
                <c:pt idx="21392">
                  <c:v>8.0243056707592491</c:v>
                </c:pt>
                <c:pt idx="21393">
                  <c:v>8.0229563503469805</c:v>
                </c:pt>
                <c:pt idx="21394">
                  <c:v>8.0215115180881202</c:v>
                </c:pt>
                <c:pt idx="21395">
                  <c:v>8.0226609452634179</c:v>
                </c:pt>
                <c:pt idx="21396">
                  <c:v>8.0243610232825517</c:v>
                </c:pt>
                <c:pt idx="21397">
                  <c:v>8.0235906048536112</c:v>
                </c:pt>
                <c:pt idx="21398">
                  <c:v>8.021852831273355</c:v>
                </c:pt>
                <c:pt idx="21399">
                  <c:v>8.0220382704389603</c:v>
                </c:pt>
                <c:pt idx="21400">
                  <c:v>8.022301318112758</c:v>
                </c:pt>
                <c:pt idx="21401">
                  <c:v>8.0211054079579522</c:v>
                </c:pt>
                <c:pt idx="21402">
                  <c:v>8.0193689483841819</c:v>
                </c:pt>
                <c:pt idx="21403">
                  <c:v>8.0195898657249618</c:v>
                </c:pt>
                <c:pt idx="21404">
                  <c:v>8.0218531597749756</c:v>
                </c:pt>
                <c:pt idx="21405">
                  <c:v>8.0192419003818838</c:v>
                </c:pt>
                <c:pt idx="21406">
                  <c:v>8.0151905720034495</c:v>
                </c:pt>
                <c:pt idx="21407">
                  <c:v>8.0154263540426225</c:v>
                </c:pt>
                <c:pt idx="21408">
                  <c:v>8.0195101219562268</c:v>
                </c:pt>
                <c:pt idx="21409">
                  <c:v>8.0248225680614294</c:v>
                </c:pt>
                <c:pt idx="21410">
                  <c:v>8.0260306327762496</c:v>
                </c:pt>
                <c:pt idx="21411">
                  <c:v>8.0245775879768413</c:v>
                </c:pt>
                <c:pt idx="21412">
                  <c:v>8.0195581653184416</c:v>
                </c:pt>
                <c:pt idx="21413">
                  <c:v>8.0180881205600958</c:v>
                </c:pt>
                <c:pt idx="21414">
                  <c:v>8.018740360530531</c:v>
                </c:pt>
                <c:pt idx="21415">
                  <c:v>8.0192805814478714</c:v>
                </c:pt>
                <c:pt idx="21416">
                  <c:v>8.019038475752474</c:v>
                </c:pt>
                <c:pt idx="21417">
                  <c:v>8.0188118096333092</c:v>
                </c:pt>
                <c:pt idx="21418">
                  <c:v>8.0213116248511476</c:v>
                </c:pt>
                <c:pt idx="21419">
                  <c:v>8.0230236931794856</c:v>
                </c:pt>
                <c:pt idx="21420">
                  <c:v>8.0244196608220761</c:v>
                </c:pt>
                <c:pt idx="21421">
                  <c:v>8.0246919886666941</c:v>
                </c:pt>
                <c:pt idx="21422">
                  <c:v>8.0226323656223055</c:v>
                </c:pt>
                <c:pt idx="21423">
                  <c:v>8.0215390300989604</c:v>
                </c:pt>
                <c:pt idx="21424">
                  <c:v>8.0240668500800716</c:v>
                </c:pt>
                <c:pt idx="21425">
                  <c:v>8.027852584897138</c:v>
                </c:pt>
                <c:pt idx="21426">
                  <c:v>8.0301448692152917</c:v>
                </c:pt>
                <c:pt idx="21427">
                  <c:v>8.0286271917217586</c:v>
                </c:pt>
                <c:pt idx="21428">
                  <c:v>8.0263541247484902</c:v>
                </c:pt>
                <c:pt idx="21429">
                  <c:v>8.02641465117234</c:v>
                </c:pt>
                <c:pt idx="21430">
                  <c:v>8.0281329610314955</c:v>
                </c:pt>
                <c:pt idx="21431">
                  <c:v>8.0283408204328008</c:v>
                </c:pt>
                <c:pt idx="21432">
                  <c:v>8.0272327023364678</c:v>
                </c:pt>
                <c:pt idx="21433">
                  <c:v>8.025677082905597</c:v>
                </c:pt>
                <c:pt idx="21434">
                  <c:v>8.0287176939186136</c:v>
                </c:pt>
                <c:pt idx="21435">
                  <c:v>8.0284640906664482</c:v>
                </c:pt>
                <c:pt idx="21436">
                  <c:v>8.0251550117028696</c:v>
                </c:pt>
                <c:pt idx="21437">
                  <c:v>8.0221136615612032</c:v>
                </c:pt>
                <c:pt idx="21438">
                  <c:v>8.0205164045497472</c:v>
                </c:pt>
                <c:pt idx="21439">
                  <c:v>8.0204810906253847</c:v>
                </c:pt>
                <c:pt idx="21440">
                  <c:v>8.018872336057159</c:v>
                </c:pt>
                <c:pt idx="21441">
                  <c:v>8.0196696094936968</c:v>
                </c:pt>
                <c:pt idx="21442">
                  <c:v>8.0203452552046972</c:v>
                </c:pt>
                <c:pt idx="21443">
                  <c:v>8.0213382334825276</c:v>
                </c:pt>
                <c:pt idx="21444">
                  <c:v>8.0233509629203787</c:v>
                </c:pt>
                <c:pt idx="21445">
                  <c:v>8.0232811563257087</c:v>
                </c:pt>
                <c:pt idx="21446">
                  <c:v>8.0210658235125027</c:v>
                </c:pt>
                <c:pt idx="21447">
                  <c:v>8.0194086970804417</c:v>
                </c:pt>
                <c:pt idx="21448">
                  <c:v>8.0205804623660324</c:v>
                </c:pt>
                <c:pt idx="21449">
                  <c:v>8.0234784215497061</c:v>
                </c:pt>
                <c:pt idx="21450">
                  <c:v>8.0257294789143021</c:v>
                </c:pt>
                <c:pt idx="21451">
                  <c:v>8.0253765039214873</c:v>
                </c:pt>
                <c:pt idx="21452">
                  <c:v>8.0230965384141584</c:v>
                </c:pt>
                <c:pt idx="21453">
                  <c:v>8.0225202644438056</c:v>
                </c:pt>
                <c:pt idx="21454">
                  <c:v>8.0231354658563632</c:v>
                </c:pt>
                <c:pt idx="21455">
                  <c:v>8.0224068492588181</c:v>
                </c:pt>
                <c:pt idx="21456">
                  <c:v>8.0200372028086893</c:v>
                </c:pt>
                <c:pt idx="21457">
                  <c:v>8.022154231511518</c:v>
                </c:pt>
                <c:pt idx="21458">
                  <c:v>8.0231998521742707</c:v>
                </c:pt>
                <c:pt idx="21459">
                  <c:v>8.0227340368743079</c:v>
                </c:pt>
                <c:pt idx="21460">
                  <c:v>8.0219301934053302</c:v>
                </c:pt>
                <c:pt idx="21461">
                  <c:v>8.0200443477189669</c:v>
                </c:pt>
                <c:pt idx="21462">
                  <c:v>8.0199215702377522</c:v>
                </c:pt>
                <c:pt idx="21463">
                  <c:v>8.0194780930480842</c:v>
                </c:pt>
                <c:pt idx="21464">
                  <c:v>8.0186666940418014</c:v>
                </c:pt>
                <c:pt idx="21465">
                  <c:v>8.0203349895290099</c:v>
                </c:pt>
                <c:pt idx="21466">
                  <c:v>8.0207137518991498</c:v>
                </c:pt>
                <c:pt idx="21467">
                  <c:v>8.0201891348088523</c:v>
                </c:pt>
                <c:pt idx="21468">
                  <c:v>8.0198874881944722</c:v>
                </c:pt>
                <c:pt idx="21469">
                  <c:v>8.0205042499897345</c:v>
                </c:pt>
                <c:pt idx="21470">
                  <c:v>8.021783763807333</c:v>
                </c:pt>
                <c:pt idx="21471">
                  <c:v>8.0215012524124329</c:v>
                </c:pt>
                <c:pt idx="21472">
                  <c:v>8.022698394448323</c:v>
                </c:pt>
                <c:pt idx="21473">
                  <c:v>8.0211973062866999</c:v>
                </c:pt>
                <c:pt idx="21474">
                  <c:v>8.0201824826510073</c:v>
                </c:pt>
                <c:pt idx="21475">
                  <c:v>8.0191999342996763</c:v>
                </c:pt>
                <c:pt idx="21476">
                  <c:v>8.0199471112388618</c:v>
                </c:pt>
                <c:pt idx="21477">
                  <c:v>8.0202616515419045</c:v>
                </c:pt>
                <c:pt idx="21478">
                  <c:v>8.0181056132714659</c:v>
                </c:pt>
                <c:pt idx="21479">
                  <c:v>8.0188235535662962</c:v>
                </c:pt>
                <c:pt idx="21480">
                  <c:v>8.0224870857799857</c:v>
                </c:pt>
                <c:pt idx="21481">
                  <c:v>8.0262795548803023</c:v>
                </c:pt>
                <c:pt idx="21482">
                  <c:v>8.0274768611670027</c:v>
                </c:pt>
                <c:pt idx="21483">
                  <c:v>8.0269621812507701</c:v>
                </c:pt>
                <c:pt idx="21484">
                  <c:v>8.0272124173613104</c:v>
                </c:pt>
                <c:pt idx="21485">
                  <c:v>8.0280420482076131</c:v>
                </c:pt>
                <c:pt idx="21486">
                  <c:v>8.0258171067219646</c:v>
                </c:pt>
                <c:pt idx="21487">
                  <c:v>8.0225776701022458</c:v>
                </c:pt>
                <c:pt idx="21488">
                  <c:v>8.0207743604484047</c:v>
                </c:pt>
                <c:pt idx="21489">
                  <c:v>8.0212005091775147</c:v>
                </c:pt>
                <c:pt idx="21490">
                  <c:v>8.0191503305547567</c:v>
                </c:pt>
                <c:pt idx="21491">
                  <c:v>8.0177396624645834</c:v>
                </c:pt>
                <c:pt idx="21492">
                  <c:v>8.0185422740524785</c:v>
                </c:pt>
                <c:pt idx="21493">
                  <c:v>8.0200548597708696</c:v>
                </c:pt>
                <c:pt idx="21494">
                  <c:v>8.0210746109308921</c:v>
                </c:pt>
                <c:pt idx="21495">
                  <c:v>8.0251848232250644</c:v>
                </c:pt>
                <c:pt idx="21496">
                  <c:v>8.0281470866012405</c:v>
                </c:pt>
                <c:pt idx="21497">
                  <c:v>8.0262334825278199</c:v>
                </c:pt>
                <c:pt idx="21498">
                  <c:v>8.025113949000124</c:v>
                </c:pt>
                <c:pt idx="21499">
                  <c:v>8.0226295733585182</c:v>
                </c:pt>
                <c:pt idx="21500">
                  <c:v>8.021025417813</c:v>
                </c:pt>
                <c:pt idx="21501">
                  <c:v>8.0205200180675895</c:v>
                </c:pt>
                <c:pt idx="21502">
                  <c:v>8.0206370467704176</c:v>
                </c:pt>
                <c:pt idx="21503">
                  <c:v>8.0226096990103883</c:v>
                </c:pt>
                <c:pt idx="21504">
                  <c:v>8.0241281156325712</c:v>
                </c:pt>
                <c:pt idx="21505">
                  <c:v>8.024334743152794</c:v>
                </c:pt>
                <c:pt idx="21506">
                  <c:v>8.0226116700201207</c:v>
                </c:pt>
                <c:pt idx="21507">
                  <c:v>8.0211353016055522</c:v>
                </c:pt>
                <c:pt idx="21508">
                  <c:v>8.0214992814027024</c:v>
                </c:pt>
                <c:pt idx="21509">
                  <c:v>8.0216637785899074</c:v>
                </c:pt>
                <c:pt idx="21510">
                  <c:v>8.022902640331786</c:v>
                </c:pt>
                <c:pt idx="21511">
                  <c:v>8.0253262431733265</c:v>
                </c:pt>
                <c:pt idx="21512">
                  <c:v>8.0263689073214799</c:v>
                </c:pt>
                <c:pt idx="21513">
                  <c:v>8.0250592534800642</c:v>
                </c:pt>
                <c:pt idx="21514">
                  <c:v>8.0231372726152834</c:v>
                </c:pt>
                <c:pt idx="21515">
                  <c:v>8.0222808688867904</c:v>
                </c:pt>
                <c:pt idx="21516">
                  <c:v>8.0249558575945468</c:v>
                </c:pt>
                <c:pt idx="21517">
                  <c:v>8.0262321685213323</c:v>
                </c:pt>
                <c:pt idx="21518">
                  <c:v>8.0256719911304568</c:v>
                </c:pt>
                <c:pt idx="21519">
                  <c:v>8.0235787787952209</c:v>
                </c:pt>
                <c:pt idx="21520">
                  <c:v>8.0227443846753985</c:v>
                </c:pt>
                <c:pt idx="21521">
                  <c:v>8.0254472960210244</c:v>
                </c:pt>
                <c:pt idx="21522">
                  <c:v>8.0246688293023443</c:v>
                </c:pt>
                <c:pt idx="21523">
                  <c:v>8.0233958033917787</c:v>
                </c:pt>
                <c:pt idx="21524">
                  <c:v>8.0217359668213355</c:v>
                </c:pt>
                <c:pt idx="21525">
                  <c:v>8.0205340615119294</c:v>
                </c:pt>
                <c:pt idx="21526">
                  <c:v>8.0217687348581279</c:v>
                </c:pt>
                <c:pt idx="21527">
                  <c:v>8.0222665790662333</c:v>
                </c:pt>
                <c:pt idx="21528">
                  <c:v>8.0220253767502978</c:v>
                </c:pt>
                <c:pt idx="21529">
                  <c:v>8.0243758058555414</c:v>
                </c:pt>
                <c:pt idx="21530">
                  <c:v>8.0244554674988713</c:v>
                </c:pt>
                <c:pt idx="21531">
                  <c:v>8.0220835215373878</c:v>
                </c:pt>
                <c:pt idx="21532">
                  <c:v>8.021729725290518</c:v>
                </c:pt>
                <c:pt idx="21533">
                  <c:v>8.0224678684351005</c:v>
                </c:pt>
                <c:pt idx="21534">
                  <c:v>8.0261400238163674</c:v>
                </c:pt>
                <c:pt idx="21535">
                  <c:v>8.0281125118055279</c:v>
                </c:pt>
                <c:pt idx="21536">
                  <c:v>8.0286210323163463</c:v>
                </c:pt>
                <c:pt idx="21537">
                  <c:v>8.0268289738430578</c:v>
                </c:pt>
                <c:pt idx="21538">
                  <c:v>8.0250954707838869</c:v>
                </c:pt>
                <c:pt idx="21539">
                  <c:v>8.0248919640290719</c:v>
                </c:pt>
                <c:pt idx="21540">
                  <c:v>8.0246428776742089</c:v>
                </c:pt>
                <c:pt idx="21541">
                  <c:v>8.0241883135547987</c:v>
                </c:pt>
                <c:pt idx="21542">
                  <c:v>8.0231863836077686</c:v>
                </c:pt>
                <c:pt idx="21543">
                  <c:v>8.0243225885927814</c:v>
                </c:pt>
                <c:pt idx="21544">
                  <c:v>8.0248793167166266</c:v>
                </c:pt>
                <c:pt idx="21545">
                  <c:v>8.0235060978113584</c:v>
                </c:pt>
                <c:pt idx="21546">
                  <c:v>8.0251408040077195</c:v>
                </c:pt>
                <c:pt idx="21547">
                  <c:v>8.025977661889705</c:v>
                </c:pt>
                <c:pt idx="21548">
                  <c:v>8.0253324025787371</c:v>
                </c:pt>
                <c:pt idx="21549">
                  <c:v>8.0241502073666489</c:v>
                </c:pt>
                <c:pt idx="21550">
                  <c:v>8.0223895207982583</c:v>
                </c:pt>
                <c:pt idx="21551">
                  <c:v>8.0222159076910451</c:v>
                </c:pt>
                <c:pt idx="21552">
                  <c:v>8.0207259885845694</c:v>
                </c:pt>
                <c:pt idx="21553">
                  <c:v>8.0201745164866747</c:v>
                </c:pt>
                <c:pt idx="21554">
                  <c:v>8.0220252946248927</c:v>
                </c:pt>
                <c:pt idx="21555">
                  <c:v>8.0268542684679502</c:v>
                </c:pt>
                <c:pt idx="21556">
                  <c:v>8.0286278487250033</c:v>
                </c:pt>
                <c:pt idx="21557">
                  <c:v>8.025957869666982</c:v>
                </c:pt>
                <c:pt idx="21558">
                  <c:v>8.0255867449595524</c:v>
                </c:pt>
                <c:pt idx="21559">
                  <c:v>8.0250337946043615</c:v>
                </c:pt>
                <c:pt idx="21560">
                  <c:v>8.026015193200017</c:v>
                </c:pt>
                <c:pt idx="21561">
                  <c:v>8.025266702254342</c:v>
                </c:pt>
                <c:pt idx="21562">
                  <c:v>8.0223593807744429</c:v>
                </c:pt>
                <c:pt idx="21563">
                  <c:v>8.0218408409641526</c:v>
                </c:pt>
                <c:pt idx="21564">
                  <c:v>8.0199651788280697</c:v>
                </c:pt>
                <c:pt idx="21565">
                  <c:v>8.0184473370837264</c:v>
                </c:pt>
                <c:pt idx="21566">
                  <c:v>8.0176889910893934</c:v>
                </c:pt>
                <c:pt idx="21567">
                  <c:v>8.0191454851558337</c:v>
                </c:pt>
                <c:pt idx="21568">
                  <c:v>8.0217459039954004</c:v>
                </c:pt>
                <c:pt idx="21569">
                  <c:v>8.0230428283989657</c:v>
                </c:pt>
                <c:pt idx="21570">
                  <c:v>8.0215984888925398</c:v>
                </c:pt>
                <c:pt idx="21571">
                  <c:v>8.0193868517225813</c:v>
                </c:pt>
                <c:pt idx="21572">
                  <c:v>8.0189747464378112</c:v>
                </c:pt>
                <c:pt idx="21573">
                  <c:v>8.0211887652445277</c:v>
                </c:pt>
                <c:pt idx="21574">
                  <c:v>8.0214496776577828</c:v>
                </c:pt>
                <c:pt idx="21575">
                  <c:v>8.022057077156818</c:v>
                </c:pt>
                <c:pt idx="21576">
                  <c:v>8.0199959758551316</c:v>
                </c:pt>
                <c:pt idx="21577">
                  <c:v>8.0177752227651631</c:v>
                </c:pt>
                <c:pt idx="21578">
                  <c:v>8.0184056995031412</c:v>
                </c:pt>
                <c:pt idx="21579">
                  <c:v>8.0200519853816772</c:v>
                </c:pt>
                <c:pt idx="21580">
                  <c:v>8.0204032357409769</c:v>
                </c:pt>
                <c:pt idx="21581">
                  <c:v>8.0222574631462251</c:v>
                </c:pt>
                <c:pt idx="21582">
                  <c:v>8.0249196402907241</c:v>
                </c:pt>
                <c:pt idx="21583">
                  <c:v>8.0260017246335149</c:v>
                </c:pt>
                <c:pt idx="21584">
                  <c:v>8.0268220753089974</c:v>
                </c:pt>
                <c:pt idx="21585">
                  <c:v>8.0264251632242427</c:v>
                </c:pt>
                <c:pt idx="21586">
                  <c:v>8.0240040241448689</c:v>
                </c:pt>
                <c:pt idx="21587">
                  <c:v>8.0215951217509129</c:v>
                </c:pt>
                <c:pt idx="21588">
                  <c:v>8.0205703609411572</c:v>
                </c:pt>
                <c:pt idx="21589">
                  <c:v>8.023973473494026</c:v>
                </c:pt>
                <c:pt idx="21590">
                  <c:v>8.0279818502853857</c:v>
                </c:pt>
                <c:pt idx="21591">
                  <c:v>8.0244507042253517</c:v>
                </c:pt>
                <c:pt idx="21592">
                  <c:v>8.021316963002505</c:v>
                </c:pt>
                <c:pt idx="21593">
                  <c:v>8.0232101178499562</c:v>
                </c:pt>
                <c:pt idx="21594">
                  <c:v>8.0230719829179158</c:v>
                </c:pt>
                <c:pt idx="21595">
                  <c:v>8.0211622387385546</c:v>
                </c:pt>
                <c:pt idx="21596">
                  <c:v>8.0209986449308097</c:v>
                </c:pt>
                <c:pt idx="21597">
                  <c:v>8.0194091077074692</c:v>
                </c:pt>
                <c:pt idx="21598">
                  <c:v>8.0201910236931795</c:v>
                </c:pt>
                <c:pt idx="21599">
                  <c:v>8.0223216852133206</c:v>
                </c:pt>
                <c:pt idx="21600">
                  <c:v>8.0199558986572494</c:v>
                </c:pt>
                <c:pt idx="21601">
                  <c:v>8.0180049275243288</c:v>
                </c:pt>
                <c:pt idx="21602">
                  <c:v>8.0172473206586456</c:v>
                </c:pt>
                <c:pt idx="21603">
                  <c:v>8.0172974171559979</c:v>
                </c:pt>
                <c:pt idx="21604">
                  <c:v>8.0182933519484259</c:v>
                </c:pt>
                <c:pt idx="21605">
                  <c:v>8.0210397076335571</c:v>
                </c:pt>
                <c:pt idx="21606">
                  <c:v>8.0241795261364111</c:v>
                </c:pt>
                <c:pt idx="21607">
                  <c:v>8.0252968422781592</c:v>
                </c:pt>
                <c:pt idx="21608">
                  <c:v>8.0261498788650272</c:v>
                </c:pt>
                <c:pt idx="21609">
                  <c:v>8.0265762739703526</c:v>
                </c:pt>
                <c:pt idx="21610">
                  <c:v>8.0227548146018979</c:v>
                </c:pt>
                <c:pt idx="21611">
                  <c:v>8.018493491561614</c:v>
                </c:pt>
                <c:pt idx="21612">
                  <c:v>8.0174804746848434</c:v>
                </c:pt>
                <c:pt idx="21613">
                  <c:v>8.0194343202069565</c:v>
                </c:pt>
                <c:pt idx="21614">
                  <c:v>8.0233117069765534</c:v>
                </c:pt>
                <c:pt idx="21615">
                  <c:v>8.0245695396871017</c:v>
                </c:pt>
                <c:pt idx="21616">
                  <c:v>8.0256443148688046</c:v>
                </c:pt>
                <c:pt idx="21617">
                  <c:v>8.0264913563010722</c:v>
                </c:pt>
                <c:pt idx="21618">
                  <c:v>8.0256059623044393</c:v>
                </c:pt>
                <c:pt idx="21619">
                  <c:v>8.0240222559848888</c:v>
                </c:pt>
                <c:pt idx="21620">
                  <c:v>8.0211977169137274</c:v>
                </c:pt>
                <c:pt idx="21621">
                  <c:v>8.0194896727302591</c:v>
                </c:pt>
                <c:pt idx="21622">
                  <c:v>8.0188983698107013</c:v>
                </c:pt>
                <c:pt idx="21623">
                  <c:v>8.0183409025582062</c:v>
                </c:pt>
                <c:pt idx="21624">
                  <c:v>8.018078265511436</c:v>
                </c:pt>
                <c:pt idx="21625">
                  <c:v>8.0207034862234625</c:v>
                </c:pt>
                <c:pt idx="21626">
                  <c:v>8.0247270562148394</c:v>
                </c:pt>
                <c:pt idx="21627">
                  <c:v>8.0270852872336054</c:v>
                </c:pt>
                <c:pt idx="21628">
                  <c:v>8.0268901572701523</c:v>
                </c:pt>
                <c:pt idx="21629">
                  <c:v>8.0245618198989863</c:v>
                </c:pt>
                <c:pt idx="21630">
                  <c:v>8.0215143103519075</c:v>
                </c:pt>
                <c:pt idx="21631">
                  <c:v>8.0228792345912208</c:v>
                </c:pt>
                <c:pt idx="21632">
                  <c:v>8.0239191064755886</c:v>
                </c:pt>
                <c:pt idx="21633">
                  <c:v>8.0229646450129355</c:v>
                </c:pt>
                <c:pt idx="21634">
                  <c:v>8.0232284318153813</c:v>
                </c:pt>
                <c:pt idx="21635">
                  <c:v>8.0228017082084335</c:v>
                </c:pt>
                <c:pt idx="21636">
                  <c:v>8.0228297950971132</c:v>
                </c:pt>
                <c:pt idx="21637">
                  <c:v>8.0246767133412717</c:v>
                </c:pt>
                <c:pt idx="21638">
                  <c:v>8.0250188477805615</c:v>
                </c:pt>
                <c:pt idx="21639">
                  <c:v>8.0223428735679381</c:v>
                </c:pt>
                <c:pt idx="21640">
                  <c:v>8.02162271588716</c:v>
                </c:pt>
                <c:pt idx="21641">
                  <c:v>8.0225961483184829</c:v>
                </c:pt>
                <c:pt idx="21642">
                  <c:v>8.0208063893565473</c:v>
                </c:pt>
                <c:pt idx="21643">
                  <c:v>8.0185100808935239</c:v>
                </c:pt>
                <c:pt idx="21644">
                  <c:v>8.0180465651049158</c:v>
                </c:pt>
                <c:pt idx="21645">
                  <c:v>8.0172126637375278</c:v>
                </c:pt>
                <c:pt idx="21646">
                  <c:v>8.0170786350757606</c:v>
                </c:pt>
                <c:pt idx="21647">
                  <c:v>8.0221189175871555</c:v>
                </c:pt>
                <c:pt idx="21648">
                  <c:v>8.0253049726933021</c:v>
                </c:pt>
                <c:pt idx="21649">
                  <c:v>8.0239522030140016</c:v>
                </c:pt>
                <c:pt idx="21650">
                  <c:v>8.0212331950889002</c:v>
                </c:pt>
                <c:pt idx="21651">
                  <c:v>8.0209069108528723</c:v>
                </c:pt>
                <c:pt idx="21652">
                  <c:v>8.0206083028784949</c:v>
                </c:pt>
                <c:pt idx="21653">
                  <c:v>8.0199803720280869</c:v>
                </c:pt>
                <c:pt idx="21654">
                  <c:v>8.0194667597421265</c:v>
                </c:pt>
                <c:pt idx="21655">
                  <c:v>8.0181699174639682</c:v>
                </c:pt>
                <c:pt idx="21656">
                  <c:v>8.015225721677</c:v>
                </c:pt>
                <c:pt idx="21657">
                  <c:v>8.012605921241736</c:v>
                </c:pt>
                <c:pt idx="21658">
                  <c:v>8.0126939596764259</c:v>
                </c:pt>
                <c:pt idx="21659">
                  <c:v>8.0154456535129146</c:v>
                </c:pt>
                <c:pt idx="21660">
                  <c:v>8.0171646203753131</c:v>
                </c:pt>
                <c:pt idx="21661">
                  <c:v>8.0199725701145645</c:v>
                </c:pt>
                <c:pt idx="21662">
                  <c:v>8.0223481295938903</c:v>
                </c:pt>
                <c:pt idx="21663">
                  <c:v>8.0231443354001559</c:v>
                </c:pt>
                <c:pt idx="21664">
                  <c:v>8.0233925183755588</c:v>
                </c:pt>
                <c:pt idx="21665">
                  <c:v>8.0218130004516901</c:v>
                </c:pt>
                <c:pt idx="21666">
                  <c:v>8.0221668788239651</c:v>
                </c:pt>
                <c:pt idx="21667">
                  <c:v>8.0219490001231879</c:v>
                </c:pt>
                <c:pt idx="21668">
                  <c:v>8.0230417607686935</c:v>
                </c:pt>
                <c:pt idx="21669">
                  <c:v>8.0250645916314216</c:v>
                </c:pt>
                <c:pt idx="21670">
                  <c:v>8.0250489056789718</c:v>
                </c:pt>
                <c:pt idx="21671">
                  <c:v>8.0234665954913158</c:v>
                </c:pt>
                <c:pt idx="21672">
                  <c:v>8.023727590029976</c:v>
                </c:pt>
                <c:pt idx="21673">
                  <c:v>8.0231049152055185</c:v>
                </c:pt>
                <c:pt idx="21674">
                  <c:v>8.0230781423233282</c:v>
                </c:pt>
                <c:pt idx="21675">
                  <c:v>8.0237887734570688</c:v>
                </c:pt>
                <c:pt idx="21676">
                  <c:v>8.0229662053956385</c:v>
                </c:pt>
                <c:pt idx="21677">
                  <c:v>8.0223030427462731</c:v>
                </c:pt>
                <c:pt idx="21678">
                  <c:v>8.0215566049357374</c:v>
                </c:pt>
                <c:pt idx="21679">
                  <c:v>8.0194647887323942</c:v>
                </c:pt>
                <c:pt idx="21680">
                  <c:v>8.0210526013222196</c:v>
                </c:pt>
                <c:pt idx="21681">
                  <c:v>8.0231996057980535</c:v>
                </c:pt>
                <c:pt idx="21682">
                  <c:v>8.0254429433745322</c:v>
                </c:pt>
                <c:pt idx="21683">
                  <c:v>8.0278642467047181</c:v>
                </c:pt>
                <c:pt idx="21684">
                  <c:v>8.029494682379994</c:v>
                </c:pt>
                <c:pt idx="21685">
                  <c:v>8.0301804295158714</c:v>
                </c:pt>
                <c:pt idx="21686">
                  <c:v>8.0296299429228437</c:v>
                </c:pt>
                <c:pt idx="21687">
                  <c:v>8.0278657249620178</c:v>
                </c:pt>
                <c:pt idx="21688">
                  <c:v>8.0271765285591101</c:v>
                </c:pt>
                <c:pt idx="21689">
                  <c:v>8.0262926128197751</c:v>
                </c:pt>
                <c:pt idx="21690">
                  <c:v>8.0258427298484794</c:v>
                </c:pt>
                <c:pt idx="21691">
                  <c:v>8.0264521824826502</c:v>
                </c:pt>
                <c:pt idx="21692">
                  <c:v>8.0269864082453903</c:v>
                </c:pt>
                <c:pt idx="21693">
                  <c:v>8.0267615488851476</c:v>
                </c:pt>
                <c:pt idx="21694">
                  <c:v>8.0242922021927487</c:v>
                </c:pt>
                <c:pt idx="21695">
                  <c:v>8.0224266414815428</c:v>
                </c:pt>
                <c:pt idx="21696">
                  <c:v>8.0221516034985427</c:v>
                </c:pt>
                <c:pt idx="21697">
                  <c:v>8.0217938652322101</c:v>
                </c:pt>
                <c:pt idx="21698">
                  <c:v>8.0195823101876567</c:v>
                </c:pt>
                <c:pt idx="21699">
                  <c:v>8.0153979386523222</c:v>
                </c:pt>
                <c:pt idx="21700">
                  <c:v>8.013717324354289</c:v>
                </c:pt>
                <c:pt idx="21701">
                  <c:v>8.017303987188436</c:v>
                </c:pt>
                <c:pt idx="21702">
                  <c:v>8.0220657824498005</c:v>
                </c:pt>
                <c:pt idx="21703">
                  <c:v>8.0234648708578007</c:v>
                </c:pt>
                <c:pt idx="21704">
                  <c:v>8.0232328665872785</c:v>
                </c:pt>
                <c:pt idx="21705">
                  <c:v>8.023097852420646</c:v>
                </c:pt>
                <c:pt idx="21706">
                  <c:v>8.0221888884326358</c:v>
                </c:pt>
                <c:pt idx="21707">
                  <c:v>8.0227426600418834</c:v>
                </c:pt>
                <c:pt idx="21708">
                  <c:v>8.0228210898041308</c:v>
                </c:pt>
                <c:pt idx="21709">
                  <c:v>8.0215115180881202</c:v>
                </c:pt>
                <c:pt idx="21710">
                  <c:v>8.0215889623455023</c:v>
                </c:pt>
                <c:pt idx="21711">
                  <c:v>8.0230084178540633</c:v>
                </c:pt>
                <c:pt idx="21712">
                  <c:v>8.0247297663532215</c:v>
                </c:pt>
                <c:pt idx="21713">
                  <c:v>8.025169630025049</c:v>
                </c:pt>
                <c:pt idx="21714">
                  <c:v>8.0239609083069841</c:v>
                </c:pt>
                <c:pt idx="21715">
                  <c:v>8.0220055845275731</c:v>
                </c:pt>
                <c:pt idx="21716">
                  <c:v>8.0226937954256154</c:v>
                </c:pt>
                <c:pt idx="21717">
                  <c:v>8.0262458834640498</c:v>
                </c:pt>
                <c:pt idx="21718">
                  <c:v>8.0273049726933028</c:v>
                </c:pt>
                <c:pt idx="21719">
                  <c:v>8.0257357204451196</c:v>
                </c:pt>
                <c:pt idx="21720">
                  <c:v>8.0240747341189991</c:v>
                </c:pt>
                <c:pt idx="21721">
                  <c:v>8.0220975649817277</c:v>
                </c:pt>
                <c:pt idx="21722">
                  <c:v>8.0202747094813773</c:v>
                </c:pt>
                <c:pt idx="21723">
                  <c:v>8.020077608508192</c:v>
                </c:pt>
                <c:pt idx="21724">
                  <c:v>8.0200156038270443</c:v>
                </c:pt>
                <c:pt idx="21725">
                  <c:v>8.0214029483020575</c:v>
                </c:pt>
                <c:pt idx="21726">
                  <c:v>8.0218221163717001</c:v>
                </c:pt>
                <c:pt idx="21727">
                  <c:v>8.0215899478503676</c:v>
                </c:pt>
                <c:pt idx="21728">
                  <c:v>8.023698353385619</c:v>
                </c:pt>
                <c:pt idx="21729">
                  <c:v>8.0233664024966131</c:v>
                </c:pt>
                <c:pt idx="21730">
                  <c:v>8.0223928058144782</c:v>
                </c:pt>
                <c:pt idx="21731">
                  <c:v>8.0200666037038566</c:v>
                </c:pt>
                <c:pt idx="21732">
                  <c:v>8.0181827290272238</c:v>
                </c:pt>
                <c:pt idx="21733">
                  <c:v>8.0194913973637743</c:v>
                </c:pt>
                <c:pt idx="21734">
                  <c:v>8.0202715887159695</c:v>
                </c:pt>
                <c:pt idx="21735">
                  <c:v>8.0209478914302146</c:v>
                </c:pt>
                <c:pt idx="21736">
                  <c:v>8.0210368332443647</c:v>
                </c:pt>
                <c:pt idx="21737">
                  <c:v>8.0248386646409067</c:v>
                </c:pt>
                <c:pt idx="21738">
                  <c:v>8.0278023241489755</c:v>
                </c:pt>
                <c:pt idx="21739">
                  <c:v>8.0267783845932748</c:v>
                </c:pt>
                <c:pt idx="21740">
                  <c:v>8.02583394243009</c:v>
                </c:pt>
                <c:pt idx="21741">
                  <c:v>8.029243789266209</c:v>
                </c:pt>
                <c:pt idx="21742">
                  <c:v>8.0281665503223429</c:v>
                </c:pt>
                <c:pt idx="21743">
                  <c:v>8.0236474356342136</c:v>
                </c:pt>
                <c:pt idx="21744">
                  <c:v>8.0196445612450216</c:v>
                </c:pt>
                <c:pt idx="21745">
                  <c:v>8.0194988707756742</c:v>
                </c:pt>
                <c:pt idx="21746">
                  <c:v>8.0235179238697487</c:v>
                </c:pt>
                <c:pt idx="21747">
                  <c:v>8.0251328378433868</c:v>
                </c:pt>
                <c:pt idx="21748">
                  <c:v>8.0239336426723611</c:v>
                </c:pt>
                <c:pt idx="21749">
                  <c:v>8.0243996222231342</c:v>
                </c:pt>
                <c:pt idx="21750">
                  <c:v>8.0263707140804001</c:v>
                </c:pt>
                <c:pt idx="21751">
                  <c:v>8.0276425081098832</c:v>
                </c:pt>
                <c:pt idx="21752">
                  <c:v>8.0266303946125728</c:v>
                </c:pt>
                <c:pt idx="21753">
                  <c:v>8.0238661355890439</c:v>
                </c:pt>
                <c:pt idx="21754">
                  <c:v>8.0226237424547282</c:v>
                </c:pt>
                <c:pt idx="21755">
                  <c:v>8.0245256847205688</c:v>
                </c:pt>
                <c:pt idx="21756">
                  <c:v>8.0259780725167325</c:v>
                </c:pt>
                <c:pt idx="21757">
                  <c:v>8.0265357861454447</c:v>
                </c:pt>
                <c:pt idx="21758">
                  <c:v>8.0277162567240179</c:v>
                </c:pt>
                <c:pt idx="21759">
                  <c:v>8.0258572660452518</c:v>
                </c:pt>
                <c:pt idx="21760">
                  <c:v>8.0233098180922262</c:v>
                </c:pt>
                <c:pt idx="21761">
                  <c:v>8.0208475341846999</c:v>
                </c:pt>
                <c:pt idx="21762">
                  <c:v>8.02079193528518</c:v>
                </c:pt>
                <c:pt idx="21763">
                  <c:v>8.0226798341066807</c:v>
                </c:pt>
                <c:pt idx="21764">
                  <c:v>8.0242991007268092</c:v>
                </c:pt>
                <c:pt idx="21765">
                  <c:v>8.0243101055311463</c:v>
                </c:pt>
                <c:pt idx="21766">
                  <c:v>8.0224960374491854</c:v>
                </c:pt>
                <c:pt idx="21767">
                  <c:v>8.0215712232579151</c:v>
                </c:pt>
                <c:pt idx="21768">
                  <c:v>8.0233566295733585</c:v>
                </c:pt>
                <c:pt idx="21769">
                  <c:v>8.0251365334866342</c:v>
                </c:pt>
                <c:pt idx="21770">
                  <c:v>8.025433663203712</c:v>
                </c:pt>
                <c:pt idx="21771">
                  <c:v>8.0240892703157716</c:v>
                </c:pt>
                <c:pt idx="21772">
                  <c:v>8.0217266866505152</c:v>
                </c:pt>
                <c:pt idx="21773">
                  <c:v>8.0212395187451246</c:v>
                </c:pt>
                <c:pt idx="21774">
                  <c:v>8.0207282059705172</c:v>
                </c:pt>
                <c:pt idx="21775">
                  <c:v>8.020227980125652</c:v>
                </c:pt>
                <c:pt idx="21776">
                  <c:v>8.0194427791237217</c:v>
                </c:pt>
                <c:pt idx="21777">
                  <c:v>8.0209703937913197</c:v>
                </c:pt>
                <c:pt idx="21778">
                  <c:v>8.0234945181291835</c:v>
                </c:pt>
                <c:pt idx="21779">
                  <c:v>8.0250441424054539</c:v>
                </c:pt>
                <c:pt idx="21780">
                  <c:v>8.0258270438960295</c:v>
                </c:pt>
                <c:pt idx="21781">
                  <c:v>8.025835749189012</c:v>
                </c:pt>
                <c:pt idx="21782">
                  <c:v>8.0244594916437393</c:v>
                </c:pt>
                <c:pt idx="21783">
                  <c:v>8.0204887282880968</c:v>
                </c:pt>
                <c:pt idx="21784">
                  <c:v>8.0193091610889837</c:v>
                </c:pt>
                <c:pt idx="21785">
                  <c:v>8.0206841867531722</c:v>
                </c:pt>
                <c:pt idx="21786">
                  <c:v>8.022990843017288</c:v>
                </c:pt>
                <c:pt idx="21787">
                  <c:v>8.0240658645752063</c:v>
                </c:pt>
                <c:pt idx="21788">
                  <c:v>8.0225232209584032</c:v>
                </c:pt>
                <c:pt idx="21789">
                  <c:v>8.0196392230936642</c:v>
                </c:pt>
                <c:pt idx="21790">
                  <c:v>8.0203175789430468</c:v>
                </c:pt>
                <c:pt idx="21791">
                  <c:v>8.0223780232414903</c:v>
                </c:pt>
                <c:pt idx="21792">
                  <c:v>8.0234380158502034</c:v>
                </c:pt>
                <c:pt idx="21793">
                  <c:v>8.0258677780971546</c:v>
                </c:pt>
                <c:pt idx="21794">
                  <c:v>8.0269391861372323</c:v>
                </c:pt>
                <c:pt idx="21795">
                  <c:v>8.0275906048536108</c:v>
                </c:pt>
                <c:pt idx="21796">
                  <c:v>8.0272085574672527</c:v>
                </c:pt>
                <c:pt idx="21797">
                  <c:v>8.0283445982014534</c:v>
                </c:pt>
                <c:pt idx="21798">
                  <c:v>8.0316863630764175</c:v>
                </c:pt>
                <c:pt idx="21799">
                  <c:v>8.0341635938077438</c:v>
                </c:pt>
                <c:pt idx="21800">
                  <c:v>8.0326658727877476</c:v>
                </c:pt>
                <c:pt idx="21801">
                  <c:v>8.0311565720855747</c:v>
                </c:pt>
                <c:pt idx="21802">
                  <c:v>8.0315774647887324</c:v>
                </c:pt>
                <c:pt idx="21803">
                  <c:v>8.0285223175789433</c:v>
                </c:pt>
                <c:pt idx="21804">
                  <c:v>8.0262329076499821</c:v>
                </c:pt>
                <c:pt idx="21805">
                  <c:v>8.0273820063236556</c:v>
                </c:pt>
                <c:pt idx="21806">
                  <c:v>8.0283547817517356</c:v>
                </c:pt>
                <c:pt idx="21807">
                  <c:v>8.0269019833285427</c:v>
                </c:pt>
                <c:pt idx="21808">
                  <c:v>8.024063893565474</c:v>
                </c:pt>
                <c:pt idx="21809">
                  <c:v>8.0231396542520432</c:v>
                </c:pt>
                <c:pt idx="21810">
                  <c:v>8.0248783312117595</c:v>
                </c:pt>
                <c:pt idx="21811">
                  <c:v>8.0245600952654712</c:v>
                </c:pt>
                <c:pt idx="21812">
                  <c:v>8.0233340450868482</c:v>
                </c:pt>
                <c:pt idx="21813">
                  <c:v>8.023035683488688</c:v>
                </c:pt>
                <c:pt idx="21814">
                  <c:v>8.0238358313144165</c:v>
                </c:pt>
                <c:pt idx="21815">
                  <c:v>8.0243977333388088</c:v>
                </c:pt>
                <c:pt idx="21816">
                  <c:v>8.0234270110458663</c:v>
                </c:pt>
                <c:pt idx="21817">
                  <c:v>8.0247598242516318</c:v>
                </c:pt>
                <c:pt idx="21818">
                  <c:v>8.0257231552580794</c:v>
                </c:pt>
                <c:pt idx="21819">
                  <c:v>8.0257312035478172</c:v>
                </c:pt>
                <c:pt idx="21820">
                  <c:v>8.0247546503510865</c:v>
                </c:pt>
                <c:pt idx="21821">
                  <c:v>8.024603868106599</c:v>
                </c:pt>
                <c:pt idx="21822">
                  <c:v>8.0239455508561566</c:v>
                </c:pt>
                <c:pt idx="21823">
                  <c:v>8.0257054982958973</c:v>
                </c:pt>
                <c:pt idx="21824">
                  <c:v>8.0291686445201815</c:v>
                </c:pt>
                <c:pt idx="21825">
                  <c:v>8.0284091487701712</c:v>
                </c:pt>
                <c:pt idx="21826">
                  <c:v>8.0275068369400078</c:v>
                </c:pt>
                <c:pt idx="21827">
                  <c:v>8.0269331088572251</c:v>
                </c:pt>
                <c:pt idx="21828">
                  <c:v>8.0258492177555123</c:v>
                </c:pt>
                <c:pt idx="21829">
                  <c:v>8.0239540918983288</c:v>
                </c:pt>
                <c:pt idx="21830">
                  <c:v>8.0240454974746438</c:v>
                </c:pt>
                <c:pt idx="21831">
                  <c:v>8.0247120272656343</c:v>
                </c:pt>
                <c:pt idx="21832">
                  <c:v>8.0255829671908998</c:v>
                </c:pt>
                <c:pt idx="21833">
                  <c:v>8.0288623167576887</c:v>
                </c:pt>
                <c:pt idx="21834">
                  <c:v>8.030972446926457</c:v>
                </c:pt>
                <c:pt idx="21835">
                  <c:v>8.0298042130333016</c:v>
                </c:pt>
                <c:pt idx="21836">
                  <c:v>8.0304275448610021</c:v>
                </c:pt>
                <c:pt idx="21837">
                  <c:v>8.0308172299100722</c:v>
                </c:pt>
                <c:pt idx="21838">
                  <c:v>8.0295105325832541</c:v>
                </c:pt>
                <c:pt idx="21839">
                  <c:v>8.0271206011579679</c:v>
                </c:pt>
                <c:pt idx="21840">
                  <c:v>8.0268252781998104</c:v>
                </c:pt>
                <c:pt idx="21841">
                  <c:v>8.0278015028949206</c:v>
                </c:pt>
                <c:pt idx="21842">
                  <c:v>8.0304557138750869</c:v>
                </c:pt>
                <c:pt idx="21843">
                  <c:v>8.0292093787213066</c:v>
                </c:pt>
                <c:pt idx="21844">
                  <c:v>8.024264936558124</c:v>
                </c:pt>
                <c:pt idx="21845">
                  <c:v>8.0238690921036415</c:v>
                </c:pt>
                <c:pt idx="21846">
                  <c:v>8.0247202398061841</c:v>
                </c:pt>
                <c:pt idx="21847">
                  <c:v>8.0275736048946733</c:v>
                </c:pt>
                <c:pt idx="21848">
                  <c:v>8.0307758387057042</c:v>
                </c:pt>
                <c:pt idx="21849">
                  <c:v>8.031693590112102</c:v>
                </c:pt>
                <c:pt idx="21850">
                  <c:v>8.0301141543136367</c:v>
                </c:pt>
                <c:pt idx="21851">
                  <c:v>8.0297597831889291</c:v>
                </c:pt>
                <c:pt idx="21852">
                  <c:v>8.0282255984888931</c:v>
                </c:pt>
                <c:pt idx="21853">
                  <c:v>8.0275739333962957</c:v>
                </c:pt>
                <c:pt idx="21854">
                  <c:v>8.0279637005707709</c:v>
                </c:pt>
                <c:pt idx="21855">
                  <c:v>8.0265929454276677</c:v>
                </c:pt>
                <c:pt idx="21856">
                  <c:v>8.02588132878906</c:v>
                </c:pt>
                <c:pt idx="21857">
                  <c:v>8.027279349566788</c:v>
                </c:pt>
                <c:pt idx="21858">
                  <c:v>8.0278615365663359</c:v>
                </c:pt>
                <c:pt idx="21859">
                  <c:v>8.0259208311091044</c:v>
                </c:pt>
                <c:pt idx="21860">
                  <c:v>8.0238131647025011</c:v>
                </c:pt>
                <c:pt idx="21861">
                  <c:v>8.0227783024678683</c:v>
                </c:pt>
                <c:pt idx="21862">
                  <c:v>8.0216232086395927</c:v>
                </c:pt>
                <c:pt idx="21863">
                  <c:v>8.0203170040652072</c:v>
                </c:pt>
                <c:pt idx="21864">
                  <c:v>8.0195011702870289</c:v>
                </c:pt>
                <c:pt idx="21865">
                  <c:v>8.022143473083398</c:v>
                </c:pt>
                <c:pt idx="21866">
                  <c:v>8.0245081098837918</c:v>
                </c:pt>
                <c:pt idx="21867">
                  <c:v>8.0243884531679868</c:v>
                </c:pt>
                <c:pt idx="21868">
                  <c:v>8.0229688334086156</c:v>
                </c:pt>
                <c:pt idx="21869">
                  <c:v>8.0229014084507035</c:v>
                </c:pt>
                <c:pt idx="21870">
                  <c:v>8.0236423438590734</c:v>
                </c:pt>
                <c:pt idx="21871">
                  <c:v>8.0246826263704669</c:v>
                </c:pt>
                <c:pt idx="21872">
                  <c:v>8.0239928550897215</c:v>
                </c:pt>
                <c:pt idx="21873">
                  <c:v>8.0228022009608679</c:v>
                </c:pt>
                <c:pt idx="21874">
                  <c:v>8.0234789143021388</c:v>
                </c:pt>
                <c:pt idx="21875">
                  <c:v>8.0232462530283737</c:v>
                </c:pt>
                <c:pt idx="21876">
                  <c:v>8.0220068164086555</c:v>
                </c:pt>
                <c:pt idx="21877">
                  <c:v>8.02159774976389</c:v>
                </c:pt>
                <c:pt idx="21878">
                  <c:v>8.0217379378310678</c:v>
                </c:pt>
                <c:pt idx="21879">
                  <c:v>8.0213977744015104</c:v>
                </c:pt>
                <c:pt idx="21880">
                  <c:v>8.021787870077608</c:v>
                </c:pt>
                <c:pt idx="21881">
                  <c:v>8.0209738430583499</c:v>
                </c:pt>
                <c:pt idx="21882">
                  <c:v>8.0212772964316503</c:v>
                </c:pt>
                <c:pt idx="21883">
                  <c:v>8.0233811850696011</c:v>
                </c:pt>
                <c:pt idx="21884">
                  <c:v>8.0221151398185029</c:v>
                </c:pt>
                <c:pt idx="21885">
                  <c:v>8.0220000000000002</c:v>
                </c:pt>
                <c:pt idx="21886">
                  <c:v>8.0235991458957834</c:v>
                </c:pt>
                <c:pt idx="21887">
                  <c:v>8.0224896316675558</c:v>
                </c:pt>
                <c:pt idx="21888">
                  <c:v>8.0227582638689281</c:v>
                </c:pt>
                <c:pt idx="21889">
                  <c:v>8.0255064263129796</c:v>
                </c:pt>
                <c:pt idx="21890">
                  <c:v>8.0273305958198176</c:v>
                </c:pt>
                <c:pt idx="21891">
                  <c:v>8.0292850162197684</c:v>
                </c:pt>
                <c:pt idx="21892">
                  <c:v>8.0305567281238446</c:v>
                </c:pt>
                <c:pt idx="21893">
                  <c:v>8.027051040939515</c:v>
                </c:pt>
                <c:pt idx="21894">
                  <c:v>8.0229326161047911</c:v>
                </c:pt>
                <c:pt idx="21895">
                  <c:v>8.0195001026567567</c:v>
                </c:pt>
                <c:pt idx="21896">
                  <c:v>8.0202136903050967</c:v>
                </c:pt>
                <c:pt idx="21897">
                  <c:v>8.0222655114359629</c:v>
                </c:pt>
                <c:pt idx="21898">
                  <c:v>8.0195222765162395</c:v>
                </c:pt>
                <c:pt idx="21899">
                  <c:v>8.0163194678273726</c:v>
                </c:pt>
                <c:pt idx="21900">
                  <c:v>8.0173684556317504</c:v>
                </c:pt>
                <c:pt idx="21901">
                  <c:v>8.0207838869954422</c:v>
                </c:pt>
                <c:pt idx="21902">
                  <c:v>8.0219724058637532</c:v>
                </c:pt>
                <c:pt idx="21903">
                  <c:v>8.0225835010060358</c:v>
                </c:pt>
                <c:pt idx="21904">
                  <c:v>8.0223090379008752</c:v>
                </c:pt>
                <c:pt idx="21905">
                  <c:v>8.0231765285591106</c:v>
                </c:pt>
                <c:pt idx="21906">
                  <c:v>8.023396953147456</c:v>
                </c:pt>
                <c:pt idx="21907">
                  <c:v>8.0244703321972644</c:v>
                </c:pt>
                <c:pt idx="21908">
                  <c:v>8.0244787911140314</c:v>
                </c:pt>
                <c:pt idx="21909">
                  <c:v>8.0233420112511808</c:v>
                </c:pt>
                <c:pt idx="21910">
                  <c:v>8.0230359298649034</c:v>
                </c:pt>
                <c:pt idx="21911">
                  <c:v>8.0232315525807909</c:v>
                </c:pt>
                <c:pt idx="21912">
                  <c:v>8.0239846425491734</c:v>
                </c:pt>
                <c:pt idx="21913">
                  <c:v>8.0210264854432722</c:v>
                </c:pt>
                <c:pt idx="21914">
                  <c:v>8.0189682585307764</c:v>
                </c:pt>
                <c:pt idx="21915">
                  <c:v>8.0214459820145354</c:v>
                </c:pt>
                <c:pt idx="21916">
                  <c:v>8.0233835667063609</c:v>
                </c:pt>
                <c:pt idx="21917">
                  <c:v>8.0224579312610356</c:v>
                </c:pt>
                <c:pt idx="21918">
                  <c:v>8.0246243173325666</c:v>
                </c:pt>
                <c:pt idx="21919">
                  <c:v>8.0277941116084257</c:v>
                </c:pt>
                <c:pt idx="21920">
                  <c:v>8.0288260173284609</c:v>
                </c:pt>
                <c:pt idx="21921">
                  <c:v>8.026507699256765</c:v>
                </c:pt>
                <c:pt idx="21922">
                  <c:v>8.0234641317291508</c:v>
                </c:pt>
                <c:pt idx="21923">
                  <c:v>8.0228674085328304</c:v>
                </c:pt>
                <c:pt idx="21924">
                  <c:v>8.0203512503592993</c:v>
                </c:pt>
                <c:pt idx="21925">
                  <c:v>8.0173261610479205</c:v>
                </c:pt>
                <c:pt idx="21926">
                  <c:v>8.0190502196854592</c:v>
                </c:pt>
                <c:pt idx="21927">
                  <c:v>8.0234288999301935</c:v>
                </c:pt>
                <c:pt idx="21928">
                  <c:v>8.0274709481378057</c:v>
                </c:pt>
                <c:pt idx="21929">
                  <c:v>8.0284828152589007</c:v>
                </c:pt>
                <c:pt idx="21930">
                  <c:v>8.0264610520264448</c:v>
                </c:pt>
                <c:pt idx="21931">
                  <c:v>8.025112306492014</c:v>
                </c:pt>
                <c:pt idx="21932">
                  <c:v>8.0254015521701643</c:v>
                </c:pt>
                <c:pt idx="21933">
                  <c:v>8.0243894386728538</c:v>
                </c:pt>
                <c:pt idx="21934">
                  <c:v>8.0254778466718673</c:v>
                </c:pt>
                <c:pt idx="21935">
                  <c:v>8.0283791729971661</c:v>
                </c:pt>
                <c:pt idx="21936">
                  <c:v>8.0299691208475341</c:v>
                </c:pt>
                <c:pt idx="21937">
                  <c:v>8.029883464049604</c:v>
                </c:pt>
                <c:pt idx="21938">
                  <c:v>8.0283936270685334</c:v>
                </c:pt>
                <c:pt idx="21939">
                  <c:v>8.027875005132838</c:v>
                </c:pt>
                <c:pt idx="21940">
                  <c:v>8.0269523262021103</c:v>
                </c:pt>
                <c:pt idx="21941">
                  <c:v>8.0261188354617499</c:v>
                </c:pt>
                <c:pt idx="21942">
                  <c:v>8.0243267769884614</c:v>
                </c:pt>
                <c:pt idx="21943">
                  <c:v>8.0206258777152719</c:v>
                </c:pt>
                <c:pt idx="21944">
                  <c:v>8.0214376873485804</c:v>
                </c:pt>
                <c:pt idx="21945">
                  <c:v>8.0248583747382245</c:v>
                </c:pt>
                <c:pt idx="21946">
                  <c:v>8.0280925553319911</c:v>
                </c:pt>
                <c:pt idx="21947">
                  <c:v>8.0297591261856862</c:v>
                </c:pt>
                <c:pt idx="21948">
                  <c:v>8.0282041637580583</c:v>
                </c:pt>
                <c:pt idx="21949">
                  <c:v>8.024249989734324</c:v>
                </c:pt>
                <c:pt idx="21950">
                  <c:v>8.0202630476737973</c:v>
                </c:pt>
                <c:pt idx="21951">
                  <c:v>8.0207191721759123</c:v>
                </c:pt>
                <c:pt idx="21952">
                  <c:v>8.0236502278980009</c:v>
                </c:pt>
                <c:pt idx="21953">
                  <c:v>8.0289250605674862</c:v>
                </c:pt>
                <c:pt idx="21954">
                  <c:v>8.035621566131482</c:v>
                </c:pt>
                <c:pt idx="21955">
                  <c:v>8.0363482117192948</c:v>
                </c:pt>
                <c:pt idx="21956">
                  <c:v>8.0353647599885019</c:v>
                </c:pt>
                <c:pt idx="21957">
                  <c:v>8.036426395105325</c:v>
                </c:pt>
                <c:pt idx="21958">
                  <c:v>8.0345714285714287</c:v>
                </c:pt>
                <c:pt idx="21959">
                  <c:v>8.0328681476614783</c:v>
                </c:pt>
                <c:pt idx="21960">
                  <c:v>8.0308302878495468</c:v>
                </c:pt>
                <c:pt idx="21961">
                  <c:v>8.027891594464748</c:v>
                </c:pt>
                <c:pt idx="21962">
                  <c:v>8.0238433047263165</c:v>
                </c:pt>
                <c:pt idx="21963">
                  <c:v>8.0241369030509588</c:v>
                </c:pt>
                <c:pt idx="21964">
                  <c:v>8.0275187451238033</c:v>
                </c:pt>
                <c:pt idx="21965">
                  <c:v>8.0285839116330635</c:v>
                </c:pt>
                <c:pt idx="21966">
                  <c:v>8.0308274134603543</c:v>
                </c:pt>
                <c:pt idx="21967">
                  <c:v>8.0296212376298612</c:v>
                </c:pt>
                <c:pt idx="21968">
                  <c:v>8.0264535786145448</c:v>
                </c:pt>
                <c:pt idx="21969">
                  <c:v>8.0270750215579181</c:v>
                </c:pt>
                <c:pt idx="21970">
                  <c:v>8.0272362337289032</c:v>
                </c:pt>
                <c:pt idx="21971">
                  <c:v>8.0265880179033378</c:v>
                </c:pt>
                <c:pt idx="21972">
                  <c:v>8.0259119615653098</c:v>
                </c:pt>
                <c:pt idx="21973">
                  <c:v>8.0259470291134569</c:v>
                </c:pt>
                <c:pt idx="21974">
                  <c:v>8.0284825688826835</c:v>
                </c:pt>
                <c:pt idx="21975">
                  <c:v>8.0310418428940995</c:v>
                </c:pt>
                <c:pt idx="21976">
                  <c:v>8.0300638935654742</c:v>
                </c:pt>
                <c:pt idx="21977">
                  <c:v>8.0274279965507329</c:v>
                </c:pt>
                <c:pt idx="21978">
                  <c:v>8.0263892744220424</c:v>
                </c:pt>
                <c:pt idx="21979">
                  <c:v>8.0242710138381312</c:v>
                </c:pt>
                <c:pt idx="21980">
                  <c:v>8.0228749640701356</c:v>
                </c:pt>
                <c:pt idx="21981">
                  <c:v>8.0239016137642185</c:v>
                </c:pt>
                <c:pt idx="21982">
                  <c:v>8.024712684268879</c:v>
                </c:pt>
                <c:pt idx="21983">
                  <c:v>8.0263497721019998</c:v>
                </c:pt>
                <c:pt idx="21984">
                  <c:v>8.0303455837063193</c:v>
                </c:pt>
                <c:pt idx="21985">
                  <c:v>8.0308747998193244</c:v>
                </c:pt>
                <c:pt idx="21986">
                  <c:v>8.0262796370057075</c:v>
                </c:pt>
                <c:pt idx="21987">
                  <c:v>8.0255474068903219</c:v>
                </c:pt>
                <c:pt idx="21988">
                  <c:v>8.0259030920215171</c:v>
                </c:pt>
                <c:pt idx="21989">
                  <c:v>8.0252974992814021</c:v>
                </c:pt>
                <c:pt idx="21990">
                  <c:v>8.0257652034656921</c:v>
                </c:pt>
                <c:pt idx="21991">
                  <c:v>8.0250997413049721</c:v>
                </c:pt>
                <c:pt idx="21992">
                  <c:v>8.0234169096209911</c:v>
                </c:pt>
                <c:pt idx="21993">
                  <c:v>8.0227096456288756</c:v>
                </c:pt>
                <c:pt idx="21994">
                  <c:v>8.0225619841497959</c:v>
                </c:pt>
                <c:pt idx="21995">
                  <c:v>8.0222436660781007</c:v>
                </c:pt>
                <c:pt idx="21996">
                  <c:v>8.0209672730259101</c:v>
                </c:pt>
                <c:pt idx="21997">
                  <c:v>8.0192189052683442</c:v>
                </c:pt>
                <c:pt idx="21998">
                  <c:v>8.0197491890116215</c:v>
                </c:pt>
                <c:pt idx="21999">
                  <c:v>8.0219170533404505</c:v>
                </c:pt>
                <c:pt idx="22000">
                  <c:v>8.0252285139407871</c:v>
                </c:pt>
                <c:pt idx="22001">
                  <c:v>8.0267033219726525</c:v>
                </c:pt>
                <c:pt idx="22002">
                  <c:v>8.0258466718679422</c:v>
                </c:pt>
                <c:pt idx="22003">
                  <c:v>8.0223774483636507</c:v>
                </c:pt>
                <c:pt idx="22004">
                  <c:v>8.0181881493039864</c:v>
                </c:pt>
                <c:pt idx="22005">
                  <c:v>8.0175251509054331</c:v>
                </c:pt>
                <c:pt idx="22006">
                  <c:v>8.0177312856732232</c:v>
                </c:pt>
                <c:pt idx="22007">
                  <c:v>8.0202845645300371</c:v>
                </c:pt>
                <c:pt idx="22008">
                  <c:v>8.0238313144171141</c:v>
                </c:pt>
                <c:pt idx="22009">
                  <c:v>8.0266144622839075</c:v>
                </c:pt>
                <c:pt idx="22010">
                  <c:v>8.0252538085656795</c:v>
                </c:pt>
                <c:pt idx="22011">
                  <c:v>8.0224893852913404</c:v>
                </c:pt>
                <c:pt idx="22012">
                  <c:v>8.0238168603457485</c:v>
                </c:pt>
                <c:pt idx="22013">
                  <c:v>8.0256085903174146</c:v>
                </c:pt>
                <c:pt idx="22014">
                  <c:v>8.0277299716667354</c:v>
                </c:pt>
                <c:pt idx="22015">
                  <c:v>8.0270768283168401</c:v>
                </c:pt>
                <c:pt idx="22016">
                  <c:v>8.0263280909949497</c:v>
                </c:pt>
                <c:pt idx="22017">
                  <c:v>8.0247172011661814</c:v>
                </c:pt>
                <c:pt idx="22018">
                  <c:v>8.0249042007144915</c:v>
                </c:pt>
                <c:pt idx="22019">
                  <c:v>8.0228963988009685</c:v>
                </c:pt>
                <c:pt idx="22020">
                  <c:v>8.0208414569046926</c:v>
                </c:pt>
                <c:pt idx="22021">
                  <c:v>8.0210121956227152</c:v>
                </c:pt>
                <c:pt idx="22022">
                  <c:v>8.0226075637498457</c:v>
                </c:pt>
                <c:pt idx="22023">
                  <c:v>8.0249630846302296</c:v>
                </c:pt>
                <c:pt idx="22024">
                  <c:v>8.0266718679423477</c:v>
                </c:pt>
                <c:pt idx="22025">
                  <c:v>8.0266451771855625</c:v>
                </c:pt>
                <c:pt idx="22026">
                  <c:v>8.0260764587525149</c:v>
                </c:pt>
                <c:pt idx="22027">
                  <c:v>8.0246566747423316</c:v>
                </c:pt>
                <c:pt idx="22028">
                  <c:v>8.0245069601281163</c:v>
                </c:pt>
                <c:pt idx="22029">
                  <c:v>8.0272348375970104</c:v>
                </c:pt>
                <c:pt idx="22030">
                  <c:v>8.028179772512626</c:v>
                </c:pt>
                <c:pt idx="22031">
                  <c:v>8.0256159816039094</c:v>
                </c:pt>
                <c:pt idx="22032">
                  <c:v>8.0252866587278771</c:v>
                </c:pt>
                <c:pt idx="22033">
                  <c:v>8.0271965671580503</c:v>
                </c:pt>
                <c:pt idx="22034">
                  <c:v>8.0301871637991216</c:v>
                </c:pt>
                <c:pt idx="22035">
                  <c:v>8.0292057652034661</c:v>
                </c:pt>
                <c:pt idx="22036">
                  <c:v>8.030139366813124</c:v>
                </c:pt>
                <c:pt idx="22037">
                  <c:v>8.0311932821418299</c:v>
                </c:pt>
                <c:pt idx="22038">
                  <c:v>8.0311345624769022</c:v>
                </c:pt>
                <c:pt idx="22039">
                  <c:v>8.03139104011826</c:v>
                </c:pt>
                <c:pt idx="22040">
                  <c:v>8.0297591261856862</c:v>
                </c:pt>
                <c:pt idx="22041">
                  <c:v>8.0265371822773375</c:v>
                </c:pt>
                <c:pt idx="22042">
                  <c:v>8.0230449636595083</c:v>
                </c:pt>
                <c:pt idx="22043">
                  <c:v>8.0245062209994664</c:v>
                </c:pt>
                <c:pt idx="22044">
                  <c:v>8.0262063811440072</c:v>
                </c:pt>
                <c:pt idx="22045">
                  <c:v>8.025880589660412</c:v>
                </c:pt>
                <c:pt idx="22046">
                  <c:v>8.0229785242064633</c:v>
                </c:pt>
                <c:pt idx="22047">
                  <c:v>8.0229248141912706</c:v>
                </c:pt>
                <c:pt idx="22048">
                  <c:v>8.0265182934340746</c:v>
                </c:pt>
                <c:pt idx="22049">
                  <c:v>8.0276442327433983</c:v>
                </c:pt>
                <c:pt idx="22050">
                  <c:v>8.0284148154231509</c:v>
                </c:pt>
                <c:pt idx="22051">
                  <c:v>8.0271592822239555</c:v>
                </c:pt>
                <c:pt idx="22052">
                  <c:v>8.0231121422412031</c:v>
                </c:pt>
                <c:pt idx="22053">
                  <c:v>8.0199813575329522</c:v>
                </c:pt>
                <c:pt idx="22054">
                  <c:v>8.0221204779698603</c:v>
                </c:pt>
                <c:pt idx="22055">
                  <c:v>8.0247274668418669</c:v>
                </c:pt>
                <c:pt idx="22056">
                  <c:v>8.0251626493655817</c:v>
                </c:pt>
                <c:pt idx="22057">
                  <c:v>8.0264028251139496</c:v>
                </c:pt>
                <c:pt idx="22058">
                  <c:v>8.0257799860386818</c:v>
                </c:pt>
                <c:pt idx="22059">
                  <c:v>8.0250991664271343</c:v>
                </c:pt>
                <c:pt idx="22060">
                  <c:v>8.0263482938447002</c:v>
                </c:pt>
                <c:pt idx="22061">
                  <c:v>8.0268881041350149</c:v>
                </c:pt>
                <c:pt idx="22062">
                  <c:v>8.0269064181004399</c:v>
                </c:pt>
                <c:pt idx="22063">
                  <c:v>8.0255078224448742</c:v>
                </c:pt>
                <c:pt idx="22064">
                  <c:v>8.0260467293557269</c:v>
                </c:pt>
                <c:pt idx="22065">
                  <c:v>8.0272960210241031</c:v>
                </c:pt>
                <c:pt idx="22066">
                  <c:v>8.0265518827249203</c:v>
                </c:pt>
                <c:pt idx="22067">
                  <c:v>8.023717570730506</c:v>
                </c:pt>
                <c:pt idx="22068">
                  <c:v>8.0212794316921947</c:v>
                </c:pt>
                <c:pt idx="22069">
                  <c:v>8.0229785242064633</c:v>
                </c:pt>
                <c:pt idx="22070">
                  <c:v>8.0251757073050545</c:v>
                </c:pt>
                <c:pt idx="22071">
                  <c:v>8.0253526875538945</c:v>
                </c:pt>
                <c:pt idx="22072">
                  <c:v>8.0248683940376964</c:v>
                </c:pt>
                <c:pt idx="22073">
                  <c:v>8.021820391738185</c:v>
                </c:pt>
                <c:pt idx="22074">
                  <c:v>8.021292900258695</c:v>
                </c:pt>
                <c:pt idx="22075">
                  <c:v>8.0225076992567654</c:v>
                </c:pt>
                <c:pt idx="22076">
                  <c:v>8.0239174639674786</c:v>
                </c:pt>
                <c:pt idx="22077">
                  <c:v>8.0254091898328745</c:v>
                </c:pt>
                <c:pt idx="22078">
                  <c:v>8.0265408779205849</c:v>
                </c:pt>
                <c:pt idx="22079">
                  <c:v>8.027648174762863</c:v>
                </c:pt>
                <c:pt idx="22080">
                  <c:v>8.0280289902681403</c:v>
                </c:pt>
                <c:pt idx="22081">
                  <c:v>8.0282251057364604</c:v>
                </c:pt>
                <c:pt idx="22082">
                  <c:v>8.027425532788568</c:v>
                </c:pt>
                <c:pt idx="22083">
                  <c:v>8.029494682379994</c:v>
                </c:pt>
                <c:pt idx="22084">
                  <c:v>8.0305318441259796</c:v>
                </c:pt>
                <c:pt idx="22085">
                  <c:v>8.029062702747094</c:v>
                </c:pt>
                <c:pt idx="22086">
                  <c:v>8.0278234303781879</c:v>
                </c:pt>
                <c:pt idx="22087">
                  <c:v>8.0292961852749141</c:v>
                </c:pt>
                <c:pt idx="22088">
                  <c:v>8.030298854350594</c:v>
                </c:pt>
                <c:pt idx="22089">
                  <c:v>8.0294808853118713</c:v>
                </c:pt>
                <c:pt idx="22090">
                  <c:v>8.0279393914507455</c:v>
                </c:pt>
                <c:pt idx="22091">
                  <c:v>8.0270925142692899</c:v>
                </c:pt>
                <c:pt idx="22092">
                  <c:v>8.0263671826879648</c:v>
                </c:pt>
                <c:pt idx="22093">
                  <c:v>8.0266690756785604</c:v>
                </c:pt>
                <c:pt idx="22094">
                  <c:v>8.0237895947111237</c:v>
                </c:pt>
                <c:pt idx="22095">
                  <c:v>8.0207833121176044</c:v>
                </c:pt>
                <c:pt idx="22096">
                  <c:v>8.0201486469839445</c:v>
                </c:pt>
                <c:pt idx="22097">
                  <c:v>8.0233122818543912</c:v>
                </c:pt>
                <c:pt idx="22098">
                  <c:v>8.0296938364883168</c:v>
                </c:pt>
                <c:pt idx="22099">
                  <c:v>8.0339617295610388</c:v>
                </c:pt>
                <c:pt idx="22100">
                  <c:v>8.0314712766394276</c:v>
                </c:pt>
                <c:pt idx="22101">
                  <c:v>8.0281997289861611</c:v>
                </c:pt>
                <c:pt idx="22102">
                  <c:v>8.0273228760317004</c:v>
                </c:pt>
                <c:pt idx="22103">
                  <c:v>8.0275670348622352</c:v>
                </c:pt>
                <c:pt idx="22104">
                  <c:v>8.0280983041103759</c:v>
                </c:pt>
                <c:pt idx="22105">
                  <c:v>8.0251279924444621</c:v>
                </c:pt>
                <c:pt idx="22106">
                  <c:v>8.023226625056461</c:v>
                </c:pt>
                <c:pt idx="22107">
                  <c:v>8.0246844331293889</c:v>
                </c:pt>
                <c:pt idx="22108">
                  <c:v>8.0268518047057853</c:v>
                </c:pt>
                <c:pt idx="22109">
                  <c:v>8.0292947070176162</c:v>
                </c:pt>
                <c:pt idx="22110">
                  <c:v>8.0313613928468772</c:v>
                </c:pt>
                <c:pt idx="22111">
                  <c:v>8.0315791894222475</c:v>
                </c:pt>
                <c:pt idx="22112">
                  <c:v>8.0309705580421298</c:v>
                </c:pt>
                <c:pt idx="22113">
                  <c:v>8.0320354781751728</c:v>
                </c:pt>
                <c:pt idx="22114">
                  <c:v>8.0337283291586257</c:v>
                </c:pt>
                <c:pt idx="22115">
                  <c:v>8.0317948507370751</c:v>
                </c:pt>
                <c:pt idx="22116">
                  <c:v>8.0293480885311865</c:v>
                </c:pt>
                <c:pt idx="22117">
                  <c:v>8.0282687964521831</c:v>
                </c:pt>
                <c:pt idx="22118">
                  <c:v>8.0276826674331705</c:v>
                </c:pt>
                <c:pt idx="22119">
                  <c:v>8.0273471030263206</c:v>
                </c:pt>
                <c:pt idx="22120">
                  <c:v>8.0278359134398229</c:v>
                </c:pt>
                <c:pt idx="22121">
                  <c:v>8.02668714326777</c:v>
                </c:pt>
                <c:pt idx="22122">
                  <c:v>8.0261681107050471</c:v>
                </c:pt>
                <c:pt idx="22123">
                  <c:v>8.0296747833942437</c:v>
                </c:pt>
                <c:pt idx="22124">
                  <c:v>8.0308257709522444</c:v>
                </c:pt>
                <c:pt idx="22125">
                  <c:v>8.0287760850819208</c:v>
                </c:pt>
                <c:pt idx="22126">
                  <c:v>8.026814930398718</c:v>
                </c:pt>
                <c:pt idx="22127">
                  <c:v>8.0267994086970802</c:v>
                </c:pt>
                <c:pt idx="22128">
                  <c:v>8.0289175050301811</c:v>
                </c:pt>
                <c:pt idx="22129">
                  <c:v>8.0287542397240586</c:v>
                </c:pt>
                <c:pt idx="22130">
                  <c:v>8.0254101753377416</c:v>
                </c:pt>
                <c:pt idx="22131">
                  <c:v>8.0227662300332607</c:v>
                </c:pt>
                <c:pt idx="22132">
                  <c:v>8.0235228513940786</c:v>
                </c:pt>
                <c:pt idx="22133">
                  <c:v>8.0243608590317415</c:v>
                </c:pt>
                <c:pt idx="22134">
                  <c:v>8.0244908635486389</c:v>
                </c:pt>
                <c:pt idx="22135">
                  <c:v>8.0215897835995573</c:v>
                </c:pt>
                <c:pt idx="22136">
                  <c:v>8.0170996591795678</c:v>
                </c:pt>
                <c:pt idx="22137">
                  <c:v>8.0159640290723928</c:v>
                </c:pt>
                <c:pt idx="22138">
                  <c:v>8.0203986367182694</c:v>
                </c:pt>
                <c:pt idx="22139">
                  <c:v>8.0224389602923658</c:v>
                </c:pt>
                <c:pt idx="22140">
                  <c:v>8.0231092678520106</c:v>
                </c:pt>
                <c:pt idx="22141">
                  <c:v>8.0242940910770741</c:v>
                </c:pt>
                <c:pt idx="22142">
                  <c:v>8.0268155874019627</c:v>
                </c:pt>
                <c:pt idx="22143">
                  <c:v>8.0266910852872329</c:v>
                </c:pt>
                <c:pt idx="22144">
                  <c:v>8.0248592781176864</c:v>
                </c:pt>
                <c:pt idx="22145">
                  <c:v>8.025597339136862</c:v>
                </c:pt>
                <c:pt idx="22146">
                  <c:v>8.0280831109103605</c:v>
                </c:pt>
                <c:pt idx="22147">
                  <c:v>8.0295219480146187</c:v>
                </c:pt>
                <c:pt idx="22148">
                  <c:v>8.0299320001642513</c:v>
                </c:pt>
                <c:pt idx="22149">
                  <c:v>8.0299315895372239</c:v>
                </c:pt>
                <c:pt idx="22150">
                  <c:v>8.0306851722580372</c:v>
                </c:pt>
                <c:pt idx="22151">
                  <c:v>8.0304883176610691</c:v>
                </c:pt>
                <c:pt idx="22152">
                  <c:v>8.0301124296801216</c:v>
                </c:pt>
                <c:pt idx="22153">
                  <c:v>8.029867695971749</c:v>
                </c:pt>
                <c:pt idx="22154">
                  <c:v>8.0277368702007958</c:v>
                </c:pt>
                <c:pt idx="22155">
                  <c:v>8.0269825483513326</c:v>
                </c:pt>
                <c:pt idx="22156">
                  <c:v>8.02715903584774</c:v>
                </c:pt>
                <c:pt idx="22157">
                  <c:v>8.028364308298773</c:v>
                </c:pt>
                <c:pt idx="22158">
                  <c:v>8.0296970393791316</c:v>
                </c:pt>
                <c:pt idx="22159">
                  <c:v>8.029760522317579</c:v>
                </c:pt>
                <c:pt idx="22160">
                  <c:v>8.0303874676631217</c:v>
                </c:pt>
                <c:pt idx="22161">
                  <c:v>8.0330225434238081</c:v>
                </c:pt>
                <c:pt idx="22162">
                  <c:v>8.0329381185069604</c:v>
                </c:pt>
                <c:pt idx="22163">
                  <c:v>8.0327901285262602</c:v>
                </c:pt>
                <c:pt idx="22164">
                  <c:v>8.0329819734734933</c:v>
                </c:pt>
                <c:pt idx="22165">
                  <c:v>8.0303917381842069</c:v>
                </c:pt>
                <c:pt idx="22166">
                  <c:v>8.0309703116659144</c:v>
                </c:pt>
                <c:pt idx="22167">
                  <c:v>8.0327976840635653</c:v>
                </c:pt>
                <c:pt idx="22168">
                  <c:v>8.0317638894592047</c:v>
                </c:pt>
                <c:pt idx="22169">
                  <c:v>8.0300418018313966</c:v>
                </c:pt>
                <c:pt idx="22170">
                  <c:v>8.028065207571963</c:v>
                </c:pt>
                <c:pt idx="22171">
                  <c:v>8.0278220342462934</c:v>
                </c:pt>
                <c:pt idx="22172">
                  <c:v>8.0299562271588716</c:v>
                </c:pt>
                <c:pt idx="22173">
                  <c:v>8.0310964562887523</c:v>
                </c:pt>
                <c:pt idx="22174">
                  <c:v>8.0284401100480434</c:v>
                </c:pt>
                <c:pt idx="22175">
                  <c:v>8.0279958937297256</c:v>
                </c:pt>
                <c:pt idx="22176">
                  <c:v>8.0286316264936559</c:v>
                </c:pt>
                <c:pt idx="22177">
                  <c:v>8.0299623044388788</c:v>
                </c:pt>
                <c:pt idx="22178">
                  <c:v>8.0316682133618027</c:v>
                </c:pt>
                <c:pt idx="22179">
                  <c:v>8.0326367182687957</c:v>
                </c:pt>
                <c:pt idx="22180">
                  <c:v>8.0335480638935657</c:v>
                </c:pt>
                <c:pt idx="22181">
                  <c:v>8.0350488235535664</c:v>
                </c:pt>
                <c:pt idx="22182">
                  <c:v>8.0357463967478342</c:v>
                </c:pt>
                <c:pt idx="22183">
                  <c:v>8.0351412146347467</c:v>
                </c:pt>
                <c:pt idx="22184">
                  <c:v>8.0322070381472503</c:v>
                </c:pt>
                <c:pt idx="22185">
                  <c:v>8.0289637416334738</c:v>
                </c:pt>
                <c:pt idx="22186">
                  <c:v>8.0264637621648252</c:v>
                </c:pt>
                <c:pt idx="22187">
                  <c:v>8.0266767954666776</c:v>
                </c:pt>
                <c:pt idx="22188">
                  <c:v>8.02670627848725</c:v>
                </c:pt>
                <c:pt idx="22189">
                  <c:v>8.0230288670800309</c:v>
                </c:pt>
                <c:pt idx="22190">
                  <c:v>8.0225426846795056</c:v>
                </c:pt>
                <c:pt idx="22191">
                  <c:v>8.0267315731121425</c:v>
                </c:pt>
                <c:pt idx="22192">
                  <c:v>8.0276468607563753</c:v>
                </c:pt>
                <c:pt idx="22193">
                  <c:v>8.0276919476039907</c:v>
                </c:pt>
                <c:pt idx="22194">
                  <c:v>8.0259124543177425</c:v>
                </c:pt>
                <c:pt idx="22195">
                  <c:v>8.0225319262513857</c:v>
                </c:pt>
                <c:pt idx="22196">
                  <c:v>8.0241061881493039</c:v>
                </c:pt>
                <c:pt idx="22197">
                  <c:v>8.0255241654005669</c:v>
                </c:pt>
                <c:pt idx="22198">
                  <c:v>8.0237335030591712</c:v>
                </c:pt>
                <c:pt idx="22199">
                  <c:v>8.0228490124419984</c:v>
                </c:pt>
                <c:pt idx="22200">
                  <c:v>8.0235962715065909</c:v>
                </c:pt>
                <c:pt idx="22201">
                  <c:v>8.0242747094813787</c:v>
                </c:pt>
                <c:pt idx="22202">
                  <c:v>8.0259751160021349</c:v>
                </c:pt>
                <c:pt idx="22203">
                  <c:v>8.0262979509711325</c:v>
                </c:pt>
                <c:pt idx="22204">
                  <c:v>8.0252354124748493</c:v>
                </c:pt>
                <c:pt idx="22205">
                  <c:v>8.0262173859483426</c:v>
                </c:pt>
                <c:pt idx="22206">
                  <c:v>8.027145567281238</c:v>
                </c:pt>
                <c:pt idx="22207">
                  <c:v>8.0290739539276483</c:v>
                </c:pt>
                <c:pt idx="22208">
                  <c:v>8.0314631462242847</c:v>
                </c:pt>
                <c:pt idx="22209">
                  <c:v>8.0313360982219848</c:v>
                </c:pt>
                <c:pt idx="22210">
                  <c:v>8.0327081673715757</c:v>
                </c:pt>
                <c:pt idx="22211">
                  <c:v>8.033378064304193</c:v>
                </c:pt>
                <c:pt idx="22212">
                  <c:v>8.033942019463721</c:v>
                </c:pt>
                <c:pt idx="22213">
                  <c:v>8.0325616556481751</c:v>
                </c:pt>
                <c:pt idx="22214">
                  <c:v>8.0323960908306979</c:v>
                </c:pt>
                <c:pt idx="22215">
                  <c:v>8.0344718104545638</c:v>
                </c:pt>
                <c:pt idx="22216">
                  <c:v>8.0308862152506872</c:v>
                </c:pt>
                <c:pt idx="22217">
                  <c:v>8.0274345665831728</c:v>
                </c:pt>
                <c:pt idx="22218">
                  <c:v>8.0277399088408004</c:v>
                </c:pt>
                <c:pt idx="22219">
                  <c:v>8.0298561162895741</c:v>
                </c:pt>
                <c:pt idx="22220">
                  <c:v>8.0315655566049351</c:v>
                </c:pt>
                <c:pt idx="22221">
                  <c:v>8.0331932000164255</c:v>
                </c:pt>
                <c:pt idx="22222">
                  <c:v>8.0335423972405859</c:v>
                </c:pt>
                <c:pt idx="22223">
                  <c:v>8.0328587853652529</c:v>
                </c:pt>
                <c:pt idx="22224">
                  <c:v>8.0338783722744633</c:v>
                </c:pt>
                <c:pt idx="22225">
                  <c:v>8.0362241202315943</c:v>
                </c:pt>
                <c:pt idx="22226">
                  <c:v>8.034202849751571</c:v>
                </c:pt>
                <c:pt idx="22227">
                  <c:v>8.0300101835502815</c:v>
                </c:pt>
                <c:pt idx="22228">
                  <c:v>8.0275312281854383</c:v>
                </c:pt>
                <c:pt idx="22229">
                  <c:v>8.0271476204163754</c:v>
                </c:pt>
                <c:pt idx="22230">
                  <c:v>8.0281155504455306</c:v>
                </c:pt>
                <c:pt idx="22231">
                  <c:v>8.0285039214881131</c:v>
                </c:pt>
                <c:pt idx="22232">
                  <c:v>8.0287043074775184</c:v>
                </c:pt>
                <c:pt idx="22233">
                  <c:v>8.0278378023241483</c:v>
                </c:pt>
                <c:pt idx="22234">
                  <c:v>8.0266524863466522</c:v>
                </c:pt>
                <c:pt idx="22235">
                  <c:v>8.0269344228637127</c:v>
                </c:pt>
                <c:pt idx="22236">
                  <c:v>8.0279175460928833</c:v>
                </c:pt>
                <c:pt idx="22237">
                  <c:v>8.0285623126514185</c:v>
                </c:pt>
                <c:pt idx="22238">
                  <c:v>8.028360037777686</c:v>
                </c:pt>
                <c:pt idx="22239">
                  <c:v>8.0283079702706033</c:v>
                </c:pt>
                <c:pt idx="22240">
                  <c:v>8.0297317784256563</c:v>
                </c:pt>
                <c:pt idx="22241">
                  <c:v>8.0299530242680568</c:v>
                </c:pt>
                <c:pt idx="22242">
                  <c:v>8.0283999507247561</c:v>
                </c:pt>
                <c:pt idx="22243">
                  <c:v>8.0299949903502643</c:v>
                </c:pt>
                <c:pt idx="22244">
                  <c:v>8.0314130497269325</c:v>
                </c:pt>
                <c:pt idx="22245">
                  <c:v>8.0304779698599766</c:v>
                </c:pt>
                <c:pt idx="22246">
                  <c:v>8.0302756949862442</c:v>
                </c:pt>
                <c:pt idx="22247">
                  <c:v>8.0311862193569574</c:v>
                </c:pt>
                <c:pt idx="22248">
                  <c:v>8.0315027306697324</c:v>
                </c:pt>
                <c:pt idx="22249">
                  <c:v>8.0299971256108069</c:v>
                </c:pt>
                <c:pt idx="22250">
                  <c:v>8.0294842524534964</c:v>
                </c:pt>
                <c:pt idx="22251">
                  <c:v>8.0269809058432227</c:v>
                </c:pt>
                <c:pt idx="22252">
                  <c:v>8.0291873691126359</c:v>
                </c:pt>
                <c:pt idx="22253">
                  <c:v>8.0305546749887071</c:v>
                </c:pt>
                <c:pt idx="22254">
                  <c:v>8.027394817886913</c:v>
                </c:pt>
                <c:pt idx="22255">
                  <c:v>8.0278832176733879</c:v>
                </c:pt>
                <c:pt idx="22256">
                  <c:v>8.0301405986942065</c:v>
                </c:pt>
                <c:pt idx="22257">
                  <c:v>8.0296796287931667</c:v>
                </c:pt>
                <c:pt idx="22258">
                  <c:v>8.0275924937379379</c:v>
                </c:pt>
                <c:pt idx="22259">
                  <c:v>8.0275669527368283</c:v>
                </c:pt>
                <c:pt idx="22260">
                  <c:v>8.0285850613887408</c:v>
                </c:pt>
                <c:pt idx="22261">
                  <c:v>8.0282094197840106</c:v>
                </c:pt>
                <c:pt idx="22262">
                  <c:v>8.0272921611300454</c:v>
                </c:pt>
                <c:pt idx="22263">
                  <c:v>8.0254122284728773</c:v>
                </c:pt>
                <c:pt idx="22264">
                  <c:v>8.0260285796411122</c:v>
                </c:pt>
                <c:pt idx="22265">
                  <c:v>8.0276243583952702</c:v>
                </c:pt>
                <c:pt idx="22266">
                  <c:v>8.0292136492423936</c:v>
                </c:pt>
                <c:pt idx="22267">
                  <c:v>8.0312354946002547</c:v>
                </c:pt>
                <c:pt idx="22268">
                  <c:v>8.0323840183960904</c:v>
                </c:pt>
                <c:pt idx="22269">
                  <c:v>8.0324416704307477</c:v>
                </c:pt>
                <c:pt idx="22270">
                  <c:v>8.03236800394202</c:v>
                </c:pt>
                <c:pt idx="22271">
                  <c:v>8.0322775017451651</c:v>
                </c:pt>
                <c:pt idx="22272">
                  <c:v>8.0321433088325875</c:v>
                </c:pt>
                <c:pt idx="22273">
                  <c:v>8.0339781546421385</c:v>
                </c:pt>
                <c:pt idx="22274">
                  <c:v>8.0358324641727918</c:v>
                </c:pt>
                <c:pt idx="22275">
                  <c:v>8.0341922555742613</c:v>
                </c:pt>
                <c:pt idx="22276">
                  <c:v>8.0320605264238498</c:v>
                </c:pt>
                <c:pt idx="22277">
                  <c:v>8.0299800435264643</c:v>
                </c:pt>
                <c:pt idx="22278">
                  <c:v>8.0313456247690223</c:v>
                </c:pt>
                <c:pt idx="22279">
                  <c:v>8.0332183303905058</c:v>
                </c:pt>
                <c:pt idx="22280">
                  <c:v>8.0324105449020653</c:v>
                </c:pt>
                <c:pt idx="22281">
                  <c:v>8.0305920420482071</c:v>
                </c:pt>
                <c:pt idx="22282">
                  <c:v>8.0288860509998763</c:v>
                </c:pt>
                <c:pt idx="22283">
                  <c:v>8.0293704266414814</c:v>
                </c:pt>
                <c:pt idx="22284">
                  <c:v>8.0313963782696174</c:v>
                </c:pt>
                <c:pt idx="22285">
                  <c:v>8.0307603170040647</c:v>
                </c:pt>
                <c:pt idx="22286">
                  <c:v>8.0309980700529717</c:v>
                </c:pt>
                <c:pt idx="22287">
                  <c:v>8.0309913357697198</c:v>
                </c:pt>
                <c:pt idx="22288">
                  <c:v>8.0301210528476989</c:v>
                </c:pt>
                <c:pt idx="22289">
                  <c:v>8.029815382088449</c:v>
                </c:pt>
                <c:pt idx="22290">
                  <c:v>8.0293615570976886</c:v>
                </c:pt>
                <c:pt idx="22291">
                  <c:v>8.0267356793824174</c:v>
                </c:pt>
                <c:pt idx="22292">
                  <c:v>8.0249523262021114</c:v>
                </c:pt>
                <c:pt idx="22293">
                  <c:v>8.0273906294912329</c:v>
                </c:pt>
                <c:pt idx="22294">
                  <c:v>8.0330168767708283</c:v>
                </c:pt>
                <c:pt idx="22295">
                  <c:v>8.0371550117028701</c:v>
                </c:pt>
                <c:pt idx="22296">
                  <c:v>8.0383815546339257</c:v>
                </c:pt>
                <c:pt idx="22297">
                  <c:v>8.0366999548310272</c:v>
                </c:pt>
                <c:pt idx="22298">
                  <c:v>8.0340114154313635</c:v>
                </c:pt>
                <c:pt idx="22299">
                  <c:v>8.0360366279308497</c:v>
                </c:pt>
                <c:pt idx="22300">
                  <c:v>8.0385136944113658</c:v>
                </c:pt>
                <c:pt idx="22301">
                  <c:v>8.0380398308216652</c:v>
                </c:pt>
                <c:pt idx="22302">
                  <c:v>8.0379620580626625</c:v>
                </c:pt>
                <c:pt idx="22303">
                  <c:v>8.0362646901819073</c:v>
                </c:pt>
                <c:pt idx="22304">
                  <c:v>8.0353854555906867</c:v>
                </c:pt>
                <c:pt idx="22305">
                  <c:v>8.0378088120560101</c:v>
                </c:pt>
                <c:pt idx="22306">
                  <c:v>8.0377151069683404</c:v>
                </c:pt>
                <c:pt idx="22307">
                  <c:v>8.0353697696382369</c:v>
                </c:pt>
                <c:pt idx="22308">
                  <c:v>8.0332416540056659</c:v>
                </c:pt>
                <c:pt idx="22309">
                  <c:v>8.0324979263335106</c:v>
                </c:pt>
                <c:pt idx="22310">
                  <c:v>8.0313697696382373</c:v>
                </c:pt>
                <c:pt idx="22311">
                  <c:v>8.0298080729273593</c:v>
                </c:pt>
                <c:pt idx="22312">
                  <c:v>8.0297161745986116</c:v>
                </c:pt>
                <c:pt idx="22313">
                  <c:v>8.0337748121381356</c:v>
                </c:pt>
                <c:pt idx="22314">
                  <c:v>8.0381200673428328</c:v>
                </c:pt>
                <c:pt idx="22315">
                  <c:v>8.0406306409887893</c:v>
                </c:pt>
                <c:pt idx="22316">
                  <c:v>8.0410410216400443</c:v>
                </c:pt>
                <c:pt idx="22317">
                  <c:v>8.0392080647148187</c:v>
                </c:pt>
                <c:pt idx="22318">
                  <c:v>8.0394928756210735</c:v>
                </c:pt>
                <c:pt idx="22319">
                  <c:v>8.0411671662628841</c:v>
                </c:pt>
                <c:pt idx="22320">
                  <c:v>8.040178540631544</c:v>
                </c:pt>
                <c:pt idx="22321">
                  <c:v>8.0386156120395853</c:v>
                </c:pt>
                <c:pt idx="22322">
                  <c:v>8.0395334455713883</c:v>
                </c:pt>
                <c:pt idx="22323">
                  <c:v>8.0410787172011666</c:v>
                </c:pt>
                <c:pt idx="22324">
                  <c:v>8.0412353303494442</c:v>
                </c:pt>
                <c:pt idx="22325">
                  <c:v>8.0415934792428043</c:v>
                </c:pt>
                <c:pt idx="22326">
                  <c:v>8.0423465692111851</c:v>
                </c:pt>
                <c:pt idx="22327">
                  <c:v>8.0421393668131245</c:v>
                </c:pt>
                <c:pt idx="22328">
                  <c:v>8.0424725495832128</c:v>
                </c:pt>
                <c:pt idx="22329">
                  <c:v>8.0434913973637752</c:v>
                </c:pt>
                <c:pt idx="22330">
                  <c:v>8.0447539112224362</c:v>
                </c:pt>
                <c:pt idx="22331">
                  <c:v>8.0437954256149133</c:v>
                </c:pt>
                <c:pt idx="22332">
                  <c:v>8.043227117808895</c:v>
                </c:pt>
                <c:pt idx="22333">
                  <c:v>8.0437433581078306</c:v>
                </c:pt>
                <c:pt idx="22334">
                  <c:v>8.0418804254095999</c:v>
                </c:pt>
                <c:pt idx="22335">
                  <c:v>8.0396473535088084</c:v>
                </c:pt>
                <c:pt idx="22336">
                  <c:v>8.0386165975444506</c:v>
                </c:pt>
                <c:pt idx="22337">
                  <c:v>8.039907691044224</c:v>
                </c:pt>
                <c:pt idx="22338">
                  <c:v>8.0383477189668628</c:v>
                </c:pt>
                <c:pt idx="22339">
                  <c:v>8.0366671046688296</c:v>
                </c:pt>
                <c:pt idx="22340">
                  <c:v>8.0364135014166624</c:v>
                </c:pt>
                <c:pt idx="22341">
                  <c:v>8.0364484868394044</c:v>
                </c:pt>
                <c:pt idx="22342">
                  <c:v>8.0390102246129835</c:v>
                </c:pt>
                <c:pt idx="22343">
                  <c:v>8.0437789184084103</c:v>
                </c:pt>
                <c:pt idx="22344">
                  <c:v>8.0472840307149021</c:v>
                </c:pt>
                <c:pt idx="22345">
                  <c:v>8.0453832382047388</c:v>
                </c:pt>
                <c:pt idx="22346">
                  <c:v>8.04267383895208</c:v>
                </c:pt>
                <c:pt idx="22347">
                  <c:v>8.0464115304069317</c:v>
                </c:pt>
                <c:pt idx="22348">
                  <c:v>8.0490484129265383</c:v>
                </c:pt>
                <c:pt idx="22349">
                  <c:v>8.0493014413008659</c:v>
                </c:pt>
                <c:pt idx="22350">
                  <c:v>8.048403564242598</c:v>
                </c:pt>
                <c:pt idx="22351">
                  <c:v>8.0460145361967719</c:v>
                </c:pt>
                <c:pt idx="22352">
                  <c:v>8.0418007637662718</c:v>
                </c:pt>
                <c:pt idx="22353">
                  <c:v>8.0381960333429152</c:v>
                </c:pt>
                <c:pt idx="22354">
                  <c:v>8.0394877017205264</c:v>
                </c:pt>
                <c:pt idx="22355">
                  <c:v>8.0409101137436867</c:v>
                </c:pt>
                <c:pt idx="22356">
                  <c:v>8.0397934546051815</c:v>
                </c:pt>
                <c:pt idx="22357">
                  <c:v>8.0384398636718277</c:v>
                </c:pt>
                <c:pt idx="22358">
                  <c:v>8.037906705539358</c:v>
                </c:pt>
                <c:pt idx="22359">
                  <c:v>8.038734118999713</c:v>
                </c:pt>
                <c:pt idx="22360">
                  <c:v>8.0396926046072359</c:v>
                </c:pt>
                <c:pt idx="22361">
                  <c:v>8.0414911509875573</c:v>
                </c:pt>
                <c:pt idx="22362">
                  <c:v>8.0430804418346824</c:v>
                </c:pt>
                <c:pt idx="22363">
                  <c:v>8.0448735679382413</c:v>
                </c:pt>
                <c:pt idx="22364">
                  <c:v>8.0455656387303414</c:v>
                </c:pt>
                <c:pt idx="22365">
                  <c:v>8.0472764751775969</c:v>
                </c:pt>
                <c:pt idx="22366">
                  <c:v>8.0473591754609295</c:v>
                </c:pt>
                <c:pt idx="22367">
                  <c:v>8.048355520880385</c:v>
                </c:pt>
                <c:pt idx="22368">
                  <c:v>8.0504301728739787</c:v>
                </c:pt>
                <c:pt idx="22369">
                  <c:v>8.0508992731901614</c:v>
                </c:pt>
                <c:pt idx="22370">
                  <c:v>8.0491143596271506</c:v>
                </c:pt>
                <c:pt idx="22371">
                  <c:v>8.0473424218782075</c:v>
                </c:pt>
                <c:pt idx="22372">
                  <c:v>8.0476821746807374</c:v>
                </c:pt>
                <c:pt idx="22373">
                  <c:v>8.0477427011045872</c:v>
                </c:pt>
                <c:pt idx="22374">
                  <c:v>8.0461677000780192</c:v>
                </c:pt>
                <c:pt idx="22375">
                  <c:v>8.0468274955857595</c:v>
                </c:pt>
                <c:pt idx="22376">
                  <c:v>8.0484995688416205</c:v>
                </c:pt>
                <c:pt idx="22377">
                  <c:v>8.0495094649529833</c:v>
                </c:pt>
                <c:pt idx="22378">
                  <c:v>8.050403071490166</c:v>
                </c:pt>
                <c:pt idx="22379">
                  <c:v>8.0500333429146309</c:v>
                </c:pt>
                <c:pt idx="22380">
                  <c:v>8.0495875662136083</c:v>
                </c:pt>
                <c:pt idx="22381">
                  <c:v>8.0464980084589168</c:v>
                </c:pt>
                <c:pt idx="22382">
                  <c:v>8.0455097113291991</c:v>
                </c:pt>
                <c:pt idx="22383">
                  <c:v>8.0483834435182526</c:v>
                </c:pt>
                <c:pt idx="22384">
                  <c:v>8.0487302591056551</c:v>
                </c:pt>
                <c:pt idx="22385">
                  <c:v>8.0485051533691951</c:v>
                </c:pt>
                <c:pt idx="22386">
                  <c:v>8.0511386687471767</c:v>
                </c:pt>
                <c:pt idx="22387">
                  <c:v>8.0563161828111518</c:v>
                </c:pt>
                <c:pt idx="22388">
                  <c:v>8.0597516527737856</c:v>
                </c:pt>
                <c:pt idx="22389">
                  <c:v>8.0603666899355311</c:v>
                </c:pt>
                <c:pt idx="22390">
                  <c:v>8.0604921775551261</c:v>
                </c:pt>
                <c:pt idx="22391">
                  <c:v>8.0614913152383689</c:v>
                </c:pt>
                <c:pt idx="22392">
                  <c:v>8.0638723771198624</c:v>
                </c:pt>
                <c:pt idx="22393">
                  <c:v>8.0646524042212455</c:v>
                </c:pt>
                <c:pt idx="22394">
                  <c:v>8.0635750831519726</c:v>
                </c:pt>
                <c:pt idx="22395">
                  <c:v>8.0626237424547291</c:v>
                </c:pt>
                <c:pt idx="22396">
                  <c:v>8.0607361721348507</c:v>
                </c:pt>
                <c:pt idx="22397">
                  <c:v>8.0597253726440279</c:v>
                </c:pt>
                <c:pt idx="22398">
                  <c:v>8.0620793331417069</c:v>
                </c:pt>
                <c:pt idx="22399">
                  <c:v>8.0637690633597501</c:v>
                </c:pt>
                <c:pt idx="22400">
                  <c:v>8.0629897753870168</c:v>
                </c:pt>
                <c:pt idx="22401">
                  <c:v>8.0618299182852216</c:v>
                </c:pt>
                <c:pt idx="22402">
                  <c:v>8.0588260994538654</c:v>
                </c:pt>
                <c:pt idx="22403">
                  <c:v>8.0583275982425171</c:v>
                </c:pt>
                <c:pt idx="22404">
                  <c:v>8.0617752227651618</c:v>
                </c:pt>
                <c:pt idx="22405">
                  <c:v>8.0639802077772753</c:v>
                </c:pt>
                <c:pt idx="22406">
                  <c:v>8.0642880137970678</c:v>
                </c:pt>
                <c:pt idx="22407">
                  <c:v>8.0645106557713628</c:v>
                </c:pt>
                <c:pt idx="22408">
                  <c:v>8.0636053053011949</c:v>
                </c:pt>
                <c:pt idx="22409">
                  <c:v>8.0611943497721015</c:v>
                </c:pt>
                <c:pt idx="22410">
                  <c:v>8.0612791031905715</c:v>
                </c:pt>
                <c:pt idx="22411">
                  <c:v>8.0613869338479862</c:v>
                </c:pt>
                <c:pt idx="22412">
                  <c:v>8.060612573399581</c:v>
                </c:pt>
                <c:pt idx="22413">
                  <c:v>8.0621445407136694</c:v>
                </c:pt>
                <c:pt idx="22414">
                  <c:v>8.0658857635609582</c:v>
                </c:pt>
                <c:pt idx="22415">
                  <c:v>8.0677444257381019</c:v>
                </c:pt>
                <c:pt idx="22416">
                  <c:v>8.0683087093992523</c:v>
                </c:pt>
                <c:pt idx="22417">
                  <c:v>8.0673312528230614</c:v>
                </c:pt>
                <c:pt idx="22418">
                  <c:v>8.0670277173243541</c:v>
                </c:pt>
                <c:pt idx="22419">
                  <c:v>8.0681415020736669</c:v>
                </c:pt>
                <c:pt idx="22420">
                  <c:v>8.0710048864616262</c:v>
                </c:pt>
                <c:pt idx="22421">
                  <c:v>8.0722468689689162</c:v>
                </c:pt>
                <c:pt idx="22422">
                  <c:v>8.0722729027224567</c:v>
                </c:pt>
                <c:pt idx="22423">
                  <c:v>8.0739026813944896</c:v>
                </c:pt>
                <c:pt idx="22424">
                  <c:v>8.0754663491150982</c:v>
                </c:pt>
                <c:pt idx="22425">
                  <c:v>8.0765928633022632</c:v>
                </c:pt>
                <c:pt idx="22426">
                  <c:v>8.0771335769720363</c:v>
                </c:pt>
                <c:pt idx="22427">
                  <c:v>8.0771183837720191</c:v>
                </c:pt>
                <c:pt idx="22428">
                  <c:v>8.0772869051040939</c:v>
                </c:pt>
                <c:pt idx="22429">
                  <c:v>8.0758886379501504</c:v>
                </c:pt>
                <c:pt idx="22430">
                  <c:v>8.0756338849423077</c:v>
                </c:pt>
                <c:pt idx="22431">
                  <c:v>8.0784452839485894</c:v>
                </c:pt>
                <c:pt idx="22432">
                  <c:v>8.0807555537305458</c:v>
                </c:pt>
                <c:pt idx="22433">
                  <c:v>8.081562353714121</c:v>
                </c:pt>
                <c:pt idx="22434">
                  <c:v>8.0801358354206876</c:v>
                </c:pt>
                <c:pt idx="22435">
                  <c:v>8.0780791688908966</c:v>
                </c:pt>
                <c:pt idx="22436">
                  <c:v>8.0782201782121295</c:v>
                </c:pt>
                <c:pt idx="22437">
                  <c:v>8.0803306368825201</c:v>
                </c:pt>
                <c:pt idx="22438">
                  <c:v>8.0851960744056175</c:v>
                </c:pt>
                <c:pt idx="22439">
                  <c:v>8.0882774196197591</c:v>
                </c:pt>
                <c:pt idx="22440">
                  <c:v>8.0900455796000497</c:v>
                </c:pt>
                <c:pt idx="22441">
                  <c:v>8.0914236439042426</c:v>
                </c:pt>
                <c:pt idx="22442">
                  <c:v>8.0903321972652247</c:v>
                </c:pt>
                <c:pt idx="22443">
                  <c:v>8.0913004557960004</c:v>
                </c:pt>
                <c:pt idx="22444">
                  <c:v>8.0906565926169254</c:v>
                </c:pt>
                <c:pt idx="22445">
                  <c:v>8.0890091569827121</c:v>
                </c:pt>
                <c:pt idx="22446">
                  <c:v>8.0875990637703765</c:v>
                </c:pt>
                <c:pt idx="22447">
                  <c:v>8.0869831232291709</c:v>
                </c:pt>
                <c:pt idx="22448">
                  <c:v>8.0866767954666781</c:v>
                </c:pt>
                <c:pt idx="22449">
                  <c:v>8.0882634583008262</c:v>
                </c:pt>
                <c:pt idx="22450">
                  <c:v>8.0915057693097356</c:v>
                </c:pt>
                <c:pt idx="22451">
                  <c:v>8.0950166303946123</c:v>
                </c:pt>
                <c:pt idx="22452">
                  <c:v>8.094597790826592</c:v>
                </c:pt>
                <c:pt idx="22453">
                  <c:v>8.0931950889007513</c:v>
                </c:pt>
                <c:pt idx="22454">
                  <c:v>8.0930743645546741</c:v>
                </c:pt>
                <c:pt idx="22455">
                  <c:v>8.0961745986120803</c:v>
                </c:pt>
                <c:pt idx="22456">
                  <c:v>8.0997084548104965</c:v>
                </c:pt>
                <c:pt idx="22457">
                  <c:v>8.0997043485402216</c:v>
                </c:pt>
                <c:pt idx="22458">
                  <c:v>8.0985792304849511</c:v>
                </c:pt>
                <c:pt idx="22459">
                  <c:v>8.0990563790908716</c:v>
                </c:pt>
                <c:pt idx="22460">
                  <c:v>8.1006003367141624</c:v>
                </c:pt>
                <c:pt idx="22461">
                  <c:v>8.1008097564981725</c:v>
                </c:pt>
                <c:pt idx="22462">
                  <c:v>8.0983156079333138</c:v>
                </c:pt>
                <c:pt idx="22463">
                  <c:v>8.0971929536402083</c:v>
                </c:pt>
                <c:pt idx="22464">
                  <c:v>8.0978318892949535</c:v>
                </c:pt>
                <c:pt idx="22465">
                  <c:v>8.0977473001272937</c:v>
                </c:pt>
                <c:pt idx="22466">
                  <c:v>8.0964825688826831</c:v>
                </c:pt>
                <c:pt idx="22467">
                  <c:v>8.0937461503716168</c:v>
                </c:pt>
                <c:pt idx="22468">
                  <c:v>8.0942725742208346</c:v>
                </c:pt>
                <c:pt idx="22469">
                  <c:v>8.0973128567322306</c:v>
                </c:pt>
                <c:pt idx="22470">
                  <c:v>8.0992124173613114</c:v>
                </c:pt>
                <c:pt idx="22471">
                  <c:v>8.1004943949410748</c:v>
                </c:pt>
                <c:pt idx="22472">
                  <c:v>8.1006652157845025</c:v>
                </c:pt>
                <c:pt idx="22473">
                  <c:v>8.1034032768036788</c:v>
                </c:pt>
                <c:pt idx="22474">
                  <c:v>8.1063146224284477</c:v>
                </c:pt>
                <c:pt idx="22475">
                  <c:v>8.1071670841374779</c:v>
                </c:pt>
                <c:pt idx="22476">
                  <c:v>8.1108364472549574</c:v>
                </c:pt>
                <c:pt idx="22477">
                  <c:v>8.1132952818954536</c:v>
                </c:pt>
                <c:pt idx="22478">
                  <c:v>8.1137477928797281</c:v>
                </c:pt>
                <c:pt idx="22479">
                  <c:v>8.1115714696341321</c:v>
                </c:pt>
                <c:pt idx="22480">
                  <c:v>8.1086313801174388</c:v>
                </c:pt>
                <c:pt idx="22481">
                  <c:v>8.1079168890896405</c:v>
                </c:pt>
                <c:pt idx="22482">
                  <c:v>8.1090009444421636</c:v>
                </c:pt>
                <c:pt idx="22483">
                  <c:v>8.1080606085492555</c:v>
                </c:pt>
                <c:pt idx="22484">
                  <c:v>8.1091192050260741</c:v>
                </c:pt>
                <c:pt idx="22485">
                  <c:v>8.110342873567939</c:v>
                </c:pt>
                <c:pt idx="22486">
                  <c:v>8.1104800229951142</c:v>
                </c:pt>
                <c:pt idx="22487">
                  <c:v>8.1104906992978272</c:v>
                </c:pt>
                <c:pt idx="22488">
                  <c:v>8.1100316182811145</c:v>
                </c:pt>
                <c:pt idx="22489">
                  <c:v>8.1109604566172546</c:v>
                </c:pt>
                <c:pt idx="22490">
                  <c:v>8.1120601157968224</c:v>
                </c:pt>
                <c:pt idx="22491">
                  <c:v>8.1125052354946003</c:v>
                </c:pt>
                <c:pt idx="22492">
                  <c:v>8.1096193487455341</c:v>
                </c:pt>
                <c:pt idx="22493">
                  <c:v>8.1074849094567405</c:v>
                </c:pt>
                <c:pt idx="22494">
                  <c:v>8.1078306574138708</c:v>
                </c:pt>
                <c:pt idx="22495">
                  <c:v>8.1096464501293468</c:v>
                </c:pt>
                <c:pt idx="22496">
                  <c:v>8.1102328255245766</c:v>
                </c:pt>
                <c:pt idx="22497">
                  <c:v>8.1090855336098215</c:v>
                </c:pt>
                <c:pt idx="22498">
                  <c:v>8.1090247608097563</c:v>
                </c:pt>
                <c:pt idx="22499">
                  <c:v>8.1115353344557146</c:v>
                </c:pt>
                <c:pt idx="22500">
                  <c:v>8.1116215661314826</c:v>
                </c:pt>
                <c:pt idx="22501">
                  <c:v>8.1102090091569821</c:v>
                </c:pt>
                <c:pt idx="22502">
                  <c:v>8.1102451443353996</c:v>
                </c:pt>
                <c:pt idx="22503">
                  <c:v>8.1126990514515658</c:v>
                </c:pt>
                <c:pt idx="22504">
                  <c:v>8.1184158009280178</c:v>
                </c:pt>
                <c:pt idx="22505">
                  <c:v>8.1217402373424221</c:v>
                </c:pt>
                <c:pt idx="22506">
                  <c:v>8.1183427093171279</c:v>
                </c:pt>
                <c:pt idx="22507">
                  <c:v>8.1153081755841168</c:v>
                </c:pt>
                <c:pt idx="22508">
                  <c:v>8.1174918901162076</c:v>
                </c:pt>
                <c:pt idx="22509">
                  <c:v>8.1201240093622964</c:v>
                </c:pt>
                <c:pt idx="22510">
                  <c:v>8.1182080236521159</c:v>
                </c:pt>
                <c:pt idx="22511">
                  <c:v>8.1167593314991997</c:v>
                </c:pt>
                <c:pt idx="22512">
                  <c:v>8.1179854638032278</c:v>
                </c:pt>
                <c:pt idx="22513">
                  <c:v>8.1177711164948878</c:v>
                </c:pt>
                <c:pt idx="22514">
                  <c:v>8.1152564365786564</c:v>
                </c:pt>
                <c:pt idx="22515">
                  <c:v>8.1138808360366284</c:v>
                </c:pt>
                <c:pt idx="22516">
                  <c:v>8.1133790498090583</c:v>
                </c:pt>
                <c:pt idx="22517">
                  <c:v>8.1178220342462932</c:v>
                </c:pt>
                <c:pt idx="22518">
                  <c:v>8.1208877756333919</c:v>
                </c:pt>
                <c:pt idx="22519">
                  <c:v>8.119782367675441</c:v>
                </c:pt>
                <c:pt idx="22520">
                  <c:v>8.1192395187451236</c:v>
                </c:pt>
                <c:pt idx="22521">
                  <c:v>8.1192247361721357</c:v>
                </c:pt>
                <c:pt idx="22522">
                  <c:v>8.1193594218371459</c:v>
                </c:pt>
                <c:pt idx="22523">
                  <c:v>8.1204845398924164</c:v>
                </c:pt>
                <c:pt idx="22524">
                  <c:v>8.1225524576027599</c:v>
                </c:pt>
                <c:pt idx="22525">
                  <c:v>8.1228119738841205</c:v>
                </c:pt>
                <c:pt idx="22526">
                  <c:v>8.1220629901860146</c:v>
                </c:pt>
                <c:pt idx="22527">
                  <c:v>8.122332361516035</c:v>
                </c:pt>
                <c:pt idx="22528">
                  <c:v>8.1228817804787905</c:v>
                </c:pt>
                <c:pt idx="22529">
                  <c:v>8.1247813411078713</c:v>
                </c:pt>
                <c:pt idx="22530">
                  <c:v>8.1261216277255368</c:v>
                </c:pt>
                <c:pt idx="22531">
                  <c:v>8.1240290723935455</c:v>
                </c:pt>
                <c:pt idx="22532">
                  <c:v>8.1228661766517476</c:v>
                </c:pt>
                <c:pt idx="22533">
                  <c:v>8.1233244364144053</c:v>
                </c:pt>
                <c:pt idx="22534">
                  <c:v>8.1235897014741507</c:v>
                </c:pt>
                <c:pt idx="22535">
                  <c:v>8.1266710466882923</c:v>
                </c:pt>
                <c:pt idx="22536">
                  <c:v>8.1275037983000047</c:v>
                </c:pt>
                <c:pt idx="22537">
                  <c:v>8.1268656838993145</c:v>
                </c:pt>
                <c:pt idx="22538">
                  <c:v>8.1243805691290607</c:v>
                </c:pt>
                <c:pt idx="22539">
                  <c:v>8.1225302837432753</c:v>
                </c:pt>
                <c:pt idx="22540">
                  <c:v>8.1232628423602833</c:v>
                </c:pt>
                <c:pt idx="22541">
                  <c:v>8.1246918244158834</c:v>
                </c:pt>
                <c:pt idx="22542">
                  <c:v>8.128276598365705</c:v>
                </c:pt>
                <c:pt idx="22543">
                  <c:v>8.1301548063893563</c:v>
                </c:pt>
                <c:pt idx="22544">
                  <c:v>8.1317283291586246</c:v>
                </c:pt>
                <c:pt idx="22545">
                  <c:v>8.1336993388904855</c:v>
                </c:pt>
                <c:pt idx="22546">
                  <c:v>8.1335449431281575</c:v>
                </c:pt>
                <c:pt idx="22547">
                  <c:v>8.1338635897014733</c:v>
                </c:pt>
                <c:pt idx="22548">
                  <c:v>8.133661561203958</c:v>
                </c:pt>
                <c:pt idx="22549">
                  <c:v>8.1329725290518624</c:v>
                </c:pt>
                <c:pt idx="22550">
                  <c:v>8.1345912207941531</c:v>
                </c:pt>
                <c:pt idx="22551">
                  <c:v>8.1338898698312327</c:v>
                </c:pt>
                <c:pt idx="22552">
                  <c:v>8.1330948959060478</c:v>
                </c:pt>
                <c:pt idx="22553">
                  <c:v>8.1344828152589006</c:v>
                </c:pt>
                <c:pt idx="22554">
                  <c:v>8.1347801092267886</c:v>
                </c:pt>
                <c:pt idx="22555">
                  <c:v>8.1350626206216887</c:v>
                </c:pt>
                <c:pt idx="22556">
                  <c:v>8.1368636307641768</c:v>
                </c:pt>
                <c:pt idx="22557">
                  <c:v>8.1396189381185078</c:v>
                </c:pt>
                <c:pt idx="22558">
                  <c:v>8.1413616392230939</c:v>
                </c:pt>
                <c:pt idx="22559">
                  <c:v>8.1410397076335563</c:v>
                </c:pt>
                <c:pt idx="22560">
                  <c:v>8.1409419784010186</c:v>
                </c:pt>
                <c:pt idx="22561">
                  <c:v>8.1399646860756381</c:v>
                </c:pt>
                <c:pt idx="22562">
                  <c:v>8.1368743070668916</c:v>
                </c:pt>
                <c:pt idx="22563">
                  <c:v>8.1356292859195989</c:v>
                </c:pt>
                <c:pt idx="22564">
                  <c:v>8.1351529585677334</c:v>
                </c:pt>
                <c:pt idx="22565">
                  <c:v>8.1356284646655439</c:v>
                </c:pt>
                <c:pt idx="22566">
                  <c:v>8.1373933396296145</c:v>
                </c:pt>
                <c:pt idx="22567">
                  <c:v>8.1384757524740277</c:v>
                </c:pt>
                <c:pt idx="22568">
                  <c:v>8.1374212622674822</c:v>
                </c:pt>
                <c:pt idx="22569">
                  <c:v>8.1351340697244687</c:v>
                </c:pt>
                <c:pt idx="22570">
                  <c:v>8.1356802036710061</c:v>
                </c:pt>
                <c:pt idx="22571">
                  <c:v>8.1365802981152218</c:v>
                </c:pt>
                <c:pt idx="22572">
                  <c:v>8.1352129101137436</c:v>
                </c:pt>
                <c:pt idx="22573">
                  <c:v>8.1334390013550699</c:v>
                </c:pt>
                <c:pt idx="22574">
                  <c:v>8.135612860838501</c:v>
                </c:pt>
                <c:pt idx="22575">
                  <c:v>8.1359701063523993</c:v>
                </c:pt>
                <c:pt idx="22576">
                  <c:v>8.1376873485812844</c:v>
                </c:pt>
                <c:pt idx="22577">
                  <c:v>8.1384511148523799</c:v>
                </c:pt>
                <c:pt idx="22578">
                  <c:v>8.1345173079292081</c:v>
                </c:pt>
                <c:pt idx="22579">
                  <c:v>8.1314967355151317</c:v>
                </c:pt>
                <c:pt idx="22580">
                  <c:v>8.1324567815053594</c:v>
                </c:pt>
                <c:pt idx="22581">
                  <c:v>8.1331597749763898</c:v>
                </c:pt>
                <c:pt idx="22582">
                  <c:v>8.131844125980372</c:v>
                </c:pt>
                <c:pt idx="22583">
                  <c:v>8.1323935449431275</c:v>
                </c:pt>
                <c:pt idx="22584">
                  <c:v>8.1328805485977078</c:v>
                </c:pt>
                <c:pt idx="22585">
                  <c:v>8.1333987599063775</c:v>
                </c:pt>
                <c:pt idx="22586">
                  <c:v>8.132631708619062</c:v>
                </c:pt>
                <c:pt idx="22587">
                  <c:v>8.1337929618527482</c:v>
                </c:pt>
                <c:pt idx="22588">
                  <c:v>8.1350634418757437</c:v>
                </c:pt>
                <c:pt idx="22589">
                  <c:v>8.1341863425450658</c:v>
                </c:pt>
                <c:pt idx="22590">
                  <c:v>8.1351069683406561</c:v>
                </c:pt>
                <c:pt idx="22591">
                  <c:v>8.1368825196074397</c:v>
                </c:pt>
                <c:pt idx="22592">
                  <c:v>8.1350018478216235</c:v>
                </c:pt>
                <c:pt idx="22593">
                  <c:v>8.1325454769432923</c:v>
                </c:pt>
                <c:pt idx="22594">
                  <c:v>8.1324978442081051</c:v>
                </c:pt>
                <c:pt idx="22595">
                  <c:v>8.1316092473206592</c:v>
                </c:pt>
                <c:pt idx="22596">
                  <c:v>8.1302607481624438</c:v>
                </c:pt>
                <c:pt idx="22597">
                  <c:v>8.1304857717734986</c:v>
                </c:pt>
                <c:pt idx="22598">
                  <c:v>8.1327442204245877</c:v>
                </c:pt>
                <c:pt idx="22599">
                  <c:v>8.1347760029565137</c:v>
                </c:pt>
                <c:pt idx="22600">
                  <c:v>8.1352112676056336</c:v>
                </c:pt>
                <c:pt idx="22601">
                  <c:v>8.1362912166878818</c:v>
                </c:pt>
                <c:pt idx="22602">
                  <c:v>8.1383903420523147</c:v>
                </c:pt>
                <c:pt idx="22603">
                  <c:v>8.1377719377489424</c:v>
                </c:pt>
                <c:pt idx="22604">
                  <c:v>8.135409189832874</c:v>
                </c:pt>
                <c:pt idx="22605">
                  <c:v>8.133444750133453</c:v>
                </c:pt>
                <c:pt idx="22606">
                  <c:v>8.1314458177637245</c:v>
                </c:pt>
                <c:pt idx="22607">
                  <c:v>8.1310154806389363</c:v>
                </c:pt>
                <c:pt idx="22608">
                  <c:v>8.1324871679053921</c:v>
                </c:pt>
                <c:pt idx="22609">
                  <c:v>8.135696628752104</c:v>
                </c:pt>
                <c:pt idx="22610">
                  <c:v>8.137145320905022</c:v>
                </c:pt>
                <c:pt idx="22611">
                  <c:v>8.1382219849710502</c:v>
                </c:pt>
                <c:pt idx="22612">
                  <c:v>8.137644643370427</c:v>
                </c:pt>
                <c:pt idx="22613">
                  <c:v>8.133447213895618</c:v>
                </c:pt>
                <c:pt idx="22614">
                  <c:v>8.131769391861372</c:v>
                </c:pt>
                <c:pt idx="22615">
                  <c:v>8.1334504989118379</c:v>
                </c:pt>
                <c:pt idx="22616">
                  <c:v>8.1338266332690026</c:v>
                </c:pt>
                <c:pt idx="22617">
                  <c:v>8.1324124337863921</c:v>
                </c:pt>
                <c:pt idx="22618">
                  <c:v>8.1314975567691867</c:v>
                </c:pt>
                <c:pt idx="22619">
                  <c:v>8.1344803514967357</c:v>
                </c:pt>
                <c:pt idx="22620">
                  <c:v>8.1364948876935088</c:v>
                </c:pt>
                <c:pt idx="22621">
                  <c:v>8.1361474972282668</c:v>
                </c:pt>
                <c:pt idx="22622">
                  <c:v>8.1359717488605092</c:v>
                </c:pt>
                <c:pt idx="22623">
                  <c:v>8.1375929043649649</c:v>
                </c:pt>
                <c:pt idx="22624">
                  <c:v>8.1391631421180151</c:v>
                </c:pt>
                <c:pt idx="22625">
                  <c:v>8.1401289368866259</c:v>
                </c:pt>
                <c:pt idx="22626">
                  <c:v>8.1402849751570656</c:v>
                </c:pt>
                <c:pt idx="22627">
                  <c:v>8.1362780766230038</c:v>
                </c:pt>
                <c:pt idx="22628">
                  <c:v>8.1327343653759296</c:v>
                </c:pt>
                <c:pt idx="22629">
                  <c:v>8.130094854843346</c:v>
                </c:pt>
                <c:pt idx="22630">
                  <c:v>8.1304512791031911</c:v>
                </c:pt>
                <c:pt idx="22631">
                  <c:v>8.1332460066521577</c:v>
                </c:pt>
                <c:pt idx="22632">
                  <c:v>8.135911797314499</c:v>
                </c:pt>
                <c:pt idx="22633">
                  <c:v>8.1361384634336638</c:v>
                </c:pt>
                <c:pt idx="22634">
                  <c:v>8.1339982753664852</c:v>
                </c:pt>
                <c:pt idx="22635">
                  <c:v>8.1342824292694953</c:v>
                </c:pt>
                <c:pt idx="22636">
                  <c:v>8.1344992403399985</c:v>
                </c:pt>
                <c:pt idx="22637">
                  <c:v>8.133447213895618</c:v>
                </c:pt>
                <c:pt idx="22638">
                  <c:v>8.130095676097401</c:v>
                </c:pt>
                <c:pt idx="22639">
                  <c:v>8.1277222518786179</c:v>
                </c:pt>
                <c:pt idx="22640">
                  <c:v>8.1301630189299061</c:v>
                </c:pt>
                <c:pt idx="22641">
                  <c:v>8.1327105490083351</c:v>
                </c:pt>
                <c:pt idx="22642">
                  <c:v>8.1355980782655113</c:v>
                </c:pt>
                <c:pt idx="22643">
                  <c:v>8.1379608261815797</c:v>
                </c:pt>
                <c:pt idx="22644">
                  <c:v>8.1373752720404049</c:v>
                </c:pt>
                <c:pt idx="22645">
                  <c:v>8.1337091939391453</c:v>
                </c:pt>
                <c:pt idx="22646">
                  <c:v>8.1303264484868389</c:v>
                </c:pt>
                <c:pt idx="22647">
                  <c:v>8.1315821459368447</c:v>
                </c:pt>
                <c:pt idx="22648">
                  <c:v>8.1343735884695931</c:v>
                </c:pt>
                <c:pt idx="22649">
                  <c:v>8.1343144581776379</c:v>
                </c:pt>
                <c:pt idx="22650">
                  <c:v>8.1295864985833362</c:v>
                </c:pt>
                <c:pt idx="22651">
                  <c:v>8.1277904159651797</c:v>
                </c:pt>
                <c:pt idx="22652">
                  <c:v>8.1288046647230328</c:v>
                </c:pt>
                <c:pt idx="22653">
                  <c:v>8.1288210898041307</c:v>
                </c:pt>
                <c:pt idx="22654">
                  <c:v>8.1297507493943257</c:v>
                </c:pt>
                <c:pt idx="22655">
                  <c:v>8.1304603128977941</c:v>
                </c:pt>
                <c:pt idx="22656">
                  <c:v>8.1281074200303856</c:v>
                </c:pt>
                <c:pt idx="22657">
                  <c:v>8.1266825442450621</c:v>
                </c:pt>
                <c:pt idx="22658">
                  <c:v>8.1291594464747661</c:v>
                </c:pt>
                <c:pt idx="22659">
                  <c:v>8.1279456329815627</c:v>
                </c:pt>
                <c:pt idx="22660">
                  <c:v>8.1261774730012721</c:v>
                </c:pt>
                <c:pt idx="22661">
                  <c:v>8.1273526875538948</c:v>
                </c:pt>
                <c:pt idx="22662">
                  <c:v>8.1271383402455548</c:v>
                </c:pt>
                <c:pt idx="22663">
                  <c:v>8.1270701761589947</c:v>
                </c:pt>
                <c:pt idx="22664">
                  <c:v>8.1275267934135424</c:v>
                </c:pt>
                <c:pt idx="22665">
                  <c:v>8.1292892046154481</c:v>
                </c:pt>
                <c:pt idx="22666">
                  <c:v>8.1309522440767044</c:v>
                </c:pt>
                <c:pt idx="22667">
                  <c:v>8.1274200303863999</c:v>
                </c:pt>
                <c:pt idx="22668">
                  <c:v>8.1264575206340073</c:v>
                </c:pt>
                <c:pt idx="22669">
                  <c:v>8.1265560711206017</c:v>
                </c:pt>
                <c:pt idx="22670">
                  <c:v>8.1275777111649496</c:v>
                </c:pt>
                <c:pt idx="22671">
                  <c:v>8.1312281854391664</c:v>
                </c:pt>
                <c:pt idx="22672">
                  <c:v>8.1355463392600509</c:v>
                </c:pt>
                <c:pt idx="22673">
                  <c:v>8.1352490452921611</c:v>
                </c:pt>
                <c:pt idx="22674">
                  <c:v>8.1316601650720646</c:v>
                </c:pt>
                <c:pt idx="22675">
                  <c:v>8.1303042746273562</c:v>
                </c:pt>
                <c:pt idx="22676">
                  <c:v>8.129665338972611</c:v>
                </c:pt>
                <c:pt idx="22677">
                  <c:v>8.1281033137601124</c:v>
                </c:pt>
                <c:pt idx="22678">
                  <c:v>8.1285139407875828</c:v>
                </c:pt>
                <c:pt idx="22679">
                  <c:v>8.1280704635979149</c:v>
                </c:pt>
                <c:pt idx="22680">
                  <c:v>8.1302944195786964</c:v>
                </c:pt>
                <c:pt idx="22681">
                  <c:v>8.1323426271917221</c:v>
                </c:pt>
                <c:pt idx="22682">
                  <c:v>8.1322678930727221</c:v>
                </c:pt>
                <c:pt idx="22683">
                  <c:v>8.1325216605756996</c:v>
                </c:pt>
                <c:pt idx="22684">
                  <c:v>8.1343744097236481</c:v>
                </c:pt>
                <c:pt idx="22685">
                  <c:v>8.1370566254670891</c:v>
                </c:pt>
                <c:pt idx="22686">
                  <c:v>8.1372323738348467</c:v>
                </c:pt>
                <c:pt idx="22687">
                  <c:v>8.1364168685582889</c:v>
                </c:pt>
                <c:pt idx="22688">
                  <c:v>8.134524699215703</c:v>
                </c:pt>
                <c:pt idx="22689">
                  <c:v>8.1330259105654328</c:v>
                </c:pt>
                <c:pt idx="22690">
                  <c:v>8.1327368291380946</c:v>
                </c:pt>
                <c:pt idx="22691">
                  <c:v>8.1339810290313306</c:v>
                </c:pt>
                <c:pt idx="22692">
                  <c:v>8.1366320371206839</c:v>
                </c:pt>
                <c:pt idx="22693">
                  <c:v>8.1348581283620085</c:v>
                </c:pt>
                <c:pt idx="22694">
                  <c:v>8.1314655278610442</c:v>
                </c:pt>
                <c:pt idx="22695">
                  <c:v>8.1317316141748446</c:v>
                </c:pt>
                <c:pt idx="22696">
                  <c:v>8.1321627725536896</c:v>
                </c:pt>
                <c:pt idx="22697">
                  <c:v>8.132143883710425</c:v>
                </c:pt>
                <c:pt idx="22698">
                  <c:v>8.1311830164661441</c:v>
                </c:pt>
                <c:pt idx="22699">
                  <c:v>8.131483595450252</c:v>
                </c:pt>
                <c:pt idx="22700">
                  <c:v>8.1328271670841374</c:v>
                </c:pt>
                <c:pt idx="22701">
                  <c:v>8.1323754773539196</c:v>
                </c:pt>
                <c:pt idx="22702">
                  <c:v>8.1318843674290644</c:v>
                </c:pt>
                <c:pt idx="22703">
                  <c:v>8.1332419003818828</c:v>
                </c:pt>
                <c:pt idx="22704">
                  <c:v>8.1357960004927516</c:v>
                </c:pt>
                <c:pt idx="22705">
                  <c:v>8.1366648872828815</c:v>
                </c:pt>
                <c:pt idx="22706">
                  <c:v>8.1363823758879814</c:v>
                </c:pt>
                <c:pt idx="22707">
                  <c:v>8.1372545476943294</c:v>
                </c:pt>
                <c:pt idx="22708">
                  <c:v>8.13837473822527</c:v>
                </c:pt>
                <c:pt idx="22709">
                  <c:v>8.1403547817517357</c:v>
                </c:pt>
                <c:pt idx="22710">
                  <c:v>8.1423101876565518</c:v>
                </c:pt>
                <c:pt idx="22711">
                  <c:v>8.1410134275037986</c:v>
                </c:pt>
                <c:pt idx="22712">
                  <c:v>8.1386243994579726</c:v>
                </c:pt>
                <c:pt idx="22713">
                  <c:v>8.1378967683652945</c:v>
                </c:pt>
                <c:pt idx="22714">
                  <c:v>8.1370360941157145</c:v>
                </c:pt>
                <c:pt idx="22715">
                  <c:v>8.1380643041925023</c:v>
                </c:pt>
                <c:pt idx="22716">
                  <c:v>8.1410224612984035</c:v>
                </c:pt>
                <c:pt idx="22717">
                  <c:v>8.1430797027060322</c:v>
                </c:pt>
                <c:pt idx="22718">
                  <c:v>8.1443493614749727</c:v>
                </c:pt>
                <c:pt idx="22719">
                  <c:v>8.1438525027717326</c:v>
                </c:pt>
                <c:pt idx="22720">
                  <c:v>8.1425048248675722</c:v>
                </c:pt>
                <c:pt idx="22721">
                  <c:v>8.1442976224695105</c:v>
                </c:pt>
                <c:pt idx="22722">
                  <c:v>8.1436833244364148</c:v>
                </c:pt>
                <c:pt idx="22723">
                  <c:v>8.1434410544902072</c:v>
                </c:pt>
                <c:pt idx="22724">
                  <c:v>8.1448864616269034</c:v>
                </c:pt>
                <c:pt idx="22725">
                  <c:v>8.1459179567199111</c:v>
                </c:pt>
                <c:pt idx="22726">
                  <c:v>8.1467392107748537</c:v>
                </c:pt>
                <c:pt idx="22727">
                  <c:v>8.1462398883094487</c:v>
                </c:pt>
                <c:pt idx="22728">
                  <c:v>8.1492218617829426</c:v>
                </c:pt>
                <c:pt idx="22729">
                  <c:v>8.1548917997782606</c:v>
                </c:pt>
                <c:pt idx="22730">
                  <c:v>8.1559791401470036</c:v>
                </c:pt>
                <c:pt idx="22731">
                  <c:v>8.1548885147620425</c:v>
                </c:pt>
                <c:pt idx="22732">
                  <c:v>8.1551266784379752</c:v>
                </c:pt>
                <c:pt idx="22733">
                  <c:v>8.1540073091610896</c:v>
                </c:pt>
                <c:pt idx="22734">
                  <c:v>8.1530259105654341</c:v>
                </c:pt>
                <c:pt idx="22735">
                  <c:v>8.1530924321438842</c:v>
                </c:pt>
                <c:pt idx="22736">
                  <c:v>8.1543399170533402</c:v>
                </c:pt>
                <c:pt idx="22737">
                  <c:v>8.1569605387426591</c:v>
                </c:pt>
                <c:pt idx="22738">
                  <c:v>8.1618560341641686</c:v>
                </c:pt>
                <c:pt idx="22739">
                  <c:v>8.1658522563955156</c:v>
                </c:pt>
                <c:pt idx="22740">
                  <c:v>8.1674183878782909</c:v>
                </c:pt>
                <c:pt idx="22741">
                  <c:v>8.1670044758345988</c:v>
                </c:pt>
                <c:pt idx="22742">
                  <c:v>8.1666546216071936</c:v>
                </c:pt>
                <c:pt idx="22743">
                  <c:v>8.1643920666858296</c:v>
                </c:pt>
                <c:pt idx="22744">
                  <c:v>8.1622354535375514</c:v>
                </c:pt>
                <c:pt idx="22745">
                  <c:v>8.1654293105572204</c:v>
                </c:pt>
                <c:pt idx="22746">
                  <c:v>8.170833162238738</c:v>
                </c:pt>
                <c:pt idx="22747">
                  <c:v>8.1740672607070994</c:v>
                </c:pt>
                <c:pt idx="22748">
                  <c:v>8.1753352769679299</c:v>
                </c:pt>
                <c:pt idx="22749">
                  <c:v>8.1768956596723203</c:v>
                </c:pt>
                <c:pt idx="22750">
                  <c:v>8.1788494230690265</c:v>
                </c:pt>
                <c:pt idx="22751">
                  <c:v>8.1807851188765248</c:v>
                </c:pt>
                <c:pt idx="22752">
                  <c:v>8.1804254096004598</c:v>
                </c:pt>
                <c:pt idx="22753">
                  <c:v>8.1834279144253266</c:v>
                </c:pt>
                <c:pt idx="22754">
                  <c:v>8.1874849094567406</c:v>
                </c:pt>
                <c:pt idx="22755">
                  <c:v>8.1885632160308788</c:v>
                </c:pt>
                <c:pt idx="22756">
                  <c:v>8.1901367388001471</c:v>
                </c:pt>
                <c:pt idx="22757">
                  <c:v>8.191892579969613</c:v>
                </c:pt>
                <c:pt idx="22758">
                  <c:v>8.1948663409025588</c:v>
                </c:pt>
                <c:pt idx="22759">
                  <c:v>8.1980815505276556</c:v>
                </c:pt>
                <c:pt idx="22760">
                  <c:v>8.1979928550897228</c:v>
                </c:pt>
                <c:pt idx="22761">
                  <c:v>8.1988773457068937</c:v>
                </c:pt>
                <c:pt idx="22762">
                  <c:v>8.202264197429475</c:v>
                </c:pt>
                <c:pt idx="22763">
                  <c:v>8.20727548967273</c:v>
                </c:pt>
                <c:pt idx="22764">
                  <c:v>8.2097901695889615</c:v>
                </c:pt>
                <c:pt idx="22765">
                  <c:v>8.2106032111033542</c:v>
                </c:pt>
                <c:pt idx="22766">
                  <c:v>8.2114934504989119</c:v>
                </c:pt>
                <c:pt idx="22767">
                  <c:v>8.2143735884695932</c:v>
                </c:pt>
                <c:pt idx="22768">
                  <c:v>8.2186966698148076</c:v>
                </c:pt>
                <c:pt idx="22769">
                  <c:v>8.2209107707469311</c:v>
                </c:pt>
                <c:pt idx="22770">
                  <c:v>8.2224013468566497</c:v>
                </c:pt>
                <c:pt idx="22771">
                  <c:v>8.2242245308586206</c:v>
                </c:pt>
                <c:pt idx="22772">
                  <c:v>8.2264337042664142</c:v>
                </c:pt>
                <c:pt idx="22773">
                  <c:v>8.2294271752966779</c:v>
                </c:pt>
                <c:pt idx="22774">
                  <c:v>8.2343785159939227</c:v>
                </c:pt>
                <c:pt idx="22775">
                  <c:v>8.2380191352194796</c:v>
                </c:pt>
                <c:pt idx="22776">
                  <c:v>8.2406602882601732</c:v>
                </c:pt>
                <c:pt idx="22777">
                  <c:v>8.242196854596969</c:v>
                </c:pt>
                <c:pt idx="22778">
                  <c:v>8.2436874307066894</c:v>
                </c:pt>
                <c:pt idx="22779">
                  <c:v>8.2463638976717455</c:v>
                </c:pt>
                <c:pt idx="22780">
                  <c:v>8.2494961606372925</c:v>
                </c:pt>
                <c:pt idx="22781">
                  <c:v>8.2516560588017906</c:v>
                </c:pt>
                <c:pt idx="22782">
                  <c:v>8.256864452018231</c:v>
                </c:pt>
                <c:pt idx="22783">
                  <c:v>8.2628308627273839</c:v>
                </c:pt>
                <c:pt idx="22784">
                  <c:v>8.2684753418470009</c:v>
                </c:pt>
                <c:pt idx="22785">
                  <c:v>8.2723163470619632</c:v>
                </c:pt>
                <c:pt idx="22786">
                  <c:v>8.2754132961031495</c:v>
                </c:pt>
                <c:pt idx="22787">
                  <c:v>8.2791007268098387</c:v>
                </c:pt>
                <c:pt idx="22788">
                  <c:v>8.2845834188806311</c:v>
                </c:pt>
                <c:pt idx="22789">
                  <c:v>8.2889401716420981</c:v>
                </c:pt>
                <c:pt idx="22790">
                  <c:v>8.291634706196362</c:v>
                </c:pt>
                <c:pt idx="22791">
                  <c:v>8.2924321438837101</c:v>
                </c:pt>
                <c:pt idx="22792">
                  <c:v>8.2940204492259682</c:v>
                </c:pt>
                <c:pt idx="22793">
                  <c:v>8.2987812589824657</c:v>
                </c:pt>
                <c:pt idx="22794">
                  <c:v>8.3057931261035609</c:v>
                </c:pt>
                <c:pt idx="22795">
                  <c:v>8.309064181004393</c:v>
                </c:pt>
                <c:pt idx="22796">
                  <c:v>8.3104315690058712</c:v>
                </c:pt>
                <c:pt idx="22797">
                  <c:v>8.3122260091159195</c:v>
                </c:pt>
                <c:pt idx="22798">
                  <c:v>8.314149386112593</c:v>
                </c:pt>
                <c:pt idx="22799">
                  <c:v>8.3143234919722424</c:v>
                </c:pt>
                <c:pt idx="22800">
                  <c:v>8.3153336344598205</c:v>
                </c:pt>
                <c:pt idx="22801">
                  <c:v>8.3176717447542394</c:v>
                </c:pt>
                <c:pt idx="22802">
                  <c:v>8.319297827783025</c:v>
                </c:pt>
                <c:pt idx="22803">
                  <c:v>8.321615406726071</c:v>
                </c:pt>
                <c:pt idx="22804">
                  <c:v>8.3231823594628995</c:v>
                </c:pt>
                <c:pt idx="22805">
                  <c:v>8.3271555865807088</c:v>
                </c:pt>
                <c:pt idx="22806">
                  <c:v>8.3316675563585587</c:v>
                </c:pt>
                <c:pt idx="22807">
                  <c:v>8.3330809345871142</c:v>
                </c:pt>
                <c:pt idx="22808">
                  <c:v>8.3363289943744103</c:v>
                </c:pt>
                <c:pt idx="22809">
                  <c:v>8.3411144417525556</c:v>
                </c:pt>
                <c:pt idx="22810">
                  <c:v>8.3450400361351775</c:v>
                </c:pt>
                <c:pt idx="22811">
                  <c:v>8.3485500759659992</c:v>
                </c:pt>
                <c:pt idx="22812">
                  <c:v>8.3523697285755354</c:v>
                </c:pt>
                <c:pt idx="22813">
                  <c:v>8.3578368168192831</c:v>
                </c:pt>
                <c:pt idx="22814">
                  <c:v>8.362412023159365</c:v>
                </c:pt>
                <c:pt idx="22815">
                  <c:v>8.3638180101014257</c:v>
                </c:pt>
                <c:pt idx="22816">
                  <c:v>8.362999219808648</c:v>
                </c:pt>
                <c:pt idx="22817">
                  <c:v>8.3652289245678144</c:v>
                </c:pt>
                <c:pt idx="22818">
                  <c:v>8.3701843715353341</c:v>
                </c:pt>
                <c:pt idx="22819">
                  <c:v>8.373096538414158</c:v>
                </c:pt>
                <c:pt idx="22820">
                  <c:v>8.374187985053176</c:v>
                </c:pt>
                <c:pt idx="22821">
                  <c:v>8.3763790908717617</c:v>
                </c:pt>
                <c:pt idx="22822">
                  <c:v>8.3791820309612781</c:v>
                </c:pt>
                <c:pt idx="22823">
                  <c:v>8.3806274380979762</c:v>
                </c:pt>
                <c:pt idx="22824">
                  <c:v>8.3819710097318598</c:v>
                </c:pt>
                <c:pt idx="22825">
                  <c:v>8.3834057405658449</c:v>
                </c:pt>
                <c:pt idx="22826">
                  <c:v>8.3838180101014252</c:v>
                </c:pt>
                <c:pt idx="22827">
                  <c:v>8.3873428325052348</c:v>
                </c:pt>
                <c:pt idx="22828">
                  <c:v>8.3924847041432269</c:v>
                </c:pt>
                <c:pt idx="22829">
                  <c:v>8.3944770664805155</c:v>
                </c:pt>
                <c:pt idx="22830">
                  <c:v>8.3938085656797927</c:v>
                </c:pt>
                <c:pt idx="22831">
                  <c:v>8.3955980782655111</c:v>
                </c:pt>
                <c:pt idx="22832">
                  <c:v>8.3969868188724188</c:v>
                </c:pt>
                <c:pt idx="22833">
                  <c:v>8.3987886502689602</c:v>
                </c:pt>
                <c:pt idx="22834">
                  <c:v>8.4064805157475462</c:v>
                </c:pt>
                <c:pt idx="22835">
                  <c:v>8.4135433006200468</c:v>
                </c:pt>
                <c:pt idx="22836">
                  <c:v>8.4157639715846102</c:v>
                </c:pt>
                <c:pt idx="22837">
                  <c:v>8.4139982753664846</c:v>
                </c:pt>
                <c:pt idx="22838">
                  <c:v>8.4121545600131409</c:v>
                </c:pt>
                <c:pt idx="22839">
                  <c:v>8.4122490042294586</c:v>
                </c:pt>
                <c:pt idx="22840">
                  <c:v>8.4161203958444553</c:v>
                </c:pt>
                <c:pt idx="22841">
                  <c:v>8.4186506795877296</c:v>
                </c:pt>
                <c:pt idx="22842">
                  <c:v>8.4189372972529046</c:v>
                </c:pt>
                <c:pt idx="22843">
                  <c:v>8.4194555085615743</c:v>
                </c:pt>
                <c:pt idx="22844">
                  <c:v>8.419340532993882</c:v>
                </c:pt>
                <c:pt idx="22845">
                  <c:v>8.4195056050589248</c:v>
                </c:pt>
                <c:pt idx="22846">
                  <c:v>8.4224054531269239</c:v>
                </c:pt>
                <c:pt idx="22847">
                  <c:v>8.4235108610848766</c:v>
                </c:pt>
                <c:pt idx="22848">
                  <c:v>8.4224095593971988</c:v>
                </c:pt>
                <c:pt idx="22849">
                  <c:v>8.4221081591590359</c:v>
                </c:pt>
                <c:pt idx="22850">
                  <c:v>8.4230246786843512</c:v>
                </c:pt>
                <c:pt idx="22851">
                  <c:v>8.4255434648708576</c:v>
                </c:pt>
                <c:pt idx="22852">
                  <c:v>8.427245924526753</c:v>
                </c:pt>
                <c:pt idx="22853">
                  <c:v>8.4260698887200753</c:v>
                </c:pt>
                <c:pt idx="22854">
                  <c:v>8.4256379090871754</c:v>
                </c:pt>
                <c:pt idx="22855">
                  <c:v>8.4271202726563459</c:v>
                </c:pt>
                <c:pt idx="22856">
                  <c:v>8.428062251057364</c:v>
                </c:pt>
                <c:pt idx="22857">
                  <c:v>8.4293680450047219</c:v>
                </c:pt>
                <c:pt idx="22858">
                  <c:v>8.4312060115796825</c:v>
                </c:pt>
                <c:pt idx="22859">
                  <c:v>8.4322769268673259</c:v>
                </c:pt>
                <c:pt idx="22860">
                  <c:v>8.4314622428448232</c:v>
                </c:pt>
                <c:pt idx="22861">
                  <c:v>8.4293828275777116</c:v>
                </c:pt>
                <c:pt idx="22862">
                  <c:v>8.4275859237054984</c:v>
                </c:pt>
                <c:pt idx="22863">
                  <c:v>8.4275185808729933</c:v>
                </c:pt>
                <c:pt idx="22864">
                  <c:v>8.4284605592740114</c:v>
                </c:pt>
                <c:pt idx="22865">
                  <c:v>8.4270833162238734</c:v>
                </c:pt>
                <c:pt idx="22866">
                  <c:v>8.4255754937790002</c:v>
                </c:pt>
                <c:pt idx="22867">
                  <c:v>8.4231412967601536</c:v>
                </c:pt>
                <c:pt idx="22868">
                  <c:v>8.4191491807990797</c:v>
                </c:pt>
                <c:pt idx="22869">
                  <c:v>8.4165375929043655</c:v>
                </c:pt>
                <c:pt idx="22870">
                  <c:v>8.4173128567322308</c:v>
                </c:pt>
                <c:pt idx="22871">
                  <c:v>8.4201240093622971</c:v>
                </c:pt>
                <c:pt idx="22872">
                  <c:v>8.4197059910483301</c:v>
                </c:pt>
                <c:pt idx="22873">
                  <c:v>8.4187262349607845</c:v>
                </c:pt>
                <c:pt idx="22874">
                  <c:v>8.4172783640619233</c:v>
                </c:pt>
                <c:pt idx="22875">
                  <c:v>8.4165236315854308</c:v>
                </c:pt>
                <c:pt idx="22876">
                  <c:v>8.4170336303535507</c:v>
                </c:pt>
                <c:pt idx="22877">
                  <c:v>8.4161474972282679</c:v>
                </c:pt>
                <c:pt idx="22878">
                  <c:v>8.41412392723689</c:v>
                </c:pt>
                <c:pt idx="22879">
                  <c:v>8.4130283743275989</c:v>
                </c:pt>
                <c:pt idx="22880">
                  <c:v>8.4113242721635935</c:v>
                </c:pt>
                <c:pt idx="22881">
                  <c:v>8.4092226830369974</c:v>
                </c:pt>
                <c:pt idx="22882">
                  <c:v>8.4060156859524486</c:v>
                </c:pt>
                <c:pt idx="22883">
                  <c:v>8.4032464172791848</c:v>
                </c:pt>
                <c:pt idx="22884">
                  <c:v>8.4018412515911791</c:v>
                </c:pt>
                <c:pt idx="22885">
                  <c:v>8.4011456494066437</c:v>
                </c:pt>
                <c:pt idx="22886">
                  <c:v>8.4028801379706817</c:v>
                </c:pt>
                <c:pt idx="22887">
                  <c:v>8.4044774771075428</c:v>
                </c:pt>
                <c:pt idx="22888">
                  <c:v>8.4034443395064269</c:v>
                </c:pt>
                <c:pt idx="22889">
                  <c:v>8.4000221738594831</c:v>
                </c:pt>
                <c:pt idx="22890">
                  <c:v>8.3978844495544696</c:v>
                </c:pt>
                <c:pt idx="22891">
                  <c:v>8.3976454646244818</c:v>
                </c:pt>
                <c:pt idx="22892">
                  <c:v>8.3960555167741138</c:v>
                </c:pt>
                <c:pt idx="22893">
                  <c:v>8.394656099864493</c:v>
                </c:pt>
                <c:pt idx="22894">
                  <c:v>8.391390793742044</c:v>
                </c:pt>
                <c:pt idx="22895">
                  <c:v>8.3904972693302682</c:v>
                </c:pt>
                <c:pt idx="22896">
                  <c:v>8.3925832546298196</c:v>
                </c:pt>
                <c:pt idx="22897">
                  <c:v>8.3935720445119699</c:v>
                </c:pt>
                <c:pt idx="22898">
                  <c:v>8.39428817804788</c:v>
                </c:pt>
                <c:pt idx="22899">
                  <c:v>8.3936336385660901</c:v>
                </c:pt>
                <c:pt idx="22900">
                  <c:v>8.3928148482733125</c:v>
                </c:pt>
                <c:pt idx="22901">
                  <c:v>8.3883710425820226</c:v>
                </c:pt>
                <c:pt idx="22902">
                  <c:v>8.3834459820145355</c:v>
                </c:pt>
                <c:pt idx="22903">
                  <c:v>8.3842425984478304</c:v>
                </c:pt>
                <c:pt idx="22904">
                  <c:v>8.3872894509916645</c:v>
                </c:pt>
                <c:pt idx="22905">
                  <c:v>8.3887504619554054</c:v>
                </c:pt>
                <c:pt idx="22906">
                  <c:v>8.3895750010265679</c:v>
                </c:pt>
                <c:pt idx="22907">
                  <c:v>8.3865297909908438</c:v>
                </c:pt>
                <c:pt idx="22908">
                  <c:v>8.3846113415184984</c:v>
                </c:pt>
                <c:pt idx="22909">
                  <c:v>8.3848240463187285</c:v>
                </c:pt>
                <c:pt idx="22910">
                  <c:v>8.386950273066974</c:v>
                </c:pt>
                <c:pt idx="22911">
                  <c:v>8.3871449102779945</c:v>
                </c:pt>
                <c:pt idx="22912">
                  <c:v>8.3852001806758913</c:v>
                </c:pt>
                <c:pt idx="22913">
                  <c:v>8.3825647764135827</c:v>
                </c:pt>
                <c:pt idx="22914">
                  <c:v>8.3802734776002961</c:v>
                </c:pt>
                <c:pt idx="22915">
                  <c:v>8.379342996756046</c:v>
                </c:pt>
                <c:pt idx="22916">
                  <c:v>8.3788633843879605</c:v>
                </c:pt>
                <c:pt idx="22917">
                  <c:v>8.3785504865930278</c:v>
                </c:pt>
                <c:pt idx="22918">
                  <c:v>8.379484252453496</c:v>
                </c:pt>
                <c:pt idx="22919">
                  <c:v>8.377081263088737</c:v>
                </c:pt>
                <c:pt idx="22920">
                  <c:v>8.3730751858087302</c:v>
                </c:pt>
                <c:pt idx="22921">
                  <c:v>8.3722843181538202</c:v>
                </c:pt>
                <c:pt idx="22922">
                  <c:v>8.3745665831725038</c:v>
                </c:pt>
                <c:pt idx="22923">
                  <c:v>8.3752539728164912</c:v>
                </c:pt>
                <c:pt idx="22924">
                  <c:v>8.3725791483595451</c:v>
                </c:pt>
                <c:pt idx="22925">
                  <c:v>8.3723368784133374</c:v>
                </c:pt>
                <c:pt idx="22926">
                  <c:v>8.3738693384798584</c:v>
                </c:pt>
                <c:pt idx="22927">
                  <c:v>8.3744228637128888</c:v>
                </c:pt>
                <c:pt idx="22928">
                  <c:v>8.3743752309777033</c:v>
                </c:pt>
                <c:pt idx="22929">
                  <c:v>8.3746651336590983</c:v>
                </c:pt>
                <c:pt idx="22930">
                  <c:v>8.3745181291832633</c:v>
                </c:pt>
                <c:pt idx="22931">
                  <c:v>8.3736081796903878</c:v>
                </c:pt>
                <c:pt idx="22932">
                  <c:v>8.3746519935942185</c:v>
                </c:pt>
                <c:pt idx="22933">
                  <c:v>8.377439329856692</c:v>
                </c:pt>
                <c:pt idx="22934">
                  <c:v>8.3745583706319557</c:v>
                </c:pt>
                <c:pt idx="22935">
                  <c:v>8.3742840717776037</c:v>
                </c:pt>
                <c:pt idx="22936">
                  <c:v>8.3766862398883095</c:v>
                </c:pt>
                <c:pt idx="22937">
                  <c:v>8.3766870611423645</c:v>
                </c:pt>
                <c:pt idx="22938">
                  <c:v>8.3754428612491267</c:v>
                </c:pt>
                <c:pt idx="22939">
                  <c:v>8.3750338767297663</c:v>
                </c:pt>
                <c:pt idx="22940">
                  <c:v>8.3760004927524321</c:v>
                </c:pt>
                <c:pt idx="22941">
                  <c:v>8.3774853200837676</c:v>
                </c:pt>
                <c:pt idx="22942">
                  <c:v>8.378315607933315</c:v>
                </c:pt>
                <c:pt idx="22943">
                  <c:v>8.3775822280622503</c:v>
                </c:pt>
                <c:pt idx="22944">
                  <c:v>8.3790169588962353</c:v>
                </c:pt>
                <c:pt idx="22945">
                  <c:v>8.3795335276967933</c:v>
                </c:pt>
                <c:pt idx="22946">
                  <c:v>8.3785841580092804</c:v>
                </c:pt>
                <c:pt idx="22947">
                  <c:v>8.3786383607769057</c:v>
                </c:pt>
                <c:pt idx="22948">
                  <c:v>8.3792042048207609</c:v>
                </c:pt>
                <c:pt idx="22949">
                  <c:v>8.3805543464870862</c:v>
                </c:pt>
                <c:pt idx="22950">
                  <c:v>8.3825417813000449</c:v>
                </c:pt>
                <c:pt idx="22951">
                  <c:v>8.3807243460764589</c:v>
                </c:pt>
                <c:pt idx="22952">
                  <c:v>8.3797429474808034</c:v>
                </c:pt>
                <c:pt idx="22953">
                  <c:v>8.3815267112881369</c:v>
                </c:pt>
                <c:pt idx="22954">
                  <c:v>8.3829023118301649</c:v>
                </c:pt>
                <c:pt idx="22955">
                  <c:v>8.3844659795507734</c:v>
                </c:pt>
                <c:pt idx="22956">
                  <c:v>8.3869494518129191</c:v>
                </c:pt>
                <c:pt idx="22957">
                  <c:v>8.3861306615201414</c:v>
                </c:pt>
                <c:pt idx="22958">
                  <c:v>8.382311008910607</c:v>
                </c:pt>
                <c:pt idx="22959">
                  <c:v>8.3807744425738093</c:v>
                </c:pt>
                <c:pt idx="22960">
                  <c:v>8.3803777768652736</c:v>
                </c:pt>
                <c:pt idx="22961">
                  <c:v>8.3827142446515825</c:v>
                </c:pt>
                <c:pt idx="22962">
                  <c:v>8.3841128403071483</c:v>
                </c:pt>
                <c:pt idx="22963">
                  <c:v>8.3825598488892545</c:v>
                </c:pt>
                <c:pt idx="22964">
                  <c:v>8.3808877756333917</c:v>
                </c:pt>
                <c:pt idx="22965">
                  <c:v>8.3825910565433421</c:v>
                </c:pt>
                <c:pt idx="22966">
                  <c:v>8.3838492177555128</c:v>
                </c:pt>
                <c:pt idx="22967">
                  <c:v>8.3822173859483424</c:v>
                </c:pt>
                <c:pt idx="22968">
                  <c:v>8.381235166098632</c:v>
                </c:pt>
                <c:pt idx="22969">
                  <c:v>8.3816605756990921</c:v>
                </c:pt>
                <c:pt idx="22970">
                  <c:v>8.3815168562394771</c:v>
                </c:pt>
                <c:pt idx="22971">
                  <c:v>8.3814922186178293</c:v>
                </c:pt>
                <c:pt idx="22972">
                  <c:v>8.3847213895618609</c:v>
                </c:pt>
                <c:pt idx="22973">
                  <c:v>8.3889541329610307</c:v>
                </c:pt>
                <c:pt idx="22974">
                  <c:v>8.3906886215250687</c:v>
                </c:pt>
                <c:pt idx="22975">
                  <c:v>8.3891964029072401</c:v>
                </c:pt>
                <c:pt idx="22976">
                  <c:v>8.386965876894017</c:v>
                </c:pt>
                <c:pt idx="22977">
                  <c:v>8.3877033630353548</c:v>
                </c:pt>
                <c:pt idx="22978">
                  <c:v>8.3872409970024222</c:v>
                </c:pt>
                <c:pt idx="22979">
                  <c:v>8.3847419209132337</c:v>
                </c:pt>
                <c:pt idx="22980">
                  <c:v>8.3821122654293099</c:v>
                </c:pt>
                <c:pt idx="22981">
                  <c:v>8.3818215414938617</c:v>
                </c:pt>
                <c:pt idx="22982">
                  <c:v>8.3849258818215411</c:v>
                </c:pt>
                <c:pt idx="22983">
                  <c:v>8.3868623988830944</c:v>
                </c:pt>
                <c:pt idx="22984">
                  <c:v>8.3873173736295321</c:v>
                </c:pt>
                <c:pt idx="22985">
                  <c:v>8.3875892087217174</c:v>
                </c:pt>
                <c:pt idx="22986">
                  <c:v>8.3867236069478093</c:v>
                </c:pt>
                <c:pt idx="22987">
                  <c:v>8.3864295979961394</c:v>
                </c:pt>
                <c:pt idx="22988">
                  <c:v>8.3886946166796701</c:v>
                </c:pt>
                <c:pt idx="22989">
                  <c:v>8.3898764012647309</c:v>
                </c:pt>
                <c:pt idx="22990">
                  <c:v>8.3883669363117477</c:v>
                </c:pt>
                <c:pt idx="22991">
                  <c:v>8.3882872746684178</c:v>
                </c:pt>
                <c:pt idx="22992">
                  <c:v>8.3878766476409474</c:v>
                </c:pt>
                <c:pt idx="22993">
                  <c:v>8.3872927360078844</c:v>
                </c:pt>
                <c:pt idx="22994">
                  <c:v>8.3878766476409474</c:v>
                </c:pt>
                <c:pt idx="22995">
                  <c:v>8.3887250030797027</c:v>
                </c:pt>
                <c:pt idx="22996">
                  <c:v>8.3876294501704098</c:v>
                </c:pt>
                <c:pt idx="22997">
                  <c:v>8.3848495051944312</c:v>
                </c:pt>
                <c:pt idx="22998">
                  <c:v>8.3820728452346742</c:v>
                </c:pt>
                <c:pt idx="22999">
                  <c:v>8.3820013961318942</c:v>
                </c:pt>
                <c:pt idx="23000">
                  <c:v>8.3838336139284682</c:v>
                </c:pt>
                <c:pt idx="23001">
                  <c:v>8.3860575699092514</c:v>
                </c:pt>
                <c:pt idx="23002">
                  <c:v>8.3859738019956467</c:v>
                </c:pt>
                <c:pt idx="23003">
                  <c:v>8.3823602841539024</c:v>
                </c:pt>
                <c:pt idx="23004">
                  <c:v>8.3804073420112513</c:v>
                </c:pt>
                <c:pt idx="23005">
                  <c:v>8.3770558042130325</c:v>
                </c:pt>
                <c:pt idx="23006">
                  <c:v>8.3732353303494431</c:v>
                </c:pt>
                <c:pt idx="23007">
                  <c:v>8.3766188970558044</c:v>
                </c:pt>
                <c:pt idx="23008">
                  <c:v>8.381077485320084</c:v>
                </c:pt>
                <c:pt idx="23009">
                  <c:v>8.3796797109185732</c:v>
                </c:pt>
                <c:pt idx="23010">
                  <c:v>8.3752145526218538</c:v>
                </c:pt>
                <c:pt idx="23011">
                  <c:v>8.3759126185685542</c:v>
                </c:pt>
                <c:pt idx="23012">
                  <c:v>8.3796131893401231</c:v>
                </c:pt>
                <c:pt idx="23013">
                  <c:v>8.38361598160391</c:v>
                </c:pt>
                <c:pt idx="23014">
                  <c:v>8.3828448240463196</c:v>
                </c:pt>
                <c:pt idx="23015">
                  <c:v>8.3798070052970886</c:v>
                </c:pt>
                <c:pt idx="23016">
                  <c:v>8.3759898164497191</c:v>
                </c:pt>
                <c:pt idx="23017">
                  <c:v>8.3709867367470121</c:v>
                </c:pt>
                <c:pt idx="23018">
                  <c:v>8.3689672730259108</c:v>
                </c:pt>
                <c:pt idx="23019">
                  <c:v>8.3703625836652567</c:v>
                </c:pt>
                <c:pt idx="23020">
                  <c:v>8.374403974869626</c:v>
                </c:pt>
                <c:pt idx="23021">
                  <c:v>8.3763421344392892</c:v>
                </c:pt>
                <c:pt idx="23022">
                  <c:v>8.3761507822444869</c:v>
                </c:pt>
                <c:pt idx="23023">
                  <c:v>8.3776446433704272</c:v>
                </c:pt>
                <c:pt idx="23024">
                  <c:v>8.3775066726891971</c:v>
                </c:pt>
                <c:pt idx="23025">
                  <c:v>8.3756268221574341</c:v>
                </c:pt>
                <c:pt idx="23026">
                  <c:v>8.3739646039502311</c:v>
                </c:pt>
                <c:pt idx="23027">
                  <c:v>8.3735728657660253</c:v>
                </c:pt>
                <c:pt idx="23028">
                  <c:v>8.3743653759290435</c:v>
                </c:pt>
                <c:pt idx="23029">
                  <c:v>8.3729914178951255</c:v>
                </c:pt>
                <c:pt idx="23030">
                  <c:v>8.3714729191475374</c:v>
                </c:pt>
                <c:pt idx="23031">
                  <c:v>8.3723984724674576</c:v>
                </c:pt>
                <c:pt idx="23032">
                  <c:v>8.3734989529010804</c:v>
                </c:pt>
                <c:pt idx="23033">
                  <c:v>8.3739399663285834</c:v>
                </c:pt>
                <c:pt idx="23034">
                  <c:v>8.3717611793208224</c:v>
                </c:pt>
                <c:pt idx="23035">
                  <c:v>8.3691192050260756</c:v>
                </c:pt>
                <c:pt idx="23036">
                  <c:v>8.3692588182154157</c:v>
                </c:pt>
                <c:pt idx="23037">
                  <c:v>8.3684630230361758</c:v>
                </c:pt>
                <c:pt idx="23038">
                  <c:v>8.3670003695643249</c:v>
                </c:pt>
                <c:pt idx="23039">
                  <c:v>8.3667572783640622</c:v>
                </c:pt>
                <c:pt idx="23040">
                  <c:v>8.3645604237670916</c:v>
                </c:pt>
                <c:pt idx="23041">
                  <c:v>8.36141091446639</c:v>
                </c:pt>
                <c:pt idx="23042">
                  <c:v>8.3616186917422901</c:v>
                </c:pt>
                <c:pt idx="23043">
                  <c:v>8.3607300948548442</c:v>
                </c:pt>
                <c:pt idx="23044">
                  <c:v>8.3575740155217009</c:v>
                </c:pt>
                <c:pt idx="23045">
                  <c:v>8.35145649406644</c:v>
                </c:pt>
                <c:pt idx="23046">
                  <c:v>8.3476721553812681</c:v>
                </c:pt>
                <c:pt idx="23047">
                  <c:v>8.3500291545189498</c:v>
                </c:pt>
                <c:pt idx="23048">
                  <c:v>8.3500414733297745</c:v>
                </c:pt>
                <c:pt idx="23049">
                  <c:v>8.3498156284646647</c:v>
                </c:pt>
                <c:pt idx="23050">
                  <c:v>8.3518186671046681</c:v>
                </c:pt>
                <c:pt idx="23051">
                  <c:v>8.3507847082494973</c:v>
                </c:pt>
                <c:pt idx="23052">
                  <c:v>8.3474873732189057</c:v>
                </c:pt>
                <c:pt idx="23053">
                  <c:v>8.3460904200714499</c:v>
                </c:pt>
                <c:pt idx="23054">
                  <c:v>8.3476549090461134</c:v>
                </c:pt>
                <c:pt idx="23055">
                  <c:v>8.3482905596846386</c:v>
                </c:pt>
                <c:pt idx="23056">
                  <c:v>8.3462563133905476</c:v>
                </c:pt>
                <c:pt idx="23057">
                  <c:v>8.345951628136163</c:v>
                </c:pt>
                <c:pt idx="23058">
                  <c:v>8.3456181989898575</c:v>
                </c:pt>
                <c:pt idx="23059">
                  <c:v>8.3456551554223299</c:v>
                </c:pt>
                <c:pt idx="23060">
                  <c:v>8.3464632694123928</c:v>
                </c:pt>
                <c:pt idx="23061">
                  <c:v>8.3457364595737697</c:v>
                </c:pt>
                <c:pt idx="23062">
                  <c:v>8.3429573358518461</c:v>
                </c:pt>
                <c:pt idx="23063">
                  <c:v>8.339765121340287</c:v>
                </c:pt>
                <c:pt idx="23064">
                  <c:v>8.3367018437153533</c:v>
                </c:pt>
                <c:pt idx="23065">
                  <c:v>8.3369170122777483</c:v>
                </c:pt>
                <c:pt idx="23066">
                  <c:v>8.3370484129265385</c:v>
                </c:pt>
                <c:pt idx="23067">
                  <c:v>8.3364168685582882</c:v>
                </c:pt>
                <c:pt idx="23068">
                  <c:v>8.3364119410339583</c:v>
                </c:pt>
                <c:pt idx="23069">
                  <c:v>8.3349657126432053</c:v>
                </c:pt>
                <c:pt idx="23070">
                  <c:v>8.3342840717776046</c:v>
                </c:pt>
                <c:pt idx="23071">
                  <c:v>8.3357590440602802</c:v>
                </c:pt>
                <c:pt idx="23072">
                  <c:v>8.3361154683201253</c:v>
                </c:pt>
                <c:pt idx="23073">
                  <c:v>8.3357483677575654</c:v>
                </c:pt>
                <c:pt idx="23074">
                  <c:v>8.3337247977661892</c:v>
                </c:pt>
                <c:pt idx="23075">
                  <c:v>8.3332402578737739</c:v>
                </c:pt>
                <c:pt idx="23076">
                  <c:v>8.3367626165154185</c:v>
                </c:pt>
                <c:pt idx="23077">
                  <c:v>8.3381464295979963</c:v>
                </c:pt>
                <c:pt idx="23078">
                  <c:v>8.3396057980536273</c:v>
                </c:pt>
                <c:pt idx="23079">
                  <c:v>8.3399170533404501</c:v>
                </c:pt>
                <c:pt idx="23080">
                  <c:v>8.3396066193076823</c:v>
                </c:pt>
                <c:pt idx="23081">
                  <c:v>8.3409830411037653</c:v>
                </c:pt>
                <c:pt idx="23082">
                  <c:v>8.3395269576643543</c:v>
                </c:pt>
                <c:pt idx="23083">
                  <c:v>8.3360932944606407</c:v>
                </c:pt>
                <c:pt idx="23084">
                  <c:v>8.3352580790867652</c:v>
                </c:pt>
                <c:pt idx="23085">
                  <c:v>8.3343826222641972</c:v>
                </c:pt>
                <c:pt idx="23086">
                  <c:v>8.3334398226091242</c:v>
                </c:pt>
                <c:pt idx="23087">
                  <c:v>8.3332172627602343</c:v>
                </c:pt>
                <c:pt idx="23088">
                  <c:v>8.3352268714326776</c:v>
                </c:pt>
                <c:pt idx="23089">
                  <c:v>8.335568513119533</c:v>
                </c:pt>
                <c:pt idx="23090">
                  <c:v>8.334753829097032</c:v>
                </c:pt>
                <c:pt idx="23091">
                  <c:v>8.3352523303083803</c:v>
                </c:pt>
                <c:pt idx="23092">
                  <c:v>8.3361433909579929</c:v>
                </c:pt>
                <c:pt idx="23093">
                  <c:v>8.3360128115632577</c:v>
                </c:pt>
                <c:pt idx="23094">
                  <c:v>8.3349648913891521</c:v>
                </c:pt>
                <c:pt idx="23095">
                  <c:v>8.3345969695725373</c:v>
                </c:pt>
                <c:pt idx="23096">
                  <c:v>8.3349041185890851</c:v>
                </c:pt>
                <c:pt idx="23097">
                  <c:v>8.3358756621360826</c:v>
                </c:pt>
                <c:pt idx="23098">
                  <c:v>8.3337790005338146</c:v>
                </c:pt>
                <c:pt idx="23099">
                  <c:v>8.330051328378433</c:v>
                </c:pt>
                <c:pt idx="23100">
                  <c:v>8.326775345953271</c:v>
                </c:pt>
                <c:pt idx="23101">
                  <c:v>8.3256600829466603</c:v>
                </c:pt>
                <c:pt idx="23102">
                  <c:v>8.3256715805034283</c:v>
                </c:pt>
                <c:pt idx="23103">
                  <c:v>8.3281328789060893</c:v>
                </c:pt>
                <c:pt idx="23104">
                  <c:v>8.3289886256313395</c:v>
                </c:pt>
                <c:pt idx="23105">
                  <c:v>8.3288473699338894</c:v>
                </c:pt>
                <c:pt idx="23106">
                  <c:v>8.3302016178704879</c:v>
                </c:pt>
                <c:pt idx="23107">
                  <c:v>8.3299634541945551</c:v>
                </c:pt>
                <c:pt idx="23108">
                  <c:v>8.333245185398102</c:v>
                </c:pt>
                <c:pt idx="23109">
                  <c:v>8.3377275900299761</c:v>
                </c:pt>
                <c:pt idx="23110">
                  <c:v>8.3389586498583341</c:v>
                </c:pt>
                <c:pt idx="23111">
                  <c:v>8.340123188108242</c:v>
                </c:pt>
                <c:pt idx="23112">
                  <c:v>8.3440775263827867</c:v>
                </c:pt>
                <c:pt idx="23113">
                  <c:v>8.3466242352071607</c:v>
                </c:pt>
                <c:pt idx="23114">
                  <c:v>8.3466390177801504</c:v>
                </c:pt>
                <c:pt idx="23115">
                  <c:v>8.3459212417361304</c:v>
                </c:pt>
                <c:pt idx="23116">
                  <c:v>8.3444134192912571</c:v>
                </c:pt>
                <c:pt idx="23117">
                  <c:v>8.3431913932575039</c:v>
                </c:pt>
                <c:pt idx="23118">
                  <c:v>8.3424670471810458</c:v>
                </c:pt>
                <c:pt idx="23119">
                  <c:v>8.3427290272245713</c:v>
                </c:pt>
                <c:pt idx="23120">
                  <c:v>8.344994045908102</c:v>
                </c:pt>
                <c:pt idx="23121">
                  <c:v>8.3457266045251099</c:v>
                </c:pt>
                <c:pt idx="23122">
                  <c:v>8.3473346199646858</c:v>
                </c:pt>
                <c:pt idx="23123">
                  <c:v>8.3486650515336915</c:v>
                </c:pt>
                <c:pt idx="23124">
                  <c:v>8.349722005502402</c:v>
                </c:pt>
                <c:pt idx="23125">
                  <c:v>8.3522399704348533</c:v>
                </c:pt>
                <c:pt idx="23126">
                  <c:v>8.3545476943292414</c:v>
                </c:pt>
                <c:pt idx="23127">
                  <c:v>8.3557861454440925</c:v>
                </c:pt>
                <c:pt idx="23128">
                  <c:v>8.3563470619636178</c:v>
                </c:pt>
                <c:pt idx="23129">
                  <c:v>8.359444832258859</c:v>
                </c:pt>
                <c:pt idx="23130">
                  <c:v>8.36227158871597</c:v>
                </c:pt>
                <c:pt idx="23131">
                  <c:v>8.3637104258202282</c:v>
                </c:pt>
                <c:pt idx="23132">
                  <c:v>8.3645127910319061</c:v>
                </c:pt>
                <c:pt idx="23133">
                  <c:v>8.3657520634008122</c:v>
                </c:pt>
                <c:pt idx="23134">
                  <c:v>8.3671531228185447</c:v>
                </c:pt>
                <c:pt idx="23135">
                  <c:v>8.3675341847000375</c:v>
                </c:pt>
                <c:pt idx="23136">
                  <c:v>8.3679776618897055</c:v>
                </c:pt>
                <c:pt idx="23137">
                  <c:v>8.3687504619554058</c:v>
                </c:pt>
                <c:pt idx="23138">
                  <c:v>8.3682347144089029</c:v>
                </c:pt>
                <c:pt idx="23139">
                  <c:v>8.3672664558781253</c:v>
                </c:pt>
                <c:pt idx="23140">
                  <c:v>8.3663458300825368</c:v>
                </c:pt>
                <c:pt idx="23141">
                  <c:v>8.3671202726563454</c:v>
                </c:pt>
                <c:pt idx="23142">
                  <c:v>8.3696324888104137</c:v>
                </c:pt>
                <c:pt idx="23143">
                  <c:v>8.3735876483390133</c:v>
                </c:pt>
                <c:pt idx="23144">
                  <c:v>8.3764012647312445</c:v>
                </c:pt>
                <c:pt idx="23145">
                  <c:v>8.3800032850162189</c:v>
                </c:pt>
                <c:pt idx="23146">
                  <c:v>8.3818864205642019</c:v>
                </c:pt>
                <c:pt idx="23147">
                  <c:v>8.3812786925635443</c:v>
                </c:pt>
                <c:pt idx="23148">
                  <c:v>8.3841826469018184</c:v>
                </c:pt>
                <c:pt idx="23149">
                  <c:v>8.3888383361392851</c:v>
                </c:pt>
                <c:pt idx="23150">
                  <c:v>8.3920453332238321</c:v>
                </c:pt>
                <c:pt idx="23151">
                  <c:v>8.3972266250564616</c:v>
                </c:pt>
                <c:pt idx="23152">
                  <c:v>8.4036085903174147</c:v>
                </c:pt>
                <c:pt idx="23153">
                  <c:v>8.4063335112717112</c:v>
                </c:pt>
                <c:pt idx="23154">
                  <c:v>8.4063392600500961</c:v>
                </c:pt>
                <c:pt idx="23155">
                  <c:v>8.4088391573933396</c:v>
                </c:pt>
                <c:pt idx="23156">
                  <c:v>8.4115985710179437</c:v>
                </c:pt>
                <c:pt idx="23157">
                  <c:v>8.4131622387385541</c:v>
                </c:pt>
                <c:pt idx="23158">
                  <c:v>8.4139333962961445</c:v>
                </c:pt>
                <c:pt idx="23159">
                  <c:v>8.4160785118876529</c:v>
                </c:pt>
                <c:pt idx="23160">
                  <c:v>8.4198612080647148</c:v>
                </c:pt>
                <c:pt idx="23161">
                  <c:v>8.4237884449554468</c:v>
                </c:pt>
                <c:pt idx="23162">
                  <c:v>8.4252453496489146</c:v>
                </c:pt>
                <c:pt idx="23163">
                  <c:v>8.4257454933683729</c:v>
                </c:pt>
                <c:pt idx="23164">
                  <c:v>8.4288941814150213</c:v>
                </c:pt>
                <c:pt idx="23165">
                  <c:v>8.4308955775469148</c:v>
                </c:pt>
                <c:pt idx="23166">
                  <c:v>8.4304003613517846</c:v>
                </c:pt>
                <c:pt idx="23167">
                  <c:v>8.4321767338726232</c:v>
                </c:pt>
                <c:pt idx="23168">
                  <c:v>8.4355225228924571</c:v>
                </c:pt>
                <c:pt idx="23169">
                  <c:v>8.4399285508972195</c:v>
                </c:pt>
                <c:pt idx="23170">
                  <c:v>8.4434870447172834</c:v>
                </c:pt>
                <c:pt idx="23171">
                  <c:v>8.445697039379132</c:v>
                </c:pt>
                <c:pt idx="23172">
                  <c:v>8.4479908019545853</c:v>
                </c:pt>
                <c:pt idx="23173">
                  <c:v>8.449466595491316</c:v>
                </c:pt>
                <c:pt idx="23174">
                  <c:v>8.4507428242926945</c:v>
                </c:pt>
                <c:pt idx="23175">
                  <c:v>8.4506508438385417</c:v>
                </c:pt>
                <c:pt idx="23176">
                  <c:v>8.4527885681435553</c:v>
                </c:pt>
                <c:pt idx="23177">
                  <c:v>8.4555717981357539</c:v>
                </c:pt>
                <c:pt idx="23178">
                  <c:v>8.4565868681476619</c:v>
                </c:pt>
                <c:pt idx="23179">
                  <c:v>8.45788773457069</c:v>
                </c:pt>
                <c:pt idx="23180">
                  <c:v>8.4617771937748945</c:v>
                </c:pt>
                <c:pt idx="23181">
                  <c:v>8.4657077156818463</c:v>
                </c:pt>
                <c:pt idx="23182">
                  <c:v>8.4655056871843311</c:v>
                </c:pt>
                <c:pt idx="23183">
                  <c:v>8.4651353016055513</c:v>
                </c:pt>
                <c:pt idx="23184">
                  <c:v>8.4665642836611497</c:v>
                </c:pt>
                <c:pt idx="23185">
                  <c:v>8.469217755512668</c:v>
                </c:pt>
                <c:pt idx="23186">
                  <c:v>8.4734348950847949</c:v>
                </c:pt>
                <c:pt idx="23187">
                  <c:v>8.4743119944154728</c:v>
                </c:pt>
                <c:pt idx="23188">
                  <c:v>8.4722892456781498</c:v>
                </c:pt>
                <c:pt idx="23189">
                  <c:v>8.4751118958649858</c:v>
                </c:pt>
                <c:pt idx="23190">
                  <c:v>8.4801724633515381</c:v>
                </c:pt>
                <c:pt idx="23191">
                  <c:v>8.4837810536689524</c:v>
                </c:pt>
                <c:pt idx="23192">
                  <c:v>8.4859811932821412</c:v>
                </c:pt>
                <c:pt idx="23193">
                  <c:v>8.4886042787336269</c:v>
                </c:pt>
                <c:pt idx="23194">
                  <c:v>8.4908216646819685</c:v>
                </c:pt>
                <c:pt idx="23195">
                  <c:v>8.492152096250976</c:v>
                </c:pt>
                <c:pt idx="23196">
                  <c:v>8.4910902147579357</c:v>
                </c:pt>
                <c:pt idx="23197">
                  <c:v>8.489255533199195</c:v>
                </c:pt>
                <c:pt idx="23198">
                  <c:v>8.4921069272779537</c:v>
                </c:pt>
                <c:pt idx="23199">
                  <c:v>8.4953098180922275</c:v>
                </c:pt>
                <c:pt idx="23200">
                  <c:v>8.4958066767954659</c:v>
                </c:pt>
                <c:pt idx="23201">
                  <c:v>8.496146675974213</c:v>
                </c:pt>
                <c:pt idx="23202">
                  <c:v>8.5006816408656025</c:v>
                </c:pt>
                <c:pt idx="23203">
                  <c:v>8.5047369933889048</c:v>
                </c:pt>
                <c:pt idx="23204">
                  <c:v>8.505527039789758</c:v>
                </c:pt>
                <c:pt idx="23205">
                  <c:v>8.5069937995318856</c:v>
                </c:pt>
                <c:pt idx="23206">
                  <c:v>8.5082700283332642</c:v>
                </c:pt>
                <c:pt idx="23207">
                  <c:v>8.5095051944318971</c:v>
                </c:pt>
                <c:pt idx="23208">
                  <c:v>8.5118506960128109</c:v>
                </c:pt>
                <c:pt idx="23209">
                  <c:v>8.5131293885763561</c:v>
                </c:pt>
                <c:pt idx="23210">
                  <c:v>8.5119599228021183</c:v>
                </c:pt>
                <c:pt idx="23211">
                  <c:v>8.5094978031454023</c:v>
                </c:pt>
                <c:pt idx="23212">
                  <c:v>8.508935244117767</c:v>
                </c:pt>
                <c:pt idx="23213">
                  <c:v>8.5127573604894682</c:v>
                </c:pt>
                <c:pt idx="23214">
                  <c:v>8.5164792838664631</c:v>
                </c:pt>
                <c:pt idx="23215">
                  <c:v>8.5193783106804091</c:v>
                </c:pt>
                <c:pt idx="23216">
                  <c:v>8.5202874389192296</c:v>
                </c:pt>
                <c:pt idx="23217">
                  <c:v>8.5198603868106595</c:v>
                </c:pt>
                <c:pt idx="23218">
                  <c:v>8.5203564242598446</c:v>
                </c:pt>
                <c:pt idx="23219">
                  <c:v>8.5222855500349031</c:v>
                </c:pt>
                <c:pt idx="23220">
                  <c:v>8.525338151357122</c:v>
                </c:pt>
                <c:pt idx="23221">
                  <c:v>8.5264952983205351</c:v>
                </c:pt>
                <c:pt idx="23222">
                  <c:v>8.5248445776701018</c:v>
                </c:pt>
                <c:pt idx="23223">
                  <c:v>8.5206110130168771</c:v>
                </c:pt>
                <c:pt idx="23224">
                  <c:v>8.519310967847904</c:v>
                </c:pt>
                <c:pt idx="23225">
                  <c:v>8.518435511025336</c:v>
                </c:pt>
                <c:pt idx="23226">
                  <c:v>8.5186909210364234</c:v>
                </c:pt>
                <c:pt idx="23227">
                  <c:v>8.5189389397610142</c:v>
                </c:pt>
                <c:pt idx="23228">
                  <c:v>8.5215554551800601</c:v>
                </c:pt>
                <c:pt idx="23229">
                  <c:v>8.5251295528271669</c:v>
                </c:pt>
                <c:pt idx="23230">
                  <c:v>8.5259039954009772</c:v>
                </c:pt>
                <c:pt idx="23231">
                  <c:v>8.52635486387714</c:v>
                </c:pt>
                <c:pt idx="23232">
                  <c:v>8.5280080482897382</c:v>
                </c:pt>
                <c:pt idx="23233">
                  <c:v>8.5280343284194959</c:v>
                </c:pt>
                <c:pt idx="23234">
                  <c:v>8.5301038886379494</c:v>
                </c:pt>
                <c:pt idx="23235">
                  <c:v>8.5306738389520795</c:v>
                </c:pt>
                <c:pt idx="23236">
                  <c:v>8.5276269864082455</c:v>
                </c:pt>
                <c:pt idx="23237">
                  <c:v>8.5269888720075553</c:v>
                </c:pt>
                <c:pt idx="23238">
                  <c:v>8.5291348088531187</c:v>
                </c:pt>
                <c:pt idx="23239">
                  <c:v>8.5304931630599921</c:v>
                </c:pt>
                <c:pt idx="23240">
                  <c:v>8.5301556276434116</c:v>
                </c:pt>
                <c:pt idx="23241">
                  <c:v>8.5279407054572332</c:v>
                </c:pt>
                <c:pt idx="23242">
                  <c:v>8.5284260666037035</c:v>
                </c:pt>
                <c:pt idx="23243">
                  <c:v>8.5292867408532835</c:v>
                </c:pt>
                <c:pt idx="23244">
                  <c:v>8.5300792510163017</c:v>
                </c:pt>
                <c:pt idx="23245">
                  <c:v>8.5329372151275003</c:v>
                </c:pt>
                <c:pt idx="23246">
                  <c:v>8.5347521865889213</c:v>
                </c:pt>
                <c:pt idx="23247">
                  <c:v>8.5322588592781177</c:v>
                </c:pt>
                <c:pt idx="23248">
                  <c:v>8.5298911838377194</c:v>
                </c:pt>
                <c:pt idx="23249">
                  <c:v>8.5263359750338772</c:v>
                </c:pt>
                <c:pt idx="23250">
                  <c:v>8.5222247772348378</c:v>
                </c:pt>
                <c:pt idx="23251">
                  <c:v>8.5225803802406279</c:v>
                </c:pt>
                <c:pt idx="23252">
                  <c:v>8.526944524288588</c:v>
                </c:pt>
                <c:pt idx="23253">
                  <c:v>8.5309144663901773</c:v>
                </c:pt>
                <c:pt idx="23254">
                  <c:v>8.5310171231470449</c:v>
                </c:pt>
                <c:pt idx="23255">
                  <c:v>8.5297376093294464</c:v>
                </c:pt>
                <c:pt idx="23256">
                  <c:v>8.5289171765285587</c:v>
                </c:pt>
                <c:pt idx="23257">
                  <c:v>8.5297055804213038</c:v>
                </c:pt>
                <c:pt idx="23258">
                  <c:v>8.5282856321603084</c:v>
                </c:pt>
                <c:pt idx="23259">
                  <c:v>8.5253603252166066</c:v>
                </c:pt>
                <c:pt idx="23260">
                  <c:v>8.5253824990760894</c:v>
                </c:pt>
                <c:pt idx="23261">
                  <c:v>8.524023323615161</c:v>
                </c:pt>
                <c:pt idx="23262">
                  <c:v>8.5238467539933485</c:v>
                </c:pt>
                <c:pt idx="23263">
                  <c:v>8.5255360735843624</c:v>
                </c:pt>
                <c:pt idx="23264">
                  <c:v>8.5272023980618403</c:v>
                </c:pt>
                <c:pt idx="23265">
                  <c:v>8.5283669363117482</c:v>
                </c:pt>
                <c:pt idx="23266">
                  <c:v>8.5265380035313925</c:v>
                </c:pt>
                <c:pt idx="23267">
                  <c:v>8.5258777152712195</c:v>
                </c:pt>
                <c:pt idx="23268">
                  <c:v>8.5275103683324431</c:v>
                </c:pt>
                <c:pt idx="23269">
                  <c:v>8.526942881780478</c:v>
                </c:pt>
                <c:pt idx="23270">
                  <c:v>8.5235083973227113</c:v>
                </c:pt>
                <c:pt idx="23271">
                  <c:v>8.5209781135794351</c:v>
                </c:pt>
                <c:pt idx="23272">
                  <c:v>8.520684104627767</c:v>
                </c:pt>
                <c:pt idx="23273">
                  <c:v>8.5185997618363238</c:v>
                </c:pt>
                <c:pt idx="23274">
                  <c:v>8.5161433909579927</c:v>
                </c:pt>
                <c:pt idx="23275">
                  <c:v>8.5145509793454597</c:v>
                </c:pt>
                <c:pt idx="23276">
                  <c:v>8.5108109883792551</c:v>
                </c:pt>
                <c:pt idx="23277">
                  <c:v>8.5093434073830743</c:v>
                </c:pt>
                <c:pt idx="23278">
                  <c:v>8.5090567897178992</c:v>
                </c:pt>
                <c:pt idx="23279">
                  <c:v>8.5074840882026859</c:v>
                </c:pt>
                <c:pt idx="23280">
                  <c:v>8.5069313842237086</c:v>
                </c:pt>
                <c:pt idx="23281">
                  <c:v>8.5059113866874725</c:v>
                </c:pt>
                <c:pt idx="23282">
                  <c:v>8.5056149139736377</c:v>
                </c:pt>
                <c:pt idx="23283">
                  <c:v>8.5060353960497679</c:v>
                </c:pt>
                <c:pt idx="23284">
                  <c:v>8.50558863384388</c:v>
                </c:pt>
                <c:pt idx="23285">
                  <c:v>8.5066266989693258</c:v>
                </c:pt>
                <c:pt idx="23286">
                  <c:v>8.5060107584281202</c:v>
                </c:pt>
                <c:pt idx="23287">
                  <c:v>8.503338397733339</c:v>
                </c:pt>
                <c:pt idx="23288">
                  <c:v>8.5005346363897676</c:v>
                </c:pt>
                <c:pt idx="23289">
                  <c:v>8.4975855130784712</c:v>
                </c:pt>
                <c:pt idx="23290">
                  <c:v>8.497318605510614</c:v>
                </c:pt>
                <c:pt idx="23291">
                  <c:v>8.4986309694904119</c:v>
                </c:pt>
                <c:pt idx="23292">
                  <c:v>8.4977546914137889</c:v>
                </c:pt>
                <c:pt idx="23293">
                  <c:v>8.4970648380076383</c:v>
                </c:pt>
                <c:pt idx="23294">
                  <c:v>8.4958263868927855</c:v>
                </c:pt>
                <c:pt idx="23295">
                  <c:v>8.4944302549993846</c:v>
                </c:pt>
                <c:pt idx="23296">
                  <c:v>8.4948548433457898</c:v>
                </c:pt>
                <c:pt idx="23297">
                  <c:v>8.4961433909579931</c:v>
                </c:pt>
                <c:pt idx="23298">
                  <c:v>8.4968012154560011</c:v>
                </c:pt>
                <c:pt idx="23299">
                  <c:v>8.4953615570976879</c:v>
                </c:pt>
                <c:pt idx="23300">
                  <c:v>8.4925799696135993</c:v>
                </c:pt>
                <c:pt idx="23301">
                  <c:v>8.4922522892456787</c:v>
                </c:pt>
                <c:pt idx="23302">
                  <c:v>8.4919270726399212</c:v>
                </c:pt>
                <c:pt idx="23303">
                  <c:v>8.4915410832340985</c:v>
                </c:pt>
                <c:pt idx="23304">
                  <c:v>8.4911641276228806</c:v>
                </c:pt>
                <c:pt idx="23305">
                  <c:v>8.4891988666694047</c:v>
                </c:pt>
                <c:pt idx="23306">
                  <c:v>8.4869535580831936</c:v>
                </c:pt>
                <c:pt idx="23307">
                  <c:v>8.4854309530653307</c:v>
                </c:pt>
                <c:pt idx="23308">
                  <c:v>8.4855360735843632</c:v>
                </c:pt>
                <c:pt idx="23309">
                  <c:v>8.4860091159200106</c:v>
                </c:pt>
                <c:pt idx="23310">
                  <c:v>8.4854432718761554</c:v>
                </c:pt>
                <c:pt idx="23311">
                  <c:v>8.482939268262637</c:v>
                </c:pt>
                <c:pt idx="23312">
                  <c:v>8.4780626616843922</c:v>
                </c:pt>
                <c:pt idx="23313">
                  <c:v>8.4747801092267885</c:v>
                </c:pt>
                <c:pt idx="23314">
                  <c:v>8.4728797273436545</c:v>
                </c:pt>
                <c:pt idx="23315">
                  <c:v>8.4720321931589542</c:v>
                </c:pt>
                <c:pt idx="23316">
                  <c:v>8.4731835913439824</c:v>
                </c:pt>
                <c:pt idx="23317">
                  <c:v>8.4742216564694282</c:v>
                </c:pt>
                <c:pt idx="23318">
                  <c:v>8.4747390465240429</c:v>
                </c:pt>
                <c:pt idx="23319">
                  <c:v>8.475176774935326</c:v>
                </c:pt>
                <c:pt idx="23320">
                  <c:v>8.4745986120806478</c:v>
                </c:pt>
                <c:pt idx="23321">
                  <c:v>8.4715731121422415</c:v>
                </c:pt>
                <c:pt idx="23322">
                  <c:v>8.466895249045292</c:v>
                </c:pt>
                <c:pt idx="23323">
                  <c:v>8.4653529339301112</c:v>
                </c:pt>
                <c:pt idx="23324">
                  <c:v>8.4636085903174152</c:v>
                </c:pt>
                <c:pt idx="23325">
                  <c:v>8.4600821254054939</c:v>
                </c:pt>
                <c:pt idx="23326">
                  <c:v>8.4578368168192828</c:v>
                </c:pt>
                <c:pt idx="23327">
                  <c:v>8.4577275900299753</c:v>
                </c:pt>
                <c:pt idx="23328">
                  <c:v>8.4578598119328205</c:v>
                </c:pt>
                <c:pt idx="23329">
                  <c:v>8.4570319878454399</c:v>
                </c:pt>
                <c:pt idx="23330">
                  <c:v>8.4542487578532413</c:v>
                </c:pt>
                <c:pt idx="23331">
                  <c:v>8.4518975074939426</c:v>
                </c:pt>
                <c:pt idx="23332">
                  <c:v>8.4513645136122868</c:v>
                </c:pt>
                <c:pt idx="23333">
                  <c:v>8.4493401223668538</c:v>
                </c:pt>
                <c:pt idx="23334">
                  <c:v>8.4476442327433983</c:v>
                </c:pt>
                <c:pt idx="23335">
                  <c:v>8.4447682010429919</c:v>
                </c:pt>
                <c:pt idx="23336">
                  <c:v>8.4426403317866381</c:v>
                </c:pt>
                <c:pt idx="23337">
                  <c:v>8.4422683036997501</c:v>
                </c:pt>
                <c:pt idx="23338">
                  <c:v>8.4419488358723775</c:v>
                </c:pt>
                <c:pt idx="23339">
                  <c:v>8.4412827988338197</c:v>
                </c:pt>
                <c:pt idx="23340">
                  <c:v>8.4400402414486919</c:v>
                </c:pt>
                <c:pt idx="23341">
                  <c:v>8.4407621237629868</c:v>
                </c:pt>
                <c:pt idx="23342">
                  <c:v>8.4426813944893855</c:v>
                </c:pt>
                <c:pt idx="23343">
                  <c:v>8.4387837227446312</c:v>
                </c:pt>
                <c:pt idx="23344">
                  <c:v>8.4343883710425818</c:v>
                </c:pt>
                <c:pt idx="23345">
                  <c:v>8.4355783681681924</c:v>
                </c:pt>
                <c:pt idx="23346">
                  <c:v>8.4356366772060944</c:v>
                </c:pt>
                <c:pt idx="23347">
                  <c:v>8.4357286576602473</c:v>
                </c:pt>
                <c:pt idx="23348">
                  <c:v>8.435240832751612</c:v>
                </c:pt>
                <c:pt idx="23349">
                  <c:v>8.4341838787829015</c:v>
                </c:pt>
                <c:pt idx="23350">
                  <c:v>8.4314228226501875</c:v>
                </c:pt>
                <c:pt idx="23351">
                  <c:v>8.4278708988625635</c:v>
                </c:pt>
                <c:pt idx="23352">
                  <c:v>8.426898534061511</c:v>
                </c:pt>
                <c:pt idx="23353">
                  <c:v>8.4238804254095996</c:v>
                </c:pt>
                <c:pt idx="23354">
                  <c:v>8.4176298607974385</c:v>
                </c:pt>
                <c:pt idx="23355">
                  <c:v>8.4169613599967157</c:v>
                </c:pt>
                <c:pt idx="23356">
                  <c:v>8.4187574426148721</c:v>
                </c:pt>
                <c:pt idx="23357">
                  <c:v>8.4186629983985544</c:v>
                </c:pt>
                <c:pt idx="23358">
                  <c:v>8.4177596189381187</c:v>
                </c:pt>
                <c:pt idx="23359">
                  <c:v>8.4168143555208808</c:v>
                </c:pt>
                <c:pt idx="23360">
                  <c:v>8.4126744138299188</c:v>
                </c:pt>
                <c:pt idx="23361">
                  <c:v>8.4079160678355844</c:v>
                </c:pt>
                <c:pt idx="23362">
                  <c:v>8.4072418182564768</c:v>
                </c:pt>
                <c:pt idx="23363">
                  <c:v>8.4068558288506541</c:v>
                </c:pt>
                <c:pt idx="23364">
                  <c:v>8.4060551061470861</c:v>
                </c:pt>
                <c:pt idx="23365">
                  <c:v>8.4052223545353755</c:v>
                </c:pt>
                <c:pt idx="23366">
                  <c:v>8.404886461626905</c:v>
                </c:pt>
                <c:pt idx="23367">
                  <c:v>8.4058177637252083</c:v>
                </c:pt>
                <c:pt idx="23368">
                  <c:v>8.403379460436085</c:v>
                </c:pt>
                <c:pt idx="23369">
                  <c:v>8.3965121340286615</c:v>
                </c:pt>
                <c:pt idx="23370">
                  <c:v>8.3926005009649742</c:v>
                </c:pt>
                <c:pt idx="23371">
                  <c:v>8.3895823923130628</c:v>
                </c:pt>
                <c:pt idx="23372">
                  <c:v>8.3866242352071616</c:v>
                </c:pt>
                <c:pt idx="23373">
                  <c:v>8.3861511928715142</c:v>
                </c:pt>
                <c:pt idx="23374">
                  <c:v>8.3844511969777855</c:v>
                </c:pt>
                <c:pt idx="23375">
                  <c:v>8.3826838582515499</c:v>
                </c:pt>
                <c:pt idx="23376">
                  <c:v>8.3816728945099168</c:v>
                </c:pt>
                <c:pt idx="23377">
                  <c:v>8.3783492793495675</c:v>
                </c:pt>
                <c:pt idx="23378">
                  <c:v>8.3774335810783072</c:v>
                </c:pt>
                <c:pt idx="23379">
                  <c:v>8.379332320453333</c:v>
                </c:pt>
                <c:pt idx="23380">
                  <c:v>8.3774680737486147</c:v>
                </c:pt>
                <c:pt idx="23381">
                  <c:v>8.3729076499815225</c:v>
                </c:pt>
                <c:pt idx="23382">
                  <c:v>8.3712741756662421</c:v>
                </c:pt>
                <c:pt idx="23383">
                  <c:v>8.3697088654375236</c:v>
                </c:pt>
                <c:pt idx="23384">
                  <c:v>8.3667507083316224</c:v>
                </c:pt>
                <c:pt idx="23385">
                  <c:v>8.3656288752925718</c:v>
                </c:pt>
                <c:pt idx="23386">
                  <c:v>8.3661199852174271</c:v>
                </c:pt>
                <c:pt idx="23387">
                  <c:v>8.3626846795056053</c:v>
                </c:pt>
                <c:pt idx="23388">
                  <c:v>8.3583065741387106</c:v>
                </c:pt>
                <c:pt idx="23389">
                  <c:v>8.357925512257216</c:v>
                </c:pt>
                <c:pt idx="23390">
                  <c:v>8.3572471564078352</c:v>
                </c:pt>
                <c:pt idx="23391">
                  <c:v>8.3553919434977217</c:v>
                </c:pt>
                <c:pt idx="23392">
                  <c:v>8.3536911263499363</c:v>
                </c:pt>
                <c:pt idx="23393">
                  <c:v>8.352183303905063</c:v>
                </c:pt>
                <c:pt idx="23394">
                  <c:v>8.350583501006037</c:v>
                </c:pt>
                <c:pt idx="23395">
                  <c:v>8.3495134069724468</c:v>
                </c:pt>
                <c:pt idx="23396">
                  <c:v>8.348847369933889</c:v>
                </c:pt>
                <c:pt idx="23397">
                  <c:v>8.3481024925060563</c:v>
                </c:pt>
                <c:pt idx="23398">
                  <c:v>8.3437276721553815</c:v>
                </c:pt>
                <c:pt idx="23399">
                  <c:v>8.3405338151357125</c:v>
                </c:pt>
                <c:pt idx="23400">
                  <c:v>8.3405748778384599</c:v>
                </c:pt>
                <c:pt idx="23401">
                  <c:v>8.3378433868517234</c:v>
                </c:pt>
                <c:pt idx="23402">
                  <c:v>8.3328263458300817</c:v>
                </c:pt>
                <c:pt idx="23403">
                  <c:v>8.331713546585636</c:v>
                </c:pt>
                <c:pt idx="23404">
                  <c:v>8.3308175584116952</c:v>
                </c:pt>
                <c:pt idx="23405">
                  <c:v>8.3276097400730915</c:v>
                </c:pt>
                <c:pt idx="23406">
                  <c:v>8.3259508068821084</c:v>
                </c:pt>
                <c:pt idx="23407">
                  <c:v>8.325909744179361</c:v>
                </c:pt>
                <c:pt idx="23408">
                  <c:v>8.3302796370057077</c:v>
                </c:pt>
                <c:pt idx="23409">
                  <c:v>8.3334127212253115</c:v>
                </c:pt>
                <c:pt idx="23410">
                  <c:v>8.3309957705416178</c:v>
                </c:pt>
                <c:pt idx="23411">
                  <c:v>8.327357615078224</c:v>
                </c:pt>
                <c:pt idx="23412">
                  <c:v>8.3226370467704189</c:v>
                </c:pt>
                <c:pt idx="23413">
                  <c:v>8.3218527491479488</c:v>
                </c:pt>
                <c:pt idx="23414">
                  <c:v>8.3206504332115134</c:v>
                </c:pt>
                <c:pt idx="23415">
                  <c:v>8.3167166262883416</c:v>
                </c:pt>
                <c:pt idx="23416">
                  <c:v>8.3105941773087508</c:v>
                </c:pt>
                <c:pt idx="23417">
                  <c:v>8.3072779534348946</c:v>
                </c:pt>
                <c:pt idx="23418">
                  <c:v>8.3083160185603422</c:v>
                </c:pt>
                <c:pt idx="23419">
                  <c:v>8.3095232620211057</c:v>
                </c:pt>
                <c:pt idx="23420">
                  <c:v>8.312249825483514</c:v>
                </c:pt>
                <c:pt idx="23421">
                  <c:v>8.3106368825196082</c:v>
                </c:pt>
                <c:pt idx="23422">
                  <c:v>8.3076811891758719</c:v>
                </c:pt>
                <c:pt idx="23423">
                  <c:v>8.3076926867326399</c:v>
                </c:pt>
                <c:pt idx="23424">
                  <c:v>8.3070874224941491</c:v>
                </c:pt>
                <c:pt idx="23425">
                  <c:v>8.3041382991828527</c:v>
                </c:pt>
                <c:pt idx="23426">
                  <c:v>8.301003572455139</c:v>
                </c:pt>
                <c:pt idx="23427">
                  <c:v>8.2981242557385126</c:v>
                </c:pt>
                <c:pt idx="23428">
                  <c:v>8.2941682749558581</c:v>
                </c:pt>
                <c:pt idx="23429">
                  <c:v>8.2899108939350388</c:v>
                </c:pt>
                <c:pt idx="23430">
                  <c:v>8.2896070299347109</c:v>
                </c:pt>
                <c:pt idx="23431">
                  <c:v>8.2883841826469009</c:v>
                </c:pt>
                <c:pt idx="23432">
                  <c:v>8.2869814807210602</c:v>
                </c:pt>
                <c:pt idx="23433">
                  <c:v>8.2862595984067671</c:v>
                </c:pt>
                <c:pt idx="23434">
                  <c:v>8.2867720609370501</c:v>
                </c:pt>
                <c:pt idx="23435">
                  <c:v>8.2875284359216526</c:v>
                </c:pt>
                <c:pt idx="23436">
                  <c:v>8.288872828809593</c:v>
                </c:pt>
                <c:pt idx="23437">
                  <c:v>8.2900964973514562</c:v>
                </c:pt>
                <c:pt idx="23438">
                  <c:v>8.2908725824333764</c:v>
                </c:pt>
                <c:pt idx="23439">
                  <c:v>8.2897696382375887</c:v>
                </c:pt>
                <c:pt idx="23440">
                  <c:v>8.2857947686116695</c:v>
                </c:pt>
                <c:pt idx="23441">
                  <c:v>8.2839017780150286</c:v>
                </c:pt>
                <c:pt idx="23442">
                  <c:v>8.2823208639592654</c:v>
                </c:pt>
                <c:pt idx="23443">
                  <c:v>8.2805510614708666</c:v>
                </c:pt>
                <c:pt idx="23444">
                  <c:v>8.2776906335975031</c:v>
                </c:pt>
                <c:pt idx="23445">
                  <c:v>8.2749410750215571</c:v>
                </c:pt>
                <c:pt idx="23446">
                  <c:v>8.2735186629983986</c:v>
                </c:pt>
                <c:pt idx="23447">
                  <c:v>8.271449924034</c:v>
                </c:pt>
                <c:pt idx="23448">
                  <c:v>8.2690321520962513</c:v>
                </c:pt>
                <c:pt idx="23449">
                  <c:v>8.2667884860181502</c:v>
                </c:pt>
                <c:pt idx="23450">
                  <c:v>8.2660370385578776</c:v>
                </c:pt>
                <c:pt idx="23451">
                  <c:v>8.2658128362008796</c:v>
                </c:pt>
                <c:pt idx="23452">
                  <c:v>8.2641851106639841</c:v>
                </c:pt>
                <c:pt idx="23453">
                  <c:v>8.2625146799162312</c:v>
                </c:pt>
                <c:pt idx="23454">
                  <c:v>8.2603925594382623</c:v>
                </c:pt>
                <c:pt idx="23455">
                  <c:v>8.2581234344844585</c:v>
                </c:pt>
                <c:pt idx="23456">
                  <c:v>8.2583205354576439</c:v>
                </c:pt>
                <c:pt idx="23457">
                  <c:v>8.2603777768652726</c:v>
                </c:pt>
                <c:pt idx="23458">
                  <c:v>8.2595844454481995</c:v>
                </c:pt>
                <c:pt idx="23459">
                  <c:v>8.2572101999753631</c:v>
                </c:pt>
                <c:pt idx="23460">
                  <c:v>8.2559150823307199</c:v>
                </c:pt>
                <c:pt idx="23461">
                  <c:v>8.2547546503510869</c:v>
                </c:pt>
                <c:pt idx="23462">
                  <c:v>8.2527466841867536</c:v>
                </c:pt>
                <c:pt idx="23463">
                  <c:v>8.2510770746930557</c:v>
                </c:pt>
                <c:pt idx="23464">
                  <c:v>8.2464624481583382</c:v>
                </c:pt>
                <c:pt idx="23465">
                  <c:v>8.243062456370879</c:v>
                </c:pt>
                <c:pt idx="23466">
                  <c:v>8.2410495626822158</c:v>
                </c:pt>
                <c:pt idx="23467">
                  <c:v>8.2424095593971991</c:v>
                </c:pt>
                <c:pt idx="23468">
                  <c:v>8.2456535129142203</c:v>
                </c:pt>
                <c:pt idx="23469">
                  <c:v>8.2434821171929542</c:v>
                </c:pt>
                <c:pt idx="23470">
                  <c:v>8.2419233769966738</c:v>
                </c:pt>
                <c:pt idx="23471">
                  <c:v>8.2412310598283582</c:v>
                </c:pt>
                <c:pt idx="23472">
                  <c:v>8.2410774853200834</c:v>
                </c:pt>
                <c:pt idx="23473">
                  <c:v>8.2421508643698935</c:v>
                </c:pt>
                <c:pt idx="23474">
                  <c:v>8.2425976265757814</c:v>
                </c:pt>
                <c:pt idx="23475">
                  <c:v>8.2410126062497433</c:v>
                </c:pt>
                <c:pt idx="23476">
                  <c:v>8.2391179731449924</c:v>
                </c:pt>
                <c:pt idx="23477">
                  <c:v>8.2379977826140518</c:v>
                </c:pt>
                <c:pt idx="23478">
                  <c:v>8.2356062908060608</c:v>
                </c:pt>
                <c:pt idx="23479">
                  <c:v>8.2361097195417408</c:v>
                </c:pt>
                <c:pt idx="23480">
                  <c:v>8.2345033466102731</c:v>
                </c:pt>
                <c:pt idx="23481">
                  <c:v>8.2328090994949292</c:v>
                </c:pt>
                <c:pt idx="23482">
                  <c:v>8.2339407875826378</c:v>
                </c:pt>
                <c:pt idx="23483">
                  <c:v>8.233343735884695</c:v>
                </c:pt>
                <c:pt idx="23484">
                  <c:v>8.2329667802734772</c:v>
                </c:pt>
                <c:pt idx="23485">
                  <c:v>8.2333051369441144</c:v>
                </c:pt>
                <c:pt idx="23486">
                  <c:v>8.2293417648749632</c:v>
                </c:pt>
                <c:pt idx="23487">
                  <c:v>8.2263367962879315</c:v>
                </c:pt>
                <c:pt idx="23488">
                  <c:v>8.2259524493902187</c:v>
                </c:pt>
                <c:pt idx="23489">
                  <c:v>8.2261906130661515</c:v>
                </c:pt>
                <c:pt idx="23490">
                  <c:v>8.2254096004599031</c:v>
                </c:pt>
                <c:pt idx="23491">
                  <c:v>8.2261019176282186</c:v>
                </c:pt>
                <c:pt idx="23492">
                  <c:v>8.2255993101465936</c:v>
                </c:pt>
                <c:pt idx="23493">
                  <c:v>8.2223602841539023</c:v>
                </c:pt>
                <c:pt idx="23494">
                  <c:v>8.2175313103108447</c:v>
                </c:pt>
                <c:pt idx="23495">
                  <c:v>8.2141189997125608</c:v>
                </c:pt>
                <c:pt idx="23496">
                  <c:v>8.2129963454194552</c:v>
                </c:pt>
                <c:pt idx="23497">
                  <c:v>8.2140130579394732</c:v>
                </c:pt>
                <c:pt idx="23498">
                  <c:v>8.214165811193693</c:v>
                </c:pt>
                <c:pt idx="23499">
                  <c:v>8.2156432472385337</c:v>
                </c:pt>
                <c:pt idx="23500">
                  <c:v>8.214752186588921</c:v>
                </c:pt>
                <c:pt idx="23501">
                  <c:v>8.2130604032357404</c:v>
                </c:pt>
                <c:pt idx="23502">
                  <c:v>8.2139777440151107</c:v>
                </c:pt>
                <c:pt idx="23503">
                  <c:v>8.2161031495093013</c:v>
                </c:pt>
                <c:pt idx="23504">
                  <c:v>8.2171822773374945</c:v>
                </c:pt>
                <c:pt idx="23505">
                  <c:v>8.2173900546133947</c:v>
                </c:pt>
                <c:pt idx="23506">
                  <c:v>8.2196690346158583</c:v>
                </c:pt>
                <c:pt idx="23507">
                  <c:v>8.2208220753089964</c:v>
                </c:pt>
                <c:pt idx="23508">
                  <c:v>8.2222485936024317</c:v>
                </c:pt>
                <c:pt idx="23509">
                  <c:v>8.2233408614955028</c:v>
                </c:pt>
                <c:pt idx="23510">
                  <c:v>8.2213534266825441</c:v>
                </c:pt>
                <c:pt idx="23511">
                  <c:v>8.2191672483882883</c:v>
                </c:pt>
                <c:pt idx="23512">
                  <c:v>8.2182310187656551</c:v>
                </c:pt>
                <c:pt idx="23513">
                  <c:v>8.2172151274996921</c:v>
                </c:pt>
                <c:pt idx="23514">
                  <c:v>8.2172520839321646</c:v>
                </c:pt>
                <c:pt idx="23515">
                  <c:v>8.2149230074323487</c:v>
                </c:pt>
                <c:pt idx="23516">
                  <c:v>8.2088851476204159</c:v>
                </c:pt>
                <c:pt idx="23517">
                  <c:v>8.2066143801585021</c:v>
                </c:pt>
                <c:pt idx="23518">
                  <c:v>8.2084236028415383</c:v>
                </c:pt>
                <c:pt idx="23519">
                  <c:v>8.206907567856117</c:v>
                </c:pt>
                <c:pt idx="23520">
                  <c:v>8.2061782942553272</c:v>
                </c:pt>
                <c:pt idx="23521">
                  <c:v>8.2073190161376424</c:v>
                </c:pt>
                <c:pt idx="23522">
                  <c:v>8.2054424506220993</c:v>
                </c:pt>
                <c:pt idx="23523">
                  <c:v>8.2033827454523056</c:v>
                </c:pt>
                <c:pt idx="23524">
                  <c:v>8.2048486839403765</c:v>
                </c:pt>
                <c:pt idx="23525">
                  <c:v>8.2046778630969488</c:v>
                </c:pt>
                <c:pt idx="23526">
                  <c:v>8.2034541945550856</c:v>
                </c:pt>
                <c:pt idx="23527">
                  <c:v>8.2011349731039296</c:v>
                </c:pt>
                <c:pt idx="23528">
                  <c:v>8.1984617911550934</c:v>
                </c:pt>
                <c:pt idx="23529">
                  <c:v>8.1978754157598654</c:v>
                </c:pt>
                <c:pt idx="23530">
                  <c:v>8.1988198579230485</c:v>
                </c:pt>
                <c:pt idx="23531">
                  <c:v>8.2004755060978116</c:v>
                </c:pt>
                <c:pt idx="23532">
                  <c:v>8.2033203301441304</c:v>
                </c:pt>
                <c:pt idx="23533">
                  <c:v>8.2052486346651339</c:v>
                </c:pt>
                <c:pt idx="23534">
                  <c:v>8.2032570935819003</c:v>
                </c:pt>
                <c:pt idx="23535">
                  <c:v>8.2005642015357445</c:v>
                </c:pt>
                <c:pt idx="23536">
                  <c:v>8.1990966205395637</c:v>
                </c:pt>
                <c:pt idx="23537">
                  <c:v>8.1969391861372323</c:v>
                </c:pt>
                <c:pt idx="23538">
                  <c:v>8.1928460559274008</c:v>
                </c:pt>
                <c:pt idx="23539">
                  <c:v>8.1891627314909865</c:v>
                </c:pt>
                <c:pt idx="23540">
                  <c:v>8.1920905021968551</c:v>
                </c:pt>
                <c:pt idx="23541">
                  <c:v>8.194413829918286</c:v>
                </c:pt>
                <c:pt idx="23542">
                  <c:v>8.195361557097689</c:v>
                </c:pt>
                <c:pt idx="23543">
                  <c:v>8.1964094772717946</c:v>
                </c:pt>
                <c:pt idx="23544">
                  <c:v>8.1970139202562304</c:v>
                </c:pt>
                <c:pt idx="23545">
                  <c:v>8.1940344105449014</c:v>
                </c:pt>
                <c:pt idx="23546">
                  <c:v>8.1921422412023155</c:v>
                </c:pt>
                <c:pt idx="23547">
                  <c:v>8.1906147086601244</c:v>
                </c:pt>
                <c:pt idx="23548">
                  <c:v>8.1907962058062669</c:v>
                </c:pt>
                <c:pt idx="23549">
                  <c:v>8.193196731408861</c:v>
                </c:pt>
                <c:pt idx="23550">
                  <c:v>8.1944236849669441</c:v>
                </c:pt>
                <c:pt idx="23551">
                  <c:v>8.1936533486634087</c:v>
                </c:pt>
                <c:pt idx="23552">
                  <c:v>8.1928895823923131</c:v>
                </c:pt>
                <c:pt idx="23553">
                  <c:v>8.1945444093130213</c:v>
                </c:pt>
                <c:pt idx="23554">
                  <c:v>8.1930078429762254</c:v>
                </c:pt>
                <c:pt idx="23555">
                  <c:v>8.1874923007432354</c:v>
                </c:pt>
                <c:pt idx="23556">
                  <c:v>8.1853397938652321</c:v>
                </c:pt>
                <c:pt idx="23557">
                  <c:v>8.1858990678766475</c:v>
                </c:pt>
                <c:pt idx="23558">
                  <c:v>8.1867810947316553</c:v>
                </c:pt>
                <c:pt idx="23559">
                  <c:v>8.1884079990144958</c:v>
                </c:pt>
                <c:pt idx="23560">
                  <c:v>8.1899371740647968</c:v>
                </c:pt>
                <c:pt idx="23561">
                  <c:v>8.1890830698476567</c:v>
                </c:pt>
                <c:pt idx="23562">
                  <c:v>8.1873888227323128</c:v>
                </c:pt>
                <c:pt idx="23563">
                  <c:v>8.1881854391656059</c:v>
                </c:pt>
                <c:pt idx="23564">
                  <c:v>8.1895060156859518</c:v>
                </c:pt>
                <c:pt idx="23565">
                  <c:v>8.1888013797068115</c:v>
                </c:pt>
                <c:pt idx="23566">
                  <c:v>8.1883332648954958</c:v>
                </c:pt>
                <c:pt idx="23567">
                  <c:v>8.1897367880753915</c:v>
                </c:pt>
                <c:pt idx="23568">
                  <c:v>8.1867449595532378</c:v>
                </c:pt>
                <c:pt idx="23569">
                  <c:v>8.1844643370426642</c:v>
                </c:pt>
                <c:pt idx="23570">
                  <c:v>8.1837490247608091</c:v>
                </c:pt>
                <c:pt idx="23571">
                  <c:v>8.1816893195910154</c:v>
                </c:pt>
                <c:pt idx="23572">
                  <c:v>8.1810717365416998</c:v>
                </c:pt>
                <c:pt idx="23573">
                  <c:v>8.1823126514187159</c:v>
                </c:pt>
                <c:pt idx="23574">
                  <c:v>8.1836660781012611</c:v>
                </c:pt>
                <c:pt idx="23575">
                  <c:v>8.1817492711370257</c:v>
                </c:pt>
                <c:pt idx="23576">
                  <c:v>8.1792838664640914</c:v>
                </c:pt>
                <c:pt idx="23577">
                  <c:v>8.1788091816203341</c:v>
                </c:pt>
                <c:pt idx="23578">
                  <c:v>8.1782195212088862</c:v>
                </c:pt>
                <c:pt idx="23579">
                  <c:v>8.1753032480597874</c:v>
                </c:pt>
                <c:pt idx="23580">
                  <c:v>8.1746216071941848</c:v>
                </c:pt>
                <c:pt idx="23581">
                  <c:v>8.1760875456822575</c:v>
                </c:pt>
                <c:pt idx="23582">
                  <c:v>8.1778097154354707</c:v>
                </c:pt>
                <c:pt idx="23583">
                  <c:v>8.1780914055763159</c:v>
                </c:pt>
                <c:pt idx="23584">
                  <c:v>8.1749763889459199</c:v>
                </c:pt>
                <c:pt idx="23585">
                  <c:v>8.1751406397569095</c:v>
                </c:pt>
                <c:pt idx="23586">
                  <c:v>8.1731031084465986</c:v>
                </c:pt>
                <c:pt idx="23587">
                  <c:v>8.1692990596641071</c:v>
                </c:pt>
                <c:pt idx="23588">
                  <c:v>8.1664452018231835</c:v>
                </c:pt>
                <c:pt idx="23589">
                  <c:v>8.1648495051944323</c:v>
                </c:pt>
                <c:pt idx="23590">
                  <c:v>8.1658670389685053</c:v>
                </c:pt>
                <c:pt idx="23591">
                  <c:v>8.1655163634870451</c:v>
                </c:pt>
                <c:pt idx="23592">
                  <c:v>8.1645850613887401</c:v>
                </c:pt>
                <c:pt idx="23593">
                  <c:v>8.1647731285673224</c:v>
                </c:pt>
                <c:pt idx="23594">
                  <c:v>8.1649948671621573</c:v>
                </c:pt>
                <c:pt idx="23595">
                  <c:v>8.1621442943374536</c:v>
                </c:pt>
                <c:pt idx="23596">
                  <c:v>8.1608902393955578</c:v>
                </c:pt>
                <c:pt idx="23597">
                  <c:v>8.1605436701843708</c:v>
                </c:pt>
                <c:pt idx="23598">
                  <c:v>8.1589405822691248</c:v>
                </c:pt>
                <c:pt idx="23599">
                  <c:v>8.1585168151767746</c:v>
                </c:pt>
                <c:pt idx="23600">
                  <c:v>8.1577160924732066</c:v>
                </c:pt>
                <c:pt idx="23601">
                  <c:v>8.1576216482568888</c:v>
                </c:pt>
                <c:pt idx="23602">
                  <c:v>8.1598127540754728</c:v>
                </c:pt>
                <c:pt idx="23603">
                  <c:v>8.1607120272656353</c:v>
                </c:pt>
                <c:pt idx="23604">
                  <c:v>8.1576635322136895</c:v>
                </c:pt>
                <c:pt idx="23605">
                  <c:v>8.1549468237999427</c:v>
                </c:pt>
                <c:pt idx="23606">
                  <c:v>8.1536402085985298</c:v>
                </c:pt>
                <c:pt idx="23607">
                  <c:v>8.1521479899807012</c:v>
                </c:pt>
                <c:pt idx="23608">
                  <c:v>8.1507551431035186</c:v>
                </c:pt>
                <c:pt idx="23609">
                  <c:v>8.1472689196402914</c:v>
                </c:pt>
                <c:pt idx="23610">
                  <c:v>8.1453332238327931</c:v>
                </c:pt>
                <c:pt idx="23611">
                  <c:v>8.1434468032685903</c:v>
                </c:pt>
                <c:pt idx="23612">
                  <c:v>8.1422773374943542</c:v>
                </c:pt>
                <c:pt idx="23613">
                  <c:v>8.1424144869215294</c:v>
                </c:pt>
                <c:pt idx="23614">
                  <c:v>8.143162649365582</c:v>
                </c:pt>
                <c:pt idx="23615">
                  <c:v>8.1439395557015555</c:v>
                </c:pt>
                <c:pt idx="23616">
                  <c:v>8.1453923541247484</c:v>
                </c:pt>
                <c:pt idx="23617">
                  <c:v>8.1456042376709235</c:v>
                </c:pt>
                <c:pt idx="23618">
                  <c:v>8.1456666529790986</c:v>
                </c:pt>
                <c:pt idx="23619">
                  <c:v>8.147525972159487</c:v>
                </c:pt>
                <c:pt idx="23620">
                  <c:v>8.1464616269042835</c:v>
                </c:pt>
                <c:pt idx="23621">
                  <c:v>8.1447452059294534</c:v>
                </c:pt>
                <c:pt idx="23622">
                  <c:v>8.1445103272697406</c:v>
                </c:pt>
                <c:pt idx="23623">
                  <c:v>8.1450236110540803</c:v>
                </c:pt>
                <c:pt idx="23624">
                  <c:v>8.1447320658645754</c:v>
                </c:pt>
                <c:pt idx="23625">
                  <c:v>8.1407169547899638</c:v>
                </c:pt>
                <c:pt idx="23626">
                  <c:v>8.140122366854186</c:v>
                </c:pt>
                <c:pt idx="23627">
                  <c:v>8.1403030427462735</c:v>
                </c:pt>
                <c:pt idx="23628">
                  <c:v>8.137357204451197</c:v>
                </c:pt>
                <c:pt idx="23629">
                  <c:v>8.1361828111526293</c:v>
                </c:pt>
                <c:pt idx="23630">
                  <c:v>8.1344951340697236</c:v>
                </c:pt>
                <c:pt idx="23631">
                  <c:v>8.1359774976388941</c:v>
                </c:pt>
                <c:pt idx="23632">
                  <c:v>8.1359643575740161</c:v>
                </c:pt>
                <c:pt idx="23633">
                  <c:v>8.1347530078429759</c:v>
                </c:pt>
                <c:pt idx="23634">
                  <c:v>8.1360760481254868</c:v>
                </c:pt>
                <c:pt idx="23635">
                  <c:v>8.1382630476737976</c:v>
                </c:pt>
                <c:pt idx="23636">
                  <c:v>8.1392395187451232</c:v>
                </c:pt>
                <c:pt idx="23637">
                  <c:v>8.1380018888843271</c:v>
                </c:pt>
                <c:pt idx="23638">
                  <c:v>8.1361179320822892</c:v>
                </c:pt>
                <c:pt idx="23639">
                  <c:v>8.1366542109801667</c:v>
                </c:pt>
                <c:pt idx="23640">
                  <c:v>8.1365745493368369</c:v>
                </c:pt>
                <c:pt idx="23641">
                  <c:v>8.1354469675194014</c:v>
                </c:pt>
                <c:pt idx="23642">
                  <c:v>8.1347423315402612</c:v>
                </c:pt>
                <c:pt idx="23643">
                  <c:v>8.1342504003613509</c:v>
                </c:pt>
                <c:pt idx="23644">
                  <c:v>8.1312848519689567</c:v>
                </c:pt>
                <c:pt idx="23645">
                  <c:v>8.1280712848519698</c:v>
                </c:pt>
                <c:pt idx="23646">
                  <c:v>8.1278725413706727</c:v>
                </c:pt>
                <c:pt idx="23647">
                  <c:v>8.1278043772841126</c:v>
                </c:pt>
                <c:pt idx="23648">
                  <c:v>8.1266669404180192</c:v>
                </c:pt>
                <c:pt idx="23649">
                  <c:v>8.1240980577341606</c:v>
                </c:pt>
                <c:pt idx="23650">
                  <c:v>8.1232948712684276</c:v>
                </c:pt>
                <c:pt idx="23651">
                  <c:v>8.120598694206052</c:v>
                </c:pt>
                <c:pt idx="23652">
                  <c:v>8.1178499568841627</c:v>
                </c:pt>
                <c:pt idx="23653">
                  <c:v>8.1178491356301077</c:v>
                </c:pt>
                <c:pt idx="23654">
                  <c:v>8.1174089434566579</c:v>
                </c:pt>
                <c:pt idx="23655">
                  <c:v>8.1165145977908271</c:v>
                </c:pt>
                <c:pt idx="23656">
                  <c:v>8.1183008253603255</c:v>
                </c:pt>
                <c:pt idx="23657">
                  <c:v>8.1198595655566042</c:v>
                </c:pt>
                <c:pt idx="23658">
                  <c:v>8.1201585020326039</c:v>
                </c:pt>
                <c:pt idx="23659">
                  <c:v>8.1198612080647141</c:v>
                </c:pt>
                <c:pt idx="23660">
                  <c:v>8.1184338685172257</c:v>
                </c:pt>
                <c:pt idx="23661">
                  <c:v>8.1133913686198831</c:v>
                </c:pt>
                <c:pt idx="23662">
                  <c:v>8.1108512298279472</c:v>
                </c:pt>
                <c:pt idx="23663">
                  <c:v>8.1106130661520144</c:v>
                </c:pt>
                <c:pt idx="23664">
                  <c:v>8.1128403071490158</c:v>
                </c:pt>
                <c:pt idx="23665">
                  <c:v>8.1151094321028214</c:v>
                </c:pt>
                <c:pt idx="23666">
                  <c:v>8.1172660452510979</c:v>
                </c:pt>
                <c:pt idx="23667">
                  <c:v>8.1168324231100897</c:v>
                </c:pt>
                <c:pt idx="23668">
                  <c:v>8.11144335400156</c:v>
                </c:pt>
                <c:pt idx="23669">
                  <c:v>8.1067112881369852</c:v>
                </c:pt>
                <c:pt idx="23670">
                  <c:v>8.1045300373670592</c:v>
                </c:pt>
                <c:pt idx="23671">
                  <c:v>8.1040561737773587</c:v>
                </c:pt>
                <c:pt idx="23672">
                  <c:v>8.1051180552703972</c:v>
                </c:pt>
                <c:pt idx="23673">
                  <c:v>8.1101227774812141</c:v>
                </c:pt>
                <c:pt idx="23674">
                  <c:v>8.1106155299141793</c:v>
                </c:pt>
                <c:pt idx="23675">
                  <c:v>8.1085550034903289</c:v>
                </c:pt>
                <c:pt idx="23676">
                  <c:v>8.1067515295856776</c:v>
                </c:pt>
                <c:pt idx="23677">
                  <c:v>8.1057183919845599</c:v>
                </c:pt>
                <c:pt idx="23678">
                  <c:v>8.1027512010840557</c:v>
                </c:pt>
                <c:pt idx="23679">
                  <c:v>8.1002471974705372</c:v>
                </c:pt>
                <c:pt idx="23680">
                  <c:v>8.1012984026608628</c:v>
                </c:pt>
                <c:pt idx="23681">
                  <c:v>8.0992222724099694</c:v>
                </c:pt>
                <c:pt idx="23682">
                  <c:v>8.098377201987434</c:v>
                </c:pt>
                <c:pt idx="23683">
                  <c:v>8.098581694247116</c:v>
                </c:pt>
                <c:pt idx="23684">
                  <c:v>8.0999080195458468</c:v>
                </c:pt>
                <c:pt idx="23685">
                  <c:v>8.1007300948548426</c:v>
                </c:pt>
                <c:pt idx="23686">
                  <c:v>8.1001437194596146</c:v>
                </c:pt>
                <c:pt idx="23687">
                  <c:v>8.1015086436989279</c:v>
                </c:pt>
                <c:pt idx="23688">
                  <c:v>8.1037654498419087</c:v>
                </c:pt>
                <c:pt idx="23689">
                  <c:v>8.1006553607358445</c:v>
                </c:pt>
                <c:pt idx="23690">
                  <c:v>8.0972701515213732</c:v>
                </c:pt>
                <c:pt idx="23691">
                  <c:v>8.0946536361023291</c:v>
                </c:pt>
                <c:pt idx="23692">
                  <c:v>8.0963265306122452</c:v>
                </c:pt>
                <c:pt idx="23693">
                  <c:v>8.0990596641070915</c:v>
                </c:pt>
                <c:pt idx="23694">
                  <c:v>8.0990169588962342</c:v>
                </c:pt>
                <c:pt idx="23695">
                  <c:v>8.097863918203096</c:v>
                </c:pt>
                <c:pt idx="23696">
                  <c:v>8.0972849340943629</c:v>
                </c:pt>
                <c:pt idx="23697">
                  <c:v>8.0952293351948423</c:v>
                </c:pt>
                <c:pt idx="23698">
                  <c:v>8.0936246047714864</c:v>
                </c:pt>
                <c:pt idx="23699">
                  <c:v>8.0929856691167412</c:v>
                </c:pt>
                <c:pt idx="23700">
                  <c:v>8.0909128238820678</c:v>
                </c:pt>
                <c:pt idx="23701">
                  <c:v>8.0885484334578894</c:v>
                </c:pt>
                <c:pt idx="23702">
                  <c:v>8.0877362131975534</c:v>
                </c:pt>
                <c:pt idx="23703">
                  <c:v>8.0862554921364929</c:v>
                </c:pt>
                <c:pt idx="23704">
                  <c:v>8.0869215291750507</c:v>
                </c:pt>
                <c:pt idx="23705">
                  <c:v>8.0869913357697207</c:v>
                </c:pt>
                <c:pt idx="23706">
                  <c:v>8.0848946741674546</c:v>
                </c:pt>
                <c:pt idx="23707">
                  <c:v>8.0837597010635243</c:v>
                </c:pt>
                <c:pt idx="23708">
                  <c:v>8.0831232291709441</c:v>
                </c:pt>
                <c:pt idx="23709">
                  <c:v>8.0849258818215421</c:v>
                </c:pt>
                <c:pt idx="23710">
                  <c:v>8.085743850860263</c:v>
                </c:pt>
                <c:pt idx="23711">
                  <c:v>8.0835913439822615</c:v>
                </c:pt>
                <c:pt idx="23712">
                  <c:v>8.0801110335482278</c:v>
                </c:pt>
                <c:pt idx="23713">
                  <c:v>8.0817510778959463</c:v>
                </c:pt>
                <c:pt idx="23714">
                  <c:v>8.0827709111813739</c:v>
                </c:pt>
                <c:pt idx="23715">
                  <c:v>8.083422165646942</c:v>
                </c:pt>
                <c:pt idx="23716">
                  <c:v>8.085662546708825</c:v>
                </c:pt>
                <c:pt idx="23717">
                  <c:v>8.085675686773703</c:v>
                </c:pt>
                <c:pt idx="23718">
                  <c:v>8.0855500349032976</c:v>
                </c:pt>
                <c:pt idx="23719">
                  <c:v>8.0849891183837723</c:v>
                </c:pt>
                <c:pt idx="23720">
                  <c:v>8.0861002751201081</c:v>
                </c:pt>
                <c:pt idx="23721">
                  <c:v>8.0852223545353752</c:v>
                </c:pt>
                <c:pt idx="23722">
                  <c:v>8.082696998316429</c:v>
                </c:pt>
                <c:pt idx="23723">
                  <c:v>8.0814129676015281</c:v>
                </c:pt>
                <c:pt idx="23724">
                  <c:v>8.0805951628136157</c:v>
                </c:pt>
                <c:pt idx="23725">
                  <c:v>8.0796561409271952</c:v>
                </c:pt>
                <c:pt idx="23726">
                  <c:v>8.0787156407834768</c:v>
                </c:pt>
                <c:pt idx="23727">
                  <c:v>8.0776913727261537</c:v>
                </c:pt>
                <c:pt idx="23728">
                  <c:v>8.0781323861536567</c:v>
                </c:pt>
                <c:pt idx="23729">
                  <c:v>8.080346404960375</c:v>
                </c:pt>
                <c:pt idx="23730">
                  <c:v>8.0797165852256398</c:v>
                </c:pt>
                <c:pt idx="23731">
                  <c:v>8.0777545271629787</c:v>
                </c:pt>
                <c:pt idx="23732">
                  <c:v>8.0770297704594913</c:v>
                </c:pt>
                <c:pt idx="23733">
                  <c:v>8.0765554962427633</c:v>
                </c:pt>
                <c:pt idx="23734">
                  <c:v>8.078532172627602</c:v>
                </c:pt>
                <c:pt idx="23735">
                  <c:v>8.0786011579682171</c:v>
                </c:pt>
                <c:pt idx="23736">
                  <c:v>8.077253069437031</c:v>
                </c:pt>
                <c:pt idx="23737">
                  <c:v>8.0787494764505396</c:v>
                </c:pt>
                <c:pt idx="23738">
                  <c:v>8.0777176528559114</c:v>
                </c:pt>
                <c:pt idx="23739">
                  <c:v>8.0762882601732837</c:v>
                </c:pt>
                <c:pt idx="23740">
                  <c:v>8.0771393257504212</c:v>
                </c:pt>
                <c:pt idx="23741">
                  <c:v>8.0797831889294951</c:v>
                </c:pt>
                <c:pt idx="23742">
                  <c:v>8.081130456206628</c:v>
                </c:pt>
                <c:pt idx="23743">
                  <c:v>8.0812579148359553</c:v>
                </c:pt>
                <c:pt idx="23744">
                  <c:v>8.0825130374081215</c:v>
                </c:pt>
                <c:pt idx="23745">
                  <c:v>8.0811862193569581</c:v>
                </c:pt>
                <c:pt idx="23746">
                  <c:v>8.0780478791114039</c:v>
                </c:pt>
                <c:pt idx="23747">
                  <c:v>8.075945550856158</c:v>
                </c:pt>
                <c:pt idx="23748">
                  <c:v>8.075118137395803</c:v>
                </c:pt>
                <c:pt idx="23749">
                  <c:v>8.0761896275612859</c:v>
                </c:pt>
                <c:pt idx="23750">
                  <c:v>8.0760647969449355</c:v>
                </c:pt>
                <c:pt idx="23751">
                  <c:v>8.0748775920831104</c:v>
                </c:pt>
                <c:pt idx="23752">
                  <c:v>8.0749221861782949</c:v>
                </c:pt>
                <c:pt idx="23753">
                  <c:v>8.0757831889294955</c:v>
                </c:pt>
                <c:pt idx="23754">
                  <c:v>8.0774631462242841</c:v>
                </c:pt>
                <c:pt idx="23755">
                  <c:v>8.0787644232743396</c:v>
                </c:pt>
                <c:pt idx="23756">
                  <c:v>8.0798630969490404</c:v>
                </c:pt>
                <c:pt idx="23757">
                  <c:v>8.078541288547612</c:v>
                </c:pt>
                <c:pt idx="23758">
                  <c:v>8.0774645423561786</c:v>
                </c:pt>
                <c:pt idx="23759">
                  <c:v>8.0760133043156905</c:v>
                </c:pt>
                <c:pt idx="23760">
                  <c:v>8.0724629409107713</c:v>
                </c:pt>
                <c:pt idx="23761">
                  <c:v>8.0698954543588055</c:v>
                </c:pt>
                <c:pt idx="23762">
                  <c:v>8.0705589455097932</c:v>
                </c:pt>
                <c:pt idx="23763">
                  <c:v>8.0716546626698964</c:v>
                </c:pt>
                <c:pt idx="23764">
                  <c:v>8.0746609452634175</c:v>
                </c:pt>
                <c:pt idx="23765">
                  <c:v>8.0770921857676665</c:v>
                </c:pt>
                <c:pt idx="23766">
                  <c:v>8.0763785981193283</c:v>
                </c:pt>
                <c:pt idx="23767">
                  <c:v>8.0775855952038764</c:v>
                </c:pt>
                <c:pt idx="23768">
                  <c:v>8.0764117767831483</c:v>
                </c:pt>
                <c:pt idx="23769">
                  <c:v>8.0739916232086397</c:v>
                </c:pt>
                <c:pt idx="23770">
                  <c:v>8.0733511271711897</c:v>
                </c:pt>
                <c:pt idx="23771">
                  <c:v>8.0752883833613929</c:v>
                </c:pt>
                <c:pt idx="23772">
                  <c:v>8.0770384757524738</c:v>
                </c:pt>
                <c:pt idx="23773">
                  <c:v>8.0780692317168317</c:v>
                </c:pt>
                <c:pt idx="23774">
                  <c:v>8.0776859524493894</c:v>
                </c:pt>
                <c:pt idx="23775">
                  <c:v>8.0766425491725862</c:v>
                </c:pt>
                <c:pt idx="23776">
                  <c:v>8.0768136985176362</c:v>
                </c:pt>
                <c:pt idx="23777">
                  <c:v>8.0779077731696294</c:v>
                </c:pt>
                <c:pt idx="23778">
                  <c:v>8.0780800722703567</c:v>
                </c:pt>
                <c:pt idx="23779">
                  <c:v>8.0780451689730217</c:v>
                </c:pt>
                <c:pt idx="23780">
                  <c:v>8.0758620293187704</c:v>
                </c:pt>
                <c:pt idx="23781">
                  <c:v>8.0753987599063777</c:v>
                </c:pt>
                <c:pt idx="23782">
                  <c:v>8.0771003983082164</c:v>
                </c:pt>
                <c:pt idx="23783">
                  <c:v>8.0773226296554839</c:v>
                </c:pt>
                <c:pt idx="23784">
                  <c:v>8.0761405986942059</c:v>
                </c:pt>
                <c:pt idx="23785">
                  <c:v>8.0740958403482121</c:v>
                </c:pt>
                <c:pt idx="23786">
                  <c:v>8.0733302673181946</c:v>
                </c:pt>
                <c:pt idx="23787">
                  <c:v>8.0732524945591919</c:v>
                </c:pt>
                <c:pt idx="23788">
                  <c:v>8.0723808155052765</c:v>
                </c:pt>
                <c:pt idx="23789">
                  <c:v>8.0721619512996341</c:v>
                </c:pt>
                <c:pt idx="23790">
                  <c:v>8.0702237917299708</c:v>
                </c:pt>
                <c:pt idx="23791">
                  <c:v>8.0682352071613348</c:v>
                </c:pt>
                <c:pt idx="23792">
                  <c:v>8.0696494066439453</c:v>
                </c:pt>
                <c:pt idx="23793">
                  <c:v>8.0717962468689688</c:v>
                </c:pt>
                <c:pt idx="23794">
                  <c:v>8.0726606988872014</c:v>
                </c:pt>
                <c:pt idx="23795">
                  <c:v>8.071832217796576</c:v>
                </c:pt>
                <c:pt idx="23796">
                  <c:v>8.0716774935326239</c:v>
                </c:pt>
                <c:pt idx="23797">
                  <c:v>8.0733433252576692</c:v>
                </c:pt>
                <c:pt idx="23798">
                  <c:v>8.0754031946782732</c:v>
                </c:pt>
                <c:pt idx="23799">
                  <c:v>8.0765985299552412</c:v>
                </c:pt>
                <c:pt idx="23800">
                  <c:v>8.0764769022297056</c:v>
                </c:pt>
                <c:pt idx="23801">
                  <c:v>8.0739533527696796</c:v>
                </c:pt>
                <c:pt idx="23802">
                  <c:v>8.0701523426271926</c:v>
                </c:pt>
                <c:pt idx="23803">
                  <c:v>8.06929700652897</c:v>
                </c:pt>
                <c:pt idx="23804">
                  <c:v>8.0708412926538831</c:v>
                </c:pt>
                <c:pt idx="23805">
                  <c:v>8.0734479530242673</c:v>
                </c:pt>
                <c:pt idx="23806">
                  <c:v>8.0748440849176699</c:v>
                </c:pt>
                <c:pt idx="23807">
                  <c:v>8.0751541083234102</c:v>
                </c:pt>
                <c:pt idx="23808">
                  <c:v>8.07455919188601</c:v>
                </c:pt>
                <c:pt idx="23809">
                  <c:v>8.0738097154354698</c:v>
                </c:pt>
                <c:pt idx="23810">
                  <c:v>8.0726937954256144</c:v>
                </c:pt>
                <c:pt idx="23811">
                  <c:v>8.0708483554387556</c:v>
                </c:pt>
                <c:pt idx="23812">
                  <c:v>8.0714279965507334</c:v>
                </c:pt>
                <c:pt idx="23813">
                  <c:v>8.0725268344762444</c:v>
                </c:pt>
                <c:pt idx="23814">
                  <c:v>8.076183878782901</c:v>
                </c:pt>
                <c:pt idx="23815">
                  <c:v>8.0813003736705955</c:v>
                </c:pt>
                <c:pt idx="23816">
                  <c:v>8.0830213936681314</c:v>
                </c:pt>
                <c:pt idx="23817">
                  <c:v>8.0829975773005387</c:v>
                </c:pt>
                <c:pt idx="23818">
                  <c:v>8.0804371535334454</c:v>
                </c:pt>
                <c:pt idx="23819">
                  <c:v>8.0765468730751859</c:v>
                </c:pt>
                <c:pt idx="23820">
                  <c:v>8.0751151808812054</c:v>
                </c:pt>
                <c:pt idx="23821">
                  <c:v>8.0731126349936346</c:v>
                </c:pt>
                <c:pt idx="23822">
                  <c:v>8.0709605387426606</c:v>
                </c:pt>
                <c:pt idx="23823">
                  <c:v>8.0705935203055059</c:v>
                </c:pt>
                <c:pt idx="23824">
                  <c:v>8.0708078676138459</c:v>
                </c:pt>
                <c:pt idx="23825">
                  <c:v>8.0704879891594459</c:v>
                </c:pt>
                <c:pt idx="23826">
                  <c:v>8.067227035683489</c:v>
                </c:pt>
                <c:pt idx="23827">
                  <c:v>8.0659205026074812</c:v>
                </c:pt>
                <c:pt idx="23828">
                  <c:v>8.0684640085410422</c:v>
                </c:pt>
                <c:pt idx="23829">
                  <c:v>8.0696454646244824</c:v>
                </c:pt>
                <c:pt idx="23830">
                  <c:v>8.0707675440397484</c:v>
                </c:pt>
                <c:pt idx="23831">
                  <c:v>8.0731702049028868</c:v>
                </c:pt>
                <c:pt idx="23832">
                  <c:v>8.0761809222683034</c:v>
                </c:pt>
                <c:pt idx="23833">
                  <c:v>8.0769064181004389</c:v>
                </c:pt>
                <c:pt idx="23834">
                  <c:v>8.0755564406849256</c:v>
                </c:pt>
                <c:pt idx="23835">
                  <c:v>8.0751713546585631</c:v>
                </c:pt>
                <c:pt idx="23836">
                  <c:v>8.0736688703650472</c:v>
                </c:pt>
                <c:pt idx="23837">
                  <c:v>8.0746982301975123</c:v>
                </c:pt>
                <c:pt idx="23838">
                  <c:v>8.0768517225803809</c:v>
                </c:pt>
                <c:pt idx="23839">
                  <c:v>8.077302919558166</c:v>
                </c:pt>
                <c:pt idx="23840">
                  <c:v>8.0736930152342623</c:v>
                </c:pt>
                <c:pt idx="23841">
                  <c:v>8.0715425614913965</c:v>
                </c:pt>
                <c:pt idx="23842">
                  <c:v>8.0714298854350588</c:v>
                </c:pt>
                <c:pt idx="23843">
                  <c:v>8.0716580298115215</c:v>
                </c:pt>
                <c:pt idx="23844">
                  <c:v>8.0737688991089396</c:v>
                </c:pt>
                <c:pt idx="23845">
                  <c:v>8.0778200632365618</c:v>
                </c:pt>
                <c:pt idx="23846">
                  <c:v>8.0817114934504986</c:v>
                </c:pt>
                <c:pt idx="23847">
                  <c:v>8.0839099905555791</c:v>
                </c:pt>
                <c:pt idx="23848">
                  <c:v>8.0809983164291879</c:v>
                </c:pt>
                <c:pt idx="23849">
                  <c:v>8.0758058555414109</c:v>
                </c:pt>
                <c:pt idx="23850">
                  <c:v>8.0745651870406103</c:v>
                </c:pt>
                <c:pt idx="23851">
                  <c:v>8.0735626822157442</c:v>
                </c:pt>
                <c:pt idx="23852">
                  <c:v>8.0721181784585063</c:v>
                </c:pt>
                <c:pt idx="23853">
                  <c:v>8.0735834599433343</c:v>
                </c:pt>
                <c:pt idx="23854">
                  <c:v>8.0710657413870983</c:v>
                </c:pt>
                <c:pt idx="23855">
                  <c:v>8.0691114852379577</c:v>
                </c:pt>
                <c:pt idx="23856">
                  <c:v>8.0698717201166179</c:v>
                </c:pt>
                <c:pt idx="23857">
                  <c:v>8.0695962715065903</c:v>
                </c:pt>
                <c:pt idx="23858">
                  <c:v>8.0696643534677452</c:v>
                </c:pt>
                <c:pt idx="23859">
                  <c:v>8.0711912290066934</c:v>
                </c:pt>
                <c:pt idx="23860">
                  <c:v>8.0684580133864419</c:v>
                </c:pt>
                <c:pt idx="23861">
                  <c:v>8.0668535293393013</c:v>
                </c:pt>
                <c:pt idx="23862">
                  <c:v>8.0702284728780853</c:v>
                </c:pt>
                <c:pt idx="23863">
                  <c:v>8.0723955159528593</c:v>
                </c:pt>
                <c:pt idx="23864">
                  <c:v>8.0720479612368088</c:v>
                </c:pt>
                <c:pt idx="23865">
                  <c:v>8.0714240545312688</c:v>
                </c:pt>
                <c:pt idx="23866">
                  <c:v>8.0719717488605092</c:v>
                </c:pt>
                <c:pt idx="23867">
                  <c:v>8.0736002956514596</c:v>
                </c:pt>
                <c:pt idx="23868">
                  <c:v>8.0725292161130042</c:v>
                </c:pt>
                <c:pt idx="23869">
                  <c:v>8.0725924526752344</c:v>
                </c:pt>
                <c:pt idx="23870">
                  <c:v>8.0737598653143348</c:v>
                </c:pt>
                <c:pt idx="23871">
                  <c:v>8.0742343037818749</c:v>
                </c:pt>
                <c:pt idx="23872">
                  <c:v>8.075560957582228</c:v>
                </c:pt>
                <c:pt idx="23873">
                  <c:v>8.0758528312733553</c:v>
                </c:pt>
                <c:pt idx="23874">
                  <c:v>8.0750118671210931</c:v>
                </c:pt>
                <c:pt idx="23875">
                  <c:v>8.071734160062416</c:v>
                </c:pt>
                <c:pt idx="23876">
                  <c:v>8.0693852913398754</c:v>
                </c:pt>
                <c:pt idx="23877">
                  <c:v>8.0686998727056221</c:v>
                </c:pt>
                <c:pt idx="23878">
                  <c:v>8.0700408163265305</c:v>
                </c:pt>
                <c:pt idx="23879">
                  <c:v>8.0710609781135787</c:v>
                </c:pt>
                <c:pt idx="23880">
                  <c:v>8.072153574508274</c:v>
                </c:pt>
                <c:pt idx="23881">
                  <c:v>8.074152260501787</c:v>
                </c:pt>
                <c:pt idx="23882">
                  <c:v>8.0747674619143428</c:v>
                </c:pt>
                <c:pt idx="23883">
                  <c:v>8.0736226337617545</c:v>
                </c:pt>
                <c:pt idx="23884">
                  <c:v>8.0718826427955488</c:v>
                </c:pt>
                <c:pt idx="23885">
                  <c:v>8.0738886379501498</c:v>
                </c:pt>
                <c:pt idx="23886">
                  <c:v>8.0744552211226548</c:v>
                </c:pt>
                <c:pt idx="23887">
                  <c:v>8.0735785324190044</c:v>
                </c:pt>
                <c:pt idx="23888">
                  <c:v>8.0751412967601528</c:v>
                </c:pt>
                <c:pt idx="23889">
                  <c:v>8.0735671991130449</c:v>
                </c:pt>
                <c:pt idx="23890">
                  <c:v>8.0708420317825311</c:v>
                </c:pt>
                <c:pt idx="23891">
                  <c:v>8.0689842729848475</c:v>
                </c:pt>
                <c:pt idx="23892">
                  <c:v>8.0668047468484367</c:v>
                </c:pt>
                <c:pt idx="23893">
                  <c:v>8.0652781176857058</c:v>
                </c:pt>
                <c:pt idx="23894">
                  <c:v>8.0663710425820234</c:v>
                </c:pt>
                <c:pt idx="23895">
                  <c:v>8.0687022543423801</c:v>
                </c:pt>
                <c:pt idx="23896">
                  <c:v>8.0703209460846708</c:v>
                </c:pt>
                <c:pt idx="23897">
                  <c:v>8.0727194185521292</c:v>
                </c:pt>
                <c:pt idx="23898">
                  <c:v>8.0739672319632074</c:v>
                </c:pt>
                <c:pt idx="23899">
                  <c:v>8.0764645012934757</c:v>
                </c:pt>
                <c:pt idx="23900">
                  <c:v>8.0774382622264191</c:v>
                </c:pt>
                <c:pt idx="23901">
                  <c:v>8.0767718966862407</c:v>
                </c:pt>
                <c:pt idx="23902">
                  <c:v>8.0760740771157558</c:v>
                </c:pt>
                <c:pt idx="23903">
                  <c:v>8.0730785529503546</c:v>
                </c:pt>
                <c:pt idx="23904">
                  <c:v>8.0711414610109635</c:v>
                </c:pt>
                <c:pt idx="23905">
                  <c:v>8.0719952367264813</c:v>
                </c:pt>
                <c:pt idx="23906">
                  <c:v>8.0705075350059534</c:v>
                </c:pt>
                <c:pt idx="23907">
                  <c:v>8.0688123845111477</c:v>
                </c:pt>
                <c:pt idx="23908">
                  <c:v>8.0699862850572828</c:v>
                </c:pt>
                <c:pt idx="23909">
                  <c:v>8.0700283332648954</c:v>
                </c:pt>
                <c:pt idx="23910">
                  <c:v>8.0688027758387051</c:v>
                </c:pt>
                <c:pt idx="23911">
                  <c:v>8.0653418470003704</c:v>
                </c:pt>
                <c:pt idx="23912">
                  <c:v>8.0642178787007754</c:v>
                </c:pt>
                <c:pt idx="23913">
                  <c:v>8.0640600336714154</c:v>
                </c:pt>
                <c:pt idx="23914">
                  <c:v>8.0662629655483933</c:v>
                </c:pt>
                <c:pt idx="23915">
                  <c:v>8.0671334127212262</c:v>
                </c:pt>
                <c:pt idx="23916">
                  <c:v>8.0666368825196066</c:v>
                </c:pt>
                <c:pt idx="23917">
                  <c:v>8.0659359421837138</c:v>
                </c:pt>
                <c:pt idx="23918">
                  <c:v>8.0668715969285092</c:v>
                </c:pt>
                <c:pt idx="23919">
                  <c:v>8.0688789060895996</c:v>
                </c:pt>
                <c:pt idx="23920">
                  <c:v>8.0688285632160301</c:v>
                </c:pt>
                <c:pt idx="23921">
                  <c:v>8.0687660657824498</c:v>
                </c:pt>
                <c:pt idx="23922">
                  <c:v>8.0677706237424545</c:v>
                </c:pt>
                <c:pt idx="23923">
                  <c:v>8.0656634500882856</c:v>
                </c:pt>
                <c:pt idx="23924">
                  <c:v>8.0661640044347713</c:v>
                </c:pt>
                <c:pt idx="23925">
                  <c:v>8.0673264074241366</c:v>
                </c:pt>
                <c:pt idx="23926">
                  <c:v>8.0658322999219809</c:v>
                </c:pt>
                <c:pt idx="23927">
                  <c:v>8.0653585184576855</c:v>
                </c:pt>
                <c:pt idx="23928">
                  <c:v>8.0664429023118309</c:v>
                </c:pt>
                <c:pt idx="23929">
                  <c:v>8.065090625384963</c:v>
                </c:pt>
                <c:pt idx="23930">
                  <c:v>8.0638399375846923</c:v>
                </c:pt>
                <c:pt idx="23931">
                  <c:v>8.0642076951504951</c:v>
                </c:pt>
                <c:pt idx="23932">
                  <c:v>8.0636094115714698</c:v>
                </c:pt>
                <c:pt idx="23933">
                  <c:v>8.062115139818502</c:v>
                </c:pt>
                <c:pt idx="23934">
                  <c:v>8.0622460477148614</c:v>
                </c:pt>
                <c:pt idx="23935">
                  <c:v>8.0637087833121175</c:v>
                </c:pt>
                <c:pt idx="23936">
                  <c:v>8.0643481295938901</c:v>
                </c:pt>
                <c:pt idx="23937">
                  <c:v>8.0648783312117605</c:v>
                </c:pt>
                <c:pt idx="23938">
                  <c:v>8.0634311994415473</c:v>
                </c:pt>
                <c:pt idx="23939">
                  <c:v>8.06398250728863</c:v>
                </c:pt>
                <c:pt idx="23940">
                  <c:v>8.0656803679218161</c:v>
                </c:pt>
                <c:pt idx="23941">
                  <c:v>8.0650261569416504</c:v>
                </c:pt>
                <c:pt idx="23942">
                  <c:v>8.0639182030961276</c:v>
                </c:pt>
                <c:pt idx="23943">
                  <c:v>8.0655984067671334</c:v>
                </c:pt>
                <c:pt idx="23944">
                  <c:v>8.0669742536853768</c:v>
                </c:pt>
                <c:pt idx="23945">
                  <c:v>8.0656471892579962</c:v>
                </c:pt>
                <c:pt idx="23946">
                  <c:v>8.0654590399540105</c:v>
                </c:pt>
                <c:pt idx="23947">
                  <c:v>8.0644583418880629</c:v>
                </c:pt>
                <c:pt idx="23948">
                  <c:v>8.0634387549788524</c:v>
                </c:pt>
                <c:pt idx="23949">
                  <c:v>8.0633992526588099</c:v>
                </c:pt>
                <c:pt idx="23950">
                  <c:v>8.0618074980495216</c:v>
                </c:pt>
                <c:pt idx="23951">
                  <c:v>8.0619535170204895</c:v>
                </c:pt>
                <c:pt idx="23952">
                  <c:v>8.0642576273970352</c:v>
                </c:pt>
                <c:pt idx="23953">
                  <c:v>8.067684802693714</c:v>
                </c:pt>
                <c:pt idx="23954">
                  <c:v>8.0654215086436984</c:v>
                </c:pt>
                <c:pt idx="23955">
                  <c:v>8.0624606413994169</c:v>
                </c:pt>
                <c:pt idx="23956">
                  <c:v>8.0647782203424629</c:v>
                </c:pt>
                <c:pt idx="23957">
                  <c:v>8.0674332525766843</c:v>
                </c:pt>
                <c:pt idx="23958">
                  <c:v>8.0653672237506679</c:v>
                </c:pt>
                <c:pt idx="23959">
                  <c:v>8.063286330226255</c:v>
                </c:pt>
                <c:pt idx="23960">
                  <c:v>8.0616956432472389</c:v>
                </c:pt>
                <c:pt idx="23961">
                  <c:v>8.0612001806758915</c:v>
                </c:pt>
                <c:pt idx="23962">
                  <c:v>8.0633339629614422</c:v>
                </c:pt>
                <c:pt idx="23963">
                  <c:v>8.063216687882397</c:v>
                </c:pt>
                <c:pt idx="23964">
                  <c:v>8.0625721677000772</c:v>
                </c:pt>
                <c:pt idx="23965">
                  <c:v>8.0641998932369727</c:v>
                </c:pt>
                <c:pt idx="23966">
                  <c:v>8.0647717324354282</c:v>
                </c:pt>
                <c:pt idx="23967">
                  <c:v>8.0639425943415599</c:v>
                </c:pt>
                <c:pt idx="23968">
                  <c:v>8.0631740647969448</c:v>
                </c:pt>
                <c:pt idx="23969">
                  <c:v>8.0620923910811815</c:v>
                </c:pt>
                <c:pt idx="23970">
                  <c:v>8.0627180224202348</c:v>
                </c:pt>
                <c:pt idx="23971">
                  <c:v>8.0637474643781051</c:v>
                </c:pt>
                <c:pt idx="23972">
                  <c:v>8.0645915492957752</c:v>
                </c:pt>
                <c:pt idx="23973">
                  <c:v>8.0623526464911919</c:v>
                </c:pt>
                <c:pt idx="23974">
                  <c:v>8.0605285591097608</c:v>
                </c:pt>
                <c:pt idx="23975">
                  <c:v>8.0595138997248803</c:v>
                </c:pt>
                <c:pt idx="23976">
                  <c:v>8.0566257955898664</c:v>
                </c:pt>
                <c:pt idx="23977">
                  <c:v>8.0569010799490819</c:v>
                </c:pt>
                <c:pt idx="23978">
                  <c:v>8.058039995072475</c:v>
                </c:pt>
                <c:pt idx="23979">
                  <c:v>8.0563580667679542</c:v>
                </c:pt>
                <c:pt idx="23980">
                  <c:v>8.057029934710302</c:v>
                </c:pt>
                <c:pt idx="23981">
                  <c:v>8.0586384429023123</c:v>
                </c:pt>
                <c:pt idx="23982">
                  <c:v>8.0614548515583291</c:v>
                </c:pt>
                <c:pt idx="23983">
                  <c:v>8.0648510655771357</c:v>
                </c:pt>
                <c:pt idx="23984">
                  <c:v>8.0656610684515258</c:v>
                </c:pt>
                <c:pt idx="23985">
                  <c:v>8.0628265922062994</c:v>
                </c:pt>
                <c:pt idx="23986">
                  <c:v>8.060427298484786</c:v>
                </c:pt>
                <c:pt idx="23987">
                  <c:v>8.0582243666078099</c:v>
                </c:pt>
                <c:pt idx="23988">
                  <c:v>8.055898575124214</c:v>
                </c:pt>
                <c:pt idx="23989">
                  <c:v>8.0553664846220183</c:v>
                </c:pt>
                <c:pt idx="23990">
                  <c:v>8.055815464213854</c:v>
                </c:pt>
                <c:pt idx="23991">
                  <c:v>8.0587666406602878</c:v>
                </c:pt>
                <c:pt idx="23992">
                  <c:v>8.0609833696053883</c:v>
                </c:pt>
                <c:pt idx="23993">
                  <c:v>8.0608900751447461</c:v>
                </c:pt>
                <c:pt idx="23994">
                  <c:v>8.0628757853241897</c:v>
                </c:pt>
                <c:pt idx="23995">
                  <c:v>8.0647790415965179</c:v>
                </c:pt>
                <c:pt idx="23996">
                  <c:v>8.064406192255575</c:v>
                </c:pt>
                <c:pt idx="23997">
                  <c:v>8.0643489508479451</c:v>
                </c:pt>
                <c:pt idx="23998">
                  <c:v>8.0644072598858454</c:v>
                </c:pt>
                <c:pt idx="23999">
                  <c:v>8.0635921652363152</c:v>
                </c:pt>
                <c:pt idx="24000">
                  <c:v>8.0615505276557311</c:v>
                </c:pt>
                <c:pt idx="24001">
                  <c:v>8.0603034533733009</c:v>
                </c:pt>
                <c:pt idx="24002">
                  <c:v>8.0612038763191389</c:v>
                </c:pt>
                <c:pt idx="24003">
                  <c:v>8.0592721225311053</c:v>
                </c:pt>
                <c:pt idx="24004">
                  <c:v>8.056768365293804</c:v>
                </c:pt>
                <c:pt idx="24005">
                  <c:v>8.0587461914343201</c:v>
                </c:pt>
                <c:pt idx="24006">
                  <c:v>8.0602977867203212</c:v>
                </c:pt>
                <c:pt idx="24007">
                  <c:v>8.0599293721512755</c:v>
                </c:pt>
                <c:pt idx="24008">
                  <c:v>8.060275284359216</c:v>
                </c:pt>
                <c:pt idx="24009">
                  <c:v>8.0609683406561814</c:v>
                </c:pt>
                <c:pt idx="24010">
                  <c:v>8.0623150330554765</c:v>
                </c:pt>
                <c:pt idx="24011">
                  <c:v>8.0623239025992692</c:v>
                </c:pt>
                <c:pt idx="24012">
                  <c:v>8.0623357286576596</c:v>
                </c:pt>
                <c:pt idx="24013">
                  <c:v>8.0664144869215288</c:v>
                </c:pt>
                <c:pt idx="24014">
                  <c:v>8.068650843838542</c:v>
                </c:pt>
                <c:pt idx="24015">
                  <c:v>8.0685325011292246</c:v>
                </c:pt>
                <c:pt idx="24016">
                  <c:v>8.0681088161622796</c:v>
                </c:pt>
                <c:pt idx="24017">
                  <c:v>8.0675609575822289</c:v>
                </c:pt>
                <c:pt idx="24018">
                  <c:v>8.0657854063154435</c:v>
                </c:pt>
                <c:pt idx="24019">
                  <c:v>8.0633941608836697</c:v>
                </c:pt>
                <c:pt idx="24020">
                  <c:v>8.0620808113990066</c:v>
                </c:pt>
                <c:pt idx="24021">
                  <c:v>8.0609473986777811</c:v>
                </c:pt>
                <c:pt idx="24022">
                  <c:v>8.0603404098057734</c:v>
                </c:pt>
                <c:pt idx="24023">
                  <c:v>8.0607396214018809</c:v>
                </c:pt>
                <c:pt idx="24024">
                  <c:v>8.0597626575781209</c:v>
                </c:pt>
                <c:pt idx="24025">
                  <c:v>8.0587850367511198</c:v>
                </c:pt>
                <c:pt idx="24026">
                  <c:v>8.0600259516281358</c:v>
                </c:pt>
                <c:pt idx="24027">
                  <c:v>8.063278199811112</c:v>
                </c:pt>
                <c:pt idx="24028">
                  <c:v>8.0647093992526582</c:v>
                </c:pt>
                <c:pt idx="24029">
                  <c:v>8.0646523220958404</c:v>
                </c:pt>
                <c:pt idx="24030">
                  <c:v>8.0627744425738097</c:v>
                </c:pt>
                <c:pt idx="24031">
                  <c:v>8.0618729519977013</c:v>
                </c:pt>
                <c:pt idx="24032">
                  <c:v>8.0637531310310848</c:v>
                </c:pt>
                <c:pt idx="24033">
                  <c:v>8.0610110458670388</c:v>
                </c:pt>
                <c:pt idx="24034">
                  <c:v>8.0588181332895328</c:v>
                </c:pt>
                <c:pt idx="24035">
                  <c:v>8.0602922843181535</c:v>
                </c:pt>
                <c:pt idx="24036">
                  <c:v>8.0615230156448892</c:v>
                </c:pt>
                <c:pt idx="24037">
                  <c:v>8.0624842935161993</c:v>
                </c:pt>
                <c:pt idx="24038">
                  <c:v>8.0629877222518793</c:v>
                </c:pt>
                <c:pt idx="24039">
                  <c:v>8.062053627889787</c:v>
                </c:pt>
                <c:pt idx="24040">
                  <c:v>8.0619417730875043</c:v>
                </c:pt>
                <c:pt idx="24041">
                  <c:v>8.0634674988707751</c:v>
                </c:pt>
                <c:pt idx="24042">
                  <c:v>8.0637215127499697</c:v>
                </c:pt>
                <c:pt idx="24043">
                  <c:v>8.062999876811892</c:v>
                </c:pt>
                <c:pt idx="24044">
                  <c:v>8.0631652773785571</c:v>
                </c:pt>
                <c:pt idx="24045">
                  <c:v>8.0649672730259105</c:v>
                </c:pt>
                <c:pt idx="24046">
                  <c:v>8.06879776618897</c:v>
                </c:pt>
                <c:pt idx="24047">
                  <c:v>8.0729441136615616</c:v>
                </c:pt>
                <c:pt idx="24048">
                  <c:v>8.0714437646285884</c:v>
                </c:pt>
                <c:pt idx="24049">
                  <c:v>8.0693820063236554</c:v>
                </c:pt>
                <c:pt idx="24050">
                  <c:v>8.0677717734981318</c:v>
                </c:pt>
                <c:pt idx="24051">
                  <c:v>8.0649257996961357</c:v>
                </c:pt>
                <c:pt idx="24052">
                  <c:v>8.0646272738471652</c:v>
                </c:pt>
                <c:pt idx="24053">
                  <c:v>8.0665036751118961</c:v>
                </c:pt>
                <c:pt idx="24054">
                  <c:v>8.0656494887693508</c:v>
                </c:pt>
                <c:pt idx="24055">
                  <c:v>8.0654807210610606</c:v>
                </c:pt>
                <c:pt idx="24056">
                  <c:v>8.0665745493368366</c:v>
                </c:pt>
                <c:pt idx="24057">
                  <c:v>8.065142939268263</c:v>
                </c:pt>
                <c:pt idx="24058">
                  <c:v>8.0632599679710921</c:v>
                </c:pt>
                <c:pt idx="24059">
                  <c:v>8.0631495093007022</c:v>
                </c:pt>
                <c:pt idx="24060">
                  <c:v>8.0638325462981975</c:v>
                </c:pt>
                <c:pt idx="24061">
                  <c:v>8.0668187902927766</c:v>
                </c:pt>
                <c:pt idx="24062">
                  <c:v>8.070555331991951</c:v>
                </c:pt>
                <c:pt idx="24063">
                  <c:v>8.0705455590686981</c:v>
                </c:pt>
                <c:pt idx="24064">
                  <c:v>8.066271670841374</c:v>
                </c:pt>
                <c:pt idx="24065">
                  <c:v>8.0631927072639922</c:v>
                </c:pt>
                <c:pt idx="24066">
                  <c:v>8.0607216359380782</c:v>
                </c:pt>
                <c:pt idx="24067">
                  <c:v>8.0587952203014002</c:v>
                </c:pt>
                <c:pt idx="24068">
                  <c:v>8.0571841662218215</c:v>
                </c:pt>
                <c:pt idx="24069">
                  <c:v>8.057026731819489</c:v>
                </c:pt>
                <c:pt idx="24070">
                  <c:v>8.058966944524288</c:v>
                </c:pt>
                <c:pt idx="24071">
                  <c:v>8.0600820432800884</c:v>
                </c:pt>
                <c:pt idx="24072">
                  <c:v>8.0622412023159367</c:v>
                </c:pt>
                <c:pt idx="24073">
                  <c:v>8.0631224900422946</c:v>
                </c:pt>
                <c:pt idx="24074">
                  <c:v>8.063400320289082</c:v>
                </c:pt>
                <c:pt idx="24075">
                  <c:v>8.0643315402619802</c:v>
                </c:pt>
                <c:pt idx="24076">
                  <c:v>8.0648388288917179</c:v>
                </c:pt>
                <c:pt idx="24077">
                  <c:v>8.0647839691208478</c:v>
                </c:pt>
                <c:pt idx="24078">
                  <c:v>8.0648773457068952</c:v>
                </c:pt>
                <c:pt idx="24079">
                  <c:v>8.0636811070504653</c:v>
                </c:pt>
                <c:pt idx="24080">
                  <c:v>8.0629533117069769</c:v>
                </c:pt>
                <c:pt idx="24081">
                  <c:v>8.0632014946823798</c:v>
                </c:pt>
                <c:pt idx="24082">
                  <c:v>8.0649033794604357</c:v>
                </c:pt>
                <c:pt idx="24083">
                  <c:v>8.0661888884326363</c:v>
                </c:pt>
                <c:pt idx="24084">
                  <c:v>8.0645162402989357</c:v>
                </c:pt>
                <c:pt idx="24085">
                  <c:v>8.061949082248594</c:v>
                </c:pt>
                <c:pt idx="24086">
                  <c:v>8.0593396296144206</c:v>
                </c:pt>
                <c:pt idx="24087">
                  <c:v>8.0576501457725946</c:v>
                </c:pt>
                <c:pt idx="24088">
                  <c:v>8.0586831191229003</c:v>
                </c:pt>
                <c:pt idx="24089">
                  <c:v>8.0617268509013265</c:v>
                </c:pt>
                <c:pt idx="24090">
                  <c:v>8.0635609575822276</c:v>
                </c:pt>
                <c:pt idx="24091">
                  <c:v>8.0643060813862775</c:v>
                </c:pt>
                <c:pt idx="24092">
                  <c:v>8.0659588551718482</c:v>
                </c:pt>
                <c:pt idx="24093">
                  <c:v>8.0662829220219283</c:v>
                </c:pt>
                <c:pt idx="24094">
                  <c:v>8.0661846179115511</c:v>
                </c:pt>
                <c:pt idx="24095">
                  <c:v>8.0673042335646539</c:v>
                </c:pt>
                <c:pt idx="24096">
                  <c:v>8.0641369851763649</c:v>
                </c:pt>
                <c:pt idx="24097">
                  <c:v>8.0606207859401309</c:v>
                </c:pt>
                <c:pt idx="24098">
                  <c:v>8.0608441670430739</c:v>
                </c:pt>
                <c:pt idx="24099">
                  <c:v>8.0610990843017287</c:v>
                </c:pt>
                <c:pt idx="24100">
                  <c:v>8.0616522810331368</c:v>
                </c:pt>
                <c:pt idx="24101">
                  <c:v>8.0621766517472189</c:v>
                </c:pt>
                <c:pt idx="24102">
                  <c:v>8.0632546298197347</c:v>
                </c:pt>
                <c:pt idx="24103">
                  <c:v>8.0645715106968332</c:v>
                </c:pt>
                <c:pt idx="24104">
                  <c:v>8.0650248429351628</c:v>
                </c:pt>
                <c:pt idx="24105">
                  <c:v>8.0660760481254883</c:v>
                </c:pt>
                <c:pt idx="24106">
                  <c:v>8.0694348129593898</c:v>
                </c:pt>
                <c:pt idx="24107">
                  <c:v>8.0705792304849506</c:v>
                </c:pt>
                <c:pt idx="24108">
                  <c:v>8.0683009896111368</c:v>
                </c:pt>
                <c:pt idx="24109">
                  <c:v>8.0663527286165984</c:v>
                </c:pt>
                <c:pt idx="24110">
                  <c:v>8.0646876360202029</c:v>
                </c:pt>
                <c:pt idx="24111">
                  <c:v>8.0637555126678446</c:v>
                </c:pt>
                <c:pt idx="24112">
                  <c:v>8.0651884367429059</c:v>
                </c:pt>
                <c:pt idx="24113">
                  <c:v>8.0650300989611132</c:v>
                </c:pt>
                <c:pt idx="24114">
                  <c:v>8.0614743152794315</c:v>
                </c:pt>
                <c:pt idx="24115">
                  <c:v>8.0589391861372324</c:v>
                </c:pt>
                <c:pt idx="24116">
                  <c:v>8.0580598694206049</c:v>
                </c:pt>
                <c:pt idx="24117">
                  <c:v>8.0583453373301026</c:v>
                </c:pt>
                <c:pt idx="24118">
                  <c:v>8.0620542027676265</c:v>
                </c:pt>
                <c:pt idx="24119">
                  <c:v>8.0635275325421922</c:v>
                </c:pt>
                <c:pt idx="24120">
                  <c:v>8.0619570484129266</c:v>
                </c:pt>
                <c:pt idx="24121">
                  <c:v>8.0611079538455215</c:v>
                </c:pt>
                <c:pt idx="24122">
                  <c:v>8.0610241859319185</c:v>
                </c:pt>
                <c:pt idx="24123">
                  <c:v>8.0610922678930734</c:v>
                </c:pt>
                <c:pt idx="24124">
                  <c:v>8.0604479119615657</c:v>
                </c:pt>
                <c:pt idx="24125">
                  <c:v>8.0597919763478831</c:v>
                </c:pt>
                <c:pt idx="24126">
                  <c:v>8.0608586211144413</c:v>
                </c:pt>
                <c:pt idx="24127">
                  <c:v>8.0605525397281657</c:v>
                </c:pt>
                <c:pt idx="24128">
                  <c:v>8.0596628752104458</c:v>
                </c:pt>
                <c:pt idx="24129">
                  <c:v>8.0615027306697336</c:v>
                </c:pt>
                <c:pt idx="24130">
                  <c:v>8.0627360078840393</c:v>
                </c:pt>
                <c:pt idx="24131">
                  <c:v>8.0616131893401217</c:v>
                </c:pt>
                <c:pt idx="24132">
                  <c:v>8.0589975773005378</c:v>
                </c:pt>
                <c:pt idx="24133">
                  <c:v>8.0573750256641894</c:v>
                </c:pt>
                <c:pt idx="24134">
                  <c:v>8.0568941814150214</c:v>
                </c:pt>
                <c:pt idx="24135">
                  <c:v>8.0574418757442618</c:v>
                </c:pt>
                <c:pt idx="24136">
                  <c:v>8.05907756744549</c:v>
                </c:pt>
                <c:pt idx="24137">
                  <c:v>8.0614994456535136</c:v>
                </c:pt>
                <c:pt idx="24138">
                  <c:v>8.0614367839691212</c:v>
                </c:pt>
                <c:pt idx="24139">
                  <c:v>8.0601357532952811</c:v>
                </c:pt>
                <c:pt idx="24140">
                  <c:v>8.0595725372644029</c:v>
                </c:pt>
                <c:pt idx="24141">
                  <c:v>8.060584322260091</c:v>
                </c:pt>
                <c:pt idx="24142">
                  <c:v>8.0601258982466231</c:v>
                </c:pt>
                <c:pt idx="24143">
                  <c:v>8.0600422945838304</c:v>
                </c:pt>
                <c:pt idx="24144">
                  <c:v>8.0608026115878939</c:v>
                </c:pt>
                <c:pt idx="24145">
                  <c:v>8.060801954584651</c:v>
                </c:pt>
                <c:pt idx="24146">
                  <c:v>8.0612196443969939</c:v>
                </c:pt>
                <c:pt idx="24147">
                  <c:v>8.0584623660329324</c:v>
                </c:pt>
                <c:pt idx="24148">
                  <c:v>8.0561362460477142</c:v>
                </c:pt>
                <c:pt idx="24149">
                  <c:v>8.0554249579107289</c:v>
                </c:pt>
                <c:pt idx="24150">
                  <c:v>8.0540210241038057</c:v>
                </c:pt>
                <c:pt idx="24151">
                  <c:v>8.052747176939187</c:v>
                </c:pt>
                <c:pt idx="24152">
                  <c:v>8.0515441218741017</c:v>
                </c:pt>
                <c:pt idx="24153">
                  <c:v>8.0509920748983692</c:v>
                </c:pt>
                <c:pt idx="24154">
                  <c:v>8.0541716420974829</c:v>
                </c:pt>
                <c:pt idx="24155">
                  <c:v>8.0565311049973314</c:v>
                </c:pt>
                <c:pt idx="24156">
                  <c:v>8.0570792920790044</c:v>
                </c:pt>
                <c:pt idx="24157">
                  <c:v>8.0551797314499236</c:v>
                </c:pt>
                <c:pt idx="24158">
                  <c:v>8.0534073009485478</c:v>
                </c:pt>
                <c:pt idx="24159">
                  <c:v>8.0523606947809299</c:v>
                </c:pt>
                <c:pt idx="24160">
                  <c:v>8.0543230813452134</c:v>
                </c:pt>
                <c:pt idx="24161">
                  <c:v>8.0567418387878291</c:v>
                </c:pt>
                <c:pt idx="24162">
                  <c:v>8.0580946905925348</c:v>
                </c:pt>
                <c:pt idx="24163">
                  <c:v>8.0613633638566089</c:v>
                </c:pt>
                <c:pt idx="24164">
                  <c:v>8.0606357327639309</c:v>
                </c:pt>
                <c:pt idx="24165">
                  <c:v>8.0572994702911345</c:v>
                </c:pt>
                <c:pt idx="24166">
                  <c:v>8.0555287644232738</c:v>
                </c:pt>
                <c:pt idx="24167">
                  <c:v>8.0539310967847904</c:v>
                </c:pt>
                <c:pt idx="24168">
                  <c:v>8.051724551389972</c:v>
                </c:pt>
                <c:pt idx="24169">
                  <c:v>8.050615612039584</c:v>
                </c:pt>
                <c:pt idx="24170">
                  <c:v>8.0493510450457855</c:v>
                </c:pt>
                <c:pt idx="24171">
                  <c:v>8.050585718391984</c:v>
                </c:pt>
                <c:pt idx="24172">
                  <c:v>8.0554673346199639</c:v>
                </c:pt>
                <c:pt idx="24173">
                  <c:v>8.057849053504702</c:v>
                </c:pt>
                <c:pt idx="24174">
                  <c:v>8.0587199934299676</c:v>
                </c:pt>
                <c:pt idx="24175">
                  <c:v>8.0591153451320174</c:v>
                </c:pt>
                <c:pt idx="24176">
                  <c:v>8.0595791894222479</c:v>
                </c:pt>
                <c:pt idx="24177">
                  <c:v>8.0601068451525482</c:v>
                </c:pt>
                <c:pt idx="24178">
                  <c:v>8.0595188272492102</c:v>
                </c:pt>
                <c:pt idx="24179">
                  <c:v>8.0571474561655645</c:v>
                </c:pt>
                <c:pt idx="24180">
                  <c:v>8.0547350223791732</c:v>
                </c:pt>
                <c:pt idx="24181">
                  <c:v>8.0522678109473169</c:v>
                </c:pt>
                <c:pt idx="24182">
                  <c:v>8.0524240955939721</c:v>
                </c:pt>
                <c:pt idx="24183">
                  <c:v>8.0543174146922354</c:v>
                </c:pt>
                <c:pt idx="24184">
                  <c:v>8.0553947357615083</c:v>
                </c:pt>
                <c:pt idx="24185">
                  <c:v>8.0563066562641161</c:v>
                </c:pt>
                <c:pt idx="24186">
                  <c:v>8.055913521948014</c:v>
                </c:pt>
                <c:pt idx="24187">
                  <c:v>8.0552314704553858</c:v>
                </c:pt>
                <c:pt idx="24188">
                  <c:v>8.0559880096907985</c:v>
                </c:pt>
                <c:pt idx="24189">
                  <c:v>8.056268221574344</c:v>
                </c:pt>
                <c:pt idx="24190">
                  <c:v>8.0572141419948267</c:v>
                </c:pt>
                <c:pt idx="24191">
                  <c:v>8.0564222888350514</c:v>
                </c:pt>
                <c:pt idx="24192">
                  <c:v>8.054556317496818</c:v>
                </c:pt>
                <c:pt idx="24193">
                  <c:v>8.0521003572455143</c:v>
                </c:pt>
                <c:pt idx="24194">
                  <c:v>8.050498501211349</c:v>
                </c:pt>
                <c:pt idx="24195">
                  <c:v>8.0487741961975932</c:v>
                </c:pt>
                <c:pt idx="24196">
                  <c:v>8.0487181866710475</c:v>
                </c:pt>
                <c:pt idx="24197">
                  <c:v>8.0516764259023521</c:v>
                </c:pt>
                <c:pt idx="24198">
                  <c:v>8.0570238574302966</c:v>
                </c:pt>
                <c:pt idx="24199">
                  <c:v>8.0579809469059249</c:v>
                </c:pt>
                <c:pt idx="24200">
                  <c:v>8.0537455754937781</c:v>
                </c:pt>
                <c:pt idx="24201">
                  <c:v>8.0524933273108044</c:v>
                </c:pt>
                <c:pt idx="24202">
                  <c:v>8.0537167494764503</c:v>
                </c:pt>
                <c:pt idx="24203">
                  <c:v>8.0549468237999431</c:v>
                </c:pt>
                <c:pt idx="24204">
                  <c:v>8.0552525766845982</c:v>
                </c:pt>
                <c:pt idx="24205">
                  <c:v>8.0588283989652201</c:v>
                </c:pt>
                <c:pt idx="24206">
                  <c:v>8.0629901038886373</c:v>
                </c:pt>
                <c:pt idx="24207">
                  <c:v>8.0623363856609043</c:v>
                </c:pt>
                <c:pt idx="24208">
                  <c:v>8.0628116453824994</c:v>
                </c:pt>
                <c:pt idx="24209">
                  <c:v>8.0618265511435965</c:v>
                </c:pt>
                <c:pt idx="24210">
                  <c:v>8.0638277830246778</c:v>
                </c:pt>
                <c:pt idx="24211">
                  <c:v>8.0644589167659007</c:v>
                </c:pt>
                <c:pt idx="24212">
                  <c:v>8.0626106023898494</c:v>
                </c:pt>
                <c:pt idx="24213">
                  <c:v>8.0621085697860639</c:v>
                </c:pt>
                <c:pt idx="24214">
                  <c:v>8.0622658399375844</c:v>
                </c:pt>
                <c:pt idx="24215">
                  <c:v>8.061485566459984</c:v>
                </c:pt>
                <c:pt idx="24216">
                  <c:v>8.0612194801461836</c:v>
                </c:pt>
                <c:pt idx="24217">
                  <c:v>8.0616104792017413</c:v>
                </c:pt>
                <c:pt idx="24218">
                  <c:v>8.0612391902435014</c:v>
                </c:pt>
                <c:pt idx="24219">
                  <c:v>8.0619401305793943</c:v>
                </c:pt>
                <c:pt idx="24220">
                  <c:v>8.0620493573687018</c:v>
                </c:pt>
                <c:pt idx="24221">
                  <c:v>8.0601676179526134</c:v>
                </c:pt>
                <c:pt idx="24222">
                  <c:v>8.0599295364020858</c:v>
                </c:pt>
                <c:pt idx="24223">
                  <c:v>8.0607466020613483</c:v>
                </c:pt>
                <c:pt idx="24224">
                  <c:v>8.0603873855377159</c:v>
                </c:pt>
                <c:pt idx="24225">
                  <c:v>8.059783599556523</c:v>
                </c:pt>
                <c:pt idx="24226">
                  <c:v>8.0598787007760855</c:v>
                </c:pt>
                <c:pt idx="24227">
                  <c:v>8.0608350511230658</c:v>
                </c:pt>
                <c:pt idx="24228">
                  <c:v>8.0620234878659716</c:v>
                </c:pt>
                <c:pt idx="24229">
                  <c:v>8.0620189709686692</c:v>
                </c:pt>
                <c:pt idx="24230">
                  <c:v>8.0647142446515829</c:v>
                </c:pt>
                <c:pt idx="24231">
                  <c:v>8.0694312815669527</c:v>
                </c:pt>
                <c:pt idx="24232">
                  <c:v>8.0714730833983488</c:v>
                </c:pt>
                <c:pt idx="24233">
                  <c:v>8.0720245554962435</c:v>
                </c:pt>
                <c:pt idx="24234">
                  <c:v>8.0749610314950928</c:v>
                </c:pt>
                <c:pt idx="24235">
                  <c:v>8.075351619923623</c:v>
                </c:pt>
                <c:pt idx="24236">
                  <c:v>8.0735074118178467</c:v>
                </c:pt>
                <c:pt idx="24237">
                  <c:v>8.0689303987188445</c:v>
                </c:pt>
                <c:pt idx="24238">
                  <c:v>8.0661330431569009</c:v>
                </c:pt>
                <c:pt idx="24239">
                  <c:v>8.0648574713587653</c:v>
                </c:pt>
                <c:pt idx="24240">
                  <c:v>8.0652722046565106</c:v>
                </c:pt>
                <c:pt idx="24241">
                  <c:v>8.0679946618486422</c:v>
                </c:pt>
                <c:pt idx="24242">
                  <c:v>8.069773744507863</c:v>
                </c:pt>
                <c:pt idx="24243">
                  <c:v>8.06931031084466</c:v>
                </c:pt>
                <c:pt idx="24244">
                  <c:v>8.0673521126760566</c:v>
                </c:pt>
                <c:pt idx="24245">
                  <c:v>8.0686438631790747</c:v>
                </c:pt>
                <c:pt idx="24246">
                  <c:v>8.0715957787541583</c:v>
                </c:pt>
                <c:pt idx="24247">
                  <c:v>8.071969285098346</c:v>
                </c:pt>
                <c:pt idx="24248">
                  <c:v>8.0723073953927642</c:v>
                </c:pt>
                <c:pt idx="24249">
                  <c:v>8.0751433498952903</c:v>
                </c:pt>
                <c:pt idx="24250">
                  <c:v>8.0774190448815339</c:v>
                </c:pt>
                <c:pt idx="24251">
                  <c:v>8.0755059335605477</c:v>
                </c:pt>
                <c:pt idx="24252">
                  <c:v>8.0728894181415018</c:v>
                </c:pt>
                <c:pt idx="24253">
                  <c:v>8.073182770089927</c:v>
                </c:pt>
                <c:pt idx="24254">
                  <c:v>8.0752652239970431</c:v>
                </c:pt>
                <c:pt idx="24255">
                  <c:v>8.0760762945017035</c:v>
                </c:pt>
                <c:pt idx="24256">
                  <c:v>8.0764096415226057</c:v>
                </c:pt>
                <c:pt idx="24257">
                  <c:v>8.0782118835461745</c:v>
                </c:pt>
                <c:pt idx="24258">
                  <c:v>8.0797392518375553</c:v>
                </c:pt>
                <c:pt idx="24259">
                  <c:v>8.08006890321521</c:v>
                </c:pt>
                <c:pt idx="24260">
                  <c:v>8.0796469428817801</c:v>
                </c:pt>
                <c:pt idx="24261">
                  <c:v>8.0794034410544899</c:v>
                </c:pt>
                <c:pt idx="24262">
                  <c:v>8.0784608877756341</c:v>
                </c:pt>
                <c:pt idx="24263">
                  <c:v>8.0792490452921619</c:v>
                </c:pt>
                <c:pt idx="24264">
                  <c:v>8.0805857183919851</c:v>
                </c:pt>
                <c:pt idx="24265">
                  <c:v>8.0790980166714572</c:v>
                </c:pt>
                <c:pt idx="24266">
                  <c:v>8.0758392805814481</c:v>
                </c:pt>
                <c:pt idx="24267">
                  <c:v>8.0775016630394614</c:v>
                </c:pt>
                <c:pt idx="24268">
                  <c:v>8.0832037120683289</c:v>
                </c:pt>
                <c:pt idx="24269">
                  <c:v>8.0873847164620383</c:v>
                </c:pt>
                <c:pt idx="24270">
                  <c:v>8.0881189175871562</c:v>
                </c:pt>
                <c:pt idx="24271">
                  <c:v>8.0871243789266209</c:v>
                </c:pt>
                <c:pt idx="24272">
                  <c:v>8.0880269371330016</c:v>
                </c:pt>
                <c:pt idx="24273">
                  <c:v>8.0921980864780512</c:v>
                </c:pt>
                <c:pt idx="24274">
                  <c:v>8.0960210241038073</c:v>
                </c:pt>
                <c:pt idx="24275">
                  <c:v>8.0976815998028986</c:v>
                </c:pt>
                <c:pt idx="24276">
                  <c:v>8.097423726029648</c:v>
                </c:pt>
                <c:pt idx="24277">
                  <c:v>8.0955750831519726</c:v>
                </c:pt>
                <c:pt idx="24278">
                  <c:v>8.0933494846630811</c:v>
                </c:pt>
                <c:pt idx="24279">
                  <c:v>8.0941830575288467</c:v>
                </c:pt>
                <c:pt idx="24280">
                  <c:v>8.0975329528189537</c:v>
                </c:pt>
                <c:pt idx="24281">
                  <c:v>8.0965400566665302</c:v>
                </c:pt>
                <c:pt idx="24282">
                  <c:v>8.0965934381801006</c:v>
                </c:pt>
                <c:pt idx="24283">
                  <c:v>8.1005543464870851</c:v>
                </c:pt>
                <c:pt idx="24284">
                  <c:v>8.1031224079168886</c:v>
                </c:pt>
                <c:pt idx="24285">
                  <c:v>8.1046055927401142</c:v>
                </c:pt>
                <c:pt idx="24286">
                  <c:v>8.1052831273354418</c:v>
                </c:pt>
                <c:pt idx="24287">
                  <c:v>8.1057471358764825</c:v>
                </c:pt>
                <c:pt idx="24288">
                  <c:v>8.1052239970434847</c:v>
                </c:pt>
                <c:pt idx="24289">
                  <c:v>8.1045522112265438</c:v>
                </c:pt>
                <c:pt idx="24290">
                  <c:v>8.1066792592288426</c:v>
                </c:pt>
                <c:pt idx="24291">
                  <c:v>8.1093910401182612</c:v>
                </c:pt>
                <c:pt idx="24292">
                  <c:v>8.1121923376996676</c:v>
                </c:pt>
                <c:pt idx="24293">
                  <c:v>8.1156292859195993</c:v>
                </c:pt>
                <c:pt idx="24294">
                  <c:v>8.1179008746355681</c:v>
                </c:pt>
                <c:pt idx="24295">
                  <c:v>8.1177119862029326</c:v>
                </c:pt>
                <c:pt idx="24296">
                  <c:v>8.1152564365786564</c:v>
                </c:pt>
                <c:pt idx="24297">
                  <c:v>8.1147283702213286</c:v>
                </c:pt>
                <c:pt idx="24298">
                  <c:v>8.115943004968587</c:v>
                </c:pt>
                <c:pt idx="24299">
                  <c:v>8.1182055598899527</c:v>
                </c:pt>
                <c:pt idx="24300">
                  <c:v>8.1230912002628006</c:v>
                </c:pt>
                <c:pt idx="24301">
                  <c:v>8.1258481501252415</c:v>
                </c:pt>
                <c:pt idx="24302">
                  <c:v>8.123278446187328</c:v>
                </c:pt>
                <c:pt idx="24303">
                  <c:v>8.1204278733626243</c:v>
                </c:pt>
                <c:pt idx="24304">
                  <c:v>8.1187467663121584</c:v>
                </c:pt>
                <c:pt idx="24305">
                  <c:v>8.1212212047796992</c:v>
                </c:pt>
                <c:pt idx="24306">
                  <c:v>8.1234886872253931</c:v>
                </c:pt>
                <c:pt idx="24307">
                  <c:v>8.1265519648503268</c:v>
                </c:pt>
                <c:pt idx="24308">
                  <c:v>8.1301539851353013</c:v>
                </c:pt>
                <c:pt idx="24309">
                  <c:v>8.1347661479078557</c:v>
                </c:pt>
                <c:pt idx="24310">
                  <c:v>8.1370492341805942</c:v>
                </c:pt>
                <c:pt idx="24311">
                  <c:v>8.1378959471112395</c:v>
                </c:pt>
                <c:pt idx="24312">
                  <c:v>8.1386498583336753</c:v>
                </c:pt>
                <c:pt idx="24313">
                  <c:v>8.1401428982055606</c:v>
                </c:pt>
                <c:pt idx="24314">
                  <c:v>8.1385118876524452</c:v>
                </c:pt>
                <c:pt idx="24315">
                  <c:v>8.1370837268509018</c:v>
                </c:pt>
                <c:pt idx="24316">
                  <c:v>8.1362764341148939</c:v>
                </c:pt>
                <c:pt idx="24317">
                  <c:v>8.1389381185069603</c:v>
                </c:pt>
                <c:pt idx="24318">
                  <c:v>8.1436439042417774</c:v>
                </c:pt>
                <c:pt idx="24319">
                  <c:v>8.14832915862522</c:v>
                </c:pt>
                <c:pt idx="24320">
                  <c:v>8.1518966862398887</c:v>
                </c:pt>
                <c:pt idx="24321">
                  <c:v>8.1540204492259676</c:v>
                </c:pt>
                <c:pt idx="24322">
                  <c:v>8.1532706442738068</c:v>
                </c:pt>
                <c:pt idx="24323">
                  <c:v>8.152170985094239</c:v>
                </c:pt>
                <c:pt idx="24324">
                  <c:v>8.1571658522563961</c:v>
                </c:pt>
                <c:pt idx="24325">
                  <c:v>8.1614741510286208</c:v>
                </c:pt>
                <c:pt idx="24326">
                  <c:v>8.1624580133864413</c:v>
                </c:pt>
                <c:pt idx="24327">
                  <c:v>8.1646417279185322</c:v>
                </c:pt>
                <c:pt idx="24328">
                  <c:v>8.1667605633802811</c:v>
                </c:pt>
                <c:pt idx="24329">
                  <c:v>8.1676532665380037</c:v>
                </c:pt>
                <c:pt idx="24330">
                  <c:v>8.1689294953393841</c:v>
                </c:pt>
                <c:pt idx="24331">
                  <c:v>8.1696521989077322</c:v>
                </c:pt>
                <c:pt idx="24332">
                  <c:v>8.1695585759454694</c:v>
                </c:pt>
                <c:pt idx="24333">
                  <c:v>8.1714852379583629</c:v>
                </c:pt>
                <c:pt idx="24334">
                  <c:v>8.1728427709111813</c:v>
                </c:pt>
                <c:pt idx="24335">
                  <c:v>8.1713653348663406</c:v>
                </c:pt>
                <c:pt idx="24336">
                  <c:v>8.1697047591672476</c:v>
                </c:pt>
                <c:pt idx="24337">
                  <c:v>8.1706861577629031</c:v>
                </c:pt>
                <c:pt idx="24338">
                  <c:v>8.1730792920790041</c:v>
                </c:pt>
                <c:pt idx="24339">
                  <c:v>8.1748605921241744</c:v>
                </c:pt>
                <c:pt idx="24340">
                  <c:v>8.1761975937256182</c:v>
                </c:pt>
                <c:pt idx="24341">
                  <c:v>8.1768406356506382</c:v>
                </c:pt>
                <c:pt idx="24342">
                  <c:v>8.1760949369687506</c:v>
                </c:pt>
                <c:pt idx="24343">
                  <c:v>8.1779222272409964</c:v>
                </c:pt>
                <c:pt idx="24344">
                  <c:v>8.1822034246294084</c:v>
                </c:pt>
                <c:pt idx="24345">
                  <c:v>8.1845719213238617</c:v>
                </c:pt>
                <c:pt idx="24346">
                  <c:v>8.185632981562847</c:v>
                </c:pt>
                <c:pt idx="24347">
                  <c:v>8.1884342791442535</c:v>
                </c:pt>
                <c:pt idx="24348">
                  <c:v>8.1909924855253973</c:v>
                </c:pt>
                <c:pt idx="24349">
                  <c:v>8.1939473576150785</c:v>
                </c:pt>
                <c:pt idx="24350">
                  <c:v>8.1961762411201899</c:v>
                </c:pt>
                <c:pt idx="24351">
                  <c:v>8.1970820843427923</c:v>
                </c:pt>
                <c:pt idx="24352">
                  <c:v>8.1966944524288596</c:v>
                </c:pt>
                <c:pt idx="24353">
                  <c:v>8.1955438754978847</c:v>
                </c:pt>
                <c:pt idx="24354">
                  <c:v>8.194642959799614</c:v>
                </c:pt>
                <c:pt idx="24355">
                  <c:v>8.1960448404713997</c:v>
                </c:pt>
                <c:pt idx="24356">
                  <c:v>8.1987730464419162</c:v>
                </c:pt>
                <c:pt idx="24357">
                  <c:v>8.2023225064673753</c:v>
                </c:pt>
                <c:pt idx="24358">
                  <c:v>8.2051944318975067</c:v>
                </c:pt>
                <c:pt idx="24359">
                  <c:v>8.209225968053218</c:v>
                </c:pt>
                <c:pt idx="24360">
                  <c:v>8.2126867326407424</c:v>
                </c:pt>
                <c:pt idx="24361">
                  <c:v>8.2162435839526964</c:v>
                </c:pt>
                <c:pt idx="24362">
                  <c:v>8.2174582186999547</c:v>
                </c:pt>
                <c:pt idx="24363">
                  <c:v>8.2171699585266698</c:v>
                </c:pt>
                <c:pt idx="24364">
                  <c:v>8.2182687964521826</c:v>
                </c:pt>
                <c:pt idx="24365">
                  <c:v>8.2200377776865281</c:v>
                </c:pt>
                <c:pt idx="24366">
                  <c:v>8.2197971502484286</c:v>
                </c:pt>
                <c:pt idx="24367">
                  <c:v>8.2198102903133083</c:v>
                </c:pt>
                <c:pt idx="24368">
                  <c:v>8.2226124091487698</c:v>
                </c:pt>
                <c:pt idx="24369">
                  <c:v>8.2261848642877666</c:v>
                </c:pt>
                <c:pt idx="24370">
                  <c:v>8.2303592986490379</c:v>
                </c:pt>
                <c:pt idx="24371">
                  <c:v>8.2336402085985299</c:v>
                </c:pt>
                <c:pt idx="24372">
                  <c:v>8.2361072557795758</c:v>
                </c:pt>
                <c:pt idx="24373">
                  <c:v>8.2357746478873235</c:v>
                </c:pt>
                <c:pt idx="24374">
                  <c:v>8.2369506836940012</c:v>
                </c:pt>
                <c:pt idx="24375">
                  <c:v>8.2403268591138676</c:v>
                </c:pt>
                <c:pt idx="24376">
                  <c:v>8.2429236644355939</c:v>
                </c:pt>
                <c:pt idx="24377">
                  <c:v>8.2465757812179206</c:v>
                </c:pt>
                <c:pt idx="24378">
                  <c:v>8.2521471687266459</c:v>
                </c:pt>
                <c:pt idx="24379">
                  <c:v>8.2548359545025249</c:v>
                </c:pt>
                <c:pt idx="24380">
                  <c:v>8.2564406849258809</c:v>
                </c:pt>
                <c:pt idx="24381">
                  <c:v>8.2558682708495876</c:v>
                </c:pt>
                <c:pt idx="24382">
                  <c:v>8.2544704964480768</c:v>
                </c:pt>
                <c:pt idx="24383">
                  <c:v>8.255693343735885</c:v>
                </c:pt>
                <c:pt idx="24384">
                  <c:v>8.2567535827208154</c:v>
                </c:pt>
                <c:pt idx="24385">
                  <c:v>8.2550117028702825</c:v>
                </c:pt>
                <c:pt idx="24386">
                  <c:v>8.2582975403441061</c:v>
                </c:pt>
                <c:pt idx="24387">
                  <c:v>8.2624612984026609</c:v>
                </c:pt>
                <c:pt idx="24388">
                  <c:v>8.2620514926292454</c:v>
                </c:pt>
                <c:pt idx="24389">
                  <c:v>8.263041925019504</c:v>
                </c:pt>
                <c:pt idx="24390">
                  <c:v>8.2661191639633724</c:v>
                </c:pt>
                <c:pt idx="24391">
                  <c:v>8.2674758756621358</c:v>
                </c:pt>
                <c:pt idx="24392">
                  <c:v>8.2678183386030462</c:v>
                </c:pt>
                <c:pt idx="24393">
                  <c:v>8.2696686239888315</c:v>
                </c:pt>
                <c:pt idx="24394">
                  <c:v>8.2732041226953559</c:v>
                </c:pt>
                <c:pt idx="24395">
                  <c:v>8.2773916971215051</c:v>
                </c:pt>
                <c:pt idx="24396">
                  <c:v>8.2771009731860552</c:v>
                </c:pt>
                <c:pt idx="24397">
                  <c:v>8.275807498049522</c:v>
                </c:pt>
                <c:pt idx="24398">
                  <c:v>8.2811144417525568</c:v>
                </c:pt>
                <c:pt idx="24399">
                  <c:v>8.2859524493902192</c:v>
                </c:pt>
                <c:pt idx="24400">
                  <c:v>8.2845431774319387</c:v>
                </c:pt>
                <c:pt idx="24401">
                  <c:v>8.2833531803063281</c:v>
                </c:pt>
                <c:pt idx="24402">
                  <c:v>8.2842582022748736</c:v>
                </c:pt>
                <c:pt idx="24403">
                  <c:v>8.2852264608056494</c:v>
                </c:pt>
                <c:pt idx="24404">
                  <c:v>8.2873017698024878</c:v>
                </c:pt>
                <c:pt idx="24405">
                  <c:v>8.2862062168931967</c:v>
                </c:pt>
                <c:pt idx="24406">
                  <c:v>8.2867884860181498</c:v>
                </c:pt>
                <c:pt idx="24407">
                  <c:v>8.2899133576972037</c:v>
                </c:pt>
                <c:pt idx="24408">
                  <c:v>8.2920141255697448</c:v>
                </c:pt>
                <c:pt idx="24409">
                  <c:v>8.2946051821130862</c:v>
                </c:pt>
                <c:pt idx="24410">
                  <c:v>8.2952917505030186</c:v>
                </c:pt>
                <c:pt idx="24411">
                  <c:v>8.2956982712602141</c:v>
                </c:pt>
                <c:pt idx="24412">
                  <c:v>8.2967847903749021</c:v>
                </c:pt>
                <c:pt idx="24413">
                  <c:v>8.2969063359750344</c:v>
                </c:pt>
                <c:pt idx="24414">
                  <c:v>8.2964521824826516</c:v>
                </c:pt>
                <c:pt idx="24415">
                  <c:v>8.2976996673921075</c:v>
                </c:pt>
                <c:pt idx="24416">
                  <c:v>8.2994990350264857</c:v>
                </c:pt>
                <c:pt idx="24417">
                  <c:v>8.3030805239600873</c:v>
                </c:pt>
                <c:pt idx="24418">
                  <c:v>8.3049414856485857</c:v>
                </c:pt>
                <c:pt idx="24419">
                  <c:v>8.3035658851065577</c:v>
                </c:pt>
                <c:pt idx="24420">
                  <c:v>8.3052905186219359</c:v>
                </c:pt>
                <c:pt idx="24421">
                  <c:v>8.3094132139777432</c:v>
                </c:pt>
                <c:pt idx="24422">
                  <c:v>8.3119944154724266</c:v>
                </c:pt>
                <c:pt idx="24423">
                  <c:v>8.3136451361228598</c:v>
                </c:pt>
                <c:pt idx="24424">
                  <c:v>8.3152531515624357</c:v>
                </c:pt>
                <c:pt idx="24425">
                  <c:v>8.3160070627848732</c:v>
                </c:pt>
                <c:pt idx="24426">
                  <c:v>8.31413706730177</c:v>
                </c:pt>
                <c:pt idx="24427">
                  <c:v>8.3134373588469597</c:v>
                </c:pt>
                <c:pt idx="24428">
                  <c:v>8.3142035888802202</c:v>
                </c:pt>
                <c:pt idx="24429">
                  <c:v>8.3166509259639465</c:v>
                </c:pt>
                <c:pt idx="24430">
                  <c:v>8.3165646942881786</c:v>
                </c:pt>
                <c:pt idx="24431">
                  <c:v>8.3162049850121136</c:v>
                </c:pt>
                <c:pt idx="24432">
                  <c:v>8.3179994251221618</c:v>
                </c:pt>
                <c:pt idx="24433">
                  <c:v>8.3178171067219644</c:v>
                </c:pt>
                <c:pt idx="24434">
                  <c:v>8.3189143021393672</c:v>
                </c:pt>
                <c:pt idx="24435">
                  <c:v>8.3204328008869552</c:v>
                </c:pt>
                <c:pt idx="24436">
                  <c:v>8.3202537675029777</c:v>
                </c:pt>
                <c:pt idx="24437">
                  <c:v>8.3216252617747308</c:v>
                </c:pt>
                <c:pt idx="24438">
                  <c:v>8.3219291257750587</c:v>
                </c:pt>
                <c:pt idx="24439">
                  <c:v>8.3216457931261036</c:v>
                </c:pt>
                <c:pt idx="24440">
                  <c:v>8.3244922596805324</c:v>
                </c:pt>
                <c:pt idx="24441">
                  <c:v>8.3266661191639635</c:v>
                </c:pt>
                <c:pt idx="24442">
                  <c:v>8.328303699749517</c:v>
                </c:pt>
                <c:pt idx="24443">
                  <c:v>8.3305481870816731</c:v>
                </c:pt>
                <c:pt idx="24444">
                  <c:v>8.3293721512749972</c:v>
                </c:pt>
                <c:pt idx="24445">
                  <c:v>8.3275210446351586</c:v>
                </c:pt>
                <c:pt idx="24446">
                  <c:v>8.3291249538044596</c:v>
                </c:pt>
                <c:pt idx="24447">
                  <c:v>8.3311780889418134</c:v>
                </c:pt>
                <c:pt idx="24448">
                  <c:v>8.3316577013099007</c:v>
                </c:pt>
                <c:pt idx="24449">
                  <c:v>8.3321069272779535</c:v>
                </c:pt>
                <c:pt idx="24450">
                  <c:v>8.3317776044019212</c:v>
                </c:pt>
                <c:pt idx="24451">
                  <c:v>8.3339604976799571</c:v>
                </c:pt>
                <c:pt idx="24452">
                  <c:v>8.3356900587196652</c:v>
                </c:pt>
                <c:pt idx="24453">
                  <c:v>8.3375485566459986</c:v>
                </c:pt>
                <c:pt idx="24454">
                  <c:v>8.3376668172299109</c:v>
                </c:pt>
                <c:pt idx="24455">
                  <c:v>8.3366895249045285</c:v>
                </c:pt>
                <c:pt idx="24456">
                  <c:v>8.3363922309366405</c:v>
                </c:pt>
                <c:pt idx="24457">
                  <c:v>8.3356062908060604</c:v>
                </c:pt>
                <c:pt idx="24458">
                  <c:v>8.3351858087299302</c:v>
                </c:pt>
                <c:pt idx="24459">
                  <c:v>8.3348663409025576</c:v>
                </c:pt>
                <c:pt idx="24460">
                  <c:v>8.3344598201453621</c:v>
                </c:pt>
                <c:pt idx="24461">
                  <c:v>8.3349575001026572</c:v>
                </c:pt>
                <c:pt idx="24462">
                  <c:v>8.3341378885558246</c:v>
                </c:pt>
                <c:pt idx="24463">
                  <c:v>8.3324912741756663</c:v>
                </c:pt>
                <c:pt idx="24464">
                  <c:v>8.333602430912002</c:v>
                </c:pt>
                <c:pt idx="24465">
                  <c:v>8.3338808360366272</c:v>
                </c:pt>
                <c:pt idx="24466">
                  <c:v>8.3342191927072644</c:v>
                </c:pt>
                <c:pt idx="24467">
                  <c:v>8.3355290929248955</c:v>
                </c:pt>
                <c:pt idx="24468">
                  <c:v>8.333675522522892</c:v>
                </c:pt>
                <c:pt idx="24469">
                  <c:v>8.333377407300949</c:v>
                </c:pt>
                <c:pt idx="24470">
                  <c:v>8.3363125692933107</c:v>
                </c:pt>
                <c:pt idx="24471">
                  <c:v>8.3393290354371121</c:v>
                </c:pt>
                <c:pt idx="24472">
                  <c:v>8.3377201987434812</c:v>
                </c:pt>
                <c:pt idx="24473">
                  <c:v>8.3345263417238122</c:v>
                </c:pt>
                <c:pt idx="24474">
                  <c:v>8.3334422863712891</c:v>
                </c:pt>
                <c:pt idx="24475">
                  <c:v>8.3356481747628628</c:v>
                </c:pt>
                <c:pt idx="24476">
                  <c:v>8.3382416950683691</c:v>
                </c:pt>
                <c:pt idx="24477">
                  <c:v>8.3360949369687507</c:v>
                </c:pt>
                <c:pt idx="24478">
                  <c:v>8.3345698681887246</c:v>
                </c:pt>
                <c:pt idx="24479">
                  <c:v>8.3364710713259154</c:v>
                </c:pt>
                <c:pt idx="24480">
                  <c:v>8.3381915985710187</c:v>
                </c:pt>
                <c:pt idx="24481">
                  <c:v>8.3378359955652286</c:v>
                </c:pt>
                <c:pt idx="24482">
                  <c:v>8.3382425163224241</c:v>
                </c:pt>
                <c:pt idx="24483">
                  <c:v>8.3391984560423769</c:v>
                </c:pt>
                <c:pt idx="24484">
                  <c:v>8.3388420317825318</c:v>
                </c:pt>
                <c:pt idx="24485">
                  <c:v>8.3378557056625464</c:v>
                </c:pt>
                <c:pt idx="24486">
                  <c:v>8.3366673510450457</c:v>
                </c:pt>
                <c:pt idx="24487">
                  <c:v>8.3376980248839985</c:v>
                </c:pt>
                <c:pt idx="24488">
                  <c:v>8.3399531885188676</c:v>
                </c:pt>
                <c:pt idx="24489">
                  <c:v>8.3434697983821291</c:v>
                </c:pt>
                <c:pt idx="24490">
                  <c:v>8.3453406151192873</c:v>
                </c:pt>
                <c:pt idx="24491">
                  <c:v>8.3457512421467577</c:v>
                </c:pt>
                <c:pt idx="24492">
                  <c:v>8.3460657824498004</c:v>
                </c:pt>
                <c:pt idx="24493">
                  <c:v>8.3455180059951548</c:v>
                </c:pt>
                <c:pt idx="24494">
                  <c:v>8.3459335605469551</c:v>
                </c:pt>
                <c:pt idx="24495">
                  <c:v>8.3489722005502394</c:v>
                </c:pt>
                <c:pt idx="24496">
                  <c:v>8.35145649406644</c:v>
                </c:pt>
                <c:pt idx="24497">
                  <c:v>8.3537494353878365</c:v>
                </c:pt>
                <c:pt idx="24498">
                  <c:v>8.354291463064099</c:v>
                </c:pt>
                <c:pt idx="24499">
                  <c:v>8.3535326243173333</c:v>
                </c:pt>
                <c:pt idx="24500">
                  <c:v>8.3525126267810954</c:v>
                </c:pt>
                <c:pt idx="24501">
                  <c:v>8.3523705498295904</c:v>
                </c:pt>
                <c:pt idx="24502">
                  <c:v>8.3520354781751731</c:v>
                </c:pt>
                <c:pt idx="24503">
                  <c:v>8.350950601568595</c:v>
                </c:pt>
                <c:pt idx="24504">
                  <c:v>8.3511633063688251</c:v>
                </c:pt>
                <c:pt idx="24505">
                  <c:v>8.3509637416334748</c:v>
                </c:pt>
                <c:pt idx="24506">
                  <c:v>8.3521159610725579</c:v>
                </c:pt>
                <c:pt idx="24507">
                  <c:v>8.3546560998644939</c:v>
                </c:pt>
                <c:pt idx="24508">
                  <c:v>8.3583550281279511</c:v>
                </c:pt>
                <c:pt idx="24509">
                  <c:v>8.3593454605182114</c:v>
                </c:pt>
                <c:pt idx="24510">
                  <c:v>8.3579008746355683</c:v>
                </c:pt>
                <c:pt idx="24511">
                  <c:v>8.3590309202151687</c:v>
                </c:pt>
                <c:pt idx="24512">
                  <c:v>8.3614396583583126</c:v>
                </c:pt>
                <c:pt idx="24513">
                  <c:v>8.3629573358518456</c:v>
                </c:pt>
                <c:pt idx="24514">
                  <c:v>8.3638566090420063</c:v>
                </c:pt>
                <c:pt idx="24515">
                  <c:v>8.3666587278774696</c:v>
                </c:pt>
                <c:pt idx="24516">
                  <c:v>8.3689393503880432</c:v>
                </c:pt>
                <c:pt idx="24517">
                  <c:v>8.3680252946248928</c:v>
                </c:pt>
                <c:pt idx="24518">
                  <c:v>8.3666283414774352</c:v>
                </c:pt>
                <c:pt idx="24519">
                  <c:v>8.3652198907732114</c:v>
                </c:pt>
                <c:pt idx="24520">
                  <c:v>8.3644963659508065</c:v>
                </c:pt>
                <c:pt idx="24521">
                  <c:v>8.3656797930439772</c:v>
                </c:pt>
                <c:pt idx="24522">
                  <c:v>8.3657331745575494</c:v>
                </c:pt>
                <c:pt idx="24523">
                  <c:v>8.3679029277707055</c:v>
                </c:pt>
                <c:pt idx="24524">
                  <c:v>8.3714178951258571</c:v>
                </c:pt>
                <c:pt idx="24525">
                  <c:v>8.372439535170205</c:v>
                </c:pt>
                <c:pt idx="24526">
                  <c:v>8.3755085615735219</c:v>
                </c:pt>
                <c:pt idx="24527">
                  <c:v>8.3791754609288382</c:v>
                </c:pt>
                <c:pt idx="24528">
                  <c:v>8.3830591713546578</c:v>
                </c:pt>
                <c:pt idx="24529">
                  <c:v>8.381808401428982</c:v>
                </c:pt>
                <c:pt idx="24530">
                  <c:v>8.3811916396337214</c:v>
                </c:pt>
                <c:pt idx="24531">
                  <c:v>8.3794711123886181</c:v>
                </c:pt>
                <c:pt idx="24532">
                  <c:v>8.3781743522358649</c:v>
                </c:pt>
                <c:pt idx="24533">
                  <c:v>8.3783583131441706</c:v>
                </c:pt>
                <c:pt idx="24534">
                  <c:v>8.3780010676302723</c:v>
                </c:pt>
                <c:pt idx="24535">
                  <c:v>8.3785948343119951</c:v>
                </c:pt>
                <c:pt idx="24536">
                  <c:v>8.3820621689319594</c:v>
                </c:pt>
                <c:pt idx="24537">
                  <c:v>8.3834238081550527</c:v>
                </c:pt>
                <c:pt idx="24538">
                  <c:v>8.3829072393544948</c:v>
                </c:pt>
                <c:pt idx="24539">
                  <c:v>8.3804705785734814</c:v>
                </c:pt>
                <c:pt idx="24540">
                  <c:v>8.3785759454687305</c:v>
                </c:pt>
                <c:pt idx="24541">
                  <c:v>8.3809633310064466</c:v>
                </c:pt>
                <c:pt idx="24542">
                  <c:v>8.3857175707305061</c:v>
                </c:pt>
                <c:pt idx="24543">
                  <c:v>8.3853660739949909</c:v>
                </c:pt>
                <c:pt idx="24544">
                  <c:v>8.3826386892785276</c:v>
                </c:pt>
                <c:pt idx="24545">
                  <c:v>8.384645012934751</c:v>
                </c:pt>
                <c:pt idx="24546">
                  <c:v>8.3844388781669608</c:v>
                </c:pt>
                <c:pt idx="24547">
                  <c:v>8.3828801379706803</c:v>
                </c:pt>
                <c:pt idx="24548">
                  <c:v>8.3840882026855006</c:v>
                </c:pt>
                <c:pt idx="24549">
                  <c:v>8.3856633679628789</c:v>
                </c:pt>
                <c:pt idx="24550">
                  <c:v>8.3865560711206015</c:v>
                </c:pt>
                <c:pt idx="24551">
                  <c:v>8.3873362624727967</c:v>
                </c:pt>
                <c:pt idx="24552">
                  <c:v>8.3866349115098764</c:v>
                </c:pt>
                <c:pt idx="24553">
                  <c:v>8.3852379583624188</c:v>
                </c:pt>
                <c:pt idx="24554">
                  <c:v>8.3866143801585018</c:v>
                </c:pt>
                <c:pt idx="24555">
                  <c:v>8.3900948548433458</c:v>
                </c:pt>
                <c:pt idx="24556">
                  <c:v>8.3916297786720317</c:v>
                </c:pt>
                <c:pt idx="24557">
                  <c:v>8.3921685213320742</c:v>
                </c:pt>
                <c:pt idx="24558">
                  <c:v>8.3951734899191059</c:v>
                </c:pt>
                <c:pt idx="24559">
                  <c:v>8.3973227117808893</c:v>
                </c:pt>
                <c:pt idx="24560">
                  <c:v>8.3978828070463596</c:v>
                </c:pt>
                <c:pt idx="24561">
                  <c:v>8.3988830944852797</c:v>
                </c:pt>
                <c:pt idx="24562">
                  <c:v>8.3987911140311251</c:v>
                </c:pt>
                <c:pt idx="24563">
                  <c:v>8.3998102903133081</c:v>
                </c:pt>
                <c:pt idx="24564">
                  <c:v>8.4017270972775435</c:v>
                </c:pt>
                <c:pt idx="24565">
                  <c:v>8.4028678191598569</c:v>
                </c:pt>
                <c:pt idx="24566">
                  <c:v>8.4040077197881171</c:v>
                </c:pt>
                <c:pt idx="24567">
                  <c:v>8.4062571346446031</c:v>
                </c:pt>
                <c:pt idx="24568">
                  <c:v>8.4080959224736169</c:v>
                </c:pt>
                <c:pt idx="24569">
                  <c:v>8.4134907403605297</c:v>
                </c:pt>
                <c:pt idx="24570">
                  <c:v>8.420939514638853</c:v>
                </c:pt>
                <c:pt idx="24571">
                  <c:v>8.4259984396172953</c:v>
                </c:pt>
                <c:pt idx="24572">
                  <c:v>8.4278865026896064</c:v>
                </c:pt>
                <c:pt idx="24573">
                  <c:v>8.4269239929372155</c:v>
                </c:pt>
                <c:pt idx="24574">
                  <c:v>8.426372110212295</c:v>
                </c:pt>
                <c:pt idx="24575">
                  <c:v>8.4274849094567408</c:v>
                </c:pt>
                <c:pt idx="24576">
                  <c:v>8.4302599269083895</c:v>
                </c:pt>
                <c:pt idx="24577">
                  <c:v>8.431614996099043</c:v>
                </c:pt>
                <c:pt idx="24578">
                  <c:v>8.4338422370960462</c:v>
                </c:pt>
                <c:pt idx="24579">
                  <c:v>8.4380856567979308</c:v>
                </c:pt>
                <c:pt idx="24580">
                  <c:v>8.4406537182277344</c:v>
                </c:pt>
                <c:pt idx="24581">
                  <c:v>8.4434049193117886</c:v>
                </c:pt>
                <c:pt idx="24582">
                  <c:v>8.4455377160924741</c:v>
                </c:pt>
                <c:pt idx="24583">
                  <c:v>8.4492579969613608</c:v>
                </c:pt>
                <c:pt idx="24584">
                  <c:v>8.4539646039502312</c:v>
                </c:pt>
                <c:pt idx="24585">
                  <c:v>8.4590144951340704</c:v>
                </c:pt>
                <c:pt idx="24586">
                  <c:v>8.4626058391163301</c:v>
                </c:pt>
                <c:pt idx="24587">
                  <c:v>8.4646105202644435</c:v>
                </c:pt>
                <c:pt idx="24588">
                  <c:v>8.4684671293064504</c:v>
                </c:pt>
                <c:pt idx="24589">
                  <c:v>8.4711657701309893</c:v>
                </c:pt>
                <c:pt idx="24590">
                  <c:v>8.4737510778959475</c:v>
                </c:pt>
                <c:pt idx="24591">
                  <c:v>8.4773588469593069</c:v>
                </c:pt>
                <c:pt idx="24592">
                  <c:v>8.4848856403728501</c:v>
                </c:pt>
                <c:pt idx="24593">
                  <c:v>8.4927204040569944</c:v>
                </c:pt>
                <c:pt idx="24594">
                  <c:v>8.4965589455097934</c:v>
                </c:pt>
                <c:pt idx="24595">
                  <c:v>8.4999581160431976</c:v>
                </c:pt>
                <c:pt idx="24596">
                  <c:v>8.5045160760481249</c:v>
                </c:pt>
                <c:pt idx="24597">
                  <c:v>8.5097031166591393</c:v>
                </c:pt>
                <c:pt idx="24598">
                  <c:v>8.5143932985669117</c:v>
                </c:pt>
                <c:pt idx="24599">
                  <c:v>8.52055352523303</c:v>
                </c:pt>
                <c:pt idx="24600">
                  <c:v>8.5272081468402252</c:v>
                </c:pt>
                <c:pt idx="24601">
                  <c:v>8.5310861084876599</c:v>
                </c:pt>
                <c:pt idx="24602">
                  <c:v>8.5329643165113129</c:v>
                </c:pt>
                <c:pt idx="24603">
                  <c:v>8.5364176898123425</c:v>
                </c:pt>
                <c:pt idx="24604">
                  <c:v>8.5407103847575243</c:v>
                </c:pt>
                <c:pt idx="24605">
                  <c:v>8.5464107091528767</c:v>
                </c:pt>
                <c:pt idx="24606">
                  <c:v>8.5539309325339801</c:v>
                </c:pt>
                <c:pt idx="24607">
                  <c:v>8.5587755102040823</c:v>
                </c:pt>
                <c:pt idx="24608">
                  <c:v>8.5640027922637874</c:v>
                </c:pt>
                <c:pt idx="24609">
                  <c:v>8.5667334619964688</c:v>
                </c:pt>
                <c:pt idx="24610">
                  <c:v>8.5708224859360236</c:v>
                </c:pt>
                <c:pt idx="24611">
                  <c:v>8.575733585184576</c:v>
                </c:pt>
                <c:pt idx="24612">
                  <c:v>8.5788642056420148</c:v>
                </c:pt>
                <c:pt idx="24613">
                  <c:v>8.583558493820064</c:v>
                </c:pt>
                <c:pt idx="24614">
                  <c:v>8.5908011333305954</c:v>
                </c:pt>
                <c:pt idx="24615">
                  <c:v>8.598226091241326</c:v>
                </c:pt>
                <c:pt idx="24616">
                  <c:v>8.6050860263622546</c:v>
                </c:pt>
                <c:pt idx="24617">
                  <c:v>8.6136681312363983</c:v>
                </c:pt>
                <c:pt idx="24618">
                  <c:v>8.6214043444339499</c:v>
                </c:pt>
                <c:pt idx="24619">
                  <c:v>8.62827741961976</c:v>
                </c:pt>
                <c:pt idx="24620">
                  <c:v>8.6351554223298983</c:v>
                </c:pt>
                <c:pt idx="24621">
                  <c:v>8.6455590686979011</c:v>
                </c:pt>
                <c:pt idx="24622">
                  <c:v>8.6619315895372235</c:v>
                </c:pt>
                <c:pt idx="24623">
                  <c:v>8.6777128074569863</c:v>
                </c:pt>
                <c:pt idx="24624">
                  <c:v>8.6882692070792107</c:v>
                </c:pt>
                <c:pt idx="24625">
                  <c:v>8.6977341600624154</c:v>
                </c:pt>
                <c:pt idx="24626">
                  <c:v>8.7028809592247356</c:v>
                </c:pt>
                <c:pt idx="24627">
                  <c:v>8.7008237178171068</c:v>
                </c:pt>
                <c:pt idx="24628">
                  <c:v>8.6956514597790822</c:v>
                </c:pt>
                <c:pt idx="24629">
                  <c:v>8.689915000205314</c:v>
                </c:pt>
                <c:pt idx="24630">
                  <c:v>8.6857799860386802</c:v>
                </c:pt>
                <c:pt idx="24631">
                  <c:v>8.6842138545559067</c:v>
                </c:pt>
                <c:pt idx="24632">
                  <c:v>8.6842738061019169</c:v>
                </c:pt>
                <c:pt idx="24633">
                  <c:v>8.6830148236356912</c:v>
                </c:pt>
                <c:pt idx="24634">
                  <c:v>8.6797831889294947</c:v>
                </c:pt>
                <c:pt idx="24635">
                  <c:v>8.6799400484539895</c:v>
                </c:pt>
                <c:pt idx="24636">
                  <c:v>8.6846031289779493</c:v>
                </c:pt>
                <c:pt idx="24637">
                  <c:v>8.6915123393421752</c:v>
                </c:pt>
                <c:pt idx="24638">
                  <c:v>8.6964308298772224</c:v>
                </c:pt>
                <c:pt idx="24639">
                  <c:v>8.6984387960415557</c:v>
                </c:pt>
                <c:pt idx="24640">
                  <c:v>8.7025056461216277</c:v>
                </c:pt>
                <c:pt idx="24641">
                  <c:v>8.7074463105161577</c:v>
                </c:pt>
                <c:pt idx="24642">
                  <c:v>8.7101309900217636</c:v>
                </c:pt>
                <c:pt idx="24643">
                  <c:v>8.711776783147867</c:v>
                </c:pt>
                <c:pt idx="24644">
                  <c:v>8.7143267769884609</c:v>
                </c:pt>
                <c:pt idx="24645">
                  <c:v>8.7195869092103635</c:v>
                </c:pt>
                <c:pt idx="24646">
                  <c:v>8.7246819693672233</c:v>
                </c:pt>
                <c:pt idx="24647">
                  <c:v>8.726372931466349</c:v>
                </c:pt>
                <c:pt idx="24648">
                  <c:v>8.7276549090461142</c:v>
                </c:pt>
                <c:pt idx="24649">
                  <c:v>8.7290896398800975</c:v>
                </c:pt>
                <c:pt idx="24650">
                  <c:v>8.7325150905432594</c:v>
                </c:pt>
                <c:pt idx="24651">
                  <c:v>8.7384001971009724</c:v>
                </c:pt>
                <c:pt idx="24652">
                  <c:v>8.7469683406561813</c:v>
                </c:pt>
                <c:pt idx="24653">
                  <c:v>8.7510072680983857</c:v>
                </c:pt>
                <c:pt idx="24654">
                  <c:v>8.7525446556892383</c:v>
                </c:pt>
                <c:pt idx="24655">
                  <c:v>8.7558764833901375</c:v>
                </c:pt>
                <c:pt idx="24656">
                  <c:v>8.7590284564530041</c:v>
                </c:pt>
                <c:pt idx="24657">
                  <c:v>8.7601412556974498</c:v>
                </c:pt>
                <c:pt idx="24658">
                  <c:v>8.7621746807374858</c:v>
                </c:pt>
                <c:pt idx="24659">
                  <c:v>8.7661692604607229</c:v>
                </c:pt>
                <c:pt idx="24660">
                  <c:v>8.7701392025623122</c:v>
                </c:pt>
                <c:pt idx="24661">
                  <c:v>8.7710688621525073</c:v>
                </c:pt>
                <c:pt idx="24662">
                  <c:v>8.7725627232784458</c:v>
                </c:pt>
                <c:pt idx="24663">
                  <c:v>8.7753648421139072</c:v>
                </c:pt>
                <c:pt idx="24664">
                  <c:v>8.7799835749189015</c:v>
                </c:pt>
                <c:pt idx="24665">
                  <c:v>8.7860082946659546</c:v>
                </c:pt>
                <c:pt idx="24666">
                  <c:v>8.7902632119246089</c:v>
                </c:pt>
                <c:pt idx="24667">
                  <c:v>8.7930981809222679</c:v>
                </c:pt>
                <c:pt idx="24668">
                  <c:v>8.7978327105490077</c:v>
                </c:pt>
                <c:pt idx="24669">
                  <c:v>8.8049825483513331</c:v>
                </c:pt>
                <c:pt idx="24670">
                  <c:v>8.8080088695437926</c:v>
                </c:pt>
                <c:pt idx="24671">
                  <c:v>8.8073756826674323</c:v>
                </c:pt>
                <c:pt idx="24672">
                  <c:v>8.8092916683776128</c:v>
                </c:pt>
                <c:pt idx="24673">
                  <c:v>8.8130135917546095</c:v>
                </c:pt>
                <c:pt idx="24674">
                  <c:v>8.8175986531433495</c:v>
                </c:pt>
                <c:pt idx="24675">
                  <c:v>8.8236849669445245</c:v>
                </c:pt>
                <c:pt idx="24676">
                  <c:v>8.8251139490001229</c:v>
                </c:pt>
                <c:pt idx="24677">
                  <c:v>8.8249825483513327</c:v>
                </c:pt>
                <c:pt idx="24678">
                  <c:v>8.829023118301647</c:v>
                </c:pt>
                <c:pt idx="24679">
                  <c:v>8.8329569252248188</c:v>
                </c:pt>
                <c:pt idx="24680">
                  <c:v>8.8344516076048123</c:v>
                </c:pt>
                <c:pt idx="24681">
                  <c:v>8.8378598119328213</c:v>
                </c:pt>
                <c:pt idx="24682">
                  <c:v>8.8425573851270887</c:v>
                </c:pt>
                <c:pt idx="24683">
                  <c:v>8.8490042294583837</c:v>
                </c:pt>
                <c:pt idx="24684">
                  <c:v>8.8539646039502315</c:v>
                </c:pt>
                <c:pt idx="24685">
                  <c:v>8.8569457561696705</c:v>
                </c:pt>
                <c:pt idx="24686">
                  <c:v>8.8621442943374529</c:v>
                </c:pt>
                <c:pt idx="24687">
                  <c:v>8.8650268960702991</c:v>
                </c:pt>
                <c:pt idx="24688">
                  <c:v>8.8668418675317202</c:v>
                </c:pt>
                <c:pt idx="24689">
                  <c:v>8.8695355808319309</c:v>
                </c:pt>
                <c:pt idx="24690">
                  <c:v>8.8745945058103732</c:v>
                </c:pt>
                <c:pt idx="24691">
                  <c:v>8.880433622141009</c:v>
                </c:pt>
                <c:pt idx="24692">
                  <c:v>8.8812548761959516</c:v>
                </c:pt>
                <c:pt idx="24693">
                  <c:v>8.880277583870571</c:v>
                </c:pt>
                <c:pt idx="24694">
                  <c:v>8.8825196074405621</c:v>
                </c:pt>
                <c:pt idx="24695">
                  <c:v>8.8881287726358149</c:v>
                </c:pt>
                <c:pt idx="24696">
                  <c:v>8.8997905802159902</c:v>
                </c:pt>
                <c:pt idx="24697">
                  <c:v>8.9087258243337573</c:v>
                </c:pt>
                <c:pt idx="24698">
                  <c:v>8.9096209912536448</c:v>
                </c:pt>
                <c:pt idx="24699">
                  <c:v>8.9106064961195752</c:v>
                </c:pt>
                <c:pt idx="24700">
                  <c:v>8.9135712232579145</c:v>
                </c:pt>
                <c:pt idx="24701">
                  <c:v>8.9139161499609898</c:v>
                </c:pt>
                <c:pt idx="24702">
                  <c:v>8.9166180758017486</c:v>
                </c:pt>
                <c:pt idx="24703">
                  <c:v>8.921011784995688</c:v>
                </c:pt>
                <c:pt idx="24704">
                  <c:v>8.9246335153779821</c:v>
                </c:pt>
                <c:pt idx="24705">
                  <c:v>8.9289697367880763</c:v>
                </c:pt>
                <c:pt idx="24706">
                  <c:v>8.9333141707387185</c:v>
                </c:pt>
                <c:pt idx="24707">
                  <c:v>8.9375025664189209</c:v>
                </c:pt>
                <c:pt idx="24708">
                  <c:v>8.9409271958280296</c:v>
                </c:pt>
                <c:pt idx="24709">
                  <c:v>8.9446146265347188</c:v>
                </c:pt>
                <c:pt idx="24710">
                  <c:v>8.9447213895618614</c:v>
                </c:pt>
                <c:pt idx="24711">
                  <c:v>8.9446885393996638</c:v>
                </c:pt>
                <c:pt idx="24712">
                  <c:v>8.9470783886995449</c:v>
                </c:pt>
                <c:pt idx="24713">
                  <c:v>8.9490001231881084</c:v>
                </c:pt>
                <c:pt idx="24714">
                  <c:v>8.9500431158378841</c:v>
                </c:pt>
                <c:pt idx="24715">
                  <c:v>8.9537716092473207</c:v>
                </c:pt>
                <c:pt idx="24716">
                  <c:v>8.9583788444955452</c:v>
                </c:pt>
                <c:pt idx="24717">
                  <c:v>8.9614339095799291</c:v>
                </c:pt>
                <c:pt idx="24718">
                  <c:v>8.9628793167166272</c:v>
                </c:pt>
                <c:pt idx="24719">
                  <c:v>8.9618281115262999</c:v>
                </c:pt>
                <c:pt idx="24720">
                  <c:v>8.9625097523919024</c:v>
                </c:pt>
                <c:pt idx="24721">
                  <c:v>8.9628382540138798</c:v>
                </c:pt>
                <c:pt idx="24722">
                  <c:v>8.9663696464501292</c:v>
                </c:pt>
                <c:pt idx="24723">
                  <c:v>8.9704020038598937</c:v>
                </c:pt>
                <c:pt idx="24724">
                  <c:v>8.9733831560793327</c:v>
                </c:pt>
                <c:pt idx="24725">
                  <c:v>8.9763068205149263</c:v>
                </c:pt>
                <c:pt idx="24726">
                  <c:v>8.9774155134890972</c:v>
                </c:pt>
                <c:pt idx="24727">
                  <c:v>8.9783599556522802</c:v>
                </c:pt>
                <c:pt idx="24728">
                  <c:v>8.9800271013838131</c:v>
                </c:pt>
                <c:pt idx="24729">
                  <c:v>8.979304397815465</c:v>
                </c:pt>
                <c:pt idx="24730">
                  <c:v>8.9799039132755709</c:v>
                </c:pt>
                <c:pt idx="24731">
                  <c:v>8.9826715394407266</c:v>
                </c:pt>
                <c:pt idx="24732">
                  <c:v>8.9852256395515955</c:v>
                </c:pt>
                <c:pt idx="24733">
                  <c:v>8.9876072763109267</c:v>
                </c:pt>
                <c:pt idx="24734">
                  <c:v>8.9913111320987138</c:v>
                </c:pt>
                <c:pt idx="24735">
                  <c:v>8.9935285180470572</c:v>
                </c:pt>
                <c:pt idx="24736">
                  <c:v>8.9922966369646442</c:v>
                </c:pt>
                <c:pt idx="24737">
                  <c:v>8.9908183796657504</c:v>
                </c:pt>
                <c:pt idx="24738">
                  <c:v>8.9923130620457439</c:v>
                </c:pt>
                <c:pt idx="24739">
                  <c:v>8.9922637868024466</c:v>
                </c:pt>
                <c:pt idx="24740">
                  <c:v>8.9938159569662872</c:v>
                </c:pt>
                <c:pt idx="24741">
                  <c:v>8.9953434895084801</c:v>
                </c:pt>
                <c:pt idx="24742">
                  <c:v>8.9964850326448484</c:v>
                </c:pt>
                <c:pt idx="24743">
                  <c:v>8.9977251262678113</c:v>
                </c:pt>
                <c:pt idx="24744">
                  <c:v>8.9995318851886825</c:v>
                </c:pt>
                <c:pt idx="24745">
                  <c:v>9.0013468566501054</c:v>
                </c:pt>
                <c:pt idx="24746">
                  <c:v>9.0024226994620786</c:v>
                </c:pt>
                <c:pt idx="24747">
                  <c:v>9.002619800435264</c:v>
                </c:pt>
                <c:pt idx="24748">
                  <c:v>9.0040077197881168</c:v>
                </c:pt>
                <c:pt idx="24749">
                  <c:v>9.0054038516815176</c:v>
                </c:pt>
                <c:pt idx="24750">
                  <c:v>9.006028004763273</c:v>
                </c:pt>
                <c:pt idx="24751">
                  <c:v>9.0085081920091987</c:v>
                </c:pt>
                <c:pt idx="24752">
                  <c:v>9.0098221984971048</c:v>
                </c:pt>
                <c:pt idx="24753">
                  <c:v>9.0085410421713963</c:v>
                </c:pt>
                <c:pt idx="24754">
                  <c:v>9.0083439411982091</c:v>
                </c:pt>
                <c:pt idx="24755">
                  <c:v>9.0092144704964472</c:v>
                </c:pt>
                <c:pt idx="24756">
                  <c:v>9.0106598776331452</c:v>
                </c:pt>
                <c:pt idx="24757">
                  <c:v>9.0125405494189632</c:v>
                </c:pt>
                <c:pt idx="24758">
                  <c:v>9.0120970722292935</c:v>
                </c:pt>
                <c:pt idx="24759">
                  <c:v>9.0100439370919396</c:v>
                </c:pt>
                <c:pt idx="24760">
                  <c:v>9.0104381390383104</c:v>
                </c:pt>
                <c:pt idx="24761">
                  <c:v>9.0121956227158861</c:v>
                </c:pt>
                <c:pt idx="24762">
                  <c:v>9.0144951340697244</c:v>
                </c:pt>
                <c:pt idx="24763">
                  <c:v>9.0153328132057649</c:v>
                </c:pt>
                <c:pt idx="24764">
                  <c:v>9.0135835420687389</c:v>
                </c:pt>
                <c:pt idx="24765">
                  <c:v>9.0133289533117065</c:v>
                </c:pt>
                <c:pt idx="24766">
                  <c:v>9.0103067383895201</c:v>
                </c:pt>
                <c:pt idx="24767">
                  <c:v>9.0086724428201865</c:v>
                </c:pt>
                <c:pt idx="24768">
                  <c:v>9.0107912782819355</c:v>
                </c:pt>
                <c:pt idx="24769">
                  <c:v>9.0127951381759956</c:v>
                </c:pt>
                <c:pt idx="24770">
                  <c:v>9.0119903092021509</c:v>
                </c:pt>
                <c:pt idx="24771">
                  <c:v>9.0104299264977623</c:v>
                </c:pt>
                <c:pt idx="24772">
                  <c:v>9.0078265511435962</c:v>
                </c:pt>
                <c:pt idx="24773">
                  <c:v>9.0051410503839371</c:v>
                </c:pt>
                <c:pt idx="24774">
                  <c:v>9.0049850121134973</c:v>
                </c:pt>
                <c:pt idx="24775">
                  <c:v>9.0041801831396544</c:v>
                </c:pt>
                <c:pt idx="24776">
                  <c:v>9.0032768036792188</c:v>
                </c:pt>
                <c:pt idx="24777">
                  <c:v>9.0039420194637216</c:v>
                </c:pt>
                <c:pt idx="24778">
                  <c:v>9.0042376709234997</c:v>
                </c:pt>
                <c:pt idx="24779">
                  <c:v>9.0026033753541661</c:v>
                </c:pt>
                <c:pt idx="24780">
                  <c:v>9.0023077238943863</c:v>
                </c:pt>
                <c:pt idx="24781">
                  <c:v>9.0044183468155872</c:v>
                </c:pt>
                <c:pt idx="24782">
                  <c:v>9.0032932287603167</c:v>
                </c:pt>
                <c:pt idx="24783">
                  <c:v>9.001962797191311</c:v>
                </c:pt>
                <c:pt idx="24784">
                  <c:v>9.0025048248675734</c:v>
                </c:pt>
                <c:pt idx="24785">
                  <c:v>9.0002792263786802</c:v>
                </c:pt>
                <c:pt idx="24786">
                  <c:v>8.9980700529708866</c:v>
                </c:pt>
                <c:pt idx="24787">
                  <c:v>8.997166673510451</c:v>
                </c:pt>
                <c:pt idx="24788">
                  <c:v>8.9953024268057327</c:v>
                </c:pt>
                <c:pt idx="24789">
                  <c:v>8.9926826263704669</c:v>
                </c:pt>
                <c:pt idx="24790">
                  <c:v>8.9899807005297081</c:v>
                </c:pt>
                <c:pt idx="24791">
                  <c:v>8.9894550979345453</c:v>
                </c:pt>
                <c:pt idx="24792">
                  <c:v>8.9884860181497146</c:v>
                </c:pt>
                <c:pt idx="24793">
                  <c:v>8.9874348129593891</c:v>
                </c:pt>
                <c:pt idx="24794">
                  <c:v>8.9879604155545518</c:v>
                </c:pt>
                <c:pt idx="24795">
                  <c:v>8.9879604155545518</c:v>
                </c:pt>
                <c:pt idx="24796">
                  <c:v>8.9869009978236765</c:v>
                </c:pt>
                <c:pt idx="24797">
                  <c:v>8.9870241859319187</c:v>
                </c:pt>
                <c:pt idx="24798">
                  <c:v>8.9869009978236765</c:v>
                </c:pt>
                <c:pt idx="24799">
                  <c:v>8.9836734693877549</c:v>
                </c:pt>
                <c:pt idx="24800">
                  <c:v>8.9803391779246908</c:v>
                </c:pt>
                <c:pt idx="24801">
                  <c:v>8.9805773416006236</c:v>
                </c:pt>
                <c:pt idx="24802">
                  <c:v>8.9815464213854561</c:v>
                </c:pt>
                <c:pt idx="24803">
                  <c:v>8.9795425614913977</c:v>
                </c:pt>
                <c:pt idx="24804">
                  <c:v>8.9788362830041475</c:v>
                </c:pt>
                <c:pt idx="24805">
                  <c:v>8.9786391820309621</c:v>
                </c:pt>
                <c:pt idx="24806">
                  <c:v>8.9799449759783183</c:v>
                </c:pt>
                <c:pt idx="24807">
                  <c:v>8.9776536771650317</c:v>
                </c:pt>
                <c:pt idx="24808">
                  <c:v>8.9727015152137319</c:v>
                </c:pt>
                <c:pt idx="24809">
                  <c:v>8.9692276105613278</c:v>
                </c:pt>
                <c:pt idx="24810">
                  <c:v>8.9659836570443066</c:v>
                </c:pt>
                <c:pt idx="24811">
                  <c:v>8.9649242393134312</c:v>
                </c:pt>
                <c:pt idx="24812">
                  <c:v>8.9640290723935454</c:v>
                </c:pt>
                <c:pt idx="24813">
                  <c:v>8.9620827002833323</c:v>
                </c:pt>
                <c:pt idx="24814">
                  <c:v>8.9600459902270764</c:v>
                </c:pt>
                <c:pt idx="24815">
                  <c:v>8.9610643452552043</c:v>
                </c:pt>
                <c:pt idx="24816">
                  <c:v>8.9620498501211348</c:v>
                </c:pt>
                <c:pt idx="24817">
                  <c:v>8.9616063729314668</c:v>
                </c:pt>
                <c:pt idx="24818">
                  <c:v>8.9594957500102659</c:v>
                </c:pt>
                <c:pt idx="24819">
                  <c:v>8.9556933437358843</c:v>
                </c:pt>
                <c:pt idx="24820">
                  <c:v>8.952728616597545</c:v>
                </c:pt>
                <c:pt idx="24821">
                  <c:v>8.9525643657865555</c:v>
                </c:pt>
                <c:pt idx="24822">
                  <c:v>8.9522605017862276</c:v>
                </c:pt>
                <c:pt idx="24823">
                  <c:v>8.9531392436250155</c:v>
                </c:pt>
                <c:pt idx="24824">
                  <c:v>8.9533445571387507</c:v>
                </c:pt>
                <c:pt idx="24825">
                  <c:v>8.9526136410298527</c:v>
                </c:pt>
                <c:pt idx="24826">
                  <c:v>8.9508807949739246</c:v>
                </c:pt>
                <c:pt idx="24827">
                  <c:v>8.949533938323821</c:v>
                </c:pt>
                <c:pt idx="24828">
                  <c:v>8.9472180018888849</c:v>
                </c:pt>
                <c:pt idx="24829">
                  <c:v>8.946413172915042</c:v>
                </c:pt>
                <c:pt idx="24830">
                  <c:v>8.9453209050219691</c:v>
                </c:pt>
                <c:pt idx="24831">
                  <c:v>8.9429967560464831</c:v>
                </c:pt>
                <c:pt idx="24832">
                  <c:v>8.9416498993963778</c:v>
                </c:pt>
                <c:pt idx="24833">
                  <c:v>8.9402948302057244</c:v>
                </c:pt>
                <c:pt idx="24834">
                  <c:v>8.9390136738800141</c:v>
                </c:pt>
                <c:pt idx="24835">
                  <c:v>8.9381267195006782</c:v>
                </c:pt>
                <c:pt idx="24836">
                  <c:v>8.9384141584199064</c:v>
                </c:pt>
                <c:pt idx="24837">
                  <c:v>8.9389643986367187</c:v>
                </c:pt>
                <c:pt idx="24838">
                  <c:v>8.9408450704225348</c:v>
                </c:pt>
                <c:pt idx="24839">
                  <c:v>8.9425614913973632</c:v>
                </c:pt>
                <c:pt idx="24840">
                  <c:v>8.9439986859935114</c:v>
                </c:pt>
                <c:pt idx="24841">
                  <c:v>8.9461667966985594</c:v>
                </c:pt>
                <c:pt idx="24842">
                  <c:v>8.9447870898862565</c:v>
                </c:pt>
                <c:pt idx="24843">
                  <c:v>8.9417566624235203</c:v>
                </c:pt>
                <c:pt idx="24844">
                  <c:v>8.9391532870693542</c:v>
                </c:pt>
                <c:pt idx="24845">
                  <c:v>8.9374450786350756</c:v>
                </c:pt>
                <c:pt idx="24846">
                  <c:v>8.9388576356095761</c:v>
                </c:pt>
                <c:pt idx="24847">
                  <c:v>8.9408779205847324</c:v>
                </c:pt>
                <c:pt idx="24848">
                  <c:v>8.9428160801543957</c:v>
                </c:pt>
                <c:pt idx="24849">
                  <c:v>8.9448527902106516</c:v>
                </c:pt>
                <c:pt idx="24850">
                  <c:v>8.9476861167002006</c:v>
                </c:pt>
                <c:pt idx="24851">
                  <c:v>8.9475218658892128</c:v>
                </c:pt>
                <c:pt idx="24852">
                  <c:v>8.9459286330226249</c:v>
                </c:pt>
                <c:pt idx="24853">
                  <c:v>8.9453455426436168</c:v>
                </c:pt>
                <c:pt idx="24854">
                  <c:v>8.9471769391861375</c:v>
                </c:pt>
                <c:pt idx="24855">
                  <c:v>8.949106886215251</c:v>
                </c:pt>
                <c:pt idx="24856">
                  <c:v>8.9496653389726113</c:v>
                </c:pt>
                <c:pt idx="24857">
                  <c:v>8.9483677575658032</c:v>
                </c:pt>
                <c:pt idx="24858">
                  <c:v>8.9489015727015158</c:v>
                </c:pt>
                <c:pt idx="24859">
                  <c:v>8.9520387631913927</c:v>
                </c:pt>
                <c:pt idx="24860">
                  <c:v>8.954116535950396</c:v>
                </c:pt>
                <c:pt idx="24861">
                  <c:v>8.9577629039543378</c:v>
                </c:pt>
                <c:pt idx="24862">
                  <c:v>8.959347924280376</c:v>
                </c:pt>
                <c:pt idx="24863">
                  <c:v>8.9610397076335566</c:v>
                </c:pt>
                <c:pt idx="24864">
                  <c:v>8.9609165195253144</c:v>
                </c:pt>
                <c:pt idx="24865">
                  <c:v>8.9588387467663129</c:v>
                </c:pt>
                <c:pt idx="24866">
                  <c:v>8.95759865314335</c:v>
                </c:pt>
                <c:pt idx="24867">
                  <c:v>8.9594957500102659</c:v>
                </c:pt>
                <c:pt idx="24868">
                  <c:v>8.9614749722826748</c:v>
                </c:pt>
                <c:pt idx="24869">
                  <c:v>8.9634706196361851</c:v>
                </c:pt>
                <c:pt idx="24870">
                  <c:v>8.9675029770459496</c:v>
                </c:pt>
                <c:pt idx="24871">
                  <c:v>8.9686363076417681</c:v>
                </c:pt>
                <c:pt idx="24872">
                  <c:v>8.9686116700201204</c:v>
                </c:pt>
                <c:pt idx="24873">
                  <c:v>8.9723319508890071</c:v>
                </c:pt>
                <c:pt idx="24874">
                  <c:v>8.9735884695930679</c:v>
                </c:pt>
                <c:pt idx="24875">
                  <c:v>8.9714696341313189</c:v>
                </c:pt>
                <c:pt idx="24876">
                  <c:v>8.9696793002915456</c:v>
                </c:pt>
                <c:pt idx="24877">
                  <c:v>8.9704102164004436</c:v>
                </c:pt>
                <c:pt idx="24878">
                  <c:v>8.9719705991048322</c:v>
                </c:pt>
                <c:pt idx="24879">
                  <c:v>8.9720691495914267</c:v>
                </c:pt>
                <c:pt idx="24880">
                  <c:v>8.9726193898082371</c:v>
                </c:pt>
                <c:pt idx="24881">
                  <c:v>8.9754362912166883</c:v>
                </c:pt>
                <c:pt idx="24882">
                  <c:v>8.9787213074364551</c:v>
                </c:pt>
                <c:pt idx="24883">
                  <c:v>8.9809469059253484</c:v>
                </c:pt>
                <c:pt idx="24884">
                  <c:v>8.9822034246294091</c:v>
                </c:pt>
                <c:pt idx="24885">
                  <c:v>8.9824415883053419</c:v>
                </c:pt>
                <c:pt idx="24886">
                  <c:v>8.9820555988995192</c:v>
                </c:pt>
                <c:pt idx="24887">
                  <c:v>8.9809386933847986</c:v>
                </c:pt>
                <c:pt idx="24888">
                  <c:v>8.9793947357615078</c:v>
                </c:pt>
                <c:pt idx="24889">
                  <c:v>8.9790826592206301</c:v>
                </c:pt>
                <c:pt idx="24890">
                  <c:v>8.9798053627889782</c:v>
                </c:pt>
                <c:pt idx="24891">
                  <c:v>8.9839444832258852</c:v>
                </c:pt>
                <c:pt idx="24892">
                  <c:v>8.9863836077690635</c:v>
                </c:pt>
                <c:pt idx="24893">
                  <c:v>8.9882807046359794</c:v>
                </c:pt>
                <c:pt idx="24894">
                  <c:v>8.9898246622592701</c:v>
                </c:pt>
                <c:pt idx="24895">
                  <c:v>8.9879193528518044</c:v>
                </c:pt>
                <c:pt idx="24896">
                  <c:v>8.9868024473370838</c:v>
                </c:pt>
                <c:pt idx="24897">
                  <c:v>8.9865889212827987</c:v>
                </c:pt>
                <c:pt idx="24898">
                  <c:v>8.9872541370673016</c:v>
                </c:pt>
                <c:pt idx="24899">
                  <c:v>8.9889294953393826</c:v>
                </c:pt>
                <c:pt idx="24900">
                  <c:v>8.990703404098058</c:v>
                </c:pt>
                <c:pt idx="24901">
                  <c:v>8.9924691003161819</c:v>
                </c:pt>
                <c:pt idx="24902">
                  <c:v>8.9923541247484913</c:v>
                </c:pt>
                <c:pt idx="24903">
                  <c:v>8.9918860099371738</c:v>
                </c:pt>
                <c:pt idx="24904">
                  <c:v>8.9910319057200336</c:v>
                </c:pt>
                <c:pt idx="24905">
                  <c:v>8.9912700693959682</c:v>
                </c:pt>
                <c:pt idx="24906">
                  <c:v>8.993397117398267</c:v>
                </c:pt>
                <c:pt idx="24907">
                  <c:v>8.9937913193446395</c:v>
                </c:pt>
                <c:pt idx="24908">
                  <c:v>8.9953927647517755</c:v>
                </c:pt>
                <c:pt idx="24909">
                  <c:v>8.9941526711288127</c:v>
                </c:pt>
                <c:pt idx="24910">
                  <c:v>8.9930604032357415</c:v>
                </c:pt>
                <c:pt idx="24911">
                  <c:v>8.9952777891840832</c:v>
                </c:pt>
                <c:pt idx="24912">
                  <c:v>8.9965507329692436</c:v>
                </c:pt>
                <c:pt idx="24913">
                  <c:v>8.9951546010758427</c:v>
                </c:pt>
                <c:pt idx="24914">
                  <c:v>8.9957212663737529</c:v>
                </c:pt>
                <c:pt idx="24915">
                  <c:v>8.9966657085369359</c:v>
                </c:pt>
                <c:pt idx="24916">
                  <c:v>8.9952367264813375</c:v>
                </c:pt>
                <c:pt idx="24917">
                  <c:v>8.9943333470209001</c:v>
                </c:pt>
                <c:pt idx="24918">
                  <c:v>8.9952367264813375</c:v>
                </c:pt>
                <c:pt idx="24919">
                  <c:v>8.997823676754404</c:v>
                </c:pt>
                <c:pt idx="24920">
                  <c:v>8.9972816490781415</c:v>
                </c:pt>
                <c:pt idx="24921">
                  <c:v>8.9974294748080315</c:v>
                </c:pt>
                <c:pt idx="24922">
                  <c:v>9.0001806758920875</c:v>
                </c:pt>
                <c:pt idx="24923">
                  <c:v>9.0003449267030753</c:v>
                </c:pt>
                <c:pt idx="24924">
                  <c:v>8.9992937215127498</c:v>
                </c:pt>
                <c:pt idx="24925">
                  <c:v>8.9995072475670348</c:v>
                </c:pt>
                <c:pt idx="24926">
                  <c:v>9</c:v>
                </c:pt>
                <c:pt idx="24927">
                  <c:v>8.9986531433498946</c:v>
                </c:pt>
                <c:pt idx="24928">
                  <c:v>8.995860879563093</c:v>
                </c:pt>
                <c:pt idx="24929">
                  <c:v>8.994399047345297</c:v>
                </c:pt>
                <c:pt idx="24930">
                  <c:v>8.9934135424793666</c:v>
                </c:pt>
                <c:pt idx="24931">
                  <c:v>8.9918120970722288</c:v>
                </c:pt>
                <c:pt idx="24932">
                  <c:v>8.9913932575042086</c:v>
                </c:pt>
                <c:pt idx="24933">
                  <c:v>8.9918367346938766</c:v>
                </c:pt>
                <c:pt idx="24934">
                  <c:v>8.9927647517759617</c:v>
                </c:pt>
                <c:pt idx="24935">
                  <c:v>8.9931178910195868</c:v>
                </c:pt>
                <c:pt idx="24936">
                  <c:v>8.9935038804254095</c:v>
                </c:pt>
                <c:pt idx="24937">
                  <c:v>8.9949000123188103</c:v>
                </c:pt>
                <c:pt idx="24938">
                  <c:v>8.9959676425902355</c:v>
                </c:pt>
                <c:pt idx="24939">
                  <c:v>8.9932164415061795</c:v>
                </c:pt>
                <c:pt idx="24940">
                  <c:v>8.990703404098058</c:v>
                </c:pt>
                <c:pt idx="24941">
                  <c:v>8.9887652445283948</c:v>
                </c:pt>
                <c:pt idx="24942">
                  <c:v>8.9871063113374117</c:v>
                </c:pt>
                <c:pt idx="24943">
                  <c:v>8.9846589742536853</c:v>
                </c:pt>
                <c:pt idx="24944">
                  <c:v>8.9791237219233775</c:v>
                </c:pt>
                <c:pt idx="24945">
                  <c:v>8.9763643082987716</c:v>
                </c:pt>
                <c:pt idx="24946">
                  <c:v>8.9758797684063563</c:v>
                </c:pt>
                <c:pt idx="24947">
                  <c:v>8.9755266291627311</c:v>
                </c:pt>
                <c:pt idx="24948">
                  <c:v>8.9728657660247197</c:v>
                </c:pt>
                <c:pt idx="24949">
                  <c:v>8.9697367880753909</c:v>
                </c:pt>
                <c:pt idx="24950">
                  <c:v>8.9679218166139698</c:v>
                </c:pt>
                <c:pt idx="24951">
                  <c:v>8.9659754445037567</c:v>
                </c:pt>
                <c:pt idx="24952">
                  <c:v>8.9623701392025623</c:v>
                </c:pt>
                <c:pt idx="24953">
                  <c:v>8.9618938118506968</c:v>
                </c:pt>
                <c:pt idx="24954">
                  <c:v>8.9628382540138798</c:v>
                </c:pt>
                <c:pt idx="24955">
                  <c:v>8.9597421262267485</c:v>
                </c:pt>
                <c:pt idx="24956">
                  <c:v>8.9555947932492916</c:v>
                </c:pt>
                <c:pt idx="24957">
                  <c:v>8.9523179895700729</c:v>
                </c:pt>
                <c:pt idx="24958">
                  <c:v>8.9515295856773296</c:v>
                </c:pt>
                <c:pt idx="24959">
                  <c:v>8.952728616597545</c:v>
                </c:pt>
                <c:pt idx="24960">
                  <c:v>8.9505194431897515</c:v>
                </c:pt>
                <c:pt idx="24961">
                  <c:v>8.9443271876154888</c:v>
                </c:pt>
                <c:pt idx="24962">
                  <c:v>8.9382991828522158</c:v>
                </c:pt>
                <c:pt idx="24963">
                  <c:v>8.9348417032809095</c:v>
                </c:pt>
                <c:pt idx="24964">
                  <c:v>8.9313020983041103</c:v>
                </c:pt>
                <c:pt idx="24965">
                  <c:v>8.93145813657455</c:v>
                </c:pt>
                <c:pt idx="24966">
                  <c:v>8.9308093458711451</c:v>
                </c:pt>
                <c:pt idx="24967">
                  <c:v>8.9302508931137847</c:v>
                </c:pt>
                <c:pt idx="24968">
                  <c:v>8.9305465445735628</c:v>
                </c:pt>
                <c:pt idx="24969">
                  <c:v>8.9278938939761012</c:v>
                </c:pt>
                <c:pt idx="24970">
                  <c:v>8.9239847246745772</c:v>
                </c:pt>
                <c:pt idx="24971">
                  <c:v>8.9193446392641569</c:v>
                </c:pt>
                <c:pt idx="24972">
                  <c:v>8.9144253274750547</c:v>
                </c:pt>
                <c:pt idx="24973">
                  <c:v>8.9102615694164982</c:v>
                </c:pt>
                <c:pt idx="24974">
                  <c:v>8.9110335482281435</c:v>
                </c:pt>
                <c:pt idx="24975">
                  <c:v>8.9126924814191266</c:v>
                </c:pt>
                <c:pt idx="24976">
                  <c:v>8.9099659179567201</c:v>
                </c:pt>
                <c:pt idx="24977">
                  <c:v>8.9067548146018964</c:v>
                </c:pt>
                <c:pt idx="24978">
                  <c:v>8.9030345337330097</c:v>
                </c:pt>
                <c:pt idx="24979">
                  <c:v>8.9016794645423563</c:v>
                </c:pt>
                <c:pt idx="24980">
                  <c:v>8.8989118383772023</c:v>
                </c:pt>
                <c:pt idx="24981">
                  <c:v>8.8955118465897431</c:v>
                </c:pt>
                <c:pt idx="24982">
                  <c:v>8.8940418018313974</c:v>
                </c:pt>
                <c:pt idx="24983">
                  <c:v>8.8905678971789932</c:v>
                </c:pt>
                <c:pt idx="24984">
                  <c:v>8.8853118712273638</c:v>
                </c:pt>
                <c:pt idx="24985">
                  <c:v>8.881509464952984</c:v>
                </c:pt>
                <c:pt idx="24986">
                  <c:v>8.876951504948055</c:v>
                </c:pt>
                <c:pt idx="24987">
                  <c:v>8.8709645628875293</c:v>
                </c:pt>
                <c:pt idx="24988">
                  <c:v>8.8649037079620587</c:v>
                </c:pt>
                <c:pt idx="24989">
                  <c:v>8.8609206257955897</c:v>
                </c:pt>
                <c:pt idx="24990">
                  <c:v>8.8595655566049363</c:v>
                </c:pt>
                <c:pt idx="24991">
                  <c:v>8.8547283702213271</c:v>
                </c:pt>
                <c:pt idx="24992">
                  <c:v>8.8478462612409157</c:v>
                </c:pt>
                <c:pt idx="24993">
                  <c:v>8.8433211513981842</c:v>
                </c:pt>
                <c:pt idx="24994">
                  <c:v>8.8399457972323745</c:v>
                </c:pt>
                <c:pt idx="24995">
                  <c:v>8.8363733420933759</c:v>
                </c:pt>
                <c:pt idx="24996">
                  <c:v>8.8337699667392116</c:v>
                </c:pt>
                <c:pt idx="24997">
                  <c:v>8.8317250441424058</c:v>
                </c:pt>
                <c:pt idx="24998">
                  <c:v>8.8273559725701141</c:v>
                </c:pt>
                <c:pt idx="24999">
                  <c:v>8.8240134685665019</c:v>
                </c:pt>
                <c:pt idx="25000">
                  <c:v>8.8173243542889992</c:v>
                </c:pt>
                <c:pt idx="25001">
                  <c:v>8.809268673264075</c:v>
                </c:pt>
                <c:pt idx="25002">
                  <c:v>8.8043830328912254</c:v>
                </c:pt>
                <c:pt idx="25003">
                  <c:v>8.8023134726727719</c:v>
                </c:pt>
                <c:pt idx="25004">
                  <c:v>8.7998751693836486</c:v>
                </c:pt>
                <c:pt idx="25005">
                  <c:v>8.7941896275612859</c:v>
                </c:pt>
                <c:pt idx="25006">
                  <c:v>8.7907444668008043</c:v>
                </c:pt>
                <c:pt idx="25007">
                  <c:v>8.7865240422124593</c:v>
                </c:pt>
                <c:pt idx="25008">
                  <c:v>8.7814429433745325</c:v>
                </c:pt>
                <c:pt idx="25009">
                  <c:v>8.7750223791729969</c:v>
                </c:pt>
                <c:pt idx="25010">
                  <c:v>8.7666283414774355</c:v>
                </c:pt>
                <c:pt idx="25011">
                  <c:v>8.7605765203465698</c:v>
                </c:pt>
                <c:pt idx="25012">
                  <c:v>8.7573916971215038</c:v>
                </c:pt>
                <c:pt idx="25013">
                  <c:v>8.7541502073666493</c:v>
                </c:pt>
                <c:pt idx="25014">
                  <c:v>8.7503625836652574</c:v>
                </c:pt>
                <c:pt idx="25015">
                  <c:v>8.7476105613271464</c:v>
                </c:pt>
                <c:pt idx="25016">
                  <c:v>8.7415989816449713</c:v>
                </c:pt>
                <c:pt idx="25017">
                  <c:v>8.7345107378967679</c:v>
                </c:pt>
                <c:pt idx="25018">
                  <c:v>8.730296883340861</c:v>
                </c:pt>
                <c:pt idx="25019">
                  <c:v>8.7269067466020616</c:v>
                </c:pt>
                <c:pt idx="25020">
                  <c:v>8.7226542931055722</c:v>
                </c:pt>
                <c:pt idx="25021">
                  <c:v>8.7177744015111074</c:v>
                </c:pt>
                <c:pt idx="25022">
                  <c:v>8.7127376503921496</c:v>
                </c:pt>
                <c:pt idx="25023">
                  <c:v>8.7082749558575951</c:v>
                </c:pt>
                <c:pt idx="25024">
                  <c:v>8.7023898492998804</c:v>
                </c:pt>
                <c:pt idx="25025">
                  <c:v>8.6950420892703164</c:v>
                </c:pt>
                <c:pt idx="25026">
                  <c:v>8.6882100767872537</c:v>
                </c:pt>
                <c:pt idx="25027">
                  <c:v>8.6824079168890904</c:v>
                </c:pt>
                <c:pt idx="25028">
                  <c:v>8.6795409189832871</c:v>
                </c:pt>
                <c:pt idx="25029">
                  <c:v>8.6751734899191071</c:v>
                </c:pt>
                <c:pt idx="25030">
                  <c:v>8.6691643739990969</c:v>
                </c:pt>
                <c:pt idx="25031">
                  <c:v>8.6627052108569789</c:v>
                </c:pt>
                <c:pt idx="25032">
                  <c:v>8.6554707838869955</c:v>
                </c:pt>
                <c:pt idx="25033">
                  <c:v>8.6506442738061011</c:v>
                </c:pt>
                <c:pt idx="25034">
                  <c:v>8.6458974253685383</c:v>
                </c:pt>
                <c:pt idx="25035">
                  <c:v>8.6400837679136036</c:v>
                </c:pt>
                <c:pt idx="25036">
                  <c:v>8.6339933478421553</c:v>
                </c:pt>
                <c:pt idx="25037">
                  <c:v>8.6284580955118457</c:v>
                </c:pt>
                <c:pt idx="25038">
                  <c:v>8.6197289861618689</c:v>
                </c:pt>
                <c:pt idx="25039">
                  <c:v>8.6125619020243906</c:v>
                </c:pt>
                <c:pt idx="25040">
                  <c:v>8.6081665503223412</c:v>
                </c:pt>
                <c:pt idx="25041">
                  <c:v>8.6038500390095685</c:v>
                </c:pt>
                <c:pt idx="25042">
                  <c:v>8.5996205806266168</c:v>
                </c:pt>
                <c:pt idx="25043">
                  <c:v>8.5956769186547852</c:v>
                </c:pt>
                <c:pt idx="25044">
                  <c:v>8.5879522030140016</c:v>
                </c:pt>
                <c:pt idx="25045">
                  <c:v>8.5803810618814929</c:v>
                </c:pt>
                <c:pt idx="25046">
                  <c:v>8.5747341189997126</c:v>
                </c:pt>
                <c:pt idx="25047">
                  <c:v>8.5705087668870359</c:v>
                </c:pt>
                <c:pt idx="25048">
                  <c:v>8.5651344803514959</c:v>
                </c:pt>
                <c:pt idx="25049">
                  <c:v>8.5585118876524451</c:v>
                </c:pt>
                <c:pt idx="25050">
                  <c:v>8.5528123845111477</c:v>
                </c:pt>
                <c:pt idx="25051">
                  <c:v>8.5443009074857308</c:v>
                </c:pt>
                <c:pt idx="25052">
                  <c:v>8.5372808278240875</c:v>
                </c:pt>
                <c:pt idx="25053">
                  <c:v>8.5363996222231346</c:v>
                </c:pt>
                <c:pt idx="25054">
                  <c:v>8.5346495298320537</c:v>
                </c:pt>
                <c:pt idx="25055">
                  <c:v>8.5302484293516194</c:v>
                </c:pt>
                <c:pt idx="25056">
                  <c:v>8.5252330308380895</c:v>
                </c:pt>
                <c:pt idx="25057">
                  <c:v>8.519464542356177</c:v>
                </c:pt>
                <c:pt idx="25058">
                  <c:v>8.5128271670841382</c:v>
                </c:pt>
                <c:pt idx="25059">
                  <c:v>8.5073181948835881</c:v>
                </c:pt>
                <c:pt idx="25060">
                  <c:v>8.4986301482363569</c:v>
                </c:pt>
                <c:pt idx="25061">
                  <c:v>8.492164415061799</c:v>
                </c:pt>
                <c:pt idx="25062">
                  <c:v>8.4867843797478741</c:v>
                </c:pt>
                <c:pt idx="25063">
                  <c:v>8.4817229910072687</c:v>
                </c:pt>
                <c:pt idx="25064">
                  <c:v>8.4763174968176411</c:v>
                </c:pt>
                <c:pt idx="25065">
                  <c:v>8.4708027758387061</c:v>
                </c:pt>
                <c:pt idx="25066">
                  <c:v>8.4677312856732225</c:v>
                </c:pt>
                <c:pt idx="25067">
                  <c:v>8.4617607686937948</c:v>
                </c:pt>
                <c:pt idx="25068">
                  <c:v>8.4537551841662211</c:v>
                </c:pt>
                <c:pt idx="25069">
                  <c:v>8.4474151028620703</c:v>
                </c:pt>
                <c:pt idx="25070">
                  <c:v>8.4417673387262351</c:v>
                </c:pt>
                <c:pt idx="25071">
                  <c:v>8.4379690387221284</c:v>
                </c:pt>
                <c:pt idx="25072">
                  <c:v>8.4340344105449017</c:v>
                </c:pt>
                <c:pt idx="25073">
                  <c:v>8.4283546175009239</c:v>
                </c:pt>
                <c:pt idx="25074">
                  <c:v>8.4223693179485082</c:v>
                </c:pt>
                <c:pt idx="25075">
                  <c:v>8.416288752925718</c:v>
                </c:pt>
                <c:pt idx="25076">
                  <c:v>8.4134866340902565</c:v>
                </c:pt>
                <c:pt idx="25077">
                  <c:v>8.4084457767010221</c:v>
                </c:pt>
                <c:pt idx="25078">
                  <c:v>8.4030172873978568</c:v>
                </c:pt>
                <c:pt idx="25079">
                  <c:v>8.3972504414240543</c:v>
                </c:pt>
                <c:pt idx="25080">
                  <c:v>8.3932041226953551</c:v>
                </c:pt>
                <c:pt idx="25081">
                  <c:v>8.3895782860427879</c:v>
                </c:pt>
                <c:pt idx="25082">
                  <c:v>8.3852371371083638</c:v>
                </c:pt>
                <c:pt idx="25083">
                  <c:v>8.3842425984478304</c:v>
                </c:pt>
                <c:pt idx="25084">
                  <c:v>8.3825467088243748</c:v>
                </c:pt>
                <c:pt idx="25085">
                  <c:v>8.3766739210774848</c:v>
                </c:pt>
                <c:pt idx="25086">
                  <c:v>8.3686937954256155</c:v>
                </c:pt>
                <c:pt idx="25087">
                  <c:v>8.3638598940582263</c:v>
                </c:pt>
                <c:pt idx="25088">
                  <c:v>8.3601913521948017</c:v>
                </c:pt>
                <c:pt idx="25089">
                  <c:v>8.3551702049028869</c:v>
                </c:pt>
                <c:pt idx="25090">
                  <c:v>8.350080072270357</c:v>
                </c:pt>
                <c:pt idx="25091">
                  <c:v>8.3468919640290729</c:v>
                </c:pt>
                <c:pt idx="25092">
                  <c:v>8.3439140968258538</c:v>
                </c:pt>
                <c:pt idx="25093">
                  <c:v>8.3409017369523255</c:v>
                </c:pt>
                <c:pt idx="25094">
                  <c:v>8.3405108200221747</c:v>
                </c:pt>
                <c:pt idx="25095">
                  <c:v>8.3391721759126192</c:v>
                </c:pt>
                <c:pt idx="25096">
                  <c:v>8.3346265347185149</c:v>
                </c:pt>
                <c:pt idx="25097">
                  <c:v>8.3302706032111029</c:v>
                </c:pt>
                <c:pt idx="25098">
                  <c:v>8.329391861372315</c:v>
                </c:pt>
                <c:pt idx="25099">
                  <c:v>8.3270110458670388</c:v>
                </c:pt>
                <c:pt idx="25100">
                  <c:v>8.3222847287808488</c:v>
                </c:pt>
                <c:pt idx="25101">
                  <c:v>8.3170599104833087</c:v>
                </c:pt>
                <c:pt idx="25102">
                  <c:v>8.3136820925553323</c:v>
                </c:pt>
                <c:pt idx="25103">
                  <c:v>8.3114991992772964</c:v>
                </c:pt>
                <c:pt idx="25104">
                  <c:v>8.310142487578533</c:v>
                </c:pt>
                <c:pt idx="25105">
                  <c:v>8.308049110992485</c:v>
                </c:pt>
                <c:pt idx="25106">
                  <c:v>8.304052067507083</c:v>
                </c:pt>
                <c:pt idx="25107">
                  <c:v>8.2987722251878626</c:v>
                </c:pt>
                <c:pt idx="25108">
                  <c:v>8.2954699626329411</c:v>
                </c:pt>
                <c:pt idx="25109">
                  <c:v>8.290831519730629</c:v>
                </c:pt>
                <c:pt idx="25110">
                  <c:v>8.2866587278774695</c:v>
                </c:pt>
                <c:pt idx="25111">
                  <c:v>8.2847238533240262</c:v>
                </c:pt>
                <c:pt idx="25112">
                  <c:v>8.2818428940992899</c:v>
                </c:pt>
                <c:pt idx="25113">
                  <c:v>8.2767765778343527</c:v>
                </c:pt>
                <c:pt idx="25114">
                  <c:v>8.2730801133330587</c:v>
                </c:pt>
                <c:pt idx="25115">
                  <c:v>8.2710031618281121</c:v>
                </c:pt>
                <c:pt idx="25116">
                  <c:v>8.2663852502771729</c:v>
                </c:pt>
                <c:pt idx="25117">
                  <c:v>8.261654005666653</c:v>
                </c:pt>
                <c:pt idx="25118">
                  <c:v>8.2607342011251177</c:v>
                </c:pt>
                <c:pt idx="25119">
                  <c:v>8.2591130456206621</c:v>
                </c:pt>
                <c:pt idx="25120">
                  <c:v>8.259980289902682</c:v>
                </c:pt>
                <c:pt idx="25121">
                  <c:v>8.2595713053833197</c:v>
                </c:pt>
                <c:pt idx="25122">
                  <c:v>8.2569646450129355</c:v>
                </c:pt>
                <c:pt idx="25123">
                  <c:v>8.2557524740278403</c:v>
                </c:pt>
                <c:pt idx="25124">
                  <c:v>8.2541666324477472</c:v>
                </c:pt>
                <c:pt idx="25125">
                  <c:v>8.2515041268016258</c:v>
                </c:pt>
                <c:pt idx="25126">
                  <c:v>8.2463228349689981</c:v>
                </c:pt>
                <c:pt idx="25127">
                  <c:v>8.2424013468566493</c:v>
                </c:pt>
                <c:pt idx="25128">
                  <c:v>8.2406619307682831</c:v>
                </c:pt>
                <c:pt idx="25129">
                  <c:v>8.2375181702459663</c:v>
                </c:pt>
                <c:pt idx="25130">
                  <c:v>8.2357532952818957</c:v>
                </c:pt>
                <c:pt idx="25131">
                  <c:v>8.2329790990843019</c:v>
                </c:pt>
                <c:pt idx="25132">
                  <c:v>8.2292456781505354</c:v>
                </c:pt>
                <c:pt idx="25133">
                  <c:v>8.2263663614339091</c:v>
                </c:pt>
                <c:pt idx="25134">
                  <c:v>8.2244364144047957</c:v>
                </c:pt>
                <c:pt idx="25135">
                  <c:v>8.2234591220794151</c:v>
                </c:pt>
                <c:pt idx="25136">
                  <c:v>8.2242031782531928</c:v>
                </c:pt>
                <c:pt idx="25137">
                  <c:v>8.2239617295610401</c:v>
                </c:pt>
                <c:pt idx="25138">
                  <c:v>8.2221763232455967</c:v>
                </c:pt>
                <c:pt idx="25139">
                  <c:v>8.2197716913727259</c:v>
                </c:pt>
                <c:pt idx="25140">
                  <c:v>8.2168094279965516</c:v>
                </c:pt>
                <c:pt idx="25141">
                  <c:v>8.215258079086766</c:v>
                </c:pt>
                <c:pt idx="25142">
                  <c:v>8.2153919434977212</c:v>
                </c:pt>
                <c:pt idx="25143">
                  <c:v>8.2138594834312002</c:v>
                </c:pt>
                <c:pt idx="25144">
                  <c:v>8.2114827741961971</c:v>
                </c:pt>
                <c:pt idx="25145">
                  <c:v>8.209011620744878</c:v>
                </c:pt>
                <c:pt idx="25146">
                  <c:v>8.2073666488728296</c:v>
                </c:pt>
                <c:pt idx="25147">
                  <c:v>8.2072426395105325</c:v>
                </c:pt>
                <c:pt idx="25148">
                  <c:v>8.2074348129593897</c:v>
                </c:pt>
                <c:pt idx="25149">
                  <c:v>8.2052371371083641</c:v>
                </c:pt>
                <c:pt idx="25150">
                  <c:v>8.2026000903379455</c:v>
                </c:pt>
                <c:pt idx="25151">
                  <c:v>8.2008590317414694</c:v>
                </c:pt>
                <c:pt idx="25152">
                  <c:v>8.1978819857923053</c:v>
                </c:pt>
                <c:pt idx="25153">
                  <c:v>8.1961951299634546</c:v>
                </c:pt>
                <c:pt idx="25154">
                  <c:v>8.1948203506754815</c:v>
                </c:pt>
                <c:pt idx="25155">
                  <c:v>8.1909391040118269</c:v>
                </c:pt>
                <c:pt idx="25156">
                  <c:v>8.1871186301482357</c:v>
                </c:pt>
                <c:pt idx="25157">
                  <c:v>8.1877805609165186</c:v>
                </c:pt>
                <c:pt idx="25158">
                  <c:v>8.1905473658276193</c:v>
                </c:pt>
                <c:pt idx="25159">
                  <c:v>8.1904923418059372</c:v>
                </c:pt>
                <c:pt idx="25160">
                  <c:v>8.1882371781710663</c:v>
                </c:pt>
                <c:pt idx="25161">
                  <c:v>8.1876393052190704</c:v>
                </c:pt>
                <c:pt idx="25162">
                  <c:v>8.185778343530572</c:v>
                </c:pt>
                <c:pt idx="25163">
                  <c:v>8.1827298484786262</c:v>
                </c:pt>
                <c:pt idx="25164">
                  <c:v>8.1797339136861993</c:v>
                </c:pt>
                <c:pt idx="25165">
                  <c:v>8.1755947932492923</c:v>
                </c:pt>
                <c:pt idx="25166">
                  <c:v>8.1736508849012441</c:v>
                </c:pt>
                <c:pt idx="25167">
                  <c:v>8.1722580380240633</c:v>
                </c:pt>
                <c:pt idx="25168">
                  <c:v>8.172497022954051</c:v>
                </c:pt>
                <c:pt idx="25169">
                  <c:v>8.176206627520223</c:v>
                </c:pt>
                <c:pt idx="25170">
                  <c:v>8.1759142610766649</c:v>
                </c:pt>
                <c:pt idx="25171">
                  <c:v>8.1724740278405132</c:v>
                </c:pt>
                <c:pt idx="25172">
                  <c:v>8.1701925840758847</c:v>
                </c:pt>
                <c:pt idx="25173">
                  <c:v>8.1700685747135875</c:v>
                </c:pt>
                <c:pt idx="25174">
                  <c:v>8.1699379953188522</c:v>
                </c:pt>
                <c:pt idx="25175">
                  <c:v>8.168358723771199</c:v>
                </c:pt>
                <c:pt idx="25176">
                  <c:v>8.1659475218658883</c:v>
                </c:pt>
                <c:pt idx="25177">
                  <c:v>8.1648996016917827</c:v>
                </c:pt>
                <c:pt idx="25178">
                  <c:v>8.1674495955323785</c:v>
                </c:pt>
                <c:pt idx="25179">
                  <c:v>8.1663852502771732</c:v>
                </c:pt>
                <c:pt idx="25180">
                  <c:v>8.1639223093664022</c:v>
                </c:pt>
                <c:pt idx="25181">
                  <c:v>8.1617361310721463</c:v>
                </c:pt>
                <c:pt idx="25182">
                  <c:v>8.1570475916724838</c:v>
                </c:pt>
                <c:pt idx="25183">
                  <c:v>8.1552745041678651</c:v>
                </c:pt>
                <c:pt idx="25184">
                  <c:v>8.1548753746971627</c:v>
                </c:pt>
                <c:pt idx="25185">
                  <c:v>8.1532230115386195</c:v>
                </c:pt>
                <c:pt idx="25186">
                  <c:v>8.1543932985669123</c:v>
                </c:pt>
                <c:pt idx="25187">
                  <c:v>8.1556728123845108</c:v>
                </c:pt>
                <c:pt idx="25188">
                  <c:v>8.1530283743275991</c:v>
                </c:pt>
                <c:pt idx="25189">
                  <c:v>8.1502632119246083</c:v>
                </c:pt>
                <c:pt idx="25190">
                  <c:v>8.1484827331334948</c:v>
                </c:pt>
                <c:pt idx="25191">
                  <c:v>8.1497860633186878</c:v>
                </c:pt>
                <c:pt idx="25192">
                  <c:v>8.1512396829959339</c:v>
                </c:pt>
                <c:pt idx="25193">
                  <c:v>8.1506138874060685</c:v>
                </c:pt>
                <c:pt idx="25194">
                  <c:v>8.1493598324641727</c:v>
                </c:pt>
                <c:pt idx="25195">
                  <c:v>8.1469847657372814</c:v>
                </c:pt>
                <c:pt idx="25196">
                  <c:v>8.1476450539974543</c:v>
                </c:pt>
                <c:pt idx="25197">
                  <c:v>8.1493910401182603</c:v>
                </c:pt>
                <c:pt idx="25198">
                  <c:v>8.1497450006159404</c:v>
                </c:pt>
                <c:pt idx="25199">
                  <c:v>8.1458284400279233</c:v>
                </c:pt>
                <c:pt idx="25200">
                  <c:v>8.1421590769104419</c:v>
                </c:pt>
                <c:pt idx="25201">
                  <c:v>8.1409616884983365</c:v>
                </c:pt>
                <c:pt idx="25202">
                  <c:v>8.1421984971050794</c:v>
                </c:pt>
                <c:pt idx="25203">
                  <c:v>8.1444446269453454</c:v>
                </c:pt>
                <c:pt idx="25204">
                  <c:v>8.146078922514679</c:v>
                </c:pt>
                <c:pt idx="25205">
                  <c:v>8.1456198414979681</c:v>
                </c:pt>
                <c:pt idx="25206">
                  <c:v>8.14424916848027</c:v>
                </c:pt>
                <c:pt idx="25207">
                  <c:v>8.1435626000903376</c:v>
                </c:pt>
                <c:pt idx="25208">
                  <c:v>8.1434476245226453</c:v>
                </c:pt>
                <c:pt idx="25209">
                  <c:v>8.1418084014289818</c:v>
                </c:pt>
                <c:pt idx="25210">
                  <c:v>8.1406528969736787</c:v>
                </c:pt>
                <c:pt idx="25211">
                  <c:v>8.14338849423069</c:v>
                </c:pt>
                <c:pt idx="25212">
                  <c:v>8.1420457438508596</c:v>
                </c:pt>
                <c:pt idx="25213">
                  <c:v>8.1375929043649649</c:v>
                </c:pt>
                <c:pt idx="25214">
                  <c:v>8.1371165770130993</c:v>
                </c:pt>
                <c:pt idx="25215">
                  <c:v>8.1363971584609693</c:v>
                </c:pt>
                <c:pt idx="25216">
                  <c:v>8.1352933930111284</c:v>
                </c:pt>
                <c:pt idx="25217">
                  <c:v>8.1345090953886583</c:v>
                </c:pt>
                <c:pt idx="25218">
                  <c:v>8.1333100644684428</c:v>
                </c:pt>
                <c:pt idx="25219">
                  <c:v>8.1323319508890073</c:v>
                </c:pt>
                <c:pt idx="25220">
                  <c:v>8.1325159117973147</c:v>
                </c:pt>
                <c:pt idx="25221">
                  <c:v>8.1338011743932981</c:v>
                </c:pt>
                <c:pt idx="25222">
                  <c:v>8.1315386194719341</c:v>
                </c:pt>
                <c:pt idx="25223">
                  <c:v>8.1304093951463887</c:v>
                </c:pt>
                <c:pt idx="25224">
                  <c:v>8.1318860099371744</c:v>
                </c:pt>
                <c:pt idx="25225">
                  <c:v>8.1322112265429318</c:v>
                </c:pt>
                <c:pt idx="25226">
                  <c:v>8.1330612244897953</c:v>
                </c:pt>
                <c:pt idx="25227">
                  <c:v>8.1347595778754158</c:v>
                </c:pt>
                <c:pt idx="25228">
                  <c:v>8.1348466308052387</c:v>
                </c:pt>
                <c:pt idx="25229">
                  <c:v>8.1338290970311657</c:v>
                </c:pt>
                <c:pt idx="25230">
                  <c:v>8.1333437358846954</c:v>
                </c:pt>
                <c:pt idx="25231">
                  <c:v>8.133731367798628</c:v>
                </c:pt>
                <c:pt idx="25232">
                  <c:v>8.1329528189545428</c:v>
                </c:pt>
                <c:pt idx="25233">
                  <c:v>8.1319747053751072</c:v>
                </c:pt>
                <c:pt idx="25234">
                  <c:v>8.1332377941116079</c:v>
                </c:pt>
                <c:pt idx="25235">
                  <c:v>8.133722334004025</c:v>
                </c:pt>
                <c:pt idx="25236">
                  <c:v>8.132715476532665</c:v>
                </c:pt>
                <c:pt idx="25237">
                  <c:v>8.1313144171149343</c:v>
                </c:pt>
                <c:pt idx="25238">
                  <c:v>8.1305334045086841</c:v>
                </c:pt>
                <c:pt idx="25239">
                  <c:v>8.132200550240217</c:v>
                </c:pt>
                <c:pt idx="25240">
                  <c:v>8.1352876442327435</c:v>
                </c:pt>
                <c:pt idx="25241">
                  <c:v>8.134966533897261</c:v>
                </c:pt>
                <c:pt idx="25242">
                  <c:v>8.1332230115386199</c:v>
                </c:pt>
                <c:pt idx="25243">
                  <c:v>8.1319681353426674</c:v>
                </c:pt>
                <c:pt idx="25244">
                  <c:v>8.1292021516856234</c:v>
                </c:pt>
                <c:pt idx="25245">
                  <c:v>8.1276967930029151</c:v>
                </c:pt>
                <c:pt idx="25246">
                  <c:v>8.1281041350141674</c:v>
                </c:pt>
                <c:pt idx="25247">
                  <c:v>8.1282708495873202</c:v>
                </c:pt>
                <c:pt idx="25248">
                  <c:v>8.1293893976101508</c:v>
                </c:pt>
                <c:pt idx="25249">
                  <c:v>8.1269059253480069</c:v>
                </c:pt>
                <c:pt idx="25250">
                  <c:v>8.1229696546626702</c:v>
                </c:pt>
                <c:pt idx="25251">
                  <c:v>8.1228382540138799</c:v>
                </c:pt>
                <c:pt idx="25252">
                  <c:v>8.1233186876360204</c:v>
                </c:pt>
                <c:pt idx="25253">
                  <c:v>8.1223003326078924</c:v>
                </c:pt>
                <c:pt idx="25254">
                  <c:v>8.1218231840019701</c:v>
                </c:pt>
                <c:pt idx="25255">
                  <c:v>8.1199326571674941</c:v>
                </c:pt>
                <c:pt idx="25256">
                  <c:v>8.1195713053833209</c:v>
                </c:pt>
                <c:pt idx="25257">
                  <c:v>8.1191105818584983</c:v>
                </c:pt>
                <c:pt idx="25258">
                  <c:v>8.1162140188067173</c:v>
                </c:pt>
                <c:pt idx="25259">
                  <c:v>8.1168003942019471</c:v>
                </c:pt>
                <c:pt idx="25260">
                  <c:v>8.1189471523015637</c:v>
                </c:pt>
                <c:pt idx="25261">
                  <c:v>8.1194743974048365</c:v>
                </c:pt>
                <c:pt idx="25262">
                  <c:v>8.1186096168849833</c:v>
                </c:pt>
                <c:pt idx="25263">
                  <c:v>8.1203243953517017</c:v>
                </c:pt>
                <c:pt idx="25264">
                  <c:v>8.1215932328665872</c:v>
                </c:pt>
                <c:pt idx="25265">
                  <c:v>8.1236545805444909</c:v>
                </c:pt>
                <c:pt idx="25266">
                  <c:v>8.1248347226214435</c:v>
                </c:pt>
                <c:pt idx="25267">
                  <c:v>8.1237334209337657</c:v>
                </c:pt>
                <c:pt idx="25268">
                  <c:v>8.1236332279390631</c:v>
                </c:pt>
                <c:pt idx="25269">
                  <c:v>8.1230213936681306</c:v>
                </c:pt>
                <c:pt idx="25270">
                  <c:v>8.1229869009978231</c:v>
                </c:pt>
                <c:pt idx="25271">
                  <c:v>8.1234057405658433</c:v>
                </c:pt>
                <c:pt idx="25272">
                  <c:v>8.1218075801749272</c:v>
                </c:pt>
                <c:pt idx="25273">
                  <c:v>8.1209756498172716</c:v>
                </c:pt>
                <c:pt idx="25274">
                  <c:v>8.1209789348334915</c:v>
                </c:pt>
                <c:pt idx="25275">
                  <c:v>8.1197815464213861</c:v>
                </c:pt>
                <c:pt idx="25276">
                  <c:v>8.1185899067876655</c:v>
                </c:pt>
                <c:pt idx="25277">
                  <c:v>8.1185250277173235</c:v>
                </c:pt>
                <c:pt idx="25278">
                  <c:v>8.1179567199113052</c:v>
                </c:pt>
                <c:pt idx="25279">
                  <c:v>8.1197889377078791</c:v>
                </c:pt>
                <c:pt idx="25280">
                  <c:v>8.1183730957171605</c:v>
                </c:pt>
                <c:pt idx="25281">
                  <c:v>8.1163470619636175</c:v>
                </c:pt>
                <c:pt idx="25282">
                  <c:v>8.1189093746150363</c:v>
                </c:pt>
                <c:pt idx="25283">
                  <c:v>8.1197076335564411</c:v>
                </c:pt>
                <c:pt idx="25284">
                  <c:v>8.1209855048659296</c:v>
                </c:pt>
                <c:pt idx="25285">
                  <c:v>8.118479037490248</c:v>
                </c:pt>
                <c:pt idx="25286">
                  <c:v>8.1145222354535367</c:v>
                </c:pt>
                <c:pt idx="25287">
                  <c:v>8.118480679998358</c:v>
                </c:pt>
                <c:pt idx="25288">
                  <c:v>8.1201034780109218</c:v>
                </c:pt>
                <c:pt idx="25289">
                  <c:v>8.1175863343325254</c:v>
                </c:pt>
                <c:pt idx="25290">
                  <c:v>8.1178097154354703</c:v>
                </c:pt>
                <c:pt idx="25291">
                  <c:v>8.1207818338603044</c:v>
                </c:pt>
                <c:pt idx="25292">
                  <c:v>8.1206151192871516</c:v>
                </c:pt>
                <c:pt idx="25293">
                  <c:v>8.1181119369276882</c:v>
                </c:pt>
                <c:pt idx="25294">
                  <c:v>8.1159783188929495</c:v>
                </c:pt>
                <c:pt idx="25295">
                  <c:v>8.1145945058103717</c:v>
                </c:pt>
                <c:pt idx="25296">
                  <c:v>8.1148737321890518</c:v>
                </c:pt>
                <c:pt idx="25297">
                  <c:v>8.1142635404262311</c:v>
                </c:pt>
                <c:pt idx="25298">
                  <c:v>8.1130776495708954</c:v>
                </c:pt>
                <c:pt idx="25299">
                  <c:v>8.1111633063688249</c:v>
                </c:pt>
                <c:pt idx="25300">
                  <c:v>8.1096719090050513</c:v>
                </c:pt>
                <c:pt idx="25301">
                  <c:v>8.1096612327023365</c:v>
                </c:pt>
                <c:pt idx="25302">
                  <c:v>8.1115706483800771</c:v>
                </c:pt>
                <c:pt idx="25303">
                  <c:v>8.110353549870652</c:v>
                </c:pt>
                <c:pt idx="25304">
                  <c:v>8.1085747135876485</c:v>
                </c:pt>
                <c:pt idx="25305">
                  <c:v>8.1068369400073905</c:v>
                </c:pt>
                <c:pt idx="25306">
                  <c:v>8.1058194062333175</c:v>
                </c:pt>
                <c:pt idx="25307">
                  <c:v>8.107960415554551</c:v>
                </c:pt>
                <c:pt idx="25308">
                  <c:v>8.1075530735433006</c:v>
                </c:pt>
                <c:pt idx="25309">
                  <c:v>8.1056543341682747</c:v>
                </c:pt>
                <c:pt idx="25310">
                  <c:v>8.1049562682215743</c:v>
                </c:pt>
                <c:pt idx="25311">
                  <c:v>8.1041456904693465</c:v>
                </c:pt>
                <c:pt idx="25312">
                  <c:v>8.105774237260297</c:v>
                </c:pt>
                <c:pt idx="25313">
                  <c:v>8.1081263088736506</c:v>
                </c:pt>
                <c:pt idx="25314">
                  <c:v>8.1066406602882601</c:v>
                </c:pt>
                <c:pt idx="25315">
                  <c:v>8.1054235617788368</c:v>
                </c:pt>
                <c:pt idx="25316">
                  <c:v>8.1070381472508526</c:v>
                </c:pt>
                <c:pt idx="25317">
                  <c:v>8.1058851065577144</c:v>
                </c:pt>
                <c:pt idx="25318">
                  <c:v>8.1038163675933141</c:v>
                </c:pt>
                <c:pt idx="25319">
                  <c:v>8.1052593109678472</c:v>
                </c:pt>
                <c:pt idx="25320">
                  <c:v>8.1059483431199446</c:v>
                </c:pt>
                <c:pt idx="25321">
                  <c:v>8.1049275243296517</c:v>
                </c:pt>
                <c:pt idx="25322">
                  <c:v>8.1055262185357044</c:v>
                </c:pt>
                <c:pt idx="25323">
                  <c:v>8.1077592083110908</c:v>
                </c:pt>
                <c:pt idx="25324">
                  <c:v>8.1088588674906585</c:v>
                </c:pt>
                <c:pt idx="25325">
                  <c:v>8.1072943785159932</c:v>
                </c:pt>
                <c:pt idx="25326">
                  <c:v>8.1038902804582591</c:v>
                </c:pt>
                <c:pt idx="25327">
                  <c:v>8.1028505728247033</c:v>
                </c:pt>
                <c:pt idx="25328">
                  <c:v>8.1030468525438337</c:v>
                </c:pt>
                <c:pt idx="25329">
                  <c:v>8.1054112429680121</c:v>
                </c:pt>
                <c:pt idx="25330">
                  <c:v>8.1065527861043822</c:v>
                </c:pt>
                <c:pt idx="25331">
                  <c:v>8.108394858949616</c:v>
                </c:pt>
                <c:pt idx="25332">
                  <c:v>8.1098213772430494</c:v>
                </c:pt>
                <c:pt idx="25333">
                  <c:v>8.1115304069313847</c:v>
                </c:pt>
                <c:pt idx="25334">
                  <c:v>8.1102278980002467</c:v>
                </c:pt>
                <c:pt idx="25335">
                  <c:v>8.1078996427544858</c:v>
                </c:pt>
                <c:pt idx="25336">
                  <c:v>8.1056806142980324</c:v>
                </c:pt>
                <c:pt idx="25337">
                  <c:v>8.1021886420564204</c:v>
                </c:pt>
                <c:pt idx="25338">
                  <c:v>8.1013287890608954</c:v>
                </c:pt>
                <c:pt idx="25339">
                  <c:v>8.1005173900546126</c:v>
                </c:pt>
                <c:pt idx="25340">
                  <c:v>8.0971773498131654</c:v>
                </c:pt>
                <c:pt idx="25341">
                  <c:v>8.0966870611423651</c:v>
                </c:pt>
                <c:pt idx="25342">
                  <c:v>8.0989036258366518</c:v>
                </c:pt>
                <c:pt idx="25343">
                  <c:v>8.0976265757812182</c:v>
                </c:pt>
                <c:pt idx="25344">
                  <c:v>8.0953254219192701</c:v>
                </c:pt>
                <c:pt idx="25345">
                  <c:v>8.0922317578943037</c:v>
                </c:pt>
                <c:pt idx="25346">
                  <c:v>8.0913899724879883</c:v>
                </c:pt>
                <c:pt idx="25347">
                  <c:v>8.0941198209666165</c:v>
                </c:pt>
                <c:pt idx="25348">
                  <c:v>8.0973079292079007</c:v>
                </c:pt>
                <c:pt idx="25349">
                  <c:v>8.0977062374245481</c:v>
                </c:pt>
                <c:pt idx="25350">
                  <c:v>8.0951554223298974</c:v>
                </c:pt>
                <c:pt idx="25351">
                  <c:v>8.0944417525561541</c:v>
                </c:pt>
                <c:pt idx="25352">
                  <c:v>8.0956481747628626</c:v>
                </c:pt>
                <c:pt idx="25353">
                  <c:v>8.0964431486880475</c:v>
                </c:pt>
                <c:pt idx="25354">
                  <c:v>8.0966188970558051</c:v>
                </c:pt>
                <c:pt idx="25355">
                  <c:v>8.09554305424383</c:v>
                </c:pt>
                <c:pt idx="25356">
                  <c:v>8.0933010306738389</c:v>
                </c:pt>
                <c:pt idx="25357">
                  <c:v>8.0898607974376873</c:v>
                </c:pt>
                <c:pt idx="25358">
                  <c:v>8.0886256313390543</c:v>
                </c:pt>
                <c:pt idx="25359">
                  <c:v>8.0884203178253191</c:v>
                </c:pt>
                <c:pt idx="25360">
                  <c:v>8.088928674085329</c:v>
                </c:pt>
                <c:pt idx="25361">
                  <c:v>8.0897359668213369</c:v>
                </c:pt>
                <c:pt idx="25362">
                  <c:v>8.0908701186712104</c:v>
                </c:pt>
                <c:pt idx="25363">
                  <c:v>8.0891093499774147</c:v>
                </c:pt>
                <c:pt idx="25364">
                  <c:v>8.0870709974130506</c:v>
                </c:pt>
                <c:pt idx="25365">
                  <c:v>8.0872229294132136</c:v>
                </c:pt>
                <c:pt idx="25366">
                  <c:v>8.0896037449184899</c:v>
                </c:pt>
                <c:pt idx="25367">
                  <c:v>8.0887061142364391</c:v>
                </c:pt>
                <c:pt idx="25368">
                  <c:v>8.0886740853282966</c:v>
                </c:pt>
                <c:pt idx="25369">
                  <c:v>8.0909456740442653</c:v>
                </c:pt>
                <c:pt idx="25370">
                  <c:v>8.090758428119738</c:v>
                </c:pt>
                <c:pt idx="25371">
                  <c:v>8.0906179936763429</c:v>
                </c:pt>
                <c:pt idx="25372">
                  <c:v>8.0890288670800317</c:v>
                </c:pt>
                <c:pt idx="25373">
                  <c:v>8.0848807128485198</c:v>
                </c:pt>
                <c:pt idx="25374">
                  <c:v>8.0825302837432762</c:v>
                </c:pt>
                <c:pt idx="25375">
                  <c:v>8.0802908060608551</c:v>
                </c:pt>
                <c:pt idx="25376">
                  <c:v>8.0780969079784839</c:v>
                </c:pt>
                <c:pt idx="25377">
                  <c:v>8.078093622962264</c:v>
                </c:pt>
                <c:pt idx="25378">
                  <c:v>8.0814476245226459</c:v>
                </c:pt>
                <c:pt idx="25379">
                  <c:v>8.0820450868476161</c:v>
                </c:pt>
                <c:pt idx="25380">
                  <c:v>8.0801928304521002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FC34-4E50-8FBC-CFB495C70B4F}"/>
            </c:ext>
          </c:extLst>
        </c:ser>
        <c:ser>
          <c:idx val="2"/>
          <c:order val="2"/>
          <c:tx>
            <c:strRef>
              <c:f>'For plotting'!$D$1</c:f>
              <c:strCache>
                <c:ptCount val="1"/>
                <c:pt idx="0">
                  <c:v>0.3% w/w R3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'For plotting'!$A$2:$A$25382</c:f>
              <c:numCache>
                <c:formatCode>General</c:formatCode>
                <c:ptCount val="25381"/>
                <c:pt idx="0">
                  <c:v>-0.499971</c:v>
                </c:pt>
                <c:pt idx="1">
                  <c:v>-0.49966500000000003</c:v>
                </c:pt>
                <c:pt idx="2">
                  <c:v>-0.49936000000000003</c:v>
                </c:pt>
                <c:pt idx="3">
                  <c:v>-0.499054</c:v>
                </c:pt>
                <c:pt idx="4">
                  <c:v>-0.498749</c:v>
                </c:pt>
                <c:pt idx="5">
                  <c:v>-0.498444</c:v>
                </c:pt>
                <c:pt idx="6">
                  <c:v>-0.49813800000000003</c:v>
                </c:pt>
                <c:pt idx="7">
                  <c:v>-0.49783300000000003</c:v>
                </c:pt>
                <c:pt idx="8">
                  <c:v>-0.497527</c:v>
                </c:pt>
                <c:pt idx="9">
                  <c:v>-0.497222</c:v>
                </c:pt>
                <c:pt idx="10">
                  <c:v>-0.496917</c:v>
                </c:pt>
                <c:pt idx="11">
                  <c:v>-0.49661100000000002</c:v>
                </c:pt>
                <c:pt idx="12">
                  <c:v>-0.49630600000000002</c:v>
                </c:pt>
                <c:pt idx="13">
                  <c:v>-0.496</c:v>
                </c:pt>
                <c:pt idx="14">
                  <c:v>-0.495695</c:v>
                </c:pt>
                <c:pt idx="15">
                  <c:v>-0.49539</c:v>
                </c:pt>
                <c:pt idx="16">
                  <c:v>-0.49508400000000002</c:v>
                </c:pt>
                <c:pt idx="17">
                  <c:v>-0.49477900000000002</c:v>
                </c:pt>
                <c:pt idx="18">
                  <c:v>-0.494473</c:v>
                </c:pt>
                <c:pt idx="19">
                  <c:v>-0.494168</c:v>
                </c:pt>
                <c:pt idx="20">
                  <c:v>-0.493863</c:v>
                </c:pt>
                <c:pt idx="21">
                  <c:v>-0.49355700000000002</c:v>
                </c:pt>
                <c:pt idx="22">
                  <c:v>-0.49325200000000002</c:v>
                </c:pt>
                <c:pt idx="23">
                  <c:v>-0.492946</c:v>
                </c:pt>
                <c:pt idx="24">
                  <c:v>-0.492641</c:v>
                </c:pt>
                <c:pt idx="25">
                  <c:v>-0.492336</c:v>
                </c:pt>
                <c:pt idx="26">
                  <c:v>-0.49203000000000002</c:v>
                </c:pt>
                <c:pt idx="27">
                  <c:v>-0.49172500000000002</c:v>
                </c:pt>
                <c:pt idx="28">
                  <c:v>-0.49141899999999999</c:v>
                </c:pt>
                <c:pt idx="29">
                  <c:v>-0.49111399999999999</c:v>
                </c:pt>
                <c:pt idx="30">
                  <c:v>-0.490809</c:v>
                </c:pt>
                <c:pt idx="31">
                  <c:v>-0.49050300000000002</c:v>
                </c:pt>
                <c:pt idx="32">
                  <c:v>-0.49019800000000002</c:v>
                </c:pt>
                <c:pt idx="33">
                  <c:v>-0.48989199999999999</c:v>
                </c:pt>
                <c:pt idx="34">
                  <c:v>-0.48958699999999999</c:v>
                </c:pt>
                <c:pt idx="35">
                  <c:v>-0.48928199999999999</c:v>
                </c:pt>
                <c:pt idx="36">
                  <c:v>-0.48897600000000002</c:v>
                </c:pt>
                <c:pt idx="37">
                  <c:v>-0.48867100000000002</c:v>
                </c:pt>
                <c:pt idx="38">
                  <c:v>-0.48836499999999999</c:v>
                </c:pt>
                <c:pt idx="39">
                  <c:v>-0.48805999999999999</c:v>
                </c:pt>
                <c:pt idx="40">
                  <c:v>-0.48775499999999999</c:v>
                </c:pt>
                <c:pt idx="41">
                  <c:v>-0.48744900000000002</c:v>
                </c:pt>
                <c:pt idx="42">
                  <c:v>-0.48714400000000002</c:v>
                </c:pt>
                <c:pt idx="43">
                  <c:v>-0.48683799999999999</c:v>
                </c:pt>
                <c:pt idx="44">
                  <c:v>-0.48653299999999999</c:v>
                </c:pt>
                <c:pt idx="45">
                  <c:v>-0.48622799999999999</c:v>
                </c:pt>
                <c:pt idx="46">
                  <c:v>-0.48592200000000002</c:v>
                </c:pt>
                <c:pt idx="47">
                  <c:v>-0.48561700000000002</c:v>
                </c:pt>
                <c:pt idx="48">
                  <c:v>-0.48531099999999999</c:v>
                </c:pt>
                <c:pt idx="49">
                  <c:v>-0.48500599999999999</c:v>
                </c:pt>
                <c:pt idx="50">
                  <c:v>-0.48470099999999999</c:v>
                </c:pt>
                <c:pt idx="51">
                  <c:v>-0.48439500000000002</c:v>
                </c:pt>
                <c:pt idx="52">
                  <c:v>-0.48409000000000002</c:v>
                </c:pt>
                <c:pt idx="53">
                  <c:v>-0.48378399999999999</c:v>
                </c:pt>
                <c:pt idx="54">
                  <c:v>-0.48347899999999999</c:v>
                </c:pt>
                <c:pt idx="55">
                  <c:v>-0.48317399999999999</c:v>
                </c:pt>
                <c:pt idx="56">
                  <c:v>-0.48286800000000002</c:v>
                </c:pt>
                <c:pt idx="57">
                  <c:v>-0.48256300000000002</c:v>
                </c:pt>
                <c:pt idx="58">
                  <c:v>-0.48225699999999999</c:v>
                </c:pt>
                <c:pt idx="59">
                  <c:v>-0.48195199999999999</c:v>
                </c:pt>
                <c:pt idx="60">
                  <c:v>-0.48164699999999999</c:v>
                </c:pt>
                <c:pt idx="61">
                  <c:v>-0.48134100000000002</c:v>
                </c:pt>
                <c:pt idx="62">
                  <c:v>-0.48103600000000002</c:v>
                </c:pt>
                <c:pt idx="63">
                  <c:v>-0.48072999999999999</c:v>
                </c:pt>
                <c:pt idx="64">
                  <c:v>-0.48042499999999999</c:v>
                </c:pt>
                <c:pt idx="65">
                  <c:v>-0.48011999999999999</c:v>
                </c:pt>
                <c:pt idx="66">
                  <c:v>-0.47981400000000002</c:v>
                </c:pt>
                <c:pt idx="67">
                  <c:v>-0.47950900000000002</c:v>
                </c:pt>
                <c:pt idx="68">
                  <c:v>-0.47920299999999999</c:v>
                </c:pt>
                <c:pt idx="69">
                  <c:v>-0.47889799999999999</c:v>
                </c:pt>
                <c:pt idx="70">
                  <c:v>-0.47859299999999999</c:v>
                </c:pt>
                <c:pt idx="71">
                  <c:v>-0.47828700000000002</c:v>
                </c:pt>
                <c:pt idx="72">
                  <c:v>-0.47798200000000002</c:v>
                </c:pt>
                <c:pt idx="73">
                  <c:v>-0.47767599999999999</c:v>
                </c:pt>
                <c:pt idx="74">
                  <c:v>-0.47737099999999999</c:v>
                </c:pt>
                <c:pt idx="75">
                  <c:v>-0.47706599999999999</c:v>
                </c:pt>
                <c:pt idx="76">
                  <c:v>-0.47676000000000002</c:v>
                </c:pt>
                <c:pt idx="77">
                  <c:v>-0.47645500000000002</c:v>
                </c:pt>
                <c:pt idx="78">
                  <c:v>-0.47614899999999999</c:v>
                </c:pt>
                <c:pt idx="79">
                  <c:v>-0.47584399999999999</c:v>
                </c:pt>
                <c:pt idx="80">
                  <c:v>-0.47553899999999999</c:v>
                </c:pt>
                <c:pt idx="81">
                  <c:v>-0.47523300000000002</c:v>
                </c:pt>
                <c:pt idx="82">
                  <c:v>-0.47492800000000002</c:v>
                </c:pt>
                <c:pt idx="83">
                  <c:v>-0.47462300000000002</c:v>
                </c:pt>
                <c:pt idx="84">
                  <c:v>-0.47431699999999999</c:v>
                </c:pt>
                <c:pt idx="85">
                  <c:v>-0.47401199999999999</c:v>
                </c:pt>
                <c:pt idx="86">
                  <c:v>-0.47370600000000002</c:v>
                </c:pt>
                <c:pt idx="87">
                  <c:v>-0.47340100000000002</c:v>
                </c:pt>
                <c:pt idx="88">
                  <c:v>-0.47309600000000002</c:v>
                </c:pt>
                <c:pt idx="89">
                  <c:v>-0.47278999999999999</c:v>
                </c:pt>
                <c:pt idx="90">
                  <c:v>-0.47248499999999999</c:v>
                </c:pt>
                <c:pt idx="91">
                  <c:v>-0.47217900000000002</c:v>
                </c:pt>
                <c:pt idx="92">
                  <c:v>-0.47187400000000002</c:v>
                </c:pt>
                <c:pt idx="93">
                  <c:v>-0.47156900000000002</c:v>
                </c:pt>
                <c:pt idx="94">
                  <c:v>-0.47126299999999999</c:v>
                </c:pt>
                <c:pt idx="95">
                  <c:v>-0.47095799999999999</c:v>
                </c:pt>
                <c:pt idx="96">
                  <c:v>-0.47065200000000001</c:v>
                </c:pt>
                <c:pt idx="97">
                  <c:v>-0.47034700000000002</c:v>
                </c:pt>
                <c:pt idx="98">
                  <c:v>-0.47004200000000002</c:v>
                </c:pt>
                <c:pt idx="99">
                  <c:v>-0.46973599999999999</c:v>
                </c:pt>
                <c:pt idx="100">
                  <c:v>-0.46943099999999999</c:v>
                </c:pt>
                <c:pt idx="101">
                  <c:v>-0.46912500000000001</c:v>
                </c:pt>
                <c:pt idx="102">
                  <c:v>-0.46882000000000001</c:v>
                </c:pt>
                <c:pt idx="103">
                  <c:v>-0.46851500000000001</c:v>
                </c:pt>
                <c:pt idx="104">
                  <c:v>-0.46820899999999999</c:v>
                </c:pt>
                <c:pt idx="105">
                  <c:v>-0.46790399999999999</c:v>
                </c:pt>
                <c:pt idx="106">
                  <c:v>-0.46759800000000001</c:v>
                </c:pt>
                <c:pt idx="107">
                  <c:v>-0.46729300000000001</c:v>
                </c:pt>
                <c:pt idx="108">
                  <c:v>-0.46698800000000001</c:v>
                </c:pt>
                <c:pt idx="109">
                  <c:v>-0.46668199999999999</c:v>
                </c:pt>
                <c:pt idx="110">
                  <c:v>-0.46637699999999999</c:v>
                </c:pt>
                <c:pt idx="111">
                  <c:v>-0.46607100000000001</c:v>
                </c:pt>
                <c:pt idx="112">
                  <c:v>-0.46576600000000001</c:v>
                </c:pt>
                <c:pt idx="113">
                  <c:v>-0.46546100000000001</c:v>
                </c:pt>
                <c:pt idx="114">
                  <c:v>-0.46515499999999999</c:v>
                </c:pt>
                <c:pt idx="115">
                  <c:v>-0.46484999999999999</c:v>
                </c:pt>
                <c:pt idx="116">
                  <c:v>-0.46454400000000001</c:v>
                </c:pt>
                <c:pt idx="117">
                  <c:v>-0.46423900000000001</c:v>
                </c:pt>
                <c:pt idx="118">
                  <c:v>-0.46393400000000001</c:v>
                </c:pt>
                <c:pt idx="119">
                  <c:v>-0.46362799999999998</c:v>
                </c:pt>
                <c:pt idx="120">
                  <c:v>-0.46332299999999998</c:v>
                </c:pt>
                <c:pt idx="121">
                  <c:v>-0.46301700000000001</c:v>
                </c:pt>
                <c:pt idx="122">
                  <c:v>-0.46271200000000001</c:v>
                </c:pt>
                <c:pt idx="123">
                  <c:v>-0.46240700000000001</c:v>
                </c:pt>
                <c:pt idx="124">
                  <c:v>-0.46210099999999998</c:v>
                </c:pt>
                <c:pt idx="125">
                  <c:v>-0.46179599999999998</c:v>
                </c:pt>
                <c:pt idx="126">
                  <c:v>-0.46149000000000001</c:v>
                </c:pt>
                <c:pt idx="127">
                  <c:v>-0.46118500000000001</c:v>
                </c:pt>
                <c:pt idx="128">
                  <c:v>-0.46088000000000001</c:v>
                </c:pt>
                <c:pt idx="129">
                  <c:v>-0.46057399999999998</c:v>
                </c:pt>
                <c:pt idx="130">
                  <c:v>-0.46026899999999998</c:v>
                </c:pt>
                <c:pt idx="131">
                  <c:v>-0.45996300000000001</c:v>
                </c:pt>
                <c:pt idx="132">
                  <c:v>-0.45965800000000001</c:v>
                </c:pt>
                <c:pt idx="133">
                  <c:v>-0.45935300000000001</c:v>
                </c:pt>
                <c:pt idx="134">
                  <c:v>-0.45904699999999998</c:v>
                </c:pt>
                <c:pt idx="135">
                  <c:v>-0.45874199999999998</c:v>
                </c:pt>
                <c:pt idx="136">
                  <c:v>-0.45843600000000001</c:v>
                </c:pt>
                <c:pt idx="137">
                  <c:v>-0.45813100000000001</c:v>
                </c:pt>
                <c:pt idx="138">
                  <c:v>-0.45782600000000001</c:v>
                </c:pt>
                <c:pt idx="139">
                  <c:v>-0.45751999999999998</c:v>
                </c:pt>
                <c:pt idx="140">
                  <c:v>-0.45721499999999998</c:v>
                </c:pt>
                <c:pt idx="141">
                  <c:v>-0.45690900000000001</c:v>
                </c:pt>
                <c:pt idx="142">
                  <c:v>-0.45660400000000001</c:v>
                </c:pt>
                <c:pt idx="143">
                  <c:v>-0.45629900000000001</c:v>
                </c:pt>
                <c:pt idx="144">
                  <c:v>-0.45599299999999998</c:v>
                </c:pt>
                <c:pt idx="145">
                  <c:v>-0.45568799999999998</c:v>
                </c:pt>
                <c:pt idx="146">
                  <c:v>-0.45538200000000001</c:v>
                </c:pt>
                <c:pt idx="147">
                  <c:v>-0.45507700000000001</c:v>
                </c:pt>
                <c:pt idx="148">
                  <c:v>-0.45477200000000001</c:v>
                </c:pt>
                <c:pt idx="149">
                  <c:v>-0.45446599999999998</c:v>
                </c:pt>
                <c:pt idx="150">
                  <c:v>-0.45416099999999998</c:v>
                </c:pt>
                <c:pt idx="151">
                  <c:v>-0.45385500000000001</c:v>
                </c:pt>
                <c:pt idx="152">
                  <c:v>-0.45355000000000001</c:v>
                </c:pt>
                <c:pt idx="153">
                  <c:v>-0.45324500000000001</c:v>
                </c:pt>
                <c:pt idx="154">
                  <c:v>-0.45293899999999998</c:v>
                </c:pt>
                <c:pt idx="155">
                  <c:v>-0.45263399999999998</c:v>
                </c:pt>
                <c:pt idx="156">
                  <c:v>-0.45232800000000001</c:v>
                </c:pt>
                <c:pt idx="157">
                  <c:v>-0.45202300000000001</c:v>
                </c:pt>
                <c:pt idx="158">
                  <c:v>-0.45171800000000001</c:v>
                </c:pt>
                <c:pt idx="159">
                  <c:v>-0.45141199999999998</c:v>
                </c:pt>
                <c:pt idx="160">
                  <c:v>-0.45110699999999998</c:v>
                </c:pt>
                <c:pt idx="161">
                  <c:v>-0.45080100000000001</c:v>
                </c:pt>
                <c:pt idx="162">
                  <c:v>-0.45049600000000001</c:v>
                </c:pt>
                <c:pt idx="163">
                  <c:v>-0.45019100000000001</c:v>
                </c:pt>
                <c:pt idx="164">
                  <c:v>-0.44988499999999998</c:v>
                </c:pt>
                <c:pt idx="165">
                  <c:v>-0.44957999999999998</c:v>
                </c:pt>
                <c:pt idx="166">
                  <c:v>-0.44927400000000001</c:v>
                </c:pt>
                <c:pt idx="167">
                  <c:v>-0.44896900000000001</c:v>
                </c:pt>
                <c:pt idx="168">
                  <c:v>-0.44866400000000001</c:v>
                </c:pt>
                <c:pt idx="169">
                  <c:v>-0.44835799999999998</c:v>
                </c:pt>
                <c:pt idx="170">
                  <c:v>-0.44805299999999998</c:v>
                </c:pt>
                <c:pt idx="171">
                  <c:v>-0.44774799999999998</c:v>
                </c:pt>
                <c:pt idx="172">
                  <c:v>-0.44744200000000001</c:v>
                </c:pt>
                <c:pt idx="173">
                  <c:v>-0.44713700000000001</c:v>
                </c:pt>
                <c:pt idx="174">
                  <c:v>-0.44683099999999998</c:v>
                </c:pt>
                <c:pt idx="175">
                  <c:v>-0.44652599999999998</c:v>
                </c:pt>
                <c:pt idx="176">
                  <c:v>-0.44622099999999998</c:v>
                </c:pt>
                <c:pt idx="177">
                  <c:v>-0.44591500000000001</c:v>
                </c:pt>
                <c:pt idx="178">
                  <c:v>-0.44561000000000001</c:v>
                </c:pt>
                <c:pt idx="179">
                  <c:v>-0.44530399999999998</c:v>
                </c:pt>
                <c:pt idx="180">
                  <c:v>-0.44499899999999998</c:v>
                </c:pt>
                <c:pt idx="181">
                  <c:v>-0.44469399999999998</c:v>
                </c:pt>
                <c:pt idx="182">
                  <c:v>-0.44438800000000001</c:v>
                </c:pt>
                <c:pt idx="183">
                  <c:v>-0.44408300000000001</c:v>
                </c:pt>
                <c:pt idx="184">
                  <c:v>-0.44377699999999998</c:v>
                </c:pt>
                <c:pt idx="185">
                  <c:v>-0.44347199999999998</c:v>
                </c:pt>
                <c:pt idx="186">
                  <c:v>-0.44316699999999998</c:v>
                </c:pt>
                <c:pt idx="187">
                  <c:v>-0.442861</c:v>
                </c:pt>
                <c:pt idx="188">
                  <c:v>-0.442556</c:v>
                </c:pt>
                <c:pt idx="189">
                  <c:v>-0.44224999999999998</c:v>
                </c:pt>
                <c:pt idx="190">
                  <c:v>-0.44194499999999998</c:v>
                </c:pt>
                <c:pt idx="191">
                  <c:v>-0.44163999999999998</c:v>
                </c:pt>
                <c:pt idx="192">
                  <c:v>-0.441334</c:v>
                </c:pt>
                <c:pt idx="193">
                  <c:v>-0.441029</c:v>
                </c:pt>
                <c:pt idx="194">
                  <c:v>-0.44072299999999998</c:v>
                </c:pt>
                <c:pt idx="195">
                  <c:v>-0.44041799999999998</c:v>
                </c:pt>
                <c:pt idx="196">
                  <c:v>-0.44011299999999998</c:v>
                </c:pt>
                <c:pt idx="197">
                  <c:v>-0.439807</c:v>
                </c:pt>
                <c:pt idx="198">
                  <c:v>-0.439502</c:v>
                </c:pt>
                <c:pt idx="199">
                  <c:v>-0.43919599999999998</c:v>
                </c:pt>
                <c:pt idx="200">
                  <c:v>-0.43889099999999998</c:v>
                </c:pt>
                <c:pt idx="201">
                  <c:v>-0.43858599999999998</c:v>
                </c:pt>
                <c:pt idx="202">
                  <c:v>-0.43828</c:v>
                </c:pt>
                <c:pt idx="203">
                  <c:v>-0.437975</c:v>
                </c:pt>
                <c:pt idx="204">
                  <c:v>-0.43766899999999997</c:v>
                </c:pt>
                <c:pt idx="205">
                  <c:v>-0.43736399999999998</c:v>
                </c:pt>
                <c:pt idx="206">
                  <c:v>-0.43705899999999998</c:v>
                </c:pt>
                <c:pt idx="207">
                  <c:v>-0.436753</c:v>
                </c:pt>
                <c:pt idx="208">
                  <c:v>-0.436448</c:v>
                </c:pt>
                <c:pt idx="209">
                  <c:v>-0.43614199999999997</c:v>
                </c:pt>
                <c:pt idx="210">
                  <c:v>-0.43583699999999997</c:v>
                </c:pt>
                <c:pt idx="211">
                  <c:v>-0.43553199999999997</c:v>
                </c:pt>
                <c:pt idx="212">
                  <c:v>-0.435226</c:v>
                </c:pt>
                <c:pt idx="213">
                  <c:v>-0.434921</c:v>
                </c:pt>
                <c:pt idx="214">
                  <c:v>-0.43461499999999997</c:v>
                </c:pt>
                <c:pt idx="215">
                  <c:v>-0.43430999999999997</c:v>
                </c:pt>
                <c:pt idx="216">
                  <c:v>-0.43400499999999997</c:v>
                </c:pt>
                <c:pt idx="217">
                  <c:v>-0.433699</c:v>
                </c:pt>
                <c:pt idx="218">
                  <c:v>-0.433394</c:v>
                </c:pt>
                <c:pt idx="219">
                  <c:v>-0.43308799999999997</c:v>
                </c:pt>
                <c:pt idx="220">
                  <c:v>-0.43278299999999997</c:v>
                </c:pt>
                <c:pt idx="221">
                  <c:v>-0.43247799999999997</c:v>
                </c:pt>
                <c:pt idx="222">
                  <c:v>-0.432172</c:v>
                </c:pt>
                <c:pt idx="223">
                  <c:v>-0.431867</c:v>
                </c:pt>
                <c:pt idx="224">
                  <c:v>-0.43156099999999997</c:v>
                </c:pt>
                <c:pt idx="225">
                  <c:v>-0.43125599999999997</c:v>
                </c:pt>
                <c:pt idx="226">
                  <c:v>-0.43095099999999997</c:v>
                </c:pt>
                <c:pt idx="227">
                  <c:v>-0.430645</c:v>
                </c:pt>
                <c:pt idx="228">
                  <c:v>-0.43034</c:v>
                </c:pt>
                <c:pt idx="229">
                  <c:v>-0.43003400000000003</c:v>
                </c:pt>
                <c:pt idx="230">
                  <c:v>-0.42972900000000003</c:v>
                </c:pt>
                <c:pt idx="231">
                  <c:v>-0.42942399999999997</c:v>
                </c:pt>
                <c:pt idx="232">
                  <c:v>-0.429118</c:v>
                </c:pt>
                <c:pt idx="233">
                  <c:v>-0.428813</c:v>
                </c:pt>
                <c:pt idx="234">
                  <c:v>-0.42850700000000003</c:v>
                </c:pt>
                <c:pt idx="235">
                  <c:v>-0.42820200000000003</c:v>
                </c:pt>
                <c:pt idx="236">
                  <c:v>-0.42789700000000003</c:v>
                </c:pt>
                <c:pt idx="237">
                  <c:v>-0.427591</c:v>
                </c:pt>
                <c:pt idx="238">
                  <c:v>-0.427286</c:v>
                </c:pt>
                <c:pt idx="239">
                  <c:v>-0.42698000000000003</c:v>
                </c:pt>
                <c:pt idx="240">
                  <c:v>-0.42667500000000003</c:v>
                </c:pt>
                <c:pt idx="241">
                  <c:v>-0.42637000000000003</c:v>
                </c:pt>
                <c:pt idx="242">
                  <c:v>-0.426064</c:v>
                </c:pt>
                <c:pt idx="243">
                  <c:v>-0.425759</c:v>
                </c:pt>
                <c:pt idx="244">
                  <c:v>-0.42545300000000003</c:v>
                </c:pt>
                <c:pt idx="245">
                  <c:v>-0.42514800000000003</c:v>
                </c:pt>
                <c:pt idx="246">
                  <c:v>-0.42484300000000003</c:v>
                </c:pt>
                <c:pt idx="247">
                  <c:v>-0.424537</c:v>
                </c:pt>
                <c:pt idx="248">
                  <c:v>-0.424232</c:v>
                </c:pt>
                <c:pt idx="249">
                  <c:v>-0.42392600000000003</c:v>
                </c:pt>
                <c:pt idx="250">
                  <c:v>-0.42362100000000003</c:v>
                </c:pt>
                <c:pt idx="251">
                  <c:v>-0.42331600000000003</c:v>
                </c:pt>
                <c:pt idx="252">
                  <c:v>-0.42301</c:v>
                </c:pt>
                <c:pt idx="253">
                  <c:v>-0.422705</c:v>
                </c:pt>
                <c:pt idx="254">
                  <c:v>-0.4224</c:v>
                </c:pt>
                <c:pt idx="255">
                  <c:v>-0.42209400000000002</c:v>
                </c:pt>
                <c:pt idx="256">
                  <c:v>-0.42178900000000003</c:v>
                </c:pt>
                <c:pt idx="257">
                  <c:v>-0.421483</c:v>
                </c:pt>
                <c:pt idx="258">
                  <c:v>-0.421178</c:v>
                </c:pt>
                <c:pt idx="259">
                  <c:v>-0.420873</c:v>
                </c:pt>
                <c:pt idx="260">
                  <c:v>-0.42056700000000002</c:v>
                </c:pt>
                <c:pt idx="261">
                  <c:v>-0.42026200000000002</c:v>
                </c:pt>
                <c:pt idx="262">
                  <c:v>-0.419956</c:v>
                </c:pt>
                <c:pt idx="263">
                  <c:v>-0.419651</c:v>
                </c:pt>
                <c:pt idx="264">
                  <c:v>-0.419346</c:v>
                </c:pt>
                <c:pt idx="265">
                  <c:v>-0.41904000000000002</c:v>
                </c:pt>
                <c:pt idx="266">
                  <c:v>-0.41873500000000002</c:v>
                </c:pt>
                <c:pt idx="267">
                  <c:v>-0.418429</c:v>
                </c:pt>
                <c:pt idx="268">
                  <c:v>-0.418124</c:v>
                </c:pt>
                <c:pt idx="269">
                  <c:v>-0.417819</c:v>
                </c:pt>
                <c:pt idx="270">
                  <c:v>-0.41751300000000002</c:v>
                </c:pt>
                <c:pt idx="271">
                  <c:v>-0.41720800000000002</c:v>
                </c:pt>
                <c:pt idx="272">
                  <c:v>-0.41690199999999999</c:v>
                </c:pt>
                <c:pt idx="273">
                  <c:v>-0.416597</c:v>
                </c:pt>
                <c:pt idx="274">
                  <c:v>-0.416292</c:v>
                </c:pt>
                <c:pt idx="275">
                  <c:v>-0.41598600000000002</c:v>
                </c:pt>
                <c:pt idx="276">
                  <c:v>-0.41568100000000002</c:v>
                </c:pt>
                <c:pt idx="277">
                  <c:v>-0.41537499999999999</c:v>
                </c:pt>
                <c:pt idx="278">
                  <c:v>-0.41506999999999999</c:v>
                </c:pt>
                <c:pt idx="279">
                  <c:v>-0.41476499999999999</c:v>
                </c:pt>
                <c:pt idx="280">
                  <c:v>-0.41445900000000002</c:v>
                </c:pt>
                <c:pt idx="281">
                  <c:v>-0.41415400000000002</c:v>
                </c:pt>
                <c:pt idx="282">
                  <c:v>-0.41384799999999999</c:v>
                </c:pt>
                <c:pt idx="283">
                  <c:v>-0.41354299999999999</c:v>
                </c:pt>
                <c:pt idx="284">
                  <c:v>-0.41323799999999999</c:v>
                </c:pt>
                <c:pt idx="285">
                  <c:v>-0.41293200000000002</c:v>
                </c:pt>
                <c:pt idx="286">
                  <c:v>-0.41262700000000002</c:v>
                </c:pt>
                <c:pt idx="287">
                  <c:v>-0.41232099999999999</c:v>
                </c:pt>
                <c:pt idx="288">
                  <c:v>-0.41201599999999999</c:v>
                </c:pt>
                <c:pt idx="289">
                  <c:v>-0.41171099999999999</c:v>
                </c:pt>
                <c:pt idx="290">
                  <c:v>-0.41140500000000002</c:v>
                </c:pt>
                <c:pt idx="291">
                  <c:v>-0.41110000000000002</c:v>
                </c:pt>
                <c:pt idx="292">
                  <c:v>-0.41079399999999999</c:v>
                </c:pt>
                <c:pt idx="293">
                  <c:v>-0.41048899999999999</c:v>
                </c:pt>
                <c:pt idx="294">
                  <c:v>-0.41018399999999999</c:v>
                </c:pt>
                <c:pt idx="295">
                  <c:v>-0.40987800000000002</c:v>
                </c:pt>
                <c:pt idx="296">
                  <c:v>-0.40957300000000002</c:v>
                </c:pt>
                <c:pt idx="297">
                  <c:v>-0.40926699999999999</c:v>
                </c:pt>
                <c:pt idx="298">
                  <c:v>-0.40896199999999999</c:v>
                </c:pt>
                <c:pt idx="299">
                  <c:v>-0.40865699999999999</c:v>
                </c:pt>
                <c:pt idx="300">
                  <c:v>-0.40835100000000002</c:v>
                </c:pt>
                <c:pt idx="301">
                  <c:v>-0.40804600000000002</c:v>
                </c:pt>
                <c:pt idx="302">
                  <c:v>-0.40773999999999999</c:v>
                </c:pt>
                <c:pt idx="303">
                  <c:v>-0.40743499999999999</c:v>
                </c:pt>
                <c:pt idx="304">
                  <c:v>-0.40712999999999999</c:v>
                </c:pt>
                <c:pt idx="305">
                  <c:v>-0.40682400000000002</c:v>
                </c:pt>
                <c:pt idx="306">
                  <c:v>-0.40651900000000002</c:v>
                </c:pt>
                <c:pt idx="307">
                  <c:v>-0.40621299999999999</c:v>
                </c:pt>
                <c:pt idx="308">
                  <c:v>-0.40590799999999999</c:v>
                </c:pt>
                <c:pt idx="309">
                  <c:v>-0.40560299999999999</c:v>
                </c:pt>
                <c:pt idx="310">
                  <c:v>-0.40529700000000002</c:v>
                </c:pt>
                <c:pt idx="311">
                  <c:v>-0.40499200000000002</c:v>
                </c:pt>
                <c:pt idx="312">
                  <c:v>-0.40468599999999999</c:v>
                </c:pt>
                <c:pt idx="313">
                  <c:v>-0.40438099999999999</c:v>
                </c:pt>
                <c:pt idx="314">
                  <c:v>-0.40407599999999999</c:v>
                </c:pt>
                <c:pt idx="315">
                  <c:v>-0.40377000000000002</c:v>
                </c:pt>
                <c:pt idx="316">
                  <c:v>-0.40346500000000002</c:v>
                </c:pt>
                <c:pt idx="317">
                  <c:v>-0.40315899999999999</c:v>
                </c:pt>
                <c:pt idx="318">
                  <c:v>-0.40285399999999999</c:v>
                </c:pt>
                <c:pt idx="319">
                  <c:v>-0.40254899999999999</c:v>
                </c:pt>
                <c:pt idx="320">
                  <c:v>-0.40224300000000002</c:v>
                </c:pt>
                <c:pt idx="321">
                  <c:v>-0.40193800000000002</c:v>
                </c:pt>
                <c:pt idx="322">
                  <c:v>-0.40163199999999999</c:v>
                </c:pt>
                <c:pt idx="323">
                  <c:v>-0.40132699999999999</c:v>
                </c:pt>
                <c:pt idx="324">
                  <c:v>-0.40102199999999999</c:v>
                </c:pt>
                <c:pt idx="325">
                  <c:v>-0.40071600000000002</c:v>
                </c:pt>
                <c:pt idx="326">
                  <c:v>-0.40041100000000002</c:v>
                </c:pt>
                <c:pt idx="327">
                  <c:v>-0.40010499999999999</c:v>
                </c:pt>
                <c:pt idx="328">
                  <c:v>-0.39979999999999999</c:v>
                </c:pt>
                <c:pt idx="329">
                  <c:v>-0.39949499999999999</c:v>
                </c:pt>
                <c:pt idx="330">
                  <c:v>-0.39918900000000002</c:v>
                </c:pt>
                <c:pt idx="331">
                  <c:v>-0.39888400000000002</c:v>
                </c:pt>
                <c:pt idx="332">
                  <c:v>-0.39857799999999999</c:v>
                </c:pt>
                <c:pt idx="333">
                  <c:v>-0.39827299999999999</c:v>
                </c:pt>
                <c:pt idx="334">
                  <c:v>-0.39796799999999999</c:v>
                </c:pt>
                <c:pt idx="335">
                  <c:v>-0.39766200000000002</c:v>
                </c:pt>
                <c:pt idx="336">
                  <c:v>-0.39735700000000002</c:v>
                </c:pt>
                <c:pt idx="337">
                  <c:v>-0.39705200000000002</c:v>
                </c:pt>
                <c:pt idx="338">
                  <c:v>-0.39674599999999999</c:v>
                </c:pt>
                <c:pt idx="339">
                  <c:v>-0.39644099999999999</c:v>
                </c:pt>
                <c:pt idx="340">
                  <c:v>-0.39613500000000001</c:v>
                </c:pt>
                <c:pt idx="341">
                  <c:v>-0.39583000000000002</c:v>
                </c:pt>
                <c:pt idx="342">
                  <c:v>-0.39552500000000002</c:v>
                </c:pt>
                <c:pt idx="343">
                  <c:v>-0.39521899999999999</c:v>
                </c:pt>
                <c:pt idx="344">
                  <c:v>-0.39491399999999999</c:v>
                </c:pt>
                <c:pt idx="345">
                  <c:v>-0.39460800000000001</c:v>
                </c:pt>
                <c:pt idx="346">
                  <c:v>-0.39430300000000001</c:v>
                </c:pt>
                <c:pt idx="347">
                  <c:v>-0.39399800000000001</c:v>
                </c:pt>
                <c:pt idx="348">
                  <c:v>-0.39369199999999999</c:v>
                </c:pt>
                <c:pt idx="349">
                  <c:v>-0.39338699999999999</c:v>
                </c:pt>
                <c:pt idx="350">
                  <c:v>-0.39308100000000001</c:v>
                </c:pt>
                <c:pt idx="351">
                  <c:v>-0.39277600000000001</c:v>
                </c:pt>
                <c:pt idx="352">
                  <c:v>-0.39247100000000001</c:v>
                </c:pt>
                <c:pt idx="353">
                  <c:v>-0.39216499999999999</c:v>
                </c:pt>
                <c:pt idx="354">
                  <c:v>-0.39185999999999999</c:v>
                </c:pt>
                <c:pt idx="355">
                  <c:v>-0.39155400000000001</c:v>
                </c:pt>
                <c:pt idx="356">
                  <c:v>-0.39124900000000001</c:v>
                </c:pt>
                <c:pt idx="357">
                  <c:v>-0.39094400000000001</c:v>
                </c:pt>
                <c:pt idx="358">
                  <c:v>-0.39063799999999999</c:v>
                </c:pt>
                <c:pt idx="359">
                  <c:v>-0.39033299999999999</c:v>
                </c:pt>
                <c:pt idx="360">
                  <c:v>-0.39002700000000001</c:v>
                </c:pt>
                <c:pt idx="361">
                  <c:v>-0.38972200000000001</c:v>
                </c:pt>
                <c:pt idx="362">
                  <c:v>-0.38941700000000001</c:v>
                </c:pt>
                <c:pt idx="363">
                  <c:v>-0.38911099999999998</c:v>
                </c:pt>
                <c:pt idx="364">
                  <c:v>-0.38880599999999998</c:v>
                </c:pt>
                <c:pt idx="365">
                  <c:v>-0.38850000000000001</c:v>
                </c:pt>
                <c:pt idx="366">
                  <c:v>-0.38819500000000001</c:v>
                </c:pt>
                <c:pt idx="367">
                  <c:v>-0.38789000000000001</c:v>
                </c:pt>
                <c:pt idx="368">
                  <c:v>-0.38758399999999998</c:v>
                </c:pt>
                <c:pt idx="369">
                  <c:v>-0.38727899999999998</c:v>
                </c:pt>
                <c:pt idx="370">
                  <c:v>-0.38697300000000001</c:v>
                </c:pt>
                <c:pt idx="371">
                  <c:v>-0.38666800000000001</c:v>
                </c:pt>
                <c:pt idx="372">
                  <c:v>-0.38636300000000001</c:v>
                </c:pt>
                <c:pt idx="373">
                  <c:v>-0.38605699999999998</c:v>
                </c:pt>
                <c:pt idx="374">
                  <c:v>-0.38575199999999998</c:v>
                </c:pt>
                <c:pt idx="375">
                  <c:v>-0.38544600000000001</c:v>
                </c:pt>
                <c:pt idx="376">
                  <c:v>-0.38514100000000001</c:v>
                </c:pt>
                <c:pt idx="377">
                  <c:v>-0.38483600000000001</c:v>
                </c:pt>
                <c:pt idx="378">
                  <c:v>-0.38452999999999998</c:v>
                </c:pt>
                <c:pt idx="379">
                  <c:v>-0.38422499999999998</c:v>
                </c:pt>
                <c:pt idx="380">
                  <c:v>-0.38391900000000001</c:v>
                </c:pt>
                <c:pt idx="381">
                  <c:v>-0.38361400000000001</c:v>
                </c:pt>
                <c:pt idx="382">
                  <c:v>-0.38330900000000001</c:v>
                </c:pt>
                <c:pt idx="383">
                  <c:v>-0.38300299999999998</c:v>
                </c:pt>
                <c:pt idx="384">
                  <c:v>-0.38269799999999998</c:v>
                </c:pt>
                <c:pt idx="385">
                  <c:v>-0.38239200000000001</c:v>
                </c:pt>
                <c:pt idx="386">
                  <c:v>-0.38208700000000001</c:v>
                </c:pt>
                <c:pt idx="387">
                  <c:v>-0.38178200000000001</c:v>
                </c:pt>
                <c:pt idx="388">
                  <c:v>-0.38147599999999998</c:v>
                </c:pt>
                <c:pt idx="389">
                  <c:v>-0.38117099999999998</c:v>
                </c:pt>
                <c:pt idx="390">
                  <c:v>-0.38086500000000001</c:v>
                </c:pt>
                <c:pt idx="391">
                  <c:v>-0.38056000000000001</c:v>
                </c:pt>
                <c:pt idx="392">
                  <c:v>-0.38025500000000001</c:v>
                </c:pt>
                <c:pt idx="393">
                  <c:v>-0.37994899999999998</c:v>
                </c:pt>
                <c:pt idx="394">
                  <c:v>-0.37964399999999998</c:v>
                </c:pt>
                <c:pt idx="395">
                  <c:v>-0.37933800000000001</c:v>
                </c:pt>
                <c:pt idx="396">
                  <c:v>-0.37903300000000001</c:v>
                </c:pt>
                <c:pt idx="397">
                  <c:v>-0.37872800000000001</c:v>
                </c:pt>
                <c:pt idx="398">
                  <c:v>-0.37842199999999998</c:v>
                </c:pt>
                <c:pt idx="399">
                  <c:v>-0.37811699999999998</c:v>
                </c:pt>
                <c:pt idx="400">
                  <c:v>-0.37781100000000001</c:v>
                </c:pt>
                <c:pt idx="401">
                  <c:v>-0.37750600000000001</c:v>
                </c:pt>
                <c:pt idx="402">
                  <c:v>-0.37720100000000001</c:v>
                </c:pt>
                <c:pt idx="403">
                  <c:v>-0.37689499999999998</c:v>
                </c:pt>
                <c:pt idx="404">
                  <c:v>-0.37658999999999998</c:v>
                </c:pt>
                <c:pt idx="405">
                  <c:v>-0.37628400000000001</c:v>
                </c:pt>
                <c:pt idx="406">
                  <c:v>-0.37597900000000001</c:v>
                </c:pt>
                <c:pt idx="407">
                  <c:v>-0.37567400000000001</c:v>
                </c:pt>
                <c:pt idx="408">
                  <c:v>-0.37536799999999998</c:v>
                </c:pt>
                <c:pt idx="409">
                  <c:v>-0.37506299999999998</c:v>
                </c:pt>
                <c:pt idx="410">
                  <c:v>-0.37475700000000001</c:v>
                </c:pt>
                <c:pt idx="411">
                  <c:v>-0.37445200000000001</c:v>
                </c:pt>
                <c:pt idx="412">
                  <c:v>-0.37414700000000001</c:v>
                </c:pt>
                <c:pt idx="413">
                  <c:v>-0.37384099999999998</c:v>
                </c:pt>
                <c:pt idx="414">
                  <c:v>-0.37353599999999998</c:v>
                </c:pt>
                <c:pt idx="415">
                  <c:v>-0.37323000000000001</c:v>
                </c:pt>
                <c:pt idx="416">
                  <c:v>-0.37292500000000001</c:v>
                </c:pt>
                <c:pt idx="417">
                  <c:v>-0.37262000000000001</c:v>
                </c:pt>
                <c:pt idx="418">
                  <c:v>-0.37231399999999998</c:v>
                </c:pt>
                <c:pt idx="419">
                  <c:v>-0.37200899999999998</c:v>
                </c:pt>
                <c:pt idx="420">
                  <c:v>-0.37170399999999998</c:v>
                </c:pt>
                <c:pt idx="421">
                  <c:v>-0.37139800000000001</c:v>
                </c:pt>
                <c:pt idx="422">
                  <c:v>-0.37109300000000001</c:v>
                </c:pt>
                <c:pt idx="423">
                  <c:v>-0.37078699999999998</c:v>
                </c:pt>
                <c:pt idx="424">
                  <c:v>-0.37048199999999998</c:v>
                </c:pt>
                <c:pt idx="425">
                  <c:v>-0.37017699999999998</c:v>
                </c:pt>
                <c:pt idx="426">
                  <c:v>-0.36987100000000001</c:v>
                </c:pt>
                <c:pt idx="427">
                  <c:v>-0.36956600000000001</c:v>
                </c:pt>
                <c:pt idx="428">
                  <c:v>-0.36925999999999998</c:v>
                </c:pt>
                <c:pt idx="429">
                  <c:v>-0.36895499999999998</c:v>
                </c:pt>
                <c:pt idx="430">
                  <c:v>-0.36864999999999998</c:v>
                </c:pt>
                <c:pt idx="431">
                  <c:v>-0.368344</c:v>
                </c:pt>
                <c:pt idx="432">
                  <c:v>-0.36803900000000001</c:v>
                </c:pt>
                <c:pt idx="433">
                  <c:v>-0.36773299999999998</c:v>
                </c:pt>
                <c:pt idx="434">
                  <c:v>-0.36742799999999998</c:v>
                </c:pt>
                <c:pt idx="435">
                  <c:v>-0.36712299999999998</c:v>
                </c:pt>
                <c:pt idx="436">
                  <c:v>-0.366817</c:v>
                </c:pt>
                <c:pt idx="437">
                  <c:v>-0.366512</c:v>
                </c:pt>
                <c:pt idx="438">
                  <c:v>-0.36620599999999998</c:v>
                </c:pt>
                <c:pt idx="439">
                  <c:v>-0.36590099999999998</c:v>
                </c:pt>
                <c:pt idx="440">
                  <c:v>-0.36559599999999998</c:v>
                </c:pt>
                <c:pt idx="441">
                  <c:v>-0.36529</c:v>
                </c:pt>
                <c:pt idx="442">
                  <c:v>-0.364985</c:v>
                </c:pt>
                <c:pt idx="443">
                  <c:v>-0.36467899999999998</c:v>
                </c:pt>
                <c:pt idx="444">
                  <c:v>-0.36437399999999998</c:v>
                </c:pt>
                <c:pt idx="445">
                  <c:v>-0.36406899999999998</c:v>
                </c:pt>
                <c:pt idx="446">
                  <c:v>-0.363763</c:v>
                </c:pt>
                <c:pt idx="447">
                  <c:v>-0.363458</c:v>
                </c:pt>
                <c:pt idx="448">
                  <c:v>-0.36315199999999997</c:v>
                </c:pt>
                <c:pt idx="449">
                  <c:v>-0.36284699999999998</c:v>
                </c:pt>
                <c:pt idx="450">
                  <c:v>-0.36254199999999998</c:v>
                </c:pt>
                <c:pt idx="451">
                  <c:v>-0.362236</c:v>
                </c:pt>
                <c:pt idx="452">
                  <c:v>-0.361931</c:v>
                </c:pt>
                <c:pt idx="453">
                  <c:v>-0.36162499999999997</c:v>
                </c:pt>
                <c:pt idx="454">
                  <c:v>-0.36131999999999997</c:v>
                </c:pt>
                <c:pt idx="455">
                  <c:v>-0.36101499999999997</c:v>
                </c:pt>
                <c:pt idx="456">
                  <c:v>-0.360709</c:v>
                </c:pt>
                <c:pt idx="457">
                  <c:v>-0.360404</c:v>
                </c:pt>
                <c:pt idx="458">
                  <c:v>-0.36009799999999997</c:v>
                </c:pt>
                <c:pt idx="459">
                  <c:v>-0.35979299999999997</c:v>
                </c:pt>
                <c:pt idx="460">
                  <c:v>-0.35948799999999997</c:v>
                </c:pt>
                <c:pt idx="461">
                  <c:v>-0.359182</c:v>
                </c:pt>
                <c:pt idx="462">
                  <c:v>-0.358877</c:v>
                </c:pt>
                <c:pt idx="463">
                  <c:v>-0.35857099999999997</c:v>
                </c:pt>
                <c:pt idx="464">
                  <c:v>-0.35826599999999997</c:v>
                </c:pt>
                <c:pt idx="465">
                  <c:v>-0.35796099999999997</c:v>
                </c:pt>
                <c:pt idx="466">
                  <c:v>-0.357655</c:v>
                </c:pt>
                <c:pt idx="467">
                  <c:v>-0.35735</c:v>
                </c:pt>
                <c:pt idx="468">
                  <c:v>-0.35704399999999997</c:v>
                </c:pt>
                <c:pt idx="469">
                  <c:v>-0.35673899999999997</c:v>
                </c:pt>
                <c:pt idx="470">
                  <c:v>-0.35643399999999997</c:v>
                </c:pt>
                <c:pt idx="471">
                  <c:v>-0.356128</c:v>
                </c:pt>
                <c:pt idx="472">
                  <c:v>-0.355823</c:v>
                </c:pt>
                <c:pt idx="473">
                  <c:v>-0.35551700000000003</c:v>
                </c:pt>
                <c:pt idx="474">
                  <c:v>-0.35521200000000003</c:v>
                </c:pt>
                <c:pt idx="475">
                  <c:v>-0.35490699999999997</c:v>
                </c:pt>
                <c:pt idx="476">
                  <c:v>-0.354601</c:v>
                </c:pt>
                <c:pt idx="477">
                  <c:v>-0.354296</c:v>
                </c:pt>
                <c:pt idx="478">
                  <c:v>-0.35399000000000003</c:v>
                </c:pt>
                <c:pt idx="479">
                  <c:v>-0.35368500000000003</c:v>
                </c:pt>
                <c:pt idx="480">
                  <c:v>-0.35338000000000003</c:v>
                </c:pt>
                <c:pt idx="481">
                  <c:v>-0.353074</c:v>
                </c:pt>
                <c:pt idx="482">
                  <c:v>-0.352769</c:v>
                </c:pt>
                <c:pt idx="483">
                  <c:v>-0.35246300000000003</c:v>
                </c:pt>
                <c:pt idx="484">
                  <c:v>-0.35215800000000003</c:v>
                </c:pt>
                <c:pt idx="485">
                  <c:v>-0.35185300000000003</c:v>
                </c:pt>
                <c:pt idx="486">
                  <c:v>-0.351547</c:v>
                </c:pt>
                <c:pt idx="487">
                  <c:v>-0.351242</c:v>
                </c:pt>
                <c:pt idx="488">
                  <c:v>-0.35093600000000003</c:v>
                </c:pt>
                <c:pt idx="489">
                  <c:v>-0.35063100000000003</c:v>
                </c:pt>
                <c:pt idx="490">
                  <c:v>-0.35032600000000003</c:v>
                </c:pt>
                <c:pt idx="491">
                  <c:v>-0.35002</c:v>
                </c:pt>
                <c:pt idx="492">
                  <c:v>-0.349715</c:v>
                </c:pt>
                <c:pt idx="493">
                  <c:v>-0.34940900000000003</c:v>
                </c:pt>
                <c:pt idx="494">
                  <c:v>-0.34910400000000003</c:v>
                </c:pt>
                <c:pt idx="495">
                  <c:v>-0.34879900000000003</c:v>
                </c:pt>
                <c:pt idx="496">
                  <c:v>-0.348493</c:v>
                </c:pt>
                <c:pt idx="497">
                  <c:v>-0.348188</c:v>
                </c:pt>
                <c:pt idx="498">
                  <c:v>-0.34788200000000002</c:v>
                </c:pt>
                <c:pt idx="499">
                  <c:v>-0.34757700000000002</c:v>
                </c:pt>
                <c:pt idx="500">
                  <c:v>-0.34727200000000003</c:v>
                </c:pt>
                <c:pt idx="501">
                  <c:v>-0.346966</c:v>
                </c:pt>
                <c:pt idx="502">
                  <c:v>-0.346661</c:v>
                </c:pt>
                <c:pt idx="503">
                  <c:v>-0.34635500000000002</c:v>
                </c:pt>
                <c:pt idx="504">
                  <c:v>-0.34605000000000002</c:v>
                </c:pt>
                <c:pt idx="505">
                  <c:v>-0.34574500000000002</c:v>
                </c:pt>
                <c:pt idx="506">
                  <c:v>-0.345439</c:v>
                </c:pt>
                <c:pt idx="507">
                  <c:v>-0.345134</c:v>
                </c:pt>
                <c:pt idx="508">
                  <c:v>-0.344829</c:v>
                </c:pt>
                <c:pt idx="509">
                  <c:v>-0.34452300000000002</c:v>
                </c:pt>
                <c:pt idx="510">
                  <c:v>-0.34421800000000002</c:v>
                </c:pt>
                <c:pt idx="511">
                  <c:v>-0.343912</c:v>
                </c:pt>
                <c:pt idx="512">
                  <c:v>-0.343607</c:v>
                </c:pt>
                <c:pt idx="513">
                  <c:v>-0.343302</c:v>
                </c:pt>
                <c:pt idx="514">
                  <c:v>-0.34299600000000002</c:v>
                </c:pt>
                <c:pt idx="515">
                  <c:v>-0.34269100000000002</c:v>
                </c:pt>
                <c:pt idx="516">
                  <c:v>-0.34238499999999999</c:v>
                </c:pt>
                <c:pt idx="517">
                  <c:v>-0.34208</c:v>
                </c:pt>
                <c:pt idx="518">
                  <c:v>-0.341775</c:v>
                </c:pt>
                <c:pt idx="519">
                  <c:v>-0.34146900000000002</c:v>
                </c:pt>
                <c:pt idx="520">
                  <c:v>-0.34116400000000002</c:v>
                </c:pt>
                <c:pt idx="521">
                  <c:v>-0.34085799999999999</c:v>
                </c:pt>
                <c:pt idx="522">
                  <c:v>-0.34055299999999999</c:v>
                </c:pt>
                <c:pt idx="523">
                  <c:v>-0.34024799999999999</c:v>
                </c:pt>
                <c:pt idx="524">
                  <c:v>-0.33994200000000002</c:v>
                </c:pt>
                <c:pt idx="525">
                  <c:v>-0.33963700000000002</c:v>
                </c:pt>
                <c:pt idx="526">
                  <c:v>-0.33933099999999999</c:v>
                </c:pt>
                <c:pt idx="527">
                  <c:v>-0.33902599999999999</c:v>
                </c:pt>
                <c:pt idx="528">
                  <c:v>-0.33872099999999999</c:v>
                </c:pt>
                <c:pt idx="529">
                  <c:v>-0.33841500000000002</c:v>
                </c:pt>
                <c:pt idx="530">
                  <c:v>-0.33811000000000002</c:v>
                </c:pt>
                <c:pt idx="531">
                  <c:v>-0.33780399999999999</c:v>
                </c:pt>
                <c:pt idx="532">
                  <c:v>-0.33749899999999999</c:v>
                </c:pt>
                <c:pt idx="533">
                  <c:v>-0.33719399999999999</c:v>
                </c:pt>
                <c:pt idx="534">
                  <c:v>-0.33688800000000002</c:v>
                </c:pt>
                <c:pt idx="535">
                  <c:v>-0.33658300000000002</c:v>
                </c:pt>
                <c:pt idx="536">
                  <c:v>-0.33627699999999999</c:v>
                </c:pt>
                <c:pt idx="537">
                  <c:v>-0.33597199999999999</c:v>
                </c:pt>
                <c:pt idx="538">
                  <c:v>-0.33566699999999999</c:v>
                </c:pt>
                <c:pt idx="539">
                  <c:v>-0.33536100000000002</c:v>
                </c:pt>
                <c:pt idx="540">
                  <c:v>-0.33505600000000002</c:v>
                </c:pt>
                <c:pt idx="541">
                  <c:v>-0.33474999999999999</c:v>
                </c:pt>
                <c:pt idx="542">
                  <c:v>-0.33444499999999999</c:v>
                </c:pt>
                <c:pt idx="543">
                  <c:v>-0.33413999999999999</c:v>
                </c:pt>
                <c:pt idx="544">
                  <c:v>-0.33383400000000002</c:v>
                </c:pt>
                <c:pt idx="545">
                  <c:v>-0.33352900000000002</c:v>
                </c:pt>
                <c:pt idx="546">
                  <c:v>-0.33322299999999999</c:v>
                </c:pt>
                <c:pt idx="547">
                  <c:v>-0.33291799999999999</c:v>
                </c:pt>
                <c:pt idx="548">
                  <c:v>-0.33261299999999999</c:v>
                </c:pt>
                <c:pt idx="549">
                  <c:v>-0.33230700000000002</c:v>
                </c:pt>
                <c:pt idx="550">
                  <c:v>-0.33200200000000002</c:v>
                </c:pt>
                <c:pt idx="551">
                  <c:v>-0.33169599999999999</c:v>
                </c:pt>
                <c:pt idx="552">
                  <c:v>-0.33139099999999999</c:v>
                </c:pt>
                <c:pt idx="553">
                  <c:v>-0.33108599999999999</c:v>
                </c:pt>
                <c:pt idx="554">
                  <c:v>-0.33078000000000002</c:v>
                </c:pt>
                <c:pt idx="555">
                  <c:v>-0.33047500000000002</c:v>
                </c:pt>
                <c:pt idx="556">
                  <c:v>-0.33016899999999999</c:v>
                </c:pt>
                <c:pt idx="557">
                  <c:v>-0.32986399999999999</c:v>
                </c:pt>
                <c:pt idx="558">
                  <c:v>-0.32955899999999999</c:v>
                </c:pt>
                <c:pt idx="559">
                  <c:v>-0.32925300000000002</c:v>
                </c:pt>
                <c:pt idx="560">
                  <c:v>-0.32894800000000002</c:v>
                </c:pt>
                <c:pt idx="561">
                  <c:v>-0.32864199999999999</c:v>
                </c:pt>
                <c:pt idx="562">
                  <c:v>-0.32833699999999999</c:v>
                </c:pt>
                <c:pt idx="563">
                  <c:v>-0.32803199999999999</c:v>
                </c:pt>
                <c:pt idx="564">
                  <c:v>-0.32772600000000002</c:v>
                </c:pt>
                <c:pt idx="565">
                  <c:v>-0.32742100000000002</c:v>
                </c:pt>
                <c:pt idx="566">
                  <c:v>-0.32711499999999999</c:v>
                </c:pt>
                <c:pt idx="567">
                  <c:v>-0.32680999999999999</c:v>
                </c:pt>
                <c:pt idx="568">
                  <c:v>-0.32650499999999999</c:v>
                </c:pt>
                <c:pt idx="569">
                  <c:v>-0.32619900000000002</c:v>
                </c:pt>
                <c:pt idx="570">
                  <c:v>-0.32589400000000002</c:v>
                </c:pt>
                <c:pt idx="571">
                  <c:v>-0.32558799999999999</c:v>
                </c:pt>
                <c:pt idx="572">
                  <c:v>-0.32528299999999999</c:v>
                </c:pt>
                <c:pt idx="573">
                  <c:v>-0.32497799999999999</c:v>
                </c:pt>
                <c:pt idx="574">
                  <c:v>-0.32467200000000002</c:v>
                </c:pt>
                <c:pt idx="575">
                  <c:v>-0.32436700000000002</c:v>
                </c:pt>
                <c:pt idx="576">
                  <c:v>-0.32406099999999999</c:v>
                </c:pt>
                <c:pt idx="577">
                  <c:v>-0.32375599999999999</c:v>
                </c:pt>
                <c:pt idx="578">
                  <c:v>-0.32345099999999999</c:v>
                </c:pt>
                <c:pt idx="579">
                  <c:v>-0.32314500000000002</c:v>
                </c:pt>
                <c:pt idx="580">
                  <c:v>-0.32284000000000002</c:v>
                </c:pt>
                <c:pt idx="581">
                  <c:v>-0.32253399999999999</c:v>
                </c:pt>
                <c:pt idx="582">
                  <c:v>-0.32222899999999999</c:v>
                </c:pt>
                <c:pt idx="583">
                  <c:v>-0.32192399999999999</c:v>
                </c:pt>
                <c:pt idx="584">
                  <c:v>-0.32161800000000001</c:v>
                </c:pt>
                <c:pt idx="585">
                  <c:v>-0.32131300000000002</c:v>
                </c:pt>
                <c:pt idx="586">
                  <c:v>-0.32100699999999999</c:v>
                </c:pt>
                <c:pt idx="587">
                  <c:v>-0.32070199999999999</c:v>
                </c:pt>
                <c:pt idx="588">
                  <c:v>-0.32039699999999999</c:v>
                </c:pt>
                <c:pt idx="589">
                  <c:v>-0.32009100000000001</c:v>
                </c:pt>
                <c:pt idx="590">
                  <c:v>-0.31978600000000001</c:v>
                </c:pt>
                <c:pt idx="591">
                  <c:v>-0.31948100000000001</c:v>
                </c:pt>
                <c:pt idx="592">
                  <c:v>-0.31917499999999999</c:v>
                </c:pt>
                <c:pt idx="593">
                  <c:v>-0.31886999999999999</c:v>
                </c:pt>
                <c:pt idx="594">
                  <c:v>-0.31856400000000001</c:v>
                </c:pt>
                <c:pt idx="595">
                  <c:v>-0.31825900000000001</c:v>
                </c:pt>
                <c:pt idx="596">
                  <c:v>-0.31795400000000001</c:v>
                </c:pt>
                <c:pt idx="597">
                  <c:v>-0.31764799999999999</c:v>
                </c:pt>
                <c:pt idx="598">
                  <c:v>-0.31734299999999999</c:v>
                </c:pt>
                <c:pt idx="599">
                  <c:v>-0.31703700000000001</c:v>
                </c:pt>
                <c:pt idx="600">
                  <c:v>-0.31673200000000001</c:v>
                </c:pt>
                <c:pt idx="601">
                  <c:v>-0.31642700000000001</c:v>
                </c:pt>
                <c:pt idx="602">
                  <c:v>-0.31612099999999999</c:v>
                </c:pt>
                <c:pt idx="603">
                  <c:v>-0.31581599999999999</c:v>
                </c:pt>
                <c:pt idx="604">
                  <c:v>-0.31551000000000001</c:v>
                </c:pt>
                <c:pt idx="605">
                  <c:v>-0.31520500000000001</c:v>
                </c:pt>
                <c:pt idx="606">
                  <c:v>-0.31490000000000001</c:v>
                </c:pt>
                <c:pt idx="607">
                  <c:v>-0.31459399999999998</c:v>
                </c:pt>
                <c:pt idx="608">
                  <c:v>-0.31428899999999999</c:v>
                </c:pt>
                <c:pt idx="609">
                  <c:v>-0.31398300000000001</c:v>
                </c:pt>
                <c:pt idx="610">
                  <c:v>-0.31367800000000001</c:v>
                </c:pt>
                <c:pt idx="611">
                  <c:v>-0.31337300000000001</c:v>
                </c:pt>
                <c:pt idx="612">
                  <c:v>-0.31306699999999998</c:v>
                </c:pt>
                <c:pt idx="613">
                  <c:v>-0.31276199999999998</c:v>
                </c:pt>
                <c:pt idx="614">
                  <c:v>-0.31245600000000001</c:v>
                </c:pt>
                <c:pt idx="615">
                  <c:v>-0.31215100000000001</c:v>
                </c:pt>
                <c:pt idx="616">
                  <c:v>-0.31184600000000001</c:v>
                </c:pt>
                <c:pt idx="617">
                  <c:v>-0.31153999999999998</c:v>
                </c:pt>
                <c:pt idx="618">
                  <c:v>-0.31123499999999998</c:v>
                </c:pt>
                <c:pt idx="619">
                  <c:v>-0.31092900000000001</c:v>
                </c:pt>
                <c:pt idx="620">
                  <c:v>-0.31062400000000001</c:v>
                </c:pt>
                <c:pt idx="621">
                  <c:v>-0.31031900000000001</c:v>
                </c:pt>
                <c:pt idx="622">
                  <c:v>-0.31001299999999998</c:v>
                </c:pt>
                <c:pt idx="623">
                  <c:v>-0.30970799999999998</c:v>
                </c:pt>
                <c:pt idx="624">
                  <c:v>-0.30940200000000001</c:v>
                </c:pt>
                <c:pt idx="625">
                  <c:v>-0.30909700000000001</c:v>
                </c:pt>
                <c:pt idx="626">
                  <c:v>-0.30879200000000001</c:v>
                </c:pt>
                <c:pt idx="627">
                  <c:v>-0.30848599999999998</c:v>
                </c:pt>
                <c:pt idx="628">
                  <c:v>-0.30818099999999998</c:v>
                </c:pt>
                <c:pt idx="629">
                  <c:v>-0.30787500000000001</c:v>
                </c:pt>
                <c:pt idx="630">
                  <c:v>-0.30757000000000001</c:v>
                </c:pt>
                <c:pt idx="631">
                  <c:v>-0.30726500000000001</c:v>
                </c:pt>
                <c:pt idx="632">
                  <c:v>-0.30695899999999998</c:v>
                </c:pt>
                <c:pt idx="633">
                  <c:v>-0.30665399999999998</c:v>
                </c:pt>
                <c:pt idx="634">
                  <c:v>-0.30634800000000001</c:v>
                </c:pt>
                <c:pt idx="635">
                  <c:v>-0.30604300000000001</c:v>
                </c:pt>
                <c:pt idx="636">
                  <c:v>-0.30573800000000001</c:v>
                </c:pt>
                <c:pt idx="637">
                  <c:v>-0.30543199999999998</c:v>
                </c:pt>
                <c:pt idx="638">
                  <c:v>-0.30512699999999998</c:v>
                </c:pt>
                <c:pt idx="639">
                  <c:v>-0.30482100000000001</c:v>
                </c:pt>
                <c:pt idx="640">
                  <c:v>-0.30451600000000001</c:v>
                </c:pt>
                <c:pt idx="641">
                  <c:v>-0.30421100000000001</c:v>
                </c:pt>
                <c:pt idx="642">
                  <c:v>-0.30390499999999998</c:v>
                </c:pt>
                <c:pt idx="643">
                  <c:v>-0.30359999999999998</c:v>
                </c:pt>
                <c:pt idx="644">
                  <c:v>-0.30329400000000001</c:v>
                </c:pt>
                <c:pt idx="645">
                  <c:v>-0.30298900000000001</c:v>
                </c:pt>
                <c:pt idx="646">
                  <c:v>-0.30268400000000001</c:v>
                </c:pt>
                <c:pt idx="647">
                  <c:v>-0.30237799999999998</c:v>
                </c:pt>
                <c:pt idx="648">
                  <c:v>-0.30207299999999998</c:v>
                </c:pt>
                <c:pt idx="649">
                  <c:v>-0.30176700000000001</c:v>
                </c:pt>
                <c:pt idx="650">
                  <c:v>-0.30146200000000001</c:v>
                </c:pt>
                <c:pt idx="651">
                  <c:v>-0.30115700000000001</c:v>
                </c:pt>
                <c:pt idx="652">
                  <c:v>-0.30085099999999998</c:v>
                </c:pt>
                <c:pt idx="653">
                  <c:v>-0.30054599999999998</c:v>
                </c:pt>
                <c:pt idx="654">
                  <c:v>-0.30024000000000001</c:v>
                </c:pt>
                <c:pt idx="655">
                  <c:v>-0.29993500000000001</c:v>
                </c:pt>
                <c:pt idx="656">
                  <c:v>-0.29963000000000001</c:v>
                </c:pt>
                <c:pt idx="657">
                  <c:v>-0.29932399999999998</c:v>
                </c:pt>
                <c:pt idx="658">
                  <c:v>-0.29901899999999998</c:v>
                </c:pt>
                <c:pt idx="659">
                  <c:v>-0.29871300000000001</c:v>
                </c:pt>
                <c:pt idx="660">
                  <c:v>-0.29840800000000001</c:v>
                </c:pt>
                <c:pt idx="661">
                  <c:v>-0.29810300000000001</c:v>
                </c:pt>
                <c:pt idx="662">
                  <c:v>-0.29779699999999998</c:v>
                </c:pt>
                <c:pt idx="663">
                  <c:v>-0.29749199999999998</c:v>
                </c:pt>
                <c:pt idx="664">
                  <c:v>-0.29718600000000001</c:v>
                </c:pt>
                <c:pt idx="665">
                  <c:v>-0.29688100000000001</c:v>
                </c:pt>
                <c:pt idx="666">
                  <c:v>-0.29657600000000001</c:v>
                </c:pt>
                <c:pt idx="667">
                  <c:v>-0.29626999999999998</c:v>
                </c:pt>
                <c:pt idx="668">
                  <c:v>-0.29596499999999998</c:v>
                </c:pt>
                <c:pt idx="669">
                  <c:v>-0.29565900000000001</c:v>
                </c:pt>
                <c:pt idx="670">
                  <c:v>-0.29535400000000001</c:v>
                </c:pt>
                <c:pt idx="671">
                  <c:v>-0.29504900000000001</c:v>
                </c:pt>
                <c:pt idx="672">
                  <c:v>-0.29474299999999998</c:v>
                </c:pt>
                <c:pt idx="673">
                  <c:v>-0.29443799999999998</c:v>
                </c:pt>
                <c:pt idx="674">
                  <c:v>-0.29413299999999998</c:v>
                </c:pt>
                <c:pt idx="675">
                  <c:v>-0.293827</c:v>
                </c:pt>
                <c:pt idx="676">
                  <c:v>-0.29352200000000001</c:v>
                </c:pt>
                <c:pt idx="677">
                  <c:v>-0.29321599999999998</c:v>
                </c:pt>
                <c:pt idx="678">
                  <c:v>-0.29291099999999998</c:v>
                </c:pt>
                <c:pt idx="679">
                  <c:v>-0.29260599999999998</c:v>
                </c:pt>
                <c:pt idx="680">
                  <c:v>-0.2923</c:v>
                </c:pt>
                <c:pt idx="681">
                  <c:v>-0.291995</c:v>
                </c:pt>
                <c:pt idx="682">
                  <c:v>-0.29168899999999998</c:v>
                </c:pt>
                <c:pt idx="683">
                  <c:v>-0.29138399999999998</c:v>
                </c:pt>
                <c:pt idx="684">
                  <c:v>-0.29107899999999998</c:v>
                </c:pt>
                <c:pt idx="685">
                  <c:v>-0.290773</c:v>
                </c:pt>
                <c:pt idx="686">
                  <c:v>-0.290468</c:v>
                </c:pt>
                <c:pt idx="687">
                  <c:v>-0.29016199999999998</c:v>
                </c:pt>
                <c:pt idx="688">
                  <c:v>-0.28985699999999998</c:v>
                </c:pt>
                <c:pt idx="689">
                  <c:v>-0.28955199999999998</c:v>
                </c:pt>
                <c:pt idx="690">
                  <c:v>-0.289246</c:v>
                </c:pt>
                <c:pt idx="691">
                  <c:v>-0.288941</c:v>
                </c:pt>
                <c:pt idx="692">
                  <c:v>-0.28863499999999997</c:v>
                </c:pt>
                <c:pt idx="693">
                  <c:v>-0.28832999999999998</c:v>
                </c:pt>
                <c:pt idx="694">
                  <c:v>-0.28802499999999998</c:v>
                </c:pt>
                <c:pt idx="695">
                  <c:v>-0.287719</c:v>
                </c:pt>
                <c:pt idx="696">
                  <c:v>-0.287414</c:v>
                </c:pt>
                <c:pt idx="697">
                  <c:v>-0.28710799999999997</c:v>
                </c:pt>
                <c:pt idx="698">
                  <c:v>-0.28680299999999997</c:v>
                </c:pt>
                <c:pt idx="699">
                  <c:v>-0.28649799999999997</c:v>
                </c:pt>
                <c:pt idx="700">
                  <c:v>-0.286192</c:v>
                </c:pt>
                <c:pt idx="701">
                  <c:v>-0.285887</c:v>
                </c:pt>
                <c:pt idx="702">
                  <c:v>-0.28558099999999997</c:v>
                </c:pt>
                <c:pt idx="703">
                  <c:v>-0.28527599999999997</c:v>
                </c:pt>
                <c:pt idx="704">
                  <c:v>-0.28497099999999997</c:v>
                </c:pt>
                <c:pt idx="705">
                  <c:v>-0.284665</c:v>
                </c:pt>
                <c:pt idx="706">
                  <c:v>-0.28436</c:v>
                </c:pt>
                <c:pt idx="707">
                  <c:v>-0.28405399999999997</c:v>
                </c:pt>
                <c:pt idx="708">
                  <c:v>-0.28374899999999997</c:v>
                </c:pt>
                <c:pt idx="709">
                  <c:v>-0.28344399999999997</c:v>
                </c:pt>
                <c:pt idx="710">
                  <c:v>-0.283138</c:v>
                </c:pt>
                <c:pt idx="711">
                  <c:v>-0.282833</c:v>
                </c:pt>
                <c:pt idx="712">
                  <c:v>-0.28252699999999997</c:v>
                </c:pt>
                <c:pt idx="713">
                  <c:v>-0.28222199999999997</c:v>
                </c:pt>
                <c:pt idx="714">
                  <c:v>-0.28191699999999997</c:v>
                </c:pt>
                <c:pt idx="715">
                  <c:v>-0.281611</c:v>
                </c:pt>
                <c:pt idx="716">
                  <c:v>-0.281306</c:v>
                </c:pt>
                <c:pt idx="717">
                  <c:v>-0.28100000000000003</c:v>
                </c:pt>
                <c:pt idx="718">
                  <c:v>-0.28069499999999997</c:v>
                </c:pt>
                <c:pt idx="719">
                  <c:v>-0.28038999999999997</c:v>
                </c:pt>
                <c:pt idx="720">
                  <c:v>-0.280084</c:v>
                </c:pt>
                <c:pt idx="721">
                  <c:v>-0.279779</c:v>
                </c:pt>
                <c:pt idx="722">
                  <c:v>-0.27947300000000003</c:v>
                </c:pt>
                <c:pt idx="723">
                  <c:v>-0.27916800000000003</c:v>
                </c:pt>
                <c:pt idx="724">
                  <c:v>-0.27886300000000003</c:v>
                </c:pt>
                <c:pt idx="725">
                  <c:v>-0.278557</c:v>
                </c:pt>
                <c:pt idx="726">
                  <c:v>-0.278252</c:v>
                </c:pt>
                <c:pt idx="727">
                  <c:v>-0.27794600000000003</c:v>
                </c:pt>
                <c:pt idx="728">
                  <c:v>-0.27764100000000003</c:v>
                </c:pt>
                <c:pt idx="729">
                  <c:v>-0.27733600000000003</c:v>
                </c:pt>
                <c:pt idx="730">
                  <c:v>-0.27703</c:v>
                </c:pt>
                <c:pt idx="731">
                  <c:v>-0.276725</c:v>
                </c:pt>
                <c:pt idx="732">
                  <c:v>-0.27641900000000003</c:v>
                </c:pt>
                <c:pt idx="733">
                  <c:v>-0.27611400000000003</c:v>
                </c:pt>
                <c:pt idx="734">
                  <c:v>-0.27580900000000003</c:v>
                </c:pt>
                <c:pt idx="735">
                  <c:v>-0.275503</c:v>
                </c:pt>
                <c:pt idx="736">
                  <c:v>-0.275198</c:v>
                </c:pt>
                <c:pt idx="737">
                  <c:v>-0.27489200000000003</c:v>
                </c:pt>
                <c:pt idx="738">
                  <c:v>-0.27458700000000003</c:v>
                </c:pt>
                <c:pt idx="739">
                  <c:v>-0.27428200000000003</c:v>
                </c:pt>
                <c:pt idx="740">
                  <c:v>-0.273976</c:v>
                </c:pt>
                <c:pt idx="741">
                  <c:v>-0.273671</c:v>
                </c:pt>
                <c:pt idx="742">
                  <c:v>-0.27336500000000002</c:v>
                </c:pt>
                <c:pt idx="743">
                  <c:v>-0.27306000000000002</c:v>
                </c:pt>
                <c:pt idx="744">
                  <c:v>-0.27275500000000003</c:v>
                </c:pt>
                <c:pt idx="745">
                  <c:v>-0.272449</c:v>
                </c:pt>
                <c:pt idx="746">
                  <c:v>-0.272144</c:v>
                </c:pt>
                <c:pt idx="747">
                  <c:v>-0.27183800000000002</c:v>
                </c:pt>
                <c:pt idx="748">
                  <c:v>-0.27153300000000002</c:v>
                </c:pt>
                <c:pt idx="749">
                  <c:v>-0.27122800000000002</c:v>
                </c:pt>
                <c:pt idx="750">
                  <c:v>-0.270922</c:v>
                </c:pt>
                <c:pt idx="751">
                  <c:v>-0.270617</c:v>
                </c:pt>
                <c:pt idx="752">
                  <c:v>-0.27031100000000002</c:v>
                </c:pt>
                <c:pt idx="753">
                  <c:v>-0.27000600000000002</c:v>
                </c:pt>
                <c:pt idx="754">
                  <c:v>-0.26970100000000002</c:v>
                </c:pt>
                <c:pt idx="755">
                  <c:v>-0.269395</c:v>
                </c:pt>
                <c:pt idx="756">
                  <c:v>-0.26909</c:v>
                </c:pt>
                <c:pt idx="757">
                  <c:v>-0.268785</c:v>
                </c:pt>
                <c:pt idx="758">
                  <c:v>-0.26847900000000002</c:v>
                </c:pt>
                <c:pt idx="759">
                  <c:v>-0.26817400000000002</c:v>
                </c:pt>
                <c:pt idx="760">
                  <c:v>-0.26786799999999999</c:v>
                </c:pt>
                <c:pt idx="761">
                  <c:v>-0.267563</c:v>
                </c:pt>
                <c:pt idx="762">
                  <c:v>-0.267258</c:v>
                </c:pt>
                <c:pt idx="763">
                  <c:v>-0.26695200000000002</c:v>
                </c:pt>
                <c:pt idx="764">
                  <c:v>-0.26664700000000002</c:v>
                </c:pt>
                <c:pt idx="765">
                  <c:v>-0.26634099999999999</c:v>
                </c:pt>
                <c:pt idx="766">
                  <c:v>-0.26603599999999999</c:v>
                </c:pt>
                <c:pt idx="767">
                  <c:v>-0.26573099999999999</c:v>
                </c:pt>
                <c:pt idx="768">
                  <c:v>-0.26542500000000002</c:v>
                </c:pt>
                <c:pt idx="769">
                  <c:v>-0.26512000000000002</c:v>
                </c:pt>
                <c:pt idx="770">
                  <c:v>-0.26481399999999999</c:v>
                </c:pt>
                <c:pt idx="771">
                  <c:v>-0.26450899999999999</c:v>
                </c:pt>
                <c:pt idx="772">
                  <c:v>-0.26420399999999999</c:v>
                </c:pt>
                <c:pt idx="773">
                  <c:v>-0.26389800000000002</c:v>
                </c:pt>
                <c:pt idx="774">
                  <c:v>-0.26359300000000002</c:v>
                </c:pt>
                <c:pt idx="775">
                  <c:v>-0.26328699999999999</c:v>
                </c:pt>
                <c:pt idx="776">
                  <c:v>-0.26298199999999999</c:v>
                </c:pt>
                <c:pt idx="777">
                  <c:v>-0.26267699999999999</c:v>
                </c:pt>
                <c:pt idx="778">
                  <c:v>-0.26237100000000002</c:v>
                </c:pt>
                <c:pt idx="779">
                  <c:v>-0.26206600000000002</c:v>
                </c:pt>
                <c:pt idx="780">
                  <c:v>-0.26175999999999999</c:v>
                </c:pt>
                <c:pt idx="781">
                  <c:v>-0.26145499999999999</c:v>
                </c:pt>
                <c:pt idx="782">
                  <c:v>-0.26114999999999999</c:v>
                </c:pt>
                <c:pt idx="783">
                  <c:v>-0.26084400000000002</c:v>
                </c:pt>
                <c:pt idx="784">
                  <c:v>-0.26053900000000002</c:v>
                </c:pt>
                <c:pt idx="785">
                  <c:v>-0.26023299999999999</c:v>
                </c:pt>
                <c:pt idx="786">
                  <c:v>-0.25992799999999999</c:v>
                </c:pt>
                <c:pt idx="787">
                  <c:v>-0.25962299999999999</c:v>
                </c:pt>
                <c:pt idx="788">
                  <c:v>-0.25931700000000002</c:v>
                </c:pt>
                <c:pt idx="789">
                  <c:v>-0.25901200000000002</c:v>
                </c:pt>
                <c:pt idx="790">
                  <c:v>-0.25870599999999999</c:v>
                </c:pt>
                <c:pt idx="791">
                  <c:v>-0.25840099999999999</c:v>
                </c:pt>
                <c:pt idx="792">
                  <c:v>-0.25809599999999999</c:v>
                </c:pt>
                <c:pt idx="793">
                  <c:v>-0.25779000000000002</c:v>
                </c:pt>
                <c:pt idx="794">
                  <c:v>-0.25748500000000002</c:v>
                </c:pt>
                <c:pt idx="795">
                  <c:v>-0.25717899999999999</c:v>
                </c:pt>
                <c:pt idx="796">
                  <c:v>-0.25687399999999999</c:v>
                </c:pt>
                <c:pt idx="797">
                  <c:v>-0.25656899999999999</c:v>
                </c:pt>
                <c:pt idx="798">
                  <c:v>-0.25626300000000002</c:v>
                </c:pt>
                <c:pt idx="799">
                  <c:v>-0.25595800000000002</c:v>
                </c:pt>
                <c:pt idx="800">
                  <c:v>-0.25565199999999999</c:v>
                </c:pt>
                <c:pt idx="801">
                  <c:v>-0.25534699999999999</c:v>
                </c:pt>
                <c:pt idx="802">
                  <c:v>-0.25504199999999999</c:v>
                </c:pt>
                <c:pt idx="803">
                  <c:v>-0.25473600000000002</c:v>
                </c:pt>
                <c:pt idx="804">
                  <c:v>-0.25443100000000002</c:v>
                </c:pt>
                <c:pt idx="805">
                  <c:v>-0.25412499999999999</c:v>
                </c:pt>
                <c:pt idx="806">
                  <c:v>-0.25381999999999999</c:v>
                </c:pt>
                <c:pt idx="807">
                  <c:v>-0.25351499999999999</c:v>
                </c:pt>
                <c:pt idx="808">
                  <c:v>-0.25320900000000002</c:v>
                </c:pt>
                <c:pt idx="809">
                  <c:v>-0.25290400000000002</c:v>
                </c:pt>
                <c:pt idx="810">
                  <c:v>-0.25259799999999999</c:v>
                </c:pt>
                <c:pt idx="811">
                  <c:v>-0.25229299999999999</c:v>
                </c:pt>
                <c:pt idx="812">
                  <c:v>-0.25198799999999999</c:v>
                </c:pt>
                <c:pt idx="813">
                  <c:v>-0.25168200000000002</c:v>
                </c:pt>
                <c:pt idx="814">
                  <c:v>-0.25137700000000002</c:v>
                </c:pt>
                <c:pt idx="815">
                  <c:v>-0.25107099999999999</c:v>
                </c:pt>
                <c:pt idx="816">
                  <c:v>-0.25076599999999999</c:v>
                </c:pt>
                <c:pt idx="817">
                  <c:v>-0.25046099999999999</c:v>
                </c:pt>
                <c:pt idx="818">
                  <c:v>-0.25015500000000002</c:v>
                </c:pt>
                <c:pt idx="819">
                  <c:v>-0.24984999999999999</c:v>
                </c:pt>
                <c:pt idx="820">
                  <c:v>-0.24954399999999999</c:v>
                </c:pt>
                <c:pt idx="821">
                  <c:v>-0.24923899999999999</c:v>
                </c:pt>
                <c:pt idx="822">
                  <c:v>-0.24893399999999999</c:v>
                </c:pt>
                <c:pt idx="823">
                  <c:v>-0.24862799999999999</c:v>
                </c:pt>
                <c:pt idx="824">
                  <c:v>-0.24832299999999999</c:v>
                </c:pt>
                <c:pt idx="825">
                  <c:v>-0.24801699999999999</c:v>
                </c:pt>
                <c:pt idx="826">
                  <c:v>-0.24771199999999999</c:v>
                </c:pt>
                <c:pt idx="827">
                  <c:v>-0.24740699999999999</c:v>
                </c:pt>
                <c:pt idx="828">
                  <c:v>-0.24710099999999999</c:v>
                </c:pt>
                <c:pt idx="829">
                  <c:v>-0.24679599999999999</c:v>
                </c:pt>
                <c:pt idx="830">
                  <c:v>-0.24648999999999999</c:v>
                </c:pt>
                <c:pt idx="831">
                  <c:v>-0.24618499999999999</c:v>
                </c:pt>
                <c:pt idx="832">
                  <c:v>-0.24587999999999999</c:v>
                </c:pt>
                <c:pt idx="833">
                  <c:v>-0.24557399999999999</c:v>
                </c:pt>
                <c:pt idx="834">
                  <c:v>-0.24526899999999999</c:v>
                </c:pt>
                <c:pt idx="835">
                  <c:v>-0.24496299999999999</c:v>
                </c:pt>
                <c:pt idx="836">
                  <c:v>-0.24465799999999999</c:v>
                </c:pt>
                <c:pt idx="837">
                  <c:v>-0.24435299999999999</c:v>
                </c:pt>
                <c:pt idx="838">
                  <c:v>-0.24404699999999999</c:v>
                </c:pt>
                <c:pt idx="839">
                  <c:v>-0.24374199999999999</c:v>
                </c:pt>
                <c:pt idx="840">
                  <c:v>-0.24343699999999999</c:v>
                </c:pt>
                <c:pt idx="841">
                  <c:v>-0.24313100000000001</c:v>
                </c:pt>
                <c:pt idx="842">
                  <c:v>-0.24282599999999999</c:v>
                </c:pt>
                <c:pt idx="843">
                  <c:v>-0.24252000000000001</c:v>
                </c:pt>
                <c:pt idx="844">
                  <c:v>-0.24221500000000001</c:v>
                </c:pt>
                <c:pt idx="845">
                  <c:v>-0.24190999999999999</c:v>
                </c:pt>
                <c:pt idx="846">
                  <c:v>-0.24160400000000001</c:v>
                </c:pt>
                <c:pt idx="847">
                  <c:v>-0.24129900000000001</c:v>
                </c:pt>
                <c:pt idx="848">
                  <c:v>-0.24099300000000001</c:v>
                </c:pt>
                <c:pt idx="849">
                  <c:v>-0.24068800000000001</c:v>
                </c:pt>
                <c:pt idx="850">
                  <c:v>-0.24038300000000001</c:v>
                </c:pt>
                <c:pt idx="851">
                  <c:v>-0.24007700000000001</c:v>
                </c:pt>
                <c:pt idx="852">
                  <c:v>-0.23977200000000001</c:v>
                </c:pt>
                <c:pt idx="853">
                  <c:v>-0.23946600000000001</c:v>
                </c:pt>
                <c:pt idx="854">
                  <c:v>-0.23916100000000001</c:v>
                </c:pt>
                <c:pt idx="855">
                  <c:v>-0.23885600000000001</c:v>
                </c:pt>
                <c:pt idx="856">
                  <c:v>-0.23855000000000001</c:v>
                </c:pt>
                <c:pt idx="857">
                  <c:v>-0.23824500000000001</c:v>
                </c:pt>
                <c:pt idx="858">
                  <c:v>-0.23793900000000001</c:v>
                </c:pt>
                <c:pt idx="859">
                  <c:v>-0.23763400000000001</c:v>
                </c:pt>
                <c:pt idx="860">
                  <c:v>-0.23732900000000001</c:v>
                </c:pt>
                <c:pt idx="861">
                  <c:v>-0.23702300000000001</c:v>
                </c:pt>
                <c:pt idx="862">
                  <c:v>-0.23671800000000001</c:v>
                </c:pt>
                <c:pt idx="863">
                  <c:v>-0.23641200000000001</c:v>
                </c:pt>
                <c:pt idx="864">
                  <c:v>-0.23610700000000001</c:v>
                </c:pt>
                <c:pt idx="865">
                  <c:v>-0.23580200000000001</c:v>
                </c:pt>
                <c:pt idx="866">
                  <c:v>-0.23549600000000001</c:v>
                </c:pt>
                <c:pt idx="867">
                  <c:v>-0.23519100000000001</c:v>
                </c:pt>
                <c:pt idx="868">
                  <c:v>-0.23488500000000001</c:v>
                </c:pt>
                <c:pt idx="869">
                  <c:v>-0.23458000000000001</c:v>
                </c:pt>
                <c:pt idx="870">
                  <c:v>-0.23427500000000001</c:v>
                </c:pt>
                <c:pt idx="871">
                  <c:v>-0.23396900000000001</c:v>
                </c:pt>
                <c:pt idx="872">
                  <c:v>-0.23366400000000001</c:v>
                </c:pt>
                <c:pt idx="873">
                  <c:v>-0.23335800000000001</c:v>
                </c:pt>
                <c:pt idx="874">
                  <c:v>-0.23305300000000001</c:v>
                </c:pt>
                <c:pt idx="875">
                  <c:v>-0.23274800000000001</c:v>
                </c:pt>
                <c:pt idx="876">
                  <c:v>-0.23244200000000001</c:v>
                </c:pt>
                <c:pt idx="877">
                  <c:v>-0.23213700000000001</c:v>
                </c:pt>
                <c:pt idx="878">
                  <c:v>-0.23183100000000001</c:v>
                </c:pt>
                <c:pt idx="879">
                  <c:v>-0.23152600000000001</c:v>
                </c:pt>
                <c:pt idx="880">
                  <c:v>-0.23122100000000001</c:v>
                </c:pt>
                <c:pt idx="881">
                  <c:v>-0.23091500000000001</c:v>
                </c:pt>
                <c:pt idx="882">
                  <c:v>-0.23061000000000001</c:v>
                </c:pt>
                <c:pt idx="883">
                  <c:v>-0.23030400000000001</c:v>
                </c:pt>
                <c:pt idx="884">
                  <c:v>-0.22999900000000001</c:v>
                </c:pt>
                <c:pt idx="885">
                  <c:v>-0.22969400000000001</c:v>
                </c:pt>
                <c:pt idx="886">
                  <c:v>-0.22938800000000001</c:v>
                </c:pt>
                <c:pt idx="887">
                  <c:v>-0.22908300000000001</c:v>
                </c:pt>
                <c:pt idx="888">
                  <c:v>-0.22877700000000001</c:v>
                </c:pt>
                <c:pt idx="889">
                  <c:v>-0.22847200000000001</c:v>
                </c:pt>
                <c:pt idx="890">
                  <c:v>-0.22816700000000001</c:v>
                </c:pt>
                <c:pt idx="891">
                  <c:v>-0.22786100000000001</c:v>
                </c:pt>
                <c:pt idx="892">
                  <c:v>-0.22755600000000001</c:v>
                </c:pt>
                <c:pt idx="893">
                  <c:v>-0.22725000000000001</c:v>
                </c:pt>
                <c:pt idx="894">
                  <c:v>-0.22694500000000001</c:v>
                </c:pt>
                <c:pt idx="895">
                  <c:v>-0.22664000000000001</c:v>
                </c:pt>
                <c:pt idx="896">
                  <c:v>-0.22633400000000001</c:v>
                </c:pt>
                <c:pt idx="897">
                  <c:v>-0.22602900000000001</c:v>
                </c:pt>
                <c:pt idx="898">
                  <c:v>-0.22572300000000001</c:v>
                </c:pt>
                <c:pt idx="899">
                  <c:v>-0.22541800000000001</c:v>
                </c:pt>
                <c:pt idx="900">
                  <c:v>-0.22511300000000001</c:v>
                </c:pt>
                <c:pt idx="901">
                  <c:v>-0.22480700000000001</c:v>
                </c:pt>
                <c:pt idx="902">
                  <c:v>-0.22450200000000001</c:v>
                </c:pt>
                <c:pt idx="903">
                  <c:v>-0.22419600000000001</c:v>
                </c:pt>
                <c:pt idx="904">
                  <c:v>-0.22389100000000001</c:v>
                </c:pt>
                <c:pt idx="905">
                  <c:v>-0.22358600000000001</c:v>
                </c:pt>
                <c:pt idx="906">
                  <c:v>-0.22328000000000001</c:v>
                </c:pt>
                <c:pt idx="907">
                  <c:v>-0.22297500000000001</c:v>
                </c:pt>
                <c:pt idx="908">
                  <c:v>-0.22266900000000001</c:v>
                </c:pt>
                <c:pt idx="909">
                  <c:v>-0.22236400000000001</c:v>
                </c:pt>
                <c:pt idx="910">
                  <c:v>-0.22205900000000001</c:v>
                </c:pt>
                <c:pt idx="911">
                  <c:v>-0.22175300000000001</c:v>
                </c:pt>
                <c:pt idx="912">
                  <c:v>-0.22144800000000001</c:v>
                </c:pt>
                <c:pt idx="913">
                  <c:v>-0.22114200000000001</c:v>
                </c:pt>
                <c:pt idx="914">
                  <c:v>-0.22083700000000001</c:v>
                </c:pt>
                <c:pt idx="915">
                  <c:v>-0.22053200000000001</c:v>
                </c:pt>
                <c:pt idx="916">
                  <c:v>-0.22022600000000001</c:v>
                </c:pt>
                <c:pt idx="917">
                  <c:v>-0.21992100000000001</c:v>
                </c:pt>
                <c:pt idx="918">
                  <c:v>-0.219615</c:v>
                </c:pt>
                <c:pt idx="919">
                  <c:v>-0.21931</c:v>
                </c:pt>
                <c:pt idx="920">
                  <c:v>-0.21900500000000001</c:v>
                </c:pt>
                <c:pt idx="921">
                  <c:v>-0.218699</c:v>
                </c:pt>
                <c:pt idx="922">
                  <c:v>-0.218394</c:v>
                </c:pt>
                <c:pt idx="923">
                  <c:v>-0.218088</c:v>
                </c:pt>
                <c:pt idx="924">
                  <c:v>-0.217783</c:v>
                </c:pt>
                <c:pt idx="925">
                  <c:v>-0.217478</c:v>
                </c:pt>
                <c:pt idx="926">
                  <c:v>-0.217172</c:v>
                </c:pt>
                <c:pt idx="927">
                  <c:v>-0.216867</c:v>
                </c:pt>
                <c:pt idx="928">
                  <c:v>-0.216562</c:v>
                </c:pt>
                <c:pt idx="929">
                  <c:v>-0.216256</c:v>
                </c:pt>
                <c:pt idx="930">
                  <c:v>-0.215951</c:v>
                </c:pt>
                <c:pt idx="931">
                  <c:v>-0.215645</c:v>
                </c:pt>
                <c:pt idx="932">
                  <c:v>-0.21534</c:v>
                </c:pt>
                <c:pt idx="933">
                  <c:v>-0.215035</c:v>
                </c:pt>
                <c:pt idx="934">
                  <c:v>-0.214729</c:v>
                </c:pt>
                <c:pt idx="935">
                  <c:v>-0.214424</c:v>
                </c:pt>
                <c:pt idx="936">
                  <c:v>-0.214118</c:v>
                </c:pt>
                <c:pt idx="937">
                  <c:v>-0.213813</c:v>
                </c:pt>
                <c:pt idx="938">
                  <c:v>-0.213508</c:v>
                </c:pt>
                <c:pt idx="939">
                  <c:v>-0.213202</c:v>
                </c:pt>
                <c:pt idx="940">
                  <c:v>-0.212897</c:v>
                </c:pt>
                <c:pt idx="941">
                  <c:v>-0.212591</c:v>
                </c:pt>
                <c:pt idx="942">
                  <c:v>-0.212286</c:v>
                </c:pt>
                <c:pt idx="943">
                  <c:v>-0.211981</c:v>
                </c:pt>
                <c:pt idx="944">
                  <c:v>-0.211675</c:v>
                </c:pt>
                <c:pt idx="945">
                  <c:v>-0.21137</c:v>
                </c:pt>
                <c:pt idx="946">
                  <c:v>-0.211064</c:v>
                </c:pt>
                <c:pt idx="947">
                  <c:v>-0.210759</c:v>
                </c:pt>
                <c:pt idx="948">
                  <c:v>-0.210454</c:v>
                </c:pt>
                <c:pt idx="949">
                  <c:v>-0.210148</c:v>
                </c:pt>
                <c:pt idx="950">
                  <c:v>-0.209843</c:v>
                </c:pt>
                <c:pt idx="951">
                  <c:v>-0.209537</c:v>
                </c:pt>
                <c:pt idx="952">
                  <c:v>-0.209232</c:v>
                </c:pt>
                <c:pt idx="953">
                  <c:v>-0.208927</c:v>
                </c:pt>
                <c:pt idx="954">
                  <c:v>-0.208621</c:v>
                </c:pt>
                <c:pt idx="955">
                  <c:v>-0.208316</c:v>
                </c:pt>
                <c:pt idx="956">
                  <c:v>-0.20801</c:v>
                </c:pt>
                <c:pt idx="957">
                  <c:v>-0.207705</c:v>
                </c:pt>
                <c:pt idx="958">
                  <c:v>-0.2074</c:v>
                </c:pt>
                <c:pt idx="959">
                  <c:v>-0.207094</c:v>
                </c:pt>
                <c:pt idx="960">
                  <c:v>-0.206789</c:v>
                </c:pt>
                <c:pt idx="961">
                  <c:v>-0.206483</c:v>
                </c:pt>
                <c:pt idx="962">
                  <c:v>-0.206178</c:v>
                </c:pt>
                <c:pt idx="963">
                  <c:v>-0.205873</c:v>
                </c:pt>
                <c:pt idx="964">
                  <c:v>-0.205567</c:v>
                </c:pt>
                <c:pt idx="965">
                  <c:v>-0.205262</c:v>
                </c:pt>
                <c:pt idx="966">
                  <c:v>-0.204956</c:v>
                </c:pt>
                <c:pt idx="967">
                  <c:v>-0.204651</c:v>
                </c:pt>
                <c:pt idx="968">
                  <c:v>-0.204346</c:v>
                </c:pt>
                <c:pt idx="969">
                  <c:v>-0.20404</c:v>
                </c:pt>
                <c:pt idx="970">
                  <c:v>-0.203735</c:v>
                </c:pt>
                <c:pt idx="971">
                  <c:v>-0.203429</c:v>
                </c:pt>
                <c:pt idx="972">
                  <c:v>-0.203124</c:v>
                </c:pt>
                <c:pt idx="973">
                  <c:v>-0.202819</c:v>
                </c:pt>
                <c:pt idx="974">
                  <c:v>-0.202513</c:v>
                </c:pt>
                <c:pt idx="975">
                  <c:v>-0.202208</c:v>
                </c:pt>
                <c:pt idx="976">
                  <c:v>-0.201902</c:v>
                </c:pt>
                <c:pt idx="977">
                  <c:v>-0.201597</c:v>
                </c:pt>
                <c:pt idx="978">
                  <c:v>-0.201292</c:v>
                </c:pt>
                <c:pt idx="979">
                  <c:v>-0.200986</c:v>
                </c:pt>
                <c:pt idx="980">
                  <c:v>-0.200681</c:v>
                </c:pt>
                <c:pt idx="981">
                  <c:v>-0.200375</c:v>
                </c:pt>
                <c:pt idx="982">
                  <c:v>-0.20007</c:v>
                </c:pt>
                <c:pt idx="983">
                  <c:v>-0.199765</c:v>
                </c:pt>
                <c:pt idx="984">
                  <c:v>-0.199459</c:v>
                </c:pt>
                <c:pt idx="985">
                  <c:v>-0.199154</c:v>
                </c:pt>
                <c:pt idx="986">
                  <c:v>-0.198848</c:v>
                </c:pt>
                <c:pt idx="987">
                  <c:v>-0.198543</c:v>
                </c:pt>
                <c:pt idx="988">
                  <c:v>-0.198238</c:v>
                </c:pt>
                <c:pt idx="989">
                  <c:v>-0.197932</c:v>
                </c:pt>
                <c:pt idx="990">
                  <c:v>-0.197627</c:v>
                </c:pt>
                <c:pt idx="991">
                  <c:v>-0.197321</c:v>
                </c:pt>
                <c:pt idx="992">
                  <c:v>-0.197016</c:v>
                </c:pt>
                <c:pt idx="993">
                  <c:v>-0.196711</c:v>
                </c:pt>
                <c:pt idx="994">
                  <c:v>-0.196405</c:v>
                </c:pt>
                <c:pt idx="995">
                  <c:v>-0.1961</c:v>
                </c:pt>
                <c:pt idx="996">
                  <c:v>-0.195794</c:v>
                </c:pt>
                <c:pt idx="997">
                  <c:v>-0.195489</c:v>
                </c:pt>
                <c:pt idx="998">
                  <c:v>-0.195184</c:v>
                </c:pt>
                <c:pt idx="999">
                  <c:v>-0.194878</c:v>
                </c:pt>
                <c:pt idx="1000">
                  <c:v>-0.194573</c:v>
                </c:pt>
                <c:pt idx="1001">
                  <c:v>-0.194267</c:v>
                </c:pt>
                <c:pt idx="1002">
                  <c:v>-0.193962</c:v>
                </c:pt>
                <c:pt idx="1003">
                  <c:v>-0.193657</c:v>
                </c:pt>
                <c:pt idx="1004">
                  <c:v>-0.193351</c:v>
                </c:pt>
                <c:pt idx="1005">
                  <c:v>-0.193046</c:v>
                </c:pt>
                <c:pt idx="1006">
                  <c:v>-0.19273999999999999</c:v>
                </c:pt>
                <c:pt idx="1007">
                  <c:v>-0.19243499999999999</c:v>
                </c:pt>
                <c:pt idx="1008">
                  <c:v>-0.19213</c:v>
                </c:pt>
                <c:pt idx="1009">
                  <c:v>-0.19182399999999999</c:v>
                </c:pt>
                <c:pt idx="1010">
                  <c:v>-0.19151899999999999</c:v>
                </c:pt>
                <c:pt idx="1011">
                  <c:v>-0.191214</c:v>
                </c:pt>
                <c:pt idx="1012">
                  <c:v>-0.19090799999999999</c:v>
                </c:pt>
                <c:pt idx="1013">
                  <c:v>-0.19060299999999999</c:v>
                </c:pt>
                <c:pt idx="1014">
                  <c:v>-0.19029699999999999</c:v>
                </c:pt>
                <c:pt idx="1015">
                  <c:v>-0.18999199999999999</c:v>
                </c:pt>
                <c:pt idx="1016">
                  <c:v>-0.18968699999999999</c:v>
                </c:pt>
                <c:pt idx="1017">
                  <c:v>-0.18938099999999999</c:v>
                </c:pt>
                <c:pt idx="1018">
                  <c:v>-0.18907599999999999</c:v>
                </c:pt>
                <c:pt idx="1019">
                  <c:v>-0.18876999999999999</c:v>
                </c:pt>
                <c:pt idx="1020">
                  <c:v>-0.18846499999999999</c:v>
                </c:pt>
                <c:pt idx="1021">
                  <c:v>-0.18815999999999999</c:v>
                </c:pt>
                <c:pt idx="1022">
                  <c:v>-0.18785399999999999</c:v>
                </c:pt>
                <c:pt idx="1023">
                  <c:v>-0.18754899999999999</c:v>
                </c:pt>
                <c:pt idx="1024">
                  <c:v>-0.18724299999999999</c:v>
                </c:pt>
                <c:pt idx="1025">
                  <c:v>-0.18693799999999999</c:v>
                </c:pt>
                <c:pt idx="1026">
                  <c:v>-0.18663299999999999</c:v>
                </c:pt>
                <c:pt idx="1027">
                  <c:v>-0.18632699999999999</c:v>
                </c:pt>
                <c:pt idx="1028">
                  <c:v>-0.18602199999999999</c:v>
                </c:pt>
                <c:pt idx="1029">
                  <c:v>-0.18571599999999999</c:v>
                </c:pt>
                <c:pt idx="1030">
                  <c:v>-0.18541099999999999</c:v>
                </c:pt>
                <c:pt idx="1031">
                  <c:v>-0.18510599999999999</c:v>
                </c:pt>
                <c:pt idx="1032">
                  <c:v>-0.18479999999999999</c:v>
                </c:pt>
                <c:pt idx="1033">
                  <c:v>-0.18449499999999999</c:v>
                </c:pt>
                <c:pt idx="1034">
                  <c:v>-0.18418899999999999</c:v>
                </c:pt>
                <c:pt idx="1035">
                  <c:v>-0.18388399999999999</c:v>
                </c:pt>
                <c:pt idx="1036">
                  <c:v>-0.18357899999999999</c:v>
                </c:pt>
                <c:pt idx="1037">
                  <c:v>-0.18327299999999999</c:v>
                </c:pt>
                <c:pt idx="1038">
                  <c:v>-0.18296799999999999</c:v>
                </c:pt>
                <c:pt idx="1039">
                  <c:v>-0.18266199999999999</c:v>
                </c:pt>
                <c:pt idx="1040">
                  <c:v>-0.18235699999999999</c:v>
                </c:pt>
                <c:pt idx="1041">
                  <c:v>-0.18205199999999999</c:v>
                </c:pt>
                <c:pt idx="1042">
                  <c:v>-0.18174599999999999</c:v>
                </c:pt>
                <c:pt idx="1043">
                  <c:v>-0.18144099999999999</c:v>
                </c:pt>
                <c:pt idx="1044">
                  <c:v>-0.18113499999999999</c:v>
                </c:pt>
                <c:pt idx="1045">
                  <c:v>-0.18082999999999999</c:v>
                </c:pt>
                <c:pt idx="1046">
                  <c:v>-0.18052499999999999</c:v>
                </c:pt>
                <c:pt idx="1047">
                  <c:v>-0.18021899999999999</c:v>
                </c:pt>
                <c:pt idx="1048">
                  <c:v>-0.17991399999999999</c:v>
                </c:pt>
                <c:pt idx="1049">
                  <c:v>-0.17960799999999999</c:v>
                </c:pt>
                <c:pt idx="1050">
                  <c:v>-0.17930299999999999</c:v>
                </c:pt>
                <c:pt idx="1051">
                  <c:v>-0.17899799999999999</c:v>
                </c:pt>
                <c:pt idx="1052">
                  <c:v>-0.17869199999999999</c:v>
                </c:pt>
                <c:pt idx="1053">
                  <c:v>-0.17838699999999999</c:v>
                </c:pt>
                <c:pt idx="1054">
                  <c:v>-0.17808099999999999</c:v>
                </c:pt>
                <c:pt idx="1055">
                  <c:v>-0.17777599999999999</c:v>
                </c:pt>
                <c:pt idx="1056">
                  <c:v>-0.17747099999999999</c:v>
                </c:pt>
                <c:pt idx="1057">
                  <c:v>-0.17716499999999999</c:v>
                </c:pt>
                <c:pt idx="1058">
                  <c:v>-0.17685999999999999</c:v>
                </c:pt>
                <c:pt idx="1059">
                  <c:v>-0.17655399999999999</c:v>
                </c:pt>
                <c:pt idx="1060">
                  <c:v>-0.17624899999999999</c:v>
                </c:pt>
                <c:pt idx="1061">
                  <c:v>-0.17594399999999999</c:v>
                </c:pt>
                <c:pt idx="1062">
                  <c:v>-0.17563799999999999</c:v>
                </c:pt>
                <c:pt idx="1063">
                  <c:v>-0.17533299999999999</c:v>
                </c:pt>
                <c:pt idx="1064">
                  <c:v>-0.17502699999999999</c:v>
                </c:pt>
                <c:pt idx="1065">
                  <c:v>-0.17472199999999999</c:v>
                </c:pt>
                <c:pt idx="1066">
                  <c:v>-0.17441699999999999</c:v>
                </c:pt>
                <c:pt idx="1067">
                  <c:v>-0.17411099999999999</c:v>
                </c:pt>
                <c:pt idx="1068">
                  <c:v>-0.17380599999999999</c:v>
                </c:pt>
                <c:pt idx="1069">
                  <c:v>-0.17349999999999999</c:v>
                </c:pt>
                <c:pt idx="1070">
                  <c:v>-0.17319499999999999</c:v>
                </c:pt>
                <c:pt idx="1071">
                  <c:v>-0.17288999999999999</c:v>
                </c:pt>
                <c:pt idx="1072">
                  <c:v>-0.17258399999999999</c:v>
                </c:pt>
                <c:pt idx="1073">
                  <c:v>-0.17227899999999999</c:v>
                </c:pt>
                <c:pt idx="1074">
                  <c:v>-0.17197299999999999</c:v>
                </c:pt>
                <c:pt idx="1075">
                  <c:v>-0.17166799999999999</c:v>
                </c:pt>
                <c:pt idx="1076">
                  <c:v>-0.17136299999999999</c:v>
                </c:pt>
                <c:pt idx="1077">
                  <c:v>-0.17105699999999999</c:v>
                </c:pt>
                <c:pt idx="1078">
                  <c:v>-0.17075199999999999</c:v>
                </c:pt>
                <c:pt idx="1079">
                  <c:v>-0.17044599999999999</c:v>
                </c:pt>
                <c:pt idx="1080">
                  <c:v>-0.17014099999999999</c:v>
                </c:pt>
                <c:pt idx="1081">
                  <c:v>-0.16983599999999999</c:v>
                </c:pt>
                <c:pt idx="1082">
                  <c:v>-0.16952999999999999</c:v>
                </c:pt>
                <c:pt idx="1083">
                  <c:v>-0.16922499999999999</c:v>
                </c:pt>
                <c:pt idx="1084">
                  <c:v>-0.16891900000000001</c:v>
                </c:pt>
                <c:pt idx="1085">
                  <c:v>-0.16861400000000001</c:v>
                </c:pt>
                <c:pt idx="1086">
                  <c:v>-0.16830899999999999</c:v>
                </c:pt>
                <c:pt idx="1087">
                  <c:v>-0.16800300000000001</c:v>
                </c:pt>
                <c:pt idx="1088">
                  <c:v>-0.16769800000000001</c:v>
                </c:pt>
                <c:pt idx="1089">
                  <c:v>-0.16739200000000001</c:v>
                </c:pt>
                <c:pt idx="1090">
                  <c:v>-0.16708700000000001</c:v>
                </c:pt>
                <c:pt idx="1091">
                  <c:v>-0.16678200000000001</c:v>
                </c:pt>
                <c:pt idx="1092">
                  <c:v>-0.16647600000000001</c:v>
                </c:pt>
                <c:pt idx="1093">
                  <c:v>-0.16617100000000001</c:v>
                </c:pt>
                <c:pt idx="1094">
                  <c:v>-0.16586600000000001</c:v>
                </c:pt>
                <c:pt idx="1095">
                  <c:v>-0.16556000000000001</c:v>
                </c:pt>
                <c:pt idx="1096">
                  <c:v>-0.16525500000000001</c:v>
                </c:pt>
                <c:pt idx="1097">
                  <c:v>-0.16494900000000001</c:v>
                </c:pt>
                <c:pt idx="1098">
                  <c:v>-0.16464400000000001</c:v>
                </c:pt>
                <c:pt idx="1099">
                  <c:v>-0.16433900000000001</c:v>
                </c:pt>
                <c:pt idx="1100">
                  <c:v>-0.16403300000000001</c:v>
                </c:pt>
                <c:pt idx="1101">
                  <c:v>-0.16372800000000001</c:v>
                </c:pt>
                <c:pt idx="1102">
                  <c:v>-0.16342200000000001</c:v>
                </c:pt>
                <c:pt idx="1103">
                  <c:v>-0.16311700000000001</c:v>
                </c:pt>
                <c:pt idx="1104">
                  <c:v>-0.16281200000000001</c:v>
                </c:pt>
                <c:pt idx="1105">
                  <c:v>-0.16250600000000001</c:v>
                </c:pt>
                <c:pt idx="1106">
                  <c:v>-0.16220100000000001</c:v>
                </c:pt>
                <c:pt idx="1107">
                  <c:v>-0.16189500000000001</c:v>
                </c:pt>
                <c:pt idx="1108">
                  <c:v>-0.16159000000000001</c:v>
                </c:pt>
                <c:pt idx="1109">
                  <c:v>-0.16128500000000001</c:v>
                </c:pt>
                <c:pt idx="1110">
                  <c:v>-0.16097900000000001</c:v>
                </c:pt>
                <c:pt idx="1111">
                  <c:v>-0.16067400000000001</c:v>
                </c:pt>
                <c:pt idx="1112">
                  <c:v>-0.16036800000000001</c:v>
                </c:pt>
                <c:pt idx="1113">
                  <c:v>-0.16006300000000001</c:v>
                </c:pt>
                <c:pt idx="1114">
                  <c:v>-0.15975800000000001</c:v>
                </c:pt>
                <c:pt idx="1115">
                  <c:v>-0.15945200000000001</c:v>
                </c:pt>
                <c:pt idx="1116">
                  <c:v>-0.15914700000000001</c:v>
                </c:pt>
                <c:pt idx="1117">
                  <c:v>-0.15884100000000001</c:v>
                </c:pt>
                <c:pt idx="1118">
                  <c:v>-0.15853600000000001</c:v>
                </c:pt>
                <c:pt idx="1119">
                  <c:v>-0.15823100000000001</c:v>
                </c:pt>
                <c:pt idx="1120">
                  <c:v>-0.15792500000000001</c:v>
                </c:pt>
                <c:pt idx="1121">
                  <c:v>-0.15762000000000001</c:v>
                </c:pt>
                <c:pt idx="1122">
                  <c:v>-0.15731400000000001</c:v>
                </c:pt>
                <c:pt idx="1123">
                  <c:v>-0.15700900000000001</c:v>
                </c:pt>
                <c:pt idx="1124">
                  <c:v>-0.15670400000000001</c:v>
                </c:pt>
                <c:pt idx="1125">
                  <c:v>-0.15639800000000001</c:v>
                </c:pt>
                <c:pt idx="1126">
                  <c:v>-0.15609300000000001</c:v>
                </c:pt>
                <c:pt idx="1127">
                  <c:v>-0.15578700000000001</c:v>
                </c:pt>
                <c:pt idx="1128">
                  <c:v>-0.15548200000000001</c:v>
                </c:pt>
                <c:pt idx="1129">
                  <c:v>-0.15517700000000001</c:v>
                </c:pt>
                <c:pt idx="1130">
                  <c:v>-0.15487100000000001</c:v>
                </c:pt>
                <c:pt idx="1131">
                  <c:v>-0.15456600000000001</c:v>
                </c:pt>
                <c:pt idx="1132">
                  <c:v>-0.15426000000000001</c:v>
                </c:pt>
                <c:pt idx="1133">
                  <c:v>-0.15395500000000001</c:v>
                </c:pt>
                <c:pt idx="1134">
                  <c:v>-0.15365000000000001</c:v>
                </c:pt>
                <c:pt idx="1135">
                  <c:v>-0.15334400000000001</c:v>
                </c:pt>
                <c:pt idx="1136">
                  <c:v>-0.15303900000000001</c:v>
                </c:pt>
                <c:pt idx="1137">
                  <c:v>-0.15273300000000001</c:v>
                </c:pt>
                <c:pt idx="1138">
                  <c:v>-0.15242800000000001</c:v>
                </c:pt>
                <c:pt idx="1139">
                  <c:v>-0.15212300000000001</c:v>
                </c:pt>
                <c:pt idx="1140">
                  <c:v>-0.15181700000000001</c:v>
                </c:pt>
                <c:pt idx="1141">
                  <c:v>-0.15151200000000001</c:v>
                </c:pt>
                <c:pt idx="1142">
                  <c:v>-0.15120600000000001</c:v>
                </c:pt>
                <c:pt idx="1143">
                  <c:v>-0.15090100000000001</c:v>
                </c:pt>
                <c:pt idx="1144">
                  <c:v>-0.15059600000000001</c:v>
                </c:pt>
                <c:pt idx="1145">
                  <c:v>-0.15029000000000001</c:v>
                </c:pt>
                <c:pt idx="1146">
                  <c:v>-0.14998500000000001</c:v>
                </c:pt>
                <c:pt idx="1147">
                  <c:v>-0.14967900000000001</c:v>
                </c:pt>
                <c:pt idx="1148">
                  <c:v>-0.14937400000000001</c:v>
                </c:pt>
                <c:pt idx="1149">
                  <c:v>-0.14906900000000001</c:v>
                </c:pt>
                <c:pt idx="1150">
                  <c:v>-0.14876300000000001</c:v>
                </c:pt>
                <c:pt idx="1151">
                  <c:v>-0.14845800000000001</c:v>
                </c:pt>
                <c:pt idx="1152">
                  <c:v>-0.14815200000000001</c:v>
                </c:pt>
                <c:pt idx="1153">
                  <c:v>-0.14784700000000001</c:v>
                </c:pt>
                <c:pt idx="1154">
                  <c:v>-0.14754200000000001</c:v>
                </c:pt>
                <c:pt idx="1155">
                  <c:v>-0.14723600000000001</c:v>
                </c:pt>
                <c:pt idx="1156">
                  <c:v>-0.14693100000000001</c:v>
                </c:pt>
                <c:pt idx="1157">
                  <c:v>-0.14662500000000001</c:v>
                </c:pt>
                <c:pt idx="1158">
                  <c:v>-0.14632000000000001</c:v>
                </c:pt>
                <c:pt idx="1159">
                  <c:v>-0.14601500000000001</c:v>
                </c:pt>
                <c:pt idx="1160">
                  <c:v>-0.14570900000000001</c:v>
                </c:pt>
                <c:pt idx="1161">
                  <c:v>-0.14540400000000001</c:v>
                </c:pt>
                <c:pt idx="1162">
                  <c:v>-0.145098</c:v>
                </c:pt>
                <c:pt idx="1163">
                  <c:v>-0.14479300000000001</c:v>
                </c:pt>
                <c:pt idx="1164">
                  <c:v>-0.14448800000000001</c:v>
                </c:pt>
                <c:pt idx="1165">
                  <c:v>-0.144182</c:v>
                </c:pt>
                <c:pt idx="1166">
                  <c:v>-0.143877</c:v>
                </c:pt>
                <c:pt idx="1167">
                  <c:v>-0.143571</c:v>
                </c:pt>
                <c:pt idx="1168">
                  <c:v>-0.143266</c:v>
                </c:pt>
                <c:pt idx="1169">
                  <c:v>-0.142961</c:v>
                </c:pt>
                <c:pt idx="1170">
                  <c:v>-0.142655</c:v>
                </c:pt>
                <c:pt idx="1171">
                  <c:v>-0.14235</c:v>
                </c:pt>
                <c:pt idx="1172">
                  <c:v>-0.142044</c:v>
                </c:pt>
                <c:pt idx="1173">
                  <c:v>-0.141739</c:v>
                </c:pt>
                <c:pt idx="1174">
                  <c:v>-0.141434</c:v>
                </c:pt>
                <c:pt idx="1175">
                  <c:v>-0.141128</c:v>
                </c:pt>
                <c:pt idx="1176">
                  <c:v>-0.140823</c:v>
                </c:pt>
                <c:pt idx="1177">
                  <c:v>-0.140518</c:v>
                </c:pt>
                <c:pt idx="1178">
                  <c:v>-0.140212</c:v>
                </c:pt>
                <c:pt idx="1179">
                  <c:v>-0.139907</c:v>
                </c:pt>
                <c:pt idx="1180">
                  <c:v>-0.139601</c:v>
                </c:pt>
                <c:pt idx="1181">
                  <c:v>-0.139296</c:v>
                </c:pt>
                <c:pt idx="1182">
                  <c:v>-0.138991</c:v>
                </c:pt>
                <c:pt idx="1183">
                  <c:v>-0.138685</c:v>
                </c:pt>
                <c:pt idx="1184">
                  <c:v>-0.13838</c:v>
                </c:pt>
                <c:pt idx="1185">
                  <c:v>-0.138074</c:v>
                </c:pt>
                <c:pt idx="1186">
                  <c:v>-0.137769</c:v>
                </c:pt>
                <c:pt idx="1187">
                  <c:v>-0.137464</c:v>
                </c:pt>
                <c:pt idx="1188">
                  <c:v>-0.137158</c:v>
                </c:pt>
                <c:pt idx="1189">
                  <c:v>-0.136853</c:v>
                </c:pt>
                <c:pt idx="1190">
                  <c:v>-0.136547</c:v>
                </c:pt>
                <c:pt idx="1191">
                  <c:v>-0.136242</c:v>
                </c:pt>
                <c:pt idx="1192">
                  <c:v>-0.135937</c:v>
                </c:pt>
                <c:pt idx="1193">
                  <c:v>-0.135631</c:v>
                </c:pt>
                <c:pt idx="1194">
                  <c:v>-0.135326</c:v>
                </c:pt>
                <c:pt idx="1195">
                  <c:v>-0.13502</c:v>
                </c:pt>
                <c:pt idx="1196">
                  <c:v>-0.134715</c:v>
                </c:pt>
                <c:pt idx="1197">
                  <c:v>-0.13441</c:v>
                </c:pt>
                <c:pt idx="1198">
                  <c:v>-0.134104</c:v>
                </c:pt>
                <c:pt idx="1199">
                  <c:v>-0.133799</c:v>
                </c:pt>
                <c:pt idx="1200">
                  <c:v>-0.133493</c:v>
                </c:pt>
                <c:pt idx="1201">
                  <c:v>-0.133188</c:v>
                </c:pt>
                <c:pt idx="1202">
                  <c:v>-0.132883</c:v>
                </c:pt>
                <c:pt idx="1203">
                  <c:v>-0.132577</c:v>
                </c:pt>
                <c:pt idx="1204">
                  <c:v>-0.132272</c:v>
                </c:pt>
                <c:pt idx="1205">
                  <c:v>-0.131966</c:v>
                </c:pt>
                <c:pt idx="1206">
                  <c:v>-0.131661</c:v>
                </c:pt>
                <c:pt idx="1207">
                  <c:v>-0.131356</c:v>
                </c:pt>
                <c:pt idx="1208">
                  <c:v>-0.13105</c:v>
                </c:pt>
                <c:pt idx="1209">
                  <c:v>-0.130745</c:v>
                </c:pt>
                <c:pt idx="1210">
                  <c:v>-0.130439</c:v>
                </c:pt>
                <c:pt idx="1211">
                  <c:v>-0.130134</c:v>
                </c:pt>
                <c:pt idx="1212">
                  <c:v>-0.129829</c:v>
                </c:pt>
                <c:pt idx="1213">
                  <c:v>-0.129523</c:v>
                </c:pt>
                <c:pt idx="1214">
                  <c:v>-0.129218</c:v>
                </c:pt>
                <c:pt idx="1215">
                  <c:v>-0.128912</c:v>
                </c:pt>
                <c:pt idx="1216">
                  <c:v>-0.128607</c:v>
                </c:pt>
                <c:pt idx="1217">
                  <c:v>-0.128302</c:v>
                </c:pt>
                <c:pt idx="1218">
                  <c:v>-0.127996</c:v>
                </c:pt>
                <c:pt idx="1219">
                  <c:v>-0.127691</c:v>
                </c:pt>
                <c:pt idx="1220">
                  <c:v>-0.127385</c:v>
                </c:pt>
                <c:pt idx="1221">
                  <c:v>-0.12708</c:v>
                </c:pt>
                <c:pt idx="1222">
                  <c:v>-0.126775</c:v>
                </c:pt>
                <c:pt idx="1223">
                  <c:v>-0.126469</c:v>
                </c:pt>
                <c:pt idx="1224">
                  <c:v>-0.126164</c:v>
                </c:pt>
                <c:pt idx="1225">
                  <c:v>-0.125858</c:v>
                </c:pt>
                <c:pt idx="1226">
                  <c:v>-0.125553</c:v>
                </c:pt>
                <c:pt idx="1227">
                  <c:v>-0.125248</c:v>
                </c:pt>
                <c:pt idx="1228">
                  <c:v>-0.124942</c:v>
                </c:pt>
                <c:pt idx="1229">
                  <c:v>-0.124637</c:v>
                </c:pt>
                <c:pt idx="1230">
                  <c:v>-0.124331</c:v>
                </c:pt>
                <c:pt idx="1231">
                  <c:v>-0.124026</c:v>
                </c:pt>
                <c:pt idx="1232">
                  <c:v>-0.123721</c:v>
                </c:pt>
                <c:pt idx="1233">
                  <c:v>-0.123415</c:v>
                </c:pt>
                <c:pt idx="1234">
                  <c:v>-0.12311</c:v>
                </c:pt>
                <c:pt idx="1235">
                  <c:v>-0.122804</c:v>
                </c:pt>
                <c:pt idx="1236">
                  <c:v>-0.122499</c:v>
                </c:pt>
                <c:pt idx="1237">
                  <c:v>-0.122194</c:v>
                </c:pt>
                <c:pt idx="1238">
                  <c:v>-0.121888</c:v>
                </c:pt>
                <c:pt idx="1239">
                  <c:v>-0.121583</c:v>
                </c:pt>
                <c:pt idx="1240">
                  <c:v>-0.121277</c:v>
                </c:pt>
                <c:pt idx="1241">
                  <c:v>-0.120972</c:v>
                </c:pt>
                <c:pt idx="1242">
                  <c:v>-0.120667</c:v>
                </c:pt>
                <c:pt idx="1243">
                  <c:v>-0.120361</c:v>
                </c:pt>
                <c:pt idx="1244">
                  <c:v>-0.120056</c:v>
                </c:pt>
                <c:pt idx="1245">
                  <c:v>-0.11975</c:v>
                </c:pt>
                <c:pt idx="1246">
                  <c:v>-0.119445</c:v>
                </c:pt>
                <c:pt idx="1247">
                  <c:v>-0.11914</c:v>
                </c:pt>
                <c:pt idx="1248">
                  <c:v>-0.118834</c:v>
                </c:pt>
                <c:pt idx="1249">
                  <c:v>-0.118529</c:v>
                </c:pt>
                <c:pt idx="1250">
                  <c:v>-0.11822299999999999</c:v>
                </c:pt>
                <c:pt idx="1251">
                  <c:v>-0.117918</c:v>
                </c:pt>
                <c:pt idx="1252">
                  <c:v>-0.117613</c:v>
                </c:pt>
                <c:pt idx="1253">
                  <c:v>-0.11730699999999999</c:v>
                </c:pt>
                <c:pt idx="1254">
                  <c:v>-0.11700199999999999</c:v>
                </c:pt>
                <c:pt idx="1255">
                  <c:v>-0.11669599999999999</c:v>
                </c:pt>
                <c:pt idx="1256">
                  <c:v>-0.11639099999999999</c:v>
                </c:pt>
                <c:pt idx="1257">
                  <c:v>-0.11608599999999999</c:v>
                </c:pt>
                <c:pt idx="1258">
                  <c:v>-0.11577999999999999</c:v>
                </c:pt>
                <c:pt idx="1259">
                  <c:v>-0.11547499999999999</c:v>
                </c:pt>
                <c:pt idx="1260">
                  <c:v>-0.11516999999999999</c:v>
                </c:pt>
                <c:pt idx="1261">
                  <c:v>-0.11486399999999999</c:v>
                </c:pt>
                <c:pt idx="1262">
                  <c:v>-0.11455899999999999</c:v>
                </c:pt>
                <c:pt idx="1263">
                  <c:v>-0.11425299999999999</c:v>
                </c:pt>
                <c:pt idx="1264">
                  <c:v>-0.11394799999999999</c:v>
                </c:pt>
                <c:pt idx="1265">
                  <c:v>-0.11364299999999999</c:v>
                </c:pt>
                <c:pt idx="1266">
                  <c:v>-0.11333699999999999</c:v>
                </c:pt>
                <c:pt idx="1267">
                  <c:v>-0.11303199999999999</c:v>
                </c:pt>
                <c:pt idx="1268">
                  <c:v>-0.11272600000000001</c:v>
                </c:pt>
                <c:pt idx="1269">
                  <c:v>-0.11242099999999999</c:v>
                </c:pt>
                <c:pt idx="1270">
                  <c:v>-0.11211599999999999</c:v>
                </c:pt>
                <c:pt idx="1271">
                  <c:v>-0.11181000000000001</c:v>
                </c:pt>
                <c:pt idx="1272">
                  <c:v>-0.11150500000000001</c:v>
                </c:pt>
                <c:pt idx="1273">
                  <c:v>-0.11119900000000001</c:v>
                </c:pt>
                <c:pt idx="1274">
                  <c:v>-0.11089400000000001</c:v>
                </c:pt>
                <c:pt idx="1275">
                  <c:v>-0.11058900000000001</c:v>
                </c:pt>
                <c:pt idx="1276">
                  <c:v>-0.11028300000000001</c:v>
                </c:pt>
                <c:pt idx="1277">
                  <c:v>-0.10997800000000001</c:v>
                </c:pt>
                <c:pt idx="1278">
                  <c:v>-0.10967200000000001</c:v>
                </c:pt>
                <c:pt idx="1279">
                  <c:v>-0.10936700000000001</c:v>
                </c:pt>
                <c:pt idx="1280">
                  <c:v>-0.10906200000000001</c:v>
                </c:pt>
                <c:pt idx="1281">
                  <c:v>-0.10875600000000001</c:v>
                </c:pt>
                <c:pt idx="1282">
                  <c:v>-0.10845100000000001</c:v>
                </c:pt>
                <c:pt idx="1283">
                  <c:v>-0.10814500000000001</c:v>
                </c:pt>
                <c:pt idx="1284">
                  <c:v>-0.10784000000000001</c:v>
                </c:pt>
                <c:pt idx="1285">
                  <c:v>-0.10753500000000001</c:v>
                </c:pt>
                <c:pt idx="1286">
                  <c:v>-0.107229</c:v>
                </c:pt>
                <c:pt idx="1287">
                  <c:v>-0.10692400000000001</c:v>
                </c:pt>
                <c:pt idx="1288">
                  <c:v>-0.106618</c:v>
                </c:pt>
                <c:pt idx="1289">
                  <c:v>-0.106313</c:v>
                </c:pt>
                <c:pt idx="1290">
                  <c:v>-0.10600800000000001</c:v>
                </c:pt>
                <c:pt idx="1291">
                  <c:v>-0.105702</c:v>
                </c:pt>
                <c:pt idx="1292">
                  <c:v>-0.105397</c:v>
                </c:pt>
                <c:pt idx="1293">
                  <c:v>-0.105091</c:v>
                </c:pt>
                <c:pt idx="1294">
                  <c:v>-0.104786</c:v>
                </c:pt>
                <c:pt idx="1295">
                  <c:v>-0.104481</c:v>
                </c:pt>
                <c:pt idx="1296">
                  <c:v>-0.104175</c:v>
                </c:pt>
                <c:pt idx="1297">
                  <c:v>-0.10387</c:v>
                </c:pt>
                <c:pt idx="1298">
                  <c:v>-0.103564</c:v>
                </c:pt>
                <c:pt idx="1299">
                  <c:v>-0.103259</c:v>
                </c:pt>
                <c:pt idx="1300">
                  <c:v>-0.102954</c:v>
                </c:pt>
                <c:pt idx="1301">
                  <c:v>-0.102648</c:v>
                </c:pt>
                <c:pt idx="1302">
                  <c:v>-0.102343</c:v>
                </c:pt>
                <c:pt idx="1303">
                  <c:v>-0.102037</c:v>
                </c:pt>
                <c:pt idx="1304">
                  <c:v>-0.101732</c:v>
                </c:pt>
                <c:pt idx="1305">
                  <c:v>-0.101427</c:v>
                </c:pt>
                <c:pt idx="1306">
                  <c:v>-0.101121</c:v>
                </c:pt>
                <c:pt idx="1307">
                  <c:v>-0.100816</c:v>
                </c:pt>
                <c:pt idx="1308">
                  <c:v>-0.10051</c:v>
                </c:pt>
                <c:pt idx="1309">
                  <c:v>-0.100205</c:v>
                </c:pt>
                <c:pt idx="1310">
                  <c:v>-9.9899600000000005E-2</c:v>
                </c:pt>
                <c:pt idx="1311">
                  <c:v>-9.9594199999999994E-2</c:v>
                </c:pt>
                <c:pt idx="1312">
                  <c:v>-9.9288799999999997E-2</c:v>
                </c:pt>
                <c:pt idx="1313">
                  <c:v>-9.8983399999999999E-2</c:v>
                </c:pt>
                <c:pt idx="1314">
                  <c:v>-9.8678000000000002E-2</c:v>
                </c:pt>
                <c:pt idx="1315">
                  <c:v>-9.8372600000000004E-2</c:v>
                </c:pt>
                <c:pt idx="1316">
                  <c:v>-9.8067199999999993E-2</c:v>
                </c:pt>
                <c:pt idx="1317">
                  <c:v>-9.7761799999999996E-2</c:v>
                </c:pt>
                <c:pt idx="1318">
                  <c:v>-9.7456399999999999E-2</c:v>
                </c:pt>
                <c:pt idx="1319">
                  <c:v>-9.7151000000000001E-2</c:v>
                </c:pt>
                <c:pt idx="1320">
                  <c:v>-9.6845600000000004E-2</c:v>
                </c:pt>
                <c:pt idx="1321">
                  <c:v>-9.6540200000000007E-2</c:v>
                </c:pt>
                <c:pt idx="1322">
                  <c:v>-9.6234799999999995E-2</c:v>
                </c:pt>
                <c:pt idx="1323">
                  <c:v>-9.5929399999999998E-2</c:v>
                </c:pt>
                <c:pt idx="1324">
                  <c:v>-9.5624100000000004E-2</c:v>
                </c:pt>
                <c:pt idx="1325">
                  <c:v>-9.5318700000000006E-2</c:v>
                </c:pt>
                <c:pt idx="1326">
                  <c:v>-9.5013299999999995E-2</c:v>
                </c:pt>
                <c:pt idx="1327">
                  <c:v>-9.4707899999999998E-2</c:v>
                </c:pt>
                <c:pt idx="1328">
                  <c:v>-9.44025E-2</c:v>
                </c:pt>
                <c:pt idx="1329">
                  <c:v>-9.4097100000000003E-2</c:v>
                </c:pt>
                <c:pt idx="1330">
                  <c:v>-9.3791700000000006E-2</c:v>
                </c:pt>
                <c:pt idx="1331">
                  <c:v>-9.3486299999999994E-2</c:v>
                </c:pt>
                <c:pt idx="1332">
                  <c:v>-9.3180899999999997E-2</c:v>
                </c:pt>
                <c:pt idx="1333">
                  <c:v>-9.28755E-2</c:v>
                </c:pt>
                <c:pt idx="1334">
                  <c:v>-9.2570100000000002E-2</c:v>
                </c:pt>
                <c:pt idx="1335">
                  <c:v>-9.2264700000000005E-2</c:v>
                </c:pt>
                <c:pt idx="1336">
                  <c:v>-9.1959299999999994E-2</c:v>
                </c:pt>
                <c:pt idx="1337">
                  <c:v>-9.1653899999999996E-2</c:v>
                </c:pt>
                <c:pt idx="1338">
                  <c:v>-9.1348499999999999E-2</c:v>
                </c:pt>
                <c:pt idx="1339">
                  <c:v>-9.1043100000000002E-2</c:v>
                </c:pt>
                <c:pt idx="1340">
                  <c:v>-9.0737700000000004E-2</c:v>
                </c:pt>
                <c:pt idx="1341">
                  <c:v>-9.0432299999999993E-2</c:v>
                </c:pt>
                <c:pt idx="1342">
                  <c:v>-9.0126899999999996E-2</c:v>
                </c:pt>
                <c:pt idx="1343">
                  <c:v>-8.9821499999999999E-2</c:v>
                </c:pt>
                <c:pt idx="1344">
                  <c:v>-8.9516100000000001E-2</c:v>
                </c:pt>
                <c:pt idx="1345">
                  <c:v>-8.9210700000000004E-2</c:v>
                </c:pt>
                <c:pt idx="1346">
                  <c:v>-8.8905300000000007E-2</c:v>
                </c:pt>
                <c:pt idx="1347">
                  <c:v>-8.8599899999999995E-2</c:v>
                </c:pt>
                <c:pt idx="1348">
                  <c:v>-8.8294499999999998E-2</c:v>
                </c:pt>
                <c:pt idx="1349">
                  <c:v>-8.7989100000000001E-2</c:v>
                </c:pt>
                <c:pt idx="1350">
                  <c:v>-8.7683700000000003E-2</c:v>
                </c:pt>
                <c:pt idx="1351">
                  <c:v>-8.7378300000000006E-2</c:v>
                </c:pt>
                <c:pt idx="1352">
                  <c:v>-8.7072899999999995E-2</c:v>
                </c:pt>
                <c:pt idx="1353">
                  <c:v>-8.6767499999999997E-2</c:v>
                </c:pt>
                <c:pt idx="1354">
                  <c:v>-8.64621E-2</c:v>
                </c:pt>
                <c:pt idx="1355">
                  <c:v>-8.6156700000000003E-2</c:v>
                </c:pt>
                <c:pt idx="1356">
                  <c:v>-8.5851300000000005E-2</c:v>
                </c:pt>
                <c:pt idx="1357">
                  <c:v>-8.5545899999999994E-2</c:v>
                </c:pt>
                <c:pt idx="1358">
                  <c:v>-8.5240499999999997E-2</c:v>
                </c:pt>
                <c:pt idx="1359">
                  <c:v>-8.4935099999999999E-2</c:v>
                </c:pt>
                <c:pt idx="1360">
                  <c:v>-8.4629700000000002E-2</c:v>
                </c:pt>
                <c:pt idx="1361">
                  <c:v>-8.4324300000000005E-2</c:v>
                </c:pt>
                <c:pt idx="1362">
                  <c:v>-8.4018899999999994E-2</c:v>
                </c:pt>
                <c:pt idx="1363">
                  <c:v>-8.3713499999999996E-2</c:v>
                </c:pt>
                <c:pt idx="1364">
                  <c:v>-8.3408099999999999E-2</c:v>
                </c:pt>
                <c:pt idx="1365">
                  <c:v>-8.3102700000000002E-2</c:v>
                </c:pt>
                <c:pt idx="1366">
                  <c:v>-8.2797399999999993E-2</c:v>
                </c:pt>
                <c:pt idx="1367">
                  <c:v>-8.2491999999999996E-2</c:v>
                </c:pt>
                <c:pt idx="1368">
                  <c:v>-8.2186599999999999E-2</c:v>
                </c:pt>
                <c:pt idx="1369">
                  <c:v>-8.1881200000000001E-2</c:v>
                </c:pt>
                <c:pt idx="1370">
                  <c:v>-8.1575800000000004E-2</c:v>
                </c:pt>
                <c:pt idx="1371">
                  <c:v>-8.1270400000000007E-2</c:v>
                </c:pt>
                <c:pt idx="1372">
                  <c:v>-8.0964999999999995E-2</c:v>
                </c:pt>
                <c:pt idx="1373">
                  <c:v>-8.0659599999999998E-2</c:v>
                </c:pt>
                <c:pt idx="1374">
                  <c:v>-8.0354200000000001E-2</c:v>
                </c:pt>
                <c:pt idx="1375">
                  <c:v>-8.0048800000000003E-2</c:v>
                </c:pt>
                <c:pt idx="1376">
                  <c:v>-7.9743400000000006E-2</c:v>
                </c:pt>
                <c:pt idx="1377">
                  <c:v>-7.9437999999999995E-2</c:v>
                </c:pt>
                <c:pt idx="1378">
                  <c:v>-7.9132599999999997E-2</c:v>
                </c:pt>
                <c:pt idx="1379">
                  <c:v>-7.88272E-2</c:v>
                </c:pt>
                <c:pt idx="1380">
                  <c:v>-7.8521800000000003E-2</c:v>
                </c:pt>
                <c:pt idx="1381">
                  <c:v>-7.8216400000000005E-2</c:v>
                </c:pt>
                <c:pt idx="1382">
                  <c:v>-7.7910999999999994E-2</c:v>
                </c:pt>
                <c:pt idx="1383">
                  <c:v>-7.7605599999999997E-2</c:v>
                </c:pt>
                <c:pt idx="1384">
                  <c:v>-7.7300199999999999E-2</c:v>
                </c:pt>
                <c:pt idx="1385">
                  <c:v>-7.6994800000000002E-2</c:v>
                </c:pt>
                <c:pt idx="1386">
                  <c:v>-7.6689400000000005E-2</c:v>
                </c:pt>
                <c:pt idx="1387">
                  <c:v>-7.6383999999999994E-2</c:v>
                </c:pt>
                <c:pt idx="1388">
                  <c:v>-7.6078599999999996E-2</c:v>
                </c:pt>
                <c:pt idx="1389">
                  <c:v>-7.5773199999999999E-2</c:v>
                </c:pt>
                <c:pt idx="1390">
                  <c:v>-7.5467800000000002E-2</c:v>
                </c:pt>
                <c:pt idx="1391">
                  <c:v>-7.5162400000000004E-2</c:v>
                </c:pt>
                <c:pt idx="1392">
                  <c:v>-7.4857000000000007E-2</c:v>
                </c:pt>
                <c:pt idx="1393">
                  <c:v>-7.4551599999999996E-2</c:v>
                </c:pt>
                <c:pt idx="1394">
                  <c:v>-7.4246199999999998E-2</c:v>
                </c:pt>
                <c:pt idx="1395">
                  <c:v>-7.3940800000000001E-2</c:v>
                </c:pt>
                <c:pt idx="1396">
                  <c:v>-7.3635400000000004E-2</c:v>
                </c:pt>
                <c:pt idx="1397">
                  <c:v>-7.3330000000000006E-2</c:v>
                </c:pt>
                <c:pt idx="1398">
                  <c:v>-7.3024599999999995E-2</c:v>
                </c:pt>
                <c:pt idx="1399">
                  <c:v>-7.2719199999999998E-2</c:v>
                </c:pt>
                <c:pt idx="1400">
                  <c:v>-7.24138E-2</c:v>
                </c:pt>
                <c:pt idx="1401">
                  <c:v>-7.2108400000000003E-2</c:v>
                </c:pt>
                <c:pt idx="1402">
                  <c:v>-7.1803000000000006E-2</c:v>
                </c:pt>
                <c:pt idx="1403">
                  <c:v>-7.1497599999999994E-2</c:v>
                </c:pt>
                <c:pt idx="1404">
                  <c:v>-7.1192199999999997E-2</c:v>
                </c:pt>
                <c:pt idx="1405">
                  <c:v>-7.08868E-2</c:v>
                </c:pt>
                <c:pt idx="1406">
                  <c:v>-7.0581400000000002E-2</c:v>
                </c:pt>
                <c:pt idx="1407">
                  <c:v>-7.0276000000000005E-2</c:v>
                </c:pt>
                <c:pt idx="1408">
                  <c:v>-6.9970699999999997E-2</c:v>
                </c:pt>
                <c:pt idx="1409">
                  <c:v>-6.9665299999999999E-2</c:v>
                </c:pt>
                <c:pt idx="1410">
                  <c:v>-6.9359900000000002E-2</c:v>
                </c:pt>
                <c:pt idx="1411">
                  <c:v>-6.9054500000000005E-2</c:v>
                </c:pt>
                <c:pt idx="1412">
                  <c:v>-6.8749099999999994E-2</c:v>
                </c:pt>
                <c:pt idx="1413">
                  <c:v>-6.8443699999999996E-2</c:v>
                </c:pt>
                <c:pt idx="1414">
                  <c:v>-6.8138299999999999E-2</c:v>
                </c:pt>
                <c:pt idx="1415">
                  <c:v>-6.7832900000000002E-2</c:v>
                </c:pt>
                <c:pt idx="1416">
                  <c:v>-6.7527500000000004E-2</c:v>
                </c:pt>
                <c:pt idx="1417">
                  <c:v>-6.7222100000000007E-2</c:v>
                </c:pt>
                <c:pt idx="1418">
                  <c:v>-6.6916699999999996E-2</c:v>
                </c:pt>
                <c:pt idx="1419">
                  <c:v>-6.6611299999999998E-2</c:v>
                </c:pt>
                <c:pt idx="1420">
                  <c:v>-6.6305900000000001E-2</c:v>
                </c:pt>
                <c:pt idx="1421">
                  <c:v>-6.6000500000000004E-2</c:v>
                </c:pt>
                <c:pt idx="1422">
                  <c:v>-6.5695100000000006E-2</c:v>
                </c:pt>
                <c:pt idx="1423">
                  <c:v>-6.5389699999999995E-2</c:v>
                </c:pt>
                <c:pt idx="1424">
                  <c:v>-6.5084299999999998E-2</c:v>
                </c:pt>
                <c:pt idx="1425">
                  <c:v>-6.47789E-2</c:v>
                </c:pt>
                <c:pt idx="1426">
                  <c:v>-6.4473500000000003E-2</c:v>
                </c:pt>
                <c:pt idx="1427">
                  <c:v>-6.4168100000000006E-2</c:v>
                </c:pt>
                <c:pt idx="1428">
                  <c:v>-6.3862699999999994E-2</c:v>
                </c:pt>
                <c:pt idx="1429">
                  <c:v>-6.3557299999999997E-2</c:v>
                </c:pt>
                <c:pt idx="1430">
                  <c:v>-6.32519E-2</c:v>
                </c:pt>
                <c:pt idx="1431">
                  <c:v>-6.2946500000000002E-2</c:v>
                </c:pt>
                <c:pt idx="1432">
                  <c:v>-6.2641100000000005E-2</c:v>
                </c:pt>
                <c:pt idx="1433">
                  <c:v>-6.2335700000000001E-2</c:v>
                </c:pt>
                <c:pt idx="1434">
                  <c:v>-6.2030299999999997E-2</c:v>
                </c:pt>
                <c:pt idx="1435">
                  <c:v>-6.1724899999999999E-2</c:v>
                </c:pt>
                <c:pt idx="1436">
                  <c:v>-6.1419500000000002E-2</c:v>
                </c:pt>
                <c:pt idx="1437">
                  <c:v>-6.1114099999999998E-2</c:v>
                </c:pt>
                <c:pt idx="1438">
                  <c:v>-6.08087E-2</c:v>
                </c:pt>
                <c:pt idx="1439">
                  <c:v>-6.0503300000000003E-2</c:v>
                </c:pt>
                <c:pt idx="1440">
                  <c:v>-6.0197899999999999E-2</c:v>
                </c:pt>
                <c:pt idx="1441">
                  <c:v>-5.9892500000000001E-2</c:v>
                </c:pt>
                <c:pt idx="1442">
                  <c:v>-5.9587099999999997E-2</c:v>
                </c:pt>
                <c:pt idx="1443">
                  <c:v>-5.92817E-2</c:v>
                </c:pt>
                <c:pt idx="1444">
                  <c:v>-5.8976300000000002E-2</c:v>
                </c:pt>
                <c:pt idx="1445">
                  <c:v>-5.8670899999999998E-2</c:v>
                </c:pt>
                <c:pt idx="1446">
                  <c:v>-5.8365500000000001E-2</c:v>
                </c:pt>
                <c:pt idx="1447">
                  <c:v>-5.8060100000000003E-2</c:v>
                </c:pt>
                <c:pt idx="1448">
                  <c:v>-5.7754699999999999E-2</c:v>
                </c:pt>
                <c:pt idx="1449">
                  <c:v>-5.7449300000000002E-2</c:v>
                </c:pt>
                <c:pt idx="1450">
                  <c:v>-5.7144E-2</c:v>
                </c:pt>
                <c:pt idx="1451">
                  <c:v>-5.6838600000000003E-2</c:v>
                </c:pt>
                <c:pt idx="1452">
                  <c:v>-5.6533199999999999E-2</c:v>
                </c:pt>
                <c:pt idx="1453">
                  <c:v>-5.6227800000000001E-2</c:v>
                </c:pt>
                <c:pt idx="1454">
                  <c:v>-5.5922399999999997E-2</c:v>
                </c:pt>
                <c:pt idx="1455">
                  <c:v>-5.5617E-2</c:v>
                </c:pt>
                <c:pt idx="1456">
                  <c:v>-5.5311600000000002E-2</c:v>
                </c:pt>
                <c:pt idx="1457">
                  <c:v>-5.5006199999999998E-2</c:v>
                </c:pt>
                <c:pt idx="1458">
                  <c:v>-5.4700800000000001E-2</c:v>
                </c:pt>
                <c:pt idx="1459">
                  <c:v>-5.4395399999999997E-2</c:v>
                </c:pt>
                <c:pt idx="1460">
                  <c:v>-5.4089999999999999E-2</c:v>
                </c:pt>
                <c:pt idx="1461">
                  <c:v>-5.3784600000000002E-2</c:v>
                </c:pt>
                <c:pt idx="1462">
                  <c:v>-5.3479199999999998E-2</c:v>
                </c:pt>
                <c:pt idx="1463">
                  <c:v>-5.31738E-2</c:v>
                </c:pt>
                <c:pt idx="1464">
                  <c:v>-5.2868400000000003E-2</c:v>
                </c:pt>
                <c:pt idx="1465">
                  <c:v>-5.2562999999999999E-2</c:v>
                </c:pt>
                <c:pt idx="1466">
                  <c:v>-5.2257600000000001E-2</c:v>
                </c:pt>
                <c:pt idx="1467">
                  <c:v>-5.1952199999999997E-2</c:v>
                </c:pt>
                <c:pt idx="1468">
                  <c:v>-5.16468E-2</c:v>
                </c:pt>
                <c:pt idx="1469">
                  <c:v>-5.1341400000000002E-2</c:v>
                </c:pt>
                <c:pt idx="1470">
                  <c:v>-5.1035999999999998E-2</c:v>
                </c:pt>
                <c:pt idx="1471">
                  <c:v>-5.0730600000000001E-2</c:v>
                </c:pt>
                <c:pt idx="1472">
                  <c:v>-5.0425200000000003E-2</c:v>
                </c:pt>
                <c:pt idx="1473">
                  <c:v>-5.0119799999999999E-2</c:v>
                </c:pt>
                <c:pt idx="1474">
                  <c:v>-4.9814400000000002E-2</c:v>
                </c:pt>
                <c:pt idx="1475">
                  <c:v>-4.9508999999999997E-2</c:v>
                </c:pt>
                <c:pt idx="1476">
                  <c:v>-4.92036E-2</c:v>
                </c:pt>
                <c:pt idx="1477">
                  <c:v>-4.8898200000000003E-2</c:v>
                </c:pt>
                <c:pt idx="1478">
                  <c:v>-4.8592799999999998E-2</c:v>
                </c:pt>
                <c:pt idx="1479">
                  <c:v>-4.8287400000000001E-2</c:v>
                </c:pt>
                <c:pt idx="1480">
                  <c:v>-4.7981999999999997E-2</c:v>
                </c:pt>
                <c:pt idx="1481">
                  <c:v>-4.76766E-2</c:v>
                </c:pt>
                <c:pt idx="1482">
                  <c:v>-4.7371200000000002E-2</c:v>
                </c:pt>
                <c:pt idx="1483">
                  <c:v>-4.7065799999999998E-2</c:v>
                </c:pt>
                <c:pt idx="1484">
                  <c:v>-4.6760400000000001E-2</c:v>
                </c:pt>
                <c:pt idx="1485">
                  <c:v>-4.6455000000000003E-2</c:v>
                </c:pt>
                <c:pt idx="1486">
                  <c:v>-4.6149599999999999E-2</c:v>
                </c:pt>
                <c:pt idx="1487">
                  <c:v>-4.5844200000000002E-2</c:v>
                </c:pt>
                <c:pt idx="1488">
                  <c:v>-4.5538799999999997E-2</c:v>
                </c:pt>
                <c:pt idx="1489">
                  <c:v>-4.52334E-2</c:v>
                </c:pt>
                <c:pt idx="1490">
                  <c:v>-4.4928000000000003E-2</c:v>
                </c:pt>
                <c:pt idx="1491">
                  <c:v>-4.4622599999999998E-2</c:v>
                </c:pt>
                <c:pt idx="1492">
                  <c:v>-4.4317299999999997E-2</c:v>
                </c:pt>
                <c:pt idx="1493">
                  <c:v>-4.40119E-2</c:v>
                </c:pt>
                <c:pt idx="1494">
                  <c:v>-4.3706500000000002E-2</c:v>
                </c:pt>
                <c:pt idx="1495">
                  <c:v>-4.3401099999999998E-2</c:v>
                </c:pt>
                <c:pt idx="1496">
                  <c:v>-4.3095700000000001E-2</c:v>
                </c:pt>
                <c:pt idx="1497">
                  <c:v>-4.2790300000000003E-2</c:v>
                </c:pt>
                <c:pt idx="1498">
                  <c:v>-4.2484899999999999E-2</c:v>
                </c:pt>
                <c:pt idx="1499">
                  <c:v>-4.2179500000000002E-2</c:v>
                </c:pt>
                <c:pt idx="1500">
                  <c:v>-4.1874099999999997E-2</c:v>
                </c:pt>
                <c:pt idx="1501">
                  <c:v>-4.15687E-2</c:v>
                </c:pt>
                <c:pt idx="1502">
                  <c:v>-4.1263300000000003E-2</c:v>
                </c:pt>
                <c:pt idx="1503">
                  <c:v>-4.0957899999999998E-2</c:v>
                </c:pt>
                <c:pt idx="1504">
                  <c:v>-4.0652500000000001E-2</c:v>
                </c:pt>
                <c:pt idx="1505">
                  <c:v>-4.0347099999999997E-2</c:v>
                </c:pt>
                <c:pt idx="1506">
                  <c:v>-4.00417E-2</c:v>
                </c:pt>
                <c:pt idx="1507">
                  <c:v>-3.9736300000000002E-2</c:v>
                </c:pt>
                <c:pt idx="1508">
                  <c:v>-3.9430899999999998E-2</c:v>
                </c:pt>
                <c:pt idx="1509">
                  <c:v>-3.9125500000000001E-2</c:v>
                </c:pt>
                <c:pt idx="1510">
                  <c:v>-3.8820100000000003E-2</c:v>
                </c:pt>
                <c:pt idx="1511">
                  <c:v>-3.8514699999999999E-2</c:v>
                </c:pt>
                <c:pt idx="1512">
                  <c:v>-3.8209300000000002E-2</c:v>
                </c:pt>
                <c:pt idx="1513">
                  <c:v>-3.7903899999999997E-2</c:v>
                </c:pt>
                <c:pt idx="1514">
                  <c:v>-3.75985E-2</c:v>
                </c:pt>
                <c:pt idx="1515">
                  <c:v>-3.7293100000000003E-2</c:v>
                </c:pt>
                <c:pt idx="1516">
                  <c:v>-3.6987699999999998E-2</c:v>
                </c:pt>
                <c:pt idx="1517">
                  <c:v>-3.6682300000000001E-2</c:v>
                </c:pt>
                <c:pt idx="1518">
                  <c:v>-3.6376899999999997E-2</c:v>
                </c:pt>
                <c:pt idx="1519">
                  <c:v>-3.6071499999999999E-2</c:v>
                </c:pt>
                <c:pt idx="1520">
                  <c:v>-3.5766100000000002E-2</c:v>
                </c:pt>
                <c:pt idx="1521">
                  <c:v>-3.5460699999999998E-2</c:v>
                </c:pt>
                <c:pt idx="1522">
                  <c:v>-3.51553E-2</c:v>
                </c:pt>
                <c:pt idx="1523">
                  <c:v>-3.4849900000000003E-2</c:v>
                </c:pt>
                <c:pt idx="1524">
                  <c:v>-3.4544499999999999E-2</c:v>
                </c:pt>
                <c:pt idx="1525">
                  <c:v>-3.4239100000000001E-2</c:v>
                </c:pt>
                <c:pt idx="1526">
                  <c:v>-3.3933699999999997E-2</c:v>
                </c:pt>
                <c:pt idx="1527">
                  <c:v>-3.36283E-2</c:v>
                </c:pt>
                <c:pt idx="1528">
                  <c:v>-3.3322900000000003E-2</c:v>
                </c:pt>
                <c:pt idx="1529">
                  <c:v>-3.3017499999999998E-2</c:v>
                </c:pt>
                <c:pt idx="1530">
                  <c:v>-3.2712100000000001E-2</c:v>
                </c:pt>
                <c:pt idx="1531">
                  <c:v>-3.2406699999999997E-2</c:v>
                </c:pt>
                <c:pt idx="1532">
                  <c:v>-3.2101299999999999E-2</c:v>
                </c:pt>
                <c:pt idx="1533">
                  <c:v>-3.1795900000000002E-2</c:v>
                </c:pt>
                <c:pt idx="1534">
                  <c:v>-3.1490600000000001E-2</c:v>
                </c:pt>
                <c:pt idx="1535">
                  <c:v>-3.11852E-2</c:v>
                </c:pt>
                <c:pt idx="1536">
                  <c:v>-3.0879799999999999E-2</c:v>
                </c:pt>
                <c:pt idx="1537">
                  <c:v>-3.0574400000000002E-2</c:v>
                </c:pt>
                <c:pt idx="1538">
                  <c:v>-3.0269000000000001E-2</c:v>
                </c:pt>
                <c:pt idx="1539">
                  <c:v>-2.99636E-2</c:v>
                </c:pt>
                <c:pt idx="1540">
                  <c:v>-2.9658199999999999E-2</c:v>
                </c:pt>
                <c:pt idx="1541">
                  <c:v>-2.9352799999999998E-2</c:v>
                </c:pt>
                <c:pt idx="1542">
                  <c:v>-2.9047400000000001E-2</c:v>
                </c:pt>
                <c:pt idx="1543">
                  <c:v>-2.8742E-2</c:v>
                </c:pt>
                <c:pt idx="1544">
                  <c:v>-2.8436599999999999E-2</c:v>
                </c:pt>
                <c:pt idx="1545">
                  <c:v>-2.8131199999999999E-2</c:v>
                </c:pt>
                <c:pt idx="1546">
                  <c:v>-2.7825800000000001E-2</c:v>
                </c:pt>
                <c:pt idx="1547">
                  <c:v>-2.75204E-2</c:v>
                </c:pt>
                <c:pt idx="1548">
                  <c:v>-2.7215E-2</c:v>
                </c:pt>
                <c:pt idx="1549">
                  <c:v>-2.6909599999999999E-2</c:v>
                </c:pt>
                <c:pt idx="1550">
                  <c:v>-2.6604200000000001E-2</c:v>
                </c:pt>
                <c:pt idx="1551">
                  <c:v>-2.6298800000000001E-2</c:v>
                </c:pt>
                <c:pt idx="1552">
                  <c:v>-2.59934E-2</c:v>
                </c:pt>
                <c:pt idx="1553">
                  <c:v>-2.5687999999999999E-2</c:v>
                </c:pt>
                <c:pt idx="1554">
                  <c:v>-2.5382600000000002E-2</c:v>
                </c:pt>
                <c:pt idx="1555">
                  <c:v>-2.5077200000000001E-2</c:v>
                </c:pt>
                <c:pt idx="1556">
                  <c:v>-2.47718E-2</c:v>
                </c:pt>
                <c:pt idx="1557">
                  <c:v>-2.4466399999999999E-2</c:v>
                </c:pt>
                <c:pt idx="1558">
                  <c:v>-2.4160999999999998E-2</c:v>
                </c:pt>
                <c:pt idx="1559">
                  <c:v>-2.3855600000000001E-2</c:v>
                </c:pt>
                <c:pt idx="1560">
                  <c:v>-2.35502E-2</c:v>
                </c:pt>
                <c:pt idx="1561">
                  <c:v>-2.3244799999999999E-2</c:v>
                </c:pt>
                <c:pt idx="1562">
                  <c:v>-2.2939399999999999E-2</c:v>
                </c:pt>
                <c:pt idx="1563">
                  <c:v>-2.2634000000000001E-2</c:v>
                </c:pt>
                <c:pt idx="1564">
                  <c:v>-2.2328600000000001E-2</c:v>
                </c:pt>
                <c:pt idx="1565">
                  <c:v>-2.20232E-2</c:v>
                </c:pt>
                <c:pt idx="1566">
                  <c:v>-2.1717799999999999E-2</c:v>
                </c:pt>
                <c:pt idx="1567">
                  <c:v>-2.1412400000000002E-2</c:v>
                </c:pt>
                <c:pt idx="1568">
                  <c:v>-2.1107000000000001E-2</c:v>
                </c:pt>
                <c:pt idx="1569">
                  <c:v>-2.08016E-2</c:v>
                </c:pt>
                <c:pt idx="1570">
                  <c:v>-2.0496199999999999E-2</c:v>
                </c:pt>
                <c:pt idx="1571">
                  <c:v>-2.0190799999999998E-2</c:v>
                </c:pt>
                <c:pt idx="1572">
                  <c:v>-1.9885400000000001E-2</c:v>
                </c:pt>
                <c:pt idx="1573">
                  <c:v>-1.958E-2</c:v>
                </c:pt>
                <c:pt idx="1574">
                  <c:v>-1.9274599999999999E-2</c:v>
                </c:pt>
                <c:pt idx="1575">
                  <c:v>-1.8969199999999999E-2</c:v>
                </c:pt>
                <c:pt idx="1576">
                  <c:v>-1.8663900000000001E-2</c:v>
                </c:pt>
                <c:pt idx="1577">
                  <c:v>-1.83585E-2</c:v>
                </c:pt>
                <c:pt idx="1578">
                  <c:v>-1.8053099999999999E-2</c:v>
                </c:pt>
                <c:pt idx="1579">
                  <c:v>-1.7747700000000002E-2</c:v>
                </c:pt>
                <c:pt idx="1580">
                  <c:v>-1.7442300000000001E-2</c:v>
                </c:pt>
                <c:pt idx="1581">
                  <c:v>-1.71369E-2</c:v>
                </c:pt>
                <c:pt idx="1582">
                  <c:v>-1.6831499999999999E-2</c:v>
                </c:pt>
                <c:pt idx="1583">
                  <c:v>-1.6526099999999998E-2</c:v>
                </c:pt>
                <c:pt idx="1584">
                  <c:v>-1.6220700000000001E-2</c:v>
                </c:pt>
                <c:pt idx="1585">
                  <c:v>-1.59153E-2</c:v>
                </c:pt>
                <c:pt idx="1586">
                  <c:v>-1.5609899999999999E-2</c:v>
                </c:pt>
                <c:pt idx="1587">
                  <c:v>-1.53045E-2</c:v>
                </c:pt>
                <c:pt idx="1588">
                  <c:v>-1.49991E-2</c:v>
                </c:pt>
                <c:pt idx="1589">
                  <c:v>-1.4693700000000001E-2</c:v>
                </c:pt>
                <c:pt idx="1590">
                  <c:v>-1.43883E-2</c:v>
                </c:pt>
                <c:pt idx="1591">
                  <c:v>-1.4082900000000001E-2</c:v>
                </c:pt>
                <c:pt idx="1592">
                  <c:v>-1.37775E-2</c:v>
                </c:pt>
                <c:pt idx="1593">
                  <c:v>-1.3472100000000001E-2</c:v>
                </c:pt>
                <c:pt idx="1594">
                  <c:v>-1.31667E-2</c:v>
                </c:pt>
                <c:pt idx="1595">
                  <c:v>-1.2861300000000001E-2</c:v>
                </c:pt>
                <c:pt idx="1596">
                  <c:v>-1.25559E-2</c:v>
                </c:pt>
                <c:pt idx="1597">
                  <c:v>-1.2250499999999999E-2</c:v>
                </c:pt>
                <c:pt idx="1598">
                  <c:v>-1.19451E-2</c:v>
                </c:pt>
                <c:pt idx="1599">
                  <c:v>-1.1639699999999999E-2</c:v>
                </c:pt>
                <c:pt idx="1600">
                  <c:v>-1.13343E-2</c:v>
                </c:pt>
                <c:pt idx="1601">
                  <c:v>-1.1028899999999999E-2</c:v>
                </c:pt>
                <c:pt idx="1602">
                  <c:v>-1.07235E-2</c:v>
                </c:pt>
                <c:pt idx="1603">
                  <c:v>-1.04181E-2</c:v>
                </c:pt>
                <c:pt idx="1604">
                  <c:v>-1.0112700000000001E-2</c:v>
                </c:pt>
                <c:pt idx="1605">
                  <c:v>-9.8073199999999996E-3</c:v>
                </c:pt>
                <c:pt idx="1606">
                  <c:v>-9.5019200000000005E-3</c:v>
                </c:pt>
                <c:pt idx="1607">
                  <c:v>-9.1965299999999996E-3</c:v>
                </c:pt>
                <c:pt idx="1608">
                  <c:v>-8.8911300000000006E-3</c:v>
                </c:pt>
                <c:pt idx="1609">
                  <c:v>-8.5857299999999998E-3</c:v>
                </c:pt>
                <c:pt idx="1610">
                  <c:v>-8.2803300000000007E-3</c:v>
                </c:pt>
                <c:pt idx="1611">
                  <c:v>-7.9749299999999999E-3</c:v>
                </c:pt>
                <c:pt idx="1612">
                  <c:v>-7.6695399999999999E-3</c:v>
                </c:pt>
                <c:pt idx="1613">
                  <c:v>-7.3641399999999999E-3</c:v>
                </c:pt>
                <c:pt idx="1614">
                  <c:v>-7.05874E-3</c:v>
                </c:pt>
                <c:pt idx="1615">
                  <c:v>-6.75334E-3</c:v>
                </c:pt>
                <c:pt idx="1616">
                  <c:v>-6.44795E-3</c:v>
                </c:pt>
                <c:pt idx="1617">
                  <c:v>-6.1425500000000001E-3</c:v>
                </c:pt>
                <c:pt idx="1618">
                  <c:v>-5.8371500000000002E-3</c:v>
                </c:pt>
                <c:pt idx="1619">
                  <c:v>-5.5317500000000002E-3</c:v>
                </c:pt>
                <c:pt idx="1620">
                  <c:v>-5.2263600000000002E-3</c:v>
                </c:pt>
                <c:pt idx="1621">
                  <c:v>-4.9209600000000003E-3</c:v>
                </c:pt>
                <c:pt idx="1622">
                  <c:v>-4.6155600000000003E-3</c:v>
                </c:pt>
                <c:pt idx="1623">
                  <c:v>-4.3101600000000004E-3</c:v>
                </c:pt>
                <c:pt idx="1624">
                  <c:v>-4.0047700000000004E-3</c:v>
                </c:pt>
                <c:pt idx="1625">
                  <c:v>-3.69937E-3</c:v>
                </c:pt>
                <c:pt idx="1626">
                  <c:v>-3.3939700000000001E-3</c:v>
                </c:pt>
                <c:pt idx="1627">
                  <c:v>-3.0885700000000001E-3</c:v>
                </c:pt>
                <c:pt idx="1628">
                  <c:v>-2.7831800000000001E-3</c:v>
                </c:pt>
                <c:pt idx="1629">
                  <c:v>-2.4777800000000002E-3</c:v>
                </c:pt>
                <c:pt idx="1630">
                  <c:v>-2.1723799999999998E-3</c:v>
                </c:pt>
                <c:pt idx="1631">
                  <c:v>-1.8669800000000001E-3</c:v>
                </c:pt>
                <c:pt idx="1632">
                  <c:v>-1.5615799999999999E-3</c:v>
                </c:pt>
                <c:pt idx="1633">
                  <c:v>-1.2561899999999999E-3</c:v>
                </c:pt>
                <c:pt idx="1634">
                  <c:v>-9.5078899999999995E-4</c:v>
                </c:pt>
                <c:pt idx="1635">
                  <c:v>-6.4539199999999995E-4</c:v>
                </c:pt>
                <c:pt idx="1636">
                  <c:v>-3.3999399999999998E-4</c:v>
                </c:pt>
                <c:pt idx="1637" formatCode="0.00E+00">
                  <c:v>-3.45965E-5</c:v>
                </c:pt>
                <c:pt idx="1638">
                  <c:v>2.7080099999999998E-4</c:v>
                </c:pt>
                <c:pt idx="1639">
                  <c:v>5.76199E-4</c:v>
                </c:pt>
                <c:pt idx="1640">
                  <c:v>8.8159600000000001E-4</c:v>
                </c:pt>
                <c:pt idx="1641">
                  <c:v>1.18699E-3</c:v>
                </c:pt>
                <c:pt idx="1642">
                  <c:v>1.4923899999999999E-3</c:v>
                </c:pt>
                <c:pt idx="1643">
                  <c:v>1.7977900000000001E-3</c:v>
                </c:pt>
                <c:pt idx="1644">
                  <c:v>2.10319E-3</c:v>
                </c:pt>
                <c:pt idx="1645">
                  <c:v>2.40858E-3</c:v>
                </c:pt>
                <c:pt idx="1646">
                  <c:v>2.71398E-3</c:v>
                </c:pt>
                <c:pt idx="1647">
                  <c:v>3.0193799999999999E-3</c:v>
                </c:pt>
                <c:pt idx="1648">
                  <c:v>3.3247799999999998E-3</c:v>
                </c:pt>
                <c:pt idx="1649">
                  <c:v>3.6301699999999998E-3</c:v>
                </c:pt>
                <c:pt idx="1650">
                  <c:v>3.9355700000000002E-3</c:v>
                </c:pt>
                <c:pt idx="1651">
                  <c:v>4.2409700000000002E-3</c:v>
                </c:pt>
                <c:pt idx="1652">
                  <c:v>4.5463700000000001E-3</c:v>
                </c:pt>
                <c:pt idx="1653">
                  <c:v>4.85177E-3</c:v>
                </c:pt>
                <c:pt idx="1654">
                  <c:v>5.15716E-3</c:v>
                </c:pt>
                <c:pt idx="1655">
                  <c:v>5.46256E-3</c:v>
                </c:pt>
                <c:pt idx="1656">
                  <c:v>5.7679599999999999E-3</c:v>
                </c:pt>
                <c:pt idx="1657">
                  <c:v>6.0733599999999999E-3</c:v>
                </c:pt>
                <c:pt idx="1658">
                  <c:v>6.3787499999999999E-3</c:v>
                </c:pt>
                <c:pt idx="1659">
                  <c:v>6.6841499999999998E-3</c:v>
                </c:pt>
                <c:pt idx="1660">
                  <c:v>6.9895499999999998E-3</c:v>
                </c:pt>
                <c:pt idx="1661">
                  <c:v>7.2949499999999997E-3</c:v>
                </c:pt>
                <c:pt idx="1662">
                  <c:v>7.6003399999999997E-3</c:v>
                </c:pt>
                <c:pt idx="1663">
                  <c:v>7.9057399999999996E-3</c:v>
                </c:pt>
                <c:pt idx="1664">
                  <c:v>8.2111400000000005E-3</c:v>
                </c:pt>
                <c:pt idx="1665">
                  <c:v>8.5165399999999995E-3</c:v>
                </c:pt>
                <c:pt idx="1666">
                  <c:v>8.8219300000000004E-3</c:v>
                </c:pt>
                <c:pt idx="1667">
                  <c:v>9.1273299999999995E-3</c:v>
                </c:pt>
                <c:pt idx="1668">
                  <c:v>9.4327300000000003E-3</c:v>
                </c:pt>
                <c:pt idx="1669">
                  <c:v>9.7381299999999994E-3</c:v>
                </c:pt>
                <c:pt idx="1670">
                  <c:v>1.00435E-2</c:v>
                </c:pt>
                <c:pt idx="1671">
                  <c:v>1.0348899999999999E-2</c:v>
                </c:pt>
                <c:pt idx="1672">
                  <c:v>1.06543E-2</c:v>
                </c:pt>
                <c:pt idx="1673">
                  <c:v>1.0959699999999999E-2</c:v>
                </c:pt>
                <c:pt idx="1674">
                  <c:v>1.12651E-2</c:v>
                </c:pt>
                <c:pt idx="1675">
                  <c:v>1.1570499999999999E-2</c:v>
                </c:pt>
                <c:pt idx="1676">
                  <c:v>1.18759E-2</c:v>
                </c:pt>
                <c:pt idx="1677">
                  <c:v>1.2181300000000001E-2</c:v>
                </c:pt>
                <c:pt idx="1678">
                  <c:v>1.24867E-2</c:v>
                </c:pt>
                <c:pt idx="1679">
                  <c:v>1.2792100000000001E-2</c:v>
                </c:pt>
                <c:pt idx="1680">
                  <c:v>1.30975E-2</c:v>
                </c:pt>
                <c:pt idx="1681">
                  <c:v>1.3402900000000001E-2</c:v>
                </c:pt>
                <c:pt idx="1682">
                  <c:v>1.37083E-2</c:v>
                </c:pt>
                <c:pt idx="1683">
                  <c:v>1.40137E-2</c:v>
                </c:pt>
                <c:pt idx="1684">
                  <c:v>1.43191E-2</c:v>
                </c:pt>
                <c:pt idx="1685">
                  <c:v>1.46245E-2</c:v>
                </c:pt>
                <c:pt idx="1686">
                  <c:v>1.4929899999999999E-2</c:v>
                </c:pt>
                <c:pt idx="1687">
                  <c:v>1.52353E-2</c:v>
                </c:pt>
                <c:pt idx="1688">
                  <c:v>1.5540699999999999E-2</c:v>
                </c:pt>
                <c:pt idx="1689">
                  <c:v>1.5846099999999998E-2</c:v>
                </c:pt>
                <c:pt idx="1690">
                  <c:v>1.6151499999999999E-2</c:v>
                </c:pt>
                <c:pt idx="1691">
                  <c:v>1.64569E-2</c:v>
                </c:pt>
                <c:pt idx="1692">
                  <c:v>1.6762300000000001E-2</c:v>
                </c:pt>
                <c:pt idx="1693">
                  <c:v>1.7067700000000002E-2</c:v>
                </c:pt>
                <c:pt idx="1694">
                  <c:v>1.7373099999999999E-2</c:v>
                </c:pt>
                <c:pt idx="1695">
                  <c:v>1.76785E-2</c:v>
                </c:pt>
                <c:pt idx="1696">
                  <c:v>1.7983900000000001E-2</c:v>
                </c:pt>
                <c:pt idx="1697">
                  <c:v>1.8289300000000001E-2</c:v>
                </c:pt>
                <c:pt idx="1698">
                  <c:v>1.8594699999999999E-2</c:v>
                </c:pt>
                <c:pt idx="1699">
                  <c:v>1.89001E-2</c:v>
                </c:pt>
                <c:pt idx="1700">
                  <c:v>1.92055E-2</c:v>
                </c:pt>
                <c:pt idx="1701">
                  <c:v>1.9510900000000001E-2</c:v>
                </c:pt>
                <c:pt idx="1702">
                  <c:v>1.9816199999999999E-2</c:v>
                </c:pt>
                <c:pt idx="1703">
                  <c:v>2.01216E-2</c:v>
                </c:pt>
                <c:pt idx="1704">
                  <c:v>2.0427000000000001E-2</c:v>
                </c:pt>
                <c:pt idx="1705">
                  <c:v>2.0732400000000002E-2</c:v>
                </c:pt>
                <c:pt idx="1706">
                  <c:v>2.1037799999999999E-2</c:v>
                </c:pt>
                <c:pt idx="1707">
                  <c:v>2.13432E-2</c:v>
                </c:pt>
                <c:pt idx="1708">
                  <c:v>2.16486E-2</c:v>
                </c:pt>
                <c:pt idx="1709">
                  <c:v>2.1954000000000001E-2</c:v>
                </c:pt>
                <c:pt idx="1710">
                  <c:v>2.2259399999999999E-2</c:v>
                </c:pt>
                <c:pt idx="1711">
                  <c:v>2.2564799999999999E-2</c:v>
                </c:pt>
                <c:pt idx="1712">
                  <c:v>2.28702E-2</c:v>
                </c:pt>
                <c:pt idx="1713">
                  <c:v>2.3175600000000001E-2</c:v>
                </c:pt>
                <c:pt idx="1714">
                  <c:v>2.3480999999999998E-2</c:v>
                </c:pt>
                <c:pt idx="1715">
                  <c:v>2.3786399999999999E-2</c:v>
                </c:pt>
                <c:pt idx="1716">
                  <c:v>2.40918E-2</c:v>
                </c:pt>
                <c:pt idx="1717">
                  <c:v>2.4397200000000001E-2</c:v>
                </c:pt>
                <c:pt idx="1718">
                  <c:v>2.4702600000000002E-2</c:v>
                </c:pt>
                <c:pt idx="1719">
                  <c:v>2.5007999999999999E-2</c:v>
                </c:pt>
                <c:pt idx="1720">
                  <c:v>2.53134E-2</c:v>
                </c:pt>
                <c:pt idx="1721">
                  <c:v>2.5618800000000001E-2</c:v>
                </c:pt>
                <c:pt idx="1722">
                  <c:v>2.5924200000000001E-2</c:v>
                </c:pt>
                <c:pt idx="1723">
                  <c:v>2.6229599999999999E-2</c:v>
                </c:pt>
                <c:pt idx="1724">
                  <c:v>2.6535E-2</c:v>
                </c:pt>
                <c:pt idx="1725">
                  <c:v>2.68404E-2</c:v>
                </c:pt>
                <c:pt idx="1726">
                  <c:v>2.7145800000000001E-2</c:v>
                </c:pt>
                <c:pt idx="1727">
                  <c:v>2.7451199999999999E-2</c:v>
                </c:pt>
                <c:pt idx="1728">
                  <c:v>2.7756599999999999E-2</c:v>
                </c:pt>
                <c:pt idx="1729">
                  <c:v>2.8062E-2</c:v>
                </c:pt>
                <c:pt idx="1730">
                  <c:v>2.8367400000000001E-2</c:v>
                </c:pt>
                <c:pt idx="1731">
                  <c:v>2.8672799999999998E-2</c:v>
                </c:pt>
                <c:pt idx="1732">
                  <c:v>2.8978199999999999E-2</c:v>
                </c:pt>
                <c:pt idx="1733">
                  <c:v>2.92836E-2</c:v>
                </c:pt>
                <c:pt idx="1734">
                  <c:v>2.9589000000000001E-2</c:v>
                </c:pt>
                <c:pt idx="1735">
                  <c:v>2.9894400000000002E-2</c:v>
                </c:pt>
                <c:pt idx="1736">
                  <c:v>3.0199799999999999E-2</c:v>
                </c:pt>
                <c:pt idx="1737">
                  <c:v>3.05052E-2</c:v>
                </c:pt>
                <c:pt idx="1738">
                  <c:v>3.08106E-2</c:v>
                </c:pt>
                <c:pt idx="1739">
                  <c:v>3.1116000000000001E-2</c:v>
                </c:pt>
                <c:pt idx="1740">
                  <c:v>3.1421400000000002E-2</c:v>
                </c:pt>
                <c:pt idx="1741">
                  <c:v>3.1726799999999999E-2</c:v>
                </c:pt>
                <c:pt idx="1742">
                  <c:v>3.2032199999999997E-2</c:v>
                </c:pt>
                <c:pt idx="1743">
                  <c:v>3.2337600000000001E-2</c:v>
                </c:pt>
                <c:pt idx="1744">
                  <c:v>3.2642900000000002E-2</c:v>
                </c:pt>
                <c:pt idx="1745">
                  <c:v>3.29483E-2</c:v>
                </c:pt>
                <c:pt idx="1746">
                  <c:v>3.3253699999999997E-2</c:v>
                </c:pt>
                <c:pt idx="1747">
                  <c:v>3.3559100000000001E-2</c:v>
                </c:pt>
                <c:pt idx="1748">
                  <c:v>3.3864499999999999E-2</c:v>
                </c:pt>
                <c:pt idx="1749">
                  <c:v>3.4169900000000003E-2</c:v>
                </c:pt>
                <c:pt idx="1750">
                  <c:v>3.44753E-2</c:v>
                </c:pt>
                <c:pt idx="1751">
                  <c:v>3.4780699999999998E-2</c:v>
                </c:pt>
                <c:pt idx="1752">
                  <c:v>3.5086100000000002E-2</c:v>
                </c:pt>
                <c:pt idx="1753">
                  <c:v>3.5391499999999999E-2</c:v>
                </c:pt>
                <c:pt idx="1754">
                  <c:v>3.5696899999999997E-2</c:v>
                </c:pt>
                <c:pt idx="1755">
                  <c:v>3.6002300000000001E-2</c:v>
                </c:pt>
                <c:pt idx="1756">
                  <c:v>3.6307699999999998E-2</c:v>
                </c:pt>
                <c:pt idx="1757">
                  <c:v>3.6613100000000003E-2</c:v>
                </c:pt>
                <c:pt idx="1758">
                  <c:v>3.69185E-2</c:v>
                </c:pt>
                <c:pt idx="1759">
                  <c:v>3.7223899999999997E-2</c:v>
                </c:pt>
                <c:pt idx="1760">
                  <c:v>3.7529300000000002E-2</c:v>
                </c:pt>
                <c:pt idx="1761">
                  <c:v>3.7834699999999999E-2</c:v>
                </c:pt>
                <c:pt idx="1762">
                  <c:v>3.8140100000000003E-2</c:v>
                </c:pt>
                <c:pt idx="1763">
                  <c:v>3.8445500000000001E-2</c:v>
                </c:pt>
                <c:pt idx="1764">
                  <c:v>3.8750899999999998E-2</c:v>
                </c:pt>
                <c:pt idx="1765">
                  <c:v>3.9056300000000002E-2</c:v>
                </c:pt>
                <c:pt idx="1766">
                  <c:v>3.9361699999999999E-2</c:v>
                </c:pt>
                <c:pt idx="1767">
                  <c:v>3.9667099999999997E-2</c:v>
                </c:pt>
                <c:pt idx="1768">
                  <c:v>3.9972500000000001E-2</c:v>
                </c:pt>
                <c:pt idx="1769">
                  <c:v>4.0277899999999998E-2</c:v>
                </c:pt>
                <c:pt idx="1770">
                  <c:v>4.0583300000000003E-2</c:v>
                </c:pt>
                <c:pt idx="1771">
                  <c:v>4.08887E-2</c:v>
                </c:pt>
                <c:pt idx="1772">
                  <c:v>4.1194099999999997E-2</c:v>
                </c:pt>
                <c:pt idx="1773">
                  <c:v>4.1499500000000002E-2</c:v>
                </c:pt>
                <c:pt idx="1774">
                  <c:v>4.1804899999999999E-2</c:v>
                </c:pt>
                <c:pt idx="1775">
                  <c:v>4.2110300000000003E-2</c:v>
                </c:pt>
                <c:pt idx="1776">
                  <c:v>4.2415700000000001E-2</c:v>
                </c:pt>
                <c:pt idx="1777">
                  <c:v>4.2721099999999998E-2</c:v>
                </c:pt>
                <c:pt idx="1778">
                  <c:v>4.3026500000000002E-2</c:v>
                </c:pt>
                <c:pt idx="1779">
                  <c:v>4.33319E-2</c:v>
                </c:pt>
                <c:pt idx="1780">
                  <c:v>4.3637299999999997E-2</c:v>
                </c:pt>
                <c:pt idx="1781">
                  <c:v>4.3942700000000001E-2</c:v>
                </c:pt>
                <c:pt idx="1782">
                  <c:v>4.4248099999999999E-2</c:v>
                </c:pt>
                <c:pt idx="1783">
                  <c:v>4.4553500000000003E-2</c:v>
                </c:pt>
                <c:pt idx="1784">
                  <c:v>4.48589E-2</c:v>
                </c:pt>
                <c:pt idx="1785">
                  <c:v>4.5164299999999998E-2</c:v>
                </c:pt>
                <c:pt idx="1786">
                  <c:v>4.5469599999999999E-2</c:v>
                </c:pt>
                <c:pt idx="1787">
                  <c:v>4.5775000000000003E-2</c:v>
                </c:pt>
                <c:pt idx="1788">
                  <c:v>4.6080400000000001E-2</c:v>
                </c:pt>
                <c:pt idx="1789">
                  <c:v>4.6385799999999998E-2</c:v>
                </c:pt>
                <c:pt idx="1790">
                  <c:v>4.6691200000000002E-2</c:v>
                </c:pt>
                <c:pt idx="1791">
                  <c:v>4.6996599999999999E-2</c:v>
                </c:pt>
                <c:pt idx="1792">
                  <c:v>4.7301999999999997E-2</c:v>
                </c:pt>
                <c:pt idx="1793">
                  <c:v>4.7607400000000001E-2</c:v>
                </c:pt>
                <c:pt idx="1794">
                  <c:v>4.7912799999999998E-2</c:v>
                </c:pt>
                <c:pt idx="1795">
                  <c:v>4.8218200000000003E-2</c:v>
                </c:pt>
                <c:pt idx="1796">
                  <c:v>4.85236E-2</c:v>
                </c:pt>
                <c:pt idx="1797">
                  <c:v>4.8828999999999997E-2</c:v>
                </c:pt>
                <c:pt idx="1798">
                  <c:v>4.9134400000000002E-2</c:v>
                </c:pt>
                <c:pt idx="1799">
                  <c:v>4.9439799999999999E-2</c:v>
                </c:pt>
                <c:pt idx="1800">
                  <c:v>4.9745200000000003E-2</c:v>
                </c:pt>
                <c:pt idx="1801">
                  <c:v>5.0050600000000001E-2</c:v>
                </c:pt>
                <c:pt idx="1802">
                  <c:v>5.0355999999999998E-2</c:v>
                </c:pt>
                <c:pt idx="1803">
                  <c:v>5.0661400000000002E-2</c:v>
                </c:pt>
                <c:pt idx="1804">
                  <c:v>5.09668E-2</c:v>
                </c:pt>
                <c:pt idx="1805">
                  <c:v>5.1272199999999997E-2</c:v>
                </c:pt>
                <c:pt idx="1806">
                  <c:v>5.1577600000000001E-2</c:v>
                </c:pt>
                <c:pt idx="1807">
                  <c:v>5.1882999999999999E-2</c:v>
                </c:pt>
                <c:pt idx="1808">
                  <c:v>5.2188400000000003E-2</c:v>
                </c:pt>
                <c:pt idx="1809">
                  <c:v>5.24938E-2</c:v>
                </c:pt>
                <c:pt idx="1810">
                  <c:v>5.2799199999999998E-2</c:v>
                </c:pt>
                <c:pt idx="1811">
                  <c:v>5.3104600000000002E-2</c:v>
                </c:pt>
                <c:pt idx="1812">
                  <c:v>5.3409999999999999E-2</c:v>
                </c:pt>
                <c:pt idx="1813">
                  <c:v>5.3715400000000003E-2</c:v>
                </c:pt>
                <c:pt idx="1814">
                  <c:v>5.4020800000000001E-2</c:v>
                </c:pt>
                <c:pt idx="1815">
                  <c:v>5.4326199999999998E-2</c:v>
                </c:pt>
                <c:pt idx="1816">
                  <c:v>5.4631600000000002E-2</c:v>
                </c:pt>
                <c:pt idx="1817">
                  <c:v>5.4937E-2</c:v>
                </c:pt>
                <c:pt idx="1818">
                  <c:v>5.5242399999999997E-2</c:v>
                </c:pt>
                <c:pt idx="1819">
                  <c:v>5.5547800000000001E-2</c:v>
                </c:pt>
                <c:pt idx="1820">
                  <c:v>5.5853199999999999E-2</c:v>
                </c:pt>
                <c:pt idx="1821">
                  <c:v>5.6158600000000003E-2</c:v>
                </c:pt>
                <c:pt idx="1822">
                  <c:v>5.6464E-2</c:v>
                </c:pt>
                <c:pt idx="1823">
                  <c:v>5.6769399999999998E-2</c:v>
                </c:pt>
                <c:pt idx="1824">
                  <c:v>5.7074800000000002E-2</c:v>
                </c:pt>
                <c:pt idx="1825">
                  <c:v>5.7380199999999999E-2</c:v>
                </c:pt>
                <c:pt idx="1826">
                  <c:v>5.7685599999999997E-2</c:v>
                </c:pt>
                <c:pt idx="1827">
                  <c:v>5.7991000000000001E-2</c:v>
                </c:pt>
                <c:pt idx="1828">
                  <c:v>5.8296300000000002E-2</c:v>
                </c:pt>
                <c:pt idx="1829">
                  <c:v>5.86017E-2</c:v>
                </c:pt>
                <c:pt idx="1830">
                  <c:v>5.8907099999999997E-2</c:v>
                </c:pt>
                <c:pt idx="1831">
                  <c:v>5.9212500000000001E-2</c:v>
                </c:pt>
                <c:pt idx="1832">
                  <c:v>5.9517899999999999E-2</c:v>
                </c:pt>
                <c:pt idx="1833">
                  <c:v>5.9823300000000003E-2</c:v>
                </c:pt>
                <c:pt idx="1834">
                  <c:v>6.01287E-2</c:v>
                </c:pt>
                <c:pt idx="1835">
                  <c:v>6.0434099999999998E-2</c:v>
                </c:pt>
                <c:pt idx="1836">
                  <c:v>6.0739500000000002E-2</c:v>
                </c:pt>
                <c:pt idx="1837">
                  <c:v>6.1044899999999999E-2</c:v>
                </c:pt>
                <c:pt idx="1838">
                  <c:v>6.1350300000000003E-2</c:v>
                </c:pt>
                <c:pt idx="1839">
                  <c:v>6.1655700000000001E-2</c:v>
                </c:pt>
                <c:pt idx="1840">
                  <c:v>6.1961099999999998E-2</c:v>
                </c:pt>
                <c:pt idx="1841">
                  <c:v>6.2266500000000002E-2</c:v>
                </c:pt>
                <c:pt idx="1842">
                  <c:v>6.25719E-2</c:v>
                </c:pt>
                <c:pt idx="1843">
                  <c:v>6.2877299999999997E-2</c:v>
                </c:pt>
                <c:pt idx="1844">
                  <c:v>6.3182699999999994E-2</c:v>
                </c:pt>
                <c:pt idx="1845">
                  <c:v>6.3488100000000006E-2</c:v>
                </c:pt>
                <c:pt idx="1846">
                  <c:v>6.3793500000000003E-2</c:v>
                </c:pt>
                <c:pt idx="1847">
                  <c:v>6.40989E-2</c:v>
                </c:pt>
                <c:pt idx="1848">
                  <c:v>6.4404299999999998E-2</c:v>
                </c:pt>
                <c:pt idx="1849">
                  <c:v>6.4709699999999995E-2</c:v>
                </c:pt>
                <c:pt idx="1850">
                  <c:v>6.5015100000000006E-2</c:v>
                </c:pt>
                <c:pt idx="1851">
                  <c:v>6.5320500000000004E-2</c:v>
                </c:pt>
                <c:pt idx="1852">
                  <c:v>6.5625900000000001E-2</c:v>
                </c:pt>
                <c:pt idx="1853">
                  <c:v>6.5931299999999998E-2</c:v>
                </c:pt>
                <c:pt idx="1854">
                  <c:v>6.6236699999999996E-2</c:v>
                </c:pt>
                <c:pt idx="1855">
                  <c:v>6.6542100000000007E-2</c:v>
                </c:pt>
                <c:pt idx="1856">
                  <c:v>6.6847500000000004E-2</c:v>
                </c:pt>
                <c:pt idx="1857">
                  <c:v>6.7152900000000001E-2</c:v>
                </c:pt>
                <c:pt idx="1858">
                  <c:v>6.7458299999999999E-2</c:v>
                </c:pt>
                <c:pt idx="1859">
                  <c:v>6.7763699999999996E-2</c:v>
                </c:pt>
                <c:pt idx="1860">
                  <c:v>6.8069099999999993E-2</c:v>
                </c:pt>
                <c:pt idx="1861">
                  <c:v>6.8374500000000005E-2</c:v>
                </c:pt>
                <c:pt idx="1862">
                  <c:v>6.8679900000000002E-2</c:v>
                </c:pt>
                <c:pt idx="1863">
                  <c:v>6.8985299999999999E-2</c:v>
                </c:pt>
                <c:pt idx="1864">
                  <c:v>6.9290699999999997E-2</c:v>
                </c:pt>
                <c:pt idx="1865">
                  <c:v>6.9596099999999994E-2</c:v>
                </c:pt>
                <c:pt idx="1866">
                  <c:v>6.9901500000000005E-2</c:v>
                </c:pt>
                <c:pt idx="1867">
                  <c:v>7.0206900000000003E-2</c:v>
                </c:pt>
                <c:pt idx="1868">
                  <c:v>7.05123E-2</c:v>
                </c:pt>
                <c:pt idx="1869">
                  <c:v>7.0817699999999997E-2</c:v>
                </c:pt>
                <c:pt idx="1870">
                  <c:v>7.1123000000000006E-2</c:v>
                </c:pt>
                <c:pt idx="1871">
                  <c:v>7.1428400000000003E-2</c:v>
                </c:pt>
                <c:pt idx="1872">
                  <c:v>7.17338E-2</c:v>
                </c:pt>
                <c:pt idx="1873">
                  <c:v>7.2039199999999998E-2</c:v>
                </c:pt>
                <c:pt idx="1874">
                  <c:v>7.2344599999999995E-2</c:v>
                </c:pt>
                <c:pt idx="1875">
                  <c:v>7.2650000000000006E-2</c:v>
                </c:pt>
                <c:pt idx="1876">
                  <c:v>7.2955400000000004E-2</c:v>
                </c:pt>
                <c:pt idx="1877">
                  <c:v>7.3260800000000001E-2</c:v>
                </c:pt>
                <c:pt idx="1878">
                  <c:v>7.3566199999999998E-2</c:v>
                </c:pt>
                <c:pt idx="1879">
                  <c:v>7.3871599999999996E-2</c:v>
                </c:pt>
                <c:pt idx="1880">
                  <c:v>7.4177000000000007E-2</c:v>
                </c:pt>
                <c:pt idx="1881">
                  <c:v>7.4482400000000004E-2</c:v>
                </c:pt>
                <c:pt idx="1882">
                  <c:v>7.4787800000000001E-2</c:v>
                </c:pt>
                <c:pt idx="1883">
                  <c:v>7.5093199999999999E-2</c:v>
                </c:pt>
                <c:pt idx="1884">
                  <c:v>7.5398599999999996E-2</c:v>
                </c:pt>
                <c:pt idx="1885">
                  <c:v>7.5703999999999994E-2</c:v>
                </c:pt>
                <c:pt idx="1886">
                  <c:v>7.6009400000000005E-2</c:v>
                </c:pt>
                <c:pt idx="1887">
                  <c:v>7.6314800000000002E-2</c:v>
                </c:pt>
                <c:pt idx="1888">
                  <c:v>7.6620199999999999E-2</c:v>
                </c:pt>
                <c:pt idx="1889">
                  <c:v>7.6925599999999997E-2</c:v>
                </c:pt>
                <c:pt idx="1890">
                  <c:v>7.7230999999999994E-2</c:v>
                </c:pt>
                <c:pt idx="1891">
                  <c:v>7.7536400000000005E-2</c:v>
                </c:pt>
                <c:pt idx="1892">
                  <c:v>7.7841800000000003E-2</c:v>
                </c:pt>
                <c:pt idx="1893">
                  <c:v>7.81472E-2</c:v>
                </c:pt>
                <c:pt idx="1894">
                  <c:v>7.8452599999999997E-2</c:v>
                </c:pt>
                <c:pt idx="1895">
                  <c:v>7.8757999999999995E-2</c:v>
                </c:pt>
                <c:pt idx="1896">
                  <c:v>7.9063400000000006E-2</c:v>
                </c:pt>
                <c:pt idx="1897">
                  <c:v>7.9368800000000003E-2</c:v>
                </c:pt>
                <c:pt idx="1898">
                  <c:v>7.9674200000000001E-2</c:v>
                </c:pt>
                <c:pt idx="1899">
                  <c:v>7.9979599999999998E-2</c:v>
                </c:pt>
                <c:pt idx="1900">
                  <c:v>8.0284999999999995E-2</c:v>
                </c:pt>
                <c:pt idx="1901">
                  <c:v>8.0590400000000006E-2</c:v>
                </c:pt>
                <c:pt idx="1902">
                  <c:v>8.0895800000000004E-2</c:v>
                </c:pt>
                <c:pt idx="1903">
                  <c:v>8.1201200000000001E-2</c:v>
                </c:pt>
                <c:pt idx="1904">
                  <c:v>8.1506599999999998E-2</c:v>
                </c:pt>
                <c:pt idx="1905">
                  <c:v>8.1811999999999996E-2</c:v>
                </c:pt>
                <c:pt idx="1906">
                  <c:v>8.2117399999999993E-2</c:v>
                </c:pt>
                <c:pt idx="1907">
                  <c:v>8.2422800000000004E-2</c:v>
                </c:pt>
                <c:pt idx="1908">
                  <c:v>8.2728200000000002E-2</c:v>
                </c:pt>
                <c:pt idx="1909">
                  <c:v>8.3033599999999999E-2</c:v>
                </c:pt>
                <c:pt idx="1910">
                  <c:v>8.3338999999999996E-2</c:v>
                </c:pt>
                <c:pt idx="1911">
                  <c:v>8.3644399999999994E-2</c:v>
                </c:pt>
                <c:pt idx="1912">
                  <c:v>8.3949700000000002E-2</c:v>
                </c:pt>
                <c:pt idx="1913">
                  <c:v>8.4255099999999999E-2</c:v>
                </c:pt>
                <c:pt idx="1914">
                  <c:v>8.4560499999999997E-2</c:v>
                </c:pt>
                <c:pt idx="1915">
                  <c:v>8.4865899999999994E-2</c:v>
                </c:pt>
                <c:pt idx="1916">
                  <c:v>8.5171300000000005E-2</c:v>
                </c:pt>
                <c:pt idx="1917">
                  <c:v>8.5476700000000003E-2</c:v>
                </c:pt>
                <c:pt idx="1918">
                  <c:v>8.57821E-2</c:v>
                </c:pt>
                <c:pt idx="1919">
                  <c:v>8.6087499999999997E-2</c:v>
                </c:pt>
                <c:pt idx="1920">
                  <c:v>8.6392899999999995E-2</c:v>
                </c:pt>
                <c:pt idx="1921">
                  <c:v>8.6698300000000006E-2</c:v>
                </c:pt>
                <c:pt idx="1922">
                  <c:v>8.7003700000000003E-2</c:v>
                </c:pt>
                <c:pt idx="1923">
                  <c:v>8.7309100000000001E-2</c:v>
                </c:pt>
                <c:pt idx="1924">
                  <c:v>8.7614499999999998E-2</c:v>
                </c:pt>
                <c:pt idx="1925">
                  <c:v>8.7919899999999995E-2</c:v>
                </c:pt>
                <c:pt idx="1926">
                  <c:v>8.8225300000000006E-2</c:v>
                </c:pt>
                <c:pt idx="1927">
                  <c:v>8.8530700000000004E-2</c:v>
                </c:pt>
                <c:pt idx="1928">
                  <c:v>8.8836100000000001E-2</c:v>
                </c:pt>
                <c:pt idx="1929">
                  <c:v>8.9141499999999999E-2</c:v>
                </c:pt>
                <c:pt idx="1930">
                  <c:v>8.9446899999999996E-2</c:v>
                </c:pt>
                <c:pt idx="1931">
                  <c:v>8.9752299999999993E-2</c:v>
                </c:pt>
                <c:pt idx="1932">
                  <c:v>9.0057700000000004E-2</c:v>
                </c:pt>
                <c:pt idx="1933">
                  <c:v>9.0363100000000002E-2</c:v>
                </c:pt>
                <c:pt idx="1934">
                  <c:v>9.0668499999999999E-2</c:v>
                </c:pt>
                <c:pt idx="1935">
                  <c:v>9.0973899999999996E-2</c:v>
                </c:pt>
                <c:pt idx="1936">
                  <c:v>9.1279299999999994E-2</c:v>
                </c:pt>
                <c:pt idx="1937">
                  <c:v>9.1584700000000005E-2</c:v>
                </c:pt>
                <c:pt idx="1938">
                  <c:v>9.1890100000000002E-2</c:v>
                </c:pt>
                <c:pt idx="1939">
                  <c:v>9.21955E-2</c:v>
                </c:pt>
                <c:pt idx="1940">
                  <c:v>9.2500899999999997E-2</c:v>
                </c:pt>
                <c:pt idx="1941">
                  <c:v>9.2806299999999994E-2</c:v>
                </c:pt>
                <c:pt idx="1942">
                  <c:v>9.3111700000000006E-2</c:v>
                </c:pt>
                <c:pt idx="1943">
                  <c:v>9.3417100000000003E-2</c:v>
                </c:pt>
                <c:pt idx="1944">
                  <c:v>9.37225E-2</c:v>
                </c:pt>
                <c:pt idx="1945">
                  <c:v>9.4027899999999998E-2</c:v>
                </c:pt>
                <c:pt idx="1946">
                  <c:v>9.4333299999999995E-2</c:v>
                </c:pt>
                <c:pt idx="1947">
                  <c:v>9.4638700000000006E-2</c:v>
                </c:pt>
                <c:pt idx="1948">
                  <c:v>9.4944100000000003E-2</c:v>
                </c:pt>
                <c:pt idx="1949">
                  <c:v>9.5249500000000001E-2</c:v>
                </c:pt>
                <c:pt idx="1950">
                  <c:v>9.5554899999999998E-2</c:v>
                </c:pt>
                <c:pt idx="1951">
                  <c:v>9.5860299999999996E-2</c:v>
                </c:pt>
                <c:pt idx="1952">
                  <c:v>9.6165700000000007E-2</c:v>
                </c:pt>
                <c:pt idx="1953">
                  <c:v>9.6471100000000004E-2</c:v>
                </c:pt>
                <c:pt idx="1954">
                  <c:v>9.6776399999999999E-2</c:v>
                </c:pt>
                <c:pt idx="1955">
                  <c:v>9.7081799999999996E-2</c:v>
                </c:pt>
                <c:pt idx="1956">
                  <c:v>9.7387199999999993E-2</c:v>
                </c:pt>
                <c:pt idx="1957">
                  <c:v>9.7692600000000004E-2</c:v>
                </c:pt>
                <c:pt idx="1958">
                  <c:v>9.7998000000000002E-2</c:v>
                </c:pt>
                <c:pt idx="1959">
                  <c:v>9.8303399999999999E-2</c:v>
                </c:pt>
                <c:pt idx="1960">
                  <c:v>9.8608799999999996E-2</c:v>
                </c:pt>
                <c:pt idx="1961">
                  <c:v>9.8914199999999994E-2</c:v>
                </c:pt>
                <c:pt idx="1962">
                  <c:v>9.9219600000000005E-2</c:v>
                </c:pt>
                <c:pt idx="1963">
                  <c:v>9.9525000000000002E-2</c:v>
                </c:pt>
                <c:pt idx="1964">
                  <c:v>9.98304E-2</c:v>
                </c:pt>
                <c:pt idx="1965">
                  <c:v>0.100136</c:v>
                </c:pt>
                <c:pt idx="1966">
                  <c:v>0.100441</c:v>
                </c:pt>
                <c:pt idx="1967">
                  <c:v>0.100747</c:v>
                </c:pt>
                <c:pt idx="1968">
                  <c:v>0.101052</c:v>
                </c:pt>
                <c:pt idx="1969">
                  <c:v>0.101357</c:v>
                </c:pt>
                <c:pt idx="1970">
                  <c:v>0.101663</c:v>
                </c:pt>
                <c:pt idx="1971">
                  <c:v>0.101968</c:v>
                </c:pt>
                <c:pt idx="1972">
                  <c:v>0.102274</c:v>
                </c:pt>
                <c:pt idx="1973">
                  <c:v>0.102579</c:v>
                </c:pt>
                <c:pt idx="1974">
                  <c:v>0.102884</c:v>
                </c:pt>
                <c:pt idx="1975">
                  <c:v>0.10319</c:v>
                </c:pt>
                <c:pt idx="1976">
                  <c:v>0.103495</c:v>
                </c:pt>
                <c:pt idx="1977">
                  <c:v>0.103801</c:v>
                </c:pt>
                <c:pt idx="1978">
                  <c:v>0.104106</c:v>
                </c:pt>
                <c:pt idx="1979">
                  <c:v>0.104411</c:v>
                </c:pt>
                <c:pt idx="1980">
                  <c:v>0.104717</c:v>
                </c:pt>
                <c:pt idx="1981">
                  <c:v>0.105022</c:v>
                </c:pt>
                <c:pt idx="1982">
                  <c:v>0.105328</c:v>
                </c:pt>
                <c:pt idx="1983">
                  <c:v>0.105633</c:v>
                </c:pt>
                <c:pt idx="1984">
                  <c:v>0.105938</c:v>
                </c:pt>
                <c:pt idx="1985">
                  <c:v>0.10624400000000001</c:v>
                </c:pt>
                <c:pt idx="1986">
                  <c:v>0.106549</c:v>
                </c:pt>
                <c:pt idx="1987">
                  <c:v>0.10685500000000001</c:v>
                </c:pt>
                <c:pt idx="1988">
                  <c:v>0.10716000000000001</c:v>
                </c:pt>
                <c:pt idx="1989">
                  <c:v>0.107465</c:v>
                </c:pt>
                <c:pt idx="1990">
                  <c:v>0.10777100000000001</c:v>
                </c:pt>
                <c:pt idx="1991">
                  <c:v>0.10807600000000001</c:v>
                </c:pt>
                <c:pt idx="1992">
                  <c:v>0.10838200000000001</c:v>
                </c:pt>
                <c:pt idx="1993">
                  <c:v>0.10868700000000001</c:v>
                </c:pt>
                <c:pt idx="1994">
                  <c:v>0.10899200000000001</c:v>
                </c:pt>
                <c:pt idx="1995">
                  <c:v>0.10929800000000001</c:v>
                </c:pt>
                <c:pt idx="1996">
                  <c:v>0.10960300000000001</c:v>
                </c:pt>
                <c:pt idx="1997">
                  <c:v>0.10990900000000001</c:v>
                </c:pt>
                <c:pt idx="1998">
                  <c:v>0.11021400000000001</c:v>
                </c:pt>
                <c:pt idx="1999">
                  <c:v>0.11051900000000001</c:v>
                </c:pt>
                <c:pt idx="2000">
                  <c:v>0.11082500000000001</c:v>
                </c:pt>
                <c:pt idx="2001">
                  <c:v>0.11113000000000001</c:v>
                </c:pt>
                <c:pt idx="2002">
                  <c:v>0.11143599999999999</c:v>
                </c:pt>
                <c:pt idx="2003">
                  <c:v>0.11174099999999999</c:v>
                </c:pt>
                <c:pt idx="2004">
                  <c:v>0.11204600000000001</c:v>
                </c:pt>
                <c:pt idx="2005">
                  <c:v>0.11235199999999999</c:v>
                </c:pt>
                <c:pt idx="2006">
                  <c:v>0.11265699999999999</c:v>
                </c:pt>
                <c:pt idx="2007">
                  <c:v>0.11296299999999999</c:v>
                </c:pt>
                <c:pt idx="2008">
                  <c:v>0.11326799999999999</c:v>
                </c:pt>
                <c:pt idx="2009">
                  <c:v>0.11357299999999999</c:v>
                </c:pt>
                <c:pt idx="2010">
                  <c:v>0.11387899999999999</c:v>
                </c:pt>
                <c:pt idx="2011">
                  <c:v>0.11418399999999999</c:v>
                </c:pt>
                <c:pt idx="2012">
                  <c:v>0.11448999999999999</c:v>
                </c:pt>
                <c:pt idx="2013">
                  <c:v>0.11479499999999999</c:v>
                </c:pt>
                <c:pt idx="2014">
                  <c:v>0.11509999999999999</c:v>
                </c:pt>
                <c:pt idx="2015">
                  <c:v>0.11540599999999999</c:v>
                </c:pt>
                <c:pt idx="2016">
                  <c:v>0.11571099999999999</c:v>
                </c:pt>
                <c:pt idx="2017">
                  <c:v>0.11601599999999999</c:v>
                </c:pt>
                <c:pt idx="2018">
                  <c:v>0.11632199999999999</c:v>
                </c:pt>
                <c:pt idx="2019">
                  <c:v>0.11662699999999999</c:v>
                </c:pt>
                <c:pt idx="2020">
                  <c:v>0.116933</c:v>
                </c:pt>
                <c:pt idx="2021">
                  <c:v>0.11723799999999999</c:v>
                </c:pt>
                <c:pt idx="2022">
                  <c:v>0.11754299999999999</c:v>
                </c:pt>
                <c:pt idx="2023">
                  <c:v>0.117849</c:v>
                </c:pt>
                <c:pt idx="2024">
                  <c:v>0.118154</c:v>
                </c:pt>
                <c:pt idx="2025">
                  <c:v>0.11846</c:v>
                </c:pt>
                <c:pt idx="2026">
                  <c:v>0.118765</c:v>
                </c:pt>
                <c:pt idx="2027">
                  <c:v>0.11907</c:v>
                </c:pt>
                <c:pt idx="2028">
                  <c:v>0.119376</c:v>
                </c:pt>
                <c:pt idx="2029">
                  <c:v>0.119681</c:v>
                </c:pt>
                <c:pt idx="2030">
                  <c:v>0.119987</c:v>
                </c:pt>
                <c:pt idx="2031">
                  <c:v>0.120292</c:v>
                </c:pt>
                <c:pt idx="2032">
                  <c:v>0.120597</c:v>
                </c:pt>
                <c:pt idx="2033">
                  <c:v>0.120903</c:v>
                </c:pt>
                <c:pt idx="2034">
                  <c:v>0.121208</c:v>
                </c:pt>
                <c:pt idx="2035">
                  <c:v>0.121514</c:v>
                </c:pt>
                <c:pt idx="2036">
                  <c:v>0.121819</c:v>
                </c:pt>
                <c:pt idx="2037">
                  <c:v>0.122124</c:v>
                </c:pt>
                <c:pt idx="2038">
                  <c:v>0.12243</c:v>
                </c:pt>
                <c:pt idx="2039">
                  <c:v>0.122735</c:v>
                </c:pt>
                <c:pt idx="2040">
                  <c:v>0.123041</c:v>
                </c:pt>
                <c:pt idx="2041">
                  <c:v>0.123346</c:v>
                </c:pt>
                <c:pt idx="2042">
                  <c:v>0.123651</c:v>
                </c:pt>
                <c:pt idx="2043">
                  <c:v>0.123957</c:v>
                </c:pt>
                <c:pt idx="2044">
                  <c:v>0.124262</c:v>
                </c:pt>
                <c:pt idx="2045">
                  <c:v>0.124568</c:v>
                </c:pt>
                <c:pt idx="2046">
                  <c:v>0.124873</c:v>
                </c:pt>
                <c:pt idx="2047">
                  <c:v>0.12517800000000001</c:v>
                </c:pt>
                <c:pt idx="2048">
                  <c:v>0.12548400000000001</c:v>
                </c:pt>
                <c:pt idx="2049">
                  <c:v>0.12578900000000001</c:v>
                </c:pt>
                <c:pt idx="2050">
                  <c:v>0.12609500000000001</c:v>
                </c:pt>
                <c:pt idx="2051">
                  <c:v>0.12640000000000001</c:v>
                </c:pt>
                <c:pt idx="2052">
                  <c:v>0.12670500000000001</c:v>
                </c:pt>
                <c:pt idx="2053">
                  <c:v>0.12701100000000001</c:v>
                </c:pt>
                <c:pt idx="2054">
                  <c:v>0.12731600000000001</c:v>
                </c:pt>
                <c:pt idx="2055">
                  <c:v>0.12762200000000001</c:v>
                </c:pt>
                <c:pt idx="2056">
                  <c:v>0.12792700000000001</c:v>
                </c:pt>
                <c:pt idx="2057">
                  <c:v>0.12823200000000001</c:v>
                </c:pt>
                <c:pt idx="2058">
                  <c:v>0.12853800000000001</c:v>
                </c:pt>
                <c:pt idx="2059">
                  <c:v>0.12884300000000001</c:v>
                </c:pt>
                <c:pt idx="2060">
                  <c:v>0.12914900000000001</c:v>
                </c:pt>
                <c:pt idx="2061">
                  <c:v>0.12945400000000001</c:v>
                </c:pt>
                <c:pt idx="2062">
                  <c:v>0.12975900000000001</c:v>
                </c:pt>
                <c:pt idx="2063">
                  <c:v>0.13006499999999999</c:v>
                </c:pt>
                <c:pt idx="2064">
                  <c:v>0.13037000000000001</c:v>
                </c:pt>
                <c:pt idx="2065">
                  <c:v>0.13067599999999999</c:v>
                </c:pt>
                <c:pt idx="2066">
                  <c:v>0.13098099999999999</c:v>
                </c:pt>
                <c:pt idx="2067">
                  <c:v>0.13128600000000001</c:v>
                </c:pt>
                <c:pt idx="2068">
                  <c:v>0.13159199999999999</c:v>
                </c:pt>
                <c:pt idx="2069">
                  <c:v>0.13189699999999999</c:v>
                </c:pt>
                <c:pt idx="2070">
                  <c:v>0.13220299999999999</c:v>
                </c:pt>
                <c:pt idx="2071">
                  <c:v>0.13250799999999999</c:v>
                </c:pt>
                <c:pt idx="2072">
                  <c:v>0.13281299999999999</c:v>
                </c:pt>
                <c:pt idx="2073">
                  <c:v>0.13311899999999999</c:v>
                </c:pt>
                <c:pt idx="2074">
                  <c:v>0.13342399999999999</c:v>
                </c:pt>
                <c:pt idx="2075">
                  <c:v>0.13372999999999999</c:v>
                </c:pt>
                <c:pt idx="2076">
                  <c:v>0.13403499999999999</c:v>
                </c:pt>
                <c:pt idx="2077">
                  <c:v>0.13433999999999999</c:v>
                </c:pt>
                <c:pt idx="2078">
                  <c:v>0.13464599999999999</c:v>
                </c:pt>
                <c:pt idx="2079">
                  <c:v>0.13495099999999999</c:v>
                </c:pt>
                <c:pt idx="2080">
                  <c:v>0.13525699999999999</c:v>
                </c:pt>
                <c:pt idx="2081">
                  <c:v>0.13556199999999999</c:v>
                </c:pt>
                <c:pt idx="2082">
                  <c:v>0.13586699999999999</c:v>
                </c:pt>
                <c:pt idx="2083">
                  <c:v>0.13617299999999999</c:v>
                </c:pt>
                <c:pt idx="2084">
                  <c:v>0.13647799999999999</c:v>
                </c:pt>
                <c:pt idx="2085">
                  <c:v>0.13678399999999999</c:v>
                </c:pt>
                <c:pt idx="2086">
                  <c:v>0.13708899999999999</c:v>
                </c:pt>
                <c:pt idx="2087">
                  <c:v>0.13739399999999999</c:v>
                </c:pt>
                <c:pt idx="2088">
                  <c:v>0.13769999999999999</c:v>
                </c:pt>
                <c:pt idx="2089">
                  <c:v>0.13800499999999999</c:v>
                </c:pt>
                <c:pt idx="2090">
                  <c:v>0.13831099999999999</c:v>
                </c:pt>
                <c:pt idx="2091">
                  <c:v>0.13861599999999999</c:v>
                </c:pt>
                <c:pt idx="2092">
                  <c:v>0.13892099999999999</c:v>
                </c:pt>
                <c:pt idx="2093">
                  <c:v>0.13922699999999999</c:v>
                </c:pt>
                <c:pt idx="2094">
                  <c:v>0.13953199999999999</c:v>
                </c:pt>
                <c:pt idx="2095">
                  <c:v>0.13983799999999999</c:v>
                </c:pt>
                <c:pt idx="2096">
                  <c:v>0.14014299999999999</c:v>
                </c:pt>
                <c:pt idx="2097">
                  <c:v>0.14044799999999999</c:v>
                </c:pt>
                <c:pt idx="2098">
                  <c:v>0.14075399999999999</c:v>
                </c:pt>
                <c:pt idx="2099">
                  <c:v>0.14105899999999999</c:v>
                </c:pt>
                <c:pt idx="2100">
                  <c:v>0.14136499999999999</c:v>
                </c:pt>
                <c:pt idx="2101">
                  <c:v>0.14166999999999999</c:v>
                </c:pt>
                <c:pt idx="2102">
                  <c:v>0.14197499999999999</c:v>
                </c:pt>
                <c:pt idx="2103">
                  <c:v>0.14228099999999999</c:v>
                </c:pt>
                <c:pt idx="2104">
                  <c:v>0.14258599999999999</c:v>
                </c:pt>
                <c:pt idx="2105">
                  <c:v>0.14289099999999999</c:v>
                </c:pt>
                <c:pt idx="2106">
                  <c:v>0.14319699999999999</c:v>
                </c:pt>
                <c:pt idx="2107">
                  <c:v>0.14350199999999999</c:v>
                </c:pt>
                <c:pt idx="2108">
                  <c:v>0.14380799999999999</c:v>
                </c:pt>
                <c:pt idx="2109">
                  <c:v>0.14411299999999999</c:v>
                </c:pt>
                <c:pt idx="2110">
                  <c:v>0.14441799999999999</c:v>
                </c:pt>
                <c:pt idx="2111">
                  <c:v>0.14472399999999999</c:v>
                </c:pt>
                <c:pt idx="2112">
                  <c:v>0.14502899999999999</c:v>
                </c:pt>
                <c:pt idx="2113">
                  <c:v>0.14533499999999999</c:v>
                </c:pt>
                <c:pt idx="2114">
                  <c:v>0.14563999999999999</c:v>
                </c:pt>
                <c:pt idx="2115">
                  <c:v>0.14594499999999999</c:v>
                </c:pt>
                <c:pt idx="2116">
                  <c:v>0.14625099999999999</c:v>
                </c:pt>
                <c:pt idx="2117">
                  <c:v>0.14655599999999999</c:v>
                </c:pt>
                <c:pt idx="2118">
                  <c:v>0.14686199999999999</c:v>
                </c:pt>
                <c:pt idx="2119">
                  <c:v>0.14716699999999999</c:v>
                </c:pt>
                <c:pt idx="2120">
                  <c:v>0.14747199999999999</c:v>
                </c:pt>
                <c:pt idx="2121">
                  <c:v>0.14777799999999999</c:v>
                </c:pt>
                <c:pt idx="2122">
                  <c:v>0.14808299999999999</c:v>
                </c:pt>
                <c:pt idx="2123">
                  <c:v>0.14838899999999999</c:v>
                </c:pt>
                <c:pt idx="2124">
                  <c:v>0.14869399999999999</c:v>
                </c:pt>
                <c:pt idx="2125">
                  <c:v>0.14899899999999999</c:v>
                </c:pt>
                <c:pt idx="2126">
                  <c:v>0.14930499999999999</c:v>
                </c:pt>
                <c:pt idx="2127">
                  <c:v>0.14960999999999999</c:v>
                </c:pt>
                <c:pt idx="2128">
                  <c:v>0.14991599999999999</c:v>
                </c:pt>
                <c:pt idx="2129">
                  <c:v>0.15022099999999999</c:v>
                </c:pt>
                <c:pt idx="2130">
                  <c:v>0.15052599999999999</c:v>
                </c:pt>
                <c:pt idx="2131">
                  <c:v>0.15083199999999999</c:v>
                </c:pt>
                <c:pt idx="2132">
                  <c:v>0.15113699999999999</c:v>
                </c:pt>
                <c:pt idx="2133">
                  <c:v>0.15144299999999999</c:v>
                </c:pt>
                <c:pt idx="2134">
                  <c:v>0.15174799999999999</c:v>
                </c:pt>
                <c:pt idx="2135">
                  <c:v>0.15205299999999999</c:v>
                </c:pt>
                <c:pt idx="2136">
                  <c:v>0.15235899999999999</c:v>
                </c:pt>
                <c:pt idx="2137">
                  <c:v>0.15266399999999999</c:v>
                </c:pt>
                <c:pt idx="2138">
                  <c:v>0.15296999999999999</c:v>
                </c:pt>
                <c:pt idx="2139">
                  <c:v>0.15327499999999999</c:v>
                </c:pt>
                <c:pt idx="2140">
                  <c:v>0.15357999999999999</c:v>
                </c:pt>
                <c:pt idx="2141">
                  <c:v>0.153886</c:v>
                </c:pt>
                <c:pt idx="2142">
                  <c:v>0.15419099999999999</c:v>
                </c:pt>
                <c:pt idx="2143">
                  <c:v>0.154497</c:v>
                </c:pt>
                <c:pt idx="2144">
                  <c:v>0.154802</c:v>
                </c:pt>
                <c:pt idx="2145">
                  <c:v>0.15510699999999999</c:v>
                </c:pt>
                <c:pt idx="2146">
                  <c:v>0.155413</c:v>
                </c:pt>
                <c:pt idx="2147">
                  <c:v>0.155718</c:v>
                </c:pt>
                <c:pt idx="2148">
                  <c:v>0.156024</c:v>
                </c:pt>
                <c:pt idx="2149">
                  <c:v>0.156329</c:v>
                </c:pt>
                <c:pt idx="2150">
                  <c:v>0.156634</c:v>
                </c:pt>
                <c:pt idx="2151">
                  <c:v>0.15694</c:v>
                </c:pt>
                <c:pt idx="2152">
                  <c:v>0.157245</c:v>
                </c:pt>
                <c:pt idx="2153">
                  <c:v>0.157551</c:v>
                </c:pt>
                <c:pt idx="2154">
                  <c:v>0.157856</c:v>
                </c:pt>
                <c:pt idx="2155">
                  <c:v>0.158161</c:v>
                </c:pt>
                <c:pt idx="2156">
                  <c:v>0.158467</c:v>
                </c:pt>
                <c:pt idx="2157">
                  <c:v>0.158772</c:v>
                </c:pt>
                <c:pt idx="2158">
                  <c:v>0.159078</c:v>
                </c:pt>
                <c:pt idx="2159">
                  <c:v>0.159383</c:v>
                </c:pt>
                <c:pt idx="2160">
                  <c:v>0.159688</c:v>
                </c:pt>
                <c:pt idx="2161">
                  <c:v>0.159994</c:v>
                </c:pt>
                <c:pt idx="2162">
                  <c:v>0.160299</c:v>
                </c:pt>
                <c:pt idx="2163">
                  <c:v>0.160605</c:v>
                </c:pt>
                <c:pt idx="2164">
                  <c:v>0.16091</c:v>
                </c:pt>
                <c:pt idx="2165">
                  <c:v>0.161215</c:v>
                </c:pt>
                <c:pt idx="2166">
                  <c:v>0.161521</c:v>
                </c:pt>
                <c:pt idx="2167">
                  <c:v>0.161826</c:v>
                </c:pt>
                <c:pt idx="2168">
                  <c:v>0.162132</c:v>
                </c:pt>
                <c:pt idx="2169">
                  <c:v>0.162437</c:v>
                </c:pt>
                <c:pt idx="2170">
                  <c:v>0.162742</c:v>
                </c:pt>
                <c:pt idx="2171">
                  <c:v>0.163048</c:v>
                </c:pt>
                <c:pt idx="2172">
                  <c:v>0.163353</c:v>
                </c:pt>
                <c:pt idx="2173">
                  <c:v>0.163659</c:v>
                </c:pt>
                <c:pt idx="2174">
                  <c:v>0.163964</c:v>
                </c:pt>
                <c:pt idx="2175">
                  <c:v>0.164269</c:v>
                </c:pt>
                <c:pt idx="2176">
                  <c:v>0.164575</c:v>
                </c:pt>
                <c:pt idx="2177">
                  <c:v>0.16488</c:v>
                </c:pt>
                <c:pt idx="2178">
                  <c:v>0.165186</c:v>
                </c:pt>
                <c:pt idx="2179">
                  <c:v>0.165491</c:v>
                </c:pt>
                <c:pt idx="2180">
                  <c:v>0.165796</c:v>
                </c:pt>
                <c:pt idx="2181">
                  <c:v>0.166102</c:v>
                </c:pt>
                <c:pt idx="2182">
                  <c:v>0.166407</c:v>
                </c:pt>
                <c:pt idx="2183">
                  <c:v>0.166713</c:v>
                </c:pt>
                <c:pt idx="2184">
                  <c:v>0.167018</c:v>
                </c:pt>
                <c:pt idx="2185">
                  <c:v>0.167323</c:v>
                </c:pt>
                <c:pt idx="2186">
                  <c:v>0.167629</c:v>
                </c:pt>
                <c:pt idx="2187">
                  <c:v>0.167934</c:v>
                </c:pt>
                <c:pt idx="2188">
                  <c:v>0.168239</c:v>
                </c:pt>
                <c:pt idx="2189">
                  <c:v>0.168545</c:v>
                </c:pt>
                <c:pt idx="2190">
                  <c:v>0.16885</c:v>
                </c:pt>
                <c:pt idx="2191">
                  <c:v>0.169156</c:v>
                </c:pt>
                <c:pt idx="2192">
                  <c:v>0.169461</c:v>
                </c:pt>
                <c:pt idx="2193">
                  <c:v>0.169766</c:v>
                </c:pt>
                <c:pt idx="2194">
                  <c:v>0.170072</c:v>
                </c:pt>
                <c:pt idx="2195">
                  <c:v>0.170377</c:v>
                </c:pt>
                <c:pt idx="2196">
                  <c:v>0.170683</c:v>
                </c:pt>
                <c:pt idx="2197">
                  <c:v>0.170988</c:v>
                </c:pt>
                <c:pt idx="2198">
                  <c:v>0.171293</c:v>
                </c:pt>
                <c:pt idx="2199">
                  <c:v>0.171599</c:v>
                </c:pt>
                <c:pt idx="2200">
                  <c:v>0.171904</c:v>
                </c:pt>
                <c:pt idx="2201">
                  <c:v>0.17221</c:v>
                </c:pt>
                <c:pt idx="2202">
                  <c:v>0.172515</c:v>
                </c:pt>
                <c:pt idx="2203">
                  <c:v>0.17282</c:v>
                </c:pt>
                <c:pt idx="2204">
                  <c:v>0.173126</c:v>
                </c:pt>
                <c:pt idx="2205">
                  <c:v>0.173431</c:v>
                </c:pt>
                <c:pt idx="2206">
                  <c:v>0.173737</c:v>
                </c:pt>
                <c:pt idx="2207">
                  <c:v>0.174042</c:v>
                </c:pt>
                <c:pt idx="2208">
                  <c:v>0.174347</c:v>
                </c:pt>
                <c:pt idx="2209">
                  <c:v>0.174653</c:v>
                </c:pt>
                <c:pt idx="2210">
                  <c:v>0.174958</c:v>
                </c:pt>
                <c:pt idx="2211">
                  <c:v>0.175264</c:v>
                </c:pt>
                <c:pt idx="2212">
                  <c:v>0.175569</c:v>
                </c:pt>
                <c:pt idx="2213">
                  <c:v>0.175874</c:v>
                </c:pt>
                <c:pt idx="2214">
                  <c:v>0.17618</c:v>
                </c:pt>
                <c:pt idx="2215">
                  <c:v>0.176485</c:v>
                </c:pt>
                <c:pt idx="2216">
                  <c:v>0.176791</c:v>
                </c:pt>
                <c:pt idx="2217">
                  <c:v>0.177096</c:v>
                </c:pt>
                <c:pt idx="2218">
                  <c:v>0.177401</c:v>
                </c:pt>
                <c:pt idx="2219">
                  <c:v>0.177707</c:v>
                </c:pt>
                <c:pt idx="2220">
                  <c:v>0.178012</c:v>
                </c:pt>
                <c:pt idx="2221">
                  <c:v>0.178318</c:v>
                </c:pt>
                <c:pt idx="2222">
                  <c:v>0.178623</c:v>
                </c:pt>
                <c:pt idx="2223">
                  <c:v>0.178928</c:v>
                </c:pt>
                <c:pt idx="2224">
                  <c:v>0.179234</c:v>
                </c:pt>
                <c:pt idx="2225">
                  <c:v>0.179539</c:v>
                </c:pt>
                <c:pt idx="2226">
                  <c:v>0.179845</c:v>
                </c:pt>
                <c:pt idx="2227">
                  <c:v>0.18015</c:v>
                </c:pt>
                <c:pt idx="2228">
                  <c:v>0.180455</c:v>
                </c:pt>
                <c:pt idx="2229">
                  <c:v>0.18076100000000001</c:v>
                </c:pt>
                <c:pt idx="2230">
                  <c:v>0.181066</c:v>
                </c:pt>
                <c:pt idx="2231">
                  <c:v>0.18137200000000001</c:v>
                </c:pt>
                <c:pt idx="2232">
                  <c:v>0.18167700000000001</c:v>
                </c:pt>
                <c:pt idx="2233">
                  <c:v>0.181982</c:v>
                </c:pt>
                <c:pt idx="2234">
                  <c:v>0.18228800000000001</c:v>
                </c:pt>
                <c:pt idx="2235">
                  <c:v>0.18259300000000001</c:v>
                </c:pt>
                <c:pt idx="2236">
                  <c:v>0.18289900000000001</c:v>
                </c:pt>
                <c:pt idx="2237">
                  <c:v>0.18320400000000001</c:v>
                </c:pt>
                <c:pt idx="2238">
                  <c:v>0.18350900000000001</c:v>
                </c:pt>
                <c:pt idx="2239">
                  <c:v>0.18381500000000001</c:v>
                </c:pt>
                <c:pt idx="2240">
                  <c:v>0.18412000000000001</c:v>
                </c:pt>
                <c:pt idx="2241">
                  <c:v>0.18442600000000001</c:v>
                </c:pt>
                <c:pt idx="2242">
                  <c:v>0.18473100000000001</c:v>
                </c:pt>
                <c:pt idx="2243">
                  <c:v>0.18503600000000001</c:v>
                </c:pt>
                <c:pt idx="2244">
                  <c:v>0.18534200000000001</c:v>
                </c:pt>
                <c:pt idx="2245">
                  <c:v>0.18564700000000001</c:v>
                </c:pt>
                <c:pt idx="2246">
                  <c:v>0.18595300000000001</c:v>
                </c:pt>
                <c:pt idx="2247">
                  <c:v>0.18625800000000001</c:v>
                </c:pt>
                <c:pt idx="2248">
                  <c:v>0.18656300000000001</c:v>
                </c:pt>
                <c:pt idx="2249">
                  <c:v>0.18686900000000001</c:v>
                </c:pt>
                <c:pt idx="2250">
                  <c:v>0.18717400000000001</c:v>
                </c:pt>
                <c:pt idx="2251">
                  <c:v>0.18748000000000001</c:v>
                </c:pt>
                <c:pt idx="2252">
                  <c:v>0.18778500000000001</c:v>
                </c:pt>
                <c:pt idx="2253">
                  <c:v>0.18809000000000001</c:v>
                </c:pt>
                <c:pt idx="2254">
                  <c:v>0.18839600000000001</c:v>
                </c:pt>
                <c:pt idx="2255">
                  <c:v>0.18870100000000001</c:v>
                </c:pt>
                <c:pt idx="2256">
                  <c:v>0.18900700000000001</c:v>
                </c:pt>
                <c:pt idx="2257">
                  <c:v>0.18931200000000001</c:v>
                </c:pt>
                <c:pt idx="2258">
                  <c:v>0.18961700000000001</c:v>
                </c:pt>
                <c:pt idx="2259">
                  <c:v>0.18992300000000001</c:v>
                </c:pt>
                <c:pt idx="2260">
                  <c:v>0.19022800000000001</c:v>
                </c:pt>
                <c:pt idx="2261">
                  <c:v>0.19053400000000001</c:v>
                </c:pt>
                <c:pt idx="2262">
                  <c:v>0.19083900000000001</c:v>
                </c:pt>
                <c:pt idx="2263">
                  <c:v>0.19114400000000001</c:v>
                </c:pt>
                <c:pt idx="2264">
                  <c:v>0.19145000000000001</c:v>
                </c:pt>
                <c:pt idx="2265">
                  <c:v>0.19175500000000001</c:v>
                </c:pt>
                <c:pt idx="2266">
                  <c:v>0.19206100000000001</c:v>
                </c:pt>
                <c:pt idx="2267">
                  <c:v>0.19236600000000001</c:v>
                </c:pt>
                <c:pt idx="2268">
                  <c:v>0.19267100000000001</c:v>
                </c:pt>
                <c:pt idx="2269">
                  <c:v>0.19297700000000001</c:v>
                </c:pt>
                <c:pt idx="2270">
                  <c:v>0.19328200000000001</c:v>
                </c:pt>
                <c:pt idx="2271">
                  <c:v>0.19358700000000001</c:v>
                </c:pt>
                <c:pt idx="2272">
                  <c:v>0.19389300000000001</c:v>
                </c:pt>
                <c:pt idx="2273">
                  <c:v>0.19419800000000001</c:v>
                </c:pt>
                <c:pt idx="2274">
                  <c:v>0.19450400000000001</c:v>
                </c:pt>
                <c:pt idx="2275">
                  <c:v>0.19480900000000001</c:v>
                </c:pt>
                <c:pt idx="2276">
                  <c:v>0.19511400000000001</c:v>
                </c:pt>
                <c:pt idx="2277">
                  <c:v>0.19542000000000001</c:v>
                </c:pt>
                <c:pt idx="2278">
                  <c:v>0.19572500000000001</c:v>
                </c:pt>
                <c:pt idx="2279">
                  <c:v>0.19603100000000001</c:v>
                </c:pt>
                <c:pt idx="2280">
                  <c:v>0.19633600000000001</c:v>
                </c:pt>
                <c:pt idx="2281">
                  <c:v>0.19664100000000001</c:v>
                </c:pt>
                <c:pt idx="2282">
                  <c:v>0.19694700000000001</c:v>
                </c:pt>
                <c:pt idx="2283">
                  <c:v>0.19725200000000001</c:v>
                </c:pt>
                <c:pt idx="2284">
                  <c:v>0.19755800000000001</c:v>
                </c:pt>
                <c:pt idx="2285">
                  <c:v>0.19786300000000001</c:v>
                </c:pt>
                <c:pt idx="2286">
                  <c:v>0.19816800000000001</c:v>
                </c:pt>
                <c:pt idx="2287">
                  <c:v>0.19847400000000001</c:v>
                </c:pt>
                <c:pt idx="2288">
                  <c:v>0.19877900000000001</c:v>
                </c:pt>
                <c:pt idx="2289">
                  <c:v>0.19908500000000001</c:v>
                </c:pt>
                <c:pt idx="2290">
                  <c:v>0.19939000000000001</c:v>
                </c:pt>
                <c:pt idx="2291">
                  <c:v>0.19969500000000001</c:v>
                </c:pt>
                <c:pt idx="2292">
                  <c:v>0.20000100000000001</c:v>
                </c:pt>
                <c:pt idx="2293">
                  <c:v>0.20030600000000001</c:v>
                </c:pt>
                <c:pt idx="2294">
                  <c:v>0.20061200000000001</c:v>
                </c:pt>
                <c:pt idx="2295">
                  <c:v>0.20091700000000001</c:v>
                </c:pt>
                <c:pt idx="2296">
                  <c:v>0.20122200000000001</c:v>
                </c:pt>
                <c:pt idx="2297">
                  <c:v>0.20152800000000001</c:v>
                </c:pt>
                <c:pt idx="2298">
                  <c:v>0.20183300000000001</c:v>
                </c:pt>
                <c:pt idx="2299">
                  <c:v>0.20213900000000001</c:v>
                </c:pt>
                <c:pt idx="2300">
                  <c:v>0.20244400000000001</c:v>
                </c:pt>
                <c:pt idx="2301">
                  <c:v>0.20274900000000001</c:v>
                </c:pt>
                <c:pt idx="2302">
                  <c:v>0.20305500000000001</c:v>
                </c:pt>
                <c:pt idx="2303">
                  <c:v>0.20336000000000001</c:v>
                </c:pt>
                <c:pt idx="2304">
                  <c:v>0.20366600000000001</c:v>
                </c:pt>
                <c:pt idx="2305">
                  <c:v>0.20397100000000001</c:v>
                </c:pt>
                <c:pt idx="2306">
                  <c:v>0.20427600000000001</c:v>
                </c:pt>
                <c:pt idx="2307">
                  <c:v>0.20458200000000001</c:v>
                </c:pt>
                <c:pt idx="2308">
                  <c:v>0.20488700000000001</c:v>
                </c:pt>
                <c:pt idx="2309">
                  <c:v>0.20519299999999999</c:v>
                </c:pt>
                <c:pt idx="2310">
                  <c:v>0.20549799999999999</c:v>
                </c:pt>
                <c:pt idx="2311">
                  <c:v>0.20580300000000001</c:v>
                </c:pt>
                <c:pt idx="2312">
                  <c:v>0.20610899999999999</c:v>
                </c:pt>
                <c:pt idx="2313">
                  <c:v>0.20641399999999999</c:v>
                </c:pt>
                <c:pt idx="2314">
                  <c:v>0.20671999999999999</c:v>
                </c:pt>
                <c:pt idx="2315">
                  <c:v>0.20702499999999999</c:v>
                </c:pt>
                <c:pt idx="2316">
                  <c:v>0.20732999999999999</c:v>
                </c:pt>
                <c:pt idx="2317">
                  <c:v>0.20763599999999999</c:v>
                </c:pt>
                <c:pt idx="2318">
                  <c:v>0.20794099999999999</c:v>
                </c:pt>
                <c:pt idx="2319">
                  <c:v>0.20824699999999999</c:v>
                </c:pt>
                <c:pt idx="2320">
                  <c:v>0.20855199999999999</c:v>
                </c:pt>
                <c:pt idx="2321">
                  <c:v>0.20885699999999999</c:v>
                </c:pt>
                <c:pt idx="2322">
                  <c:v>0.20916299999999999</c:v>
                </c:pt>
                <c:pt idx="2323">
                  <c:v>0.20946799999999999</c:v>
                </c:pt>
                <c:pt idx="2324">
                  <c:v>0.20977399999999999</c:v>
                </c:pt>
                <c:pt idx="2325">
                  <c:v>0.21007899999999999</c:v>
                </c:pt>
                <c:pt idx="2326">
                  <c:v>0.21038399999999999</c:v>
                </c:pt>
                <c:pt idx="2327">
                  <c:v>0.21068999999999999</c:v>
                </c:pt>
                <c:pt idx="2328">
                  <c:v>0.21099499999999999</c:v>
                </c:pt>
                <c:pt idx="2329">
                  <c:v>0.21130099999999999</c:v>
                </c:pt>
                <c:pt idx="2330">
                  <c:v>0.21160599999999999</c:v>
                </c:pt>
                <c:pt idx="2331">
                  <c:v>0.21191099999999999</c:v>
                </c:pt>
                <c:pt idx="2332">
                  <c:v>0.21221699999999999</c:v>
                </c:pt>
                <c:pt idx="2333">
                  <c:v>0.21252199999999999</c:v>
                </c:pt>
                <c:pt idx="2334">
                  <c:v>0.21282799999999999</c:v>
                </c:pt>
                <c:pt idx="2335">
                  <c:v>0.21313299999999999</c:v>
                </c:pt>
                <c:pt idx="2336">
                  <c:v>0.21343799999999999</c:v>
                </c:pt>
                <c:pt idx="2337">
                  <c:v>0.21374399999999999</c:v>
                </c:pt>
                <c:pt idx="2338">
                  <c:v>0.21404899999999999</c:v>
                </c:pt>
                <c:pt idx="2339">
                  <c:v>0.21435499999999999</c:v>
                </c:pt>
                <c:pt idx="2340">
                  <c:v>0.21465999999999999</c:v>
                </c:pt>
                <c:pt idx="2341">
                  <c:v>0.21496499999999999</c:v>
                </c:pt>
                <c:pt idx="2342">
                  <c:v>0.21527099999999999</c:v>
                </c:pt>
                <c:pt idx="2343">
                  <c:v>0.21557599999999999</c:v>
                </c:pt>
                <c:pt idx="2344">
                  <c:v>0.21588199999999999</c:v>
                </c:pt>
                <c:pt idx="2345">
                  <c:v>0.21618699999999999</c:v>
                </c:pt>
                <c:pt idx="2346">
                  <c:v>0.21649199999999999</c:v>
                </c:pt>
                <c:pt idx="2347">
                  <c:v>0.21679799999999999</c:v>
                </c:pt>
                <c:pt idx="2348">
                  <c:v>0.21710299999999999</c:v>
                </c:pt>
                <c:pt idx="2349">
                  <c:v>0.21740899999999999</c:v>
                </c:pt>
                <c:pt idx="2350">
                  <c:v>0.21771399999999999</c:v>
                </c:pt>
                <c:pt idx="2351">
                  <c:v>0.21801899999999999</c:v>
                </c:pt>
                <c:pt idx="2352">
                  <c:v>0.21832499999999999</c:v>
                </c:pt>
                <c:pt idx="2353">
                  <c:v>0.21862999999999999</c:v>
                </c:pt>
                <c:pt idx="2354">
                  <c:v>0.21893499999999999</c:v>
                </c:pt>
                <c:pt idx="2355">
                  <c:v>0.21924099999999999</c:v>
                </c:pt>
                <c:pt idx="2356">
                  <c:v>0.21954599999999999</c:v>
                </c:pt>
                <c:pt idx="2357">
                  <c:v>0.21985199999999999</c:v>
                </c:pt>
                <c:pt idx="2358">
                  <c:v>0.22015699999999999</c:v>
                </c:pt>
                <c:pt idx="2359">
                  <c:v>0.22046199999999999</c:v>
                </c:pt>
                <c:pt idx="2360">
                  <c:v>0.22076799999999999</c:v>
                </c:pt>
                <c:pt idx="2361">
                  <c:v>0.22107299999999999</c:v>
                </c:pt>
                <c:pt idx="2362">
                  <c:v>0.22137899999999999</c:v>
                </c:pt>
                <c:pt idx="2363">
                  <c:v>0.22168399999999999</c:v>
                </c:pt>
                <c:pt idx="2364">
                  <c:v>0.22198899999999999</c:v>
                </c:pt>
                <c:pt idx="2365">
                  <c:v>0.22229499999999999</c:v>
                </c:pt>
                <c:pt idx="2366">
                  <c:v>0.22259999999999999</c:v>
                </c:pt>
                <c:pt idx="2367">
                  <c:v>0.22290599999999999</c:v>
                </c:pt>
                <c:pt idx="2368">
                  <c:v>0.22321099999999999</c:v>
                </c:pt>
                <c:pt idx="2369">
                  <c:v>0.22351599999999999</c:v>
                </c:pt>
                <c:pt idx="2370">
                  <c:v>0.22382199999999999</c:v>
                </c:pt>
                <c:pt idx="2371">
                  <c:v>0.22412699999999999</c:v>
                </c:pt>
                <c:pt idx="2372">
                  <c:v>0.22443299999999999</c:v>
                </c:pt>
                <c:pt idx="2373">
                  <c:v>0.22473799999999999</c:v>
                </c:pt>
                <c:pt idx="2374">
                  <c:v>0.22504299999999999</c:v>
                </c:pt>
                <c:pt idx="2375">
                  <c:v>0.22534899999999999</c:v>
                </c:pt>
                <c:pt idx="2376">
                  <c:v>0.22565399999999999</c:v>
                </c:pt>
                <c:pt idx="2377">
                  <c:v>0.22595999999999999</c:v>
                </c:pt>
                <c:pt idx="2378">
                  <c:v>0.22626499999999999</c:v>
                </c:pt>
                <c:pt idx="2379">
                  <c:v>0.22656999999999999</c:v>
                </c:pt>
                <c:pt idx="2380">
                  <c:v>0.22687599999999999</c:v>
                </c:pt>
                <c:pt idx="2381">
                  <c:v>0.22718099999999999</c:v>
                </c:pt>
                <c:pt idx="2382">
                  <c:v>0.22748699999999999</c:v>
                </c:pt>
                <c:pt idx="2383">
                  <c:v>0.22779199999999999</c:v>
                </c:pt>
                <c:pt idx="2384">
                  <c:v>0.22809699999999999</c:v>
                </c:pt>
                <c:pt idx="2385">
                  <c:v>0.22840299999999999</c:v>
                </c:pt>
                <c:pt idx="2386">
                  <c:v>0.22870799999999999</c:v>
                </c:pt>
                <c:pt idx="2387">
                  <c:v>0.229014</c:v>
                </c:pt>
                <c:pt idx="2388">
                  <c:v>0.229319</c:v>
                </c:pt>
                <c:pt idx="2389">
                  <c:v>0.22962399999999999</c:v>
                </c:pt>
                <c:pt idx="2390">
                  <c:v>0.22993</c:v>
                </c:pt>
                <c:pt idx="2391">
                  <c:v>0.230235</c:v>
                </c:pt>
                <c:pt idx="2392">
                  <c:v>0.230541</c:v>
                </c:pt>
                <c:pt idx="2393">
                  <c:v>0.230846</c:v>
                </c:pt>
                <c:pt idx="2394">
                  <c:v>0.231151</c:v>
                </c:pt>
                <c:pt idx="2395">
                  <c:v>0.231457</c:v>
                </c:pt>
                <c:pt idx="2396">
                  <c:v>0.231762</c:v>
                </c:pt>
                <c:pt idx="2397">
                  <c:v>0.232068</c:v>
                </c:pt>
                <c:pt idx="2398">
                  <c:v>0.232373</c:v>
                </c:pt>
                <c:pt idx="2399">
                  <c:v>0.232678</c:v>
                </c:pt>
                <c:pt idx="2400">
                  <c:v>0.232984</c:v>
                </c:pt>
                <c:pt idx="2401">
                  <c:v>0.233289</c:v>
                </c:pt>
                <c:pt idx="2402">
                  <c:v>0.233595</c:v>
                </c:pt>
                <c:pt idx="2403">
                  <c:v>0.2339</c:v>
                </c:pt>
                <c:pt idx="2404">
                  <c:v>0.234205</c:v>
                </c:pt>
                <c:pt idx="2405">
                  <c:v>0.234511</c:v>
                </c:pt>
                <c:pt idx="2406">
                  <c:v>0.234816</c:v>
                </c:pt>
                <c:pt idx="2407">
                  <c:v>0.235122</c:v>
                </c:pt>
                <c:pt idx="2408">
                  <c:v>0.235427</c:v>
                </c:pt>
                <c:pt idx="2409">
                  <c:v>0.235732</c:v>
                </c:pt>
                <c:pt idx="2410">
                  <c:v>0.236038</c:v>
                </c:pt>
                <c:pt idx="2411">
                  <c:v>0.236343</c:v>
                </c:pt>
                <c:pt idx="2412">
                  <c:v>0.236649</c:v>
                </c:pt>
                <c:pt idx="2413">
                  <c:v>0.236954</c:v>
                </c:pt>
                <c:pt idx="2414">
                  <c:v>0.237259</c:v>
                </c:pt>
                <c:pt idx="2415">
                  <c:v>0.237565</c:v>
                </c:pt>
                <c:pt idx="2416">
                  <c:v>0.23787</c:v>
                </c:pt>
                <c:pt idx="2417">
                  <c:v>0.238176</c:v>
                </c:pt>
                <c:pt idx="2418">
                  <c:v>0.238481</c:v>
                </c:pt>
                <c:pt idx="2419">
                  <c:v>0.238786</c:v>
                </c:pt>
                <c:pt idx="2420">
                  <c:v>0.239092</c:v>
                </c:pt>
                <c:pt idx="2421">
                  <c:v>0.239397</c:v>
                </c:pt>
                <c:pt idx="2422">
                  <c:v>0.239703</c:v>
                </c:pt>
                <c:pt idx="2423">
                  <c:v>0.240008</c:v>
                </c:pt>
                <c:pt idx="2424">
                  <c:v>0.240313</c:v>
                </c:pt>
                <c:pt idx="2425">
                  <c:v>0.240619</c:v>
                </c:pt>
                <c:pt idx="2426">
                  <c:v>0.240924</c:v>
                </c:pt>
                <c:pt idx="2427">
                  <c:v>0.24123</c:v>
                </c:pt>
                <c:pt idx="2428">
                  <c:v>0.241535</c:v>
                </c:pt>
                <c:pt idx="2429">
                  <c:v>0.24184</c:v>
                </c:pt>
                <c:pt idx="2430">
                  <c:v>0.242146</c:v>
                </c:pt>
                <c:pt idx="2431">
                  <c:v>0.242451</c:v>
                </c:pt>
                <c:pt idx="2432">
                  <c:v>0.242757</c:v>
                </c:pt>
                <c:pt idx="2433">
                  <c:v>0.243062</c:v>
                </c:pt>
                <c:pt idx="2434">
                  <c:v>0.243367</c:v>
                </c:pt>
                <c:pt idx="2435">
                  <c:v>0.243673</c:v>
                </c:pt>
                <c:pt idx="2436">
                  <c:v>0.243978</c:v>
                </c:pt>
                <c:pt idx="2437">
                  <c:v>0.244284</c:v>
                </c:pt>
                <c:pt idx="2438">
                  <c:v>0.244589</c:v>
                </c:pt>
                <c:pt idx="2439">
                  <c:v>0.244894</c:v>
                </c:pt>
                <c:pt idx="2440">
                  <c:v>0.2452</c:v>
                </c:pt>
                <c:pt idx="2441">
                  <c:v>0.245505</c:v>
                </c:pt>
                <c:pt idx="2442">
                  <c:v>0.24581</c:v>
                </c:pt>
                <c:pt idx="2443">
                  <c:v>0.246116</c:v>
                </c:pt>
                <c:pt idx="2444">
                  <c:v>0.246421</c:v>
                </c:pt>
                <c:pt idx="2445">
                  <c:v>0.246727</c:v>
                </c:pt>
                <c:pt idx="2446">
                  <c:v>0.247032</c:v>
                </c:pt>
                <c:pt idx="2447">
                  <c:v>0.247337</c:v>
                </c:pt>
                <c:pt idx="2448">
                  <c:v>0.247643</c:v>
                </c:pt>
                <c:pt idx="2449">
                  <c:v>0.247948</c:v>
                </c:pt>
                <c:pt idx="2450">
                  <c:v>0.248254</c:v>
                </c:pt>
                <c:pt idx="2451">
                  <c:v>0.248559</c:v>
                </c:pt>
                <c:pt idx="2452">
                  <c:v>0.248864</c:v>
                </c:pt>
                <c:pt idx="2453">
                  <c:v>0.24917</c:v>
                </c:pt>
                <c:pt idx="2454">
                  <c:v>0.249475</c:v>
                </c:pt>
                <c:pt idx="2455">
                  <c:v>0.249781</c:v>
                </c:pt>
                <c:pt idx="2456">
                  <c:v>0.25008599999999997</c:v>
                </c:pt>
                <c:pt idx="2457">
                  <c:v>0.25039099999999997</c:v>
                </c:pt>
                <c:pt idx="2458">
                  <c:v>0.250697</c:v>
                </c:pt>
                <c:pt idx="2459">
                  <c:v>0.251002</c:v>
                </c:pt>
                <c:pt idx="2460">
                  <c:v>0.25130799999999998</c:v>
                </c:pt>
                <c:pt idx="2461">
                  <c:v>0.25161299999999998</c:v>
                </c:pt>
                <c:pt idx="2462">
                  <c:v>0.25191799999999998</c:v>
                </c:pt>
                <c:pt idx="2463">
                  <c:v>0.252224</c:v>
                </c:pt>
                <c:pt idx="2464">
                  <c:v>0.252529</c:v>
                </c:pt>
                <c:pt idx="2465">
                  <c:v>0.25283499999999998</c:v>
                </c:pt>
                <c:pt idx="2466">
                  <c:v>0.25313999999999998</c:v>
                </c:pt>
                <c:pt idx="2467">
                  <c:v>0.25344499999999998</c:v>
                </c:pt>
                <c:pt idx="2468">
                  <c:v>0.253751</c:v>
                </c:pt>
                <c:pt idx="2469">
                  <c:v>0.254056</c:v>
                </c:pt>
                <c:pt idx="2470">
                  <c:v>0.25436199999999998</c:v>
                </c:pt>
                <c:pt idx="2471">
                  <c:v>0.25466699999999998</c:v>
                </c:pt>
                <c:pt idx="2472">
                  <c:v>0.25497199999999998</c:v>
                </c:pt>
                <c:pt idx="2473">
                  <c:v>0.255278</c:v>
                </c:pt>
                <c:pt idx="2474">
                  <c:v>0.255583</c:v>
                </c:pt>
                <c:pt idx="2475">
                  <c:v>0.25588899999999998</c:v>
                </c:pt>
                <c:pt idx="2476">
                  <c:v>0.25619399999999998</c:v>
                </c:pt>
                <c:pt idx="2477">
                  <c:v>0.25649899999999998</c:v>
                </c:pt>
                <c:pt idx="2478">
                  <c:v>0.25680500000000001</c:v>
                </c:pt>
                <c:pt idx="2479">
                  <c:v>0.25711000000000001</c:v>
                </c:pt>
                <c:pt idx="2480">
                  <c:v>0.25741599999999998</c:v>
                </c:pt>
                <c:pt idx="2481">
                  <c:v>0.25772099999999998</c:v>
                </c:pt>
                <c:pt idx="2482">
                  <c:v>0.25802599999999998</c:v>
                </c:pt>
                <c:pt idx="2483">
                  <c:v>0.25833200000000001</c:v>
                </c:pt>
                <c:pt idx="2484">
                  <c:v>0.25863700000000001</c:v>
                </c:pt>
                <c:pt idx="2485">
                  <c:v>0.25894299999999998</c:v>
                </c:pt>
                <c:pt idx="2486">
                  <c:v>0.25924799999999998</c:v>
                </c:pt>
                <c:pt idx="2487">
                  <c:v>0.25955299999999998</c:v>
                </c:pt>
                <c:pt idx="2488">
                  <c:v>0.25985900000000001</c:v>
                </c:pt>
                <c:pt idx="2489">
                  <c:v>0.26016400000000001</c:v>
                </c:pt>
                <c:pt idx="2490">
                  <c:v>0.26046999999999998</c:v>
                </c:pt>
                <c:pt idx="2491">
                  <c:v>0.26077499999999998</c:v>
                </c:pt>
                <c:pt idx="2492">
                  <c:v>0.26107999999999998</c:v>
                </c:pt>
                <c:pt idx="2493">
                  <c:v>0.26138600000000001</c:v>
                </c:pt>
                <c:pt idx="2494">
                  <c:v>0.26169100000000001</c:v>
                </c:pt>
                <c:pt idx="2495">
                  <c:v>0.26199699999999998</c:v>
                </c:pt>
                <c:pt idx="2496">
                  <c:v>0.26230199999999998</c:v>
                </c:pt>
                <c:pt idx="2497">
                  <c:v>0.26260699999999998</c:v>
                </c:pt>
                <c:pt idx="2498">
                  <c:v>0.26291300000000001</c:v>
                </c:pt>
                <c:pt idx="2499">
                  <c:v>0.26321800000000001</c:v>
                </c:pt>
                <c:pt idx="2500">
                  <c:v>0.26352399999999998</c:v>
                </c:pt>
                <c:pt idx="2501">
                  <c:v>0.26382899999999998</c:v>
                </c:pt>
                <c:pt idx="2502">
                  <c:v>0.26413399999999998</c:v>
                </c:pt>
                <c:pt idx="2503">
                  <c:v>0.26444000000000001</c:v>
                </c:pt>
                <c:pt idx="2504">
                  <c:v>0.26474500000000001</c:v>
                </c:pt>
                <c:pt idx="2505">
                  <c:v>0.26505099999999998</c:v>
                </c:pt>
                <c:pt idx="2506">
                  <c:v>0.26535599999999998</c:v>
                </c:pt>
                <c:pt idx="2507">
                  <c:v>0.26566099999999998</c:v>
                </c:pt>
                <c:pt idx="2508">
                  <c:v>0.26596700000000001</c:v>
                </c:pt>
                <c:pt idx="2509">
                  <c:v>0.26627200000000001</c:v>
                </c:pt>
                <c:pt idx="2510">
                  <c:v>0.26657799999999998</c:v>
                </c:pt>
                <c:pt idx="2511">
                  <c:v>0.26688299999999998</c:v>
                </c:pt>
                <c:pt idx="2512">
                  <c:v>0.26718799999999998</c:v>
                </c:pt>
                <c:pt idx="2513">
                  <c:v>0.26749400000000001</c:v>
                </c:pt>
                <c:pt idx="2514">
                  <c:v>0.26779900000000001</c:v>
                </c:pt>
                <c:pt idx="2515">
                  <c:v>0.26810499999999998</c:v>
                </c:pt>
                <c:pt idx="2516">
                  <c:v>0.26840999999999998</c:v>
                </c:pt>
                <c:pt idx="2517">
                  <c:v>0.26871499999999998</c:v>
                </c:pt>
                <c:pt idx="2518">
                  <c:v>0.26902100000000001</c:v>
                </c:pt>
                <c:pt idx="2519">
                  <c:v>0.26932600000000001</c:v>
                </c:pt>
                <c:pt idx="2520">
                  <c:v>0.26963199999999998</c:v>
                </c:pt>
                <c:pt idx="2521">
                  <c:v>0.26993699999999998</c:v>
                </c:pt>
                <c:pt idx="2522">
                  <c:v>0.27024199999999998</c:v>
                </c:pt>
                <c:pt idx="2523">
                  <c:v>0.27054800000000001</c:v>
                </c:pt>
                <c:pt idx="2524">
                  <c:v>0.27085300000000001</c:v>
                </c:pt>
                <c:pt idx="2525">
                  <c:v>0.27115800000000001</c:v>
                </c:pt>
                <c:pt idx="2526">
                  <c:v>0.27146399999999998</c:v>
                </c:pt>
                <c:pt idx="2527">
                  <c:v>0.27176899999999998</c:v>
                </c:pt>
                <c:pt idx="2528">
                  <c:v>0.27207500000000001</c:v>
                </c:pt>
                <c:pt idx="2529">
                  <c:v>0.27238000000000001</c:v>
                </c:pt>
                <c:pt idx="2530">
                  <c:v>0.27268500000000001</c:v>
                </c:pt>
                <c:pt idx="2531">
                  <c:v>0.27299099999999998</c:v>
                </c:pt>
                <c:pt idx="2532">
                  <c:v>0.27329599999999998</c:v>
                </c:pt>
                <c:pt idx="2533">
                  <c:v>0.27360200000000001</c:v>
                </c:pt>
                <c:pt idx="2534">
                  <c:v>0.27390700000000001</c:v>
                </c:pt>
                <c:pt idx="2535">
                  <c:v>0.27421200000000001</c:v>
                </c:pt>
                <c:pt idx="2536">
                  <c:v>0.27451799999999998</c:v>
                </c:pt>
                <c:pt idx="2537">
                  <c:v>0.27482299999999998</c:v>
                </c:pt>
                <c:pt idx="2538">
                  <c:v>0.27512900000000001</c:v>
                </c:pt>
                <c:pt idx="2539">
                  <c:v>0.27543400000000001</c:v>
                </c:pt>
                <c:pt idx="2540">
                  <c:v>0.27573900000000001</c:v>
                </c:pt>
                <c:pt idx="2541">
                  <c:v>0.27604499999999998</c:v>
                </c:pt>
                <c:pt idx="2542">
                  <c:v>0.27634999999999998</c:v>
                </c:pt>
                <c:pt idx="2543">
                  <c:v>0.27665600000000001</c:v>
                </c:pt>
                <c:pt idx="2544">
                  <c:v>0.27696100000000001</c:v>
                </c:pt>
                <c:pt idx="2545">
                  <c:v>0.27726600000000001</c:v>
                </c:pt>
                <c:pt idx="2546">
                  <c:v>0.27757199999999999</c:v>
                </c:pt>
                <c:pt idx="2547">
                  <c:v>0.27787699999999999</c:v>
                </c:pt>
                <c:pt idx="2548">
                  <c:v>0.27818300000000001</c:v>
                </c:pt>
                <c:pt idx="2549">
                  <c:v>0.27848800000000001</c:v>
                </c:pt>
                <c:pt idx="2550">
                  <c:v>0.27879300000000001</c:v>
                </c:pt>
                <c:pt idx="2551">
                  <c:v>0.27909899999999999</c:v>
                </c:pt>
                <c:pt idx="2552">
                  <c:v>0.27940399999999999</c:v>
                </c:pt>
                <c:pt idx="2553">
                  <c:v>0.27971000000000001</c:v>
                </c:pt>
                <c:pt idx="2554">
                  <c:v>0.28001500000000001</c:v>
                </c:pt>
                <c:pt idx="2555">
                  <c:v>0.28032000000000001</c:v>
                </c:pt>
                <c:pt idx="2556">
                  <c:v>0.28062599999999999</c:v>
                </c:pt>
                <c:pt idx="2557">
                  <c:v>0.28093099999999999</c:v>
                </c:pt>
                <c:pt idx="2558">
                  <c:v>0.28123700000000001</c:v>
                </c:pt>
                <c:pt idx="2559">
                  <c:v>0.28154200000000001</c:v>
                </c:pt>
                <c:pt idx="2560">
                  <c:v>0.28184700000000001</c:v>
                </c:pt>
                <c:pt idx="2561">
                  <c:v>0.28215299999999999</c:v>
                </c:pt>
                <c:pt idx="2562">
                  <c:v>0.28245799999999999</c:v>
                </c:pt>
                <c:pt idx="2563">
                  <c:v>0.28276400000000002</c:v>
                </c:pt>
                <c:pt idx="2564">
                  <c:v>0.28306900000000002</c:v>
                </c:pt>
                <c:pt idx="2565">
                  <c:v>0.28337400000000001</c:v>
                </c:pt>
                <c:pt idx="2566">
                  <c:v>0.28367999999999999</c:v>
                </c:pt>
                <c:pt idx="2567">
                  <c:v>0.28398499999999999</c:v>
                </c:pt>
                <c:pt idx="2568">
                  <c:v>0.28429100000000002</c:v>
                </c:pt>
                <c:pt idx="2569">
                  <c:v>0.28459600000000002</c:v>
                </c:pt>
                <c:pt idx="2570">
                  <c:v>0.28490100000000002</c:v>
                </c:pt>
                <c:pt idx="2571">
                  <c:v>0.28520699999999999</c:v>
                </c:pt>
                <c:pt idx="2572">
                  <c:v>0.28551199999999999</c:v>
                </c:pt>
                <c:pt idx="2573">
                  <c:v>0.28581800000000002</c:v>
                </c:pt>
                <c:pt idx="2574">
                  <c:v>0.28612300000000002</c:v>
                </c:pt>
                <c:pt idx="2575">
                  <c:v>0.28642800000000002</c:v>
                </c:pt>
                <c:pt idx="2576">
                  <c:v>0.28673399999999999</c:v>
                </c:pt>
                <c:pt idx="2577">
                  <c:v>0.28703899999999999</c:v>
                </c:pt>
                <c:pt idx="2578">
                  <c:v>0.28734500000000002</c:v>
                </c:pt>
                <c:pt idx="2579">
                  <c:v>0.28765000000000002</c:v>
                </c:pt>
                <c:pt idx="2580">
                  <c:v>0.28795500000000002</c:v>
                </c:pt>
                <c:pt idx="2581">
                  <c:v>0.28826099999999999</c:v>
                </c:pt>
                <c:pt idx="2582">
                  <c:v>0.28856599999999999</c:v>
                </c:pt>
                <c:pt idx="2583">
                  <c:v>0.28887200000000002</c:v>
                </c:pt>
                <c:pt idx="2584">
                  <c:v>0.28917700000000002</c:v>
                </c:pt>
                <c:pt idx="2585">
                  <c:v>0.28948200000000002</c:v>
                </c:pt>
                <c:pt idx="2586">
                  <c:v>0.28978799999999999</c:v>
                </c:pt>
                <c:pt idx="2587">
                  <c:v>0.29009299999999999</c:v>
                </c:pt>
                <c:pt idx="2588">
                  <c:v>0.29039900000000002</c:v>
                </c:pt>
                <c:pt idx="2589">
                  <c:v>0.29070400000000002</c:v>
                </c:pt>
                <c:pt idx="2590">
                  <c:v>0.29100900000000002</c:v>
                </c:pt>
                <c:pt idx="2591">
                  <c:v>0.29131499999999999</c:v>
                </c:pt>
                <c:pt idx="2592">
                  <c:v>0.29161999999999999</c:v>
                </c:pt>
                <c:pt idx="2593">
                  <c:v>0.29192600000000002</c:v>
                </c:pt>
                <c:pt idx="2594">
                  <c:v>0.29223100000000002</c:v>
                </c:pt>
                <c:pt idx="2595">
                  <c:v>0.29253600000000002</c:v>
                </c:pt>
                <c:pt idx="2596">
                  <c:v>0.29284199999999999</c:v>
                </c:pt>
                <c:pt idx="2597">
                  <c:v>0.29314699999999999</c:v>
                </c:pt>
                <c:pt idx="2598">
                  <c:v>0.29345300000000002</c:v>
                </c:pt>
                <c:pt idx="2599">
                  <c:v>0.29375800000000002</c:v>
                </c:pt>
                <c:pt idx="2600">
                  <c:v>0.29406300000000002</c:v>
                </c:pt>
                <c:pt idx="2601">
                  <c:v>0.29436899999999999</c:v>
                </c:pt>
                <c:pt idx="2602">
                  <c:v>0.29467399999999999</c:v>
                </c:pt>
                <c:pt idx="2603">
                  <c:v>0.29498000000000002</c:v>
                </c:pt>
                <c:pt idx="2604">
                  <c:v>0.29528500000000002</c:v>
                </c:pt>
                <c:pt idx="2605">
                  <c:v>0.29559000000000002</c:v>
                </c:pt>
                <c:pt idx="2606">
                  <c:v>0.29589599999999999</c:v>
                </c:pt>
                <c:pt idx="2607">
                  <c:v>0.29620099999999999</c:v>
                </c:pt>
                <c:pt idx="2608">
                  <c:v>0.29650599999999999</c:v>
                </c:pt>
                <c:pt idx="2609">
                  <c:v>0.29681200000000002</c:v>
                </c:pt>
                <c:pt idx="2610">
                  <c:v>0.29711700000000002</c:v>
                </c:pt>
                <c:pt idx="2611">
                  <c:v>0.29742299999999999</c:v>
                </c:pt>
                <c:pt idx="2612">
                  <c:v>0.29772799999999999</c:v>
                </c:pt>
                <c:pt idx="2613">
                  <c:v>0.29803299999999999</c:v>
                </c:pt>
                <c:pt idx="2614">
                  <c:v>0.29833900000000002</c:v>
                </c:pt>
                <c:pt idx="2615">
                  <c:v>0.29864400000000002</c:v>
                </c:pt>
                <c:pt idx="2616">
                  <c:v>0.29894999999999999</c:v>
                </c:pt>
                <c:pt idx="2617">
                  <c:v>0.29925499999999999</c:v>
                </c:pt>
                <c:pt idx="2618">
                  <c:v>0.29955999999999999</c:v>
                </c:pt>
                <c:pt idx="2619">
                  <c:v>0.29986600000000002</c:v>
                </c:pt>
                <c:pt idx="2620">
                  <c:v>0.30017100000000002</c:v>
                </c:pt>
                <c:pt idx="2621">
                  <c:v>0.30047699999999999</c:v>
                </c:pt>
                <c:pt idx="2622">
                  <c:v>0.30078199999999999</c:v>
                </c:pt>
                <c:pt idx="2623">
                  <c:v>0.30108699999999999</c:v>
                </c:pt>
                <c:pt idx="2624">
                  <c:v>0.30139300000000002</c:v>
                </c:pt>
                <c:pt idx="2625">
                  <c:v>0.30169800000000002</c:v>
                </c:pt>
                <c:pt idx="2626">
                  <c:v>0.30200399999999999</c:v>
                </c:pt>
                <c:pt idx="2627">
                  <c:v>0.30230899999999999</c:v>
                </c:pt>
                <c:pt idx="2628">
                  <c:v>0.30261399999999999</c:v>
                </c:pt>
                <c:pt idx="2629">
                  <c:v>0.30292000000000002</c:v>
                </c:pt>
                <c:pt idx="2630">
                  <c:v>0.30322500000000002</c:v>
                </c:pt>
                <c:pt idx="2631">
                  <c:v>0.303531</c:v>
                </c:pt>
                <c:pt idx="2632">
                  <c:v>0.30383599999999999</c:v>
                </c:pt>
                <c:pt idx="2633">
                  <c:v>0.30414099999999999</c:v>
                </c:pt>
                <c:pt idx="2634">
                  <c:v>0.30444700000000002</c:v>
                </c:pt>
                <c:pt idx="2635">
                  <c:v>0.30475200000000002</c:v>
                </c:pt>
                <c:pt idx="2636">
                  <c:v>0.305058</c:v>
                </c:pt>
                <c:pt idx="2637">
                  <c:v>0.305363</c:v>
                </c:pt>
                <c:pt idx="2638">
                  <c:v>0.305668</c:v>
                </c:pt>
                <c:pt idx="2639">
                  <c:v>0.30597400000000002</c:v>
                </c:pt>
                <c:pt idx="2640">
                  <c:v>0.30627900000000002</c:v>
                </c:pt>
                <c:pt idx="2641">
                  <c:v>0.306585</c:v>
                </c:pt>
                <c:pt idx="2642">
                  <c:v>0.30689</c:v>
                </c:pt>
                <c:pt idx="2643">
                  <c:v>0.307195</c:v>
                </c:pt>
                <c:pt idx="2644">
                  <c:v>0.30750100000000002</c:v>
                </c:pt>
                <c:pt idx="2645">
                  <c:v>0.30780600000000002</c:v>
                </c:pt>
                <c:pt idx="2646">
                  <c:v>0.308112</c:v>
                </c:pt>
                <c:pt idx="2647">
                  <c:v>0.308417</c:v>
                </c:pt>
                <c:pt idx="2648">
                  <c:v>0.308722</c:v>
                </c:pt>
                <c:pt idx="2649">
                  <c:v>0.30902800000000002</c:v>
                </c:pt>
                <c:pt idx="2650">
                  <c:v>0.30933300000000002</c:v>
                </c:pt>
                <c:pt idx="2651">
                  <c:v>0.309639</c:v>
                </c:pt>
                <c:pt idx="2652">
                  <c:v>0.309944</c:v>
                </c:pt>
                <c:pt idx="2653">
                  <c:v>0.310249</c:v>
                </c:pt>
                <c:pt idx="2654">
                  <c:v>0.31055500000000003</c:v>
                </c:pt>
                <c:pt idx="2655">
                  <c:v>0.31086000000000003</c:v>
                </c:pt>
                <c:pt idx="2656">
                  <c:v>0.311166</c:v>
                </c:pt>
                <c:pt idx="2657">
                  <c:v>0.311471</c:v>
                </c:pt>
                <c:pt idx="2658">
                  <c:v>0.311776</c:v>
                </c:pt>
                <c:pt idx="2659">
                  <c:v>0.31208200000000003</c:v>
                </c:pt>
                <c:pt idx="2660">
                  <c:v>0.31238700000000003</c:v>
                </c:pt>
                <c:pt idx="2661">
                  <c:v>0.312693</c:v>
                </c:pt>
                <c:pt idx="2662">
                  <c:v>0.312998</c:v>
                </c:pt>
                <c:pt idx="2663">
                  <c:v>0.313303</c:v>
                </c:pt>
                <c:pt idx="2664">
                  <c:v>0.31360900000000003</c:v>
                </c:pt>
                <c:pt idx="2665">
                  <c:v>0.31391400000000003</c:v>
                </c:pt>
                <c:pt idx="2666">
                  <c:v>0.31422</c:v>
                </c:pt>
                <c:pt idx="2667">
                  <c:v>0.314525</c:v>
                </c:pt>
                <c:pt idx="2668">
                  <c:v>0.31483</c:v>
                </c:pt>
                <c:pt idx="2669">
                  <c:v>0.31513600000000003</c:v>
                </c:pt>
                <c:pt idx="2670">
                  <c:v>0.31544100000000003</c:v>
                </c:pt>
                <c:pt idx="2671">
                  <c:v>0.315747</c:v>
                </c:pt>
                <c:pt idx="2672">
                  <c:v>0.316052</c:v>
                </c:pt>
                <c:pt idx="2673">
                  <c:v>0.316357</c:v>
                </c:pt>
                <c:pt idx="2674">
                  <c:v>0.31666299999999997</c:v>
                </c:pt>
                <c:pt idx="2675">
                  <c:v>0.31696800000000003</c:v>
                </c:pt>
                <c:pt idx="2676">
                  <c:v>0.317274</c:v>
                </c:pt>
                <c:pt idx="2677">
                  <c:v>0.317579</c:v>
                </c:pt>
                <c:pt idx="2678">
                  <c:v>0.317884</c:v>
                </c:pt>
                <c:pt idx="2679">
                  <c:v>0.31818999999999997</c:v>
                </c:pt>
                <c:pt idx="2680">
                  <c:v>0.31849499999999997</c:v>
                </c:pt>
                <c:pt idx="2681">
                  <c:v>0.318801</c:v>
                </c:pt>
                <c:pt idx="2682">
                  <c:v>0.319106</c:v>
                </c:pt>
                <c:pt idx="2683">
                  <c:v>0.319411</c:v>
                </c:pt>
                <c:pt idx="2684">
                  <c:v>0.31971699999999997</c:v>
                </c:pt>
                <c:pt idx="2685">
                  <c:v>0.32002199999999997</c:v>
                </c:pt>
                <c:pt idx="2686">
                  <c:v>0.320328</c:v>
                </c:pt>
                <c:pt idx="2687">
                  <c:v>0.320633</c:v>
                </c:pt>
                <c:pt idx="2688">
                  <c:v>0.320938</c:v>
                </c:pt>
                <c:pt idx="2689">
                  <c:v>0.32124399999999997</c:v>
                </c:pt>
                <c:pt idx="2690">
                  <c:v>0.32154899999999997</c:v>
                </c:pt>
                <c:pt idx="2691">
                  <c:v>0.32185399999999997</c:v>
                </c:pt>
                <c:pt idx="2692">
                  <c:v>0.32216</c:v>
                </c:pt>
                <c:pt idx="2693">
                  <c:v>0.322465</c:v>
                </c:pt>
                <c:pt idx="2694">
                  <c:v>0.32277099999999997</c:v>
                </c:pt>
                <c:pt idx="2695">
                  <c:v>0.32307599999999997</c:v>
                </c:pt>
                <c:pt idx="2696">
                  <c:v>0.32338099999999997</c:v>
                </c:pt>
                <c:pt idx="2697">
                  <c:v>0.323687</c:v>
                </c:pt>
                <c:pt idx="2698">
                  <c:v>0.323992</c:v>
                </c:pt>
                <c:pt idx="2699">
                  <c:v>0.32429799999999998</c:v>
                </c:pt>
                <c:pt idx="2700">
                  <c:v>0.32460299999999997</c:v>
                </c:pt>
                <c:pt idx="2701">
                  <c:v>0.32490799999999997</c:v>
                </c:pt>
                <c:pt idx="2702">
                  <c:v>0.325214</c:v>
                </c:pt>
                <c:pt idx="2703">
                  <c:v>0.325519</c:v>
                </c:pt>
                <c:pt idx="2704">
                  <c:v>0.32582499999999998</c:v>
                </c:pt>
                <c:pt idx="2705">
                  <c:v>0.32612999999999998</c:v>
                </c:pt>
                <c:pt idx="2706">
                  <c:v>0.32643499999999998</c:v>
                </c:pt>
                <c:pt idx="2707">
                  <c:v>0.326741</c:v>
                </c:pt>
                <c:pt idx="2708">
                  <c:v>0.327046</c:v>
                </c:pt>
                <c:pt idx="2709">
                  <c:v>0.32735199999999998</c:v>
                </c:pt>
                <c:pt idx="2710">
                  <c:v>0.32765699999999998</c:v>
                </c:pt>
                <c:pt idx="2711">
                  <c:v>0.32796199999999998</c:v>
                </c:pt>
                <c:pt idx="2712">
                  <c:v>0.328268</c:v>
                </c:pt>
                <c:pt idx="2713">
                  <c:v>0.328573</c:v>
                </c:pt>
                <c:pt idx="2714">
                  <c:v>0.32887899999999998</c:v>
                </c:pt>
                <c:pt idx="2715">
                  <c:v>0.32918399999999998</c:v>
                </c:pt>
                <c:pt idx="2716">
                  <c:v>0.32948899999999998</c:v>
                </c:pt>
                <c:pt idx="2717">
                  <c:v>0.329795</c:v>
                </c:pt>
                <c:pt idx="2718">
                  <c:v>0.3301</c:v>
                </c:pt>
                <c:pt idx="2719">
                  <c:v>0.33040599999999998</c:v>
                </c:pt>
                <c:pt idx="2720">
                  <c:v>0.33071099999999998</c:v>
                </c:pt>
                <c:pt idx="2721">
                  <c:v>0.33101599999999998</c:v>
                </c:pt>
                <c:pt idx="2722">
                  <c:v>0.33132200000000001</c:v>
                </c:pt>
                <c:pt idx="2723">
                  <c:v>0.33162700000000001</c:v>
                </c:pt>
                <c:pt idx="2724">
                  <c:v>0.33193299999999998</c:v>
                </c:pt>
                <c:pt idx="2725">
                  <c:v>0.33223799999999998</c:v>
                </c:pt>
                <c:pt idx="2726">
                  <c:v>0.33254299999999998</c:v>
                </c:pt>
                <c:pt idx="2727">
                  <c:v>0.33284900000000001</c:v>
                </c:pt>
                <c:pt idx="2728">
                  <c:v>0.33315400000000001</c:v>
                </c:pt>
                <c:pt idx="2729">
                  <c:v>0.33345999999999998</c:v>
                </c:pt>
                <c:pt idx="2730">
                  <c:v>0.33376499999999998</c:v>
                </c:pt>
                <c:pt idx="2731">
                  <c:v>0.33406999999999998</c:v>
                </c:pt>
                <c:pt idx="2732">
                  <c:v>0.33437600000000001</c:v>
                </c:pt>
                <c:pt idx="2733">
                  <c:v>0.33468100000000001</c:v>
                </c:pt>
                <c:pt idx="2734">
                  <c:v>0.33498699999999998</c:v>
                </c:pt>
                <c:pt idx="2735">
                  <c:v>0.33529199999999998</c:v>
                </c:pt>
                <c:pt idx="2736">
                  <c:v>0.33559699999999998</c:v>
                </c:pt>
                <c:pt idx="2737">
                  <c:v>0.33590300000000001</c:v>
                </c:pt>
                <c:pt idx="2738">
                  <c:v>0.33620800000000001</c:v>
                </c:pt>
                <c:pt idx="2739">
                  <c:v>0.33651399999999998</c:v>
                </c:pt>
                <c:pt idx="2740">
                  <c:v>0.33681899999999998</c:v>
                </c:pt>
                <c:pt idx="2741">
                  <c:v>0.33712399999999998</c:v>
                </c:pt>
                <c:pt idx="2742">
                  <c:v>0.33743000000000001</c:v>
                </c:pt>
                <c:pt idx="2743">
                  <c:v>0.33773500000000001</c:v>
                </c:pt>
                <c:pt idx="2744">
                  <c:v>0.33804099999999998</c:v>
                </c:pt>
                <c:pt idx="2745">
                  <c:v>0.33834599999999998</c:v>
                </c:pt>
                <c:pt idx="2746">
                  <c:v>0.33865099999999998</c:v>
                </c:pt>
                <c:pt idx="2747">
                  <c:v>0.33895700000000001</c:v>
                </c:pt>
                <c:pt idx="2748">
                  <c:v>0.33926200000000001</c:v>
                </c:pt>
                <c:pt idx="2749">
                  <c:v>0.33956799999999998</c:v>
                </c:pt>
                <c:pt idx="2750">
                  <c:v>0.33987299999999998</c:v>
                </c:pt>
                <c:pt idx="2751">
                  <c:v>0.34017799999999998</c:v>
                </c:pt>
                <c:pt idx="2752">
                  <c:v>0.34048400000000001</c:v>
                </c:pt>
                <c:pt idx="2753">
                  <c:v>0.34078900000000001</c:v>
                </c:pt>
                <c:pt idx="2754">
                  <c:v>0.34109499999999998</c:v>
                </c:pt>
                <c:pt idx="2755">
                  <c:v>0.34139999999999998</c:v>
                </c:pt>
                <c:pt idx="2756">
                  <c:v>0.34170499999999998</c:v>
                </c:pt>
                <c:pt idx="2757">
                  <c:v>0.34201100000000001</c:v>
                </c:pt>
                <c:pt idx="2758">
                  <c:v>0.34231600000000001</c:v>
                </c:pt>
                <c:pt idx="2759">
                  <c:v>0.34262199999999998</c:v>
                </c:pt>
                <c:pt idx="2760">
                  <c:v>0.34292699999999998</c:v>
                </c:pt>
                <c:pt idx="2761">
                  <c:v>0.34323199999999998</c:v>
                </c:pt>
                <c:pt idx="2762">
                  <c:v>0.34353800000000001</c:v>
                </c:pt>
                <c:pt idx="2763">
                  <c:v>0.34384300000000001</c:v>
                </c:pt>
                <c:pt idx="2764">
                  <c:v>0.34414899999999998</c:v>
                </c:pt>
                <c:pt idx="2765">
                  <c:v>0.34445399999999998</c:v>
                </c:pt>
                <c:pt idx="2766">
                  <c:v>0.34475899999999998</c:v>
                </c:pt>
                <c:pt idx="2767">
                  <c:v>0.34506500000000001</c:v>
                </c:pt>
                <c:pt idx="2768">
                  <c:v>0.34537000000000001</c:v>
                </c:pt>
                <c:pt idx="2769">
                  <c:v>0.34567599999999998</c:v>
                </c:pt>
                <c:pt idx="2770">
                  <c:v>0.34598099999999998</c:v>
                </c:pt>
                <c:pt idx="2771">
                  <c:v>0.34628599999999998</c:v>
                </c:pt>
                <c:pt idx="2772">
                  <c:v>0.34659200000000001</c:v>
                </c:pt>
                <c:pt idx="2773">
                  <c:v>0.34689700000000001</c:v>
                </c:pt>
                <c:pt idx="2774">
                  <c:v>0.34720200000000001</c:v>
                </c:pt>
                <c:pt idx="2775">
                  <c:v>0.34750799999999998</c:v>
                </c:pt>
                <c:pt idx="2776">
                  <c:v>0.34781299999999998</c:v>
                </c:pt>
                <c:pt idx="2777">
                  <c:v>0.34811900000000001</c:v>
                </c:pt>
                <c:pt idx="2778">
                  <c:v>0.34842400000000001</c:v>
                </c:pt>
                <c:pt idx="2779">
                  <c:v>0.34872900000000001</c:v>
                </c:pt>
                <c:pt idx="2780">
                  <c:v>0.34903499999999998</c:v>
                </c:pt>
                <c:pt idx="2781">
                  <c:v>0.34933999999999998</c:v>
                </c:pt>
                <c:pt idx="2782">
                  <c:v>0.34964600000000001</c:v>
                </c:pt>
                <c:pt idx="2783">
                  <c:v>0.34995100000000001</c:v>
                </c:pt>
                <c:pt idx="2784">
                  <c:v>0.35025600000000001</c:v>
                </c:pt>
                <c:pt idx="2785">
                  <c:v>0.35056199999999998</c:v>
                </c:pt>
                <c:pt idx="2786">
                  <c:v>0.35086699999999998</c:v>
                </c:pt>
                <c:pt idx="2787">
                  <c:v>0.35117300000000001</c:v>
                </c:pt>
                <c:pt idx="2788">
                  <c:v>0.35147800000000001</c:v>
                </c:pt>
                <c:pt idx="2789">
                  <c:v>0.35178300000000001</c:v>
                </c:pt>
                <c:pt idx="2790">
                  <c:v>0.35208899999999999</c:v>
                </c:pt>
                <c:pt idx="2791">
                  <c:v>0.35239399999999999</c:v>
                </c:pt>
                <c:pt idx="2792">
                  <c:v>0.35270000000000001</c:v>
                </c:pt>
                <c:pt idx="2793">
                  <c:v>0.35300500000000001</c:v>
                </c:pt>
                <c:pt idx="2794">
                  <c:v>0.35331000000000001</c:v>
                </c:pt>
                <c:pt idx="2795">
                  <c:v>0.35361599999999999</c:v>
                </c:pt>
                <c:pt idx="2796">
                  <c:v>0.35392099999999999</c:v>
                </c:pt>
                <c:pt idx="2797">
                  <c:v>0.35422700000000001</c:v>
                </c:pt>
                <c:pt idx="2798">
                  <c:v>0.35453200000000001</c:v>
                </c:pt>
                <c:pt idx="2799">
                  <c:v>0.35483700000000001</c:v>
                </c:pt>
                <c:pt idx="2800">
                  <c:v>0.35514299999999999</c:v>
                </c:pt>
                <c:pt idx="2801">
                  <c:v>0.35544799999999999</c:v>
                </c:pt>
                <c:pt idx="2802">
                  <c:v>0.35575400000000001</c:v>
                </c:pt>
                <c:pt idx="2803">
                  <c:v>0.35605900000000001</c:v>
                </c:pt>
                <c:pt idx="2804">
                  <c:v>0.35636400000000001</c:v>
                </c:pt>
                <c:pt idx="2805">
                  <c:v>0.35666999999999999</c:v>
                </c:pt>
                <c:pt idx="2806">
                  <c:v>0.35697499999999999</c:v>
                </c:pt>
                <c:pt idx="2807">
                  <c:v>0.35728100000000002</c:v>
                </c:pt>
                <c:pt idx="2808">
                  <c:v>0.35758600000000001</c:v>
                </c:pt>
                <c:pt idx="2809">
                  <c:v>0.35789100000000001</c:v>
                </c:pt>
                <c:pt idx="2810">
                  <c:v>0.35819699999999999</c:v>
                </c:pt>
                <c:pt idx="2811">
                  <c:v>0.35850199999999999</c:v>
                </c:pt>
                <c:pt idx="2812">
                  <c:v>0.35880800000000002</c:v>
                </c:pt>
                <c:pt idx="2813">
                  <c:v>0.35911300000000002</c:v>
                </c:pt>
                <c:pt idx="2814">
                  <c:v>0.35941800000000002</c:v>
                </c:pt>
                <c:pt idx="2815">
                  <c:v>0.35972399999999999</c:v>
                </c:pt>
                <c:pt idx="2816">
                  <c:v>0.36002899999999999</c:v>
                </c:pt>
                <c:pt idx="2817">
                  <c:v>0.36033500000000002</c:v>
                </c:pt>
                <c:pt idx="2818">
                  <c:v>0.36064000000000002</c:v>
                </c:pt>
                <c:pt idx="2819">
                  <c:v>0.36094500000000002</c:v>
                </c:pt>
                <c:pt idx="2820">
                  <c:v>0.36125099999999999</c:v>
                </c:pt>
                <c:pt idx="2821">
                  <c:v>0.36155599999999999</c:v>
                </c:pt>
                <c:pt idx="2822">
                  <c:v>0.36186200000000002</c:v>
                </c:pt>
                <c:pt idx="2823">
                  <c:v>0.36216700000000002</c:v>
                </c:pt>
                <c:pt idx="2824">
                  <c:v>0.36247200000000002</c:v>
                </c:pt>
                <c:pt idx="2825">
                  <c:v>0.36277799999999999</c:v>
                </c:pt>
                <c:pt idx="2826">
                  <c:v>0.36308299999999999</c:v>
                </c:pt>
                <c:pt idx="2827">
                  <c:v>0.36338900000000002</c:v>
                </c:pt>
                <c:pt idx="2828">
                  <c:v>0.36369400000000002</c:v>
                </c:pt>
                <c:pt idx="2829">
                  <c:v>0.36399900000000002</c:v>
                </c:pt>
                <c:pt idx="2830">
                  <c:v>0.36430499999999999</c:v>
                </c:pt>
                <c:pt idx="2831">
                  <c:v>0.36460999999999999</c:v>
                </c:pt>
                <c:pt idx="2832">
                  <c:v>0.36491600000000002</c:v>
                </c:pt>
                <c:pt idx="2833">
                  <c:v>0.36522100000000002</c:v>
                </c:pt>
                <c:pt idx="2834">
                  <c:v>0.36552600000000002</c:v>
                </c:pt>
                <c:pt idx="2835">
                  <c:v>0.36583199999999999</c:v>
                </c:pt>
                <c:pt idx="2836">
                  <c:v>0.36613699999999999</c:v>
                </c:pt>
                <c:pt idx="2837">
                  <c:v>0.36644300000000002</c:v>
                </c:pt>
                <c:pt idx="2838">
                  <c:v>0.36674800000000002</c:v>
                </c:pt>
                <c:pt idx="2839">
                  <c:v>0.36705300000000002</c:v>
                </c:pt>
                <c:pt idx="2840">
                  <c:v>0.36735899999999999</c:v>
                </c:pt>
                <c:pt idx="2841">
                  <c:v>0.36766399999999999</c:v>
                </c:pt>
                <c:pt idx="2842">
                  <c:v>0.36797000000000002</c:v>
                </c:pt>
                <c:pt idx="2843">
                  <c:v>0.36827500000000002</c:v>
                </c:pt>
                <c:pt idx="2844">
                  <c:v>0.36858000000000002</c:v>
                </c:pt>
                <c:pt idx="2845">
                  <c:v>0.36888599999999999</c:v>
                </c:pt>
                <c:pt idx="2846">
                  <c:v>0.36919099999999999</c:v>
                </c:pt>
                <c:pt idx="2847">
                  <c:v>0.36949700000000002</c:v>
                </c:pt>
                <c:pt idx="2848">
                  <c:v>0.36980200000000002</c:v>
                </c:pt>
                <c:pt idx="2849">
                  <c:v>0.37010700000000002</c:v>
                </c:pt>
                <c:pt idx="2850">
                  <c:v>0.37041299999999999</c:v>
                </c:pt>
                <c:pt idx="2851">
                  <c:v>0.37071799999999999</c:v>
                </c:pt>
                <c:pt idx="2852">
                  <c:v>0.37102400000000002</c:v>
                </c:pt>
                <c:pt idx="2853">
                  <c:v>0.37132900000000002</c:v>
                </c:pt>
                <c:pt idx="2854">
                  <c:v>0.37163400000000002</c:v>
                </c:pt>
                <c:pt idx="2855">
                  <c:v>0.37193999999999999</c:v>
                </c:pt>
                <c:pt idx="2856">
                  <c:v>0.37224499999999999</c:v>
                </c:pt>
                <c:pt idx="2857">
                  <c:v>0.37255100000000002</c:v>
                </c:pt>
                <c:pt idx="2858">
                  <c:v>0.37285600000000002</c:v>
                </c:pt>
                <c:pt idx="2859">
                  <c:v>0.37316100000000002</c:v>
                </c:pt>
                <c:pt idx="2860">
                  <c:v>0.37346699999999999</c:v>
                </c:pt>
                <c:pt idx="2861">
                  <c:v>0.37377199999999999</c:v>
                </c:pt>
                <c:pt idx="2862">
                  <c:v>0.37407699999999999</c:v>
                </c:pt>
                <c:pt idx="2863">
                  <c:v>0.37438300000000002</c:v>
                </c:pt>
                <c:pt idx="2864">
                  <c:v>0.37468800000000002</c:v>
                </c:pt>
                <c:pt idx="2865">
                  <c:v>0.37499399999999999</c:v>
                </c:pt>
                <c:pt idx="2866">
                  <c:v>0.37529899999999999</c:v>
                </c:pt>
                <c:pt idx="2867">
                  <c:v>0.37560399999999999</c:v>
                </c:pt>
                <c:pt idx="2868">
                  <c:v>0.37591000000000002</c:v>
                </c:pt>
                <c:pt idx="2869">
                  <c:v>0.37621500000000002</c:v>
                </c:pt>
                <c:pt idx="2870">
                  <c:v>0.37652099999999999</c:v>
                </c:pt>
                <c:pt idx="2871">
                  <c:v>0.37682599999999999</c:v>
                </c:pt>
                <c:pt idx="2872">
                  <c:v>0.37713099999999999</c:v>
                </c:pt>
                <c:pt idx="2873">
                  <c:v>0.37743700000000002</c:v>
                </c:pt>
                <c:pt idx="2874">
                  <c:v>0.37774200000000002</c:v>
                </c:pt>
                <c:pt idx="2875">
                  <c:v>0.378048</c:v>
                </c:pt>
                <c:pt idx="2876">
                  <c:v>0.37835299999999999</c:v>
                </c:pt>
                <c:pt idx="2877">
                  <c:v>0.37865799999999999</c:v>
                </c:pt>
                <c:pt idx="2878">
                  <c:v>0.37896400000000002</c:v>
                </c:pt>
                <c:pt idx="2879">
                  <c:v>0.37926900000000002</c:v>
                </c:pt>
                <c:pt idx="2880">
                  <c:v>0.379575</c:v>
                </c:pt>
                <c:pt idx="2881">
                  <c:v>0.37988</c:v>
                </c:pt>
                <c:pt idx="2882">
                  <c:v>0.380185</c:v>
                </c:pt>
                <c:pt idx="2883">
                  <c:v>0.38049100000000002</c:v>
                </c:pt>
                <c:pt idx="2884">
                  <c:v>0.38079600000000002</c:v>
                </c:pt>
                <c:pt idx="2885">
                  <c:v>0.381102</c:v>
                </c:pt>
                <c:pt idx="2886">
                  <c:v>0.381407</c:v>
                </c:pt>
                <c:pt idx="2887">
                  <c:v>0.381712</c:v>
                </c:pt>
                <c:pt idx="2888">
                  <c:v>0.38201800000000002</c:v>
                </c:pt>
                <c:pt idx="2889">
                  <c:v>0.38232300000000002</c:v>
                </c:pt>
                <c:pt idx="2890">
                  <c:v>0.382629</c:v>
                </c:pt>
                <c:pt idx="2891">
                  <c:v>0.382934</c:v>
                </c:pt>
                <c:pt idx="2892">
                  <c:v>0.383239</c:v>
                </c:pt>
                <c:pt idx="2893">
                  <c:v>0.38354500000000002</c:v>
                </c:pt>
                <c:pt idx="2894">
                  <c:v>0.38385000000000002</c:v>
                </c:pt>
                <c:pt idx="2895">
                  <c:v>0.384156</c:v>
                </c:pt>
                <c:pt idx="2896">
                  <c:v>0.384461</c:v>
                </c:pt>
                <c:pt idx="2897">
                  <c:v>0.384766</c:v>
                </c:pt>
                <c:pt idx="2898">
                  <c:v>0.38507200000000003</c:v>
                </c:pt>
                <c:pt idx="2899">
                  <c:v>0.38537700000000003</c:v>
                </c:pt>
                <c:pt idx="2900">
                  <c:v>0.385683</c:v>
                </c:pt>
                <c:pt idx="2901">
                  <c:v>0.385988</c:v>
                </c:pt>
                <c:pt idx="2902">
                  <c:v>0.386293</c:v>
                </c:pt>
                <c:pt idx="2903">
                  <c:v>0.38659900000000003</c:v>
                </c:pt>
                <c:pt idx="2904">
                  <c:v>0.38690400000000003</c:v>
                </c:pt>
                <c:pt idx="2905">
                  <c:v>0.38721</c:v>
                </c:pt>
                <c:pt idx="2906">
                  <c:v>0.387515</c:v>
                </c:pt>
                <c:pt idx="2907">
                  <c:v>0.38782</c:v>
                </c:pt>
                <c:pt idx="2908">
                  <c:v>0.38812600000000003</c:v>
                </c:pt>
                <c:pt idx="2909">
                  <c:v>0.38843100000000003</c:v>
                </c:pt>
                <c:pt idx="2910">
                  <c:v>0.388737</c:v>
                </c:pt>
                <c:pt idx="2911">
                  <c:v>0.389042</c:v>
                </c:pt>
                <c:pt idx="2912">
                  <c:v>0.389347</c:v>
                </c:pt>
                <c:pt idx="2913">
                  <c:v>0.38965300000000003</c:v>
                </c:pt>
                <c:pt idx="2914">
                  <c:v>0.38995800000000003</c:v>
                </c:pt>
                <c:pt idx="2915">
                  <c:v>0.390264</c:v>
                </c:pt>
                <c:pt idx="2916">
                  <c:v>0.390569</c:v>
                </c:pt>
                <c:pt idx="2917">
                  <c:v>0.390874</c:v>
                </c:pt>
                <c:pt idx="2918">
                  <c:v>0.39118000000000003</c:v>
                </c:pt>
                <c:pt idx="2919">
                  <c:v>0.39148500000000003</c:v>
                </c:pt>
                <c:pt idx="2920">
                  <c:v>0.391791</c:v>
                </c:pt>
                <c:pt idx="2921">
                  <c:v>0.392096</c:v>
                </c:pt>
                <c:pt idx="2922">
                  <c:v>0.392401</c:v>
                </c:pt>
                <c:pt idx="2923">
                  <c:v>0.39270699999999997</c:v>
                </c:pt>
                <c:pt idx="2924">
                  <c:v>0.39301199999999997</c:v>
                </c:pt>
                <c:pt idx="2925">
                  <c:v>0.393318</c:v>
                </c:pt>
                <c:pt idx="2926">
                  <c:v>0.393623</c:v>
                </c:pt>
                <c:pt idx="2927">
                  <c:v>0.393928</c:v>
                </c:pt>
                <c:pt idx="2928">
                  <c:v>0.39423399999999997</c:v>
                </c:pt>
                <c:pt idx="2929">
                  <c:v>0.39453899999999997</c:v>
                </c:pt>
                <c:pt idx="2930">
                  <c:v>0.394845</c:v>
                </c:pt>
                <c:pt idx="2931">
                  <c:v>0.39515</c:v>
                </c:pt>
                <c:pt idx="2932">
                  <c:v>0.395455</c:v>
                </c:pt>
                <c:pt idx="2933">
                  <c:v>0.39576099999999997</c:v>
                </c:pt>
                <c:pt idx="2934">
                  <c:v>0.39606599999999997</c:v>
                </c:pt>
                <c:pt idx="2935">
                  <c:v>0.396372</c:v>
                </c:pt>
                <c:pt idx="2936">
                  <c:v>0.396677</c:v>
                </c:pt>
                <c:pt idx="2937">
                  <c:v>0.396982</c:v>
                </c:pt>
                <c:pt idx="2938">
                  <c:v>0.39728799999999997</c:v>
                </c:pt>
                <c:pt idx="2939">
                  <c:v>0.39759299999999997</c:v>
                </c:pt>
                <c:pt idx="2940">
                  <c:v>0.397899</c:v>
                </c:pt>
                <c:pt idx="2941">
                  <c:v>0.398204</c:v>
                </c:pt>
                <c:pt idx="2942">
                  <c:v>0.398509</c:v>
                </c:pt>
                <c:pt idx="2943">
                  <c:v>0.39881499999999998</c:v>
                </c:pt>
                <c:pt idx="2944">
                  <c:v>0.39911999999999997</c:v>
                </c:pt>
                <c:pt idx="2945">
                  <c:v>0.39942499999999997</c:v>
                </c:pt>
                <c:pt idx="2946">
                  <c:v>0.399731</c:v>
                </c:pt>
                <c:pt idx="2947">
                  <c:v>0.400036</c:v>
                </c:pt>
                <c:pt idx="2948">
                  <c:v>0.40034199999999998</c:v>
                </c:pt>
                <c:pt idx="2949">
                  <c:v>0.40064699999999998</c:v>
                </c:pt>
                <c:pt idx="2950">
                  <c:v>0.40095199999999998</c:v>
                </c:pt>
                <c:pt idx="2951">
                  <c:v>0.401258</c:v>
                </c:pt>
                <c:pt idx="2952">
                  <c:v>0.401563</c:v>
                </c:pt>
                <c:pt idx="2953">
                  <c:v>0.40186899999999998</c:v>
                </c:pt>
                <c:pt idx="2954">
                  <c:v>0.40217399999999998</c:v>
                </c:pt>
                <c:pt idx="2955">
                  <c:v>0.40247899999999998</c:v>
                </c:pt>
                <c:pt idx="2956">
                  <c:v>0.402785</c:v>
                </c:pt>
                <c:pt idx="2957">
                  <c:v>0.40309</c:v>
                </c:pt>
                <c:pt idx="2958">
                  <c:v>0.40339599999999998</c:v>
                </c:pt>
                <c:pt idx="2959">
                  <c:v>0.40370099999999998</c:v>
                </c:pt>
                <c:pt idx="2960">
                  <c:v>0.40400599999999998</c:v>
                </c:pt>
                <c:pt idx="2961">
                  <c:v>0.404312</c:v>
                </c:pt>
                <c:pt idx="2962">
                  <c:v>0.404617</c:v>
                </c:pt>
                <c:pt idx="2963">
                  <c:v>0.40492299999999998</c:v>
                </c:pt>
                <c:pt idx="2964">
                  <c:v>0.40522799999999998</c:v>
                </c:pt>
                <c:pt idx="2965">
                  <c:v>0.40553299999999998</c:v>
                </c:pt>
                <c:pt idx="2966">
                  <c:v>0.40583900000000001</c:v>
                </c:pt>
                <c:pt idx="2967">
                  <c:v>0.40614400000000001</c:v>
                </c:pt>
                <c:pt idx="2968">
                  <c:v>0.40644999999999998</c:v>
                </c:pt>
                <c:pt idx="2969">
                  <c:v>0.40675499999999998</c:v>
                </c:pt>
                <c:pt idx="2970">
                  <c:v>0.40705999999999998</c:v>
                </c:pt>
                <c:pt idx="2971">
                  <c:v>0.40736600000000001</c:v>
                </c:pt>
                <c:pt idx="2972">
                  <c:v>0.40767100000000001</c:v>
                </c:pt>
                <c:pt idx="2973">
                  <c:v>0.40797699999999998</c:v>
                </c:pt>
                <c:pt idx="2974">
                  <c:v>0.40828199999999998</c:v>
                </c:pt>
                <c:pt idx="2975">
                  <c:v>0.40858699999999998</c:v>
                </c:pt>
                <c:pt idx="2976">
                  <c:v>0.40889300000000001</c:v>
                </c:pt>
                <c:pt idx="2977">
                  <c:v>0.40919800000000001</c:v>
                </c:pt>
                <c:pt idx="2978">
                  <c:v>0.40950399999999998</c:v>
                </c:pt>
                <c:pt idx="2979">
                  <c:v>0.40980899999999998</c:v>
                </c:pt>
                <c:pt idx="2980">
                  <c:v>0.41011399999999998</c:v>
                </c:pt>
                <c:pt idx="2981">
                  <c:v>0.41042000000000001</c:v>
                </c:pt>
                <c:pt idx="2982">
                  <c:v>0.41072500000000001</c:v>
                </c:pt>
                <c:pt idx="2983">
                  <c:v>0.41103099999999998</c:v>
                </c:pt>
                <c:pt idx="2984">
                  <c:v>0.41133599999999998</c:v>
                </c:pt>
                <c:pt idx="2985">
                  <c:v>0.41164099999999998</c:v>
                </c:pt>
                <c:pt idx="2986">
                  <c:v>0.41194700000000001</c:v>
                </c:pt>
                <c:pt idx="2987">
                  <c:v>0.41225200000000001</c:v>
                </c:pt>
                <c:pt idx="2988">
                  <c:v>0.41255799999999998</c:v>
                </c:pt>
                <c:pt idx="2989">
                  <c:v>0.41286299999999998</c:v>
                </c:pt>
                <c:pt idx="2990">
                  <c:v>0.41316799999999998</c:v>
                </c:pt>
                <c:pt idx="2991">
                  <c:v>0.41347400000000001</c:v>
                </c:pt>
                <c:pt idx="2992">
                  <c:v>0.41377900000000001</c:v>
                </c:pt>
                <c:pt idx="2993">
                  <c:v>0.41408499999999998</c:v>
                </c:pt>
                <c:pt idx="2994">
                  <c:v>0.41438999999999998</c:v>
                </c:pt>
                <c:pt idx="2995">
                  <c:v>0.41469499999999998</c:v>
                </c:pt>
                <c:pt idx="2996">
                  <c:v>0.41500100000000001</c:v>
                </c:pt>
                <c:pt idx="2997">
                  <c:v>0.41530600000000001</c:v>
                </c:pt>
                <c:pt idx="2998">
                  <c:v>0.41561199999999998</c:v>
                </c:pt>
                <c:pt idx="2999">
                  <c:v>0.41591699999999998</c:v>
                </c:pt>
                <c:pt idx="3000">
                  <c:v>0.41622199999999998</c:v>
                </c:pt>
                <c:pt idx="3001">
                  <c:v>0.41652800000000001</c:v>
                </c:pt>
                <c:pt idx="3002">
                  <c:v>0.41683300000000001</c:v>
                </c:pt>
                <c:pt idx="3003">
                  <c:v>0.41713899999999998</c:v>
                </c:pt>
                <c:pt idx="3004">
                  <c:v>0.41744399999999998</c:v>
                </c:pt>
                <c:pt idx="3005">
                  <c:v>0.41774899999999998</c:v>
                </c:pt>
                <c:pt idx="3006">
                  <c:v>0.41805500000000001</c:v>
                </c:pt>
                <c:pt idx="3007">
                  <c:v>0.41836000000000001</c:v>
                </c:pt>
                <c:pt idx="3008">
                  <c:v>0.41866599999999998</c:v>
                </c:pt>
                <c:pt idx="3009">
                  <c:v>0.41897099999999998</c:v>
                </c:pt>
                <c:pt idx="3010">
                  <c:v>0.41927599999999998</c:v>
                </c:pt>
                <c:pt idx="3011">
                  <c:v>0.41958200000000001</c:v>
                </c:pt>
                <c:pt idx="3012">
                  <c:v>0.41988700000000001</c:v>
                </c:pt>
                <c:pt idx="3013">
                  <c:v>0.42019299999999998</c:v>
                </c:pt>
                <c:pt idx="3014">
                  <c:v>0.42049799999999998</c:v>
                </c:pt>
                <c:pt idx="3015">
                  <c:v>0.42080299999999998</c:v>
                </c:pt>
                <c:pt idx="3016">
                  <c:v>0.42110900000000001</c:v>
                </c:pt>
                <c:pt idx="3017">
                  <c:v>0.42141400000000001</c:v>
                </c:pt>
                <c:pt idx="3018">
                  <c:v>0.42171999999999998</c:v>
                </c:pt>
                <c:pt idx="3019">
                  <c:v>0.42202499999999998</c:v>
                </c:pt>
                <c:pt idx="3020">
                  <c:v>0.42232999999999998</c:v>
                </c:pt>
                <c:pt idx="3021">
                  <c:v>0.42263600000000001</c:v>
                </c:pt>
                <c:pt idx="3022">
                  <c:v>0.42294100000000001</c:v>
                </c:pt>
                <c:pt idx="3023">
                  <c:v>0.42324699999999998</c:v>
                </c:pt>
                <c:pt idx="3024">
                  <c:v>0.42355199999999998</c:v>
                </c:pt>
                <c:pt idx="3025">
                  <c:v>0.42385699999999998</c:v>
                </c:pt>
                <c:pt idx="3026">
                  <c:v>0.42416300000000001</c:v>
                </c:pt>
                <c:pt idx="3027">
                  <c:v>0.42446800000000001</c:v>
                </c:pt>
                <c:pt idx="3028">
                  <c:v>0.42477300000000001</c:v>
                </c:pt>
                <c:pt idx="3029">
                  <c:v>0.42507899999999998</c:v>
                </c:pt>
                <c:pt idx="3030">
                  <c:v>0.42538399999999998</c:v>
                </c:pt>
                <c:pt idx="3031">
                  <c:v>0.42569000000000001</c:v>
                </c:pt>
                <c:pt idx="3032">
                  <c:v>0.42599500000000001</c:v>
                </c:pt>
                <c:pt idx="3033">
                  <c:v>0.42630000000000001</c:v>
                </c:pt>
                <c:pt idx="3034">
                  <c:v>0.42660599999999999</c:v>
                </c:pt>
                <c:pt idx="3035">
                  <c:v>0.42691099999999998</c:v>
                </c:pt>
                <c:pt idx="3036">
                  <c:v>0.42721700000000001</c:v>
                </c:pt>
                <c:pt idx="3037">
                  <c:v>0.42752200000000001</c:v>
                </c:pt>
                <c:pt idx="3038">
                  <c:v>0.42782700000000001</c:v>
                </c:pt>
                <c:pt idx="3039">
                  <c:v>0.42813299999999999</c:v>
                </c:pt>
                <c:pt idx="3040">
                  <c:v>0.42843799999999999</c:v>
                </c:pt>
                <c:pt idx="3041">
                  <c:v>0.42874400000000001</c:v>
                </c:pt>
                <c:pt idx="3042">
                  <c:v>0.42904900000000001</c:v>
                </c:pt>
                <c:pt idx="3043">
                  <c:v>0.42935400000000001</c:v>
                </c:pt>
                <c:pt idx="3044">
                  <c:v>0.42965999999999999</c:v>
                </c:pt>
                <c:pt idx="3045">
                  <c:v>0.42996499999999999</c:v>
                </c:pt>
                <c:pt idx="3046">
                  <c:v>0.43027100000000001</c:v>
                </c:pt>
                <c:pt idx="3047">
                  <c:v>0.43057600000000001</c:v>
                </c:pt>
                <c:pt idx="3048">
                  <c:v>0.43088100000000001</c:v>
                </c:pt>
                <c:pt idx="3049">
                  <c:v>0.43118699999999999</c:v>
                </c:pt>
                <c:pt idx="3050">
                  <c:v>0.43149199999999999</c:v>
                </c:pt>
                <c:pt idx="3051">
                  <c:v>0.43179800000000002</c:v>
                </c:pt>
                <c:pt idx="3052">
                  <c:v>0.43210300000000001</c:v>
                </c:pt>
                <c:pt idx="3053">
                  <c:v>0.43240800000000001</c:v>
                </c:pt>
                <c:pt idx="3054">
                  <c:v>0.43271399999999999</c:v>
                </c:pt>
                <c:pt idx="3055">
                  <c:v>0.43301899999999999</c:v>
                </c:pt>
                <c:pt idx="3056">
                  <c:v>0.43332500000000002</c:v>
                </c:pt>
                <c:pt idx="3057">
                  <c:v>0.43363000000000002</c:v>
                </c:pt>
                <c:pt idx="3058">
                  <c:v>0.43393500000000002</c:v>
                </c:pt>
                <c:pt idx="3059">
                  <c:v>0.43424099999999999</c:v>
                </c:pt>
                <c:pt idx="3060">
                  <c:v>0.43454599999999999</c:v>
                </c:pt>
                <c:pt idx="3061">
                  <c:v>0.43485200000000002</c:v>
                </c:pt>
                <c:pt idx="3062">
                  <c:v>0.43515700000000002</c:v>
                </c:pt>
                <c:pt idx="3063">
                  <c:v>0.43546200000000002</c:v>
                </c:pt>
                <c:pt idx="3064">
                  <c:v>0.43576799999999999</c:v>
                </c:pt>
                <c:pt idx="3065">
                  <c:v>0.43607299999999999</c:v>
                </c:pt>
                <c:pt idx="3066">
                  <c:v>0.43637900000000002</c:v>
                </c:pt>
                <c:pt idx="3067">
                  <c:v>0.43668400000000002</c:v>
                </c:pt>
                <c:pt idx="3068">
                  <c:v>0.43698900000000002</c:v>
                </c:pt>
                <c:pt idx="3069">
                  <c:v>0.43729499999999999</c:v>
                </c:pt>
                <c:pt idx="3070">
                  <c:v>0.43759999999999999</c:v>
                </c:pt>
                <c:pt idx="3071">
                  <c:v>0.43790600000000002</c:v>
                </c:pt>
                <c:pt idx="3072">
                  <c:v>0.43821100000000002</c:v>
                </c:pt>
                <c:pt idx="3073">
                  <c:v>0.43851600000000002</c:v>
                </c:pt>
                <c:pt idx="3074">
                  <c:v>0.43882199999999999</c:v>
                </c:pt>
                <c:pt idx="3075">
                  <c:v>0.43912699999999999</c:v>
                </c:pt>
                <c:pt idx="3076">
                  <c:v>0.43943300000000002</c:v>
                </c:pt>
                <c:pt idx="3077">
                  <c:v>0.43973800000000002</c:v>
                </c:pt>
                <c:pt idx="3078">
                  <c:v>0.44004300000000002</c:v>
                </c:pt>
                <c:pt idx="3079">
                  <c:v>0.44034899999999999</c:v>
                </c:pt>
                <c:pt idx="3080">
                  <c:v>0.44065399999999999</c:v>
                </c:pt>
                <c:pt idx="3081">
                  <c:v>0.44096000000000002</c:v>
                </c:pt>
                <c:pt idx="3082">
                  <c:v>0.44126500000000002</c:v>
                </c:pt>
                <c:pt idx="3083">
                  <c:v>0.44157000000000002</c:v>
                </c:pt>
                <c:pt idx="3084">
                  <c:v>0.44187599999999999</c:v>
                </c:pt>
                <c:pt idx="3085">
                  <c:v>0.44218099999999999</c:v>
                </c:pt>
                <c:pt idx="3086">
                  <c:v>0.44248700000000002</c:v>
                </c:pt>
                <c:pt idx="3087">
                  <c:v>0.44279200000000002</c:v>
                </c:pt>
                <c:pt idx="3088">
                  <c:v>0.44309700000000002</c:v>
                </c:pt>
                <c:pt idx="3089">
                  <c:v>0.44340299999999999</c:v>
                </c:pt>
                <c:pt idx="3090">
                  <c:v>0.44370799999999999</c:v>
                </c:pt>
                <c:pt idx="3091">
                  <c:v>0.44401400000000002</c:v>
                </c:pt>
                <c:pt idx="3092">
                  <c:v>0.44431900000000002</c:v>
                </c:pt>
                <c:pt idx="3093">
                  <c:v>0.44462400000000002</c:v>
                </c:pt>
                <c:pt idx="3094">
                  <c:v>0.44492999999999999</c:v>
                </c:pt>
                <c:pt idx="3095">
                  <c:v>0.44523499999999999</c:v>
                </c:pt>
                <c:pt idx="3096">
                  <c:v>0.44554100000000002</c:v>
                </c:pt>
                <c:pt idx="3097">
                  <c:v>0.44584600000000002</c:v>
                </c:pt>
                <c:pt idx="3098">
                  <c:v>0.44615100000000002</c:v>
                </c:pt>
                <c:pt idx="3099">
                  <c:v>0.44645699999999999</c:v>
                </c:pt>
                <c:pt idx="3100">
                  <c:v>0.44676199999999999</c:v>
                </c:pt>
                <c:pt idx="3101">
                  <c:v>0.44706800000000002</c:v>
                </c:pt>
                <c:pt idx="3102">
                  <c:v>0.44737300000000002</c:v>
                </c:pt>
                <c:pt idx="3103">
                  <c:v>0.44767800000000002</c:v>
                </c:pt>
                <c:pt idx="3104">
                  <c:v>0.44798399999999999</c:v>
                </c:pt>
                <c:pt idx="3105">
                  <c:v>0.44828899999999999</c:v>
                </c:pt>
                <c:pt idx="3106">
                  <c:v>0.44859500000000002</c:v>
                </c:pt>
                <c:pt idx="3107">
                  <c:v>0.44890000000000002</c:v>
                </c:pt>
                <c:pt idx="3108">
                  <c:v>0.44920500000000002</c:v>
                </c:pt>
                <c:pt idx="3109">
                  <c:v>0.44951099999999999</c:v>
                </c:pt>
                <c:pt idx="3110">
                  <c:v>0.44981599999999999</c:v>
                </c:pt>
                <c:pt idx="3111">
                  <c:v>0.45012099999999999</c:v>
                </c:pt>
                <c:pt idx="3112">
                  <c:v>0.45042700000000002</c:v>
                </c:pt>
                <c:pt idx="3113">
                  <c:v>0.45073200000000002</c:v>
                </c:pt>
                <c:pt idx="3114">
                  <c:v>0.45103799999999999</c:v>
                </c:pt>
                <c:pt idx="3115">
                  <c:v>0.45134299999999999</c:v>
                </c:pt>
                <c:pt idx="3116">
                  <c:v>0.45164799999999999</c:v>
                </c:pt>
                <c:pt idx="3117">
                  <c:v>0.45195400000000002</c:v>
                </c:pt>
                <c:pt idx="3118">
                  <c:v>0.45225900000000002</c:v>
                </c:pt>
                <c:pt idx="3119">
                  <c:v>0.452565</c:v>
                </c:pt>
                <c:pt idx="3120">
                  <c:v>0.45286999999999999</c:v>
                </c:pt>
                <c:pt idx="3121">
                  <c:v>0.45317499999999999</c:v>
                </c:pt>
                <c:pt idx="3122">
                  <c:v>0.45348100000000002</c:v>
                </c:pt>
                <c:pt idx="3123">
                  <c:v>0.45378600000000002</c:v>
                </c:pt>
                <c:pt idx="3124">
                  <c:v>0.454092</c:v>
                </c:pt>
                <c:pt idx="3125">
                  <c:v>0.454397</c:v>
                </c:pt>
                <c:pt idx="3126">
                  <c:v>0.454702</c:v>
                </c:pt>
                <c:pt idx="3127">
                  <c:v>0.45500800000000002</c:v>
                </c:pt>
                <c:pt idx="3128">
                  <c:v>0.45531300000000002</c:v>
                </c:pt>
                <c:pt idx="3129">
                  <c:v>0.455619</c:v>
                </c:pt>
                <c:pt idx="3130">
                  <c:v>0.455924</c:v>
                </c:pt>
                <c:pt idx="3131">
                  <c:v>0.456229</c:v>
                </c:pt>
                <c:pt idx="3132">
                  <c:v>0.45653500000000002</c:v>
                </c:pt>
                <c:pt idx="3133">
                  <c:v>0.45684000000000002</c:v>
                </c:pt>
                <c:pt idx="3134">
                  <c:v>0.457146</c:v>
                </c:pt>
                <c:pt idx="3135">
                  <c:v>0.457451</c:v>
                </c:pt>
                <c:pt idx="3136">
                  <c:v>0.457756</c:v>
                </c:pt>
                <c:pt idx="3137">
                  <c:v>0.45806200000000002</c:v>
                </c:pt>
                <c:pt idx="3138">
                  <c:v>0.45836700000000002</c:v>
                </c:pt>
                <c:pt idx="3139">
                  <c:v>0.458673</c:v>
                </c:pt>
                <c:pt idx="3140">
                  <c:v>0.458978</c:v>
                </c:pt>
                <c:pt idx="3141">
                  <c:v>0.459283</c:v>
                </c:pt>
                <c:pt idx="3142">
                  <c:v>0.45958900000000003</c:v>
                </c:pt>
                <c:pt idx="3143">
                  <c:v>0.45989400000000002</c:v>
                </c:pt>
                <c:pt idx="3144">
                  <c:v>0.4602</c:v>
                </c:pt>
                <c:pt idx="3145">
                  <c:v>0.460505</c:v>
                </c:pt>
                <c:pt idx="3146">
                  <c:v>0.46081</c:v>
                </c:pt>
                <c:pt idx="3147">
                  <c:v>0.46111600000000003</c:v>
                </c:pt>
                <c:pt idx="3148">
                  <c:v>0.46142100000000003</c:v>
                </c:pt>
                <c:pt idx="3149">
                  <c:v>0.461727</c:v>
                </c:pt>
                <c:pt idx="3150">
                  <c:v>0.462032</c:v>
                </c:pt>
                <c:pt idx="3151">
                  <c:v>0.462337</c:v>
                </c:pt>
                <c:pt idx="3152">
                  <c:v>0.46264300000000003</c:v>
                </c:pt>
                <c:pt idx="3153">
                  <c:v>0.46294800000000003</c:v>
                </c:pt>
                <c:pt idx="3154">
                  <c:v>0.463254</c:v>
                </c:pt>
                <c:pt idx="3155">
                  <c:v>0.463559</c:v>
                </c:pt>
                <c:pt idx="3156">
                  <c:v>0.463864</c:v>
                </c:pt>
                <c:pt idx="3157">
                  <c:v>0.46417000000000003</c:v>
                </c:pt>
                <c:pt idx="3158">
                  <c:v>0.46447500000000003</c:v>
                </c:pt>
                <c:pt idx="3159">
                  <c:v>0.464781</c:v>
                </c:pt>
                <c:pt idx="3160">
                  <c:v>0.465086</c:v>
                </c:pt>
                <c:pt idx="3161">
                  <c:v>0.465391</c:v>
                </c:pt>
                <c:pt idx="3162">
                  <c:v>0.46569700000000003</c:v>
                </c:pt>
                <c:pt idx="3163">
                  <c:v>0.46600200000000003</c:v>
                </c:pt>
                <c:pt idx="3164">
                  <c:v>0.466308</c:v>
                </c:pt>
                <c:pt idx="3165">
                  <c:v>0.466613</c:v>
                </c:pt>
                <c:pt idx="3166">
                  <c:v>0.466918</c:v>
                </c:pt>
                <c:pt idx="3167">
                  <c:v>0.46722399999999997</c:v>
                </c:pt>
                <c:pt idx="3168">
                  <c:v>0.46752899999999997</c:v>
                </c:pt>
                <c:pt idx="3169">
                  <c:v>0.467835</c:v>
                </c:pt>
                <c:pt idx="3170">
                  <c:v>0.46814</c:v>
                </c:pt>
                <c:pt idx="3171">
                  <c:v>0.468445</c:v>
                </c:pt>
                <c:pt idx="3172">
                  <c:v>0.46875099999999997</c:v>
                </c:pt>
                <c:pt idx="3173">
                  <c:v>0.46905599999999997</c:v>
                </c:pt>
                <c:pt idx="3174">
                  <c:v>0.469362</c:v>
                </c:pt>
                <c:pt idx="3175">
                  <c:v>0.469667</c:v>
                </c:pt>
                <c:pt idx="3176">
                  <c:v>0.469972</c:v>
                </c:pt>
                <c:pt idx="3177">
                  <c:v>0.47027799999999997</c:v>
                </c:pt>
                <c:pt idx="3178">
                  <c:v>0.47058299999999997</c:v>
                </c:pt>
                <c:pt idx="3179">
                  <c:v>0.470889</c:v>
                </c:pt>
                <c:pt idx="3180">
                  <c:v>0.471194</c:v>
                </c:pt>
                <c:pt idx="3181">
                  <c:v>0.471499</c:v>
                </c:pt>
                <c:pt idx="3182">
                  <c:v>0.47180499999999997</c:v>
                </c:pt>
                <c:pt idx="3183">
                  <c:v>0.47210999999999997</c:v>
                </c:pt>
                <c:pt idx="3184">
                  <c:v>0.472416</c:v>
                </c:pt>
                <c:pt idx="3185">
                  <c:v>0.472721</c:v>
                </c:pt>
                <c:pt idx="3186">
                  <c:v>0.473026</c:v>
                </c:pt>
                <c:pt idx="3187">
                  <c:v>0.47333199999999997</c:v>
                </c:pt>
                <c:pt idx="3188">
                  <c:v>0.47363699999999997</c:v>
                </c:pt>
                <c:pt idx="3189">
                  <c:v>0.473943</c:v>
                </c:pt>
                <c:pt idx="3190">
                  <c:v>0.474248</c:v>
                </c:pt>
                <c:pt idx="3191">
                  <c:v>0.474553</c:v>
                </c:pt>
                <c:pt idx="3192">
                  <c:v>0.47485899999999998</c:v>
                </c:pt>
                <c:pt idx="3193">
                  <c:v>0.47516399999999998</c:v>
                </c:pt>
                <c:pt idx="3194">
                  <c:v>0.47547</c:v>
                </c:pt>
                <c:pt idx="3195">
                  <c:v>0.475775</c:v>
                </c:pt>
                <c:pt idx="3196">
                  <c:v>0.47608</c:v>
                </c:pt>
                <c:pt idx="3197">
                  <c:v>0.47638599999999998</c:v>
                </c:pt>
                <c:pt idx="3198">
                  <c:v>0.47669099999999998</c:v>
                </c:pt>
                <c:pt idx="3199">
                  <c:v>0.47699599999999998</c:v>
                </c:pt>
                <c:pt idx="3200">
                  <c:v>0.477302</c:v>
                </c:pt>
                <c:pt idx="3201">
                  <c:v>0.477607</c:v>
                </c:pt>
                <c:pt idx="3202">
                  <c:v>0.47791299999999998</c:v>
                </c:pt>
                <c:pt idx="3203">
                  <c:v>0.47821799999999998</c:v>
                </c:pt>
                <c:pt idx="3204">
                  <c:v>0.47852299999999998</c:v>
                </c:pt>
                <c:pt idx="3205">
                  <c:v>0.478829</c:v>
                </c:pt>
                <c:pt idx="3206">
                  <c:v>0.479134</c:v>
                </c:pt>
                <c:pt idx="3207">
                  <c:v>0.47943999999999998</c:v>
                </c:pt>
                <c:pt idx="3208">
                  <c:v>0.47974499999999998</c:v>
                </c:pt>
                <c:pt idx="3209">
                  <c:v>0.48004999999999998</c:v>
                </c:pt>
                <c:pt idx="3210">
                  <c:v>0.48035600000000001</c:v>
                </c:pt>
                <c:pt idx="3211">
                  <c:v>0.480661</c:v>
                </c:pt>
                <c:pt idx="3212">
                  <c:v>0.48096699999999998</c:v>
                </c:pt>
                <c:pt idx="3213">
                  <c:v>0.48127199999999998</c:v>
                </c:pt>
                <c:pt idx="3214">
                  <c:v>0.48157699999999998</c:v>
                </c:pt>
                <c:pt idx="3215">
                  <c:v>0.48188300000000001</c:v>
                </c:pt>
                <c:pt idx="3216">
                  <c:v>0.48218800000000001</c:v>
                </c:pt>
                <c:pt idx="3217">
                  <c:v>0.48249399999999998</c:v>
                </c:pt>
                <c:pt idx="3218">
                  <c:v>0.48279899999999998</c:v>
                </c:pt>
                <c:pt idx="3219">
                  <c:v>0.48310399999999998</c:v>
                </c:pt>
                <c:pt idx="3220">
                  <c:v>0.48341000000000001</c:v>
                </c:pt>
                <c:pt idx="3221">
                  <c:v>0.48371500000000001</c:v>
                </c:pt>
                <c:pt idx="3222">
                  <c:v>0.48402099999999998</c:v>
                </c:pt>
                <c:pt idx="3223">
                  <c:v>0.48432599999999998</c:v>
                </c:pt>
                <c:pt idx="3224">
                  <c:v>0.48463099999999998</c:v>
                </c:pt>
                <c:pt idx="3225">
                  <c:v>0.48493700000000001</c:v>
                </c:pt>
                <c:pt idx="3226">
                  <c:v>0.48524200000000001</c:v>
                </c:pt>
                <c:pt idx="3227">
                  <c:v>0.48554799999999998</c:v>
                </c:pt>
                <c:pt idx="3228">
                  <c:v>0.48585299999999998</c:v>
                </c:pt>
                <c:pt idx="3229">
                  <c:v>0.48615799999999998</c:v>
                </c:pt>
                <c:pt idx="3230">
                  <c:v>0.48646400000000001</c:v>
                </c:pt>
                <c:pt idx="3231">
                  <c:v>0.48676900000000001</c:v>
                </c:pt>
                <c:pt idx="3232">
                  <c:v>0.48707499999999998</c:v>
                </c:pt>
                <c:pt idx="3233">
                  <c:v>0.48737999999999998</c:v>
                </c:pt>
                <c:pt idx="3234">
                  <c:v>0.48768499999999998</c:v>
                </c:pt>
                <c:pt idx="3235">
                  <c:v>0.48799100000000001</c:v>
                </c:pt>
                <c:pt idx="3236">
                  <c:v>0.48829600000000001</c:v>
                </c:pt>
                <c:pt idx="3237">
                  <c:v>0.48860199999999998</c:v>
                </c:pt>
                <c:pt idx="3238">
                  <c:v>0.48890699999999998</c:v>
                </c:pt>
                <c:pt idx="3239">
                  <c:v>0.48921199999999998</c:v>
                </c:pt>
                <c:pt idx="3240">
                  <c:v>0.48951800000000001</c:v>
                </c:pt>
                <c:pt idx="3241">
                  <c:v>0.48982300000000001</c:v>
                </c:pt>
                <c:pt idx="3242">
                  <c:v>0.49012899999999998</c:v>
                </c:pt>
                <c:pt idx="3243">
                  <c:v>0.49043399999999998</c:v>
                </c:pt>
                <c:pt idx="3244">
                  <c:v>0.49073899999999998</c:v>
                </c:pt>
                <c:pt idx="3245">
                  <c:v>0.49104500000000001</c:v>
                </c:pt>
                <c:pt idx="3246">
                  <c:v>0.49135000000000001</c:v>
                </c:pt>
                <c:pt idx="3247">
                  <c:v>0.49165599999999998</c:v>
                </c:pt>
                <c:pt idx="3248">
                  <c:v>0.49196099999999998</c:v>
                </c:pt>
                <c:pt idx="3249">
                  <c:v>0.49226599999999998</c:v>
                </c:pt>
                <c:pt idx="3250">
                  <c:v>0.49257200000000001</c:v>
                </c:pt>
                <c:pt idx="3251">
                  <c:v>0.49287700000000001</c:v>
                </c:pt>
                <c:pt idx="3252">
                  <c:v>0.49318299999999998</c:v>
                </c:pt>
                <c:pt idx="3253">
                  <c:v>0.49348799999999998</c:v>
                </c:pt>
                <c:pt idx="3254">
                  <c:v>0.49379299999999998</c:v>
                </c:pt>
                <c:pt idx="3255">
                  <c:v>0.49409900000000001</c:v>
                </c:pt>
                <c:pt idx="3256">
                  <c:v>0.49440400000000001</c:v>
                </c:pt>
                <c:pt idx="3257">
                  <c:v>0.49470999999999998</c:v>
                </c:pt>
                <c:pt idx="3258">
                  <c:v>0.49501499999999998</c:v>
                </c:pt>
                <c:pt idx="3259">
                  <c:v>0.49531999999999998</c:v>
                </c:pt>
                <c:pt idx="3260">
                  <c:v>0.49562600000000001</c:v>
                </c:pt>
                <c:pt idx="3261">
                  <c:v>0.49593100000000001</c:v>
                </c:pt>
                <c:pt idx="3262">
                  <c:v>0.49623699999999998</c:v>
                </c:pt>
                <c:pt idx="3263">
                  <c:v>0.49654199999999998</c:v>
                </c:pt>
                <c:pt idx="3264">
                  <c:v>0.49684699999999998</c:v>
                </c:pt>
                <c:pt idx="3265">
                  <c:v>0.49715300000000001</c:v>
                </c:pt>
                <c:pt idx="3266">
                  <c:v>0.49745800000000001</c:v>
                </c:pt>
                <c:pt idx="3267">
                  <c:v>0.49776399999999998</c:v>
                </c:pt>
                <c:pt idx="3268">
                  <c:v>0.49806899999999998</c:v>
                </c:pt>
                <c:pt idx="3269">
                  <c:v>0.49837399999999998</c:v>
                </c:pt>
                <c:pt idx="3270">
                  <c:v>0.49868000000000001</c:v>
                </c:pt>
                <c:pt idx="3271">
                  <c:v>0.49898500000000001</c:v>
                </c:pt>
                <c:pt idx="3272">
                  <c:v>0.49929099999999998</c:v>
                </c:pt>
                <c:pt idx="3273">
                  <c:v>0.49959599999999998</c:v>
                </c:pt>
                <c:pt idx="3274">
                  <c:v>0.49990099999999998</c:v>
                </c:pt>
                <c:pt idx="3275">
                  <c:v>0.50020699999999996</c:v>
                </c:pt>
                <c:pt idx="3276">
                  <c:v>0.50051199999999996</c:v>
                </c:pt>
                <c:pt idx="3277">
                  <c:v>0.50081799999999999</c:v>
                </c:pt>
                <c:pt idx="3278">
                  <c:v>0.50112299999999999</c:v>
                </c:pt>
                <c:pt idx="3279">
                  <c:v>0.50142799999999998</c:v>
                </c:pt>
                <c:pt idx="3280">
                  <c:v>0.50173400000000001</c:v>
                </c:pt>
                <c:pt idx="3281">
                  <c:v>0.50203900000000001</c:v>
                </c:pt>
                <c:pt idx="3282">
                  <c:v>0.50234400000000001</c:v>
                </c:pt>
                <c:pt idx="3283">
                  <c:v>0.50265000000000004</c:v>
                </c:pt>
                <c:pt idx="3284">
                  <c:v>0.50295500000000004</c:v>
                </c:pt>
                <c:pt idx="3285">
                  <c:v>0.50326099999999996</c:v>
                </c:pt>
                <c:pt idx="3286">
                  <c:v>0.50356599999999996</c:v>
                </c:pt>
                <c:pt idx="3287">
                  <c:v>0.50387099999999996</c:v>
                </c:pt>
                <c:pt idx="3288">
                  <c:v>0.50417699999999999</c:v>
                </c:pt>
                <c:pt idx="3289">
                  <c:v>0.50448199999999999</c:v>
                </c:pt>
                <c:pt idx="3290">
                  <c:v>0.50478800000000001</c:v>
                </c:pt>
                <c:pt idx="3291">
                  <c:v>0.50509300000000001</c:v>
                </c:pt>
                <c:pt idx="3292">
                  <c:v>0.50539800000000001</c:v>
                </c:pt>
                <c:pt idx="3293">
                  <c:v>0.50570400000000004</c:v>
                </c:pt>
                <c:pt idx="3294">
                  <c:v>0.50600900000000004</c:v>
                </c:pt>
                <c:pt idx="3295">
                  <c:v>0.50631499999999996</c:v>
                </c:pt>
                <c:pt idx="3296">
                  <c:v>0.50661999999999996</c:v>
                </c:pt>
                <c:pt idx="3297">
                  <c:v>0.50692499999999996</c:v>
                </c:pt>
                <c:pt idx="3298">
                  <c:v>0.50723099999999999</c:v>
                </c:pt>
                <c:pt idx="3299">
                  <c:v>0.50753599999999999</c:v>
                </c:pt>
                <c:pt idx="3300">
                  <c:v>0.50784200000000002</c:v>
                </c:pt>
                <c:pt idx="3301">
                  <c:v>0.50814700000000002</c:v>
                </c:pt>
                <c:pt idx="3302">
                  <c:v>0.50845200000000002</c:v>
                </c:pt>
                <c:pt idx="3303">
                  <c:v>0.50875800000000004</c:v>
                </c:pt>
                <c:pt idx="3304">
                  <c:v>0.50906300000000004</c:v>
                </c:pt>
                <c:pt idx="3305">
                  <c:v>0.50936899999999996</c:v>
                </c:pt>
                <c:pt idx="3306">
                  <c:v>0.50967399999999996</c:v>
                </c:pt>
                <c:pt idx="3307">
                  <c:v>0.50997899999999996</c:v>
                </c:pt>
                <c:pt idx="3308">
                  <c:v>0.51028499999999999</c:v>
                </c:pt>
                <c:pt idx="3309">
                  <c:v>0.51058999999999999</c:v>
                </c:pt>
                <c:pt idx="3310">
                  <c:v>0.51089600000000002</c:v>
                </c:pt>
                <c:pt idx="3311">
                  <c:v>0.51120100000000002</c:v>
                </c:pt>
                <c:pt idx="3312">
                  <c:v>0.51150600000000002</c:v>
                </c:pt>
                <c:pt idx="3313">
                  <c:v>0.51181200000000004</c:v>
                </c:pt>
                <c:pt idx="3314">
                  <c:v>0.51211700000000004</c:v>
                </c:pt>
                <c:pt idx="3315">
                  <c:v>0.51242299999999996</c:v>
                </c:pt>
                <c:pt idx="3316">
                  <c:v>0.51272799999999996</c:v>
                </c:pt>
                <c:pt idx="3317">
                  <c:v>0.51303299999999996</c:v>
                </c:pt>
                <c:pt idx="3318">
                  <c:v>0.51333899999999999</c:v>
                </c:pt>
                <c:pt idx="3319">
                  <c:v>0.51364399999999999</c:v>
                </c:pt>
                <c:pt idx="3320">
                  <c:v>0.51395000000000002</c:v>
                </c:pt>
                <c:pt idx="3321">
                  <c:v>0.51425500000000002</c:v>
                </c:pt>
                <c:pt idx="3322">
                  <c:v>0.51456000000000002</c:v>
                </c:pt>
                <c:pt idx="3323">
                  <c:v>0.51486600000000005</c:v>
                </c:pt>
                <c:pt idx="3324">
                  <c:v>0.51517100000000005</c:v>
                </c:pt>
                <c:pt idx="3325">
                  <c:v>0.51547699999999996</c:v>
                </c:pt>
                <c:pt idx="3326">
                  <c:v>0.51578199999999996</c:v>
                </c:pt>
                <c:pt idx="3327">
                  <c:v>0.51608699999999996</c:v>
                </c:pt>
                <c:pt idx="3328">
                  <c:v>0.51639299999999999</c:v>
                </c:pt>
                <c:pt idx="3329">
                  <c:v>0.51669799999999999</c:v>
                </c:pt>
                <c:pt idx="3330">
                  <c:v>0.51700400000000002</c:v>
                </c:pt>
                <c:pt idx="3331">
                  <c:v>0.51730900000000002</c:v>
                </c:pt>
                <c:pt idx="3332">
                  <c:v>0.51761400000000002</c:v>
                </c:pt>
                <c:pt idx="3333">
                  <c:v>0.51792000000000005</c:v>
                </c:pt>
                <c:pt idx="3334">
                  <c:v>0.51822500000000005</c:v>
                </c:pt>
                <c:pt idx="3335">
                  <c:v>0.51853099999999996</c:v>
                </c:pt>
                <c:pt idx="3336">
                  <c:v>0.51883599999999996</c:v>
                </c:pt>
                <c:pt idx="3337">
                  <c:v>0.51914099999999996</c:v>
                </c:pt>
                <c:pt idx="3338">
                  <c:v>0.51944699999999999</c:v>
                </c:pt>
                <c:pt idx="3339">
                  <c:v>0.51975199999999999</c:v>
                </c:pt>
                <c:pt idx="3340">
                  <c:v>0.52005800000000002</c:v>
                </c:pt>
                <c:pt idx="3341">
                  <c:v>0.52036300000000002</c:v>
                </c:pt>
                <c:pt idx="3342">
                  <c:v>0.52066800000000002</c:v>
                </c:pt>
                <c:pt idx="3343">
                  <c:v>0.52097400000000005</c:v>
                </c:pt>
                <c:pt idx="3344">
                  <c:v>0.52127900000000005</c:v>
                </c:pt>
                <c:pt idx="3345">
                  <c:v>0.52158499999999997</c:v>
                </c:pt>
                <c:pt idx="3346">
                  <c:v>0.52188999999999997</c:v>
                </c:pt>
                <c:pt idx="3347">
                  <c:v>0.52219499999999996</c:v>
                </c:pt>
                <c:pt idx="3348">
                  <c:v>0.52250099999999999</c:v>
                </c:pt>
                <c:pt idx="3349">
                  <c:v>0.52280599999999999</c:v>
                </c:pt>
                <c:pt idx="3350">
                  <c:v>0.52311200000000002</c:v>
                </c:pt>
                <c:pt idx="3351">
                  <c:v>0.52341700000000002</c:v>
                </c:pt>
                <c:pt idx="3352">
                  <c:v>0.52372200000000002</c:v>
                </c:pt>
                <c:pt idx="3353">
                  <c:v>0.52402800000000005</c:v>
                </c:pt>
                <c:pt idx="3354">
                  <c:v>0.52433300000000005</c:v>
                </c:pt>
                <c:pt idx="3355">
                  <c:v>0.52463899999999997</c:v>
                </c:pt>
                <c:pt idx="3356">
                  <c:v>0.52494399999999997</c:v>
                </c:pt>
                <c:pt idx="3357">
                  <c:v>0.52524899999999997</c:v>
                </c:pt>
                <c:pt idx="3358">
                  <c:v>0.52555499999999999</c:v>
                </c:pt>
                <c:pt idx="3359">
                  <c:v>0.52585999999999999</c:v>
                </c:pt>
                <c:pt idx="3360">
                  <c:v>0.52616600000000002</c:v>
                </c:pt>
                <c:pt idx="3361">
                  <c:v>0.52647100000000002</c:v>
                </c:pt>
                <c:pt idx="3362">
                  <c:v>0.52677600000000002</c:v>
                </c:pt>
                <c:pt idx="3363">
                  <c:v>0.52708200000000005</c:v>
                </c:pt>
                <c:pt idx="3364">
                  <c:v>0.52738700000000005</c:v>
                </c:pt>
                <c:pt idx="3365">
                  <c:v>0.52769200000000005</c:v>
                </c:pt>
                <c:pt idx="3366">
                  <c:v>0.52799799999999997</c:v>
                </c:pt>
                <c:pt idx="3367">
                  <c:v>0.52830299999999997</c:v>
                </c:pt>
                <c:pt idx="3368">
                  <c:v>0.528609</c:v>
                </c:pt>
                <c:pt idx="3369">
                  <c:v>0.528914</c:v>
                </c:pt>
                <c:pt idx="3370">
                  <c:v>0.52921899999999999</c:v>
                </c:pt>
                <c:pt idx="3371">
                  <c:v>0.52952500000000002</c:v>
                </c:pt>
                <c:pt idx="3372">
                  <c:v>0.52983000000000002</c:v>
                </c:pt>
                <c:pt idx="3373">
                  <c:v>0.53013600000000005</c:v>
                </c:pt>
                <c:pt idx="3374">
                  <c:v>0.53044100000000005</c:v>
                </c:pt>
                <c:pt idx="3375">
                  <c:v>0.53074600000000005</c:v>
                </c:pt>
                <c:pt idx="3376">
                  <c:v>0.53105199999999997</c:v>
                </c:pt>
                <c:pt idx="3377">
                  <c:v>0.53135699999999997</c:v>
                </c:pt>
                <c:pt idx="3378">
                  <c:v>0.531663</c:v>
                </c:pt>
                <c:pt idx="3379">
                  <c:v>0.531968</c:v>
                </c:pt>
                <c:pt idx="3380">
                  <c:v>0.532273</c:v>
                </c:pt>
                <c:pt idx="3381">
                  <c:v>0.53257900000000002</c:v>
                </c:pt>
                <c:pt idx="3382">
                  <c:v>0.53288400000000002</c:v>
                </c:pt>
                <c:pt idx="3383">
                  <c:v>0.53319000000000005</c:v>
                </c:pt>
                <c:pt idx="3384">
                  <c:v>0.53349500000000005</c:v>
                </c:pt>
                <c:pt idx="3385">
                  <c:v>0.53380000000000005</c:v>
                </c:pt>
                <c:pt idx="3386">
                  <c:v>0.53410599999999997</c:v>
                </c:pt>
                <c:pt idx="3387">
                  <c:v>0.53441099999999997</c:v>
                </c:pt>
                <c:pt idx="3388">
                  <c:v>0.534717</c:v>
                </c:pt>
                <c:pt idx="3389">
                  <c:v>0.535022</c:v>
                </c:pt>
                <c:pt idx="3390">
                  <c:v>0.535327</c:v>
                </c:pt>
                <c:pt idx="3391">
                  <c:v>0.53563300000000003</c:v>
                </c:pt>
                <c:pt idx="3392">
                  <c:v>0.53593800000000003</c:v>
                </c:pt>
                <c:pt idx="3393">
                  <c:v>0.53624400000000005</c:v>
                </c:pt>
                <c:pt idx="3394">
                  <c:v>0.53654900000000005</c:v>
                </c:pt>
                <c:pt idx="3395">
                  <c:v>0.53685400000000005</c:v>
                </c:pt>
                <c:pt idx="3396">
                  <c:v>0.53715999999999997</c:v>
                </c:pt>
                <c:pt idx="3397">
                  <c:v>0.53746499999999997</c:v>
                </c:pt>
                <c:pt idx="3398">
                  <c:v>0.537771</c:v>
                </c:pt>
                <c:pt idx="3399">
                  <c:v>0.538076</c:v>
                </c:pt>
                <c:pt idx="3400">
                  <c:v>0.538381</c:v>
                </c:pt>
                <c:pt idx="3401">
                  <c:v>0.53868700000000003</c:v>
                </c:pt>
                <c:pt idx="3402">
                  <c:v>0.53899200000000003</c:v>
                </c:pt>
                <c:pt idx="3403">
                  <c:v>0.53929800000000006</c:v>
                </c:pt>
                <c:pt idx="3404">
                  <c:v>0.53960300000000005</c:v>
                </c:pt>
                <c:pt idx="3405">
                  <c:v>0.53990800000000005</c:v>
                </c:pt>
                <c:pt idx="3406">
                  <c:v>0.54021399999999997</c:v>
                </c:pt>
                <c:pt idx="3407">
                  <c:v>0.54051899999999997</c:v>
                </c:pt>
                <c:pt idx="3408">
                  <c:v>0.540825</c:v>
                </c:pt>
                <c:pt idx="3409">
                  <c:v>0.54113</c:v>
                </c:pt>
                <c:pt idx="3410">
                  <c:v>0.541435</c:v>
                </c:pt>
                <c:pt idx="3411">
                  <c:v>0.54174100000000003</c:v>
                </c:pt>
                <c:pt idx="3412">
                  <c:v>0.54204600000000003</c:v>
                </c:pt>
                <c:pt idx="3413">
                  <c:v>0.54235199999999995</c:v>
                </c:pt>
                <c:pt idx="3414">
                  <c:v>0.54265699999999994</c:v>
                </c:pt>
                <c:pt idx="3415">
                  <c:v>0.54296199999999994</c:v>
                </c:pt>
                <c:pt idx="3416">
                  <c:v>0.54326799999999997</c:v>
                </c:pt>
                <c:pt idx="3417">
                  <c:v>0.54357299999999997</c:v>
                </c:pt>
                <c:pt idx="3418">
                  <c:v>0.543879</c:v>
                </c:pt>
                <c:pt idx="3419">
                  <c:v>0.544184</c:v>
                </c:pt>
                <c:pt idx="3420">
                  <c:v>0.544489</c:v>
                </c:pt>
                <c:pt idx="3421">
                  <c:v>0.54479500000000003</c:v>
                </c:pt>
                <c:pt idx="3422">
                  <c:v>0.54510000000000003</c:v>
                </c:pt>
                <c:pt idx="3423">
                  <c:v>0.54540599999999995</c:v>
                </c:pt>
                <c:pt idx="3424">
                  <c:v>0.54571099999999995</c:v>
                </c:pt>
                <c:pt idx="3425">
                  <c:v>0.54601599999999995</c:v>
                </c:pt>
                <c:pt idx="3426">
                  <c:v>0.54632199999999997</c:v>
                </c:pt>
                <c:pt idx="3427">
                  <c:v>0.54662699999999997</c:v>
                </c:pt>
                <c:pt idx="3428">
                  <c:v>0.546933</c:v>
                </c:pt>
                <c:pt idx="3429">
                  <c:v>0.547238</c:v>
                </c:pt>
                <c:pt idx="3430">
                  <c:v>0.547543</c:v>
                </c:pt>
                <c:pt idx="3431">
                  <c:v>0.54784900000000003</c:v>
                </c:pt>
                <c:pt idx="3432">
                  <c:v>0.54815400000000003</c:v>
                </c:pt>
                <c:pt idx="3433">
                  <c:v>0.54845999999999995</c:v>
                </c:pt>
                <c:pt idx="3434">
                  <c:v>0.54876499999999995</c:v>
                </c:pt>
                <c:pt idx="3435">
                  <c:v>0.54906999999999995</c:v>
                </c:pt>
                <c:pt idx="3436">
                  <c:v>0.54937599999999998</c:v>
                </c:pt>
                <c:pt idx="3437">
                  <c:v>0.54968099999999998</c:v>
                </c:pt>
                <c:pt idx="3438">
                  <c:v>0.549987</c:v>
                </c:pt>
                <c:pt idx="3439">
                  <c:v>0.550292</c:v>
                </c:pt>
                <c:pt idx="3440">
                  <c:v>0.550597</c:v>
                </c:pt>
                <c:pt idx="3441">
                  <c:v>0.55090300000000003</c:v>
                </c:pt>
                <c:pt idx="3442">
                  <c:v>0.55120800000000003</c:v>
                </c:pt>
                <c:pt idx="3443">
                  <c:v>0.55151399999999995</c:v>
                </c:pt>
                <c:pt idx="3444">
                  <c:v>0.55181899999999995</c:v>
                </c:pt>
                <c:pt idx="3445">
                  <c:v>0.55212399999999995</c:v>
                </c:pt>
                <c:pt idx="3446">
                  <c:v>0.55242999999999998</c:v>
                </c:pt>
                <c:pt idx="3447">
                  <c:v>0.55273499999999998</c:v>
                </c:pt>
                <c:pt idx="3448">
                  <c:v>0.55303999999999998</c:v>
                </c:pt>
                <c:pt idx="3449">
                  <c:v>0.553346</c:v>
                </c:pt>
                <c:pt idx="3450">
                  <c:v>0.553651</c:v>
                </c:pt>
                <c:pt idx="3451">
                  <c:v>0.55395700000000003</c:v>
                </c:pt>
                <c:pt idx="3452">
                  <c:v>0.55426200000000003</c:v>
                </c:pt>
                <c:pt idx="3453">
                  <c:v>0.55456700000000003</c:v>
                </c:pt>
                <c:pt idx="3454">
                  <c:v>0.55487299999999995</c:v>
                </c:pt>
                <c:pt idx="3455">
                  <c:v>0.55517799999999995</c:v>
                </c:pt>
                <c:pt idx="3456">
                  <c:v>0.55548399999999998</c:v>
                </c:pt>
                <c:pt idx="3457">
                  <c:v>0.55578899999999998</c:v>
                </c:pt>
                <c:pt idx="3458">
                  <c:v>0.55609399999999998</c:v>
                </c:pt>
                <c:pt idx="3459">
                  <c:v>0.55640000000000001</c:v>
                </c:pt>
                <c:pt idx="3460">
                  <c:v>0.55670500000000001</c:v>
                </c:pt>
                <c:pt idx="3461">
                  <c:v>0.55701100000000003</c:v>
                </c:pt>
                <c:pt idx="3462">
                  <c:v>0.55731600000000003</c:v>
                </c:pt>
                <c:pt idx="3463">
                  <c:v>0.55762100000000003</c:v>
                </c:pt>
                <c:pt idx="3464">
                  <c:v>0.55792699999999995</c:v>
                </c:pt>
                <c:pt idx="3465">
                  <c:v>0.55823199999999995</c:v>
                </c:pt>
                <c:pt idx="3466">
                  <c:v>0.55853799999999998</c:v>
                </c:pt>
                <c:pt idx="3467">
                  <c:v>0.55884299999999998</c:v>
                </c:pt>
                <c:pt idx="3468">
                  <c:v>0.55914799999999998</c:v>
                </c:pt>
                <c:pt idx="3469">
                  <c:v>0.55945400000000001</c:v>
                </c:pt>
                <c:pt idx="3470">
                  <c:v>0.55975900000000001</c:v>
                </c:pt>
                <c:pt idx="3471">
                  <c:v>0.56006500000000004</c:v>
                </c:pt>
                <c:pt idx="3472">
                  <c:v>0.56037000000000003</c:v>
                </c:pt>
                <c:pt idx="3473">
                  <c:v>0.56067500000000003</c:v>
                </c:pt>
                <c:pt idx="3474">
                  <c:v>0.56098099999999995</c:v>
                </c:pt>
                <c:pt idx="3475">
                  <c:v>0.56128599999999995</c:v>
                </c:pt>
                <c:pt idx="3476">
                  <c:v>0.56159199999999998</c:v>
                </c:pt>
                <c:pt idx="3477">
                  <c:v>0.56189699999999998</c:v>
                </c:pt>
                <c:pt idx="3478">
                  <c:v>0.56220199999999998</c:v>
                </c:pt>
                <c:pt idx="3479">
                  <c:v>0.56250800000000001</c:v>
                </c:pt>
                <c:pt idx="3480">
                  <c:v>0.56281300000000001</c:v>
                </c:pt>
                <c:pt idx="3481">
                  <c:v>0.56311900000000004</c:v>
                </c:pt>
                <c:pt idx="3482">
                  <c:v>0.56342400000000004</c:v>
                </c:pt>
                <c:pt idx="3483">
                  <c:v>0.56372900000000004</c:v>
                </c:pt>
                <c:pt idx="3484">
                  <c:v>0.56403499999999995</c:v>
                </c:pt>
                <c:pt idx="3485">
                  <c:v>0.56433999999999995</c:v>
                </c:pt>
                <c:pt idx="3486">
                  <c:v>0.56464599999999998</c:v>
                </c:pt>
                <c:pt idx="3487">
                  <c:v>0.56495099999999998</c:v>
                </c:pt>
                <c:pt idx="3488">
                  <c:v>0.56525599999999998</c:v>
                </c:pt>
                <c:pt idx="3489">
                  <c:v>0.56556200000000001</c:v>
                </c:pt>
                <c:pt idx="3490">
                  <c:v>0.56586700000000001</c:v>
                </c:pt>
                <c:pt idx="3491">
                  <c:v>0.56617300000000004</c:v>
                </c:pt>
                <c:pt idx="3492">
                  <c:v>0.56647800000000004</c:v>
                </c:pt>
                <c:pt idx="3493">
                  <c:v>0.56678300000000004</c:v>
                </c:pt>
                <c:pt idx="3494">
                  <c:v>0.56708899999999995</c:v>
                </c:pt>
                <c:pt idx="3495">
                  <c:v>0.56739399999999995</c:v>
                </c:pt>
                <c:pt idx="3496">
                  <c:v>0.56769999999999998</c:v>
                </c:pt>
                <c:pt idx="3497">
                  <c:v>0.56800499999999998</c:v>
                </c:pt>
                <c:pt idx="3498">
                  <c:v>0.56830999999999998</c:v>
                </c:pt>
                <c:pt idx="3499">
                  <c:v>0.56861600000000001</c:v>
                </c:pt>
                <c:pt idx="3500">
                  <c:v>0.56892100000000001</c:v>
                </c:pt>
                <c:pt idx="3501">
                  <c:v>0.56922700000000004</c:v>
                </c:pt>
                <c:pt idx="3502">
                  <c:v>0.56953200000000004</c:v>
                </c:pt>
                <c:pt idx="3503">
                  <c:v>0.56983700000000004</c:v>
                </c:pt>
                <c:pt idx="3504">
                  <c:v>0.57014299999999996</c:v>
                </c:pt>
                <c:pt idx="3505">
                  <c:v>0.57044799999999996</c:v>
                </c:pt>
                <c:pt idx="3506">
                  <c:v>0.57075399999999998</c:v>
                </c:pt>
                <c:pt idx="3507">
                  <c:v>0.57105899999999998</c:v>
                </c:pt>
                <c:pt idx="3508">
                  <c:v>0.57136399999999998</c:v>
                </c:pt>
                <c:pt idx="3509">
                  <c:v>0.57167000000000001</c:v>
                </c:pt>
                <c:pt idx="3510">
                  <c:v>0.57197500000000001</c:v>
                </c:pt>
                <c:pt idx="3511">
                  <c:v>0.57228100000000004</c:v>
                </c:pt>
                <c:pt idx="3512">
                  <c:v>0.57258600000000004</c:v>
                </c:pt>
                <c:pt idx="3513">
                  <c:v>0.57289100000000004</c:v>
                </c:pt>
                <c:pt idx="3514">
                  <c:v>0.57319699999999996</c:v>
                </c:pt>
                <c:pt idx="3515">
                  <c:v>0.57350199999999996</c:v>
                </c:pt>
                <c:pt idx="3516">
                  <c:v>0.57380799999999998</c:v>
                </c:pt>
                <c:pt idx="3517">
                  <c:v>0.57411299999999998</c:v>
                </c:pt>
                <c:pt idx="3518">
                  <c:v>0.57441799999999998</c:v>
                </c:pt>
                <c:pt idx="3519">
                  <c:v>0.57472400000000001</c:v>
                </c:pt>
                <c:pt idx="3520">
                  <c:v>0.57502900000000001</c:v>
                </c:pt>
                <c:pt idx="3521">
                  <c:v>0.57533500000000004</c:v>
                </c:pt>
                <c:pt idx="3522">
                  <c:v>0.57564000000000004</c:v>
                </c:pt>
                <c:pt idx="3523">
                  <c:v>0.57594500000000004</c:v>
                </c:pt>
                <c:pt idx="3524">
                  <c:v>0.57625099999999996</c:v>
                </c:pt>
                <c:pt idx="3525">
                  <c:v>0.57655599999999996</c:v>
                </c:pt>
                <c:pt idx="3526">
                  <c:v>0.57686199999999999</c:v>
                </c:pt>
                <c:pt idx="3527">
                  <c:v>0.57716699999999999</c:v>
                </c:pt>
                <c:pt idx="3528">
                  <c:v>0.57747199999999999</c:v>
                </c:pt>
                <c:pt idx="3529">
                  <c:v>0.57777800000000001</c:v>
                </c:pt>
                <c:pt idx="3530">
                  <c:v>0.57808300000000001</c:v>
                </c:pt>
                <c:pt idx="3531">
                  <c:v>0.57838800000000001</c:v>
                </c:pt>
                <c:pt idx="3532">
                  <c:v>0.57869400000000004</c:v>
                </c:pt>
                <c:pt idx="3533">
                  <c:v>0.57899900000000004</c:v>
                </c:pt>
                <c:pt idx="3534">
                  <c:v>0.57930499999999996</c:v>
                </c:pt>
                <c:pt idx="3535">
                  <c:v>0.57960999999999996</c:v>
                </c:pt>
                <c:pt idx="3536">
                  <c:v>0.57991499999999996</c:v>
                </c:pt>
                <c:pt idx="3537">
                  <c:v>0.58022099999999999</c:v>
                </c:pt>
                <c:pt idx="3538">
                  <c:v>0.58052599999999999</c:v>
                </c:pt>
                <c:pt idx="3539">
                  <c:v>0.58083200000000001</c:v>
                </c:pt>
                <c:pt idx="3540">
                  <c:v>0.58113700000000001</c:v>
                </c:pt>
                <c:pt idx="3541">
                  <c:v>0.58144200000000001</c:v>
                </c:pt>
                <c:pt idx="3542">
                  <c:v>0.58174800000000004</c:v>
                </c:pt>
                <c:pt idx="3543">
                  <c:v>0.58205300000000004</c:v>
                </c:pt>
                <c:pt idx="3544">
                  <c:v>0.58235899999999996</c:v>
                </c:pt>
                <c:pt idx="3545">
                  <c:v>0.58266399999999996</c:v>
                </c:pt>
                <c:pt idx="3546">
                  <c:v>0.58296899999999996</c:v>
                </c:pt>
                <c:pt idx="3547">
                  <c:v>0.58327499999999999</c:v>
                </c:pt>
                <c:pt idx="3548">
                  <c:v>0.58357999999999999</c:v>
                </c:pt>
                <c:pt idx="3549">
                  <c:v>0.58388600000000002</c:v>
                </c:pt>
                <c:pt idx="3550">
                  <c:v>0.58419100000000002</c:v>
                </c:pt>
                <c:pt idx="3551">
                  <c:v>0.58449600000000002</c:v>
                </c:pt>
                <c:pt idx="3552">
                  <c:v>0.58480200000000004</c:v>
                </c:pt>
                <c:pt idx="3553">
                  <c:v>0.58510700000000004</c:v>
                </c:pt>
                <c:pt idx="3554">
                  <c:v>0.58541299999999996</c:v>
                </c:pt>
                <c:pt idx="3555">
                  <c:v>0.58571799999999996</c:v>
                </c:pt>
                <c:pt idx="3556">
                  <c:v>0.58602299999999996</c:v>
                </c:pt>
                <c:pt idx="3557">
                  <c:v>0.58632899999999999</c:v>
                </c:pt>
                <c:pt idx="3558">
                  <c:v>0.58663399999999999</c:v>
                </c:pt>
                <c:pt idx="3559">
                  <c:v>0.58694000000000002</c:v>
                </c:pt>
                <c:pt idx="3560">
                  <c:v>0.58724500000000002</c:v>
                </c:pt>
                <c:pt idx="3561">
                  <c:v>0.58755000000000002</c:v>
                </c:pt>
                <c:pt idx="3562">
                  <c:v>0.58785600000000005</c:v>
                </c:pt>
                <c:pt idx="3563">
                  <c:v>0.58816100000000004</c:v>
                </c:pt>
                <c:pt idx="3564">
                  <c:v>0.58846699999999996</c:v>
                </c:pt>
                <c:pt idx="3565">
                  <c:v>0.58877199999999996</c:v>
                </c:pt>
                <c:pt idx="3566">
                  <c:v>0.58907699999999996</c:v>
                </c:pt>
                <c:pt idx="3567">
                  <c:v>0.58938299999999999</c:v>
                </c:pt>
                <c:pt idx="3568">
                  <c:v>0.58968799999999999</c:v>
                </c:pt>
                <c:pt idx="3569">
                  <c:v>0.58999400000000002</c:v>
                </c:pt>
                <c:pt idx="3570">
                  <c:v>0.59029900000000002</c:v>
                </c:pt>
                <c:pt idx="3571">
                  <c:v>0.59060400000000002</c:v>
                </c:pt>
                <c:pt idx="3572">
                  <c:v>0.59091000000000005</c:v>
                </c:pt>
                <c:pt idx="3573">
                  <c:v>0.59121500000000005</c:v>
                </c:pt>
                <c:pt idx="3574">
                  <c:v>0.59152099999999996</c:v>
                </c:pt>
                <c:pt idx="3575">
                  <c:v>0.59182599999999996</c:v>
                </c:pt>
                <c:pt idx="3576">
                  <c:v>0.59213099999999996</c:v>
                </c:pt>
                <c:pt idx="3577">
                  <c:v>0.59243699999999999</c:v>
                </c:pt>
                <c:pt idx="3578">
                  <c:v>0.59274199999999999</c:v>
                </c:pt>
                <c:pt idx="3579">
                  <c:v>0.59304800000000002</c:v>
                </c:pt>
                <c:pt idx="3580">
                  <c:v>0.59335300000000002</c:v>
                </c:pt>
                <c:pt idx="3581">
                  <c:v>0.59365800000000002</c:v>
                </c:pt>
                <c:pt idx="3582">
                  <c:v>0.59396400000000005</c:v>
                </c:pt>
                <c:pt idx="3583">
                  <c:v>0.59426900000000005</c:v>
                </c:pt>
                <c:pt idx="3584">
                  <c:v>0.59457499999999996</c:v>
                </c:pt>
                <c:pt idx="3585">
                  <c:v>0.59487999999999996</c:v>
                </c:pt>
                <c:pt idx="3586">
                  <c:v>0.59518499999999996</c:v>
                </c:pt>
                <c:pt idx="3587">
                  <c:v>0.59549099999999999</c:v>
                </c:pt>
                <c:pt idx="3588">
                  <c:v>0.59579599999999999</c:v>
                </c:pt>
                <c:pt idx="3589">
                  <c:v>0.59610200000000002</c:v>
                </c:pt>
                <c:pt idx="3590">
                  <c:v>0.59640700000000002</c:v>
                </c:pt>
                <c:pt idx="3591">
                  <c:v>0.59671200000000002</c:v>
                </c:pt>
                <c:pt idx="3592">
                  <c:v>0.59701800000000005</c:v>
                </c:pt>
                <c:pt idx="3593">
                  <c:v>0.59732300000000005</c:v>
                </c:pt>
                <c:pt idx="3594">
                  <c:v>0.59762899999999997</c:v>
                </c:pt>
                <c:pt idx="3595">
                  <c:v>0.59793399999999997</c:v>
                </c:pt>
                <c:pt idx="3596">
                  <c:v>0.59823899999999997</c:v>
                </c:pt>
                <c:pt idx="3597">
                  <c:v>0.59854499999999999</c:v>
                </c:pt>
                <c:pt idx="3598">
                  <c:v>0.59884999999999999</c:v>
                </c:pt>
                <c:pt idx="3599">
                  <c:v>0.59915600000000002</c:v>
                </c:pt>
                <c:pt idx="3600">
                  <c:v>0.59946100000000002</c:v>
                </c:pt>
                <c:pt idx="3601">
                  <c:v>0.59976600000000002</c:v>
                </c:pt>
                <c:pt idx="3602">
                  <c:v>0.60007200000000005</c:v>
                </c:pt>
                <c:pt idx="3603">
                  <c:v>0.60037700000000005</c:v>
                </c:pt>
                <c:pt idx="3604">
                  <c:v>0.60068299999999997</c:v>
                </c:pt>
                <c:pt idx="3605">
                  <c:v>0.60098799999999997</c:v>
                </c:pt>
                <c:pt idx="3606">
                  <c:v>0.60129299999999997</c:v>
                </c:pt>
                <c:pt idx="3607">
                  <c:v>0.60159899999999999</c:v>
                </c:pt>
                <c:pt idx="3608">
                  <c:v>0.60190399999999999</c:v>
                </c:pt>
                <c:pt idx="3609">
                  <c:v>0.60221000000000002</c:v>
                </c:pt>
                <c:pt idx="3610">
                  <c:v>0.60251500000000002</c:v>
                </c:pt>
                <c:pt idx="3611">
                  <c:v>0.60282000000000002</c:v>
                </c:pt>
                <c:pt idx="3612">
                  <c:v>0.60312600000000005</c:v>
                </c:pt>
                <c:pt idx="3613">
                  <c:v>0.60343100000000005</c:v>
                </c:pt>
                <c:pt idx="3614">
                  <c:v>0.60373699999999997</c:v>
                </c:pt>
                <c:pt idx="3615">
                  <c:v>0.60404199999999997</c:v>
                </c:pt>
                <c:pt idx="3616">
                  <c:v>0.60434699999999997</c:v>
                </c:pt>
                <c:pt idx="3617">
                  <c:v>0.604653</c:v>
                </c:pt>
                <c:pt idx="3618">
                  <c:v>0.604958</c:v>
                </c:pt>
                <c:pt idx="3619">
                  <c:v>0.605263</c:v>
                </c:pt>
                <c:pt idx="3620">
                  <c:v>0.60556900000000002</c:v>
                </c:pt>
                <c:pt idx="3621">
                  <c:v>0.60587400000000002</c:v>
                </c:pt>
                <c:pt idx="3622">
                  <c:v>0.60618000000000005</c:v>
                </c:pt>
                <c:pt idx="3623">
                  <c:v>0.60648500000000005</c:v>
                </c:pt>
                <c:pt idx="3624">
                  <c:v>0.60679000000000005</c:v>
                </c:pt>
                <c:pt idx="3625">
                  <c:v>0.60709599999999997</c:v>
                </c:pt>
                <c:pt idx="3626">
                  <c:v>0.60740099999999997</c:v>
                </c:pt>
                <c:pt idx="3627">
                  <c:v>0.607707</c:v>
                </c:pt>
                <c:pt idx="3628">
                  <c:v>0.608012</c:v>
                </c:pt>
                <c:pt idx="3629">
                  <c:v>0.608317</c:v>
                </c:pt>
                <c:pt idx="3630">
                  <c:v>0.60862300000000003</c:v>
                </c:pt>
                <c:pt idx="3631">
                  <c:v>0.60892800000000002</c:v>
                </c:pt>
                <c:pt idx="3632">
                  <c:v>0.60923400000000005</c:v>
                </c:pt>
                <c:pt idx="3633">
                  <c:v>0.60953900000000005</c:v>
                </c:pt>
                <c:pt idx="3634">
                  <c:v>0.60984400000000005</c:v>
                </c:pt>
                <c:pt idx="3635">
                  <c:v>0.61014999999999997</c:v>
                </c:pt>
                <c:pt idx="3636">
                  <c:v>0.61045499999999997</c:v>
                </c:pt>
                <c:pt idx="3637">
                  <c:v>0.610761</c:v>
                </c:pt>
                <c:pt idx="3638">
                  <c:v>0.611066</c:v>
                </c:pt>
                <c:pt idx="3639">
                  <c:v>0.611371</c:v>
                </c:pt>
                <c:pt idx="3640">
                  <c:v>0.61167700000000003</c:v>
                </c:pt>
                <c:pt idx="3641">
                  <c:v>0.61198200000000003</c:v>
                </c:pt>
                <c:pt idx="3642">
                  <c:v>0.61228800000000005</c:v>
                </c:pt>
                <c:pt idx="3643">
                  <c:v>0.61259300000000005</c:v>
                </c:pt>
                <c:pt idx="3644">
                  <c:v>0.61289800000000005</c:v>
                </c:pt>
                <c:pt idx="3645">
                  <c:v>0.61320399999999997</c:v>
                </c:pt>
                <c:pt idx="3646">
                  <c:v>0.61350899999999997</c:v>
                </c:pt>
                <c:pt idx="3647">
                  <c:v>0.613815</c:v>
                </c:pt>
                <c:pt idx="3648">
                  <c:v>0.61412</c:v>
                </c:pt>
                <c:pt idx="3649">
                  <c:v>0.614425</c:v>
                </c:pt>
                <c:pt idx="3650">
                  <c:v>0.61473100000000003</c:v>
                </c:pt>
                <c:pt idx="3651">
                  <c:v>0.61503600000000003</c:v>
                </c:pt>
                <c:pt idx="3652">
                  <c:v>0.61534199999999994</c:v>
                </c:pt>
                <c:pt idx="3653">
                  <c:v>0.61564700000000006</c:v>
                </c:pt>
                <c:pt idx="3654">
                  <c:v>0.61595200000000006</c:v>
                </c:pt>
                <c:pt idx="3655">
                  <c:v>0.61625799999999997</c:v>
                </c:pt>
                <c:pt idx="3656">
                  <c:v>0.61656299999999997</c:v>
                </c:pt>
                <c:pt idx="3657">
                  <c:v>0.616869</c:v>
                </c:pt>
                <c:pt idx="3658">
                  <c:v>0.617174</c:v>
                </c:pt>
                <c:pt idx="3659">
                  <c:v>0.617479</c:v>
                </c:pt>
                <c:pt idx="3660">
                  <c:v>0.61778500000000003</c:v>
                </c:pt>
                <c:pt idx="3661">
                  <c:v>0.61809000000000003</c:v>
                </c:pt>
                <c:pt idx="3662">
                  <c:v>0.61839599999999995</c:v>
                </c:pt>
                <c:pt idx="3663">
                  <c:v>0.61870099999999995</c:v>
                </c:pt>
                <c:pt idx="3664">
                  <c:v>0.61900599999999995</c:v>
                </c:pt>
                <c:pt idx="3665">
                  <c:v>0.61931199999999997</c:v>
                </c:pt>
                <c:pt idx="3666">
                  <c:v>0.61961699999999997</c:v>
                </c:pt>
                <c:pt idx="3667">
                  <c:v>0.619923</c:v>
                </c:pt>
                <c:pt idx="3668">
                  <c:v>0.620228</c:v>
                </c:pt>
                <c:pt idx="3669">
                  <c:v>0.620533</c:v>
                </c:pt>
                <c:pt idx="3670">
                  <c:v>0.62083900000000003</c:v>
                </c:pt>
                <c:pt idx="3671">
                  <c:v>0.62114400000000003</c:v>
                </c:pt>
                <c:pt idx="3672">
                  <c:v>0.62144999999999995</c:v>
                </c:pt>
                <c:pt idx="3673">
                  <c:v>0.62175499999999995</c:v>
                </c:pt>
                <c:pt idx="3674">
                  <c:v>0.62205999999999995</c:v>
                </c:pt>
                <c:pt idx="3675">
                  <c:v>0.62236599999999997</c:v>
                </c:pt>
                <c:pt idx="3676">
                  <c:v>0.62267099999999997</c:v>
                </c:pt>
                <c:pt idx="3677">
                  <c:v>0.622977</c:v>
                </c:pt>
                <c:pt idx="3678">
                  <c:v>0.623282</c:v>
                </c:pt>
                <c:pt idx="3679">
                  <c:v>0.623587</c:v>
                </c:pt>
                <c:pt idx="3680">
                  <c:v>0.62389300000000003</c:v>
                </c:pt>
                <c:pt idx="3681">
                  <c:v>0.62419800000000003</c:v>
                </c:pt>
                <c:pt idx="3682">
                  <c:v>0.62450399999999995</c:v>
                </c:pt>
                <c:pt idx="3683">
                  <c:v>0.62480899999999995</c:v>
                </c:pt>
                <c:pt idx="3684">
                  <c:v>0.62511399999999995</c:v>
                </c:pt>
                <c:pt idx="3685">
                  <c:v>0.62541999999999998</c:v>
                </c:pt>
                <c:pt idx="3686">
                  <c:v>0.62572499999999998</c:v>
                </c:pt>
                <c:pt idx="3687">
                  <c:v>0.626031</c:v>
                </c:pt>
                <c:pt idx="3688">
                  <c:v>0.626336</c:v>
                </c:pt>
                <c:pt idx="3689">
                  <c:v>0.626641</c:v>
                </c:pt>
                <c:pt idx="3690">
                  <c:v>0.62694700000000003</c:v>
                </c:pt>
                <c:pt idx="3691">
                  <c:v>0.62725200000000003</c:v>
                </c:pt>
                <c:pt idx="3692">
                  <c:v>0.62755799999999995</c:v>
                </c:pt>
                <c:pt idx="3693">
                  <c:v>0.62786299999999995</c:v>
                </c:pt>
                <c:pt idx="3694">
                  <c:v>0.62816799999999995</c:v>
                </c:pt>
                <c:pt idx="3695">
                  <c:v>0.62847399999999998</c:v>
                </c:pt>
                <c:pt idx="3696">
                  <c:v>0.62877899999999998</c:v>
                </c:pt>
                <c:pt idx="3697">
                  <c:v>0.62908500000000001</c:v>
                </c:pt>
                <c:pt idx="3698">
                  <c:v>0.62939000000000001</c:v>
                </c:pt>
                <c:pt idx="3699">
                  <c:v>0.629695</c:v>
                </c:pt>
                <c:pt idx="3700">
                  <c:v>0.63000100000000003</c:v>
                </c:pt>
                <c:pt idx="3701">
                  <c:v>0.63030600000000003</c:v>
                </c:pt>
                <c:pt idx="3702">
                  <c:v>0.63061100000000003</c:v>
                </c:pt>
                <c:pt idx="3703">
                  <c:v>0.63091699999999995</c:v>
                </c:pt>
                <c:pt idx="3704">
                  <c:v>0.63122199999999995</c:v>
                </c:pt>
                <c:pt idx="3705">
                  <c:v>0.63152799999999998</c:v>
                </c:pt>
                <c:pt idx="3706">
                  <c:v>0.63183299999999998</c:v>
                </c:pt>
                <c:pt idx="3707">
                  <c:v>0.63213799999999998</c:v>
                </c:pt>
                <c:pt idx="3708">
                  <c:v>0.63244400000000001</c:v>
                </c:pt>
                <c:pt idx="3709">
                  <c:v>0.63274900000000001</c:v>
                </c:pt>
                <c:pt idx="3710">
                  <c:v>0.63305500000000003</c:v>
                </c:pt>
                <c:pt idx="3711">
                  <c:v>0.63336000000000003</c:v>
                </c:pt>
                <c:pt idx="3712">
                  <c:v>0.63366500000000003</c:v>
                </c:pt>
                <c:pt idx="3713">
                  <c:v>0.63397099999999995</c:v>
                </c:pt>
                <c:pt idx="3714">
                  <c:v>0.63427599999999995</c:v>
                </c:pt>
                <c:pt idx="3715">
                  <c:v>0.63458199999999998</c:v>
                </c:pt>
                <c:pt idx="3716">
                  <c:v>0.63488699999999998</c:v>
                </c:pt>
                <c:pt idx="3717">
                  <c:v>0.63519199999999998</c:v>
                </c:pt>
                <c:pt idx="3718">
                  <c:v>0.63549800000000001</c:v>
                </c:pt>
                <c:pt idx="3719">
                  <c:v>0.63580300000000001</c:v>
                </c:pt>
                <c:pt idx="3720">
                  <c:v>0.63610900000000004</c:v>
                </c:pt>
                <c:pt idx="3721">
                  <c:v>0.63641400000000004</c:v>
                </c:pt>
                <c:pt idx="3722">
                  <c:v>0.63671900000000003</c:v>
                </c:pt>
                <c:pt idx="3723">
                  <c:v>0.63702499999999995</c:v>
                </c:pt>
                <c:pt idx="3724">
                  <c:v>0.63732999999999995</c:v>
                </c:pt>
                <c:pt idx="3725">
                  <c:v>0.63763599999999998</c:v>
                </c:pt>
                <c:pt idx="3726">
                  <c:v>0.63794099999999998</c:v>
                </c:pt>
                <c:pt idx="3727">
                  <c:v>0.63824599999999998</c:v>
                </c:pt>
                <c:pt idx="3728">
                  <c:v>0.63855200000000001</c:v>
                </c:pt>
                <c:pt idx="3729">
                  <c:v>0.63885700000000001</c:v>
                </c:pt>
                <c:pt idx="3730">
                  <c:v>0.63916300000000004</c:v>
                </c:pt>
                <c:pt idx="3731">
                  <c:v>0.63946800000000004</c:v>
                </c:pt>
                <c:pt idx="3732">
                  <c:v>0.63977300000000004</c:v>
                </c:pt>
                <c:pt idx="3733">
                  <c:v>0.64007899999999995</c:v>
                </c:pt>
                <c:pt idx="3734">
                  <c:v>0.64038399999999995</c:v>
                </c:pt>
                <c:pt idx="3735">
                  <c:v>0.64068999999999998</c:v>
                </c:pt>
                <c:pt idx="3736">
                  <c:v>0.64099499999999998</c:v>
                </c:pt>
                <c:pt idx="3737">
                  <c:v>0.64129999999999998</c:v>
                </c:pt>
                <c:pt idx="3738">
                  <c:v>0.64160600000000001</c:v>
                </c:pt>
                <c:pt idx="3739">
                  <c:v>0.64191100000000001</c:v>
                </c:pt>
                <c:pt idx="3740">
                  <c:v>0.64221700000000004</c:v>
                </c:pt>
                <c:pt idx="3741">
                  <c:v>0.64252200000000004</c:v>
                </c:pt>
                <c:pt idx="3742">
                  <c:v>0.64282700000000004</c:v>
                </c:pt>
                <c:pt idx="3743">
                  <c:v>0.64313299999999995</c:v>
                </c:pt>
                <c:pt idx="3744">
                  <c:v>0.64343799999999995</c:v>
                </c:pt>
                <c:pt idx="3745">
                  <c:v>0.64374399999999998</c:v>
                </c:pt>
                <c:pt idx="3746">
                  <c:v>0.64404899999999998</c:v>
                </c:pt>
                <c:pt idx="3747">
                  <c:v>0.64435399999999998</c:v>
                </c:pt>
                <c:pt idx="3748">
                  <c:v>0.64466000000000001</c:v>
                </c:pt>
                <c:pt idx="3749">
                  <c:v>0.64496500000000001</c:v>
                </c:pt>
                <c:pt idx="3750">
                  <c:v>0.64527100000000004</c:v>
                </c:pt>
                <c:pt idx="3751">
                  <c:v>0.64557600000000004</c:v>
                </c:pt>
                <c:pt idx="3752">
                  <c:v>0.64588100000000004</c:v>
                </c:pt>
                <c:pt idx="3753">
                  <c:v>0.64618699999999996</c:v>
                </c:pt>
                <c:pt idx="3754">
                  <c:v>0.64649199999999996</c:v>
                </c:pt>
                <c:pt idx="3755">
                  <c:v>0.64679799999999998</c:v>
                </c:pt>
                <c:pt idx="3756">
                  <c:v>0.64710299999999998</c:v>
                </c:pt>
                <c:pt idx="3757">
                  <c:v>0.64740799999999998</c:v>
                </c:pt>
                <c:pt idx="3758">
                  <c:v>0.64771400000000001</c:v>
                </c:pt>
                <c:pt idx="3759">
                  <c:v>0.64801900000000001</c:v>
                </c:pt>
                <c:pt idx="3760">
                  <c:v>0.64832500000000004</c:v>
                </c:pt>
                <c:pt idx="3761">
                  <c:v>0.64863000000000004</c:v>
                </c:pt>
                <c:pt idx="3762">
                  <c:v>0.64893500000000004</c:v>
                </c:pt>
                <c:pt idx="3763">
                  <c:v>0.64924099999999996</c:v>
                </c:pt>
                <c:pt idx="3764">
                  <c:v>0.64954599999999996</c:v>
                </c:pt>
                <c:pt idx="3765">
                  <c:v>0.64985199999999999</c:v>
                </c:pt>
                <c:pt idx="3766">
                  <c:v>0.65015699999999998</c:v>
                </c:pt>
                <c:pt idx="3767">
                  <c:v>0.65046199999999998</c:v>
                </c:pt>
                <c:pt idx="3768">
                  <c:v>0.65076800000000001</c:v>
                </c:pt>
                <c:pt idx="3769">
                  <c:v>0.65107300000000001</c:v>
                </c:pt>
                <c:pt idx="3770">
                  <c:v>0.65137900000000004</c:v>
                </c:pt>
                <c:pt idx="3771">
                  <c:v>0.65168400000000004</c:v>
                </c:pt>
                <c:pt idx="3772">
                  <c:v>0.65198900000000004</c:v>
                </c:pt>
                <c:pt idx="3773">
                  <c:v>0.65229499999999996</c:v>
                </c:pt>
                <c:pt idx="3774">
                  <c:v>0.65259999999999996</c:v>
                </c:pt>
                <c:pt idx="3775">
                  <c:v>0.65290599999999999</c:v>
                </c:pt>
                <c:pt idx="3776">
                  <c:v>0.65321099999999999</c:v>
                </c:pt>
                <c:pt idx="3777">
                  <c:v>0.65351599999999999</c:v>
                </c:pt>
                <c:pt idx="3778">
                  <c:v>0.65382200000000001</c:v>
                </c:pt>
                <c:pt idx="3779">
                  <c:v>0.65412700000000001</c:v>
                </c:pt>
                <c:pt idx="3780">
                  <c:v>0.65443300000000004</c:v>
                </c:pt>
                <c:pt idx="3781">
                  <c:v>0.65473800000000004</c:v>
                </c:pt>
                <c:pt idx="3782">
                  <c:v>0.65504300000000004</c:v>
                </c:pt>
                <c:pt idx="3783">
                  <c:v>0.65534899999999996</c:v>
                </c:pt>
                <c:pt idx="3784">
                  <c:v>0.65565399999999996</c:v>
                </c:pt>
                <c:pt idx="3785">
                  <c:v>0.65595899999999996</c:v>
                </c:pt>
                <c:pt idx="3786">
                  <c:v>0.65626499999999999</c:v>
                </c:pt>
                <c:pt idx="3787">
                  <c:v>0.65656999999999999</c:v>
                </c:pt>
                <c:pt idx="3788">
                  <c:v>0.65687600000000002</c:v>
                </c:pt>
                <c:pt idx="3789">
                  <c:v>0.65718100000000002</c:v>
                </c:pt>
                <c:pt idx="3790">
                  <c:v>0.65748600000000001</c:v>
                </c:pt>
                <c:pt idx="3791">
                  <c:v>0.65779200000000004</c:v>
                </c:pt>
                <c:pt idx="3792">
                  <c:v>0.65809700000000004</c:v>
                </c:pt>
                <c:pt idx="3793">
                  <c:v>0.65840299999999996</c:v>
                </c:pt>
                <c:pt idx="3794">
                  <c:v>0.65870799999999996</c:v>
                </c:pt>
                <c:pt idx="3795">
                  <c:v>0.65901299999999996</c:v>
                </c:pt>
                <c:pt idx="3796">
                  <c:v>0.65931899999999999</c:v>
                </c:pt>
                <c:pt idx="3797">
                  <c:v>0.65962399999999999</c:v>
                </c:pt>
                <c:pt idx="3798">
                  <c:v>0.65993000000000002</c:v>
                </c:pt>
                <c:pt idx="3799">
                  <c:v>0.66023500000000002</c:v>
                </c:pt>
                <c:pt idx="3800">
                  <c:v>0.66054000000000002</c:v>
                </c:pt>
                <c:pt idx="3801">
                  <c:v>0.66084600000000004</c:v>
                </c:pt>
                <c:pt idx="3802">
                  <c:v>0.66115100000000004</c:v>
                </c:pt>
                <c:pt idx="3803">
                  <c:v>0.66145699999999996</c:v>
                </c:pt>
                <c:pt idx="3804">
                  <c:v>0.66176199999999996</c:v>
                </c:pt>
                <c:pt idx="3805">
                  <c:v>0.66206699999999996</c:v>
                </c:pt>
                <c:pt idx="3806">
                  <c:v>0.66237299999999999</c:v>
                </c:pt>
                <c:pt idx="3807">
                  <c:v>0.66267799999999999</c:v>
                </c:pt>
                <c:pt idx="3808">
                  <c:v>0.66298400000000002</c:v>
                </c:pt>
                <c:pt idx="3809">
                  <c:v>0.66328900000000002</c:v>
                </c:pt>
                <c:pt idx="3810">
                  <c:v>0.66359400000000002</c:v>
                </c:pt>
                <c:pt idx="3811">
                  <c:v>0.66390000000000005</c:v>
                </c:pt>
                <c:pt idx="3812">
                  <c:v>0.66420500000000005</c:v>
                </c:pt>
                <c:pt idx="3813">
                  <c:v>0.66451099999999996</c:v>
                </c:pt>
                <c:pt idx="3814">
                  <c:v>0.66481599999999996</c:v>
                </c:pt>
                <c:pt idx="3815">
                  <c:v>0.66512099999999996</c:v>
                </c:pt>
                <c:pt idx="3816">
                  <c:v>0.66542699999999999</c:v>
                </c:pt>
                <c:pt idx="3817">
                  <c:v>0.66573199999999999</c:v>
                </c:pt>
                <c:pt idx="3818">
                  <c:v>0.66603800000000002</c:v>
                </c:pt>
                <c:pt idx="3819">
                  <c:v>0.66634300000000002</c:v>
                </c:pt>
                <c:pt idx="3820">
                  <c:v>0.66664800000000002</c:v>
                </c:pt>
                <c:pt idx="3821">
                  <c:v>0.66695400000000005</c:v>
                </c:pt>
                <c:pt idx="3822">
                  <c:v>0.66725900000000005</c:v>
                </c:pt>
                <c:pt idx="3823">
                  <c:v>0.66756499999999996</c:v>
                </c:pt>
                <c:pt idx="3824">
                  <c:v>0.66786999999999996</c:v>
                </c:pt>
                <c:pt idx="3825">
                  <c:v>0.66817499999999996</c:v>
                </c:pt>
                <c:pt idx="3826">
                  <c:v>0.66848099999999999</c:v>
                </c:pt>
                <c:pt idx="3827">
                  <c:v>0.66878599999999999</c:v>
                </c:pt>
                <c:pt idx="3828">
                  <c:v>0.66909200000000002</c:v>
                </c:pt>
                <c:pt idx="3829">
                  <c:v>0.66939700000000002</c:v>
                </c:pt>
                <c:pt idx="3830">
                  <c:v>0.66970200000000002</c:v>
                </c:pt>
                <c:pt idx="3831">
                  <c:v>0.67000800000000005</c:v>
                </c:pt>
                <c:pt idx="3832">
                  <c:v>0.67031300000000005</c:v>
                </c:pt>
                <c:pt idx="3833">
                  <c:v>0.67061899999999997</c:v>
                </c:pt>
                <c:pt idx="3834">
                  <c:v>0.67092399999999996</c:v>
                </c:pt>
                <c:pt idx="3835">
                  <c:v>0.67122899999999996</c:v>
                </c:pt>
                <c:pt idx="3836">
                  <c:v>0.67153499999999999</c:v>
                </c:pt>
                <c:pt idx="3837">
                  <c:v>0.67183999999999999</c:v>
                </c:pt>
                <c:pt idx="3838">
                  <c:v>0.67214600000000002</c:v>
                </c:pt>
                <c:pt idx="3839">
                  <c:v>0.67245100000000002</c:v>
                </c:pt>
                <c:pt idx="3840">
                  <c:v>0.67275600000000002</c:v>
                </c:pt>
                <c:pt idx="3841">
                  <c:v>0.67306200000000005</c:v>
                </c:pt>
                <c:pt idx="3842">
                  <c:v>0.67336700000000005</c:v>
                </c:pt>
                <c:pt idx="3843">
                  <c:v>0.67367299999999997</c:v>
                </c:pt>
                <c:pt idx="3844">
                  <c:v>0.67397799999999997</c:v>
                </c:pt>
                <c:pt idx="3845">
                  <c:v>0.67428299999999997</c:v>
                </c:pt>
                <c:pt idx="3846">
                  <c:v>0.67458899999999999</c:v>
                </c:pt>
                <c:pt idx="3847">
                  <c:v>0.67489399999999999</c:v>
                </c:pt>
                <c:pt idx="3848">
                  <c:v>0.67520000000000002</c:v>
                </c:pt>
                <c:pt idx="3849">
                  <c:v>0.67550500000000002</c:v>
                </c:pt>
                <c:pt idx="3850">
                  <c:v>0.67581000000000002</c:v>
                </c:pt>
                <c:pt idx="3851">
                  <c:v>0.67611600000000005</c:v>
                </c:pt>
                <c:pt idx="3852">
                  <c:v>0.67642100000000005</c:v>
                </c:pt>
                <c:pt idx="3853">
                  <c:v>0.67672699999999997</c:v>
                </c:pt>
                <c:pt idx="3854">
                  <c:v>0.67703199999999997</c:v>
                </c:pt>
                <c:pt idx="3855">
                  <c:v>0.67733699999999997</c:v>
                </c:pt>
                <c:pt idx="3856">
                  <c:v>0.677643</c:v>
                </c:pt>
                <c:pt idx="3857">
                  <c:v>0.677948</c:v>
                </c:pt>
                <c:pt idx="3858">
                  <c:v>0.67825400000000002</c:v>
                </c:pt>
                <c:pt idx="3859">
                  <c:v>0.67855900000000002</c:v>
                </c:pt>
                <c:pt idx="3860">
                  <c:v>0.67886400000000002</c:v>
                </c:pt>
                <c:pt idx="3861">
                  <c:v>0.67917000000000005</c:v>
                </c:pt>
                <c:pt idx="3862">
                  <c:v>0.67947500000000005</c:v>
                </c:pt>
                <c:pt idx="3863">
                  <c:v>0.67978099999999997</c:v>
                </c:pt>
                <c:pt idx="3864">
                  <c:v>0.68008599999999997</c:v>
                </c:pt>
                <c:pt idx="3865">
                  <c:v>0.68039099999999997</c:v>
                </c:pt>
                <c:pt idx="3866">
                  <c:v>0.680697</c:v>
                </c:pt>
                <c:pt idx="3867">
                  <c:v>0.681002</c:v>
                </c:pt>
                <c:pt idx="3868">
                  <c:v>0.681307</c:v>
                </c:pt>
                <c:pt idx="3869">
                  <c:v>0.68161300000000002</c:v>
                </c:pt>
                <c:pt idx="3870">
                  <c:v>0.68191800000000002</c:v>
                </c:pt>
                <c:pt idx="3871">
                  <c:v>0.68222400000000005</c:v>
                </c:pt>
                <c:pt idx="3872">
                  <c:v>0.68252900000000005</c:v>
                </c:pt>
                <c:pt idx="3873">
                  <c:v>0.68283400000000005</c:v>
                </c:pt>
                <c:pt idx="3874">
                  <c:v>0.68313999999999997</c:v>
                </c:pt>
                <c:pt idx="3875">
                  <c:v>0.68344499999999997</c:v>
                </c:pt>
                <c:pt idx="3876">
                  <c:v>0.683751</c:v>
                </c:pt>
                <c:pt idx="3877">
                  <c:v>0.684056</c:v>
                </c:pt>
                <c:pt idx="3878">
                  <c:v>0.684361</c:v>
                </c:pt>
                <c:pt idx="3879">
                  <c:v>0.68466700000000003</c:v>
                </c:pt>
                <c:pt idx="3880">
                  <c:v>0.68497200000000003</c:v>
                </c:pt>
                <c:pt idx="3881">
                  <c:v>0.68527800000000005</c:v>
                </c:pt>
                <c:pt idx="3882">
                  <c:v>0.68558300000000005</c:v>
                </c:pt>
                <c:pt idx="3883">
                  <c:v>0.68588800000000005</c:v>
                </c:pt>
                <c:pt idx="3884">
                  <c:v>0.68619399999999997</c:v>
                </c:pt>
                <c:pt idx="3885">
                  <c:v>0.68649899999999997</c:v>
                </c:pt>
                <c:pt idx="3886">
                  <c:v>0.686805</c:v>
                </c:pt>
                <c:pt idx="3887">
                  <c:v>0.68711</c:v>
                </c:pt>
                <c:pt idx="3888">
                  <c:v>0.687415</c:v>
                </c:pt>
                <c:pt idx="3889">
                  <c:v>0.68772100000000003</c:v>
                </c:pt>
                <c:pt idx="3890">
                  <c:v>0.68802600000000003</c:v>
                </c:pt>
                <c:pt idx="3891">
                  <c:v>0.68833200000000005</c:v>
                </c:pt>
                <c:pt idx="3892">
                  <c:v>0.68863700000000005</c:v>
                </c:pt>
                <c:pt idx="3893">
                  <c:v>0.68894200000000005</c:v>
                </c:pt>
                <c:pt idx="3894">
                  <c:v>0.68924799999999997</c:v>
                </c:pt>
                <c:pt idx="3895">
                  <c:v>0.68955299999999997</c:v>
                </c:pt>
                <c:pt idx="3896">
                  <c:v>0.689859</c:v>
                </c:pt>
                <c:pt idx="3897">
                  <c:v>0.690164</c:v>
                </c:pt>
                <c:pt idx="3898">
                  <c:v>0.690469</c:v>
                </c:pt>
                <c:pt idx="3899">
                  <c:v>0.69077500000000003</c:v>
                </c:pt>
                <c:pt idx="3900">
                  <c:v>0.69108000000000003</c:v>
                </c:pt>
                <c:pt idx="3901">
                  <c:v>0.69138599999999995</c:v>
                </c:pt>
                <c:pt idx="3902">
                  <c:v>0.69169099999999994</c:v>
                </c:pt>
                <c:pt idx="3903">
                  <c:v>0.69199600000000006</c:v>
                </c:pt>
                <c:pt idx="3904">
                  <c:v>0.69230199999999997</c:v>
                </c:pt>
                <c:pt idx="3905">
                  <c:v>0.69260699999999997</c:v>
                </c:pt>
                <c:pt idx="3906">
                  <c:v>0.692913</c:v>
                </c:pt>
                <c:pt idx="3907">
                  <c:v>0.693218</c:v>
                </c:pt>
                <c:pt idx="3908">
                  <c:v>0.693523</c:v>
                </c:pt>
                <c:pt idx="3909">
                  <c:v>0.69382900000000003</c:v>
                </c:pt>
                <c:pt idx="3910">
                  <c:v>0.69413400000000003</c:v>
                </c:pt>
                <c:pt idx="3911">
                  <c:v>0.69443999999999995</c:v>
                </c:pt>
                <c:pt idx="3912">
                  <c:v>0.69474499999999995</c:v>
                </c:pt>
                <c:pt idx="3913">
                  <c:v>0.69504999999999995</c:v>
                </c:pt>
                <c:pt idx="3914">
                  <c:v>0.69535599999999997</c:v>
                </c:pt>
                <c:pt idx="3915">
                  <c:v>0.69566099999999997</c:v>
                </c:pt>
                <c:pt idx="3916">
                  <c:v>0.695967</c:v>
                </c:pt>
                <c:pt idx="3917">
                  <c:v>0.696272</c:v>
                </c:pt>
                <c:pt idx="3918">
                  <c:v>0.696577</c:v>
                </c:pt>
                <c:pt idx="3919">
                  <c:v>0.69688300000000003</c:v>
                </c:pt>
                <c:pt idx="3920">
                  <c:v>0.69718800000000003</c:v>
                </c:pt>
                <c:pt idx="3921">
                  <c:v>0.69749399999999995</c:v>
                </c:pt>
                <c:pt idx="3922">
                  <c:v>0.69779899999999995</c:v>
                </c:pt>
                <c:pt idx="3923">
                  <c:v>0.69810399999999995</c:v>
                </c:pt>
                <c:pt idx="3924">
                  <c:v>0.69840999999999998</c:v>
                </c:pt>
                <c:pt idx="3925">
                  <c:v>0.69871499999999997</c:v>
                </c:pt>
                <c:pt idx="3926">
                  <c:v>0.699021</c:v>
                </c:pt>
                <c:pt idx="3927">
                  <c:v>0.699326</c:v>
                </c:pt>
                <c:pt idx="3928">
                  <c:v>0.699631</c:v>
                </c:pt>
                <c:pt idx="3929">
                  <c:v>0.69993700000000003</c:v>
                </c:pt>
                <c:pt idx="3930">
                  <c:v>0.70024200000000003</c:v>
                </c:pt>
                <c:pt idx="3931">
                  <c:v>0.70054799999999995</c:v>
                </c:pt>
                <c:pt idx="3932">
                  <c:v>0.70085299999999995</c:v>
                </c:pt>
                <c:pt idx="3933">
                  <c:v>0.70115799999999995</c:v>
                </c:pt>
                <c:pt idx="3934">
                  <c:v>0.70146399999999998</c:v>
                </c:pt>
                <c:pt idx="3935">
                  <c:v>0.70176899999999998</c:v>
                </c:pt>
                <c:pt idx="3936">
                  <c:v>0.702075</c:v>
                </c:pt>
                <c:pt idx="3937">
                  <c:v>0.70238</c:v>
                </c:pt>
                <c:pt idx="3938">
                  <c:v>0.702685</c:v>
                </c:pt>
                <c:pt idx="3939">
                  <c:v>0.70299100000000003</c:v>
                </c:pt>
                <c:pt idx="3940">
                  <c:v>0.70329600000000003</c:v>
                </c:pt>
                <c:pt idx="3941">
                  <c:v>0.70360199999999995</c:v>
                </c:pt>
                <c:pt idx="3942">
                  <c:v>0.70390699999999995</c:v>
                </c:pt>
                <c:pt idx="3943">
                  <c:v>0.70421199999999995</c:v>
                </c:pt>
                <c:pt idx="3944">
                  <c:v>0.70451799999999998</c:v>
                </c:pt>
                <c:pt idx="3945">
                  <c:v>0.70482299999999998</c:v>
                </c:pt>
                <c:pt idx="3946">
                  <c:v>0.70512900000000001</c:v>
                </c:pt>
                <c:pt idx="3947">
                  <c:v>0.70543400000000001</c:v>
                </c:pt>
                <c:pt idx="3948">
                  <c:v>0.70573900000000001</c:v>
                </c:pt>
                <c:pt idx="3949">
                  <c:v>0.70604500000000003</c:v>
                </c:pt>
                <c:pt idx="3950">
                  <c:v>0.70635000000000003</c:v>
                </c:pt>
                <c:pt idx="3951">
                  <c:v>0.70665599999999995</c:v>
                </c:pt>
                <c:pt idx="3952">
                  <c:v>0.70696099999999995</c:v>
                </c:pt>
                <c:pt idx="3953">
                  <c:v>0.70726599999999995</c:v>
                </c:pt>
                <c:pt idx="3954">
                  <c:v>0.70757199999999998</c:v>
                </c:pt>
                <c:pt idx="3955">
                  <c:v>0.70787699999999998</c:v>
                </c:pt>
                <c:pt idx="3956">
                  <c:v>0.70818199999999998</c:v>
                </c:pt>
                <c:pt idx="3957">
                  <c:v>0.70848800000000001</c:v>
                </c:pt>
                <c:pt idx="3958">
                  <c:v>0.70879300000000001</c:v>
                </c:pt>
                <c:pt idx="3959">
                  <c:v>0.70909900000000003</c:v>
                </c:pt>
                <c:pt idx="3960">
                  <c:v>0.70940400000000003</c:v>
                </c:pt>
                <c:pt idx="3961">
                  <c:v>0.70970900000000003</c:v>
                </c:pt>
                <c:pt idx="3962">
                  <c:v>0.71001499999999995</c:v>
                </c:pt>
                <c:pt idx="3963">
                  <c:v>0.71031999999999995</c:v>
                </c:pt>
                <c:pt idx="3964">
                  <c:v>0.71062599999999998</c:v>
                </c:pt>
                <c:pt idx="3965">
                  <c:v>0.71093099999999998</c:v>
                </c:pt>
                <c:pt idx="3966">
                  <c:v>0.71123599999999998</c:v>
                </c:pt>
                <c:pt idx="3967">
                  <c:v>0.71154200000000001</c:v>
                </c:pt>
                <c:pt idx="3968">
                  <c:v>0.71184700000000001</c:v>
                </c:pt>
                <c:pt idx="3969">
                  <c:v>0.71215300000000004</c:v>
                </c:pt>
                <c:pt idx="3970">
                  <c:v>0.71245800000000004</c:v>
                </c:pt>
                <c:pt idx="3971">
                  <c:v>0.71276300000000004</c:v>
                </c:pt>
                <c:pt idx="3972">
                  <c:v>0.71306899999999995</c:v>
                </c:pt>
                <c:pt idx="3973">
                  <c:v>0.71337399999999995</c:v>
                </c:pt>
                <c:pt idx="3974">
                  <c:v>0.71367999999999998</c:v>
                </c:pt>
                <c:pt idx="3975">
                  <c:v>0.71398499999999998</c:v>
                </c:pt>
                <c:pt idx="3976">
                  <c:v>0.71428999999999998</c:v>
                </c:pt>
                <c:pt idx="3977">
                  <c:v>0.71459600000000001</c:v>
                </c:pt>
                <c:pt idx="3978">
                  <c:v>0.71490100000000001</c:v>
                </c:pt>
                <c:pt idx="3979">
                  <c:v>0.71520700000000004</c:v>
                </c:pt>
                <c:pt idx="3980">
                  <c:v>0.71551200000000004</c:v>
                </c:pt>
                <c:pt idx="3981">
                  <c:v>0.71581700000000004</c:v>
                </c:pt>
                <c:pt idx="3982">
                  <c:v>0.71612299999999995</c:v>
                </c:pt>
                <c:pt idx="3983">
                  <c:v>0.71642799999999995</c:v>
                </c:pt>
                <c:pt idx="3984">
                  <c:v>0.71673399999999998</c:v>
                </c:pt>
                <c:pt idx="3985">
                  <c:v>0.71703899999999998</c:v>
                </c:pt>
                <c:pt idx="3986">
                  <c:v>0.71734399999999998</c:v>
                </c:pt>
                <c:pt idx="3987">
                  <c:v>0.71765000000000001</c:v>
                </c:pt>
                <c:pt idx="3988">
                  <c:v>0.71795500000000001</c:v>
                </c:pt>
                <c:pt idx="3989">
                  <c:v>0.71826100000000004</c:v>
                </c:pt>
                <c:pt idx="3990">
                  <c:v>0.71856600000000004</c:v>
                </c:pt>
                <c:pt idx="3991">
                  <c:v>0.71887100000000004</c:v>
                </c:pt>
                <c:pt idx="3992">
                  <c:v>0.71917699999999996</c:v>
                </c:pt>
                <c:pt idx="3993">
                  <c:v>0.71948199999999995</c:v>
                </c:pt>
                <c:pt idx="3994">
                  <c:v>0.71978799999999998</c:v>
                </c:pt>
                <c:pt idx="3995">
                  <c:v>0.72009299999999998</c:v>
                </c:pt>
                <c:pt idx="3996">
                  <c:v>0.72039799999999998</c:v>
                </c:pt>
                <c:pt idx="3997">
                  <c:v>0.72070400000000001</c:v>
                </c:pt>
                <c:pt idx="3998">
                  <c:v>0.72100900000000001</c:v>
                </c:pt>
                <c:pt idx="3999">
                  <c:v>0.72131500000000004</c:v>
                </c:pt>
                <c:pt idx="4000">
                  <c:v>0.72162000000000004</c:v>
                </c:pt>
                <c:pt idx="4001">
                  <c:v>0.72192500000000004</c:v>
                </c:pt>
                <c:pt idx="4002">
                  <c:v>0.72223099999999996</c:v>
                </c:pt>
                <c:pt idx="4003">
                  <c:v>0.72253599999999996</c:v>
                </c:pt>
                <c:pt idx="4004">
                  <c:v>0.72284199999999998</c:v>
                </c:pt>
                <c:pt idx="4005">
                  <c:v>0.72314699999999998</c:v>
                </c:pt>
                <c:pt idx="4006">
                  <c:v>0.72345199999999998</c:v>
                </c:pt>
                <c:pt idx="4007">
                  <c:v>0.72375800000000001</c:v>
                </c:pt>
                <c:pt idx="4008">
                  <c:v>0.72406300000000001</c:v>
                </c:pt>
                <c:pt idx="4009">
                  <c:v>0.72436900000000004</c:v>
                </c:pt>
                <c:pt idx="4010">
                  <c:v>0.72467400000000004</c:v>
                </c:pt>
                <c:pt idx="4011">
                  <c:v>0.72497900000000004</c:v>
                </c:pt>
                <c:pt idx="4012">
                  <c:v>0.72528499999999996</c:v>
                </c:pt>
                <c:pt idx="4013">
                  <c:v>0.72558999999999996</c:v>
                </c:pt>
                <c:pt idx="4014">
                  <c:v>0.72589599999999999</c:v>
                </c:pt>
                <c:pt idx="4015">
                  <c:v>0.72620099999999999</c:v>
                </c:pt>
                <c:pt idx="4016">
                  <c:v>0.72650599999999999</c:v>
                </c:pt>
                <c:pt idx="4017">
                  <c:v>0.72681200000000001</c:v>
                </c:pt>
                <c:pt idx="4018">
                  <c:v>0.72711700000000001</c:v>
                </c:pt>
                <c:pt idx="4019">
                  <c:v>0.72742300000000004</c:v>
                </c:pt>
                <c:pt idx="4020">
                  <c:v>0.72772800000000004</c:v>
                </c:pt>
                <c:pt idx="4021">
                  <c:v>0.72803300000000004</c:v>
                </c:pt>
                <c:pt idx="4022">
                  <c:v>0.72833899999999996</c:v>
                </c:pt>
                <c:pt idx="4023">
                  <c:v>0.72864399999999996</c:v>
                </c:pt>
                <c:pt idx="4024">
                  <c:v>0.72894999999999999</c:v>
                </c:pt>
                <c:pt idx="4025">
                  <c:v>0.72925499999999999</c:v>
                </c:pt>
                <c:pt idx="4026">
                  <c:v>0.72955999999999999</c:v>
                </c:pt>
                <c:pt idx="4027">
                  <c:v>0.72986600000000001</c:v>
                </c:pt>
                <c:pt idx="4028">
                  <c:v>0.73017100000000001</c:v>
                </c:pt>
                <c:pt idx="4029">
                  <c:v>0.73047700000000004</c:v>
                </c:pt>
                <c:pt idx="4030">
                  <c:v>0.73078200000000004</c:v>
                </c:pt>
                <c:pt idx="4031">
                  <c:v>0.73108700000000004</c:v>
                </c:pt>
                <c:pt idx="4032">
                  <c:v>0.73139299999999996</c:v>
                </c:pt>
                <c:pt idx="4033">
                  <c:v>0.73169799999999996</c:v>
                </c:pt>
                <c:pt idx="4034">
                  <c:v>0.73200399999999999</c:v>
                </c:pt>
                <c:pt idx="4035">
                  <c:v>0.73230899999999999</c:v>
                </c:pt>
                <c:pt idx="4036">
                  <c:v>0.73261399999999999</c:v>
                </c:pt>
                <c:pt idx="4037">
                  <c:v>0.73292000000000002</c:v>
                </c:pt>
                <c:pt idx="4038">
                  <c:v>0.73322500000000002</c:v>
                </c:pt>
                <c:pt idx="4039">
                  <c:v>0.73353000000000002</c:v>
                </c:pt>
                <c:pt idx="4040">
                  <c:v>0.73383600000000004</c:v>
                </c:pt>
                <c:pt idx="4041">
                  <c:v>0.73414100000000004</c:v>
                </c:pt>
                <c:pt idx="4042">
                  <c:v>0.73444699999999996</c:v>
                </c:pt>
                <c:pt idx="4043">
                  <c:v>0.73475199999999996</c:v>
                </c:pt>
                <c:pt idx="4044">
                  <c:v>0.73505699999999996</c:v>
                </c:pt>
                <c:pt idx="4045">
                  <c:v>0.73536299999999999</c:v>
                </c:pt>
                <c:pt idx="4046">
                  <c:v>0.73566799999999999</c:v>
                </c:pt>
                <c:pt idx="4047">
                  <c:v>0.73597400000000002</c:v>
                </c:pt>
                <c:pt idx="4048">
                  <c:v>0.73627900000000002</c:v>
                </c:pt>
                <c:pt idx="4049">
                  <c:v>0.73658400000000002</c:v>
                </c:pt>
                <c:pt idx="4050">
                  <c:v>0.73689000000000004</c:v>
                </c:pt>
                <c:pt idx="4051">
                  <c:v>0.73719500000000004</c:v>
                </c:pt>
                <c:pt idx="4052">
                  <c:v>0.73750099999999996</c:v>
                </c:pt>
                <c:pt idx="4053">
                  <c:v>0.73780599999999996</c:v>
                </c:pt>
                <c:pt idx="4054">
                  <c:v>0.73811099999999996</c:v>
                </c:pt>
                <c:pt idx="4055">
                  <c:v>0.73841699999999999</c:v>
                </c:pt>
                <c:pt idx="4056">
                  <c:v>0.73872199999999999</c:v>
                </c:pt>
                <c:pt idx="4057">
                  <c:v>0.73902800000000002</c:v>
                </c:pt>
                <c:pt idx="4058">
                  <c:v>0.73933300000000002</c:v>
                </c:pt>
                <c:pt idx="4059">
                  <c:v>0.73963800000000002</c:v>
                </c:pt>
                <c:pt idx="4060">
                  <c:v>0.73994400000000005</c:v>
                </c:pt>
                <c:pt idx="4061">
                  <c:v>0.74024900000000005</c:v>
                </c:pt>
                <c:pt idx="4062">
                  <c:v>0.74055499999999996</c:v>
                </c:pt>
                <c:pt idx="4063">
                  <c:v>0.74085999999999996</c:v>
                </c:pt>
                <c:pt idx="4064">
                  <c:v>0.74116499999999996</c:v>
                </c:pt>
                <c:pt idx="4065">
                  <c:v>0.74147099999999999</c:v>
                </c:pt>
                <c:pt idx="4066">
                  <c:v>0.74177599999999999</c:v>
                </c:pt>
                <c:pt idx="4067">
                  <c:v>0.74208200000000002</c:v>
                </c:pt>
                <c:pt idx="4068">
                  <c:v>0.74238700000000002</c:v>
                </c:pt>
                <c:pt idx="4069">
                  <c:v>0.74269200000000002</c:v>
                </c:pt>
                <c:pt idx="4070">
                  <c:v>0.74299800000000005</c:v>
                </c:pt>
                <c:pt idx="4071">
                  <c:v>0.74330300000000005</c:v>
                </c:pt>
                <c:pt idx="4072">
                  <c:v>0.74360899999999996</c:v>
                </c:pt>
                <c:pt idx="4073">
                  <c:v>0.74391399999999996</c:v>
                </c:pt>
                <c:pt idx="4074">
                  <c:v>0.74421899999999996</c:v>
                </c:pt>
                <c:pt idx="4075">
                  <c:v>0.74452499999999999</c:v>
                </c:pt>
                <c:pt idx="4076">
                  <c:v>0.74482999999999999</c:v>
                </c:pt>
                <c:pt idx="4077">
                  <c:v>0.74513600000000002</c:v>
                </c:pt>
                <c:pt idx="4078">
                  <c:v>0.74544100000000002</c:v>
                </c:pt>
                <c:pt idx="4079">
                  <c:v>0.74574600000000002</c:v>
                </c:pt>
                <c:pt idx="4080">
                  <c:v>0.74605200000000005</c:v>
                </c:pt>
                <c:pt idx="4081">
                  <c:v>0.74635700000000005</c:v>
                </c:pt>
                <c:pt idx="4082">
                  <c:v>0.74666299999999997</c:v>
                </c:pt>
                <c:pt idx="4083">
                  <c:v>0.74696799999999997</c:v>
                </c:pt>
                <c:pt idx="4084">
                  <c:v>0.74727299999999997</c:v>
                </c:pt>
                <c:pt idx="4085">
                  <c:v>0.74757899999999999</c:v>
                </c:pt>
                <c:pt idx="4086">
                  <c:v>0.74788399999999999</c:v>
                </c:pt>
                <c:pt idx="4087">
                  <c:v>0.74819000000000002</c:v>
                </c:pt>
                <c:pt idx="4088">
                  <c:v>0.74849500000000002</c:v>
                </c:pt>
                <c:pt idx="4089">
                  <c:v>0.74880000000000002</c:v>
                </c:pt>
                <c:pt idx="4090">
                  <c:v>0.74910600000000005</c:v>
                </c:pt>
                <c:pt idx="4091">
                  <c:v>0.74941100000000005</c:v>
                </c:pt>
                <c:pt idx="4092">
                  <c:v>0.74971699999999997</c:v>
                </c:pt>
                <c:pt idx="4093">
                  <c:v>0.75002199999999997</c:v>
                </c:pt>
                <c:pt idx="4094">
                  <c:v>0.75032699999999997</c:v>
                </c:pt>
                <c:pt idx="4095">
                  <c:v>0.75063299999999999</c:v>
                </c:pt>
                <c:pt idx="4096">
                  <c:v>0.75093799999999999</c:v>
                </c:pt>
                <c:pt idx="4097">
                  <c:v>0.75124400000000002</c:v>
                </c:pt>
                <c:pt idx="4098">
                  <c:v>0.75154900000000002</c:v>
                </c:pt>
                <c:pt idx="4099">
                  <c:v>0.75185400000000002</c:v>
                </c:pt>
                <c:pt idx="4100">
                  <c:v>0.75216000000000005</c:v>
                </c:pt>
                <c:pt idx="4101">
                  <c:v>0.75246500000000005</c:v>
                </c:pt>
                <c:pt idx="4102">
                  <c:v>0.75277099999999997</c:v>
                </c:pt>
                <c:pt idx="4103">
                  <c:v>0.75307599999999997</c:v>
                </c:pt>
                <c:pt idx="4104">
                  <c:v>0.75338099999999997</c:v>
                </c:pt>
                <c:pt idx="4105">
                  <c:v>0.753687</c:v>
                </c:pt>
                <c:pt idx="4106">
                  <c:v>0.753992</c:v>
                </c:pt>
                <c:pt idx="4107">
                  <c:v>0.75429800000000002</c:v>
                </c:pt>
                <c:pt idx="4108">
                  <c:v>0.75460300000000002</c:v>
                </c:pt>
                <c:pt idx="4109">
                  <c:v>0.75490800000000002</c:v>
                </c:pt>
                <c:pt idx="4110">
                  <c:v>0.75521400000000005</c:v>
                </c:pt>
                <c:pt idx="4111">
                  <c:v>0.75551900000000005</c:v>
                </c:pt>
                <c:pt idx="4112">
                  <c:v>0.75582499999999997</c:v>
                </c:pt>
                <c:pt idx="4113">
                  <c:v>0.75612999999999997</c:v>
                </c:pt>
                <c:pt idx="4114">
                  <c:v>0.75643499999999997</c:v>
                </c:pt>
                <c:pt idx="4115">
                  <c:v>0.756741</c:v>
                </c:pt>
                <c:pt idx="4116">
                  <c:v>0.757046</c:v>
                </c:pt>
                <c:pt idx="4117">
                  <c:v>0.75735200000000003</c:v>
                </c:pt>
                <c:pt idx="4118">
                  <c:v>0.75765700000000002</c:v>
                </c:pt>
                <c:pt idx="4119">
                  <c:v>0.75796200000000002</c:v>
                </c:pt>
                <c:pt idx="4120">
                  <c:v>0.75826800000000005</c:v>
                </c:pt>
                <c:pt idx="4121">
                  <c:v>0.75857300000000005</c:v>
                </c:pt>
                <c:pt idx="4122">
                  <c:v>0.75887800000000005</c:v>
                </c:pt>
                <c:pt idx="4123">
                  <c:v>0.75918399999999997</c:v>
                </c:pt>
                <c:pt idx="4124">
                  <c:v>0.75948899999999997</c:v>
                </c:pt>
                <c:pt idx="4125">
                  <c:v>0.759795</c:v>
                </c:pt>
                <c:pt idx="4126">
                  <c:v>0.7601</c:v>
                </c:pt>
                <c:pt idx="4127">
                  <c:v>0.760405</c:v>
                </c:pt>
                <c:pt idx="4128">
                  <c:v>0.76071100000000003</c:v>
                </c:pt>
                <c:pt idx="4129">
                  <c:v>0.76101600000000003</c:v>
                </c:pt>
                <c:pt idx="4130">
                  <c:v>0.76132200000000005</c:v>
                </c:pt>
                <c:pt idx="4131">
                  <c:v>0.76162700000000005</c:v>
                </c:pt>
                <c:pt idx="4132">
                  <c:v>0.76193200000000005</c:v>
                </c:pt>
                <c:pt idx="4133">
                  <c:v>0.76223799999999997</c:v>
                </c:pt>
                <c:pt idx="4134">
                  <c:v>0.76254299999999997</c:v>
                </c:pt>
                <c:pt idx="4135">
                  <c:v>0.762849</c:v>
                </c:pt>
                <c:pt idx="4136">
                  <c:v>0.763154</c:v>
                </c:pt>
                <c:pt idx="4137">
                  <c:v>0.763459</c:v>
                </c:pt>
                <c:pt idx="4138">
                  <c:v>0.76376500000000003</c:v>
                </c:pt>
                <c:pt idx="4139">
                  <c:v>0.76407000000000003</c:v>
                </c:pt>
                <c:pt idx="4140">
                  <c:v>0.76437600000000006</c:v>
                </c:pt>
                <c:pt idx="4141">
                  <c:v>0.76468100000000006</c:v>
                </c:pt>
                <c:pt idx="4142">
                  <c:v>0.76498600000000005</c:v>
                </c:pt>
                <c:pt idx="4143">
                  <c:v>0.76529199999999997</c:v>
                </c:pt>
                <c:pt idx="4144">
                  <c:v>0.76559699999999997</c:v>
                </c:pt>
                <c:pt idx="4145">
                  <c:v>0.765903</c:v>
                </c:pt>
                <c:pt idx="4146">
                  <c:v>0.766208</c:v>
                </c:pt>
                <c:pt idx="4147">
                  <c:v>0.766513</c:v>
                </c:pt>
                <c:pt idx="4148">
                  <c:v>0.76681900000000003</c:v>
                </c:pt>
                <c:pt idx="4149">
                  <c:v>0.76712400000000003</c:v>
                </c:pt>
                <c:pt idx="4150">
                  <c:v>0.76742999999999995</c:v>
                </c:pt>
                <c:pt idx="4151">
                  <c:v>0.76773499999999995</c:v>
                </c:pt>
                <c:pt idx="4152">
                  <c:v>0.76803999999999994</c:v>
                </c:pt>
                <c:pt idx="4153">
                  <c:v>0.76834599999999997</c:v>
                </c:pt>
                <c:pt idx="4154">
                  <c:v>0.76865099999999997</c:v>
                </c:pt>
                <c:pt idx="4155">
                  <c:v>0.768957</c:v>
                </c:pt>
                <c:pt idx="4156">
                  <c:v>0.769262</c:v>
                </c:pt>
                <c:pt idx="4157">
                  <c:v>0.769567</c:v>
                </c:pt>
                <c:pt idx="4158">
                  <c:v>0.76987300000000003</c:v>
                </c:pt>
                <c:pt idx="4159">
                  <c:v>0.77017800000000003</c:v>
                </c:pt>
                <c:pt idx="4160">
                  <c:v>0.77048399999999995</c:v>
                </c:pt>
                <c:pt idx="4161">
                  <c:v>0.77078899999999995</c:v>
                </c:pt>
                <c:pt idx="4162">
                  <c:v>0.77109399999999995</c:v>
                </c:pt>
                <c:pt idx="4163">
                  <c:v>0.77139999999999997</c:v>
                </c:pt>
                <c:pt idx="4164">
                  <c:v>0.77170499999999997</c:v>
                </c:pt>
                <c:pt idx="4165">
                  <c:v>0.772011</c:v>
                </c:pt>
                <c:pt idx="4166">
                  <c:v>0.772316</c:v>
                </c:pt>
                <c:pt idx="4167">
                  <c:v>0.772621</c:v>
                </c:pt>
                <c:pt idx="4168">
                  <c:v>0.77292700000000003</c:v>
                </c:pt>
                <c:pt idx="4169">
                  <c:v>0.77323200000000003</c:v>
                </c:pt>
                <c:pt idx="4170">
                  <c:v>0.77353799999999995</c:v>
                </c:pt>
                <c:pt idx="4171">
                  <c:v>0.77384299999999995</c:v>
                </c:pt>
                <c:pt idx="4172">
                  <c:v>0.77414799999999995</c:v>
                </c:pt>
                <c:pt idx="4173">
                  <c:v>0.77445399999999998</c:v>
                </c:pt>
                <c:pt idx="4174">
                  <c:v>0.77475899999999998</c:v>
                </c:pt>
                <c:pt idx="4175">
                  <c:v>0.775065</c:v>
                </c:pt>
                <c:pt idx="4176">
                  <c:v>0.77537</c:v>
                </c:pt>
                <c:pt idx="4177">
                  <c:v>0.775675</c:v>
                </c:pt>
                <c:pt idx="4178">
                  <c:v>0.77598100000000003</c:v>
                </c:pt>
                <c:pt idx="4179">
                  <c:v>0.77628600000000003</c:v>
                </c:pt>
                <c:pt idx="4180">
                  <c:v>0.77659199999999995</c:v>
                </c:pt>
                <c:pt idx="4181">
                  <c:v>0.77689699999999995</c:v>
                </c:pt>
                <c:pt idx="4182">
                  <c:v>0.77720199999999995</c:v>
                </c:pt>
                <c:pt idx="4183">
                  <c:v>0.77750799999999998</c:v>
                </c:pt>
                <c:pt idx="4184">
                  <c:v>0.77781299999999998</c:v>
                </c:pt>
                <c:pt idx="4185">
                  <c:v>0.77811900000000001</c:v>
                </c:pt>
                <c:pt idx="4186">
                  <c:v>0.778424</c:v>
                </c:pt>
                <c:pt idx="4187">
                  <c:v>0.778729</c:v>
                </c:pt>
                <c:pt idx="4188">
                  <c:v>0.77903500000000003</c:v>
                </c:pt>
                <c:pt idx="4189">
                  <c:v>0.77934000000000003</c:v>
                </c:pt>
                <c:pt idx="4190">
                  <c:v>0.77964599999999995</c:v>
                </c:pt>
                <c:pt idx="4191">
                  <c:v>0.77995099999999995</c:v>
                </c:pt>
                <c:pt idx="4192">
                  <c:v>0.78025599999999995</c:v>
                </c:pt>
                <c:pt idx="4193">
                  <c:v>0.78056199999999998</c:v>
                </c:pt>
                <c:pt idx="4194">
                  <c:v>0.78086699999999998</c:v>
                </c:pt>
                <c:pt idx="4195">
                  <c:v>0.78117300000000001</c:v>
                </c:pt>
                <c:pt idx="4196">
                  <c:v>0.78147800000000001</c:v>
                </c:pt>
                <c:pt idx="4197">
                  <c:v>0.78178300000000001</c:v>
                </c:pt>
                <c:pt idx="4198">
                  <c:v>0.78208900000000003</c:v>
                </c:pt>
                <c:pt idx="4199">
                  <c:v>0.78239400000000003</c:v>
                </c:pt>
                <c:pt idx="4200">
                  <c:v>0.78269999999999995</c:v>
                </c:pt>
                <c:pt idx="4201">
                  <c:v>0.78300499999999995</c:v>
                </c:pt>
                <c:pt idx="4202">
                  <c:v>0.78330999999999995</c:v>
                </c:pt>
                <c:pt idx="4203">
                  <c:v>0.78361599999999998</c:v>
                </c:pt>
                <c:pt idx="4204">
                  <c:v>0.78392099999999998</c:v>
                </c:pt>
                <c:pt idx="4205">
                  <c:v>0.78422599999999998</c:v>
                </c:pt>
                <c:pt idx="4206">
                  <c:v>0.78453200000000001</c:v>
                </c:pt>
                <c:pt idx="4207">
                  <c:v>0.78483700000000001</c:v>
                </c:pt>
                <c:pt idx="4208">
                  <c:v>0.78514300000000004</c:v>
                </c:pt>
                <c:pt idx="4209">
                  <c:v>0.78544800000000004</c:v>
                </c:pt>
                <c:pt idx="4210">
                  <c:v>0.78575300000000003</c:v>
                </c:pt>
                <c:pt idx="4211">
                  <c:v>0.78605899999999995</c:v>
                </c:pt>
                <c:pt idx="4212">
                  <c:v>0.78636399999999995</c:v>
                </c:pt>
                <c:pt idx="4213">
                  <c:v>0.78666999999999998</c:v>
                </c:pt>
                <c:pt idx="4214">
                  <c:v>0.78697499999999998</c:v>
                </c:pt>
                <c:pt idx="4215">
                  <c:v>0.78727999999999998</c:v>
                </c:pt>
                <c:pt idx="4216">
                  <c:v>0.78758600000000001</c:v>
                </c:pt>
                <c:pt idx="4217">
                  <c:v>0.78789100000000001</c:v>
                </c:pt>
                <c:pt idx="4218">
                  <c:v>0.78819700000000004</c:v>
                </c:pt>
                <c:pt idx="4219">
                  <c:v>0.78850200000000004</c:v>
                </c:pt>
                <c:pt idx="4220">
                  <c:v>0.78880700000000004</c:v>
                </c:pt>
                <c:pt idx="4221">
                  <c:v>0.78911299999999995</c:v>
                </c:pt>
                <c:pt idx="4222">
                  <c:v>0.78941799999999995</c:v>
                </c:pt>
                <c:pt idx="4223">
                  <c:v>0.78972399999999998</c:v>
                </c:pt>
                <c:pt idx="4224">
                  <c:v>0.79002899999999998</c:v>
                </c:pt>
                <c:pt idx="4225">
                  <c:v>0.79033399999999998</c:v>
                </c:pt>
                <c:pt idx="4226">
                  <c:v>0.79064000000000001</c:v>
                </c:pt>
                <c:pt idx="4227">
                  <c:v>0.79094500000000001</c:v>
                </c:pt>
                <c:pt idx="4228">
                  <c:v>0.79125100000000004</c:v>
                </c:pt>
                <c:pt idx="4229">
                  <c:v>0.79155600000000004</c:v>
                </c:pt>
                <c:pt idx="4230">
                  <c:v>0.79186100000000004</c:v>
                </c:pt>
                <c:pt idx="4231">
                  <c:v>0.79216699999999995</c:v>
                </c:pt>
                <c:pt idx="4232">
                  <c:v>0.79247199999999995</c:v>
                </c:pt>
                <c:pt idx="4233">
                  <c:v>0.79277799999999998</c:v>
                </c:pt>
                <c:pt idx="4234">
                  <c:v>0.79308299999999998</c:v>
                </c:pt>
                <c:pt idx="4235">
                  <c:v>0.79338799999999998</c:v>
                </c:pt>
                <c:pt idx="4236">
                  <c:v>0.79369400000000001</c:v>
                </c:pt>
                <c:pt idx="4237">
                  <c:v>0.79399900000000001</c:v>
                </c:pt>
                <c:pt idx="4238">
                  <c:v>0.79430500000000004</c:v>
                </c:pt>
                <c:pt idx="4239">
                  <c:v>0.79461000000000004</c:v>
                </c:pt>
                <c:pt idx="4240">
                  <c:v>0.79491500000000004</c:v>
                </c:pt>
                <c:pt idx="4241">
                  <c:v>0.79522099999999996</c:v>
                </c:pt>
                <c:pt idx="4242">
                  <c:v>0.79552599999999996</c:v>
                </c:pt>
                <c:pt idx="4243">
                  <c:v>0.79583199999999998</c:v>
                </c:pt>
                <c:pt idx="4244">
                  <c:v>0.79613699999999998</c:v>
                </c:pt>
                <c:pt idx="4245">
                  <c:v>0.79644199999999998</c:v>
                </c:pt>
                <c:pt idx="4246">
                  <c:v>0.79674800000000001</c:v>
                </c:pt>
                <c:pt idx="4247">
                  <c:v>0.79705300000000001</c:v>
                </c:pt>
                <c:pt idx="4248">
                  <c:v>0.79735900000000004</c:v>
                </c:pt>
                <c:pt idx="4249">
                  <c:v>0.79766400000000004</c:v>
                </c:pt>
                <c:pt idx="4250">
                  <c:v>0.79796900000000004</c:v>
                </c:pt>
                <c:pt idx="4251">
                  <c:v>0.79827499999999996</c:v>
                </c:pt>
                <c:pt idx="4252">
                  <c:v>0.79857999999999996</c:v>
                </c:pt>
                <c:pt idx="4253">
                  <c:v>0.79888599999999999</c:v>
                </c:pt>
                <c:pt idx="4254">
                  <c:v>0.79919099999999998</c:v>
                </c:pt>
                <c:pt idx="4255">
                  <c:v>0.79949599999999998</c:v>
                </c:pt>
                <c:pt idx="4256">
                  <c:v>0.79980200000000001</c:v>
                </c:pt>
                <c:pt idx="4257">
                  <c:v>0.80010700000000001</c:v>
                </c:pt>
                <c:pt idx="4258">
                  <c:v>0.80041300000000004</c:v>
                </c:pt>
                <c:pt idx="4259">
                  <c:v>0.80071800000000004</c:v>
                </c:pt>
                <c:pt idx="4260">
                  <c:v>0.80102300000000004</c:v>
                </c:pt>
                <c:pt idx="4261">
                  <c:v>0.80132899999999996</c:v>
                </c:pt>
                <c:pt idx="4262">
                  <c:v>0.80163399999999996</c:v>
                </c:pt>
                <c:pt idx="4263">
                  <c:v>0.80193999999999999</c:v>
                </c:pt>
                <c:pt idx="4264">
                  <c:v>0.80224499999999999</c:v>
                </c:pt>
                <c:pt idx="4265">
                  <c:v>0.80254999999999999</c:v>
                </c:pt>
                <c:pt idx="4266">
                  <c:v>0.80285600000000001</c:v>
                </c:pt>
                <c:pt idx="4267">
                  <c:v>0.80316100000000001</c:v>
                </c:pt>
                <c:pt idx="4268">
                  <c:v>0.80346700000000004</c:v>
                </c:pt>
                <c:pt idx="4269">
                  <c:v>0.80377200000000004</c:v>
                </c:pt>
                <c:pt idx="4270">
                  <c:v>0.80407700000000004</c:v>
                </c:pt>
                <c:pt idx="4271">
                  <c:v>0.80438299999999996</c:v>
                </c:pt>
                <c:pt idx="4272">
                  <c:v>0.80468799999999996</c:v>
                </c:pt>
                <c:pt idx="4273">
                  <c:v>0.80499399999999999</c:v>
                </c:pt>
                <c:pt idx="4274">
                  <c:v>0.80529899999999999</c:v>
                </c:pt>
                <c:pt idx="4275">
                  <c:v>0.80560399999999999</c:v>
                </c:pt>
                <c:pt idx="4276">
                  <c:v>0.80591000000000002</c:v>
                </c:pt>
                <c:pt idx="4277">
                  <c:v>0.80621500000000001</c:v>
                </c:pt>
                <c:pt idx="4278">
                  <c:v>0.80652100000000004</c:v>
                </c:pt>
                <c:pt idx="4279">
                  <c:v>0.80682600000000004</c:v>
                </c:pt>
                <c:pt idx="4280">
                  <c:v>0.80713100000000004</c:v>
                </c:pt>
                <c:pt idx="4281">
                  <c:v>0.80743699999999996</c:v>
                </c:pt>
                <c:pt idx="4282">
                  <c:v>0.80774199999999996</c:v>
                </c:pt>
                <c:pt idx="4283">
                  <c:v>0.80804799999999999</c:v>
                </c:pt>
                <c:pt idx="4284">
                  <c:v>0.80835299999999999</c:v>
                </c:pt>
                <c:pt idx="4285">
                  <c:v>0.80865799999999999</c:v>
                </c:pt>
                <c:pt idx="4286">
                  <c:v>0.80896400000000002</c:v>
                </c:pt>
                <c:pt idx="4287">
                  <c:v>0.80926900000000002</c:v>
                </c:pt>
                <c:pt idx="4288">
                  <c:v>0.80957400000000002</c:v>
                </c:pt>
                <c:pt idx="4289">
                  <c:v>0.80988000000000004</c:v>
                </c:pt>
                <c:pt idx="4290">
                  <c:v>0.81018500000000004</c:v>
                </c:pt>
                <c:pt idx="4291">
                  <c:v>0.81049099999999996</c:v>
                </c:pt>
                <c:pt idx="4292">
                  <c:v>0.81079599999999996</c:v>
                </c:pt>
                <c:pt idx="4293">
                  <c:v>0.81110099999999996</c:v>
                </c:pt>
                <c:pt idx="4294">
                  <c:v>0.81140699999999999</c:v>
                </c:pt>
                <c:pt idx="4295">
                  <c:v>0.81171199999999999</c:v>
                </c:pt>
                <c:pt idx="4296">
                  <c:v>0.81201800000000002</c:v>
                </c:pt>
                <c:pt idx="4297">
                  <c:v>0.81232300000000002</c:v>
                </c:pt>
                <c:pt idx="4298">
                  <c:v>0.81262800000000002</c:v>
                </c:pt>
                <c:pt idx="4299">
                  <c:v>0.81293400000000005</c:v>
                </c:pt>
                <c:pt idx="4300">
                  <c:v>0.81323900000000005</c:v>
                </c:pt>
                <c:pt idx="4301">
                  <c:v>0.81354499999999996</c:v>
                </c:pt>
                <c:pt idx="4302">
                  <c:v>0.81384999999999996</c:v>
                </c:pt>
                <c:pt idx="4303">
                  <c:v>0.81415499999999996</c:v>
                </c:pt>
                <c:pt idx="4304">
                  <c:v>0.81446099999999999</c:v>
                </c:pt>
                <c:pt idx="4305">
                  <c:v>0.81476599999999999</c:v>
                </c:pt>
                <c:pt idx="4306">
                  <c:v>0.81507200000000002</c:v>
                </c:pt>
                <c:pt idx="4307">
                  <c:v>0.81537700000000002</c:v>
                </c:pt>
                <c:pt idx="4308">
                  <c:v>0.81568200000000002</c:v>
                </c:pt>
                <c:pt idx="4309">
                  <c:v>0.81598800000000005</c:v>
                </c:pt>
                <c:pt idx="4310">
                  <c:v>0.81629300000000005</c:v>
                </c:pt>
                <c:pt idx="4311">
                  <c:v>0.81659899999999996</c:v>
                </c:pt>
                <c:pt idx="4312">
                  <c:v>0.81690399999999996</c:v>
                </c:pt>
                <c:pt idx="4313">
                  <c:v>0.81720899999999996</c:v>
                </c:pt>
                <c:pt idx="4314">
                  <c:v>0.81751499999999999</c:v>
                </c:pt>
                <c:pt idx="4315">
                  <c:v>0.81781999999999999</c:v>
                </c:pt>
                <c:pt idx="4316">
                  <c:v>0.81812600000000002</c:v>
                </c:pt>
                <c:pt idx="4317">
                  <c:v>0.81843100000000002</c:v>
                </c:pt>
                <c:pt idx="4318">
                  <c:v>0.81873600000000002</c:v>
                </c:pt>
                <c:pt idx="4319">
                  <c:v>0.81904200000000005</c:v>
                </c:pt>
                <c:pt idx="4320">
                  <c:v>0.81934700000000005</c:v>
                </c:pt>
                <c:pt idx="4321">
                  <c:v>0.81965299999999996</c:v>
                </c:pt>
                <c:pt idx="4322">
                  <c:v>0.81995799999999996</c:v>
                </c:pt>
                <c:pt idx="4323">
                  <c:v>0.82026299999999996</c:v>
                </c:pt>
                <c:pt idx="4324">
                  <c:v>0.82056899999999999</c:v>
                </c:pt>
                <c:pt idx="4325">
                  <c:v>0.82087399999999999</c:v>
                </c:pt>
                <c:pt idx="4326">
                  <c:v>0.82118000000000002</c:v>
                </c:pt>
                <c:pt idx="4327">
                  <c:v>0.82148500000000002</c:v>
                </c:pt>
                <c:pt idx="4328">
                  <c:v>0.82179000000000002</c:v>
                </c:pt>
                <c:pt idx="4329">
                  <c:v>0.82209600000000005</c:v>
                </c:pt>
                <c:pt idx="4330">
                  <c:v>0.82240100000000005</c:v>
                </c:pt>
                <c:pt idx="4331">
                  <c:v>0.82270699999999997</c:v>
                </c:pt>
                <c:pt idx="4332">
                  <c:v>0.82301199999999997</c:v>
                </c:pt>
                <c:pt idx="4333">
                  <c:v>0.82331699999999997</c:v>
                </c:pt>
                <c:pt idx="4334">
                  <c:v>0.82362299999999999</c:v>
                </c:pt>
                <c:pt idx="4335">
                  <c:v>0.82392799999999999</c:v>
                </c:pt>
                <c:pt idx="4336">
                  <c:v>0.82423400000000002</c:v>
                </c:pt>
                <c:pt idx="4337">
                  <c:v>0.82453900000000002</c:v>
                </c:pt>
                <c:pt idx="4338">
                  <c:v>0.82484400000000002</c:v>
                </c:pt>
                <c:pt idx="4339">
                  <c:v>0.82515000000000005</c:v>
                </c:pt>
                <c:pt idx="4340">
                  <c:v>0.82545500000000005</c:v>
                </c:pt>
                <c:pt idx="4341">
                  <c:v>0.82576099999999997</c:v>
                </c:pt>
                <c:pt idx="4342">
                  <c:v>0.82606599999999997</c:v>
                </c:pt>
                <c:pt idx="4343">
                  <c:v>0.82637099999999997</c:v>
                </c:pt>
                <c:pt idx="4344">
                  <c:v>0.826677</c:v>
                </c:pt>
                <c:pt idx="4345">
                  <c:v>0.82698199999999999</c:v>
                </c:pt>
                <c:pt idx="4346">
                  <c:v>0.82728800000000002</c:v>
                </c:pt>
                <c:pt idx="4347">
                  <c:v>0.82759300000000002</c:v>
                </c:pt>
                <c:pt idx="4348">
                  <c:v>0.82789800000000002</c:v>
                </c:pt>
                <c:pt idx="4349">
                  <c:v>0.82820400000000005</c:v>
                </c:pt>
                <c:pt idx="4350">
                  <c:v>0.82850900000000005</c:v>
                </c:pt>
                <c:pt idx="4351">
                  <c:v>0.82881499999999997</c:v>
                </c:pt>
                <c:pt idx="4352">
                  <c:v>0.82911999999999997</c:v>
                </c:pt>
                <c:pt idx="4353">
                  <c:v>0.82942499999999997</c:v>
                </c:pt>
                <c:pt idx="4354">
                  <c:v>0.829731</c:v>
                </c:pt>
                <c:pt idx="4355">
                  <c:v>0.830036</c:v>
                </c:pt>
                <c:pt idx="4356">
                  <c:v>0.83034200000000002</c:v>
                </c:pt>
                <c:pt idx="4357">
                  <c:v>0.83064700000000002</c:v>
                </c:pt>
                <c:pt idx="4358">
                  <c:v>0.83095200000000002</c:v>
                </c:pt>
                <c:pt idx="4359">
                  <c:v>0.83125800000000005</c:v>
                </c:pt>
                <c:pt idx="4360">
                  <c:v>0.83156300000000005</c:v>
                </c:pt>
                <c:pt idx="4361">
                  <c:v>0.83186899999999997</c:v>
                </c:pt>
                <c:pt idx="4362">
                  <c:v>0.83217399999999997</c:v>
                </c:pt>
                <c:pt idx="4363">
                  <c:v>0.83247899999999997</c:v>
                </c:pt>
                <c:pt idx="4364">
                  <c:v>0.832785</c:v>
                </c:pt>
                <c:pt idx="4365">
                  <c:v>0.83309</c:v>
                </c:pt>
                <c:pt idx="4366">
                  <c:v>0.83339600000000003</c:v>
                </c:pt>
                <c:pt idx="4367">
                  <c:v>0.83370100000000003</c:v>
                </c:pt>
                <c:pt idx="4368">
                  <c:v>0.83400600000000003</c:v>
                </c:pt>
                <c:pt idx="4369">
                  <c:v>0.83431200000000005</c:v>
                </c:pt>
                <c:pt idx="4370">
                  <c:v>0.83461700000000005</c:v>
                </c:pt>
                <c:pt idx="4371">
                  <c:v>0.83492299999999997</c:v>
                </c:pt>
                <c:pt idx="4372">
                  <c:v>0.83522799999999997</c:v>
                </c:pt>
                <c:pt idx="4373">
                  <c:v>0.83553299999999997</c:v>
                </c:pt>
                <c:pt idx="4374">
                  <c:v>0.835839</c:v>
                </c:pt>
                <c:pt idx="4375">
                  <c:v>0.836144</c:v>
                </c:pt>
                <c:pt idx="4376">
                  <c:v>0.836449</c:v>
                </c:pt>
                <c:pt idx="4377">
                  <c:v>0.83675500000000003</c:v>
                </c:pt>
                <c:pt idx="4378">
                  <c:v>0.83706000000000003</c:v>
                </c:pt>
                <c:pt idx="4379">
                  <c:v>0.83736600000000005</c:v>
                </c:pt>
                <c:pt idx="4380">
                  <c:v>0.83767100000000005</c:v>
                </c:pt>
                <c:pt idx="4381">
                  <c:v>0.83797600000000005</c:v>
                </c:pt>
                <c:pt idx="4382">
                  <c:v>0.83828199999999997</c:v>
                </c:pt>
                <c:pt idx="4383">
                  <c:v>0.83858699999999997</c:v>
                </c:pt>
                <c:pt idx="4384">
                  <c:v>0.838893</c:v>
                </c:pt>
                <c:pt idx="4385">
                  <c:v>0.839198</c:v>
                </c:pt>
                <c:pt idx="4386">
                  <c:v>0.839503</c:v>
                </c:pt>
                <c:pt idx="4387">
                  <c:v>0.83980900000000003</c:v>
                </c:pt>
                <c:pt idx="4388">
                  <c:v>0.84011400000000003</c:v>
                </c:pt>
                <c:pt idx="4389">
                  <c:v>0.84041999999999994</c:v>
                </c:pt>
                <c:pt idx="4390">
                  <c:v>0.84072499999999994</c:v>
                </c:pt>
                <c:pt idx="4391">
                  <c:v>0.84103000000000006</c:v>
                </c:pt>
                <c:pt idx="4392">
                  <c:v>0.84133599999999997</c:v>
                </c:pt>
                <c:pt idx="4393">
                  <c:v>0.84164099999999997</c:v>
                </c:pt>
                <c:pt idx="4394">
                  <c:v>0.841947</c:v>
                </c:pt>
                <c:pt idx="4395">
                  <c:v>0.842252</c:v>
                </c:pt>
                <c:pt idx="4396">
                  <c:v>0.842557</c:v>
                </c:pt>
                <c:pt idx="4397">
                  <c:v>0.84286300000000003</c:v>
                </c:pt>
                <c:pt idx="4398">
                  <c:v>0.84316800000000003</c:v>
                </c:pt>
                <c:pt idx="4399">
                  <c:v>0.84347399999999995</c:v>
                </c:pt>
                <c:pt idx="4400">
                  <c:v>0.84377899999999995</c:v>
                </c:pt>
                <c:pt idx="4401">
                  <c:v>0.84408399999999995</c:v>
                </c:pt>
                <c:pt idx="4402">
                  <c:v>0.84438999999999997</c:v>
                </c:pt>
                <c:pt idx="4403">
                  <c:v>0.84469499999999997</c:v>
                </c:pt>
                <c:pt idx="4404">
                  <c:v>0.845001</c:v>
                </c:pt>
                <c:pt idx="4405">
                  <c:v>0.845306</c:v>
                </c:pt>
                <c:pt idx="4406">
                  <c:v>0.845611</c:v>
                </c:pt>
                <c:pt idx="4407">
                  <c:v>0.84591700000000003</c:v>
                </c:pt>
                <c:pt idx="4408">
                  <c:v>0.84622200000000003</c:v>
                </c:pt>
                <c:pt idx="4409">
                  <c:v>0.84652799999999995</c:v>
                </c:pt>
                <c:pt idx="4410">
                  <c:v>0.84683299999999995</c:v>
                </c:pt>
                <c:pt idx="4411">
                  <c:v>0.84713799999999995</c:v>
                </c:pt>
                <c:pt idx="4412">
                  <c:v>0.84744399999999998</c:v>
                </c:pt>
                <c:pt idx="4413">
                  <c:v>0.84774899999999997</c:v>
                </c:pt>
                <c:pt idx="4414">
                  <c:v>0.848055</c:v>
                </c:pt>
                <c:pt idx="4415">
                  <c:v>0.84836</c:v>
                </c:pt>
                <c:pt idx="4416">
                  <c:v>0.848665</c:v>
                </c:pt>
                <c:pt idx="4417">
                  <c:v>0.84897100000000003</c:v>
                </c:pt>
                <c:pt idx="4418">
                  <c:v>0.84927600000000003</c:v>
                </c:pt>
                <c:pt idx="4419">
                  <c:v>0.84958199999999995</c:v>
                </c:pt>
                <c:pt idx="4420">
                  <c:v>0.84988699999999995</c:v>
                </c:pt>
                <c:pt idx="4421">
                  <c:v>0.85019199999999995</c:v>
                </c:pt>
                <c:pt idx="4422">
                  <c:v>0.85049799999999998</c:v>
                </c:pt>
                <c:pt idx="4423">
                  <c:v>0.85080299999999998</c:v>
                </c:pt>
                <c:pt idx="4424">
                  <c:v>0.851109</c:v>
                </c:pt>
                <c:pt idx="4425">
                  <c:v>0.851414</c:v>
                </c:pt>
                <c:pt idx="4426">
                  <c:v>0.851719</c:v>
                </c:pt>
                <c:pt idx="4427">
                  <c:v>0.85202500000000003</c:v>
                </c:pt>
                <c:pt idx="4428">
                  <c:v>0.85233000000000003</c:v>
                </c:pt>
                <c:pt idx="4429">
                  <c:v>0.85263599999999995</c:v>
                </c:pt>
                <c:pt idx="4430">
                  <c:v>0.85294099999999995</c:v>
                </c:pt>
                <c:pt idx="4431">
                  <c:v>0.85324599999999995</c:v>
                </c:pt>
                <c:pt idx="4432">
                  <c:v>0.85355199999999998</c:v>
                </c:pt>
                <c:pt idx="4433">
                  <c:v>0.85385699999999998</c:v>
                </c:pt>
                <c:pt idx="4434">
                  <c:v>0.85416300000000001</c:v>
                </c:pt>
                <c:pt idx="4435">
                  <c:v>0.85446800000000001</c:v>
                </c:pt>
                <c:pt idx="4436">
                  <c:v>0.85477300000000001</c:v>
                </c:pt>
                <c:pt idx="4437">
                  <c:v>0.85507900000000003</c:v>
                </c:pt>
                <c:pt idx="4438">
                  <c:v>0.85538400000000003</c:v>
                </c:pt>
                <c:pt idx="4439">
                  <c:v>0.85568999999999995</c:v>
                </c:pt>
                <c:pt idx="4440">
                  <c:v>0.85599499999999995</c:v>
                </c:pt>
                <c:pt idx="4441">
                  <c:v>0.85629999999999995</c:v>
                </c:pt>
                <c:pt idx="4442">
                  <c:v>0.85660599999999998</c:v>
                </c:pt>
                <c:pt idx="4443">
                  <c:v>0.85691099999999998</c:v>
                </c:pt>
                <c:pt idx="4444">
                  <c:v>0.85721700000000001</c:v>
                </c:pt>
                <c:pt idx="4445">
                  <c:v>0.85752200000000001</c:v>
                </c:pt>
                <c:pt idx="4446">
                  <c:v>0.85782700000000001</c:v>
                </c:pt>
                <c:pt idx="4447">
                  <c:v>0.85813300000000003</c:v>
                </c:pt>
                <c:pt idx="4448">
                  <c:v>0.85843800000000003</c:v>
                </c:pt>
                <c:pt idx="4449">
                  <c:v>0.85874399999999995</c:v>
                </c:pt>
                <c:pt idx="4450">
                  <c:v>0.85904899999999995</c:v>
                </c:pt>
                <c:pt idx="4451">
                  <c:v>0.85935399999999995</c:v>
                </c:pt>
                <c:pt idx="4452">
                  <c:v>0.85965999999999998</c:v>
                </c:pt>
                <c:pt idx="4453">
                  <c:v>0.85996499999999998</c:v>
                </c:pt>
                <c:pt idx="4454">
                  <c:v>0.86027100000000001</c:v>
                </c:pt>
                <c:pt idx="4455">
                  <c:v>0.86057600000000001</c:v>
                </c:pt>
                <c:pt idx="4456">
                  <c:v>0.86088100000000001</c:v>
                </c:pt>
                <c:pt idx="4457">
                  <c:v>0.86118700000000004</c:v>
                </c:pt>
                <c:pt idx="4458">
                  <c:v>0.86149200000000004</c:v>
                </c:pt>
                <c:pt idx="4459">
                  <c:v>0.86179700000000004</c:v>
                </c:pt>
                <c:pt idx="4460">
                  <c:v>0.86210299999999995</c:v>
                </c:pt>
                <c:pt idx="4461">
                  <c:v>0.86240799999999995</c:v>
                </c:pt>
                <c:pt idx="4462">
                  <c:v>0.86271399999999998</c:v>
                </c:pt>
                <c:pt idx="4463">
                  <c:v>0.86301899999999998</c:v>
                </c:pt>
                <c:pt idx="4464">
                  <c:v>0.86332399999999998</c:v>
                </c:pt>
                <c:pt idx="4465">
                  <c:v>0.86363000000000001</c:v>
                </c:pt>
                <c:pt idx="4466">
                  <c:v>0.86393500000000001</c:v>
                </c:pt>
                <c:pt idx="4467">
                  <c:v>0.86424100000000004</c:v>
                </c:pt>
                <c:pt idx="4468">
                  <c:v>0.86454600000000004</c:v>
                </c:pt>
                <c:pt idx="4469">
                  <c:v>0.86485100000000004</c:v>
                </c:pt>
                <c:pt idx="4470">
                  <c:v>0.86515699999999995</c:v>
                </c:pt>
                <c:pt idx="4471">
                  <c:v>0.86546199999999995</c:v>
                </c:pt>
                <c:pt idx="4472">
                  <c:v>0.86576799999999998</c:v>
                </c:pt>
                <c:pt idx="4473">
                  <c:v>0.86607299999999998</c:v>
                </c:pt>
                <c:pt idx="4474">
                  <c:v>0.86637799999999998</c:v>
                </c:pt>
                <c:pt idx="4475">
                  <c:v>0.86668400000000001</c:v>
                </c:pt>
                <c:pt idx="4476">
                  <c:v>0.86698900000000001</c:v>
                </c:pt>
                <c:pt idx="4477">
                  <c:v>0.86729500000000004</c:v>
                </c:pt>
                <c:pt idx="4478">
                  <c:v>0.86760000000000004</c:v>
                </c:pt>
                <c:pt idx="4479">
                  <c:v>0.86790500000000004</c:v>
                </c:pt>
                <c:pt idx="4480">
                  <c:v>0.86821099999999996</c:v>
                </c:pt>
                <c:pt idx="4481">
                  <c:v>0.86851599999999995</c:v>
                </c:pt>
                <c:pt idx="4482">
                  <c:v>0.86882199999999998</c:v>
                </c:pt>
                <c:pt idx="4483">
                  <c:v>0.86912699999999998</c:v>
                </c:pt>
                <c:pt idx="4484">
                  <c:v>0.86943199999999998</c:v>
                </c:pt>
                <c:pt idx="4485">
                  <c:v>0.86973800000000001</c:v>
                </c:pt>
                <c:pt idx="4486">
                  <c:v>0.87004300000000001</c:v>
                </c:pt>
                <c:pt idx="4487">
                  <c:v>0.87034900000000004</c:v>
                </c:pt>
                <c:pt idx="4488">
                  <c:v>0.87065400000000004</c:v>
                </c:pt>
                <c:pt idx="4489">
                  <c:v>0.87095900000000004</c:v>
                </c:pt>
                <c:pt idx="4490">
                  <c:v>0.87126499999999996</c:v>
                </c:pt>
                <c:pt idx="4491">
                  <c:v>0.87156999999999996</c:v>
                </c:pt>
                <c:pt idx="4492">
                  <c:v>0.87187599999999998</c:v>
                </c:pt>
                <c:pt idx="4493">
                  <c:v>0.87218099999999998</c:v>
                </c:pt>
                <c:pt idx="4494">
                  <c:v>0.87248599999999998</c:v>
                </c:pt>
                <c:pt idx="4495">
                  <c:v>0.87279200000000001</c:v>
                </c:pt>
                <c:pt idx="4496">
                  <c:v>0.87309700000000001</c:v>
                </c:pt>
                <c:pt idx="4497">
                  <c:v>0.87340300000000004</c:v>
                </c:pt>
                <c:pt idx="4498">
                  <c:v>0.87370800000000004</c:v>
                </c:pt>
                <c:pt idx="4499">
                  <c:v>0.87401300000000004</c:v>
                </c:pt>
                <c:pt idx="4500">
                  <c:v>0.87431899999999996</c:v>
                </c:pt>
                <c:pt idx="4501">
                  <c:v>0.87462399999999996</c:v>
                </c:pt>
                <c:pt idx="4502">
                  <c:v>0.87492999999999999</c:v>
                </c:pt>
                <c:pt idx="4503">
                  <c:v>0.87523499999999999</c:v>
                </c:pt>
                <c:pt idx="4504">
                  <c:v>0.87553999999999998</c:v>
                </c:pt>
                <c:pt idx="4505">
                  <c:v>0.87584600000000001</c:v>
                </c:pt>
                <c:pt idx="4506">
                  <c:v>0.87615100000000001</c:v>
                </c:pt>
                <c:pt idx="4507">
                  <c:v>0.87645700000000004</c:v>
                </c:pt>
                <c:pt idx="4508">
                  <c:v>0.87676200000000004</c:v>
                </c:pt>
                <c:pt idx="4509">
                  <c:v>0.87706700000000004</c:v>
                </c:pt>
                <c:pt idx="4510">
                  <c:v>0.87737299999999996</c:v>
                </c:pt>
                <c:pt idx="4511">
                  <c:v>0.87767799999999996</c:v>
                </c:pt>
                <c:pt idx="4512">
                  <c:v>0.87798399999999999</c:v>
                </c:pt>
                <c:pt idx="4513">
                  <c:v>0.87828899999999999</c:v>
                </c:pt>
                <c:pt idx="4514">
                  <c:v>0.87859399999999999</c:v>
                </c:pt>
                <c:pt idx="4515">
                  <c:v>0.87890000000000001</c:v>
                </c:pt>
                <c:pt idx="4516">
                  <c:v>0.87920500000000001</c:v>
                </c:pt>
                <c:pt idx="4517">
                  <c:v>0.87951100000000004</c:v>
                </c:pt>
                <c:pt idx="4518">
                  <c:v>0.87981600000000004</c:v>
                </c:pt>
                <c:pt idx="4519">
                  <c:v>0.88012100000000004</c:v>
                </c:pt>
                <c:pt idx="4520">
                  <c:v>0.88042699999999996</c:v>
                </c:pt>
                <c:pt idx="4521">
                  <c:v>0.88073199999999996</c:v>
                </c:pt>
                <c:pt idx="4522">
                  <c:v>0.88103799999999999</c:v>
                </c:pt>
                <c:pt idx="4523">
                  <c:v>0.88134299999999999</c:v>
                </c:pt>
                <c:pt idx="4524">
                  <c:v>0.88164799999999999</c:v>
                </c:pt>
                <c:pt idx="4525">
                  <c:v>0.88195400000000002</c:v>
                </c:pt>
                <c:pt idx="4526">
                  <c:v>0.88225900000000002</c:v>
                </c:pt>
                <c:pt idx="4527">
                  <c:v>0.88256500000000004</c:v>
                </c:pt>
                <c:pt idx="4528">
                  <c:v>0.88287000000000004</c:v>
                </c:pt>
                <c:pt idx="4529">
                  <c:v>0.88317500000000004</c:v>
                </c:pt>
                <c:pt idx="4530">
                  <c:v>0.88348099999999996</c:v>
                </c:pt>
                <c:pt idx="4531">
                  <c:v>0.88378599999999996</c:v>
                </c:pt>
                <c:pt idx="4532">
                  <c:v>0.88409199999999999</c:v>
                </c:pt>
                <c:pt idx="4533">
                  <c:v>0.88439699999999999</c:v>
                </c:pt>
                <c:pt idx="4534">
                  <c:v>0.88470199999999999</c:v>
                </c:pt>
                <c:pt idx="4535">
                  <c:v>0.88500800000000002</c:v>
                </c:pt>
                <c:pt idx="4536">
                  <c:v>0.88531300000000002</c:v>
                </c:pt>
                <c:pt idx="4537">
                  <c:v>0.88561900000000005</c:v>
                </c:pt>
                <c:pt idx="4538">
                  <c:v>0.88592400000000004</c:v>
                </c:pt>
                <c:pt idx="4539">
                  <c:v>0.88622900000000004</c:v>
                </c:pt>
                <c:pt idx="4540">
                  <c:v>0.88653499999999996</c:v>
                </c:pt>
                <c:pt idx="4541">
                  <c:v>0.88683999999999996</c:v>
                </c:pt>
                <c:pt idx="4542">
                  <c:v>0.88714499999999996</c:v>
                </c:pt>
                <c:pt idx="4543">
                  <c:v>0.88745099999999999</c:v>
                </c:pt>
                <c:pt idx="4544">
                  <c:v>0.88775599999999999</c:v>
                </c:pt>
                <c:pt idx="4545">
                  <c:v>0.88806200000000002</c:v>
                </c:pt>
                <c:pt idx="4546">
                  <c:v>0.88836700000000002</c:v>
                </c:pt>
                <c:pt idx="4547">
                  <c:v>0.88867200000000002</c:v>
                </c:pt>
                <c:pt idx="4548">
                  <c:v>0.88897800000000005</c:v>
                </c:pt>
                <c:pt idx="4549">
                  <c:v>0.88928300000000005</c:v>
                </c:pt>
                <c:pt idx="4550">
                  <c:v>0.88958899999999996</c:v>
                </c:pt>
                <c:pt idx="4551">
                  <c:v>0.88989399999999996</c:v>
                </c:pt>
                <c:pt idx="4552">
                  <c:v>0.89019899999999996</c:v>
                </c:pt>
                <c:pt idx="4553">
                  <c:v>0.89050499999999999</c:v>
                </c:pt>
                <c:pt idx="4554">
                  <c:v>0.89080999999999999</c:v>
                </c:pt>
                <c:pt idx="4555">
                  <c:v>0.89111600000000002</c:v>
                </c:pt>
                <c:pt idx="4556">
                  <c:v>0.89142100000000002</c:v>
                </c:pt>
                <c:pt idx="4557">
                  <c:v>0.89172600000000002</c:v>
                </c:pt>
                <c:pt idx="4558">
                  <c:v>0.89203200000000005</c:v>
                </c:pt>
                <c:pt idx="4559">
                  <c:v>0.89233700000000005</c:v>
                </c:pt>
                <c:pt idx="4560">
                  <c:v>0.89264299999999996</c:v>
                </c:pt>
                <c:pt idx="4561">
                  <c:v>0.89294799999999996</c:v>
                </c:pt>
                <c:pt idx="4562">
                  <c:v>0.89325299999999996</c:v>
                </c:pt>
                <c:pt idx="4563">
                  <c:v>0.89355899999999999</c:v>
                </c:pt>
                <c:pt idx="4564">
                  <c:v>0.89386399999999999</c:v>
                </c:pt>
                <c:pt idx="4565">
                  <c:v>0.89417000000000002</c:v>
                </c:pt>
                <c:pt idx="4566">
                  <c:v>0.89447500000000002</c:v>
                </c:pt>
                <c:pt idx="4567">
                  <c:v>0.89478000000000002</c:v>
                </c:pt>
                <c:pt idx="4568">
                  <c:v>0.89508600000000005</c:v>
                </c:pt>
                <c:pt idx="4569">
                  <c:v>0.89539100000000005</c:v>
                </c:pt>
                <c:pt idx="4570">
                  <c:v>0.89569699999999997</c:v>
                </c:pt>
                <c:pt idx="4571">
                  <c:v>0.89600199999999997</c:v>
                </c:pt>
                <c:pt idx="4572">
                  <c:v>0.89630699999999996</c:v>
                </c:pt>
                <c:pt idx="4573">
                  <c:v>0.89661299999999999</c:v>
                </c:pt>
                <c:pt idx="4574">
                  <c:v>0.89691799999999999</c:v>
                </c:pt>
                <c:pt idx="4575">
                  <c:v>0.89722400000000002</c:v>
                </c:pt>
                <c:pt idx="4576">
                  <c:v>0.89752900000000002</c:v>
                </c:pt>
                <c:pt idx="4577">
                  <c:v>0.89783400000000002</c:v>
                </c:pt>
                <c:pt idx="4578">
                  <c:v>0.89814000000000005</c:v>
                </c:pt>
                <c:pt idx="4579">
                  <c:v>0.89844500000000005</c:v>
                </c:pt>
                <c:pt idx="4580">
                  <c:v>0.89875099999999997</c:v>
                </c:pt>
                <c:pt idx="4581">
                  <c:v>0.89905599999999997</c:v>
                </c:pt>
                <c:pt idx="4582">
                  <c:v>0.89936099999999997</c:v>
                </c:pt>
                <c:pt idx="4583">
                  <c:v>0.89966699999999999</c:v>
                </c:pt>
                <c:pt idx="4584">
                  <c:v>0.89997199999999999</c:v>
                </c:pt>
                <c:pt idx="4585">
                  <c:v>0.90027800000000002</c:v>
                </c:pt>
                <c:pt idx="4586">
                  <c:v>0.90058300000000002</c:v>
                </c:pt>
                <c:pt idx="4587">
                  <c:v>0.90088800000000002</c:v>
                </c:pt>
                <c:pt idx="4588">
                  <c:v>0.90119400000000005</c:v>
                </c:pt>
                <c:pt idx="4589">
                  <c:v>0.90149900000000005</c:v>
                </c:pt>
                <c:pt idx="4590">
                  <c:v>0.90180499999999997</c:v>
                </c:pt>
                <c:pt idx="4591">
                  <c:v>0.90210999999999997</c:v>
                </c:pt>
                <c:pt idx="4592">
                  <c:v>0.90241499999999997</c:v>
                </c:pt>
                <c:pt idx="4593">
                  <c:v>0.902721</c:v>
                </c:pt>
                <c:pt idx="4594">
                  <c:v>0.903026</c:v>
                </c:pt>
                <c:pt idx="4595">
                  <c:v>0.90333200000000002</c:v>
                </c:pt>
                <c:pt idx="4596">
                  <c:v>0.90363700000000002</c:v>
                </c:pt>
                <c:pt idx="4597">
                  <c:v>0.90394200000000002</c:v>
                </c:pt>
                <c:pt idx="4598">
                  <c:v>0.90424800000000005</c:v>
                </c:pt>
                <c:pt idx="4599">
                  <c:v>0.90455300000000005</c:v>
                </c:pt>
                <c:pt idx="4600">
                  <c:v>0.90485899999999997</c:v>
                </c:pt>
                <c:pt idx="4601">
                  <c:v>0.90516399999999997</c:v>
                </c:pt>
                <c:pt idx="4602">
                  <c:v>0.90546899999999997</c:v>
                </c:pt>
                <c:pt idx="4603">
                  <c:v>0.905775</c:v>
                </c:pt>
                <c:pt idx="4604">
                  <c:v>0.90608</c:v>
                </c:pt>
                <c:pt idx="4605">
                  <c:v>0.90638600000000002</c:v>
                </c:pt>
                <c:pt idx="4606">
                  <c:v>0.90669100000000002</c:v>
                </c:pt>
                <c:pt idx="4607">
                  <c:v>0.90699600000000002</c:v>
                </c:pt>
                <c:pt idx="4608">
                  <c:v>0.90730200000000005</c:v>
                </c:pt>
                <c:pt idx="4609">
                  <c:v>0.90760700000000005</c:v>
                </c:pt>
                <c:pt idx="4610">
                  <c:v>0.90791299999999997</c:v>
                </c:pt>
                <c:pt idx="4611">
                  <c:v>0.90821799999999997</c:v>
                </c:pt>
                <c:pt idx="4612">
                  <c:v>0.90852299999999997</c:v>
                </c:pt>
                <c:pt idx="4613">
                  <c:v>0.908829</c:v>
                </c:pt>
                <c:pt idx="4614">
                  <c:v>0.909134</c:v>
                </c:pt>
                <c:pt idx="4615">
                  <c:v>0.90944000000000003</c:v>
                </c:pt>
                <c:pt idx="4616">
                  <c:v>0.90974500000000003</c:v>
                </c:pt>
                <c:pt idx="4617">
                  <c:v>0.91005000000000003</c:v>
                </c:pt>
                <c:pt idx="4618">
                  <c:v>0.91035600000000005</c:v>
                </c:pt>
                <c:pt idx="4619">
                  <c:v>0.91066100000000005</c:v>
                </c:pt>
                <c:pt idx="4620">
                  <c:v>0.91096699999999997</c:v>
                </c:pt>
                <c:pt idx="4621">
                  <c:v>0.91127199999999997</c:v>
                </c:pt>
                <c:pt idx="4622">
                  <c:v>0.91157699999999997</c:v>
                </c:pt>
                <c:pt idx="4623">
                  <c:v>0.911883</c:v>
                </c:pt>
                <c:pt idx="4624">
                  <c:v>0.912188</c:v>
                </c:pt>
                <c:pt idx="4625">
                  <c:v>0.912493</c:v>
                </c:pt>
                <c:pt idx="4626">
                  <c:v>0.91279900000000003</c:v>
                </c:pt>
                <c:pt idx="4627">
                  <c:v>0.91310400000000003</c:v>
                </c:pt>
                <c:pt idx="4628">
                  <c:v>0.91341000000000006</c:v>
                </c:pt>
                <c:pt idx="4629">
                  <c:v>0.91371500000000005</c:v>
                </c:pt>
                <c:pt idx="4630">
                  <c:v>0.91402000000000005</c:v>
                </c:pt>
                <c:pt idx="4631">
                  <c:v>0.91432599999999997</c:v>
                </c:pt>
                <c:pt idx="4632">
                  <c:v>0.91463099999999997</c:v>
                </c:pt>
                <c:pt idx="4633">
                  <c:v>0.914937</c:v>
                </c:pt>
                <c:pt idx="4634">
                  <c:v>0.915242</c:v>
                </c:pt>
                <c:pt idx="4635">
                  <c:v>0.915547</c:v>
                </c:pt>
                <c:pt idx="4636">
                  <c:v>0.91585300000000003</c:v>
                </c:pt>
                <c:pt idx="4637">
                  <c:v>0.91615800000000003</c:v>
                </c:pt>
                <c:pt idx="4638">
                  <c:v>0.91646399999999995</c:v>
                </c:pt>
                <c:pt idx="4639">
                  <c:v>0.91676899999999995</c:v>
                </c:pt>
                <c:pt idx="4640">
                  <c:v>0.91707399999999994</c:v>
                </c:pt>
                <c:pt idx="4641">
                  <c:v>0.91737999999999997</c:v>
                </c:pt>
                <c:pt idx="4642">
                  <c:v>0.91768499999999997</c:v>
                </c:pt>
                <c:pt idx="4643">
                  <c:v>0.917991</c:v>
                </c:pt>
                <c:pt idx="4644">
                  <c:v>0.918296</c:v>
                </c:pt>
                <c:pt idx="4645">
                  <c:v>0.918601</c:v>
                </c:pt>
                <c:pt idx="4646">
                  <c:v>0.91890700000000003</c:v>
                </c:pt>
                <c:pt idx="4647">
                  <c:v>0.91921200000000003</c:v>
                </c:pt>
                <c:pt idx="4648">
                  <c:v>0.91951799999999995</c:v>
                </c:pt>
                <c:pt idx="4649">
                  <c:v>0.91982299999999995</c:v>
                </c:pt>
                <c:pt idx="4650">
                  <c:v>0.92012799999999995</c:v>
                </c:pt>
                <c:pt idx="4651">
                  <c:v>0.92043399999999997</c:v>
                </c:pt>
                <c:pt idx="4652">
                  <c:v>0.92073899999999997</c:v>
                </c:pt>
                <c:pt idx="4653">
                  <c:v>0.921045</c:v>
                </c:pt>
                <c:pt idx="4654">
                  <c:v>0.92135</c:v>
                </c:pt>
                <c:pt idx="4655">
                  <c:v>0.921655</c:v>
                </c:pt>
                <c:pt idx="4656">
                  <c:v>0.92196100000000003</c:v>
                </c:pt>
                <c:pt idx="4657">
                  <c:v>0.92226600000000003</c:v>
                </c:pt>
                <c:pt idx="4658">
                  <c:v>0.92257199999999995</c:v>
                </c:pt>
                <c:pt idx="4659">
                  <c:v>0.92287699999999995</c:v>
                </c:pt>
                <c:pt idx="4660">
                  <c:v>0.92318199999999995</c:v>
                </c:pt>
                <c:pt idx="4661">
                  <c:v>0.92348799999999998</c:v>
                </c:pt>
                <c:pt idx="4662">
                  <c:v>0.92379299999999998</c:v>
                </c:pt>
                <c:pt idx="4663">
                  <c:v>0.924099</c:v>
                </c:pt>
                <c:pt idx="4664">
                  <c:v>0.924404</c:v>
                </c:pt>
                <c:pt idx="4665">
                  <c:v>0.924709</c:v>
                </c:pt>
                <c:pt idx="4666">
                  <c:v>0.92501500000000003</c:v>
                </c:pt>
                <c:pt idx="4667">
                  <c:v>0.92532000000000003</c:v>
                </c:pt>
                <c:pt idx="4668">
                  <c:v>0.92562599999999995</c:v>
                </c:pt>
                <c:pt idx="4669">
                  <c:v>0.92593099999999995</c:v>
                </c:pt>
                <c:pt idx="4670">
                  <c:v>0.92623599999999995</c:v>
                </c:pt>
                <c:pt idx="4671">
                  <c:v>0.92654199999999998</c:v>
                </c:pt>
                <c:pt idx="4672">
                  <c:v>0.92684699999999998</c:v>
                </c:pt>
                <c:pt idx="4673">
                  <c:v>0.927153</c:v>
                </c:pt>
                <c:pt idx="4674">
                  <c:v>0.927458</c:v>
                </c:pt>
                <c:pt idx="4675">
                  <c:v>0.927763</c:v>
                </c:pt>
                <c:pt idx="4676">
                  <c:v>0.92806900000000003</c:v>
                </c:pt>
                <c:pt idx="4677">
                  <c:v>0.92837400000000003</c:v>
                </c:pt>
                <c:pt idx="4678">
                  <c:v>0.92867999999999995</c:v>
                </c:pt>
                <c:pt idx="4679">
                  <c:v>0.92898499999999995</c:v>
                </c:pt>
                <c:pt idx="4680">
                  <c:v>0.92928999999999995</c:v>
                </c:pt>
                <c:pt idx="4681">
                  <c:v>0.92959599999999998</c:v>
                </c:pt>
                <c:pt idx="4682">
                  <c:v>0.92990099999999998</c:v>
                </c:pt>
                <c:pt idx="4683">
                  <c:v>0.93020700000000001</c:v>
                </c:pt>
                <c:pt idx="4684">
                  <c:v>0.93051200000000001</c:v>
                </c:pt>
                <c:pt idx="4685">
                  <c:v>0.93081700000000001</c:v>
                </c:pt>
                <c:pt idx="4686">
                  <c:v>0.93112300000000003</c:v>
                </c:pt>
                <c:pt idx="4687">
                  <c:v>0.93142800000000003</c:v>
                </c:pt>
                <c:pt idx="4688">
                  <c:v>0.93173399999999995</c:v>
                </c:pt>
                <c:pt idx="4689">
                  <c:v>0.93203899999999995</c:v>
                </c:pt>
                <c:pt idx="4690">
                  <c:v>0.93234399999999995</c:v>
                </c:pt>
                <c:pt idx="4691">
                  <c:v>0.93264999999999998</c:v>
                </c:pt>
                <c:pt idx="4692">
                  <c:v>0.93295499999999998</c:v>
                </c:pt>
                <c:pt idx="4693">
                  <c:v>0.93326100000000001</c:v>
                </c:pt>
                <c:pt idx="4694">
                  <c:v>0.93356600000000001</c:v>
                </c:pt>
                <c:pt idx="4695">
                  <c:v>0.93387100000000001</c:v>
                </c:pt>
                <c:pt idx="4696">
                  <c:v>0.93417700000000004</c:v>
                </c:pt>
                <c:pt idx="4697">
                  <c:v>0.93448200000000003</c:v>
                </c:pt>
                <c:pt idx="4698">
                  <c:v>0.93478799999999995</c:v>
                </c:pt>
                <c:pt idx="4699">
                  <c:v>0.93509299999999995</c:v>
                </c:pt>
                <c:pt idx="4700">
                  <c:v>0.93539799999999995</c:v>
                </c:pt>
                <c:pt idx="4701">
                  <c:v>0.93570399999999998</c:v>
                </c:pt>
                <c:pt idx="4702">
                  <c:v>0.93600899999999998</c:v>
                </c:pt>
                <c:pt idx="4703">
                  <c:v>0.93631500000000001</c:v>
                </c:pt>
                <c:pt idx="4704">
                  <c:v>0.93662000000000001</c:v>
                </c:pt>
                <c:pt idx="4705">
                  <c:v>0.93692500000000001</c:v>
                </c:pt>
                <c:pt idx="4706">
                  <c:v>0.93723100000000004</c:v>
                </c:pt>
                <c:pt idx="4707">
                  <c:v>0.93753600000000004</c:v>
                </c:pt>
                <c:pt idx="4708">
                  <c:v>0.93784199999999995</c:v>
                </c:pt>
                <c:pt idx="4709">
                  <c:v>0.93814699999999995</c:v>
                </c:pt>
                <c:pt idx="4710">
                  <c:v>0.93845199999999995</c:v>
                </c:pt>
                <c:pt idx="4711">
                  <c:v>0.93875799999999998</c:v>
                </c:pt>
                <c:pt idx="4712">
                  <c:v>0.93906299999999998</c:v>
                </c:pt>
                <c:pt idx="4713">
                  <c:v>0.93936799999999998</c:v>
                </c:pt>
                <c:pt idx="4714">
                  <c:v>0.93967400000000001</c:v>
                </c:pt>
                <c:pt idx="4715">
                  <c:v>0.93997900000000001</c:v>
                </c:pt>
                <c:pt idx="4716">
                  <c:v>0.94028500000000004</c:v>
                </c:pt>
                <c:pt idx="4717">
                  <c:v>0.94059000000000004</c:v>
                </c:pt>
                <c:pt idx="4718">
                  <c:v>0.94089500000000004</c:v>
                </c:pt>
                <c:pt idx="4719">
                  <c:v>0.94120099999999995</c:v>
                </c:pt>
                <c:pt idx="4720">
                  <c:v>0.94150599999999995</c:v>
                </c:pt>
                <c:pt idx="4721">
                  <c:v>0.94181199999999998</c:v>
                </c:pt>
                <c:pt idx="4722">
                  <c:v>0.94211699999999998</c:v>
                </c:pt>
                <c:pt idx="4723">
                  <c:v>0.94242199999999998</c:v>
                </c:pt>
                <c:pt idx="4724">
                  <c:v>0.94272800000000001</c:v>
                </c:pt>
                <c:pt idx="4725">
                  <c:v>0.94303300000000001</c:v>
                </c:pt>
                <c:pt idx="4726">
                  <c:v>0.94333900000000004</c:v>
                </c:pt>
                <c:pt idx="4727">
                  <c:v>0.94364400000000004</c:v>
                </c:pt>
                <c:pt idx="4728">
                  <c:v>0.94394900000000004</c:v>
                </c:pt>
                <c:pt idx="4729">
                  <c:v>0.94425499999999996</c:v>
                </c:pt>
                <c:pt idx="4730">
                  <c:v>0.94455999999999996</c:v>
                </c:pt>
                <c:pt idx="4731">
                  <c:v>0.94486599999999998</c:v>
                </c:pt>
                <c:pt idx="4732">
                  <c:v>0.94517099999999998</c:v>
                </c:pt>
                <c:pt idx="4733">
                  <c:v>0.94547599999999998</c:v>
                </c:pt>
                <c:pt idx="4734">
                  <c:v>0.94578200000000001</c:v>
                </c:pt>
                <c:pt idx="4735">
                  <c:v>0.94608700000000001</c:v>
                </c:pt>
                <c:pt idx="4736">
                  <c:v>0.94639300000000004</c:v>
                </c:pt>
                <c:pt idx="4737">
                  <c:v>0.94669800000000004</c:v>
                </c:pt>
                <c:pt idx="4738">
                  <c:v>0.94700300000000004</c:v>
                </c:pt>
                <c:pt idx="4739">
                  <c:v>0.94730899999999996</c:v>
                </c:pt>
                <c:pt idx="4740">
                  <c:v>0.94761399999999996</c:v>
                </c:pt>
                <c:pt idx="4741">
                  <c:v>0.94791999999999998</c:v>
                </c:pt>
                <c:pt idx="4742">
                  <c:v>0.94822499999999998</c:v>
                </c:pt>
                <c:pt idx="4743">
                  <c:v>0.94852999999999998</c:v>
                </c:pt>
                <c:pt idx="4744">
                  <c:v>0.94883600000000001</c:v>
                </c:pt>
                <c:pt idx="4745">
                  <c:v>0.94914100000000001</c:v>
                </c:pt>
                <c:pt idx="4746">
                  <c:v>0.94944700000000004</c:v>
                </c:pt>
                <c:pt idx="4747">
                  <c:v>0.94975200000000004</c:v>
                </c:pt>
                <c:pt idx="4748">
                  <c:v>0.95005700000000004</c:v>
                </c:pt>
                <c:pt idx="4749">
                  <c:v>0.95036299999999996</c:v>
                </c:pt>
                <c:pt idx="4750">
                  <c:v>0.95066799999999996</c:v>
                </c:pt>
                <c:pt idx="4751">
                  <c:v>0.95097399999999999</c:v>
                </c:pt>
                <c:pt idx="4752">
                  <c:v>0.95127899999999999</c:v>
                </c:pt>
                <c:pt idx="4753">
                  <c:v>0.95158399999999999</c:v>
                </c:pt>
                <c:pt idx="4754">
                  <c:v>0.95189000000000001</c:v>
                </c:pt>
                <c:pt idx="4755">
                  <c:v>0.95219500000000001</c:v>
                </c:pt>
                <c:pt idx="4756">
                  <c:v>0.95250100000000004</c:v>
                </c:pt>
                <c:pt idx="4757">
                  <c:v>0.95280600000000004</c:v>
                </c:pt>
                <c:pt idx="4758">
                  <c:v>0.95311100000000004</c:v>
                </c:pt>
                <c:pt idx="4759">
                  <c:v>0.95341699999999996</c:v>
                </c:pt>
                <c:pt idx="4760">
                  <c:v>0.95372199999999996</c:v>
                </c:pt>
                <c:pt idx="4761">
                  <c:v>0.95402799999999999</c:v>
                </c:pt>
                <c:pt idx="4762">
                  <c:v>0.95433299999999999</c:v>
                </c:pt>
                <c:pt idx="4763">
                  <c:v>0.95463799999999999</c:v>
                </c:pt>
                <c:pt idx="4764">
                  <c:v>0.95494400000000002</c:v>
                </c:pt>
                <c:pt idx="4765">
                  <c:v>0.95524900000000001</c:v>
                </c:pt>
                <c:pt idx="4766">
                  <c:v>0.95555500000000004</c:v>
                </c:pt>
                <c:pt idx="4767">
                  <c:v>0.95586000000000004</c:v>
                </c:pt>
                <c:pt idx="4768">
                  <c:v>0.95616500000000004</c:v>
                </c:pt>
                <c:pt idx="4769">
                  <c:v>0.95647099999999996</c:v>
                </c:pt>
                <c:pt idx="4770">
                  <c:v>0.95677599999999996</c:v>
                </c:pt>
                <c:pt idx="4771">
                  <c:v>0.95708199999999999</c:v>
                </c:pt>
                <c:pt idx="4772">
                  <c:v>0.95738699999999999</c:v>
                </c:pt>
                <c:pt idx="4773">
                  <c:v>0.95769199999999999</c:v>
                </c:pt>
                <c:pt idx="4774">
                  <c:v>0.95799800000000002</c:v>
                </c:pt>
                <c:pt idx="4775">
                  <c:v>0.95830300000000002</c:v>
                </c:pt>
                <c:pt idx="4776">
                  <c:v>0.95860900000000004</c:v>
                </c:pt>
                <c:pt idx="4777">
                  <c:v>0.95891400000000004</c:v>
                </c:pt>
                <c:pt idx="4778">
                  <c:v>0.95921900000000004</c:v>
                </c:pt>
                <c:pt idx="4779">
                  <c:v>0.95952499999999996</c:v>
                </c:pt>
                <c:pt idx="4780">
                  <c:v>0.95982999999999996</c:v>
                </c:pt>
                <c:pt idx="4781">
                  <c:v>0.96013599999999999</c:v>
                </c:pt>
                <c:pt idx="4782">
                  <c:v>0.96044099999999999</c:v>
                </c:pt>
                <c:pt idx="4783">
                  <c:v>0.96074599999999999</c:v>
                </c:pt>
                <c:pt idx="4784">
                  <c:v>0.96105200000000002</c:v>
                </c:pt>
                <c:pt idx="4785">
                  <c:v>0.96135700000000002</c:v>
                </c:pt>
                <c:pt idx="4786">
                  <c:v>0.96166300000000005</c:v>
                </c:pt>
                <c:pt idx="4787">
                  <c:v>0.96196800000000005</c:v>
                </c:pt>
                <c:pt idx="4788">
                  <c:v>0.96227300000000004</c:v>
                </c:pt>
                <c:pt idx="4789">
                  <c:v>0.96257899999999996</c:v>
                </c:pt>
                <c:pt idx="4790">
                  <c:v>0.96288399999999996</c:v>
                </c:pt>
                <c:pt idx="4791">
                  <c:v>0.96318999999999999</c:v>
                </c:pt>
                <c:pt idx="4792">
                  <c:v>0.96349499999999999</c:v>
                </c:pt>
                <c:pt idx="4793">
                  <c:v>0.96379999999999999</c:v>
                </c:pt>
                <c:pt idx="4794">
                  <c:v>0.96410600000000002</c:v>
                </c:pt>
                <c:pt idx="4795">
                  <c:v>0.96441100000000002</c:v>
                </c:pt>
                <c:pt idx="4796">
                  <c:v>0.96471600000000002</c:v>
                </c:pt>
                <c:pt idx="4797">
                  <c:v>0.96502200000000005</c:v>
                </c:pt>
                <c:pt idx="4798">
                  <c:v>0.96532700000000005</c:v>
                </c:pt>
                <c:pt idx="4799">
                  <c:v>0.96563299999999996</c:v>
                </c:pt>
                <c:pt idx="4800">
                  <c:v>0.96593799999999996</c:v>
                </c:pt>
                <c:pt idx="4801">
                  <c:v>0.96624299999999996</c:v>
                </c:pt>
                <c:pt idx="4802">
                  <c:v>0.96654899999999999</c:v>
                </c:pt>
                <c:pt idx="4803">
                  <c:v>0.96685399999999999</c:v>
                </c:pt>
                <c:pt idx="4804">
                  <c:v>0.96716000000000002</c:v>
                </c:pt>
                <c:pt idx="4805">
                  <c:v>0.96746500000000002</c:v>
                </c:pt>
                <c:pt idx="4806">
                  <c:v>0.96777000000000002</c:v>
                </c:pt>
                <c:pt idx="4807">
                  <c:v>0.96807600000000005</c:v>
                </c:pt>
                <c:pt idx="4808">
                  <c:v>0.96838100000000005</c:v>
                </c:pt>
                <c:pt idx="4809">
                  <c:v>0.96868699999999996</c:v>
                </c:pt>
                <c:pt idx="4810">
                  <c:v>0.96899199999999996</c:v>
                </c:pt>
                <c:pt idx="4811">
                  <c:v>0.96929699999999996</c:v>
                </c:pt>
                <c:pt idx="4812">
                  <c:v>0.96960299999999999</c:v>
                </c:pt>
                <c:pt idx="4813">
                  <c:v>0.96990799999999999</c:v>
                </c:pt>
                <c:pt idx="4814">
                  <c:v>0.97021400000000002</c:v>
                </c:pt>
                <c:pt idx="4815">
                  <c:v>0.97051900000000002</c:v>
                </c:pt>
                <c:pt idx="4816">
                  <c:v>0.97082400000000002</c:v>
                </c:pt>
                <c:pt idx="4817">
                  <c:v>0.97113000000000005</c:v>
                </c:pt>
                <c:pt idx="4818">
                  <c:v>0.97143500000000005</c:v>
                </c:pt>
                <c:pt idx="4819">
                  <c:v>0.97174099999999997</c:v>
                </c:pt>
                <c:pt idx="4820">
                  <c:v>0.97204599999999997</c:v>
                </c:pt>
                <c:pt idx="4821">
                  <c:v>0.97235099999999997</c:v>
                </c:pt>
                <c:pt idx="4822">
                  <c:v>0.97265699999999999</c:v>
                </c:pt>
                <c:pt idx="4823">
                  <c:v>0.97296199999999999</c:v>
                </c:pt>
                <c:pt idx="4824">
                  <c:v>0.97326800000000002</c:v>
                </c:pt>
                <c:pt idx="4825">
                  <c:v>0.97357300000000002</c:v>
                </c:pt>
                <c:pt idx="4826">
                  <c:v>0.97387800000000002</c:v>
                </c:pt>
                <c:pt idx="4827">
                  <c:v>0.97418400000000005</c:v>
                </c:pt>
                <c:pt idx="4828">
                  <c:v>0.97448900000000005</c:v>
                </c:pt>
                <c:pt idx="4829">
                  <c:v>0.97479499999999997</c:v>
                </c:pt>
                <c:pt idx="4830">
                  <c:v>0.97509999999999997</c:v>
                </c:pt>
                <c:pt idx="4831">
                  <c:v>0.97540499999999997</c:v>
                </c:pt>
                <c:pt idx="4832">
                  <c:v>0.97571099999999999</c:v>
                </c:pt>
                <c:pt idx="4833">
                  <c:v>0.97601599999999999</c:v>
                </c:pt>
                <c:pt idx="4834">
                  <c:v>0.97632200000000002</c:v>
                </c:pt>
                <c:pt idx="4835">
                  <c:v>0.97662700000000002</c:v>
                </c:pt>
                <c:pt idx="4836">
                  <c:v>0.97693200000000002</c:v>
                </c:pt>
                <c:pt idx="4837">
                  <c:v>0.97723800000000005</c:v>
                </c:pt>
                <c:pt idx="4838">
                  <c:v>0.97754300000000005</c:v>
                </c:pt>
                <c:pt idx="4839">
                  <c:v>0.97784899999999997</c:v>
                </c:pt>
                <c:pt idx="4840">
                  <c:v>0.97815399999999997</c:v>
                </c:pt>
                <c:pt idx="4841">
                  <c:v>0.97845899999999997</c:v>
                </c:pt>
                <c:pt idx="4842">
                  <c:v>0.978765</c:v>
                </c:pt>
                <c:pt idx="4843">
                  <c:v>0.97907</c:v>
                </c:pt>
                <c:pt idx="4844">
                  <c:v>0.97937600000000002</c:v>
                </c:pt>
                <c:pt idx="4845">
                  <c:v>0.97968100000000002</c:v>
                </c:pt>
                <c:pt idx="4846">
                  <c:v>0.97998600000000002</c:v>
                </c:pt>
                <c:pt idx="4847">
                  <c:v>0.98029200000000005</c:v>
                </c:pt>
                <c:pt idx="4848">
                  <c:v>0.98059700000000005</c:v>
                </c:pt>
                <c:pt idx="4849">
                  <c:v>0.98090299999999997</c:v>
                </c:pt>
                <c:pt idx="4850">
                  <c:v>0.98120799999999997</c:v>
                </c:pt>
                <c:pt idx="4851">
                  <c:v>0.98151299999999997</c:v>
                </c:pt>
                <c:pt idx="4852">
                  <c:v>0.981819</c:v>
                </c:pt>
                <c:pt idx="4853">
                  <c:v>0.982124</c:v>
                </c:pt>
                <c:pt idx="4854">
                  <c:v>0.98243000000000003</c:v>
                </c:pt>
                <c:pt idx="4855">
                  <c:v>0.98273500000000003</c:v>
                </c:pt>
                <c:pt idx="4856">
                  <c:v>0.98304000000000002</c:v>
                </c:pt>
                <c:pt idx="4857">
                  <c:v>0.98334600000000005</c:v>
                </c:pt>
                <c:pt idx="4858">
                  <c:v>0.98365100000000005</c:v>
                </c:pt>
                <c:pt idx="4859">
                  <c:v>0.98395699999999997</c:v>
                </c:pt>
                <c:pt idx="4860">
                  <c:v>0.98426199999999997</c:v>
                </c:pt>
                <c:pt idx="4861">
                  <c:v>0.98456699999999997</c:v>
                </c:pt>
                <c:pt idx="4862">
                  <c:v>0.984873</c:v>
                </c:pt>
                <c:pt idx="4863">
                  <c:v>0.985178</c:v>
                </c:pt>
                <c:pt idx="4864">
                  <c:v>0.98548400000000003</c:v>
                </c:pt>
                <c:pt idx="4865">
                  <c:v>0.98578900000000003</c:v>
                </c:pt>
                <c:pt idx="4866">
                  <c:v>0.98609400000000003</c:v>
                </c:pt>
                <c:pt idx="4867">
                  <c:v>0.98640000000000005</c:v>
                </c:pt>
                <c:pt idx="4868">
                  <c:v>0.98670500000000005</c:v>
                </c:pt>
                <c:pt idx="4869">
                  <c:v>0.98701099999999997</c:v>
                </c:pt>
                <c:pt idx="4870">
                  <c:v>0.98731599999999997</c:v>
                </c:pt>
                <c:pt idx="4871">
                  <c:v>0.98762099999999997</c:v>
                </c:pt>
                <c:pt idx="4872">
                  <c:v>0.987927</c:v>
                </c:pt>
                <c:pt idx="4873">
                  <c:v>0.988232</c:v>
                </c:pt>
                <c:pt idx="4874">
                  <c:v>0.98853800000000003</c:v>
                </c:pt>
                <c:pt idx="4875">
                  <c:v>0.98884300000000003</c:v>
                </c:pt>
                <c:pt idx="4876">
                  <c:v>0.98914800000000003</c:v>
                </c:pt>
                <c:pt idx="4877">
                  <c:v>0.98945399999999994</c:v>
                </c:pt>
                <c:pt idx="4878">
                  <c:v>0.98975900000000006</c:v>
                </c:pt>
                <c:pt idx="4879">
                  <c:v>0.99006400000000006</c:v>
                </c:pt>
                <c:pt idx="4880">
                  <c:v>0.99036999999999997</c:v>
                </c:pt>
                <c:pt idx="4881">
                  <c:v>0.99067499999999997</c:v>
                </c:pt>
                <c:pt idx="4882">
                  <c:v>0.990981</c:v>
                </c:pt>
                <c:pt idx="4883">
                  <c:v>0.991286</c:v>
                </c:pt>
                <c:pt idx="4884">
                  <c:v>0.991591</c:v>
                </c:pt>
                <c:pt idx="4885">
                  <c:v>0.99189700000000003</c:v>
                </c:pt>
                <c:pt idx="4886">
                  <c:v>0.99220200000000003</c:v>
                </c:pt>
                <c:pt idx="4887">
                  <c:v>0.99250799999999995</c:v>
                </c:pt>
                <c:pt idx="4888">
                  <c:v>0.99281299999999995</c:v>
                </c:pt>
                <c:pt idx="4889">
                  <c:v>0.99311799999999995</c:v>
                </c:pt>
                <c:pt idx="4890">
                  <c:v>0.99342399999999997</c:v>
                </c:pt>
                <c:pt idx="4891">
                  <c:v>0.99372899999999997</c:v>
                </c:pt>
                <c:pt idx="4892">
                  <c:v>0.994035</c:v>
                </c:pt>
                <c:pt idx="4893">
                  <c:v>0.99434</c:v>
                </c:pt>
                <c:pt idx="4894">
                  <c:v>0.994645</c:v>
                </c:pt>
                <c:pt idx="4895">
                  <c:v>0.99495100000000003</c:v>
                </c:pt>
                <c:pt idx="4896">
                  <c:v>0.99525600000000003</c:v>
                </c:pt>
                <c:pt idx="4897">
                  <c:v>0.99556199999999995</c:v>
                </c:pt>
                <c:pt idx="4898">
                  <c:v>0.99586699999999995</c:v>
                </c:pt>
                <c:pt idx="4899">
                  <c:v>0.99617199999999995</c:v>
                </c:pt>
                <c:pt idx="4900">
                  <c:v>0.99647799999999997</c:v>
                </c:pt>
                <c:pt idx="4901">
                  <c:v>0.99678299999999997</c:v>
                </c:pt>
                <c:pt idx="4902">
                  <c:v>0.997089</c:v>
                </c:pt>
                <c:pt idx="4903">
                  <c:v>0.997394</c:v>
                </c:pt>
                <c:pt idx="4904">
                  <c:v>0.997699</c:v>
                </c:pt>
                <c:pt idx="4905">
                  <c:v>0.99800500000000003</c:v>
                </c:pt>
                <c:pt idx="4906">
                  <c:v>0.99831000000000003</c:v>
                </c:pt>
                <c:pt idx="4907">
                  <c:v>0.99861599999999995</c:v>
                </c:pt>
                <c:pt idx="4908">
                  <c:v>0.99892099999999995</c:v>
                </c:pt>
                <c:pt idx="4909">
                  <c:v>0.99922599999999995</c:v>
                </c:pt>
                <c:pt idx="4910">
                  <c:v>0.99953199999999998</c:v>
                </c:pt>
                <c:pt idx="4911">
                  <c:v>0.99983699999999998</c:v>
                </c:pt>
                <c:pt idx="4912">
                  <c:v>1.00014</c:v>
                </c:pt>
                <c:pt idx="4913">
                  <c:v>1.0004500000000001</c:v>
                </c:pt>
                <c:pt idx="4914">
                  <c:v>1.00075</c:v>
                </c:pt>
                <c:pt idx="4915">
                  <c:v>1.0010600000000001</c:v>
                </c:pt>
                <c:pt idx="4916">
                  <c:v>1.00136</c:v>
                </c:pt>
                <c:pt idx="4917">
                  <c:v>1.0016700000000001</c:v>
                </c:pt>
                <c:pt idx="4918">
                  <c:v>1.0019800000000001</c:v>
                </c:pt>
                <c:pt idx="4919">
                  <c:v>1.0022800000000001</c:v>
                </c:pt>
                <c:pt idx="4920">
                  <c:v>1.0025900000000001</c:v>
                </c:pt>
                <c:pt idx="4921">
                  <c:v>1.0028900000000001</c:v>
                </c:pt>
                <c:pt idx="4922">
                  <c:v>1.0032000000000001</c:v>
                </c:pt>
                <c:pt idx="4923">
                  <c:v>1.0035000000000001</c:v>
                </c:pt>
                <c:pt idx="4924">
                  <c:v>1.0038100000000001</c:v>
                </c:pt>
                <c:pt idx="4925">
                  <c:v>1.0041100000000001</c:v>
                </c:pt>
                <c:pt idx="4926">
                  <c:v>1.0044200000000001</c:v>
                </c:pt>
                <c:pt idx="4927">
                  <c:v>1.0047200000000001</c:v>
                </c:pt>
                <c:pt idx="4928">
                  <c:v>1.0050300000000001</c:v>
                </c:pt>
                <c:pt idx="4929">
                  <c:v>1.0053300000000001</c:v>
                </c:pt>
                <c:pt idx="4930">
                  <c:v>1.0056400000000001</c:v>
                </c:pt>
                <c:pt idx="4931">
                  <c:v>1.0059499999999999</c:v>
                </c:pt>
                <c:pt idx="4932">
                  <c:v>1.0062500000000001</c:v>
                </c:pt>
                <c:pt idx="4933">
                  <c:v>1.0065599999999999</c:v>
                </c:pt>
                <c:pt idx="4934">
                  <c:v>1.0068600000000001</c:v>
                </c:pt>
                <c:pt idx="4935">
                  <c:v>1.0071699999999999</c:v>
                </c:pt>
                <c:pt idx="4936">
                  <c:v>1.0074700000000001</c:v>
                </c:pt>
                <c:pt idx="4937">
                  <c:v>1.0077799999999999</c:v>
                </c:pt>
                <c:pt idx="4938">
                  <c:v>1.0080800000000001</c:v>
                </c:pt>
                <c:pt idx="4939">
                  <c:v>1.0083899999999999</c:v>
                </c:pt>
                <c:pt idx="4940">
                  <c:v>1.0086900000000001</c:v>
                </c:pt>
                <c:pt idx="4941">
                  <c:v>1.0089999999999999</c:v>
                </c:pt>
                <c:pt idx="4942">
                  <c:v>1.0093000000000001</c:v>
                </c:pt>
                <c:pt idx="4943">
                  <c:v>1.0096099999999999</c:v>
                </c:pt>
                <c:pt idx="4944">
                  <c:v>1.0099199999999999</c:v>
                </c:pt>
                <c:pt idx="4945">
                  <c:v>1.0102199999999999</c:v>
                </c:pt>
                <c:pt idx="4946">
                  <c:v>1.0105299999999999</c:v>
                </c:pt>
                <c:pt idx="4947">
                  <c:v>1.0108299999999999</c:v>
                </c:pt>
                <c:pt idx="4948">
                  <c:v>1.0111399999999999</c:v>
                </c:pt>
                <c:pt idx="4949">
                  <c:v>1.0114399999999999</c:v>
                </c:pt>
                <c:pt idx="4950">
                  <c:v>1.0117499999999999</c:v>
                </c:pt>
                <c:pt idx="4951">
                  <c:v>1.0120499999999999</c:v>
                </c:pt>
                <c:pt idx="4952">
                  <c:v>1.0123599999999999</c:v>
                </c:pt>
                <c:pt idx="4953">
                  <c:v>1.0126599999999999</c:v>
                </c:pt>
                <c:pt idx="4954">
                  <c:v>1.0129699999999999</c:v>
                </c:pt>
                <c:pt idx="4955">
                  <c:v>1.0132699999999999</c:v>
                </c:pt>
                <c:pt idx="4956">
                  <c:v>1.0135799999999999</c:v>
                </c:pt>
                <c:pt idx="4957">
                  <c:v>1.01389</c:v>
                </c:pt>
                <c:pt idx="4958">
                  <c:v>1.0141899999999999</c:v>
                </c:pt>
                <c:pt idx="4959">
                  <c:v>1.0145</c:v>
                </c:pt>
                <c:pt idx="4960">
                  <c:v>1.0147999999999999</c:v>
                </c:pt>
                <c:pt idx="4961">
                  <c:v>1.01511</c:v>
                </c:pt>
                <c:pt idx="4962">
                  <c:v>1.0154099999999999</c:v>
                </c:pt>
                <c:pt idx="4963">
                  <c:v>1.01572</c:v>
                </c:pt>
                <c:pt idx="4964">
                  <c:v>1.0160199999999999</c:v>
                </c:pt>
                <c:pt idx="4965">
                  <c:v>1.01633</c:v>
                </c:pt>
                <c:pt idx="4966">
                  <c:v>1.0166299999999999</c:v>
                </c:pt>
                <c:pt idx="4967">
                  <c:v>1.01694</c:v>
                </c:pt>
                <c:pt idx="4968">
                  <c:v>1.0172399999999999</c:v>
                </c:pt>
                <c:pt idx="4969">
                  <c:v>1.01755</c:v>
                </c:pt>
                <c:pt idx="4970">
                  <c:v>1.01786</c:v>
                </c:pt>
                <c:pt idx="4971">
                  <c:v>1.01816</c:v>
                </c:pt>
                <c:pt idx="4972">
                  <c:v>1.01847</c:v>
                </c:pt>
                <c:pt idx="4973">
                  <c:v>1.01877</c:v>
                </c:pt>
                <c:pt idx="4974">
                  <c:v>1.01908</c:v>
                </c:pt>
                <c:pt idx="4975">
                  <c:v>1.01938</c:v>
                </c:pt>
                <c:pt idx="4976">
                  <c:v>1.01969</c:v>
                </c:pt>
                <c:pt idx="4977">
                  <c:v>1.01999</c:v>
                </c:pt>
                <c:pt idx="4978">
                  <c:v>1.0203</c:v>
                </c:pt>
                <c:pt idx="4979">
                  <c:v>1.0206</c:v>
                </c:pt>
                <c:pt idx="4980">
                  <c:v>1.02091</c:v>
                </c:pt>
                <c:pt idx="4981">
                  <c:v>1.02122</c:v>
                </c:pt>
                <c:pt idx="4982">
                  <c:v>1.02152</c:v>
                </c:pt>
                <c:pt idx="4983">
                  <c:v>1.02183</c:v>
                </c:pt>
                <c:pt idx="4984">
                  <c:v>1.02213</c:v>
                </c:pt>
                <c:pt idx="4985">
                  <c:v>1.02244</c:v>
                </c:pt>
                <c:pt idx="4986">
                  <c:v>1.02274</c:v>
                </c:pt>
                <c:pt idx="4987">
                  <c:v>1.02305</c:v>
                </c:pt>
                <c:pt idx="4988">
                  <c:v>1.02335</c:v>
                </c:pt>
                <c:pt idx="4989">
                  <c:v>1.02366</c:v>
                </c:pt>
                <c:pt idx="4990">
                  <c:v>1.02396</c:v>
                </c:pt>
                <c:pt idx="4991">
                  <c:v>1.02427</c:v>
                </c:pt>
                <c:pt idx="4992">
                  <c:v>1.02457</c:v>
                </c:pt>
                <c:pt idx="4993">
                  <c:v>1.02488</c:v>
                </c:pt>
                <c:pt idx="4994">
                  <c:v>1.02519</c:v>
                </c:pt>
                <c:pt idx="4995">
                  <c:v>1.02549</c:v>
                </c:pt>
                <c:pt idx="4996">
                  <c:v>1.0258</c:v>
                </c:pt>
                <c:pt idx="4997">
                  <c:v>1.0261</c:v>
                </c:pt>
                <c:pt idx="4998">
                  <c:v>1.02641</c:v>
                </c:pt>
                <c:pt idx="4999">
                  <c:v>1.02671</c:v>
                </c:pt>
                <c:pt idx="5000">
                  <c:v>1.02702</c:v>
                </c:pt>
                <c:pt idx="5001">
                  <c:v>1.02732</c:v>
                </c:pt>
                <c:pt idx="5002">
                  <c:v>1.02763</c:v>
                </c:pt>
                <c:pt idx="5003">
                  <c:v>1.02793</c:v>
                </c:pt>
                <c:pt idx="5004">
                  <c:v>1.02824</c:v>
                </c:pt>
                <c:pt idx="5005">
                  <c:v>1.02854</c:v>
                </c:pt>
                <c:pt idx="5006">
                  <c:v>1.02885</c:v>
                </c:pt>
                <c:pt idx="5007">
                  <c:v>1.0291600000000001</c:v>
                </c:pt>
                <c:pt idx="5008">
                  <c:v>1.02946</c:v>
                </c:pt>
                <c:pt idx="5009">
                  <c:v>1.0297700000000001</c:v>
                </c:pt>
                <c:pt idx="5010">
                  <c:v>1.03007</c:v>
                </c:pt>
                <c:pt idx="5011">
                  <c:v>1.0303800000000001</c:v>
                </c:pt>
                <c:pt idx="5012">
                  <c:v>1.03068</c:v>
                </c:pt>
                <c:pt idx="5013">
                  <c:v>1.0309900000000001</c:v>
                </c:pt>
                <c:pt idx="5014">
                  <c:v>1.03129</c:v>
                </c:pt>
                <c:pt idx="5015">
                  <c:v>1.0316000000000001</c:v>
                </c:pt>
                <c:pt idx="5016">
                  <c:v>1.0319</c:v>
                </c:pt>
                <c:pt idx="5017">
                  <c:v>1.0322100000000001</c:v>
                </c:pt>
                <c:pt idx="5018">
                  <c:v>1.03251</c:v>
                </c:pt>
                <c:pt idx="5019">
                  <c:v>1.0328200000000001</c:v>
                </c:pt>
                <c:pt idx="5020">
                  <c:v>1.0331300000000001</c:v>
                </c:pt>
                <c:pt idx="5021">
                  <c:v>1.0334300000000001</c:v>
                </c:pt>
                <c:pt idx="5022">
                  <c:v>1.0337400000000001</c:v>
                </c:pt>
                <c:pt idx="5023">
                  <c:v>1.0340400000000001</c:v>
                </c:pt>
                <c:pt idx="5024">
                  <c:v>1.0343500000000001</c:v>
                </c:pt>
                <c:pt idx="5025">
                  <c:v>1.0346500000000001</c:v>
                </c:pt>
                <c:pt idx="5026">
                  <c:v>1.0349600000000001</c:v>
                </c:pt>
                <c:pt idx="5027">
                  <c:v>1.0352600000000001</c:v>
                </c:pt>
                <c:pt idx="5028">
                  <c:v>1.0355700000000001</c:v>
                </c:pt>
                <c:pt idx="5029">
                  <c:v>1.0358700000000001</c:v>
                </c:pt>
                <c:pt idx="5030">
                  <c:v>1.0361800000000001</c:v>
                </c:pt>
                <c:pt idx="5031">
                  <c:v>1.0364800000000001</c:v>
                </c:pt>
                <c:pt idx="5032">
                  <c:v>1.0367900000000001</c:v>
                </c:pt>
                <c:pt idx="5033">
                  <c:v>1.0370999999999999</c:v>
                </c:pt>
                <c:pt idx="5034">
                  <c:v>1.0374000000000001</c:v>
                </c:pt>
                <c:pt idx="5035">
                  <c:v>1.0377099999999999</c:v>
                </c:pt>
                <c:pt idx="5036">
                  <c:v>1.0380100000000001</c:v>
                </c:pt>
                <c:pt idx="5037">
                  <c:v>1.0383199999999999</c:v>
                </c:pt>
                <c:pt idx="5038">
                  <c:v>1.0386200000000001</c:v>
                </c:pt>
                <c:pt idx="5039">
                  <c:v>1.0389299999999999</c:v>
                </c:pt>
                <c:pt idx="5040">
                  <c:v>1.0392300000000001</c:v>
                </c:pt>
                <c:pt idx="5041">
                  <c:v>1.0395399999999999</c:v>
                </c:pt>
                <c:pt idx="5042">
                  <c:v>1.0398400000000001</c:v>
                </c:pt>
                <c:pt idx="5043">
                  <c:v>1.0401499999999999</c:v>
                </c:pt>
                <c:pt idx="5044">
                  <c:v>1.0404599999999999</c:v>
                </c:pt>
                <c:pt idx="5045">
                  <c:v>1.0407599999999999</c:v>
                </c:pt>
                <c:pt idx="5046">
                  <c:v>1.0410699999999999</c:v>
                </c:pt>
                <c:pt idx="5047">
                  <c:v>1.0413699999999999</c:v>
                </c:pt>
                <c:pt idx="5048">
                  <c:v>1.0416799999999999</c:v>
                </c:pt>
                <c:pt idx="5049">
                  <c:v>1.0419799999999999</c:v>
                </c:pt>
                <c:pt idx="5050">
                  <c:v>1.0422899999999999</c:v>
                </c:pt>
                <c:pt idx="5051">
                  <c:v>1.0425899999999999</c:v>
                </c:pt>
                <c:pt idx="5052">
                  <c:v>1.0428999999999999</c:v>
                </c:pt>
                <c:pt idx="5053">
                  <c:v>1.0431999999999999</c:v>
                </c:pt>
                <c:pt idx="5054">
                  <c:v>1.0435099999999999</c:v>
                </c:pt>
                <c:pt idx="5055">
                  <c:v>1.0438099999999999</c:v>
                </c:pt>
                <c:pt idx="5056">
                  <c:v>1.0441199999999999</c:v>
                </c:pt>
                <c:pt idx="5057">
                  <c:v>1.04443</c:v>
                </c:pt>
                <c:pt idx="5058">
                  <c:v>1.0447299999999999</c:v>
                </c:pt>
                <c:pt idx="5059">
                  <c:v>1.04504</c:v>
                </c:pt>
                <c:pt idx="5060">
                  <c:v>1.0453399999999999</c:v>
                </c:pt>
                <c:pt idx="5061">
                  <c:v>1.04565</c:v>
                </c:pt>
                <c:pt idx="5062">
                  <c:v>1.0459499999999999</c:v>
                </c:pt>
                <c:pt idx="5063">
                  <c:v>1.04626</c:v>
                </c:pt>
                <c:pt idx="5064">
                  <c:v>1.0465599999999999</c:v>
                </c:pt>
                <c:pt idx="5065">
                  <c:v>1.04687</c:v>
                </c:pt>
                <c:pt idx="5066">
                  <c:v>1.0471699999999999</c:v>
                </c:pt>
                <c:pt idx="5067">
                  <c:v>1.04748</c:v>
                </c:pt>
                <c:pt idx="5068">
                  <c:v>1.0477799999999999</c:v>
                </c:pt>
                <c:pt idx="5069">
                  <c:v>1.04809</c:v>
                </c:pt>
                <c:pt idx="5070">
                  <c:v>1.0484</c:v>
                </c:pt>
                <c:pt idx="5071">
                  <c:v>1.0487</c:v>
                </c:pt>
                <c:pt idx="5072">
                  <c:v>1.04901</c:v>
                </c:pt>
                <c:pt idx="5073">
                  <c:v>1.04931</c:v>
                </c:pt>
                <c:pt idx="5074">
                  <c:v>1.04962</c:v>
                </c:pt>
                <c:pt idx="5075">
                  <c:v>1.04992</c:v>
                </c:pt>
                <c:pt idx="5076">
                  <c:v>1.05023</c:v>
                </c:pt>
                <c:pt idx="5077">
                  <c:v>1.05053</c:v>
                </c:pt>
                <c:pt idx="5078">
                  <c:v>1.05084</c:v>
                </c:pt>
                <c:pt idx="5079">
                  <c:v>1.05114</c:v>
                </c:pt>
                <c:pt idx="5080">
                  <c:v>1.05145</c:v>
                </c:pt>
                <c:pt idx="5081">
                  <c:v>1.05175</c:v>
                </c:pt>
                <c:pt idx="5082">
                  <c:v>1.05206</c:v>
                </c:pt>
                <c:pt idx="5083">
                  <c:v>1.05237</c:v>
                </c:pt>
                <c:pt idx="5084">
                  <c:v>1.05267</c:v>
                </c:pt>
                <c:pt idx="5085">
                  <c:v>1.05298</c:v>
                </c:pt>
                <c:pt idx="5086">
                  <c:v>1.05328</c:v>
                </c:pt>
                <c:pt idx="5087">
                  <c:v>1.05359</c:v>
                </c:pt>
                <c:pt idx="5088">
                  <c:v>1.05389</c:v>
                </c:pt>
                <c:pt idx="5089">
                  <c:v>1.0542</c:v>
                </c:pt>
                <c:pt idx="5090">
                  <c:v>1.0545</c:v>
                </c:pt>
                <c:pt idx="5091">
                  <c:v>1.05481</c:v>
                </c:pt>
                <c:pt idx="5092">
                  <c:v>1.05511</c:v>
                </c:pt>
                <c:pt idx="5093">
                  <c:v>1.05542</c:v>
                </c:pt>
                <c:pt idx="5094">
                  <c:v>1.05572</c:v>
                </c:pt>
                <c:pt idx="5095">
                  <c:v>1.05603</c:v>
                </c:pt>
                <c:pt idx="5096">
                  <c:v>1.0563400000000001</c:v>
                </c:pt>
                <c:pt idx="5097">
                  <c:v>1.05664</c:v>
                </c:pt>
                <c:pt idx="5098">
                  <c:v>1.0569500000000001</c:v>
                </c:pt>
                <c:pt idx="5099">
                  <c:v>1.05725</c:v>
                </c:pt>
                <c:pt idx="5100">
                  <c:v>1.0575600000000001</c:v>
                </c:pt>
                <c:pt idx="5101">
                  <c:v>1.05786</c:v>
                </c:pt>
                <c:pt idx="5102">
                  <c:v>1.0581700000000001</c:v>
                </c:pt>
                <c:pt idx="5103">
                  <c:v>1.05847</c:v>
                </c:pt>
                <c:pt idx="5104">
                  <c:v>1.0587800000000001</c:v>
                </c:pt>
                <c:pt idx="5105">
                  <c:v>1.05908</c:v>
                </c:pt>
                <c:pt idx="5106">
                  <c:v>1.0593900000000001</c:v>
                </c:pt>
                <c:pt idx="5107">
                  <c:v>1.0597000000000001</c:v>
                </c:pt>
                <c:pt idx="5108">
                  <c:v>1.06</c:v>
                </c:pt>
                <c:pt idx="5109">
                  <c:v>1.0603100000000001</c:v>
                </c:pt>
                <c:pt idx="5110">
                  <c:v>1.0606100000000001</c:v>
                </c:pt>
                <c:pt idx="5111">
                  <c:v>1.0609200000000001</c:v>
                </c:pt>
                <c:pt idx="5112">
                  <c:v>1.0612200000000001</c:v>
                </c:pt>
                <c:pt idx="5113">
                  <c:v>1.0615300000000001</c:v>
                </c:pt>
                <c:pt idx="5114">
                  <c:v>1.0618300000000001</c:v>
                </c:pt>
                <c:pt idx="5115">
                  <c:v>1.0621400000000001</c:v>
                </c:pt>
                <c:pt idx="5116">
                  <c:v>1.0624400000000001</c:v>
                </c:pt>
                <c:pt idx="5117">
                  <c:v>1.0627500000000001</c:v>
                </c:pt>
                <c:pt idx="5118">
                  <c:v>1.0630500000000001</c:v>
                </c:pt>
                <c:pt idx="5119">
                  <c:v>1.0633600000000001</c:v>
                </c:pt>
                <c:pt idx="5120">
                  <c:v>1.0636699999999999</c:v>
                </c:pt>
                <c:pt idx="5121">
                  <c:v>1.0639700000000001</c:v>
                </c:pt>
                <c:pt idx="5122">
                  <c:v>1.0642799999999999</c:v>
                </c:pt>
                <c:pt idx="5123">
                  <c:v>1.0645800000000001</c:v>
                </c:pt>
                <c:pt idx="5124">
                  <c:v>1.0648899999999999</c:v>
                </c:pt>
                <c:pt idx="5125">
                  <c:v>1.0651900000000001</c:v>
                </c:pt>
                <c:pt idx="5126">
                  <c:v>1.0654999999999999</c:v>
                </c:pt>
                <c:pt idx="5127">
                  <c:v>1.0658000000000001</c:v>
                </c:pt>
                <c:pt idx="5128">
                  <c:v>1.0661099999999999</c:v>
                </c:pt>
                <c:pt idx="5129">
                  <c:v>1.0664100000000001</c:v>
                </c:pt>
                <c:pt idx="5130">
                  <c:v>1.0667199999999999</c:v>
                </c:pt>
                <c:pt idx="5131">
                  <c:v>1.0670200000000001</c:v>
                </c:pt>
                <c:pt idx="5132">
                  <c:v>1.0673299999999999</c:v>
                </c:pt>
                <c:pt idx="5133">
                  <c:v>1.0676399999999999</c:v>
                </c:pt>
                <c:pt idx="5134">
                  <c:v>1.0679399999999999</c:v>
                </c:pt>
                <c:pt idx="5135">
                  <c:v>1.0682499999999999</c:v>
                </c:pt>
                <c:pt idx="5136">
                  <c:v>1.0685500000000001</c:v>
                </c:pt>
                <c:pt idx="5137">
                  <c:v>1.0688599999999999</c:v>
                </c:pt>
                <c:pt idx="5138">
                  <c:v>1.0691600000000001</c:v>
                </c:pt>
                <c:pt idx="5139">
                  <c:v>1.0694699999999999</c:v>
                </c:pt>
                <c:pt idx="5140">
                  <c:v>1.0697700000000001</c:v>
                </c:pt>
                <c:pt idx="5141">
                  <c:v>1.0700799999999999</c:v>
                </c:pt>
                <c:pt idx="5142">
                  <c:v>1.0703800000000001</c:v>
                </c:pt>
                <c:pt idx="5143">
                  <c:v>1.0706899999999999</c:v>
                </c:pt>
                <c:pt idx="5144">
                  <c:v>1.0709900000000001</c:v>
                </c:pt>
                <c:pt idx="5145">
                  <c:v>1.0712999999999999</c:v>
                </c:pt>
                <c:pt idx="5146">
                  <c:v>1.07161</c:v>
                </c:pt>
                <c:pt idx="5147">
                  <c:v>1.0719099999999999</c:v>
                </c:pt>
                <c:pt idx="5148">
                  <c:v>1.07222</c:v>
                </c:pt>
                <c:pt idx="5149">
                  <c:v>1.0725199999999999</c:v>
                </c:pt>
                <c:pt idx="5150">
                  <c:v>1.07283</c:v>
                </c:pt>
                <c:pt idx="5151">
                  <c:v>1.0731299999999999</c:v>
                </c:pt>
                <c:pt idx="5152">
                  <c:v>1.0734399999999999</c:v>
                </c:pt>
                <c:pt idx="5153">
                  <c:v>1.0737399999999999</c:v>
                </c:pt>
                <c:pt idx="5154">
                  <c:v>1.0740499999999999</c:v>
                </c:pt>
                <c:pt idx="5155">
                  <c:v>1.0743499999999999</c:v>
                </c:pt>
                <c:pt idx="5156">
                  <c:v>1.0746599999999999</c:v>
                </c:pt>
                <c:pt idx="5157">
                  <c:v>1.07497</c:v>
                </c:pt>
                <c:pt idx="5158">
                  <c:v>1.0752699999999999</c:v>
                </c:pt>
                <c:pt idx="5159">
                  <c:v>1.07558</c:v>
                </c:pt>
                <c:pt idx="5160">
                  <c:v>1.0758799999999999</c:v>
                </c:pt>
                <c:pt idx="5161">
                  <c:v>1.07619</c:v>
                </c:pt>
                <c:pt idx="5162">
                  <c:v>1.0764899999999999</c:v>
                </c:pt>
                <c:pt idx="5163">
                  <c:v>1.0768</c:v>
                </c:pt>
                <c:pt idx="5164">
                  <c:v>1.0770999999999999</c:v>
                </c:pt>
                <c:pt idx="5165">
                  <c:v>1.07741</c:v>
                </c:pt>
                <c:pt idx="5166">
                  <c:v>1.0777099999999999</c:v>
                </c:pt>
                <c:pt idx="5167">
                  <c:v>1.07802</c:v>
                </c:pt>
                <c:pt idx="5168">
                  <c:v>1.0783199999999999</c:v>
                </c:pt>
                <c:pt idx="5169">
                  <c:v>1.07863</c:v>
                </c:pt>
                <c:pt idx="5170">
                  <c:v>1.07894</c:v>
                </c:pt>
                <c:pt idx="5171">
                  <c:v>1.07924</c:v>
                </c:pt>
                <c:pt idx="5172">
                  <c:v>1.07955</c:v>
                </c:pt>
                <c:pt idx="5173">
                  <c:v>1.07985</c:v>
                </c:pt>
                <c:pt idx="5174">
                  <c:v>1.08016</c:v>
                </c:pt>
                <c:pt idx="5175">
                  <c:v>1.08046</c:v>
                </c:pt>
                <c:pt idx="5176">
                  <c:v>1.08077</c:v>
                </c:pt>
                <c:pt idx="5177">
                  <c:v>1.08107</c:v>
                </c:pt>
                <c:pt idx="5178">
                  <c:v>1.08138</c:v>
                </c:pt>
                <c:pt idx="5179">
                  <c:v>1.08168</c:v>
                </c:pt>
                <c:pt idx="5180">
                  <c:v>1.08199</c:v>
                </c:pt>
                <c:pt idx="5181">
                  <c:v>1.08229</c:v>
                </c:pt>
                <c:pt idx="5182">
                  <c:v>1.0826</c:v>
                </c:pt>
                <c:pt idx="5183">
                  <c:v>1.08291</c:v>
                </c:pt>
                <c:pt idx="5184">
                  <c:v>1.08321</c:v>
                </c:pt>
                <c:pt idx="5185">
                  <c:v>1.08352</c:v>
                </c:pt>
                <c:pt idx="5186">
                  <c:v>1.08382</c:v>
                </c:pt>
                <c:pt idx="5187">
                  <c:v>1.08413</c:v>
                </c:pt>
                <c:pt idx="5188">
                  <c:v>1.08443</c:v>
                </c:pt>
                <c:pt idx="5189">
                  <c:v>1.08474</c:v>
                </c:pt>
                <c:pt idx="5190">
                  <c:v>1.08504</c:v>
                </c:pt>
                <c:pt idx="5191">
                  <c:v>1.08535</c:v>
                </c:pt>
                <c:pt idx="5192">
                  <c:v>1.08565</c:v>
                </c:pt>
                <c:pt idx="5193">
                  <c:v>1.08596</c:v>
                </c:pt>
                <c:pt idx="5194">
                  <c:v>1.08626</c:v>
                </c:pt>
                <c:pt idx="5195">
                  <c:v>1.08657</c:v>
                </c:pt>
                <c:pt idx="5196">
                  <c:v>1.0868800000000001</c:v>
                </c:pt>
                <c:pt idx="5197">
                  <c:v>1.08718</c:v>
                </c:pt>
                <c:pt idx="5198">
                  <c:v>1.0874900000000001</c:v>
                </c:pt>
                <c:pt idx="5199">
                  <c:v>1.08779</c:v>
                </c:pt>
                <c:pt idx="5200">
                  <c:v>1.0881000000000001</c:v>
                </c:pt>
                <c:pt idx="5201">
                  <c:v>1.0884</c:v>
                </c:pt>
                <c:pt idx="5202">
                  <c:v>1.0887100000000001</c:v>
                </c:pt>
                <c:pt idx="5203">
                  <c:v>1.08901</c:v>
                </c:pt>
                <c:pt idx="5204">
                  <c:v>1.0893200000000001</c:v>
                </c:pt>
                <c:pt idx="5205">
                  <c:v>1.08962</c:v>
                </c:pt>
                <c:pt idx="5206">
                  <c:v>1.0899300000000001</c:v>
                </c:pt>
                <c:pt idx="5207">
                  <c:v>1.09023</c:v>
                </c:pt>
                <c:pt idx="5208">
                  <c:v>1.0905400000000001</c:v>
                </c:pt>
                <c:pt idx="5209">
                  <c:v>1.0908500000000001</c:v>
                </c:pt>
                <c:pt idx="5210">
                  <c:v>1.0911500000000001</c:v>
                </c:pt>
                <c:pt idx="5211">
                  <c:v>1.0914600000000001</c:v>
                </c:pt>
                <c:pt idx="5212">
                  <c:v>1.0917600000000001</c:v>
                </c:pt>
                <c:pt idx="5213">
                  <c:v>1.0920700000000001</c:v>
                </c:pt>
                <c:pt idx="5214">
                  <c:v>1.0923700000000001</c:v>
                </c:pt>
                <c:pt idx="5215">
                  <c:v>1.0926800000000001</c:v>
                </c:pt>
                <c:pt idx="5216">
                  <c:v>1.0929800000000001</c:v>
                </c:pt>
                <c:pt idx="5217">
                  <c:v>1.0932900000000001</c:v>
                </c:pt>
                <c:pt idx="5218">
                  <c:v>1.0935900000000001</c:v>
                </c:pt>
                <c:pt idx="5219">
                  <c:v>1.0939000000000001</c:v>
                </c:pt>
                <c:pt idx="5220">
                  <c:v>1.0942099999999999</c:v>
                </c:pt>
                <c:pt idx="5221">
                  <c:v>1.0945100000000001</c:v>
                </c:pt>
                <c:pt idx="5222">
                  <c:v>1.0948199999999999</c:v>
                </c:pt>
                <c:pt idx="5223">
                  <c:v>1.0951200000000001</c:v>
                </c:pt>
                <c:pt idx="5224">
                  <c:v>1.0954299999999999</c:v>
                </c:pt>
                <c:pt idx="5225">
                  <c:v>1.0957300000000001</c:v>
                </c:pt>
                <c:pt idx="5226">
                  <c:v>1.0960399999999999</c:v>
                </c:pt>
                <c:pt idx="5227">
                  <c:v>1.0963400000000001</c:v>
                </c:pt>
                <c:pt idx="5228">
                  <c:v>1.0966499999999999</c:v>
                </c:pt>
                <c:pt idx="5229">
                  <c:v>1.0969500000000001</c:v>
                </c:pt>
                <c:pt idx="5230">
                  <c:v>1.0972599999999999</c:v>
                </c:pt>
                <c:pt idx="5231">
                  <c:v>1.0975600000000001</c:v>
                </c:pt>
                <c:pt idx="5232">
                  <c:v>1.0978699999999999</c:v>
                </c:pt>
                <c:pt idx="5233">
                  <c:v>1.0981799999999999</c:v>
                </c:pt>
                <c:pt idx="5234">
                  <c:v>1.0984799999999999</c:v>
                </c:pt>
                <c:pt idx="5235">
                  <c:v>1.0987899999999999</c:v>
                </c:pt>
                <c:pt idx="5236">
                  <c:v>1.0990899999999999</c:v>
                </c:pt>
                <c:pt idx="5237">
                  <c:v>1.0993999999999999</c:v>
                </c:pt>
                <c:pt idx="5238">
                  <c:v>1.0996999999999999</c:v>
                </c:pt>
                <c:pt idx="5239">
                  <c:v>1.1000099999999999</c:v>
                </c:pt>
                <c:pt idx="5240">
                  <c:v>1.1003099999999999</c:v>
                </c:pt>
                <c:pt idx="5241">
                  <c:v>1.1006199999999999</c:v>
                </c:pt>
                <c:pt idx="5242">
                  <c:v>1.1009199999999999</c:v>
                </c:pt>
                <c:pt idx="5243">
                  <c:v>1.1012299999999999</c:v>
                </c:pt>
                <c:pt idx="5244">
                  <c:v>1.1015299999999999</c:v>
                </c:pt>
                <c:pt idx="5245">
                  <c:v>1.1018399999999999</c:v>
                </c:pt>
                <c:pt idx="5246">
                  <c:v>1.10215</c:v>
                </c:pt>
                <c:pt idx="5247">
                  <c:v>1.1024499999999999</c:v>
                </c:pt>
                <c:pt idx="5248">
                  <c:v>1.10276</c:v>
                </c:pt>
                <c:pt idx="5249">
                  <c:v>1.1030599999999999</c:v>
                </c:pt>
                <c:pt idx="5250">
                  <c:v>1.10337</c:v>
                </c:pt>
                <c:pt idx="5251">
                  <c:v>1.1036699999999999</c:v>
                </c:pt>
                <c:pt idx="5252">
                  <c:v>1.10398</c:v>
                </c:pt>
                <c:pt idx="5253">
                  <c:v>1.1042799999999999</c:v>
                </c:pt>
                <c:pt idx="5254">
                  <c:v>1.10459</c:v>
                </c:pt>
                <c:pt idx="5255">
                  <c:v>1.1048899999999999</c:v>
                </c:pt>
                <c:pt idx="5256">
                  <c:v>1.1052</c:v>
                </c:pt>
                <c:pt idx="5257">
                  <c:v>1.1054999999999999</c:v>
                </c:pt>
                <c:pt idx="5258">
                  <c:v>1.10581</c:v>
                </c:pt>
                <c:pt idx="5259">
                  <c:v>1.10612</c:v>
                </c:pt>
                <c:pt idx="5260">
                  <c:v>1.10642</c:v>
                </c:pt>
                <c:pt idx="5261">
                  <c:v>1.10673</c:v>
                </c:pt>
                <c:pt idx="5262">
                  <c:v>1.10703</c:v>
                </c:pt>
                <c:pt idx="5263">
                  <c:v>1.10734</c:v>
                </c:pt>
                <c:pt idx="5264">
                  <c:v>1.10764</c:v>
                </c:pt>
                <c:pt idx="5265">
                  <c:v>1.10795</c:v>
                </c:pt>
                <c:pt idx="5266">
                  <c:v>1.10825</c:v>
                </c:pt>
                <c:pt idx="5267">
                  <c:v>1.10856</c:v>
                </c:pt>
                <c:pt idx="5268">
                  <c:v>1.10886</c:v>
                </c:pt>
                <c:pt idx="5269">
                  <c:v>1.10917</c:v>
                </c:pt>
                <c:pt idx="5270">
                  <c:v>1.10947</c:v>
                </c:pt>
                <c:pt idx="5271">
                  <c:v>1.10978</c:v>
                </c:pt>
                <c:pt idx="5272">
                  <c:v>1.11009</c:v>
                </c:pt>
                <c:pt idx="5273">
                  <c:v>1.11039</c:v>
                </c:pt>
                <c:pt idx="5274">
                  <c:v>1.1107</c:v>
                </c:pt>
                <c:pt idx="5275">
                  <c:v>1.111</c:v>
                </c:pt>
                <c:pt idx="5276">
                  <c:v>1.11131</c:v>
                </c:pt>
                <c:pt idx="5277">
                  <c:v>1.11161</c:v>
                </c:pt>
                <c:pt idx="5278">
                  <c:v>1.11192</c:v>
                </c:pt>
                <c:pt idx="5279">
                  <c:v>1.11222</c:v>
                </c:pt>
                <c:pt idx="5280">
                  <c:v>1.11253</c:v>
                </c:pt>
                <c:pt idx="5281">
                  <c:v>1.11283</c:v>
                </c:pt>
                <c:pt idx="5282">
                  <c:v>1.11314</c:v>
                </c:pt>
                <c:pt idx="5283">
                  <c:v>1.1134500000000001</c:v>
                </c:pt>
                <c:pt idx="5284">
                  <c:v>1.11375</c:v>
                </c:pt>
                <c:pt idx="5285">
                  <c:v>1.1140600000000001</c:v>
                </c:pt>
                <c:pt idx="5286">
                  <c:v>1.11436</c:v>
                </c:pt>
                <c:pt idx="5287">
                  <c:v>1.11467</c:v>
                </c:pt>
                <c:pt idx="5288">
                  <c:v>1.11497</c:v>
                </c:pt>
                <c:pt idx="5289">
                  <c:v>1.11528</c:v>
                </c:pt>
                <c:pt idx="5290">
                  <c:v>1.11558</c:v>
                </c:pt>
                <c:pt idx="5291">
                  <c:v>1.11589</c:v>
                </c:pt>
                <c:pt idx="5292">
                  <c:v>1.11619</c:v>
                </c:pt>
                <c:pt idx="5293">
                  <c:v>1.1165</c:v>
                </c:pt>
                <c:pt idx="5294">
                  <c:v>1.1168</c:v>
                </c:pt>
                <c:pt idx="5295">
                  <c:v>1.11711</c:v>
                </c:pt>
                <c:pt idx="5296">
                  <c:v>1.1174200000000001</c:v>
                </c:pt>
                <c:pt idx="5297">
                  <c:v>1.11772</c:v>
                </c:pt>
                <c:pt idx="5298">
                  <c:v>1.1180300000000001</c:v>
                </c:pt>
                <c:pt idx="5299">
                  <c:v>1.11833</c:v>
                </c:pt>
                <c:pt idx="5300">
                  <c:v>1.1186400000000001</c:v>
                </c:pt>
                <c:pt idx="5301">
                  <c:v>1.11894</c:v>
                </c:pt>
                <c:pt idx="5302">
                  <c:v>1.1192500000000001</c:v>
                </c:pt>
                <c:pt idx="5303">
                  <c:v>1.11955</c:v>
                </c:pt>
                <c:pt idx="5304">
                  <c:v>1.1198600000000001</c:v>
                </c:pt>
                <c:pt idx="5305">
                  <c:v>1.12016</c:v>
                </c:pt>
                <c:pt idx="5306">
                  <c:v>1.1204700000000001</c:v>
                </c:pt>
                <c:pt idx="5307">
                  <c:v>1.12077</c:v>
                </c:pt>
                <c:pt idx="5308">
                  <c:v>1.1210800000000001</c:v>
                </c:pt>
                <c:pt idx="5309">
                  <c:v>1.1213900000000001</c:v>
                </c:pt>
                <c:pt idx="5310">
                  <c:v>1.1216900000000001</c:v>
                </c:pt>
                <c:pt idx="5311">
                  <c:v>1.1220000000000001</c:v>
                </c:pt>
                <c:pt idx="5312">
                  <c:v>1.1223000000000001</c:v>
                </c:pt>
                <c:pt idx="5313">
                  <c:v>1.1226100000000001</c:v>
                </c:pt>
                <c:pt idx="5314">
                  <c:v>1.1229100000000001</c:v>
                </c:pt>
                <c:pt idx="5315">
                  <c:v>1.1232200000000001</c:v>
                </c:pt>
                <c:pt idx="5316">
                  <c:v>1.1235200000000001</c:v>
                </c:pt>
                <c:pt idx="5317">
                  <c:v>1.1238300000000001</c:v>
                </c:pt>
                <c:pt idx="5318">
                  <c:v>1.1241300000000001</c:v>
                </c:pt>
                <c:pt idx="5319">
                  <c:v>1.1244400000000001</c:v>
                </c:pt>
                <c:pt idx="5320">
                  <c:v>1.1247400000000001</c:v>
                </c:pt>
                <c:pt idx="5321">
                  <c:v>1.1250500000000001</c:v>
                </c:pt>
                <c:pt idx="5322">
                  <c:v>1.1253599999999999</c:v>
                </c:pt>
                <c:pt idx="5323">
                  <c:v>1.1256600000000001</c:v>
                </c:pt>
                <c:pt idx="5324">
                  <c:v>1.1259699999999999</c:v>
                </c:pt>
                <c:pt idx="5325">
                  <c:v>1.1262700000000001</c:v>
                </c:pt>
                <c:pt idx="5326">
                  <c:v>1.1265799999999999</c:v>
                </c:pt>
                <c:pt idx="5327">
                  <c:v>1.1268800000000001</c:v>
                </c:pt>
                <c:pt idx="5328">
                  <c:v>1.1271899999999999</c:v>
                </c:pt>
                <c:pt idx="5329">
                  <c:v>1.1274900000000001</c:v>
                </c:pt>
                <c:pt idx="5330">
                  <c:v>1.1277999999999999</c:v>
                </c:pt>
                <c:pt idx="5331">
                  <c:v>1.1281000000000001</c:v>
                </c:pt>
                <c:pt idx="5332">
                  <c:v>1.1284099999999999</c:v>
                </c:pt>
                <c:pt idx="5333">
                  <c:v>1.1287199999999999</c:v>
                </c:pt>
                <c:pt idx="5334">
                  <c:v>1.1290199999999999</c:v>
                </c:pt>
                <c:pt idx="5335">
                  <c:v>1.1293299999999999</c:v>
                </c:pt>
                <c:pt idx="5336">
                  <c:v>1.1296299999999999</c:v>
                </c:pt>
                <c:pt idx="5337">
                  <c:v>1.1299399999999999</c:v>
                </c:pt>
                <c:pt idx="5338">
                  <c:v>1.1302399999999999</c:v>
                </c:pt>
                <c:pt idx="5339">
                  <c:v>1.1305499999999999</c:v>
                </c:pt>
                <c:pt idx="5340">
                  <c:v>1.1308499999999999</c:v>
                </c:pt>
                <c:pt idx="5341">
                  <c:v>1.1311599999999999</c:v>
                </c:pt>
                <c:pt idx="5342">
                  <c:v>1.1314599999999999</c:v>
                </c:pt>
                <c:pt idx="5343">
                  <c:v>1.1317699999999999</c:v>
                </c:pt>
                <c:pt idx="5344">
                  <c:v>1.1320699999999999</c:v>
                </c:pt>
                <c:pt idx="5345">
                  <c:v>1.1323799999999999</c:v>
                </c:pt>
                <c:pt idx="5346">
                  <c:v>1.13269</c:v>
                </c:pt>
                <c:pt idx="5347">
                  <c:v>1.1329899999999999</c:v>
                </c:pt>
                <c:pt idx="5348">
                  <c:v>1.1333</c:v>
                </c:pt>
                <c:pt idx="5349">
                  <c:v>1.1335999999999999</c:v>
                </c:pt>
                <c:pt idx="5350">
                  <c:v>1.13391</c:v>
                </c:pt>
                <c:pt idx="5351">
                  <c:v>1.1342099999999999</c:v>
                </c:pt>
                <c:pt idx="5352">
                  <c:v>1.13452</c:v>
                </c:pt>
                <c:pt idx="5353">
                  <c:v>1.1348199999999999</c:v>
                </c:pt>
                <c:pt idx="5354">
                  <c:v>1.13513</c:v>
                </c:pt>
                <c:pt idx="5355">
                  <c:v>1.1354299999999999</c:v>
                </c:pt>
                <c:pt idx="5356">
                  <c:v>1.13574</c:v>
                </c:pt>
                <c:pt idx="5357">
                  <c:v>1.1360399999999999</c:v>
                </c:pt>
                <c:pt idx="5358">
                  <c:v>1.13635</c:v>
                </c:pt>
                <c:pt idx="5359">
                  <c:v>1.13666</c:v>
                </c:pt>
                <c:pt idx="5360">
                  <c:v>1.13696</c:v>
                </c:pt>
                <c:pt idx="5361">
                  <c:v>1.13727</c:v>
                </c:pt>
                <c:pt idx="5362">
                  <c:v>1.13757</c:v>
                </c:pt>
                <c:pt idx="5363">
                  <c:v>1.13788</c:v>
                </c:pt>
                <c:pt idx="5364">
                  <c:v>1.13818</c:v>
                </c:pt>
                <c:pt idx="5365">
                  <c:v>1.13849</c:v>
                </c:pt>
                <c:pt idx="5366">
                  <c:v>1.13879</c:v>
                </c:pt>
                <c:pt idx="5367">
                  <c:v>1.1391</c:v>
                </c:pt>
                <c:pt idx="5368">
                  <c:v>1.1394</c:v>
                </c:pt>
                <c:pt idx="5369">
                  <c:v>1.13971</c:v>
                </c:pt>
                <c:pt idx="5370">
                  <c:v>1.14001</c:v>
                </c:pt>
                <c:pt idx="5371">
                  <c:v>1.14032</c:v>
                </c:pt>
                <c:pt idx="5372">
                  <c:v>1.14063</c:v>
                </c:pt>
                <c:pt idx="5373">
                  <c:v>1.14093</c:v>
                </c:pt>
                <c:pt idx="5374">
                  <c:v>1.14124</c:v>
                </c:pt>
                <c:pt idx="5375">
                  <c:v>1.14154</c:v>
                </c:pt>
                <c:pt idx="5376">
                  <c:v>1.14185</c:v>
                </c:pt>
                <c:pt idx="5377">
                  <c:v>1.14215</c:v>
                </c:pt>
                <c:pt idx="5378">
                  <c:v>1.14246</c:v>
                </c:pt>
                <c:pt idx="5379">
                  <c:v>1.14276</c:v>
                </c:pt>
                <c:pt idx="5380">
                  <c:v>1.14307</c:v>
                </c:pt>
                <c:pt idx="5381">
                  <c:v>1.14337</c:v>
                </c:pt>
                <c:pt idx="5382">
                  <c:v>1.14368</c:v>
                </c:pt>
                <c:pt idx="5383">
                  <c:v>1.14398</c:v>
                </c:pt>
                <c:pt idx="5384">
                  <c:v>1.14429</c:v>
                </c:pt>
                <c:pt idx="5385">
                  <c:v>1.1446000000000001</c:v>
                </c:pt>
                <c:pt idx="5386">
                  <c:v>1.1449</c:v>
                </c:pt>
                <c:pt idx="5387">
                  <c:v>1.1452100000000001</c:v>
                </c:pt>
                <c:pt idx="5388">
                  <c:v>1.14551</c:v>
                </c:pt>
                <c:pt idx="5389">
                  <c:v>1.1458200000000001</c:v>
                </c:pt>
                <c:pt idx="5390">
                  <c:v>1.14612</c:v>
                </c:pt>
                <c:pt idx="5391">
                  <c:v>1.1464300000000001</c:v>
                </c:pt>
                <c:pt idx="5392">
                  <c:v>1.14673</c:v>
                </c:pt>
                <c:pt idx="5393">
                  <c:v>1.1470400000000001</c:v>
                </c:pt>
                <c:pt idx="5394">
                  <c:v>1.14734</c:v>
                </c:pt>
                <c:pt idx="5395">
                  <c:v>1.1476500000000001</c:v>
                </c:pt>
                <c:pt idx="5396">
                  <c:v>1.1479600000000001</c:v>
                </c:pt>
                <c:pt idx="5397">
                  <c:v>1.1482600000000001</c:v>
                </c:pt>
                <c:pt idx="5398">
                  <c:v>1.1485700000000001</c:v>
                </c:pt>
                <c:pt idx="5399">
                  <c:v>1.1488700000000001</c:v>
                </c:pt>
                <c:pt idx="5400">
                  <c:v>1.1491800000000001</c:v>
                </c:pt>
                <c:pt idx="5401">
                  <c:v>1.1494800000000001</c:v>
                </c:pt>
                <c:pt idx="5402">
                  <c:v>1.1497900000000001</c:v>
                </c:pt>
                <c:pt idx="5403">
                  <c:v>1.1500900000000001</c:v>
                </c:pt>
                <c:pt idx="5404">
                  <c:v>1.1504000000000001</c:v>
                </c:pt>
                <c:pt idx="5405">
                  <c:v>1.1507000000000001</c:v>
                </c:pt>
                <c:pt idx="5406">
                  <c:v>1.1510100000000001</c:v>
                </c:pt>
                <c:pt idx="5407">
                  <c:v>1.1513100000000001</c:v>
                </c:pt>
                <c:pt idx="5408">
                  <c:v>1.1516200000000001</c:v>
                </c:pt>
                <c:pt idx="5409">
                  <c:v>1.1519299999999999</c:v>
                </c:pt>
                <c:pt idx="5410">
                  <c:v>1.1522300000000001</c:v>
                </c:pt>
                <c:pt idx="5411">
                  <c:v>1.1525399999999999</c:v>
                </c:pt>
                <c:pt idx="5412">
                  <c:v>1.1528400000000001</c:v>
                </c:pt>
                <c:pt idx="5413">
                  <c:v>1.1531499999999999</c:v>
                </c:pt>
                <c:pt idx="5414">
                  <c:v>1.1534500000000001</c:v>
                </c:pt>
                <c:pt idx="5415">
                  <c:v>1.1537599999999999</c:v>
                </c:pt>
                <c:pt idx="5416">
                  <c:v>1.1540600000000001</c:v>
                </c:pt>
                <c:pt idx="5417">
                  <c:v>1.1543699999999999</c:v>
                </c:pt>
                <c:pt idx="5418">
                  <c:v>1.1546700000000001</c:v>
                </c:pt>
                <c:pt idx="5419">
                  <c:v>1.1549799999999999</c:v>
                </c:pt>
                <c:pt idx="5420">
                  <c:v>1.1552800000000001</c:v>
                </c:pt>
                <c:pt idx="5421">
                  <c:v>1.1555899999999999</c:v>
                </c:pt>
                <c:pt idx="5422">
                  <c:v>1.1558999999999999</c:v>
                </c:pt>
                <c:pt idx="5423">
                  <c:v>1.1561999999999999</c:v>
                </c:pt>
                <c:pt idx="5424">
                  <c:v>1.1565099999999999</c:v>
                </c:pt>
                <c:pt idx="5425">
                  <c:v>1.1568099999999999</c:v>
                </c:pt>
                <c:pt idx="5426">
                  <c:v>1.1571199999999999</c:v>
                </c:pt>
                <c:pt idx="5427">
                  <c:v>1.1574199999999999</c:v>
                </c:pt>
                <c:pt idx="5428">
                  <c:v>1.1577299999999999</c:v>
                </c:pt>
                <c:pt idx="5429">
                  <c:v>1.1580299999999999</c:v>
                </c:pt>
                <c:pt idx="5430">
                  <c:v>1.1583399999999999</c:v>
                </c:pt>
                <c:pt idx="5431">
                  <c:v>1.1586399999999999</c:v>
                </c:pt>
                <c:pt idx="5432">
                  <c:v>1.1589499999999999</c:v>
                </c:pt>
                <c:pt idx="5433">
                  <c:v>1.1592499999999999</c:v>
                </c:pt>
                <c:pt idx="5434">
                  <c:v>1.1595599999999999</c:v>
                </c:pt>
                <c:pt idx="5435">
                  <c:v>1.15987</c:v>
                </c:pt>
                <c:pt idx="5436">
                  <c:v>1.1601699999999999</c:v>
                </c:pt>
                <c:pt idx="5437">
                  <c:v>1.16048</c:v>
                </c:pt>
                <c:pt idx="5438">
                  <c:v>1.1607799999999999</c:v>
                </c:pt>
                <c:pt idx="5439">
                  <c:v>1.16109</c:v>
                </c:pt>
                <c:pt idx="5440">
                  <c:v>1.1613899999999999</c:v>
                </c:pt>
                <c:pt idx="5441">
                  <c:v>1.1617</c:v>
                </c:pt>
                <c:pt idx="5442">
                  <c:v>1.1619999999999999</c:v>
                </c:pt>
                <c:pt idx="5443">
                  <c:v>1.16231</c:v>
                </c:pt>
                <c:pt idx="5444">
                  <c:v>1.1626099999999999</c:v>
                </c:pt>
                <c:pt idx="5445">
                  <c:v>1.16292</c:v>
                </c:pt>
                <c:pt idx="5446">
                  <c:v>1.1632199999999999</c:v>
                </c:pt>
                <c:pt idx="5447">
                  <c:v>1.16353</c:v>
                </c:pt>
                <c:pt idx="5448">
                  <c:v>1.16384</c:v>
                </c:pt>
                <c:pt idx="5449">
                  <c:v>1.16414</c:v>
                </c:pt>
                <c:pt idx="5450">
                  <c:v>1.16445</c:v>
                </c:pt>
                <c:pt idx="5451">
                  <c:v>1.16475</c:v>
                </c:pt>
                <c:pt idx="5452">
                  <c:v>1.16506</c:v>
                </c:pt>
                <c:pt idx="5453">
                  <c:v>1.16536</c:v>
                </c:pt>
                <c:pt idx="5454">
                  <c:v>1.16567</c:v>
                </c:pt>
                <c:pt idx="5455">
                  <c:v>1.16597</c:v>
                </c:pt>
                <c:pt idx="5456">
                  <c:v>1.16628</c:v>
                </c:pt>
                <c:pt idx="5457">
                  <c:v>1.16658</c:v>
                </c:pt>
                <c:pt idx="5458">
                  <c:v>1.16689</c:v>
                </c:pt>
                <c:pt idx="5459">
                  <c:v>1.1672</c:v>
                </c:pt>
                <c:pt idx="5460">
                  <c:v>1.1675</c:v>
                </c:pt>
                <c:pt idx="5461">
                  <c:v>1.16781</c:v>
                </c:pt>
                <c:pt idx="5462">
                  <c:v>1.16811</c:v>
                </c:pt>
                <c:pt idx="5463">
                  <c:v>1.16842</c:v>
                </c:pt>
                <c:pt idx="5464">
                  <c:v>1.16872</c:v>
                </c:pt>
                <c:pt idx="5465">
                  <c:v>1.16903</c:v>
                </c:pt>
                <c:pt idx="5466">
                  <c:v>1.16933</c:v>
                </c:pt>
                <c:pt idx="5467">
                  <c:v>1.16964</c:v>
                </c:pt>
                <c:pt idx="5468">
                  <c:v>1.16994</c:v>
                </c:pt>
                <c:pt idx="5469">
                  <c:v>1.17025</c:v>
                </c:pt>
                <c:pt idx="5470">
                  <c:v>1.17055</c:v>
                </c:pt>
                <c:pt idx="5471">
                  <c:v>1.17086</c:v>
                </c:pt>
                <c:pt idx="5472">
                  <c:v>1.17117</c:v>
                </c:pt>
                <c:pt idx="5473">
                  <c:v>1.17147</c:v>
                </c:pt>
                <c:pt idx="5474">
                  <c:v>1.17178</c:v>
                </c:pt>
                <c:pt idx="5475">
                  <c:v>1.17208</c:v>
                </c:pt>
                <c:pt idx="5476">
                  <c:v>1.17239</c:v>
                </c:pt>
                <c:pt idx="5477">
                  <c:v>1.17269</c:v>
                </c:pt>
                <c:pt idx="5478">
                  <c:v>1.173</c:v>
                </c:pt>
                <c:pt idx="5479">
                  <c:v>1.1733</c:v>
                </c:pt>
                <c:pt idx="5480">
                  <c:v>1.17361</c:v>
                </c:pt>
                <c:pt idx="5481">
                  <c:v>1.17391</c:v>
                </c:pt>
                <c:pt idx="5482">
                  <c:v>1.17422</c:v>
                </c:pt>
                <c:pt idx="5483">
                  <c:v>1.17452</c:v>
                </c:pt>
                <c:pt idx="5484">
                  <c:v>1.17483</c:v>
                </c:pt>
                <c:pt idx="5485">
                  <c:v>1.1751400000000001</c:v>
                </c:pt>
                <c:pt idx="5486">
                  <c:v>1.17544</c:v>
                </c:pt>
                <c:pt idx="5487">
                  <c:v>1.1757500000000001</c:v>
                </c:pt>
                <c:pt idx="5488">
                  <c:v>1.17605</c:v>
                </c:pt>
                <c:pt idx="5489">
                  <c:v>1.1763600000000001</c:v>
                </c:pt>
                <c:pt idx="5490">
                  <c:v>1.17666</c:v>
                </c:pt>
                <c:pt idx="5491">
                  <c:v>1.1769700000000001</c:v>
                </c:pt>
                <c:pt idx="5492">
                  <c:v>1.17727</c:v>
                </c:pt>
                <c:pt idx="5493">
                  <c:v>1.1775800000000001</c:v>
                </c:pt>
                <c:pt idx="5494">
                  <c:v>1.17788</c:v>
                </c:pt>
                <c:pt idx="5495">
                  <c:v>1.1781900000000001</c:v>
                </c:pt>
                <c:pt idx="5496">
                  <c:v>1.17849</c:v>
                </c:pt>
                <c:pt idx="5497">
                  <c:v>1.1788000000000001</c:v>
                </c:pt>
                <c:pt idx="5498">
                  <c:v>1.1791100000000001</c:v>
                </c:pt>
                <c:pt idx="5499">
                  <c:v>1.1794100000000001</c:v>
                </c:pt>
                <c:pt idx="5500">
                  <c:v>1.1797200000000001</c:v>
                </c:pt>
                <c:pt idx="5501">
                  <c:v>1.1800200000000001</c:v>
                </c:pt>
                <c:pt idx="5502">
                  <c:v>1.1803300000000001</c:v>
                </c:pt>
                <c:pt idx="5503">
                  <c:v>1.1806300000000001</c:v>
                </c:pt>
                <c:pt idx="5504">
                  <c:v>1.1809400000000001</c:v>
                </c:pt>
                <c:pt idx="5505">
                  <c:v>1.1812400000000001</c:v>
                </c:pt>
                <c:pt idx="5506">
                  <c:v>1.1815500000000001</c:v>
                </c:pt>
                <c:pt idx="5507">
                  <c:v>1.1818500000000001</c:v>
                </c:pt>
                <c:pt idx="5508">
                  <c:v>1.1821600000000001</c:v>
                </c:pt>
                <c:pt idx="5509">
                  <c:v>1.1824600000000001</c:v>
                </c:pt>
                <c:pt idx="5510">
                  <c:v>1.1827700000000001</c:v>
                </c:pt>
                <c:pt idx="5511">
                  <c:v>1.1830799999999999</c:v>
                </c:pt>
                <c:pt idx="5512">
                  <c:v>1.1833800000000001</c:v>
                </c:pt>
                <c:pt idx="5513">
                  <c:v>1.1836899999999999</c:v>
                </c:pt>
                <c:pt idx="5514">
                  <c:v>1.1839900000000001</c:v>
                </c:pt>
                <c:pt idx="5515">
                  <c:v>1.1842999999999999</c:v>
                </c:pt>
                <c:pt idx="5516">
                  <c:v>1.1846000000000001</c:v>
                </c:pt>
                <c:pt idx="5517">
                  <c:v>1.1849099999999999</c:v>
                </c:pt>
                <c:pt idx="5518">
                  <c:v>1.1852100000000001</c:v>
                </c:pt>
                <c:pt idx="5519">
                  <c:v>1.1855199999999999</c:v>
                </c:pt>
                <c:pt idx="5520">
                  <c:v>1.1858200000000001</c:v>
                </c:pt>
                <c:pt idx="5521">
                  <c:v>1.1861299999999999</c:v>
                </c:pt>
                <c:pt idx="5522">
                  <c:v>1.1864399999999999</c:v>
                </c:pt>
                <c:pt idx="5523">
                  <c:v>1.1867399999999999</c:v>
                </c:pt>
                <c:pt idx="5524">
                  <c:v>1.1870499999999999</c:v>
                </c:pt>
                <c:pt idx="5525">
                  <c:v>1.1873499999999999</c:v>
                </c:pt>
                <c:pt idx="5526">
                  <c:v>1.1876599999999999</c:v>
                </c:pt>
                <c:pt idx="5527">
                  <c:v>1.1879599999999999</c:v>
                </c:pt>
                <c:pt idx="5528">
                  <c:v>1.1882699999999999</c:v>
                </c:pt>
                <c:pt idx="5529">
                  <c:v>1.1885699999999999</c:v>
                </c:pt>
                <c:pt idx="5530">
                  <c:v>1.1888799999999999</c:v>
                </c:pt>
                <c:pt idx="5531">
                  <c:v>1.1891799999999999</c:v>
                </c:pt>
                <c:pt idx="5532">
                  <c:v>1.1894899999999999</c:v>
                </c:pt>
                <c:pt idx="5533">
                  <c:v>1.1897899999999999</c:v>
                </c:pt>
                <c:pt idx="5534">
                  <c:v>1.1900999999999999</c:v>
                </c:pt>
                <c:pt idx="5535">
                  <c:v>1.19041</c:v>
                </c:pt>
                <c:pt idx="5536">
                  <c:v>1.1907099999999999</c:v>
                </c:pt>
                <c:pt idx="5537">
                  <c:v>1.19102</c:v>
                </c:pt>
                <c:pt idx="5538">
                  <c:v>1.1913199999999999</c:v>
                </c:pt>
                <c:pt idx="5539">
                  <c:v>1.19163</c:v>
                </c:pt>
                <c:pt idx="5540">
                  <c:v>1.1919299999999999</c:v>
                </c:pt>
                <c:pt idx="5541">
                  <c:v>1.19224</c:v>
                </c:pt>
                <c:pt idx="5542">
                  <c:v>1.1925399999999999</c:v>
                </c:pt>
                <c:pt idx="5543">
                  <c:v>1.19285</c:v>
                </c:pt>
                <c:pt idx="5544">
                  <c:v>1.1931499999999999</c:v>
                </c:pt>
                <c:pt idx="5545">
                  <c:v>1.19346</c:v>
                </c:pt>
                <c:pt idx="5546">
                  <c:v>1.1937599999999999</c:v>
                </c:pt>
                <c:pt idx="5547">
                  <c:v>1.19407</c:v>
                </c:pt>
                <c:pt idx="5548">
                  <c:v>1.19438</c:v>
                </c:pt>
                <c:pt idx="5549">
                  <c:v>1.19468</c:v>
                </c:pt>
                <c:pt idx="5550">
                  <c:v>1.19499</c:v>
                </c:pt>
                <c:pt idx="5551">
                  <c:v>1.19529</c:v>
                </c:pt>
                <c:pt idx="5552">
                  <c:v>1.1956</c:v>
                </c:pt>
                <c:pt idx="5553">
                  <c:v>1.1959</c:v>
                </c:pt>
                <c:pt idx="5554">
                  <c:v>1.19621</c:v>
                </c:pt>
                <c:pt idx="5555">
                  <c:v>1.19651</c:v>
                </c:pt>
                <c:pt idx="5556">
                  <c:v>1.19682</c:v>
                </c:pt>
                <c:pt idx="5557">
                  <c:v>1.19712</c:v>
                </c:pt>
                <c:pt idx="5558">
                  <c:v>1.19743</c:v>
                </c:pt>
                <c:pt idx="5559">
                  <c:v>1.19773</c:v>
                </c:pt>
                <c:pt idx="5560">
                  <c:v>1.19804</c:v>
                </c:pt>
                <c:pt idx="5561">
                  <c:v>1.19835</c:v>
                </c:pt>
                <c:pt idx="5562">
                  <c:v>1.19865</c:v>
                </c:pt>
                <c:pt idx="5563">
                  <c:v>1.19896</c:v>
                </c:pt>
                <c:pt idx="5564">
                  <c:v>1.19926</c:v>
                </c:pt>
                <c:pt idx="5565">
                  <c:v>1.19957</c:v>
                </c:pt>
                <c:pt idx="5566">
                  <c:v>1.19987</c:v>
                </c:pt>
                <c:pt idx="5567">
                  <c:v>1.20018</c:v>
                </c:pt>
                <c:pt idx="5568">
                  <c:v>1.20048</c:v>
                </c:pt>
                <c:pt idx="5569">
                  <c:v>1.20079</c:v>
                </c:pt>
                <c:pt idx="5570">
                  <c:v>1.20109</c:v>
                </c:pt>
                <c:pt idx="5571">
                  <c:v>1.2014</c:v>
                </c:pt>
                <c:pt idx="5572">
                  <c:v>1.2017100000000001</c:v>
                </c:pt>
                <c:pt idx="5573">
                  <c:v>1.20201</c:v>
                </c:pt>
                <c:pt idx="5574">
                  <c:v>1.2023200000000001</c:v>
                </c:pt>
                <c:pt idx="5575">
                  <c:v>1.20262</c:v>
                </c:pt>
                <c:pt idx="5576">
                  <c:v>1.2029300000000001</c:v>
                </c:pt>
                <c:pt idx="5577">
                  <c:v>1.20323</c:v>
                </c:pt>
                <c:pt idx="5578">
                  <c:v>1.2035400000000001</c:v>
                </c:pt>
                <c:pt idx="5579">
                  <c:v>1.20384</c:v>
                </c:pt>
                <c:pt idx="5580">
                  <c:v>1.2041500000000001</c:v>
                </c:pt>
                <c:pt idx="5581">
                  <c:v>1.20445</c:v>
                </c:pt>
                <c:pt idx="5582">
                  <c:v>1.2047600000000001</c:v>
                </c:pt>
                <c:pt idx="5583">
                  <c:v>1.20506</c:v>
                </c:pt>
                <c:pt idx="5584">
                  <c:v>1.2053700000000001</c:v>
                </c:pt>
                <c:pt idx="5585">
                  <c:v>1.2056800000000001</c:v>
                </c:pt>
                <c:pt idx="5586">
                  <c:v>1.2059800000000001</c:v>
                </c:pt>
                <c:pt idx="5587">
                  <c:v>1.2062900000000001</c:v>
                </c:pt>
                <c:pt idx="5588">
                  <c:v>1.2065900000000001</c:v>
                </c:pt>
                <c:pt idx="5589">
                  <c:v>1.2069000000000001</c:v>
                </c:pt>
                <c:pt idx="5590">
                  <c:v>1.2072000000000001</c:v>
                </c:pt>
                <c:pt idx="5591">
                  <c:v>1.2075100000000001</c:v>
                </c:pt>
                <c:pt idx="5592">
                  <c:v>1.2078100000000001</c:v>
                </c:pt>
                <c:pt idx="5593">
                  <c:v>1.2081200000000001</c:v>
                </c:pt>
                <c:pt idx="5594">
                  <c:v>1.20842</c:v>
                </c:pt>
                <c:pt idx="5595">
                  <c:v>1.2087300000000001</c:v>
                </c:pt>
                <c:pt idx="5596">
                  <c:v>1.20903</c:v>
                </c:pt>
                <c:pt idx="5597">
                  <c:v>1.2093400000000001</c:v>
                </c:pt>
                <c:pt idx="5598">
                  <c:v>1.2096499999999999</c:v>
                </c:pt>
                <c:pt idx="5599">
                  <c:v>1.2099500000000001</c:v>
                </c:pt>
                <c:pt idx="5600">
                  <c:v>1.2102599999999999</c:v>
                </c:pt>
                <c:pt idx="5601">
                  <c:v>1.2105600000000001</c:v>
                </c:pt>
                <c:pt idx="5602">
                  <c:v>1.2108699999999999</c:v>
                </c:pt>
                <c:pt idx="5603">
                  <c:v>1.2111700000000001</c:v>
                </c:pt>
                <c:pt idx="5604">
                  <c:v>1.2114799999999999</c:v>
                </c:pt>
                <c:pt idx="5605">
                  <c:v>1.2117800000000001</c:v>
                </c:pt>
                <c:pt idx="5606">
                  <c:v>1.2120899999999999</c:v>
                </c:pt>
                <c:pt idx="5607">
                  <c:v>1.2123900000000001</c:v>
                </c:pt>
                <c:pt idx="5608">
                  <c:v>1.2126999999999999</c:v>
                </c:pt>
                <c:pt idx="5609">
                  <c:v>1.2130000000000001</c:v>
                </c:pt>
                <c:pt idx="5610">
                  <c:v>1.2133100000000001</c:v>
                </c:pt>
                <c:pt idx="5611">
                  <c:v>1.2136199999999999</c:v>
                </c:pt>
                <c:pt idx="5612">
                  <c:v>1.2139200000000001</c:v>
                </c:pt>
                <c:pt idx="5613">
                  <c:v>1.2142299999999999</c:v>
                </c:pt>
                <c:pt idx="5614">
                  <c:v>1.2145300000000001</c:v>
                </c:pt>
                <c:pt idx="5615">
                  <c:v>1.2148399999999999</c:v>
                </c:pt>
                <c:pt idx="5616">
                  <c:v>1.2151400000000001</c:v>
                </c:pt>
                <c:pt idx="5617">
                  <c:v>1.2154499999999999</c:v>
                </c:pt>
                <c:pt idx="5618">
                  <c:v>1.2157500000000001</c:v>
                </c:pt>
                <c:pt idx="5619">
                  <c:v>1.2160599999999999</c:v>
                </c:pt>
                <c:pt idx="5620">
                  <c:v>1.2163600000000001</c:v>
                </c:pt>
                <c:pt idx="5621">
                  <c:v>1.2166699999999999</c:v>
                </c:pt>
                <c:pt idx="5622">
                  <c:v>1.2169700000000001</c:v>
                </c:pt>
                <c:pt idx="5623">
                  <c:v>1.2172799999999999</c:v>
                </c:pt>
                <c:pt idx="5624">
                  <c:v>1.21759</c:v>
                </c:pt>
                <c:pt idx="5625">
                  <c:v>1.2178899999999999</c:v>
                </c:pt>
                <c:pt idx="5626">
                  <c:v>1.2181999999999999</c:v>
                </c:pt>
                <c:pt idx="5627">
                  <c:v>1.2184999999999999</c:v>
                </c:pt>
                <c:pt idx="5628">
                  <c:v>1.2188099999999999</c:v>
                </c:pt>
                <c:pt idx="5629">
                  <c:v>1.2191099999999999</c:v>
                </c:pt>
                <c:pt idx="5630">
                  <c:v>1.2194199999999999</c:v>
                </c:pt>
                <c:pt idx="5631">
                  <c:v>1.2197199999999999</c:v>
                </c:pt>
                <c:pt idx="5632">
                  <c:v>1.2200299999999999</c:v>
                </c:pt>
                <c:pt idx="5633">
                  <c:v>1.2203299999999999</c:v>
                </c:pt>
                <c:pt idx="5634">
                  <c:v>1.2206399999999999</c:v>
                </c:pt>
                <c:pt idx="5635">
                  <c:v>1.22095</c:v>
                </c:pt>
                <c:pt idx="5636">
                  <c:v>1.2212499999999999</c:v>
                </c:pt>
                <c:pt idx="5637">
                  <c:v>1.22156</c:v>
                </c:pt>
                <c:pt idx="5638">
                  <c:v>1.2218599999999999</c:v>
                </c:pt>
                <c:pt idx="5639">
                  <c:v>1.22217</c:v>
                </c:pt>
                <c:pt idx="5640">
                  <c:v>1.2224699999999999</c:v>
                </c:pt>
                <c:pt idx="5641">
                  <c:v>1.22278</c:v>
                </c:pt>
                <c:pt idx="5642">
                  <c:v>1.2230799999999999</c:v>
                </c:pt>
                <c:pt idx="5643">
                  <c:v>1.22339</c:v>
                </c:pt>
                <c:pt idx="5644">
                  <c:v>1.2236899999999999</c:v>
                </c:pt>
                <c:pt idx="5645">
                  <c:v>1.224</c:v>
                </c:pt>
                <c:pt idx="5646">
                  <c:v>1.2242999999999999</c:v>
                </c:pt>
                <c:pt idx="5647">
                  <c:v>1.22461</c:v>
                </c:pt>
                <c:pt idx="5648">
                  <c:v>1.22492</c:v>
                </c:pt>
                <c:pt idx="5649">
                  <c:v>1.22522</c:v>
                </c:pt>
                <c:pt idx="5650">
                  <c:v>1.22553</c:v>
                </c:pt>
                <c:pt idx="5651">
                  <c:v>1.22583</c:v>
                </c:pt>
                <c:pt idx="5652">
                  <c:v>1.22614</c:v>
                </c:pt>
                <c:pt idx="5653">
                  <c:v>1.22644</c:v>
                </c:pt>
                <c:pt idx="5654">
                  <c:v>1.22675</c:v>
                </c:pt>
                <c:pt idx="5655">
                  <c:v>1.22705</c:v>
                </c:pt>
                <c:pt idx="5656">
                  <c:v>1.22736</c:v>
                </c:pt>
                <c:pt idx="5657">
                  <c:v>1.22766</c:v>
                </c:pt>
                <c:pt idx="5658">
                  <c:v>1.22797</c:v>
                </c:pt>
                <c:pt idx="5659">
                  <c:v>1.22827</c:v>
                </c:pt>
                <c:pt idx="5660">
                  <c:v>1.22858</c:v>
                </c:pt>
                <c:pt idx="5661">
                  <c:v>1.22889</c:v>
                </c:pt>
                <c:pt idx="5662">
                  <c:v>1.22919</c:v>
                </c:pt>
                <c:pt idx="5663">
                  <c:v>1.2295</c:v>
                </c:pt>
                <c:pt idx="5664">
                  <c:v>1.2298</c:v>
                </c:pt>
                <c:pt idx="5665">
                  <c:v>1.23011</c:v>
                </c:pt>
                <c:pt idx="5666">
                  <c:v>1.23041</c:v>
                </c:pt>
                <c:pt idx="5667">
                  <c:v>1.23072</c:v>
                </c:pt>
                <c:pt idx="5668">
                  <c:v>1.23102</c:v>
                </c:pt>
                <c:pt idx="5669">
                  <c:v>1.23133</c:v>
                </c:pt>
                <c:pt idx="5670">
                  <c:v>1.23163</c:v>
                </c:pt>
                <c:pt idx="5671">
                  <c:v>1.23194</c:v>
                </c:pt>
                <c:pt idx="5672">
                  <c:v>1.23224</c:v>
                </c:pt>
                <c:pt idx="5673">
                  <c:v>1.23255</c:v>
                </c:pt>
                <c:pt idx="5674">
                  <c:v>1.2328600000000001</c:v>
                </c:pt>
                <c:pt idx="5675">
                  <c:v>1.23316</c:v>
                </c:pt>
                <c:pt idx="5676">
                  <c:v>1.2334700000000001</c:v>
                </c:pt>
                <c:pt idx="5677">
                  <c:v>1.23377</c:v>
                </c:pt>
                <c:pt idx="5678">
                  <c:v>1.2340800000000001</c:v>
                </c:pt>
                <c:pt idx="5679">
                  <c:v>1.23438</c:v>
                </c:pt>
                <c:pt idx="5680">
                  <c:v>1.2346900000000001</c:v>
                </c:pt>
                <c:pt idx="5681">
                  <c:v>1.23499</c:v>
                </c:pt>
                <c:pt idx="5682">
                  <c:v>1.2353000000000001</c:v>
                </c:pt>
                <c:pt idx="5683">
                  <c:v>1.2356</c:v>
                </c:pt>
                <c:pt idx="5684">
                  <c:v>1.2359100000000001</c:v>
                </c:pt>
                <c:pt idx="5685">
                  <c:v>1.23621</c:v>
                </c:pt>
                <c:pt idx="5686">
                  <c:v>1.2365200000000001</c:v>
                </c:pt>
                <c:pt idx="5687">
                  <c:v>1.2368300000000001</c:v>
                </c:pt>
                <c:pt idx="5688">
                  <c:v>1.2371300000000001</c:v>
                </c:pt>
                <c:pt idx="5689">
                  <c:v>1.2374400000000001</c:v>
                </c:pt>
                <c:pt idx="5690">
                  <c:v>1.2377400000000001</c:v>
                </c:pt>
                <c:pt idx="5691">
                  <c:v>1.2380500000000001</c:v>
                </c:pt>
                <c:pt idx="5692">
                  <c:v>1.2383500000000001</c:v>
                </c:pt>
                <c:pt idx="5693">
                  <c:v>1.2386600000000001</c:v>
                </c:pt>
                <c:pt idx="5694">
                  <c:v>1.2389600000000001</c:v>
                </c:pt>
                <c:pt idx="5695">
                  <c:v>1.2392700000000001</c:v>
                </c:pt>
                <c:pt idx="5696">
                  <c:v>1.2395700000000001</c:v>
                </c:pt>
                <c:pt idx="5697">
                  <c:v>1.2398800000000001</c:v>
                </c:pt>
                <c:pt idx="5698">
                  <c:v>1.2401899999999999</c:v>
                </c:pt>
                <c:pt idx="5699">
                  <c:v>1.2404900000000001</c:v>
                </c:pt>
                <c:pt idx="5700">
                  <c:v>1.2407999999999999</c:v>
                </c:pt>
                <c:pt idx="5701">
                  <c:v>1.2411000000000001</c:v>
                </c:pt>
                <c:pt idx="5702">
                  <c:v>1.2414099999999999</c:v>
                </c:pt>
                <c:pt idx="5703">
                  <c:v>1.2417100000000001</c:v>
                </c:pt>
                <c:pt idx="5704">
                  <c:v>1.2420199999999999</c:v>
                </c:pt>
                <c:pt idx="5705">
                  <c:v>1.2423200000000001</c:v>
                </c:pt>
                <c:pt idx="5706">
                  <c:v>1.2426299999999999</c:v>
                </c:pt>
                <c:pt idx="5707">
                  <c:v>1.2429300000000001</c:v>
                </c:pt>
                <c:pt idx="5708">
                  <c:v>1.2432399999999999</c:v>
                </c:pt>
                <c:pt idx="5709">
                  <c:v>1.2435400000000001</c:v>
                </c:pt>
                <c:pt idx="5710">
                  <c:v>1.2438499999999999</c:v>
                </c:pt>
                <c:pt idx="5711">
                  <c:v>1.2441599999999999</c:v>
                </c:pt>
                <c:pt idx="5712">
                  <c:v>1.2444599999999999</c:v>
                </c:pt>
                <c:pt idx="5713">
                  <c:v>1.2447699999999999</c:v>
                </c:pt>
                <c:pt idx="5714">
                  <c:v>1.2450699999999999</c:v>
                </c:pt>
                <c:pt idx="5715">
                  <c:v>1.2453799999999999</c:v>
                </c:pt>
                <c:pt idx="5716">
                  <c:v>1.2456799999999999</c:v>
                </c:pt>
                <c:pt idx="5717">
                  <c:v>1.2459899999999999</c:v>
                </c:pt>
                <c:pt idx="5718">
                  <c:v>1.2462899999999999</c:v>
                </c:pt>
                <c:pt idx="5719">
                  <c:v>1.2465999999999999</c:v>
                </c:pt>
                <c:pt idx="5720">
                  <c:v>1.2468999999999999</c:v>
                </c:pt>
                <c:pt idx="5721">
                  <c:v>1.2472099999999999</c:v>
                </c:pt>
                <c:pt idx="5722">
                  <c:v>1.2475099999999999</c:v>
                </c:pt>
                <c:pt idx="5723">
                  <c:v>1.2478199999999999</c:v>
                </c:pt>
                <c:pt idx="5724">
                  <c:v>1.24813</c:v>
                </c:pt>
                <c:pt idx="5725">
                  <c:v>1.2484299999999999</c:v>
                </c:pt>
                <c:pt idx="5726">
                  <c:v>1.24874</c:v>
                </c:pt>
                <c:pt idx="5727">
                  <c:v>1.2490399999999999</c:v>
                </c:pt>
                <c:pt idx="5728">
                  <c:v>1.24935</c:v>
                </c:pt>
                <c:pt idx="5729">
                  <c:v>1.2496499999999999</c:v>
                </c:pt>
                <c:pt idx="5730">
                  <c:v>1.24996</c:v>
                </c:pt>
                <c:pt idx="5731">
                  <c:v>1.2502599999999999</c:v>
                </c:pt>
                <c:pt idx="5732">
                  <c:v>1.25057</c:v>
                </c:pt>
                <c:pt idx="5733">
                  <c:v>1.2508699999999999</c:v>
                </c:pt>
                <c:pt idx="5734">
                  <c:v>1.25118</c:v>
                </c:pt>
                <c:pt idx="5735">
                  <c:v>1.2514799999999999</c:v>
                </c:pt>
                <c:pt idx="5736">
                  <c:v>1.25179</c:v>
                </c:pt>
                <c:pt idx="5737">
                  <c:v>1.2521</c:v>
                </c:pt>
                <c:pt idx="5738">
                  <c:v>1.2524</c:v>
                </c:pt>
                <c:pt idx="5739">
                  <c:v>1.25271</c:v>
                </c:pt>
                <c:pt idx="5740">
                  <c:v>1.25301</c:v>
                </c:pt>
                <c:pt idx="5741">
                  <c:v>1.25332</c:v>
                </c:pt>
                <c:pt idx="5742">
                  <c:v>1.25362</c:v>
                </c:pt>
                <c:pt idx="5743">
                  <c:v>1.25393</c:v>
                </c:pt>
                <c:pt idx="5744">
                  <c:v>1.25423</c:v>
                </c:pt>
                <c:pt idx="5745">
                  <c:v>1.25454</c:v>
                </c:pt>
                <c:pt idx="5746">
                  <c:v>1.25484</c:v>
                </c:pt>
                <c:pt idx="5747">
                  <c:v>1.25515</c:v>
                </c:pt>
                <c:pt idx="5748">
                  <c:v>1.25546</c:v>
                </c:pt>
                <c:pt idx="5749">
                  <c:v>1.25576</c:v>
                </c:pt>
                <c:pt idx="5750">
                  <c:v>1.25607</c:v>
                </c:pt>
                <c:pt idx="5751">
                  <c:v>1.25637</c:v>
                </c:pt>
                <c:pt idx="5752">
                  <c:v>1.25668</c:v>
                </c:pt>
                <c:pt idx="5753">
                  <c:v>1.25698</c:v>
                </c:pt>
                <c:pt idx="5754">
                  <c:v>1.25729</c:v>
                </c:pt>
                <c:pt idx="5755">
                  <c:v>1.25759</c:v>
                </c:pt>
                <c:pt idx="5756">
                  <c:v>1.2579</c:v>
                </c:pt>
                <c:pt idx="5757">
                  <c:v>1.2582</c:v>
                </c:pt>
                <c:pt idx="5758">
                  <c:v>1.25851</c:v>
                </c:pt>
                <c:pt idx="5759">
                  <c:v>1.25881</c:v>
                </c:pt>
                <c:pt idx="5760">
                  <c:v>1.25912</c:v>
                </c:pt>
                <c:pt idx="5761">
                  <c:v>1.25943</c:v>
                </c:pt>
                <c:pt idx="5762">
                  <c:v>1.25973</c:v>
                </c:pt>
                <c:pt idx="5763">
                  <c:v>1.26004</c:v>
                </c:pt>
                <c:pt idx="5764">
                  <c:v>1.26034</c:v>
                </c:pt>
                <c:pt idx="5765">
                  <c:v>1.26065</c:v>
                </c:pt>
                <c:pt idx="5766">
                  <c:v>1.26095</c:v>
                </c:pt>
                <c:pt idx="5767">
                  <c:v>1.26126</c:v>
                </c:pt>
                <c:pt idx="5768">
                  <c:v>1.26156</c:v>
                </c:pt>
                <c:pt idx="5769">
                  <c:v>1.26187</c:v>
                </c:pt>
                <c:pt idx="5770">
                  <c:v>1.26217</c:v>
                </c:pt>
                <c:pt idx="5771">
                  <c:v>1.26248</c:v>
                </c:pt>
                <c:pt idx="5772">
                  <c:v>1.26278</c:v>
                </c:pt>
                <c:pt idx="5773">
                  <c:v>1.26309</c:v>
                </c:pt>
                <c:pt idx="5774">
                  <c:v>1.2634000000000001</c:v>
                </c:pt>
                <c:pt idx="5775">
                  <c:v>1.2637</c:v>
                </c:pt>
                <c:pt idx="5776">
                  <c:v>1.2640100000000001</c:v>
                </c:pt>
                <c:pt idx="5777">
                  <c:v>1.26431</c:v>
                </c:pt>
                <c:pt idx="5778">
                  <c:v>1.2646200000000001</c:v>
                </c:pt>
                <c:pt idx="5779">
                  <c:v>1.26492</c:v>
                </c:pt>
                <c:pt idx="5780">
                  <c:v>1.2652300000000001</c:v>
                </c:pt>
                <c:pt idx="5781">
                  <c:v>1.26553</c:v>
                </c:pt>
                <c:pt idx="5782">
                  <c:v>1.2658400000000001</c:v>
                </c:pt>
                <c:pt idx="5783">
                  <c:v>1.26614</c:v>
                </c:pt>
                <c:pt idx="5784">
                  <c:v>1.2664500000000001</c:v>
                </c:pt>
                <c:pt idx="5785">
                  <c:v>1.26675</c:v>
                </c:pt>
                <c:pt idx="5786">
                  <c:v>1.2670600000000001</c:v>
                </c:pt>
                <c:pt idx="5787">
                  <c:v>1.2673700000000001</c:v>
                </c:pt>
                <c:pt idx="5788">
                  <c:v>1.2676700000000001</c:v>
                </c:pt>
                <c:pt idx="5789">
                  <c:v>1.2679800000000001</c:v>
                </c:pt>
                <c:pt idx="5790">
                  <c:v>1.2682800000000001</c:v>
                </c:pt>
                <c:pt idx="5791">
                  <c:v>1.2685900000000001</c:v>
                </c:pt>
                <c:pt idx="5792">
                  <c:v>1.2688900000000001</c:v>
                </c:pt>
                <c:pt idx="5793">
                  <c:v>1.2692000000000001</c:v>
                </c:pt>
                <c:pt idx="5794">
                  <c:v>1.2695000000000001</c:v>
                </c:pt>
                <c:pt idx="5795">
                  <c:v>1.2698100000000001</c:v>
                </c:pt>
                <c:pt idx="5796">
                  <c:v>1.2701100000000001</c:v>
                </c:pt>
                <c:pt idx="5797">
                  <c:v>1.2704200000000001</c:v>
                </c:pt>
                <c:pt idx="5798">
                  <c:v>1.2707200000000001</c:v>
                </c:pt>
                <c:pt idx="5799">
                  <c:v>1.2710300000000001</c:v>
                </c:pt>
                <c:pt idx="5800">
                  <c:v>1.2713399999999999</c:v>
                </c:pt>
                <c:pt idx="5801">
                  <c:v>1.2716400000000001</c:v>
                </c:pt>
                <c:pt idx="5802">
                  <c:v>1.2719499999999999</c:v>
                </c:pt>
                <c:pt idx="5803">
                  <c:v>1.2722500000000001</c:v>
                </c:pt>
                <c:pt idx="5804">
                  <c:v>1.2725599999999999</c:v>
                </c:pt>
                <c:pt idx="5805">
                  <c:v>1.2728600000000001</c:v>
                </c:pt>
                <c:pt idx="5806">
                  <c:v>1.2731699999999999</c:v>
                </c:pt>
                <c:pt idx="5807">
                  <c:v>1.2734700000000001</c:v>
                </c:pt>
                <c:pt idx="5808">
                  <c:v>1.2737799999999999</c:v>
                </c:pt>
                <c:pt idx="5809">
                  <c:v>1.2740800000000001</c:v>
                </c:pt>
                <c:pt idx="5810">
                  <c:v>1.2743899999999999</c:v>
                </c:pt>
                <c:pt idx="5811">
                  <c:v>1.2746999999999999</c:v>
                </c:pt>
                <c:pt idx="5812">
                  <c:v>1.2749999999999999</c:v>
                </c:pt>
                <c:pt idx="5813">
                  <c:v>1.2753099999999999</c:v>
                </c:pt>
                <c:pt idx="5814">
                  <c:v>1.2756099999999999</c:v>
                </c:pt>
                <c:pt idx="5815">
                  <c:v>1.2759199999999999</c:v>
                </c:pt>
                <c:pt idx="5816">
                  <c:v>1.2762199999999999</c:v>
                </c:pt>
                <c:pt idx="5817">
                  <c:v>1.2765299999999999</c:v>
                </c:pt>
                <c:pt idx="5818">
                  <c:v>1.2768299999999999</c:v>
                </c:pt>
                <c:pt idx="5819">
                  <c:v>1.2771399999999999</c:v>
                </c:pt>
                <c:pt idx="5820">
                  <c:v>1.2774399999999999</c:v>
                </c:pt>
                <c:pt idx="5821">
                  <c:v>1.2777499999999999</c:v>
                </c:pt>
                <c:pt idx="5822">
                  <c:v>1.2780499999999999</c:v>
                </c:pt>
                <c:pt idx="5823">
                  <c:v>1.2783599999999999</c:v>
                </c:pt>
                <c:pt idx="5824">
                  <c:v>1.27867</c:v>
                </c:pt>
                <c:pt idx="5825">
                  <c:v>1.2789699999999999</c:v>
                </c:pt>
                <c:pt idx="5826">
                  <c:v>1.27928</c:v>
                </c:pt>
                <c:pt idx="5827">
                  <c:v>1.2795799999999999</c:v>
                </c:pt>
                <c:pt idx="5828">
                  <c:v>1.27989</c:v>
                </c:pt>
                <c:pt idx="5829">
                  <c:v>1.2801899999999999</c:v>
                </c:pt>
                <c:pt idx="5830">
                  <c:v>1.2805</c:v>
                </c:pt>
                <c:pt idx="5831">
                  <c:v>1.2807999999999999</c:v>
                </c:pt>
                <c:pt idx="5832">
                  <c:v>1.28111</c:v>
                </c:pt>
                <c:pt idx="5833">
                  <c:v>1.2814099999999999</c:v>
                </c:pt>
                <c:pt idx="5834">
                  <c:v>1.28172</c:v>
                </c:pt>
                <c:pt idx="5835">
                  <c:v>1.2820199999999999</c:v>
                </c:pt>
                <c:pt idx="5836">
                  <c:v>1.28233</c:v>
                </c:pt>
                <c:pt idx="5837">
                  <c:v>1.28264</c:v>
                </c:pt>
                <c:pt idx="5838">
                  <c:v>1.28294</c:v>
                </c:pt>
                <c:pt idx="5839">
                  <c:v>1.28325</c:v>
                </c:pt>
                <c:pt idx="5840">
                  <c:v>1.28355</c:v>
                </c:pt>
                <c:pt idx="5841">
                  <c:v>1.28386</c:v>
                </c:pt>
                <c:pt idx="5842">
                  <c:v>1.28416</c:v>
                </c:pt>
                <c:pt idx="5843">
                  <c:v>1.28447</c:v>
                </c:pt>
                <c:pt idx="5844">
                  <c:v>1.28477</c:v>
                </c:pt>
                <c:pt idx="5845">
                  <c:v>1.28508</c:v>
                </c:pt>
                <c:pt idx="5846">
                  <c:v>1.28538</c:v>
                </c:pt>
                <c:pt idx="5847">
                  <c:v>1.28569</c:v>
                </c:pt>
                <c:pt idx="5848">
                  <c:v>1.28599</c:v>
                </c:pt>
                <c:pt idx="5849">
                  <c:v>1.2863</c:v>
                </c:pt>
                <c:pt idx="5850">
                  <c:v>1.28661</c:v>
                </c:pt>
                <c:pt idx="5851">
                  <c:v>1.28691</c:v>
                </c:pt>
                <c:pt idx="5852">
                  <c:v>1.28722</c:v>
                </c:pt>
                <c:pt idx="5853">
                  <c:v>1.28752</c:v>
                </c:pt>
                <c:pt idx="5854">
                  <c:v>1.28783</c:v>
                </c:pt>
                <c:pt idx="5855">
                  <c:v>1.28813</c:v>
                </c:pt>
                <c:pt idx="5856">
                  <c:v>1.28844</c:v>
                </c:pt>
                <c:pt idx="5857">
                  <c:v>1.28874</c:v>
                </c:pt>
                <c:pt idx="5858">
                  <c:v>1.28905</c:v>
                </c:pt>
                <c:pt idx="5859">
                  <c:v>1.28935</c:v>
                </c:pt>
                <c:pt idx="5860">
                  <c:v>1.28966</c:v>
                </c:pt>
                <c:pt idx="5861">
                  <c:v>1.28996</c:v>
                </c:pt>
                <c:pt idx="5862">
                  <c:v>1.29027</c:v>
                </c:pt>
                <c:pt idx="5863">
                  <c:v>1.2905800000000001</c:v>
                </c:pt>
                <c:pt idx="5864">
                  <c:v>1.29088</c:v>
                </c:pt>
                <c:pt idx="5865">
                  <c:v>1.2911900000000001</c:v>
                </c:pt>
                <c:pt idx="5866">
                  <c:v>1.29149</c:v>
                </c:pt>
                <c:pt idx="5867">
                  <c:v>1.2918000000000001</c:v>
                </c:pt>
                <c:pt idx="5868">
                  <c:v>1.2921</c:v>
                </c:pt>
                <c:pt idx="5869">
                  <c:v>1.2924100000000001</c:v>
                </c:pt>
                <c:pt idx="5870">
                  <c:v>1.29271</c:v>
                </c:pt>
                <c:pt idx="5871">
                  <c:v>1.2930200000000001</c:v>
                </c:pt>
                <c:pt idx="5872">
                  <c:v>1.29332</c:v>
                </c:pt>
                <c:pt idx="5873">
                  <c:v>1.2936300000000001</c:v>
                </c:pt>
                <c:pt idx="5874">
                  <c:v>1.2939400000000001</c:v>
                </c:pt>
                <c:pt idx="5875">
                  <c:v>1.2942400000000001</c:v>
                </c:pt>
                <c:pt idx="5876">
                  <c:v>1.2945500000000001</c:v>
                </c:pt>
                <c:pt idx="5877">
                  <c:v>1.2948500000000001</c:v>
                </c:pt>
                <c:pt idx="5878">
                  <c:v>1.2951600000000001</c:v>
                </c:pt>
                <c:pt idx="5879">
                  <c:v>1.2954600000000001</c:v>
                </c:pt>
                <c:pt idx="5880">
                  <c:v>1.2957700000000001</c:v>
                </c:pt>
                <c:pt idx="5881">
                  <c:v>1.2960700000000001</c:v>
                </c:pt>
                <c:pt idx="5882">
                  <c:v>1.2963800000000001</c:v>
                </c:pt>
                <c:pt idx="5883">
                  <c:v>1.2966800000000001</c:v>
                </c:pt>
                <c:pt idx="5884">
                  <c:v>1.2969900000000001</c:v>
                </c:pt>
                <c:pt idx="5885">
                  <c:v>1.2972900000000001</c:v>
                </c:pt>
                <c:pt idx="5886">
                  <c:v>1.2976000000000001</c:v>
                </c:pt>
                <c:pt idx="5887">
                  <c:v>1.2979099999999999</c:v>
                </c:pt>
                <c:pt idx="5888">
                  <c:v>1.2982100000000001</c:v>
                </c:pt>
                <c:pt idx="5889">
                  <c:v>1.2985199999999999</c:v>
                </c:pt>
                <c:pt idx="5890">
                  <c:v>1.2988200000000001</c:v>
                </c:pt>
                <c:pt idx="5891">
                  <c:v>1.2991299999999999</c:v>
                </c:pt>
                <c:pt idx="5892">
                  <c:v>1.2994300000000001</c:v>
                </c:pt>
                <c:pt idx="5893">
                  <c:v>1.2997399999999999</c:v>
                </c:pt>
                <c:pt idx="5894">
                  <c:v>1.3000400000000001</c:v>
                </c:pt>
                <c:pt idx="5895">
                  <c:v>1.3003499999999999</c:v>
                </c:pt>
                <c:pt idx="5896">
                  <c:v>1.3006500000000001</c:v>
                </c:pt>
                <c:pt idx="5897">
                  <c:v>1.3009599999999999</c:v>
                </c:pt>
                <c:pt idx="5898">
                  <c:v>1.3012600000000001</c:v>
                </c:pt>
                <c:pt idx="5899">
                  <c:v>1.3015699999999999</c:v>
                </c:pt>
                <c:pt idx="5900">
                  <c:v>1.3018799999999999</c:v>
                </c:pt>
                <c:pt idx="5901">
                  <c:v>1.3021799999999999</c:v>
                </c:pt>
                <c:pt idx="5902">
                  <c:v>1.3024899999999999</c:v>
                </c:pt>
                <c:pt idx="5903">
                  <c:v>1.3027899999999999</c:v>
                </c:pt>
                <c:pt idx="5904">
                  <c:v>1.3030999999999999</c:v>
                </c:pt>
                <c:pt idx="5905">
                  <c:v>1.3033999999999999</c:v>
                </c:pt>
                <c:pt idx="5906">
                  <c:v>1.3037099999999999</c:v>
                </c:pt>
                <c:pt idx="5907">
                  <c:v>1.3040099999999999</c:v>
                </c:pt>
                <c:pt idx="5908">
                  <c:v>1.3043199999999999</c:v>
                </c:pt>
                <c:pt idx="5909">
                  <c:v>1.3046199999999999</c:v>
                </c:pt>
                <c:pt idx="5910">
                  <c:v>1.3049299999999999</c:v>
                </c:pt>
                <c:pt idx="5911">
                  <c:v>1.3052299999999999</c:v>
                </c:pt>
                <c:pt idx="5912">
                  <c:v>1.3055399999999999</c:v>
                </c:pt>
                <c:pt idx="5913">
                  <c:v>1.30585</c:v>
                </c:pt>
                <c:pt idx="5914">
                  <c:v>1.3061499999999999</c:v>
                </c:pt>
                <c:pt idx="5915">
                  <c:v>1.30646</c:v>
                </c:pt>
                <c:pt idx="5916">
                  <c:v>1.3067599999999999</c:v>
                </c:pt>
                <c:pt idx="5917">
                  <c:v>1.30707</c:v>
                </c:pt>
                <c:pt idx="5918">
                  <c:v>1.3073699999999999</c:v>
                </c:pt>
                <c:pt idx="5919">
                  <c:v>1.30768</c:v>
                </c:pt>
                <c:pt idx="5920">
                  <c:v>1.3079799999999999</c:v>
                </c:pt>
                <c:pt idx="5921">
                  <c:v>1.30829</c:v>
                </c:pt>
                <c:pt idx="5922">
                  <c:v>1.3085899999999999</c:v>
                </c:pt>
                <c:pt idx="5923">
                  <c:v>1.3089</c:v>
                </c:pt>
                <c:pt idx="5924">
                  <c:v>1.30921</c:v>
                </c:pt>
                <c:pt idx="5925">
                  <c:v>1.30951</c:v>
                </c:pt>
                <c:pt idx="5926">
                  <c:v>1.30982</c:v>
                </c:pt>
                <c:pt idx="5927">
                  <c:v>1.31012</c:v>
                </c:pt>
                <c:pt idx="5928">
                  <c:v>1.31043</c:v>
                </c:pt>
                <c:pt idx="5929">
                  <c:v>1.31073</c:v>
                </c:pt>
                <c:pt idx="5930">
                  <c:v>1.31104</c:v>
                </c:pt>
                <c:pt idx="5931">
                  <c:v>1.31134</c:v>
                </c:pt>
                <c:pt idx="5932">
                  <c:v>1.31165</c:v>
                </c:pt>
                <c:pt idx="5933">
                  <c:v>1.3119499999999999</c:v>
                </c:pt>
                <c:pt idx="5934">
                  <c:v>1.31226</c:v>
                </c:pt>
                <c:pt idx="5935">
                  <c:v>1.3125599999999999</c:v>
                </c:pt>
                <c:pt idx="5936">
                  <c:v>1.31287</c:v>
                </c:pt>
                <c:pt idx="5937">
                  <c:v>1.31318</c:v>
                </c:pt>
                <c:pt idx="5938">
                  <c:v>1.31348</c:v>
                </c:pt>
                <c:pt idx="5939">
                  <c:v>1.31379</c:v>
                </c:pt>
                <c:pt idx="5940">
                  <c:v>1.31409</c:v>
                </c:pt>
                <c:pt idx="5941">
                  <c:v>1.3144</c:v>
                </c:pt>
                <c:pt idx="5942">
                  <c:v>1.3147</c:v>
                </c:pt>
                <c:pt idx="5943">
                  <c:v>1.31501</c:v>
                </c:pt>
                <c:pt idx="5944">
                  <c:v>1.31531</c:v>
                </c:pt>
                <c:pt idx="5945">
                  <c:v>1.31562</c:v>
                </c:pt>
                <c:pt idx="5946">
                  <c:v>1.31592</c:v>
                </c:pt>
                <c:pt idx="5947">
                  <c:v>1.31623</c:v>
                </c:pt>
                <c:pt idx="5948">
                  <c:v>1.31653</c:v>
                </c:pt>
                <c:pt idx="5949">
                  <c:v>1.31684</c:v>
                </c:pt>
                <c:pt idx="5950">
                  <c:v>1.31715</c:v>
                </c:pt>
                <c:pt idx="5951">
                  <c:v>1.31745</c:v>
                </c:pt>
                <c:pt idx="5952">
                  <c:v>1.31776</c:v>
                </c:pt>
                <c:pt idx="5953">
                  <c:v>1.31806</c:v>
                </c:pt>
                <c:pt idx="5954">
                  <c:v>1.31837</c:v>
                </c:pt>
                <c:pt idx="5955">
                  <c:v>1.31867</c:v>
                </c:pt>
                <c:pt idx="5956">
                  <c:v>1.31898</c:v>
                </c:pt>
                <c:pt idx="5957">
                  <c:v>1.31928</c:v>
                </c:pt>
                <c:pt idx="5958">
                  <c:v>1.31959</c:v>
                </c:pt>
                <c:pt idx="5959">
                  <c:v>1.31989</c:v>
                </c:pt>
                <c:pt idx="5960">
                  <c:v>1.3202</c:v>
                </c:pt>
                <c:pt idx="5961">
                  <c:v>1.3205</c:v>
                </c:pt>
                <c:pt idx="5962">
                  <c:v>1.32081</c:v>
                </c:pt>
                <c:pt idx="5963">
                  <c:v>1.3211200000000001</c:v>
                </c:pt>
                <c:pt idx="5964">
                  <c:v>1.32142</c:v>
                </c:pt>
                <c:pt idx="5965">
                  <c:v>1.3217300000000001</c:v>
                </c:pt>
                <c:pt idx="5966">
                  <c:v>1.32203</c:v>
                </c:pt>
                <c:pt idx="5967">
                  <c:v>1.3223400000000001</c:v>
                </c:pt>
                <c:pt idx="5968">
                  <c:v>1.32264</c:v>
                </c:pt>
                <c:pt idx="5969">
                  <c:v>1.3229500000000001</c:v>
                </c:pt>
                <c:pt idx="5970">
                  <c:v>1.32325</c:v>
                </c:pt>
                <c:pt idx="5971">
                  <c:v>1.3235600000000001</c:v>
                </c:pt>
                <c:pt idx="5972">
                  <c:v>1.32386</c:v>
                </c:pt>
                <c:pt idx="5973">
                  <c:v>1.3241700000000001</c:v>
                </c:pt>
                <c:pt idx="5974">
                  <c:v>1.32447</c:v>
                </c:pt>
                <c:pt idx="5975">
                  <c:v>1.3247800000000001</c:v>
                </c:pt>
                <c:pt idx="5976">
                  <c:v>1.3250900000000001</c:v>
                </c:pt>
                <c:pt idx="5977">
                  <c:v>1.3253900000000001</c:v>
                </c:pt>
                <c:pt idx="5978">
                  <c:v>1.3257000000000001</c:v>
                </c:pt>
                <c:pt idx="5979">
                  <c:v>1.3260000000000001</c:v>
                </c:pt>
                <c:pt idx="5980">
                  <c:v>1.3263100000000001</c:v>
                </c:pt>
                <c:pt idx="5981">
                  <c:v>1.3266100000000001</c:v>
                </c:pt>
                <c:pt idx="5982">
                  <c:v>1.3269200000000001</c:v>
                </c:pt>
                <c:pt idx="5983">
                  <c:v>1.3272200000000001</c:v>
                </c:pt>
                <c:pt idx="5984">
                  <c:v>1.3275300000000001</c:v>
                </c:pt>
                <c:pt idx="5985">
                  <c:v>1.3278300000000001</c:v>
                </c:pt>
                <c:pt idx="5986">
                  <c:v>1.3281400000000001</c:v>
                </c:pt>
                <c:pt idx="5987">
                  <c:v>1.3284499999999999</c:v>
                </c:pt>
                <c:pt idx="5988">
                  <c:v>1.3287500000000001</c:v>
                </c:pt>
                <c:pt idx="5989">
                  <c:v>1.3290599999999999</c:v>
                </c:pt>
                <c:pt idx="5990">
                  <c:v>1.3293600000000001</c:v>
                </c:pt>
                <c:pt idx="5991">
                  <c:v>1.3296699999999999</c:v>
                </c:pt>
                <c:pt idx="5992">
                  <c:v>1.3299700000000001</c:v>
                </c:pt>
                <c:pt idx="5993">
                  <c:v>1.3302799999999999</c:v>
                </c:pt>
                <c:pt idx="5994">
                  <c:v>1.3305800000000001</c:v>
                </c:pt>
                <c:pt idx="5995">
                  <c:v>1.3308899999999999</c:v>
                </c:pt>
                <c:pt idx="5996">
                  <c:v>1.3311900000000001</c:v>
                </c:pt>
                <c:pt idx="5997">
                  <c:v>1.3314999999999999</c:v>
                </c:pt>
                <c:pt idx="5998">
                  <c:v>1.3318000000000001</c:v>
                </c:pt>
                <c:pt idx="5999">
                  <c:v>1.3321099999999999</c:v>
                </c:pt>
                <c:pt idx="6000">
                  <c:v>1.3324199999999999</c:v>
                </c:pt>
                <c:pt idx="6001">
                  <c:v>1.3327199999999999</c:v>
                </c:pt>
                <c:pt idx="6002">
                  <c:v>1.3330299999999999</c:v>
                </c:pt>
                <c:pt idx="6003">
                  <c:v>1.3333299999999999</c:v>
                </c:pt>
                <c:pt idx="6004">
                  <c:v>1.3336399999999999</c:v>
                </c:pt>
                <c:pt idx="6005">
                  <c:v>1.3339399999999999</c:v>
                </c:pt>
                <c:pt idx="6006">
                  <c:v>1.3342499999999999</c:v>
                </c:pt>
                <c:pt idx="6007">
                  <c:v>1.3345499999999999</c:v>
                </c:pt>
                <c:pt idx="6008">
                  <c:v>1.3348599999999999</c:v>
                </c:pt>
                <c:pt idx="6009">
                  <c:v>1.3351599999999999</c:v>
                </c:pt>
                <c:pt idx="6010">
                  <c:v>1.3354699999999999</c:v>
                </c:pt>
                <c:pt idx="6011">
                  <c:v>1.3357699999999999</c:v>
                </c:pt>
                <c:pt idx="6012">
                  <c:v>1.3360799999999999</c:v>
                </c:pt>
                <c:pt idx="6013">
                  <c:v>1.33639</c:v>
                </c:pt>
                <c:pt idx="6014">
                  <c:v>1.3366899999999999</c:v>
                </c:pt>
                <c:pt idx="6015">
                  <c:v>1.337</c:v>
                </c:pt>
                <c:pt idx="6016">
                  <c:v>1.3372999999999999</c:v>
                </c:pt>
                <c:pt idx="6017">
                  <c:v>1.33761</c:v>
                </c:pt>
                <c:pt idx="6018">
                  <c:v>1.3379099999999999</c:v>
                </c:pt>
                <c:pt idx="6019">
                  <c:v>1.33822</c:v>
                </c:pt>
                <c:pt idx="6020">
                  <c:v>1.3385199999999999</c:v>
                </c:pt>
                <c:pt idx="6021">
                  <c:v>1.33883</c:v>
                </c:pt>
                <c:pt idx="6022">
                  <c:v>1.3391299999999999</c:v>
                </c:pt>
                <c:pt idx="6023">
                  <c:v>1.33944</c:v>
                </c:pt>
                <c:pt idx="6024">
                  <c:v>1.3397399999999999</c:v>
                </c:pt>
                <c:pt idx="6025">
                  <c:v>1.34005</c:v>
                </c:pt>
                <c:pt idx="6026">
                  <c:v>1.34036</c:v>
                </c:pt>
                <c:pt idx="6027">
                  <c:v>1.34066</c:v>
                </c:pt>
                <c:pt idx="6028">
                  <c:v>1.34097</c:v>
                </c:pt>
                <c:pt idx="6029">
                  <c:v>1.34127</c:v>
                </c:pt>
                <c:pt idx="6030">
                  <c:v>1.34158</c:v>
                </c:pt>
                <c:pt idx="6031">
                  <c:v>1.34188</c:v>
                </c:pt>
                <c:pt idx="6032">
                  <c:v>1.34219</c:v>
                </c:pt>
                <c:pt idx="6033">
                  <c:v>1.34249</c:v>
                </c:pt>
                <c:pt idx="6034">
                  <c:v>1.3428</c:v>
                </c:pt>
                <c:pt idx="6035">
                  <c:v>1.3431</c:v>
                </c:pt>
                <c:pt idx="6036">
                  <c:v>1.34341</c:v>
                </c:pt>
                <c:pt idx="6037">
                  <c:v>1.34371</c:v>
                </c:pt>
                <c:pt idx="6038">
                  <c:v>1.34402</c:v>
                </c:pt>
                <c:pt idx="6039">
                  <c:v>1.34433</c:v>
                </c:pt>
                <c:pt idx="6040">
                  <c:v>1.34463</c:v>
                </c:pt>
                <c:pt idx="6041">
                  <c:v>1.34494</c:v>
                </c:pt>
                <c:pt idx="6042">
                  <c:v>1.34524</c:v>
                </c:pt>
                <c:pt idx="6043">
                  <c:v>1.34555</c:v>
                </c:pt>
                <c:pt idx="6044">
                  <c:v>1.34585</c:v>
                </c:pt>
                <c:pt idx="6045">
                  <c:v>1.34616</c:v>
                </c:pt>
                <c:pt idx="6046">
                  <c:v>1.34646</c:v>
                </c:pt>
                <c:pt idx="6047">
                  <c:v>1.34677</c:v>
                </c:pt>
                <c:pt idx="6048">
                  <c:v>1.34707</c:v>
                </c:pt>
                <c:pt idx="6049">
                  <c:v>1.34738</c:v>
                </c:pt>
                <c:pt idx="6050">
                  <c:v>1.3476900000000001</c:v>
                </c:pt>
                <c:pt idx="6051">
                  <c:v>1.34799</c:v>
                </c:pt>
                <c:pt idx="6052">
                  <c:v>1.3483000000000001</c:v>
                </c:pt>
                <c:pt idx="6053">
                  <c:v>1.3486</c:v>
                </c:pt>
                <c:pt idx="6054">
                  <c:v>1.3489100000000001</c:v>
                </c:pt>
                <c:pt idx="6055">
                  <c:v>1.34921</c:v>
                </c:pt>
                <c:pt idx="6056">
                  <c:v>1.3495200000000001</c:v>
                </c:pt>
                <c:pt idx="6057">
                  <c:v>1.34982</c:v>
                </c:pt>
                <c:pt idx="6058">
                  <c:v>1.3501300000000001</c:v>
                </c:pt>
                <c:pt idx="6059">
                  <c:v>1.35043</c:v>
                </c:pt>
                <c:pt idx="6060">
                  <c:v>1.3507400000000001</c:v>
                </c:pt>
                <c:pt idx="6061">
                  <c:v>1.35104</c:v>
                </c:pt>
                <c:pt idx="6062">
                  <c:v>1.3513500000000001</c:v>
                </c:pt>
                <c:pt idx="6063">
                  <c:v>1.3516600000000001</c:v>
                </c:pt>
                <c:pt idx="6064">
                  <c:v>1.3519600000000001</c:v>
                </c:pt>
                <c:pt idx="6065">
                  <c:v>1.3522700000000001</c:v>
                </c:pt>
                <c:pt idx="6066">
                  <c:v>1.3525700000000001</c:v>
                </c:pt>
                <c:pt idx="6067">
                  <c:v>1.3528800000000001</c:v>
                </c:pt>
                <c:pt idx="6068">
                  <c:v>1.35318</c:v>
                </c:pt>
                <c:pt idx="6069">
                  <c:v>1.3534900000000001</c:v>
                </c:pt>
                <c:pt idx="6070">
                  <c:v>1.35379</c:v>
                </c:pt>
                <c:pt idx="6071">
                  <c:v>1.3541000000000001</c:v>
                </c:pt>
                <c:pt idx="6072">
                  <c:v>1.3544</c:v>
                </c:pt>
                <c:pt idx="6073">
                  <c:v>1.3547100000000001</c:v>
                </c:pt>
                <c:pt idx="6074">
                  <c:v>1.35501</c:v>
                </c:pt>
                <c:pt idx="6075">
                  <c:v>1.3553200000000001</c:v>
                </c:pt>
                <c:pt idx="6076">
                  <c:v>1.3556299999999999</c:v>
                </c:pt>
                <c:pt idx="6077">
                  <c:v>1.3559300000000001</c:v>
                </c:pt>
                <c:pt idx="6078">
                  <c:v>1.3562399999999999</c:v>
                </c:pt>
                <c:pt idx="6079">
                  <c:v>1.3565400000000001</c:v>
                </c:pt>
                <c:pt idx="6080">
                  <c:v>1.3568499999999999</c:v>
                </c:pt>
                <c:pt idx="6081">
                  <c:v>1.3571500000000001</c:v>
                </c:pt>
                <c:pt idx="6082">
                  <c:v>1.3574600000000001</c:v>
                </c:pt>
                <c:pt idx="6083">
                  <c:v>1.3577600000000001</c:v>
                </c:pt>
                <c:pt idx="6084">
                  <c:v>1.3580700000000001</c:v>
                </c:pt>
                <c:pt idx="6085">
                  <c:v>1.3583700000000001</c:v>
                </c:pt>
                <c:pt idx="6086">
                  <c:v>1.3586800000000001</c:v>
                </c:pt>
                <c:pt idx="6087">
                  <c:v>1.3589800000000001</c:v>
                </c:pt>
                <c:pt idx="6088">
                  <c:v>1.3592900000000001</c:v>
                </c:pt>
                <c:pt idx="6089">
                  <c:v>1.3595999999999999</c:v>
                </c:pt>
                <c:pt idx="6090">
                  <c:v>1.3599000000000001</c:v>
                </c:pt>
                <c:pt idx="6091">
                  <c:v>1.3602099999999999</c:v>
                </c:pt>
                <c:pt idx="6092">
                  <c:v>1.3605100000000001</c:v>
                </c:pt>
                <c:pt idx="6093">
                  <c:v>1.3608199999999999</c:v>
                </c:pt>
                <c:pt idx="6094">
                  <c:v>1.3611200000000001</c:v>
                </c:pt>
                <c:pt idx="6095">
                  <c:v>1.3614299999999999</c:v>
                </c:pt>
                <c:pt idx="6096">
                  <c:v>1.3617300000000001</c:v>
                </c:pt>
                <c:pt idx="6097">
                  <c:v>1.3620399999999999</c:v>
                </c:pt>
                <c:pt idx="6098">
                  <c:v>1.3623400000000001</c:v>
                </c:pt>
                <c:pt idx="6099">
                  <c:v>1.3626499999999999</c:v>
                </c:pt>
                <c:pt idx="6100">
                  <c:v>1.3629500000000001</c:v>
                </c:pt>
                <c:pt idx="6101">
                  <c:v>1.3632599999999999</c:v>
                </c:pt>
                <c:pt idx="6102">
                  <c:v>1.3635699999999999</c:v>
                </c:pt>
                <c:pt idx="6103">
                  <c:v>1.3638699999999999</c:v>
                </c:pt>
                <c:pt idx="6104">
                  <c:v>1.3641799999999999</c:v>
                </c:pt>
                <c:pt idx="6105">
                  <c:v>1.3644799999999999</c:v>
                </c:pt>
                <c:pt idx="6106">
                  <c:v>1.3647899999999999</c:v>
                </c:pt>
                <c:pt idx="6107">
                  <c:v>1.3650899999999999</c:v>
                </c:pt>
                <c:pt idx="6108">
                  <c:v>1.3653999999999999</c:v>
                </c:pt>
                <c:pt idx="6109">
                  <c:v>1.3656999999999999</c:v>
                </c:pt>
                <c:pt idx="6110">
                  <c:v>1.3660099999999999</c:v>
                </c:pt>
                <c:pt idx="6111">
                  <c:v>1.3663099999999999</c:v>
                </c:pt>
                <c:pt idx="6112">
                  <c:v>1.3666199999999999</c:v>
                </c:pt>
                <c:pt idx="6113">
                  <c:v>1.36693</c:v>
                </c:pt>
                <c:pt idx="6114">
                  <c:v>1.3672299999999999</c:v>
                </c:pt>
                <c:pt idx="6115">
                  <c:v>1.36754</c:v>
                </c:pt>
                <c:pt idx="6116">
                  <c:v>1.3678399999999999</c:v>
                </c:pt>
                <c:pt idx="6117">
                  <c:v>1.36815</c:v>
                </c:pt>
                <c:pt idx="6118">
                  <c:v>1.3684499999999999</c:v>
                </c:pt>
                <c:pt idx="6119">
                  <c:v>1.36876</c:v>
                </c:pt>
                <c:pt idx="6120">
                  <c:v>1.3690599999999999</c:v>
                </c:pt>
                <c:pt idx="6121">
                  <c:v>1.36937</c:v>
                </c:pt>
                <c:pt idx="6122">
                  <c:v>1.3696699999999999</c:v>
                </c:pt>
                <c:pt idx="6123">
                  <c:v>1.36998</c:v>
                </c:pt>
                <c:pt idx="6124">
                  <c:v>1.3702799999999999</c:v>
                </c:pt>
                <c:pt idx="6125">
                  <c:v>1.37059</c:v>
                </c:pt>
                <c:pt idx="6126">
                  <c:v>1.3709</c:v>
                </c:pt>
                <c:pt idx="6127">
                  <c:v>1.3712</c:v>
                </c:pt>
                <c:pt idx="6128">
                  <c:v>1.37151</c:v>
                </c:pt>
                <c:pt idx="6129">
                  <c:v>1.37181</c:v>
                </c:pt>
                <c:pt idx="6130">
                  <c:v>1.37212</c:v>
                </c:pt>
                <c:pt idx="6131">
                  <c:v>1.37242</c:v>
                </c:pt>
                <c:pt idx="6132">
                  <c:v>1.37273</c:v>
                </c:pt>
                <c:pt idx="6133">
                  <c:v>1.37303</c:v>
                </c:pt>
                <c:pt idx="6134">
                  <c:v>1.37334</c:v>
                </c:pt>
                <c:pt idx="6135">
                  <c:v>1.37364</c:v>
                </c:pt>
                <c:pt idx="6136">
                  <c:v>1.37395</c:v>
                </c:pt>
                <c:pt idx="6137">
                  <c:v>1.37425</c:v>
                </c:pt>
                <c:pt idx="6138">
                  <c:v>1.37456</c:v>
                </c:pt>
                <c:pt idx="6139">
                  <c:v>1.37487</c:v>
                </c:pt>
                <c:pt idx="6140">
                  <c:v>1.37517</c:v>
                </c:pt>
                <c:pt idx="6141">
                  <c:v>1.37548</c:v>
                </c:pt>
                <c:pt idx="6142">
                  <c:v>1.37578</c:v>
                </c:pt>
                <c:pt idx="6143">
                  <c:v>1.37609</c:v>
                </c:pt>
                <c:pt idx="6144">
                  <c:v>1.37639</c:v>
                </c:pt>
                <c:pt idx="6145">
                  <c:v>1.3767</c:v>
                </c:pt>
                <c:pt idx="6146">
                  <c:v>1.377</c:v>
                </c:pt>
                <c:pt idx="6147">
                  <c:v>1.37731</c:v>
                </c:pt>
                <c:pt idx="6148">
                  <c:v>1.37761</c:v>
                </c:pt>
                <c:pt idx="6149">
                  <c:v>1.37792</c:v>
                </c:pt>
                <c:pt idx="6150">
                  <c:v>1.37822</c:v>
                </c:pt>
                <c:pt idx="6151">
                  <c:v>1.37853</c:v>
                </c:pt>
                <c:pt idx="6152">
                  <c:v>1.3788400000000001</c:v>
                </c:pt>
                <c:pt idx="6153">
                  <c:v>1.37914</c:v>
                </c:pt>
                <c:pt idx="6154">
                  <c:v>1.3794500000000001</c:v>
                </c:pt>
                <c:pt idx="6155">
                  <c:v>1.37975</c:v>
                </c:pt>
                <c:pt idx="6156">
                  <c:v>1.3800600000000001</c:v>
                </c:pt>
                <c:pt idx="6157">
                  <c:v>1.38036</c:v>
                </c:pt>
                <c:pt idx="6158">
                  <c:v>1.3806700000000001</c:v>
                </c:pt>
                <c:pt idx="6159">
                  <c:v>1.38097</c:v>
                </c:pt>
                <c:pt idx="6160">
                  <c:v>1.3812800000000001</c:v>
                </c:pt>
                <c:pt idx="6161">
                  <c:v>1.38158</c:v>
                </c:pt>
                <c:pt idx="6162">
                  <c:v>1.3818900000000001</c:v>
                </c:pt>
                <c:pt idx="6163">
                  <c:v>1.3822000000000001</c:v>
                </c:pt>
                <c:pt idx="6164">
                  <c:v>1.3825000000000001</c:v>
                </c:pt>
                <c:pt idx="6165">
                  <c:v>1.3828100000000001</c:v>
                </c:pt>
                <c:pt idx="6166">
                  <c:v>1.3831100000000001</c:v>
                </c:pt>
                <c:pt idx="6167">
                  <c:v>1.3834200000000001</c:v>
                </c:pt>
                <c:pt idx="6168">
                  <c:v>1.3837200000000001</c:v>
                </c:pt>
                <c:pt idx="6169">
                  <c:v>1.3840300000000001</c:v>
                </c:pt>
                <c:pt idx="6170">
                  <c:v>1.3843300000000001</c:v>
                </c:pt>
                <c:pt idx="6171">
                  <c:v>1.3846400000000001</c:v>
                </c:pt>
                <c:pt idx="6172">
                  <c:v>1.3849400000000001</c:v>
                </c:pt>
                <c:pt idx="6173">
                  <c:v>1.3852500000000001</c:v>
                </c:pt>
                <c:pt idx="6174">
                  <c:v>1.3855500000000001</c:v>
                </c:pt>
                <c:pt idx="6175">
                  <c:v>1.3858600000000001</c:v>
                </c:pt>
                <c:pt idx="6176">
                  <c:v>1.3861699999999999</c:v>
                </c:pt>
                <c:pt idx="6177">
                  <c:v>1.3864700000000001</c:v>
                </c:pt>
                <c:pt idx="6178">
                  <c:v>1.3867799999999999</c:v>
                </c:pt>
                <c:pt idx="6179">
                  <c:v>1.3870800000000001</c:v>
                </c:pt>
                <c:pt idx="6180">
                  <c:v>1.3873899999999999</c:v>
                </c:pt>
                <c:pt idx="6181">
                  <c:v>1.3876900000000001</c:v>
                </c:pt>
                <c:pt idx="6182">
                  <c:v>1.3879999999999999</c:v>
                </c:pt>
                <c:pt idx="6183">
                  <c:v>1.3883000000000001</c:v>
                </c:pt>
                <c:pt idx="6184">
                  <c:v>1.3886099999999999</c:v>
                </c:pt>
                <c:pt idx="6185">
                  <c:v>1.3889100000000001</c:v>
                </c:pt>
                <c:pt idx="6186">
                  <c:v>1.3892199999999999</c:v>
                </c:pt>
                <c:pt idx="6187">
                  <c:v>1.3895200000000001</c:v>
                </c:pt>
                <c:pt idx="6188">
                  <c:v>1.3898299999999999</c:v>
                </c:pt>
                <c:pt idx="6189">
                  <c:v>1.3901399999999999</c:v>
                </c:pt>
                <c:pt idx="6190">
                  <c:v>1.3904399999999999</c:v>
                </c:pt>
                <c:pt idx="6191">
                  <c:v>1.3907499999999999</c:v>
                </c:pt>
                <c:pt idx="6192">
                  <c:v>1.3910499999999999</c:v>
                </c:pt>
                <c:pt idx="6193">
                  <c:v>1.3913599999999999</c:v>
                </c:pt>
                <c:pt idx="6194">
                  <c:v>1.3916599999999999</c:v>
                </c:pt>
                <c:pt idx="6195">
                  <c:v>1.3919699999999999</c:v>
                </c:pt>
                <c:pt idx="6196">
                  <c:v>1.3922699999999999</c:v>
                </c:pt>
                <c:pt idx="6197">
                  <c:v>1.3925799999999999</c:v>
                </c:pt>
                <c:pt idx="6198">
                  <c:v>1.3928799999999999</c:v>
                </c:pt>
                <c:pt idx="6199">
                  <c:v>1.3931899999999999</c:v>
                </c:pt>
                <c:pt idx="6200">
                  <c:v>1.3934899999999999</c:v>
                </c:pt>
                <c:pt idx="6201">
                  <c:v>1.3937999999999999</c:v>
                </c:pt>
                <c:pt idx="6202">
                  <c:v>1.39411</c:v>
                </c:pt>
                <c:pt idx="6203">
                  <c:v>1.3944099999999999</c:v>
                </c:pt>
                <c:pt idx="6204">
                  <c:v>1.39472</c:v>
                </c:pt>
                <c:pt idx="6205">
                  <c:v>1.3950199999999999</c:v>
                </c:pt>
                <c:pt idx="6206">
                  <c:v>1.39533</c:v>
                </c:pt>
                <c:pt idx="6207">
                  <c:v>1.3956299999999999</c:v>
                </c:pt>
                <c:pt idx="6208">
                  <c:v>1.39594</c:v>
                </c:pt>
                <c:pt idx="6209">
                  <c:v>1.3962399999999999</c:v>
                </c:pt>
                <c:pt idx="6210">
                  <c:v>1.39655</c:v>
                </c:pt>
                <c:pt idx="6211">
                  <c:v>1.3968499999999999</c:v>
                </c:pt>
                <c:pt idx="6212">
                  <c:v>1.39716</c:v>
                </c:pt>
                <c:pt idx="6213">
                  <c:v>1.3974599999999999</c:v>
                </c:pt>
                <c:pt idx="6214">
                  <c:v>1.39777</c:v>
                </c:pt>
                <c:pt idx="6215">
                  <c:v>1.39808</c:v>
                </c:pt>
                <c:pt idx="6216">
                  <c:v>1.39838</c:v>
                </c:pt>
                <c:pt idx="6217">
                  <c:v>1.39869</c:v>
                </c:pt>
                <c:pt idx="6218">
                  <c:v>1.39899</c:v>
                </c:pt>
                <c:pt idx="6219">
                  <c:v>1.3993</c:v>
                </c:pt>
                <c:pt idx="6220">
                  <c:v>1.3996</c:v>
                </c:pt>
                <c:pt idx="6221">
                  <c:v>1.39991</c:v>
                </c:pt>
                <c:pt idx="6222">
                  <c:v>1.40021</c:v>
                </c:pt>
                <c:pt idx="6223">
                  <c:v>1.40052</c:v>
                </c:pt>
                <c:pt idx="6224">
                  <c:v>1.40082</c:v>
                </c:pt>
                <c:pt idx="6225">
                  <c:v>1.40113</c:v>
                </c:pt>
                <c:pt idx="6226">
                  <c:v>1.40144</c:v>
                </c:pt>
                <c:pt idx="6227">
                  <c:v>1.40174</c:v>
                </c:pt>
                <c:pt idx="6228">
                  <c:v>1.40205</c:v>
                </c:pt>
                <c:pt idx="6229">
                  <c:v>1.40235</c:v>
                </c:pt>
                <c:pt idx="6230">
                  <c:v>1.40266</c:v>
                </c:pt>
                <c:pt idx="6231">
                  <c:v>1.40296</c:v>
                </c:pt>
                <c:pt idx="6232">
                  <c:v>1.40327</c:v>
                </c:pt>
                <c:pt idx="6233">
                  <c:v>1.40357</c:v>
                </c:pt>
                <c:pt idx="6234">
                  <c:v>1.40388</c:v>
                </c:pt>
                <c:pt idx="6235">
                  <c:v>1.40418</c:v>
                </c:pt>
                <c:pt idx="6236">
                  <c:v>1.40449</c:v>
                </c:pt>
                <c:pt idx="6237">
                  <c:v>1.40479</c:v>
                </c:pt>
                <c:pt idx="6238">
                  <c:v>1.4051</c:v>
                </c:pt>
                <c:pt idx="6239">
                  <c:v>1.40541</c:v>
                </c:pt>
                <c:pt idx="6240">
                  <c:v>1.40571</c:v>
                </c:pt>
                <c:pt idx="6241">
                  <c:v>1.40602</c:v>
                </c:pt>
                <c:pt idx="6242">
                  <c:v>1.40632</c:v>
                </c:pt>
                <c:pt idx="6243">
                  <c:v>1.40663</c:v>
                </c:pt>
                <c:pt idx="6244">
                  <c:v>1.40693</c:v>
                </c:pt>
                <c:pt idx="6245">
                  <c:v>1.40724</c:v>
                </c:pt>
                <c:pt idx="6246">
                  <c:v>1.40754</c:v>
                </c:pt>
                <c:pt idx="6247">
                  <c:v>1.40785</c:v>
                </c:pt>
                <c:pt idx="6248">
                  <c:v>1.40815</c:v>
                </c:pt>
                <c:pt idx="6249">
                  <c:v>1.40846</c:v>
                </c:pt>
                <c:pt idx="6250">
                  <c:v>1.40876</c:v>
                </c:pt>
                <c:pt idx="6251">
                  <c:v>1.40907</c:v>
                </c:pt>
                <c:pt idx="6252">
                  <c:v>1.4093800000000001</c:v>
                </c:pt>
                <c:pt idx="6253">
                  <c:v>1.40968</c:v>
                </c:pt>
                <c:pt idx="6254">
                  <c:v>1.4099900000000001</c:v>
                </c:pt>
                <c:pt idx="6255">
                  <c:v>1.41029</c:v>
                </c:pt>
                <c:pt idx="6256">
                  <c:v>1.4106000000000001</c:v>
                </c:pt>
                <c:pt idx="6257">
                  <c:v>1.4109</c:v>
                </c:pt>
                <c:pt idx="6258">
                  <c:v>1.4112100000000001</c:v>
                </c:pt>
                <c:pt idx="6259">
                  <c:v>1.41151</c:v>
                </c:pt>
                <c:pt idx="6260">
                  <c:v>1.4118200000000001</c:v>
                </c:pt>
                <c:pt idx="6261">
                  <c:v>1.41212</c:v>
                </c:pt>
                <c:pt idx="6262">
                  <c:v>1.4124300000000001</c:v>
                </c:pt>
                <c:pt idx="6263">
                  <c:v>1.41273</c:v>
                </c:pt>
                <c:pt idx="6264">
                  <c:v>1.4130400000000001</c:v>
                </c:pt>
                <c:pt idx="6265">
                  <c:v>1.4133500000000001</c:v>
                </c:pt>
                <c:pt idx="6266">
                  <c:v>1.4136500000000001</c:v>
                </c:pt>
                <c:pt idx="6267">
                  <c:v>1.4139600000000001</c:v>
                </c:pt>
                <c:pt idx="6268">
                  <c:v>1.4142600000000001</c:v>
                </c:pt>
                <c:pt idx="6269">
                  <c:v>1.4145700000000001</c:v>
                </c:pt>
                <c:pt idx="6270">
                  <c:v>1.4148700000000001</c:v>
                </c:pt>
                <c:pt idx="6271">
                  <c:v>1.4151800000000001</c:v>
                </c:pt>
                <c:pt idx="6272">
                  <c:v>1.4154800000000001</c:v>
                </c:pt>
                <c:pt idx="6273">
                  <c:v>1.4157900000000001</c:v>
                </c:pt>
                <c:pt idx="6274">
                  <c:v>1.4160900000000001</c:v>
                </c:pt>
                <c:pt idx="6275">
                  <c:v>1.4164000000000001</c:v>
                </c:pt>
                <c:pt idx="6276">
                  <c:v>1.4167000000000001</c:v>
                </c:pt>
                <c:pt idx="6277">
                  <c:v>1.4170100000000001</c:v>
                </c:pt>
                <c:pt idx="6278">
                  <c:v>1.4173199999999999</c:v>
                </c:pt>
                <c:pt idx="6279">
                  <c:v>1.4176200000000001</c:v>
                </c:pt>
                <c:pt idx="6280">
                  <c:v>1.4179299999999999</c:v>
                </c:pt>
                <c:pt idx="6281">
                  <c:v>1.4182300000000001</c:v>
                </c:pt>
                <c:pt idx="6282">
                  <c:v>1.4185399999999999</c:v>
                </c:pt>
                <c:pt idx="6283">
                  <c:v>1.4188400000000001</c:v>
                </c:pt>
                <c:pt idx="6284">
                  <c:v>1.4191499999999999</c:v>
                </c:pt>
                <c:pt idx="6285">
                  <c:v>1.4194500000000001</c:v>
                </c:pt>
                <c:pt idx="6286">
                  <c:v>1.4197599999999999</c:v>
                </c:pt>
                <c:pt idx="6287">
                  <c:v>1.4200600000000001</c:v>
                </c:pt>
                <c:pt idx="6288">
                  <c:v>1.4203699999999999</c:v>
                </c:pt>
                <c:pt idx="6289">
                  <c:v>1.4206799999999999</c:v>
                </c:pt>
                <c:pt idx="6290">
                  <c:v>1.4209799999999999</c:v>
                </c:pt>
                <c:pt idx="6291">
                  <c:v>1.4212899999999999</c:v>
                </c:pt>
                <c:pt idx="6292">
                  <c:v>1.4215899999999999</c:v>
                </c:pt>
                <c:pt idx="6293">
                  <c:v>1.4218999999999999</c:v>
                </c:pt>
                <c:pt idx="6294">
                  <c:v>1.4221999999999999</c:v>
                </c:pt>
                <c:pt idx="6295">
                  <c:v>1.4225099999999999</c:v>
                </c:pt>
                <c:pt idx="6296">
                  <c:v>1.4228099999999999</c:v>
                </c:pt>
                <c:pt idx="6297">
                  <c:v>1.4231199999999999</c:v>
                </c:pt>
                <c:pt idx="6298">
                  <c:v>1.4234199999999999</c:v>
                </c:pt>
                <c:pt idx="6299">
                  <c:v>1.4237299999999999</c:v>
                </c:pt>
                <c:pt idx="6300">
                  <c:v>1.4240299999999999</c:v>
                </c:pt>
                <c:pt idx="6301">
                  <c:v>1.4243399999999999</c:v>
                </c:pt>
                <c:pt idx="6302">
                  <c:v>1.42465</c:v>
                </c:pt>
                <c:pt idx="6303">
                  <c:v>1.4249499999999999</c:v>
                </c:pt>
                <c:pt idx="6304">
                  <c:v>1.42526</c:v>
                </c:pt>
                <c:pt idx="6305">
                  <c:v>1.4255599999999999</c:v>
                </c:pt>
                <c:pt idx="6306">
                  <c:v>1.42587</c:v>
                </c:pt>
                <c:pt idx="6307">
                  <c:v>1.4261699999999999</c:v>
                </c:pt>
                <c:pt idx="6308">
                  <c:v>1.42648</c:v>
                </c:pt>
                <c:pt idx="6309">
                  <c:v>1.4267799999999999</c:v>
                </c:pt>
                <c:pt idx="6310">
                  <c:v>1.42709</c:v>
                </c:pt>
                <c:pt idx="6311">
                  <c:v>1.4273899999999999</c:v>
                </c:pt>
                <c:pt idx="6312">
                  <c:v>1.4277</c:v>
                </c:pt>
                <c:pt idx="6313">
                  <c:v>1.4279999999999999</c:v>
                </c:pt>
                <c:pt idx="6314">
                  <c:v>1.42831</c:v>
                </c:pt>
                <c:pt idx="6315">
                  <c:v>1.42862</c:v>
                </c:pt>
                <c:pt idx="6316">
                  <c:v>1.42892</c:v>
                </c:pt>
                <c:pt idx="6317">
                  <c:v>1.42923</c:v>
                </c:pt>
                <c:pt idx="6318">
                  <c:v>1.42953</c:v>
                </c:pt>
                <c:pt idx="6319">
                  <c:v>1.42984</c:v>
                </c:pt>
                <c:pt idx="6320">
                  <c:v>1.43014</c:v>
                </c:pt>
                <c:pt idx="6321">
                  <c:v>1.43045</c:v>
                </c:pt>
                <c:pt idx="6322">
                  <c:v>1.43075</c:v>
                </c:pt>
                <c:pt idx="6323">
                  <c:v>1.43106</c:v>
                </c:pt>
                <c:pt idx="6324">
                  <c:v>1.43136</c:v>
                </c:pt>
                <c:pt idx="6325">
                  <c:v>1.43167</c:v>
                </c:pt>
                <c:pt idx="6326">
                  <c:v>1.43197</c:v>
                </c:pt>
                <c:pt idx="6327">
                  <c:v>1.43228</c:v>
                </c:pt>
                <c:pt idx="6328">
                  <c:v>1.43259</c:v>
                </c:pt>
                <c:pt idx="6329">
                  <c:v>1.43289</c:v>
                </c:pt>
                <c:pt idx="6330">
                  <c:v>1.4332</c:v>
                </c:pt>
                <c:pt idx="6331">
                  <c:v>1.4335</c:v>
                </c:pt>
                <c:pt idx="6332">
                  <c:v>1.43381</c:v>
                </c:pt>
                <c:pt idx="6333">
                  <c:v>1.43411</c:v>
                </c:pt>
                <c:pt idx="6334">
                  <c:v>1.43442</c:v>
                </c:pt>
                <c:pt idx="6335">
                  <c:v>1.43472</c:v>
                </c:pt>
                <c:pt idx="6336">
                  <c:v>1.43503</c:v>
                </c:pt>
                <c:pt idx="6337">
                  <c:v>1.43533</c:v>
                </c:pt>
                <c:pt idx="6338">
                  <c:v>1.43564</c:v>
                </c:pt>
                <c:pt idx="6339">
                  <c:v>1.4359500000000001</c:v>
                </c:pt>
                <c:pt idx="6340">
                  <c:v>1.43625</c:v>
                </c:pt>
                <c:pt idx="6341">
                  <c:v>1.4365600000000001</c:v>
                </c:pt>
                <c:pt idx="6342">
                  <c:v>1.43686</c:v>
                </c:pt>
                <c:pt idx="6343">
                  <c:v>1.4371700000000001</c:v>
                </c:pt>
                <c:pt idx="6344">
                  <c:v>1.43747</c:v>
                </c:pt>
                <c:pt idx="6345">
                  <c:v>1.4377800000000001</c:v>
                </c:pt>
                <c:pt idx="6346">
                  <c:v>1.43808</c:v>
                </c:pt>
                <c:pt idx="6347">
                  <c:v>1.4383900000000001</c:v>
                </c:pt>
                <c:pt idx="6348">
                  <c:v>1.43869</c:v>
                </c:pt>
                <c:pt idx="6349">
                  <c:v>1.4390000000000001</c:v>
                </c:pt>
                <c:pt idx="6350">
                  <c:v>1.4393</c:v>
                </c:pt>
                <c:pt idx="6351">
                  <c:v>1.4396100000000001</c:v>
                </c:pt>
                <c:pt idx="6352">
                  <c:v>1.4399200000000001</c:v>
                </c:pt>
                <c:pt idx="6353">
                  <c:v>1.4402200000000001</c:v>
                </c:pt>
                <c:pt idx="6354">
                  <c:v>1.4405300000000001</c:v>
                </c:pt>
                <c:pt idx="6355">
                  <c:v>1.4408300000000001</c:v>
                </c:pt>
                <c:pt idx="6356">
                  <c:v>1.4411400000000001</c:v>
                </c:pt>
                <c:pt idx="6357">
                  <c:v>1.4414400000000001</c:v>
                </c:pt>
                <c:pt idx="6358">
                  <c:v>1.4417500000000001</c:v>
                </c:pt>
                <c:pt idx="6359">
                  <c:v>1.4420500000000001</c:v>
                </c:pt>
                <c:pt idx="6360">
                  <c:v>1.4423600000000001</c:v>
                </c:pt>
                <c:pt idx="6361">
                  <c:v>1.4426600000000001</c:v>
                </c:pt>
                <c:pt idx="6362">
                  <c:v>1.4429700000000001</c:v>
                </c:pt>
                <c:pt idx="6363">
                  <c:v>1.4432700000000001</c:v>
                </c:pt>
                <c:pt idx="6364">
                  <c:v>1.4435800000000001</c:v>
                </c:pt>
                <c:pt idx="6365">
                  <c:v>1.4438899999999999</c:v>
                </c:pt>
                <c:pt idx="6366">
                  <c:v>1.4441900000000001</c:v>
                </c:pt>
                <c:pt idx="6367">
                  <c:v>1.4444999999999999</c:v>
                </c:pt>
                <c:pt idx="6368">
                  <c:v>1.4448000000000001</c:v>
                </c:pt>
                <c:pt idx="6369">
                  <c:v>1.4451099999999999</c:v>
                </c:pt>
                <c:pt idx="6370">
                  <c:v>1.4454100000000001</c:v>
                </c:pt>
                <c:pt idx="6371">
                  <c:v>1.4457199999999999</c:v>
                </c:pt>
                <c:pt idx="6372">
                  <c:v>1.4460200000000001</c:v>
                </c:pt>
                <c:pt idx="6373">
                  <c:v>1.4463299999999999</c:v>
                </c:pt>
                <c:pt idx="6374">
                  <c:v>1.4466300000000001</c:v>
                </c:pt>
                <c:pt idx="6375">
                  <c:v>1.4469399999999999</c:v>
                </c:pt>
                <c:pt idx="6376">
                  <c:v>1.4472400000000001</c:v>
                </c:pt>
                <c:pt idx="6377">
                  <c:v>1.4475499999999999</c:v>
                </c:pt>
                <c:pt idx="6378">
                  <c:v>1.4478599999999999</c:v>
                </c:pt>
                <c:pt idx="6379">
                  <c:v>1.4481599999999999</c:v>
                </c:pt>
                <c:pt idx="6380">
                  <c:v>1.4484699999999999</c:v>
                </c:pt>
                <c:pt idx="6381">
                  <c:v>1.4487699999999999</c:v>
                </c:pt>
                <c:pt idx="6382">
                  <c:v>1.4490799999999999</c:v>
                </c:pt>
                <c:pt idx="6383">
                  <c:v>1.4493799999999999</c:v>
                </c:pt>
                <c:pt idx="6384">
                  <c:v>1.4496899999999999</c:v>
                </c:pt>
                <c:pt idx="6385">
                  <c:v>1.4499899999999999</c:v>
                </c:pt>
                <c:pt idx="6386">
                  <c:v>1.4502999999999999</c:v>
                </c:pt>
                <c:pt idx="6387">
                  <c:v>1.4505999999999999</c:v>
                </c:pt>
                <c:pt idx="6388">
                  <c:v>1.4509099999999999</c:v>
                </c:pt>
                <c:pt idx="6389">
                  <c:v>1.4512100000000001</c:v>
                </c:pt>
                <c:pt idx="6390">
                  <c:v>1.4515199999999999</c:v>
                </c:pt>
                <c:pt idx="6391">
                  <c:v>1.45183</c:v>
                </c:pt>
                <c:pt idx="6392">
                  <c:v>1.4521299999999999</c:v>
                </c:pt>
                <c:pt idx="6393">
                  <c:v>1.45244</c:v>
                </c:pt>
                <c:pt idx="6394">
                  <c:v>1.4527399999999999</c:v>
                </c:pt>
                <c:pt idx="6395">
                  <c:v>1.45305</c:v>
                </c:pt>
                <c:pt idx="6396">
                  <c:v>1.4533499999999999</c:v>
                </c:pt>
                <c:pt idx="6397">
                  <c:v>1.45366</c:v>
                </c:pt>
                <c:pt idx="6398">
                  <c:v>1.4539599999999999</c:v>
                </c:pt>
                <c:pt idx="6399">
                  <c:v>1.45427</c:v>
                </c:pt>
                <c:pt idx="6400">
                  <c:v>1.4545699999999999</c:v>
                </c:pt>
                <c:pt idx="6401">
                  <c:v>1.45488</c:v>
                </c:pt>
                <c:pt idx="6402">
                  <c:v>1.45519</c:v>
                </c:pt>
                <c:pt idx="6403">
                  <c:v>1.45549</c:v>
                </c:pt>
                <c:pt idx="6404">
                  <c:v>1.4558</c:v>
                </c:pt>
                <c:pt idx="6405">
                  <c:v>1.4560999999999999</c:v>
                </c:pt>
                <c:pt idx="6406">
                  <c:v>1.45641</c:v>
                </c:pt>
                <c:pt idx="6407">
                  <c:v>1.4567099999999999</c:v>
                </c:pt>
                <c:pt idx="6408">
                  <c:v>1.45702</c:v>
                </c:pt>
                <c:pt idx="6409">
                  <c:v>1.4573199999999999</c:v>
                </c:pt>
                <c:pt idx="6410">
                  <c:v>1.45763</c:v>
                </c:pt>
                <c:pt idx="6411">
                  <c:v>1.4579299999999999</c:v>
                </c:pt>
                <c:pt idx="6412">
                  <c:v>1.45824</c:v>
                </c:pt>
                <c:pt idx="6413">
                  <c:v>1.4585399999999999</c:v>
                </c:pt>
                <c:pt idx="6414">
                  <c:v>1.45885</c:v>
                </c:pt>
                <c:pt idx="6415">
                  <c:v>1.45916</c:v>
                </c:pt>
                <c:pt idx="6416">
                  <c:v>1.45946</c:v>
                </c:pt>
                <c:pt idx="6417">
                  <c:v>1.45977</c:v>
                </c:pt>
                <c:pt idx="6418">
                  <c:v>1.46007</c:v>
                </c:pt>
                <c:pt idx="6419">
                  <c:v>1.46038</c:v>
                </c:pt>
                <c:pt idx="6420">
                  <c:v>1.46068</c:v>
                </c:pt>
                <c:pt idx="6421">
                  <c:v>1.46099</c:v>
                </c:pt>
                <c:pt idx="6422">
                  <c:v>1.46129</c:v>
                </c:pt>
                <c:pt idx="6423">
                  <c:v>1.4616</c:v>
                </c:pt>
                <c:pt idx="6424">
                  <c:v>1.4619</c:v>
                </c:pt>
                <c:pt idx="6425">
                  <c:v>1.46221</c:v>
                </c:pt>
                <c:pt idx="6426">
                  <c:v>1.46251</c:v>
                </c:pt>
                <c:pt idx="6427">
                  <c:v>1.46282</c:v>
                </c:pt>
                <c:pt idx="6428">
                  <c:v>1.46313</c:v>
                </c:pt>
                <c:pt idx="6429">
                  <c:v>1.46343</c:v>
                </c:pt>
                <c:pt idx="6430">
                  <c:v>1.46374</c:v>
                </c:pt>
                <c:pt idx="6431">
                  <c:v>1.46404</c:v>
                </c:pt>
                <c:pt idx="6432">
                  <c:v>1.46435</c:v>
                </c:pt>
                <c:pt idx="6433">
                  <c:v>1.46465</c:v>
                </c:pt>
                <c:pt idx="6434">
                  <c:v>1.46496</c:v>
                </c:pt>
                <c:pt idx="6435">
                  <c:v>1.46526</c:v>
                </c:pt>
                <c:pt idx="6436">
                  <c:v>1.46557</c:v>
                </c:pt>
                <c:pt idx="6437">
                  <c:v>1.46587</c:v>
                </c:pt>
                <c:pt idx="6438">
                  <c:v>1.46618</c:v>
                </c:pt>
                <c:pt idx="6439">
                  <c:v>1.46648</c:v>
                </c:pt>
                <c:pt idx="6440">
                  <c:v>1.46679</c:v>
                </c:pt>
                <c:pt idx="6441">
                  <c:v>1.4671000000000001</c:v>
                </c:pt>
                <c:pt idx="6442">
                  <c:v>1.4674</c:v>
                </c:pt>
                <c:pt idx="6443">
                  <c:v>1.4677100000000001</c:v>
                </c:pt>
                <c:pt idx="6444">
                  <c:v>1.46801</c:v>
                </c:pt>
                <c:pt idx="6445">
                  <c:v>1.4683200000000001</c:v>
                </c:pt>
                <c:pt idx="6446">
                  <c:v>1.46862</c:v>
                </c:pt>
                <c:pt idx="6447">
                  <c:v>1.4689300000000001</c:v>
                </c:pt>
                <c:pt idx="6448">
                  <c:v>1.46923</c:v>
                </c:pt>
                <c:pt idx="6449">
                  <c:v>1.4695400000000001</c:v>
                </c:pt>
                <c:pt idx="6450">
                  <c:v>1.46984</c:v>
                </c:pt>
                <c:pt idx="6451">
                  <c:v>1.4701500000000001</c:v>
                </c:pt>
                <c:pt idx="6452">
                  <c:v>1.47045</c:v>
                </c:pt>
                <c:pt idx="6453">
                  <c:v>1.4707600000000001</c:v>
                </c:pt>
                <c:pt idx="6454">
                  <c:v>1.4710700000000001</c:v>
                </c:pt>
                <c:pt idx="6455">
                  <c:v>1.4713700000000001</c:v>
                </c:pt>
                <c:pt idx="6456">
                  <c:v>1.4716800000000001</c:v>
                </c:pt>
                <c:pt idx="6457">
                  <c:v>1.4719800000000001</c:v>
                </c:pt>
                <c:pt idx="6458">
                  <c:v>1.4722900000000001</c:v>
                </c:pt>
                <c:pt idx="6459">
                  <c:v>1.4725900000000001</c:v>
                </c:pt>
                <c:pt idx="6460">
                  <c:v>1.4729000000000001</c:v>
                </c:pt>
                <c:pt idx="6461">
                  <c:v>1.4732000000000001</c:v>
                </c:pt>
                <c:pt idx="6462">
                  <c:v>1.4735100000000001</c:v>
                </c:pt>
                <c:pt idx="6463">
                  <c:v>1.4738100000000001</c:v>
                </c:pt>
                <c:pt idx="6464">
                  <c:v>1.4741200000000001</c:v>
                </c:pt>
                <c:pt idx="6465">
                  <c:v>1.4744299999999999</c:v>
                </c:pt>
                <c:pt idx="6466">
                  <c:v>1.4747300000000001</c:v>
                </c:pt>
                <c:pt idx="6467">
                  <c:v>1.4750399999999999</c:v>
                </c:pt>
                <c:pt idx="6468">
                  <c:v>1.4753400000000001</c:v>
                </c:pt>
                <c:pt idx="6469">
                  <c:v>1.4756499999999999</c:v>
                </c:pt>
                <c:pt idx="6470">
                  <c:v>1.4759500000000001</c:v>
                </c:pt>
                <c:pt idx="6471">
                  <c:v>1.4762599999999999</c:v>
                </c:pt>
                <c:pt idx="6472">
                  <c:v>1.4765600000000001</c:v>
                </c:pt>
                <c:pt idx="6473">
                  <c:v>1.4768699999999999</c:v>
                </c:pt>
                <c:pt idx="6474">
                  <c:v>1.4771700000000001</c:v>
                </c:pt>
                <c:pt idx="6475">
                  <c:v>1.4774799999999999</c:v>
                </c:pt>
                <c:pt idx="6476">
                  <c:v>1.4777800000000001</c:v>
                </c:pt>
                <c:pt idx="6477">
                  <c:v>1.4780899999999999</c:v>
                </c:pt>
                <c:pt idx="6478">
                  <c:v>1.4783999999999999</c:v>
                </c:pt>
                <c:pt idx="6479">
                  <c:v>1.4786999999999999</c:v>
                </c:pt>
                <c:pt idx="6480">
                  <c:v>1.4790099999999999</c:v>
                </c:pt>
                <c:pt idx="6481">
                  <c:v>1.4793099999999999</c:v>
                </c:pt>
                <c:pt idx="6482">
                  <c:v>1.4796199999999999</c:v>
                </c:pt>
                <c:pt idx="6483">
                  <c:v>1.4799199999999999</c:v>
                </c:pt>
                <c:pt idx="6484">
                  <c:v>1.4802299999999999</c:v>
                </c:pt>
                <c:pt idx="6485">
                  <c:v>1.4805299999999999</c:v>
                </c:pt>
                <c:pt idx="6486">
                  <c:v>1.4808399999999999</c:v>
                </c:pt>
                <c:pt idx="6487">
                  <c:v>1.4811399999999999</c:v>
                </c:pt>
                <c:pt idx="6488">
                  <c:v>1.4814499999999999</c:v>
                </c:pt>
                <c:pt idx="6489">
                  <c:v>1.4817499999999999</c:v>
                </c:pt>
                <c:pt idx="6490">
                  <c:v>1.4820599999999999</c:v>
                </c:pt>
                <c:pt idx="6491">
                  <c:v>1.48237</c:v>
                </c:pt>
                <c:pt idx="6492">
                  <c:v>1.4826699999999999</c:v>
                </c:pt>
                <c:pt idx="6493">
                  <c:v>1.48298</c:v>
                </c:pt>
                <c:pt idx="6494">
                  <c:v>1.4832799999999999</c:v>
                </c:pt>
                <c:pt idx="6495">
                  <c:v>1.48359</c:v>
                </c:pt>
                <c:pt idx="6496">
                  <c:v>1.4838899999999999</c:v>
                </c:pt>
                <c:pt idx="6497">
                  <c:v>1.4842</c:v>
                </c:pt>
                <c:pt idx="6498">
                  <c:v>1.4844999999999999</c:v>
                </c:pt>
                <c:pt idx="6499">
                  <c:v>1.48481</c:v>
                </c:pt>
                <c:pt idx="6500">
                  <c:v>1.4851099999999999</c:v>
                </c:pt>
                <c:pt idx="6501">
                  <c:v>1.48542</c:v>
                </c:pt>
                <c:pt idx="6502">
                  <c:v>1.4857199999999999</c:v>
                </c:pt>
                <c:pt idx="6503">
                  <c:v>1.48603</c:v>
                </c:pt>
                <c:pt idx="6504">
                  <c:v>1.48634</c:v>
                </c:pt>
                <c:pt idx="6505">
                  <c:v>1.48664</c:v>
                </c:pt>
                <c:pt idx="6506">
                  <c:v>1.48695</c:v>
                </c:pt>
                <c:pt idx="6507">
                  <c:v>1.48725</c:v>
                </c:pt>
                <c:pt idx="6508">
                  <c:v>1.48756</c:v>
                </c:pt>
                <c:pt idx="6509">
                  <c:v>1.48786</c:v>
                </c:pt>
                <c:pt idx="6510">
                  <c:v>1.48817</c:v>
                </c:pt>
                <c:pt idx="6511">
                  <c:v>1.48847</c:v>
                </c:pt>
                <c:pt idx="6512">
                  <c:v>1.48878</c:v>
                </c:pt>
                <c:pt idx="6513">
                  <c:v>1.48908</c:v>
                </c:pt>
                <c:pt idx="6514">
                  <c:v>1.48939</c:v>
                </c:pt>
                <c:pt idx="6515">
                  <c:v>1.4897</c:v>
                </c:pt>
                <c:pt idx="6516">
                  <c:v>1.49</c:v>
                </c:pt>
                <c:pt idx="6517">
                  <c:v>1.49031</c:v>
                </c:pt>
                <c:pt idx="6518">
                  <c:v>1.49061</c:v>
                </c:pt>
                <c:pt idx="6519">
                  <c:v>1.49092</c:v>
                </c:pt>
                <c:pt idx="6520">
                  <c:v>1.49122</c:v>
                </c:pt>
                <c:pt idx="6521">
                  <c:v>1.49153</c:v>
                </c:pt>
                <c:pt idx="6522">
                  <c:v>1.49183</c:v>
                </c:pt>
                <c:pt idx="6523">
                  <c:v>1.49214</c:v>
                </c:pt>
                <c:pt idx="6524">
                  <c:v>1.49244</c:v>
                </c:pt>
                <c:pt idx="6525">
                  <c:v>1.49275</c:v>
                </c:pt>
                <c:pt idx="6526">
                  <c:v>1.49305</c:v>
                </c:pt>
                <c:pt idx="6527">
                  <c:v>1.49336</c:v>
                </c:pt>
                <c:pt idx="6528">
                  <c:v>1.4936700000000001</c:v>
                </c:pt>
                <c:pt idx="6529">
                  <c:v>1.49397</c:v>
                </c:pt>
                <c:pt idx="6530">
                  <c:v>1.4942800000000001</c:v>
                </c:pt>
                <c:pt idx="6531">
                  <c:v>1.49458</c:v>
                </c:pt>
                <c:pt idx="6532">
                  <c:v>1.4948900000000001</c:v>
                </c:pt>
                <c:pt idx="6533">
                  <c:v>1.49519</c:v>
                </c:pt>
                <c:pt idx="6534">
                  <c:v>1.4955000000000001</c:v>
                </c:pt>
                <c:pt idx="6535">
                  <c:v>1.4958</c:v>
                </c:pt>
                <c:pt idx="6536">
                  <c:v>1.4961100000000001</c:v>
                </c:pt>
                <c:pt idx="6537">
                  <c:v>1.49641</c:v>
                </c:pt>
                <c:pt idx="6538">
                  <c:v>1.4967200000000001</c:v>
                </c:pt>
                <c:pt idx="6539">
                  <c:v>1.49702</c:v>
                </c:pt>
                <c:pt idx="6540">
                  <c:v>1.49733</c:v>
                </c:pt>
                <c:pt idx="6541">
                  <c:v>1.4976400000000001</c:v>
                </c:pt>
                <c:pt idx="6542">
                  <c:v>1.49794</c:v>
                </c:pt>
                <c:pt idx="6543">
                  <c:v>1.4982500000000001</c:v>
                </c:pt>
                <c:pt idx="6544">
                  <c:v>1.49855</c:v>
                </c:pt>
                <c:pt idx="6545">
                  <c:v>1.4988600000000001</c:v>
                </c:pt>
                <c:pt idx="6546">
                  <c:v>1.49916</c:v>
                </c:pt>
                <c:pt idx="6547">
                  <c:v>1.4994700000000001</c:v>
                </c:pt>
                <c:pt idx="6548">
                  <c:v>1.49977</c:v>
                </c:pt>
                <c:pt idx="6549">
                  <c:v>1.5000800000000001</c:v>
                </c:pt>
                <c:pt idx="6550">
                  <c:v>1.50038</c:v>
                </c:pt>
                <c:pt idx="6551">
                  <c:v>1.5006900000000001</c:v>
                </c:pt>
                <c:pt idx="6552">
                  <c:v>1.50099</c:v>
                </c:pt>
                <c:pt idx="6553">
                  <c:v>1.5013000000000001</c:v>
                </c:pt>
                <c:pt idx="6554">
                  <c:v>1.5016099999999999</c:v>
                </c:pt>
                <c:pt idx="6555">
                  <c:v>1.5019100000000001</c:v>
                </c:pt>
                <c:pt idx="6556">
                  <c:v>1.5022200000000001</c:v>
                </c:pt>
                <c:pt idx="6557">
                  <c:v>1.5025200000000001</c:v>
                </c:pt>
                <c:pt idx="6558">
                  <c:v>1.5028300000000001</c:v>
                </c:pt>
                <c:pt idx="6559">
                  <c:v>1.5031300000000001</c:v>
                </c:pt>
                <c:pt idx="6560">
                  <c:v>1.5034400000000001</c:v>
                </c:pt>
                <c:pt idx="6561">
                  <c:v>1.5037400000000001</c:v>
                </c:pt>
                <c:pt idx="6562">
                  <c:v>1.5040500000000001</c:v>
                </c:pt>
                <c:pt idx="6563">
                  <c:v>1.5043500000000001</c:v>
                </c:pt>
                <c:pt idx="6564">
                  <c:v>1.5046600000000001</c:v>
                </c:pt>
                <c:pt idx="6565">
                  <c:v>1.5049600000000001</c:v>
                </c:pt>
                <c:pt idx="6566">
                  <c:v>1.5052700000000001</c:v>
                </c:pt>
                <c:pt idx="6567">
                  <c:v>1.5055799999999999</c:v>
                </c:pt>
                <c:pt idx="6568">
                  <c:v>1.5058800000000001</c:v>
                </c:pt>
                <c:pt idx="6569">
                  <c:v>1.5061899999999999</c:v>
                </c:pt>
                <c:pt idx="6570">
                  <c:v>1.5064900000000001</c:v>
                </c:pt>
                <c:pt idx="6571">
                  <c:v>1.5067999999999999</c:v>
                </c:pt>
                <c:pt idx="6572">
                  <c:v>1.5071000000000001</c:v>
                </c:pt>
                <c:pt idx="6573">
                  <c:v>1.5074099999999999</c:v>
                </c:pt>
                <c:pt idx="6574">
                  <c:v>1.5077100000000001</c:v>
                </c:pt>
                <c:pt idx="6575">
                  <c:v>1.5080199999999999</c:v>
                </c:pt>
                <c:pt idx="6576">
                  <c:v>1.5083200000000001</c:v>
                </c:pt>
                <c:pt idx="6577">
                  <c:v>1.5086299999999999</c:v>
                </c:pt>
                <c:pt idx="6578">
                  <c:v>1.5089399999999999</c:v>
                </c:pt>
                <c:pt idx="6579">
                  <c:v>1.5092399999999999</c:v>
                </c:pt>
                <c:pt idx="6580">
                  <c:v>1.5095499999999999</c:v>
                </c:pt>
                <c:pt idx="6581">
                  <c:v>1.5098499999999999</c:v>
                </c:pt>
                <c:pt idx="6582">
                  <c:v>1.5101599999999999</c:v>
                </c:pt>
                <c:pt idx="6583">
                  <c:v>1.5104599999999999</c:v>
                </c:pt>
                <c:pt idx="6584">
                  <c:v>1.5107699999999999</c:v>
                </c:pt>
                <c:pt idx="6585">
                  <c:v>1.5110699999999999</c:v>
                </c:pt>
                <c:pt idx="6586">
                  <c:v>1.5113799999999999</c:v>
                </c:pt>
                <c:pt idx="6587">
                  <c:v>1.5116799999999999</c:v>
                </c:pt>
                <c:pt idx="6588">
                  <c:v>1.5119899999999999</c:v>
                </c:pt>
                <c:pt idx="6589">
                  <c:v>1.5122899999999999</c:v>
                </c:pt>
                <c:pt idx="6590">
                  <c:v>1.5125999999999999</c:v>
                </c:pt>
                <c:pt idx="6591">
                  <c:v>1.51291</c:v>
                </c:pt>
                <c:pt idx="6592">
                  <c:v>1.5132099999999999</c:v>
                </c:pt>
                <c:pt idx="6593">
                  <c:v>1.51352</c:v>
                </c:pt>
                <c:pt idx="6594">
                  <c:v>1.5138199999999999</c:v>
                </c:pt>
                <c:pt idx="6595">
                  <c:v>1.51413</c:v>
                </c:pt>
                <c:pt idx="6596">
                  <c:v>1.5144299999999999</c:v>
                </c:pt>
                <c:pt idx="6597">
                  <c:v>1.51474</c:v>
                </c:pt>
                <c:pt idx="6598">
                  <c:v>1.5150399999999999</c:v>
                </c:pt>
                <c:pt idx="6599">
                  <c:v>1.51535</c:v>
                </c:pt>
                <c:pt idx="6600">
                  <c:v>1.5156499999999999</c:v>
                </c:pt>
                <c:pt idx="6601">
                  <c:v>1.51596</c:v>
                </c:pt>
                <c:pt idx="6602">
                  <c:v>1.5162599999999999</c:v>
                </c:pt>
                <c:pt idx="6603">
                  <c:v>1.51657</c:v>
                </c:pt>
                <c:pt idx="6604">
                  <c:v>1.51688</c:v>
                </c:pt>
                <c:pt idx="6605">
                  <c:v>1.51718</c:v>
                </c:pt>
                <c:pt idx="6606">
                  <c:v>1.51749</c:v>
                </c:pt>
                <c:pt idx="6607">
                  <c:v>1.51779</c:v>
                </c:pt>
                <c:pt idx="6608">
                  <c:v>1.5181</c:v>
                </c:pt>
                <c:pt idx="6609">
                  <c:v>1.5184</c:v>
                </c:pt>
                <c:pt idx="6610">
                  <c:v>1.51871</c:v>
                </c:pt>
                <c:pt idx="6611">
                  <c:v>1.51901</c:v>
                </c:pt>
                <c:pt idx="6612">
                  <c:v>1.51932</c:v>
                </c:pt>
                <c:pt idx="6613">
                  <c:v>1.51962</c:v>
                </c:pt>
                <c:pt idx="6614">
                  <c:v>1.51993</c:v>
                </c:pt>
                <c:pt idx="6615">
                  <c:v>1.52023</c:v>
                </c:pt>
                <c:pt idx="6616">
                  <c:v>1.52054</c:v>
                </c:pt>
                <c:pt idx="6617">
                  <c:v>1.52085</c:v>
                </c:pt>
                <c:pt idx="6618">
                  <c:v>1.52115</c:v>
                </c:pt>
                <c:pt idx="6619">
                  <c:v>1.52146</c:v>
                </c:pt>
                <c:pt idx="6620">
                  <c:v>1.52176</c:v>
                </c:pt>
                <c:pt idx="6621">
                  <c:v>1.52207</c:v>
                </c:pt>
                <c:pt idx="6622">
                  <c:v>1.52237</c:v>
                </c:pt>
                <c:pt idx="6623">
                  <c:v>1.52268</c:v>
                </c:pt>
                <c:pt idx="6624">
                  <c:v>1.52298</c:v>
                </c:pt>
                <c:pt idx="6625">
                  <c:v>1.52329</c:v>
                </c:pt>
                <c:pt idx="6626">
                  <c:v>1.52359</c:v>
                </c:pt>
                <c:pt idx="6627">
                  <c:v>1.5239</c:v>
                </c:pt>
                <c:pt idx="6628">
                  <c:v>1.5242</c:v>
                </c:pt>
                <c:pt idx="6629">
                  <c:v>1.52451</c:v>
                </c:pt>
                <c:pt idx="6630">
                  <c:v>1.5248200000000001</c:v>
                </c:pt>
                <c:pt idx="6631">
                  <c:v>1.52512</c:v>
                </c:pt>
                <c:pt idx="6632">
                  <c:v>1.5254300000000001</c:v>
                </c:pt>
                <c:pt idx="6633">
                  <c:v>1.52573</c:v>
                </c:pt>
                <c:pt idx="6634">
                  <c:v>1.5260400000000001</c:v>
                </c:pt>
                <c:pt idx="6635">
                  <c:v>1.52634</c:v>
                </c:pt>
                <c:pt idx="6636">
                  <c:v>1.5266500000000001</c:v>
                </c:pt>
                <c:pt idx="6637">
                  <c:v>1.52695</c:v>
                </c:pt>
                <c:pt idx="6638">
                  <c:v>1.5272600000000001</c:v>
                </c:pt>
                <c:pt idx="6639">
                  <c:v>1.52756</c:v>
                </c:pt>
                <c:pt idx="6640">
                  <c:v>1.5278700000000001</c:v>
                </c:pt>
                <c:pt idx="6641">
                  <c:v>1.5281800000000001</c:v>
                </c:pt>
                <c:pt idx="6642">
                  <c:v>1.5284800000000001</c:v>
                </c:pt>
                <c:pt idx="6643">
                  <c:v>1.5287900000000001</c:v>
                </c:pt>
                <c:pt idx="6644">
                  <c:v>1.5290900000000001</c:v>
                </c:pt>
                <c:pt idx="6645">
                  <c:v>1.5294000000000001</c:v>
                </c:pt>
                <c:pt idx="6646">
                  <c:v>1.5297000000000001</c:v>
                </c:pt>
                <c:pt idx="6647">
                  <c:v>1.5300100000000001</c:v>
                </c:pt>
                <c:pt idx="6648">
                  <c:v>1.5303100000000001</c:v>
                </c:pt>
                <c:pt idx="6649">
                  <c:v>1.5306200000000001</c:v>
                </c:pt>
                <c:pt idx="6650">
                  <c:v>1.5309200000000001</c:v>
                </c:pt>
                <c:pt idx="6651">
                  <c:v>1.5312300000000001</c:v>
                </c:pt>
                <c:pt idx="6652">
                  <c:v>1.5315300000000001</c:v>
                </c:pt>
                <c:pt idx="6653">
                  <c:v>1.5318400000000001</c:v>
                </c:pt>
                <c:pt idx="6654">
                  <c:v>1.5321499999999999</c:v>
                </c:pt>
                <c:pt idx="6655">
                  <c:v>1.5324500000000001</c:v>
                </c:pt>
                <c:pt idx="6656">
                  <c:v>1.5327599999999999</c:v>
                </c:pt>
                <c:pt idx="6657">
                  <c:v>1.5330600000000001</c:v>
                </c:pt>
                <c:pt idx="6658">
                  <c:v>1.5333699999999999</c:v>
                </c:pt>
                <c:pt idx="6659">
                  <c:v>1.5336700000000001</c:v>
                </c:pt>
                <c:pt idx="6660">
                  <c:v>1.5339799999999999</c:v>
                </c:pt>
                <c:pt idx="6661">
                  <c:v>1.5342800000000001</c:v>
                </c:pt>
                <c:pt idx="6662">
                  <c:v>1.5345899999999999</c:v>
                </c:pt>
                <c:pt idx="6663">
                  <c:v>1.5348900000000001</c:v>
                </c:pt>
                <c:pt idx="6664">
                  <c:v>1.5351999999999999</c:v>
                </c:pt>
                <c:pt idx="6665">
                  <c:v>1.5355000000000001</c:v>
                </c:pt>
                <c:pt idx="6666">
                  <c:v>1.5358099999999999</c:v>
                </c:pt>
                <c:pt idx="6667">
                  <c:v>1.5361199999999999</c:v>
                </c:pt>
                <c:pt idx="6668">
                  <c:v>1.5364199999999999</c:v>
                </c:pt>
                <c:pt idx="6669">
                  <c:v>1.5367299999999999</c:v>
                </c:pt>
                <c:pt idx="6670">
                  <c:v>1.5370299999999999</c:v>
                </c:pt>
                <c:pt idx="6671">
                  <c:v>1.5373399999999999</c:v>
                </c:pt>
                <c:pt idx="6672">
                  <c:v>1.5376399999999999</c:v>
                </c:pt>
                <c:pt idx="6673">
                  <c:v>1.5379499999999999</c:v>
                </c:pt>
                <c:pt idx="6674">
                  <c:v>1.5382499999999999</c:v>
                </c:pt>
                <c:pt idx="6675">
                  <c:v>1.5385599999999999</c:v>
                </c:pt>
                <c:pt idx="6676">
                  <c:v>1.5388599999999999</c:v>
                </c:pt>
                <c:pt idx="6677">
                  <c:v>1.5391699999999999</c:v>
                </c:pt>
                <c:pt idx="6678">
                  <c:v>1.5394699999999999</c:v>
                </c:pt>
                <c:pt idx="6679">
                  <c:v>1.5397799999999999</c:v>
                </c:pt>
                <c:pt idx="6680">
                  <c:v>1.54009</c:v>
                </c:pt>
                <c:pt idx="6681">
                  <c:v>1.5403899999999999</c:v>
                </c:pt>
                <c:pt idx="6682">
                  <c:v>1.5407</c:v>
                </c:pt>
                <c:pt idx="6683">
                  <c:v>1.5409999999999999</c:v>
                </c:pt>
                <c:pt idx="6684">
                  <c:v>1.54131</c:v>
                </c:pt>
                <c:pt idx="6685">
                  <c:v>1.5416099999999999</c:v>
                </c:pt>
                <c:pt idx="6686">
                  <c:v>1.54192</c:v>
                </c:pt>
                <c:pt idx="6687">
                  <c:v>1.5422199999999999</c:v>
                </c:pt>
                <c:pt idx="6688">
                  <c:v>1.54253</c:v>
                </c:pt>
                <c:pt idx="6689">
                  <c:v>1.5428299999999999</c:v>
                </c:pt>
                <c:pt idx="6690">
                  <c:v>1.54314</c:v>
                </c:pt>
                <c:pt idx="6691">
                  <c:v>1.5434399999999999</c:v>
                </c:pt>
                <c:pt idx="6692">
                  <c:v>1.54375</c:v>
                </c:pt>
                <c:pt idx="6693">
                  <c:v>1.54406</c:v>
                </c:pt>
                <c:pt idx="6694">
                  <c:v>1.54436</c:v>
                </c:pt>
                <c:pt idx="6695">
                  <c:v>1.54467</c:v>
                </c:pt>
                <c:pt idx="6696">
                  <c:v>1.54497</c:v>
                </c:pt>
                <c:pt idx="6697">
                  <c:v>1.54528</c:v>
                </c:pt>
                <c:pt idx="6698">
                  <c:v>1.54558</c:v>
                </c:pt>
                <c:pt idx="6699">
                  <c:v>1.54589</c:v>
                </c:pt>
                <c:pt idx="6700">
                  <c:v>1.54619</c:v>
                </c:pt>
                <c:pt idx="6701">
                  <c:v>1.5465</c:v>
                </c:pt>
                <c:pt idx="6702">
                  <c:v>1.5468</c:v>
                </c:pt>
                <c:pt idx="6703">
                  <c:v>1.54711</c:v>
                </c:pt>
                <c:pt idx="6704">
                  <c:v>1.54742</c:v>
                </c:pt>
                <c:pt idx="6705">
                  <c:v>1.54772</c:v>
                </c:pt>
                <c:pt idx="6706">
                  <c:v>1.54803</c:v>
                </c:pt>
                <c:pt idx="6707">
                  <c:v>1.54833</c:v>
                </c:pt>
                <c:pt idx="6708">
                  <c:v>1.54864</c:v>
                </c:pt>
                <c:pt idx="6709">
                  <c:v>1.54894</c:v>
                </c:pt>
                <c:pt idx="6710">
                  <c:v>1.54925</c:v>
                </c:pt>
                <c:pt idx="6711">
                  <c:v>1.54955</c:v>
                </c:pt>
                <c:pt idx="6712">
                  <c:v>1.54986</c:v>
                </c:pt>
                <c:pt idx="6713">
                  <c:v>1.55016</c:v>
                </c:pt>
                <c:pt idx="6714">
                  <c:v>1.55047</c:v>
                </c:pt>
                <c:pt idx="6715">
                  <c:v>1.55077</c:v>
                </c:pt>
                <c:pt idx="6716">
                  <c:v>1.55108</c:v>
                </c:pt>
                <c:pt idx="6717">
                  <c:v>1.55139</c:v>
                </c:pt>
                <c:pt idx="6718">
                  <c:v>1.55169</c:v>
                </c:pt>
                <c:pt idx="6719">
                  <c:v>1.552</c:v>
                </c:pt>
                <c:pt idx="6720">
                  <c:v>1.5523</c:v>
                </c:pt>
                <c:pt idx="6721">
                  <c:v>1.55261</c:v>
                </c:pt>
                <c:pt idx="6722">
                  <c:v>1.55291</c:v>
                </c:pt>
                <c:pt idx="6723">
                  <c:v>1.55322</c:v>
                </c:pt>
                <c:pt idx="6724">
                  <c:v>1.55352</c:v>
                </c:pt>
                <c:pt idx="6725">
                  <c:v>1.55383</c:v>
                </c:pt>
                <c:pt idx="6726">
                  <c:v>1.55413</c:v>
                </c:pt>
                <c:pt idx="6727">
                  <c:v>1.55444</c:v>
                </c:pt>
                <c:pt idx="6728">
                  <c:v>1.55474</c:v>
                </c:pt>
                <c:pt idx="6729">
                  <c:v>1.55505</c:v>
                </c:pt>
                <c:pt idx="6730">
                  <c:v>1.5553600000000001</c:v>
                </c:pt>
                <c:pt idx="6731">
                  <c:v>1.55566</c:v>
                </c:pt>
                <c:pt idx="6732">
                  <c:v>1.5559700000000001</c:v>
                </c:pt>
                <c:pt idx="6733">
                  <c:v>1.55627</c:v>
                </c:pt>
                <c:pt idx="6734">
                  <c:v>1.5565800000000001</c:v>
                </c:pt>
                <c:pt idx="6735">
                  <c:v>1.55688</c:v>
                </c:pt>
                <c:pt idx="6736">
                  <c:v>1.5571900000000001</c:v>
                </c:pt>
                <c:pt idx="6737">
                  <c:v>1.55749</c:v>
                </c:pt>
                <c:pt idx="6738">
                  <c:v>1.5578000000000001</c:v>
                </c:pt>
                <c:pt idx="6739">
                  <c:v>1.5581</c:v>
                </c:pt>
                <c:pt idx="6740">
                  <c:v>1.5584100000000001</c:v>
                </c:pt>
                <c:pt idx="6741">
                  <c:v>1.55871</c:v>
                </c:pt>
                <c:pt idx="6742">
                  <c:v>1.5590200000000001</c:v>
                </c:pt>
                <c:pt idx="6743">
                  <c:v>1.5593300000000001</c:v>
                </c:pt>
                <c:pt idx="6744">
                  <c:v>1.5596300000000001</c:v>
                </c:pt>
                <c:pt idx="6745">
                  <c:v>1.5599400000000001</c:v>
                </c:pt>
                <c:pt idx="6746">
                  <c:v>1.5602400000000001</c:v>
                </c:pt>
                <c:pt idx="6747">
                  <c:v>1.5605500000000001</c:v>
                </c:pt>
                <c:pt idx="6748">
                  <c:v>1.5608500000000001</c:v>
                </c:pt>
                <c:pt idx="6749">
                  <c:v>1.5611600000000001</c:v>
                </c:pt>
                <c:pt idx="6750">
                  <c:v>1.5614600000000001</c:v>
                </c:pt>
                <c:pt idx="6751">
                  <c:v>1.5617700000000001</c:v>
                </c:pt>
                <c:pt idx="6752">
                  <c:v>1.5620700000000001</c:v>
                </c:pt>
                <c:pt idx="6753">
                  <c:v>1.5623800000000001</c:v>
                </c:pt>
                <c:pt idx="6754">
                  <c:v>1.5626899999999999</c:v>
                </c:pt>
                <c:pt idx="6755">
                  <c:v>1.5629900000000001</c:v>
                </c:pt>
                <c:pt idx="6756">
                  <c:v>1.5632999999999999</c:v>
                </c:pt>
                <c:pt idx="6757">
                  <c:v>1.5636000000000001</c:v>
                </c:pt>
                <c:pt idx="6758">
                  <c:v>1.5639099999999999</c:v>
                </c:pt>
                <c:pt idx="6759">
                  <c:v>1.5642100000000001</c:v>
                </c:pt>
                <c:pt idx="6760">
                  <c:v>1.5645199999999999</c:v>
                </c:pt>
                <c:pt idx="6761">
                  <c:v>1.5648200000000001</c:v>
                </c:pt>
                <c:pt idx="6762">
                  <c:v>1.5651299999999999</c:v>
                </c:pt>
                <c:pt idx="6763">
                  <c:v>1.5654300000000001</c:v>
                </c:pt>
                <c:pt idx="6764">
                  <c:v>1.5657399999999999</c:v>
                </c:pt>
                <c:pt idx="6765">
                  <c:v>1.5660400000000001</c:v>
                </c:pt>
                <c:pt idx="6766">
                  <c:v>1.5663499999999999</c:v>
                </c:pt>
                <c:pt idx="6767">
                  <c:v>1.5666599999999999</c:v>
                </c:pt>
                <c:pt idx="6768">
                  <c:v>1.5669599999999999</c:v>
                </c:pt>
                <c:pt idx="6769">
                  <c:v>1.5672699999999999</c:v>
                </c:pt>
                <c:pt idx="6770">
                  <c:v>1.5675699999999999</c:v>
                </c:pt>
                <c:pt idx="6771">
                  <c:v>1.5678799999999999</c:v>
                </c:pt>
                <c:pt idx="6772">
                  <c:v>1.5681799999999999</c:v>
                </c:pt>
                <c:pt idx="6773">
                  <c:v>1.5684899999999999</c:v>
                </c:pt>
                <c:pt idx="6774">
                  <c:v>1.5687899999999999</c:v>
                </c:pt>
                <c:pt idx="6775">
                  <c:v>1.5690999999999999</c:v>
                </c:pt>
                <c:pt idx="6776">
                  <c:v>1.5693999999999999</c:v>
                </c:pt>
                <c:pt idx="6777">
                  <c:v>1.5697099999999999</c:v>
                </c:pt>
                <c:pt idx="6778">
                  <c:v>1.5700099999999999</c:v>
                </c:pt>
                <c:pt idx="6779">
                  <c:v>1.5703199999999999</c:v>
                </c:pt>
                <c:pt idx="6780">
                  <c:v>1.57063</c:v>
                </c:pt>
                <c:pt idx="6781">
                  <c:v>1.5709299999999999</c:v>
                </c:pt>
                <c:pt idx="6782">
                  <c:v>1.57124</c:v>
                </c:pt>
                <c:pt idx="6783">
                  <c:v>1.5715399999999999</c:v>
                </c:pt>
                <c:pt idx="6784">
                  <c:v>1.57185</c:v>
                </c:pt>
                <c:pt idx="6785">
                  <c:v>1.5721499999999999</c:v>
                </c:pt>
                <c:pt idx="6786">
                  <c:v>1.57246</c:v>
                </c:pt>
                <c:pt idx="6787">
                  <c:v>1.5727599999999999</c:v>
                </c:pt>
                <c:pt idx="6788">
                  <c:v>1.57307</c:v>
                </c:pt>
                <c:pt idx="6789">
                  <c:v>1.5733699999999999</c:v>
                </c:pt>
                <c:pt idx="6790">
                  <c:v>1.57368</c:v>
                </c:pt>
                <c:pt idx="6791">
                  <c:v>1.5739799999999999</c:v>
                </c:pt>
                <c:pt idx="6792">
                  <c:v>1.57429</c:v>
                </c:pt>
                <c:pt idx="6793">
                  <c:v>1.5746</c:v>
                </c:pt>
                <c:pt idx="6794">
                  <c:v>1.5749</c:v>
                </c:pt>
                <c:pt idx="6795">
                  <c:v>1.57521</c:v>
                </c:pt>
                <c:pt idx="6796">
                  <c:v>1.57551</c:v>
                </c:pt>
                <c:pt idx="6797">
                  <c:v>1.57582</c:v>
                </c:pt>
                <c:pt idx="6798">
                  <c:v>1.57612</c:v>
                </c:pt>
                <c:pt idx="6799">
                  <c:v>1.57643</c:v>
                </c:pt>
                <c:pt idx="6800">
                  <c:v>1.57673</c:v>
                </c:pt>
                <c:pt idx="6801">
                  <c:v>1.57704</c:v>
                </c:pt>
                <c:pt idx="6802">
                  <c:v>1.57734</c:v>
                </c:pt>
                <c:pt idx="6803">
                  <c:v>1.57765</c:v>
                </c:pt>
                <c:pt idx="6804">
                  <c:v>1.57795</c:v>
                </c:pt>
                <c:pt idx="6805">
                  <c:v>1.57826</c:v>
                </c:pt>
                <c:pt idx="6806">
                  <c:v>1.57857</c:v>
                </c:pt>
                <c:pt idx="6807">
                  <c:v>1.57887</c:v>
                </c:pt>
                <c:pt idx="6808">
                  <c:v>1.57918</c:v>
                </c:pt>
                <c:pt idx="6809">
                  <c:v>1.57948</c:v>
                </c:pt>
                <c:pt idx="6810">
                  <c:v>1.57979</c:v>
                </c:pt>
                <c:pt idx="6811">
                  <c:v>1.58009</c:v>
                </c:pt>
                <c:pt idx="6812">
                  <c:v>1.5804</c:v>
                </c:pt>
                <c:pt idx="6813">
                  <c:v>1.5807</c:v>
                </c:pt>
                <c:pt idx="6814">
                  <c:v>1.58101</c:v>
                </c:pt>
                <c:pt idx="6815">
                  <c:v>1.58131</c:v>
                </c:pt>
                <c:pt idx="6816">
                  <c:v>1.58162</c:v>
                </c:pt>
                <c:pt idx="6817">
                  <c:v>1.5819300000000001</c:v>
                </c:pt>
                <c:pt idx="6818">
                  <c:v>1.58223</c:v>
                </c:pt>
                <c:pt idx="6819">
                  <c:v>1.5825400000000001</c:v>
                </c:pt>
                <c:pt idx="6820">
                  <c:v>1.58284</c:v>
                </c:pt>
                <c:pt idx="6821">
                  <c:v>1.5831500000000001</c:v>
                </c:pt>
                <c:pt idx="6822">
                  <c:v>1.58345</c:v>
                </c:pt>
                <c:pt idx="6823">
                  <c:v>1.5837600000000001</c:v>
                </c:pt>
                <c:pt idx="6824">
                  <c:v>1.58406</c:v>
                </c:pt>
                <c:pt idx="6825">
                  <c:v>1.5843700000000001</c:v>
                </c:pt>
                <c:pt idx="6826">
                  <c:v>1.58467</c:v>
                </c:pt>
                <c:pt idx="6827">
                  <c:v>1.5849800000000001</c:v>
                </c:pt>
                <c:pt idx="6828">
                  <c:v>1.58528</c:v>
                </c:pt>
                <c:pt idx="6829">
                  <c:v>1.5855900000000001</c:v>
                </c:pt>
                <c:pt idx="6830">
                  <c:v>1.5859000000000001</c:v>
                </c:pt>
                <c:pt idx="6831">
                  <c:v>1.5862000000000001</c:v>
                </c:pt>
                <c:pt idx="6832">
                  <c:v>1.5865100000000001</c:v>
                </c:pt>
                <c:pt idx="6833">
                  <c:v>1.5868100000000001</c:v>
                </c:pt>
                <c:pt idx="6834">
                  <c:v>1.5871200000000001</c:v>
                </c:pt>
                <c:pt idx="6835">
                  <c:v>1.5874200000000001</c:v>
                </c:pt>
                <c:pt idx="6836">
                  <c:v>1.5877300000000001</c:v>
                </c:pt>
                <c:pt idx="6837">
                  <c:v>1.5880300000000001</c:v>
                </c:pt>
                <c:pt idx="6838">
                  <c:v>1.5883400000000001</c:v>
                </c:pt>
                <c:pt idx="6839">
                  <c:v>1.5886400000000001</c:v>
                </c:pt>
                <c:pt idx="6840">
                  <c:v>1.5889500000000001</c:v>
                </c:pt>
                <c:pt idx="6841">
                  <c:v>1.5892500000000001</c:v>
                </c:pt>
                <c:pt idx="6842">
                  <c:v>1.5895600000000001</c:v>
                </c:pt>
                <c:pt idx="6843">
                  <c:v>1.5898699999999999</c:v>
                </c:pt>
                <c:pt idx="6844">
                  <c:v>1.5901700000000001</c:v>
                </c:pt>
                <c:pt idx="6845">
                  <c:v>1.5904799999999999</c:v>
                </c:pt>
                <c:pt idx="6846">
                  <c:v>1.5907800000000001</c:v>
                </c:pt>
                <c:pt idx="6847">
                  <c:v>1.5910899999999999</c:v>
                </c:pt>
                <c:pt idx="6848">
                  <c:v>1.5913900000000001</c:v>
                </c:pt>
                <c:pt idx="6849">
                  <c:v>1.5916999999999999</c:v>
                </c:pt>
                <c:pt idx="6850">
                  <c:v>1.5920000000000001</c:v>
                </c:pt>
                <c:pt idx="6851">
                  <c:v>1.5923099999999999</c:v>
                </c:pt>
                <c:pt idx="6852">
                  <c:v>1.5926100000000001</c:v>
                </c:pt>
                <c:pt idx="6853">
                  <c:v>1.5929199999999999</c:v>
                </c:pt>
                <c:pt idx="6854">
                  <c:v>1.5932200000000001</c:v>
                </c:pt>
                <c:pt idx="6855">
                  <c:v>1.5935299999999999</c:v>
                </c:pt>
                <c:pt idx="6856">
                  <c:v>1.5938399999999999</c:v>
                </c:pt>
                <c:pt idx="6857">
                  <c:v>1.5941399999999999</c:v>
                </c:pt>
                <c:pt idx="6858">
                  <c:v>1.5944499999999999</c:v>
                </c:pt>
                <c:pt idx="6859">
                  <c:v>1.5947499999999999</c:v>
                </c:pt>
                <c:pt idx="6860">
                  <c:v>1.5950599999999999</c:v>
                </c:pt>
                <c:pt idx="6861">
                  <c:v>1.5953599999999999</c:v>
                </c:pt>
                <c:pt idx="6862">
                  <c:v>1.5956699999999999</c:v>
                </c:pt>
                <c:pt idx="6863">
                  <c:v>1.5959700000000001</c:v>
                </c:pt>
                <c:pt idx="6864">
                  <c:v>1.5962799999999999</c:v>
                </c:pt>
                <c:pt idx="6865">
                  <c:v>1.5965800000000001</c:v>
                </c:pt>
                <c:pt idx="6866">
                  <c:v>1.5968899999999999</c:v>
                </c:pt>
                <c:pt idx="6867">
                  <c:v>1.5971900000000001</c:v>
                </c:pt>
                <c:pt idx="6868">
                  <c:v>1.5974999999999999</c:v>
                </c:pt>
                <c:pt idx="6869">
                  <c:v>1.59781</c:v>
                </c:pt>
                <c:pt idx="6870">
                  <c:v>1.5981099999999999</c:v>
                </c:pt>
                <c:pt idx="6871">
                  <c:v>1.59842</c:v>
                </c:pt>
                <c:pt idx="6872">
                  <c:v>1.5987199999999999</c:v>
                </c:pt>
                <c:pt idx="6873">
                  <c:v>1.59903</c:v>
                </c:pt>
                <c:pt idx="6874">
                  <c:v>1.5993299999999999</c:v>
                </c:pt>
                <c:pt idx="6875">
                  <c:v>1.59964</c:v>
                </c:pt>
                <c:pt idx="6876">
                  <c:v>1.5999399999999999</c:v>
                </c:pt>
                <c:pt idx="6877">
                  <c:v>1.60025</c:v>
                </c:pt>
                <c:pt idx="6878">
                  <c:v>1.6005499999999999</c:v>
                </c:pt>
                <c:pt idx="6879">
                  <c:v>1.6008599999999999</c:v>
                </c:pt>
                <c:pt idx="6880">
                  <c:v>1.60117</c:v>
                </c:pt>
                <c:pt idx="6881">
                  <c:v>1.6014699999999999</c:v>
                </c:pt>
                <c:pt idx="6882">
                  <c:v>1.60178</c:v>
                </c:pt>
                <c:pt idx="6883">
                  <c:v>1.6020799999999999</c:v>
                </c:pt>
                <c:pt idx="6884">
                  <c:v>1.60239</c:v>
                </c:pt>
                <c:pt idx="6885">
                  <c:v>1.6026899999999999</c:v>
                </c:pt>
                <c:pt idx="6886">
                  <c:v>1.603</c:v>
                </c:pt>
                <c:pt idx="6887">
                  <c:v>1.6032999999999999</c:v>
                </c:pt>
                <c:pt idx="6888">
                  <c:v>1.60361</c:v>
                </c:pt>
                <c:pt idx="6889">
                  <c:v>1.6039099999999999</c:v>
                </c:pt>
                <c:pt idx="6890">
                  <c:v>1.60422</c:v>
                </c:pt>
                <c:pt idx="6891">
                  <c:v>1.6045199999999999</c:v>
                </c:pt>
                <c:pt idx="6892">
                  <c:v>1.60483</c:v>
                </c:pt>
                <c:pt idx="6893">
                  <c:v>1.60514</c:v>
                </c:pt>
                <c:pt idx="6894">
                  <c:v>1.60544</c:v>
                </c:pt>
                <c:pt idx="6895">
                  <c:v>1.60575</c:v>
                </c:pt>
                <c:pt idx="6896">
                  <c:v>1.60605</c:v>
                </c:pt>
                <c:pt idx="6897">
                  <c:v>1.60636</c:v>
                </c:pt>
                <c:pt idx="6898">
                  <c:v>1.60666</c:v>
                </c:pt>
                <c:pt idx="6899">
                  <c:v>1.60697</c:v>
                </c:pt>
                <c:pt idx="6900">
                  <c:v>1.60727</c:v>
                </c:pt>
                <c:pt idx="6901">
                  <c:v>1.60758</c:v>
                </c:pt>
                <c:pt idx="6902">
                  <c:v>1.60788</c:v>
                </c:pt>
                <c:pt idx="6903">
                  <c:v>1.60819</c:v>
                </c:pt>
                <c:pt idx="6904">
                  <c:v>1.60849</c:v>
                </c:pt>
                <c:pt idx="6905">
                  <c:v>1.6088</c:v>
                </c:pt>
                <c:pt idx="6906">
                  <c:v>1.60911</c:v>
                </c:pt>
                <c:pt idx="6907">
                  <c:v>1.60941</c:v>
                </c:pt>
                <c:pt idx="6908">
                  <c:v>1.60972</c:v>
                </c:pt>
                <c:pt idx="6909">
                  <c:v>1.61002</c:v>
                </c:pt>
                <c:pt idx="6910">
                  <c:v>1.61033</c:v>
                </c:pt>
                <c:pt idx="6911">
                  <c:v>1.61063</c:v>
                </c:pt>
                <c:pt idx="6912">
                  <c:v>1.61094</c:v>
                </c:pt>
                <c:pt idx="6913">
                  <c:v>1.61124</c:v>
                </c:pt>
                <c:pt idx="6914">
                  <c:v>1.61155</c:v>
                </c:pt>
                <c:pt idx="6915">
                  <c:v>1.61185</c:v>
                </c:pt>
                <c:pt idx="6916">
                  <c:v>1.61216</c:v>
                </c:pt>
                <c:pt idx="6917">
                  <c:v>1.61246</c:v>
                </c:pt>
                <c:pt idx="6918">
                  <c:v>1.61277</c:v>
                </c:pt>
                <c:pt idx="6919">
                  <c:v>1.6130800000000001</c:v>
                </c:pt>
                <c:pt idx="6920">
                  <c:v>1.61338</c:v>
                </c:pt>
                <c:pt idx="6921">
                  <c:v>1.6136900000000001</c:v>
                </c:pt>
                <c:pt idx="6922">
                  <c:v>1.61399</c:v>
                </c:pt>
                <c:pt idx="6923">
                  <c:v>1.6143000000000001</c:v>
                </c:pt>
                <c:pt idx="6924">
                  <c:v>1.6146</c:v>
                </c:pt>
                <c:pt idx="6925">
                  <c:v>1.6149100000000001</c:v>
                </c:pt>
                <c:pt idx="6926">
                  <c:v>1.61521</c:v>
                </c:pt>
                <c:pt idx="6927">
                  <c:v>1.6155200000000001</c:v>
                </c:pt>
                <c:pt idx="6928">
                  <c:v>1.61582</c:v>
                </c:pt>
                <c:pt idx="6929">
                  <c:v>1.6161300000000001</c:v>
                </c:pt>
                <c:pt idx="6930">
                  <c:v>1.6164400000000001</c:v>
                </c:pt>
                <c:pt idx="6931">
                  <c:v>1.6167400000000001</c:v>
                </c:pt>
                <c:pt idx="6932">
                  <c:v>1.6170500000000001</c:v>
                </c:pt>
                <c:pt idx="6933">
                  <c:v>1.6173500000000001</c:v>
                </c:pt>
                <c:pt idx="6934">
                  <c:v>1.6176600000000001</c:v>
                </c:pt>
                <c:pt idx="6935">
                  <c:v>1.6179600000000001</c:v>
                </c:pt>
                <c:pt idx="6936">
                  <c:v>1.6182700000000001</c:v>
                </c:pt>
                <c:pt idx="6937">
                  <c:v>1.6185700000000001</c:v>
                </c:pt>
                <c:pt idx="6938">
                  <c:v>1.6188800000000001</c:v>
                </c:pt>
                <c:pt idx="6939">
                  <c:v>1.6191800000000001</c:v>
                </c:pt>
                <c:pt idx="6940">
                  <c:v>1.6194900000000001</c:v>
                </c:pt>
                <c:pt idx="6941">
                  <c:v>1.6197900000000001</c:v>
                </c:pt>
                <c:pt idx="6942">
                  <c:v>1.6201000000000001</c:v>
                </c:pt>
                <c:pt idx="6943">
                  <c:v>1.6204099999999999</c:v>
                </c:pt>
                <c:pt idx="6944">
                  <c:v>1.6207100000000001</c:v>
                </c:pt>
                <c:pt idx="6945">
                  <c:v>1.6210199999999999</c:v>
                </c:pt>
                <c:pt idx="6946">
                  <c:v>1.6213200000000001</c:v>
                </c:pt>
                <c:pt idx="6947">
                  <c:v>1.6216299999999999</c:v>
                </c:pt>
                <c:pt idx="6948">
                  <c:v>1.6219300000000001</c:v>
                </c:pt>
                <c:pt idx="6949">
                  <c:v>1.6222399999999999</c:v>
                </c:pt>
                <c:pt idx="6950">
                  <c:v>1.6225400000000001</c:v>
                </c:pt>
                <c:pt idx="6951">
                  <c:v>1.6228499999999999</c:v>
                </c:pt>
                <c:pt idx="6952">
                  <c:v>1.6231500000000001</c:v>
                </c:pt>
                <c:pt idx="6953">
                  <c:v>1.6234599999999999</c:v>
                </c:pt>
                <c:pt idx="6954">
                  <c:v>1.6237600000000001</c:v>
                </c:pt>
                <c:pt idx="6955">
                  <c:v>1.6240699999999999</c:v>
                </c:pt>
                <c:pt idx="6956">
                  <c:v>1.6243799999999999</c:v>
                </c:pt>
                <c:pt idx="6957">
                  <c:v>1.6246799999999999</c:v>
                </c:pt>
                <c:pt idx="6958">
                  <c:v>1.6249899999999999</c:v>
                </c:pt>
                <c:pt idx="6959">
                  <c:v>1.6252899999999999</c:v>
                </c:pt>
                <c:pt idx="6960">
                  <c:v>1.6255999999999999</c:v>
                </c:pt>
                <c:pt idx="6961">
                  <c:v>1.6258999999999999</c:v>
                </c:pt>
                <c:pt idx="6962">
                  <c:v>1.6262099999999999</c:v>
                </c:pt>
                <c:pt idx="6963">
                  <c:v>1.6265099999999999</c:v>
                </c:pt>
                <c:pt idx="6964">
                  <c:v>1.6268199999999999</c:v>
                </c:pt>
                <c:pt idx="6965">
                  <c:v>1.6271199999999999</c:v>
                </c:pt>
                <c:pt idx="6966">
                  <c:v>1.6274299999999999</c:v>
                </c:pt>
                <c:pt idx="6967">
                  <c:v>1.6277299999999999</c:v>
                </c:pt>
                <c:pt idx="6968">
                  <c:v>1.6280399999999999</c:v>
                </c:pt>
                <c:pt idx="6969">
                  <c:v>1.62835</c:v>
                </c:pt>
                <c:pt idx="6970">
                  <c:v>1.6286499999999999</c:v>
                </c:pt>
                <c:pt idx="6971">
                  <c:v>1.62896</c:v>
                </c:pt>
                <c:pt idx="6972">
                  <c:v>1.6292599999999999</c:v>
                </c:pt>
                <c:pt idx="6973">
                  <c:v>1.62957</c:v>
                </c:pt>
                <c:pt idx="6974">
                  <c:v>1.6298699999999999</c:v>
                </c:pt>
                <c:pt idx="6975">
                  <c:v>1.63018</c:v>
                </c:pt>
                <c:pt idx="6976">
                  <c:v>1.6304799999999999</c:v>
                </c:pt>
                <c:pt idx="6977">
                  <c:v>1.63079</c:v>
                </c:pt>
                <c:pt idx="6978">
                  <c:v>1.6310899999999999</c:v>
                </c:pt>
                <c:pt idx="6979">
                  <c:v>1.6314</c:v>
                </c:pt>
                <c:pt idx="6980">
                  <c:v>1.6316999999999999</c:v>
                </c:pt>
                <c:pt idx="6981">
                  <c:v>1.63201</c:v>
                </c:pt>
                <c:pt idx="6982">
                  <c:v>1.63232</c:v>
                </c:pt>
                <c:pt idx="6983">
                  <c:v>1.63262</c:v>
                </c:pt>
                <c:pt idx="6984">
                  <c:v>1.63293</c:v>
                </c:pt>
                <c:pt idx="6985">
                  <c:v>1.63323</c:v>
                </c:pt>
                <c:pt idx="6986">
                  <c:v>1.63354</c:v>
                </c:pt>
                <c:pt idx="6987">
                  <c:v>1.63384</c:v>
                </c:pt>
                <c:pt idx="6988">
                  <c:v>1.63415</c:v>
                </c:pt>
                <c:pt idx="6989">
                  <c:v>1.63445</c:v>
                </c:pt>
                <c:pt idx="6990">
                  <c:v>1.63476</c:v>
                </c:pt>
                <c:pt idx="6991">
                  <c:v>1.63506</c:v>
                </c:pt>
                <c:pt idx="6992">
                  <c:v>1.63537</c:v>
                </c:pt>
                <c:pt idx="6993">
                  <c:v>1.63568</c:v>
                </c:pt>
                <c:pt idx="6994">
                  <c:v>1.63598</c:v>
                </c:pt>
                <c:pt idx="6995">
                  <c:v>1.63629</c:v>
                </c:pt>
                <c:pt idx="6996">
                  <c:v>1.63659</c:v>
                </c:pt>
                <c:pt idx="6997">
                  <c:v>1.6369</c:v>
                </c:pt>
                <c:pt idx="6998">
                  <c:v>1.6372</c:v>
                </c:pt>
                <c:pt idx="6999">
                  <c:v>1.63751</c:v>
                </c:pt>
                <c:pt idx="7000">
                  <c:v>1.63781</c:v>
                </c:pt>
                <c:pt idx="7001">
                  <c:v>1.63812</c:v>
                </c:pt>
                <c:pt idx="7002">
                  <c:v>1.63842</c:v>
                </c:pt>
                <c:pt idx="7003">
                  <c:v>1.63873</c:v>
                </c:pt>
                <c:pt idx="7004">
                  <c:v>1.63903</c:v>
                </c:pt>
                <c:pt idx="7005">
                  <c:v>1.63934</c:v>
                </c:pt>
                <c:pt idx="7006">
                  <c:v>1.6396500000000001</c:v>
                </c:pt>
                <c:pt idx="7007">
                  <c:v>1.63995</c:v>
                </c:pt>
                <c:pt idx="7008">
                  <c:v>1.6402600000000001</c:v>
                </c:pt>
                <c:pt idx="7009">
                  <c:v>1.64056</c:v>
                </c:pt>
                <c:pt idx="7010">
                  <c:v>1.6408700000000001</c:v>
                </c:pt>
                <c:pt idx="7011">
                  <c:v>1.64117</c:v>
                </c:pt>
                <c:pt idx="7012">
                  <c:v>1.6414800000000001</c:v>
                </c:pt>
                <c:pt idx="7013">
                  <c:v>1.64178</c:v>
                </c:pt>
                <c:pt idx="7014">
                  <c:v>1.64209</c:v>
                </c:pt>
                <c:pt idx="7015">
                  <c:v>1.64239</c:v>
                </c:pt>
                <c:pt idx="7016">
                  <c:v>1.6427</c:v>
                </c:pt>
                <c:pt idx="7017">
                  <c:v>1.643</c:v>
                </c:pt>
                <c:pt idx="7018">
                  <c:v>1.64331</c:v>
                </c:pt>
                <c:pt idx="7019">
                  <c:v>1.6436200000000001</c:v>
                </c:pt>
                <c:pt idx="7020">
                  <c:v>1.64392</c:v>
                </c:pt>
                <c:pt idx="7021">
                  <c:v>1.6442300000000001</c:v>
                </c:pt>
                <c:pt idx="7022">
                  <c:v>1.64453</c:v>
                </c:pt>
                <c:pt idx="7023">
                  <c:v>1.6448400000000001</c:v>
                </c:pt>
                <c:pt idx="7024">
                  <c:v>1.64514</c:v>
                </c:pt>
                <c:pt idx="7025">
                  <c:v>1.6454500000000001</c:v>
                </c:pt>
                <c:pt idx="7026">
                  <c:v>1.64575</c:v>
                </c:pt>
                <c:pt idx="7027">
                  <c:v>1.6460600000000001</c:v>
                </c:pt>
                <c:pt idx="7028">
                  <c:v>1.64636</c:v>
                </c:pt>
                <c:pt idx="7029">
                  <c:v>1.6466700000000001</c:v>
                </c:pt>
                <c:pt idx="7030">
                  <c:v>1.64697</c:v>
                </c:pt>
                <c:pt idx="7031">
                  <c:v>1.6472800000000001</c:v>
                </c:pt>
                <c:pt idx="7032">
                  <c:v>1.6475900000000001</c:v>
                </c:pt>
                <c:pt idx="7033">
                  <c:v>1.6478900000000001</c:v>
                </c:pt>
                <c:pt idx="7034">
                  <c:v>1.6482000000000001</c:v>
                </c:pt>
                <c:pt idx="7035">
                  <c:v>1.6485000000000001</c:v>
                </c:pt>
                <c:pt idx="7036">
                  <c:v>1.6488100000000001</c:v>
                </c:pt>
                <c:pt idx="7037">
                  <c:v>1.6491100000000001</c:v>
                </c:pt>
                <c:pt idx="7038">
                  <c:v>1.6494200000000001</c:v>
                </c:pt>
                <c:pt idx="7039">
                  <c:v>1.6497200000000001</c:v>
                </c:pt>
                <c:pt idx="7040">
                  <c:v>1.6500300000000001</c:v>
                </c:pt>
                <c:pt idx="7041">
                  <c:v>1.6503300000000001</c:v>
                </c:pt>
                <c:pt idx="7042">
                  <c:v>1.6506400000000001</c:v>
                </c:pt>
                <c:pt idx="7043">
                  <c:v>1.6509400000000001</c:v>
                </c:pt>
                <c:pt idx="7044">
                  <c:v>1.6512500000000001</c:v>
                </c:pt>
                <c:pt idx="7045">
                  <c:v>1.6515599999999999</c:v>
                </c:pt>
                <c:pt idx="7046">
                  <c:v>1.6518600000000001</c:v>
                </c:pt>
                <c:pt idx="7047">
                  <c:v>1.6521699999999999</c:v>
                </c:pt>
                <c:pt idx="7048">
                  <c:v>1.6524700000000001</c:v>
                </c:pt>
                <c:pt idx="7049">
                  <c:v>1.6527799999999999</c:v>
                </c:pt>
                <c:pt idx="7050">
                  <c:v>1.6530800000000001</c:v>
                </c:pt>
                <c:pt idx="7051">
                  <c:v>1.6533899999999999</c:v>
                </c:pt>
                <c:pt idx="7052">
                  <c:v>1.6536900000000001</c:v>
                </c:pt>
                <c:pt idx="7053">
                  <c:v>1.6539999999999999</c:v>
                </c:pt>
                <c:pt idx="7054">
                  <c:v>1.6543000000000001</c:v>
                </c:pt>
                <c:pt idx="7055">
                  <c:v>1.6546099999999999</c:v>
                </c:pt>
                <c:pt idx="7056">
                  <c:v>1.6549199999999999</c:v>
                </c:pt>
                <c:pt idx="7057">
                  <c:v>1.6552199999999999</c:v>
                </c:pt>
                <c:pt idx="7058">
                  <c:v>1.6555299999999999</c:v>
                </c:pt>
                <c:pt idx="7059">
                  <c:v>1.6558299999999999</c:v>
                </c:pt>
                <c:pt idx="7060">
                  <c:v>1.6561399999999999</c:v>
                </c:pt>
                <c:pt idx="7061">
                  <c:v>1.6564399999999999</c:v>
                </c:pt>
                <c:pt idx="7062">
                  <c:v>1.6567499999999999</c:v>
                </c:pt>
                <c:pt idx="7063">
                  <c:v>1.6570499999999999</c:v>
                </c:pt>
                <c:pt idx="7064">
                  <c:v>1.6573599999999999</c:v>
                </c:pt>
                <c:pt idx="7065">
                  <c:v>1.6576599999999999</c:v>
                </c:pt>
                <c:pt idx="7066">
                  <c:v>1.6579699999999999</c:v>
                </c:pt>
                <c:pt idx="7067">
                  <c:v>1.6582699999999999</c:v>
                </c:pt>
                <c:pt idx="7068">
                  <c:v>1.6585799999999999</c:v>
                </c:pt>
                <c:pt idx="7069">
                  <c:v>1.65889</c:v>
                </c:pt>
                <c:pt idx="7070">
                  <c:v>1.6591899999999999</c:v>
                </c:pt>
                <c:pt idx="7071">
                  <c:v>1.6595</c:v>
                </c:pt>
                <c:pt idx="7072">
                  <c:v>1.6597999999999999</c:v>
                </c:pt>
                <c:pt idx="7073">
                  <c:v>1.66011</c:v>
                </c:pt>
                <c:pt idx="7074">
                  <c:v>1.6604099999999999</c:v>
                </c:pt>
                <c:pt idx="7075">
                  <c:v>1.66072</c:v>
                </c:pt>
                <c:pt idx="7076">
                  <c:v>1.6610199999999999</c:v>
                </c:pt>
                <c:pt idx="7077">
                  <c:v>1.66133</c:v>
                </c:pt>
                <c:pt idx="7078">
                  <c:v>1.6616299999999999</c:v>
                </c:pt>
                <c:pt idx="7079">
                  <c:v>1.66194</c:v>
                </c:pt>
                <c:pt idx="7080">
                  <c:v>1.6622399999999999</c:v>
                </c:pt>
                <c:pt idx="7081">
                  <c:v>1.66255</c:v>
                </c:pt>
                <c:pt idx="7082">
                  <c:v>1.66286</c:v>
                </c:pt>
                <c:pt idx="7083">
                  <c:v>1.66316</c:v>
                </c:pt>
                <c:pt idx="7084">
                  <c:v>1.66347</c:v>
                </c:pt>
                <c:pt idx="7085">
                  <c:v>1.66377</c:v>
                </c:pt>
                <c:pt idx="7086">
                  <c:v>1.66408</c:v>
                </c:pt>
                <c:pt idx="7087">
                  <c:v>1.66438</c:v>
                </c:pt>
                <c:pt idx="7088">
                  <c:v>1.66469</c:v>
                </c:pt>
                <c:pt idx="7089">
                  <c:v>1.66499</c:v>
                </c:pt>
                <c:pt idx="7090">
                  <c:v>1.6653</c:v>
                </c:pt>
                <c:pt idx="7091">
                  <c:v>1.6656</c:v>
                </c:pt>
                <c:pt idx="7092">
                  <c:v>1.66591</c:v>
                </c:pt>
                <c:pt idx="7093">
                  <c:v>1.66621</c:v>
                </c:pt>
                <c:pt idx="7094">
                  <c:v>1.66652</c:v>
                </c:pt>
                <c:pt idx="7095">
                  <c:v>1.66683</c:v>
                </c:pt>
                <c:pt idx="7096">
                  <c:v>1.66713</c:v>
                </c:pt>
                <c:pt idx="7097">
                  <c:v>1.66744</c:v>
                </c:pt>
                <c:pt idx="7098">
                  <c:v>1.66774</c:v>
                </c:pt>
                <c:pt idx="7099">
                  <c:v>1.66805</c:v>
                </c:pt>
                <c:pt idx="7100">
                  <c:v>1.66835</c:v>
                </c:pt>
                <c:pt idx="7101">
                  <c:v>1.66866</c:v>
                </c:pt>
                <c:pt idx="7102">
                  <c:v>1.66896</c:v>
                </c:pt>
                <c:pt idx="7103">
                  <c:v>1.66927</c:v>
                </c:pt>
                <c:pt idx="7104">
                  <c:v>1.66957</c:v>
                </c:pt>
                <c:pt idx="7105">
                  <c:v>1.66988</c:v>
                </c:pt>
                <c:pt idx="7106">
                  <c:v>1.67018</c:v>
                </c:pt>
                <c:pt idx="7107">
                  <c:v>1.67049</c:v>
                </c:pt>
                <c:pt idx="7108">
                  <c:v>1.6708000000000001</c:v>
                </c:pt>
                <c:pt idx="7109">
                  <c:v>1.6711</c:v>
                </c:pt>
                <c:pt idx="7110">
                  <c:v>1.6714100000000001</c:v>
                </c:pt>
                <c:pt idx="7111">
                  <c:v>1.67171</c:v>
                </c:pt>
                <c:pt idx="7112">
                  <c:v>1.6720200000000001</c:v>
                </c:pt>
                <c:pt idx="7113">
                  <c:v>1.67232</c:v>
                </c:pt>
                <c:pt idx="7114">
                  <c:v>1.6726300000000001</c:v>
                </c:pt>
                <c:pt idx="7115">
                  <c:v>1.67293</c:v>
                </c:pt>
                <c:pt idx="7116">
                  <c:v>1.6732400000000001</c:v>
                </c:pt>
                <c:pt idx="7117">
                  <c:v>1.67354</c:v>
                </c:pt>
                <c:pt idx="7118">
                  <c:v>1.6738500000000001</c:v>
                </c:pt>
                <c:pt idx="7119">
                  <c:v>1.6741600000000001</c:v>
                </c:pt>
                <c:pt idx="7120">
                  <c:v>1.6744600000000001</c:v>
                </c:pt>
                <c:pt idx="7121">
                  <c:v>1.6747700000000001</c:v>
                </c:pt>
                <c:pt idx="7122">
                  <c:v>1.6750700000000001</c:v>
                </c:pt>
                <c:pt idx="7123">
                  <c:v>1.6753800000000001</c:v>
                </c:pt>
                <c:pt idx="7124">
                  <c:v>1.6756800000000001</c:v>
                </c:pt>
                <c:pt idx="7125">
                  <c:v>1.6759900000000001</c:v>
                </c:pt>
                <c:pt idx="7126">
                  <c:v>1.6762900000000001</c:v>
                </c:pt>
                <c:pt idx="7127">
                  <c:v>1.6766000000000001</c:v>
                </c:pt>
                <c:pt idx="7128">
                  <c:v>1.6769000000000001</c:v>
                </c:pt>
                <c:pt idx="7129">
                  <c:v>1.6772100000000001</c:v>
                </c:pt>
                <c:pt idx="7130">
                  <c:v>1.6775100000000001</c:v>
                </c:pt>
                <c:pt idx="7131">
                  <c:v>1.6778200000000001</c:v>
                </c:pt>
                <c:pt idx="7132">
                  <c:v>1.6781299999999999</c:v>
                </c:pt>
                <c:pt idx="7133">
                  <c:v>1.6784300000000001</c:v>
                </c:pt>
                <c:pt idx="7134">
                  <c:v>1.6787399999999999</c:v>
                </c:pt>
                <c:pt idx="7135">
                  <c:v>1.6790400000000001</c:v>
                </c:pt>
                <c:pt idx="7136">
                  <c:v>1.6793499999999999</c:v>
                </c:pt>
                <c:pt idx="7137">
                  <c:v>1.6796500000000001</c:v>
                </c:pt>
                <c:pt idx="7138">
                  <c:v>1.6799599999999999</c:v>
                </c:pt>
                <c:pt idx="7139">
                  <c:v>1.6802600000000001</c:v>
                </c:pt>
                <c:pt idx="7140">
                  <c:v>1.6805699999999999</c:v>
                </c:pt>
                <c:pt idx="7141">
                  <c:v>1.6808700000000001</c:v>
                </c:pt>
                <c:pt idx="7142">
                  <c:v>1.6811799999999999</c:v>
                </c:pt>
                <c:pt idx="7143">
                  <c:v>1.6814800000000001</c:v>
                </c:pt>
                <c:pt idx="7144">
                  <c:v>1.6817899999999999</c:v>
                </c:pt>
                <c:pt idx="7145">
                  <c:v>1.6820999999999999</c:v>
                </c:pt>
                <c:pt idx="7146">
                  <c:v>1.6823999999999999</c:v>
                </c:pt>
                <c:pt idx="7147">
                  <c:v>1.6827099999999999</c:v>
                </c:pt>
                <c:pt idx="7148">
                  <c:v>1.6830099999999999</c:v>
                </c:pt>
                <c:pt idx="7149">
                  <c:v>1.6833199999999999</c:v>
                </c:pt>
                <c:pt idx="7150">
                  <c:v>1.6836199999999999</c:v>
                </c:pt>
                <c:pt idx="7151">
                  <c:v>1.6839299999999999</c:v>
                </c:pt>
                <c:pt idx="7152">
                  <c:v>1.6842299999999999</c:v>
                </c:pt>
                <c:pt idx="7153">
                  <c:v>1.6845399999999999</c:v>
                </c:pt>
                <c:pt idx="7154">
                  <c:v>1.6848399999999999</c:v>
                </c:pt>
                <c:pt idx="7155">
                  <c:v>1.6851499999999999</c:v>
                </c:pt>
                <c:pt idx="7156">
                  <c:v>1.6854499999999999</c:v>
                </c:pt>
                <c:pt idx="7157">
                  <c:v>1.6857599999999999</c:v>
                </c:pt>
                <c:pt idx="7158">
                  <c:v>1.68607</c:v>
                </c:pt>
                <c:pt idx="7159">
                  <c:v>1.6863699999999999</c:v>
                </c:pt>
                <c:pt idx="7160">
                  <c:v>1.68668</c:v>
                </c:pt>
                <c:pt idx="7161">
                  <c:v>1.6869799999999999</c:v>
                </c:pt>
                <c:pt idx="7162">
                  <c:v>1.68729</c:v>
                </c:pt>
                <c:pt idx="7163">
                  <c:v>1.6875899999999999</c:v>
                </c:pt>
                <c:pt idx="7164">
                  <c:v>1.6879</c:v>
                </c:pt>
                <c:pt idx="7165">
                  <c:v>1.6881999999999999</c:v>
                </c:pt>
                <c:pt idx="7166">
                  <c:v>1.68851</c:v>
                </c:pt>
                <c:pt idx="7167">
                  <c:v>1.6888099999999999</c:v>
                </c:pt>
                <c:pt idx="7168">
                  <c:v>1.68912</c:v>
                </c:pt>
                <c:pt idx="7169">
                  <c:v>1.68943</c:v>
                </c:pt>
                <c:pt idx="7170">
                  <c:v>1.68973</c:v>
                </c:pt>
                <c:pt idx="7171">
                  <c:v>1.69004</c:v>
                </c:pt>
                <c:pt idx="7172">
                  <c:v>1.69034</c:v>
                </c:pt>
                <c:pt idx="7173">
                  <c:v>1.69065</c:v>
                </c:pt>
                <c:pt idx="7174">
                  <c:v>1.69095</c:v>
                </c:pt>
                <c:pt idx="7175">
                  <c:v>1.69126</c:v>
                </c:pt>
                <c:pt idx="7176">
                  <c:v>1.69156</c:v>
                </c:pt>
                <c:pt idx="7177">
                  <c:v>1.69187</c:v>
                </c:pt>
                <c:pt idx="7178">
                  <c:v>1.69217</c:v>
                </c:pt>
                <c:pt idx="7179">
                  <c:v>1.69248</c:v>
                </c:pt>
                <c:pt idx="7180">
                  <c:v>1.69278</c:v>
                </c:pt>
                <c:pt idx="7181">
                  <c:v>1.69309</c:v>
                </c:pt>
                <c:pt idx="7182">
                  <c:v>1.6934</c:v>
                </c:pt>
                <c:pt idx="7183">
                  <c:v>1.6937</c:v>
                </c:pt>
                <c:pt idx="7184">
                  <c:v>1.69401</c:v>
                </c:pt>
                <c:pt idx="7185">
                  <c:v>1.69431</c:v>
                </c:pt>
                <c:pt idx="7186">
                  <c:v>1.69462</c:v>
                </c:pt>
                <c:pt idx="7187">
                  <c:v>1.69492</c:v>
                </c:pt>
                <c:pt idx="7188">
                  <c:v>1.69523</c:v>
                </c:pt>
                <c:pt idx="7189">
                  <c:v>1.69553</c:v>
                </c:pt>
                <c:pt idx="7190">
                  <c:v>1.69584</c:v>
                </c:pt>
                <c:pt idx="7191">
                  <c:v>1.69614</c:v>
                </c:pt>
                <c:pt idx="7192">
                  <c:v>1.69645</c:v>
                </c:pt>
                <c:pt idx="7193">
                  <c:v>1.69675</c:v>
                </c:pt>
                <c:pt idx="7194">
                  <c:v>1.69706</c:v>
                </c:pt>
                <c:pt idx="7195">
                  <c:v>1.69737</c:v>
                </c:pt>
                <c:pt idx="7196">
                  <c:v>1.69767</c:v>
                </c:pt>
                <c:pt idx="7197">
                  <c:v>1.69798</c:v>
                </c:pt>
                <c:pt idx="7198">
                  <c:v>1.69828</c:v>
                </c:pt>
                <c:pt idx="7199">
                  <c:v>1.69859</c:v>
                </c:pt>
                <c:pt idx="7200">
                  <c:v>1.69889</c:v>
                </c:pt>
                <c:pt idx="7201">
                  <c:v>1.6992</c:v>
                </c:pt>
                <c:pt idx="7202">
                  <c:v>1.6995</c:v>
                </c:pt>
                <c:pt idx="7203">
                  <c:v>1.69981</c:v>
                </c:pt>
                <c:pt idx="7204">
                  <c:v>1.70011</c:v>
                </c:pt>
                <c:pt idx="7205">
                  <c:v>1.70042</c:v>
                </c:pt>
                <c:pt idx="7206">
                  <c:v>1.70072</c:v>
                </c:pt>
                <c:pt idx="7207">
                  <c:v>1.70103</c:v>
                </c:pt>
                <c:pt idx="7208">
                  <c:v>1.7013400000000001</c:v>
                </c:pt>
                <c:pt idx="7209">
                  <c:v>1.70164</c:v>
                </c:pt>
                <c:pt idx="7210">
                  <c:v>1.7019500000000001</c:v>
                </c:pt>
                <c:pt idx="7211">
                  <c:v>1.70225</c:v>
                </c:pt>
                <c:pt idx="7212">
                  <c:v>1.7025600000000001</c:v>
                </c:pt>
                <c:pt idx="7213">
                  <c:v>1.70286</c:v>
                </c:pt>
                <c:pt idx="7214">
                  <c:v>1.7031700000000001</c:v>
                </c:pt>
                <c:pt idx="7215">
                  <c:v>1.70347</c:v>
                </c:pt>
                <c:pt idx="7216">
                  <c:v>1.7037800000000001</c:v>
                </c:pt>
                <c:pt idx="7217">
                  <c:v>1.70408</c:v>
                </c:pt>
                <c:pt idx="7218">
                  <c:v>1.7043900000000001</c:v>
                </c:pt>
                <c:pt idx="7219">
                  <c:v>1.70469</c:v>
                </c:pt>
                <c:pt idx="7220">
                  <c:v>1.7050000000000001</c:v>
                </c:pt>
                <c:pt idx="7221">
                  <c:v>1.7053100000000001</c:v>
                </c:pt>
                <c:pt idx="7222">
                  <c:v>1.7056100000000001</c:v>
                </c:pt>
                <c:pt idx="7223">
                  <c:v>1.7059200000000001</c:v>
                </c:pt>
                <c:pt idx="7224">
                  <c:v>1.7062200000000001</c:v>
                </c:pt>
                <c:pt idx="7225">
                  <c:v>1.7065300000000001</c:v>
                </c:pt>
                <c:pt idx="7226">
                  <c:v>1.7068300000000001</c:v>
                </c:pt>
                <c:pt idx="7227">
                  <c:v>1.7071400000000001</c:v>
                </c:pt>
                <c:pt idx="7228">
                  <c:v>1.7074400000000001</c:v>
                </c:pt>
                <c:pt idx="7229">
                  <c:v>1.7077500000000001</c:v>
                </c:pt>
                <c:pt idx="7230">
                  <c:v>1.7080500000000001</c:v>
                </c:pt>
                <c:pt idx="7231">
                  <c:v>1.7083600000000001</c:v>
                </c:pt>
                <c:pt idx="7232">
                  <c:v>1.7086699999999999</c:v>
                </c:pt>
                <c:pt idx="7233">
                  <c:v>1.7089700000000001</c:v>
                </c:pt>
                <c:pt idx="7234">
                  <c:v>1.7092799999999999</c:v>
                </c:pt>
                <c:pt idx="7235">
                  <c:v>1.7095800000000001</c:v>
                </c:pt>
                <c:pt idx="7236">
                  <c:v>1.7098899999999999</c:v>
                </c:pt>
                <c:pt idx="7237">
                  <c:v>1.7101900000000001</c:v>
                </c:pt>
                <c:pt idx="7238">
                  <c:v>1.7104999999999999</c:v>
                </c:pt>
                <c:pt idx="7239">
                  <c:v>1.7108000000000001</c:v>
                </c:pt>
                <c:pt idx="7240">
                  <c:v>1.7111099999999999</c:v>
                </c:pt>
                <c:pt idx="7241">
                  <c:v>1.7114100000000001</c:v>
                </c:pt>
                <c:pt idx="7242">
                  <c:v>1.7117199999999999</c:v>
                </c:pt>
                <c:pt idx="7243">
                  <c:v>1.7120200000000001</c:v>
                </c:pt>
                <c:pt idx="7244">
                  <c:v>1.7123299999999999</c:v>
                </c:pt>
                <c:pt idx="7245">
                  <c:v>1.7126399999999999</c:v>
                </c:pt>
                <c:pt idx="7246">
                  <c:v>1.7129399999999999</c:v>
                </c:pt>
                <c:pt idx="7247">
                  <c:v>1.7132499999999999</c:v>
                </c:pt>
                <c:pt idx="7248">
                  <c:v>1.7135499999999999</c:v>
                </c:pt>
                <c:pt idx="7249">
                  <c:v>1.7138599999999999</c:v>
                </c:pt>
                <c:pt idx="7250">
                  <c:v>1.7141599999999999</c:v>
                </c:pt>
                <c:pt idx="7251">
                  <c:v>1.7144699999999999</c:v>
                </c:pt>
                <c:pt idx="7252">
                  <c:v>1.7147699999999999</c:v>
                </c:pt>
                <c:pt idx="7253">
                  <c:v>1.7150799999999999</c:v>
                </c:pt>
                <c:pt idx="7254">
                  <c:v>1.7153799999999999</c:v>
                </c:pt>
                <c:pt idx="7255">
                  <c:v>1.7156899999999999</c:v>
                </c:pt>
                <c:pt idx="7256">
                  <c:v>1.7159899999999999</c:v>
                </c:pt>
                <c:pt idx="7257">
                  <c:v>1.7162999999999999</c:v>
                </c:pt>
                <c:pt idx="7258">
                  <c:v>1.71661</c:v>
                </c:pt>
                <c:pt idx="7259">
                  <c:v>1.7169099999999999</c:v>
                </c:pt>
                <c:pt idx="7260">
                  <c:v>1.71722</c:v>
                </c:pt>
                <c:pt idx="7261">
                  <c:v>1.7175199999999999</c:v>
                </c:pt>
                <c:pt idx="7262">
                  <c:v>1.71783</c:v>
                </c:pt>
                <c:pt idx="7263">
                  <c:v>1.7181299999999999</c:v>
                </c:pt>
                <c:pt idx="7264">
                  <c:v>1.71844</c:v>
                </c:pt>
                <c:pt idx="7265">
                  <c:v>1.7187399999999999</c:v>
                </c:pt>
                <c:pt idx="7266">
                  <c:v>1.71905</c:v>
                </c:pt>
                <c:pt idx="7267">
                  <c:v>1.7193499999999999</c:v>
                </c:pt>
                <c:pt idx="7268">
                  <c:v>1.71966</c:v>
                </c:pt>
                <c:pt idx="7269">
                  <c:v>1.7199599999999999</c:v>
                </c:pt>
                <c:pt idx="7270">
                  <c:v>1.72027</c:v>
                </c:pt>
                <c:pt idx="7271">
                  <c:v>1.72058</c:v>
                </c:pt>
                <c:pt idx="7272">
                  <c:v>1.72088</c:v>
                </c:pt>
                <c:pt idx="7273">
                  <c:v>1.72119</c:v>
                </c:pt>
                <c:pt idx="7274">
                  <c:v>1.72149</c:v>
                </c:pt>
                <c:pt idx="7275">
                  <c:v>1.7218</c:v>
                </c:pt>
                <c:pt idx="7276">
                  <c:v>1.7221</c:v>
                </c:pt>
                <c:pt idx="7277">
                  <c:v>1.72241</c:v>
                </c:pt>
                <c:pt idx="7278">
                  <c:v>1.72271</c:v>
                </c:pt>
                <c:pt idx="7279">
                  <c:v>1.72302</c:v>
                </c:pt>
                <c:pt idx="7280">
                  <c:v>1.72332</c:v>
                </c:pt>
                <c:pt idx="7281">
                  <c:v>1.72363</c:v>
                </c:pt>
                <c:pt idx="7282">
                  <c:v>1.72393</c:v>
                </c:pt>
                <c:pt idx="7283">
                  <c:v>1.72424</c:v>
                </c:pt>
                <c:pt idx="7284">
                  <c:v>1.72455</c:v>
                </c:pt>
                <c:pt idx="7285">
                  <c:v>1.72485</c:v>
                </c:pt>
                <c:pt idx="7286">
                  <c:v>1.72516</c:v>
                </c:pt>
                <c:pt idx="7287">
                  <c:v>1.72546</c:v>
                </c:pt>
                <c:pt idx="7288">
                  <c:v>1.72577</c:v>
                </c:pt>
                <c:pt idx="7289">
                  <c:v>1.72607</c:v>
                </c:pt>
                <c:pt idx="7290">
                  <c:v>1.72638</c:v>
                </c:pt>
                <c:pt idx="7291">
                  <c:v>1.72668</c:v>
                </c:pt>
                <c:pt idx="7292">
                  <c:v>1.72699</c:v>
                </c:pt>
                <c:pt idx="7293">
                  <c:v>1.72729</c:v>
                </c:pt>
                <c:pt idx="7294">
                  <c:v>1.7276</c:v>
                </c:pt>
                <c:pt idx="7295">
                  <c:v>1.7279100000000001</c:v>
                </c:pt>
                <c:pt idx="7296">
                  <c:v>1.72821</c:v>
                </c:pt>
                <c:pt idx="7297">
                  <c:v>1.7285200000000001</c:v>
                </c:pt>
                <c:pt idx="7298">
                  <c:v>1.72882</c:v>
                </c:pt>
                <c:pt idx="7299">
                  <c:v>1.7291300000000001</c:v>
                </c:pt>
                <c:pt idx="7300">
                  <c:v>1.72943</c:v>
                </c:pt>
                <c:pt idx="7301">
                  <c:v>1.7297400000000001</c:v>
                </c:pt>
                <c:pt idx="7302">
                  <c:v>1.73004</c:v>
                </c:pt>
                <c:pt idx="7303">
                  <c:v>1.7303500000000001</c:v>
                </c:pt>
                <c:pt idx="7304">
                  <c:v>1.73065</c:v>
                </c:pt>
                <c:pt idx="7305">
                  <c:v>1.7309600000000001</c:v>
                </c:pt>
                <c:pt idx="7306">
                  <c:v>1.73126</c:v>
                </c:pt>
                <c:pt idx="7307">
                  <c:v>1.7315700000000001</c:v>
                </c:pt>
                <c:pt idx="7308">
                  <c:v>1.7318800000000001</c:v>
                </c:pt>
                <c:pt idx="7309">
                  <c:v>1.7321800000000001</c:v>
                </c:pt>
                <c:pt idx="7310">
                  <c:v>1.7324900000000001</c:v>
                </c:pt>
                <c:pt idx="7311">
                  <c:v>1.7327900000000001</c:v>
                </c:pt>
                <c:pt idx="7312">
                  <c:v>1.7331000000000001</c:v>
                </c:pt>
                <c:pt idx="7313">
                  <c:v>1.7334000000000001</c:v>
                </c:pt>
                <c:pt idx="7314">
                  <c:v>1.7337100000000001</c:v>
                </c:pt>
                <c:pt idx="7315">
                  <c:v>1.7340100000000001</c:v>
                </c:pt>
                <c:pt idx="7316">
                  <c:v>1.7343200000000001</c:v>
                </c:pt>
                <c:pt idx="7317">
                  <c:v>1.7346200000000001</c:v>
                </c:pt>
                <c:pt idx="7318">
                  <c:v>1.7349300000000001</c:v>
                </c:pt>
                <c:pt idx="7319">
                  <c:v>1.7352300000000001</c:v>
                </c:pt>
                <c:pt idx="7320">
                  <c:v>1.7355400000000001</c:v>
                </c:pt>
                <c:pt idx="7321">
                  <c:v>1.7358499999999999</c:v>
                </c:pt>
                <c:pt idx="7322">
                  <c:v>1.7361500000000001</c:v>
                </c:pt>
                <c:pt idx="7323">
                  <c:v>1.7364599999999999</c:v>
                </c:pt>
                <c:pt idx="7324">
                  <c:v>1.7367600000000001</c:v>
                </c:pt>
                <c:pt idx="7325">
                  <c:v>1.7370699999999999</c:v>
                </c:pt>
                <c:pt idx="7326">
                  <c:v>1.7373700000000001</c:v>
                </c:pt>
                <c:pt idx="7327">
                  <c:v>1.7376799999999999</c:v>
                </c:pt>
                <c:pt idx="7328">
                  <c:v>1.7379800000000001</c:v>
                </c:pt>
                <c:pt idx="7329">
                  <c:v>1.7382899999999999</c:v>
                </c:pt>
                <c:pt idx="7330">
                  <c:v>1.7385900000000001</c:v>
                </c:pt>
                <c:pt idx="7331">
                  <c:v>1.7388999999999999</c:v>
                </c:pt>
                <c:pt idx="7332">
                  <c:v>1.7392000000000001</c:v>
                </c:pt>
                <c:pt idx="7333">
                  <c:v>1.7395099999999999</c:v>
                </c:pt>
                <c:pt idx="7334">
                  <c:v>1.7398199999999999</c:v>
                </c:pt>
                <c:pt idx="7335">
                  <c:v>1.7401199999999999</c:v>
                </c:pt>
                <c:pt idx="7336">
                  <c:v>1.7404299999999999</c:v>
                </c:pt>
                <c:pt idx="7337">
                  <c:v>1.7407300000000001</c:v>
                </c:pt>
                <c:pt idx="7338">
                  <c:v>1.7410399999999999</c:v>
                </c:pt>
                <c:pt idx="7339">
                  <c:v>1.7413400000000001</c:v>
                </c:pt>
                <c:pt idx="7340">
                  <c:v>1.7416499999999999</c:v>
                </c:pt>
                <c:pt idx="7341">
                  <c:v>1.7419500000000001</c:v>
                </c:pt>
                <c:pt idx="7342">
                  <c:v>1.7422599999999999</c:v>
                </c:pt>
                <c:pt idx="7343">
                  <c:v>1.7425600000000001</c:v>
                </c:pt>
                <c:pt idx="7344">
                  <c:v>1.7428699999999999</c:v>
                </c:pt>
                <c:pt idx="7345">
                  <c:v>1.74318</c:v>
                </c:pt>
                <c:pt idx="7346">
                  <c:v>1.7434799999999999</c:v>
                </c:pt>
                <c:pt idx="7347">
                  <c:v>1.74379</c:v>
                </c:pt>
                <c:pt idx="7348">
                  <c:v>1.7440899999999999</c:v>
                </c:pt>
                <c:pt idx="7349">
                  <c:v>1.7444</c:v>
                </c:pt>
                <c:pt idx="7350">
                  <c:v>1.7446999999999999</c:v>
                </c:pt>
                <c:pt idx="7351">
                  <c:v>1.74501</c:v>
                </c:pt>
                <c:pt idx="7352">
                  <c:v>1.7453099999999999</c:v>
                </c:pt>
                <c:pt idx="7353">
                  <c:v>1.7456199999999999</c:v>
                </c:pt>
                <c:pt idx="7354">
                  <c:v>1.7459199999999999</c:v>
                </c:pt>
                <c:pt idx="7355">
                  <c:v>1.7462299999999999</c:v>
                </c:pt>
                <c:pt idx="7356">
                  <c:v>1.7465299999999999</c:v>
                </c:pt>
                <c:pt idx="7357">
                  <c:v>1.7468399999999999</c:v>
                </c:pt>
                <c:pt idx="7358">
                  <c:v>1.74715</c:v>
                </c:pt>
                <c:pt idx="7359">
                  <c:v>1.7474499999999999</c:v>
                </c:pt>
                <c:pt idx="7360">
                  <c:v>1.74776</c:v>
                </c:pt>
                <c:pt idx="7361">
                  <c:v>1.7480599999999999</c:v>
                </c:pt>
                <c:pt idx="7362">
                  <c:v>1.74837</c:v>
                </c:pt>
                <c:pt idx="7363">
                  <c:v>1.7486699999999999</c:v>
                </c:pt>
                <c:pt idx="7364">
                  <c:v>1.74898</c:v>
                </c:pt>
                <c:pt idx="7365">
                  <c:v>1.7492799999999999</c:v>
                </c:pt>
                <c:pt idx="7366">
                  <c:v>1.74959</c:v>
                </c:pt>
                <c:pt idx="7367">
                  <c:v>1.7498899999999999</c:v>
                </c:pt>
                <c:pt idx="7368">
                  <c:v>1.7502</c:v>
                </c:pt>
                <c:pt idx="7369">
                  <c:v>1.7504999999999999</c:v>
                </c:pt>
                <c:pt idx="7370">
                  <c:v>1.75081</c:v>
                </c:pt>
                <c:pt idx="7371">
                  <c:v>1.75112</c:v>
                </c:pt>
                <c:pt idx="7372">
                  <c:v>1.75142</c:v>
                </c:pt>
                <c:pt idx="7373">
                  <c:v>1.75173</c:v>
                </c:pt>
                <c:pt idx="7374">
                  <c:v>1.75203</c:v>
                </c:pt>
                <c:pt idx="7375">
                  <c:v>1.75234</c:v>
                </c:pt>
                <c:pt idx="7376">
                  <c:v>1.75264</c:v>
                </c:pt>
                <c:pt idx="7377">
                  <c:v>1.75295</c:v>
                </c:pt>
                <c:pt idx="7378">
                  <c:v>1.75325</c:v>
                </c:pt>
                <c:pt idx="7379">
                  <c:v>1.75356</c:v>
                </c:pt>
                <c:pt idx="7380">
                  <c:v>1.75386</c:v>
                </c:pt>
                <c:pt idx="7381">
                  <c:v>1.75417</c:v>
                </c:pt>
                <c:pt idx="7382">
                  <c:v>1.75447</c:v>
                </c:pt>
                <c:pt idx="7383">
                  <c:v>1.75478</c:v>
                </c:pt>
                <c:pt idx="7384">
                  <c:v>1.75509</c:v>
                </c:pt>
                <c:pt idx="7385">
                  <c:v>1.75539</c:v>
                </c:pt>
                <c:pt idx="7386">
                  <c:v>1.7557</c:v>
                </c:pt>
                <c:pt idx="7387">
                  <c:v>1.756</c:v>
                </c:pt>
                <c:pt idx="7388">
                  <c:v>1.75631</c:v>
                </c:pt>
                <c:pt idx="7389">
                  <c:v>1.75661</c:v>
                </c:pt>
                <c:pt idx="7390">
                  <c:v>1.75692</c:v>
                </c:pt>
                <c:pt idx="7391">
                  <c:v>1.75722</c:v>
                </c:pt>
                <c:pt idx="7392">
                  <c:v>1.75753</c:v>
                </c:pt>
                <c:pt idx="7393">
                  <c:v>1.75783</c:v>
                </c:pt>
                <c:pt idx="7394">
                  <c:v>1.75814</c:v>
                </c:pt>
                <c:pt idx="7395">
                  <c:v>1.75844</c:v>
                </c:pt>
                <c:pt idx="7396">
                  <c:v>1.75875</c:v>
                </c:pt>
                <c:pt idx="7397">
                  <c:v>1.7590600000000001</c:v>
                </c:pt>
                <c:pt idx="7398">
                  <c:v>1.75936</c:v>
                </c:pt>
                <c:pt idx="7399">
                  <c:v>1.7596700000000001</c:v>
                </c:pt>
                <c:pt idx="7400">
                  <c:v>1.75997</c:v>
                </c:pt>
                <c:pt idx="7401">
                  <c:v>1.7602800000000001</c:v>
                </c:pt>
                <c:pt idx="7402">
                  <c:v>1.76058</c:v>
                </c:pt>
                <c:pt idx="7403">
                  <c:v>1.7608900000000001</c:v>
                </c:pt>
                <c:pt idx="7404">
                  <c:v>1.76119</c:v>
                </c:pt>
                <c:pt idx="7405">
                  <c:v>1.7615000000000001</c:v>
                </c:pt>
                <c:pt idx="7406">
                  <c:v>1.7618</c:v>
                </c:pt>
                <c:pt idx="7407">
                  <c:v>1.7621100000000001</c:v>
                </c:pt>
                <c:pt idx="7408">
                  <c:v>1.7624200000000001</c:v>
                </c:pt>
                <c:pt idx="7409">
                  <c:v>1.7627200000000001</c:v>
                </c:pt>
                <c:pt idx="7410">
                  <c:v>1.7630300000000001</c:v>
                </c:pt>
                <c:pt idx="7411">
                  <c:v>1.7633300000000001</c:v>
                </c:pt>
                <c:pt idx="7412">
                  <c:v>1.7636400000000001</c:v>
                </c:pt>
                <c:pt idx="7413">
                  <c:v>1.7639400000000001</c:v>
                </c:pt>
                <c:pt idx="7414">
                  <c:v>1.7642500000000001</c:v>
                </c:pt>
                <c:pt idx="7415">
                  <c:v>1.7645500000000001</c:v>
                </c:pt>
                <c:pt idx="7416">
                  <c:v>1.7648600000000001</c:v>
                </c:pt>
                <c:pt idx="7417">
                  <c:v>1.7651600000000001</c:v>
                </c:pt>
                <c:pt idx="7418">
                  <c:v>1.7654700000000001</c:v>
                </c:pt>
                <c:pt idx="7419">
                  <c:v>1.7657700000000001</c:v>
                </c:pt>
                <c:pt idx="7420">
                  <c:v>1.7660800000000001</c:v>
                </c:pt>
                <c:pt idx="7421">
                  <c:v>1.7663899999999999</c:v>
                </c:pt>
                <c:pt idx="7422">
                  <c:v>1.7666900000000001</c:v>
                </c:pt>
                <c:pt idx="7423">
                  <c:v>1.7669999999999999</c:v>
                </c:pt>
                <c:pt idx="7424">
                  <c:v>1.7673000000000001</c:v>
                </c:pt>
                <c:pt idx="7425">
                  <c:v>1.7676099999999999</c:v>
                </c:pt>
                <c:pt idx="7426">
                  <c:v>1.7679100000000001</c:v>
                </c:pt>
                <c:pt idx="7427">
                  <c:v>1.7682199999999999</c:v>
                </c:pt>
                <c:pt idx="7428">
                  <c:v>1.7685200000000001</c:v>
                </c:pt>
                <c:pt idx="7429">
                  <c:v>1.7688299999999999</c:v>
                </c:pt>
                <c:pt idx="7430">
                  <c:v>1.7691300000000001</c:v>
                </c:pt>
                <c:pt idx="7431">
                  <c:v>1.7694399999999999</c:v>
                </c:pt>
                <c:pt idx="7432">
                  <c:v>1.7697400000000001</c:v>
                </c:pt>
                <c:pt idx="7433">
                  <c:v>1.7700499999999999</c:v>
                </c:pt>
                <c:pt idx="7434">
                  <c:v>1.7703599999999999</c:v>
                </c:pt>
                <c:pt idx="7435">
                  <c:v>1.7706599999999999</c:v>
                </c:pt>
                <c:pt idx="7436">
                  <c:v>1.7709699999999999</c:v>
                </c:pt>
                <c:pt idx="7437">
                  <c:v>1.7712699999999999</c:v>
                </c:pt>
                <c:pt idx="7438">
                  <c:v>1.7715799999999999</c:v>
                </c:pt>
                <c:pt idx="7439">
                  <c:v>1.7718799999999999</c:v>
                </c:pt>
                <c:pt idx="7440">
                  <c:v>1.7721899999999999</c:v>
                </c:pt>
                <c:pt idx="7441">
                  <c:v>1.7724899999999999</c:v>
                </c:pt>
                <c:pt idx="7442">
                  <c:v>1.7727999999999999</c:v>
                </c:pt>
                <c:pt idx="7443">
                  <c:v>1.7730999999999999</c:v>
                </c:pt>
                <c:pt idx="7444">
                  <c:v>1.7734099999999999</c:v>
                </c:pt>
                <c:pt idx="7445">
                  <c:v>1.7737099999999999</c:v>
                </c:pt>
                <c:pt idx="7446">
                  <c:v>1.7740199999999999</c:v>
                </c:pt>
                <c:pt idx="7447">
                  <c:v>1.77433</c:v>
                </c:pt>
                <c:pt idx="7448">
                  <c:v>1.7746299999999999</c:v>
                </c:pt>
                <c:pt idx="7449">
                  <c:v>1.77494</c:v>
                </c:pt>
                <c:pt idx="7450">
                  <c:v>1.7752399999999999</c:v>
                </c:pt>
                <c:pt idx="7451">
                  <c:v>1.77555</c:v>
                </c:pt>
                <c:pt idx="7452">
                  <c:v>1.7758499999999999</c:v>
                </c:pt>
                <c:pt idx="7453">
                  <c:v>1.77616</c:v>
                </c:pt>
                <c:pt idx="7454">
                  <c:v>1.7764599999999999</c:v>
                </c:pt>
                <c:pt idx="7455">
                  <c:v>1.77677</c:v>
                </c:pt>
                <c:pt idx="7456">
                  <c:v>1.7770699999999999</c:v>
                </c:pt>
                <c:pt idx="7457">
                  <c:v>1.77738</c:v>
                </c:pt>
                <c:pt idx="7458">
                  <c:v>1.7776799999999999</c:v>
                </c:pt>
                <c:pt idx="7459">
                  <c:v>1.77799</c:v>
                </c:pt>
                <c:pt idx="7460">
                  <c:v>1.7783</c:v>
                </c:pt>
                <c:pt idx="7461">
                  <c:v>1.7786</c:v>
                </c:pt>
                <c:pt idx="7462">
                  <c:v>1.77891</c:v>
                </c:pt>
                <c:pt idx="7463">
                  <c:v>1.77921</c:v>
                </c:pt>
                <c:pt idx="7464">
                  <c:v>1.77952</c:v>
                </c:pt>
                <c:pt idx="7465">
                  <c:v>1.77982</c:v>
                </c:pt>
                <c:pt idx="7466">
                  <c:v>1.78013</c:v>
                </c:pt>
                <c:pt idx="7467">
                  <c:v>1.78043</c:v>
                </c:pt>
                <c:pt idx="7468">
                  <c:v>1.78074</c:v>
                </c:pt>
                <c:pt idx="7469">
                  <c:v>1.78104</c:v>
                </c:pt>
                <c:pt idx="7470">
                  <c:v>1.78135</c:v>
                </c:pt>
                <c:pt idx="7471">
                  <c:v>1.78166</c:v>
                </c:pt>
                <c:pt idx="7472">
                  <c:v>1.78196</c:v>
                </c:pt>
                <c:pt idx="7473">
                  <c:v>1.78227</c:v>
                </c:pt>
                <c:pt idx="7474">
                  <c:v>1.78257</c:v>
                </c:pt>
                <c:pt idx="7475">
                  <c:v>1.78288</c:v>
                </c:pt>
                <c:pt idx="7476">
                  <c:v>1.78318</c:v>
                </c:pt>
                <c:pt idx="7477">
                  <c:v>1.78349</c:v>
                </c:pt>
                <c:pt idx="7478">
                  <c:v>1.78379</c:v>
                </c:pt>
                <c:pt idx="7479">
                  <c:v>1.7841</c:v>
                </c:pt>
                <c:pt idx="7480">
                  <c:v>1.7844</c:v>
                </c:pt>
                <c:pt idx="7481">
                  <c:v>1.78471</c:v>
                </c:pt>
                <c:pt idx="7482">
                  <c:v>1.78501</c:v>
                </c:pt>
                <c:pt idx="7483">
                  <c:v>1.78532</c:v>
                </c:pt>
                <c:pt idx="7484">
                  <c:v>1.7856300000000001</c:v>
                </c:pt>
                <c:pt idx="7485">
                  <c:v>1.78593</c:v>
                </c:pt>
                <c:pt idx="7486">
                  <c:v>1.78624</c:v>
                </c:pt>
                <c:pt idx="7487">
                  <c:v>1.78654</c:v>
                </c:pt>
                <c:pt idx="7488">
                  <c:v>1.78685</c:v>
                </c:pt>
                <c:pt idx="7489">
                  <c:v>1.78715</c:v>
                </c:pt>
                <c:pt idx="7490">
                  <c:v>1.78746</c:v>
                </c:pt>
                <c:pt idx="7491">
                  <c:v>1.78776</c:v>
                </c:pt>
                <c:pt idx="7492">
                  <c:v>1.78807</c:v>
                </c:pt>
                <c:pt idx="7493">
                  <c:v>1.78837</c:v>
                </c:pt>
                <c:pt idx="7494">
                  <c:v>1.78868</c:v>
                </c:pt>
                <c:pt idx="7495">
                  <c:v>1.78898</c:v>
                </c:pt>
                <c:pt idx="7496">
                  <c:v>1.78929</c:v>
                </c:pt>
                <c:pt idx="7497">
                  <c:v>1.7896000000000001</c:v>
                </c:pt>
                <c:pt idx="7498">
                  <c:v>1.7899</c:v>
                </c:pt>
                <c:pt idx="7499">
                  <c:v>1.7902100000000001</c:v>
                </c:pt>
                <c:pt idx="7500">
                  <c:v>1.79051</c:v>
                </c:pt>
                <c:pt idx="7501">
                  <c:v>1.7908200000000001</c:v>
                </c:pt>
                <c:pt idx="7502">
                  <c:v>1.79112</c:v>
                </c:pt>
                <c:pt idx="7503">
                  <c:v>1.7914300000000001</c:v>
                </c:pt>
                <c:pt idx="7504">
                  <c:v>1.79173</c:v>
                </c:pt>
                <c:pt idx="7505">
                  <c:v>1.7920400000000001</c:v>
                </c:pt>
                <c:pt idx="7506">
                  <c:v>1.79234</c:v>
                </c:pt>
                <c:pt idx="7507">
                  <c:v>1.7926500000000001</c:v>
                </c:pt>
                <c:pt idx="7508">
                  <c:v>1.79295</c:v>
                </c:pt>
                <c:pt idx="7509">
                  <c:v>1.7932600000000001</c:v>
                </c:pt>
                <c:pt idx="7510">
                  <c:v>1.7935700000000001</c:v>
                </c:pt>
                <c:pt idx="7511">
                  <c:v>1.7938700000000001</c:v>
                </c:pt>
                <c:pt idx="7512">
                  <c:v>1.7941800000000001</c:v>
                </c:pt>
                <c:pt idx="7513">
                  <c:v>1.7944800000000001</c:v>
                </c:pt>
                <c:pt idx="7514">
                  <c:v>1.7947900000000001</c:v>
                </c:pt>
                <c:pt idx="7515">
                  <c:v>1.7950900000000001</c:v>
                </c:pt>
                <c:pt idx="7516">
                  <c:v>1.7954000000000001</c:v>
                </c:pt>
                <c:pt idx="7517">
                  <c:v>1.7957000000000001</c:v>
                </c:pt>
                <c:pt idx="7518">
                  <c:v>1.7960100000000001</c:v>
                </c:pt>
                <c:pt idx="7519">
                  <c:v>1.7963100000000001</c:v>
                </c:pt>
                <c:pt idx="7520">
                  <c:v>1.7966200000000001</c:v>
                </c:pt>
                <c:pt idx="7521">
                  <c:v>1.7969299999999999</c:v>
                </c:pt>
                <c:pt idx="7522">
                  <c:v>1.7972300000000001</c:v>
                </c:pt>
                <c:pt idx="7523">
                  <c:v>1.7975399999999999</c:v>
                </c:pt>
                <c:pt idx="7524">
                  <c:v>1.7978400000000001</c:v>
                </c:pt>
                <c:pt idx="7525">
                  <c:v>1.7981499999999999</c:v>
                </c:pt>
                <c:pt idx="7526">
                  <c:v>1.7984500000000001</c:v>
                </c:pt>
                <c:pt idx="7527">
                  <c:v>1.7987599999999999</c:v>
                </c:pt>
                <c:pt idx="7528">
                  <c:v>1.7990600000000001</c:v>
                </c:pt>
                <c:pt idx="7529">
                  <c:v>1.7993699999999999</c:v>
                </c:pt>
                <c:pt idx="7530">
                  <c:v>1.7996700000000001</c:v>
                </c:pt>
                <c:pt idx="7531">
                  <c:v>1.7999799999999999</c:v>
                </c:pt>
                <c:pt idx="7532">
                  <c:v>1.8002800000000001</c:v>
                </c:pt>
                <c:pt idx="7533">
                  <c:v>1.8005899999999999</c:v>
                </c:pt>
                <c:pt idx="7534">
                  <c:v>1.8008999999999999</c:v>
                </c:pt>
                <c:pt idx="7535">
                  <c:v>1.8011999999999999</c:v>
                </c:pt>
                <c:pt idx="7536">
                  <c:v>1.8015099999999999</c:v>
                </c:pt>
                <c:pt idx="7537">
                  <c:v>1.8018099999999999</c:v>
                </c:pt>
                <c:pt idx="7538">
                  <c:v>1.8021199999999999</c:v>
                </c:pt>
                <c:pt idx="7539">
                  <c:v>1.8024199999999999</c:v>
                </c:pt>
                <c:pt idx="7540">
                  <c:v>1.8027299999999999</c:v>
                </c:pt>
                <c:pt idx="7541">
                  <c:v>1.8030299999999999</c:v>
                </c:pt>
                <c:pt idx="7542">
                  <c:v>1.8033399999999999</c:v>
                </c:pt>
                <c:pt idx="7543">
                  <c:v>1.8036399999999999</c:v>
                </c:pt>
                <c:pt idx="7544">
                  <c:v>1.8039499999999999</c:v>
                </c:pt>
                <c:pt idx="7545">
                  <c:v>1.8042499999999999</c:v>
                </c:pt>
                <c:pt idx="7546">
                  <c:v>1.8045599999999999</c:v>
                </c:pt>
                <c:pt idx="7547">
                  <c:v>1.80487</c:v>
                </c:pt>
                <c:pt idx="7548">
                  <c:v>1.8051699999999999</c:v>
                </c:pt>
                <c:pt idx="7549">
                  <c:v>1.80548</c:v>
                </c:pt>
                <c:pt idx="7550">
                  <c:v>1.8057799999999999</c:v>
                </c:pt>
                <c:pt idx="7551">
                  <c:v>1.80609</c:v>
                </c:pt>
                <c:pt idx="7552">
                  <c:v>1.8063899999999999</c:v>
                </c:pt>
                <c:pt idx="7553">
                  <c:v>1.8067</c:v>
                </c:pt>
                <c:pt idx="7554">
                  <c:v>1.8069999999999999</c:v>
                </c:pt>
                <c:pt idx="7555">
                  <c:v>1.80731</c:v>
                </c:pt>
                <c:pt idx="7556">
                  <c:v>1.8076099999999999</c:v>
                </c:pt>
                <c:pt idx="7557">
                  <c:v>1.80792</c:v>
                </c:pt>
                <c:pt idx="7558">
                  <c:v>1.8082199999999999</c:v>
                </c:pt>
                <c:pt idx="7559">
                  <c:v>1.80853</c:v>
                </c:pt>
                <c:pt idx="7560">
                  <c:v>1.80884</c:v>
                </c:pt>
                <c:pt idx="7561">
                  <c:v>1.80914</c:v>
                </c:pt>
                <c:pt idx="7562">
                  <c:v>1.80945</c:v>
                </c:pt>
                <c:pt idx="7563">
                  <c:v>1.80975</c:v>
                </c:pt>
                <c:pt idx="7564">
                  <c:v>1.81006</c:v>
                </c:pt>
                <c:pt idx="7565">
                  <c:v>1.81036</c:v>
                </c:pt>
                <c:pt idx="7566">
                  <c:v>1.81067</c:v>
                </c:pt>
                <c:pt idx="7567">
                  <c:v>1.81097</c:v>
                </c:pt>
                <c:pt idx="7568">
                  <c:v>1.81128</c:v>
                </c:pt>
                <c:pt idx="7569">
                  <c:v>1.81158</c:v>
                </c:pt>
                <c:pt idx="7570">
                  <c:v>1.81189</c:v>
                </c:pt>
                <c:pt idx="7571">
                  <c:v>1.81219</c:v>
                </c:pt>
                <c:pt idx="7572">
                  <c:v>1.8125</c:v>
                </c:pt>
                <c:pt idx="7573">
                  <c:v>1.81281</c:v>
                </c:pt>
                <c:pt idx="7574">
                  <c:v>1.81311</c:v>
                </c:pt>
                <c:pt idx="7575">
                  <c:v>1.81342</c:v>
                </c:pt>
                <c:pt idx="7576">
                  <c:v>1.81372</c:v>
                </c:pt>
                <c:pt idx="7577">
                  <c:v>1.81403</c:v>
                </c:pt>
                <c:pt idx="7578">
                  <c:v>1.81433</c:v>
                </c:pt>
                <c:pt idx="7579">
                  <c:v>1.81464</c:v>
                </c:pt>
                <c:pt idx="7580">
                  <c:v>1.81494</c:v>
                </c:pt>
                <c:pt idx="7581">
                  <c:v>1.81525</c:v>
                </c:pt>
                <c:pt idx="7582">
                  <c:v>1.81555</c:v>
                </c:pt>
                <c:pt idx="7583">
                  <c:v>1.81586</c:v>
                </c:pt>
                <c:pt idx="7584">
                  <c:v>1.8161700000000001</c:v>
                </c:pt>
                <c:pt idx="7585">
                  <c:v>1.81647</c:v>
                </c:pt>
                <c:pt idx="7586">
                  <c:v>1.8167800000000001</c:v>
                </c:pt>
                <c:pt idx="7587">
                  <c:v>1.81708</c:v>
                </c:pt>
                <c:pt idx="7588">
                  <c:v>1.8173900000000001</c:v>
                </c:pt>
                <c:pt idx="7589">
                  <c:v>1.81769</c:v>
                </c:pt>
                <c:pt idx="7590">
                  <c:v>1.8180000000000001</c:v>
                </c:pt>
                <c:pt idx="7591">
                  <c:v>1.8183</c:v>
                </c:pt>
                <c:pt idx="7592">
                  <c:v>1.8186100000000001</c:v>
                </c:pt>
                <c:pt idx="7593">
                  <c:v>1.81891</c:v>
                </c:pt>
                <c:pt idx="7594">
                  <c:v>1.8192200000000001</c:v>
                </c:pt>
                <c:pt idx="7595">
                  <c:v>1.81952</c:v>
                </c:pt>
                <c:pt idx="7596">
                  <c:v>1.8198300000000001</c:v>
                </c:pt>
                <c:pt idx="7597">
                  <c:v>1.8201400000000001</c:v>
                </c:pt>
                <c:pt idx="7598">
                  <c:v>1.8204400000000001</c:v>
                </c:pt>
                <c:pt idx="7599">
                  <c:v>1.8207500000000001</c:v>
                </c:pt>
                <c:pt idx="7600">
                  <c:v>1.8210500000000001</c:v>
                </c:pt>
                <c:pt idx="7601">
                  <c:v>1.8213600000000001</c:v>
                </c:pt>
                <c:pt idx="7602">
                  <c:v>1.8216600000000001</c:v>
                </c:pt>
                <c:pt idx="7603">
                  <c:v>1.8219700000000001</c:v>
                </c:pt>
                <c:pt idx="7604">
                  <c:v>1.8222700000000001</c:v>
                </c:pt>
                <c:pt idx="7605">
                  <c:v>1.8225800000000001</c:v>
                </c:pt>
                <c:pt idx="7606">
                  <c:v>1.8228800000000001</c:v>
                </c:pt>
                <c:pt idx="7607">
                  <c:v>1.8231900000000001</c:v>
                </c:pt>
                <c:pt idx="7608">
                  <c:v>1.8234900000000001</c:v>
                </c:pt>
                <c:pt idx="7609">
                  <c:v>1.8238000000000001</c:v>
                </c:pt>
                <c:pt idx="7610">
                  <c:v>1.8241099999999999</c:v>
                </c:pt>
                <c:pt idx="7611">
                  <c:v>1.8244100000000001</c:v>
                </c:pt>
                <c:pt idx="7612">
                  <c:v>1.8247199999999999</c:v>
                </c:pt>
                <c:pt idx="7613">
                  <c:v>1.8250200000000001</c:v>
                </c:pt>
                <c:pt idx="7614">
                  <c:v>1.8253299999999999</c:v>
                </c:pt>
                <c:pt idx="7615">
                  <c:v>1.8256300000000001</c:v>
                </c:pt>
                <c:pt idx="7616">
                  <c:v>1.8259399999999999</c:v>
                </c:pt>
                <c:pt idx="7617">
                  <c:v>1.8262400000000001</c:v>
                </c:pt>
                <c:pt idx="7618">
                  <c:v>1.8265499999999999</c:v>
                </c:pt>
                <c:pt idx="7619">
                  <c:v>1.8268500000000001</c:v>
                </c:pt>
                <c:pt idx="7620">
                  <c:v>1.8271599999999999</c:v>
                </c:pt>
                <c:pt idx="7621">
                  <c:v>1.8274600000000001</c:v>
                </c:pt>
                <c:pt idx="7622">
                  <c:v>1.8277699999999999</c:v>
                </c:pt>
                <c:pt idx="7623">
                  <c:v>1.8280799999999999</c:v>
                </c:pt>
                <c:pt idx="7624">
                  <c:v>1.8283799999999999</c:v>
                </c:pt>
                <c:pt idx="7625">
                  <c:v>1.8286899999999999</c:v>
                </c:pt>
                <c:pt idx="7626">
                  <c:v>1.8289899999999999</c:v>
                </c:pt>
                <c:pt idx="7627">
                  <c:v>1.8292999999999999</c:v>
                </c:pt>
                <c:pt idx="7628">
                  <c:v>1.8295999999999999</c:v>
                </c:pt>
                <c:pt idx="7629">
                  <c:v>1.8299099999999999</c:v>
                </c:pt>
                <c:pt idx="7630">
                  <c:v>1.8302099999999999</c:v>
                </c:pt>
                <c:pt idx="7631">
                  <c:v>1.8305199999999999</c:v>
                </c:pt>
                <c:pt idx="7632">
                  <c:v>1.8308199999999999</c:v>
                </c:pt>
                <c:pt idx="7633">
                  <c:v>1.8311299999999999</c:v>
                </c:pt>
                <c:pt idx="7634">
                  <c:v>1.8314299999999999</c:v>
                </c:pt>
                <c:pt idx="7635">
                  <c:v>1.8317399999999999</c:v>
                </c:pt>
                <c:pt idx="7636">
                  <c:v>1.83205</c:v>
                </c:pt>
                <c:pt idx="7637">
                  <c:v>1.8323499999999999</c:v>
                </c:pt>
                <c:pt idx="7638">
                  <c:v>1.83266</c:v>
                </c:pt>
                <c:pt idx="7639">
                  <c:v>1.8329599999999999</c:v>
                </c:pt>
                <c:pt idx="7640">
                  <c:v>1.83327</c:v>
                </c:pt>
                <c:pt idx="7641">
                  <c:v>1.8335699999999999</c:v>
                </c:pt>
                <c:pt idx="7642">
                  <c:v>1.83388</c:v>
                </c:pt>
                <c:pt idx="7643">
                  <c:v>1.8341799999999999</c:v>
                </c:pt>
                <c:pt idx="7644">
                  <c:v>1.83449</c:v>
                </c:pt>
                <c:pt idx="7645">
                  <c:v>1.8347899999999999</c:v>
                </c:pt>
                <c:pt idx="7646">
                  <c:v>1.8351</c:v>
                </c:pt>
                <c:pt idx="7647">
                  <c:v>1.83541</c:v>
                </c:pt>
                <c:pt idx="7648">
                  <c:v>1.83571</c:v>
                </c:pt>
                <c:pt idx="7649">
                  <c:v>1.83602</c:v>
                </c:pt>
                <c:pt idx="7650">
                  <c:v>1.83632</c:v>
                </c:pt>
                <c:pt idx="7651">
                  <c:v>1.83663</c:v>
                </c:pt>
                <c:pt idx="7652">
                  <c:v>1.83693</c:v>
                </c:pt>
                <c:pt idx="7653">
                  <c:v>1.83724</c:v>
                </c:pt>
                <c:pt idx="7654">
                  <c:v>1.83754</c:v>
                </c:pt>
                <c:pt idx="7655">
                  <c:v>1.83785</c:v>
                </c:pt>
                <c:pt idx="7656">
                  <c:v>1.83815</c:v>
                </c:pt>
                <c:pt idx="7657">
                  <c:v>1.83846</c:v>
                </c:pt>
                <c:pt idx="7658">
                  <c:v>1.83876</c:v>
                </c:pt>
                <c:pt idx="7659">
                  <c:v>1.83907</c:v>
                </c:pt>
                <c:pt idx="7660">
                  <c:v>1.83938</c:v>
                </c:pt>
                <c:pt idx="7661">
                  <c:v>1.83968</c:v>
                </c:pt>
                <c:pt idx="7662">
                  <c:v>1.83999</c:v>
                </c:pt>
                <c:pt idx="7663">
                  <c:v>1.84029</c:v>
                </c:pt>
                <c:pt idx="7664">
                  <c:v>1.8406</c:v>
                </c:pt>
                <c:pt idx="7665">
                  <c:v>1.8409</c:v>
                </c:pt>
                <c:pt idx="7666">
                  <c:v>1.84121</c:v>
                </c:pt>
                <c:pt idx="7667">
                  <c:v>1.84151</c:v>
                </c:pt>
                <c:pt idx="7668">
                  <c:v>1.84182</c:v>
                </c:pt>
                <c:pt idx="7669">
                  <c:v>1.84212</c:v>
                </c:pt>
                <c:pt idx="7670">
                  <c:v>1.84243</c:v>
                </c:pt>
                <c:pt idx="7671">
                  <c:v>1.84273</c:v>
                </c:pt>
                <c:pt idx="7672">
                  <c:v>1.84304</c:v>
                </c:pt>
                <c:pt idx="7673">
                  <c:v>1.84335</c:v>
                </c:pt>
                <c:pt idx="7674">
                  <c:v>1.84365</c:v>
                </c:pt>
                <c:pt idx="7675">
                  <c:v>1.84396</c:v>
                </c:pt>
                <c:pt idx="7676">
                  <c:v>1.84426</c:v>
                </c:pt>
                <c:pt idx="7677">
                  <c:v>1.84457</c:v>
                </c:pt>
                <c:pt idx="7678">
                  <c:v>1.84487</c:v>
                </c:pt>
                <c:pt idx="7679">
                  <c:v>1.84518</c:v>
                </c:pt>
                <c:pt idx="7680">
                  <c:v>1.84548</c:v>
                </c:pt>
                <c:pt idx="7681">
                  <c:v>1.84579</c:v>
                </c:pt>
                <c:pt idx="7682">
                  <c:v>1.84609</c:v>
                </c:pt>
                <c:pt idx="7683">
                  <c:v>1.8464</c:v>
                </c:pt>
                <c:pt idx="7684">
                  <c:v>1.8467</c:v>
                </c:pt>
                <c:pt idx="7685">
                  <c:v>1.84701</c:v>
                </c:pt>
                <c:pt idx="7686">
                  <c:v>1.8473200000000001</c:v>
                </c:pt>
                <c:pt idx="7687">
                  <c:v>1.84762</c:v>
                </c:pt>
                <c:pt idx="7688">
                  <c:v>1.8479300000000001</c:v>
                </c:pt>
                <c:pt idx="7689">
                  <c:v>1.84823</c:v>
                </c:pt>
                <c:pt idx="7690">
                  <c:v>1.8485400000000001</c:v>
                </c:pt>
                <c:pt idx="7691">
                  <c:v>1.84884</c:v>
                </c:pt>
                <c:pt idx="7692">
                  <c:v>1.8491500000000001</c:v>
                </c:pt>
                <c:pt idx="7693">
                  <c:v>1.84945</c:v>
                </c:pt>
                <c:pt idx="7694">
                  <c:v>1.8497600000000001</c:v>
                </c:pt>
                <c:pt idx="7695">
                  <c:v>1.85006</c:v>
                </c:pt>
                <c:pt idx="7696">
                  <c:v>1.8503700000000001</c:v>
                </c:pt>
                <c:pt idx="7697">
                  <c:v>1.85067</c:v>
                </c:pt>
                <c:pt idx="7698">
                  <c:v>1.8509800000000001</c:v>
                </c:pt>
                <c:pt idx="7699">
                  <c:v>1.8512900000000001</c:v>
                </c:pt>
                <c:pt idx="7700">
                  <c:v>1.8515900000000001</c:v>
                </c:pt>
                <c:pt idx="7701">
                  <c:v>1.8519000000000001</c:v>
                </c:pt>
                <c:pt idx="7702">
                  <c:v>1.8522000000000001</c:v>
                </c:pt>
                <c:pt idx="7703">
                  <c:v>1.8525100000000001</c:v>
                </c:pt>
                <c:pt idx="7704">
                  <c:v>1.8528100000000001</c:v>
                </c:pt>
                <c:pt idx="7705">
                  <c:v>1.8531200000000001</c:v>
                </c:pt>
                <c:pt idx="7706">
                  <c:v>1.8534200000000001</c:v>
                </c:pt>
                <c:pt idx="7707">
                  <c:v>1.8537300000000001</c:v>
                </c:pt>
                <c:pt idx="7708">
                  <c:v>1.8540300000000001</c:v>
                </c:pt>
                <c:pt idx="7709">
                  <c:v>1.8543400000000001</c:v>
                </c:pt>
                <c:pt idx="7710">
                  <c:v>1.8546499999999999</c:v>
                </c:pt>
                <c:pt idx="7711">
                  <c:v>1.8549500000000001</c:v>
                </c:pt>
                <c:pt idx="7712">
                  <c:v>1.8552599999999999</c:v>
                </c:pt>
                <c:pt idx="7713">
                  <c:v>1.8555600000000001</c:v>
                </c:pt>
                <c:pt idx="7714">
                  <c:v>1.8558699999999999</c:v>
                </c:pt>
                <c:pt idx="7715">
                  <c:v>1.8561700000000001</c:v>
                </c:pt>
                <c:pt idx="7716">
                  <c:v>1.8564799999999999</c:v>
                </c:pt>
                <c:pt idx="7717">
                  <c:v>1.8567800000000001</c:v>
                </c:pt>
                <c:pt idx="7718">
                  <c:v>1.8570899999999999</c:v>
                </c:pt>
                <c:pt idx="7719">
                  <c:v>1.8573900000000001</c:v>
                </c:pt>
                <c:pt idx="7720">
                  <c:v>1.8576999999999999</c:v>
                </c:pt>
                <c:pt idx="7721">
                  <c:v>1.8580000000000001</c:v>
                </c:pt>
                <c:pt idx="7722">
                  <c:v>1.8583099999999999</c:v>
                </c:pt>
                <c:pt idx="7723">
                  <c:v>1.8586199999999999</c:v>
                </c:pt>
                <c:pt idx="7724">
                  <c:v>1.8589199999999999</c:v>
                </c:pt>
                <c:pt idx="7725">
                  <c:v>1.8592299999999999</c:v>
                </c:pt>
                <c:pt idx="7726">
                  <c:v>1.8595299999999999</c:v>
                </c:pt>
                <c:pt idx="7727">
                  <c:v>1.8598399999999999</c:v>
                </c:pt>
                <c:pt idx="7728">
                  <c:v>1.8601399999999999</c:v>
                </c:pt>
                <c:pt idx="7729">
                  <c:v>1.8604499999999999</c:v>
                </c:pt>
                <c:pt idx="7730">
                  <c:v>1.8607499999999999</c:v>
                </c:pt>
                <c:pt idx="7731">
                  <c:v>1.8610599999999999</c:v>
                </c:pt>
                <c:pt idx="7732">
                  <c:v>1.8613599999999999</c:v>
                </c:pt>
                <c:pt idx="7733">
                  <c:v>1.8616699999999999</c:v>
                </c:pt>
                <c:pt idx="7734">
                  <c:v>1.8619699999999999</c:v>
                </c:pt>
                <c:pt idx="7735">
                  <c:v>1.8622799999999999</c:v>
                </c:pt>
                <c:pt idx="7736">
                  <c:v>1.86259</c:v>
                </c:pt>
                <c:pt idx="7737">
                  <c:v>1.8628899999999999</c:v>
                </c:pt>
                <c:pt idx="7738">
                  <c:v>1.8632</c:v>
                </c:pt>
                <c:pt idx="7739">
                  <c:v>1.8634999999999999</c:v>
                </c:pt>
                <c:pt idx="7740">
                  <c:v>1.86381</c:v>
                </c:pt>
                <c:pt idx="7741">
                  <c:v>1.8641099999999999</c:v>
                </c:pt>
                <c:pt idx="7742">
                  <c:v>1.86442</c:v>
                </c:pt>
                <c:pt idx="7743">
                  <c:v>1.8647199999999999</c:v>
                </c:pt>
                <c:pt idx="7744">
                  <c:v>1.86503</c:v>
                </c:pt>
                <c:pt idx="7745">
                  <c:v>1.8653299999999999</c:v>
                </c:pt>
                <c:pt idx="7746">
                  <c:v>1.86564</c:v>
                </c:pt>
                <c:pt idx="7747">
                  <c:v>1.8659399999999999</c:v>
                </c:pt>
                <c:pt idx="7748">
                  <c:v>1.86625</c:v>
                </c:pt>
                <c:pt idx="7749">
                  <c:v>1.86656</c:v>
                </c:pt>
                <c:pt idx="7750">
                  <c:v>1.86686</c:v>
                </c:pt>
                <c:pt idx="7751">
                  <c:v>1.86717</c:v>
                </c:pt>
                <c:pt idx="7752">
                  <c:v>1.86747</c:v>
                </c:pt>
                <c:pt idx="7753">
                  <c:v>1.86778</c:v>
                </c:pt>
                <c:pt idx="7754">
                  <c:v>1.86808</c:v>
                </c:pt>
                <c:pt idx="7755">
                  <c:v>1.86839</c:v>
                </c:pt>
                <c:pt idx="7756">
                  <c:v>1.86869</c:v>
                </c:pt>
                <c:pt idx="7757">
                  <c:v>1.869</c:v>
                </c:pt>
                <c:pt idx="7758">
                  <c:v>1.8693</c:v>
                </c:pt>
                <c:pt idx="7759">
                  <c:v>1.86961</c:v>
                </c:pt>
                <c:pt idx="7760">
                  <c:v>1.86992</c:v>
                </c:pt>
                <c:pt idx="7761">
                  <c:v>1.87022</c:v>
                </c:pt>
                <c:pt idx="7762">
                  <c:v>1.87053</c:v>
                </c:pt>
                <c:pt idx="7763">
                  <c:v>1.87083</c:v>
                </c:pt>
                <c:pt idx="7764">
                  <c:v>1.87114</c:v>
                </c:pt>
                <c:pt idx="7765">
                  <c:v>1.87144</c:v>
                </c:pt>
                <c:pt idx="7766">
                  <c:v>1.87175</c:v>
                </c:pt>
                <c:pt idx="7767">
                  <c:v>1.87205</c:v>
                </c:pt>
                <c:pt idx="7768">
                  <c:v>1.87236</c:v>
                </c:pt>
                <c:pt idx="7769">
                  <c:v>1.87266</c:v>
                </c:pt>
                <c:pt idx="7770">
                  <c:v>1.87297</c:v>
                </c:pt>
                <c:pt idx="7771">
                  <c:v>1.87327</c:v>
                </c:pt>
                <c:pt idx="7772">
                  <c:v>1.87358</c:v>
                </c:pt>
                <c:pt idx="7773">
                  <c:v>1.8738900000000001</c:v>
                </c:pt>
                <c:pt idx="7774">
                  <c:v>1.87419</c:v>
                </c:pt>
                <c:pt idx="7775">
                  <c:v>1.8745000000000001</c:v>
                </c:pt>
                <c:pt idx="7776">
                  <c:v>1.8748</c:v>
                </c:pt>
                <c:pt idx="7777">
                  <c:v>1.8751100000000001</c:v>
                </c:pt>
                <c:pt idx="7778">
                  <c:v>1.87541</c:v>
                </c:pt>
                <c:pt idx="7779">
                  <c:v>1.8757200000000001</c:v>
                </c:pt>
                <c:pt idx="7780">
                  <c:v>1.87602</c:v>
                </c:pt>
                <c:pt idx="7781">
                  <c:v>1.8763300000000001</c:v>
                </c:pt>
                <c:pt idx="7782">
                  <c:v>1.87663</c:v>
                </c:pt>
                <c:pt idx="7783">
                  <c:v>1.8769400000000001</c:v>
                </c:pt>
                <c:pt idx="7784">
                  <c:v>1.87724</c:v>
                </c:pt>
                <c:pt idx="7785">
                  <c:v>1.8775500000000001</c:v>
                </c:pt>
                <c:pt idx="7786">
                  <c:v>1.8778600000000001</c:v>
                </c:pt>
                <c:pt idx="7787">
                  <c:v>1.8781600000000001</c:v>
                </c:pt>
                <c:pt idx="7788">
                  <c:v>1.8784700000000001</c:v>
                </c:pt>
                <c:pt idx="7789">
                  <c:v>1.8787700000000001</c:v>
                </c:pt>
                <c:pt idx="7790">
                  <c:v>1.8790800000000001</c:v>
                </c:pt>
                <c:pt idx="7791">
                  <c:v>1.8793800000000001</c:v>
                </c:pt>
                <c:pt idx="7792">
                  <c:v>1.8796900000000001</c:v>
                </c:pt>
                <c:pt idx="7793">
                  <c:v>1.87999</c:v>
                </c:pt>
                <c:pt idx="7794">
                  <c:v>1.8803000000000001</c:v>
                </c:pt>
                <c:pt idx="7795">
                  <c:v>1.8806</c:v>
                </c:pt>
                <c:pt idx="7796">
                  <c:v>1.8809100000000001</c:v>
                </c:pt>
                <c:pt idx="7797">
                  <c:v>1.88121</c:v>
                </c:pt>
                <c:pt idx="7798">
                  <c:v>1.8815200000000001</c:v>
                </c:pt>
                <c:pt idx="7799">
                  <c:v>1.8818299999999999</c:v>
                </c:pt>
                <c:pt idx="7800">
                  <c:v>1.8821300000000001</c:v>
                </c:pt>
                <c:pt idx="7801">
                  <c:v>1.8824399999999999</c:v>
                </c:pt>
                <c:pt idx="7802">
                  <c:v>1.8827400000000001</c:v>
                </c:pt>
                <c:pt idx="7803">
                  <c:v>1.8830499999999999</c:v>
                </c:pt>
                <c:pt idx="7804">
                  <c:v>1.8833500000000001</c:v>
                </c:pt>
                <c:pt idx="7805">
                  <c:v>1.8836599999999999</c:v>
                </c:pt>
                <c:pt idx="7806">
                  <c:v>1.8839600000000001</c:v>
                </c:pt>
                <c:pt idx="7807">
                  <c:v>1.8842699999999999</c:v>
                </c:pt>
                <c:pt idx="7808">
                  <c:v>1.8845700000000001</c:v>
                </c:pt>
                <c:pt idx="7809">
                  <c:v>1.8848800000000001</c:v>
                </c:pt>
                <c:pt idx="7810">
                  <c:v>1.8851800000000001</c:v>
                </c:pt>
                <c:pt idx="7811">
                  <c:v>1.8854900000000001</c:v>
                </c:pt>
                <c:pt idx="7812">
                  <c:v>1.8857999999999999</c:v>
                </c:pt>
                <c:pt idx="7813">
                  <c:v>1.8861000000000001</c:v>
                </c:pt>
                <c:pt idx="7814">
                  <c:v>1.8864099999999999</c:v>
                </c:pt>
                <c:pt idx="7815">
                  <c:v>1.8867100000000001</c:v>
                </c:pt>
                <c:pt idx="7816">
                  <c:v>1.8870199999999999</c:v>
                </c:pt>
                <c:pt idx="7817">
                  <c:v>1.8873200000000001</c:v>
                </c:pt>
                <c:pt idx="7818">
                  <c:v>1.8876299999999999</c:v>
                </c:pt>
                <c:pt idx="7819">
                  <c:v>1.8879300000000001</c:v>
                </c:pt>
                <c:pt idx="7820">
                  <c:v>1.8882399999999999</c:v>
                </c:pt>
                <c:pt idx="7821">
                  <c:v>1.8885400000000001</c:v>
                </c:pt>
                <c:pt idx="7822">
                  <c:v>1.8888499999999999</c:v>
                </c:pt>
                <c:pt idx="7823">
                  <c:v>1.88916</c:v>
                </c:pt>
                <c:pt idx="7824">
                  <c:v>1.8894599999999999</c:v>
                </c:pt>
                <c:pt idx="7825">
                  <c:v>1.8897699999999999</c:v>
                </c:pt>
                <c:pt idx="7826">
                  <c:v>1.8900699999999999</c:v>
                </c:pt>
                <c:pt idx="7827">
                  <c:v>1.8903799999999999</c:v>
                </c:pt>
                <c:pt idx="7828">
                  <c:v>1.8906799999999999</c:v>
                </c:pt>
                <c:pt idx="7829">
                  <c:v>1.8909899999999999</c:v>
                </c:pt>
                <c:pt idx="7830">
                  <c:v>1.8912899999999999</c:v>
                </c:pt>
                <c:pt idx="7831">
                  <c:v>1.8915999999999999</c:v>
                </c:pt>
                <c:pt idx="7832">
                  <c:v>1.8918999999999999</c:v>
                </c:pt>
                <c:pt idx="7833">
                  <c:v>1.8922099999999999</c:v>
                </c:pt>
                <c:pt idx="7834">
                  <c:v>1.8925099999999999</c:v>
                </c:pt>
                <c:pt idx="7835">
                  <c:v>1.8928199999999999</c:v>
                </c:pt>
                <c:pt idx="7836">
                  <c:v>1.89313</c:v>
                </c:pt>
                <c:pt idx="7837">
                  <c:v>1.8934299999999999</c:v>
                </c:pt>
                <c:pt idx="7838">
                  <c:v>1.89374</c:v>
                </c:pt>
                <c:pt idx="7839">
                  <c:v>1.8940399999999999</c:v>
                </c:pt>
                <c:pt idx="7840">
                  <c:v>1.89435</c:v>
                </c:pt>
                <c:pt idx="7841">
                  <c:v>1.8946499999999999</c:v>
                </c:pt>
                <c:pt idx="7842">
                  <c:v>1.89496</c:v>
                </c:pt>
                <c:pt idx="7843">
                  <c:v>1.8952599999999999</c:v>
                </c:pt>
                <c:pt idx="7844">
                  <c:v>1.89557</c:v>
                </c:pt>
                <c:pt idx="7845">
                  <c:v>1.8958699999999999</c:v>
                </c:pt>
                <c:pt idx="7846">
                  <c:v>1.89618</c:v>
                </c:pt>
                <c:pt idx="7847">
                  <c:v>1.8964799999999999</c:v>
                </c:pt>
                <c:pt idx="7848">
                  <c:v>1.89679</c:v>
                </c:pt>
                <c:pt idx="7849">
                  <c:v>1.8971</c:v>
                </c:pt>
                <c:pt idx="7850">
                  <c:v>1.8974</c:v>
                </c:pt>
                <c:pt idx="7851">
                  <c:v>1.89771</c:v>
                </c:pt>
                <c:pt idx="7852">
                  <c:v>1.89801</c:v>
                </c:pt>
                <c:pt idx="7853">
                  <c:v>1.89832</c:v>
                </c:pt>
                <c:pt idx="7854">
                  <c:v>1.89862</c:v>
                </c:pt>
                <c:pt idx="7855">
                  <c:v>1.89893</c:v>
                </c:pt>
                <c:pt idx="7856">
                  <c:v>1.89923</c:v>
                </c:pt>
                <c:pt idx="7857">
                  <c:v>1.89954</c:v>
                </c:pt>
                <c:pt idx="7858">
                  <c:v>1.89984</c:v>
                </c:pt>
                <c:pt idx="7859">
                  <c:v>1.90015</c:v>
                </c:pt>
                <c:pt idx="7860">
                  <c:v>1.90045</c:v>
                </c:pt>
                <c:pt idx="7861">
                  <c:v>1.90076</c:v>
                </c:pt>
                <c:pt idx="7862">
                  <c:v>1.90107</c:v>
                </c:pt>
                <c:pt idx="7863">
                  <c:v>1.90137</c:v>
                </c:pt>
                <c:pt idx="7864">
                  <c:v>1.90168</c:v>
                </c:pt>
                <c:pt idx="7865">
                  <c:v>1.90198</c:v>
                </c:pt>
                <c:pt idx="7866">
                  <c:v>1.90229</c:v>
                </c:pt>
                <c:pt idx="7867">
                  <c:v>1.90259</c:v>
                </c:pt>
                <c:pt idx="7868">
                  <c:v>1.9029</c:v>
                </c:pt>
                <c:pt idx="7869">
                  <c:v>1.9032</c:v>
                </c:pt>
                <c:pt idx="7870">
                  <c:v>1.90351</c:v>
                </c:pt>
                <c:pt idx="7871">
                  <c:v>1.90381</c:v>
                </c:pt>
                <c:pt idx="7872">
                  <c:v>1.90412</c:v>
                </c:pt>
                <c:pt idx="7873">
                  <c:v>1.90442</c:v>
                </c:pt>
                <c:pt idx="7874">
                  <c:v>1.90473</c:v>
                </c:pt>
                <c:pt idx="7875">
                  <c:v>1.9050400000000001</c:v>
                </c:pt>
                <c:pt idx="7876">
                  <c:v>1.90534</c:v>
                </c:pt>
                <c:pt idx="7877">
                  <c:v>1.9056500000000001</c:v>
                </c:pt>
                <c:pt idx="7878">
                  <c:v>1.90595</c:v>
                </c:pt>
                <c:pt idx="7879">
                  <c:v>1.9062600000000001</c:v>
                </c:pt>
                <c:pt idx="7880">
                  <c:v>1.90656</c:v>
                </c:pt>
                <c:pt idx="7881">
                  <c:v>1.9068700000000001</c:v>
                </c:pt>
                <c:pt idx="7882">
                  <c:v>1.90717</c:v>
                </c:pt>
                <c:pt idx="7883">
                  <c:v>1.9074800000000001</c:v>
                </c:pt>
                <c:pt idx="7884">
                  <c:v>1.90778</c:v>
                </c:pt>
                <c:pt idx="7885">
                  <c:v>1.9080900000000001</c:v>
                </c:pt>
                <c:pt idx="7886">
                  <c:v>1.9084000000000001</c:v>
                </c:pt>
                <c:pt idx="7887">
                  <c:v>1.9087000000000001</c:v>
                </c:pt>
                <c:pt idx="7888">
                  <c:v>1.9090100000000001</c:v>
                </c:pt>
                <c:pt idx="7889">
                  <c:v>1.9093100000000001</c:v>
                </c:pt>
                <c:pt idx="7890">
                  <c:v>1.9096200000000001</c:v>
                </c:pt>
                <c:pt idx="7891">
                  <c:v>1.9099200000000001</c:v>
                </c:pt>
                <c:pt idx="7892">
                  <c:v>1.9102300000000001</c:v>
                </c:pt>
                <c:pt idx="7893">
                  <c:v>1.9105300000000001</c:v>
                </c:pt>
                <c:pt idx="7894">
                  <c:v>1.9108400000000001</c:v>
                </c:pt>
                <c:pt idx="7895">
                  <c:v>1.9111400000000001</c:v>
                </c:pt>
                <c:pt idx="7896">
                  <c:v>1.9114500000000001</c:v>
                </c:pt>
                <c:pt idx="7897">
                  <c:v>1.9117500000000001</c:v>
                </c:pt>
                <c:pt idx="7898">
                  <c:v>1.9120600000000001</c:v>
                </c:pt>
                <c:pt idx="7899">
                  <c:v>1.9123699999999999</c:v>
                </c:pt>
                <c:pt idx="7900">
                  <c:v>1.9126700000000001</c:v>
                </c:pt>
                <c:pt idx="7901">
                  <c:v>1.9129799999999999</c:v>
                </c:pt>
                <c:pt idx="7902">
                  <c:v>1.9132800000000001</c:v>
                </c:pt>
                <c:pt idx="7903">
                  <c:v>1.9135899999999999</c:v>
                </c:pt>
                <c:pt idx="7904">
                  <c:v>1.9138900000000001</c:v>
                </c:pt>
                <c:pt idx="7905">
                  <c:v>1.9141999999999999</c:v>
                </c:pt>
                <c:pt idx="7906">
                  <c:v>1.9145000000000001</c:v>
                </c:pt>
                <c:pt idx="7907">
                  <c:v>1.9148099999999999</c:v>
                </c:pt>
                <c:pt idx="7908">
                  <c:v>1.9151100000000001</c:v>
                </c:pt>
                <c:pt idx="7909">
                  <c:v>1.9154199999999999</c:v>
                </c:pt>
                <c:pt idx="7910">
                  <c:v>1.9157200000000001</c:v>
                </c:pt>
                <c:pt idx="7911">
                  <c:v>1.9160299999999999</c:v>
                </c:pt>
                <c:pt idx="7912">
                  <c:v>1.9163399999999999</c:v>
                </c:pt>
                <c:pt idx="7913">
                  <c:v>1.9166399999999999</c:v>
                </c:pt>
                <c:pt idx="7914">
                  <c:v>1.9169499999999999</c:v>
                </c:pt>
                <c:pt idx="7915">
                  <c:v>1.9172499999999999</c:v>
                </c:pt>
                <c:pt idx="7916">
                  <c:v>1.9175599999999999</c:v>
                </c:pt>
                <c:pt idx="7917">
                  <c:v>1.9178599999999999</c:v>
                </c:pt>
                <c:pt idx="7918">
                  <c:v>1.9181699999999999</c:v>
                </c:pt>
                <c:pt idx="7919">
                  <c:v>1.9184699999999999</c:v>
                </c:pt>
                <c:pt idx="7920">
                  <c:v>1.9187799999999999</c:v>
                </c:pt>
                <c:pt idx="7921">
                  <c:v>1.9190799999999999</c:v>
                </c:pt>
                <c:pt idx="7922">
                  <c:v>1.9193899999999999</c:v>
                </c:pt>
                <c:pt idx="7923">
                  <c:v>1.9196899999999999</c:v>
                </c:pt>
                <c:pt idx="7924">
                  <c:v>1.92</c:v>
                </c:pt>
                <c:pt idx="7925">
                  <c:v>1.92031</c:v>
                </c:pt>
                <c:pt idx="7926">
                  <c:v>1.9206099999999999</c:v>
                </c:pt>
                <c:pt idx="7927">
                  <c:v>1.92092</c:v>
                </c:pt>
                <c:pt idx="7928">
                  <c:v>1.9212199999999999</c:v>
                </c:pt>
                <c:pt idx="7929">
                  <c:v>1.92153</c:v>
                </c:pt>
                <c:pt idx="7930">
                  <c:v>1.9218299999999999</c:v>
                </c:pt>
                <c:pt idx="7931">
                  <c:v>1.92214</c:v>
                </c:pt>
                <c:pt idx="7932">
                  <c:v>1.9224399999999999</c:v>
                </c:pt>
                <c:pt idx="7933">
                  <c:v>1.92275</c:v>
                </c:pt>
                <c:pt idx="7934">
                  <c:v>1.9230499999999999</c:v>
                </c:pt>
                <c:pt idx="7935">
                  <c:v>1.92336</c:v>
                </c:pt>
                <c:pt idx="7936">
                  <c:v>1.92367</c:v>
                </c:pt>
                <c:pt idx="7937">
                  <c:v>1.92397</c:v>
                </c:pt>
                <c:pt idx="7938">
                  <c:v>1.92428</c:v>
                </c:pt>
                <c:pt idx="7939">
                  <c:v>1.92458</c:v>
                </c:pt>
                <c:pt idx="7940">
                  <c:v>1.92489</c:v>
                </c:pt>
                <c:pt idx="7941">
                  <c:v>1.92519</c:v>
                </c:pt>
                <c:pt idx="7942">
                  <c:v>1.9255</c:v>
                </c:pt>
                <c:pt idx="7943">
                  <c:v>1.9258</c:v>
                </c:pt>
                <c:pt idx="7944">
                  <c:v>1.92611</c:v>
                </c:pt>
                <c:pt idx="7945">
                  <c:v>1.92641</c:v>
                </c:pt>
                <c:pt idx="7946">
                  <c:v>1.92672</c:v>
                </c:pt>
                <c:pt idx="7947">
                  <c:v>1.92702</c:v>
                </c:pt>
                <c:pt idx="7948">
                  <c:v>1.92733</c:v>
                </c:pt>
                <c:pt idx="7949">
                  <c:v>1.92764</c:v>
                </c:pt>
                <c:pt idx="7950">
                  <c:v>1.92794</c:v>
                </c:pt>
                <c:pt idx="7951">
                  <c:v>1.92825</c:v>
                </c:pt>
                <c:pt idx="7952">
                  <c:v>1.92855</c:v>
                </c:pt>
                <c:pt idx="7953">
                  <c:v>1.92886</c:v>
                </c:pt>
                <c:pt idx="7954">
                  <c:v>1.92916</c:v>
                </c:pt>
                <c:pt idx="7955">
                  <c:v>1.92947</c:v>
                </c:pt>
                <c:pt idx="7956">
                  <c:v>1.92977</c:v>
                </c:pt>
                <c:pt idx="7957">
                  <c:v>1.93008</c:v>
                </c:pt>
                <c:pt idx="7958">
                  <c:v>1.93038</c:v>
                </c:pt>
                <c:pt idx="7959">
                  <c:v>1.93069</c:v>
                </c:pt>
                <c:pt idx="7960">
                  <c:v>1.93099</c:v>
                </c:pt>
                <c:pt idx="7961">
                  <c:v>1.9313</c:v>
                </c:pt>
                <c:pt idx="7962">
                  <c:v>1.93161</c:v>
                </c:pt>
                <c:pt idx="7963">
                  <c:v>1.93191</c:v>
                </c:pt>
                <c:pt idx="7964">
                  <c:v>1.93222</c:v>
                </c:pt>
                <c:pt idx="7965">
                  <c:v>1.93252</c:v>
                </c:pt>
                <c:pt idx="7966">
                  <c:v>1.93283</c:v>
                </c:pt>
                <c:pt idx="7967">
                  <c:v>1.93313</c:v>
                </c:pt>
                <c:pt idx="7968">
                  <c:v>1.93344</c:v>
                </c:pt>
                <c:pt idx="7969">
                  <c:v>1.93374</c:v>
                </c:pt>
                <c:pt idx="7970">
                  <c:v>1.93405</c:v>
                </c:pt>
                <c:pt idx="7971">
                  <c:v>1.93435</c:v>
                </c:pt>
                <c:pt idx="7972">
                  <c:v>1.93466</c:v>
                </c:pt>
                <c:pt idx="7973">
                  <c:v>1.93496</c:v>
                </c:pt>
                <c:pt idx="7974">
                  <c:v>1.93527</c:v>
                </c:pt>
                <c:pt idx="7975">
                  <c:v>1.9355800000000001</c:v>
                </c:pt>
                <c:pt idx="7976">
                  <c:v>1.93588</c:v>
                </c:pt>
                <c:pt idx="7977">
                  <c:v>1.9361900000000001</c:v>
                </c:pt>
                <c:pt idx="7978">
                  <c:v>1.93649</c:v>
                </c:pt>
                <c:pt idx="7979">
                  <c:v>1.9368000000000001</c:v>
                </c:pt>
                <c:pt idx="7980">
                  <c:v>1.9371</c:v>
                </c:pt>
                <c:pt idx="7981">
                  <c:v>1.9374100000000001</c:v>
                </c:pt>
                <c:pt idx="7982">
                  <c:v>1.93771</c:v>
                </c:pt>
                <c:pt idx="7983">
                  <c:v>1.9380200000000001</c:v>
                </c:pt>
                <c:pt idx="7984">
                  <c:v>1.93832</c:v>
                </c:pt>
                <c:pt idx="7985">
                  <c:v>1.9386300000000001</c:v>
                </c:pt>
                <c:pt idx="7986">
                  <c:v>1.93893</c:v>
                </c:pt>
                <c:pt idx="7987">
                  <c:v>1.9392400000000001</c:v>
                </c:pt>
                <c:pt idx="7988">
                  <c:v>1.9395500000000001</c:v>
                </c:pt>
                <c:pt idx="7989">
                  <c:v>1.9398500000000001</c:v>
                </c:pt>
                <c:pt idx="7990">
                  <c:v>1.9401600000000001</c:v>
                </c:pt>
                <c:pt idx="7991">
                  <c:v>1.9404600000000001</c:v>
                </c:pt>
                <c:pt idx="7992">
                  <c:v>1.9407700000000001</c:v>
                </c:pt>
                <c:pt idx="7993">
                  <c:v>1.9410700000000001</c:v>
                </c:pt>
                <c:pt idx="7994">
                  <c:v>1.9413800000000001</c:v>
                </c:pt>
                <c:pt idx="7995">
                  <c:v>1.9416800000000001</c:v>
                </c:pt>
                <c:pt idx="7996">
                  <c:v>1.9419900000000001</c:v>
                </c:pt>
                <c:pt idx="7997">
                  <c:v>1.9422900000000001</c:v>
                </c:pt>
                <c:pt idx="7998">
                  <c:v>1.9426000000000001</c:v>
                </c:pt>
                <c:pt idx="7999">
                  <c:v>1.9429099999999999</c:v>
                </c:pt>
                <c:pt idx="8000">
                  <c:v>1.9432100000000001</c:v>
                </c:pt>
                <c:pt idx="8001">
                  <c:v>1.9435199999999999</c:v>
                </c:pt>
                <c:pt idx="8002">
                  <c:v>1.9438200000000001</c:v>
                </c:pt>
                <c:pt idx="8003">
                  <c:v>1.9441299999999999</c:v>
                </c:pt>
                <c:pt idx="8004">
                  <c:v>1.9444300000000001</c:v>
                </c:pt>
                <c:pt idx="8005">
                  <c:v>1.9447399999999999</c:v>
                </c:pt>
                <c:pt idx="8006">
                  <c:v>1.9450400000000001</c:v>
                </c:pt>
                <c:pt idx="8007">
                  <c:v>1.9453499999999999</c:v>
                </c:pt>
                <c:pt idx="8008">
                  <c:v>1.9456500000000001</c:v>
                </c:pt>
                <c:pt idx="8009">
                  <c:v>1.9459599999999999</c:v>
                </c:pt>
                <c:pt idx="8010">
                  <c:v>1.9462600000000001</c:v>
                </c:pt>
                <c:pt idx="8011">
                  <c:v>1.9465699999999999</c:v>
                </c:pt>
                <c:pt idx="8012">
                  <c:v>1.9468799999999999</c:v>
                </c:pt>
                <c:pt idx="8013">
                  <c:v>1.9471799999999999</c:v>
                </c:pt>
                <c:pt idx="8014">
                  <c:v>1.9474899999999999</c:v>
                </c:pt>
                <c:pt idx="8015">
                  <c:v>1.9477899999999999</c:v>
                </c:pt>
                <c:pt idx="8016">
                  <c:v>1.9480999999999999</c:v>
                </c:pt>
                <c:pt idx="8017">
                  <c:v>1.9483999999999999</c:v>
                </c:pt>
                <c:pt idx="8018">
                  <c:v>1.9487099999999999</c:v>
                </c:pt>
                <c:pt idx="8019">
                  <c:v>1.9490099999999999</c:v>
                </c:pt>
                <c:pt idx="8020">
                  <c:v>1.9493199999999999</c:v>
                </c:pt>
                <c:pt idx="8021">
                  <c:v>1.9496199999999999</c:v>
                </c:pt>
                <c:pt idx="8022">
                  <c:v>1.9499299999999999</c:v>
                </c:pt>
                <c:pt idx="8023">
                  <c:v>1.9502299999999999</c:v>
                </c:pt>
                <c:pt idx="8024">
                  <c:v>1.9505399999999999</c:v>
                </c:pt>
                <c:pt idx="8025">
                  <c:v>1.95085</c:v>
                </c:pt>
                <c:pt idx="8026">
                  <c:v>1.9511499999999999</c:v>
                </c:pt>
                <c:pt idx="8027">
                  <c:v>1.95146</c:v>
                </c:pt>
                <c:pt idx="8028">
                  <c:v>1.9517599999999999</c:v>
                </c:pt>
                <c:pt idx="8029">
                  <c:v>1.95207</c:v>
                </c:pt>
                <c:pt idx="8030">
                  <c:v>1.9523699999999999</c:v>
                </c:pt>
                <c:pt idx="8031">
                  <c:v>1.95268</c:v>
                </c:pt>
                <c:pt idx="8032">
                  <c:v>1.9529799999999999</c:v>
                </c:pt>
                <c:pt idx="8033">
                  <c:v>1.95329</c:v>
                </c:pt>
                <c:pt idx="8034">
                  <c:v>1.9535899999999999</c:v>
                </c:pt>
                <c:pt idx="8035">
                  <c:v>1.9539</c:v>
                </c:pt>
                <c:pt idx="8036">
                  <c:v>1.9541999999999999</c:v>
                </c:pt>
                <c:pt idx="8037">
                  <c:v>1.95451</c:v>
                </c:pt>
                <c:pt idx="8038">
                  <c:v>1.95482</c:v>
                </c:pt>
                <c:pt idx="8039">
                  <c:v>1.95512</c:v>
                </c:pt>
                <c:pt idx="8040">
                  <c:v>1.95543</c:v>
                </c:pt>
                <c:pt idx="8041">
                  <c:v>1.95573</c:v>
                </c:pt>
                <c:pt idx="8042">
                  <c:v>1.95604</c:v>
                </c:pt>
                <c:pt idx="8043">
                  <c:v>1.95634</c:v>
                </c:pt>
                <c:pt idx="8044">
                  <c:v>1.95665</c:v>
                </c:pt>
                <c:pt idx="8045">
                  <c:v>1.95695</c:v>
                </c:pt>
                <c:pt idx="8046">
                  <c:v>1.95726</c:v>
                </c:pt>
                <c:pt idx="8047">
                  <c:v>1.95756</c:v>
                </c:pt>
                <c:pt idx="8048">
                  <c:v>1.95787</c:v>
                </c:pt>
                <c:pt idx="8049">
                  <c:v>1.95817</c:v>
                </c:pt>
                <c:pt idx="8050">
                  <c:v>1.95848</c:v>
                </c:pt>
                <c:pt idx="8051">
                  <c:v>1.95879</c:v>
                </c:pt>
                <c:pt idx="8052">
                  <c:v>1.95909</c:v>
                </c:pt>
                <c:pt idx="8053">
                  <c:v>1.9594</c:v>
                </c:pt>
                <c:pt idx="8054">
                  <c:v>1.9597</c:v>
                </c:pt>
                <c:pt idx="8055">
                  <c:v>1.96001</c:v>
                </c:pt>
                <c:pt idx="8056">
                  <c:v>1.96031</c:v>
                </c:pt>
                <c:pt idx="8057">
                  <c:v>1.96062</c:v>
                </c:pt>
                <c:pt idx="8058">
                  <c:v>1.96092</c:v>
                </c:pt>
                <c:pt idx="8059">
                  <c:v>1.96123</c:v>
                </c:pt>
                <c:pt idx="8060">
                  <c:v>1.96153</c:v>
                </c:pt>
                <c:pt idx="8061">
                  <c:v>1.96184</c:v>
                </c:pt>
                <c:pt idx="8062">
                  <c:v>1.9621500000000001</c:v>
                </c:pt>
                <c:pt idx="8063">
                  <c:v>1.96245</c:v>
                </c:pt>
                <c:pt idx="8064">
                  <c:v>1.9627600000000001</c:v>
                </c:pt>
                <c:pt idx="8065">
                  <c:v>1.96306</c:v>
                </c:pt>
                <c:pt idx="8066">
                  <c:v>1.9633700000000001</c:v>
                </c:pt>
                <c:pt idx="8067">
                  <c:v>1.96367</c:v>
                </c:pt>
                <c:pt idx="8068">
                  <c:v>1.9639800000000001</c:v>
                </c:pt>
                <c:pt idx="8069">
                  <c:v>1.96428</c:v>
                </c:pt>
                <c:pt idx="8070">
                  <c:v>1.9645900000000001</c:v>
                </c:pt>
                <c:pt idx="8071">
                  <c:v>1.96489</c:v>
                </c:pt>
                <c:pt idx="8072">
                  <c:v>1.9652000000000001</c:v>
                </c:pt>
                <c:pt idx="8073">
                  <c:v>1.9655</c:v>
                </c:pt>
                <c:pt idx="8074">
                  <c:v>1.9658100000000001</c:v>
                </c:pt>
                <c:pt idx="8075">
                  <c:v>1.9661200000000001</c:v>
                </c:pt>
                <c:pt idx="8076">
                  <c:v>1.9664200000000001</c:v>
                </c:pt>
                <c:pt idx="8077">
                  <c:v>1.9667300000000001</c:v>
                </c:pt>
                <c:pt idx="8078">
                  <c:v>1.9670300000000001</c:v>
                </c:pt>
                <c:pt idx="8079">
                  <c:v>1.9673400000000001</c:v>
                </c:pt>
                <c:pt idx="8080">
                  <c:v>1.9676400000000001</c:v>
                </c:pt>
                <c:pt idx="8081">
                  <c:v>1.9679500000000001</c:v>
                </c:pt>
                <c:pt idx="8082">
                  <c:v>1.9682500000000001</c:v>
                </c:pt>
                <c:pt idx="8083">
                  <c:v>1.9685600000000001</c:v>
                </c:pt>
                <c:pt idx="8084">
                  <c:v>1.9688600000000001</c:v>
                </c:pt>
                <c:pt idx="8085">
                  <c:v>1.9691700000000001</c:v>
                </c:pt>
                <c:pt idx="8086">
                  <c:v>1.9694700000000001</c:v>
                </c:pt>
                <c:pt idx="8087">
                  <c:v>1.9697800000000001</c:v>
                </c:pt>
                <c:pt idx="8088">
                  <c:v>1.9700899999999999</c:v>
                </c:pt>
                <c:pt idx="8089">
                  <c:v>1.9703900000000001</c:v>
                </c:pt>
                <c:pt idx="8090">
                  <c:v>1.9706999999999999</c:v>
                </c:pt>
                <c:pt idx="8091">
                  <c:v>1.9710000000000001</c:v>
                </c:pt>
                <c:pt idx="8092">
                  <c:v>1.9713099999999999</c:v>
                </c:pt>
                <c:pt idx="8093">
                  <c:v>1.9716100000000001</c:v>
                </c:pt>
                <c:pt idx="8094">
                  <c:v>1.9719199999999999</c:v>
                </c:pt>
                <c:pt idx="8095">
                  <c:v>1.9722200000000001</c:v>
                </c:pt>
                <c:pt idx="8096">
                  <c:v>1.9725299999999999</c:v>
                </c:pt>
                <c:pt idx="8097">
                  <c:v>1.9728300000000001</c:v>
                </c:pt>
                <c:pt idx="8098">
                  <c:v>1.9731399999999999</c:v>
                </c:pt>
                <c:pt idx="8099">
                  <c:v>1.9734400000000001</c:v>
                </c:pt>
                <c:pt idx="8100">
                  <c:v>1.9737499999999999</c:v>
                </c:pt>
                <c:pt idx="8101">
                  <c:v>1.9740599999999999</c:v>
                </c:pt>
                <c:pt idx="8102">
                  <c:v>1.9743599999999999</c:v>
                </c:pt>
                <c:pt idx="8103">
                  <c:v>1.9746699999999999</c:v>
                </c:pt>
                <c:pt idx="8104">
                  <c:v>1.9749699999999999</c:v>
                </c:pt>
                <c:pt idx="8105">
                  <c:v>1.9752799999999999</c:v>
                </c:pt>
                <c:pt idx="8106">
                  <c:v>1.9755799999999999</c:v>
                </c:pt>
                <c:pt idx="8107">
                  <c:v>1.9758899999999999</c:v>
                </c:pt>
                <c:pt idx="8108">
                  <c:v>1.9761899999999999</c:v>
                </c:pt>
                <c:pt idx="8109">
                  <c:v>1.9764999999999999</c:v>
                </c:pt>
                <c:pt idx="8110">
                  <c:v>1.9767999999999999</c:v>
                </c:pt>
                <c:pt idx="8111">
                  <c:v>1.9771099999999999</c:v>
                </c:pt>
                <c:pt idx="8112">
                  <c:v>1.97742</c:v>
                </c:pt>
                <c:pt idx="8113">
                  <c:v>1.9777199999999999</c:v>
                </c:pt>
                <c:pt idx="8114">
                  <c:v>1.97803</c:v>
                </c:pt>
                <c:pt idx="8115">
                  <c:v>1.9783299999999999</c:v>
                </c:pt>
                <c:pt idx="8116">
                  <c:v>1.97864</c:v>
                </c:pt>
                <c:pt idx="8117">
                  <c:v>1.9789399999999999</c:v>
                </c:pt>
                <c:pt idx="8118">
                  <c:v>1.97925</c:v>
                </c:pt>
                <c:pt idx="8119">
                  <c:v>1.9795499999999999</c:v>
                </c:pt>
                <c:pt idx="8120">
                  <c:v>1.97986</c:v>
                </c:pt>
                <c:pt idx="8121">
                  <c:v>1.9801599999999999</c:v>
                </c:pt>
                <c:pt idx="8122">
                  <c:v>1.98047</c:v>
                </c:pt>
                <c:pt idx="8123">
                  <c:v>1.9807699999999999</c:v>
                </c:pt>
                <c:pt idx="8124">
                  <c:v>1.98108</c:v>
                </c:pt>
                <c:pt idx="8125">
                  <c:v>1.98139</c:v>
                </c:pt>
                <c:pt idx="8126">
                  <c:v>1.98169</c:v>
                </c:pt>
                <c:pt idx="8127">
                  <c:v>1.982</c:v>
                </c:pt>
                <c:pt idx="8128">
                  <c:v>1.9823</c:v>
                </c:pt>
                <c:pt idx="8129">
                  <c:v>1.98261</c:v>
                </c:pt>
                <c:pt idx="8130">
                  <c:v>1.98291</c:v>
                </c:pt>
                <c:pt idx="8131">
                  <c:v>1.98322</c:v>
                </c:pt>
                <c:pt idx="8132">
                  <c:v>1.9835199999999999</c:v>
                </c:pt>
                <c:pt idx="8133">
                  <c:v>1.98383</c:v>
                </c:pt>
                <c:pt idx="8134">
                  <c:v>1.9841299999999999</c:v>
                </c:pt>
                <c:pt idx="8135">
                  <c:v>1.98444</c:v>
                </c:pt>
                <c:pt idx="8136">
                  <c:v>1.9847399999999999</c:v>
                </c:pt>
                <c:pt idx="8137">
                  <c:v>1.98505</c:v>
                </c:pt>
                <c:pt idx="8138">
                  <c:v>1.98536</c:v>
                </c:pt>
                <c:pt idx="8139">
                  <c:v>1.98566</c:v>
                </c:pt>
                <c:pt idx="8140">
                  <c:v>1.98597</c:v>
                </c:pt>
                <c:pt idx="8141">
                  <c:v>1.98627</c:v>
                </c:pt>
                <c:pt idx="8142">
                  <c:v>1.98658</c:v>
                </c:pt>
                <c:pt idx="8143">
                  <c:v>1.98688</c:v>
                </c:pt>
                <c:pt idx="8144">
                  <c:v>1.98719</c:v>
                </c:pt>
                <c:pt idx="8145">
                  <c:v>1.98749</c:v>
                </c:pt>
                <c:pt idx="8146">
                  <c:v>1.9878</c:v>
                </c:pt>
                <c:pt idx="8147">
                  <c:v>1.9881</c:v>
                </c:pt>
                <c:pt idx="8148">
                  <c:v>1.98841</c:v>
                </c:pt>
                <c:pt idx="8149">
                  <c:v>1.98871</c:v>
                </c:pt>
                <c:pt idx="8150">
                  <c:v>1.98902</c:v>
                </c:pt>
                <c:pt idx="8151">
                  <c:v>1.98933</c:v>
                </c:pt>
                <c:pt idx="8152">
                  <c:v>1.98963</c:v>
                </c:pt>
                <c:pt idx="8153">
                  <c:v>1.98994</c:v>
                </c:pt>
                <c:pt idx="8154">
                  <c:v>1.99024</c:v>
                </c:pt>
                <c:pt idx="8155">
                  <c:v>1.99055</c:v>
                </c:pt>
                <c:pt idx="8156">
                  <c:v>1.99085</c:v>
                </c:pt>
                <c:pt idx="8157">
                  <c:v>1.99116</c:v>
                </c:pt>
                <c:pt idx="8158">
                  <c:v>1.99146</c:v>
                </c:pt>
                <c:pt idx="8159">
                  <c:v>1.99177</c:v>
                </c:pt>
                <c:pt idx="8160">
                  <c:v>1.99207</c:v>
                </c:pt>
                <c:pt idx="8161">
                  <c:v>1.99238</c:v>
                </c:pt>
                <c:pt idx="8162">
                  <c:v>1.99268</c:v>
                </c:pt>
                <c:pt idx="8163">
                  <c:v>1.99299</c:v>
                </c:pt>
                <c:pt idx="8164">
                  <c:v>1.9933000000000001</c:v>
                </c:pt>
                <c:pt idx="8165">
                  <c:v>1.9936</c:v>
                </c:pt>
                <c:pt idx="8166">
                  <c:v>1.9939100000000001</c:v>
                </c:pt>
                <c:pt idx="8167">
                  <c:v>1.99421</c:v>
                </c:pt>
                <c:pt idx="8168">
                  <c:v>1.9945200000000001</c:v>
                </c:pt>
                <c:pt idx="8169">
                  <c:v>1.99482</c:v>
                </c:pt>
                <c:pt idx="8170">
                  <c:v>1.9951300000000001</c:v>
                </c:pt>
                <c:pt idx="8171">
                  <c:v>1.99543</c:v>
                </c:pt>
                <c:pt idx="8172">
                  <c:v>1.9957400000000001</c:v>
                </c:pt>
                <c:pt idx="8173">
                  <c:v>1.99604</c:v>
                </c:pt>
                <c:pt idx="8174">
                  <c:v>1.9963500000000001</c:v>
                </c:pt>
                <c:pt idx="8175">
                  <c:v>1.9966600000000001</c:v>
                </c:pt>
                <c:pt idx="8176">
                  <c:v>1.9969600000000001</c:v>
                </c:pt>
                <c:pt idx="8177">
                  <c:v>1.9972700000000001</c:v>
                </c:pt>
                <c:pt idx="8178">
                  <c:v>1.9975700000000001</c:v>
                </c:pt>
                <c:pt idx="8179">
                  <c:v>1.9978800000000001</c:v>
                </c:pt>
                <c:pt idx="8180">
                  <c:v>1.9981800000000001</c:v>
                </c:pt>
                <c:pt idx="8181">
                  <c:v>1.9984900000000001</c:v>
                </c:pt>
                <c:pt idx="8182">
                  <c:v>1.9987900000000001</c:v>
                </c:pt>
                <c:pt idx="8183">
                  <c:v>1.9991000000000001</c:v>
                </c:pt>
                <c:pt idx="8184">
                  <c:v>1.9994000000000001</c:v>
                </c:pt>
                <c:pt idx="8185">
                  <c:v>1.9997100000000001</c:v>
                </c:pt>
                <c:pt idx="8186">
                  <c:v>2.0000100000000001</c:v>
                </c:pt>
                <c:pt idx="8187">
                  <c:v>2.0003199999999999</c:v>
                </c:pt>
                <c:pt idx="8188">
                  <c:v>2.0006300000000001</c:v>
                </c:pt>
                <c:pt idx="8189">
                  <c:v>2.0009299999999999</c:v>
                </c:pt>
                <c:pt idx="8190">
                  <c:v>2.0012400000000001</c:v>
                </c:pt>
                <c:pt idx="8191">
                  <c:v>2.0015399999999999</c:v>
                </c:pt>
                <c:pt idx="8192">
                  <c:v>2.0018500000000001</c:v>
                </c:pt>
                <c:pt idx="8193">
                  <c:v>2.0021499999999999</c:v>
                </c:pt>
                <c:pt idx="8194">
                  <c:v>2.0024600000000001</c:v>
                </c:pt>
                <c:pt idx="8195">
                  <c:v>2.0027599999999999</c:v>
                </c:pt>
                <c:pt idx="8196">
                  <c:v>2.0030700000000001</c:v>
                </c:pt>
                <c:pt idx="8197">
                  <c:v>2.0033699999999999</c:v>
                </c:pt>
                <c:pt idx="8198">
                  <c:v>2.0036800000000001</c:v>
                </c:pt>
                <c:pt idx="8199">
                  <c:v>2.0039799999999999</c:v>
                </c:pt>
                <c:pt idx="8200">
                  <c:v>2.0042900000000001</c:v>
                </c:pt>
                <c:pt idx="8201">
                  <c:v>2.0045999999999999</c:v>
                </c:pt>
                <c:pt idx="8202">
                  <c:v>2.0049000000000001</c:v>
                </c:pt>
                <c:pt idx="8203">
                  <c:v>2.0052099999999999</c:v>
                </c:pt>
                <c:pt idx="8204">
                  <c:v>2.0055100000000001</c:v>
                </c:pt>
                <c:pt idx="8205">
                  <c:v>2.0058199999999999</c:v>
                </c:pt>
                <c:pt idx="8206">
                  <c:v>2.0061200000000001</c:v>
                </c:pt>
                <c:pt idx="8207">
                  <c:v>2.0064299999999999</c:v>
                </c:pt>
                <c:pt idx="8208">
                  <c:v>2.0067300000000001</c:v>
                </c:pt>
                <c:pt idx="8209">
                  <c:v>2.0070399999999999</c:v>
                </c:pt>
                <c:pt idx="8210">
                  <c:v>2.0073400000000001</c:v>
                </c:pt>
                <c:pt idx="8211">
                  <c:v>2.0076499999999999</c:v>
                </c:pt>
                <c:pt idx="8212">
                  <c:v>2.0079500000000001</c:v>
                </c:pt>
                <c:pt idx="8213">
                  <c:v>2.0082599999999999</c:v>
                </c:pt>
                <c:pt idx="8214">
                  <c:v>2.0085700000000002</c:v>
                </c:pt>
                <c:pt idx="8215">
                  <c:v>2.0088699999999999</c:v>
                </c:pt>
                <c:pt idx="8216">
                  <c:v>2.0091800000000002</c:v>
                </c:pt>
                <c:pt idx="8217">
                  <c:v>2.0094799999999999</c:v>
                </c:pt>
                <c:pt idx="8218">
                  <c:v>2.0097900000000002</c:v>
                </c:pt>
                <c:pt idx="8219">
                  <c:v>2.0100899999999999</c:v>
                </c:pt>
                <c:pt idx="8220">
                  <c:v>2.0104000000000002</c:v>
                </c:pt>
                <c:pt idx="8221">
                  <c:v>2.0106999999999999</c:v>
                </c:pt>
                <c:pt idx="8222">
                  <c:v>2.0110100000000002</c:v>
                </c:pt>
                <c:pt idx="8223">
                  <c:v>2.0113099999999999</c:v>
                </c:pt>
                <c:pt idx="8224">
                  <c:v>2.0116200000000002</c:v>
                </c:pt>
                <c:pt idx="8225">
                  <c:v>2.0119199999999999</c:v>
                </c:pt>
                <c:pt idx="8226">
                  <c:v>2.0122300000000002</c:v>
                </c:pt>
                <c:pt idx="8227">
                  <c:v>2.01254</c:v>
                </c:pt>
                <c:pt idx="8228">
                  <c:v>2.0128400000000002</c:v>
                </c:pt>
                <c:pt idx="8229">
                  <c:v>2.01315</c:v>
                </c:pt>
                <c:pt idx="8230">
                  <c:v>2.0134500000000002</c:v>
                </c:pt>
                <c:pt idx="8231">
                  <c:v>2.01376</c:v>
                </c:pt>
                <c:pt idx="8232">
                  <c:v>2.0140600000000002</c:v>
                </c:pt>
                <c:pt idx="8233">
                  <c:v>2.01437</c:v>
                </c:pt>
                <c:pt idx="8234">
                  <c:v>2.0146700000000002</c:v>
                </c:pt>
                <c:pt idx="8235">
                  <c:v>2.01498</c:v>
                </c:pt>
                <c:pt idx="8236">
                  <c:v>2.0152800000000002</c:v>
                </c:pt>
                <c:pt idx="8237">
                  <c:v>2.01559</c:v>
                </c:pt>
                <c:pt idx="8238">
                  <c:v>2.0158999999999998</c:v>
                </c:pt>
                <c:pt idx="8239">
                  <c:v>2.0162</c:v>
                </c:pt>
                <c:pt idx="8240">
                  <c:v>2.0165099999999998</c:v>
                </c:pt>
                <c:pt idx="8241">
                  <c:v>2.01681</c:v>
                </c:pt>
                <c:pt idx="8242">
                  <c:v>2.0171199999999998</c:v>
                </c:pt>
                <c:pt idx="8243">
                  <c:v>2.01742</c:v>
                </c:pt>
                <c:pt idx="8244">
                  <c:v>2.0177299999999998</c:v>
                </c:pt>
                <c:pt idx="8245">
                  <c:v>2.01803</c:v>
                </c:pt>
                <c:pt idx="8246">
                  <c:v>2.0183399999999998</c:v>
                </c:pt>
                <c:pt idx="8247">
                  <c:v>2.01864</c:v>
                </c:pt>
                <c:pt idx="8248">
                  <c:v>2.0189499999999998</c:v>
                </c:pt>
                <c:pt idx="8249">
                  <c:v>2.01925</c:v>
                </c:pt>
                <c:pt idx="8250">
                  <c:v>2.0195599999999998</c:v>
                </c:pt>
                <c:pt idx="8251">
                  <c:v>2.0198700000000001</c:v>
                </c:pt>
                <c:pt idx="8252">
                  <c:v>2.0201699999999998</c:v>
                </c:pt>
                <c:pt idx="8253">
                  <c:v>2.0204800000000001</c:v>
                </c:pt>
                <c:pt idx="8254">
                  <c:v>2.0207799999999998</c:v>
                </c:pt>
                <c:pt idx="8255">
                  <c:v>2.0210900000000001</c:v>
                </c:pt>
                <c:pt idx="8256">
                  <c:v>2.0213899999999998</c:v>
                </c:pt>
                <c:pt idx="8257">
                  <c:v>2.0217000000000001</c:v>
                </c:pt>
                <c:pt idx="8258">
                  <c:v>2.0219999999999998</c:v>
                </c:pt>
                <c:pt idx="8259">
                  <c:v>2.0223100000000001</c:v>
                </c:pt>
                <c:pt idx="8260">
                  <c:v>2.0226099999999998</c:v>
                </c:pt>
                <c:pt idx="8261">
                  <c:v>2.0229200000000001</c:v>
                </c:pt>
                <c:pt idx="8262">
                  <c:v>2.0232199999999998</c:v>
                </c:pt>
                <c:pt idx="8263">
                  <c:v>2.0235300000000001</c:v>
                </c:pt>
                <c:pt idx="8264">
                  <c:v>2.0238399999999999</c:v>
                </c:pt>
                <c:pt idx="8265">
                  <c:v>2.0241400000000001</c:v>
                </c:pt>
                <c:pt idx="8266">
                  <c:v>2.0244499999999999</c:v>
                </c:pt>
                <c:pt idx="8267">
                  <c:v>2.02475</c:v>
                </c:pt>
                <c:pt idx="8268">
                  <c:v>2.0250599999999999</c:v>
                </c:pt>
                <c:pt idx="8269">
                  <c:v>2.02536</c:v>
                </c:pt>
                <c:pt idx="8270">
                  <c:v>2.0256699999999999</c:v>
                </c:pt>
                <c:pt idx="8271">
                  <c:v>2.02597</c:v>
                </c:pt>
                <c:pt idx="8272">
                  <c:v>2.0262799999999999</c:v>
                </c:pt>
                <c:pt idx="8273">
                  <c:v>2.02658</c:v>
                </c:pt>
                <c:pt idx="8274">
                  <c:v>2.0268899999999999</c:v>
                </c:pt>
                <c:pt idx="8275">
                  <c:v>2.02719</c:v>
                </c:pt>
                <c:pt idx="8276">
                  <c:v>2.0274999999999999</c:v>
                </c:pt>
                <c:pt idx="8277">
                  <c:v>2.0278100000000001</c:v>
                </c:pt>
                <c:pt idx="8278">
                  <c:v>2.0281099999999999</c:v>
                </c:pt>
                <c:pt idx="8279">
                  <c:v>2.0284200000000001</c:v>
                </c:pt>
                <c:pt idx="8280">
                  <c:v>2.0287199999999999</c:v>
                </c:pt>
                <c:pt idx="8281">
                  <c:v>2.0290300000000001</c:v>
                </c:pt>
                <c:pt idx="8282">
                  <c:v>2.0293299999999999</c:v>
                </c:pt>
                <c:pt idx="8283">
                  <c:v>2.0296400000000001</c:v>
                </c:pt>
                <c:pt idx="8284">
                  <c:v>2.0299399999999999</c:v>
                </c:pt>
                <c:pt idx="8285">
                  <c:v>2.0302500000000001</c:v>
                </c:pt>
                <c:pt idx="8286">
                  <c:v>2.0305499999999999</c:v>
                </c:pt>
                <c:pt idx="8287">
                  <c:v>2.0308600000000001</c:v>
                </c:pt>
                <c:pt idx="8288">
                  <c:v>2.0311599999999999</c:v>
                </c:pt>
                <c:pt idx="8289">
                  <c:v>2.0314700000000001</c:v>
                </c:pt>
                <c:pt idx="8290">
                  <c:v>2.0317799999999999</c:v>
                </c:pt>
                <c:pt idx="8291">
                  <c:v>2.0320800000000001</c:v>
                </c:pt>
                <c:pt idx="8292">
                  <c:v>2.0323899999999999</c:v>
                </c:pt>
                <c:pt idx="8293">
                  <c:v>2.0326900000000001</c:v>
                </c:pt>
                <c:pt idx="8294">
                  <c:v>2.0329999999999999</c:v>
                </c:pt>
                <c:pt idx="8295">
                  <c:v>2.0333000000000001</c:v>
                </c:pt>
                <c:pt idx="8296">
                  <c:v>2.0336099999999999</c:v>
                </c:pt>
                <c:pt idx="8297">
                  <c:v>2.0339100000000001</c:v>
                </c:pt>
                <c:pt idx="8298">
                  <c:v>2.0342199999999999</c:v>
                </c:pt>
                <c:pt idx="8299">
                  <c:v>2.0345200000000001</c:v>
                </c:pt>
                <c:pt idx="8300">
                  <c:v>2.0348299999999999</c:v>
                </c:pt>
                <c:pt idx="8301">
                  <c:v>2.0351400000000002</c:v>
                </c:pt>
                <c:pt idx="8302">
                  <c:v>2.0354399999999999</c:v>
                </c:pt>
                <c:pt idx="8303">
                  <c:v>2.0357500000000002</c:v>
                </c:pt>
                <c:pt idx="8304">
                  <c:v>2.0360499999999999</c:v>
                </c:pt>
                <c:pt idx="8305">
                  <c:v>2.0363600000000002</c:v>
                </c:pt>
                <c:pt idx="8306">
                  <c:v>2.0366599999999999</c:v>
                </c:pt>
                <c:pt idx="8307">
                  <c:v>2.0369700000000002</c:v>
                </c:pt>
                <c:pt idx="8308">
                  <c:v>2.0372699999999999</c:v>
                </c:pt>
                <c:pt idx="8309">
                  <c:v>2.0375800000000002</c:v>
                </c:pt>
                <c:pt idx="8310">
                  <c:v>2.0378799999999999</c:v>
                </c:pt>
                <c:pt idx="8311">
                  <c:v>2.0381900000000002</c:v>
                </c:pt>
                <c:pt idx="8312">
                  <c:v>2.0384899999999999</c:v>
                </c:pt>
                <c:pt idx="8313">
                  <c:v>2.0388000000000002</c:v>
                </c:pt>
                <c:pt idx="8314">
                  <c:v>2.03911</c:v>
                </c:pt>
                <c:pt idx="8315">
                  <c:v>2.0394100000000002</c:v>
                </c:pt>
                <c:pt idx="8316">
                  <c:v>2.03972</c:v>
                </c:pt>
                <c:pt idx="8317">
                  <c:v>2.0400200000000002</c:v>
                </c:pt>
                <c:pt idx="8318">
                  <c:v>2.04033</c:v>
                </c:pt>
                <c:pt idx="8319">
                  <c:v>2.0406300000000002</c:v>
                </c:pt>
                <c:pt idx="8320">
                  <c:v>2.04094</c:v>
                </c:pt>
                <c:pt idx="8321">
                  <c:v>2.0412400000000002</c:v>
                </c:pt>
                <c:pt idx="8322">
                  <c:v>2.04155</c:v>
                </c:pt>
                <c:pt idx="8323">
                  <c:v>2.0418500000000002</c:v>
                </c:pt>
                <c:pt idx="8324">
                  <c:v>2.04216</c:v>
                </c:pt>
                <c:pt idx="8325">
                  <c:v>2.0424600000000002</c:v>
                </c:pt>
                <c:pt idx="8326">
                  <c:v>2.04277</c:v>
                </c:pt>
                <c:pt idx="8327">
                  <c:v>2.0430799999999998</c:v>
                </c:pt>
                <c:pt idx="8328">
                  <c:v>2.04338</c:v>
                </c:pt>
                <c:pt idx="8329">
                  <c:v>2.0436899999999998</c:v>
                </c:pt>
                <c:pt idx="8330">
                  <c:v>2.04399</c:v>
                </c:pt>
                <c:pt idx="8331">
                  <c:v>2.0442999999999998</c:v>
                </c:pt>
                <c:pt idx="8332">
                  <c:v>2.0446</c:v>
                </c:pt>
                <c:pt idx="8333">
                  <c:v>2.0449099999999998</c:v>
                </c:pt>
                <c:pt idx="8334">
                  <c:v>2.04521</c:v>
                </c:pt>
                <c:pt idx="8335">
                  <c:v>2.0455199999999998</c:v>
                </c:pt>
                <c:pt idx="8336">
                  <c:v>2.04582</c:v>
                </c:pt>
                <c:pt idx="8337">
                  <c:v>2.0461299999999998</c:v>
                </c:pt>
                <c:pt idx="8338">
                  <c:v>2.04643</c:v>
                </c:pt>
                <c:pt idx="8339">
                  <c:v>2.0467399999999998</c:v>
                </c:pt>
                <c:pt idx="8340">
                  <c:v>2.04705</c:v>
                </c:pt>
                <c:pt idx="8341">
                  <c:v>2.0473499999999998</c:v>
                </c:pt>
                <c:pt idx="8342">
                  <c:v>2.04766</c:v>
                </c:pt>
                <c:pt idx="8343">
                  <c:v>2.0479599999999998</c:v>
                </c:pt>
                <c:pt idx="8344">
                  <c:v>2.04827</c:v>
                </c:pt>
                <c:pt idx="8345">
                  <c:v>2.0485699999999998</c:v>
                </c:pt>
                <c:pt idx="8346">
                  <c:v>2.04888</c:v>
                </c:pt>
                <c:pt idx="8347">
                  <c:v>2.0491799999999998</c:v>
                </c:pt>
                <c:pt idx="8348">
                  <c:v>2.04949</c:v>
                </c:pt>
                <c:pt idx="8349">
                  <c:v>2.0497899999999998</c:v>
                </c:pt>
                <c:pt idx="8350">
                  <c:v>2.0501</c:v>
                </c:pt>
                <c:pt idx="8351">
                  <c:v>2.0504099999999998</c:v>
                </c:pt>
                <c:pt idx="8352">
                  <c:v>2.05071</c:v>
                </c:pt>
                <c:pt idx="8353">
                  <c:v>2.0510199999999998</c:v>
                </c:pt>
                <c:pt idx="8354">
                  <c:v>2.05132</c:v>
                </c:pt>
                <c:pt idx="8355">
                  <c:v>2.0516299999999998</c:v>
                </c:pt>
                <c:pt idx="8356">
                  <c:v>2.05193</c:v>
                </c:pt>
                <c:pt idx="8357">
                  <c:v>2.0522399999999998</c:v>
                </c:pt>
                <c:pt idx="8358">
                  <c:v>2.05254</c:v>
                </c:pt>
                <c:pt idx="8359">
                  <c:v>2.0528499999999998</c:v>
                </c:pt>
                <c:pt idx="8360">
                  <c:v>2.05315</c:v>
                </c:pt>
                <c:pt idx="8361">
                  <c:v>2.0534599999999998</c:v>
                </c:pt>
                <c:pt idx="8362">
                  <c:v>2.05376</c:v>
                </c:pt>
                <c:pt idx="8363">
                  <c:v>2.0540699999999998</c:v>
                </c:pt>
                <c:pt idx="8364">
                  <c:v>2.0543800000000001</c:v>
                </c:pt>
                <c:pt idx="8365">
                  <c:v>2.0546799999999998</c:v>
                </c:pt>
                <c:pt idx="8366">
                  <c:v>2.0549900000000001</c:v>
                </c:pt>
                <c:pt idx="8367">
                  <c:v>2.0552899999999998</c:v>
                </c:pt>
                <c:pt idx="8368">
                  <c:v>2.0556000000000001</c:v>
                </c:pt>
                <c:pt idx="8369">
                  <c:v>2.0558999999999998</c:v>
                </c:pt>
                <c:pt idx="8370">
                  <c:v>2.0562100000000001</c:v>
                </c:pt>
                <c:pt idx="8371">
                  <c:v>2.0565099999999998</c:v>
                </c:pt>
                <c:pt idx="8372">
                  <c:v>2.0568200000000001</c:v>
                </c:pt>
                <c:pt idx="8373">
                  <c:v>2.0571199999999998</c:v>
                </c:pt>
                <c:pt idx="8374">
                  <c:v>2.0574300000000001</c:v>
                </c:pt>
                <c:pt idx="8375">
                  <c:v>2.0577299999999998</c:v>
                </c:pt>
                <c:pt idx="8376">
                  <c:v>2.0580400000000001</c:v>
                </c:pt>
                <c:pt idx="8377">
                  <c:v>2.0583499999999999</c:v>
                </c:pt>
                <c:pt idx="8378">
                  <c:v>2.0586500000000001</c:v>
                </c:pt>
                <c:pt idx="8379">
                  <c:v>2.0589599999999999</c:v>
                </c:pt>
                <c:pt idx="8380">
                  <c:v>2.0592600000000001</c:v>
                </c:pt>
                <c:pt idx="8381">
                  <c:v>2.0595699999999999</c:v>
                </c:pt>
                <c:pt idx="8382">
                  <c:v>2.0598700000000001</c:v>
                </c:pt>
                <c:pt idx="8383">
                  <c:v>2.0601799999999999</c:v>
                </c:pt>
                <c:pt idx="8384">
                  <c:v>2.0604800000000001</c:v>
                </c:pt>
                <c:pt idx="8385">
                  <c:v>2.0607899999999999</c:v>
                </c:pt>
                <c:pt idx="8386">
                  <c:v>2.0610900000000001</c:v>
                </c:pt>
                <c:pt idx="8387">
                  <c:v>2.0613999999999999</c:v>
                </c:pt>
                <c:pt idx="8388">
                  <c:v>2.0617000000000001</c:v>
                </c:pt>
                <c:pt idx="8389">
                  <c:v>2.0620099999999999</c:v>
                </c:pt>
                <c:pt idx="8390">
                  <c:v>2.0623200000000002</c:v>
                </c:pt>
                <c:pt idx="8391">
                  <c:v>2.0626199999999999</c:v>
                </c:pt>
                <c:pt idx="8392">
                  <c:v>2.0629300000000002</c:v>
                </c:pt>
                <c:pt idx="8393">
                  <c:v>2.0632299999999999</c:v>
                </c:pt>
                <c:pt idx="8394">
                  <c:v>2.0635400000000002</c:v>
                </c:pt>
                <c:pt idx="8395">
                  <c:v>2.0638399999999999</c:v>
                </c:pt>
                <c:pt idx="8396">
                  <c:v>2.0641500000000002</c:v>
                </c:pt>
                <c:pt idx="8397">
                  <c:v>2.0644499999999999</c:v>
                </c:pt>
                <c:pt idx="8398">
                  <c:v>2.0647600000000002</c:v>
                </c:pt>
                <c:pt idx="8399">
                  <c:v>2.0650599999999999</c:v>
                </c:pt>
                <c:pt idx="8400">
                  <c:v>2.0653700000000002</c:v>
                </c:pt>
                <c:pt idx="8401">
                  <c:v>2.0656699999999999</c:v>
                </c:pt>
                <c:pt idx="8402">
                  <c:v>2.0659800000000001</c:v>
                </c:pt>
                <c:pt idx="8403">
                  <c:v>2.06629</c:v>
                </c:pt>
                <c:pt idx="8404">
                  <c:v>2.0665900000000001</c:v>
                </c:pt>
                <c:pt idx="8405">
                  <c:v>2.0669</c:v>
                </c:pt>
                <c:pt idx="8406">
                  <c:v>2.0672000000000001</c:v>
                </c:pt>
                <c:pt idx="8407">
                  <c:v>2.06751</c:v>
                </c:pt>
                <c:pt idx="8408">
                  <c:v>2.0678100000000001</c:v>
                </c:pt>
                <c:pt idx="8409">
                  <c:v>2.06812</c:v>
                </c:pt>
                <c:pt idx="8410">
                  <c:v>2.0684200000000001</c:v>
                </c:pt>
                <c:pt idx="8411">
                  <c:v>2.06873</c:v>
                </c:pt>
                <c:pt idx="8412">
                  <c:v>2.0690300000000001</c:v>
                </c:pt>
                <c:pt idx="8413">
                  <c:v>2.06934</c:v>
                </c:pt>
                <c:pt idx="8414">
                  <c:v>2.0696500000000002</c:v>
                </c:pt>
                <c:pt idx="8415">
                  <c:v>2.06995</c:v>
                </c:pt>
                <c:pt idx="8416">
                  <c:v>2.0702600000000002</c:v>
                </c:pt>
                <c:pt idx="8417">
                  <c:v>2.07056</c:v>
                </c:pt>
                <c:pt idx="8418">
                  <c:v>2.0708700000000002</c:v>
                </c:pt>
                <c:pt idx="8419">
                  <c:v>2.07117</c:v>
                </c:pt>
                <c:pt idx="8420">
                  <c:v>2.0714800000000002</c:v>
                </c:pt>
                <c:pt idx="8421">
                  <c:v>2.07178</c:v>
                </c:pt>
                <c:pt idx="8422">
                  <c:v>2.0720900000000002</c:v>
                </c:pt>
                <c:pt idx="8423">
                  <c:v>2.07239</c:v>
                </c:pt>
                <c:pt idx="8424">
                  <c:v>2.0727000000000002</c:v>
                </c:pt>
                <c:pt idx="8425">
                  <c:v>2.073</c:v>
                </c:pt>
                <c:pt idx="8426">
                  <c:v>2.0733100000000002</c:v>
                </c:pt>
                <c:pt idx="8427">
                  <c:v>2.07362</c:v>
                </c:pt>
                <c:pt idx="8428">
                  <c:v>2.0739200000000002</c:v>
                </c:pt>
                <c:pt idx="8429">
                  <c:v>2.07423</c:v>
                </c:pt>
                <c:pt idx="8430">
                  <c:v>2.0745300000000002</c:v>
                </c:pt>
                <c:pt idx="8431">
                  <c:v>2.07484</c:v>
                </c:pt>
                <c:pt idx="8432">
                  <c:v>2.0751400000000002</c:v>
                </c:pt>
                <c:pt idx="8433">
                  <c:v>2.07545</c:v>
                </c:pt>
                <c:pt idx="8434">
                  <c:v>2.0757500000000002</c:v>
                </c:pt>
                <c:pt idx="8435">
                  <c:v>2.07606</c:v>
                </c:pt>
                <c:pt idx="8436">
                  <c:v>2.0763600000000002</c:v>
                </c:pt>
                <c:pt idx="8437">
                  <c:v>2.07667</c:v>
                </c:pt>
                <c:pt idx="8438">
                  <c:v>2.0769700000000002</c:v>
                </c:pt>
                <c:pt idx="8439">
                  <c:v>2.07728</c:v>
                </c:pt>
                <c:pt idx="8440">
                  <c:v>2.0775899999999998</c:v>
                </c:pt>
                <c:pt idx="8441">
                  <c:v>2.07789</c:v>
                </c:pt>
                <c:pt idx="8442">
                  <c:v>2.0781999999999998</c:v>
                </c:pt>
                <c:pt idx="8443">
                  <c:v>2.0785</c:v>
                </c:pt>
                <c:pt idx="8444">
                  <c:v>2.0788099999999998</c:v>
                </c:pt>
                <c:pt idx="8445">
                  <c:v>2.07911</c:v>
                </c:pt>
                <c:pt idx="8446">
                  <c:v>2.0794199999999998</c:v>
                </c:pt>
                <c:pt idx="8447">
                  <c:v>2.07972</c:v>
                </c:pt>
                <c:pt idx="8448">
                  <c:v>2.0800299999999998</c:v>
                </c:pt>
                <c:pt idx="8449">
                  <c:v>2.08033</c:v>
                </c:pt>
                <c:pt idx="8450">
                  <c:v>2.0806399999999998</c:v>
                </c:pt>
                <c:pt idx="8451">
                  <c:v>2.08094</c:v>
                </c:pt>
                <c:pt idx="8452">
                  <c:v>2.0812499999999998</c:v>
                </c:pt>
                <c:pt idx="8453">
                  <c:v>2.0815600000000001</c:v>
                </c:pt>
                <c:pt idx="8454">
                  <c:v>2.0818599999999998</c:v>
                </c:pt>
                <c:pt idx="8455">
                  <c:v>2.0821700000000001</c:v>
                </c:pt>
                <c:pt idx="8456">
                  <c:v>2.0824699999999998</c:v>
                </c:pt>
                <c:pt idx="8457">
                  <c:v>2.0827800000000001</c:v>
                </c:pt>
                <c:pt idx="8458">
                  <c:v>2.0830799999999998</c:v>
                </c:pt>
                <c:pt idx="8459">
                  <c:v>2.0833900000000001</c:v>
                </c:pt>
                <c:pt idx="8460">
                  <c:v>2.0836899999999998</c:v>
                </c:pt>
                <c:pt idx="8461">
                  <c:v>2.0840000000000001</c:v>
                </c:pt>
                <c:pt idx="8462">
                  <c:v>2.0842999999999998</c:v>
                </c:pt>
                <c:pt idx="8463">
                  <c:v>2.0846100000000001</c:v>
                </c:pt>
                <c:pt idx="8464">
                  <c:v>2.0849099999999998</c:v>
                </c:pt>
                <c:pt idx="8465">
                  <c:v>2.0852200000000001</c:v>
                </c:pt>
                <c:pt idx="8466">
                  <c:v>2.0855299999999999</c:v>
                </c:pt>
                <c:pt idx="8467">
                  <c:v>2.0858300000000001</c:v>
                </c:pt>
                <c:pt idx="8468">
                  <c:v>2.0861399999999999</c:v>
                </c:pt>
                <c:pt idx="8469">
                  <c:v>2.0864400000000001</c:v>
                </c:pt>
                <c:pt idx="8470">
                  <c:v>2.0867499999999999</c:v>
                </c:pt>
                <c:pt idx="8471">
                  <c:v>2.0870500000000001</c:v>
                </c:pt>
                <c:pt idx="8472">
                  <c:v>2.0873599999999999</c:v>
                </c:pt>
                <c:pt idx="8473">
                  <c:v>2.0876600000000001</c:v>
                </c:pt>
                <c:pt idx="8474">
                  <c:v>2.0879699999999999</c:v>
                </c:pt>
                <c:pt idx="8475">
                  <c:v>2.0882700000000001</c:v>
                </c:pt>
                <c:pt idx="8476">
                  <c:v>2.0885799999999999</c:v>
                </c:pt>
                <c:pt idx="8477">
                  <c:v>2.0888900000000001</c:v>
                </c:pt>
                <c:pt idx="8478">
                  <c:v>2.0891899999999999</c:v>
                </c:pt>
                <c:pt idx="8479">
                  <c:v>2.0895000000000001</c:v>
                </c:pt>
                <c:pt idx="8480">
                  <c:v>2.0897999999999999</c:v>
                </c:pt>
                <c:pt idx="8481">
                  <c:v>2.0901100000000001</c:v>
                </c:pt>
                <c:pt idx="8482">
                  <c:v>2.0904099999999999</c:v>
                </c:pt>
                <c:pt idx="8483">
                  <c:v>2.0907200000000001</c:v>
                </c:pt>
                <c:pt idx="8484">
                  <c:v>2.0910199999999999</c:v>
                </c:pt>
                <c:pt idx="8485">
                  <c:v>2.0913300000000001</c:v>
                </c:pt>
                <c:pt idx="8486">
                  <c:v>2.0916299999999999</c:v>
                </c:pt>
                <c:pt idx="8487">
                  <c:v>2.0919400000000001</c:v>
                </c:pt>
                <c:pt idx="8488">
                  <c:v>2.0922399999999999</c:v>
                </c:pt>
                <c:pt idx="8489">
                  <c:v>2.0925500000000001</c:v>
                </c:pt>
                <c:pt idx="8490">
                  <c:v>2.0928599999999999</c:v>
                </c:pt>
                <c:pt idx="8491">
                  <c:v>2.0931600000000001</c:v>
                </c:pt>
                <c:pt idx="8492">
                  <c:v>2.0934699999999999</c:v>
                </c:pt>
                <c:pt idx="8493">
                  <c:v>2.0937700000000001</c:v>
                </c:pt>
                <c:pt idx="8494">
                  <c:v>2.0940799999999999</c:v>
                </c:pt>
                <c:pt idx="8495">
                  <c:v>2.0943800000000001</c:v>
                </c:pt>
                <c:pt idx="8496">
                  <c:v>2.0946899999999999</c:v>
                </c:pt>
                <c:pt idx="8497">
                  <c:v>2.0949900000000001</c:v>
                </c:pt>
                <c:pt idx="8498">
                  <c:v>2.0952999999999999</c:v>
                </c:pt>
                <c:pt idx="8499">
                  <c:v>2.0956000000000001</c:v>
                </c:pt>
                <c:pt idx="8500">
                  <c:v>2.0959099999999999</c:v>
                </c:pt>
                <c:pt idx="8501">
                  <c:v>2.0962100000000001</c:v>
                </c:pt>
                <c:pt idx="8502">
                  <c:v>2.0965199999999999</c:v>
                </c:pt>
                <c:pt idx="8503">
                  <c:v>2.0968300000000002</c:v>
                </c:pt>
                <c:pt idx="8504">
                  <c:v>2.0971299999999999</c:v>
                </c:pt>
                <c:pt idx="8505">
                  <c:v>2.0974400000000002</c:v>
                </c:pt>
                <c:pt idx="8506">
                  <c:v>2.0977399999999999</c:v>
                </c:pt>
                <c:pt idx="8507">
                  <c:v>2.0980500000000002</c:v>
                </c:pt>
                <c:pt idx="8508">
                  <c:v>2.0983499999999999</c:v>
                </c:pt>
                <c:pt idx="8509">
                  <c:v>2.0986600000000002</c:v>
                </c:pt>
                <c:pt idx="8510">
                  <c:v>2.0989599999999999</c:v>
                </c:pt>
                <c:pt idx="8511">
                  <c:v>2.0992700000000002</c:v>
                </c:pt>
                <c:pt idx="8512">
                  <c:v>2.0995699999999999</c:v>
                </c:pt>
                <c:pt idx="8513">
                  <c:v>2.0998800000000002</c:v>
                </c:pt>
                <c:pt idx="8514">
                  <c:v>2.1001799999999999</c:v>
                </c:pt>
                <c:pt idx="8515">
                  <c:v>2.1004900000000002</c:v>
                </c:pt>
                <c:pt idx="8516">
                  <c:v>2.1008</c:v>
                </c:pt>
                <c:pt idx="8517">
                  <c:v>2.1011000000000002</c:v>
                </c:pt>
                <c:pt idx="8518">
                  <c:v>2.10141</c:v>
                </c:pt>
                <c:pt idx="8519">
                  <c:v>2.1017100000000002</c:v>
                </c:pt>
                <c:pt idx="8520">
                  <c:v>2.10202</c:v>
                </c:pt>
                <c:pt idx="8521">
                  <c:v>2.1023200000000002</c:v>
                </c:pt>
                <c:pt idx="8522">
                  <c:v>2.10263</c:v>
                </c:pt>
                <c:pt idx="8523">
                  <c:v>2.1029300000000002</c:v>
                </c:pt>
                <c:pt idx="8524">
                  <c:v>2.10324</c:v>
                </c:pt>
                <c:pt idx="8525">
                  <c:v>2.1035400000000002</c:v>
                </c:pt>
                <c:pt idx="8526">
                  <c:v>2.10385</c:v>
                </c:pt>
                <c:pt idx="8527">
                  <c:v>2.1041599999999998</c:v>
                </c:pt>
                <c:pt idx="8528">
                  <c:v>2.10446</c:v>
                </c:pt>
                <c:pt idx="8529">
                  <c:v>2.1047699999999998</c:v>
                </c:pt>
                <c:pt idx="8530">
                  <c:v>2.10507</c:v>
                </c:pt>
                <c:pt idx="8531">
                  <c:v>2.1053799999999998</c:v>
                </c:pt>
                <c:pt idx="8532">
                  <c:v>2.10568</c:v>
                </c:pt>
                <c:pt idx="8533">
                  <c:v>2.1059899999999998</c:v>
                </c:pt>
                <c:pt idx="8534">
                  <c:v>2.10629</c:v>
                </c:pt>
                <c:pt idx="8535">
                  <c:v>2.1065999999999998</c:v>
                </c:pt>
                <c:pt idx="8536">
                  <c:v>2.1069</c:v>
                </c:pt>
                <c:pt idx="8537">
                  <c:v>2.1072099999999998</c:v>
                </c:pt>
                <c:pt idx="8538">
                  <c:v>2.10751</c:v>
                </c:pt>
                <c:pt idx="8539">
                  <c:v>2.1078199999999998</c:v>
                </c:pt>
                <c:pt idx="8540">
                  <c:v>2.1081300000000001</c:v>
                </c:pt>
                <c:pt idx="8541">
                  <c:v>2.1084299999999998</c:v>
                </c:pt>
                <c:pt idx="8542">
                  <c:v>2.1087400000000001</c:v>
                </c:pt>
                <c:pt idx="8543">
                  <c:v>2.1090399999999998</c:v>
                </c:pt>
                <c:pt idx="8544">
                  <c:v>2.1093500000000001</c:v>
                </c:pt>
                <c:pt idx="8545">
                  <c:v>2.1096499999999998</c:v>
                </c:pt>
                <c:pt idx="8546">
                  <c:v>2.1099600000000001</c:v>
                </c:pt>
                <c:pt idx="8547">
                  <c:v>2.1102599999999998</c:v>
                </c:pt>
                <c:pt idx="8548">
                  <c:v>2.1105700000000001</c:v>
                </c:pt>
                <c:pt idx="8549">
                  <c:v>2.1108699999999998</c:v>
                </c:pt>
                <c:pt idx="8550">
                  <c:v>2.1111800000000001</c:v>
                </c:pt>
                <c:pt idx="8551">
                  <c:v>2.1114799999999998</c:v>
                </c:pt>
                <c:pt idx="8552">
                  <c:v>2.1117900000000001</c:v>
                </c:pt>
                <c:pt idx="8553">
                  <c:v>2.1120999999999999</c:v>
                </c:pt>
                <c:pt idx="8554">
                  <c:v>2.1124000000000001</c:v>
                </c:pt>
                <c:pt idx="8555">
                  <c:v>2.1127099999999999</c:v>
                </c:pt>
                <c:pt idx="8556">
                  <c:v>2.1130100000000001</c:v>
                </c:pt>
                <c:pt idx="8557">
                  <c:v>2.1133199999999999</c:v>
                </c:pt>
                <c:pt idx="8558">
                  <c:v>2.1136200000000001</c:v>
                </c:pt>
                <c:pt idx="8559">
                  <c:v>2.1139299999999999</c:v>
                </c:pt>
                <c:pt idx="8560">
                  <c:v>2.1142300000000001</c:v>
                </c:pt>
                <c:pt idx="8561">
                  <c:v>2.1145399999999999</c:v>
                </c:pt>
                <c:pt idx="8562">
                  <c:v>2.1148400000000001</c:v>
                </c:pt>
                <c:pt idx="8563">
                  <c:v>2.1151499999999999</c:v>
                </c:pt>
                <c:pt idx="8564">
                  <c:v>2.1154500000000001</c:v>
                </c:pt>
                <c:pt idx="8565">
                  <c:v>2.1157599999999999</c:v>
                </c:pt>
                <c:pt idx="8566">
                  <c:v>2.1160700000000001</c:v>
                </c:pt>
                <c:pt idx="8567">
                  <c:v>2.1163699999999999</c:v>
                </c:pt>
                <c:pt idx="8568">
                  <c:v>2.1166800000000001</c:v>
                </c:pt>
                <c:pt idx="8569">
                  <c:v>2.1169799999999999</c:v>
                </c:pt>
                <c:pt idx="8570">
                  <c:v>2.1172900000000001</c:v>
                </c:pt>
                <c:pt idx="8571">
                  <c:v>2.1175899999999999</c:v>
                </c:pt>
                <c:pt idx="8572">
                  <c:v>2.1179000000000001</c:v>
                </c:pt>
                <c:pt idx="8573">
                  <c:v>2.1181999999999999</c:v>
                </c:pt>
                <c:pt idx="8574">
                  <c:v>2.1185100000000001</c:v>
                </c:pt>
                <c:pt idx="8575">
                  <c:v>2.1188099999999999</c:v>
                </c:pt>
                <c:pt idx="8576">
                  <c:v>2.1191200000000001</c:v>
                </c:pt>
                <c:pt idx="8577">
                  <c:v>2.1194199999999999</c:v>
                </c:pt>
                <c:pt idx="8578">
                  <c:v>2.1197300000000001</c:v>
                </c:pt>
                <c:pt idx="8579">
                  <c:v>2.1200399999999999</c:v>
                </c:pt>
                <c:pt idx="8580">
                  <c:v>2.1203400000000001</c:v>
                </c:pt>
                <c:pt idx="8581">
                  <c:v>2.1206499999999999</c:v>
                </c:pt>
                <c:pt idx="8582">
                  <c:v>2.1209500000000001</c:v>
                </c:pt>
                <c:pt idx="8583">
                  <c:v>2.1212599999999999</c:v>
                </c:pt>
                <c:pt idx="8584">
                  <c:v>2.1215600000000001</c:v>
                </c:pt>
                <c:pt idx="8585">
                  <c:v>2.1218699999999999</c:v>
                </c:pt>
                <c:pt idx="8586">
                  <c:v>2.1221700000000001</c:v>
                </c:pt>
                <c:pt idx="8587">
                  <c:v>2.1224799999999999</c:v>
                </c:pt>
                <c:pt idx="8588">
                  <c:v>2.1227800000000001</c:v>
                </c:pt>
                <c:pt idx="8589">
                  <c:v>2.1230899999999999</c:v>
                </c:pt>
                <c:pt idx="8590">
                  <c:v>2.1234000000000002</c:v>
                </c:pt>
                <c:pt idx="8591">
                  <c:v>2.1236999999999999</c:v>
                </c:pt>
                <c:pt idx="8592">
                  <c:v>2.1240100000000002</c:v>
                </c:pt>
                <c:pt idx="8593">
                  <c:v>2.1243099999999999</c:v>
                </c:pt>
                <c:pt idx="8594">
                  <c:v>2.1246200000000002</c:v>
                </c:pt>
                <c:pt idx="8595">
                  <c:v>2.1249199999999999</c:v>
                </c:pt>
                <c:pt idx="8596">
                  <c:v>2.1252300000000002</c:v>
                </c:pt>
                <c:pt idx="8597">
                  <c:v>2.1255299999999999</c:v>
                </c:pt>
                <c:pt idx="8598">
                  <c:v>2.1258400000000002</c:v>
                </c:pt>
                <c:pt idx="8599">
                  <c:v>2.1261399999999999</c:v>
                </c:pt>
                <c:pt idx="8600">
                  <c:v>2.1264500000000002</c:v>
                </c:pt>
                <c:pt idx="8601">
                  <c:v>2.1267499999999999</c:v>
                </c:pt>
                <c:pt idx="8602">
                  <c:v>2.1270600000000002</c:v>
                </c:pt>
                <c:pt idx="8603">
                  <c:v>2.12737</c:v>
                </c:pt>
                <c:pt idx="8604">
                  <c:v>2.1276700000000002</c:v>
                </c:pt>
                <c:pt idx="8605">
                  <c:v>2.12798</c:v>
                </c:pt>
                <c:pt idx="8606">
                  <c:v>2.1282800000000002</c:v>
                </c:pt>
                <c:pt idx="8607">
                  <c:v>2.12859</c:v>
                </c:pt>
                <c:pt idx="8608">
                  <c:v>2.1288900000000002</c:v>
                </c:pt>
                <c:pt idx="8609">
                  <c:v>2.1292</c:v>
                </c:pt>
                <c:pt idx="8610">
                  <c:v>2.1295000000000002</c:v>
                </c:pt>
                <c:pt idx="8611">
                  <c:v>2.12981</c:v>
                </c:pt>
                <c:pt idx="8612">
                  <c:v>2.1301100000000002</c:v>
                </c:pt>
                <c:pt idx="8613">
                  <c:v>2.13042</c:v>
                </c:pt>
                <c:pt idx="8614">
                  <c:v>2.1307200000000002</c:v>
                </c:pt>
                <c:pt idx="8615">
                  <c:v>2.13103</c:v>
                </c:pt>
                <c:pt idx="8616">
                  <c:v>2.1313399999999998</c:v>
                </c:pt>
                <c:pt idx="8617">
                  <c:v>2.13164</c:v>
                </c:pt>
                <c:pt idx="8618">
                  <c:v>2.1319499999999998</c:v>
                </c:pt>
                <c:pt idx="8619">
                  <c:v>2.13225</c:v>
                </c:pt>
                <c:pt idx="8620">
                  <c:v>2.1325599999999998</c:v>
                </c:pt>
                <c:pt idx="8621">
                  <c:v>2.13286</c:v>
                </c:pt>
                <c:pt idx="8622">
                  <c:v>2.1331699999999998</c:v>
                </c:pt>
                <c:pt idx="8623">
                  <c:v>2.13347</c:v>
                </c:pt>
                <c:pt idx="8624">
                  <c:v>2.1337799999999998</c:v>
                </c:pt>
                <c:pt idx="8625">
                  <c:v>2.13408</c:v>
                </c:pt>
                <c:pt idx="8626">
                  <c:v>2.1343899999999998</c:v>
                </c:pt>
                <c:pt idx="8627">
                  <c:v>2.13469</c:v>
                </c:pt>
                <c:pt idx="8628">
                  <c:v>2.1349999999999998</c:v>
                </c:pt>
                <c:pt idx="8629">
                  <c:v>2.13531</c:v>
                </c:pt>
                <c:pt idx="8630">
                  <c:v>2.1356099999999998</c:v>
                </c:pt>
                <c:pt idx="8631">
                  <c:v>2.13592</c:v>
                </c:pt>
                <c:pt idx="8632">
                  <c:v>2.1362199999999998</c:v>
                </c:pt>
                <c:pt idx="8633">
                  <c:v>2.13653</c:v>
                </c:pt>
                <c:pt idx="8634">
                  <c:v>2.1368299999999998</c:v>
                </c:pt>
                <c:pt idx="8635">
                  <c:v>2.13714</c:v>
                </c:pt>
                <c:pt idx="8636">
                  <c:v>2.1374399999999998</c:v>
                </c:pt>
                <c:pt idx="8637">
                  <c:v>2.13775</c:v>
                </c:pt>
                <c:pt idx="8638">
                  <c:v>2.1380499999999998</c:v>
                </c:pt>
                <c:pt idx="8639">
                  <c:v>2.13836</c:v>
                </c:pt>
                <c:pt idx="8640">
                  <c:v>2.1386599999999998</c:v>
                </c:pt>
                <c:pt idx="8641">
                  <c:v>2.13897</c:v>
                </c:pt>
                <c:pt idx="8642">
                  <c:v>2.1392799999999998</c:v>
                </c:pt>
                <c:pt idx="8643">
                  <c:v>2.13958</c:v>
                </c:pt>
                <c:pt idx="8644">
                  <c:v>2.1398899999999998</c:v>
                </c:pt>
                <c:pt idx="8645">
                  <c:v>2.14019</c:v>
                </c:pt>
                <c:pt idx="8646">
                  <c:v>2.1404999999999998</c:v>
                </c:pt>
                <c:pt idx="8647">
                  <c:v>2.1408</c:v>
                </c:pt>
                <c:pt idx="8648">
                  <c:v>2.1411099999999998</c:v>
                </c:pt>
                <c:pt idx="8649">
                  <c:v>2.14141</c:v>
                </c:pt>
                <c:pt idx="8650">
                  <c:v>2.1417199999999998</c:v>
                </c:pt>
                <c:pt idx="8651">
                  <c:v>2.14202</c:v>
                </c:pt>
                <c:pt idx="8652">
                  <c:v>2.1423299999999998</c:v>
                </c:pt>
                <c:pt idx="8653">
                  <c:v>2.1426400000000001</c:v>
                </c:pt>
                <c:pt idx="8654">
                  <c:v>2.1429399999999998</c:v>
                </c:pt>
                <c:pt idx="8655">
                  <c:v>2.1432500000000001</c:v>
                </c:pt>
                <c:pt idx="8656">
                  <c:v>2.1435499999999998</c:v>
                </c:pt>
                <c:pt idx="8657">
                  <c:v>2.1438600000000001</c:v>
                </c:pt>
                <c:pt idx="8658">
                  <c:v>2.1441599999999998</c:v>
                </c:pt>
                <c:pt idx="8659">
                  <c:v>2.1444700000000001</c:v>
                </c:pt>
                <c:pt idx="8660">
                  <c:v>2.1447699999999998</c:v>
                </c:pt>
                <c:pt idx="8661">
                  <c:v>2.1450800000000001</c:v>
                </c:pt>
                <c:pt idx="8662">
                  <c:v>2.1453799999999998</c:v>
                </c:pt>
                <c:pt idx="8663">
                  <c:v>2.1456900000000001</c:v>
                </c:pt>
                <c:pt idx="8664">
                  <c:v>2.1459899999999998</c:v>
                </c:pt>
                <c:pt idx="8665">
                  <c:v>2.1463000000000001</c:v>
                </c:pt>
                <c:pt idx="8666">
                  <c:v>2.1466099999999999</c:v>
                </c:pt>
                <c:pt idx="8667">
                  <c:v>2.1469100000000001</c:v>
                </c:pt>
                <c:pt idx="8668">
                  <c:v>2.1472199999999999</c:v>
                </c:pt>
                <c:pt idx="8669">
                  <c:v>2.1475200000000001</c:v>
                </c:pt>
                <c:pt idx="8670">
                  <c:v>2.1478299999999999</c:v>
                </c:pt>
                <c:pt idx="8671">
                  <c:v>2.1481300000000001</c:v>
                </c:pt>
                <c:pt idx="8672">
                  <c:v>2.1484399999999999</c:v>
                </c:pt>
                <c:pt idx="8673">
                  <c:v>2.1487400000000001</c:v>
                </c:pt>
                <c:pt idx="8674">
                  <c:v>2.1490499999999999</c:v>
                </c:pt>
                <c:pt idx="8675">
                  <c:v>2.1493500000000001</c:v>
                </c:pt>
                <c:pt idx="8676">
                  <c:v>2.1496599999999999</c:v>
                </c:pt>
                <c:pt idx="8677">
                  <c:v>2.1499600000000001</c:v>
                </c:pt>
                <c:pt idx="8678">
                  <c:v>2.1502699999999999</c:v>
                </c:pt>
                <c:pt idx="8679">
                  <c:v>2.1505800000000002</c:v>
                </c:pt>
                <c:pt idx="8680">
                  <c:v>2.1508799999999999</c:v>
                </c:pt>
                <c:pt idx="8681">
                  <c:v>2.1511900000000002</c:v>
                </c:pt>
                <c:pt idx="8682">
                  <c:v>2.1514899999999999</c:v>
                </c:pt>
                <c:pt idx="8683">
                  <c:v>2.1518000000000002</c:v>
                </c:pt>
                <c:pt idx="8684">
                  <c:v>2.1520999999999999</c:v>
                </c:pt>
                <c:pt idx="8685">
                  <c:v>2.1524100000000002</c:v>
                </c:pt>
                <c:pt idx="8686">
                  <c:v>2.1527099999999999</c:v>
                </c:pt>
                <c:pt idx="8687">
                  <c:v>2.1530200000000002</c:v>
                </c:pt>
                <c:pt idx="8688">
                  <c:v>2.1533199999999999</c:v>
                </c:pt>
                <c:pt idx="8689">
                  <c:v>2.1536300000000002</c:v>
                </c:pt>
                <c:pt idx="8690">
                  <c:v>2.1539299999999999</c:v>
                </c:pt>
                <c:pt idx="8691">
                  <c:v>2.1542400000000002</c:v>
                </c:pt>
                <c:pt idx="8692">
                  <c:v>2.15455</c:v>
                </c:pt>
                <c:pt idx="8693">
                  <c:v>2.1548500000000002</c:v>
                </c:pt>
                <c:pt idx="8694">
                  <c:v>2.15516</c:v>
                </c:pt>
                <c:pt idx="8695">
                  <c:v>2.1554600000000002</c:v>
                </c:pt>
                <c:pt idx="8696">
                  <c:v>2.15577</c:v>
                </c:pt>
                <c:pt idx="8697">
                  <c:v>2.1560700000000002</c:v>
                </c:pt>
                <c:pt idx="8698">
                  <c:v>2.15638</c:v>
                </c:pt>
                <c:pt idx="8699">
                  <c:v>2.1566800000000002</c:v>
                </c:pt>
                <c:pt idx="8700">
                  <c:v>2.15699</c:v>
                </c:pt>
                <c:pt idx="8701">
                  <c:v>2.1572900000000002</c:v>
                </c:pt>
                <c:pt idx="8702">
                  <c:v>2.1576</c:v>
                </c:pt>
                <c:pt idx="8703">
                  <c:v>2.1579100000000002</c:v>
                </c:pt>
                <c:pt idx="8704">
                  <c:v>2.15821</c:v>
                </c:pt>
                <c:pt idx="8705">
                  <c:v>2.1585200000000002</c:v>
                </c:pt>
                <c:pt idx="8706">
                  <c:v>2.15882</c:v>
                </c:pt>
                <c:pt idx="8707">
                  <c:v>2.1591300000000002</c:v>
                </c:pt>
                <c:pt idx="8708">
                  <c:v>2.15943</c:v>
                </c:pt>
                <c:pt idx="8709">
                  <c:v>2.1597400000000002</c:v>
                </c:pt>
                <c:pt idx="8710">
                  <c:v>2.16004</c:v>
                </c:pt>
                <c:pt idx="8711">
                  <c:v>2.1603500000000002</c:v>
                </c:pt>
                <c:pt idx="8712">
                  <c:v>2.16065</c:v>
                </c:pt>
                <c:pt idx="8713">
                  <c:v>2.1609600000000002</c:v>
                </c:pt>
                <c:pt idx="8714">
                  <c:v>2.16126</c:v>
                </c:pt>
                <c:pt idx="8715">
                  <c:v>2.1615700000000002</c:v>
                </c:pt>
                <c:pt idx="8716">
                  <c:v>2.16188</c:v>
                </c:pt>
                <c:pt idx="8717">
                  <c:v>2.1621800000000002</c:v>
                </c:pt>
                <c:pt idx="8718">
                  <c:v>2.16249</c:v>
                </c:pt>
                <c:pt idx="8719">
                  <c:v>2.1627900000000002</c:v>
                </c:pt>
                <c:pt idx="8720">
                  <c:v>2.1631</c:v>
                </c:pt>
                <c:pt idx="8721">
                  <c:v>2.1634000000000002</c:v>
                </c:pt>
                <c:pt idx="8722">
                  <c:v>2.16371</c:v>
                </c:pt>
                <c:pt idx="8723">
                  <c:v>2.1640100000000002</c:v>
                </c:pt>
                <c:pt idx="8724">
                  <c:v>2.16432</c:v>
                </c:pt>
                <c:pt idx="8725">
                  <c:v>2.1646200000000002</c:v>
                </c:pt>
                <c:pt idx="8726">
                  <c:v>2.16493</c:v>
                </c:pt>
                <c:pt idx="8727">
                  <c:v>2.1652300000000002</c:v>
                </c:pt>
                <c:pt idx="8728">
                  <c:v>2.16554</c:v>
                </c:pt>
                <c:pt idx="8729">
                  <c:v>2.1658499999999998</c:v>
                </c:pt>
                <c:pt idx="8730">
                  <c:v>2.16615</c:v>
                </c:pt>
                <c:pt idx="8731">
                  <c:v>2.1664599999999998</c:v>
                </c:pt>
                <c:pt idx="8732">
                  <c:v>2.16676</c:v>
                </c:pt>
                <c:pt idx="8733">
                  <c:v>2.1670699999999998</c:v>
                </c:pt>
                <c:pt idx="8734">
                  <c:v>2.16737</c:v>
                </c:pt>
                <c:pt idx="8735">
                  <c:v>2.1676799999999998</c:v>
                </c:pt>
                <c:pt idx="8736">
                  <c:v>2.16798</c:v>
                </c:pt>
                <c:pt idx="8737">
                  <c:v>2.1682899999999998</c:v>
                </c:pt>
                <c:pt idx="8738">
                  <c:v>2.16859</c:v>
                </c:pt>
                <c:pt idx="8739">
                  <c:v>2.1688999999999998</c:v>
                </c:pt>
                <c:pt idx="8740">
                  <c:v>2.1692</c:v>
                </c:pt>
                <c:pt idx="8741">
                  <c:v>2.1695099999999998</c:v>
                </c:pt>
                <c:pt idx="8742">
                  <c:v>2.1698200000000001</c:v>
                </c:pt>
                <c:pt idx="8743">
                  <c:v>2.1701199999999998</c:v>
                </c:pt>
                <c:pt idx="8744">
                  <c:v>2.1704300000000001</c:v>
                </c:pt>
                <c:pt idx="8745">
                  <c:v>2.1707299999999998</c:v>
                </c:pt>
                <c:pt idx="8746">
                  <c:v>2.1710400000000001</c:v>
                </c:pt>
                <c:pt idx="8747">
                  <c:v>2.1713399999999998</c:v>
                </c:pt>
                <c:pt idx="8748">
                  <c:v>2.1716500000000001</c:v>
                </c:pt>
                <c:pt idx="8749">
                  <c:v>2.1719499999999998</c:v>
                </c:pt>
                <c:pt idx="8750">
                  <c:v>2.1722600000000001</c:v>
                </c:pt>
                <c:pt idx="8751">
                  <c:v>2.1725599999999998</c:v>
                </c:pt>
                <c:pt idx="8752">
                  <c:v>2.1728700000000001</c:v>
                </c:pt>
                <c:pt idx="8753">
                  <c:v>2.1731699999999998</c:v>
                </c:pt>
                <c:pt idx="8754">
                  <c:v>2.1734800000000001</c:v>
                </c:pt>
                <c:pt idx="8755">
                  <c:v>2.1737899999999999</c:v>
                </c:pt>
                <c:pt idx="8756">
                  <c:v>2.1740900000000001</c:v>
                </c:pt>
                <c:pt idx="8757">
                  <c:v>2.1743999999999999</c:v>
                </c:pt>
                <c:pt idx="8758">
                  <c:v>2.1747000000000001</c:v>
                </c:pt>
                <c:pt idx="8759">
                  <c:v>2.1750099999999999</c:v>
                </c:pt>
                <c:pt idx="8760">
                  <c:v>2.1753100000000001</c:v>
                </c:pt>
                <c:pt idx="8761">
                  <c:v>2.1756199999999999</c:v>
                </c:pt>
                <c:pt idx="8762">
                  <c:v>2.1759200000000001</c:v>
                </c:pt>
                <c:pt idx="8763">
                  <c:v>2.1762299999999999</c:v>
                </c:pt>
                <c:pt idx="8764">
                  <c:v>2.1765300000000001</c:v>
                </c:pt>
                <c:pt idx="8765">
                  <c:v>2.1768399999999999</c:v>
                </c:pt>
                <c:pt idx="8766">
                  <c:v>2.1771500000000001</c:v>
                </c:pt>
                <c:pt idx="8767">
                  <c:v>2.1774499999999999</c:v>
                </c:pt>
                <c:pt idx="8768">
                  <c:v>2.1777600000000001</c:v>
                </c:pt>
                <c:pt idx="8769">
                  <c:v>2.1780599999999999</c:v>
                </c:pt>
                <c:pt idx="8770">
                  <c:v>2.1783700000000001</c:v>
                </c:pt>
                <c:pt idx="8771">
                  <c:v>2.1786699999999999</c:v>
                </c:pt>
                <c:pt idx="8772">
                  <c:v>2.1789800000000001</c:v>
                </c:pt>
                <c:pt idx="8773">
                  <c:v>2.1792799999999999</c:v>
                </c:pt>
                <c:pt idx="8774">
                  <c:v>2.1795900000000001</c:v>
                </c:pt>
                <c:pt idx="8775">
                  <c:v>2.1798899999999999</c:v>
                </c:pt>
                <c:pt idx="8776">
                  <c:v>2.1802000000000001</c:v>
                </c:pt>
                <c:pt idx="8777">
                  <c:v>2.1804999999999999</c:v>
                </c:pt>
                <c:pt idx="8778">
                  <c:v>2.1808100000000001</c:v>
                </c:pt>
                <c:pt idx="8779">
                  <c:v>2.1811199999999999</c:v>
                </c:pt>
                <c:pt idx="8780">
                  <c:v>2.1814200000000001</c:v>
                </c:pt>
                <c:pt idx="8781">
                  <c:v>2.1817299999999999</c:v>
                </c:pt>
                <c:pt idx="8782">
                  <c:v>2.1820300000000001</c:v>
                </c:pt>
                <c:pt idx="8783">
                  <c:v>2.1823399999999999</c:v>
                </c:pt>
                <c:pt idx="8784">
                  <c:v>2.1826400000000001</c:v>
                </c:pt>
                <c:pt idx="8785">
                  <c:v>2.1829499999999999</c:v>
                </c:pt>
                <c:pt idx="8786">
                  <c:v>2.1832500000000001</c:v>
                </c:pt>
                <c:pt idx="8787">
                  <c:v>2.1835599999999999</c:v>
                </c:pt>
                <c:pt idx="8788">
                  <c:v>2.1838600000000001</c:v>
                </c:pt>
                <c:pt idx="8789">
                  <c:v>2.1841699999999999</c:v>
                </c:pt>
                <c:pt idx="8790">
                  <c:v>2.1844700000000001</c:v>
                </c:pt>
                <c:pt idx="8791">
                  <c:v>2.1847799999999999</c:v>
                </c:pt>
                <c:pt idx="8792">
                  <c:v>2.1850900000000002</c:v>
                </c:pt>
                <c:pt idx="8793">
                  <c:v>2.1853899999999999</c:v>
                </c:pt>
                <c:pt idx="8794">
                  <c:v>2.1857000000000002</c:v>
                </c:pt>
                <c:pt idx="8795">
                  <c:v>2.1859999999999999</c:v>
                </c:pt>
                <c:pt idx="8796">
                  <c:v>2.1863100000000002</c:v>
                </c:pt>
                <c:pt idx="8797">
                  <c:v>2.1866099999999999</c:v>
                </c:pt>
                <c:pt idx="8798">
                  <c:v>2.1869200000000002</c:v>
                </c:pt>
                <c:pt idx="8799">
                  <c:v>2.1872199999999999</c:v>
                </c:pt>
                <c:pt idx="8800">
                  <c:v>2.1875300000000002</c:v>
                </c:pt>
                <c:pt idx="8801">
                  <c:v>2.1878299999999999</c:v>
                </c:pt>
                <c:pt idx="8802">
                  <c:v>2.1881400000000002</c:v>
                </c:pt>
                <c:pt idx="8803">
                  <c:v>2.1884399999999999</c:v>
                </c:pt>
                <c:pt idx="8804">
                  <c:v>2.1887500000000002</c:v>
                </c:pt>
                <c:pt idx="8805">
                  <c:v>2.18906</c:v>
                </c:pt>
                <c:pt idx="8806">
                  <c:v>2.1893600000000002</c:v>
                </c:pt>
                <c:pt idx="8807">
                  <c:v>2.18967</c:v>
                </c:pt>
                <c:pt idx="8808">
                  <c:v>2.1899700000000002</c:v>
                </c:pt>
                <c:pt idx="8809">
                  <c:v>2.19028</c:v>
                </c:pt>
                <c:pt idx="8810">
                  <c:v>2.1905800000000002</c:v>
                </c:pt>
                <c:pt idx="8811">
                  <c:v>2.19089</c:v>
                </c:pt>
                <c:pt idx="8812">
                  <c:v>2.1911900000000002</c:v>
                </c:pt>
                <c:pt idx="8813">
                  <c:v>2.1915</c:v>
                </c:pt>
                <c:pt idx="8814">
                  <c:v>2.1918000000000002</c:v>
                </c:pt>
                <c:pt idx="8815">
                  <c:v>2.19211</c:v>
                </c:pt>
                <c:pt idx="8816">
                  <c:v>2.1924100000000002</c:v>
                </c:pt>
                <c:pt idx="8817">
                  <c:v>2.19272</c:v>
                </c:pt>
                <c:pt idx="8818">
                  <c:v>2.1930299999999998</c:v>
                </c:pt>
                <c:pt idx="8819">
                  <c:v>2.19333</c:v>
                </c:pt>
                <c:pt idx="8820">
                  <c:v>2.1936399999999998</c:v>
                </c:pt>
                <c:pt idx="8821">
                  <c:v>2.19394</c:v>
                </c:pt>
                <c:pt idx="8822">
                  <c:v>2.1942499999999998</c:v>
                </c:pt>
                <c:pt idx="8823">
                  <c:v>2.19455</c:v>
                </c:pt>
                <c:pt idx="8824">
                  <c:v>2.1948599999999998</c:v>
                </c:pt>
                <c:pt idx="8825">
                  <c:v>2.19516</c:v>
                </c:pt>
                <c:pt idx="8826">
                  <c:v>2.1954699999999998</c:v>
                </c:pt>
                <c:pt idx="8827">
                  <c:v>2.19577</c:v>
                </c:pt>
                <c:pt idx="8828">
                  <c:v>2.1960799999999998</c:v>
                </c:pt>
                <c:pt idx="8829">
                  <c:v>2.1963900000000001</c:v>
                </c:pt>
                <c:pt idx="8830">
                  <c:v>2.1966899999999998</c:v>
                </c:pt>
                <c:pt idx="8831">
                  <c:v>2.1970000000000001</c:v>
                </c:pt>
                <c:pt idx="8832">
                  <c:v>2.1972999999999998</c:v>
                </c:pt>
                <c:pt idx="8833">
                  <c:v>2.1976100000000001</c:v>
                </c:pt>
                <c:pt idx="8834">
                  <c:v>2.1979099999999998</c:v>
                </c:pt>
                <c:pt idx="8835">
                  <c:v>2.1982200000000001</c:v>
                </c:pt>
                <c:pt idx="8836">
                  <c:v>2.1985199999999998</c:v>
                </c:pt>
                <c:pt idx="8837">
                  <c:v>2.1988300000000001</c:v>
                </c:pt>
                <c:pt idx="8838">
                  <c:v>2.1991299999999998</c:v>
                </c:pt>
                <c:pt idx="8839">
                  <c:v>2.1994400000000001</c:v>
                </c:pt>
                <c:pt idx="8840">
                  <c:v>2.1997399999999998</c:v>
                </c:pt>
                <c:pt idx="8841">
                  <c:v>2.2000500000000001</c:v>
                </c:pt>
                <c:pt idx="8842">
                  <c:v>2.2003599999999999</c:v>
                </c:pt>
                <c:pt idx="8843">
                  <c:v>2.2006600000000001</c:v>
                </c:pt>
                <c:pt idx="8844">
                  <c:v>2.2009699999999999</c:v>
                </c:pt>
                <c:pt idx="8845">
                  <c:v>2.2012700000000001</c:v>
                </c:pt>
                <c:pt idx="8846">
                  <c:v>2.2015799999999999</c:v>
                </c:pt>
                <c:pt idx="8847">
                  <c:v>2.2018800000000001</c:v>
                </c:pt>
                <c:pt idx="8848">
                  <c:v>2.2021899999999999</c:v>
                </c:pt>
                <c:pt idx="8849">
                  <c:v>2.2024900000000001</c:v>
                </c:pt>
                <c:pt idx="8850">
                  <c:v>2.2027999999999999</c:v>
                </c:pt>
                <c:pt idx="8851">
                  <c:v>2.2031000000000001</c:v>
                </c:pt>
                <c:pt idx="8852">
                  <c:v>2.2034099999999999</c:v>
                </c:pt>
                <c:pt idx="8853">
                  <c:v>2.2037100000000001</c:v>
                </c:pt>
                <c:pt idx="8854">
                  <c:v>2.2040199999999999</c:v>
                </c:pt>
                <c:pt idx="8855">
                  <c:v>2.2043300000000001</c:v>
                </c:pt>
                <c:pt idx="8856">
                  <c:v>2.2046299999999999</c:v>
                </c:pt>
                <c:pt idx="8857">
                  <c:v>2.2049400000000001</c:v>
                </c:pt>
                <c:pt idx="8858">
                  <c:v>2.2052399999999999</c:v>
                </c:pt>
                <c:pt idx="8859">
                  <c:v>2.2055500000000001</c:v>
                </c:pt>
                <c:pt idx="8860">
                  <c:v>2.2058499999999999</c:v>
                </c:pt>
                <c:pt idx="8861">
                  <c:v>2.2061600000000001</c:v>
                </c:pt>
                <c:pt idx="8862">
                  <c:v>2.2064599999999999</c:v>
                </c:pt>
                <c:pt idx="8863">
                  <c:v>2.2067700000000001</c:v>
                </c:pt>
                <c:pt idx="8864">
                  <c:v>2.2070699999999999</c:v>
                </c:pt>
                <c:pt idx="8865">
                  <c:v>2.2073800000000001</c:v>
                </c:pt>
                <c:pt idx="8866">
                  <c:v>2.2076799999999999</c:v>
                </c:pt>
                <c:pt idx="8867">
                  <c:v>2.2079900000000001</c:v>
                </c:pt>
                <c:pt idx="8868">
                  <c:v>2.2082999999999999</c:v>
                </c:pt>
                <c:pt idx="8869">
                  <c:v>2.2086000000000001</c:v>
                </c:pt>
                <c:pt idx="8870">
                  <c:v>2.2089099999999999</c:v>
                </c:pt>
                <c:pt idx="8871">
                  <c:v>2.2092100000000001</c:v>
                </c:pt>
                <c:pt idx="8872">
                  <c:v>2.2095199999999999</c:v>
                </c:pt>
                <c:pt idx="8873">
                  <c:v>2.2098200000000001</c:v>
                </c:pt>
                <c:pt idx="8874">
                  <c:v>2.2101299999999999</c:v>
                </c:pt>
                <c:pt idx="8875">
                  <c:v>2.2104300000000001</c:v>
                </c:pt>
                <c:pt idx="8876">
                  <c:v>2.2107399999999999</c:v>
                </c:pt>
                <c:pt idx="8877">
                  <c:v>2.2110400000000001</c:v>
                </c:pt>
                <c:pt idx="8878">
                  <c:v>2.2113499999999999</c:v>
                </c:pt>
                <c:pt idx="8879">
                  <c:v>2.2116500000000001</c:v>
                </c:pt>
                <c:pt idx="8880">
                  <c:v>2.2119599999999999</c:v>
                </c:pt>
                <c:pt idx="8881">
                  <c:v>2.2122700000000002</c:v>
                </c:pt>
                <c:pt idx="8882">
                  <c:v>2.2125699999999999</c:v>
                </c:pt>
                <c:pt idx="8883">
                  <c:v>2.2128800000000002</c:v>
                </c:pt>
                <c:pt idx="8884">
                  <c:v>2.2131799999999999</c:v>
                </c:pt>
                <c:pt idx="8885">
                  <c:v>2.2134900000000002</c:v>
                </c:pt>
                <c:pt idx="8886">
                  <c:v>2.2137899999999999</c:v>
                </c:pt>
                <c:pt idx="8887">
                  <c:v>2.2141000000000002</c:v>
                </c:pt>
                <c:pt idx="8888">
                  <c:v>2.2143999999999999</c:v>
                </c:pt>
                <c:pt idx="8889">
                  <c:v>2.2147100000000002</c:v>
                </c:pt>
                <c:pt idx="8890">
                  <c:v>2.2150099999999999</c:v>
                </c:pt>
                <c:pt idx="8891">
                  <c:v>2.2153200000000002</c:v>
                </c:pt>
                <c:pt idx="8892">
                  <c:v>2.21563</c:v>
                </c:pt>
                <c:pt idx="8893">
                  <c:v>2.2159300000000002</c:v>
                </c:pt>
                <c:pt idx="8894">
                  <c:v>2.21624</c:v>
                </c:pt>
                <c:pt idx="8895">
                  <c:v>2.2165400000000002</c:v>
                </c:pt>
                <c:pt idx="8896">
                  <c:v>2.21685</c:v>
                </c:pt>
                <c:pt idx="8897">
                  <c:v>2.2171500000000002</c:v>
                </c:pt>
                <c:pt idx="8898">
                  <c:v>2.21746</c:v>
                </c:pt>
                <c:pt idx="8899">
                  <c:v>2.2177600000000002</c:v>
                </c:pt>
                <c:pt idx="8900">
                  <c:v>2.21807</c:v>
                </c:pt>
                <c:pt idx="8901">
                  <c:v>2.2183700000000002</c:v>
                </c:pt>
                <c:pt idx="8902">
                  <c:v>2.21868</c:v>
                </c:pt>
                <c:pt idx="8903">
                  <c:v>2.2189800000000002</c:v>
                </c:pt>
                <c:pt idx="8904">
                  <c:v>2.21929</c:v>
                </c:pt>
                <c:pt idx="8905">
                  <c:v>2.2195999999999998</c:v>
                </c:pt>
                <c:pt idx="8906">
                  <c:v>2.2199</c:v>
                </c:pt>
                <c:pt idx="8907">
                  <c:v>2.2202099999999998</c:v>
                </c:pt>
                <c:pt idx="8908">
                  <c:v>2.22051</c:v>
                </c:pt>
                <c:pt idx="8909">
                  <c:v>2.2208199999999998</c:v>
                </c:pt>
                <c:pt idx="8910">
                  <c:v>2.22112</c:v>
                </c:pt>
                <c:pt idx="8911">
                  <c:v>2.2214299999999998</c:v>
                </c:pt>
                <c:pt idx="8912">
                  <c:v>2.22173</c:v>
                </c:pt>
                <c:pt idx="8913">
                  <c:v>2.2220399999999998</c:v>
                </c:pt>
                <c:pt idx="8914">
                  <c:v>2.22234</c:v>
                </c:pt>
                <c:pt idx="8915">
                  <c:v>2.2226499999999998</c:v>
                </c:pt>
                <c:pt idx="8916">
                  <c:v>2.22295</c:v>
                </c:pt>
                <c:pt idx="8917">
                  <c:v>2.2232599999999998</c:v>
                </c:pt>
                <c:pt idx="8918">
                  <c:v>2.22357</c:v>
                </c:pt>
                <c:pt idx="8919">
                  <c:v>2.2238699999999998</c:v>
                </c:pt>
                <c:pt idx="8920">
                  <c:v>2.22418</c:v>
                </c:pt>
                <c:pt idx="8921">
                  <c:v>2.2244799999999998</c:v>
                </c:pt>
                <c:pt idx="8922">
                  <c:v>2.22479</c:v>
                </c:pt>
                <c:pt idx="8923">
                  <c:v>2.2250899999999998</c:v>
                </c:pt>
                <c:pt idx="8924">
                  <c:v>2.2254</c:v>
                </c:pt>
                <c:pt idx="8925">
                  <c:v>2.2256999999999998</c:v>
                </c:pt>
                <c:pt idx="8926">
                  <c:v>2.22601</c:v>
                </c:pt>
                <c:pt idx="8927">
                  <c:v>2.2263099999999998</c:v>
                </c:pt>
                <c:pt idx="8928">
                  <c:v>2.22662</c:v>
                </c:pt>
                <c:pt idx="8929">
                  <c:v>2.2269199999999998</c:v>
                </c:pt>
                <c:pt idx="8930">
                  <c:v>2.22723</c:v>
                </c:pt>
                <c:pt idx="8931">
                  <c:v>2.2275399999999999</c:v>
                </c:pt>
                <c:pt idx="8932">
                  <c:v>2.22784</c:v>
                </c:pt>
                <c:pt idx="8933">
                  <c:v>2.2281499999999999</c:v>
                </c:pt>
                <c:pt idx="8934">
                  <c:v>2.22845</c:v>
                </c:pt>
                <c:pt idx="8935">
                  <c:v>2.2287599999999999</c:v>
                </c:pt>
                <c:pt idx="8936">
                  <c:v>2.22906</c:v>
                </c:pt>
                <c:pt idx="8937">
                  <c:v>2.2293699999999999</c:v>
                </c:pt>
                <c:pt idx="8938">
                  <c:v>2.22967</c:v>
                </c:pt>
                <c:pt idx="8939">
                  <c:v>2.2299799999999999</c:v>
                </c:pt>
                <c:pt idx="8940">
                  <c:v>2.23028</c:v>
                </c:pt>
                <c:pt idx="8941">
                  <c:v>2.2305899999999999</c:v>
                </c:pt>
                <c:pt idx="8942">
                  <c:v>2.2309000000000001</c:v>
                </c:pt>
                <c:pt idx="8943">
                  <c:v>2.2311999999999999</c:v>
                </c:pt>
                <c:pt idx="8944">
                  <c:v>2.2315100000000001</c:v>
                </c:pt>
                <c:pt idx="8945">
                  <c:v>2.2318099999999998</c:v>
                </c:pt>
                <c:pt idx="8946">
                  <c:v>2.2321200000000001</c:v>
                </c:pt>
                <c:pt idx="8947">
                  <c:v>2.2324199999999998</c:v>
                </c:pt>
                <c:pt idx="8948">
                  <c:v>2.2327300000000001</c:v>
                </c:pt>
                <c:pt idx="8949">
                  <c:v>2.2330299999999998</c:v>
                </c:pt>
                <c:pt idx="8950">
                  <c:v>2.2333400000000001</c:v>
                </c:pt>
                <c:pt idx="8951">
                  <c:v>2.2336399999999998</c:v>
                </c:pt>
                <c:pt idx="8952">
                  <c:v>2.2339500000000001</c:v>
                </c:pt>
                <c:pt idx="8953">
                  <c:v>2.2342499999999998</c:v>
                </c:pt>
                <c:pt idx="8954">
                  <c:v>2.2345600000000001</c:v>
                </c:pt>
                <c:pt idx="8955">
                  <c:v>2.2348699999999999</c:v>
                </c:pt>
                <c:pt idx="8956">
                  <c:v>2.2351700000000001</c:v>
                </c:pt>
                <c:pt idx="8957">
                  <c:v>2.2354799999999999</c:v>
                </c:pt>
                <c:pt idx="8958">
                  <c:v>2.2357800000000001</c:v>
                </c:pt>
                <c:pt idx="8959">
                  <c:v>2.2360899999999999</c:v>
                </c:pt>
                <c:pt idx="8960">
                  <c:v>2.2363900000000001</c:v>
                </c:pt>
                <c:pt idx="8961">
                  <c:v>2.2366999999999999</c:v>
                </c:pt>
                <c:pt idx="8962">
                  <c:v>2.2370000000000001</c:v>
                </c:pt>
                <c:pt idx="8963">
                  <c:v>2.2373099999999999</c:v>
                </c:pt>
                <c:pt idx="8964">
                  <c:v>2.2376100000000001</c:v>
                </c:pt>
                <c:pt idx="8965">
                  <c:v>2.2379199999999999</c:v>
                </c:pt>
                <c:pt idx="8966">
                  <c:v>2.2382200000000001</c:v>
                </c:pt>
                <c:pt idx="8967">
                  <c:v>2.2385299999999999</c:v>
                </c:pt>
                <c:pt idx="8968">
                  <c:v>2.2388400000000002</c:v>
                </c:pt>
                <c:pt idx="8969">
                  <c:v>2.2391399999999999</c:v>
                </c:pt>
                <c:pt idx="8970">
                  <c:v>2.2394500000000002</c:v>
                </c:pt>
                <c:pt idx="8971">
                  <c:v>2.2397499999999999</c:v>
                </c:pt>
                <c:pt idx="8972">
                  <c:v>2.2400600000000002</c:v>
                </c:pt>
                <c:pt idx="8973">
                  <c:v>2.2403599999999999</c:v>
                </c:pt>
                <c:pt idx="8974">
                  <c:v>2.2406700000000002</c:v>
                </c:pt>
                <c:pt idx="8975">
                  <c:v>2.2409699999999999</c:v>
                </c:pt>
                <c:pt idx="8976">
                  <c:v>2.2412800000000002</c:v>
                </c:pt>
                <c:pt idx="8977">
                  <c:v>2.2415799999999999</c:v>
                </c:pt>
                <c:pt idx="8978">
                  <c:v>2.2418900000000002</c:v>
                </c:pt>
                <c:pt idx="8979">
                  <c:v>2.2421899999999999</c:v>
                </c:pt>
                <c:pt idx="8980">
                  <c:v>2.2425000000000002</c:v>
                </c:pt>
                <c:pt idx="8981">
                  <c:v>2.24281</c:v>
                </c:pt>
                <c:pt idx="8982">
                  <c:v>2.2431100000000002</c:v>
                </c:pt>
                <c:pt idx="8983">
                  <c:v>2.24342</c:v>
                </c:pt>
                <c:pt idx="8984">
                  <c:v>2.2437200000000002</c:v>
                </c:pt>
                <c:pt idx="8985">
                  <c:v>2.24403</c:v>
                </c:pt>
                <c:pt idx="8986">
                  <c:v>2.2443300000000002</c:v>
                </c:pt>
                <c:pt idx="8987">
                  <c:v>2.24464</c:v>
                </c:pt>
                <c:pt idx="8988">
                  <c:v>2.2449400000000002</c:v>
                </c:pt>
                <c:pt idx="8989">
                  <c:v>2.24525</c:v>
                </c:pt>
                <c:pt idx="8990">
                  <c:v>2.2455500000000002</c:v>
                </c:pt>
                <c:pt idx="8991">
                  <c:v>2.24586</c:v>
                </c:pt>
                <c:pt idx="8992">
                  <c:v>2.2461600000000002</c:v>
                </c:pt>
                <c:pt idx="8993">
                  <c:v>2.24647</c:v>
                </c:pt>
                <c:pt idx="8994">
                  <c:v>2.2467800000000002</c:v>
                </c:pt>
                <c:pt idx="8995">
                  <c:v>2.24708</c:v>
                </c:pt>
                <c:pt idx="8996">
                  <c:v>2.2473900000000002</c:v>
                </c:pt>
                <c:pt idx="8997">
                  <c:v>2.24769</c:v>
                </c:pt>
                <c:pt idx="8998">
                  <c:v>2.2480000000000002</c:v>
                </c:pt>
                <c:pt idx="8999">
                  <c:v>2.2483</c:v>
                </c:pt>
                <c:pt idx="9000">
                  <c:v>2.2486100000000002</c:v>
                </c:pt>
                <c:pt idx="9001">
                  <c:v>2.24891</c:v>
                </c:pt>
                <c:pt idx="9002">
                  <c:v>2.2492200000000002</c:v>
                </c:pt>
                <c:pt idx="9003">
                  <c:v>2.24952</c:v>
                </c:pt>
                <c:pt idx="9004">
                  <c:v>2.2498300000000002</c:v>
                </c:pt>
                <c:pt idx="9005">
                  <c:v>2.25014</c:v>
                </c:pt>
                <c:pt idx="9006">
                  <c:v>2.2504400000000002</c:v>
                </c:pt>
                <c:pt idx="9007">
                  <c:v>2.25075</c:v>
                </c:pt>
                <c:pt idx="9008">
                  <c:v>2.2510500000000002</c:v>
                </c:pt>
                <c:pt idx="9009">
                  <c:v>2.25136</c:v>
                </c:pt>
                <c:pt idx="9010">
                  <c:v>2.2516600000000002</c:v>
                </c:pt>
                <c:pt idx="9011">
                  <c:v>2.25197</c:v>
                </c:pt>
                <c:pt idx="9012">
                  <c:v>2.2522700000000002</c:v>
                </c:pt>
                <c:pt idx="9013">
                  <c:v>2.25258</c:v>
                </c:pt>
                <c:pt idx="9014">
                  <c:v>2.2528800000000002</c:v>
                </c:pt>
                <c:pt idx="9015">
                  <c:v>2.25319</c:v>
                </c:pt>
                <c:pt idx="9016">
                  <c:v>2.2534900000000002</c:v>
                </c:pt>
                <c:pt idx="9017">
                  <c:v>2.2538</c:v>
                </c:pt>
                <c:pt idx="9018">
                  <c:v>2.2541099999999998</c:v>
                </c:pt>
                <c:pt idx="9019">
                  <c:v>2.25441</c:v>
                </c:pt>
                <c:pt idx="9020">
                  <c:v>2.2547199999999998</c:v>
                </c:pt>
                <c:pt idx="9021">
                  <c:v>2.25502</c:v>
                </c:pt>
                <c:pt idx="9022">
                  <c:v>2.2553299999999998</c:v>
                </c:pt>
                <c:pt idx="9023">
                  <c:v>2.25563</c:v>
                </c:pt>
                <c:pt idx="9024">
                  <c:v>2.2559399999999998</c:v>
                </c:pt>
                <c:pt idx="9025">
                  <c:v>2.25624</c:v>
                </c:pt>
                <c:pt idx="9026">
                  <c:v>2.2565499999999998</c:v>
                </c:pt>
                <c:pt idx="9027">
                  <c:v>2.25685</c:v>
                </c:pt>
                <c:pt idx="9028">
                  <c:v>2.2571599999999998</c:v>
                </c:pt>
                <c:pt idx="9029">
                  <c:v>2.25746</c:v>
                </c:pt>
                <c:pt idx="9030">
                  <c:v>2.2577699999999998</c:v>
                </c:pt>
                <c:pt idx="9031">
                  <c:v>2.2580800000000001</c:v>
                </c:pt>
                <c:pt idx="9032">
                  <c:v>2.2583799999999998</c:v>
                </c:pt>
                <c:pt idx="9033">
                  <c:v>2.2586900000000001</c:v>
                </c:pt>
                <c:pt idx="9034">
                  <c:v>2.2589899999999998</c:v>
                </c:pt>
                <c:pt idx="9035">
                  <c:v>2.2593000000000001</c:v>
                </c:pt>
                <c:pt idx="9036">
                  <c:v>2.2595999999999998</c:v>
                </c:pt>
                <c:pt idx="9037">
                  <c:v>2.2599100000000001</c:v>
                </c:pt>
                <c:pt idx="9038">
                  <c:v>2.2602099999999998</c:v>
                </c:pt>
                <c:pt idx="9039">
                  <c:v>2.2605200000000001</c:v>
                </c:pt>
                <c:pt idx="9040">
                  <c:v>2.2608199999999998</c:v>
                </c:pt>
                <c:pt idx="9041">
                  <c:v>2.2611300000000001</c:v>
                </c:pt>
                <c:pt idx="9042">
                  <c:v>2.2614299999999998</c:v>
                </c:pt>
                <c:pt idx="9043">
                  <c:v>2.2617400000000001</c:v>
                </c:pt>
                <c:pt idx="9044">
                  <c:v>2.2620499999999999</c:v>
                </c:pt>
                <c:pt idx="9045">
                  <c:v>2.2623500000000001</c:v>
                </c:pt>
                <c:pt idx="9046">
                  <c:v>2.2626599999999999</c:v>
                </c:pt>
                <c:pt idx="9047">
                  <c:v>2.2629600000000001</c:v>
                </c:pt>
                <c:pt idx="9048">
                  <c:v>2.2632699999999999</c:v>
                </c:pt>
                <c:pt idx="9049">
                  <c:v>2.2635700000000001</c:v>
                </c:pt>
                <c:pt idx="9050">
                  <c:v>2.2638799999999999</c:v>
                </c:pt>
                <c:pt idx="9051">
                  <c:v>2.2641800000000001</c:v>
                </c:pt>
                <c:pt idx="9052">
                  <c:v>2.2644899999999999</c:v>
                </c:pt>
                <c:pt idx="9053">
                  <c:v>2.2647900000000001</c:v>
                </c:pt>
                <c:pt idx="9054">
                  <c:v>2.2650999999999999</c:v>
                </c:pt>
                <c:pt idx="9055">
                  <c:v>2.2654000000000001</c:v>
                </c:pt>
                <c:pt idx="9056">
                  <c:v>2.2657099999999999</c:v>
                </c:pt>
                <c:pt idx="9057">
                  <c:v>2.2660200000000001</c:v>
                </c:pt>
                <c:pt idx="9058">
                  <c:v>2.2663199999999999</c:v>
                </c:pt>
                <c:pt idx="9059">
                  <c:v>2.2666300000000001</c:v>
                </c:pt>
                <c:pt idx="9060">
                  <c:v>2.2669299999999999</c:v>
                </c:pt>
                <c:pt idx="9061">
                  <c:v>2.2672400000000001</c:v>
                </c:pt>
                <c:pt idx="9062">
                  <c:v>2.2675399999999999</c:v>
                </c:pt>
                <c:pt idx="9063">
                  <c:v>2.2678500000000001</c:v>
                </c:pt>
                <c:pt idx="9064">
                  <c:v>2.2681499999999999</c:v>
                </c:pt>
                <c:pt idx="9065">
                  <c:v>2.2684600000000001</c:v>
                </c:pt>
                <c:pt idx="9066">
                  <c:v>2.2687599999999999</c:v>
                </c:pt>
                <c:pt idx="9067">
                  <c:v>2.2690700000000001</c:v>
                </c:pt>
                <c:pt idx="9068">
                  <c:v>2.26938</c:v>
                </c:pt>
                <c:pt idx="9069">
                  <c:v>2.2696800000000001</c:v>
                </c:pt>
                <c:pt idx="9070">
                  <c:v>2.26999</c:v>
                </c:pt>
                <c:pt idx="9071">
                  <c:v>2.2702900000000001</c:v>
                </c:pt>
                <c:pt idx="9072">
                  <c:v>2.2706</c:v>
                </c:pt>
                <c:pt idx="9073">
                  <c:v>2.2709000000000001</c:v>
                </c:pt>
                <c:pt idx="9074">
                  <c:v>2.27121</c:v>
                </c:pt>
                <c:pt idx="9075">
                  <c:v>2.2715100000000001</c:v>
                </c:pt>
                <c:pt idx="9076">
                  <c:v>2.27182</c:v>
                </c:pt>
                <c:pt idx="9077">
                  <c:v>2.2721200000000001</c:v>
                </c:pt>
                <c:pt idx="9078">
                  <c:v>2.2724299999999999</c:v>
                </c:pt>
                <c:pt idx="9079">
                  <c:v>2.2727300000000001</c:v>
                </c:pt>
                <c:pt idx="9080">
                  <c:v>2.2730399999999999</c:v>
                </c:pt>
                <c:pt idx="9081">
                  <c:v>2.2733500000000002</c:v>
                </c:pt>
                <c:pt idx="9082">
                  <c:v>2.2736499999999999</c:v>
                </c:pt>
                <c:pt idx="9083">
                  <c:v>2.2739600000000002</c:v>
                </c:pt>
                <c:pt idx="9084">
                  <c:v>2.2742599999999999</c:v>
                </c:pt>
                <c:pt idx="9085">
                  <c:v>2.2745700000000002</c:v>
                </c:pt>
                <c:pt idx="9086">
                  <c:v>2.2748699999999999</c:v>
                </c:pt>
                <c:pt idx="9087">
                  <c:v>2.2751800000000002</c:v>
                </c:pt>
                <c:pt idx="9088">
                  <c:v>2.2754799999999999</c:v>
                </c:pt>
                <c:pt idx="9089">
                  <c:v>2.2757900000000002</c:v>
                </c:pt>
                <c:pt idx="9090">
                  <c:v>2.2760899999999999</c:v>
                </c:pt>
                <c:pt idx="9091">
                  <c:v>2.2764000000000002</c:v>
                </c:pt>
                <c:pt idx="9092">
                  <c:v>2.2766999999999999</c:v>
                </c:pt>
                <c:pt idx="9093">
                  <c:v>2.2770100000000002</c:v>
                </c:pt>
                <c:pt idx="9094">
                  <c:v>2.27732</c:v>
                </c:pt>
                <c:pt idx="9095">
                  <c:v>2.2776200000000002</c:v>
                </c:pt>
                <c:pt idx="9096">
                  <c:v>2.27793</c:v>
                </c:pt>
                <c:pt idx="9097">
                  <c:v>2.2782300000000002</c:v>
                </c:pt>
                <c:pt idx="9098">
                  <c:v>2.27854</c:v>
                </c:pt>
                <c:pt idx="9099">
                  <c:v>2.2788400000000002</c:v>
                </c:pt>
                <c:pt idx="9100">
                  <c:v>2.27915</c:v>
                </c:pt>
                <c:pt idx="9101">
                  <c:v>2.2794500000000002</c:v>
                </c:pt>
                <c:pt idx="9102">
                  <c:v>2.27976</c:v>
                </c:pt>
                <c:pt idx="9103">
                  <c:v>2.2800600000000002</c:v>
                </c:pt>
                <c:pt idx="9104">
                  <c:v>2.28037</c:v>
                </c:pt>
                <c:pt idx="9105">
                  <c:v>2.2806700000000002</c:v>
                </c:pt>
                <c:pt idx="9106">
                  <c:v>2.28098</c:v>
                </c:pt>
                <c:pt idx="9107">
                  <c:v>2.2812899999999998</c:v>
                </c:pt>
                <c:pt idx="9108">
                  <c:v>2.28159</c:v>
                </c:pt>
                <c:pt idx="9109">
                  <c:v>2.2818999999999998</c:v>
                </c:pt>
                <c:pt idx="9110">
                  <c:v>2.2822</c:v>
                </c:pt>
                <c:pt idx="9111">
                  <c:v>2.2825099999999998</c:v>
                </c:pt>
                <c:pt idx="9112">
                  <c:v>2.28281</c:v>
                </c:pt>
                <c:pt idx="9113">
                  <c:v>2.2831199999999998</c:v>
                </c:pt>
                <c:pt idx="9114">
                  <c:v>2.28342</c:v>
                </c:pt>
                <c:pt idx="9115">
                  <c:v>2.2837299999999998</c:v>
                </c:pt>
                <c:pt idx="9116">
                  <c:v>2.28403</c:v>
                </c:pt>
                <c:pt idx="9117">
                  <c:v>2.2843399999999998</c:v>
                </c:pt>
                <c:pt idx="9118">
                  <c:v>2.2846500000000001</c:v>
                </c:pt>
                <c:pt idx="9119">
                  <c:v>2.2849499999999998</c:v>
                </c:pt>
                <c:pt idx="9120">
                  <c:v>2.2852600000000001</c:v>
                </c:pt>
                <c:pt idx="9121">
                  <c:v>2.2855599999999998</c:v>
                </c:pt>
                <c:pt idx="9122">
                  <c:v>2.2858700000000001</c:v>
                </c:pt>
                <c:pt idx="9123">
                  <c:v>2.2861699999999998</c:v>
                </c:pt>
                <c:pt idx="9124">
                  <c:v>2.2864800000000001</c:v>
                </c:pt>
                <c:pt idx="9125">
                  <c:v>2.2867799999999998</c:v>
                </c:pt>
                <c:pt idx="9126">
                  <c:v>2.2870900000000001</c:v>
                </c:pt>
                <c:pt idx="9127">
                  <c:v>2.2873899999999998</c:v>
                </c:pt>
                <c:pt idx="9128">
                  <c:v>2.2877000000000001</c:v>
                </c:pt>
                <c:pt idx="9129">
                  <c:v>2.2879999999999998</c:v>
                </c:pt>
                <c:pt idx="9130">
                  <c:v>2.2883100000000001</c:v>
                </c:pt>
                <c:pt idx="9131">
                  <c:v>2.2886199999999999</c:v>
                </c:pt>
                <c:pt idx="9132">
                  <c:v>2.2889200000000001</c:v>
                </c:pt>
                <c:pt idx="9133">
                  <c:v>2.2892299999999999</c:v>
                </c:pt>
                <c:pt idx="9134">
                  <c:v>2.2895300000000001</c:v>
                </c:pt>
                <c:pt idx="9135">
                  <c:v>2.2898399999999999</c:v>
                </c:pt>
                <c:pt idx="9136">
                  <c:v>2.2901400000000001</c:v>
                </c:pt>
                <c:pt idx="9137">
                  <c:v>2.2904499999999999</c:v>
                </c:pt>
                <c:pt idx="9138">
                  <c:v>2.2907500000000001</c:v>
                </c:pt>
                <c:pt idx="9139">
                  <c:v>2.2910599999999999</c:v>
                </c:pt>
                <c:pt idx="9140">
                  <c:v>2.2913600000000001</c:v>
                </c:pt>
                <c:pt idx="9141">
                  <c:v>2.2916699999999999</c:v>
                </c:pt>
                <c:pt idx="9142">
                  <c:v>2.2919700000000001</c:v>
                </c:pt>
                <c:pt idx="9143">
                  <c:v>2.2922799999999999</c:v>
                </c:pt>
                <c:pt idx="9144">
                  <c:v>2.2925900000000001</c:v>
                </c:pt>
                <c:pt idx="9145">
                  <c:v>2.2928899999999999</c:v>
                </c:pt>
                <c:pt idx="9146">
                  <c:v>2.2932000000000001</c:v>
                </c:pt>
                <c:pt idx="9147">
                  <c:v>2.2934999999999999</c:v>
                </c:pt>
                <c:pt idx="9148">
                  <c:v>2.2938100000000001</c:v>
                </c:pt>
                <c:pt idx="9149">
                  <c:v>2.2941099999999999</c:v>
                </c:pt>
                <c:pt idx="9150">
                  <c:v>2.2944200000000001</c:v>
                </c:pt>
                <c:pt idx="9151">
                  <c:v>2.2947199999999999</c:v>
                </c:pt>
                <c:pt idx="9152">
                  <c:v>2.2950300000000001</c:v>
                </c:pt>
                <c:pt idx="9153">
                  <c:v>2.2953299999999999</c:v>
                </c:pt>
                <c:pt idx="9154">
                  <c:v>2.2956400000000001</c:v>
                </c:pt>
                <c:pt idx="9155">
                  <c:v>2.2959399999999999</c:v>
                </c:pt>
                <c:pt idx="9156">
                  <c:v>2.2962500000000001</c:v>
                </c:pt>
                <c:pt idx="9157">
                  <c:v>2.2965599999999999</c:v>
                </c:pt>
                <c:pt idx="9158">
                  <c:v>2.2968600000000001</c:v>
                </c:pt>
                <c:pt idx="9159">
                  <c:v>2.2971699999999999</c:v>
                </c:pt>
                <c:pt idx="9160">
                  <c:v>2.2974700000000001</c:v>
                </c:pt>
                <c:pt idx="9161">
                  <c:v>2.2977799999999999</c:v>
                </c:pt>
                <c:pt idx="9162">
                  <c:v>2.2980800000000001</c:v>
                </c:pt>
                <c:pt idx="9163">
                  <c:v>2.2983899999999999</c:v>
                </c:pt>
                <c:pt idx="9164">
                  <c:v>2.2986900000000001</c:v>
                </c:pt>
                <c:pt idx="9165">
                  <c:v>2.2989999999999999</c:v>
                </c:pt>
                <c:pt idx="9166">
                  <c:v>2.2993000000000001</c:v>
                </c:pt>
                <c:pt idx="9167">
                  <c:v>2.2996099999999999</c:v>
                </c:pt>
                <c:pt idx="9168">
                  <c:v>2.2999100000000001</c:v>
                </c:pt>
                <c:pt idx="9169">
                  <c:v>2.3002199999999999</c:v>
                </c:pt>
                <c:pt idx="9170">
                  <c:v>2.3005300000000002</c:v>
                </c:pt>
                <c:pt idx="9171">
                  <c:v>2.3008299999999999</c:v>
                </c:pt>
                <c:pt idx="9172">
                  <c:v>2.3011400000000002</c:v>
                </c:pt>
                <c:pt idx="9173">
                  <c:v>2.3014399999999999</c:v>
                </c:pt>
                <c:pt idx="9174">
                  <c:v>2.3017500000000002</c:v>
                </c:pt>
                <c:pt idx="9175">
                  <c:v>2.3020499999999999</c:v>
                </c:pt>
                <c:pt idx="9176">
                  <c:v>2.3023600000000002</c:v>
                </c:pt>
                <c:pt idx="9177">
                  <c:v>2.3026599999999999</c:v>
                </c:pt>
                <c:pt idx="9178">
                  <c:v>2.3029700000000002</c:v>
                </c:pt>
                <c:pt idx="9179">
                  <c:v>2.3032699999999999</c:v>
                </c:pt>
                <c:pt idx="9180">
                  <c:v>2.3035800000000002</c:v>
                </c:pt>
                <c:pt idx="9181">
                  <c:v>2.30389</c:v>
                </c:pt>
                <c:pt idx="9182">
                  <c:v>2.3041900000000002</c:v>
                </c:pt>
                <c:pt idx="9183">
                  <c:v>2.3045</c:v>
                </c:pt>
                <c:pt idx="9184">
                  <c:v>2.3048000000000002</c:v>
                </c:pt>
                <c:pt idx="9185">
                  <c:v>2.30511</c:v>
                </c:pt>
                <c:pt idx="9186">
                  <c:v>2.3054100000000002</c:v>
                </c:pt>
                <c:pt idx="9187">
                  <c:v>2.30572</c:v>
                </c:pt>
                <c:pt idx="9188">
                  <c:v>2.3060200000000002</c:v>
                </c:pt>
                <c:pt idx="9189">
                  <c:v>2.30633</c:v>
                </c:pt>
                <c:pt idx="9190">
                  <c:v>2.3066300000000002</c:v>
                </c:pt>
                <c:pt idx="9191">
                  <c:v>2.30694</c:v>
                </c:pt>
                <c:pt idx="9192">
                  <c:v>2.3072400000000002</c:v>
                </c:pt>
                <c:pt idx="9193">
                  <c:v>2.30755</c:v>
                </c:pt>
                <c:pt idx="9194">
                  <c:v>2.3078599999999998</c:v>
                </c:pt>
                <c:pt idx="9195">
                  <c:v>2.30816</c:v>
                </c:pt>
                <c:pt idx="9196">
                  <c:v>2.3084699999999998</c:v>
                </c:pt>
                <c:pt idx="9197">
                  <c:v>2.30877</c:v>
                </c:pt>
                <c:pt idx="9198">
                  <c:v>2.3090799999999998</c:v>
                </c:pt>
                <c:pt idx="9199">
                  <c:v>2.30938</c:v>
                </c:pt>
                <c:pt idx="9200">
                  <c:v>2.3096899999999998</c:v>
                </c:pt>
                <c:pt idx="9201">
                  <c:v>2.30999</c:v>
                </c:pt>
                <c:pt idx="9202">
                  <c:v>2.3102999999999998</c:v>
                </c:pt>
                <c:pt idx="9203">
                  <c:v>2.3106</c:v>
                </c:pt>
                <c:pt idx="9204">
                  <c:v>2.3109099999999998</c:v>
                </c:pt>
                <c:pt idx="9205">
                  <c:v>2.31121</c:v>
                </c:pt>
                <c:pt idx="9206">
                  <c:v>2.3115199999999998</c:v>
                </c:pt>
                <c:pt idx="9207">
                  <c:v>2.3118300000000001</c:v>
                </c:pt>
                <c:pt idx="9208">
                  <c:v>2.3121299999999998</c:v>
                </c:pt>
                <c:pt idx="9209">
                  <c:v>2.3124400000000001</c:v>
                </c:pt>
                <c:pt idx="9210">
                  <c:v>2.3127399999999998</c:v>
                </c:pt>
                <c:pt idx="9211">
                  <c:v>2.3130500000000001</c:v>
                </c:pt>
                <c:pt idx="9212">
                  <c:v>2.3133499999999998</c:v>
                </c:pt>
                <c:pt idx="9213">
                  <c:v>2.31366</c:v>
                </c:pt>
                <c:pt idx="9214">
                  <c:v>2.3139599999999998</c:v>
                </c:pt>
                <c:pt idx="9215">
                  <c:v>2.31427</c:v>
                </c:pt>
                <c:pt idx="9216">
                  <c:v>2.3145699999999998</c:v>
                </c:pt>
                <c:pt idx="9217">
                  <c:v>2.31488</c:v>
                </c:pt>
                <c:pt idx="9218">
                  <c:v>2.3151799999999998</c:v>
                </c:pt>
                <c:pt idx="9219">
                  <c:v>2.31549</c:v>
                </c:pt>
                <c:pt idx="9220">
                  <c:v>2.3157999999999999</c:v>
                </c:pt>
                <c:pt idx="9221">
                  <c:v>2.3161</c:v>
                </c:pt>
                <c:pt idx="9222">
                  <c:v>2.3164099999999999</c:v>
                </c:pt>
                <c:pt idx="9223">
                  <c:v>2.31671</c:v>
                </c:pt>
                <c:pt idx="9224">
                  <c:v>2.3170199999999999</c:v>
                </c:pt>
                <c:pt idx="9225">
                  <c:v>2.31732</c:v>
                </c:pt>
                <c:pt idx="9226">
                  <c:v>2.3176299999999999</c:v>
                </c:pt>
                <c:pt idx="9227">
                  <c:v>2.31793</c:v>
                </c:pt>
                <c:pt idx="9228">
                  <c:v>2.3182399999999999</c:v>
                </c:pt>
                <c:pt idx="9229">
                  <c:v>2.31854</c:v>
                </c:pt>
                <c:pt idx="9230">
                  <c:v>2.3188499999999999</c:v>
                </c:pt>
                <c:pt idx="9231">
                  <c:v>2.31915</c:v>
                </c:pt>
                <c:pt idx="9232">
                  <c:v>2.3194599999999999</c:v>
                </c:pt>
                <c:pt idx="9233">
                  <c:v>2.3197700000000001</c:v>
                </c:pt>
                <c:pt idx="9234">
                  <c:v>2.3200699999999999</c:v>
                </c:pt>
                <c:pt idx="9235">
                  <c:v>2.3203800000000001</c:v>
                </c:pt>
                <c:pt idx="9236">
                  <c:v>2.3206799999999999</c:v>
                </c:pt>
                <c:pt idx="9237">
                  <c:v>2.3209900000000001</c:v>
                </c:pt>
                <c:pt idx="9238">
                  <c:v>2.3212899999999999</c:v>
                </c:pt>
                <c:pt idx="9239">
                  <c:v>2.3216000000000001</c:v>
                </c:pt>
                <c:pt idx="9240">
                  <c:v>2.3218999999999999</c:v>
                </c:pt>
                <c:pt idx="9241">
                  <c:v>2.3222100000000001</c:v>
                </c:pt>
                <c:pt idx="9242">
                  <c:v>2.3225099999999999</c:v>
                </c:pt>
                <c:pt idx="9243">
                  <c:v>2.3228200000000001</c:v>
                </c:pt>
                <c:pt idx="9244">
                  <c:v>2.3231299999999999</c:v>
                </c:pt>
                <c:pt idx="9245">
                  <c:v>2.3234300000000001</c:v>
                </c:pt>
                <c:pt idx="9246">
                  <c:v>2.3237399999999999</c:v>
                </c:pt>
                <c:pt idx="9247">
                  <c:v>2.3240400000000001</c:v>
                </c:pt>
                <c:pt idx="9248">
                  <c:v>2.3243499999999999</c:v>
                </c:pt>
                <c:pt idx="9249">
                  <c:v>2.3246500000000001</c:v>
                </c:pt>
                <c:pt idx="9250">
                  <c:v>2.3249599999999999</c:v>
                </c:pt>
                <c:pt idx="9251">
                  <c:v>2.3252600000000001</c:v>
                </c:pt>
                <c:pt idx="9252">
                  <c:v>2.3255699999999999</c:v>
                </c:pt>
                <c:pt idx="9253">
                  <c:v>2.3258700000000001</c:v>
                </c:pt>
                <c:pt idx="9254">
                  <c:v>2.3261799999999999</c:v>
                </c:pt>
                <c:pt idx="9255">
                  <c:v>2.3264800000000001</c:v>
                </c:pt>
                <c:pt idx="9256">
                  <c:v>2.3267899999999999</c:v>
                </c:pt>
                <c:pt idx="9257">
                  <c:v>2.3271000000000002</c:v>
                </c:pt>
                <c:pt idx="9258">
                  <c:v>2.3273999999999999</c:v>
                </c:pt>
                <c:pt idx="9259">
                  <c:v>2.3277100000000002</c:v>
                </c:pt>
                <c:pt idx="9260">
                  <c:v>2.3280099999999999</c:v>
                </c:pt>
                <c:pt idx="9261">
                  <c:v>2.3283200000000002</c:v>
                </c:pt>
                <c:pt idx="9262">
                  <c:v>2.3286199999999999</c:v>
                </c:pt>
                <c:pt idx="9263">
                  <c:v>2.3289300000000002</c:v>
                </c:pt>
                <c:pt idx="9264">
                  <c:v>2.3292299999999999</c:v>
                </c:pt>
                <c:pt idx="9265">
                  <c:v>2.3295400000000002</c:v>
                </c:pt>
                <c:pt idx="9266">
                  <c:v>2.3298399999999999</c:v>
                </c:pt>
                <c:pt idx="9267">
                  <c:v>2.3301500000000002</c:v>
                </c:pt>
                <c:pt idx="9268">
                  <c:v>2.3304499999999999</c:v>
                </c:pt>
                <c:pt idx="9269">
                  <c:v>2.3307600000000002</c:v>
                </c:pt>
                <c:pt idx="9270">
                  <c:v>2.33107</c:v>
                </c:pt>
                <c:pt idx="9271">
                  <c:v>2.3313700000000002</c:v>
                </c:pt>
                <c:pt idx="9272">
                  <c:v>2.33168</c:v>
                </c:pt>
                <c:pt idx="9273">
                  <c:v>2.3319800000000002</c:v>
                </c:pt>
                <c:pt idx="9274">
                  <c:v>2.33229</c:v>
                </c:pt>
                <c:pt idx="9275">
                  <c:v>2.3325900000000002</c:v>
                </c:pt>
                <c:pt idx="9276">
                  <c:v>2.3329</c:v>
                </c:pt>
                <c:pt idx="9277">
                  <c:v>2.3332000000000002</c:v>
                </c:pt>
                <c:pt idx="9278">
                  <c:v>2.33351</c:v>
                </c:pt>
                <c:pt idx="9279">
                  <c:v>2.3338100000000002</c:v>
                </c:pt>
                <c:pt idx="9280">
                  <c:v>2.33412</c:v>
                </c:pt>
                <c:pt idx="9281">
                  <c:v>2.3344200000000002</c:v>
                </c:pt>
                <c:pt idx="9282">
                  <c:v>2.33473</c:v>
                </c:pt>
                <c:pt idx="9283">
                  <c:v>2.3350399999999998</c:v>
                </c:pt>
                <c:pt idx="9284">
                  <c:v>2.33534</c:v>
                </c:pt>
                <c:pt idx="9285">
                  <c:v>2.3356499999999998</c:v>
                </c:pt>
                <c:pt idx="9286">
                  <c:v>2.33595</c:v>
                </c:pt>
                <c:pt idx="9287">
                  <c:v>2.3362599999999998</c:v>
                </c:pt>
                <c:pt idx="9288">
                  <c:v>2.33656</c:v>
                </c:pt>
                <c:pt idx="9289">
                  <c:v>2.3368699999999998</c:v>
                </c:pt>
                <c:pt idx="9290">
                  <c:v>2.33717</c:v>
                </c:pt>
                <c:pt idx="9291">
                  <c:v>2.3374799999999998</c:v>
                </c:pt>
                <c:pt idx="9292">
                  <c:v>2.33778</c:v>
                </c:pt>
                <c:pt idx="9293">
                  <c:v>2.3380899999999998</c:v>
                </c:pt>
                <c:pt idx="9294">
                  <c:v>2.33839</c:v>
                </c:pt>
                <c:pt idx="9295">
                  <c:v>2.3386999999999998</c:v>
                </c:pt>
                <c:pt idx="9296">
                  <c:v>2.33901</c:v>
                </c:pt>
                <c:pt idx="9297">
                  <c:v>2.3393099999999998</c:v>
                </c:pt>
                <c:pt idx="9298">
                  <c:v>2.33962</c:v>
                </c:pt>
                <c:pt idx="9299">
                  <c:v>2.3399200000000002</c:v>
                </c:pt>
                <c:pt idx="9300">
                  <c:v>2.34023</c:v>
                </c:pt>
                <c:pt idx="9301">
                  <c:v>2.3405300000000002</c:v>
                </c:pt>
                <c:pt idx="9302">
                  <c:v>2.34084</c:v>
                </c:pt>
                <c:pt idx="9303">
                  <c:v>2.3411400000000002</c:v>
                </c:pt>
                <c:pt idx="9304">
                  <c:v>2.34145</c:v>
                </c:pt>
                <c:pt idx="9305">
                  <c:v>2.3417500000000002</c:v>
                </c:pt>
                <c:pt idx="9306">
                  <c:v>2.34206</c:v>
                </c:pt>
                <c:pt idx="9307">
                  <c:v>2.3423699999999998</c:v>
                </c:pt>
                <c:pt idx="9308">
                  <c:v>2.34267</c:v>
                </c:pt>
                <c:pt idx="9309">
                  <c:v>2.3429799999999998</c:v>
                </c:pt>
                <c:pt idx="9310">
                  <c:v>2.34328</c:v>
                </c:pt>
                <c:pt idx="9311">
                  <c:v>2.3435899999999998</c:v>
                </c:pt>
                <c:pt idx="9312">
                  <c:v>2.34389</c:v>
                </c:pt>
                <c:pt idx="9313">
                  <c:v>2.3441999999999998</c:v>
                </c:pt>
                <c:pt idx="9314">
                  <c:v>2.3445</c:v>
                </c:pt>
                <c:pt idx="9315">
                  <c:v>2.3448099999999998</c:v>
                </c:pt>
                <c:pt idx="9316">
                  <c:v>2.34511</c:v>
                </c:pt>
                <c:pt idx="9317">
                  <c:v>2.3454199999999998</c:v>
                </c:pt>
                <c:pt idx="9318">
                  <c:v>2.34572</c:v>
                </c:pt>
                <c:pt idx="9319">
                  <c:v>2.3460299999999998</c:v>
                </c:pt>
                <c:pt idx="9320">
                  <c:v>2.3463400000000001</c:v>
                </c:pt>
                <c:pt idx="9321">
                  <c:v>2.3466399999999998</c:v>
                </c:pt>
                <c:pt idx="9322">
                  <c:v>2.3469500000000001</c:v>
                </c:pt>
                <c:pt idx="9323">
                  <c:v>2.3472499999999998</c:v>
                </c:pt>
                <c:pt idx="9324">
                  <c:v>2.3475600000000001</c:v>
                </c:pt>
                <c:pt idx="9325">
                  <c:v>2.3478599999999998</c:v>
                </c:pt>
                <c:pt idx="9326">
                  <c:v>2.3481700000000001</c:v>
                </c:pt>
                <c:pt idx="9327">
                  <c:v>2.3484699999999998</c:v>
                </c:pt>
                <c:pt idx="9328">
                  <c:v>2.3487800000000001</c:v>
                </c:pt>
                <c:pt idx="9329">
                  <c:v>2.3490799999999998</c:v>
                </c:pt>
                <c:pt idx="9330">
                  <c:v>2.3493900000000001</c:v>
                </c:pt>
                <c:pt idx="9331">
                  <c:v>2.3496899999999998</c:v>
                </c:pt>
                <c:pt idx="9332">
                  <c:v>2.35</c:v>
                </c:pt>
                <c:pt idx="9333">
                  <c:v>2.3503099999999999</c:v>
                </c:pt>
                <c:pt idx="9334">
                  <c:v>2.3506100000000001</c:v>
                </c:pt>
                <c:pt idx="9335">
                  <c:v>2.3509199999999999</c:v>
                </c:pt>
                <c:pt idx="9336">
                  <c:v>2.3512200000000001</c:v>
                </c:pt>
                <c:pt idx="9337">
                  <c:v>2.3515299999999999</c:v>
                </c:pt>
                <c:pt idx="9338">
                  <c:v>2.3518300000000001</c:v>
                </c:pt>
                <c:pt idx="9339">
                  <c:v>2.3521399999999999</c:v>
                </c:pt>
                <c:pt idx="9340">
                  <c:v>2.3524400000000001</c:v>
                </c:pt>
                <c:pt idx="9341">
                  <c:v>2.3527499999999999</c:v>
                </c:pt>
                <c:pt idx="9342">
                  <c:v>2.3530500000000001</c:v>
                </c:pt>
                <c:pt idx="9343">
                  <c:v>2.3533599999999999</c:v>
                </c:pt>
                <c:pt idx="9344">
                  <c:v>2.3536600000000001</c:v>
                </c:pt>
                <c:pt idx="9345">
                  <c:v>2.3539699999999999</c:v>
                </c:pt>
                <c:pt idx="9346">
                  <c:v>2.3542800000000002</c:v>
                </c:pt>
                <c:pt idx="9347">
                  <c:v>2.3545799999999999</c:v>
                </c:pt>
                <c:pt idx="9348">
                  <c:v>2.3548900000000001</c:v>
                </c:pt>
                <c:pt idx="9349">
                  <c:v>2.3551899999999999</c:v>
                </c:pt>
                <c:pt idx="9350">
                  <c:v>2.3555000000000001</c:v>
                </c:pt>
                <c:pt idx="9351">
                  <c:v>2.3557999999999999</c:v>
                </c:pt>
                <c:pt idx="9352">
                  <c:v>2.3561100000000001</c:v>
                </c:pt>
                <c:pt idx="9353">
                  <c:v>2.3564099999999999</c:v>
                </c:pt>
                <c:pt idx="9354">
                  <c:v>2.3567200000000001</c:v>
                </c:pt>
                <c:pt idx="9355">
                  <c:v>2.3570199999999999</c:v>
                </c:pt>
                <c:pt idx="9356">
                  <c:v>2.3573300000000001</c:v>
                </c:pt>
                <c:pt idx="9357">
                  <c:v>2.35764</c:v>
                </c:pt>
                <c:pt idx="9358">
                  <c:v>2.3579400000000001</c:v>
                </c:pt>
                <c:pt idx="9359">
                  <c:v>2.35825</c:v>
                </c:pt>
                <c:pt idx="9360">
                  <c:v>2.3585500000000001</c:v>
                </c:pt>
                <c:pt idx="9361">
                  <c:v>2.35886</c:v>
                </c:pt>
                <c:pt idx="9362">
                  <c:v>2.3591600000000001</c:v>
                </c:pt>
                <c:pt idx="9363">
                  <c:v>2.35947</c:v>
                </c:pt>
                <c:pt idx="9364">
                  <c:v>2.3597700000000001</c:v>
                </c:pt>
                <c:pt idx="9365">
                  <c:v>2.36008</c:v>
                </c:pt>
                <c:pt idx="9366">
                  <c:v>2.3603800000000001</c:v>
                </c:pt>
                <c:pt idx="9367">
                  <c:v>2.36069</c:v>
                </c:pt>
                <c:pt idx="9368">
                  <c:v>2.3609900000000001</c:v>
                </c:pt>
                <c:pt idx="9369">
                  <c:v>2.3613</c:v>
                </c:pt>
                <c:pt idx="9370">
                  <c:v>2.3616100000000002</c:v>
                </c:pt>
                <c:pt idx="9371">
                  <c:v>2.36191</c:v>
                </c:pt>
                <c:pt idx="9372">
                  <c:v>2.3622200000000002</c:v>
                </c:pt>
                <c:pt idx="9373">
                  <c:v>2.36252</c:v>
                </c:pt>
                <c:pt idx="9374">
                  <c:v>2.3628300000000002</c:v>
                </c:pt>
                <c:pt idx="9375">
                  <c:v>2.36313</c:v>
                </c:pt>
                <c:pt idx="9376">
                  <c:v>2.3634400000000002</c:v>
                </c:pt>
                <c:pt idx="9377">
                  <c:v>2.36374</c:v>
                </c:pt>
                <c:pt idx="9378">
                  <c:v>2.3640500000000002</c:v>
                </c:pt>
                <c:pt idx="9379">
                  <c:v>2.36435</c:v>
                </c:pt>
                <c:pt idx="9380">
                  <c:v>2.3646600000000002</c:v>
                </c:pt>
                <c:pt idx="9381">
                  <c:v>2.36496</c:v>
                </c:pt>
                <c:pt idx="9382">
                  <c:v>2.3652700000000002</c:v>
                </c:pt>
                <c:pt idx="9383">
                  <c:v>2.36558</c:v>
                </c:pt>
                <c:pt idx="9384">
                  <c:v>2.3658800000000002</c:v>
                </c:pt>
                <c:pt idx="9385">
                  <c:v>2.36619</c:v>
                </c:pt>
                <c:pt idx="9386">
                  <c:v>2.3664900000000002</c:v>
                </c:pt>
                <c:pt idx="9387">
                  <c:v>2.3668</c:v>
                </c:pt>
                <c:pt idx="9388">
                  <c:v>2.3671000000000002</c:v>
                </c:pt>
                <c:pt idx="9389">
                  <c:v>2.36741</c:v>
                </c:pt>
                <c:pt idx="9390">
                  <c:v>2.3677100000000002</c:v>
                </c:pt>
                <c:pt idx="9391">
                  <c:v>2.36802</c:v>
                </c:pt>
                <c:pt idx="9392">
                  <c:v>2.3683200000000002</c:v>
                </c:pt>
                <c:pt idx="9393">
                  <c:v>2.36863</c:v>
                </c:pt>
                <c:pt idx="9394">
                  <c:v>2.3689300000000002</c:v>
                </c:pt>
                <c:pt idx="9395">
                  <c:v>2.36924</c:v>
                </c:pt>
                <c:pt idx="9396">
                  <c:v>2.3695499999999998</c:v>
                </c:pt>
                <c:pt idx="9397">
                  <c:v>2.36985</c:v>
                </c:pt>
                <c:pt idx="9398">
                  <c:v>2.3701599999999998</c:v>
                </c:pt>
                <c:pt idx="9399">
                  <c:v>2.37046</c:v>
                </c:pt>
                <c:pt idx="9400">
                  <c:v>2.3707699999999998</c:v>
                </c:pt>
                <c:pt idx="9401">
                  <c:v>2.37107</c:v>
                </c:pt>
                <c:pt idx="9402">
                  <c:v>2.3713799999999998</c:v>
                </c:pt>
                <c:pt idx="9403">
                  <c:v>2.37168</c:v>
                </c:pt>
                <c:pt idx="9404">
                  <c:v>2.3719899999999998</c:v>
                </c:pt>
                <c:pt idx="9405">
                  <c:v>2.37229</c:v>
                </c:pt>
                <c:pt idx="9406">
                  <c:v>2.3725999999999998</c:v>
                </c:pt>
                <c:pt idx="9407">
                  <c:v>2.3729</c:v>
                </c:pt>
                <c:pt idx="9408">
                  <c:v>2.3732099999999998</c:v>
                </c:pt>
                <c:pt idx="9409">
                  <c:v>2.3735200000000001</c:v>
                </c:pt>
                <c:pt idx="9410">
                  <c:v>2.3738199999999998</c:v>
                </c:pt>
                <c:pt idx="9411">
                  <c:v>2.3741300000000001</c:v>
                </c:pt>
                <c:pt idx="9412">
                  <c:v>2.3744299999999998</c:v>
                </c:pt>
                <c:pt idx="9413">
                  <c:v>2.3747400000000001</c:v>
                </c:pt>
                <c:pt idx="9414">
                  <c:v>2.3750399999999998</c:v>
                </c:pt>
                <c:pt idx="9415">
                  <c:v>2.3753500000000001</c:v>
                </c:pt>
                <c:pt idx="9416">
                  <c:v>2.3756499999999998</c:v>
                </c:pt>
                <c:pt idx="9417">
                  <c:v>2.3759600000000001</c:v>
                </c:pt>
                <c:pt idx="9418">
                  <c:v>2.3762599999999998</c:v>
                </c:pt>
                <c:pt idx="9419">
                  <c:v>2.3765700000000001</c:v>
                </c:pt>
                <c:pt idx="9420">
                  <c:v>2.3768799999999999</c:v>
                </c:pt>
                <c:pt idx="9421">
                  <c:v>2.3771800000000001</c:v>
                </c:pt>
                <c:pt idx="9422">
                  <c:v>2.3774899999999999</c:v>
                </c:pt>
                <c:pt idx="9423">
                  <c:v>2.3777900000000001</c:v>
                </c:pt>
                <c:pt idx="9424">
                  <c:v>2.3780999999999999</c:v>
                </c:pt>
                <c:pt idx="9425">
                  <c:v>2.3784000000000001</c:v>
                </c:pt>
                <c:pt idx="9426">
                  <c:v>2.3787099999999999</c:v>
                </c:pt>
                <c:pt idx="9427">
                  <c:v>2.3790100000000001</c:v>
                </c:pt>
                <c:pt idx="9428">
                  <c:v>2.3793199999999999</c:v>
                </c:pt>
                <c:pt idx="9429">
                  <c:v>2.3796200000000001</c:v>
                </c:pt>
                <c:pt idx="9430">
                  <c:v>2.3799299999999999</c:v>
                </c:pt>
                <c:pt idx="9431">
                  <c:v>2.3802300000000001</c:v>
                </c:pt>
                <c:pt idx="9432">
                  <c:v>2.3805399999999999</c:v>
                </c:pt>
                <c:pt idx="9433">
                  <c:v>2.3808500000000001</c:v>
                </c:pt>
                <c:pt idx="9434">
                  <c:v>2.3811499999999999</c:v>
                </c:pt>
                <c:pt idx="9435">
                  <c:v>2.3814600000000001</c:v>
                </c:pt>
                <c:pt idx="9436">
                  <c:v>2.3817599999999999</c:v>
                </c:pt>
                <c:pt idx="9437">
                  <c:v>2.3820700000000001</c:v>
                </c:pt>
                <c:pt idx="9438">
                  <c:v>2.3823699999999999</c:v>
                </c:pt>
                <c:pt idx="9439">
                  <c:v>2.3826800000000001</c:v>
                </c:pt>
                <c:pt idx="9440">
                  <c:v>2.3829799999999999</c:v>
                </c:pt>
                <c:pt idx="9441">
                  <c:v>2.3832900000000001</c:v>
                </c:pt>
                <c:pt idx="9442">
                  <c:v>2.3835899999999999</c:v>
                </c:pt>
                <c:pt idx="9443">
                  <c:v>2.3839000000000001</c:v>
                </c:pt>
                <c:pt idx="9444">
                  <c:v>2.3841999999999999</c:v>
                </c:pt>
                <c:pt idx="9445">
                  <c:v>2.3845100000000001</c:v>
                </c:pt>
                <c:pt idx="9446">
                  <c:v>2.3848199999999999</c:v>
                </c:pt>
                <c:pt idx="9447">
                  <c:v>2.3851200000000001</c:v>
                </c:pt>
                <c:pt idx="9448">
                  <c:v>2.3854299999999999</c:v>
                </c:pt>
                <c:pt idx="9449">
                  <c:v>2.3857300000000001</c:v>
                </c:pt>
                <c:pt idx="9450">
                  <c:v>2.3860399999999999</c:v>
                </c:pt>
                <c:pt idx="9451">
                  <c:v>2.3863400000000001</c:v>
                </c:pt>
                <c:pt idx="9452">
                  <c:v>2.3866499999999999</c:v>
                </c:pt>
                <c:pt idx="9453">
                  <c:v>2.3869500000000001</c:v>
                </c:pt>
                <c:pt idx="9454">
                  <c:v>2.3872599999999999</c:v>
                </c:pt>
                <c:pt idx="9455">
                  <c:v>2.3875600000000001</c:v>
                </c:pt>
                <c:pt idx="9456">
                  <c:v>2.3878699999999999</c:v>
                </c:pt>
                <c:pt idx="9457">
                  <c:v>2.3881700000000001</c:v>
                </c:pt>
                <c:pt idx="9458">
                  <c:v>2.3884799999999999</c:v>
                </c:pt>
                <c:pt idx="9459">
                  <c:v>2.3887900000000002</c:v>
                </c:pt>
                <c:pt idx="9460">
                  <c:v>2.3890899999999999</c:v>
                </c:pt>
                <c:pt idx="9461">
                  <c:v>2.3894000000000002</c:v>
                </c:pt>
                <c:pt idx="9462">
                  <c:v>2.3896999999999999</c:v>
                </c:pt>
                <c:pt idx="9463">
                  <c:v>2.3900100000000002</c:v>
                </c:pt>
                <c:pt idx="9464">
                  <c:v>2.3903099999999999</c:v>
                </c:pt>
                <c:pt idx="9465">
                  <c:v>2.3906200000000002</c:v>
                </c:pt>
                <c:pt idx="9466">
                  <c:v>2.3909199999999999</c:v>
                </c:pt>
                <c:pt idx="9467">
                  <c:v>2.3912300000000002</c:v>
                </c:pt>
                <c:pt idx="9468">
                  <c:v>2.3915299999999999</c:v>
                </c:pt>
                <c:pt idx="9469">
                  <c:v>2.3918400000000002</c:v>
                </c:pt>
                <c:pt idx="9470">
                  <c:v>2.3921399999999999</c:v>
                </c:pt>
                <c:pt idx="9471">
                  <c:v>2.3924500000000002</c:v>
                </c:pt>
                <c:pt idx="9472">
                  <c:v>2.39276</c:v>
                </c:pt>
                <c:pt idx="9473">
                  <c:v>2.3930600000000002</c:v>
                </c:pt>
                <c:pt idx="9474">
                  <c:v>2.39337</c:v>
                </c:pt>
                <c:pt idx="9475">
                  <c:v>2.3936700000000002</c:v>
                </c:pt>
                <c:pt idx="9476">
                  <c:v>2.39398</c:v>
                </c:pt>
                <c:pt idx="9477">
                  <c:v>2.3942800000000002</c:v>
                </c:pt>
                <c:pt idx="9478">
                  <c:v>2.39459</c:v>
                </c:pt>
                <c:pt idx="9479">
                  <c:v>2.3948900000000002</c:v>
                </c:pt>
                <c:pt idx="9480">
                  <c:v>2.3952</c:v>
                </c:pt>
                <c:pt idx="9481">
                  <c:v>2.3955000000000002</c:v>
                </c:pt>
                <c:pt idx="9482">
                  <c:v>2.39581</c:v>
                </c:pt>
                <c:pt idx="9483">
                  <c:v>2.3961199999999998</c:v>
                </c:pt>
                <c:pt idx="9484">
                  <c:v>2.39642</c:v>
                </c:pt>
                <c:pt idx="9485">
                  <c:v>2.3967299999999998</c:v>
                </c:pt>
                <c:pt idx="9486">
                  <c:v>2.39703</c:v>
                </c:pt>
                <c:pt idx="9487">
                  <c:v>2.3973399999999998</c:v>
                </c:pt>
                <c:pt idx="9488">
                  <c:v>2.39764</c:v>
                </c:pt>
                <c:pt idx="9489">
                  <c:v>2.3979499999999998</c:v>
                </c:pt>
                <c:pt idx="9490">
                  <c:v>2.39825</c:v>
                </c:pt>
                <c:pt idx="9491">
                  <c:v>2.3985599999999998</c:v>
                </c:pt>
                <c:pt idx="9492">
                  <c:v>2.39886</c:v>
                </c:pt>
                <c:pt idx="9493">
                  <c:v>2.3991699999999998</c:v>
                </c:pt>
                <c:pt idx="9494">
                  <c:v>2.39947</c:v>
                </c:pt>
                <c:pt idx="9495">
                  <c:v>2.3997799999999998</c:v>
                </c:pt>
                <c:pt idx="9496">
                  <c:v>2.4000900000000001</c:v>
                </c:pt>
                <c:pt idx="9497">
                  <c:v>2.4003899999999998</c:v>
                </c:pt>
                <c:pt idx="9498">
                  <c:v>2.4007000000000001</c:v>
                </c:pt>
                <c:pt idx="9499">
                  <c:v>2.4009999999999998</c:v>
                </c:pt>
                <c:pt idx="9500">
                  <c:v>2.4013100000000001</c:v>
                </c:pt>
                <c:pt idx="9501">
                  <c:v>2.4016099999999998</c:v>
                </c:pt>
                <c:pt idx="9502">
                  <c:v>2.4019200000000001</c:v>
                </c:pt>
                <c:pt idx="9503">
                  <c:v>2.4022199999999998</c:v>
                </c:pt>
                <c:pt idx="9504">
                  <c:v>2.4025300000000001</c:v>
                </c:pt>
                <c:pt idx="9505">
                  <c:v>2.4028299999999998</c:v>
                </c:pt>
                <c:pt idx="9506">
                  <c:v>2.4031400000000001</c:v>
                </c:pt>
                <c:pt idx="9507">
                  <c:v>2.4034399999999998</c:v>
                </c:pt>
                <c:pt idx="9508">
                  <c:v>2.4037500000000001</c:v>
                </c:pt>
                <c:pt idx="9509">
                  <c:v>2.4040599999999999</c:v>
                </c:pt>
                <c:pt idx="9510">
                  <c:v>2.4043600000000001</c:v>
                </c:pt>
                <c:pt idx="9511">
                  <c:v>2.4046699999999999</c:v>
                </c:pt>
                <c:pt idx="9512">
                  <c:v>2.4049700000000001</c:v>
                </c:pt>
                <c:pt idx="9513">
                  <c:v>2.4052799999999999</c:v>
                </c:pt>
                <c:pt idx="9514">
                  <c:v>2.4055800000000001</c:v>
                </c:pt>
                <c:pt idx="9515">
                  <c:v>2.4058899999999999</c:v>
                </c:pt>
                <c:pt idx="9516">
                  <c:v>2.4061900000000001</c:v>
                </c:pt>
                <c:pt idx="9517">
                  <c:v>2.4064999999999999</c:v>
                </c:pt>
                <c:pt idx="9518">
                  <c:v>2.4068000000000001</c:v>
                </c:pt>
                <c:pt idx="9519">
                  <c:v>2.4071099999999999</c:v>
                </c:pt>
                <c:pt idx="9520">
                  <c:v>2.40741</c:v>
                </c:pt>
                <c:pt idx="9521">
                  <c:v>2.4077199999999999</c:v>
                </c:pt>
                <c:pt idx="9522">
                  <c:v>2.4080300000000001</c:v>
                </c:pt>
                <c:pt idx="9523">
                  <c:v>2.4083299999999999</c:v>
                </c:pt>
                <c:pt idx="9524">
                  <c:v>2.4086400000000001</c:v>
                </c:pt>
                <c:pt idx="9525">
                  <c:v>2.4089399999999999</c:v>
                </c:pt>
                <c:pt idx="9526">
                  <c:v>2.4092500000000001</c:v>
                </c:pt>
                <c:pt idx="9527">
                  <c:v>2.4095499999999999</c:v>
                </c:pt>
                <c:pt idx="9528">
                  <c:v>2.4098600000000001</c:v>
                </c:pt>
                <c:pt idx="9529">
                  <c:v>2.4101599999999999</c:v>
                </c:pt>
                <c:pt idx="9530">
                  <c:v>2.4104700000000001</c:v>
                </c:pt>
                <c:pt idx="9531">
                  <c:v>2.4107699999999999</c:v>
                </c:pt>
                <c:pt idx="9532">
                  <c:v>2.4110800000000001</c:v>
                </c:pt>
                <c:pt idx="9533">
                  <c:v>2.4113899999999999</c:v>
                </c:pt>
                <c:pt idx="9534">
                  <c:v>2.4116900000000001</c:v>
                </c:pt>
                <c:pt idx="9535">
                  <c:v>2.4119999999999999</c:v>
                </c:pt>
                <c:pt idx="9536">
                  <c:v>2.4123000000000001</c:v>
                </c:pt>
                <c:pt idx="9537">
                  <c:v>2.4126099999999999</c:v>
                </c:pt>
                <c:pt idx="9538">
                  <c:v>2.4129100000000001</c:v>
                </c:pt>
                <c:pt idx="9539">
                  <c:v>2.4132199999999999</c:v>
                </c:pt>
                <c:pt idx="9540">
                  <c:v>2.4135200000000001</c:v>
                </c:pt>
                <c:pt idx="9541">
                  <c:v>2.4138299999999999</c:v>
                </c:pt>
                <c:pt idx="9542">
                  <c:v>2.4141300000000001</c:v>
                </c:pt>
                <c:pt idx="9543">
                  <c:v>2.4144399999999999</c:v>
                </c:pt>
                <c:pt idx="9544">
                  <c:v>2.4147400000000001</c:v>
                </c:pt>
                <c:pt idx="9545">
                  <c:v>2.4150499999999999</c:v>
                </c:pt>
                <c:pt idx="9546">
                  <c:v>2.4153600000000002</c:v>
                </c:pt>
                <c:pt idx="9547">
                  <c:v>2.4156599999999999</c:v>
                </c:pt>
                <c:pt idx="9548">
                  <c:v>2.4159700000000002</c:v>
                </c:pt>
                <c:pt idx="9549">
                  <c:v>2.4162699999999999</c:v>
                </c:pt>
                <c:pt idx="9550">
                  <c:v>2.4165800000000002</c:v>
                </c:pt>
                <c:pt idx="9551">
                  <c:v>2.4168799999999999</c:v>
                </c:pt>
                <c:pt idx="9552">
                  <c:v>2.4171900000000002</c:v>
                </c:pt>
                <c:pt idx="9553">
                  <c:v>2.4174899999999999</c:v>
                </c:pt>
                <c:pt idx="9554">
                  <c:v>2.4178000000000002</c:v>
                </c:pt>
                <c:pt idx="9555">
                  <c:v>2.4180999999999999</c:v>
                </c:pt>
                <c:pt idx="9556">
                  <c:v>2.4184100000000002</c:v>
                </c:pt>
                <c:pt idx="9557">
                  <c:v>2.4187099999999999</c:v>
                </c:pt>
                <c:pt idx="9558">
                  <c:v>2.4190200000000002</c:v>
                </c:pt>
                <c:pt idx="9559">
                  <c:v>2.41933</c:v>
                </c:pt>
                <c:pt idx="9560">
                  <c:v>2.4196300000000002</c:v>
                </c:pt>
                <c:pt idx="9561">
                  <c:v>2.41994</c:v>
                </c:pt>
                <c:pt idx="9562">
                  <c:v>2.4202400000000002</c:v>
                </c:pt>
                <c:pt idx="9563">
                  <c:v>2.42055</c:v>
                </c:pt>
                <c:pt idx="9564">
                  <c:v>2.4208500000000002</c:v>
                </c:pt>
                <c:pt idx="9565">
                  <c:v>2.42116</c:v>
                </c:pt>
                <c:pt idx="9566">
                  <c:v>2.4214600000000002</c:v>
                </c:pt>
                <c:pt idx="9567">
                  <c:v>2.42177</c:v>
                </c:pt>
                <c:pt idx="9568">
                  <c:v>2.4220700000000002</c:v>
                </c:pt>
                <c:pt idx="9569">
                  <c:v>2.42238</c:v>
                </c:pt>
                <c:pt idx="9570">
                  <c:v>2.4226800000000002</c:v>
                </c:pt>
                <c:pt idx="9571">
                  <c:v>2.42299</c:v>
                </c:pt>
                <c:pt idx="9572">
                  <c:v>2.4232999999999998</c:v>
                </c:pt>
                <c:pt idx="9573">
                  <c:v>2.4236</c:v>
                </c:pt>
                <c:pt idx="9574">
                  <c:v>2.4239099999999998</c:v>
                </c:pt>
                <c:pt idx="9575">
                  <c:v>2.42421</c:v>
                </c:pt>
                <c:pt idx="9576">
                  <c:v>2.4245199999999998</c:v>
                </c:pt>
                <c:pt idx="9577">
                  <c:v>2.42482</c:v>
                </c:pt>
                <c:pt idx="9578">
                  <c:v>2.4251299999999998</c:v>
                </c:pt>
                <c:pt idx="9579">
                  <c:v>2.42543</c:v>
                </c:pt>
                <c:pt idx="9580">
                  <c:v>2.4257399999999998</c:v>
                </c:pt>
                <c:pt idx="9581">
                  <c:v>2.42604</c:v>
                </c:pt>
                <c:pt idx="9582">
                  <c:v>2.4263499999999998</c:v>
                </c:pt>
                <c:pt idx="9583">
                  <c:v>2.42665</c:v>
                </c:pt>
                <c:pt idx="9584">
                  <c:v>2.4269599999999998</c:v>
                </c:pt>
                <c:pt idx="9585">
                  <c:v>2.42727</c:v>
                </c:pt>
                <c:pt idx="9586">
                  <c:v>2.4275699999999998</c:v>
                </c:pt>
                <c:pt idx="9587">
                  <c:v>2.42788</c:v>
                </c:pt>
                <c:pt idx="9588">
                  <c:v>2.4281799999999998</c:v>
                </c:pt>
                <c:pt idx="9589">
                  <c:v>2.42849</c:v>
                </c:pt>
                <c:pt idx="9590">
                  <c:v>2.4287899999999998</c:v>
                </c:pt>
                <c:pt idx="9591">
                  <c:v>2.4291</c:v>
                </c:pt>
                <c:pt idx="9592">
                  <c:v>2.4293999999999998</c:v>
                </c:pt>
                <c:pt idx="9593">
                  <c:v>2.42971</c:v>
                </c:pt>
                <c:pt idx="9594">
                  <c:v>2.4300099999999998</c:v>
                </c:pt>
                <c:pt idx="9595">
                  <c:v>2.43032</c:v>
                </c:pt>
                <c:pt idx="9596">
                  <c:v>2.4306299999999998</c:v>
                </c:pt>
                <c:pt idx="9597">
                  <c:v>2.43093</c:v>
                </c:pt>
                <c:pt idx="9598">
                  <c:v>2.4312399999999998</c:v>
                </c:pt>
                <c:pt idx="9599">
                  <c:v>2.43154</c:v>
                </c:pt>
                <c:pt idx="9600">
                  <c:v>2.4318499999999998</c:v>
                </c:pt>
                <c:pt idx="9601">
                  <c:v>2.43215</c:v>
                </c:pt>
                <c:pt idx="9602">
                  <c:v>2.4324599999999998</c:v>
                </c:pt>
                <c:pt idx="9603">
                  <c:v>2.43276</c:v>
                </c:pt>
                <c:pt idx="9604">
                  <c:v>2.4330699999999998</c:v>
                </c:pt>
                <c:pt idx="9605">
                  <c:v>2.43337</c:v>
                </c:pt>
                <c:pt idx="9606">
                  <c:v>2.4336799999999998</c:v>
                </c:pt>
                <c:pt idx="9607">
                  <c:v>2.43398</c:v>
                </c:pt>
                <c:pt idx="9608">
                  <c:v>2.4342899999999998</c:v>
                </c:pt>
                <c:pt idx="9609">
                  <c:v>2.4346000000000001</c:v>
                </c:pt>
                <c:pt idx="9610">
                  <c:v>2.4348999999999998</c:v>
                </c:pt>
                <c:pt idx="9611">
                  <c:v>2.4352100000000001</c:v>
                </c:pt>
                <c:pt idx="9612">
                  <c:v>2.4355099999999998</c:v>
                </c:pt>
                <c:pt idx="9613">
                  <c:v>2.4358200000000001</c:v>
                </c:pt>
                <c:pt idx="9614">
                  <c:v>2.4361199999999998</c:v>
                </c:pt>
                <c:pt idx="9615">
                  <c:v>2.4364300000000001</c:v>
                </c:pt>
                <c:pt idx="9616">
                  <c:v>2.4367299999999998</c:v>
                </c:pt>
                <c:pt idx="9617">
                  <c:v>2.4370400000000001</c:v>
                </c:pt>
                <c:pt idx="9618">
                  <c:v>2.4373399999999998</c:v>
                </c:pt>
                <c:pt idx="9619">
                  <c:v>2.4376500000000001</c:v>
                </c:pt>
                <c:pt idx="9620">
                  <c:v>2.4379499999999998</c:v>
                </c:pt>
                <c:pt idx="9621">
                  <c:v>2.4382600000000001</c:v>
                </c:pt>
                <c:pt idx="9622">
                  <c:v>2.4385699999999999</c:v>
                </c:pt>
                <c:pt idx="9623">
                  <c:v>2.4388700000000001</c:v>
                </c:pt>
                <c:pt idx="9624">
                  <c:v>2.4391799999999999</c:v>
                </c:pt>
                <c:pt idx="9625">
                  <c:v>2.4394800000000001</c:v>
                </c:pt>
                <c:pt idx="9626">
                  <c:v>2.4397899999999999</c:v>
                </c:pt>
                <c:pt idx="9627">
                  <c:v>2.4400900000000001</c:v>
                </c:pt>
                <c:pt idx="9628">
                  <c:v>2.4403999999999999</c:v>
                </c:pt>
                <c:pt idx="9629">
                  <c:v>2.4407000000000001</c:v>
                </c:pt>
                <c:pt idx="9630">
                  <c:v>2.4410099999999999</c:v>
                </c:pt>
                <c:pt idx="9631">
                  <c:v>2.4413100000000001</c:v>
                </c:pt>
                <c:pt idx="9632">
                  <c:v>2.4416199999999999</c:v>
                </c:pt>
                <c:pt idx="9633">
                  <c:v>2.4419200000000001</c:v>
                </c:pt>
                <c:pt idx="9634">
                  <c:v>2.4422299999999999</c:v>
                </c:pt>
                <c:pt idx="9635">
                  <c:v>2.4425400000000002</c:v>
                </c:pt>
                <c:pt idx="9636">
                  <c:v>2.4428399999999999</c:v>
                </c:pt>
                <c:pt idx="9637">
                  <c:v>2.4431500000000002</c:v>
                </c:pt>
                <c:pt idx="9638">
                  <c:v>2.4434499999999999</c:v>
                </c:pt>
                <c:pt idx="9639">
                  <c:v>2.4437600000000002</c:v>
                </c:pt>
                <c:pt idx="9640">
                  <c:v>2.4440599999999999</c:v>
                </c:pt>
                <c:pt idx="9641">
                  <c:v>2.4443700000000002</c:v>
                </c:pt>
                <c:pt idx="9642">
                  <c:v>2.4446699999999999</c:v>
                </c:pt>
                <c:pt idx="9643">
                  <c:v>2.4449800000000002</c:v>
                </c:pt>
                <c:pt idx="9644">
                  <c:v>2.4452799999999999</c:v>
                </c:pt>
                <c:pt idx="9645">
                  <c:v>2.4455900000000002</c:v>
                </c:pt>
                <c:pt idx="9646">
                  <c:v>2.4458899999999999</c:v>
                </c:pt>
                <c:pt idx="9647">
                  <c:v>2.4462000000000002</c:v>
                </c:pt>
                <c:pt idx="9648">
                  <c:v>2.44651</c:v>
                </c:pt>
                <c:pt idx="9649">
                  <c:v>2.4468100000000002</c:v>
                </c:pt>
                <c:pt idx="9650">
                  <c:v>2.44712</c:v>
                </c:pt>
                <c:pt idx="9651">
                  <c:v>2.4474200000000002</c:v>
                </c:pt>
                <c:pt idx="9652">
                  <c:v>2.44773</c:v>
                </c:pt>
                <c:pt idx="9653">
                  <c:v>2.4480300000000002</c:v>
                </c:pt>
                <c:pt idx="9654">
                  <c:v>2.44834</c:v>
                </c:pt>
                <c:pt idx="9655">
                  <c:v>2.4486400000000001</c:v>
                </c:pt>
                <c:pt idx="9656">
                  <c:v>2.44895</c:v>
                </c:pt>
                <c:pt idx="9657">
                  <c:v>2.4492500000000001</c:v>
                </c:pt>
                <c:pt idx="9658">
                  <c:v>2.44956</c:v>
                </c:pt>
                <c:pt idx="9659">
                  <c:v>2.4498700000000002</c:v>
                </c:pt>
                <c:pt idx="9660">
                  <c:v>2.45017</c:v>
                </c:pt>
                <c:pt idx="9661">
                  <c:v>2.4504800000000002</c:v>
                </c:pt>
                <c:pt idx="9662">
                  <c:v>2.45078</c:v>
                </c:pt>
                <c:pt idx="9663">
                  <c:v>2.4510900000000002</c:v>
                </c:pt>
                <c:pt idx="9664">
                  <c:v>2.45139</c:v>
                </c:pt>
                <c:pt idx="9665">
                  <c:v>2.4517000000000002</c:v>
                </c:pt>
                <c:pt idx="9666">
                  <c:v>2.452</c:v>
                </c:pt>
                <c:pt idx="9667">
                  <c:v>2.4523100000000002</c:v>
                </c:pt>
                <c:pt idx="9668">
                  <c:v>2.45261</c:v>
                </c:pt>
                <c:pt idx="9669">
                  <c:v>2.4529200000000002</c:v>
                </c:pt>
                <c:pt idx="9670">
                  <c:v>2.45322</c:v>
                </c:pt>
                <c:pt idx="9671">
                  <c:v>2.4535300000000002</c:v>
                </c:pt>
                <c:pt idx="9672">
                  <c:v>2.45384</c:v>
                </c:pt>
                <c:pt idx="9673">
                  <c:v>2.4541400000000002</c:v>
                </c:pt>
                <c:pt idx="9674">
                  <c:v>2.45445</c:v>
                </c:pt>
                <c:pt idx="9675">
                  <c:v>2.4547500000000002</c:v>
                </c:pt>
                <c:pt idx="9676">
                  <c:v>2.45506</c:v>
                </c:pt>
                <c:pt idx="9677">
                  <c:v>2.4553600000000002</c:v>
                </c:pt>
                <c:pt idx="9678">
                  <c:v>2.45567</c:v>
                </c:pt>
                <c:pt idx="9679">
                  <c:v>2.4559700000000002</c:v>
                </c:pt>
                <c:pt idx="9680">
                  <c:v>2.45628</c:v>
                </c:pt>
                <c:pt idx="9681">
                  <c:v>2.4565800000000002</c:v>
                </c:pt>
                <c:pt idx="9682">
                  <c:v>2.45689</c:v>
                </c:pt>
                <c:pt idx="9683">
                  <c:v>2.4571900000000002</c:v>
                </c:pt>
                <c:pt idx="9684">
                  <c:v>2.4575</c:v>
                </c:pt>
                <c:pt idx="9685">
                  <c:v>2.4578099999999998</c:v>
                </c:pt>
                <c:pt idx="9686">
                  <c:v>2.45811</c:v>
                </c:pt>
                <c:pt idx="9687">
                  <c:v>2.4584199999999998</c:v>
                </c:pt>
                <c:pt idx="9688">
                  <c:v>2.45872</c:v>
                </c:pt>
                <c:pt idx="9689">
                  <c:v>2.4590299999999998</c:v>
                </c:pt>
                <c:pt idx="9690">
                  <c:v>2.45933</c:v>
                </c:pt>
                <c:pt idx="9691">
                  <c:v>2.4596399999999998</c:v>
                </c:pt>
                <c:pt idx="9692">
                  <c:v>2.45994</c:v>
                </c:pt>
                <c:pt idx="9693">
                  <c:v>2.4602499999999998</c:v>
                </c:pt>
                <c:pt idx="9694">
                  <c:v>2.46055</c:v>
                </c:pt>
                <c:pt idx="9695">
                  <c:v>2.4608599999999998</c:v>
                </c:pt>
                <c:pt idx="9696">
                  <c:v>2.46116</c:v>
                </c:pt>
                <c:pt idx="9697">
                  <c:v>2.4614699999999998</c:v>
                </c:pt>
                <c:pt idx="9698">
                  <c:v>2.4617800000000001</c:v>
                </c:pt>
                <c:pt idx="9699">
                  <c:v>2.4620799999999998</c:v>
                </c:pt>
                <c:pt idx="9700">
                  <c:v>2.4623900000000001</c:v>
                </c:pt>
                <c:pt idx="9701">
                  <c:v>2.4626899999999998</c:v>
                </c:pt>
                <c:pt idx="9702">
                  <c:v>2.4630000000000001</c:v>
                </c:pt>
                <c:pt idx="9703">
                  <c:v>2.4632999999999998</c:v>
                </c:pt>
                <c:pt idx="9704">
                  <c:v>2.4636100000000001</c:v>
                </c:pt>
                <c:pt idx="9705">
                  <c:v>2.4639099999999998</c:v>
                </c:pt>
                <c:pt idx="9706">
                  <c:v>2.4642200000000001</c:v>
                </c:pt>
                <c:pt idx="9707">
                  <c:v>2.4645199999999998</c:v>
                </c:pt>
                <c:pt idx="9708">
                  <c:v>2.4648300000000001</c:v>
                </c:pt>
                <c:pt idx="9709">
                  <c:v>2.4651399999999999</c:v>
                </c:pt>
                <c:pt idx="9710">
                  <c:v>2.4654400000000001</c:v>
                </c:pt>
                <c:pt idx="9711">
                  <c:v>2.4657499999999999</c:v>
                </c:pt>
                <c:pt idx="9712">
                  <c:v>2.4660500000000001</c:v>
                </c:pt>
                <c:pt idx="9713">
                  <c:v>2.4663599999999999</c:v>
                </c:pt>
                <c:pt idx="9714">
                  <c:v>2.4666600000000001</c:v>
                </c:pt>
                <c:pt idx="9715">
                  <c:v>2.4669699999999999</c:v>
                </c:pt>
                <c:pt idx="9716">
                  <c:v>2.4672700000000001</c:v>
                </c:pt>
                <c:pt idx="9717">
                  <c:v>2.4675799999999999</c:v>
                </c:pt>
                <c:pt idx="9718">
                  <c:v>2.4678800000000001</c:v>
                </c:pt>
                <c:pt idx="9719">
                  <c:v>2.4681899999999999</c:v>
                </c:pt>
                <c:pt idx="9720">
                  <c:v>2.4684900000000001</c:v>
                </c:pt>
                <c:pt idx="9721">
                  <c:v>2.4687999999999999</c:v>
                </c:pt>
                <c:pt idx="9722">
                  <c:v>2.4691100000000001</c:v>
                </c:pt>
                <c:pt idx="9723">
                  <c:v>2.4694099999999999</c:v>
                </c:pt>
                <c:pt idx="9724">
                  <c:v>2.4697200000000001</c:v>
                </c:pt>
                <c:pt idx="9725">
                  <c:v>2.4700199999999999</c:v>
                </c:pt>
                <c:pt idx="9726">
                  <c:v>2.4703300000000001</c:v>
                </c:pt>
                <c:pt idx="9727">
                  <c:v>2.4706299999999999</c:v>
                </c:pt>
                <c:pt idx="9728">
                  <c:v>2.4709400000000001</c:v>
                </c:pt>
                <c:pt idx="9729">
                  <c:v>2.4712399999999999</c:v>
                </c:pt>
                <c:pt idx="9730">
                  <c:v>2.4715500000000001</c:v>
                </c:pt>
                <c:pt idx="9731">
                  <c:v>2.4718499999999999</c:v>
                </c:pt>
                <c:pt idx="9732">
                  <c:v>2.4721600000000001</c:v>
                </c:pt>
                <c:pt idx="9733">
                  <c:v>2.4724599999999999</c:v>
                </c:pt>
                <c:pt idx="9734">
                  <c:v>2.4727700000000001</c:v>
                </c:pt>
                <c:pt idx="9735">
                  <c:v>2.4730799999999999</c:v>
                </c:pt>
                <c:pt idx="9736">
                  <c:v>2.4733800000000001</c:v>
                </c:pt>
                <c:pt idx="9737">
                  <c:v>2.4736899999999999</c:v>
                </c:pt>
                <c:pt idx="9738">
                  <c:v>2.4739900000000001</c:v>
                </c:pt>
                <c:pt idx="9739">
                  <c:v>2.4742999999999999</c:v>
                </c:pt>
                <c:pt idx="9740">
                  <c:v>2.4746000000000001</c:v>
                </c:pt>
                <c:pt idx="9741">
                  <c:v>2.4749099999999999</c:v>
                </c:pt>
                <c:pt idx="9742">
                  <c:v>2.4752100000000001</c:v>
                </c:pt>
                <c:pt idx="9743">
                  <c:v>2.4755199999999999</c:v>
                </c:pt>
                <c:pt idx="9744">
                  <c:v>2.4758200000000001</c:v>
                </c:pt>
                <c:pt idx="9745">
                  <c:v>2.4761299999999999</c:v>
                </c:pt>
                <c:pt idx="9746">
                  <c:v>2.4764300000000001</c:v>
                </c:pt>
                <c:pt idx="9747">
                  <c:v>2.4767399999999999</c:v>
                </c:pt>
                <c:pt idx="9748">
                  <c:v>2.4770500000000002</c:v>
                </c:pt>
                <c:pt idx="9749">
                  <c:v>2.4773499999999999</c:v>
                </c:pt>
                <c:pt idx="9750">
                  <c:v>2.4776600000000002</c:v>
                </c:pt>
                <c:pt idx="9751">
                  <c:v>2.4779599999999999</c:v>
                </c:pt>
                <c:pt idx="9752">
                  <c:v>2.4782700000000002</c:v>
                </c:pt>
                <c:pt idx="9753">
                  <c:v>2.4785699999999999</c:v>
                </c:pt>
                <c:pt idx="9754">
                  <c:v>2.4788800000000002</c:v>
                </c:pt>
                <c:pt idx="9755">
                  <c:v>2.4791799999999999</c:v>
                </c:pt>
                <c:pt idx="9756">
                  <c:v>2.4794900000000002</c:v>
                </c:pt>
                <c:pt idx="9757">
                  <c:v>2.4797899999999999</c:v>
                </c:pt>
                <c:pt idx="9758">
                  <c:v>2.4801000000000002</c:v>
                </c:pt>
                <c:pt idx="9759">
                  <c:v>2.4803999999999999</c:v>
                </c:pt>
                <c:pt idx="9760">
                  <c:v>2.4807100000000002</c:v>
                </c:pt>
                <c:pt idx="9761">
                  <c:v>2.48102</c:v>
                </c:pt>
                <c:pt idx="9762">
                  <c:v>2.4813200000000002</c:v>
                </c:pt>
                <c:pt idx="9763">
                  <c:v>2.48163</c:v>
                </c:pt>
                <c:pt idx="9764">
                  <c:v>2.4819300000000002</c:v>
                </c:pt>
                <c:pt idx="9765">
                  <c:v>2.48224</c:v>
                </c:pt>
                <c:pt idx="9766">
                  <c:v>2.4825400000000002</c:v>
                </c:pt>
                <c:pt idx="9767">
                  <c:v>2.48285</c:v>
                </c:pt>
                <c:pt idx="9768">
                  <c:v>2.4831500000000002</c:v>
                </c:pt>
                <c:pt idx="9769">
                  <c:v>2.48346</c:v>
                </c:pt>
                <c:pt idx="9770">
                  <c:v>2.4837600000000002</c:v>
                </c:pt>
                <c:pt idx="9771">
                  <c:v>2.48407</c:v>
                </c:pt>
                <c:pt idx="9772">
                  <c:v>2.4843799999999998</c:v>
                </c:pt>
                <c:pt idx="9773">
                  <c:v>2.48468</c:v>
                </c:pt>
                <c:pt idx="9774">
                  <c:v>2.4849899999999998</c:v>
                </c:pt>
                <c:pt idx="9775">
                  <c:v>2.48529</c:v>
                </c:pt>
                <c:pt idx="9776">
                  <c:v>2.4855999999999998</c:v>
                </c:pt>
                <c:pt idx="9777">
                  <c:v>2.4859</c:v>
                </c:pt>
                <c:pt idx="9778">
                  <c:v>2.4862099999999998</c:v>
                </c:pt>
                <c:pt idx="9779">
                  <c:v>2.48651</c:v>
                </c:pt>
                <c:pt idx="9780">
                  <c:v>2.4868199999999998</c:v>
                </c:pt>
                <c:pt idx="9781">
                  <c:v>2.48712</c:v>
                </c:pt>
                <c:pt idx="9782">
                  <c:v>2.4874299999999998</c:v>
                </c:pt>
                <c:pt idx="9783">
                  <c:v>2.48773</c:v>
                </c:pt>
                <c:pt idx="9784">
                  <c:v>2.4880399999999998</c:v>
                </c:pt>
                <c:pt idx="9785">
                  <c:v>2.4883500000000001</c:v>
                </c:pt>
                <c:pt idx="9786">
                  <c:v>2.4886499999999998</c:v>
                </c:pt>
                <c:pt idx="9787">
                  <c:v>2.4889600000000001</c:v>
                </c:pt>
                <c:pt idx="9788">
                  <c:v>2.4892599999999998</c:v>
                </c:pt>
                <c:pt idx="9789">
                  <c:v>2.4895700000000001</c:v>
                </c:pt>
                <c:pt idx="9790">
                  <c:v>2.4898699999999998</c:v>
                </c:pt>
                <c:pt idx="9791">
                  <c:v>2.4901800000000001</c:v>
                </c:pt>
                <c:pt idx="9792">
                  <c:v>2.4904799999999998</c:v>
                </c:pt>
                <c:pt idx="9793">
                  <c:v>2.4907900000000001</c:v>
                </c:pt>
                <c:pt idx="9794">
                  <c:v>2.4910899999999998</c:v>
                </c:pt>
                <c:pt idx="9795">
                  <c:v>2.4914000000000001</c:v>
                </c:pt>
                <c:pt idx="9796">
                  <c:v>2.4916999999999998</c:v>
                </c:pt>
                <c:pt idx="9797">
                  <c:v>2.4920100000000001</c:v>
                </c:pt>
                <c:pt idx="9798">
                  <c:v>2.4923199999999999</c:v>
                </c:pt>
                <c:pt idx="9799">
                  <c:v>2.4926200000000001</c:v>
                </c:pt>
                <c:pt idx="9800">
                  <c:v>2.4929299999999999</c:v>
                </c:pt>
                <c:pt idx="9801">
                  <c:v>2.4932300000000001</c:v>
                </c:pt>
                <c:pt idx="9802">
                  <c:v>2.4935399999999999</c:v>
                </c:pt>
                <c:pt idx="9803">
                  <c:v>2.4938400000000001</c:v>
                </c:pt>
                <c:pt idx="9804">
                  <c:v>2.4941499999999999</c:v>
                </c:pt>
                <c:pt idx="9805">
                  <c:v>2.4944500000000001</c:v>
                </c:pt>
                <c:pt idx="9806">
                  <c:v>2.4947599999999999</c:v>
                </c:pt>
                <c:pt idx="9807">
                  <c:v>2.4950600000000001</c:v>
                </c:pt>
                <c:pt idx="9808">
                  <c:v>2.4953699999999999</c:v>
                </c:pt>
                <c:pt idx="9809">
                  <c:v>2.4956700000000001</c:v>
                </c:pt>
                <c:pt idx="9810">
                  <c:v>2.4959799999999999</c:v>
                </c:pt>
                <c:pt idx="9811">
                  <c:v>2.4962900000000001</c:v>
                </c:pt>
                <c:pt idx="9812">
                  <c:v>2.4965899999999999</c:v>
                </c:pt>
                <c:pt idx="9813">
                  <c:v>2.4969000000000001</c:v>
                </c:pt>
                <c:pt idx="9814">
                  <c:v>2.4971999999999999</c:v>
                </c:pt>
                <c:pt idx="9815">
                  <c:v>2.4975100000000001</c:v>
                </c:pt>
                <c:pt idx="9816">
                  <c:v>2.4978099999999999</c:v>
                </c:pt>
                <c:pt idx="9817">
                  <c:v>2.4981200000000001</c:v>
                </c:pt>
                <c:pt idx="9818">
                  <c:v>2.4984199999999999</c:v>
                </c:pt>
                <c:pt idx="9819">
                  <c:v>2.4987300000000001</c:v>
                </c:pt>
                <c:pt idx="9820">
                  <c:v>2.4990299999999999</c:v>
                </c:pt>
                <c:pt idx="9821">
                  <c:v>2.4993400000000001</c:v>
                </c:pt>
                <c:pt idx="9822">
                  <c:v>2.4996399999999999</c:v>
                </c:pt>
                <c:pt idx="9823">
                  <c:v>2.4999500000000001</c:v>
                </c:pt>
                <c:pt idx="9824">
                  <c:v>2.5002599999999999</c:v>
                </c:pt>
                <c:pt idx="9825">
                  <c:v>2.5005600000000001</c:v>
                </c:pt>
                <c:pt idx="9826">
                  <c:v>2.5008699999999999</c:v>
                </c:pt>
                <c:pt idx="9827">
                  <c:v>2.5011700000000001</c:v>
                </c:pt>
                <c:pt idx="9828">
                  <c:v>2.5014799999999999</c:v>
                </c:pt>
                <c:pt idx="9829">
                  <c:v>2.5017800000000001</c:v>
                </c:pt>
                <c:pt idx="9830">
                  <c:v>2.5020899999999999</c:v>
                </c:pt>
                <c:pt idx="9831">
                  <c:v>2.5023900000000001</c:v>
                </c:pt>
                <c:pt idx="9832">
                  <c:v>2.5026999999999999</c:v>
                </c:pt>
                <c:pt idx="9833">
                  <c:v>2.5030000000000001</c:v>
                </c:pt>
                <c:pt idx="9834">
                  <c:v>2.5033099999999999</c:v>
                </c:pt>
                <c:pt idx="9835">
                  <c:v>2.5036200000000002</c:v>
                </c:pt>
                <c:pt idx="9836">
                  <c:v>2.5039199999999999</c:v>
                </c:pt>
                <c:pt idx="9837">
                  <c:v>2.5042300000000002</c:v>
                </c:pt>
                <c:pt idx="9838">
                  <c:v>2.5045299999999999</c:v>
                </c:pt>
                <c:pt idx="9839">
                  <c:v>2.5048400000000002</c:v>
                </c:pt>
                <c:pt idx="9840">
                  <c:v>2.5051399999999999</c:v>
                </c:pt>
                <c:pt idx="9841">
                  <c:v>2.5054500000000002</c:v>
                </c:pt>
                <c:pt idx="9842">
                  <c:v>2.5057499999999999</c:v>
                </c:pt>
                <c:pt idx="9843">
                  <c:v>2.5060600000000002</c:v>
                </c:pt>
                <c:pt idx="9844">
                  <c:v>2.5063599999999999</c:v>
                </c:pt>
                <c:pt idx="9845">
                  <c:v>2.5066700000000002</c:v>
                </c:pt>
                <c:pt idx="9846">
                  <c:v>2.5069699999999999</c:v>
                </c:pt>
                <c:pt idx="9847">
                  <c:v>2.5072800000000002</c:v>
                </c:pt>
                <c:pt idx="9848">
                  <c:v>2.50759</c:v>
                </c:pt>
                <c:pt idx="9849">
                  <c:v>2.5078900000000002</c:v>
                </c:pt>
                <c:pt idx="9850">
                  <c:v>2.5082</c:v>
                </c:pt>
                <c:pt idx="9851">
                  <c:v>2.5085000000000002</c:v>
                </c:pt>
                <c:pt idx="9852">
                  <c:v>2.50881</c:v>
                </c:pt>
                <c:pt idx="9853">
                  <c:v>2.5091100000000002</c:v>
                </c:pt>
                <c:pt idx="9854">
                  <c:v>2.50942</c:v>
                </c:pt>
                <c:pt idx="9855">
                  <c:v>2.5097200000000002</c:v>
                </c:pt>
                <c:pt idx="9856">
                  <c:v>2.51003</c:v>
                </c:pt>
                <c:pt idx="9857">
                  <c:v>2.5103300000000002</c:v>
                </c:pt>
                <c:pt idx="9858">
                  <c:v>2.51064</c:v>
                </c:pt>
                <c:pt idx="9859">
                  <c:v>2.5109400000000002</c:v>
                </c:pt>
                <c:pt idx="9860">
                  <c:v>2.51125</c:v>
                </c:pt>
                <c:pt idx="9861">
                  <c:v>2.5115599999999998</c:v>
                </c:pt>
                <c:pt idx="9862">
                  <c:v>2.51186</c:v>
                </c:pt>
                <c:pt idx="9863">
                  <c:v>2.5121699999999998</c:v>
                </c:pt>
                <c:pt idx="9864">
                  <c:v>2.51247</c:v>
                </c:pt>
                <c:pt idx="9865">
                  <c:v>2.5127799999999998</c:v>
                </c:pt>
                <c:pt idx="9866">
                  <c:v>2.51308</c:v>
                </c:pt>
                <c:pt idx="9867">
                  <c:v>2.5133899999999998</c:v>
                </c:pt>
                <c:pt idx="9868">
                  <c:v>2.51369</c:v>
                </c:pt>
                <c:pt idx="9869">
                  <c:v>2.5139999999999998</c:v>
                </c:pt>
                <c:pt idx="9870">
                  <c:v>2.5143</c:v>
                </c:pt>
                <c:pt idx="9871">
                  <c:v>2.5146099999999998</c:v>
                </c:pt>
                <c:pt idx="9872">
                  <c:v>2.51491</c:v>
                </c:pt>
                <c:pt idx="9873">
                  <c:v>2.5152199999999998</c:v>
                </c:pt>
                <c:pt idx="9874">
                  <c:v>2.51553</c:v>
                </c:pt>
                <c:pt idx="9875">
                  <c:v>2.5158299999999998</c:v>
                </c:pt>
                <c:pt idx="9876">
                  <c:v>2.51614</c:v>
                </c:pt>
                <c:pt idx="9877">
                  <c:v>2.5164399999999998</c:v>
                </c:pt>
                <c:pt idx="9878">
                  <c:v>2.51675</c:v>
                </c:pt>
                <c:pt idx="9879">
                  <c:v>2.5170499999999998</c:v>
                </c:pt>
                <c:pt idx="9880">
                  <c:v>2.51736</c:v>
                </c:pt>
                <c:pt idx="9881">
                  <c:v>2.5176599999999998</c:v>
                </c:pt>
                <c:pt idx="9882">
                  <c:v>2.51797</c:v>
                </c:pt>
                <c:pt idx="9883">
                  <c:v>2.5182699999999998</c:v>
                </c:pt>
                <c:pt idx="9884">
                  <c:v>2.51858</c:v>
                </c:pt>
                <c:pt idx="9885">
                  <c:v>2.5188799999999998</c:v>
                </c:pt>
                <c:pt idx="9886">
                  <c:v>2.51919</c:v>
                </c:pt>
                <c:pt idx="9887">
                  <c:v>2.5194999999999999</c:v>
                </c:pt>
                <c:pt idx="9888">
                  <c:v>2.5198</c:v>
                </c:pt>
                <c:pt idx="9889">
                  <c:v>2.5201099999999999</c:v>
                </c:pt>
                <c:pt idx="9890">
                  <c:v>2.52041</c:v>
                </c:pt>
                <c:pt idx="9891">
                  <c:v>2.5207199999999998</c:v>
                </c:pt>
                <c:pt idx="9892">
                  <c:v>2.52102</c:v>
                </c:pt>
                <c:pt idx="9893">
                  <c:v>2.5213299999999998</c:v>
                </c:pt>
                <c:pt idx="9894">
                  <c:v>2.52163</c:v>
                </c:pt>
                <c:pt idx="9895">
                  <c:v>2.5219399999999998</c:v>
                </c:pt>
                <c:pt idx="9896">
                  <c:v>2.52224</c:v>
                </c:pt>
                <c:pt idx="9897">
                  <c:v>2.5225499999999998</c:v>
                </c:pt>
                <c:pt idx="9898">
                  <c:v>2.5228600000000001</c:v>
                </c:pt>
                <c:pt idx="9899">
                  <c:v>2.5231599999999998</c:v>
                </c:pt>
                <c:pt idx="9900">
                  <c:v>2.5234700000000001</c:v>
                </c:pt>
                <c:pt idx="9901">
                  <c:v>2.5237699999999998</c:v>
                </c:pt>
                <c:pt idx="9902">
                  <c:v>2.5240800000000001</c:v>
                </c:pt>
                <c:pt idx="9903">
                  <c:v>2.5243799999999998</c:v>
                </c:pt>
                <c:pt idx="9904">
                  <c:v>2.5246900000000001</c:v>
                </c:pt>
                <c:pt idx="9905">
                  <c:v>2.5249899999999998</c:v>
                </c:pt>
                <c:pt idx="9906">
                  <c:v>2.5253000000000001</c:v>
                </c:pt>
                <c:pt idx="9907">
                  <c:v>2.5255999999999998</c:v>
                </c:pt>
                <c:pt idx="9908">
                  <c:v>2.5259100000000001</c:v>
                </c:pt>
                <c:pt idx="9909">
                  <c:v>2.5262099999999998</c:v>
                </c:pt>
                <c:pt idx="9910">
                  <c:v>2.5265200000000001</c:v>
                </c:pt>
                <c:pt idx="9911">
                  <c:v>2.5268299999999999</c:v>
                </c:pt>
                <c:pt idx="9912">
                  <c:v>2.5271300000000001</c:v>
                </c:pt>
                <c:pt idx="9913">
                  <c:v>2.5274399999999999</c:v>
                </c:pt>
                <c:pt idx="9914">
                  <c:v>2.5277400000000001</c:v>
                </c:pt>
                <c:pt idx="9915">
                  <c:v>2.5280499999999999</c:v>
                </c:pt>
                <c:pt idx="9916">
                  <c:v>2.5283500000000001</c:v>
                </c:pt>
                <c:pt idx="9917">
                  <c:v>2.5286599999999999</c:v>
                </c:pt>
                <c:pt idx="9918">
                  <c:v>2.5289600000000001</c:v>
                </c:pt>
                <c:pt idx="9919">
                  <c:v>2.5292699999999999</c:v>
                </c:pt>
                <c:pt idx="9920">
                  <c:v>2.5295700000000001</c:v>
                </c:pt>
                <c:pt idx="9921">
                  <c:v>2.5298799999999999</c:v>
                </c:pt>
                <c:pt idx="9922">
                  <c:v>2.5301800000000001</c:v>
                </c:pt>
                <c:pt idx="9923">
                  <c:v>2.5304899999999999</c:v>
                </c:pt>
                <c:pt idx="9924">
                  <c:v>2.5308000000000002</c:v>
                </c:pt>
                <c:pt idx="9925">
                  <c:v>2.5310999999999999</c:v>
                </c:pt>
                <c:pt idx="9926">
                  <c:v>2.5314100000000002</c:v>
                </c:pt>
                <c:pt idx="9927">
                  <c:v>2.5317099999999999</c:v>
                </c:pt>
                <c:pt idx="9928">
                  <c:v>2.5320200000000002</c:v>
                </c:pt>
                <c:pt idx="9929">
                  <c:v>2.5323199999999999</c:v>
                </c:pt>
                <c:pt idx="9930">
                  <c:v>2.5326300000000002</c:v>
                </c:pt>
                <c:pt idx="9931">
                  <c:v>2.5329299999999999</c:v>
                </c:pt>
                <c:pt idx="9932">
                  <c:v>2.5332400000000002</c:v>
                </c:pt>
                <c:pt idx="9933">
                  <c:v>2.5335399999999999</c:v>
                </c:pt>
                <c:pt idx="9934">
                  <c:v>2.5338500000000002</c:v>
                </c:pt>
                <c:pt idx="9935">
                  <c:v>2.5341499999999999</c:v>
                </c:pt>
                <c:pt idx="9936">
                  <c:v>2.5344600000000002</c:v>
                </c:pt>
                <c:pt idx="9937">
                  <c:v>2.53477</c:v>
                </c:pt>
                <c:pt idx="9938">
                  <c:v>2.5350700000000002</c:v>
                </c:pt>
                <c:pt idx="9939">
                  <c:v>2.53538</c:v>
                </c:pt>
                <c:pt idx="9940">
                  <c:v>2.5356800000000002</c:v>
                </c:pt>
                <c:pt idx="9941">
                  <c:v>2.53599</c:v>
                </c:pt>
                <c:pt idx="9942">
                  <c:v>2.5362900000000002</c:v>
                </c:pt>
                <c:pt idx="9943">
                  <c:v>2.5366</c:v>
                </c:pt>
                <c:pt idx="9944">
                  <c:v>2.5369000000000002</c:v>
                </c:pt>
                <c:pt idx="9945">
                  <c:v>2.53721</c:v>
                </c:pt>
                <c:pt idx="9946">
                  <c:v>2.5375100000000002</c:v>
                </c:pt>
                <c:pt idx="9947">
                  <c:v>2.53782</c:v>
                </c:pt>
                <c:pt idx="9948">
                  <c:v>2.5381300000000002</c:v>
                </c:pt>
                <c:pt idx="9949">
                  <c:v>2.53843</c:v>
                </c:pt>
                <c:pt idx="9950">
                  <c:v>2.5387400000000002</c:v>
                </c:pt>
                <c:pt idx="9951">
                  <c:v>2.53904</c:v>
                </c:pt>
                <c:pt idx="9952">
                  <c:v>2.5393500000000002</c:v>
                </c:pt>
                <c:pt idx="9953">
                  <c:v>2.53965</c:v>
                </c:pt>
                <c:pt idx="9954">
                  <c:v>2.5399600000000002</c:v>
                </c:pt>
                <c:pt idx="9955">
                  <c:v>2.54026</c:v>
                </c:pt>
                <c:pt idx="9956">
                  <c:v>2.5405700000000002</c:v>
                </c:pt>
                <c:pt idx="9957">
                  <c:v>2.54087</c:v>
                </c:pt>
                <c:pt idx="9958">
                  <c:v>2.5411800000000002</c:v>
                </c:pt>
                <c:pt idx="9959">
                  <c:v>2.54148</c:v>
                </c:pt>
                <c:pt idx="9960">
                  <c:v>2.5417900000000002</c:v>
                </c:pt>
                <c:pt idx="9961">
                  <c:v>2.5421</c:v>
                </c:pt>
                <c:pt idx="9962">
                  <c:v>2.5424000000000002</c:v>
                </c:pt>
                <c:pt idx="9963">
                  <c:v>2.54271</c:v>
                </c:pt>
                <c:pt idx="9964">
                  <c:v>2.5430100000000002</c:v>
                </c:pt>
                <c:pt idx="9965">
                  <c:v>2.54332</c:v>
                </c:pt>
                <c:pt idx="9966">
                  <c:v>2.5436200000000002</c:v>
                </c:pt>
                <c:pt idx="9967">
                  <c:v>2.54393</c:v>
                </c:pt>
                <c:pt idx="9968">
                  <c:v>2.5442300000000002</c:v>
                </c:pt>
                <c:pt idx="9969">
                  <c:v>2.54454</c:v>
                </c:pt>
                <c:pt idx="9970">
                  <c:v>2.5448400000000002</c:v>
                </c:pt>
                <c:pt idx="9971">
                  <c:v>2.54515</c:v>
                </c:pt>
                <c:pt idx="9972">
                  <c:v>2.5454500000000002</c:v>
                </c:pt>
                <c:pt idx="9973">
                  <c:v>2.54576</c:v>
                </c:pt>
                <c:pt idx="9974">
                  <c:v>2.5460699999999998</c:v>
                </c:pt>
                <c:pt idx="9975">
                  <c:v>2.54637</c:v>
                </c:pt>
                <c:pt idx="9976">
                  <c:v>2.5466799999999998</c:v>
                </c:pt>
                <c:pt idx="9977">
                  <c:v>2.54698</c:v>
                </c:pt>
                <c:pt idx="9978">
                  <c:v>2.5472899999999998</c:v>
                </c:pt>
                <c:pt idx="9979">
                  <c:v>2.54759</c:v>
                </c:pt>
                <c:pt idx="9980">
                  <c:v>2.5478999999999998</c:v>
                </c:pt>
                <c:pt idx="9981">
                  <c:v>2.5482</c:v>
                </c:pt>
                <c:pt idx="9982">
                  <c:v>2.5485099999999998</c:v>
                </c:pt>
                <c:pt idx="9983">
                  <c:v>2.54881</c:v>
                </c:pt>
                <c:pt idx="9984">
                  <c:v>2.5491199999999998</c:v>
                </c:pt>
                <c:pt idx="9985">
                  <c:v>2.54942</c:v>
                </c:pt>
                <c:pt idx="9986">
                  <c:v>2.5497299999999998</c:v>
                </c:pt>
                <c:pt idx="9987">
                  <c:v>2.5500400000000001</c:v>
                </c:pt>
                <c:pt idx="9988">
                  <c:v>2.5503399999999998</c:v>
                </c:pt>
                <c:pt idx="9989">
                  <c:v>2.5506500000000001</c:v>
                </c:pt>
                <c:pt idx="9990">
                  <c:v>2.5509499999999998</c:v>
                </c:pt>
                <c:pt idx="9991">
                  <c:v>2.5512600000000001</c:v>
                </c:pt>
                <c:pt idx="9992">
                  <c:v>2.5515599999999998</c:v>
                </c:pt>
                <c:pt idx="9993">
                  <c:v>2.5518700000000001</c:v>
                </c:pt>
                <c:pt idx="9994">
                  <c:v>2.5521699999999998</c:v>
                </c:pt>
                <c:pt idx="9995">
                  <c:v>2.5524800000000001</c:v>
                </c:pt>
                <c:pt idx="9996">
                  <c:v>2.5527799999999998</c:v>
                </c:pt>
                <c:pt idx="9997">
                  <c:v>2.5530900000000001</c:v>
                </c:pt>
                <c:pt idx="9998">
                  <c:v>2.5533899999999998</c:v>
                </c:pt>
                <c:pt idx="9999">
                  <c:v>2.5537000000000001</c:v>
                </c:pt>
                <c:pt idx="10000">
                  <c:v>2.5540099999999999</c:v>
                </c:pt>
                <c:pt idx="10001">
                  <c:v>2.5543100000000001</c:v>
                </c:pt>
                <c:pt idx="10002">
                  <c:v>2.5546199999999999</c:v>
                </c:pt>
                <c:pt idx="10003">
                  <c:v>2.5549200000000001</c:v>
                </c:pt>
                <c:pt idx="10004">
                  <c:v>2.5552299999999999</c:v>
                </c:pt>
                <c:pt idx="10005">
                  <c:v>2.5555300000000001</c:v>
                </c:pt>
                <c:pt idx="10006">
                  <c:v>2.5558399999999999</c:v>
                </c:pt>
                <c:pt idx="10007">
                  <c:v>2.5561400000000001</c:v>
                </c:pt>
                <c:pt idx="10008">
                  <c:v>2.5564499999999999</c:v>
                </c:pt>
                <c:pt idx="10009">
                  <c:v>2.5567500000000001</c:v>
                </c:pt>
                <c:pt idx="10010">
                  <c:v>2.5570599999999999</c:v>
                </c:pt>
                <c:pt idx="10011">
                  <c:v>2.5573700000000001</c:v>
                </c:pt>
                <c:pt idx="10012">
                  <c:v>2.5576699999999999</c:v>
                </c:pt>
                <c:pt idx="10013">
                  <c:v>2.5579800000000001</c:v>
                </c:pt>
                <c:pt idx="10014">
                  <c:v>2.5582799999999999</c:v>
                </c:pt>
                <c:pt idx="10015">
                  <c:v>2.5585900000000001</c:v>
                </c:pt>
                <c:pt idx="10016">
                  <c:v>2.5588899999999999</c:v>
                </c:pt>
                <c:pt idx="10017">
                  <c:v>2.5592000000000001</c:v>
                </c:pt>
                <c:pt idx="10018">
                  <c:v>2.5594999999999999</c:v>
                </c:pt>
                <c:pt idx="10019">
                  <c:v>2.5598100000000001</c:v>
                </c:pt>
                <c:pt idx="10020">
                  <c:v>2.5601099999999999</c:v>
                </c:pt>
                <c:pt idx="10021">
                  <c:v>2.5604200000000001</c:v>
                </c:pt>
                <c:pt idx="10022">
                  <c:v>2.5607199999999999</c:v>
                </c:pt>
                <c:pt idx="10023">
                  <c:v>2.5610300000000001</c:v>
                </c:pt>
                <c:pt idx="10024">
                  <c:v>2.56134</c:v>
                </c:pt>
                <c:pt idx="10025">
                  <c:v>2.5616400000000001</c:v>
                </c:pt>
                <c:pt idx="10026">
                  <c:v>2.5619499999999999</c:v>
                </c:pt>
                <c:pt idx="10027">
                  <c:v>2.5622500000000001</c:v>
                </c:pt>
                <c:pt idx="10028">
                  <c:v>2.5625599999999999</c:v>
                </c:pt>
                <c:pt idx="10029">
                  <c:v>2.5628600000000001</c:v>
                </c:pt>
                <c:pt idx="10030">
                  <c:v>2.5631699999999999</c:v>
                </c:pt>
                <c:pt idx="10031">
                  <c:v>2.5634700000000001</c:v>
                </c:pt>
                <c:pt idx="10032">
                  <c:v>2.5637799999999999</c:v>
                </c:pt>
                <c:pt idx="10033">
                  <c:v>2.5640800000000001</c:v>
                </c:pt>
                <c:pt idx="10034">
                  <c:v>2.5643899999999999</c:v>
                </c:pt>
                <c:pt idx="10035">
                  <c:v>2.5646900000000001</c:v>
                </c:pt>
                <c:pt idx="10036">
                  <c:v>2.5649999999999999</c:v>
                </c:pt>
                <c:pt idx="10037">
                  <c:v>2.5653100000000002</c:v>
                </c:pt>
                <c:pt idx="10038">
                  <c:v>2.5656099999999999</c:v>
                </c:pt>
                <c:pt idx="10039">
                  <c:v>2.5659200000000002</c:v>
                </c:pt>
                <c:pt idx="10040">
                  <c:v>2.5662199999999999</c:v>
                </c:pt>
                <c:pt idx="10041">
                  <c:v>2.5665300000000002</c:v>
                </c:pt>
                <c:pt idx="10042">
                  <c:v>2.5668299999999999</c:v>
                </c:pt>
                <c:pt idx="10043">
                  <c:v>2.5671400000000002</c:v>
                </c:pt>
                <c:pt idx="10044">
                  <c:v>2.5674399999999999</c:v>
                </c:pt>
                <c:pt idx="10045">
                  <c:v>2.5677500000000002</c:v>
                </c:pt>
                <c:pt idx="10046">
                  <c:v>2.5680499999999999</c:v>
                </c:pt>
                <c:pt idx="10047">
                  <c:v>2.5683600000000002</c:v>
                </c:pt>
                <c:pt idx="10048">
                  <c:v>2.5686599999999999</c:v>
                </c:pt>
                <c:pt idx="10049">
                  <c:v>2.5689700000000002</c:v>
                </c:pt>
                <c:pt idx="10050">
                  <c:v>2.56928</c:v>
                </c:pt>
                <c:pt idx="10051">
                  <c:v>2.5695800000000002</c:v>
                </c:pt>
                <c:pt idx="10052">
                  <c:v>2.56989</c:v>
                </c:pt>
                <c:pt idx="10053">
                  <c:v>2.5701900000000002</c:v>
                </c:pt>
                <c:pt idx="10054">
                  <c:v>2.5705</c:v>
                </c:pt>
                <c:pt idx="10055">
                  <c:v>2.5708000000000002</c:v>
                </c:pt>
                <c:pt idx="10056">
                  <c:v>2.57111</c:v>
                </c:pt>
                <c:pt idx="10057">
                  <c:v>2.5714100000000002</c:v>
                </c:pt>
                <c:pt idx="10058">
                  <c:v>2.57172</c:v>
                </c:pt>
                <c:pt idx="10059">
                  <c:v>2.5720200000000002</c:v>
                </c:pt>
                <c:pt idx="10060">
                  <c:v>2.57233</c:v>
                </c:pt>
                <c:pt idx="10061">
                  <c:v>2.5726300000000002</c:v>
                </c:pt>
                <c:pt idx="10062">
                  <c:v>2.57294</c:v>
                </c:pt>
                <c:pt idx="10063">
                  <c:v>2.5732499999999998</c:v>
                </c:pt>
                <c:pt idx="10064">
                  <c:v>2.57355</c:v>
                </c:pt>
                <c:pt idx="10065">
                  <c:v>2.5738599999999998</c:v>
                </c:pt>
                <c:pt idx="10066">
                  <c:v>2.57416</c:v>
                </c:pt>
                <c:pt idx="10067">
                  <c:v>2.5744699999999998</c:v>
                </c:pt>
                <c:pt idx="10068">
                  <c:v>2.57477</c:v>
                </c:pt>
                <c:pt idx="10069">
                  <c:v>2.5750799999999998</c:v>
                </c:pt>
                <c:pt idx="10070">
                  <c:v>2.57538</c:v>
                </c:pt>
                <c:pt idx="10071">
                  <c:v>2.5756899999999998</c:v>
                </c:pt>
                <c:pt idx="10072">
                  <c:v>2.57599</c:v>
                </c:pt>
                <c:pt idx="10073">
                  <c:v>2.5762999999999998</c:v>
                </c:pt>
                <c:pt idx="10074">
                  <c:v>2.5766100000000001</c:v>
                </c:pt>
                <c:pt idx="10075">
                  <c:v>2.5769099999999998</c:v>
                </c:pt>
                <c:pt idx="10076">
                  <c:v>2.5772200000000001</c:v>
                </c:pt>
                <c:pt idx="10077">
                  <c:v>2.5775199999999998</c:v>
                </c:pt>
                <c:pt idx="10078">
                  <c:v>2.5778300000000001</c:v>
                </c:pt>
                <c:pt idx="10079">
                  <c:v>2.5781299999999998</c:v>
                </c:pt>
                <c:pt idx="10080">
                  <c:v>2.5784400000000001</c:v>
                </c:pt>
                <c:pt idx="10081">
                  <c:v>2.5787399999999998</c:v>
                </c:pt>
                <c:pt idx="10082">
                  <c:v>2.5790500000000001</c:v>
                </c:pt>
                <c:pt idx="10083">
                  <c:v>2.5793499999999998</c:v>
                </c:pt>
                <c:pt idx="10084">
                  <c:v>2.5796600000000001</c:v>
                </c:pt>
                <c:pt idx="10085">
                  <c:v>2.5799599999999998</c:v>
                </c:pt>
                <c:pt idx="10086">
                  <c:v>2.5802700000000001</c:v>
                </c:pt>
                <c:pt idx="10087">
                  <c:v>2.5805799999999999</c:v>
                </c:pt>
                <c:pt idx="10088">
                  <c:v>2.5808800000000001</c:v>
                </c:pt>
                <c:pt idx="10089">
                  <c:v>2.5811899999999999</c:v>
                </c:pt>
                <c:pt idx="10090">
                  <c:v>2.5814900000000001</c:v>
                </c:pt>
                <c:pt idx="10091">
                  <c:v>2.5817999999999999</c:v>
                </c:pt>
                <c:pt idx="10092">
                  <c:v>2.5821000000000001</c:v>
                </c:pt>
                <c:pt idx="10093">
                  <c:v>2.5824099999999999</c:v>
                </c:pt>
                <c:pt idx="10094">
                  <c:v>2.5827100000000001</c:v>
                </c:pt>
                <c:pt idx="10095">
                  <c:v>2.5830199999999999</c:v>
                </c:pt>
                <c:pt idx="10096">
                  <c:v>2.5833200000000001</c:v>
                </c:pt>
                <c:pt idx="10097">
                  <c:v>2.5836299999999999</c:v>
                </c:pt>
                <c:pt idx="10098">
                  <c:v>2.5839300000000001</c:v>
                </c:pt>
                <c:pt idx="10099">
                  <c:v>2.5842399999999999</c:v>
                </c:pt>
                <c:pt idx="10100">
                  <c:v>2.5845500000000001</c:v>
                </c:pt>
                <c:pt idx="10101">
                  <c:v>2.5848499999999999</c:v>
                </c:pt>
                <c:pt idx="10102">
                  <c:v>2.5851600000000001</c:v>
                </c:pt>
                <c:pt idx="10103">
                  <c:v>2.5854599999999999</c:v>
                </c:pt>
                <c:pt idx="10104">
                  <c:v>2.5857700000000001</c:v>
                </c:pt>
                <c:pt idx="10105">
                  <c:v>2.5860699999999999</c:v>
                </c:pt>
                <c:pt idx="10106">
                  <c:v>2.5863800000000001</c:v>
                </c:pt>
                <c:pt idx="10107">
                  <c:v>2.5866799999999999</c:v>
                </c:pt>
                <c:pt idx="10108">
                  <c:v>2.5869900000000001</c:v>
                </c:pt>
                <c:pt idx="10109">
                  <c:v>2.5872899999999999</c:v>
                </c:pt>
                <c:pt idx="10110">
                  <c:v>2.5876000000000001</c:v>
                </c:pt>
                <c:pt idx="10111">
                  <c:v>2.5878999999999999</c:v>
                </c:pt>
                <c:pt idx="10112">
                  <c:v>2.5882100000000001</c:v>
                </c:pt>
                <c:pt idx="10113">
                  <c:v>2.5885199999999999</c:v>
                </c:pt>
                <c:pt idx="10114">
                  <c:v>2.5888200000000001</c:v>
                </c:pt>
                <c:pt idx="10115">
                  <c:v>2.5891299999999999</c:v>
                </c:pt>
                <c:pt idx="10116">
                  <c:v>2.5894300000000001</c:v>
                </c:pt>
                <c:pt idx="10117">
                  <c:v>2.5897399999999999</c:v>
                </c:pt>
                <c:pt idx="10118">
                  <c:v>2.5900400000000001</c:v>
                </c:pt>
                <c:pt idx="10119">
                  <c:v>2.5903499999999999</c:v>
                </c:pt>
                <c:pt idx="10120">
                  <c:v>2.5906500000000001</c:v>
                </c:pt>
                <c:pt idx="10121">
                  <c:v>2.5909599999999999</c:v>
                </c:pt>
                <c:pt idx="10122">
                  <c:v>2.5912600000000001</c:v>
                </c:pt>
                <c:pt idx="10123">
                  <c:v>2.5915699999999999</c:v>
                </c:pt>
                <c:pt idx="10124">
                  <c:v>2.5918800000000002</c:v>
                </c:pt>
                <c:pt idx="10125">
                  <c:v>2.5921799999999999</c:v>
                </c:pt>
                <c:pt idx="10126">
                  <c:v>2.5924900000000002</c:v>
                </c:pt>
                <c:pt idx="10127">
                  <c:v>2.5927899999999999</c:v>
                </c:pt>
                <c:pt idx="10128">
                  <c:v>2.5931000000000002</c:v>
                </c:pt>
                <c:pt idx="10129">
                  <c:v>2.5933999999999999</c:v>
                </c:pt>
                <c:pt idx="10130">
                  <c:v>2.5937100000000002</c:v>
                </c:pt>
                <c:pt idx="10131">
                  <c:v>2.5940099999999999</c:v>
                </c:pt>
                <c:pt idx="10132">
                  <c:v>2.5943200000000002</c:v>
                </c:pt>
                <c:pt idx="10133">
                  <c:v>2.5946199999999999</c:v>
                </c:pt>
                <c:pt idx="10134">
                  <c:v>2.5949300000000002</c:v>
                </c:pt>
                <c:pt idx="10135">
                  <c:v>2.5952299999999999</c:v>
                </c:pt>
                <c:pt idx="10136">
                  <c:v>2.5955400000000002</c:v>
                </c:pt>
                <c:pt idx="10137">
                  <c:v>2.59585</c:v>
                </c:pt>
                <c:pt idx="10138">
                  <c:v>2.5961500000000002</c:v>
                </c:pt>
                <c:pt idx="10139">
                  <c:v>2.59646</c:v>
                </c:pt>
                <c:pt idx="10140">
                  <c:v>2.5967600000000002</c:v>
                </c:pt>
                <c:pt idx="10141">
                  <c:v>2.59707</c:v>
                </c:pt>
                <c:pt idx="10142">
                  <c:v>2.5973700000000002</c:v>
                </c:pt>
                <c:pt idx="10143">
                  <c:v>2.59768</c:v>
                </c:pt>
                <c:pt idx="10144">
                  <c:v>2.5979800000000002</c:v>
                </c:pt>
                <c:pt idx="10145">
                  <c:v>2.59829</c:v>
                </c:pt>
                <c:pt idx="10146">
                  <c:v>2.5985900000000002</c:v>
                </c:pt>
                <c:pt idx="10147">
                  <c:v>2.5989</c:v>
                </c:pt>
                <c:pt idx="10148">
                  <c:v>2.5992000000000002</c:v>
                </c:pt>
                <c:pt idx="10149">
                  <c:v>2.59951</c:v>
                </c:pt>
                <c:pt idx="10150">
                  <c:v>2.5998199999999998</c:v>
                </c:pt>
                <c:pt idx="10151">
                  <c:v>2.60012</c:v>
                </c:pt>
                <c:pt idx="10152">
                  <c:v>2.6004299999999998</c:v>
                </c:pt>
                <c:pt idx="10153">
                  <c:v>2.60073</c:v>
                </c:pt>
                <c:pt idx="10154">
                  <c:v>2.6010399999999998</c:v>
                </c:pt>
                <c:pt idx="10155">
                  <c:v>2.60134</c:v>
                </c:pt>
                <c:pt idx="10156">
                  <c:v>2.6016499999999998</c:v>
                </c:pt>
                <c:pt idx="10157">
                  <c:v>2.60195</c:v>
                </c:pt>
                <c:pt idx="10158">
                  <c:v>2.6022599999999998</c:v>
                </c:pt>
                <c:pt idx="10159">
                  <c:v>2.60256</c:v>
                </c:pt>
                <c:pt idx="10160">
                  <c:v>2.6028699999999998</c:v>
                </c:pt>
                <c:pt idx="10161">
                  <c:v>2.60317</c:v>
                </c:pt>
                <c:pt idx="10162">
                  <c:v>2.6034799999999998</c:v>
                </c:pt>
                <c:pt idx="10163">
                  <c:v>2.60379</c:v>
                </c:pt>
                <c:pt idx="10164">
                  <c:v>2.6040899999999998</c:v>
                </c:pt>
                <c:pt idx="10165">
                  <c:v>2.6044</c:v>
                </c:pt>
                <c:pt idx="10166">
                  <c:v>2.6046999999999998</c:v>
                </c:pt>
                <c:pt idx="10167">
                  <c:v>2.60501</c:v>
                </c:pt>
                <c:pt idx="10168">
                  <c:v>2.6053099999999998</c:v>
                </c:pt>
                <c:pt idx="10169">
                  <c:v>2.60562</c:v>
                </c:pt>
                <c:pt idx="10170">
                  <c:v>2.6059199999999998</c:v>
                </c:pt>
                <c:pt idx="10171">
                  <c:v>2.60623</c:v>
                </c:pt>
                <c:pt idx="10172">
                  <c:v>2.6065299999999998</c:v>
                </c:pt>
                <c:pt idx="10173">
                  <c:v>2.60684</c:v>
                </c:pt>
                <c:pt idx="10174">
                  <c:v>2.6071399999999998</c:v>
                </c:pt>
                <c:pt idx="10175">
                  <c:v>2.60745</c:v>
                </c:pt>
                <c:pt idx="10176">
                  <c:v>2.6077599999999999</c:v>
                </c:pt>
                <c:pt idx="10177">
                  <c:v>2.60806</c:v>
                </c:pt>
                <c:pt idx="10178">
                  <c:v>2.6083699999999999</c:v>
                </c:pt>
                <c:pt idx="10179">
                  <c:v>2.60867</c:v>
                </c:pt>
                <c:pt idx="10180">
                  <c:v>2.6089799999999999</c:v>
                </c:pt>
                <c:pt idx="10181">
                  <c:v>2.60928</c:v>
                </c:pt>
                <c:pt idx="10182">
                  <c:v>2.6095899999999999</c:v>
                </c:pt>
                <c:pt idx="10183">
                  <c:v>2.60989</c:v>
                </c:pt>
                <c:pt idx="10184">
                  <c:v>2.6101999999999999</c:v>
                </c:pt>
                <c:pt idx="10185">
                  <c:v>2.6105</c:v>
                </c:pt>
                <c:pt idx="10186">
                  <c:v>2.6108099999999999</c:v>
                </c:pt>
                <c:pt idx="10187">
                  <c:v>2.6111200000000001</c:v>
                </c:pt>
                <c:pt idx="10188">
                  <c:v>2.6114199999999999</c:v>
                </c:pt>
                <c:pt idx="10189">
                  <c:v>2.6117300000000001</c:v>
                </c:pt>
                <c:pt idx="10190">
                  <c:v>2.6120299999999999</c:v>
                </c:pt>
                <c:pt idx="10191">
                  <c:v>2.6123400000000001</c:v>
                </c:pt>
                <c:pt idx="10192">
                  <c:v>2.6126399999999999</c:v>
                </c:pt>
                <c:pt idx="10193">
                  <c:v>2.6129500000000001</c:v>
                </c:pt>
                <c:pt idx="10194">
                  <c:v>2.6132499999999999</c:v>
                </c:pt>
                <c:pt idx="10195">
                  <c:v>2.6135600000000001</c:v>
                </c:pt>
                <c:pt idx="10196">
                  <c:v>2.6138599999999999</c:v>
                </c:pt>
                <c:pt idx="10197">
                  <c:v>2.6141700000000001</c:v>
                </c:pt>
                <c:pt idx="10198">
                  <c:v>2.6144699999999998</c:v>
                </c:pt>
                <c:pt idx="10199">
                  <c:v>2.6147800000000001</c:v>
                </c:pt>
                <c:pt idx="10200">
                  <c:v>2.6150899999999999</c:v>
                </c:pt>
                <c:pt idx="10201">
                  <c:v>2.6153900000000001</c:v>
                </c:pt>
                <c:pt idx="10202">
                  <c:v>2.6156999999999999</c:v>
                </c:pt>
                <c:pt idx="10203">
                  <c:v>2.6160000000000001</c:v>
                </c:pt>
                <c:pt idx="10204">
                  <c:v>2.6163099999999999</c:v>
                </c:pt>
                <c:pt idx="10205">
                  <c:v>2.6166100000000001</c:v>
                </c:pt>
                <c:pt idx="10206">
                  <c:v>2.6169199999999999</c:v>
                </c:pt>
                <c:pt idx="10207">
                  <c:v>2.6172200000000001</c:v>
                </c:pt>
                <c:pt idx="10208">
                  <c:v>2.6175299999999999</c:v>
                </c:pt>
                <c:pt idx="10209">
                  <c:v>2.6178300000000001</c:v>
                </c:pt>
                <c:pt idx="10210">
                  <c:v>2.6181399999999999</c:v>
                </c:pt>
                <c:pt idx="10211">
                  <c:v>2.6184400000000001</c:v>
                </c:pt>
                <c:pt idx="10212">
                  <c:v>2.6187499999999999</c:v>
                </c:pt>
                <c:pt idx="10213">
                  <c:v>2.6190600000000002</c:v>
                </c:pt>
                <c:pt idx="10214">
                  <c:v>2.6193599999999999</c:v>
                </c:pt>
                <c:pt idx="10215">
                  <c:v>2.6196700000000002</c:v>
                </c:pt>
                <c:pt idx="10216">
                  <c:v>2.6199699999999999</c:v>
                </c:pt>
                <c:pt idx="10217">
                  <c:v>2.6202800000000002</c:v>
                </c:pt>
                <c:pt idx="10218">
                  <c:v>2.6205799999999999</c:v>
                </c:pt>
                <c:pt idx="10219">
                  <c:v>2.6208900000000002</c:v>
                </c:pt>
                <c:pt idx="10220">
                  <c:v>2.6211899999999999</c:v>
                </c:pt>
                <c:pt idx="10221">
                  <c:v>2.6215000000000002</c:v>
                </c:pt>
                <c:pt idx="10222">
                  <c:v>2.6217999999999999</c:v>
                </c:pt>
                <c:pt idx="10223">
                  <c:v>2.6221100000000002</c:v>
                </c:pt>
                <c:pt idx="10224">
                  <c:v>2.6224099999999999</c:v>
                </c:pt>
                <c:pt idx="10225">
                  <c:v>2.6227200000000002</c:v>
                </c:pt>
                <c:pt idx="10226">
                  <c:v>2.62303</c:v>
                </c:pt>
                <c:pt idx="10227">
                  <c:v>2.6233300000000002</c:v>
                </c:pt>
                <c:pt idx="10228">
                  <c:v>2.62364</c:v>
                </c:pt>
                <c:pt idx="10229">
                  <c:v>2.6239400000000002</c:v>
                </c:pt>
                <c:pt idx="10230">
                  <c:v>2.62425</c:v>
                </c:pt>
                <c:pt idx="10231">
                  <c:v>2.6245500000000002</c:v>
                </c:pt>
                <c:pt idx="10232">
                  <c:v>2.62486</c:v>
                </c:pt>
                <c:pt idx="10233">
                  <c:v>2.6251600000000002</c:v>
                </c:pt>
                <c:pt idx="10234">
                  <c:v>2.62547</c:v>
                </c:pt>
                <c:pt idx="10235">
                  <c:v>2.6257700000000002</c:v>
                </c:pt>
                <c:pt idx="10236">
                  <c:v>2.62608</c:v>
                </c:pt>
                <c:pt idx="10237">
                  <c:v>2.6263800000000002</c:v>
                </c:pt>
                <c:pt idx="10238">
                  <c:v>2.62669</c:v>
                </c:pt>
                <c:pt idx="10239">
                  <c:v>2.6269999999999998</c:v>
                </c:pt>
                <c:pt idx="10240">
                  <c:v>2.6273</c:v>
                </c:pt>
                <c:pt idx="10241">
                  <c:v>2.6276099999999998</c:v>
                </c:pt>
                <c:pt idx="10242">
                  <c:v>2.62791</c:v>
                </c:pt>
                <c:pt idx="10243">
                  <c:v>2.6282199999999998</c:v>
                </c:pt>
                <c:pt idx="10244">
                  <c:v>2.62852</c:v>
                </c:pt>
                <c:pt idx="10245">
                  <c:v>2.6288299999999998</c:v>
                </c:pt>
                <c:pt idx="10246">
                  <c:v>2.62913</c:v>
                </c:pt>
                <c:pt idx="10247">
                  <c:v>2.6294400000000002</c:v>
                </c:pt>
                <c:pt idx="10248">
                  <c:v>2.62974</c:v>
                </c:pt>
                <c:pt idx="10249">
                  <c:v>2.6300500000000002</c:v>
                </c:pt>
                <c:pt idx="10250">
                  <c:v>2.63036</c:v>
                </c:pt>
                <c:pt idx="10251">
                  <c:v>2.6306600000000002</c:v>
                </c:pt>
                <c:pt idx="10252">
                  <c:v>2.63097</c:v>
                </c:pt>
                <c:pt idx="10253">
                  <c:v>2.6312700000000002</c:v>
                </c:pt>
                <c:pt idx="10254">
                  <c:v>2.63158</c:v>
                </c:pt>
                <c:pt idx="10255">
                  <c:v>2.6318800000000002</c:v>
                </c:pt>
                <c:pt idx="10256">
                  <c:v>2.63219</c:v>
                </c:pt>
                <c:pt idx="10257">
                  <c:v>2.6324900000000002</c:v>
                </c:pt>
                <c:pt idx="10258">
                  <c:v>2.6328</c:v>
                </c:pt>
                <c:pt idx="10259">
                  <c:v>2.6331000000000002</c:v>
                </c:pt>
                <c:pt idx="10260">
                  <c:v>2.63341</c:v>
                </c:pt>
                <c:pt idx="10261">
                  <c:v>2.6337100000000002</c:v>
                </c:pt>
                <c:pt idx="10262">
                  <c:v>2.63402</c:v>
                </c:pt>
                <c:pt idx="10263">
                  <c:v>2.6343299999999998</c:v>
                </c:pt>
                <c:pt idx="10264">
                  <c:v>2.63463</c:v>
                </c:pt>
                <c:pt idx="10265">
                  <c:v>2.6349399999999998</c:v>
                </c:pt>
                <c:pt idx="10266">
                  <c:v>2.63524</c:v>
                </c:pt>
                <c:pt idx="10267">
                  <c:v>2.6355499999999998</c:v>
                </c:pt>
                <c:pt idx="10268">
                  <c:v>2.63585</c:v>
                </c:pt>
                <c:pt idx="10269">
                  <c:v>2.6361599999999998</c:v>
                </c:pt>
                <c:pt idx="10270">
                  <c:v>2.63646</c:v>
                </c:pt>
                <c:pt idx="10271">
                  <c:v>2.6367699999999998</c:v>
                </c:pt>
                <c:pt idx="10272">
                  <c:v>2.63707</c:v>
                </c:pt>
                <c:pt idx="10273">
                  <c:v>2.6373799999999998</c:v>
                </c:pt>
                <c:pt idx="10274">
                  <c:v>2.63768</c:v>
                </c:pt>
                <c:pt idx="10275">
                  <c:v>2.6379899999999998</c:v>
                </c:pt>
                <c:pt idx="10276">
                  <c:v>2.6383000000000001</c:v>
                </c:pt>
                <c:pt idx="10277">
                  <c:v>2.6385999999999998</c:v>
                </c:pt>
                <c:pt idx="10278">
                  <c:v>2.6389100000000001</c:v>
                </c:pt>
                <c:pt idx="10279">
                  <c:v>2.6392099999999998</c:v>
                </c:pt>
                <c:pt idx="10280">
                  <c:v>2.6395200000000001</c:v>
                </c:pt>
                <c:pt idx="10281">
                  <c:v>2.6398199999999998</c:v>
                </c:pt>
                <c:pt idx="10282">
                  <c:v>2.6401300000000001</c:v>
                </c:pt>
                <c:pt idx="10283">
                  <c:v>2.6404299999999998</c:v>
                </c:pt>
                <c:pt idx="10284">
                  <c:v>2.6407400000000001</c:v>
                </c:pt>
                <c:pt idx="10285">
                  <c:v>2.6410399999999998</c:v>
                </c:pt>
                <c:pt idx="10286">
                  <c:v>2.6413500000000001</c:v>
                </c:pt>
                <c:pt idx="10287">
                  <c:v>2.6416499999999998</c:v>
                </c:pt>
                <c:pt idx="10288">
                  <c:v>2.6419600000000001</c:v>
                </c:pt>
                <c:pt idx="10289">
                  <c:v>2.6422699999999999</c:v>
                </c:pt>
                <c:pt idx="10290">
                  <c:v>2.6425700000000001</c:v>
                </c:pt>
                <c:pt idx="10291">
                  <c:v>2.6428799999999999</c:v>
                </c:pt>
                <c:pt idx="10292">
                  <c:v>2.6431800000000001</c:v>
                </c:pt>
                <c:pt idx="10293">
                  <c:v>2.6434899999999999</c:v>
                </c:pt>
                <c:pt idx="10294">
                  <c:v>2.6437900000000001</c:v>
                </c:pt>
                <c:pt idx="10295">
                  <c:v>2.6440999999999999</c:v>
                </c:pt>
                <c:pt idx="10296">
                  <c:v>2.6444000000000001</c:v>
                </c:pt>
                <c:pt idx="10297">
                  <c:v>2.6447099999999999</c:v>
                </c:pt>
                <c:pt idx="10298">
                  <c:v>2.6450100000000001</c:v>
                </c:pt>
                <c:pt idx="10299">
                  <c:v>2.6453199999999999</c:v>
                </c:pt>
                <c:pt idx="10300">
                  <c:v>2.6456300000000001</c:v>
                </c:pt>
                <c:pt idx="10301">
                  <c:v>2.6459299999999999</c:v>
                </c:pt>
                <c:pt idx="10302">
                  <c:v>2.6462400000000001</c:v>
                </c:pt>
                <c:pt idx="10303">
                  <c:v>2.6465399999999999</c:v>
                </c:pt>
                <c:pt idx="10304">
                  <c:v>2.6468500000000001</c:v>
                </c:pt>
                <c:pt idx="10305">
                  <c:v>2.6471499999999999</c:v>
                </c:pt>
                <c:pt idx="10306">
                  <c:v>2.6474600000000001</c:v>
                </c:pt>
                <c:pt idx="10307">
                  <c:v>2.6477599999999999</c:v>
                </c:pt>
                <c:pt idx="10308">
                  <c:v>2.6480700000000001</c:v>
                </c:pt>
                <c:pt idx="10309">
                  <c:v>2.6483699999999999</c:v>
                </c:pt>
                <c:pt idx="10310">
                  <c:v>2.6486800000000001</c:v>
                </c:pt>
                <c:pt idx="10311">
                  <c:v>2.6489799999999999</c:v>
                </c:pt>
                <c:pt idx="10312">
                  <c:v>2.6492900000000001</c:v>
                </c:pt>
                <c:pt idx="10313">
                  <c:v>2.6496</c:v>
                </c:pt>
                <c:pt idx="10314">
                  <c:v>2.6499000000000001</c:v>
                </c:pt>
                <c:pt idx="10315">
                  <c:v>2.65021</c:v>
                </c:pt>
                <c:pt idx="10316">
                  <c:v>2.6505100000000001</c:v>
                </c:pt>
                <c:pt idx="10317">
                  <c:v>2.65082</c:v>
                </c:pt>
                <c:pt idx="10318">
                  <c:v>2.6511200000000001</c:v>
                </c:pt>
                <c:pt idx="10319">
                  <c:v>2.65143</c:v>
                </c:pt>
                <c:pt idx="10320">
                  <c:v>2.6517300000000001</c:v>
                </c:pt>
                <c:pt idx="10321">
                  <c:v>2.65204</c:v>
                </c:pt>
                <c:pt idx="10322">
                  <c:v>2.6523400000000001</c:v>
                </c:pt>
                <c:pt idx="10323">
                  <c:v>2.65265</c:v>
                </c:pt>
                <c:pt idx="10324">
                  <c:v>2.6529500000000001</c:v>
                </c:pt>
                <c:pt idx="10325">
                  <c:v>2.65326</c:v>
                </c:pt>
                <c:pt idx="10326">
                  <c:v>2.6535700000000002</c:v>
                </c:pt>
                <c:pt idx="10327">
                  <c:v>2.65387</c:v>
                </c:pt>
                <c:pt idx="10328">
                  <c:v>2.6541800000000002</c:v>
                </c:pt>
                <c:pt idx="10329">
                  <c:v>2.65448</c:v>
                </c:pt>
                <c:pt idx="10330">
                  <c:v>2.6547900000000002</c:v>
                </c:pt>
                <c:pt idx="10331">
                  <c:v>2.65509</c:v>
                </c:pt>
                <c:pt idx="10332">
                  <c:v>2.6554000000000002</c:v>
                </c:pt>
                <c:pt idx="10333">
                  <c:v>2.6556999999999999</c:v>
                </c:pt>
                <c:pt idx="10334">
                  <c:v>2.6560100000000002</c:v>
                </c:pt>
                <c:pt idx="10335">
                  <c:v>2.6563099999999999</c:v>
                </c:pt>
                <c:pt idx="10336">
                  <c:v>2.6566200000000002</c:v>
                </c:pt>
                <c:pt idx="10337">
                  <c:v>2.6569199999999999</c:v>
                </c:pt>
                <c:pt idx="10338">
                  <c:v>2.6572300000000002</c:v>
                </c:pt>
                <c:pt idx="10339">
                  <c:v>2.65754</c:v>
                </c:pt>
                <c:pt idx="10340">
                  <c:v>2.6578400000000002</c:v>
                </c:pt>
                <c:pt idx="10341">
                  <c:v>2.65815</c:v>
                </c:pt>
                <c:pt idx="10342">
                  <c:v>2.6584500000000002</c:v>
                </c:pt>
                <c:pt idx="10343">
                  <c:v>2.65876</c:v>
                </c:pt>
                <c:pt idx="10344">
                  <c:v>2.6590600000000002</c:v>
                </c:pt>
                <c:pt idx="10345">
                  <c:v>2.65937</c:v>
                </c:pt>
                <c:pt idx="10346">
                  <c:v>2.6596700000000002</c:v>
                </c:pt>
                <c:pt idx="10347">
                  <c:v>2.65998</c:v>
                </c:pt>
                <c:pt idx="10348">
                  <c:v>2.6602800000000002</c:v>
                </c:pt>
                <c:pt idx="10349">
                  <c:v>2.66059</c:v>
                </c:pt>
                <c:pt idx="10350">
                  <c:v>2.6608900000000002</c:v>
                </c:pt>
                <c:pt idx="10351">
                  <c:v>2.6612</c:v>
                </c:pt>
                <c:pt idx="10352">
                  <c:v>2.6615099999999998</c:v>
                </c:pt>
                <c:pt idx="10353">
                  <c:v>2.66181</c:v>
                </c:pt>
                <c:pt idx="10354">
                  <c:v>2.6621199999999998</c:v>
                </c:pt>
                <c:pt idx="10355">
                  <c:v>2.66242</c:v>
                </c:pt>
                <c:pt idx="10356">
                  <c:v>2.6627299999999998</c:v>
                </c:pt>
                <c:pt idx="10357">
                  <c:v>2.66303</c:v>
                </c:pt>
                <c:pt idx="10358">
                  <c:v>2.6633399999999998</c:v>
                </c:pt>
                <c:pt idx="10359">
                  <c:v>2.66364</c:v>
                </c:pt>
                <c:pt idx="10360">
                  <c:v>2.6639499999999998</c:v>
                </c:pt>
                <c:pt idx="10361">
                  <c:v>2.66425</c:v>
                </c:pt>
                <c:pt idx="10362">
                  <c:v>2.6645599999999998</c:v>
                </c:pt>
                <c:pt idx="10363">
                  <c:v>2.6648700000000001</c:v>
                </c:pt>
                <c:pt idx="10364">
                  <c:v>2.6651699999999998</c:v>
                </c:pt>
                <c:pt idx="10365">
                  <c:v>2.6654800000000001</c:v>
                </c:pt>
                <c:pt idx="10366">
                  <c:v>2.6657799999999998</c:v>
                </c:pt>
                <c:pt idx="10367">
                  <c:v>2.6660900000000001</c:v>
                </c:pt>
                <c:pt idx="10368">
                  <c:v>2.6663899999999998</c:v>
                </c:pt>
                <c:pt idx="10369">
                  <c:v>2.6667000000000001</c:v>
                </c:pt>
                <c:pt idx="10370">
                  <c:v>2.6669999999999998</c:v>
                </c:pt>
                <c:pt idx="10371">
                  <c:v>2.6673100000000001</c:v>
                </c:pt>
                <c:pt idx="10372">
                  <c:v>2.6676099999999998</c:v>
                </c:pt>
                <c:pt idx="10373">
                  <c:v>2.6679200000000001</c:v>
                </c:pt>
                <c:pt idx="10374">
                  <c:v>2.6682199999999998</c:v>
                </c:pt>
                <c:pt idx="10375">
                  <c:v>2.6685300000000001</c:v>
                </c:pt>
                <c:pt idx="10376">
                  <c:v>2.6688399999999999</c:v>
                </c:pt>
                <c:pt idx="10377">
                  <c:v>2.6691400000000001</c:v>
                </c:pt>
                <c:pt idx="10378">
                  <c:v>2.6694499999999999</c:v>
                </c:pt>
                <c:pt idx="10379">
                  <c:v>2.6697500000000001</c:v>
                </c:pt>
                <c:pt idx="10380">
                  <c:v>2.6700599999999999</c:v>
                </c:pt>
                <c:pt idx="10381">
                  <c:v>2.6703600000000001</c:v>
                </c:pt>
                <c:pt idx="10382">
                  <c:v>2.6706699999999999</c:v>
                </c:pt>
                <c:pt idx="10383">
                  <c:v>2.6709700000000001</c:v>
                </c:pt>
                <c:pt idx="10384">
                  <c:v>2.6712799999999999</c:v>
                </c:pt>
                <c:pt idx="10385">
                  <c:v>2.6715800000000001</c:v>
                </c:pt>
                <c:pt idx="10386">
                  <c:v>2.6718899999999999</c:v>
                </c:pt>
                <c:pt idx="10387">
                  <c:v>2.6721900000000001</c:v>
                </c:pt>
                <c:pt idx="10388">
                  <c:v>2.6724999999999999</c:v>
                </c:pt>
                <c:pt idx="10389">
                  <c:v>2.6728100000000001</c:v>
                </c:pt>
                <c:pt idx="10390">
                  <c:v>2.6731099999999999</c:v>
                </c:pt>
                <c:pt idx="10391">
                  <c:v>2.6734200000000001</c:v>
                </c:pt>
                <c:pt idx="10392">
                  <c:v>2.6737199999999999</c:v>
                </c:pt>
                <c:pt idx="10393">
                  <c:v>2.6740300000000001</c:v>
                </c:pt>
                <c:pt idx="10394">
                  <c:v>2.6743299999999999</c:v>
                </c:pt>
                <c:pt idx="10395">
                  <c:v>2.6746400000000001</c:v>
                </c:pt>
                <c:pt idx="10396">
                  <c:v>2.6749399999999999</c:v>
                </c:pt>
                <c:pt idx="10397">
                  <c:v>2.6752500000000001</c:v>
                </c:pt>
                <c:pt idx="10398">
                  <c:v>2.6755499999999999</c:v>
                </c:pt>
                <c:pt idx="10399">
                  <c:v>2.6758600000000001</c:v>
                </c:pt>
                <c:pt idx="10400">
                  <c:v>2.6761599999999999</c:v>
                </c:pt>
                <c:pt idx="10401">
                  <c:v>2.6764700000000001</c:v>
                </c:pt>
                <c:pt idx="10402">
                  <c:v>2.6767799999999999</c:v>
                </c:pt>
                <c:pt idx="10403">
                  <c:v>2.6770800000000001</c:v>
                </c:pt>
                <c:pt idx="10404">
                  <c:v>2.6773899999999999</c:v>
                </c:pt>
                <c:pt idx="10405">
                  <c:v>2.6776900000000001</c:v>
                </c:pt>
                <c:pt idx="10406">
                  <c:v>2.6779999999999999</c:v>
                </c:pt>
                <c:pt idx="10407">
                  <c:v>2.6783000000000001</c:v>
                </c:pt>
                <c:pt idx="10408">
                  <c:v>2.6786099999999999</c:v>
                </c:pt>
                <c:pt idx="10409">
                  <c:v>2.6789100000000001</c:v>
                </c:pt>
                <c:pt idx="10410">
                  <c:v>2.6792199999999999</c:v>
                </c:pt>
                <c:pt idx="10411">
                  <c:v>2.6795200000000001</c:v>
                </c:pt>
                <c:pt idx="10412">
                  <c:v>2.6798299999999999</c:v>
                </c:pt>
                <c:pt idx="10413">
                  <c:v>2.6801300000000001</c:v>
                </c:pt>
                <c:pt idx="10414">
                  <c:v>2.6804399999999999</c:v>
                </c:pt>
                <c:pt idx="10415">
                  <c:v>2.6807500000000002</c:v>
                </c:pt>
                <c:pt idx="10416">
                  <c:v>2.6810499999999999</c:v>
                </c:pt>
                <c:pt idx="10417">
                  <c:v>2.6813600000000002</c:v>
                </c:pt>
                <c:pt idx="10418">
                  <c:v>2.6816599999999999</c:v>
                </c:pt>
                <c:pt idx="10419">
                  <c:v>2.6819700000000002</c:v>
                </c:pt>
                <c:pt idx="10420">
                  <c:v>2.6822699999999999</c:v>
                </c:pt>
                <c:pt idx="10421">
                  <c:v>2.6825800000000002</c:v>
                </c:pt>
                <c:pt idx="10422">
                  <c:v>2.6828799999999999</c:v>
                </c:pt>
                <c:pt idx="10423">
                  <c:v>2.6831900000000002</c:v>
                </c:pt>
                <c:pt idx="10424">
                  <c:v>2.6834899999999999</c:v>
                </c:pt>
                <c:pt idx="10425">
                  <c:v>2.6838000000000002</c:v>
                </c:pt>
                <c:pt idx="10426">
                  <c:v>2.68411</c:v>
                </c:pt>
                <c:pt idx="10427">
                  <c:v>2.6844100000000002</c:v>
                </c:pt>
                <c:pt idx="10428">
                  <c:v>2.68472</c:v>
                </c:pt>
                <c:pt idx="10429">
                  <c:v>2.6850200000000002</c:v>
                </c:pt>
                <c:pt idx="10430">
                  <c:v>2.68533</c:v>
                </c:pt>
                <c:pt idx="10431">
                  <c:v>2.6856300000000002</c:v>
                </c:pt>
                <c:pt idx="10432">
                  <c:v>2.68594</c:v>
                </c:pt>
                <c:pt idx="10433">
                  <c:v>2.6862400000000002</c:v>
                </c:pt>
                <c:pt idx="10434">
                  <c:v>2.68655</c:v>
                </c:pt>
                <c:pt idx="10435">
                  <c:v>2.6868500000000002</c:v>
                </c:pt>
                <c:pt idx="10436">
                  <c:v>2.68716</c:v>
                </c:pt>
                <c:pt idx="10437">
                  <c:v>2.6874600000000002</c:v>
                </c:pt>
                <c:pt idx="10438">
                  <c:v>2.68777</c:v>
                </c:pt>
                <c:pt idx="10439">
                  <c:v>2.6880799999999998</c:v>
                </c:pt>
                <c:pt idx="10440">
                  <c:v>2.68838</c:v>
                </c:pt>
                <c:pt idx="10441">
                  <c:v>2.6886899999999998</c:v>
                </c:pt>
                <c:pt idx="10442">
                  <c:v>2.68899</c:v>
                </c:pt>
                <c:pt idx="10443">
                  <c:v>2.6892999999999998</c:v>
                </c:pt>
                <c:pt idx="10444">
                  <c:v>2.6896</c:v>
                </c:pt>
                <c:pt idx="10445">
                  <c:v>2.6899099999999998</c:v>
                </c:pt>
                <c:pt idx="10446">
                  <c:v>2.69021</c:v>
                </c:pt>
                <c:pt idx="10447">
                  <c:v>2.6905199999999998</c:v>
                </c:pt>
                <c:pt idx="10448">
                  <c:v>2.69082</c:v>
                </c:pt>
                <c:pt idx="10449">
                  <c:v>2.6911299999999998</c:v>
                </c:pt>
                <c:pt idx="10450">
                  <c:v>2.69143</c:v>
                </c:pt>
                <c:pt idx="10451">
                  <c:v>2.6917399999999998</c:v>
                </c:pt>
                <c:pt idx="10452">
                  <c:v>2.6920500000000001</c:v>
                </c:pt>
                <c:pt idx="10453">
                  <c:v>2.6923499999999998</c:v>
                </c:pt>
                <c:pt idx="10454">
                  <c:v>2.6926600000000001</c:v>
                </c:pt>
                <c:pt idx="10455">
                  <c:v>2.6929599999999998</c:v>
                </c:pt>
                <c:pt idx="10456">
                  <c:v>2.6932700000000001</c:v>
                </c:pt>
                <c:pt idx="10457">
                  <c:v>2.6935699999999998</c:v>
                </c:pt>
                <c:pt idx="10458">
                  <c:v>2.6938800000000001</c:v>
                </c:pt>
                <c:pt idx="10459">
                  <c:v>2.6941799999999998</c:v>
                </c:pt>
                <c:pt idx="10460">
                  <c:v>2.6944900000000001</c:v>
                </c:pt>
                <c:pt idx="10461">
                  <c:v>2.6947899999999998</c:v>
                </c:pt>
                <c:pt idx="10462">
                  <c:v>2.6951000000000001</c:v>
                </c:pt>
                <c:pt idx="10463">
                  <c:v>2.6953999999999998</c:v>
                </c:pt>
                <c:pt idx="10464">
                  <c:v>2.6957100000000001</c:v>
                </c:pt>
                <c:pt idx="10465">
                  <c:v>2.6960199999999999</c:v>
                </c:pt>
                <c:pt idx="10466">
                  <c:v>2.6963200000000001</c:v>
                </c:pt>
                <c:pt idx="10467">
                  <c:v>2.6966299999999999</c:v>
                </c:pt>
                <c:pt idx="10468">
                  <c:v>2.69693</c:v>
                </c:pt>
                <c:pt idx="10469">
                  <c:v>2.6972399999999999</c:v>
                </c:pt>
                <c:pt idx="10470">
                  <c:v>2.69754</c:v>
                </c:pt>
                <c:pt idx="10471">
                  <c:v>2.6978499999999999</c:v>
                </c:pt>
                <c:pt idx="10472">
                  <c:v>2.69815</c:v>
                </c:pt>
                <c:pt idx="10473">
                  <c:v>2.6984599999999999</c:v>
                </c:pt>
                <c:pt idx="10474">
                  <c:v>2.69876</c:v>
                </c:pt>
                <c:pt idx="10475">
                  <c:v>2.6990699999999999</c:v>
                </c:pt>
                <c:pt idx="10476">
                  <c:v>2.69937</c:v>
                </c:pt>
                <c:pt idx="10477">
                  <c:v>2.6996799999999999</c:v>
                </c:pt>
                <c:pt idx="10478">
                  <c:v>2.6999900000000001</c:v>
                </c:pt>
                <c:pt idx="10479">
                  <c:v>2.7002899999999999</c:v>
                </c:pt>
                <c:pt idx="10480">
                  <c:v>2.7006000000000001</c:v>
                </c:pt>
                <c:pt idx="10481">
                  <c:v>2.7008999999999999</c:v>
                </c:pt>
                <c:pt idx="10482">
                  <c:v>2.7012100000000001</c:v>
                </c:pt>
                <c:pt idx="10483">
                  <c:v>2.7015099999999999</c:v>
                </c:pt>
                <c:pt idx="10484">
                  <c:v>2.7018200000000001</c:v>
                </c:pt>
                <c:pt idx="10485">
                  <c:v>2.7021199999999999</c:v>
                </c:pt>
                <c:pt idx="10486">
                  <c:v>2.7024300000000001</c:v>
                </c:pt>
                <c:pt idx="10487">
                  <c:v>2.7027299999999999</c:v>
                </c:pt>
                <c:pt idx="10488">
                  <c:v>2.7030400000000001</c:v>
                </c:pt>
                <c:pt idx="10489">
                  <c:v>2.7033499999999999</c:v>
                </c:pt>
                <c:pt idx="10490">
                  <c:v>2.7036500000000001</c:v>
                </c:pt>
                <c:pt idx="10491">
                  <c:v>2.7039599999999999</c:v>
                </c:pt>
                <c:pt idx="10492">
                  <c:v>2.7042600000000001</c:v>
                </c:pt>
                <c:pt idx="10493">
                  <c:v>2.7045699999999999</c:v>
                </c:pt>
                <c:pt idx="10494">
                  <c:v>2.7048700000000001</c:v>
                </c:pt>
                <c:pt idx="10495">
                  <c:v>2.7051799999999999</c:v>
                </c:pt>
                <c:pt idx="10496">
                  <c:v>2.7054800000000001</c:v>
                </c:pt>
                <c:pt idx="10497">
                  <c:v>2.7057899999999999</c:v>
                </c:pt>
                <c:pt idx="10498">
                  <c:v>2.7060900000000001</c:v>
                </c:pt>
                <c:pt idx="10499">
                  <c:v>2.7063999999999999</c:v>
                </c:pt>
                <c:pt idx="10500">
                  <c:v>2.7067000000000001</c:v>
                </c:pt>
                <c:pt idx="10501">
                  <c:v>2.7070099999999999</c:v>
                </c:pt>
                <c:pt idx="10502">
                  <c:v>2.7073200000000002</c:v>
                </c:pt>
                <c:pt idx="10503">
                  <c:v>2.7076199999999999</c:v>
                </c:pt>
                <c:pt idx="10504">
                  <c:v>2.7079300000000002</c:v>
                </c:pt>
                <c:pt idx="10505">
                  <c:v>2.7082299999999999</c:v>
                </c:pt>
                <c:pt idx="10506">
                  <c:v>2.7085400000000002</c:v>
                </c:pt>
                <c:pt idx="10507">
                  <c:v>2.7088399999999999</c:v>
                </c:pt>
                <c:pt idx="10508">
                  <c:v>2.7091500000000002</c:v>
                </c:pt>
                <c:pt idx="10509">
                  <c:v>2.7094499999999999</c:v>
                </c:pt>
                <c:pt idx="10510">
                  <c:v>2.7097600000000002</c:v>
                </c:pt>
                <c:pt idx="10511">
                  <c:v>2.7100599999999999</c:v>
                </c:pt>
                <c:pt idx="10512">
                  <c:v>2.7103700000000002</c:v>
                </c:pt>
                <c:pt idx="10513">
                  <c:v>2.7106699999999999</c:v>
                </c:pt>
                <c:pt idx="10514">
                  <c:v>2.7109800000000002</c:v>
                </c:pt>
                <c:pt idx="10515">
                  <c:v>2.71129</c:v>
                </c:pt>
                <c:pt idx="10516">
                  <c:v>2.7115900000000002</c:v>
                </c:pt>
                <c:pt idx="10517">
                  <c:v>2.7119</c:v>
                </c:pt>
                <c:pt idx="10518">
                  <c:v>2.7122000000000002</c:v>
                </c:pt>
                <c:pt idx="10519">
                  <c:v>2.71251</c:v>
                </c:pt>
                <c:pt idx="10520">
                  <c:v>2.7128100000000002</c:v>
                </c:pt>
                <c:pt idx="10521">
                  <c:v>2.71312</c:v>
                </c:pt>
                <c:pt idx="10522">
                  <c:v>2.7134200000000002</c:v>
                </c:pt>
                <c:pt idx="10523">
                  <c:v>2.71373</c:v>
                </c:pt>
                <c:pt idx="10524">
                  <c:v>2.7140300000000002</c:v>
                </c:pt>
                <c:pt idx="10525">
                  <c:v>2.71434</c:v>
                </c:pt>
                <c:pt idx="10526">
                  <c:v>2.7146400000000002</c:v>
                </c:pt>
                <c:pt idx="10527">
                  <c:v>2.71495</c:v>
                </c:pt>
                <c:pt idx="10528">
                  <c:v>2.7152599999999998</c:v>
                </c:pt>
                <c:pt idx="10529">
                  <c:v>2.71556</c:v>
                </c:pt>
                <c:pt idx="10530">
                  <c:v>2.7158699999999998</c:v>
                </c:pt>
                <c:pt idx="10531">
                  <c:v>2.71617</c:v>
                </c:pt>
                <c:pt idx="10532">
                  <c:v>2.7164799999999998</c:v>
                </c:pt>
                <c:pt idx="10533">
                  <c:v>2.71678</c:v>
                </c:pt>
                <c:pt idx="10534">
                  <c:v>2.7170899999999998</c:v>
                </c:pt>
                <c:pt idx="10535">
                  <c:v>2.71739</c:v>
                </c:pt>
                <c:pt idx="10536">
                  <c:v>2.7176999999999998</c:v>
                </c:pt>
                <c:pt idx="10537">
                  <c:v>2.718</c:v>
                </c:pt>
                <c:pt idx="10538">
                  <c:v>2.7183099999999998</c:v>
                </c:pt>
                <c:pt idx="10539">
                  <c:v>2.71862</c:v>
                </c:pt>
                <c:pt idx="10540">
                  <c:v>2.7189199999999998</c:v>
                </c:pt>
                <c:pt idx="10541">
                  <c:v>2.71923</c:v>
                </c:pt>
                <c:pt idx="10542">
                  <c:v>2.7195299999999998</c:v>
                </c:pt>
                <c:pt idx="10543">
                  <c:v>2.71984</c:v>
                </c:pt>
                <c:pt idx="10544">
                  <c:v>2.7201399999999998</c:v>
                </c:pt>
                <c:pt idx="10545">
                  <c:v>2.72045</c:v>
                </c:pt>
                <c:pt idx="10546">
                  <c:v>2.7207499999999998</c:v>
                </c:pt>
                <c:pt idx="10547">
                  <c:v>2.72106</c:v>
                </c:pt>
                <c:pt idx="10548">
                  <c:v>2.7213599999999998</c:v>
                </c:pt>
                <c:pt idx="10549">
                  <c:v>2.72167</c:v>
                </c:pt>
                <c:pt idx="10550">
                  <c:v>2.7219699999999998</c:v>
                </c:pt>
                <c:pt idx="10551">
                  <c:v>2.72228</c:v>
                </c:pt>
                <c:pt idx="10552">
                  <c:v>2.7225899999999998</c:v>
                </c:pt>
                <c:pt idx="10553">
                  <c:v>2.72289</c:v>
                </c:pt>
                <c:pt idx="10554">
                  <c:v>2.7231999999999998</c:v>
                </c:pt>
                <c:pt idx="10555">
                  <c:v>2.7235</c:v>
                </c:pt>
                <c:pt idx="10556">
                  <c:v>2.7238099999999998</c:v>
                </c:pt>
                <c:pt idx="10557">
                  <c:v>2.72411</c:v>
                </c:pt>
                <c:pt idx="10558">
                  <c:v>2.7244199999999998</c:v>
                </c:pt>
                <c:pt idx="10559">
                  <c:v>2.72472</c:v>
                </c:pt>
                <c:pt idx="10560">
                  <c:v>2.7250299999999998</c:v>
                </c:pt>
                <c:pt idx="10561">
                  <c:v>2.72533</c:v>
                </c:pt>
                <c:pt idx="10562">
                  <c:v>2.7256399999999998</c:v>
                </c:pt>
                <c:pt idx="10563">
                  <c:v>2.72594</c:v>
                </c:pt>
                <c:pt idx="10564">
                  <c:v>2.7262499999999998</c:v>
                </c:pt>
                <c:pt idx="10565">
                  <c:v>2.7265600000000001</c:v>
                </c:pt>
                <c:pt idx="10566">
                  <c:v>2.7268599999999998</c:v>
                </c:pt>
                <c:pt idx="10567">
                  <c:v>2.7271700000000001</c:v>
                </c:pt>
                <c:pt idx="10568">
                  <c:v>2.7274699999999998</c:v>
                </c:pt>
                <c:pt idx="10569">
                  <c:v>2.7277800000000001</c:v>
                </c:pt>
                <c:pt idx="10570">
                  <c:v>2.7280799999999998</c:v>
                </c:pt>
                <c:pt idx="10571">
                  <c:v>2.7283900000000001</c:v>
                </c:pt>
                <c:pt idx="10572">
                  <c:v>2.7286899999999998</c:v>
                </c:pt>
                <c:pt idx="10573">
                  <c:v>2.7290000000000001</c:v>
                </c:pt>
                <c:pt idx="10574">
                  <c:v>2.7292999999999998</c:v>
                </c:pt>
                <c:pt idx="10575">
                  <c:v>2.7296100000000001</c:v>
                </c:pt>
                <c:pt idx="10576">
                  <c:v>2.7299099999999998</c:v>
                </c:pt>
                <c:pt idx="10577">
                  <c:v>2.7302200000000001</c:v>
                </c:pt>
                <c:pt idx="10578">
                  <c:v>2.7305299999999999</c:v>
                </c:pt>
                <c:pt idx="10579">
                  <c:v>2.7308300000000001</c:v>
                </c:pt>
                <c:pt idx="10580">
                  <c:v>2.7311399999999999</c:v>
                </c:pt>
                <c:pt idx="10581">
                  <c:v>2.7314400000000001</c:v>
                </c:pt>
                <c:pt idx="10582">
                  <c:v>2.7317499999999999</c:v>
                </c:pt>
                <c:pt idx="10583">
                  <c:v>2.7320500000000001</c:v>
                </c:pt>
                <c:pt idx="10584">
                  <c:v>2.7323599999999999</c:v>
                </c:pt>
                <c:pt idx="10585">
                  <c:v>2.7326600000000001</c:v>
                </c:pt>
                <c:pt idx="10586">
                  <c:v>2.7329699999999999</c:v>
                </c:pt>
                <c:pt idx="10587">
                  <c:v>2.7332700000000001</c:v>
                </c:pt>
                <c:pt idx="10588">
                  <c:v>2.7335799999999999</c:v>
                </c:pt>
                <c:pt idx="10589">
                  <c:v>2.7338800000000001</c:v>
                </c:pt>
                <c:pt idx="10590">
                  <c:v>2.7341899999999999</c:v>
                </c:pt>
                <c:pt idx="10591">
                  <c:v>2.7345000000000002</c:v>
                </c:pt>
                <c:pt idx="10592">
                  <c:v>2.7347999999999999</c:v>
                </c:pt>
                <c:pt idx="10593">
                  <c:v>2.7351100000000002</c:v>
                </c:pt>
                <c:pt idx="10594">
                  <c:v>2.7354099999999999</c:v>
                </c:pt>
                <c:pt idx="10595">
                  <c:v>2.7357200000000002</c:v>
                </c:pt>
                <c:pt idx="10596">
                  <c:v>2.7360199999999999</c:v>
                </c:pt>
                <c:pt idx="10597">
                  <c:v>2.7363300000000002</c:v>
                </c:pt>
                <c:pt idx="10598">
                  <c:v>2.7366299999999999</c:v>
                </c:pt>
                <c:pt idx="10599">
                  <c:v>2.7369400000000002</c:v>
                </c:pt>
                <c:pt idx="10600">
                  <c:v>2.7372399999999999</c:v>
                </c:pt>
                <c:pt idx="10601">
                  <c:v>2.7375500000000001</c:v>
                </c:pt>
                <c:pt idx="10602">
                  <c:v>2.73786</c:v>
                </c:pt>
                <c:pt idx="10603">
                  <c:v>2.7381600000000001</c:v>
                </c:pt>
                <c:pt idx="10604">
                  <c:v>2.73847</c:v>
                </c:pt>
                <c:pt idx="10605">
                  <c:v>2.7387700000000001</c:v>
                </c:pt>
                <c:pt idx="10606">
                  <c:v>2.73908</c:v>
                </c:pt>
                <c:pt idx="10607">
                  <c:v>2.7393800000000001</c:v>
                </c:pt>
                <c:pt idx="10608">
                  <c:v>2.73969</c:v>
                </c:pt>
                <c:pt idx="10609">
                  <c:v>2.7399900000000001</c:v>
                </c:pt>
                <c:pt idx="10610">
                  <c:v>2.7403</c:v>
                </c:pt>
                <c:pt idx="10611">
                  <c:v>2.7406000000000001</c:v>
                </c:pt>
                <c:pt idx="10612">
                  <c:v>2.74091</c:v>
                </c:pt>
                <c:pt idx="10613">
                  <c:v>2.7412100000000001</c:v>
                </c:pt>
                <c:pt idx="10614">
                  <c:v>2.74152</c:v>
                </c:pt>
                <c:pt idx="10615">
                  <c:v>2.7418300000000002</c:v>
                </c:pt>
                <c:pt idx="10616">
                  <c:v>2.74213</c:v>
                </c:pt>
                <c:pt idx="10617">
                  <c:v>2.7424400000000002</c:v>
                </c:pt>
                <c:pt idx="10618">
                  <c:v>2.74274</c:v>
                </c:pt>
                <c:pt idx="10619">
                  <c:v>2.7430500000000002</c:v>
                </c:pt>
                <c:pt idx="10620">
                  <c:v>2.74335</c:v>
                </c:pt>
                <c:pt idx="10621">
                  <c:v>2.7436600000000002</c:v>
                </c:pt>
                <c:pt idx="10622">
                  <c:v>2.74396</c:v>
                </c:pt>
                <c:pt idx="10623">
                  <c:v>2.7442700000000002</c:v>
                </c:pt>
                <c:pt idx="10624">
                  <c:v>2.74457</c:v>
                </c:pt>
                <c:pt idx="10625">
                  <c:v>2.7448800000000002</c:v>
                </c:pt>
                <c:pt idx="10626">
                  <c:v>2.74518</c:v>
                </c:pt>
                <c:pt idx="10627">
                  <c:v>2.7454900000000002</c:v>
                </c:pt>
                <c:pt idx="10628">
                  <c:v>2.7458</c:v>
                </c:pt>
                <c:pt idx="10629">
                  <c:v>2.7461000000000002</c:v>
                </c:pt>
                <c:pt idx="10630">
                  <c:v>2.74641</c:v>
                </c:pt>
                <c:pt idx="10631">
                  <c:v>2.7467100000000002</c:v>
                </c:pt>
                <c:pt idx="10632">
                  <c:v>2.74702</c:v>
                </c:pt>
                <c:pt idx="10633">
                  <c:v>2.7473200000000002</c:v>
                </c:pt>
                <c:pt idx="10634">
                  <c:v>2.74763</c:v>
                </c:pt>
                <c:pt idx="10635">
                  <c:v>2.7479300000000002</c:v>
                </c:pt>
                <c:pt idx="10636">
                  <c:v>2.74824</c:v>
                </c:pt>
                <c:pt idx="10637">
                  <c:v>2.7485400000000002</c:v>
                </c:pt>
                <c:pt idx="10638">
                  <c:v>2.74885</c:v>
                </c:pt>
                <c:pt idx="10639">
                  <c:v>2.7491500000000002</c:v>
                </c:pt>
                <c:pt idx="10640">
                  <c:v>2.74946</c:v>
                </c:pt>
                <c:pt idx="10641">
                  <c:v>2.7497699999999998</c:v>
                </c:pt>
                <c:pt idx="10642">
                  <c:v>2.75007</c:v>
                </c:pt>
                <c:pt idx="10643">
                  <c:v>2.7503799999999998</c:v>
                </c:pt>
                <c:pt idx="10644">
                  <c:v>2.75068</c:v>
                </c:pt>
                <c:pt idx="10645">
                  <c:v>2.7509899999999998</c:v>
                </c:pt>
                <c:pt idx="10646">
                  <c:v>2.75129</c:v>
                </c:pt>
                <c:pt idx="10647">
                  <c:v>2.7515999999999998</c:v>
                </c:pt>
                <c:pt idx="10648">
                  <c:v>2.7519</c:v>
                </c:pt>
                <c:pt idx="10649">
                  <c:v>2.7522099999999998</c:v>
                </c:pt>
                <c:pt idx="10650">
                  <c:v>2.75251</c:v>
                </c:pt>
                <c:pt idx="10651">
                  <c:v>2.7528199999999998</c:v>
                </c:pt>
                <c:pt idx="10652">
                  <c:v>2.75312</c:v>
                </c:pt>
                <c:pt idx="10653">
                  <c:v>2.7534299999999998</c:v>
                </c:pt>
                <c:pt idx="10654">
                  <c:v>2.7537400000000001</c:v>
                </c:pt>
                <c:pt idx="10655">
                  <c:v>2.7540399999999998</c:v>
                </c:pt>
                <c:pt idx="10656">
                  <c:v>2.7543500000000001</c:v>
                </c:pt>
                <c:pt idx="10657">
                  <c:v>2.7546499999999998</c:v>
                </c:pt>
                <c:pt idx="10658">
                  <c:v>2.7549600000000001</c:v>
                </c:pt>
                <c:pt idx="10659">
                  <c:v>2.7552599999999998</c:v>
                </c:pt>
                <c:pt idx="10660">
                  <c:v>2.7555700000000001</c:v>
                </c:pt>
                <c:pt idx="10661">
                  <c:v>2.7558699999999998</c:v>
                </c:pt>
                <c:pt idx="10662">
                  <c:v>2.7561800000000001</c:v>
                </c:pt>
                <c:pt idx="10663">
                  <c:v>2.7564799999999998</c:v>
                </c:pt>
                <c:pt idx="10664">
                  <c:v>2.7567900000000001</c:v>
                </c:pt>
                <c:pt idx="10665">
                  <c:v>2.7570999999999999</c:v>
                </c:pt>
                <c:pt idx="10666">
                  <c:v>2.7574000000000001</c:v>
                </c:pt>
                <c:pt idx="10667">
                  <c:v>2.7577099999999999</c:v>
                </c:pt>
                <c:pt idx="10668">
                  <c:v>2.7580100000000001</c:v>
                </c:pt>
                <c:pt idx="10669">
                  <c:v>2.7583199999999999</c:v>
                </c:pt>
                <c:pt idx="10670">
                  <c:v>2.7586200000000001</c:v>
                </c:pt>
                <c:pt idx="10671">
                  <c:v>2.7589299999999999</c:v>
                </c:pt>
                <c:pt idx="10672">
                  <c:v>2.7592300000000001</c:v>
                </c:pt>
                <c:pt idx="10673">
                  <c:v>2.7595399999999999</c:v>
                </c:pt>
                <c:pt idx="10674">
                  <c:v>2.7598400000000001</c:v>
                </c:pt>
                <c:pt idx="10675">
                  <c:v>2.7601499999999999</c:v>
                </c:pt>
                <c:pt idx="10676">
                  <c:v>2.7604500000000001</c:v>
                </c:pt>
                <c:pt idx="10677">
                  <c:v>2.7607599999999999</c:v>
                </c:pt>
                <c:pt idx="10678">
                  <c:v>2.7610700000000001</c:v>
                </c:pt>
                <c:pt idx="10679">
                  <c:v>2.7613699999999999</c:v>
                </c:pt>
                <c:pt idx="10680">
                  <c:v>2.7616800000000001</c:v>
                </c:pt>
                <c:pt idx="10681">
                  <c:v>2.7619799999999999</c:v>
                </c:pt>
                <c:pt idx="10682">
                  <c:v>2.7622900000000001</c:v>
                </c:pt>
                <c:pt idx="10683">
                  <c:v>2.7625899999999999</c:v>
                </c:pt>
                <c:pt idx="10684">
                  <c:v>2.7629000000000001</c:v>
                </c:pt>
                <c:pt idx="10685">
                  <c:v>2.7631999999999999</c:v>
                </c:pt>
                <c:pt idx="10686">
                  <c:v>2.7635100000000001</c:v>
                </c:pt>
                <c:pt idx="10687">
                  <c:v>2.7638099999999999</c:v>
                </c:pt>
                <c:pt idx="10688">
                  <c:v>2.7641200000000001</c:v>
                </c:pt>
                <c:pt idx="10689">
                  <c:v>2.7644199999999999</c:v>
                </c:pt>
                <c:pt idx="10690">
                  <c:v>2.7647300000000001</c:v>
                </c:pt>
                <c:pt idx="10691">
                  <c:v>2.7650399999999999</c:v>
                </c:pt>
                <c:pt idx="10692">
                  <c:v>2.7653400000000001</c:v>
                </c:pt>
                <c:pt idx="10693">
                  <c:v>2.7656499999999999</c:v>
                </c:pt>
                <c:pt idx="10694">
                  <c:v>2.7659500000000001</c:v>
                </c:pt>
                <c:pt idx="10695">
                  <c:v>2.7662599999999999</c:v>
                </c:pt>
                <c:pt idx="10696">
                  <c:v>2.7665600000000001</c:v>
                </c:pt>
                <c:pt idx="10697">
                  <c:v>2.7668699999999999</c:v>
                </c:pt>
                <c:pt idx="10698">
                  <c:v>2.7671700000000001</c:v>
                </c:pt>
                <c:pt idx="10699">
                  <c:v>2.7674799999999999</c:v>
                </c:pt>
                <c:pt idx="10700">
                  <c:v>2.7677800000000001</c:v>
                </c:pt>
                <c:pt idx="10701">
                  <c:v>2.7680899999999999</c:v>
                </c:pt>
                <c:pt idx="10702">
                  <c:v>2.7683900000000001</c:v>
                </c:pt>
                <c:pt idx="10703">
                  <c:v>2.7686999999999999</c:v>
                </c:pt>
                <c:pt idx="10704">
                  <c:v>2.7690100000000002</c:v>
                </c:pt>
                <c:pt idx="10705">
                  <c:v>2.7693099999999999</c:v>
                </c:pt>
                <c:pt idx="10706">
                  <c:v>2.7696200000000002</c:v>
                </c:pt>
                <c:pt idx="10707">
                  <c:v>2.7699199999999999</c:v>
                </c:pt>
                <c:pt idx="10708">
                  <c:v>2.7702300000000002</c:v>
                </c:pt>
                <c:pt idx="10709">
                  <c:v>2.7705299999999999</c:v>
                </c:pt>
                <c:pt idx="10710">
                  <c:v>2.7708400000000002</c:v>
                </c:pt>
                <c:pt idx="10711">
                  <c:v>2.7711399999999999</c:v>
                </c:pt>
                <c:pt idx="10712">
                  <c:v>2.7714500000000002</c:v>
                </c:pt>
                <c:pt idx="10713">
                  <c:v>2.7717499999999999</c:v>
                </c:pt>
                <c:pt idx="10714">
                  <c:v>2.7720600000000002</c:v>
                </c:pt>
                <c:pt idx="10715">
                  <c:v>2.77237</c:v>
                </c:pt>
                <c:pt idx="10716">
                  <c:v>2.7726700000000002</c:v>
                </c:pt>
                <c:pt idx="10717">
                  <c:v>2.77298</c:v>
                </c:pt>
                <c:pt idx="10718">
                  <c:v>2.7732800000000002</c:v>
                </c:pt>
                <c:pt idx="10719">
                  <c:v>2.77359</c:v>
                </c:pt>
                <c:pt idx="10720">
                  <c:v>2.7738900000000002</c:v>
                </c:pt>
                <c:pt idx="10721">
                  <c:v>2.7742</c:v>
                </c:pt>
                <c:pt idx="10722">
                  <c:v>2.7745000000000002</c:v>
                </c:pt>
                <c:pt idx="10723">
                  <c:v>2.77481</c:v>
                </c:pt>
                <c:pt idx="10724">
                  <c:v>2.7751100000000002</c:v>
                </c:pt>
                <c:pt idx="10725">
                  <c:v>2.77542</c:v>
                </c:pt>
                <c:pt idx="10726">
                  <c:v>2.7757200000000002</c:v>
                </c:pt>
                <c:pt idx="10727">
                  <c:v>2.77603</c:v>
                </c:pt>
                <c:pt idx="10728">
                  <c:v>2.7763399999999998</c:v>
                </c:pt>
                <c:pt idx="10729">
                  <c:v>2.77664</c:v>
                </c:pt>
                <c:pt idx="10730">
                  <c:v>2.7769499999999998</c:v>
                </c:pt>
                <c:pt idx="10731">
                  <c:v>2.77725</c:v>
                </c:pt>
                <c:pt idx="10732">
                  <c:v>2.7775599999999998</c:v>
                </c:pt>
                <c:pt idx="10733">
                  <c:v>2.77786</c:v>
                </c:pt>
                <c:pt idx="10734">
                  <c:v>2.7781699999999998</c:v>
                </c:pt>
                <c:pt idx="10735">
                  <c:v>2.77847</c:v>
                </c:pt>
                <c:pt idx="10736">
                  <c:v>2.7787799999999998</c:v>
                </c:pt>
                <c:pt idx="10737">
                  <c:v>2.77908</c:v>
                </c:pt>
                <c:pt idx="10738">
                  <c:v>2.7793899999999998</c:v>
                </c:pt>
                <c:pt idx="10739">
                  <c:v>2.77969</c:v>
                </c:pt>
                <c:pt idx="10740">
                  <c:v>2.78</c:v>
                </c:pt>
                <c:pt idx="10741">
                  <c:v>2.7803100000000001</c:v>
                </c:pt>
                <c:pt idx="10742">
                  <c:v>2.7806099999999998</c:v>
                </c:pt>
                <c:pt idx="10743">
                  <c:v>2.7809200000000001</c:v>
                </c:pt>
                <c:pt idx="10744">
                  <c:v>2.7812199999999998</c:v>
                </c:pt>
                <c:pt idx="10745">
                  <c:v>2.7815300000000001</c:v>
                </c:pt>
                <c:pt idx="10746">
                  <c:v>2.7818299999999998</c:v>
                </c:pt>
                <c:pt idx="10747">
                  <c:v>2.7821400000000001</c:v>
                </c:pt>
                <c:pt idx="10748">
                  <c:v>2.7824399999999998</c:v>
                </c:pt>
                <c:pt idx="10749">
                  <c:v>2.7827500000000001</c:v>
                </c:pt>
                <c:pt idx="10750">
                  <c:v>2.7830499999999998</c:v>
                </c:pt>
                <c:pt idx="10751">
                  <c:v>2.7833600000000001</c:v>
                </c:pt>
                <c:pt idx="10752">
                  <c:v>2.7836599999999998</c:v>
                </c:pt>
                <c:pt idx="10753">
                  <c:v>2.7839700000000001</c:v>
                </c:pt>
                <c:pt idx="10754">
                  <c:v>2.7842799999999999</c:v>
                </c:pt>
                <c:pt idx="10755">
                  <c:v>2.7845800000000001</c:v>
                </c:pt>
                <c:pt idx="10756">
                  <c:v>2.7848899999999999</c:v>
                </c:pt>
                <c:pt idx="10757">
                  <c:v>2.7851900000000001</c:v>
                </c:pt>
                <c:pt idx="10758">
                  <c:v>2.7854999999999999</c:v>
                </c:pt>
                <c:pt idx="10759">
                  <c:v>2.7858000000000001</c:v>
                </c:pt>
                <c:pt idx="10760">
                  <c:v>2.7861099999999999</c:v>
                </c:pt>
                <c:pt idx="10761">
                  <c:v>2.7864100000000001</c:v>
                </c:pt>
                <c:pt idx="10762">
                  <c:v>2.7867199999999999</c:v>
                </c:pt>
                <c:pt idx="10763">
                  <c:v>2.7870200000000001</c:v>
                </c:pt>
                <c:pt idx="10764">
                  <c:v>2.7873299999999999</c:v>
                </c:pt>
                <c:pt idx="10765">
                  <c:v>2.7876300000000001</c:v>
                </c:pt>
                <c:pt idx="10766">
                  <c:v>2.7879399999999999</c:v>
                </c:pt>
                <c:pt idx="10767">
                  <c:v>2.7882500000000001</c:v>
                </c:pt>
                <c:pt idx="10768">
                  <c:v>2.7885499999999999</c:v>
                </c:pt>
                <c:pt idx="10769">
                  <c:v>2.7888600000000001</c:v>
                </c:pt>
                <c:pt idx="10770">
                  <c:v>2.7891599999999999</c:v>
                </c:pt>
                <c:pt idx="10771">
                  <c:v>2.7894700000000001</c:v>
                </c:pt>
                <c:pt idx="10772">
                  <c:v>2.7897699999999999</c:v>
                </c:pt>
                <c:pt idx="10773">
                  <c:v>2.7900800000000001</c:v>
                </c:pt>
                <c:pt idx="10774">
                  <c:v>2.7903799999999999</c:v>
                </c:pt>
                <c:pt idx="10775">
                  <c:v>2.7906900000000001</c:v>
                </c:pt>
                <c:pt idx="10776">
                  <c:v>2.7909899999999999</c:v>
                </c:pt>
                <c:pt idx="10777">
                  <c:v>2.7913000000000001</c:v>
                </c:pt>
                <c:pt idx="10778">
                  <c:v>2.7916099999999999</c:v>
                </c:pt>
                <c:pt idx="10779">
                  <c:v>2.7919100000000001</c:v>
                </c:pt>
                <c:pt idx="10780">
                  <c:v>2.7922199999999999</c:v>
                </c:pt>
                <c:pt idx="10781">
                  <c:v>2.7925200000000001</c:v>
                </c:pt>
                <c:pt idx="10782">
                  <c:v>2.7928299999999999</c:v>
                </c:pt>
                <c:pt idx="10783">
                  <c:v>2.7931300000000001</c:v>
                </c:pt>
                <c:pt idx="10784">
                  <c:v>2.7934399999999999</c:v>
                </c:pt>
                <c:pt idx="10785">
                  <c:v>2.7937400000000001</c:v>
                </c:pt>
                <c:pt idx="10786">
                  <c:v>2.7940499999999999</c:v>
                </c:pt>
                <c:pt idx="10787">
                  <c:v>2.7943500000000001</c:v>
                </c:pt>
                <c:pt idx="10788">
                  <c:v>2.7946599999999999</c:v>
                </c:pt>
                <c:pt idx="10789">
                  <c:v>2.7949600000000001</c:v>
                </c:pt>
                <c:pt idx="10790">
                  <c:v>2.7952699999999999</c:v>
                </c:pt>
                <c:pt idx="10791">
                  <c:v>2.7955800000000002</c:v>
                </c:pt>
                <c:pt idx="10792">
                  <c:v>2.7958799999999999</c:v>
                </c:pt>
                <c:pt idx="10793">
                  <c:v>2.7961900000000002</c:v>
                </c:pt>
                <c:pt idx="10794">
                  <c:v>2.7964899999999999</c:v>
                </c:pt>
                <c:pt idx="10795">
                  <c:v>2.7968000000000002</c:v>
                </c:pt>
                <c:pt idx="10796">
                  <c:v>2.7970999999999999</c:v>
                </c:pt>
                <c:pt idx="10797">
                  <c:v>2.7974100000000002</c:v>
                </c:pt>
                <c:pt idx="10798">
                  <c:v>2.7977099999999999</c:v>
                </c:pt>
                <c:pt idx="10799">
                  <c:v>2.7980200000000002</c:v>
                </c:pt>
                <c:pt idx="10800">
                  <c:v>2.7983199999999999</c:v>
                </c:pt>
                <c:pt idx="10801">
                  <c:v>2.7986300000000002</c:v>
                </c:pt>
                <c:pt idx="10802">
                  <c:v>2.7989299999999999</c:v>
                </c:pt>
                <c:pt idx="10803">
                  <c:v>2.7992400000000002</c:v>
                </c:pt>
                <c:pt idx="10804">
                  <c:v>2.79955</c:v>
                </c:pt>
                <c:pt idx="10805">
                  <c:v>2.7998500000000002</c:v>
                </c:pt>
                <c:pt idx="10806">
                  <c:v>2.80016</c:v>
                </c:pt>
                <c:pt idx="10807">
                  <c:v>2.8004600000000002</c:v>
                </c:pt>
                <c:pt idx="10808">
                  <c:v>2.80077</c:v>
                </c:pt>
                <c:pt idx="10809">
                  <c:v>2.8010700000000002</c:v>
                </c:pt>
                <c:pt idx="10810">
                  <c:v>2.80138</c:v>
                </c:pt>
                <c:pt idx="10811">
                  <c:v>2.8016800000000002</c:v>
                </c:pt>
                <c:pt idx="10812">
                  <c:v>2.80199</c:v>
                </c:pt>
                <c:pt idx="10813">
                  <c:v>2.8022900000000002</c:v>
                </c:pt>
                <c:pt idx="10814">
                  <c:v>2.8026</c:v>
                </c:pt>
                <c:pt idx="10815">
                  <c:v>2.8029000000000002</c:v>
                </c:pt>
                <c:pt idx="10816">
                  <c:v>2.80321</c:v>
                </c:pt>
                <c:pt idx="10817">
                  <c:v>2.8035199999999998</c:v>
                </c:pt>
                <c:pt idx="10818">
                  <c:v>2.80382</c:v>
                </c:pt>
                <c:pt idx="10819">
                  <c:v>2.8041299999999998</c:v>
                </c:pt>
                <c:pt idx="10820">
                  <c:v>2.80443</c:v>
                </c:pt>
                <c:pt idx="10821">
                  <c:v>2.8047399999999998</c:v>
                </c:pt>
                <c:pt idx="10822">
                  <c:v>2.80504</c:v>
                </c:pt>
                <c:pt idx="10823">
                  <c:v>2.8053499999999998</c:v>
                </c:pt>
                <c:pt idx="10824">
                  <c:v>2.80565</c:v>
                </c:pt>
                <c:pt idx="10825">
                  <c:v>2.8059599999999998</c:v>
                </c:pt>
                <c:pt idx="10826">
                  <c:v>2.80626</c:v>
                </c:pt>
                <c:pt idx="10827">
                  <c:v>2.8065699999999998</c:v>
                </c:pt>
                <c:pt idx="10828">
                  <c:v>2.80687</c:v>
                </c:pt>
                <c:pt idx="10829">
                  <c:v>2.8071799999999998</c:v>
                </c:pt>
                <c:pt idx="10830">
                  <c:v>2.80749</c:v>
                </c:pt>
                <c:pt idx="10831">
                  <c:v>2.8077899999999998</c:v>
                </c:pt>
                <c:pt idx="10832">
                  <c:v>2.8081</c:v>
                </c:pt>
                <c:pt idx="10833">
                  <c:v>2.8083999999999998</c:v>
                </c:pt>
                <c:pt idx="10834">
                  <c:v>2.80871</c:v>
                </c:pt>
                <c:pt idx="10835">
                  <c:v>2.8090099999999998</c:v>
                </c:pt>
                <c:pt idx="10836">
                  <c:v>2.80932</c:v>
                </c:pt>
                <c:pt idx="10837">
                  <c:v>2.8096199999999998</c:v>
                </c:pt>
                <c:pt idx="10838">
                  <c:v>2.80993</c:v>
                </c:pt>
                <c:pt idx="10839">
                  <c:v>2.8102299999999998</c:v>
                </c:pt>
                <c:pt idx="10840">
                  <c:v>2.81054</c:v>
                </c:pt>
                <c:pt idx="10841">
                  <c:v>2.8108499999999998</c:v>
                </c:pt>
                <c:pt idx="10842">
                  <c:v>2.81115</c:v>
                </c:pt>
                <c:pt idx="10843">
                  <c:v>2.8114599999999998</c:v>
                </c:pt>
                <c:pt idx="10844">
                  <c:v>2.81176</c:v>
                </c:pt>
                <c:pt idx="10845">
                  <c:v>2.8120699999999998</c:v>
                </c:pt>
                <c:pt idx="10846">
                  <c:v>2.81237</c:v>
                </c:pt>
                <c:pt idx="10847">
                  <c:v>2.8126799999999998</c:v>
                </c:pt>
                <c:pt idx="10848">
                  <c:v>2.81298</c:v>
                </c:pt>
                <c:pt idx="10849">
                  <c:v>2.8132899999999998</c:v>
                </c:pt>
                <c:pt idx="10850">
                  <c:v>2.81359</c:v>
                </c:pt>
                <c:pt idx="10851">
                  <c:v>2.8138999999999998</c:v>
                </c:pt>
                <c:pt idx="10852">
                  <c:v>2.8142</c:v>
                </c:pt>
                <c:pt idx="10853">
                  <c:v>2.8145099999999998</c:v>
                </c:pt>
                <c:pt idx="10854">
                  <c:v>2.8148200000000001</c:v>
                </c:pt>
                <c:pt idx="10855">
                  <c:v>2.8151199999999998</c:v>
                </c:pt>
                <c:pt idx="10856">
                  <c:v>2.8154300000000001</c:v>
                </c:pt>
                <c:pt idx="10857">
                  <c:v>2.8157299999999998</c:v>
                </c:pt>
                <c:pt idx="10858">
                  <c:v>2.8160400000000001</c:v>
                </c:pt>
                <c:pt idx="10859">
                  <c:v>2.8163399999999998</c:v>
                </c:pt>
                <c:pt idx="10860">
                  <c:v>2.8166500000000001</c:v>
                </c:pt>
                <c:pt idx="10861">
                  <c:v>2.8169499999999998</c:v>
                </c:pt>
                <c:pt idx="10862">
                  <c:v>2.8172600000000001</c:v>
                </c:pt>
                <c:pt idx="10863">
                  <c:v>2.8175599999999998</c:v>
                </c:pt>
                <c:pt idx="10864">
                  <c:v>2.8178700000000001</c:v>
                </c:pt>
                <c:pt idx="10865">
                  <c:v>2.8181699999999998</c:v>
                </c:pt>
                <c:pt idx="10866">
                  <c:v>2.8184800000000001</c:v>
                </c:pt>
                <c:pt idx="10867">
                  <c:v>2.8187899999999999</c:v>
                </c:pt>
                <c:pt idx="10868">
                  <c:v>2.8190900000000001</c:v>
                </c:pt>
                <c:pt idx="10869">
                  <c:v>2.8193999999999999</c:v>
                </c:pt>
                <c:pt idx="10870">
                  <c:v>2.8197000000000001</c:v>
                </c:pt>
                <c:pt idx="10871">
                  <c:v>2.8200099999999999</c:v>
                </c:pt>
                <c:pt idx="10872">
                  <c:v>2.8203100000000001</c:v>
                </c:pt>
                <c:pt idx="10873">
                  <c:v>2.8206199999999999</c:v>
                </c:pt>
                <c:pt idx="10874">
                  <c:v>2.8209200000000001</c:v>
                </c:pt>
                <c:pt idx="10875">
                  <c:v>2.8212299999999999</c:v>
                </c:pt>
                <c:pt idx="10876">
                  <c:v>2.8215300000000001</c:v>
                </c:pt>
                <c:pt idx="10877">
                  <c:v>2.8218399999999999</c:v>
                </c:pt>
                <c:pt idx="10878">
                  <c:v>2.8221400000000001</c:v>
                </c:pt>
                <c:pt idx="10879">
                  <c:v>2.8224499999999999</c:v>
                </c:pt>
                <c:pt idx="10880">
                  <c:v>2.8227600000000002</c:v>
                </c:pt>
                <c:pt idx="10881">
                  <c:v>2.8230599999999999</c:v>
                </c:pt>
                <c:pt idx="10882">
                  <c:v>2.8233700000000002</c:v>
                </c:pt>
                <c:pt idx="10883">
                  <c:v>2.8236699999999999</c:v>
                </c:pt>
                <c:pt idx="10884">
                  <c:v>2.8239800000000002</c:v>
                </c:pt>
                <c:pt idx="10885">
                  <c:v>2.8242799999999999</c:v>
                </c:pt>
                <c:pt idx="10886">
                  <c:v>2.8245900000000002</c:v>
                </c:pt>
                <c:pt idx="10887">
                  <c:v>2.8248899999999999</c:v>
                </c:pt>
                <c:pt idx="10888">
                  <c:v>2.8252000000000002</c:v>
                </c:pt>
                <c:pt idx="10889">
                  <c:v>2.8254999999999999</c:v>
                </c:pt>
                <c:pt idx="10890">
                  <c:v>2.8258100000000002</c:v>
                </c:pt>
                <c:pt idx="10891">
                  <c:v>2.8261099999999999</c:v>
                </c:pt>
                <c:pt idx="10892">
                  <c:v>2.8264200000000002</c:v>
                </c:pt>
                <c:pt idx="10893">
                  <c:v>2.82673</c:v>
                </c:pt>
                <c:pt idx="10894">
                  <c:v>2.8270300000000002</c:v>
                </c:pt>
                <c:pt idx="10895">
                  <c:v>2.82734</c:v>
                </c:pt>
                <c:pt idx="10896">
                  <c:v>2.8276400000000002</c:v>
                </c:pt>
                <c:pt idx="10897">
                  <c:v>2.82795</c:v>
                </c:pt>
                <c:pt idx="10898">
                  <c:v>2.8282500000000002</c:v>
                </c:pt>
                <c:pt idx="10899">
                  <c:v>2.82856</c:v>
                </c:pt>
                <c:pt idx="10900">
                  <c:v>2.8288600000000002</c:v>
                </c:pt>
                <c:pt idx="10901">
                  <c:v>2.82917</c:v>
                </c:pt>
                <c:pt idx="10902">
                  <c:v>2.8294700000000002</c:v>
                </c:pt>
                <c:pt idx="10903">
                  <c:v>2.82978</c:v>
                </c:pt>
                <c:pt idx="10904">
                  <c:v>2.8300900000000002</c:v>
                </c:pt>
                <c:pt idx="10905">
                  <c:v>2.83039</c:v>
                </c:pt>
                <c:pt idx="10906">
                  <c:v>2.8307000000000002</c:v>
                </c:pt>
                <c:pt idx="10907">
                  <c:v>2.831</c:v>
                </c:pt>
                <c:pt idx="10908">
                  <c:v>2.8313100000000002</c:v>
                </c:pt>
                <c:pt idx="10909">
                  <c:v>2.83161</c:v>
                </c:pt>
                <c:pt idx="10910">
                  <c:v>2.8319200000000002</c:v>
                </c:pt>
                <c:pt idx="10911">
                  <c:v>2.83222</c:v>
                </c:pt>
                <c:pt idx="10912">
                  <c:v>2.8325300000000002</c:v>
                </c:pt>
                <c:pt idx="10913">
                  <c:v>2.83283</c:v>
                </c:pt>
                <c:pt idx="10914">
                  <c:v>2.8331400000000002</c:v>
                </c:pt>
                <c:pt idx="10915">
                  <c:v>2.83344</c:v>
                </c:pt>
                <c:pt idx="10916">
                  <c:v>2.8337500000000002</c:v>
                </c:pt>
                <c:pt idx="10917">
                  <c:v>2.83406</c:v>
                </c:pt>
                <c:pt idx="10918">
                  <c:v>2.8343600000000002</c:v>
                </c:pt>
                <c:pt idx="10919">
                  <c:v>2.83467</c:v>
                </c:pt>
                <c:pt idx="10920">
                  <c:v>2.8349700000000002</c:v>
                </c:pt>
                <c:pt idx="10921">
                  <c:v>2.83528</c:v>
                </c:pt>
                <c:pt idx="10922">
                  <c:v>2.8355800000000002</c:v>
                </c:pt>
                <c:pt idx="10923">
                  <c:v>2.83589</c:v>
                </c:pt>
                <c:pt idx="10924">
                  <c:v>2.8361900000000002</c:v>
                </c:pt>
                <c:pt idx="10925">
                  <c:v>2.8365</c:v>
                </c:pt>
                <c:pt idx="10926">
                  <c:v>2.8368000000000002</c:v>
                </c:pt>
                <c:pt idx="10927">
                  <c:v>2.83711</c:v>
                </c:pt>
                <c:pt idx="10928">
                  <c:v>2.8374100000000002</c:v>
                </c:pt>
                <c:pt idx="10929">
                  <c:v>2.83772</c:v>
                </c:pt>
                <c:pt idx="10930">
                  <c:v>2.8380299999999998</c:v>
                </c:pt>
                <c:pt idx="10931">
                  <c:v>2.83833</c:v>
                </c:pt>
                <c:pt idx="10932">
                  <c:v>2.8386399999999998</c:v>
                </c:pt>
                <c:pt idx="10933">
                  <c:v>2.83894</c:v>
                </c:pt>
                <c:pt idx="10934">
                  <c:v>2.8392499999999998</c:v>
                </c:pt>
                <c:pt idx="10935">
                  <c:v>2.83955</c:v>
                </c:pt>
                <c:pt idx="10936">
                  <c:v>2.8398599999999998</c:v>
                </c:pt>
                <c:pt idx="10937">
                  <c:v>2.84016</c:v>
                </c:pt>
                <c:pt idx="10938">
                  <c:v>2.8404699999999998</c:v>
                </c:pt>
                <c:pt idx="10939">
                  <c:v>2.84077</c:v>
                </c:pt>
                <c:pt idx="10940">
                  <c:v>2.8410799999999998</c:v>
                </c:pt>
                <c:pt idx="10941">
                  <c:v>2.84138</c:v>
                </c:pt>
                <c:pt idx="10942">
                  <c:v>2.8416899999999998</c:v>
                </c:pt>
                <c:pt idx="10943">
                  <c:v>2.8420000000000001</c:v>
                </c:pt>
                <c:pt idx="10944">
                  <c:v>2.8422999999999998</c:v>
                </c:pt>
                <c:pt idx="10945">
                  <c:v>2.8426100000000001</c:v>
                </c:pt>
                <c:pt idx="10946">
                  <c:v>2.8429099999999998</c:v>
                </c:pt>
                <c:pt idx="10947">
                  <c:v>2.8432200000000001</c:v>
                </c:pt>
                <c:pt idx="10948">
                  <c:v>2.8435199999999998</c:v>
                </c:pt>
                <c:pt idx="10949">
                  <c:v>2.8438300000000001</c:v>
                </c:pt>
                <c:pt idx="10950">
                  <c:v>2.8441299999999998</c:v>
                </c:pt>
                <c:pt idx="10951">
                  <c:v>2.8444400000000001</c:v>
                </c:pt>
                <c:pt idx="10952">
                  <c:v>2.8447399999999998</c:v>
                </c:pt>
                <c:pt idx="10953">
                  <c:v>2.8450500000000001</c:v>
                </c:pt>
                <c:pt idx="10954">
                  <c:v>2.8453599999999999</c:v>
                </c:pt>
                <c:pt idx="10955">
                  <c:v>2.8456600000000001</c:v>
                </c:pt>
                <c:pt idx="10956">
                  <c:v>2.8459699999999999</c:v>
                </c:pt>
                <c:pt idx="10957">
                  <c:v>2.8462700000000001</c:v>
                </c:pt>
                <c:pt idx="10958">
                  <c:v>2.8465799999999999</c:v>
                </c:pt>
                <c:pt idx="10959">
                  <c:v>2.8468800000000001</c:v>
                </c:pt>
                <c:pt idx="10960">
                  <c:v>2.8471899999999999</c:v>
                </c:pt>
                <c:pt idx="10961">
                  <c:v>2.8474900000000001</c:v>
                </c:pt>
                <c:pt idx="10962">
                  <c:v>2.8477999999999999</c:v>
                </c:pt>
                <c:pt idx="10963">
                  <c:v>2.8481000000000001</c:v>
                </c:pt>
                <c:pt idx="10964">
                  <c:v>2.8484099999999999</c:v>
                </c:pt>
                <c:pt idx="10965">
                  <c:v>2.8487100000000001</c:v>
                </c:pt>
                <c:pt idx="10966">
                  <c:v>2.8490199999999999</c:v>
                </c:pt>
                <c:pt idx="10967">
                  <c:v>2.8493300000000001</c:v>
                </c:pt>
                <c:pt idx="10968">
                  <c:v>2.8496299999999999</c:v>
                </c:pt>
                <c:pt idx="10969">
                  <c:v>2.8499400000000001</c:v>
                </c:pt>
                <c:pt idx="10970">
                  <c:v>2.8502399999999999</c:v>
                </c:pt>
                <c:pt idx="10971">
                  <c:v>2.8505500000000001</c:v>
                </c:pt>
                <c:pt idx="10972">
                  <c:v>2.8508499999999999</c:v>
                </c:pt>
                <c:pt idx="10973">
                  <c:v>2.8511600000000001</c:v>
                </c:pt>
                <c:pt idx="10974">
                  <c:v>2.8514599999999999</c:v>
                </c:pt>
                <c:pt idx="10975">
                  <c:v>2.8517700000000001</c:v>
                </c:pt>
                <c:pt idx="10976">
                  <c:v>2.8520699999999999</c:v>
                </c:pt>
                <c:pt idx="10977">
                  <c:v>2.8523800000000001</c:v>
                </c:pt>
                <c:pt idx="10978">
                  <c:v>2.8526799999999999</c:v>
                </c:pt>
                <c:pt idx="10979">
                  <c:v>2.8529900000000001</c:v>
                </c:pt>
                <c:pt idx="10980">
                  <c:v>2.8532999999999999</c:v>
                </c:pt>
                <c:pt idx="10981">
                  <c:v>2.8536000000000001</c:v>
                </c:pt>
                <c:pt idx="10982">
                  <c:v>2.8539099999999999</c:v>
                </c:pt>
                <c:pt idx="10983">
                  <c:v>2.8542100000000001</c:v>
                </c:pt>
                <c:pt idx="10984">
                  <c:v>2.8545199999999999</c:v>
                </c:pt>
                <c:pt idx="10985">
                  <c:v>2.8548200000000001</c:v>
                </c:pt>
                <c:pt idx="10986">
                  <c:v>2.8551299999999999</c:v>
                </c:pt>
                <c:pt idx="10987">
                  <c:v>2.8554300000000001</c:v>
                </c:pt>
                <c:pt idx="10988">
                  <c:v>2.8557399999999999</c:v>
                </c:pt>
                <c:pt idx="10989">
                  <c:v>2.8560400000000001</c:v>
                </c:pt>
                <c:pt idx="10990">
                  <c:v>2.8563499999999999</c:v>
                </c:pt>
                <c:pt idx="10991">
                  <c:v>2.8566500000000001</c:v>
                </c:pt>
                <c:pt idx="10992">
                  <c:v>2.8569599999999999</c:v>
                </c:pt>
                <c:pt idx="10993">
                  <c:v>2.8572700000000002</c:v>
                </c:pt>
                <c:pt idx="10994">
                  <c:v>2.8575699999999999</c:v>
                </c:pt>
                <c:pt idx="10995">
                  <c:v>2.8578800000000002</c:v>
                </c:pt>
                <c:pt idx="10996">
                  <c:v>2.8581799999999999</c:v>
                </c:pt>
                <c:pt idx="10997">
                  <c:v>2.8584900000000002</c:v>
                </c:pt>
                <c:pt idx="10998">
                  <c:v>2.8587899999999999</c:v>
                </c:pt>
                <c:pt idx="10999">
                  <c:v>2.8591000000000002</c:v>
                </c:pt>
                <c:pt idx="11000">
                  <c:v>2.8593999999999999</c:v>
                </c:pt>
                <c:pt idx="11001">
                  <c:v>2.8597100000000002</c:v>
                </c:pt>
                <c:pt idx="11002">
                  <c:v>2.8600099999999999</c:v>
                </c:pt>
                <c:pt idx="11003">
                  <c:v>2.8603200000000002</c:v>
                </c:pt>
                <c:pt idx="11004">
                  <c:v>2.8606199999999999</c:v>
                </c:pt>
                <c:pt idx="11005">
                  <c:v>2.8609300000000002</c:v>
                </c:pt>
                <c:pt idx="11006">
                  <c:v>2.86124</c:v>
                </c:pt>
                <c:pt idx="11007">
                  <c:v>2.8615400000000002</c:v>
                </c:pt>
                <c:pt idx="11008">
                  <c:v>2.86185</c:v>
                </c:pt>
                <c:pt idx="11009">
                  <c:v>2.8621500000000002</c:v>
                </c:pt>
                <c:pt idx="11010">
                  <c:v>2.86246</c:v>
                </c:pt>
                <c:pt idx="11011">
                  <c:v>2.8627600000000002</c:v>
                </c:pt>
                <c:pt idx="11012">
                  <c:v>2.86307</c:v>
                </c:pt>
                <c:pt idx="11013">
                  <c:v>2.8633700000000002</c:v>
                </c:pt>
                <c:pt idx="11014">
                  <c:v>2.86368</c:v>
                </c:pt>
                <c:pt idx="11015">
                  <c:v>2.8639800000000002</c:v>
                </c:pt>
                <c:pt idx="11016">
                  <c:v>2.86429</c:v>
                </c:pt>
                <c:pt idx="11017">
                  <c:v>2.8645999999999998</c:v>
                </c:pt>
                <c:pt idx="11018">
                  <c:v>2.8649</c:v>
                </c:pt>
                <c:pt idx="11019">
                  <c:v>2.8652099999999998</c:v>
                </c:pt>
                <c:pt idx="11020">
                  <c:v>2.86551</c:v>
                </c:pt>
                <c:pt idx="11021">
                  <c:v>2.8658199999999998</c:v>
                </c:pt>
                <c:pt idx="11022">
                  <c:v>2.86612</c:v>
                </c:pt>
                <c:pt idx="11023">
                  <c:v>2.8664299999999998</c:v>
                </c:pt>
                <c:pt idx="11024">
                  <c:v>2.86673</c:v>
                </c:pt>
                <c:pt idx="11025">
                  <c:v>2.8670399999999998</c:v>
                </c:pt>
                <c:pt idx="11026">
                  <c:v>2.86734</c:v>
                </c:pt>
                <c:pt idx="11027">
                  <c:v>2.8676499999999998</c:v>
                </c:pt>
                <c:pt idx="11028">
                  <c:v>2.86795</c:v>
                </c:pt>
                <c:pt idx="11029">
                  <c:v>2.8682599999999998</c:v>
                </c:pt>
                <c:pt idx="11030">
                  <c:v>2.8685700000000001</c:v>
                </c:pt>
                <c:pt idx="11031">
                  <c:v>2.8688699999999998</c:v>
                </c:pt>
                <c:pt idx="11032">
                  <c:v>2.8691800000000001</c:v>
                </c:pt>
                <c:pt idx="11033">
                  <c:v>2.8694799999999998</c:v>
                </c:pt>
                <c:pt idx="11034">
                  <c:v>2.8697900000000001</c:v>
                </c:pt>
                <c:pt idx="11035">
                  <c:v>2.8700899999999998</c:v>
                </c:pt>
                <c:pt idx="11036">
                  <c:v>2.8704000000000001</c:v>
                </c:pt>
                <c:pt idx="11037">
                  <c:v>2.8706999999999998</c:v>
                </c:pt>
                <c:pt idx="11038">
                  <c:v>2.8710100000000001</c:v>
                </c:pt>
                <c:pt idx="11039">
                  <c:v>2.8713099999999998</c:v>
                </c:pt>
                <c:pt idx="11040">
                  <c:v>2.8716200000000001</c:v>
                </c:pt>
                <c:pt idx="11041">
                  <c:v>2.8719199999999998</c:v>
                </c:pt>
                <c:pt idx="11042">
                  <c:v>2.8722300000000001</c:v>
                </c:pt>
                <c:pt idx="11043">
                  <c:v>2.8725399999999999</c:v>
                </c:pt>
                <c:pt idx="11044">
                  <c:v>2.8728400000000001</c:v>
                </c:pt>
                <c:pt idx="11045">
                  <c:v>2.8731499999999999</c:v>
                </c:pt>
                <c:pt idx="11046">
                  <c:v>2.8734500000000001</c:v>
                </c:pt>
                <c:pt idx="11047">
                  <c:v>2.8737599999999999</c:v>
                </c:pt>
                <c:pt idx="11048">
                  <c:v>2.8740600000000001</c:v>
                </c:pt>
                <c:pt idx="11049">
                  <c:v>2.8743699999999999</c:v>
                </c:pt>
                <c:pt idx="11050">
                  <c:v>2.8746700000000001</c:v>
                </c:pt>
                <c:pt idx="11051">
                  <c:v>2.8749799999999999</c:v>
                </c:pt>
                <c:pt idx="11052">
                  <c:v>2.8752800000000001</c:v>
                </c:pt>
                <c:pt idx="11053">
                  <c:v>2.8755899999999999</c:v>
                </c:pt>
                <c:pt idx="11054">
                  <c:v>2.8758900000000001</c:v>
                </c:pt>
                <c:pt idx="11055">
                  <c:v>2.8761999999999999</c:v>
                </c:pt>
                <c:pt idx="11056">
                  <c:v>2.8765100000000001</c:v>
                </c:pt>
                <c:pt idx="11057">
                  <c:v>2.8768099999999999</c:v>
                </c:pt>
                <c:pt idx="11058">
                  <c:v>2.8771200000000001</c:v>
                </c:pt>
                <c:pt idx="11059">
                  <c:v>2.8774199999999999</c:v>
                </c:pt>
                <c:pt idx="11060">
                  <c:v>2.8777300000000001</c:v>
                </c:pt>
                <c:pt idx="11061">
                  <c:v>2.8780299999999999</c:v>
                </c:pt>
                <c:pt idx="11062">
                  <c:v>2.8783400000000001</c:v>
                </c:pt>
                <c:pt idx="11063">
                  <c:v>2.8786399999999999</c:v>
                </c:pt>
                <c:pt idx="11064">
                  <c:v>2.8789500000000001</c:v>
                </c:pt>
                <c:pt idx="11065">
                  <c:v>2.8792499999999999</c:v>
                </c:pt>
                <c:pt idx="11066">
                  <c:v>2.8795600000000001</c:v>
                </c:pt>
                <c:pt idx="11067">
                  <c:v>2.8798599999999999</c:v>
                </c:pt>
                <c:pt idx="11068">
                  <c:v>2.8801700000000001</c:v>
                </c:pt>
                <c:pt idx="11069">
                  <c:v>2.8804799999999999</c:v>
                </c:pt>
                <c:pt idx="11070">
                  <c:v>2.8807800000000001</c:v>
                </c:pt>
                <c:pt idx="11071">
                  <c:v>2.8810899999999999</c:v>
                </c:pt>
                <c:pt idx="11072">
                  <c:v>2.8813900000000001</c:v>
                </c:pt>
                <c:pt idx="11073">
                  <c:v>2.8816999999999999</c:v>
                </c:pt>
                <c:pt idx="11074">
                  <c:v>2.8820000000000001</c:v>
                </c:pt>
                <c:pt idx="11075">
                  <c:v>2.8823099999999999</c:v>
                </c:pt>
                <c:pt idx="11076">
                  <c:v>2.8826100000000001</c:v>
                </c:pt>
                <c:pt idx="11077">
                  <c:v>2.8829199999999999</c:v>
                </c:pt>
                <c:pt idx="11078">
                  <c:v>2.8832200000000001</c:v>
                </c:pt>
                <c:pt idx="11079">
                  <c:v>2.8835299999999999</c:v>
                </c:pt>
                <c:pt idx="11080">
                  <c:v>2.8838400000000002</c:v>
                </c:pt>
                <c:pt idx="11081">
                  <c:v>2.8841399999999999</c:v>
                </c:pt>
                <c:pt idx="11082">
                  <c:v>2.8844500000000002</c:v>
                </c:pt>
                <c:pt idx="11083">
                  <c:v>2.8847499999999999</c:v>
                </c:pt>
                <c:pt idx="11084">
                  <c:v>2.8850600000000002</c:v>
                </c:pt>
                <c:pt idx="11085">
                  <c:v>2.8853599999999999</c:v>
                </c:pt>
                <c:pt idx="11086">
                  <c:v>2.8856700000000002</c:v>
                </c:pt>
                <c:pt idx="11087">
                  <c:v>2.8859699999999999</c:v>
                </c:pt>
                <c:pt idx="11088">
                  <c:v>2.8862800000000002</c:v>
                </c:pt>
                <c:pt idx="11089">
                  <c:v>2.8865799999999999</c:v>
                </c:pt>
                <c:pt idx="11090">
                  <c:v>2.8868900000000002</c:v>
                </c:pt>
                <c:pt idx="11091">
                  <c:v>2.8871899999999999</c:v>
                </c:pt>
                <c:pt idx="11092">
                  <c:v>2.8875000000000002</c:v>
                </c:pt>
                <c:pt idx="11093">
                  <c:v>2.88781</c:v>
                </c:pt>
                <c:pt idx="11094">
                  <c:v>2.8881100000000002</c:v>
                </c:pt>
                <c:pt idx="11095">
                  <c:v>2.88842</c:v>
                </c:pt>
                <c:pt idx="11096">
                  <c:v>2.8887200000000002</c:v>
                </c:pt>
                <c:pt idx="11097">
                  <c:v>2.88903</c:v>
                </c:pt>
                <c:pt idx="11098">
                  <c:v>2.8893300000000002</c:v>
                </c:pt>
                <c:pt idx="11099">
                  <c:v>2.88964</c:v>
                </c:pt>
                <c:pt idx="11100">
                  <c:v>2.8899400000000002</c:v>
                </c:pt>
                <c:pt idx="11101">
                  <c:v>2.89025</c:v>
                </c:pt>
                <c:pt idx="11102">
                  <c:v>2.8905500000000002</c:v>
                </c:pt>
                <c:pt idx="11103">
                  <c:v>2.89086</c:v>
                </c:pt>
                <c:pt idx="11104">
                  <c:v>2.8911600000000002</c:v>
                </c:pt>
                <c:pt idx="11105">
                  <c:v>2.89147</c:v>
                </c:pt>
                <c:pt idx="11106">
                  <c:v>2.8917799999999998</c:v>
                </c:pt>
                <c:pt idx="11107">
                  <c:v>2.89208</c:v>
                </c:pt>
                <c:pt idx="11108">
                  <c:v>2.8923899999999998</c:v>
                </c:pt>
                <c:pt idx="11109">
                  <c:v>2.89269</c:v>
                </c:pt>
                <c:pt idx="11110">
                  <c:v>2.8929999999999998</c:v>
                </c:pt>
                <c:pt idx="11111">
                  <c:v>2.8933</c:v>
                </c:pt>
                <c:pt idx="11112">
                  <c:v>2.8936099999999998</c:v>
                </c:pt>
                <c:pt idx="11113">
                  <c:v>2.89391</c:v>
                </c:pt>
                <c:pt idx="11114">
                  <c:v>2.8942199999999998</c:v>
                </c:pt>
                <c:pt idx="11115">
                  <c:v>2.89452</c:v>
                </c:pt>
                <c:pt idx="11116">
                  <c:v>2.8948299999999998</c:v>
                </c:pt>
                <c:pt idx="11117">
                  <c:v>2.89513</c:v>
                </c:pt>
                <c:pt idx="11118">
                  <c:v>2.8954399999999998</c:v>
                </c:pt>
                <c:pt idx="11119">
                  <c:v>2.89575</c:v>
                </c:pt>
                <c:pt idx="11120">
                  <c:v>2.8960499999999998</c:v>
                </c:pt>
                <c:pt idx="11121">
                  <c:v>2.89636</c:v>
                </c:pt>
                <c:pt idx="11122">
                  <c:v>2.8966599999999998</c:v>
                </c:pt>
                <c:pt idx="11123">
                  <c:v>2.89697</c:v>
                </c:pt>
                <c:pt idx="11124">
                  <c:v>2.8972699999999998</c:v>
                </c:pt>
                <c:pt idx="11125">
                  <c:v>2.89758</c:v>
                </c:pt>
                <c:pt idx="11126">
                  <c:v>2.8978799999999998</c:v>
                </c:pt>
                <c:pt idx="11127">
                  <c:v>2.89819</c:v>
                </c:pt>
                <c:pt idx="11128">
                  <c:v>2.8984899999999998</c:v>
                </c:pt>
                <c:pt idx="11129">
                  <c:v>2.8988</c:v>
                </c:pt>
                <c:pt idx="11130">
                  <c:v>2.8991099999999999</c:v>
                </c:pt>
                <c:pt idx="11131">
                  <c:v>2.89941</c:v>
                </c:pt>
                <c:pt idx="11132">
                  <c:v>2.8997199999999999</c:v>
                </c:pt>
                <c:pt idx="11133">
                  <c:v>2.90002</c:v>
                </c:pt>
                <c:pt idx="11134">
                  <c:v>2.9003299999999999</c:v>
                </c:pt>
                <c:pt idx="11135">
                  <c:v>2.90063</c:v>
                </c:pt>
                <c:pt idx="11136">
                  <c:v>2.9009399999999999</c:v>
                </c:pt>
                <c:pt idx="11137">
                  <c:v>2.90124</c:v>
                </c:pt>
                <c:pt idx="11138">
                  <c:v>2.9015499999999999</c:v>
                </c:pt>
                <c:pt idx="11139">
                  <c:v>2.90185</c:v>
                </c:pt>
                <c:pt idx="11140">
                  <c:v>2.9021599999999999</c:v>
                </c:pt>
                <c:pt idx="11141">
                  <c:v>2.90246</c:v>
                </c:pt>
                <c:pt idx="11142">
                  <c:v>2.9027699999999999</c:v>
                </c:pt>
                <c:pt idx="11143">
                  <c:v>2.9030800000000001</c:v>
                </c:pt>
                <c:pt idx="11144">
                  <c:v>2.9033799999999998</c:v>
                </c:pt>
                <c:pt idx="11145">
                  <c:v>2.9036900000000001</c:v>
                </c:pt>
                <c:pt idx="11146">
                  <c:v>2.9039899999999998</c:v>
                </c:pt>
                <c:pt idx="11147">
                  <c:v>2.9043000000000001</c:v>
                </c:pt>
                <c:pt idx="11148">
                  <c:v>2.9045999999999998</c:v>
                </c:pt>
                <c:pt idx="11149">
                  <c:v>2.9049100000000001</c:v>
                </c:pt>
                <c:pt idx="11150">
                  <c:v>2.9052099999999998</c:v>
                </c:pt>
                <c:pt idx="11151">
                  <c:v>2.9055200000000001</c:v>
                </c:pt>
                <c:pt idx="11152">
                  <c:v>2.9058199999999998</c:v>
                </c:pt>
                <c:pt idx="11153">
                  <c:v>2.9061300000000001</c:v>
                </c:pt>
                <c:pt idx="11154">
                  <c:v>2.9064299999999998</c:v>
                </c:pt>
                <c:pt idx="11155">
                  <c:v>2.9067400000000001</c:v>
                </c:pt>
                <c:pt idx="11156">
                  <c:v>2.9070499999999999</c:v>
                </c:pt>
                <c:pt idx="11157">
                  <c:v>2.9073500000000001</c:v>
                </c:pt>
                <c:pt idx="11158">
                  <c:v>2.9076599999999999</c:v>
                </c:pt>
                <c:pt idx="11159">
                  <c:v>2.9079600000000001</c:v>
                </c:pt>
                <c:pt idx="11160">
                  <c:v>2.9082699999999999</c:v>
                </c:pt>
                <c:pt idx="11161">
                  <c:v>2.9085700000000001</c:v>
                </c:pt>
                <c:pt idx="11162">
                  <c:v>2.9088799999999999</c:v>
                </c:pt>
                <c:pt idx="11163">
                  <c:v>2.9091800000000001</c:v>
                </c:pt>
                <c:pt idx="11164">
                  <c:v>2.9094899999999999</c:v>
                </c:pt>
                <c:pt idx="11165">
                  <c:v>2.9097900000000001</c:v>
                </c:pt>
                <c:pt idx="11166">
                  <c:v>2.9100999999999999</c:v>
                </c:pt>
                <c:pt idx="11167">
                  <c:v>2.9104000000000001</c:v>
                </c:pt>
                <c:pt idx="11168">
                  <c:v>2.9107099999999999</c:v>
                </c:pt>
                <c:pt idx="11169">
                  <c:v>2.9110200000000002</c:v>
                </c:pt>
                <c:pt idx="11170">
                  <c:v>2.9113199999999999</c:v>
                </c:pt>
                <c:pt idx="11171">
                  <c:v>2.9116300000000002</c:v>
                </c:pt>
                <c:pt idx="11172">
                  <c:v>2.9119299999999999</c:v>
                </c:pt>
                <c:pt idx="11173">
                  <c:v>2.9122400000000002</c:v>
                </c:pt>
                <c:pt idx="11174">
                  <c:v>2.9125399999999999</c:v>
                </c:pt>
                <c:pt idx="11175">
                  <c:v>2.9128500000000002</c:v>
                </c:pt>
                <c:pt idx="11176">
                  <c:v>2.9131499999999999</c:v>
                </c:pt>
                <c:pt idx="11177">
                  <c:v>2.9134600000000002</c:v>
                </c:pt>
                <c:pt idx="11178">
                  <c:v>2.9137599999999999</c:v>
                </c:pt>
                <c:pt idx="11179">
                  <c:v>2.9140700000000002</c:v>
                </c:pt>
                <c:pt idx="11180">
                  <c:v>2.9143699999999999</c:v>
                </c:pt>
                <c:pt idx="11181">
                  <c:v>2.9146800000000002</c:v>
                </c:pt>
                <c:pt idx="11182">
                  <c:v>2.91499</c:v>
                </c:pt>
                <c:pt idx="11183">
                  <c:v>2.9152900000000002</c:v>
                </c:pt>
                <c:pt idx="11184">
                  <c:v>2.9156</c:v>
                </c:pt>
                <c:pt idx="11185">
                  <c:v>2.9159000000000002</c:v>
                </c:pt>
                <c:pt idx="11186">
                  <c:v>2.91621</c:v>
                </c:pt>
                <c:pt idx="11187">
                  <c:v>2.9165100000000002</c:v>
                </c:pt>
                <c:pt idx="11188">
                  <c:v>2.91682</c:v>
                </c:pt>
                <c:pt idx="11189">
                  <c:v>2.9171200000000002</c:v>
                </c:pt>
                <c:pt idx="11190">
                  <c:v>2.91743</c:v>
                </c:pt>
                <c:pt idx="11191">
                  <c:v>2.9177300000000002</c:v>
                </c:pt>
                <c:pt idx="11192">
                  <c:v>2.91804</c:v>
                </c:pt>
                <c:pt idx="11193">
                  <c:v>2.9183500000000002</c:v>
                </c:pt>
                <c:pt idx="11194">
                  <c:v>2.91865</c:v>
                </c:pt>
                <c:pt idx="11195">
                  <c:v>2.9189600000000002</c:v>
                </c:pt>
                <c:pt idx="11196">
                  <c:v>2.91926</c:v>
                </c:pt>
                <c:pt idx="11197">
                  <c:v>2.9195700000000002</c:v>
                </c:pt>
                <c:pt idx="11198">
                  <c:v>2.91987</c:v>
                </c:pt>
                <c:pt idx="11199">
                  <c:v>2.9201800000000002</c:v>
                </c:pt>
                <c:pt idx="11200">
                  <c:v>2.92048</c:v>
                </c:pt>
                <c:pt idx="11201">
                  <c:v>2.9207900000000002</c:v>
                </c:pt>
                <c:pt idx="11202">
                  <c:v>2.92109</c:v>
                </c:pt>
                <c:pt idx="11203">
                  <c:v>2.9214000000000002</c:v>
                </c:pt>
                <c:pt idx="11204">
                  <c:v>2.9217</c:v>
                </c:pt>
                <c:pt idx="11205">
                  <c:v>2.9220100000000002</c:v>
                </c:pt>
                <c:pt idx="11206">
                  <c:v>2.92232</c:v>
                </c:pt>
                <c:pt idx="11207">
                  <c:v>2.9226200000000002</c:v>
                </c:pt>
                <c:pt idx="11208">
                  <c:v>2.92293</c:v>
                </c:pt>
                <c:pt idx="11209">
                  <c:v>2.9232300000000002</c:v>
                </c:pt>
                <c:pt idx="11210">
                  <c:v>2.92354</c:v>
                </c:pt>
                <c:pt idx="11211">
                  <c:v>2.9238400000000002</c:v>
                </c:pt>
                <c:pt idx="11212">
                  <c:v>2.92415</c:v>
                </c:pt>
                <c:pt idx="11213">
                  <c:v>2.9244500000000002</c:v>
                </c:pt>
                <c:pt idx="11214">
                  <c:v>2.92476</c:v>
                </c:pt>
                <c:pt idx="11215">
                  <c:v>2.9250600000000002</c:v>
                </c:pt>
                <c:pt idx="11216">
                  <c:v>2.92537</c:v>
                </c:pt>
                <c:pt idx="11217">
                  <c:v>2.9256700000000002</c:v>
                </c:pt>
                <c:pt idx="11218">
                  <c:v>2.92598</c:v>
                </c:pt>
                <c:pt idx="11219">
                  <c:v>2.9262899999999998</c:v>
                </c:pt>
                <c:pt idx="11220">
                  <c:v>2.92659</c:v>
                </c:pt>
                <c:pt idx="11221">
                  <c:v>2.9268999999999998</c:v>
                </c:pt>
                <c:pt idx="11222">
                  <c:v>2.9272</c:v>
                </c:pt>
                <c:pt idx="11223">
                  <c:v>2.9275099999999998</c:v>
                </c:pt>
                <c:pt idx="11224">
                  <c:v>2.92781</c:v>
                </c:pt>
                <c:pt idx="11225">
                  <c:v>2.9281199999999998</c:v>
                </c:pt>
                <c:pt idx="11226">
                  <c:v>2.92842</c:v>
                </c:pt>
                <c:pt idx="11227">
                  <c:v>2.9287299999999998</c:v>
                </c:pt>
                <c:pt idx="11228">
                  <c:v>2.92903</c:v>
                </c:pt>
                <c:pt idx="11229">
                  <c:v>2.9293399999999998</c:v>
                </c:pt>
                <c:pt idx="11230">
                  <c:v>2.92964</c:v>
                </c:pt>
                <c:pt idx="11231">
                  <c:v>2.9299499999999998</c:v>
                </c:pt>
                <c:pt idx="11232">
                  <c:v>2.9302600000000001</c:v>
                </c:pt>
                <c:pt idx="11233">
                  <c:v>2.9305599999999998</c:v>
                </c:pt>
                <c:pt idx="11234">
                  <c:v>2.9308700000000001</c:v>
                </c:pt>
                <c:pt idx="11235">
                  <c:v>2.9311699999999998</c:v>
                </c:pt>
                <c:pt idx="11236">
                  <c:v>2.9314800000000001</c:v>
                </c:pt>
                <c:pt idx="11237">
                  <c:v>2.9317799999999998</c:v>
                </c:pt>
                <c:pt idx="11238">
                  <c:v>2.9320900000000001</c:v>
                </c:pt>
                <c:pt idx="11239">
                  <c:v>2.9323899999999998</c:v>
                </c:pt>
                <c:pt idx="11240">
                  <c:v>2.9327000000000001</c:v>
                </c:pt>
                <c:pt idx="11241">
                  <c:v>2.9329999999999998</c:v>
                </c:pt>
                <c:pt idx="11242">
                  <c:v>2.9333100000000001</c:v>
                </c:pt>
                <c:pt idx="11243">
                  <c:v>2.9336099999999998</c:v>
                </c:pt>
                <c:pt idx="11244">
                  <c:v>2.9339200000000001</c:v>
                </c:pt>
                <c:pt idx="11245">
                  <c:v>2.9342299999999999</c:v>
                </c:pt>
                <c:pt idx="11246">
                  <c:v>2.9345300000000001</c:v>
                </c:pt>
                <c:pt idx="11247">
                  <c:v>2.9348399999999999</c:v>
                </c:pt>
                <c:pt idx="11248">
                  <c:v>2.9351400000000001</c:v>
                </c:pt>
                <c:pt idx="11249">
                  <c:v>2.9354499999999999</c:v>
                </c:pt>
                <c:pt idx="11250">
                  <c:v>2.9357500000000001</c:v>
                </c:pt>
                <c:pt idx="11251">
                  <c:v>2.9360599999999999</c:v>
                </c:pt>
                <c:pt idx="11252">
                  <c:v>2.9363600000000001</c:v>
                </c:pt>
                <c:pt idx="11253">
                  <c:v>2.9366699999999999</c:v>
                </c:pt>
                <c:pt idx="11254">
                  <c:v>2.9369700000000001</c:v>
                </c:pt>
                <c:pt idx="11255">
                  <c:v>2.9372799999999999</c:v>
                </c:pt>
                <c:pt idx="11256">
                  <c:v>2.9375900000000001</c:v>
                </c:pt>
                <c:pt idx="11257">
                  <c:v>2.9378899999999999</c:v>
                </c:pt>
                <c:pt idx="11258">
                  <c:v>2.9382000000000001</c:v>
                </c:pt>
                <c:pt idx="11259">
                  <c:v>2.9384999999999999</c:v>
                </c:pt>
                <c:pt idx="11260">
                  <c:v>2.9388100000000001</c:v>
                </c:pt>
                <c:pt idx="11261">
                  <c:v>2.9391099999999999</c:v>
                </c:pt>
                <c:pt idx="11262">
                  <c:v>2.9394200000000001</c:v>
                </c:pt>
                <c:pt idx="11263">
                  <c:v>2.9397199999999999</c:v>
                </c:pt>
                <c:pt idx="11264">
                  <c:v>2.9400300000000001</c:v>
                </c:pt>
                <c:pt idx="11265">
                  <c:v>2.9403299999999999</c:v>
                </c:pt>
                <c:pt idx="11266">
                  <c:v>2.9406400000000001</c:v>
                </c:pt>
                <c:pt idx="11267">
                  <c:v>2.9409399999999999</c:v>
                </c:pt>
                <c:pt idx="11268">
                  <c:v>2.9412500000000001</c:v>
                </c:pt>
                <c:pt idx="11269">
                  <c:v>2.94156</c:v>
                </c:pt>
                <c:pt idx="11270">
                  <c:v>2.9418600000000001</c:v>
                </c:pt>
                <c:pt idx="11271">
                  <c:v>2.94217</c:v>
                </c:pt>
                <c:pt idx="11272">
                  <c:v>2.9424700000000001</c:v>
                </c:pt>
                <c:pt idx="11273">
                  <c:v>2.94278</c:v>
                </c:pt>
                <c:pt idx="11274">
                  <c:v>2.9430800000000001</c:v>
                </c:pt>
                <c:pt idx="11275">
                  <c:v>2.94339</c:v>
                </c:pt>
                <c:pt idx="11276">
                  <c:v>2.9436900000000001</c:v>
                </c:pt>
                <c:pt idx="11277">
                  <c:v>2.944</c:v>
                </c:pt>
                <c:pt idx="11278">
                  <c:v>2.9443000000000001</c:v>
                </c:pt>
                <c:pt idx="11279">
                  <c:v>2.9446099999999999</c:v>
                </c:pt>
                <c:pt idx="11280">
                  <c:v>2.9449100000000001</c:v>
                </c:pt>
                <c:pt idx="11281">
                  <c:v>2.9452199999999999</c:v>
                </c:pt>
                <c:pt idx="11282">
                  <c:v>2.9455300000000002</c:v>
                </c:pt>
                <c:pt idx="11283">
                  <c:v>2.9458299999999999</c:v>
                </c:pt>
                <c:pt idx="11284">
                  <c:v>2.9461400000000002</c:v>
                </c:pt>
                <c:pt idx="11285">
                  <c:v>2.9464399999999999</c:v>
                </c:pt>
                <c:pt idx="11286">
                  <c:v>2.9467500000000002</c:v>
                </c:pt>
                <c:pt idx="11287">
                  <c:v>2.9470499999999999</c:v>
                </c:pt>
                <c:pt idx="11288">
                  <c:v>2.9473600000000002</c:v>
                </c:pt>
                <c:pt idx="11289">
                  <c:v>2.9476599999999999</c:v>
                </c:pt>
                <c:pt idx="11290">
                  <c:v>2.9479700000000002</c:v>
                </c:pt>
                <c:pt idx="11291">
                  <c:v>2.9482699999999999</c:v>
                </c:pt>
                <c:pt idx="11292">
                  <c:v>2.9485800000000002</c:v>
                </c:pt>
                <c:pt idx="11293">
                  <c:v>2.9488799999999999</c:v>
                </c:pt>
                <c:pt idx="11294">
                  <c:v>2.9491900000000002</c:v>
                </c:pt>
                <c:pt idx="11295">
                  <c:v>2.9495</c:v>
                </c:pt>
                <c:pt idx="11296">
                  <c:v>2.9498000000000002</c:v>
                </c:pt>
                <c:pt idx="11297">
                  <c:v>2.95011</c:v>
                </c:pt>
                <c:pt idx="11298">
                  <c:v>2.9504100000000002</c:v>
                </c:pt>
                <c:pt idx="11299">
                  <c:v>2.95072</c:v>
                </c:pt>
                <c:pt idx="11300">
                  <c:v>2.9510200000000002</c:v>
                </c:pt>
                <c:pt idx="11301">
                  <c:v>2.95133</c:v>
                </c:pt>
                <c:pt idx="11302">
                  <c:v>2.9516300000000002</c:v>
                </c:pt>
                <c:pt idx="11303">
                  <c:v>2.95194</c:v>
                </c:pt>
                <c:pt idx="11304">
                  <c:v>2.9522400000000002</c:v>
                </c:pt>
                <c:pt idx="11305">
                  <c:v>2.95255</c:v>
                </c:pt>
                <c:pt idx="11306">
                  <c:v>2.9528599999999998</c:v>
                </c:pt>
                <c:pt idx="11307">
                  <c:v>2.95316</c:v>
                </c:pt>
                <c:pt idx="11308">
                  <c:v>2.9534699999999998</c:v>
                </c:pt>
                <c:pt idx="11309">
                  <c:v>2.95377</c:v>
                </c:pt>
                <c:pt idx="11310">
                  <c:v>2.9540799999999998</c:v>
                </c:pt>
                <c:pt idx="11311">
                  <c:v>2.95438</c:v>
                </c:pt>
                <c:pt idx="11312">
                  <c:v>2.9546899999999998</c:v>
                </c:pt>
                <c:pt idx="11313">
                  <c:v>2.95499</c:v>
                </c:pt>
                <c:pt idx="11314">
                  <c:v>2.9552999999999998</c:v>
                </c:pt>
                <c:pt idx="11315">
                  <c:v>2.9556</c:v>
                </c:pt>
                <c:pt idx="11316">
                  <c:v>2.9559099999999998</c:v>
                </c:pt>
                <c:pt idx="11317">
                  <c:v>2.95621</c:v>
                </c:pt>
                <c:pt idx="11318">
                  <c:v>2.9565199999999998</c:v>
                </c:pt>
                <c:pt idx="11319">
                  <c:v>2.9568300000000001</c:v>
                </c:pt>
                <c:pt idx="11320">
                  <c:v>2.9571299999999998</c:v>
                </c:pt>
                <c:pt idx="11321">
                  <c:v>2.9574400000000001</c:v>
                </c:pt>
                <c:pt idx="11322">
                  <c:v>2.9577399999999998</c:v>
                </c:pt>
                <c:pt idx="11323">
                  <c:v>2.9580500000000001</c:v>
                </c:pt>
                <c:pt idx="11324">
                  <c:v>2.9583499999999998</c:v>
                </c:pt>
                <c:pt idx="11325">
                  <c:v>2.9586600000000001</c:v>
                </c:pt>
                <c:pt idx="11326">
                  <c:v>2.9589599999999998</c:v>
                </c:pt>
                <c:pt idx="11327">
                  <c:v>2.9592700000000001</c:v>
                </c:pt>
                <c:pt idx="11328">
                  <c:v>2.9595699999999998</c:v>
                </c:pt>
                <c:pt idx="11329">
                  <c:v>2.9598800000000001</c:v>
                </c:pt>
                <c:pt idx="11330">
                  <c:v>2.9601799999999998</c:v>
                </c:pt>
                <c:pt idx="11331">
                  <c:v>2.9604900000000001</c:v>
                </c:pt>
                <c:pt idx="11332">
                  <c:v>2.9607999999999999</c:v>
                </c:pt>
                <c:pt idx="11333">
                  <c:v>2.9611000000000001</c:v>
                </c:pt>
                <c:pt idx="11334">
                  <c:v>2.9614099999999999</c:v>
                </c:pt>
                <c:pt idx="11335">
                  <c:v>2.9617100000000001</c:v>
                </c:pt>
                <c:pt idx="11336">
                  <c:v>2.9620199999999999</c:v>
                </c:pt>
                <c:pt idx="11337">
                  <c:v>2.9623200000000001</c:v>
                </c:pt>
                <c:pt idx="11338">
                  <c:v>2.9626299999999999</c:v>
                </c:pt>
                <c:pt idx="11339">
                  <c:v>2.9629300000000001</c:v>
                </c:pt>
                <c:pt idx="11340">
                  <c:v>2.9632399999999999</c:v>
                </c:pt>
                <c:pt idx="11341">
                  <c:v>2.9635400000000001</c:v>
                </c:pt>
                <c:pt idx="11342">
                  <c:v>2.9638499999999999</c:v>
                </c:pt>
                <c:pt idx="11343">
                  <c:v>2.9641500000000001</c:v>
                </c:pt>
                <c:pt idx="11344">
                  <c:v>2.9644599999999999</c:v>
                </c:pt>
                <c:pt idx="11345">
                  <c:v>2.9647700000000001</c:v>
                </c:pt>
                <c:pt idx="11346">
                  <c:v>2.9650699999999999</c:v>
                </c:pt>
                <c:pt idx="11347">
                  <c:v>2.9653800000000001</c:v>
                </c:pt>
                <c:pt idx="11348">
                  <c:v>2.9656799999999999</c:v>
                </c:pt>
                <c:pt idx="11349">
                  <c:v>2.9659900000000001</c:v>
                </c:pt>
                <c:pt idx="11350">
                  <c:v>2.9662899999999999</c:v>
                </c:pt>
                <c:pt idx="11351">
                  <c:v>2.9666000000000001</c:v>
                </c:pt>
                <c:pt idx="11352">
                  <c:v>2.9668999999999999</c:v>
                </c:pt>
                <c:pt idx="11353">
                  <c:v>2.9672100000000001</c:v>
                </c:pt>
                <c:pt idx="11354">
                  <c:v>2.9675099999999999</c:v>
                </c:pt>
                <c:pt idx="11355">
                  <c:v>2.9678200000000001</c:v>
                </c:pt>
                <c:pt idx="11356">
                  <c:v>2.9681199999999999</c:v>
                </c:pt>
                <c:pt idx="11357">
                  <c:v>2.9684300000000001</c:v>
                </c:pt>
                <c:pt idx="11358">
                  <c:v>2.9687399999999999</c:v>
                </c:pt>
                <c:pt idx="11359">
                  <c:v>2.9690400000000001</c:v>
                </c:pt>
                <c:pt idx="11360">
                  <c:v>2.9693499999999999</c:v>
                </c:pt>
                <c:pt idx="11361">
                  <c:v>2.9696500000000001</c:v>
                </c:pt>
                <c:pt idx="11362">
                  <c:v>2.9699599999999999</c:v>
                </c:pt>
                <c:pt idx="11363">
                  <c:v>2.9702600000000001</c:v>
                </c:pt>
                <c:pt idx="11364">
                  <c:v>2.9705699999999999</c:v>
                </c:pt>
                <c:pt idx="11365">
                  <c:v>2.9708700000000001</c:v>
                </c:pt>
                <c:pt idx="11366">
                  <c:v>2.9711799999999999</c:v>
                </c:pt>
                <c:pt idx="11367">
                  <c:v>2.9714800000000001</c:v>
                </c:pt>
                <c:pt idx="11368">
                  <c:v>2.9717899999999999</c:v>
                </c:pt>
                <c:pt idx="11369">
                  <c:v>2.9721000000000002</c:v>
                </c:pt>
                <c:pt idx="11370">
                  <c:v>2.9723999999999999</c:v>
                </c:pt>
                <c:pt idx="11371">
                  <c:v>2.9727100000000002</c:v>
                </c:pt>
                <c:pt idx="11372">
                  <c:v>2.9730099999999999</c:v>
                </c:pt>
                <c:pt idx="11373">
                  <c:v>2.9733200000000002</c:v>
                </c:pt>
                <c:pt idx="11374">
                  <c:v>2.9736199999999999</c:v>
                </c:pt>
                <c:pt idx="11375">
                  <c:v>2.9739300000000002</c:v>
                </c:pt>
                <c:pt idx="11376">
                  <c:v>2.9742299999999999</c:v>
                </c:pt>
                <c:pt idx="11377">
                  <c:v>2.9745400000000002</c:v>
                </c:pt>
                <c:pt idx="11378">
                  <c:v>2.9748399999999999</c:v>
                </c:pt>
                <c:pt idx="11379">
                  <c:v>2.9751500000000002</c:v>
                </c:pt>
                <c:pt idx="11380">
                  <c:v>2.9754499999999999</c:v>
                </c:pt>
                <c:pt idx="11381">
                  <c:v>2.9757600000000002</c:v>
                </c:pt>
                <c:pt idx="11382">
                  <c:v>2.97607</c:v>
                </c:pt>
                <c:pt idx="11383">
                  <c:v>2.9763700000000002</c:v>
                </c:pt>
                <c:pt idx="11384">
                  <c:v>2.97668</c:v>
                </c:pt>
                <c:pt idx="11385">
                  <c:v>2.9769800000000002</c:v>
                </c:pt>
                <c:pt idx="11386">
                  <c:v>2.97729</c:v>
                </c:pt>
                <c:pt idx="11387">
                  <c:v>2.9775900000000002</c:v>
                </c:pt>
                <c:pt idx="11388">
                  <c:v>2.9779</c:v>
                </c:pt>
                <c:pt idx="11389">
                  <c:v>2.9782000000000002</c:v>
                </c:pt>
                <c:pt idx="11390">
                  <c:v>2.97851</c:v>
                </c:pt>
                <c:pt idx="11391">
                  <c:v>2.9788100000000002</c:v>
                </c:pt>
                <c:pt idx="11392">
                  <c:v>2.97912</c:v>
                </c:pt>
                <c:pt idx="11393">
                  <c:v>2.9794200000000002</c:v>
                </c:pt>
                <c:pt idx="11394">
                  <c:v>2.97973</c:v>
                </c:pt>
                <c:pt idx="11395">
                  <c:v>2.9800399999999998</c:v>
                </c:pt>
                <c:pt idx="11396">
                  <c:v>2.98034</c:v>
                </c:pt>
                <c:pt idx="11397">
                  <c:v>2.9806499999999998</c:v>
                </c:pt>
                <c:pt idx="11398">
                  <c:v>2.98095</c:v>
                </c:pt>
                <c:pt idx="11399">
                  <c:v>2.9812599999999998</c:v>
                </c:pt>
                <c:pt idx="11400">
                  <c:v>2.98156</c:v>
                </c:pt>
                <c:pt idx="11401">
                  <c:v>2.9818699999999998</c:v>
                </c:pt>
                <c:pt idx="11402">
                  <c:v>2.98217</c:v>
                </c:pt>
                <c:pt idx="11403">
                  <c:v>2.9824799999999998</c:v>
                </c:pt>
                <c:pt idx="11404">
                  <c:v>2.98278</c:v>
                </c:pt>
                <c:pt idx="11405">
                  <c:v>2.9830899999999998</c:v>
                </c:pt>
                <c:pt idx="11406">
                  <c:v>2.98339</c:v>
                </c:pt>
                <c:pt idx="11407">
                  <c:v>2.9836999999999998</c:v>
                </c:pt>
                <c:pt idx="11408">
                  <c:v>2.9840100000000001</c:v>
                </c:pt>
                <c:pt idx="11409">
                  <c:v>2.9843099999999998</c:v>
                </c:pt>
                <c:pt idx="11410">
                  <c:v>2.9846200000000001</c:v>
                </c:pt>
                <c:pt idx="11411">
                  <c:v>2.9849199999999998</c:v>
                </c:pt>
                <c:pt idx="11412">
                  <c:v>2.9852300000000001</c:v>
                </c:pt>
                <c:pt idx="11413">
                  <c:v>2.9855299999999998</c:v>
                </c:pt>
                <c:pt idx="11414">
                  <c:v>2.98584</c:v>
                </c:pt>
                <c:pt idx="11415">
                  <c:v>2.9861399999999998</c:v>
                </c:pt>
                <c:pt idx="11416">
                  <c:v>2.98645</c:v>
                </c:pt>
                <c:pt idx="11417">
                  <c:v>2.9867499999999998</c:v>
                </c:pt>
                <c:pt idx="11418">
                  <c:v>2.98706</c:v>
                </c:pt>
                <c:pt idx="11419">
                  <c:v>2.9873599999999998</c:v>
                </c:pt>
                <c:pt idx="11420">
                  <c:v>2.98767</c:v>
                </c:pt>
                <c:pt idx="11421">
                  <c:v>2.9879799999999999</c:v>
                </c:pt>
                <c:pt idx="11422">
                  <c:v>2.98828</c:v>
                </c:pt>
                <c:pt idx="11423">
                  <c:v>2.9885899999999999</c:v>
                </c:pt>
                <c:pt idx="11424">
                  <c:v>2.98889</c:v>
                </c:pt>
                <c:pt idx="11425">
                  <c:v>2.9891999999999999</c:v>
                </c:pt>
                <c:pt idx="11426">
                  <c:v>2.9895</c:v>
                </c:pt>
                <c:pt idx="11427">
                  <c:v>2.9898099999999999</c:v>
                </c:pt>
                <c:pt idx="11428">
                  <c:v>2.99011</c:v>
                </c:pt>
                <c:pt idx="11429">
                  <c:v>2.9904199999999999</c:v>
                </c:pt>
                <c:pt idx="11430">
                  <c:v>2.99072</c:v>
                </c:pt>
                <c:pt idx="11431">
                  <c:v>2.9910299999999999</c:v>
                </c:pt>
                <c:pt idx="11432">
                  <c:v>2.9913400000000001</c:v>
                </c:pt>
                <c:pt idx="11433">
                  <c:v>2.9916399999999999</c:v>
                </c:pt>
                <c:pt idx="11434">
                  <c:v>2.9919500000000001</c:v>
                </c:pt>
                <c:pt idx="11435">
                  <c:v>2.9922499999999999</c:v>
                </c:pt>
                <c:pt idx="11436">
                  <c:v>2.9925600000000001</c:v>
                </c:pt>
                <c:pt idx="11437">
                  <c:v>2.9928599999999999</c:v>
                </c:pt>
                <c:pt idx="11438">
                  <c:v>2.9931700000000001</c:v>
                </c:pt>
                <c:pt idx="11439">
                  <c:v>2.9934699999999999</c:v>
                </c:pt>
                <c:pt idx="11440">
                  <c:v>2.9937800000000001</c:v>
                </c:pt>
                <c:pt idx="11441">
                  <c:v>2.9940799999999999</c:v>
                </c:pt>
                <c:pt idx="11442">
                  <c:v>2.9943900000000001</c:v>
                </c:pt>
                <c:pt idx="11443">
                  <c:v>2.9946899999999999</c:v>
                </c:pt>
                <c:pt idx="11444">
                  <c:v>2.9950000000000001</c:v>
                </c:pt>
                <c:pt idx="11445">
                  <c:v>2.9953099999999999</c:v>
                </c:pt>
                <c:pt idx="11446">
                  <c:v>2.9956100000000001</c:v>
                </c:pt>
                <c:pt idx="11447">
                  <c:v>2.9959199999999999</c:v>
                </c:pt>
                <c:pt idx="11448">
                  <c:v>2.9962200000000001</c:v>
                </c:pt>
                <c:pt idx="11449">
                  <c:v>2.9965299999999999</c:v>
                </c:pt>
                <c:pt idx="11450">
                  <c:v>2.9968300000000001</c:v>
                </c:pt>
                <c:pt idx="11451">
                  <c:v>2.9971399999999999</c:v>
                </c:pt>
                <c:pt idx="11452">
                  <c:v>2.9974400000000001</c:v>
                </c:pt>
                <c:pt idx="11453">
                  <c:v>2.9977499999999999</c:v>
                </c:pt>
                <c:pt idx="11454">
                  <c:v>2.9980500000000001</c:v>
                </c:pt>
                <c:pt idx="11455">
                  <c:v>2.9983599999999999</c:v>
                </c:pt>
                <c:pt idx="11456">
                  <c:v>2.9986600000000001</c:v>
                </c:pt>
                <c:pt idx="11457">
                  <c:v>2.9989699999999999</c:v>
                </c:pt>
                <c:pt idx="11458">
                  <c:v>2.9992800000000002</c:v>
                </c:pt>
                <c:pt idx="11459">
                  <c:v>2.9995799999999999</c:v>
                </c:pt>
                <c:pt idx="11460">
                  <c:v>2.9998900000000002</c:v>
                </c:pt>
                <c:pt idx="11461">
                  <c:v>3.0001899999999999</c:v>
                </c:pt>
                <c:pt idx="11462">
                  <c:v>3.0005000000000002</c:v>
                </c:pt>
                <c:pt idx="11463">
                  <c:v>3.0007999999999999</c:v>
                </c:pt>
                <c:pt idx="11464">
                  <c:v>3.0011100000000002</c:v>
                </c:pt>
                <c:pt idx="11465">
                  <c:v>3.0014099999999999</c:v>
                </c:pt>
                <c:pt idx="11466">
                  <c:v>3.0017200000000002</c:v>
                </c:pt>
                <c:pt idx="11467">
                  <c:v>3.0020199999999999</c:v>
                </c:pt>
                <c:pt idx="11468">
                  <c:v>3.0023300000000002</c:v>
                </c:pt>
                <c:pt idx="11469">
                  <c:v>3.0026299999999999</c:v>
                </c:pt>
                <c:pt idx="11470">
                  <c:v>3.0029400000000002</c:v>
                </c:pt>
                <c:pt idx="11471">
                  <c:v>3.00325</c:v>
                </c:pt>
                <c:pt idx="11472">
                  <c:v>3.0035500000000002</c:v>
                </c:pt>
                <c:pt idx="11473">
                  <c:v>3.00386</c:v>
                </c:pt>
                <c:pt idx="11474">
                  <c:v>3.0041600000000002</c:v>
                </c:pt>
                <c:pt idx="11475">
                  <c:v>3.00447</c:v>
                </c:pt>
                <c:pt idx="11476">
                  <c:v>3.0047700000000002</c:v>
                </c:pt>
                <c:pt idx="11477">
                  <c:v>3.00508</c:v>
                </c:pt>
                <c:pt idx="11478">
                  <c:v>3.0053800000000002</c:v>
                </c:pt>
                <c:pt idx="11479">
                  <c:v>3.00569</c:v>
                </c:pt>
                <c:pt idx="11480">
                  <c:v>3.0059900000000002</c:v>
                </c:pt>
                <c:pt idx="11481">
                  <c:v>3.0063</c:v>
                </c:pt>
                <c:pt idx="11482">
                  <c:v>3.0066000000000002</c:v>
                </c:pt>
                <c:pt idx="11483">
                  <c:v>3.00691</c:v>
                </c:pt>
                <c:pt idx="11484">
                  <c:v>3.0072199999999998</c:v>
                </c:pt>
                <c:pt idx="11485">
                  <c:v>3.00752</c:v>
                </c:pt>
                <c:pt idx="11486">
                  <c:v>3.0078299999999998</c:v>
                </c:pt>
                <c:pt idx="11487">
                  <c:v>3.00813</c:v>
                </c:pt>
                <c:pt idx="11488">
                  <c:v>3.0084399999999998</c:v>
                </c:pt>
                <c:pt idx="11489">
                  <c:v>3.00874</c:v>
                </c:pt>
                <c:pt idx="11490">
                  <c:v>3.0090499999999998</c:v>
                </c:pt>
                <c:pt idx="11491">
                  <c:v>3.00935</c:v>
                </c:pt>
                <c:pt idx="11492">
                  <c:v>3.0096599999999998</c:v>
                </c:pt>
                <c:pt idx="11493">
                  <c:v>3.00996</c:v>
                </c:pt>
                <c:pt idx="11494">
                  <c:v>3.0102699999999998</c:v>
                </c:pt>
                <c:pt idx="11495">
                  <c:v>3.01058</c:v>
                </c:pt>
                <c:pt idx="11496">
                  <c:v>3.0108799999999998</c:v>
                </c:pt>
                <c:pt idx="11497">
                  <c:v>3.01119</c:v>
                </c:pt>
                <c:pt idx="11498">
                  <c:v>3.0114899999999998</c:v>
                </c:pt>
                <c:pt idx="11499">
                  <c:v>3.0118</c:v>
                </c:pt>
                <c:pt idx="11500">
                  <c:v>3.0121000000000002</c:v>
                </c:pt>
                <c:pt idx="11501">
                  <c:v>3.01241</c:v>
                </c:pt>
                <c:pt idx="11502">
                  <c:v>3.0127100000000002</c:v>
                </c:pt>
                <c:pt idx="11503">
                  <c:v>3.01302</c:v>
                </c:pt>
                <c:pt idx="11504">
                  <c:v>3.0133200000000002</c:v>
                </c:pt>
                <c:pt idx="11505">
                  <c:v>3.01363</c:v>
                </c:pt>
                <c:pt idx="11506">
                  <c:v>3.0139300000000002</c:v>
                </c:pt>
                <c:pt idx="11507">
                  <c:v>3.01424</c:v>
                </c:pt>
                <c:pt idx="11508">
                  <c:v>3.0145499999999998</c:v>
                </c:pt>
                <c:pt idx="11509">
                  <c:v>3.01485</c:v>
                </c:pt>
                <c:pt idx="11510">
                  <c:v>3.0151599999999998</c:v>
                </c:pt>
                <c:pt idx="11511">
                  <c:v>3.01546</c:v>
                </c:pt>
                <c:pt idx="11512">
                  <c:v>3.0157699999999998</c:v>
                </c:pt>
                <c:pt idx="11513">
                  <c:v>3.01607</c:v>
                </c:pt>
                <c:pt idx="11514">
                  <c:v>3.0163799999999998</c:v>
                </c:pt>
                <c:pt idx="11515">
                  <c:v>3.01668</c:v>
                </c:pt>
                <c:pt idx="11516">
                  <c:v>3.0169899999999998</c:v>
                </c:pt>
                <c:pt idx="11517">
                  <c:v>3.01729</c:v>
                </c:pt>
                <c:pt idx="11518">
                  <c:v>3.0175999999999998</c:v>
                </c:pt>
                <c:pt idx="11519">
                  <c:v>3.0179</c:v>
                </c:pt>
                <c:pt idx="11520">
                  <c:v>3.0182099999999998</c:v>
                </c:pt>
                <c:pt idx="11521">
                  <c:v>3.0185200000000001</c:v>
                </c:pt>
                <c:pt idx="11522">
                  <c:v>3.0188199999999998</c:v>
                </c:pt>
                <c:pt idx="11523">
                  <c:v>3.0191300000000001</c:v>
                </c:pt>
                <c:pt idx="11524">
                  <c:v>3.0194299999999998</c:v>
                </c:pt>
                <c:pt idx="11525">
                  <c:v>3.0197400000000001</c:v>
                </c:pt>
                <c:pt idx="11526">
                  <c:v>3.0200399999999998</c:v>
                </c:pt>
                <c:pt idx="11527">
                  <c:v>3.0203500000000001</c:v>
                </c:pt>
                <c:pt idx="11528">
                  <c:v>3.0206499999999998</c:v>
                </c:pt>
                <c:pt idx="11529">
                  <c:v>3.0209600000000001</c:v>
                </c:pt>
                <c:pt idx="11530">
                  <c:v>3.0212599999999998</c:v>
                </c:pt>
                <c:pt idx="11531">
                  <c:v>3.0215700000000001</c:v>
                </c:pt>
                <c:pt idx="11532">
                  <c:v>3.0218699999999998</c:v>
                </c:pt>
                <c:pt idx="11533">
                  <c:v>3.0221800000000001</c:v>
                </c:pt>
                <c:pt idx="11534">
                  <c:v>3.0224899999999999</c:v>
                </c:pt>
                <c:pt idx="11535">
                  <c:v>3.0227900000000001</c:v>
                </c:pt>
                <c:pt idx="11536">
                  <c:v>3.0230999999999999</c:v>
                </c:pt>
                <c:pt idx="11537">
                  <c:v>3.0234000000000001</c:v>
                </c:pt>
                <c:pt idx="11538">
                  <c:v>3.0237099999999999</c:v>
                </c:pt>
                <c:pt idx="11539">
                  <c:v>3.0240100000000001</c:v>
                </c:pt>
                <c:pt idx="11540">
                  <c:v>3.0243199999999999</c:v>
                </c:pt>
                <c:pt idx="11541">
                  <c:v>3.0246200000000001</c:v>
                </c:pt>
                <c:pt idx="11542">
                  <c:v>3.0249299999999999</c:v>
                </c:pt>
                <c:pt idx="11543">
                  <c:v>3.0252300000000001</c:v>
                </c:pt>
                <c:pt idx="11544">
                  <c:v>3.0255399999999999</c:v>
                </c:pt>
                <c:pt idx="11545">
                  <c:v>3.0258500000000002</c:v>
                </c:pt>
                <c:pt idx="11546">
                  <c:v>3.0261499999999999</c:v>
                </c:pt>
                <c:pt idx="11547">
                  <c:v>3.0264600000000002</c:v>
                </c:pt>
                <c:pt idx="11548">
                  <c:v>3.0267599999999999</c:v>
                </c:pt>
                <c:pt idx="11549">
                  <c:v>3.0270700000000001</c:v>
                </c:pt>
                <c:pt idx="11550">
                  <c:v>3.0273699999999999</c:v>
                </c:pt>
                <c:pt idx="11551">
                  <c:v>3.0276800000000001</c:v>
                </c:pt>
                <c:pt idx="11552">
                  <c:v>3.0279799999999999</c:v>
                </c:pt>
                <c:pt idx="11553">
                  <c:v>3.0282900000000001</c:v>
                </c:pt>
                <c:pt idx="11554">
                  <c:v>3.0285899999999999</c:v>
                </c:pt>
                <c:pt idx="11555">
                  <c:v>3.0289000000000001</c:v>
                </c:pt>
                <c:pt idx="11556">
                  <c:v>3.0291999999999999</c:v>
                </c:pt>
                <c:pt idx="11557">
                  <c:v>3.0295100000000001</c:v>
                </c:pt>
                <c:pt idx="11558">
                  <c:v>3.02982</c:v>
                </c:pt>
                <c:pt idx="11559">
                  <c:v>3.0301200000000001</c:v>
                </c:pt>
                <c:pt idx="11560">
                  <c:v>3.03043</c:v>
                </c:pt>
                <c:pt idx="11561">
                  <c:v>3.0307300000000001</c:v>
                </c:pt>
                <c:pt idx="11562">
                  <c:v>3.03104</c:v>
                </c:pt>
                <c:pt idx="11563">
                  <c:v>3.0313400000000001</c:v>
                </c:pt>
                <c:pt idx="11564">
                  <c:v>3.03165</c:v>
                </c:pt>
                <c:pt idx="11565">
                  <c:v>3.0319500000000001</c:v>
                </c:pt>
                <c:pt idx="11566">
                  <c:v>3.03226</c:v>
                </c:pt>
                <c:pt idx="11567">
                  <c:v>3.0325600000000001</c:v>
                </c:pt>
                <c:pt idx="11568">
                  <c:v>3.03287</c:v>
                </c:pt>
                <c:pt idx="11569">
                  <c:v>3.0331700000000001</c:v>
                </c:pt>
                <c:pt idx="11570">
                  <c:v>3.03348</c:v>
                </c:pt>
                <c:pt idx="11571">
                  <c:v>3.0337900000000002</c:v>
                </c:pt>
                <c:pt idx="11572">
                  <c:v>3.03409</c:v>
                </c:pt>
                <c:pt idx="11573">
                  <c:v>3.0344000000000002</c:v>
                </c:pt>
                <c:pt idx="11574">
                  <c:v>3.0347</c:v>
                </c:pt>
                <c:pt idx="11575">
                  <c:v>3.0350100000000002</c:v>
                </c:pt>
                <c:pt idx="11576">
                  <c:v>3.03531</c:v>
                </c:pt>
                <c:pt idx="11577">
                  <c:v>3.0356200000000002</c:v>
                </c:pt>
                <c:pt idx="11578">
                  <c:v>3.03592</c:v>
                </c:pt>
                <c:pt idx="11579">
                  <c:v>3.0362300000000002</c:v>
                </c:pt>
                <c:pt idx="11580">
                  <c:v>3.03653</c:v>
                </c:pt>
                <c:pt idx="11581">
                  <c:v>3.0368400000000002</c:v>
                </c:pt>
                <c:pt idx="11582">
                  <c:v>3.03714</c:v>
                </c:pt>
                <c:pt idx="11583">
                  <c:v>3.0374500000000002</c:v>
                </c:pt>
                <c:pt idx="11584">
                  <c:v>3.03776</c:v>
                </c:pt>
                <c:pt idx="11585">
                  <c:v>3.0380600000000002</c:v>
                </c:pt>
                <c:pt idx="11586">
                  <c:v>3.03837</c:v>
                </c:pt>
                <c:pt idx="11587">
                  <c:v>3.0386700000000002</c:v>
                </c:pt>
                <c:pt idx="11588">
                  <c:v>3.03898</c:v>
                </c:pt>
                <c:pt idx="11589">
                  <c:v>3.0392800000000002</c:v>
                </c:pt>
                <c:pt idx="11590">
                  <c:v>3.03959</c:v>
                </c:pt>
                <c:pt idx="11591">
                  <c:v>3.0398900000000002</c:v>
                </c:pt>
                <c:pt idx="11592">
                  <c:v>3.0402</c:v>
                </c:pt>
                <c:pt idx="11593">
                  <c:v>3.0405000000000002</c:v>
                </c:pt>
                <c:pt idx="11594">
                  <c:v>3.04081</c:v>
                </c:pt>
                <c:pt idx="11595">
                  <c:v>3.0411100000000002</c:v>
                </c:pt>
                <c:pt idx="11596">
                  <c:v>3.04142</c:v>
                </c:pt>
                <c:pt idx="11597">
                  <c:v>3.0417299999999998</c:v>
                </c:pt>
                <c:pt idx="11598">
                  <c:v>3.04203</c:v>
                </c:pt>
                <c:pt idx="11599">
                  <c:v>3.0423399999999998</c:v>
                </c:pt>
                <c:pt idx="11600">
                  <c:v>3.04264</c:v>
                </c:pt>
                <c:pt idx="11601">
                  <c:v>3.0429499999999998</c:v>
                </c:pt>
                <c:pt idx="11602">
                  <c:v>3.04325</c:v>
                </c:pt>
                <c:pt idx="11603">
                  <c:v>3.0435599999999998</c:v>
                </c:pt>
                <c:pt idx="11604">
                  <c:v>3.04386</c:v>
                </c:pt>
                <c:pt idx="11605">
                  <c:v>3.0441699999999998</c:v>
                </c:pt>
                <c:pt idx="11606">
                  <c:v>3.04447</c:v>
                </c:pt>
                <c:pt idx="11607">
                  <c:v>3.0447799999999998</c:v>
                </c:pt>
                <c:pt idx="11608">
                  <c:v>3.0450900000000001</c:v>
                </c:pt>
                <c:pt idx="11609">
                  <c:v>3.0453899999999998</c:v>
                </c:pt>
                <c:pt idx="11610">
                  <c:v>3.0457000000000001</c:v>
                </c:pt>
                <c:pt idx="11611">
                  <c:v>3.0459999999999998</c:v>
                </c:pt>
                <c:pt idx="11612">
                  <c:v>3.0463100000000001</c:v>
                </c:pt>
                <c:pt idx="11613">
                  <c:v>3.0466099999999998</c:v>
                </c:pt>
                <c:pt idx="11614">
                  <c:v>3.0469200000000001</c:v>
                </c:pt>
                <c:pt idx="11615">
                  <c:v>3.0472199999999998</c:v>
                </c:pt>
                <c:pt idx="11616">
                  <c:v>3.0475300000000001</c:v>
                </c:pt>
                <c:pt idx="11617">
                  <c:v>3.0478299999999998</c:v>
                </c:pt>
                <c:pt idx="11618">
                  <c:v>3.0481400000000001</c:v>
                </c:pt>
                <c:pt idx="11619">
                  <c:v>3.0484399999999998</c:v>
                </c:pt>
                <c:pt idx="11620">
                  <c:v>3.0487500000000001</c:v>
                </c:pt>
                <c:pt idx="11621">
                  <c:v>3.0490599999999999</c:v>
                </c:pt>
                <c:pt idx="11622">
                  <c:v>3.0493600000000001</c:v>
                </c:pt>
                <c:pt idx="11623">
                  <c:v>3.0496699999999999</c:v>
                </c:pt>
                <c:pt idx="11624">
                  <c:v>3.0499700000000001</c:v>
                </c:pt>
                <c:pt idx="11625">
                  <c:v>3.0502799999999999</c:v>
                </c:pt>
                <c:pt idx="11626">
                  <c:v>3.0505800000000001</c:v>
                </c:pt>
                <c:pt idx="11627">
                  <c:v>3.0508899999999999</c:v>
                </c:pt>
                <c:pt idx="11628">
                  <c:v>3.0511900000000001</c:v>
                </c:pt>
                <c:pt idx="11629">
                  <c:v>3.0514999999999999</c:v>
                </c:pt>
                <c:pt idx="11630">
                  <c:v>3.0518000000000001</c:v>
                </c:pt>
                <c:pt idx="11631">
                  <c:v>3.0521099999999999</c:v>
                </c:pt>
                <c:pt idx="11632">
                  <c:v>3.0524100000000001</c:v>
                </c:pt>
                <c:pt idx="11633">
                  <c:v>3.0527199999999999</c:v>
                </c:pt>
                <c:pt idx="11634">
                  <c:v>3.0530300000000001</c:v>
                </c:pt>
                <c:pt idx="11635">
                  <c:v>3.0533299999999999</c:v>
                </c:pt>
                <c:pt idx="11636">
                  <c:v>3.0536400000000001</c:v>
                </c:pt>
                <c:pt idx="11637">
                  <c:v>3.0539399999999999</c:v>
                </c:pt>
                <c:pt idx="11638">
                  <c:v>3.0542500000000001</c:v>
                </c:pt>
                <c:pt idx="11639">
                  <c:v>3.0545499999999999</c:v>
                </c:pt>
                <c:pt idx="11640">
                  <c:v>3.0548600000000001</c:v>
                </c:pt>
                <c:pt idx="11641">
                  <c:v>3.0551599999999999</c:v>
                </c:pt>
                <c:pt idx="11642">
                  <c:v>3.0554700000000001</c:v>
                </c:pt>
                <c:pt idx="11643">
                  <c:v>3.0557699999999999</c:v>
                </c:pt>
                <c:pt idx="11644">
                  <c:v>3.0560800000000001</c:v>
                </c:pt>
                <c:pt idx="11645">
                  <c:v>3.0563799999999999</c:v>
                </c:pt>
                <c:pt idx="11646">
                  <c:v>3.0566900000000001</c:v>
                </c:pt>
                <c:pt idx="11647">
                  <c:v>3.0569999999999999</c:v>
                </c:pt>
                <c:pt idx="11648">
                  <c:v>3.0573000000000001</c:v>
                </c:pt>
                <c:pt idx="11649">
                  <c:v>3.0576099999999999</c:v>
                </c:pt>
                <c:pt idx="11650">
                  <c:v>3.0579100000000001</c:v>
                </c:pt>
                <c:pt idx="11651">
                  <c:v>3.0582199999999999</c:v>
                </c:pt>
                <c:pt idx="11652">
                  <c:v>3.0585200000000001</c:v>
                </c:pt>
                <c:pt idx="11653">
                  <c:v>3.0588299999999999</c:v>
                </c:pt>
                <c:pt idx="11654">
                  <c:v>3.0591300000000001</c:v>
                </c:pt>
                <c:pt idx="11655">
                  <c:v>3.0594399999999999</c:v>
                </c:pt>
                <c:pt idx="11656">
                  <c:v>3.0597400000000001</c:v>
                </c:pt>
                <c:pt idx="11657">
                  <c:v>3.0600499999999999</c:v>
                </c:pt>
                <c:pt idx="11658">
                  <c:v>3.0603500000000001</c:v>
                </c:pt>
                <c:pt idx="11659">
                  <c:v>3.0606599999999999</c:v>
                </c:pt>
                <c:pt idx="11660">
                  <c:v>3.0609700000000002</c:v>
                </c:pt>
                <c:pt idx="11661">
                  <c:v>3.0612699999999999</c:v>
                </c:pt>
                <c:pt idx="11662">
                  <c:v>3.0615800000000002</c:v>
                </c:pt>
                <c:pt idx="11663">
                  <c:v>3.0618799999999999</c:v>
                </c:pt>
                <c:pt idx="11664">
                  <c:v>3.0621900000000002</c:v>
                </c:pt>
                <c:pt idx="11665">
                  <c:v>3.0624899999999999</c:v>
                </c:pt>
                <c:pt idx="11666">
                  <c:v>3.0628000000000002</c:v>
                </c:pt>
                <c:pt idx="11667">
                  <c:v>3.0630999999999999</c:v>
                </c:pt>
                <c:pt idx="11668">
                  <c:v>3.0634100000000002</c:v>
                </c:pt>
                <c:pt idx="11669">
                  <c:v>3.0637099999999999</c:v>
                </c:pt>
                <c:pt idx="11670">
                  <c:v>3.0640200000000002</c:v>
                </c:pt>
                <c:pt idx="11671">
                  <c:v>3.06433</c:v>
                </c:pt>
                <c:pt idx="11672">
                  <c:v>3.0646300000000002</c:v>
                </c:pt>
                <c:pt idx="11673">
                  <c:v>3.06494</c:v>
                </c:pt>
                <c:pt idx="11674">
                  <c:v>3.0652400000000002</c:v>
                </c:pt>
                <c:pt idx="11675">
                  <c:v>3.06555</c:v>
                </c:pt>
                <c:pt idx="11676">
                  <c:v>3.0658500000000002</c:v>
                </c:pt>
                <c:pt idx="11677">
                  <c:v>3.06616</c:v>
                </c:pt>
                <c:pt idx="11678">
                  <c:v>3.0664600000000002</c:v>
                </c:pt>
                <c:pt idx="11679">
                  <c:v>3.06677</c:v>
                </c:pt>
                <c:pt idx="11680">
                  <c:v>3.0670700000000002</c:v>
                </c:pt>
                <c:pt idx="11681">
                  <c:v>3.06738</c:v>
                </c:pt>
                <c:pt idx="11682">
                  <c:v>3.0676800000000002</c:v>
                </c:pt>
                <c:pt idx="11683">
                  <c:v>3.06799</c:v>
                </c:pt>
                <c:pt idx="11684">
                  <c:v>3.0682999999999998</c:v>
                </c:pt>
                <c:pt idx="11685">
                  <c:v>3.0686</c:v>
                </c:pt>
                <c:pt idx="11686">
                  <c:v>3.0689099999999998</c:v>
                </c:pt>
                <c:pt idx="11687">
                  <c:v>3.06921</c:v>
                </c:pt>
                <c:pt idx="11688">
                  <c:v>3.0695199999999998</c:v>
                </c:pt>
                <c:pt idx="11689">
                  <c:v>3.06982</c:v>
                </c:pt>
                <c:pt idx="11690">
                  <c:v>3.0701299999999998</c:v>
                </c:pt>
                <c:pt idx="11691">
                  <c:v>3.07043</c:v>
                </c:pt>
                <c:pt idx="11692">
                  <c:v>3.0707399999999998</c:v>
                </c:pt>
                <c:pt idx="11693">
                  <c:v>3.07104</c:v>
                </c:pt>
                <c:pt idx="11694">
                  <c:v>3.0713499999999998</c:v>
                </c:pt>
                <c:pt idx="11695">
                  <c:v>3.07165</c:v>
                </c:pt>
                <c:pt idx="11696">
                  <c:v>3.0719599999999998</c:v>
                </c:pt>
                <c:pt idx="11697">
                  <c:v>3.0722700000000001</c:v>
                </c:pt>
                <c:pt idx="11698">
                  <c:v>3.0725699999999998</c:v>
                </c:pt>
                <c:pt idx="11699">
                  <c:v>3.0728800000000001</c:v>
                </c:pt>
                <c:pt idx="11700">
                  <c:v>3.0731799999999998</c:v>
                </c:pt>
                <c:pt idx="11701">
                  <c:v>3.0734900000000001</c:v>
                </c:pt>
                <c:pt idx="11702">
                  <c:v>3.0737899999999998</c:v>
                </c:pt>
                <c:pt idx="11703">
                  <c:v>3.0741000000000001</c:v>
                </c:pt>
                <c:pt idx="11704">
                  <c:v>3.0743999999999998</c:v>
                </c:pt>
                <c:pt idx="11705">
                  <c:v>3.0747100000000001</c:v>
                </c:pt>
                <c:pt idx="11706">
                  <c:v>3.0750099999999998</c:v>
                </c:pt>
                <c:pt idx="11707">
                  <c:v>3.0753200000000001</c:v>
                </c:pt>
                <c:pt idx="11708">
                  <c:v>3.0756199999999998</c:v>
                </c:pt>
                <c:pt idx="11709">
                  <c:v>3.0759300000000001</c:v>
                </c:pt>
                <c:pt idx="11710">
                  <c:v>3.0762399999999999</c:v>
                </c:pt>
                <c:pt idx="11711">
                  <c:v>3.0765400000000001</c:v>
                </c:pt>
                <c:pt idx="11712">
                  <c:v>3.0768499999999999</c:v>
                </c:pt>
                <c:pt idx="11713">
                  <c:v>3.0771500000000001</c:v>
                </c:pt>
                <c:pt idx="11714">
                  <c:v>3.0774599999999999</c:v>
                </c:pt>
                <c:pt idx="11715">
                  <c:v>3.0777600000000001</c:v>
                </c:pt>
                <c:pt idx="11716">
                  <c:v>3.0780699999999999</c:v>
                </c:pt>
                <c:pt idx="11717">
                  <c:v>3.0783700000000001</c:v>
                </c:pt>
                <c:pt idx="11718">
                  <c:v>3.0786799999999999</c:v>
                </c:pt>
                <c:pt idx="11719">
                  <c:v>3.0789800000000001</c:v>
                </c:pt>
                <c:pt idx="11720">
                  <c:v>3.0792899999999999</c:v>
                </c:pt>
                <c:pt idx="11721">
                  <c:v>3.0796000000000001</c:v>
                </c:pt>
                <c:pt idx="11722">
                  <c:v>3.0798999999999999</c:v>
                </c:pt>
                <c:pt idx="11723">
                  <c:v>3.0802100000000001</c:v>
                </c:pt>
                <c:pt idx="11724">
                  <c:v>3.0805099999999999</c:v>
                </c:pt>
                <c:pt idx="11725">
                  <c:v>3.0808200000000001</c:v>
                </c:pt>
                <c:pt idx="11726">
                  <c:v>3.0811199999999999</c:v>
                </c:pt>
                <c:pt idx="11727">
                  <c:v>3.0814300000000001</c:v>
                </c:pt>
                <c:pt idx="11728">
                  <c:v>3.0817299999999999</c:v>
                </c:pt>
                <c:pt idx="11729">
                  <c:v>3.0820400000000001</c:v>
                </c:pt>
                <c:pt idx="11730">
                  <c:v>3.0823399999999999</c:v>
                </c:pt>
                <c:pt idx="11731">
                  <c:v>3.0826500000000001</c:v>
                </c:pt>
                <c:pt idx="11732">
                  <c:v>3.0829499999999999</c:v>
                </c:pt>
                <c:pt idx="11733">
                  <c:v>3.0832600000000001</c:v>
                </c:pt>
                <c:pt idx="11734">
                  <c:v>3.0835699999999999</c:v>
                </c:pt>
                <c:pt idx="11735">
                  <c:v>3.0838700000000001</c:v>
                </c:pt>
                <c:pt idx="11736">
                  <c:v>3.0841799999999999</c:v>
                </c:pt>
                <c:pt idx="11737">
                  <c:v>3.0844800000000001</c:v>
                </c:pt>
                <c:pt idx="11738">
                  <c:v>3.0847899999999999</c:v>
                </c:pt>
                <c:pt idx="11739">
                  <c:v>3.0850900000000001</c:v>
                </c:pt>
                <c:pt idx="11740">
                  <c:v>3.0853999999999999</c:v>
                </c:pt>
                <c:pt idx="11741">
                  <c:v>3.0857000000000001</c:v>
                </c:pt>
                <c:pt idx="11742">
                  <c:v>3.0860099999999999</c:v>
                </c:pt>
                <c:pt idx="11743">
                  <c:v>3.0863100000000001</c:v>
                </c:pt>
                <c:pt idx="11744">
                  <c:v>3.0866199999999999</c:v>
                </c:pt>
                <c:pt idx="11745">
                  <c:v>3.0869200000000001</c:v>
                </c:pt>
                <c:pt idx="11746">
                  <c:v>3.0872299999999999</c:v>
                </c:pt>
                <c:pt idx="11747">
                  <c:v>3.0875400000000002</c:v>
                </c:pt>
                <c:pt idx="11748">
                  <c:v>3.0878399999999999</c:v>
                </c:pt>
                <c:pt idx="11749">
                  <c:v>3.0881500000000002</c:v>
                </c:pt>
                <c:pt idx="11750">
                  <c:v>3.0884499999999999</c:v>
                </c:pt>
                <c:pt idx="11751">
                  <c:v>3.0887600000000002</c:v>
                </c:pt>
                <c:pt idx="11752">
                  <c:v>3.0890599999999999</c:v>
                </c:pt>
                <c:pt idx="11753">
                  <c:v>3.0893700000000002</c:v>
                </c:pt>
                <c:pt idx="11754">
                  <c:v>3.0896699999999999</c:v>
                </c:pt>
                <c:pt idx="11755">
                  <c:v>3.0899800000000002</c:v>
                </c:pt>
                <c:pt idx="11756">
                  <c:v>3.0902799999999999</c:v>
                </c:pt>
                <c:pt idx="11757">
                  <c:v>3.0905900000000002</c:v>
                </c:pt>
                <c:pt idx="11758">
                  <c:v>3.0908899999999999</c:v>
                </c:pt>
                <c:pt idx="11759">
                  <c:v>3.0912000000000002</c:v>
                </c:pt>
                <c:pt idx="11760">
                  <c:v>3.09151</c:v>
                </c:pt>
                <c:pt idx="11761">
                  <c:v>3.0918100000000002</c:v>
                </c:pt>
                <c:pt idx="11762">
                  <c:v>3.09212</c:v>
                </c:pt>
                <c:pt idx="11763">
                  <c:v>3.0924200000000002</c:v>
                </c:pt>
                <c:pt idx="11764">
                  <c:v>3.09273</c:v>
                </c:pt>
                <c:pt idx="11765">
                  <c:v>3.0930300000000002</c:v>
                </c:pt>
                <c:pt idx="11766">
                  <c:v>3.09334</c:v>
                </c:pt>
                <c:pt idx="11767">
                  <c:v>3.0936400000000002</c:v>
                </c:pt>
                <c:pt idx="11768">
                  <c:v>3.09395</c:v>
                </c:pt>
                <c:pt idx="11769">
                  <c:v>3.0942500000000002</c:v>
                </c:pt>
                <c:pt idx="11770">
                  <c:v>3.09456</c:v>
                </c:pt>
                <c:pt idx="11771">
                  <c:v>3.0948600000000002</c:v>
                </c:pt>
                <c:pt idx="11772">
                  <c:v>3.09517</c:v>
                </c:pt>
                <c:pt idx="11773">
                  <c:v>3.0954799999999998</c:v>
                </c:pt>
                <c:pt idx="11774">
                  <c:v>3.09578</c:v>
                </c:pt>
                <c:pt idx="11775">
                  <c:v>3.0960899999999998</c:v>
                </c:pt>
                <c:pt idx="11776">
                  <c:v>3.09639</c:v>
                </c:pt>
                <c:pt idx="11777">
                  <c:v>3.0966999999999998</c:v>
                </c:pt>
                <c:pt idx="11778">
                  <c:v>3.097</c:v>
                </c:pt>
                <c:pt idx="11779">
                  <c:v>3.0973099999999998</c:v>
                </c:pt>
                <c:pt idx="11780">
                  <c:v>3.09761</c:v>
                </c:pt>
                <c:pt idx="11781">
                  <c:v>3.0979199999999998</c:v>
                </c:pt>
                <c:pt idx="11782">
                  <c:v>3.09822</c:v>
                </c:pt>
                <c:pt idx="11783">
                  <c:v>3.0985299999999998</c:v>
                </c:pt>
                <c:pt idx="11784">
                  <c:v>3.09884</c:v>
                </c:pt>
                <c:pt idx="11785">
                  <c:v>3.0991399999999998</c:v>
                </c:pt>
                <c:pt idx="11786">
                  <c:v>3.09945</c:v>
                </c:pt>
                <c:pt idx="11787">
                  <c:v>3.0997499999999998</c:v>
                </c:pt>
                <c:pt idx="11788">
                  <c:v>3.10006</c:v>
                </c:pt>
                <c:pt idx="11789">
                  <c:v>3.1003599999999998</c:v>
                </c:pt>
                <c:pt idx="11790">
                  <c:v>3.10067</c:v>
                </c:pt>
                <c:pt idx="11791">
                  <c:v>3.1009699999999998</c:v>
                </c:pt>
                <c:pt idx="11792">
                  <c:v>3.10128</c:v>
                </c:pt>
                <c:pt idx="11793">
                  <c:v>3.1015799999999998</c:v>
                </c:pt>
                <c:pt idx="11794">
                  <c:v>3.10189</c:v>
                </c:pt>
                <c:pt idx="11795">
                  <c:v>3.1021899999999998</c:v>
                </c:pt>
                <c:pt idx="11796">
                  <c:v>3.1025</c:v>
                </c:pt>
                <c:pt idx="11797">
                  <c:v>3.1028099999999998</c:v>
                </c:pt>
                <c:pt idx="11798">
                  <c:v>3.10311</c:v>
                </c:pt>
                <c:pt idx="11799">
                  <c:v>3.1034199999999998</c:v>
                </c:pt>
                <c:pt idx="11800">
                  <c:v>3.10372</c:v>
                </c:pt>
                <c:pt idx="11801">
                  <c:v>3.1040299999999998</c:v>
                </c:pt>
                <c:pt idx="11802">
                  <c:v>3.10433</c:v>
                </c:pt>
                <c:pt idx="11803">
                  <c:v>3.1046399999999998</c:v>
                </c:pt>
                <c:pt idx="11804">
                  <c:v>3.10494</c:v>
                </c:pt>
                <c:pt idx="11805">
                  <c:v>3.1052499999999998</c:v>
                </c:pt>
                <c:pt idx="11806">
                  <c:v>3.10555</c:v>
                </c:pt>
                <c:pt idx="11807">
                  <c:v>3.1058599999999998</c:v>
                </c:pt>
                <c:pt idx="11808">
                  <c:v>3.10616</c:v>
                </c:pt>
                <c:pt idx="11809">
                  <c:v>3.1064699999999998</c:v>
                </c:pt>
                <c:pt idx="11810">
                  <c:v>3.1067800000000001</c:v>
                </c:pt>
                <c:pt idx="11811">
                  <c:v>3.1070799999999998</c:v>
                </c:pt>
                <c:pt idx="11812">
                  <c:v>3.1073900000000001</c:v>
                </c:pt>
                <c:pt idx="11813">
                  <c:v>3.1076899999999998</c:v>
                </c:pt>
                <c:pt idx="11814">
                  <c:v>3.1080000000000001</c:v>
                </c:pt>
                <c:pt idx="11815">
                  <c:v>3.1082999999999998</c:v>
                </c:pt>
                <c:pt idx="11816">
                  <c:v>3.1086100000000001</c:v>
                </c:pt>
                <c:pt idx="11817">
                  <c:v>3.1089099999999998</c:v>
                </c:pt>
                <c:pt idx="11818">
                  <c:v>3.1092200000000001</c:v>
                </c:pt>
                <c:pt idx="11819">
                  <c:v>3.1095199999999998</c:v>
                </c:pt>
                <c:pt idx="11820">
                  <c:v>3.1098300000000001</c:v>
                </c:pt>
                <c:pt idx="11821">
                  <c:v>3.1101299999999998</c:v>
                </c:pt>
                <c:pt idx="11822">
                  <c:v>3.1104400000000001</c:v>
                </c:pt>
                <c:pt idx="11823">
                  <c:v>3.1107499999999999</c:v>
                </c:pt>
                <c:pt idx="11824">
                  <c:v>3.1110500000000001</c:v>
                </c:pt>
                <c:pt idx="11825">
                  <c:v>3.1113599999999999</c:v>
                </c:pt>
                <c:pt idx="11826">
                  <c:v>3.1116600000000001</c:v>
                </c:pt>
                <c:pt idx="11827">
                  <c:v>3.1119699999999999</c:v>
                </c:pt>
                <c:pt idx="11828">
                  <c:v>3.1122700000000001</c:v>
                </c:pt>
                <c:pt idx="11829">
                  <c:v>3.1125799999999999</c:v>
                </c:pt>
                <c:pt idx="11830">
                  <c:v>3.1128800000000001</c:v>
                </c:pt>
                <c:pt idx="11831">
                  <c:v>3.1131899999999999</c:v>
                </c:pt>
                <c:pt idx="11832">
                  <c:v>3.1134900000000001</c:v>
                </c:pt>
                <c:pt idx="11833">
                  <c:v>3.1137999999999999</c:v>
                </c:pt>
                <c:pt idx="11834">
                  <c:v>3.1141000000000001</c:v>
                </c:pt>
                <c:pt idx="11835">
                  <c:v>3.1144099999999999</c:v>
                </c:pt>
                <c:pt idx="11836">
                  <c:v>3.1147200000000002</c:v>
                </c:pt>
                <c:pt idx="11837">
                  <c:v>3.1150199999999999</c:v>
                </c:pt>
                <c:pt idx="11838">
                  <c:v>3.1153300000000002</c:v>
                </c:pt>
                <c:pt idx="11839">
                  <c:v>3.1156299999999999</c:v>
                </c:pt>
                <c:pt idx="11840">
                  <c:v>3.1159400000000002</c:v>
                </c:pt>
                <c:pt idx="11841">
                  <c:v>3.1162399999999999</c:v>
                </c:pt>
                <c:pt idx="11842">
                  <c:v>3.1165500000000002</c:v>
                </c:pt>
                <c:pt idx="11843">
                  <c:v>3.1168499999999999</c:v>
                </c:pt>
                <c:pt idx="11844">
                  <c:v>3.1171600000000002</c:v>
                </c:pt>
                <c:pt idx="11845">
                  <c:v>3.1174599999999999</c:v>
                </c:pt>
                <c:pt idx="11846">
                  <c:v>3.1177700000000002</c:v>
                </c:pt>
                <c:pt idx="11847">
                  <c:v>3.11808</c:v>
                </c:pt>
                <c:pt idx="11848">
                  <c:v>3.1183800000000002</c:v>
                </c:pt>
                <c:pt idx="11849">
                  <c:v>3.11869</c:v>
                </c:pt>
                <c:pt idx="11850">
                  <c:v>3.1189900000000002</c:v>
                </c:pt>
                <c:pt idx="11851">
                  <c:v>3.1193</c:v>
                </c:pt>
                <c:pt idx="11852">
                  <c:v>3.1196000000000002</c:v>
                </c:pt>
                <c:pt idx="11853">
                  <c:v>3.11991</c:v>
                </c:pt>
                <c:pt idx="11854">
                  <c:v>3.1202100000000002</c:v>
                </c:pt>
                <c:pt idx="11855">
                  <c:v>3.12052</c:v>
                </c:pt>
                <c:pt idx="11856">
                  <c:v>3.1208200000000001</c:v>
                </c:pt>
                <c:pt idx="11857">
                  <c:v>3.12113</c:v>
                </c:pt>
                <c:pt idx="11858">
                  <c:v>3.1214300000000001</c:v>
                </c:pt>
                <c:pt idx="11859">
                  <c:v>3.12174</c:v>
                </c:pt>
                <c:pt idx="11860">
                  <c:v>3.1220500000000002</c:v>
                </c:pt>
                <c:pt idx="11861">
                  <c:v>3.12235</c:v>
                </c:pt>
                <c:pt idx="11862">
                  <c:v>3.1226600000000002</c:v>
                </c:pt>
                <c:pt idx="11863">
                  <c:v>3.12296</c:v>
                </c:pt>
                <c:pt idx="11864">
                  <c:v>3.1232700000000002</c:v>
                </c:pt>
                <c:pt idx="11865">
                  <c:v>3.12357</c:v>
                </c:pt>
                <c:pt idx="11866">
                  <c:v>3.1238800000000002</c:v>
                </c:pt>
                <c:pt idx="11867">
                  <c:v>3.12418</c:v>
                </c:pt>
                <c:pt idx="11868">
                  <c:v>3.1244900000000002</c:v>
                </c:pt>
                <c:pt idx="11869">
                  <c:v>3.12479</c:v>
                </c:pt>
                <c:pt idx="11870">
                  <c:v>3.1251000000000002</c:v>
                </c:pt>
                <c:pt idx="11871">
                  <c:v>3.1254</c:v>
                </c:pt>
                <c:pt idx="11872">
                  <c:v>3.1257100000000002</c:v>
                </c:pt>
                <c:pt idx="11873">
                  <c:v>3.12602</c:v>
                </c:pt>
                <c:pt idx="11874">
                  <c:v>3.1263200000000002</c:v>
                </c:pt>
                <c:pt idx="11875">
                  <c:v>3.12663</c:v>
                </c:pt>
                <c:pt idx="11876">
                  <c:v>3.1269300000000002</c:v>
                </c:pt>
                <c:pt idx="11877">
                  <c:v>3.12724</c:v>
                </c:pt>
                <c:pt idx="11878">
                  <c:v>3.1275400000000002</c:v>
                </c:pt>
                <c:pt idx="11879">
                  <c:v>3.12785</c:v>
                </c:pt>
                <c:pt idx="11880">
                  <c:v>3.1281500000000002</c:v>
                </c:pt>
                <c:pt idx="11881">
                  <c:v>3.12846</c:v>
                </c:pt>
                <c:pt idx="11882">
                  <c:v>3.1287600000000002</c:v>
                </c:pt>
                <c:pt idx="11883">
                  <c:v>3.12907</c:v>
                </c:pt>
                <c:pt idx="11884">
                  <c:v>3.1293700000000002</c:v>
                </c:pt>
                <c:pt idx="11885">
                  <c:v>3.12968</c:v>
                </c:pt>
                <c:pt idx="11886">
                  <c:v>3.1299899999999998</c:v>
                </c:pt>
                <c:pt idx="11887">
                  <c:v>3.13029</c:v>
                </c:pt>
                <c:pt idx="11888">
                  <c:v>3.1305999999999998</c:v>
                </c:pt>
                <c:pt idx="11889">
                  <c:v>3.1309</c:v>
                </c:pt>
                <c:pt idx="11890">
                  <c:v>3.1312099999999998</c:v>
                </c:pt>
                <c:pt idx="11891">
                  <c:v>3.13151</c:v>
                </c:pt>
                <c:pt idx="11892">
                  <c:v>3.1318199999999998</c:v>
                </c:pt>
                <c:pt idx="11893">
                  <c:v>3.13212</c:v>
                </c:pt>
                <c:pt idx="11894">
                  <c:v>3.1324299999999998</c:v>
                </c:pt>
                <c:pt idx="11895">
                  <c:v>3.13273</c:v>
                </c:pt>
                <c:pt idx="11896">
                  <c:v>3.1330399999999998</c:v>
                </c:pt>
                <c:pt idx="11897">
                  <c:v>3.1333500000000001</c:v>
                </c:pt>
                <c:pt idx="11898">
                  <c:v>3.1336499999999998</c:v>
                </c:pt>
                <c:pt idx="11899">
                  <c:v>3.1339600000000001</c:v>
                </c:pt>
                <c:pt idx="11900">
                  <c:v>3.1342599999999998</c:v>
                </c:pt>
                <c:pt idx="11901">
                  <c:v>3.1345700000000001</c:v>
                </c:pt>
                <c:pt idx="11902">
                  <c:v>3.1348699999999998</c:v>
                </c:pt>
                <c:pt idx="11903">
                  <c:v>3.1351800000000001</c:v>
                </c:pt>
                <c:pt idx="11904">
                  <c:v>3.1354799999999998</c:v>
                </c:pt>
                <c:pt idx="11905">
                  <c:v>3.1357900000000001</c:v>
                </c:pt>
                <c:pt idx="11906">
                  <c:v>3.1360899999999998</c:v>
                </c:pt>
                <c:pt idx="11907">
                  <c:v>3.1364000000000001</c:v>
                </c:pt>
                <c:pt idx="11908">
                  <c:v>3.1366999999999998</c:v>
                </c:pt>
                <c:pt idx="11909">
                  <c:v>3.1370100000000001</c:v>
                </c:pt>
                <c:pt idx="11910">
                  <c:v>3.1373199999999999</c:v>
                </c:pt>
                <c:pt idx="11911">
                  <c:v>3.1376200000000001</c:v>
                </c:pt>
                <c:pt idx="11912">
                  <c:v>3.1379299999999999</c:v>
                </c:pt>
                <c:pt idx="11913">
                  <c:v>3.1382300000000001</c:v>
                </c:pt>
                <c:pt idx="11914">
                  <c:v>3.1385399999999999</c:v>
                </c:pt>
                <c:pt idx="11915">
                  <c:v>3.1388400000000001</c:v>
                </c:pt>
                <c:pt idx="11916">
                  <c:v>3.1391499999999999</c:v>
                </c:pt>
                <c:pt idx="11917">
                  <c:v>3.1394500000000001</c:v>
                </c:pt>
                <c:pt idx="11918">
                  <c:v>3.1397599999999999</c:v>
                </c:pt>
                <c:pt idx="11919">
                  <c:v>3.1400600000000001</c:v>
                </c:pt>
                <c:pt idx="11920">
                  <c:v>3.1403699999999999</c:v>
                </c:pt>
                <c:pt idx="11921">
                  <c:v>3.1406700000000001</c:v>
                </c:pt>
                <c:pt idx="11922">
                  <c:v>3.1409799999999999</c:v>
                </c:pt>
                <c:pt idx="11923">
                  <c:v>3.1412900000000001</c:v>
                </c:pt>
                <c:pt idx="11924">
                  <c:v>3.1415899999999999</c:v>
                </c:pt>
                <c:pt idx="11925">
                  <c:v>3.1419000000000001</c:v>
                </c:pt>
                <c:pt idx="11926">
                  <c:v>3.1421999999999999</c:v>
                </c:pt>
                <c:pt idx="11927">
                  <c:v>3.1425100000000001</c:v>
                </c:pt>
                <c:pt idx="11928">
                  <c:v>3.1428099999999999</c:v>
                </c:pt>
                <c:pt idx="11929">
                  <c:v>3.1431200000000001</c:v>
                </c:pt>
                <c:pt idx="11930">
                  <c:v>3.1434199999999999</c:v>
                </c:pt>
                <c:pt idx="11931">
                  <c:v>3.1437300000000001</c:v>
                </c:pt>
                <c:pt idx="11932">
                  <c:v>3.1440299999999999</c:v>
                </c:pt>
                <c:pt idx="11933">
                  <c:v>3.1443400000000001</c:v>
                </c:pt>
                <c:pt idx="11934">
                  <c:v>3.1446399999999999</c:v>
                </c:pt>
                <c:pt idx="11935">
                  <c:v>3.1449500000000001</c:v>
                </c:pt>
                <c:pt idx="11936">
                  <c:v>3.1452599999999999</c:v>
                </c:pt>
                <c:pt idx="11937">
                  <c:v>3.1455600000000001</c:v>
                </c:pt>
                <c:pt idx="11938">
                  <c:v>3.1458699999999999</c:v>
                </c:pt>
                <c:pt idx="11939">
                  <c:v>3.1461700000000001</c:v>
                </c:pt>
                <c:pt idx="11940">
                  <c:v>3.1464799999999999</c:v>
                </c:pt>
                <c:pt idx="11941">
                  <c:v>3.1467800000000001</c:v>
                </c:pt>
                <c:pt idx="11942">
                  <c:v>3.1470899999999999</c:v>
                </c:pt>
                <c:pt idx="11943">
                  <c:v>3.1473900000000001</c:v>
                </c:pt>
                <c:pt idx="11944">
                  <c:v>3.1476999999999999</c:v>
                </c:pt>
                <c:pt idx="11945">
                  <c:v>3.1480000000000001</c:v>
                </c:pt>
                <c:pt idx="11946">
                  <c:v>3.1483099999999999</c:v>
                </c:pt>
                <c:pt idx="11947">
                  <c:v>3.1486100000000001</c:v>
                </c:pt>
                <c:pt idx="11948">
                  <c:v>3.1489199999999999</c:v>
                </c:pt>
                <c:pt idx="11949">
                  <c:v>3.1492300000000002</c:v>
                </c:pt>
                <c:pt idx="11950">
                  <c:v>3.1495299999999999</c:v>
                </c:pt>
                <c:pt idx="11951">
                  <c:v>3.1498400000000002</c:v>
                </c:pt>
                <c:pt idx="11952">
                  <c:v>3.1501399999999999</c:v>
                </c:pt>
                <c:pt idx="11953">
                  <c:v>3.1504500000000002</c:v>
                </c:pt>
                <c:pt idx="11954">
                  <c:v>3.1507499999999999</c:v>
                </c:pt>
                <c:pt idx="11955">
                  <c:v>3.1510600000000002</c:v>
                </c:pt>
                <c:pt idx="11956">
                  <c:v>3.1513599999999999</c:v>
                </c:pt>
                <c:pt idx="11957">
                  <c:v>3.1516700000000002</c:v>
                </c:pt>
                <c:pt idx="11958">
                  <c:v>3.1519699999999999</c:v>
                </c:pt>
                <c:pt idx="11959">
                  <c:v>3.1522800000000002</c:v>
                </c:pt>
                <c:pt idx="11960">
                  <c:v>3.15259</c:v>
                </c:pt>
                <c:pt idx="11961">
                  <c:v>3.1528900000000002</c:v>
                </c:pt>
                <c:pt idx="11962">
                  <c:v>3.1532</c:v>
                </c:pt>
                <c:pt idx="11963">
                  <c:v>3.1535000000000002</c:v>
                </c:pt>
                <c:pt idx="11964">
                  <c:v>3.15381</c:v>
                </c:pt>
                <c:pt idx="11965">
                  <c:v>3.1541100000000002</c:v>
                </c:pt>
                <c:pt idx="11966">
                  <c:v>3.15442</c:v>
                </c:pt>
                <c:pt idx="11967">
                  <c:v>3.1547200000000002</c:v>
                </c:pt>
                <c:pt idx="11968">
                  <c:v>3.15503</c:v>
                </c:pt>
                <c:pt idx="11969">
                  <c:v>3.1553300000000002</c:v>
                </c:pt>
                <c:pt idx="11970">
                  <c:v>3.15564</c:v>
                </c:pt>
                <c:pt idx="11971">
                  <c:v>3.1559400000000002</c:v>
                </c:pt>
                <c:pt idx="11972">
                  <c:v>3.15625</c:v>
                </c:pt>
                <c:pt idx="11973">
                  <c:v>3.1565599999999998</c:v>
                </c:pt>
                <c:pt idx="11974">
                  <c:v>3.15686</c:v>
                </c:pt>
                <c:pt idx="11975">
                  <c:v>3.1571699999999998</c:v>
                </c:pt>
                <c:pt idx="11976">
                  <c:v>3.15747</c:v>
                </c:pt>
                <c:pt idx="11977">
                  <c:v>3.1577799999999998</c:v>
                </c:pt>
                <c:pt idx="11978">
                  <c:v>3.15808</c:v>
                </c:pt>
                <c:pt idx="11979">
                  <c:v>3.1583899999999998</c:v>
                </c:pt>
                <c:pt idx="11980">
                  <c:v>3.15869</c:v>
                </c:pt>
                <c:pt idx="11981">
                  <c:v>3.1589999999999998</c:v>
                </c:pt>
                <c:pt idx="11982">
                  <c:v>3.1593</c:v>
                </c:pt>
                <c:pt idx="11983">
                  <c:v>3.1596099999999998</c:v>
                </c:pt>
                <c:pt idx="11984">
                  <c:v>3.15991</c:v>
                </c:pt>
                <c:pt idx="11985">
                  <c:v>3.1602199999999998</c:v>
                </c:pt>
                <c:pt idx="11986">
                  <c:v>3.1605300000000001</c:v>
                </c:pt>
                <c:pt idx="11987">
                  <c:v>3.1608299999999998</c:v>
                </c:pt>
                <c:pt idx="11988">
                  <c:v>3.1611400000000001</c:v>
                </c:pt>
                <c:pt idx="11989">
                  <c:v>3.1614399999999998</c:v>
                </c:pt>
                <c:pt idx="11990">
                  <c:v>3.1617500000000001</c:v>
                </c:pt>
                <c:pt idx="11991">
                  <c:v>3.1620499999999998</c:v>
                </c:pt>
                <c:pt idx="11992">
                  <c:v>3.1623600000000001</c:v>
                </c:pt>
                <c:pt idx="11993">
                  <c:v>3.1626599999999998</c:v>
                </c:pt>
                <c:pt idx="11994">
                  <c:v>3.1629700000000001</c:v>
                </c:pt>
                <c:pt idx="11995">
                  <c:v>3.1632699999999998</c:v>
                </c:pt>
                <c:pt idx="11996">
                  <c:v>3.1635800000000001</c:v>
                </c:pt>
                <c:pt idx="11997">
                  <c:v>3.1638799999999998</c:v>
                </c:pt>
                <c:pt idx="11998">
                  <c:v>3.1641900000000001</c:v>
                </c:pt>
                <c:pt idx="11999">
                  <c:v>3.1644999999999999</c:v>
                </c:pt>
                <c:pt idx="12000">
                  <c:v>3.1648000000000001</c:v>
                </c:pt>
                <c:pt idx="12001">
                  <c:v>3.1651099999999999</c:v>
                </c:pt>
                <c:pt idx="12002">
                  <c:v>3.1654100000000001</c:v>
                </c:pt>
                <c:pt idx="12003">
                  <c:v>3.1657199999999999</c:v>
                </c:pt>
                <c:pt idx="12004">
                  <c:v>3.1660200000000001</c:v>
                </c:pt>
                <c:pt idx="12005">
                  <c:v>3.1663299999999999</c:v>
                </c:pt>
                <c:pt idx="12006">
                  <c:v>3.1666300000000001</c:v>
                </c:pt>
                <c:pt idx="12007">
                  <c:v>3.1669399999999999</c:v>
                </c:pt>
                <c:pt idx="12008">
                  <c:v>3.1672400000000001</c:v>
                </c:pt>
                <c:pt idx="12009">
                  <c:v>3.1675499999999999</c:v>
                </c:pt>
                <c:pt idx="12010">
                  <c:v>3.1678500000000001</c:v>
                </c:pt>
                <c:pt idx="12011">
                  <c:v>3.1681599999999999</c:v>
                </c:pt>
                <c:pt idx="12012">
                  <c:v>3.1684700000000001</c:v>
                </c:pt>
                <c:pt idx="12013">
                  <c:v>3.1687699999999999</c:v>
                </c:pt>
                <c:pt idx="12014">
                  <c:v>3.1690800000000001</c:v>
                </c:pt>
                <c:pt idx="12015">
                  <c:v>3.1693799999999999</c:v>
                </c:pt>
                <c:pt idx="12016">
                  <c:v>3.1696900000000001</c:v>
                </c:pt>
                <c:pt idx="12017">
                  <c:v>3.1699899999999999</c:v>
                </c:pt>
                <c:pt idx="12018">
                  <c:v>3.1703000000000001</c:v>
                </c:pt>
                <c:pt idx="12019">
                  <c:v>3.1705999999999999</c:v>
                </c:pt>
                <c:pt idx="12020">
                  <c:v>3.1709100000000001</c:v>
                </c:pt>
                <c:pt idx="12021">
                  <c:v>3.1712099999999999</c:v>
                </c:pt>
                <c:pt idx="12022">
                  <c:v>3.1715200000000001</c:v>
                </c:pt>
                <c:pt idx="12023">
                  <c:v>3.1718299999999999</c:v>
                </c:pt>
                <c:pt idx="12024">
                  <c:v>3.1721300000000001</c:v>
                </c:pt>
                <c:pt idx="12025">
                  <c:v>3.1724399999999999</c:v>
                </c:pt>
                <c:pt idx="12026">
                  <c:v>3.1727400000000001</c:v>
                </c:pt>
                <c:pt idx="12027">
                  <c:v>3.1730499999999999</c:v>
                </c:pt>
                <c:pt idx="12028">
                  <c:v>3.1733500000000001</c:v>
                </c:pt>
                <c:pt idx="12029">
                  <c:v>3.1736599999999999</c:v>
                </c:pt>
                <c:pt idx="12030">
                  <c:v>3.1739600000000001</c:v>
                </c:pt>
                <c:pt idx="12031">
                  <c:v>3.1742699999999999</c:v>
                </c:pt>
                <c:pt idx="12032">
                  <c:v>3.1745700000000001</c:v>
                </c:pt>
                <c:pt idx="12033">
                  <c:v>3.1748799999999999</c:v>
                </c:pt>
                <c:pt idx="12034">
                  <c:v>3.1751800000000001</c:v>
                </c:pt>
                <c:pt idx="12035">
                  <c:v>3.1754899999999999</c:v>
                </c:pt>
                <c:pt idx="12036">
                  <c:v>3.1758000000000002</c:v>
                </c:pt>
                <c:pt idx="12037">
                  <c:v>3.1760999999999999</c:v>
                </c:pt>
                <c:pt idx="12038">
                  <c:v>3.1764100000000002</c:v>
                </c:pt>
                <c:pt idx="12039">
                  <c:v>3.1767099999999999</c:v>
                </c:pt>
                <c:pt idx="12040">
                  <c:v>3.1770200000000002</c:v>
                </c:pt>
                <c:pt idx="12041">
                  <c:v>3.1773199999999999</c:v>
                </c:pt>
                <c:pt idx="12042">
                  <c:v>3.1776300000000002</c:v>
                </c:pt>
                <c:pt idx="12043">
                  <c:v>3.1779299999999999</c:v>
                </c:pt>
                <c:pt idx="12044">
                  <c:v>3.1782400000000002</c:v>
                </c:pt>
                <c:pt idx="12045">
                  <c:v>3.1785399999999999</c:v>
                </c:pt>
                <c:pt idx="12046">
                  <c:v>3.1788500000000002</c:v>
                </c:pt>
                <c:pt idx="12047">
                  <c:v>3.1791499999999999</c:v>
                </c:pt>
                <c:pt idx="12048">
                  <c:v>3.1794600000000002</c:v>
                </c:pt>
                <c:pt idx="12049">
                  <c:v>3.17977</c:v>
                </c:pt>
                <c:pt idx="12050">
                  <c:v>3.1800700000000002</c:v>
                </c:pt>
                <c:pt idx="12051">
                  <c:v>3.18038</c:v>
                </c:pt>
                <c:pt idx="12052">
                  <c:v>3.1806800000000002</c:v>
                </c:pt>
                <c:pt idx="12053">
                  <c:v>3.18099</c:v>
                </c:pt>
                <c:pt idx="12054">
                  <c:v>3.1812900000000002</c:v>
                </c:pt>
                <c:pt idx="12055">
                  <c:v>3.1816</c:v>
                </c:pt>
                <c:pt idx="12056">
                  <c:v>3.1819000000000002</c:v>
                </c:pt>
                <c:pt idx="12057">
                  <c:v>3.18221</c:v>
                </c:pt>
                <c:pt idx="12058">
                  <c:v>3.1825100000000002</c:v>
                </c:pt>
                <c:pt idx="12059">
                  <c:v>3.18282</c:v>
                </c:pt>
                <c:pt idx="12060">
                  <c:v>3.1831200000000002</c:v>
                </c:pt>
                <c:pt idx="12061">
                  <c:v>3.18343</c:v>
                </c:pt>
                <c:pt idx="12062">
                  <c:v>3.1837399999999998</c:v>
                </c:pt>
                <c:pt idx="12063">
                  <c:v>3.18404</c:v>
                </c:pt>
                <c:pt idx="12064">
                  <c:v>3.1843499999999998</c:v>
                </c:pt>
                <c:pt idx="12065">
                  <c:v>3.18465</c:v>
                </c:pt>
                <c:pt idx="12066">
                  <c:v>3.1849599999999998</c:v>
                </c:pt>
                <c:pt idx="12067">
                  <c:v>3.18526</c:v>
                </c:pt>
                <c:pt idx="12068">
                  <c:v>3.1855699999999998</c:v>
                </c:pt>
                <c:pt idx="12069">
                  <c:v>3.18587</c:v>
                </c:pt>
                <c:pt idx="12070">
                  <c:v>3.1861799999999998</c:v>
                </c:pt>
                <c:pt idx="12071">
                  <c:v>3.18648</c:v>
                </c:pt>
                <c:pt idx="12072">
                  <c:v>3.1867899999999998</c:v>
                </c:pt>
                <c:pt idx="12073">
                  <c:v>3.18709</c:v>
                </c:pt>
                <c:pt idx="12074">
                  <c:v>3.1873999999999998</c:v>
                </c:pt>
                <c:pt idx="12075">
                  <c:v>3.18771</c:v>
                </c:pt>
                <c:pt idx="12076">
                  <c:v>3.1880099999999998</c:v>
                </c:pt>
                <c:pt idx="12077">
                  <c:v>3.18832</c:v>
                </c:pt>
                <c:pt idx="12078">
                  <c:v>3.1886199999999998</c:v>
                </c:pt>
                <c:pt idx="12079">
                  <c:v>3.18893</c:v>
                </c:pt>
                <c:pt idx="12080">
                  <c:v>3.1892299999999998</c:v>
                </c:pt>
                <c:pt idx="12081">
                  <c:v>3.18954</c:v>
                </c:pt>
                <c:pt idx="12082">
                  <c:v>3.1898399999999998</c:v>
                </c:pt>
                <c:pt idx="12083">
                  <c:v>3.19015</c:v>
                </c:pt>
                <c:pt idx="12084">
                  <c:v>3.1904499999999998</c:v>
                </c:pt>
                <c:pt idx="12085">
                  <c:v>3.19076</c:v>
                </c:pt>
                <c:pt idx="12086">
                  <c:v>3.1910699999999999</c:v>
                </c:pt>
                <c:pt idx="12087">
                  <c:v>3.19137</c:v>
                </c:pt>
                <c:pt idx="12088">
                  <c:v>3.1916799999999999</c:v>
                </c:pt>
                <c:pt idx="12089">
                  <c:v>3.19198</c:v>
                </c:pt>
                <c:pt idx="12090">
                  <c:v>3.1922899999999998</c:v>
                </c:pt>
                <c:pt idx="12091">
                  <c:v>3.19259</c:v>
                </c:pt>
                <c:pt idx="12092">
                  <c:v>3.1928999999999998</c:v>
                </c:pt>
                <c:pt idx="12093">
                  <c:v>3.1932</c:v>
                </c:pt>
                <c:pt idx="12094">
                  <c:v>3.1935099999999998</c:v>
                </c:pt>
                <c:pt idx="12095">
                  <c:v>3.19381</c:v>
                </c:pt>
                <c:pt idx="12096">
                  <c:v>3.1941199999999998</c:v>
                </c:pt>
                <c:pt idx="12097">
                  <c:v>3.19442</c:v>
                </c:pt>
                <c:pt idx="12098">
                  <c:v>3.1947299999999998</c:v>
                </c:pt>
                <c:pt idx="12099">
                  <c:v>3.1950400000000001</c:v>
                </c:pt>
                <c:pt idx="12100">
                  <c:v>3.1953399999999998</c:v>
                </c:pt>
                <c:pt idx="12101">
                  <c:v>3.1956500000000001</c:v>
                </c:pt>
                <c:pt idx="12102">
                  <c:v>3.1959499999999998</c:v>
                </c:pt>
                <c:pt idx="12103">
                  <c:v>3.1962600000000001</c:v>
                </c:pt>
                <c:pt idx="12104">
                  <c:v>3.1965599999999998</c:v>
                </c:pt>
                <c:pt idx="12105">
                  <c:v>3.1968700000000001</c:v>
                </c:pt>
                <c:pt idx="12106">
                  <c:v>3.1971699999999998</c:v>
                </c:pt>
                <c:pt idx="12107">
                  <c:v>3.1974800000000001</c:v>
                </c:pt>
                <c:pt idx="12108">
                  <c:v>3.1977799999999998</c:v>
                </c:pt>
                <c:pt idx="12109">
                  <c:v>3.1980900000000001</c:v>
                </c:pt>
                <c:pt idx="12110">
                  <c:v>3.1983899999999998</c:v>
                </c:pt>
                <c:pt idx="12111">
                  <c:v>3.1987000000000001</c:v>
                </c:pt>
                <c:pt idx="12112">
                  <c:v>3.1990099999999999</c:v>
                </c:pt>
                <c:pt idx="12113">
                  <c:v>3.1993100000000001</c:v>
                </c:pt>
                <c:pt idx="12114">
                  <c:v>3.1996199999999999</c:v>
                </c:pt>
                <c:pt idx="12115">
                  <c:v>3.1999200000000001</c:v>
                </c:pt>
                <c:pt idx="12116">
                  <c:v>3.2002299999999999</c:v>
                </c:pt>
                <c:pt idx="12117">
                  <c:v>3.2005300000000001</c:v>
                </c:pt>
                <c:pt idx="12118">
                  <c:v>3.2008399999999999</c:v>
                </c:pt>
                <c:pt idx="12119">
                  <c:v>3.2011400000000001</c:v>
                </c:pt>
                <c:pt idx="12120">
                  <c:v>3.2014499999999999</c:v>
                </c:pt>
                <c:pt idx="12121">
                  <c:v>3.2017500000000001</c:v>
                </c:pt>
                <c:pt idx="12122">
                  <c:v>3.2020599999999999</c:v>
                </c:pt>
                <c:pt idx="12123">
                  <c:v>3.2023600000000001</c:v>
                </c:pt>
                <c:pt idx="12124">
                  <c:v>3.2026699999999999</c:v>
                </c:pt>
                <c:pt idx="12125">
                  <c:v>3.2029800000000002</c:v>
                </c:pt>
                <c:pt idx="12126">
                  <c:v>3.2032799999999999</c:v>
                </c:pt>
                <c:pt idx="12127">
                  <c:v>3.2035900000000002</c:v>
                </c:pt>
                <c:pt idx="12128">
                  <c:v>3.2038899999999999</c:v>
                </c:pt>
                <c:pt idx="12129">
                  <c:v>3.2042000000000002</c:v>
                </c:pt>
                <c:pt idx="12130">
                  <c:v>3.2044999999999999</c:v>
                </c:pt>
                <c:pt idx="12131">
                  <c:v>3.2048100000000002</c:v>
                </c:pt>
                <c:pt idx="12132">
                  <c:v>3.2051099999999999</c:v>
                </c:pt>
                <c:pt idx="12133">
                  <c:v>3.2054200000000002</c:v>
                </c:pt>
                <c:pt idx="12134">
                  <c:v>3.2057199999999999</c:v>
                </c:pt>
                <c:pt idx="12135">
                  <c:v>3.2060300000000002</c:v>
                </c:pt>
                <c:pt idx="12136">
                  <c:v>3.20634</c:v>
                </c:pt>
                <c:pt idx="12137">
                  <c:v>3.2066400000000002</c:v>
                </c:pt>
                <c:pt idx="12138">
                  <c:v>3.20695</c:v>
                </c:pt>
                <c:pt idx="12139">
                  <c:v>3.2072500000000002</c:v>
                </c:pt>
                <c:pt idx="12140">
                  <c:v>3.20756</c:v>
                </c:pt>
                <c:pt idx="12141">
                  <c:v>3.2078600000000002</c:v>
                </c:pt>
                <c:pt idx="12142">
                  <c:v>3.20817</c:v>
                </c:pt>
                <c:pt idx="12143">
                  <c:v>3.2084700000000002</c:v>
                </c:pt>
                <c:pt idx="12144">
                  <c:v>3.20878</c:v>
                </c:pt>
                <c:pt idx="12145">
                  <c:v>3.2090800000000002</c:v>
                </c:pt>
                <c:pt idx="12146">
                  <c:v>3.20939</c:v>
                </c:pt>
                <c:pt idx="12147">
                  <c:v>3.2096900000000002</c:v>
                </c:pt>
                <c:pt idx="12148">
                  <c:v>3.21</c:v>
                </c:pt>
                <c:pt idx="12149">
                  <c:v>3.2103100000000002</c:v>
                </c:pt>
                <c:pt idx="12150">
                  <c:v>3.21061</c:v>
                </c:pt>
                <c:pt idx="12151">
                  <c:v>3.2109200000000002</c:v>
                </c:pt>
                <c:pt idx="12152">
                  <c:v>3.21122</c:v>
                </c:pt>
                <c:pt idx="12153">
                  <c:v>3.2115300000000002</c:v>
                </c:pt>
                <c:pt idx="12154">
                  <c:v>3.21183</c:v>
                </c:pt>
                <c:pt idx="12155">
                  <c:v>3.2121400000000002</c:v>
                </c:pt>
                <c:pt idx="12156">
                  <c:v>3.21244</c:v>
                </c:pt>
                <c:pt idx="12157">
                  <c:v>3.2127500000000002</c:v>
                </c:pt>
                <c:pt idx="12158">
                  <c:v>3.21305</c:v>
                </c:pt>
                <c:pt idx="12159">
                  <c:v>3.2133600000000002</c:v>
                </c:pt>
                <c:pt idx="12160">
                  <c:v>3.21366</c:v>
                </c:pt>
                <c:pt idx="12161">
                  <c:v>3.2139700000000002</c:v>
                </c:pt>
                <c:pt idx="12162">
                  <c:v>3.21428</c:v>
                </c:pt>
                <c:pt idx="12163">
                  <c:v>3.2145800000000002</c:v>
                </c:pt>
                <c:pt idx="12164">
                  <c:v>3.21489</c:v>
                </c:pt>
                <c:pt idx="12165">
                  <c:v>3.2151900000000002</c:v>
                </c:pt>
                <c:pt idx="12166">
                  <c:v>3.2155</c:v>
                </c:pt>
                <c:pt idx="12167">
                  <c:v>3.2158000000000002</c:v>
                </c:pt>
                <c:pt idx="12168">
                  <c:v>3.21611</c:v>
                </c:pt>
                <c:pt idx="12169">
                  <c:v>3.2164100000000002</c:v>
                </c:pt>
                <c:pt idx="12170">
                  <c:v>3.21672</c:v>
                </c:pt>
                <c:pt idx="12171">
                  <c:v>3.2170200000000002</c:v>
                </c:pt>
                <c:pt idx="12172">
                  <c:v>3.21733</c:v>
                </c:pt>
                <c:pt idx="12173">
                  <c:v>3.2176300000000002</c:v>
                </c:pt>
                <c:pt idx="12174">
                  <c:v>3.21794</c:v>
                </c:pt>
                <c:pt idx="12175">
                  <c:v>3.2182499999999998</c:v>
                </c:pt>
                <c:pt idx="12176">
                  <c:v>3.21855</c:v>
                </c:pt>
                <c:pt idx="12177">
                  <c:v>3.2188599999999998</c:v>
                </c:pt>
                <c:pt idx="12178">
                  <c:v>3.21916</c:v>
                </c:pt>
                <c:pt idx="12179">
                  <c:v>3.2194699999999998</c:v>
                </c:pt>
                <c:pt idx="12180">
                  <c:v>3.21977</c:v>
                </c:pt>
                <c:pt idx="12181">
                  <c:v>3.2200799999999998</c:v>
                </c:pt>
                <c:pt idx="12182">
                  <c:v>3.22038</c:v>
                </c:pt>
                <c:pt idx="12183">
                  <c:v>3.2206899999999998</c:v>
                </c:pt>
                <c:pt idx="12184">
                  <c:v>3.22099</c:v>
                </c:pt>
                <c:pt idx="12185">
                  <c:v>3.2212999999999998</c:v>
                </c:pt>
                <c:pt idx="12186">
                  <c:v>3.2216</c:v>
                </c:pt>
                <c:pt idx="12187">
                  <c:v>3.2219099999999998</c:v>
                </c:pt>
                <c:pt idx="12188">
                  <c:v>3.2222200000000001</c:v>
                </c:pt>
                <c:pt idx="12189">
                  <c:v>3.2225199999999998</c:v>
                </c:pt>
                <c:pt idx="12190">
                  <c:v>3.2228300000000001</c:v>
                </c:pt>
                <c:pt idx="12191">
                  <c:v>3.2231299999999998</c:v>
                </c:pt>
                <c:pt idx="12192">
                  <c:v>3.2234400000000001</c:v>
                </c:pt>
                <c:pt idx="12193">
                  <c:v>3.2237399999999998</c:v>
                </c:pt>
                <c:pt idx="12194">
                  <c:v>3.2240500000000001</c:v>
                </c:pt>
                <c:pt idx="12195">
                  <c:v>3.2243499999999998</c:v>
                </c:pt>
                <c:pt idx="12196">
                  <c:v>3.2246600000000001</c:v>
                </c:pt>
                <c:pt idx="12197">
                  <c:v>3.2249599999999998</c:v>
                </c:pt>
                <c:pt idx="12198">
                  <c:v>3.2252700000000001</c:v>
                </c:pt>
                <c:pt idx="12199">
                  <c:v>3.2255799999999999</c:v>
                </c:pt>
                <c:pt idx="12200">
                  <c:v>3.2258800000000001</c:v>
                </c:pt>
                <c:pt idx="12201">
                  <c:v>3.2261899999999999</c:v>
                </c:pt>
                <c:pt idx="12202">
                  <c:v>3.2264900000000001</c:v>
                </c:pt>
                <c:pt idx="12203">
                  <c:v>3.2267999999999999</c:v>
                </c:pt>
                <c:pt idx="12204">
                  <c:v>3.2271000000000001</c:v>
                </c:pt>
                <c:pt idx="12205">
                  <c:v>3.2274099999999999</c:v>
                </c:pt>
                <c:pt idx="12206">
                  <c:v>3.2277100000000001</c:v>
                </c:pt>
                <c:pt idx="12207">
                  <c:v>3.2280199999999999</c:v>
                </c:pt>
                <c:pt idx="12208">
                  <c:v>3.2283200000000001</c:v>
                </c:pt>
                <c:pt idx="12209">
                  <c:v>3.2286299999999999</c:v>
                </c:pt>
                <c:pt idx="12210">
                  <c:v>3.2289300000000001</c:v>
                </c:pt>
                <c:pt idx="12211">
                  <c:v>3.2292399999999999</c:v>
                </c:pt>
                <c:pt idx="12212">
                  <c:v>3.2295500000000001</c:v>
                </c:pt>
                <c:pt idx="12213">
                  <c:v>3.2298499999999999</c:v>
                </c:pt>
                <c:pt idx="12214">
                  <c:v>3.2301600000000001</c:v>
                </c:pt>
                <c:pt idx="12215">
                  <c:v>3.2304599999999999</c:v>
                </c:pt>
                <c:pt idx="12216">
                  <c:v>3.2307700000000001</c:v>
                </c:pt>
                <c:pt idx="12217">
                  <c:v>3.2310699999999999</c:v>
                </c:pt>
                <c:pt idx="12218">
                  <c:v>3.2313800000000001</c:v>
                </c:pt>
                <c:pt idx="12219">
                  <c:v>3.2316799999999999</c:v>
                </c:pt>
                <c:pt idx="12220">
                  <c:v>3.2319900000000001</c:v>
                </c:pt>
                <c:pt idx="12221">
                  <c:v>3.2322899999999999</c:v>
                </c:pt>
                <c:pt idx="12222">
                  <c:v>3.2326000000000001</c:v>
                </c:pt>
                <c:pt idx="12223">
                  <c:v>3.2328999999999999</c:v>
                </c:pt>
                <c:pt idx="12224">
                  <c:v>3.2332100000000001</c:v>
                </c:pt>
                <c:pt idx="12225">
                  <c:v>3.2335199999999999</c:v>
                </c:pt>
                <c:pt idx="12226">
                  <c:v>3.2338200000000001</c:v>
                </c:pt>
                <c:pt idx="12227">
                  <c:v>3.2341299999999999</c:v>
                </c:pt>
                <c:pt idx="12228">
                  <c:v>3.2344300000000001</c:v>
                </c:pt>
                <c:pt idx="12229">
                  <c:v>3.2347399999999999</c:v>
                </c:pt>
                <c:pt idx="12230">
                  <c:v>3.2350400000000001</c:v>
                </c:pt>
                <c:pt idx="12231">
                  <c:v>3.2353499999999999</c:v>
                </c:pt>
                <c:pt idx="12232">
                  <c:v>3.2356500000000001</c:v>
                </c:pt>
                <c:pt idx="12233">
                  <c:v>3.2359599999999999</c:v>
                </c:pt>
                <c:pt idx="12234">
                  <c:v>3.2362600000000001</c:v>
                </c:pt>
                <c:pt idx="12235">
                  <c:v>3.2365699999999999</c:v>
                </c:pt>
                <c:pt idx="12236">
                  <c:v>3.2368700000000001</c:v>
                </c:pt>
                <c:pt idx="12237">
                  <c:v>3.2371799999999999</c:v>
                </c:pt>
                <c:pt idx="12238">
                  <c:v>3.2374900000000002</c:v>
                </c:pt>
                <c:pt idx="12239">
                  <c:v>3.2377899999999999</c:v>
                </c:pt>
                <c:pt idx="12240">
                  <c:v>3.2381000000000002</c:v>
                </c:pt>
                <c:pt idx="12241">
                  <c:v>3.2383999999999999</c:v>
                </c:pt>
                <c:pt idx="12242">
                  <c:v>3.2387100000000002</c:v>
                </c:pt>
                <c:pt idx="12243">
                  <c:v>3.2390099999999999</c:v>
                </c:pt>
                <c:pt idx="12244">
                  <c:v>3.2393200000000002</c:v>
                </c:pt>
                <c:pt idx="12245">
                  <c:v>3.2396199999999999</c:v>
                </c:pt>
                <c:pt idx="12246">
                  <c:v>3.2399300000000002</c:v>
                </c:pt>
                <c:pt idx="12247">
                  <c:v>3.2402299999999999</c:v>
                </c:pt>
                <c:pt idx="12248">
                  <c:v>3.2405400000000002</c:v>
                </c:pt>
                <c:pt idx="12249">
                  <c:v>3.2408399999999999</c:v>
                </c:pt>
                <c:pt idx="12250">
                  <c:v>3.2411500000000002</c:v>
                </c:pt>
                <c:pt idx="12251">
                  <c:v>3.24146</c:v>
                </c:pt>
                <c:pt idx="12252">
                  <c:v>3.2417600000000002</c:v>
                </c:pt>
                <c:pt idx="12253">
                  <c:v>3.24207</c:v>
                </c:pt>
                <c:pt idx="12254">
                  <c:v>3.2423700000000002</c:v>
                </c:pt>
                <c:pt idx="12255">
                  <c:v>3.24268</c:v>
                </c:pt>
                <c:pt idx="12256">
                  <c:v>3.2429800000000002</c:v>
                </c:pt>
                <c:pt idx="12257">
                  <c:v>3.24329</c:v>
                </c:pt>
                <c:pt idx="12258">
                  <c:v>3.2435900000000002</c:v>
                </c:pt>
                <c:pt idx="12259">
                  <c:v>3.2439</c:v>
                </c:pt>
                <c:pt idx="12260">
                  <c:v>3.2442000000000002</c:v>
                </c:pt>
                <c:pt idx="12261">
                  <c:v>3.24451</c:v>
                </c:pt>
                <c:pt idx="12262">
                  <c:v>3.2448199999999998</c:v>
                </c:pt>
                <c:pt idx="12263">
                  <c:v>3.24512</c:v>
                </c:pt>
                <c:pt idx="12264">
                  <c:v>3.2454299999999998</c:v>
                </c:pt>
                <c:pt idx="12265">
                  <c:v>3.24573</c:v>
                </c:pt>
                <c:pt idx="12266">
                  <c:v>3.2460399999999998</c:v>
                </c:pt>
                <c:pt idx="12267">
                  <c:v>3.24634</c:v>
                </c:pt>
                <c:pt idx="12268">
                  <c:v>3.2466499999999998</c:v>
                </c:pt>
                <c:pt idx="12269">
                  <c:v>3.24695</c:v>
                </c:pt>
                <c:pt idx="12270">
                  <c:v>3.2472599999999998</c:v>
                </c:pt>
                <c:pt idx="12271">
                  <c:v>3.24756</c:v>
                </c:pt>
                <c:pt idx="12272">
                  <c:v>3.2478699999999998</c:v>
                </c:pt>
                <c:pt idx="12273">
                  <c:v>3.24817</c:v>
                </c:pt>
                <c:pt idx="12274">
                  <c:v>3.2484799999999998</c:v>
                </c:pt>
                <c:pt idx="12275">
                  <c:v>3.2487900000000001</c:v>
                </c:pt>
                <c:pt idx="12276">
                  <c:v>3.2490899999999998</c:v>
                </c:pt>
                <c:pt idx="12277">
                  <c:v>3.2494000000000001</c:v>
                </c:pt>
                <c:pt idx="12278">
                  <c:v>3.2496999999999998</c:v>
                </c:pt>
                <c:pt idx="12279">
                  <c:v>3.2500100000000001</c:v>
                </c:pt>
                <c:pt idx="12280">
                  <c:v>3.2503099999999998</c:v>
                </c:pt>
                <c:pt idx="12281">
                  <c:v>3.2506200000000001</c:v>
                </c:pt>
                <c:pt idx="12282">
                  <c:v>3.2509199999999998</c:v>
                </c:pt>
                <c:pt idx="12283">
                  <c:v>3.2512300000000001</c:v>
                </c:pt>
                <c:pt idx="12284">
                  <c:v>3.2515299999999998</c:v>
                </c:pt>
                <c:pt idx="12285">
                  <c:v>3.2518400000000001</c:v>
                </c:pt>
                <c:pt idx="12286">
                  <c:v>3.2521399999999998</c:v>
                </c:pt>
                <c:pt idx="12287">
                  <c:v>3.2524500000000001</c:v>
                </c:pt>
                <c:pt idx="12288">
                  <c:v>3.2527599999999999</c:v>
                </c:pt>
                <c:pt idx="12289">
                  <c:v>3.2530600000000001</c:v>
                </c:pt>
                <c:pt idx="12290">
                  <c:v>3.2533699999999999</c:v>
                </c:pt>
                <c:pt idx="12291">
                  <c:v>3.2536700000000001</c:v>
                </c:pt>
                <c:pt idx="12292">
                  <c:v>3.2539799999999999</c:v>
                </c:pt>
                <c:pt idx="12293">
                  <c:v>3.2542800000000001</c:v>
                </c:pt>
                <c:pt idx="12294">
                  <c:v>3.2545899999999999</c:v>
                </c:pt>
                <c:pt idx="12295">
                  <c:v>3.2548900000000001</c:v>
                </c:pt>
                <c:pt idx="12296">
                  <c:v>3.2551999999999999</c:v>
                </c:pt>
                <c:pt idx="12297">
                  <c:v>3.2555000000000001</c:v>
                </c:pt>
                <c:pt idx="12298">
                  <c:v>3.2558099999999999</c:v>
                </c:pt>
                <c:pt idx="12299">
                  <c:v>3.2561100000000001</c:v>
                </c:pt>
                <c:pt idx="12300">
                  <c:v>3.2564199999999999</c:v>
                </c:pt>
                <c:pt idx="12301">
                  <c:v>3.2567300000000001</c:v>
                </c:pt>
                <c:pt idx="12302">
                  <c:v>3.2570299999999999</c:v>
                </c:pt>
                <c:pt idx="12303">
                  <c:v>3.2573400000000001</c:v>
                </c:pt>
                <c:pt idx="12304">
                  <c:v>3.2576399999999999</c:v>
                </c:pt>
                <c:pt idx="12305">
                  <c:v>3.2579500000000001</c:v>
                </c:pt>
                <c:pt idx="12306">
                  <c:v>3.2582499999999999</c:v>
                </c:pt>
                <c:pt idx="12307">
                  <c:v>3.2585600000000001</c:v>
                </c:pt>
                <c:pt idx="12308">
                  <c:v>3.2588599999999999</c:v>
                </c:pt>
                <c:pt idx="12309">
                  <c:v>3.2591700000000001</c:v>
                </c:pt>
                <c:pt idx="12310">
                  <c:v>3.2594699999999999</c:v>
                </c:pt>
                <c:pt idx="12311">
                  <c:v>3.2597800000000001</c:v>
                </c:pt>
                <c:pt idx="12312">
                  <c:v>3.2600899999999999</c:v>
                </c:pt>
                <c:pt idx="12313">
                  <c:v>3.2603900000000001</c:v>
                </c:pt>
                <c:pt idx="12314">
                  <c:v>3.2606999999999999</c:v>
                </c:pt>
                <c:pt idx="12315">
                  <c:v>3.2610000000000001</c:v>
                </c:pt>
                <c:pt idx="12316">
                  <c:v>3.2613099999999999</c:v>
                </c:pt>
                <c:pt idx="12317">
                  <c:v>3.2616100000000001</c:v>
                </c:pt>
                <c:pt idx="12318">
                  <c:v>3.2619199999999999</c:v>
                </c:pt>
                <c:pt idx="12319">
                  <c:v>3.2622200000000001</c:v>
                </c:pt>
                <c:pt idx="12320">
                  <c:v>3.2625299999999999</c:v>
                </c:pt>
                <c:pt idx="12321">
                  <c:v>3.2628300000000001</c:v>
                </c:pt>
                <c:pt idx="12322">
                  <c:v>3.2631399999999999</c:v>
                </c:pt>
                <c:pt idx="12323">
                  <c:v>3.2634400000000001</c:v>
                </c:pt>
                <c:pt idx="12324">
                  <c:v>3.2637499999999999</c:v>
                </c:pt>
                <c:pt idx="12325">
                  <c:v>3.2640600000000002</c:v>
                </c:pt>
                <c:pt idx="12326">
                  <c:v>3.2643599999999999</c:v>
                </c:pt>
                <c:pt idx="12327">
                  <c:v>3.2646700000000002</c:v>
                </c:pt>
                <c:pt idx="12328">
                  <c:v>3.2649699999999999</c:v>
                </c:pt>
                <c:pt idx="12329">
                  <c:v>3.2652800000000002</c:v>
                </c:pt>
                <c:pt idx="12330">
                  <c:v>3.2655799999999999</c:v>
                </c:pt>
                <c:pt idx="12331">
                  <c:v>3.2658900000000002</c:v>
                </c:pt>
                <c:pt idx="12332">
                  <c:v>3.2661899999999999</c:v>
                </c:pt>
                <c:pt idx="12333">
                  <c:v>3.2665000000000002</c:v>
                </c:pt>
                <c:pt idx="12334">
                  <c:v>3.2667999999999999</c:v>
                </c:pt>
                <c:pt idx="12335">
                  <c:v>3.2671100000000002</c:v>
                </c:pt>
                <c:pt idx="12336">
                  <c:v>3.2674099999999999</c:v>
                </c:pt>
                <c:pt idx="12337">
                  <c:v>3.2677200000000002</c:v>
                </c:pt>
                <c:pt idx="12338">
                  <c:v>3.26803</c:v>
                </c:pt>
                <c:pt idx="12339">
                  <c:v>3.2683300000000002</c:v>
                </c:pt>
                <c:pt idx="12340">
                  <c:v>3.26864</c:v>
                </c:pt>
                <c:pt idx="12341">
                  <c:v>3.2689400000000002</c:v>
                </c:pt>
                <c:pt idx="12342">
                  <c:v>3.26925</c:v>
                </c:pt>
                <c:pt idx="12343">
                  <c:v>3.2695500000000002</c:v>
                </c:pt>
                <c:pt idx="12344">
                  <c:v>3.26986</c:v>
                </c:pt>
                <c:pt idx="12345">
                  <c:v>3.2701600000000002</c:v>
                </c:pt>
                <c:pt idx="12346">
                  <c:v>3.27047</c:v>
                </c:pt>
                <c:pt idx="12347">
                  <c:v>3.2707700000000002</c:v>
                </c:pt>
                <c:pt idx="12348">
                  <c:v>3.27108</c:v>
                </c:pt>
                <c:pt idx="12349">
                  <c:v>3.2713800000000002</c:v>
                </c:pt>
                <c:pt idx="12350">
                  <c:v>3.27169</c:v>
                </c:pt>
                <c:pt idx="12351">
                  <c:v>3.2719999999999998</c:v>
                </c:pt>
                <c:pt idx="12352">
                  <c:v>3.2723</c:v>
                </c:pt>
                <c:pt idx="12353">
                  <c:v>3.2726099999999998</c:v>
                </c:pt>
                <c:pt idx="12354">
                  <c:v>3.27291</c:v>
                </c:pt>
                <c:pt idx="12355">
                  <c:v>3.2732199999999998</c:v>
                </c:pt>
                <c:pt idx="12356">
                  <c:v>3.27352</c:v>
                </c:pt>
                <c:pt idx="12357">
                  <c:v>3.2738299999999998</c:v>
                </c:pt>
                <c:pt idx="12358">
                  <c:v>3.27413</c:v>
                </c:pt>
                <c:pt idx="12359">
                  <c:v>3.2744399999999998</c:v>
                </c:pt>
                <c:pt idx="12360">
                  <c:v>3.27474</c:v>
                </c:pt>
                <c:pt idx="12361">
                  <c:v>3.2750499999999998</c:v>
                </c:pt>
                <c:pt idx="12362">
                  <c:v>3.27535</c:v>
                </c:pt>
                <c:pt idx="12363">
                  <c:v>3.2756599999999998</c:v>
                </c:pt>
                <c:pt idx="12364">
                  <c:v>3.27597</c:v>
                </c:pt>
                <c:pt idx="12365">
                  <c:v>3.2762699999999998</c:v>
                </c:pt>
                <c:pt idx="12366">
                  <c:v>3.27658</c:v>
                </c:pt>
                <c:pt idx="12367">
                  <c:v>3.2768799999999998</c:v>
                </c:pt>
                <c:pt idx="12368">
                  <c:v>3.27719</c:v>
                </c:pt>
                <c:pt idx="12369">
                  <c:v>3.2774899999999998</c:v>
                </c:pt>
                <c:pt idx="12370">
                  <c:v>3.2778</c:v>
                </c:pt>
                <c:pt idx="12371">
                  <c:v>3.2780999999999998</c:v>
                </c:pt>
                <c:pt idx="12372">
                  <c:v>3.27841</c:v>
                </c:pt>
                <c:pt idx="12373">
                  <c:v>3.2787099999999998</c:v>
                </c:pt>
                <c:pt idx="12374">
                  <c:v>3.27902</c:v>
                </c:pt>
                <c:pt idx="12375">
                  <c:v>3.2793299999999999</c:v>
                </c:pt>
                <c:pt idx="12376">
                  <c:v>3.27963</c:v>
                </c:pt>
                <c:pt idx="12377">
                  <c:v>3.2799399999999999</c:v>
                </c:pt>
                <c:pt idx="12378">
                  <c:v>3.28024</c:v>
                </c:pt>
                <c:pt idx="12379">
                  <c:v>3.2805499999999999</c:v>
                </c:pt>
                <c:pt idx="12380">
                  <c:v>3.28085</c:v>
                </c:pt>
                <c:pt idx="12381">
                  <c:v>3.2811599999999999</c:v>
                </c:pt>
                <c:pt idx="12382">
                  <c:v>3.28146</c:v>
                </c:pt>
                <c:pt idx="12383">
                  <c:v>3.2817699999999999</c:v>
                </c:pt>
                <c:pt idx="12384">
                  <c:v>3.28207</c:v>
                </c:pt>
                <c:pt idx="12385">
                  <c:v>3.2823799999999999</c:v>
                </c:pt>
                <c:pt idx="12386">
                  <c:v>3.28268</c:v>
                </c:pt>
                <c:pt idx="12387">
                  <c:v>3.2829899999999999</c:v>
                </c:pt>
                <c:pt idx="12388">
                  <c:v>3.2833000000000001</c:v>
                </c:pt>
                <c:pt idx="12389">
                  <c:v>3.2835999999999999</c:v>
                </c:pt>
                <c:pt idx="12390">
                  <c:v>3.2839100000000001</c:v>
                </c:pt>
                <c:pt idx="12391">
                  <c:v>3.2842099999999999</c:v>
                </c:pt>
                <c:pt idx="12392">
                  <c:v>3.2845200000000001</c:v>
                </c:pt>
                <c:pt idx="12393">
                  <c:v>3.2848199999999999</c:v>
                </c:pt>
                <c:pt idx="12394">
                  <c:v>3.2851300000000001</c:v>
                </c:pt>
                <c:pt idx="12395">
                  <c:v>3.2854299999999999</c:v>
                </c:pt>
                <c:pt idx="12396">
                  <c:v>3.2857400000000001</c:v>
                </c:pt>
                <c:pt idx="12397">
                  <c:v>3.2860399999999998</c:v>
                </c:pt>
                <c:pt idx="12398">
                  <c:v>3.2863500000000001</c:v>
                </c:pt>
                <c:pt idx="12399">
                  <c:v>3.2866499999999998</c:v>
                </c:pt>
                <c:pt idx="12400">
                  <c:v>3.2869600000000001</c:v>
                </c:pt>
                <c:pt idx="12401">
                  <c:v>3.2872699999999999</c:v>
                </c:pt>
                <c:pt idx="12402">
                  <c:v>3.2875700000000001</c:v>
                </c:pt>
                <c:pt idx="12403">
                  <c:v>3.2878799999999999</c:v>
                </c:pt>
                <c:pt idx="12404">
                  <c:v>3.2881800000000001</c:v>
                </c:pt>
                <c:pt idx="12405">
                  <c:v>3.2884899999999999</c:v>
                </c:pt>
                <c:pt idx="12406">
                  <c:v>3.2887900000000001</c:v>
                </c:pt>
                <c:pt idx="12407">
                  <c:v>3.2890999999999999</c:v>
                </c:pt>
                <c:pt idx="12408">
                  <c:v>3.2894000000000001</c:v>
                </c:pt>
                <c:pt idx="12409">
                  <c:v>3.2897099999999999</c:v>
                </c:pt>
                <c:pt idx="12410">
                  <c:v>3.2900100000000001</c:v>
                </c:pt>
                <c:pt idx="12411">
                  <c:v>3.2903199999999999</c:v>
                </c:pt>
                <c:pt idx="12412">
                  <c:v>3.2906200000000001</c:v>
                </c:pt>
                <c:pt idx="12413">
                  <c:v>3.2909299999999999</c:v>
                </c:pt>
                <c:pt idx="12414">
                  <c:v>3.2912400000000002</c:v>
                </c:pt>
                <c:pt idx="12415">
                  <c:v>3.2915399999999999</c:v>
                </c:pt>
                <c:pt idx="12416">
                  <c:v>3.2918500000000002</c:v>
                </c:pt>
                <c:pt idx="12417">
                  <c:v>3.2921499999999999</c:v>
                </c:pt>
                <c:pt idx="12418">
                  <c:v>3.2924600000000002</c:v>
                </c:pt>
                <c:pt idx="12419">
                  <c:v>3.2927599999999999</c:v>
                </c:pt>
                <c:pt idx="12420">
                  <c:v>3.2930700000000002</c:v>
                </c:pt>
                <c:pt idx="12421">
                  <c:v>3.2933699999999999</c:v>
                </c:pt>
                <c:pt idx="12422">
                  <c:v>3.2936800000000002</c:v>
                </c:pt>
                <c:pt idx="12423">
                  <c:v>3.2939799999999999</c:v>
                </c:pt>
                <c:pt idx="12424">
                  <c:v>3.2942900000000002</c:v>
                </c:pt>
                <c:pt idx="12425">
                  <c:v>3.2945899999999999</c:v>
                </c:pt>
                <c:pt idx="12426">
                  <c:v>3.2949000000000002</c:v>
                </c:pt>
                <c:pt idx="12427">
                  <c:v>3.29521</c:v>
                </c:pt>
                <c:pt idx="12428">
                  <c:v>3.2955100000000002</c:v>
                </c:pt>
                <c:pt idx="12429">
                  <c:v>3.29582</c:v>
                </c:pt>
                <c:pt idx="12430">
                  <c:v>3.2961200000000002</c:v>
                </c:pt>
                <c:pt idx="12431">
                  <c:v>3.29643</c:v>
                </c:pt>
                <c:pt idx="12432">
                  <c:v>3.2967300000000002</c:v>
                </c:pt>
                <c:pt idx="12433">
                  <c:v>3.29704</c:v>
                </c:pt>
                <c:pt idx="12434">
                  <c:v>3.2973400000000002</c:v>
                </c:pt>
                <c:pt idx="12435">
                  <c:v>3.29765</c:v>
                </c:pt>
                <c:pt idx="12436">
                  <c:v>3.2979500000000002</c:v>
                </c:pt>
                <c:pt idx="12437">
                  <c:v>3.29826</c:v>
                </c:pt>
                <c:pt idx="12438">
                  <c:v>3.2985699999999998</c:v>
                </c:pt>
                <c:pt idx="12439">
                  <c:v>3.29887</c:v>
                </c:pt>
                <c:pt idx="12440">
                  <c:v>3.2991799999999998</c:v>
                </c:pt>
                <c:pt idx="12441">
                  <c:v>3.29948</c:v>
                </c:pt>
                <c:pt idx="12442">
                  <c:v>3.2997899999999998</c:v>
                </c:pt>
                <c:pt idx="12443">
                  <c:v>3.30009</c:v>
                </c:pt>
                <c:pt idx="12444">
                  <c:v>3.3003999999999998</c:v>
                </c:pt>
                <c:pt idx="12445">
                  <c:v>3.3007</c:v>
                </c:pt>
                <c:pt idx="12446">
                  <c:v>3.3010100000000002</c:v>
                </c:pt>
                <c:pt idx="12447">
                  <c:v>3.30131</c:v>
                </c:pt>
                <c:pt idx="12448">
                  <c:v>3.3016200000000002</c:v>
                </c:pt>
                <c:pt idx="12449">
                  <c:v>3.30192</c:v>
                </c:pt>
                <c:pt idx="12450">
                  <c:v>3.3022300000000002</c:v>
                </c:pt>
                <c:pt idx="12451">
                  <c:v>3.30254</c:v>
                </c:pt>
                <c:pt idx="12452">
                  <c:v>3.3028400000000002</c:v>
                </c:pt>
                <c:pt idx="12453">
                  <c:v>3.30315</c:v>
                </c:pt>
                <c:pt idx="12454">
                  <c:v>3.3034500000000002</c:v>
                </c:pt>
                <c:pt idx="12455">
                  <c:v>3.30376</c:v>
                </c:pt>
                <c:pt idx="12456">
                  <c:v>3.3040600000000002</c:v>
                </c:pt>
                <c:pt idx="12457">
                  <c:v>3.30437</c:v>
                </c:pt>
                <c:pt idx="12458">
                  <c:v>3.3046700000000002</c:v>
                </c:pt>
                <c:pt idx="12459">
                  <c:v>3.30498</c:v>
                </c:pt>
                <c:pt idx="12460">
                  <c:v>3.3052800000000002</c:v>
                </c:pt>
                <c:pt idx="12461">
                  <c:v>3.30559</c:v>
                </c:pt>
                <c:pt idx="12462">
                  <c:v>3.3058900000000002</c:v>
                </c:pt>
                <c:pt idx="12463">
                  <c:v>3.3062</c:v>
                </c:pt>
                <c:pt idx="12464">
                  <c:v>3.3065099999999998</c:v>
                </c:pt>
                <c:pt idx="12465">
                  <c:v>3.30681</c:v>
                </c:pt>
                <c:pt idx="12466">
                  <c:v>3.3071199999999998</c:v>
                </c:pt>
                <c:pt idx="12467">
                  <c:v>3.30742</c:v>
                </c:pt>
                <c:pt idx="12468">
                  <c:v>3.3077299999999998</c:v>
                </c:pt>
                <c:pt idx="12469">
                  <c:v>3.30803</c:v>
                </c:pt>
                <c:pt idx="12470">
                  <c:v>3.3083399999999998</c:v>
                </c:pt>
                <c:pt idx="12471">
                  <c:v>3.30864</c:v>
                </c:pt>
                <c:pt idx="12472">
                  <c:v>3.3089499999999998</c:v>
                </c:pt>
                <c:pt idx="12473">
                  <c:v>3.30925</c:v>
                </c:pt>
                <c:pt idx="12474">
                  <c:v>3.3095599999999998</c:v>
                </c:pt>
                <c:pt idx="12475">
                  <c:v>3.30986</c:v>
                </c:pt>
                <c:pt idx="12476">
                  <c:v>3.3101699999999998</c:v>
                </c:pt>
                <c:pt idx="12477">
                  <c:v>3.3104800000000001</c:v>
                </c:pt>
                <c:pt idx="12478">
                  <c:v>3.3107799999999998</c:v>
                </c:pt>
                <c:pt idx="12479">
                  <c:v>3.3110900000000001</c:v>
                </c:pt>
                <c:pt idx="12480">
                  <c:v>3.3113899999999998</c:v>
                </c:pt>
                <c:pt idx="12481">
                  <c:v>3.3117000000000001</c:v>
                </c:pt>
                <c:pt idx="12482">
                  <c:v>3.3119999999999998</c:v>
                </c:pt>
                <c:pt idx="12483">
                  <c:v>3.3123100000000001</c:v>
                </c:pt>
                <c:pt idx="12484">
                  <c:v>3.3126099999999998</c:v>
                </c:pt>
                <c:pt idx="12485">
                  <c:v>3.3129200000000001</c:v>
                </c:pt>
                <c:pt idx="12486">
                  <c:v>3.3132199999999998</c:v>
                </c:pt>
                <c:pt idx="12487">
                  <c:v>3.3135300000000001</c:v>
                </c:pt>
                <c:pt idx="12488">
                  <c:v>3.3138399999999999</c:v>
                </c:pt>
                <c:pt idx="12489">
                  <c:v>3.3141400000000001</c:v>
                </c:pt>
                <c:pt idx="12490">
                  <c:v>3.3144499999999999</c:v>
                </c:pt>
                <c:pt idx="12491">
                  <c:v>3.3147500000000001</c:v>
                </c:pt>
                <c:pt idx="12492">
                  <c:v>3.3150599999999999</c:v>
                </c:pt>
                <c:pt idx="12493">
                  <c:v>3.3153600000000001</c:v>
                </c:pt>
                <c:pt idx="12494">
                  <c:v>3.3156699999999999</c:v>
                </c:pt>
                <c:pt idx="12495">
                  <c:v>3.3159700000000001</c:v>
                </c:pt>
                <c:pt idx="12496">
                  <c:v>3.3162799999999999</c:v>
                </c:pt>
                <c:pt idx="12497">
                  <c:v>3.3165800000000001</c:v>
                </c:pt>
                <c:pt idx="12498">
                  <c:v>3.3168899999999999</c:v>
                </c:pt>
                <c:pt idx="12499">
                  <c:v>3.3171900000000001</c:v>
                </c:pt>
                <c:pt idx="12500">
                  <c:v>3.3174999999999999</c:v>
                </c:pt>
                <c:pt idx="12501">
                  <c:v>3.3178100000000001</c:v>
                </c:pt>
                <c:pt idx="12502">
                  <c:v>3.3181099999999999</c:v>
                </c:pt>
                <c:pt idx="12503">
                  <c:v>3.3184200000000001</c:v>
                </c:pt>
                <c:pt idx="12504">
                  <c:v>3.3187199999999999</c:v>
                </c:pt>
                <c:pt idx="12505">
                  <c:v>3.3190300000000001</c:v>
                </c:pt>
                <c:pt idx="12506">
                  <c:v>3.3193299999999999</c:v>
                </c:pt>
                <c:pt idx="12507">
                  <c:v>3.3196400000000001</c:v>
                </c:pt>
                <c:pt idx="12508">
                  <c:v>3.3199399999999999</c:v>
                </c:pt>
                <c:pt idx="12509">
                  <c:v>3.3202500000000001</c:v>
                </c:pt>
                <c:pt idx="12510">
                  <c:v>3.3205499999999999</c:v>
                </c:pt>
                <c:pt idx="12511">
                  <c:v>3.3208600000000001</c:v>
                </c:pt>
                <c:pt idx="12512">
                  <c:v>3.3211599999999999</c:v>
                </c:pt>
                <c:pt idx="12513">
                  <c:v>3.3214700000000001</c:v>
                </c:pt>
                <c:pt idx="12514">
                  <c:v>3.32178</c:v>
                </c:pt>
                <c:pt idx="12515">
                  <c:v>3.3220800000000001</c:v>
                </c:pt>
                <c:pt idx="12516">
                  <c:v>3.32239</c:v>
                </c:pt>
                <c:pt idx="12517">
                  <c:v>3.3226900000000001</c:v>
                </c:pt>
                <c:pt idx="12518">
                  <c:v>3.323</c:v>
                </c:pt>
                <c:pt idx="12519">
                  <c:v>3.3233000000000001</c:v>
                </c:pt>
                <c:pt idx="12520">
                  <c:v>3.32361</c:v>
                </c:pt>
                <c:pt idx="12521">
                  <c:v>3.3239100000000001</c:v>
                </c:pt>
                <c:pt idx="12522">
                  <c:v>3.32422</c:v>
                </c:pt>
                <c:pt idx="12523">
                  <c:v>3.3245200000000001</c:v>
                </c:pt>
                <c:pt idx="12524">
                  <c:v>3.32483</c:v>
                </c:pt>
                <c:pt idx="12525">
                  <c:v>3.3251300000000001</c:v>
                </c:pt>
                <c:pt idx="12526">
                  <c:v>3.32544</c:v>
                </c:pt>
                <c:pt idx="12527">
                  <c:v>3.3257500000000002</c:v>
                </c:pt>
                <c:pt idx="12528">
                  <c:v>3.32605</c:v>
                </c:pt>
                <c:pt idx="12529">
                  <c:v>3.3263600000000002</c:v>
                </c:pt>
                <c:pt idx="12530">
                  <c:v>3.32666</c:v>
                </c:pt>
                <c:pt idx="12531">
                  <c:v>3.3269700000000002</c:v>
                </c:pt>
                <c:pt idx="12532">
                  <c:v>3.3272699999999999</c:v>
                </c:pt>
                <c:pt idx="12533">
                  <c:v>3.3275800000000002</c:v>
                </c:pt>
                <c:pt idx="12534">
                  <c:v>3.3278799999999999</c:v>
                </c:pt>
                <c:pt idx="12535">
                  <c:v>3.3281900000000002</c:v>
                </c:pt>
                <c:pt idx="12536">
                  <c:v>3.3284899999999999</c:v>
                </c:pt>
                <c:pt idx="12537">
                  <c:v>3.3288000000000002</c:v>
                </c:pt>
                <c:pt idx="12538">
                  <c:v>3.3290999999999999</c:v>
                </c:pt>
                <c:pt idx="12539">
                  <c:v>3.3294100000000002</c:v>
                </c:pt>
                <c:pt idx="12540">
                  <c:v>3.32972</c:v>
                </c:pt>
                <c:pt idx="12541">
                  <c:v>3.3300200000000002</c:v>
                </c:pt>
                <c:pt idx="12542">
                  <c:v>3.33033</c:v>
                </c:pt>
                <c:pt idx="12543">
                  <c:v>3.3306300000000002</c:v>
                </c:pt>
                <c:pt idx="12544">
                  <c:v>3.33094</c:v>
                </c:pt>
                <c:pt idx="12545">
                  <c:v>3.3312400000000002</c:v>
                </c:pt>
                <c:pt idx="12546">
                  <c:v>3.33155</c:v>
                </c:pt>
                <c:pt idx="12547">
                  <c:v>3.3318500000000002</c:v>
                </c:pt>
                <c:pt idx="12548">
                  <c:v>3.33216</c:v>
                </c:pt>
                <c:pt idx="12549">
                  <c:v>3.3324600000000002</c:v>
                </c:pt>
                <c:pt idx="12550">
                  <c:v>3.33277</c:v>
                </c:pt>
                <c:pt idx="12551">
                  <c:v>3.3330799999999998</c:v>
                </c:pt>
                <c:pt idx="12552">
                  <c:v>3.33338</c:v>
                </c:pt>
                <c:pt idx="12553">
                  <c:v>3.3336899999999998</c:v>
                </c:pt>
                <c:pt idx="12554">
                  <c:v>3.33399</c:v>
                </c:pt>
                <c:pt idx="12555">
                  <c:v>3.3342999999999998</c:v>
                </c:pt>
                <c:pt idx="12556">
                  <c:v>3.3346</c:v>
                </c:pt>
                <c:pt idx="12557">
                  <c:v>3.3349099999999998</c:v>
                </c:pt>
                <c:pt idx="12558">
                  <c:v>3.33521</c:v>
                </c:pt>
                <c:pt idx="12559">
                  <c:v>3.3355199999999998</c:v>
                </c:pt>
                <c:pt idx="12560">
                  <c:v>3.33582</c:v>
                </c:pt>
                <c:pt idx="12561">
                  <c:v>3.3361299999999998</c:v>
                </c:pt>
                <c:pt idx="12562">
                  <c:v>3.33643</c:v>
                </c:pt>
                <c:pt idx="12563">
                  <c:v>3.3367399999999998</c:v>
                </c:pt>
                <c:pt idx="12564">
                  <c:v>3.3370500000000001</c:v>
                </c:pt>
                <c:pt idx="12565">
                  <c:v>3.3373499999999998</c:v>
                </c:pt>
                <c:pt idx="12566">
                  <c:v>3.3376600000000001</c:v>
                </c:pt>
                <c:pt idx="12567">
                  <c:v>3.3379599999999998</c:v>
                </c:pt>
                <c:pt idx="12568">
                  <c:v>3.3382700000000001</c:v>
                </c:pt>
                <c:pt idx="12569">
                  <c:v>3.3385699999999998</c:v>
                </c:pt>
                <c:pt idx="12570">
                  <c:v>3.3388800000000001</c:v>
                </c:pt>
                <c:pt idx="12571">
                  <c:v>3.3391799999999998</c:v>
                </c:pt>
                <c:pt idx="12572">
                  <c:v>3.3394900000000001</c:v>
                </c:pt>
                <c:pt idx="12573">
                  <c:v>3.3397899999999998</c:v>
                </c:pt>
                <c:pt idx="12574">
                  <c:v>3.3401000000000001</c:v>
                </c:pt>
                <c:pt idx="12575">
                  <c:v>3.3403999999999998</c:v>
                </c:pt>
                <c:pt idx="12576">
                  <c:v>3.3407100000000001</c:v>
                </c:pt>
                <c:pt idx="12577">
                  <c:v>3.3410199999999999</c:v>
                </c:pt>
                <c:pt idx="12578">
                  <c:v>3.3413200000000001</c:v>
                </c:pt>
                <c:pt idx="12579">
                  <c:v>3.3416299999999999</c:v>
                </c:pt>
                <c:pt idx="12580">
                  <c:v>3.3419300000000001</c:v>
                </c:pt>
                <c:pt idx="12581">
                  <c:v>3.3422399999999999</c:v>
                </c:pt>
                <c:pt idx="12582">
                  <c:v>3.3425400000000001</c:v>
                </c:pt>
                <c:pt idx="12583">
                  <c:v>3.3428499999999999</c:v>
                </c:pt>
                <c:pt idx="12584">
                  <c:v>3.3431500000000001</c:v>
                </c:pt>
                <c:pt idx="12585">
                  <c:v>3.3434599999999999</c:v>
                </c:pt>
                <c:pt idx="12586">
                  <c:v>3.3437600000000001</c:v>
                </c:pt>
                <c:pt idx="12587">
                  <c:v>3.3440699999999999</c:v>
                </c:pt>
                <c:pt idx="12588">
                  <c:v>3.3443700000000001</c:v>
                </c:pt>
                <c:pt idx="12589">
                  <c:v>3.3446799999999999</c:v>
                </c:pt>
                <c:pt idx="12590">
                  <c:v>3.3449900000000001</c:v>
                </c:pt>
                <c:pt idx="12591">
                  <c:v>3.3452899999999999</c:v>
                </c:pt>
                <c:pt idx="12592">
                  <c:v>3.3456000000000001</c:v>
                </c:pt>
                <c:pt idx="12593">
                  <c:v>3.3458999999999999</c:v>
                </c:pt>
                <c:pt idx="12594">
                  <c:v>3.3462100000000001</c:v>
                </c:pt>
                <c:pt idx="12595">
                  <c:v>3.3465099999999999</c:v>
                </c:pt>
                <c:pt idx="12596">
                  <c:v>3.3468200000000001</c:v>
                </c:pt>
                <c:pt idx="12597">
                  <c:v>3.3471199999999999</c:v>
                </c:pt>
                <c:pt idx="12598">
                  <c:v>3.3474300000000001</c:v>
                </c:pt>
                <c:pt idx="12599">
                  <c:v>3.3477299999999999</c:v>
                </c:pt>
                <c:pt idx="12600">
                  <c:v>3.3480400000000001</c:v>
                </c:pt>
                <c:pt idx="12601">
                  <c:v>3.3483399999999999</c:v>
                </c:pt>
                <c:pt idx="12602">
                  <c:v>3.3486500000000001</c:v>
                </c:pt>
                <c:pt idx="12603">
                  <c:v>3.3489599999999999</c:v>
                </c:pt>
                <c:pt idx="12604">
                  <c:v>3.3492600000000001</c:v>
                </c:pt>
                <c:pt idx="12605">
                  <c:v>3.3495699999999999</c:v>
                </c:pt>
                <c:pt idx="12606">
                  <c:v>3.3498700000000001</c:v>
                </c:pt>
                <c:pt idx="12607">
                  <c:v>3.3501799999999999</c:v>
                </c:pt>
                <c:pt idx="12608">
                  <c:v>3.3504800000000001</c:v>
                </c:pt>
                <c:pt idx="12609">
                  <c:v>3.3507899999999999</c:v>
                </c:pt>
                <c:pt idx="12610">
                  <c:v>3.3510900000000001</c:v>
                </c:pt>
                <c:pt idx="12611">
                  <c:v>3.3513999999999999</c:v>
                </c:pt>
                <c:pt idx="12612">
                  <c:v>3.3517000000000001</c:v>
                </c:pt>
                <c:pt idx="12613">
                  <c:v>3.3520099999999999</c:v>
                </c:pt>
                <c:pt idx="12614">
                  <c:v>3.3523200000000002</c:v>
                </c:pt>
                <c:pt idx="12615">
                  <c:v>3.3526199999999999</c:v>
                </c:pt>
                <c:pt idx="12616">
                  <c:v>3.3529300000000002</c:v>
                </c:pt>
                <c:pt idx="12617">
                  <c:v>3.3532299999999999</c:v>
                </c:pt>
                <c:pt idx="12618">
                  <c:v>3.3535400000000002</c:v>
                </c:pt>
                <c:pt idx="12619">
                  <c:v>3.3538399999999999</c:v>
                </c:pt>
                <c:pt idx="12620">
                  <c:v>3.3541500000000002</c:v>
                </c:pt>
                <c:pt idx="12621">
                  <c:v>3.3544499999999999</c:v>
                </c:pt>
                <c:pt idx="12622">
                  <c:v>3.3547600000000002</c:v>
                </c:pt>
                <c:pt idx="12623">
                  <c:v>3.3550599999999999</c:v>
                </c:pt>
                <c:pt idx="12624">
                  <c:v>3.3553700000000002</c:v>
                </c:pt>
                <c:pt idx="12625">
                  <c:v>3.3556699999999999</c:v>
                </c:pt>
                <c:pt idx="12626">
                  <c:v>3.3559800000000002</c:v>
                </c:pt>
                <c:pt idx="12627">
                  <c:v>3.35629</c:v>
                </c:pt>
                <c:pt idx="12628">
                  <c:v>3.3565900000000002</c:v>
                </c:pt>
                <c:pt idx="12629">
                  <c:v>3.3569</c:v>
                </c:pt>
                <c:pt idx="12630">
                  <c:v>3.3572000000000002</c:v>
                </c:pt>
                <c:pt idx="12631">
                  <c:v>3.35751</c:v>
                </c:pt>
                <c:pt idx="12632">
                  <c:v>3.3578100000000002</c:v>
                </c:pt>
                <c:pt idx="12633">
                  <c:v>3.35812</c:v>
                </c:pt>
                <c:pt idx="12634">
                  <c:v>3.3584200000000002</c:v>
                </c:pt>
                <c:pt idx="12635">
                  <c:v>3.35873</c:v>
                </c:pt>
                <c:pt idx="12636">
                  <c:v>3.3590300000000002</c:v>
                </c:pt>
                <c:pt idx="12637">
                  <c:v>3.35934</c:v>
                </c:pt>
                <c:pt idx="12638">
                  <c:v>3.3596400000000002</c:v>
                </c:pt>
                <c:pt idx="12639">
                  <c:v>3.35995</c:v>
                </c:pt>
                <c:pt idx="12640">
                  <c:v>3.3602599999999998</c:v>
                </c:pt>
                <c:pt idx="12641">
                  <c:v>3.36056</c:v>
                </c:pt>
                <c:pt idx="12642">
                  <c:v>3.3608699999999998</c:v>
                </c:pt>
                <c:pt idx="12643">
                  <c:v>3.36117</c:v>
                </c:pt>
                <c:pt idx="12644">
                  <c:v>3.3614799999999998</c:v>
                </c:pt>
                <c:pt idx="12645">
                  <c:v>3.36178</c:v>
                </c:pt>
                <c:pt idx="12646">
                  <c:v>3.3620899999999998</c:v>
                </c:pt>
                <c:pt idx="12647">
                  <c:v>3.36239</c:v>
                </c:pt>
                <c:pt idx="12648">
                  <c:v>3.3626999999999998</c:v>
                </c:pt>
                <c:pt idx="12649">
                  <c:v>3.363</c:v>
                </c:pt>
                <c:pt idx="12650">
                  <c:v>3.3633099999999998</c:v>
                </c:pt>
                <c:pt idx="12651">
                  <c:v>3.36361</c:v>
                </c:pt>
                <c:pt idx="12652">
                  <c:v>3.3639199999999998</c:v>
                </c:pt>
                <c:pt idx="12653">
                  <c:v>3.3642300000000001</c:v>
                </c:pt>
                <c:pt idx="12654">
                  <c:v>3.3645299999999998</c:v>
                </c:pt>
                <c:pt idx="12655">
                  <c:v>3.3648400000000001</c:v>
                </c:pt>
                <c:pt idx="12656">
                  <c:v>3.3651399999999998</c:v>
                </c:pt>
                <c:pt idx="12657">
                  <c:v>3.3654500000000001</c:v>
                </c:pt>
                <c:pt idx="12658">
                  <c:v>3.3657499999999998</c:v>
                </c:pt>
                <c:pt idx="12659">
                  <c:v>3.3660600000000001</c:v>
                </c:pt>
                <c:pt idx="12660">
                  <c:v>3.3663599999999998</c:v>
                </c:pt>
                <c:pt idx="12661">
                  <c:v>3.3666700000000001</c:v>
                </c:pt>
                <c:pt idx="12662">
                  <c:v>3.3669699999999998</c:v>
                </c:pt>
                <c:pt idx="12663">
                  <c:v>3.3672800000000001</c:v>
                </c:pt>
                <c:pt idx="12664">
                  <c:v>3.3675799999999998</c:v>
                </c:pt>
                <c:pt idx="12665">
                  <c:v>3.3678900000000001</c:v>
                </c:pt>
                <c:pt idx="12666">
                  <c:v>3.3681999999999999</c:v>
                </c:pt>
                <c:pt idx="12667">
                  <c:v>3.3685</c:v>
                </c:pt>
                <c:pt idx="12668">
                  <c:v>3.3688099999999999</c:v>
                </c:pt>
                <c:pt idx="12669">
                  <c:v>3.36911</c:v>
                </c:pt>
                <c:pt idx="12670">
                  <c:v>3.3694199999999999</c:v>
                </c:pt>
                <c:pt idx="12671">
                  <c:v>3.36972</c:v>
                </c:pt>
                <c:pt idx="12672">
                  <c:v>3.3700299999999999</c:v>
                </c:pt>
                <c:pt idx="12673">
                  <c:v>3.37033</c:v>
                </c:pt>
                <c:pt idx="12674">
                  <c:v>3.3706399999999999</c:v>
                </c:pt>
                <c:pt idx="12675">
                  <c:v>3.37094</c:v>
                </c:pt>
                <c:pt idx="12676">
                  <c:v>3.3712499999999999</c:v>
                </c:pt>
                <c:pt idx="12677">
                  <c:v>3.3715600000000001</c:v>
                </c:pt>
                <c:pt idx="12678">
                  <c:v>3.3718599999999999</c:v>
                </c:pt>
                <c:pt idx="12679">
                  <c:v>3.3721700000000001</c:v>
                </c:pt>
                <c:pt idx="12680">
                  <c:v>3.3724699999999999</c:v>
                </c:pt>
                <c:pt idx="12681">
                  <c:v>3.3727800000000001</c:v>
                </c:pt>
                <c:pt idx="12682">
                  <c:v>3.3730799999999999</c:v>
                </c:pt>
                <c:pt idx="12683">
                  <c:v>3.3733900000000001</c:v>
                </c:pt>
                <c:pt idx="12684">
                  <c:v>3.3736899999999999</c:v>
                </c:pt>
                <c:pt idx="12685">
                  <c:v>3.3740000000000001</c:v>
                </c:pt>
                <c:pt idx="12686">
                  <c:v>3.3742999999999999</c:v>
                </c:pt>
                <c:pt idx="12687">
                  <c:v>3.3746100000000001</c:v>
                </c:pt>
                <c:pt idx="12688">
                  <c:v>3.3749099999999999</c:v>
                </c:pt>
                <c:pt idx="12689">
                  <c:v>3.3752200000000001</c:v>
                </c:pt>
                <c:pt idx="12690">
                  <c:v>3.3755299999999999</c:v>
                </c:pt>
                <c:pt idx="12691">
                  <c:v>3.3758300000000001</c:v>
                </c:pt>
                <c:pt idx="12692">
                  <c:v>3.3761399999999999</c:v>
                </c:pt>
                <c:pt idx="12693">
                  <c:v>3.3764400000000001</c:v>
                </c:pt>
                <c:pt idx="12694">
                  <c:v>3.3767499999999999</c:v>
                </c:pt>
                <c:pt idx="12695">
                  <c:v>3.3770500000000001</c:v>
                </c:pt>
                <c:pt idx="12696">
                  <c:v>3.3773599999999999</c:v>
                </c:pt>
                <c:pt idx="12697">
                  <c:v>3.3776600000000001</c:v>
                </c:pt>
                <c:pt idx="12698">
                  <c:v>3.3779699999999999</c:v>
                </c:pt>
                <c:pt idx="12699">
                  <c:v>3.3782700000000001</c:v>
                </c:pt>
                <c:pt idx="12700">
                  <c:v>3.3785799999999999</c:v>
                </c:pt>
                <c:pt idx="12701">
                  <c:v>3.3788800000000001</c:v>
                </c:pt>
                <c:pt idx="12702">
                  <c:v>3.3791899999999999</c:v>
                </c:pt>
                <c:pt idx="12703">
                  <c:v>3.3795000000000002</c:v>
                </c:pt>
                <c:pt idx="12704">
                  <c:v>3.3797999999999999</c:v>
                </c:pt>
                <c:pt idx="12705">
                  <c:v>3.3801100000000002</c:v>
                </c:pt>
                <c:pt idx="12706">
                  <c:v>3.3804099999999999</c:v>
                </c:pt>
                <c:pt idx="12707">
                  <c:v>3.3807200000000002</c:v>
                </c:pt>
                <c:pt idx="12708">
                  <c:v>3.3810199999999999</c:v>
                </c:pt>
                <c:pt idx="12709">
                  <c:v>3.3813300000000002</c:v>
                </c:pt>
                <c:pt idx="12710">
                  <c:v>3.3816299999999999</c:v>
                </c:pt>
                <c:pt idx="12711">
                  <c:v>3.3819400000000002</c:v>
                </c:pt>
                <c:pt idx="12712">
                  <c:v>3.3822399999999999</c:v>
                </c:pt>
                <c:pt idx="12713">
                  <c:v>3.3825500000000002</c:v>
                </c:pt>
                <c:pt idx="12714">
                  <c:v>3.3828499999999999</c:v>
                </c:pt>
                <c:pt idx="12715">
                  <c:v>3.3831600000000002</c:v>
                </c:pt>
                <c:pt idx="12716">
                  <c:v>3.38347</c:v>
                </c:pt>
                <c:pt idx="12717">
                  <c:v>3.3837700000000002</c:v>
                </c:pt>
                <c:pt idx="12718">
                  <c:v>3.38408</c:v>
                </c:pt>
                <c:pt idx="12719">
                  <c:v>3.3843800000000002</c:v>
                </c:pt>
                <c:pt idx="12720">
                  <c:v>3.38469</c:v>
                </c:pt>
                <c:pt idx="12721">
                  <c:v>3.3849900000000002</c:v>
                </c:pt>
                <c:pt idx="12722">
                  <c:v>3.3853</c:v>
                </c:pt>
                <c:pt idx="12723">
                  <c:v>3.3856000000000002</c:v>
                </c:pt>
                <c:pt idx="12724">
                  <c:v>3.38591</c:v>
                </c:pt>
                <c:pt idx="12725">
                  <c:v>3.3862100000000002</c:v>
                </c:pt>
                <c:pt idx="12726">
                  <c:v>3.38652</c:v>
                </c:pt>
                <c:pt idx="12727">
                  <c:v>3.3868299999999998</c:v>
                </c:pt>
                <c:pt idx="12728">
                  <c:v>3.38713</c:v>
                </c:pt>
                <c:pt idx="12729">
                  <c:v>3.3874399999999998</c:v>
                </c:pt>
                <c:pt idx="12730">
                  <c:v>3.38774</c:v>
                </c:pt>
                <c:pt idx="12731">
                  <c:v>3.3880499999999998</c:v>
                </c:pt>
                <c:pt idx="12732">
                  <c:v>3.38835</c:v>
                </c:pt>
                <c:pt idx="12733">
                  <c:v>3.3886599999999998</c:v>
                </c:pt>
                <c:pt idx="12734">
                  <c:v>3.38896</c:v>
                </c:pt>
                <c:pt idx="12735">
                  <c:v>3.3892699999999998</c:v>
                </c:pt>
                <c:pt idx="12736">
                  <c:v>3.38957</c:v>
                </c:pt>
                <c:pt idx="12737">
                  <c:v>3.3898799999999998</c:v>
                </c:pt>
                <c:pt idx="12738">
                  <c:v>3.39018</c:v>
                </c:pt>
                <c:pt idx="12739">
                  <c:v>3.3904899999999998</c:v>
                </c:pt>
                <c:pt idx="12740">
                  <c:v>3.3908</c:v>
                </c:pt>
                <c:pt idx="12741">
                  <c:v>3.3910999999999998</c:v>
                </c:pt>
                <c:pt idx="12742">
                  <c:v>3.39141</c:v>
                </c:pt>
                <c:pt idx="12743">
                  <c:v>3.3917099999999998</c:v>
                </c:pt>
                <c:pt idx="12744">
                  <c:v>3.39202</c:v>
                </c:pt>
                <c:pt idx="12745">
                  <c:v>3.3923199999999998</c:v>
                </c:pt>
                <c:pt idx="12746">
                  <c:v>3.39263</c:v>
                </c:pt>
                <c:pt idx="12747">
                  <c:v>3.3929299999999998</c:v>
                </c:pt>
                <c:pt idx="12748">
                  <c:v>3.39324</c:v>
                </c:pt>
                <c:pt idx="12749">
                  <c:v>3.3935399999999998</c:v>
                </c:pt>
                <c:pt idx="12750">
                  <c:v>3.39385</c:v>
                </c:pt>
                <c:pt idx="12751">
                  <c:v>3.3941499999999998</c:v>
                </c:pt>
                <c:pt idx="12752">
                  <c:v>3.39446</c:v>
                </c:pt>
                <c:pt idx="12753">
                  <c:v>3.3947699999999998</c:v>
                </c:pt>
                <c:pt idx="12754">
                  <c:v>3.39507</c:v>
                </c:pt>
                <c:pt idx="12755">
                  <c:v>3.3953799999999998</c:v>
                </c:pt>
                <c:pt idx="12756">
                  <c:v>3.39568</c:v>
                </c:pt>
                <c:pt idx="12757">
                  <c:v>3.3959899999999998</c:v>
                </c:pt>
                <c:pt idx="12758">
                  <c:v>3.39629</c:v>
                </c:pt>
                <c:pt idx="12759">
                  <c:v>3.3965999999999998</c:v>
                </c:pt>
                <c:pt idx="12760">
                  <c:v>3.3969</c:v>
                </c:pt>
                <c:pt idx="12761">
                  <c:v>3.3972099999999998</c:v>
                </c:pt>
                <c:pt idx="12762">
                  <c:v>3.39751</c:v>
                </c:pt>
                <c:pt idx="12763">
                  <c:v>3.3978199999999998</c:v>
                </c:pt>
                <c:pt idx="12764">
                  <c:v>3.39812</c:v>
                </c:pt>
                <c:pt idx="12765">
                  <c:v>3.3984299999999998</c:v>
                </c:pt>
                <c:pt idx="12766">
                  <c:v>3.3987400000000001</c:v>
                </c:pt>
                <c:pt idx="12767">
                  <c:v>3.3990399999999998</c:v>
                </c:pt>
                <c:pt idx="12768">
                  <c:v>3.3993500000000001</c:v>
                </c:pt>
                <c:pt idx="12769">
                  <c:v>3.3996499999999998</c:v>
                </c:pt>
                <c:pt idx="12770">
                  <c:v>3.3999600000000001</c:v>
                </c:pt>
                <c:pt idx="12771">
                  <c:v>3.4002599999999998</c:v>
                </c:pt>
                <c:pt idx="12772">
                  <c:v>3.4005700000000001</c:v>
                </c:pt>
                <c:pt idx="12773">
                  <c:v>3.4008699999999998</c:v>
                </c:pt>
                <c:pt idx="12774">
                  <c:v>3.4011800000000001</c:v>
                </c:pt>
                <c:pt idx="12775">
                  <c:v>3.4014799999999998</c:v>
                </c:pt>
                <c:pt idx="12776">
                  <c:v>3.4017900000000001</c:v>
                </c:pt>
                <c:pt idx="12777">
                  <c:v>3.4020899999999998</c:v>
                </c:pt>
                <c:pt idx="12778">
                  <c:v>3.4024000000000001</c:v>
                </c:pt>
                <c:pt idx="12779">
                  <c:v>3.4027099999999999</c:v>
                </c:pt>
                <c:pt idx="12780">
                  <c:v>3.4030100000000001</c:v>
                </c:pt>
                <c:pt idx="12781">
                  <c:v>3.4033199999999999</c:v>
                </c:pt>
                <c:pt idx="12782">
                  <c:v>3.4036200000000001</c:v>
                </c:pt>
                <c:pt idx="12783">
                  <c:v>3.4039299999999999</c:v>
                </c:pt>
                <c:pt idx="12784">
                  <c:v>3.4042300000000001</c:v>
                </c:pt>
                <c:pt idx="12785">
                  <c:v>3.4045399999999999</c:v>
                </c:pt>
                <c:pt idx="12786">
                  <c:v>3.4048400000000001</c:v>
                </c:pt>
                <c:pt idx="12787">
                  <c:v>3.4051499999999999</c:v>
                </c:pt>
                <c:pt idx="12788">
                  <c:v>3.4054500000000001</c:v>
                </c:pt>
                <c:pt idx="12789">
                  <c:v>3.4057599999999999</c:v>
                </c:pt>
                <c:pt idx="12790">
                  <c:v>3.4060700000000002</c:v>
                </c:pt>
                <c:pt idx="12791">
                  <c:v>3.4063699999999999</c:v>
                </c:pt>
                <c:pt idx="12792">
                  <c:v>3.4066800000000002</c:v>
                </c:pt>
                <c:pt idx="12793">
                  <c:v>3.4069799999999999</c:v>
                </c:pt>
                <c:pt idx="12794">
                  <c:v>3.4072900000000002</c:v>
                </c:pt>
                <c:pt idx="12795">
                  <c:v>3.4075899999999999</c:v>
                </c:pt>
                <c:pt idx="12796">
                  <c:v>3.4079000000000002</c:v>
                </c:pt>
                <c:pt idx="12797">
                  <c:v>3.4081999999999999</c:v>
                </c:pt>
                <c:pt idx="12798">
                  <c:v>3.4085100000000002</c:v>
                </c:pt>
                <c:pt idx="12799">
                  <c:v>3.4088099999999999</c:v>
                </c:pt>
                <c:pt idx="12800">
                  <c:v>3.4091200000000002</c:v>
                </c:pt>
                <c:pt idx="12801">
                  <c:v>3.4094199999999999</c:v>
                </c:pt>
                <c:pt idx="12802">
                  <c:v>3.4097300000000001</c:v>
                </c:pt>
                <c:pt idx="12803">
                  <c:v>3.41004</c:v>
                </c:pt>
                <c:pt idx="12804">
                  <c:v>3.4103400000000001</c:v>
                </c:pt>
                <c:pt idx="12805">
                  <c:v>3.41065</c:v>
                </c:pt>
                <c:pt idx="12806">
                  <c:v>3.4109500000000001</c:v>
                </c:pt>
                <c:pt idx="12807">
                  <c:v>3.41126</c:v>
                </c:pt>
                <c:pt idx="12808">
                  <c:v>3.4115600000000001</c:v>
                </c:pt>
                <c:pt idx="12809">
                  <c:v>3.41187</c:v>
                </c:pt>
                <c:pt idx="12810">
                  <c:v>3.4121700000000001</c:v>
                </c:pt>
                <c:pt idx="12811">
                  <c:v>3.41248</c:v>
                </c:pt>
                <c:pt idx="12812">
                  <c:v>3.4127800000000001</c:v>
                </c:pt>
                <c:pt idx="12813">
                  <c:v>3.41309</c:v>
                </c:pt>
                <c:pt idx="12814">
                  <c:v>3.4133900000000001</c:v>
                </c:pt>
                <c:pt idx="12815">
                  <c:v>3.4137</c:v>
                </c:pt>
                <c:pt idx="12816">
                  <c:v>3.4140100000000002</c:v>
                </c:pt>
                <c:pt idx="12817">
                  <c:v>3.41431</c:v>
                </c:pt>
                <c:pt idx="12818">
                  <c:v>3.4146200000000002</c:v>
                </c:pt>
                <c:pt idx="12819">
                  <c:v>3.41492</c:v>
                </c:pt>
                <c:pt idx="12820">
                  <c:v>3.4152300000000002</c:v>
                </c:pt>
                <c:pt idx="12821">
                  <c:v>3.41553</c:v>
                </c:pt>
                <c:pt idx="12822">
                  <c:v>3.4158400000000002</c:v>
                </c:pt>
                <c:pt idx="12823">
                  <c:v>3.41614</c:v>
                </c:pt>
                <c:pt idx="12824">
                  <c:v>3.4164500000000002</c:v>
                </c:pt>
                <c:pt idx="12825">
                  <c:v>3.41675</c:v>
                </c:pt>
                <c:pt idx="12826">
                  <c:v>3.4170600000000002</c:v>
                </c:pt>
                <c:pt idx="12827">
                  <c:v>3.41736</c:v>
                </c:pt>
                <c:pt idx="12828">
                  <c:v>3.4176700000000002</c:v>
                </c:pt>
                <c:pt idx="12829">
                  <c:v>3.41798</c:v>
                </c:pt>
                <c:pt idx="12830">
                  <c:v>3.4182800000000002</c:v>
                </c:pt>
                <c:pt idx="12831">
                  <c:v>3.41859</c:v>
                </c:pt>
                <c:pt idx="12832">
                  <c:v>3.4188900000000002</c:v>
                </c:pt>
                <c:pt idx="12833">
                  <c:v>3.4192</c:v>
                </c:pt>
                <c:pt idx="12834">
                  <c:v>3.4195000000000002</c:v>
                </c:pt>
                <c:pt idx="12835">
                  <c:v>3.41981</c:v>
                </c:pt>
                <c:pt idx="12836">
                  <c:v>3.4201100000000002</c:v>
                </c:pt>
                <c:pt idx="12837">
                  <c:v>3.42042</c:v>
                </c:pt>
                <c:pt idx="12838">
                  <c:v>3.4207200000000002</c:v>
                </c:pt>
                <c:pt idx="12839">
                  <c:v>3.42103</c:v>
                </c:pt>
                <c:pt idx="12840">
                  <c:v>3.4213300000000002</c:v>
                </c:pt>
                <c:pt idx="12841">
                  <c:v>3.42164</c:v>
                </c:pt>
                <c:pt idx="12842">
                  <c:v>3.4219499999999998</c:v>
                </c:pt>
                <c:pt idx="12843">
                  <c:v>3.42225</c:v>
                </c:pt>
                <c:pt idx="12844">
                  <c:v>3.4225599999999998</c:v>
                </c:pt>
                <c:pt idx="12845">
                  <c:v>3.42286</c:v>
                </c:pt>
                <c:pt idx="12846">
                  <c:v>3.4231699999999998</c:v>
                </c:pt>
                <c:pt idx="12847">
                  <c:v>3.42347</c:v>
                </c:pt>
                <c:pt idx="12848">
                  <c:v>3.4237799999999998</c:v>
                </c:pt>
                <c:pt idx="12849">
                  <c:v>3.42408</c:v>
                </c:pt>
                <c:pt idx="12850">
                  <c:v>3.4243899999999998</c:v>
                </c:pt>
                <c:pt idx="12851">
                  <c:v>3.42469</c:v>
                </c:pt>
                <c:pt idx="12852">
                  <c:v>3.4249999999999998</c:v>
                </c:pt>
                <c:pt idx="12853">
                  <c:v>3.4253100000000001</c:v>
                </c:pt>
                <c:pt idx="12854">
                  <c:v>3.4256099999999998</c:v>
                </c:pt>
                <c:pt idx="12855">
                  <c:v>3.4259200000000001</c:v>
                </c:pt>
                <c:pt idx="12856">
                  <c:v>3.4262199999999998</c:v>
                </c:pt>
                <c:pt idx="12857">
                  <c:v>3.4265300000000001</c:v>
                </c:pt>
                <c:pt idx="12858">
                  <c:v>3.4268299999999998</c:v>
                </c:pt>
                <c:pt idx="12859">
                  <c:v>3.4271400000000001</c:v>
                </c:pt>
                <c:pt idx="12860">
                  <c:v>3.4274399999999998</c:v>
                </c:pt>
                <c:pt idx="12861">
                  <c:v>3.4277500000000001</c:v>
                </c:pt>
                <c:pt idx="12862">
                  <c:v>3.4280499999999998</c:v>
                </c:pt>
                <c:pt idx="12863">
                  <c:v>3.4283600000000001</c:v>
                </c:pt>
                <c:pt idx="12864">
                  <c:v>3.4286599999999998</c:v>
                </c:pt>
                <c:pt idx="12865">
                  <c:v>3.4289700000000001</c:v>
                </c:pt>
                <c:pt idx="12866">
                  <c:v>3.4292799999999999</c:v>
                </c:pt>
                <c:pt idx="12867">
                  <c:v>3.4295800000000001</c:v>
                </c:pt>
                <c:pt idx="12868">
                  <c:v>3.4298899999999999</c:v>
                </c:pt>
                <c:pt idx="12869">
                  <c:v>3.4301900000000001</c:v>
                </c:pt>
                <c:pt idx="12870">
                  <c:v>3.4304999999999999</c:v>
                </c:pt>
                <c:pt idx="12871">
                  <c:v>3.4308000000000001</c:v>
                </c:pt>
                <c:pt idx="12872">
                  <c:v>3.4311099999999999</c:v>
                </c:pt>
                <c:pt idx="12873">
                  <c:v>3.4314100000000001</c:v>
                </c:pt>
                <c:pt idx="12874">
                  <c:v>3.4317199999999999</c:v>
                </c:pt>
                <c:pt idx="12875">
                  <c:v>3.4320200000000001</c:v>
                </c:pt>
                <c:pt idx="12876">
                  <c:v>3.4323299999999999</c:v>
                </c:pt>
                <c:pt idx="12877">
                  <c:v>3.4326300000000001</c:v>
                </c:pt>
                <c:pt idx="12878">
                  <c:v>3.4329399999999999</c:v>
                </c:pt>
                <c:pt idx="12879">
                  <c:v>3.4332500000000001</c:v>
                </c:pt>
                <c:pt idx="12880">
                  <c:v>3.4335499999999999</c:v>
                </c:pt>
                <c:pt idx="12881">
                  <c:v>3.4338600000000001</c:v>
                </c:pt>
                <c:pt idx="12882">
                  <c:v>3.4341599999999999</c:v>
                </c:pt>
                <c:pt idx="12883">
                  <c:v>3.4344700000000001</c:v>
                </c:pt>
                <c:pt idx="12884">
                  <c:v>3.4347699999999999</c:v>
                </c:pt>
                <c:pt idx="12885">
                  <c:v>3.4350800000000001</c:v>
                </c:pt>
                <c:pt idx="12886">
                  <c:v>3.4353799999999999</c:v>
                </c:pt>
                <c:pt idx="12887">
                  <c:v>3.4356900000000001</c:v>
                </c:pt>
                <c:pt idx="12888">
                  <c:v>3.4359899999999999</c:v>
                </c:pt>
                <c:pt idx="12889">
                  <c:v>3.4363000000000001</c:v>
                </c:pt>
                <c:pt idx="12890">
                  <c:v>3.4365999999999999</c:v>
                </c:pt>
                <c:pt idx="12891">
                  <c:v>3.4369100000000001</c:v>
                </c:pt>
                <c:pt idx="12892">
                  <c:v>3.4372199999999999</c:v>
                </c:pt>
                <c:pt idx="12893">
                  <c:v>3.4375200000000001</c:v>
                </c:pt>
                <c:pt idx="12894">
                  <c:v>3.4378299999999999</c:v>
                </c:pt>
                <c:pt idx="12895">
                  <c:v>3.4381300000000001</c:v>
                </c:pt>
                <c:pt idx="12896">
                  <c:v>3.4384399999999999</c:v>
                </c:pt>
                <c:pt idx="12897">
                  <c:v>3.4387400000000001</c:v>
                </c:pt>
                <c:pt idx="12898">
                  <c:v>3.4390499999999999</c:v>
                </c:pt>
                <c:pt idx="12899">
                  <c:v>3.4393500000000001</c:v>
                </c:pt>
                <c:pt idx="12900">
                  <c:v>3.4396599999999999</c:v>
                </c:pt>
                <c:pt idx="12901">
                  <c:v>3.4399600000000001</c:v>
                </c:pt>
                <c:pt idx="12902">
                  <c:v>3.4402699999999999</c:v>
                </c:pt>
                <c:pt idx="12903">
                  <c:v>3.4405800000000002</c:v>
                </c:pt>
                <c:pt idx="12904">
                  <c:v>3.4408799999999999</c:v>
                </c:pt>
                <c:pt idx="12905">
                  <c:v>3.4411900000000002</c:v>
                </c:pt>
                <c:pt idx="12906">
                  <c:v>3.4414899999999999</c:v>
                </c:pt>
                <c:pt idx="12907">
                  <c:v>3.4418000000000002</c:v>
                </c:pt>
                <c:pt idx="12908">
                  <c:v>3.4420999999999999</c:v>
                </c:pt>
                <c:pt idx="12909">
                  <c:v>3.4424100000000002</c:v>
                </c:pt>
                <c:pt idx="12910">
                  <c:v>3.4427099999999999</c:v>
                </c:pt>
                <c:pt idx="12911">
                  <c:v>3.4430200000000002</c:v>
                </c:pt>
                <c:pt idx="12912">
                  <c:v>3.4433199999999999</c:v>
                </c:pt>
                <c:pt idx="12913">
                  <c:v>3.4436300000000002</c:v>
                </c:pt>
                <c:pt idx="12914">
                  <c:v>3.4439299999999999</c:v>
                </c:pt>
                <c:pt idx="12915">
                  <c:v>3.4442400000000002</c:v>
                </c:pt>
                <c:pt idx="12916">
                  <c:v>3.44455</c:v>
                </c:pt>
                <c:pt idx="12917">
                  <c:v>3.4448500000000002</c:v>
                </c:pt>
                <c:pt idx="12918">
                  <c:v>3.44516</c:v>
                </c:pt>
                <c:pt idx="12919">
                  <c:v>3.4454600000000002</c:v>
                </c:pt>
                <c:pt idx="12920">
                  <c:v>3.44577</c:v>
                </c:pt>
                <c:pt idx="12921">
                  <c:v>3.4460700000000002</c:v>
                </c:pt>
                <c:pt idx="12922">
                  <c:v>3.44638</c:v>
                </c:pt>
                <c:pt idx="12923">
                  <c:v>3.4466800000000002</c:v>
                </c:pt>
                <c:pt idx="12924">
                  <c:v>3.44699</c:v>
                </c:pt>
                <c:pt idx="12925">
                  <c:v>3.4472900000000002</c:v>
                </c:pt>
                <c:pt idx="12926">
                  <c:v>3.4476</c:v>
                </c:pt>
                <c:pt idx="12927">
                  <c:v>3.4479000000000002</c:v>
                </c:pt>
                <c:pt idx="12928">
                  <c:v>3.44821</c:v>
                </c:pt>
                <c:pt idx="12929">
                  <c:v>3.4485199999999998</c:v>
                </c:pt>
                <c:pt idx="12930">
                  <c:v>3.44882</c:v>
                </c:pt>
                <c:pt idx="12931">
                  <c:v>3.4491299999999998</c:v>
                </c:pt>
                <c:pt idx="12932">
                  <c:v>3.44943</c:v>
                </c:pt>
                <c:pt idx="12933">
                  <c:v>3.4497399999999998</c:v>
                </c:pt>
                <c:pt idx="12934">
                  <c:v>3.45004</c:v>
                </c:pt>
                <c:pt idx="12935">
                  <c:v>3.4503499999999998</c:v>
                </c:pt>
                <c:pt idx="12936">
                  <c:v>3.45065</c:v>
                </c:pt>
                <c:pt idx="12937">
                  <c:v>3.4509599999999998</c:v>
                </c:pt>
                <c:pt idx="12938">
                  <c:v>3.45126</c:v>
                </c:pt>
                <c:pt idx="12939">
                  <c:v>3.4515699999999998</c:v>
                </c:pt>
                <c:pt idx="12940">
                  <c:v>3.45187</c:v>
                </c:pt>
                <c:pt idx="12941">
                  <c:v>3.4521799999999998</c:v>
                </c:pt>
                <c:pt idx="12942">
                  <c:v>3.4524900000000001</c:v>
                </c:pt>
                <c:pt idx="12943">
                  <c:v>3.4527899999999998</c:v>
                </c:pt>
                <c:pt idx="12944">
                  <c:v>3.4531000000000001</c:v>
                </c:pt>
                <c:pt idx="12945">
                  <c:v>3.4533999999999998</c:v>
                </c:pt>
                <c:pt idx="12946">
                  <c:v>3.4537100000000001</c:v>
                </c:pt>
                <c:pt idx="12947">
                  <c:v>3.4540099999999998</c:v>
                </c:pt>
                <c:pt idx="12948">
                  <c:v>3.4543200000000001</c:v>
                </c:pt>
                <c:pt idx="12949">
                  <c:v>3.4546199999999998</c:v>
                </c:pt>
                <c:pt idx="12950">
                  <c:v>3.4549300000000001</c:v>
                </c:pt>
                <c:pt idx="12951">
                  <c:v>3.4552299999999998</c:v>
                </c:pt>
                <c:pt idx="12952">
                  <c:v>3.4555400000000001</c:v>
                </c:pt>
                <c:pt idx="12953">
                  <c:v>3.4558399999999998</c:v>
                </c:pt>
                <c:pt idx="12954">
                  <c:v>3.4561500000000001</c:v>
                </c:pt>
                <c:pt idx="12955">
                  <c:v>3.4564599999999999</c:v>
                </c:pt>
                <c:pt idx="12956">
                  <c:v>3.4567600000000001</c:v>
                </c:pt>
                <c:pt idx="12957">
                  <c:v>3.4570699999999999</c:v>
                </c:pt>
                <c:pt idx="12958">
                  <c:v>3.4573700000000001</c:v>
                </c:pt>
                <c:pt idx="12959">
                  <c:v>3.4576799999999999</c:v>
                </c:pt>
                <c:pt idx="12960">
                  <c:v>3.4579800000000001</c:v>
                </c:pt>
                <c:pt idx="12961">
                  <c:v>3.4582899999999999</c:v>
                </c:pt>
                <c:pt idx="12962">
                  <c:v>3.4585900000000001</c:v>
                </c:pt>
                <c:pt idx="12963">
                  <c:v>3.4588999999999999</c:v>
                </c:pt>
                <c:pt idx="12964">
                  <c:v>3.4592000000000001</c:v>
                </c:pt>
                <c:pt idx="12965">
                  <c:v>3.4595099999999999</c:v>
                </c:pt>
                <c:pt idx="12966">
                  <c:v>3.4598200000000001</c:v>
                </c:pt>
                <c:pt idx="12967">
                  <c:v>3.4601199999999999</c:v>
                </c:pt>
                <c:pt idx="12968">
                  <c:v>3.4604300000000001</c:v>
                </c:pt>
                <c:pt idx="12969">
                  <c:v>3.4607299999999999</c:v>
                </c:pt>
                <c:pt idx="12970">
                  <c:v>3.4610400000000001</c:v>
                </c:pt>
                <c:pt idx="12971">
                  <c:v>3.4613399999999999</c:v>
                </c:pt>
                <c:pt idx="12972">
                  <c:v>3.4616500000000001</c:v>
                </c:pt>
                <c:pt idx="12973">
                  <c:v>3.4619499999999999</c:v>
                </c:pt>
                <c:pt idx="12974">
                  <c:v>3.4622600000000001</c:v>
                </c:pt>
                <c:pt idx="12975">
                  <c:v>3.4625599999999999</c:v>
                </c:pt>
                <c:pt idx="12976">
                  <c:v>3.4628700000000001</c:v>
                </c:pt>
                <c:pt idx="12977">
                  <c:v>3.4631699999999999</c:v>
                </c:pt>
                <c:pt idx="12978">
                  <c:v>3.4634800000000001</c:v>
                </c:pt>
                <c:pt idx="12979">
                  <c:v>3.4637899999999999</c:v>
                </c:pt>
                <c:pt idx="12980">
                  <c:v>3.4640900000000001</c:v>
                </c:pt>
                <c:pt idx="12981">
                  <c:v>3.4643999999999999</c:v>
                </c:pt>
                <c:pt idx="12982">
                  <c:v>3.4647000000000001</c:v>
                </c:pt>
                <c:pt idx="12983">
                  <c:v>3.4650099999999999</c:v>
                </c:pt>
                <c:pt idx="12984">
                  <c:v>3.4653100000000001</c:v>
                </c:pt>
                <c:pt idx="12985">
                  <c:v>3.4656199999999999</c:v>
                </c:pt>
                <c:pt idx="12986">
                  <c:v>3.4659200000000001</c:v>
                </c:pt>
                <c:pt idx="12987">
                  <c:v>3.4662299999999999</c:v>
                </c:pt>
                <c:pt idx="12988">
                  <c:v>3.4665300000000001</c:v>
                </c:pt>
                <c:pt idx="12989">
                  <c:v>3.4668399999999999</c:v>
                </c:pt>
                <c:pt idx="12990">
                  <c:v>3.4671400000000001</c:v>
                </c:pt>
                <c:pt idx="12991">
                  <c:v>3.4674499999999999</c:v>
                </c:pt>
                <c:pt idx="12992">
                  <c:v>3.4677600000000002</c:v>
                </c:pt>
                <c:pt idx="12993">
                  <c:v>3.4680599999999999</c:v>
                </c:pt>
                <c:pt idx="12994">
                  <c:v>3.4683700000000002</c:v>
                </c:pt>
                <c:pt idx="12995">
                  <c:v>3.4686699999999999</c:v>
                </c:pt>
                <c:pt idx="12996">
                  <c:v>3.4689800000000002</c:v>
                </c:pt>
                <c:pt idx="12997">
                  <c:v>3.4692799999999999</c:v>
                </c:pt>
                <c:pt idx="12998">
                  <c:v>3.4695900000000002</c:v>
                </c:pt>
                <c:pt idx="12999">
                  <c:v>3.4698899999999999</c:v>
                </c:pt>
                <c:pt idx="13000">
                  <c:v>3.4702000000000002</c:v>
                </c:pt>
                <c:pt idx="13001">
                  <c:v>3.4704999999999999</c:v>
                </c:pt>
                <c:pt idx="13002">
                  <c:v>3.4708100000000002</c:v>
                </c:pt>
                <c:pt idx="13003">
                  <c:v>3.4711099999999999</c:v>
                </c:pt>
                <c:pt idx="13004">
                  <c:v>3.4714200000000002</c:v>
                </c:pt>
                <c:pt idx="13005">
                  <c:v>3.47173</c:v>
                </c:pt>
                <c:pt idx="13006">
                  <c:v>3.4720300000000002</c:v>
                </c:pt>
                <c:pt idx="13007">
                  <c:v>3.47234</c:v>
                </c:pt>
                <c:pt idx="13008">
                  <c:v>3.4726400000000002</c:v>
                </c:pt>
                <c:pt idx="13009">
                  <c:v>3.47295</c:v>
                </c:pt>
                <c:pt idx="13010">
                  <c:v>3.4732500000000002</c:v>
                </c:pt>
                <c:pt idx="13011">
                  <c:v>3.47356</c:v>
                </c:pt>
                <c:pt idx="13012">
                  <c:v>3.4738600000000002</c:v>
                </c:pt>
                <c:pt idx="13013">
                  <c:v>3.47417</c:v>
                </c:pt>
                <c:pt idx="13014">
                  <c:v>3.4744700000000002</c:v>
                </c:pt>
                <c:pt idx="13015">
                  <c:v>3.47478</c:v>
                </c:pt>
                <c:pt idx="13016">
                  <c:v>3.4750800000000002</c:v>
                </c:pt>
                <c:pt idx="13017">
                  <c:v>3.47539</c:v>
                </c:pt>
                <c:pt idx="13018">
                  <c:v>3.4756999999999998</c:v>
                </c:pt>
                <c:pt idx="13019">
                  <c:v>3.476</c:v>
                </c:pt>
                <c:pt idx="13020">
                  <c:v>3.4763099999999998</c:v>
                </c:pt>
                <c:pt idx="13021">
                  <c:v>3.47661</c:v>
                </c:pt>
                <c:pt idx="13022">
                  <c:v>3.4769199999999998</c:v>
                </c:pt>
                <c:pt idx="13023">
                  <c:v>3.47722</c:v>
                </c:pt>
                <c:pt idx="13024">
                  <c:v>3.4775299999999998</c:v>
                </c:pt>
                <c:pt idx="13025">
                  <c:v>3.47783</c:v>
                </c:pt>
                <c:pt idx="13026">
                  <c:v>3.4781399999999998</c:v>
                </c:pt>
                <c:pt idx="13027">
                  <c:v>3.47844</c:v>
                </c:pt>
                <c:pt idx="13028">
                  <c:v>3.4787499999999998</c:v>
                </c:pt>
                <c:pt idx="13029">
                  <c:v>3.47906</c:v>
                </c:pt>
                <c:pt idx="13030">
                  <c:v>3.4793599999999998</c:v>
                </c:pt>
                <c:pt idx="13031">
                  <c:v>3.47967</c:v>
                </c:pt>
                <c:pt idx="13032">
                  <c:v>3.4799699999999998</c:v>
                </c:pt>
                <c:pt idx="13033">
                  <c:v>3.48028</c:v>
                </c:pt>
                <c:pt idx="13034">
                  <c:v>3.4805799999999998</c:v>
                </c:pt>
                <c:pt idx="13035">
                  <c:v>3.48089</c:v>
                </c:pt>
                <c:pt idx="13036">
                  <c:v>3.4811899999999998</c:v>
                </c:pt>
                <c:pt idx="13037">
                  <c:v>3.4815</c:v>
                </c:pt>
                <c:pt idx="13038">
                  <c:v>3.4817999999999998</c:v>
                </c:pt>
                <c:pt idx="13039">
                  <c:v>3.48211</c:v>
                </c:pt>
                <c:pt idx="13040">
                  <c:v>3.4824099999999998</c:v>
                </c:pt>
                <c:pt idx="13041">
                  <c:v>3.48272</c:v>
                </c:pt>
                <c:pt idx="13042">
                  <c:v>3.4830299999999998</c:v>
                </c:pt>
                <c:pt idx="13043">
                  <c:v>3.48333</c:v>
                </c:pt>
                <c:pt idx="13044">
                  <c:v>3.4836399999999998</c:v>
                </c:pt>
                <c:pt idx="13045">
                  <c:v>3.48394</c:v>
                </c:pt>
                <c:pt idx="13046">
                  <c:v>3.4842499999999998</c:v>
                </c:pt>
                <c:pt idx="13047">
                  <c:v>3.48455</c:v>
                </c:pt>
                <c:pt idx="13048">
                  <c:v>3.4848599999999998</c:v>
                </c:pt>
                <c:pt idx="13049">
                  <c:v>3.48516</c:v>
                </c:pt>
                <c:pt idx="13050">
                  <c:v>3.4854699999999998</c:v>
                </c:pt>
                <c:pt idx="13051">
                  <c:v>3.48577</c:v>
                </c:pt>
                <c:pt idx="13052">
                  <c:v>3.4860799999999998</c:v>
                </c:pt>
                <c:pt idx="13053">
                  <c:v>3.48638</c:v>
                </c:pt>
                <c:pt idx="13054">
                  <c:v>3.4866899999999998</c:v>
                </c:pt>
                <c:pt idx="13055">
                  <c:v>3.4870000000000001</c:v>
                </c:pt>
                <c:pt idx="13056">
                  <c:v>3.4872999999999998</c:v>
                </c:pt>
                <c:pt idx="13057">
                  <c:v>3.4876100000000001</c:v>
                </c:pt>
                <c:pt idx="13058">
                  <c:v>3.4879099999999998</c:v>
                </c:pt>
                <c:pt idx="13059">
                  <c:v>3.4882200000000001</c:v>
                </c:pt>
                <c:pt idx="13060">
                  <c:v>3.4885199999999998</c:v>
                </c:pt>
                <c:pt idx="13061">
                  <c:v>3.4888300000000001</c:v>
                </c:pt>
                <c:pt idx="13062">
                  <c:v>3.4891299999999998</c:v>
                </c:pt>
                <c:pt idx="13063">
                  <c:v>3.4894400000000001</c:v>
                </c:pt>
                <c:pt idx="13064">
                  <c:v>3.4897399999999998</c:v>
                </c:pt>
                <c:pt idx="13065">
                  <c:v>3.4900500000000001</c:v>
                </c:pt>
                <c:pt idx="13066">
                  <c:v>3.4903499999999998</c:v>
                </c:pt>
                <c:pt idx="13067">
                  <c:v>3.4906600000000001</c:v>
                </c:pt>
                <c:pt idx="13068">
                  <c:v>3.4909699999999999</c:v>
                </c:pt>
                <c:pt idx="13069">
                  <c:v>3.4912700000000001</c:v>
                </c:pt>
                <c:pt idx="13070">
                  <c:v>3.4915799999999999</c:v>
                </c:pt>
                <c:pt idx="13071">
                  <c:v>3.4918800000000001</c:v>
                </c:pt>
                <c:pt idx="13072">
                  <c:v>3.4921899999999999</c:v>
                </c:pt>
                <c:pt idx="13073">
                  <c:v>3.4924900000000001</c:v>
                </c:pt>
                <c:pt idx="13074">
                  <c:v>3.4927999999999999</c:v>
                </c:pt>
                <c:pt idx="13075">
                  <c:v>3.4931000000000001</c:v>
                </c:pt>
                <c:pt idx="13076">
                  <c:v>3.4934099999999999</c:v>
                </c:pt>
                <c:pt idx="13077">
                  <c:v>3.4937100000000001</c:v>
                </c:pt>
                <c:pt idx="13078">
                  <c:v>3.4940199999999999</c:v>
                </c:pt>
                <c:pt idx="13079">
                  <c:v>3.4943200000000001</c:v>
                </c:pt>
                <c:pt idx="13080">
                  <c:v>3.4946299999999999</c:v>
                </c:pt>
                <c:pt idx="13081">
                  <c:v>3.4949400000000002</c:v>
                </c:pt>
                <c:pt idx="13082">
                  <c:v>3.4952399999999999</c:v>
                </c:pt>
                <c:pt idx="13083">
                  <c:v>3.4955500000000002</c:v>
                </c:pt>
                <c:pt idx="13084">
                  <c:v>3.4958499999999999</c:v>
                </c:pt>
                <c:pt idx="13085">
                  <c:v>3.4961600000000002</c:v>
                </c:pt>
                <c:pt idx="13086">
                  <c:v>3.4964599999999999</c:v>
                </c:pt>
                <c:pt idx="13087">
                  <c:v>3.4967700000000002</c:v>
                </c:pt>
                <c:pt idx="13088">
                  <c:v>3.4970699999999999</c:v>
                </c:pt>
                <c:pt idx="13089">
                  <c:v>3.4973800000000002</c:v>
                </c:pt>
                <c:pt idx="13090">
                  <c:v>3.4976799999999999</c:v>
                </c:pt>
                <c:pt idx="13091">
                  <c:v>3.4979900000000002</c:v>
                </c:pt>
                <c:pt idx="13092">
                  <c:v>3.4983</c:v>
                </c:pt>
                <c:pt idx="13093">
                  <c:v>3.4986000000000002</c:v>
                </c:pt>
                <c:pt idx="13094">
                  <c:v>3.49891</c:v>
                </c:pt>
                <c:pt idx="13095">
                  <c:v>3.4992100000000002</c:v>
                </c:pt>
                <c:pt idx="13096">
                  <c:v>3.49952</c:v>
                </c:pt>
                <c:pt idx="13097">
                  <c:v>3.4998200000000002</c:v>
                </c:pt>
                <c:pt idx="13098">
                  <c:v>3.50013</c:v>
                </c:pt>
                <c:pt idx="13099">
                  <c:v>3.5004300000000002</c:v>
                </c:pt>
                <c:pt idx="13100">
                  <c:v>3.50074</c:v>
                </c:pt>
                <c:pt idx="13101">
                  <c:v>3.5010400000000002</c:v>
                </c:pt>
                <c:pt idx="13102">
                  <c:v>3.50135</c:v>
                </c:pt>
                <c:pt idx="13103">
                  <c:v>3.5016500000000002</c:v>
                </c:pt>
                <c:pt idx="13104">
                  <c:v>3.50196</c:v>
                </c:pt>
                <c:pt idx="13105">
                  <c:v>3.5022700000000002</c:v>
                </c:pt>
                <c:pt idx="13106">
                  <c:v>3.50257</c:v>
                </c:pt>
                <c:pt idx="13107">
                  <c:v>3.5028800000000002</c:v>
                </c:pt>
                <c:pt idx="13108">
                  <c:v>3.50318</c:v>
                </c:pt>
                <c:pt idx="13109">
                  <c:v>3.5034900000000002</c:v>
                </c:pt>
                <c:pt idx="13110">
                  <c:v>3.50379</c:v>
                </c:pt>
                <c:pt idx="13111">
                  <c:v>3.5041000000000002</c:v>
                </c:pt>
                <c:pt idx="13112">
                  <c:v>3.5044</c:v>
                </c:pt>
                <c:pt idx="13113">
                  <c:v>3.5047100000000002</c:v>
                </c:pt>
                <c:pt idx="13114">
                  <c:v>3.50501</c:v>
                </c:pt>
                <c:pt idx="13115">
                  <c:v>3.5053200000000002</c:v>
                </c:pt>
                <c:pt idx="13116">
                  <c:v>3.50562</c:v>
                </c:pt>
                <c:pt idx="13117">
                  <c:v>3.5059300000000002</c:v>
                </c:pt>
                <c:pt idx="13118">
                  <c:v>3.50624</c:v>
                </c:pt>
                <c:pt idx="13119">
                  <c:v>3.5065400000000002</c:v>
                </c:pt>
                <c:pt idx="13120">
                  <c:v>3.50685</c:v>
                </c:pt>
                <c:pt idx="13121">
                  <c:v>3.5071500000000002</c:v>
                </c:pt>
                <c:pt idx="13122">
                  <c:v>3.50746</c:v>
                </c:pt>
                <c:pt idx="13123">
                  <c:v>3.5077600000000002</c:v>
                </c:pt>
                <c:pt idx="13124">
                  <c:v>3.50807</c:v>
                </c:pt>
                <c:pt idx="13125">
                  <c:v>3.5083700000000002</c:v>
                </c:pt>
                <c:pt idx="13126">
                  <c:v>3.50868</c:v>
                </c:pt>
                <c:pt idx="13127">
                  <c:v>3.5089800000000002</c:v>
                </c:pt>
                <c:pt idx="13128">
                  <c:v>3.50929</c:v>
                </c:pt>
                <c:pt idx="13129">
                  <c:v>3.5095900000000002</c:v>
                </c:pt>
                <c:pt idx="13130">
                  <c:v>3.5099</c:v>
                </c:pt>
                <c:pt idx="13131">
                  <c:v>3.5102099999999998</c:v>
                </c:pt>
                <c:pt idx="13132">
                  <c:v>3.51051</c:v>
                </c:pt>
                <c:pt idx="13133">
                  <c:v>3.5108199999999998</c:v>
                </c:pt>
                <c:pt idx="13134">
                  <c:v>3.51112</c:v>
                </c:pt>
                <c:pt idx="13135">
                  <c:v>3.5114299999999998</c:v>
                </c:pt>
                <c:pt idx="13136">
                  <c:v>3.51173</c:v>
                </c:pt>
                <c:pt idx="13137">
                  <c:v>3.5120399999999998</c:v>
                </c:pt>
                <c:pt idx="13138">
                  <c:v>3.51234</c:v>
                </c:pt>
                <c:pt idx="13139">
                  <c:v>3.5126499999999998</c:v>
                </c:pt>
                <c:pt idx="13140">
                  <c:v>3.51295</c:v>
                </c:pt>
                <c:pt idx="13141">
                  <c:v>3.5132599999999998</c:v>
                </c:pt>
                <c:pt idx="13142">
                  <c:v>3.5135700000000001</c:v>
                </c:pt>
                <c:pt idx="13143">
                  <c:v>3.5138699999999998</c:v>
                </c:pt>
                <c:pt idx="13144">
                  <c:v>3.5141800000000001</c:v>
                </c:pt>
                <c:pt idx="13145">
                  <c:v>3.5144799999999998</c:v>
                </c:pt>
                <c:pt idx="13146">
                  <c:v>3.5147900000000001</c:v>
                </c:pt>
                <c:pt idx="13147">
                  <c:v>3.5150899999999998</c:v>
                </c:pt>
                <c:pt idx="13148">
                  <c:v>3.5154000000000001</c:v>
                </c:pt>
                <c:pt idx="13149">
                  <c:v>3.5156999999999998</c:v>
                </c:pt>
                <c:pt idx="13150">
                  <c:v>3.5160100000000001</c:v>
                </c:pt>
                <c:pt idx="13151">
                  <c:v>3.5163099999999998</c:v>
                </c:pt>
                <c:pt idx="13152">
                  <c:v>3.5166200000000001</c:v>
                </c:pt>
                <c:pt idx="13153">
                  <c:v>3.5169199999999998</c:v>
                </c:pt>
                <c:pt idx="13154">
                  <c:v>3.5172300000000001</c:v>
                </c:pt>
                <c:pt idx="13155">
                  <c:v>3.5175399999999999</c:v>
                </c:pt>
                <c:pt idx="13156">
                  <c:v>3.5178400000000001</c:v>
                </c:pt>
                <c:pt idx="13157">
                  <c:v>3.5181499999999999</c:v>
                </c:pt>
                <c:pt idx="13158">
                  <c:v>3.5184500000000001</c:v>
                </c:pt>
                <c:pt idx="13159">
                  <c:v>3.5187599999999999</c:v>
                </c:pt>
                <c:pt idx="13160">
                  <c:v>3.5190600000000001</c:v>
                </c:pt>
                <c:pt idx="13161">
                  <c:v>3.5193699999999999</c:v>
                </c:pt>
                <c:pt idx="13162">
                  <c:v>3.5196700000000001</c:v>
                </c:pt>
                <c:pt idx="13163">
                  <c:v>3.5199799999999999</c:v>
                </c:pt>
                <c:pt idx="13164">
                  <c:v>3.5202800000000001</c:v>
                </c:pt>
                <c:pt idx="13165">
                  <c:v>3.5205899999999999</c:v>
                </c:pt>
                <c:pt idx="13166">
                  <c:v>3.5208900000000001</c:v>
                </c:pt>
                <c:pt idx="13167">
                  <c:v>3.5211999999999999</c:v>
                </c:pt>
                <c:pt idx="13168">
                  <c:v>3.5215100000000001</c:v>
                </c:pt>
                <c:pt idx="13169">
                  <c:v>3.5218099999999999</c:v>
                </c:pt>
                <c:pt idx="13170">
                  <c:v>3.5221200000000001</c:v>
                </c:pt>
                <c:pt idx="13171">
                  <c:v>3.5224199999999999</c:v>
                </c:pt>
                <c:pt idx="13172">
                  <c:v>3.5227300000000001</c:v>
                </c:pt>
                <c:pt idx="13173">
                  <c:v>3.5230299999999999</c:v>
                </c:pt>
                <c:pt idx="13174">
                  <c:v>3.5233400000000001</c:v>
                </c:pt>
                <c:pt idx="13175">
                  <c:v>3.5236399999999999</c:v>
                </c:pt>
                <c:pt idx="13176">
                  <c:v>3.5239500000000001</c:v>
                </c:pt>
                <c:pt idx="13177">
                  <c:v>3.5242499999999999</c:v>
                </c:pt>
                <c:pt idx="13178">
                  <c:v>3.5245600000000001</c:v>
                </c:pt>
                <c:pt idx="13179">
                  <c:v>3.5248599999999999</c:v>
                </c:pt>
                <c:pt idx="13180">
                  <c:v>3.5251700000000001</c:v>
                </c:pt>
                <c:pt idx="13181">
                  <c:v>3.5254799999999999</c:v>
                </c:pt>
                <c:pt idx="13182">
                  <c:v>3.5257800000000001</c:v>
                </c:pt>
                <c:pt idx="13183">
                  <c:v>3.5260899999999999</c:v>
                </c:pt>
                <c:pt idx="13184">
                  <c:v>3.5263900000000001</c:v>
                </c:pt>
                <c:pt idx="13185">
                  <c:v>3.5266999999999999</c:v>
                </c:pt>
                <c:pt idx="13186">
                  <c:v>3.5270000000000001</c:v>
                </c:pt>
                <c:pt idx="13187">
                  <c:v>3.5273099999999999</c:v>
                </c:pt>
                <c:pt idx="13188">
                  <c:v>3.5276100000000001</c:v>
                </c:pt>
                <c:pt idx="13189">
                  <c:v>3.5279199999999999</c:v>
                </c:pt>
                <c:pt idx="13190">
                  <c:v>3.5282200000000001</c:v>
                </c:pt>
                <c:pt idx="13191">
                  <c:v>3.5285299999999999</c:v>
                </c:pt>
                <c:pt idx="13192">
                  <c:v>3.5288300000000001</c:v>
                </c:pt>
                <c:pt idx="13193">
                  <c:v>3.5291399999999999</c:v>
                </c:pt>
                <c:pt idx="13194">
                  <c:v>3.5294500000000002</c:v>
                </c:pt>
                <c:pt idx="13195">
                  <c:v>3.5297499999999999</c:v>
                </c:pt>
                <c:pt idx="13196">
                  <c:v>3.5300600000000002</c:v>
                </c:pt>
                <c:pt idx="13197">
                  <c:v>3.5303599999999999</c:v>
                </c:pt>
                <c:pt idx="13198">
                  <c:v>3.5306700000000002</c:v>
                </c:pt>
                <c:pt idx="13199">
                  <c:v>3.5309699999999999</c:v>
                </c:pt>
                <c:pt idx="13200">
                  <c:v>3.5312800000000002</c:v>
                </c:pt>
                <c:pt idx="13201">
                  <c:v>3.5315799999999999</c:v>
                </c:pt>
                <c:pt idx="13202">
                  <c:v>3.5318900000000002</c:v>
                </c:pt>
                <c:pt idx="13203">
                  <c:v>3.5321899999999999</c:v>
                </c:pt>
                <c:pt idx="13204">
                  <c:v>3.5325000000000002</c:v>
                </c:pt>
                <c:pt idx="13205">
                  <c:v>3.53281</c:v>
                </c:pt>
                <c:pt idx="13206">
                  <c:v>3.5331100000000002</c:v>
                </c:pt>
                <c:pt idx="13207">
                  <c:v>3.53342</c:v>
                </c:pt>
                <c:pt idx="13208">
                  <c:v>3.5337200000000002</c:v>
                </c:pt>
                <c:pt idx="13209">
                  <c:v>3.53403</c:v>
                </c:pt>
                <c:pt idx="13210">
                  <c:v>3.5343300000000002</c:v>
                </c:pt>
                <c:pt idx="13211">
                  <c:v>3.53464</c:v>
                </c:pt>
                <c:pt idx="13212">
                  <c:v>3.5349400000000002</c:v>
                </c:pt>
                <c:pt idx="13213">
                  <c:v>3.53525</c:v>
                </c:pt>
                <c:pt idx="13214">
                  <c:v>3.5355500000000002</c:v>
                </c:pt>
                <c:pt idx="13215">
                  <c:v>3.53586</c:v>
                </c:pt>
                <c:pt idx="13216">
                  <c:v>3.5361600000000002</c:v>
                </c:pt>
                <c:pt idx="13217">
                  <c:v>3.53647</c:v>
                </c:pt>
                <c:pt idx="13218">
                  <c:v>3.5367799999999998</c:v>
                </c:pt>
                <c:pt idx="13219">
                  <c:v>3.53708</c:v>
                </c:pt>
                <c:pt idx="13220">
                  <c:v>3.5373899999999998</c:v>
                </c:pt>
                <c:pt idx="13221">
                  <c:v>3.53769</c:v>
                </c:pt>
                <c:pt idx="13222">
                  <c:v>3.5379999999999998</c:v>
                </c:pt>
                <c:pt idx="13223">
                  <c:v>3.5383</c:v>
                </c:pt>
                <c:pt idx="13224">
                  <c:v>3.5386099999999998</c:v>
                </c:pt>
                <c:pt idx="13225">
                  <c:v>3.53891</c:v>
                </c:pt>
                <c:pt idx="13226">
                  <c:v>3.5392199999999998</c:v>
                </c:pt>
                <c:pt idx="13227">
                  <c:v>3.53952</c:v>
                </c:pt>
                <c:pt idx="13228">
                  <c:v>3.5398299999999998</c:v>
                </c:pt>
                <c:pt idx="13229">
                  <c:v>3.54013</c:v>
                </c:pt>
                <c:pt idx="13230">
                  <c:v>3.5404399999999998</c:v>
                </c:pt>
                <c:pt idx="13231">
                  <c:v>3.5407500000000001</c:v>
                </c:pt>
                <c:pt idx="13232">
                  <c:v>3.5410499999999998</c:v>
                </c:pt>
                <c:pt idx="13233">
                  <c:v>3.5413600000000001</c:v>
                </c:pt>
                <c:pt idx="13234">
                  <c:v>3.5416599999999998</c:v>
                </c:pt>
                <c:pt idx="13235">
                  <c:v>3.5419700000000001</c:v>
                </c:pt>
                <c:pt idx="13236">
                  <c:v>3.5422699999999998</c:v>
                </c:pt>
                <c:pt idx="13237">
                  <c:v>3.5425800000000001</c:v>
                </c:pt>
                <c:pt idx="13238">
                  <c:v>3.5428799999999998</c:v>
                </c:pt>
                <c:pt idx="13239">
                  <c:v>3.5431900000000001</c:v>
                </c:pt>
                <c:pt idx="13240">
                  <c:v>3.5434899999999998</c:v>
                </c:pt>
                <c:pt idx="13241">
                  <c:v>3.5438000000000001</c:v>
                </c:pt>
                <c:pt idx="13242">
                  <c:v>3.5440999999999998</c:v>
                </c:pt>
                <c:pt idx="13243">
                  <c:v>3.5444100000000001</c:v>
                </c:pt>
                <c:pt idx="13244">
                  <c:v>3.5447199999999999</c:v>
                </c:pt>
                <c:pt idx="13245">
                  <c:v>3.5450200000000001</c:v>
                </c:pt>
                <c:pt idx="13246">
                  <c:v>3.5453299999999999</c:v>
                </c:pt>
                <c:pt idx="13247">
                  <c:v>3.5456300000000001</c:v>
                </c:pt>
                <c:pt idx="13248">
                  <c:v>3.5459399999999999</c:v>
                </c:pt>
                <c:pt idx="13249">
                  <c:v>3.5462400000000001</c:v>
                </c:pt>
                <c:pt idx="13250">
                  <c:v>3.5465499999999999</c:v>
                </c:pt>
                <c:pt idx="13251">
                  <c:v>3.5468500000000001</c:v>
                </c:pt>
                <c:pt idx="13252">
                  <c:v>3.5471599999999999</c:v>
                </c:pt>
                <c:pt idx="13253">
                  <c:v>3.5474600000000001</c:v>
                </c:pt>
                <c:pt idx="13254">
                  <c:v>3.5477699999999999</c:v>
                </c:pt>
                <c:pt idx="13255">
                  <c:v>3.5480700000000001</c:v>
                </c:pt>
                <c:pt idx="13256">
                  <c:v>3.5483799999999999</c:v>
                </c:pt>
                <c:pt idx="13257">
                  <c:v>3.5486900000000001</c:v>
                </c:pt>
                <c:pt idx="13258">
                  <c:v>3.5489899999999999</c:v>
                </c:pt>
                <c:pt idx="13259">
                  <c:v>3.5493000000000001</c:v>
                </c:pt>
                <c:pt idx="13260">
                  <c:v>3.5495999999999999</c:v>
                </c:pt>
                <c:pt idx="13261">
                  <c:v>3.5499100000000001</c:v>
                </c:pt>
                <c:pt idx="13262">
                  <c:v>3.5502099999999999</c:v>
                </c:pt>
                <c:pt idx="13263">
                  <c:v>3.5505200000000001</c:v>
                </c:pt>
                <c:pt idx="13264">
                  <c:v>3.5508199999999999</c:v>
                </c:pt>
                <c:pt idx="13265">
                  <c:v>3.5511300000000001</c:v>
                </c:pt>
                <c:pt idx="13266">
                  <c:v>3.5514299999999999</c:v>
                </c:pt>
                <c:pt idx="13267">
                  <c:v>3.5517400000000001</c:v>
                </c:pt>
                <c:pt idx="13268">
                  <c:v>3.5520499999999999</c:v>
                </c:pt>
                <c:pt idx="13269">
                  <c:v>3.5523500000000001</c:v>
                </c:pt>
                <c:pt idx="13270">
                  <c:v>3.5526599999999999</c:v>
                </c:pt>
                <c:pt idx="13271">
                  <c:v>3.5529600000000001</c:v>
                </c:pt>
                <c:pt idx="13272">
                  <c:v>3.5532699999999999</c:v>
                </c:pt>
                <c:pt idx="13273">
                  <c:v>3.5535700000000001</c:v>
                </c:pt>
                <c:pt idx="13274">
                  <c:v>3.5538799999999999</c:v>
                </c:pt>
                <c:pt idx="13275">
                  <c:v>3.5541800000000001</c:v>
                </c:pt>
                <c:pt idx="13276">
                  <c:v>3.5544899999999999</c:v>
                </c:pt>
                <c:pt idx="13277">
                  <c:v>3.5547900000000001</c:v>
                </c:pt>
                <c:pt idx="13278">
                  <c:v>3.5550999999999999</c:v>
                </c:pt>
                <c:pt idx="13279">
                  <c:v>3.5554000000000001</c:v>
                </c:pt>
                <c:pt idx="13280">
                  <c:v>3.5557099999999999</c:v>
                </c:pt>
                <c:pt idx="13281">
                  <c:v>3.5560200000000002</c:v>
                </c:pt>
                <c:pt idx="13282">
                  <c:v>3.5563199999999999</c:v>
                </c:pt>
                <c:pt idx="13283">
                  <c:v>3.5566300000000002</c:v>
                </c:pt>
                <c:pt idx="13284">
                  <c:v>3.5569299999999999</c:v>
                </c:pt>
                <c:pt idx="13285">
                  <c:v>3.5572400000000002</c:v>
                </c:pt>
                <c:pt idx="13286">
                  <c:v>3.5575399999999999</c:v>
                </c:pt>
                <c:pt idx="13287">
                  <c:v>3.5578500000000002</c:v>
                </c:pt>
                <c:pt idx="13288">
                  <c:v>3.5581499999999999</c:v>
                </c:pt>
                <c:pt idx="13289">
                  <c:v>3.5584600000000002</c:v>
                </c:pt>
                <c:pt idx="13290">
                  <c:v>3.5587599999999999</c:v>
                </c:pt>
                <c:pt idx="13291">
                  <c:v>3.5590700000000002</c:v>
                </c:pt>
                <c:pt idx="13292">
                  <c:v>3.5593699999999999</c:v>
                </c:pt>
                <c:pt idx="13293">
                  <c:v>3.5596800000000002</c:v>
                </c:pt>
                <c:pt idx="13294">
                  <c:v>3.55999</c:v>
                </c:pt>
                <c:pt idx="13295">
                  <c:v>3.5602900000000002</c:v>
                </c:pt>
                <c:pt idx="13296">
                  <c:v>3.5606</c:v>
                </c:pt>
                <c:pt idx="13297">
                  <c:v>3.5609000000000002</c:v>
                </c:pt>
                <c:pt idx="13298">
                  <c:v>3.56121</c:v>
                </c:pt>
                <c:pt idx="13299">
                  <c:v>3.5615100000000002</c:v>
                </c:pt>
                <c:pt idx="13300">
                  <c:v>3.56182</c:v>
                </c:pt>
                <c:pt idx="13301">
                  <c:v>3.5621200000000002</c:v>
                </c:pt>
                <c:pt idx="13302">
                  <c:v>3.56243</c:v>
                </c:pt>
                <c:pt idx="13303">
                  <c:v>3.5627300000000002</c:v>
                </c:pt>
                <c:pt idx="13304">
                  <c:v>3.56304</c:v>
                </c:pt>
                <c:pt idx="13305">
                  <c:v>3.5633400000000002</c:v>
                </c:pt>
                <c:pt idx="13306">
                  <c:v>3.56365</c:v>
                </c:pt>
                <c:pt idx="13307">
                  <c:v>3.5639599999999998</c:v>
                </c:pt>
                <c:pt idx="13308">
                  <c:v>3.56426</c:v>
                </c:pt>
                <c:pt idx="13309">
                  <c:v>3.5645699999999998</c:v>
                </c:pt>
                <c:pt idx="13310">
                  <c:v>3.56487</c:v>
                </c:pt>
                <c:pt idx="13311">
                  <c:v>3.5651799999999998</c:v>
                </c:pt>
                <c:pt idx="13312">
                  <c:v>3.56548</c:v>
                </c:pt>
                <c:pt idx="13313">
                  <c:v>3.5657899999999998</c:v>
                </c:pt>
                <c:pt idx="13314">
                  <c:v>3.56609</c:v>
                </c:pt>
                <c:pt idx="13315">
                  <c:v>3.5663999999999998</c:v>
                </c:pt>
                <c:pt idx="13316">
                  <c:v>3.5667</c:v>
                </c:pt>
                <c:pt idx="13317">
                  <c:v>3.5670099999999998</c:v>
                </c:pt>
                <c:pt idx="13318">
                  <c:v>3.56732</c:v>
                </c:pt>
                <c:pt idx="13319">
                  <c:v>3.5676199999999998</c:v>
                </c:pt>
                <c:pt idx="13320">
                  <c:v>3.56793</c:v>
                </c:pt>
                <c:pt idx="13321">
                  <c:v>3.5682299999999998</c:v>
                </c:pt>
                <c:pt idx="13322">
                  <c:v>3.56854</c:v>
                </c:pt>
                <c:pt idx="13323">
                  <c:v>3.5688399999999998</c:v>
                </c:pt>
                <c:pt idx="13324">
                  <c:v>3.56915</c:v>
                </c:pt>
                <c:pt idx="13325">
                  <c:v>3.5694499999999998</c:v>
                </c:pt>
                <c:pt idx="13326">
                  <c:v>3.56976</c:v>
                </c:pt>
                <c:pt idx="13327">
                  <c:v>3.5700599999999998</c:v>
                </c:pt>
                <c:pt idx="13328">
                  <c:v>3.57037</c:v>
                </c:pt>
                <c:pt idx="13329">
                  <c:v>3.5706699999999998</c:v>
                </c:pt>
                <c:pt idx="13330">
                  <c:v>3.57098</c:v>
                </c:pt>
                <c:pt idx="13331">
                  <c:v>3.5712899999999999</c:v>
                </c:pt>
                <c:pt idx="13332">
                  <c:v>3.57159</c:v>
                </c:pt>
                <c:pt idx="13333">
                  <c:v>3.5718999999999999</c:v>
                </c:pt>
                <c:pt idx="13334">
                  <c:v>3.5722</c:v>
                </c:pt>
                <c:pt idx="13335">
                  <c:v>3.5725099999999999</c:v>
                </c:pt>
                <c:pt idx="13336">
                  <c:v>3.57281</c:v>
                </c:pt>
                <c:pt idx="13337">
                  <c:v>3.5731199999999999</c:v>
                </c:pt>
                <c:pt idx="13338">
                  <c:v>3.57342</c:v>
                </c:pt>
                <c:pt idx="13339">
                  <c:v>3.5737299999999999</c:v>
                </c:pt>
                <c:pt idx="13340">
                  <c:v>3.57403</c:v>
                </c:pt>
                <c:pt idx="13341">
                  <c:v>3.5743399999999999</c:v>
                </c:pt>
                <c:pt idx="13342">
                  <c:v>3.57464</c:v>
                </c:pt>
                <c:pt idx="13343">
                  <c:v>3.5749499999999999</c:v>
                </c:pt>
                <c:pt idx="13344">
                  <c:v>3.5752600000000001</c:v>
                </c:pt>
                <c:pt idx="13345">
                  <c:v>3.5755599999999998</c:v>
                </c:pt>
                <c:pt idx="13346">
                  <c:v>3.5758700000000001</c:v>
                </c:pt>
                <c:pt idx="13347">
                  <c:v>3.5761699999999998</c:v>
                </c:pt>
                <c:pt idx="13348">
                  <c:v>3.5764800000000001</c:v>
                </c:pt>
                <c:pt idx="13349">
                  <c:v>3.5767799999999998</c:v>
                </c:pt>
                <c:pt idx="13350">
                  <c:v>3.5770900000000001</c:v>
                </c:pt>
                <c:pt idx="13351">
                  <c:v>3.5773899999999998</c:v>
                </c:pt>
                <c:pt idx="13352">
                  <c:v>3.5777000000000001</c:v>
                </c:pt>
                <c:pt idx="13353">
                  <c:v>3.5779999999999998</c:v>
                </c:pt>
                <c:pt idx="13354">
                  <c:v>3.5783100000000001</c:v>
                </c:pt>
                <c:pt idx="13355">
                  <c:v>3.5786099999999998</c:v>
                </c:pt>
                <c:pt idx="13356">
                  <c:v>3.5789200000000001</c:v>
                </c:pt>
                <c:pt idx="13357">
                  <c:v>3.5792299999999999</c:v>
                </c:pt>
                <c:pt idx="13358">
                  <c:v>3.5795300000000001</c:v>
                </c:pt>
                <c:pt idx="13359">
                  <c:v>3.5798399999999999</c:v>
                </c:pt>
                <c:pt idx="13360">
                  <c:v>3.5801400000000001</c:v>
                </c:pt>
                <c:pt idx="13361">
                  <c:v>3.5804499999999999</c:v>
                </c:pt>
                <c:pt idx="13362">
                  <c:v>3.5807500000000001</c:v>
                </c:pt>
                <c:pt idx="13363">
                  <c:v>3.5810599999999999</c:v>
                </c:pt>
                <c:pt idx="13364">
                  <c:v>3.5813600000000001</c:v>
                </c:pt>
                <c:pt idx="13365">
                  <c:v>3.5816699999999999</c:v>
                </c:pt>
                <c:pt idx="13366">
                  <c:v>3.5819700000000001</c:v>
                </c:pt>
                <c:pt idx="13367">
                  <c:v>3.5822799999999999</c:v>
                </c:pt>
                <c:pt idx="13368">
                  <c:v>3.5825800000000001</c:v>
                </c:pt>
                <c:pt idx="13369">
                  <c:v>3.5828899999999999</c:v>
                </c:pt>
                <c:pt idx="13370">
                  <c:v>3.5832000000000002</c:v>
                </c:pt>
                <c:pt idx="13371">
                  <c:v>3.5834999999999999</c:v>
                </c:pt>
                <c:pt idx="13372">
                  <c:v>3.5838100000000002</c:v>
                </c:pt>
                <c:pt idx="13373">
                  <c:v>3.5841099999999999</c:v>
                </c:pt>
                <c:pt idx="13374">
                  <c:v>3.5844200000000002</c:v>
                </c:pt>
                <c:pt idx="13375">
                  <c:v>3.5847199999999999</c:v>
                </c:pt>
                <c:pt idx="13376">
                  <c:v>3.5850300000000002</c:v>
                </c:pt>
                <c:pt idx="13377">
                  <c:v>3.5853299999999999</c:v>
                </c:pt>
                <c:pt idx="13378">
                  <c:v>3.5856400000000002</c:v>
                </c:pt>
                <c:pt idx="13379">
                  <c:v>3.5859399999999999</c:v>
                </c:pt>
                <c:pt idx="13380">
                  <c:v>3.5862500000000002</c:v>
                </c:pt>
                <c:pt idx="13381">
                  <c:v>3.58656</c:v>
                </c:pt>
                <c:pt idx="13382">
                  <c:v>3.5868600000000002</c:v>
                </c:pt>
                <c:pt idx="13383">
                  <c:v>3.58717</c:v>
                </c:pt>
                <c:pt idx="13384">
                  <c:v>3.5874700000000002</c:v>
                </c:pt>
                <c:pt idx="13385">
                  <c:v>3.58778</c:v>
                </c:pt>
                <c:pt idx="13386">
                  <c:v>3.5880800000000002</c:v>
                </c:pt>
                <c:pt idx="13387">
                  <c:v>3.58839</c:v>
                </c:pt>
                <c:pt idx="13388">
                  <c:v>3.5886900000000002</c:v>
                </c:pt>
                <c:pt idx="13389">
                  <c:v>3.589</c:v>
                </c:pt>
                <c:pt idx="13390">
                  <c:v>3.5893000000000002</c:v>
                </c:pt>
                <c:pt idx="13391">
                  <c:v>3.58961</c:v>
                </c:pt>
                <c:pt idx="13392">
                  <c:v>3.5899100000000002</c:v>
                </c:pt>
                <c:pt idx="13393">
                  <c:v>3.59022</c:v>
                </c:pt>
                <c:pt idx="13394">
                  <c:v>3.5905300000000002</c:v>
                </c:pt>
                <c:pt idx="13395">
                  <c:v>3.59083</c:v>
                </c:pt>
                <c:pt idx="13396">
                  <c:v>3.5911400000000002</c:v>
                </c:pt>
                <c:pt idx="13397">
                  <c:v>3.59144</c:v>
                </c:pt>
                <c:pt idx="13398">
                  <c:v>3.5917500000000002</c:v>
                </c:pt>
                <c:pt idx="13399">
                  <c:v>3.59205</c:v>
                </c:pt>
                <c:pt idx="13400">
                  <c:v>3.5923600000000002</c:v>
                </c:pt>
                <c:pt idx="13401">
                  <c:v>3.59266</c:v>
                </c:pt>
                <c:pt idx="13402">
                  <c:v>3.5929700000000002</c:v>
                </c:pt>
                <c:pt idx="13403">
                  <c:v>3.59327</c:v>
                </c:pt>
                <c:pt idx="13404">
                  <c:v>3.5935800000000002</c:v>
                </c:pt>
                <c:pt idx="13405">
                  <c:v>3.59388</c:v>
                </c:pt>
                <c:pt idx="13406">
                  <c:v>3.5941900000000002</c:v>
                </c:pt>
                <c:pt idx="13407">
                  <c:v>3.5945</c:v>
                </c:pt>
                <c:pt idx="13408">
                  <c:v>3.5948000000000002</c:v>
                </c:pt>
                <c:pt idx="13409">
                  <c:v>3.59511</c:v>
                </c:pt>
                <c:pt idx="13410">
                  <c:v>3.5954100000000002</c:v>
                </c:pt>
                <c:pt idx="13411">
                  <c:v>3.59572</c:v>
                </c:pt>
                <c:pt idx="13412">
                  <c:v>3.5960200000000002</c:v>
                </c:pt>
                <c:pt idx="13413">
                  <c:v>3.59633</c:v>
                </c:pt>
                <c:pt idx="13414">
                  <c:v>3.5966300000000002</c:v>
                </c:pt>
                <c:pt idx="13415">
                  <c:v>3.59694</c:v>
                </c:pt>
                <c:pt idx="13416">
                  <c:v>3.5972400000000002</c:v>
                </c:pt>
                <c:pt idx="13417">
                  <c:v>3.59755</c:v>
                </c:pt>
                <c:pt idx="13418">
                  <c:v>3.5978500000000002</c:v>
                </c:pt>
                <c:pt idx="13419">
                  <c:v>3.59816</c:v>
                </c:pt>
                <c:pt idx="13420">
                  <c:v>3.5984699999999998</c:v>
                </c:pt>
                <c:pt idx="13421">
                  <c:v>3.59877</c:v>
                </c:pt>
                <c:pt idx="13422">
                  <c:v>3.5990799999999998</c:v>
                </c:pt>
                <c:pt idx="13423">
                  <c:v>3.59938</c:v>
                </c:pt>
                <c:pt idx="13424">
                  <c:v>3.5996899999999998</c:v>
                </c:pt>
                <c:pt idx="13425">
                  <c:v>3.59999</c:v>
                </c:pt>
                <c:pt idx="13426">
                  <c:v>3.6002999999999998</c:v>
                </c:pt>
                <c:pt idx="13427">
                  <c:v>3.6006</c:v>
                </c:pt>
                <c:pt idx="13428">
                  <c:v>3.6009099999999998</c:v>
                </c:pt>
                <c:pt idx="13429">
                  <c:v>3.60121</c:v>
                </c:pt>
                <c:pt idx="13430">
                  <c:v>3.6015199999999998</c:v>
                </c:pt>
                <c:pt idx="13431">
                  <c:v>3.60182</c:v>
                </c:pt>
                <c:pt idx="13432">
                  <c:v>3.6021299999999998</c:v>
                </c:pt>
                <c:pt idx="13433">
                  <c:v>3.6024400000000001</c:v>
                </c:pt>
                <c:pt idx="13434">
                  <c:v>3.6027399999999998</c:v>
                </c:pt>
                <c:pt idx="13435">
                  <c:v>3.6030500000000001</c:v>
                </c:pt>
                <c:pt idx="13436">
                  <c:v>3.6033499999999998</c:v>
                </c:pt>
                <c:pt idx="13437">
                  <c:v>3.6036600000000001</c:v>
                </c:pt>
                <c:pt idx="13438">
                  <c:v>3.6039599999999998</c:v>
                </c:pt>
                <c:pt idx="13439">
                  <c:v>3.6042700000000001</c:v>
                </c:pt>
                <c:pt idx="13440">
                  <c:v>3.6045699999999998</c:v>
                </c:pt>
                <c:pt idx="13441">
                  <c:v>3.6048800000000001</c:v>
                </c:pt>
                <c:pt idx="13442">
                  <c:v>3.6051799999999998</c:v>
                </c:pt>
                <c:pt idx="13443">
                  <c:v>3.6054900000000001</c:v>
                </c:pt>
                <c:pt idx="13444">
                  <c:v>3.6057999999999999</c:v>
                </c:pt>
                <c:pt idx="13445">
                  <c:v>3.6061000000000001</c:v>
                </c:pt>
                <c:pt idx="13446">
                  <c:v>3.6064099999999999</c:v>
                </c:pt>
                <c:pt idx="13447">
                  <c:v>3.6067100000000001</c:v>
                </c:pt>
                <c:pt idx="13448">
                  <c:v>3.6070199999999999</c:v>
                </c:pt>
                <c:pt idx="13449">
                  <c:v>3.6073200000000001</c:v>
                </c:pt>
                <c:pt idx="13450">
                  <c:v>3.6076299999999999</c:v>
                </c:pt>
                <c:pt idx="13451">
                  <c:v>3.6079300000000001</c:v>
                </c:pt>
                <c:pt idx="13452">
                  <c:v>3.6082399999999999</c:v>
                </c:pt>
                <c:pt idx="13453">
                  <c:v>3.6085400000000001</c:v>
                </c:pt>
                <c:pt idx="13454">
                  <c:v>3.6088499999999999</c:v>
                </c:pt>
                <c:pt idx="13455">
                  <c:v>3.6091500000000001</c:v>
                </c:pt>
                <c:pt idx="13456">
                  <c:v>3.6094599999999999</c:v>
                </c:pt>
                <c:pt idx="13457">
                  <c:v>3.6097700000000001</c:v>
                </c:pt>
                <c:pt idx="13458">
                  <c:v>3.6100699999999999</c:v>
                </c:pt>
                <c:pt idx="13459">
                  <c:v>3.6103800000000001</c:v>
                </c:pt>
                <c:pt idx="13460">
                  <c:v>3.6106799999999999</c:v>
                </c:pt>
                <c:pt idx="13461">
                  <c:v>3.6109900000000001</c:v>
                </c:pt>
                <c:pt idx="13462">
                  <c:v>3.6112899999999999</c:v>
                </c:pt>
                <c:pt idx="13463">
                  <c:v>3.6116000000000001</c:v>
                </c:pt>
                <c:pt idx="13464">
                  <c:v>3.6118999999999999</c:v>
                </c:pt>
                <c:pt idx="13465">
                  <c:v>3.6122100000000001</c:v>
                </c:pt>
                <c:pt idx="13466">
                  <c:v>3.6125099999999999</c:v>
                </c:pt>
                <c:pt idx="13467">
                  <c:v>3.6128200000000001</c:v>
                </c:pt>
                <c:pt idx="13468">
                  <c:v>3.6131199999999999</c:v>
                </c:pt>
                <c:pt idx="13469">
                  <c:v>3.6134300000000001</c:v>
                </c:pt>
                <c:pt idx="13470">
                  <c:v>3.61374</c:v>
                </c:pt>
                <c:pt idx="13471">
                  <c:v>3.6140400000000001</c:v>
                </c:pt>
                <c:pt idx="13472">
                  <c:v>3.61435</c:v>
                </c:pt>
                <c:pt idx="13473">
                  <c:v>3.6146500000000001</c:v>
                </c:pt>
                <c:pt idx="13474">
                  <c:v>3.61496</c:v>
                </c:pt>
                <c:pt idx="13475">
                  <c:v>3.6152600000000001</c:v>
                </c:pt>
                <c:pt idx="13476">
                  <c:v>3.61557</c:v>
                </c:pt>
                <c:pt idx="13477">
                  <c:v>3.6158700000000001</c:v>
                </c:pt>
                <c:pt idx="13478">
                  <c:v>3.6161799999999999</c:v>
                </c:pt>
                <c:pt idx="13479">
                  <c:v>3.6164800000000001</c:v>
                </c:pt>
                <c:pt idx="13480">
                  <c:v>3.6167899999999999</c:v>
                </c:pt>
                <c:pt idx="13481">
                  <c:v>3.6170900000000001</c:v>
                </c:pt>
                <c:pt idx="13482">
                  <c:v>3.6173999999999999</c:v>
                </c:pt>
                <c:pt idx="13483">
                  <c:v>3.6177100000000002</c:v>
                </c:pt>
                <c:pt idx="13484">
                  <c:v>3.6180099999999999</c:v>
                </c:pt>
                <c:pt idx="13485">
                  <c:v>3.6183200000000002</c:v>
                </c:pt>
                <c:pt idx="13486">
                  <c:v>3.6186199999999999</c:v>
                </c:pt>
                <c:pt idx="13487">
                  <c:v>3.6189300000000002</c:v>
                </c:pt>
                <c:pt idx="13488">
                  <c:v>3.6192299999999999</c:v>
                </c:pt>
                <c:pt idx="13489">
                  <c:v>3.6195400000000002</c:v>
                </c:pt>
                <c:pt idx="13490">
                  <c:v>3.6198399999999999</c:v>
                </c:pt>
                <c:pt idx="13491">
                  <c:v>3.6201500000000002</c:v>
                </c:pt>
                <c:pt idx="13492">
                  <c:v>3.6204499999999999</c:v>
                </c:pt>
                <c:pt idx="13493">
                  <c:v>3.6207600000000002</c:v>
                </c:pt>
                <c:pt idx="13494">
                  <c:v>3.62107</c:v>
                </c:pt>
                <c:pt idx="13495">
                  <c:v>3.6213700000000002</c:v>
                </c:pt>
                <c:pt idx="13496">
                  <c:v>3.62168</c:v>
                </c:pt>
                <c:pt idx="13497">
                  <c:v>3.6219800000000002</c:v>
                </c:pt>
                <c:pt idx="13498">
                  <c:v>3.62229</c:v>
                </c:pt>
                <c:pt idx="13499">
                  <c:v>3.6225900000000002</c:v>
                </c:pt>
                <c:pt idx="13500">
                  <c:v>3.6229</c:v>
                </c:pt>
                <c:pt idx="13501">
                  <c:v>3.6232000000000002</c:v>
                </c:pt>
                <c:pt idx="13502">
                  <c:v>3.62351</c:v>
                </c:pt>
                <c:pt idx="13503">
                  <c:v>3.6238100000000002</c:v>
                </c:pt>
                <c:pt idx="13504">
                  <c:v>3.62412</c:v>
                </c:pt>
                <c:pt idx="13505">
                  <c:v>3.6244200000000002</c:v>
                </c:pt>
                <c:pt idx="13506">
                  <c:v>3.62473</c:v>
                </c:pt>
                <c:pt idx="13507">
                  <c:v>3.6250399999999998</c:v>
                </c:pt>
                <c:pt idx="13508">
                  <c:v>3.62534</c:v>
                </c:pt>
                <c:pt idx="13509">
                  <c:v>3.6256499999999998</c:v>
                </c:pt>
                <c:pt idx="13510">
                  <c:v>3.62595</c:v>
                </c:pt>
                <c:pt idx="13511">
                  <c:v>3.6262599999999998</c:v>
                </c:pt>
                <c:pt idx="13512">
                  <c:v>3.62656</c:v>
                </c:pt>
                <c:pt idx="13513">
                  <c:v>3.6268699999999998</c:v>
                </c:pt>
                <c:pt idx="13514">
                  <c:v>3.62717</c:v>
                </c:pt>
                <c:pt idx="13515">
                  <c:v>3.6274799999999998</c:v>
                </c:pt>
                <c:pt idx="13516">
                  <c:v>3.62778</c:v>
                </c:pt>
                <c:pt idx="13517">
                  <c:v>3.6280899999999998</c:v>
                </c:pt>
                <c:pt idx="13518">
                  <c:v>3.62839</c:v>
                </c:pt>
                <c:pt idx="13519">
                  <c:v>3.6286999999999998</c:v>
                </c:pt>
                <c:pt idx="13520">
                  <c:v>3.6290100000000001</c:v>
                </c:pt>
                <c:pt idx="13521">
                  <c:v>3.6293099999999998</c:v>
                </c:pt>
                <c:pt idx="13522">
                  <c:v>3.6296200000000001</c:v>
                </c:pt>
                <c:pt idx="13523">
                  <c:v>3.6299199999999998</c:v>
                </c:pt>
                <c:pt idx="13524">
                  <c:v>3.6302300000000001</c:v>
                </c:pt>
                <c:pt idx="13525">
                  <c:v>3.6305299999999998</c:v>
                </c:pt>
                <c:pt idx="13526">
                  <c:v>3.6308400000000001</c:v>
                </c:pt>
                <c:pt idx="13527">
                  <c:v>3.6311399999999998</c:v>
                </c:pt>
                <c:pt idx="13528">
                  <c:v>3.6314500000000001</c:v>
                </c:pt>
                <c:pt idx="13529">
                  <c:v>3.6317499999999998</c:v>
                </c:pt>
                <c:pt idx="13530">
                  <c:v>3.6320600000000001</c:v>
                </c:pt>
                <c:pt idx="13531">
                  <c:v>3.6323599999999998</c:v>
                </c:pt>
                <c:pt idx="13532">
                  <c:v>3.6326700000000001</c:v>
                </c:pt>
                <c:pt idx="13533">
                  <c:v>3.6329799999999999</c:v>
                </c:pt>
                <c:pt idx="13534">
                  <c:v>3.6332800000000001</c:v>
                </c:pt>
                <c:pt idx="13535">
                  <c:v>3.6335899999999999</c:v>
                </c:pt>
                <c:pt idx="13536">
                  <c:v>3.6338900000000001</c:v>
                </c:pt>
                <c:pt idx="13537">
                  <c:v>3.6341999999999999</c:v>
                </c:pt>
                <c:pt idx="13538">
                  <c:v>3.6345000000000001</c:v>
                </c:pt>
                <c:pt idx="13539">
                  <c:v>3.6348099999999999</c:v>
                </c:pt>
                <c:pt idx="13540">
                  <c:v>3.6351100000000001</c:v>
                </c:pt>
                <c:pt idx="13541">
                  <c:v>3.6354199999999999</c:v>
                </c:pt>
                <c:pt idx="13542">
                  <c:v>3.6357200000000001</c:v>
                </c:pt>
                <c:pt idx="13543">
                  <c:v>3.6360299999999999</c:v>
                </c:pt>
                <c:pt idx="13544">
                  <c:v>3.6363300000000001</c:v>
                </c:pt>
                <c:pt idx="13545">
                  <c:v>3.6366399999999999</c:v>
                </c:pt>
                <c:pt idx="13546">
                  <c:v>3.6369500000000001</c:v>
                </c:pt>
                <c:pt idx="13547">
                  <c:v>3.6372499999999999</c:v>
                </c:pt>
                <c:pt idx="13548">
                  <c:v>3.6375600000000001</c:v>
                </c:pt>
                <c:pt idx="13549">
                  <c:v>3.6378599999999999</c:v>
                </c:pt>
                <c:pt idx="13550">
                  <c:v>3.6381700000000001</c:v>
                </c:pt>
                <c:pt idx="13551">
                  <c:v>3.6384699999999999</c:v>
                </c:pt>
                <c:pt idx="13552">
                  <c:v>3.6387800000000001</c:v>
                </c:pt>
                <c:pt idx="13553">
                  <c:v>3.6390799999999999</c:v>
                </c:pt>
                <c:pt idx="13554">
                  <c:v>3.6393900000000001</c:v>
                </c:pt>
                <c:pt idx="13555">
                  <c:v>3.6396899999999999</c:v>
                </c:pt>
                <c:pt idx="13556">
                  <c:v>3.64</c:v>
                </c:pt>
                <c:pt idx="13557">
                  <c:v>3.6403099999999999</c:v>
                </c:pt>
                <c:pt idx="13558">
                  <c:v>3.6406100000000001</c:v>
                </c:pt>
                <c:pt idx="13559">
                  <c:v>3.6409199999999999</c:v>
                </c:pt>
                <c:pt idx="13560">
                  <c:v>3.6412200000000001</c:v>
                </c:pt>
                <c:pt idx="13561">
                  <c:v>3.6415299999999999</c:v>
                </c:pt>
                <c:pt idx="13562">
                  <c:v>3.6418300000000001</c:v>
                </c:pt>
                <c:pt idx="13563">
                  <c:v>3.6421399999999999</c:v>
                </c:pt>
                <c:pt idx="13564">
                  <c:v>3.6424400000000001</c:v>
                </c:pt>
                <c:pt idx="13565">
                  <c:v>3.6427499999999999</c:v>
                </c:pt>
                <c:pt idx="13566">
                  <c:v>3.6430500000000001</c:v>
                </c:pt>
                <c:pt idx="13567">
                  <c:v>3.6433599999999999</c:v>
                </c:pt>
                <c:pt idx="13568">
                  <c:v>3.6436600000000001</c:v>
                </c:pt>
                <c:pt idx="13569">
                  <c:v>3.6439699999999999</c:v>
                </c:pt>
                <c:pt idx="13570">
                  <c:v>3.6442800000000002</c:v>
                </c:pt>
                <c:pt idx="13571">
                  <c:v>3.6445799999999999</c:v>
                </c:pt>
                <c:pt idx="13572">
                  <c:v>3.6448900000000002</c:v>
                </c:pt>
                <c:pt idx="13573">
                  <c:v>3.6451899999999999</c:v>
                </c:pt>
                <c:pt idx="13574">
                  <c:v>3.6455000000000002</c:v>
                </c:pt>
                <c:pt idx="13575">
                  <c:v>3.6457999999999999</c:v>
                </c:pt>
                <c:pt idx="13576">
                  <c:v>3.6461100000000002</c:v>
                </c:pt>
                <c:pt idx="13577">
                  <c:v>3.6464099999999999</c:v>
                </c:pt>
                <c:pt idx="13578">
                  <c:v>3.6467200000000002</c:v>
                </c:pt>
                <c:pt idx="13579">
                  <c:v>3.6470199999999999</c:v>
                </c:pt>
                <c:pt idx="13580">
                  <c:v>3.6473300000000002</c:v>
                </c:pt>
                <c:pt idx="13581">
                  <c:v>3.6476299999999999</c:v>
                </c:pt>
                <c:pt idx="13582">
                  <c:v>3.6479400000000002</c:v>
                </c:pt>
                <c:pt idx="13583">
                  <c:v>3.64825</c:v>
                </c:pt>
                <c:pt idx="13584">
                  <c:v>3.6485500000000002</c:v>
                </c:pt>
                <c:pt idx="13585">
                  <c:v>3.64886</c:v>
                </c:pt>
                <c:pt idx="13586">
                  <c:v>3.6491600000000002</c:v>
                </c:pt>
                <c:pt idx="13587">
                  <c:v>3.64947</c:v>
                </c:pt>
                <c:pt idx="13588">
                  <c:v>3.6497700000000002</c:v>
                </c:pt>
                <c:pt idx="13589">
                  <c:v>3.65008</c:v>
                </c:pt>
                <c:pt idx="13590">
                  <c:v>3.6503800000000002</c:v>
                </c:pt>
                <c:pt idx="13591">
                  <c:v>3.65069</c:v>
                </c:pt>
                <c:pt idx="13592">
                  <c:v>3.6509900000000002</c:v>
                </c:pt>
                <c:pt idx="13593">
                  <c:v>3.6513</c:v>
                </c:pt>
                <c:pt idx="13594">
                  <c:v>3.6516000000000002</c:v>
                </c:pt>
                <c:pt idx="13595">
                  <c:v>3.65191</c:v>
                </c:pt>
                <c:pt idx="13596">
                  <c:v>3.6522199999999998</c:v>
                </c:pt>
                <c:pt idx="13597">
                  <c:v>3.65252</c:v>
                </c:pt>
                <c:pt idx="13598">
                  <c:v>3.6528299999999998</c:v>
                </c:pt>
                <c:pt idx="13599">
                  <c:v>3.65313</c:v>
                </c:pt>
                <c:pt idx="13600">
                  <c:v>3.6534399999999998</c:v>
                </c:pt>
                <c:pt idx="13601">
                  <c:v>3.65374</c:v>
                </c:pt>
                <c:pt idx="13602">
                  <c:v>3.6540499999999998</c:v>
                </c:pt>
                <c:pt idx="13603">
                  <c:v>3.65435</c:v>
                </c:pt>
                <c:pt idx="13604">
                  <c:v>3.6546599999999998</c:v>
                </c:pt>
                <c:pt idx="13605">
                  <c:v>3.65496</c:v>
                </c:pt>
                <c:pt idx="13606">
                  <c:v>3.6552699999999998</c:v>
                </c:pt>
                <c:pt idx="13607">
                  <c:v>3.65557</c:v>
                </c:pt>
                <c:pt idx="13608">
                  <c:v>3.6558799999999998</c:v>
                </c:pt>
                <c:pt idx="13609">
                  <c:v>3.6561900000000001</c:v>
                </c:pt>
                <c:pt idx="13610">
                  <c:v>3.6564899999999998</c:v>
                </c:pt>
                <c:pt idx="13611">
                  <c:v>3.6568000000000001</c:v>
                </c:pt>
                <c:pt idx="13612">
                  <c:v>3.6570999999999998</c:v>
                </c:pt>
                <c:pt idx="13613">
                  <c:v>3.65741</c:v>
                </c:pt>
                <c:pt idx="13614">
                  <c:v>3.6577099999999998</c:v>
                </c:pt>
                <c:pt idx="13615">
                  <c:v>3.65802</c:v>
                </c:pt>
                <c:pt idx="13616">
                  <c:v>3.6583199999999998</c:v>
                </c:pt>
                <c:pt idx="13617">
                  <c:v>3.65863</c:v>
                </c:pt>
                <c:pt idx="13618">
                  <c:v>3.6589299999999998</c:v>
                </c:pt>
                <c:pt idx="13619">
                  <c:v>3.65924</c:v>
                </c:pt>
                <c:pt idx="13620">
                  <c:v>3.6595499999999999</c:v>
                </c:pt>
                <c:pt idx="13621">
                  <c:v>3.65985</c:v>
                </c:pt>
                <c:pt idx="13622">
                  <c:v>3.6601599999999999</c:v>
                </c:pt>
                <c:pt idx="13623">
                  <c:v>3.66046</c:v>
                </c:pt>
                <c:pt idx="13624">
                  <c:v>3.6607699999999999</c:v>
                </c:pt>
                <c:pt idx="13625">
                  <c:v>3.66107</c:v>
                </c:pt>
                <c:pt idx="13626">
                  <c:v>3.6613799999999999</c:v>
                </c:pt>
                <c:pt idx="13627">
                  <c:v>3.66168</c:v>
                </c:pt>
                <c:pt idx="13628">
                  <c:v>3.6619899999999999</c:v>
                </c:pt>
                <c:pt idx="13629">
                  <c:v>3.66229</c:v>
                </c:pt>
                <c:pt idx="13630">
                  <c:v>3.6625999999999999</c:v>
                </c:pt>
                <c:pt idx="13631">
                  <c:v>3.6629</c:v>
                </c:pt>
                <c:pt idx="13632">
                  <c:v>3.6632099999999999</c:v>
                </c:pt>
                <c:pt idx="13633">
                  <c:v>3.6635200000000001</c:v>
                </c:pt>
                <c:pt idx="13634">
                  <c:v>3.6638199999999999</c:v>
                </c:pt>
                <c:pt idx="13635">
                  <c:v>3.6641300000000001</c:v>
                </c:pt>
                <c:pt idx="13636">
                  <c:v>3.6644299999999999</c:v>
                </c:pt>
                <c:pt idx="13637">
                  <c:v>3.6647400000000001</c:v>
                </c:pt>
                <c:pt idx="13638">
                  <c:v>3.6650399999999999</c:v>
                </c:pt>
                <c:pt idx="13639">
                  <c:v>3.6653500000000001</c:v>
                </c:pt>
                <c:pt idx="13640">
                  <c:v>3.6656499999999999</c:v>
                </c:pt>
                <c:pt idx="13641">
                  <c:v>3.6659600000000001</c:v>
                </c:pt>
                <c:pt idx="13642">
                  <c:v>3.6662599999999999</c:v>
                </c:pt>
                <c:pt idx="13643">
                  <c:v>3.6665700000000001</c:v>
                </c:pt>
                <c:pt idx="13644">
                  <c:v>3.6668699999999999</c:v>
                </c:pt>
                <c:pt idx="13645">
                  <c:v>3.6671800000000001</c:v>
                </c:pt>
                <c:pt idx="13646">
                  <c:v>3.6674899999999999</c:v>
                </c:pt>
                <c:pt idx="13647">
                  <c:v>3.6677900000000001</c:v>
                </c:pt>
                <c:pt idx="13648">
                  <c:v>3.6680999999999999</c:v>
                </c:pt>
                <c:pt idx="13649">
                  <c:v>3.6684000000000001</c:v>
                </c:pt>
                <c:pt idx="13650">
                  <c:v>3.6687099999999999</c:v>
                </c:pt>
                <c:pt idx="13651">
                  <c:v>3.6690100000000001</c:v>
                </c:pt>
                <c:pt idx="13652">
                  <c:v>3.6693199999999999</c:v>
                </c:pt>
                <c:pt idx="13653">
                  <c:v>3.6696200000000001</c:v>
                </c:pt>
                <c:pt idx="13654">
                  <c:v>3.6699299999999999</c:v>
                </c:pt>
                <c:pt idx="13655">
                  <c:v>3.6702300000000001</c:v>
                </c:pt>
                <c:pt idx="13656">
                  <c:v>3.6705399999999999</c:v>
                </c:pt>
                <c:pt idx="13657">
                  <c:v>3.6708400000000001</c:v>
                </c:pt>
                <c:pt idx="13658">
                  <c:v>3.6711499999999999</c:v>
                </c:pt>
                <c:pt idx="13659">
                  <c:v>3.6714600000000002</c:v>
                </c:pt>
                <c:pt idx="13660">
                  <c:v>3.6717599999999999</c:v>
                </c:pt>
                <c:pt idx="13661">
                  <c:v>3.6720700000000002</c:v>
                </c:pt>
                <c:pt idx="13662">
                  <c:v>3.6723699999999999</c:v>
                </c:pt>
                <c:pt idx="13663">
                  <c:v>3.6726800000000002</c:v>
                </c:pt>
                <c:pt idx="13664">
                  <c:v>3.6729799999999999</c:v>
                </c:pt>
                <c:pt idx="13665">
                  <c:v>3.6732900000000002</c:v>
                </c:pt>
                <c:pt idx="13666">
                  <c:v>3.6735899999999999</c:v>
                </c:pt>
                <c:pt idx="13667">
                  <c:v>3.6739000000000002</c:v>
                </c:pt>
                <c:pt idx="13668">
                  <c:v>3.6741999999999999</c:v>
                </c:pt>
                <c:pt idx="13669">
                  <c:v>3.6745100000000002</c:v>
                </c:pt>
                <c:pt idx="13670">
                  <c:v>3.6748099999999999</c:v>
                </c:pt>
                <c:pt idx="13671">
                  <c:v>3.6751200000000002</c:v>
                </c:pt>
                <c:pt idx="13672">
                  <c:v>3.67543</c:v>
                </c:pt>
                <c:pt idx="13673">
                  <c:v>3.6757300000000002</c:v>
                </c:pt>
                <c:pt idx="13674">
                  <c:v>3.67604</c:v>
                </c:pt>
                <c:pt idx="13675">
                  <c:v>3.6763400000000002</c:v>
                </c:pt>
                <c:pt idx="13676">
                  <c:v>3.67665</c:v>
                </c:pt>
                <c:pt idx="13677">
                  <c:v>3.6769500000000002</c:v>
                </c:pt>
                <c:pt idx="13678">
                  <c:v>3.67726</c:v>
                </c:pt>
                <c:pt idx="13679">
                  <c:v>3.6775600000000002</c:v>
                </c:pt>
                <c:pt idx="13680">
                  <c:v>3.67787</c:v>
                </c:pt>
                <c:pt idx="13681">
                  <c:v>3.6781700000000002</c:v>
                </c:pt>
                <c:pt idx="13682">
                  <c:v>3.67848</c:v>
                </c:pt>
                <c:pt idx="13683">
                  <c:v>3.6787899999999998</c:v>
                </c:pt>
                <c:pt idx="13684">
                  <c:v>3.67909</c:v>
                </c:pt>
                <c:pt idx="13685">
                  <c:v>3.6793999999999998</c:v>
                </c:pt>
                <c:pt idx="13686">
                  <c:v>3.6797</c:v>
                </c:pt>
                <c:pt idx="13687">
                  <c:v>3.6800099999999998</c:v>
                </c:pt>
                <c:pt idx="13688">
                  <c:v>3.68031</c:v>
                </c:pt>
                <c:pt idx="13689">
                  <c:v>3.6806199999999998</c:v>
                </c:pt>
                <c:pt idx="13690">
                  <c:v>3.68092</c:v>
                </c:pt>
                <c:pt idx="13691">
                  <c:v>3.6812299999999998</c:v>
                </c:pt>
                <c:pt idx="13692">
                  <c:v>3.68153</c:v>
                </c:pt>
                <c:pt idx="13693">
                  <c:v>3.6818399999999998</c:v>
                </c:pt>
                <c:pt idx="13694">
                  <c:v>3.68214</c:v>
                </c:pt>
                <c:pt idx="13695">
                  <c:v>3.6824499999999998</c:v>
                </c:pt>
                <c:pt idx="13696">
                  <c:v>3.68276</c:v>
                </c:pt>
                <c:pt idx="13697">
                  <c:v>3.6830599999999998</c:v>
                </c:pt>
                <c:pt idx="13698">
                  <c:v>3.68337</c:v>
                </c:pt>
                <c:pt idx="13699">
                  <c:v>3.6836700000000002</c:v>
                </c:pt>
                <c:pt idx="13700">
                  <c:v>3.68398</c:v>
                </c:pt>
                <c:pt idx="13701">
                  <c:v>3.6842800000000002</c:v>
                </c:pt>
                <c:pt idx="13702">
                  <c:v>3.68459</c:v>
                </c:pt>
                <c:pt idx="13703">
                  <c:v>3.6848900000000002</c:v>
                </c:pt>
                <c:pt idx="13704">
                  <c:v>3.6852</c:v>
                </c:pt>
                <c:pt idx="13705">
                  <c:v>3.6855000000000002</c:v>
                </c:pt>
                <c:pt idx="13706">
                  <c:v>3.68581</c:v>
                </c:pt>
                <c:pt idx="13707">
                  <c:v>3.6861100000000002</c:v>
                </c:pt>
                <c:pt idx="13708">
                  <c:v>3.68642</c:v>
                </c:pt>
                <c:pt idx="13709">
                  <c:v>3.6867299999999998</c:v>
                </c:pt>
                <c:pt idx="13710">
                  <c:v>3.68703</c:v>
                </c:pt>
                <c:pt idx="13711">
                  <c:v>3.6873399999999998</c:v>
                </c:pt>
                <c:pt idx="13712">
                  <c:v>3.68764</c:v>
                </c:pt>
                <c:pt idx="13713">
                  <c:v>3.6879499999999998</c:v>
                </c:pt>
                <c:pt idx="13714">
                  <c:v>3.68825</c:v>
                </c:pt>
                <c:pt idx="13715">
                  <c:v>3.6885599999999998</c:v>
                </c:pt>
                <c:pt idx="13716">
                  <c:v>3.68886</c:v>
                </c:pt>
                <c:pt idx="13717">
                  <c:v>3.6891699999999998</c:v>
                </c:pt>
                <c:pt idx="13718">
                  <c:v>3.68947</c:v>
                </c:pt>
                <c:pt idx="13719">
                  <c:v>3.6897799999999998</c:v>
                </c:pt>
                <c:pt idx="13720">
                  <c:v>3.69008</c:v>
                </c:pt>
                <c:pt idx="13721">
                  <c:v>3.6903899999999998</c:v>
                </c:pt>
                <c:pt idx="13722">
                  <c:v>3.6907000000000001</c:v>
                </c:pt>
                <c:pt idx="13723">
                  <c:v>3.6909999999999998</c:v>
                </c:pt>
                <c:pt idx="13724">
                  <c:v>3.6913100000000001</c:v>
                </c:pt>
                <c:pt idx="13725">
                  <c:v>3.6916099999999998</c:v>
                </c:pt>
                <c:pt idx="13726">
                  <c:v>3.6919200000000001</c:v>
                </c:pt>
                <c:pt idx="13727">
                  <c:v>3.6922199999999998</c:v>
                </c:pt>
                <c:pt idx="13728">
                  <c:v>3.6925300000000001</c:v>
                </c:pt>
                <c:pt idx="13729">
                  <c:v>3.6928299999999998</c:v>
                </c:pt>
                <c:pt idx="13730">
                  <c:v>3.6931400000000001</c:v>
                </c:pt>
                <c:pt idx="13731">
                  <c:v>3.6934399999999998</c:v>
                </c:pt>
                <c:pt idx="13732">
                  <c:v>3.6937500000000001</c:v>
                </c:pt>
                <c:pt idx="13733">
                  <c:v>3.6940599999999999</c:v>
                </c:pt>
                <c:pt idx="13734">
                  <c:v>3.6943600000000001</c:v>
                </c:pt>
                <c:pt idx="13735">
                  <c:v>3.6946699999999999</c:v>
                </c:pt>
                <c:pt idx="13736">
                  <c:v>3.6949700000000001</c:v>
                </c:pt>
                <c:pt idx="13737">
                  <c:v>3.6952799999999999</c:v>
                </c:pt>
                <c:pt idx="13738">
                  <c:v>3.6955800000000001</c:v>
                </c:pt>
                <c:pt idx="13739">
                  <c:v>3.6958899999999999</c:v>
                </c:pt>
                <c:pt idx="13740">
                  <c:v>3.6961900000000001</c:v>
                </c:pt>
                <c:pt idx="13741">
                  <c:v>3.6964999999999999</c:v>
                </c:pt>
                <c:pt idx="13742">
                  <c:v>3.6968000000000001</c:v>
                </c:pt>
                <c:pt idx="13743">
                  <c:v>3.6971099999999999</c:v>
                </c:pt>
                <c:pt idx="13744">
                  <c:v>3.6974100000000001</c:v>
                </c:pt>
                <c:pt idx="13745">
                  <c:v>3.6977199999999999</c:v>
                </c:pt>
                <c:pt idx="13746">
                  <c:v>3.6980300000000002</c:v>
                </c:pt>
                <c:pt idx="13747">
                  <c:v>3.6983299999999999</c:v>
                </c:pt>
                <c:pt idx="13748">
                  <c:v>3.6986400000000001</c:v>
                </c:pt>
                <c:pt idx="13749">
                  <c:v>3.6989399999999999</c:v>
                </c:pt>
                <c:pt idx="13750">
                  <c:v>3.6992500000000001</c:v>
                </c:pt>
                <c:pt idx="13751">
                  <c:v>3.6995499999999999</c:v>
                </c:pt>
                <c:pt idx="13752">
                  <c:v>3.6998600000000001</c:v>
                </c:pt>
                <c:pt idx="13753">
                  <c:v>3.7001599999999999</c:v>
                </c:pt>
                <c:pt idx="13754">
                  <c:v>3.7004700000000001</c:v>
                </c:pt>
                <c:pt idx="13755">
                  <c:v>3.7007699999999999</c:v>
                </c:pt>
                <c:pt idx="13756">
                  <c:v>3.7010800000000001</c:v>
                </c:pt>
                <c:pt idx="13757">
                  <c:v>3.7013799999999999</c:v>
                </c:pt>
                <c:pt idx="13758">
                  <c:v>3.7016900000000001</c:v>
                </c:pt>
                <c:pt idx="13759">
                  <c:v>3.702</c:v>
                </c:pt>
                <c:pt idx="13760">
                  <c:v>3.7023000000000001</c:v>
                </c:pt>
                <c:pt idx="13761">
                  <c:v>3.70261</c:v>
                </c:pt>
                <c:pt idx="13762">
                  <c:v>3.7029100000000001</c:v>
                </c:pt>
                <c:pt idx="13763">
                  <c:v>3.70322</c:v>
                </c:pt>
                <c:pt idx="13764">
                  <c:v>3.7035200000000001</c:v>
                </c:pt>
                <c:pt idx="13765">
                  <c:v>3.70383</c:v>
                </c:pt>
                <c:pt idx="13766">
                  <c:v>3.7041300000000001</c:v>
                </c:pt>
                <c:pt idx="13767">
                  <c:v>3.70444</c:v>
                </c:pt>
                <c:pt idx="13768">
                  <c:v>3.7047400000000001</c:v>
                </c:pt>
                <c:pt idx="13769">
                  <c:v>3.70505</c:v>
                </c:pt>
                <c:pt idx="13770">
                  <c:v>3.7053500000000001</c:v>
                </c:pt>
                <c:pt idx="13771">
                  <c:v>3.70566</c:v>
                </c:pt>
                <c:pt idx="13772">
                  <c:v>3.7059700000000002</c:v>
                </c:pt>
                <c:pt idx="13773">
                  <c:v>3.70627</c:v>
                </c:pt>
                <c:pt idx="13774">
                  <c:v>3.7065800000000002</c:v>
                </c:pt>
                <c:pt idx="13775">
                  <c:v>3.70688</c:v>
                </c:pt>
                <c:pt idx="13776">
                  <c:v>3.7071900000000002</c:v>
                </c:pt>
                <c:pt idx="13777">
                  <c:v>3.70749</c:v>
                </c:pt>
                <c:pt idx="13778">
                  <c:v>3.7078000000000002</c:v>
                </c:pt>
                <c:pt idx="13779">
                  <c:v>3.7081</c:v>
                </c:pt>
                <c:pt idx="13780">
                  <c:v>3.7084100000000002</c:v>
                </c:pt>
                <c:pt idx="13781">
                  <c:v>3.70871</c:v>
                </c:pt>
                <c:pt idx="13782">
                  <c:v>3.7090200000000002</c:v>
                </c:pt>
                <c:pt idx="13783">
                  <c:v>3.70932</c:v>
                </c:pt>
                <c:pt idx="13784">
                  <c:v>3.7096300000000002</c:v>
                </c:pt>
                <c:pt idx="13785">
                  <c:v>3.70994</c:v>
                </c:pt>
                <c:pt idx="13786">
                  <c:v>3.7102400000000002</c:v>
                </c:pt>
                <c:pt idx="13787">
                  <c:v>3.71055</c:v>
                </c:pt>
                <c:pt idx="13788">
                  <c:v>3.7108500000000002</c:v>
                </c:pt>
                <c:pt idx="13789">
                  <c:v>3.71116</c:v>
                </c:pt>
                <c:pt idx="13790">
                  <c:v>3.7114600000000002</c:v>
                </c:pt>
                <c:pt idx="13791">
                  <c:v>3.71177</c:v>
                </c:pt>
                <c:pt idx="13792">
                  <c:v>3.7120700000000002</c:v>
                </c:pt>
                <c:pt idx="13793">
                  <c:v>3.71238</c:v>
                </c:pt>
                <c:pt idx="13794">
                  <c:v>3.7126800000000002</c:v>
                </c:pt>
                <c:pt idx="13795">
                  <c:v>3.71299</c:v>
                </c:pt>
                <c:pt idx="13796">
                  <c:v>3.7132999999999998</c:v>
                </c:pt>
                <c:pt idx="13797">
                  <c:v>3.7136</c:v>
                </c:pt>
                <c:pt idx="13798">
                  <c:v>3.7139099999999998</c:v>
                </c:pt>
                <c:pt idx="13799">
                  <c:v>3.71421</c:v>
                </c:pt>
                <c:pt idx="13800">
                  <c:v>3.7145199999999998</c:v>
                </c:pt>
                <c:pt idx="13801">
                  <c:v>3.71482</c:v>
                </c:pt>
                <c:pt idx="13802">
                  <c:v>3.7151299999999998</c:v>
                </c:pt>
                <c:pt idx="13803">
                  <c:v>3.71543</c:v>
                </c:pt>
                <c:pt idx="13804">
                  <c:v>3.7157399999999998</c:v>
                </c:pt>
                <c:pt idx="13805">
                  <c:v>3.71604</c:v>
                </c:pt>
                <c:pt idx="13806">
                  <c:v>3.7163499999999998</c:v>
                </c:pt>
                <c:pt idx="13807">
                  <c:v>3.71665</c:v>
                </c:pt>
                <c:pt idx="13808">
                  <c:v>3.7169599999999998</c:v>
                </c:pt>
                <c:pt idx="13809">
                  <c:v>3.7172700000000001</c:v>
                </c:pt>
                <c:pt idx="13810">
                  <c:v>3.7175699999999998</c:v>
                </c:pt>
                <c:pt idx="13811">
                  <c:v>3.7178800000000001</c:v>
                </c:pt>
                <c:pt idx="13812">
                  <c:v>3.7181799999999998</c:v>
                </c:pt>
                <c:pt idx="13813">
                  <c:v>3.7184900000000001</c:v>
                </c:pt>
                <c:pt idx="13814">
                  <c:v>3.7187899999999998</c:v>
                </c:pt>
                <c:pt idx="13815">
                  <c:v>3.7191000000000001</c:v>
                </c:pt>
                <c:pt idx="13816">
                  <c:v>3.7193999999999998</c:v>
                </c:pt>
                <c:pt idx="13817">
                  <c:v>3.7197100000000001</c:v>
                </c:pt>
                <c:pt idx="13818">
                  <c:v>3.7200099999999998</c:v>
                </c:pt>
                <c:pt idx="13819">
                  <c:v>3.7203200000000001</c:v>
                </c:pt>
                <c:pt idx="13820">
                  <c:v>3.7206199999999998</c:v>
                </c:pt>
                <c:pt idx="13821">
                  <c:v>3.7209300000000001</c:v>
                </c:pt>
                <c:pt idx="13822">
                  <c:v>3.7212399999999999</c:v>
                </c:pt>
                <c:pt idx="13823">
                  <c:v>3.7215400000000001</c:v>
                </c:pt>
                <c:pt idx="13824">
                  <c:v>3.7218499999999999</c:v>
                </c:pt>
                <c:pt idx="13825">
                  <c:v>3.7221500000000001</c:v>
                </c:pt>
                <c:pt idx="13826">
                  <c:v>3.7224599999999999</c:v>
                </c:pt>
                <c:pt idx="13827">
                  <c:v>3.7227600000000001</c:v>
                </c:pt>
                <c:pt idx="13828">
                  <c:v>3.7230699999999999</c:v>
                </c:pt>
                <c:pt idx="13829">
                  <c:v>3.7233700000000001</c:v>
                </c:pt>
                <c:pt idx="13830">
                  <c:v>3.7236799999999999</c:v>
                </c:pt>
                <c:pt idx="13831">
                  <c:v>3.7239800000000001</c:v>
                </c:pt>
                <c:pt idx="13832">
                  <c:v>3.7242899999999999</c:v>
                </c:pt>
                <c:pt idx="13833">
                  <c:v>3.7245900000000001</c:v>
                </c:pt>
                <c:pt idx="13834">
                  <c:v>3.7248999999999999</c:v>
                </c:pt>
                <c:pt idx="13835">
                  <c:v>3.7252100000000001</c:v>
                </c:pt>
                <c:pt idx="13836">
                  <c:v>3.7255099999999999</c:v>
                </c:pt>
                <c:pt idx="13837">
                  <c:v>3.7258200000000001</c:v>
                </c:pt>
                <c:pt idx="13838">
                  <c:v>3.7261199999999999</c:v>
                </c:pt>
                <c:pt idx="13839">
                  <c:v>3.7264300000000001</c:v>
                </c:pt>
                <c:pt idx="13840">
                  <c:v>3.7267299999999999</c:v>
                </c:pt>
                <c:pt idx="13841">
                  <c:v>3.7270400000000001</c:v>
                </c:pt>
                <c:pt idx="13842">
                  <c:v>3.7273399999999999</c:v>
                </c:pt>
                <c:pt idx="13843">
                  <c:v>3.7276500000000001</c:v>
                </c:pt>
                <c:pt idx="13844">
                  <c:v>3.7279499999999999</c:v>
                </c:pt>
                <c:pt idx="13845">
                  <c:v>3.7282600000000001</c:v>
                </c:pt>
                <c:pt idx="13846">
                  <c:v>3.7285599999999999</c:v>
                </c:pt>
                <c:pt idx="13847">
                  <c:v>3.7288700000000001</c:v>
                </c:pt>
                <c:pt idx="13848">
                  <c:v>3.7291799999999999</c:v>
                </c:pt>
                <c:pt idx="13849">
                  <c:v>3.7294800000000001</c:v>
                </c:pt>
                <c:pt idx="13850">
                  <c:v>3.7297899999999999</c:v>
                </c:pt>
                <c:pt idx="13851">
                  <c:v>3.7300900000000001</c:v>
                </c:pt>
                <c:pt idx="13852">
                  <c:v>3.7303999999999999</c:v>
                </c:pt>
                <c:pt idx="13853">
                  <c:v>3.7307000000000001</c:v>
                </c:pt>
                <c:pt idx="13854">
                  <c:v>3.7310099999999999</c:v>
                </c:pt>
                <c:pt idx="13855">
                  <c:v>3.7313100000000001</c:v>
                </c:pt>
                <c:pt idx="13856">
                  <c:v>3.7316199999999999</c:v>
                </c:pt>
                <c:pt idx="13857">
                  <c:v>3.7319200000000001</c:v>
                </c:pt>
                <c:pt idx="13858">
                  <c:v>3.7322299999999999</c:v>
                </c:pt>
                <c:pt idx="13859">
                  <c:v>3.7325400000000002</c:v>
                </c:pt>
                <c:pt idx="13860">
                  <c:v>3.7328399999999999</c:v>
                </c:pt>
                <c:pt idx="13861">
                  <c:v>3.7331500000000002</c:v>
                </c:pt>
                <c:pt idx="13862">
                  <c:v>3.7334499999999999</c:v>
                </c:pt>
                <c:pt idx="13863">
                  <c:v>3.7337600000000002</c:v>
                </c:pt>
                <c:pt idx="13864">
                  <c:v>3.7340599999999999</c:v>
                </c:pt>
                <c:pt idx="13865">
                  <c:v>3.7343700000000002</c:v>
                </c:pt>
                <c:pt idx="13866">
                  <c:v>3.7346699999999999</c:v>
                </c:pt>
                <c:pt idx="13867">
                  <c:v>3.7349800000000002</c:v>
                </c:pt>
                <c:pt idx="13868">
                  <c:v>3.7352799999999999</c:v>
                </c:pt>
                <c:pt idx="13869">
                  <c:v>3.7355900000000002</c:v>
                </c:pt>
                <c:pt idx="13870">
                  <c:v>3.7358899999999999</c:v>
                </c:pt>
                <c:pt idx="13871">
                  <c:v>3.7362000000000002</c:v>
                </c:pt>
                <c:pt idx="13872">
                  <c:v>3.73651</c:v>
                </c:pt>
                <c:pt idx="13873">
                  <c:v>3.7368100000000002</c:v>
                </c:pt>
                <c:pt idx="13874">
                  <c:v>3.73712</c:v>
                </c:pt>
                <c:pt idx="13875">
                  <c:v>3.7374200000000002</c:v>
                </c:pt>
                <c:pt idx="13876">
                  <c:v>3.73773</c:v>
                </c:pt>
                <c:pt idx="13877">
                  <c:v>3.7380300000000002</c:v>
                </c:pt>
                <c:pt idx="13878">
                  <c:v>3.73834</c:v>
                </c:pt>
                <c:pt idx="13879">
                  <c:v>3.7386400000000002</c:v>
                </c:pt>
                <c:pt idx="13880">
                  <c:v>3.73895</c:v>
                </c:pt>
                <c:pt idx="13881">
                  <c:v>3.7392500000000002</c:v>
                </c:pt>
                <c:pt idx="13882">
                  <c:v>3.73956</c:v>
                </c:pt>
                <c:pt idx="13883">
                  <c:v>3.7398600000000002</c:v>
                </c:pt>
                <c:pt idx="13884">
                  <c:v>3.74017</c:v>
                </c:pt>
                <c:pt idx="13885">
                  <c:v>3.7404799999999998</c:v>
                </c:pt>
                <c:pt idx="13886">
                  <c:v>3.74078</c:v>
                </c:pt>
                <c:pt idx="13887">
                  <c:v>3.7410899999999998</c:v>
                </c:pt>
                <c:pt idx="13888">
                  <c:v>3.74139</c:v>
                </c:pt>
                <c:pt idx="13889">
                  <c:v>3.7416999999999998</c:v>
                </c:pt>
                <c:pt idx="13890">
                  <c:v>3.742</c:v>
                </c:pt>
                <c:pt idx="13891">
                  <c:v>3.7423099999999998</c:v>
                </c:pt>
                <c:pt idx="13892">
                  <c:v>3.74261</c:v>
                </c:pt>
                <c:pt idx="13893">
                  <c:v>3.7429199999999998</c:v>
                </c:pt>
                <c:pt idx="13894">
                  <c:v>3.74322</c:v>
                </c:pt>
                <c:pt idx="13895">
                  <c:v>3.7435299999999998</c:v>
                </c:pt>
                <c:pt idx="13896">
                  <c:v>3.74383</c:v>
                </c:pt>
                <c:pt idx="13897">
                  <c:v>3.7441399999999998</c:v>
                </c:pt>
                <c:pt idx="13898">
                  <c:v>3.7444500000000001</c:v>
                </c:pt>
                <c:pt idx="13899">
                  <c:v>3.7447499999999998</c:v>
                </c:pt>
                <c:pt idx="13900">
                  <c:v>3.7450600000000001</c:v>
                </c:pt>
                <c:pt idx="13901">
                  <c:v>3.7453599999999998</c:v>
                </c:pt>
                <c:pt idx="13902">
                  <c:v>3.7456700000000001</c:v>
                </c:pt>
                <c:pt idx="13903">
                  <c:v>3.7459699999999998</c:v>
                </c:pt>
                <c:pt idx="13904">
                  <c:v>3.7462800000000001</c:v>
                </c:pt>
                <c:pt idx="13905">
                  <c:v>3.7465799999999998</c:v>
                </c:pt>
                <c:pt idx="13906">
                  <c:v>3.7468900000000001</c:v>
                </c:pt>
                <c:pt idx="13907">
                  <c:v>3.7471899999999998</c:v>
                </c:pt>
                <c:pt idx="13908">
                  <c:v>3.7475000000000001</c:v>
                </c:pt>
                <c:pt idx="13909">
                  <c:v>3.7478099999999999</c:v>
                </c:pt>
                <c:pt idx="13910">
                  <c:v>3.7481100000000001</c:v>
                </c:pt>
                <c:pt idx="13911">
                  <c:v>3.7484199999999999</c:v>
                </c:pt>
                <c:pt idx="13912">
                  <c:v>3.7487200000000001</c:v>
                </c:pt>
                <c:pt idx="13913">
                  <c:v>3.7490299999999999</c:v>
                </c:pt>
                <c:pt idx="13914">
                  <c:v>3.7493300000000001</c:v>
                </c:pt>
                <c:pt idx="13915">
                  <c:v>3.7496399999999999</c:v>
                </c:pt>
                <c:pt idx="13916">
                  <c:v>3.7499400000000001</c:v>
                </c:pt>
                <c:pt idx="13917">
                  <c:v>3.7502499999999999</c:v>
                </c:pt>
                <c:pt idx="13918">
                  <c:v>3.7505500000000001</c:v>
                </c:pt>
                <c:pt idx="13919">
                  <c:v>3.7508599999999999</c:v>
                </c:pt>
                <c:pt idx="13920">
                  <c:v>3.75116</c:v>
                </c:pt>
                <c:pt idx="13921">
                  <c:v>3.7514699999999999</c:v>
                </c:pt>
                <c:pt idx="13922">
                  <c:v>3.7517800000000001</c:v>
                </c:pt>
                <c:pt idx="13923">
                  <c:v>3.7520799999999999</c:v>
                </c:pt>
                <c:pt idx="13924">
                  <c:v>3.7523900000000001</c:v>
                </c:pt>
                <c:pt idx="13925">
                  <c:v>3.7526899999999999</c:v>
                </c:pt>
                <c:pt idx="13926">
                  <c:v>3.7530000000000001</c:v>
                </c:pt>
                <c:pt idx="13927">
                  <c:v>3.7532999999999999</c:v>
                </c:pt>
                <c:pt idx="13928">
                  <c:v>3.7536100000000001</c:v>
                </c:pt>
                <c:pt idx="13929">
                  <c:v>3.7539099999999999</c:v>
                </c:pt>
                <c:pt idx="13930">
                  <c:v>3.7542200000000001</c:v>
                </c:pt>
                <c:pt idx="13931">
                  <c:v>3.7545199999999999</c:v>
                </c:pt>
                <c:pt idx="13932">
                  <c:v>3.7548300000000001</c:v>
                </c:pt>
                <c:pt idx="13933">
                  <c:v>3.7551299999999999</c:v>
                </c:pt>
                <c:pt idx="13934">
                  <c:v>3.7554400000000001</c:v>
                </c:pt>
                <c:pt idx="13935">
                  <c:v>3.7557499999999999</c:v>
                </c:pt>
                <c:pt idx="13936">
                  <c:v>3.7560500000000001</c:v>
                </c:pt>
                <c:pt idx="13937">
                  <c:v>3.7563599999999999</c:v>
                </c:pt>
                <c:pt idx="13938">
                  <c:v>3.7566600000000001</c:v>
                </c:pt>
                <c:pt idx="13939">
                  <c:v>3.7569699999999999</c:v>
                </c:pt>
                <c:pt idx="13940">
                  <c:v>3.7572700000000001</c:v>
                </c:pt>
                <c:pt idx="13941">
                  <c:v>3.7575799999999999</c:v>
                </c:pt>
                <c:pt idx="13942">
                  <c:v>3.7578800000000001</c:v>
                </c:pt>
                <c:pt idx="13943">
                  <c:v>3.7581899999999999</c:v>
                </c:pt>
                <c:pt idx="13944">
                  <c:v>3.7584900000000001</c:v>
                </c:pt>
                <c:pt idx="13945">
                  <c:v>3.7587999999999999</c:v>
                </c:pt>
                <c:pt idx="13946">
                  <c:v>3.7591000000000001</c:v>
                </c:pt>
                <c:pt idx="13947">
                  <c:v>3.7594099999999999</c:v>
                </c:pt>
                <c:pt idx="13948">
                  <c:v>3.7597200000000002</c:v>
                </c:pt>
                <c:pt idx="13949">
                  <c:v>3.7600199999999999</c:v>
                </c:pt>
                <c:pt idx="13950">
                  <c:v>3.7603300000000002</c:v>
                </c:pt>
                <c:pt idx="13951">
                  <c:v>3.7606299999999999</c:v>
                </c:pt>
                <c:pt idx="13952">
                  <c:v>3.7609400000000002</c:v>
                </c:pt>
                <c:pt idx="13953">
                  <c:v>3.7612399999999999</c:v>
                </c:pt>
                <c:pt idx="13954">
                  <c:v>3.7615500000000002</c:v>
                </c:pt>
                <c:pt idx="13955">
                  <c:v>3.7618499999999999</c:v>
                </c:pt>
                <c:pt idx="13956">
                  <c:v>3.7621600000000002</c:v>
                </c:pt>
                <c:pt idx="13957">
                  <c:v>3.7624599999999999</c:v>
                </c:pt>
                <c:pt idx="13958">
                  <c:v>3.7627700000000002</c:v>
                </c:pt>
                <c:pt idx="13959">
                  <c:v>3.7630699999999999</c:v>
                </c:pt>
                <c:pt idx="13960">
                  <c:v>3.7633800000000002</c:v>
                </c:pt>
                <c:pt idx="13961">
                  <c:v>3.76369</c:v>
                </c:pt>
                <c:pt idx="13962">
                  <c:v>3.7639900000000002</c:v>
                </c:pt>
                <c:pt idx="13963">
                  <c:v>3.7643</c:v>
                </c:pt>
                <c:pt idx="13964">
                  <c:v>3.7646000000000002</c:v>
                </c:pt>
                <c:pt idx="13965">
                  <c:v>3.76491</c:v>
                </c:pt>
                <c:pt idx="13966">
                  <c:v>3.7652100000000002</c:v>
                </c:pt>
                <c:pt idx="13967">
                  <c:v>3.76552</c:v>
                </c:pt>
                <c:pt idx="13968">
                  <c:v>3.7658200000000002</c:v>
                </c:pt>
                <c:pt idx="13969">
                  <c:v>3.76613</c:v>
                </c:pt>
                <c:pt idx="13970">
                  <c:v>3.7664300000000002</c:v>
                </c:pt>
                <c:pt idx="13971">
                  <c:v>3.76674</c:v>
                </c:pt>
                <c:pt idx="13972">
                  <c:v>3.7670499999999998</c:v>
                </c:pt>
                <c:pt idx="13973">
                  <c:v>3.76735</c:v>
                </c:pt>
                <c:pt idx="13974">
                  <c:v>3.7676599999999998</c:v>
                </c:pt>
                <c:pt idx="13975">
                  <c:v>3.76796</c:v>
                </c:pt>
                <c:pt idx="13976">
                  <c:v>3.7682699999999998</c:v>
                </c:pt>
                <c:pt idx="13977">
                  <c:v>3.76857</c:v>
                </c:pt>
                <c:pt idx="13978">
                  <c:v>3.7688799999999998</c:v>
                </c:pt>
                <c:pt idx="13979">
                  <c:v>3.76918</c:v>
                </c:pt>
                <c:pt idx="13980">
                  <c:v>3.7694899999999998</c:v>
                </c:pt>
                <c:pt idx="13981">
                  <c:v>3.76979</c:v>
                </c:pt>
                <c:pt idx="13982">
                  <c:v>3.7700999999999998</c:v>
                </c:pt>
                <c:pt idx="13983">
                  <c:v>3.7704</c:v>
                </c:pt>
                <c:pt idx="13984">
                  <c:v>3.7707099999999998</c:v>
                </c:pt>
                <c:pt idx="13985">
                  <c:v>3.77102</c:v>
                </c:pt>
                <c:pt idx="13986">
                  <c:v>3.7713199999999998</c:v>
                </c:pt>
                <c:pt idx="13987">
                  <c:v>3.77163</c:v>
                </c:pt>
                <c:pt idx="13988">
                  <c:v>3.7719299999999998</c:v>
                </c:pt>
                <c:pt idx="13989">
                  <c:v>3.77224</c:v>
                </c:pt>
                <c:pt idx="13990">
                  <c:v>3.7725399999999998</c:v>
                </c:pt>
                <c:pt idx="13991">
                  <c:v>3.77285</c:v>
                </c:pt>
                <c:pt idx="13992">
                  <c:v>3.7731499999999998</c:v>
                </c:pt>
                <c:pt idx="13993">
                  <c:v>3.77346</c:v>
                </c:pt>
                <c:pt idx="13994">
                  <c:v>3.7737599999999998</c:v>
                </c:pt>
                <c:pt idx="13995">
                  <c:v>3.77407</c:v>
                </c:pt>
                <c:pt idx="13996">
                  <c:v>3.7743699999999998</c:v>
                </c:pt>
                <c:pt idx="13997">
                  <c:v>3.77468</c:v>
                </c:pt>
                <c:pt idx="13998">
                  <c:v>3.7749899999999998</c:v>
                </c:pt>
                <c:pt idx="13999">
                  <c:v>3.77529</c:v>
                </c:pt>
                <c:pt idx="14000">
                  <c:v>3.7755999999999998</c:v>
                </c:pt>
                <c:pt idx="14001">
                  <c:v>3.7759</c:v>
                </c:pt>
                <c:pt idx="14002">
                  <c:v>3.7762099999999998</c:v>
                </c:pt>
                <c:pt idx="14003">
                  <c:v>3.77651</c:v>
                </c:pt>
                <c:pt idx="14004">
                  <c:v>3.7768199999999998</c:v>
                </c:pt>
                <c:pt idx="14005">
                  <c:v>3.77712</c:v>
                </c:pt>
                <c:pt idx="14006">
                  <c:v>3.7774299999999998</c:v>
                </c:pt>
                <c:pt idx="14007">
                  <c:v>3.77773</c:v>
                </c:pt>
                <c:pt idx="14008">
                  <c:v>3.7780399999999998</c:v>
                </c:pt>
                <c:pt idx="14009">
                  <c:v>3.77834</c:v>
                </c:pt>
                <c:pt idx="14010">
                  <c:v>3.7786499999999998</c:v>
                </c:pt>
                <c:pt idx="14011">
                  <c:v>3.7789600000000001</c:v>
                </c:pt>
                <c:pt idx="14012">
                  <c:v>3.7792599999999998</c:v>
                </c:pt>
                <c:pt idx="14013">
                  <c:v>3.7795700000000001</c:v>
                </c:pt>
                <c:pt idx="14014">
                  <c:v>3.7798699999999998</c:v>
                </c:pt>
                <c:pt idx="14015">
                  <c:v>3.7801800000000001</c:v>
                </c:pt>
                <c:pt idx="14016">
                  <c:v>3.7804799999999998</c:v>
                </c:pt>
                <c:pt idx="14017">
                  <c:v>3.7807900000000001</c:v>
                </c:pt>
                <c:pt idx="14018">
                  <c:v>3.7810899999999998</c:v>
                </c:pt>
                <c:pt idx="14019">
                  <c:v>3.7814000000000001</c:v>
                </c:pt>
                <c:pt idx="14020">
                  <c:v>3.7816999999999998</c:v>
                </c:pt>
                <c:pt idx="14021">
                  <c:v>3.7820100000000001</c:v>
                </c:pt>
                <c:pt idx="14022">
                  <c:v>3.7823099999999998</c:v>
                </c:pt>
                <c:pt idx="14023">
                  <c:v>3.7826200000000001</c:v>
                </c:pt>
                <c:pt idx="14024">
                  <c:v>3.7829299999999999</c:v>
                </c:pt>
                <c:pt idx="14025">
                  <c:v>3.7832300000000001</c:v>
                </c:pt>
                <c:pt idx="14026">
                  <c:v>3.7835399999999999</c:v>
                </c:pt>
                <c:pt idx="14027">
                  <c:v>3.7838400000000001</c:v>
                </c:pt>
                <c:pt idx="14028">
                  <c:v>3.7841499999999999</c:v>
                </c:pt>
                <c:pt idx="14029">
                  <c:v>3.7844500000000001</c:v>
                </c:pt>
                <c:pt idx="14030">
                  <c:v>3.7847599999999999</c:v>
                </c:pt>
                <c:pt idx="14031">
                  <c:v>3.7850600000000001</c:v>
                </c:pt>
                <c:pt idx="14032">
                  <c:v>3.7853699999999999</c:v>
                </c:pt>
                <c:pt idx="14033">
                  <c:v>3.7856700000000001</c:v>
                </c:pt>
                <c:pt idx="14034">
                  <c:v>3.7859799999999999</c:v>
                </c:pt>
                <c:pt idx="14035">
                  <c:v>3.7862900000000002</c:v>
                </c:pt>
                <c:pt idx="14036">
                  <c:v>3.7865899999999999</c:v>
                </c:pt>
                <c:pt idx="14037">
                  <c:v>3.7869000000000002</c:v>
                </c:pt>
                <c:pt idx="14038">
                  <c:v>3.7871999999999999</c:v>
                </c:pt>
                <c:pt idx="14039">
                  <c:v>3.7875100000000002</c:v>
                </c:pt>
                <c:pt idx="14040">
                  <c:v>3.7878099999999999</c:v>
                </c:pt>
                <c:pt idx="14041">
                  <c:v>3.7881200000000002</c:v>
                </c:pt>
                <c:pt idx="14042">
                  <c:v>3.7884199999999999</c:v>
                </c:pt>
                <c:pt idx="14043">
                  <c:v>3.7887300000000002</c:v>
                </c:pt>
                <c:pt idx="14044">
                  <c:v>3.7890299999999999</c:v>
                </c:pt>
                <c:pt idx="14045">
                  <c:v>3.7893400000000002</c:v>
                </c:pt>
                <c:pt idx="14046">
                  <c:v>3.7896399999999999</c:v>
                </c:pt>
                <c:pt idx="14047">
                  <c:v>3.7899500000000002</c:v>
                </c:pt>
                <c:pt idx="14048">
                  <c:v>3.79026</c:v>
                </c:pt>
                <c:pt idx="14049">
                  <c:v>3.7905600000000002</c:v>
                </c:pt>
                <c:pt idx="14050">
                  <c:v>3.79087</c:v>
                </c:pt>
                <c:pt idx="14051">
                  <c:v>3.7911700000000002</c:v>
                </c:pt>
                <c:pt idx="14052">
                  <c:v>3.79148</c:v>
                </c:pt>
                <c:pt idx="14053">
                  <c:v>3.7917800000000002</c:v>
                </c:pt>
                <c:pt idx="14054">
                  <c:v>3.79209</c:v>
                </c:pt>
                <c:pt idx="14055">
                  <c:v>3.7923900000000001</c:v>
                </c:pt>
                <c:pt idx="14056">
                  <c:v>3.7927</c:v>
                </c:pt>
                <c:pt idx="14057">
                  <c:v>3.7930000000000001</c:v>
                </c:pt>
                <c:pt idx="14058">
                  <c:v>3.79331</c:v>
                </c:pt>
                <c:pt idx="14059">
                  <c:v>3.7936100000000001</c:v>
                </c:pt>
                <c:pt idx="14060">
                  <c:v>3.79392</c:v>
                </c:pt>
                <c:pt idx="14061">
                  <c:v>3.7942300000000002</c:v>
                </c:pt>
                <c:pt idx="14062">
                  <c:v>3.79453</c:v>
                </c:pt>
                <c:pt idx="14063">
                  <c:v>3.7948400000000002</c:v>
                </c:pt>
                <c:pt idx="14064">
                  <c:v>3.79514</c:v>
                </c:pt>
                <c:pt idx="14065">
                  <c:v>3.7954500000000002</c:v>
                </c:pt>
                <c:pt idx="14066">
                  <c:v>3.79575</c:v>
                </c:pt>
                <c:pt idx="14067">
                  <c:v>3.7960600000000002</c:v>
                </c:pt>
                <c:pt idx="14068">
                  <c:v>3.79636</c:v>
                </c:pt>
                <c:pt idx="14069">
                  <c:v>3.7966700000000002</c:v>
                </c:pt>
                <c:pt idx="14070">
                  <c:v>3.79697</c:v>
                </c:pt>
                <c:pt idx="14071">
                  <c:v>3.7972800000000002</c:v>
                </c:pt>
                <c:pt idx="14072">
                  <c:v>3.79758</c:v>
                </c:pt>
                <c:pt idx="14073">
                  <c:v>3.7978900000000002</c:v>
                </c:pt>
                <c:pt idx="14074">
                  <c:v>3.7982</c:v>
                </c:pt>
                <c:pt idx="14075">
                  <c:v>3.7985000000000002</c:v>
                </c:pt>
                <c:pt idx="14076">
                  <c:v>3.79881</c:v>
                </c:pt>
                <c:pt idx="14077">
                  <c:v>3.7991100000000002</c:v>
                </c:pt>
                <c:pt idx="14078">
                  <c:v>3.79942</c:v>
                </c:pt>
                <c:pt idx="14079">
                  <c:v>3.7997200000000002</c:v>
                </c:pt>
                <c:pt idx="14080">
                  <c:v>3.80003</c:v>
                </c:pt>
                <c:pt idx="14081">
                  <c:v>3.8003300000000002</c:v>
                </c:pt>
                <c:pt idx="14082">
                  <c:v>3.80064</c:v>
                </c:pt>
                <c:pt idx="14083">
                  <c:v>3.8009400000000002</c:v>
                </c:pt>
                <c:pt idx="14084">
                  <c:v>3.80125</c:v>
                </c:pt>
                <c:pt idx="14085">
                  <c:v>3.8015599999999998</c:v>
                </c:pt>
                <c:pt idx="14086">
                  <c:v>3.80186</c:v>
                </c:pt>
                <c:pt idx="14087">
                  <c:v>3.8021699999999998</c:v>
                </c:pt>
                <c:pt idx="14088">
                  <c:v>3.80247</c:v>
                </c:pt>
                <c:pt idx="14089">
                  <c:v>3.8027799999999998</c:v>
                </c:pt>
                <c:pt idx="14090">
                  <c:v>3.80308</c:v>
                </c:pt>
                <c:pt idx="14091">
                  <c:v>3.8033899999999998</c:v>
                </c:pt>
                <c:pt idx="14092">
                  <c:v>3.80369</c:v>
                </c:pt>
                <c:pt idx="14093">
                  <c:v>3.8039999999999998</c:v>
                </c:pt>
                <c:pt idx="14094">
                  <c:v>3.8043</c:v>
                </c:pt>
                <c:pt idx="14095">
                  <c:v>3.8046099999999998</c:v>
                </c:pt>
                <c:pt idx="14096">
                  <c:v>3.80491</c:v>
                </c:pt>
                <c:pt idx="14097">
                  <c:v>3.8052199999999998</c:v>
                </c:pt>
                <c:pt idx="14098">
                  <c:v>3.8055300000000001</c:v>
                </c:pt>
                <c:pt idx="14099">
                  <c:v>3.8058299999999998</c:v>
                </c:pt>
                <c:pt idx="14100">
                  <c:v>3.8061400000000001</c:v>
                </c:pt>
                <c:pt idx="14101">
                  <c:v>3.8064399999999998</c:v>
                </c:pt>
                <c:pt idx="14102">
                  <c:v>3.8067500000000001</c:v>
                </c:pt>
                <c:pt idx="14103">
                  <c:v>3.8070499999999998</c:v>
                </c:pt>
                <c:pt idx="14104">
                  <c:v>3.8073600000000001</c:v>
                </c:pt>
                <c:pt idx="14105">
                  <c:v>3.8076599999999998</c:v>
                </c:pt>
                <c:pt idx="14106">
                  <c:v>3.8079700000000001</c:v>
                </c:pt>
                <c:pt idx="14107">
                  <c:v>3.8082699999999998</c:v>
                </c:pt>
                <c:pt idx="14108">
                  <c:v>3.8085800000000001</c:v>
                </c:pt>
                <c:pt idx="14109">
                  <c:v>3.8088799999999998</c:v>
                </c:pt>
                <c:pt idx="14110">
                  <c:v>3.8091900000000001</c:v>
                </c:pt>
                <c:pt idx="14111">
                  <c:v>3.8094999999999999</c:v>
                </c:pt>
                <c:pt idx="14112">
                  <c:v>3.8098000000000001</c:v>
                </c:pt>
                <c:pt idx="14113">
                  <c:v>3.8101099999999999</c:v>
                </c:pt>
                <c:pt idx="14114">
                  <c:v>3.8104100000000001</c:v>
                </c:pt>
                <c:pt idx="14115">
                  <c:v>3.8107199999999999</c:v>
                </c:pt>
                <c:pt idx="14116">
                  <c:v>3.8110200000000001</c:v>
                </c:pt>
                <c:pt idx="14117">
                  <c:v>3.8113299999999999</c:v>
                </c:pt>
                <c:pt idx="14118">
                  <c:v>3.8116300000000001</c:v>
                </c:pt>
                <c:pt idx="14119">
                  <c:v>3.8119399999999999</c:v>
                </c:pt>
                <c:pt idx="14120">
                  <c:v>3.8122400000000001</c:v>
                </c:pt>
                <c:pt idx="14121">
                  <c:v>3.8125499999999999</c:v>
                </c:pt>
                <c:pt idx="14122">
                  <c:v>3.8128500000000001</c:v>
                </c:pt>
                <c:pt idx="14123">
                  <c:v>3.8131599999999999</c:v>
                </c:pt>
                <c:pt idx="14124">
                  <c:v>3.8134700000000001</c:v>
                </c:pt>
                <c:pt idx="14125">
                  <c:v>3.8137699999999999</c:v>
                </c:pt>
                <c:pt idx="14126">
                  <c:v>3.8140800000000001</c:v>
                </c:pt>
                <c:pt idx="14127">
                  <c:v>3.8143799999999999</c:v>
                </c:pt>
                <c:pt idx="14128">
                  <c:v>3.8146900000000001</c:v>
                </c:pt>
                <c:pt idx="14129">
                  <c:v>3.8149899999999999</c:v>
                </c:pt>
                <c:pt idx="14130">
                  <c:v>3.8153000000000001</c:v>
                </c:pt>
                <c:pt idx="14131">
                  <c:v>3.8155999999999999</c:v>
                </c:pt>
                <c:pt idx="14132">
                  <c:v>3.8159100000000001</c:v>
                </c:pt>
                <c:pt idx="14133">
                  <c:v>3.8162099999999999</c:v>
                </c:pt>
                <c:pt idx="14134">
                  <c:v>3.8165200000000001</c:v>
                </c:pt>
                <c:pt idx="14135">
                  <c:v>3.8168199999999999</c:v>
                </c:pt>
                <c:pt idx="14136">
                  <c:v>3.8171300000000001</c:v>
                </c:pt>
                <c:pt idx="14137">
                  <c:v>3.8174399999999999</c:v>
                </c:pt>
                <c:pt idx="14138">
                  <c:v>3.8177400000000001</c:v>
                </c:pt>
                <c:pt idx="14139">
                  <c:v>3.8180499999999999</c:v>
                </c:pt>
                <c:pt idx="14140">
                  <c:v>3.8183500000000001</c:v>
                </c:pt>
                <c:pt idx="14141">
                  <c:v>3.8186599999999999</c:v>
                </c:pt>
                <c:pt idx="14142">
                  <c:v>3.8189600000000001</c:v>
                </c:pt>
                <c:pt idx="14143">
                  <c:v>3.8192699999999999</c:v>
                </c:pt>
                <c:pt idx="14144">
                  <c:v>3.8195700000000001</c:v>
                </c:pt>
                <c:pt idx="14145">
                  <c:v>3.8198799999999999</c:v>
                </c:pt>
                <c:pt idx="14146">
                  <c:v>3.8201800000000001</c:v>
                </c:pt>
                <c:pt idx="14147">
                  <c:v>3.8204899999999999</c:v>
                </c:pt>
                <c:pt idx="14148">
                  <c:v>3.8208000000000002</c:v>
                </c:pt>
                <c:pt idx="14149">
                  <c:v>3.8210999999999999</c:v>
                </c:pt>
                <c:pt idx="14150">
                  <c:v>3.8214100000000002</c:v>
                </c:pt>
                <c:pt idx="14151">
                  <c:v>3.8217099999999999</c:v>
                </c:pt>
                <c:pt idx="14152">
                  <c:v>3.8220200000000002</c:v>
                </c:pt>
                <c:pt idx="14153">
                  <c:v>3.8223199999999999</c:v>
                </c:pt>
                <c:pt idx="14154">
                  <c:v>3.8226300000000002</c:v>
                </c:pt>
                <c:pt idx="14155">
                  <c:v>3.8229299999999999</c:v>
                </c:pt>
                <c:pt idx="14156">
                  <c:v>3.8232400000000002</c:v>
                </c:pt>
                <c:pt idx="14157">
                  <c:v>3.8235399999999999</c:v>
                </c:pt>
                <c:pt idx="14158">
                  <c:v>3.8238500000000002</c:v>
                </c:pt>
                <c:pt idx="14159">
                  <c:v>3.8241499999999999</c:v>
                </c:pt>
                <c:pt idx="14160">
                  <c:v>3.8244600000000002</c:v>
                </c:pt>
                <c:pt idx="14161">
                  <c:v>3.82477</c:v>
                </c:pt>
                <c:pt idx="14162">
                  <c:v>3.8250700000000002</c:v>
                </c:pt>
                <c:pt idx="14163">
                  <c:v>3.82538</c:v>
                </c:pt>
                <c:pt idx="14164">
                  <c:v>3.8256800000000002</c:v>
                </c:pt>
                <c:pt idx="14165">
                  <c:v>3.82599</c:v>
                </c:pt>
                <c:pt idx="14166">
                  <c:v>3.8262900000000002</c:v>
                </c:pt>
                <c:pt idx="14167">
                  <c:v>3.8266</c:v>
                </c:pt>
                <c:pt idx="14168">
                  <c:v>3.8269000000000002</c:v>
                </c:pt>
                <c:pt idx="14169">
                  <c:v>3.82721</c:v>
                </c:pt>
                <c:pt idx="14170">
                  <c:v>3.8275100000000002</c:v>
                </c:pt>
                <c:pt idx="14171">
                  <c:v>3.82782</c:v>
                </c:pt>
                <c:pt idx="14172">
                  <c:v>3.8281200000000002</c:v>
                </c:pt>
                <c:pt idx="14173">
                  <c:v>3.82843</c:v>
                </c:pt>
                <c:pt idx="14174">
                  <c:v>3.8287399999999998</c:v>
                </c:pt>
                <c:pt idx="14175">
                  <c:v>3.82904</c:v>
                </c:pt>
                <c:pt idx="14176">
                  <c:v>3.8293499999999998</c:v>
                </c:pt>
                <c:pt idx="14177">
                  <c:v>3.82965</c:v>
                </c:pt>
                <c:pt idx="14178">
                  <c:v>3.8299599999999998</c:v>
                </c:pt>
                <c:pt idx="14179">
                  <c:v>3.83026</c:v>
                </c:pt>
                <c:pt idx="14180">
                  <c:v>3.8305699999999998</c:v>
                </c:pt>
                <c:pt idx="14181">
                  <c:v>3.83087</c:v>
                </c:pt>
                <c:pt idx="14182">
                  <c:v>3.8311799999999998</c:v>
                </c:pt>
                <c:pt idx="14183">
                  <c:v>3.83148</c:v>
                </c:pt>
                <c:pt idx="14184">
                  <c:v>3.8317899999999998</c:v>
                </c:pt>
                <c:pt idx="14185">
                  <c:v>3.83209</c:v>
                </c:pt>
                <c:pt idx="14186">
                  <c:v>3.8323999999999998</c:v>
                </c:pt>
                <c:pt idx="14187">
                  <c:v>3.8327100000000001</c:v>
                </c:pt>
                <c:pt idx="14188">
                  <c:v>3.8330099999999998</c:v>
                </c:pt>
                <c:pt idx="14189">
                  <c:v>3.8333200000000001</c:v>
                </c:pt>
                <c:pt idx="14190">
                  <c:v>3.8336199999999998</c:v>
                </c:pt>
                <c:pt idx="14191">
                  <c:v>3.8339300000000001</c:v>
                </c:pt>
                <c:pt idx="14192">
                  <c:v>3.8342299999999998</c:v>
                </c:pt>
                <c:pt idx="14193">
                  <c:v>3.8345400000000001</c:v>
                </c:pt>
                <c:pt idx="14194">
                  <c:v>3.8348399999999998</c:v>
                </c:pt>
                <c:pt idx="14195">
                  <c:v>3.8351500000000001</c:v>
                </c:pt>
                <c:pt idx="14196">
                  <c:v>3.8354499999999998</c:v>
                </c:pt>
                <c:pt idx="14197">
                  <c:v>3.8357600000000001</c:v>
                </c:pt>
                <c:pt idx="14198">
                  <c:v>3.8360599999999998</c:v>
                </c:pt>
                <c:pt idx="14199">
                  <c:v>3.8363700000000001</c:v>
                </c:pt>
                <c:pt idx="14200">
                  <c:v>3.8366799999999999</c:v>
                </c:pt>
                <c:pt idx="14201">
                  <c:v>3.8369800000000001</c:v>
                </c:pt>
                <c:pt idx="14202">
                  <c:v>3.8372899999999999</c:v>
                </c:pt>
                <c:pt idx="14203">
                  <c:v>3.8375900000000001</c:v>
                </c:pt>
                <c:pt idx="14204">
                  <c:v>3.8378999999999999</c:v>
                </c:pt>
                <c:pt idx="14205">
                  <c:v>3.8382000000000001</c:v>
                </c:pt>
                <c:pt idx="14206">
                  <c:v>3.8385099999999999</c:v>
                </c:pt>
                <c:pt idx="14207">
                  <c:v>3.8388100000000001</c:v>
                </c:pt>
                <c:pt idx="14208">
                  <c:v>3.8391199999999999</c:v>
                </c:pt>
                <c:pt idx="14209">
                  <c:v>3.8394200000000001</c:v>
                </c:pt>
                <c:pt idx="14210">
                  <c:v>3.8397299999999999</c:v>
                </c:pt>
                <c:pt idx="14211">
                  <c:v>3.8400400000000001</c:v>
                </c:pt>
                <c:pt idx="14212">
                  <c:v>3.8403399999999999</c:v>
                </c:pt>
                <c:pt idx="14213">
                  <c:v>3.8406500000000001</c:v>
                </c:pt>
                <c:pt idx="14214">
                  <c:v>3.8409499999999999</c:v>
                </c:pt>
                <c:pt idx="14215">
                  <c:v>3.8412600000000001</c:v>
                </c:pt>
                <c:pt idx="14216">
                  <c:v>3.8415599999999999</c:v>
                </c:pt>
                <c:pt idx="14217">
                  <c:v>3.8418700000000001</c:v>
                </c:pt>
                <c:pt idx="14218">
                  <c:v>3.8421699999999999</c:v>
                </c:pt>
                <c:pt idx="14219">
                  <c:v>3.8424800000000001</c:v>
                </c:pt>
                <c:pt idx="14220">
                  <c:v>3.8427799999999999</c:v>
                </c:pt>
                <c:pt idx="14221">
                  <c:v>3.8430900000000001</c:v>
                </c:pt>
                <c:pt idx="14222">
                  <c:v>3.8433899999999999</c:v>
                </c:pt>
                <c:pt idx="14223">
                  <c:v>3.8437000000000001</c:v>
                </c:pt>
                <c:pt idx="14224">
                  <c:v>3.8440099999999999</c:v>
                </c:pt>
                <c:pt idx="14225">
                  <c:v>3.8443100000000001</c:v>
                </c:pt>
                <c:pt idx="14226">
                  <c:v>3.8446199999999999</c:v>
                </c:pt>
                <c:pt idx="14227">
                  <c:v>3.8449200000000001</c:v>
                </c:pt>
                <c:pt idx="14228">
                  <c:v>3.8452299999999999</c:v>
                </c:pt>
                <c:pt idx="14229">
                  <c:v>3.8455300000000001</c:v>
                </c:pt>
                <c:pt idx="14230">
                  <c:v>3.8458399999999999</c:v>
                </c:pt>
                <c:pt idx="14231">
                  <c:v>3.8461400000000001</c:v>
                </c:pt>
                <c:pt idx="14232">
                  <c:v>3.8464499999999999</c:v>
                </c:pt>
                <c:pt idx="14233">
                  <c:v>3.8467500000000001</c:v>
                </c:pt>
                <c:pt idx="14234">
                  <c:v>3.8470599999999999</c:v>
                </c:pt>
                <c:pt idx="14235">
                  <c:v>3.8473600000000001</c:v>
                </c:pt>
                <c:pt idx="14236">
                  <c:v>3.8476699999999999</c:v>
                </c:pt>
                <c:pt idx="14237">
                  <c:v>3.8479800000000002</c:v>
                </c:pt>
                <c:pt idx="14238">
                  <c:v>3.8482799999999999</c:v>
                </c:pt>
                <c:pt idx="14239">
                  <c:v>3.8485900000000002</c:v>
                </c:pt>
                <c:pt idx="14240">
                  <c:v>3.8488899999999999</c:v>
                </c:pt>
                <c:pt idx="14241">
                  <c:v>3.8492000000000002</c:v>
                </c:pt>
                <c:pt idx="14242">
                  <c:v>3.8494999999999999</c:v>
                </c:pt>
                <c:pt idx="14243">
                  <c:v>3.8498100000000002</c:v>
                </c:pt>
                <c:pt idx="14244">
                  <c:v>3.8501099999999999</c:v>
                </c:pt>
                <c:pt idx="14245">
                  <c:v>3.8504200000000002</c:v>
                </c:pt>
                <c:pt idx="14246">
                  <c:v>3.8507199999999999</c:v>
                </c:pt>
                <c:pt idx="14247">
                  <c:v>3.8510300000000002</c:v>
                </c:pt>
                <c:pt idx="14248">
                  <c:v>3.8513299999999999</c:v>
                </c:pt>
                <c:pt idx="14249">
                  <c:v>3.8516400000000002</c:v>
                </c:pt>
                <c:pt idx="14250">
                  <c:v>3.85195</c:v>
                </c:pt>
                <c:pt idx="14251">
                  <c:v>3.8522500000000002</c:v>
                </c:pt>
                <c:pt idx="14252">
                  <c:v>3.85256</c:v>
                </c:pt>
                <c:pt idx="14253">
                  <c:v>3.8528600000000002</c:v>
                </c:pt>
                <c:pt idx="14254">
                  <c:v>3.85317</c:v>
                </c:pt>
                <c:pt idx="14255">
                  <c:v>3.8534700000000002</c:v>
                </c:pt>
                <c:pt idx="14256">
                  <c:v>3.85378</c:v>
                </c:pt>
                <c:pt idx="14257">
                  <c:v>3.8540800000000002</c:v>
                </c:pt>
                <c:pt idx="14258">
                  <c:v>3.85439</c:v>
                </c:pt>
                <c:pt idx="14259">
                  <c:v>3.8546900000000002</c:v>
                </c:pt>
                <c:pt idx="14260">
                  <c:v>3.855</c:v>
                </c:pt>
                <c:pt idx="14261">
                  <c:v>3.8553000000000002</c:v>
                </c:pt>
                <c:pt idx="14262">
                  <c:v>3.85561</c:v>
                </c:pt>
                <c:pt idx="14263">
                  <c:v>3.8559199999999998</c:v>
                </c:pt>
                <c:pt idx="14264">
                  <c:v>3.85622</c:v>
                </c:pt>
                <c:pt idx="14265">
                  <c:v>3.8565299999999998</c:v>
                </c:pt>
                <c:pt idx="14266">
                  <c:v>3.85683</c:v>
                </c:pt>
                <c:pt idx="14267">
                  <c:v>3.8571399999999998</c:v>
                </c:pt>
                <c:pt idx="14268">
                  <c:v>3.85744</c:v>
                </c:pt>
                <c:pt idx="14269">
                  <c:v>3.8577499999999998</c:v>
                </c:pt>
                <c:pt idx="14270">
                  <c:v>3.85805</c:v>
                </c:pt>
                <c:pt idx="14271">
                  <c:v>3.8583599999999998</c:v>
                </c:pt>
                <c:pt idx="14272">
                  <c:v>3.85866</c:v>
                </c:pt>
                <c:pt idx="14273">
                  <c:v>3.8589699999999998</c:v>
                </c:pt>
                <c:pt idx="14274">
                  <c:v>3.85928</c:v>
                </c:pt>
                <c:pt idx="14275">
                  <c:v>3.8595799999999998</c:v>
                </c:pt>
                <c:pt idx="14276">
                  <c:v>3.85989</c:v>
                </c:pt>
                <c:pt idx="14277">
                  <c:v>3.8601899999999998</c:v>
                </c:pt>
                <c:pt idx="14278">
                  <c:v>3.8605</c:v>
                </c:pt>
                <c:pt idx="14279">
                  <c:v>3.8607999999999998</c:v>
                </c:pt>
                <c:pt idx="14280">
                  <c:v>3.86111</c:v>
                </c:pt>
                <c:pt idx="14281">
                  <c:v>3.8614099999999998</c:v>
                </c:pt>
                <c:pt idx="14282">
                  <c:v>3.86172</c:v>
                </c:pt>
                <c:pt idx="14283">
                  <c:v>3.8620199999999998</c:v>
                </c:pt>
                <c:pt idx="14284">
                  <c:v>3.86233</c:v>
                </c:pt>
                <c:pt idx="14285">
                  <c:v>3.8626299999999998</c:v>
                </c:pt>
                <c:pt idx="14286">
                  <c:v>3.86294</c:v>
                </c:pt>
                <c:pt idx="14287">
                  <c:v>3.8632499999999999</c:v>
                </c:pt>
                <c:pt idx="14288">
                  <c:v>3.86355</c:v>
                </c:pt>
                <c:pt idx="14289">
                  <c:v>3.8638599999999999</c:v>
                </c:pt>
                <c:pt idx="14290">
                  <c:v>3.86416</c:v>
                </c:pt>
                <c:pt idx="14291">
                  <c:v>3.8644699999999998</c:v>
                </c:pt>
                <c:pt idx="14292">
                  <c:v>3.86477</c:v>
                </c:pt>
                <c:pt idx="14293">
                  <c:v>3.8650799999999998</c:v>
                </c:pt>
                <c:pt idx="14294">
                  <c:v>3.86538</c:v>
                </c:pt>
                <c:pt idx="14295">
                  <c:v>3.8656899999999998</c:v>
                </c:pt>
                <c:pt idx="14296">
                  <c:v>3.86599</c:v>
                </c:pt>
                <c:pt idx="14297">
                  <c:v>3.8662999999999998</c:v>
                </c:pt>
                <c:pt idx="14298">
                  <c:v>3.8666</c:v>
                </c:pt>
                <c:pt idx="14299">
                  <c:v>3.8669099999999998</c:v>
                </c:pt>
                <c:pt idx="14300">
                  <c:v>3.8672200000000001</c:v>
                </c:pt>
                <c:pt idx="14301">
                  <c:v>3.8675199999999998</c:v>
                </c:pt>
                <c:pt idx="14302">
                  <c:v>3.8678300000000001</c:v>
                </c:pt>
                <c:pt idx="14303">
                  <c:v>3.8681299999999998</c:v>
                </c:pt>
                <c:pt idx="14304">
                  <c:v>3.8684400000000001</c:v>
                </c:pt>
                <c:pt idx="14305">
                  <c:v>3.8687399999999998</c:v>
                </c:pt>
                <c:pt idx="14306">
                  <c:v>3.8690500000000001</c:v>
                </c:pt>
                <c:pt idx="14307">
                  <c:v>3.8693499999999998</c:v>
                </c:pt>
                <c:pt idx="14308">
                  <c:v>3.8696600000000001</c:v>
                </c:pt>
                <c:pt idx="14309">
                  <c:v>3.8699599999999998</c:v>
                </c:pt>
                <c:pt idx="14310">
                  <c:v>3.8702700000000001</c:v>
                </c:pt>
                <c:pt idx="14311">
                  <c:v>3.8705699999999998</c:v>
                </c:pt>
                <c:pt idx="14312">
                  <c:v>3.8708800000000001</c:v>
                </c:pt>
                <c:pt idx="14313">
                  <c:v>3.8711899999999999</c:v>
                </c:pt>
                <c:pt idx="14314">
                  <c:v>3.8714900000000001</c:v>
                </c:pt>
                <c:pt idx="14315">
                  <c:v>3.8717999999999999</c:v>
                </c:pt>
                <c:pt idx="14316">
                  <c:v>3.8721000000000001</c:v>
                </c:pt>
                <c:pt idx="14317">
                  <c:v>3.8724099999999999</c:v>
                </c:pt>
                <c:pt idx="14318">
                  <c:v>3.8727100000000001</c:v>
                </c:pt>
                <c:pt idx="14319">
                  <c:v>3.8730199999999999</c:v>
                </c:pt>
                <c:pt idx="14320">
                  <c:v>3.8733200000000001</c:v>
                </c:pt>
                <c:pt idx="14321">
                  <c:v>3.8736299999999999</c:v>
                </c:pt>
                <c:pt idx="14322">
                  <c:v>3.8739300000000001</c:v>
                </c:pt>
                <c:pt idx="14323">
                  <c:v>3.8742399999999999</c:v>
                </c:pt>
                <c:pt idx="14324">
                  <c:v>3.8745500000000002</c:v>
                </c:pt>
                <c:pt idx="14325">
                  <c:v>3.8748499999999999</c:v>
                </c:pt>
                <c:pt idx="14326">
                  <c:v>3.8751600000000002</c:v>
                </c:pt>
                <c:pt idx="14327">
                  <c:v>3.8754599999999999</c:v>
                </c:pt>
                <c:pt idx="14328">
                  <c:v>3.8757700000000002</c:v>
                </c:pt>
                <c:pt idx="14329">
                  <c:v>3.8760699999999999</c:v>
                </c:pt>
                <c:pt idx="14330">
                  <c:v>3.8763800000000002</c:v>
                </c:pt>
                <c:pt idx="14331">
                  <c:v>3.8766799999999999</c:v>
                </c:pt>
                <c:pt idx="14332">
                  <c:v>3.8769900000000002</c:v>
                </c:pt>
                <c:pt idx="14333">
                  <c:v>3.8772899999999999</c:v>
                </c:pt>
                <c:pt idx="14334">
                  <c:v>3.8776000000000002</c:v>
                </c:pt>
                <c:pt idx="14335">
                  <c:v>3.8778999999999999</c:v>
                </c:pt>
                <c:pt idx="14336">
                  <c:v>3.8782100000000002</c:v>
                </c:pt>
                <c:pt idx="14337">
                  <c:v>3.87852</c:v>
                </c:pt>
                <c:pt idx="14338">
                  <c:v>3.8788200000000002</c:v>
                </c:pt>
                <c:pt idx="14339">
                  <c:v>3.87913</c:v>
                </c:pt>
                <c:pt idx="14340">
                  <c:v>3.8794300000000002</c:v>
                </c:pt>
                <c:pt idx="14341">
                  <c:v>3.87974</c:v>
                </c:pt>
                <c:pt idx="14342">
                  <c:v>3.8800400000000002</c:v>
                </c:pt>
                <c:pt idx="14343">
                  <c:v>3.88035</c:v>
                </c:pt>
                <c:pt idx="14344">
                  <c:v>3.8806500000000002</c:v>
                </c:pt>
                <c:pt idx="14345">
                  <c:v>3.88096</c:v>
                </c:pt>
                <c:pt idx="14346">
                  <c:v>3.8812600000000002</c:v>
                </c:pt>
                <c:pt idx="14347">
                  <c:v>3.88157</c:v>
                </c:pt>
                <c:pt idx="14348">
                  <c:v>3.8818700000000002</c:v>
                </c:pt>
                <c:pt idx="14349">
                  <c:v>3.88218</c:v>
                </c:pt>
                <c:pt idx="14350">
                  <c:v>3.8824900000000002</c:v>
                </c:pt>
                <c:pt idx="14351">
                  <c:v>3.88279</c:v>
                </c:pt>
                <c:pt idx="14352">
                  <c:v>3.8831000000000002</c:v>
                </c:pt>
                <c:pt idx="14353">
                  <c:v>3.8834</c:v>
                </c:pt>
                <c:pt idx="14354">
                  <c:v>3.8837100000000002</c:v>
                </c:pt>
                <c:pt idx="14355">
                  <c:v>3.88401</c:v>
                </c:pt>
                <c:pt idx="14356">
                  <c:v>3.8843200000000002</c:v>
                </c:pt>
                <c:pt idx="14357">
                  <c:v>3.88462</c:v>
                </c:pt>
                <c:pt idx="14358">
                  <c:v>3.8849300000000002</c:v>
                </c:pt>
                <c:pt idx="14359">
                  <c:v>3.88523</c:v>
                </c:pt>
                <c:pt idx="14360">
                  <c:v>3.8855400000000002</c:v>
                </c:pt>
                <c:pt idx="14361">
                  <c:v>3.88584</c:v>
                </c:pt>
                <c:pt idx="14362">
                  <c:v>3.8861500000000002</c:v>
                </c:pt>
                <c:pt idx="14363">
                  <c:v>3.88646</c:v>
                </c:pt>
                <c:pt idx="14364">
                  <c:v>3.8867600000000002</c:v>
                </c:pt>
                <c:pt idx="14365">
                  <c:v>3.88707</c:v>
                </c:pt>
                <c:pt idx="14366">
                  <c:v>3.8873700000000002</c:v>
                </c:pt>
                <c:pt idx="14367">
                  <c:v>3.88768</c:v>
                </c:pt>
                <c:pt idx="14368">
                  <c:v>3.8879800000000002</c:v>
                </c:pt>
                <c:pt idx="14369">
                  <c:v>3.88829</c:v>
                </c:pt>
                <c:pt idx="14370">
                  <c:v>3.8885900000000002</c:v>
                </c:pt>
                <c:pt idx="14371">
                  <c:v>3.8889</c:v>
                </c:pt>
                <c:pt idx="14372">
                  <c:v>3.8892000000000002</c:v>
                </c:pt>
                <c:pt idx="14373">
                  <c:v>3.88951</c:v>
                </c:pt>
                <c:pt idx="14374">
                  <c:v>3.8898100000000002</c:v>
                </c:pt>
                <c:pt idx="14375">
                  <c:v>3.89012</c:v>
                </c:pt>
                <c:pt idx="14376">
                  <c:v>3.8904299999999998</c:v>
                </c:pt>
                <c:pt idx="14377">
                  <c:v>3.89073</c:v>
                </c:pt>
                <c:pt idx="14378">
                  <c:v>3.8910399999999998</c:v>
                </c:pt>
                <c:pt idx="14379">
                  <c:v>3.89134</c:v>
                </c:pt>
                <c:pt idx="14380">
                  <c:v>3.8916499999999998</c:v>
                </c:pt>
                <c:pt idx="14381">
                  <c:v>3.89195</c:v>
                </c:pt>
                <c:pt idx="14382">
                  <c:v>3.8922599999999998</c:v>
                </c:pt>
                <c:pt idx="14383">
                  <c:v>3.89256</c:v>
                </c:pt>
                <c:pt idx="14384">
                  <c:v>3.8928699999999998</c:v>
                </c:pt>
                <c:pt idx="14385">
                  <c:v>3.89317</c:v>
                </c:pt>
                <c:pt idx="14386">
                  <c:v>3.8934799999999998</c:v>
                </c:pt>
                <c:pt idx="14387">
                  <c:v>3.8937900000000001</c:v>
                </c:pt>
                <c:pt idx="14388">
                  <c:v>3.8940899999999998</c:v>
                </c:pt>
                <c:pt idx="14389">
                  <c:v>3.8944000000000001</c:v>
                </c:pt>
                <c:pt idx="14390">
                  <c:v>3.8946999999999998</c:v>
                </c:pt>
                <c:pt idx="14391">
                  <c:v>3.8950100000000001</c:v>
                </c:pt>
                <c:pt idx="14392">
                  <c:v>3.8953099999999998</c:v>
                </c:pt>
                <c:pt idx="14393">
                  <c:v>3.8956200000000001</c:v>
                </c:pt>
                <c:pt idx="14394">
                  <c:v>3.8959199999999998</c:v>
                </c:pt>
                <c:pt idx="14395">
                  <c:v>3.8962300000000001</c:v>
                </c:pt>
                <c:pt idx="14396">
                  <c:v>3.8965299999999998</c:v>
                </c:pt>
                <c:pt idx="14397">
                  <c:v>3.8968400000000001</c:v>
                </c:pt>
                <c:pt idx="14398">
                  <c:v>3.8971399999999998</c:v>
                </c:pt>
                <c:pt idx="14399">
                  <c:v>3.8974500000000001</c:v>
                </c:pt>
                <c:pt idx="14400">
                  <c:v>3.8977599999999999</c:v>
                </c:pt>
                <c:pt idx="14401">
                  <c:v>3.8980600000000001</c:v>
                </c:pt>
                <c:pt idx="14402">
                  <c:v>3.8983699999999999</c:v>
                </c:pt>
                <c:pt idx="14403">
                  <c:v>3.8986700000000001</c:v>
                </c:pt>
                <c:pt idx="14404">
                  <c:v>3.8989799999999999</c:v>
                </c:pt>
                <c:pt idx="14405">
                  <c:v>3.8992800000000001</c:v>
                </c:pt>
                <c:pt idx="14406">
                  <c:v>3.8995899999999999</c:v>
                </c:pt>
                <c:pt idx="14407">
                  <c:v>3.8998900000000001</c:v>
                </c:pt>
                <c:pt idx="14408">
                  <c:v>3.9001999999999999</c:v>
                </c:pt>
                <c:pt idx="14409">
                  <c:v>3.9005000000000001</c:v>
                </c:pt>
                <c:pt idx="14410">
                  <c:v>3.9008099999999999</c:v>
                </c:pt>
                <c:pt idx="14411">
                  <c:v>3.9011100000000001</c:v>
                </c:pt>
                <c:pt idx="14412">
                  <c:v>3.9014199999999999</c:v>
                </c:pt>
                <c:pt idx="14413">
                  <c:v>3.9017300000000001</c:v>
                </c:pt>
                <c:pt idx="14414">
                  <c:v>3.9020299999999999</c:v>
                </c:pt>
                <c:pt idx="14415">
                  <c:v>3.9023400000000001</c:v>
                </c:pt>
                <c:pt idx="14416">
                  <c:v>3.9026399999999999</c:v>
                </c:pt>
                <c:pt idx="14417">
                  <c:v>3.9029500000000001</c:v>
                </c:pt>
                <c:pt idx="14418">
                  <c:v>3.9032499999999999</c:v>
                </c:pt>
                <c:pt idx="14419">
                  <c:v>3.9035600000000001</c:v>
                </c:pt>
                <c:pt idx="14420">
                  <c:v>3.9038599999999999</c:v>
                </c:pt>
                <c:pt idx="14421">
                  <c:v>3.9041700000000001</c:v>
                </c:pt>
                <c:pt idx="14422">
                  <c:v>3.9044699999999999</c:v>
                </c:pt>
                <c:pt idx="14423">
                  <c:v>3.9047800000000001</c:v>
                </c:pt>
                <c:pt idx="14424">
                  <c:v>3.9050799999999999</c:v>
                </c:pt>
                <c:pt idx="14425">
                  <c:v>3.9053900000000001</c:v>
                </c:pt>
                <c:pt idx="14426">
                  <c:v>3.9056999999999999</c:v>
                </c:pt>
                <c:pt idx="14427">
                  <c:v>3.9060000000000001</c:v>
                </c:pt>
                <c:pt idx="14428">
                  <c:v>3.9063099999999999</c:v>
                </c:pt>
                <c:pt idx="14429">
                  <c:v>3.9066100000000001</c:v>
                </c:pt>
                <c:pt idx="14430">
                  <c:v>3.9069199999999999</c:v>
                </c:pt>
                <c:pt idx="14431">
                  <c:v>3.9072200000000001</c:v>
                </c:pt>
                <c:pt idx="14432">
                  <c:v>3.9075299999999999</c:v>
                </c:pt>
                <c:pt idx="14433">
                  <c:v>3.9078300000000001</c:v>
                </c:pt>
                <c:pt idx="14434">
                  <c:v>3.9081399999999999</c:v>
                </c:pt>
                <c:pt idx="14435">
                  <c:v>3.9084400000000001</c:v>
                </c:pt>
                <c:pt idx="14436">
                  <c:v>3.9087499999999999</c:v>
                </c:pt>
                <c:pt idx="14437">
                  <c:v>3.9090500000000001</c:v>
                </c:pt>
                <c:pt idx="14438">
                  <c:v>3.9093599999999999</c:v>
                </c:pt>
                <c:pt idx="14439">
                  <c:v>3.9096700000000002</c:v>
                </c:pt>
                <c:pt idx="14440">
                  <c:v>3.9099699999999999</c:v>
                </c:pt>
                <c:pt idx="14441">
                  <c:v>3.9102800000000002</c:v>
                </c:pt>
                <c:pt idx="14442">
                  <c:v>3.9105799999999999</c:v>
                </c:pt>
                <c:pt idx="14443">
                  <c:v>3.9108900000000002</c:v>
                </c:pt>
                <c:pt idx="14444">
                  <c:v>3.9111899999999999</c:v>
                </c:pt>
                <c:pt idx="14445">
                  <c:v>3.9115000000000002</c:v>
                </c:pt>
                <c:pt idx="14446">
                  <c:v>3.9117999999999999</c:v>
                </c:pt>
                <c:pt idx="14447">
                  <c:v>3.9121100000000002</c:v>
                </c:pt>
                <c:pt idx="14448">
                  <c:v>3.9124099999999999</c:v>
                </c:pt>
                <c:pt idx="14449">
                  <c:v>3.9127200000000002</c:v>
                </c:pt>
                <c:pt idx="14450">
                  <c:v>3.91303</c:v>
                </c:pt>
                <c:pt idx="14451">
                  <c:v>3.9133300000000002</c:v>
                </c:pt>
                <c:pt idx="14452">
                  <c:v>3.91364</c:v>
                </c:pt>
                <c:pt idx="14453">
                  <c:v>3.9139400000000002</c:v>
                </c:pt>
                <c:pt idx="14454">
                  <c:v>3.91425</c:v>
                </c:pt>
                <c:pt idx="14455">
                  <c:v>3.9145500000000002</c:v>
                </c:pt>
                <c:pt idx="14456">
                  <c:v>3.91486</c:v>
                </c:pt>
                <c:pt idx="14457">
                  <c:v>3.9151600000000002</c:v>
                </c:pt>
                <c:pt idx="14458">
                  <c:v>3.91547</c:v>
                </c:pt>
                <c:pt idx="14459">
                  <c:v>3.9157700000000002</c:v>
                </c:pt>
                <c:pt idx="14460">
                  <c:v>3.91608</c:v>
                </c:pt>
                <c:pt idx="14461">
                  <c:v>3.9163800000000002</c:v>
                </c:pt>
                <c:pt idx="14462">
                  <c:v>3.91669</c:v>
                </c:pt>
                <c:pt idx="14463">
                  <c:v>3.9169999999999998</c:v>
                </c:pt>
                <c:pt idx="14464">
                  <c:v>3.9173</c:v>
                </c:pt>
                <c:pt idx="14465">
                  <c:v>3.9176099999999998</c:v>
                </c:pt>
                <c:pt idx="14466">
                  <c:v>3.91791</c:v>
                </c:pt>
                <c:pt idx="14467">
                  <c:v>3.9182199999999998</c:v>
                </c:pt>
                <c:pt idx="14468">
                  <c:v>3.91852</c:v>
                </c:pt>
                <c:pt idx="14469">
                  <c:v>3.9188299999999998</c:v>
                </c:pt>
                <c:pt idx="14470">
                  <c:v>3.91913</c:v>
                </c:pt>
                <c:pt idx="14471">
                  <c:v>3.9194399999999998</c:v>
                </c:pt>
                <c:pt idx="14472">
                  <c:v>3.91974</c:v>
                </c:pt>
                <c:pt idx="14473">
                  <c:v>3.9200499999999998</c:v>
                </c:pt>
                <c:pt idx="14474">
                  <c:v>3.92035</c:v>
                </c:pt>
                <c:pt idx="14475">
                  <c:v>3.9206599999999998</c:v>
                </c:pt>
                <c:pt idx="14476">
                  <c:v>3.9209700000000001</c:v>
                </c:pt>
                <c:pt idx="14477">
                  <c:v>3.9212699999999998</c:v>
                </c:pt>
                <c:pt idx="14478">
                  <c:v>3.9215800000000001</c:v>
                </c:pt>
                <c:pt idx="14479">
                  <c:v>3.9218799999999998</c:v>
                </c:pt>
                <c:pt idx="14480">
                  <c:v>3.9221900000000001</c:v>
                </c:pt>
                <c:pt idx="14481">
                  <c:v>3.9224899999999998</c:v>
                </c:pt>
                <c:pt idx="14482">
                  <c:v>3.9228000000000001</c:v>
                </c:pt>
                <c:pt idx="14483">
                  <c:v>3.9230999999999998</c:v>
                </c:pt>
                <c:pt idx="14484">
                  <c:v>3.9234100000000001</c:v>
                </c:pt>
                <c:pt idx="14485">
                  <c:v>3.9237099999999998</c:v>
                </c:pt>
                <c:pt idx="14486">
                  <c:v>3.9240200000000001</c:v>
                </c:pt>
                <c:pt idx="14487">
                  <c:v>3.9243199999999998</c:v>
                </c:pt>
                <c:pt idx="14488">
                  <c:v>3.9246300000000001</c:v>
                </c:pt>
                <c:pt idx="14489">
                  <c:v>3.9249399999999999</c:v>
                </c:pt>
                <c:pt idx="14490">
                  <c:v>3.9252400000000001</c:v>
                </c:pt>
                <c:pt idx="14491">
                  <c:v>3.9255499999999999</c:v>
                </c:pt>
                <c:pt idx="14492">
                  <c:v>3.9258500000000001</c:v>
                </c:pt>
                <c:pt idx="14493">
                  <c:v>3.9261599999999999</c:v>
                </c:pt>
                <c:pt idx="14494">
                  <c:v>3.9264600000000001</c:v>
                </c:pt>
                <c:pt idx="14495">
                  <c:v>3.9267699999999999</c:v>
                </c:pt>
                <c:pt idx="14496">
                  <c:v>3.9270700000000001</c:v>
                </c:pt>
                <c:pt idx="14497">
                  <c:v>3.9273799999999999</c:v>
                </c:pt>
                <c:pt idx="14498">
                  <c:v>3.9276800000000001</c:v>
                </c:pt>
                <c:pt idx="14499">
                  <c:v>3.9279899999999999</c:v>
                </c:pt>
                <c:pt idx="14500">
                  <c:v>3.9283000000000001</c:v>
                </c:pt>
                <c:pt idx="14501">
                  <c:v>3.9285999999999999</c:v>
                </c:pt>
                <c:pt idx="14502">
                  <c:v>3.9289100000000001</c:v>
                </c:pt>
                <c:pt idx="14503">
                  <c:v>3.9292099999999999</c:v>
                </c:pt>
                <c:pt idx="14504">
                  <c:v>3.9295200000000001</c:v>
                </c:pt>
                <c:pt idx="14505">
                  <c:v>3.9298199999999999</c:v>
                </c:pt>
                <c:pt idx="14506">
                  <c:v>3.9301300000000001</c:v>
                </c:pt>
                <c:pt idx="14507">
                  <c:v>3.9304299999999999</c:v>
                </c:pt>
                <c:pt idx="14508">
                  <c:v>3.9307400000000001</c:v>
                </c:pt>
                <c:pt idx="14509">
                  <c:v>3.9310399999999999</c:v>
                </c:pt>
                <c:pt idx="14510">
                  <c:v>3.9313500000000001</c:v>
                </c:pt>
                <c:pt idx="14511">
                  <c:v>3.9316499999999999</c:v>
                </c:pt>
                <c:pt idx="14512">
                  <c:v>3.9319600000000001</c:v>
                </c:pt>
                <c:pt idx="14513">
                  <c:v>3.9322699999999999</c:v>
                </c:pt>
                <c:pt idx="14514">
                  <c:v>3.9325700000000001</c:v>
                </c:pt>
                <c:pt idx="14515">
                  <c:v>3.9328799999999999</c:v>
                </c:pt>
                <c:pt idx="14516">
                  <c:v>3.9331800000000001</c:v>
                </c:pt>
                <c:pt idx="14517">
                  <c:v>3.9334899999999999</c:v>
                </c:pt>
                <c:pt idx="14518">
                  <c:v>3.9337900000000001</c:v>
                </c:pt>
                <c:pt idx="14519">
                  <c:v>3.9340999999999999</c:v>
                </c:pt>
                <c:pt idx="14520">
                  <c:v>3.9344000000000001</c:v>
                </c:pt>
                <c:pt idx="14521">
                  <c:v>3.9347099999999999</c:v>
                </c:pt>
                <c:pt idx="14522">
                  <c:v>3.9350100000000001</c:v>
                </c:pt>
                <c:pt idx="14523">
                  <c:v>3.9353199999999999</c:v>
                </c:pt>
                <c:pt idx="14524">
                  <c:v>3.9356200000000001</c:v>
                </c:pt>
                <c:pt idx="14525">
                  <c:v>3.9359299999999999</c:v>
                </c:pt>
                <c:pt idx="14526">
                  <c:v>3.9362400000000002</c:v>
                </c:pt>
                <c:pt idx="14527">
                  <c:v>3.9365399999999999</c:v>
                </c:pt>
                <c:pt idx="14528">
                  <c:v>3.9368500000000002</c:v>
                </c:pt>
                <c:pt idx="14529">
                  <c:v>3.9371499999999999</c:v>
                </c:pt>
                <c:pt idx="14530">
                  <c:v>3.9374600000000002</c:v>
                </c:pt>
                <c:pt idx="14531">
                  <c:v>3.9377599999999999</c:v>
                </c:pt>
                <c:pt idx="14532">
                  <c:v>3.9380700000000002</c:v>
                </c:pt>
                <c:pt idx="14533">
                  <c:v>3.9383699999999999</c:v>
                </c:pt>
                <c:pt idx="14534">
                  <c:v>3.9386800000000002</c:v>
                </c:pt>
                <c:pt idx="14535">
                  <c:v>3.9389799999999999</c:v>
                </c:pt>
                <c:pt idx="14536">
                  <c:v>3.9392900000000002</c:v>
                </c:pt>
                <c:pt idx="14537">
                  <c:v>3.9395899999999999</c:v>
                </c:pt>
                <c:pt idx="14538">
                  <c:v>3.9399000000000002</c:v>
                </c:pt>
                <c:pt idx="14539">
                  <c:v>3.94021</c:v>
                </c:pt>
                <c:pt idx="14540">
                  <c:v>3.9405100000000002</c:v>
                </c:pt>
                <c:pt idx="14541">
                  <c:v>3.94082</c:v>
                </c:pt>
                <c:pt idx="14542">
                  <c:v>3.9411200000000002</c:v>
                </c:pt>
                <c:pt idx="14543">
                  <c:v>3.94143</c:v>
                </c:pt>
                <c:pt idx="14544">
                  <c:v>3.9417300000000002</c:v>
                </c:pt>
                <c:pt idx="14545">
                  <c:v>3.94204</c:v>
                </c:pt>
                <c:pt idx="14546">
                  <c:v>3.9423400000000002</c:v>
                </c:pt>
                <c:pt idx="14547">
                  <c:v>3.94265</c:v>
                </c:pt>
                <c:pt idx="14548">
                  <c:v>3.9429500000000002</c:v>
                </c:pt>
                <c:pt idx="14549">
                  <c:v>3.94326</c:v>
                </c:pt>
                <c:pt idx="14550">
                  <c:v>3.9435600000000002</c:v>
                </c:pt>
                <c:pt idx="14551">
                  <c:v>3.94387</c:v>
                </c:pt>
                <c:pt idx="14552">
                  <c:v>3.9441799999999998</c:v>
                </c:pt>
                <c:pt idx="14553">
                  <c:v>3.94448</c:v>
                </c:pt>
                <c:pt idx="14554">
                  <c:v>3.9447899999999998</c:v>
                </c:pt>
                <c:pt idx="14555">
                  <c:v>3.94509</c:v>
                </c:pt>
                <c:pt idx="14556">
                  <c:v>3.9453999999999998</c:v>
                </c:pt>
                <c:pt idx="14557">
                  <c:v>3.9457</c:v>
                </c:pt>
                <c:pt idx="14558">
                  <c:v>3.9460099999999998</c:v>
                </c:pt>
                <c:pt idx="14559">
                  <c:v>3.94631</c:v>
                </c:pt>
                <c:pt idx="14560">
                  <c:v>3.9466199999999998</c:v>
                </c:pt>
                <c:pt idx="14561">
                  <c:v>3.94692</c:v>
                </c:pt>
                <c:pt idx="14562">
                  <c:v>3.9472299999999998</c:v>
                </c:pt>
                <c:pt idx="14563">
                  <c:v>3.94754</c:v>
                </c:pt>
                <c:pt idx="14564">
                  <c:v>3.9478399999999998</c:v>
                </c:pt>
                <c:pt idx="14565">
                  <c:v>3.94815</c:v>
                </c:pt>
                <c:pt idx="14566">
                  <c:v>3.9484499999999998</c:v>
                </c:pt>
                <c:pt idx="14567">
                  <c:v>3.94876</c:v>
                </c:pt>
                <c:pt idx="14568">
                  <c:v>3.9490599999999998</c:v>
                </c:pt>
                <c:pt idx="14569">
                  <c:v>3.94937</c:v>
                </c:pt>
                <c:pt idx="14570">
                  <c:v>3.9496699999999998</c:v>
                </c:pt>
                <c:pt idx="14571">
                  <c:v>3.94998</c:v>
                </c:pt>
                <c:pt idx="14572">
                  <c:v>3.9502799999999998</c:v>
                </c:pt>
                <c:pt idx="14573">
                  <c:v>3.95059</c:v>
                </c:pt>
                <c:pt idx="14574">
                  <c:v>3.9508899999999998</c:v>
                </c:pt>
                <c:pt idx="14575">
                  <c:v>3.9512</c:v>
                </c:pt>
                <c:pt idx="14576">
                  <c:v>3.9515099999999999</c:v>
                </c:pt>
                <c:pt idx="14577">
                  <c:v>3.95181</c:v>
                </c:pt>
                <c:pt idx="14578">
                  <c:v>3.9521199999999999</c:v>
                </c:pt>
                <c:pt idx="14579">
                  <c:v>3.95242</c:v>
                </c:pt>
                <c:pt idx="14580">
                  <c:v>3.9527299999999999</c:v>
                </c:pt>
                <c:pt idx="14581">
                  <c:v>3.95303</c:v>
                </c:pt>
                <c:pt idx="14582">
                  <c:v>3.9533399999999999</c:v>
                </c:pt>
                <c:pt idx="14583">
                  <c:v>3.95364</c:v>
                </c:pt>
                <c:pt idx="14584">
                  <c:v>3.9539499999999999</c:v>
                </c:pt>
                <c:pt idx="14585">
                  <c:v>3.95425</c:v>
                </c:pt>
                <c:pt idx="14586">
                  <c:v>3.9545599999999999</c:v>
                </c:pt>
                <c:pt idx="14587">
                  <c:v>3.95486</c:v>
                </c:pt>
                <c:pt idx="14588">
                  <c:v>3.9551699999999999</c:v>
                </c:pt>
                <c:pt idx="14589">
                  <c:v>3.9554800000000001</c:v>
                </c:pt>
                <c:pt idx="14590">
                  <c:v>3.9557799999999999</c:v>
                </c:pt>
                <c:pt idx="14591">
                  <c:v>3.9560900000000001</c:v>
                </c:pt>
                <c:pt idx="14592">
                  <c:v>3.9563899999999999</c:v>
                </c:pt>
                <c:pt idx="14593">
                  <c:v>3.9567000000000001</c:v>
                </c:pt>
                <c:pt idx="14594">
                  <c:v>3.9569999999999999</c:v>
                </c:pt>
                <c:pt idx="14595">
                  <c:v>3.9573100000000001</c:v>
                </c:pt>
                <c:pt idx="14596">
                  <c:v>3.9576099999999999</c:v>
                </c:pt>
                <c:pt idx="14597">
                  <c:v>3.9579200000000001</c:v>
                </c:pt>
                <c:pt idx="14598">
                  <c:v>3.9582199999999998</c:v>
                </c:pt>
                <c:pt idx="14599">
                  <c:v>3.9585300000000001</c:v>
                </c:pt>
                <c:pt idx="14600">
                  <c:v>3.9588299999999998</c:v>
                </c:pt>
                <c:pt idx="14601">
                  <c:v>3.9591400000000001</c:v>
                </c:pt>
                <c:pt idx="14602">
                  <c:v>3.9594499999999999</c:v>
                </c:pt>
                <c:pt idx="14603">
                  <c:v>3.9597500000000001</c:v>
                </c:pt>
                <c:pt idx="14604">
                  <c:v>3.9600599999999999</c:v>
                </c:pt>
                <c:pt idx="14605">
                  <c:v>3.9603600000000001</c:v>
                </c:pt>
                <c:pt idx="14606">
                  <c:v>3.9606699999999999</c:v>
                </c:pt>
                <c:pt idx="14607">
                  <c:v>3.9609700000000001</c:v>
                </c:pt>
                <c:pt idx="14608">
                  <c:v>3.9612799999999999</c:v>
                </c:pt>
                <c:pt idx="14609">
                  <c:v>3.9615800000000001</c:v>
                </c:pt>
                <c:pt idx="14610">
                  <c:v>3.9618899999999999</c:v>
                </c:pt>
                <c:pt idx="14611">
                  <c:v>3.9621900000000001</c:v>
                </c:pt>
                <c:pt idx="14612">
                  <c:v>3.9624999999999999</c:v>
                </c:pt>
                <c:pt idx="14613">
                  <c:v>3.9628000000000001</c:v>
                </c:pt>
                <c:pt idx="14614">
                  <c:v>3.9631099999999999</c:v>
                </c:pt>
                <c:pt idx="14615">
                  <c:v>3.9634200000000002</c:v>
                </c:pt>
                <c:pt idx="14616">
                  <c:v>3.9637199999999999</c:v>
                </c:pt>
                <c:pt idx="14617">
                  <c:v>3.9640300000000002</c:v>
                </c:pt>
                <c:pt idx="14618">
                  <c:v>3.9643299999999999</c:v>
                </c:pt>
                <c:pt idx="14619">
                  <c:v>3.9646400000000002</c:v>
                </c:pt>
                <c:pt idx="14620">
                  <c:v>3.9649399999999999</c:v>
                </c:pt>
                <c:pt idx="14621">
                  <c:v>3.9652500000000002</c:v>
                </c:pt>
                <c:pt idx="14622">
                  <c:v>3.9655499999999999</c:v>
                </c:pt>
                <c:pt idx="14623">
                  <c:v>3.9658600000000002</c:v>
                </c:pt>
                <c:pt idx="14624">
                  <c:v>3.9661599999999999</c:v>
                </c:pt>
                <c:pt idx="14625">
                  <c:v>3.9664700000000002</c:v>
                </c:pt>
                <c:pt idx="14626">
                  <c:v>3.96678</c:v>
                </c:pt>
                <c:pt idx="14627">
                  <c:v>3.9670800000000002</c:v>
                </c:pt>
                <c:pt idx="14628">
                  <c:v>3.96739</c:v>
                </c:pt>
                <c:pt idx="14629">
                  <c:v>3.9676900000000002</c:v>
                </c:pt>
                <c:pt idx="14630">
                  <c:v>3.968</c:v>
                </c:pt>
                <c:pt idx="14631">
                  <c:v>3.9683000000000002</c:v>
                </c:pt>
                <c:pt idx="14632">
                  <c:v>3.96861</c:v>
                </c:pt>
                <c:pt idx="14633">
                  <c:v>3.9689100000000002</c:v>
                </c:pt>
                <c:pt idx="14634">
                  <c:v>3.96922</c:v>
                </c:pt>
                <c:pt idx="14635">
                  <c:v>3.9695200000000002</c:v>
                </c:pt>
                <c:pt idx="14636">
                  <c:v>3.96983</c:v>
                </c:pt>
                <c:pt idx="14637">
                  <c:v>3.9701300000000002</c:v>
                </c:pt>
                <c:pt idx="14638">
                  <c:v>3.97044</c:v>
                </c:pt>
                <c:pt idx="14639">
                  <c:v>3.9707499999999998</c:v>
                </c:pt>
                <c:pt idx="14640">
                  <c:v>3.97105</c:v>
                </c:pt>
                <c:pt idx="14641">
                  <c:v>3.9713599999999998</c:v>
                </c:pt>
                <c:pt idx="14642">
                  <c:v>3.97166</c:v>
                </c:pt>
                <c:pt idx="14643">
                  <c:v>3.9719699999999998</c:v>
                </c:pt>
                <c:pt idx="14644">
                  <c:v>3.97227</c:v>
                </c:pt>
                <c:pt idx="14645">
                  <c:v>3.9725799999999998</c:v>
                </c:pt>
                <c:pt idx="14646">
                  <c:v>3.97288</c:v>
                </c:pt>
                <c:pt idx="14647">
                  <c:v>3.9731900000000002</c:v>
                </c:pt>
                <c:pt idx="14648">
                  <c:v>3.97349</c:v>
                </c:pt>
                <c:pt idx="14649">
                  <c:v>3.9738000000000002</c:v>
                </c:pt>
                <c:pt idx="14650">
                  <c:v>3.9741</c:v>
                </c:pt>
                <c:pt idx="14651">
                  <c:v>3.9744100000000002</c:v>
                </c:pt>
                <c:pt idx="14652">
                  <c:v>3.97472</c:v>
                </c:pt>
                <c:pt idx="14653">
                  <c:v>3.9750200000000002</c:v>
                </c:pt>
                <c:pt idx="14654">
                  <c:v>3.97533</c:v>
                </c:pt>
                <c:pt idx="14655">
                  <c:v>3.9756300000000002</c:v>
                </c:pt>
                <c:pt idx="14656">
                  <c:v>3.97594</c:v>
                </c:pt>
                <c:pt idx="14657">
                  <c:v>3.9762400000000002</c:v>
                </c:pt>
                <c:pt idx="14658">
                  <c:v>3.97655</c:v>
                </c:pt>
                <c:pt idx="14659">
                  <c:v>3.9768500000000002</c:v>
                </c:pt>
                <c:pt idx="14660">
                  <c:v>3.97716</c:v>
                </c:pt>
                <c:pt idx="14661">
                  <c:v>3.9774600000000002</c:v>
                </c:pt>
                <c:pt idx="14662">
                  <c:v>3.97777</c:v>
                </c:pt>
                <c:pt idx="14663">
                  <c:v>3.9780700000000002</c:v>
                </c:pt>
                <c:pt idx="14664">
                  <c:v>3.97838</c:v>
                </c:pt>
                <c:pt idx="14665">
                  <c:v>3.9786899999999998</c:v>
                </c:pt>
                <c:pt idx="14666">
                  <c:v>3.97899</c:v>
                </c:pt>
                <c:pt idx="14667">
                  <c:v>3.9792999999999998</c:v>
                </c:pt>
                <c:pt idx="14668">
                  <c:v>3.9796</c:v>
                </c:pt>
                <c:pt idx="14669">
                  <c:v>3.9799099999999998</c:v>
                </c:pt>
                <c:pt idx="14670">
                  <c:v>3.98021</c:v>
                </c:pt>
                <c:pt idx="14671">
                  <c:v>3.9805199999999998</c:v>
                </c:pt>
                <c:pt idx="14672">
                  <c:v>3.98082</c:v>
                </c:pt>
                <c:pt idx="14673">
                  <c:v>3.9811299999999998</c:v>
                </c:pt>
                <c:pt idx="14674">
                  <c:v>3.98143</c:v>
                </c:pt>
                <c:pt idx="14675">
                  <c:v>3.9817399999999998</c:v>
                </c:pt>
                <c:pt idx="14676">
                  <c:v>3.98204</c:v>
                </c:pt>
                <c:pt idx="14677">
                  <c:v>3.9823499999999998</c:v>
                </c:pt>
                <c:pt idx="14678">
                  <c:v>3.9826600000000001</c:v>
                </c:pt>
                <c:pt idx="14679">
                  <c:v>3.9829599999999998</c:v>
                </c:pt>
                <c:pt idx="14680">
                  <c:v>3.9832700000000001</c:v>
                </c:pt>
                <c:pt idx="14681">
                  <c:v>3.9835699999999998</c:v>
                </c:pt>
                <c:pt idx="14682">
                  <c:v>3.9838800000000001</c:v>
                </c:pt>
                <c:pt idx="14683">
                  <c:v>3.9841799999999998</c:v>
                </c:pt>
                <c:pt idx="14684">
                  <c:v>3.9844900000000001</c:v>
                </c:pt>
                <c:pt idx="14685">
                  <c:v>3.9847899999999998</c:v>
                </c:pt>
                <c:pt idx="14686">
                  <c:v>3.9851000000000001</c:v>
                </c:pt>
                <c:pt idx="14687">
                  <c:v>3.9853999999999998</c:v>
                </c:pt>
                <c:pt idx="14688">
                  <c:v>3.9857100000000001</c:v>
                </c:pt>
                <c:pt idx="14689">
                  <c:v>3.9860199999999999</c:v>
                </c:pt>
                <c:pt idx="14690">
                  <c:v>3.9863200000000001</c:v>
                </c:pt>
                <c:pt idx="14691">
                  <c:v>3.9866299999999999</c:v>
                </c:pt>
                <c:pt idx="14692">
                  <c:v>3.9869300000000001</c:v>
                </c:pt>
                <c:pt idx="14693">
                  <c:v>3.9872399999999999</c:v>
                </c:pt>
                <c:pt idx="14694">
                  <c:v>3.9875400000000001</c:v>
                </c:pt>
                <c:pt idx="14695">
                  <c:v>3.9878499999999999</c:v>
                </c:pt>
                <c:pt idx="14696">
                  <c:v>3.9881500000000001</c:v>
                </c:pt>
                <c:pt idx="14697">
                  <c:v>3.9884599999999999</c:v>
                </c:pt>
                <c:pt idx="14698">
                  <c:v>3.9887600000000001</c:v>
                </c:pt>
                <c:pt idx="14699">
                  <c:v>3.9890699999999999</c:v>
                </c:pt>
                <c:pt idx="14700">
                  <c:v>3.9893700000000001</c:v>
                </c:pt>
                <c:pt idx="14701">
                  <c:v>3.9896799999999999</c:v>
                </c:pt>
                <c:pt idx="14702">
                  <c:v>3.9899900000000001</c:v>
                </c:pt>
                <c:pt idx="14703">
                  <c:v>3.9902899999999999</c:v>
                </c:pt>
                <c:pt idx="14704">
                  <c:v>3.9906000000000001</c:v>
                </c:pt>
                <c:pt idx="14705">
                  <c:v>3.9908999999999999</c:v>
                </c:pt>
                <c:pt idx="14706">
                  <c:v>3.9912100000000001</c:v>
                </c:pt>
                <c:pt idx="14707">
                  <c:v>3.9915099999999999</c:v>
                </c:pt>
                <c:pt idx="14708">
                  <c:v>3.9918200000000001</c:v>
                </c:pt>
                <c:pt idx="14709">
                  <c:v>3.9921199999999999</c:v>
                </c:pt>
                <c:pt idx="14710">
                  <c:v>3.9924300000000001</c:v>
                </c:pt>
                <c:pt idx="14711">
                  <c:v>3.9927299999999999</c:v>
                </c:pt>
                <c:pt idx="14712">
                  <c:v>3.9930400000000001</c:v>
                </c:pt>
                <c:pt idx="14713">
                  <c:v>3.9933399999999999</c:v>
                </c:pt>
                <c:pt idx="14714">
                  <c:v>3.9936500000000001</c:v>
                </c:pt>
                <c:pt idx="14715">
                  <c:v>3.99396</c:v>
                </c:pt>
                <c:pt idx="14716">
                  <c:v>3.9942600000000001</c:v>
                </c:pt>
                <c:pt idx="14717">
                  <c:v>3.99457</c:v>
                </c:pt>
                <c:pt idx="14718">
                  <c:v>3.9948700000000001</c:v>
                </c:pt>
                <c:pt idx="14719">
                  <c:v>3.99518</c:v>
                </c:pt>
                <c:pt idx="14720">
                  <c:v>3.9954800000000001</c:v>
                </c:pt>
                <c:pt idx="14721">
                  <c:v>3.99579</c:v>
                </c:pt>
                <c:pt idx="14722">
                  <c:v>3.9960900000000001</c:v>
                </c:pt>
                <c:pt idx="14723">
                  <c:v>3.9964</c:v>
                </c:pt>
                <c:pt idx="14724">
                  <c:v>3.9967000000000001</c:v>
                </c:pt>
                <c:pt idx="14725">
                  <c:v>3.99701</c:v>
                </c:pt>
                <c:pt idx="14726">
                  <c:v>3.9973100000000001</c:v>
                </c:pt>
                <c:pt idx="14727">
                  <c:v>3.99762</c:v>
                </c:pt>
                <c:pt idx="14728">
                  <c:v>3.9979300000000002</c:v>
                </c:pt>
                <c:pt idx="14729">
                  <c:v>3.99823</c:v>
                </c:pt>
                <c:pt idx="14730">
                  <c:v>3.9985400000000002</c:v>
                </c:pt>
                <c:pt idx="14731">
                  <c:v>3.99884</c:v>
                </c:pt>
                <c:pt idx="14732">
                  <c:v>3.9991500000000002</c:v>
                </c:pt>
                <c:pt idx="14733">
                  <c:v>3.9994499999999999</c:v>
                </c:pt>
                <c:pt idx="14734">
                  <c:v>3.9997600000000002</c:v>
                </c:pt>
                <c:pt idx="14735">
                  <c:v>4.0000600000000004</c:v>
                </c:pt>
                <c:pt idx="14736">
                  <c:v>4.0003700000000002</c:v>
                </c:pt>
                <c:pt idx="14737">
                  <c:v>4.0006700000000004</c:v>
                </c:pt>
                <c:pt idx="14738">
                  <c:v>4.0009800000000002</c:v>
                </c:pt>
                <c:pt idx="14739">
                  <c:v>4.00129</c:v>
                </c:pt>
                <c:pt idx="14740">
                  <c:v>4.0015900000000002</c:v>
                </c:pt>
                <c:pt idx="14741">
                  <c:v>4.0019</c:v>
                </c:pt>
                <c:pt idx="14742">
                  <c:v>4.0022000000000002</c:v>
                </c:pt>
                <c:pt idx="14743">
                  <c:v>4.00251</c:v>
                </c:pt>
                <c:pt idx="14744">
                  <c:v>4.0028100000000002</c:v>
                </c:pt>
                <c:pt idx="14745">
                  <c:v>4.00312</c:v>
                </c:pt>
                <c:pt idx="14746">
                  <c:v>4.0034200000000002</c:v>
                </c:pt>
                <c:pt idx="14747">
                  <c:v>4.00373</c:v>
                </c:pt>
                <c:pt idx="14748">
                  <c:v>4.0040300000000002</c:v>
                </c:pt>
                <c:pt idx="14749">
                  <c:v>4.00434</c:v>
                </c:pt>
                <c:pt idx="14750">
                  <c:v>4.0046400000000002</c:v>
                </c:pt>
                <c:pt idx="14751">
                  <c:v>4.00495</c:v>
                </c:pt>
                <c:pt idx="14752">
                  <c:v>4.0052599999999998</c:v>
                </c:pt>
                <c:pt idx="14753">
                  <c:v>4.00556</c:v>
                </c:pt>
                <c:pt idx="14754">
                  <c:v>4.0058699999999998</c:v>
                </c:pt>
                <c:pt idx="14755">
                  <c:v>4.00617</c:v>
                </c:pt>
                <c:pt idx="14756">
                  <c:v>4.0064799999999998</c:v>
                </c:pt>
                <c:pt idx="14757">
                  <c:v>4.00678</c:v>
                </c:pt>
                <c:pt idx="14758">
                  <c:v>4.0070899999999998</c:v>
                </c:pt>
                <c:pt idx="14759">
                  <c:v>4.00739</c:v>
                </c:pt>
                <c:pt idx="14760">
                  <c:v>4.0076999999999998</c:v>
                </c:pt>
                <c:pt idx="14761">
                  <c:v>4.008</c:v>
                </c:pt>
                <c:pt idx="14762">
                  <c:v>4.0083099999999998</c:v>
                </c:pt>
                <c:pt idx="14763">
                  <c:v>4.00861</c:v>
                </c:pt>
                <c:pt idx="14764">
                  <c:v>4.0089199999999998</c:v>
                </c:pt>
                <c:pt idx="14765">
                  <c:v>4.0092299999999996</c:v>
                </c:pt>
                <c:pt idx="14766">
                  <c:v>4.0095299999999998</c:v>
                </c:pt>
                <c:pt idx="14767">
                  <c:v>4.0098399999999996</c:v>
                </c:pt>
                <c:pt idx="14768">
                  <c:v>4.0101399999999998</c:v>
                </c:pt>
                <c:pt idx="14769">
                  <c:v>4.0104499999999996</c:v>
                </c:pt>
                <c:pt idx="14770">
                  <c:v>4.0107499999999998</c:v>
                </c:pt>
                <c:pt idx="14771">
                  <c:v>4.0110599999999996</c:v>
                </c:pt>
                <c:pt idx="14772">
                  <c:v>4.0113599999999998</c:v>
                </c:pt>
                <c:pt idx="14773">
                  <c:v>4.0116699999999996</c:v>
                </c:pt>
                <c:pt idx="14774">
                  <c:v>4.0119699999999998</c:v>
                </c:pt>
                <c:pt idx="14775">
                  <c:v>4.0122799999999996</c:v>
                </c:pt>
                <c:pt idx="14776">
                  <c:v>4.0125799999999998</c:v>
                </c:pt>
                <c:pt idx="14777">
                  <c:v>4.0128899999999996</c:v>
                </c:pt>
                <c:pt idx="14778">
                  <c:v>4.0132000000000003</c:v>
                </c:pt>
                <c:pt idx="14779">
                  <c:v>4.0134999999999996</c:v>
                </c:pt>
                <c:pt idx="14780">
                  <c:v>4.0138100000000003</c:v>
                </c:pt>
                <c:pt idx="14781">
                  <c:v>4.0141099999999996</c:v>
                </c:pt>
                <c:pt idx="14782">
                  <c:v>4.0144200000000003</c:v>
                </c:pt>
                <c:pt idx="14783">
                  <c:v>4.0147199999999996</c:v>
                </c:pt>
                <c:pt idx="14784">
                  <c:v>4.0150300000000003</c:v>
                </c:pt>
                <c:pt idx="14785">
                  <c:v>4.0153299999999996</c:v>
                </c:pt>
                <c:pt idx="14786">
                  <c:v>4.0156400000000003</c:v>
                </c:pt>
                <c:pt idx="14787">
                  <c:v>4.0159399999999996</c:v>
                </c:pt>
                <c:pt idx="14788">
                  <c:v>4.0162500000000003</c:v>
                </c:pt>
                <c:pt idx="14789">
                  <c:v>4.0165499999999996</c:v>
                </c:pt>
                <c:pt idx="14790">
                  <c:v>4.0168600000000003</c:v>
                </c:pt>
                <c:pt idx="14791">
                  <c:v>4.0171700000000001</c:v>
                </c:pt>
                <c:pt idx="14792">
                  <c:v>4.0174700000000003</c:v>
                </c:pt>
                <c:pt idx="14793">
                  <c:v>4.0177800000000001</c:v>
                </c:pt>
                <c:pt idx="14794">
                  <c:v>4.0180800000000003</c:v>
                </c:pt>
                <c:pt idx="14795">
                  <c:v>4.0183900000000001</c:v>
                </c:pt>
                <c:pt idx="14796">
                  <c:v>4.0186900000000003</c:v>
                </c:pt>
                <c:pt idx="14797">
                  <c:v>4.0190000000000001</c:v>
                </c:pt>
                <c:pt idx="14798">
                  <c:v>4.0193000000000003</c:v>
                </c:pt>
                <c:pt idx="14799">
                  <c:v>4.0196100000000001</c:v>
                </c:pt>
                <c:pt idx="14800">
                  <c:v>4.0199100000000003</c:v>
                </c:pt>
                <c:pt idx="14801">
                  <c:v>4.0202200000000001</c:v>
                </c:pt>
                <c:pt idx="14802">
                  <c:v>4.0205299999999999</c:v>
                </c:pt>
                <c:pt idx="14803">
                  <c:v>4.0208300000000001</c:v>
                </c:pt>
                <c:pt idx="14804">
                  <c:v>4.0211399999999999</c:v>
                </c:pt>
                <c:pt idx="14805">
                  <c:v>4.0214400000000001</c:v>
                </c:pt>
                <c:pt idx="14806">
                  <c:v>4.0217499999999999</c:v>
                </c:pt>
                <c:pt idx="14807">
                  <c:v>4.0220500000000001</c:v>
                </c:pt>
                <c:pt idx="14808">
                  <c:v>4.0223599999999999</c:v>
                </c:pt>
                <c:pt idx="14809">
                  <c:v>4.0226600000000001</c:v>
                </c:pt>
                <c:pt idx="14810">
                  <c:v>4.0229699999999999</c:v>
                </c:pt>
                <c:pt idx="14811">
                  <c:v>4.0232700000000001</c:v>
                </c:pt>
                <c:pt idx="14812">
                  <c:v>4.0235799999999999</c:v>
                </c:pt>
                <c:pt idx="14813">
                  <c:v>4.0238800000000001</c:v>
                </c:pt>
                <c:pt idx="14814">
                  <c:v>4.0241899999999999</c:v>
                </c:pt>
                <c:pt idx="14815">
                  <c:v>4.0244999999999997</c:v>
                </c:pt>
                <c:pt idx="14816">
                  <c:v>4.0247999999999999</c:v>
                </c:pt>
                <c:pt idx="14817">
                  <c:v>4.0251099999999997</c:v>
                </c:pt>
                <c:pt idx="14818">
                  <c:v>4.0254099999999999</c:v>
                </c:pt>
                <c:pt idx="14819">
                  <c:v>4.0257199999999997</c:v>
                </c:pt>
                <c:pt idx="14820">
                  <c:v>4.0260199999999999</c:v>
                </c:pt>
                <c:pt idx="14821">
                  <c:v>4.0263299999999997</c:v>
                </c:pt>
                <c:pt idx="14822">
                  <c:v>4.0266299999999999</c:v>
                </c:pt>
                <c:pt idx="14823">
                  <c:v>4.0269399999999997</c:v>
                </c:pt>
                <c:pt idx="14824">
                  <c:v>4.0272399999999999</c:v>
                </c:pt>
                <c:pt idx="14825">
                  <c:v>4.0275499999999997</c:v>
                </c:pt>
                <c:pt idx="14826">
                  <c:v>4.0278499999999999</c:v>
                </c:pt>
                <c:pt idx="14827">
                  <c:v>4.0281599999999997</c:v>
                </c:pt>
                <c:pt idx="14828">
                  <c:v>4.0284700000000004</c:v>
                </c:pt>
                <c:pt idx="14829">
                  <c:v>4.0287699999999997</c:v>
                </c:pt>
                <c:pt idx="14830">
                  <c:v>4.0290800000000004</c:v>
                </c:pt>
                <c:pt idx="14831">
                  <c:v>4.0293799999999997</c:v>
                </c:pt>
                <c:pt idx="14832">
                  <c:v>4.0296900000000004</c:v>
                </c:pt>
                <c:pt idx="14833">
                  <c:v>4.0299899999999997</c:v>
                </c:pt>
                <c:pt idx="14834">
                  <c:v>4.0303000000000004</c:v>
                </c:pt>
                <c:pt idx="14835">
                  <c:v>4.0305999999999997</c:v>
                </c:pt>
                <c:pt idx="14836">
                  <c:v>4.0309100000000004</c:v>
                </c:pt>
                <c:pt idx="14837">
                  <c:v>4.0312099999999997</c:v>
                </c:pt>
                <c:pt idx="14838">
                  <c:v>4.0315200000000004</c:v>
                </c:pt>
                <c:pt idx="14839">
                  <c:v>4.0318199999999997</c:v>
                </c:pt>
                <c:pt idx="14840">
                  <c:v>4.0321300000000004</c:v>
                </c:pt>
                <c:pt idx="14841">
                  <c:v>4.0324400000000002</c:v>
                </c:pt>
                <c:pt idx="14842">
                  <c:v>4.0327400000000004</c:v>
                </c:pt>
                <c:pt idx="14843">
                  <c:v>4.0330500000000002</c:v>
                </c:pt>
                <c:pt idx="14844">
                  <c:v>4.0333500000000004</c:v>
                </c:pt>
                <c:pt idx="14845">
                  <c:v>4.0336600000000002</c:v>
                </c:pt>
                <c:pt idx="14846">
                  <c:v>4.0339600000000004</c:v>
                </c:pt>
                <c:pt idx="14847">
                  <c:v>4.0342700000000002</c:v>
                </c:pt>
                <c:pt idx="14848">
                  <c:v>4.0345700000000004</c:v>
                </c:pt>
                <c:pt idx="14849">
                  <c:v>4.0348800000000002</c:v>
                </c:pt>
                <c:pt idx="14850">
                  <c:v>4.0351800000000004</c:v>
                </c:pt>
                <c:pt idx="14851">
                  <c:v>4.0354900000000002</c:v>
                </c:pt>
                <c:pt idx="14852">
                  <c:v>4.0357900000000004</c:v>
                </c:pt>
                <c:pt idx="14853">
                  <c:v>4.0361000000000002</c:v>
                </c:pt>
                <c:pt idx="14854">
                  <c:v>4.0364100000000001</c:v>
                </c:pt>
                <c:pt idx="14855">
                  <c:v>4.0367100000000002</c:v>
                </c:pt>
                <c:pt idx="14856">
                  <c:v>4.0370200000000001</c:v>
                </c:pt>
                <c:pt idx="14857">
                  <c:v>4.0373200000000002</c:v>
                </c:pt>
                <c:pt idx="14858">
                  <c:v>4.0376300000000001</c:v>
                </c:pt>
                <c:pt idx="14859">
                  <c:v>4.0379300000000002</c:v>
                </c:pt>
                <c:pt idx="14860">
                  <c:v>4.0382400000000001</c:v>
                </c:pt>
                <c:pt idx="14861">
                  <c:v>4.0385400000000002</c:v>
                </c:pt>
                <c:pt idx="14862">
                  <c:v>4.0388500000000001</c:v>
                </c:pt>
                <c:pt idx="14863">
                  <c:v>4.0391500000000002</c:v>
                </c:pt>
                <c:pt idx="14864">
                  <c:v>4.0394600000000001</c:v>
                </c:pt>
                <c:pt idx="14865">
                  <c:v>4.0397699999999999</c:v>
                </c:pt>
                <c:pt idx="14866">
                  <c:v>4.0400700000000001</c:v>
                </c:pt>
                <c:pt idx="14867">
                  <c:v>4.0403799999999999</c:v>
                </c:pt>
                <c:pt idx="14868">
                  <c:v>4.04068</c:v>
                </c:pt>
                <c:pt idx="14869">
                  <c:v>4.0409899999999999</c:v>
                </c:pt>
                <c:pt idx="14870">
                  <c:v>4.04129</c:v>
                </c:pt>
                <c:pt idx="14871">
                  <c:v>4.0415999999999999</c:v>
                </c:pt>
                <c:pt idx="14872">
                  <c:v>4.0419</c:v>
                </c:pt>
                <c:pt idx="14873">
                  <c:v>4.0422099999999999</c:v>
                </c:pt>
                <c:pt idx="14874">
                  <c:v>4.04251</c:v>
                </c:pt>
                <c:pt idx="14875">
                  <c:v>4.0428199999999999</c:v>
                </c:pt>
                <c:pt idx="14876">
                  <c:v>4.04312</c:v>
                </c:pt>
                <c:pt idx="14877">
                  <c:v>4.0434299999999999</c:v>
                </c:pt>
                <c:pt idx="14878">
                  <c:v>4.0437399999999997</c:v>
                </c:pt>
                <c:pt idx="14879">
                  <c:v>4.0440399999999999</c:v>
                </c:pt>
                <c:pt idx="14880">
                  <c:v>4.0443499999999997</c:v>
                </c:pt>
                <c:pt idx="14881">
                  <c:v>4.0446499999999999</c:v>
                </c:pt>
                <c:pt idx="14882">
                  <c:v>4.0449599999999997</c:v>
                </c:pt>
                <c:pt idx="14883">
                  <c:v>4.0452599999999999</c:v>
                </c:pt>
                <c:pt idx="14884">
                  <c:v>4.0455699999999997</c:v>
                </c:pt>
                <c:pt idx="14885">
                  <c:v>4.0458699999999999</c:v>
                </c:pt>
                <c:pt idx="14886">
                  <c:v>4.0461799999999997</c:v>
                </c:pt>
                <c:pt idx="14887">
                  <c:v>4.0464799999999999</c:v>
                </c:pt>
                <c:pt idx="14888">
                  <c:v>4.0467899999999997</c:v>
                </c:pt>
                <c:pt idx="14889">
                  <c:v>4.0470899999999999</c:v>
                </c:pt>
                <c:pt idx="14890">
                  <c:v>4.0473999999999997</c:v>
                </c:pt>
                <c:pt idx="14891">
                  <c:v>4.0477100000000004</c:v>
                </c:pt>
                <c:pt idx="14892">
                  <c:v>4.0480099999999997</c:v>
                </c:pt>
                <c:pt idx="14893">
                  <c:v>4.0483200000000004</c:v>
                </c:pt>
                <c:pt idx="14894">
                  <c:v>4.0486199999999997</c:v>
                </c:pt>
                <c:pt idx="14895">
                  <c:v>4.0489300000000004</c:v>
                </c:pt>
                <c:pt idx="14896">
                  <c:v>4.0492299999999997</c:v>
                </c:pt>
                <c:pt idx="14897">
                  <c:v>4.0495400000000004</c:v>
                </c:pt>
                <c:pt idx="14898">
                  <c:v>4.0498399999999997</c:v>
                </c:pt>
                <c:pt idx="14899">
                  <c:v>4.0501500000000004</c:v>
                </c:pt>
                <c:pt idx="14900">
                  <c:v>4.0504499999999997</c:v>
                </c:pt>
                <c:pt idx="14901">
                  <c:v>4.0507600000000004</c:v>
                </c:pt>
                <c:pt idx="14902">
                  <c:v>4.0510599999999997</c:v>
                </c:pt>
                <c:pt idx="14903">
                  <c:v>4.0513700000000004</c:v>
                </c:pt>
                <c:pt idx="14904">
                  <c:v>4.0516800000000002</c:v>
                </c:pt>
                <c:pt idx="14905">
                  <c:v>4.0519800000000004</c:v>
                </c:pt>
                <c:pt idx="14906">
                  <c:v>4.0522900000000002</c:v>
                </c:pt>
                <c:pt idx="14907">
                  <c:v>4.0525900000000004</c:v>
                </c:pt>
                <c:pt idx="14908">
                  <c:v>4.0529000000000002</c:v>
                </c:pt>
                <c:pt idx="14909">
                  <c:v>4.0532000000000004</c:v>
                </c:pt>
                <c:pt idx="14910">
                  <c:v>4.0535100000000002</c:v>
                </c:pt>
                <c:pt idx="14911">
                  <c:v>4.0538100000000004</c:v>
                </c:pt>
                <c:pt idx="14912">
                  <c:v>4.0541200000000002</c:v>
                </c:pt>
                <c:pt idx="14913">
                  <c:v>4.0544200000000004</c:v>
                </c:pt>
                <c:pt idx="14914">
                  <c:v>4.0547300000000002</c:v>
                </c:pt>
                <c:pt idx="14915">
                  <c:v>4.05504</c:v>
                </c:pt>
                <c:pt idx="14916">
                  <c:v>4.0553400000000002</c:v>
                </c:pt>
                <c:pt idx="14917">
                  <c:v>4.05565</c:v>
                </c:pt>
                <c:pt idx="14918">
                  <c:v>4.0559500000000002</c:v>
                </c:pt>
                <c:pt idx="14919">
                  <c:v>4.05626</c:v>
                </c:pt>
                <c:pt idx="14920">
                  <c:v>4.0565600000000002</c:v>
                </c:pt>
                <c:pt idx="14921">
                  <c:v>4.05687</c:v>
                </c:pt>
                <c:pt idx="14922">
                  <c:v>4.0571700000000002</c:v>
                </c:pt>
                <c:pt idx="14923">
                  <c:v>4.05748</c:v>
                </c:pt>
                <c:pt idx="14924">
                  <c:v>4.0577800000000002</c:v>
                </c:pt>
                <c:pt idx="14925">
                  <c:v>4.05809</c:v>
                </c:pt>
                <c:pt idx="14926">
                  <c:v>4.0583900000000002</c:v>
                </c:pt>
                <c:pt idx="14927">
                  <c:v>4.0587</c:v>
                </c:pt>
                <c:pt idx="14928">
                  <c:v>4.0590099999999998</c:v>
                </c:pt>
                <c:pt idx="14929">
                  <c:v>4.05931</c:v>
                </c:pt>
                <c:pt idx="14930">
                  <c:v>4.0596199999999998</c:v>
                </c:pt>
                <c:pt idx="14931">
                  <c:v>4.05992</c:v>
                </c:pt>
                <c:pt idx="14932">
                  <c:v>4.0602299999999998</c:v>
                </c:pt>
                <c:pt idx="14933">
                  <c:v>4.06053</c:v>
                </c:pt>
                <c:pt idx="14934">
                  <c:v>4.0608399999999998</c:v>
                </c:pt>
                <c:pt idx="14935">
                  <c:v>4.06114</c:v>
                </c:pt>
                <c:pt idx="14936">
                  <c:v>4.0614499999999998</c:v>
                </c:pt>
                <c:pt idx="14937">
                  <c:v>4.06175</c:v>
                </c:pt>
                <c:pt idx="14938">
                  <c:v>4.0620599999999998</c:v>
                </c:pt>
                <c:pt idx="14939">
                  <c:v>4.06236</c:v>
                </c:pt>
                <c:pt idx="14940">
                  <c:v>4.0626699999999998</c:v>
                </c:pt>
                <c:pt idx="14941">
                  <c:v>4.0629799999999996</c:v>
                </c:pt>
                <c:pt idx="14942">
                  <c:v>4.0632799999999998</c:v>
                </c:pt>
                <c:pt idx="14943">
                  <c:v>4.0635899999999996</c:v>
                </c:pt>
                <c:pt idx="14944">
                  <c:v>4.0638899999999998</c:v>
                </c:pt>
                <c:pt idx="14945">
                  <c:v>4.0641999999999996</c:v>
                </c:pt>
                <c:pt idx="14946">
                  <c:v>4.0644999999999998</c:v>
                </c:pt>
                <c:pt idx="14947">
                  <c:v>4.0648099999999996</c:v>
                </c:pt>
                <c:pt idx="14948">
                  <c:v>4.0651099999999998</c:v>
                </c:pt>
                <c:pt idx="14949">
                  <c:v>4.0654199999999996</c:v>
                </c:pt>
                <c:pt idx="14950">
                  <c:v>4.0657199999999998</c:v>
                </c:pt>
                <c:pt idx="14951">
                  <c:v>4.0660299999999996</c:v>
                </c:pt>
                <c:pt idx="14952">
                  <c:v>4.0663299999999998</c:v>
                </c:pt>
                <c:pt idx="14953">
                  <c:v>4.0666399999999996</c:v>
                </c:pt>
                <c:pt idx="14954">
                  <c:v>4.0669500000000003</c:v>
                </c:pt>
                <c:pt idx="14955">
                  <c:v>4.0672499999999996</c:v>
                </c:pt>
                <c:pt idx="14956">
                  <c:v>4.0675600000000003</c:v>
                </c:pt>
                <c:pt idx="14957">
                  <c:v>4.0678599999999996</c:v>
                </c:pt>
                <c:pt idx="14958">
                  <c:v>4.0681700000000003</c:v>
                </c:pt>
                <c:pt idx="14959">
                  <c:v>4.0684699999999996</c:v>
                </c:pt>
                <c:pt idx="14960">
                  <c:v>4.0687800000000003</c:v>
                </c:pt>
                <c:pt idx="14961">
                  <c:v>4.0690799999999996</c:v>
                </c:pt>
                <c:pt idx="14962">
                  <c:v>4.0693900000000003</c:v>
                </c:pt>
                <c:pt idx="14963">
                  <c:v>4.0696899999999996</c:v>
                </c:pt>
                <c:pt idx="14964">
                  <c:v>4.07</c:v>
                </c:pt>
                <c:pt idx="14965">
                  <c:v>4.0702999999999996</c:v>
                </c:pt>
                <c:pt idx="14966">
                  <c:v>4.0706100000000003</c:v>
                </c:pt>
                <c:pt idx="14967">
                  <c:v>4.0709200000000001</c:v>
                </c:pt>
                <c:pt idx="14968">
                  <c:v>4.0712200000000003</c:v>
                </c:pt>
                <c:pt idx="14969">
                  <c:v>4.0715300000000001</c:v>
                </c:pt>
                <c:pt idx="14970">
                  <c:v>4.0718300000000003</c:v>
                </c:pt>
                <c:pt idx="14971">
                  <c:v>4.0721400000000001</c:v>
                </c:pt>
                <c:pt idx="14972">
                  <c:v>4.0724400000000003</c:v>
                </c:pt>
                <c:pt idx="14973">
                  <c:v>4.0727500000000001</c:v>
                </c:pt>
                <c:pt idx="14974">
                  <c:v>4.0730500000000003</c:v>
                </c:pt>
                <c:pt idx="14975">
                  <c:v>4.0733600000000001</c:v>
                </c:pt>
                <c:pt idx="14976">
                  <c:v>4.0736600000000003</c:v>
                </c:pt>
                <c:pt idx="14977">
                  <c:v>4.0739700000000001</c:v>
                </c:pt>
                <c:pt idx="14978">
                  <c:v>4.0742799999999999</c:v>
                </c:pt>
                <c:pt idx="14979">
                  <c:v>4.0745800000000001</c:v>
                </c:pt>
                <c:pt idx="14980">
                  <c:v>4.0748899999999999</c:v>
                </c:pt>
                <c:pt idx="14981">
                  <c:v>4.0751900000000001</c:v>
                </c:pt>
                <c:pt idx="14982">
                  <c:v>4.0754999999999999</c:v>
                </c:pt>
                <c:pt idx="14983">
                  <c:v>4.0758000000000001</c:v>
                </c:pt>
                <c:pt idx="14984">
                  <c:v>4.0761099999999999</c:v>
                </c:pt>
                <c:pt idx="14985">
                  <c:v>4.0764100000000001</c:v>
                </c:pt>
                <c:pt idx="14986">
                  <c:v>4.0767199999999999</c:v>
                </c:pt>
                <c:pt idx="14987">
                  <c:v>4.0770200000000001</c:v>
                </c:pt>
                <c:pt idx="14988">
                  <c:v>4.0773299999999999</c:v>
                </c:pt>
                <c:pt idx="14989">
                  <c:v>4.0776300000000001</c:v>
                </c:pt>
                <c:pt idx="14990">
                  <c:v>4.0779399999999999</c:v>
                </c:pt>
                <c:pt idx="14991">
                  <c:v>4.0782499999999997</c:v>
                </c:pt>
                <c:pt idx="14992">
                  <c:v>4.0785499999999999</c:v>
                </c:pt>
                <c:pt idx="14993">
                  <c:v>4.0788599999999997</c:v>
                </c:pt>
                <c:pt idx="14994">
                  <c:v>4.0791599999999999</c:v>
                </c:pt>
                <c:pt idx="14995">
                  <c:v>4.0794699999999997</c:v>
                </c:pt>
                <c:pt idx="14996">
                  <c:v>4.0797699999999999</c:v>
                </c:pt>
                <c:pt idx="14997">
                  <c:v>4.0800799999999997</c:v>
                </c:pt>
                <c:pt idx="14998">
                  <c:v>4.0803799999999999</c:v>
                </c:pt>
                <c:pt idx="14999">
                  <c:v>4.0806899999999997</c:v>
                </c:pt>
                <c:pt idx="15000">
                  <c:v>4.0809899999999999</c:v>
                </c:pt>
                <c:pt idx="15001">
                  <c:v>4.0812999999999997</c:v>
                </c:pt>
                <c:pt idx="15002">
                  <c:v>4.0815999999999999</c:v>
                </c:pt>
                <c:pt idx="15003">
                  <c:v>4.0819099999999997</c:v>
                </c:pt>
                <c:pt idx="15004">
                  <c:v>4.0822200000000004</c:v>
                </c:pt>
                <c:pt idx="15005">
                  <c:v>4.0825199999999997</c:v>
                </c:pt>
                <c:pt idx="15006">
                  <c:v>4.0828300000000004</c:v>
                </c:pt>
                <c:pt idx="15007">
                  <c:v>4.0831299999999997</c:v>
                </c:pt>
                <c:pt idx="15008">
                  <c:v>4.0834400000000004</c:v>
                </c:pt>
                <c:pt idx="15009">
                  <c:v>4.0837399999999997</c:v>
                </c:pt>
                <c:pt idx="15010">
                  <c:v>4.0840500000000004</c:v>
                </c:pt>
                <c:pt idx="15011">
                  <c:v>4.0843499999999997</c:v>
                </c:pt>
                <c:pt idx="15012">
                  <c:v>4.0846600000000004</c:v>
                </c:pt>
                <c:pt idx="15013">
                  <c:v>4.0849599999999997</c:v>
                </c:pt>
                <c:pt idx="15014">
                  <c:v>4.0852700000000004</c:v>
                </c:pt>
                <c:pt idx="15015">
                  <c:v>4.0855699999999997</c:v>
                </c:pt>
                <c:pt idx="15016">
                  <c:v>4.0858800000000004</c:v>
                </c:pt>
                <c:pt idx="15017">
                  <c:v>4.0861900000000002</c:v>
                </c:pt>
                <c:pt idx="15018">
                  <c:v>4.0864900000000004</c:v>
                </c:pt>
                <c:pt idx="15019">
                  <c:v>4.0868000000000002</c:v>
                </c:pt>
                <c:pt idx="15020">
                  <c:v>4.0871000000000004</c:v>
                </c:pt>
                <c:pt idx="15021">
                  <c:v>4.0874100000000002</c:v>
                </c:pt>
                <c:pt idx="15022">
                  <c:v>4.0877100000000004</c:v>
                </c:pt>
                <c:pt idx="15023">
                  <c:v>4.0880200000000002</c:v>
                </c:pt>
                <c:pt idx="15024">
                  <c:v>4.0883200000000004</c:v>
                </c:pt>
                <c:pt idx="15025">
                  <c:v>4.0886300000000002</c:v>
                </c:pt>
                <c:pt idx="15026">
                  <c:v>4.0889300000000004</c:v>
                </c:pt>
                <c:pt idx="15027">
                  <c:v>4.0892400000000002</c:v>
                </c:pt>
                <c:pt idx="15028">
                  <c:v>4.0895400000000004</c:v>
                </c:pt>
                <c:pt idx="15029">
                  <c:v>4.0898500000000002</c:v>
                </c:pt>
                <c:pt idx="15030">
                  <c:v>4.09016</c:v>
                </c:pt>
                <c:pt idx="15031">
                  <c:v>4.0904600000000002</c:v>
                </c:pt>
                <c:pt idx="15032">
                  <c:v>4.09077</c:v>
                </c:pt>
                <c:pt idx="15033">
                  <c:v>4.0910700000000002</c:v>
                </c:pt>
                <c:pt idx="15034">
                  <c:v>4.09138</c:v>
                </c:pt>
                <c:pt idx="15035">
                  <c:v>4.0916800000000002</c:v>
                </c:pt>
                <c:pt idx="15036">
                  <c:v>4.09199</c:v>
                </c:pt>
                <c:pt idx="15037">
                  <c:v>4.0922900000000002</c:v>
                </c:pt>
                <c:pt idx="15038">
                  <c:v>4.0926</c:v>
                </c:pt>
                <c:pt idx="15039">
                  <c:v>4.0929000000000002</c:v>
                </c:pt>
                <c:pt idx="15040">
                  <c:v>4.09321</c:v>
                </c:pt>
                <c:pt idx="15041">
                  <c:v>4.0935199999999998</c:v>
                </c:pt>
                <c:pt idx="15042">
                  <c:v>4.09382</c:v>
                </c:pt>
                <c:pt idx="15043">
                  <c:v>4.0941299999999998</c:v>
                </c:pt>
                <c:pt idx="15044">
                  <c:v>4.09443</c:v>
                </c:pt>
                <c:pt idx="15045">
                  <c:v>4.0947399999999998</c:v>
                </c:pt>
                <c:pt idx="15046">
                  <c:v>4.09504</c:v>
                </c:pt>
                <c:pt idx="15047">
                  <c:v>4.0953499999999998</c:v>
                </c:pt>
                <c:pt idx="15048">
                  <c:v>4.09565</c:v>
                </c:pt>
                <c:pt idx="15049">
                  <c:v>4.0959599999999998</c:v>
                </c:pt>
                <c:pt idx="15050">
                  <c:v>4.09626</c:v>
                </c:pt>
                <c:pt idx="15051">
                  <c:v>4.0965699999999998</c:v>
                </c:pt>
                <c:pt idx="15052">
                  <c:v>4.09687</c:v>
                </c:pt>
                <c:pt idx="15053">
                  <c:v>4.0971799999999998</c:v>
                </c:pt>
                <c:pt idx="15054">
                  <c:v>4.0974899999999996</c:v>
                </c:pt>
                <c:pt idx="15055">
                  <c:v>4.0977899999999998</c:v>
                </c:pt>
                <c:pt idx="15056">
                  <c:v>4.0980999999999996</c:v>
                </c:pt>
                <c:pt idx="15057">
                  <c:v>4.0983999999999998</c:v>
                </c:pt>
                <c:pt idx="15058">
                  <c:v>4.0987099999999996</c:v>
                </c:pt>
                <c:pt idx="15059">
                  <c:v>4.0990099999999998</c:v>
                </c:pt>
                <c:pt idx="15060">
                  <c:v>4.0993199999999996</c:v>
                </c:pt>
                <c:pt idx="15061">
                  <c:v>4.0996199999999998</c:v>
                </c:pt>
                <c:pt idx="15062">
                  <c:v>4.0999299999999996</c:v>
                </c:pt>
                <c:pt idx="15063">
                  <c:v>4.1002299999999998</c:v>
                </c:pt>
                <c:pt idx="15064">
                  <c:v>4.1005399999999996</c:v>
                </c:pt>
                <c:pt idx="15065">
                  <c:v>4.1008399999999998</c:v>
                </c:pt>
                <c:pt idx="15066">
                  <c:v>4.1011499999999996</c:v>
                </c:pt>
                <c:pt idx="15067">
                  <c:v>4.1014600000000003</c:v>
                </c:pt>
                <c:pt idx="15068">
                  <c:v>4.1017599999999996</c:v>
                </c:pt>
                <c:pt idx="15069">
                  <c:v>4.1020700000000003</c:v>
                </c:pt>
                <c:pt idx="15070">
                  <c:v>4.1023699999999996</c:v>
                </c:pt>
                <c:pt idx="15071">
                  <c:v>4.1026800000000003</c:v>
                </c:pt>
                <c:pt idx="15072">
                  <c:v>4.1029799999999996</c:v>
                </c:pt>
                <c:pt idx="15073">
                  <c:v>4.1032900000000003</c:v>
                </c:pt>
                <c:pt idx="15074">
                  <c:v>4.1035899999999996</c:v>
                </c:pt>
                <c:pt idx="15075">
                  <c:v>4.1039000000000003</c:v>
                </c:pt>
                <c:pt idx="15076">
                  <c:v>4.1041999999999996</c:v>
                </c:pt>
                <c:pt idx="15077">
                  <c:v>4.1045100000000003</c:v>
                </c:pt>
                <c:pt idx="15078">
                  <c:v>4.1048099999999996</c:v>
                </c:pt>
                <c:pt idx="15079">
                  <c:v>4.1051200000000003</c:v>
                </c:pt>
                <c:pt idx="15080">
                  <c:v>4.1054300000000001</c:v>
                </c:pt>
                <c:pt idx="15081">
                  <c:v>4.1057300000000003</c:v>
                </c:pt>
                <c:pt idx="15082">
                  <c:v>4.1060400000000001</c:v>
                </c:pt>
                <c:pt idx="15083">
                  <c:v>4.1063400000000003</c:v>
                </c:pt>
                <c:pt idx="15084">
                  <c:v>4.1066500000000001</c:v>
                </c:pt>
                <c:pt idx="15085">
                  <c:v>4.1069500000000003</c:v>
                </c:pt>
                <c:pt idx="15086">
                  <c:v>4.1072600000000001</c:v>
                </c:pt>
                <c:pt idx="15087">
                  <c:v>4.1075600000000003</c:v>
                </c:pt>
                <c:pt idx="15088">
                  <c:v>4.1078700000000001</c:v>
                </c:pt>
                <c:pt idx="15089">
                  <c:v>4.1081700000000003</c:v>
                </c:pt>
                <c:pt idx="15090">
                  <c:v>4.1084800000000001</c:v>
                </c:pt>
                <c:pt idx="15091">
                  <c:v>4.1087899999999999</c:v>
                </c:pt>
                <c:pt idx="15092">
                  <c:v>4.1090900000000001</c:v>
                </c:pt>
                <c:pt idx="15093">
                  <c:v>4.1093999999999999</c:v>
                </c:pt>
                <c:pt idx="15094">
                  <c:v>4.1097000000000001</c:v>
                </c:pt>
                <c:pt idx="15095">
                  <c:v>4.1100099999999999</c:v>
                </c:pt>
                <c:pt idx="15096">
                  <c:v>4.1103100000000001</c:v>
                </c:pt>
                <c:pt idx="15097">
                  <c:v>4.1106199999999999</c:v>
                </c:pt>
                <c:pt idx="15098">
                  <c:v>4.1109200000000001</c:v>
                </c:pt>
                <c:pt idx="15099">
                  <c:v>4.1112299999999999</c:v>
                </c:pt>
                <c:pt idx="15100">
                  <c:v>4.1115300000000001</c:v>
                </c:pt>
                <c:pt idx="15101">
                  <c:v>4.1118399999999999</c:v>
                </c:pt>
                <c:pt idx="15102">
                  <c:v>4.1121400000000001</c:v>
                </c:pt>
                <c:pt idx="15103">
                  <c:v>4.1124499999999999</c:v>
                </c:pt>
                <c:pt idx="15104">
                  <c:v>4.1127599999999997</c:v>
                </c:pt>
                <c:pt idx="15105">
                  <c:v>4.1130599999999999</c:v>
                </c:pt>
                <c:pt idx="15106">
                  <c:v>4.1133699999999997</c:v>
                </c:pt>
                <c:pt idx="15107">
                  <c:v>4.1136699999999999</c:v>
                </c:pt>
                <c:pt idx="15108">
                  <c:v>4.1139799999999997</c:v>
                </c:pt>
                <c:pt idx="15109">
                  <c:v>4.1142799999999999</c:v>
                </c:pt>
                <c:pt idx="15110">
                  <c:v>4.1145899999999997</c:v>
                </c:pt>
                <c:pt idx="15111">
                  <c:v>4.1148899999999999</c:v>
                </c:pt>
                <c:pt idx="15112">
                  <c:v>4.1151999999999997</c:v>
                </c:pt>
                <c:pt idx="15113">
                  <c:v>4.1154999999999999</c:v>
                </c:pt>
                <c:pt idx="15114">
                  <c:v>4.1158099999999997</c:v>
                </c:pt>
                <c:pt idx="15115">
                  <c:v>4.1161099999999999</c:v>
                </c:pt>
                <c:pt idx="15116">
                  <c:v>4.1164199999999997</c:v>
                </c:pt>
                <c:pt idx="15117">
                  <c:v>4.1167299999999996</c:v>
                </c:pt>
                <c:pt idx="15118">
                  <c:v>4.1170299999999997</c:v>
                </c:pt>
                <c:pt idx="15119">
                  <c:v>4.1173400000000004</c:v>
                </c:pt>
                <c:pt idx="15120">
                  <c:v>4.1176399999999997</c:v>
                </c:pt>
                <c:pt idx="15121">
                  <c:v>4.1179500000000004</c:v>
                </c:pt>
                <c:pt idx="15122">
                  <c:v>4.1182499999999997</c:v>
                </c:pt>
                <c:pt idx="15123">
                  <c:v>4.1185600000000004</c:v>
                </c:pt>
                <c:pt idx="15124">
                  <c:v>4.1188599999999997</c:v>
                </c:pt>
                <c:pt idx="15125">
                  <c:v>4.1191700000000004</c:v>
                </c:pt>
                <c:pt idx="15126">
                  <c:v>4.1194699999999997</c:v>
                </c:pt>
                <c:pt idx="15127">
                  <c:v>4.1197800000000004</c:v>
                </c:pt>
                <c:pt idx="15128">
                  <c:v>4.1200799999999997</c:v>
                </c:pt>
                <c:pt idx="15129">
                  <c:v>4.1203900000000004</c:v>
                </c:pt>
                <c:pt idx="15130">
                  <c:v>4.1207000000000003</c:v>
                </c:pt>
                <c:pt idx="15131">
                  <c:v>4.1210000000000004</c:v>
                </c:pt>
                <c:pt idx="15132">
                  <c:v>4.1213100000000003</c:v>
                </c:pt>
                <c:pt idx="15133">
                  <c:v>4.1216100000000004</c:v>
                </c:pt>
                <c:pt idx="15134">
                  <c:v>4.1219200000000003</c:v>
                </c:pt>
                <c:pt idx="15135">
                  <c:v>4.1222200000000004</c:v>
                </c:pt>
                <c:pt idx="15136">
                  <c:v>4.1225300000000002</c:v>
                </c:pt>
                <c:pt idx="15137">
                  <c:v>4.1228300000000004</c:v>
                </c:pt>
                <c:pt idx="15138">
                  <c:v>4.1231400000000002</c:v>
                </c:pt>
                <c:pt idx="15139">
                  <c:v>4.1234400000000004</c:v>
                </c:pt>
                <c:pt idx="15140">
                  <c:v>4.1237500000000002</c:v>
                </c:pt>
                <c:pt idx="15141">
                  <c:v>4.1240500000000004</c:v>
                </c:pt>
                <c:pt idx="15142">
                  <c:v>4.1243600000000002</c:v>
                </c:pt>
                <c:pt idx="15143">
                  <c:v>4.1246700000000001</c:v>
                </c:pt>
                <c:pt idx="15144">
                  <c:v>4.1249700000000002</c:v>
                </c:pt>
                <c:pt idx="15145">
                  <c:v>4.1252800000000001</c:v>
                </c:pt>
                <c:pt idx="15146">
                  <c:v>4.1255800000000002</c:v>
                </c:pt>
                <c:pt idx="15147">
                  <c:v>4.1258900000000001</c:v>
                </c:pt>
                <c:pt idx="15148">
                  <c:v>4.1261900000000002</c:v>
                </c:pt>
                <c:pt idx="15149">
                  <c:v>4.1265000000000001</c:v>
                </c:pt>
                <c:pt idx="15150">
                  <c:v>4.1268000000000002</c:v>
                </c:pt>
                <c:pt idx="15151">
                  <c:v>4.1271100000000001</c:v>
                </c:pt>
                <c:pt idx="15152">
                  <c:v>4.1274100000000002</c:v>
                </c:pt>
                <c:pt idx="15153">
                  <c:v>4.1277200000000001</c:v>
                </c:pt>
                <c:pt idx="15154">
                  <c:v>4.1280299999999999</c:v>
                </c:pt>
                <c:pt idx="15155">
                  <c:v>4.1283300000000001</c:v>
                </c:pt>
                <c:pt idx="15156">
                  <c:v>4.1286399999999999</c:v>
                </c:pt>
                <c:pt idx="15157">
                  <c:v>4.1289400000000001</c:v>
                </c:pt>
                <c:pt idx="15158">
                  <c:v>4.1292499999999999</c:v>
                </c:pt>
                <c:pt idx="15159">
                  <c:v>4.1295500000000001</c:v>
                </c:pt>
                <c:pt idx="15160">
                  <c:v>4.1298599999999999</c:v>
                </c:pt>
                <c:pt idx="15161">
                  <c:v>4.1301600000000001</c:v>
                </c:pt>
                <c:pt idx="15162">
                  <c:v>4.1304699999999999</c:v>
                </c:pt>
                <c:pt idx="15163">
                  <c:v>4.1307700000000001</c:v>
                </c:pt>
                <c:pt idx="15164">
                  <c:v>4.1310799999999999</c:v>
                </c:pt>
                <c:pt idx="15165">
                  <c:v>4.1313800000000001</c:v>
                </c:pt>
                <c:pt idx="15166">
                  <c:v>4.1316899999999999</c:v>
                </c:pt>
                <c:pt idx="15167">
                  <c:v>4.1319999999999997</c:v>
                </c:pt>
                <c:pt idx="15168">
                  <c:v>4.1322999999999999</c:v>
                </c:pt>
                <c:pt idx="15169">
                  <c:v>4.1326099999999997</c:v>
                </c:pt>
                <c:pt idx="15170">
                  <c:v>4.1329099999999999</c:v>
                </c:pt>
                <c:pt idx="15171">
                  <c:v>4.1332199999999997</c:v>
                </c:pt>
                <c:pt idx="15172">
                  <c:v>4.1335199999999999</c:v>
                </c:pt>
                <c:pt idx="15173">
                  <c:v>4.1338299999999997</c:v>
                </c:pt>
                <c:pt idx="15174">
                  <c:v>4.1341299999999999</c:v>
                </c:pt>
                <c:pt idx="15175">
                  <c:v>4.1344399999999997</c:v>
                </c:pt>
                <c:pt idx="15176">
                  <c:v>4.1347399999999999</c:v>
                </c:pt>
                <c:pt idx="15177">
                  <c:v>4.1350499999999997</c:v>
                </c:pt>
                <c:pt idx="15178">
                  <c:v>4.1353499999999999</c:v>
                </c:pt>
                <c:pt idx="15179">
                  <c:v>4.1356599999999997</c:v>
                </c:pt>
                <c:pt idx="15180">
                  <c:v>4.1359700000000004</c:v>
                </c:pt>
                <c:pt idx="15181">
                  <c:v>4.1362699999999997</c:v>
                </c:pt>
                <c:pt idx="15182">
                  <c:v>4.1365800000000004</c:v>
                </c:pt>
                <c:pt idx="15183">
                  <c:v>4.1368799999999997</c:v>
                </c:pt>
                <c:pt idx="15184">
                  <c:v>4.1371900000000004</c:v>
                </c:pt>
                <c:pt idx="15185">
                  <c:v>4.1374899999999997</c:v>
                </c:pt>
                <c:pt idx="15186">
                  <c:v>4.1378000000000004</c:v>
                </c:pt>
                <c:pt idx="15187">
                  <c:v>4.1380999999999997</c:v>
                </c:pt>
                <c:pt idx="15188">
                  <c:v>4.1384100000000004</c:v>
                </c:pt>
                <c:pt idx="15189">
                  <c:v>4.1387099999999997</c:v>
                </c:pt>
                <c:pt idx="15190">
                  <c:v>4.1390200000000004</c:v>
                </c:pt>
                <c:pt idx="15191">
                  <c:v>4.1393199999999997</c:v>
                </c:pt>
                <c:pt idx="15192">
                  <c:v>4.1396300000000004</c:v>
                </c:pt>
                <c:pt idx="15193">
                  <c:v>4.1399400000000002</c:v>
                </c:pt>
                <c:pt idx="15194">
                  <c:v>4.1402400000000004</c:v>
                </c:pt>
                <c:pt idx="15195">
                  <c:v>4.1405500000000002</c:v>
                </c:pt>
                <c:pt idx="15196">
                  <c:v>4.1408500000000004</c:v>
                </c:pt>
                <c:pt idx="15197">
                  <c:v>4.1411600000000002</c:v>
                </c:pt>
                <c:pt idx="15198">
                  <c:v>4.1414600000000004</c:v>
                </c:pt>
                <c:pt idx="15199">
                  <c:v>4.1417700000000002</c:v>
                </c:pt>
                <c:pt idx="15200">
                  <c:v>4.1420700000000004</c:v>
                </c:pt>
                <c:pt idx="15201">
                  <c:v>4.1423800000000002</c:v>
                </c:pt>
                <c:pt idx="15202">
                  <c:v>4.1426800000000004</c:v>
                </c:pt>
                <c:pt idx="15203">
                  <c:v>4.1429900000000002</c:v>
                </c:pt>
                <c:pt idx="15204">
                  <c:v>4.1432900000000004</c:v>
                </c:pt>
                <c:pt idx="15205">
                  <c:v>4.1436000000000002</c:v>
                </c:pt>
                <c:pt idx="15206">
                  <c:v>4.14391</c:v>
                </c:pt>
                <c:pt idx="15207">
                  <c:v>4.1442100000000002</c:v>
                </c:pt>
                <c:pt idx="15208">
                  <c:v>4.14452</c:v>
                </c:pt>
                <c:pt idx="15209">
                  <c:v>4.1448200000000002</c:v>
                </c:pt>
                <c:pt idx="15210">
                  <c:v>4.14513</c:v>
                </c:pt>
                <c:pt idx="15211">
                  <c:v>4.1454300000000002</c:v>
                </c:pt>
                <c:pt idx="15212">
                  <c:v>4.14574</c:v>
                </c:pt>
                <c:pt idx="15213">
                  <c:v>4.1460400000000002</c:v>
                </c:pt>
                <c:pt idx="15214">
                  <c:v>4.14635</c:v>
                </c:pt>
                <c:pt idx="15215">
                  <c:v>4.1466500000000002</c:v>
                </c:pt>
                <c:pt idx="15216">
                  <c:v>4.14696</c:v>
                </c:pt>
                <c:pt idx="15217">
                  <c:v>4.1472699999999998</c:v>
                </c:pt>
                <c:pt idx="15218">
                  <c:v>4.14757</c:v>
                </c:pt>
                <c:pt idx="15219">
                  <c:v>4.1478799999999998</c:v>
                </c:pt>
                <c:pt idx="15220">
                  <c:v>4.14818</c:v>
                </c:pt>
                <c:pt idx="15221">
                  <c:v>4.1484899999999998</c:v>
                </c:pt>
                <c:pt idx="15222">
                  <c:v>4.14879</c:v>
                </c:pt>
                <c:pt idx="15223">
                  <c:v>4.1490999999999998</c:v>
                </c:pt>
                <c:pt idx="15224">
                  <c:v>4.1494</c:v>
                </c:pt>
                <c:pt idx="15225">
                  <c:v>4.1497099999999998</c:v>
                </c:pt>
                <c:pt idx="15226">
                  <c:v>4.15001</c:v>
                </c:pt>
                <c:pt idx="15227">
                  <c:v>4.1503199999999998</c:v>
                </c:pt>
                <c:pt idx="15228">
                  <c:v>4.15062</c:v>
                </c:pt>
                <c:pt idx="15229">
                  <c:v>4.1509299999999998</c:v>
                </c:pt>
                <c:pt idx="15230">
                  <c:v>4.1512399999999996</c:v>
                </c:pt>
                <c:pt idx="15231">
                  <c:v>4.1515399999999998</c:v>
                </c:pt>
                <c:pt idx="15232">
                  <c:v>4.1518499999999996</c:v>
                </c:pt>
                <c:pt idx="15233">
                  <c:v>4.1521499999999998</c:v>
                </c:pt>
                <c:pt idx="15234">
                  <c:v>4.1524599999999996</c:v>
                </c:pt>
                <c:pt idx="15235">
                  <c:v>4.1527599999999998</c:v>
                </c:pt>
                <c:pt idx="15236">
                  <c:v>4.1530699999999996</c:v>
                </c:pt>
                <c:pt idx="15237">
                  <c:v>4.1533699999999998</c:v>
                </c:pt>
                <c:pt idx="15238">
                  <c:v>4.1536799999999996</c:v>
                </c:pt>
                <c:pt idx="15239">
                  <c:v>4.1539799999999998</c:v>
                </c:pt>
                <c:pt idx="15240">
                  <c:v>4.1542899999999996</c:v>
                </c:pt>
                <c:pt idx="15241">
                  <c:v>4.1545899999999998</c:v>
                </c:pt>
                <c:pt idx="15242">
                  <c:v>4.1548999999999996</c:v>
                </c:pt>
                <c:pt idx="15243">
                  <c:v>4.1552100000000003</c:v>
                </c:pt>
                <c:pt idx="15244">
                  <c:v>4.1555099999999996</c:v>
                </c:pt>
                <c:pt idx="15245">
                  <c:v>4.1558200000000003</c:v>
                </c:pt>
                <c:pt idx="15246">
                  <c:v>4.1561199999999996</c:v>
                </c:pt>
                <c:pt idx="15247">
                  <c:v>4.1564300000000003</c:v>
                </c:pt>
                <c:pt idx="15248">
                  <c:v>4.1567299999999996</c:v>
                </c:pt>
                <c:pt idx="15249">
                  <c:v>4.1570400000000003</c:v>
                </c:pt>
                <c:pt idx="15250">
                  <c:v>4.1573399999999996</c:v>
                </c:pt>
                <c:pt idx="15251">
                  <c:v>4.1576500000000003</c:v>
                </c:pt>
                <c:pt idx="15252">
                  <c:v>4.1579499999999996</c:v>
                </c:pt>
                <c:pt idx="15253">
                  <c:v>4.1582600000000003</c:v>
                </c:pt>
                <c:pt idx="15254">
                  <c:v>4.1585599999999996</c:v>
                </c:pt>
                <c:pt idx="15255">
                  <c:v>4.1588700000000003</c:v>
                </c:pt>
                <c:pt idx="15256">
                  <c:v>4.1591800000000001</c:v>
                </c:pt>
                <c:pt idx="15257">
                  <c:v>4.1594800000000003</c:v>
                </c:pt>
                <c:pt idx="15258">
                  <c:v>4.1597900000000001</c:v>
                </c:pt>
                <c:pt idx="15259">
                  <c:v>4.1600900000000003</c:v>
                </c:pt>
                <c:pt idx="15260">
                  <c:v>4.1604000000000001</c:v>
                </c:pt>
                <c:pt idx="15261">
                  <c:v>4.1607000000000003</c:v>
                </c:pt>
                <c:pt idx="15262">
                  <c:v>4.1610100000000001</c:v>
                </c:pt>
                <c:pt idx="15263">
                  <c:v>4.1613100000000003</c:v>
                </c:pt>
                <c:pt idx="15264">
                  <c:v>4.1616200000000001</c:v>
                </c:pt>
                <c:pt idx="15265">
                  <c:v>4.1619200000000003</c:v>
                </c:pt>
                <c:pt idx="15266">
                  <c:v>4.1622300000000001</c:v>
                </c:pt>
                <c:pt idx="15267">
                  <c:v>4.1625300000000003</c:v>
                </c:pt>
                <c:pt idx="15268">
                  <c:v>4.1628400000000001</c:v>
                </c:pt>
                <c:pt idx="15269">
                  <c:v>4.1631499999999999</c:v>
                </c:pt>
                <c:pt idx="15270">
                  <c:v>4.1634500000000001</c:v>
                </c:pt>
                <c:pt idx="15271">
                  <c:v>4.1637599999999999</c:v>
                </c:pt>
                <c:pt idx="15272">
                  <c:v>4.1640600000000001</c:v>
                </c:pt>
                <c:pt idx="15273">
                  <c:v>4.1643699999999999</c:v>
                </c:pt>
                <c:pt idx="15274">
                  <c:v>4.1646700000000001</c:v>
                </c:pt>
                <c:pt idx="15275">
                  <c:v>4.1649799999999999</c:v>
                </c:pt>
                <c:pt idx="15276">
                  <c:v>4.1652800000000001</c:v>
                </c:pt>
                <c:pt idx="15277">
                  <c:v>4.1655899999999999</c:v>
                </c:pt>
                <c:pt idx="15278">
                  <c:v>4.1658900000000001</c:v>
                </c:pt>
                <c:pt idx="15279">
                  <c:v>4.1661999999999999</c:v>
                </c:pt>
                <c:pt idx="15280">
                  <c:v>4.1665099999999997</c:v>
                </c:pt>
                <c:pt idx="15281">
                  <c:v>4.1668099999999999</c:v>
                </c:pt>
                <c:pt idx="15282">
                  <c:v>4.1671199999999997</c:v>
                </c:pt>
                <c:pt idx="15283">
                  <c:v>4.1674199999999999</c:v>
                </c:pt>
                <c:pt idx="15284">
                  <c:v>4.1677299999999997</c:v>
                </c:pt>
                <c:pt idx="15285">
                  <c:v>4.1680299999999999</c:v>
                </c:pt>
                <c:pt idx="15286">
                  <c:v>4.1683399999999997</c:v>
                </c:pt>
                <c:pt idx="15287">
                  <c:v>4.1686399999999999</c:v>
                </c:pt>
                <c:pt idx="15288">
                  <c:v>4.1689499999999997</c:v>
                </c:pt>
                <c:pt idx="15289">
                  <c:v>4.1692499999999999</c:v>
                </c:pt>
                <c:pt idx="15290">
                  <c:v>4.1695599999999997</c:v>
                </c:pt>
                <c:pt idx="15291">
                  <c:v>4.1698599999999999</c:v>
                </c:pt>
                <c:pt idx="15292">
                  <c:v>4.1701699999999997</c:v>
                </c:pt>
                <c:pt idx="15293">
                  <c:v>4.1704800000000004</c:v>
                </c:pt>
                <c:pt idx="15294">
                  <c:v>4.1707799999999997</c:v>
                </c:pt>
                <c:pt idx="15295">
                  <c:v>4.1710900000000004</c:v>
                </c:pt>
                <c:pt idx="15296">
                  <c:v>4.1713899999999997</c:v>
                </c:pt>
                <c:pt idx="15297">
                  <c:v>4.1717000000000004</c:v>
                </c:pt>
                <c:pt idx="15298">
                  <c:v>4.1719999999999997</c:v>
                </c:pt>
                <c:pt idx="15299">
                  <c:v>4.1723100000000004</c:v>
                </c:pt>
                <c:pt idx="15300">
                  <c:v>4.1726099999999997</c:v>
                </c:pt>
                <c:pt idx="15301">
                  <c:v>4.1729200000000004</c:v>
                </c:pt>
                <c:pt idx="15302">
                  <c:v>4.1732199999999997</c:v>
                </c:pt>
                <c:pt idx="15303">
                  <c:v>4.1735300000000004</c:v>
                </c:pt>
                <c:pt idx="15304">
                  <c:v>4.1738299999999997</c:v>
                </c:pt>
                <c:pt idx="15305">
                  <c:v>4.1741400000000004</c:v>
                </c:pt>
                <c:pt idx="15306">
                  <c:v>4.1744500000000002</c:v>
                </c:pt>
                <c:pt idx="15307">
                  <c:v>4.1747500000000004</c:v>
                </c:pt>
                <c:pt idx="15308">
                  <c:v>4.1750600000000002</c:v>
                </c:pt>
                <c:pt idx="15309">
                  <c:v>4.1753600000000004</c:v>
                </c:pt>
                <c:pt idx="15310">
                  <c:v>4.1756700000000002</c:v>
                </c:pt>
                <c:pt idx="15311">
                  <c:v>4.1759700000000004</c:v>
                </c:pt>
                <c:pt idx="15312">
                  <c:v>4.1762800000000002</c:v>
                </c:pt>
                <c:pt idx="15313">
                  <c:v>4.1765800000000004</c:v>
                </c:pt>
                <c:pt idx="15314">
                  <c:v>4.1768900000000002</c:v>
                </c:pt>
                <c:pt idx="15315">
                  <c:v>4.1771900000000004</c:v>
                </c:pt>
                <c:pt idx="15316">
                  <c:v>4.1775000000000002</c:v>
                </c:pt>
                <c:pt idx="15317">
                  <c:v>4.1778000000000004</c:v>
                </c:pt>
                <c:pt idx="15318">
                  <c:v>4.1781100000000002</c:v>
                </c:pt>
                <c:pt idx="15319">
                  <c:v>4.17842</c:v>
                </c:pt>
                <c:pt idx="15320">
                  <c:v>4.1787200000000002</c:v>
                </c:pt>
                <c:pt idx="15321">
                  <c:v>4.17903</c:v>
                </c:pt>
                <c:pt idx="15322">
                  <c:v>4.1793300000000002</c:v>
                </c:pt>
                <c:pt idx="15323">
                  <c:v>4.17964</c:v>
                </c:pt>
                <c:pt idx="15324">
                  <c:v>4.1799400000000002</c:v>
                </c:pt>
                <c:pt idx="15325">
                  <c:v>4.18025</c:v>
                </c:pt>
                <c:pt idx="15326">
                  <c:v>4.1805500000000002</c:v>
                </c:pt>
                <c:pt idx="15327">
                  <c:v>4.18086</c:v>
                </c:pt>
                <c:pt idx="15328">
                  <c:v>4.1811600000000002</c:v>
                </c:pt>
                <c:pt idx="15329">
                  <c:v>4.18147</c:v>
                </c:pt>
                <c:pt idx="15330">
                  <c:v>4.1817799999999998</c:v>
                </c:pt>
                <c:pt idx="15331">
                  <c:v>4.18208</c:v>
                </c:pt>
                <c:pt idx="15332">
                  <c:v>4.1823899999999998</c:v>
                </c:pt>
                <c:pt idx="15333">
                  <c:v>4.18269</c:v>
                </c:pt>
                <c:pt idx="15334">
                  <c:v>4.1829999999999998</c:v>
                </c:pt>
                <c:pt idx="15335">
                  <c:v>4.1833</c:v>
                </c:pt>
                <c:pt idx="15336">
                  <c:v>4.1836099999999998</c:v>
                </c:pt>
                <c:pt idx="15337">
                  <c:v>4.18391</c:v>
                </c:pt>
                <c:pt idx="15338">
                  <c:v>4.1842199999999998</c:v>
                </c:pt>
                <c:pt idx="15339">
                  <c:v>4.18452</c:v>
                </c:pt>
                <c:pt idx="15340">
                  <c:v>4.1848299999999998</c:v>
                </c:pt>
                <c:pt idx="15341">
                  <c:v>4.18513</c:v>
                </c:pt>
                <c:pt idx="15342">
                  <c:v>4.1854399999999998</c:v>
                </c:pt>
                <c:pt idx="15343">
                  <c:v>4.1857499999999996</c:v>
                </c:pt>
                <c:pt idx="15344">
                  <c:v>4.1860499999999998</c:v>
                </c:pt>
                <c:pt idx="15345">
                  <c:v>4.1863599999999996</c:v>
                </c:pt>
                <c:pt idx="15346">
                  <c:v>4.1866599999999998</c:v>
                </c:pt>
                <c:pt idx="15347">
                  <c:v>4.1869699999999996</c:v>
                </c:pt>
                <c:pt idx="15348">
                  <c:v>4.1872699999999998</c:v>
                </c:pt>
                <c:pt idx="15349">
                  <c:v>4.1875799999999996</c:v>
                </c:pt>
                <c:pt idx="15350">
                  <c:v>4.1878799999999998</c:v>
                </c:pt>
                <c:pt idx="15351">
                  <c:v>4.1881899999999996</c:v>
                </c:pt>
                <c:pt idx="15352">
                  <c:v>4.1884899999999998</c:v>
                </c:pt>
                <c:pt idx="15353">
                  <c:v>4.1887999999999996</c:v>
                </c:pt>
                <c:pt idx="15354">
                  <c:v>4.1890999999999998</c:v>
                </c:pt>
                <c:pt idx="15355">
                  <c:v>4.1894099999999996</c:v>
                </c:pt>
                <c:pt idx="15356">
                  <c:v>4.1897200000000003</c:v>
                </c:pt>
                <c:pt idx="15357">
                  <c:v>4.1900199999999996</c:v>
                </c:pt>
                <c:pt idx="15358">
                  <c:v>4.1903300000000003</c:v>
                </c:pt>
                <c:pt idx="15359">
                  <c:v>4.1906299999999996</c:v>
                </c:pt>
                <c:pt idx="15360">
                  <c:v>4.1909400000000003</c:v>
                </c:pt>
                <c:pt idx="15361">
                  <c:v>4.1912399999999996</c:v>
                </c:pt>
                <c:pt idx="15362">
                  <c:v>4.1915500000000003</c:v>
                </c:pt>
                <c:pt idx="15363">
                  <c:v>4.1918499999999996</c:v>
                </c:pt>
                <c:pt idx="15364">
                  <c:v>4.1921600000000003</c:v>
                </c:pt>
                <c:pt idx="15365">
                  <c:v>4.1924599999999996</c:v>
                </c:pt>
                <c:pt idx="15366">
                  <c:v>4.1927700000000003</c:v>
                </c:pt>
                <c:pt idx="15367">
                  <c:v>4.1930699999999996</c:v>
                </c:pt>
                <c:pt idx="15368">
                  <c:v>4.1933800000000003</c:v>
                </c:pt>
                <c:pt idx="15369">
                  <c:v>4.1936900000000001</c:v>
                </c:pt>
                <c:pt idx="15370">
                  <c:v>4.1939900000000003</c:v>
                </c:pt>
                <c:pt idx="15371">
                  <c:v>4.1943000000000001</c:v>
                </c:pt>
                <c:pt idx="15372">
                  <c:v>4.1946000000000003</c:v>
                </c:pt>
                <c:pt idx="15373">
                  <c:v>4.1949100000000001</c:v>
                </c:pt>
                <c:pt idx="15374">
                  <c:v>4.1952100000000003</c:v>
                </c:pt>
                <c:pt idx="15375">
                  <c:v>4.1955200000000001</c:v>
                </c:pt>
                <c:pt idx="15376">
                  <c:v>4.1958200000000003</c:v>
                </c:pt>
                <c:pt idx="15377">
                  <c:v>4.1961300000000001</c:v>
                </c:pt>
                <c:pt idx="15378">
                  <c:v>4.1964300000000003</c:v>
                </c:pt>
                <c:pt idx="15379">
                  <c:v>4.1967400000000001</c:v>
                </c:pt>
                <c:pt idx="15380">
                  <c:v>4.1970400000000003</c:v>
                </c:pt>
                <c:pt idx="15381">
                  <c:v>4.1973500000000001</c:v>
                </c:pt>
                <c:pt idx="15382">
                  <c:v>4.1976599999999999</c:v>
                </c:pt>
                <c:pt idx="15383">
                  <c:v>4.1979600000000001</c:v>
                </c:pt>
                <c:pt idx="15384">
                  <c:v>4.1982699999999999</c:v>
                </c:pt>
                <c:pt idx="15385">
                  <c:v>4.1985700000000001</c:v>
                </c:pt>
                <c:pt idx="15386">
                  <c:v>4.1988799999999999</c:v>
                </c:pt>
                <c:pt idx="15387">
                  <c:v>4.1991800000000001</c:v>
                </c:pt>
                <c:pt idx="15388">
                  <c:v>4.1994899999999999</c:v>
                </c:pt>
                <c:pt idx="15389">
                  <c:v>4.1997900000000001</c:v>
                </c:pt>
                <c:pt idx="15390">
                  <c:v>4.2000999999999999</c:v>
                </c:pt>
                <c:pt idx="15391">
                  <c:v>4.2004000000000001</c:v>
                </c:pt>
                <c:pt idx="15392">
                  <c:v>4.2007099999999999</c:v>
                </c:pt>
                <c:pt idx="15393">
                  <c:v>4.2010199999999998</c:v>
                </c:pt>
                <c:pt idx="15394">
                  <c:v>4.2013199999999999</c:v>
                </c:pt>
                <c:pt idx="15395">
                  <c:v>4.2016299999999998</c:v>
                </c:pt>
                <c:pt idx="15396">
                  <c:v>4.2019299999999999</c:v>
                </c:pt>
                <c:pt idx="15397">
                  <c:v>4.2022399999999998</c:v>
                </c:pt>
                <c:pt idx="15398">
                  <c:v>4.2025399999999999</c:v>
                </c:pt>
                <c:pt idx="15399">
                  <c:v>4.2028499999999998</c:v>
                </c:pt>
                <c:pt idx="15400">
                  <c:v>4.2031499999999999</c:v>
                </c:pt>
                <c:pt idx="15401">
                  <c:v>4.2034599999999998</c:v>
                </c:pt>
                <c:pt idx="15402">
                  <c:v>4.2037599999999999</c:v>
                </c:pt>
                <c:pt idx="15403">
                  <c:v>4.2040699999999998</c:v>
                </c:pt>
                <c:pt idx="15404">
                  <c:v>4.2043699999999999</c:v>
                </c:pt>
                <c:pt idx="15405">
                  <c:v>4.2046799999999998</c:v>
                </c:pt>
                <c:pt idx="15406">
                  <c:v>4.2049899999999996</c:v>
                </c:pt>
                <c:pt idx="15407">
                  <c:v>4.2052899999999998</c:v>
                </c:pt>
                <c:pt idx="15408">
                  <c:v>4.2055999999999996</c:v>
                </c:pt>
                <c:pt idx="15409">
                  <c:v>4.2058999999999997</c:v>
                </c:pt>
                <c:pt idx="15410">
                  <c:v>4.2062099999999996</c:v>
                </c:pt>
                <c:pt idx="15411">
                  <c:v>4.2065099999999997</c:v>
                </c:pt>
                <c:pt idx="15412">
                  <c:v>4.2068199999999996</c:v>
                </c:pt>
                <c:pt idx="15413">
                  <c:v>4.2071199999999997</c:v>
                </c:pt>
                <c:pt idx="15414">
                  <c:v>4.2074299999999996</c:v>
                </c:pt>
                <c:pt idx="15415">
                  <c:v>4.2077299999999997</c:v>
                </c:pt>
                <c:pt idx="15416">
                  <c:v>4.2080399999999996</c:v>
                </c:pt>
                <c:pt idx="15417">
                  <c:v>4.2083399999999997</c:v>
                </c:pt>
                <c:pt idx="15418">
                  <c:v>4.2086499999999996</c:v>
                </c:pt>
                <c:pt idx="15419">
                  <c:v>4.2089600000000003</c:v>
                </c:pt>
                <c:pt idx="15420">
                  <c:v>4.2092599999999996</c:v>
                </c:pt>
                <c:pt idx="15421">
                  <c:v>4.2095700000000003</c:v>
                </c:pt>
                <c:pt idx="15422">
                  <c:v>4.2098699999999996</c:v>
                </c:pt>
                <c:pt idx="15423">
                  <c:v>4.2101800000000003</c:v>
                </c:pt>
                <c:pt idx="15424">
                  <c:v>4.2104799999999996</c:v>
                </c:pt>
                <c:pt idx="15425">
                  <c:v>4.2107900000000003</c:v>
                </c:pt>
                <c:pt idx="15426">
                  <c:v>4.2110900000000004</c:v>
                </c:pt>
                <c:pt idx="15427">
                  <c:v>4.2114000000000003</c:v>
                </c:pt>
                <c:pt idx="15428">
                  <c:v>4.2117000000000004</c:v>
                </c:pt>
                <c:pt idx="15429">
                  <c:v>4.2120100000000003</c:v>
                </c:pt>
                <c:pt idx="15430">
                  <c:v>4.2123100000000004</c:v>
                </c:pt>
                <c:pt idx="15431">
                  <c:v>4.2126200000000003</c:v>
                </c:pt>
                <c:pt idx="15432">
                  <c:v>4.2129300000000001</c:v>
                </c:pt>
                <c:pt idx="15433">
                  <c:v>4.2132300000000003</c:v>
                </c:pt>
                <c:pt idx="15434">
                  <c:v>4.2135400000000001</c:v>
                </c:pt>
                <c:pt idx="15435">
                  <c:v>4.2138400000000003</c:v>
                </c:pt>
                <c:pt idx="15436">
                  <c:v>4.2141500000000001</c:v>
                </c:pt>
                <c:pt idx="15437">
                  <c:v>4.2144500000000003</c:v>
                </c:pt>
                <c:pt idx="15438">
                  <c:v>4.2147600000000001</c:v>
                </c:pt>
                <c:pt idx="15439">
                  <c:v>4.2150600000000003</c:v>
                </c:pt>
                <c:pt idx="15440">
                  <c:v>4.2153700000000001</c:v>
                </c:pt>
                <c:pt idx="15441">
                  <c:v>4.2156700000000003</c:v>
                </c:pt>
                <c:pt idx="15442">
                  <c:v>4.2159800000000001</c:v>
                </c:pt>
                <c:pt idx="15443">
                  <c:v>4.2162800000000002</c:v>
                </c:pt>
                <c:pt idx="15444">
                  <c:v>4.2165900000000001</c:v>
                </c:pt>
                <c:pt idx="15445">
                  <c:v>4.2168999999999999</c:v>
                </c:pt>
                <c:pt idx="15446">
                  <c:v>4.2172000000000001</c:v>
                </c:pt>
                <c:pt idx="15447">
                  <c:v>4.2175099999999999</c:v>
                </c:pt>
                <c:pt idx="15448">
                  <c:v>4.2178100000000001</c:v>
                </c:pt>
                <c:pt idx="15449">
                  <c:v>4.2181199999999999</c:v>
                </c:pt>
                <c:pt idx="15450">
                  <c:v>4.2184200000000001</c:v>
                </c:pt>
                <c:pt idx="15451">
                  <c:v>4.2187299999999999</c:v>
                </c:pt>
                <c:pt idx="15452">
                  <c:v>4.2190300000000001</c:v>
                </c:pt>
                <c:pt idx="15453">
                  <c:v>4.2193399999999999</c:v>
                </c:pt>
                <c:pt idx="15454">
                  <c:v>4.2196400000000001</c:v>
                </c:pt>
                <c:pt idx="15455">
                  <c:v>4.2199499999999999</c:v>
                </c:pt>
                <c:pt idx="15456">
                  <c:v>4.2202599999999997</c:v>
                </c:pt>
                <c:pt idx="15457">
                  <c:v>4.2205599999999999</c:v>
                </c:pt>
                <c:pt idx="15458">
                  <c:v>4.2208699999999997</c:v>
                </c:pt>
                <c:pt idx="15459">
                  <c:v>4.2211699999999999</c:v>
                </c:pt>
                <c:pt idx="15460">
                  <c:v>4.2214799999999997</c:v>
                </c:pt>
                <c:pt idx="15461">
                  <c:v>4.2217799999999999</c:v>
                </c:pt>
                <c:pt idx="15462">
                  <c:v>4.2220899999999997</c:v>
                </c:pt>
                <c:pt idx="15463">
                  <c:v>4.2223899999999999</c:v>
                </c:pt>
                <c:pt idx="15464">
                  <c:v>4.2226999999999997</c:v>
                </c:pt>
                <c:pt idx="15465">
                  <c:v>4.2229999999999999</c:v>
                </c:pt>
                <c:pt idx="15466">
                  <c:v>4.2233099999999997</c:v>
                </c:pt>
                <c:pt idx="15467">
                  <c:v>4.2236099999999999</c:v>
                </c:pt>
                <c:pt idx="15468">
                  <c:v>4.2239199999999997</c:v>
                </c:pt>
                <c:pt idx="15469">
                  <c:v>4.2242300000000004</c:v>
                </c:pt>
                <c:pt idx="15470">
                  <c:v>4.2245299999999997</c:v>
                </c:pt>
                <c:pt idx="15471">
                  <c:v>4.2248400000000004</c:v>
                </c:pt>
                <c:pt idx="15472">
                  <c:v>4.2251399999999997</c:v>
                </c:pt>
                <c:pt idx="15473">
                  <c:v>4.2254500000000004</c:v>
                </c:pt>
                <c:pt idx="15474">
                  <c:v>4.2257499999999997</c:v>
                </c:pt>
                <c:pt idx="15475">
                  <c:v>4.2260600000000004</c:v>
                </c:pt>
                <c:pt idx="15476">
                  <c:v>4.2263599999999997</c:v>
                </c:pt>
                <c:pt idx="15477">
                  <c:v>4.2266700000000004</c:v>
                </c:pt>
                <c:pt idx="15478">
                  <c:v>4.2269699999999997</c:v>
                </c:pt>
                <c:pt idx="15479">
                  <c:v>4.2272800000000004</c:v>
                </c:pt>
                <c:pt idx="15480">
                  <c:v>4.2275799999999997</c:v>
                </c:pt>
                <c:pt idx="15481">
                  <c:v>4.2278900000000004</c:v>
                </c:pt>
                <c:pt idx="15482">
                  <c:v>4.2282000000000002</c:v>
                </c:pt>
                <c:pt idx="15483">
                  <c:v>4.2285000000000004</c:v>
                </c:pt>
                <c:pt idx="15484">
                  <c:v>4.2288100000000002</c:v>
                </c:pt>
                <c:pt idx="15485">
                  <c:v>4.2291100000000004</c:v>
                </c:pt>
                <c:pt idx="15486">
                  <c:v>4.2294200000000002</c:v>
                </c:pt>
                <c:pt idx="15487">
                  <c:v>4.2297200000000004</c:v>
                </c:pt>
                <c:pt idx="15488">
                  <c:v>4.2300300000000002</c:v>
                </c:pt>
                <c:pt idx="15489">
                  <c:v>4.2303300000000004</c:v>
                </c:pt>
                <c:pt idx="15490">
                  <c:v>4.2306400000000002</c:v>
                </c:pt>
                <c:pt idx="15491">
                  <c:v>4.2309400000000004</c:v>
                </c:pt>
                <c:pt idx="15492">
                  <c:v>4.2312500000000002</c:v>
                </c:pt>
                <c:pt idx="15493">
                  <c:v>4.2315500000000004</c:v>
                </c:pt>
                <c:pt idx="15494">
                  <c:v>4.2318600000000002</c:v>
                </c:pt>
                <c:pt idx="15495">
                  <c:v>4.23217</c:v>
                </c:pt>
                <c:pt idx="15496">
                  <c:v>4.2324700000000002</c:v>
                </c:pt>
                <c:pt idx="15497">
                  <c:v>4.23278</c:v>
                </c:pt>
                <c:pt idx="15498">
                  <c:v>4.2330800000000002</c:v>
                </c:pt>
                <c:pt idx="15499">
                  <c:v>4.23339</c:v>
                </c:pt>
                <c:pt idx="15500">
                  <c:v>4.2336900000000002</c:v>
                </c:pt>
                <c:pt idx="15501">
                  <c:v>4.234</c:v>
                </c:pt>
                <c:pt idx="15502">
                  <c:v>4.2343000000000002</c:v>
                </c:pt>
                <c:pt idx="15503">
                  <c:v>4.23461</c:v>
                </c:pt>
                <c:pt idx="15504">
                  <c:v>4.2349100000000002</c:v>
                </c:pt>
                <c:pt idx="15505">
                  <c:v>4.23522</c:v>
                </c:pt>
                <c:pt idx="15506">
                  <c:v>4.2355299999999998</c:v>
                </c:pt>
                <c:pt idx="15507">
                  <c:v>4.23583</c:v>
                </c:pt>
                <c:pt idx="15508">
                  <c:v>4.2361399999999998</c:v>
                </c:pt>
                <c:pt idx="15509">
                  <c:v>4.23644</c:v>
                </c:pt>
                <c:pt idx="15510">
                  <c:v>4.2367499999999998</c:v>
                </c:pt>
                <c:pt idx="15511">
                  <c:v>4.23705</c:v>
                </c:pt>
                <c:pt idx="15512">
                  <c:v>4.2373599999999998</c:v>
                </c:pt>
                <c:pt idx="15513">
                  <c:v>4.23766</c:v>
                </c:pt>
                <c:pt idx="15514">
                  <c:v>4.2379699999999998</c:v>
                </c:pt>
                <c:pt idx="15515">
                  <c:v>4.23827</c:v>
                </c:pt>
                <c:pt idx="15516">
                  <c:v>4.2385799999999998</c:v>
                </c:pt>
                <c:pt idx="15517">
                  <c:v>4.23888</c:v>
                </c:pt>
                <c:pt idx="15518">
                  <c:v>4.2391899999999998</c:v>
                </c:pt>
                <c:pt idx="15519">
                  <c:v>4.2394999999999996</c:v>
                </c:pt>
                <c:pt idx="15520">
                  <c:v>4.2397999999999998</c:v>
                </c:pt>
                <c:pt idx="15521">
                  <c:v>4.2401099999999996</c:v>
                </c:pt>
                <c:pt idx="15522">
                  <c:v>4.2404099999999998</c:v>
                </c:pt>
                <c:pt idx="15523">
                  <c:v>4.2407199999999996</c:v>
                </c:pt>
                <c:pt idx="15524">
                  <c:v>4.2410199999999998</c:v>
                </c:pt>
                <c:pt idx="15525">
                  <c:v>4.2413299999999996</c:v>
                </c:pt>
                <c:pt idx="15526">
                  <c:v>4.2416299999999998</c:v>
                </c:pt>
                <c:pt idx="15527">
                  <c:v>4.2419399999999996</c:v>
                </c:pt>
                <c:pt idx="15528">
                  <c:v>4.2422399999999998</c:v>
                </c:pt>
                <c:pt idx="15529">
                  <c:v>4.2425499999999996</c:v>
                </c:pt>
                <c:pt idx="15530">
                  <c:v>4.2428499999999998</c:v>
                </c:pt>
                <c:pt idx="15531">
                  <c:v>4.2431599999999996</c:v>
                </c:pt>
                <c:pt idx="15532">
                  <c:v>4.2434700000000003</c:v>
                </c:pt>
                <c:pt idx="15533">
                  <c:v>4.2437699999999996</c:v>
                </c:pt>
                <c:pt idx="15534">
                  <c:v>4.2440800000000003</c:v>
                </c:pt>
                <c:pt idx="15535">
                  <c:v>4.2443799999999996</c:v>
                </c:pt>
                <c:pt idx="15536">
                  <c:v>4.2446900000000003</c:v>
                </c:pt>
                <c:pt idx="15537">
                  <c:v>4.2449899999999996</c:v>
                </c:pt>
                <c:pt idx="15538">
                  <c:v>4.2453000000000003</c:v>
                </c:pt>
                <c:pt idx="15539">
                  <c:v>4.2455999999999996</c:v>
                </c:pt>
                <c:pt idx="15540">
                  <c:v>4.2459100000000003</c:v>
                </c:pt>
                <c:pt idx="15541">
                  <c:v>4.2462099999999996</c:v>
                </c:pt>
                <c:pt idx="15542">
                  <c:v>4.2465200000000003</c:v>
                </c:pt>
                <c:pt idx="15543">
                  <c:v>4.2468199999999996</c:v>
                </c:pt>
                <c:pt idx="15544">
                  <c:v>4.2471300000000003</c:v>
                </c:pt>
                <c:pt idx="15545">
                  <c:v>4.2474400000000001</c:v>
                </c:pt>
                <c:pt idx="15546">
                  <c:v>4.2477400000000003</c:v>
                </c:pt>
                <c:pt idx="15547">
                  <c:v>4.2480500000000001</c:v>
                </c:pt>
                <c:pt idx="15548">
                  <c:v>4.2483500000000003</c:v>
                </c:pt>
                <c:pt idx="15549">
                  <c:v>4.2486600000000001</c:v>
                </c:pt>
                <c:pt idx="15550">
                  <c:v>4.2489600000000003</c:v>
                </c:pt>
                <c:pt idx="15551">
                  <c:v>4.2492700000000001</c:v>
                </c:pt>
                <c:pt idx="15552">
                  <c:v>4.2495700000000003</c:v>
                </c:pt>
                <c:pt idx="15553">
                  <c:v>4.2498800000000001</c:v>
                </c:pt>
                <c:pt idx="15554">
                  <c:v>4.2501800000000003</c:v>
                </c:pt>
                <c:pt idx="15555">
                  <c:v>4.2504900000000001</c:v>
                </c:pt>
                <c:pt idx="15556">
                  <c:v>4.2507900000000003</c:v>
                </c:pt>
                <c:pt idx="15557">
                  <c:v>4.2511000000000001</c:v>
                </c:pt>
                <c:pt idx="15558">
                  <c:v>4.2514099999999999</c:v>
                </c:pt>
                <c:pt idx="15559">
                  <c:v>4.2517100000000001</c:v>
                </c:pt>
                <c:pt idx="15560">
                  <c:v>4.2520199999999999</c:v>
                </c:pt>
                <c:pt idx="15561">
                  <c:v>4.2523200000000001</c:v>
                </c:pt>
                <c:pt idx="15562">
                  <c:v>4.2526299999999999</c:v>
                </c:pt>
                <c:pt idx="15563">
                  <c:v>4.2529300000000001</c:v>
                </c:pt>
                <c:pt idx="15564">
                  <c:v>4.2532399999999999</c:v>
                </c:pt>
                <c:pt idx="15565">
                  <c:v>4.2535400000000001</c:v>
                </c:pt>
                <c:pt idx="15566">
                  <c:v>4.2538499999999999</c:v>
                </c:pt>
                <c:pt idx="15567">
                  <c:v>4.2541500000000001</c:v>
                </c:pt>
                <c:pt idx="15568">
                  <c:v>4.2544599999999999</c:v>
                </c:pt>
                <c:pt idx="15569">
                  <c:v>4.2547699999999997</c:v>
                </c:pt>
                <c:pt idx="15570">
                  <c:v>4.2550699999999999</c:v>
                </c:pt>
                <c:pt idx="15571">
                  <c:v>4.2553799999999997</c:v>
                </c:pt>
                <c:pt idx="15572">
                  <c:v>4.2556799999999999</c:v>
                </c:pt>
                <c:pt idx="15573">
                  <c:v>4.2559899999999997</c:v>
                </c:pt>
                <c:pt idx="15574">
                  <c:v>4.2562899999999999</c:v>
                </c:pt>
                <c:pt idx="15575">
                  <c:v>4.2565999999999997</c:v>
                </c:pt>
                <c:pt idx="15576">
                  <c:v>4.2568999999999999</c:v>
                </c:pt>
                <c:pt idx="15577">
                  <c:v>4.2572099999999997</c:v>
                </c:pt>
                <c:pt idx="15578">
                  <c:v>4.2575099999999999</c:v>
                </c:pt>
                <c:pt idx="15579">
                  <c:v>4.2578199999999997</c:v>
                </c:pt>
                <c:pt idx="15580">
                  <c:v>4.2581199999999999</c:v>
                </c:pt>
                <c:pt idx="15581">
                  <c:v>4.2584299999999997</c:v>
                </c:pt>
                <c:pt idx="15582">
                  <c:v>4.2587400000000004</c:v>
                </c:pt>
                <c:pt idx="15583">
                  <c:v>4.2590399999999997</c:v>
                </c:pt>
                <c:pt idx="15584">
                  <c:v>4.2593500000000004</c:v>
                </c:pt>
                <c:pt idx="15585">
                  <c:v>4.2596499999999997</c:v>
                </c:pt>
                <c:pt idx="15586">
                  <c:v>4.2599600000000004</c:v>
                </c:pt>
                <c:pt idx="15587">
                  <c:v>4.2602599999999997</c:v>
                </c:pt>
                <c:pt idx="15588">
                  <c:v>4.2605700000000004</c:v>
                </c:pt>
                <c:pt idx="15589">
                  <c:v>4.2608699999999997</c:v>
                </c:pt>
                <c:pt idx="15590">
                  <c:v>4.2611800000000004</c:v>
                </c:pt>
                <c:pt idx="15591">
                  <c:v>4.2614799999999997</c:v>
                </c:pt>
                <c:pt idx="15592">
                  <c:v>4.2617900000000004</c:v>
                </c:pt>
                <c:pt idx="15593">
                  <c:v>4.2620899999999997</c:v>
                </c:pt>
                <c:pt idx="15594">
                  <c:v>4.2624000000000004</c:v>
                </c:pt>
                <c:pt idx="15595">
                  <c:v>4.2627100000000002</c:v>
                </c:pt>
                <c:pt idx="15596">
                  <c:v>4.2630100000000004</c:v>
                </c:pt>
                <c:pt idx="15597">
                  <c:v>4.2633200000000002</c:v>
                </c:pt>
                <c:pt idx="15598">
                  <c:v>4.2636200000000004</c:v>
                </c:pt>
                <c:pt idx="15599">
                  <c:v>4.2639300000000002</c:v>
                </c:pt>
                <c:pt idx="15600">
                  <c:v>4.2642300000000004</c:v>
                </c:pt>
                <c:pt idx="15601">
                  <c:v>4.2645400000000002</c:v>
                </c:pt>
                <c:pt idx="15602">
                  <c:v>4.2648400000000004</c:v>
                </c:pt>
                <c:pt idx="15603">
                  <c:v>4.2651500000000002</c:v>
                </c:pt>
                <c:pt idx="15604">
                  <c:v>4.2654500000000004</c:v>
                </c:pt>
                <c:pt idx="15605">
                  <c:v>4.2657600000000002</c:v>
                </c:pt>
                <c:pt idx="15606">
                  <c:v>4.2660600000000004</c:v>
                </c:pt>
                <c:pt idx="15607">
                  <c:v>4.2663700000000002</c:v>
                </c:pt>
                <c:pt idx="15608">
                  <c:v>4.26668</c:v>
                </c:pt>
                <c:pt idx="15609">
                  <c:v>4.2669800000000002</c:v>
                </c:pt>
                <c:pt idx="15610">
                  <c:v>4.26729</c:v>
                </c:pt>
                <c:pt idx="15611">
                  <c:v>4.2675900000000002</c:v>
                </c:pt>
                <c:pt idx="15612">
                  <c:v>4.2679</c:v>
                </c:pt>
                <c:pt idx="15613">
                  <c:v>4.2682000000000002</c:v>
                </c:pt>
                <c:pt idx="15614">
                  <c:v>4.26851</c:v>
                </c:pt>
                <c:pt idx="15615">
                  <c:v>4.2688100000000002</c:v>
                </c:pt>
                <c:pt idx="15616">
                  <c:v>4.26912</c:v>
                </c:pt>
                <c:pt idx="15617">
                  <c:v>4.2694200000000002</c:v>
                </c:pt>
                <c:pt idx="15618">
                  <c:v>4.26973</c:v>
                </c:pt>
                <c:pt idx="15619">
                  <c:v>4.2700300000000002</c:v>
                </c:pt>
                <c:pt idx="15620">
                  <c:v>4.27034</c:v>
                </c:pt>
                <c:pt idx="15621">
                  <c:v>4.2706499999999998</c:v>
                </c:pt>
                <c:pt idx="15622">
                  <c:v>4.27095</c:v>
                </c:pt>
                <c:pt idx="15623">
                  <c:v>4.2712599999999998</c:v>
                </c:pt>
                <c:pt idx="15624">
                  <c:v>4.27156</c:v>
                </c:pt>
                <c:pt idx="15625">
                  <c:v>4.2718699999999998</c:v>
                </c:pt>
                <c:pt idx="15626">
                  <c:v>4.27217</c:v>
                </c:pt>
                <c:pt idx="15627">
                  <c:v>4.2724799999999998</c:v>
                </c:pt>
                <c:pt idx="15628">
                  <c:v>4.27278</c:v>
                </c:pt>
                <c:pt idx="15629">
                  <c:v>4.2730899999999998</c:v>
                </c:pt>
                <c:pt idx="15630">
                  <c:v>4.27339</c:v>
                </c:pt>
                <c:pt idx="15631">
                  <c:v>4.2736999999999998</c:v>
                </c:pt>
                <c:pt idx="15632">
                  <c:v>4.2740099999999996</c:v>
                </c:pt>
                <c:pt idx="15633">
                  <c:v>4.2743099999999998</c:v>
                </c:pt>
                <c:pt idx="15634">
                  <c:v>4.2746199999999996</c:v>
                </c:pt>
                <c:pt idx="15635">
                  <c:v>4.2749199999999998</c:v>
                </c:pt>
                <c:pt idx="15636">
                  <c:v>4.2752299999999996</c:v>
                </c:pt>
                <c:pt idx="15637">
                  <c:v>4.2755299999999998</c:v>
                </c:pt>
                <c:pt idx="15638">
                  <c:v>4.2758399999999996</c:v>
                </c:pt>
                <c:pt idx="15639">
                  <c:v>4.2761399999999998</c:v>
                </c:pt>
                <c:pt idx="15640">
                  <c:v>4.2764499999999996</c:v>
                </c:pt>
                <c:pt idx="15641">
                  <c:v>4.2767499999999998</c:v>
                </c:pt>
                <c:pt idx="15642">
                  <c:v>4.2770599999999996</c:v>
                </c:pt>
                <c:pt idx="15643">
                  <c:v>4.2773599999999998</c:v>
                </c:pt>
                <c:pt idx="15644">
                  <c:v>4.2776699999999996</c:v>
                </c:pt>
                <c:pt idx="15645">
                  <c:v>4.2779800000000003</c:v>
                </c:pt>
                <c:pt idx="15646">
                  <c:v>4.2782799999999996</c:v>
                </c:pt>
                <c:pt idx="15647">
                  <c:v>4.2785900000000003</c:v>
                </c:pt>
                <c:pt idx="15648">
                  <c:v>4.2788899999999996</c:v>
                </c:pt>
                <c:pt idx="15649">
                  <c:v>4.2792000000000003</c:v>
                </c:pt>
                <c:pt idx="15650">
                  <c:v>4.2794999999999996</c:v>
                </c:pt>
                <c:pt idx="15651">
                  <c:v>4.2798100000000003</c:v>
                </c:pt>
                <c:pt idx="15652">
                  <c:v>4.2801099999999996</c:v>
                </c:pt>
                <c:pt idx="15653">
                  <c:v>4.2804200000000003</c:v>
                </c:pt>
                <c:pt idx="15654">
                  <c:v>4.2807199999999996</c:v>
                </c:pt>
                <c:pt idx="15655">
                  <c:v>4.2810300000000003</c:v>
                </c:pt>
                <c:pt idx="15656">
                  <c:v>4.2813299999999996</c:v>
                </c:pt>
                <c:pt idx="15657">
                  <c:v>4.2816400000000003</c:v>
                </c:pt>
                <c:pt idx="15658">
                  <c:v>4.2819500000000001</c:v>
                </c:pt>
                <c:pt idx="15659">
                  <c:v>4.2822500000000003</c:v>
                </c:pt>
                <c:pt idx="15660">
                  <c:v>4.2825600000000001</c:v>
                </c:pt>
                <c:pt idx="15661">
                  <c:v>4.2828600000000003</c:v>
                </c:pt>
                <c:pt idx="15662">
                  <c:v>4.2831700000000001</c:v>
                </c:pt>
                <c:pt idx="15663">
                  <c:v>4.2834700000000003</c:v>
                </c:pt>
                <c:pt idx="15664">
                  <c:v>4.2837800000000001</c:v>
                </c:pt>
                <c:pt idx="15665">
                  <c:v>4.2840800000000003</c:v>
                </c:pt>
                <c:pt idx="15666">
                  <c:v>4.2843900000000001</c:v>
                </c:pt>
                <c:pt idx="15667">
                  <c:v>4.2846900000000003</c:v>
                </c:pt>
                <c:pt idx="15668">
                  <c:v>4.2850000000000001</c:v>
                </c:pt>
                <c:pt idx="15669">
                  <c:v>4.2853000000000003</c:v>
                </c:pt>
                <c:pt idx="15670">
                  <c:v>4.2856100000000001</c:v>
                </c:pt>
                <c:pt idx="15671">
                  <c:v>4.28592</c:v>
                </c:pt>
                <c:pt idx="15672">
                  <c:v>4.2862200000000001</c:v>
                </c:pt>
                <c:pt idx="15673">
                  <c:v>4.28653</c:v>
                </c:pt>
                <c:pt idx="15674">
                  <c:v>4.2868300000000001</c:v>
                </c:pt>
                <c:pt idx="15675">
                  <c:v>4.28714</c:v>
                </c:pt>
                <c:pt idx="15676">
                  <c:v>4.2874400000000001</c:v>
                </c:pt>
                <c:pt idx="15677">
                  <c:v>4.28775</c:v>
                </c:pt>
                <c:pt idx="15678">
                  <c:v>4.2880500000000001</c:v>
                </c:pt>
                <c:pt idx="15679">
                  <c:v>4.2883599999999999</c:v>
                </c:pt>
                <c:pt idx="15680">
                  <c:v>4.2886600000000001</c:v>
                </c:pt>
                <c:pt idx="15681">
                  <c:v>4.2889699999999999</c:v>
                </c:pt>
                <c:pt idx="15682">
                  <c:v>4.2892799999999998</c:v>
                </c:pt>
                <c:pt idx="15683">
                  <c:v>4.2895799999999999</c:v>
                </c:pt>
                <c:pt idx="15684">
                  <c:v>4.2898899999999998</c:v>
                </c:pt>
                <c:pt idx="15685">
                  <c:v>4.2901899999999999</c:v>
                </c:pt>
                <c:pt idx="15686">
                  <c:v>4.2904999999999998</c:v>
                </c:pt>
                <c:pt idx="15687">
                  <c:v>4.2907999999999999</c:v>
                </c:pt>
                <c:pt idx="15688">
                  <c:v>4.2911099999999998</c:v>
                </c:pt>
                <c:pt idx="15689">
                  <c:v>4.2914099999999999</c:v>
                </c:pt>
                <c:pt idx="15690">
                  <c:v>4.2917199999999998</c:v>
                </c:pt>
                <c:pt idx="15691">
                  <c:v>4.2920199999999999</c:v>
                </c:pt>
                <c:pt idx="15692">
                  <c:v>4.2923299999999998</c:v>
                </c:pt>
                <c:pt idx="15693">
                  <c:v>4.2926299999999999</c:v>
                </c:pt>
                <c:pt idx="15694">
                  <c:v>4.2929399999999998</c:v>
                </c:pt>
                <c:pt idx="15695">
                  <c:v>4.2932499999999996</c:v>
                </c:pt>
                <c:pt idx="15696">
                  <c:v>4.2935499999999998</c:v>
                </c:pt>
                <c:pt idx="15697">
                  <c:v>4.2938599999999996</c:v>
                </c:pt>
                <c:pt idx="15698">
                  <c:v>4.2941599999999998</c:v>
                </c:pt>
                <c:pt idx="15699">
                  <c:v>4.2944699999999996</c:v>
                </c:pt>
                <c:pt idx="15700">
                  <c:v>4.2947699999999998</c:v>
                </c:pt>
                <c:pt idx="15701">
                  <c:v>4.2950799999999996</c:v>
                </c:pt>
                <c:pt idx="15702">
                  <c:v>4.2953799999999998</c:v>
                </c:pt>
                <c:pt idx="15703">
                  <c:v>4.2956899999999996</c:v>
                </c:pt>
                <c:pt idx="15704">
                  <c:v>4.2959899999999998</c:v>
                </c:pt>
                <c:pt idx="15705">
                  <c:v>4.2962999999999996</c:v>
                </c:pt>
                <c:pt idx="15706">
                  <c:v>4.2965999999999998</c:v>
                </c:pt>
                <c:pt idx="15707">
                  <c:v>4.2969099999999996</c:v>
                </c:pt>
                <c:pt idx="15708">
                  <c:v>4.2972200000000003</c:v>
                </c:pt>
                <c:pt idx="15709">
                  <c:v>4.2975199999999996</c:v>
                </c:pt>
                <c:pt idx="15710">
                  <c:v>4.2978300000000003</c:v>
                </c:pt>
                <c:pt idx="15711">
                  <c:v>4.2981299999999996</c:v>
                </c:pt>
                <c:pt idx="15712">
                  <c:v>4.2984400000000003</c:v>
                </c:pt>
                <c:pt idx="15713">
                  <c:v>4.2987399999999996</c:v>
                </c:pt>
                <c:pt idx="15714">
                  <c:v>4.2990500000000003</c:v>
                </c:pt>
                <c:pt idx="15715">
                  <c:v>4.2993499999999996</c:v>
                </c:pt>
                <c:pt idx="15716">
                  <c:v>4.2996600000000003</c:v>
                </c:pt>
                <c:pt idx="15717">
                  <c:v>4.2999599999999996</c:v>
                </c:pt>
                <c:pt idx="15718">
                  <c:v>4.3002700000000003</c:v>
                </c:pt>
                <c:pt idx="15719">
                  <c:v>4.3005699999999996</c:v>
                </c:pt>
                <c:pt idx="15720">
                  <c:v>4.3008800000000003</c:v>
                </c:pt>
                <c:pt idx="15721">
                  <c:v>4.3011900000000001</c:v>
                </c:pt>
                <c:pt idx="15722">
                  <c:v>4.3014900000000003</c:v>
                </c:pt>
                <c:pt idx="15723">
                  <c:v>4.3018000000000001</c:v>
                </c:pt>
                <c:pt idx="15724">
                  <c:v>4.3021000000000003</c:v>
                </c:pt>
                <c:pt idx="15725">
                  <c:v>4.3024100000000001</c:v>
                </c:pt>
                <c:pt idx="15726">
                  <c:v>4.3027100000000003</c:v>
                </c:pt>
                <c:pt idx="15727">
                  <c:v>4.3030200000000001</c:v>
                </c:pt>
                <c:pt idx="15728">
                  <c:v>4.3033200000000003</c:v>
                </c:pt>
                <c:pt idx="15729">
                  <c:v>4.3036300000000001</c:v>
                </c:pt>
                <c:pt idx="15730">
                  <c:v>4.3039300000000003</c:v>
                </c:pt>
                <c:pt idx="15731">
                  <c:v>4.3042400000000001</c:v>
                </c:pt>
                <c:pt idx="15732">
                  <c:v>4.3045400000000003</c:v>
                </c:pt>
                <c:pt idx="15733">
                  <c:v>4.3048500000000001</c:v>
                </c:pt>
                <c:pt idx="15734">
                  <c:v>4.3051599999999999</c:v>
                </c:pt>
                <c:pt idx="15735">
                  <c:v>4.3054600000000001</c:v>
                </c:pt>
                <c:pt idx="15736">
                  <c:v>4.3057699999999999</c:v>
                </c:pt>
                <c:pt idx="15737">
                  <c:v>4.3060700000000001</c:v>
                </c:pt>
                <c:pt idx="15738">
                  <c:v>4.3063799999999999</c:v>
                </c:pt>
                <c:pt idx="15739">
                  <c:v>4.3066800000000001</c:v>
                </c:pt>
                <c:pt idx="15740">
                  <c:v>4.3069899999999999</c:v>
                </c:pt>
                <c:pt idx="15741">
                  <c:v>4.3072900000000001</c:v>
                </c:pt>
                <c:pt idx="15742">
                  <c:v>4.3075999999999999</c:v>
                </c:pt>
                <c:pt idx="15743">
                  <c:v>4.3079000000000001</c:v>
                </c:pt>
                <c:pt idx="15744">
                  <c:v>4.3082099999999999</c:v>
                </c:pt>
                <c:pt idx="15745">
                  <c:v>4.3085199999999997</c:v>
                </c:pt>
                <c:pt idx="15746">
                  <c:v>4.3088199999999999</c:v>
                </c:pt>
                <c:pt idx="15747">
                  <c:v>4.3091299999999997</c:v>
                </c:pt>
                <c:pt idx="15748">
                  <c:v>4.3094299999999999</c:v>
                </c:pt>
                <c:pt idx="15749">
                  <c:v>4.3097399999999997</c:v>
                </c:pt>
                <c:pt idx="15750">
                  <c:v>4.3100399999999999</c:v>
                </c:pt>
                <c:pt idx="15751">
                  <c:v>4.3103499999999997</c:v>
                </c:pt>
                <c:pt idx="15752">
                  <c:v>4.3106499999999999</c:v>
                </c:pt>
                <c:pt idx="15753">
                  <c:v>4.3109599999999997</c:v>
                </c:pt>
                <c:pt idx="15754">
                  <c:v>4.3112599999999999</c:v>
                </c:pt>
                <c:pt idx="15755">
                  <c:v>4.3115699999999997</c:v>
                </c:pt>
                <c:pt idx="15756">
                  <c:v>4.3118699999999999</c:v>
                </c:pt>
                <c:pt idx="15757">
                  <c:v>4.3121799999999997</c:v>
                </c:pt>
                <c:pt idx="15758">
                  <c:v>4.3124900000000004</c:v>
                </c:pt>
                <c:pt idx="15759">
                  <c:v>4.3127899999999997</c:v>
                </c:pt>
                <c:pt idx="15760">
                  <c:v>4.3131000000000004</c:v>
                </c:pt>
                <c:pt idx="15761">
                  <c:v>4.3133999999999997</c:v>
                </c:pt>
                <c:pt idx="15762">
                  <c:v>4.3137100000000004</c:v>
                </c:pt>
                <c:pt idx="15763">
                  <c:v>4.3140099999999997</c:v>
                </c:pt>
                <c:pt idx="15764">
                  <c:v>4.3143200000000004</c:v>
                </c:pt>
                <c:pt idx="15765">
                  <c:v>4.3146199999999997</c:v>
                </c:pt>
                <c:pt idx="15766">
                  <c:v>4.3149300000000004</c:v>
                </c:pt>
                <c:pt idx="15767">
                  <c:v>4.3152299999999997</c:v>
                </c:pt>
                <c:pt idx="15768">
                  <c:v>4.3155400000000004</c:v>
                </c:pt>
                <c:pt idx="15769">
                  <c:v>4.3158399999999997</c:v>
                </c:pt>
                <c:pt idx="15770">
                  <c:v>4.3161500000000004</c:v>
                </c:pt>
                <c:pt idx="15771">
                  <c:v>4.3164600000000002</c:v>
                </c:pt>
                <c:pt idx="15772">
                  <c:v>4.3167600000000004</c:v>
                </c:pt>
                <c:pt idx="15773">
                  <c:v>4.3170700000000002</c:v>
                </c:pt>
                <c:pt idx="15774">
                  <c:v>4.3173700000000004</c:v>
                </c:pt>
                <c:pt idx="15775">
                  <c:v>4.3176800000000002</c:v>
                </c:pt>
                <c:pt idx="15776">
                  <c:v>4.3179800000000004</c:v>
                </c:pt>
                <c:pt idx="15777">
                  <c:v>4.3182900000000002</c:v>
                </c:pt>
                <c:pt idx="15778">
                  <c:v>4.3185900000000004</c:v>
                </c:pt>
                <c:pt idx="15779">
                  <c:v>4.3189000000000002</c:v>
                </c:pt>
                <c:pt idx="15780">
                  <c:v>4.3192000000000004</c:v>
                </c:pt>
                <c:pt idx="15781">
                  <c:v>4.3195100000000002</c:v>
                </c:pt>
                <c:pt idx="15782">
                  <c:v>4.3198100000000004</c:v>
                </c:pt>
                <c:pt idx="15783">
                  <c:v>4.3201200000000002</c:v>
                </c:pt>
                <c:pt idx="15784">
                  <c:v>4.32043</c:v>
                </c:pt>
                <c:pt idx="15785">
                  <c:v>4.3207300000000002</c:v>
                </c:pt>
                <c:pt idx="15786">
                  <c:v>4.32104</c:v>
                </c:pt>
                <c:pt idx="15787">
                  <c:v>4.3213400000000002</c:v>
                </c:pt>
                <c:pt idx="15788">
                  <c:v>4.32165</c:v>
                </c:pt>
                <c:pt idx="15789">
                  <c:v>4.3219500000000002</c:v>
                </c:pt>
                <c:pt idx="15790">
                  <c:v>4.32226</c:v>
                </c:pt>
                <c:pt idx="15791">
                  <c:v>4.3225600000000002</c:v>
                </c:pt>
                <c:pt idx="15792">
                  <c:v>4.32287</c:v>
                </c:pt>
                <c:pt idx="15793">
                  <c:v>4.3231700000000002</c:v>
                </c:pt>
                <c:pt idx="15794">
                  <c:v>4.32348</c:v>
                </c:pt>
                <c:pt idx="15795">
                  <c:v>4.3237800000000002</c:v>
                </c:pt>
                <c:pt idx="15796">
                  <c:v>4.32409</c:v>
                </c:pt>
                <c:pt idx="15797">
                  <c:v>4.3243999999999998</c:v>
                </c:pt>
                <c:pt idx="15798">
                  <c:v>4.3247</c:v>
                </c:pt>
                <c:pt idx="15799">
                  <c:v>4.3250099999999998</c:v>
                </c:pt>
                <c:pt idx="15800">
                  <c:v>4.32531</c:v>
                </c:pt>
                <c:pt idx="15801">
                  <c:v>4.3256199999999998</c:v>
                </c:pt>
                <c:pt idx="15802">
                  <c:v>4.32592</c:v>
                </c:pt>
                <c:pt idx="15803">
                  <c:v>4.3262299999999998</c:v>
                </c:pt>
                <c:pt idx="15804">
                  <c:v>4.32653</c:v>
                </c:pt>
                <c:pt idx="15805">
                  <c:v>4.3268399999999998</c:v>
                </c:pt>
                <c:pt idx="15806">
                  <c:v>4.32714</c:v>
                </c:pt>
                <c:pt idx="15807">
                  <c:v>4.3274499999999998</c:v>
                </c:pt>
                <c:pt idx="15808">
                  <c:v>4.3277599999999996</c:v>
                </c:pt>
                <c:pt idx="15809">
                  <c:v>4.3280599999999998</c:v>
                </c:pt>
                <c:pt idx="15810">
                  <c:v>4.3283699999999996</c:v>
                </c:pt>
                <c:pt idx="15811">
                  <c:v>4.3286699999999998</c:v>
                </c:pt>
                <c:pt idx="15812">
                  <c:v>4.3289799999999996</c:v>
                </c:pt>
                <c:pt idx="15813">
                  <c:v>4.3292799999999998</c:v>
                </c:pt>
                <c:pt idx="15814">
                  <c:v>4.3295899999999996</c:v>
                </c:pt>
                <c:pt idx="15815">
                  <c:v>4.3298899999999998</c:v>
                </c:pt>
                <c:pt idx="15816">
                  <c:v>4.3301999999999996</c:v>
                </c:pt>
                <c:pt idx="15817">
                  <c:v>4.3304999999999998</c:v>
                </c:pt>
                <c:pt idx="15818">
                  <c:v>4.3308099999999996</c:v>
                </c:pt>
                <c:pt idx="15819">
                  <c:v>4.3311099999999998</c:v>
                </c:pt>
                <c:pt idx="15820">
                  <c:v>4.3314199999999996</c:v>
                </c:pt>
                <c:pt idx="15821">
                  <c:v>4.3317300000000003</c:v>
                </c:pt>
                <c:pt idx="15822">
                  <c:v>4.3320299999999996</c:v>
                </c:pt>
                <c:pt idx="15823">
                  <c:v>4.3323400000000003</c:v>
                </c:pt>
                <c:pt idx="15824">
                  <c:v>4.3326399999999996</c:v>
                </c:pt>
                <c:pt idx="15825">
                  <c:v>4.3329500000000003</c:v>
                </c:pt>
                <c:pt idx="15826">
                  <c:v>4.3332499999999996</c:v>
                </c:pt>
                <c:pt idx="15827">
                  <c:v>4.3335600000000003</c:v>
                </c:pt>
                <c:pt idx="15828">
                  <c:v>4.3338599999999996</c:v>
                </c:pt>
                <c:pt idx="15829">
                  <c:v>4.3341700000000003</c:v>
                </c:pt>
                <c:pt idx="15830">
                  <c:v>4.3344699999999996</c:v>
                </c:pt>
                <c:pt idx="15831">
                  <c:v>4.3347800000000003</c:v>
                </c:pt>
                <c:pt idx="15832">
                  <c:v>4.3350799999999996</c:v>
                </c:pt>
                <c:pt idx="15833">
                  <c:v>4.3353900000000003</c:v>
                </c:pt>
                <c:pt idx="15834">
                  <c:v>4.3357000000000001</c:v>
                </c:pt>
                <c:pt idx="15835">
                  <c:v>4.3360000000000003</c:v>
                </c:pt>
                <c:pt idx="15836">
                  <c:v>4.3363100000000001</c:v>
                </c:pt>
                <c:pt idx="15837">
                  <c:v>4.3366100000000003</c:v>
                </c:pt>
                <c:pt idx="15838">
                  <c:v>4.3369200000000001</c:v>
                </c:pt>
                <c:pt idx="15839">
                  <c:v>4.3372200000000003</c:v>
                </c:pt>
                <c:pt idx="15840">
                  <c:v>4.3375300000000001</c:v>
                </c:pt>
                <c:pt idx="15841">
                  <c:v>4.3378300000000003</c:v>
                </c:pt>
                <c:pt idx="15842">
                  <c:v>4.3381400000000001</c:v>
                </c:pt>
                <c:pt idx="15843">
                  <c:v>4.3384400000000003</c:v>
                </c:pt>
                <c:pt idx="15844">
                  <c:v>4.3387500000000001</c:v>
                </c:pt>
                <c:pt idx="15845">
                  <c:v>4.3390500000000003</c:v>
                </c:pt>
                <c:pt idx="15846">
                  <c:v>4.3393600000000001</c:v>
                </c:pt>
                <c:pt idx="15847">
                  <c:v>4.3396699999999999</c:v>
                </c:pt>
                <c:pt idx="15848">
                  <c:v>4.3399700000000001</c:v>
                </c:pt>
                <c:pt idx="15849">
                  <c:v>4.3402799999999999</c:v>
                </c:pt>
                <c:pt idx="15850">
                  <c:v>4.3405800000000001</c:v>
                </c:pt>
                <c:pt idx="15851">
                  <c:v>4.3408899999999999</c:v>
                </c:pt>
                <c:pt idx="15852">
                  <c:v>4.3411900000000001</c:v>
                </c:pt>
                <c:pt idx="15853">
                  <c:v>4.3414999999999999</c:v>
                </c:pt>
                <c:pt idx="15854">
                  <c:v>4.3418000000000001</c:v>
                </c:pt>
                <c:pt idx="15855">
                  <c:v>4.3421099999999999</c:v>
                </c:pt>
                <c:pt idx="15856">
                  <c:v>4.3424100000000001</c:v>
                </c:pt>
                <c:pt idx="15857">
                  <c:v>4.3427199999999999</c:v>
                </c:pt>
                <c:pt idx="15858">
                  <c:v>4.3430200000000001</c:v>
                </c:pt>
                <c:pt idx="15859">
                  <c:v>4.3433299999999999</c:v>
                </c:pt>
                <c:pt idx="15860">
                  <c:v>4.3436399999999997</c:v>
                </c:pt>
                <c:pt idx="15861">
                  <c:v>4.3439399999999999</c:v>
                </c:pt>
                <c:pt idx="15862">
                  <c:v>4.3442499999999997</c:v>
                </c:pt>
                <c:pt idx="15863">
                  <c:v>4.3445499999999999</c:v>
                </c:pt>
                <c:pt idx="15864">
                  <c:v>4.3448599999999997</c:v>
                </c:pt>
                <c:pt idx="15865">
                  <c:v>4.3451599999999999</c:v>
                </c:pt>
                <c:pt idx="15866">
                  <c:v>4.3454699999999997</c:v>
                </c:pt>
                <c:pt idx="15867">
                  <c:v>4.3457699999999999</c:v>
                </c:pt>
                <c:pt idx="15868">
                  <c:v>4.3460799999999997</c:v>
                </c:pt>
                <c:pt idx="15869">
                  <c:v>4.3463799999999999</c:v>
                </c:pt>
                <c:pt idx="15870">
                  <c:v>4.3466899999999997</c:v>
                </c:pt>
                <c:pt idx="15871">
                  <c:v>4.3470000000000004</c:v>
                </c:pt>
                <c:pt idx="15872">
                  <c:v>4.3472999999999997</c:v>
                </c:pt>
                <c:pt idx="15873">
                  <c:v>4.3476100000000004</c:v>
                </c:pt>
                <c:pt idx="15874">
                  <c:v>4.3479099999999997</c:v>
                </c:pt>
                <c:pt idx="15875">
                  <c:v>4.3482200000000004</c:v>
                </c:pt>
                <c:pt idx="15876">
                  <c:v>4.3485199999999997</c:v>
                </c:pt>
                <c:pt idx="15877">
                  <c:v>4.3488300000000004</c:v>
                </c:pt>
                <c:pt idx="15878">
                  <c:v>4.3491299999999997</c:v>
                </c:pt>
                <c:pt idx="15879">
                  <c:v>4.3494400000000004</c:v>
                </c:pt>
                <c:pt idx="15880">
                  <c:v>4.3497399999999997</c:v>
                </c:pt>
                <c:pt idx="15881">
                  <c:v>4.3500500000000004</c:v>
                </c:pt>
                <c:pt idx="15882">
                  <c:v>4.3503499999999997</c:v>
                </c:pt>
                <c:pt idx="15883">
                  <c:v>4.3506600000000004</c:v>
                </c:pt>
                <c:pt idx="15884">
                  <c:v>4.3509700000000002</c:v>
                </c:pt>
                <c:pt idx="15885">
                  <c:v>4.3512700000000004</c:v>
                </c:pt>
                <c:pt idx="15886">
                  <c:v>4.3515800000000002</c:v>
                </c:pt>
                <c:pt idx="15887">
                  <c:v>4.3518800000000004</c:v>
                </c:pt>
                <c:pt idx="15888">
                  <c:v>4.3521900000000002</c:v>
                </c:pt>
                <c:pt idx="15889">
                  <c:v>4.3524900000000004</c:v>
                </c:pt>
                <c:pt idx="15890">
                  <c:v>4.3528000000000002</c:v>
                </c:pt>
                <c:pt idx="15891">
                  <c:v>4.3531000000000004</c:v>
                </c:pt>
                <c:pt idx="15892">
                  <c:v>4.3534100000000002</c:v>
                </c:pt>
                <c:pt idx="15893">
                  <c:v>4.3537100000000004</c:v>
                </c:pt>
                <c:pt idx="15894">
                  <c:v>4.3540200000000002</c:v>
                </c:pt>
                <c:pt idx="15895">
                  <c:v>4.3543200000000004</c:v>
                </c:pt>
                <c:pt idx="15896">
                  <c:v>4.3546300000000002</c:v>
                </c:pt>
                <c:pt idx="15897">
                  <c:v>4.35494</c:v>
                </c:pt>
                <c:pt idx="15898">
                  <c:v>4.3552400000000002</c:v>
                </c:pt>
                <c:pt idx="15899">
                  <c:v>4.35555</c:v>
                </c:pt>
                <c:pt idx="15900">
                  <c:v>4.3558500000000002</c:v>
                </c:pt>
                <c:pt idx="15901">
                  <c:v>4.35616</c:v>
                </c:pt>
                <c:pt idx="15902">
                  <c:v>4.3564600000000002</c:v>
                </c:pt>
                <c:pt idx="15903">
                  <c:v>4.35677</c:v>
                </c:pt>
                <c:pt idx="15904">
                  <c:v>4.3570700000000002</c:v>
                </c:pt>
                <c:pt idx="15905">
                  <c:v>4.35738</c:v>
                </c:pt>
                <c:pt idx="15906">
                  <c:v>4.3576800000000002</c:v>
                </c:pt>
                <c:pt idx="15907">
                  <c:v>4.35799</c:v>
                </c:pt>
                <c:pt idx="15908">
                  <c:v>4.3582900000000002</c:v>
                </c:pt>
                <c:pt idx="15909">
                  <c:v>4.3586</c:v>
                </c:pt>
                <c:pt idx="15910">
                  <c:v>4.3589099999999998</c:v>
                </c:pt>
                <c:pt idx="15911">
                  <c:v>4.35921</c:v>
                </c:pt>
                <c:pt idx="15912">
                  <c:v>4.3595199999999998</c:v>
                </c:pt>
                <c:pt idx="15913">
                  <c:v>4.35982</c:v>
                </c:pt>
                <c:pt idx="15914">
                  <c:v>4.3601299999999998</c:v>
                </c:pt>
                <c:pt idx="15915">
                  <c:v>4.36043</c:v>
                </c:pt>
                <c:pt idx="15916">
                  <c:v>4.3607399999999998</c:v>
                </c:pt>
                <c:pt idx="15917">
                  <c:v>4.36104</c:v>
                </c:pt>
                <c:pt idx="15918">
                  <c:v>4.3613499999999998</c:v>
                </c:pt>
                <c:pt idx="15919">
                  <c:v>4.36165</c:v>
                </c:pt>
                <c:pt idx="15920">
                  <c:v>4.3619599999999998</c:v>
                </c:pt>
                <c:pt idx="15921">
                  <c:v>4.3622699999999996</c:v>
                </c:pt>
                <c:pt idx="15922">
                  <c:v>4.3625699999999998</c:v>
                </c:pt>
                <c:pt idx="15923">
                  <c:v>4.3628799999999996</c:v>
                </c:pt>
                <c:pt idx="15924">
                  <c:v>4.3631799999999998</c:v>
                </c:pt>
                <c:pt idx="15925">
                  <c:v>4.3634899999999996</c:v>
                </c:pt>
                <c:pt idx="15926">
                  <c:v>4.3637899999999998</c:v>
                </c:pt>
                <c:pt idx="15927">
                  <c:v>4.3640999999999996</c:v>
                </c:pt>
                <c:pt idx="15928">
                  <c:v>4.3643999999999998</c:v>
                </c:pt>
                <c:pt idx="15929">
                  <c:v>4.3647099999999996</c:v>
                </c:pt>
                <c:pt idx="15930">
                  <c:v>4.3650099999999998</c:v>
                </c:pt>
                <c:pt idx="15931">
                  <c:v>4.3653199999999996</c:v>
                </c:pt>
                <c:pt idx="15932">
                  <c:v>4.3656199999999998</c:v>
                </c:pt>
                <c:pt idx="15933">
                  <c:v>4.3659299999999996</c:v>
                </c:pt>
                <c:pt idx="15934">
                  <c:v>4.3662400000000003</c:v>
                </c:pt>
                <c:pt idx="15935">
                  <c:v>4.3665399999999996</c:v>
                </c:pt>
                <c:pt idx="15936">
                  <c:v>4.3668500000000003</c:v>
                </c:pt>
                <c:pt idx="15937">
                  <c:v>4.3671499999999996</c:v>
                </c:pt>
                <c:pt idx="15938">
                  <c:v>4.3674600000000003</c:v>
                </c:pt>
                <c:pt idx="15939">
                  <c:v>4.3677599999999996</c:v>
                </c:pt>
                <c:pt idx="15940">
                  <c:v>4.3680700000000003</c:v>
                </c:pt>
                <c:pt idx="15941">
                  <c:v>4.3683699999999996</c:v>
                </c:pt>
                <c:pt idx="15942">
                  <c:v>4.3686800000000003</c:v>
                </c:pt>
                <c:pt idx="15943">
                  <c:v>4.3689799999999996</c:v>
                </c:pt>
                <c:pt idx="15944">
                  <c:v>4.3692900000000003</c:v>
                </c:pt>
                <c:pt idx="15945">
                  <c:v>4.3695899999999996</c:v>
                </c:pt>
                <c:pt idx="15946">
                  <c:v>4.3699000000000003</c:v>
                </c:pt>
                <c:pt idx="15947">
                  <c:v>4.3702100000000002</c:v>
                </c:pt>
                <c:pt idx="15948">
                  <c:v>4.3705100000000003</c:v>
                </c:pt>
                <c:pt idx="15949">
                  <c:v>4.3708200000000001</c:v>
                </c:pt>
                <c:pt idx="15950">
                  <c:v>4.3711200000000003</c:v>
                </c:pt>
                <c:pt idx="15951">
                  <c:v>4.3714300000000001</c:v>
                </c:pt>
                <c:pt idx="15952">
                  <c:v>4.3717300000000003</c:v>
                </c:pt>
                <c:pt idx="15953">
                  <c:v>4.3720400000000001</c:v>
                </c:pt>
                <c:pt idx="15954">
                  <c:v>4.3723400000000003</c:v>
                </c:pt>
                <c:pt idx="15955">
                  <c:v>4.3726500000000001</c:v>
                </c:pt>
                <c:pt idx="15956">
                  <c:v>4.3729500000000003</c:v>
                </c:pt>
                <c:pt idx="15957">
                  <c:v>4.3732600000000001</c:v>
                </c:pt>
                <c:pt idx="15958">
                  <c:v>4.3735600000000003</c:v>
                </c:pt>
                <c:pt idx="15959">
                  <c:v>4.3738700000000001</c:v>
                </c:pt>
                <c:pt idx="15960">
                  <c:v>4.37418</c:v>
                </c:pt>
                <c:pt idx="15961">
                  <c:v>4.3744800000000001</c:v>
                </c:pt>
                <c:pt idx="15962">
                  <c:v>4.37479</c:v>
                </c:pt>
                <c:pt idx="15963">
                  <c:v>4.3750900000000001</c:v>
                </c:pt>
                <c:pt idx="15964">
                  <c:v>4.3754</c:v>
                </c:pt>
                <c:pt idx="15965">
                  <c:v>4.3757000000000001</c:v>
                </c:pt>
                <c:pt idx="15966">
                  <c:v>4.37601</c:v>
                </c:pt>
                <c:pt idx="15967">
                  <c:v>4.3763100000000001</c:v>
                </c:pt>
                <c:pt idx="15968">
                  <c:v>4.37662</c:v>
                </c:pt>
                <c:pt idx="15969">
                  <c:v>4.3769200000000001</c:v>
                </c:pt>
                <c:pt idx="15970">
                  <c:v>4.37723</c:v>
                </c:pt>
                <c:pt idx="15971">
                  <c:v>4.3775300000000001</c:v>
                </c:pt>
                <c:pt idx="15972">
                  <c:v>4.37784</c:v>
                </c:pt>
                <c:pt idx="15973">
                  <c:v>4.3781499999999998</c:v>
                </c:pt>
                <c:pt idx="15974">
                  <c:v>4.37845</c:v>
                </c:pt>
                <c:pt idx="15975">
                  <c:v>4.3787599999999998</c:v>
                </c:pt>
                <c:pt idx="15976">
                  <c:v>4.37906</c:v>
                </c:pt>
                <c:pt idx="15977">
                  <c:v>4.3793699999999998</c:v>
                </c:pt>
                <c:pt idx="15978">
                  <c:v>4.37967</c:v>
                </c:pt>
                <c:pt idx="15979">
                  <c:v>4.3799799999999998</c:v>
                </c:pt>
                <c:pt idx="15980">
                  <c:v>4.38028</c:v>
                </c:pt>
                <c:pt idx="15981">
                  <c:v>4.3805899999999998</c:v>
                </c:pt>
                <c:pt idx="15982">
                  <c:v>4.38089</c:v>
                </c:pt>
                <c:pt idx="15983">
                  <c:v>4.3811999999999998</c:v>
                </c:pt>
                <c:pt idx="15984">
                  <c:v>4.3815099999999996</c:v>
                </c:pt>
                <c:pt idx="15985">
                  <c:v>4.3818099999999998</c:v>
                </c:pt>
                <c:pt idx="15986">
                  <c:v>4.3821199999999996</c:v>
                </c:pt>
                <c:pt idx="15987">
                  <c:v>4.3824199999999998</c:v>
                </c:pt>
                <c:pt idx="15988">
                  <c:v>4.3827299999999996</c:v>
                </c:pt>
                <c:pt idx="15989">
                  <c:v>4.3830299999999998</c:v>
                </c:pt>
                <c:pt idx="15990">
                  <c:v>4.3833399999999996</c:v>
                </c:pt>
                <c:pt idx="15991">
                  <c:v>4.3836399999999998</c:v>
                </c:pt>
                <c:pt idx="15992">
                  <c:v>4.3839499999999996</c:v>
                </c:pt>
                <c:pt idx="15993">
                  <c:v>4.3842499999999998</c:v>
                </c:pt>
                <c:pt idx="15994">
                  <c:v>4.3845599999999996</c:v>
                </c:pt>
                <c:pt idx="15995">
                  <c:v>4.3848599999999998</c:v>
                </c:pt>
                <c:pt idx="15996">
                  <c:v>4.3851699999999996</c:v>
                </c:pt>
                <c:pt idx="15997">
                  <c:v>4.3854800000000003</c:v>
                </c:pt>
                <c:pt idx="15998">
                  <c:v>4.3857799999999996</c:v>
                </c:pt>
                <c:pt idx="15999">
                  <c:v>4.3860900000000003</c:v>
                </c:pt>
                <c:pt idx="16000">
                  <c:v>4.3863899999999996</c:v>
                </c:pt>
                <c:pt idx="16001">
                  <c:v>4.3867000000000003</c:v>
                </c:pt>
                <c:pt idx="16002">
                  <c:v>4.3869999999999996</c:v>
                </c:pt>
                <c:pt idx="16003">
                  <c:v>4.3873100000000003</c:v>
                </c:pt>
                <c:pt idx="16004">
                  <c:v>4.3876099999999996</c:v>
                </c:pt>
                <c:pt idx="16005">
                  <c:v>4.3879200000000003</c:v>
                </c:pt>
                <c:pt idx="16006">
                  <c:v>4.3882199999999996</c:v>
                </c:pt>
                <c:pt idx="16007">
                  <c:v>4.3885300000000003</c:v>
                </c:pt>
                <c:pt idx="16008">
                  <c:v>4.3888299999999996</c:v>
                </c:pt>
                <c:pt idx="16009">
                  <c:v>4.3891400000000003</c:v>
                </c:pt>
                <c:pt idx="16010">
                  <c:v>4.3894500000000001</c:v>
                </c:pt>
                <c:pt idx="16011">
                  <c:v>4.3897500000000003</c:v>
                </c:pt>
                <c:pt idx="16012">
                  <c:v>4.3900600000000001</c:v>
                </c:pt>
                <c:pt idx="16013">
                  <c:v>4.3903600000000003</c:v>
                </c:pt>
                <c:pt idx="16014">
                  <c:v>4.3906700000000001</c:v>
                </c:pt>
                <c:pt idx="16015">
                  <c:v>4.3909700000000003</c:v>
                </c:pt>
                <c:pt idx="16016">
                  <c:v>4.3912800000000001</c:v>
                </c:pt>
                <c:pt idx="16017">
                  <c:v>4.3915800000000003</c:v>
                </c:pt>
                <c:pt idx="16018">
                  <c:v>4.3918900000000001</c:v>
                </c:pt>
                <c:pt idx="16019">
                  <c:v>4.3921900000000003</c:v>
                </c:pt>
                <c:pt idx="16020">
                  <c:v>4.3925000000000001</c:v>
                </c:pt>
                <c:pt idx="16021">
                  <c:v>4.3928000000000003</c:v>
                </c:pt>
                <c:pt idx="16022">
                  <c:v>4.3931100000000001</c:v>
                </c:pt>
                <c:pt idx="16023">
                  <c:v>4.3934199999999999</c:v>
                </c:pt>
                <c:pt idx="16024">
                  <c:v>4.3937200000000001</c:v>
                </c:pt>
                <c:pt idx="16025">
                  <c:v>4.3940299999999999</c:v>
                </c:pt>
                <c:pt idx="16026">
                  <c:v>4.3943300000000001</c:v>
                </c:pt>
                <c:pt idx="16027">
                  <c:v>4.3946399999999999</c:v>
                </c:pt>
                <c:pt idx="16028">
                  <c:v>4.3949400000000001</c:v>
                </c:pt>
                <c:pt idx="16029">
                  <c:v>4.3952499999999999</c:v>
                </c:pt>
                <c:pt idx="16030">
                  <c:v>4.3955500000000001</c:v>
                </c:pt>
                <c:pt idx="16031">
                  <c:v>4.3958599999999999</c:v>
                </c:pt>
                <c:pt idx="16032">
                  <c:v>4.3961600000000001</c:v>
                </c:pt>
                <c:pt idx="16033">
                  <c:v>4.3964699999999999</c:v>
                </c:pt>
                <c:pt idx="16034">
                  <c:v>4.3967700000000001</c:v>
                </c:pt>
                <c:pt idx="16035">
                  <c:v>4.3970799999999999</c:v>
                </c:pt>
                <c:pt idx="16036">
                  <c:v>4.3973899999999997</c:v>
                </c:pt>
                <c:pt idx="16037">
                  <c:v>4.3976899999999999</c:v>
                </c:pt>
                <c:pt idx="16038">
                  <c:v>4.3979999999999997</c:v>
                </c:pt>
                <c:pt idx="16039">
                  <c:v>4.3982999999999999</c:v>
                </c:pt>
                <c:pt idx="16040">
                  <c:v>4.3986099999999997</c:v>
                </c:pt>
                <c:pt idx="16041">
                  <c:v>4.3989099999999999</c:v>
                </c:pt>
                <c:pt idx="16042">
                  <c:v>4.3992199999999997</c:v>
                </c:pt>
                <c:pt idx="16043">
                  <c:v>4.3995199999999999</c:v>
                </c:pt>
                <c:pt idx="16044">
                  <c:v>4.3998299999999997</c:v>
                </c:pt>
                <c:pt idx="16045">
                  <c:v>4.4001299999999999</c:v>
                </c:pt>
                <c:pt idx="16046">
                  <c:v>4.4004399999999997</c:v>
                </c:pt>
                <c:pt idx="16047">
                  <c:v>4.4007500000000004</c:v>
                </c:pt>
                <c:pt idx="16048">
                  <c:v>4.4010499999999997</c:v>
                </c:pt>
                <c:pt idx="16049">
                  <c:v>4.4013600000000004</c:v>
                </c:pt>
                <c:pt idx="16050">
                  <c:v>4.4016599999999997</c:v>
                </c:pt>
                <c:pt idx="16051">
                  <c:v>4.4019700000000004</c:v>
                </c:pt>
                <c:pt idx="16052">
                  <c:v>4.4022699999999997</c:v>
                </c:pt>
                <c:pt idx="16053">
                  <c:v>4.4025800000000004</c:v>
                </c:pt>
                <c:pt idx="16054">
                  <c:v>4.4028799999999997</c:v>
                </c:pt>
                <c:pt idx="16055">
                  <c:v>4.4031900000000004</c:v>
                </c:pt>
                <c:pt idx="16056">
                  <c:v>4.4034899999999997</c:v>
                </c:pt>
                <c:pt idx="16057">
                  <c:v>4.4038000000000004</c:v>
                </c:pt>
                <c:pt idx="16058">
                  <c:v>4.4040999999999997</c:v>
                </c:pt>
                <c:pt idx="16059">
                  <c:v>4.4044100000000004</c:v>
                </c:pt>
                <c:pt idx="16060">
                  <c:v>4.4047200000000002</c:v>
                </c:pt>
                <c:pt idx="16061">
                  <c:v>4.4050200000000004</c:v>
                </c:pt>
                <c:pt idx="16062">
                  <c:v>4.4053300000000002</c:v>
                </c:pt>
                <c:pt idx="16063">
                  <c:v>4.4056300000000004</c:v>
                </c:pt>
                <c:pt idx="16064">
                  <c:v>4.4059400000000002</c:v>
                </c:pt>
                <c:pt idx="16065">
                  <c:v>4.4062400000000004</c:v>
                </c:pt>
                <c:pt idx="16066">
                  <c:v>4.4065500000000002</c:v>
                </c:pt>
                <c:pt idx="16067">
                  <c:v>4.4068500000000004</c:v>
                </c:pt>
                <c:pt idx="16068">
                  <c:v>4.4071600000000002</c:v>
                </c:pt>
                <c:pt idx="16069">
                  <c:v>4.4074600000000004</c:v>
                </c:pt>
                <c:pt idx="16070">
                  <c:v>4.4077700000000002</c:v>
                </c:pt>
                <c:pt idx="16071">
                  <c:v>4.4080700000000004</c:v>
                </c:pt>
                <c:pt idx="16072">
                  <c:v>4.4083800000000002</c:v>
                </c:pt>
                <c:pt idx="16073">
                  <c:v>4.40869</c:v>
                </c:pt>
                <c:pt idx="16074">
                  <c:v>4.4089900000000002</c:v>
                </c:pt>
                <c:pt idx="16075">
                  <c:v>4.4093</c:v>
                </c:pt>
                <c:pt idx="16076">
                  <c:v>4.4096000000000002</c:v>
                </c:pt>
                <c:pt idx="16077">
                  <c:v>4.40991</c:v>
                </c:pt>
                <c:pt idx="16078">
                  <c:v>4.4102100000000002</c:v>
                </c:pt>
                <c:pt idx="16079">
                  <c:v>4.41052</c:v>
                </c:pt>
                <c:pt idx="16080">
                  <c:v>4.4108200000000002</c:v>
                </c:pt>
                <c:pt idx="16081">
                  <c:v>4.41113</c:v>
                </c:pt>
                <c:pt idx="16082">
                  <c:v>4.4114300000000002</c:v>
                </c:pt>
                <c:pt idx="16083">
                  <c:v>4.41174</c:v>
                </c:pt>
                <c:pt idx="16084">
                  <c:v>4.4120400000000002</c:v>
                </c:pt>
                <c:pt idx="16085">
                  <c:v>4.41235</c:v>
                </c:pt>
                <c:pt idx="16086">
                  <c:v>4.4126599999999998</c:v>
                </c:pt>
                <c:pt idx="16087">
                  <c:v>4.41296</c:v>
                </c:pt>
                <c:pt idx="16088">
                  <c:v>4.4132699999999998</c:v>
                </c:pt>
                <c:pt idx="16089">
                  <c:v>4.41357</c:v>
                </c:pt>
                <c:pt idx="16090">
                  <c:v>4.4138799999999998</c:v>
                </c:pt>
                <c:pt idx="16091">
                  <c:v>4.41418</c:v>
                </c:pt>
                <c:pt idx="16092">
                  <c:v>4.4144899999999998</c:v>
                </c:pt>
                <c:pt idx="16093">
                  <c:v>4.41479</c:v>
                </c:pt>
                <c:pt idx="16094">
                  <c:v>4.4150999999999998</c:v>
                </c:pt>
                <c:pt idx="16095">
                  <c:v>4.4154</c:v>
                </c:pt>
                <c:pt idx="16096">
                  <c:v>4.4157099999999998</c:v>
                </c:pt>
                <c:pt idx="16097">
                  <c:v>4.4160199999999996</c:v>
                </c:pt>
                <c:pt idx="16098">
                  <c:v>4.4163199999999998</c:v>
                </c:pt>
                <c:pt idx="16099">
                  <c:v>4.4166299999999996</c:v>
                </c:pt>
                <c:pt idx="16100">
                  <c:v>4.4169299999999998</c:v>
                </c:pt>
                <c:pt idx="16101">
                  <c:v>4.4172399999999996</c:v>
                </c:pt>
                <c:pt idx="16102">
                  <c:v>4.4175399999999998</c:v>
                </c:pt>
                <c:pt idx="16103">
                  <c:v>4.4178499999999996</c:v>
                </c:pt>
                <c:pt idx="16104">
                  <c:v>4.4181499999999998</c:v>
                </c:pt>
                <c:pt idx="16105">
                  <c:v>4.4184599999999996</c:v>
                </c:pt>
                <c:pt idx="16106">
                  <c:v>4.4187599999999998</c:v>
                </c:pt>
                <c:pt idx="16107">
                  <c:v>4.4190699999999996</c:v>
                </c:pt>
                <c:pt idx="16108">
                  <c:v>4.4193699999999998</c:v>
                </c:pt>
                <c:pt idx="16109">
                  <c:v>4.4196799999999996</c:v>
                </c:pt>
                <c:pt idx="16110">
                  <c:v>4.4199900000000003</c:v>
                </c:pt>
                <c:pt idx="16111">
                  <c:v>4.4202899999999996</c:v>
                </c:pt>
                <c:pt idx="16112">
                  <c:v>4.4206000000000003</c:v>
                </c:pt>
                <c:pt idx="16113">
                  <c:v>4.4208999999999996</c:v>
                </c:pt>
                <c:pt idx="16114">
                  <c:v>4.4212100000000003</c:v>
                </c:pt>
                <c:pt idx="16115">
                  <c:v>4.4215099999999996</c:v>
                </c:pt>
                <c:pt idx="16116">
                  <c:v>4.4218200000000003</c:v>
                </c:pt>
                <c:pt idx="16117">
                  <c:v>4.4221199999999996</c:v>
                </c:pt>
                <c:pt idx="16118">
                  <c:v>4.4224300000000003</c:v>
                </c:pt>
                <c:pt idx="16119">
                  <c:v>4.4227299999999996</c:v>
                </c:pt>
                <c:pt idx="16120">
                  <c:v>4.4230400000000003</c:v>
                </c:pt>
                <c:pt idx="16121">
                  <c:v>4.4233399999999996</c:v>
                </c:pt>
                <c:pt idx="16122">
                  <c:v>4.4236500000000003</c:v>
                </c:pt>
                <c:pt idx="16123">
                  <c:v>4.4239600000000001</c:v>
                </c:pt>
                <c:pt idx="16124">
                  <c:v>4.4242600000000003</c:v>
                </c:pt>
                <c:pt idx="16125">
                  <c:v>4.4245700000000001</c:v>
                </c:pt>
                <c:pt idx="16126">
                  <c:v>4.4248700000000003</c:v>
                </c:pt>
                <c:pt idx="16127">
                  <c:v>4.4251800000000001</c:v>
                </c:pt>
                <c:pt idx="16128">
                  <c:v>4.4254800000000003</c:v>
                </c:pt>
                <c:pt idx="16129">
                  <c:v>4.4257900000000001</c:v>
                </c:pt>
                <c:pt idx="16130">
                  <c:v>4.4260900000000003</c:v>
                </c:pt>
                <c:pt idx="16131">
                  <c:v>4.4264000000000001</c:v>
                </c:pt>
                <c:pt idx="16132">
                  <c:v>4.4267000000000003</c:v>
                </c:pt>
                <c:pt idx="16133">
                  <c:v>4.4270100000000001</c:v>
                </c:pt>
                <c:pt idx="16134">
                  <c:v>4.4273100000000003</c:v>
                </c:pt>
                <c:pt idx="16135">
                  <c:v>4.4276200000000001</c:v>
                </c:pt>
                <c:pt idx="16136">
                  <c:v>4.4279299999999999</c:v>
                </c:pt>
                <c:pt idx="16137">
                  <c:v>4.4282300000000001</c:v>
                </c:pt>
                <c:pt idx="16138">
                  <c:v>4.4285399999999999</c:v>
                </c:pt>
                <c:pt idx="16139">
                  <c:v>4.4288400000000001</c:v>
                </c:pt>
                <c:pt idx="16140">
                  <c:v>4.4291499999999999</c:v>
                </c:pt>
                <c:pt idx="16141">
                  <c:v>4.4294500000000001</c:v>
                </c:pt>
                <c:pt idx="16142">
                  <c:v>4.4297599999999999</c:v>
                </c:pt>
                <c:pt idx="16143">
                  <c:v>4.4300600000000001</c:v>
                </c:pt>
                <c:pt idx="16144">
                  <c:v>4.4303699999999999</c:v>
                </c:pt>
                <c:pt idx="16145">
                  <c:v>4.4306700000000001</c:v>
                </c:pt>
                <c:pt idx="16146">
                  <c:v>4.4309799999999999</c:v>
                </c:pt>
                <c:pt idx="16147">
                  <c:v>4.4312800000000001</c:v>
                </c:pt>
                <c:pt idx="16148">
                  <c:v>4.4315899999999999</c:v>
                </c:pt>
                <c:pt idx="16149">
                  <c:v>4.4318999999999997</c:v>
                </c:pt>
                <c:pt idx="16150">
                  <c:v>4.4321999999999999</c:v>
                </c:pt>
                <c:pt idx="16151">
                  <c:v>4.4325099999999997</c:v>
                </c:pt>
                <c:pt idx="16152">
                  <c:v>4.4328099999999999</c:v>
                </c:pt>
                <c:pt idx="16153">
                  <c:v>4.4331199999999997</c:v>
                </c:pt>
                <c:pt idx="16154">
                  <c:v>4.4334199999999999</c:v>
                </c:pt>
                <c:pt idx="16155">
                  <c:v>4.4337299999999997</c:v>
                </c:pt>
                <c:pt idx="16156">
                  <c:v>4.4340299999999999</c:v>
                </c:pt>
                <c:pt idx="16157">
                  <c:v>4.4343399999999997</c:v>
                </c:pt>
                <c:pt idx="16158">
                  <c:v>4.4346399999999999</c:v>
                </c:pt>
                <c:pt idx="16159">
                  <c:v>4.4349499999999997</c:v>
                </c:pt>
                <c:pt idx="16160">
                  <c:v>4.4352600000000004</c:v>
                </c:pt>
                <c:pt idx="16161">
                  <c:v>4.4355599999999997</c:v>
                </c:pt>
                <c:pt idx="16162">
                  <c:v>4.4358700000000004</c:v>
                </c:pt>
                <c:pt idx="16163">
                  <c:v>4.4361699999999997</c:v>
                </c:pt>
                <c:pt idx="16164">
                  <c:v>4.4364800000000004</c:v>
                </c:pt>
                <c:pt idx="16165">
                  <c:v>4.4367799999999997</c:v>
                </c:pt>
                <c:pt idx="16166">
                  <c:v>4.4370900000000004</c:v>
                </c:pt>
                <c:pt idx="16167">
                  <c:v>4.4373899999999997</c:v>
                </c:pt>
                <c:pt idx="16168">
                  <c:v>4.4377000000000004</c:v>
                </c:pt>
                <c:pt idx="16169">
                  <c:v>4.4379999999999997</c:v>
                </c:pt>
                <c:pt idx="16170">
                  <c:v>4.4383100000000004</c:v>
                </c:pt>
                <c:pt idx="16171">
                  <c:v>4.4386099999999997</c:v>
                </c:pt>
                <c:pt idx="16172">
                  <c:v>4.4389200000000004</c:v>
                </c:pt>
                <c:pt idx="16173">
                  <c:v>4.4392300000000002</c:v>
                </c:pt>
                <c:pt idx="16174">
                  <c:v>4.4395300000000004</c:v>
                </c:pt>
                <c:pt idx="16175">
                  <c:v>4.4398400000000002</c:v>
                </c:pt>
                <c:pt idx="16176">
                  <c:v>4.4401400000000004</c:v>
                </c:pt>
                <c:pt idx="16177">
                  <c:v>4.4404500000000002</c:v>
                </c:pt>
                <c:pt idx="16178">
                  <c:v>4.4407500000000004</c:v>
                </c:pt>
                <c:pt idx="16179">
                  <c:v>4.4410600000000002</c:v>
                </c:pt>
                <c:pt idx="16180">
                  <c:v>4.4413600000000004</c:v>
                </c:pt>
                <c:pt idx="16181">
                  <c:v>4.4416700000000002</c:v>
                </c:pt>
                <c:pt idx="16182">
                  <c:v>4.4419700000000004</c:v>
                </c:pt>
                <c:pt idx="16183">
                  <c:v>4.4422800000000002</c:v>
                </c:pt>
                <c:pt idx="16184">
                  <c:v>4.4425800000000004</c:v>
                </c:pt>
                <c:pt idx="16185">
                  <c:v>4.4428900000000002</c:v>
                </c:pt>
                <c:pt idx="16186">
                  <c:v>4.4432</c:v>
                </c:pt>
                <c:pt idx="16187">
                  <c:v>4.4435000000000002</c:v>
                </c:pt>
                <c:pt idx="16188">
                  <c:v>4.44381</c:v>
                </c:pt>
                <c:pt idx="16189">
                  <c:v>4.4441100000000002</c:v>
                </c:pt>
                <c:pt idx="16190">
                  <c:v>4.44442</c:v>
                </c:pt>
                <c:pt idx="16191">
                  <c:v>4.4447200000000002</c:v>
                </c:pt>
                <c:pt idx="16192">
                  <c:v>4.44503</c:v>
                </c:pt>
                <c:pt idx="16193">
                  <c:v>4.4453300000000002</c:v>
                </c:pt>
                <c:pt idx="16194">
                  <c:v>4.44564</c:v>
                </c:pt>
                <c:pt idx="16195">
                  <c:v>4.4459400000000002</c:v>
                </c:pt>
                <c:pt idx="16196">
                  <c:v>4.44625</c:v>
                </c:pt>
                <c:pt idx="16197">
                  <c:v>4.4465500000000002</c:v>
                </c:pt>
                <c:pt idx="16198">
                  <c:v>4.44686</c:v>
                </c:pt>
                <c:pt idx="16199">
                  <c:v>4.4471699999999998</c:v>
                </c:pt>
                <c:pt idx="16200">
                  <c:v>4.44747</c:v>
                </c:pt>
                <c:pt idx="16201">
                  <c:v>4.4477799999999998</c:v>
                </c:pt>
                <c:pt idx="16202">
                  <c:v>4.44808</c:v>
                </c:pt>
                <c:pt idx="16203">
                  <c:v>4.4483899999999998</c:v>
                </c:pt>
                <c:pt idx="16204">
                  <c:v>4.44869</c:v>
                </c:pt>
                <c:pt idx="16205">
                  <c:v>4.4489999999999998</c:v>
                </c:pt>
                <c:pt idx="16206">
                  <c:v>4.4493</c:v>
                </c:pt>
                <c:pt idx="16207">
                  <c:v>4.4496099999999998</c:v>
                </c:pt>
                <c:pt idx="16208">
                  <c:v>4.44991</c:v>
                </c:pt>
                <c:pt idx="16209">
                  <c:v>4.4502199999999998</c:v>
                </c:pt>
                <c:pt idx="16210">
                  <c:v>4.45052</c:v>
                </c:pt>
                <c:pt idx="16211">
                  <c:v>4.4508299999999998</c:v>
                </c:pt>
                <c:pt idx="16212">
                  <c:v>4.4511399999999997</c:v>
                </c:pt>
                <c:pt idx="16213">
                  <c:v>4.4514399999999998</c:v>
                </c:pt>
                <c:pt idx="16214">
                  <c:v>4.4517499999999997</c:v>
                </c:pt>
                <c:pt idx="16215">
                  <c:v>4.4520499999999998</c:v>
                </c:pt>
                <c:pt idx="16216">
                  <c:v>4.4523599999999997</c:v>
                </c:pt>
                <c:pt idx="16217">
                  <c:v>4.4526599999999998</c:v>
                </c:pt>
                <c:pt idx="16218">
                  <c:v>4.4529699999999997</c:v>
                </c:pt>
                <c:pt idx="16219">
                  <c:v>4.4532699999999998</c:v>
                </c:pt>
                <c:pt idx="16220">
                  <c:v>4.4535799999999997</c:v>
                </c:pt>
                <c:pt idx="16221">
                  <c:v>4.4538799999999998</c:v>
                </c:pt>
                <c:pt idx="16222">
                  <c:v>4.4541899999999996</c:v>
                </c:pt>
                <c:pt idx="16223">
                  <c:v>4.4545000000000003</c:v>
                </c:pt>
                <c:pt idx="16224">
                  <c:v>4.4547999999999996</c:v>
                </c:pt>
                <c:pt idx="16225">
                  <c:v>4.4551100000000003</c:v>
                </c:pt>
                <c:pt idx="16226">
                  <c:v>4.4554099999999996</c:v>
                </c:pt>
                <c:pt idx="16227">
                  <c:v>4.4557200000000003</c:v>
                </c:pt>
                <c:pt idx="16228">
                  <c:v>4.4560199999999996</c:v>
                </c:pt>
                <c:pt idx="16229">
                  <c:v>4.4563300000000003</c:v>
                </c:pt>
                <c:pt idx="16230">
                  <c:v>4.4566299999999996</c:v>
                </c:pt>
                <c:pt idx="16231">
                  <c:v>4.4569400000000003</c:v>
                </c:pt>
                <c:pt idx="16232">
                  <c:v>4.4572399999999996</c:v>
                </c:pt>
                <c:pt idx="16233">
                  <c:v>4.4575500000000003</c:v>
                </c:pt>
                <c:pt idx="16234">
                  <c:v>4.4578499999999996</c:v>
                </c:pt>
                <c:pt idx="16235">
                  <c:v>4.4581600000000003</c:v>
                </c:pt>
                <c:pt idx="16236">
                  <c:v>4.4584700000000002</c:v>
                </c:pt>
                <c:pt idx="16237">
                  <c:v>4.4587700000000003</c:v>
                </c:pt>
                <c:pt idx="16238">
                  <c:v>4.4590800000000002</c:v>
                </c:pt>
                <c:pt idx="16239">
                  <c:v>4.4593800000000003</c:v>
                </c:pt>
                <c:pt idx="16240">
                  <c:v>4.4596900000000002</c:v>
                </c:pt>
                <c:pt idx="16241">
                  <c:v>4.4599900000000003</c:v>
                </c:pt>
                <c:pt idx="16242">
                  <c:v>4.4603000000000002</c:v>
                </c:pt>
                <c:pt idx="16243">
                  <c:v>4.4606000000000003</c:v>
                </c:pt>
                <c:pt idx="16244">
                  <c:v>4.4609100000000002</c:v>
                </c:pt>
                <c:pt idx="16245">
                  <c:v>4.4612100000000003</c:v>
                </c:pt>
                <c:pt idx="16246">
                  <c:v>4.4615200000000002</c:v>
                </c:pt>
                <c:pt idx="16247">
                  <c:v>4.4618200000000003</c:v>
                </c:pt>
                <c:pt idx="16248">
                  <c:v>4.4621300000000002</c:v>
                </c:pt>
                <c:pt idx="16249">
                  <c:v>4.46244</c:v>
                </c:pt>
                <c:pt idx="16250">
                  <c:v>4.4627400000000002</c:v>
                </c:pt>
                <c:pt idx="16251">
                  <c:v>4.46305</c:v>
                </c:pt>
                <c:pt idx="16252">
                  <c:v>4.4633500000000002</c:v>
                </c:pt>
                <c:pt idx="16253">
                  <c:v>4.46366</c:v>
                </c:pt>
                <c:pt idx="16254">
                  <c:v>4.4639600000000002</c:v>
                </c:pt>
                <c:pt idx="16255">
                  <c:v>4.46427</c:v>
                </c:pt>
                <c:pt idx="16256">
                  <c:v>4.4645700000000001</c:v>
                </c:pt>
                <c:pt idx="16257">
                  <c:v>4.46488</c:v>
                </c:pt>
                <c:pt idx="16258">
                  <c:v>4.4651800000000001</c:v>
                </c:pt>
                <c:pt idx="16259">
                  <c:v>4.46549</c:v>
                </c:pt>
                <c:pt idx="16260">
                  <c:v>4.4657900000000001</c:v>
                </c:pt>
                <c:pt idx="16261">
                  <c:v>4.4661</c:v>
                </c:pt>
                <c:pt idx="16262">
                  <c:v>4.4664099999999998</c:v>
                </c:pt>
                <c:pt idx="16263">
                  <c:v>4.46671</c:v>
                </c:pt>
                <c:pt idx="16264">
                  <c:v>4.4670199999999998</c:v>
                </c:pt>
                <c:pt idx="16265">
                  <c:v>4.46732</c:v>
                </c:pt>
                <c:pt idx="16266">
                  <c:v>4.4676299999999998</c:v>
                </c:pt>
                <c:pt idx="16267">
                  <c:v>4.46793</c:v>
                </c:pt>
                <c:pt idx="16268">
                  <c:v>4.4682399999999998</c:v>
                </c:pt>
                <c:pt idx="16269">
                  <c:v>4.46854</c:v>
                </c:pt>
                <c:pt idx="16270">
                  <c:v>4.4688499999999998</c:v>
                </c:pt>
                <c:pt idx="16271">
                  <c:v>4.46915</c:v>
                </c:pt>
                <c:pt idx="16272">
                  <c:v>4.4694599999999998</c:v>
                </c:pt>
                <c:pt idx="16273">
                  <c:v>4.4697699999999996</c:v>
                </c:pt>
                <c:pt idx="16274">
                  <c:v>4.4700699999999998</c:v>
                </c:pt>
                <c:pt idx="16275">
                  <c:v>4.4703799999999996</c:v>
                </c:pt>
                <c:pt idx="16276">
                  <c:v>4.4706799999999998</c:v>
                </c:pt>
                <c:pt idx="16277">
                  <c:v>4.4709899999999996</c:v>
                </c:pt>
                <c:pt idx="16278">
                  <c:v>4.4712899999999998</c:v>
                </c:pt>
                <c:pt idx="16279">
                  <c:v>4.4715999999999996</c:v>
                </c:pt>
                <c:pt idx="16280">
                  <c:v>4.4718999999999998</c:v>
                </c:pt>
                <c:pt idx="16281">
                  <c:v>4.4722099999999996</c:v>
                </c:pt>
                <c:pt idx="16282">
                  <c:v>4.4725099999999998</c:v>
                </c:pt>
                <c:pt idx="16283">
                  <c:v>4.4728199999999996</c:v>
                </c:pt>
                <c:pt idx="16284">
                  <c:v>4.4731199999999998</c:v>
                </c:pt>
                <c:pt idx="16285">
                  <c:v>4.4734299999999996</c:v>
                </c:pt>
                <c:pt idx="16286">
                  <c:v>4.4737400000000003</c:v>
                </c:pt>
                <c:pt idx="16287">
                  <c:v>4.4740399999999996</c:v>
                </c:pt>
                <c:pt idx="16288">
                  <c:v>4.4743500000000003</c:v>
                </c:pt>
                <c:pt idx="16289">
                  <c:v>4.4746499999999996</c:v>
                </c:pt>
                <c:pt idx="16290">
                  <c:v>4.4749600000000003</c:v>
                </c:pt>
                <c:pt idx="16291">
                  <c:v>4.4752599999999996</c:v>
                </c:pt>
                <c:pt idx="16292">
                  <c:v>4.4755700000000003</c:v>
                </c:pt>
                <c:pt idx="16293">
                  <c:v>4.4758699999999996</c:v>
                </c:pt>
                <c:pt idx="16294">
                  <c:v>4.4761800000000003</c:v>
                </c:pt>
                <c:pt idx="16295">
                  <c:v>4.4764799999999996</c:v>
                </c:pt>
                <c:pt idx="16296">
                  <c:v>4.4767900000000003</c:v>
                </c:pt>
                <c:pt idx="16297">
                  <c:v>4.4770899999999996</c:v>
                </c:pt>
                <c:pt idx="16298">
                  <c:v>4.4774000000000003</c:v>
                </c:pt>
                <c:pt idx="16299">
                  <c:v>4.4777100000000001</c:v>
                </c:pt>
                <c:pt idx="16300">
                  <c:v>4.4780100000000003</c:v>
                </c:pt>
                <c:pt idx="16301">
                  <c:v>4.4783200000000001</c:v>
                </c:pt>
                <c:pt idx="16302">
                  <c:v>4.4786200000000003</c:v>
                </c:pt>
                <c:pt idx="16303">
                  <c:v>4.4789300000000001</c:v>
                </c:pt>
                <c:pt idx="16304">
                  <c:v>4.4792300000000003</c:v>
                </c:pt>
                <c:pt idx="16305">
                  <c:v>4.4795400000000001</c:v>
                </c:pt>
                <c:pt idx="16306">
                  <c:v>4.4798400000000003</c:v>
                </c:pt>
                <c:pt idx="16307">
                  <c:v>4.4801500000000001</c:v>
                </c:pt>
                <c:pt idx="16308">
                  <c:v>4.4804500000000003</c:v>
                </c:pt>
                <c:pt idx="16309">
                  <c:v>4.4807600000000001</c:v>
                </c:pt>
                <c:pt idx="16310">
                  <c:v>4.4810600000000003</c:v>
                </c:pt>
                <c:pt idx="16311">
                  <c:v>4.4813700000000001</c:v>
                </c:pt>
                <c:pt idx="16312">
                  <c:v>4.4816799999999999</c:v>
                </c:pt>
                <c:pt idx="16313">
                  <c:v>4.4819800000000001</c:v>
                </c:pt>
                <c:pt idx="16314">
                  <c:v>4.4822899999999999</c:v>
                </c:pt>
                <c:pt idx="16315">
                  <c:v>4.4825900000000001</c:v>
                </c:pt>
                <c:pt idx="16316">
                  <c:v>4.4828999999999999</c:v>
                </c:pt>
                <c:pt idx="16317">
                  <c:v>4.4832000000000001</c:v>
                </c:pt>
                <c:pt idx="16318">
                  <c:v>4.4835099999999999</c:v>
                </c:pt>
                <c:pt idx="16319">
                  <c:v>4.4838100000000001</c:v>
                </c:pt>
                <c:pt idx="16320">
                  <c:v>4.4841199999999999</c:v>
                </c:pt>
                <c:pt idx="16321">
                  <c:v>4.4844200000000001</c:v>
                </c:pt>
                <c:pt idx="16322">
                  <c:v>4.4847299999999999</c:v>
                </c:pt>
                <c:pt idx="16323">
                  <c:v>4.4850300000000001</c:v>
                </c:pt>
                <c:pt idx="16324">
                  <c:v>4.4853399999999999</c:v>
                </c:pt>
                <c:pt idx="16325">
                  <c:v>4.4856499999999997</c:v>
                </c:pt>
                <c:pt idx="16326">
                  <c:v>4.4859499999999999</c:v>
                </c:pt>
                <c:pt idx="16327">
                  <c:v>4.4862599999999997</c:v>
                </c:pt>
                <c:pt idx="16328">
                  <c:v>4.4865599999999999</c:v>
                </c:pt>
                <c:pt idx="16329">
                  <c:v>4.4868699999999997</c:v>
                </c:pt>
                <c:pt idx="16330">
                  <c:v>4.4871699999999999</c:v>
                </c:pt>
                <c:pt idx="16331">
                  <c:v>4.4874799999999997</c:v>
                </c:pt>
                <c:pt idx="16332">
                  <c:v>4.4877799999999999</c:v>
                </c:pt>
                <c:pt idx="16333">
                  <c:v>4.4880899999999997</c:v>
                </c:pt>
                <c:pt idx="16334">
                  <c:v>4.4883899999999999</c:v>
                </c:pt>
                <c:pt idx="16335">
                  <c:v>4.4886999999999997</c:v>
                </c:pt>
                <c:pt idx="16336">
                  <c:v>4.4890100000000004</c:v>
                </c:pt>
                <c:pt idx="16337">
                  <c:v>4.4893099999999997</c:v>
                </c:pt>
                <c:pt idx="16338">
                  <c:v>4.4896200000000004</c:v>
                </c:pt>
                <c:pt idx="16339">
                  <c:v>4.4899199999999997</c:v>
                </c:pt>
                <c:pt idx="16340">
                  <c:v>4.4902300000000004</c:v>
                </c:pt>
                <c:pt idx="16341">
                  <c:v>4.4905299999999997</c:v>
                </c:pt>
                <c:pt idx="16342">
                  <c:v>4.4908400000000004</c:v>
                </c:pt>
                <c:pt idx="16343">
                  <c:v>4.4911399999999997</c:v>
                </c:pt>
                <c:pt idx="16344">
                  <c:v>4.4914500000000004</c:v>
                </c:pt>
                <c:pt idx="16345">
                  <c:v>4.4917499999999997</c:v>
                </c:pt>
                <c:pt idx="16346">
                  <c:v>4.4920600000000004</c:v>
                </c:pt>
                <c:pt idx="16347">
                  <c:v>4.4923599999999997</c:v>
                </c:pt>
                <c:pt idx="16348">
                  <c:v>4.4926700000000004</c:v>
                </c:pt>
                <c:pt idx="16349">
                  <c:v>4.4929800000000002</c:v>
                </c:pt>
                <c:pt idx="16350">
                  <c:v>4.4932800000000004</c:v>
                </c:pt>
                <c:pt idx="16351">
                  <c:v>4.4935900000000002</c:v>
                </c:pt>
                <c:pt idx="16352">
                  <c:v>4.4938900000000004</c:v>
                </c:pt>
                <c:pt idx="16353">
                  <c:v>4.4942000000000002</c:v>
                </c:pt>
                <c:pt idx="16354">
                  <c:v>4.4945000000000004</c:v>
                </c:pt>
                <c:pt idx="16355">
                  <c:v>4.4948100000000002</c:v>
                </c:pt>
                <c:pt idx="16356">
                  <c:v>4.4951100000000004</c:v>
                </c:pt>
                <c:pt idx="16357">
                  <c:v>4.4954200000000002</c:v>
                </c:pt>
                <c:pt idx="16358">
                  <c:v>4.4957200000000004</c:v>
                </c:pt>
                <c:pt idx="16359">
                  <c:v>4.4960300000000002</c:v>
                </c:pt>
                <c:pt idx="16360">
                  <c:v>4.4963300000000004</c:v>
                </c:pt>
                <c:pt idx="16361">
                  <c:v>4.4966400000000002</c:v>
                </c:pt>
                <c:pt idx="16362">
                  <c:v>4.49695</c:v>
                </c:pt>
                <c:pt idx="16363">
                  <c:v>4.4972500000000002</c:v>
                </c:pt>
                <c:pt idx="16364">
                  <c:v>4.49756</c:v>
                </c:pt>
                <c:pt idx="16365">
                  <c:v>4.4978600000000002</c:v>
                </c:pt>
                <c:pt idx="16366">
                  <c:v>4.49817</c:v>
                </c:pt>
                <c:pt idx="16367">
                  <c:v>4.4984700000000002</c:v>
                </c:pt>
                <c:pt idx="16368">
                  <c:v>4.49878</c:v>
                </c:pt>
                <c:pt idx="16369">
                  <c:v>4.4990800000000002</c:v>
                </c:pt>
                <c:pt idx="16370">
                  <c:v>4.49939</c:v>
                </c:pt>
                <c:pt idx="16371">
                  <c:v>4.4996900000000002</c:v>
                </c:pt>
                <c:pt idx="16372">
                  <c:v>4.5</c:v>
                </c:pt>
                <c:pt idx="16373">
                  <c:v>4.5003000000000002</c:v>
                </c:pt>
                <c:pt idx="16374">
                  <c:v>4.50061</c:v>
                </c:pt>
                <c:pt idx="16375">
                  <c:v>4.5009199999999998</c:v>
                </c:pt>
                <c:pt idx="16376">
                  <c:v>4.50122</c:v>
                </c:pt>
                <c:pt idx="16377">
                  <c:v>4.5015299999999998</c:v>
                </c:pt>
                <c:pt idx="16378">
                  <c:v>4.50183</c:v>
                </c:pt>
                <c:pt idx="16379">
                  <c:v>4.5021399999999998</c:v>
                </c:pt>
                <c:pt idx="16380">
                  <c:v>4.50244</c:v>
                </c:pt>
                <c:pt idx="16381">
                  <c:v>4.5027499999999998</c:v>
                </c:pt>
                <c:pt idx="16382">
                  <c:v>4.50305</c:v>
                </c:pt>
                <c:pt idx="16383">
                  <c:v>4.5033599999999998</c:v>
                </c:pt>
                <c:pt idx="16384">
                  <c:v>4.50366</c:v>
                </c:pt>
                <c:pt idx="16385">
                  <c:v>4.5039699999999998</c:v>
                </c:pt>
                <c:pt idx="16386">
                  <c:v>4.50427</c:v>
                </c:pt>
                <c:pt idx="16387">
                  <c:v>4.5045799999999998</c:v>
                </c:pt>
                <c:pt idx="16388">
                  <c:v>4.5048899999999996</c:v>
                </c:pt>
                <c:pt idx="16389">
                  <c:v>4.5051899999999998</c:v>
                </c:pt>
                <c:pt idx="16390">
                  <c:v>4.5054999999999996</c:v>
                </c:pt>
                <c:pt idx="16391">
                  <c:v>4.5057999999999998</c:v>
                </c:pt>
                <c:pt idx="16392">
                  <c:v>4.5061099999999996</c:v>
                </c:pt>
                <c:pt idx="16393">
                  <c:v>4.5064099999999998</c:v>
                </c:pt>
                <c:pt idx="16394">
                  <c:v>4.5067199999999996</c:v>
                </c:pt>
                <c:pt idx="16395">
                  <c:v>4.5070199999999998</c:v>
                </c:pt>
                <c:pt idx="16396">
                  <c:v>4.5073299999999996</c:v>
                </c:pt>
                <c:pt idx="16397">
                  <c:v>4.5076299999999998</c:v>
                </c:pt>
                <c:pt idx="16398">
                  <c:v>4.5079399999999996</c:v>
                </c:pt>
                <c:pt idx="16399">
                  <c:v>4.5082500000000003</c:v>
                </c:pt>
                <c:pt idx="16400">
                  <c:v>4.5085499999999996</c:v>
                </c:pt>
                <c:pt idx="16401">
                  <c:v>4.5088600000000003</c:v>
                </c:pt>
                <c:pt idx="16402">
                  <c:v>4.5091599999999996</c:v>
                </c:pt>
                <c:pt idx="16403">
                  <c:v>4.5094700000000003</c:v>
                </c:pt>
                <c:pt idx="16404">
                  <c:v>4.5097699999999996</c:v>
                </c:pt>
                <c:pt idx="16405">
                  <c:v>4.5100800000000003</c:v>
                </c:pt>
                <c:pt idx="16406">
                  <c:v>4.5103799999999996</c:v>
                </c:pt>
                <c:pt idx="16407">
                  <c:v>4.5106900000000003</c:v>
                </c:pt>
                <c:pt idx="16408">
                  <c:v>4.5109899999999996</c:v>
                </c:pt>
                <c:pt idx="16409">
                  <c:v>4.5113000000000003</c:v>
                </c:pt>
                <c:pt idx="16410">
                  <c:v>4.5115999999999996</c:v>
                </c:pt>
                <c:pt idx="16411">
                  <c:v>4.5119100000000003</c:v>
                </c:pt>
                <c:pt idx="16412">
                  <c:v>4.5122200000000001</c:v>
                </c:pt>
                <c:pt idx="16413">
                  <c:v>4.5125200000000003</c:v>
                </c:pt>
                <c:pt idx="16414">
                  <c:v>4.5128300000000001</c:v>
                </c:pt>
                <c:pt idx="16415">
                  <c:v>4.5131300000000003</c:v>
                </c:pt>
                <c:pt idx="16416">
                  <c:v>4.5134400000000001</c:v>
                </c:pt>
                <c:pt idx="16417">
                  <c:v>4.5137400000000003</c:v>
                </c:pt>
                <c:pt idx="16418">
                  <c:v>4.5140500000000001</c:v>
                </c:pt>
                <c:pt idx="16419">
                  <c:v>4.5143500000000003</c:v>
                </c:pt>
                <c:pt idx="16420">
                  <c:v>4.5146600000000001</c:v>
                </c:pt>
                <c:pt idx="16421">
                  <c:v>4.5149600000000003</c:v>
                </c:pt>
                <c:pt idx="16422">
                  <c:v>4.5152700000000001</c:v>
                </c:pt>
                <c:pt idx="16423">
                  <c:v>4.5155700000000003</c:v>
                </c:pt>
                <c:pt idx="16424">
                  <c:v>4.5158800000000001</c:v>
                </c:pt>
                <c:pt idx="16425">
                  <c:v>4.5161899999999999</c:v>
                </c:pt>
                <c:pt idx="16426">
                  <c:v>4.5164900000000001</c:v>
                </c:pt>
                <c:pt idx="16427">
                  <c:v>4.5167999999999999</c:v>
                </c:pt>
                <c:pt idx="16428">
                  <c:v>4.5171000000000001</c:v>
                </c:pt>
                <c:pt idx="16429">
                  <c:v>4.5174099999999999</c:v>
                </c:pt>
                <c:pt idx="16430">
                  <c:v>4.5177100000000001</c:v>
                </c:pt>
                <c:pt idx="16431">
                  <c:v>4.5180199999999999</c:v>
                </c:pt>
                <c:pt idx="16432">
                  <c:v>4.5183200000000001</c:v>
                </c:pt>
                <c:pt idx="16433">
                  <c:v>4.5186299999999999</c:v>
                </c:pt>
                <c:pt idx="16434">
                  <c:v>4.5189300000000001</c:v>
                </c:pt>
                <c:pt idx="16435">
                  <c:v>4.5192399999999999</c:v>
                </c:pt>
                <c:pt idx="16436">
                  <c:v>4.5195400000000001</c:v>
                </c:pt>
                <c:pt idx="16437">
                  <c:v>4.5198499999999999</c:v>
                </c:pt>
                <c:pt idx="16438">
                  <c:v>4.5201599999999997</c:v>
                </c:pt>
                <c:pt idx="16439">
                  <c:v>4.5204599999999999</c:v>
                </c:pt>
                <c:pt idx="16440">
                  <c:v>4.5207699999999997</c:v>
                </c:pt>
                <c:pt idx="16441">
                  <c:v>4.5210699999999999</c:v>
                </c:pt>
                <c:pt idx="16442">
                  <c:v>4.5213799999999997</c:v>
                </c:pt>
                <c:pt idx="16443">
                  <c:v>4.5216799999999999</c:v>
                </c:pt>
                <c:pt idx="16444">
                  <c:v>4.5219899999999997</c:v>
                </c:pt>
                <c:pt idx="16445">
                  <c:v>4.5222899999999999</c:v>
                </c:pt>
                <c:pt idx="16446">
                  <c:v>4.5225999999999997</c:v>
                </c:pt>
                <c:pt idx="16447">
                  <c:v>4.5228999999999999</c:v>
                </c:pt>
                <c:pt idx="16448">
                  <c:v>4.5232099999999997</c:v>
                </c:pt>
                <c:pt idx="16449">
                  <c:v>4.5235099999999999</c:v>
                </c:pt>
                <c:pt idx="16450">
                  <c:v>4.5238199999999997</c:v>
                </c:pt>
                <c:pt idx="16451">
                  <c:v>4.5241300000000004</c:v>
                </c:pt>
                <c:pt idx="16452">
                  <c:v>4.5244299999999997</c:v>
                </c:pt>
                <c:pt idx="16453">
                  <c:v>4.5247400000000004</c:v>
                </c:pt>
                <c:pt idx="16454">
                  <c:v>4.5250399999999997</c:v>
                </c:pt>
                <c:pt idx="16455">
                  <c:v>4.5253500000000004</c:v>
                </c:pt>
                <c:pt idx="16456">
                  <c:v>4.5256499999999997</c:v>
                </c:pt>
                <c:pt idx="16457">
                  <c:v>4.5259600000000004</c:v>
                </c:pt>
                <c:pt idx="16458">
                  <c:v>4.5262599999999997</c:v>
                </c:pt>
                <c:pt idx="16459">
                  <c:v>4.5265700000000004</c:v>
                </c:pt>
                <c:pt idx="16460">
                  <c:v>4.5268699999999997</c:v>
                </c:pt>
                <c:pt idx="16461">
                  <c:v>4.5271800000000004</c:v>
                </c:pt>
                <c:pt idx="16462">
                  <c:v>4.5274900000000002</c:v>
                </c:pt>
                <c:pt idx="16463">
                  <c:v>4.5277900000000004</c:v>
                </c:pt>
                <c:pt idx="16464">
                  <c:v>4.5281000000000002</c:v>
                </c:pt>
                <c:pt idx="16465">
                  <c:v>4.5284000000000004</c:v>
                </c:pt>
                <c:pt idx="16466">
                  <c:v>4.5287100000000002</c:v>
                </c:pt>
                <c:pt idx="16467">
                  <c:v>4.5290100000000004</c:v>
                </c:pt>
                <c:pt idx="16468">
                  <c:v>4.5293200000000002</c:v>
                </c:pt>
                <c:pt idx="16469">
                  <c:v>4.5296200000000004</c:v>
                </c:pt>
                <c:pt idx="16470">
                  <c:v>4.5299300000000002</c:v>
                </c:pt>
                <c:pt idx="16471">
                  <c:v>4.5302300000000004</c:v>
                </c:pt>
                <c:pt idx="16472">
                  <c:v>4.5305400000000002</c:v>
                </c:pt>
                <c:pt idx="16473">
                  <c:v>4.5308400000000004</c:v>
                </c:pt>
                <c:pt idx="16474">
                  <c:v>4.5311500000000002</c:v>
                </c:pt>
                <c:pt idx="16475">
                  <c:v>4.53146</c:v>
                </c:pt>
                <c:pt idx="16476">
                  <c:v>4.5317600000000002</c:v>
                </c:pt>
                <c:pt idx="16477">
                  <c:v>4.53207</c:v>
                </c:pt>
                <c:pt idx="16478">
                  <c:v>4.5323700000000002</c:v>
                </c:pt>
                <c:pt idx="16479">
                  <c:v>4.53268</c:v>
                </c:pt>
                <c:pt idx="16480">
                  <c:v>4.5329800000000002</c:v>
                </c:pt>
                <c:pt idx="16481">
                  <c:v>4.53329</c:v>
                </c:pt>
                <c:pt idx="16482">
                  <c:v>4.5335900000000002</c:v>
                </c:pt>
                <c:pt idx="16483">
                  <c:v>4.5339</c:v>
                </c:pt>
                <c:pt idx="16484">
                  <c:v>4.5342000000000002</c:v>
                </c:pt>
                <c:pt idx="16485">
                  <c:v>4.53451</c:v>
                </c:pt>
                <c:pt idx="16486">
                  <c:v>4.5348100000000002</c:v>
                </c:pt>
                <c:pt idx="16487">
                  <c:v>4.53512</c:v>
                </c:pt>
                <c:pt idx="16488">
                  <c:v>4.5354299999999999</c:v>
                </c:pt>
                <c:pt idx="16489">
                  <c:v>4.53573</c:v>
                </c:pt>
                <c:pt idx="16490">
                  <c:v>4.5360399999999998</c:v>
                </c:pt>
                <c:pt idx="16491">
                  <c:v>4.53634</c:v>
                </c:pt>
                <c:pt idx="16492">
                  <c:v>4.5366499999999998</c:v>
                </c:pt>
                <c:pt idx="16493">
                  <c:v>4.53695</c:v>
                </c:pt>
                <c:pt idx="16494">
                  <c:v>4.5372599999999998</c:v>
                </c:pt>
                <c:pt idx="16495">
                  <c:v>4.53756</c:v>
                </c:pt>
                <c:pt idx="16496">
                  <c:v>4.5378699999999998</c:v>
                </c:pt>
                <c:pt idx="16497">
                  <c:v>4.53817</c:v>
                </c:pt>
                <c:pt idx="16498">
                  <c:v>4.5384799999999998</c:v>
                </c:pt>
                <c:pt idx="16499">
                  <c:v>4.53878</c:v>
                </c:pt>
                <c:pt idx="16500">
                  <c:v>4.5390899999999998</c:v>
                </c:pt>
                <c:pt idx="16501">
                  <c:v>4.5393999999999997</c:v>
                </c:pt>
                <c:pt idx="16502">
                  <c:v>4.5396999999999998</c:v>
                </c:pt>
                <c:pt idx="16503">
                  <c:v>4.5400099999999997</c:v>
                </c:pt>
                <c:pt idx="16504">
                  <c:v>4.5403099999999998</c:v>
                </c:pt>
                <c:pt idx="16505">
                  <c:v>4.5406199999999997</c:v>
                </c:pt>
                <c:pt idx="16506">
                  <c:v>4.5409199999999998</c:v>
                </c:pt>
                <c:pt idx="16507">
                  <c:v>4.5412299999999997</c:v>
                </c:pt>
                <c:pt idx="16508">
                  <c:v>4.5415299999999998</c:v>
                </c:pt>
                <c:pt idx="16509">
                  <c:v>4.5418399999999997</c:v>
                </c:pt>
                <c:pt idx="16510">
                  <c:v>4.5421399999999998</c:v>
                </c:pt>
                <c:pt idx="16511">
                  <c:v>4.5424499999999997</c:v>
                </c:pt>
                <c:pt idx="16512">
                  <c:v>4.5427600000000004</c:v>
                </c:pt>
                <c:pt idx="16513">
                  <c:v>4.5430599999999997</c:v>
                </c:pt>
                <c:pt idx="16514">
                  <c:v>4.5433700000000004</c:v>
                </c:pt>
                <c:pt idx="16515">
                  <c:v>4.5436699999999997</c:v>
                </c:pt>
                <c:pt idx="16516">
                  <c:v>4.5439800000000004</c:v>
                </c:pt>
                <c:pt idx="16517">
                  <c:v>4.5442799999999997</c:v>
                </c:pt>
                <c:pt idx="16518">
                  <c:v>4.5445900000000004</c:v>
                </c:pt>
                <c:pt idx="16519">
                  <c:v>4.5448899999999997</c:v>
                </c:pt>
                <c:pt idx="16520">
                  <c:v>4.5452000000000004</c:v>
                </c:pt>
                <c:pt idx="16521">
                  <c:v>4.5454999999999997</c:v>
                </c:pt>
                <c:pt idx="16522">
                  <c:v>4.5458100000000004</c:v>
                </c:pt>
                <c:pt idx="16523">
                  <c:v>4.5461099999999997</c:v>
                </c:pt>
                <c:pt idx="16524">
                  <c:v>4.5464200000000003</c:v>
                </c:pt>
                <c:pt idx="16525">
                  <c:v>4.5467300000000002</c:v>
                </c:pt>
                <c:pt idx="16526">
                  <c:v>4.5470300000000003</c:v>
                </c:pt>
                <c:pt idx="16527">
                  <c:v>4.5473400000000002</c:v>
                </c:pt>
                <c:pt idx="16528">
                  <c:v>4.5476400000000003</c:v>
                </c:pt>
                <c:pt idx="16529">
                  <c:v>4.5479500000000002</c:v>
                </c:pt>
                <c:pt idx="16530">
                  <c:v>4.5482500000000003</c:v>
                </c:pt>
                <c:pt idx="16531">
                  <c:v>4.5485600000000002</c:v>
                </c:pt>
                <c:pt idx="16532">
                  <c:v>4.5488600000000003</c:v>
                </c:pt>
                <c:pt idx="16533">
                  <c:v>4.5491700000000002</c:v>
                </c:pt>
                <c:pt idx="16534">
                  <c:v>4.5494700000000003</c:v>
                </c:pt>
                <c:pt idx="16535">
                  <c:v>4.5497800000000002</c:v>
                </c:pt>
                <c:pt idx="16536">
                  <c:v>4.5500800000000003</c:v>
                </c:pt>
                <c:pt idx="16537">
                  <c:v>4.5503900000000002</c:v>
                </c:pt>
                <c:pt idx="16538">
                  <c:v>4.5507</c:v>
                </c:pt>
                <c:pt idx="16539">
                  <c:v>4.5510000000000002</c:v>
                </c:pt>
                <c:pt idx="16540">
                  <c:v>4.55131</c:v>
                </c:pt>
                <c:pt idx="16541">
                  <c:v>4.5516100000000002</c:v>
                </c:pt>
                <c:pt idx="16542">
                  <c:v>4.55192</c:v>
                </c:pt>
                <c:pt idx="16543">
                  <c:v>4.5522200000000002</c:v>
                </c:pt>
                <c:pt idx="16544">
                  <c:v>4.55253</c:v>
                </c:pt>
                <c:pt idx="16545">
                  <c:v>4.5528300000000002</c:v>
                </c:pt>
                <c:pt idx="16546">
                  <c:v>4.55314</c:v>
                </c:pt>
                <c:pt idx="16547">
                  <c:v>4.5534400000000002</c:v>
                </c:pt>
                <c:pt idx="16548">
                  <c:v>4.55375</c:v>
                </c:pt>
                <c:pt idx="16549">
                  <c:v>4.5540500000000002</c:v>
                </c:pt>
                <c:pt idx="16550">
                  <c:v>4.55436</c:v>
                </c:pt>
                <c:pt idx="16551">
                  <c:v>4.5546699999999998</c:v>
                </c:pt>
                <c:pt idx="16552">
                  <c:v>4.55497</c:v>
                </c:pt>
                <c:pt idx="16553">
                  <c:v>4.5552799999999998</c:v>
                </c:pt>
                <c:pt idx="16554">
                  <c:v>4.55558</c:v>
                </c:pt>
                <c:pt idx="16555">
                  <c:v>4.5558899999999998</c:v>
                </c:pt>
                <c:pt idx="16556">
                  <c:v>4.55619</c:v>
                </c:pt>
                <c:pt idx="16557">
                  <c:v>4.5564999999999998</c:v>
                </c:pt>
                <c:pt idx="16558">
                  <c:v>4.5568</c:v>
                </c:pt>
                <c:pt idx="16559">
                  <c:v>4.5571099999999998</c:v>
                </c:pt>
                <c:pt idx="16560">
                  <c:v>4.55741</c:v>
                </c:pt>
                <c:pt idx="16561">
                  <c:v>4.5577199999999998</c:v>
                </c:pt>
                <c:pt idx="16562">
                  <c:v>4.55802</c:v>
                </c:pt>
                <c:pt idx="16563">
                  <c:v>4.5583299999999998</c:v>
                </c:pt>
                <c:pt idx="16564">
                  <c:v>4.5586399999999996</c:v>
                </c:pt>
                <c:pt idx="16565">
                  <c:v>4.5589399999999998</c:v>
                </c:pt>
                <c:pt idx="16566">
                  <c:v>4.5592499999999996</c:v>
                </c:pt>
                <c:pt idx="16567">
                  <c:v>4.5595499999999998</c:v>
                </c:pt>
                <c:pt idx="16568">
                  <c:v>4.5598599999999996</c:v>
                </c:pt>
                <c:pt idx="16569">
                  <c:v>4.5601599999999998</c:v>
                </c:pt>
                <c:pt idx="16570">
                  <c:v>4.5604699999999996</c:v>
                </c:pt>
                <c:pt idx="16571">
                  <c:v>4.5607699999999998</c:v>
                </c:pt>
                <c:pt idx="16572">
                  <c:v>4.5610799999999996</c:v>
                </c:pt>
                <c:pt idx="16573">
                  <c:v>4.5613799999999998</c:v>
                </c:pt>
                <c:pt idx="16574">
                  <c:v>4.5616899999999996</c:v>
                </c:pt>
                <c:pt idx="16575">
                  <c:v>4.5620000000000003</c:v>
                </c:pt>
                <c:pt idx="16576">
                  <c:v>4.5622999999999996</c:v>
                </c:pt>
                <c:pt idx="16577">
                  <c:v>4.5626100000000003</c:v>
                </c:pt>
                <c:pt idx="16578">
                  <c:v>4.5629099999999996</c:v>
                </c:pt>
                <c:pt idx="16579">
                  <c:v>4.5632200000000003</c:v>
                </c:pt>
                <c:pt idx="16580">
                  <c:v>4.5635199999999996</c:v>
                </c:pt>
                <c:pt idx="16581">
                  <c:v>4.5638300000000003</c:v>
                </c:pt>
                <c:pt idx="16582">
                  <c:v>4.5641299999999996</c:v>
                </c:pt>
                <c:pt idx="16583">
                  <c:v>4.5644400000000003</c:v>
                </c:pt>
                <c:pt idx="16584">
                  <c:v>4.5647399999999996</c:v>
                </c:pt>
                <c:pt idx="16585">
                  <c:v>4.5650500000000003</c:v>
                </c:pt>
                <c:pt idx="16586">
                  <c:v>4.5653499999999996</c:v>
                </c:pt>
                <c:pt idx="16587">
                  <c:v>4.5656600000000003</c:v>
                </c:pt>
                <c:pt idx="16588">
                  <c:v>4.5659700000000001</c:v>
                </c:pt>
                <c:pt idx="16589">
                  <c:v>4.5662700000000003</c:v>
                </c:pt>
                <c:pt idx="16590">
                  <c:v>4.5665800000000001</c:v>
                </c:pt>
                <c:pt idx="16591">
                  <c:v>4.5668800000000003</c:v>
                </c:pt>
                <c:pt idx="16592">
                  <c:v>4.5671900000000001</c:v>
                </c:pt>
                <c:pt idx="16593">
                  <c:v>4.5674900000000003</c:v>
                </c:pt>
                <c:pt idx="16594">
                  <c:v>4.5678000000000001</c:v>
                </c:pt>
                <c:pt idx="16595">
                  <c:v>4.5681000000000003</c:v>
                </c:pt>
                <c:pt idx="16596">
                  <c:v>4.5684100000000001</c:v>
                </c:pt>
                <c:pt idx="16597">
                  <c:v>4.5687100000000003</c:v>
                </c:pt>
                <c:pt idx="16598">
                  <c:v>4.5690200000000001</c:v>
                </c:pt>
                <c:pt idx="16599">
                  <c:v>4.5693200000000003</c:v>
                </c:pt>
                <c:pt idx="16600">
                  <c:v>4.5696300000000001</c:v>
                </c:pt>
                <c:pt idx="16601">
                  <c:v>4.5699399999999999</c:v>
                </c:pt>
                <c:pt idx="16602">
                  <c:v>4.5702400000000001</c:v>
                </c:pt>
                <c:pt idx="16603">
                  <c:v>4.5705499999999999</c:v>
                </c:pt>
                <c:pt idx="16604">
                  <c:v>4.5708500000000001</c:v>
                </c:pt>
                <c:pt idx="16605">
                  <c:v>4.5711599999999999</c:v>
                </c:pt>
                <c:pt idx="16606">
                  <c:v>4.5714600000000001</c:v>
                </c:pt>
                <c:pt idx="16607">
                  <c:v>4.5717699999999999</c:v>
                </c:pt>
                <c:pt idx="16608">
                  <c:v>4.5720700000000001</c:v>
                </c:pt>
                <c:pt idx="16609">
                  <c:v>4.5723799999999999</c:v>
                </c:pt>
                <c:pt idx="16610">
                  <c:v>4.5726800000000001</c:v>
                </c:pt>
                <c:pt idx="16611">
                  <c:v>4.5729899999999999</c:v>
                </c:pt>
                <c:pt idx="16612">
                  <c:v>4.5732900000000001</c:v>
                </c:pt>
                <c:pt idx="16613">
                  <c:v>4.5735999999999999</c:v>
                </c:pt>
                <c:pt idx="16614">
                  <c:v>4.5739099999999997</c:v>
                </c:pt>
                <c:pt idx="16615">
                  <c:v>4.5742099999999999</c:v>
                </c:pt>
                <c:pt idx="16616">
                  <c:v>4.5745199999999997</c:v>
                </c:pt>
                <c:pt idx="16617">
                  <c:v>4.5748199999999999</c:v>
                </c:pt>
                <c:pt idx="16618">
                  <c:v>4.5751299999999997</c:v>
                </c:pt>
                <c:pt idx="16619">
                  <c:v>4.5754299999999999</c:v>
                </c:pt>
                <c:pt idx="16620">
                  <c:v>4.5757399999999997</c:v>
                </c:pt>
                <c:pt idx="16621">
                  <c:v>4.5760399999999999</c:v>
                </c:pt>
                <c:pt idx="16622">
                  <c:v>4.5763499999999997</c:v>
                </c:pt>
                <c:pt idx="16623">
                  <c:v>4.5766499999999999</c:v>
                </c:pt>
                <c:pt idx="16624">
                  <c:v>4.5769599999999997</c:v>
                </c:pt>
                <c:pt idx="16625">
                  <c:v>4.5772599999999999</c:v>
                </c:pt>
                <c:pt idx="16626">
                  <c:v>4.5775699999999997</c:v>
                </c:pt>
                <c:pt idx="16627">
                  <c:v>4.5778800000000004</c:v>
                </c:pt>
                <c:pt idx="16628">
                  <c:v>4.5781799999999997</c:v>
                </c:pt>
                <c:pt idx="16629">
                  <c:v>4.5784900000000004</c:v>
                </c:pt>
                <c:pt idx="16630">
                  <c:v>4.5787899999999997</c:v>
                </c:pt>
                <c:pt idx="16631">
                  <c:v>4.5791000000000004</c:v>
                </c:pt>
                <c:pt idx="16632">
                  <c:v>4.5793999999999997</c:v>
                </c:pt>
                <c:pt idx="16633">
                  <c:v>4.5797100000000004</c:v>
                </c:pt>
                <c:pt idx="16634">
                  <c:v>4.5800099999999997</c:v>
                </c:pt>
                <c:pt idx="16635">
                  <c:v>4.5803200000000004</c:v>
                </c:pt>
                <c:pt idx="16636">
                  <c:v>4.5806199999999997</c:v>
                </c:pt>
                <c:pt idx="16637">
                  <c:v>4.5809300000000004</c:v>
                </c:pt>
                <c:pt idx="16638">
                  <c:v>4.5812400000000002</c:v>
                </c:pt>
                <c:pt idx="16639">
                  <c:v>4.5815400000000004</c:v>
                </c:pt>
                <c:pt idx="16640">
                  <c:v>4.5818500000000002</c:v>
                </c:pt>
                <c:pt idx="16641">
                  <c:v>4.5821500000000004</c:v>
                </c:pt>
                <c:pt idx="16642">
                  <c:v>4.5824600000000002</c:v>
                </c:pt>
                <c:pt idx="16643">
                  <c:v>4.5827600000000004</c:v>
                </c:pt>
                <c:pt idx="16644">
                  <c:v>4.5830700000000002</c:v>
                </c:pt>
                <c:pt idx="16645">
                  <c:v>4.5833700000000004</c:v>
                </c:pt>
                <c:pt idx="16646">
                  <c:v>4.5836800000000002</c:v>
                </c:pt>
                <c:pt idx="16647">
                  <c:v>4.5839800000000004</c:v>
                </c:pt>
                <c:pt idx="16648">
                  <c:v>4.5842900000000002</c:v>
                </c:pt>
                <c:pt idx="16649">
                  <c:v>4.5845900000000004</c:v>
                </c:pt>
                <c:pt idx="16650">
                  <c:v>4.5849000000000002</c:v>
                </c:pt>
                <c:pt idx="16651">
                  <c:v>4.58521</c:v>
                </c:pt>
                <c:pt idx="16652">
                  <c:v>4.5855100000000002</c:v>
                </c:pt>
                <c:pt idx="16653">
                  <c:v>4.58582</c:v>
                </c:pt>
                <c:pt idx="16654">
                  <c:v>4.5861200000000002</c:v>
                </c:pt>
                <c:pt idx="16655">
                  <c:v>4.58643</c:v>
                </c:pt>
                <c:pt idx="16656">
                  <c:v>4.5867300000000002</c:v>
                </c:pt>
                <c:pt idx="16657">
                  <c:v>4.58704</c:v>
                </c:pt>
                <c:pt idx="16658">
                  <c:v>4.5873400000000002</c:v>
                </c:pt>
                <c:pt idx="16659">
                  <c:v>4.58765</c:v>
                </c:pt>
                <c:pt idx="16660">
                  <c:v>4.5879500000000002</c:v>
                </c:pt>
                <c:pt idx="16661">
                  <c:v>4.58826</c:v>
                </c:pt>
                <c:pt idx="16662">
                  <c:v>4.5885600000000002</c:v>
                </c:pt>
                <c:pt idx="16663">
                  <c:v>4.58887</c:v>
                </c:pt>
                <c:pt idx="16664">
                  <c:v>4.5891799999999998</c:v>
                </c:pt>
                <c:pt idx="16665">
                  <c:v>4.58948</c:v>
                </c:pt>
                <c:pt idx="16666">
                  <c:v>4.5897899999999998</c:v>
                </c:pt>
                <c:pt idx="16667">
                  <c:v>4.59009</c:v>
                </c:pt>
                <c:pt idx="16668">
                  <c:v>4.5903999999999998</c:v>
                </c:pt>
                <c:pt idx="16669">
                  <c:v>4.5907</c:v>
                </c:pt>
                <c:pt idx="16670">
                  <c:v>4.5910099999999998</c:v>
                </c:pt>
                <c:pt idx="16671">
                  <c:v>4.59131</c:v>
                </c:pt>
                <c:pt idx="16672">
                  <c:v>4.5916199999999998</c:v>
                </c:pt>
                <c:pt idx="16673">
                  <c:v>4.59192</c:v>
                </c:pt>
                <c:pt idx="16674">
                  <c:v>4.5922299999999998</c:v>
                </c:pt>
                <c:pt idx="16675">
                  <c:v>4.59253</c:v>
                </c:pt>
                <c:pt idx="16676">
                  <c:v>4.5928399999999998</c:v>
                </c:pt>
                <c:pt idx="16677">
                  <c:v>4.5931499999999996</c:v>
                </c:pt>
                <c:pt idx="16678">
                  <c:v>4.5934499999999998</c:v>
                </c:pt>
                <c:pt idx="16679">
                  <c:v>4.5937599999999996</c:v>
                </c:pt>
                <c:pt idx="16680">
                  <c:v>4.5940599999999998</c:v>
                </c:pt>
                <c:pt idx="16681">
                  <c:v>4.5943699999999996</c:v>
                </c:pt>
                <c:pt idx="16682">
                  <c:v>4.5946699999999998</c:v>
                </c:pt>
                <c:pt idx="16683">
                  <c:v>4.5949799999999996</c:v>
                </c:pt>
                <c:pt idx="16684">
                  <c:v>4.5952799999999998</c:v>
                </c:pt>
                <c:pt idx="16685">
                  <c:v>4.5955899999999996</c:v>
                </c:pt>
                <c:pt idx="16686">
                  <c:v>4.5958899999999998</c:v>
                </c:pt>
                <c:pt idx="16687">
                  <c:v>4.5961999999999996</c:v>
                </c:pt>
                <c:pt idx="16688">
                  <c:v>4.5965100000000003</c:v>
                </c:pt>
                <c:pt idx="16689">
                  <c:v>4.5968099999999996</c:v>
                </c:pt>
                <c:pt idx="16690">
                  <c:v>4.5971200000000003</c:v>
                </c:pt>
                <c:pt idx="16691">
                  <c:v>4.5974199999999996</c:v>
                </c:pt>
                <c:pt idx="16692">
                  <c:v>4.5977300000000003</c:v>
                </c:pt>
                <c:pt idx="16693">
                  <c:v>4.5980299999999996</c:v>
                </c:pt>
                <c:pt idx="16694">
                  <c:v>4.5983400000000003</c:v>
                </c:pt>
                <c:pt idx="16695">
                  <c:v>4.5986399999999996</c:v>
                </c:pt>
                <c:pt idx="16696">
                  <c:v>4.5989500000000003</c:v>
                </c:pt>
                <c:pt idx="16697">
                  <c:v>4.5992499999999996</c:v>
                </c:pt>
                <c:pt idx="16698">
                  <c:v>4.5995600000000003</c:v>
                </c:pt>
                <c:pt idx="16699">
                  <c:v>4.5998599999999996</c:v>
                </c:pt>
                <c:pt idx="16700">
                  <c:v>4.6001700000000003</c:v>
                </c:pt>
                <c:pt idx="16701">
                  <c:v>4.6004800000000001</c:v>
                </c:pt>
                <c:pt idx="16702">
                  <c:v>4.6007800000000003</c:v>
                </c:pt>
                <c:pt idx="16703">
                  <c:v>4.6010900000000001</c:v>
                </c:pt>
                <c:pt idx="16704">
                  <c:v>4.6013900000000003</c:v>
                </c:pt>
                <c:pt idx="16705">
                  <c:v>4.6017000000000001</c:v>
                </c:pt>
                <c:pt idx="16706">
                  <c:v>4.6020000000000003</c:v>
                </c:pt>
                <c:pt idx="16707">
                  <c:v>4.6023100000000001</c:v>
                </c:pt>
                <c:pt idx="16708">
                  <c:v>4.6026100000000003</c:v>
                </c:pt>
                <c:pt idx="16709">
                  <c:v>4.6029200000000001</c:v>
                </c:pt>
                <c:pt idx="16710">
                  <c:v>4.6032200000000003</c:v>
                </c:pt>
                <c:pt idx="16711">
                  <c:v>4.6035300000000001</c:v>
                </c:pt>
                <c:pt idx="16712">
                  <c:v>4.6038300000000003</c:v>
                </c:pt>
                <c:pt idx="16713">
                  <c:v>4.6041400000000001</c:v>
                </c:pt>
                <c:pt idx="16714">
                  <c:v>4.6044499999999999</c:v>
                </c:pt>
                <c:pt idx="16715">
                  <c:v>4.6047500000000001</c:v>
                </c:pt>
                <c:pt idx="16716">
                  <c:v>4.6050599999999999</c:v>
                </c:pt>
                <c:pt idx="16717">
                  <c:v>4.6053600000000001</c:v>
                </c:pt>
                <c:pt idx="16718">
                  <c:v>4.6056699999999999</c:v>
                </c:pt>
                <c:pt idx="16719">
                  <c:v>4.6059700000000001</c:v>
                </c:pt>
                <c:pt idx="16720">
                  <c:v>4.6062799999999999</c:v>
                </c:pt>
                <c:pt idx="16721">
                  <c:v>4.6065800000000001</c:v>
                </c:pt>
                <c:pt idx="16722">
                  <c:v>4.6068899999999999</c:v>
                </c:pt>
                <c:pt idx="16723">
                  <c:v>4.6071900000000001</c:v>
                </c:pt>
                <c:pt idx="16724">
                  <c:v>4.6074999999999999</c:v>
                </c:pt>
                <c:pt idx="16725">
                  <c:v>4.6078000000000001</c:v>
                </c:pt>
                <c:pt idx="16726">
                  <c:v>4.6081099999999999</c:v>
                </c:pt>
                <c:pt idx="16727">
                  <c:v>4.6084199999999997</c:v>
                </c:pt>
                <c:pt idx="16728">
                  <c:v>4.6087199999999999</c:v>
                </c:pt>
                <c:pt idx="16729">
                  <c:v>4.6090299999999997</c:v>
                </c:pt>
                <c:pt idx="16730">
                  <c:v>4.6093299999999999</c:v>
                </c:pt>
                <c:pt idx="16731">
                  <c:v>4.6096399999999997</c:v>
                </c:pt>
                <c:pt idx="16732">
                  <c:v>4.6099399999999999</c:v>
                </c:pt>
                <c:pt idx="16733">
                  <c:v>4.6102499999999997</c:v>
                </c:pt>
                <c:pt idx="16734">
                  <c:v>4.6105499999999999</c:v>
                </c:pt>
                <c:pt idx="16735">
                  <c:v>4.6108599999999997</c:v>
                </c:pt>
                <c:pt idx="16736">
                  <c:v>4.6111599999999999</c:v>
                </c:pt>
                <c:pt idx="16737">
                  <c:v>4.6114699999999997</c:v>
                </c:pt>
                <c:pt idx="16738">
                  <c:v>4.6117699999999999</c:v>
                </c:pt>
                <c:pt idx="16739">
                  <c:v>4.6120799999999997</c:v>
                </c:pt>
                <c:pt idx="16740">
                  <c:v>4.6123900000000004</c:v>
                </c:pt>
                <c:pt idx="16741">
                  <c:v>4.6126899999999997</c:v>
                </c:pt>
                <c:pt idx="16742">
                  <c:v>4.6130000000000004</c:v>
                </c:pt>
                <c:pt idx="16743">
                  <c:v>4.6132999999999997</c:v>
                </c:pt>
                <c:pt idx="16744">
                  <c:v>4.6136100000000004</c:v>
                </c:pt>
                <c:pt idx="16745">
                  <c:v>4.6139099999999997</c:v>
                </c:pt>
                <c:pt idx="16746">
                  <c:v>4.6142200000000004</c:v>
                </c:pt>
                <c:pt idx="16747">
                  <c:v>4.6145199999999997</c:v>
                </c:pt>
                <c:pt idx="16748">
                  <c:v>4.6148300000000004</c:v>
                </c:pt>
                <c:pt idx="16749">
                  <c:v>4.6151299999999997</c:v>
                </c:pt>
                <c:pt idx="16750">
                  <c:v>4.6154400000000004</c:v>
                </c:pt>
                <c:pt idx="16751">
                  <c:v>4.6157500000000002</c:v>
                </c:pt>
                <c:pt idx="16752">
                  <c:v>4.6160500000000004</c:v>
                </c:pt>
                <c:pt idx="16753">
                  <c:v>4.6163600000000002</c:v>
                </c:pt>
                <c:pt idx="16754">
                  <c:v>4.6166600000000004</c:v>
                </c:pt>
                <c:pt idx="16755">
                  <c:v>4.6169700000000002</c:v>
                </c:pt>
                <c:pt idx="16756">
                  <c:v>4.6172700000000004</c:v>
                </c:pt>
                <c:pt idx="16757">
                  <c:v>4.6175800000000002</c:v>
                </c:pt>
                <c:pt idx="16758">
                  <c:v>4.6178800000000004</c:v>
                </c:pt>
                <c:pt idx="16759">
                  <c:v>4.6181900000000002</c:v>
                </c:pt>
                <c:pt idx="16760">
                  <c:v>4.6184900000000004</c:v>
                </c:pt>
                <c:pt idx="16761">
                  <c:v>4.6188000000000002</c:v>
                </c:pt>
                <c:pt idx="16762">
                  <c:v>4.6191000000000004</c:v>
                </c:pt>
                <c:pt idx="16763">
                  <c:v>4.6194100000000002</c:v>
                </c:pt>
                <c:pt idx="16764">
                  <c:v>4.61972</c:v>
                </c:pt>
                <c:pt idx="16765">
                  <c:v>4.6200200000000002</c:v>
                </c:pt>
                <c:pt idx="16766">
                  <c:v>4.62033</c:v>
                </c:pt>
                <c:pt idx="16767">
                  <c:v>4.6206300000000002</c:v>
                </c:pt>
                <c:pt idx="16768">
                  <c:v>4.62094</c:v>
                </c:pt>
                <c:pt idx="16769">
                  <c:v>4.6212400000000002</c:v>
                </c:pt>
                <c:pt idx="16770">
                  <c:v>4.62155</c:v>
                </c:pt>
                <c:pt idx="16771">
                  <c:v>4.6218500000000002</c:v>
                </c:pt>
                <c:pt idx="16772">
                  <c:v>4.62216</c:v>
                </c:pt>
                <c:pt idx="16773">
                  <c:v>4.6224600000000002</c:v>
                </c:pt>
                <c:pt idx="16774">
                  <c:v>4.62277</c:v>
                </c:pt>
                <c:pt idx="16775">
                  <c:v>4.6230700000000002</c:v>
                </c:pt>
                <c:pt idx="16776">
                  <c:v>4.62338</c:v>
                </c:pt>
                <c:pt idx="16777">
                  <c:v>4.6236899999999999</c:v>
                </c:pt>
                <c:pt idx="16778">
                  <c:v>4.62399</c:v>
                </c:pt>
                <c:pt idx="16779">
                  <c:v>4.6242999999999999</c:v>
                </c:pt>
                <c:pt idx="16780">
                  <c:v>4.6246</c:v>
                </c:pt>
                <c:pt idx="16781">
                  <c:v>4.6249099999999999</c:v>
                </c:pt>
                <c:pt idx="16782">
                  <c:v>4.62521</c:v>
                </c:pt>
                <c:pt idx="16783">
                  <c:v>4.6255199999999999</c:v>
                </c:pt>
                <c:pt idx="16784">
                  <c:v>4.62582</c:v>
                </c:pt>
                <c:pt idx="16785">
                  <c:v>4.6261299999999999</c:v>
                </c:pt>
                <c:pt idx="16786">
                  <c:v>4.62643</c:v>
                </c:pt>
                <c:pt idx="16787">
                  <c:v>4.6267399999999999</c:v>
                </c:pt>
                <c:pt idx="16788">
                  <c:v>4.62704</c:v>
                </c:pt>
                <c:pt idx="16789">
                  <c:v>4.6273499999999999</c:v>
                </c:pt>
                <c:pt idx="16790">
                  <c:v>4.6276599999999997</c:v>
                </c:pt>
                <c:pt idx="16791">
                  <c:v>4.6279599999999999</c:v>
                </c:pt>
                <c:pt idx="16792">
                  <c:v>4.6282699999999997</c:v>
                </c:pt>
                <c:pt idx="16793">
                  <c:v>4.6285699999999999</c:v>
                </c:pt>
                <c:pt idx="16794">
                  <c:v>4.6288799999999997</c:v>
                </c:pt>
                <c:pt idx="16795">
                  <c:v>4.6291799999999999</c:v>
                </c:pt>
                <c:pt idx="16796">
                  <c:v>4.6294899999999997</c:v>
                </c:pt>
                <c:pt idx="16797">
                  <c:v>4.6297899999999998</c:v>
                </c:pt>
                <c:pt idx="16798">
                  <c:v>4.6300999999999997</c:v>
                </c:pt>
                <c:pt idx="16799">
                  <c:v>4.6303999999999998</c:v>
                </c:pt>
                <c:pt idx="16800">
                  <c:v>4.6307099999999997</c:v>
                </c:pt>
                <c:pt idx="16801">
                  <c:v>4.6310099999999998</c:v>
                </c:pt>
                <c:pt idx="16802">
                  <c:v>4.6313199999999997</c:v>
                </c:pt>
                <c:pt idx="16803">
                  <c:v>4.6316300000000004</c:v>
                </c:pt>
                <c:pt idx="16804">
                  <c:v>4.6319299999999997</c:v>
                </c:pt>
                <c:pt idx="16805">
                  <c:v>4.6322400000000004</c:v>
                </c:pt>
                <c:pt idx="16806">
                  <c:v>4.6325399999999997</c:v>
                </c:pt>
                <c:pt idx="16807">
                  <c:v>4.6328500000000004</c:v>
                </c:pt>
                <c:pt idx="16808">
                  <c:v>4.6331499999999997</c:v>
                </c:pt>
                <c:pt idx="16809">
                  <c:v>4.6334600000000004</c:v>
                </c:pt>
                <c:pt idx="16810">
                  <c:v>4.6337599999999997</c:v>
                </c:pt>
                <c:pt idx="16811">
                  <c:v>4.6340700000000004</c:v>
                </c:pt>
                <c:pt idx="16812">
                  <c:v>4.6343699999999997</c:v>
                </c:pt>
                <c:pt idx="16813">
                  <c:v>4.6346800000000004</c:v>
                </c:pt>
                <c:pt idx="16814">
                  <c:v>4.6349900000000002</c:v>
                </c:pt>
                <c:pt idx="16815">
                  <c:v>4.6352900000000004</c:v>
                </c:pt>
                <c:pt idx="16816">
                  <c:v>4.6356000000000002</c:v>
                </c:pt>
                <c:pt idx="16817">
                  <c:v>4.6359000000000004</c:v>
                </c:pt>
                <c:pt idx="16818">
                  <c:v>4.6362100000000002</c:v>
                </c:pt>
                <c:pt idx="16819">
                  <c:v>4.6365100000000004</c:v>
                </c:pt>
                <c:pt idx="16820">
                  <c:v>4.6368200000000002</c:v>
                </c:pt>
                <c:pt idx="16821">
                  <c:v>4.6371200000000004</c:v>
                </c:pt>
                <c:pt idx="16822">
                  <c:v>4.6374300000000002</c:v>
                </c:pt>
                <c:pt idx="16823">
                  <c:v>4.6377300000000004</c:v>
                </c:pt>
                <c:pt idx="16824">
                  <c:v>4.6380400000000002</c:v>
                </c:pt>
                <c:pt idx="16825">
                  <c:v>4.6383400000000004</c:v>
                </c:pt>
                <c:pt idx="16826">
                  <c:v>4.6386500000000002</c:v>
                </c:pt>
                <c:pt idx="16827">
                  <c:v>4.63896</c:v>
                </c:pt>
                <c:pt idx="16828">
                  <c:v>4.6392600000000002</c:v>
                </c:pt>
                <c:pt idx="16829">
                  <c:v>4.63957</c:v>
                </c:pt>
                <c:pt idx="16830">
                  <c:v>4.6398700000000002</c:v>
                </c:pt>
                <c:pt idx="16831">
                  <c:v>4.64018</c:v>
                </c:pt>
                <c:pt idx="16832">
                  <c:v>4.6404800000000002</c:v>
                </c:pt>
                <c:pt idx="16833">
                  <c:v>4.64079</c:v>
                </c:pt>
                <c:pt idx="16834">
                  <c:v>4.6410900000000002</c:v>
                </c:pt>
                <c:pt idx="16835">
                  <c:v>4.6414</c:v>
                </c:pt>
                <c:pt idx="16836">
                  <c:v>4.6417000000000002</c:v>
                </c:pt>
                <c:pt idx="16837">
                  <c:v>4.64201</c:v>
                </c:pt>
                <c:pt idx="16838">
                  <c:v>4.6423100000000002</c:v>
                </c:pt>
                <c:pt idx="16839">
                  <c:v>4.64262</c:v>
                </c:pt>
                <c:pt idx="16840">
                  <c:v>4.6429299999999998</c:v>
                </c:pt>
                <c:pt idx="16841">
                  <c:v>4.64323</c:v>
                </c:pt>
                <c:pt idx="16842">
                  <c:v>4.6435399999999998</c:v>
                </c:pt>
                <c:pt idx="16843">
                  <c:v>4.64384</c:v>
                </c:pt>
                <c:pt idx="16844">
                  <c:v>4.6441499999999998</c:v>
                </c:pt>
                <c:pt idx="16845">
                  <c:v>4.64445</c:v>
                </c:pt>
                <c:pt idx="16846">
                  <c:v>4.6447599999999998</c:v>
                </c:pt>
                <c:pt idx="16847">
                  <c:v>4.64506</c:v>
                </c:pt>
                <c:pt idx="16848">
                  <c:v>4.6453699999999998</c:v>
                </c:pt>
                <c:pt idx="16849">
                  <c:v>4.64567</c:v>
                </c:pt>
                <c:pt idx="16850">
                  <c:v>4.6459799999999998</c:v>
                </c:pt>
                <c:pt idx="16851">
                  <c:v>4.64628</c:v>
                </c:pt>
                <c:pt idx="16852">
                  <c:v>4.6465899999999998</c:v>
                </c:pt>
                <c:pt idx="16853">
                  <c:v>4.6468999999999996</c:v>
                </c:pt>
                <c:pt idx="16854">
                  <c:v>4.6471999999999998</c:v>
                </c:pt>
                <c:pt idx="16855">
                  <c:v>4.6475099999999996</c:v>
                </c:pt>
                <c:pt idx="16856">
                  <c:v>4.6478099999999998</c:v>
                </c:pt>
                <c:pt idx="16857">
                  <c:v>4.6481199999999996</c:v>
                </c:pt>
                <c:pt idx="16858">
                  <c:v>4.6484199999999998</c:v>
                </c:pt>
                <c:pt idx="16859">
                  <c:v>4.6487299999999996</c:v>
                </c:pt>
                <c:pt idx="16860">
                  <c:v>4.6490299999999998</c:v>
                </c:pt>
                <c:pt idx="16861">
                  <c:v>4.6493399999999996</c:v>
                </c:pt>
                <c:pt idx="16862">
                  <c:v>4.6496399999999998</c:v>
                </c:pt>
                <c:pt idx="16863">
                  <c:v>4.6499499999999996</c:v>
                </c:pt>
                <c:pt idx="16864">
                  <c:v>4.6502499999999998</c:v>
                </c:pt>
                <c:pt idx="16865">
                  <c:v>4.6505599999999996</c:v>
                </c:pt>
                <c:pt idx="16866">
                  <c:v>4.6508700000000003</c:v>
                </c:pt>
                <c:pt idx="16867">
                  <c:v>4.6511699999999996</c:v>
                </c:pt>
                <c:pt idx="16868">
                  <c:v>4.6514800000000003</c:v>
                </c:pt>
                <c:pt idx="16869">
                  <c:v>4.6517799999999996</c:v>
                </c:pt>
                <c:pt idx="16870">
                  <c:v>4.6520900000000003</c:v>
                </c:pt>
                <c:pt idx="16871">
                  <c:v>4.6523899999999996</c:v>
                </c:pt>
                <c:pt idx="16872">
                  <c:v>4.6527000000000003</c:v>
                </c:pt>
                <c:pt idx="16873">
                  <c:v>4.6529999999999996</c:v>
                </c:pt>
                <c:pt idx="16874">
                  <c:v>4.6533100000000003</c:v>
                </c:pt>
                <c:pt idx="16875">
                  <c:v>4.6536099999999996</c:v>
                </c:pt>
                <c:pt idx="16876">
                  <c:v>4.6539200000000003</c:v>
                </c:pt>
                <c:pt idx="16877">
                  <c:v>4.6542300000000001</c:v>
                </c:pt>
                <c:pt idx="16878">
                  <c:v>4.6545300000000003</c:v>
                </c:pt>
                <c:pt idx="16879">
                  <c:v>4.6548400000000001</c:v>
                </c:pt>
                <c:pt idx="16880">
                  <c:v>4.6551400000000003</c:v>
                </c:pt>
                <c:pt idx="16881">
                  <c:v>4.6554500000000001</c:v>
                </c:pt>
                <c:pt idx="16882">
                  <c:v>4.6557500000000003</c:v>
                </c:pt>
                <c:pt idx="16883">
                  <c:v>4.6560600000000001</c:v>
                </c:pt>
                <c:pt idx="16884">
                  <c:v>4.6563600000000003</c:v>
                </c:pt>
                <c:pt idx="16885">
                  <c:v>4.6566700000000001</c:v>
                </c:pt>
                <c:pt idx="16886">
                  <c:v>4.6569700000000003</c:v>
                </c:pt>
                <c:pt idx="16887">
                  <c:v>4.6572800000000001</c:v>
                </c:pt>
                <c:pt idx="16888">
                  <c:v>4.6575800000000003</c:v>
                </c:pt>
                <c:pt idx="16889">
                  <c:v>4.6578900000000001</c:v>
                </c:pt>
                <c:pt idx="16890">
                  <c:v>4.6581999999999999</c:v>
                </c:pt>
                <c:pt idx="16891">
                  <c:v>4.6585000000000001</c:v>
                </c:pt>
                <c:pt idx="16892">
                  <c:v>4.6588099999999999</c:v>
                </c:pt>
                <c:pt idx="16893">
                  <c:v>4.6591100000000001</c:v>
                </c:pt>
                <c:pt idx="16894">
                  <c:v>4.6594199999999999</c:v>
                </c:pt>
                <c:pt idx="16895">
                  <c:v>4.6597200000000001</c:v>
                </c:pt>
                <c:pt idx="16896">
                  <c:v>4.6600299999999999</c:v>
                </c:pt>
                <c:pt idx="16897">
                  <c:v>4.6603300000000001</c:v>
                </c:pt>
                <c:pt idx="16898">
                  <c:v>4.6606399999999999</c:v>
                </c:pt>
                <c:pt idx="16899">
                  <c:v>4.6609400000000001</c:v>
                </c:pt>
                <c:pt idx="16900">
                  <c:v>4.6612499999999999</c:v>
                </c:pt>
                <c:pt idx="16901">
                  <c:v>4.6615500000000001</c:v>
                </c:pt>
                <c:pt idx="16902">
                  <c:v>4.6618599999999999</c:v>
                </c:pt>
                <c:pt idx="16903">
                  <c:v>4.6621699999999997</c:v>
                </c:pt>
                <c:pt idx="16904">
                  <c:v>4.6624699999999999</c:v>
                </c:pt>
                <c:pt idx="16905">
                  <c:v>4.6627799999999997</c:v>
                </c:pt>
                <c:pt idx="16906">
                  <c:v>4.6630799999999999</c:v>
                </c:pt>
                <c:pt idx="16907">
                  <c:v>4.6633899999999997</c:v>
                </c:pt>
                <c:pt idx="16908">
                  <c:v>4.6636899999999999</c:v>
                </c:pt>
                <c:pt idx="16909">
                  <c:v>4.6639999999999997</c:v>
                </c:pt>
                <c:pt idx="16910">
                  <c:v>4.6642999999999999</c:v>
                </c:pt>
                <c:pt idx="16911">
                  <c:v>4.6646099999999997</c:v>
                </c:pt>
                <c:pt idx="16912">
                  <c:v>4.6649099999999999</c:v>
                </c:pt>
                <c:pt idx="16913">
                  <c:v>4.6652199999999997</c:v>
                </c:pt>
                <c:pt idx="16914">
                  <c:v>4.6655199999999999</c:v>
                </c:pt>
                <c:pt idx="16915">
                  <c:v>4.6658299999999997</c:v>
                </c:pt>
                <c:pt idx="16916">
                  <c:v>4.6661400000000004</c:v>
                </c:pt>
                <c:pt idx="16917">
                  <c:v>4.6664399999999997</c:v>
                </c:pt>
                <c:pt idx="16918">
                  <c:v>4.6667500000000004</c:v>
                </c:pt>
                <c:pt idx="16919">
                  <c:v>4.6670499999999997</c:v>
                </c:pt>
                <c:pt idx="16920">
                  <c:v>4.6673600000000004</c:v>
                </c:pt>
                <c:pt idx="16921">
                  <c:v>4.6676599999999997</c:v>
                </c:pt>
                <c:pt idx="16922">
                  <c:v>4.6679700000000004</c:v>
                </c:pt>
                <c:pt idx="16923">
                  <c:v>4.6682699999999997</c:v>
                </c:pt>
                <c:pt idx="16924">
                  <c:v>4.6685800000000004</c:v>
                </c:pt>
                <c:pt idx="16925">
                  <c:v>4.6688799999999997</c:v>
                </c:pt>
                <c:pt idx="16926">
                  <c:v>4.6691900000000004</c:v>
                </c:pt>
                <c:pt idx="16927">
                  <c:v>4.6695000000000002</c:v>
                </c:pt>
                <c:pt idx="16928">
                  <c:v>4.6698000000000004</c:v>
                </c:pt>
                <c:pt idx="16929">
                  <c:v>4.6701100000000002</c:v>
                </c:pt>
                <c:pt idx="16930">
                  <c:v>4.6704100000000004</c:v>
                </c:pt>
                <c:pt idx="16931">
                  <c:v>4.6707200000000002</c:v>
                </c:pt>
                <c:pt idx="16932">
                  <c:v>4.6710200000000004</c:v>
                </c:pt>
                <c:pt idx="16933">
                  <c:v>4.6713300000000002</c:v>
                </c:pt>
                <c:pt idx="16934">
                  <c:v>4.6716300000000004</c:v>
                </c:pt>
                <c:pt idx="16935">
                  <c:v>4.6719400000000002</c:v>
                </c:pt>
                <c:pt idx="16936">
                  <c:v>4.6722400000000004</c:v>
                </c:pt>
                <c:pt idx="16937">
                  <c:v>4.6725500000000002</c:v>
                </c:pt>
                <c:pt idx="16938">
                  <c:v>4.6728500000000004</c:v>
                </c:pt>
                <c:pt idx="16939">
                  <c:v>4.6731600000000002</c:v>
                </c:pt>
                <c:pt idx="16940">
                  <c:v>4.67347</c:v>
                </c:pt>
                <c:pt idx="16941">
                  <c:v>4.6737700000000002</c:v>
                </c:pt>
                <c:pt idx="16942">
                  <c:v>4.67408</c:v>
                </c:pt>
                <c:pt idx="16943">
                  <c:v>4.6743800000000002</c:v>
                </c:pt>
                <c:pt idx="16944">
                  <c:v>4.67469</c:v>
                </c:pt>
                <c:pt idx="16945">
                  <c:v>4.6749900000000002</c:v>
                </c:pt>
                <c:pt idx="16946">
                  <c:v>4.6753</c:v>
                </c:pt>
                <c:pt idx="16947">
                  <c:v>4.6756000000000002</c:v>
                </c:pt>
                <c:pt idx="16948">
                  <c:v>4.67591</c:v>
                </c:pt>
                <c:pt idx="16949">
                  <c:v>4.6762100000000002</c:v>
                </c:pt>
                <c:pt idx="16950">
                  <c:v>4.67652</c:v>
                </c:pt>
                <c:pt idx="16951">
                  <c:v>4.6768200000000002</c:v>
                </c:pt>
                <c:pt idx="16952">
                  <c:v>4.67713</c:v>
                </c:pt>
                <c:pt idx="16953">
                  <c:v>4.6774399999999998</c:v>
                </c:pt>
                <c:pt idx="16954">
                  <c:v>4.67774</c:v>
                </c:pt>
                <c:pt idx="16955">
                  <c:v>4.6780499999999998</c:v>
                </c:pt>
                <c:pt idx="16956">
                  <c:v>4.67835</c:v>
                </c:pt>
                <c:pt idx="16957">
                  <c:v>4.6786599999999998</c:v>
                </c:pt>
                <c:pt idx="16958">
                  <c:v>4.67896</c:v>
                </c:pt>
                <c:pt idx="16959">
                  <c:v>4.6792699999999998</c:v>
                </c:pt>
                <c:pt idx="16960">
                  <c:v>4.67957</c:v>
                </c:pt>
                <c:pt idx="16961">
                  <c:v>4.6798799999999998</c:v>
                </c:pt>
                <c:pt idx="16962">
                  <c:v>4.68018</c:v>
                </c:pt>
                <c:pt idx="16963">
                  <c:v>4.6804899999999998</c:v>
                </c:pt>
                <c:pt idx="16964">
                  <c:v>4.68079</c:v>
                </c:pt>
                <c:pt idx="16965">
                  <c:v>4.6810999999999998</c:v>
                </c:pt>
                <c:pt idx="16966">
                  <c:v>4.6814099999999996</c:v>
                </c:pt>
                <c:pt idx="16967">
                  <c:v>4.6817099999999998</c:v>
                </c:pt>
                <c:pt idx="16968">
                  <c:v>4.6820199999999996</c:v>
                </c:pt>
                <c:pt idx="16969">
                  <c:v>4.6823199999999998</c:v>
                </c:pt>
                <c:pt idx="16970">
                  <c:v>4.6826299999999996</c:v>
                </c:pt>
                <c:pt idx="16971">
                  <c:v>4.6829299999999998</c:v>
                </c:pt>
                <c:pt idx="16972">
                  <c:v>4.6832399999999996</c:v>
                </c:pt>
                <c:pt idx="16973">
                  <c:v>4.6835399999999998</c:v>
                </c:pt>
                <c:pt idx="16974">
                  <c:v>4.6838499999999996</c:v>
                </c:pt>
                <c:pt idx="16975">
                  <c:v>4.6841499999999998</c:v>
                </c:pt>
                <c:pt idx="16976">
                  <c:v>4.6844599999999996</c:v>
                </c:pt>
                <c:pt idx="16977">
                  <c:v>4.6847599999999998</c:v>
                </c:pt>
                <c:pt idx="16978">
                  <c:v>4.6850699999999996</c:v>
                </c:pt>
                <c:pt idx="16979">
                  <c:v>4.6853800000000003</c:v>
                </c:pt>
                <c:pt idx="16980">
                  <c:v>4.6856799999999996</c:v>
                </c:pt>
                <c:pt idx="16981">
                  <c:v>4.6859900000000003</c:v>
                </c:pt>
                <c:pt idx="16982">
                  <c:v>4.6862899999999996</c:v>
                </c:pt>
                <c:pt idx="16983">
                  <c:v>4.6866000000000003</c:v>
                </c:pt>
                <c:pt idx="16984">
                  <c:v>4.6868999999999996</c:v>
                </c:pt>
                <c:pt idx="16985">
                  <c:v>4.6872100000000003</c:v>
                </c:pt>
                <c:pt idx="16986">
                  <c:v>4.6875099999999996</c:v>
                </c:pt>
                <c:pt idx="16987">
                  <c:v>4.6878200000000003</c:v>
                </c:pt>
                <c:pt idx="16988">
                  <c:v>4.6881199999999996</c:v>
                </c:pt>
                <c:pt idx="16989">
                  <c:v>4.6884300000000003</c:v>
                </c:pt>
                <c:pt idx="16990">
                  <c:v>4.6887400000000001</c:v>
                </c:pt>
                <c:pt idx="16991">
                  <c:v>4.6890400000000003</c:v>
                </c:pt>
                <c:pt idx="16992">
                  <c:v>4.6893500000000001</c:v>
                </c:pt>
                <c:pt idx="16993">
                  <c:v>4.6896500000000003</c:v>
                </c:pt>
                <c:pt idx="16994">
                  <c:v>4.6899600000000001</c:v>
                </c:pt>
                <c:pt idx="16995">
                  <c:v>4.6902600000000003</c:v>
                </c:pt>
                <c:pt idx="16996">
                  <c:v>4.6905700000000001</c:v>
                </c:pt>
                <c:pt idx="16997">
                  <c:v>4.6908700000000003</c:v>
                </c:pt>
                <c:pt idx="16998">
                  <c:v>4.6911800000000001</c:v>
                </c:pt>
                <c:pt idx="16999">
                  <c:v>4.6914800000000003</c:v>
                </c:pt>
                <c:pt idx="17000">
                  <c:v>4.6917900000000001</c:v>
                </c:pt>
                <c:pt idx="17001">
                  <c:v>4.6920900000000003</c:v>
                </c:pt>
                <c:pt idx="17002">
                  <c:v>4.6924000000000001</c:v>
                </c:pt>
                <c:pt idx="17003">
                  <c:v>4.6927099999999999</c:v>
                </c:pt>
                <c:pt idx="17004">
                  <c:v>4.6930100000000001</c:v>
                </c:pt>
                <c:pt idx="17005">
                  <c:v>4.6933199999999999</c:v>
                </c:pt>
                <c:pt idx="17006">
                  <c:v>4.6936200000000001</c:v>
                </c:pt>
                <c:pt idx="17007">
                  <c:v>4.6939299999999999</c:v>
                </c:pt>
                <c:pt idx="17008">
                  <c:v>4.6942300000000001</c:v>
                </c:pt>
                <c:pt idx="17009">
                  <c:v>4.6945399999999999</c:v>
                </c:pt>
                <c:pt idx="17010">
                  <c:v>4.6948400000000001</c:v>
                </c:pt>
                <c:pt idx="17011">
                  <c:v>4.6951499999999999</c:v>
                </c:pt>
                <c:pt idx="17012">
                  <c:v>4.6954500000000001</c:v>
                </c:pt>
                <c:pt idx="17013">
                  <c:v>4.6957599999999999</c:v>
                </c:pt>
                <c:pt idx="17014">
                  <c:v>4.6960600000000001</c:v>
                </c:pt>
                <c:pt idx="17015">
                  <c:v>4.6963699999999999</c:v>
                </c:pt>
                <c:pt idx="17016">
                  <c:v>4.6966799999999997</c:v>
                </c:pt>
                <c:pt idx="17017">
                  <c:v>4.6969799999999999</c:v>
                </c:pt>
                <c:pt idx="17018">
                  <c:v>4.6972899999999997</c:v>
                </c:pt>
                <c:pt idx="17019">
                  <c:v>4.6975899999999999</c:v>
                </c:pt>
                <c:pt idx="17020">
                  <c:v>4.6978999999999997</c:v>
                </c:pt>
                <c:pt idx="17021">
                  <c:v>4.6981999999999999</c:v>
                </c:pt>
                <c:pt idx="17022">
                  <c:v>4.6985099999999997</c:v>
                </c:pt>
                <c:pt idx="17023">
                  <c:v>4.6988099999999999</c:v>
                </c:pt>
                <c:pt idx="17024">
                  <c:v>4.6991199999999997</c:v>
                </c:pt>
                <c:pt idx="17025">
                  <c:v>4.6994199999999999</c:v>
                </c:pt>
                <c:pt idx="17026">
                  <c:v>4.6997299999999997</c:v>
                </c:pt>
                <c:pt idx="17027">
                  <c:v>4.7000299999999999</c:v>
                </c:pt>
                <c:pt idx="17028">
                  <c:v>4.7003399999999997</c:v>
                </c:pt>
                <c:pt idx="17029">
                  <c:v>4.7006500000000004</c:v>
                </c:pt>
                <c:pt idx="17030">
                  <c:v>4.7009499999999997</c:v>
                </c:pt>
                <c:pt idx="17031">
                  <c:v>4.7012600000000004</c:v>
                </c:pt>
                <c:pt idx="17032">
                  <c:v>4.7015599999999997</c:v>
                </c:pt>
                <c:pt idx="17033">
                  <c:v>4.7018700000000004</c:v>
                </c:pt>
                <c:pt idx="17034">
                  <c:v>4.7021699999999997</c:v>
                </c:pt>
                <c:pt idx="17035">
                  <c:v>4.7024800000000004</c:v>
                </c:pt>
                <c:pt idx="17036">
                  <c:v>4.7027799999999997</c:v>
                </c:pt>
                <c:pt idx="17037">
                  <c:v>4.7030900000000004</c:v>
                </c:pt>
                <c:pt idx="17038">
                  <c:v>4.7033899999999997</c:v>
                </c:pt>
                <c:pt idx="17039">
                  <c:v>4.7037000000000004</c:v>
                </c:pt>
                <c:pt idx="17040">
                  <c:v>4.7039999999999997</c:v>
                </c:pt>
                <c:pt idx="17041">
                  <c:v>4.7043100000000004</c:v>
                </c:pt>
                <c:pt idx="17042">
                  <c:v>4.7046200000000002</c:v>
                </c:pt>
                <c:pt idx="17043">
                  <c:v>4.7049200000000004</c:v>
                </c:pt>
                <c:pt idx="17044">
                  <c:v>4.7052300000000002</c:v>
                </c:pt>
                <c:pt idx="17045">
                  <c:v>4.7055300000000004</c:v>
                </c:pt>
                <c:pt idx="17046">
                  <c:v>4.7058400000000002</c:v>
                </c:pt>
                <c:pt idx="17047">
                  <c:v>4.7061400000000004</c:v>
                </c:pt>
                <c:pt idx="17048">
                  <c:v>4.7064500000000002</c:v>
                </c:pt>
                <c:pt idx="17049">
                  <c:v>4.7067500000000004</c:v>
                </c:pt>
                <c:pt idx="17050">
                  <c:v>4.7070600000000002</c:v>
                </c:pt>
                <c:pt idx="17051">
                  <c:v>4.7073600000000004</c:v>
                </c:pt>
                <c:pt idx="17052">
                  <c:v>4.7076700000000002</c:v>
                </c:pt>
                <c:pt idx="17053">
                  <c:v>4.7079800000000001</c:v>
                </c:pt>
                <c:pt idx="17054">
                  <c:v>4.7082800000000002</c:v>
                </c:pt>
                <c:pt idx="17055">
                  <c:v>4.7085900000000001</c:v>
                </c:pt>
                <c:pt idx="17056">
                  <c:v>4.7088900000000002</c:v>
                </c:pt>
                <c:pt idx="17057">
                  <c:v>4.7092000000000001</c:v>
                </c:pt>
                <c:pt idx="17058">
                  <c:v>4.7095000000000002</c:v>
                </c:pt>
                <c:pt idx="17059">
                  <c:v>4.7098100000000001</c:v>
                </c:pt>
                <c:pt idx="17060">
                  <c:v>4.7101100000000002</c:v>
                </c:pt>
                <c:pt idx="17061">
                  <c:v>4.7104200000000001</c:v>
                </c:pt>
                <c:pt idx="17062">
                  <c:v>4.7107200000000002</c:v>
                </c:pt>
                <c:pt idx="17063">
                  <c:v>4.7110300000000001</c:v>
                </c:pt>
                <c:pt idx="17064">
                  <c:v>4.7113300000000002</c:v>
                </c:pt>
                <c:pt idx="17065">
                  <c:v>4.7116400000000001</c:v>
                </c:pt>
                <c:pt idx="17066">
                  <c:v>4.7119499999999999</c:v>
                </c:pt>
                <c:pt idx="17067">
                  <c:v>4.71225</c:v>
                </c:pt>
                <c:pt idx="17068">
                  <c:v>4.7125599999999999</c:v>
                </c:pt>
                <c:pt idx="17069">
                  <c:v>4.71286</c:v>
                </c:pt>
                <c:pt idx="17070">
                  <c:v>4.7131699999999999</c:v>
                </c:pt>
                <c:pt idx="17071">
                  <c:v>4.71347</c:v>
                </c:pt>
                <c:pt idx="17072">
                  <c:v>4.7137799999999999</c:v>
                </c:pt>
                <c:pt idx="17073">
                  <c:v>4.71408</c:v>
                </c:pt>
                <c:pt idx="17074">
                  <c:v>4.7143899999999999</c:v>
                </c:pt>
                <c:pt idx="17075">
                  <c:v>4.71469</c:v>
                </c:pt>
                <c:pt idx="17076">
                  <c:v>4.7149999999999999</c:v>
                </c:pt>
                <c:pt idx="17077">
                  <c:v>4.7153</c:v>
                </c:pt>
                <c:pt idx="17078">
                  <c:v>4.7156099999999999</c:v>
                </c:pt>
                <c:pt idx="17079">
                  <c:v>4.7159199999999997</c:v>
                </c:pt>
                <c:pt idx="17080">
                  <c:v>4.7162199999999999</c:v>
                </c:pt>
                <c:pt idx="17081">
                  <c:v>4.7165299999999997</c:v>
                </c:pt>
                <c:pt idx="17082">
                  <c:v>4.7168299999999999</c:v>
                </c:pt>
                <c:pt idx="17083">
                  <c:v>4.7171399999999997</c:v>
                </c:pt>
                <c:pt idx="17084">
                  <c:v>4.7174399999999999</c:v>
                </c:pt>
                <c:pt idx="17085">
                  <c:v>4.7177499999999997</c:v>
                </c:pt>
                <c:pt idx="17086">
                  <c:v>4.7180499999999999</c:v>
                </c:pt>
                <c:pt idx="17087">
                  <c:v>4.7183599999999997</c:v>
                </c:pt>
                <c:pt idx="17088">
                  <c:v>4.7186599999999999</c:v>
                </c:pt>
                <c:pt idx="17089">
                  <c:v>4.7189699999999997</c:v>
                </c:pt>
                <c:pt idx="17090">
                  <c:v>4.7192699999999999</c:v>
                </c:pt>
                <c:pt idx="17091">
                  <c:v>4.7195799999999997</c:v>
                </c:pt>
                <c:pt idx="17092">
                  <c:v>4.7198900000000004</c:v>
                </c:pt>
                <c:pt idx="17093">
                  <c:v>4.7201899999999997</c:v>
                </c:pt>
                <c:pt idx="17094">
                  <c:v>4.7205000000000004</c:v>
                </c:pt>
                <c:pt idx="17095">
                  <c:v>4.7207999999999997</c:v>
                </c:pt>
                <c:pt idx="17096">
                  <c:v>4.7211100000000004</c:v>
                </c:pt>
                <c:pt idx="17097">
                  <c:v>4.7214099999999997</c:v>
                </c:pt>
                <c:pt idx="17098">
                  <c:v>4.7217200000000004</c:v>
                </c:pt>
                <c:pt idx="17099">
                  <c:v>4.7220199999999997</c:v>
                </c:pt>
                <c:pt idx="17100">
                  <c:v>4.7223300000000004</c:v>
                </c:pt>
                <c:pt idx="17101">
                  <c:v>4.7226299999999997</c:v>
                </c:pt>
                <c:pt idx="17102">
                  <c:v>4.7229400000000004</c:v>
                </c:pt>
                <c:pt idx="17103">
                  <c:v>4.7232500000000002</c:v>
                </c:pt>
                <c:pt idx="17104">
                  <c:v>4.7235500000000004</c:v>
                </c:pt>
                <c:pt idx="17105">
                  <c:v>4.7238600000000002</c:v>
                </c:pt>
                <c:pt idx="17106">
                  <c:v>4.7241600000000004</c:v>
                </c:pt>
                <c:pt idx="17107">
                  <c:v>4.7244700000000002</c:v>
                </c:pt>
                <c:pt idx="17108">
                  <c:v>4.7247700000000004</c:v>
                </c:pt>
                <c:pt idx="17109">
                  <c:v>4.7250800000000002</c:v>
                </c:pt>
                <c:pt idx="17110">
                  <c:v>4.7253800000000004</c:v>
                </c:pt>
                <c:pt idx="17111">
                  <c:v>4.7256900000000002</c:v>
                </c:pt>
                <c:pt idx="17112">
                  <c:v>4.7259900000000004</c:v>
                </c:pt>
                <c:pt idx="17113">
                  <c:v>4.7263000000000002</c:v>
                </c:pt>
                <c:pt idx="17114">
                  <c:v>4.7266000000000004</c:v>
                </c:pt>
                <c:pt idx="17115">
                  <c:v>4.7269100000000002</c:v>
                </c:pt>
                <c:pt idx="17116">
                  <c:v>4.72722</c:v>
                </c:pt>
                <c:pt idx="17117">
                  <c:v>4.7275200000000002</c:v>
                </c:pt>
                <c:pt idx="17118">
                  <c:v>4.72783</c:v>
                </c:pt>
                <c:pt idx="17119">
                  <c:v>4.7281300000000002</c:v>
                </c:pt>
                <c:pt idx="17120">
                  <c:v>4.72844</c:v>
                </c:pt>
                <c:pt idx="17121">
                  <c:v>4.7287400000000002</c:v>
                </c:pt>
                <c:pt idx="17122">
                  <c:v>4.72905</c:v>
                </c:pt>
                <c:pt idx="17123">
                  <c:v>4.7293500000000002</c:v>
                </c:pt>
                <c:pt idx="17124">
                  <c:v>4.72966</c:v>
                </c:pt>
                <c:pt idx="17125">
                  <c:v>4.7299600000000002</c:v>
                </c:pt>
                <c:pt idx="17126">
                  <c:v>4.73027</c:v>
                </c:pt>
                <c:pt idx="17127">
                  <c:v>4.7305700000000002</c:v>
                </c:pt>
                <c:pt idx="17128">
                  <c:v>4.73088</c:v>
                </c:pt>
                <c:pt idx="17129">
                  <c:v>4.7311899999999998</c:v>
                </c:pt>
                <c:pt idx="17130">
                  <c:v>4.73149</c:v>
                </c:pt>
                <c:pt idx="17131">
                  <c:v>4.7317999999999998</c:v>
                </c:pt>
                <c:pt idx="17132">
                  <c:v>4.7321</c:v>
                </c:pt>
                <c:pt idx="17133">
                  <c:v>4.7324099999999998</c:v>
                </c:pt>
                <c:pt idx="17134">
                  <c:v>4.73271</c:v>
                </c:pt>
                <c:pt idx="17135">
                  <c:v>4.7330199999999998</c:v>
                </c:pt>
                <c:pt idx="17136">
                  <c:v>4.73332</c:v>
                </c:pt>
                <c:pt idx="17137">
                  <c:v>4.7336299999999998</c:v>
                </c:pt>
                <c:pt idx="17138">
                  <c:v>4.73393</c:v>
                </c:pt>
                <c:pt idx="17139">
                  <c:v>4.7342399999999998</c:v>
                </c:pt>
                <c:pt idx="17140">
                  <c:v>4.73454</c:v>
                </c:pt>
                <c:pt idx="17141">
                  <c:v>4.7348499999999998</c:v>
                </c:pt>
                <c:pt idx="17142">
                  <c:v>4.7351599999999996</c:v>
                </c:pt>
                <c:pt idx="17143">
                  <c:v>4.7354599999999998</c:v>
                </c:pt>
                <c:pt idx="17144">
                  <c:v>4.7357699999999996</c:v>
                </c:pt>
                <c:pt idx="17145">
                  <c:v>4.7360699999999998</c:v>
                </c:pt>
                <c:pt idx="17146">
                  <c:v>4.7363799999999996</c:v>
                </c:pt>
                <c:pt idx="17147">
                  <c:v>4.7366799999999998</c:v>
                </c:pt>
                <c:pt idx="17148">
                  <c:v>4.7369899999999996</c:v>
                </c:pt>
                <c:pt idx="17149">
                  <c:v>4.7372899999999998</c:v>
                </c:pt>
                <c:pt idx="17150">
                  <c:v>4.7375999999999996</c:v>
                </c:pt>
                <c:pt idx="17151">
                  <c:v>4.7378999999999998</c:v>
                </c:pt>
                <c:pt idx="17152">
                  <c:v>4.7382099999999996</c:v>
                </c:pt>
                <c:pt idx="17153">
                  <c:v>4.7385099999999998</c:v>
                </c:pt>
                <c:pt idx="17154">
                  <c:v>4.7388199999999996</c:v>
                </c:pt>
                <c:pt idx="17155">
                  <c:v>4.7391300000000003</c:v>
                </c:pt>
                <c:pt idx="17156">
                  <c:v>4.7394299999999996</c:v>
                </c:pt>
                <c:pt idx="17157">
                  <c:v>4.7397400000000003</c:v>
                </c:pt>
                <c:pt idx="17158">
                  <c:v>4.7400399999999996</c:v>
                </c:pt>
                <c:pt idx="17159">
                  <c:v>4.7403500000000003</c:v>
                </c:pt>
                <c:pt idx="17160">
                  <c:v>4.7406499999999996</c:v>
                </c:pt>
                <c:pt idx="17161">
                  <c:v>4.7409600000000003</c:v>
                </c:pt>
                <c:pt idx="17162">
                  <c:v>4.7412599999999996</c:v>
                </c:pt>
                <c:pt idx="17163">
                  <c:v>4.7415700000000003</c:v>
                </c:pt>
                <c:pt idx="17164">
                  <c:v>4.7418699999999996</c:v>
                </c:pt>
                <c:pt idx="17165">
                  <c:v>4.7421800000000003</c:v>
                </c:pt>
                <c:pt idx="17166">
                  <c:v>4.7424900000000001</c:v>
                </c:pt>
                <c:pt idx="17167">
                  <c:v>4.7427900000000003</c:v>
                </c:pt>
                <c:pt idx="17168">
                  <c:v>4.7431000000000001</c:v>
                </c:pt>
                <c:pt idx="17169">
                  <c:v>4.7434000000000003</c:v>
                </c:pt>
                <c:pt idx="17170">
                  <c:v>4.7437100000000001</c:v>
                </c:pt>
                <c:pt idx="17171">
                  <c:v>4.7440100000000003</c:v>
                </c:pt>
                <c:pt idx="17172">
                  <c:v>4.7443200000000001</c:v>
                </c:pt>
                <c:pt idx="17173">
                  <c:v>4.7446200000000003</c:v>
                </c:pt>
                <c:pt idx="17174">
                  <c:v>4.7449300000000001</c:v>
                </c:pt>
                <c:pt idx="17175">
                  <c:v>4.7452300000000003</c:v>
                </c:pt>
                <c:pt idx="17176">
                  <c:v>4.7455400000000001</c:v>
                </c:pt>
                <c:pt idx="17177">
                  <c:v>4.7458400000000003</c:v>
                </c:pt>
                <c:pt idx="17178">
                  <c:v>4.7461500000000001</c:v>
                </c:pt>
                <c:pt idx="17179">
                  <c:v>4.7464599999999999</c:v>
                </c:pt>
                <c:pt idx="17180">
                  <c:v>4.7467600000000001</c:v>
                </c:pt>
                <c:pt idx="17181">
                  <c:v>4.7470699999999999</c:v>
                </c:pt>
                <c:pt idx="17182">
                  <c:v>4.7473700000000001</c:v>
                </c:pt>
                <c:pt idx="17183">
                  <c:v>4.7476799999999999</c:v>
                </c:pt>
                <c:pt idx="17184">
                  <c:v>4.7479800000000001</c:v>
                </c:pt>
                <c:pt idx="17185">
                  <c:v>4.7482899999999999</c:v>
                </c:pt>
                <c:pt idx="17186">
                  <c:v>4.7485900000000001</c:v>
                </c:pt>
                <c:pt idx="17187">
                  <c:v>4.7488999999999999</c:v>
                </c:pt>
                <c:pt idx="17188">
                  <c:v>4.7492000000000001</c:v>
                </c:pt>
                <c:pt idx="17189">
                  <c:v>4.7495099999999999</c:v>
                </c:pt>
                <c:pt idx="17190">
                  <c:v>4.7498100000000001</c:v>
                </c:pt>
                <c:pt idx="17191">
                  <c:v>4.7501199999999999</c:v>
                </c:pt>
                <c:pt idx="17192">
                  <c:v>4.7504299999999997</c:v>
                </c:pt>
                <c:pt idx="17193">
                  <c:v>4.7507299999999999</c:v>
                </c:pt>
                <c:pt idx="17194">
                  <c:v>4.7510399999999997</c:v>
                </c:pt>
                <c:pt idx="17195">
                  <c:v>4.7513399999999999</c:v>
                </c:pt>
                <c:pt idx="17196">
                  <c:v>4.7516499999999997</c:v>
                </c:pt>
                <c:pt idx="17197">
                  <c:v>4.7519499999999999</c:v>
                </c:pt>
                <c:pt idx="17198">
                  <c:v>4.7522599999999997</c:v>
                </c:pt>
                <c:pt idx="17199">
                  <c:v>4.7525599999999999</c:v>
                </c:pt>
                <c:pt idx="17200">
                  <c:v>4.7528699999999997</c:v>
                </c:pt>
                <c:pt idx="17201">
                  <c:v>4.7531699999999999</c:v>
                </c:pt>
                <c:pt idx="17202">
                  <c:v>4.7534799999999997</c:v>
                </c:pt>
                <c:pt idx="17203">
                  <c:v>4.7537799999999999</c:v>
                </c:pt>
                <c:pt idx="17204">
                  <c:v>4.7540899999999997</c:v>
                </c:pt>
                <c:pt idx="17205">
                  <c:v>4.7544000000000004</c:v>
                </c:pt>
                <c:pt idx="17206">
                  <c:v>4.7546999999999997</c:v>
                </c:pt>
                <c:pt idx="17207">
                  <c:v>4.7550100000000004</c:v>
                </c:pt>
                <c:pt idx="17208">
                  <c:v>4.7553099999999997</c:v>
                </c:pt>
                <c:pt idx="17209">
                  <c:v>4.7556200000000004</c:v>
                </c:pt>
                <c:pt idx="17210">
                  <c:v>4.7559199999999997</c:v>
                </c:pt>
                <c:pt idx="17211">
                  <c:v>4.7562300000000004</c:v>
                </c:pt>
                <c:pt idx="17212">
                  <c:v>4.7565299999999997</c:v>
                </c:pt>
                <c:pt idx="17213">
                  <c:v>4.7568400000000004</c:v>
                </c:pt>
                <c:pt idx="17214">
                  <c:v>4.7571399999999997</c:v>
                </c:pt>
                <c:pt idx="17215">
                  <c:v>4.7574500000000004</c:v>
                </c:pt>
                <c:pt idx="17216">
                  <c:v>4.7577499999999997</c:v>
                </c:pt>
                <c:pt idx="17217">
                  <c:v>4.7580600000000004</c:v>
                </c:pt>
                <c:pt idx="17218">
                  <c:v>4.7583700000000002</c:v>
                </c:pt>
                <c:pt idx="17219">
                  <c:v>4.7586700000000004</c:v>
                </c:pt>
                <c:pt idx="17220">
                  <c:v>4.7589800000000002</c:v>
                </c:pt>
                <c:pt idx="17221">
                  <c:v>4.7592800000000004</c:v>
                </c:pt>
                <c:pt idx="17222">
                  <c:v>4.7595900000000002</c:v>
                </c:pt>
                <c:pt idx="17223">
                  <c:v>4.7598900000000004</c:v>
                </c:pt>
                <c:pt idx="17224">
                  <c:v>4.7602000000000002</c:v>
                </c:pt>
                <c:pt idx="17225">
                  <c:v>4.7605000000000004</c:v>
                </c:pt>
                <c:pt idx="17226">
                  <c:v>4.7608100000000002</c:v>
                </c:pt>
                <c:pt idx="17227">
                  <c:v>4.7611100000000004</c:v>
                </c:pt>
                <c:pt idx="17228">
                  <c:v>4.7614200000000002</c:v>
                </c:pt>
                <c:pt idx="17229">
                  <c:v>4.76173</c:v>
                </c:pt>
                <c:pt idx="17230">
                  <c:v>4.7620300000000002</c:v>
                </c:pt>
                <c:pt idx="17231">
                  <c:v>4.76234</c:v>
                </c:pt>
                <c:pt idx="17232">
                  <c:v>4.7626400000000002</c:v>
                </c:pt>
                <c:pt idx="17233">
                  <c:v>4.76295</c:v>
                </c:pt>
                <c:pt idx="17234">
                  <c:v>4.7632500000000002</c:v>
                </c:pt>
                <c:pt idx="17235">
                  <c:v>4.76356</c:v>
                </c:pt>
                <c:pt idx="17236">
                  <c:v>4.7638600000000002</c:v>
                </c:pt>
                <c:pt idx="17237">
                  <c:v>4.76417</c:v>
                </c:pt>
                <c:pt idx="17238">
                  <c:v>4.7644700000000002</c:v>
                </c:pt>
                <c:pt idx="17239">
                  <c:v>4.76478</c:v>
                </c:pt>
                <c:pt idx="17240">
                  <c:v>4.7650800000000002</c:v>
                </c:pt>
                <c:pt idx="17241">
                  <c:v>4.76539</c:v>
                </c:pt>
                <c:pt idx="17242">
                  <c:v>4.7656999999999998</c:v>
                </c:pt>
                <c:pt idx="17243">
                  <c:v>4.766</c:v>
                </c:pt>
                <c:pt idx="17244">
                  <c:v>4.7663099999999998</c:v>
                </c:pt>
                <c:pt idx="17245">
                  <c:v>4.76661</c:v>
                </c:pt>
                <c:pt idx="17246">
                  <c:v>4.7669199999999998</c:v>
                </c:pt>
                <c:pt idx="17247">
                  <c:v>4.76722</c:v>
                </c:pt>
                <c:pt idx="17248">
                  <c:v>4.7675299999999998</c:v>
                </c:pt>
                <c:pt idx="17249">
                  <c:v>4.76783</c:v>
                </c:pt>
                <c:pt idx="17250">
                  <c:v>4.7681399999999998</c:v>
                </c:pt>
                <c:pt idx="17251">
                  <c:v>4.76844</c:v>
                </c:pt>
                <c:pt idx="17252">
                  <c:v>4.7687499999999998</c:v>
                </c:pt>
                <c:pt idx="17253">
                  <c:v>4.76905</c:v>
                </c:pt>
                <c:pt idx="17254">
                  <c:v>4.7693599999999998</c:v>
                </c:pt>
                <c:pt idx="17255">
                  <c:v>4.7696699999999996</c:v>
                </c:pt>
                <c:pt idx="17256">
                  <c:v>4.7699699999999998</c:v>
                </c:pt>
                <c:pt idx="17257">
                  <c:v>4.7702799999999996</c:v>
                </c:pt>
                <c:pt idx="17258">
                  <c:v>4.7705799999999998</c:v>
                </c:pt>
                <c:pt idx="17259">
                  <c:v>4.7708899999999996</c:v>
                </c:pt>
                <c:pt idx="17260">
                  <c:v>4.7711899999999998</c:v>
                </c:pt>
                <c:pt idx="17261">
                  <c:v>4.7714999999999996</c:v>
                </c:pt>
                <c:pt idx="17262">
                  <c:v>4.7717999999999998</c:v>
                </c:pt>
                <c:pt idx="17263">
                  <c:v>4.7721099999999996</c:v>
                </c:pt>
                <c:pt idx="17264">
                  <c:v>4.7724099999999998</c:v>
                </c:pt>
                <c:pt idx="17265">
                  <c:v>4.7727199999999996</c:v>
                </c:pt>
                <c:pt idx="17266">
                  <c:v>4.7730199999999998</c:v>
                </c:pt>
                <c:pt idx="17267">
                  <c:v>4.7733299999999996</c:v>
                </c:pt>
                <c:pt idx="17268">
                  <c:v>4.7736400000000003</c:v>
                </c:pt>
                <c:pt idx="17269">
                  <c:v>4.7739399999999996</c:v>
                </c:pt>
                <c:pt idx="17270">
                  <c:v>4.7742500000000003</c:v>
                </c:pt>
                <c:pt idx="17271">
                  <c:v>4.7745499999999996</c:v>
                </c:pt>
                <c:pt idx="17272">
                  <c:v>4.7748600000000003</c:v>
                </c:pt>
                <c:pt idx="17273">
                  <c:v>4.7751599999999996</c:v>
                </c:pt>
                <c:pt idx="17274">
                  <c:v>4.7754700000000003</c:v>
                </c:pt>
                <c:pt idx="17275">
                  <c:v>4.7757699999999996</c:v>
                </c:pt>
                <c:pt idx="17276">
                  <c:v>4.7760800000000003</c:v>
                </c:pt>
                <c:pt idx="17277">
                  <c:v>4.7763799999999996</c:v>
                </c:pt>
                <c:pt idx="17278">
                  <c:v>4.7766900000000003</c:v>
                </c:pt>
                <c:pt idx="17279">
                  <c:v>4.7770000000000001</c:v>
                </c:pt>
                <c:pt idx="17280">
                  <c:v>4.7773000000000003</c:v>
                </c:pt>
                <c:pt idx="17281">
                  <c:v>4.7776100000000001</c:v>
                </c:pt>
                <c:pt idx="17282">
                  <c:v>4.7779100000000003</c:v>
                </c:pt>
                <c:pt idx="17283">
                  <c:v>4.7782200000000001</c:v>
                </c:pt>
                <c:pt idx="17284">
                  <c:v>4.7785200000000003</c:v>
                </c:pt>
                <c:pt idx="17285">
                  <c:v>4.7788300000000001</c:v>
                </c:pt>
                <c:pt idx="17286">
                  <c:v>4.7791300000000003</c:v>
                </c:pt>
                <c:pt idx="17287">
                  <c:v>4.7794400000000001</c:v>
                </c:pt>
                <c:pt idx="17288">
                  <c:v>4.7797400000000003</c:v>
                </c:pt>
                <c:pt idx="17289">
                  <c:v>4.7800500000000001</c:v>
                </c:pt>
                <c:pt idx="17290">
                  <c:v>4.7803500000000003</c:v>
                </c:pt>
                <c:pt idx="17291">
                  <c:v>4.7806600000000001</c:v>
                </c:pt>
                <c:pt idx="17292">
                  <c:v>4.7809699999999999</c:v>
                </c:pt>
                <c:pt idx="17293">
                  <c:v>4.7812700000000001</c:v>
                </c:pt>
                <c:pt idx="17294">
                  <c:v>4.7815799999999999</c:v>
                </c:pt>
                <c:pt idx="17295">
                  <c:v>4.7818800000000001</c:v>
                </c:pt>
                <c:pt idx="17296">
                  <c:v>4.7821899999999999</c:v>
                </c:pt>
                <c:pt idx="17297">
                  <c:v>4.7824900000000001</c:v>
                </c:pt>
                <c:pt idx="17298">
                  <c:v>4.7827999999999999</c:v>
                </c:pt>
                <c:pt idx="17299">
                  <c:v>4.7831000000000001</c:v>
                </c:pt>
                <c:pt idx="17300">
                  <c:v>4.7834099999999999</c:v>
                </c:pt>
                <c:pt idx="17301">
                  <c:v>4.7837100000000001</c:v>
                </c:pt>
                <c:pt idx="17302">
                  <c:v>4.7840199999999999</c:v>
                </c:pt>
                <c:pt idx="17303">
                  <c:v>4.7843200000000001</c:v>
                </c:pt>
                <c:pt idx="17304">
                  <c:v>4.7846299999999999</c:v>
                </c:pt>
                <c:pt idx="17305">
                  <c:v>4.7849399999999997</c:v>
                </c:pt>
                <c:pt idx="17306">
                  <c:v>4.7852399999999999</c:v>
                </c:pt>
                <c:pt idx="17307">
                  <c:v>4.7855499999999997</c:v>
                </c:pt>
                <c:pt idx="17308">
                  <c:v>4.7858499999999999</c:v>
                </c:pt>
                <c:pt idx="17309">
                  <c:v>4.7861599999999997</c:v>
                </c:pt>
                <c:pt idx="17310">
                  <c:v>4.7864599999999999</c:v>
                </c:pt>
                <c:pt idx="17311">
                  <c:v>4.7867699999999997</c:v>
                </c:pt>
                <c:pt idx="17312">
                  <c:v>4.7870699999999999</c:v>
                </c:pt>
                <c:pt idx="17313">
                  <c:v>4.7873799999999997</c:v>
                </c:pt>
                <c:pt idx="17314">
                  <c:v>4.7876799999999999</c:v>
                </c:pt>
                <c:pt idx="17315">
                  <c:v>4.7879899999999997</c:v>
                </c:pt>
                <c:pt idx="17316">
                  <c:v>4.7882899999999999</c:v>
                </c:pt>
                <c:pt idx="17317">
                  <c:v>4.7885999999999997</c:v>
                </c:pt>
                <c:pt idx="17318">
                  <c:v>4.7889099999999996</c:v>
                </c:pt>
                <c:pt idx="17319">
                  <c:v>4.7892099999999997</c:v>
                </c:pt>
                <c:pt idx="17320">
                  <c:v>4.7895200000000004</c:v>
                </c:pt>
                <c:pt idx="17321">
                  <c:v>4.7898199999999997</c:v>
                </c:pt>
                <c:pt idx="17322">
                  <c:v>4.7901300000000004</c:v>
                </c:pt>
                <c:pt idx="17323">
                  <c:v>4.7904299999999997</c:v>
                </c:pt>
                <c:pt idx="17324">
                  <c:v>4.7907400000000004</c:v>
                </c:pt>
                <c:pt idx="17325">
                  <c:v>4.7910399999999997</c:v>
                </c:pt>
                <c:pt idx="17326">
                  <c:v>4.7913500000000004</c:v>
                </c:pt>
                <c:pt idx="17327">
                  <c:v>4.7916499999999997</c:v>
                </c:pt>
                <c:pt idx="17328">
                  <c:v>4.7919600000000004</c:v>
                </c:pt>
                <c:pt idx="17329">
                  <c:v>4.7922599999999997</c:v>
                </c:pt>
                <c:pt idx="17330">
                  <c:v>4.7925700000000004</c:v>
                </c:pt>
                <c:pt idx="17331">
                  <c:v>4.7928800000000003</c:v>
                </c:pt>
                <c:pt idx="17332">
                  <c:v>4.7931800000000004</c:v>
                </c:pt>
                <c:pt idx="17333">
                  <c:v>4.7934900000000003</c:v>
                </c:pt>
                <c:pt idx="17334">
                  <c:v>4.7937900000000004</c:v>
                </c:pt>
                <c:pt idx="17335">
                  <c:v>4.7941000000000003</c:v>
                </c:pt>
                <c:pt idx="17336">
                  <c:v>4.7944000000000004</c:v>
                </c:pt>
                <c:pt idx="17337">
                  <c:v>4.7947100000000002</c:v>
                </c:pt>
                <c:pt idx="17338">
                  <c:v>4.7950100000000004</c:v>
                </c:pt>
                <c:pt idx="17339">
                  <c:v>4.7953200000000002</c:v>
                </c:pt>
                <c:pt idx="17340">
                  <c:v>4.7956200000000004</c:v>
                </c:pt>
                <c:pt idx="17341">
                  <c:v>4.7959300000000002</c:v>
                </c:pt>
                <c:pt idx="17342">
                  <c:v>4.7962400000000001</c:v>
                </c:pt>
                <c:pt idx="17343">
                  <c:v>4.7965400000000002</c:v>
                </c:pt>
                <c:pt idx="17344">
                  <c:v>4.7968500000000001</c:v>
                </c:pt>
                <c:pt idx="17345">
                  <c:v>4.7971500000000002</c:v>
                </c:pt>
                <c:pt idx="17346">
                  <c:v>4.7974600000000001</c:v>
                </c:pt>
                <c:pt idx="17347">
                  <c:v>4.7977600000000002</c:v>
                </c:pt>
                <c:pt idx="17348">
                  <c:v>4.7980700000000001</c:v>
                </c:pt>
                <c:pt idx="17349">
                  <c:v>4.7983700000000002</c:v>
                </c:pt>
                <c:pt idx="17350">
                  <c:v>4.7986800000000001</c:v>
                </c:pt>
                <c:pt idx="17351">
                  <c:v>4.7989800000000002</c:v>
                </c:pt>
                <c:pt idx="17352">
                  <c:v>4.7992900000000001</c:v>
                </c:pt>
                <c:pt idx="17353">
                  <c:v>4.7995900000000002</c:v>
                </c:pt>
                <c:pt idx="17354">
                  <c:v>4.7999000000000001</c:v>
                </c:pt>
                <c:pt idx="17355">
                  <c:v>4.8002099999999999</c:v>
                </c:pt>
                <c:pt idx="17356">
                  <c:v>4.8005100000000001</c:v>
                </c:pt>
                <c:pt idx="17357">
                  <c:v>4.8008199999999999</c:v>
                </c:pt>
                <c:pt idx="17358">
                  <c:v>4.8011200000000001</c:v>
                </c:pt>
                <c:pt idx="17359">
                  <c:v>4.8014299999999999</c:v>
                </c:pt>
                <c:pt idx="17360">
                  <c:v>4.8017300000000001</c:v>
                </c:pt>
                <c:pt idx="17361">
                  <c:v>4.8020399999999999</c:v>
                </c:pt>
                <c:pt idx="17362">
                  <c:v>4.8023400000000001</c:v>
                </c:pt>
                <c:pt idx="17363">
                  <c:v>4.8026499999999999</c:v>
                </c:pt>
                <c:pt idx="17364">
                  <c:v>4.8029500000000001</c:v>
                </c:pt>
                <c:pt idx="17365">
                  <c:v>4.8032599999999999</c:v>
                </c:pt>
                <c:pt idx="17366">
                  <c:v>4.8035600000000001</c:v>
                </c:pt>
                <c:pt idx="17367">
                  <c:v>4.8038699999999999</c:v>
                </c:pt>
                <c:pt idx="17368">
                  <c:v>4.8041799999999997</c:v>
                </c:pt>
                <c:pt idx="17369">
                  <c:v>4.8044799999999999</c:v>
                </c:pt>
                <c:pt idx="17370">
                  <c:v>4.8047899999999997</c:v>
                </c:pt>
                <c:pt idx="17371">
                  <c:v>4.8050899999999999</c:v>
                </c:pt>
                <c:pt idx="17372">
                  <c:v>4.8053999999999997</c:v>
                </c:pt>
                <c:pt idx="17373">
                  <c:v>4.8056999999999999</c:v>
                </c:pt>
                <c:pt idx="17374">
                  <c:v>4.8060099999999997</c:v>
                </c:pt>
                <c:pt idx="17375">
                  <c:v>4.8063099999999999</c:v>
                </c:pt>
                <c:pt idx="17376">
                  <c:v>4.8066199999999997</c:v>
                </c:pt>
                <c:pt idx="17377">
                  <c:v>4.8069199999999999</c:v>
                </c:pt>
                <c:pt idx="17378">
                  <c:v>4.8072299999999997</c:v>
                </c:pt>
                <c:pt idx="17379">
                  <c:v>4.8075299999999999</c:v>
                </c:pt>
                <c:pt idx="17380">
                  <c:v>4.8078399999999997</c:v>
                </c:pt>
                <c:pt idx="17381">
                  <c:v>4.8081500000000004</c:v>
                </c:pt>
                <c:pt idx="17382">
                  <c:v>4.8084499999999997</c:v>
                </c:pt>
                <c:pt idx="17383">
                  <c:v>4.8087600000000004</c:v>
                </c:pt>
                <c:pt idx="17384">
                  <c:v>4.8090599999999997</c:v>
                </c:pt>
                <c:pt idx="17385">
                  <c:v>4.8093700000000004</c:v>
                </c:pt>
                <c:pt idx="17386">
                  <c:v>4.8096699999999997</c:v>
                </c:pt>
                <c:pt idx="17387">
                  <c:v>4.8099800000000004</c:v>
                </c:pt>
                <c:pt idx="17388">
                  <c:v>4.8102799999999997</c:v>
                </c:pt>
                <c:pt idx="17389">
                  <c:v>4.8105900000000004</c:v>
                </c:pt>
                <c:pt idx="17390">
                  <c:v>4.8108899999999997</c:v>
                </c:pt>
                <c:pt idx="17391">
                  <c:v>4.8112000000000004</c:v>
                </c:pt>
                <c:pt idx="17392">
                  <c:v>4.8114999999999997</c:v>
                </c:pt>
                <c:pt idx="17393">
                  <c:v>4.8118100000000004</c:v>
                </c:pt>
                <c:pt idx="17394">
                  <c:v>4.8121200000000002</c:v>
                </c:pt>
                <c:pt idx="17395">
                  <c:v>4.8124200000000004</c:v>
                </c:pt>
                <c:pt idx="17396">
                  <c:v>4.8127300000000002</c:v>
                </c:pt>
                <c:pt idx="17397">
                  <c:v>4.8130300000000004</c:v>
                </c:pt>
                <c:pt idx="17398">
                  <c:v>4.8133400000000002</c:v>
                </c:pt>
                <c:pt idx="17399">
                  <c:v>4.8136400000000004</c:v>
                </c:pt>
                <c:pt idx="17400">
                  <c:v>4.8139500000000002</c:v>
                </c:pt>
                <c:pt idx="17401">
                  <c:v>4.8142500000000004</c:v>
                </c:pt>
                <c:pt idx="17402">
                  <c:v>4.8145600000000002</c:v>
                </c:pt>
                <c:pt idx="17403">
                  <c:v>4.8148600000000004</c:v>
                </c:pt>
                <c:pt idx="17404">
                  <c:v>4.8151700000000002</c:v>
                </c:pt>
                <c:pt idx="17405">
                  <c:v>4.81548</c:v>
                </c:pt>
                <c:pt idx="17406">
                  <c:v>4.8157800000000002</c:v>
                </c:pt>
                <c:pt idx="17407">
                  <c:v>4.81609</c:v>
                </c:pt>
                <c:pt idx="17408">
                  <c:v>4.8163900000000002</c:v>
                </c:pt>
                <c:pt idx="17409">
                  <c:v>4.8167</c:v>
                </c:pt>
                <c:pt idx="17410">
                  <c:v>4.8170000000000002</c:v>
                </c:pt>
                <c:pt idx="17411">
                  <c:v>4.81731</c:v>
                </c:pt>
                <c:pt idx="17412">
                  <c:v>4.8176100000000002</c:v>
                </c:pt>
                <c:pt idx="17413">
                  <c:v>4.81792</c:v>
                </c:pt>
                <c:pt idx="17414">
                  <c:v>4.8182200000000002</c:v>
                </c:pt>
                <c:pt idx="17415">
                  <c:v>4.81853</c:v>
                </c:pt>
                <c:pt idx="17416">
                  <c:v>4.8188300000000002</c:v>
                </c:pt>
                <c:pt idx="17417">
                  <c:v>4.81914</c:v>
                </c:pt>
                <c:pt idx="17418">
                  <c:v>4.8194499999999998</c:v>
                </c:pt>
                <c:pt idx="17419">
                  <c:v>4.81975</c:v>
                </c:pt>
                <c:pt idx="17420">
                  <c:v>4.8200599999999998</c:v>
                </c:pt>
                <c:pt idx="17421">
                  <c:v>4.82036</c:v>
                </c:pt>
                <c:pt idx="17422">
                  <c:v>4.8206699999999998</c:v>
                </c:pt>
                <c:pt idx="17423">
                  <c:v>4.82097</c:v>
                </c:pt>
                <c:pt idx="17424">
                  <c:v>4.8212799999999998</c:v>
                </c:pt>
                <c:pt idx="17425">
                  <c:v>4.82158</c:v>
                </c:pt>
                <c:pt idx="17426">
                  <c:v>4.8218899999999998</c:v>
                </c:pt>
                <c:pt idx="17427">
                  <c:v>4.82219</c:v>
                </c:pt>
                <c:pt idx="17428">
                  <c:v>4.8224999999999998</c:v>
                </c:pt>
                <c:pt idx="17429">
                  <c:v>4.8228</c:v>
                </c:pt>
                <c:pt idx="17430">
                  <c:v>4.8231099999999998</c:v>
                </c:pt>
                <c:pt idx="17431">
                  <c:v>4.8234199999999996</c:v>
                </c:pt>
                <c:pt idx="17432">
                  <c:v>4.8237199999999998</c:v>
                </c:pt>
                <c:pt idx="17433">
                  <c:v>4.8240299999999996</c:v>
                </c:pt>
                <c:pt idx="17434">
                  <c:v>4.8243299999999998</c:v>
                </c:pt>
                <c:pt idx="17435">
                  <c:v>4.8246399999999996</c:v>
                </c:pt>
                <c:pt idx="17436">
                  <c:v>4.8249399999999998</c:v>
                </c:pt>
                <c:pt idx="17437">
                  <c:v>4.8252499999999996</c:v>
                </c:pt>
                <c:pt idx="17438">
                  <c:v>4.8255499999999998</c:v>
                </c:pt>
                <c:pt idx="17439">
                  <c:v>4.8258599999999996</c:v>
                </c:pt>
                <c:pt idx="17440">
                  <c:v>4.8261599999999998</c:v>
                </c:pt>
                <c:pt idx="17441">
                  <c:v>4.8264699999999996</c:v>
                </c:pt>
                <c:pt idx="17442">
                  <c:v>4.8267699999999998</c:v>
                </c:pt>
                <c:pt idx="17443">
                  <c:v>4.8270799999999996</c:v>
                </c:pt>
                <c:pt idx="17444">
                  <c:v>4.8273900000000003</c:v>
                </c:pt>
                <c:pt idx="17445">
                  <c:v>4.8276899999999996</c:v>
                </c:pt>
                <c:pt idx="17446">
                  <c:v>4.8280000000000003</c:v>
                </c:pt>
                <c:pt idx="17447">
                  <c:v>4.8282999999999996</c:v>
                </c:pt>
                <c:pt idx="17448">
                  <c:v>4.8286100000000003</c:v>
                </c:pt>
                <c:pt idx="17449">
                  <c:v>4.8289099999999996</c:v>
                </c:pt>
                <c:pt idx="17450">
                  <c:v>4.8292200000000003</c:v>
                </c:pt>
                <c:pt idx="17451">
                  <c:v>4.8295199999999996</c:v>
                </c:pt>
                <c:pt idx="17452">
                  <c:v>4.8298300000000003</c:v>
                </c:pt>
                <c:pt idx="17453">
                  <c:v>4.8301299999999996</c:v>
                </c:pt>
                <c:pt idx="17454">
                  <c:v>4.8304400000000003</c:v>
                </c:pt>
                <c:pt idx="17455">
                  <c:v>4.8307399999999996</c:v>
                </c:pt>
                <c:pt idx="17456">
                  <c:v>4.8310500000000003</c:v>
                </c:pt>
                <c:pt idx="17457">
                  <c:v>4.8313600000000001</c:v>
                </c:pt>
                <c:pt idx="17458">
                  <c:v>4.8316600000000003</c:v>
                </c:pt>
                <c:pt idx="17459">
                  <c:v>4.8319700000000001</c:v>
                </c:pt>
                <c:pt idx="17460">
                  <c:v>4.8322700000000003</c:v>
                </c:pt>
                <c:pt idx="17461">
                  <c:v>4.8325800000000001</c:v>
                </c:pt>
                <c:pt idx="17462">
                  <c:v>4.8328800000000003</c:v>
                </c:pt>
                <c:pt idx="17463">
                  <c:v>4.8331900000000001</c:v>
                </c:pt>
                <c:pt idx="17464">
                  <c:v>4.8334900000000003</c:v>
                </c:pt>
                <c:pt idx="17465">
                  <c:v>4.8338000000000001</c:v>
                </c:pt>
                <c:pt idx="17466">
                  <c:v>4.8341000000000003</c:v>
                </c:pt>
                <c:pt idx="17467">
                  <c:v>4.8344100000000001</c:v>
                </c:pt>
                <c:pt idx="17468">
                  <c:v>4.8347199999999999</c:v>
                </c:pt>
                <c:pt idx="17469">
                  <c:v>4.8350200000000001</c:v>
                </c:pt>
                <c:pt idx="17470">
                  <c:v>4.8353299999999999</c:v>
                </c:pt>
                <c:pt idx="17471">
                  <c:v>4.8356300000000001</c:v>
                </c:pt>
                <c:pt idx="17472">
                  <c:v>4.8359399999999999</c:v>
                </c:pt>
                <c:pt idx="17473">
                  <c:v>4.8362400000000001</c:v>
                </c:pt>
                <c:pt idx="17474">
                  <c:v>4.8365499999999999</c:v>
                </c:pt>
                <c:pt idx="17475">
                  <c:v>4.8368500000000001</c:v>
                </c:pt>
                <c:pt idx="17476">
                  <c:v>4.8371599999999999</c:v>
                </c:pt>
                <c:pt idx="17477">
                  <c:v>4.8374600000000001</c:v>
                </c:pt>
                <c:pt idx="17478">
                  <c:v>4.8377699999999999</c:v>
                </c:pt>
                <c:pt idx="17479">
                  <c:v>4.8380700000000001</c:v>
                </c:pt>
                <c:pt idx="17480">
                  <c:v>4.8383799999999999</c:v>
                </c:pt>
                <c:pt idx="17481">
                  <c:v>4.8386899999999997</c:v>
                </c:pt>
                <c:pt idx="17482">
                  <c:v>4.8389899999999999</c:v>
                </c:pt>
                <c:pt idx="17483">
                  <c:v>4.8392999999999997</c:v>
                </c:pt>
                <c:pt idx="17484">
                  <c:v>4.8395999999999999</c:v>
                </c:pt>
                <c:pt idx="17485">
                  <c:v>4.8399099999999997</c:v>
                </c:pt>
                <c:pt idx="17486">
                  <c:v>4.8402099999999999</c:v>
                </c:pt>
                <c:pt idx="17487">
                  <c:v>4.8405199999999997</c:v>
                </c:pt>
                <c:pt idx="17488">
                  <c:v>4.8408199999999999</c:v>
                </c:pt>
                <c:pt idx="17489">
                  <c:v>4.8411299999999997</c:v>
                </c:pt>
                <c:pt idx="17490">
                  <c:v>4.8414299999999999</c:v>
                </c:pt>
                <c:pt idx="17491">
                  <c:v>4.8417399999999997</c:v>
                </c:pt>
                <c:pt idx="17492">
                  <c:v>4.8420399999999999</c:v>
                </c:pt>
                <c:pt idx="17493">
                  <c:v>4.8423499999999997</c:v>
                </c:pt>
                <c:pt idx="17494">
                  <c:v>4.8426600000000004</c:v>
                </c:pt>
                <c:pt idx="17495">
                  <c:v>4.8429599999999997</c:v>
                </c:pt>
                <c:pt idx="17496">
                  <c:v>4.8432700000000004</c:v>
                </c:pt>
                <c:pt idx="17497">
                  <c:v>4.8435699999999997</c:v>
                </c:pt>
                <c:pt idx="17498">
                  <c:v>4.8438800000000004</c:v>
                </c:pt>
                <c:pt idx="17499">
                  <c:v>4.8441799999999997</c:v>
                </c:pt>
                <c:pt idx="17500">
                  <c:v>4.8444900000000004</c:v>
                </c:pt>
                <c:pt idx="17501">
                  <c:v>4.8447899999999997</c:v>
                </c:pt>
                <c:pt idx="17502">
                  <c:v>4.8451000000000004</c:v>
                </c:pt>
                <c:pt idx="17503">
                  <c:v>4.8453999999999997</c:v>
                </c:pt>
                <c:pt idx="17504">
                  <c:v>4.8457100000000004</c:v>
                </c:pt>
                <c:pt idx="17505">
                  <c:v>4.8460099999999997</c:v>
                </c:pt>
                <c:pt idx="17506">
                  <c:v>4.8463200000000004</c:v>
                </c:pt>
                <c:pt idx="17507">
                  <c:v>4.8466300000000002</c:v>
                </c:pt>
                <c:pt idx="17508">
                  <c:v>4.8469300000000004</c:v>
                </c:pt>
                <c:pt idx="17509">
                  <c:v>4.8472400000000002</c:v>
                </c:pt>
                <c:pt idx="17510">
                  <c:v>4.8475400000000004</c:v>
                </c:pt>
                <c:pt idx="17511">
                  <c:v>4.8478500000000002</c:v>
                </c:pt>
                <c:pt idx="17512">
                  <c:v>4.8481500000000004</c:v>
                </c:pt>
                <c:pt idx="17513">
                  <c:v>4.8484600000000002</c:v>
                </c:pt>
                <c:pt idx="17514">
                  <c:v>4.8487600000000004</c:v>
                </c:pt>
                <c:pt idx="17515">
                  <c:v>4.8490700000000002</c:v>
                </c:pt>
                <c:pt idx="17516">
                  <c:v>4.8493700000000004</c:v>
                </c:pt>
                <c:pt idx="17517">
                  <c:v>4.8496800000000002</c:v>
                </c:pt>
                <c:pt idx="17518">
                  <c:v>4.84999</c:v>
                </c:pt>
                <c:pt idx="17519">
                  <c:v>4.8502900000000002</c:v>
                </c:pt>
                <c:pt idx="17520">
                  <c:v>4.8506</c:v>
                </c:pt>
                <c:pt idx="17521">
                  <c:v>4.8509000000000002</c:v>
                </c:pt>
                <c:pt idx="17522">
                  <c:v>4.85121</c:v>
                </c:pt>
                <c:pt idx="17523">
                  <c:v>4.8515100000000002</c:v>
                </c:pt>
                <c:pt idx="17524">
                  <c:v>4.85182</c:v>
                </c:pt>
                <c:pt idx="17525">
                  <c:v>4.8521200000000002</c:v>
                </c:pt>
                <c:pt idx="17526">
                  <c:v>4.85243</c:v>
                </c:pt>
                <c:pt idx="17527">
                  <c:v>4.8527300000000002</c:v>
                </c:pt>
                <c:pt idx="17528">
                  <c:v>4.85304</c:v>
                </c:pt>
                <c:pt idx="17529">
                  <c:v>4.8533400000000002</c:v>
                </c:pt>
                <c:pt idx="17530">
                  <c:v>4.85365</c:v>
                </c:pt>
                <c:pt idx="17531">
                  <c:v>4.8539599999999998</c:v>
                </c:pt>
                <c:pt idx="17532">
                  <c:v>4.85426</c:v>
                </c:pt>
                <c:pt idx="17533">
                  <c:v>4.8545699999999998</c:v>
                </c:pt>
                <c:pt idx="17534">
                  <c:v>4.85487</c:v>
                </c:pt>
                <c:pt idx="17535">
                  <c:v>4.8551799999999998</c:v>
                </c:pt>
                <c:pt idx="17536">
                  <c:v>4.85548</c:v>
                </c:pt>
                <c:pt idx="17537">
                  <c:v>4.8557899999999998</c:v>
                </c:pt>
                <c:pt idx="17538">
                  <c:v>4.85609</c:v>
                </c:pt>
                <c:pt idx="17539">
                  <c:v>4.8563999999999998</c:v>
                </c:pt>
                <c:pt idx="17540">
                  <c:v>4.8567</c:v>
                </c:pt>
                <c:pt idx="17541">
                  <c:v>4.8570099999999998</c:v>
                </c:pt>
                <c:pt idx="17542">
                  <c:v>4.85731</c:v>
                </c:pt>
                <c:pt idx="17543">
                  <c:v>4.8576199999999998</c:v>
                </c:pt>
                <c:pt idx="17544">
                  <c:v>4.8579299999999996</c:v>
                </c:pt>
                <c:pt idx="17545">
                  <c:v>4.8582299999999998</c:v>
                </c:pt>
                <c:pt idx="17546">
                  <c:v>4.8585399999999996</c:v>
                </c:pt>
                <c:pt idx="17547">
                  <c:v>4.8588399999999998</c:v>
                </c:pt>
                <c:pt idx="17548">
                  <c:v>4.8591499999999996</c:v>
                </c:pt>
                <c:pt idx="17549">
                  <c:v>4.8594499999999998</c:v>
                </c:pt>
                <c:pt idx="17550">
                  <c:v>4.8597599999999996</c:v>
                </c:pt>
                <c:pt idx="17551">
                  <c:v>4.8600599999999998</c:v>
                </c:pt>
                <c:pt idx="17552">
                  <c:v>4.8603699999999996</c:v>
                </c:pt>
                <c:pt idx="17553">
                  <c:v>4.8606699999999998</c:v>
                </c:pt>
                <c:pt idx="17554">
                  <c:v>4.8609799999999996</c:v>
                </c:pt>
                <c:pt idx="17555">
                  <c:v>4.8612799999999998</c:v>
                </c:pt>
                <c:pt idx="17556">
                  <c:v>4.8615899999999996</c:v>
                </c:pt>
                <c:pt idx="17557">
                  <c:v>4.8619000000000003</c:v>
                </c:pt>
                <c:pt idx="17558">
                  <c:v>4.8621999999999996</c:v>
                </c:pt>
                <c:pt idx="17559">
                  <c:v>4.8625100000000003</c:v>
                </c:pt>
                <c:pt idx="17560">
                  <c:v>4.8628099999999996</c:v>
                </c:pt>
                <c:pt idx="17561">
                  <c:v>4.8631200000000003</c:v>
                </c:pt>
                <c:pt idx="17562">
                  <c:v>4.8634199999999996</c:v>
                </c:pt>
                <c:pt idx="17563">
                  <c:v>4.8637300000000003</c:v>
                </c:pt>
                <c:pt idx="17564">
                  <c:v>4.8640299999999996</c:v>
                </c:pt>
                <c:pt idx="17565">
                  <c:v>4.8643400000000003</c:v>
                </c:pt>
                <c:pt idx="17566">
                  <c:v>4.8646399999999996</c:v>
                </c:pt>
                <c:pt idx="17567">
                  <c:v>4.8649500000000003</c:v>
                </c:pt>
                <c:pt idx="17568">
                  <c:v>4.8652499999999996</c:v>
                </c:pt>
                <c:pt idx="17569">
                  <c:v>4.8655600000000003</c:v>
                </c:pt>
                <c:pt idx="17570">
                  <c:v>4.8658700000000001</c:v>
                </c:pt>
                <c:pt idx="17571">
                  <c:v>4.8661700000000003</c:v>
                </c:pt>
                <c:pt idx="17572">
                  <c:v>4.8664800000000001</c:v>
                </c:pt>
                <c:pt idx="17573">
                  <c:v>4.8667800000000003</c:v>
                </c:pt>
                <c:pt idx="17574">
                  <c:v>4.8670900000000001</c:v>
                </c:pt>
                <c:pt idx="17575">
                  <c:v>4.8673900000000003</c:v>
                </c:pt>
                <c:pt idx="17576">
                  <c:v>4.8677000000000001</c:v>
                </c:pt>
                <c:pt idx="17577">
                  <c:v>4.8680000000000003</c:v>
                </c:pt>
                <c:pt idx="17578">
                  <c:v>4.8683100000000001</c:v>
                </c:pt>
                <c:pt idx="17579">
                  <c:v>4.8686100000000003</c:v>
                </c:pt>
                <c:pt idx="17580">
                  <c:v>4.8689200000000001</c:v>
                </c:pt>
                <c:pt idx="17581">
                  <c:v>4.8692299999999999</c:v>
                </c:pt>
                <c:pt idx="17582">
                  <c:v>4.8695300000000001</c:v>
                </c:pt>
                <c:pt idx="17583">
                  <c:v>4.8698399999999999</c:v>
                </c:pt>
                <c:pt idx="17584">
                  <c:v>4.8701400000000001</c:v>
                </c:pt>
                <c:pt idx="17585">
                  <c:v>4.8704499999999999</c:v>
                </c:pt>
                <c:pt idx="17586">
                  <c:v>4.8707500000000001</c:v>
                </c:pt>
                <c:pt idx="17587">
                  <c:v>4.8710599999999999</c:v>
                </c:pt>
                <c:pt idx="17588">
                  <c:v>4.8713600000000001</c:v>
                </c:pt>
                <c:pt idx="17589">
                  <c:v>4.8716699999999999</c:v>
                </c:pt>
                <c:pt idx="17590">
                  <c:v>4.8719700000000001</c:v>
                </c:pt>
                <c:pt idx="17591">
                  <c:v>4.8722799999999999</c:v>
                </c:pt>
                <c:pt idx="17592">
                  <c:v>4.8725800000000001</c:v>
                </c:pt>
                <c:pt idx="17593">
                  <c:v>4.8728899999999999</c:v>
                </c:pt>
                <c:pt idx="17594">
                  <c:v>4.8731999999999998</c:v>
                </c:pt>
                <c:pt idx="17595">
                  <c:v>4.8734999999999999</c:v>
                </c:pt>
                <c:pt idx="17596">
                  <c:v>4.8738099999999998</c:v>
                </c:pt>
                <c:pt idx="17597">
                  <c:v>4.8741099999999999</c:v>
                </c:pt>
                <c:pt idx="17598">
                  <c:v>4.8744199999999998</c:v>
                </c:pt>
                <c:pt idx="17599">
                  <c:v>4.8747199999999999</c:v>
                </c:pt>
                <c:pt idx="17600">
                  <c:v>4.8750299999999998</c:v>
                </c:pt>
                <c:pt idx="17601">
                  <c:v>4.8753299999999999</c:v>
                </c:pt>
                <c:pt idx="17602">
                  <c:v>4.8756399999999998</c:v>
                </c:pt>
                <c:pt idx="17603">
                  <c:v>4.8759399999999999</c:v>
                </c:pt>
                <c:pt idx="17604">
                  <c:v>4.8762499999999998</c:v>
                </c:pt>
                <c:pt idx="17605">
                  <c:v>4.8765499999999999</c:v>
                </c:pt>
                <c:pt idx="17606">
                  <c:v>4.8768599999999998</c:v>
                </c:pt>
                <c:pt idx="17607">
                  <c:v>4.8771699999999996</c:v>
                </c:pt>
                <c:pt idx="17608">
                  <c:v>4.8774699999999998</c:v>
                </c:pt>
                <c:pt idx="17609">
                  <c:v>4.8777799999999996</c:v>
                </c:pt>
                <c:pt idx="17610">
                  <c:v>4.8780799999999997</c:v>
                </c:pt>
                <c:pt idx="17611">
                  <c:v>4.8783899999999996</c:v>
                </c:pt>
                <c:pt idx="17612">
                  <c:v>4.8786899999999997</c:v>
                </c:pt>
                <c:pt idx="17613">
                  <c:v>4.8789999999999996</c:v>
                </c:pt>
                <c:pt idx="17614">
                  <c:v>4.8792999999999997</c:v>
                </c:pt>
                <c:pt idx="17615">
                  <c:v>4.8796099999999996</c:v>
                </c:pt>
                <c:pt idx="17616">
                  <c:v>4.8799099999999997</c:v>
                </c:pt>
                <c:pt idx="17617">
                  <c:v>4.8802199999999996</c:v>
                </c:pt>
                <c:pt idx="17618">
                  <c:v>4.8805199999999997</c:v>
                </c:pt>
                <c:pt idx="17619">
                  <c:v>4.8808299999999996</c:v>
                </c:pt>
                <c:pt idx="17620">
                  <c:v>4.8811400000000003</c:v>
                </c:pt>
                <c:pt idx="17621">
                  <c:v>4.8814399999999996</c:v>
                </c:pt>
                <c:pt idx="17622">
                  <c:v>4.8817500000000003</c:v>
                </c:pt>
                <c:pt idx="17623">
                  <c:v>4.8820499999999996</c:v>
                </c:pt>
                <c:pt idx="17624">
                  <c:v>4.8823600000000003</c:v>
                </c:pt>
                <c:pt idx="17625">
                  <c:v>4.8826599999999996</c:v>
                </c:pt>
                <c:pt idx="17626">
                  <c:v>4.8829700000000003</c:v>
                </c:pt>
                <c:pt idx="17627">
                  <c:v>4.8832700000000004</c:v>
                </c:pt>
                <c:pt idx="17628">
                  <c:v>4.8835800000000003</c:v>
                </c:pt>
                <c:pt idx="17629">
                  <c:v>4.8838800000000004</c:v>
                </c:pt>
                <c:pt idx="17630">
                  <c:v>4.8841900000000003</c:v>
                </c:pt>
                <c:pt idx="17631">
                  <c:v>4.8844900000000004</c:v>
                </c:pt>
                <c:pt idx="17632">
                  <c:v>4.8848000000000003</c:v>
                </c:pt>
                <c:pt idx="17633">
                  <c:v>4.8851100000000001</c:v>
                </c:pt>
                <c:pt idx="17634">
                  <c:v>4.8854100000000003</c:v>
                </c:pt>
                <c:pt idx="17635">
                  <c:v>4.8857200000000001</c:v>
                </c:pt>
                <c:pt idx="17636">
                  <c:v>4.8860200000000003</c:v>
                </c:pt>
                <c:pt idx="17637">
                  <c:v>4.8863300000000001</c:v>
                </c:pt>
                <c:pt idx="17638">
                  <c:v>4.8866300000000003</c:v>
                </c:pt>
                <c:pt idx="17639">
                  <c:v>4.8869400000000001</c:v>
                </c:pt>
                <c:pt idx="17640">
                  <c:v>4.8872400000000003</c:v>
                </c:pt>
                <c:pt idx="17641">
                  <c:v>4.8875500000000001</c:v>
                </c:pt>
                <c:pt idx="17642">
                  <c:v>4.8878500000000003</c:v>
                </c:pt>
                <c:pt idx="17643">
                  <c:v>4.8881600000000001</c:v>
                </c:pt>
                <c:pt idx="17644">
                  <c:v>4.8884699999999999</c:v>
                </c:pt>
                <c:pt idx="17645">
                  <c:v>4.8887700000000001</c:v>
                </c:pt>
                <c:pt idx="17646">
                  <c:v>4.8890799999999999</c:v>
                </c:pt>
                <c:pt idx="17647">
                  <c:v>4.8893800000000001</c:v>
                </c:pt>
                <c:pt idx="17648">
                  <c:v>4.8896899999999999</c:v>
                </c:pt>
                <c:pt idx="17649">
                  <c:v>4.8899900000000001</c:v>
                </c:pt>
                <c:pt idx="17650">
                  <c:v>4.8902999999999999</c:v>
                </c:pt>
                <c:pt idx="17651">
                  <c:v>4.8906000000000001</c:v>
                </c:pt>
                <c:pt idx="17652">
                  <c:v>4.8909099999999999</c:v>
                </c:pt>
                <c:pt idx="17653">
                  <c:v>4.8912100000000001</c:v>
                </c:pt>
                <c:pt idx="17654">
                  <c:v>4.8915199999999999</c:v>
                </c:pt>
                <c:pt idx="17655">
                  <c:v>4.8918200000000001</c:v>
                </c:pt>
                <c:pt idx="17656">
                  <c:v>4.8921299999999999</c:v>
                </c:pt>
                <c:pt idx="17657">
                  <c:v>4.8924399999999997</c:v>
                </c:pt>
                <c:pt idx="17658">
                  <c:v>4.8927399999999999</c:v>
                </c:pt>
                <c:pt idx="17659">
                  <c:v>4.8930499999999997</c:v>
                </c:pt>
                <c:pt idx="17660">
                  <c:v>4.8933499999999999</c:v>
                </c:pt>
                <c:pt idx="17661">
                  <c:v>4.8936599999999997</c:v>
                </c:pt>
                <c:pt idx="17662">
                  <c:v>4.8939599999999999</c:v>
                </c:pt>
                <c:pt idx="17663">
                  <c:v>4.8942699999999997</c:v>
                </c:pt>
                <c:pt idx="17664">
                  <c:v>4.8945699999999999</c:v>
                </c:pt>
                <c:pt idx="17665">
                  <c:v>4.8948799999999997</c:v>
                </c:pt>
                <c:pt idx="17666">
                  <c:v>4.8951799999999999</c:v>
                </c:pt>
                <c:pt idx="17667">
                  <c:v>4.8954899999999997</c:v>
                </c:pt>
                <c:pt idx="17668">
                  <c:v>4.8957899999999999</c:v>
                </c:pt>
                <c:pt idx="17669">
                  <c:v>4.8960999999999997</c:v>
                </c:pt>
                <c:pt idx="17670">
                  <c:v>4.8964100000000004</c:v>
                </c:pt>
                <c:pt idx="17671">
                  <c:v>4.8967099999999997</c:v>
                </c:pt>
                <c:pt idx="17672">
                  <c:v>4.8970200000000004</c:v>
                </c:pt>
                <c:pt idx="17673">
                  <c:v>4.8973199999999997</c:v>
                </c:pt>
                <c:pt idx="17674">
                  <c:v>4.8976300000000004</c:v>
                </c:pt>
                <c:pt idx="17675">
                  <c:v>4.8979299999999997</c:v>
                </c:pt>
                <c:pt idx="17676">
                  <c:v>4.8982400000000004</c:v>
                </c:pt>
                <c:pt idx="17677">
                  <c:v>4.8985399999999997</c:v>
                </c:pt>
                <c:pt idx="17678">
                  <c:v>4.8988500000000004</c:v>
                </c:pt>
                <c:pt idx="17679">
                  <c:v>4.8991499999999997</c:v>
                </c:pt>
                <c:pt idx="17680">
                  <c:v>4.8994600000000004</c:v>
                </c:pt>
                <c:pt idx="17681">
                  <c:v>4.8997599999999997</c:v>
                </c:pt>
                <c:pt idx="17682">
                  <c:v>4.9000700000000004</c:v>
                </c:pt>
                <c:pt idx="17683">
                  <c:v>4.9003800000000002</c:v>
                </c:pt>
                <c:pt idx="17684">
                  <c:v>4.9006800000000004</c:v>
                </c:pt>
                <c:pt idx="17685">
                  <c:v>4.9009900000000002</c:v>
                </c:pt>
                <c:pt idx="17686">
                  <c:v>4.9012900000000004</c:v>
                </c:pt>
                <c:pt idx="17687">
                  <c:v>4.9016000000000002</c:v>
                </c:pt>
                <c:pt idx="17688">
                  <c:v>4.9019000000000004</c:v>
                </c:pt>
                <c:pt idx="17689">
                  <c:v>4.9022100000000002</c:v>
                </c:pt>
                <c:pt idx="17690">
                  <c:v>4.9025100000000004</c:v>
                </c:pt>
                <c:pt idx="17691">
                  <c:v>4.9028200000000002</c:v>
                </c:pt>
                <c:pt idx="17692">
                  <c:v>4.9031200000000004</c:v>
                </c:pt>
                <c:pt idx="17693">
                  <c:v>4.9034300000000002</c:v>
                </c:pt>
                <c:pt idx="17694">
                  <c:v>4.90374</c:v>
                </c:pt>
                <c:pt idx="17695">
                  <c:v>4.9040400000000002</c:v>
                </c:pt>
                <c:pt idx="17696">
                  <c:v>4.90435</c:v>
                </c:pt>
                <c:pt idx="17697">
                  <c:v>4.9046500000000002</c:v>
                </c:pt>
                <c:pt idx="17698">
                  <c:v>4.90496</c:v>
                </c:pt>
                <c:pt idx="17699">
                  <c:v>4.9052600000000002</c:v>
                </c:pt>
                <c:pt idx="17700">
                  <c:v>4.90557</c:v>
                </c:pt>
                <c:pt idx="17701">
                  <c:v>4.9058700000000002</c:v>
                </c:pt>
                <c:pt idx="17702">
                  <c:v>4.90618</c:v>
                </c:pt>
                <c:pt idx="17703">
                  <c:v>4.9064800000000002</c:v>
                </c:pt>
                <c:pt idx="17704">
                  <c:v>4.90679</c:v>
                </c:pt>
                <c:pt idx="17705">
                  <c:v>4.9070900000000002</c:v>
                </c:pt>
                <c:pt idx="17706">
                  <c:v>4.9074</c:v>
                </c:pt>
                <c:pt idx="17707">
                  <c:v>4.9077099999999998</c:v>
                </c:pt>
                <c:pt idx="17708">
                  <c:v>4.90801</c:v>
                </c:pt>
                <c:pt idx="17709">
                  <c:v>4.9083199999999998</c:v>
                </c:pt>
                <c:pt idx="17710">
                  <c:v>4.90862</c:v>
                </c:pt>
                <c:pt idx="17711">
                  <c:v>4.9089299999999998</c:v>
                </c:pt>
                <c:pt idx="17712">
                  <c:v>4.90923</c:v>
                </c:pt>
                <c:pt idx="17713">
                  <c:v>4.9095399999999998</c:v>
                </c:pt>
                <c:pt idx="17714">
                  <c:v>4.90984</c:v>
                </c:pt>
                <c:pt idx="17715">
                  <c:v>4.9101499999999998</c:v>
                </c:pt>
                <c:pt idx="17716">
                  <c:v>4.91045</c:v>
                </c:pt>
                <c:pt idx="17717">
                  <c:v>4.9107599999999998</c:v>
                </c:pt>
                <c:pt idx="17718">
                  <c:v>4.91106</c:v>
                </c:pt>
                <c:pt idx="17719">
                  <c:v>4.9113699999999998</c:v>
                </c:pt>
                <c:pt idx="17720">
                  <c:v>4.9116799999999996</c:v>
                </c:pt>
                <c:pt idx="17721">
                  <c:v>4.9119799999999998</c:v>
                </c:pt>
                <c:pt idx="17722">
                  <c:v>4.9122899999999996</c:v>
                </c:pt>
                <c:pt idx="17723">
                  <c:v>4.9125899999999998</c:v>
                </c:pt>
                <c:pt idx="17724">
                  <c:v>4.9128999999999996</c:v>
                </c:pt>
                <c:pt idx="17725">
                  <c:v>4.9131999999999998</c:v>
                </c:pt>
                <c:pt idx="17726">
                  <c:v>4.9135099999999996</c:v>
                </c:pt>
                <c:pt idx="17727">
                  <c:v>4.9138099999999998</c:v>
                </c:pt>
                <c:pt idx="17728">
                  <c:v>4.9141199999999996</c:v>
                </c:pt>
                <c:pt idx="17729">
                  <c:v>4.9144199999999998</c:v>
                </c:pt>
                <c:pt idx="17730">
                  <c:v>4.9147299999999996</c:v>
                </c:pt>
                <c:pt idx="17731">
                  <c:v>4.9150299999999998</c:v>
                </c:pt>
                <c:pt idx="17732">
                  <c:v>4.9153399999999996</c:v>
                </c:pt>
                <c:pt idx="17733">
                  <c:v>4.9156500000000003</c:v>
                </c:pt>
                <c:pt idx="17734">
                  <c:v>4.9159499999999996</c:v>
                </c:pt>
                <c:pt idx="17735">
                  <c:v>4.9162600000000003</c:v>
                </c:pt>
                <c:pt idx="17736">
                  <c:v>4.9165599999999996</c:v>
                </c:pt>
                <c:pt idx="17737">
                  <c:v>4.9168700000000003</c:v>
                </c:pt>
                <c:pt idx="17738">
                  <c:v>4.9171699999999996</c:v>
                </c:pt>
                <c:pt idx="17739">
                  <c:v>4.9174800000000003</c:v>
                </c:pt>
                <c:pt idx="17740">
                  <c:v>4.9177799999999996</c:v>
                </c:pt>
                <c:pt idx="17741">
                  <c:v>4.9180900000000003</c:v>
                </c:pt>
                <c:pt idx="17742">
                  <c:v>4.9183899999999996</c:v>
                </c:pt>
                <c:pt idx="17743">
                  <c:v>4.9187000000000003</c:v>
                </c:pt>
                <c:pt idx="17744">
                  <c:v>4.9189999999999996</c:v>
                </c:pt>
                <c:pt idx="17745">
                  <c:v>4.9193100000000003</c:v>
                </c:pt>
                <c:pt idx="17746">
                  <c:v>4.9196200000000001</c:v>
                </c:pt>
                <c:pt idx="17747">
                  <c:v>4.9199200000000003</c:v>
                </c:pt>
                <c:pt idx="17748">
                  <c:v>4.9202300000000001</c:v>
                </c:pt>
                <c:pt idx="17749">
                  <c:v>4.9205300000000003</c:v>
                </c:pt>
                <c:pt idx="17750">
                  <c:v>4.9208400000000001</c:v>
                </c:pt>
                <c:pt idx="17751">
                  <c:v>4.9211400000000003</c:v>
                </c:pt>
                <c:pt idx="17752">
                  <c:v>4.9214500000000001</c:v>
                </c:pt>
                <c:pt idx="17753">
                  <c:v>4.9217500000000003</c:v>
                </c:pt>
                <c:pt idx="17754">
                  <c:v>4.9220600000000001</c:v>
                </c:pt>
                <c:pt idx="17755">
                  <c:v>4.9223600000000003</c:v>
                </c:pt>
                <c:pt idx="17756">
                  <c:v>4.9226700000000001</c:v>
                </c:pt>
                <c:pt idx="17757">
                  <c:v>4.9229799999999999</c:v>
                </c:pt>
                <c:pt idx="17758">
                  <c:v>4.9232800000000001</c:v>
                </c:pt>
                <c:pt idx="17759">
                  <c:v>4.9235899999999999</c:v>
                </c:pt>
                <c:pt idx="17760">
                  <c:v>4.9238900000000001</c:v>
                </c:pt>
                <c:pt idx="17761">
                  <c:v>4.9241999999999999</c:v>
                </c:pt>
                <c:pt idx="17762">
                  <c:v>4.9245000000000001</c:v>
                </c:pt>
                <c:pt idx="17763">
                  <c:v>4.9248099999999999</c:v>
                </c:pt>
                <c:pt idx="17764">
                  <c:v>4.9251100000000001</c:v>
                </c:pt>
                <c:pt idx="17765">
                  <c:v>4.9254199999999999</c:v>
                </c:pt>
                <c:pt idx="17766">
                  <c:v>4.9257200000000001</c:v>
                </c:pt>
                <c:pt idx="17767">
                  <c:v>4.9260299999999999</c:v>
                </c:pt>
                <c:pt idx="17768">
                  <c:v>4.9263300000000001</c:v>
                </c:pt>
                <c:pt idx="17769">
                  <c:v>4.9266399999999999</c:v>
                </c:pt>
                <c:pt idx="17770">
                  <c:v>4.9269499999999997</c:v>
                </c:pt>
                <c:pt idx="17771">
                  <c:v>4.9272499999999999</c:v>
                </c:pt>
                <c:pt idx="17772">
                  <c:v>4.9275599999999997</c:v>
                </c:pt>
                <c:pt idx="17773">
                  <c:v>4.9278599999999999</c:v>
                </c:pt>
                <c:pt idx="17774">
                  <c:v>4.9281699999999997</c:v>
                </c:pt>
                <c:pt idx="17775">
                  <c:v>4.9284699999999999</c:v>
                </c:pt>
                <c:pt idx="17776">
                  <c:v>4.9287799999999997</c:v>
                </c:pt>
                <c:pt idx="17777">
                  <c:v>4.9290799999999999</c:v>
                </c:pt>
                <c:pt idx="17778">
                  <c:v>4.9293899999999997</c:v>
                </c:pt>
                <c:pt idx="17779">
                  <c:v>4.9296899999999999</c:v>
                </c:pt>
                <c:pt idx="17780">
                  <c:v>4.93</c:v>
                </c:pt>
                <c:pt idx="17781">
                  <c:v>4.9302999999999999</c:v>
                </c:pt>
                <c:pt idx="17782">
                  <c:v>4.9306099999999997</c:v>
                </c:pt>
                <c:pt idx="17783">
                  <c:v>4.9309200000000004</c:v>
                </c:pt>
                <c:pt idx="17784">
                  <c:v>4.9312199999999997</c:v>
                </c:pt>
                <c:pt idx="17785">
                  <c:v>4.9315300000000004</c:v>
                </c:pt>
                <c:pt idx="17786">
                  <c:v>4.9318299999999997</c:v>
                </c:pt>
                <c:pt idx="17787">
                  <c:v>4.9321400000000004</c:v>
                </c:pt>
                <c:pt idx="17788">
                  <c:v>4.9324399999999997</c:v>
                </c:pt>
                <c:pt idx="17789">
                  <c:v>4.9327500000000004</c:v>
                </c:pt>
                <c:pt idx="17790">
                  <c:v>4.9330499999999997</c:v>
                </c:pt>
                <c:pt idx="17791">
                  <c:v>4.9333600000000004</c:v>
                </c:pt>
                <c:pt idx="17792">
                  <c:v>4.9336599999999997</c:v>
                </c:pt>
                <c:pt idx="17793">
                  <c:v>4.9339700000000004</c:v>
                </c:pt>
                <c:pt idx="17794">
                  <c:v>4.9342699999999997</c:v>
                </c:pt>
                <c:pt idx="17795">
                  <c:v>4.9345800000000004</c:v>
                </c:pt>
                <c:pt idx="17796">
                  <c:v>4.9348900000000002</c:v>
                </c:pt>
                <c:pt idx="17797">
                  <c:v>4.9351900000000004</c:v>
                </c:pt>
                <c:pt idx="17798">
                  <c:v>4.9355000000000002</c:v>
                </c:pt>
                <c:pt idx="17799">
                  <c:v>4.9358000000000004</c:v>
                </c:pt>
                <c:pt idx="17800">
                  <c:v>4.9361100000000002</c:v>
                </c:pt>
                <c:pt idx="17801">
                  <c:v>4.9364100000000004</c:v>
                </c:pt>
                <c:pt idx="17802">
                  <c:v>4.9367200000000002</c:v>
                </c:pt>
                <c:pt idx="17803">
                  <c:v>4.9370200000000004</c:v>
                </c:pt>
                <c:pt idx="17804">
                  <c:v>4.9373300000000002</c:v>
                </c:pt>
                <c:pt idx="17805">
                  <c:v>4.9376300000000004</c:v>
                </c:pt>
                <c:pt idx="17806">
                  <c:v>4.9379400000000002</c:v>
                </c:pt>
                <c:pt idx="17807">
                  <c:v>4.9382400000000004</c:v>
                </c:pt>
                <c:pt idx="17808">
                  <c:v>4.9385500000000002</c:v>
                </c:pt>
                <c:pt idx="17809">
                  <c:v>4.93886</c:v>
                </c:pt>
                <c:pt idx="17810">
                  <c:v>4.9391600000000002</c:v>
                </c:pt>
                <c:pt idx="17811">
                  <c:v>4.93947</c:v>
                </c:pt>
                <c:pt idx="17812">
                  <c:v>4.9397700000000002</c:v>
                </c:pt>
                <c:pt idx="17813">
                  <c:v>4.94008</c:v>
                </c:pt>
                <c:pt idx="17814">
                  <c:v>4.9403800000000002</c:v>
                </c:pt>
                <c:pt idx="17815">
                  <c:v>4.94069</c:v>
                </c:pt>
                <c:pt idx="17816">
                  <c:v>4.9409900000000002</c:v>
                </c:pt>
                <c:pt idx="17817">
                  <c:v>4.9413</c:v>
                </c:pt>
                <c:pt idx="17818">
                  <c:v>4.9416000000000002</c:v>
                </c:pt>
                <c:pt idx="17819">
                  <c:v>4.94191</c:v>
                </c:pt>
                <c:pt idx="17820">
                  <c:v>4.9422199999999998</c:v>
                </c:pt>
                <c:pt idx="17821">
                  <c:v>4.94252</c:v>
                </c:pt>
                <c:pt idx="17822">
                  <c:v>4.9428299999999998</c:v>
                </c:pt>
                <c:pt idx="17823">
                  <c:v>4.94313</c:v>
                </c:pt>
                <c:pt idx="17824">
                  <c:v>4.9434399999999998</c:v>
                </c:pt>
                <c:pt idx="17825">
                  <c:v>4.94374</c:v>
                </c:pt>
                <c:pt idx="17826">
                  <c:v>4.9440499999999998</c:v>
                </c:pt>
                <c:pt idx="17827">
                  <c:v>4.94435</c:v>
                </c:pt>
                <c:pt idx="17828">
                  <c:v>4.9446599999999998</c:v>
                </c:pt>
                <c:pt idx="17829">
                  <c:v>4.94496</c:v>
                </c:pt>
                <c:pt idx="17830">
                  <c:v>4.9452699999999998</c:v>
                </c:pt>
                <c:pt idx="17831">
                  <c:v>4.94557</c:v>
                </c:pt>
                <c:pt idx="17832">
                  <c:v>4.9458799999999998</c:v>
                </c:pt>
                <c:pt idx="17833">
                  <c:v>4.9461899999999996</c:v>
                </c:pt>
                <c:pt idx="17834">
                  <c:v>4.9464899999999998</c:v>
                </c:pt>
                <c:pt idx="17835">
                  <c:v>4.9467999999999996</c:v>
                </c:pt>
                <c:pt idx="17836">
                  <c:v>4.9470999999999998</c:v>
                </c:pt>
                <c:pt idx="17837">
                  <c:v>4.9474099999999996</c:v>
                </c:pt>
                <c:pt idx="17838">
                  <c:v>4.9477099999999998</c:v>
                </c:pt>
                <c:pt idx="17839">
                  <c:v>4.9480199999999996</c:v>
                </c:pt>
                <c:pt idx="17840">
                  <c:v>4.9483199999999998</c:v>
                </c:pt>
                <c:pt idx="17841">
                  <c:v>4.9486299999999996</c:v>
                </c:pt>
                <c:pt idx="17842">
                  <c:v>4.9489299999999998</c:v>
                </c:pt>
                <c:pt idx="17843">
                  <c:v>4.9492399999999996</c:v>
                </c:pt>
                <c:pt idx="17844">
                  <c:v>4.9495399999999998</c:v>
                </c:pt>
                <c:pt idx="17845">
                  <c:v>4.9498499999999996</c:v>
                </c:pt>
                <c:pt idx="17846">
                  <c:v>4.9501600000000003</c:v>
                </c:pt>
                <c:pt idx="17847">
                  <c:v>4.9504599999999996</c:v>
                </c:pt>
                <c:pt idx="17848">
                  <c:v>4.9507700000000003</c:v>
                </c:pt>
                <c:pt idx="17849">
                  <c:v>4.9510699999999996</c:v>
                </c:pt>
                <c:pt idx="17850">
                  <c:v>4.9513800000000003</c:v>
                </c:pt>
                <c:pt idx="17851">
                  <c:v>4.9516799999999996</c:v>
                </c:pt>
                <c:pt idx="17852">
                  <c:v>4.9519900000000003</c:v>
                </c:pt>
                <c:pt idx="17853">
                  <c:v>4.9522899999999996</c:v>
                </c:pt>
                <c:pt idx="17854">
                  <c:v>4.9526000000000003</c:v>
                </c:pt>
                <c:pt idx="17855">
                  <c:v>4.9528999999999996</c:v>
                </c:pt>
                <c:pt idx="17856">
                  <c:v>4.9532100000000003</c:v>
                </c:pt>
                <c:pt idx="17857">
                  <c:v>4.9535099999999996</c:v>
                </c:pt>
                <c:pt idx="17858">
                  <c:v>4.9538200000000003</c:v>
                </c:pt>
                <c:pt idx="17859">
                  <c:v>4.9541300000000001</c:v>
                </c:pt>
                <c:pt idx="17860">
                  <c:v>4.9544300000000003</c:v>
                </c:pt>
                <c:pt idx="17861">
                  <c:v>4.9547400000000001</c:v>
                </c:pt>
                <c:pt idx="17862">
                  <c:v>4.9550400000000003</c:v>
                </c:pt>
                <c:pt idx="17863">
                  <c:v>4.9553500000000001</c:v>
                </c:pt>
                <c:pt idx="17864">
                  <c:v>4.9556500000000003</c:v>
                </c:pt>
                <c:pt idx="17865">
                  <c:v>4.9559600000000001</c:v>
                </c:pt>
                <c:pt idx="17866">
                  <c:v>4.9562600000000003</c:v>
                </c:pt>
                <c:pt idx="17867">
                  <c:v>4.9565700000000001</c:v>
                </c:pt>
                <c:pt idx="17868">
                  <c:v>4.9568700000000003</c:v>
                </c:pt>
                <c:pt idx="17869">
                  <c:v>4.9571800000000001</c:v>
                </c:pt>
                <c:pt idx="17870">
                  <c:v>4.95749</c:v>
                </c:pt>
                <c:pt idx="17871">
                  <c:v>4.9577900000000001</c:v>
                </c:pt>
                <c:pt idx="17872">
                  <c:v>4.9581</c:v>
                </c:pt>
                <c:pt idx="17873">
                  <c:v>4.9584000000000001</c:v>
                </c:pt>
                <c:pt idx="17874">
                  <c:v>4.95871</c:v>
                </c:pt>
                <c:pt idx="17875">
                  <c:v>4.9590100000000001</c:v>
                </c:pt>
                <c:pt idx="17876">
                  <c:v>4.95932</c:v>
                </c:pt>
                <c:pt idx="17877">
                  <c:v>4.9596200000000001</c:v>
                </c:pt>
                <c:pt idx="17878">
                  <c:v>4.9599299999999999</c:v>
                </c:pt>
                <c:pt idx="17879">
                  <c:v>4.9602300000000001</c:v>
                </c:pt>
                <c:pt idx="17880">
                  <c:v>4.9605399999999999</c:v>
                </c:pt>
                <c:pt idx="17881">
                  <c:v>4.9608400000000001</c:v>
                </c:pt>
                <c:pt idx="17882">
                  <c:v>4.9611499999999999</c:v>
                </c:pt>
                <c:pt idx="17883">
                  <c:v>4.9614599999999998</c:v>
                </c:pt>
                <c:pt idx="17884">
                  <c:v>4.9617599999999999</c:v>
                </c:pt>
                <c:pt idx="17885">
                  <c:v>4.9620699999999998</c:v>
                </c:pt>
                <c:pt idx="17886">
                  <c:v>4.9623699999999999</c:v>
                </c:pt>
                <c:pt idx="17887">
                  <c:v>4.9626799999999998</c:v>
                </c:pt>
                <c:pt idx="17888">
                  <c:v>4.9629799999999999</c:v>
                </c:pt>
                <c:pt idx="17889">
                  <c:v>4.9632899999999998</c:v>
                </c:pt>
                <c:pt idx="17890">
                  <c:v>4.9635899999999999</c:v>
                </c:pt>
                <c:pt idx="17891">
                  <c:v>4.9638999999999998</c:v>
                </c:pt>
                <c:pt idx="17892">
                  <c:v>4.9641999999999999</c:v>
                </c:pt>
                <c:pt idx="17893">
                  <c:v>4.9645099999999998</c:v>
                </c:pt>
                <c:pt idx="17894">
                  <c:v>4.9648099999999999</c:v>
                </c:pt>
                <c:pt idx="17895">
                  <c:v>4.9651199999999998</c:v>
                </c:pt>
                <c:pt idx="17896">
                  <c:v>4.9654299999999996</c:v>
                </c:pt>
                <c:pt idx="17897">
                  <c:v>4.9657299999999998</c:v>
                </c:pt>
                <c:pt idx="17898">
                  <c:v>4.9660399999999996</c:v>
                </c:pt>
                <c:pt idx="17899">
                  <c:v>4.9663399999999998</c:v>
                </c:pt>
                <c:pt idx="17900">
                  <c:v>4.9666499999999996</c:v>
                </c:pt>
                <c:pt idx="17901">
                  <c:v>4.9669499999999998</c:v>
                </c:pt>
                <c:pt idx="17902">
                  <c:v>4.9672599999999996</c:v>
                </c:pt>
                <c:pt idx="17903">
                  <c:v>4.9675599999999998</c:v>
                </c:pt>
                <c:pt idx="17904">
                  <c:v>4.9678699999999996</c:v>
                </c:pt>
                <c:pt idx="17905">
                  <c:v>4.9681699999999998</c:v>
                </c:pt>
                <c:pt idx="17906">
                  <c:v>4.9684799999999996</c:v>
                </c:pt>
                <c:pt idx="17907">
                  <c:v>4.9687799999999998</c:v>
                </c:pt>
                <c:pt idx="17908">
                  <c:v>4.9690899999999996</c:v>
                </c:pt>
                <c:pt idx="17909">
                  <c:v>4.9694000000000003</c:v>
                </c:pt>
                <c:pt idx="17910">
                  <c:v>4.9696999999999996</c:v>
                </c:pt>
                <c:pt idx="17911">
                  <c:v>4.9700100000000003</c:v>
                </c:pt>
                <c:pt idx="17912">
                  <c:v>4.9703099999999996</c:v>
                </c:pt>
                <c:pt idx="17913">
                  <c:v>4.9706200000000003</c:v>
                </c:pt>
                <c:pt idx="17914">
                  <c:v>4.9709199999999996</c:v>
                </c:pt>
                <c:pt idx="17915">
                  <c:v>4.9712300000000003</c:v>
                </c:pt>
                <c:pt idx="17916">
                  <c:v>4.9715299999999996</c:v>
                </c:pt>
                <c:pt idx="17917">
                  <c:v>4.9718400000000003</c:v>
                </c:pt>
                <c:pt idx="17918">
                  <c:v>4.9721399999999996</c:v>
                </c:pt>
                <c:pt idx="17919">
                  <c:v>4.9724500000000003</c:v>
                </c:pt>
                <c:pt idx="17920">
                  <c:v>4.9727499999999996</c:v>
                </c:pt>
                <c:pt idx="17921">
                  <c:v>4.9730600000000003</c:v>
                </c:pt>
                <c:pt idx="17922">
                  <c:v>4.9733700000000001</c:v>
                </c:pt>
                <c:pt idx="17923">
                  <c:v>4.9736700000000003</c:v>
                </c:pt>
                <c:pt idx="17924">
                  <c:v>4.9739800000000001</c:v>
                </c:pt>
                <c:pt idx="17925">
                  <c:v>4.9742800000000003</c:v>
                </c:pt>
                <c:pt idx="17926">
                  <c:v>4.9745900000000001</c:v>
                </c:pt>
                <c:pt idx="17927">
                  <c:v>4.9748900000000003</c:v>
                </c:pt>
                <c:pt idx="17928">
                  <c:v>4.9752000000000001</c:v>
                </c:pt>
                <c:pt idx="17929">
                  <c:v>4.9755000000000003</c:v>
                </c:pt>
                <c:pt idx="17930">
                  <c:v>4.9758100000000001</c:v>
                </c:pt>
                <c:pt idx="17931">
                  <c:v>4.9761100000000003</c:v>
                </c:pt>
                <c:pt idx="17932">
                  <c:v>4.9764200000000001</c:v>
                </c:pt>
                <c:pt idx="17933">
                  <c:v>4.9767299999999999</c:v>
                </c:pt>
                <c:pt idx="17934">
                  <c:v>4.9770300000000001</c:v>
                </c:pt>
                <c:pt idx="17935">
                  <c:v>4.9773399999999999</c:v>
                </c:pt>
                <c:pt idx="17936">
                  <c:v>4.9776400000000001</c:v>
                </c:pt>
                <c:pt idx="17937">
                  <c:v>4.9779499999999999</c:v>
                </c:pt>
                <c:pt idx="17938">
                  <c:v>4.9782500000000001</c:v>
                </c:pt>
                <c:pt idx="17939">
                  <c:v>4.9785599999999999</c:v>
                </c:pt>
                <c:pt idx="17940">
                  <c:v>4.9788600000000001</c:v>
                </c:pt>
                <c:pt idx="17941">
                  <c:v>4.9791699999999999</c:v>
                </c:pt>
                <c:pt idx="17942">
                  <c:v>4.9794700000000001</c:v>
                </c:pt>
                <c:pt idx="17943">
                  <c:v>4.9797799999999999</c:v>
                </c:pt>
                <c:pt idx="17944">
                  <c:v>4.9800800000000001</c:v>
                </c:pt>
                <c:pt idx="17945">
                  <c:v>4.9803899999999999</c:v>
                </c:pt>
                <c:pt idx="17946">
                  <c:v>4.9806999999999997</c:v>
                </c:pt>
                <c:pt idx="17947">
                  <c:v>4.9809999999999999</c:v>
                </c:pt>
                <c:pt idx="17948">
                  <c:v>4.9813099999999997</c:v>
                </c:pt>
                <c:pt idx="17949">
                  <c:v>4.9816099999999999</c:v>
                </c:pt>
                <c:pt idx="17950">
                  <c:v>4.9819199999999997</c:v>
                </c:pt>
                <c:pt idx="17951">
                  <c:v>4.9822199999999999</c:v>
                </c:pt>
                <c:pt idx="17952">
                  <c:v>4.9825299999999997</c:v>
                </c:pt>
                <c:pt idx="17953">
                  <c:v>4.9828299999999999</c:v>
                </c:pt>
                <c:pt idx="17954">
                  <c:v>4.9831399999999997</c:v>
                </c:pt>
                <c:pt idx="17955">
                  <c:v>4.9834399999999999</c:v>
                </c:pt>
                <c:pt idx="17956">
                  <c:v>4.9837499999999997</c:v>
                </c:pt>
                <c:pt idx="17957">
                  <c:v>4.9840499999999999</c:v>
                </c:pt>
                <c:pt idx="17958">
                  <c:v>4.9843599999999997</c:v>
                </c:pt>
                <c:pt idx="17959">
                  <c:v>4.9846700000000004</c:v>
                </c:pt>
                <c:pt idx="17960">
                  <c:v>4.9849699999999997</c:v>
                </c:pt>
                <c:pt idx="17961">
                  <c:v>4.9852800000000004</c:v>
                </c:pt>
                <c:pt idx="17962">
                  <c:v>4.9855799999999997</c:v>
                </c:pt>
                <c:pt idx="17963">
                  <c:v>4.9858900000000004</c:v>
                </c:pt>
                <c:pt idx="17964">
                  <c:v>4.9861899999999997</c:v>
                </c:pt>
                <c:pt idx="17965">
                  <c:v>4.9865000000000004</c:v>
                </c:pt>
                <c:pt idx="17966">
                  <c:v>4.9867999999999997</c:v>
                </c:pt>
                <c:pt idx="17967">
                  <c:v>4.9871100000000004</c:v>
                </c:pt>
                <c:pt idx="17968">
                  <c:v>4.9874099999999997</c:v>
                </c:pt>
                <c:pt idx="17969">
                  <c:v>4.9877200000000004</c:v>
                </c:pt>
                <c:pt idx="17970">
                  <c:v>4.9880199999999997</c:v>
                </c:pt>
                <c:pt idx="17971">
                  <c:v>4.9883300000000004</c:v>
                </c:pt>
                <c:pt idx="17972">
                  <c:v>4.9886400000000002</c:v>
                </c:pt>
                <c:pt idx="17973">
                  <c:v>4.9889400000000004</c:v>
                </c:pt>
                <c:pt idx="17974">
                  <c:v>4.9892500000000002</c:v>
                </c:pt>
                <c:pt idx="17975">
                  <c:v>4.9895500000000004</c:v>
                </c:pt>
                <c:pt idx="17976">
                  <c:v>4.9898600000000002</c:v>
                </c:pt>
                <c:pt idx="17977">
                  <c:v>4.9901600000000004</c:v>
                </c:pt>
                <c:pt idx="17978">
                  <c:v>4.9904700000000002</c:v>
                </c:pt>
                <c:pt idx="17979">
                  <c:v>4.9907700000000004</c:v>
                </c:pt>
                <c:pt idx="17980">
                  <c:v>4.9910800000000002</c:v>
                </c:pt>
                <c:pt idx="17981">
                  <c:v>4.9913800000000004</c:v>
                </c:pt>
                <c:pt idx="17982">
                  <c:v>4.9916900000000002</c:v>
                </c:pt>
                <c:pt idx="17983">
                  <c:v>4.9919900000000004</c:v>
                </c:pt>
                <c:pt idx="17984">
                  <c:v>4.9923000000000002</c:v>
                </c:pt>
                <c:pt idx="17985">
                  <c:v>4.99261</c:v>
                </c:pt>
                <c:pt idx="17986">
                  <c:v>4.9929100000000002</c:v>
                </c:pt>
                <c:pt idx="17987">
                  <c:v>4.99322</c:v>
                </c:pt>
                <c:pt idx="17988">
                  <c:v>4.9935200000000002</c:v>
                </c:pt>
                <c:pt idx="17989">
                  <c:v>4.99383</c:v>
                </c:pt>
                <c:pt idx="17990">
                  <c:v>4.9941300000000002</c:v>
                </c:pt>
                <c:pt idx="17991">
                  <c:v>4.99444</c:v>
                </c:pt>
                <c:pt idx="17992">
                  <c:v>4.9947400000000002</c:v>
                </c:pt>
                <c:pt idx="17993">
                  <c:v>4.99505</c:v>
                </c:pt>
                <c:pt idx="17994">
                  <c:v>4.9953500000000002</c:v>
                </c:pt>
                <c:pt idx="17995">
                  <c:v>4.99566</c:v>
                </c:pt>
                <c:pt idx="17996">
                  <c:v>4.9959699999999998</c:v>
                </c:pt>
                <c:pt idx="17997">
                  <c:v>4.99627</c:v>
                </c:pt>
                <c:pt idx="17998">
                  <c:v>4.9965799999999998</c:v>
                </c:pt>
                <c:pt idx="17999">
                  <c:v>4.99688</c:v>
                </c:pt>
                <c:pt idx="18000">
                  <c:v>4.9971899999999998</c:v>
                </c:pt>
                <c:pt idx="18001">
                  <c:v>4.99749</c:v>
                </c:pt>
                <c:pt idx="18002">
                  <c:v>4.9977999999999998</c:v>
                </c:pt>
                <c:pt idx="18003">
                  <c:v>4.9981</c:v>
                </c:pt>
                <c:pt idx="18004">
                  <c:v>4.9984099999999998</c:v>
                </c:pt>
                <c:pt idx="18005">
                  <c:v>4.99871</c:v>
                </c:pt>
                <c:pt idx="18006">
                  <c:v>4.9990199999999998</c:v>
                </c:pt>
                <c:pt idx="18007">
                  <c:v>4.99932</c:v>
                </c:pt>
                <c:pt idx="18008">
                  <c:v>4.9996299999999998</c:v>
                </c:pt>
                <c:pt idx="18009">
                  <c:v>4.9999399999999996</c:v>
                </c:pt>
                <c:pt idx="18010">
                  <c:v>5.0002399999999998</c:v>
                </c:pt>
                <c:pt idx="18011">
                  <c:v>5.0005499999999996</c:v>
                </c:pt>
                <c:pt idx="18012">
                  <c:v>5.0008499999999998</c:v>
                </c:pt>
                <c:pt idx="18013">
                  <c:v>5.0011599999999996</c:v>
                </c:pt>
                <c:pt idx="18014">
                  <c:v>5.0014599999999998</c:v>
                </c:pt>
                <c:pt idx="18015">
                  <c:v>5.0017699999999996</c:v>
                </c:pt>
                <c:pt idx="18016">
                  <c:v>5.0020699999999998</c:v>
                </c:pt>
                <c:pt idx="18017">
                  <c:v>5.0023799999999996</c:v>
                </c:pt>
                <c:pt idx="18018">
                  <c:v>5.0026799999999998</c:v>
                </c:pt>
                <c:pt idx="18019">
                  <c:v>5.0029899999999996</c:v>
                </c:pt>
                <c:pt idx="18020">
                  <c:v>5.0032899999999998</c:v>
                </c:pt>
                <c:pt idx="18021">
                  <c:v>5.0035999999999996</c:v>
                </c:pt>
                <c:pt idx="18022">
                  <c:v>5.0039100000000003</c:v>
                </c:pt>
                <c:pt idx="18023">
                  <c:v>5.0042099999999996</c:v>
                </c:pt>
                <c:pt idx="18024">
                  <c:v>5.0045200000000003</c:v>
                </c:pt>
                <c:pt idx="18025">
                  <c:v>5.0048199999999996</c:v>
                </c:pt>
                <c:pt idx="18026">
                  <c:v>5.0051300000000003</c:v>
                </c:pt>
                <c:pt idx="18027">
                  <c:v>5.0054299999999996</c:v>
                </c:pt>
                <c:pt idx="18028">
                  <c:v>5.0057400000000003</c:v>
                </c:pt>
                <c:pt idx="18029">
                  <c:v>5.0060399999999996</c:v>
                </c:pt>
                <c:pt idx="18030">
                  <c:v>5.0063500000000003</c:v>
                </c:pt>
                <c:pt idx="18031">
                  <c:v>5.0066499999999996</c:v>
                </c:pt>
                <c:pt idx="18032">
                  <c:v>5.0069600000000003</c:v>
                </c:pt>
                <c:pt idx="18033">
                  <c:v>5.0072599999999996</c:v>
                </c:pt>
                <c:pt idx="18034">
                  <c:v>5.0075700000000003</c:v>
                </c:pt>
                <c:pt idx="18035">
                  <c:v>5.0078800000000001</c:v>
                </c:pt>
                <c:pt idx="18036">
                  <c:v>5.0081800000000003</c:v>
                </c:pt>
                <c:pt idx="18037">
                  <c:v>5.0084900000000001</c:v>
                </c:pt>
                <c:pt idx="18038">
                  <c:v>5.0087900000000003</c:v>
                </c:pt>
                <c:pt idx="18039">
                  <c:v>5.0091000000000001</c:v>
                </c:pt>
                <c:pt idx="18040">
                  <c:v>5.0094000000000003</c:v>
                </c:pt>
                <c:pt idx="18041">
                  <c:v>5.0097100000000001</c:v>
                </c:pt>
                <c:pt idx="18042">
                  <c:v>5.0100100000000003</c:v>
                </c:pt>
                <c:pt idx="18043">
                  <c:v>5.0103200000000001</c:v>
                </c:pt>
                <c:pt idx="18044">
                  <c:v>5.0106200000000003</c:v>
                </c:pt>
                <c:pt idx="18045">
                  <c:v>5.0109300000000001</c:v>
                </c:pt>
                <c:pt idx="18046">
                  <c:v>5.0112300000000003</c:v>
                </c:pt>
                <c:pt idx="18047">
                  <c:v>5.0115400000000001</c:v>
                </c:pt>
                <c:pt idx="18048">
                  <c:v>5.0118499999999999</c:v>
                </c:pt>
                <c:pt idx="18049">
                  <c:v>5.0121500000000001</c:v>
                </c:pt>
                <c:pt idx="18050">
                  <c:v>5.0124599999999999</c:v>
                </c:pt>
                <c:pt idx="18051">
                  <c:v>5.0127600000000001</c:v>
                </c:pt>
                <c:pt idx="18052">
                  <c:v>5.0130699999999999</c:v>
                </c:pt>
                <c:pt idx="18053">
                  <c:v>5.0133700000000001</c:v>
                </c:pt>
                <c:pt idx="18054">
                  <c:v>5.0136799999999999</c:v>
                </c:pt>
                <c:pt idx="18055">
                  <c:v>5.0139800000000001</c:v>
                </c:pt>
                <c:pt idx="18056">
                  <c:v>5.0142899999999999</c:v>
                </c:pt>
                <c:pt idx="18057">
                  <c:v>5.0145900000000001</c:v>
                </c:pt>
                <c:pt idx="18058">
                  <c:v>5.0148999999999999</c:v>
                </c:pt>
                <c:pt idx="18059">
                  <c:v>5.0152099999999997</c:v>
                </c:pt>
                <c:pt idx="18060">
                  <c:v>5.0155099999999999</c:v>
                </c:pt>
                <c:pt idx="18061">
                  <c:v>5.0158199999999997</c:v>
                </c:pt>
                <c:pt idx="18062">
                  <c:v>5.0161199999999999</c:v>
                </c:pt>
                <c:pt idx="18063">
                  <c:v>5.0164299999999997</c:v>
                </c:pt>
                <c:pt idx="18064">
                  <c:v>5.0167299999999999</c:v>
                </c:pt>
                <c:pt idx="18065">
                  <c:v>5.0170399999999997</c:v>
                </c:pt>
                <c:pt idx="18066">
                  <c:v>5.0173399999999999</c:v>
                </c:pt>
                <c:pt idx="18067">
                  <c:v>5.0176499999999997</c:v>
                </c:pt>
                <c:pt idx="18068">
                  <c:v>5.0179499999999999</c:v>
                </c:pt>
                <c:pt idx="18069">
                  <c:v>5.0182599999999997</c:v>
                </c:pt>
                <c:pt idx="18070">
                  <c:v>5.0185599999999999</c:v>
                </c:pt>
                <c:pt idx="18071">
                  <c:v>5.0188699999999997</c:v>
                </c:pt>
                <c:pt idx="18072">
                  <c:v>5.0191800000000004</c:v>
                </c:pt>
                <c:pt idx="18073">
                  <c:v>5.0194799999999997</c:v>
                </c:pt>
                <c:pt idx="18074">
                  <c:v>5.0197900000000004</c:v>
                </c:pt>
                <c:pt idx="18075">
                  <c:v>5.0200899999999997</c:v>
                </c:pt>
                <c:pt idx="18076">
                  <c:v>5.0204000000000004</c:v>
                </c:pt>
                <c:pt idx="18077">
                  <c:v>5.0206999999999997</c:v>
                </c:pt>
                <c:pt idx="18078">
                  <c:v>5.0210100000000004</c:v>
                </c:pt>
                <c:pt idx="18079">
                  <c:v>5.0213099999999997</c:v>
                </c:pt>
                <c:pt idx="18080">
                  <c:v>5.0216200000000004</c:v>
                </c:pt>
                <c:pt idx="18081">
                  <c:v>5.0219199999999997</c:v>
                </c:pt>
                <c:pt idx="18082">
                  <c:v>5.0222300000000004</c:v>
                </c:pt>
                <c:pt idx="18083">
                  <c:v>5.0225299999999997</c:v>
                </c:pt>
                <c:pt idx="18084">
                  <c:v>5.0228400000000004</c:v>
                </c:pt>
                <c:pt idx="18085">
                  <c:v>5.0231500000000002</c:v>
                </c:pt>
                <c:pt idx="18086">
                  <c:v>5.0234500000000004</c:v>
                </c:pt>
                <c:pt idx="18087">
                  <c:v>5.0237600000000002</c:v>
                </c:pt>
                <c:pt idx="18088">
                  <c:v>5.0240600000000004</c:v>
                </c:pt>
                <c:pt idx="18089">
                  <c:v>5.0243700000000002</c:v>
                </c:pt>
                <c:pt idx="18090">
                  <c:v>5.0246700000000004</c:v>
                </c:pt>
                <c:pt idx="18091">
                  <c:v>5.0249800000000002</c:v>
                </c:pt>
                <c:pt idx="18092">
                  <c:v>5.0252800000000004</c:v>
                </c:pt>
                <c:pt idx="18093">
                  <c:v>5.0255900000000002</c:v>
                </c:pt>
                <c:pt idx="18094">
                  <c:v>5.0258900000000004</c:v>
                </c:pt>
                <c:pt idx="18095">
                  <c:v>5.0262000000000002</c:v>
                </c:pt>
                <c:pt idx="18096">
                  <c:v>5.0265000000000004</c:v>
                </c:pt>
                <c:pt idx="18097">
                  <c:v>5.0268100000000002</c:v>
                </c:pt>
                <c:pt idx="18098">
                  <c:v>5.02712</c:v>
                </c:pt>
                <c:pt idx="18099">
                  <c:v>5.0274200000000002</c:v>
                </c:pt>
                <c:pt idx="18100">
                  <c:v>5.02773</c:v>
                </c:pt>
                <c:pt idx="18101">
                  <c:v>5.0280300000000002</c:v>
                </c:pt>
                <c:pt idx="18102">
                  <c:v>5.02834</c:v>
                </c:pt>
                <c:pt idx="18103">
                  <c:v>5.0286400000000002</c:v>
                </c:pt>
                <c:pt idx="18104">
                  <c:v>5.02895</c:v>
                </c:pt>
                <c:pt idx="18105">
                  <c:v>5.0292500000000002</c:v>
                </c:pt>
                <c:pt idx="18106">
                  <c:v>5.02956</c:v>
                </c:pt>
                <c:pt idx="18107">
                  <c:v>5.0298600000000002</c:v>
                </c:pt>
                <c:pt idx="18108">
                  <c:v>5.03017</c:v>
                </c:pt>
                <c:pt idx="18109">
                  <c:v>5.0304799999999998</c:v>
                </c:pt>
                <c:pt idx="18110">
                  <c:v>5.03078</c:v>
                </c:pt>
                <c:pt idx="18111">
                  <c:v>5.0310899999999998</c:v>
                </c:pt>
                <c:pt idx="18112">
                  <c:v>5.03139</c:v>
                </c:pt>
                <c:pt idx="18113">
                  <c:v>5.0316999999999998</c:v>
                </c:pt>
                <c:pt idx="18114">
                  <c:v>5.032</c:v>
                </c:pt>
                <c:pt idx="18115">
                  <c:v>5.0323099999999998</c:v>
                </c:pt>
                <c:pt idx="18116">
                  <c:v>5.03261</c:v>
                </c:pt>
                <c:pt idx="18117">
                  <c:v>5.0329199999999998</c:v>
                </c:pt>
                <c:pt idx="18118">
                  <c:v>5.03322</c:v>
                </c:pt>
                <c:pt idx="18119">
                  <c:v>5.0335299999999998</c:v>
                </c:pt>
                <c:pt idx="18120">
                  <c:v>5.03383</c:v>
                </c:pt>
                <c:pt idx="18121">
                  <c:v>5.0341399999999998</c:v>
                </c:pt>
                <c:pt idx="18122">
                  <c:v>5.0344499999999996</c:v>
                </c:pt>
                <c:pt idx="18123">
                  <c:v>5.0347499999999998</c:v>
                </c:pt>
                <c:pt idx="18124">
                  <c:v>5.0350599999999996</c:v>
                </c:pt>
                <c:pt idx="18125">
                  <c:v>5.0353599999999998</c:v>
                </c:pt>
                <c:pt idx="18126">
                  <c:v>5.0356699999999996</c:v>
                </c:pt>
                <c:pt idx="18127">
                  <c:v>5.0359699999999998</c:v>
                </c:pt>
                <c:pt idx="18128">
                  <c:v>5.0362799999999996</c:v>
                </c:pt>
                <c:pt idx="18129">
                  <c:v>5.0365799999999998</c:v>
                </c:pt>
                <c:pt idx="18130">
                  <c:v>5.0368899999999996</c:v>
                </c:pt>
                <c:pt idx="18131">
                  <c:v>5.0371899999999998</c:v>
                </c:pt>
                <c:pt idx="18132">
                  <c:v>5.0374999999999996</c:v>
                </c:pt>
                <c:pt idx="18133">
                  <c:v>5.0377999999999998</c:v>
                </c:pt>
                <c:pt idx="18134">
                  <c:v>5.0381099999999996</c:v>
                </c:pt>
                <c:pt idx="18135">
                  <c:v>5.0384200000000003</c:v>
                </c:pt>
                <c:pt idx="18136">
                  <c:v>5.0387199999999996</c:v>
                </c:pt>
                <c:pt idx="18137">
                  <c:v>5.0390300000000003</c:v>
                </c:pt>
                <c:pt idx="18138">
                  <c:v>5.0393299999999996</c:v>
                </c:pt>
                <c:pt idx="18139">
                  <c:v>5.0396400000000003</c:v>
                </c:pt>
                <c:pt idx="18140">
                  <c:v>5.0399399999999996</c:v>
                </c:pt>
                <c:pt idx="18141">
                  <c:v>5.0402500000000003</c:v>
                </c:pt>
                <c:pt idx="18142">
                  <c:v>5.0405499999999996</c:v>
                </c:pt>
                <c:pt idx="18143">
                  <c:v>5.0408600000000003</c:v>
                </c:pt>
                <c:pt idx="18144">
                  <c:v>5.0411599999999996</c:v>
                </c:pt>
                <c:pt idx="18145">
                  <c:v>5.0414700000000003</c:v>
                </c:pt>
                <c:pt idx="18146">
                  <c:v>5.0417699999999996</c:v>
                </c:pt>
                <c:pt idx="18147">
                  <c:v>5.0420800000000003</c:v>
                </c:pt>
                <c:pt idx="18148">
                  <c:v>5.0423900000000001</c:v>
                </c:pt>
                <c:pt idx="18149">
                  <c:v>5.0426900000000003</c:v>
                </c:pt>
                <c:pt idx="18150">
                  <c:v>5.0430000000000001</c:v>
                </c:pt>
                <c:pt idx="18151">
                  <c:v>5.0433000000000003</c:v>
                </c:pt>
                <c:pt idx="18152">
                  <c:v>5.0436100000000001</c:v>
                </c:pt>
                <c:pt idx="18153">
                  <c:v>5.0439100000000003</c:v>
                </c:pt>
                <c:pt idx="18154">
                  <c:v>5.0442200000000001</c:v>
                </c:pt>
                <c:pt idx="18155">
                  <c:v>5.0445200000000003</c:v>
                </c:pt>
                <c:pt idx="18156">
                  <c:v>5.0448300000000001</c:v>
                </c:pt>
                <c:pt idx="18157">
                  <c:v>5.0451300000000003</c:v>
                </c:pt>
                <c:pt idx="18158">
                  <c:v>5.0454400000000001</c:v>
                </c:pt>
                <c:pt idx="18159">
                  <c:v>5.0457400000000003</c:v>
                </c:pt>
                <c:pt idx="18160">
                  <c:v>5.0460500000000001</c:v>
                </c:pt>
                <c:pt idx="18161">
                  <c:v>5.04636</c:v>
                </c:pt>
                <c:pt idx="18162">
                  <c:v>5.0466600000000001</c:v>
                </c:pt>
                <c:pt idx="18163">
                  <c:v>5.04697</c:v>
                </c:pt>
                <c:pt idx="18164">
                  <c:v>5.0472700000000001</c:v>
                </c:pt>
                <c:pt idx="18165">
                  <c:v>5.04758</c:v>
                </c:pt>
                <c:pt idx="18166">
                  <c:v>5.0478800000000001</c:v>
                </c:pt>
                <c:pt idx="18167">
                  <c:v>5.04819</c:v>
                </c:pt>
                <c:pt idx="18168">
                  <c:v>5.0484900000000001</c:v>
                </c:pt>
                <c:pt idx="18169">
                  <c:v>5.0488</c:v>
                </c:pt>
                <c:pt idx="18170">
                  <c:v>5.0491000000000001</c:v>
                </c:pt>
                <c:pt idx="18171">
                  <c:v>5.04941</c:v>
                </c:pt>
                <c:pt idx="18172">
                  <c:v>5.0497199999999998</c:v>
                </c:pt>
                <c:pt idx="18173">
                  <c:v>5.05002</c:v>
                </c:pt>
                <c:pt idx="18174">
                  <c:v>5.0503299999999998</c:v>
                </c:pt>
                <c:pt idx="18175">
                  <c:v>5.05063</c:v>
                </c:pt>
                <c:pt idx="18176">
                  <c:v>5.0509399999999998</c:v>
                </c:pt>
                <c:pt idx="18177">
                  <c:v>5.05124</c:v>
                </c:pt>
                <c:pt idx="18178">
                  <c:v>5.0515499999999998</c:v>
                </c:pt>
                <c:pt idx="18179">
                  <c:v>5.05185</c:v>
                </c:pt>
                <c:pt idx="18180">
                  <c:v>5.0521599999999998</c:v>
                </c:pt>
                <c:pt idx="18181">
                  <c:v>5.05246</c:v>
                </c:pt>
                <c:pt idx="18182">
                  <c:v>5.0527699999999998</c:v>
                </c:pt>
                <c:pt idx="18183">
                  <c:v>5.05307</c:v>
                </c:pt>
                <c:pt idx="18184">
                  <c:v>5.0533799999999998</c:v>
                </c:pt>
                <c:pt idx="18185">
                  <c:v>5.0536899999999996</c:v>
                </c:pt>
                <c:pt idx="18186">
                  <c:v>5.0539899999999998</c:v>
                </c:pt>
                <c:pt idx="18187">
                  <c:v>5.0542999999999996</c:v>
                </c:pt>
                <c:pt idx="18188">
                  <c:v>5.0545999999999998</c:v>
                </c:pt>
                <c:pt idx="18189">
                  <c:v>5.0549099999999996</c:v>
                </c:pt>
                <c:pt idx="18190">
                  <c:v>5.0552099999999998</c:v>
                </c:pt>
                <c:pt idx="18191">
                  <c:v>5.0555199999999996</c:v>
                </c:pt>
                <c:pt idx="18192">
                  <c:v>5.0558199999999998</c:v>
                </c:pt>
                <c:pt idx="18193">
                  <c:v>5.0561299999999996</c:v>
                </c:pt>
                <c:pt idx="18194">
                  <c:v>5.0564299999999998</c:v>
                </c:pt>
                <c:pt idx="18195">
                  <c:v>5.0567399999999996</c:v>
                </c:pt>
                <c:pt idx="18196">
                  <c:v>5.0570399999999998</c:v>
                </c:pt>
                <c:pt idx="18197">
                  <c:v>5.0573499999999996</c:v>
                </c:pt>
                <c:pt idx="18198">
                  <c:v>5.0576600000000003</c:v>
                </c:pt>
                <c:pt idx="18199">
                  <c:v>5.0579599999999996</c:v>
                </c:pt>
                <c:pt idx="18200">
                  <c:v>5.0582700000000003</c:v>
                </c:pt>
                <c:pt idx="18201">
                  <c:v>5.0585699999999996</c:v>
                </c:pt>
                <c:pt idx="18202">
                  <c:v>5.0588800000000003</c:v>
                </c:pt>
                <c:pt idx="18203">
                  <c:v>5.0591799999999996</c:v>
                </c:pt>
                <c:pt idx="18204">
                  <c:v>5.0594900000000003</c:v>
                </c:pt>
                <c:pt idx="18205">
                  <c:v>5.0597899999999996</c:v>
                </c:pt>
                <c:pt idx="18206">
                  <c:v>5.0601000000000003</c:v>
                </c:pt>
                <c:pt idx="18207">
                  <c:v>5.0603999999999996</c:v>
                </c:pt>
                <c:pt idx="18208">
                  <c:v>5.0607100000000003</c:v>
                </c:pt>
                <c:pt idx="18209">
                  <c:v>5.0610099999999996</c:v>
                </c:pt>
                <c:pt idx="18210">
                  <c:v>5.0613200000000003</c:v>
                </c:pt>
                <c:pt idx="18211">
                  <c:v>5.0616300000000001</c:v>
                </c:pt>
                <c:pt idx="18212">
                  <c:v>5.0619300000000003</c:v>
                </c:pt>
                <c:pt idx="18213">
                  <c:v>5.0622400000000001</c:v>
                </c:pt>
                <c:pt idx="18214">
                  <c:v>5.0625400000000003</c:v>
                </c:pt>
                <c:pt idx="18215">
                  <c:v>5.0628500000000001</c:v>
                </c:pt>
                <c:pt idx="18216">
                  <c:v>5.0631500000000003</c:v>
                </c:pt>
                <c:pt idx="18217">
                  <c:v>5.0634600000000001</c:v>
                </c:pt>
                <c:pt idx="18218">
                  <c:v>5.0637600000000003</c:v>
                </c:pt>
                <c:pt idx="18219">
                  <c:v>5.0640700000000001</c:v>
                </c:pt>
                <c:pt idx="18220">
                  <c:v>5.0643700000000003</c:v>
                </c:pt>
                <c:pt idx="18221">
                  <c:v>5.0646800000000001</c:v>
                </c:pt>
                <c:pt idx="18222">
                  <c:v>5.0649800000000003</c:v>
                </c:pt>
                <c:pt idx="18223">
                  <c:v>5.0652900000000001</c:v>
                </c:pt>
                <c:pt idx="18224">
                  <c:v>5.0655999999999999</c:v>
                </c:pt>
                <c:pt idx="18225">
                  <c:v>5.0659000000000001</c:v>
                </c:pt>
                <c:pt idx="18226">
                  <c:v>5.0662099999999999</c:v>
                </c:pt>
                <c:pt idx="18227">
                  <c:v>5.0665100000000001</c:v>
                </c:pt>
                <c:pt idx="18228">
                  <c:v>5.0668199999999999</c:v>
                </c:pt>
                <c:pt idx="18229">
                  <c:v>5.0671200000000001</c:v>
                </c:pt>
                <c:pt idx="18230">
                  <c:v>5.0674299999999999</c:v>
                </c:pt>
                <c:pt idx="18231">
                  <c:v>5.0677300000000001</c:v>
                </c:pt>
                <c:pt idx="18232">
                  <c:v>5.0680399999999999</c:v>
                </c:pt>
                <c:pt idx="18233">
                  <c:v>5.0683400000000001</c:v>
                </c:pt>
                <c:pt idx="18234">
                  <c:v>5.0686499999999999</c:v>
                </c:pt>
                <c:pt idx="18235">
                  <c:v>5.0689599999999997</c:v>
                </c:pt>
                <c:pt idx="18236">
                  <c:v>5.0692599999999999</c:v>
                </c:pt>
                <c:pt idx="18237">
                  <c:v>5.0695699999999997</c:v>
                </c:pt>
                <c:pt idx="18238">
                  <c:v>5.0698699999999999</c:v>
                </c:pt>
                <c:pt idx="18239">
                  <c:v>5.0701799999999997</c:v>
                </c:pt>
                <c:pt idx="18240">
                  <c:v>5.0704799999999999</c:v>
                </c:pt>
                <c:pt idx="18241">
                  <c:v>5.0707899999999997</c:v>
                </c:pt>
                <c:pt idx="18242">
                  <c:v>5.0710899999999999</c:v>
                </c:pt>
                <c:pt idx="18243">
                  <c:v>5.0713999999999997</c:v>
                </c:pt>
                <c:pt idx="18244">
                  <c:v>5.0716999999999999</c:v>
                </c:pt>
                <c:pt idx="18245">
                  <c:v>5.0720099999999997</c:v>
                </c:pt>
                <c:pt idx="18246">
                  <c:v>5.0723099999999999</c:v>
                </c:pt>
                <c:pt idx="18247">
                  <c:v>5.0726199999999997</c:v>
                </c:pt>
                <c:pt idx="18248">
                  <c:v>5.0729300000000004</c:v>
                </c:pt>
                <c:pt idx="18249">
                  <c:v>5.0732299999999997</c:v>
                </c:pt>
                <c:pt idx="18250">
                  <c:v>5.0735400000000004</c:v>
                </c:pt>
                <c:pt idx="18251">
                  <c:v>5.0738399999999997</c:v>
                </c:pt>
                <c:pt idx="18252">
                  <c:v>5.0741500000000004</c:v>
                </c:pt>
                <c:pt idx="18253">
                  <c:v>5.0744499999999997</c:v>
                </c:pt>
                <c:pt idx="18254">
                  <c:v>5.0747600000000004</c:v>
                </c:pt>
                <c:pt idx="18255">
                  <c:v>5.0750599999999997</c:v>
                </c:pt>
                <c:pt idx="18256">
                  <c:v>5.0753700000000004</c:v>
                </c:pt>
                <c:pt idx="18257">
                  <c:v>5.0756699999999997</c:v>
                </c:pt>
                <c:pt idx="18258">
                  <c:v>5.0759800000000004</c:v>
                </c:pt>
                <c:pt idx="18259">
                  <c:v>5.0762799999999997</c:v>
                </c:pt>
                <c:pt idx="18260">
                  <c:v>5.0765900000000004</c:v>
                </c:pt>
                <c:pt idx="18261">
                  <c:v>5.0769000000000002</c:v>
                </c:pt>
                <c:pt idx="18262">
                  <c:v>5.0772000000000004</c:v>
                </c:pt>
                <c:pt idx="18263">
                  <c:v>5.0775100000000002</c:v>
                </c:pt>
                <c:pt idx="18264">
                  <c:v>5.0778100000000004</c:v>
                </c:pt>
                <c:pt idx="18265">
                  <c:v>5.0781200000000002</c:v>
                </c:pt>
                <c:pt idx="18266">
                  <c:v>5.0784200000000004</c:v>
                </c:pt>
                <c:pt idx="18267">
                  <c:v>5.0787300000000002</c:v>
                </c:pt>
                <c:pt idx="18268">
                  <c:v>5.0790300000000004</c:v>
                </c:pt>
                <c:pt idx="18269">
                  <c:v>5.0793400000000002</c:v>
                </c:pt>
                <c:pt idx="18270">
                  <c:v>5.0796400000000004</c:v>
                </c:pt>
                <c:pt idx="18271">
                  <c:v>5.0799500000000002</c:v>
                </c:pt>
                <c:pt idx="18272">
                  <c:v>5.0802500000000004</c:v>
                </c:pt>
                <c:pt idx="18273">
                  <c:v>5.0805600000000002</c:v>
                </c:pt>
                <c:pt idx="18274">
                  <c:v>5.08087</c:v>
                </c:pt>
                <c:pt idx="18275">
                  <c:v>5.0811700000000002</c:v>
                </c:pt>
                <c:pt idx="18276">
                  <c:v>5.08148</c:v>
                </c:pt>
                <c:pt idx="18277">
                  <c:v>5.0817800000000002</c:v>
                </c:pt>
                <c:pt idx="18278">
                  <c:v>5.08209</c:v>
                </c:pt>
                <c:pt idx="18279">
                  <c:v>5.0823900000000002</c:v>
                </c:pt>
                <c:pt idx="18280">
                  <c:v>5.0827</c:v>
                </c:pt>
                <c:pt idx="18281">
                  <c:v>5.0830000000000002</c:v>
                </c:pt>
                <c:pt idx="18282">
                  <c:v>5.08331</c:v>
                </c:pt>
                <c:pt idx="18283">
                  <c:v>5.0836100000000002</c:v>
                </c:pt>
                <c:pt idx="18284">
                  <c:v>5.08392</c:v>
                </c:pt>
                <c:pt idx="18285">
                  <c:v>5.0842299999999998</c:v>
                </c:pt>
                <c:pt idx="18286">
                  <c:v>5.08453</c:v>
                </c:pt>
                <c:pt idx="18287">
                  <c:v>5.0848399999999998</c:v>
                </c:pt>
                <c:pt idx="18288">
                  <c:v>5.08514</c:v>
                </c:pt>
                <c:pt idx="18289">
                  <c:v>5.0854499999999998</c:v>
                </c:pt>
                <c:pt idx="18290">
                  <c:v>5.08575</c:v>
                </c:pt>
                <c:pt idx="18291">
                  <c:v>5.0860599999999998</c:v>
                </c:pt>
                <c:pt idx="18292">
                  <c:v>5.08636</c:v>
                </c:pt>
                <c:pt idx="18293">
                  <c:v>5.0866699999999998</c:v>
                </c:pt>
                <c:pt idx="18294">
                  <c:v>5.08697</c:v>
                </c:pt>
                <c:pt idx="18295">
                  <c:v>5.0872799999999998</c:v>
                </c:pt>
                <c:pt idx="18296">
                  <c:v>5.08758</c:v>
                </c:pt>
                <c:pt idx="18297">
                  <c:v>5.0878899999999998</c:v>
                </c:pt>
                <c:pt idx="18298">
                  <c:v>5.0881999999999996</c:v>
                </c:pt>
                <c:pt idx="18299">
                  <c:v>5.0884999999999998</c:v>
                </c:pt>
                <c:pt idx="18300">
                  <c:v>5.0888099999999996</c:v>
                </c:pt>
                <c:pt idx="18301">
                  <c:v>5.0891099999999998</c:v>
                </c:pt>
                <c:pt idx="18302">
                  <c:v>5.0894199999999996</c:v>
                </c:pt>
                <c:pt idx="18303">
                  <c:v>5.0897199999999998</c:v>
                </c:pt>
                <c:pt idx="18304">
                  <c:v>5.0900299999999996</c:v>
                </c:pt>
                <c:pt idx="18305">
                  <c:v>5.0903299999999998</c:v>
                </c:pt>
                <c:pt idx="18306">
                  <c:v>5.0906399999999996</c:v>
                </c:pt>
                <c:pt idx="18307">
                  <c:v>5.0909399999999998</c:v>
                </c:pt>
                <c:pt idx="18308">
                  <c:v>5.0912499999999996</c:v>
                </c:pt>
                <c:pt idx="18309">
                  <c:v>5.0915499999999998</c:v>
                </c:pt>
                <c:pt idx="18310">
                  <c:v>5.0918599999999996</c:v>
                </c:pt>
                <c:pt idx="18311">
                  <c:v>5.0921700000000003</c:v>
                </c:pt>
                <c:pt idx="18312">
                  <c:v>5.0924699999999996</c:v>
                </c:pt>
                <c:pt idx="18313">
                  <c:v>5.0927800000000003</c:v>
                </c:pt>
                <c:pt idx="18314">
                  <c:v>5.0930799999999996</c:v>
                </c:pt>
                <c:pt idx="18315">
                  <c:v>5.0933900000000003</c:v>
                </c:pt>
                <c:pt idx="18316">
                  <c:v>5.0936899999999996</c:v>
                </c:pt>
                <c:pt idx="18317">
                  <c:v>5.0940000000000003</c:v>
                </c:pt>
                <c:pt idx="18318">
                  <c:v>5.0942999999999996</c:v>
                </c:pt>
                <c:pt idx="18319">
                  <c:v>5.0946100000000003</c:v>
                </c:pt>
                <c:pt idx="18320">
                  <c:v>5.0949099999999996</c:v>
                </c:pt>
                <c:pt idx="18321">
                  <c:v>5.0952200000000003</c:v>
                </c:pt>
                <c:pt idx="18322">
                  <c:v>5.0955199999999996</c:v>
                </c:pt>
                <c:pt idx="18323">
                  <c:v>5.0958300000000003</c:v>
                </c:pt>
                <c:pt idx="18324">
                  <c:v>5.0961400000000001</c:v>
                </c:pt>
                <c:pt idx="18325">
                  <c:v>5.0964400000000003</c:v>
                </c:pt>
                <c:pt idx="18326">
                  <c:v>5.0967500000000001</c:v>
                </c:pt>
                <c:pt idx="18327">
                  <c:v>5.0970500000000003</c:v>
                </c:pt>
                <c:pt idx="18328">
                  <c:v>5.0973600000000001</c:v>
                </c:pt>
                <c:pt idx="18329">
                  <c:v>5.0976600000000003</c:v>
                </c:pt>
                <c:pt idx="18330">
                  <c:v>5.0979700000000001</c:v>
                </c:pt>
                <c:pt idx="18331">
                  <c:v>5.0982700000000003</c:v>
                </c:pt>
                <c:pt idx="18332">
                  <c:v>5.0985800000000001</c:v>
                </c:pt>
                <c:pt idx="18333">
                  <c:v>5.0988800000000003</c:v>
                </c:pt>
                <c:pt idx="18334">
                  <c:v>5.0991900000000001</c:v>
                </c:pt>
                <c:pt idx="18335">
                  <c:v>5.0994900000000003</c:v>
                </c:pt>
                <c:pt idx="18336">
                  <c:v>5.0998000000000001</c:v>
                </c:pt>
                <c:pt idx="18337">
                  <c:v>5.1001099999999999</c:v>
                </c:pt>
                <c:pt idx="18338">
                  <c:v>5.1004100000000001</c:v>
                </c:pt>
                <c:pt idx="18339">
                  <c:v>5.1007199999999999</c:v>
                </c:pt>
                <c:pt idx="18340">
                  <c:v>5.1010200000000001</c:v>
                </c:pt>
                <c:pt idx="18341">
                  <c:v>5.1013299999999999</c:v>
                </c:pt>
                <c:pt idx="18342">
                  <c:v>5.1016300000000001</c:v>
                </c:pt>
                <c:pt idx="18343">
                  <c:v>5.1019399999999999</c:v>
                </c:pt>
                <c:pt idx="18344">
                  <c:v>5.1022400000000001</c:v>
                </c:pt>
                <c:pt idx="18345">
                  <c:v>5.1025499999999999</c:v>
                </c:pt>
                <c:pt idx="18346">
                  <c:v>5.1028500000000001</c:v>
                </c:pt>
                <c:pt idx="18347">
                  <c:v>5.1031599999999999</c:v>
                </c:pt>
                <c:pt idx="18348">
                  <c:v>5.1034699999999997</c:v>
                </c:pt>
                <c:pt idx="18349">
                  <c:v>5.1037699999999999</c:v>
                </c:pt>
                <c:pt idx="18350">
                  <c:v>5.1040799999999997</c:v>
                </c:pt>
                <c:pt idx="18351">
                  <c:v>5.1043799999999999</c:v>
                </c:pt>
                <c:pt idx="18352">
                  <c:v>5.1046899999999997</c:v>
                </c:pt>
                <c:pt idx="18353">
                  <c:v>5.1049899999999999</c:v>
                </c:pt>
                <c:pt idx="18354">
                  <c:v>5.1052999999999997</c:v>
                </c:pt>
                <c:pt idx="18355">
                  <c:v>5.1055999999999999</c:v>
                </c:pt>
                <c:pt idx="18356">
                  <c:v>5.1059099999999997</c:v>
                </c:pt>
                <c:pt idx="18357">
                  <c:v>5.1062099999999999</c:v>
                </c:pt>
                <c:pt idx="18358">
                  <c:v>5.1065199999999997</c:v>
                </c:pt>
                <c:pt idx="18359">
                  <c:v>5.1068199999999999</c:v>
                </c:pt>
                <c:pt idx="18360">
                  <c:v>5.1071299999999997</c:v>
                </c:pt>
                <c:pt idx="18361">
                  <c:v>5.1074400000000004</c:v>
                </c:pt>
                <c:pt idx="18362">
                  <c:v>5.1077399999999997</c:v>
                </c:pt>
                <c:pt idx="18363">
                  <c:v>5.1080500000000004</c:v>
                </c:pt>
                <c:pt idx="18364">
                  <c:v>5.1083499999999997</c:v>
                </c:pt>
                <c:pt idx="18365">
                  <c:v>5.1086600000000004</c:v>
                </c:pt>
                <c:pt idx="18366">
                  <c:v>5.1089599999999997</c:v>
                </c:pt>
                <c:pt idx="18367">
                  <c:v>5.1092700000000004</c:v>
                </c:pt>
                <c:pt idx="18368">
                  <c:v>5.1095699999999997</c:v>
                </c:pt>
                <c:pt idx="18369">
                  <c:v>5.1098800000000004</c:v>
                </c:pt>
                <c:pt idx="18370">
                  <c:v>5.1101799999999997</c:v>
                </c:pt>
                <c:pt idx="18371">
                  <c:v>5.1104900000000004</c:v>
                </c:pt>
                <c:pt idx="18372">
                  <c:v>5.1107899999999997</c:v>
                </c:pt>
                <c:pt idx="18373">
                  <c:v>5.1111000000000004</c:v>
                </c:pt>
                <c:pt idx="18374">
                  <c:v>5.1114100000000002</c:v>
                </c:pt>
                <c:pt idx="18375">
                  <c:v>5.1117100000000004</c:v>
                </c:pt>
                <c:pt idx="18376">
                  <c:v>5.1120200000000002</c:v>
                </c:pt>
                <c:pt idx="18377">
                  <c:v>5.1123200000000004</c:v>
                </c:pt>
                <c:pt idx="18378">
                  <c:v>5.1126300000000002</c:v>
                </c:pt>
                <c:pt idx="18379">
                  <c:v>5.1129300000000004</c:v>
                </c:pt>
                <c:pt idx="18380">
                  <c:v>5.1132400000000002</c:v>
                </c:pt>
                <c:pt idx="18381">
                  <c:v>5.1135400000000004</c:v>
                </c:pt>
                <c:pt idx="18382">
                  <c:v>5.1138500000000002</c:v>
                </c:pt>
                <c:pt idx="18383">
                  <c:v>5.1141500000000004</c:v>
                </c:pt>
                <c:pt idx="18384">
                  <c:v>5.1144600000000002</c:v>
                </c:pt>
                <c:pt idx="18385">
                  <c:v>5.1147600000000004</c:v>
                </c:pt>
                <c:pt idx="18386">
                  <c:v>5.1150700000000002</c:v>
                </c:pt>
                <c:pt idx="18387">
                  <c:v>5.11538</c:v>
                </c:pt>
                <c:pt idx="18388">
                  <c:v>5.1156800000000002</c:v>
                </c:pt>
                <c:pt idx="18389">
                  <c:v>5.11599</c:v>
                </c:pt>
                <c:pt idx="18390">
                  <c:v>5.1162900000000002</c:v>
                </c:pt>
                <c:pt idx="18391">
                  <c:v>5.1166</c:v>
                </c:pt>
                <c:pt idx="18392">
                  <c:v>5.1169000000000002</c:v>
                </c:pt>
                <c:pt idx="18393">
                  <c:v>5.11721</c:v>
                </c:pt>
                <c:pt idx="18394">
                  <c:v>5.1175100000000002</c:v>
                </c:pt>
                <c:pt idx="18395">
                  <c:v>5.11782</c:v>
                </c:pt>
                <c:pt idx="18396">
                  <c:v>5.1181200000000002</c:v>
                </c:pt>
                <c:pt idx="18397">
                  <c:v>5.11843</c:v>
                </c:pt>
                <c:pt idx="18398">
                  <c:v>5.1187300000000002</c:v>
                </c:pt>
                <c:pt idx="18399">
                  <c:v>5.11904</c:v>
                </c:pt>
                <c:pt idx="18400">
                  <c:v>5.1193499999999998</c:v>
                </c:pt>
                <c:pt idx="18401">
                  <c:v>5.11965</c:v>
                </c:pt>
                <c:pt idx="18402">
                  <c:v>5.1199599999999998</c:v>
                </c:pt>
                <c:pt idx="18403">
                  <c:v>5.12026</c:v>
                </c:pt>
                <c:pt idx="18404">
                  <c:v>5.1205699999999998</c:v>
                </c:pt>
                <c:pt idx="18405">
                  <c:v>5.12087</c:v>
                </c:pt>
                <c:pt idx="18406">
                  <c:v>5.1211799999999998</c:v>
                </c:pt>
                <c:pt idx="18407">
                  <c:v>5.12148</c:v>
                </c:pt>
                <c:pt idx="18408">
                  <c:v>5.1217899999999998</c:v>
                </c:pt>
                <c:pt idx="18409">
                  <c:v>5.12209</c:v>
                </c:pt>
                <c:pt idx="18410">
                  <c:v>5.1223999999999998</c:v>
                </c:pt>
                <c:pt idx="18411">
                  <c:v>5.1227099999999997</c:v>
                </c:pt>
                <c:pt idx="18412">
                  <c:v>5.1230099999999998</c:v>
                </c:pt>
                <c:pt idx="18413">
                  <c:v>5.1233199999999997</c:v>
                </c:pt>
                <c:pt idx="18414">
                  <c:v>5.1236199999999998</c:v>
                </c:pt>
                <c:pt idx="18415">
                  <c:v>5.1239299999999997</c:v>
                </c:pt>
                <c:pt idx="18416">
                  <c:v>5.1242299999999998</c:v>
                </c:pt>
                <c:pt idx="18417">
                  <c:v>5.1245399999999997</c:v>
                </c:pt>
                <c:pt idx="18418">
                  <c:v>5.1248399999999998</c:v>
                </c:pt>
                <c:pt idx="18419">
                  <c:v>5.1251499999999997</c:v>
                </c:pt>
                <c:pt idx="18420">
                  <c:v>5.1254499999999998</c:v>
                </c:pt>
                <c:pt idx="18421">
                  <c:v>5.1257599999999996</c:v>
                </c:pt>
                <c:pt idx="18422">
                  <c:v>5.1260599999999998</c:v>
                </c:pt>
                <c:pt idx="18423">
                  <c:v>5.1263699999999996</c:v>
                </c:pt>
                <c:pt idx="18424">
                  <c:v>5.1266800000000003</c:v>
                </c:pt>
                <c:pt idx="18425">
                  <c:v>5.1269799999999996</c:v>
                </c:pt>
                <c:pt idx="18426">
                  <c:v>5.1272900000000003</c:v>
                </c:pt>
                <c:pt idx="18427">
                  <c:v>5.1275899999999996</c:v>
                </c:pt>
                <c:pt idx="18428">
                  <c:v>5.1279000000000003</c:v>
                </c:pt>
                <c:pt idx="18429">
                  <c:v>5.1281999999999996</c:v>
                </c:pt>
                <c:pt idx="18430">
                  <c:v>5.1285100000000003</c:v>
                </c:pt>
                <c:pt idx="18431">
                  <c:v>5.1288099999999996</c:v>
                </c:pt>
                <c:pt idx="18432">
                  <c:v>5.1291200000000003</c:v>
                </c:pt>
                <c:pt idx="18433">
                  <c:v>5.1294199999999996</c:v>
                </c:pt>
                <c:pt idx="18434">
                  <c:v>5.1297300000000003</c:v>
                </c:pt>
                <c:pt idx="18435">
                  <c:v>5.1300299999999996</c:v>
                </c:pt>
                <c:pt idx="18436">
                  <c:v>5.1303400000000003</c:v>
                </c:pt>
                <c:pt idx="18437">
                  <c:v>5.1306500000000002</c:v>
                </c:pt>
                <c:pt idx="18438">
                  <c:v>5.1309500000000003</c:v>
                </c:pt>
                <c:pt idx="18439">
                  <c:v>5.1312600000000002</c:v>
                </c:pt>
                <c:pt idx="18440">
                  <c:v>5.1315600000000003</c:v>
                </c:pt>
                <c:pt idx="18441">
                  <c:v>5.1318700000000002</c:v>
                </c:pt>
                <c:pt idx="18442">
                  <c:v>5.1321700000000003</c:v>
                </c:pt>
                <c:pt idx="18443">
                  <c:v>5.1324800000000002</c:v>
                </c:pt>
                <c:pt idx="18444">
                  <c:v>5.1327800000000003</c:v>
                </c:pt>
                <c:pt idx="18445">
                  <c:v>5.1330900000000002</c:v>
                </c:pt>
                <c:pt idx="18446">
                  <c:v>5.1333900000000003</c:v>
                </c:pt>
                <c:pt idx="18447">
                  <c:v>5.1337000000000002</c:v>
                </c:pt>
                <c:pt idx="18448">
                  <c:v>5.1340000000000003</c:v>
                </c:pt>
                <c:pt idx="18449">
                  <c:v>5.1343100000000002</c:v>
                </c:pt>
                <c:pt idx="18450">
                  <c:v>5.13462</c:v>
                </c:pt>
                <c:pt idx="18451">
                  <c:v>5.1349200000000002</c:v>
                </c:pt>
                <c:pt idx="18452">
                  <c:v>5.13523</c:v>
                </c:pt>
                <c:pt idx="18453">
                  <c:v>5.1355300000000002</c:v>
                </c:pt>
                <c:pt idx="18454">
                  <c:v>5.13584</c:v>
                </c:pt>
                <c:pt idx="18455">
                  <c:v>5.1361400000000001</c:v>
                </c:pt>
                <c:pt idx="18456">
                  <c:v>5.13645</c:v>
                </c:pt>
                <c:pt idx="18457">
                  <c:v>5.1367500000000001</c:v>
                </c:pt>
                <c:pt idx="18458">
                  <c:v>5.13706</c:v>
                </c:pt>
                <c:pt idx="18459">
                  <c:v>5.1373600000000001</c:v>
                </c:pt>
                <c:pt idx="18460">
                  <c:v>5.13767</c:v>
                </c:pt>
                <c:pt idx="18461">
                  <c:v>5.1379700000000001</c:v>
                </c:pt>
                <c:pt idx="18462">
                  <c:v>5.13828</c:v>
                </c:pt>
                <c:pt idx="18463">
                  <c:v>5.1385899999999998</c:v>
                </c:pt>
                <c:pt idx="18464">
                  <c:v>5.13889</c:v>
                </c:pt>
                <c:pt idx="18465">
                  <c:v>5.1391999999999998</c:v>
                </c:pt>
                <c:pt idx="18466">
                  <c:v>5.1395</c:v>
                </c:pt>
                <c:pt idx="18467">
                  <c:v>5.1398099999999998</c:v>
                </c:pt>
                <c:pt idx="18468">
                  <c:v>5.14011</c:v>
                </c:pt>
                <c:pt idx="18469">
                  <c:v>5.1404199999999998</c:v>
                </c:pt>
                <c:pt idx="18470">
                  <c:v>5.14072</c:v>
                </c:pt>
                <c:pt idx="18471">
                  <c:v>5.1410299999999998</c:v>
                </c:pt>
                <c:pt idx="18472">
                  <c:v>5.14133</c:v>
                </c:pt>
                <c:pt idx="18473">
                  <c:v>5.1416399999999998</c:v>
                </c:pt>
                <c:pt idx="18474">
                  <c:v>5.1419499999999996</c:v>
                </c:pt>
                <c:pt idx="18475">
                  <c:v>5.1422499999999998</c:v>
                </c:pt>
                <c:pt idx="18476">
                  <c:v>5.1425599999999996</c:v>
                </c:pt>
                <c:pt idx="18477">
                  <c:v>5.1428599999999998</c:v>
                </c:pt>
                <c:pt idx="18478">
                  <c:v>5.1431699999999996</c:v>
                </c:pt>
                <c:pt idx="18479">
                  <c:v>5.1434699999999998</c:v>
                </c:pt>
                <c:pt idx="18480">
                  <c:v>5.1437799999999996</c:v>
                </c:pt>
                <c:pt idx="18481">
                  <c:v>5.1440799999999998</c:v>
                </c:pt>
                <c:pt idx="18482">
                  <c:v>5.1443899999999996</c:v>
                </c:pt>
                <c:pt idx="18483">
                  <c:v>5.1446899999999998</c:v>
                </c:pt>
                <c:pt idx="18484">
                  <c:v>5.1449999999999996</c:v>
                </c:pt>
                <c:pt idx="18485">
                  <c:v>5.1452999999999998</c:v>
                </c:pt>
                <c:pt idx="18486">
                  <c:v>5.1456099999999996</c:v>
                </c:pt>
                <c:pt idx="18487">
                  <c:v>5.1459200000000003</c:v>
                </c:pt>
                <c:pt idx="18488">
                  <c:v>5.1462199999999996</c:v>
                </c:pt>
                <c:pt idx="18489">
                  <c:v>5.1465300000000003</c:v>
                </c:pt>
                <c:pt idx="18490">
                  <c:v>5.1468299999999996</c:v>
                </c:pt>
                <c:pt idx="18491">
                  <c:v>5.1471400000000003</c:v>
                </c:pt>
                <c:pt idx="18492">
                  <c:v>5.1474399999999996</c:v>
                </c:pt>
                <c:pt idx="18493">
                  <c:v>5.1477500000000003</c:v>
                </c:pt>
                <c:pt idx="18494">
                  <c:v>5.1480499999999996</c:v>
                </c:pt>
                <c:pt idx="18495">
                  <c:v>5.1483600000000003</c:v>
                </c:pt>
                <c:pt idx="18496">
                  <c:v>5.1486599999999996</c:v>
                </c:pt>
                <c:pt idx="18497">
                  <c:v>5.1489700000000003</c:v>
                </c:pt>
                <c:pt idx="18498">
                  <c:v>5.1492699999999996</c:v>
                </c:pt>
                <c:pt idx="18499">
                  <c:v>5.1495800000000003</c:v>
                </c:pt>
                <c:pt idx="18500">
                  <c:v>5.1498900000000001</c:v>
                </c:pt>
                <c:pt idx="18501">
                  <c:v>5.1501900000000003</c:v>
                </c:pt>
                <c:pt idx="18502">
                  <c:v>5.1505000000000001</c:v>
                </c:pt>
                <c:pt idx="18503">
                  <c:v>5.1508000000000003</c:v>
                </c:pt>
                <c:pt idx="18504">
                  <c:v>5.1511100000000001</c:v>
                </c:pt>
                <c:pt idx="18505">
                  <c:v>5.1514100000000003</c:v>
                </c:pt>
                <c:pt idx="18506">
                  <c:v>5.1517200000000001</c:v>
                </c:pt>
                <c:pt idx="18507">
                  <c:v>5.1520200000000003</c:v>
                </c:pt>
                <c:pt idx="18508">
                  <c:v>5.1523300000000001</c:v>
                </c:pt>
                <c:pt idx="18509">
                  <c:v>5.1526300000000003</c:v>
                </c:pt>
                <c:pt idx="18510">
                  <c:v>5.1529400000000001</c:v>
                </c:pt>
                <c:pt idx="18511">
                  <c:v>5.1532400000000003</c:v>
                </c:pt>
                <c:pt idx="18512">
                  <c:v>5.1535500000000001</c:v>
                </c:pt>
                <c:pt idx="18513">
                  <c:v>5.1538599999999999</c:v>
                </c:pt>
                <c:pt idx="18514">
                  <c:v>5.1541600000000001</c:v>
                </c:pt>
                <c:pt idx="18515">
                  <c:v>5.1544699999999999</c:v>
                </c:pt>
                <c:pt idx="18516">
                  <c:v>5.1547700000000001</c:v>
                </c:pt>
                <c:pt idx="18517">
                  <c:v>5.1550799999999999</c:v>
                </c:pt>
                <c:pt idx="18518">
                  <c:v>5.1553800000000001</c:v>
                </c:pt>
                <c:pt idx="18519">
                  <c:v>5.1556899999999999</c:v>
                </c:pt>
                <c:pt idx="18520">
                  <c:v>5.1559900000000001</c:v>
                </c:pt>
                <c:pt idx="18521">
                  <c:v>5.1562999999999999</c:v>
                </c:pt>
                <c:pt idx="18522">
                  <c:v>5.1566000000000001</c:v>
                </c:pt>
                <c:pt idx="18523">
                  <c:v>5.1569099999999999</c:v>
                </c:pt>
                <c:pt idx="18524">
                  <c:v>5.1572199999999997</c:v>
                </c:pt>
                <c:pt idx="18525">
                  <c:v>5.1575199999999999</c:v>
                </c:pt>
                <c:pt idx="18526">
                  <c:v>5.1578299999999997</c:v>
                </c:pt>
                <c:pt idx="18527">
                  <c:v>5.1581299999999999</c:v>
                </c:pt>
                <c:pt idx="18528">
                  <c:v>5.1584399999999997</c:v>
                </c:pt>
                <c:pt idx="18529">
                  <c:v>5.1587399999999999</c:v>
                </c:pt>
                <c:pt idx="18530">
                  <c:v>5.1590499999999997</c:v>
                </c:pt>
                <c:pt idx="18531">
                  <c:v>5.1593499999999999</c:v>
                </c:pt>
                <c:pt idx="18532">
                  <c:v>5.1596599999999997</c:v>
                </c:pt>
                <c:pt idx="18533">
                  <c:v>5.1599599999999999</c:v>
                </c:pt>
                <c:pt idx="18534">
                  <c:v>5.1602699999999997</c:v>
                </c:pt>
                <c:pt idx="18535">
                  <c:v>5.1605699999999999</c:v>
                </c:pt>
                <c:pt idx="18536">
                  <c:v>5.1608799999999997</c:v>
                </c:pt>
                <c:pt idx="18537">
                  <c:v>5.1611900000000004</c:v>
                </c:pt>
                <c:pt idx="18538">
                  <c:v>5.1614899999999997</c:v>
                </c:pt>
                <c:pt idx="18539">
                  <c:v>5.1618000000000004</c:v>
                </c:pt>
                <c:pt idx="18540">
                  <c:v>5.1620999999999997</c:v>
                </c:pt>
                <c:pt idx="18541">
                  <c:v>5.1624100000000004</c:v>
                </c:pt>
                <c:pt idx="18542">
                  <c:v>5.1627099999999997</c:v>
                </c:pt>
                <c:pt idx="18543">
                  <c:v>5.1630200000000004</c:v>
                </c:pt>
                <c:pt idx="18544">
                  <c:v>5.1633199999999997</c:v>
                </c:pt>
                <c:pt idx="18545">
                  <c:v>5.1636300000000004</c:v>
                </c:pt>
                <c:pt idx="18546">
                  <c:v>5.1639299999999997</c:v>
                </c:pt>
                <c:pt idx="18547">
                  <c:v>5.1642400000000004</c:v>
                </c:pt>
                <c:pt idx="18548">
                  <c:v>5.1645399999999997</c:v>
                </c:pt>
                <c:pt idx="18549">
                  <c:v>5.1648500000000004</c:v>
                </c:pt>
                <c:pt idx="18550">
                  <c:v>5.1651600000000002</c:v>
                </c:pt>
                <c:pt idx="18551">
                  <c:v>5.1654600000000004</c:v>
                </c:pt>
                <c:pt idx="18552">
                  <c:v>5.1657700000000002</c:v>
                </c:pt>
                <c:pt idx="18553">
                  <c:v>5.1660700000000004</c:v>
                </c:pt>
                <c:pt idx="18554">
                  <c:v>5.1663800000000002</c:v>
                </c:pt>
                <c:pt idx="18555">
                  <c:v>5.1666800000000004</c:v>
                </c:pt>
                <c:pt idx="18556">
                  <c:v>5.1669900000000002</c:v>
                </c:pt>
                <c:pt idx="18557">
                  <c:v>5.1672900000000004</c:v>
                </c:pt>
                <c:pt idx="18558">
                  <c:v>5.1676000000000002</c:v>
                </c:pt>
                <c:pt idx="18559">
                  <c:v>5.1679000000000004</c:v>
                </c:pt>
                <c:pt idx="18560">
                  <c:v>5.1682100000000002</c:v>
                </c:pt>
                <c:pt idx="18561">
                  <c:v>5.1685100000000004</c:v>
                </c:pt>
                <c:pt idx="18562">
                  <c:v>5.1688200000000002</c:v>
                </c:pt>
                <c:pt idx="18563">
                  <c:v>5.16913</c:v>
                </c:pt>
                <c:pt idx="18564">
                  <c:v>5.1694300000000002</c:v>
                </c:pt>
                <c:pt idx="18565">
                  <c:v>5.16974</c:v>
                </c:pt>
                <c:pt idx="18566">
                  <c:v>5.1700400000000002</c:v>
                </c:pt>
                <c:pt idx="18567">
                  <c:v>5.17035</c:v>
                </c:pt>
                <c:pt idx="18568">
                  <c:v>5.1706500000000002</c:v>
                </c:pt>
                <c:pt idx="18569">
                  <c:v>5.17096</c:v>
                </c:pt>
                <c:pt idx="18570">
                  <c:v>5.1712600000000002</c:v>
                </c:pt>
                <c:pt idx="18571">
                  <c:v>5.17157</c:v>
                </c:pt>
                <c:pt idx="18572">
                  <c:v>5.1718700000000002</c:v>
                </c:pt>
                <c:pt idx="18573">
                  <c:v>5.17218</c:v>
                </c:pt>
                <c:pt idx="18574">
                  <c:v>5.1724800000000002</c:v>
                </c:pt>
                <c:pt idx="18575">
                  <c:v>5.17279</c:v>
                </c:pt>
                <c:pt idx="18576">
                  <c:v>5.1730999999999998</c:v>
                </c:pt>
                <c:pt idx="18577">
                  <c:v>5.1734</c:v>
                </c:pt>
                <c:pt idx="18578">
                  <c:v>5.1737099999999998</c:v>
                </c:pt>
                <c:pt idx="18579">
                  <c:v>5.17401</c:v>
                </c:pt>
                <c:pt idx="18580">
                  <c:v>5.1743199999999998</c:v>
                </c:pt>
                <c:pt idx="18581">
                  <c:v>5.17462</c:v>
                </c:pt>
                <c:pt idx="18582">
                  <c:v>5.1749299999999998</c:v>
                </c:pt>
                <c:pt idx="18583">
                  <c:v>5.17523</c:v>
                </c:pt>
                <c:pt idx="18584">
                  <c:v>5.1755399999999998</c:v>
                </c:pt>
                <c:pt idx="18585">
                  <c:v>5.17584</c:v>
                </c:pt>
                <c:pt idx="18586">
                  <c:v>5.1761499999999998</c:v>
                </c:pt>
                <c:pt idx="18587">
                  <c:v>5.1764599999999996</c:v>
                </c:pt>
                <c:pt idx="18588">
                  <c:v>5.1767599999999998</c:v>
                </c:pt>
                <c:pt idx="18589">
                  <c:v>5.1770699999999996</c:v>
                </c:pt>
                <c:pt idx="18590">
                  <c:v>5.1773699999999998</c:v>
                </c:pt>
                <c:pt idx="18591">
                  <c:v>5.1776799999999996</c:v>
                </c:pt>
                <c:pt idx="18592">
                  <c:v>5.1779799999999998</c:v>
                </c:pt>
                <c:pt idx="18593">
                  <c:v>5.1782899999999996</c:v>
                </c:pt>
                <c:pt idx="18594">
                  <c:v>5.1785899999999998</c:v>
                </c:pt>
                <c:pt idx="18595">
                  <c:v>5.1788999999999996</c:v>
                </c:pt>
                <c:pt idx="18596">
                  <c:v>5.1791999999999998</c:v>
                </c:pt>
                <c:pt idx="18597">
                  <c:v>5.1795099999999996</c:v>
                </c:pt>
                <c:pt idx="18598">
                  <c:v>5.1798099999999998</c:v>
                </c:pt>
                <c:pt idx="18599">
                  <c:v>5.1801199999999996</c:v>
                </c:pt>
                <c:pt idx="18600">
                  <c:v>5.1804300000000003</c:v>
                </c:pt>
                <c:pt idx="18601">
                  <c:v>5.1807299999999996</c:v>
                </c:pt>
                <c:pt idx="18602">
                  <c:v>5.1810400000000003</c:v>
                </c:pt>
                <c:pt idx="18603">
                  <c:v>5.1813399999999996</c:v>
                </c:pt>
                <c:pt idx="18604">
                  <c:v>5.1816500000000003</c:v>
                </c:pt>
                <c:pt idx="18605">
                  <c:v>5.1819499999999996</c:v>
                </c:pt>
                <c:pt idx="18606">
                  <c:v>5.1822600000000003</c:v>
                </c:pt>
                <c:pt idx="18607">
                  <c:v>5.1825599999999996</c:v>
                </c:pt>
                <c:pt idx="18608">
                  <c:v>5.1828700000000003</c:v>
                </c:pt>
                <c:pt idx="18609">
                  <c:v>5.1831699999999996</c:v>
                </c:pt>
                <c:pt idx="18610">
                  <c:v>5.1834800000000003</c:v>
                </c:pt>
                <c:pt idx="18611">
                  <c:v>5.1837799999999996</c:v>
                </c:pt>
                <c:pt idx="18612">
                  <c:v>5.1840900000000003</c:v>
                </c:pt>
                <c:pt idx="18613">
                  <c:v>5.1844000000000001</c:v>
                </c:pt>
                <c:pt idx="18614">
                  <c:v>5.1847000000000003</c:v>
                </c:pt>
                <c:pt idx="18615">
                  <c:v>5.1850100000000001</c:v>
                </c:pt>
                <c:pt idx="18616">
                  <c:v>5.1853100000000003</c:v>
                </c:pt>
                <c:pt idx="18617">
                  <c:v>5.1856200000000001</c:v>
                </c:pt>
                <c:pt idx="18618">
                  <c:v>5.1859200000000003</c:v>
                </c:pt>
                <c:pt idx="18619">
                  <c:v>5.1862300000000001</c:v>
                </c:pt>
                <c:pt idx="18620">
                  <c:v>5.1865300000000003</c:v>
                </c:pt>
                <c:pt idx="18621">
                  <c:v>5.1868400000000001</c:v>
                </c:pt>
                <c:pt idx="18622">
                  <c:v>5.1871400000000003</c:v>
                </c:pt>
                <c:pt idx="18623">
                  <c:v>5.1874500000000001</c:v>
                </c:pt>
                <c:pt idx="18624">
                  <c:v>5.1877500000000003</c:v>
                </c:pt>
                <c:pt idx="18625">
                  <c:v>5.1880600000000001</c:v>
                </c:pt>
                <c:pt idx="18626">
                  <c:v>5.1883699999999999</c:v>
                </c:pt>
                <c:pt idx="18627">
                  <c:v>5.1886700000000001</c:v>
                </c:pt>
                <c:pt idx="18628">
                  <c:v>5.1889799999999999</c:v>
                </c:pt>
                <c:pt idx="18629">
                  <c:v>5.1892800000000001</c:v>
                </c:pt>
                <c:pt idx="18630">
                  <c:v>5.1895899999999999</c:v>
                </c:pt>
                <c:pt idx="18631">
                  <c:v>5.1898900000000001</c:v>
                </c:pt>
                <c:pt idx="18632">
                  <c:v>5.1901999999999999</c:v>
                </c:pt>
                <c:pt idx="18633">
                  <c:v>5.1905000000000001</c:v>
                </c:pt>
                <c:pt idx="18634">
                  <c:v>5.1908099999999999</c:v>
                </c:pt>
                <c:pt idx="18635">
                  <c:v>5.1911100000000001</c:v>
                </c:pt>
                <c:pt idx="18636">
                  <c:v>5.1914199999999999</c:v>
                </c:pt>
                <c:pt idx="18637">
                  <c:v>5.1917200000000001</c:v>
                </c:pt>
                <c:pt idx="18638">
                  <c:v>5.1920299999999999</c:v>
                </c:pt>
                <c:pt idx="18639">
                  <c:v>5.1923399999999997</c:v>
                </c:pt>
                <c:pt idx="18640">
                  <c:v>5.1926399999999999</c:v>
                </c:pt>
                <c:pt idx="18641">
                  <c:v>5.1929499999999997</c:v>
                </c:pt>
                <c:pt idx="18642">
                  <c:v>5.1932499999999999</c:v>
                </c:pt>
                <c:pt idx="18643">
                  <c:v>5.1935599999999997</c:v>
                </c:pt>
                <c:pt idx="18644">
                  <c:v>5.1938599999999999</c:v>
                </c:pt>
                <c:pt idx="18645">
                  <c:v>5.1941699999999997</c:v>
                </c:pt>
                <c:pt idx="18646">
                  <c:v>5.1944699999999999</c:v>
                </c:pt>
                <c:pt idx="18647">
                  <c:v>5.1947799999999997</c:v>
                </c:pt>
                <c:pt idx="18648">
                  <c:v>5.1950799999999999</c:v>
                </c:pt>
                <c:pt idx="18649">
                  <c:v>5.1953899999999997</c:v>
                </c:pt>
                <c:pt idx="18650">
                  <c:v>5.1957000000000004</c:v>
                </c:pt>
                <c:pt idx="18651">
                  <c:v>5.1959999999999997</c:v>
                </c:pt>
                <c:pt idx="18652">
                  <c:v>5.1963100000000004</c:v>
                </c:pt>
                <c:pt idx="18653">
                  <c:v>5.1966099999999997</c:v>
                </c:pt>
                <c:pt idx="18654">
                  <c:v>5.1969200000000004</c:v>
                </c:pt>
                <c:pt idx="18655">
                  <c:v>5.1972199999999997</c:v>
                </c:pt>
                <c:pt idx="18656">
                  <c:v>5.1975300000000004</c:v>
                </c:pt>
                <c:pt idx="18657">
                  <c:v>5.1978299999999997</c:v>
                </c:pt>
                <c:pt idx="18658">
                  <c:v>5.1981400000000004</c:v>
                </c:pt>
                <c:pt idx="18659">
                  <c:v>5.1984399999999997</c:v>
                </c:pt>
                <c:pt idx="18660">
                  <c:v>5.1987500000000004</c:v>
                </c:pt>
                <c:pt idx="18661">
                  <c:v>5.1990499999999997</c:v>
                </c:pt>
                <c:pt idx="18662">
                  <c:v>5.1993600000000004</c:v>
                </c:pt>
                <c:pt idx="18663">
                  <c:v>5.1996700000000002</c:v>
                </c:pt>
                <c:pt idx="18664">
                  <c:v>5.1999700000000004</c:v>
                </c:pt>
                <c:pt idx="18665">
                  <c:v>5.2002800000000002</c:v>
                </c:pt>
                <c:pt idx="18666">
                  <c:v>5.2005800000000004</c:v>
                </c:pt>
                <c:pt idx="18667">
                  <c:v>5.2008900000000002</c:v>
                </c:pt>
                <c:pt idx="18668">
                  <c:v>5.2011900000000004</c:v>
                </c:pt>
                <c:pt idx="18669">
                  <c:v>5.2015000000000002</c:v>
                </c:pt>
                <c:pt idx="18670">
                  <c:v>5.2018000000000004</c:v>
                </c:pt>
                <c:pt idx="18671">
                  <c:v>5.2021100000000002</c:v>
                </c:pt>
                <c:pt idx="18672">
                  <c:v>5.2024100000000004</c:v>
                </c:pt>
                <c:pt idx="18673">
                  <c:v>5.2027200000000002</c:v>
                </c:pt>
                <c:pt idx="18674">
                  <c:v>5.2030200000000004</c:v>
                </c:pt>
                <c:pt idx="18675">
                  <c:v>5.2033300000000002</c:v>
                </c:pt>
                <c:pt idx="18676">
                  <c:v>5.20364</c:v>
                </c:pt>
                <c:pt idx="18677">
                  <c:v>5.2039400000000002</c:v>
                </c:pt>
                <c:pt idx="18678">
                  <c:v>5.20425</c:v>
                </c:pt>
                <c:pt idx="18679">
                  <c:v>5.2045500000000002</c:v>
                </c:pt>
                <c:pt idx="18680">
                  <c:v>5.20486</c:v>
                </c:pt>
                <c:pt idx="18681">
                  <c:v>5.2051600000000002</c:v>
                </c:pt>
                <c:pt idx="18682">
                  <c:v>5.20547</c:v>
                </c:pt>
                <c:pt idx="18683">
                  <c:v>5.2057700000000002</c:v>
                </c:pt>
                <c:pt idx="18684">
                  <c:v>5.20608</c:v>
                </c:pt>
                <c:pt idx="18685">
                  <c:v>5.2063800000000002</c:v>
                </c:pt>
                <c:pt idx="18686">
                  <c:v>5.20669</c:v>
                </c:pt>
                <c:pt idx="18687">
                  <c:v>5.2069900000000002</c:v>
                </c:pt>
                <c:pt idx="18688">
                  <c:v>5.2073</c:v>
                </c:pt>
                <c:pt idx="18689">
                  <c:v>5.2076099999999999</c:v>
                </c:pt>
                <c:pt idx="18690">
                  <c:v>5.20791</c:v>
                </c:pt>
                <c:pt idx="18691">
                  <c:v>5.2082199999999998</c:v>
                </c:pt>
                <c:pt idx="18692">
                  <c:v>5.20852</c:v>
                </c:pt>
                <c:pt idx="18693">
                  <c:v>5.2088299999999998</c:v>
                </c:pt>
                <c:pt idx="18694">
                  <c:v>5.20913</c:v>
                </c:pt>
                <c:pt idx="18695">
                  <c:v>5.2094399999999998</c:v>
                </c:pt>
                <c:pt idx="18696">
                  <c:v>5.20974</c:v>
                </c:pt>
                <c:pt idx="18697">
                  <c:v>5.2100499999999998</c:v>
                </c:pt>
                <c:pt idx="18698">
                  <c:v>5.21035</c:v>
                </c:pt>
                <c:pt idx="18699">
                  <c:v>5.2106599999999998</c:v>
                </c:pt>
                <c:pt idx="18700">
                  <c:v>5.2109699999999997</c:v>
                </c:pt>
                <c:pt idx="18701">
                  <c:v>5.2112699999999998</c:v>
                </c:pt>
                <c:pt idx="18702">
                  <c:v>5.2115799999999997</c:v>
                </c:pt>
                <c:pt idx="18703">
                  <c:v>5.2118799999999998</c:v>
                </c:pt>
                <c:pt idx="18704">
                  <c:v>5.2121899999999997</c:v>
                </c:pt>
                <c:pt idx="18705">
                  <c:v>5.2124899999999998</c:v>
                </c:pt>
                <c:pt idx="18706">
                  <c:v>5.2127999999999997</c:v>
                </c:pt>
                <c:pt idx="18707">
                  <c:v>5.2130999999999998</c:v>
                </c:pt>
                <c:pt idx="18708">
                  <c:v>5.2134099999999997</c:v>
                </c:pt>
                <c:pt idx="18709">
                  <c:v>5.2137099999999998</c:v>
                </c:pt>
                <c:pt idx="18710">
                  <c:v>5.2140199999999997</c:v>
                </c:pt>
                <c:pt idx="18711">
                  <c:v>5.2143199999999998</c:v>
                </c:pt>
                <c:pt idx="18712">
                  <c:v>5.2146299999999997</c:v>
                </c:pt>
                <c:pt idx="18713">
                  <c:v>5.2149400000000004</c:v>
                </c:pt>
                <c:pt idx="18714">
                  <c:v>5.2152399999999997</c:v>
                </c:pt>
                <c:pt idx="18715">
                  <c:v>5.2155500000000004</c:v>
                </c:pt>
                <c:pt idx="18716">
                  <c:v>5.2158499999999997</c:v>
                </c:pt>
                <c:pt idx="18717">
                  <c:v>5.2161600000000004</c:v>
                </c:pt>
                <c:pt idx="18718">
                  <c:v>5.2164599999999997</c:v>
                </c:pt>
                <c:pt idx="18719">
                  <c:v>5.2167700000000004</c:v>
                </c:pt>
                <c:pt idx="18720">
                  <c:v>5.2170699999999997</c:v>
                </c:pt>
                <c:pt idx="18721">
                  <c:v>5.2173800000000004</c:v>
                </c:pt>
                <c:pt idx="18722">
                  <c:v>5.2176799999999997</c:v>
                </c:pt>
                <c:pt idx="18723">
                  <c:v>5.2179900000000004</c:v>
                </c:pt>
                <c:pt idx="18724">
                  <c:v>5.2182899999999997</c:v>
                </c:pt>
                <c:pt idx="18725">
                  <c:v>5.2186000000000003</c:v>
                </c:pt>
                <c:pt idx="18726">
                  <c:v>5.2189100000000002</c:v>
                </c:pt>
                <c:pt idx="18727">
                  <c:v>5.2192100000000003</c:v>
                </c:pt>
                <c:pt idx="18728">
                  <c:v>5.2195200000000002</c:v>
                </c:pt>
                <c:pt idx="18729">
                  <c:v>5.2198200000000003</c:v>
                </c:pt>
                <c:pt idx="18730">
                  <c:v>5.2201300000000002</c:v>
                </c:pt>
                <c:pt idx="18731">
                  <c:v>5.2204300000000003</c:v>
                </c:pt>
                <c:pt idx="18732">
                  <c:v>5.2207400000000002</c:v>
                </c:pt>
                <c:pt idx="18733">
                  <c:v>5.2210400000000003</c:v>
                </c:pt>
                <c:pt idx="18734">
                  <c:v>5.2213500000000002</c:v>
                </c:pt>
                <c:pt idx="18735">
                  <c:v>5.2216500000000003</c:v>
                </c:pt>
                <c:pt idx="18736">
                  <c:v>5.2219600000000002</c:v>
                </c:pt>
                <c:pt idx="18737">
                  <c:v>5.2222600000000003</c:v>
                </c:pt>
                <c:pt idx="18738">
                  <c:v>5.2225700000000002</c:v>
                </c:pt>
                <c:pt idx="18739">
                  <c:v>5.22288</c:v>
                </c:pt>
                <c:pt idx="18740">
                  <c:v>5.2231800000000002</c:v>
                </c:pt>
                <c:pt idx="18741">
                  <c:v>5.22349</c:v>
                </c:pt>
                <c:pt idx="18742">
                  <c:v>5.2237900000000002</c:v>
                </c:pt>
                <c:pt idx="18743">
                  <c:v>5.2241</c:v>
                </c:pt>
                <c:pt idx="18744">
                  <c:v>5.2244000000000002</c:v>
                </c:pt>
                <c:pt idx="18745">
                  <c:v>5.22471</c:v>
                </c:pt>
                <c:pt idx="18746">
                  <c:v>5.2250100000000002</c:v>
                </c:pt>
                <c:pt idx="18747">
                  <c:v>5.22532</c:v>
                </c:pt>
                <c:pt idx="18748">
                  <c:v>5.2256200000000002</c:v>
                </c:pt>
                <c:pt idx="18749">
                  <c:v>5.22593</c:v>
                </c:pt>
                <c:pt idx="18750">
                  <c:v>5.2262300000000002</c:v>
                </c:pt>
                <c:pt idx="18751">
                  <c:v>5.22654</c:v>
                </c:pt>
                <c:pt idx="18752">
                  <c:v>5.2268499999999998</c:v>
                </c:pt>
                <c:pt idx="18753">
                  <c:v>5.22715</c:v>
                </c:pt>
                <c:pt idx="18754">
                  <c:v>5.2274599999999998</c:v>
                </c:pt>
                <c:pt idx="18755">
                  <c:v>5.22776</c:v>
                </c:pt>
                <c:pt idx="18756">
                  <c:v>5.2280699999999998</c:v>
                </c:pt>
                <c:pt idx="18757">
                  <c:v>5.22837</c:v>
                </c:pt>
                <c:pt idx="18758">
                  <c:v>5.2286799999999998</c:v>
                </c:pt>
                <c:pt idx="18759">
                  <c:v>5.22898</c:v>
                </c:pt>
                <c:pt idx="18760">
                  <c:v>5.2292899999999998</c:v>
                </c:pt>
                <c:pt idx="18761">
                  <c:v>5.22959</c:v>
                </c:pt>
                <c:pt idx="18762">
                  <c:v>5.2298999999999998</c:v>
                </c:pt>
                <c:pt idx="18763">
                  <c:v>5.2302099999999996</c:v>
                </c:pt>
                <c:pt idx="18764">
                  <c:v>5.2305099999999998</c:v>
                </c:pt>
                <c:pt idx="18765">
                  <c:v>5.2308199999999996</c:v>
                </c:pt>
                <c:pt idx="18766">
                  <c:v>5.2311199999999998</c:v>
                </c:pt>
                <c:pt idx="18767">
                  <c:v>5.2314299999999996</c:v>
                </c:pt>
                <c:pt idx="18768">
                  <c:v>5.2317299999999998</c:v>
                </c:pt>
                <c:pt idx="18769">
                  <c:v>5.2320399999999996</c:v>
                </c:pt>
                <c:pt idx="18770">
                  <c:v>5.2323399999999998</c:v>
                </c:pt>
                <c:pt idx="18771">
                  <c:v>5.2326499999999996</c:v>
                </c:pt>
                <c:pt idx="18772">
                  <c:v>5.2329499999999998</c:v>
                </c:pt>
                <c:pt idx="18773">
                  <c:v>5.2332599999999996</c:v>
                </c:pt>
                <c:pt idx="18774">
                  <c:v>5.2335599999999998</c:v>
                </c:pt>
                <c:pt idx="18775">
                  <c:v>5.2338699999999996</c:v>
                </c:pt>
                <c:pt idx="18776">
                  <c:v>5.2341800000000003</c:v>
                </c:pt>
                <c:pt idx="18777">
                  <c:v>5.2344799999999996</c:v>
                </c:pt>
                <c:pt idx="18778">
                  <c:v>5.2347900000000003</c:v>
                </c:pt>
                <c:pt idx="18779">
                  <c:v>5.2350899999999996</c:v>
                </c:pt>
                <c:pt idx="18780">
                  <c:v>5.2354000000000003</c:v>
                </c:pt>
                <c:pt idx="18781">
                  <c:v>5.2356999999999996</c:v>
                </c:pt>
                <c:pt idx="18782">
                  <c:v>5.2360100000000003</c:v>
                </c:pt>
                <c:pt idx="18783">
                  <c:v>5.2363099999999996</c:v>
                </c:pt>
                <c:pt idx="18784">
                  <c:v>5.2366200000000003</c:v>
                </c:pt>
                <c:pt idx="18785">
                  <c:v>5.2369199999999996</c:v>
                </c:pt>
                <c:pt idx="18786">
                  <c:v>5.2372300000000003</c:v>
                </c:pt>
                <c:pt idx="18787">
                  <c:v>5.2375299999999996</c:v>
                </c:pt>
                <c:pt idx="18788">
                  <c:v>5.2378400000000003</c:v>
                </c:pt>
                <c:pt idx="18789">
                  <c:v>5.2381500000000001</c:v>
                </c:pt>
                <c:pt idx="18790">
                  <c:v>5.2384500000000003</c:v>
                </c:pt>
                <c:pt idx="18791">
                  <c:v>5.2387600000000001</c:v>
                </c:pt>
                <c:pt idx="18792">
                  <c:v>5.2390600000000003</c:v>
                </c:pt>
                <c:pt idx="18793">
                  <c:v>5.2393700000000001</c:v>
                </c:pt>
                <c:pt idx="18794">
                  <c:v>5.2396700000000003</c:v>
                </c:pt>
                <c:pt idx="18795">
                  <c:v>5.2399800000000001</c:v>
                </c:pt>
                <c:pt idx="18796">
                  <c:v>5.2402800000000003</c:v>
                </c:pt>
                <c:pt idx="18797">
                  <c:v>5.2405900000000001</c:v>
                </c:pt>
                <c:pt idx="18798">
                  <c:v>5.2408900000000003</c:v>
                </c:pt>
                <c:pt idx="18799">
                  <c:v>5.2412000000000001</c:v>
                </c:pt>
                <c:pt idx="18800">
                  <c:v>5.2415000000000003</c:v>
                </c:pt>
                <c:pt idx="18801">
                  <c:v>5.2418100000000001</c:v>
                </c:pt>
                <c:pt idx="18802">
                  <c:v>5.2421199999999999</c:v>
                </c:pt>
                <c:pt idx="18803">
                  <c:v>5.2424200000000001</c:v>
                </c:pt>
                <c:pt idx="18804">
                  <c:v>5.2427299999999999</c:v>
                </c:pt>
                <c:pt idx="18805">
                  <c:v>5.2430300000000001</c:v>
                </c:pt>
                <c:pt idx="18806">
                  <c:v>5.2433399999999999</c:v>
                </c:pt>
                <c:pt idx="18807">
                  <c:v>5.2436400000000001</c:v>
                </c:pt>
                <c:pt idx="18808">
                  <c:v>5.2439499999999999</c:v>
                </c:pt>
                <c:pt idx="18809">
                  <c:v>5.2442500000000001</c:v>
                </c:pt>
                <c:pt idx="18810">
                  <c:v>5.2445599999999999</c:v>
                </c:pt>
                <c:pt idx="18811">
                  <c:v>5.2448600000000001</c:v>
                </c:pt>
                <c:pt idx="18812">
                  <c:v>5.2451699999999999</c:v>
                </c:pt>
                <c:pt idx="18813">
                  <c:v>5.2454700000000001</c:v>
                </c:pt>
                <c:pt idx="18814">
                  <c:v>5.2457799999999999</c:v>
                </c:pt>
                <c:pt idx="18815">
                  <c:v>5.2460899999999997</c:v>
                </c:pt>
                <c:pt idx="18816">
                  <c:v>5.2463899999999999</c:v>
                </c:pt>
                <c:pt idx="18817">
                  <c:v>5.2466999999999997</c:v>
                </c:pt>
                <c:pt idx="18818">
                  <c:v>5.2469999999999999</c:v>
                </c:pt>
                <c:pt idx="18819">
                  <c:v>5.2473099999999997</c:v>
                </c:pt>
                <c:pt idx="18820">
                  <c:v>5.2476099999999999</c:v>
                </c:pt>
                <c:pt idx="18821">
                  <c:v>5.2479199999999997</c:v>
                </c:pt>
                <c:pt idx="18822">
                  <c:v>5.2482199999999999</c:v>
                </c:pt>
                <c:pt idx="18823">
                  <c:v>5.2485299999999997</c:v>
                </c:pt>
                <c:pt idx="18824">
                  <c:v>5.2488299999999999</c:v>
                </c:pt>
                <c:pt idx="18825">
                  <c:v>5.2491399999999997</c:v>
                </c:pt>
                <c:pt idx="18826">
                  <c:v>5.2494500000000004</c:v>
                </c:pt>
                <c:pt idx="18827">
                  <c:v>5.2497499999999997</c:v>
                </c:pt>
                <c:pt idx="18828">
                  <c:v>5.2500600000000004</c:v>
                </c:pt>
                <c:pt idx="18829">
                  <c:v>5.2503599999999997</c:v>
                </c:pt>
                <c:pt idx="18830">
                  <c:v>5.2506700000000004</c:v>
                </c:pt>
                <c:pt idx="18831">
                  <c:v>5.2509699999999997</c:v>
                </c:pt>
                <c:pt idx="18832">
                  <c:v>5.2512800000000004</c:v>
                </c:pt>
                <c:pt idx="18833">
                  <c:v>5.2515799999999997</c:v>
                </c:pt>
                <c:pt idx="18834">
                  <c:v>5.2518900000000004</c:v>
                </c:pt>
                <c:pt idx="18835">
                  <c:v>5.2521899999999997</c:v>
                </c:pt>
                <c:pt idx="18836">
                  <c:v>5.2525000000000004</c:v>
                </c:pt>
                <c:pt idx="18837">
                  <c:v>5.2527999999999997</c:v>
                </c:pt>
                <c:pt idx="18838">
                  <c:v>5.2531100000000004</c:v>
                </c:pt>
                <c:pt idx="18839">
                  <c:v>5.2534200000000002</c:v>
                </c:pt>
                <c:pt idx="18840">
                  <c:v>5.2537200000000004</c:v>
                </c:pt>
                <c:pt idx="18841">
                  <c:v>5.2540300000000002</c:v>
                </c:pt>
                <c:pt idx="18842">
                  <c:v>5.2543300000000004</c:v>
                </c:pt>
                <c:pt idx="18843">
                  <c:v>5.2546400000000002</c:v>
                </c:pt>
                <c:pt idx="18844">
                  <c:v>5.2549400000000004</c:v>
                </c:pt>
                <c:pt idx="18845">
                  <c:v>5.2552500000000002</c:v>
                </c:pt>
                <c:pt idx="18846">
                  <c:v>5.2555500000000004</c:v>
                </c:pt>
                <c:pt idx="18847">
                  <c:v>5.2558600000000002</c:v>
                </c:pt>
                <c:pt idx="18848">
                  <c:v>5.2561600000000004</c:v>
                </c:pt>
                <c:pt idx="18849">
                  <c:v>5.2564700000000002</c:v>
                </c:pt>
                <c:pt idx="18850">
                  <c:v>5.2567700000000004</c:v>
                </c:pt>
                <c:pt idx="18851">
                  <c:v>5.2570800000000002</c:v>
                </c:pt>
                <c:pt idx="18852">
                  <c:v>5.25739</c:v>
                </c:pt>
                <c:pt idx="18853">
                  <c:v>5.2576900000000002</c:v>
                </c:pt>
                <c:pt idx="18854">
                  <c:v>5.258</c:v>
                </c:pt>
                <c:pt idx="18855">
                  <c:v>5.2583000000000002</c:v>
                </c:pt>
                <c:pt idx="18856">
                  <c:v>5.25861</c:v>
                </c:pt>
                <c:pt idx="18857">
                  <c:v>5.2589100000000002</c:v>
                </c:pt>
                <c:pt idx="18858">
                  <c:v>5.25922</c:v>
                </c:pt>
                <c:pt idx="18859">
                  <c:v>5.2595200000000002</c:v>
                </c:pt>
                <c:pt idx="18860">
                  <c:v>5.25983</c:v>
                </c:pt>
                <c:pt idx="18861">
                  <c:v>5.2601300000000002</c:v>
                </c:pt>
                <c:pt idx="18862">
                  <c:v>5.26044</c:v>
                </c:pt>
                <c:pt idx="18863">
                  <c:v>5.2607400000000002</c:v>
                </c:pt>
                <c:pt idx="18864">
                  <c:v>5.26105</c:v>
                </c:pt>
                <c:pt idx="18865">
                  <c:v>5.2613599999999998</c:v>
                </c:pt>
                <c:pt idx="18866">
                  <c:v>5.26166</c:v>
                </c:pt>
                <c:pt idx="18867">
                  <c:v>5.2619699999999998</c:v>
                </c:pt>
                <c:pt idx="18868">
                  <c:v>5.26227</c:v>
                </c:pt>
                <c:pt idx="18869">
                  <c:v>5.2625799999999998</c:v>
                </c:pt>
                <c:pt idx="18870">
                  <c:v>5.26288</c:v>
                </c:pt>
                <c:pt idx="18871">
                  <c:v>5.2631899999999998</c:v>
                </c:pt>
                <c:pt idx="18872">
                  <c:v>5.26349</c:v>
                </c:pt>
                <c:pt idx="18873">
                  <c:v>5.2637999999999998</c:v>
                </c:pt>
                <c:pt idx="18874">
                  <c:v>5.2641</c:v>
                </c:pt>
                <c:pt idx="18875">
                  <c:v>5.2644099999999998</c:v>
                </c:pt>
                <c:pt idx="18876">
                  <c:v>5.2647199999999996</c:v>
                </c:pt>
                <c:pt idx="18877">
                  <c:v>5.2650199999999998</c:v>
                </c:pt>
                <c:pt idx="18878">
                  <c:v>5.2653299999999996</c:v>
                </c:pt>
                <c:pt idx="18879">
                  <c:v>5.2656299999999998</c:v>
                </c:pt>
                <c:pt idx="18880">
                  <c:v>5.2659399999999996</c:v>
                </c:pt>
                <c:pt idx="18881">
                  <c:v>5.2662399999999998</c:v>
                </c:pt>
                <c:pt idx="18882">
                  <c:v>5.2665499999999996</c:v>
                </c:pt>
                <c:pt idx="18883">
                  <c:v>5.2668499999999998</c:v>
                </c:pt>
                <c:pt idx="18884">
                  <c:v>5.2671599999999996</c:v>
                </c:pt>
                <c:pt idx="18885">
                  <c:v>5.2674599999999998</c:v>
                </c:pt>
                <c:pt idx="18886">
                  <c:v>5.2677699999999996</c:v>
                </c:pt>
                <c:pt idx="18887">
                  <c:v>5.2680699999999998</c:v>
                </c:pt>
                <c:pt idx="18888">
                  <c:v>5.2683799999999996</c:v>
                </c:pt>
                <c:pt idx="18889">
                  <c:v>5.2686900000000003</c:v>
                </c:pt>
                <c:pt idx="18890">
                  <c:v>5.2689899999999996</c:v>
                </c:pt>
                <c:pt idx="18891">
                  <c:v>5.2693000000000003</c:v>
                </c:pt>
                <c:pt idx="18892">
                  <c:v>5.2695999999999996</c:v>
                </c:pt>
                <c:pt idx="18893">
                  <c:v>5.2699100000000003</c:v>
                </c:pt>
                <c:pt idx="18894">
                  <c:v>5.2702099999999996</c:v>
                </c:pt>
                <c:pt idx="18895">
                  <c:v>5.2705200000000003</c:v>
                </c:pt>
                <c:pt idx="18896">
                  <c:v>5.2708199999999996</c:v>
                </c:pt>
                <c:pt idx="18897">
                  <c:v>5.2711300000000003</c:v>
                </c:pt>
                <c:pt idx="18898">
                  <c:v>5.2714299999999996</c:v>
                </c:pt>
                <c:pt idx="18899">
                  <c:v>5.2717400000000003</c:v>
                </c:pt>
                <c:pt idx="18900">
                  <c:v>5.2720399999999996</c:v>
                </c:pt>
                <c:pt idx="18901">
                  <c:v>5.2723500000000003</c:v>
                </c:pt>
                <c:pt idx="18902">
                  <c:v>5.2726600000000001</c:v>
                </c:pt>
                <c:pt idx="18903">
                  <c:v>5.2729600000000003</c:v>
                </c:pt>
                <c:pt idx="18904">
                  <c:v>5.2732700000000001</c:v>
                </c:pt>
                <c:pt idx="18905">
                  <c:v>5.2735700000000003</c:v>
                </c:pt>
                <c:pt idx="18906">
                  <c:v>5.2738800000000001</c:v>
                </c:pt>
                <c:pt idx="18907">
                  <c:v>5.2741800000000003</c:v>
                </c:pt>
                <c:pt idx="18908">
                  <c:v>5.2744900000000001</c:v>
                </c:pt>
                <c:pt idx="18909">
                  <c:v>5.2747900000000003</c:v>
                </c:pt>
                <c:pt idx="18910">
                  <c:v>5.2751000000000001</c:v>
                </c:pt>
                <c:pt idx="18911">
                  <c:v>5.2754000000000003</c:v>
                </c:pt>
                <c:pt idx="18912">
                  <c:v>5.2757100000000001</c:v>
                </c:pt>
                <c:pt idx="18913">
                  <c:v>5.2760100000000003</c:v>
                </c:pt>
                <c:pt idx="18914">
                  <c:v>5.2763200000000001</c:v>
                </c:pt>
                <c:pt idx="18915">
                  <c:v>5.2766299999999999</c:v>
                </c:pt>
                <c:pt idx="18916">
                  <c:v>5.2769300000000001</c:v>
                </c:pt>
                <c:pt idx="18917">
                  <c:v>5.2772399999999999</c:v>
                </c:pt>
                <c:pt idx="18918">
                  <c:v>5.2775400000000001</c:v>
                </c:pt>
                <c:pt idx="18919">
                  <c:v>5.2778499999999999</c:v>
                </c:pt>
                <c:pt idx="18920">
                  <c:v>5.2781500000000001</c:v>
                </c:pt>
                <c:pt idx="18921">
                  <c:v>5.2784599999999999</c:v>
                </c:pt>
                <c:pt idx="18922">
                  <c:v>5.2787600000000001</c:v>
                </c:pt>
                <c:pt idx="18923">
                  <c:v>5.2790699999999999</c:v>
                </c:pt>
                <c:pt idx="18924">
                  <c:v>5.2793700000000001</c:v>
                </c:pt>
                <c:pt idx="18925">
                  <c:v>5.2796799999999999</c:v>
                </c:pt>
                <c:pt idx="18926">
                  <c:v>5.2799800000000001</c:v>
                </c:pt>
                <c:pt idx="18927">
                  <c:v>5.2802899999999999</c:v>
                </c:pt>
                <c:pt idx="18928">
                  <c:v>5.2805999999999997</c:v>
                </c:pt>
                <c:pt idx="18929">
                  <c:v>5.2808999999999999</c:v>
                </c:pt>
                <c:pt idx="18930">
                  <c:v>5.2812099999999997</c:v>
                </c:pt>
                <c:pt idx="18931">
                  <c:v>5.2815099999999999</c:v>
                </c:pt>
                <c:pt idx="18932">
                  <c:v>5.2818199999999997</c:v>
                </c:pt>
                <c:pt idx="18933">
                  <c:v>5.2821199999999999</c:v>
                </c:pt>
                <c:pt idx="18934">
                  <c:v>5.2824299999999997</c:v>
                </c:pt>
                <c:pt idx="18935">
                  <c:v>5.2827299999999999</c:v>
                </c:pt>
                <c:pt idx="18936">
                  <c:v>5.2830399999999997</c:v>
                </c:pt>
                <c:pt idx="18937">
                  <c:v>5.2833399999999999</c:v>
                </c:pt>
                <c:pt idx="18938">
                  <c:v>5.2836499999999997</c:v>
                </c:pt>
                <c:pt idx="18939">
                  <c:v>5.2839600000000004</c:v>
                </c:pt>
                <c:pt idx="18940">
                  <c:v>5.2842599999999997</c:v>
                </c:pt>
                <c:pt idx="18941">
                  <c:v>5.2845700000000004</c:v>
                </c:pt>
                <c:pt idx="18942">
                  <c:v>5.2848699999999997</c:v>
                </c:pt>
                <c:pt idx="18943">
                  <c:v>5.2851800000000004</c:v>
                </c:pt>
                <c:pt idx="18944">
                  <c:v>5.2854799999999997</c:v>
                </c:pt>
                <c:pt idx="18945">
                  <c:v>5.2857900000000004</c:v>
                </c:pt>
                <c:pt idx="18946">
                  <c:v>5.2860899999999997</c:v>
                </c:pt>
                <c:pt idx="18947">
                  <c:v>5.2864000000000004</c:v>
                </c:pt>
                <c:pt idx="18948">
                  <c:v>5.2866999999999997</c:v>
                </c:pt>
                <c:pt idx="18949">
                  <c:v>5.2870100000000004</c:v>
                </c:pt>
                <c:pt idx="18950">
                  <c:v>5.2873099999999997</c:v>
                </c:pt>
                <c:pt idx="18951">
                  <c:v>5.2876200000000004</c:v>
                </c:pt>
                <c:pt idx="18952">
                  <c:v>5.2879300000000002</c:v>
                </c:pt>
                <c:pt idx="18953">
                  <c:v>5.2882300000000004</c:v>
                </c:pt>
                <c:pt idx="18954">
                  <c:v>5.2885400000000002</c:v>
                </c:pt>
                <c:pt idx="18955">
                  <c:v>5.2888400000000004</c:v>
                </c:pt>
                <c:pt idx="18956">
                  <c:v>5.2891500000000002</c:v>
                </c:pt>
                <c:pt idx="18957">
                  <c:v>5.2894500000000004</c:v>
                </c:pt>
                <c:pt idx="18958">
                  <c:v>5.2897600000000002</c:v>
                </c:pt>
                <c:pt idx="18959">
                  <c:v>5.2900600000000004</c:v>
                </c:pt>
                <c:pt idx="18960">
                  <c:v>5.2903700000000002</c:v>
                </c:pt>
                <c:pt idx="18961">
                  <c:v>5.2906700000000004</c:v>
                </c:pt>
                <c:pt idx="18962">
                  <c:v>5.2909800000000002</c:v>
                </c:pt>
                <c:pt idx="18963">
                  <c:v>5.2912800000000004</c:v>
                </c:pt>
                <c:pt idx="18964">
                  <c:v>5.2915900000000002</c:v>
                </c:pt>
                <c:pt idx="18965">
                  <c:v>5.2919</c:v>
                </c:pt>
                <c:pt idx="18966">
                  <c:v>5.2922000000000002</c:v>
                </c:pt>
                <c:pt idx="18967">
                  <c:v>5.29251</c:v>
                </c:pt>
                <c:pt idx="18968">
                  <c:v>5.2928100000000002</c:v>
                </c:pt>
                <c:pt idx="18969">
                  <c:v>5.29312</c:v>
                </c:pt>
                <c:pt idx="18970">
                  <c:v>5.2934200000000002</c:v>
                </c:pt>
                <c:pt idx="18971">
                  <c:v>5.29373</c:v>
                </c:pt>
                <c:pt idx="18972">
                  <c:v>5.2940300000000002</c:v>
                </c:pt>
                <c:pt idx="18973">
                  <c:v>5.29434</c:v>
                </c:pt>
                <c:pt idx="18974">
                  <c:v>5.2946400000000002</c:v>
                </c:pt>
                <c:pt idx="18975">
                  <c:v>5.29495</c:v>
                </c:pt>
                <c:pt idx="18976">
                  <c:v>5.2952500000000002</c:v>
                </c:pt>
                <c:pt idx="18977">
                  <c:v>5.29556</c:v>
                </c:pt>
                <c:pt idx="18978">
                  <c:v>5.2958699999999999</c:v>
                </c:pt>
                <c:pt idx="18979">
                  <c:v>5.29617</c:v>
                </c:pt>
                <c:pt idx="18980">
                  <c:v>5.2964799999999999</c:v>
                </c:pt>
                <c:pt idx="18981">
                  <c:v>5.29678</c:v>
                </c:pt>
                <c:pt idx="18982">
                  <c:v>5.2970899999999999</c:v>
                </c:pt>
                <c:pt idx="18983">
                  <c:v>5.29739</c:v>
                </c:pt>
                <c:pt idx="18984">
                  <c:v>5.2976999999999999</c:v>
                </c:pt>
                <c:pt idx="18985">
                  <c:v>5.298</c:v>
                </c:pt>
                <c:pt idx="18986">
                  <c:v>5.2983099999999999</c:v>
                </c:pt>
                <c:pt idx="18987">
                  <c:v>5.29861</c:v>
                </c:pt>
                <c:pt idx="18988">
                  <c:v>5.2989199999999999</c:v>
                </c:pt>
                <c:pt idx="18989">
                  <c:v>5.29922</c:v>
                </c:pt>
                <c:pt idx="18990">
                  <c:v>5.2995299999999999</c:v>
                </c:pt>
                <c:pt idx="18991">
                  <c:v>5.2998399999999997</c:v>
                </c:pt>
                <c:pt idx="18992">
                  <c:v>5.3001399999999999</c:v>
                </c:pt>
                <c:pt idx="18993">
                  <c:v>5.3004499999999997</c:v>
                </c:pt>
                <c:pt idx="18994">
                  <c:v>5.3007499999999999</c:v>
                </c:pt>
                <c:pt idx="18995">
                  <c:v>5.3010599999999997</c:v>
                </c:pt>
                <c:pt idx="18996">
                  <c:v>5.3013599999999999</c:v>
                </c:pt>
                <c:pt idx="18997">
                  <c:v>5.3016699999999997</c:v>
                </c:pt>
                <c:pt idx="18998">
                  <c:v>5.3019699999999998</c:v>
                </c:pt>
                <c:pt idx="18999">
                  <c:v>5.3022799999999997</c:v>
                </c:pt>
                <c:pt idx="19000">
                  <c:v>5.3025799999999998</c:v>
                </c:pt>
                <c:pt idx="19001">
                  <c:v>5.3028899999999997</c:v>
                </c:pt>
                <c:pt idx="19002">
                  <c:v>5.3032000000000004</c:v>
                </c:pt>
                <c:pt idx="19003">
                  <c:v>5.3034999999999997</c:v>
                </c:pt>
                <c:pt idx="19004">
                  <c:v>5.3038100000000004</c:v>
                </c:pt>
                <c:pt idx="19005">
                  <c:v>5.3041099999999997</c:v>
                </c:pt>
                <c:pt idx="19006">
                  <c:v>5.3044200000000004</c:v>
                </c:pt>
                <c:pt idx="19007">
                  <c:v>5.3047199999999997</c:v>
                </c:pt>
                <c:pt idx="19008">
                  <c:v>5.3050300000000004</c:v>
                </c:pt>
                <c:pt idx="19009">
                  <c:v>5.3053299999999997</c:v>
                </c:pt>
                <c:pt idx="19010">
                  <c:v>5.3056400000000004</c:v>
                </c:pt>
                <c:pt idx="19011">
                  <c:v>5.3059399999999997</c:v>
                </c:pt>
                <c:pt idx="19012">
                  <c:v>5.3062500000000004</c:v>
                </c:pt>
                <c:pt idx="19013">
                  <c:v>5.3065499999999997</c:v>
                </c:pt>
                <c:pt idx="19014">
                  <c:v>5.3068600000000004</c:v>
                </c:pt>
                <c:pt idx="19015">
                  <c:v>5.3071700000000002</c:v>
                </c:pt>
                <c:pt idx="19016">
                  <c:v>5.3074700000000004</c:v>
                </c:pt>
                <c:pt idx="19017">
                  <c:v>5.3077800000000002</c:v>
                </c:pt>
                <c:pt idx="19018">
                  <c:v>5.3080800000000004</c:v>
                </c:pt>
                <c:pt idx="19019">
                  <c:v>5.3083900000000002</c:v>
                </c:pt>
                <c:pt idx="19020">
                  <c:v>5.3086900000000004</c:v>
                </c:pt>
                <c:pt idx="19021">
                  <c:v>5.3090000000000002</c:v>
                </c:pt>
                <c:pt idx="19022">
                  <c:v>5.3093000000000004</c:v>
                </c:pt>
                <c:pt idx="19023">
                  <c:v>5.3096100000000002</c:v>
                </c:pt>
                <c:pt idx="19024">
                  <c:v>5.3099100000000004</c:v>
                </c:pt>
                <c:pt idx="19025">
                  <c:v>5.3102200000000002</c:v>
                </c:pt>
                <c:pt idx="19026">
                  <c:v>5.3105200000000004</c:v>
                </c:pt>
                <c:pt idx="19027">
                  <c:v>5.3108300000000002</c:v>
                </c:pt>
                <c:pt idx="19028">
                  <c:v>5.31114</c:v>
                </c:pt>
                <c:pt idx="19029">
                  <c:v>5.3114400000000002</c:v>
                </c:pt>
                <c:pt idx="19030">
                  <c:v>5.31175</c:v>
                </c:pt>
                <c:pt idx="19031">
                  <c:v>5.3120500000000002</c:v>
                </c:pt>
                <c:pt idx="19032">
                  <c:v>5.31236</c:v>
                </c:pt>
                <c:pt idx="19033">
                  <c:v>5.3126600000000002</c:v>
                </c:pt>
                <c:pt idx="19034">
                  <c:v>5.31297</c:v>
                </c:pt>
                <c:pt idx="19035">
                  <c:v>5.3132700000000002</c:v>
                </c:pt>
                <c:pt idx="19036">
                  <c:v>5.31358</c:v>
                </c:pt>
                <c:pt idx="19037">
                  <c:v>5.3138800000000002</c:v>
                </c:pt>
                <c:pt idx="19038">
                  <c:v>5.31419</c:v>
                </c:pt>
                <c:pt idx="19039">
                  <c:v>5.3144900000000002</c:v>
                </c:pt>
                <c:pt idx="19040">
                  <c:v>5.3148</c:v>
                </c:pt>
                <c:pt idx="19041">
                  <c:v>5.3151099999999998</c:v>
                </c:pt>
                <c:pt idx="19042">
                  <c:v>5.31541</c:v>
                </c:pt>
                <c:pt idx="19043">
                  <c:v>5.3157199999999998</c:v>
                </c:pt>
                <c:pt idx="19044">
                  <c:v>5.31602</c:v>
                </c:pt>
                <c:pt idx="19045">
                  <c:v>5.3163299999999998</c:v>
                </c:pt>
                <c:pt idx="19046">
                  <c:v>5.31663</c:v>
                </c:pt>
                <c:pt idx="19047">
                  <c:v>5.3169399999999998</c:v>
                </c:pt>
                <c:pt idx="19048">
                  <c:v>5.31724</c:v>
                </c:pt>
                <c:pt idx="19049">
                  <c:v>5.3175499999999998</c:v>
                </c:pt>
                <c:pt idx="19050">
                  <c:v>5.31785</c:v>
                </c:pt>
                <c:pt idx="19051">
                  <c:v>5.3181599999999998</c:v>
                </c:pt>
                <c:pt idx="19052">
                  <c:v>5.31846</c:v>
                </c:pt>
                <c:pt idx="19053">
                  <c:v>5.3187699999999998</c:v>
                </c:pt>
                <c:pt idx="19054">
                  <c:v>5.3190799999999996</c:v>
                </c:pt>
                <c:pt idx="19055">
                  <c:v>5.3193799999999998</c:v>
                </c:pt>
                <c:pt idx="19056">
                  <c:v>5.3196899999999996</c:v>
                </c:pt>
                <c:pt idx="19057">
                  <c:v>5.3199899999999998</c:v>
                </c:pt>
                <c:pt idx="19058">
                  <c:v>5.3202999999999996</c:v>
                </c:pt>
                <c:pt idx="19059">
                  <c:v>5.3205999999999998</c:v>
                </c:pt>
                <c:pt idx="19060">
                  <c:v>5.3209099999999996</c:v>
                </c:pt>
                <c:pt idx="19061">
                  <c:v>5.3212099999999998</c:v>
                </c:pt>
                <c:pt idx="19062">
                  <c:v>5.3215199999999996</c:v>
                </c:pt>
                <c:pt idx="19063">
                  <c:v>5.3218199999999998</c:v>
                </c:pt>
                <c:pt idx="19064">
                  <c:v>5.3221299999999996</c:v>
                </c:pt>
                <c:pt idx="19065">
                  <c:v>5.3224400000000003</c:v>
                </c:pt>
                <c:pt idx="19066">
                  <c:v>5.3227399999999996</c:v>
                </c:pt>
                <c:pt idx="19067">
                  <c:v>5.3230500000000003</c:v>
                </c:pt>
                <c:pt idx="19068">
                  <c:v>5.3233499999999996</c:v>
                </c:pt>
                <c:pt idx="19069">
                  <c:v>5.3236600000000003</c:v>
                </c:pt>
                <c:pt idx="19070">
                  <c:v>5.3239599999999996</c:v>
                </c:pt>
                <c:pt idx="19071">
                  <c:v>5.3242700000000003</c:v>
                </c:pt>
                <c:pt idx="19072">
                  <c:v>5.3245699999999996</c:v>
                </c:pt>
                <c:pt idx="19073">
                  <c:v>5.3248800000000003</c:v>
                </c:pt>
                <c:pt idx="19074">
                  <c:v>5.3251799999999996</c:v>
                </c:pt>
                <c:pt idx="19075">
                  <c:v>5.3254900000000003</c:v>
                </c:pt>
                <c:pt idx="19076">
                  <c:v>5.3257899999999996</c:v>
                </c:pt>
                <c:pt idx="19077">
                  <c:v>5.3261000000000003</c:v>
                </c:pt>
                <c:pt idx="19078">
                  <c:v>5.3264100000000001</c:v>
                </c:pt>
                <c:pt idx="19079">
                  <c:v>5.3267100000000003</c:v>
                </c:pt>
                <c:pt idx="19080">
                  <c:v>5.3270200000000001</c:v>
                </c:pt>
                <c:pt idx="19081">
                  <c:v>5.3273200000000003</c:v>
                </c:pt>
                <c:pt idx="19082">
                  <c:v>5.3276300000000001</c:v>
                </c:pt>
                <c:pt idx="19083">
                  <c:v>5.3279300000000003</c:v>
                </c:pt>
                <c:pt idx="19084">
                  <c:v>5.3282400000000001</c:v>
                </c:pt>
                <c:pt idx="19085">
                  <c:v>5.3285400000000003</c:v>
                </c:pt>
                <c:pt idx="19086">
                  <c:v>5.3288500000000001</c:v>
                </c:pt>
                <c:pt idx="19087">
                  <c:v>5.3291500000000003</c:v>
                </c:pt>
                <c:pt idx="19088">
                  <c:v>5.3294600000000001</c:v>
                </c:pt>
                <c:pt idx="19089">
                  <c:v>5.3297600000000003</c:v>
                </c:pt>
                <c:pt idx="19090">
                  <c:v>5.3300700000000001</c:v>
                </c:pt>
                <c:pt idx="19091">
                  <c:v>5.3303799999999999</c:v>
                </c:pt>
                <c:pt idx="19092">
                  <c:v>5.3306800000000001</c:v>
                </c:pt>
                <c:pt idx="19093">
                  <c:v>5.3309899999999999</c:v>
                </c:pt>
                <c:pt idx="19094">
                  <c:v>5.3312900000000001</c:v>
                </c:pt>
                <c:pt idx="19095">
                  <c:v>5.3315999999999999</c:v>
                </c:pt>
                <c:pt idx="19096">
                  <c:v>5.3319000000000001</c:v>
                </c:pt>
                <c:pt idx="19097">
                  <c:v>5.3322099999999999</c:v>
                </c:pt>
                <c:pt idx="19098">
                  <c:v>5.3325100000000001</c:v>
                </c:pt>
                <c:pt idx="19099">
                  <c:v>5.3328199999999999</c:v>
                </c:pt>
                <c:pt idx="19100">
                  <c:v>5.3331200000000001</c:v>
                </c:pt>
                <c:pt idx="19101">
                  <c:v>5.3334299999999999</c:v>
                </c:pt>
                <c:pt idx="19102">
                  <c:v>5.3337300000000001</c:v>
                </c:pt>
                <c:pt idx="19103">
                  <c:v>5.3340399999999999</c:v>
                </c:pt>
                <c:pt idx="19104">
                  <c:v>5.3343499999999997</c:v>
                </c:pt>
                <c:pt idx="19105">
                  <c:v>5.3346499999999999</c:v>
                </c:pt>
                <c:pt idx="19106">
                  <c:v>5.3349599999999997</c:v>
                </c:pt>
                <c:pt idx="19107">
                  <c:v>5.3352599999999999</c:v>
                </c:pt>
                <c:pt idx="19108">
                  <c:v>5.3355699999999997</c:v>
                </c:pt>
                <c:pt idx="19109">
                  <c:v>5.3358699999999999</c:v>
                </c:pt>
                <c:pt idx="19110">
                  <c:v>5.3361799999999997</c:v>
                </c:pt>
                <c:pt idx="19111">
                  <c:v>5.3364799999999999</c:v>
                </c:pt>
                <c:pt idx="19112">
                  <c:v>5.3367899999999997</c:v>
                </c:pt>
                <c:pt idx="19113">
                  <c:v>5.3370899999999999</c:v>
                </c:pt>
                <c:pt idx="19114">
                  <c:v>5.3373999999999997</c:v>
                </c:pt>
                <c:pt idx="19115">
                  <c:v>5.3377100000000004</c:v>
                </c:pt>
                <c:pt idx="19116">
                  <c:v>5.3380099999999997</c:v>
                </c:pt>
                <c:pt idx="19117">
                  <c:v>5.3383200000000004</c:v>
                </c:pt>
                <c:pt idx="19118">
                  <c:v>5.3386199999999997</c:v>
                </c:pt>
                <c:pt idx="19119">
                  <c:v>5.3389300000000004</c:v>
                </c:pt>
                <c:pt idx="19120">
                  <c:v>5.3392299999999997</c:v>
                </c:pt>
                <c:pt idx="19121">
                  <c:v>5.3395400000000004</c:v>
                </c:pt>
                <c:pt idx="19122">
                  <c:v>5.3398399999999997</c:v>
                </c:pt>
                <c:pt idx="19123">
                  <c:v>5.3401500000000004</c:v>
                </c:pt>
                <c:pt idx="19124">
                  <c:v>5.3404499999999997</c:v>
                </c:pt>
                <c:pt idx="19125">
                  <c:v>5.3407600000000004</c:v>
                </c:pt>
                <c:pt idx="19126">
                  <c:v>5.3410599999999997</c:v>
                </c:pt>
                <c:pt idx="19127">
                  <c:v>5.3413700000000004</c:v>
                </c:pt>
                <c:pt idx="19128">
                  <c:v>5.3416800000000002</c:v>
                </c:pt>
                <c:pt idx="19129">
                  <c:v>5.3419800000000004</c:v>
                </c:pt>
                <c:pt idx="19130">
                  <c:v>5.3422900000000002</c:v>
                </c:pt>
                <c:pt idx="19131">
                  <c:v>5.3425900000000004</c:v>
                </c:pt>
                <c:pt idx="19132">
                  <c:v>5.3429000000000002</c:v>
                </c:pt>
                <c:pt idx="19133">
                  <c:v>5.3432000000000004</c:v>
                </c:pt>
                <c:pt idx="19134">
                  <c:v>5.3435100000000002</c:v>
                </c:pt>
                <c:pt idx="19135">
                  <c:v>5.3438100000000004</c:v>
                </c:pt>
                <c:pt idx="19136">
                  <c:v>5.3441200000000002</c:v>
                </c:pt>
                <c:pt idx="19137">
                  <c:v>5.3444200000000004</c:v>
                </c:pt>
                <c:pt idx="19138">
                  <c:v>5.3447300000000002</c:v>
                </c:pt>
                <c:pt idx="19139">
                  <c:v>5.3450300000000004</c:v>
                </c:pt>
                <c:pt idx="19140">
                  <c:v>5.3453400000000002</c:v>
                </c:pt>
                <c:pt idx="19141">
                  <c:v>5.34565</c:v>
                </c:pt>
                <c:pt idx="19142">
                  <c:v>5.3459500000000002</c:v>
                </c:pt>
                <c:pt idx="19143">
                  <c:v>5.34626</c:v>
                </c:pt>
                <c:pt idx="19144">
                  <c:v>5.3465600000000002</c:v>
                </c:pt>
                <c:pt idx="19145">
                  <c:v>5.34687</c:v>
                </c:pt>
                <c:pt idx="19146">
                  <c:v>5.3471700000000002</c:v>
                </c:pt>
                <c:pt idx="19147">
                  <c:v>5.34748</c:v>
                </c:pt>
                <c:pt idx="19148">
                  <c:v>5.3477800000000002</c:v>
                </c:pt>
                <c:pt idx="19149">
                  <c:v>5.34809</c:v>
                </c:pt>
                <c:pt idx="19150">
                  <c:v>5.3483900000000002</c:v>
                </c:pt>
                <c:pt idx="19151">
                  <c:v>5.3487</c:v>
                </c:pt>
                <c:pt idx="19152">
                  <c:v>5.3490000000000002</c:v>
                </c:pt>
                <c:pt idx="19153">
                  <c:v>5.34931</c:v>
                </c:pt>
                <c:pt idx="19154">
                  <c:v>5.3496199999999998</c:v>
                </c:pt>
                <c:pt idx="19155">
                  <c:v>5.34992</c:v>
                </c:pt>
                <c:pt idx="19156">
                  <c:v>5.3502299999999998</c:v>
                </c:pt>
                <c:pt idx="19157">
                  <c:v>5.35053</c:v>
                </c:pt>
                <c:pt idx="19158">
                  <c:v>5.3508399999999998</c:v>
                </c:pt>
                <c:pt idx="19159">
                  <c:v>5.35114</c:v>
                </c:pt>
                <c:pt idx="19160">
                  <c:v>5.3514499999999998</c:v>
                </c:pt>
                <c:pt idx="19161">
                  <c:v>5.35175</c:v>
                </c:pt>
                <c:pt idx="19162">
                  <c:v>5.3520599999999998</c:v>
                </c:pt>
                <c:pt idx="19163">
                  <c:v>5.35236</c:v>
                </c:pt>
                <c:pt idx="19164">
                  <c:v>5.3526699999999998</c:v>
                </c:pt>
                <c:pt idx="19165">
                  <c:v>5.35297</c:v>
                </c:pt>
                <c:pt idx="19166">
                  <c:v>5.3532799999999998</c:v>
                </c:pt>
                <c:pt idx="19167">
                  <c:v>5.3535899999999996</c:v>
                </c:pt>
                <c:pt idx="19168">
                  <c:v>5.3538899999999998</c:v>
                </c:pt>
                <c:pt idx="19169">
                  <c:v>5.3541999999999996</c:v>
                </c:pt>
                <c:pt idx="19170">
                  <c:v>5.3544999999999998</c:v>
                </c:pt>
                <c:pt idx="19171">
                  <c:v>5.3548099999999996</c:v>
                </c:pt>
                <c:pt idx="19172">
                  <c:v>5.3551099999999998</c:v>
                </c:pt>
                <c:pt idx="19173">
                  <c:v>5.3554199999999996</c:v>
                </c:pt>
                <c:pt idx="19174">
                  <c:v>5.3557199999999998</c:v>
                </c:pt>
                <c:pt idx="19175">
                  <c:v>5.3560299999999996</c:v>
                </c:pt>
                <c:pt idx="19176">
                  <c:v>5.3563299999999998</c:v>
                </c:pt>
                <c:pt idx="19177">
                  <c:v>5.3566399999999996</c:v>
                </c:pt>
                <c:pt idx="19178">
                  <c:v>5.3569500000000003</c:v>
                </c:pt>
                <c:pt idx="19179">
                  <c:v>5.3572499999999996</c:v>
                </c:pt>
                <c:pt idx="19180">
                  <c:v>5.3575600000000003</c:v>
                </c:pt>
                <c:pt idx="19181">
                  <c:v>5.3578599999999996</c:v>
                </c:pt>
                <c:pt idx="19182">
                  <c:v>5.3581700000000003</c:v>
                </c:pt>
                <c:pt idx="19183">
                  <c:v>5.3584699999999996</c:v>
                </c:pt>
                <c:pt idx="19184">
                  <c:v>5.3587800000000003</c:v>
                </c:pt>
                <c:pt idx="19185">
                  <c:v>5.3590799999999996</c:v>
                </c:pt>
                <c:pt idx="19186">
                  <c:v>5.3593900000000003</c:v>
                </c:pt>
                <c:pt idx="19187">
                  <c:v>5.3596899999999996</c:v>
                </c:pt>
                <c:pt idx="19188">
                  <c:v>5.36</c:v>
                </c:pt>
                <c:pt idx="19189">
                  <c:v>5.3602999999999996</c:v>
                </c:pt>
                <c:pt idx="19190">
                  <c:v>5.3606100000000003</c:v>
                </c:pt>
                <c:pt idx="19191">
                  <c:v>5.3609200000000001</c:v>
                </c:pt>
                <c:pt idx="19192">
                  <c:v>5.3612200000000003</c:v>
                </c:pt>
                <c:pt idx="19193">
                  <c:v>5.3615300000000001</c:v>
                </c:pt>
                <c:pt idx="19194">
                  <c:v>5.3618300000000003</c:v>
                </c:pt>
                <c:pt idx="19195">
                  <c:v>5.3621400000000001</c:v>
                </c:pt>
                <c:pt idx="19196">
                  <c:v>5.3624400000000003</c:v>
                </c:pt>
                <c:pt idx="19197">
                  <c:v>5.3627500000000001</c:v>
                </c:pt>
                <c:pt idx="19198">
                  <c:v>5.3630500000000003</c:v>
                </c:pt>
                <c:pt idx="19199">
                  <c:v>5.3633600000000001</c:v>
                </c:pt>
                <c:pt idx="19200">
                  <c:v>5.3636600000000003</c:v>
                </c:pt>
                <c:pt idx="19201">
                  <c:v>5.3639700000000001</c:v>
                </c:pt>
                <c:pt idx="19202">
                  <c:v>5.3642700000000003</c:v>
                </c:pt>
                <c:pt idx="19203">
                  <c:v>5.3645800000000001</c:v>
                </c:pt>
                <c:pt idx="19204">
                  <c:v>5.3648899999999999</c:v>
                </c:pt>
                <c:pt idx="19205">
                  <c:v>5.3651900000000001</c:v>
                </c:pt>
                <c:pt idx="19206">
                  <c:v>5.3654999999999999</c:v>
                </c:pt>
                <c:pt idx="19207">
                  <c:v>5.3658000000000001</c:v>
                </c:pt>
                <c:pt idx="19208">
                  <c:v>5.3661099999999999</c:v>
                </c:pt>
                <c:pt idx="19209">
                  <c:v>5.3664100000000001</c:v>
                </c:pt>
                <c:pt idx="19210">
                  <c:v>5.3667199999999999</c:v>
                </c:pt>
                <c:pt idx="19211">
                  <c:v>5.3670200000000001</c:v>
                </c:pt>
                <c:pt idx="19212">
                  <c:v>5.3673299999999999</c:v>
                </c:pt>
                <c:pt idx="19213">
                  <c:v>5.3676300000000001</c:v>
                </c:pt>
                <c:pt idx="19214">
                  <c:v>5.3679399999999999</c:v>
                </c:pt>
                <c:pt idx="19215">
                  <c:v>5.3682400000000001</c:v>
                </c:pt>
                <c:pt idx="19216">
                  <c:v>5.3685499999999999</c:v>
                </c:pt>
                <c:pt idx="19217">
                  <c:v>5.3688599999999997</c:v>
                </c:pt>
                <c:pt idx="19218">
                  <c:v>5.3691599999999999</c:v>
                </c:pt>
                <c:pt idx="19219">
                  <c:v>5.3694699999999997</c:v>
                </c:pt>
                <c:pt idx="19220">
                  <c:v>5.3697699999999999</c:v>
                </c:pt>
                <c:pt idx="19221">
                  <c:v>5.3700799999999997</c:v>
                </c:pt>
                <c:pt idx="19222">
                  <c:v>5.3703799999999999</c:v>
                </c:pt>
                <c:pt idx="19223">
                  <c:v>5.3706899999999997</c:v>
                </c:pt>
                <c:pt idx="19224">
                  <c:v>5.3709899999999999</c:v>
                </c:pt>
                <c:pt idx="19225">
                  <c:v>5.3712999999999997</c:v>
                </c:pt>
                <c:pt idx="19226">
                  <c:v>5.3715999999999999</c:v>
                </c:pt>
                <c:pt idx="19227">
                  <c:v>5.3719099999999997</c:v>
                </c:pt>
                <c:pt idx="19228">
                  <c:v>5.3722099999999999</c:v>
                </c:pt>
                <c:pt idx="19229">
                  <c:v>5.3725199999999997</c:v>
                </c:pt>
                <c:pt idx="19230">
                  <c:v>5.3728300000000004</c:v>
                </c:pt>
                <c:pt idx="19231">
                  <c:v>5.3731299999999997</c:v>
                </c:pt>
                <c:pt idx="19232">
                  <c:v>5.3734400000000004</c:v>
                </c:pt>
                <c:pt idx="19233">
                  <c:v>5.3737399999999997</c:v>
                </c:pt>
                <c:pt idx="19234">
                  <c:v>5.3740500000000004</c:v>
                </c:pt>
                <c:pt idx="19235">
                  <c:v>5.3743499999999997</c:v>
                </c:pt>
                <c:pt idx="19236">
                  <c:v>5.3746600000000004</c:v>
                </c:pt>
                <c:pt idx="19237">
                  <c:v>5.3749599999999997</c:v>
                </c:pt>
                <c:pt idx="19238">
                  <c:v>5.3752700000000004</c:v>
                </c:pt>
                <c:pt idx="19239">
                  <c:v>5.3755699999999997</c:v>
                </c:pt>
                <c:pt idx="19240">
                  <c:v>5.3758800000000004</c:v>
                </c:pt>
                <c:pt idx="19241">
                  <c:v>5.3761900000000002</c:v>
                </c:pt>
                <c:pt idx="19242">
                  <c:v>5.3764900000000004</c:v>
                </c:pt>
                <c:pt idx="19243">
                  <c:v>5.3768000000000002</c:v>
                </c:pt>
                <c:pt idx="19244">
                  <c:v>5.3771000000000004</c:v>
                </c:pt>
                <c:pt idx="19245">
                  <c:v>5.3774100000000002</c:v>
                </c:pt>
                <c:pt idx="19246">
                  <c:v>5.3777100000000004</c:v>
                </c:pt>
                <c:pt idx="19247">
                  <c:v>5.3780200000000002</c:v>
                </c:pt>
                <c:pt idx="19248">
                  <c:v>5.3783200000000004</c:v>
                </c:pt>
                <c:pt idx="19249">
                  <c:v>5.3786300000000002</c:v>
                </c:pt>
                <c:pt idx="19250">
                  <c:v>5.3789300000000004</c:v>
                </c:pt>
                <c:pt idx="19251">
                  <c:v>5.3792400000000002</c:v>
                </c:pt>
                <c:pt idx="19252">
                  <c:v>5.3795400000000004</c:v>
                </c:pt>
                <c:pt idx="19253">
                  <c:v>5.3798500000000002</c:v>
                </c:pt>
                <c:pt idx="19254">
                  <c:v>5.3801600000000001</c:v>
                </c:pt>
                <c:pt idx="19255">
                  <c:v>5.3804600000000002</c:v>
                </c:pt>
                <c:pt idx="19256">
                  <c:v>5.3807700000000001</c:v>
                </c:pt>
                <c:pt idx="19257">
                  <c:v>5.3810700000000002</c:v>
                </c:pt>
                <c:pt idx="19258">
                  <c:v>5.3813800000000001</c:v>
                </c:pt>
                <c:pt idx="19259">
                  <c:v>5.3816800000000002</c:v>
                </c:pt>
                <c:pt idx="19260">
                  <c:v>5.3819900000000001</c:v>
                </c:pt>
                <c:pt idx="19261">
                  <c:v>5.3822900000000002</c:v>
                </c:pt>
                <c:pt idx="19262">
                  <c:v>5.3826000000000001</c:v>
                </c:pt>
                <c:pt idx="19263">
                  <c:v>5.3829000000000002</c:v>
                </c:pt>
                <c:pt idx="19264">
                  <c:v>5.3832100000000001</c:v>
                </c:pt>
                <c:pt idx="19265">
                  <c:v>5.3835100000000002</c:v>
                </c:pt>
                <c:pt idx="19266">
                  <c:v>5.3838200000000001</c:v>
                </c:pt>
                <c:pt idx="19267">
                  <c:v>5.3841299999999999</c:v>
                </c:pt>
                <c:pt idx="19268">
                  <c:v>5.38443</c:v>
                </c:pt>
                <c:pt idx="19269">
                  <c:v>5.3847399999999999</c:v>
                </c:pt>
                <c:pt idx="19270">
                  <c:v>5.38504</c:v>
                </c:pt>
                <c:pt idx="19271">
                  <c:v>5.3853499999999999</c:v>
                </c:pt>
                <c:pt idx="19272">
                  <c:v>5.38565</c:v>
                </c:pt>
                <c:pt idx="19273">
                  <c:v>5.3859599999999999</c:v>
                </c:pt>
                <c:pt idx="19274">
                  <c:v>5.38626</c:v>
                </c:pt>
                <c:pt idx="19275">
                  <c:v>5.3865699999999999</c:v>
                </c:pt>
                <c:pt idx="19276">
                  <c:v>5.38687</c:v>
                </c:pt>
                <c:pt idx="19277">
                  <c:v>5.3871799999999999</c:v>
                </c:pt>
                <c:pt idx="19278">
                  <c:v>5.38748</c:v>
                </c:pt>
                <c:pt idx="19279">
                  <c:v>5.3877899999999999</c:v>
                </c:pt>
                <c:pt idx="19280">
                  <c:v>5.3880999999999997</c:v>
                </c:pt>
                <c:pt idx="19281">
                  <c:v>5.3883999999999999</c:v>
                </c:pt>
                <c:pt idx="19282">
                  <c:v>5.3887099999999997</c:v>
                </c:pt>
                <c:pt idx="19283">
                  <c:v>5.3890099999999999</c:v>
                </c:pt>
                <c:pt idx="19284">
                  <c:v>5.3893199999999997</c:v>
                </c:pt>
                <c:pt idx="19285">
                  <c:v>5.3896199999999999</c:v>
                </c:pt>
                <c:pt idx="19286">
                  <c:v>5.3899299999999997</c:v>
                </c:pt>
                <c:pt idx="19287">
                  <c:v>5.3902299999999999</c:v>
                </c:pt>
                <c:pt idx="19288">
                  <c:v>5.3905399999999997</c:v>
                </c:pt>
                <c:pt idx="19289">
                  <c:v>5.3908399999999999</c:v>
                </c:pt>
                <c:pt idx="19290">
                  <c:v>5.3911499999999997</c:v>
                </c:pt>
                <c:pt idx="19291">
                  <c:v>5.3914600000000004</c:v>
                </c:pt>
                <c:pt idx="19292">
                  <c:v>5.3917599999999997</c:v>
                </c:pt>
                <c:pt idx="19293">
                  <c:v>5.3920700000000004</c:v>
                </c:pt>
                <c:pt idx="19294">
                  <c:v>5.3923699999999997</c:v>
                </c:pt>
                <c:pt idx="19295">
                  <c:v>5.3926800000000004</c:v>
                </c:pt>
                <c:pt idx="19296">
                  <c:v>5.3929799999999997</c:v>
                </c:pt>
                <c:pt idx="19297">
                  <c:v>5.3932900000000004</c:v>
                </c:pt>
                <c:pt idx="19298">
                  <c:v>5.3935899999999997</c:v>
                </c:pt>
                <c:pt idx="19299">
                  <c:v>5.3939000000000004</c:v>
                </c:pt>
                <c:pt idx="19300">
                  <c:v>5.3941999999999997</c:v>
                </c:pt>
                <c:pt idx="19301">
                  <c:v>5.3945100000000004</c:v>
                </c:pt>
                <c:pt idx="19302">
                  <c:v>5.3948099999999997</c:v>
                </c:pt>
                <c:pt idx="19303">
                  <c:v>5.3951200000000004</c:v>
                </c:pt>
                <c:pt idx="19304">
                  <c:v>5.3954300000000002</c:v>
                </c:pt>
                <c:pt idx="19305">
                  <c:v>5.3957300000000004</c:v>
                </c:pt>
                <c:pt idx="19306">
                  <c:v>5.3960400000000002</c:v>
                </c:pt>
                <c:pt idx="19307">
                  <c:v>5.3963400000000004</c:v>
                </c:pt>
                <c:pt idx="19308">
                  <c:v>5.3966500000000002</c:v>
                </c:pt>
                <c:pt idx="19309">
                  <c:v>5.3969500000000004</c:v>
                </c:pt>
                <c:pt idx="19310">
                  <c:v>5.3972600000000002</c:v>
                </c:pt>
                <c:pt idx="19311">
                  <c:v>5.3975600000000004</c:v>
                </c:pt>
                <c:pt idx="19312">
                  <c:v>5.3978700000000002</c:v>
                </c:pt>
                <c:pt idx="19313">
                  <c:v>5.3981700000000004</c:v>
                </c:pt>
                <c:pt idx="19314">
                  <c:v>5.3984800000000002</c:v>
                </c:pt>
                <c:pt idx="19315">
                  <c:v>5.3987800000000004</c:v>
                </c:pt>
                <c:pt idx="19316">
                  <c:v>5.3990900000000002</c:v>
                </c:pt>
                <c:pt idx="19317">
                  <c:v>5.3994</c:v>
                </c:pt>
                <c:pt idx="19318">
                  <c:v>5.3997000000000002</c:v>
                </c:pt>
                <c:pt idx="19319">
                  <c:v>5.40001</c:v>
                </c:pt>
                <c:pt idx="19320">
                  <c:v>5.4003100000000002</c:v>
                </c:pt>
                <c:pt idx="19321">
                  <c:v>5.40062</c:v>
                </c:pt>
                <c:pt idx="19322">
                  <c:v>5.4009200000000002</c:v>
                </c:pt>
                <c:pt idx="19323">
                  <c:v>5.40123</c:v>
                </c:pt>
                <c:pt idx="19324">
                  <c:v>5.4015300000000002</c:v>
                </c:pt>
                <c:pt idx="19325">
                  <c:v>5.40184</c:v>
                </c:pt>
                <c:pt idx="19326">
                  <c:v>5.4021400000000002</c:v>
                </c:pt>
                <c:pt idx="19327">
                  <c:v>5.40245</c:v>
                </c:pt>
                <c:pt idx="19328">
                  <c:v>5.4027500000000002</c:v>
                </c:pt>
                <c:pt idx="19329">
                  <c:v>5.40306</c:v>
                </c:pt>
                <c:pt idx="19330">
                  <c:v>5.4033699999999998</c:v>
                </c:pt>
                <c:pt idx="19331">
                  <c:v>5.40367</c:v>
                </c:pt>
                <c:pt idx="19332">
                  <c:v>5.4039799999999998</c:v>
                </c:pt>
                <c:pt idx="19333">
                  <c:v>5.40428</c:v>
                </c:pt>
                <c:pt idx="19334">
                  <c:v>5.4045899999999998</c:v>
                </c:pt>
                <c:pt idx="19335">
                  <c:v>5.40489</c:v>
                </c:pt>
                <c:pt idx="19336">
                  <c:v>5.4051999999999998</c:v>
                </c:pt>
                <c:pt idx="19337">
                  <c:v>5.4055</c:v>
                </c:pt>
                <c:pt idx="19338">
                  <c:v>5.4058099999999998</c:v>
                </c:pt>
                <c:pt idx="19339">
                  <c:v>5.40611</c:v>
                </c:pt>
                <c:pt idx="19340">
                  <c:v>5.4064199999999998</c:v>
                </c:pt>
                <c:pt idx="19341">
                  <c:v>5.40672</c:v>
                </c:pt>
                <c:pt idx="19342">
                  <c:v>5.4070299999999998</c:v>
                </c:pt>
                <c:pt idx="19343">
                  <c:v>5.4073399999999996</c:v>
                </c:pt>
                <c:pt idx="19344">
                  <c:v>5.4076399999999998</c:v>
                </c:pt>
                <c:pt idx="19345">
                  <c:v>5.4079499999999996</c:v>
                </c:pt>
                <c:pt idx="19346">
                  <c:v>5.4082499999999998</c:v>
                </c:pt>
                <c:pt idx="19347">
                  <c:v>5.4085599999999996</c:v>
                </c:pt>
                <c:pt idx="19348">
                  <c:v>5.4088599999999998</c:v>
                </c:pt>
                <c:pt idx="19349">
                  <c:v>5.4091699999999996</c:v>
                </c:pt>
                <c:pt idx="19350">
                  <c:v>5.4094699999999998</c:v>
                </c:pt>
                <c:pt idx="19351">
                  <c:v>5.4097799999999996</c:v>
                </c:pt>
                <c:pt idx="19352">
                  <c:v>5.4100799999999998</c:v>
                </c:pt>
                <c:pt idx="19353">
                  <c:v>5.4103899999999996</c:v>
                </c:pt>
                <c:pt idx="19354">
                  <c:v>5.4107000000000003</c:v>
                </c:pt>
                <c:pt idx="19355">
                  <c:v>5.4109999999999996</c:v>
                </c:pt>
                <c:pt idx="19356">
                  <c:v>5.4113100000000003</c:v>
                </c:pt>
                <c:pt idx="19357">
                  <c:v>5.4116099999999996</c:v>
                </c:pt>
                <c:pt idx="19358">
                  <c:v>5.4119200000000003</c:v>
                </c:pt>
                <c:pt idx="19359">
                  <c:v>5.4122199999999996</c:v>
                </c:pt>
                <c:pt idx="19360">
                  <c:v>5.4125300000000003</c:v>
                </c:pt>
                <c:pt idx="19361">
                  <c:v>5.4128299999999996</c:v>
                </c:pt>
                <c:pt idx="19362">
                  <c:v>5.4131400000000003</c:v>
                </c:pt>
                <c:pt idx="19363">
                  <c:v>5.4134399999999996</c:v>
                </c:pt>
                <c:pt idx="19364">
                  <c:v>5.4137500000000003</c:v>
                </c:pt>
                <c:pt idx="19365">
                  <c:v>5.4140499999999996</c:v>
                </c:pt>
                <c:pt idx="19366">
                  <c:v>5.4143600000000003</c:v>
                </c:pt>
                <c:pt idx="19367">
                  <c:v>5.4146700000000001</c:v>
                </c:pt>
                <c:pt idx="19368">
                  <c:v>5.4149700000000003</c:v>
                </c:pt>
                <c:pt idx="19369">
                  <c:v>5.4152800000000001</c:v>
                </c:pt>
                <c:pt idx="19370">
                  <c:v>5.4155800000000003</c:v>
                </c:pt>
                <c:pt idx="19371">
                  <c:v>5.4158900000000001</c:v>
                </c:pt>
                <c:pt idx="19372">
                  <c:v>5.4161900000000003</c:v>
                </c:pt>
                <c:pt idx="19373">
                  <c:v>5.4165000000000001</c:v>
                </c:pt>
                <c:pt idx="19374">
                  <c:v>5.4168000000000003</c:v>
                </c:pt>
                <c:pt idx="19375">
                  <c:v>5.4171100000000001</c:v>
                </c:pt>
                <c:pt idx="19376">
                  <c:v>5.4174100000000003</c:v>
                </c:pt>
                <c:pt idx="19377">
                  <c:v>5.4177200000000001</c:v>
                </c:pt>
                <c:pt idx="19378">
                  <c:v>5.4180200000000003</c:v>
                </c:pt>
                <c:pt idx="19379">
                  <c:v>5.4183300000000001</c:v>
                </c:pt>
                <c:pt idx="19380">
                  <c:v>5.4186399999999999</c:v>
                </c:pt>
                <c:pt idx="19381">
                  <c:v>5.4189400000000001</c:v>
                </c:pt>
                <c:pt idx="19382">
                  <c:v>5.4192499999999999</c:v>
                </c:pt>
                <c:pt idx="19383">
                  <c:v>5.4195500000000001</c:v>
                </c:pt>
                <c:pt idx="19384">
                  <c:v>5.4198599999999999</c:v>
                </c:pt>
                <c:pt idx="19385">
                  <c:v>5.4201600000000001</c:v>
                </c:pt>
                <c:pt idx="19386">
                  <c:v>5.4204699999999999</c:v>
                </c:pt>
                <c:pt idx="19387">
                  <c:v>5.4207700000000001</c:v>
                </c:pt>
                <c:pt idx="19388">
                  <c:v>5.4210799999999999</c:v>
                </c:pt>
                <c:pt idx="19389">
                  <c:v>5.4213800000000001</c:v>
                </c:pt>
                <c:pt idx="19390">
                  <c:v>5.4216899999999999</c:v>
                </c:pt>
                <c:pt idx="19391">
                  <c:v>5.4219900000000001</c:v>
                </c:pt>
                <c:pt idx="19392">
                  <c:v>5.4222999999999999</c:v>
                </c:pt>
                <c:pt idx="19393">
                  <c:v>5.4226099999999997</c:v>
                </c:pt>
                <c:pt idx="19394">
                  <c:v>5.4229099999999999</c:v>
                </c:pt>
                <c:pt idx="19395">
                  <c:v>5.4232199999999997</c:v>
                </c:pt>
                <c:pt idx="19396">
                  <c:v>5.4235199999999999</c:v>
                </c:pt>
                <c:pt idx="19397">
                  <c:v>5.4238299999999997</c:v>
                </c:pt>
                <c:pt idx="19398">
                  <c:v>5.4241299999999999</c:v>
                </c:pt>
                <c:pt idx="19399">
                  <c:v>5.4244399999999997</c:v>
                </c:pt>
                <c:pt idx="19400">
                  <c:v>5.4247399999999999</c:v>
                </c:pt>
                <c:pt idx="19401">
                  <c:v>5.4250499999999997</c:v>
                </c:pt>
                <c:pt idx="19402">
                  <c:v>5.4253499999999999</c:v>
                </c:pt>
                <c:pt idx="19403">
                  <c:v>5.4256599999999997</c:v>
                </c:pt>
                <c:pt idx="19404">
                  <c:v>5.4259599999999999</c:v>
                </c:pt>
                <c:pt idx="19405">
                  <c:v>5.4262699999999997</c:v>
                </c:pt>
                <c:pt idx="19406">
                  <c:v>5.4265800000000004</c:v>
                </c:pt>
                <c:pt idx="19407">
                  <c:v>5.4268799999999997</c:v>
                </c:pt>
                <c:pt idx="19408">
                  <c:v>5.4271900000000004</c:v>
                </c:pt>
                <c:pt idx="19409">
                  <c:v>5.4274899999999997</c:v>
                </c:pt>
                <c:pt idx="19410">
                  <c:v>5.4278000000000004</c:v>
                </c:pt>
                <c:pt idx="19411">
                  <c:v>5.4280999999999997</c:v>
                </c:pt>
                <c:pt idx="19412">
                  <c:v>5.4284100000000004</c:v>
                </c:pt>
                <c:pt idx="19413">
                  <c:v>5.4287099999999997</c:v>
                </c:pt>
                <c:pt idx="19414">
                  <c:v>5.4290200000000004</c:v>
                </c:pt>
                <c:pt idx="19415">
                  <c:v>5.4293199999999997</c:v>
                </c:pt>
                <c:pt idx="19416">
                  <c:v>5.4296300000000004</c:v>
                </c:pt>
                <c:pt idx="19417">
                  <c:v>5.4299400000000002</c:v>
                </c:pt>
                <c:pt idx="19418">
                  <c:v>5.4302400000000004</c:v>
                </c:pt>
                <c:pt idx="19419">
                  <c:v>5.4305500000000002</c:v>
                </c:pt>
                <c:pt idx="19420">
                  <c:v>5.4308500000000004</c:v>
                </c:pt>
                <c:pt idx="19421">
                  <c:v>5.4311600000000002</c:v>
                </c:pt>
                <c:pt idx="19422">
                  <c:v>5.4314600000000004</c:v>
                </c:pt>
                <c:pt idx="19423">
                  <c:v>5.4317700000000002</c:v>
                </c:pt>
                <c:pt idx="19424">
                  <c:v>5.4320700000000004</c:v>
                </c:pt>
                <c:pt idx="19425">
                  <c:v>5.4323800000000002</c:v>
                </c:pt>
                <c:pt idx="19426">
                  <c:v>5.4326800000000004</c:v>
                </c:pt>
                <c:pt idx="19427">
                  <c:v>5.4329900000000002</c:v>
                </c:pt>
                <c:pt idx="19428">
                  <c:v>5.4332900000000004</c:v>
                </c:pt>
                <c:pt idx="19429">
                  <c:v>5.4336000000000002</c:v>
                </c:pt>
                <c:pt idx="19430">
                  <c:v>5.43391</c:v>
                </c:pt>
                <c:pt idx="19431">
                  <c:v>5.4342100000000002</c:v>
                </c:pt>
                <c:pt idx="19432">
                  <c:v>5.43452</c:v>
                </c:pt>
                <c:pt idx="19433">
                  <c:v>5.4348200000000002</c:v>
                </c:pt>
                <c:pt idx="19434">
                  <c:v>5.43513</c:v>
                </c:pt>
                <c:pt idx="19435">
                  <c:v>5.4354300000000002</c:v>
                </c:pt>
                <c:pt idx="19436">
                  <c:v>5.43574</c:v>
                </c:pt>
                <c:pt idx="19437">
                  <c:v>5.4360400000000002</c:v>
                </c:pt>
                <c:pt idx="19438">
                  <c:v>5.43635</c:v>
                </c:pt>
                <c:pt idx="19439">
                  <c:v>5.4366500000000002</c:v>
                </c:pt>
                <c:pt idx="19440">
                  <c:v>5.43696</c:v>
                </c:pt>
                <c:pt idx="19441">
                  <c:v>5.4372600000000002</c:v>
                </c:pt>
                <c:pt idx="19442">
                  <c:v>5.43757</c:v>
                </c:pt>
                <c:pt idx="19443">
                  <c:v>5.4378799999999998</c:v>
                </c:pt>
                <c:pt idx="19444">
                  <c:v>5.43818</c:v>
                </c:pt>
                <c:pt idx="19445">
                  <c:v>5.4384899999999998</c:v>
                </c:pt>
                <c:pt idx="19446">
                  <c:v>5.43879</c:v>
                </c:pt>
                <c:pt idx="19447">
                  <c:v>5.4390999999999998</c:v>
                </c:pt>
                <c:pt idx="19448">
                  <c:v>5.4394</c:v>
                </c:pt>
                <c:pt idx="19449">
                  <c:v>5.4397099999999998</c:v>
                </c:pt>
                <c:pt idx="19450">
                  <c:v>5.44001</c:v>
                </c:pt>
                <c:pt idx="19451">
                  <c:v>5.4403199999999998</c:v>
                </c:pt>
                <c:pt idx="19452">
                  <c:v>5.44062</c:v>
                </c:pt>
                <c:pt idx="19453">
                  <c:v>5.4409299999999998</c:v>
                </c:pt>
                <c:pt idx="19454">
                  <c:v>5.44123</c:v>
                </c:pt>
                <c:pt idx="19455">
                  <c:v>5.4415399999999998</c:v>
                </c:pt>
                <c:pt idx="19456">
                  <c:v>5.4418499999999996</c:v>
                </c:pt>
                <c:pt idx="19457">
                  <c:v>5.4421499999999998</c:v>
                </c:pt>
                <c:pt idx="19458">
                  <c:v>5.4424599999999996</c:v>
                </c:pt>
                <c:pt idx="19459">
                  <c:v>5.4427599999999998</c:v>
                </c:pt>
                <c:pt idx="19460">
                  <c:v>5.4430699999999996</c:v>
                </c:pt>
                <c:pt idx="19461">
                  <c:v>5.4433699999999998</c:v>
                </c:pt>
                <c:pt idx="19462">
                  <c:v>5.4436799999999996</c:v>
                </c:pt>
                <c:pt idx="19463">
                  <c:v>5.4439799999999998</c:v>
                </c:pt>
                <c:pt idx="19464">
                  <c:v>5.4442899999999996</c:v>
                </c:pt>
                <c:pt idx="19465">
                  <c:v>5.4445899999999998</c:v>
                </c:pt>
                <c:pt idx="19466">
                  <c:v>5.4448999999999996</c:v>
                </c:pt>
                <c:pt idx="19467">
                  <c:v>5.4452100000000003</c:v>
                </c:pt>
                <c:pt idx="19468">
                  <c:v>5.4455099999999996</c:v>
                </c:pt>
                <c:pt idx="19469">
                  <c:v>5.4458200000000003</c:v>
                </c:pt>
                <c:pt idx="19470">
                  <c:v>5.4461199999999996</c:v>
                </c:pt>
                <c:pt idx="19471">
                  <c:v>5.4464300000000003</c:v>
                </c:pt>
                <c:pt idx="19472">
                  <c:v>5.4467299999999996</c:v>
                </c:pt>
                <c:pt idx="19473">
                  <c:v>5.4470400000000003</c:v>
                </c:pt>
                <c:pt idx="19474">
                  <c:v>5.4473399999999996</c:v>
                </c:pt>
                <c:pt idx="19475">
                  <c:v>5.4476500000000003</c:v>
                </c:pt>
                <c:pt idx="19476">
                  <c:v>5.4479499999999996</c:v>
                </c:pt>
                <c:pt idx="19477">
                  <c:v>5.4482600000000003</c:v>
                </c:pt>
                <c:pt idx="19478">
                  <c:v>5.4485599999999996</c:v>
                </c:pt>
                <c:pt idx="19479">
                  <c:v>5.4488700000000003</c:v>
                </c:pt>
                <c:pt idx="19480">
                  <c:v>5.4491800000000001</c:v>
                </c:pt>
                <c:pt idx="19481">
                  <c:v>5.4494800000000003</c:v>
                </c:pt>
                <c:pt idx="19482">
                  <c:v>5.4497900000000001</c:v>
                </c:pt>
                <c:pt idx="19483">
                  <c:v>5.4500900000000003</c:v>
                </c:pt>
                <c:pt idx="19484">
                  <c:v>5.4504000000000001</c:v>
                </c:pt>
                <c:pt idx="19485">
                  <c:v>5.4507000000000003</c:v>
                </c:pt>
                <c:pt idx="19486">
                  <c:v>5.4510100000000001</c:v>
                </c:pt>
                <c:pt idx="19487">
                  <c:v>5.4513100000000003</c:v>
                </c:pt>
                <c:pt idx="19488">
                  <c:v>5.4516200000000001</c:v>
                </c:pt>
                <c:pt idx="19489">
                  <c:v>5.4519200000000003</c:v>
                </c:pt>
                <c:pt idx="19490">
                  <c:v>5.4522300000000001</c:v>
                </c:pt>
                <c:pt idx="19491">
                  <c:v>5.4525300000000003</c:v>
                </c:pt>
                <c:pt idx="19492">
                  <c:v>5.4528400000000001</c:v>
                </c:pt>
                <c:pt idx="19493">
                  <c:v>5.4531499999999999</c:v>
                </c:pt>
                <c:pt idx="19494">
                  <c:v>5.4534500000000001</c:v>
                </c:pt>
                <c:pt idx="19495">
                  <c:v>5.4537599999999999</c:v>
                </c:pt>
                <c:pt idx="19496">
                  <c:v>5.4540600000000001</c:v>
                </c:pt>
                <c:pt idx="19497">
                  <c:v>5.4543699999999999</c:v>
                </c:pt>
                <c:pt idx="19498">
                  <c:v>5.4546700000000001</c:v>
                </c:pt>
                <c:pt idx="19499">
                  <c:v>5.4549799999999999</c:v>
                </c:pt>
                <c:pt idx="19500">
                  <c:v>5.4552800000000001</c:v>
                </c:pt>
                <c:pt idx="19501">
                  <c:v>5.4555899999999999</c:v>
                </c:pt>
                <c:pt idx="19502">
                  <c:v>5.4558900000000001</c:v>
                </c:pt>
                <c:pt idx="19503">
                  <c:v>5.4561999999999999</c:v>
                </c:pt>
                <c:pt idx="19504">
                  <c:v>5.4565000000000001</c:v>
                </c:pt>
                <c:pt idx="19505">
                  <c:v>5.4568099999999999</c:v>
                </c:pt>
                <c:pt idx="19506">
                  <c:v>5.4571199999999997</c:v>
                </c:pt>
                <c:pt idx="19507">
                  <c:v>5.4574199999999999</c:v>
                </c:pt>
                <c:pt idx="19508">
                  <c:v>5.4577299999999997</c:v>
                </c:pt>
                <c:pt idx="19509">
                  <c:v>5.4580299999999999</c:v>
                </c:pt>
                <c:pt idx="19510">
                  <c:v>5.4583399999999997</c:v>
                </c:pt>
                <c:pt idx="19511">
                  <c:v>5.4586399999999999</c:v>
                </c:pt>
                <c:pt idx="19512">
                  <c:v>5.4589499999999997</c:v>
                </c:pt>
                <c:pt idx="19513">
                  <c:v>5.4592499999999999</c:v>
                </c:pt>
                <c:pt idx="19514">
                  <c:v>5.4595599999999997</c:v>
                </c:pt>
                <c:pt idx="19515">
                  <c:v>5.4598599999999999</c:v>
                </c:pt>
                <c:pt idx="19516">
                  <c:v>5.4601699999999997</c:v>
                </c:pt>
                <c:pt idx="19517">
                  <c:v>5.4604699999999999</c:v>
                </c:pt>
                <c:pt idx="19518">
                  <c:v>5.4607799999999997</c:v>
                </c:pt>
                <c:pt idx="19519">
                  <c:v>5.4610900000000004</c:v>
                </c:pt>
                <c:pt idx="19520">
                  <c:v>5.4613899999999997</c:v>
                </c:pt>
                <c:pt idx="19521">
                  <c:v>5.4617000000000004</c:v>
                </c:pt>
                <c:pt idx="19522">
                  <c:v>5.4619999999999997</c:v>
                </c:pt>
                <c:pt idx="19523">
                  <c:v>5.4623100000000004</c:v>
                </c:pt>
                <c:pt idx="19524">
                  <c:v>5.4626099999999997</c:v>
                </c:pt>
                <c:pt idx="19525">
                  <c:v>5.4629200000000004</c:v>
                </c:pt>
                <c:pt idx="19526">
                  <c:v>5.4632199999999997</c:v>
                </c:pt>
                <c:pt idx="19527">
                  <c:v>5.4635300000000004</c:v>
                </c:pt>
                <c:pt idx="19528">
                  <c:v>5.4638299999999997</c:v>
                </c:pt>
                <c:pt idx="19529">
                  <c:v>5.4641400000000004</c:v>
                </c:pt>
                <c:pt idx="19530">
                  <c:v>5.4644500000000003</c:v>
                </c:pt>
                <c:pt idx="19531">
                  <c:v>5.4647500000000004</c:v>
                </c:pt>
                <c:pt idx="19532">
                  <c:v>5.4650600000000003</c:v>
                </c:pt>
                <c:pt idx="19533">
                  <c:v>5.4653600000000004</c:v>
                </c:pt>
                <c:pt idx="19534">
                  <c:v>5.4656700000000003</c:v>
                </c:pt>
                <c:pt idx="19535">
                  <c:v>5.4659700000000004</c:v>
                </c:pt>
                <c:pt idx="19536">
                  <c:v>5.4662800000000002</c:v>
                </c:pt>
                <c:pt idx="19537">
                  <c:v>5.4665800000000004</c:v>
                </c:pt>
                <c:pt idx="19538">
                  <c:v>5.4668900000000002</c:v>
                </c:pt>
                <c:pt idx="19539">
                  <c:v>5.4671900000000004</c:v>
                </c:pt>
                <c:pt idx="19540">
                  <c:v>5.4675000000000002</c:v>
                </c:pt>
                <c:pt idx="19541">
                  <c:v>5.4678000000000004</c:v>
                </c:pt>
                <c:pt idx="19542">
                  <c:v>5.4681100000000002</c:v>
                </c:pt>
                <c:pt idx="19543">
                  <c:v>5.4684200000000001</c:v>
                </c:pt>
                <c:pt idx="19544">
                  <c:v>5.4687200000000002</c:v>
                </c:pt>
                <c:pt idx="19545">
                  <c:v>5.4690300000000001</c:v>
                </c:pt>
                <c:pt idx="19546">
                  <c:v>5.4693300000000002</c:v>
                </c:pt>
                <c:pt idx="19547">
                  <c:v>5.4696400000000001</c:v>
                </c:pt>
                <c:pt idx="19548">
                  <c:v>5.4699400000000002</c:v>
                </c:pt>
                <c:pt idx="19549">
                  <c:v>5.4702500000000001</c:v>
                </c:pt>
                <c:pt idx="19550">
                  <c:v>5.4705500000000002</c:v>
                </c:pt>
                <c:pt idx="19551">
                  <c:v>5.4708600000000001</c:v>
                </c:pt>
                <c:pt idx="19552">
                  <c:v>5.4711600000000002</c:v>
                </c:pt>
                <c:pt idx="19553">
                  <c:v>5.4714700000000001</c:v>
                </c:pt>
                <c:pt idx="19554">
                  <c:v>5.4717700000000002</c:v>
                </c:pt>
                <c:pt idx="19555">
                  <c:v>5.4720800000000001</c:v>
                </c:pt>
                <c:pt idx="19556">
                  <c:v>5.4723899999999999</c:v>
                </c:pt>
                <c:pt idx="19557">
                  <c:v>5.4726900000000001</c:v>
                </c:pt>
                <c:pt idx="19558">
                  <c:v>5.4729999999999999</c:v>
                </c:pt>
                <c:pt idx="19559">
                  <c:v>5.4733000000000001</c:v>
                </c:pt>
                <c:pt idx="19560">
                  <c:v>5.4736099999999999</c:v>
                </c:pt>
                <c:pt idx="19561">
                  <c:v>5.4739100000000001</c:v>
                </c:pt>
                <c:pt idx="19562">
                  <c:v>5.4742199999999999</c:v>
                </c:pt>
                <c:pt idx="19563">
                  <c:v>5.4745200000000001</c:v>
                </c:pt>
                <c:pt idx="19564">
                  <c:v>5.4748299999999999</c:v>
                </c:pt>
                <c:pt idx="19565">
                  <c:v>5.4751300000000001</c:v>
                </c:pt>
                <c:pt idx="19566">
                  <c:v>5.4754399999999999</c:v>
                </c:pt>
                <c:pt idx="19567">
                  <c:v>5.4757400000000001</c:v>
                </c:pt>
                <c:pt idx="19568">
                  <c:v>5.4760499999999999</c:v>
                </c:pt>
                <c:pt idx="19569">
                  <c:v>5.4763599999999997</c:v>
                </c:pt>
                <c:pt idx="19570">
                  <c:v>5.4766599999999999</c:v>
                </c:pt>
                <c:pt idx="19571">
                  <c:v>5.4769699999999997</c:v>
                </c:pt>
                <c:pt idx="19572">
                  <c:v>5.4772699999999999</c:v>
                </c:pt>
                <c:pt idx="19573">
                  <c:v>5.4775799999999997</c:v>
                </c:pt>
                <c:pt idx="19574">
                  <c:v>5.4778799999999999</c:v>
                </c:pt>
                <c:pt idx="19575">
                  <c:v>5.4781899999999997</c:v>
                </c:pt>
                <c:pt idx="19576">
                  <c:v>5.4784899999999999</c:v>
                </c:pt>
                <c:pt idx="19577">
                  <c:v>5.4787999999999997</c:v>
                </c:pt>
                <c:pt idx="19578">
                  <c:v>5.4790999999999999</c:v>
                </c:pt>
                <c:pt idx="19579">
                  <c:v>5.4794099999999997</c:v>
                </c:pt>
                <c:pt idx="19580">
                  <c:v>5.4797099999999999</c:v>
                </c:pt>
                <c:pt idx="19581">
                  <c:v>5.4800199999999997</c:v>
                </c:pt>
                <c:pt idx="19582">
                  <c:v>5.4803300000000004</c:v>
                </c:pt>
                <c:pt idx="19583">
                  <c:v>5.4806299999999997</c:v>
                </c:pt>
                <c:pt idx="19584">
                  <c:v>5.4809400000000004</c:v>
                </c:pt>
                <c:pt idx="19585">
                  <c:v>5.4812399999999997</c:v>
                </c:pt>
                <c:pt idx="19586">
                  <c:v>5.4815500000000004</c:v>
                </c:pt>
                <c:pt idx="19587">
                  <c:v>5.4818499999999997</c:v>
                </c:pt>
                <c:pt idx="19588">
                  <c:v>5.4821600000000004</c:v>
                </c:pt>
                <c:pt idx="19589">
                  <c:v>5.4824599999999997</c:v>
                </c:pt>
                <c:pt idx="19590">
                  <c:v>5.4827700000000004</c:v>
                </c:pt>
                <c:pt idx="19591">
                  <c:v>5.4830699999999997</c:v>
                </c:pt>
                <c:pt idx="19592">
                  <c:v>5.4833800000000004</c:v>
                </c:pt>
                <c:pt idx="19593">
                  <c:v>5.4836900000000002</c:v>
                </c:pt>
                <c:pt idx="19594">
                  <c:v>5.4839900000000004</c:v>
                </c:pt>
                <c:pt idx="19595">
                  <c:v>5.4843000000000002</c:v>
                </c:pt>
                <c:pt idx="19596">
                  <c:v>5.4846000000000004</c:v>
                </c:pt>
                <c:pt idx="19597">
                  <c:v>5.4849100000000002</c:v>
                </c:pt>
                <c:pt idx="19598">
                  <c:v>5.4852100000000004</c:v>
                </c:pt>
                <c:pt idx="19599">
                  <c:v>5.4855200000000002</c:v>
                </c:pt>
                <c:pt idx="19600">
                  <c:v>5.4858200000000004</c:v>
                </c:pt>
                <c:pt idx="19601">
                  <c:v>5.4861300000000002</c:v>
                </c:pt>
                <c:pt idx="19602">
                  <c:v>5.4864300000000004</c:v>
                </c:pt>
                <c:pt idx="19603">
                  <c:v>5.4867400000000002</c:v>
                </c:pt>
                <c:pt idx="19604">
                  <c:v>5.4870400000000004</c:v>
                </c:pt>
                <c:pt idx="19605">
                  <c:v>5.4873500000000002</c:v>
                </c:pt>
                <c:pt idx="19606">
                  <c:v>5.48766</c:v>
                </c:pt>
                <c:pt idx="19607">
                  <c:v>5.4879600000000002</c:v>
                </c:pt>
                <c:pt idx="19608">
                  <c:v>5.48827</c:v>
                </c:pt>
                <c:pt idx="19609">
                  <c:v>5.4885700000000002</c:v>
                </c:pt>
                <c:pt idx="19610">
                  <c:v>5.48888</c:v>
                </c:pt>
                <c:pt idx="19611">
                  <c:v>5.4891800000000002</c:v>
                </c:pt>
                <c:pt idx="19612">
                  <c:v>5.48949</c:v>
                </c:pt>
                <c:pt idx="19613">
                  <c:v>5.4897900000000002</c:v>
                </c:pt>
                <c:pt idx="19614">
                  <c:v>5.4901</c:v>
                </c:pt>
                <c:pt idx="19615">
                  <c:v>5.4904000000000002</c:v>
                </c:pt>
                <c:pt idx="19616">
                  <c:v>5.49071</c:v>
                </c:pt>
                <c:pt idx="19617">
                  <c:v>5.4910100000000002</c:v>
                </c:pt>
                <c:pt idx="19618">
                  <c:v>5.49132</c:v>
                </c:pt>
                <c:pt idx="19619">
                  <c:v>5.4916299999999998</c:v>
                </c:pt>
                <c:pt idx="19620">
                  <c:v>5.49193</c:v>
                </c:pt>
                <c:pt idx="19621">
                  <c:v>5.4922399999999998</c:v>
                </c:pt>
                <c:pt idx="19622">
                  <c:v>5.49254</c:v>
                </c:pt>
                <c:pt idx="19623">
                  <c:v>5.4928499999999998</c:v>
                </c:pt>
                <c:pt idx="19624">
                  <c:v>5.49315</c:v>
                </c:pt>
                <c:pt idx="19625">
                  <c:v>5.4934599999999998</c:v>
                </c:pt>
                <c:pt idx="19626">
                  <c:v>5.49376</c:v>
                </c:pt>
                <c:pt idx="19627">
                  <c:v>5.4940699999999998</c:v>
                </c:pt>
                <c:pt idx="19628">
                  <c:v>5.49437</c:v>
                </c:pt>
                <c:pt idx="19629">
                  <c:v>5.4946799999999998</c:v>
                </c:pt>
                <c:pt idx="19630">
                  <c:v>5.49498</c:v>
                </c:pt>
                <c:pt idx="19631">
                  <c:v>5.4952899999999998</c:v>
                </c:pt>
                <c:pt idx="19632">
                  <c:v>5.4955999999999996</c:v>
                </c:pt>
                <c:pt idx="19633">
                  <c:v>5.4958999999999998</c:v>
                </c:pt>
                <c:pt idx="19634">
                  <c:v>5.4962099999999996</c:v>
                </c:pt>
                <c:pt idx="19635">
                  <c:v>5.4965099999999998</c:v>
                </c:pt>
                <c:pt idx="19636">
                  <c:v>5.4968199999999996</c:v>
                </c:pt>
                <c:pt idx="19637">
                  <c:v>5.4971199999999998</c:v>
                </c:pt>
                <c:pt idx="19638">
                  <c:v>5.4974299999999996</c:v>
                </c:pt>
                <c:pt idx="19639">
                  <c:v>5.4977299999999998</c:v>
                </c:pt>
                <c:pt idx="19640">
                  <c:v>5.4980399999999996</c:v>
                </c:pt>
                <c:pt idx="19641">
                  <c:v>5.4983399999999998</c:v>
                </c:pt>
                <c:pt idx="19642">
                  <c:v>5.4986499999999996</c:v>
                </c:pt>
                <c:pt idx="19643">
                  <c:v>5.4989499999999998</c:v>
                </c:pt>
                <c:pt idx="19644">
                  <c:v>5.4992599999999996</c:v>
                </c:pt>
                <c:pt idx="19645">
                  <c:v>5.4995700000000003</c:v>
                </c:pt>
                <c:pt idx="19646">
                  <c:v>5.4998699999999996</c:v>
                </c:pt>
                <c:pt idx="19647">
                  <c:v>5.5001800000000003</c:v>
                </c:pt>
                <c:pt idx="19648">
                  <c:v>5.5004799999999996</c:v>
                </c:pt>
                <c:pt idx="19649">
                  <c:v>5.5007900000000003</c:v>
                </c:pt>
                <c:pt idx="19650">
                  <c:v>5.5010899999999996</c:v>
                </c:pt>
                <c:pt idx="19651">
                  <c:v>5.5014000000000003</c:v>
                </c:pt>
                <c:pt idx="19652">
                  <c:v>5.5016999999999996</c:v>
                </c:pt>
                <c:pt idx="19653">
                  <c:v>5.5020100000000003</c:v>
                </c:pt>
                <c:pt idx="19654">
                  <c:v>5.5023099999999996</c:v>
                </c:pt>
                <c:pt idx="19655">
                  <c:v>5.5026200000000003</c:v>
                </c:pt>
                <c:pt idx="19656">
                  <c:v>5.5029300000000001</c:v>
                </c:pt>
                <c:pt idx="19657">
                  <c:v>5.5032300000000003</c:v>
                </c:pt>
                <c:pt idx="19658">
                  <c:v>5.5035400000000001</c:v>
                </c:pt>
                <c:pt idx="19659">
                  <c:v>5.5038400000000003</c:v>
                </c:pt>
                <c:pt idx="19660">
                  <c:v>5.5041500000000001</c:v>
                </c:pt>
                <c:pt idx="19661">
                  <c:v>5.5044500000000003</c:v>
                </c:pt>
                <c:pt idx="19662">
                  <c:v>5.5047600000000001</c:v>
                </c:pt>
                <c:pt idx="19663">
                  <c:v>5.5050600000000003</c:v>
                </c:pt>
                <c:pt idx="19664">
                  <c:v>5.5053700000000001</c:v>
                </c:pt>
                <c:pt idx="19665">
                  <c:v>5.5056700000000003</c:v>
                </c:pt>
                <c:pt idx="19666">
                  <c:v>5.5059800000000001</c:v>
                </c:pt>
                <c:pt idx="19667">
                  <c:v>5.5062800000000003</c:v>
                </c:pt>
                <c:pt idx="19668">
                  <c:v>5.5065900000000001</c:v>
                </c:pt>
                <c:pt idx="19669">
                  <c:v>5.5068999999999999</c:v>
                </c:pt>
                <c:pt idx="19670">
                  <c:v>5.5072000000000001</c:v>
                </c:pt>
                <c:pt idx="19671">
                  <c:v>5.5075099999999999</c:v>
                </c:pt>
                <c:pt idx="19672">
                  <c:v>5.5078100000000001</c:v>
                </c:pt>
                <c:pt idx="19673">
                  <c:v>5.5081199999999999</c:v>
                </c:pt>
                <c:pt idx="19674">
                  <c:v>5.5084200000000001</c:v>
                </c:pt>
                <c:pt idx="19675">
                  <c:v>5.5087299999999999</c:v>
                </c:pt>
                <c:pt idx="19676">
                  <c:v>5.5090300000000001</c:v>
                </c:pt>
                <c:pt idx="19677">
                  <c:v>5.5093399999999999</c:v>
                </c:pt>
                <c:pt idx="19678">
                  <c:v>5.5096400000000001</c:v>
                </c:pt>
                <c:pt idx="19679">
                  <c:v>5.5099499999999999</c:v>
                </c:pt>
                <c:pt idx="19680">
                  <c:v>5.5102500000000001</c:v>
                </c:pt>
                <c:pt idx="19681">
                  <c:v>5.5105599999999999</c:v>
                </c:pt>
                <c:pt idx="19682">
                  <c:v>5.5108699999999997</c:v>
                </c:pt>
                <c:pt idx="19683">
                  <c:v>5.5111699999999999</c:v>
                </c:pt>
                <c:pt idx="19684">
                  <c:v>5.5114799999999997</c:v>
                </c:pt>
                <c:pt idx="19685">
                  <c:v>5.5117799999999999</c:v>
                </c:pt>
                <c:pt idx="19686">
                  <c:v>5.5120899999999997</c:v>
                </c:pt>
                <c:pt idx="19687">
                  <c:v>5.5123899999999999</c:v>
                </c:pt>
                <c:pt idx="19688">
                  <c:v>5.5126999999999997</c:v>
                </c:pt>
                <c:pt idx="19689">
                  <c:v>5.5129999999999999</c:v>
                </c:pt>
                <c:pt idx="19690">
                  <c:v>5.5133099999999997</c:v>
                </c:pt>
                <c:pt idx="19691">
                  <c:v>5.5136099999999999</c:v>
                </c:pt>
                <c:pt idx="19692">
                  <c:v>5.5139199999999997</c:v>
                </c:pt>
                <c:pt idx="19693">
                  <c:v>5.5142199999999999</c:v>
                </c:pt>
                <c:pt idx="19694">
                  <c:v>5.5145299999999997</c:v>
                </c:pt>
                <c:pt idx="19695">
                  <c:v>5.5148400000000004</c:v>
                </c:pt>
                <c:pt idx="19696">
                  <c:v>5.5151399999999997</c:v>
                </c:pt>
                <c:pt idx="19697">
                  <c:v>5.5154500000000004</c:v>
                </c:pt>
                <c:pt idx="19698">
                  <c:v>5.5157499999999997</c:v>
                </c:pt>
                <c:pt idx="19699">
                  <c:v>5.5160600000000004</c:v>
                </c:pt>
                <c:pt idx="19700">
                  <c:v>5.5163599999999997</c:v>
                </c:pt>
                <c:pt idx="19701">
                  <c:v>5.5166700000000004</c:v>
                </c:pt>
                <c:pt idx="19702">
                  <c:v>5.5169699999999997</c:v>
                </c:pt>
                <c:pt idx="19703">
                  <c:v>5.5172800000000004</c:v>
                </c:pt>
                <c:pt idx="19704">
                  <c:v>5.5175799999999997</c:v>
                </c:pt>
                <c:pt idx="19705">
                  <c:v>5.5178900000000004</c:v>
                </c:pt>
                <c:pt idx="19706">
                  <c:v>5.5182000000000002</c:v>
                </c:pt>
                <c:pt idx="19707">
                  <c:v>5.5185000000000004</c:v>
                </c:pt>
                <c:pt idx="19708">
                  <c:v>5.5188100000000002</c:v>
                </c:pt>
                <c:pt idx="19709">
                  <c:v>5.5191100000000004</c:v>
                </c:pt>
                <c:pt idx="19710">
                  <c:v>5.5194200000000002</c:v>
                </c:pt>
                <c:pt idx="19711">
                  <c:v>5.5197200000000004</c:v>
                </c:pt>
                <c:pt idx="19712">
                  <c:v>5.5200300000000002</c:v>
                </c:pt>
                <c:pt idx="19713">
                  <c:v>5.5203300000000004</c:v>
                </c:pt>
                <c:pt idx="19714">
                  <c:v>5.5206400000000002</c:v>
                </c:pt>
                <c:pt idx="19715">
                  <c:v>5.5209400000000004</c:v>
                </c:pt>
                <c:pt idx="19716">
                  <c:v>5.5212500000000002</c:v>
                </c:pt>
                <c:pt idx="19717">
                  <c:v>5.5215500000000004</c:v>
                </c:pt>
                <c:pt idx="19718">
                  <c:v>5.5218600000000002</c:v>
                </c:pt>
                <c:pt idx="19719">
                  <c:v>5.52217</c:v>
                </c:pt>
                <c:pt idx="19720">
                  <c:v>5.5224700000000002</c:v>
                </c:pt>
                <c:pt idx="19721">
                  <c:v>5.52278</c:v>
                </c:pt>
                <c:pt idx="19722">
                  <c:v>5.5230800000000002</c:v>
                </c:pt>
                <c:pt idx="19723">
                  <c:v>5.52339</c:v>
                </c:pt>
                <c:pt idx="19724">
                  <c:v>5.5236900000000002</c:v>
                </c:pt>
                <c:pt idx="19725">
                  <c:v>5.524</c:v>
                </c:pt>
                <c:pt idx="19726">
                  <c:v>5.5243000000000002</c:v>
                </c:pt>
                <c:pt idx="19727">
                  <c:v>5.52461</c:v>
                </c:pt>
                <c:pt idx="19728">
                  <c:v>5.5249100000000002</c:v>
                </c:pt>
                <c:pt idx="19729">
                  <c:v>5.52522</c:v>
                </c:pt>
                <c:pt idx="19730">
                  <c:v>5.5255200000000002</c:v>
                </c:pt>
                <c:pt idx="19731">
                  <c:v>5.52583</c:v>
                </c:pt>
                <c:pt idx="19732">
                  <c:v>5.5261399999999998</c:v>
                </c:pt>
                <c:pt idx="19733">
                  <c:v>5.52644</c:v>
                </c:pt>
                <c:pt idx="19734">
                  <c:v>5.5267499999999998</c:v>
                </c:pt>
                <c:pt idx="19735">
                  <c:v>5.52705</c:v>
                </c:pt>
                <c:pt idx="19736">
                  <c:v>5.5273599999999998</c:v>
                </c:pt>
                <c:pt idx="19737">
                  <c:v>5.52766</c:v>
                </c:pt>
                <c:pt idx="19738">
                  <c:v>5.5279699999999998</c:v>
                </c:pt>
                <c:pt idx="19739">
                  <c:v>5.52827</c:v>
                </c:pt>
                <c:pt idx="19740">
                  <c:v>5.5285799999999998</c:v>
                </c:pt>
                <c:pt idx="19741">
                  <c:v>5.52888</c:v>
                </c:pt>
                <c:pt idx="19742">
                  <c:v>5.5291899999999998</c:v>
                </c:pt>
                <c:pt idx="19743">
                  <c:v>5.52949</c:v>
                </c:pt>
                <c:pt idx="19744">
                  <c:v>5.5297999999999998</c:v>
                </c:pt>
                <c:pt idx="19745">
                  <c:v>5.5301099999999996</c:v>
                </c:pt>
                <c:pt idx="19746">
                  <c:v>5.5304099999999998</c:v>
                </c:pt>
                <c:pt idx="19747">
                  <c:v>5.5307199999999996</c:v>
                </c:pt>
                <c:pt idx="19748">
                  <c:v>5.5310199999999998</c:v>
                </c:pt>
                <c:pt idx="19749">
                  <c:v>5.5313299999999996</c:v>
                </c:pt>
                <c:pt idx="19750">
                  <c:v>5.5316299999999998</c:v>
                </c:pt>
                <c:pt idx="19751">
                  <c:v>5.5319399999999996</c:v>
                </c:pt>
                <c:pt idx="19752">
                  <c:v>5.5322399999999998</c:v>
                </c:pt>
                <c:pt idx="19753">
                  <c:v>5.5325499999999996</c:v>
                </c:pt>
                <c:pt idx="19754">
                  <c:v>5.5328499999999998</c:v>
                </c:pt>
                <c:pt idx="19755">
                  <c:v>5.5331599999999996</c:v>
                </c:pt>
                <c:pt idx="19756">
                  <c:v>5.5334599999999998</c:v>
                </c:pt>
                <c:pt idx="19757">
                  <c:v>5.5337699999999996</c:v>
                </c:pt>
                <c:pt idx="19758">
                  <c:v>5.5340800000000003</c:v>
                </c:pt>
                <c:pt idx="19759">
                  <c:v>5.5343799999999996</c:v>
                </c:pt>
                <c:pt idx="19760">
                  <c:v>5.5346900000000003</c:v>
                </c:pt>
                <c:pt idx="19761">
                  <c:v>5.5349899999999996</c:v>
                </c:pt>
                <c:pt idx="19762">
                  <c:v>5.5353000000000003</c:v>
                </c:pt>
                <c:pt idx="19763">
                  <c:v>5.5355999999999996</c:v>
                </c:pt>
                <c:pt idx="19764">
                  <c:v>5.5359100000000003</c:v>
                </c:pt>
                <c:pt idx="19765">
                  <c:v>5.5362099999999996</c:v>
                </c:pt>
                <c:pt idx="19766">
                  <c:v>5.5365200000000003</c:v>
                </c:pt>
                <c:pt idx="19767">
                  <c:v>5.5368199999999996</c:v>
                </c:pt>
                <c:pt idx="19768">
                  <c:v>5.5371300000000003</c:v>
                </c:pt>
                <c:pt idx="19769">
                  <c:v>5.5374400000000001</c:v>
                </c:pt>
                <c:pt idx="19770">
                  <c:v>5.5377400000000003</c:v>
                </c:pt>
                <c:pt idx="19771">
                  <c:v>5.5380500000000001</c:v>
                </c:pt>
                <c:pt idx="19772">
                  <c:v>5.5383500000000003</c:v>
                </c:pt>
                <c:pt idx="19773">
                  <c:v>5.5386600000000001</c:v>
                </c:pt>
                <c:pt idx="19774">
                  <c:v>5.5389600000000003</c:v>
                </c:pt>
                <c:pt idx="19775">
                  <c:v>5.5392700000000001</c:v>
                </c:pt>
                <c:pt idx="19776">
                  <c:v>5.5395700000000003</c:v>
                </c:pt>
                <c:pt idx="19777">
                  <c:v>5.5398800000000001</c:v>
                </c:pt>
                <c:pt idx="19778">
                  <c:v>5.5401800000000003</c:v>
                </c:pt>
                <c:pt idx="19779">
                  <c:v>5.5404900000000001</c:v>
                </c:pt>
                <c:pt idx="19780">
                  <c:v>5.5407900000000003</c:v>
                </c:pt>
                <c:pt idx="19781">
                  <c:v>5.5411000000000001</c:v>
                </c:pt>
                <c:pt idx="19782">
                  <c:v>5.5414099999999999</c:v>
                </c:pt>
                <c:pt idx="19783">
                  <c:v>5.5417100000000001</c:v>
                </c:pt>
                <c:pt idx="19784">
                  <c:v>5.5420199999999999</c:v>
                </c:pt>
                <c:pt idx="19785">
                  <c:v>5.5423200000000001</c:v>
                </c:pt>
                <c:pt idx="19786">
                  <c:v>5.5426299999999999</c:v>
                </c:pt>
                <c:pt idx="19787">
                  <c:v>5.5429300000000001</c:v>
                </c:pt>
                <c:pt idx="19788">
                  <c:v>5.5432399999999999</c:v>
                </c:pt>
                <c:pt idx="19789">
                  <c:v>5.5435400000000001</c:v>
                </c:pt>
                <c:pt idx="19790">
                  <c:v>5.5438499999999999</c:v>
                </c:pt>
                <c:pt idx="19791">
                  <c:v>5.5441500000000001</c:v>
                </c:pt>
                <c:pt idx="19792">
                  <c:v>5.5444599999999999</c:v>
                </c:pt>
                <c:pt idx="19793">
                  <c:v>5.5447600000000001</c:v>
                </c:pt>
                <c:pt idx="19794">
                  <c:v>5.5450699999999999</c:v>
                </c:pt>
                <c:pt idx="19795">
                  <c:v>5.5453799999999998</c:v>
                </c:pt>
                <c:pt idx="19796">
                  <c:v>5.5456799999999999</c:v>
                </c:pt>
                <c:pt idx="19797">
                  <c:v>5.5459899999999998</c:v>
                </c:pt>
                <c:pt idx="19798">
                  <c:v>5.5462899999999999</c:v>
                </c:pt>
                <c:pt idx="19799">
                  <c:v>5.5465999999999998</c:v>
                </c:pt>
                <c:pt idx="19800">
                  <c:v>5.5468999999999999</c:v>
                </c:pt>
                <c:pt idx="19801">
                  <c:v>5.5472099999999998</c:v>
                </c:pt>
                <c:pt idx="19802">
                  <c:v>5.5475099999999999</c:v>
                </c:pt>
                <c:pt idx="19803">
                  <c:v>5.5478199999999998</c:v>
                </c:pt>
                <c:pt idx="19804">
                  <c:v>5.5481199999999999</c:v>
                </c:pt>
                <c:pt idx="19805">
                  <c:v>5.5484299999999998</c:v>
                </c:pt>
                <c:pt idx="19806">
                  <c:v>5.5487299999999999</c:v>
                </c:pt>
                <c:pt idx="19807">
                  <c:v>5.5490399999999998</c:v>
                </c:pt>
                <c:pt idx="19808">
                  <c:v>5.5493499999999996</c:v>
                </c:pt>
                <c:pt idx="19809">
                  <c:v>5.5496499999999997</c:v>
                </c:pt>
                <c:pt idx="19810">
                  <c:v>5.5499599999999996</c:v>
                </c:pt>
                <c:pt idx="19811">
                  <c:v>5.5502599999999997</c:v>
                </c:pt>
                <c:pt idx="19812">
                  <c:v>5.5505699999999996</c:v>
                </c:pt>
                <c:pt idx="19813">
                  <c:v>5.5508699999999997</c:v>
                </c:pt>
                <c:pt idx="19814">
                  <c:v>5.5511799999999996</c:v>
                </c:pt>
                <c:pt idx="19815">
                  <c:v>5.5514799999999997</c:v>
                </c:pt>
                <c:pt idx="19816">
                  <c:v>5.5517899999999996</c:v>
                </c:pt>
                <c:pt idx="19817">
                  <c:v>5.5520899999999997</c:v>
                </c:pt>
                <c:pt idx="19818">
                  <c:v>5.5523999999999996</c:v>
                </c:pt>
                <c:pt idx="19819">
                  <c:v>5.5526999999999997</c:v>
                </c:pt>
                <c:pt idx="19820">
                  <c:v>5.5530099999999996</c:v>
                </c:pt>
                <c:pt idx="19821">
                  <c:v>5.5533200000000003</c:v>
                </c:pt>
                <c:pt idx="19822">
                  <c:v>5.5536199999999996</c:v>
                </c:pt>
                <c:pt idx="19823">
                  <c:v>5.5539300000000003</c:v>
                </c:pt>
                <c:pt idx="19824">
                  <c:v>5.5542299999999996</c:v>
                </c:pt>
                <c:pt idx="19825">
                  <c:v>5.5545400000000003</c:v>
                </c:pt>
                <c:pt idx="19826">
                  <c:v>5.5548400000000004</c:v>
                </c:pt>
                <c:pt idx="19827">
                  <c:v>5.5551500000000003</c:v>
                </c:pt>
                <c:pt idx="19828">
                  <c:v>5.5554500000000004</c:v>
                </c:pt>
                <c:pt idx="19829">
                  <c:v>5.5557600000000003</c:v>
                </c:pt>
                <c:pt idx="19830">
                  <c:v>5.5560600000000004</c:v>
                </c:pt>
                <c:pt idx="19831">
                  <c:v>5.5563700000000003</c:v>
                </c:pt>
                <c:pt idx="19832">
                  <c:v>5.5566800000000001</c:v>
                </c:pt>
                <c:pt idx="19833">
                  <c:v>5.5569800000000003</c:v>
                </c:pt>
                <c:pt idx="19834">
                  <c:v>5.5572900000000001</c:v>
                </c:pt>
                <c:pt idx="19835">
                  <c:v>5.5575900000000003</c:v>
                </c:pt>
                <c:pt idx="19836">
                  <c:v>5.5579000000000001</c:v>
                </c:pt>
                <c:pt idx="19837">
                  <c:v>5.5582000000000003</c:v>
                </c:pt>
                <c:pt idx="19838">
                  <c:v>5.5585100000000001</c:v>
                </c:pt>
                <c:pt idx="19839">
                  <c:v>5.5588100000000003</c:v>
                </c:pt>
                <c:pt idx="19840">
                  <c:v>5.5591200000000001</c:v>
                </c:pt>
                <c:pt idx="19841">
                  <c:v>5.5594200000000003</c:v>
                </c:pt>
                <c:pt idx="19842">
                  <c:v>5.5597300000000001</c:v>
                </c:pt>
                <c:pt idx="19843">
                  <c:v>5.5600300000000002</c:v>
                </c:pt>
                <c:pt idx="19844">
                  <c:v>5.5603400000000001</c:v>
                </c:pt>
                <c:pt idx="19845">
                  <c:v>5.5606499999999999</c:v>
                </c:pt>
                <c:pt idx="19846">
                  <c:v>5.5609500000000001</c:v>
                </c:pt>
                <c:pt idx="19847">
                  <c:v>5.5612599999999999</c:v>
                </c:pt>
                <c:pt idx="19848">
                  <c:v>5.5615600000000001</c:v>
                </c:pt>
                <c:pt idx="19849">
                  <c:v>5.5618699999999999</c:v>
                </c:pt>
                <c:pt idx="19850">
                  <c:v>5.5621700000000001</c:v>
                </c:pt>
                <c:pt idx="19851">
                  <c:v>5.5624799999999999</c:v>
                </c:pt>
                <c:pt idx="19852">
                  <c:v>5.5627800000000001</c:v>
                </c:pt>
                <c:pt idx="19853">
                  <c:v>5.5630899999999999</c:v>
                </c:pt>
                <c:pt idx="19854">
                  <c:v>5.5633900000000001</c:v>
                </c:pt>
                <c:pt idx="19855">
                  <c:v>5.5636999999999999</c:v>
                </c:pt>
                <c:pt idx="19856">
                  <c:v>5.5640000000000001</c:v>
                </c:pt>
                <c:pt idx="19857">
                  <c:v>5.5643099999999999</c:v>
                </c:pt>
                <c:pt idx="19858">
                  <c:v>5.5646199999999997</c:v>
                </c:pt>
                <c:pt idx="19859">
                  <c:v>5.5649199999999999</c:v>
                </c:pt>
                <c:pt idx="19860">
                  <c:v>5.5652299999999997</c:v>
                </c:pt>
                <c:pt idx="19861">
                  <c:v>5.5655299999999999</c:v>
                </c:pt>
                <c:pt idx="19862">
                  <c:v>5.5658399999999997</c:v>
                </c:pt>
                <c:pt idx="19863">
                  <c:v>5.5661399999999999</c:v>
                </c:pt>
                <c:pt idx="19864">
                  <c:v>5.5664499999999997</c:v>
                </c:pt>
                <c:pt idx="19865">
                  <c:v>5.5667499999999999</c:v>
                </c:pt>
                <c:pt idx="19866">
                  <c:v>5.5670599999999997</c:v>
                </c:pt>
                <c:pt idx="19867">
                  <c:v>5.5673599999999999</c:v>
                </c:pt>
                <c:pt idx="19868">
                  <c:v>5.5676699999999997</c:v>
                </c:pt>
                <c:pt idx="19869">
                  <c:v>5.5679699999999999</c:v>
                </c:pt>
                <c:pt idx="19870">
                  <c:v>5.5682799999999997</c:v>
                </c:pt>
                <c:pt idx="19871">
                  <c:v>5.5685900000000004</c:v>
                </c:pt>
                <c:pt idx="19872">
                  <c:v>5.5688899999999997</c:v>
                </c:pt>
                <c:pt idx="19873">
                  <c:v>5.5692000000000004</c:v>
                </c:pt>
                <c:pt idx="19874">
                  <c:v>5.5694999999999997</c:v>
                </c:pt>
                <c:pt idx="19875">
                  <c:v>5.5698100000000004</c:v>
                </c:pt>
                <c:pt idx="19876">
                  <c:v>5.5701099999999997</c:v>
                </c:pt>
                <c:pt idx="19877">
                  <c:v>5.5704200000000004</c:v>
                </c:pt>
                <c:pt idx="19878">
                  <c:v>5.5707199999999997</c:v>
                </c:pt>
                <c:pt idx="19879">
                  <c:v>5.5710300000000004</c:v>
                </c:pt>
                <c:pt idx="19880">
                  <c:v>5.5713299999999997</c:v>
                </c:pt>
                <c:pt idx="19881">
                  <c:v>5.5716400000000004</c:v>
                </c:pt>
                <c:pt idx="19882">
                  <c:v>5.5719500000000002</c:v>
                </c:pt>
                <c:pt idx="19883">
                  <c:v>5.5722500000000004</c:v>
                </c:pt>
                <c:pt idx="19884">
                  <c:v>5.5725600000000002</c:v>
                </c:pt>
                <c:pt idx="19885">
                  <c:v>5.5728600000000004</c:v>
                </c:pt>
                <c:pt idx="19886">
                  <c:v>5.5731700000000002</c:v>
                </c:pt>
                <c:pt idx="19887">
                  <c:v>5.5734700000000004</c:v>
                </c:pt>
                <c:pt idx="19888">
                  <c:v>5.5737800000000002</c:v>
                </c:pt>
                <c:pt idx="19889">
                  <c:v>5.5740800000000004</c:v>
                </c:pt>
                <c:pt idx="19890">
                  <c:v>5.5743900000000002</c:v>
                </c:pt>
                <c:pt idx="19891">
                  <c:v>5.5746900000000004</c:v>
                </c:pt>
                <c:pt idx="19892">
                  <c:v>5.5750000000000002</c:v>
                </c:pt>
                <c:pt idx="19893">
                  <c:v>5.5753000000000004</c:v>
                </c:pt>
                <c:pt idx="19894">
                  <c:v>5.5756100000000002</c:v>
                </c:pt>
                <c:pt idx="19895">
                  <c:v>5.57592</c:v>
                </c:pt>
                <c:pt idx="19896">
                  <c:v>5.5762200000000002</c:v>
                </c:pt>
                <c:pt idx="19897">
                  <c:v>5.57653</c:v>
                </c:pt>
                <c:pt idx="19898">
                  <c:v>5.5768300000000002</c:v>
                </c:pt>
                <c:pt idx="19899">
                  <c:v>5.57714</c:v>
                </c:pt>
                <c:pt idx="19900">
                  <c:v>5.5774400000000002</c:v>
                </c:pt>
                <c:pt idx="19901">
                  <c:v>5.57775</c:v>
                </c:pt>
                <c:pt idx="19902">
                  <c:v>5.5780500000000002</c:v>
                </c:pt>
                <c:pt idx="19903">
                  <c:v>5.57836</c:v>
                </c:pt>
                <c:pt idx="19904">
                  <c:v>5.5786600000000002</c:v>
                </c:pt>
                <c:pt idx="19905">
                  <c:v>5.57897</c:v>
                </c:pt>
                <c:pt idx="19906">
                  <c:v>5.5792700000000002</c:v>
                </c:pt>
                <c:pt idx="19907">
                  <c:v>5.57958</c:v>
                </c:pt>
                <c:pt idx="19908">
                  <c:v>5.5798899999999998</c:v>
                </c:pt>
                <c:pt idx="19909">
                  <c:v>5.58019</c:v>
                </c:pt>
                <c:pt idx="19910">
                  <c:v>5.5804999999999998</c:v>
                </c:pt>
                <c:pt idx="19911">
                  <c:v>5.5808</c:v>
                </c:pt>
                <c:pt idx="19912">
                  <c:v>5.5811099999999998</c:v>
                </c:pt>
                <c:pt idx="19913">
                  <c:v>5.58141</c:v>
                </c:pt>
                <c:pt idx="19914">
                  <c:v>5.5817199999999998</c:v>
                </c:pt>
                <c:pt idx="19915">
                  <c:v>5.58202</c:v>
                </c:pt>
                <c:pt idx="19916">
                  <c:v>5.5823299999999998</c:v>
                </c:pt>
                <c:pt idx="19917">
                  <c:v>5.58263</c:v>
                </c:pt>
                <c:pt idx="19918">
                  <c:v>5.5829399999999998</c:v>
                </c:pt>
                <c:pt idx="19919">
                  <c:v>5.58324</c:v>
                </c:pt>
                <c:pt idx="19920">
                  <c:v>5.5835499999999998</c:v>
                </c:pt>
                <c:pt idx="19921">
                  <c:v>5.5838599999999996</c:v>
                </c:pt>
                <c:pt idx="19922">
                  <c:v>5.5841599999999998</c:v>
                </c:pt>
                <c:pt idx="19923">
                  <c:v>5.5844699999999996</c:v>
                </c:pt>
                <c:pt idx="19924">
                  <c:v>5.5847699999999998</c:v>
                </c:pt>
                <c:pt idx="19925">
                  <c:v>5.5850799999999996</c:v>
                </c:pt>
                <c:pt idx="19926">
                  <c:v>5.5853799999999998</c:v>
                </c:pt>
                <c:pt idx="19927">
                  <c:v>5.5856899999999996</c:v>
                </c:pt>
                <c:pt idx="19928">
                  <c:v>5.5859899999999998</c:v>
                </c:pt>
                <c:pt idx="19929">
                  <c:v>5.5862999999999996</c:v>
                </c:pt>
                <c:pt idx="19930">
                  <c:v>5.5865999999999998</c:v>
                </c:pt>
                <c:pt idx="19931">
                  <c:v>5.5869099999999996</c:v>
                </c:pt>
                <c:pt idx="19932">
                  <c:v>5.5872099999999998</c:v>
                </c:pt>
                <c:pt idx="19933">
                  <c:v>5.5875199999999996</c:v>
                </c:pt>
                <c:pt idx="19934">
                  <c:v>5.5878300000000003</c:v>
                </c:pt>
                <c:pt idx="19935">
                  <c:v>5.5881299999999996</c:v>
                </c:pt>
                <c:pt idx="19936">
                  <c:v>5.5884400000000003</c:v>
                </c:pt>
                <c:pt idx="19937">
                  <c:v>5.5887399999999996</c:v>
                </c:pt>
                <c:pt idx="19938">
                  <c:v>5.5890500000000003</c:v>
                </c:pt>
                <c:pt idx="19939">
                  <c:v>5.5893499999999996</c:v>
                </c:pt>
                <c:pt idx="19940">
                  <c:v>5.5896600000000003</c:v>
                </c:pt>
                <c:pt idx="19941">
                  <c:v>5.5899599999999996</c:v>
                </c:pt>
                <c:pt idx="19942">
                  <c:v>5.5902700000000003</c:v>
                </c:pt>
                <c:pt idx="19943">
                  <c:v>5.5905699999999996</c:v>
                </c:pt>
                <c:pt idx="19944">
                  <c:v>5.5908800000000003</c:v>
                </c:pt>
                <c:pt idx="19945">
                  <c:v>5.5911900000000001</c:v>
                </c:pt>
                <c:pt idx="19946">
                  <c:v>5.5914900000000003</c:v>
                </c:pt>
                <c:pt idx="19947">
                  <c:v>5.5918000000000001</c:v>
                </c:pt>
                <c:pt idx="19948">
                  <c:v>5.5921000000000003</c:v>
                </c:pt>
                <c:pt idx="19949">
                  <c:v>5.5924100000000001</c:v>
                </c:pt>
                <c:pt idx="19950">
                  <c:v>5.5927100000000003</c:v>
                </c:pt>
                <c:pt idx="19951">
                  <c:v>5.5930200000000001</c:v>
                </c:pt>
                <c:pt idx="19952">
                  <c:v>5.5933200000000003</c:v>
                </c:pt>
                <c:pt idx="19953">
                  <c:v>5.5936300000000001</c:v>
                </c:pt>
                <c:pt idx="19954">
                  <c:v>5.5939300000000003</c:v>
                </c:pt>
                <c:pt idx="19955">
                  <c:v>5.5942400000000001</c:v>
                </c:pt>
                <c:pt idx="19956">
                  <c:v>5.5945400000000003</c:v>
                </c:pt>
                <c:pt idx="19957">
                  <c:v>5.5948500000000001</c:v>
                </c:pt>
                <c:pt idx="19958">
                  <c:v>5.5951599999999999</c:v>
                </c:pt>
                <c:pt idx="19959">
                  <c:v>5.5954600000000001</c:v>
                </c:pt>
                <c:pt idx="19960">
                  <c:v>5.5957699999999999</c:v>
                </c:pt>
                <c:pt idx="19961">
                  <c:v>5.5960700000000001</c:v>
                </c:pt>
                <c:pt idx="19962">
                  <c:v>5.5963799999999999</c:v>
                </c:pt>
                <c:pt idx="19963">
                  <c:v>5.5966800000000001</c:v>
                </c:pt>
                <c:pt idx="19964">
                  <c:v>5.5969899999999999</c:v>
                </c:pt>
                <c:pt idx="19965">
                  <c:v>5.5972900000000001</c:v>
                </c:pt>
                <c:pt idx="19966">
                  <c:v>5.5975999999999999</c:v>
                </c:pt>
                <c:pt idx="19967">
                  <c:v>5.5979000000000001</c:v>
                </c:pt>
                <c:pt idx="19968">
                  <c:v>5.5982099999999999</c:v>
                </c:pt>
                <c:pt idx="19969">
                  <c:v>5.5985100000000001</c:v>
                </c:pt>
                <c:pt idx="19970">
                  <c:v>5.5988199999999999</c:v>
                </c:pt>
                <c:pt idx="19971">
                  <c:v>5.5991299999999997</c:v>
                </c:pt>
                <c:pt idx="19972">
                  <c:v>5.5994299999999999</c:v>
                </c:pt>
                <c:pt idx="19973">
                  <c:v>5.5997399999999997</c:v>
                </c:pt>
                <c:pt idx="19974">
                  <c:v>5.6000399999999999</c:v>
                </c:pt>
                <c:pt idx="19975">
                  <c:v>5.6003499999999997</c:v>
                </c:pt>
                <c:pt idx="19976">
                  <c:v>5.6006499999999999</c:v>
                </c:pt>
                <c:pt idx="19977">
                  <c:v>5.6009599999999997</c:v>
                </c:pt>
                <c:pt idx="19978">
                  <c:v>5.6012599999999999</c:v>
                </c:pt>
                <c:pt idx="19979">
                  <c:v>5.6015699999999997</c:v>
                </c:pt>
                <c:pt idx="19980">
                  <c:v>5.6018699999999999</c:v>
                </c:pt>
                <c:pt idx="19981">
                  <c:v>5.6021799999999997</c:v>
                </c:pt>
                <c:pt idx="19982">
                  <c:v>5.6024799999999999</c:v>
                </c:pt>
                <c:pt idx="19983">
                  <c:v>5.6027899999999997</c:v>
                </c:pt>
                <c:pt idx="19984">
                  <c:v>5.6031000000000004</c:v>
                </c:pt>
                <c:pt idx="19985">
                  <c:v>5.6033999999999997</c:v>
                </c:pt>
                <c:pt idx="19986">
                  <c:v>5.6037100000000004</c:v>
                </c:pt>
                <c:pt idx="19987">
                  <c:v>5.6040099999999997</c:v>
                </c:pt>
                <c:pt idx="19988">
                  <c:v>5.6043200000000004</c:v>
                </c:pt>
                <c:pt idx="19989">
                  <c:v>5.6046199999999997</c:v>
                </c:pt>
                <c:pt idx="19990">
                  <c:v>5.6049300000000004</c:v>
                </c:pt>
                <c:pt idx="19991">
                  <c:v>5.6052299999999997</c:v>
                </c:pt>
                <c:pt idx="19992">
                  <c:v>5.6055400000000004</c:v>
                </c:pt>
                <c:pt idx="19993">
                  <c:v>5.6058399999999997</c:v>
                </c:pt>
                <c:pt idx="19994">
                  <c:v>5.6061500000000004</c:v>
                </c:pt>
                <c:pt idx="19995">
                  <c:v>5.6064499999999997</c:v>
                </c:pt>
                <c:pt idx="19996">
                  <c:v>5.6067600000000004</c:v>
                </c:pt>
                <c:pt idx="19997">
                  <c:v>5.6070700000000002</c:v>
                </c:pt>
                <c:pt idx="19998">
                  <c:v>5.6073700000000004</c:v>
                </c:pt>
                <c:pt idx="19999">
                  <c:v>5.6076800000000002</c:v>
                </c:pt>
                <c:pt idx="20000">
                  <c:v>5.6079800000000004</c:v>
                </c:pt>
                <c:pt idx="20001">
                  <c:v>5.6082900000000002</c:v>
                </c:pt>
                <c:pt idx="20002">
                  <c:v>5.6085900000000004</c:v>
                </c:pt>
                <c:pt idx="20003">
                  <c:v>5.6089000000000002</c:v>
                </c:pt>
                <c:pt idx="20004">
                  <c:v>5.6092000000000004</c:v>
                </c:pt>
                <c:pt idx="20005">
                  <c:v>5.6095100000000002</c:v>
                </c:pt>
                <c:pt idx="20006">
                  <c:v>5.6098100000000004</c:v>
                </c:pt>
                <c:pt idx="20007">
                  <c:v>5.6101200000000002</c:v>
                </c:pt>
                <c:pt idx="20008">
                  <c:v>5.61043</c:v>
                </c:pt>
                <c:pt idx="20009">
                  <c:v>5.6107300000000002</c:v>
                </c:pt>
                <c:pt idx="20010">
                  <c:v>5.61104</c:v>
                </c:pt>
                <c:pt idx="20011">
                  <c:v>5.6113400000000002</c:v>
                </c:pt>
                <c:pt idx="20012">
                  <c:v>5.61165</c:v>
                </c:pt>
                <c:pt idx="20013">
                  <c:v>5.6119500000000002</c:v>
                </c:pt>
                <c:pt idx="20014">
                  <c:v>5.61226</c:v>
                </c:pt>
                <c:pt idx="20015">
                  <c:v>5.6125600000000002</c:v>
                </c:pt>
                <c:pt idx="20016">
                  <c:v>5.61287</c:v>
                </c:pt>
                <c:pt idx="20017">
                  <c:v>5.6131700000000002</c:v>
                </c:pt>
                <c:pt idx="20018">
                  <c:v>5.61348</c:v>
                </c:pt>
                <c:pt idx="20019">
                  <c:v>5.6137800000000002</c:v>
                </c:pt>
                <c:pt idx="20020">
                  <c:v>5.61409</c:v>
                </c:pt>
                <c:pt idx="20021">
                  <c:v>5.6143999999999998</c:v>
                </c:pt>
                <c:pt idx="20022">
                  <c:v>5.6147</c:v>
                </c:pt>
                <c:pt idx="20023">
                  <c:v>5.6150099999999998</c:v>
                </c:pt>
                <c:pt idx="20024">
                  <c:v>5.61531</c:v>
                </c:pt>
                <c:pt idx="20025">
                  <c:v>5.6156199999999998</c:v>
                </c:pt>
                <c:pt idx="20026">
                  <c:v>5.61592</c:v>
                </c:pt>
                <c:pt idx="20027">
                  <c:v>5.6162299999999998</c:v>
                </c:pt>
                <c:pt idx="20028">
                  <c:v>5.61653</c:v>
                </c:pt>
                <c:pt idx="20029">
                  <c:v>5.6168399999999998</c:v>
                </c:pt>
                <c:pt idx="20030">
                  <c:v>5.61714</c:v>
                </c:pt>
                <c:pt idx="20031">
                  <c:v>5.6174499999999998</c:v>
                </c:pt>
                <c:pt idx="20032">
                  <c:v>5.61775</c:v>
                </c:pt>
                <c:pt idx="20033">
                  <c:v>5.6180599999999998</c:v>
                </c:pt>
                <c:pt idx="20034">
                  <c:v>5.6183699999999996</c:v>
                </c:pt>
                <c:pt idx="20035">
                  <c:v>5.6186699999999998</c:v>
                </c:pt>
                <c:pt idx="20036">
                  <c:v>5.6189799999999996</c:v>
                </c:pt>
                <c:pt idx="20037">
                  <c:v>5.6192799999999998</c:v>
                </c:pt>
                <c:pt idx="20038">
                  <c:v>5.6195899999999996</c:v>
                </c:pt>
                <c:pt idx="20039">
                  <c:v>5.6198899999999998</c:v>
                </c:pt>
                <c:pt idx="20040">
                  <c:v>5.6201999999999996</c:v>
                </c:pt>
                <c:pt idx="20041">
                  <c:v>5.6204999999999998</c:v>
                </c:pt>
                <c:pt idx="20042">
                  <c:v>5.6208099999999996</c:v>
                </c:pt>
                <c:pt idx="20043">
                  <c:v>5.6211099999999998</c:v>
                </c:pt>
                <c:pt idx="20044">
                  <c:v>5.6214199999999996</c:v>
                </c:pt>
                <c:pt idx="20045">
                  <c:v>5.6217199999999998</c:v>
                </c:pt>
                <c:pt idx="20046">
                  <c:v>5.6220299999999996</c:v>
                </c:pt>
                <c:pt idx="20047">
                  <c:v>5.6223400000000003</c:v>
                </c:pt>
                <c:pt idx="20048">
                  <c:v>5.6226399999999996</c:v>
                </c:pt>
                <c:pt idx="20049">
                  <c:v>5.6229500000000003</c:v>
                </c:pt>
                <c:pt idx="20050">
                  <c:v>5.6232499999999996</c:v>
                </c:pt>
                <c:pt idx="20051">
                  <c:v>5.6235600000000003</c:v>
                </c:pt>
                <c:pt idx="20052">
                  <c:v>5.6238599999999996</c:v>
                </c:pt>
                <c:pt idx="20053">
                  <c:v>5.6241700000000003</c:v>
                </c:pt>
                <c:pt idx="20054">
                  <c:v>5.6244699999999996</c:v>
                </c:pt>
                <c:pt idx="20055">
                  <c:v>5.6247800000000003</c:v>
                </c:pt>
                <c:pt idx="20056">
                  <c:v>5.6250799999999996</c:v>
                </c:pt>
                <c:pt idx="20057">
                  <c:v>5.6253900000000003</c:v>
                </c:pt>
                <c:pt idx="20058">
                  <c:v>5.6256899999999996</c:v>
                </c:pt>
                <c:pt idx="20059">
                  <c:v>5.6260000000000003</c:v>
                </c:pt>
                <c:pt idx="20060">
                  <c:v>5.6263100000000001</c:v>
                </c:pt>
                <c:pt idx="20061">
                  <c:v>5.6266100000000003</c:v>
                </c:pt>
                <c:pt idx="20062">
                  <c:v>5.6269200000000001</c:v>
                </c:pt>
                <c:pt idx="20063">
                  <c:v>5.6272200000000003</c:v>
                </c:pt>
                <c:pt idx="20064">
                  <c:v>5.6275300000000001</c:v>
                </c:pt>
                <c:pt idx="20065">
                  <c:v>5.6278300000000003</c:v>
                </c:pt>
                <c:pt idx="20066">
                  <c:v>5.6281400000000001</c:v>
                </c:pt>
                <c:pt idx="20067">
                  <c:v>5.6284400000000003</c:v>
                </c:pt>
                <c:pt idx="20068">
                  <c:v>5.6287500000000001</c:v>
                </c:pt>
                <c:pt idx="20069">
                  <c:v>5.6290500000000003</c:v>
                </c:pt>
                <c:pt idx="20070">
                  <c:v>5.6293600000000001</c:v>
                </c:pt>
                <c:pt idx="20071">
                  <c:v>5.62967</c:v>
                </c:pt>
                <c:pt idx="20072">
                  <c:v>5.6299700000000001</c:v>
                </c:pt>
                <c:pt idx="20073">
                  <c:v>5.63028</c:v>
                </c:pt>
                <c:pt idx="20074">
                  <c:v>5.6305800000000001</c:v>
                </c:pt>
                <c:pt idx="20075">
                  <c:v>5.63089</c:v>
                </c:pt>
                <c:pt idx="20076">
                  <c:v>5.6311900000000001</c:v>
                </c:pt>
                <c:pt idx="20077">
                  <c:v>5.6315</c:v>
                </c:pt>
                <c:pt idx="20078">
                  <c:v>5.6318000000000001</c:v>
                </c:pt>
                <c:pt idx="20079">
                  <c:v>5.6321099999999999</c:v>
                </c:pt>
                <c:pt idx="20080">
                  <c:v>5.6324100000000001</c:v>
                </c:pt>
                <c:pt idx="20081">
                  <c:v>5.6327199999999999</c:v>
                </c:pt>
                <c:pt idx="20082">
                  <c:v>5.6330200000000001</c:v>
                </c:pt>
                <c:pt idx="20083">
                  <c:v>5.6333299999999999</c:v>
                </c:pt>
                <c:pt idx="20084">
                  <c:v>5.6336399999999998</c:v>
                </c:pt>
                <c:pt idx="20085">
                  <c:v>5.6339399999999999</c:v>
                </c:pt>
                <c:pt idx="20086">
                  <c:v>5.6342499999999998</c:v>
                </c:pt>
                <c:pt idx="20087">
                  <c:v>5.6345499999999999</c:v>
                </c:pt>
                <c:pt idx="20088">
                  <c:v>5.6348599999999998</c:v>
                </c:pt>
                <c:pt idx="20089">
                  <c:v>5.6351599999999999</c:v>
                </c:pt>
                <c:pt idx="20090">
                  <c:v>5.6354699999999998</c:v>
                </c:pt>
                <c:pt idx="20091">
                  <c:v>5.6357699999999999</c:v>
                </c:pt>
                <c:pt idx="20092">
                  <c:v>5.6360799999999998</c:v>
                </c:pt>
                <c:pt idx="20093">
                  <c:v>5.6363799999999999</c:v>
                </c:pt>
                <c:pt idx="20094">
                  <c:v>5.6366899999999998</c:v>
                </c:pt>
                <c:pt idx="20095">
                  <c:v>5.6369899999999999</c:v>
                </c:pt>
                <c:pt idx="20096">
                  <c:v>5.6372999999999998</c:v>
                </c:pt>
                <c:pt idx="20097">
                  <c:v>5.6376099999999996</c:v>
                </c:pt>
                <c:pt idx="20098">
                  <c:v>5.6379099999999998</c:v>
                </c:pt>
                <c:pt idx="20099">
                  <c:v>5.6382199999999996</c:v>
                </c:pt>
                <c:pt idx="20100">
                  <c:v>5.6385199999999998</c:v>
                </c:pt>
                <c:pt idx="20101">
                  <c:v>5.6388299999999996</c:v>
                </c:pt>
                <c:pt idx="20102">
                  <c:v>5.6391299999999998</c:v>
                </c:pt>
                <c:pt idx="20103">
                  <c:v>5.6394399999999996</c:v>
                </c:pt>
                <c:pt idx="20104">
                  <c:v>5.6397399999999998</c:v>
                </c:pt>
                <c:pt idx="20105">
                  <c:v>5.6400499999999996</c:v>
                </c:pt>
                <c:pt idx="20106">
                  <c:v>5.6403499999999998</c:v>
                </c:pt>
                <c:pt idx="20107">
                  <c:v>5.6406599999999996</c:v>
                </c:pt>
                <c:pt idx="20108">
                  <c:v>5.6409599999999998</c:v>
                </c:pt>
                <c:pt idx="20109">
                  <c:v>5.6412699999999996</c:v>
                </c:pt>
                <c:pt idx="20110">
                  <c:v>5.6415800000000003</c:v>
                </c:pt>
                <c:pt idx="20111">
                  <c:v>5.6418799999999996</c:v>
                </c:pt>
                <c:pt idx="20112">
                  <c:v>5.6421900000000003</c:v>
                </c:pt>
                <c:pt idx="20113">
                  <c:v>5.6424899999999996</c:v>
                </c:pt>
                <c:pt idx="20114">
                  <c:v>5.6428000000000003</c:v>
                </c:pt>
                <c:pt idx="20115">
                  <c:v>5.6430999999999996</c:v>
                </c:pt>
                <c:pt idx="20116">
                  <c:v>5.6434100000000003</c:v>
                </c:pt>
                <c:pt idx="20117">
                  <c:v>5.6437099999999996</c:v>
                </c:pt>
                <c:pt idx="20118">
                  <c:v>5.6440200000000003</c:v>
                </c:pt>
                <c:pt idx="20119">
                  <c:v>5.6443199999999996</c:v>
                </c:pt>
                <c:pt idx="20120">
                  <c:v>5.6446300000000003</c:v>
                </c:pt>
                <c:pt idx="20121">
                  <c:v>5.6449400000000001</c:v>
                </c:pt>
                <c:pt idx="20122">
                  <c:v>5.6452400000000003</c:v>
                </c:pt>
                <c:pt idx="20123">
                  <c:v>5.6455500000000001</c:v>
                </c:pt>
                <c:pt idx="20124">
                  <c:v>5.6458500000000003</c:v>
                </c:pt>
                <c:pt idx="20125">
                  <c:v>5.6461600000000001</c:v>
                </c:pt>
                <c:pt idx="20126">
                  <c:v>5.6464600000000003</c:v>
                </c:pt>
                <c:pt idx="20127">
                  <c:v>5.6467700000000001</c:v>
                </c:pt>
                <c:pt idx="20128">
                  <c:v>5.6470700000000003</c:v>
                </c:pt>
                <c:pt idx="20129">
                  <c:v>5.6473800000000001</c:v>
                </c:pt>
                <c:pt idx="20130">
                  <c:v>5.6476800000000003</c:v>
                </c:pt>
                <c:pt idx="20131">
                  <c:v>5.6479900000000001</c:v>
                </c:pt>
                <c:pt idx="20132">
                  <c:v>5.6482900000000003</c:v>
                </c:pt>
                <c:pt idx="20133">
                  <c:v>5.6486000000000001</c:v>
                </c:pt>
                <c:pt idx="20134">
                  <c:v>5.6489099999999999</c:v>
                </c:pt>
                <c:pt idx="20135">
                  <c:v>5.6492100000000001</c:v>
                </c:pt>
                <c:pt idx="20136">
                  <c:v>5.6495199999999999</c:v>
                </c:pt>
                <c:pt idx="20137">
                  <c:v>5.6498200000000001</c:v>
                </c:pt>
                <c:pt idx="20138">
                  <c:v>5.6501299999999999</c:v>
                </c:pt>
                <c:pt idx="20139">
                  <c:v>5.6504300000000001</c:v>
                </c:pt>
                <c:pt idx="20140">
                  <c:v>5.6507399999999999</c:v>
                </c:pt>
                <c:pt idx="20141">
                  <c:v>5.6510400000000001</c:v>
                </c:pt>
                <c:pt idx="20142">
                  <c:v>5.6513499999999999</c:v>
                </c:pt>
                <c:pt idx="20143">
                  <c:v>5.6516500000000001</c:v>
                </c:pt>
                <c:pt idx="20144">
                  <c:v>5.6519599999999999</c:v>
                </c:pt>
                <c:pt idx="20145">
                  <c:v>5.6522600000000001</c:v>
                </c:pt>
                <c:pt idx="20146">
                  <c:v>5.6525699999999999</c:v>
                </c:pt>
                <c:pt idx="20147">
                  <c:v>5.6528799999999997</c:v>
                </c:pt>
                <c:pt idx="20148">
                  <c:v>5.6531799999999999</c:v>
                </c:pt>
                <c:pt idx="20149">
                  <c:v>5.6534899999999997</c:v>
                </c:pt>
                <c:pt idx="20150">
                  <c:v>5.6537899999999999</c:v>
                </c:pt>
                <c:pt idx="20151">
                  <c:v>5.6540999999999997</c:v>
                </c:pt>
                <c:pt idx="20152">
                  <c:v>5.6543999999999999</c:v>
                </c:pt>
                <c:pt idx="20153">
                  <c:v>5.6547099999999997</c:v>
                </c:pt>
                <c:pt idx="20154">
                  <c:v>5.6550099999999999</c:v>
                </c:pt>
                <c:pt idx="20155">
                  <c:v>5.6553199999999997</c:v>
                </c:pt>
                <c:pt idx="20156">
                  <c:v>5.6556199999999999</c:v>
                </c:pt>
                <c:pt idx="20157">
                  <c:v>5.6559299999999997</c:v>
                </c:pt>
                <c:pt idx="20158">
                  <c:v>5.6562299999999999</c:v>
                </c:pt>
                <c:pt idx="20159">
                  <c:v>5.6565399999999997</c:v>
                </c:pt>
                <c:pt idx="20160">
                  <c:v>5.6568500000000004</c:v>
                </c:pt>
                <c:pt idx="20161">
                  <c:v>5.6571499999999997</c:v>
                </c:pt>
                <c:pt idx="20162">
                  <c:v>5.6574600000000004</c:v>
                </c:pt>
                <c:pt idx="20163">
                  <c:v>5.6577599999999997</c:v>
                </c:pt>
                <c:pt idx="20164">
                  <c:v>5.6580700000000004</c:v>
                </c:pt>
                <c:pt idx="20165">
                  <c:v>5.6583699999999997</c:v>
                </c:pt>
                <c:pt idx="20166">
                  <c:v>5.6586800000000004</c:v>
                </c:pt>
                <c:pt idx="20167">
                  <c:v>5.6589799999999997</c:v>
                </c:pt>
                <c:pt idx="20168">
                  <c:v>5.6592900000000004</c:v>
                </c:pt>
                <c:pt idx="20169">
                  <c:v>5.6595899999999997</c:v>
                </c:pt>
                <c:pt idx="20170">
                  <c:v>5.6599000000000004</c:v>
                </c:pt>
                <c:pt idx="20171">
                  <c:v>5.6601999999999997</c:v>
                </c:pt>
                <c:pt idx="20172">
                  <c:v>5.6605100000000004</c:v>
                </c:pt>
                <c:pt idx="20173">
                  <c:v>5.6608200000000002</c:v>
                </c:pt>
                <c:pt idx="20174">
                  <c:v>5.6611200000000004</c:v>
                </c:pt>
                <c:pt idx="20175">
                  <c:v>5.6614300000000002</c:v>
                </c:pt>
                <c:pt idx="20176">
                  <c:v>5.6617300000000004</c:v>
                </c:pt>
                <c:pt idx="20177">
                  <c:v>5.6620400000000002</c:v>
                </c:pt>
                <c:pt idx="20178">
                  <c:v>5.6623400000000004</c:v>
                </c:pt>
                <c:pt idx="20179">
                  <c:v>5.6626500000000002</c:v>
                </c:pt>
                <c:pt idx="20180">
                  <c:v>5.6629500000000004</c:v>
                </c:pt>
                <c:pt idx="20181">
                  <c:v>5.6632600000000002</c:v>
                </c:pt>
                <c:pt idx="20182">
                  <c:v>5.6635600000000004</c:v>
                </c:pt>
                <c:pt idx="20183">
                  <c:v>5.6638700000000002</c:v>
                </c:pt>
                <c:pt idx="20184">
                  <c:v>5.66418</c:v>
                </c:pt>
                <c:pt idx="20185">
                  <c:v>5.6644800000000002</c:v>
                </c:pt>
                <c:pt idx="20186">
                  <c:v>5.66479</c:v>
                </c:pt>
                <c:pt idx="20187">
                  <c:v>5.6650900000000002</c:v>
                </c:pt>
                <c:pt idx="20188">
                  <c:v>5.6654</c:v>
                </c:pt>
                <c:pt idx="20189">
                  <c:v>5.6657000000000002</c:v>
                </c:pt>
                <c:pt idx="20190">
                  <c:v>5.66601</c:v>
                </c:pt>
                <c:pt idx="20191">
                  <c:v>5.6663100000000002</c:v>
                </c:pt>
                <c:pt idx="20192">
                  <c:v>5.66662</c:v>
                </c:pt>
                <c:pt idx="20193">
                  <c:v>5.6669200000000002</c:v>
                </c:pt>
                <c:pt idx="20194">
                  <c:v>5.66723</c:v>
                </c:pt>
                <c:pt idx="20195">
                  <c:v>5.6675300000000002</c:v>
                </c:pt>
                <c:pt idx="20196">
                  <c:v>5.66784</c:v>
                </c:pt>
                <c:pt idx="20197">
                  <c:v>5.6681499999999998</c:v>
                </c:pt>
                <c:pt idx="20198">
                  <c:v>5.66845</c:v>
                </c:pt>
                <c:pt idx="20199">
                  <c:v>5.6687599999999998</c:v>
                </c:pt>
                <c:pt idx="20200">
                  <c:v>5.66906</c:v>
                </c:pt>
                <c:pt idx="20201">
                  <c:v>5.6693699999999998</c:v>
                </c:pt>
                <c:pt idx="20202">
                  <c:v>5.66967</c:v>
                </c:pt>
                <c:pt idx="20203">
                  <c:v>5.6699799999999998</c:v>
                </c:pt>
                <c:pt idx="20204">
                  <c:v>5.67028</c:v>
                </c:pt>
                <c:pt idx="20205">
                  <c:v>5.6705899999999998</c:v>
                </c:pt>
                <c:pt idx="20206">
                  <c:v>5.67089</c:v>
                </c:pt>
                <c:pt idx="20207">
                  <c:v>5.6711999999999998</c:v>
                </c:pt>
                <c:pt idx="20208">
                  <c:v>5.6715</c:v>
                </c:pt>
                <c:pt idx="20209">
                  <c:v>5.6718099999999998</c:v>
                </c:pt>
                <c:pt idx="20210">
                  <c:v>5.6721199999999996</c:v>
                </c:pt>
                <c:pt idx="20211">
                  <c:v>5.6724199999999998</c:v>
                </c:pt>
                <c:pt idx="20212">
                  <c:v>5.6727299999999996</c:v>
                </c:pt>
                <c:pt idx="20213">
                  <c:v>5.6730299999999998</c:v>
                </c:pt>
                <c:pt idx="20214">
                  <c:v>5.6733399999999996</c:v>
                </c:pt>
                <c:pt idx="20215">
                  <c:v>5.6736399999999998</c:v>
                </c:pt>
                <c:pt idx="20216">
                  <c:v>5.6739499999999996</c:v>
                </c:pt>
                <c:pt idx="20217">
                  <c:v>5.6742499999999998</c:v>
                </c:pt>
                <c:pt idx="20218">
                  <c:v>5.6745599999999996</c:v>
                </c:pt>
                <c:pt idx="20219">
                  <c:v>5.6748599999999998</c:v>
                </c:pt>
                <c:pt idx="20220">
                  <c:v>5.6751699999999996</c:v>
                </c:pt>
                <c:pt idx="20221">
                  <c:v>5.6754699999999998</c:v>
                </c:pt>
                <c:pt idx="20222">
                  <c:v>5.6757799999999996</c:v>
                </c:pt>
                <c:pt idx="20223">
                  <c:v>5.6760900000000003</c:v>
                </c:pt>
                <c:pt idx="20224">
                  <c:v>5.6763899999999996</c:v>
                </c:pt>
                <c:pt idx="20225">
                  <c:v>5.6767000000000003</c:v>
                </c:pt>
                <c:pt idx="20226">
                  <c:v>5.6769999999999996</c:v>
                </c:pt>
                <c:pt idx="20227">
                  <c:v>5.6773100000000003</c:v>
                </c:pt>
                <c:pt idx="20228">
                  <c:v>5.6776099999999996</c:v>
                </c:pt>
                <c:pt idx="20229">
                  <c:v>5.6779200000000003</c:v>
                </c:pt>
                <c:pt idx="20230">
                  <c:v>5.6782199999999996</c:v>
                </c:pt>
                <c:pt idx="20231">
                  <c:v>5.6785300000000003</c:v>
                </c:pt>
                <c:pt idx="20232">
                  <c:v>5.6788299999999996</c:v>
                </c:pt>
                <c:pt idx="20233">
                  <c:v>5.6791400000000003</c:v>
                </c:pt>
                <c:pt idx="20234">
                  <c:v>5.6794399999999996</c:v>
                </c:pt>
                <c:pt idx="20235">
                  <c:v>5.6797500000000003</c:v>
                </c:pt>
                <c:pt idx="20236">
                  <c:v>5.6800600000000001</c:v>
                </c:pt>
                <c:pt idx="20237">
                  <c:v>5.6803600000000003</c:v>
                </c:pt>
                <c:pt idx="20238">
                  <c:v>5.6806700000000001</c:v>
                </c:pt>
                <c:pt idx="20239">
                  <c:v>5.6809700000000003</c:v>
                </c:pt>
                <c:pt idx="20240">
                  <c:v>5.6812800000000001</c:v>
                </c:pt>
                <c:pt idx="20241">
                  <c:v>5.6815800000000003</c:v>
                </c:pt>
                <c:pt idx="20242">
                  <c:v>5.6818900000000001</c:v>
                </c:pt>
                <c:pt idx="20243">
                  <c:v>5.6821900000000003</c:v>
                </c:pt>
                <c:pt idx="20244">
                  <c:v>5.6825000000000001</c:v>
                </c:pt>
                <c:pt idx="20245">
                  <c:v>5.6828000000000003</c:v>
                </c:pt>
                <c:pt idx="20246">
                  <c:v>5.6831100000000001</c:v>
                </c:pt>
                <c:pt idx="20247">
                  <c:v>5.6834199999999999</c:v>
                </c:pt>
                <c:pt idx="20248">
                  <c:v>5.6837200000000001</c:v>
                </c:pt>
                <c:pt idx="20249">
                  <c:v>5.6840299999999999</c:v>
                </c:pt>
                <c:pt idx="20250">
                  <c:v>5.6843300000000001</c:v>
                </c:pt>
                <c:pt idx="20251">
                  <c:v>5.6846399999999999</c:v>
                </c:pt>
                <c:pt idx="20252">
                  <c:v>5.6849400000000001</c:v>
                </c:pt>
                <c:pt idx="20253">
                  <c:v>5.6852499999999999</c:v>
                </c:pt>
                <c:pt idx="20254">
                  <c:v>5.6855500000000001</c:v>
                </c:pt>
                <c:pt idx="20255">
                  <c:v>5.6858599999999999</c:v>
                </c:pt>
                <c:pt idx="20256">
                  <c:v>5.6861600000000001</c:v>
                </c:pt>
                <c:pt idx="20257">
                  <c:v>5.6864699999999999</c:v>
                </c:pt>
                <c:pt idx="20258">
                  <c:v>5.6867700000000001</c:v>
                </c:pt>
                <c:pt idx="20259">
                  <c:v>5.6870799999999999</c:v>
                </c:pt>
                <c:pt idx="20260">
                  <c:v>5.6873899999999997</c:v>
                </c:pt>
                <c:pt idx="20261">
                  <c:v>5.6876899999999999</c:v>
                </c:pt>
                <c:pt idx="20262">
                  <c:v>5.6879999999999997</c:v>
                </c:pt>
                <c:pt idx="20263">
                  <c:v>5.6882999999999999</c:v>
                </c:pt>
                <c:pt idx="20264">
                  <c:v>5.6886099999999997</c:v>
                </c:pt>
                <c:pt idx="20265">
                  <c:v>5.6889099999999999</c:v>
                </c:pt>
                <c:pt idx="20266">
                  <c:v>5.6892199999999997</c:v>
                </c:pt>
                <c:pt idx="20267">
                  <c:v>5.6895199999999999</c:v>
                </c:pt>
                <c:pt idx="20268">
                  <c:v>5.6898299999999997</c:v>
                </c:pt>
                <c:pt idx="20269">
                  <c:v>5.6901299999999999</c:v>
                </c:pt>
                <c:pt idx="20270">
                  <c:v>5.6904399999999997</c:v>
                </c:pt>
                <c:pt idx="20271">
                  <c:v>5.6907399999999999</c:v>
                </c:pt>
                <c:pt idx="20272">
                  <c:v>5.6910499999999997</c:v>
                </c:pt>
                <c:pt idx="20273">
                  <c:v>5.6913600000000004</c:v>
                </c:pt>
                <c:pt idx="20274">
                  <c:v>5.6916599999999997</c:v>
                </c:pt>
                <c:pt idx="20275">
                  <c:v>5.6919700000000004</c:v>
                </c:pt>
                <c:pt idx="20276">
                  <c:v>5.6922699999999997</c:v>
                </c:pt>
                <c:pt idx="20277">
                  <c:v>5.6925800000000004</c:v>
                </c:pt>
                <c:pt idx="20278">
                  <c:v>5.6928799999999997</c:v>
                </c:pt>
                <c:pt idx="20279">
                  <c:v>5.6931900000000004</c:v>
                </c:pt>
                <c:pt idx="20280">
                  <c:v>5.6934899999999997</c:v>
                </c:pt>
                <c:pt idx="20281">
                  <c:v>5.6938000000000004</c:v>
                </c:pt>
                <c:pt idx="20282">
                  <c:v>5.6940999999999997</c:v>
                </c:pt>
                <c:pt idx="20283">
                  <c:v>5.6944100000000004</c:v>
                </c:pt>
                <c:pt idx="20284">
                  <c:v>5.6947099999999997</c:v>
                </c:pt>
                <c:pt idx="20285">
                  <c:v>5.6950200000000004</c:v>
                </c:pt>
                <c:pt idx="20286">
                  <c:v>5.6953300000000002</c:v>
                </c:pt>
                <c:pt idx="20287">
                  <c:v>5.6956300000000004</c:v>
                </c:pt>
                <c:pt idx="20288">
                  <c:v>5.6959400000000002</c:v>
                </c:pt>
                <c:pt idx="20289">
                  <c:v>5.6962400000000004</c:v>
                </c:pt>
                <c:pt idx="20290">
                  <c:v>5.6965500000000002</c:v>
                </c:pt>
                <c:pt idx="20291">
                  <c:v>5.6968500000000004</c:v>
                </c:pt>
                <c:pt idx="20292">
                  <c:v>5.6971600000000002</c:v>
                </c:pt>
                <c:pt idx="20293">
                  <c:v>5.6974600000000004</c:v>
                </c:pt>
                <c:pt idx="20294">
                  <c:v>5.6977700000000002</c:v>
                </c:pt>
                <c:pt idx="20295">
                  <c:v>5.6980700000000004</c:v>
                </c:pt>
                <c:pt idx="20296">
                  <c:v>5.6983800000000002</c:v>
                </c:pt>
                <c:pt idx="20297">
                  <c:v>5.69869</c:v>
                </c:pt>
                <c:pt idx="20298">
                  <c:v>5.6989900000000002</c:v>
                </c:pt>
                <c:pt idx="20299">
                  <c:v>5.6993</c:v>
                </c:pt>
                <c:pt idx="20300">
                  <c:v>5.6996000000000002</c:v>
                </c:pt>
                <c:pt idx="20301">
                  <c:v>5.69991</c:v>
                </c:pt>
                <c:pt idx="20302">
                  <c:v>5.7002100000000002</c:v>
                </c:pt>
                <c:pt idx="20303">
                  <c:v>5.70052</c:v>
                </c:pt>
                <c:pt idx="20304">
                  <c:v>5.7008200000000002</c:v>
                </c:pt>
                <c:pt idx="20305">
                  <c:v>5.70113</c:v>
                </c:pt>
                <c:pt idx="20306">
                  <c:v>5.7014300000000002</c:v>
                </c:pt>
                <c:pt idx="20307">
                  <c:v>5.70174</c:v>
                </c:pt>
                <c:pt idx="20308">
                  <c:v>5.7020400000000002</c:v>
                </c:pt>
                <c:pt idx="20309">
                  <c:v>5.70235</c:v>
                </c:pt>
                <c:pt idx="20310">
                  <c:v>5.7026599999999998</c:v>
                </c:pt>
                <c:pt idx="20311">
                  <c:v>5.70296</c:v>
                </c:pt>
                <c:pt idx="20312">
                  <c:v>5.7032699999999998</c:v>
                </c:pt>
                <c:pt idx="20313">
                  <c:v>5.70357</c:v>
                </c:pt>
                <c:pt idx="20314">
                  <c:v>5.7038799999999998</c:v>
                </c:pt>
                <c:pt idx="20315">
                  <c:v>5.70418</c:v>
                </c:pt>
                <c:pt idx="20316">
                  <c:v>5.7044899999999998</c:v>
                </c:pt>
                <c:pt idx="20317">
                  <c:v>5.70479</c:v>
                </c:pt>
                <c:pt idx="20318">
                  <c:v>5.7050999999999998</c:v>
                </c:pt>
                <c:pt idx="20319">
                  <c:v>5.7054</c:v>
                </c:pt>
                <c:pt idx="20320">
                  <c:v>5.7057099999999998</c:v>
                </c:pt>
                <c:pt idx="20321">
                  <c:v>5.70601</c:v>
                </c:pt>
                <c:pt idx="20322">
                  <c:v>5.7063199999999998</c:v>
                </c:pt>
                <c:pt idx="20323">
                  <c:v>5.7066299999999996</c:v>
                </c:pt>
                <c:pt idx="20324">
                  <c:v>5.7069299999999998</c:v>
                </c:pt>
                <c:pt idx="20325">
                  <c:v>5.7072399999999996</c:v>
                </c:pt>
                <c:pt idx="20326">
                  <c:v>5.7075399999999998</c:v>
                </c:pt>
                <c:pt idx="20327">
                  <c:v>5.7078499999999996</c:v>
                </c:pt>
                <c:pt idx="20328">
                  <c:v>5.7081499999999998</c:v>
                </c:pt>
                <c:pt idx="20329">
                  <c:v>5.7084599999999996</c:v>
                </c:pt>
                <c:pt idx="20330">
                  <c:v>5.7087599999999998</c:v>
                </c:pt>
                <c:pt idx="20331">
                  <c:v>5.7090699999999996</c:v>
                </c:pt>
                <c:pt idx="20332">
                  <c:v>5.7093699999999998</c:v>
                </c:pt>
                <c:pt idx="20333">
                  <c:v>5.7096799999999996</c:v>
                </c:pt>
                <c:pt idx="20334">
                  <c:v>5.7099799999999998</c:v>
                </c:pt>
                <c:pt idx="20335">
                  <c:v>5.7102899999999996</c:v>
                </c:pt>
                <c:pt idx="20336">
                  <c:v>5.7106000000000003</c:v>
                </c:pt>
                <c:pt idx="20337">
                  <c:v>5.7108999999999996</c:v>
                </c:pt>
                <c:pt idx="20338">
                  <c:v>5.7112100000000003</c:v>
                </c:pt>
                <c:pt idx="20339">
                  <c:v>5.7115099999999996</c:v>
                </c:pt>
                <c:pt idx="20340">
                  <c:v>5.7118200000000003</c:v>
                </c:pt>
                <c:pt idx="20341">
                  <c:v>5.7121199999999996</c:v>
                </c:pt>
                <c:pt idx="20342">
                  <c:v>5.7124300000000003</c:v>
                </c:pt>
                <c:pt idx="20343">
                  <c:v>5.7127299999999996</c:v>
                </c:pt>
                <c:pt idx="20344">
                  <c:v>5.7130400000000003</c:v>
                </c:pt>
                <c:pt idx="20345">
                  <c:v>5.7133399999999996</c:v>
                </c:pt>
                <c:pt idx="20346">
                  <c:v>5.7136500000000003</c:v>
                </c:pt>
                <c:pt idx="20347">
                  <c:v>5.7139499999999996</c:v>
                </c:pt>
                <c:pt idx="20348">
                  <c:v>5.7142600000000003</c:v>
                </c:pt>
                <c:pt idx="20349">
                  <c:v>5.7145700000000001</c:v>
                </c:pt>
                <c:pt idx="20350">
                  <c:v>5.7148700000000003</c:v>
                </c:pt>
                <c:pt idx="20351">
                  <c:v>5.7151800000000001</c:v>
                </c:pt>
                <c:pt idx="20352">
                  <c:v>5.7154800000000003</c:v>
                </c:pt>
                <c:pt idx="20353">
                  <c:v>5.7157900000000001</c:v>
                </c:pt>
                <c:pt idx="20354">
                  <c:v>5.7160900000000003</c:v>
                </c:pt>
                <c:pt idx="20355">
                  <c:v>5.7164000000000001</c:v>
                </c:pt>
                <c:pt idx="20356">
                  <c:v>5.7167000000000003</c:v>
                </c:pt>
                <c:pt idx="20357">
                  <c:v>5.7170100000000001</c:v>
                </c:pt>
                <c:pt idx="20358">
                  <c:v>5.7173100000000003</c:v>
                </c:pt>
                <c:pt idx="20359">
                  <c:v>5.7176200000000001</c:v>
                </c:pt>
                <c:pt idx="20360">
                  <c:v>5.71793</c:v>
                </c:pt>
                <c:pt idx="20361">
                  <c:v>5.7182300000000001</c:v>
                </c:pt>
                <c:pt idx="20362">
                  <c:v>5.71854</c:v>
                </c:pt>
                <c:pt idx="20363">
                  <c:v>5.7188400000000001</c:v>
                </c:pt>
                <c:pt idx="20364">
                  <c:v>5.71915</c:v>
                </c:pt>
                <c:pt idx="20365">
                  <c:v>5.7194500000000001</c:v>
                </c:pt>
                <c:pt idx="20366">
                  <c:v>5.71976</c:v>
                </c:pt>
                <c:pt idx="20367">
                  <c:v>5.7200600000000001</c:v>
                </c:pt>
                <c:pt idx="20368">
                  <c:v>5.72037</c:v>
                </c:pt>
                <c:pt idx="20369">
                  <c:v>5.7206700000000001</c:v>
                </c:pt>
                <c:pt idx="20370">
                  <c:v>5.72098</c:v>
                </c:pt>
                <c:pt idx="20371">
                  <c:v>5.7212800000000001</c:v>
                </c:pt>
                <c:pt idx="20372">
                  <c:v>5.72159</c:v>
                </c:pt>
                <c:pt idx="20373">
                  <c:v>5.7218999999999998</c:v>
                </c:pt>
                <c:pt idx="20374">
                  <c:v>5.7222</c:v>
                </c:pt>
                <c:pt idx="20375">
                  <c:v>5.7225099999999998</c:v>
                </c:pt>
                <c:pt idx="20376">
                  <c:v>5.72281</c:v>
                </c:pt>
                <c:pt idx="20377">
                  <c:v>5.7231199999999998</c:v>
                </c:pt>
                <c:pt idx="20378">
                  <c:v>5.72342</c:v>
                </c:pt>
                <c:pt idx="20379">
                  <c:v>5.7237299999999998</c:v>
                </c:pt>
                <c:pt idx="20380">
                  <c:v>5.72403</c:v>
                </c:pt>
                <c:pt idx="20381">
                  <c:v>5.7243399999999998</c:v>
                </c:pt>
                <c:pt idx="20382">
                  <c:v>5.72464</c:v>
                </c:pt>
                <c:pt idx="20383">
                  <c:v>5.7249499999999998</c:v>
                </c:pt>
                <c:pt idx="20384">
                  <c:v>5.72525</c:v>
                </c:pt>
                <c:pt idx="20385">
                  <c:v>5.7255599999999998</c:v>
                </c:pt>
                <c:pt idx="20386">
                  <c:v>5.7258699999999996</c:v>
                </c:pt>
                <c:pt idx="20387">
                  <c:v>5.7261699999999998</c:v>
                </c:pt>
                <c:pt idx="20388">
                  <c:v>5.7264799999999996</c:v>
                </c:pt>
                <c:pt idx="20389">
                  <c:v>5.7267799999999998</c:v>
                </c:pt>
                <c:pt idx="20390">
                  <c:v>5.7270899999999996</c:v>
                </c:pt>
                <c:pt idx="20391">
                  <c:v>5.7273899999999998</c:v>
                </c:pt>
                <c:pt idx="20392">
                  <c:v>5.7276999999999996</c:v>
                </c:pt>
                <c:pt idx="20393">
                  <c:v>5.7279999999999998</c:v>
                </c:pt>
                <c:pt idx="20394">
                  <c:v>5.7283099999999996</c:v>
                </c:pt>
                <c:pt idx="20395">
                  <c:v>5.7286099999999998</c:v>
                </c:pt>
                <c:pt idx="20396">
                  <c:v>5.7289199999999996</c:v>
                </c:pt>
                <c:pt idx="20397">
                  <c:v>5.7292199999999998</c:v>
                </c:pt>
                <c:pt idx="20398">
                  <c:v>5.7295299999999996</c:v>
                </c:pt>
                <c:pt idx="20399">
                  <c:v>5.7298400000000003</c:v>
                </c:pt>
                <c:pt idx="20400">
                  <c:v>5.7301399999999996</c:v>
                </c:pt>
                <c:pt idx="20401">
                  <c:v>5.7304500000000003</c:v>
                </c:pt>
                <c:pt idx="20402">
                  <c:v>5.7307499999999996</c:v>
                </c:pt>
                <c:pt idx="20403">
                  <c:v>5.7310600000000003</c:v>
                </c:pt>
                <c:pt idx="20404">
                  <c:v>5.7313599999999996</c:v>
                </c:pt>
                <c:pt idx="20405">
                  <c:v>5.7316700000000003</c:v>
                </c:pt>
                <c:pt idx="20406">
                  <c:v>5.7319699999999996</c:v>
                </c:pt>
                <c:pt idx="20407">
                  <c:v>5.7322800000000003</c:v>
                </c:pt>
                <c:pt idx="20408">
                  <c:v>5.7325799999999996</c:v>
                </c:pt>
                <c:pt idx="20409">
                  <c:v>5.7328900000000003</c:v>
                </c:pt>
                <c:pt idx="20410">
                  <c:v>5.7331899999999996</c:v>
                </c:pt>
                <c:pt idx="20411">
                  <c:v>5.7335000000000003</c:v>
                </c:pt>
                <c:pt idx="20412">
                  <c:v>5.7338100000000001</c:v>
                </c:pt>
                <c:pt idx="20413">
                  <c:v>5.7341100000000003</c:v>
                </c:pt>
                <c:pt idx="20414">
                  <c:v>5.7344200000000001</c:v>
                </c:pt>
                <c:pt idx="20415">
                  <c:v>5.7347200000000003</c:v>
                </c:pt>
                <c:pt idx="20416">
                  <c:v>5.7350300000000001</c:v>
                </c:pt>
                <c:pt idx="20417">
                  <c:v>5.7353300000000003</c:v>
                </c:pt>
                <c:pt idx="20418">
                  <c:v>5.7356400000000001</c:v>
                </c:pt>
                <c:pt idx="20419">
                  <c:v>5.7359400000000003</c:v>
                </c:pt>
                <c:pt idx="20420">
                  <c:v>5.7362500000000001</c:v>
                </c:pt>
                <c:pt idx="20421">
                  <c:v>5.7365500000000003</c:v>
                </c:pt>
                <c:pt idx="20422">
                  <c:v>5.7368600000000001</c:v>
                </c:pt>
                <c:pt idx="20423">
                  <c:v>5.7371699999999999</c:v>
                </c:pt>
                <c:pt idx="20424">
                  <c:v>5.7374700000000001</c:v>
                </c:pt>
                <c:pt idx="20425">
                  <c:v>5.7377799999999999</c:v>
                </c:pt>
                <c:pt idx="20426">
                  <c:v>5.7380800000000001</c:v>
                </c:pt>
                <c:pt idx="20427">
                  <c:v>5.7383899999999999</c:v>
                </c:pt>
                <c:pt idx="20428">
                  <c:v>5.7386900000000001</c:v>
                </c:pt>
                <c:pt idx="20429">
                  <c:v>5.7389999999999999</c:v>
                </c:pt>
                <c:pt idx="20430">
                  <c:v>5.7393000000000001</c:v>
                </c:pt>
                <c:pt idx="20431">
                  <c:v>5.7396099999999999</c:v>
                </c:pt>
                <c:pt idx="20432">
                  <c:v>5.7399100000000001</c:v>
                </c:pt>
                <c:pt idx="20433">
                  <c:v>5.7402199999999999</c:v>
                </c:pt>
                <c:pt idx="20434">
                  <c:v>5.7405200000000001</c:v>
                </c:pt>
                <c:pt idx="20435">
                  <c:v>5.7408299999999999</c:v>
                </c:pt>
                <c:pt idx="20436">
                  <c:v>5.7411399999999997</c:v>
                </c:pt>
                <c:pt idx="20437">
                  <c:v>5.7414399999999999</c:v>
                </c:pt>
                <c:pt idx="20438">
                  <c:v>5.7417499999999997</c:v>
                </c:pt>
                <c:pt idx="20439">
                  <c:v>5.7420499999999999</c:v>
                </c:pt>
                <c:pt idx="20440">
                  <c:v>5.7423599999999997</c:v>
                </c:pt>
                <c:pt idx="20441">
                  <c:v>5.7426599999999999</c:v>
                </c:pt>
                <c:pt idx="20442">
                  <c:v>5.7429699999999997</c:v>
                </c:pt>
                <c:pt idx="20443">
                  <c:v>5.7432699999999999</c:v>
                </c:pt>
                <c:pt idx="20444">
                  <c:v>5.7435799999999997</c:v>
                </c:pt>
                <c:pt idx="20445">
                  <c:v>5.7438799999999999</c:v>
                </c:pt>
                <c:pt idx="20446">
                  <c:v>5.7441899999999997</c:v>
                </c:pt>
                <c:pt idx="20447">
                  <c:v>5.7444899999999999</c:v>
                </c:pt>
                <c:pt idx="20448">
                  <c:v>5.7447999999999997</c:v>
                </c:pt>
                <c:pt idx="20449">
                  <c:v>5.7451100000000004</c:v>
                </c:pt>
                <c:pt idx="20450">
                  <c:v>5.7454099999999997</c:v>
                </c:pt>
                <c:pt idx="20451">
                  <c:v>5.7457200000000004</c:v>
                </c:pt>
                <c:pt idx="20452">
                  <c:v>5.7460199999999997</c:v>
                </c:pt>
                <c:pt idx="20453">
                  <c:v>5.7463300000000004</c:v>
                </c:pt>
                <c:pt idx="20454">
                  <c:v>5.7466299999999997</c:v>
                </c:pt>
                <c:pt idx="20455">
                  <c:v>5.7469400000000004</c:v>
                </c:pt>
                <c:pt idx="20456">
                  <c:v>5.7472399999999997</c:v>
                </c:pt>
                <c:pt idx="20457">
                  <c:v>5.7475500000000004</c:v>
                </c:pt>
                <c:pt idx="20458">
                  <c:v>5.7478499999999997</c:v>
                </c:pt>
                <c:pt idx="20459">
                  <c:v>5.7481600000000004</c:v>
                </c:pt>
                <c:pt idx="20460">
                  <c:v>5.7484599999999997</c:v>
                </c:pt>
                <c:pt idx="20461">
                  <c:v>5.7487700000000004</c:v>
                </c:pt>
                <c:pt idx="20462">
                  <c:v>5.7490800000000002</c:v>
                </c:pt>
                <c:pt idx="20463">
                  <c:v>5.7493800000000004</c:v>
                </c:pt>
                <c:pt idx="20464">
                  <c:v>5.7496900000000002</c:v>
                </c:pt>
                <c:pt idx="20465">
                  <c:v>5.7499900000000004</c:v>
                </c:pt>
                <c:pt idx="20466">
                  <c:v>5.7503000000000002</c:v>
                </c:pt>
                <c:pt idx="20467">
                  <c:v>5.7506000000000004</c:v>
                </c:pt>
                <c:pt idx="20468">
                  <c:v>5.7509100000000002</c:v>
                </c:pt>
                <c:pt idx="20469">
                  <c:v>5.7512100000000004</c:v>
                </c:pt>
                <c:pt idx="20470">
                  <c:v>5.7515200000000002</c:v>
                </c:pt>
                <c:pt idx="20471">
                  <c:v>5.7518200000000004</c:v>
                </c:pt>
                <c:pt idx="20472">
                  <c:v>5.7521300000000002</c:v>
                </c:pt>
                <c:pt idx="20473">
                  <c:v>5.75244</c:v>
                </c:pt>
                <c:pt idx="20474">
                  <c:v>5.7527400000000002</c:v>
                </c:pt>
                <c:pt idx="20475">
                  <c:v>5.75305</c:v>
                </c:pt>
                <c:pt idx="20476">
                  <c:v>5.7533500000000002</c:v>
                </c:pt>
                <c:pt idx="20477">
                  <c:v>5.75366</c:v>
                </c:pt>
                <c:pt idx="20478">
                  <c:v>5.7539600000000002</c:v>
                </c:pt>
                <c:pt idx="20479">
                  <c:v>5.75427</c:v>
                </c:pt>
                <c:pt idx="20480">
                  <c:v>5.7545700000000002</c:v>
                </c:pt>
                <c:pt idx="20481">
                  <c:v>5.75488</c:v>
                </c:pt>
                <c:pt idx="20482">
                  <c:v>5.7551800000000002</c:v>
                </c:pt>
                <c:pt idx="20483">
                  <c:v>5.75549</c:v>
                </c:pt>
                <c:pt idx="20484">
                  <c:v>5.7557900000000002</c:v>
                </c:pt>
                <c:pt idx="20485">
                  <c:v>5.7561</c:v>
                </c:pt>
                <c:pt idx="20486">
                  <c:v>5.7564099999999998</c:v>
                </c:pt>
                <c:pt idx="20487">
                  <c:v>5.75671</c:v>
                </c:pt>
                <c:pt idx="20488">
                  <c:v>5.7570199999999998</c:v>
                </c:pt>
                <c:pt idx="20489">
                  <c:v>5.75732</c:v>
                </c:pt>
                <c:pt idx="20490">
                  <c:v>5.7576299999999998</c:v>
                </c:pt>
                <c:pt idx="20491">
                  <c:v>5.75793</c:v>
                </c:pt>
                <c:pt idx="20492">
                  <c:v>5.7582399999999998</c:v>
                </c:pt>
                <c:pt idx="20493">
                  <c:v>5.75854</c:v>
                </c:pt>
                <c:pt idx="20494">
                  <c:v>5.7588499999999998</c:v>
                </c:pt>
                <c:pt idx="20495">
                  <c:v>5.75915</c:v>
                </c:pt>
                <c:pt idx="20496">
                  <c:v>5.7594599999999998</c:v>
                </c:pt>
                <c:pt idx="20497">
                  <c:v>5.75976</c:v>
                </c:pt>
                <c:pt idx="20498">
                  <c:v>5.7600699999999998</c:v>
                </c:pt>
                <c:pt idx="20499">
                  <c:v>5.7603799999999996</c:v>
                </c:pt>
                <c:pt idx="20500">
                  <c:v>5.7606799999999998</c:v>
                </c:pt>
                <c:pt idx="20501">
                  <c:v>5.7609899999999996</c:v>
                </c:pt>
                <c:pt idx="20502">
                  <c:v>5.7612899999999998</c:v>
                </c:pt>
                <c:pt idx="20503">
                  <c:v>5.7615999999999996</c:v>
                </c:pt>
                <c:pt idx="20504">
                  <c:v>5.7618999999999998</c:v>
                </c:pt>
                <c:pt idx="20505">
                  <c:v>5.7622099999999996</c:v>
                </c:pt>
                <c:pt idx="20506">
                  <c:v>5.7625099999999998</c:v>
                </c:pt>
                <c:pt idx="20507">
                  <c:v>5.7628199999999996</c:v>
                </c:pt>
                <c:pt idx="20508">
                  <c:v>5.7631199999999998</c:v>
                </c:pt>
                <c:pt idx="20509">
                  <c:v>5.7634299999999996</c:v>
                </c:pt>
                <c:pt idx="20510">
                  <c:v>5.7637299999999998</c:v>
                </c:pt>
                <c:pt idx="20511">
                  <c:v>5.7640399999999996</c:v>
                </c:pt>
                <c:pt idx="20512">
                  <c:v>5.7643500000000003</c:v>
                </c:pt>
                <c:pt idx="20513">
                  <c:v>5.7646499999999996</c:v>
                </c:pt>
                <c:pt idx="20514">
                  <c:v>5.7649600000000003</c:v>
                </c:pt>
                <c:pt idx="20515">
                  <c:v>5.7652599999999996</c:v>
                </c:pt>
                <c:pt idx="20516">
                  <c:v>5.7655700000000003</c:v>
                </c:pt>
                <c:pt idx="20517">
                  <c:v>5.7658699999999996</c:v>
                </c:pt>
                <c:pt idx="20518">
                  <c:v>5.7661800000000003</c:v>
                </c:pt>
                <c:pt idx="20519">
                  <c:v>5.7664799999999996</c:v>
                </c:pt>
                <c:pt idx="20520">
                  <c:v>5.7667900000000003</c:v>
                </c:pt>
                <c:pt idx="20521">
                  <c:v>5.7670899999999996</c:v>
                </c:pt>
                <c:pt idx="20522">
                  <c:v>5.7674000000000003</c:v>
                </c:pt>
                <c:pt idx="20523">
                  <c:v>5.7676999999999996</c:v>
                </c:pt>
                <c:pt idx="20524">
                  <c:v>5.7680100000000003</c:v>
                </c:pt>
                <c:pt idx="20525">
                  <c:v>5.7683200000000001</c:v>
                </c:pt>
                <c:pt idx="20526">
                  <c:v>5.7686200000000003</c:v>
                </c:pt>
                <c:pt idx="20527">
                  <c:v>5.7689300000000001</c:v>
                </c:pt>
                <c:pt idx="20528">
                  <c:v>5.7692300000000003</c:v>
                </c:pt>
                <c:pt idx="20529">
                  <c:v>5.7695400000000001</c:v>
                </c:pt>
                <c:pt idx="20530">
                  <c:v>5.7698400000000003</c:v>
                </c:pt>
                <c:pt idx="20531">
                  <c:v>5.7701500000000001</c:v>
                </c:pt>
                <c:pt idx="20532">
                  <c:v>5.7704500000000003</c:v>
                </c:pt>
                <c:pt idx="20533">
                  <c:v>5.7707600000000001</c:v>
                </c:pt>
                <c:pt idx="20534">
                  <c:v>5.7710600000000003</c:v>
                </c:pt>
                <c:pt idx="20535">
                  <c:v>5.7713700000000001</c:v>
                </c:pt>
                <c:pt idx="20536">
                  <c:v>5.7716799999999999</c:v>
                </c:pt>
                <c:pt idx="20537">
                  <c:v>5.7719800000000001</c:v>
                </c:pt>
                <c:pt idx="20538">
                  <c:v>5.7722899999999999</c:v>
                </c:pt>
                <c:pt idx="20539">
                  <c:v>5.7725900000000001</c:v>
                </c:pt>
                <c:pt idx="20540">
                  <c:v>5.7728999999999999</c:v>
                </c:pt>
                <c:pt idx="20541">
                  <c:v>5.7732000000000001</c:v>
                </c:pt>
                <c:pt idx="20542">
                  <c:v>5.7735099999999999</c:v>
                </c:pt>
                <c:pt idx="20543">
                  <c:v>5.7738100000000001</c:v>
                </c:pt>
                <c:pt idx="20544">
                  <c:v>5.7741199999999999</c:v>
                </c:pt>
                <c:pt idx="20545">
                  <c:v>5.7744200000000001</c:v>
                </c:pt>
                <c:pt idx="20546">
                  <c:v>5.7747299999999999</c:v>
                </c:pt>
                <c:pt idx="20547">
                  <c:v>5.7750300000000001</c:v>
                </c:pt>
                <c:pt idx="20548">
                  <c:v>5.7753399999999999</c:v>
                </c:pt>
                <c:pt idx="20549">
                  <c:v>5.7756499999999997</c:v>
                </c:pt>
                <c:pt idx="20550">
                  <c:v>5.7759499999999999</c:v>
                </c:pt>
                <c:pt idx="20551">
                  <c:v>5.7762599999999997</c:v>
                </c:pt>
                <c:pt idx="20552">
                  <c:v>5.7765599999999999</c:v>
                </c:pt>
                <c:pt idx="20553">
                  <c:v>5.7768699999999997</c:v>
                </c:pt>
                <c:pt idx="20554">
                  <c:v>5.7771699999999999</c:v>
                </c:pt>
                <c:pt idx="20555">
                  <c:v>5.7774799999999997</c:v>
                </c:pt>
                <c:pt idx="20556">
                  <c:v>5.7777799999999999</c:v>
                </c:pt>
                <c:pt idx="20557">
                  <c:v>5.7780899999999997</c:v>
                </c:pt>
                <c:pt idx="20558">
                  <c:v>5.7783899999999999</c:v>
                </c:pt>
                <c:pt idx="20559">
                  <c:v>5.7786999999999997</c:v>
                </c:pt>
                <c:pt idx="20560">
                  <c:v>5.7789999999999999</c:v>
                </c:pt>
                <c:pt idx="20561">
                  <c:v>5.7793099999999997</c:v>
                </c:pt>
                <c:pt idx="20562">
                  <c:v>5.7796200000000004</c:v>
                </c:pt>
                <c:pt idx="20563">
                  <c:v>5.7799199999999997</c:v>
                </c:pt>
                <c:pt idx="20564">
                  <c:v>5.7802300000000004</c:v>
                </c:pt>
                <c:pt idx="20565">
                  <c:v>5.7805299999999997</c:v>
                </c:pt>
                <c:pt idx="20566">
                  <c:v>5.7808400000000004</c:v>
                </c:pt>
                <c:pt idx="20567">
                  <c:v>5.7811399999999997</c:v>
                </c:pt>
                <c:pt idx="20568">
                  <c:v>5.7814500000000004</c:v>
                </c:pt>
                <c:pt idx="20569">
                  <c:v>5.7817499999999997</c:v>
                </c:pt>
                <c:pt idx="20570">
                  <c:v>5.7820600000000004</c:v>
                </c:pt>
                <c:pt idx="20571">
                  <c:v>5.7823599999999997</c:v>
                </c:pt>
                <c:pt idx="20572">
                  <c:v>5.7826700000000004</c:v>
                </c:pt>
                <c:pt idx="20573">
                  <c:v>5.7829699999999997</c:v>
                </c:pt>
                <c:pt idx="20574">
                  <c:v>5.7832800000000004</c:v>
                </c:pt>
                <c:pt idx="20575">
                  <c:v>5.7835900000000002</c:v>
                </c:pt>
                <c:pt idx="20576">
                  <c:v>5.7838900000000004</c:v>
                </c:pt>
                <c:pt idx="20577">
                  <c:v>5.7842000000000002</c:v>
                </c:pt>
                <c:pt idx="20578">
                  <c:v>5.7845000000000004</c:v>
                </c:pt>
                <c:pt idx="20579">
                  <c:v>5.7848100000000002</c:v>
                </c:pt>
                <c:pt idx="20580">
                  <c:v>5.7851100000000004</c:v>
                </c:pt>
                <c:pt idx="20581">
                  <c:v>5.7854200000000002</c:v>
                </c:pt>
                <c:pt idx="20582">
                  <c:v>5.7857200000000004</c:v>
                </c:pt>
                <c:pt idx="20583">
                  <c:v>5.7860300000000002</c:v>
                </c:pt>
                <c:pt idx="20584">
                  <c:v>5.7863300000000004</c:v>
                </c:pt>
                <c:pt idx="20585">
                  <c:v>5.7866400000000002</c:v>
                </c:pt>
                <c:pt idx="20586">
                  <c:v>5.7869400000000004</c:v>
                </c:pt>
                <c:pt idx="20587">
                  <c:v>5.7872500000000002</c:v>
                </c:pt>
                <c:pt idx="20588">
                  <c:v>5.78756</c:v>
                </c:pt>
                <c:pt idx="20589">
                  <c:v>5.7878600000000002</c:v>
                </c:pt>
                <c:pt idx="20590">
                  <c:v>5.78817</c:v>
                </c:pt>
                <c:pt idx="20591">
                  <c:v>5.7884700000000002</c:v>
                </c:pt>
                <c:pt idx="20592">
                  <c:v>5.78878</c:v>
                </c:pt>
                <c:pt idx="20593">
                  <c:v>5.7890800000000002</c:v>
                </c:pt>
                <c:pt idx="20594">
                  <c:v>5.78939</c:v>
                </c:pt>
                <c:pt idx="20595">
                  <c:v>5.7896900000000002</c:v>
                </c:pt>
                <c:pt idx="20596">
                  <c:v>5.79</c:v>
                </c:pt>
                <c:pt idx="20597">
                  <c:v>5.7903000000000002</c:v>
                </c:pt>
                <c:pt idx="20598">
                  <c:v>5.79061</c:v>
                </c:pt>
                <c:pt idx="20599">
                  <c:v>5.7909199999999998</c:v>
                </c:pt>
                <c:pt idx="20600">
                  <c:v>5.79122</c:v>
                </c:pt>
                <c:pt idx="20601">
                  <c:v>5.7915299999999998</c:v>
                </c:pt>
                <c:pt idx="20602">
                  <c:v>5.79183</c:v>
                </c:pt>
                <c:pt idx="20603">
                  <c:v>5.7921399999999998</c:v>
                </c:pt>
                <c:pt idx="20604">
                  <c:v>5.79244</c:v>
                </c:pt>
                <c:pt idx="20605">
                  <c:v>5.7927499999999998</c:v>
                </c:pt>
                <c:pt idx="20606">
                  <c:v>5.79305</c:v>
                </c:pt>
                <c:pt idx="20607">
                  <c:v>5.7933599999999998</c:v>
                </c:pt>
                <c:pt idx="20608">
                  <c:v>5.79366</c:v>
                </c:pt>
                <c:pt idx="20609">
                  <c:v>5.7939699999999998</c:v>
                </c:pt>
                <c:pt idx="20610">
                  <c:v>5.79427</c:v>
                </c:pt>
                <c:pt idx="20611">
                  <c:v>5.7945799999999998</c:v>
                </c:pt>
                <c:pt idx="20612">
                  <c:v>5.7948899999999997</c:v>
                </c:pt>
                <c:pt idx="20613">
                  <c:v>5.7951899999999998</c:v>
                </c:pt>
                <c:pt idx="20614">
                  <c:v>5.7954999999999997</c:v>
                </c:pt>
                <c:pt idx="20615">
                  <c:v>5.7957999999999998</c:v>
                </c:pt>
                <c:pt idx="20616">
                  <c:v>5.7961099999999997</c:v>
                </c:pt>
                <c:pt idx="20617">
                  <c:v>5.7964099999999998</c:v>
                </c:pt>
                <c:pt idx="20618">
                  <c:v>5.7967199999999997</c:v>
                </c:pt>
                <c:pt idx="20619">
                  <c:v>5.7970199999999998</c:v>
                </c:pt>
                <c:pt idx="20620">
                  <c:v>5.7973299999999997</c:v>
                </c:pt>
                <c:pt idx="20621">
                  <c:v>5.7976299999999998</c:v>
                </c:pt>
                <c:pt idx="20622">
                  <c:v>5.7979399999999996</c:v>
                </c:pt>
                <c:pt idx="20623">
                  <c:v>5.7982399999999998</c:v>
                </c:pt>
                <c:pt idx="20624">
                  <c:v>5.7985499999999996</c:v>
                </c:pt>
                <c:pt idx="20625">
                  <c:v>5.7988600000000003</c:v>
                </c:pt>
                <c:pt idx="20626">
                  <c:v>5.7991599999999996</c:v>
                </c:pt>
                <c:pt idx="20627">
                  <c:v>5.7994700000000003</c:v>
                </c:pt>
                <c:pt idx="20628">
                  <c:v>5.7997699999999996</c:v>
                </c:pt>
                <c:pt idx="20629">
                  <c:v>5.8000800000000003</c:v>
                </c:pt>
                <c:pt idx="20630">
                  <c:v>5.8003799999999996</c:v>
                </c:pt>
                <c:pt idx="20631">
                  <c:v>5.8006900000000003</c:v>
                </c:pt>
                <c:pt idx="20632">
                  <c:v>5.8009899999999996</c:v>
                </c:pt>
                <c:pt idx="20633">
                  <c:v>5.8013000000000003</c:v>
                </c:pt>
                <c:pt idx="20634">
                  <c:v>5.8015999999999996</c:v>
                </c:pt>
                <c:pt idx="20635">
                  <c:v>5.8019100000000003</c:v>
                </c:pt>
                <c:pt idx="20636">
                  <c:v>5.8022099999999996</c:v>
                </c:pt>
                <c:pt idx="20637">
                  <c:v>5.8025200000000003</c:v>
                </c:pt>
                <c:pt idx="20638">
                  <c:v>5.8028300000000002</c:v>
                </c:pt>
                <c:pt idx="20639">
                  <c:v>5.8031300000000003</c:v>
                </c:pt>
                <c:pt idx="20640">
                  <c:v>5.8034400000000002</c:v>
                </c:pt>
                <c:pt idx="20641">
                  <c:v>5.8037400000000003</c:v>
                </c:pt>
                <c:pt idx="20642">
                  <c:v>5.8040500000000002</c:v>
                </c:pt>
                <c:pt idx="20643">
                  <c:v>5.8043500000000003</c:v>
                </c:pt>
                <c:pt idx="20644">
                  <c:v>5.8046600000000002</c:v>
                </c:pt>
                <c:pt idx="20645">
                  <c:v>5.8049600000000003</c:v>
                </c:pt>
                <c:pt idx="20646">
                  <c:v>5.8052700000000002</c:v>
                </c:pt>
                <c:pt idx="20647">
                  <c:v>5.8055700000000003</c:v>
                </c:pt>
                <c:pt idx="20648">
                  <c:v>5.8058800000000002</c:v>
                </c:pt>
                <c:pt idx="20649">
                  <c:v>5.8061800000000003</c:v>
                </c:pt>
                <c:pt idx="20650">
                  <c:v>5.8064900000000002</c:v>
                </c:pt>
                <c:pt idx="20651">
                  <c:v>5.8068</c:v>
                </c:pt>
                <c:pt idx="20652">
                  <c:v>5.8071000000000002</c:v>
                </c:pt>
                <c:pt idx="20653">
                  <c:v>5.80741</c:v>
                </c:pt>
                <c:pt idx="20654">
                  <c:v>5.8077100000000002</c:v>
                </c:pt>
                <c:pt idx="20655">
                  <c:v>5.80802</c:v>
                </c:pt>
                <c:pt idx="20656">
                  <c:v>5.8083200000000001</c:v>
                </c:pt>
                <c:pt idx="20657">
                  <c:v>5.80863</c:v>
                </c:pt>
                <c:pt idx="20658">
                  <c:v>5.8089300000000001</c:v>
                </c:pt>
                <c:pt idx="20659">
                  <c:v>5.80924</c:v>
                </c:pt>
                <c:pt idx="20660">
                  <c:v>5.8095400000000001</c:v>
                </c:pt>
                <c:pt idx="20661">
                  <c:v>5.80985</c:v>
                </c:pt>
                <c:pt idx="20662">
                  <c:v>5.8101599999999998</c:v>
                </c:pt>
                <c:pt idx="20663">
                  <c:v>5.81046</c:v>
                </c:pt>
                <c:pt idx="20664">
                  <c:v>5.8107699999999998</c:v>
                </c:pt>
                <c:pt idx="20665">
                  <c:v>5.81107</c:v>
                </c:pt>
                <c:pt idx="20666">
                  <c:v>5.8113799999999998</c:v>
                </c:pt>
                <c:pt idx="20667">
                  <c:v>5.81168</c:v>
                </c:pt>
                <c:pt idx="20668">
                  <c:v>5.8119899999999998</c:v>
                </c:pt>
                <c:pt idx="20669">
                  <c:v>5.81229</c:v>
                </c:pt>
                <c:pt idx="20670">
                  <c:v>5.8125999999999998</c:v>
                </c:pt>
                <c:pt idx="20671">
                  <c:v>5.8129</c:v>
                </c:pt>
                <c:pt idx="20672">
                  <c:v>5.8132099999999998</c:v>
                </c:pt>
                <c:pt idx="20673">
                  <c:v>5.81351</c:v>
                </c:pt>
                <c:pt idx="20674">
                  <c:v>5.8138199999999998</c:v>
                </c:pt>
                <c:pt idx="20675">
                  <c:v>5.8141299999999996</c:v>
                </c:pt>
                <c:pt idx="20676">
                  <c:v>5.8144299999999998</c:v>
                </c:pt>
                <c:pt idx="20677">
                  <c:v>5.8147399999999996</c:v>
                </c:pt>
                <c:pt idx="20678">
                  <c:v>5.8150399999999998</c:v>
                </c:pt>
                <c:pt idx="20679">
                  <c:v>5.8153499999999996</c:v>
                </c:pt>
                <c:pt idx="20680">
                  <c:v>5.8156499999999998</c:v>
                </c:pt>
                <c:pt idx="20681">
                  <c:v>5.8159599999999996</c:v>
                </c:pt>
                <c:pt idx="20682">
                  <c:v>5.8162599999999998</c:v>
                </c:pt>
                <c:pt idx="20683">
                  <c:v>5.8165699999999996</c:v>
                </c:pt>
                <c:pt idx="20684">
                  <c:v>5.8168699999999998</c:v>
                </c:pt>
                <c:pt idx="20685">
                  <c:v>5.8171799999999996</c:v>
                </c:pt>
                <c:pt idx="20686">
                  <c:v>5.8174799999999998</c:v>
                </c:pt>
                <c:pt idx="20687">
                  <c:v>5.8177899999999996</c:v>
                </c:pt>
                <c:pt idx="20688">
                  <c:v>5.8181000000000003</c:v>
                </c:pt>
                <c:pt idx="20689">
                  <c:v>5.8183999999999996</c:v>
                </c:pt>
                <c:pt idx="20690">
                  <c:v>5.8187100000000003</c:v>
                </c:pt>
                <c:pt idx="20691">
                  <c:v>5.8190099999999996</c:v>
                </c:pt>
                <c:pt idx="20692">
                  <c:v>5.8193200000000003</c:v>
                </c:pt>
                <c:pt idx="20693">
                  <c:v>5.8196199999999996</c:v>
                </c:pt>
                <c:pt idx="20694">
                  <c:v>5.8199300000000003</c:v>
                </c:pt>
                <c:pt idx="20695">
                  <c:v>5.8202299999999996</c:v>
                </c:pt>
                <c:pt idx="20696">
                  <c:v>5.8205400000000003</c:v>
                </c:pt>
                <c:pt idx="20697">
                  <c:v>5.8208399999999996</c:v>
                </c:pt>
                <c:pt idx="20698">
                  <c:v>5.8211500000000003</c:v>
                </c:pt>
                <c:pt idx="20699">
                  <c:v>5.8214499999999996</c:v>
                </c:pt>
                <c:pt idx="20700">
                  <c:v>5.8217600000000003</c:v>
                </c:pt>
                <c:pt idx="20701">
                  <c:v>5.8220700000000001</c:v>
                </c:pt>
                <c:pt idx="20702">
                  <c:v>5.8223700000000003</c:v>
                </c:pt>
                <c:pt idx="20703">
                  <c:v>5.8226800000000001</c:v>
                </c:pt>
                <c:pt idx="20704">
                  <c:v>5.8229800000000003</c:v>
                </c:pt>
                <c:pt idx="20705">
                  <c:v>5.8232900000000001</c:v>
                </c:pt>
                <c:pt idx="20706">
                  <c:v>5.8235900000000003</c:v>
                </c:pt>
                <c:pt idx="20707">
                  <c:v>5.8239000000000001</c:v>
                </c:pt>
                <c:pt idx="20708">
                  <c:v>5.8242000000000003</c:v>
                </c:pt>
                <c:pt idx="20709">
                  <c:v>5.8245100000000001</c:v>
                </c:pt>
                <c:pt idx="20710">
                  <c:v>5.8248100000000003</c:v>
                </c:pt>
                <c:pt idx="20711">
                  <c:v>5.8251200000000001</c:v>
                </c:pt>
                <c:pt idx="20712">
                  <c:v>5.8254299999999999</c:v>
                </c:pt>
                <c:pt idx="20713">
                  <c:v>5.8257300000000001</c:v>
                </c:pt>
                <c:pt idx="20714">
                  <c:v>5.8260399999999999</c:v>
                </c:pt>
                <c:pt idx="20715">
                  <c:v>5.8263400000000001</c:v>
                </c:pt>
                <c:pt idx="20716">
                  <c:v>5.8266499999999999</c:v>
                </c:pt>
                <c:pt idx="20717">
                  <c:v>5.8269500000000001</c:v>
                </c:pt>
                <c:pt idx="20718">
                  <c:v>5.8272599999999999</c:v>
                </c:pt>
                <c:pt idx="20719">
                  <c:v>5.8275600000000001</c:v>
                </c:pt>
                <c:pt idx="20720">
                  <c:v>5.8278699999999999</c:v>
                </c:pt>
                <c:pt idx="20721">
                  <c:v>5.8281700000000001</c:v>
                </c:pt>
                <c:pt idx="20722">
                  <c:v>5.8284799999999999</c:v>
                </c:pt>
                <c:pt idx="20723">
                  <c:v>5.8287800000000001</c:v>
                </c:pt>
                <c:pt idx="20724">
                  <c:v>5.8290899999999999</c:v>
                </c:pt>
                <c:pt idx="20725">
                  <c:v>5.8293999999999997</c:v>
                </c:pt>
                <c:pt idx="20726">
                  <c:v>5.8296999999999999</c:v>
                </c:pt>
                <c:pt idx="20727">
                  <c:v>5.8300099999999997</c:v>
                </c:pt>
                <c:pt idx="20728">
                  <c:v>5.8303099999999999</c:v>
                </c:pt>
                <c:pt idx="20729">
                  <c:v>5.8306199999999997</c:v>
                </c:pt>
                <c:pt idx="20730">
                  <c:v>5.8309199999999999</c:v>
                </c:pt>
                <c:pt idx="20731">
                  <c:v>5.8312299999999997</c:v>
                </c:pt>
                <c:pt idx="20732">
                  <c:v>5.8315299999999999</c:v>
                </c:pt>
                <c:pt idx="20733">
                  <c:v>5.8318399999999997</c:v>
                </c:pt>
                <c:pt idx="20734">
                  <c:v>5.8321399999999999</c:v>
                </c:pt>
                <c:pt idx="20735">
                  <c:v>5.8324499999999997</c:v>
                </c:pt>
                <c:pt idx="20736">
                  <c:v>5.8327499999999999</c:v>
                </c:pt>
                <c:pt idx="20737">
                  <c:v>5.8330599999999997</c:v>
                </c:pt>
                <c:pt idx="20738">
                  <c:v>5.8333700000000004</c:v>
                </c:pt>
                <c:pt idx="20739">
                  <c:v>5.8336699999999997</c:v>
                </c:pt>
                <c:pt idx="20740">
                  <c:v>5.8339800000000004</c:v>
                </c:pt>
                <c:pt idx="20741">
                  <c:v>5.8342799999999997</c:v>
                </c:pt>
                <c:pt idx="20742">
                  <c:v>5.8345900000000004</c:v>
                </c:pt>
                <c:pt idx="20743">
                  <c:v>5.8348899999999997</c:v>
                </c:pt>
                <c:pt idx="20744">
                  <c:v>5.8352000000000004</c:v>
                </c:pt>
                <c:pt idx="20745">
                  <c:v>5.8354999999999997</c:v>
                </c:pt>
                <c:pt idx="20746">
                  <c:v>5.8358100000000004</c:v>
                </c:pt>
                <c:pt idx="20747">
                  <c:v>5.8361099999999997</c:v>
                </c:pt>
                <c:pt idx="20748">
                  <c:v>5.8364200000000004</c:v>
                </c:pt>
                <c:pt idx="20749">
                  <c:v>5.8367199999999997</c:v>
                </c:pt>
                <c:pt idx="20750">
                  <c:v>5.8370300000000004</c:v>
                </c:pt>
                <c:pt idx="20751">
                  <c:v>5.8373400000000002</c:v>
                </c:pt>
                <c:pt idx="20752">
                  <c:v>5.8376400000000004</c:v>
                </c:pt>
                <c:pt idx="20753">
                  <c:v>5.8379500000000002</c:v>
                </c:pt>
                <c:pt idx="20754">
                  <c:v>5.8382500000000004</c:v>
                </c:pt>
                <c:pt idx="20755">
                  <c:v>5.8385600000000002</c:v>
                </c:pt>
                <c:pt idx="20756">
                  <c:v>5.8388600000000004</c:v>
                </c:pt>
                <c:pt idx="20757">
                  <c:v>5.8391700000000002</c:v>
                </c:pt>
                <c:pt idx="20758">
                  <c:v>5.8394700000000004</c:v>
                </c:pt>
                <c:pt idx="20759">
                  <c:v>5.8397800000000002</c:v>
                </c:pt>
                <c:pt idx="20760">
                  <c:v>5.8400800000000004</c:v>
                </c:pt>
                <c:pt idx="20761">
                  <c:v>5.8403900000000002</c:v>
                </c:pt>
                <c:pt idx="20762">
                  <c:v>5.8406900000000004</c:v>
                </c:pt>
                <c:pt idx="20763">
                  <c:v>5.8410000000000002</c:v>
                </c:pt>
                <c:pt idx="20764">
                  <c:v>5.84131</c:v>
                </c:pt>
                <c:pt idx="20765">
                  <c:v>5.8416100000000002</c:v>
                </c:pt>
                <c:pt idx="20766">
                  <c:v>5.84192</c:v>
                </c:pt>
                <c:pt idx="20767">
                  <c:v>5.8422200000000002</c:v>
                </c:pt>
                <c:pt idx="20768">
                  <c:v>5.84253</c:v>
                </c:pt>
                <c:pt idx="20769">
                  <c:v>5.8428300000000002</c:v>
                </c:pt>
                <c:pt idx="20770">
                  <c:v>5.84314</c:v>
                </c:pt>
                <c:pt idx="20771">
                  <c:v>5.8434400000000002</c:v>
                </c:pt>
                <c:pt idx="20772">
                  <c:v>5.84375</c:v>
                </c:pt>
                <c:pt idx="20773">
                  <c:v>5.8440500000000002</c:v>
                </c:pt>
                <c:pt idx="20774">
                  <c:v>5.84436</c:v>
                </c:pt>
                <c:pt idx="20775">
                  <c:v>5.8446699999999998</c:v>
                </c:pt>
                <c:pt idx="20776">
                  <c:v>5.84497</c:v>
                </c:pt>
                <c:pt idx="20777">
                  <c:v>5.8452799999999998</c:v>
                </c:pt>
                <c:pt idx="20778">
                  <c:v>5.84558</c:v>
                </c:pt>
                <c:pt idx="20779">
                  <c:v>5.8458899999999998</c:v>
                </c:pt>
                <c:pt idx="20780">
                  <c:v>5.84619</c:v>
                </c:pt>
                <c:pt idx="20781">
                  <c:v>5.8464999999999998</c:v>
                </c:pt>
                <c:pt idx="20782">
                  <c:v>5.8468</c:v>
                </c:pt>
                <c:pt idx="20783">
                  <c:v>5.8471099999999998</c:v>
                </c:pt>
                <c:pt idx="20784">
                  <c:v>5.84741</c:v>
                </c:pt>
                <c:pt idx="20785">
                  <c:v>5.8477199999999998</c:v>
                </c:pt>
                <c:pt idx="20786">
                  <c:v>5.84802</c:v>
                </c:pt>
                <c:pt idx="20787">
                  <c:v>5.8483299999999998</c:v>
                </c:pt>
                <c:pt idx="20788">
                  <c:v>5.8486399999999996</c:v>
                </c:pt>
                <c:pt idx="20789">
                  <c:v>5.8489399999999998</c:v>
                </c:pt>
                <c:pt idx="20790">
                  <c:v>5.8492499999999996</c:v>
                </c:pt>
                <c:pt idx="20791">
                  <c:v>5.8495499999999998</c:v>
                </c:pt>
                <c:pt idx="20792">
                  <c:v>5.8498599999999996</c:v>
                </c:pt>
                <c:pt idx="20793">
                  <c:v>5.8501599999999998</c:v>
                </c:pt>
                <c:pt idx="20794">
                  <c:v>5.8504699999999996</c:v>
                </c:pt>
                <c:pt idx="20795">
                  <c:v>5.8507699999999998</c:v>
                </c:pt>
                <c:pt idx="20796">
                  <c:v>5.8510799999999996</c:v>
                </c:pt>
                <c:pt idx="20797">
                  <c:v>5.8513799999999998</c:v>
                </c:pt>
                <c:pt idx="20798">
                  <c:v>5.8516899999999996</c:v>
                </c:pt>
                <c:pt idx="20799">
                  <c:v>5.8519899999999998</c:v>
                </c:pt>
                <c:pt idx="20800">
                  <c:v>5.8522999999999996</c:v>
                </c:pt>
                <c:pt idx="20801">
                  <c:v>5.8526100000000003</c:v>
                </c:pt>
                <c:pt idx="20802">
                  <c:v>5.8529099999999996</c:v>
                </c:pt>
                <c:pt idx="20803">
                  <c:v>5.8532200000000003</c:v>
                </c:pt>
                <c:pt idx="20804">
                  <c:v>5.8535199999999996</c:v>
                </c:pt>
                <c:pt idx="20805">
                  <c:v>5.8538300000000003</c:v>
                </c:pt>
                <c:pt idx="20806">
                  <c:v>5.8541299999999996</c:v>
                </c:pt>
                <c:pt idx="20807">
                  <c:v>5.8544400000000003</c:v>
                </c:pt>
                <c:pt idx="20808">
                  <c:v>5.8547399999999996</c:v>
                </c:pt>
                <c:pt idx="20809">
                  <c:v>5.8550500000000003</c:v>
                </c:pt>
                <c:pt idx="20810">
                  <c:v>5.8553499999999996</c:v>
                </c:pt>
                <c:pt idx="20811">
                  <c:v>5.8556600000000003</c:v>
                </c:pt>
                <c:pt idx="20812">
                  <c:v>5.8559599999999996</c:v>
                </c:pt>
                <c:pt idx="20813">
                  <c:v>5.8562700000000003</c:v>
                </c:pt>
                <c:pt idx="20814">
                  <c:v>5.8565800000000001</c:v>
                </c:pt>
                <c:pt idx="20815">
                  <c:v>5.8568800000000003</c:v>
                </c:pt>
                <c:pt idx="20816">
                  <c:v>5.8571900000000001</c:v>
                </c:pt>
                <c:pt idx="20817">
                  <c:v>5.8574900000000003</c:v>
                </c:pt>
                <c:pt idx="20818">
                  <c:v>5.8578000000000001</c:v>
                </c:pt>
                <c:pt idx="20819">
                  <c:v>5.8581000000000003</c:v>
                </c:pt>
                <c:pt idx="20820">
                  <c:v>5.8584100000000001</c:v>
                </c:pt>
                <c:pt idx="20821">
                  <c:v>5.8587100000000003</c:v>
                </c:pt>
                <c:pt idx="20822">
                  <c:v>5.8590200000000001</c:v>
                </c:pt>
                <c:pt idx="20823">
                  <c:v>5.8593200000000003</c:v>
                </c:pt>
                <c:pt idx="20824">
                  <c:v>5.8596300000000001</c:v>
                </c:pt>
                <c:pt idx="20825">
                  <c:v>5.8599300000000003</c:v>
                </c:pt>
                <c:pt idx="20826">
                  <c:v>5.8602400000000001</c:v>
                </c:pt>
                <c:pt idx="20827">
                  <c:v>5.8605499999999999</c:v>
                </c:pt>
                <c:pt idx="20828">
                  <c:v>5.8608500000000001</c:v>
                </c:pt>
                <c:pt idx="20829">
                  <c:v>5.8611599999999999</c:v>
                </c:pt>
                <c:pt idx="20830">
                  <c:v>5.8614600000000001</c:v>
                </c:pt>
                <c:pt idx="20831">
                  <c:v>5.8617699999999999</c:v>
                </c:pt>
                <c:pt idx="20832">
                  <c:v>5.8620700000000001</c:v>
                </c:pt>
                <c:pt idx="20833">
                  <c:v>5.8623799999999999</c:v>
                </c:pt>
                <c:pt idx="20834">
                  <c:v>5.8626800000000001</c:v>
                </c:pt>
                <c:pt idx="20835">
                  <c:v>5.8629899999999999</c:v>
                </c:pt>
                <c:pt idx="20836">
                  <c:v>5.8632900000000001</c:v>
                </c:pt>
                <c:pt idx="20837">
                  <c:v>5.8635999999999999</c:v>
                </c:pt>
                <c:pt idx="20838">
                  <c:v>5.8639099999999997</c:v>
                </c:pt>
                <c:pt idx="20839">
                  <c:v>5.8642099999999999</c:v>
                </c:pt>
                <c:pt idx="20840">
                  <c:v>5.8645199999999997</c:v>
                </c:pt>
                <c:pt idx="20841">
                  <c:v>5.8648199999999999</c:v>
                </c:pt>
                <c:pt idx="20842">
                  <c:v>5.8651299999999997</c:v>
                </c:pt>
                <c:pt idx="20843">
                  <c:v>5.8654299999999999</c:v>
                </c:pt>
                <c:pt idx="20844">
                  <c:v>5.8657399999999997</c:v>
                </c:pt>
                <c:pt idx="20845">
                  <c:v>5.8660399999999999</c:v>
                </c:pt>
                <c:pt idx="20846">
                  <c:v>5.8663499999999997</c:v>
                </c:pt>
                <c:pt idx="20847">
                  <c:v>5.8666499999999999</c:v>
                </c:pt>
                <c:pt idx="20848">
                  <c:v>5.8669599999999997</c:v>
                </c:pt>
                <c:pt idx="20849">
                  <c:v>5.8672599999999999</c:v>
                </c:pt>
                <c:pt idx="20850">
                  <c:v>5.8675699999999997</c:v>
                </c:pt>
                <c:pt idx="20851">
                  <c:v>5.8678800000000004</c:v>
                </c:pt>
                <c:pt idx="20852">
                  <c:v>5.8681799999999997</c:v>
                </c:pt>
                <c:pt idx="20853">
                  <c:v>5.8684900000000004</c:v>
                </c:pt>
                <c:pt idx="20854">
                  <c:v>5.8687899999999997</c:v>
                </c:pt>
                <c:pt idx="20855">
                  <c:v>5.8691000000000004</c:v>
                </c:pt>
                <c:pt idx="20856">
                  <c:v>5.8693999999999997</c:v>
                </c:pt>
                <c:pt idx="20857">
                  <c:v>5.8697100000000004</c:v>
                </c:pt>
                <c:pt idx="20858">
                  <c:v>5.8700099999999997</c:v>
                </c:pt>
                <c:pt idx="20859">
                  <c:v>5.8703200000000004</c:v>
                </c:pt>
                <c:pt idx="20860">
                  <c:v>5.8706199999999997</c:v>
                </c:pt>
                <c:pt idx="20861">
                  <c:v>5.8709300000000004</c:v>
                </c:pt>
                <c:pt idx="20862">
                  <c:v>5.8712299999999997</c:v>
                </c:pt>
                <c:pt idx="20863">
                  <c:v>5.8715400000000004</c:v>
                </c:pt>
                <c:pt idx="20864">
                  <c:v>5.8718500000000002</c:v>
                </c:pt>
                <c:pt idx="20865">
                  <c:v>5.8721500000000004</c:v>
                </c:pt>
                <c:pt idx="20866">
                  <c:v>5.8724600000000002</c:v>
                </c:pt>
                <c:pt idx="20867">
                  <c:v>5.8727600000000004</c:v>
                </c:pt>
                <c:pt idx="20868">
                  <c:v>5.8730700000000002</c:v>
                </c:pt>
                <c:pt idx="20869">
                  <c:v>5.8733700000000004</c:v>
                </c:pt>
                <c:pt idx="20870">
                  <c:v>5.8736800000000002</c:v>
                </c:pt>
                <c:pt idx="20871">
                  <c:v>5.8739800000000004</c:v>
                </c:pt>
                <c:pt idx="20872">
                  <c:v>5.8742900000000002</c:v>
                </c:pt>
                <c:pt idx="20873">
                  <c:v>5.8745900000000004</c:v>
                </c:pt>
                <c:pt idx="20874">
                  <c:v>5.8749000000000002</c:v>
                </c:pt>
                <c:pt idx="20875">
                  <c:v>5.8752000000000004</c:v>
                </c:pt>
                <c:pt idx="20876">
                  <c:v>5.8755100000000002</c:v>
                </c:pt>
                <c:pt idx="20877">
                  <c:v>5.87582</c:v>
                </c:pt>
                <c:pt idx="20878">
                  <c:v>5.8761200000000002</c:v>
                </c:pt>
                <c:pt idx="20879">
                  <c:v>5.87643</c:v>
                </c:pt>
                <c:pt idx="20880">
                  <c:v>5.8767300000000002</c:v>
                </c:pt>
                <c:pt idx="20881">
                  <c:v>5.87704</c:v>
                </c:pt>
                <c:pt idx="20882">
                  <c:v>5.8773400000000002</c:v>
                </c:pt>
                <c:pt idx="20883">
                  <c:v>5.87765</c:v>
                </c:pt>
                <c:pt idx="20884">
                  <c:v>5.8779500000000002</c:v>
                </c:pt>
                <c:pt idx="20885">
                  <c:v>5.87826</c:v>
                </c:pt>
                <c:pt idx="20886">
                  <c:v>5.8785600000000002</c:v>
                </c:pt>
                <c:pt idx="20887">
                  <c:v>5.87887</c:v>
                </c:pt>
                <c:pt idx="20888">
                  <c:v>5.8791799999999999</c:v>
                </c:pt>
                <c:pt idx="20889">
                  <c:v>5.87948</c:v>
                </c:pt>
                <c:pt idx="20890">
                  <c:v>5.8797899999999998</c:v>
                </c:pt>
                <c:pt idx="20891">
                  <c:v>5.88009</c:v>
                </c:pt>
                <c:pt idx="20892">
                  <c:v>5.8803999999999998</c:v>
                </c:pt>
                <c:pt idx="20893">
                  <c:v>5.8807</c:v>
                </c:pt>
                <c:pt idx="20894">
                  <c:v>5.8810099999999998</c:v>
                </c:pt>
                <c:pt idx="20895">
                  <c:v>5.88131</c:v>
                </c:pt>
                <c:pt idx="20896">
                  <c:v>5.8816199999999998</c:v>
                </c:pt>
                <c:pt idx="20897">
                  <c:v>5.88192</c:v>
                </c:pt>
                <c:pt idx="20898">
                  <c:v>5.8822299999999998</c:v>
                </c:pt>
                <c:pt idx="20899">
                  <c:v>5.88253</c:v>
                </c:pt>
                <c:pt idx="20900">
                  <c:v>5.8828399999999998</c:v>
                </c:pt>
                <c:pt idx="20901">
                  <c:v>5.8831499999999997</c:v>
                </c:pt>
                <c:pt idx="20902">
                  <c:v>5.8834499999999998</c:v>
                </c:pt>
                <c:pt idx="20903">
                  <c:v>5.8837599999999997</c:v>
                </c:pt>
                <c:pt idx="20904">
                  <c:v>5.8840599999999998</c:v>
                </c:pt>
                <c:pt idx="20905">
                  <c:v>5.8843699999999997</c:v>
                </c:pt>
                <c:pt idx="20906">
                  <c:v>5.8846699999999998</c:v>
                </c:pt>
                <c:pt idx="20907">
                  <c:v>5.8849799999999997</c:v>
                </c:pt>
                <c:pt idx="20908">
                  <c:v>5.8852799999999998</c:v>
                </c:pt>
                <c:pt idx="20909">
                  <c:v>5.8855899999999997</c:v>
                </c:pt>
                <c:pt idx="20910">
                  <c:v>5.8858899999999998</c:v>
                </c:pt>
                <c:pt idx="20911">
                  <c:v>5.8861999999999997</c:v>
                </c:pt>
                <c:pt idx="20912">
                  <c:v>5.8864999999999998</c:v>
                </c:pt>
                <c:pt idx="20913">
                  <c:v>5.8868099999999997</c:v>
                </c:pt>
                <c:pt idx="20914">
                  <c:v>5.8871200000000004</c:v>
                </c:pt>
                <c:pt idx="20915">
                  <c:v>5.8874199999999997</c:v>
                </c:pt>
                <c:pt idx="20916">
                  <c:v>5.8877300000000004</c:v>
                </c:pt>
                <c:pt idx="20917">
                  <c:v>5.8880299999999997</c:v>
                </c:pt>
                <c:pt idx="20918">
                  <c:v>5.8883400000000004</c:v>
                </c:pt>
                <c:pt idx="20919">
                  <c:v>5.8886399999999997</c:v>
                </c:pt>
                <c:pt idx="20920">
                  <c:v>5.8889500000000004</c:v>
                </c:pt>
                <c:pt idx="20921">
                  <c:v>5.8892499999999997</c:v>
                </c:pt>
                <c:pt idx="20922">
                  <c:v>5.8895600000000004</c:v>
                </c:pt>
                <c:pt idx="20923">
                  <c:v>5.8898599999999997</c:v>
                </c:pt>
                <c:pt idx="20924">
                  <c:v>5.8901700000000003</c:v>
                </c:pt>
                <c:pt idx="20925">
                  <c:v>5.8904699999999997</c:v>
                </c:pt>
                <c:pt idx="20926">
                  <c:v>5.8907800000000003</c:v>
                </c:pt>
                <c:pt idx="20927">
                  <c:v>5.8910900000000002</c:v>
                </c:pt>
                <c:pt idx="20928">
                  <c:v>5.8913900000000003</c:v>
                </c:pt>
                <c:pt idx="20929">
                  <c:v>5.8917000000000002</c:v>
                </c:pt>
                <c:pt idx="20930">
                  <c:v>5.8920000000000003</c:v>
                </c:pt>
                <c:pt idx="20931">
                  <c:v>5.8923100000000002</c:v>
                </c:pt>
                <c:pt idx="20932">
                  <c:v>5.8926100000000003</c:v>
                </c:pt>
                <c:pt idx="20933">
                  <c:v>5.8929200000000002</c:v>
                </c:pt>
                <c:pt idx="20934">
                  <c:v>5.8932200000000003</c:v>
                </c:pt>
                <c:pt idx="20935">
                  <c:v>5.8935300000000002</c:v>
                </c:pt>
                <c:pt idx="20936">
                  <c:v>5.8938300000000003</c:v>
                </c:pt>
                <c:pt idx="20937">
                  <c:v>5.8941400000000002</c:v>
                </c:pt>
                <c:pt idx="20938">
                  <c:v>5.8944400000000003</c:v>
                </c:pt>
                <c:pt idx="20939">
                  <c:v>5.8947500000000002</c:v>
                </c:pt>
                <c:pt idx="20940">
                  <c:v>5.89506</c:v>
                </c:pt>
                <c:pt idx="20941">
                  <c:v>5.8953600000000002</c:v>
                </c:pt>
                <c:pt idx="20942">
                  <c:v>5.89567</c:v>
                </c:pt>
                <c:pt idx="20943">
                  <c:v>5.8959700000000002</c:v>
                </c:pt>
                <c:pt idx="20944">
                  <c:v>5.89628</c:v>
                </c:pt>
                <c:pt idx="20945">
                  <c:v>5.8965800000000002</c:v>
                </c:pt>
                <c:pt idx="20946">
                  <c:v>5.89689</c:v>
                </c:pt>
                <c:pt idx="20947">
                  <c:v>5.8971900000000002</c:v>
                </c:pt>
                <c:pt idx="20948">
                  <c:v>5.8975</c:v>
                </c:pt>
                <c:pt idx="20949">
                  <c:v>5.8978000000000002</c:v>
                </c:pt>
                <c:pt idx="20950">
                  <c:v>5.89811</c:v>
                </c:pt>
                <c:pt idx="20951">
                  <c:v>5.8984199999999998</c:v>
                </c:pt>
                <c:pt idx="20952">
                  <c:v>5.89872</c:v>
                </c:pt>
                <c:pt idx="20953">
                  <c:v>5.8990299999999998</c:v>
                </c:pt>
                <c:pt idx="20954">
                  <c:v>5.89933</c:v>
                </c:pt>
                <c:pt idx="20955">
                  <c:v>5.8996399999999998</c:v>
                </c:pt>
                <c:pt idx="20956">
                  <c:v>5.89994</c:v>
                </c:pt>
                <c:pt idx="20957">
                  <c:v>5.9002499999999998</c:v>
                </c:pt>
                <c:pt idx="20958">
                  <c:v>5.90055</c:v>
                </c:pt>
                <c:pt idx="20959">
                  <c:v>5.9008599999999998</c:v>
                </c:pt>
                <c:pt idx="20960">
                  <c:v>5.90116</c:v>
                </c:pt>
                <c:pt idx="20961">
                  <c:v>5.9014699999999998</c:v>
                </c:pt>
                <c:pt idx="20962">
                  <c:v>5.90177</c:v>
                </c:pt>
                <c:pt idx="20963">
                  <c:v>5.9020799999999998</c:v>
                </c:pt>
                <c:pt idx="20964">
                  <c:v>5.9023899999999996</c:v>
                </c:pt>
                <c:pt idx="20965">
                  <c:v>5.9026899999999998</c:v>
                </c:pt>
                <c:pt idx="20966">
                  <c:v>5.9029999999999996</c:v>
                </c:pt>
                <c:pt idx="20967">
                  <c:v>5.9032999999999998</c:v>
                </c:pt>
                <c:pt idx="20968">
                  <c:v>5.9036099999999996</c:v>
                </c:pt>
                <c:pt idx="20969">
                  <c:v>5.9039099999999998</c:v>
                </c:pt>
                <c:pt idx="20970">
                  <c:v>5.9042199999999996</c:v>
                </c:pt>
                <c:pt idx="20971">
                  <c:v>5.9045199999999998</c:v>
                </c:pt>
                <c:pt idx="20972">
                  <c:v>5.9048299999999996</c:v>
                </c:pt>
                <c:pt idx="20973">
                  <c:v>5.9051299999999998</c:v>
                </c:pt>
                <c:pt idx="20974">
                  <c:v>5.9054399999999996</c:v>
                </c:pt>
                <c:pt idx="20975">
                  <c:v>5.9057399999999998</c:v>
                </c:pt>
                <c:pt idx="20976">
                  <c:v>5.9060499999999996</c:v>
                </c:pt>
                <c:pt idx="20977">
                  <c:v>5.9063600000000003</c:v>
                </c:pt>
                <c:pt idx="20978">
                  <c:v>5.9066599999999996</c:v>
                </c:pt>
                <c:pt idx="20979">
                  <c:v>5.9069700000000003</c:v>
                </c:pt>
                <c:pt idx="20980">
                  <c:v>5.9072699999999996</c:v>
                </c:pt>
                <c:pt idx="20981">
                  <c:v>5.9075800000000003</c:v>
                </c:pt>
                <c:pt idx="20982">
                  <c:v>5.9078799999999996</c:v>
                </c:pt>
                <c:pt idx="20983">
                  <c:v>5.9081900000000003</c:v>
                </c:pt>
                <c:pt idx="20984">
                  <c:v>5.9084899999999996</c:v>
                </c:pt>
                <c:pt idx="20985">
                  <c:v>5.9088000000000003</c:v>
                </c:pt>
                <c:pt idx="20986">
                  <c:v>5.9090999999999996</c:v>
                </c:pt>
                <c:pt idx="20987">
                  <c:v>5.9094100000000003</c:v>
                </c:pt>
                <c:pt idx="20988">
                  <c:v>5.9097099999999996</c:v>
                </c:pt>
                <c:pt idx="20989">
                  <c:v>5.9100200000000003</c:v>
                </c:pt>
                <c:pt idx="20990">
                  <c:v>5.9103300000000001</c:v>
                </c:pt>
                <c:pt idx="20991">
                  <c:v>5.9106300000000003</c:v>
                </c:pt>
                <c:pt idx="20992">
                  <c:v>5.9109400000000001</c:v>
                </c:pt>
                <c:pt idx="20993">
                  <c:v>5.9112400000000003</c:v>
                </c:pt>
                <c:pt idx="20994">
                  <c:v>5.9115500000000001</c:v>
                </c:pt>
                <c:pt idx="20995">
                  <c:v>5.9118500000000003</c:v>
                </c:pt>
                <c:pt idx="20996">
                  <c:v>5.9121600000000001</c:v>
                </c:pt>
                <c:pt idx="20997">
                  <c:v>5.9124600000000003</c:v>
                </c:pt>
                <c:pt idx="20998">
                  <c:v>5.9127700000000001</c:v>
                </c:pt>
                <c:pt idx="20999">
                  <c:v>5.9130700000000003</c:v>
                </c:pt>
                <c:pt idx="21000">
                  <c:v>5.9133800000000001</c:v>
                </c:pt>
                <c:pt idx="21001">
                  <c:v>5.9136800000000003</c:v>
                </c:pt>
                <c:pt idx="21002">
                  <c:v>5.9139900000000001</c:v>
                </c:pt>
                <c:pt idx="21003">
                  <c:v>5.9142999999999999</c:v>
                </c:pt>
                <c:pt idx="21004">
                  <c:v>5.9146000000000001</c:v>
                </c:pt>
                <c:pt idx="21005">
                  <c:v>5.9149099999999999</c:v>
                </c:pt>
                <c:pt idx="21006">
                  <c:v>5.9152100000000001</c:v>
                </c:pt>
                <c:pt idx="21007">
                  <c:v>5.9155199999999999</c:v>
                </c:pt>
                <c:pt idx="21008">
                  <c:v>5.9158200000000001</c:v>
                </c:pt>
                <c:pt idx="21009">
                  <c:v>5.9161299999999999</c:v>
                </c:pt>
                <c:pt idx="21010">
                  <c:v>5.9164300000000001</c:v>
                </c:pt>
                <c:pt idx="21011">
                  <c:v>5.9167399999999999</c:v>
                </c:pt>
                <c:pt idx="21012">
                  <c:v>5.9170400000000001</c:v>
                </c:pt>
                <c:pt idx="21013">
                  <c:v>5.9173499999999999</c:v>
                </c:pt>
                <c:pt idx="21014">
                  <c:v>5.9176599999999997</c:v>
                </c:pt>
                <c:pt idx="21015">
                  <c:v>5.9179599999999999</c:v>
                </c:pt>
                <c:pt idx="21016">
                  <c:v>5.9182699999999997</c:v>
                </c:pt>
                <c:pt idx="21017">
                  <c:v>5.9185699999999999</c:v>
                </c:pt>
                <c:pt idx="21018">
                  <c:v>5.9188799999999997</c:v>
                </c:pt>
                <c:pt idx="21019">
                  <c:v>5.9191799999999999</c:v>
                </c:pt>
                <c:pt idx="21020">
                  <c:v>5.9194899999999997</c:v>
                </c:pt>
                <c:pt idx="21021">
                  <c:v>5.9197899999999999</c:v>
                </c:pt>
                <c:pt idx="21022">
                  <c:v>5.9200999999999997</c:v>
                </c:pt>
                <c:pt idx="21023">
                  <c:v>5.9203999999999999</c:v>
                </c:pt>
                <c:pt idx="21024">
                  <c:v>5.9207099999999997</c:v>
                </c:pt>
                <c:pt idx="21025">
                  <c:v>5.9210099999999999</c:v>
                </c:pt>
                <c:pt idx="21026">
                  <c:v>5.9213199999999997</c:v>
                </c:pt>
                <c:pt idx="21027">
                  <c:v>5.9216300000000004</c:v>
                </c:pt>
                <c:pt idx="21028">
                  <c:v>5.9219299999999997</c:v>
                </c:pt>
                <c:pt idx="21029">
                  <c:v>5.9222400000000004</c:v>
                </c:pt>
                <c:pt idx="21030">
                  <c:v>5.9225399999999997</c:v>
                </c:pt>
                <c:pt idx="21031">
                  <c:v>5.9228500000000004</c:v>
                </c:pt>
                <c:pt idx="21032">
                  <c:v>5.9231499999999997</c:v>
                </c:pt>
                <c:pt idx="21033">
                  <c:v>5.9234600000000004</c:v>
                </c:pt>
                <c:pt idx="21034">
                  <c:v>5.9237599999999997</c:v>
                </c:pt>
                <c:pt idx="21035">
                  <c:v>5.9240700000000004</c:v>
                </c:pt>
                <c:pt idx="21036">
                  <c:v>5.9243699999999997</c:v>
                </c:pt>
                <c:pt idx="21037">
                  <c:v>5.9246800000000004</c:v>
                </c:pt>
                <c:pt idx="21038">
                  <c:v>5.9249799999999997</c:v>
                </c:pt>
                <c:pt idx="21039">
                  <c:v>5.9252900000000004</c:v>
                </c:pt>
                <c:pt idx="21040">
                  <c:v>5.9256000000000002</c:v>
                </c:pt>
                <c:pt idx="21041">
                  <c:v>5.9259000000000004</c:v>
                </c:pt>
                <c:pt idx="21042">
                  <c:v>5.9262100000000002</c:v>
                </c:pt>
                <c:pt idx="21043">
                  <c:v>5.9265100000000004</c:v>
                </c:pt>
                <c:pt idx="21044">
                  <c:v>5.9268200000000002</c:v>
                </c:pt>
                <c:pt idx="21045">
                  <c:v>5.9271200000000004</c:v>
                </c:pt>
                <c:pt idx="21046">
                  <c:v>5.9274300000000002</c:v>
                </c:pt>
                <c:pt idx="21047">
                  <c:v>5.9277300000000004</c:v>
                </c:pt>
                <c:pt idx="21048">
                  <c:v>5.9280400000000002</c:v>
                </c:pt>
                <c:pt idx="21049">
                  <c:v>5.9283400000000004</c:v>
                </c:pt>
                <c:pt idx="21050">
                  <c:v>5.9286500000000002</c:v>
                </c:pt>
                <c:pt idx="21051">
                  <c:v>5.9289500000000004</c:v>
                </c:pt>
                <c:pt idx="21052">
                  <c:v>5.9292600000000002</c:v>
                </c:pt>
                <c:pt idx="21053">
                  <c:v>5.92957</c:v>
                </c:pt>
                <c:pt idx="21054">
                  <c:v>5.9298700000000002</c:v>
                </c:pt>
                <c:pt idx="21055">
                  <c:v>5.93018</c:v>
                </c:pt>
                <c:pt idx="21056">
                  <c:v>5.9304800000000002</c:v>
                </c:pt>
                <c:pt idx="21057">
                  <c:v>5.93079</c:v>
                </c:pt>
                <c:pt idx="21058">
                  <c:v>5.9310900000000002</c:v>
                </c:pt>
                <c:pt idx="21059">
                  <c:v>5.9314</c:v>
                </c:pt>
                <c:pt idx="21060">
                  <c:v>5.9317000000000002</c:v>
                </c:pt>
                <c:pt idx="21061">
                  <c:v>5.93201</c:v>
                </c:pt>
                <c:pt idx="21062">
                  <c:v>5.9323100000000002</c:v>
                </c:pt>
                <c:pt idx="21063">
                  <c:v>5.93262</c:v>
                </c:pt>
                <c:pt idx="21064">
                  <c:v>5.9329299999999998</c:v>
                </c:pt>
                <c:pt idx="21065">
                  <c:v>5.93323</c:v>
                </c:pt>
                <c:pt idx="21066">
                  <c:v>5.9335399999999998</c:v>
                </c:pt>
                <c:pt idx="21067">
                  <c:v>5.93384</c:v>
                </c:pt>
                <c:pt idx="21068">
                  <c:v>5.9341499999999998</c:v>
                </c:pt>
                <c:pt idx="21069">
                  <c:v>5.93445</c:v>
                </c:pt>
                <c:pt idx="21070">
                  <c:v>5.9347599999999998</c:v>
                </c:pt>
                <c:pt idx="21071">
                  <c:v>5.93506</c:v>
                </c:pt>
                <c:pt idx="21072">
                  <c:v>5.9353699999999998</c:v>
                </c:pt>
                <c:pt idx="21073">
                  <c:v>5.93567</c:v>
                </c:pt>
                <c:pt idx="21074">
                  <c:v>5.9359799999999998</c:v>
                </c:pt>
                <c:pt idx="21075">
                  <c:v>5.93628</c:v>
                </c:pt>
                <c:pt idx="21076">
                  <c:v>5.9365899999999998</c:v>
                </c:pt>
                <c:pt idx="21077">
                  <c:v>5.9368999999999996</c:v>
                </c:pt>
                <c:pt idx="21078">
                  <c:v>5.9371999999999998</c:v>
                </c:pt>
                <c:pt idx="21079">
                  <c:v>5.9375099999999996</c:v>
                </c:pt>
                <c:pt idx="21080">
                  <c:v>5.9378099999999998</c:v>
                </c:pt>
                <c:pt idx="21081">
                  <c:v>5.9381199999999996</c:v>
                </c:pt>
                <c:pt idx="21082">
                  <c:v>5.9384199999999998</c:v>
                </c:pt>
                <c:pt idx="21083">
                  <c:v>5.9387299999999996</c:v>
                </c:pt>
                <c:pt idx="21084">
                  <c:v>5.9390299999999998</c:v>
                </c:pt>
                <c:pt idx="21085">
                  <c:v>5.9393399999999996</c:v>
                </c:pt>
                <c:pt idx="21086">
                  <c:v>5.9396399999999998</c:v>
                </c:pt>
                <c:pt idx="21087">
                  <c:v>5.9399499999999996</c:v>
                </c:pt>
                <c:pt idx="21088">
                  <c:v>5.9402499999999998</c:v>
                </c:pt>
                <c:pt idx="21089">
                  <c:v>5.9405599999999996</c:v>
                </c:pt>
                <c:pt idx="21090">
                  <c:v>5.9408700000000003</c:v>
                </c:pt>
                <c:pt idx="21091">
                  <c:v>5.9411699999999996</c:v>
                </c:pt>
                <c:pt idx="21092">
                  <c:v>5.9414800000000003</c:v>
                </c:pt>
                <c:pt idx="21093">
                  <c:v>5.9417799999999996</c:v>
                </c:pt>
                <c:pt idx="21094">
                  <c:v>5.9420900000000003</c:v>
                </c:pt>
                <c:pt idx="21095">
                  <c:v>5.9423899999999996</c:v>
                </c:pt>
                <c:pt idx="21096">
                  <c:v>5.9427000000000003</c:v>
                </c:pt>
                <c:pt idx="21097">
                  <c:v>5.9429999999999996</c:v>
                </c:pt>
                <c:pt idx="21098">
                  <c:v>5.9433100000000003</c:v>
                </c:pt>
                <c:pt idx="21099">
                  <c:v>5.9436099999999996</c:v>
                </c:pt>
                <c:pt idx="21100">
                  <c:v>5.9439200000000003</c:v>
                </c:pt>
                <c:pt idx="21101">
                  <c:v>5.9442199999999996</c:v>
                </c:pt>
                <c:pt idx="21102">
                  <c:v>5.9445300000000003</c:v>
                </c:pt>
                <c:pt idx="21103">
                  <c:v>5.9448400000000001</c:v>
                </c:pt>
                <c:pt idx="21104">
                  <c:v>5.9451400000000003</c:v>
                </c:pt>
                <c:pt idx="21105">
                  <c:v>5.9454500000000001</c:v>
                </c:pt>
                <c:pt idx="21106">
                  <c:v>5.9457500000000003</c:v>
                </c:pt>
                <c:pt idx="21107">
                  <c:v>5.9460600000000001</c:v>
                </c:pt>
                <c:pt idx="21108">
                  <c:v>5.9463600000000003</c:v>
                </c:pt>
                <c:pt idx="21109">
                  <c:v>5.9466700000000001</c:v>
                </c:pt>
                <c:pt idx="21110">
                  <c:v>5.9469700000000003</c:v>
                </c:pt>
                <c:pt idx="21111">
                  <c:v>5.9472800000000001</c:v>
                </c:pt>
                <c:pt idx="21112">
                  <c:v>5.9475800000000003</c:v>
                </c:pt>
                <c:pt idx="21113">
                  <c:v>5.9478900000000001</c:v>
                </c:pt>
                <c:pt idx="21114">
                  <c:v>5.9481900000000003</c:v>
                </c:pt>
                <c:pt idx="21115">
                  <c:v>5.9485000000000001</c:v>
                </c:pt>
                <c:pt idx="21116">
                  <c:v>5.9488099999999999</c:v>
                </c:pt>
                <c:pt idx="21117">
                  <c:v>5.9491100000000001</c:v>
                </c:pt>
                <c:pt idx="21118">
                  <c:v>5.9494199999999999</c:v>
                </c:pt>
                <c:pt idx="21119">
                  <c:v>5.9497200000000001</c:v>
                </c:pt>
                <c:pt idx="21120">
                  <c:v>5.9500299999999999</c:v>
                </c:pt>
                <c:pt idx="21121">
                  <c:v>5.9503300000000001</c:v>
                </c:pt>
                <c:pt idx="21122">
                  <c:v>5.9506399999999999</c:v>
                </c:pt>
                <c:pt idx="21123">
                  <c:v>5.9509400000000001</c:v>
                </c:pt>
                <c:pt idx="21124">
                  <c:v>5.9512499999999999</c:v>
                </c:pt>
                <c:pt idx="21125">
                  <c:v>5.9515500000000001</c:v>
                </c:pt>
                <c:pt idx="21126">
                  <c:v>5.9518599999999999</c:v>
                </c:pt>
                <c:pt idx="21127">
                  <c:v>5.9521699999999997</c:v>
                </c:pt>
                <c:pt idx="21128">
                  <c:v>5.9524699999999999</c:v>
                </c:pt>
                <c:pt idx="21129">
                  <c:v>5.9527799999999997</c:v>
                </c:pt>
                <c:pt idx="21130">
                  <c:v>5.9530799999999999</c:v>
                </c:pt>
                <c:pt idx="21131">
                  <c:v>5.9533899999999997</c:v>
                </c:pt>
                <c:pt idx="21132">
                  <c:v>5.9536899999999999</c:v>
                </c:pt>
                <c:pt idx="21133">
                  <c:v>5.9539999999999997</c:v>
                </c:pt>
                <c:pt idx="21134">
                  <c:v>5.9542999999999999</c:v>
                </c:pt>
                <c:pt idx="21135">
                  <c:v>5.9546099999999997</c:v>
                </c:pt>
                <c:pt idx="21136">
                  <c:v>5.9549099999999999</c:v>
                </c:pt>
                <c:pt idx="21137">
                  <c:v>5.9552199999999997</c:v>
                </c:pt>
                <c:pt idx="21138">
                  <c:v>5.9555199999999999</c:v>
                </c:pt>
                <c:pt idx="21139">
                  <c:v>5.9558299999999997</c:v>
                </c:pt>
                <c:pt idx="21140">
                  <c:v>5.9561400000000004</c:v>
                </c:pt>
                <c:pt idx="21141">
                  <c:v>5.9564399999999997</c:v>
                </c:pt>
                <c:pt idx="21142">
                  <c:v>5.9567500000000004</c:v>
                </c:pt>
                <c:pt idx="21143">
                  <c:v>5.9570499999999997</c:v>
                </c:pt>
                <c:pt idx="21144">
                  <c:v>5.9573600000000004</c:v>
                </c:pt>
                <c:pt idx="21145">
                  <c:v>5.9576599999999997</c:v>
                </c:pt>
                <c:pt idx="21146">
                  <c:v>5.9579700000000004</c:v>
                </c:pt>
                <c:pt idx="21147">
                  <c:v>5.9582699999999997</c:v>
                </c:pt>
                <c:pt idx="21148">
                  <c:v>5.9585800000000004</c:v>
                </c:pt>
                <c:pt idx="21149">
                  <c:v>5.9588799999999997</c:v>
                </c:pt>
                <c:pt idx="21150">
                  <c:v>5.9591900000000004</c:v>
                </c:pt>
                <c:pt idx="21151">
                  <c:v>5.9594899999999997</c:v>
                </c:pt>
                <c:pt idx="21152">
                  <c:v>5.9598000000000004</c:v>
                </c:pt>
                <c:pt idx="21153">
                  <c:v>5.9601100000000002</c:v>
                </c:pt>
                <c:pt idx="21154">
                  <c:v>5.9604100000000004</c:v>
                </c:pt>
                <c:pt idx="21155">
                  <c:v>5.9607200000000002</c:v>
                </c:pt>
                <c:pt idx="21156">
                  <c:v>5.9610200000000004</c:v>
                </c:pt>
                <c:pt idx="21157">
                  <c:v>5.9613300000000002</c:v>
                </c:pt>
                <c:pt idx="21158">
                  <c:v>5.9616300000000004</c:v>
                </c:pt>
                <c:pt idx="21159">
                  <c:v>5.9619400000000002</c:v>
                </c:pt>
                <c:pt idx="21160">
                  <c:v>5.9622400000000004</c:v>
                </c:pt>
                <c:pt idx="21161">
                  <c:v>5.9625500000000002</c:v>
                </c:pt>
                <c:pt idx="21162">
                  <c:v>5.9628500000000004</c:v>
                </c:pt>
                <c:pt idx="21163">
                  <c:v>5.9631600000000002</c:v>
                </c:pt>
                <c:pt idx="21164">
                  <c:v>5.9634600000000004</c:v>
                </c:pt>
                <c:pt idx="21165">
                  <c:v>5.9637700000000002</c:v>
                </c:pt>
                <c:pt idx="21166">
                  <c:v>5.96408</c:v>
                </c:pt>
                <c:pt idx="21167">
                  <c:v>5.9643800000000002</c:v>
                </c:pt>
                <c:pt idx="21168">
                  <c:v>5.96469</c:v>
                </c:pt>
                <c:pt idx="21169">
                  <c:v>5.9649900000000002</c:v>
                </c:pt>
                <c:pt idx="21170">
                  <c:v>5.9653</c:v>
                </c:pt>
                <c:pt idx="21171">
                  <c:v>5.9656000000000002</c:v>
                </c:pt>
                <c:pt idx="21172">
                  <c:v>5.96591</c:v>
                </c:pt>
                <c:pt idx="21173">
                  <c:v>5.9662100000000002</c:v>
                </c:pt>
                <c:pt idx="21174">
                  <c:v>5.96652</c:v>
                </c:pt>
                <c:pt idx="21175">
                  <c:v>5.9668200000000002</c:v>
                </c:pt>
                <c:pt idx="21176">
                  <c:v>5.96713</c:v>
                </c:pt>
                <c:pt idx="21177">
                  <c:v>5.9674300000000002</c:v>
                </c:pt>
                <c:pt idx="21178">
                  <c:v>5.96774</c:v>
                </c:pt>
                <c:pt idx="21179">
                  <c:v>5.9680499999999999</c:v>
                </c:pt>
                <c:pt idx="21180">
                  <c:v>5.96835</c:v>
                </c:pt>
                <c:pt idx="21181">
                  <c:v>5.9686599999999999</c:v>
                </c:pt>
                <c:pt idx="21182">
                  <c:v>5.96896</c:v>
                </c:pt>
                <c:pt idx="21183">
                  <c:v>5.9692699999999999</c:v>
                </c:pt>
                <c:pt idx="21184">
                  <c:v>5.96957</c:v>
                </c:pt>
                <c:pt idx="21185">
                  <c:v>5.9698799999999999</c:v>
                </c:pt>
                <c:pt idx="21186">
                  <c:v>5.97018</c:v>
                </c:pt>
                <c:pt idx="21187">
                  <c:v>5.9704899999999999</c:v>
                </c:pt>
                <c:pt idx="21188">
                  <c:v>5.97079</c:v>
                </c:pt>
                <c:pt idx="21189">
                  <c:v>5.9710999999999999</c:v>
                </c:pt>
                <c:pt idx="21190">
                  <c:v>5.9714099999999997</c:v>
                </c:pt>
                <c:pt idx="21191">
                  <c:v>5.9717099999999999</c:v>
                </c:pt>
                <c:pt idx="21192">
                  <c:v>5.9720199999999997</c:v>
                </c:pt>
                <c:pt idx="21193">
                  <c:v>5.9723199999999999</c:v>
                </c:pt>
                <c:pt idx="21194">
                  <c:v>5.9726299999999997</c:v>
                </c:pt>
                <c:pt idx="21195">
                  <c:v>5.9729299999999999</c:v>
                </c:pt>
                <c:pt idx="21196">
                  <c:v>5.9732399999999997</c:v>
                </c:pt>
                <c:pt idx="21197">
                  <c:v>5.9735399999999998</c:v>
                </c:pt>
                <c:pt idx="21198">
                  <c:v>5.9738499999999997</c:v>
                </c:pt>
                <c:pt idx="21199">
                  <c:v>5.9741499999999998</c:v>
                </c:pt>
                <c:pt idx="21200">
                  <c:v>5.9744599999999997</c:v>
                </c:pt>
                <c:pt idx="21201">
                  <c:v>5.9747599999999998</c:v>
                </c:pt>
                <c:pt idx="21202">
                  <c:v>5.9750699999999997</c:v>
                </c:pt>
                <c:pt idx="21203">
                  <c:v>5.9753800000000004</c:v>
                </c:pt>
                <c:pt idx="21204">
                  <c:v>5.9756799999999997</c:v>
                </c:pt>
                <c:pt idx="21205">
                  <c:v>5.9759900000000004</c:v>
                </c:pt>
                <c:pt idx="21206">
                  <c:v>5.9762899999999997</c:v>
                </c:pt>
                <c:pt idx="21207">
                  <c:v>5.9766000000000004</c:v>
                </c:pt>
                <c:pt idx="21208">
                  <c:v>5.9768999999999997</c:v>
                </c:pt>
                <c:pt idx="21209">
                  <c:v>5.9772100000000004</c:v>
                </c:pt>
                <c:pt idx="21210">
                  <c:v>5.9775099999999997</c:v>
                </c:pt>
                <c:pt idx="21211">
                  <c:v>5.9778200000000004</c:v>
                </c:pt>
                <c:pt idx="21212">
                  <c:v>5.9781199999999997</c:v>
                </c:pt>
                <c:pt idx="21213">
                  <c:v>5.9784300000000004</c:v>
                </c:pt>
                <c:pt idx="21214">
                  <c:v>5.9787299999999997</c:v>
                </c:pt>
                <c:pt idx="21215">
                  <c:v>5.9790400000000004</c:v>
                </c:pt>
                <c:pt idx="21216">
                  <c:v>5.9793500000000002</c:v>
                </c:pt>
                <c:pt idx="21217">
                  <c:v>5.9796500000000004</c:v>
                </c:pt>
                <c:pt idx="21218">
                  <c:v>5.9799600000000002</c:v>
                </c:pt>
                <c:pt idx="21219">
                  <c:v>5.9802600000000004</c:v>
                </c:pt>
                <c:pt idx="21220">
                  <c:v>5.9805700000000002</c:v>
                </c:pt>
                <c:pt idx="21221">
                  <c:v>5.9808700000000004</c:v>
                </c:pt>
                <c:pt idx="21222">
                  <c:v>5.9811800000000002</c:v>
                </c:pt>
                <c:pt idx="21223">
                  <c:v>5.9814800000000004</c:v>
                </c:pt>
                <c:pt idx="21224">
                  <c:v>5.9817900000000002</c:v>
                </c:pt>
                <c:pt idx="21225">
                  <c:v>5.9820900000000004</c:v>
                </c:pt>
                <c:pt idx="21226">
                  <c:v>5.9824000000000002</c:v>
                </c:pt>
                <c:pt idx="21227">
                  <c:v>5.9827000000000004</c:v>
                </c:pt>
                <c:pt idx="21228">
                  <c:v>5.9830100000000002</c:v>
                </c:pt>
                <c:pt idx="21229">
                  <c:v>5.98332</c:v>
                </c:pt>
                <c:pt idx="21230">
                  <c:v>5.9836200000000002</c:v>
                </c:pt>
                <c:pt idx="21231">
                  <c:v>5.98393</c:v>
                </c:pt>
                <c:pt idx="21232">
                  <c:v>5.9842300000000002</c:v>
                </c:pt>
                <c:pt idx="21233">
                  <c:v>5.98454</c:v>
                </c:pt>
                <c:pt idx="21234">
                  <c:v>5.9848400000000002</c:v>
                </c:pt>
                <c:pt idx="21235">
                  <c:v>5.98515</c:v>
                </c:pt>
                <c:pt idx="21236">
                  <c:v>5.9854500000000002</c:v>
                </c:pt>
                <c:pt idx="21237">
                  <c:v>5.98576</c:v>
                </c:pt>
                <c:pt idx="21238">
                  <c:v>5.9860600000000002</c:v>
                </c:pt>
                <c:pt idx="21239">
                  <c:v>5.98637</c:v>
                </c:pt>
                <c:pt idx="21240">
                  <c:v>5.9866700000000002</c:v>
                </c:pt>
                <c:pt idx="21241">
                  <c:v>5.98698</c:v>
                </c:pt>
                <c:pt idx="21242">
                  <c:v>5.9872899999999998</c:v>
                </c:pt>
                <c:pt idx="21243">
                  <c:v>5.98759</c:v>
                </c:pt>
                <c:pt idx="21244">
                  <c:v>5.9878999999999998</c:v>
                </c:pt>
                <c:pt idx="21245">
                  <c:v>5.9882</c:v>
                </c:pt>
                <c:pt idx="21246">
                  <c:v>5.9885099999999998</c:v>
                </c:pt>
                <c:pt idx="21247">
                  <c:v>5.98881</c:v>
                </c:pt>
                <c:pt idx="21248">
                  <c:v>5.9891199999999998</c:v>
                </c:pt>
                <c:pt idx="21249">
                  <c:v>5.98942</c:v>
                </c:pt>
                <c:pt idx="21250">
                  <c:v>5.9897299999999998</c:v>
                </c:pt>
                <c:pt idx="21251">
                  <c:v>5.99003</c:v>
                </c:pt>
                <c:pt idx="21252">
                  <c:v>5.9903399999999998</c:v>
                </c:pt>
                <c:pt idx="21253">
                  <c:v>5.9906499999999996</c:v>
                </c:pt>
                <c:pt idx="21254">
                  <c:v>5.9909499999999998</c:v>
                </c:pt>
                <c:pt idx="21255">
                  <c:v>5.9912599999999996</c:v>
                </c:pt>
                <c:pt idx="21256">
                  <c:v>5.9915599999999998</c:v>
                </c:pt>
                <c:pt idx="21257">
                  <c:v>5.9918699999999996</c:v>
                </c:pt>
                <c:pt idx="21258">
                  <c:v>5.9921699999999998</c:v>
                </c:pt>
                <c:pt idx="21259">
                  <c:v>5.9924799999999996</c:v>
                </c:pt>
                <c:pt idx="21260">
                  <c:v>5.9927799999999998</c:v>
                </c:pt>
                <c:pt idx="21261">
                  <c:v>5.9930899999999996</c:v>
                </c:pt>
                <c:pt idx="21262">
                  <c:v>5.9933899999999998</c:v>
                </c:pt>
                <c:pt idx="21263">
                  <c:v>5.9936999999999996</c:v>
                </c:pt>
                <c:pt idx="21264">
                  <c:v>5.9939999999999998</c:v>
                </c:pt>
                <c:pt idx="21265">
                  <c:v>5.9943099999999996</c:v>
                </c:pt>
                <c:pt idx="21266">
                  <c:v>5.9946200000000003</c:v>
                </c:pt>
                <c:pt idx="21267">
                  <c:v>5.9949199999999996</c:v>
                </c:pt>
                <c:pt idx="21268">
                  <c:v>5.9952300000000003</c:v>
                </c:pt>
                <c:pt idx="21269">
                  <c:v>5.9955299999999996</c:v>
                </c:pt>
                <c:pt idx="21270">
                  <c:v>5.9958400000000003</c:v>
                </c:pt>
                <c:pt idx="21271">
                  <c:v>5.9961399999999996</c:v>
                </c:pt>
                <c:pt idx="21272">
                  <c:v>5.9964500000000003</c:v>
                </c:pt>
                <c:pt idx="21273">
                  <c:v>5.9967499999999996</c:v>
                </c:pt>
                <c:pt idx="21274">
                  <c:v>5.9970600000000003</c:v>
                </c:pt>
                <c:pt idx="21275">
                  <c:v>5.9973599999999996</c:v>
                </c:pt>
                <c:pt idx="21276">
                  <c:v>5.9976700000000003</c:v>
                </c:pt>
                <c:pt idx="21277">
                  <c:v>5.9979699999999996</c:v>
                </c:pt>
                <c:pt idx="21278">
                  <c:v>5.9982800000000003</c:v>
                </c:pt>
                <c:pt idx="21279">
                  <c:v>5.9985900000000001</c:v>
                </c:pt>
                <c:pt idx="21280">
                  <c:v>5.9988900000000003</c:v>
                </c:pt>
                <c:pt idx="21281">
                  <c:v>5.9992000000000001</c:v>
                </c:pt>
                <c:pt idx="21282">
                  <c:v>5.9995000000000003</c:v>
                </c:pt>
                <c:pt idx="21283">
                  <c:v>5.9998100000000001</c:v>
                </c:pt>
                <c:pt idx="21284">
                  <c:v>6.0001100000000003</c:v>
                </c:pt>
                <c:pt idx="21285">
                  <c:v>6.0004200000000001</c:v>
                </c:pt>
                <c:pt idx="21286">
                  <c:v>6.0007200000000003</c:v>
                </c:pt>
                <c:pt idx="21287">
                  <c:v>6.0010300000000001</c:v>
                </c:pt>
                <c:pt idx="21288">
                  <c:v>6.0013300000000003</c:v>
                </c:pt>
                <c:pt idx="21289">
                  <c:v>6.0016400000000001</c:v>
                </c:pt>
                <c:pt idx="21290">
                  <c:v>6.0019400000000003</c:v>
                </c:pt>
                <c:pt idx="21291">
                  <c:v>6.0022500000000001</c:v>
                </c:pt>
                <c:pt idx="21292">
                  <c:v>6.0025599999999999</c:v>
                </c:pt>
                <c:pt idx="21293">
                  <c:v>6.0028600000000001</c:v>
                </c:pt>
                <c:pt idx="21294">
                  <c:v>6.0031699999999999</c:v>
                </c:pt>
                <c:pt idx="21295">
                  <c:v>6.0034700000000001</c:v>
                </c:pt>
                <c:pt idx="21296">
                  <c:v>6.0037799999999999</c:v>
                </c:pt>
                <c:pt idx="21297">
                  <c:v>6.0040800000000001</c:v>
                </c:pt>
                <c:pt idx="21298">
                  <c:v>6.0043899999999999</c:v>
                </c:pt>
                <c:pt idx="21299">
                  <c:v>6.0046900000000001</c:v>
                </c:pt>
                <c:pt idx="21300">
                  <c:v>6.0049999999999999</c:v>
                </c:pt>
                <c:pt idx="21301">
                  <c:v>6.0053000000000001</c:v>
                </c:pt>
                <c:pt idx="21302">
                  <c:v>6.0056099999999999</c:v>
                </c:pt>
                <c:pt idx="21303">
                  <c:v>6.0059199999999997</c:v>
                </c:pt>
                <c:pt idx="21304">
                  <c:v>6.0062199999999999</c:v>
                </c:pt>
                <c:pt idx="21305">
                  <c:v>6.0065299999999997</c:v>
                </c:pt>
                <c:pt idx="21306">
                  <c:v>6.0068299999999999</c:v>
                </c:pt>
                <c:pt idx="21307">
                  <c:v>6.0071399999999997</c:v>
                </c:pt>
                <c:pt idx="21308">
                  <c:v>6.0074399999999999</c:v>
                </c:pt>
                <c:pt idx="21309">
                  <c:v>6.0077499999999997</c:v>
                </c:pt>
                <c:pt idx="21310">
                  <c:v>6.0080499999999999</c:v>
                </c:pt>
                <c:pt idx="21311">
                  <c:v>6.0083599999999997</c:v>
                </c:pt>
                <c:pt idx="21312">
                  <c:v>6.0086599999999999</c:v>
                </c:pt>
                <c:pt idx="21313">
                  <c:v>6.0089699999999997</c:v>
                </c:pt>
                <c:pt idx="21314">
                  <c:v>6.0092699999999999</c:v>
                </c:pt>
                <c:pt idx="21315">
                  <c:v>6.0095799999999997</c:v>
                </c:pt>
                <c:pt idx="21316">
                  <c:v>6.0098900000000004</c:v>
                </c:pt>
                <c:pt idx="21317">
                  <c:v>6.0101899999999997</c:v>
                </c:pt>
                <c:pt idx="21318">
                  <c:v>6.0105000000000004</c:v>
                </c:pt>
                <c:pt idx="21319">
                  <c:v>6.0107999999999997</c:v>
                </c:pt>
                <c:pt idx="21320">
                  <c:v>6.0111100000000004</c:v>
                </c:pt>
                <c:pt idx="21321">
                  <c:v>6.0114099999999997</c:v>
                </c:pt>
                <c:pt idx="21322">
                  <c:v>6.0117200000000004</c:v>
                </c:pt>
                <c:pt idx="21323">
                  <c:v>6.0120199999999997</c:v>
                </c:pt>
                <c:pt idx="21324">
                  <c:v>6.0123300000000004</c:v>
                </c:pt>
                <c:pt idx="21325">
                  <c:v>6.0126299999999997</c:v>
                </c:pt>
                <c:pt idx="21326">
                  <c:v>6.0129400000000004</c:v>
                </c:pt>
                <c:pt idx="21327">
                  <c:v>6.0132399999999997</c:v>
                </c:pt>
                <c:pt idx="21328">
                  <c:v>6.0135500000000004</c:v>
                </c:pt>
                <c:pt idx="21329">
                  <c:v>6.0138600000000002</c:v>
                </c:pt>
                <c:pt idx="21330">
                  <c:v>6.0141600000000004</c:v>
                </c:pt>
                <c:pt idx="21331">
                  <c:v>6.0144700000000002</c:v>
                </c:pt>
                <c:pt idx="21332">
                  <c:v>6.0147700000000004</c:v>
                </c:pt>
                <c:pt idx="21333">
                  <c:v>6.0150800000000002</c:v>
                </c:pt>
                <c:pt idx="21334">
                  <c:v>6.0153800000000004</c:v>
                </c:pt>
                <c:pt idx="21335">
                  <c:v>6.0156900000000002</c:v>
                </c:pt>
                <c:pt idx="21336">
                  <c:v>6.0159900000000004</c:v>
                </c:pt>
                <c:pt idx="21337">
                  <c:v>6.0163000000000002</c:v>
                </c:pt>
                <c:pt idx="21338">
                  <c:v>6.0166000000000004</c:v>
                </c:pt>
                <c:pt idx="21339">
                  <c:v>6.0169100000000002</c:v>
                </c:pt>
                <c:pt idx="21340">
                  <c:v>6.0172100000000004</c:v>
                </c:pt>
                <c:pt idx="21341">
                  <c:v>6.0175200000000002</c:v>
                </c:pt>
                <c:pt idx="21342">
                  <c:v>6.01783</c:v>
                </c:pt>
                <c:pt idx="21343">
                  <c:v>6.0181300000000002</c:v>
                </c:pt>
                <c:pt idx="21344">
                  <c:v>6.01844</c:v>
                </c:pt>
                <c:pt idx="21345">
                  <c:v>6.0187400000000002</c:v>
                </c:pt>
                <c:pt idx="21346">
                  <c:v>6.01905</c:v>
                </c:pt>
                <c:pt idx="21347">
                  <c:v>6.0193500000000002</c:v>
                </c:pt>
                <c:pt idx="21348">
                  <c:v>6.01966</c:v>
                </c:pt>
                <c:pt idx="21349">
                  <c:v>6.0199600000000002</c:v>
                </c:pt>
                <c:pt idx="21350">
                  <c:v>6.02027</c:v>
                </c:pt>
                <c:pt idx="21351">
                  <c:v>6.0205700000000002</c:v>
                </c:pt>
                <c:pt idx="21352">
                  <c:v>6.02088</c:v>
                </c:pt>
                <c:pt idx="21353">
                  <c:v>6.0211800000000002</c:v>
                </c:pt>
                <c:pt idx="21354">
                  <c:v>6.02149</c:v>
                </c:pt>
                <c:pt idx="21355">
                  <c:v>6.0217999999999998</c:v>
                </c:pt>
                <c:pt idx="21356">
                  <c:v>6.0221</c:v>
                </c:pt>
                <c:pt idx="21357">
                  <c:v>6.0224099999999998</c:v>
                </c:pt>
                <c:pt idx="21358">
                  <c:v>6.02271</c:v>
                </c:pt>
                <c:pt idx="21359">
                  <c:v>6.0230199999999998</c:v>
                </c:pt>
                <c:pt idx="21360">
                  <c:v>6.02332</c:v>
                </c:pt>
                <c:pt idx="21361">
                  <c:v>6.0236299999999998</c:v>
                </c:pt>
                <c:pt idx="21362">
                  <c:v>6.02393</c:v>
                </c:pt>
                <c:pt idx="21363">
                  <c:v>6.0242399999999998</c:v>
                </c:pt>
                <c:pt idx="21364">
                  <c:v>6.02454</c:v>
                </c:pt>
                <c:pt idx="21365">
                  <c:v>6.0248499999999998</c:v>
                </c:pt>
                <c:pt idx="21366">
                  <c:v>6.0251599999999996</c:v>
                </c:pt>
                <c:pt idx="21367">
                  <c:v>6.0254599999999998</c:v>
                </c:pt>
                <c:pt idx="21368">
                  <c:v>6.0257699999999996</c:v>
                </c:pt>
                <c:pt idx="21369">
                  <c:v>6.0260699999999998</c:v>
                </c:pt>
                <c:pt idx="21370">
                  <c:v>6.0263799999999996</c:v>
                </c:pt>
                <c:pt idx="21371">
                  <c:v>6.0266799999999998</c:v>
                </c:pt>
                <c:pt idx="21372">
                  <c:v>6.0269899999999996</c:v>
                </c:pt>
                <c:pt idx="21373">
                  <c:v>6.0272899999999998</c:v>
                </c:pt>
                <c:pt idx="21374">
                  <c:v>6.0275999999999996</c:v>
                </c:pt>
                <c:pt idx="21375">
                  <c:v>6.0278999999999998</c:v>
                </c:pt>
                <c:pt idx="21376">
                  <c:v>6.0282099999999996</c:v>
                </c:pt>
                <c:pt idx="21377">
                  <c:v>6.0285099999999998</c:v>
                </c:pt>
                <c:pt idx="21378">
                  <c:v>6.0288199999999996</c:v>
                </c:pt>
                <c:pt idx="21379">
                  <c:v>6.0291300000000003</c:v>
                </c:pt>
                <c:pt idx="21380">
                  <c:v>6.0294299999999996</c:v>
                </c:pt>
                <c:pt idx="21381">
                  <c:v>6.0297400000000003</c:v>
                </c:pt>
                <c:pt idx="21382">
                  <c:v>6.0300399999999996</c:v>
                </c:pt>
                <c:pt idx="21383">
                  <c:v>6.0303500000000003</c:v>
                </c:pt>
                <c:pt idx="21384">
                  <c:v>6.0306499999999996</c:v>
                </c:pt>
                <c:pt idx="21385">
                  <c:v>6.0309600000000003</c:v>
                </c:pt>
                <c:pt idx="21386">
                  <c:v>6.0312599999999996</c:v>
                </c:pt>
                <c:pt idx="21387">
                  <c:v>6.0315700000000003</c:v>
                </c:pt>
                <c:pt idx="21388">
                  <c:v>6.0318699999999996</c:v>
                </c:pt>
                <c:pt idx="21389">
                  <c:v>6.0321800000000003</c:v>
                </c:pt>
                <c:pt idx="21390">
                  <c:v>6.0324799999999996</c:v>
                </c:pt>
                <c:pt idx="21391">
                  <c:v>6.0327900000000003</c:v>
                </c:pt>
                <c:pt idx="21392">
                  <c:v>6.0331000000000001</c:v>
                </c:pt>
                <c:pt idx="21393">
                  <c:v>6.0334000000000003</c:v>
                </c:pt>
                <c:pt idx="21394">
                  <c:v>6.0337100000000001</c:v>
                </c:pt>
                <c:pt idx="21395">
                  <c:v>6.0340100000000003</c:v>
                </c:pt>
                <c:pt idx="21396">
                  <c:v>6.0343200000000001</c:v>
                </c:pt>
                <c:pt idx="21397">
                  <c:v>6.0346200000000003</c:v>
                </c:pt>
                <c:pt idx="21398">
                  <c:v>6.0349300000000001</c:v>
                </c:pt>
                <c:pt idx="21399">
                  <c:v>6.0352300000000003</c:v>
                </c:pt>
                <c:pt idx="21400">
                  <c:v>6.0355400000000001</c:v>
                </c:pt>
                <c:pt idx="21401">
                  <c:v>6.0358400000000003</c:v>
                </c:pt>
                <c:pt idx="21402">
                  <c:v>6.0361500000000001</c:v>
                </c:pt>
                <c:pt idx="21403">
                  <c:v>6.0364500000000003</c:v>
                </c:pt>
                <c:pt idx="21404">
                  <c:v>6.0367600000000001</c:v>
                </c:pt>
                <c:pt idx="21405">
                  <c:v>6.0370699999999999</c:v>
                </c:pt>
                <c:pt idx="21406">
                  <c:v>6.0373700000000001</c:v>
                </c:pt>
                <c:pt idx="21407">
                  <c:v>6.0376799999999999</c:v>
                </c:pt>
                <c:pt idx="21408">
                  <c:v>6.0379800000000001</c:v>
                </c:pt>
                <c:pt idx="21409">
                  <c:v>6.0382899999999999</c:v>
                </c:pt>
                <c:pt idx="21410">
                  <c:v>6.0385900000000001</c:v>
                </c:pt>
                <c:pt idx="21411">
                  <c:v>6.0388999999999999</c:v>
                </c:pt>
                <c:pt idx="21412">
                  <c:v>6.0392000000000001</c:v>
                </c:pt>
                <c:pt idx="21413">
                  <c:v>6.0395099999999999</c:v>
                </c:pt>
                <c:pt idx="21414">
                  <c:v>6.0398100000000001</c:v>
                </c:pt>
                <c:pt idx="21415">
                  <c:v>6.0401199999999999</c:v>
                </c:pt>
                <c:pt idx="21416">
                  <c:v>6.0404200000000001</c:v>
                </c:pt>
                <c:pt idx="21417">
                  <c:v>6.0407299999999999</c:v>
                </c:pt>
                <c:pt idx="21418">
                  <c:v>6.0410399999999997</c:v>
                </c:pt>
                <c:pt idx="21419">
                  <c:v>6.0413399999999999</c:v>
                </c:pt>
                <c:pt idx="21420">
                  <c:v>6.0416499999999997</c:v>
                </c:pt>
                <c:pt idx="21421">
                  <c:v>6.0419499999999999</c:v>
                </c:pt>
                <c:pt idx="21422">
                  <c:v>6.0422599999999997</c:v>
                </c:pt>
                <c:pt idx="21423">
                  <c:v>6.0425599999999999</c:v>
                </c:pt>
                <c:pt idx="21424">
                  <c:v>6.0428699999999997</c:v>
                </c:pt>
                <c:pt idx="21425">
                  <c:v>6.0431699999999999</c:v>
                </c:pt>
                <c:pt idx="21426">
                  <c:v>6.0434799999999997</c:v>
                </c:pt>
                <c:pt idx="21427">
                  <c:v>6.0437799999999999</c:v>
                </c:pt>
                <c:pt idx="21428">
                  <c:v>6.0440899999999997</c:v>
                </c:pt>
                <c:pt idx="21429">
                  <c:v>6.0444000000000004</c:v>
                </c:pt>
                <c:pt idx="21430">
                  <c:v>6.0446999999999997</c:v>
                </c:pt>
                <c:pt idx="21431">
                  <c:v>6.0450100000000004</c:v>
                </c:pt>
                <c:pt idx="21432">
                  <c:v>6.0453099999999997</c:v>
                </c:pt>
                <c:pt idx="21433">
                  <c:v>6.0456200000000004</c:v>
                </c:pt>
                <c:pt idx="21434">
                  <c:v>6.0459199999999997</c:v>
                </c:pt>
                <c:pt idx="21435">
                  <c:v>6.0462300000000004</c:v>
                </c:pt>
                <c:pt idx="21436">
                  <c:v>6.0465299999999997</c:v>
                </c:pt>
                <c:pt idx="21437">
                  <c:v>6.0468400000000004</c:v>
                </c:pt>
                <c:pt idx="21438">
                  <c:v>6.0471399999999997</c:v>
                </c:pt>
                <c:pt idx="21439">
                  <c:v>6.0474500000000004</c:v>
                </c:pt>
                <c:pt idx="21440">
                  <c:v>6.0477499999999997</c:v>
                </c:pt>
                <c:pt idx="21441">
                  <c:v>6.0480600000000004</c:v>
                </c:pt>
                <c:pt idx="21442">
                  <c:v>6.0483700000000002</c:v>
                </c:pt>
                <c:pt idx="21443">
                  <c:v>6.0486700000000004</c:v>
                </c:pt>
                <c:pt idx="21444">
                  <c:v>6.0489800000000002</c:v>
                </c:pt>
                <c:pt idx="21445">
                  <c:v>6.0492800000000004</c:v>
                </c:pt>
                <c:pt idx="21446">
                  <c:v>6.0495900000000002</c:v>
                </c:pt>
                <c:pt idx="21447">
                  <c:v>6.0498900000000004</c:v>
                </c:pt>
                <c:pt idx="21448">
                  <c:v>6.0502000000000002</c:v>
                </c:pt>
                <c:pt idx="21449">
                  <c:v>6.0505000000000004</c:v>
                </c:pt>
                <c:pt idx="21450">
                  <c:v>6.0508100000000002</c:v>
                </c:pt>
                <c:pt idx="21451">
                  <c:v>6.0511100000000004</c:v>
                </c:pt>
                <c:pt idx="21452">
                  <c:v>6.0514200000000002</c:v>
                </c:pt>
                <c:pt idx="21453">
                  <c:v>6.0517200000000004</c:v>
                </c:pt>
                <c:pt idx="21454">
                  <c:v>6.0520300000000002</c:v>
                </c:pt>
                <c:pt idx="21455">
                  <c:v>6.0523400000000001</c:v>
                </c:pt>
                <c:pt idx="21456">
                  <c:v>6.0526400000000002</c:v>
                </c:pt>
                <c:pt idx="21457">
                  <c:v>6.0529500000000001</c:v>
                </c:pt>
                <c:pt idx="21458">
                  <c:v>6.0532500000000002</c:v>
                </c:pt>
                <c:pt idx="21459">
                  <c:v>6.0535600000000001</c:v>
                </c:pt>
                <c:pt idx="21460">
                  <c:v>6.0538600000000002</c:v>
                </c:pt>
                <c:pt idx="21461">
                  <c:v>6.0541700000000001</c:v>
                </c:pt>
                <c:pt idx="21462">
                  <c:v>6.0544700000000002</c:v>
                </c:pt>
                <c:pt idx="21463">
                  <c:v>6.0547800000000001</c:v>
                </c:pt>
                <c:pt idx="21464">
                  <c:v>6.0550800000000002</c:v>
                </c:pt>
                <c:pt idx="21465">
                  <c:v>6.0553900000000001</c:v>
                </c:pt>
                <c:pt idx="21466">
                  <c:v>6.0556900000000002</c:v>
                </c:pt>
                <c:pt idx="21467">
                  <c:v>6.056</c:v>
                </c:pt>
                <c:pt idx="21468">
                  <c:v>6.0563099999999999</c:v>
                </c:pt>
                <c:pt idx="21469">
                  <c:v>6.05661</c:v>
                </c:pt>
                <c:pt idx="21470">
                  <c:v>6.0569199999999999</c:v>
                </c:pt>
                <c:pt idx="21471">
                  <c:v>6.05722</c:v>
                </c:pt>
                <c:pt idx="21472">
                  <c:v>6.0575299999999999</c:v>
                </c:pt>
                <c:pt idx="21473">
                  <c:v>6.05783</c:v>
                </c:pt>
                <c:pt idx="21474">
                  <c:v>6.0581399999999999</c:v>
                </c:pt>
                <c:pt idx="21475">
                  <c:v>6.05844</c:v>
                </c:pt>
                <c:pt idx="21476">
                  <c:v>6.0587499999999999</c:v>
                </c:pt>
                <c:pt idx="21477">
                  <c:v>6.05905</c:v>
                </c:pt>
                <c:pt idx="21478">
                  <c:v>6.0593599999999999</c:v>
                </c:pt>
                <c:pt idx="21479">
                  <c:v>6.0596699999999997</c:v>
                </c:pt>
                <c:pt idx="21480">
                  <c:v>6.0599699999999999</c:v>
                </c:pt>
                <c:pt idx="21481">
                  <c:v>6.0602799999999997</c:v>
                </c:pt>
                <c:pt idx="21482">
                  <c:v>6.0605799999999999</c:v>
                </c:pt>
                <c:pt idx="21483">
                  <c:v>6.0608899999999997</c:v>
                </c:pt>
                <c:pt idx="21484">
                  <c:v>6.0611899999999999</c:v>
                </c:pt>
                <c:pt idx="21485">
                  <c:v>6.0614999999999997</c:v>
                </c:pt>
                <c:pt idx="21486">
                  <c:v>6.0617999999999999</c:v>
                </c:pt>
                <c:pt idx="21487">
                  <c:v>6.0621099999999997</c:v>
                </c:pt>
                <c:pt idx="21488">
                  <c:v>6.0624099999999999</c:v>
                </c:pt>
                <c:pt idx="21489">
                  <c:v>6.0627199999999997</c:v>
                </c:pt>
                <c:pt idx="21490">
                  <c:v>6.0630199999999999</c:v>
                </c:pt>
                <c:pt idx="21491">
                  <c:v>6.0633299999999997</c:v>
                </c:pt>
                <c:pt idx="21492">
                  <c:v>6.0636400000000004</c:v>
                </c:pt>
                <c:pt idx="21493">
                  <c:v>6.0639399999999997</c:v>
                </c:pt>
                <c:pt idx="21494">
                  <c:v>6.0642500000000004</c:v>
                </c:pt>
                <c:pt idx="21495">
                  <c:v>6.0645499999999997</c:v>
                </c:pt>
                <c:pt idx="21496">
                  <c:v>6.0648600000000004</c:v>
                </c:pt>
                <c:pt idx="21497">
                  <c:v>6.0651599999999997</c:v>
                </c:pt>
                <c:pt idx="21498">
                  <c:v>6.0654700000000004</c:v>
                </c:pt>
                <c:pt idx="21499">
                  <c:v>6.0657699999999997</c:v>
                </c:pt>
                <c:pt idx="21500">
                  <c:v>6.0660800000000004</c:v>
                </c:pt>
                <c:pt idx="21501">
                  <c:v>6.0663799999999997</c:v>
                </c:pt>
                <c:pt idx="21502">
                  <c:v>6.0666900000000004</c:v>
                </c:pt>
                <c:pt idx="21503">
                  <c:v>6.0669899999999997</c:v>
                </c:pt>
                <c:pt idx="21504">
                  <c:v>6.0673000000000004</c:v>
                </c:pt>
                <c:pt idx="21505">
                  <c:v>6.0676100000000002</c:v>
                </c:pt>
                <c:pt idx="21506">
                  <c:v>6.0679100000000004</c:v>
                </c:pt>
                <c:pt idx="21507">
                  <c:v>6.0682200000000002</c:v>
                </c:pt>
                <c:pt idx="21508">
                  <c:v>6.0685200000000004</c:v>
                </c:pt>
                <c:pt idx="21509">
                  <c:v>6.0688300000000002</c:v>
                </c:pt>
                <c:pt idx="21510">
                  <c:v>6.0691300000000004</c:v>
                </c:pt>
                <c:pt idx="21511">
                  <c:v>6.0694400000000002</c:v>
                </c:pt>
                <c:pt idx="21512">
                  <c:v>6.0697400000000004</c:v>
                </c:pt>
                <c:pt idx="21513">
                  <c:v>6.0700500000000002</c:v>
                </c:pt>
                <c:pt idx="21514">
                  <c:v>6.0703500000000004</c:v>
                </c:pt>
                <c:pt idx="21515">
                  <c:v>6.0706600000000002</c:v>
                </c:pt>
                <c:pt idx="21516">
                  <c:v>6.0709600000000004</c:v>
                </c:pt>
                <c:pt idx="21517">
                  <c:v>6.0712700000000002</c:v>
                </c:pt>
                <c:pt idx="21518">
                  <c:v>6.07158</c:v>
                </c:pt>
                <c:pt idx="21519">
                  <c:v>6.0718800000000002</c:v>
                </c:pt>
                <c:pt idx="21520">
                  <c:v>6.07219</c:v>
                </c:pt>
                <c:pt idx="21521">
                  <c:v>6.0724900000000002</c:v>
                </c:pt>
                <c:pt idx="21522">
                  <c:v>6.0728</c:v>
                </c:pt>
                <c:pt idx="21523">
                  <c:v>6.0731000000000002</c:v>
                </c:pt>
                <c:pt idx="21524">
                  <c:v>6.07341</c:v>
                </c:pt>
                <c:pt idx="21525">
                  <c:v>6.0737100000000002</c:v>
                </c:pt>
                <c:pt idx="21526">
                  <c:v>6.07402</c:v>
                </c:pt>
                <c:pt idx="21527">
                  <c:v>6.0743200000000002</c:v>
                </c:pt>
                <c:pt idx="21528">
                  <c:v>6.07463</c:v>
                </c:pt>
                <c:pt idx="21529">
                  <c:v>6.0749300000000002</c:v>
                </c:pt>
                <c:pt idx="21530">
                  <c:v>6.07524</c:v>
                </c:pt>
                <c:pt idx="21531">
                  <c:v>6.0755499999999998</c:v>
                </c:pt>
                <c:pt idx="21532">
                  <c:v>6.07585</c:v>
                </c:pt>
                <c:pt idx="21533">
                  <c:v>6.0761599999999998</c:v>
                </c:pt>
                <c:pt idx="21534">
                  <c:v>6.07646</c:v>
                </c:pt>
                <c:pt idx="21535">
                  <c:v>6.0767699999999998</c:v>
                </c:pt>
                <c:pt idx="21536">
                  <c:v>6.07707</c:v>
                </c:pt>
                <c:pt idx="21537">
                  <c:v>6.0773799999999998</c:v>
                </c:pt>
                <c:pt idx="21538">
                  <c:v>6.07768</c:v>
                </c:pt>
                <c:pt idx="21539">
                  <c:v>6.0779899999999998</c:v>
                </c:pt>
                <c:pt idx="21540">
                  <c:v>6.07829</c:v>
                </c:pt>
                <c:pt idx="21541">
                  <c:v>6.0785999999999998</c:v>
                </c:pt>
                <c:pt idx="21542">
                  <c:v>6.0789099999999996</c:v>
                </c:pt>
                <c:pt idx="21543">
                  <c:v>6.0792099999999998</c:v>
                </c:pt>
                <c:pt idx="21544">
                  <c:v>6.0795199999999996</c:v>
                </c:pt>
                <c:pt idx="21545">
                  <c:v>6.0798199999999998</c:v>
                </c:pt>
                <c:pt idx="21546">
                  <c:v>6.0801299999999996</c:v>
                </c:pt>
                <c:pt idx="21547">
                  <c:v>6.0804299999999998</c:v>
                </c:pt>
                <c:pt idx="21548">
                  <c:v>6.0807399999999996</c:v>
                </c:pt>
                <c:pt idx="21549">
                  <c:v>6.0810399999999998</c:v>
                </c:pt>
                <c:pt idx="21550">
                  <c:v>6.0813499999999996</c:v>
                </c:pt>
                <c:pt idx="21551">
                  <c:v>6.0816499999999998</c:v>
                </c:pt>
                <c:pt idx="21552">
                  <c:v>6.0819599999999996</c:v>
                </c:pt>
                <c:pt idx="21553">
                  <c:v>6.0822599999999998</c:v>
                </c:pt>
                <c:pt idx="21554">
                  <c:v>6.0825699999999996</c:v>
                </c:pt>
                <c:pt idx="21555">
                  <c:v>6.0828800000000003</c:v>
                </c:pt>
                <c:pt idx="21556">
                  <c:v>6.0831799999999996</c:v>
                </c:pt>
                <c:pt idx="21557">
                  <c:v>6.0834900000000003</c:v>
                </c:pt>
                <c:pt idx="21558">
                  <c:v>6.0837899999999996</c:v>
                </c:pt>
                <c:pt idx="21559">
                  <c:v>6.0841000000000003</c:v>
                </c:pt>
                <c:pt idx="21560">
                  <c:v>6.0843999999999996</c:v>
                </c:pt>
                <c:pt idx="21561">
                  <c:v>6.0847100000000003</c:v>
                </c:pt>
                <c:pt idx="21562">
                  <c:v>6.0850099999999996</c:v>
                </c:pt>
                <c:pt idx="21563">
                  <c:v>6.0853200000000003</c:v>
                </c:pt>
                <c:pt idx="21564">
                  <c:v>6.0856199999999996</c:v>
                </c:pt>
                <c:pt idx="21565">
                  <c:v>6.0859300000000003</c:v>
                </c:pt>
                <c:pt idx="21566">
                  <c:v>6.0862299999999996</c:v>
                </c:pt>
                <c:pt idx="21567">
                  <c:v>6.0865400000000003</c:v>
                </c:pt>
                <c:pt idx="21568">
                  <c:v>6.0868500000000001</c:v>
                </c:pt>
                <c:pt idx="21569">
                  <c:v>6.0871500000000003</c:v>
                </c:pt>
                <c:pt idx="21570">
                  <c:v>6.0874600000000001</c:v>
                </c:pt>
                <c:pt idx="21571">
                  <c:v>6.0877600000000003</c:v>
                </c:pt>
                <c:pt idx="21572">
                  <c:v>6.0880700000000001</c:v>
                </c:pt>
                <c:pt idx="21573">
                  <c:v>6.0883700000000003</c:v>
                </c:pt>
                <c:pt idx="21574">
                  <c:v>6.0886800000000001</c:v>
                </c:pt>
                <c:pt idx="21575">
                  <c:v>6.0889800000000003</c:v>
                </c:pt>
                <c:pt idx="21576">
                  <c:v>6.0892900000000001</c:v>
                </c:pt>
                <c:pt idx="21577">
                  <c:v>6.0895900000000003</c:v>
                </c:pt>
                <c:pt idx="21578">
                  <c:v>6.0899000000000001</c:v>
                </c:pt>
                <c:pt idx="21579">
                  <c:v>6.0902000000000003</c:v>
                </c:pt>
                <c:pt idx="21580">
                  <c:v>6.0905100000000001</c:v>
                </c:pt>
                <c:pt idx="21581">
                  <c:v>6.0908199999999999</c:v>
                </c:pt>
                <c:pt idx="21582">
                  <c:v>6.0911200000000001</c:v>
                </c:pt>
                <c:pt idx="21583">
                  <c:v>6.0914299999999999</c:v>
                </c:pt>
                <c:pt idx="21584">
                  <c:v>6.0917300000000001</c:v>
                </c:pt>
                <c:pt idx="21585">
                  <c:v>6.0920399999999999</c:v>
                </c:pt>
                <c:pt idx="21586">
                  <c:v>6.0923400000000001</c:v>
                </c:pt>
                <c:pt idx="21587">
                  <c:v>6.0926499999999999</c:v>
                </c:pt>
                <c:pt idx="21588">
                  <c:v>6.0929500000000001</c:v>
                </c:pt>
                <c:pt idx="21589">
                  <c:v>6.0932599999999999</c:v>
                </c:pt>
                <c:pt idx="21590">
                  <c:v>6.0935600000000001</c:v>
                </c:pt>
                <c:pt idx="21591">
                  <c:v>6.0938699999999999</c:v>
                </c:pt>
                <c:pt idx="21592">
                  <c:v>6.0941700000000001</c:v>
                </c:pt>
                <c:pt idx="21593">
                  <c:v>6.0944799999999999</c:v>
                </c:pt>
                <c:pt idx="21594">
                  <c:v>6.0947899999999997</c:v>
                </c:pt>
                <c:pt idx="21595">
                  <c:v>6.0950899999999999</c:v>
                </c:pt>
                <c:pt idx="21596">
                  <c:v>6.0953999999999997</c:v>
                </c:pt>
                <c:pt idx="21597">
                  <c:v>6.0956999999999999</c:v>
                </c:pt>
                <c:pt idx="21598">
                  <c:v>6.0960099999999997</c:v>
                </c:pt>
                <c:pt idx="21599">
                  <c:v>6.0963099999999999</c:v>
                </c:pt>
                <c:pt idx="21600">
                  <c:v>6.0966199999999997</c:v>
                </c:pt>
                <c:pt idx="21601">
                  <c:v>6.0969199999999999</c:v>
                </c:pt>
                <c:pt idx="21602">
                  <c:v>6.0972299999999997</c:v>
                </c:pt>
                <c:pt idx="21603">
                  <c:v>6.0975299999999999</c:v>
                </c:pt>
                <c:pt idx="21604">
                  <c:v>6.0978399999999997</c:v>
                </c:pt>
                <c:pt idx="21605">
                  <c:v>6.0981500000000004</c:v>
                </c:pt>
                <c:pt idx="21606">
                  <c:v>6.0984499999999997</c:v>
                </c:pt>
                <c:pt idx="21607">
                  <c:v>6.0987600000000004</c:v>
                </c:pt>
                <c:pt idx="21608">
                  <c:v>6.0990599999999997</c:v>
                </c:pt>
                <c:pt idx="21609">
                  <c:v>6.0993700000000004</c:v>
                </c:pt>
                <c:pt idx="21610">
                  <c:v>6.0996699999999997</c:v>
                </c:pt>
                <c:pt idx="21611">
                  <c:v>6.0999800000000004</c:v>
                </c:pt>
                <c:pt idx="21612">
                  <c:v>6.1002799999999997</c:v>
                </c:pt>
                <c:pt idx="21613">
                  <c:v>6.1005900000000004</c:v>
                </c:pt>
                <c:pt idx="21614">
                  <c:v>6.1008899999999997</c:v>
                </c:pt>
                <c:pt idx="21615">
                  <c:v>6.1012000000000004</c:v>
                </c:pt>
                <c:pt idx="21616">
                  <c:v>6.1014999999999997</c:v>
                </c:pt>
                <c:pt idx="21617">
                  <c:v>6.1018100000000004</c:v>
                </c:pt>
                <c:pt idx="21618">
                  <c:v>6.1021200000000002</c:v>
                </c:pt>
                <c:pt idx="21619">
                  <c:v>6.1024200000000004</c:v>
                </c:pt>
                <c:pt idx="21620">
                  <c:v>6.1027300000000002</c:v>
                </c:pt>
                <c:pt idx="21621">
                  <c:v>6.1030300000000004</c:v>
                </c:pt>
                <c:pt idx="21622">
                  <c:v>6.1033400000000002</c:v>
                </c:pt>
                <c:pt idx="21623">
                  <c:v>6.1036400000000004</c:v>
                </c:pt>
                <c:pt idx="21624">
                  <c:v>6.1039500000000002</c:v>
                </c:pt>
                <c:pt idx="21625">
                  <c:v>6.1042500000000004</c:v>
                </c:pt>
                <c:pt idx="21626">
                  <c:v>6.1045600000000002</c:v>
                </c:pt>
                <c:pt idx="21627">
                  <c:v>6.1048600000000004</c:v>
                </c:pt>
                <c:pt idx="21628">
                  <c:v>6.1051700000000002</c:v>
                </c:pt>
                <c:pt idx="21629">
                  <c:v>6.1054700000000004</c:v>
                </c:pt>
                <c:pt idx="21630">
                  <c:v>6.1057800000000002</c:v>
                </c:pt>
                <c:pt idx="21631">
                  <c:v>6.10609</c:v>
                </c:pt>
                <c:pt idx="21632">
                  <c:v>6.1063900000000002</c:v>
                </c:pt>
                <c:pt idx="21633">
                  <c:v>6.1067</c:v>
                </c:pt>
                <c:pt idx="21634">
                  <c:v>6.1070000000000002</c:v>
                </c:pt>
                <c:pt idx="21635">
                  <c:v>6.10731</c:v>
                </c:pt>
                <c:pt idx="21636">
                  <c:v>6.1076100000000002</c:v>
                </c:pt>
                <c:pt idx="21637">
                  <c:v>6.10792</c:v>
                </c:pt>
                <c:pt idx="21638">
                  <c:v>6.1082200000000002</c:v>
                </c:pt>
                <c:pt idx="21639">
                  <c:v>6.10853</c:v>
                </c:pt>
                <c:pt idx="21640">
                  <c:v>6.1088300000000002</c:v>
                </c:pt>
                <c:pt idx="21641">
                  <c:v>6.10914</c:v>
                </c:pt>
                <c:pt idx="21642">
                  <c:v>6.1094400000000002</c:v>
                </c:pt>
                <c:pt idx="21643">
                  <c:v>6.10975</c:v>
                </c:pt>
                <c:pt idx="21644">
                  <c:v>6.1100599999999998</c:v>
                </c:pt>
                <c:pt idx="21645">
                  <c:v>6.11036</c:v>
                </c:pt>
                <c:pt idx="21646">
                  <c:v>6.1106699999999998</c:v>
                </c:pt>
                <c:pt idx="21647">
                  <c:v>6.11097</c:v>
                </c:pt>
                <c:pt idx="21648">
                  <c:v>6.1112799999999998</c:v>
                </c:pt>
                <c:pt idx="21649">
                  <c:v>6.11158</c:v>
                </c:pt>
                <c:pt idx="21650">
                  <c:v>6.1118899999999998</c:v>
                </c:pt>
                <c:pt idx="21651">
                  <c:v>6.11219</c:v>
                </c:pt>
                <c:pt idx="21652">
                  <c:v>6.1124999999999998</c:v>
                </c:pt>
                <c:pt idx="21653">
                  <c:v>6.1128</c:v>
                </c:pt>
                <c:pt idx="21654">
                  <c:v>6.1131099999999998</c:v>
                </c:pt>
                <c:pt idx="21655">
                  <c:v>6.1134199999999996</c:v>
                </c:pt>
                <c:pt idx="21656">
                  <c:v>6.1137199999999998</c:v>
                </c:pt>
                <c:pt idx="21657">
                  <c:v>6.1140299999999996</c:v>
                </c:pt>
                <c:pt idx="21658">
                  <c:v>6.1143299999999998</c:v>
                </c:pt>
                <c:pt idx="21659">
                  <c:v>6.1146399999999996</c:v>
                </c:pt>
                <c:pt idx="21660">
                  <c:v>6.1149399999999998</c:v>
                </c:pt>
                <c:pt idx="21661">
                  <c:v>6.1152499999999996</c:v>
                </c:pt>
                <c:pt idx="21662">
                  <c:v>6.1155499999999998</c:v>
                </c:pt>
                <c:pt idx="21663">
                  <c:v>6.1158599999999996</c:v>
                </c:pt>
                <c:pt idx="21664">
                  <c:v>6.1161599999999998</c:v>
                </c:pt>
                <c:pt idx="21665">
                  <c:v>6.1164699999999996</c:v>
                </c:pt>
                <c:pt idx="21666">
                  <c:v>6.1167699999999998</c:v>
                </c:pt>
                <c:pt idx="21667">
                  <c:v>6.1170799999999996</c:v>
                </c:pt>
                <c:pt idx="21668">
                  <c:v>6.1173900000000003</c:v>
                </c:pt>
                <c:pt idx="21669">
                  <c:v>6.1176899999999996</c:v>
                </c:pt>
                <c:pt idx="21670">
                  <c:v>6.1180000000000003</c:v>
                </c:pt>
                <c:pt idx="21671">
                  <c:v>6.1182999999999996</c:v>
                </c:pt>
                <c:pt idx="21672">
                  <c:v>6.1186100000000003</c:v>
                </c:pt>
                <c:pt idx="21673">
                  <c:v>6.1189099999999996</c:v>
                </c:pt>
                <c:pt idx="21674">
                  <c:v>6.1192200000000003</c:v>
                </c:pt>
                <c:pt idx="21675">
                  <c:v>6.1195199999999996</c:v>
                </c:pt>
                <c:pt idx="21676">
                  <c:v>6.1198300000000003</c:v>
                </c:pt>
                <c:pt idx="21677">
                  <c:v>6.1201299999999996</c:v>
                </c:pt>
                <c:pt idx="21678">
                  <c:v>6.1204400000000003</c:v>
                </c:pt>
                <c:pt idx="21679">
                  <c:v>6.1207399999999996</c:v>
                </c:pt>
                <c:pt idx="21680">
                  <c:v>6.1210500000000003</c:v>
                </c:pt>
                <c:pt idx="21681">
                  <c:v>6.1213600000000001</c:v>
                </c:pt>
                <c:pt idx="21682">
                  <c:v>6.1216600000000003</c:v>
                </c:pt>
                <c:pt idx="21683">
                  <c:v>6.1219700000000001</c:v>
                </c:pt>
                <c:pt idx="21684">
                  <c:v>6.1222700000000003</c:v>
                </c:pt>
                <c:pt idx="21685">
                  <c:v>6.1225800000000001</c:v>
                </c:pt>
                <c:pt idx="21686">
                  <c:v>6.1228800000000003</c:v>
                </c:pt>
                <c:pt idx="21687">
                  <c:v>6.1231900000000001</c:v>
                </c:pt>
                <c:pt idx="21688">
                  <c:v>6.1234900000000003</c:v>
                </c:pt>
                <c:pt idx="21689">
                  <c:v>6.1238000000000001</c:v>
                </c:pt>
                <c:pt idx="21690">
                  <c:v>6.1241000000000003</c:v>
                </c:pt>
                <c:pt idx="21691">
                  <c:v>6.1244100000000001</c:v>
                </c:pt>
                <c:pt idx="21692">
                  <c:v>6.1247100000000003</c:v>
                </c:pt>
                <c:pt idx="21693">
                  <c:v>6.1250200000000001</c:v>
                </c:pt>
                <c:pt idx="21694">
                  <c:v>6.1253299999999999</c:v>
                </c:pt>
                <c:pt idx="21695">
                  <c:v>6.1256300000000001</c:v>
                </c:pt>
                <c:pt idx="21696">
                  <c:v>6.1259399999999999</c:v>
                </c:pt>
                <c:pt idx="21697">
                  <c:v>6.1262400000000001</c:v>
                </c:pt>
                <c:pt idx="21698">
                  <c:v>6.1265499999999999</c:v>
                </c:pt>
                <c:pt idx="21699">
                  <c:v>6.1268500000000001</c:v>
                </c:pt>
                <c:pt idx="21700">
                  <c:v>6.1271599999999999</c:v>
                </c:pt>
                <c:pt idx="21701">
                  <c:v>6.1274600000000001</c:v>
                </c:pt>
                <c:pt idx="21702">
                  <c:v>6.1277699999999999</c:v>
                </c:pt>
                <c:pt idx="21703">
                  <c:v>6.1280700000000001</c:v>
                </c:pt>
                <c:pt idx="21704">
                  <c:v>6.1283799999999999</c:v>
                </c:pt>
                <c:pt idx="21705">
                  <c:v>6.1286800000000001</c:v>
                </c:pt>
                <c:pt idx="21706">
                  <c:v>6.1289899999999999</c:v>
                </c:pt>
                <c:pt idx="21707">
                  <c:v>6.1292999999999997</c:v>
                </c:pt>
                <c:pt idx="21708">
                  <c:v>6.1295999999999999</c:v>
                </c:pt>
                <c:pt idx="21709">
                  <c:v>6.1299099999999997</c:v>
                </c:pt>
                <c:pt idx="21710">
                  <c:v>6.1302099999999999</c:v>
                </c:pt>
                <c:pt idx="21711">
                  <c:v>6.1305199999999997</c:v>
                </c:pt>
                <c:pt idx="21712">
                  <c:v>6.1308199999999999</c:v>
                </c:pt>
                <c:pt idx="21713">
                  <c:v>6.1311299999999997</c:v>
                </c:pt>
                <c:pt idx="21714">
                  <c:v>6.1314299999999999</c:v>
                </c:pt>
                <c:pt idx="21715">
                  <c:v>6.1317399999999997</c:v>
                </c:pt>
                <c:pt idx="21716">
                  <c:v>6.1320399999999999</c:v>
                </c:pt>
                <c:pt idx="21717">
                  <c:v>6.1323499999999997</c:v>
                </c:pt>
                <c:pt idx="21718">
                  <c:v>6.1326599999999996</c:v>
                </c:pt>
                <c:pt idx="21719">
                  <c:v>6.1329599999999997</c:v>
                </c:pt>
                <c:pt idx="21720">
                  <c:v>6.1332700000000004</c:v>
                </c:pt>
                <c:pt idx="21721">
                  <c:v>6.1335699999999997</c:v>
                </c:pt>
                <c:pt idx="21722">
                  <c:v>6.1338800000000004</c:v>
                </c:pt>
                <c:pt idx="21723">
                  <c:v>6.1341799999999997</c:v>
                </c:pt>
                <c:pt idx="21724">
                  <c:v>6.1344900000000004</c:v>
                </c:pt>
                <c:pt idx="21725">
                  <c:v>6.1347899999999997</c:v>
                </c:pt>
                <c:pt idx="21726">
                  <c:v>6.1351000000000004</c:v>
                </c:pt>
                <c:pt idx="21727">
                  <c:v>6.1353999999999997</c:v>
                </c:pt>
                <c:pt idx="21728">
                  <c:v>6.1357100000000004</c:v>
                </c:pt>
                <c:pt idx="21729">
                  <c:v>6.1360099999999997</c:v>
                </c:pt>
                <c:pt idx="21730">
                  <c:v>6.1363200000000004</c:v>
                </c:pt>
                <c:pt idx="21731">
                  <c:v>6.1366300000000003</c:v>
                </c:pt>
                <c:pt idx="21732">
                  <c:v>6.1369300000000004</c:v>
                </c:pt>
                <c:pt idx="21733">
                  <c:v>6.1372400000000003</c:v>
                </c:pt>
                <c:pt idx="21734">
                  <c:v>6.1375400000000004</c:v>
                </c:pt>
                <c:pt idx="21735">
                  <c:v>6.1378500000000003</c:v>
                </c:pt>
                <c:pt idx="21736">
                  <c:v>6.1381500000000004</c:v>
                </c:pt>
                <c:pt idx="21737">
                  <c:v>6.1384600000000002</c:v>
                </c:pt>
                <c:pt idx="21738">
                  <c:v>6.1387600000000004</c:v>
                </c:pt>
                <c:pt idx="21739">
                  <c:v>6.1390700000000002</c:v>
                </c:pt>
                <c:pt idx="21740">
                  <c:v>6.1393700000000004</c:v>
                </c:pt>
                <c:pt idx="21741">
                  <c:v>6.1396800000000002</c:v>
                </c:pt>
                <c:pt idx="21742">
                  <c:v>6.1399800000000004</c:v>
                </c:pt>
                <c:pt idx="21743">
                  <c:v>6.1402900000000002</c:v>
                </c:pt>
                <c:pt idx="21744">
                  <c:v>6.1406000000000001</c:v>
                </c:pt>
                <c:pt idx="21745">
                  <c:v>6.1409000000000002</c:v>
                </c:pt>
                <c:pt idx="21746">
                  <c:v>6.1412100000000001</c:v>
                </c:pt>
                <c:pt idx="21747">
                  <c:v>6.1415100000000002</c:v>
                </c:pt>
                <c:pt idx="21748">
                  <c:v>6.1418200000000001</c:v>
                </c:pt>
                <c:pt idx="21749">
                  <c:v>6.1421200000000002</c:v>
                </c:pt>
                <c:pt idx="21750">
                  <c:v>6.1424300000000001</c:v>
                </c:pt>
                <c:pt idx="21751">
                  <c:v>6.1427300000000002</c:v>
                </c:pt>
                <c:pt idx="21752">
                  <c:v>6.1430400000000001</c:v>
                </c:pt>
                <c:pt idx="21753">
                  <c:v>6.1433400000000002</c:v>
                </c:pt>
                <c:pt idx="21754">
                  <c:v>6.1436500000000001</c:v>
                </c:pt>
                <c:pt idx="21755">
                  <c:v>6.1439500000000002</c:v>
                </c:pt>
                <c:pt idx="21756">
                  <c:v>6.1442600000000001</c:v>
                </c:pt>
                <c:pt idx="21757">
                  <c:v>6.1445699999999999</c:v>
                </c:pt>
                <c:pt idx="21758">
                  <c:v>6.1448700000000001</c:v>
                </c:pt>
                <c:pt idx="21759">
                  <c:v>6.1451799999999999</c:v>
                </c:pt>
                <c:pt idx="21760">
                  <c:v>6.1454800000000001</c:v>
                </c:pt>
                <c:pt idx="21761">
                  <c:v>6.1457899999999999</c:v>
                </c:pt>
                <c:pt idx="21762">
                  <c:v>6.1460900000000001</c:v>
                </c:pt>
                <c:pt idx="21763">
                  <c:v>6.1463999999999999</c:v>
                </c:pt>
                <c:pt idx="21764">
                  <c:v>6.1467000000000001</c:v>
                </c:pt>
                <c:pt idx="21765">
                  <c:v>6.1470099999999999</c:v>
                </c:pt>
                <c:pt idx="21766">
                  <c:v>6.1473100000000001</c:v>
                </c:pt>
                <c:pt idx="21767">
                  <c:v>6.1476199999999999</c:v>
                </c:pt>
                <c:pt idx="21768">
                  <c:v>6.1479200000000001</c:v>
                </c:pt>
                <c:pt idx="21769">
                  <c:v>6.1482299999999999</c:v>
                </c:pt>
                <c:pt idx="21770">
                  <c:v>6.1485399999999997</c:v>
                </c:pt>
                <c:pt idx="21771">
                  <c:v>6.1488399999999999</c:v>
                </c:pt>
                <c:pt idx="21772">
                  <c:v>6.1491499999999997</c:v>
                </c:pt>
                <c:pt idx="21773">
                  <c:v>6.1494499999999999</c:v>
                </c:pt>
                <c:pt idx="21774">
                  <c:v>6.1497599999999997</c:v>
                </c:pt>
                <c:pt idx="21775">
                  <c:v>6.1500599999999999</c:v>
                </c:pt>
                <c:pt idx="21776">
                  <c:v>6.1503699999999997</c:v>
                </c:pt>
                <c:pt idx="21777">
                  <c:v>6.1506699999999999</c:v>
                </c:pt>
                <c:pt idx="21778">
                  <c:v>6.1509799999999997</c:v>
                </c:pt>
                <c:pt idx="21779">
                  <c:v>6.1512799999999999</c:v>
                </c:pt>
                <c:pt idx="21780">
                  <c:v>6.1515899999999997</c:v>
                </c:pt>
                <c:pt idx="21781">
                  <c:v>6.1519000000000004</c:v>
                </c:pt>
                <c:pt idx="21782">
                  <c:v>6.1521999999999997</c:v>
                </c:pt>
                <c:pt idx="21783">
                  <c:v>6.1525100000000004</c:v>
                </c:pt>
                <c:pt idx="21784">
                  <c:v>6.1528099999999997</c:v>
                </c:pt>
                <c:pt idx="21785">
                  <c:v>6.1531200000000004</c:v>
                </c:pt>
                <c:pt idx="21786">
                  <c:v>6.1534199999999997</c:v>
                </c:pt>
                <c:pt idx="21787">
                  <c:v>6.1537300000000004</c:v>
                </c:pt>
                <c:pt idx="21788">
                  <c:v>6.1540299999999997</c:v>
                </c:pt>
                <c:pt idx="21789">
                  <c:v>6.1543400000000004</c:v>
                </c:pt>
                <c:pt idx="21790">
                  <c:v>6.1546399999999997</c:v>
                </c:pt>
                <c:pt idx="21791">
                  <c:v>6.1549500000000004</c:v>
                </c:pt>
                <c:pt idx="21792">
                  <c:v>6.1552499999999997</c:v>
                </c:pt>
                <c:pt idx="21793">
                  <c:v>6.1555600000000004</c:v>
                </c:pt>
                <c:pt idx="21794">
                  <c:v>6.1558700000000002</c:v>
                </c:pt>
                <c:pt idx="21795">
                  <c:v>6.1561700000000004</c:v>
                </c:pt>
                <c:pt idx="21796">
                  <c:v>6.1564800000000002</c:v>
                </c:pt>
                <c:pt idx="21797">
                  <c:v>6.1567800000000004</c:v>
                </c:pt>
                <c:pt idx="21798">
                  <c:v>6.1570900000000002</c:v>
                </c:pt>
                <c:pt idx="21799">
                  <c:v>6.1573900000000004</c:v>
                </c:pt>
                <c:pt idx="21800">
                  <c:v>6.1577000000000002</c:v>
                </c:pt>
                <c:pt idx="21801">
                  <c:v>6.1580000000000004</c:v>
                </c:pt>
                <c:pt idx="21802">
                  <c:v>6.1583100000000002</c:v>
                </c:pt>
                <c:pt idx="21803">
                  <c:v>6.1586100000000004</c:v>
                </c:pt>
                <c:pt idx="21804">
                  <c:v>6.1589200000000002</c:v>
                </c:pt>
                <c:pt idx="21805">
                  <c:v>6.1592200000000004</c:v>
                </c:pt>
                <c:pt idx="21806">
                  <c:v>6.1595300000000002</c:v>
                </c:pt>
                <c:pt idx="21807">
                  <c:v>6.15984</c:v>
                </c:pt>
                <c:pt idx="21808">
                  <c:v>6.1601400000000002</c:v>
                </c:pt>
                <c:pt idx="21809">
                  <c:v>6.16045</c:v>
                </c:pt>
                <c:pt idx="21810">
                  <c:v>6.1607500000000002</c:v>
                </c:pt>
                <c:pt idx="21811">
                  <c:v>6.16106</c:v>
                </c:pt>
                <c:pt idx="21812">
                  <c:v>6.1613600000000002</c:v>
                </c:pt>
                <c:pt idx="21813">
                  <c:v>6.16167</c:v>
                </c:pt>
                <c:pt idx="21814">
                  <c:v>6.1619700000000002</c:v>
                </c:pt>
                <c:pt idx="21815">
                  <c:v>6.16228</c:v>
                </c:pt>
                <c:pt idx="21816">
                  <c:v>6.1625800000000002</c:v>
                </c:pt>
                <c:pt idx="21817">
                  <c:v>6.16289</c:v>
                </c:pt>
                <c:pt idx="21818">
                  <c:v>6.1631900000000002</c:v>
                </c:pt>
                <c:pt idx="21819">
                  <c:v>6.1635</c:v>
                </c:pt>
                <c:pt idx="21820">
                  <c:v>6.1638099999999998</c:v>
                </c:pt>
                <c:pt idx="21821">
                  <c:v>6.16411</c:v>
                </c:pt>
                <c:pt idx="21822">
                  <c:v>6.1644199999999998</c:v>
                </c:pt>
                <c:pt idx="21823">
                  <c:v>6.16472</c:v>
                </c:pt>
                <c:pt idx="21824">
                  <c:v>6.1650299999999998</c:v>
                </c:pt>
                <c:pt idx="21825">
                  <c:v>6.16533</c:v>
                </c:pt>
                <c:pt idx="21826">
                  <c:v>6.1656399999999998</c:v>
                </c:pt>
                <c:pt idx="21827">
                  <c:v>6.16594</c:v>
                </c:pt>
                <c:pt idx="21828">
                  <c:v>6.1662499999999998</c:v>
                </c:pt>
                <c:pt idx="21829">
                  <c:v>6.16655</c:v>
                </c:pt>
                <c:pt idx="21830">
                  <c:v>6.1668599999999998</c:v>
                </c:pt>
                <c:pt idx="21831">
                  <c:v>6.16716</c:v>
                </c:pt>
                <c:pt idx="21832">
                  <c:v>6.1674699999999998</c:v>
                </c:pt>
                <c:pt idx="21833">
                  <c:v>6.1677799999999996</c:v>
                </c:pt>
                <c:pt idx="21834">
                  <c:v>6.1680799999999998</c:v>
                </c:pt>
                <c:pt idx="21835">
                  <c:v>6.1683899999999996</c:v>
                </c:pt>
                <c:pt idx="21836">
                  <c:v>6.1686899999999998</c:v>
                </c:pt>
                <c:pt idx="21837">
                  <c:v>6.1689999999999996</c:v>
                </c:pt>
                <c:pt idx="21838">
                  <c:v>6.1692999999999998</c:v>
                </c:pt>
                <c:pt idx="21839">
                  <c:v>6.1696099999999996</c:v>
                </c:pt>
                <c:pt idx="21840">
                  <c:v>6.1699099999999998</c:v>
                </c:pt>
                <c:pt idx="21841">
                  <c:v>6.1702199999999996</c:v>
                </c:pt>
                <c:pt idx="21842">
                  <c:v>6.1705199999999998</c:v>
                </c:pt>
                <c:pt idx="21843">
                  <c:v>6.1708299999999996</c:v>
                </c:pt>
                <c:pt idx="21844">
                  <c:v>6.1711400000000003</c:v>
                </c:pt>
                <c:pt idx="21845">
                  <c:v>6.1714399999999996</c:v>
                </c:pt>
                <c:pt idx="21846">
                  <c:v>6.1717500000000003</c:v>
                </c:pt>
                <c:pt idx="21847">
                  <c:v>6.1720499999999996</c:v>
                </c:pt>
                <c:pt idx="21848">
                  <c:v>6.1723600000000003</c:v>
                </c:pt>
                <c:pt idx="21849">
                  <c:v>6.1726599999999996</c:v>
                </c:pt>
                <c:pt idx="21850">
                  <c:v>6.1729700000000003</c:v>
                </c:pt>
                <c:pt idx="21851">
                  <c:v>6.1732699999999996</c:v>
                </c:pt>
                <c:pt idx="21852">
                  <c:v>6.1735800000000003</c:v>
                </c:pt>
                <c:pt idx="21853">
                  <c:v>6.1738799999999996</c:v>
                </c:pt>
                <c:pt idx="21854">
                  <c:v>6.1741900000000003</c:v>
                </c:pt>
                <c:pt idx="21855">
                  <c:v>6.1744899999999996</c:v>
                </c:pt>
                <c:pt idx="21856">
                  <c:v>6.1748000000000003</c:v>
                </c:pt>
                <c:pt idx="21857">
                  <c:v>6.1751100000000001</c:v>
                </c:pt>
                <c:pt idx="21858">
                  <c:v>6.1754100000000003</c:v>
                </c:pt>
                <c:pt idx="21859">
                  <c:v>6.1757200000000001</c:v>
                </c:pt>
                <c:pt idx="21860">
                  <c:v>6.1760200000000003</c:v>
                </c:pt>
                <c:pt idx="21861">
                  <c:v>6.1763300000000001</c:v>
                </c:pt>
                <c:pt idx="21862">
                  <c:v>6.1766300000000003</c:v>
                </c:pt>
                <c:pt idx="21863">
                  <c:v>6.1769400000000001</c:v>
                </c:pt>
                <c:pt idx="21864">
                  <c:v>6.1772400000000003</c:v>
                </c:pt>
                <c:pt idx="21865">
                  <c:v>6.1775500000000001</c:v>
                </c:pt>
                <c:pt idx="21866">
                  <c:v>6.1778500000000003</c:v>
                </c:pt>
                <c:pt idx="21867">
                  <c:v>6.1781600000000001</c:v>
                </c:pt>
                <c:pt idx="21868">
                  <c:v>6.1784600000000003</c:v>
                </c:pt>
                <c:pt idx="21869">
                  <c:v>6.1787700000000001</c:v>
                </c:pt>
                <c:pt idx="21870">
                  <c:v>6.1790799999999999</c:v>
                </c:pt>
                <c:pt idx="21871">
                  <c:v>6.1793800000000001</c:v>
                </c:pt>
                <c:pt idx="21872">
                  <c:v>6.1796899999999999</c:v>
                </c:pt>
                <c:pt idx="21873">
                  <c:v>6.1799900000000001</c:v>
                </c:pt>
                <c:pt idx="21874">
                  <c:v>6.1802999999999999</c:v>
                </c:pt>
                <c:pt idx="21875">
                  <c:v>6.1806000000000001</c:v>
                </c:pt>
                <c:pt idx="21876">
                  <c:v>6.1809099999999999</c:v>
                </c:pt>
                <c:pt idx="21877">
                  <c:v>6.1812100000000001</c:v>
                </c:pt>
                <c:pt idx="21878">
                  <c:v>6.1815199999999999</c:v>
                </c:pt>
                <c:pt idx="21879">
                  <c:v>6.1818200000000001</c:v>
                </c:pt>
                <c:pt idx="21880">
                  <c:v>6.1821299999999999</c:v>
                </c:pt>
                <c:pt idx="21881">
                  <c:v>6.1824300000000001</c:v>
                </c:pt>
                <c:pt idx="21882">
                  <c:v>6.1827399999999999</c:v>
                </c:pt>
                <c:pt idx="21883">
                  <c:v>6.1830499999999997</c:v>
                </c:pt>
                <c:pt idx="21884">
                  <c:v>6.1833499999999999</c:v>
                </c:pt>
                <c:pt idx="21885">
                  <c:v>6.1836599999999997</c:v>
                </c:pt>
                <c:pt idx="21886">
                  <c:v>6.1839599999999999</c:v>
                </c:pt>
                <c:pt idx="21887">
                  <c:v>6.1842699999999997</c:v>
                </c:pt>
                <c:pt idx="21888">
                  <c:v>6.1845699999999999</c:v>
                </c:pt>
                <c:pt idx="21889">
                  <c:v>6.1848799999999997</c:v>
                </c:pt>
                <c:pt idx="21890">
                  <c:v>6.1851799999999999</c:v>
                </c:pt>
                <c:pt idx="21891">
                  <c:v>6.1854899999999997</c:v>
                </c:pt>
                <c:pt idx="21892">
                  <c:v>6.1857899999999999</c:v>
                </c:pt>
                <c:pt idx="21893">
                  <c:v>6.1860999999999997</c:v>
                </c:pt>
                <c:pt idx="21894">
                  <c:v>6.1864100000000004</c:v>
                </c:pt>
                <c:pt idx="21895">
                  <c:v>6.1867099999999997</c:v>
                </c:pt>
                <c:pt idx="21896">
                  <c:v>6.1870200000000004</c:v>
                </c:pt>
                <c:pt idx="21897">
                  <c:v>6.1873199999999997</c:v>
                </c:pt>
                <c:pt idx="21898">
                  <c:v>6.1876300000000004</c:v>
                </c:pt>
                <c:pt idx="21899">
                  <c:v>6.1879299999999997</c:v>
                </c:pt>
                <c:pt idx="21900">
                  <c:v>6.1882400000000004</c:v>
                </c:pt>
                <c:pt idx="21901">
                  <c:v>6.1885399999999997</c:v>
                </c:pt>
                <c:pt idx="21902">
                  <c:v>6.1888500000000004</c:v>
                </c:pt>
                <c:pt idx="21903">
                  <c:v>6.1891499999999997</c:v>
                </c:pt>
                <c:pt idx="21904">
                  <c:v>6.1894600000000004</c:v>
                </c:pt>
                <c:pt idx="21905">
                  <c:v>6.1897599999999997</c:v>
                </c:pt>
                <c:pt idx="21906">
                  <c:v>6.1900700000000004</c:v>
                </c:pt>
                <c:pt idx="21907">
                  <c:v>6.1903800000000002</c:v>
                </c:pt>
                <c:pt idx="21908">
                  <c:v>6.1906800000000004</c:v>
                </c:pt>
                <c:pt idx="21909">
                  <c:v>6.1909900000000002</c:v>
                </c:pt>
                <c:pt idx="21910">
                  <c:v>6.1912900000000004</c:v>
                </c:pt>
                <c:pt idx="21911">
                  <c:v>6.1916000000000002</c:v>
                </c:pt>
                <c:pt idx="21912">
                  <c:v>6.1919000000000004</c:v>
                </c:pt>
                <c:pt idx="21913">
                  <c:v>6.1922100000000002</c:v>
                </c:pt>
                <c:pt idx="21914">
                  <c:v>6.1925100000000004</c:v>
                </c:pt>
                <c:pt idx="21915">
                  <c:v>6.1928200000000002</c:v>
                </c:pt>
                <c:pt idx="21916">
                  <c:v>6.1931200000000004</c:v>
                </c:pt>
                <c:pt idx="21917">
                  <c:v>6.1934300000000002</c:v>
                </c:pt>
                <c:pt idx="21918">
                  <c:v>6.1937300000000004</c:v>
                </c:pt>
                <c:pt idx="21919">
                  <c:v>6.1940400000000002</c:v>
                </c:pt>
                <c:pt idx="21920">
                  <c:v>6.19435</c:v>
                </c:pt>
                <c:pt idx="21921">
                  <c:v>6.1946500000000002</c:v>
                </c:pt>
                <c:pt idx="21922">
                  <c:v>6.19496</c:v>
                </c:pt>
                <c:pt idx="21923">
                  <c:v>6.1952600000000002</c:v>
                </c:pt>
                <c:pt idx="21924">
                  <c:v>6.19557</c:v>
                </c:pt>
                <c:pt idx="21925">
                  <c:v>6.1958700000000002</c:v>
                </c:pt>
                <c:pt idx="21926">
                  <c:v>6.19618</c:v>
                </c:pt>
                <c:pt idx="21927">
                  <c:v>6.1964800000000002</c:v>
                </c:pt>
                <c:pt idx="21928">
                  <c:v>6.19679</c:v>
                </c:pt>
                <c:pt idx="21929">
                  <c:v>6.1970900000000002</c:v>
                </c:pt>
                <c:pt idx="21930">
                  <c:v>6.1974</c:v>
                </c:pt>
                <c:pt idx="21931">
                  <c:v>6.1977000000000002</c:v>
                </c:pt>
                <c:pt idx="21932">
                  <c:v>6.19801</c:v>
                </c:pt>
                <c:pt idx="21933">
                  <c:v>6.1983199999999998</c:v>
                </c:pt>
                <c:pt idx="21934">
                  <c:v>6.19862</c:v>
                </c:pt>
                <c:pt idx="21935">
                  <c:v>6.1989299999999998</c:v>
                </c:pt>
                <c:pt idx="21936">
                  <c:v>6.19923</c:v>
                </c:pt>
                <c:pt idx="21937">
                  <c:v>6.1995399999999998</c:v>
                </c:pt>
                <c:pt idx="21938">
                  <c:v>6.19984</c:v>
                </c:pt>
                <c:pt idx="21939">
                  <c:v>6.2001499999999998</c:v>
                </c:pt>
                <c:pt idx="21940">
                  <c:v>6.20045</c:v>
                </c:pt>
                <c:pt idx="21941">
                  <c:v>6.2007599999999998</c:v>
                </c:pt>
                <c:pt idx="21942">
                  <c:v>6.20106</c:v>
                </c:pt>
                <c:pt idx="21943">
                  <c:v>6.2013699999999998</c:v>
                </c:pt>
                <c:pt idx="21944">
                  <c:v>6.20167</c:v>
                </c:pt>
                <c:pt idx="21945">
                  <c:v>6.2019799999999998</c:v>
                </c:pt>
                <c:pt idx="21946">
                  <c:v>6.2022899999999996</c:v>
                </c:pt>
                <c:pt idx="21947">
                  <c:v>6.2025899999999998</c:v>
                </c:pt>
                <c:pt idx="21948">
                  <c:v>6.2028999999999996</c:v>
                </c:pt>
                <c:pt idx="21949">
                  <c:v>6.2031999999999998</c:v>
                </c:pt>
                <c:pt idx="21950">
                  <c:v>6.2035099999999996</c:v>
                </c:pt>
                <c:pt idx="21951">
                  <c:v>6.2038099999999998</c:v>
                </c:pt>
                <c:pt idx="21952">
                  <c:v>6.2041199999999996</c:v>
                </c:pt>
                <c:pt idx="21953">
                  <c:v>6.2044199999999998</c:v>
                </c:pt>
                <c:pt idx="21954">
                  <c:v>6.2047299999999996</c:v>
                </c:pt>
                <c:pt idx="21955">
                  <c:v>6.2050299999999998</c:v>
                </c:pt>
                <c:pt idx="21956">
                  <c:v>6.2053399999999996</c:v>
                </c:pt>
                <c:pt idx="21957">
                  <c:v>6.2056500000000003</c:v>
                </c:pt>
                <c:pt idx="21958">
                  <c:v>6.2059499999999996</c:v>
                </c:pt>
                <c:pt idx="21959">
                  <c:v>6.2062600000000003</c:v>
                </c:pt>
                <c:pt idx="21960">
                  <c:v>6.2065599999999996</c:v>
                </c:pt>
                <c:pt idx="21961">
                  <c:v>6.2068700000000003</c:v>
                </c:pt>
                <c:pt idx="21962">
                  <c:v>6.2071699999999996</c:v>
                </c:pt>
                <c:pt idx="21963">
                  <c:v>6.2074800000000003</c:v>
                </c:pt>
                <c:pt idx="21964">
                  <c:v>6.2077799999999996</c:v>
                </c:pt>
                <c:pt idx="21965">
                  <c:v>6.2080900000000003</c:v>
                </c:pt>
                <c:pt idx="21966">
                  <c:v>6.2083899999999996</c:v>
                </c:pt>
                <c:pt idx="21967">
                  <c:v>6.2087000000000003</c:v>
                </c:pt>
                <c:pt idx="21968">
                  <c:v>6.2089999999999996</c:v>
                </c:pt>
                <c:pt idx="21969">
                  <c:v>6.2093100000000003</c:v>
                </c:pt>
                <c:pt idx="21970">
                  <c:v>6.2096200000000001</c:v>
                </c:pt>
                <c:pt idx="21971">
                  <c:v>6.2099200000000003</c:v>
                </c:pt>
                <c:pt idx="21972">
                  <c:v>6.2102300000000001</c:v>
                </c:pt>
                <c:pt idx="21973">
                  <c:v>6.2105300000000003</c:v>
                </c:pt>
                <c:pt idx="21974">
                  <c:v>6.2108400000000001</c:v>
                </c:pt>
                <c:pt idx="21975">
                  <c:v>6.2111400000000003</c:v>
                </c:pt>
                <c:pt idx="21976">
                  <c:v>6.2114500000000001</c:v>
                </c:pt>
                <c:pt idx="21977">
                  <c:v>6.2117500000000003</c:v>
                </c:pt>
                <c:pt idx="21978">
                  <c:v>6.2120600000000001</c:v>
                </c:pt>
                <c:pt idx="21979">
                  <c:v>6.2123600000000003</c:v>
                </c:pt>
                <c:pt idx="21980">
                  <c:v>6.2126700000000001</c:v>
                </c:pt>
                <c:pt idx="21981">
                  <c:v>6.2129700000000003</c:v>
                </c:pt>
                <c:pt idx="21982">
                  <c:v>6.2132800000000001</c:v>
                </c:pt>
                <c:pt idx="21983">
                  <c:v>6.2135899999999999</c:v>
                </c:pt>
                <c:pt idx="21984">
                  <c:v>6.2138900000000001</c:v>
                </c:pt>
                <c:pt idx="21985">
                  <c:v>6.2141999999999999</c:v>
                </c:pt>
                <c:pt idx="21986">
                  <c:v>6.2145000000000001</c:v>
                </c:pt>
                <c:pt idx="21987">
                  <c:v>6.2148099999999999</c:v>
                </c:pt>
                <c:pt idx="21988">
                  <c:v>6.2151100000000001</c:v>
                </c:pt>
                <c:pt idx="21989">
                  <c:v>6.2154199999999999</c:v>
                </c:pt>
                <c:pt idx="21990">
                  <c:v>6.2157200000000001</c:v>
                </c:pt>
                <c:pt idx="21991">
                  <c:v>6.2160299999999999</c:v>
                </c:pt>
                <c:pt idx="21992">
                  <c:v>6.2163300000000001</c:v>
                </c:pt>
                <c:pt idx="21993">
                  <c:v>6.2166399999999999</c:v>
                </c:pt>
                <c:pt idx="21994">
                  <c:v>6.2169400000000001</c:v>
                </c:pt>
                <c:pt idx="21995">
                  <c:v>6.2172499999999999</c:v>
                </c:pt>
                <c:pt idx="21996">
                  <c:v>6.2175599999999998</c:v>
                </c:pt>
                <c:pt idx="21997">
                  <c:v>6.2178599999999999</c:v>
                </c:pt>
                <c:pt idx="21998">
                  <c:v>6.2181699999999998</c:v>
                </c:pt>
                <c:pt idx="21999">
                  <c:v>6.2184699999999999</c:v>
                </c:pt>
                <c:pt idx="22000">
                  <c:v>6.2187799999999998</c:v>
                </c:pt>
                <c:pt idx="22001">
                  <c:v>6.2190799999999999</c:v>
                </c:pt>
                <c:pt idx="22002">
                  <c:v>6.2193899999999998</c:v>
                </c:pt>
                <c:pt idx="22003">
                  <c:v>6.2196899999999999</c:v>
                </c:pt>
                <c:pt idx="22004">
                  <c:v>6.22</c:v>
                </c:pt>
                <c:pt idx="22005">
                  <c:v>6.2202999999999999</c:v>
                </c:pt>
                <c:pt idx="22006">
                  <c:v>6.2206099999999998</c:v>
                </c:pt>
                <c:pt idx="22007">
                  <c:v>6.2209099999999999</c:v>
                </c:pt>
                <c:pt idx="22008">
                  <c:v>6.2212199999999998</c:v>
                </c:pt>
                <c:pt idx="22009">
                  <c:v>6.2215299999999996</c:v>
                </c:pt>
                <c:pt idx="22010">
                  <c:v>6.2218299999999997</c:v>
                </c:pt>
                <c:pt idx="22011">
                  <c:v>6.2221399999999996</c:v>
                </c:pt>
                <c:pt idx="22012">
                  <c:v>6.2224399999999997</c:v>
                </c:pt>
                <c:pt idx="22013">
                  <c:v>6.2227499999999996</c:v>
                </c:pt>
                <c:pt idx="22014">
                  <c:v>6.2230499999999997</c:v>
                </c:pt>
                <c:pt idx="22015">
                  <c:v>6.2233599999999996</c:v>
                </c:pt>
                <c:pt idx="22016">
                  <c:v>6.2236599999999997</c:v>
                </c:pt>
                <c:pt idx="22017">
                  <c:v>6.2239699999999996</c:v>
                </c:pt>
                <c:pt idx="22018">
                  <c:v>6.2242699999999997</c:v>
                </c:pt>
                <c:pt idx="22019">
                  <c:v>6.2245799999999996</c:v>
                </c:pt>
                <c:pt idx="22020">
                  <c:v>6.2248900000000003</c:v>
                </c:pt>
                <c:pt idx="22021">
                  <c:v>6.2251899999999996</c:v>
                </c:pt>
                <c:pt idx="22022">
                  <c:v>6.2255000000000003</c:v>
                </c:pt>
                <c:pt idx="22023">
                  <c:v>6.2257999999999996</c:v>
                </c:pt>
                <c:pt idx="22024">
                  <c:v>6.2261100000000003</c:v>
                </c:pt>
                <c:pt idx="22025">
                  <c:v>6.2264099999999996</c:v>
                </c:pt>
                <c:pt idx="22026">
                  <c:v>6.2267200000000003</c:v>
                </c:pt>
                <c:pt idx="22027">
                  <c:v>6.2270200000000004</c:v>
                </c:pt>
                <c:pt idx="22028">
                  <c:v>6.2273300000000003</c:v>
                </c:pt>
                <c:pt idx="22029">
                  <c:v>6.2276300000000004</c:v>
                </c:pt>
                <c:pt idx="22030">
                  <c:v>6.2279400000000003</c:v>
                </c:pt>
                <c:pt idx="22031">
                  <c:v>6.2282400000000004</c:v>
                </c:pt>
                <c:pt idx="22032">
                  <c:v>6.2285500000000003</c:v>
                </c:pt>
                <c:pt idx="22033">
                  <c:v>6.2288600000000001</c:v>
                </c:pt>
                <c:pt idx="22034">
                  <c:v>6.2291600000000003</c:v>
                </c:pt>
                <c:pt idx="22035">
                  <c:v>6.2294700000000001</c:v>
                </c:pt>
                <c:pt idx="22036">
                  <c:v>6.2297700000000003</c:v>
                </c:pt>
                <c:pt idx="22037">
                  <c:v>6.2300800000000001</c:v>
                </c:pt>
                <c:pt idx="22038">
                  <c:v>6.2303800000000003</c:v>
                </c:pt>
                <c:pt idx="22039">
                  <c:v>6.2306900000000001</c:v>
                </c:pt>
                <c:pt idx="22040">
                  <c:v>6.2309900000000003</c:v>
                </c:pt>
                <c:pt idx="22041">
                  <c:v>6.2313000000000001</c:v>
                </c:pt>
                <c:pt idx="22042">
                  <c:v>6.2316000000000003</c:v>
                </c:pt>
                <c:pt idx="22043">
                  <c:v>6.2319100000000001</c:v>
                </c:pt>
                <c:pt idx="22044">
                  <c:v>6.2322100000000002</c:v>
                </c:pt>
                <c:pt idx="22045">
                  <c:v>6.2325200000000001</c:v>
                </c:pt>
                <c:pt idx="22046">
                  <c:v>6.2328299999999999</c:v>
                </c:pt>
                <c:pt idx="22047">
                  <c:v>6.2331300000000001</c:v>
                </c:pt>
                <c:pt idx="22048">
                  <c:v>6.2334399999999999</c:v>
                </c:pt>
                <c:pt idx="22049">
                  <c:v>6.2337400000000001</c:v>
                </c:pt>
                <c:pt idx="22050">
                  <c:v>6.2340499999999999</c:v>
                </c:pt>
                <c:pt idx="22051">
                  <c:v>6.2343500000000001</c:v>
                </c:pt>
                <c:pt idx="22052">
                  <c:v>6.2346599999999999</c:v>
                </c:pt>
                <c:pt idx="22053">
                  <c:v>6.2349600000000001</c:v>
                </c:pt>
                <c:pt idx="22054">
                  <c:v>6.2352699999999999</c:v>
                </c:pt>
                <c:pt idx="22055">
                  <c:v>6.2355700000000001</c:v>
                </c:pt>
                <c:pt idx="22056">
                  <c:v>6.2358799999999999</c:v>
                </c:pt>
                <c:pt idx="22057">
                  <c:v>6.2361800000000001</c:v>
                </c:pt>
                <c:pt idx="22058">
                  <c:v>6.2364899999999999</c:v>
                </c:pt>
                <c:pt idx="22059">
                  <c:v>6.2367999999999997</c:v>
                </c:pt>
                <c:pt idx="22060">
                  <c:v>6.2370999999999999</c:v>
                </c:pt>
                <c:pt idx="22061">
                  <c:v>6.2374099999999997</c:v>
                </c:pt>
                <c:pt idx="22062">
                  <c:v>6.2377099999999999</c:v>
                </c:pt>
                <c:pt idx="22063">
                  <c:v>6.2380199999999997</c:v>
                </c:pt>
                <c:pt idx="22064">
                  <c:v>6.2383199999999999</c:v>
                </c:pt>
                <c:pt idx="22065">
                  <c:v>6.2386299999999997</c:v>
                </c:pt>
                <c:pt idx="22066">
                  <c:v>6.2389299999999999</c:v>
                </c:pt>
                <c:pt idx="22067">
                  <c:v>6.2392399999999997</c:v>
                </c:pt>
                <c:pt idx="22068">
                  <c:v>6.2395399999999999</c:v>
                </c:pt>
                <c:pt idx="22069">
                  <c:v>6.2398499999999997</c:v>
                </c:pt>
                <c:pt idx="22070">
                  <c:v>6.2401600000000004</c:v>
                </c:pt>
                <c:pt idx="22071">
                  <c:v>6.2404599999999997</c:v>
                </c:pt>
                <c:pt idx="22072">
                  <c:v>6.2407700000000004</c:v>
                </c:pt>
                <c:pt idx="22073">
                  <c:v>6.2410699999999997</c:v>
                </c:pt>
                <c:pt idx="22074">
                  <c:v>6.2413800000000004</c:v>
                </c:pt>
                <c:pt idx="22075">
                  <c:v>6.2416799999999997</c:v>
                </c:pt>
                <c:pt idx="22076">
                  <c:v>6.2419900000000004</c:v>
                </c:pt>
                <c:pt idx="22077">
                  <c:v>6.2422899999999997</c:v>
                </c:pt>
                <c:pt idx="22078">
                  <c:v>6.2426000000000004</c:v>
                </c:pt>
                <c:pt idx="22079">
                  <c:v>6.2428999999999997</c:v>
                </c:pt>
                <c:pt idx="22080">
                  <c:v>6.2432100000000004</c:v>
                </c:pt>
                <c:pt idx="22081">
                  <c:v>6.2435099999999997</c:v>
                </c:pt>
                <c:pt idx="22082">
                  <c:v>6.2438200000000004</c:v>
                </c:pt>
                <c:pt idx="22083">
                  <c:v>6.2441300000000002</c:v>
                </c:pt>
                <c:pt idx="22084">
                  <c:v>6.2444300000000004</c:v>
                </c:pt>
                <c:pt idx="22085">
                  <c:v>6.2447400000000002</c:v>
                </c:pt>
                <c:pt idx="22086">
                  <c:v>6.2450400000000004</c:v>
                </c:pt>
                <c:pt idx="22087">
                  <c:v>6.2453500000000002</c:v>
                </c:pt>
                <c:pt idx="22088">
                  <c:v>6.2456500000000004</c:v>
                </c:pt>
                <c:pt idx="22089">
                  <c:v>6.2459600000000002</c:v>
                </c:pt>
                <c:pt idx="22090">
                  <c:v>6.2462600000000004</c:v>
                </c:pt>
                <c:pt idx="22091">
                  <c:v>6.2465700000000002</c:v>
                </c:pt>
                <c:pt idx="22092">
                  <c:v>6.2468700000000004</c:v>
                </c:pt>
                <c:pt idx="22093">
                  <c:v>6.2471800000000002</c:v>
                </c:pt>
                <c:pt idx="22094">
                  <c:v>6.2474800000000004</c:v>
                </c:pt>
                <c:pt idx="22095">
                  <c:v>6.2477900000000002</c:v>
                </c:pt>
                <c:pt idx="22096">
                  <c:v>6.2481</c:v>
                </c:pt>
                <c:pt idx="22097">
                  <c:v>6.2484000000000002</c:v>
                </c:pt>
                <c:pt idx="22098">
                  <c:v>6.24871</c:v>
                </c:pt>
                <c:pt idx="22099">
                  <c:v>6.2490100000000002</c:v>
                </c:pt>
                <c:pt idx="22100">
                  <c:v>6.24932</c:v>
                </c:pt>
                <c:pt idx="22101">
                  <c:v>6.2496200000000002</c:v>
                </c:pt>
                <c:pt idx="22102">
                  <c:v>6.24993</c:v>
                </c:pt>
                <c:pt idx="22103">
                  <c:v>6.2502300000000002</c:v>
                </c:pt>
                <c:pt idx="22104">
                  <c:v>6.25054</c:v>
                </c:pt>
                <c:pt idx="22105">
                  <c:v>6.2508400000000002</c:v>
                </c:pt>
                <c:pt idx="22106">
                  <c:v>6.25115</c:v>
                </c:pt>
                <c:pt idx="22107">
                  <c:v>6.2514500000000002</c:v>
                </c:pt>
                <c:pt idx="22108">
                  <c:v>6.25176</c:v>
                </c:pt>
                <c:pt idx="22109">
                  <c:v>6.2520699999999998</c:v>
                </c:pt>
                <c:pt idx="22110">
                  <c:v>6.25237</c:v>
                </c:pt>
                <c:pt idx="22111">
                  <c:v>6.2526799999999998</c:v>
                </c:pt>
                <c:pt idx="22112">
                  <c:v>6.25298</c:v>
                </c:pt>
                <c:pt idx="22113">
                  <c:v>6.2532899999999998</c:v>
                </c:pt>
                <c:pt idx="22114">
                  <c:v>6.25359</c:v>
                </c:pt>
                <c:pt idx="22115">
                  <c:v>6.2538999999999998</c:v>
                </c:pt>
                <c:pt idx="22116">
                  <c:v>6.2542</c:v>
                </c:pt>
                <c:pt idx="22117">
                  <c:v>6.2545099999999998</c:v>
                </c:pt>
                <c:pt idx="22118">
                  <c:v>6.25481</c:v>
                </c:pt>
                <c:pt idx="22119">
                  <c:v>6.2551199999999998</c:v>
                </c:pt>
                <c:pt idx="22120">
                  <c:v>6.25542</c:v>
                </c:pt>
                <c:pt idx="22121">
                  <c:v>6.2557299999999998</c:v>
                </c:pt>
                <c:pt idx="22122">
                  <c:v>6.2560399999999996</c:v>
                </c:pt>
                <c:pt idx="22123">
                  <c:v>6.2563399999999998</c:v>
                </c:pt>
                <c:pt idx="22124">
                  <c:v>6.2566499999999996</c:v>
                </c:pt>
                <c:pt idx="22125">
                  <c:v>6.2569499999999998</c:v>
                </c:pt>
                <c:pt idx="22126">
                  <c:v>6.2572599999999996</c:v>
                </c:pt>
                <c:pt idx="22127">
                  <c:v>6.2575599999999998</c:v>
                </c:pt>
                <c:pt idx="22128">
                  <c:v>6.2578699999999996</c:v>
                </c:pt>
                <c:pt idx="22129">
                  <c:v>6.2581699999999998</c:v>
                </c:pt>
                <c:pt idx="22130">
                  <c:v>6.2584799999999996</c:v>
                </c:pt>
                <c:pt idx="22131">
                  <c:v>6.2587799999999998</c:v>
                </c:pt>
                <c:pt idx="22132">
                  <c:v>6.2590899999999996</c:v>
                </c:pt>
                <c:pt idx="22133">
                  <c:v>6.2594000000000003</c:v>
                </c:pt>
                <c:pt idx="22134">
                  <c:v>6.2596999999999996</c:v>
                </c:pt>
                <c:pt idx="22135">
                  <c:v>6.2600100000000003</c:v>
                </c:pt>
                <c:pt idx="22136">
                  <c:v>6.2603099999999996</c:v>
                </c:pt>
                <c:pt idx="22137">
                  <c:v>6.2606200000000003</c:v>
                </c:pt>
                <c:pt idx="22138">
                  <c:v>6.2609199999999996</c:v>
                </c:pt>
                <c:pt idx="22139">
                  <c:v>6.2612300000000003</c:v>
                </c:pt>
                <c:pt idx="22140">
                  <c:v>6.2615299999999996</c:v>
                </c:pt>
                <c:pt idx="22141">
                  <c:v>6.2618400000000003</c:v>
                </c:pt>
                <c:pt idx="22142">
                  <c:v>6.2621399999999996</c:v>
                </c:pt>
                <c:pt idx="22143">
                  <c:v>6.2624500000000003</c:v>
                </c:pt>
                <c:pt idx="22144">
                  <c:v>6.2627499999999996</c:v>
                </c:pt>
                <c:pt idx="22145">
                  <c:v>6.2630600000000003</c:v>
                </c:pt>
                <c:pt idx="22146">
                  <c:v>6.2633700000000001</c:v>
                </c:pt>
                <c:pt idx="22147">
                  <c:v>6.2636700000000003</c:v>
                </c:pt>
                <c:pt idx="22148">
                  <c:v>6.2639800000000001</c:v>
                </c:pt>
                <c:pt idx="22149">
                  <c:v>6.2642800000000003</c:v>
                </c:pt>
                <c:pt idx="22150">
                  <c:v>6.2645900000000001</c:v>
                </c:pt>
                <c:pt idx="22151">
                  <c:v>6.2648900000000003</c:v>
                </c:pt>
                <c:pt idx="22152">
                  <c:v>6.2652000000000001</c:v>
                </c:pt>
                <c:pt idx="22153">
                  <c:v>6.2655000000000003</c:v>
                </c:pt>
                <c:pt idx="22154">
                  <c:v>6.2658100000000001</c:v>
                </c:pt>
                <c:pt idx="22155">
                  <c:v>6.2661100000000003</c:v>
                </c:pt>
                <c:pt idx="22156">
                  <c:v>6.2664200000000001</c:v>
                </c:pt>
                <c:pt idx="22157">
                  <c:v>6.2667200000000003</c:v>
                </c:pt>
                <c:pt idx="22158">
                  <c:v>6.2670300000000001</c:v>
                </c:pt>
                <c:pt idx="22159">
                  <c:v>6.2673399999999999</c:v>
                </c:pt>
                <c:pt idx="22160">
                  <c:v>6.2676400000000001</c:v>
                </c:pt>
                <c:pt idx="22161">
                  <c:v>6.2679499999999999</c:v>
                </c:pt>
                <c:pt idx="22162">
                  <c:v>6.2682500000000001</c:v>
                </c:pt>
                <c:pt idx="22163">
                  <c:v>6.2685599999999999</c:v>
                </c:pt>
                <c:pt idx="22164">
                  <c:v>6.2688600000000001</c:v>
                </c:pt>
                <c:pt idx="22165">
                  <c:v>6.2691699999999999</c:v>
                </c:pt>
                <c:pt idx="22166">
                  <c:v>6.2694700000000001</c:v>
                </c:pt>
                <c:pt idx="22167">
                  <c:v>6.2697799999999999</c:v>
                </c:pt>
                <c:pt idx="22168">
                  <c:v>6.2700800000000001</c:v>
                </c:pt>
                <c:pt idx="22169">
                  <c:v>6.2703899999999999</c:v>
                </c:pt>
                <c:pt idx="22170">
                  <c:v>6.2706900000000001</c:v>
                </c:pt>
                <c:pt idx="22171">
                  <c:v>6.2709999999999999</c:v>
                </c:pt>
                <c:pt idx="22172">
                  <c:v>6.2713099999999997</c:v>
                </c:pt>
                <c:pt idx="22173">
                  <c:v>6.2716099999999999</c:v>
                </c:pt>
                <c:pt idx="22174">
                  <c:v>6.2719199999999997</c:v>
                </c:pt>
                <c:pt idx="22175">
                  <c:v>6.2722199999999999</c:v>
                </c:pt>
                <c:pt idx="22176">
                  <c:v>6.2725299999999997</c:v>
                </c:pt>
                <c:pt idx="22177">
                  <c:v>6.2728299999999999</c:v>
                </c:pt>
                <c:pt idx="22178">
                  <c:v>6.2731399999999997</c:v>
                </c:pt>
                <c:pt idx="22179">
                  <c:v>6.2734399999999999</c:v>
                </c:pt>
                <c:pt idx="22180">
                  <c:v>6.2737499999999997</c:v>
                </c:pt>
                <c:pt idx="22181">
                  <c:v>6.2740499999999999</c:v>
                </c:pt>
                <c:pt idx="22182">
                  <c:v>6.2743599999999997</c:v>
                </c:pt>
                <c:pt idx="22183">
                  <c:v>6.2746599999999999</c:v>
                </c:pt>
                <c:pt idx="22184">
                  <c:v>6.2749699999999997</c:v>
                </c:pt>
                <c:pt idx="22185">
                  <c:v>6.2752800000000004</c:v>
                </c:pt>
                <c:pt idx="22186">
                  <c:v>6.2755799999999997</c:v>
                </c:pt>
                <c:pt idx="22187">
                  <c:v>6.2758900000000004</c:v>
                </c:pt>
                <c:pt idx="22188">
                  <c:v>6.2761899999999997</c:v>
                </c:pt>
                <c:pt idx="22189">
                  <c:v>6.2765000000000004</c:v>
                </c:pt>
                <c:pt idx="22190">
                  <c:v>6.2767999999999997</c:v>
                </c:pt>
                <c:pt idx="22191">
                  <c:v>6.2771100000000004</c:v>
                </c:pt>
                <c:pt idx="22192">
                  <c:v>6.2774099999999997</c:v>
                </c:pt>
                <c:pt idx="22193">
                  <c:v>6.2777200000000004</c:v>
                </c:pt>
                <c:pt idx="22194">
                  <c:v>6.2780199999999997</c:v>
                </c:pt>
                <c:pt idx="22195">
                  <c:v>6.2783300000000004</c:v>
                </c:pt>
                <c:pt idx="22196">
                  <c:v>6.2786400000000002</c:v>
                </c:pt>
                <c:pt idx="22197">
                  <c:v>6.2789400000000004</c:v>
                </c:pt>
                <c:pt idx="22198">
                  <c:v>6.2792500000000002</c:v>
                </c:pt>
                <c:pt idx="22199">
                  <c:v>6.2795500000000004</c:v>
                </c:pt>
                <c:pt idx="22200">
                  <c:v>6.2798600000000002</c:v>
                </c:pt>
                <c:pt idx="22201">
                  <c:v>6.2801600000000004</c:v>
                </c:pt>
                <c:pt idx="22202">
                  <c:v>6.2804700000000002</c:v>
                </c:pt>
                <c:pt idx="22203">
                  <c:v>6.2807700000000004</c:v>
                </c:pt>
                <c:pt idx="22204">
                  <c:v>6.2810800000000002</c:v>
                </c:pt>
                <c:pt idx="22205">
                  <c:v>6.2813800000000004</c:v>
                </c:pt>
                <c:pt idx="22206">
                  <c:v>6.2816900000000002</c:v>
                </c:pt>
                <c:pt idx="22207">
                  <c:v>6.2819900000000004</c:v>
                </c:pt>
                <c:pt idx="22208">
                  <c:v>6.2823000000000002</c:v>
                </c:pt>
                <c:pt idx="22209">
                  <c:v>6.28261</c:v>
                </c:pt>
                <c:pt idx="22210">
                  <c:v>6.2829100000000002</c:v>
                </c:pt>
                <c:pt idx="22211">
                  <c:v>6.28322</c:v>
                </c:pt>
                <c:pt idx="22212">
                  <c:v>6.2835200000000002</c:v>
                </c:pt>
                <c:pt idx="22213">
                  <c:v>6.28383</c:v>
                </c:pt>
                <c:pt idx="22214">
                  <c:v>6.2841300000000002</c:v>
                </c:pt>
                <c:pt idx="22215">
                  <c:v>6.28444</c:v>
                </c:pt>
                <c:pt idx="22216">
                  <c:v>6.2847400000000002</c:v>
                </c:pt>
                <c:pt idx="22217">
                  <c:v>6.28505</c:v>
                </c:pt>
                <c:pt idx="22218">
                  <c:v>6.2853500000000002</c:v>
                </c:pt>
                <c:pt idx="22219">
                  <c:v>6.28566</c:v>
                </c:pt>
                <c:pt idx="22220">
                  <c:v>6.2859600000000002</c:v>
                </c:pt>
                <c:pt idx="22221">
                  <c:v>6.28627</c:v>
                </c:pt>
                <c:pt idx="22222">
                  <c:v>6.2865799999999998</c:v>
                </c:pt>
                <c:pt idx="22223">
                  <c:v>6.28688</c:v>
                </c:pt>
                <c:pt idx="22224">
                  <c:v>6.2871899999999998</c:v>
                </c:pt>
                <c:pt idx="22225">
                  <c:v>6.28749</c:v>
                </c:pt>
                <c:pt idx="22226">
                  <c:v>6.2877999999999998</c:v>
                </c:pt>
                <c:pt idx="22227">
                  <c:v>6.2881</c:v>
                </c:pt>
                <c:pt idx="22228">
                  <c:v>6.2884099999999998</c:v>
                </c:pt>
                <c:pt idx="22229">
                  <c:v>6.28871</c:v>
                </c:pt>
                <c:pt idx="22230">
                  <c:v>6.2890199999999998</c:v>
                </c:pt>
                <c:pt idx="22231">
                  <c:v>6.28932</c:v>
                </c:pt>
                <c:pt idx="22232">
                  <c:v>6.2896299999999998</c:v>
                </c:pt>
                <c:pt idx="22233">
                  <c:v>6.28993</c:v>
                </c:pt>
                <c:pt idx="22234">
                  <c:v>6.2902399999999998</c:v>
                </c:pt>
                <c:pt idx="22235">
                  <c:v>6.2905499999999996</c:v>
                </c:pt>
                <c:pt idx="22236">
                  <c:v>6.2908499999999998</c:v>
                </c:pt>
                <c:pt idx="22237">
                  <c:v>6.2911599999999996</c:v>
                </c:pt>
                <c:pt idx="22238">
                  <c:v>6.2914599999999998</c:v>
                </c:pt>
                <c:pt idx="22239">
                  <c:v>6.2917699999999996</c:v>
                </c:pt>
                <c:pt idx="22240">
                  <c:v>6.2920699999999998</c:v>
                </c:pt>
                <c:pt idx="22241">
                  <c:v>6.2923799999999996</c:v>
                </c:pt>
                <c:pt idx="22242">
                  <c:v>6.2926799999999998</c:v>
                </c:pt>
                <c:pt idx="22243">
                  <c:v>6.2929899999999996</c:v>
                </c:pt>
                <c:pt idx="22244">
                  <c:v>6.2932899999999998</c:v>
                </c:pt>
                <c:pt idx="22245">
                  <c:v>6.2935999999999996</c:v>
                </c:pt>
                <c:pt idx="22246">
                  <c:v>6.2938999999999998</c:v>
                </c:pt>
                <c:pt idx="22247">
                  <c:v>6.2942099999999996</c:v>
                </c:pt>
                <c:pt idx="22248">
                  <c:v>6.2945200000000003</c:v>
                </c:pt>
                <c:pt idx="22249">
                  <c:v>6.2948199999999996</c:v>
                </c:pt>
                <c:pt idx="22250">
                  <c:v>6.2951300000000003</c:v>
                </c:pt>
                <c:pt idx="22251">
                  <c:v>6.2954299999999996</c:v>
                </c:pt>
                <c:pt idx="22252">
                  <c:v>6.2957400000000003</c:v>
                </c:pt>
                <c:pt idx="22253">
                  <c:v>6.2960399999999996</c:v>
                </c:pt>
                <c:pt idx="22254">
                  <c:v>6.2963500000000003</c:v>
                </c:pt>
                <c:pt idx="22255">
                  <c:v>6.2966499999999996</c:v>
                </c:pt>
                <c:pt idx="22256">
                  <c:v>6.2969600000000003</c:v>
                </c:pt>
                <c:pt idx="22257">
                  <c:v>6.2972599999999996</c:v>
                </c:pt>
                <c:pt idx="22258">
                  <c:v>6.2975700000000003</c:v>
                </c:pt>
                <c:pt idx="22259">
                  <c:v>6.2978800000000001</c:v>
                </c:pt>
                <c:pt idx="22260">
                  <c:v>6.2981800000000003</c:v>
                </c:pt>
                <c:pt idx="22261">
                  <c:v>6.2984900000000001</c:v>
                </c:pt>
                <c:pt idx="22262">
                  <c:v>6.2987900000000003</c:v>
                </c:pt>
                <c:pt idx="22263">
                  <c:v>6.2991000000000001</c:v>
                </c:pt>
                <c:pt idx="22264">
                  <c:v>6.2994000000000003</c:v>
                </c:pt>
                <c:pt idx="22265">
                  <c:v>6.2997100000000001</c:v>
                </c:pt>
                <c:pt idx="22266">
                  <c:v>6.3000100000000003</c:v>
                </c:pt>
                <c:pt idx="22267">
                  <c:v>6.3003200000000001</c:v>
                </c:pt>
                <c:pt idx="22268">
                  <c:v>6.3006200000000003</c:v>
                </c:pt>
                <c:pt idx="22269">
                  <c:v>6.3009300000000001</c:v>
                </c:pt>
                <c:pt idx="22270">
                  <c:v>6.3012300000000003</c:v>
                </c:pt>
                <c:pt idx="22271">
                  <c:v>6.3015400000000001</c:v>
                </c:pt>
                <c:pt idx="22272">
                  <c:v>6.30185</c:v>
                </c:pt>
                <c:pt idx="22273">
                  <c:v>6.3021500000000001</c:v>
                </c:pt>
                <c:pt idx="22274">
                  <c:v>6.30246</c:v>
                </c:pt>
                <c:pt idx="22275">
                  <c:v>6.3027600000000001</c:v>
                </c:pt>
                <c:pt idx="22276">
                  <c:v>6.30307</c:v>
                </c:pt>
                <c:pt idx="22277">
                  <c:v>6.3033700000000001</c:v>
                </c:pt>
                <c:pt idx="22278">
                  <c:v>6.3036799999999999</c:v>
                </c:pt>
                <c:pt idx="22279">
                  <c:v>6.3039800000000001</c:v>
                </c:pt>
                <c:pt idx="22280">
                  <c:v>6.3042899999999999</c:v>
                </c:pt>
                <c:pt idx="22281">
                  <c:v>6.3045900000000001</c:v>
                </c:pt>
                <c:pt idx="22282">
                  <c:v>6.3048999999999999</c:v>
                </c:pt>
                <c:pt idx="22283">
                  <c:v>6.3052000000000001</c:v>
                </c:pt>
                <c:pt idx="22284">
                  <c:v>6.3055099999999999</c:v>
                </c:pt>
                <c:pt idx="22285">
                  <c:v>6.3058199999999998</c:v>
                </c:pt>
                <c:pt idx="22286">
                  <c:v>6.3061199999999999</c:v>
                </c:pt>
                <c:pt idx="22287">
                  <c:v>6.3064299999999998</c:v>
                </c:pt>
                <c:pt idx="22288">
                  <c:v>6.3067299999999999</c:v>
                </c:pt>
                <c:pt idx="22289">
                  <c:v>6.3070399999999998</c:v>
                </c:pt>
                <c:pt idx="22290">
                  <c:v>6.3073399999999999</c:v>
                </c:pt>
                <c:pt idx="22291">
                  <c:v>6.3076499999999998</c:v>
                </c:pt>
                <c:pt idx="22292">
                  <c:v>6.3079499999999999</c:v>
                </c:pt>
                <c:pt idx="22293">
                  <c:v>6.3082599999999998</c:v>
                </c:pt>
                <c:pt idx="22294">
                  <c:v>6.3085599999999999</c:v>
                </c:pt>
                <c:pt idx="22295">
                  <c:v>6.3088699999999998</c:v>
                </c:pt>
                <c:pt idx="22296">
                  <c:v>6.3091699999999999</c:v>
                </c:pt>
                <c:pt idx="22297">
                  <c:v>6.3094799999999998</c:v>
                </c:pt>
                <c:pt idx="22298">
                  <c:v>6.3097899999999996</c:v>
                </c:pt>
                <c:pt idx="22299">
                  <c:v>6.3100899999999998</c:v>
                </c:pt>
                <c:pt idx="22300">
                  <c:v>6.3103999999999996</c:v>
                </c:pt>
                <c:pt idx="22301">
                  <c:v>6.3106999999999998</c:v>
                </c:pt>
                <c:pt idx="22302">
                  <c:v>6.3110099999999996</c:v>
                </c:pt>
                <c:pt idx="22303">
                  <c:v>6.3113099999999998</c:v>
                </c:pt>
                <c:pt idx="22304">
                  <c:v>6.3116199999999996</c:v>
                </c:pt>
                <c:pt idx="22305">
                  <c:v>6.3119199999999998</c:v>
                </c:pt>
                <c:pt idx="22306">
                  <c:v>6.3122299999999996</c:v>
                </c:pt>
                <c:pt idx="22307">
                  <c:v>6.3125299999999998</c:v>
                </c:pt>
                <c:pt idx="22308">
                  <c:v>6.3128399999999996</c:v>
                </c:pt>
                <c:pt idx="22309">
                  <c:v>6.3131500000000003</c:v>
                </c:pt>
                <c:pt idx="22310">
                  <c:v>6.3134499999999996</c:v>
                </c:pt>
                <c:pt idx="22311">
                  <c:v>6.3137600000000003</c:v>
                </c:pt>
                <c:pt idx="22312">
                  <c:v>6.3140599999999996</c:v>
                </c:pt>
                <c:pt idx="22313">
                  <c:v>6.3143700000000003</c:v>
                </c:pt>
                <c:pt idx="22314">
                  <c:v>6.3146699999999996</c:v>
                </c:pt>
                <c:pt idx="22315">
                  <c:v>6.3149800000000003</c:v>
                </c:pt>
                <c:pt idx="22316">
                  <c:v>6.3152799999999996</c:v>
                </c:pt>
                <c:pt idx="22317">
                  <c:v>6.3155900000000003</c:v>
                </c:pt>
                <c:pt idx="22318">
                  <c:v>6.3158899999999996</c:v>
                </c:pt>
                <c:pt idx="22319">
                  <c:v>6.3162000000000003</c:v>
                </c:pt>
                <c:pt idx="22320">
                  <c:v>6.3164999999999996</c:v>
                </c:pt>
                <c:pt idx="22321">
                  <c:v>6.3168100000000003</c:v>
                </c:pt>
                <c:pt idx="22322">
                  <c:v>6.3171200000000001</c:v>
                </c:pt>
                <c:pt idx="22323">
                  <c:v>6.3174200000000003</c:v>
                </c:pt>
                <c:pt idx="22324">
                  <c:v>6.3177300000000001</c:v>
                </c:pt>
                <c:pt idx="22325">
                  <c:v>6.3180300000000003</c:v>
                </c:pt>
                <c:pt idx="22326">
                  <c:v>6.3183400000000001</c:v>
                </c:pt>
                <c:pt idx="22327">
                  <c:v>6.3186400000000003</c:v>
                </c:pt>
                <c:pt idx="22328">
                  <c:v>6.3189500000000001</c:v>
                </c:pt>
                <c:pt idx="22329">
                  <c:v>6.3192500000000003</c:v>
                </c:pt>
                <c:pt idx="22330">
                  <c:v>6.3195600000000001</c:v>
                </c:pt>
                <c:pt idx="22331">
                  <c:v>6.3198600000000003</c:v>
                </c:pt>
                <c:pt idx="22332">
                  <c:v>6.3201700000000001</c:v>
                </c:pt>
                <c:pt idx="22333">
                  <c:v>6.3204700000000003</c:v>
                </c:pt>
                <c:pt idx="22334">
                  <c:v>6.3207800000000001</c:v>
                </c:pt>
                <c:pt idx="22335">
                  <c:v>6.3210899999999999</c:v>
                </c:pt>
                <c:pt idx="22336">
                  <c:v>6.3213900000000001</c:v>
                </c:pt>
                <c:pt idx="22337">
                  <c:v>6.3216999999999999</c:v>
                </c:pt>
                <c:pt idx="22338">
                  <c:v>6.3220000000000001</c:v>
                </c:pt>
                <c:pt idx="22339">
                  <c:v>6.3223099999999999</c:v>
                </c:pt>
                <c:pt idx="22340">
                  <c:v>6.3226100000000001</c:v>
                </c:pt>
                <c:pt idx="22341">
                  <c:v>6.3229199999999999</c:v>
                </c:pt>
                <c:pt idx="22342">
                  <c:v>6.3232200000000001</c:v>
                </c:pt>
                <c:pt idx="22343">
                  <c:v>6.3235299999999999</c:v>
                </c:pt>
                <c:pt idx="22344">
                  <c:v>6.3238300000000001</c:v>
                </c:pt>
                <c:pt idx="22345">
                  <c:v>6.3241399999999999</c:v>
                </c:pt>
                <c:pt idx="22346">
                  <c:v>6.3244400000000001</c:v>
                </c:pt>
                <c:pt idx="22347">
                  <c:v>6.3247499999999999</c:v>
                </c:pt>
                <c:pt idx="22348">
                  <c:v>6.3250599999999997</c:v>
                </c:pt>
                <c:pt idx="22349">
                  <c:v>6.3253599999999999</c:v>
                </c:pt>
                <c:pt idx="22350">
                  <c:v>6.3256699999999997</c:v>
                </c:pt>
                <c:pt idx="22351">
                  <c:v>6.3259699999999999</c:v>
                </c:pt>
                <c:pt idx="22352">
                  <c:v>6.3262799999999997</c:v>
                </c:pt>
                <c:pt idx="22353">
                  <c:v>6.3265799999999999</c:v>
                </c:pt>
                <c:pt idx="22354">
                  <c:v>6.3268899999999997</c:v>
                </c:pt>
                <c:pt idx="22355">
                  <c:v>6.3271899999999999</c:v>
                </c:pt>
                <c:pt idx="22356">
                  <c:v>6.3274999999999997</c:v>
                </c:pt>
                <c:pt idx="22357">
                  <c:v>6.3277999999999999</c:v>
                </c:pt>
                <c:pt idx="22358">
                  <c:v>6.3281099999999997</c:v>
                </c:pt>
                <c:pt idx="22359">
                  <c:v>6.3284099999999999</c:v>
                </c:pt>
                <c:pt idx="22360">
                  <c:v>6.3287199999999997</c:v>
                </c:pt>
                <c:pt idx="22361">
                  <c:v>6.3290300000000004</c:v>
                </c:pt>
                <c:pt idx="22362">
                  <c:v>6.3293299999999997</c:v>
                </c:pt>
                <c:pt idx="22363">
                  <c:v>6.3296400000000004</c:v>
                </c:pt>
                <c:pt idx="22364">
                  <c:v>6.3299399999999997</c:v>
                </c:pt>
                <c:pt idx="22365">
                  <c:v>6.3302500000000004</c:v>
                </c:pt>
                <c:pt idx="22366">
                  <c:v>6.3305499999999997</c:v>
                </c:pt>
                <c:pt idx="22367">
                  <c:v>6.3308600000000004</c:v>
                </c:pt>
                <c:pt idx="22368">
                  <c:v>6.3311599999999997</c:v>
                </c:pt>
                <c:pt idx="22369">
                  <c:v>6.3314700000000004</c:v>
                </c:pt>
                <c:pt idx="22370">
                  <c:v>6.3317699999999997</c:v>
                </c:pt>
                <c:pt idx="22371">
                  <c:v>6.3320800000000004</c:v>
                </c:pt>
                <c:pt idx="22372">
                  <c:v>6.3323900000000002</c:v>
                </c:pt>
                <c:pt idx="22373">
                  <c:v>6.3326900000000004</c:v>
                </c:pt>
                <c:pt idx="22374">
                  <c:v>6.3330000000000002</c:v>
                </c:pt>
                <c:pt idx="22375">
                  <c:v>6.3333000000000004</c:v>
                </c:pt>
                <c:pt idx="22376">
                  <c:v>6.3336100000000002</c:v>
                </c:pt>
                <c:pt idx="22377">
                  <c:v>6.3339100000000004</c:v>
                </c:pt>
                <c:pt idx="22378">
                  <c:v>6.3342200000000002</c:v>
                </c:pt>
                <c:pt idx="22379">
                  <c:v>6.3345200000000004</c:v>
                </c:pt>
                <c:pt idx="22380">
                  <c:v>6.3348300000000002</c:v>
                </c:pt>
                <c:pt idx="22381">
                  <c:v>6.3351300000000004</c:v>
                </c:pt>
                <c:pt idx="22382">
                  <c:v>6.3354400000000002</c:v>
                </c:pt>
                <c:pt idx="22383">
                  <c:v>6.3357400000000004</c:v>
                </c:pt>
                <c:pt idx="22384">
                  <c:v>6.3360500000000002</c:v>
                </c:pt>
                <c:pt idx="22385">
                  <c:v>6.33636</c:v>
                </c:pt>
                <c:pt idx="22386">
                  <c:v>6.3366600000000002</c:v>
                </c:pt>
                <c:pt idx="22387">
                  <c:v>6.33697</c:v>
                </c:pt>
                <c:pt idx="22388">
                  <c:v>6.3372700000000002</c:v>
                </c:pt>
                <c:pt idx="22389">
                  <c:v>6.33758</c:v>
                </c:pt>
                <c:pt idx="22390">
                  <c:v>6.3378800000000002</c:v>
                </c:pt>
                <c:pt idx="22391">
                  <c:v>6.33819</c:v>
                </c:pt>
                <c:pt idx="22392">
                  <c:v>6.3384900000000002</c:v>
                </c:pt>
                <c:pt idx="22393">
                  <c:v>6.3388</c:v>
                </c:pt>
                <c:pt idx="22394">
                  <c:v>6.3391000000000002</c:v>
                </c:pt>
                <c:pt idx="22395">
                  <c:v>6.33941</c:v>
                </c:pt>
                <c:pt idx="22396">
                  <c:v>6.3397100000000002</c:v>
                </c:pt>
                <c:pt idx="22397">
                  <c:v>6.34002</c:v>
                </c:pt>
                <c:pt idx="22398">
                  <c:v>6.3403299999999998</c:v>
                </c:pt>
                <c:pt idx="22399">
                  <c:v>6.34063</c:v>
                </c:pt>
                <c:pt idx="22400">
                  <c:v>6.3409399999999998</c:v>
                </c:pt>
                <c:pt idx="22401">
                  <c:v>6.34124</c:v>
                </c:pt>
                <c:pt idx="22402">
                  <c:v>6.3415499999999998</c:v>
                </c:pt>
                <c:pt idx="22403">
                  <c:v>6.34185</c:v>
                </c:pt>
                <c:pt idx="22404">
                  <c:v>6.3421599999999998</c:v>
                </c:pt>
                <c:pt idx="22405">
                  <c:v>6.34246</c:v>
                </c:pt>
                <c:pt idx="22406">
                  <c:v>6.3427699999999998</c:v>
                </c:pt>
                <c:pt idx="22407">
                  <c:v>6.34307</c:v>
                </c:pt>
                <c:pt idx="22408">
                  <c:v>6.3433799999999998</c:v>
                </c:pt>
                <c:pt idx="22409">
                  <c:v>6.34368</c:v>
                </c:pt>
                <c:pt idx="22410">
                  <c:v>6.3439899999999998</c:v>
                </c:pt>
                <c:pt idx="22411">
                  <c:v>6.3442999999999996</c:v>
                </c:pt>
                <c:pt idx="22412">
                  <c:v>6.3445999999999998</c:v>
                </c:pt>
                <c:pt idx="22413">
                  <c:v>6.3449099999999996</c:v>
                </c:pt>
                <c:pt idx="22414">
                  <c:v>6.3452099999999998</c:v>
                </c:pt>
                <c:pt idx="22415">
                  <c:v>6.3455199999999996</c:v>
                </c:pt>
                <c:pt idx="22416">
                  <c:v>6.3458199999999998</c:v>
                </c:pt>
                <c:pt idx="22417">
                  <c:v>6.3461299999999996</c:v>
                </c:pt>
                <c:pt idx="22418">
                  <c:v>6.3464299999999998</c:v>
                </c:pt>
                <c:pt idx="22419">
                  <c:v>6.3467399999999996</c:v>
                </c:pt>
                <c:pt idx="22420">
                  <c:v>6.3470399999999998</c:v>
                </c:pt>
                <c:pt idx="22421">
                  <c:v>6.3473499999999996</c:v>
                </c:pt>
                <c:pt idx="22422">
                  <c:v>6.3476499999999998</c:v>
                </c:pt>
                <c:pt idx="22423">
                  <c:v>6.3479599999999996</c:v>
                </c:pt>
                <c:pt idx="22424">
                  <c:v>6.3482700000000003</c:v>
                </c:pt>
                <c:pt idx="22425">
                  <c:v>6.3485699999999996</c:v>
                </c:pt>
                <c:pt idx="22426">
                  <c:v>6.3488800000000003</c:v>
                </c:pt>
                <c:pt idx="22427">
                  <c:v>6.3491799999999996</c:v>
                </c:pt>
                <c:pt idx="22428">
                  <c:v>6.3494900000000003</c:v>
                </c:pt>
                <c:pt idx="22429">
                  <c:v>6.3497899999999996</c:v>
                </c:pt>
                <c:pt idx="22430">
                  <c:v>6.3501000000000003</c:v>
                </c:pt>
                <c:pt idx="22431">
                  <c:v>6.3503999999999996</c:v>
                </c:pt>
                <c:pt idx="22432">
                  <c:v>6.3507100000000003</c:v>
                </c:pt>
                <c:pt idx="22433">
                  <c:v>6.3510099999999996</c:v>
                </c:pt>
                <c:pt idx="22434">
                  <c:v>6.3513200000000003</c:v>
                </c:pt>
                <c:pt idx="22435">
                  <c:v>6.3516300000000001</c:v>
                </c:pt>
                <c:pt idx="22436">
                  <c:v>6.3519300000000003</c:v>
                </c:pt>
                <c:pt idx="22437">
                  <c:v>6.3522400000000001</c:v>
                </c:pt>
                <c:pt idx="22438">
                  <c:v>6.3525400000000003</c:v>
                </c:pt>
                <c:pt idx="22439">
                  <c:v>6.3528500000000001</c:v>
                </c:pt>
                <c:pt idx="22440">
                  <c:v>6.3531500000000003</c:v>
                </c:pt>
                <c:pt idx="22441">
                  <c:v>6.3534600000000001</c:v>
                </c:pt>
                <c:pt idx="22442">
                  <c:v>6.3537600000000003</c:v>
                </c:pt>
                <c:pt idx="22443">
                  <c:v>6.3540700000000001</c:v>
                </c:pt>
                <c:pt idx="22444">
                  <c:v>6.3543700000000003</c:v>
                </c:pt>
                <c:pt idx="22445">
                  <c:v>6.3546800000000001</c:v>
                </c:pt>
                <c:pt idx="22446">
                  <c:v>6.3549800000000003</c:v>
                </c:pt>
                <c:pt idx="22447">
                  <c:v>6.3552900000000001</c:v>
                </c:pt>
                <c:pt idx="22448">
                  <c:v>6.3555999999999999</c:v>
                </c:pt>
                <c:pt idx="22449">
                  <c:v>6.3559000000000001</c:v>
                </c:pt>
                <c:pt idx="22450">
                  <c:v>6.3562099999999999</c:v>
                </c:pt>
                <c:pt idx="22451">
                  <c:v>6.3565100000000001</c:v>
                </c:pt>
                <c:pt idx="22452">
                  <c:v>6.3568199999999999</c:v>
                </c:pt>
                <c:pt idx="22453">
                  <c:v>6.3571200000000001</c:v>
                </c:pt>
                <c:pt idx="22454">
                  <c:v>6.3574299999999999</c:v>
                </c:pt>
                <c:pt idx="22455">
                  <c:v>6.3577300000000001</c:v>
                </c:pt>
                <c:pt idx="22456">
                  <c:v>6.3580399999999999</c:v>
                </c:pt>
                <c:pt idx="22457">
                  <c:v>6.3583400000000001</c:v>
                </c:pt>
                <c:pt idx="22458">
                  <c:v>6.3586499999999999</c:v>
                </c:pt>
                <c:pt idx="22459">
                  <c:v>6.3589500000000001</c:v>
                </c:pt>
                <c:pt idx="22460">
                  <c:v>6.3592599999999999</c:v>
                </c:pt>
                <c:pt idx="22461">
                  <c:v>6.3595699999999997</c:v>
                </c:pt>
                <c:pt idx="22462">
                  <c:v>6.3598699999999999</c:v>
                </c:pt>
                <c:pt idx="22463">
                  <c:v>6.3601799999999997</c:v>
                </c:pt>
                <c:pt idx="22464">
                  <c:v>6.3604799999999999</c:v>
                </c:pt>
                <c:pt idx="22465">
                  <c:v>6.3607899999999997</c:v>
                </c:pt>
                <c:pt idx="22466">
                  <c:v>6.3610899999999999</c:v>
                </c:pt>
                <c:pt idx="22467">
                  <c:v>6.3613999999999997</c:v>
                </c:pt>
                <c:pt idx="22468">
                  <c:v>6.3616999999999999</c:v>
                </c:pt>
                <c:pt idx="22469">
                  <c:v>6.3620099999999997</c:v>
                </c:pt>
                <c:pt idx="22470">
                  <c:v>6.3623099999999999</c:v>
                </c:pt>
                <c:pt idx="22471">
                  <c:v>6.3626199999999997</c:v>
                </c:pt>
                <c:pt idx="22472">
                  <c:v>6.3629199999999999</c:v>
                </c:pt>
                <c:pt idx="22473">
                  <c:v>6.3632299999999997</c:v>
                </c:pt>
                <c:pt idx="22474">
                  <c:v>6.3635400000000004</c:v>
                </c:pt>
                <c:pt idx="22475">
                  <c:v>6.3638399999999997</c:v>
                </c:pt>
                <c:pt idx="22476">
                  <c:v>6.3641500000000004</c:v>
                </c:pt>
                <c:pt idx="22477">
                  <c:v>6.3644499999999997</c:v>
                </c:pt>
                <c:pt idx="22478">
                  <c:v>6.3647600000000004</c:v>
                </c:pt>
                <c:pt idx="22479">
                  <c:v>6.3650599999999997</c:v>
                </c:pt>
                <c:pt idx="22480">
                  <c:v>6.3653700000000004</c:v>
                </c:pt>
                <c:pt idx="22481">
                  <c:v>6.3656699999999997</c:v>
                </c:pt>
                <c:pt idx="22482">
                  <c:v>6.3659800000000004</c:v>
                </c:pt>
                <c:pt idx="22483">
                  <c:v>6.3662799999999997</c:v>
                </c:pt>
                <c:pt idx="22484">
                  <c:v>6.3665900000000004</c:v>
                </c:pt>
                <c:pt idx="22485">
                  <c:v>6.3669000000000002</c:v>
                </c:pt>
                <c:pt idx="22486">
                  <c:v>6.3672000000000004</c:v>
                </c:pt>
                <c:pt idx="22487">
                  <c:v>6.3675100000000002</c:v>
                </c:pt>
                <c:pt idx="22488">
                  <c:v>6.3678100000000004</c:v>
                </c:pt>
                <c:pt idx="22489">
                  <c:v>6.3681200000000002</c:v>
                </c:pt>
                <c:pt idx="22490">
                  <c:v>6.3684200000000004</c:v>
                </c:pt>
                <c:pt idx="22491">
                  <c:v>6.3687300000000002</c:v>
                </c:pt>
                <c:pt idx="22492">
                  <c:v>6.3690300000000004</c:v>
                </c:pt>
                <c:pt idx="22493">
                  <c:v>6.3693400000000002</c:v>
                </c:pt>
                <c:pt idx="22494">
                  <c:v>6.3696400000000004</c:v>
                </c:pt>
                <c:pt idx="22495">
                  <c:v>6.3699500000000002</c:v>
                </c:pt>
                <c:pt idx="22496">
                  <c:v>6.3702500000000004</c:v>
                </c:pt>
                <c:pt idx="22497">
                  <c:v>6.3705600000000002</c:v>
                </c:pt>
                <c:pt idx="22498">
                  <c:v>6.37087</c:v>
                </c:pt>
                <c:pt idx="22499">
                  <c:v>6.3711700000000002</c:v>
                </c:pt>
                <c:pt idx="22500">
                  <c:v>6.37148</c:v>
                </c:pt>
                <c:pt idx="22501">
                  <c:v>6.3717800000000002</c:v>
                </c:pt>
                <c:pt idx="22502">
                  <c:v>6.37209</c:v>
                </c:pt>
                <c:pt idx="22503">
                  <c:v>6.3723900000000002</c:v>
                </c:pt>
                <c:pt idx="22504">
                  <c:v>6.3727</c:v>
                </c:pt>
                <c:pt idx="22505">
                  <c:v>6.3730000000000002</c:v>
                </c:pt>
                <c:pt idx="22506">
                  <c:v>6.37331</c:v>
                </c:pt>
                <c:pt idx="22507">
                  <c:v>6.3736100000000002</c:v>
                </c:pt>
                <c:pt idx="22508">
                  <c:v>6.37392</c:v>
                </c:pt>
                <c:pt idx="22509">
                  <c:v>6.3742200000000002</c:v>
                </c:pt>
                <c:pt idx="22510">
                  <c:v>6.37453</c:v>
                </c:pt>
                <c:pt idx="22511">
                  <c:v>6.3748399999999998</c:v>
                </c:pt>
                <c:pt idx="22512">
                  <c:v>6.37514</c:v>
                </c:pt>
                <c:pt idx="22513">
                  <c:v>6.3754499999999998</c:v>
                </c:pt>
                <c:pt idx="22514">
                  <c:v>6.37575</c:v>
                </c:pt>
                <c:pt idx="22515">
                  <c:v>6.3760599999999998</c:v>
                </c:pt>
                <c:pt idx="22516">
                  <c:v>6.37636</c:v>
                </c:pt>
                <c:pt idx="22517">
                  <c:v>6.3766699999999998</c:v>
                </c:pt>
                <c:pt idx="22518">
                  <c:v>6.37697</c:v>
                </c:pt>
                <c:pt idx="22519">
                  <c:v>6.3772799999999998</c:v>
                </c:pt>
                <c:pt idx="22520">
                  <c:v>6.37758</c:v>
                </c:pt>
                <c:pt idx="22521">
                  <c:v>6.3778899999999998</c:v>
                </c:pt>
                <c:pt idx="22522">
                  <c:v>6.37819</c:v>
                </c:pt>
                <c:pt idx="22523">
                  <c:v>6.3784999999999998</c:v>
                </c:pt>
                <c:pt idx="22524">
                  <c:v>6.3788099999999996</c:v>
                </c:pt>
                <c:pt idx="22525">
                  <c:v>6.3791099999999998</c:v>
                </c:pt>
                <c:pt idx="22526">
                  <c:v>6.3794199999999996</c:v>
                </c:pt>
                <c:pt idx="22527">
                  <c:v>6.3797199999999998</c:v>
                </c:pt>
                <c:pt idx="22528">
                  <c:v>6.3800299999999996</c:v>
                </c:pt>
                <c:pt idx="22529">
                  <c:v>6.3803299999999998</c:v>
                </c:pt>
                <c:pt idx="22530">
                  <c:v>6.3806399999999996</c:v>
                </c:pt>
                <c:pt idx="22531">
                  <c:v>6.3809399999999998</c:v>
                </c:pt>
                <c:pt idx="22532">
                  <c:v>6.3812499999999996</c:v>
                </c:pt>
                <c:pt idx="22533">
                  <c:v>6.3815499999999998</c:v>
                </c:pt>
                <c:pt idx="22534">
                  <c:v>6.3818599999999996</c:v>
                </c:pt>
                <c:pt idx="22535">
                  <c:v>6.3821599999999998</c:v>
                </c:pt>
                <c:pt idx="22536">
                  <c:v>6.3824699999999996</c:v>
                </c:pt>
                <c:pt idx="22537">
                  <c:v>6.3827800000000003</c:v>
                </c:pt>
                <c:pt idx="22538">
                  <c:v>6.3830799999999996</c:v>
                </c:pt>
                <c:pt idx="22539">
                  <c:v>6.3833900000000003</c:v>
                </c:pt>
                <c:pt idx="22540">
                  <c:v>6.3836899999999996</c:v>
                </c:pt>
                <c:pt idx="22541">
                  <c:v>6.3840000000000003</c:v>
                </c:pt>
                <c:pt idx="22542">
                  <c:v>6.3842999999999996</c:v>
                </c:pt>
                <c:pt idx="22543">
                  <c:v>6.3846100000000003</c:v>
                </c:pt>
                <c:pt idx="22544">
                  <c:v>6.3849099999999996</c:v>
                </c:pt>
                <c:pt idx="22545">
                  <c:v>6.3852200000000003</c:v>
                </c:pt>
                <c:pt idx="22546">
                  <c:v>6.3855199999999996</c:v>
                </c:pt>
                <c:pt idx="22547">
                  <c:v>6.3858300000000003</c:v>
                </c:pt>
                <c:pt idx="22548">
                  <c:v>6.3861400000000001</c:v>
                </c:pt>
                <c:pt idx="22549">
                  <c:v>6.3864400000000003</c:v>
                </c:pt>
                <c:pt idx="22550">
                  <c:v>6.3867500000000001</c:v>
                </c:pt>
                <c:pt idx="22551">
                  <c:v>6.3870500000000003</c:v>
                </c:pt>
                <c:pt idx="22552">
                  <c:v>6.3873600000000001</c:v>
                </c:pt>
                <c:pt idx="22553">
                  <c:v>6.3876600000000003</c:v>
                </c:pt>
                <c:pt idx="22554">
                  <c:v>6.3879700000000001</c:v>
                </c:pt>
                <c:pt idx="22555">
                  <c:v>6.3882700000000003</c:v>
                </c:pt>
                <c:pt idx="22556">
                  <c:v>6.3885800000000001</c:v>
                </c:pt>
                <c:pt idx="22557">
                  <c:v>6.3888800000000003</c:v>
                </c:pt>
                <c:pt idx="22558">
                  <c:v>6.3891900000000001</c:v>
                </c:pt>
                <c:pt idx="22559">
                  <c:v>6.3894900000000003</c:v>
                </c:pt>
                <c:pt idx="22560">
                  <c:v>6.3898000000000001</c:v>
                </c:pt>
                <c:pt idx="22561">
                  <c:v>6.39011</c:v>
                </c:pt>
                <c:pt idx="22562">
                  <c:v>6.3904100000000001</c:v>
                </c:pt>
                <c:pt idx="22563">
                  <c:v>6.39072</c:v>
                </c:pt>
                <c:pt idx="22564">
                  <c:v>6.3910200000000001</c:v>
                </c:pt>
                <c:pt idx="22565">
                  <c:v>6.39133</c:v>
                </c:pt>
                <c:pt idx="22566">
                  <c:v>6.3916300000000001</c:v>
                </c:pt>
                <c:pt idx="22567">
                  <c:v>6.39194</c:v>
                </c:pt>
                <c:pt idx="22568">
                  <c:v>6.3922400000000001</c:v>
                </c:pt>
                <c:pt idx="22569">
                  <c:v>6.39255</c:v>
                </c:pt>
                <c:pt idx="22570">
                  <c:v>6.3928500000000001</c:v>
                </c:pt>
                <c:pt idx="22571">
                  <c:v>6.39316</c:v>
                </c:pt>
                <c:pt idx="22572">
                  <c:v>6.3934600000000001</c:v>
                </c:pt>
                <c:pt idx="22573">
                  <c:v>6.39377</c:v>
                </c:pt>
                <c:pt idx="22574">
                  <c:v>6.3940799999999998</c:v>
                </c:pt>
                <c:pt idx="22575">
                  <c:v>6.39438</c:v>
                </c:pt>
                <c:pt idx="22576">
                  <c:v>6.3946899999999998</c:v>
                </c:pt>
                <c:pt idx="22577">
                  <c:v>6.39499</c:v>
                </c:pt>
                <c:pt idx="22578">
                  <c:v>6.3952999999999998</c:v>
                </c:pt>
                <c:pt idx="22579">
                  <c:v>6.3956</c:v>
                </c:pt>
                <c:pt idx="22580">
                  <c:v>6.3959099999999998</c:v>
                </c:pt>
                <c:pt idx="22581">
                  <c:v>6.39621</c:v>
                </c:pt>
                <c:pt idx="22582">
                  <c:v>6.3965199999999998</c:v>
                </c:pt>
                <c:pt idx="22583">
                  <c:v>6.39682</c:v>
                </c:pt>
                <c:pt idx="22584">
                  <c:v>6.3971299999999998</c:v>
                </c:pt>
                <c:pt idx="22585">
                  <c:v>6.3974299999999999</c:v>
                </c:pt>
                <c:pt idx="22586">
                  <c:v>6.3977399999999998</c:v>
                </c:pt>
                <c:pt idx="22587">
                  <c:v>6.3980499999999996</c:v>
                </c:pt>
                <c:pt idx="22588">
                  <c:v>6.3983499999999998</c:v>
                </c:pt>
                <c:pt idx="22589">
                  <c:v>6.3986599999999996</c:v>
                </c:pt>
                <c:pt idx="22590">
                  <c:v>6.3989599999999998</c:v>
                </c:pt>
                <c:pt idx="22591">
                  <c:v>6.3992699999999996</c:v>
                </c:pt>
                <c:pt idx="22592">
                  <c:v>6.3995699999999998</c:v>
                </c:pt>
                <c:pt idx="22593">
                  <c:v>6.3998799999999996</c:v>
                </c:pt>
                <c:pt idx="22594">
                  <c:v>6.4001799999999998</c:v>
                </c:pt>
                <c:pt idx="22595">
                  <c:v>6.4004899999999996</c:v>
                </c:pt>
                <c:pt idx="22596">
                  <c:v>6.4007899999999998</c:v>
                </c:pt>
                <c:pt idx="22597">
                  <c:v>6.4010999999999996</c:v>
                </c:pt>
                <c:pt idx="22598">
                  <c:v>6.4013999999999998</c:v>
                </c:pt>
                <c:pt idx="22599">
                  <c:v>6.4017099999999996</c:v>
                </c:pt>
                <c:pt idx="22600">
                  <c:v>6.4020200000000003</c:v>
                </c:pt>
                <c:pt idx="22601">
                  <c:v>6.4023199999999996</c:v>
                </c:pt>
                <c:pt idx="22602">
                  <c:v>6.4026300000000003</c:v>
                </c:pt>
                <c:pt idx="22603">
                  <c:v>6.4029299999999996</c:v>
                </c:pt>
                <c:pt idx="22604">
                  <c:v>6.4032400000000003</c:v>
                </c:pt>
                <c:pt idx="22605">
                  <c:v>6.4035399999999996</c:v>
                </c:pt>
                <c:pt idx="22606">
                  <c:v>6.4038500000000003</c:v>
                </c:pt>
                <c:pt idx="22607">
                  <c:v>6.4041499999999996</c:v>
                </c:pt>
                <c:pt idx="22608">
                  <c:v>6.4044600000000003</c:v>
                </c:pt>
                <c:pt idx="22609">
                  <c:v>6.4047599999999996</c:v>
                </c:pt>
                <c:pt idx="22610">
                  <c:v>6.4050700000000003</c:v>
                </c:pt>
                <c:pt idx="22611">
                  <c:v>6.4053800000000001</c:v>
                </c:pt>
                <c:pt idx="22612">
                  <c:v>6.4056800000000003</c:v>
                </c:pt>
                <c:pt idx="22613">
                  <c:v>6.4059900000000001</c:v>
                </c:pt>
                <c:pt idx="22614">
                  <c:v>6.4062900000000003</c:v>
                </c:pt>
                <c:pt idx="22615">
                  <c:v>6.4066000000000001</c:v>
                </c:pt>
                <c:pt idx="22616">
                  <c:v>6.4069000000000003</c:v>
                </c:pt>
                <c:pt idx="22617">
                  <c:v>6.4072100000000001</c:v>
                </c:pt>
                <c:pt idx="22618">
                  <c:v>6.4075100000000003</c:v>
                </c:pt>
                <c:pt idx="22619">
                  <c:v>6.4078200000000001</c:v>
                </c:pt>
                <c:pt idx="22620">
                  <c:v>6.4081200000000003</c:v>
                </c:pt>
                <c:pt idx="22621">
                  <c:v>6.4084300000000001</c:v>
                </c:pt>
                <c:pt idx="22622">
                  <c:v>6.4087300000000003</c:v>
                </c:pt>
                <c:pt idx="22623">
                  <c:v>6.4090400000000001</c:v>
                </c:pt>
                <c:pt idx="22624">
                  <c:v>6.4093499999999999</c:v>
                </c:pt>
                <c:pt idx="22625">
                  <c:v>6.4096500000000001</c:v>
                </c:pt>
                <c:pt idx="22626">
                  <c:v>6.4099599999999999</c:v>
                </c:pt>
                <c:pt idx="22627">
                  <c:v>6.4102600000000001</c:v>
                </c:pt>
                <c:pt idx="22628">
                  <c:v>6.4105699999999999</c:v>
                </c:pt>
                <c:pt idx="22629">
                  <c:v>6.4108700000000001</c:v>
                </c:pt>
                <c:pt idx="22630">
                  <c:v>6.4111799999999999</c:v>
                </c:pt>
                <c:pt idx="22631">
                  <c:v>6.4114800000000001</c:v>
                </c:pt>
                <c:pt idx="22632">
                  <c:v>6.4117899999999999</c:v>
                </c:pt>
                <c:pt idx="22633">
                  <c:v>6.4120900000000001</c:v>
                </c:pt>
                <c:pt idx="22634">
                  <c:v>6.4123999999999999</c:v>
                </c:pt>
                <c:pt idx="22635">
                  <c:v>6.4127000000000001</c:v>
                </c:pt>
                <c:pt idx="22636">
                  <c:v>6.4130099999999999</c:v>
                </c:pt>
                <c:pt idx="22637">
                  <c:v>6.4133199999999997</c:v>
                </c:pt>
                <c:pt idx="22638">
                  <c:v>6.4136199999999999</c:v>
                </c:pt>
                <c:pt idx="22639">
                  <c:v>6.4139299999999997</c:v>
                </c:pt>
                <c:pt idx="22640">
                  <c:v>6.4142299999999999</c:v>
                </c:pt>
                <c:pt idx="22641">
                  <c:v>6.4145399999999997</c:v>
                </c:pt>
                <c:pt idx="22642">
                  <c:v>6.4148399999999999</c:v>
                </c:pt>
                <c:pt idx="22643">
                  <c:v>6.4151499999999997</c:v>
                </c:pt>
                <c:pt idx="22644">
                  <c:v>6.4154499999999999</c:v>
                </c:pt>
                <c:pt idx="22645">
                  <c:v>6.4157599999999997</c:v>
                </c:pt>
                <c:pt idx="22646">
                  <c:v>6.4160599999999999</c:v>
                </c:pt>
                <c:pt idx="22647">
                  <c:v>6.4163699999999997</c:v>
                </c:pt>
                <c:pt idx="22648">
                  <c:v>6.4166699999999999</c:v>
                </c:pt>
                <c:pt idx="22649">
                  <c:v>6.4169799999999997</c:v>
                </c:pt>
                <c:pt idx="22650">
                  <c:v>6.4172900000000004</c:v>
                </c:pt>
                <c:pt idx="22651">
                  <c:v>6.4175899999999997</c:v>
                </c:pt>
                <c:pt idx="22652">
                  <c:v>6.4179000000000004</c:v>
                </c:pt>
                <c:pt idx="22653">
                  <c:v>6.4181999999999997</c:v>
                </c:pt>
                <c:pt idx="22654">
                  <c:v>6.4185100000000004</c:v>
                </c:pt>
                <c:pt idx="22655">
                  <c:v>6.4188099999999997</c:v>
                </c:pt>
                <c:pt idx="22656">
                  <c:v>6.4191200000000004</c:v>
                </c:pt>
                <c:pt idx="22657">
                  <c:v>6.4194199999999997</c:v>
                </c:pt>
                <c:pt idx="22658">
                  <c:v>6.4197300000000004</c:v>
                </c:pt>
                <c:pt idx="22659">
                  <c:v>6.4200299999999997</c:v>
                </c:pt>
                <c:pt idx="22660">
                  <c:v>6.4203400000000004</c:v>
                </c:pt>
                <c:pt idx="22661">
                  <c:v>6.4206500000000002</c:v>
                </c:pt>
                <c:pt idx="22662">
                  <c:v>6.4209500000000004</c:v>
                </c:pt>
                <c:pt idx="22663">
                  <c:v>6.4212600000000002</c:v>
                </c:pt>
                <c:pt idx="22664">
                  <c:v>6.4215600000000004</c:v>
                </c:pt>
                <c:pt idx="22665">
                  <c:v>6.4218700000000002</c:v>
                </c:pt>
                <c:pt idx="22666">
                  <c:v>6.4221700000000004</c:v>
                </c:pt>
                <c:pt idx="22667">
                  <c:v>6.4224800000000002</c:v>
                </c:pt>
                <c:pt idx="22668">
                  <c:v>6.4227800000000004</c:v>
                </c:pt>
                <c:pt idx="22669">
                  <c:v>6.4230900000000002</c:v>
                </c:pt>
                <c:pt idx="22670">
                  <c:v>6.4233900000000004</c:v>
                </c:pt>
                <c:pt idx="22671">
                  <c:v>6.4237000000000002</c:v>
                </c:pt>
                <c:pt idx="22672">
                  <c:v>6.4240000000000004</c:v>
                </c:pt>
                <c:pt idx="22673">
                  <c:v>6.4243100000000002</c:v>
                </c:pt>
                <c:pt idx="22674">
                  <c:v>6.42462</c:v>
                </c:pt>
                <c:pt idx="22675">
                  <c:v>6.4249200000000002</c:v>
                </c:pt>
                <c:pt idx="22676">
                  <c:v>6.42523</c:v>
                </c:pt>
                <c:pt idx="22677">
                  <c:v>6.4255300000000002</c:v>
                </c:pt>
                <c:pt idx="22678">
                  <c:v>6.42584</c:v>
                </c:pt>
                <c:pt idx="22679">
                  <c:v>6.4261400000000002</c:v>
                </c:pt>
                <c:pt idx="22680">
                  <c:v>6.42645</c:v>
                </c:pt>
                <c:pt idx="22681">
                  <c:v>6.4267500000000002</c:v>
                </c:pt>
                <c:pt idx="22682">
                  <c:v>6.42706</c:v>
                </c:pt>
                <c:pt idx="22683">
                  <c:v>6.4273600000000002</c:v>
                </c:pt>
                <c:pt idx="22684">
                  <c:v>6.42767</c:v>
                </c:pt>
                <c:pt idx="22685">
                  <c:v>6.4279700000000002</c:v>
                </c:pt>
                <c:pt idx="22686">
                  <c:v>6.42828</c:v>
                </c:pt>
                <c:pt idx="22687">
                  <c:v>6.4285899999999998</c:v>
                </c:pt>
                <c:pt idx="22688">
                  <c:v>6.42889</c:v>
                </c:pt>
                <c:pt idx="22689">
                  <c:v>6.4291999999999998</c:v>
                </c:pt>
                <c:pt idx="22690">
                  <c:v>6.4295</c:v>
                </c:pt>
                <c:pt idx="22691">
                  <c:v>6.4298099999999998</c:v>
                </c:pt>
                <c:pt idx="22692">
                  <c:v>6.43011</c:v>
                </c:pt>
                <c:pt idx="22693">
                  <c:v>6.4304199999999998</c:v>
                </c:pt>
                <c:pt idx="22694">
                  <c:v>6.43072</c:v>
                </c:pt>
                <c:pt idx="22695">
                  <c:v>6.4310299999999998</c:v>
                </c:pt>
                <c:pt idx="22696">
                  <c:v>6.43133</c:v>
                </c:pt>
                <c:pt idx="22697">
                  <c:v>6.4316399999999998</c:v>
                </c:pt>
                <c:pt idx="22698">
                  <c:v>6.43194</c:v>
                </c:pt>
                <c:pt idx="22699">
                  <c:v>6.4322499999999998</c:v>
                </c:pt>
                <c:pt idx="22700">
                  <c:v>6.4325599999999996</c:v>
                </c:pt>
                <c:pt idx="22701">
                  <c:v>6.4328599999999998</c:v>
                </c:pt>
                <c:pt idx="22702">
                  <c:v>6.4331699999999996</c:v>
                </c:pt>
                <c:pt idx="22703">
                  <c:v>6.4334699999999998</c:v>
                </c:pt>
                <c:pt idx="22704">
                  <c:v>6.4337799999999996</c:v>
                </c:pt>
                <c:pt idx="22705">
                  <c:v>6.4340799999999998</c:v>
                </c:pt>
                <c:pt idx="22706">
                  <c:v>6.4343899999999996</c:v>
                </c:pt>
                <c:pt idx="22707">
                  <c:v>6.4346899999999998</c:v>
                </c:pt>
                <c:pt idx="22708">
                  <c:v>6.4349999999999996</c:v>
                </c:pt>
                <c:pt idx="22709">
                  <c:v>6.4352999999999998</c:v>
                </c:pt>
                <c:pt idx="22710">
                  <c:v>6.4356099999999996</c:v>
                </c:pt>
                <c:pt idx="22711">
                  <c:v>6.4359099999999998</c:v>
                </c:pt>
                <c:pt idx="22712">
                  <c:v>6.4362199999999996</c:v>
                </c:pt>
                <c:pt idx="22713">
                  <c:v>6.4365300000000003</c:v>
                </c:pt>
                <c:pt idx="22714">
                  <c:v>6.4368299999999996</c:v>
                </c:pt>
                <c:pt idx="22715">
                  <c:v>6.4371400000000003</c:v>
                </c:pt>
                <c:pt idx="22716">
                  <c:v>6.4374399999999996</c:v>
                </c:pt>
                <c:pt idx="22717">
                  <c:v>6.4377500000000003</c:v>
                </c:pt>
                <c:pt idx="22718">
                  <c:v>6.4380499999999996</c:v>
                </c:pt>
                <c:pt idx="22719">
                  <c:v>6.4383600000000003</c:v>
                </c:pt>
                <c:pt idx="22720">
                  <c:v>6.4386599999999996</c:v>
                </c:pt>
                <c:pt idx="22721">
                  <c:v>6.4389700000000003</c:v>
                </c:pt>
                <c:pt idx="22722">
                  <c:v>6.4392699999999996</c:v>
                </c:pt>
                <c:pt idx="22723">
                  <c:v>6.4395800000000003</c:v>
                </c:pt>
                <c:pt idx="22724">
                  <c:v>6.4398900000000001</c:v>
                </c:pt>
                <c:pt idx="22725">
                  <c:v>6.4401900000000003</c:v>
                </c:pt>
                <c:pt idx="22726">
                  <c:v>6.4405000000000001</c:v>
                </c:pt>
                <c:pt idx="22727">
                  <c:v>6.4408000000000003</c:v>
                </c:pt>
                <c:pt idx="22728">
                  <c:v>6.4411100000000001</c:v>
                </c:pt>
                <c:pt idx="22729">
                  <c:v>6.4414100000000003</c:v>
                </c:pt>
                <c:pt idx="22730">
                  <c:v>6.4417200000000001</c:v>
                </c:pt>
                <c:pt idx="22731">
                  <c:v>6.4420200000000003</c:v>
                </c:pt>
                <c:pt idx="22732">
                  <c:v>6.4423300000000001</c:v>
                </c:pt>
                <c:pt idx="22733">
                  <c:v>6.4426300000000003</c:v>
                </c:pt>
                <c:pt idx="22734">
                  <c:v>6.4429400000000001</c:v>
                </c:pt>
                <c:pt idx="22735">
                  <c:v>6.4432400000000003</c:v>
                </c:pt>
                <c:pt idx="22736">
                  <c:v>6.4435500000000001</c:v>
                </c:pt>
                <c:pt idx="22737">
                  <c:v>6.4438599999999999</c:v>
                </c:pt>
                <c:pt idx="22738">
                  <c:v>6.4441600000000001</c:v>
                </c:pt>
                <c:pt idx="22739">
                  <c:v>6.4444699999999999</c:v>
                </c:pt>
                <c:pt idx="22740">
                  <c:v>6.4447700000000001</c:v>
                </c:pt>
                <c:pt idx="22741">
                  <c:v>6.4450799999999999</c:v>
                </c:pt>
                <c:pt idx="22742">
                  <c:v>6.4453800000000001</c:v>
                </c:pt>
                <c:pt idx="22743">
                  <c:v>6.4456899999999999</c:v>
                </c:pt>
                <c:pt idx="22744">
                  <c:v>6.4459900000000001</c:v>
                </c:pt>
                <c:pt idx="22745">
                  <c:v>6.4462999999999999</c:v>
                </c:pt>
                <c:pt idx="22746">
                  <c:v>6.4466000000000001</c:v>
                </c:pt>
                <c:pt idx="22747">
                  <c:v>6.4469099999999999</c:v>
                </c:pt>
                <c:pt idx="22748">
                  <c:v>6.4472100000000001</c:v>
                </c:pt>
                <c:pt idx="22749">
                  <c:v>6.4475199999999999</c:v>
                </c:pt>
                <c:pt idx="22750">
                  <c:v>6.4478299999999997</c:v>
                </c:pt>
                <c:pt idx="22751">
                  <c:v>6.4481299999999999</c:v>
                </c:pt>
                <c:pt idx="22752">
                  <c:v>6.4484399999999997</c:v>
                </c:pt>
                <c:pt idx="22753">
                  <c:v>6.4487399999999999</c:v>
                </c:pt>
                <c:pt idx="22754">
                  <c:v>6.4490499999999997</c:v>
                </c:pt>
                <c:pt idx="22755">
                  <c:v>6.4493499999999999</c:v>
                </c:pt>
                <c:pt idx="22756">
                  <c:v>6.4496599999999997</c:v>
                </c:pt>
                <c:pt idx="22757">
                  <c:v>6.4499599999999999</c:v>
                </c:pt>
                <c:pt idx="22758">
                  <c:v>6.4502699999999997</c:v>
                </c:pt>
                <c:pt idx="22759">
                  <c:v>6.4505699999999999</c:v>
                </c:pt>
                <c:pt idx="22760">
                  <c:v>6.4508799999999997</c:v>
                </c:pt>
                <c:pt idx="22761">
                  <c:v>6.4511799999999999</c:v>
                </c:pt>
                <c:pt idx="22762">
                  <c:v>6.4514899999999997</c:v>
                </c:pt>
                <c:pt idx="22763">
                  <c:v>6.4518000000000004</c:v>
                </c:pt>
                <c:pt idx="22764">
                  <c:v>6.4520999999999997</c:v>
                </c:pt>
                <c:pt idx="22765">
                  <c:v>6.4524100000000004</c:v>
                </c:pt>
                <c:pt idx="22766">
                  <c:v>6.4527099999999997</c:v>
                </c:pt>
                <c:pt idx="22767">
                  <c:v>6.4530200000000004</c:v>
                </c:pt>
                <c:pt idx="22768">
                  <c:v>6.4533199999999997</c:v>
                </c:pt>
                <c:pt idx="22769">
                  <c:v>6.4536300000000004</c:v>
                </c:pt>
                <c:pt idx="22770">
                  <c:v>6.4539299999999997</c:v>
                </c:pt>
                <c:pt idx="22771">
                  <c:v>6.4542400000000004</c:v>
                </c:pt>
                <c:pt idx="22772">
                  <c:v>6.4545399999999997</c:v>
                </c:pt>
                <c:pt idx="22773">
                  <c:v>6.4548500000000004</c:v>
                </c:pt>
                <c:pt idx="22774">
                  <c:v>6.4551499999999997</c:v>
                </c:pt>
                <c:pt idx="22775">
                  <c:v>6.4554600000000004</c:v>
                </c:pt>
                <c:pt idx="22776">
                  <c:v>6.4557700000000002</c:v>
                </c:pt>
                <c:pt idx="22777">
                  <c:v>6.4560700000000004</c:v>
                </c:pt>
                <c:pt idx="22778">
                  <c:v>6.4563800000000002</c:v>
                </c:pt>
                <c:pt idx="22779">
                  <c:v>6.4566800000000004</c:v>
                </c:pt>
                <c:pt idx="22780">
                  <c:v>6.4569900000000002</c:v>
                </c:pt>
                <c:pt idx="22781">
                  <c:v>6.4572900000000004</c:v>
                </c:pt>
                <c:pt idx="22782">
                  <c:v>6.4576000000000002</c:v>
                </c:pt>
                <c:pt idx="22783">
                  <c:v>6.4579000000000004</c:v>
                </c:pt>
                <c:pt idx="22784">
                  <c:v>6.4582100000000002</c:v>
                </c:pt>
                <c:pt idx="22785">
                  <c:v>6.4585100000000004</c:v>
                </c:pt>
                <c:pt idx="22786">
                  <c:v>6.4588200000000002</c:v>
                </c:pt>
                <c:pt idx="22787">
                  <c:v>6.45913</c:v>
                </c:pt>
                <c:pt idx="22788">
                  <c:v>6.4594300000000002</c:v>
                </c:pt>
                <c:pt idx="22789">
                  <c:v>6.45974</c:v>
                </c:pt>
                <c:pt idx="22790">
                  <c:v>6.4600400000000002</c:v>
                </c:pt>
                <c:pt idx="22791">
                  <c:v>6.46035</c:v>
                </c:pt>
                <c:pt idx="22792">
                  <c:v>6.4606500000000002</c:v>
                </c:pt>
                <c:pt idx="22793">
                  <c:v>6.46096</c:v>
                </c:pt>
                <c:pt idx="22794">
                  <c:v>6.4612600000000002</c:v>
                </c:pt>
                <c:pt idx="22795">
                  <c:v>6.46157</c:v>
                </c:pt>
                <c:pt idx="22796">
                  <c:v>6.4618700000000002</c:v>
                </c:pt>
                <c:pt idx="22797">
                  <c:v>6.46218</c:v>
                </c:pt>
                <c:pt idx="22798">
                  <c:v>6.4624800000000002</c:v>
                </c:pt>
                <c:pt idx="22799">
                  <c:v>6.46279</c:v>
                </c:pt>
                <c:pt idx="22800">
                  <c:v>6.4630999999999998</c:v>
                </c:pt>
                <c:pt idx="22801">
                  <c:v>6.4634</c:v>
                </c:pt>
                <c:pt idx="22802">
                  <c:v>6.4637099999999998</c:v>
                </c:pt>
                <c:pt idx="22803">
                  <c:v>6.46401</c:v>
                </c:pt>
                <c:pt idx="22804">
                  <c:v>6.4643199999999998</c:v>
                </c:pt>
                <c:pt idx="22805">
                  <c:v>6.46462</c:v>
                </c:pt>
                <c:pt idx="22806">
                  <c:v>6.4649299999999998</c:v>
                </c:pt>
                <c:pt idx="22807">
                  <c:v>6.46523</c:v>
                </c:pt>
                <c:pt idx="22808">
                  <c:v>6.4655399999999998</c:v>
                </c:pt>
                <c:pt idx="22809">
                  <c:v>6.46584</c:v>
                </c:pt>
                <c:pt idx="22810">
                  <c:v>6.4661499999999998</c:v>
                </c:pt>
                <c:pt idx="22811">
                  <c:v>6.46645</c:v>
                </c:pt>
                <c:pt idx="22812">
                  <c:v>6.4667599999999998</c:v>
                </c:pt>
                <c:pt idx="22813">
                  <c:v>6.4670699999999997</c:v>
                </c:pt>
                <c:pt idx="22814">
                  <c:v>6.4673699999999998</c:v>
                </c:pt>
                <c:pt idx="22815">
                  <c:v>6.4676799999999997</c:v>
                </c:pt>
                <c:pt idx="22816">
                  <c:v>6.4679799999999998</c:v>
                </c:pt>
                <c:pt idx="22817">
                  <c:v>6.4682899999999997</c:v>
                </c:pt>
                <c:pt idx="22818">
                  <c:v>6.4685899999999998</c:v>
                </c:pt>
                <c:pt idx="22819">
                  <c:v>6.4688999999999997</c:v>
                </c:pt>
                <c:pt idx="22820">
                  <c:v>6.4691999999999998</c:v>
                </c:pt>
                <c:pt idx="22821">
                  <c:v>6.4695099999999996</c:v>
                </c:pt>
                <c:pt idx="22822">
                  <c:v>6.4698099999999998</c:v>
                </c:pt>
                <c:pt idx="22823">
                  <c:v>6.4701199999999996</c:v>
                </c:pt>
                <c:pt idx="22824">
                  <c:v>6.4704199999999998</c:v>
                </c:pt>
                <c:pt idx="22825">
                  <c:v>6.4707299999999996</c:v>
                </c:pt>
                <c:pt idx="22826">
                  <c:v>6.4710400000000003</c:v>
                </c:pt>
                <c:pt idx="22827">
                  <c:v>6.4713399999999996</c:v>
                </c:pt>
                <c:pt idx="22828">
                  <c:v>6.4716500000000003</c:v>
                </c:pt>
                <c:pt idx="22829">
                  <c:v>6.4719499999999996</c:v>
                </c:pt>
                <c:pt idx="22830">
                  <c:v>6.4722600000000003</c:v>
                </c:pt>
                <c:pt idx="22831">
                  <c:v>6.4725599999999996</c:v>
                </c:pt>
                <c:pt idx="22832">
                  <c:v>6.4728700000000003</c:v>
                </c:pt>
                <c:pt idx="22833">
                  <c:v>6.4731699999999996</c:v>
                </c:pt>
                <c:pt idx="22834">
                  <c:v>6.4734800000000003</c:v>
                </c:pt>
                <c:pt idx="22835">
                  <c:v>6.4737799999999996</c:v>
                </c:pt>
                <c:pt idx="22836">
                  <c:v>6.4740900000000003</c:v>
                </c:pt>
                <c:pt idx="22837">
                  <c:v>6.4743899999999996</c:v>
                </c:pt>
                <c:pt idx="22838">
                  <c:v>6.4747000000000003</c:v>
                </c:pt>
                <c:pt idx="22839">
                  <c:v>6.4750100000000002</c:v>
                </c:pt>
                <c:pt idx="22840">
                  <c:v>6.4753100000000003</c:v>
                </c:pt>
                <c:pt idx="22841">
                  <c:v>6.4756200000000002</c:v>
                </c:pt>
                <c:pt idx="22842">
                  <c:v>6.4759200000000003</c:v>
                </c:pt>
                <c:pt idx="22843">
                  <c:v>6.4762300000000002</c:v>
                </c:pt>
                <c:pt idx="22844">
                  <c:v>6.4765300000000003</c:v>
                </c:pt>
                <c:pt idx="22845">
                  <c:v>6.4768400000000002</c:v>
                </c:pt>
                <c:pt idx="22846">
                  <c:v>6.4771400000000003</c:v>
                </c:pt>
                <c:pt idx="22847">
                  <c:v>6.4774500000000002</c:v>
                </c:pt>
                <c:pt idx="22848">
                  <c:v>6.4777500000000003</c:v>
                </c:pt>
                <c:pt idx="22849">
                  <c:v>6.4780600000000002</c:v>
                </c:pt>
                <c:pt idx="22850">
                  <c:v>6.47837</c:v>
                </c:pt>
                <c:pt idx="22851">
                  <c:v>6.4786700000000002</c:v>
                </c:pt>
                <c:pt idx="22852">
                  <c:v>6.47898</c:v>
                </c:pt>
                <c:pt idx="22853">
                  <c:v>6.4792800000000002</c:v>
                </c:pt>
                <c:pt idx="22854">
                  <c:v>6.47959</c:v>
                </c:pt>
                <c:pt idx="22855">
                  <c:v>6.4798900000000001</c:v>
                </c:pt>
                <c:pt idx="22856">
                  <c:v>6.4802</c:v>
                </c:pt>
                <c:pt idx="22857">
                  <c:v>6.4805000000000001</c:v>
                </c:pt>
                <c:pt idx="22858">
                  <c:v>6.48081</c:v>
                </c:pt>
                <c:pt idx="22859">
                  <c:v>6.4811100000000001</c:v>
                </c:pt>
                <c:pt idx="22860">
                  <c:v>6.48142</c:v>
                </c:pt>
                <c:pt idx="22861">
                  <c:v>6.4817200000000001</c:v>
                </c:pt>
                <c:pt idx="22862">
                  <c:v>6.48203</c:v>
                </c:pt>
                <c:pt idx="22863">
                  <c:v>6.4823399999999998</c:v>
                </c:pt>
                <c:pt idx="22864">
                  <c:v>6.48264</c:v>
                </c:pt>
                <c:pt idx="22865">
                  <c:v>6.4829499999999998</c:v>
                </c:pt>
                <c:pt idx="22866">
                  <c:v>6.48325</c:v>
                </c:pt>
                <c:pt idx="22867">
                  <c:v>6.4835599999999998</c:v>
                </c:pt>
                <c:pt idx="22868">
                  <c:v>6.48386</c:v>
                </c:pt>
                <c:pt idx="22869">
                  <c:v>6.4841699999999998</c:v>
                </c:pt>
                <c:pt idx="22870">
                  <c:v>6.48447</c:v>
                </c:pt>
                <c:pt idx="22871">
                  <c:v>6.4847799999999998</c:v>
                </c:pt>
                <c:pt idx="22872">
                  <c:v>6.48508</c:v>
                </c:pt>
                <c:pt idx="22873">
                  <c:v>6.4853899999999998</c:v>
                </c:pt>
                <c:pt idx="22874">
                  <c:v>6.48569</c:v>
                </c:pt>
                <c:pt idx="22875">
                  <c:v>6.4859999999999998</c:v>
                </c:pt>
                <c:pt idx="22876">
                  <c:v>6.4863099999999996</c:v>
                </c:pt>
                <c:pt idx="22877">
                  <c:v>6.4866099999999998</c:v>
                </c:pt>
                <c:pt idx="22878">
                  <c:v>6.4869199999999996</c:v>
                </c:pt>
                <c:pt idx="22879">
                  <c:v>6.4872199999999998</c:v>
                </c:pt>
                <c:pt idx="22880">
                  <c:v>6.4875299999999996</c:v>
                </c:pt>
                <c:pt idx="22881">
                  <c:v>6.4878299999999998</c:v>
                </c:pt>
                <c:pt idx="22882">
                  <c:v>6.4881399999999996</c:v>
                </c:pt>
                <c:pt idx="22883">
                  <c:v>6.4884399999999998</c:v>
                </c:pt>
                <c:pt idx="22884">
                  <c:v>6.4887499999999996</c:v>
                </c:pt>
                <c:pt idx="22885">
                  <c:v>6.4890499999999998</c:v>
                </c:pt>
                <c:pt idx="22886">
                  <c:v>6.4893599999999996</c:v>
                </c:pt>
                <c:pt idx="22887">
                  <c:v>6.4896599999999998</c:v>
                </c:pt>
                <c:pt idx="22888">
                  <c:v>6.4899699999999996</c:v>
                </c:pt>
                <c:pt idx="22889">
                  <c:v>6.4902800000000003</c:v>
                </c:pt>
                <c:pt idx="22890">
                  <c:v>6.4905799999999996</c:v>
                </c:pt>
                <c:pt idx="22891">
                  <c:v>6.4908900000000003</c:v>
                </c:pt>
                <c:pt idx="22892">
                  <c:v>6.4911899999999996</c:v>
                </c:pt>
                <c:pt idx="22893">
                  <c:v>6.4915000000000003</c:v>
                </c:pt>
                <c:pt idx="22894">
                  <c:v>6.4917999999999996</c:v>
                </c:pt>
                <c:pt idx="22895">
                  <c:v>6.4921100000000003</c:v>
                </c:pt>
                <c:pt idx="22896">
                  <c:v>6.4924099999999996</c:v>
                </c:pt>
                <c:pt idx="22897">
                  <c:v>6.4927200000000003</c:v>
                </c:pt>
                <c:pt idx="22898">
                  <c:v>6.4930199999999996</c:v>
                </c:pt>
                <c:pt idx="22899">
                  <c:v>6.4933300000000003</c:v>
                </c:pt>
                <c:pt idx="22900">
                  <c:v>6.4936400000000001</c:v>
                </c:pt>
                <c:pt idx="22901">
                  <c:v>6.4939400000000003</c:v>
                </c:pt>
                <c:pt idx="22902">
                  <c:v>6.4942500000000001</c:v>
                </c:pt>
                <c:pt idx="22903">
                  <c:v>6.4945500000000003</c:v>
                </c:pt>
                <c:pt idx="22904">
                  <c:v>6.4948600000000001</c:v>
                </c:pt>
                <c:pt idx="22905">
                  <c:v>6.4951600000000003</c:v>
                </c:pt>
                <c:pt idx="22906">
                  <c:v>6.4954700000000001</c:v>
                </c:pt>
                <c:pt idx="22907">
                  <c:v>6.4957700000000003</c:v>
                </c:pt>
                <c:pt idx="22908">
                  <c:v>6.4960800000000001</c:v>
                </c:pt>
                <c:pt idx="22909">
                  <c:v>6.4963800000000003</c:v>
                </c:pt>
                <c:pt idx="22910">
                  <c:v>6.4966900000000001</c:v>
                </c:pt>
                <c:pt idx="22911">
                  <c:v>6.4969900000000003</c:v>
                </c:pt>
                <c:pt idx="22912">
                  <c:v>6.4973000000000001</c:v>
                </c:pt>
                <c:pt idx="22913">
                  <c:v>6.4976099999999999</c:v>
                </c:pt>
                <c:pt idx="22914">
                  <c:v>6.4979100000000001</c:v>
                </c:pt>
                <c:pt idx="22915">
                  <c:v>6.4982199999999999</c:v>
                </c:pt>
                <c:pt idx="22916">
                  <c:v>6.4985200000000001</c:v>
                </c:pt>
                <c:pt idx="22917">
                  <c:v>6.4988299999999999</c:v>
                </c:pt>
                <c:pt idx="22918">
                  <c:v>6.4991300000000001</c:v>
                </c:pt>
                <c:pt idx="22919">
                  <c:v>6.4994399999999999</c:v>
                </c:pt>
                <c:pt idx="22920">
                  <c:v>6.4997400000000001</c:v>
                </c:pt>
                <c:pt idx="22921">
                  <c:v>6.5000499999999999</c:v>
                </c:pt>
                <c:pt idx="22922">
                  <c:v>6.5003500000000001</c:v>
                </c:pt>
                <c:pt idx="22923">
                  <c:v>6.5006599999999999</c:v>
                </c:pt>
                <c:pt idx="22924">
                  <c:v>6.5009600000000001</c:v>
                </c:pt>
                <c:pt idx="22925">
                  <c:v>6.5012699999999999</c:v>
                </c:pt>
                <c:pt idx="22926">
                  <c:v>6.5015799999999997</c:v>
                </c:pt>
                <c:pt idx="22927">
                  <c:v>6.5018799999999999</c:v>
                </c:pt>
                <c:pt idx="22928">
                  <c:v>6.5021899999999997</c:v>
                </c:pt>
                <c:pt idx="22929">
                  <c:v>6.5024899999999999</c:v>
                </c:pt>
                <c:pt idx="22930">
                  <c:v>6.5027999999999997</c:v>
                </c:pt>
                <c:pt idx="22931">
                  <c:v>6.5030999999999999</c:v>
                </c:pt>
                <c:pt idx="22932">
                  <c:v>6.5034099999999997</c:v>
                </c:pt>
                <c:pt idx="22933">
                  <c:v>6.5037099999999999</c:v>
                </c:pt>
                <c:pt idx="22934">
                  <c:v>6.5040199999999997</c:v>
                </c:pt>
                <c:pt idx="22935">
                  <c:v>6.5043199999999999</c:v>
                </c:pt>
                <c:pt idx="22936">
                  <c:v>6.5046299999999997</c:v>
                </c:pt>
                <c:pt idx="22937">
                  <c:v>6.5049299999999999</c:v>
                </c:pt>
                <c:pt idx="22938">
                  <c:v>6.5052399999999997</c:v>
                </c:pt>
                <c:pt idx="22939">
                  <c:v>6.5055500000000004</c:v>
                </c:pt>
                <c:pt idx="22940">
                  <c:v>6.5058499999999997</c:v>
                </c:pt>
                <c:pt idx="22941">
                  <c:v>6.5061600000000004</c:v>
                </c:pt>
                <c:pt idx="22942">
                  <c:v>6.5064599999999997</c:v>
                </c:pt>
                <c:pt idx="22943">
                  <c:v>6.5067700000000004</c:v>
                </c:pt>
                <c:pt idx="22944">
                  <c:v>6.5070699999999997</c:v>
                </c:pt>
                <c:pt idx="22945">
                  <c:v>6.5073800000000004</c:v>
                </c:pt>
                <c:pt idx="22946">
                  <c:v>6.5076799999999997</c:v>
                </c:pt>
                <c:pt idx="22947">
                  <c:v>6.5079900000000004</c:v>
                </c:pt>
                <c:pt idx="22948">
                  <c:v>6.5082899999999997</c:v>
                </c:pt>
                <c:pt idx="22949">
                  <c:v>6.5086000000000004</c:v>
                </c:pt>
                <c:pt idx="22950">
                  <c:v>6.5088999999999997</c:v>
                </c:pt>
                <c:pt idx="22951">
                  <c:v>6.5092100000000004</c:v>
                </c:pt>
                <c:pt idx="22952">
                  <c:v>6.5095200000000002</c:v>
                </c:pt>
                <c:pt idx="22953">
                  <c:v>6.5098200000000004</c:v>
                </c:pt>
                <c:pt idx="22954">
                  <c:v>6.5101300000000002</c:v>
                </c:pt>
                <c:pt idx="22955">
                  <c:v>6.5104300000000004</c:v>
                </c:pt>
                <c:pt idx="22956">
                  <c:v>6.5107400000000002</c:v>
                </c:pt>
                <c:pt idx="22957">
                  <c:v>6.5110400000000004</c:v>
                </c:pt>
                <c:pt idx="22958">
                  <c:v>6.5113500000000002</c:v>
                </c:pt>
                <c:pt idx="22959">
                  <c:v>6.5116500000000004</c:v>
                </c:pt>
                <c:pt idx="22960">
                  <c:v>6.5119600000000002</c:v>
                </c:pt>
                <c:pt idx="22961">
                  <c:v>6.5122600000000004</c:v>
                </c:pt>
                <c:pt idx="22962">
                  <c:v>6.5125700000000002</c:v>
                </c:pt>
                <c:pt idx="22963">
                  <c:v>6.51288</c:v>
                </c:pt>
                <c:pt idx="22964">
                  <c:v>6.5131800000000002</c:v>
                </c:pt>
                <c:pt idx="22965">
                  <c:v>6.51349</c:v>
                </c:pt>
                <c:pt idx="22966">
                  <c:v>6.5137900000000002</c:v>
                </c:pt>
                <c:pt idx="22967">
                  <c:v>6.5141</c:v>
                </c:pt>
                <c:pt idx="22968">
                  <c:v>6.5144000000000002</c:v>
                </c:pt>
                <c:pt idx="22969">
                  <c:v>6.51471</c:v>
                </c:pt>
                <c:pt idx="22970">
                  <c:v>6.5150100000000002</c:v>
                </c:pt>
                <c:pt idx="22971">
                  <c:v>6.51532</c:v>
                </c:pt>
                <c:pt idx="22972">
                  <c:v>6.5156200000000002</c:v>
                </c:pt>
                <c:pt idx="22973">
                  <c:v>6.51593</c:v>
                </c:pt>
                <c:pt idx="22974">
                  <c:v>6.5162300000000002</c:v>
                </c:pt>
                <c:pt idx="22975">
                  <c:v>6.51654</c:v>
                </c:pt>
                <c:pt idx="22976">
                  <c:v>6.5168499999999998</c:v>
                </c:pt>
                <c:pt idx="22977">
                  <c:v>6.51715</c:v>
                </c:pt>
                <c:pt idx="22978">
                  <c:v>6.5174599999999998</c:v>
                </c:pt>
                <c:pt idx="22979">
                  <c:v>6.51776</c:v>
                </c:pt>
                <c:pt idx="22980">
                  <c:v>6.5180699999999998</c:v>
                </c:pt>
                <c:pt idx="22981">
                  <c:v>6.51837</c:v>
                </c:pt>
                <c:pt idx="22982">
                  <c:v>6.5186799999999998</c:v>
                </c:pt>
                <c:pt idx="22983">
                  <c:v>6.51898</c:v>
                </c:pt>
                <c:pt idx="22984">
                  <c:v>6.5192899999999998</c:v>
                </c:pt>
                <c:pt idx="22985">
                  <c:v>6.51959</c:v>
                </c:pt>
                <c:pt idx="22986">
                  <c:v>6.5198999999999998</c:v>
                </c:pt>
                <c:pt idx="22987">
                  <c:v>6.5202</c:v>
                </c:pt>
                <c:pt idx="22988">
                  <c:v>6.5205099999999998</c:v>
                </c:pt>
                <c:pt idx="22989">
                  <c:v>6.5208199999999996</c:v>
                </c:pt>
                <c:pt idx="22990">
                  <c:v>6.5211199999999998</c:v>
                </c:pt>
                <c:pt idx="22991">
                  <c:v>6.5214299999999996</c:v>
                </c:pt>
                <c:pt idx="22992">
                  <c:v>6.5217299999999998</c:v>
                </c:pt>
                <c:pt idx="22993">
                  <c:v>6.5220399999999996</c:v>
                </c:pt>
                <c:pt idx="22994">
                  <c:v>6.5223399999999998</c:v>
                </c:pt>
                <c:pt idx="22995">
                  <c:v>6.5226499999999996</c:v>
                </c:pt>
                <c:pt idx="22996">
                  <c:v>6.5229499999999998</c:v>
                </c:pt>
                <c:pt idx="22997">
                  <c:v>6.5232599999999996</c:v>
                </c:pt>
                <c:pt idx="22998">
                  <c:v>6.5235599999999998</c:v>
                </c:pt>
                <c:pt idx="22999">
                  <c:v>6.5238699999999996</c:v>
                </c:pt>
                <c:pt idx="23000">
                  <c:v>6.5241699999999998</c:v>
                </c:pt>
                <c:pt idx="23001">
                  <c:v>6.5244799999999996</c:v>
                </c:pt>
                <c:pt idx="23002">
                  <c:v>6.5247900000000003</c:v>
                </c:pt>
                <c:pt idx="23003">
                  <c:v>6.5250899999999996</c:v>
                </c:pt>
                <c:pt idx="23004">
                  <c:v>6.5254000000000003</c:v>
                </c:pt>
                <c:pt idx="23005">
                  <c:v>6.5256999999999996</c:v>
                </c:pt>
                <c:pt idx="23006">
                  <c:v>6.5260100000000003</c:v>
                </c:pt>
                <c:pt idx="23007">
                  <c:v>6.5263099999999996</c:v>
                </c:pt>
                <c:pt idx="23008">
                  <c:v>6.5266200000000003</c:v>
                </c:pt>
                <c:pt idx="23009">
                  <c:v>6.5269199999999996</c:v>
                </c:pt>
                <c:pt idx="23010">
                  <c:v>6.5272300000000003</c:v>
                </c:pt>
                <c:pt idx="23011">
                  <c:v>6.5275299999999996</c:v>
                </c:pt>
                <c:pt idx="23012">
                  <c:v>6.5278400000000003</c:v>
                </c:pt>
                <c:pt idx="23013">
                  <c:v>6.5281399999999996</c:v>
                </c:pt>
                <c:pt idx="23014">
                  <c:v>6.5284500000000003</c:v>
                </c:pt>
                <c:pt idx="23015">
                  <c:v>6.5287600000000001</c:v>
                </c:pt>
                <c:pt idx="23016">
                  <c:v>6.5290600000000003</c:v>
                </c:pt>
                <c:pt idx="23017">
                  <c:v>6.5293700000000001</c:v>
                </c:pt>
                <c:pt idx="23018">
                  <c:v>6.5296700000000003</c:v>
                </c:pt>
                <c:pt idx="23019">
                  <c:v>6.5299800000000001</c:v>
                </c:pt>
                <c:pt idx="23020">
                  <c:v>6.5302800000000003</c:v>
                </c:pt>
                <c:pt idx="23021">
                  <c:v>6.5305900000000001</c:v>
                </c:pt>
                <c:pt idx="23022">
                  <c:v>6.5308900000000003</c:v>
                </c:pt>
                <c:pt idx="23023">
                  <c:v>6.5312000000000001</c:v>
                </c:pt>
                <c:pt idx="23024">
                  <c:v>6.5315000000000003</c:v>
                </c:pt>
                <c:pt idx="23025">
                  <c:v>6.5318100000000001</c:v>
                </c:pt>
                <c:pt idx="23026">
                  <c:v>6.5321199999999999</c:v>
                </c:pt>
                <c:pt idx="23027">
                  <c:v>6.5324200000000001</c:v>
                </c:pt>
                <c:pt idx="23028">
                  <c:v>6.5327299999999999</c:v>
                </c:pt>
                <c:pt idx="23029">
                  <c:v>6.5330300000000001</c:v>
                </c:pt>
                <c:pt idx="23030">
                  <c:v>6.5333399999999999</c:v>
                </c:pt>
                <c:pt idx="23031">
                  <c:v>6.5336400000000001</c:v>
                </c:pt>
                <c:pt idx="23032">
                  <c:v>6.5339499999999999</c:v>
                </c:pt>
                <c:pt idx="23033">
                  <c:v>6.5342500000000001</c:v>
                </c:pt>
                <c:pt idx="23034">
                  <c:v>6.5345599999999999</c:v>
                </c:pt>
                <c:pt idx="23035">
                  <c:v>6.5348600000000001</c:v>
                </c:pt>
                <c:pt idx="23036">
                  <c:v>6.5351699999999999</c:v>
                </c:pt>
                <c:pt idx="23037">
                  <c:v>6.5354700000000001</c:v>
                </c:pt>
                <c:pt idx="23038">
                  <c:v>6.5357799999999999</c:v>
                </c:pt>
                <c:pt idx="23039">
                  <c:v>6.5360899999999997</c:v>
                </c:pt>
                <c:pt idx="23040">
                  <c:v>6.5363899999999999</c:v>
                </c:pt>
                <c:pt idx="23041">
                  <c:v>6.5366999999999997</c:v>
                </c:pt>
                <c:pt idx="23042">
                  <c:v>6.5369999999999999</c:v>
                </c:pt>
                <c:pt idx="23043">
                  <c:v>6.5373099999999997</c:v>
                </c:pt>
                <c:pt idx="23044">
                  <c:v>6.5376099999999999</c:v>
                </c:pt>
                <c:pt idx="23045">
                  <c:v>6.5379199999999997</c:v>
                </c:pt>
                <c:pt idx="23046">
                  <c:v>6.5382199999999999</c:v>
                </c:pt>
                <c:pt idx="23047">
                  <c:v>6.5385299999999997</c:v>
                </c:pt>
                <c:pt idx="23048">
                  <c:v>6.5388299999999999</c:v>
                </c:pt>
                <c:pt idx="23049">
                  <c:v>6.5391399999999997</c:v>
                </c:pt>
                <c:pt idx="23050">
                  <c:v>6.5394399999999999</c:v>
                </c:pt>
                <c:pt idx="23051">
                  <c:v>6.5397499999999997</c:v>
                </c:pt>
                <c:pt idx="23052">
                  <c:v>6.5400600000000004</c:v>
                </c:pt>
                <c:pt idx="23053">
                  <c:v>6.5403599999999997</c:v>
                </c:pt>
                <c:pt idx="23054">
                  <c:v>6.5406700000000004</c:v>
                </c:pt>
                <c:pt idx="23055">
                  <c:v>6.5409699999999997</c:v>
                </c:pt>
                <c:pt idx="23056">
                  <c:v>6.5412800000000004</c:v>
                </c:pt>
                <c:pt idx="23057">
                  <c:v>6.5415799999999997</c:v>
                </c:pt>
                <c:pt idx="23058">
                  <c:v>6.5418900000000004</c:v>
                </c:pt>
                <c:pt idx="23059">
                  <c:v>6.5421899999999997</c:v>
                </c:pt>
                <c:pt idx="23060">
                  <c:v>6.5425000000000004</c:v>
                </c:pt>
                <c:pt idx="23061">
                  <c:v>6.5427999999999997</c:v>
                </c:pt>
                <c:pt idx="23062">
                  <c:v>6.5431100000000004</c:v>
                </c:pt>
                <c:pt idx="23063">
                  <c:v>6.5434099999999997</c:v>
                </c:pt>
                <c:pt idx="23064">
                  <c:v>6.5437200000000004</c:v>
                </c:pt>
                <c:pt idx="23065">
                  <c:v>6.5440300000000002</c:v>
                </c:pt>
                <c:pt idx="23066">
                  <c:v>6.5443300000000004</c:v>
                </c:pt>
                <c:pt idx="23067">
                  <c:v>6.5446400000000002</c:v>
                </c:pt>
                <c:pt idx="23068">
                  <c:v>6.5449400000000004</c:v>
                </c:pt>
                <c:pt idx="23069">
                  <c:v>6.5452500000000002</c:v>
                </c:pt>
                <c:pt idx="23070">
                  <c:v>6.5455500000000004</c:v>
                </c:pt>
                <c:pt idx="23071">
                  <c:v>6.5458600000000002</c:v>
                </c:pt>
                <c:pt idx="23072">
                  <c:v>6.5461600000000004</c:v>
                </c:pt>
                <c:pt idx="23073">
                  <c:v>6.5464700000000002</c:v>
                </c:pt>
                <c:pt idx="23074">
                  <c:v>6.5467700000000004</c:v>
                </c:pt>
                <c:pt idx="23075">
                  <c:v>6.5470800000000002</c:v>
                </c:pt>
                <c:pt idx="23076">
                  <c:v>6.54739</c:v>
                </c:pt>
                <c:pt idx="23077">
                  <c:v>6.5476900000000002</c:v>
                </c:pt>
                <c:pt idx="23078">
                  <c:v>6.548</c:v>
                </c:pt>
                <c:pt idx="23079">
                  <c:v>6.5483000000000002</c:v>
                </c:pt>
                <c:pt idx="23080">
                  <c:v>6.54861</c:v>
                </c:pt>
                <c:pt idx="23081">
                  <c:v>6.5489100000000002</c:v>
                </c:pt>
                <c:pt idx="23082">
                  <c:v>6.54922</c:v>
                </c:pt>
                <c:pt idx="23083">
                  <c:v>6.5495200000000002</c:v>
                </c:pt>
                <c:pt idx="23084">
                  <c:v>6.54983</c:v>
                </c:pt>
                <c:pt idx="23085">
                  <c:v>6.5501300000000002</c:v>
                </c:pt>
                <c:pt idx="23086">
                  <c:v>6.55044</c:v>
                </c:pt>
                <c:pt idx="23087">
                  <c:v>6.5507400000000002</c:v>
                </c:pt>
                <c:pt idx="23088">
                  <c:v>6.55105</c:v>
                </c:pt>
                <c:pt idx="23089">
                  <c:v>6.5513599999999999</c:v>
                </c:pt>
                <c:pt idx="23090">
                  <c:v>6.55166</c:v>
                </c:pt>
                <c:pt idx="23091">
                  <c:v>6.5519699999999998</c:v>
                </c:pt>
                <c:pt idx="23092">
                  <c:v>6.55227</c:v>
                </c:pt>
                <c:pt idx="23093">
                  <c:v>6.5525799999999998</c:v>
                </c:pt>
                <c:pt idx="23094">
                  <c:v>6.55288</c:v>
                </c:pt>
                <c:pt idx="23095">
                  <c:v>6.5531899999999998</c:v>
                </c:pt>
                <c:pt idx="23096">
                  <c:v>6.55349</c:v>
                </c:pt>
                <c:pt idx="23097">
                  <c:v>6.5537999999999998</c:v>
                </c:pt>
                <c:pt idx="23098">
                  <c:v>6.5541</c:v>
                </c:pt>
                <c:pt idx="23099">
                  <c:v>6.5544099999999998</c:v>
                </c:pt>
                <c:pt idx="23100">
                  <c:v>6.55471</c:v>
                </c:pt>
                <c:pt idx="23101">
                  <c:v>6.5550199999999998</c:v>
                </c:pt>
                <c:pt idx="23102">
                  <c:v>6.5553299999999997</c:v>
                </c:pt>
                <c:pt idx="23103">
                  <c:v>6.5556299999999998</c:v>
                </c:pt>
                <c:pt idx="23104">
                  <c:v>6.5559399999999997</c:v>
                </c:pt>
                <c:pt idx="23105">
                  <c:v>6.5562399999999998</c:v>
                </c:pt>
                <c:pt idx="23106">
                  <c:v>6.5565499999999997</c:v>
                </c:pt>
                <c:pt idx="23107">
                  <c:v>6.5568499999999998</c:v>
                </c:pt>
                <c:pt idx="23108">
                  <c:v>6.5571599999999997</c:v>
                </c:pt>
                <c:pt idx="23109">
                  <c:v>6.5574599999999998</c:v>
                </c:pt>
                <c:pt idx="23110">
                  <c:v>6.5577699999999997</c:v>
                </c:pt>
                <c:pt idx="23111">
                  <c:v>6.5580699999999998</c:v>
                </c:pt>
                <c:pt idx="23112">
                  <c:v>6.5583799999999997</c:v>
                </c:pt>
                <c:pt idx="23113">
                  <c:v>6.5586799999999998</c:v>
                </c:pt>
                <c:pt idx="23114">
                  <c:v>6.5589899999999997</c:v>
                </c:pt>
                <c:pt idx="23115">
                  <c:v>6.5593000000000004</c:v>
                </c:pt>
                <c:pt idx="23116">
                  <c:v>6.5595999999999997</c:v>
                </c:pt>
                <c:pt idx="23117">
                  <c:v>6.5599100000000004</c:v>
                </c:pt>
                <c:pt idx="23118">
                  <c:v>6.5602099999999997</c:v>
                </c:pt>
                <c:pt idx="23119">
                  <c:v>6.5605200000000004</c:v>
                </c:pt>
                <c:pt idx="23120">
                  <c:v>6.5608199999999997</c:v>
                </c:pt>
                <c:pt idx="23121">
                  <c:v>6.5611300000000004</c:v>
                </c:pt>
                <c:pt idx="23122">
                  <c:v>6.5614299999999997</c:v>
                </c:pt>
                <c:pt idx="23123">
                  <c:v>6.5617400000000004</c:v>
                </c:pt>
                <c:pt idx="23124">
                  <c:v>6.5620399999999997</c:v>
                </c:pt>
                <c:pt idx="23125">
                  <c:v>6.5623500000000003</c:v>
                </c:pt>
                <c:pt idx="23126">
                  <c:v>6.5626499999999997</c:v>
                </c:pt>
                <c:pt idx="23127">
                  <c:v>6.5629600000000003</c:v>
                </c:pt>
                <c:pt idx="23128">
                  <c:v>6.5632700000000002</c:v>
                </c:pt>
                <c:pt idx="23129">
                  <c:v>6.5635700000000003</c:v>
                </c:pt>
                <c:pt idx="23130">
                  <c:v>6.5638800000000002</c:v>
                </c:pt>
                <c:pt idx="23131">
                  <c:v>6.5641800000000003</c:v>
                </c:pt>
                <c:pt idx="23132">
                  <c:v>6.5644900000000002</c:v>
                </c:pt>
                <c:pt idx="23133">
                  <c:v>6.5647900000000003</c:v>
                </c:pt>
                <c:pt idx="23134">
                  <c:v>6.5651000000000002</c:v>
                </c:pt>
                <c:pt idx="23135">
                  <c:v>6.5654000000000003</c:v>
                </c:pt>
                <c:pt idx="23136">
                  <c:v>6.5657100000000002</c:v>
                </c:pt>
                <c:pt idx="23137">
                  <c:v>6.5660100000000003</c:v>
                </c:pt>
                <c:pt idx="23138">
                  <c:v>6.5663200000000002</c:v>
                </c:pt>
                <c:pt idx="23139">
                  <c:v>6.56663</c:v>
                </c:pt>
                <c:pt idx="23140">
                  <c:v>6.5669300000000002</c:v>
                </c:pt>
                <c:pt idx="23141">
                  <c:v>6.56724</c:v>
                </c:pt>
                <c:pt idx="23142">
                  <c:v>6.5675400000000002</c:v>
                </c:pt>
                <c:pt idx="23143">
                  <c:v>6.56785</c:v>
                </c:pt>
                <c:pt idx="23144">
                  <c:v>6.5681500000000002</c:v>
                </c:pt>
                <c:pt idx="23145">
                  <c:v>6.56846</c:v>
                </c:pt>
                <c:pt idx="23146">
                  <c:v>6.5687600000000002</c:v>
                </c:pt>
                <c:pt idx="23147">
                  <c:v>6.56907</c:v>
                </c:pt>
                <c:pt idx="23148">
                  <c:v>6.5693700000000002</c:v>
                </c:pt>
                <c:pt idx="23149">
                  <c:v>6.56968</c:v>
                </c:pt>
                <c:pt idx="23150">
                  <c:v>6.5699800000000002</c:v>
                </c:pt>
                <c:pt idx="23151">
                  <c:v>6.57029</c:v>
                </c:pt>
                <c:pt idx="23152">
                  <c:v>6.5705999999999998</c:v>
                </c:pt>
                <c:pt idx="23153">
                  <c:v>6.5709</c:v>
                </c:pt>
                <c:pt idx="23154">
                  <c:v>6.5712099999999998</c:v>
                </c:pt>
                <c:pt idx="23155">
                  <c:v>6.57151</c:v>
                </c:pt>
                <c:pt idx="23156">
                  <c:v>6.5718199999999998</c:v>
                </c:pt>
                <c:pt idx="23157">
                  <c:v>6.57212</c:v>
                </c:pt>
                <c:pt idx="23158">
                  <c:v>6.5724299999999998</c:v>
                </c:pt>
                <c:pt idx="23159">
                  <c:v>6.57273</c:v>
                </c:pt>
                <c:pt idx="23160">
                  <c:v>6.5730399999999998</c:v>
                </c:pt>
                <c:pt idx="23161">
                  <c:v>6.57334</c:v>
                </c:pt>
                <c:pt idx="23162">
                  <c:v>6.5736499999999998</c:v>
                </c:pt>
                <c:pt idx="23163">
                  <c:v>6.57395</c:v>
                </c:pt>
                <c:pt idx="23164">
                  <c:v>6.5742599999999998</c:v>
                </c:pt>
                <c:pt idx="23165">
                  <c:v>6.5745699999999996</c:v>
                </c:pt>
                <c:pt idx="23166">
                  <c:v>6.5748699999999998</c:v>
                </c:pt>
                <c:pt idx="23167">
                  <c:v>6.5751799999999996</c:v>
                </c:pt>
                <c:pt idx="23168">
                  <c:v>6.5754799999999998</c:v>
                </c:pt>
                <c:pt idx="23169">
                  <c:v>6.5757899999999996</c:v>
                </c:pt>
                <c:pt idx="23170">
                  <c:v>6.5760899999999998</c:v>
                </c:pt>
                <c:pt idx="23171">
                  <c:v>6.5763999999999996</c:v>
                </c:pt>
                <c:pt idx="23172">
                  <c:v>6.5766999999999998</c:v>
                </c:pt>
                <c:pt idx="23173">
                  <c:v>6.5770099999999996</c:v>
                </c:pt>
                <c:pt idx="23174">
                  <c:v>6.5773099999999998</c:v>
                </c:pt>
                <c:pt idx="23175">
                  <c:v>6.5776199999999996</c:v>
                </c:pt>
                <c:pt idx="23176">
                  <c:v>6.5779199999999998</c:v>
                </c:pt>
                <c:pt idx="23177">
                  <c:v>6.5782299999999996</c:v>
                </c:pt>
                <c:pt idx="23178">
                  <c:v>6.5785400000000003</c:v>
                </c:pt>
                <c:pt idx="23179">
                  <c:v>6.5788399999999996</c:v>
                </c:pt>
                <c:pt idx="23180">
                  <c:v>6.5791500000000003</c:v>
                </c:pt>
                <c:pt idx="23181">
                  <c:v>6.5794499999999996</c:v>
                </c:pt>
                <c:pt idx="23182">
                  <c:v>6.5797600000000003</c:v>
                </c:pt>
                <c:pt idx="23183">
                  <c:v>6.5800599999999996</c:v>
                </c:pt>
                <c:pt idx="23184">
                  <c:v>6.5803700000000003</c:v>
                </c:pt>
                <c:pt idx="23185">
                  <c:v>6.5806699999999996</c:v>
                </c:pt>
                <c:pt idx="23186">
                  <c:v>6.5809800000000003</c:v>
                </c:pt>
                <c:pt idx="23187">
                  <c:v>6.5812799999999996</c:v>
                </c:pt>
                <c:pt idx="23188">
                  <c:v>6.5815900000000003</c:v>
                </c:pt>
                <c:pt idx="23189">
                  <c:v>6.5818899999999996</c:v>
                </c:pt>
                <c:pt idx="23190">
                  <c:v>6.5822000000000003</c:v>
                </c:pt>
                <c:pt idx="23191">
                  <c:v>6.5825100000000001</c:v>
                </c:pt>
                <c:pt idx="23192">
                  <c:v>6.5828100000000003</c:v>
                </c:pt>
                <c:pt idx="23193">
                  <c:v>6.5831200000000001</c:v>
                </c:pt>
                <c:pt idx="23194">
                  <c:v>6.5834200000000003</c:v>
                </c:pt>
                <c:pt idx="23195">
                  <c:v>6.5837300000000001</c:v>
                </c:pt>
                <c:pt idx="23196">
                  <c:v>6.5840300000000003</c:v>
                </c:pt>
                <c:pt idx="23197">
                  <c:v>6.5843400000000001</c:v>
                </c:pt>
                <c:pt idx="23198">
                  <c:v>6.5846400000000003</c:v>
                </c:pt>
                <c:pt idx="23199">
                  <c:v>6.5849500000000001</c:v>
                </c:pt>
                <c:pt idx="23200">
                  <c:v>6.5852500000000003</c:v>
                </c:pt>
                <c:pt idx="23201">
                  <c:v>6.5855600000000001</c:v>
                </c:pt>
                <c:pt idx="23202">
                  <c:v>6.5858699999999999</c:v>
                </c:pt>
                <c:pt idx="23203">
                  <c:v>6.5861700000000001</c:v>
                </c:pt>
                <c:pt idx="23204">
                  <c:v>6.5864799999999999</c:v>
                </c:pt>
                <c:pt idx="23205">
                  <c:v>6.5867800000000001</c:v>
                </c:pt>
                <c:pt idx="23206">
                  <c:v>6.5870899999999999</c:v>
                </c:pt>
                <c:pt idx="23207">
                  <c:v>6.5873900000000001</c:v>
                </c:pt>
                <c:pt idx="23208">
                  <c:v>6.5876999999999999</c:v>
                </c:pt>
                <c:pt idx="23209">
                  <c:v>6.5880000000000001</c:v>
                </c:pt>
                <c:pt idx="23210">
                  <c:v>6.5883099999999999</c:v>
                </c:pt>
                <c:pt idx="23211">
                  <c:v>6.5886100000000001</c:v>
                </c:pt>
                <c:pt idx="23212">
                  <c:v>6.5889199999999999</c:v>
                </c:pt>
                <c:pt idx="23213">
                  <c:v>6.5892200000000001</c:v>
                </c:pt>
                <c:pt idx="23214">
                  <c:v>6.5895299999999999</c:v>
                </c:pt>
                <c:pt idx="23215">
                  <c:v>6.5898399999999997</c:v>
                </c:pt>
                <c:pt idx="23216">
                  <c:v>6.5901399999999999</c:v>
                </c:pt>
                <c:pt idx="23217">
                  <c:v>6.5904499999999997</c:v>
                </c:pt>
                <c:pt idx="23218">
                  <c:v>6.5907499999999999</c:v>
                </c:pt>
                <c:pt idx="23219">
                  <c:v>6.5910599999999997</c:v>
                </c:pt>
                <c:pt idx="23220">
                  <c:v>6.5913599999999999</c:v>
                </c:pt>
                <c:pt idx="23221">
                  <c:v>6.5916699999999997</c:v>
                </c:pt>
                <c:pt idx="23222">
                  <c:v>6.5919699999999999</c:v>
                </c:pt>
                <c:pt idx="23223">
                  <c:v>6.5922799999999997</c:v>
                </c:pt>
                <c:pt idx="23224">
                  <c:v>6.5925799999999999</c:v>
                </c:pt>
                <c:pt idx="23225">
                  <c:v>6.5928899999999997</c:v>
                </c:pt>
                <c:pt idx="23226">
                  <c:v>6.5931899999999999</c:v>
                </c:pt>
                <c:pt idx="23227">
                  <c:v>6.5934999999999997</c:v>
                </c:pt>
                <c:pt idx="23228">
                  <c:v>6.5938100000000004</c:v>
                </c:pt>
                <c:pt idx="23229">
                  <c:v>6.5941099999999997</c:v>
                </c:pt>
                <c:pt idx="23230">
                  <c:v>6.5944200000000004</c:v>
                </c:pt>
                <c:pt idx="23231">
                  <c:v>6.5947199999999997</c:v>
                </c:pt>
                <c:pt idx="23232">
                  <c:v>6.5950300000000004</c:v>
                </c:pt>
                <c:pt idx="23233">
                  <c:v>6.5953299999999997</c:v>
                </c:pt>
                <c:pt idx="23234">
                  <c:v>6.5956400000000004</c:v>
                </c:pt>
                <c:pt idx="23235">
                  <c:v>6.5959399999999997</c:v>
                </c:pt>
                <c:pt idx="23236">
                  <c:v>6.5962500000000004</c:v>
                </c:pt>
                <c:pt idx="23237">
                  <c:v>6.5965499999999997</c:v>
                </c:pt>
                <c:pt idx="23238">
                  <c:v>6.5968600000000004</c:v>
                </c:pt>
                <c:pt idx="23239">
                  <c:v>6.5971599999999997</c:v>
                </c:pt>
                <c:pt idx="23240">
                  <c:v>6.5974700000000004</c:v>
                </c:pt>
                <c:pt idx="23241">
                  <c:v>6.5977800000000002</c:v>
                </c:pt>
                <c:pt idx="23242">
                  <c:v>6.5980800000000004</c:v>
                </c:pt>
                <c:pt idx="23243">
                  <c:v>6.5983900000000002</c:v>
                </c:pt>
                <c:pt idx="23244">
                  <c:v>6.5986900000000004</c:v>
                </c:pt>
                <c:pt idx="23245">
                  <c:v>6.5990000000000002</c:v>
                </c:pt>
                <c:pt idx="23246">
                  <c:v>6.5993000000000004</c:v>
                </c:pt>
                <c:pt idx="23247">
                  <c:v>6.5996100000000002</c:v>
                </c:pt>
                <c:pt idx="23248">
                  <c:v>6.5999100000000004</c:v>
                </c:pt>
                <c:pt idx="23249">
                  <c:v>6.6002200000000002</c:v>
                </c:pt>
                <c:pt idx="23250">
                  <c:v>6.6005200000000004</c:v>
                </c:pt>
                <c:pt idx="23251">
                  <c:v>6.6008300000000002</c:v>
                </c:pt>
                <c:pt idx="23252">
                  <c:v>6.60114</c:v>
                </c:pt>
                <c:pt idx="23253">
                  <c:v>6.6014400000000002</c:v>
                </c:pt>
                <c:pt idx="23254">
                  <c:v>6.60175</c:v>
                </c:pt>
                <c:pt idx="23255">
                  <c:v>6.6020500000000002</c:v>
                </c:pt>
                <c:pt idx="23256">
                  <c:v>6.60236</c:v>
                </c:pt>
                <c:pt idx="23257">
                  <c:v>6.6026600000000002</c:v>
                </c:pt>
                <c:pt idx="23258">
                  <c:v>6.60297</c:v>
                </c:pt>
                <c:pt idx="23259">
                  <c:v>6.6032700000000002</c:v>
                </c:pt>
                <c:pt idx="23260">
                  <c:v>6.60358</c:v>
                </c:pt>
                <c:pt idx="23261">
                  <c:v>6.6038800000000002</c:v>
                </c:pt>
                <c:pt idx="23262">
                  <c:v>6.60419</c:v>
                </c:pt>
                <c:pt idx="23263">
                  <c:v>6.6044900000000002</c:v>
                </c:pt>
                <c:pt idx="23264">
                  <c:v>6.6048</c:v>
                </c:pt>
                <c:pt idx="23265">
                  <c:v>6.6051099999999998</c:v>
                </c:pt>
                <c:pt idx="23266">
                  <c:v>6.60541</c:v>
                </c:pt>
                <c:pt idx="23267">
                  <c:v>6.6057199999999998</c:v>
                </c:pt>
                <c:pt idx="23268">
                  <c:v>6.60602</c:v>
                </c:pt>
                <c:pt idx="23269">
                  <c:v>6.6063299999999998</c:v>
                </c:pt>
                <c:pt idx="23270">
                  <c:v>6.60663</c:v>
                </c:pt>
                <c:pt idx="23271">
                  <c:v>6.6069399999999998</c:v>
                </c:pt>
                <c:pt idx="23272">
                  <c:v>6.60724</c:v>
                </c:pt>
                <c:pt idx="23273">
                  <c:v>6.6075499999999998</c:v>
                </c:pt>
                <c:pt idx="23274">
                  <c:v>6.60785</c:v>
                </c:pt>
                <c:pt idx="23275">
                  <c:v>6.6081599999999998</c:v>
                </c:pt>
                <c:pt idx="23276">
                  <c:v>6.60846</c:v>
                </c:pt>
                <c:pt idx="23277">
                  <c:v>6.6087699999999998</c:v>
                </c:pt>
                <c:pt idx="23278">
                  <c:v>6.6090799999999996</c:v>
                </c:pt>
                <c:pt idx="23279">
                  <c:v>6.6093799999999998</c:v>
                </c:pt>
                <c:pt idx="23280">
                  <c:v>6.6096899999999996</c:v>
                </c:pt>
                <c:pt idx="23281">
                  <c:v>6.6099899999999998</c:v>
                </c:pt>
                <c:pt idx="23282">
                  <c:v>6.6102999999999996</c:v>
                </c:pt>
                <c:pt idx="23283">
                  <c:v>6.6105999999999998</c:v>
                </c:pt>
                <c:pt idx="23284">
                  <c:v>6.6109099999999996</c:v>
                </c:pt>
                <c:pt idx="23285">
                  <c:v>6.6112099999999998</c:v>
                </c:pt>
                <c:pt idx="23286">
                  <c:v>6.6115199999999996</c:v>
                </c:pt>
                <c:pt idx="23287">
                  <c:v>6.6118199999999998</c:v>
                </c:pt>
                <c:pt idx="23288">
                  <c:v>6.6121299999999996</c:v>
                </c:pt>
                <c:pt idx="23289">
                  <c:v>6.6124299999999998</c:v>
                </c:pt>
                <c:pt idx="23290">
                  <c:v>6.6127399999999996</c:v>
                </c:pt>
                <c:pt idx="23291">
                  <c:v>6.6130500000000003</c:v>
                </c:pt>
                <c:pt idx="23292">
                  <c:v>6.6133499999999996</c:v>
                </c:pt>
                <c:pt idx="23293">
                  <c:v>6.6136600000000003</c:v>
                </c:pt>
                <c:pt idx="23294">
                  <c:v>6.6139599999999996</c:v>
                </c:pt>
                <c:pt idx="23295">
                  <c:v>6.6142700000000003</c:v>
                </c:pt>
                <c:pt idx="23296">
                  <c:v>6.6145699999999996</c:v>
                </c:pt>
                <c:pt idx="23297">
                  <c:v>6.6148800000000003</c:v>
                </c:pt>
                <c:pt idx="23298">
                  <c:v>6.6151799999999996</c:v>
                </c:pt>
                <c:pt idx="23299">
                  <c:v>6.6154900000000003</c:v>
                </c:pt>
                <c:pt idx="23300">
                  <c:v>6.6157899999999996</c:v>
                </c:pt>
                <c:pt idx="23301">
                  <c:v>6.6161000000000003</c:v>
                </c:pt>
                <c:pt idx="23302">
                  <c:v>6.6163999999999996</c:v>
                </c:pt>
                <c:pt idx="23303">
                  <c:v>6.6167100000000003</c:v>
                </c:pt>
                <c:pt idx="23304">
                  <c:v>6.6170200000000001</c:v>
                </c:pt>
                <c:pt idx="23305">
                  <c:v>6.6173200000000003</c:v>
                </c:pt>
                <c:pt idx="23306">
                  <c:v>6.6176300000000001</c:v>
                </c:pt>
                <c:pt idx="23307">
                  <c:v>6.6179300000000003</c:v>
                </c:pt>
                <c:pt idx="23308">
                  <c:v>6.6182400000000001</c:v>
                </c:pt>
                <c:pt idx="23309">
                  <c:v>6.6185400000000003</c:v>
                </c:pt>
                <c:pt idx="23310">
                  <c:v>6.6188500000000001</c:v>
                </c:pt>
                <c:pt idx="23311">
                  <c:v>6.6191500000000003</c:v>
                </c:pt>
                <c:pt idx="23312">
                  <c:v>6.6194600000000001</c:v>
                </c:pt>
                <c:pt idx="23313">
                  <c:v>6.6197600000000003</c:v>
                </c:pt>
                <c:pt idx="23314">
                  <c:v>6.6200700000000001</c:v>
                </c:pt>
                <c:pt idx="23315">
                  <c:v>6.6203799999999999</c:v>
                </c:pt>
                <c:pt idx="23316">
                  <c:v>6.6206800000000001</c:v>
                </c:pt>
                <c:pt idx="23317">
                  <c:v>6.6209899999999999</c:v>
                </c:pt>
                <c:pt idx="23318">
                  <c:v>6.6212900000000001</c:v>
                </c:pt>
                <c:pt idx="23319">
                  <c:v>6.6215999999999999</c:v>
                </c:pt>
                <c:pt idx="23320">
                  <c:v>6.6219000000000001</c:v>
                </c:pt>
                <c:pt idx="23321">
                  <c:v>6.6222099999999999</c:v>
                </c:pt>
                <c:pt idx="23322">
                  <c:v>6.6225100000000001</c:v>
                </c:pt>
                <c:pt idx="23323">
                  <c:v>6.6228199999999999</c:v>
                </c:pt>
                <c:pt idx="23324">
                  <c:v>6.6231200000000001</c:v>
                </c:pt>
                <c:pt idx="23325">
                  <c:v>6.6234299999999999</c:v>
                </c:pt>
                <c:pt idx="23326">
                  <c:v>6.6237300000000001</c:v>
                </c:pt>
                <c:pt idx="23327">
                  <c:v>6.6240399999999999</c:v>
                </c:pt>
                <c:pt idx="23328">
                  <c:v>6.6243499999999997</c:v>
                </c:pt>
                <c:pt idx="23329">
                  <c:v>6.6246499999999999</c:v>
                </c:pt>
                <c:pt idx="23330">
                  <c:v>6.6249599999999997</c:v>
                </c:pt>
                <c:pt idx="23331">
                  <c:v>6.6252599999999999</c:v>
                </c:pt>
                <c:pt idx="23332">
                  <c:v>6.6255699999999997</c:v>
                </c:pt>
                <c:pt idx="23333">
                  <c:v>6.6258699999999999</c:v>
                </c:pt>
                <c:pt idx="23334">
                  <c:v>6.6261799999999997</c:v>
                </c:pt>
                <c:pt idx="23335">
                  <c:v>6.6264799999999999</c:v>
                </c:pt>
                <c:pt idx="23336">
                  <c:v>6.6267899999999997</c:v>
                </c:pt>
                <c:pt idx="23337">
                  <c:v>6.6270899999999999</c:v>
                </c:pt>
                <c:pt idx="23338">
                  <c:v>6.6273999999999997</c:v>
                </c:pt>
                <c:pt idx="23339">
                  <c:v>6.6276999999999999</c:v>
                </c:pt>
                <c:pt idx="23340">
                  <c:v>6.6280099999999997</c:v>
                </c:pt>
                <c:pt idx="23341">
                  <c:v>6.6283200000000004</c:v>
                </c:pt>
                <c:pt idx="23342">
                  <c:v>6.6286199999999997</c:v>
                </c:pt>
                <c:pt idx="23343">
                  <c:v>6.6289300000000004</c:v>
                </c:pt>
                <c:pt idx="23344">
                  <c:v>6.6292299999999997</c:v>
                </c:pt>
                <c:pt idx="23345">
                  <c:v>6.6295400000000004</c:v>
                </c:pt>
                <c:pt idx="23346">
                  <c:v>6.6298399999999997</c:v>
                </c:pt>
                <c:pt idx="23347">
                  <c:v>6.6301500000000004</c:v>
                </c:pt>
                <c:pt idx="23348">
                  <c:v>6.6304499999999997</c:v>
                </c:pt>
                <c:pt idx="23349">
                  <c:v>6.6307600000000004</c:v>
                </c:pt>
                <c:pt idx="23350">
                  <c:v>6.6310599999999997</c:v>
                </c:pt>
                <c:pt idx="23351">
                  <c:v>6.6313700000000004</c:v>
                </c:pt>
                <c:pt idx="23352">
                  <c:v>6.6316699999999997</c:v>
                </c:pt>
                <c:pt idx="23353">
                  <c:v>6.6319800000000004</c:v>
                </c:pt>
                <c:pt idx="23354">
                  <c:v>6.6322900000000002</c:v>
                </c:pt>
                <c:pt idx="23355">
                  <c:v>6.6325900000000004</c:v>
                </c:pt>
                <c:pt idx="23356">
                  <c:v>6.6329000000000002</c:v>
                </c:pt>
                <c:pt idx="23357">
                  <c:v>6.6332000000000004</c:v>
                </c:pt>
                <c:pt idx="23358">
                  <c:v>6.6335100000000002</c:v>
                </c:pt>
                <c:pt idx="23359">
                  <c:v>6.6338100000000004</c:v>
                </c:pt>
                <c:pt idx="23360">
                  <c:v>6.6341200000000002</c:v>
                </c:pt>
                <c:pt idx="23361">
                  <c:v>6.6344200000000004</c:v>
                </c:pt>
                <c:pt idx="23362">
                  <c:v>6.6347300000000002</c:v>
                </c:pt>
                <c:pt idx="23363">
                  <c:v>6.6350300000000004</c:v>
                </c:pt>
                <c:pt idx="23364">
                  <c:v>6.6353400000000002</c:v>
                </c:pt>
                <c:pt idx="23365">
                  <c:v>6.6356400000000004</c:v>
                </c:pt>
                <c:pt idx="23366">
                  <c:v>6.6359500000000002</c:v>
                </c:pt>
                <c:pt idx="23367">
                  <c:v>6.63626</c:v>
                </c:pt>
                <c:pt idx="23368">
                  <c:v>6.6365600000000002</c:v>
                </c:pt>
                <c:pt idx="23369">
                  <c:v>6.63687</c:v>
                </c:pt>
                <c:pt idx="23370">
                  <c:v>6.6371700000000002</c:v>
                </c:pt>
                <c:pt idx="23371">
                  <c:v>6.63748</c:v>
                </c:pt>
                <c:pt idx="23372">
                  <c:v>6.6377800000000002</c:v>
                </c:pt>
                <c:pt idx="23373">
                  <c:v>6.63809</c:v>
                </c:pt>
                <c:pt idx="23374">
                  <c:v>6.6383900000000002</c:v>
                </c:pt>
                <c:pt idx="23375">
                  <c:v>6.6387</c:v>
                </c:pt>
                <c:pt idx="23376">
                  <c:v>6.6390000000000002</c:v>
                </c:pt>
                <c:pt idx="23377">
                  <c:v>6.63931</c:v>
                </c:pt>
                <c:pt idx="23378">
                  <c:v>6.6396199999999999</c:v>
                </c:pt>
                <c:pt idx="23379">
                  <c:v>6.63992</c:v>
                </c:pt>
                <c:pt idx="23380">
                  <c:v>6.6402299999999999</c:v>
                </c:pt>
                <c:pt idx="23381">
                  <c:v>6.64053</c:v>
                </c:pt>
                <c:pt idx="23382">
                  <c:v>6.6408399999999999</c:v>
                </c:pt>
                <c:pt idx="23383">
                  <c:v>6.64114</c:v>
                </c:pt>
                <c:pt idx="23384">
                  <c:v>6.6414499999999999</c:v>
                </c:pt>
                <c:pt idx="23385">
                  <c:v>6.64175</c:v>
                </c:pt>
                <c:pt idx="23386">
                  <c:v>6.6420599999999999</c:v>
                </c:pt>
                <c:pt idx="23387">
                  <c:v>6.64236</c:v>
                </c:pt>
                <c:pt idx="23388">
                  <c:v>6.6426699999999999</c:v>
                </c:pt>
                <c:pt idx="23389">
                  <c:v>6.64297</c:v>
                </c:pt>
                <c:pt idx="23390">
                  <c:v>6.6432799999999999</c:v>
                </c:pt>
                <c:pt idx="23391">
                  <c:v>6.6435899999999997</c:v>
                </c:pt>
                <c:pt idx="23392">
                  <c:v>6.6438899999999999</c:v>
                </c:pt>
                <c:pt idx="23393">
                  <c:v>6.6441999999999997</c:v>
                </c:pt>
                <c:pt idx="23394">
                  <c:v>6.6444999999999999</c:v>
                </c:pt>
                <c:pt idx="23395">
                  <c:v>6.6448099999999997</c:v>
                </c:pt>
                <c:pt idx="23396">
                  <c:v>6.6451099999999999</c:v>
                </c:pt>
                <c:pt idx="23397">
                  <c:v>6.6454199999999997</c:v>
                </c:pt>
                <c:pt idx="23398">
                  <c:v>6.6457199999999998</c:v>
                </c:pt>
                <c:pt idx="23399">
                  <c:v>6.6460299999999997</c:v>
                </c:pt>
                <c:pt idx="23400">
                  <c:v>6.6463299999999998</c:v>
                </c:pt>
                <c:pt idx="23401">
                  <c:v>6.6466399999999997</c:v>
                </c:pt>
                <c:pt idx="23402">
                  <c:v>6.6469399999999998</c:v>
                </c:pt>
                <c:pt idx="23403">
                  <c:v>6.6472499999999997</c:v>
                </c:pt>
                <c:pt idx="23404">
                  <c:v>6.6475600000000004</c:v>
                </c:pt>
                <c:pt idx="23405">
                  <c:v>6.6478599999999997</c:v>
                </c:pt>
                <c:pt idx="23406">
                  <c:v>6.6481700000000004</c:v>
                </c:pt>
                <c:pt idx="23407">
                  <c:v>6.6484699999999997</c:v>
                </c:pt>
                <c:pt idx="23408">
                  <c:v>6.6487800000000004</c:v>
                </c:pt>
                <c:pt idx="23409">
                  <c:v>6.6490799999999997</c:v>
                </c:pt>
                <c:pt idx="23410">
                  <c:v>6.6493900000000004</c:v>
                </c:pt>
                <c:pt idx="23411">
                  <c:v>6.6496899999999997</c:v>
                </c:pt>
                <c:pt idx="23412">
                  <c:v>6.65</c:v>
                </c:pt>
                <c:pt idx="23413">
                  <c:v>6.6502999999999997</c:v>
                </c:pt>
                <c:pt idx="23414">
                  <c:v>6.6506100000000004</c:v>
                </c:pt>
                <c:pt idx="23415">
                  <c:v>6.6509099999999997</c:v>
                </c:pt>
                <c:pt idx="23416">
                  <c:v>6.6512200000000004</c:v>
                </c:pt>
                <c:pt idx="23417">
                  <c:v>6.6515300000000002</c:v>
                </c:pt>
                <c:pt idx="23418">
                  <c:v>6.6518300000000004</c:v>
                </c:pt>
                <c:pt idx="23419">
                  <c:v>6.6521400000000002</c:v>
                </c:pt>
                <c:pt idx="23420">
                  <c:v>6.6524400000000004</c:v>
                </c:pt>
                <c:pt idx="23421">
                  <c:v>6.6527500000000002</c:v>
                </c:pt>
                <c:pt idx="23422">
                  <c:v>6.6530500000000004</c:v>
                </c:pt>
                <c:pt idx="23423">
                  <c:v>6.6533600000000002</c:v>
                </c:pt>
                <c:pt idx="23424">
                  <c:v>6.6536600000000004</c:v>
                </c:pt>
                <c:pt idx="23425">
                  <c:v>6.6539700000000002</c:v>
                </c:pt>
                <c:pt idx="23426">
                  <c:v>6.6542700000000004</c:v>
                </c:pt>
                <c:pt idx="23427">
                  <c:v>6.6545800000000002</c:v>
                </c:pt>
                <c:pt idx="23428">
                  <c:v>6.6548800000000004</c:v>
                </c:pt>
                <c:pt idx="23429">
                  <c:v>6.6551900000000002</c:v>
                </c:pt>
                <c:pt idx="23430">
                  <c:v>6.6555</c:v>
                </c:pt>
                <c:pt idx="23431">
                  <c:v>6.6558000000000002</c:v>
                </c:pt>
                <c:pt idx="23432">
                  <c:v>6.65611</c:v>
                </c:pt>
                <c:pt idx="23433">
                  <c:v>6.6564100000000002</c:v>
                </c:pt>
                <c:pt idx="23434">
                  <c:v>6.65672</c:v>
                </c:pt>
                <c:pt idx="23435">
                  <c:v>6.6570200000000002</c:v>
                </c:pt>
                <c:pt idx="23436">
                  <c:v>6.65733</c:v>
                </c:pt>
                <c:pt idx="23437">
                  <c:v>6.6576300000000002</c:v>
                </c:pt>
                <c:pt idx="23438">
                  <c:v>6.65794</c:v>
                </c:pt>
                <c:pt idx="23439">
                  <c:v>6.6582400000000002</c:v>
                </c:pt>
                <c:pt idx="23440">
                  <c:v>6.65855</c:v>
                </c:pt>
                <c:pt idx="23441">
                  <c:v>6.6588599999999998</c:v>
                </c:pt>
                <c:pt idx="23442">
                  <c:v>6.65916</c:v>
                </c:pt>
                <c:pt idx="23443">
                  <c:v>6.6594699999999998</c:v>
                </c:pt>
                <c:pt idx="23444">
                  <c:v>6.65977</c:v>
                </c:pt>
                <c:pt idx="23445">
                  <c:v>6.6600799999999998</c:v>
                </c:pt>
                <c:pt idx="23446">
                  <c:v>6.66038</c:v>
                </c:pt>
                <c:pt idx="23447">
                  <c:v>6.6606899999999998</c:v>
                </c:pt>
                <c:pt idx="23448">
                  <c:v>6.66099</c:v>
                </c:pt>
                <c:pt idx="23449">
                  <c:v>6.6612999999999998</c:v>
                </c:pt>
                <c:pt idx="23450">
                  <c:v>6.6616</c:v>
                </c:pt>
                <c:pt idx="23451">
                  <c:v>6.6619099999999998</c:v>
                </c:pt>
                <c:pt idx="23452">
                  <c:v>6.66221</c:v>
                </c:pt>
                <c:pt idx="23453">
                  <c:v>6.6625199999999998</c:v>
                </c:pt>
                <c:pt idx="23454">
                  <c:v>6.6628299999999996</c:v>
                </c:pt>
                <c:pt idx="23455">
                  <c:v>6.6631299999999998</c:v>
                </c:pt>
                <c:pt idx="23456">
                  <c:v>6.6634399999999996</c:v>
                </c:pt>
                <c:pt idx="23457">
                  <c:v>6.6637399999999998</c:v>
                </c:pt>
                <c:pt idx="23458">
                  <c:v>6.6640499999999996</c:v>
                </c:pt>
                <c:pt idx="23459">
                  <c:v>6.6643499999999998</c:v>
                </c:pt>
                <c:pt idx="23460">
                  <c:v>6.6646599999999996</c:v>
                </c:pt>
                <c:pt idx="23461">
                  <c:v>6.6649599999999998</c:v>
                </c:pt>
                <c:pt idx="23462">
                  <c:v>6.6652699999999996</c:v>
                </c:pt>
                <c:pt idx="23463">
                  <c:v>6.6655699999999998</c:v>
                </c:pt>
                <c:pt idx="23464">
                  <c:v>6.6658799999999996</c:v>
                </c:pt>
                <c:pt idx="23465">
                  <c:v>6.6661799999999998</c:v>
                </c:pt>
                <c:pt idx="23466">
                  <c:v>6.6664899999999996</c:v>
                </c:pt>
                <c:pt idx="23467">
                  <c:v>6.6668000000000003</c:v>
                </c:pt>
                <c:pt idx="23468">
                  <c:v>6.6670999999999996</c:v>
                </c:pt>
                <c:pt idx="23469">
                  <c:v>6.6674100000000003</c:v>
                </c:pt>
                <c:pt idx="23470">
                  <c:v>6.6677099999999996</c:v>
                </c:pt>
                <c:pt idx="23471">
                  <c:v>6.6680200000000003</c:v>
                </c:pt>
                <c:pt idx="23472">
                  <c:v>6.6683199999999996</c:v>
                </c:pt>
                <c:pt idx="23473">
                  <c:v>6.6686300000000003</c:v>
                </c:pt>
                <c:pt idx="23474">
                  <c:v>6.6689299999999996</c:v>
                </c:pt>
                <c:pt idx="23475">
                  <c:v>6.6692400000000003</c:v>
                </c:pt>
                <c:pt idx="23476">
                  <c:v>6.6695399999999996</c:v>
                </c:pt>
                <c:pt idx="23477">
                  <c:v>6.6698500000000003</c:v>
                </c:pt>
                <c:pt idx="23478">
                  <c:v>6.6701499999999996</c:v>
                </c:pt>
                <c:pt idx="23479">
                  <c:v>6.6704600000000003</c:v>
                </c:pt>
                <c:pt idx="23480">
                  <c:v>6.6707700000000001</c:v>
                </c:pt>
                <c:pt idx="23481">
                  <c:v>6.6710700000000003</c:v>
                </c:pt>
                <c:pt idx="23482">
                  <c:v>6.6713800000000001</c:v>
                </c:pt>
                <c:pt idx="23483">
                  <c:v>6.6716800000000003</c:v>
                </c:pt>
                <c:pt idx="23484">
                  <c:v>6.6719900000000001</c:v>
                </c:pt>
                <c:pt idx="23485">
                  <c:v>6.6722900000000003</c:v>
                </c:pt>
                <c:pt idx="23486">
                  <c:v>6.6726000000000001</c:v>
                </c:pt>
                <c:pt idx="23487">
                  <c:v>6.6729000000000003</c:v>
                </c:pt>
                <c:pt idx="23488">
                  <c:v>6.6732100000000001</c:v>
                </c:pt>
                <c:pt idx="23489">
                  <c:v>6.6735100000000003</c:v>
                </c:pt>
                <c:pt idx="23490">
                  <c:v>6.6738200000000001</c:v>
                </c:pt>
                <c:pt idx="23491">
                  <c:v>6.6741299999999999</c:v>
                </c:pt>
                <c:pt idx="23492">
                  <c:v>6.6744300000000001</c:v>
                </c:pt>
                <c:pt idx="23493">
                  <c:v>6.6747399999999999</c:v>
                </c:pt>
                <c:pt idx="23494">
                  <c:v>6.6750400000000001</c:v>
                </c:pt>
                <c:pt idx="23495">
                  <c:v>6.6753499999999999</c:v>
                </c:pt>
                <c:pt idx="23496">
                  <c:v>6.6756500000000001</c:v>
                </c:pt>
                <c:pt idx="23497">
                  <c:v>6.6759599999999999</c:v>
                </c:pt>
                <c:pt idx="23498">
                  <c:v>6.6762600000000001</c:v>
                </c:pt>
                <c:pt idx="23499">
                  <c:v>6.6765699999999999</c:v>
                </c:pt>
                <c:pt idx="23500">
                  <c:v>6.6768700000000001</c:v>
                </c:pt>
                <c:pt idx="23501">
                  <c:v>6.6771799999999999</c:v>
                </c:pt>
                <c:pt idx="23502">
                  <c:v>6.6774800000000001</c:v>
                </c:pt>
                <c:pt idx="23503">
                  <c:v>6.6777899999999999</c:v>
                </c:pt>
                <c:pt idx="23504">
                  <c:v>6.6780999999999997</c:v>
                </c:pt>
                <c:pt idx="23505">
                  <c:v>6.6783999999999999</c:v>
                </c:pt>
                <c:pt idx="23506">
                  <c:v>6.6787099999999997</c:v>
                </c:pt>
                <c:pt idx="23507">
                  <c:v>6.6790099999999999</c:v>
                </c:pt>
                <c:pt idx="23508">
                  <c:v>6.6793199999999997</c:v>
                </c:pt>
                <c:pt idx="23509">
                  <c:v>6.6796199999999999</c:v>
                </c:pt>
                <c:pt idx="23510">
                  <c:v>6.6799299999999997</c:v>
                </c:pt>
                <c:pt idx="23511">
                  <c:v>6.6802299999999999</c:v>
                </c:pt>
                <c:pt idx="23512">
                  <c:v>6.6805399999999997</c:v>
                </c:pt>
                <c:pt idx="23513">
                  <c:v>6.6808399999999999</c:v>
                </c:pt>
                <c:pt idx="23514">
                  <c:v>6.6811499999999997</c:v>
                </c:pt>
                <c:pt idx="23515">
                  <c:v>6.6814499999999999</c:v>
                </c:pt>
                <c:pt idx="23516">
                  <c:v>6.6817599999999997</c:v>
                </c:pt>
                <c:pt idx="23517">
                  <c:v>6.6820700000000004</c:v>
                </c:pt>
                <c:pt idx="23518">
                  <c:v>6.6823699999999997</c:v>
                </c:pt>
                <c:pt idx="23519">
                  <c:v>6.6826800000000004</c:v>
                </c:pt>
                <c:pt idx="23520">
                  <c:v>6.6829799999999997</c:v>
                </c:pt>
                <c:pt idx="23521">
                  <c:v>6.6832900000000004</c:v>
                </c:pt>
                <c:pt idx="23522">
                  <c:v>6.6835899999999997</c:v>
                </c:pt>
                <c:pt idx="23523">
                  <c:v>6.6839000000000004</c:v>
                </c:pt>
                <c:pt idx="23524">
                  <c:v>6.6841999999999997</c:v>
                </c:pt>
                <c:pt idx="23525">
                  <c:v>6.6845100000000004</c:v>
                </c:pt>
                <c:pt idx="23526">
                  <c:v>6.6848099999999997</c:v>
                </c:pt>
                <c:pt idx="23527">
                  <c:v>6.6851200000000004</c:v>
                </c:pt>
                <c:pt idx="23528">
                  <c:v>6.6854199999999997</c:v>
                </c:pt>
                <c:pt idx="23529">
                  <c:v>6.6857300000000004</c:v>
                </c:pt>
                <c:pt idx="23530">
                  <c:v>6.6860400000000002</c:v>
                </c:pt>
                <c:pt idx="23531">
                  <c:v>6.6863400000000004</c:v>
                </c:pt>
                <c:pt idx="23532">
                  <c:v>6.6866500000000002</c:v>
                </c:pt>
                <c:pt idx="23533">
                  <c:v>6.6869500000000004</c:v>
                </c:pt>
                <c:pt idx="23534">
                  <c:v>6.6872600000000002</c:v>
                </c:pt>
                <c:pt idx="23535">
                  <c:v>6.6875600000000004</c:v>
                </c:pt>
                <c:pt idx="23536">
                  <c:v>6.6878700000000002</c:v>
                </c:pt>
                <c:pt idx="23537">
                  <c:v>6.6881700000000004</c:v>
                </c:pt>
                <c:pt idx="23538">
                  <c:v>6.6884800000000002</c:v>
                </c:pt>
                <c:pt idx="23539">
                  <c:v>6.6887800000000004</c:v>
                </c:pt>
                <c:pt idx="23540">
                  <c:v>6.6890900000000002</c:v>
                </c:pt>
                <c:pt idx="23541">
                  <c:v>6.6893900000000004</c:v>
                </c:pt>
                <c:pt idx="23542">
                  <c:v>6.6897000000000002</c:v>
                </c:pt>
                <c:pt idx="23543">
                  <c:v>6.69001</c:v>
                </c:pt>
                <c:pt idx="23544">
                  <c:v>6.6903100000000002</c:v>
                </c:pt>
                <c:pt idx="23545">
                  <c:v>6.69062</c:v>
                </c:pt>
                <c:pt idx="23546">
                  <c:v>6.6909200000000002</c:v>
                </c:pt>
                <c:pt idx="23547">
                  <c:v>6.69123</c:v>
                </c:pt>
                <c:pt idx="23548">
                  <c:v>6.6915300000000002</c:v>
                </c:pt>
                <c:pt idx="23549">
                  <c:v>6.69184</c:v>
                </c:pt>
                <c:pt idx="23550">
                  <c:v>6.6921400000000002</c:v>
                </c:pt>
                <c:pt idx="23551">
                  <c:v>6.69245</c:v>
                </c:pt>
                <c:pt idx="23552">
                  <c:v>6.6927500000000002</c:v>
                </c:pt>
                <c:pt idx="23553">
                  <c:v>6.69306</c:v>
                </c:pt>
                <c:pt idx="23554">
                  <c:v>6.6933699999999998</c:v>
                </c:pt>
                <c:pt idx="23555">
                  <c:v>6.69367</c:v>
                </c:pt>
                <c:pt idx="23556">
                  <c:v>6.6939799999999998</c:v>
                </c:pt>
                <c:pt idx="23557">
                  <c:v>6.69428</c:v>
                </c:pt>
                <c:pt idx="23558">
                  <c:v>6.6945899999999998</c:v>
                </c:pt>
                <c:pt idx="23559">
                  <c:v>6.69489</c:v>
                </c:pt>
                <c:pt idx="23560">
                  <c:v>6.6951999999999998</c:v>
                </c:pt>
                <c:pt idx="23561">
                  <c:v>6.6955</c:v>
                </c:pt>
                <c:pt idx="23562">
                  <c:v>6.6958099999999998</c:v>
                </c:pt>
                <c:pt idx="23563">
                  <c:v>6.69611</c:v>
                </c:pt>
                <c:pt idx="23564">
                  <c:v>6.6964199999999998</c:v>
                </c:pt>
                <c:pt idx="23565">
                  <c:v>6.69672</c:v>
                </c:pt>
                <c:pt idx="23566">
                  <c:v>6.6970299999999998</c:v>
                </c:pt>
                <c:pt idx="23567">
                  <c:v>6.6973399999999996</c:v>
                </c:pt>
                <c:pt idx="23568">
                  <c:v>6.6976399999999998</c:v>
                </c:pt>
                <c:pt idx="23569">
                  <c:v>6.6979499999999996</c:v>
                </c:pt>
                <c:pt idx="23570">
                  <c:v>6.6982499999999998</c:v>
                </c:pt>
                <c:pt idx="23571">
                  <c:v>6.6985599999999996</c:v>
                </c:pt>
                <c:pt idx="23572">
                  <c:v>6.6988599999999998</c:v>
                </c:pt>
                <c:pt idx="23573">
                  <c:v>6.6991699999999996</c:v>
                </c:pt>
                <c:pt idx="23574">
                  <c:v>6.6994699999999998</c:v>
                </c:pt>
                <c:pt idx="23575">
                  <c:v>6.6997799999999996</c:v>
                </c:pt>
                <c:pt idx="23576">
                  <c:v>6.7000799999999998</c:v>
                </c:pt>
                <c:pt idx="23577">
                  <c:v>6.7003899999999996</c:v>
                </c:pt>
                <c:pt idx="23578">
                  <c:v>6.7006899999999998</c:v>
                </c:pt>
                <c:pt idx="23579">
                  <c:v>6.7009999999999996</c:v>
                </c:pt>
                <c:pt idx="23580">
                  <c:v>6.7013100000000003</c:v>
                </c:pt>
                <c:pt idx="23581">
                  <c:v>6.7016099999999996</c:v>
                </c:pt>
                <c:pt idx="23582">
                  <c:v>6.7019200000000003</c:v>
                </c:pt>
                <c:pt idx="23583">
                  <c:v>6.7022199999999996</c:v>
                </c:pt>
                <c:pt idx="23584">
                  <c:v>6.7025300000000003</c:v>
                </c:pt>
                <c:pt idx="23585">
                  <c:v>6.7028299999999996</c:v>
                </c:pt>
                <c:pt idx="23586">
                  <c:v>6.7031400000000003</c:v>
                </c:pt>
                <c:pt idx="23587">
                  <c:v>6.7034399999999996</c:v>
                </c:pt>
                <c:pt idx="23588">
                  <c:v>6.7037500000000003</c:v>
                </c:pt>
                <c:pt idx="23589">
                  <c:v>6.7040499999999996</c:v>
                </c:pt>
                <c:pt idx="23590">
                  <c:v>6.7043600000000003</c:v>
                </c:pt>
                <c:pt idx="23591">
                  <c:v>6.7046599999999996</c:v>
                </c:pt>
                <c:pt idx="23592">
                  <c:v>6.7049700000000003</c:v>
                </c:pt>
                <c:pt idx="23593">
                  <c:v>6.7052800000000001</c:v>
                </c:pt>
                <c:pt idx="23594">
                  <c:v>6.7055800000000003</c:v>
                </c:pt>
                <c:pt idx="23595">
                  <c:v>6.7058900000000001</c:v>
                </c:pt>
                <c:pt idx="23596">
                  <c:v>6.7061900000000003</c:v>
                </c:pt>
                <c:pt idx="23597">
                  <c:v>6.7065000000000001</c:v>
                </c:pt>
                <c:pt idx="23598">
                  <c:v>6.7068000000000003</c:v>
                </c:pt>
                <c:pt idx="23599">
                  <c:v>6.7071100000000001</c:v>
                </c:pt>
                <c:pt idx="23600">
                  <c:v>6.7074100000000003</c:v>
                </c:pt>
                <c:pt idx="23601">
                  <c:v>6.7077200000000001</c:v>
                </c:pt>
                <c:pt idx="23602">
                  <c:v>6.7080200000000003</c:v>
                </c:pt>
                <c:pt idx="23603">
                  <c:v>6.7083300000000001</c:v>
                </c:pt>
                <c:pt idx="23604">
                  <c:v>6.7086300000000003</c:v>
                </c:pt>
                <c:pt idx="23605">
                  <c:v>6.7089400000000001</c:v>
                </c:pt>
                <c:pt idx="23606">
                  <c:v>6.7092499999999999</c:v>
                </c:pt>
                <c:pt idx="23607">
                  <c:v>6.7095500000000001</c:v>
                </c:pt>
                <c:pt idx="23608">
                  <c:v>6.7098599999999999</c:v>
                </c:pt>
                <c:pt idx="23609">
                  <c:v>6.7101600000000001</c:v>
                </c:pt>
                <c:pt idx="23610">
                  <c:v>6.7104699999999999</c:v>
                </c:pt>
                <c:pt idx="23611">
                  <c:v>6.7107700000000001</c:v>
                </c:pt>
                <c:pt idx="23612">
                  <c:v>6.7110799999999999</c:v>
                </c:pt>
                <c:pt idx="23613">
                  <c:v>6.7113800000000001</c:v>
                </c:pt>
                <c:pt idx="23614">
                  <c:v>6.7116899999999999</c:v>
                </c:pt>
                <c:pt idx="23615">
                  <c:v>6.7119900000000001</c:v>
                </c:pt>
                <c:pt idx="23616">
                  <c:v>6.7122999999999999</c:v>
                </c:pt>
                <c:pt idx="23617">
                  <c:v>6.7126099999999997</c:v>
                </c:pt>
                <c:pt idx="23618">
                  <c:v>6.7129099999999999</c:v>
                </c:pt>
                <c:pt idx="23619">
                  <c:v>6.7132199999999997</c:v>
                </c:pt>
                <c:pt idx="23620">
                  <c:v>6.7135199999999999</c:v>
                </c:pt>
                <c:pt idx="23621">
                  <c:v>6.7138299999999997</c:v>
                </c:pt>
                <c:pt idx="23622">
                  <c:v>6.7141299999999999</c:v>
                </c:pt>
                <c:pt idx="23623">
                  <c:v>6.7144399999999997</c:v>
                </c:pt>
                <c:pt idx="23624">
                  <c:v>6.7147399999999999</c:v>
                </c:pt>
                <c:pt idx="23625">
                  <c:v>6.7150499999999997</c:v>
                </c:pt>
                <c:pt idx="23626">
                  <c:v>6.7153499999999999</c:v>
                </c:pt>
                <c:pt idx="23627">
                  <c:v>6.7156599999999997</c:v>
                </c:pt>
                <c:pt idx="23628">
                  <c:v>6.7159599999999999</c:v>
                </c:pt>
                <c:pt idx="23629">
                  <c:v>6.7162699999999997</c:v>
                </c:pt>
                <c:pt idx="23630">
                  <c:v>6.7165800000000004</c:v>
                </c:pt>
                <c:pt idx="23631">
                  <c:v>6.7168799999999997</c:v>
                </c:pt>
                <c:pt idx="23632">
                  <c:v>6.7171900000000004</c:v>
                </c:pt>
                <c:pt idx="23633">
                  <c:v>6.7174899999999997</c:v>
                </c:pt>
                <c:pt idx="23634">
                  <c:v>6.7178000000000004</c:v>
                </c:pt>
                <c:pt idx="23635">
                  <c:v>6.7180999999999997</c:v>
                </c:pt>
                <c:pt idx="23636">
                  <c:v>6.7184100000000004</c:v>
                </c:pt>
                <c:pt idx="23637">
                  <c:v>6.7187099999999997</c:v>
                </c:pt>
                <c:pt idx="23638">
                  <c:v>6.7190200000000004</c:v>
                </c:pt>
                <c:pt idx="23639">
                  <c:v>6.7193199999999997</c:v>
                </c:pt>
                <c:pt idx="23640">
                  <c:v>6.7196300000000004</c:v>
                </c:pt>
                <c:pt idx="23641">
                  <c:v>6.7199299999999997</c:v>
                </c:pt>
                <c:pt idx="23642">
                  <c:v>6.7202400000000004</c:v>
                </c:pt>
                <c:pt idx="23643">
                  <c:v>6.7205500000000002</c:v>
                </c:pt>
                <c:pt idx="23644">
                  <c:v>6.7208500000000004</c:v>
                </c:pt>
                <c:pt idx="23645">
                  <c:v>6.7211600000000002</c:v>
                </c:pt>
                <c:pt idx="23646">
                  <c:v>6.7214600000000004</c:v>
                </c:pt>
                <c:pt idx="23647">
                  <c:v>6.7217700000000002</c:v>
                </c:pt>
                <c:pt idx="23648">
                  <c:v>6.7220700000000004</c:v>
                </c:pt>
                <c:pt idx="23649">
                  <c:v>6.7223800000000002</c:v>
                </c:pt>
                <c:pt idx="23650">
                  <c:v>6.7226800000000004</c:v>
                </c:pt>
                <c:pt idx="23651">
                  <c:v>6.7229900000000002</c:v>
                </c:pt>
                <c:pt idx="23652">
                  <c:v>6.7232900000000004</c:v>
                </c:pt>
                <c:pt idx="23653">
                  <c:v>6.7236000000000002</c:v>
                </c:pt>
                <c:pt idx="23654">
                  <c:v>6.7239000000000004</c:v>
                </c:pt>
                <c:pt idx="23655">
                  <c:v>6.7242100000000002</c:v>
                </c:pt>
                <c:pt idx="23656">
                  <c:v>6.7245200000000001</c:v>
                </c:pt>
                <c:pt idx="23657">
                  <c:v>6.7248200000000002</c:v>
                </c:pt>
                <c:pt idx="23658">
                  <c:v>6.7251300000000001</c:v>
                </c:pt>
                <c:pt idx="23659">
                  <c:v>6.7254300000000002</c:v>
                </c:pt>
                <c:pt idx="23660">
                  <c:v>6.7257400000000001</c:v>
                </c:pt>
                <c:pt idx="23661">
                  <c:v>6.7260400000000002</c:v>
                </c:pt>
                <c:pt idx="23662">
                  <c:v>6.7263500000000001</c:v>
                </c:pt>
                <c:pt idx="23663">
                  <c:v>6.7266500000000002</c:v>
                </c:pt>
                <c:pt idx="23664">
                  <c:v>6.7269600000000001</c:v>
                </c:pt>
                <c:pt idx="23665">
                  <c:v>6.7272600000000002</c:v>
                </c:pt>
                <c:pt idx="23666">
                  <c:v>6.7275700000000001</c:v>
                </c:pt>
                <c:pt idx="23667">
                  <c:v>6.7278799999999999</c:v>
                </c:pt>
                <c:pt idx="23668">
                  <c:v>6.72818</c:v>
                </c:pt>
                <c:pt idx="23669">
                  <c:v>6.7284899999999999</c:v>
                </c:pt>
                <c:pt idx="23670">
                  <c:v>6.72879</c:v>
                </c:pt>
                <c:pt idx="23671">
                  <c:v>6.7290999999999999</c:v>
                </c:pt>
                <c:pt idx="23672">
                  <c:v>6.7294</c:v>
                </c:pt>
                <c:pt idx="23673">
                  <c:v>6.7297099999999999</c:v>
                </c:pt>
                <c:pt idx="23674">
                  <c:v>6.73001</c:v>
                </c:pt>
                <c:pt idx="23675">
                  <c:v>6.7303199999999999</c:v>
                </c:pt>
                <c:pt idx="23676">
                  <c:v>6.73062</c:v>
                </c:pt>
                <c:pt idx="23677">
                  <c:v>6.7309299999999999</c:v>
                </c:pt>
                <c:pt idx="23678">
                  <c:v>6.73123</c:v>
                </c:pt>
                <c:pt idx="23679">
                  <c:v>6.7315399999999999</c:v>
                </c:pt>
                <c:pt idx="23680">
                  <c:v>6.7318499999999997</c:v>
                </c:pt>
                <c:pt idx="23681">
                  <c:v>6.7321499999999999</c:v>
                </c:pt>
                <c:pt idx="23682">
                  <c:v>6.7324599999999997</c:v>
                </c:pt>
                <c:pt idx="23683">
                  <c:v>6.7327599999999999</c:v>
                </c:pt>
                <c:pt idx="23684">
                  <c:v>6.7330699999999997</c:v>
                </c:pt>
                <c:pt idx="23685">
                  <c:v>6.7333699999999999</c:v>
                </c:pt>
                <c:pt idx="23686">
                  <c:v>6.7336799999999997</c:v>
                </c:pt>
                <c:pt idx="23687">
                  <c:v>6.7339799999999999</c:v>
                </c:pt>
                <c:pt idx="23688">
                  <c:v>6.7342899999999997</c:v>
                </c:pt>
                <c:pt idx="23689">
                  <c:v>6.7345899999999999</c:v>
                </c:pt>
                <c:pt idx="23690">
                  <c:v>6.7348999999999997</c:v>
                </c:pt>
                <c:pt idx="23691">
                  <c:v>6.7351999999999999</c:v>
                </c:pt>
                <c:pt idx="23692">
                  <c:v>6.7355099999999997</c:v>
                </c:pt>
                <c:pt idx="23693">
                  <c:v>6.7358200000000004</c:v>
                </c:pt>
                <c:pt idx="23694">
                  <c:v>6.7361199999999997</c:v>
                </c:pt>
                <c:pt idx="23695">
                  <c:v>6.7364300000000004</c:v>
                </c:pt>
                <c:pt idx="23696">
                  <c:v>6.7367299999999997</c:v>
                </c:pt>
                <c:pt idx="23697">
                  <c:v>6.7370400000000004</c:v>
                </c:pt>
                <c:pt idx="23698">
                  <c:v>6.7373399999999997</c:v>
                </c:pt>
                <c:pt idx="23699">
                  <c:v>6.7376500000000004</c:v>
                </c:pt>
                <c:pt idx="23700">
                  <c:v>6.7379499999999997</c:v>
                </c:pt>
                <c:pt idx="23701">
                  <c:v>6.7382600000000004</c:v>
                </c:pt>
                <c:pt idx="23702">
                  <c:v>6.7385599999999997</c:v>
                </c:pt>
                <c:pt idx="23703">
                  <c:v>6.7388700000000004</c:v>
                </c:pt>
                <c:pt idx="23704">
                  <c:v>6.7391699999999997</c:v>
                </c:pt>
                <c:pt idx="23705">
                  <c:v>6.7394800000000004</c:v>
                </c:pt>
                <c:pt idx="23706">
                  <c:v>6.7397900000000002</c:v>
                </c:pt>
                <c:pt idx="23707">
                  <c:v>6.7400900000000004</c:v>
                </c:pt>
                <c:pt idx="23708">
                  <c:v>6.7404000000000002</c:v>
                </c:pt>
                <c:pt idx="23709">
                  <c:v>6.7407000000000004</c:v>
                </c:pt>
                <c:pt idx="23710">
                  <c:v>6.7410100000000002</c:v>
                </c:pt>
                <c:pt idx="23711">
                  <c:v>6.7413100000000004</c:v>
                </c:pt>
                <c:pt idx="23712">
                  <c:v>6.7416200000000002</c:v>
                </c:pt>
                <c:pt idx="23713">
                  <c:v>6.7419200000000004</c:v>
                </c:pt>
                <c:pt idx="23714">
                  <c:v>6.7422300000000002</c:v>
                </c:pt>
                <c:pt idx="23715">
                  <c:v>6.7425300000000004</c:v>
                </c:pt>
                <c:pt idx="23716">
                  <c:v>6.7428400000000002</c:v>
                </c:pt>
                <c:pt idx="23717">
                  <c:v>6.7431400000000004</c:v>
                </c:pt>
                <c:pt idx="23718">
                  <c:v>6.7434500000000002</c:v>
                </c:pt>
                <c:pt idx="23719">
                  <c:v>6.74376</c:v>
                </c:pt>
                <c:pt idx="23720">
                  <c:v>6.7440600000000002</c:v>
                </c:pt>
                <c:pt idx="23721">
                  <c:v>6.74437</c:v>
                </c:pt>
                <c:pt idx="23722">
                  <c:v>6.7446700000000002</c:v>
                </c:pt>
                <c:pt idx="23723">
                  <c:v>6.74498</c:v>
                </c:pt>
                <c:pt idx="23724">
                  <c:v>6.7452800000000002</c:v>
                </c:pt>
                <c:pt idx="23725">
                  <c:v>6.74559</c:v>
                </c:pt>
                <c:pt idx="23726">
                  <c:v>6.7458900000000002</c:v>
                </c:pt>
                <c:pt idx="23727">
                  <c:v>6.7462</c:v>
                </c:pt>
                <c:pt idx="23728">
                  <c:v>6.7465000000000002</c:v>
                </c:pt>
                <c:pt idx="23729">
                  <c:v>6.74681</c:v>
                </c:pt>
                <c:pt idx="23730">
                  <c:v>6.7471199999999998</c:v>
                </c:pt>
                <c:pt idx="23731">
                  <c:v>6.74742</c:v>
                </c:pt>
                <c:pt idx="23732">
                  <c:v>6.7477299999999998</c:v>
                </c:pt>
                <c:pt idx="23733">
                  <c:v>6.74803</c:v>
                </c:pt>
                <c:pt idx="23734">
                  <c:v>6.7483399999999998</c:v>
                </c:pt>
                <c:pt idx="23735">
                  <c:v>6.74864</c:v>
                </c:pt>
                <c:pt idx="23736">
                  <c:v>6.7489499999999998</c:v>
                </c:pt>
                <c:pt idx="23737">
                  <c:v>6.74925</c:v>
                </c:pt>
                <c:pt idx="23738">
                  <c:v>6.7495599999999998</c:v>
                </c:pt>
                <c:pt idx="23739">
                  <c:v>6.74986</c:v>
                </c:pt>
                <c:pt idx="23740">
                  <c:v>6.7501699999999998</c:v>
                </c:pt>
                <c:pt idx="23741">
                  <c:v>6.75047</c:v>
                </c:pt>
                <c:pt idx="23742">
                  <c:v>6.7507799999999998</c:v>
                </c:pt>
                <c:pt idx="23743">
                  <c:v>6.7510899999999996</c:v>
                </c:pt>
                <c:pt idx="23744">
                  <c:v>6.7513899999999998</c:v>
                </c:pt>
                <c:pt idx="23745">
                  <c:v>6.7516999999999996</c:v>
                </c:pt>
                <c:pt idx="23746">
                  <c:v>6.7519999999999998</c:v>
                </c:pt>
                <c:pt idx="23747">
                  <c:v>6.7523099999999996</c:v>
                </c:pt>
                <c:pt idx="23748">
                  <c:v>6.7526099999999998</c:v>
                </c:pt>
                <c:pt idx="23749">
                  <c:v>6.7529199999999996</c:v>
                </c:pt>
                <c:pt idx="23750">
                  <c:v>6.7532199999999998</c:v>
                </c:pt>
                <c:pt idx="23751">
                  <c:v>6.7535299999999996</c:v>
                </c:pt>
                <c:pt idx="23752">
                  <c:v>6.7538299999999998</c:v>
                </c:pt>
                <c:pt idx="23753">
                  <c:v>6.7541399999999996</c:v>
                </c:pt>
                <c:pt idx="23754">
                  <c:v>6.7544399999999998</c:v>
                </c:pt>
                <c:pt idx="23755">
                  <c:v>6.7547499999999996</c:v>
                </c:pt>
                <c:pt idx="23756">
                  <c:v>6.7550600000000003</c:v>
                </c:pt>
                <c:pt idx="23757">
                  <c:v>6.7553599999999996</c:v>
                </c:pt>
                <c:pt idx="23758">
                  <c:v>6.7556700000000003</c:v>
                </c:pt>
                <c:pt idx="23759">
                  <c:v>6.7559699999999996</c:v>
                </c:pt>
                <c:pt idx="23760">
                  <c:v>6.7562800000000003</c:v>
                </c:pt>
                <c:pt idx="23761">
                  <c:v>6.7565799999999996</c:v>
                </c:pt>
                <c:pt idx="23762">
                  <c:v>6.7568900000000003</c:v>
                </c:pt>
                <c:pt idx="23763">
                  <c:v>6.7571899999999996</c:v>
                </c:pt>
                <c:pt idx="23764">
                  <c:v>6.7575000000000003</c:v>
                </c:pt>
                <c:pt idx="23765">
                  <c:v>6.7577999999999996</c:v>
                </c:pt>
                <c:pt idx="23766">
                  <c:v>6.7581100000000003</c:v>
                </c:pt>
                <c:pt idx="23767">
                  <c:v>6.7584099999999996</c:v>
                </c:pt>
                <c:pt idx="23768">
                  <c:v>6.7587200000000003</c:v>
                </c:pt>
                <c:pt idx="23769">
                  <c:v>6.7590300000000001</c:v>
                </c:pt>
                <c:pt idx="23770">
                  <c:v>6.7593300000000003</c:v>
                </c:pt>
                <c:pt idx="23771">
                  <c:v>6.7596400000000001</c:v>
                </c:pt>
                <c:pt idx="23772">
                  <c:v>6.7599400000000003</c:v>
                </c:pt>
                <c:pt idx="23773">
                  <c:v>6.7602500000000001</c:v>
                </c:pt>
                <c:pt idx="23774">
                  <c:v>6.7605500000000003</c:v>
                </c:pt>
                <c:pt idx="23775">
                  <c:v>6.7608600000000001</c:v>
                </c:pt>
                <c:pt idx="23776">
                  <c:v>6.7611600000000003</c:v>
                </c:pt>
                <c:pt idx="23777">
                  <c:v>6.7614700000000001</c:v>
                </c:pt>
                <c:pt idx="23778">
                  <c:v>6.7617700000000003</c:v>
                </c:pt>
                <c:pt idx="23779">
                  <c:v>6.7620800000000001</c:v>
                </c:pt>
                <c:pt idx="23780">
                  <c:v>6.7623800000000003</c:v>
                </c:pt>
                <c:pt idx="23781">
                  <c:v>6.7626900000000001</c:v>
                </c:pt>
                <c:pt idx="23782">
                  <c:v>6.7629999999999999</c:v>
                </c:pt>
                <c:pt idx="23783">
                  <c:v>6.7633000000000001</c:v>
                </c:pt>
                <c:pt idx="23784">
                  <c:v>6.7636099999999999</c:v>
                </c:pt>
                <c:pt idx="23785">
                  <c:v>6.7639100000000001</c:v>
                </c:pt>
                <c:pt idx="23786">
                  <c:v>6.7642199999999999</c:v>
                </c:pt>
                <c:pt idx="23787">
                  <c:v>6.7645200000000001</c:v>
                </c:pt>
                <c:pt idx="23788">
                  <c:v>6.7648299999999999</c:v>
                </c:pt>
                <c:pt idx="23789">
                  <c:v>6.7651300000000001</c:v>
                </c:pt>
                <c:pt idx="23790">
                  <c:v>6.7654399999999999</c:v>
                </c:pt>
                <c:pt idx="23791">
                  <c:v>6.7657400000000001</c:v>
                </c:pt>
                <c:pt idx="23792">
                  <c:v>6.7660499999999999</c:v>
                </c:pt>
                <c:pt idx="23793">
                  <c:v>6.7663599999999997</c:v>
                </c:pt>
                <c:pt idx="23794">
                  <c:v>6.7666599999999999</c:v>
                </c:pt>
                <c:pt idx="23795">
                  <c:v>6.7669699999999997</c:v>
                </c:pt>
                <c:pt idx="23796">
                  <c:v>6.7672699999999999</c:v>
                </c:pt>
                <c:pt idx="23797">
                  <c:v>6.7675799999999997</c:v>
                </c:pt>
                <c:pt idx="23798">
                  <c:v>6.7678799999999999</c:v>
                </c:pt>
                <c:pt idx="23799">
                  <c:v>6.7681899999999997</c:v>
                </c:pt>
                <c:pt idx="23800">
                  <c:v>6.7684899999999999</c:v>
                </c:pt>
                <c:pt idx="23801">
                  <c:v>6.7687999999999997</c:v>
                </c:pt>
                <c:pt idx="23802">
                  <c:v>6.7690999999999999</c:v>
                </c:pt>
                <c:pt idx="23803">
                  <c:v>6.7694099999999997</c:v>
                </c:pt>
                <c:pt idx="23804">
                  <c:v>6.7697099999999999</c:v>
                </c:pt>
                <c:pt idx="23805">
                  <c:v>6.7700199999999997</c:v>
                </c:pt>
                <c:pt idx="23806">
                  <c:v>6.7703300000000004</c:v>
                </c:pt>
                <c:pt idx="23807">
                  <c:v>6.7706299999999997</c:v>
                </c:pt>
                <c:pt idx="23808">
                  <c:v>6.7709400000000004</c:v>
                </c:pt>
                <c:pt idx="23809">
                  <c:v>6.7712399999999997</c:v>
                </c:pt>
                <c:pt idx="23810">
                  <c:v>6.7715500000000004</c:v>
                </c:pt>
                <c:pt idx="23811">
                  <c:v>6.7718499999999997</c:v>
                </c:pt>
                <c:pt idx="23812">
                  <c:v>6.7721600000000004</c:v>
                </c:pt>
                <c:pt idx="23813">
                  <c:v>6.7724599999999997</c:v>
                </c:pt>
                <c:pt idx="23814">
                  <c:v>6.7727700000000004</c:v>
                </c:pt>
                <c:pt idx="23815">
                  <c:v>6.7730699999999997</c:v>
                </c:pt>
                <c:pt idx="23816">
                  <c:v>6.7733800000000004</c:v>
                </c:pt>
                <c:pt idx="23817">
                  <c:v>6.7736799999999997</c:v>
                </c:pt>
                <c:pt idx="23818">
                  <c:v>6.7739900000000004</c:v>
                </c:pt>
                <c:pt idx="23819">
                  <c:v>6.7743000000000002</c:v>
                </c:pt>
                <c:pt idx="23820">
                  <c:v>6.7746000000000004</c:v>
                </c:pt>
                <c:pt idx="23821">
                  <c:v>6.7749100000000002</c:v>
                </c:pt>
                <c:pt idx="23822">
                  <c:v>6.7752100000000004</c:v>
                </c:pt>
                <c:pt idx="23823">
                  <c:v>6.7755200000000002</c:v>
                </c:pt>
                <c:pt idx="23824">
                  <c:v>6.7758200000000004</c:v>
                </c:pt>
                <c:pt idx="23825">
                  <c:v>6.7761300000000002</c:v>
                </c:pt>
                <c:pt idx="23826">
                  <c:v>6.7764300000000004</c:v>
                </c:pt>
                <c:pt idx="23827">
                  <c:v>6.7767400000000002</c:v>
                </c:pt>
                <c:pt idx="23828">
                  <c:v>6.7770400000000004</c:v>
                </c:pt>
                <c:pt idx="23829">
                  <c:v>6.7773500000000002</c:v>
                </c:pt>
                <c:pt idx="23830">
                  <c:v>6.7776500000000004</c:v>
                </c:pt>
                <c:pt idx="23831">
                  <c:v>6.7779600000000002</c:v>
                </c:pt>
                <c:pt idx="23832">
                  <c:v>6.77827</c:v>
                </c:pt>
                <c:pt idx="23833">
                  <c:v>6.7785700000000002</c:v>
                </c:pt>
                <c:pt idx="23834">
                  <c:v>6.77888</c:v>
                </c:pt>
                <c:pt idx="23835">
                  <c:v>6.7791800000000002</c:v>
                </c:pt>
                <c:pt idx="23836">
                  <c:v>6.77949</c:v>
                </c:pt>
                <c:pt idx="23837">
                  <c:v>6.7797900000000002</c:v>
                </c:pt>
                <c:pt idx="23838">
                  <c:v>6.7801</c:v>
                </c:pt>
                <c:pt idx="23839">
                  <c:v>6.7804000000000002</c:v>
                </c:pt>
                <c:pt idx="23840">
                  <c:v>6.78071</c:v>
                </c:pt>
                <c:pt idx="23841">
                  <c:v>6.7810100000000002</c:v>
                </c:pt>
                <c:pt idx="23842">
                  <c:v>6.78132</c:v>
                </c:pt>
                <c:pt idx="23843">
                  <c:v>6.7816200000000002</c:v>
                </c:pt>
                <c:pt idx="23844">
                  <c:v>6.78193</c:v>
                </c:pt>
                <c:pt idx="23845">
                  <c:v>6.7822399999999998</c:v>
                </c:pt>
                <c:pt idx="23846">
                  <c:v>6.78254</c:v>
                </c:pt>
                <c:pt idx="23847">
                  <c:v>6.7828499999999998</c:v>
                </c:pt>
                <c:pt idx="23848">
                  <c:v>6.78315</c:v>
                </c:pt>
                <c:pt idx="23849">
                  <c:v>6.7834599999999998</c:v>
                </c:pt>
                <c:pt idx="23850">
                  <c:v>6.78376</c:v>
                </c:pt>
                <c:pt idx="23851">
                  <c:v>6.7840699999999998</c:v>
                </c:pt>
                <c:pt idx="23852">
                  <c:v>6.78437</c:v>
                </c:pt>
                <c:pt idx="23853">
                  <c:v>6.7846799999999998</c:v>
                </c:pt>
                <c:pt idx="23854">
                  <c:v>6.78498</c:v>
                </c:pt>
                <c:pt idx="23855">
                  <c:v>6.7852899999999998</c:v>
                </c:pt>
                <c:pt idx="23856">
                  <c:v>6.7855999999999996</c:v>
                </c:pt>
                <c:pt idx="23857">
                  <c:v>6.7858999999999998</c:v>
                </c:pt>
                <c:pt idx="23858">
                  <c:v>6.7862099999999996</c:v>
                </c:pt>
                <c:pt idx="23859">
                  <c:v>6.7865099999999998</c:v>
                </c:pt>
                <c:pt idx="23860">
                  <c:v>6.7868199999999996</c:v>
                </c:pt>
                <c:pt idx="23861">
                  <c:v>6.7871199999999998</c:v>
                </c:pt>
                <c:pt idx="23862">
                  <c:v>6.7874299999999996</c:v>
                </c:pt>
                <c:pt idx="23863">
                  <c:v>6.7877299999999998</c:v>
                </c:pt>
                <c:pt idx="23864">
                  <c:v>6.7880399999999996</c:v>
                </c:pt>
                <c:pt idx="23865">
                  <c:v>6.7883399999999998</c:v>
                </c:pt>
                <c:pt idx="23866">
                  <c:v>6.7886499999999996</c:v>
                </c:pt>
                <c:pt idx="23867">
                  <c:v>6.7889499999999998</c:v>
                </c:pt>
                <c:pt idx="23868">
                  <c:v>6.7892599999999996</c:v>
                </c:pt>
                <c:pt idx="23869">
                  <c:v>6.7895700000000003</c:v>
                </c:pt>
                <c:pt idx="23870">
                  <c:v>6.7898699999999996</c:v>
                </c:pt>
                <c:pt idx="23871">
                  <c:v>6.7901800000000003</c:v>
                </c:pt>
                <c:pt idx="23872">
                  <c:v>6.7904799999999996</c:v>
                </c:pt>
                <c:pt idx="23873">
                  <c:v>6.7907900000000003</c:v>
                </c:pt>
                <c:pt idx="23874">
                  <c:v>6.7910899999999996</c:v>
                </c:pt>
                <c:pt idx="23875">
                  <c:v>6.7914000000000003</c:v>
                </c:pt>
                <c:pt idx="23876">
                  <c:v>6.7916999999999996</c:v>
                </c:pt>
                <c:pt idx="23877">
                  <c:v>6.7920100000000003</c:v>
                </c:pt>
                <c:pt idx="23878">
                  <c:v>6.7923099999999996</c:v>
                </c:pt>
                <c:pt idx="23879">
                  <c:v>6.7926200000000003</c:v>
                </c:pt>
                <c:pt idx="23880">
                  <c:v>6.7929199999999996</c:v>
                </c:pt>
                <c:pt idx="23881">
                  <c:v>6.7932300000000003</c:v>
                </c:pt>
                <c:pt idx="23882">
                  <c:v>6.7935400000000001</c:v>
                </c:pt>
                <c:pt idx="23883">
                  <c:v>6.7938400000000003</c:v>
                </c:pt>
                <c:pt idx="23884">
                  <c:v>6.7941500000000001</c:v>
                </c:pt>
                <c:pt idx="23885">
                  <c:v>6.7944500000000003</c:v>
                </c:pt>
                <c:pt idx="23886">
                  <c:v>6.7947600000000001</c:v>
                </c:pt>
                <c:pt idx="23887">
                  <c:v>6.7950600000000003</c:v>
                </c:pt>
                <c:pt idx="23888">
                  <c:v>6.7953700000000001</c:v>
                </c:pt>
                <c:pt idx="23889">
                  <c:v>6.7956700000000003</c:v>
                </c:pt>
                <c:pt idx="23890">
                  <c:v>6.7959800000000001</c:v>
                </c:pt>
                <c:pt idx="23891">
                  <c:v>6.7962800000000003</c:v>
                </c:pt>
                <c:pt idx="23892">
                  <c:v>6.7965900000000001</c:v>
                </c:pt>
                <c:pt idx="23893">
                  <c:v>6.7968900000000003</c:v>
                </c:pt>
                <c:pt idx="23894">
                  <c:v>6.7972000000000001</c:v>
                </c:pt>
                <c:pt idx="23895">
                  <c:v>6.7975099999999999</c:v>
                </c:pt>
                <c:pt idx="23896">
                  <c:v>6.7978100000000001</c:v>
                </c:pt>
                <c:pt idx="23897">
                  <c:v>6.7981199999999999</c:v>
                </c:pt>
                <c:pt idx="23898">
                  <c:v>6.7984200000000001</c:v>
                </c:pt>
                <c:pt idx="23899">
                  <c:v>6.7987299999999999</c:v>
                </c:pt>
                <c:pt idx="23900">
                  <c:v>6.7990300000000001</c:v>
                </c:pt>
                <c:pt idx="23901">
                  <c:v>6.7993399999999999</c:v>
                </c:pt>
                <c:pt idx="23902">
                  <c:v>6.7996400000000001</c:v>
                </c:pt>
                <c:pt idx="23903">
                  <c:v>6.7999499999999999</c:v>
                </c:pt>
                <c:pt idx="23904">
                  <c:v>6.8002500000000001</c:v>
                </c:pt>
                <c:pt idx="23905">
                  <c:v>6.8005599999999999</c:v>
                </c:pt>
                <c:pt idx="23906">
                  <c:v>6.8008699999999997</c:v>
                </c:pt>
                <c:pt idx="23907">
                  <c:v>6.8011699999999999</c:v>
                </c:pt>
                <c:pt idx="23908">
                  <c:v>6.8014799999999997</c:v>
                </c:pt>
                <c:pt idx="23909">
                  <c:v>6.8017799999999999</c:v>
                </c:pt>
                <c:pt idx="23910">
                  <c:v>6.8020899999999997</c:v>
                </c:pt>
                <c:pt idx="23911">
                  <c:v>6.8023899999999999</c:v>
                </c:pt>
                <c:pt idx="23912">
                  <c:v>6.8026999999999997</c:v>
                </c:pt>
                <c:pt idx="23913">
                  <c:v>6.8029999999999999</c:v>
                </c:pt>
                <c:pt idx="23914">
                  <c:v>6.8033099999999997</c:v>
                </c:pt>
                <c:pt idx="23915">
                  <c:v>6.8036099999999999</c:v>
                </c:pt>
                <c:pt idx="23916">
                  <c:v>6.8039199999999997</c:v>
                </c:pt>
                <c:pt idx="23917">
                  <c:v>6.8042199999999999</c:v>
                </c:pt>
                <c:pt idx="23918">
                  <c:v>6.8045299999999997</c:v>
                </c:pt>
                <c:pt idx="23919">
                  <c:v>6.8048400000000004</c:v>
                </c:pt>
                <c:pt idx="23920">
                  <c:v>6.8051399999999997</c:v>
                </c:pt>
                <c:pt idx="23921">
                  <c:v>6.8054500000000004</c:v>
                </c:pt>
                <c:pt idx="23922">
                  <c:v>6.8057499999999997</c:v>
                </c:pt>
                <c:pt idx="23923">
                  <c:v>6.8060600000000004</c:v>
                </c:pt>
                <c:pt idx="23924">
                  <c:v>6.8063599999999997</c:v>
                </c:pt>
                <c:pt idx="23925">
                  <c:v>6.8066700000000004</c:v>
                </c:pt>
                <c:pt idx="23926">
                  <c:v>6.8069699999999997</c:v>
                </c:pt>
                <c:pt idx="23927">
                  <c:v>6.8072800000000004</c:v>
                </c:pt>
                <c:pt idx="23928">
                  <c:v>6.8075799999999997</c:v>
                </c:pt>
                <c:pt idx="23929">
                  <c:v>6.8078900000000004</c:v>
                </c:pt>
                <c:pt idx="23930">
                  <c:v>6.8081899999999997</c:v>
                </c:pt>
                <c:pt idx="23931">
                  <c:v>6.8085000000000004</c:v>
                </c:pt>
                <c:pt idx="23932">
                  <c:v>6.8088100000000003</c:v>
                </c:pt>
                <c:pt idx="23933">
                  <c:v>6.8091100000000004</c:v>
                </c:pt>
                <c:pt idx="23934">
                  <c:v>6.8094200000000003</c:v>
                </c:pt>
                <c:pt idx="23935">
                  <c:v>6.8097200000000004</c:v>
                </c:pt>
                <c:pt idx="23936">
                  <c:v>6.8100300000000002</c:v>
                </c:pt>
                <c:pt idx="23937">
                  <c:v>6.8103300000000004</c:v>
                </c:pt>
                <c:pt idx="23938">
                  <c:v>6.8106400000000002</c:v>
                </c:pt>
                <c:pt idx="23939">
                  <c:v>6.8109400000000004</c:v>
                </c:pt>
                <c:pt idx="23940">
                  <c:v>6.8112500000000002</c:v>
                </c:pt>
                <c:pt idx="23941">
                  <c:v>6.8115500000000004</c:v>
                </c:pt>
                <c:pt idx="23942">
                  <c:v>6.8118600000000002</c:v>
                </c:pt>
                <c:pt idx="23943">
                  <c:v>6.8121600000000004</c:v>
                </c:pt>
                <c:pt idx="23944">
                  <c:v>6.8124700000000002</c:v>
                </c:pt>
                <c:pt idx="23945">
                  <c:v>6.8127800000000001</c:v>
                </c:pt>
                <c:pt idx="23946">
                  <c:v>6.8130800000000002</c:v>
                </c:pt>
                <c:pt idx="23947">
                  <c:v>6.8133900000000001</c:v>
                </c:pt>
                <c:pt idx="23948">
                  <c:v>6.8136900000000002</c:v>
                </c:pt>
                <c:pt idx="23949">
                  <c:v>6.8140000000000001</c:v>
                </c:pt>
                <c:pt idx="23950">
                  <c:v>6.8143000000000002</c:v>
                </c:pt>
                <c:pt idx="23951">
                  <c:v>6.8146100000000001</c:v>
                </c:pt>
                <c:pt idx="23952">
                  <c:v>6.8149100000000002</c:v>
                </c:pt>
                <c:pt idx="23953">
                  <c:v>6.8152200000000001</c:v>
                </c:pt>
                <c:pt idx="23954">
                  <c:v>6.8155200000000002</c:v>
                </c:pt>
                <c:pt idx="23955">
                  <c:v>6.8158300000000001</c:v>
                </c:pt>
                <c:pt idx="23956">
                  <c:v>6.8161300000000002</c:v>
                </c:pt>
                <c:pt idx="23957">
                  <c:v>6.8164400000000001</c:v>
                </c:pt>
                <c:pt idx="23958">
                  <c:v>6.8167499999999999</c:v>
                </c:pt>
                <c:pt idx="23959">
                  <c:v>6.8170500000000001</c:v>
                </c:pt>
                <c:pt idx="23960">
                  <c:v>6.8173599999999999</c:v>
                </c:pt>
                <c:pt idx="23961">
                  <c:v>6.8176600000000001</c:v>
                </c:pt>
                <c:pt idx="23962">
                  <c:v>6.8179699999999999</c:v>
                </c:pt>
                <c:pt idx="23963">
                  <c:v>6.8182700000000001</c:v>
                </c:pt>
                <c:pt idx="23964">
                  <c:v>6.8185799999999999</c:v>
                </c:pt>
                <c:pt idx="23965">
                  <c:v>6.8188800000000001</c:v>
                </c:pt>
                <c:pt idx="23966">
                  <c:v>6.8191899999999999</c:v>
                </c:pt>
                <c:pt idx="23967">
                  <c:v>6.8194900000000001</c:v>
                </c:pt>
                <c:pt idx="23968">
                  <c:v>6.8197999999999999</c:v>
                </c:pt>
                <c:pt idx="23969">
                  <c:v>6.8201099999999997</c:v>
                </c:pt>
                <c:pt idx="23970">
                  <c:v>6.8204099999999999</c:v>
                </c:pt>
                <c:pt idx="23971">
                  <c:v>6.8207199999999997</c:v>
                </c:pt>
                <c:pt idx="23972">
                  <c:v>6.8210199999999999</c:v>
                </c:pt>
                <c:pt idx="23973">
                  <c:v>6.8213299999999997</c:v>
                </c:pt>
                <c:pt idx="23974">
                  <c:v>6.8216299999999999</c:v>
                </c:pt>
                <c:pt idx="23975">
                  <c:v>6.8219399999999997</c:v>
                </c:pt>
                <c:pt idx="23976">
                  <c:v>6.8222399999999999</c:v>
                </c:pt>
                <c:pt idx="23977">
                  <c:v>6.8225499999999997</c:v>
                </c:pt>
                <c:pt idx="23978">
                  <c:v>6.8228499999999999</c:v>
                </c:pt>
                <c:pt idx="23979">
                  <c:v>6.8231599999999997</c:v>
                </c:pt>
                <c:pt idx="23980">
                  <c:v>6.8234599999999999</c:v>
                </c:pt>
                <c:pt idx="23981">
                  <c:v>6.8237699999999997</c:v>
                </c:pt>
                <c:pt idx="23982">
                  <c:v>6.8240800000000004</c:v>
                </c:pt>
                <c:pt idx="23983">
                  <c:v>6.8243799999999997</c:v>
                </c:pt>
                <c:pt idx="23984">
                  <c:v>6.8246900000000004</c:v>
                </c:pt>
                <c:pt idx="23985">
                  <c:v>6.8249899999999997</c:v>
                </c:pt>
                <c:pt idx="23986">
                  <c:v>6.8253000000000004</c:v>
                </c:pt>
                <c:pt idx="23987">
                  <c:v>6.8255999999999997</c:v>
                </c:pt>
                <c:pt idx="23988">
                  <c:v>6.8259100000000004</c:v>
                </c:pt>
                <c:pt idx="23989">
                  <c:v>6.8262099999999997</c:v>
                </c:pt>
                <c:pt idx="23990">
                  <c:v>6.8265200000000004</c:v>
                </c:pt>
                <c:pt idx="23991">
                  <c:v>6.8268199999999997</c:v>
                </c:pt>
                <c:pt idx="23992">
                  <c:v>6.8271300000000004</c:v>
                </c:pt>
                <c:pt idx="23993">
                  <c:v>6.8274299999999997</c:v>
                </c:pt>
                <c:pt idx="23994">
                  <c:v>6.8277400000000004</c:v>
                </c:pt>
                <c:pt idx="23995">
                  <c:v>6.8280500000000002</c:v>
                </c:pt>
                <c:pt idx="23996">
                  <c:v>6.8283500000000004</c:v>
                </c:pt>
                <c:pt idx="23997">
                  <c:v>6.8286600000000002</c:v>
                </c:pt>
                <c:pt idx="23998">
                  <c:v>6.8289600000000004</c:v>
                </c:pt>
                <c:pt idx="23999">
                  <c:v>6.8292700000000002</c:v>
                </c:pt>
                <c:pt idx="24000">
                  <c:v>6.8295700000000004</c:v>
                </c:pt>
                <c:pt idx="24001">
                  <c:v>6.8298800000000002</c:v>
                </c:pt>
                <c:pt idx="24002">
                  <c:v>6.8301800000000004</c:v>
                </c:pt>
                <c:pt idx="24003">
                  <c:v>6.8304900000000002</c:v>
                </c:pt>
                <c:pt idx="24004">
                  <c:v>6.8307900000000004</c:v>
                </c:pt>
                <c:pt idx="24005">
                  <c:v>6.8311000000000002</c:v>
                </c:pt>
                <c:pt idx="24006">
                  <c:v>6.8314000000000004</c:v>
                </c:pt>
                <c:pt idx="24007">
                  <c:v>6.8317100000000002</c:v>
                </c:pt>
                <c:pt idx="24008">
                  <c:v>6.83202</c:v>
                </c:pt>
                <c:pt idx="24009">
                  <c:v>6.8323200000000002</c:v>
                </c:pt>
                <c:pt idx="24010">
                  <c:v>6.83263</c:v>
                </c:pt>
                <c:pt idx="24011">
                  <c:v>6.8329300000000002</c:v>
                </c:pt>
                <c:pt idx="24012">
                  <c:v>6.83324</c:v>
                </c:pt>
                <c:pt idx="24013">
                  <c:v>6.8335400000000002</c:v>
                </c:pt>
                <c:pt idx="24014">
                  <c:v>6.83385</c:v>
                </c:pt>
                <c:pt idx="24015">
                  <c:v>6.8341500000000002</c:v>
                </c:pt>
                <c:pt idx="24016">
                  <c:v>6.83446</c:v>
                </c:pt>
                <c:pt idx="24017">
                  <c:v>6.8347600000000002</c:v>
                </c:pt>
                <c:pt idx="24018">
                  <c:v>6.83507</c:v>
                </c:pt>
                <c:pt idx="24019">
                  <c:v>6.8353700000000002</c:v>
                </c:pt>
                <c:pt idx="24020">
                  <c:v>6.83568</c:v>
                </c:pt>
                <c:pt idx="24021">
                  <c:v>6.8359899999999998</c:v>
                </c:pt>
                <c:pt idx="24022">
                  <c:v>6.83629</c:v>
                </c:pt>
                <c:pt idx="24023">
                  <c:v>6.8365999999999998</c:v>
                </c:pt>
                <c:pt idx="24024">
                  <c:v>6.8369</c:v>
                </c:pt>
                <c:pt idx="24025">
                  <c:v>6.8372099999999998</c:v>
                </c:pt>
                <c:pt idx="24026">
                  <c:v>6.83751</c:v>
                </c:pt>
                <c:pt idx="24027">
                  <c:v>6.8378199999999998</c:v>
                </c:pt>
                <c:pt idx="24028">
                  <c:v>6.83812</c:v>
                </c:pt>
                <c:pt idx="24029">
                  <c:v>6.8384299999999998</c:v>
                </c:pt>
                <c:pt idx="24030">
                  <c:v>6.83873</c:v>
                </c:pt>
                <c:pt idx="24031">
                  <c:v>6.8390399999999998</c:v>
                </c:pt>
                <c:pt idx="24032">
                  <c:v>6.8393499999999996</c:v>
                </c:pt>
                <c:pt idx="24033">
                  <c:v>6.8396499999999998</c:v>
                </c:pt>
                <c:pt idx="24034">
                  <c:v>6.8399599999999996</c:v>
                </c:pt>
                <c:pt idx="24035">
                  <c:v>6.8402599999999998</c:v>
                </c:pt>
                <c:pt idx="24036">
                  <c:v>6.8405699999999996</c:v>
                </c:pt>
                <c:pt idx="24037">
                  <c:v>6.8408699999999998</c:v>
                </c:pt>
                <c:pt idx="24038">
                  <c:v>6.8411799999999996</c:v>
                </c:pt>
                <c:pt idx="24039">
                  <c:v>6.8414799999999998</c:v>
                </c:pt>
                <c:pt idx="24040">
                  <c:v>6.8417899999999996</c:v>
                </c:pt>
                <c:pt idx="24041">
                  <c:v>6.8420899999999998</c:v>
                </c:pt>
                <c:pt idx="24042">
                  <c:v>6.8423999999999996</c:v>
                </c:pt>
                <c:pt idx="24043">
                  <c:v>6.8426999999999998</c:v>
                </c:pt>
                <c:pt idx="24044">
                  <c:v>6.8430099999999996</c:v>
                </c:pt>
                <c:pt idx="24045">
                  <c:v>6.8433200000000003</c:v>
                </c:pt>
                <c:pt idx="24046">
                  <c:v>6.8436199999999996</c:v>
                </c:pt>
                <c:pt idx="24047">
                  <c:v>6.8439300000000003</c:v>
                </c:pt>
                <c:pt idx="24048">
                  <c:v>6.8442299999999996</c:v>
                </c:pt>
                <c:pt idx="24049">
                  <c:v>6.8445400000000003</c:v>
                </c:pt>
                <c:pt idx="24050">
                  <c:v>6.8448399999999996</c:v>
                </c:pt>
                <c:pt idx="24051">
                  <c:v>6.8451500000000003</c:v>
                </c:pt>
                <c:pt idx="24052">
                  <c:v>6.8454499999999996</c:v>
                </c:pt>
                <c:pt idx="24053">
                  <c:v>6.8457600000000003</c:v>
                </c:pt>
                <c:pt idx="24054">
                  <c:v>6.8460599999999996</c:v>
                </c:pt>
                <c:pt idx="24055">
                  <c:v>6.8463700000000003</c:v>
                </c:pt>
                <c:pt idx="24056">
                  <c:v>6.8466699999999996</c:v>
                </c:pt>
                <c:pt idx="24057">
                  <c:v>6.8469800000000003</c:v>
                </c:pt>
                <c:pt idx="24058">
                  <c:v>6.8472900000000001</c:v>
                </c:pt>
                <c:pt idx="24059">
                  <c:v>6.8475900000000003</c:v>
                </c:pt>
                <c:pt idx="24060">
                  <c:v>6.8479000000000001</c:v>
                </c:pt>
                <c:pt idx="24061">
                  <c:v>6.8482000000000003</c:v>
                </c:pt>
                <c:pt idx="24062">
                  <c:v>6.8485100000000001</c:v>
                </c:pt>
                <c:pt idx="24063">
                  <c:v>6.8488100000000003</c:v>
                </c:pt>
                <c:pt idx="24064">
                  <c:v>6.8491200000000001</c:v>
                </c:pt>
                <c:pt idx="24065">
                  <c:v>6.8494200000000003</c:v>
                </c:pt>
                <c:pt idx="24066">
                  <c:v>6.8497300000000001</c:v>
                </c:pt>
                <c:pt idx="24067">
                  <c:v>6.8500300000000003</c:v>
                </c:pt>
                <c:pt idx="24068">
                  <c:v>6.8503400000000001</c:v>
                </c:pt>
                <c:pt idx="24069">
                  <c:v>6.8506400000000003</c:v>
                </c:pt>
                <c:pt idx="24070">
                  <c:v>6.8509500000000001</c:v>
                </c:pt>
                <c:pt idx="24071">
                  <c:v>6.8512599999999999</c:v>
                </c:pt>
                <c:pt idx="24072">
                  <c:v>6.8515600000000001</c:v>
                </c:pt>
                <c:pt idx="24073">
                  <c:v>6.8518699999999999</c:v>
                </c:pt>
                <c:pt idx="24074">
                  <c:v>6.8521700000000001</c:v>
                </c:pt>
                <c:pt idx="24075">
                  <c:v>6.8524799999999999</c:v>
                </c:pt>
                <c:pt idx="24076">
                  <c:v>6.8527800000000001</c:v>
                </c:pt>
                <c:pt idx="24077">
                  <c:v>6.8530899999999999</c:v>
                </c:pt>
                <c:pt idx="24078">
                  <c:v>6.8533900000000001</c:v>
                </c:pt>
                <c:pt idx="24079">
                  <c:v>6.8536999999999999</c:v>
                </c:pt>
                <c:pt idx="24080">
                  <c:v>6.8540000000000001</c:v>
                </c:pt>
                <c:pt idx="24081">
                  <c:v>6.8543099999999999</c:v>
                </c:pt>
                <c:pt idx="24082">
                  <c:v>6.8546199999999997</c:v>
                </c:pt>
                <c:pt idx="24083">
                  <c:v>6.8549199999999999</c:v>
                </c:pt>
                <c:pt idx="24084">
                  <c:v>6.8552299999999997</c:v>
                </c:pt>
                <c:pt idx="24085">
                  <c:v>6.8555299999999999</c:v>
                </c:pt>
                <c:pt idx="24086">
                  <c:v>6.8558399999999997</c:v>
                </c:pt>
                <c:pt idx="24087">
                  <c:v>6.8561399999999999</c:v>
                </c:pt>
                <c:pt idx="24088">
                  <c:v>6.8564499999999997</c:v>
                </c:pt>
                <c:pt idx="24089">
                  <c:v>6.8567499999999999</c:v>
                </c:pt>
                <c:pt idx="24090">
                  <c:v>6.8570599999999997</c:v>
                </c:pt>
                <c:pt idx="24091">
                  <c:v>6.8573599999999999</c:v>
                </c:pt>
                <c:pt idx="24092">
                  <c:v>6.8576699999999997</c:v>
                </c:pt>
                <c:pt idx="24093">
                  <c:v>6.8579699999999999</c:v>
                </c:pt>
                <c:pt idx="24094">
                  <c:v>6.8582799999999997</c:v>
                </c:pt>
                <c:pt idx="24095">
                  <c:v>6.8585900000000004</c:v>
                </c:pt>
                <c:pt idx="24096">
                  <c:v>6.8588899999999997</c:v>
                </c:pt>
                <c:pt idx="24097">
                  <c:v>6.8592000000000004</c:v>
                </c:pt>
                <c:pt idx="24098">
                  <c:v>6.8594999999999997</c:v>
                </c:pt>
                <c:pt idx="24099">
                  <c:v>6.8598100000000004</c:v>
                </c:pt>
                <c:pt idx="24100">
                  <c:v>6.8601099999999997</c:v>
                </c:pt>
                <c:pt idx="24101">
                  <c:v>6.8604200000000004</c:v>
                </c:pt>
                <c:pt idx="24102">
                  <c:v>6.8607199999999997</c:v>
                </c:pt>
                <c:pt idx="24103">
                  <c:v>6.8610300000000004</c:v>
                </c:pt>
                <c:pt idx="24104">
                  <c:v>6.8613299999999997</c:v>
                </c:pt>
                <c:pt idx="24105">
                  <c:v>6.8616400000000004</c:v>
                </c:pt>
                <c:pt idx="24106">
                  <c:v>6.8619399999999997</c:v>
                </c:pt>
                <c:pt idx="24107">
                  <c:v>6.8622500000000004</c:v>
                </c:pt>
                <c:pt idx="24108">
                  <c:v>6.8625600000000002</c:v>
                </c:pt>
                <c:pt idx="24109">
                  <c:v>6.8628600000000004</c:v>
                </c:pt>
                <c:pt idx="24110">
                  <c:v>6.8631700000000002</c:v>
                </c:pt>
                <c:pt idx="24111">
                  <c:v>6.8634700000000004</c:v>
                </c:pt>
                <c:pt idx="24112">
                  <c:v>6.8637800000000002</c:v>
                </c:pt>
                <c:pt idx="24113">
                  <c:v>6.8640800000000004</c:v>
                </c:pt>
                <c:pt idx="24114">
                  <c:v>6.8643900000000002</c:v>
                </c:pt>
                <c:pt idx="24115">
                  <c:v>6.8646900000000004</c:v>
                </c:pt>
                <c:pt idx="24116">
                  <c:v>6.8650000000000002</c:v>
                </c:pt>
                <c:pt idx="24117">
                  <c:v>6.8653000000000004</c:v>
                </c:pt>
                <c:pt idx="24118">
                  <c:v>6.8656100000000002</c:v>
                </c:pt>
                <c:pt idx="24119">
                  <c:v>6.8659100000000004</c:v>
                </c:pt>
                <c:pt idx="24120">
                  <c:v>6.8662200000000002</c:v>
                </c:pt>
                <c:pt idx="24121">
                  <c:v>6.86653</c:v>
                </c:pt>
                <c:pt idx="24122">
                  <c:v>6.8668300000000002</c:v>
                </c:pt>
                <c:pt idx="24123">
                  <c:v>6.86714</c:v>
                </c:pt>
                <c:pt idx="24124">
                  <c:v>6.8674400000000002</c:v>
                </c:pt>
                <c:pt idx="24125">
                  <c:v>6.86775</c:v>
                </c:pt>
                <c:pt idx="24126">
                  <c:v>6.8680500000000002</c:v>
                </c:pt>
                <c:pt idx="24127">
                  <c:v>6.86836</c:v>
                </c:pt>
                <c:pt idx="24128">
                  <c:v>6.8686600000000002</c:v>
                </c:pt>
                <c:pt idx="24129">
                  <c:v>6.86897</c:v>
                </c:pt>
                <c:pt idx="24130">
                  <c:v>6.8692700000000002</c:v>
                </c:pt>
                <c:pt idx="24131">
                  <c:v>6.86958</c:v>
                </c:pt>
                <c:pt idx="24132">
                  <c:v>6.8698800000000002</c:v>
                </c:pt>
                <c:pt idx="24133">
                  <c:v>6.87019</c:v>
                </c:pt>
                <c:pt idx="24134">
                  <c:v>6.8704999999999998</c:v>
                </c:pt>
                <c:pt idx="24135">
                  <c:v>6.8708</c:v>
                </c:pt>
                <c:pt idx="24136">
                  <c:v>6.8711099999999998</c:v>
                </c:pt>
                <c:pt idx="24137">
                  <c:v>6.87141</c:v>
                </c:pt>
                <c:pt idx="24138">
                  <c:v>6.8717199999999998</c:v>
                </c:pt>
                <c:pt idx="24139">
                  <c:v>6.87202</c:v>
                </c:pt>
                <c:pt idx="24140">
                  <c:v>6.8723299999999998</c:v>
                </c:pt>
                <c:pt idx="24141">
                  <c:v>6.87263</c:v>
                </c:pt>
                <c:pt idx="24142">
                  <c:v>6.8729399999999998</c:v>
                </c:pt>
                <c:pt idx="24143">
                  <c:v>6.87324</c:v>
                </c:pt>
                <c:pt idx="24144">
                  <c:v>6.8735499999999998</c:v>
                </c:pt>
                <c:pt idx="24145">
                  <c:v>6.8738599999999996</c:v>
                </c:pt>
                <c:pt idx="24146">
                  <c:v>6.8741599999999998</c:v>
                </c:pt>
                <c:pt idx="24147">
                  <c:v>6.8744699999999996</c:v>
                </c:pt>
                <c:pt idx="24148">
                  <c:v>6.8747699999999998</c:v>
                </c:pt>
                <c:pt idx="24149">
                  <c:v>6.8750799999999996</c:v>
                </c:pt>
                <c:pt idx="24150">
                  <c:v>6.8753799999999998</c:v>
                </c:pt>
                <c:pt idx="24151">
                  <c:v>6.8756899999999996</c:v>
                </c:pt>
                <c:pt idx="24152">
                  <c:v>6.8759899999999998</c:v>
                </c:pt>
                <c:pt idx="24153">
                  <c:v>6.8762999999999996</c:v>
                </c:pt>
                <c:pt idx="24154">
                  <c:v>6.8765999999999998</c:v>
                </c:pt>
                <c:pt idx="24155">
                  <c:v>6.8769099999999996</c:v>
                </c:pt>
                <c:pt idx="24156">
                  <c:v>6.8772099999999998</c:v>
                </c:pt>
                <c:pt idx="24157">
                  <c:v>6.8775199999999996</c:v>
                </c:pt>
                <c:pt idx="24158">
                  <c:v>6.8778300000000003</c:v>
                </c:pt>
                <c:pt idx="24159">
                  <c:v>6.8781299999999996</c:v>
                </c:pt>
                <c:pt idx="24160">
                  <c:v>6.8784400000000003</c:v>
                </c:pt>
                <c:pt idx="24161">
                  <c:v>6.8787399999999996</c:v>
                </c:pt>
                <c:pt idx="24162">
                  <c:v>6.8790500000000003</c:v>
                </c:pt>
                <c:pt idx="24163">
                  <c:v>6.8793499999999996</c:v>
                </c:pt>
                <c:pt idx="24164">
                  <c:v>6.8796600000000003</c:v>
                </c:pt>
                <c:pt idx="24165">
                  <c:v>6.8799599999999996</c:v>
                </c:pt>
                <c:pt idx="24166">
                  <c:v>6.8802700000000003</c:v>
                </c:pt>
                <c:pt idx="24167">
                  <c:v>6.8805699999999996</c:v>
                </c:pt>
                <c:pt idx="24168">
                  <c:v>6.8808800000000003</c:v>
                </c:pt>
                <c:pt idx="24169">
                  <c:v>6.8811799999999996</c:v>
                </c:pt>
                <c:pt idx="24170">
                  <c:v>6.8814900000000003</c:v>
                </c:pt>
                <c:pt idx="24171">
                  <c:v>6.8818000000000001</c:v>
                </c:pt>
                <c:pt idx="24172">
                  <c:v>6.8821000000000003</c:v>
                </c:pt>
                <c:pt idx="24173">
                  <c:v>6.8824100000000001</c:v>
                </c:pt>
                <c:pt idx="24174">
                  <c:v>6.8827100000000003</c:v>
                </c:pt>
                <c:pt idx="24175">
                  <c:v>6.8830200000000001</c:v>
                </c:pt>
                <c:pt idx="24176">
                  <c:v>6.8833200000000003</c:v>
                </c:pt>
                <c:pt idx="24177">
                  <c:v>6.8836300000000001</c:v>
                </c:pt>
                <c:pt idx="24178">
                  <c:v>6.8839300000000003</c:v>
                </c:pt>
                <c:pt idx="24179">
                  <c:v>6.8842400000000001</c:v>
                </c:pt>
                <c:pt idx="24180">
                  <c:v>6.8845400000000003</c:v>
                </c:pt>
                <c:pt idx="24181">
                  <c:v>6.8848500000000001</c:v>
                </c:pt>
                <c:pt idx="24182">
                  <c:v>6.8851500000000003</c:v>
                </c:pt>
                <c:pt idx="24183">
                  <c:v>6.8854600000000001</c:v>
                </c:pt>
                <c:pt idx="24184">
                  <c:v>6.8857699999999999</c:v>
                </c:pt>
                <c:pt idx="24185">
                  <c:v>6.8860700000000001</c:v>
                </c:pt>
                <c:pt idx="24186">
                  <c:v>6.8863799999999999</c:v>
                </c:pt>
                <c:pt idx="24187">
                  <c:v>6.8866800000000001</c:v>
                </c:pt>
                <c:pt idx="24188">
                  <c:v>6.8869899999999999</c:v>
                </c:pt>
                <c:pt idx="24189">
                  <c:v>6.8872900000000001</c:v>
                </c:pt>
                <c:pt idx="24190">
                  <c:v>6.8875999999999999</c:v>
                </c:pt>
                <c:pt idx="24191">
                  <c:v>6.8879000000000001</c:v>
                </c:pt>
                <c:pt idx="24192">
                  <c:v>6.8882099999999999</c:v>
                </c:pt>
                <c:pt idx="24193">
                  <c:v>6.8885100000000001</c:v>
                </c:pt>
                <c:pt idx="24194">
                  <c:v>6.8888199999999999</c:v>
                </c:pt>
                <c:pt idx="24195">
                  <c:v>6.8891200000000001</c:v>
                </c:pt>
                <c:pt idx="24196">
                  <c:v>6.8894299999999999</c:v>
                </c:pt>
                <c:pt idx="24197">
                  <c:v>6.8897399999999998</c:v>
                </c:pt>
                <c:pt idx="24198">
                  <c:v>6.8900399999999999</c:v>
                </c:pt>
                <c:pt idx="24199">
                  <c:v>6.8903499999999998</c:v>
                </c:pt>
                <c:pt idx="24200">
                  <c:v>6.8906499999999999</c:v>
                </c:pt>
                <c:pt idx="24201">
                  <c:v>6.8909599999999998</c:v>
                </c:pt>
                <c:pt idx="24202">
                  <c:v>6.8912599999999999</c:v>
                </c:pt>
                <c:pt idx="24203">
                  <c:v>6.8915699999999998</c:v>
                </c:pt>
                <c:pt idx="24204">
                  <c:v>6.8918699999999999</c:v>
                </c:pt>
                <c:pt idx="24205">
                  <c:v>6.8921799999999998</c:v>
                </c:pt>
                <c:pt idx="24206">
                  <c:v>6.8924799999999999</c:v>
                </c:pt>
                <c:pt idx="24207">
                  <c:v>6.8927899999999998</c:v>
                </c:pt>
                <c:pt idx="24208">
                  <c:v>6.8930999999999996</c:v>
                </c:pt>
                <c:pt idx="24209">
                  <c:v>6.8933999999999997</c:v>
                </c:pt>
                <c:pt idx="24210">
                  <c:v>6.8937099999999996</c:v>
                </c:pt>
                <c:pt idx="24211">
                  <c:v>6.8940099999999997</c:v>
                </c:pt>
                <c:pt idx="24212">
                  <c:v>6.8943199999999996</c:v>
                </c:pt>
                <c:pt idx="24213">
                  <c:v>6.8946199999999997</c:v>
                </c:pt>
                <c:pt idx="24214">
                  <c:v>6.8949299999999996</c:v>
                </c:pt>
                <c:pt idx="24215">
                  <c:v>6.8952299999999997</c:v>
                </c:pt>
                <c:pt idx="24216">
                  <c:v>6.8955399999999996</c:v>
                </c:pt>
                <c:pt idx="24217">
                  <c:v>6.8958399999999997</c:v>
                </c:pt>
                <c:pt idx="24218">
                  <c:v>6.8961499999999996</c:v>
                </c:pt>
                <c:pt idx="24219">
                  <c:v>6.8964499999999997</c:v>
                </c:pt>
                <c:pt idx="24220">
                  <c:v>6.8967599999999996</c:v>
                </c:pt>
                <c:pt idx="24221">
                  <c:v>6.8970700000000003</c:v>
                </c:pt>
                <c:pt idx="24222">
                  <c:v>6.8973699999999996</c:v>
                </c:pt>
                <c:pt idx="24223">
                  <c:v>6.8976800000000003</c:v>
                </c:pt>
                <c:pt idx="24224">
                  <c:v>6.8979799999999996</c:v>
                </c:pt>
                <c:pt idx="24225">
                  <c:v>6.8982900000000003</c:v>
                </c:pt>
                <c:pt idx="24226">
                  <c:v>6.8985900000000004</c:v>
                </c:pt>
                <c:pt idx="24227">
                  <c:v>6.8989000000000003</c:v>
                </c:pt>
                <c:pt idx="24228">
                  <c:v>6.8992000000000004</c:v>
                </c:pt>
                <c:pt idx="24229">
                  <c:v>6.8995100000000003</c:v>
                </c:pt>
                <c:pt idx="24230">
                  <c:v>6.8998100000000004</c:v>
                </c:pt>
                <c:pt idx="24231">
                  <c:v>6.9001200000000003</c:v>
                </c:pt>
                <c:pt idx="24232">
                  <c:v>6.9004200000000004</c:v>
                </c:pt>
                <c:pt idx="24233">
                  <c:v>6.9007300000000003</c:v>
                </c:pt>
                <c:pt idx="24234">
                  <c:v>6.9010400000000001</c:v>
                </c:pt>
                <c:pt idx="24235">
                  <c:v>6.9013400000000003</c:v>
                </c:pt>
                <c:pt idx="24236">
                  <c:v>6.9016500000000001</c:v>
                </c:pt>
                <c:pt idx="24237">
                  <c:v>6.9019500000000003</c:v>
                </c:pt>
                <c:pt idx="24238">
                  <c:v>6.9022600000000001</c:v>
                </c:pt>
                <c:pt idx="24239">
                  <c:v>6.9025600000000003</c:v>
                </c:pt>
                <c:pt idx="24240">
                  <c:v>6.9028700000000001</c:v>
                </c:pt>
                <c:pt idx="24241">
                  <c:v>6.9031700000000003</c:v>
                </c:pt>
                <c:pt idx="24242">
                  <c:v>6.9034800000000001</c:v>
                </c:pt>
                <c:pt idx="24243">
                  <c:v>6.9037800000000002</c:v>
                </c:pt>
                <c:pt idx="24244">
                  <c:v>6.9040900000000001</c:v>
                </c:pt>
                <c:pt idx="24245">
                  <c:v>6.9043900000000002</c:v>
                </c:pt>
                <c:pt idx="24246">
                  <c:v>6.9047000000000001</c:v>
                </c:pt>
                <c:pt idx="24247">
                  <c:v>6.9050099999999999</c:v>
                </c:pt>
                <c:pt idx="24248">
                  <c:v>6.9053100000000001</c:v>
                </c:pt>
                <c:pt idx="24249">
                  <c:v>6.9056199999999999</c:v>
                </c:pt>
                <c:pt idx="24250">
                  <c:v>6.9059200000000001</c:v>
                </c:pt>
                <c:pt idx="24251">
                  <c:v>6.9062299999999999</c:v>
                </c:pt>
                <c:pt idx="24252">
                  <c:v>6.9065300000000001</c:v>
                </c:pt>
                <c:pt idx="24253">
                  <c:v>6.9068399999999999</c:v>
                </c:pt>
                <c:pt idx="24254">
                  <c:v>6.9071400000000001</c:v>
                </c:pt>
                <c:pt idx="24255">
                  <c:v>6.9074499999999999</c:v>
                </c:pt>
                <c:pt idx="24256">
                  <c:v>6.9077500000000001</c:v>
                </c:pt>
                <c:pt idx="24257">
                  <c:v>6.9080599999999999</c:v>
                </c:pt>
                <c:pt idx="24258">
                  <c:v>6.9083699999999997</c:v>
                </c:pt>
                <c:pt idx="24259">
                  <c:v>6.9086699999999999</c:v>
                </c:pt>
                <c:pt idx="24260">
                  <c:v>6.9089799999999997</c:v>
                </c:pt>
                <c:pt idx="24261">
                  <c:v>6.9092799999999999</c:v>
                </c:pt>
                <c:pt idx="24262">
                  <c:v>6.9095899999999997</c:v>
                </c:pt>
                <c:pt idx="24263">
                  <c:v>6.9098899999999999</c:v>
                </c:pt>
                <c:pt idx="24264">
                  <c:v>6.9101999999999997</c:v>
                </c:pt>
                <c:pt idx="24265">
                  <c:v>6.9104999999999999</c:v>
                </c:pt>
                <c:pt idx="24266">
                  <c:v>6.9108099999999997</c:v>
                </c:pt>
                <c:pt idx="24267">
                  <c:v>6.9111099999999999</c:v>
                </c:pt>
                <c:pt idx="24268">
                  <c:v>6.9114199999999997</c:v>
                </c:pt>
                <c:pt idx="24269">
                  <c:v>6.9117199999999999</c:v>
                </c:pt>
                <c:pt idx="24270">
                  <c:v>6.9120299999999997</c:v>
                </c:pt>
                <c:pt idx="24271">
                  <c:v>6.9123400000000004</c:v>
                </c:pt>
                <c:pt idx="24272">
                  <c:v>6.9126399999999997</c:v>
                </c:pt>
                <c:pt idx="24273">
                  <c:v>6.9129500000000004</c:v>
                </c:pt>
                <c:pt idx="24274">
                  <c:v>6.9132499999999997</c:v>
                </c:pt>
                <c:pt idx="24275">
                  <c:v>6.9135600000000004</c:v>
                </c:pt>
                <c:pt idx="24276">
                  <c:v>6.9138599999999997</c:v>
                </c:pt>
                <c:pt idx="24277">
                  <c:v>6.9141700000000004</c:v>
                </c:pt>
                <c:pt idx="24278">
                  <c:v>6.9144699999999997</c:v>
                </c:pt>
                <c:pt idx="24279">
                  <c:v>6.9147800000000004</c:v>
                </c:pt>
                <c:pt idx="24280">
                  <c:v>6.9150799999999997</c:v>
                </c:pt>
                <c:pt idx="24281">
                  <c:v>6.9153900000000004</c:v>
                </c:pt>
                <c:pt idx="24282">
                  <c:v>6.9156899999999997</c:v>
                </c:pt>
                <c:pt idx="24283">
                  <c:v>6.9160000000000004</c:v>
                </c:pt>
                <c:pt idx="24284">
                  <c:v>6.9163100000000002</c:v>
                </c:pt>
                <c:pt idx="24285">
                  <c:v>6.9166100000000004</c:v>
                </c:pt>
                <c:pt idx="24286">
                  <c:v>6.9169200000000002</c:v>
                </c:pt>
                <c:pt idx="24287">
                  <c:v>6.9172200000000004</c:v>
                </c:pt>
                <c:pt idx="24288">
                  <c:v>6.9175300000000002</c:v>
                </c:pt>
                <c:pt idx="24289">
                  <c:v>6.9178300000000004</c:v>
                </c:pt>
                <c:pt idx="24290">
                  <c:v>6.9181400000000002</c:v>
                </c:pt>
                <c:pt idx="24291">
                  <c:v>6.9184400000000004</c:v>
                </c:pt>
                <c:pt idx="24292">
                  <c:v>6.9187500000000002</c:v>
                </c:pt>
                <c:pt idx="24293">
                  <c:v>6.9190500000000004</c:v>
                </c:pt>
                <c:pt idx="24294">
                  <c:v>6.9193600000000002</c:v>
                </c:pt>
                <c:pt idx="24295">
                  <c:v>6.9196600000000004</c:v>
                </c:pt>
                <c:pt idx="24296">
                  <c:v>6.9199700000000002</c:v>
                </c:pt>
                <c:pt idx="24297">
                  <c:v>6.92028</c:v>
                </c:pt>
                <c:pt idx="24298">
                  <c:v>6.9205800000000002</c:v>
                </c:pt>
                <c:pt idx="24299">
                  <c:v>6.92089</c:v>
                </c:pt>
                <c:pt idx="24300">
                  <c:v>6.9211900000000002</c:v>
                </c:pt>
                <c:pt idx="24301">
                  <c:v>6.9215</c:v>
                </c:pt>
                <c:pt idx="24302">
                  <c:v>6.9218000000000002</c:v>
                </c:pt>
                <c:pt idx="24303">
                  <c:v>6.92211</c:v>
                </c:pt>
                <c:pt idx="24304">
                  <c:v>6.9224100000000002</c:v>
                </c:pt>
                <c:pt idx="24305">
                  <c:v>6.92272</c:v>
                </c:pt>
                <c:pt idx="24306">
                  <c:v>6.9230200000000002</c:v>
                </c:pt>
                <c:pt idx="24307">
                  <c:v>6.92333</c:v>
                </c:pt>
                <c:pt idx="24308">
                  <c:v>6.9236300000000002</c:v>
                </c:pt>
                <c:pt idx="24309">
                  <c:v>6.92394</c:v>
                </c:pt>
                <c:pt idx="24310">
                  <c:v>6.9242499999999998</c:v>
                </c:pt>
                <c:pt idx="24311">
                  <c:v>6.92455</c:v>
                </c:pt>
                <c:pt idx="24312">
                  <c:v>6.9248599999999998</c:v>
                </c:pt>
                <c:pt idx="24313">
                  <c:v>6.92516</c:v>
                </c:pt>
                <c:pt idx="24314">
                  <c:v>6.9254699999999998</c:v>
                </c:pt>
                <c:pt idx="24315">
                  <c:v>6.92577</c:v>
                </c:pt>
                <c:pt idx="24316">
                  <c:v>6.9260799999999998</c:v>
                </c:pt>
                <c:pt idx="24317">
                  <c:v>6.92638</c:v>
                </c:pt>
                <c:pt idx="24318">
                  <c:v>6.9266899999999998</c:v>
                </c:pt>
                <c:pt idx="24319">
                  <c:v>6.92699</c:v>
                </c:pt>
                <c:pt idx="24320">
                  <c:v>6.9272999999999998</c:v>
                </c:pt>
                <c:pt idx="24321">
                  <c:v>6.9276099999999996</c:v>
                </c:pt>
                <c:pt idx="24322">
                  <c:v>6.9279099999999998</c:v>
                </c:pt>
                <c:pt idx="24323">
                  <c:v>6.9282199999999996</c:v>
                </c:pt>
                <c:pt idx="24324">
                  <c:v>6.9285199999999998</c:v>
                </c:pt>
                <c:pt idx="24325">
                  <c:v>6.9288299999999996</c:v>
                </c:pt>
                <c:pt idx="24326">
                  <c:v>6.9291299999999998</c:v>
                </c:pt>
                <c:pt idx="24327">
                  <c:v>6.9294399999999996</c:v>
                </c:pt>
                <c:pt idx="24328">
                  <c:v>6.9297399999999998</c:v>
                </c:pt>
                <c:pt idx="24329">
                  <c:v>6.9300499999999996</c:v>
                </c:pt>
                <c:pt idx="24330">
                  <c:v>6.9303499999999998</c:v>
                </c:pt>
                <c:pt idx="24331">
                  <c:v>6.9306599999999996</c:v>
                </c:pt>
                <c:pt idx="24332">
                  <c:v>6.9309599999999998</c:v>
                </c:pt>
                <c:pt idx="24333">
                  <c:v>6.9312699999999996</c:v>
                </c:pt>
                <c:pt idx="24334">
                  <c:v>6.9315800000000003</c:v>
                </c:pt>
                <c:pt idx="24335">
                  <c:v>6.9318799999999996</c:v>
                </c:pt>
                <c:pt idx="24336">
                  <c:v>6.9321900000000003</c:v>
                </c:pt>
                <c:pt idx="24337">
                  <c:v>6.9324899999999996</c:v>
                </c:pt>
                <c:pt idx="24338">
                  <c:v>6.9328000000000003</c:v>
                </c:pt>
                <c:pt idx="24339">
                  <c:v>6.9330999999999996</c:v>
                </c:pt>
                <c:pt idx="24340">
                  <c:v>6.9334100000000003</c:v>
                </c:pt>
                <c:pt idx="24341">
                  <c:v>6.9337099999999996</c:v>
                </c:pt>
                <c:pt idx="24342">
                  <c:v>6.9340200000000003</c:v>
                </c:pt>
                <c:pt idx="24343">
                  <c:v>6.9343199999999996</c:v>
                </c:pt>
                <c:pt idx="24344">
                  <c:v>6.9346300000000003</c:v>
                </c:pt>
                <c:pt idx="24345">
                  <c:v>6.9349299999999996</c:v>
                </c:pt>
                <c:pt idx="24346">
                  <c:v>6.9352400000000003</c:v>
                </c:pt>
                <c:pt idx="24347">
                  <c:v>6.9355500000000001</c:v>
                </c:pt>
                <c:pt idx="24348">
                  <c:v>6.9358500000000003</c:v>
                </c:pt>
                <c:pt idx="24349">
                  <c:v>6.9361600000000001</c:v>
                </c:pt>
                <c:pt idx="24350">
                  <c:v>6.9364600000000003</c:v>
                </c:pt>
                <c:pt idx="24351">
                  <c:v>6.9367700000000001</c:v>
                </c:pt>
                <c:pt idx="24352">
                  <c:v>6.9370700000000003</c:v>
                </c:pt>
                <c:pt idx="24353">
                  <c:v>6.9373800000000001</c:v>
                </c:pt>
                <c:pt idx="24354">
                  <c:v>6.9376800000000003</c:v>
                </c:pt>
                <c:pt idx="24355">
                  <c:v>6.9379900000000001</c:v>
                </c:pt>
                <c:pt idx="24356">
                  <c:v>6.9382900000000003</c:v>
                </c:pt>
                <c:pt idx="24357">
                  <c:v>6.9386000000000001</c:v>
                </c:pt>
                <c:pt idx="24358">
                  <c:v>6.9389000000000003</c:v>
                </c:pt>
                <c:pt idx="24359">
                  <c:v>6.9392100000000001</c:v>
                </c:pt>
                <c:pt idx="24360">
                  <c:v>6.9395199999999999</c:v>
                </c:pt>
                <c:pt idx="24361">
                  <c:v>6.9398200000000001</c:v>
                </c:pt>
                <c:pt idx="24362">
                  <c:v>6.9401299999999999</c:v>
                </c:pt>
                <c:pt idx="24363">
                  <c:v>6.9404300000000001</c:v>
                </c:pt>
                <c:pt idx="24364">
                  <c:v>6.9407399999999999</c:v>
                </c:pt>
                <c:pt idx="24365">
                  <c:v>6.9410400000000001</c:v>
                </c:pt>
                <c:pt idx="24366">
                  <c:v>6.9413499999999999</c:v>
                </c:pt>
                <c:pt idx="24367">
                  <c:v>6.9416500000000001</c:v>
                </c:pt>
                <c:pt idx="24368">
                  <c:v>6.9419599999999999</c:v>
                </c:pt>
                <c:pt idx="24369">
                  <c:v>6.9422600000000001</c:v>
                </c:pt>
                <c:pt idx="24370">
                  <c:v>6.9425699999999999</c:v>
                </c:pt>
                <c:pt idx="24371">
                  <c:v>6.9428700000000001</c:v>
                </c:pt>
                <c:pt idx="24372">
                  <c:v>6.9431799999999999</c:v>
                </c:pt>
                <c:pt idx="24373">
                  <c:v>6.9434899999999997</c:v>
                </c:pt>
                <c:pt idx="24374">
                  <c:v>6.9437899999999999</c:v>
                </c:pt>
                <c:pt idx="24375">
                  <c:v>6.9440999999999997</c:v>
                </c:pt>
                <c:pt idx="24376">
                  <c:v>6.9443999999999999</c:v>
                </c:pt>
                <c:pt idx="24377">
                  <c:v>6.9447099999999997</c:v>
                </c:pt>
                <c:pt idx="24378">
                  <c:v>6.9450099999999999</c:v>
                </c:pt>
                <c:pt idx="24379">
                  <c:v>6.9453199999999997</c:v>
                </c:pt>
                <c:pt idx="24380">
                  <c:v>6.9456199999999999</c:v>
                </c:pt>
                <c:pt idx="24381">
                  <c:v>6.9459299999999997</c:v>
                </c:pt>
                <c:pt idx="24382">
                  <c:v>6.9462299999999999</c:v>
                </c:pt>
                <c:pt idx="24383">
                  <c:v>6.9465399999999997</c:v>
                </c:pt>
                <c:pt idx="24384">
                  <c:v>6.9468500000000004</c:v>
                </c:pt>
                <c:pt idx="24385">
                  <c:v>6.9471499999999997</c:v>
                </c:pt>
                <c:pt idx="24386">
                  <c:v>6.9474600000000004</c:v>
                </c:pt>
                <c:pt idx="24387">
                  <c:v>6.9477599999999997</c:v>
                </c:pt>
                <c:pt idx="24388">
                  <c:v>6.9480700000000004</c:v>
                </c:pt>
                <c:pt idx="24389">
                  <c:v>6.9483699999999997</c:v>
                </c:pt>
                <c:pt idx="24390">
                  <c:v>6.9486800000000004</c:v>
                </c:pt>
                <c:pt idx="24391">
                  <c:v>6.9489799999999997</c:v>
                </c:pt>
                <c:pt idx="24392">
                  <c:v>6.9492900000000004</c:v>
                </c:pt>
                <c:pt idx="24393">
                  <c:v>6.9495899999999997</c:v>
                </c:pt>
                <c:pt idx="24394">
                  <c:v>6.9499000000000004</c:v>
                </c:pt>
                <c:pt idx="24395">
                  <c:v>6.9501999999999997</c:v>
                </c:pt>
                <c:pt idx="24396">
                  <c:v>6.9505100000000004</c:v>
                </c:pt>
                <c:pt idx="24397">
                  <c:v>6.9508200000000002</c:v>
                </c:pt>
                <c:pt idx="24398">
                  <c:v>6.9511200000000004</c:v>
                </c:pt>
                <c:pt idx="24399">
                  <c:v>6.9514300000000002</c:v>
                </c:pt>
                <c:pt idx="24400">
                  <c:v>6.9517300000000004</c:v>
                </c:pt>
                <c:pt idx="24401">
                  <c:v>6.9520400000000002</c:v>
                </c:pt>
                <c:pt idx="24402">
                  <c:v>6.9523400000000004</c:v>
                </c:pt>
                <c:pt idx="24403">
                  <c:v>6.9526500000000002</c:v>
                </c:pt>
                <c:pt idx="24404">
                  <c:v>6.9529500000000004</c:v>
                </c:pt>
                <c:pt idx="24405">
                  <c:v>6.9532600000000002</c:v>
                </c:pt>
                <c:pt idx="24406">
                  <c:v>6.9535600000000004</c:v>
                </c:pt>
                <c:pt idx="24407">
                  <c:v>6.9538700000000002</c:v>
                </c:pt>
                <c:pt idx="24408">
                  <c:v>6.9541700000000004</c:v>
                </c:pt>
                <c:pt idx="24409">
                  <c:v>6.9544800000000002</c:v>
                </c:pt>
                <c:pt idx="24410">
                  <c:v>6.95479</c:v>
                </c:pt>
                <c:pt idx="24411">
                  <c:v>6.9550900000000002</c:v>
                </c:pt>
                <c:pt idx="24412">
                  <c:v>6.9554</c:v>
                </c:pt>
                <c:pt idx="24413">
                  <c:v>6.9557000000000002</c:v>
                </c:pt>
                <c:pt idx="24414">
                  <c:v>6.95601</c:v>
                </c:pt>
                <c:pt idx="24415">
                  <c:v>6.9563100000000002</c:v>
                </c:pt>
                <c:pt idx="24416">
                  <c:v>6.95662</c:v>
                </c:pt>
                <c:pt idx="24417">
                  <c:v>6.9569200000000002</c:v>
                </c:pt>
                <c:pt idx="24418">
                  <c:v>6.95723</c:v>
                </c:pt>
                <c:pt idx="24419">
                  <c:v>6.9575300000000002</c:v>
                </c:pt>
                <c:pt idx="24420">
                  <c:v>6.95784</c:v>
                </c:pt>
                <c:pt idx="24421">
                  <c:v>6.9581400000000002</c:v>
                </c:pt>
                <c:pt idx="24422">
                  <c:v>6.95845</c:v>
                </c:pt>
                <c:pt idx="24423">
                  <c:v>6.9587599999999998</c:v>
                </c:pt>
                <c:pt idx="24424">
                  <c:v>6.95906</c:v>
                </c:pt>
                <c:pt idx="24425">
                  <c:v>6.9593699999999998</c:v>
                </c:pt>
                <c:pt idx="24426">
                  <c:v>6.95967</c:v>
                </c:pt>
                <c:pt idx="24427">
                  <c:v>6.9599799999999998</c:v>
                </c:pt>
                <c:pt idx="24428">
                  <c:v>6.96028</c:v>
                </c:pt>
                <c:pt idx="24429">
                  <c:v>6.9605899999999998</c:v>
                </c:pt>
                <c:pt idx="24430">
                  <c:v>6.96089</c:v>
                </c:pt>
                <c:pt idx="24431">
                  <c:v>6.9611999999999998</c:v>
                </c:pt>
                <c:pt idx="24432">
                  <c:v>6.9615</c:v>
                </c:pt>
                <c:pt idx="24433">
                  <c:v>6.9618099999999998</c:v>
                </c:pt>
                <c:pt idx="24434">
                  <c:v>6.96211</c:v>
                </c:pt>
                <c:pt idx="24435">
                  <c:v>6.9624199999999998</c:v>
                </c:pt>
                <c:pt idx="24436">
                  <c:v>6.9627299999999996</c:v>
                </c:pt>
                <c:pt idx="24437">
                  <c:v>6.9630299999999998</c:v>
                </c:pt>
                <c:pt idx="24438">
                  <c:v>6.9633399999999996</c:v>
                </c:pt>
                <c:pt idx="24439">
                  <c:v>6.9636399999999998</c:v>
                </c:pt>
                <c:pt idx="24440">
                  <c:v>6.9639499999999996</c:v>
                </c:pt>
                <c:pt idx="24441">
                  <c:v>6.9642499999999998</c:v>
                </c:pt>
                <c:pt idx="24442">
                  <c:v>6.9645599999999996</c:v>
                </c:pt>
                <c:pt idx="24443">
                  <c:v>6.9648599999999998</c:v>
                </c:pt>
                <c:pt idx="24444">
                  <c:v>6.9651699999999996</c:v>
                </c:pt>
                <c:pt idx="24445">
                  <c:v>6.9654699999999998</c:v>
                </c:pt>
                <c:pt idx="24446">
                  <c:v>6.9657799999999996</c:v>
                </c:pt>
                <c:pt idx="24447">
                  <c:v>6.9660900000000003</c:v>
                </c:pt>
                <c:pt idx="24448">
                  <c:v>6.9663899999999996</c:v>
                </c:pt>
                <c:pt idx="24449">
                  <c:v>6.9667000000000003</c:v>
                </c:pt>
                <c:pt idx="24450">
                  <c:v>6.9669999999999996</c:v>
                </c:pt>
                <c:pt idx="24451">
                  <c:v>6.9673100000000003</c:v>
                </c:pt>
                <c:pt idx="24452">
                  <c:v>6.9676099999999996</c:v>
                </c:pt>
                <c:pt idx="24453">
                  <c:v>6.9679200000000003</c:v>
                </c:pt>
                <c:pt idx="24454">
                  <c:v>6.9682199999999996</c:v>
                </c:pt>
                <c:pt idx="24455">
                  <c:v>6.9685300000000003</c:v>
                </c:pt>
                <c:pt idx="24456">
                  <c:v>6.9688299999999996</c:v>
                </c:pt>
                <c:pt idx="24457">
                  <c:v>6.9691400000000003</c:v>
                </c:pt>
                <c:pt idx="24458">
                  <c:v>6.9694399999999996</c:v>
                </c:pt>
                <c:pt idx="24459">
                  <c:v>6.9697500000000003</c:v>
                </c:pt>
                <c:pt idx="24460">
                  <c:v>6.9700600000000001</c:v>
                </c:pt>
                <c:pt idx="24461">
                  <c:v>6.9703600000000003</c:v>
                </c:pt>
                <c:pt idx="24462">
                  <c:v>6.9706700000000001</c:v>
                </c:pt>
                <c:pt idx="24463">
                  <c:v>6.9709700000000003</c:v>
                </c:pt>
                <c:pt idx="24464">
                  <c:v>6.9712800000000001</c:v>
                </c:pt>
                <c:pt idx="24465">
                  <c:v>6.9715800000000003</c:v>
                </c:pt>
                <c:pt idx="24466">
                  <c:v>6.9718900000000001</c:v>
                </c:pt>
                <c:pt idx="24467">
                  <c:v>6.9721900000000003</c:v>
                </c:pt>
                <c:pt idx="24468">
                  <c:v>6.9725000000000001</c:v>
                </c:pt>
                <c:pt idx="24469">
                  <c:v>6.9728000000000003</c:v>
                </c:pt>
                <c:pt idx="24470">
                  <c:v>6.9731100000000001</c:v>
                </c:pt>
                <c:pt idx="24471">
                  <c:v>6.9734100000000003</c:v>
                </c:pt>
                <c:pt idx="24472">
                  <c:v>6.9737200000000001</c:v>
                </c:pt>
                <c:pt idx="24473">
                  <c:v>6.97403</c:v>
                </c:pt>
                <c:pt idx="24474">
                  <c:v>6.9743300000000001</c:v>
                </c:pt>
                <c:pt idx="24475">
                  <c:v>6.97464</c:v>
                </c:pt>
                <c:pt idx="24476">
                  <c:v>6.9749400000000001</c:v>
                </c:pt>
                <c:pt idx="24477">
                  <c:v>6.97525</c:v>
                </c:pt>
                <c:pt idx="24478">
                  <c:v>6.9755500000000001</c:v>
                </c:pt>
                <c:pt idx="24479">
                  <c:v>6.9758599999999999</c:v>
                </c:pt>
                <c:pt idx="24480">
                  <c:v>6.9761600000000001</c:v>
                </c:pt>
                <c:pt idx="24481">
                  <c:v>6.9764699999999999</c:v>
                </c:pt>
                <c:pt idx="24482">
                  <c:v>6.9767700000000001</c:v>
                </c:pt>
                <c:pt idx="24483">
                  <c:v>6.9770799999999999</c:v>
                </c:pt>
                <c:pt idx="24484">
                  <c:v>6.9773800000000001</c:v>
                </c:pt>
                <c:pt idx="24485">
                  <c:v>6.9776899999999999</c:v>
                </c:pt>
                <c:pt idx="24486">
                  <c:v>6.9779999999999998</c:v>
                </c:pt>
                <c:pt idx="24487">
                  <c:v>6.9782999999999999</c:v>
                </c:pt>
                <c:pt idx="24488">
                  <c:v>6.9786099999999998</c:v>
                </c:pt>
                <c:pt idx="24489">
                  <c:v>6.9789099999999999</c:v>
                </c:pt>
                <c:pt idx="24490">
                  <c:v>6.9792199999999998</c:v>
                </c:pt>
                <c:pt idx="24491">
                  <c:v>6.9795199999999999</c:v>
                </c:pt>
                <c:pt idx="24492">
                  <c:v>6.9798299999999998</c:v>
                </c:pt>
                <c:pt idx="24493">
                  <c:v>6.9801299999999999</c:v>
                </c:pt>
                <c:pt idx="24494">
                  <c:v>6.9804399999999998</c:v>
                </c:pt>
                <c:pt idx="24495">
                  <c:v>6.9807399999999999</c:v>
                </c:pt>
                <c:pt idx="24496">
                  <c:v>6.9810499999999998</c:v>
                </c:pt>
                <c:pt idx="24497">
                  <c:v>6.9813599999999996</c:v>
                </c:pt>
                <c:pt idx="24498">
                  <c:v>6.9816599999999998</c:v>
                </c:pt>
                <c:pt idx="24499">
                  <c:v>6.9819699999999996</c:v>
                </c:pt>
                <c:pt idx="24500">
                  <c:v>6.9822699999999998</c:v>
                </c:pt>
                <c:pt idx="24501">
                  <c:v>6.9825799999999996</c:v>
                </c:pt>
                <c:pt idx="24502">
                  <c:v>6.9828799999999998</c:v>
                </c:pt>
                <c:pt idx="24503">
                  <c:v>6.9831899999999996</c:v>
                </c:pt>
                <c:pt idx="24504">
                  <c:v>6.9834899999999998</c:v>
                </c:pt>
                <c:pt idx="24505">
                  <c:v>6.9837999999999996</c:v>
                </c:pt>
                <c:pt idx="24506">
                  <c:v>6.9840999999999998</c:v>
                </c:pt>
                <c:pt idx="24507">
                  <c:v>6.9844099999999996</c:v>
                </c:pt>
                <c:pt idx="24508">
                  <c:v>6.9847099999999998</c:v>
                </c:pt>
                <c:pt idx="24509">
                  <c:v>6.9850199999999996</c:v>
                </c:pt>
                <c:pt idx="24510">
                  <c:v>6.9853300000000003</c:v>
                </c:pt>
                <c:pt idx="24511">
                  <c:v>6.9856299999999996</c:v>
                </c:pt>
                <c:pt idx="24512">
                  <c:v>6.9859400000000003</c:v>
                </c:pt>
                <c:pt idx="24513">
                  <c:v>6.9862399999999996</c:v>
                </c:pt>
                <c:pt idx="24514">
                  <c:v>6.9865500000000003</c:v>
                </c:pt>
                <c:pt idx="24515">
                  <c:v>6.9868499999999996</c:v>
                </c:pt>
                <c:pt idx="24516">
                  <c:v>6.9871600000000003</c:v>
                </c:pt>
                <c:pt idx="24517">
                  <c:v>6.9874599999999996</c:v>
                </c:pt>
                <c:pt idx="24518">
                  <c:v>6.9877700000000003</c:v>
                </c:pt>
                <c:pt idx="24519">
                  <c:v>6.9880699999999996</c:v>
                </c:pt>
                <c:pt idx="24520">
                  <c:v>6.9883800000000003</c:v>
                </c:pt>
                <c:pt idx="24521">
                  <c:v>6.9886799999999996</c:v>
                </c:pt>
                <c:pt idx="24522">
                  <c:v>6.9889900000000003</c:v>
                </c:pt>
                <c:pt idx="24523">
                  <c:v>6.9893000000000001</c:v>
                </c:pt>
                <c:pt idx="24524">
                  <c:v>6.9896000000000003</c:v>
                </c:pt>
                <c:pt idx="24525">
                  <c:v>6.9899100000000001</c:v>
                </c:pt>
                <c:pt idx="24526">
                  <c:v>6.9902100000000003</c:v>
                </c:pt>
                <c:pt idx="24527">
                  <c:v>6.9905200000000001</c:v>
                </c:pt>
                <c:pt idx="24528">
                  <c:v>6.9908200000000003</c:v>
                </c:pt>
                <c:pt idx="24529">
                  <c:v>6.9911300000000001</c:v>
                </c:pt>
                <c:pt idx="24530">
                  <c:v>6.9914300000000003</c:v>
                </c:pt>
                <c:pt idx="24531">
                  <c:v>6.9917400000000001</c:v>
                </c:pt>
                <c:pt idx="24532">
                  <c:v>6.9920400000000003</c:v>
                </c:pt>
                <c:pt idx="24533">
                  <c:v>6.9923500000000001</c:v>
                </c:pt>
                <c:pt idx="24534">
                  <c:v>6.9926500000000003</c:v>
                </c:pt>
                <c:pt idx="24535">
                  <c:v>6.9929600000000001</c:v>
                </c:pt>
                <c:pt idx="24536">
                  <c:v>6.9932699999999999</c:v>
                </c:pt>
                <c:pt idx="24537">
                  <c:v>6.9935700000000001</c:v>
                </c:pt>
                <c:pt idx="24538">
                  <c:v>6.9938799999999999</c:v>
                </c:pt>
                <c:pt idx="24539">
                  <c:v>6.9941800000000001</c:v>
                </c:pt>
                <c:pt idx="24540">
                  <c:v>6.9944899999999999</c:v>
                </c:pt>
                <c:pt idx="24541">
                  <c:v>6.9947900000000001</c:v>
                </c:pt>
                <c:pt idx="24542">
                  <c:v>6.9950999999999999</c:v>
                </c:pt>
                <c:pt idx="24543">
                  <c:v>6.9954000000000001</c:v>
                </c:pt>
                <c:pt idx="24544">
                  <c:v>6.9957099999999999</c:v>
                </c:pt>
                <c:pt idx="24545">
                  <c:v>6.9960100000000001</c:v>
                </c:pt>
                <c:pt idx="24546">
                  <c:v>6.9963199999999999</c:v>
                </c:pt>
                <c:pt idx="24547">
                  <c:v>6.9966200000000001</c:v>
                </c:pt>
                <c:pt idx="24548">
                  <c:v>6.9969299999999999</c:v>
                </c:pt>
                <c:pt idx="24549">
                  <c:v>6.9972399999999997</c:v>
                </c:pt>
                <c:pt idx="24550">
                  <c:v>6.9975399999999999</c:v>
                </c:pt>
                <c:pt idx="24551">
                  <c:v>6.9978499999999997</c:v>
                </c:pt>
                <c:pt idx="24552">
                  <c:v>6.9981499999999999</c:v>
                </c:pt>
                <c:pt idx="24553">
                  <c:v>6.9984599999999997</c:v>
                </c:pt>
                <c:pt idx="24554">
                  <c:v>6.9987599999999999</c:v>
                </c:pt>
                <c:pt idx="24555">
                  <c:v>6.9990699999999997</c:v>
                </c:pt>
                <c:pt idx="24556">
                  <c:v>6.9993699999999999</c:v>
                </c:pt>
                <c:pt idx="24557">
                  <c:v>6.9996799999999997</c:v>
                </c:pt>
                <c:pt idx="24558">
                  <c:v>6.9999799999999999</c:v>
                </c:pt>
                <c:pt idx="24559">
                  <c:v>7.0002899999999997</c:v>
                </c:pt>
                <c:pt idx="24560">
                  <c:v>7.0006000000000004</c:v>
                </c:pt>
                <c:pt idx="24561">
                  <c:v>7.0008999999999997</c:v>
                </c:pt>
                <c:pt idx="24562">
                  <c:v>7.0012100000000004</c:v>
                </c:pt>
                <c:pt idx="24563">
                  <c:v>7.0015099999999997</c:v>
                </c:pt>
                <c:pt idx="24564">
                  <c:v>7.0018200000000004</c:v>
                </c:pt>
                <c:pt idx="24565">
                  <c:v>7.0021199999999997</c:v>
                </c:pt>
                <c:pt idx="24566">
                  <c:v>7.0024300000000004</c:v>
                </c:pt>
                <c:pt idx="24567">
                  <c:v>7.0027299999999997</c:v>
                </c:pt>
                <c:pt idx="24568">
                  <c:v>7.0030400000000004</c:v>
                </c:pt>
                <c:pt idx="24569">
                  <c:v>7.0033399999999997</c:v>
                </c:pt>
                <c:pt idx="24570">
                  <c:v>7.0036500000000004</c:v>
                </c:pt>
                <c:pt idx="24571">
                  <c:v>7.0039499999999997</c:v>
                </c:pt>
                <c:pt idx="24572">
                  <c:v>7.0042600000000004</c:v>
                </c:pt>
                <c:pt idx="24573">
                  <c:v>7.0045700000000002</c:v>
                </c:pt>
                <c:pt idx="24574">
                  <c:v>7.0048700000000004</c:v>
                </c:pt>
                <c:pt idx="24575">
                  <c:v>7.0051800000000002</c:v>
                </c:pt>
                <c:pt idx="24576">
                  <c:v>7.0054800000000004</c:v>
                </c:pt>
                <c:pt idx="24577">
                  <c:v>7.0057900000000002</c:v>
                </c:pt>
                <c:pt idx="24578">
                  <c:v>7.0060900000000004</c:v>
                </c:pt>
                <c:pt idx="24579">
                  <c:v>7.0064000000000002</c:v>
                </c:pt>
                <c:pt idx="24580">
                  <c:v>7.0067000000000004</c:v>
                </c:pt>
                <c:pt idx="24581">
                  <c:v>7.0070100000000002</c:v>
                </c:pt>
                <c:pt idx="24582">
                  <c:v>7.0073100000000004</c:v>
                </c:pt>
                <c:pt idx="24583">
                  <c:v>7.0076200000000002</c:v>
                </c:pt>
                <c:pt idx="24584">
                  <c:v>7.0079200000000004</c:v>
                </c:pt>
                <c:pt idx="24585">
                  <c:v>7.0082300000000002</c:v>
                </c:pt>
                <c:pt idx="24586">
                  <c:v>7.00854</c:v>
                </c:pt>
                <c:pt idx="24587">
                  <c:v>7.0088400000000002</c:v>
                </c:pt>
                <c:pt idx="24588">
                  <c:v>7.00915</c:v>
                </c:pt>
                <c:pt idx="24589">
                  <c:v>7.0094500000000002</c:v>
                </c:pt>
                <c:pt idx="24590">
                  <c:v>7.00976</c:v>
                </c:pt>
                <c:pt idx="24591">
                  <c:v>7.0100600000000002</c:v>
                </c:pt>
                <c:pt idx="24592">
                  <c:v>7.01037</c:v>
                </c:pt>
                <c:pt idx="24593">
                  <c:v>7.0106700000000002</c:v>
                </c:pt>
                <c:pt idx="24594">
                  <c:v>7.01098</c:v>
                </c:pt>
                <c:pt idx="24595">
                  <c:v>7.0112800000000002</c:v>
                </c:pt>
                <c:pt idx="24596">
                  <c:v>7.01159</c:v>
                </c:pt>
                <c:pt idx="24597">
                  <c:v>7.0118900000000002</c:v>
                </c:pt>
                <c:pt idx="24598">
                  <c:v>7.0122</c:v>
                </c:pt>
                <c:pt idx="24599">
                  <c:v>7.0125099999999998</c:v>
                </c:pt>
                <c:pt idx="24600">
                  <c:v>7.01281</c:v>
                </c:pt>
                <c:pt idx="24601">
                  <c:v>7.0131199999999998</c:v>
                </c:pt>
                <c:pt idx="24602">
                  <c:v>7.01342</c:v>
                </c:pt>
                <c:pt idx="24603">
                  <c:v>7.0137299999999998</c:v>
                </c:pt>
                <c:pt idx="24604">
                  <c:v>7.01403</c:v>
                </c:pt>
                <c:pt idx="24605">
                  <c:v>7.0143399999999998</c:v>
                </c:pt>
                <c:pt idx="24606">
                  <c:v>7.01464</c:v>
                </c:pt>
                <c:pt idx="24607">
                  <c:v>7.0149499999999998</c:v>
                </c:pt>
                <c:pt idx="24608">
                  <c:v>7.01525</c:v>
                </c:pt>
                <c:pt idx="24609">
                  <c:v>7.0155599999999998</c:v>
                </c:pt>
                <c:pt idx="24610">
                  <c:v>7.01586</c:v>
                </c:pt>
                <c:pt idx="24611">
                  <c:v>7.0161699999999998</c:v>
                </c:pt>
                <c:pt idx="24612">
                  <c:v>7.0164799999999996</c:v>
                </c:pt>
                <c:pt idx="24613">
                  <c:v>7.0167799999999998</c:v>
                </c:pt>
                <c:pt idx="24614">
                  <c:v>7.0170899999999996</c:v>
                </c:pt>
                <c:pt idx="24615">
                  <c:v>7.0173899999999998</c:v>
                </c:pt>
                <c:pt idx="24616">
                  <c:v>7.0176999999999996</c:v>
                </c:pt>
                <c:pt idx="24617">
                  <c:v>7.0179999999999998</c:v>
                </c:pt>
                <c:pt idx="24618">
                  <c:v>7.0183099999999996</c:v>
                </c:pt>
                <c:pt idx="24619">
                  <c:v>7.0186099999999998</c:v>
                </c:pt>
                <c:pt idx="24620">
                  <c:v>7.0189199999999996</c:v>
                </c:pt>
                <c:pt idx="24621">
                  <c:v>7.0192199999999998</c:v>
                </c:pt>
                <c:pt idx="24622">
                  <c:v>7.0195299999999996</c:v>
                </c:pt>
                <c:pt idx="24623">
                  <c:v>7.0198400000000003</c:v>
                </c:pt>
                <c:pt idx="24624">
                  <c:v>7.0201399999999996</c:v>
                </c:pt>
                <c:pt idx="24625">
                  <c:v>7.0204500000000003</c:v>
                </c:pt>
                <c:pt idx="24626">
                  <c:v>7.0207499999999996</c:v>
                </c:pt>
                <c:pt idx="24627">
                  <c:v>7.0210600000000003</c:v>
                </c:pt>
                <c:pt idx="24628">
                  <c:v>7.0213599999999996</c:v>
                </c:pt>
                <c:pt idx="24629">
                  <c:v>7.0216700000000003</c:v>
                </c:pt>
                <c:pt idx="24630">
                  <c:v>7.0219699999999996</c:v>
                </c:pt>
                <c:pt idx="24631">
                  <c:v>7.0222800000000003</c:v>
                </c:pt>
                <c:pt idx="24632">
                  <c:v>7.0225799999999996</c:v>
                </c:pt>
                <c:pt idx="24633">
                  <c:v>7.0228900000000003</c:v>
                </c:pt>
                <c:pt idx="24634">
                  <c:v>7.0231899999999996</c:v>
                </c:pt>
                <c:pt idx="24635">
                  <c:v>7.0235000000000003</c:v>
                </c:pt>
                <c:pt idx="24636">
                  <c:v>7.0238100000000001</c:v>
                </c:pt>
                <c:pt idx="24637">
                  <c:v>7.0241100000000003</c:v>
                </c:pt>
                <c:pt idx="24638">
                  <c:v>7.0244200000000001</c:v>
                </c:pt>
                <c:pt idx="24639">
                  <c:v>7.0247200000000003</c:v>
                </c:pt>
                <c:pt idx="24640">
                  <c:v>7.0250300000000001</c:v>
                </c:pt>
                <c:pt idx="24641">
                  <c:v>7.0253300000000003</c:v>
                </c:pt>
                <c:pt idx="24642">
                  <c:v>7.0256400000000001</c:v>
                </c:pt>
                <c:pt idx="24643">
                  <c:v>7.0259400000000003</c:v>
                </c:pt>
                <c:pt idx="24644">
                  <c:v>7.0262500000000001</c:v>
                </c:pt>
                <c:pt idx="24645">
                  <c:v>7.0265500000000003</c:v>
                </c:pt>
                <c:pt idx="24646">
                  <c:v>7.0268600000000001</c:v>
                </c:pt>
                <c:pt idx="24647">
                  <c:v>7.0271600000000003</c:v>
                </c:pt>
                <c:pt idx="24648">
                  <c:v>7.0274700000000001</c:v>
                </c:pt>
                <c:pt idx="24649">
                  <c:v>7.0277799999999999</c:v>
                </c:pt>
                <c:pt idx="24650">
                  <c:v>7.0280800000000001</c:v>
                </c:pt>
                <c:pt idx="24651">
                  <c:v>7.0283899999999999</c:v>
                </c:pt>
                <c:pt idx="24652">
                  <c:v>7.0286900000000001</c:v>
                </c:pt>
                <c:pt idx="24653">
                  <c:v>7.0289999999999999</c:v>
                </c:pt>
                <c:pt idx="24654">
                  <c:v>7.0293000000000001</c:v>
                </c:pt>
                <c:pt idx="24655">
                  <c:v>7.0296099999999999</c:v>
                </c:pt>
                <c:pt idx="24656">
                  <c:v>7.0299100000000001</c:v>
                </c:pt>
                <c:pt idx="24657">
                  <c:v>7.0302199999999999</c:v>
                </c:pt>
                <c:pt idx="24658">
                  <c:v>7.0305200000000001</c:v>
                </c:pt>
                <c:pt idx="24659">
                  <c:v>7.0308299999999999</c:v>
                </c:pt>
                <c:pt idx="24660">
                  <c:v>7.0311300000000001</c:v>
                </c:pt>
                <c:pt idx="24661">
                  <c:v>7.0314399999999999</c:v>
                </c:pt>
                <c:pt idx="24662">
                  <c:v>7.0317499999999997</c:v>
                </c:pt>
                <c:pt idx="24663">
                  <c:v>7.0320499999999999</c:v>
                </c:pt>
                <c:pt idx="24664">
                  <c:v>7.0323599999999997</c:v>
                </c:pt>
                <c:pt idx="24665">
                  <c:v>7.0326599999999999</c:v>
                </c:pt>
                <c:pt idx="24666">
                  <c:v>7.0329699999999997</c:v>
                </c:pt>
                <c:pt idx="24667">
                  <c:v>7.0332699999999999</c:v>
                </c:pt>
                <c:pt idx="24668">
                  <c:v>7.0335799999999997</c:v>
                </c:pt>
                <c:pt idx="24669">
                  <c:v>7.0338799999999999</c:v>
                </c:pt>
                <c:pt idx="24670">
                  <c:v>7.0341899999999997</c:v>
                </c:pt>
                <c:pt idx="24671">
                  <c:v>7.0344899999999999</c:v>
                </c:pt>
                <c:pt idx="24672">
                  <c:v>7.0347999999999997</c:v>
                </c:pt>
                <c:pt idx="24673">
                  <c:v>7.0351100000000004</c:v>
                </c:pt>
                <c:pt idx="24674">
                  <c:v>7.0354099999999997</c:v>
                </c:pt>
                <c:pt idx="24675">
                  <c:v>7.0357200000000004</c:v>
                </c:pt>
                <c:pt idx="24676">
                  <c:v>7.0360199999999997</c:v>
                </c:pt>
                <c:pt idx="24677">
                  <c:v>7.0363300000000004</c:v>
                </c:pt>
                <c:pt idx="24678">
                  <c:v>7.0366299999999997</c:v>
                </c:pt>
                <c:pt idx="24679">
                  <c:v>7.0369400000000004</c:v>
                </c:pt>
                <c:pt idx="24680">
                  <c:v>7.0372399999999997</c:v>
                </c:pt>
                <c:pt idx="24681">
                  <c:v>7.0375500000000004</c:v>
                </c:pt>
                <c:pt idx="24682">
                  <c:v>7.0378499999999997</c:v>
                </c:pt>
                <c:pt idx="24683">
                  <c:v>7.0381600000000004</c:v>
                </c:pt>
                <c:pt idx="24684">
                  <c:v>7.0384599999999997</c:v>
                </c:pt>
                <c:pt idx="24685">
                  <c:v>7.0387700000000004</c:v>
                </c:pt>
                <c:pt idx="24686">
                  <c:v>7.0390800000000002</c:v>
                </c:pt>
                <c:pt idx="24687">
                  <c:v>7.0393800000000004</c:v>
                </c:pt>
                <c:pt idx="24688">
                  <c:v>7.0396900000000002</c:v>
                </c:pt>
                <c:pt idx="24689">
                  <c:v>7.0399900000000004</c:v>
                </c:pt>
                <c:pt idx="24690">
                  <c:v>7.0403000000000002</c:v>
                </c:pt>
                <c:pt idx="24691">
                  <c:v>7.0406000000000004</c:v>
                </c:pt>
                <c:pt idx="24692">
                  <c:v>7.0409100000000002</c:v>
                </c:pt>
                <c:pt idx="24693">
                  <c:v>7.0412100000000004</c:v>
                </c:pt>
                <c:pt idx="24694">
                  <c:v>7.0415200000000002</c:v>
                </c:pt>
                <c:pt idx="24695">
                  <c:v>7.0418200000000004</c:v>
                </c:pt>
                <c:pt idx="24696">
                  <c:v>7.0421300000000002</c:v>
                </c:pt>
                <c:pt idx="24697">
                  <c:v>7.0424300000000004</c:v>
                </c:pt>
                <c:pt idx="24698">
                  <c:v>7.0427400000000002</c:v>
                </c:pt>
                <c:pt idx="24699">
                  <c:v>7.04305</c:v>
                </c:pt>
                <c:pt idx="24700">
                  <c:v>7.0433500000000002</c:v>
                </c:pt>
                <c:pt idx="24701">
                  <c:v>7.04366</c:v>
                </c:pt>
                <c:pt idx="24702">
                  <c:v>7.0439600000000002</c:v>
                </c:pt>
                <c:pt idx="24703">
                  <c:v>7.04427</c:v>
                </c:pt>
                <c:pt idx="24704">
                  <c:v>7.0445700000000002</c:v>
                </c:pt>
                <c:pt idx="24705">
                  <c:v>7.04488</c:v>
                </c:pt>
                <c:pt idx="24706">
                  <c:v>7.0451800000000002</c:v>
                </c:pt>
                <c:pt idx="24707">
                  <c:v>7.04549</c:v>
                </c:pt>
                <c:pt idx="24708">
                  <c:v>7.0457900000000002</c:v>
                </c:pt>
                <c:pt idx="24709">
                  <c:v>7.0461</c:v>
                </c:pt>
                <c:pt idx="24710">
                  <c:v>7.0464000000000002</c:v>
                </c:pt>
                <c:pt idx="24711">
                  <c:v>7.04671</c:v>
                </c:pt>
                <c:pt idx="24712">
                  <c:v>7.0470199999999998</c:v>
                </c:pt>
                <c:pt idx="24713">
                  <c:v>7.04732</c:v>
                </c:pt>
                <c:pt idx="24714">
                  <c:v>7.0476299999999998</c:v>
                </c:pt>
                <c:pt idx="24715">
                  <c:v>7.04793</c:v>
                </c:pt>
                <c:pt idx="24716">
                  <c:v>7.0482399999999998</c:v>
                </c:pt>
                <c:pt idx="24717">
                  <c:v>7.04854</c:v>
                </c:pt>
                <c:pt idx="24718">
                  <c:v>7.0488499999999998</c:v>
                </c:pt>
                <c:pt idx="24719">
                  <c:v>7.04915</c:v>
                </c:pt>
                <c:pt idx="24720">
                  <c:v>7.0494599999999998</c:v>
                </c:pt>
                <c:pt idx="24721">
                  <c:v>7.04976</c:v>
                </c:pt>
                <c:pt idx="24722">
                  <c:v>7.0500699999999998</c:v>
                </c:pt>
                <c:pt idx="24723">
                  <c:v>7.05037</c:v>
                </c:pt>
                <c:pt idx="24724">
                  <c:v>7.0506799999999998</c:v>
                </c:pt>
                <c:pt idx="24725">
                  <c:v>7.0509899999999996</c:v>
                </c:pt>
                <c:pt idx="24726">
                  <c:v>7.0512899999999998</c:v>
                </c:pt>
                <c:pt idx="24727">
                  <c:v>7.0515999999999996</c:v>
                </c:pt>
                <c:pt idx="24728">
                  <c:v>7.0518999999999998</c:v>
                </c:pt>
                <c:pt idx="24729">
                  <c:v>7.0522099999999996</c:v>
                </c:pt>
                <c:pt idx="24730">
                  <c:v>7.0525099999999998</c:v>
                </c:pt>
                <c:pt idx="24731">
                  <c:v>7.0528199999999996</c:v>
                </c:pt>
                <c:pt idx="24732">
                  <c:v>7.0531199999999998</c:v>
                </c:pt>
                <c:pt idx="24733">
                  <c:v>7.0534299999999996</c:v>
                </c:pt>
                <c:pt idx="24734">
                  <c:v>7.0537299999999998</c:v>
                </c:pt>
                <c:pt idx="24735">
                  <c:v>7.0540399999999996</c:v>
                </c:pt>
                <c:pt idx="24736">
                  <c:v>7.0543500000000003</c:v>
                </c:pt>
                <c:pt idx="24737">
                  <c:v>7.0546499999999996</c:v>
                </c:pt>
                <c:pt idx="24738">
                  <c:v>7.0549600000000003</c:v>
                </c:pt>
                <c:pt idx="24739">
                  <c:v>7.0552599999999996</c:v>
                </c:pt>
                <c:pt idx="24740">
                  <c:v>7.0555700000000003</c:v>
                </c:pt>
                <c:pt idx="24741">
                  <c:v>7.0558699999999996</c:v>
                </c:pt>
                <c:pt idx="24742">
                  <c:v>7.0561800000000003</c:v>
                </c:pt>
                <c:pt idx="24743">
                  <c:v>7.0564799999999996</c:v>
                </c:pt>
                <c:pt idx="24744">
                  <c:v>7.0567900000000003</c:v>
                </c:pt>
                <c:pt idx="24745">
                  <c:v>7.0570899999999996</c:v>
                </c:pt>
                <c:pt idx="24746">
                  <c:v>7.0574000000000003</c:v>
                </c:pt>
                <c:pt idx="24747">
                  <c:v>7.0576999999999996</c:v>
                </c:pt>
                <c:pt idx="24748">
                  <c:v>7.0580100000000003</c:v>
                </c:pt>
                <c:pt idx="24749">
                  <c:v>7.0583200000000001</c:v>
                </c:pt>
                <c:pt idx="24750">
                  <c:v>7.0586200000000003</c:v>
                </c:pt>
                <c:pt idx="24751">
                  <c:v>7.0589300000000001</c:v>
                </c:pt>
                <c:pt idx="24752">
                  <c:v>7.0592300000000003</c:v>
                </c:pt>
                <c:pt idx="24753">
                  <c:v>7.0595400000000001</c:v>
                </c:pt>
                <c:pt idx="24754">
                  <c:v>7.0598400000000003</c:v>
                </c:pt>
                <c:pt idx="24755">
                  <c:v>7.0601500000000001</c:v>
                </c:pt>
                <c:pt idx="24756">
                  <c:v>7.0604500000000003</c:v>
                </c:pt>
                <c:pt idx="24757">
                  <c:v>7.0607600000000001</c:v>
                </c:pt>
                <c:pt idx="24758">
                  <c:v>7.0610600000000003</c:v>
                </c:pt>
                <c:pt idx="24759">
                  <c:v>7.0613700000000001</c:v>
                </c:pt>
                <c:pt idx="24760">
                  <c:v>7.0616700000000003</c:v>
                </c:pt>
                <c:pt idx="24761">
                  <c:v>7.0619800000000001</c:v>
                </c:pt>
                <c:pt idx="24762">
                  <c:v>7.06229</c:v>
                </c:pt>
                <c:pt idx="24763">
                  <c:v>7.0625900000000001</c:v>
                </c:pt>
                <c:pt idx="24764">
                  <c:v>7.0629</c:v>
                </c:pt>
                <c:pt idx="24765">
                  <c:v>7.0632000000000001</c:v>
                </c:pt>
                <c:pt idx="24766">
                  <c:v>7.06351</c:v>
                </c:pt>
                <c:pt idx="24767">
                  <c:v>7.0638100000000001</c:v>
                </c:pt>
                <c:pt idx="24768">
                  <c:v>7.06412</c:v>
                </c:pt>
                <c:pt idx="24769">
                  <c:v>7.0644200000000001</c:v>
                </c:pt>
                <c:pt idx="24770">
                  <c:v>7.06473</c:v>
                </c:pt>
                <c:pt idx="24771">
                  <c:v>7.0650300000000001</c:v>
                </c:pt>
                <c:pt idx="24772">
                  <c:v>7.06534</c:v>
                </c:pt>
                <c:pt idx="24773">
                  <c:v>7.0656400000000001</c:v>
                </c:pt>
                <c:pt idx="24774">
                  <c:v>7.06595</c:v>
                </c:pt>
                <c:pt idx="24775">
                  <c:v>7.0662599999999998</c:v>
                </c:pt>
                <c:pt idx="24776">
                  <c:v>7.06656</c:v>
                </c:pt>
                <c:pt idx="24777">
                  <c:v>7.0668699999999998</c:v>
                </c:pt>
                <c:pt idx="24778">
                  <c:v>7.06717</c:v>
                </c:pt>
                <c:pt idx="24779">
                  <c:v>7.0674799999999998</c:v>
                </c:pt>
                <c:pt idx="24780">
                  <c:v>7.06778</c:v>
                </c:pt>
                <c:pt idx="24781">
                  <c:v>7.0680899999999998</c:v>
                </c:pt>
                <c:pt idx="24782">
                  <c:v>7.06839</c:v>
                </c:pt>
                <c:pt idx="24783">
                  <c:v>7.0686999999999998</c:v>
                </c:pt>
                <c:pt idx="24784">
                  <c:v>7.069</c:v>
                </c:pt>
                <c:pt idx="24785">
                  <c:v>7.0693099999999998</c:v>
                </c:pt>
                <c:pt idx="24786">
                  <c:v>7.0696099999999999</c:v>
                </c:pt>
                <c:pt idx="24787">
                  <c:v>7.0699199999999998</c:v>
                </c:pt>
                <c:pt idx="24788">
                  <c:v>7.0702299999999996</c:v>
                </c:pt>
                <c:pt idx="24789">
                  <c:v>7.0705299999999998</c:v>
                </c:pt>
                <c:pt idx="24790">
                  <c:v>7.0708399999999996</c:v>
                </c:pt>
                <c:pt idx="24791">
                  <c:v>7.0711399999999998</c:v>
                </c:pt>
                <c:pt idx="24792">
                  <c:v>7.0714499999999996</c:v>
                </c:pt>
                <c:pt idx="24793">
                  <c:v>7.0717499999999998</c:v>
                </c:pt>
                <c:pt idx="24794">
                  <c:v>7.0720599999999996</c:v>
                </c:pt>
                <c:pt idx="24795">
                  <c:v>7.0723599999999998</c:v>
                </c:pt>
                <c:pt idx="24796">
                  <c:v>7.0726699999999996</c:v>
                </c:pt>
                <c:pt idx="24797">
                  <c:v>7.0729699999999998</c:v>
                </c:pt>
                <c:pt idx="24798">
                  <c:v>7.0732799999999996</c:v>
                </c:pt>
                <c:pt idx="24799">
                  <c:v>7.0735900000000003</c:v>
                </c:pt>
                <c:pt idx="24800">
                  <c:v>7.0738899999999996</c:v>
                </c:pt>
                <c:pt idx="24801">
                  <c:v>7.0742000000000003</c:v>
                </c:pt>
                <c:pt idx="24802">
                  <c:v>7.0744999999999996</c:v>
                </c:pt>
                <c:pt idx="24803">
                  <c:v>7.0748100000000003</c:v>
                </c:pt>
                <c:pt idx="24804">
                  <c:v>7.0751099999999996</c:v>
                </c:pt>
                <c:pt idx="24805">
                  <c:v>7.0754200000000003</c:v>
                </c:pt>
                <c:pt idx="24806">
                  <c:v>7.0757199999999996</c:v>
                </c:pt>
                <c:pt idx="24807">
                  <c:v>7.0760300000000003</c:v>
                </c:pt>
                <c:pt idx="24808">
                  <c:v>7.0763299999999996</c:v>
                </c:pt>
                <c:pt idx="24809">
                  <c:v>7.0766400000000003</c:v>
                </c:pt>
                <c:pt idx="24810">
                  <c:v>7.0769399999999996</c:v>
                </c:pt>
                <c:pt idx="24811">
                  <c:v>7.0772500000000003</c:v>
                </c:pt>
                <c:pt idx="24812">
                  <c:v>7.0775600000000001</c:v>
                </c:pt>
                <c:pt idx="24813">
                  <c:v>7.0778600000000003</c:v>
                </c:pt>
                <c:pt idx="24814">
                  <c:v>7.0781700000000001</c:v>
                </c:pt>
                <c:pt idx="24815">
                  <c:v>7.0784700000000003</c:v>
                </c:pt>
                <c:pt idx="24816">
                  <c:v>7.0787800000000001</c:v>
                </c:pt>
                <c:pt idx="24817">
                  <c:v>7.0790800000000003</c:v>
                </c:pt>
                <c:pt idx="24818">
                  <c:v>7.0793900000000001</c:v>
                </c:pt>
                <c:pt idx="24819">
                  <c:v>7.0796900000000003</c:v>
                </c:pt>
                <c:pt idx="24820">
                  <c:v>7.08</c:v>
                </c:pt>
                <c:pt idx="24821">
                  <c:v>7.0803000000000003</c:v>
                </c:pt>
                <c:pt idx="24822">
                  <c:v>7.0806100000000001</c:v>
                </c:pt>
                <c:pt idx="24823">
                  <c:v>7.0809100000000003</c:v>
                </c:pt>
                <c:pt idx="24824">
                  <c:v>7.0812200000000001</c:v>
                </c:pt>
                <c:pt idx="24825">
                  <c:v>7.0815299999999999</c:v>
                </c:pt>
                <c:pt idx="24826">
                  <c:v>7.0818300000000001</c:v>
                </c:pt>
                <c:pt idx="24827">
                  <c:v>7.0821399999999999</c:v>
                </c:pt>
                <c:pt idx="24828">
                  <c:v>7.0824400000000001</c:v>
                </c:pt>
                <c:pt idx="24829">
                  <c:v>7.0827499999999999</c:v>
                </c:pt>
                <c:pt idx="24830">
                  <c:v>7.0830500000000001</c:v>
                </c:pt>
                <c:pt idx="24831">
                  <c:v>7.0833599999999999</c:v>
                </c:pt>
                <c:pt idx="24832">
                  <c:v>7.0836600000000001</c:v>
                </c:pt>
                <c:pt idx="24833">
                  <c:v>7.0839699999999999</c:v>
                </c:pt>
                <c:pt idx="24834">
                  <c:v>7.0842700000000001</c:v>
                </c:pt>
                <c:pt idx="24835">
                  <c:v>7.0845799999999999</c:v>
                </c:pt>
                <c:pt idx="24836">
                  <c:v>7.0848800000000001</c:v>
                </c:pt>
                <c:pt idx="24837">
                  <c:v>7.0851899999999999</c:v>
                </c:pt>
                <c:pt idx="24838">
                  <c:v>7.0854999999999997</c:v>
                </c:pt>
                <c:pt idx="24839">
                  <c:v>7.0857999999999999</c:v>
                </c:pt>
                <c:pt idx="24840">
                  <c:v>7.0861099999999997</c:v>
                </c:pt>
                <c:pt idx="24841">
                  <c:v>7.0864099999999999</c:v>
                </c:pt>
                <c:pt idx="24842">
                  <c:v>7.0867199999999997</c:v>
                </c:pt>
                <c:pt idx="24843">
                  <c:v>7.0870199999999999</c:v>
                </c:pt>
                <c:pt idx="24844">
                  <c:v>7.0873299999999997</c:v>
                </c:pt>
                <c:pt idx="24845">
                  <c:v>7.0876299999999999</c:v>
                </c:pt>
                <c:pt idx="24846">
                  <c:v>7.0879399999999997</c:v>
                </c:pt>
                <c:pt idx="24847">
                  <c:v>7.0882399999999999</c:v>
                </c:pt>
                <c:pt idx="24848">
                  <c:v>7.0885499999999997</c:v>
                </c:pt>
                <c:pt idx="24849">
                  <c:v>7.0888600000000004</c:v>
                </c:pt>
                <c:pt idx="24850">
                  <c:v>7.0891599999999997</c:v>
                </c:pt>
                <c:pt idx="24851">
                  <c:v>7.0894700000000004</c:v>
                </c:pt>
                <c:pt idx="24852">
                  <c:v>7.0897699999999997</c:v>
                </c:pt>
                <c:pt idx="24853">
                  <c:v>7.0900800000000004</c:v>
                </c:pt>
                <c:pt idx="24854">
                  <c:v>7.0903799999999997</c:v>
                </c:pt>
                <c:pt idx="24855">
                  <c:v>7.0906900000000004</c:v>
                </c:pt>
                <c:pt idx="24856">
                  <c:v>7.0909899999999997</c:v>
                </c:pt>
                <c:pt idx="24857">
                  <c:v>7.0913000000000004</c:v>
                </c:pt>
                <c:pt idx="24858">
                  <c:v>7.0915999999999997</c:v>
                </c:pt>
                <c:pt idx="24859">
                  <c:v>7.0919100000000004</c:v>
                </c:pt>
                <c:pt idx="24860">
                  <c:v>7.0922099999999997</c:v>
                </c:pt>
                <c:pt idx="24861">
                  <c:v>7.0925200000000004</c:v>
                </c:pt>
                <c:pt idx="24862">
                  <c:v>7.0928300000000002</c:v>
                </c:pt>
                <c:pt idx="24863">
                  <c:v>7.0931300000000004</c:v>
                </c:pt>
                <c:pt idx="24864">
                  <c:v>7.0934400000000002</c:v>
                </c:pt>
                <c:pt idx="24865">
                  <c:v>7.0937400000000004</c:v>
                </c:pt>
                <c:pt idx="24866">
                  <c:v>7.0940500000000002</c:v>
                </c:pt>
                <c:pt idx="24867">
                  <c:v>7.0943500000000004</c:v>
                </c:pt>
                <c:pt idx="24868">
                  <c:v>7.0946600000000002</c:v>
                </c:pt>
                <c:pt idx="24869">
                  <c:v>7.0949600000000004</c:v>
                </c:pt>
                <c:pt idx="24870">
                  <c:v>7.0952700000000002</c:v>
                </c:pt>
                <c:pt idx="24871">
                  <c:v>7.0955700000000004</c:v>
                </c:pt>
                <c:pt idx="24872">
                  <c:v>7.0958800000000002</c:v>
                </c:pt>
                <c:pt idx="24873">
                  <c:v>7.0961800000000004</c:v>
                </c:pt>
                <c:pt idx="24874">
                  <c:v>7.0964900000000002</c:v>
                </c:pt>
                <c:pt idx="24875">
                  <c:v>7.0968</c:v>
                </c:pt>
                <c:pt idx="24876">
                  <c:v>7.0971000000000002</c:v>
                </c:pt>
                <c:pt idx="24877">
                  <c:v>7.09741</c:v>
                </c:pt>
                <c:pt idx="24878">
                  <c:v>7.0977100000000002</c:v>
                </c:pt>
                <c:pt idx="24879">
                  <c:v>7.09802</c:v>
                </c:pt>
                <c:pt idx="24880">
                  <c:v>7.0983200000000002</c:v>
                </c:pt>
                <c:pt idx="24881">
                  <c:v>7.09863</c:v>
                </c:pt>
                <c:pt idx="24882">
                  <c:v>7.0989300000000002</c:v>
                </c:pt>
                <c:pt idx="24883">
                  <c:v>7.09924</c:v>
                </c:pt>
                <c:pt idx="24884">
                  <c:v>7.0995400000000002</c:v>
                </c:pt>
                <c:pt idx="24885">
                  <c:v>7.09985</c:v>
                </c:pt>
                <c:pt idx="24886">
                  <c:v>7.1001500000000002</c:v>
                </c:pt>
                <c:pt idx="24887">
                  <c:v>7.10046</c:v>
                </c:pt>
                <c:pt idx="24888">
                  <c:v>7.1007699999999998</c:v>
                </c:pt>
                <c:pt idx="24889">
                  <c:v>7.10107</c:v>
                </c:pt>
                <c:pt idx="24890">
                  <c:v>7.1013799999999998</c:v>
                </c:pt>
                <c:pt idx="24891">
                  <c:v>7.10168</c:v>
                </c:pt>
                <c:pt idx="24892">
                  <c:v>7.1019899999999998</c:v>
                </c:pt>
                <c:pt idx="24893">
                  <c:v>7.10229</c:v>
                </c:pt>
                <c:pt idx="24894">
                  <c:v>7.1025999999999998</c:v>
                </c:pt>
                <c:pt idx="24895">
                  <c:v>7.1029</c:v>
                </c:pt>
                <c:pt idx="24896">
                  <c:v>7.1032099999999998</c:v>
                </c:pt>
                <c:pt idx="24897">
                  <c:v>7.10351</c:v>
                </c:pt>
                <c:pt idx="24898">
                  <c:v>7.1038199999999998</c:v>
                </c:pt>
                <c:pt idx="24899">
                  <c:v>7.10412</c:v>
                </c:pt>
                <c:pt idx="24900">
                  <c:v>7.1044299999999998</c:v>
                </c:pt>
                <c:pt idx="24901">
                  <c:v>7.1047399999999996</c:v>
                </c:pt>
                <c:pt idx="24902">
                  <c:v>7.1050399999999998</c:v>
                </c:pt>
                <c:pt idx="24903">
                  <c:v>7.1053499999999996</c:v>
                </c:pt>
                <c:pt idx="24904">
                  <c:v>7.1056499999999998</c:v>
                </c:pt>
                <c:pt idx="24905">
                  <c:v>7.1059599999999996</c:v>
                </c:pt>
                <c:pt idx="24906">
                  <c:v>7.1062599999999998</c:v>
                </c:pt>
                <c:pt idx="24907">
                  <c:v>7.1065699999999996</c:v>
                </c:pt>
                <c:pt idx="24908">
                  <c:v>7.1068699999999998</c:v>
                </c:pt>
                <c:pt idx="24909">
                  <c:v>7.1071799999999996</c:v>
                </c:pt>
                <c:pt idx="24910">
                  <c:v>7.1074799999999998</c:v>
                </c:pt>
                <c:pt idx="24911">
                  <c:v>7.1077899999999996</c:v>
                </c:pt>
                <c:pt idx="24912">
                  <c:v>7.1081000000000003</c:v>
                </c:pt>
                <c:pt idx="24913">
                  <c:v>7.1083999999999996</c:v>
                </c:pt>
                <c:pt idx="24914">
                  <c:v>7.1087100000000003</c:v>
                </c:pt>
                <c:pt idx="24915">
                  <c:v>7.1090099999999996</c:v>
                </c:pt>
                <c:pt idx="24916">
                  <c:v>7.1093200000000003</c:v>
                </c:pt>
                <c:pt idx="24917">
                  <c:v>7.1096199999999996</c:v>
                </c:pt>
                <c:pt idx="24918">
                  <c:v>7.1099300000000003</c:v>
                </c:pt>
                <c:pt idx="24919">
                  <c:v>7.1102299999999996</c:v>
                </c:pt>
                <c:pt idx="24920">
                  <c:v>7.1105400000000003</c:v>
                </c:pt>
                <c:pt idx="24921">
                  <c:v>7.1108399999999996</c:v>
                </c:pt>
                <c:pt idx="24922">
                  <c:v>7.1111500000000003</c:v>
                </c:pt>
                <c:pt idx="24923">
                  <c:v>7.1114499999999996</c:v>
                </c:pt>
                <c:pt idx="24924">
                  <c:v>7.1117600000000003</c:v>
                </c:pt>
                <c:pt idx="24925">
                  <c:v>7.1120700000000001</c:v>
                </c:pt>
                <c:pt idx="24926">
                  <c:v>7.1123700000000003</c:v>
                </c:pt>
                <c:pt idx="24927">
                  <c:v>7.1126800000000001</c:v>
                </c:pt>
                <c:pt idx="24928">
                  <c:v>7.1129800000000003</c:v>
                </c:pt>
                <c:pt idx="24929">
                  <c:v>7.1132900000000001</c:v>
                </c:pt>
                <c:pt idx="24930">
                  <c:v>7.1135900000000003</c:v>
                </c:pt>
                <c:pt idx="24931">
                  <c:v>7.1139000000000001</c:v>
                </c:pt>
                <c:pt idx="24932">
                  <c:v>7.1142000000000003</c:v>
                </c:pt>
                <c:pt idx="24933">
                  <c:v>7.1145100000000001</c:v>
                </c:pt>
                <c:pt idx="24934">
                  <c:v>7.1148100000000003</c:v>
                </c:pt>
                <c:pt idx="24935">
                  <c:v>7.1151200000000001</c:v>
                </c:pt>
                <c:pt idx="24936">
                  <c:v>7.1154200000000003</c:v>
                </c:pt>
                <c:pt idx="24937">
                  <c:v>7.1157300000000001</c:v>
                </c:pt>
                <c:pt idx="24938">
                  <c:v>7.1160399999999999</c:v>
                </c:pt>
                <c:pt idx="24939">
                  <c:v>7.1163400000000001</c:v>
                </c:pt>
                <c:pt idx="24940">
                  <c:v>7.1166499999999999</c:v>
                </c:pt>
                <c:pt idx="24941">
                  <c:v>7.1169500000000001</c:v>
                </c:pt>
                <c:pt idx="24942">
                  <c:v>7.1172599999999999</c:v>
                </c:pt>
                <c:pt idx="24943">
                  <c:v>7.1175600000000001</c:v>
                </c:pt>
                <c:pt idx="24944">
                  <c:v>7.1178699999999999</c:v>
                </c:pt>
                <c:pt idx="24945">
                  <c:v>7.1181700000000001</c:v>
                </c:pt>
                <c:pt idx="24946">
                  <c:v>7.1184799999999999</c:v>
                </c:pt>
                <c:pt idx="24947">
                  <c:v>7.1187800000000001</c:v>
                </c:pt>
                <c:pt idx="24948">
                  <c:v>7.1190899999999999</c:v>
                </c:pt>
                <c:pt idx="24949">
                  <c:v>7.1193900000000001</c:v>
                </c:pt>
                <c:pt idx="24950">
                  <c:v>7.1196999999999999</c:v>
                </c:pt>
                <c:pt idx="24951">
                  <c:v>7.1200099999999997</c:v>
                </c:pt>
                <c:pt idx="24952">
                  <c:v>7.1203099999999999</c:v>
                </c:pt>
                <c:pt idx="24953">
                  <c:v>7.1206199999999997</c:v>
                </c:pt>
                <c:pt idx="24954">
                  <c:v>7.1209199999999999</c:v>
                </c:pt>
                <c:pt idx="24955">
                  <c:v>7.1212299999999997</c:v>
                </c:pt>
                <c:pt idx="24956">
                  <c:v>7.1215299999999999</c:v>
                </c:pt>
                <c:pt idx="24957">
                  <c:v>7.1218399999999997</c:v>
                </c:pt>
                <c:pt idx="24958">
                  <c:v>7.1221399999999999</c:v>
                </c:pt>
                <c:pt idx="24959">
                  <c:v>7.1224499999999997</c:v>
                </c:pt>
                <c:pt idx="24960">
                  <c:v>7.1227499999999999</c:v>
                </c:pt>
                <c:pt idx="24961">
                  <c:v>7.1230599999999997</c:v>
                </c:pt>
                <c:pt idx="24962">
                  <c:v>7.1233599999999999</c:v>
                </c:pt>
                <c:pt idx="24963">
                  <c:v>7.1236699999999997</c:v>
                </c:pt>
                <c:pt idx="24964">
                  <c:v>7.1239800000000004</c:v>
                </c:pt>
                <c:pt idx="24965">
                  <c:v>7.1242799999999997</c:v>
                </c:pt>
                <c:pt idx="24966">
                  <c:v>7.1245900000000004</c:v>
                </c:pt>
                <c:pt idx="24967">
                  <c:v>7.1248899999999997</c:v>
                </c:pt>
                <c:pt idx="24968">
                  <c:v>7.1252000000000004</c:v>
                </c:pt>
                <c:pt idx="24969">
                  <c:v>7.1254999999999997</c:v>
                </c:pt>
                <c:pt idx="24970">
                  <c:v>7.1258100000000004</c:v>
                </c:pt>
                <c:pt idx="24971">
                  <c:v>7.1261099999999997</c:v>
                </c:pt>
                <c:pt idx="24972">
                  <c:v>7.1264200000000004</c:v>
                </c:pt>
                <c:pt idx="24973">
                  <c:v>7.1267199999999997</c:v>
                </c:pt>
                <c:pt idx="24974">
                  <c:v>7.1270300000000004</c:v>
                </c:pt>
                <c:pt idx="24975">
                  <c:v>7.1273400000000002</c:v>
                </c:pt>
                <c:pt idx="24976">
                  <c:v>7.1276400000000004</c:v>
                </c:pt>
                <c:pt idx="24977">
                  <c:v>7.1279500000000002</c:v>
                </c:pt>
                <c:pt idx="24978">
                  <c:v>7.1282500000000004</c:v>
                </c:pt>
                <c:pt idx="24979">
                  <c:v>7.1285600000000002</c:v>
                </c:pt>
                <c:pt idx="24980">
                  <c:v>7.1288600000000004</c:v>
                </c:pt>
                <c:pt idx="24981">
                  <c:v>7.1291700000000002</c:v>
                </c:pt>
                <c:pt idx="24982">
                  <c:v>7.1294700000000004</c:v>
                </c:pt>
                <c:pt idx="24983">
                  <c:v>7.1297800000000002</c:v>
                </c:pt>
                <c:pt idx="24984">
                  <c:v>7.1300800000000004</c:v>
                </c:pt>
                <c:pt idx="24985">
                  <c:v>7.1303900000000002</c:v>
                </c:pt>
                <c:pt idx="24986">
                  <c:v>7.1306900000000004</c:v>
                </c:pt>
                <c:pt idx="24987">
                  <c:v>7.1310000000000002</c:v>
                </c:pt>
                <c:pt idx="24988">
                  <c:v>7.13131</c:v>
                </c:pt>
                <c:pt idx="24989">
                  <c:v>7.1316100000000002</c:v>
                </c:pt>
                <c:pt idx="24990">
                  <c:v>7.13192</c:v>
                </c:pt>
                <c:pt idx="24991">
                  <c:v>7.1322200000000002</c:v>
                </c:pt>
                <c:pt idx="24992">
                  <c:v>7.13253</c:v>
                </c:pt>
                <c:pt idx="24993">
                  <c:v>7.1328300000000002</c:v>
                </c:pt>
                <c:pt idx="24994">
                  <c:v>7.13314</c:v>
                </c:pt>
                <c:pt idx="24995">
                  <c:v>7.1334400000000002</c:v>
                </c:pt>
                <c:pt idx="24996">
                  <c:v>7.13375</c:v>
                </c:pt>
                <c:pt idx="24997">
                  <c:v>7.1340500000000002</c:v>
                </c:pt>
                <c:pt idx="24998">
                  <c:v>7.13436</c:v>
                </c:pt>
                <c:pt idx="24999">
                  <c:v>7.1346600000000002</c:v>
                </c:pt>
                <c:pt idx="25000">
                  <c:v>7.13497</c:v>
                </c:pt>
                <c:pt idx="25001">
                  <c:v>7.1352799999999998</c:v>
                </c:pt>
                <c:pt idx="25002">
                  <c:v>7.13558</c:v>
                </c:pt>
                <c:pt idx="25003">
                  <c:v>7.1358899999999998</c:v>
                </c:pt>
                <c:pt idx="25004">
                  <c:v>7.13619</c:v>
                </c:pt>
                <c:pt idx="25005">
                  <c:v>7.1364999999999998</c:v>
                </c:pt>
                <c:pt idx="25006">
                  <c:v>7.1368</c:v>
                </c:pt>
                <c:pt idx="25007">
                  <c:v>7.1371099999999998</c:v>
                </c:pt>
                <c:pt idx="25008">
                  <c:v>7.13741</c:v>
                </c:pt>
                <c:pt idx="25009">
                  <c:v>7.1377199999999998</c:v>
                </c:pt>
                <c:pt idx="25010">
                  <c:v>7.13802</c:v>
                </c:pt>
                <c:pt idx="25011">
                  <c:v>7.1383299999999998</c:v>
                </c:pt>
                <c:pt idx="25012">
                  <c:v>7.13863</c:v>
                </c:pt>
                <c:pt idx="25013">
                  <c:v>7.1389399999999998</c:v>
                </c:pt>
                <c:pt idx="25014">
                  <c:v>7.1392499999999997</c:v>
                </c:pt>
                <c:pt idx="25015">
                  <c:v>7.1395499999999998</c:v>
                </c:pt>
                <c:pt idx="25016">
                  <c:v>7.1398599999999997</c:v>
                </c:pt>
                <c:pt idx="25017">
                  <c:v>7.1401599999999998</c:v>
                </c:pt>
                <c:pt idx="25018">
                  <c:v>7.1404699999999997</c:v>
                </c:pt>
                <c:pt idx="25019">
                  <c:v>7.1407699999999998</c:v>
                </c:pt>
                <c:pt idx="25020">
                  <c:v>7.1410799999999997</c:v>
                </c:pt>
                <c:pt idx="25021">
                  <c:v>7.1413799999999998</c:v>
                </c:pt>
                <c:pt idx="25022">
                  <c:v>7.1416899999999996</c:v>
                </c:pt>
                <c:pt idx="25023">
                  <c:v>7.1419899999999998</c:v>
                </c:pt>
                <c:pt idx="25024">
                  <c:v>7.1422999999999996</c:v>
                </c:pt>
                <c:pt idx="25025">
                  <c:v>7.1425999999999998</c:v>
                </c:pt>
                <c:pt idx="25026">
                  <c:v>7.1429099999999996</c:v>
                </c:pt>
                <c:pt idx="25027">
                  <c:v>7.1432200000000003</c:v>
                </c:pt>
                <c:pt idx="25028">
                  <c:v>7.1435199999999996</c:v>
                </c:pt>
                <c:pt idx="25029">
                  <c:v>7.1438300000000003</c:v>
                </c:pt>
                <c:pt idx="25030">
                  <c:v>7.1441299999999996</c:v>
                </c:pt>
                <c:pt idx="25031">
                  <c:v>7.1444400000000003</c:v>
                </c:pt>
                <c:pt idx="25032">
                  <c:v>7.1447399999999996</c:v>
                </c:pt>
                <c:pt idx="25033">
                  <c:v>7.1450500000000003</c:v>
                </c:pt>
                <c:pt idx="25034">
                  <c:v>7.1453499999999996</c:v>
                </c:pt>
                <c:pt idx="25035">
                  <c:v>7.1456600000000003</c:v>
                </c:pt>
                <c:pt idx="25036">
                  <c:v>7.1459599999999996</c:v>
                </c:pt>
                <c:pt idx="25037">
                  <c:v>7.1462700000000003</c:v>
                </c:pt>
                <c:pt idx="25038">
                  <c:v>7.1465800000000002</c:v>
                </c:pt>
                <c:pt idx="25039">
                  <c:v>7.1468800000000003</c:v>
                </c:pt>
                <c:pt idx="25040">
                  <c:v>7.1471900000000002</c:v>
                </c:pt>
                <c:pt idx="25041">
                  <c:v>7.1474900000000003</c:v>
                </c:pt>
                <c:pt idx="25042">
                  <c:v>7.1478000000000002</c:v>
                </c:pt>
                <c:pt idx="25043">
                  <c:v>7.1481000000000003</c:v>
                </c:pt>
                <c:pt idx="25044">
                  <c:v>7.1484100000000002</c:v>
                </c:pt>
                <c:pt idx="25045">
                  <c:v>7.1487100000000003</c:v>
                </c:pt>
                <c:pt idx="25046">
                  <c:v>7.1490200000000002</c:v>
                </c:pt>
                <c:pt idx="25047">
                  <c:v>7.1493200000000003</c:v>
                </c:pt>
                <c:pt idx="25048">
                  <c:v>7.1496300000000002</c:v>
                </c:pt>
                <c:pt idx="25049">
                  <c:v>7.1499300000000003</c:v>
                </c:pt>
                <c:pt idx="25050">
                  <c:v>7.1502400000000002</c:v>
                </c:pt>
                <c:pt idx="25051">
                  <c:v>7.15055</c:v>
                </c:pt>
                <c:pt idx="25052">
                  <c:v>7.1508500000000002</c:v>
                </c:pt>
                <c:pt idx="25053">
                  <c:v>7.15116</c:v>
                </c:pt>
                <c:pt idx="25054">
                  <c:v>7.1514600000000002</c:v>
                </c:pt>
                <c:pt idx="25055">
                  <c:v>7.15177</c:v>
                </c:pt>
                <c:pt idx="25056">
                  <c:v>7.1520700000000001</c:v>
                </c:pt>
                <c:pt idx="25057">
                  <c:v>7.15238</c:v>
                </c:pt>
                <c:pt idx="25058">
                  <c:v>7.1526800000000001</c:v>
                </c:pt>
                <c:pt idx="25059">
                  <c:v>7.15299</c:v>
                </c:pt>
                <c:pt idx="25060">
                  <c:v>7.1532900000000001</c:v>
                </c:pt>
                <c:pt idx="25061">
                  <c:v>7.1536</c:v>
                </c:pt>
                <c:pt idx="25062">
                  <c:v>7.1539000000000001</c:v>
                </c:pt>
                <c:pt idx="25063">
                  <c:v>7.15421</c:v>
                </c:pt>
                <c:pt idx="25064">
                  <c:v>7.1545199999999998</c:v>
                </c:pt>
                <c:pt idx="25065">
                  <c:v>7.15482</c:v>
                </c:pt>
                <c:pt idx="25066">
                  <c:v>7.1551299999999998</c:v>
                </c:pt>
                <c:pt idx="25067">
                  <c:v>7.15543</c:v>
                </c:pt>
                <c:pt idx="25068">
                  <c:v>7.1557399999999998</c:v>
                </c:pt>
                <c:pt idx="25069">
                  <c:v>7.15604</c:v>
                </c:pt>
                <c:pt idx="25070">
                  <c:v>7.1563499999999998</c:v>
                </c:pt>
                <c:pt idx="25071">
                  <c:v>7.15665</c:v>
                </c:pt>
                <c:pt idx="25072">
                  <c:v>7.1569599999999998</c:v>
                </c:pt>
                <c:pt idx="25073">
                  <c:v>7.15726</c:v>
                </c:pt>
                <c:pt idx="25074">
                  <c:v>7.1575699999999998</c:v>
                </c:pt>
                <c:pt idx="25075">
                  <c:v>7.15787</c:v>
                </c:pt>
                <c:pt idx="25076">
                  <c:v>7.1581799999999998</c:v>
                </c:pt>
                <c:pt idx="25077">
                  <c:v>7.1584899999999996</c:v>
                </c:pt>
                <c:pt idx="25078">
                  <c:v>7.1587899999999998</c:v>
                </c:pt>
                <c:pt idx="25079">
                  <c:v>7.1590999999999996</c:v>
                </c:pt>
                <c:pt idx="25080">
                  <c:v>7.1593999999999998</c:v>
                </c:pt>
                <c:pt idx="25081">
                  <c:v>7.1597099999999996</c:v>
                </c:pt>
                <c:pt idx="25082">
                  <c:v>7.1600099999999998</c:v>
                </c:pt>
                <c:pt idx="25083">
                  <c:v>7.1603199999999996</c:v>
                </c:pt>
                <c:pt idx="25084">
                  <c:v>7.1606199999999998</c:v>
                </c:pt>
                <c:pt idx="25085">
                  <c:v>7.1609299999999996</c:v>
                </c:pt>
                <c:pt idx="25086">
                  <c:v>7.1612299999999998</c:v>
                </c:pt>
                <c:pt idx="25087">
                  <c:v>7.1615399999999996</c:v>
                </c:pt>
                <c:pt idx="25088">
                  <c:v>7.1618500000000003</c:v>
                </c:pt>
                <c:pt idx="25089">
                  <c:v>7.1621499999999996</c:v>
                </c:pt>
                <c:pt idx="25090">
                  <c:v>7.1624600000000003</c:v>
                </c:pt>
                <c:pt idx="25091">
                  <c:v>7.1627599999999996</c:v>
                </c:pt>
                <c:pt idx="25092">
                  <c:v>7.1630700000000003</c:v>
                </c:pt>
                <c:pt idx="25093">
                  <c:v>7.1633699999999996</c:v>
                </c:pt>
                <c:pt idx="25094">
                  <c:v>7.1636800000000003</c:v>
                </c:pt>
                <c:pt idx="25095">
                  <c:v>7.1639799999999996</c:v>
                </c:pt>
                <c:pt idx="25096">
                  <c:v>7.1642900000000003</c:v>
                </c:pt>
                <c:pt idx="25097">
                  <c:v>7.1645899999999996</c:v>
                </c:pt>
                <c:pt idx="25098">
                  <c:v>7.1649000000000003</c:v>
                </c:pt>
                <c:pt idx="25099">
                  <c:v>7.1651999999999996</c:v>
                </c:pt>
                <c:pt idx="25100">
                  <c:v>7.1655100000000003</c:v>
                </c:pt>
                <c:pt idx="25101">
                  <c:v>7.1658200000000001</c:v>
                </c:pt>
                <c:pt idx="25102">
                  <c:v>7.1661200000000003</c:v>
                </c:pt>
                <c:pt idx="25103">
                  <c:v>7.1664300000000001</c:v>
                </c:pt>
                <c:pt idx="25104">
                  <c:v>7.1667300000000003</c:v>
                </c:pt>
                <c:pt idx="25105">
                  <c:v>7.1670400000000001</c:v>
                </c:pt>
                <c:pt idx="25106">
                  <c:v>7.1673400000000003</c:v>
                </c:pt>
                <c:pt idx="25107">
                  <c:v>7.1676500000000001</c:v>
                </c:pt>
                <c:pt idx="25108">
                  <c:v>7.1679500000000003</c:v>
                </c:pt>
                <c:pt idx="25109">
                  <c:v>7.1682600000000001</c:v>
                </c:pt>
                <c:pt idx="25110">
                  <c:v>7.1685600000000003</c:v>
                </c:pt>
                <c:pt idx="25111">
                  <c:v>7.1688700000000001</c:v>
                </c:pt>
                <c:pt idx="25112">
                  <c:v>7.1691700000000003</c:v>
                </c:pt>
                <c:pt idx="25113">
                  <c:v>7.1694800000000001</c:v>
                </c:pt>
                <c:pt idx="25114">
                  <c:v>7.1697899999999999</c:v>
                </c:pt>
                <c:pt idx="25115">
                  <c:v>7.1700900000000001</c:v>
                </c:pt>
                <c:pt idx="25116">
                  <c:v>7.1703999999999999</c:v>
                </c:pt>
                <c:pt idx="25117">
                  <c:v>7.1707000000000001</c:v>
                </c:pt>
                <c:pt idx="25118">
                  <c:v>7.1710099999999999</c:v>
                </c:pt>
                <c:pt idx="25119">
                  <c:v>7.1713100000000001</c:v>
                </c:pt>
                <c:pt idx="25120">
                  <c:v>7.1716199999999999</c:v>
                </c:pt>
                <c:pt idx="25121">
                  <c:v>7.1719200000000001</c:v>
                </c:pt>
                <c:pt idx="25122">
                  <c:v>7.1722299999999999</c:v>
                </c:pt>
                <c:pt idx="25123">
                  <c:v>7.1725300000000001</c:v>
                </c:pt>
                <c:pt idx="25124">
                  <c:v>7.1728399999999999</c:v>
                </c:pt>
                <c:pt idx="25125">
                  <c:v>7.1731400000000001</c:v>
                </c:pt>
                <c:pt idx="25126">
                  <c:v>7.1734499999999999</c:v>
                </c:pt>
                <c:pt idx="25127">
                  <c:v>7.1737599999999997</c:v>
                </c:pt>
                <c:pt idx="25128">
                  <c:v>7.1740599999999999</c:v>
                </c:pt>
                <c:pt idx="25129">
                  <c:v>7.1743699999999997</c:v>
                </c:pt>
                <c:pt idx="25130">
                  <c:v>7.1746699999999999</c:v>
                </c:pt>
                <c:pt idx="25131">
                  <c:v>7.1749799999999997</c:v>
                </c:pt>
                <c:pt idx="25132">
                  <c:v>7.1752799999999999</c:v>
                </c:pt>
                <c:pt idx="25133">
                  <c:v>7.1755899999999997</c:v>
                </c:pt>
                <c:pt idx="25134">
                  <c:v>7.1758899999999999</c:v>
                </c:pt>
                <c:pt idx="25135">
                  <c:v>7.1761999999999997</c:v>
                </c:pt>
                <c:pt idx="25136">
                  <c:v>7.1764999999999999</c:v>
                </c:pt>
                <c:pt idx="25137">
                  <c:v>7.1768099999999997</c:v>
                </c:pt>
                <c:pt idx="25138">
                  <c:v>7.1771099999999999</c:v>
                </c:pt>
                <c:pt idx="25139">
                  <c:v>7.1774199999999997</c:v>
                </c:pt>
                <c:pt idx="25140">
                  <c:v>7.1777300000000004</c:v>
                </c:pt>
                <c:pt idx="25141">
                  <c:v>7.1780299999999997</c:v>
                </c:pt>
                <c:pt idx="25142">
                  <c:v>7.1783400000000004</c:v>
                </c:pt>
                <c:pt idx="25143">
                  <c:v>7.1786399999999997</c:v>
                </c:pt>
                <c:pt idx="25144">
                  <c:v>7.1789500000000004</c:v>
                </c:pt>
                <c:pt idx="25145">
                  <c:v>7.1792499999999997</c:v>
                </c:pt>
                <c:pt idx="25146">
                  <c:v>7.1795600000000004</c:v>
                </c:pt>
                <c:pt idx="25147">
                  <c:v>7.1798599999999997</c:v>
                </c:pt>
                <c:pt idx="25148">
                  <c:v>7.1801700000000004</c:v>
                </c:pt>
                <c:pt idx="25149">
                  <c:v>7.1804699999999997</c:v>
                </c:pt>
                <c:pt idx="25150">
                  <c:v>7.1807800000000004</c:v>
                </c:pt>
                <c:pt idx="25151">
                  <c:v>7.1810900000000002</c:v>
                </c:pt>
                <c:pt idx="25152">
                  <c:v>7.1813900000000004</c:v>
                </c:pt>
                <c:pt idx="25153">
                  <c:v>7.1817000000000002</c:v>
                </c:pt>
                <c:pt idx="25154">
                  <c:v>7.1820000000000004</c:v>
                </c:pt>
                <c:pt idx="25155">
                  <c:v>7.1823100000000002</c:v>
                </c:pt>
                <c:pt idx="25156">
                  <c:v>7.1826100000000004</c:v>
                </c:pt>
                <c:pt idx="25157">
                  <c:v>7.1829200000000002</c:v>
                </c:pt>
                <c:pt idx="25158">
                  <c:v>7.1832200000000004</c:v>
                </c:pt>
                <c:pt idx="25159">
                  <c:v>7.1835300000000002</c:v>
                </c:pt>
                <c:pt idx="25160">
                  <c:v>7.1838300000000004</c:v>
                </c:pt>
                <c:pt idx="25161">
                  <c:v>7.1841400000000002</c:v>
                </c:pt>
                <c:pt idx="25162">
                  <c:v>7.1844400000000004</c:v>
                </c:pt>
                <c:pt idx="25163">
                  <c:v>7.1847500000000002</c:v>
                </c:pt>
                <c:pt idx="25164">
                  <c:v>7.18506</c:v>
                </c:pt>
                <c:pt idx="25165">
                  <c:v>7.1853600000000002</c:v>
                </c:pt>
                <c:pt idx="25166">
                  <c:v>7.18567</c:v>
                </c:pt>
                <c:pt idx="25167">
                  <c:v>7.1859700000000002</c:v>
                </c:pt>
                <c:pt idx="25168">
                  <c:v>7.18628</c:v>
                </c:pt>
                <c:pt idx="25169">
                  <c:v>7.1865800000000002</c:v>
                </c:pt>
                <c:pt idx="25170">
                  <c:v>7.18689</c:v>
                </c:pt>
                <c:pt idx="25171">
                  <c:v>7.1871900000000002</c:v>
                </c:pt>
                <c:pt idx="25172">
                  <c:v>7.1875</c:v>
                </c:pt>
                <c:pt idx="25173">
                  <c:v>7.1878000000000002</c:v>
                </c:pt>
                <c:pt idx="25174">
                  <c:v>7.18811</c:v>
                </c:pt>
                <c:pt idx="25175">
                  <c:v>7.1884100000000002</c:v>
                </c:pt>
                <c:pt idx="25176">
                  <c:v>7.18872</c:v>
                </c:pt>
                <c:pt idx="25177">
                  <c:v>7.1890299999999998</c:v>
                </c:pt>
                <c:pt idx="25178">
                  <c:v>7.18933</c:v>
                </c:pt>
                <c:pt idx="25179">
                  <c:v>7.1896399999999998</c:v>
                </c:pt>
                <c:pt idx="25180">
                  <c:v>7.18994</c:v>
                </c:pt>
                <c:pt idx="25181">
                  <c:v>7.1902499999999998</c:v>
                </c:pt>
                <c:pt idx="25182">
                  <c:v>7.19055</c:v>
                </c:pt>
                <c:pt idx="25183">
                  <c:v>7.1908599999999998</c:v>
                </c:pt>
                <c:pt idx="25184">
                  <c:v>7.19116</c:v>
                </c:pt>
                <c:pt idx="25185">
                  <c:v>7.1914699999999998</c:v>
                </c:pt>
                <c:pt idx="25186">
                  <c:v>7.19177</c:v>
                </c:pt>
                <c:pt idx="25187">
                  <c:v>7.1920799999999998</c:v>
                </c:pt>
                <c:pt idx="25188">
                  <c:v>7.19238</c:v>
                </c:pt>
                <c:pt idx="25189">
                  <c:v>7.1926899999999998</c:v>
                </c:pt>
                <c:pt idx="25190">
                  <c:v>7.1929999999999996</c:v>
                </c:pt>
                <c:pt idx="25191">
                  <c:v>7.1932999999999998</c:v>
                </c:pt>
                <c:pt idx="25192">
                  <c:v>7.1936099999999996</c:v>
                </c:pt>
                <c:pt idx="25193">
                  <c:v>7.1939099999999998</c:v>
                </c:pt>
                <c:pt idx="25194">
                  <c:v>7.1942199999999996</c:v>
                </c:pt>
                <c:pt idx="25195">
                  <c:v>7.1945199999999998</c:v>
                </c:pt>
                <c:pt idx="25196">
                  <c:v>7.1948299999999996</c:v>
                </c:pt>
                <c:pt idx="25197">
                  <c:v>7.1951299999999998</c:v>
                </c:pt>
                <c:pt idx="25198">
                  <c:v>7.1954399999999996</c:v>
                </c:pt>
                <c:pt idx="25199">
                  <c:v>7.1957399999999998</c:v>
                </c:pt>
                <c:pt idx="25200">
                  <c:v>7.1960499999999996</c:v>
                </c:pt>
                <c:pt idx="25201">
                  <c:v>7.1963499999999998</c:v>
                </c:pt>
                <c:pt idx="25202">
                  <c:v>7.1966599999999996</c:v>
                </c:pt>
                <c:pt idx="25203">
                  <c:v>7.1969700000000003</c:v>
                </c:pt>
                <c:pt idx="25204">
                  <c:v>7.1972699999999996</c:v>
                </c:pt>
                <c:pt idx="25205">
                  <c:v>7.1975800000000003</c:v>
                </c:pt>
                <c:pt idx="25206">
                  <c:v>7.1978799999999996</c:v>
                </c:pt>
                <c:pt idx="25207">
                  <c:v>7.1981900000000003</c:v>
                </c:pt>
                <c:pt idx="25208">
                  <c:v>7.1984899999999996</c:v>
                </c:pt>
                <c:pt idx="25209">
                  <c:v>7.1988000000000003</c:v>
                </c:pt>
                <c:pt idx="25210">
                  <c:v>7.1990999999999996</c:v>
                </c:pt>
                <c:pt idx="25211">
                  <c:v>7.1994100000000003</c:v>
                </c:pt>
                <c:pt idx="25212">
                  <c:v>7.1997099999999996</c:v>
                </c:pt>
                <c:pt idx="25213">
                  <c:v>7.2000200000000003</c:v>
                </c:pt>
                <c:pt idx="25214">
                  <c:v>7.2003300000000001</c:v>
                </c:pt>
                <c:pt idx="25215">
                  <c:v>7.2006300000000003</c:v>
                </c:pt>
                <c:pt idx="25216">
                  <c:v>7.2009400000000001</c:v>
                </c:pt>
                <c:pt idx="25217">
                  <c:v>7.2012400000000003</c:v>
                </c:pt>
                <c:pt idx="25218">
                  <c:v>7.2015500000000001</c:v>
                </c:pt>
                <c:pt idx="25219">
                  <c:v>7.2018500000000003</c:v>
                </c:pt>
                <c:pt idx="25220">
                  <c:v>7.2021600000000001</c:v>
                </c:pt>
                <c:pt idx="25221">
                  <c:v>7.2024600000000003</c:v>
                </c:pt>
                <c:pt idx="25222">
                  <c:v>7.2027700000000001</c:v>
                </c:pt>
                <c:pt idx="25223">
                  <c:v>7.2030700000000003</c:v>
                </c:pt>
                <c:pt idx="25224">
                  <c:v>7.2033800000000001</c:v>
                </c:pt>
                <c:pt idx="25225">
                  <c:v>7.2036800000000003</c:v>
                </c:pt>
                <c:pt idx="25226">
                  <c:v>7.2039900000000001</c:v>
                </c:pt>
                <c:pt idx="25227">
                  <c:v>7.2042999999999999</c:v>
                </c:pt>
                <c:pt idx="25228">
                  <c:v>7.2046000000000001</c:v>
                </c:pt>
                <c:pt idx="25229">
                  <c:v>7.2049099999999999</c:v>
                </c:pt>
                <c:pt idx="25230">
                  <c:v>7.2052100000000001</c:v>
                </c:pt>
                <c:pt idx="25231">
                  <c:v>7.2055199999999999</c:v>
                </c:pt>
                <c:pt idx="25232">
                  <c:v>7.2058200000000001</c:v>
                </c:pt>
                <c:pt idx="25233">
                  <c:v>7.2061299999999999</c:v>
                </c:pt>
                <c:pt idx="25234">
                  <c:v>7.2064300000000001</c:v>
                </c:pt>
                <c:pt idx="25235">
                  <c:v>7.2067399999999999</c:v>
                </c:pt>
                <c:pt idx="25236">
                  <c:v>7.2070400000000001</c:v>
                </c:pt>
                <c:pt idx="25237">
                  <c:v>7.2073499999999999</c:v>
                </c:pt>
                <c:pt idx="25238">
                  <c:v>7.2076500000000001</c:v>
                </c:pt>
                <c:pt idx="25239">
                  <c:v>7.2079599999999999</c:v>
                </c:pt>
                <c:pt idx="25240">
                  <c:v>7.2082699999999997</c:v>
                </c:pt>
                <c:pt idx="25241">
                  <c:v>7.2085699999999999</c:v>
                </c:pt>
                <c:pt idx="25242">
                  <c:v>7.2088799999999997</c:v>
                </c:pt>
                <c:pt idx="25243">
                  <c:v>7.2091799999999999</c:v>
                </c:pt>
                <c:pt idx="25244">
                  <c:v>7.2094899999999997</c:v>
                </c:pt>
                <c:pt idx="25245">
                  <c:v>7.2097899999999999</c:v>
                </c:pt>
                <c:pt idx="25246">
                  <c:v>7.2100999999999997</c:v>
                </c:pt>
                <c:pt idx="25247">
                  <c:v>7.2103999999999999</c:v>
                </c:pt>
                <c:pt idx="25248">
                  <c:v>7.2107099999999997</c:v>
                </c:pt>
                <c:pt idx="25249">
                  <c:v>7.2110099999999999</c:v>
                </c:pt>
                <c:pt idx="25250">
                  <c:v>7.2113199999999997</c:v>
                </c:pt>
                <c:pt idx="25251">
                  <c:v>7.2116199999999999</c:v>
                </c:pt>
                <c:pt idx="25252">
                  <c:v>7.2119299999999997</c:v>
                </c:pt>
                <c:pt idx="25253">
                  <c:v>7.2122400000000004</c:v>
                </c:pt>
                <c:pt idx="25254">
                  <c:v>7.2125399999999997</c:v>
                </c:pt>
                <c:pt idx="25255">
                  <c:v>7.2128500000000004</c:v>
                </c:pt>
                <c:pt idx="25256">
                  <c:v>7.2131499999999997</c:v>
                </c:pt>
                <c:pt idx="25257">
                  <c:v>7.2134600000000004</c:v>
                </c:pt>
                <c:pt idx="25258">
                  <c:v>7.2137599999999997</c:v>
                </c:pt>
                <c:pt idx="25259">
                  <c:v>7.2140700000000004</c:v>
                </c:pt>
                <c:pt idx="25260">
                  <c:v>7.2143699999999997</c:v>
                </c:pt>
                <c:pt idx="25261">
                  <c:v>7.2146800000000004</c:v>
                </c:pt>
                <c:pt idx="25262">
                  <c:v>7.2149799999999997</c:v>
                </c:pt>
                <c:pt idx="25263">
                  <c:v>7.2152900000000004</c:v>
                </c:pt>
                <c:pt idx="25264">
                  <c:v>7.2156000000000002</c:v>
                </c:pt>
                <c:pt idx="25265">
                  <c:v>7.2159000000000004</c:v>
                </c:pt>
                <c:pt idx="25266">
                  <c:v>7.2162100000000002</c:v>
                </c:pt>
                <c:pt idx="25267">
                  <c:v>7.2165100000000004</c:v>
                </c:pt>
                <c:pt idx="25268">
                  <c:v>7.2168200000000002</c:v>
                </c:pt>
                <c:pt idx="25269">
                  <c:v>7.2171200000000004</c:v>
                </c:pt>
                <c:pt idx="25270">
                  <c:v>7.2174300000000002</c:v>
                </c:pt>
                <c:pt idx="25271">
                  <c:v>7.2177300000000004</c:v>
                </c:pt>
                <c:pt idx="25272">
                  <c:v>7.2180400000000002</c:v>
                </c:pt>
                <c:pt idx="25273">
                  <c:v>7.2183400000000004</c:v>
                </c:pt>
                <c:pt idx="25274">
                  <c:v>7.2186500000000002</c:v>
                </c:pt>
                <c:pt idx="25275">
                  <c:v>7.2189500000000004</c:v>
                </c:pt>
                <c:pt idx="25276">
                  <c:v>7.2192600000000002</c:v>
                </c:pt>
                <c:pt idx="25277">
                  <c:v>7.21957</c:v>
                </c:pt>
                <c:pt idx="25278">
                  <c:v>7.2198700000000002</c:v>
                </c:pt>
                <c:pt idx="25279">
                  <c:v>7.22018</c:v>
                </c:pt>
                <c:pt idx="25280">
                  <c:v>7.2204800000000002</c:v>
                </c:pt>
                <c:pt idx="25281">
                  <c:v>7.22079</c:v>
                </c:pt>
                <c:pt idx="25282">
                  <c:v>7.2210900000000002</c:v>
                </c:pt>
                <c:pt idx="25283">
                  <c:v>7.2214</c:v>
                </c:pt>
                <c:pt idx="25284">
                  <c:v>7.2217000000000002</c:v>
                </c:pt>
                <c:pt idx="25285">
                  <c:v>7.22201</c:v>
                </c:pt>
                <c:pt idx="25286">
                  <c:v>7.2223100000000002</c:v>
                </c:pt>
                <c:pt idx="25287">
                  <c:v>7.22262</c:v>
                </c:pt>
                <c:pt idx="25288">
                  <c:v>7.2229200000000002</c:v>
                </c:pt>
                <c:pt idx="25289">
                  <c:v>7.22323</c:v>
                </c:pt>
                <c:pt idx="25290">
                  <c:v>7.2235399999999998</c:v>
                </c:pt>
                <c:pt idx="25291">
                  <c:v>7.22384</c:v>
                </c:pt>
                <c:pt idx="25292">
                  <c:v>7.2241499999999998</c:v>
                </c:pt>
                <c:pt idx="25293">
                  <c:v>7.22445</c:v>
                </c:pt>
                <c:pt idx="25294">
                  <c:v>7.2247599999999998</c:v>
                </c:pt>
                <c:pt idx="25295">
                  <c:v>7.22506</c:v>
                </c:pt>
                <c:pt idx="25296">
                  <c:v>7.2253699999999998</c:v>
                </c:pt>
                <c:pt idx="25297">
                  <c:v>7.22567</c:v>
                </c:pt>
                <c:pt idx="25298">
                  <c:v>7.2259799999999998</c:v>
                </c:pt>
                <c:pt idx="25299">
                  <c:v>7.22628</c:v>
                </c:pt>
                <c:pt idx="25300">
                  <c:v>7.2265899999999998</c:v>
                </c:pt>
                <c:pt idx="25301">
                  <c:v>7.22689</c:v>
                </c:pt>
                <c:pt idx="25302">
                  <c:v>7.2271999999999998</c:v>
                </c:pt>
                <c:pt idx="25303">
                  <c:v>7.2275099999999997</c:v>
                </c:pt>
                <c:pt idx="25304">
                  <c:v>7.2278099999999998</c:v>
                </c:pt>
                <c:pt idx="25305">
                  <c:v>7.2281199999999997</c:v>
                </c:pt>
                <c:pt idx="25306">
                  <c:v>7.2284199999999998</c:v>
                </c:pt>
                <c:pt idx="25307">
                  <c:v>7.2287299999999997</c:v>
                </c:pt>
                <c:pt idx="25308">
                  <c:v>7.2290299999999998</c:v>
                </c:pt>
                <c:pt idx="25309">
                  <c:v>7.2293399999999997</c:v>
                </c:pt>
                <c:pt idx="25310">
                  <c:v>7.2296399999999998</c:v>
                </c:pt>
                <c:pt idx="25311">
                  <c:v>7.2299499999999997</c:v>
                </c:pt>
                <c:pt idx="25312">
                  <c:v>7.2302499999999998</c:v>
                </c:pt>
                <c:pt idx="25313">
                  <c:v>7.2305599999999997</c:v>
                </c:pt>
                <c:pt idx="25314">
                  <c:v>7.2308599999999998</c:v>
                </c:pt>
                <c:pt idx="25315">
                  <c:v>7.2311699999999997</c:v>
                </c:pt>
                <c:pt idx="25316">
                  <c:v>7.2314800000000004</c:v>
                </c:pt>
                <c:pt idx="25317">
                  <c:v>7.2317799999999997</c:v>
                </c:pt>
                <c:pt idx="25318">
                  <c:v>7.2320900000000004</c:v>
                </c:pt>
                <c:pt idx="25319">
                  <c:v>7.2323899999999997</c:v>
                </c:pt>
                <c:pt idx="25320">
                  <c:v>7.2327000000000004</c:v>
                </c:pt>
                <c:pt idx="25321">
                  <c:v>7.2329999999999997</c:v>
                </c:pt>
                <c:pt idx="25322">
                  <c:v>7.2333100000000004</c:v>
                </c:pt>
                <c:pt idx="25323">
                  <c:v>7.2336099999999997</c:v>
                </c:pt>
                <c:pt idx="25324">
                  <c:v>7.2339200000000003</c:v>
                </c:pt>
                <c:pt idx="25325">
                  <c:v>7.2342199999999997</c:v>
                </c:pt>
                <c:pt idx="25326">
                  <c:v>7.2345300000000003</c:v>
                </c:pt>
                <c:pt idx="25327">
                  <c:v>7.2348400000000002</c:v>
                </c:pt>
                <c:pt idx="25328">
                  <c:v>7.2351400000000003</c:v>
                </c:pt>
                <c:pt idx="25329">
                  <c:v>7.2354500000000002</c:v>
                </c:pt>
                <c:pt idx="25330">
                  <c:v>7.2357500000000003</c:v>
                </c:pt>
                <c:pt idx="25331">
                  <c:v>7.2360600000000002</c:v>
                </c:pt>
                <c:pt idx="25332">
                  <c:v>7.2363600000000003</c:v>
                </c:pt>
                <c:pt idx="25333">
                  <c:v>7.2366700000000002</c:v>
                </c:pt>
                <c:pt idx="25334">
                  <c:v>7.2369700000000003</c:v>
                </c:pt>
                <c:pt idx="25335">
                  <c:v>7.2372800000000002</c:v>
                </c:pt>
                <c:pt idx="25336">
                  <c:v>7.2375800000000003</c:v>
                </c:pt>
                <c:pt idx="25337">
                  <c:v>7.2378900000000002</c:v>
                </c:pt>
                <c:pt idx="25338">
                  <c:v>7.2381900000000003</c:v>
                </c:pt>
                <c:pt idx="25339">
                  <c:v>7.2385000000000002</c:v>
                </c:pt>
                <c:pt idx="25340">
                  <c:v>7.23881</c:v>
                </c:pt>
                <c:pt idx="25341">
                  <c:v>7.2391100000000002</c:v>
                </c:pt>
                <c:pt idx="25342">
                  <c:v>7.23942</c:v>
                </c:pt>
                <c:pt idx="25343">
                  <c:v>7.2397200000000002</c:v>
                </c:pt>
                <c:pt idx="25344">
                  <c:v>7.24003</c:v>
                </c:pt>
                <c:pt idx="25345">
                  <c:v>7.2403300000000002</c:v>
                </c:pt>
                <c:pt idx="25346">
                  <c:v>7.24064</c:v>
                </c:pt>
                <c:pt idx="25347">
                  <c:v>7.2409400000000002</c:v>
                </c:pt>
                <c:pt idx="25348">
                  <c:v>7.24125</c:v>
                </c:pt>
                <c:pt idx="25349">
                  <c:v>7.2415500000000002</c:v>
                </c:pt>
                <c:pt idx="25350">
                  <c:v>7.24186</c:v>
                </c:pt>
                <c:pt idx="25351">
                  <c:v>7.2421600000000002</c:v>
                </c:pt>
                <c:pt idx="25352">
                  <c:v>7.24247</c:v>
                </c:pt>
                <c:pt idx="25353">
                  <c:v>7.2427799999999998</c:v>
                </c:pt>
                <c:pt idx="25354">
                  <c:v>7.24308</c:v>
                </c:pt>
                <c:pt idx="25355">
                  <c:v>7.2433899999999998</c:v>
                </c:pt>
                <c:pt idx="25356">
                  <c:v>7.24369</c:v>
                </c:pt>
                <c:pt idx="25357">
                  <c:v>7.2439999999999998</c:v>
                </c:pt>
                <c:pt idx="25358">
                  <c:v>7.2443</c:v>
                </c:pt>
                <c:pt idx="25359">
                  <c:v>7.2446099999999998</c:v>
                </c:pt>
                <c:pt idx="25360">
                  <c:v>7.24491</c:v>
                </c:pt>
                <c:pt idx="25361">
                  <c:v>7.2452199999999998</c:v>
                </c:pt>
                <c:pt idx="25362">
                  <c:v>7.24552</c:v>
                </c:pt>
                <c:pt idx="25363">
                  <c:v>7.2458299999999998</c:v>
                </c:pt>
                <c:pt idx="25364">
                  <c:v>7.24613</c:v>
                </c:pt>
                <c:pt idx="25365">
                  <c:v>7.2464399999999998</c:v>
                </c:pt>
                <c:pt idx="25366">
                  <c:v>7.2467499999999996</c:v>
                </c:pt>
                <c:pt idx="25367">
                  <c:v>7.2470499999999998</c:v>
                </c:pt>
                <c:pt idx="25368">
                  <c:v>7.2473599999999996</c:v>
                </c:pt>
                <c:pt idx="25369">
                  <c:v>7.2476599999999998</c:v>
                </c:pt>
                <c:pt idx="25370">
                  <c:v>7.2479699999999996</c:v>
                </c:pt>
                <c:pt idx="25371">
                  <c:v>7.2482699999999998</c:v>
                </c:pt>
                <c:pt idx="25372">
                  <c:v>7.2485799999999996</c:v>
                </c:pt>
                <c:pt idx="25373">
                  <c:v>7.2488799999999998</c:v>
                </c:pt>
                <c:pt idx="25374">
                  <c:v>7.2491899999999996</c:v>
                </c:pt>
                <c:pt idx="25375">
                  <c:v>7.2494899999999998</c:v>
                </c:pt>
                <c:pt idx="25376">
                  <c:v>7.2497999999999996</c:v>
                </c:pt>
                <c:pt idx="25377">
                  <c:v>7.2500999999999998</c:v>
                </c:pt>
                <c:pt idx="25378">
                  <c:v>7.2504099999999996</c:v>
                </c:pt>
                <c:pt idx="25379">
                  <c:v>7.2507200000000003</c:v>
                </c:pt>
                <c:pt idx="25380">
                  <c:v>7.2510199999999996</c:v>
                </c:pt>
              </c:numCache>
            </c:numRef>
          </c:xVal>
          <c:yVal>
            <c:numRef>
              <c:f>'For plotting'!$D$2:$D$25382</c:f>
              <c:numCache>
                <c:formatCode>General</c:formatCode>
                <c:ptCount val="25381"/>
                <c:pt idx="0">
                  <c:v>7.0105801100616532</c:v>
                </c:pt>
                <c:pt idx="1">
                  <c:v>7.0132772512969304</c:v>
                </c:pt>
                <c:pt idx="2">
                  <c:v>7.0138045380721863</c:v>
                </c:pt>
                <c:pt idx="3">
                  <c:v>7.0127378230498749</c:v>
                </c:pt>
                <c:pt idx="4">
                  <c:v>7.0123515034926438</c:v>
                </c:pt>
                <c:pt idx="5">
                  <c:v>7.0121751367886596</c:v>
                </c:pt>
                <c:pt idx="6">
                  <c:v>7.0127449187152111</c:v>
                </c:pt>
                <c:pt idx="7">
                  <c:v>7.0110511045585708</c:v>
                </c:pt>
                <c:pt idx="8">
                  <c:v>7.0092136425992209</c:v>
                </c:pt>
                <c:pt idx="9">
                  <c:v>7.0088624860057713</c:v>
                </c:pt>
                <c:pt idx="10">
                  <c:v>7.00933363818414</c:v>
                </c:pt>
                <c:pt idx="11">
                  <c:v>7.0105674955454989</c:v>
                </c:pt>
                <c:pt idx="12">
                  <c:v>7.0118615083807692</c:v>
                </c:pt>
                <c:pt idx="13">
                  <c:v>7.0128375565682211</c:v>
                </c:pt>
                <c:pt idx="14">
                  <c:v>7.0133850265693249</c:v>
                </c:pt>
                <c:pt idx="15">
                  <c:v>7.0131611189075826</c:v>
                </c:pt>
                <c:pt idx="16">
                  <c:v>7.011534477049465</c:v>
                </c:pt>
                <c:pt idx="17">
                  <c:v>7.0103536006559546</c:v>
                </c:pt>
                <c:pt idx="18">
                  <c:v>7.010153029849099</c:v>
                </c:pt>
                <c:pt idx="19">
                  <c:v>7.0096504202210692</c:v>
                </c:pt>
                <c:pt idx="20">
                  <c:v>7.0080242514073072</c:v>
                </c:pt>
                <c:pt idx="21">
                  <c:v>7.0071600387896371</c:v>
                </c:pt>
                <c:pt idx="22">
                  <c:v>7.0075617086362127</c:v>
                </c:pt>
                <c:pt idx="23">
                  <c:v>7.0088482158343712</c:v>
                </c:pt>
                <c:pt idx="24">
                  <c:v>7.0092416310569385</c:v>
                </c:pt>
                <c:pt idx="25">
                  <c:v>7.0093300903514724</c:v>
                </c:pt>
                <c:pt idx="26">
                  <c:v>7.0097082893139282</c:v>
                </c:pt>
                <c:pt idx="27">
                  <c:v>7.011168261877355</c:v>
                </c:pt>
                <c:pt idx="28">
                  <c:v>7.0124036960532337</c:v>
                </c:pt>
                <c:pt idx="29">
                  <c:v>7.0118560683706779</c:v>
                </c:pt>
                <c:pt idx="30">
                  <c:v>7.0128135101468017</c:v>
                </c:pt>
                <c:pt idx="31">
                  <c:v>7.013922247276053</c:v>
                </c:pt>
                <c:pt idx="32">
                  <c:v>7.0126294170516719</c:v>
                </c:pt>
                <c:pt idx="33">
                  <c:v>7.0105149087812801</c:v>
                </c:pt>
                <c:pt idx="34">
                  <c:v>7.0101930020971635</c:v>
                </c:pt>
                <c:pt idx="35">
                  <c:v>7.0120591620807646</c:v>
                </c:pt>
                <c:pt idx="36">
                  <c:v>7.0126601649347986</c:v>
                </c:pt>
                <c:pt idx="37">
                  <c:v>7.0120666519497314</c:v>
                </c:pt>
                <c:pt idx="38">
                  <c:v>7.0112955108090631</c:v>
                </c:pt>
                <c:pt idx="39">
                  <c:v>7.0115586811523363</c:v>
                </c:pt>
                <c:pt idx="40">
                  <c:v>7.0121637048833945</c:v>
                </c:pt>
                <c:pt idx="41">
                  <c:v>7.0121014207098815</c:v>
                </c:pt>
                <c:pt idx="42">
                  <c:v>7.0111354641353536</c:v>
                </c:pt>
                <c:pt idx="43">
                  <c:v>7.0110683706775569</c:v>
                </c:pt>
                <c:pt idx="44">
                  <c:v>7.0124787524243519</c:v>
                </c:pt>
                <c:pt idx="45">
                  <c:v>7.0133431621438369</c:v>
                </c:pt>
                <c:pt idx="46">
                  <c:v>7.0132279758432015</c:v>
                </c:pt>
                <c:pt idx="47">
                  <c:v>7.01455778236806</c:v>
                </c:pt>
                <c:pt idx="48">
                  <c:v>7.0162486794178403</c:v>
                </c:pt>
                <c:pt idx="49">
                  <c:v>7.0177848909632763</c:v>
                </c:pt>
                <c:pt idx="50">
                  <c:v>7.0172263044198111</c:v>
                </c:pt>
                <c:pt idx="51">
                  <c:v>7.0162169854460021</c:v>
                </c:pt>
                <c:pt idx="52">
                  <c:v>7.0157989719169338</c:v>
                </c:pt>
                <c:pt idx="53">
                  <c:v>7.0136549772150305</c:v>
                </c:pt>
                <c:pt idx="54">
                  <c:v>7.0134396631924183</c:v>
                </c:pt>
                <c:pt idx="55">
                  <c:v>7.0138877938788058</c:v>
                </c:pt>
                <c:pt idx="56">
                  <c:v>7.012830460902884</c:v>
                </c:pt>
                <c:pt idx="57">
                  <c:v>7.010988662703606</c:v>
                </c:pt>
                <c:pt idx="58">
                  <c:v>7.011333196676075</c:v>
                </c:pt>
                <c:pt idx="59">
                  <c:v>7.01507190274208</c:v>
                </c:pt>
                <c:pt idx="60">
                  <c:v>7.0164086472508238</c:v>
                </c:pt>
                <c:pt idx="61">
                  <c:v>7.0141980321354795</c:v>
                </c:pt>
                <c:pt idx="62">
                  <c:v>7.0111860010406977</c:v>
                </c:pt>
                <c:pt idx="63">
                  <c:v>7.0096297639508665</c:v>
                </c:pt>
                <c:pt idx="64">
                  <c:v>7.010544079849887</c:v>
                </c:pt>
                <c:pt idx="65">
                  <c:v>7.0110149166653528</c:v>
                </c:pt>
                <c:pt idx="66">
                  <c:v>7.0099493054132038</c:v>
                </c:pt>
                <c:pt idx="67">
                  <c:v>7.010403585676217</c:v>
                </c:pt>
                <c:pt idx="68">
                  <c:v>7.0105689935192927</c:v>
                </c:pt>
                <c:pt idx="69">
                  <c:v>7.0111465806777149</c:v>
                </c:pt>
                <c:pt idx="70">
                  <c:v>7.0121865686939246</c:v>
                </c:pt>
                <c:pt idx="71">
                  <c:v>7.0113864930068273</c:v>
                </c:pt>
                <c:pt idx="72">
                  <c:v>7.0115211529667762</c:v>
                </c:pt>
                <c:pt idx="73">
                  <c:v>7.0123027010832715</c:v>
                </c:pt>
                <c:pt idx="74">
                  <c:v>7.0134306753496585</c:v>
                </c:pt>
                <c:pt idx="75">
                  <c:v>7.0119281287942101</c:v>
                </c:pt>
                <c:pt idx="76">
                  <c:v>7.0095390971160061</c:v>
                </c:pt>
                <c:pt idx="77">
                  <c:v>7.0101853545467447</c:v>
                </c:pt>
                <c:pt idx="78">
                  <c:v>7.0118248474431955</c:v>
                </c:pt>
                <c:pt idx="79">
                  <c:v>7.013067850328766</c:v>
                </c:pt>
                <c:pt idx="80">
                  <c:v>7.0134711994828045</c:v>
                </c:pt>
                <c:pt idx="81">
                  <c:v>7.0136534004005107</c:v>
                </c:pt>
                <c:pt idx="82">
                  <c:v>7.0140258439899714</c:v>
                </c:pt>
                <c:pt idx="83">
                  <c:v>7.013780333969315</c:v>
                </c:pt>
                <c:pt idx="84">
                  <c:v>7.0135911162269986</c:v>
                </c:pt>
                <c:pt idx="85">
                  <c:v>7.0137415443321398</c:v>
                </c:pt>
                <c:pt idx="86">
                  <c:v>7.0121576341474956</c:v>
                </c:pt>
                <c:pt idx="87">
                  <c:v>7.0106227628944007</c:v>
                </c:pt>
                <c:pt idx="88">
                  <c:v>7.0085898547753827</c:v>
                </c:pt>
                <c:pt idx="89">
                  <c:v>7.0070464529557386</c:v>
                </c:pt>
                <c:pt idx="90">
                  <c:v>7.0074030810955703</c:v>
                </c:pt>
                <c:pt idx="91">
                  <c:v>7.0081441681515004</c:v>
                </c:pt>
                <c:pt idx="92">
                  <c:v>7.0088922089594599</c:v>
                </c:pt>
                <c:pt idx="93">
                  <c:v>7.009200397357259</c:v>
                </c:pt>
                <c:pt idx="94">
                  <c:v>7.0098781122376579</c:v>
                </c:pt>
                <c:pt idx="95">
                  <c:v>7.0128488307920342</c:v>
                </c:pt>
                <c:pt idx="96">
                  <c:v>7.0140081048266296</c:v>
                </c:pt>
                <c:pt idx="97">
                  <c:v>7.0132580930005206</c:v>
                </c:pt>
                <c:pt idx="98">
                  <c:v>7.0121889339157031</c:v>
                </c:pt>
                <c:pt idx="99">
                  <c:v>7.0102351818855544</c:v>
                </c:pt>
                <c:pt idx="100">
                  <c:v>7.0092458096154147</c:v>
                </c:pt>
                <c:pt idx="101">
                  <c:v>7.0103349942446274</c:v>
                </c:pt>
                <c:pt idx="102">
                  <c:v>7.0121444677462588</c:v>
                </c:pt>
                <c:pt idx="103">
                  <c:v>7.0126350935839419</c:v>
                </c:pt>
                <c:pt idx="104">
                  <c:v>7.0121570822624131</c:v>
                </c:pt>
                <c:pt idx="105">
                  <c:v>7.0112848673110584</c:v>
                </c:pt>
                <c:pt idx="106">
                  <c:v>7.0103278985792903</c:v>
                </c:pt>
                <c:pt idx="107">
                  <c:v>7.009736041249468</c:v>
                </c:pt>
                <c:pt idx="108">
                  <c:v>7.0090766962582194</c:v>
                </c:pt>
                <c:pt idx="109">
                  <c:v>7.0088117914189754</c:v>
                </c:pt>
                <c:pt idx="110">
                  <c:v>7.0121428909317398</c:v>
                </c:pt>
                <c:pt idx="111">
                  <c:v>7.0133677604503379</c:v>
                </c:pt>
                <c:pt idx="112">
                  <c:v>7.0122351345811191</c:v>
                </c:pt>
                <c:pt idx="113">
                  <c:v>7.009679512448951</c:v>
                </c:pt>
                <c:pt idx="114">
                  <c:v>7.0098783487598357</c:v>
                </c:pt>
                <c:pt idx="115">
                  <c:v>7.0111720462322014</c:v>
                </c:pt>
                <c:pt idx="116">
                  <c:v>7.0117090304167524</c:v>
                </c:pt>
                <c:pt idx="117">
                  <c:v>7.0131626168813765</c:v>
                </c:pt>
                <c:pt idx="118">
                  <c:v>7.0122716378372409</c:v>
                </c:pt>
                <c:pt idx="119">
                  <c:v>7.0110214604456074</c:v>
                </c:pt>
                <c:pt idx="120">
                  <c:v>7.0111905738028035</c:v>
                </c:pt>
                <c:pt idx="121">
                  <c:v>7.0120897522824386</c:v>
                </c:pt>
                <c:pt idx="122">
                  <c:v>7.0130630410444823</c:v>
                </c:pt>
                <c:pt idx="123">
                  <c:v>7.0112151721093046</c:v>
                </c:pt>
                <c:pt idx="124">
                  <c:v>7.0105101783377224</c:v>
                </c:pt>
                <c:pt idx="125">
                  <c:v>7.0099690155946952</c:v>
                </c:pt>
                <c:pt idx="126">
                  <c:v>7.0098960879231775</c:v>
                </c:pt>
                <c:pt idx="127">
                  <c:v>7.0116954698118859</c:v>
                </c:pt>
                <c:pt idx="128">
                  <c:v>7.0125598006906449</c:v>
                </c:pt>
                <c:pt idx="129">
                  <c:v>7.0099236821772655</c:v>
                </c:pt>
                <c:pt idx="130">
                  <c:v>7.0083911761459499</c:v>
                </c:pt>
                <c:pt idx="131">
                  <c:v>7.0082739399864398</c:v>
                </c:pt>
                <c:pt idx="132">
                  <c:v>7.0091883347261863</c:v>
                </c:pt>
                <c:pt idx="133">
                  <c:v>7.009993771582649</c:v>
                </c:pt>
                <c:pt idx="134">
                  <c:v>7.0106062063419481</c:v>
                </c:pt>
                <c:pt idx="135">
                  <c:v>7.0111114965546601</c:v>
                </c:pt>
                <c:pt idx="136">
                  <c:v>7.0121003169397182</c:v>
                </c:pt>
                <c:pt idx="137">
                  <c:v>7.0118927293082516</c:v>
                </c:pt>
                <c:pt idx="138">
                  <c:v>7.0112050804963815</c:v>
                </c:pt>
                <c:pt idx="139">
                  <c:v>7.0112765890348321</c:v>
                </c:pt>
                <c:pt idx="140">
                  <c:v>7.0104150964222081</c:v>
                </c:pt>
                <c:pt idx="141">
                  <c:v>7.0088067456125138</c:v>
                </c:pt>
                <c:pt idx="142">
                  <c:v>7.0090446080827515</c:v>
                </c:pt>
                <c:pt idx="143">
                  <c:v>7.010866932622716</c:v>
                </c:pt>
                <c:pt idx="144">
                  <c:v>7.0123243034421865</c:v>
                </c:pt>
                <c:pt idx="145">
                  <c:v>7.0143461738595692</c:v>
                </c:pt>
                <c:pt idx="146">
                  <c:v>7.0153706302527636</c:v>
                </c:pt>
                <c:pt idx="147">
                  <c:v>7.0151930809378893</c:v>
                </c:pt>
                <c:pt idx="148">
                  <c:v>7.0141676784559834</c:v>
                </c:pt>
                <c:pt idx="149">
                  <c:v>7.0126749081505544</c:v>
                </c:pt>
                <c:pt idx="150">
                  <c:v>7.0123545782809567</c:v>
                </c:pt>
                <c:pt idx="151">
                  <c:v>7.0122351345811191</c:v>
                </c:pt>
                <c:pt idx="152">
                  <c:v>7.0133431621438369</c:v>
                </c:pt>
                <c:pt idx="153">
                  <c:v>7.0134998975070566</c:v>
                </c:pt>
                <c:pt idx="154">
                  <c:v>7.0127714091991358</c:v>
                </c:pt>
                <c:pt idx="155">
                  <c:v>7.014404437156057</c:v>
                </c:pt>
                <c:pt idx="156">
                  <c:v>7.0148353805641843</c:v>
                </c:pt>
                <c:pt idx="157">
                  <c:v>7.0136994433844748</c:v>
                </c:pt>
                <c:pt idx="158">
                  <c:v>7.0146633501001281</c:v>
                </c:pt>
                <c:pt idx="159">
                  <c:v>7.0138902379413111</c:v>
                </c:pt>
                <c:pt idx="160">
                  <c:v>7.0121939797221655</c:v>
                </c:pt>
                <c:pt idx="161">
                  <c:v>7.0113324082688155</c:v>
                </c:pt>
                <c:pt idx="162">
                  <c:v>7.0097447137293241</c:v>
                </c:pt>
                <c:pt idx="163">
                  <c:v>7.0094498494142137</c:v>
                </c:pt>
                <c:pt idx="164">
                  <c:v>7.010765701130576</c:v>
                </c:pt>
                <c:pt idx="165">
                  <c:v>7.0113551143978929</c:v>
                </c:pt>
                <c:pt idx="166">
                  <c:v>7.0109022532679477</c:v>
                </c:pt>
                <c:pt idx="167">
                  <c:v>7.0086446490799288</c:v>
                </c:pt>
                <c:pt idx="168">
                  <c:v>7.0082558854601933</c:v>
                </c:pt>
                <c:pt idx="169">
                  <c:v>7.0099541935382144</c:v>
                </c:pt>
                <c:pt idx="170">
                  <c:v>7.0108405998202432</c:v>
                </c:pt>
                <c:pt idx="171">
                  <c:v>7.011155095476119</c:v>
                </c:pt>
                <c:pt idx="172">
                  <c:v>7.0110880020183224</c:v>
                </c:pt>
                <c:pt idx="173">
                  <c:v>7.0084846024062193</c:v>
                </c:pt>
                <c:pt idx="174">
                  <c:v>7.00846914962393</c:v>
                </c:pt>
                <c:pt idx="175">
                  <c:v>7.0096336271464388</c:v>
                </c:pt>
                <c:pt idx="176">
                  <c:v>7.0104628739021431</c:v>
                </c:pt>
                <c:pt idx="177">
                  <c:v>7.0126933568804297</c:v>
                </c:pt>
                <c:pt idx="178">
                  <c:v>7.0135497248458663</c:v>
                </c:pt>
                <c:pt idx="179">
                  <c:v>7.0108884561409042</c:v>
                </c:pt>
                <c:pt idx="180">
                  <c:v>7.0100492754537287</c:v>
                </c:pt>
                <c:pt idx="181">
                  <c:v>7.0120292026048974</c:v>
                </c:pt>
                <c:pt idx="182">
                  <c:v>7.012184755357227</c:v>
                </c:pt>
                <c:pt idx="183">
                  <c:v>7.0099898295463507</c:v>
                </c:pt>
                <c:pt idx="184">
                  <c:v>7.0089124710260329</c:v>
                </c:pt>
                <c:pt idx="185">
                  <c:v>7.007529486431511</c:v>
                </c:pt>
                <c:pt idx="186">
                  <c:v>7.0067803891578233</c:v>
                </c:pt>
                <c:pt idx="187">
                  <c:v>7.0095535249688581</c:v>
                </c:pt>
                <c:pt idx="188">
                  <c:v>7.0122328482000666</c:v>
                </c:pt>
                <c:pt idx="189">
                  <c:v>7.0116866396505779</c:v>
                </c:pt>
                <c:pt idx="190">
                  <c:v>7.0105815291947211</c:v>
                </c:pt>
                <c:pt idx="191">
                  <c:v>7.0120287295605417</c:v>
                </c:pt>
                <c:pt idx="192">
                  <c:v>7.0145473753922323</c:v>
                </c:pt>
                <c:pt idx="193">
                  <c:v>7.0135424714990773</c:v>
                </c:pt>
                <c:pt idx="194">
                  <c:v>7.0123287973635664</c:v>
                </c:pt>
                <c:pt idx="195">
                  <c:v>7.0113019757485926</c:v>
                </c:pt>
                <c:pt idx="196">
                  <c:v>7.0090082625080807</c:v>
                </c:pt>
                <c:pt idx="197">
                  <c:v>7.0082639272142417</c:v>
                </c:pt>
                <c:pt idx="198">
                  <c:v>7.0081335246534948</c:v>
                </c:pt>
                <c:pt idx="199">
                  <c:v>7.0087033065800473</c:v>
                </c:pt>
                <c:pt idx="200">
                  <c:v>7.0086187893218117</c:v>
                </c:pt>
                <c:pt idx="201">
                  <c:v>7.009713019757486</c:v>
                </c:pt>
                <c:pt idx="202">
                  <c:v>7.0122997839764105</c:v>
                </c:pt>
                <c:pt idx="203">
                  <c:v>7.0137725287374444</c:v>
                </c:pt>
                <c:pt idx="204">
                  <c:v>7.0134164840189852</c:v>
                </c:pt>
                <c:pt idx="205">
                  <c:v>7.0131345495829329</c:v>
                </c:pt>
                <c:pt idx="206">
                  <c:v>7.0145106356139326</c:v>
                </c:pt>
                <c:pt idx="207">
                  <c:v>7.0152083760387267</c:v>
                </c:pt>
                <c:pt idx="208">
                  <c:v>7.01446222740819</c:v>
                </c:pt>
                <c:pt idx="209">
                  <c:v>7.0157418912313343</c:v>
                </c:pt>
                <c:pt idx="210">
                  <c:v>7.0176677336444913</c:v>
                </c:pt>
                <c:pt idx="211">
                  <c:v>7.0170142228669645</c:v>
                </c:pt>
                <c:pt idx="212">
                  <c:v>7.0160479509295319</c:v>
                </c:pt>
                <c:pt idx="213">
                  <c:v>7.0157355839732576</c:v>
                </c:pt>
                <c:pt idx="214">
                  <c:v>7.0156779514025764</c:v>
                </c:pt>
                <c:pt idx="215">
                  <c:v>7.0137003894731862</c:v>
                </c:pt>
                <c:pt idx="216">
                  <c:v>7.0120694902158656</c:v>
                </c:pt>
                <c:pt idx="217">
                  <c:v>7.011900849903026</c:v>
                </c:pt>
                <c:pt idx="218">
                  <c:v>7.0106004509689521</c:v>
                </c:pt>
                <c:pt idx="219">
                  <c:v>7.0111241110708145</c:v>
                </c:pt>
                <c:pt idx="220">
                  <c:v>7.0117283463946132</c:v>
                </c:pt>
                <c:pt idx="221">
                  <c:v>7.0121626011132312</c:v>
                </c:pt>
                <c:pt idx="222">
                  <c:v>7.0121853072423095</c:v>
                </c:pt>
                <c:pt idx="223">
                  <c:v>7.0118539396710764</c:v>
                </c:pt>
                <c:pt idx="224">
                  <c:v>7.011495372049386</c:v>
                </c:pt>
                <c:pt idx="225">
                  <c:v>7.0127850486447283</c:v>
                </c:pt>
                <c:pt idx="226">
                  <c:v>7.0121000015768145</c:v>
                </c:pt>
                <c:pt idx="227">
                  <c:v>7.0120666519497314</c:v>
                </c:pt>
                <c:pt idx="228">
                  <c:v>7.0118355697819261</c:v>
                </c:pt>
                <c:pt idx="229">
                  <c:v>7.0126517289771204</c:v>
                </c:pt>
                <c:pt idx="230">
                  <c:v>7.0119423201248834</c:v>
                </c:pt>
                <c:pt idx="231">
                  <c:v>7.0120396095807251</c:v>
                </c:pt>
                <c:pt idx="232">
                  <c:v>7.0136589980920547</c:v>
                </c:pt>
                <c:pt idx="233">
                  <c:v>7.0136625459247233</c:v>
                </c:pt>
                <c:pt idx="234">
                  <c:v>7.0132113404500229</c:v>
                </c:pt>
                <c:pt idx="235">
                  <c:v>7.0123907661741747</c:v>
                </c:pt>
                <c:pt idx="236">
                  <c:v>7.0112977183493905</c:v>
                </c:pt>
                <c:pt idx="237">
                  <c:v>7.0094347119948281</c:v>
                </c:pt>
                <c:pt idx="238">
                  <c:v>7.0089833488386759</c:v>
                </c:pt>
                <c:pt idx="239">
                  <c:v>7.0113164824421705</c:v>
                </c:pt>
                <c:pt idx="240">
                  <c:v>7.0134064712467872</c:v>
                </c:pt>
                <c:pt idx="241">
                  <c:v>7.0122365537141862</c:v>
                </c:pt>
                <c:pt idx="242">
                  <c:v>7.0094459073779154</c:v>
                </c:pt>
                <c:pt idx="243">
                  <c:v>7.0090867090304165</c:v>
                </c:pt>
                <c:pt idx="244">
                  <c:v>7.0109875589334427</c:v>
                </c:pt>
                <c:pt idx="245">
                  <c:v>7.0117296866869552</c:v>
                </c:pt>
                <c:pt idx="246">
                  <c:v>7.0093268578817076</c:v>
                </c:pt>
                <c:pt idx="247">
                  <c:v>7.0105341459184158</c:v>
                </c:pt>
                <c:pt idx="248">
                  <c:v>7.0131142086756331</c:v>
                </c:pt>
                <c:pt idx="249">
                  <c:v>7.0140465791009001</c:v>
                </c:pt>
                <c:pt idx="250">
                  <c:v>7.0138043015500084</c:v>
                </c:pt>
                <c:pt idx="251">
                  <c:v>7.0142797111275801</c:v>
                </c:pt>
                <c:pt idx="252">
                  <c:v>7.015406345101626</c:v>
                </c:pt>
                <c:pt idx="253">
                  <c:v>7.0145197022974184</c:v>
                </c:pt>
                <c:pt idx="254">
                  <c:v>7.0128065721629165</c:v>
                </c:pt>
                <c:pt idx="255">
                  <c:v>7.0110026175121023</c:v>
                </c:pt>
                <c:pt idx="256">
                  <c:v>7.0114382125230605</c:v>
                </c:pt>
                <c:pt idx="257">
                  <c:v>7.0132632176477081</c:v>
                </c:pt>
                <c:pt idx="258">
                  <c:v>7.0139581198063672</c:v>
                </c:pt>
                <c:pt idx="259">
                  <c:v>7.0152529998896229</c:v>
                </c:pt>
                <c:pt idx="260">
                  <c:v>7.015587442249168</c:v>
                </c:pt>
                <c:pt idx="261">
                  <c:v>7.0149990539112883</c:v>
                </c:pt>
                <c:pt idx="262">
                  <c:v>7.0157928223403081</c:v>
                </c:pt>
                <c:pt idx="263">
                  <c:v>7.014362336208392</c:v>
                </c:pt>
                <c:pt idx="264">
                  <c:v>7.0127939576467622</c:v>
                </c:pt>
                <c:pt idx="265">
                  <c:v>7.0125530203882116</c:v>
                </c:pt>
                <c:pt idx="266">
                  <c:v>7.0123459058011006</c:v>
                </c:pt>
                <c:pt idx="267">
                  <c:v>7.013596398555638</c:v>
                </c:pt>
                <c:pt idx="268">
                  <c:v>7.0151395480849583</c:v>
                </c:pt>
                <c:pt idx="269">
                  <c:v>7.013067850328766</c:v>
                </c:pt>
                <c:pt idx="270">
                  <c:v>7.0105082861602988</c:v>
                </c:pt>
                <c:pt idx="271">
                  <c:v>7.0101277219760636</c:v>
                </c:pt>
                <c:pt idx="272">
                  <c:v>7.0095900282249799</c:v>
                </c:pt>
                <c:pt idx="273">
                  <c:v>7.0103144168151497</c:v>
                </c:pt>
                <c:pt idx="274">
                  <c:v>7.0109107680663527</c:v>
                </c:pt>
                <c:pt idx="275">
                  <c:v>7.0117433261325468</c:v>
                </c:pt>
                <c:pt idx="276">
                  <c:v>7.0109419101531083</c:v>
                </c:pt>
                <c:pt idx="277">
                  <c:v>7.0100064649395293</c:v>
                </c:pt>
                <c:pt idx="278">
                  <c:v>7.0087750516406757</c:v>
                </c:pt>
                <c:pt idx="279">
                  <c:v>7.0064598621864107</c:v>
                </c:pt>
                <c:pt idx="280">
                  <c:v>7.0079309039877637</c:v>
                </c:pt>
                <c:pt idx="281">
                  <c:v>7.0114903262429245</c:v>
                </c:pt>
                <c:pt idx="282">
                  <c:v>7.014753307368454</c:v>
                </c:pt>
                <c:pt idx="283">
                  <c:v>7.0159654835301719</c:v>
                </c:pt>
                <c:pt idx="284">
                  <c:v>7.0150606285182677</c:v>
                </c:pt>
                <c:pt idx="285">
                  <c:v>7.0145012535675431</c:v>
                </c:pt>
                <c:pt idx="286">
                  <c:v>7.0136508774972803</c:v>
                </c:pt>
                <c:pt idx="287">
                  <c:v>7.0133267632728362</c:v>
                </c:pt>
                <c:pt idx="288">
                  <c:v>7.0134200318516529</c:v>
                </c:pt>
                <c:pt idx="289">
                  <c:v>7.0112473391254984</c:v>
                </c:pt>
                <c:pt idx="290">
                  <c:v>7.0095337359466408</c:v>
                </c:pt>
                <c:pt idx="291">
                  <c:v>7.0097066336586824</c:v>
                </c:pt>
                <c:pt idx="292">
                  <c:v>7.008637080370236</c:v>
                </c:pt>
                <c:pt idx="293">
                  <c:v>7.0071279033097333</c:v>
                </c:pt>
                <c:pt idx="294">
                  <c:v>7.0079876693104586</c:v>
                </c:pt>
                <c:pt idx="295">
                  <c:v>7.0076644302180737</c:v>
                </c:pt>
                <c:pt idx="296">
                  <c:v>7.0082975922042294</c:v>
                </c:pt>
                <c:pt idx="297">
                  <c:v>7.0101437266434345</c:v>
                </c:pt>
                <c:pt idx="298">
                  <c:v>7.0102528422081711</c:v>
                </c:pt>
                <c:pt idx="299">
                  <c:v>7.0076022248852867</c:v>
                </c:pt>
                <c:pt idx="300">
                  <c:v>7.0056493558712685</c:v>
                </c:pt>
                <c:pt idx="301">
                  <c:v>7.007132736246235</c:v>
                </c:pt>
                <c:pt idx="302">
                  <c:v>7.0090575379618096</c:v>
                </c:pt>
                <c:pt idx="303">
                  <c:v>7.0105447894164206</c:v>
                </c:pt>
                <c:pt idx="304">
                  <c:v>7.0126598495718948</c:v>
                </c:pt>
                <c:pt idx="305">
                  <c:v>7.0129856194515838</c:v>
                </c:pt>
                <c:pt idx="306">
                  <c:v>7.0126218483419791</c:v>
                </c:pt>
                <c:pt idx="307">
                  <c:v>7.012782604582223</c:v>
                </c:pt>
                <c:pt idx="308">
                  <c:v>7.0121566092180574</c:v>
                </c:pt>
                <c:pt idx="309">
                  <c:v>7.0116636181585958</c:v>
                </c:pt>
                <c:pt idx="310">
                  <c:v>7.0124099244705844</c:v>
                </c:pt>
                <c:pt idx="311">
                  <c:v>7.0140679449376373</c:v>
                </c:pt>
                <c:pt idx="312">
                  <c:v>7.0151235434175874</c:v>
                </c:pt>
                <c:pt idx="313">
                  <c:v>7.0135535092007126</c:v>
                </c:pt>
                <c:pt idx="314">
                  <c:v>7.0121549535628125</c:v>
                </c:pt>
                <c:pt idx="315">
                  <c:v>7.0128795786751601</c:v>
                </c:pt>
                <c:pt idx="316">
                  <c:v>7.0130736057017611</c:v>
                </c:pt>
                <c:pt idx="317">
                  <c:v>7.0123849319604536</c:v>
                </c:pt>
                <c:pt idx="318">
                  <c:v>7.0106013182169384</c:v>
                </c:pt>
                <c:pt idx="319">
                  <c:v>7.0107329033885746</c:v>
                </c:pt>
                <c:pt idx="320">
                  <c:v>7.0111888393068327</c:v>
                </c:pt>
                <c:pt idx="321">
                  <c:v>7.0122534256295435</c:v>
                </c:pt>
                <c:pt idx="322">
                  <c:v>7.0147857897475516</c:v>
                </c:pt>
                <c:pt idx="323">
                  <c:v>7.0181112127280469</c:v>
                </c:pt>
                <c:pt idx="324">
                  <c:v>7.0192961888393066</c:v>
                </c:pt>
                <c:pt idx="325">
                  <c:v>7.0156147999810781</c:v>
                </c:pt>
                <c:pt idx="326">
                  <c:v>7.0127241836042824</c:v>
                </c:pt>
                <c:pt idx="327">
                  <c:v>7.0127543796023275</c:v>
                </c:pt>
                <c:pt idx="328">
                  <c:v>7.0126847632412996</c:v>
                </c:pt>
                <c:pt idx="329">
                  <c:v>7.0098854444251719</c:v>
                </c:pt>
                <c:pt idx="330">
                  <c:v>7.0079091439473977</c:v>
                </c:pt>
                <c:pt idx="331">
                  <c:v>7.0073261719673914</c:v>
                </c:pt>
                <c:pt idx="332">
                  <c:v>7.0067969141739859</c:v>
                </c:pt>
                <c:pt idx="333">
                  <c:v>7.0080693483025591</c:v>
                </c:pt>
                <c:pt idx="334">
                  <c:v>7.0117916554975634</c:v>
                </c:pt>
                <c:pt idx="335">
                  <c:v>7.0122808622021795</c:v>
                </c:pt>
                <c:pt idx="336">
                  <c:v>7.0105328844667998</c:v>
                </c:pt>
                <c:pt idx="337">
                  <c:v>7.010134344597045</c:v>
                </c:pt>
                <c:pt idx="338">
                  <c:v>7.0093347419543042</c:v>
                </c:pt>
                <c:pt idx="339">
                  <c:v>7.009804159636702</c:v>
                </c:pt>
                <c:pt idx="340">
                  <c:v>7.0101013891735917</c:v>
                </c:pt>
                <c:pt idx="341">
                  <c:v>7.0096630347372235</c:v>
                </c:pt>
                <c:pt idx="342">
                  <c:v>7.0101145555748277</c:v>
                </c:pt>
                <c:pt idx="343">
                  <c:v>7.0113155363534592</c:v>
                </c:pt>
                <c:pt idx="344">
                  <c:v>7.0113743515350286</c:v>
                </c:pt>
                <c:pt idx="345">
                  <c:v>7.0119533578265187</c:v>
                </c:pt>
                <c:pt idx="346">
                  <c:v>7.0127958498241849</c:v>
                </c:pt>
                <c:pt idx="347">
                  <c:v>7.0124054305492045</c:v>
                </c:pt>
                <c:pt idx="348">
                  <c:v>7.0117187278260458</c:v>
                </c:pt>
                <c:pt idx="349">
                  <c:v>7.0111211939639544</c:v>
                </c:pt>
                <c:pt idx="350">
                  <c:v>7.0108719784291775</c:v>
                </c:pt>
                <c:pt idx="351">
                  <c:v>7.0090980620949557</c:v>
                </c:pt>
                <c:pt idx="352">
                  <c:v>7.0093791292830225</c:v>
                </c:pt>
                <c:pt idx="353">
                  <c:v>7.0096082404326783</c:v>
                </c:pt>
                <c:pt idx="354">
                  <c:v>7.0091942477806333</c:v>
                </c:pt>
                <c:pt idx="355">
                  <c:v>7.0113582680269317</c:v>
                </c:pt>
                <c:pt idx="356">
                  <c:v>7.0136479603904194</c:v>
                </c:pt>
                <c:pt idx="357">
                  <c:v>7.0141734338289785</c:v>
                </c:pt>
                <c:pt idx="358">
                  <c:v>7.0138534981630114</c:v>
                </c:pt>
                <c:pt idx="359">
                  <c:v>7.0131550481716838</c:v>
                </c:pt>
                <c:pt idx="360">
                  <c:v>7.0127956133020071</c:v>
                </c:pt>
                <c:pt idx="361">
                  <c:v>7.0126589034831834</c:v>
                </c:pt>
                <c:pt idx="362">
                  <c:v>7.0120430785726677</c:v>
                </c:pt>
                <c:pt idx="363">
                  <c:v>7.0113735631277692</c:v>
                </c:pt>
                <c:pt idx="364">
                  <c:v>7.0098686513505415</c:v>
                </c:pt>
                <c:pt idx="365">
                  <c:v>7.0097214557151641</c:v>
                </c:pt>
                <c:pt idx="366">
                  <c:v>7.0122092748230029</c:v>
                </c:pt>
                <c:pt idx="367">
                  <c:v>7.0141581387281411</c:v>
                </c:pt>
                <c:pt idx="368">
                  <c:v>7.0128616818303664</c:v>
                </c:pt>
                <c:pt idx="369">
                  <c:v>7.0108880619372744</c:v>
                </c:pt>
                <c:pt idx="370">
                  <c:v>7.0100098550907459</c:v>
                </c:pt>
                <c:pt idx="371">
                  <c:v>7.0097145965720049</c:v>
                </c:pt>
                <c:pt idx="372">
                  <c:v>7.0087622794430695</c:v>
                </c:pt>
                <c:pt idx="373">
                  <c:v>7.0070477695958626</c:v>
                </c:pt>
                <c:pt idx="374">
                  <c:v>7.0070524448509124</c:v>
                </c:pt>
                <c:pt idx="375">
                  <c:v>7.0100954761191439</c:v>
                </c:pt>
                <c:pt idx="376">
                  <c:v>7.0115233605071037</c:v>
                </c:pt>
                <c:pt idx="377">
                  <c:v>7.0119204812437914</c:v>
                </c:pt>
                <c:pt idx="378">
                  <c:v>7.0136244658540816</c:v>
                </c:pt>
                <c:pt idx="379">
                  <c:v>7.0135658083539631</c:v>
                </c:pt>
                <c:pt idx="380">
                  <c:v>7.0122848830792037</c:v>
                </c:pt>
                <c:pt idx="381">
                  <c:v>7.0117660322616251</c:v>
                </c:pt>
                <c:pt idx="382">
                  <c:v>7.0112627130670617</c:v>
                </c:pt>
                <c:pt idx="383">
                  <c:v>7.0101507434680457</c:v>
                </c:pt>
                <c:pt idx="384">
                  <c:v>7.0110669515444899</c:v>
                </c:pt>
                <c:pt idx="385">
                  <c:v>7.0127874138665067</c:v>
                </c:pt>
                <c:pt idx="386">
                  <c:v>7.0143105378514328</c:v>
                </c:pt>
                <c:pt idx="387">
                  <c:v>7.0158066194673516</c:v>
                </c:pt>
                <c:pt idx="388">
                  <c:v>7.0160289503145741</c:v>
                </c:pt>
                <c:pt idx="389">
                  <c:v>7.0149194247780633</c:v>
                </c:pt>
                <c:pt idx="390">
                  <c:v>7.0133845535249693</c:v>
                </c:pt>
                <c:pt idx="391">
                  <c:v>7.0137791513584258</c:v>
                </c:pt>
                <c:pt idx="392">
                  <c:v>7.0137322411264762</c:v>
                </c:pt>
                <c:pt idx="393">
                  <c:v>7.0118712846307885</c:v>
                </c:pt>
                <c:pt idx="394">
                  <c:v>7.0085557167410402</c:v>
                </c:pt>
                <c:pt idx="395">
                  <c:v>7.0083381163373755</c:v>
                </c:pt>
                <c:pt idx="396">
                  <c:v>7.0093330074583324</c:v>
                </c:pt>
                <c:pt idx="397">
                  <c:v>7.0086138223560761</c:v>
                </c:pt>
                <c:pt idx="398">
                  <c:v>7.0084118324161526</c:v>
                </c:pt>
                <c:pt idx="399">
                  <c:v>7.008055078131159</c:v>
                </c:pt>
                <c:pt idx="400">
                  <c:v>7.0077175530992291</c:v>
                </c:pt>
                <c:pt idx="401">
                  <c:v>7.008467730490862</c:v>
                </c:pt>
                <c:pt idx="402">
                  <c:v>7.0089983285766095</c:v>
                </c:pt>
                <c:pt idx="403">
                  <c:v>7.0098246582254529</c:v>
                </c:pt>
                <c:pt idx="404">
                  <c:v>7.0104482095271132</c:v>
                </c:pt>
                <c:pt idx="405">
                  <c:v>7.0118017471104874</c:v>
                </c:pt>
                <c:pt idx="406">
                  <c:v>7.0145930241725667</c:v>
                </c:pt>
                <c:pt idx="407">
                  <c:v>7.0140969583247923</c:v>
                </c:pt>
                <c:pt idx="408">
                  <c:v>7.0131339188571244</c:v>
                </c:pt>
                <c:pt idx="409">
                  <c:v>7.0147440041627904</c:v>
                </c:pt>
                <c:pt idx="410">
                  <c:v>7.0150114319052648</c:v>
                </c:pt>
                <c:pt idx="411">
                  <c:v>7.0142712751699019</c:v>
                </c:pt>
                <c:pt idx="412">
                  <c:v>7.0135929295636954</c:v>
                </c:pt>
                <c:pt idx="413">
                  <c:v>7.0136139800375279</c:v>
                </c:pt>
                <c:pt idx="414">
                  <c:v>7.0144073542629179</c:v>
                </c:pt>
                <c:pt idx="415">
                  <c:v>7.0148042384774278</c:v>
                </c:pt>
                <c:pt idx="416">
                  <c:v>7.0135371891704379</c:v>
                </c:pt>
                <c:pt idx="417">
                  <c:v>7.0121102508711903</c:v>
                </c:pt>
                <c:pt idx="418">
                  <c:v>7.0107999180056453</c:v>
                </c:pt>
                <c:pt idx="419">
                  <c:v>7.0092447058452514</c:v>
                </c:pt>
                <c:pt idx="420">
                  <c:v>7.0104668159384413</c:v>
                </c:pt>
                <c:pt idx="421">
                  <c:v>7.0134006370330662</c:v>
                </c:pt>
                <c:pt idx="422">
                  <c:v>7.014159557861209</c:v>
                </c:pt>
                <c:pt idx="423">
                  <c:v>7.0112572730569704</c:v>
                </c:pt>
                <c:pt idx="424">
                  <c:v>7.0093731373878487</c:v>
                </c:pt>
                <c:pt idx="425">
                  <c:v>7.0101663539317869</c:v>
                </c:pt>
                <c:pt idx="426">
                  <c:v>7.0099267569655783</c:v>
                </c:pt>
                <c:pt idx="427">
                  <c:v>7.0102857187908985</c:v>
                </c:pt>
                <c:pt idx="428">
                  <c:v>7.0115122439647424</c:v>
                </c:pt>
                <c:pt idx="429">
                  <c:v>7.0118205112032674</c:v>
                </c:pt>
                <c:pt idx="430">
                  <c:v>7.0118770400037844</c:v>
                </c:pt>
                <c:pt idx="431">
                  <c:v>7.011611189075829</c:v>
                </c:pt>
                <c:pt idx="432">
                  <c:v>7.0110716031473217</c:v>
                </c:pt>
                <c:pt idx="433">
                  <c:v>7.0123860357306169</c:v>
                </c:pt>
                <c:pt idx="434">
                  <c:v>7.0126969047130983</c:v>
                </c:pt>
                <c:pt idx="435">
                  <c:v>7.0141389804317322</c:v>
                </c:pt>
                <c:pt idx="436">
                  <c:v>7.0160098708588912</c:v>
                </c:pt>
                <c:pt idx="437">
                  <c:v>7.0144574969646323</c:v>
                </c:pt>
                <c:pt idx="438">
                  <c:v>7.0134843658840413</c:v>
                </c:pt>
                <c:pt idx="439">
                  <c:v>7.0129196297639504</c:v>
                </c:pt>
                <c:pt idx="440">
                  <c:v>7.0139696305523582</c:v>
                </c:pt>
                <c:pt idx="441">
                  <c:v>7.0160153897097084</c:v>
                </c:pt>
                <c:pt idx="442">
                  <c:v>7.0163178227345115</c:v>
                </c:pt>
                <c:pt idx="443">
                  <c:v>7.0169326227155899</c:v>
                </c:pt>
                <c:pt idx="444">
                  <c:v>7.0145432756744821</c:v>
                </c:pt>
                <c:pt idx="445">
                  <c:v>7.0111248994780748</c:v>
                </c:pt>
                <c:pt idx="446">
                  <c:v>7.0104776171178989</c:v>
                </c:pt>
                <c:pt idx="447">
                  <c:v>7.0115418092369799</c:v>
                </c:pt>
                <c:pt idx="448">
                  <c:v>7.011683722543717</c:v>
                </c:pt>
                <c:pt idx="449">
                  <c:v>7.0121232595909744</c:v>
                </c:pt>
                <c:pt idx="450">
                  <c:v>7.0127960075056368</c:v>
                </c:pt>
                <c:pt idx="451">
                  <c:v>7.0134600040997181</c:v>
                </c:pt>
                <c:pt idx="452">
                  <c:v>7.0129504564878031</c:v>
                </c:pt>
                <c:pt idx="453">
                  <c:v>7.013204008262508</c:v>
                </c:pt>
                <c:pt idx="454">
                  <c:v>7.0137270376385628</c:v>
                </c:pt>
                <c:pt idx="455">
                  <c:v>7.0128254150964224</c:v>
                </c:pt>
                <c:pt idx="456">
                  <c:v>7.0136215487472207</c:v>
                </c:pt>
                <c:pt idx="457">
                  <c:v>7.0152004131254042</c:v>
                </c:pt>
                <c:pt idx="458">
                  <c:v>7.0161674734700954</c:v>
                </c:pt>
                <c:pt idx="459">
                  <c:v>7.0171036282502088</c:v>
                </c:pt>
                <c:pt idx="460">
                  <c:v>7.0181870575064256</c:v>
                </c:pt>
                <c:pt idx="461">
                  <c:v>7.0175855027673091</c:v>
                </c:pt>
                <c:pt idx="462">
                  <c:v>7.0170257336129547</c:v>
                </c:pt>
                <c:pt idx="463">
                  <c:v>7.0171286996010656</c:v>
                </c:pt>
                <c:pt idx="464">
                  <c:v>7.0173250918494459</c:v>
                </c:pt>
                <c:pt idx="465">
                  <c:v>7.0169337264857532</c:v>
                </c:pt>
                <c:pt idx="466">
                  <c:v>7.0161572241757204</c:v>
                </c:pt>
                <c:pt idx="467">
                  <c:v>7.0142383197464486</c:v>
                </c:pt>
                <c:pt idx="468">
                  <c:v>7.0136060959649313</c:v>
                </c:pt>
                <c:pt idx="469">
                  <c:v>7.0132921521941372</c:v>
                </c:pt>
                <c:pt idx="470">
                  <c:v>7.0130106908024405</c:v>
                </c:pt>
                <c:pt idx="471">
                  <c:v>7.0129575521531402</c:v>
                </c:pt>
                <c:pt idx="472">
                  <c:v>7.0130155000867251</c:v>
                </c:pt>
                <c:pt idx="473">
                  <c:v>7.0137743420741421</c:v>
                </c:pt>
                <c:pt idx="474">
                  <c:v>7.0137036219429509</c:v>
                </c:pt>
                <c:pt idx="475">
                  <c:v>7.0138131317113164</c:v>
                </c:pt>
                <c:pt idx="476">
                  <c:v>7.0148181932859242</c:v>
                </c:pt>
                <c:pt idx="477">
                  <c:v>7.015009539727842</c:v>
                </c:pt>
                <c:pt idx="478">
                  <c:v>7.0134569293114053</c:v>
                </c:pt>
                <c:pt idx="479">
                  <c:v>7.0125240070010566</c:v>
                </c:pt>
                <c:pt idx="480">
                  <c:v>7.0122042290165405</c:v>
                </c:pt>
                <c:pt idx="481">
                  <c:v>7.0101641463914603</c:v>
                </c:pt>
                <c:pt idx="482">
                  <c:v>7.0087908197858688</c:v>
                </c:pt>
                <c:pt idx="483">
                  <c:v>7.010287689809048</c:v>
                </c:pt>
                <c:pt idx="484">
                  <c:v>7.0121604724136297</c:v>
                </c:pt>
                <c:pt idx="485">
                  <c:v>7.0127335656506729</c:v>
                </c:pt>
                <c:pt idx="486">
                  <c:v>7.0132281335246534</c:v>
                </c:pt>
                <c:pt idx="487">
                  <c:v>7.0135744808338192</c:v>
                </c:pt>
                <c:pt idx="488">
                  <c:v>7.015126933568804</c:v>
                </c:pt>
                <c:pt idx="489">
                  <c:v>7.0151083271574768</c:v>
                </c:pt>
                <c:pt idx="490">
                  <c:v>7.0140263170343271</c:v>
                </c:pt>
                <c:pt idx="491">
                  <c:v>7.0118516532900239</c:v>
                </c:pt>
                <c:pt idx="492">
                  <c:v>7.0095227770857313</c:v>
                </c:pt>
                <c:pt idx="493">
                  <c:v>7.00961738595689</c:v>
                </c:pt>
                <c:pt idx="494">
                  <c:v>7.0105069458679576</c:v>
                </c:pt>
                <c:pt idx="495">
                  <c:v>7.0118558318485</c:v>
                </c:pt>
                <c:pt idx="496">
                  <c:v>7.0113413172708494</c:v>
                </c:pt>
                <c:pt idx="497">
                  <c:v>7.0096180166826976</c:v>
                </c:pt>
                <c:pt idx="498">
                  <c:v>7.0096590138601993</c:v>
                </c:pt>
                <c:pt idx="499">
                  <c:v>7.0104632681057728</c:v>
                </c:pt>
                <c:pt idx="500">
                  <c:v>7.0104625585392393</c:v>
                </c:pt>
                <c:pt idx="501">
                  <c:v>7.0109221999716169</c:v>
                </c:pt>
                <c:pt idx="502">
                  <c:v>7.0107524558886141</c:v>
                </c:pt>
                <c:pt idx="503">
                  <c:v>7.0096350462795058</c:v>
                </c:pt>
                <c:pt idx="504">
                  <c:v>7.00982725996941</c:v>
                </c:pt>
                <c:pt idx="505">
                  <c:v>7.0110550465948691</c:v>
                </c:pt>
                <c:pt idx="506">
                  <c:v>7.0103091344865103</c:v>
                </c:pt>
                <c:pt idx="507">
                  <c:v>7.0084929595231715</c:v>
                </c:pt>
                <c:pt idx="508">
                  <c:v>7.0083515192607893</c:v>
                </c:pt>
                <c:pt idx="509">
                  <c:v>7.0076533688642204</c:v>
                </c:pt>
                <c:pt idx="510">
                  <c:v>7.007480281934436</c:v>
                </c:pt>
                <c:pt idx="511">
                  <c:v>7.0089449534051314</c:v>
                </c:pt>
                <c:pt idx="512">
                  <c:v>7.0111796937826201</c:v>
                </c:pt>
                <c:pt idx="513">
                  <c:v>7.0117598826849994</c:v>
                </c:pt>
                <c:pt idx="514">
                  <c:v>7.010604866049607</c:v>
                </c:pt>
                <c:pt idx="515">
                  <c:v>7.0101514530345792</c:v>
                </c:pt>
                <c:pt idx="516">
                  <c:v>7.0101561046374119</c:v>
                </c:pt>
                <c:pt idx="517">
                  <c:v>7.0116196250335072</c:v>
                </c:pt>
                <c:pt idx="518">
                  <c:v>7.011502625396175</c:v>
                </c:pt>
                <c:pt idx="519">
                  <c:v>7.0108556583989028</c:v>
                </c:pt>
                <c:pt idx="520">
                  <c:v>7.0118908371308279</c:v>
                </c:pt>
                <c:pt idx="521">
                  <c:v>7.0112840789037989</c:v>
                </c:pt>
                <c:pt idx="522">
                  <c:v>7.0097596934672577</c:v>
                </c:pt>
                <c:pt idx="523">
                  <c:v>7.0077919393241777</c:v>
                </c:pt>
                <c:pt idx="524">
                  <c:v>7.0067290638452198</c:v>
                </c:pt>
                <c:pt idx="525">
                  <c:v>7.0086899036566326</c:v>
                </c:pt>
                <c:pt idx="526">
                  <c:v>7.0104816379949231</c:v>
                </c:pt>
                <c:pt idx="527">
                  <c:v>7.0108677210299755</c:v>
                </c:pt>
                <c:pt idx="528">
                  <c:v>7.0109997792459673</c:v>
                </c:pt>
                <c:pt idx="529">
                  <c:v>7.0104120216338952</c:v>
                </c:pt>
                <c:pt idx="530">
                  <c:v>7.0091451300083571</c:v>
                </c:pt>
                <c:pt idx="531">
                  <c:v>7.0092718270549836</c:v>
                </c:pt>
                <c:pt idx="532">
                  <c:v>7.0095141834466013</c:v>
                </c:pt>
                <c:pt idx="533">
                  <c:v>7.0102066415427551</c:v>
                </c:pt>
                <c:pt idx="534">
                  <c:v>7.009921553477664</c:v>
                </c:pt>
                <c:pt idx="535">
                  <c:v>7.0110485028146137</c:v>
                </c:pt>
                <c:pt idx="536">
                  <c:v>7.0124029864866992</c:v>
                </c:pt>
                <c:pt idx="537">
                  <c:v>7.0105942225516014</c:v>
                </c:pt>
                <c:pt idx="538">
                  <c:v>7.0093566596761221</c:v>
                </c:pt>
                <c:pt idx="539">
                  <c:v>7.0109939450322463</c:v>
                </c:pt>
                <c:pt idx="540">
                  <c:v>7.0121799460729433</c:v>
                </c:pt>
                <c:pt idx="541">
                  <c:v>7.0108765511912834</c:v>
                </c:pt>
                <c:pt idx="542">
                  <c:v>7.0093897727810281</c:v>
                </c:pt>
                <c:pt idx="543">
                  <c:v>7.0100450968952526</c:v>
                </c:pt>
                <c:pt idx="544">
                  <c:v>7.0114255980069062</c:v>
                </c:pt>
                <c:pt idx="545">
                  <c:v>7.0121365048329363</c:v>
                </c:pt>
                <c:pt idx="546">
                  <c:v>7.0119833961431119</c:v>
                </c:pt>
                <c:pt idx="547">
                  <c:v>7.0119131490562765</c:v>
                </c:pt>
                <c:pt idx="548">
                  <c:v>7.0113010296598812</c:v>
                </c:pt>
                <c:pt idx="549">
                  <c:v>7.0125946482915218</c:v>
                </c:pt>
                <c:pt idx="550">
                  <c:v>7.0148334883867607</c:v>
                </c:pt>
                <c:pt idx="551">
                  <c:v>7.0170537220706732</c:v>
                </c:pt>
                <c:pt idx="552">
                  <c:v>7.0175217994607291</c:v>
                </c:pt>
                <c:pt idx="553">
                  <c:v>7.0154733597186967</c:v>
                </c:pt>
                <c:pt idx="554">
                  <c:v>7.013280877970324</c:v>
                </c:pt>
                <c:pt idx="555">
                  <c:v>7.0110617480565764</c:v>
                </c:pt>
                <c:pt idx="556">
                  <c:v>7.0097242939812991</c:v>
                </c:pt>
                <c:pt idx="557">
                  <c:v>7.0095991737491916</c:v>
                </c:pt>
                <c:pt idx="558">
                  <c:v>7.0101625695769405</c:v>
                </c:pt>
                <c:pt idx="559">
                  <c:v>7.0095585707753196</c:v>
                </c:pt>
                <c:pt idx="560">
                  <c:v>7.00995466658257</c:v>
                </c:pt>
                <c:pt idx="561">
                  <c:v>7.0104501017045369</c:v>
                </c:pt>
                <c:pt idx="562">
                  <c:v>7.0093863826298115</c:v>
                </c:pt>
                <c:pt idx="563">
                  <c:v>7.0093577634462862</c:v>
                </c:pt>
                <c:pt idx="564">
                  <c:v>7.0101809394660908</c:v>
                </c:pt>
                <c:pt idx="565">
                  <c:v>7.0106060486604962</c:v>
                </c:pt>
                <c:pt idx="566">
                  <c:v>7.0108700074110279</c:v>
                </c:pt>
                <c:pt idx="567">
                  <c:v>7.0133362241599517</c:v>
                </c:pt>
                <c:pt idx="568">
                  <c:v>7.0137029123764174</c:v>
                </c:pt>
                <c:pt idx="569">
                  <c:v>7.012206278875416</c:v>
                </c:pt>
                <c:pt idx="570">
                  <c:v>7.0137286932938077</c:v>
                </c:pt>
                <c:pt idx="571">
                  <c:v>7.0149377158264876</c:v>
                </c:pt>
                <c:pt idx="572">
                  <c:v>7.0142700137182867</c:v>
                </c:pt>
                <c:pt idx="573">
                  <c:v>7.0139157823365235</c:v>
                </c:pt>
                <c:pt idx="574">
                  <c:v>7.0133322032829275</c:v>
                </c:pt>
                <c:pt idx="575">
                  <c:v>7.0131579652785438</c:v>
                </c:pt>
                <c:pt idx="576">
                  <c:v>7.0129702455100205</c:v>
                </c:pt>
                <c:pt idx="577">
                  <c:v>7.013425471861745</c:v>
                </c:pt>
                <c:pt idx="578">
                  <c:v>7.0150570018448732</c:v>
                </c:pt>
                <c:pt idx="579">
                  <c:v>7.015711852914742</c:v>
                </c:pt>
                <c:pt idx="580">
                  <c:v>7.0155088380453803</c:v>
                </c:pt>
                <c:pt idx="581">
                  <c:v>7.0146367019347515</c:v>
                </c:pt>
                <c:pt idx="582">
                  <c:v>7.0132116558129267</c:v>
                </c:pt>
                <c:pt idx="583">
                  <c:v>7.0115683785616296</c:v>
                </c:pt>
                <c:pt idx="584">
                  <c:v>7.0113456535107774</c:v>
                </c:pt>
                <c:pt idx="585">
                  <c:v>7.0118391176145947</c:v>
                </c:pt>
                <c:pt idx="586">
                  <c:v>7.0099746921269652</c:v>
                </c:pt>
                <c:pt idx="587">
                  <c:v>7.0072255633169869</c:v>
                </c:pt>
                <c:pt idx="588">
                  <c:v>7.0067299941657861</c:v>
                </c:pt>
                <c:pt idx="589">
                  <c:v>7.0082988536558446</c:v>
                </c:pt>
                <c:pt idx="590">
                  <c:v>7.0099637332660558</c:v>
                </c:pt>
                <c:pt idx="591">
                  <c:v>7.0110656900928747</c:v>
                </c:pt>
                <c:pt idx="592">
                  <c:v>7.0118911524937317</c:v>
                </c:pt>
                <c:pt idx="593">
                  <c:v>7.0118630851952881</c:v>
                </c:pt>
                <c:pt idx="594">
                  <c:v>7.0134767183336226</c:v>
                </c:pt>
                <c:pt idx="595">
                  <c:v>7.013939671076491</c:v>
                </c:pt>
                <c:pt idx="596">
                  <c:v>7.0146856620255758</c:v>
                </c:pt>
                <c:pt idx="597">
                  <c:v>7.0148255254734382</c:v>
                </c:pt>
                <c:pt idx="598">
                  <c:v>7.0146243239407751</c:v>
                </c:pt>
                <c:pt idx="599">
                  <c:v>7.0133340954603511</c:v>
                </c:pt>
                <c:pt idx="600">
                  <c:v>7.0111131522099059</c:v>
                </c:pt>
                <c:pt idx="601">
                  <c:v>7.0109993850423376</c:v>
                </c:pt>
                <c:pt idx="602">
                  <c:v>7.0116627509106104</c:v>
                </c:pt>
                <c:pt idx="603">
                  <c:v>7.0121064665163439</c:v>
                </c:pt>
                <c:pt idx="604">
                  <c:v>7.0115642788438794</c:v>
                </c:pt>
                <c:pt idx="605">
                  <c:v>7.0108070925117074</c:v>
                </c:pt>
                <c:pt idx="606">
                  <c:v>7.009656490956969</c:v>
                </c:pt>
                <c:pt idx="607">
                  <c:v>7.009340891530929</c:v>
                </c:pt>
                <c:pt idx="608">
                  <c:v>7.0087295605417932</c:v>
                </c:pt>
                <c:pt idx="609">
                  <c:v>7.0081415664075433</c:v>
                </c:pt>
                <c:pt idx="610">
                  <c:v>7.0095962566423315</c:v>
                </c:pt>
                <c:pt idx="611">
                  <c:v>7.010316703196203</c:v>
                </c:pt>
                <c:pt idx="612">
                  <c:v>7.0089350194736593</c:v>
                </c:pt>
                <c:pt idx="613">
                  <c:v>7.0071019883631092</c:v>
                </c:pt>
                <c:pt idx="614">
                  <c:v>7.0065051009949704</c:v>
                </c:pt>
                <c:pt idx="615">
                  <c:v>7.0069226178274651</c:v>
                </c:pt>
                <c:pt idx="616">
                  <c:v>7.0074062504927541</c:v>
                </c:pt>
                <c:pt idx="617">
                  <c:v>7.0090104700484082</c:v>
                </c:pt>
                <c:pt idx="618">
                  <c:v>7.0074326857881708</c:v>
                </c:pt>
                <c:pt idx="619">
                  <c:v>7.0067838818019839</c:v>
                </c:pt>
                <c:pt idx="620">
                  <c:v>7.0098111764613131</c:v>
                </c:pt>
                <c:pt idx="621">
                  <c:v>7.0122192875952001</c:v>
                </c:pt>
                <c:pt idx="622">
                  <c:v>7.011425992210536</c:v>
                </c:pt>
                <c:pt idx="623">
                  <c:v>7.0125033507308538</c:v>
                </c:pt>
                <c:pt idx="624">
                  <c:v>7.0133307053091345</c:v>
                </c:pt>
                <c:pt idx="625">
                  <c:v>7.0133025591699649</c:v>
                </c:pt>
                <c:pt idx="626">
                  <c:v>7.0145087434365099</c:v>
                </c:pt>
                <c:pt idx="627">
                  <c:v>7.0154430060391997</c:v>
                </c:pt>
                <c:pt idx="628">
                  <c:v>7.0172758952364429</c:v>
                </c:pt>
                <c:pt idx="629">
                  <c:v>7.0184578754001166</c:v>
                </c:pt>
                <c:pt idx="630">
                  <c:v>7.0179052019110992</c:v>
                </c:pt>
                <c:pt idx="631">
                  <c:v>7.0155734085999466</c:v>
                </c:pt>
                <c:pt idx="632">
                  <c:v>7.014521673315568</c:v>
                </c:pt>
                <c:pt idx="633">
                  <c:v>7.0150674876614261</c:v>
                </c:pt>
                <c:pt idx="634">
                  <c:v>7.0163884640249767</c:v>
                </c:pt>
                <c:pt idx="635">
                  <c:v>7.0170313313044987</c:v>
                </c:pt>
                <c:pt idx="636">
                  <c:v>7.0145133161986157</c:v>
                </c:pt>
                <c:pt idx="637">
                  <c:v>7.0120056292278337</c:v>
                </c:pt>
                <c:pt idx="638">
                  <c:v>7.0101874832463453</c:v>
                </c:pt>
                <c:pt idx="639">
                  <c:v>7.0099586874595943</c:v>
                </c:pt>
                <c:pt idx="640">
                  <c:v>7.0134509374162315</c:v>
                </c:pt>
                <c:pt idx="641">
                  <c:v>7.0155856289124712</c:v>
                </c:pt>
                <c:pt idx="642">
                  <c:v>7.0148979012598751</c:v>
                </c:pt>
                <c:pt idx="643">
                  <c:v>7.014039483435563</c:v>
                </c:pt>
                <c:pt idx="644">
                  <c:v>7.0133349627083366</c:v>
                </c:pt>
                <c:pt idx="645">
                  <c:v>7.013286554502594</c:v>
                </c:pt>
                <c:pt idx="646">
                  <c:v>7.0111763036314034</c:v>
                </c:pt>
                <c:pt idx="647">
                  <c:v>7.0089218530724233</c:v>
                </c:pt>
                <c:pt idx="648">
                  <c:v>7.0092841262082342</c:v>
                </c:pt>
                <c:pt idx="649">
                  <c:v>7.0102970718554376</c:v>
                </c:pt>
                <c:pt idx="650">
                  <c:v>7.0105873634084421</c:v>
                </c:pt>
                <c:pt idx="651">
                  <c:v>7.0112355130166035</c:v>
                </c:pt>
                <c:pt idx="652">
                  <c:v>7.0101187341333038</c:v>
                </c:pt>
                <c:pt idx="653">
                  <c:v>7.0093292231034861</c:v>
                </c:pt>
                <c:pt idx="654">
                  <c:v>7.0086440183541212</c:v>
                </c:pt>
                <c:pt idx="655">
                  <c:v>7.0099457575805362</c:v>
                </c:pt>
                <c:pt idx="656">
                  <c:v>7.0109136063324868</c:v>
                </c:pt>
                <c:pt idx="657">
                  <c:v>7.0107159526324923</c:v>
                </c:pt>
                <c:pt idx="658">
                  <c:v>7.0093289865813082</c:v>
                </c:pt>
                <c:pt idx="659">
                  <c:v>7.0074057143758184</c:v>
                </c:pt>
                <c:pt idx="660">
                  <c:v>7.008085431810656</c:v>
                </c:pt>
                <c:pt idx="661">
                  <c:v>7.0099635755846039</c:v>
                </c:pt>
                <c:pt idx="662">
                  <c:v>7.0118686828868322</c:v>
                </c:pt>
                <c:pt idx="663">
                  <c:v>7.0127871773443289</c:v>
                </c:pt>
                <c:pt idx="664">
                  <c:v>7.0134668632428765</c:v>
                </c:pt>
                <c:pt idx="665">
                  <c:v>7.0125672117188858</c:v>
                </c:pt>
                <c:pt idx="666">
                  <c:v>7.011288336303001</c:v>
                </c:pt>
                <c:pt idx="667">
                  <c:v>7.011365127170091</c:v>
                </c:pt>
                <c:pt idx="668">
                  <c:v>7.0129175010643499</c:v>
                </c:pt>
                <c:pt idx="669">
                  <c:v>7.0147384853119732</c:v>
                </c:pt>
                <c:pt idx="670">
                  <c:v>7.0155216102429874</c:v>
                </c:pt>
                <c:pt idx="671">
                  <c:v>7.0160759393872496</c:v>
                </c:pt>
                <c:pt idx="672">
                  <c:v>7.0149851779435188</c:v>
                </c:pt>
                <c:pt idx="673">
                  <c:v>7.0154167520774529</c:v>
                </c:pt>
                <c:pt idx="674">
                  <c:v>7.0152220154843183</c:v>
                </c:pt>
                <c:pt idx="675">
                  <c:v>7.0143763698576134</c:v>
                </c:pt>
                <c:pt idx="676">
                  <c:v>7.0130420694113749</c:v>
                </c:pt>
                <c:pt idx="677">
                  <c:v>7.0130570491493085</c:v>
                </c:pt>
                <c:pt idx="678">
                  <c:v>7.0149952695564419</c:v>
                </c:pt>
                <c:pt idx="679">
                  <c:v>7.0153492644160265</c:v>
                </c:pt>
                <c:pt idx="680">
                  <c:v>7.0130898468913099</c:v>
                </c:pt>
                <c:pt idx="681">
                  <c:v>7.0113752976237409</c:v>
                </c:pt>
                <c:pt idx="682">
                  <c:v>7.0126374588057203</c:v>
                </c:pt>
                <c:pt idx="683">
                  <c:v>7.0143704568031664</c:v>
                </c:pt>
                <c:pt idx="684">
                  <c:v>7.0146601176303633</c:v>
                </c:pt>
                <c:pt idx="685">
                  <c:v>7.0118272915056998</c:v>
                </c:pt>
                <c:pt idx="686">
                  <c:v>7.009633311783535</c:v>
                </c:pt>
                <c:pt idx="687">
                  <c:v>7.0105415569466567</c:v>
                </c:pt>
                <c:pt idx="688">
                  <c:v>7.0114927703054288</c:v>
                </c:pt>
                <c:pt idx="689">
                  <c:v>7.0118753843485395</c:v>
                </c:pt>
                <c:pt idx="690">
                  <c:v>7.0120767435626545</c:v>
                </c:pt>
                <c:pt idx="691">
                  <c:v>7.010858417824311</c:v>
                </c:pt>
                <c:pt idx="692">
                  <c:v>7.0106249704347281</c:v>
                </c:pt>
                <c:pt idx="693">
                  <c:v>7.0113739573313989</c:v>
                </c:pt>
                <c:pt idx="694">
                  <c:v>7.0119505195603837</c:v>
                </c:pt>
                <c:pt idx="695">
                  <c:v>7.0117005156183474</c:v>
                </c:pt>
                <c:pt idx="696">
                  <c:v>7.010884356423154</c:v>
                </c:pt>
                <c:pt idx="697">
                  <c:v>7.0107300651224396</c:v>
                </c:pt>
                <c:pt idx="698">
                  <c:v>7.011375218783015</c:v>
                </c:pt>
                <c:pt idx="699">
                  <c:v>7.0109749444172884</c:v>
                </c:pt>
                <c:pt idx="700">
                  <c:v>7.0099437077216606</c:v>
                </c:pt>
                <c:pt idx="701">
                  <c:v>7.0109515287216766</c:v>
                </c:pt>
                <c:pt idx="702">
                  <c:v>7.0129670918809817</c:v>
                </c:pt>
                <c:pt idx="703">
                  <c:v>7.0142094640407446</c:v>
                </c:pt>
                <c:pt idx="704">
                  <c:v>7.0148586385783442</c:v>
                </c:pt>
                <c:pt idx="705">
                  <c:v>7.0131187025970139</c:v>
                </c:pt>
                <c:pt idx="706">
                  <c:v>7.0114034437629105</c:v>
                </c:pt>
                <c:pt idx="707">
                  <c:v>7.012193191314906</c:v>
                </c:pt>
                <c:pt idx="708">
                  <c:v>7.0135331682934137</c:v>
                </c:pt>
                <c:pt idx="709">
                  <c:v>7.0119274980684025</c:v>
                </c:pt>
                <c:pt idx="710">
                  <c:v>7.0105230293760545</c:v>
                </c:pt>
                <c:pt idx="711">
                  <c:v>7.0096199877008472</c:v>
                </c:pt>
                <c:pt idx="712">
                  <c:v>7.0120319620303064</c:v>
                </c:pt>
                <c:pt idx="713">
                  <c:v>7.0133878648354591</c:v>
                </c:pt>
                <c:pt idx="714">
                  <c:v>7.0134621327993187</c:v>
                </c:pt>
                <c:pt idx="715">
                  <c:v>7.0142453365710589</c:v>
                </c:pt>
                <c:pt idx="716">
                  <c:v>7.0141754048471281</c:v>
                </c:pt>
                <c:pt idx="717">
                  <c:v>7.0128458348444473</c:v>
                </c:pt>
                <c:pt idx="718">
                  <c:v>7.0119002980179443</c:v>
                </c:pt>
                <c:pt idx="719">
                  <c:v>7.0121750579479336</c:v>
                </c:pt>
                <c:pt idx="720">
                  <c:v>7.0119319919897825</c:v>
                </c:pt>
                <c:pt idx="721">
                  <c:v>7.0130858260142857</c:v>
                </c:pt>
                <c:pt idx="722">
                  <c:v>7.0140586417319728</c:v>
                </c:pt>
                <c:pt idx="723">
                  <c:v>7.0148809505037919</c:v>
                </c:pt>
                <c:pt idx="724">
                  <c:v>7.0148132263201877</c:v>
                </c:pt>
                <c:pt idx="725">
                  <c:v>7.015532332581718</c:v>
                </c:pt>
                <c:pt idx="726">
                  <c:v>7.0163555874422494</c:v>
                </c:pt>
                <c:pt idx="727">
                  <c:v>7.0156300162411895</c:v>
                </c:pt>
                <c:pt idx="728">
                  <c:v>7.0132164650972104</c:v>
                </c:pt>
                <c:pt idx="729">
                  <c:v>7.011479367382015</c:v>
                </c:pt>
                <c:pt idx="730">
                  <c:v>7.010483214809442</c:v>
                </c:pt>
                <c:pt idx="731">
                  <c:v>7.0095472965515064</c:v>
                </c:pt>
                <c:pt idx="732">
                  <c:v>7.0099631813809742</c:v>
                </c:pt>
                <c:pt idx="733">
                  <c:v>7.010836578943219</c:v>
                </c:pt>
                <c:pt idx="734">
                  <c:v>7.01230624891594</c:v>
                </c:pt>
                <c:pt idx="735">
                  <c:v>7.0117613806587933</c:v>
                </c:pt>
                <c:pt idx="736">
                  <c:v>7.0104158059887416</c:v>
                </c:pt>
                <c:pt idx="737">
                  <c:v>7.0106878064933218</c:v>
                </c:pt>
                <c:pt idx="738">
                  <c:v>7.0103487913716709</c:v>
                </c:pt>
                <c:pt idx="739">
                  <c:v>7.0107377915135842</c:v>
                </c:pt>
                <c:pt idx="740">
                  <c:v>7.0128943218909159</c:v>
                </c:pt>
                <c:pt idx="741">
                  <c:v>7.0135702234346171</c:v>
                </c:pt>
                <c:pt idx="742">
                  <c:v>7.0134929595231714</c:v>
                </c:pt>
                <c:pt idx="743">
                  <c:v>7.0137039373058547</c:v>
                </c:pt>
                <c:pt idx="744">
                  <c:v>7.0139485800785257</c:v>
                </c:pt>
                <c:pt idx="745">
                  <c:v>7.013995963354831</c:v>
                </c:pt>
                <c:pt idx="746">
                  <c:v>7.0156465727936421</c:v>
                </c:pt>
                <c:pt idx="747">
                  <c:v>7.0157400778946375</c:v>
                </c:pt>
                <c:pt idx="748">
                  <c:v>7.0147674198584022</c:v>
                </c:pt>
                <c:pt idx="749">
                  <c:v>7.0117724183604286</c:v>
                </c:pt>
                <c:pt idx="750">
                  <c:v>7.0101252779135592</c:v>
                </c:pt>
                <c:pt idx="751">
                  <c:v>7.0109760481874517</c:v>
                </c:pt>
                <c:pt idx="752">
                  <c:v>7.0105197180655638</c:v>
                </c:pt>
                <c:pt idx="753">
                  <c:v>7.009852015957363</c:v>
                </c:pt>
                <c:pt idx="754">
                  <c:v>7.0113436824926287</c:v>
                </c:pt>
                <c:pt idx="755">
                  <c:v>7.0131784638672956</c:v>
                </c:pt>
                <c:pt idx="756">
                  <c:v>7.0126503098440534</c:v>
                </c:pt>
                <c:pt idx="757">
                  <c:v>7.0110951765243854</c:v>
                </c:pt>
                <c:pt idx="758">
                  <c:v>7.0118011163846798</c:v>
                </c:pt>
                <c:pt idx="759">
                  <c:v>7.0114314322206281</c:v>
                </c:pt>
                <c:pt idx="760">
                  <c:v>7.0116342105678111</c:v>
                </c:pt>
                <c:pt idx="761">
                  <c:v>7.0146255853923902</c:v>
                </c:pt>
                <c:pt idx="762">
                  <c:v>7.017281492927987</c:v>
                </c:pt>
                <c:pt idx="763">
                  <c:v>7.0158439899714597</c:v>
                </c:pt>
                <c:pt idx="764">
                  <c:v>7.0131734969015591</c:v>
                </c:pt>
                <c:pt idx="765">
                  <c:v>7.0120467840867882</c:v>
                </c:pt>
                <c:pt idx="766">
                  <c:v>7.0126057648338822</c:v>
                </c:pt>
                <c:pt idx="767">
                  <c:v>7.0120639713650483</c:v>
                </c:pt>
                <c:pt idx="768">
                  <c:v>7.0108274334190073</c:v>
                </c:pt>
                <c:pt idx="769">
                  <c:v>7.0085002917106864</c:v>
                </c:pt>
                <c:pt idx="770">
                  <c:v>7.0069432662135949</c:v>
                </c:pt>
                <c:pt idx="771">
                  <c:v>7.0068772134533814</c:v>
                </c:pt>
                <c:pt idx="772">
                  <c:v>7.0081208312966146</c:v>
                </c:pt>
                <c:pt idx="773">
                  <c:v>7.0112814771598417</c:v>
                </c:pt>
                <c:pt idx="774">
                  <c:v>7.0137024393320617</c:v>
                </c:pt>
                <c:pt idx="775">
                  <c:v>7.0138693451489305</c:v>
                </c:pt>
                <c:pt idx="776">
                  <c:v>7.0147046626405336</c:v>
                </c:pt>
                <c:pt idx="777">
                  <c:v>7.0151635156656527</c:v>
                </c:pt>
                <c:pt idx="778">
                  <c:v>7.0139734149072046</c:v>
                </c:pt>
                <c:pt idx="779">
                  <c:v>7.0122771566880591</c:v>
                </c:pt>
                <c:pt idx="780">
                  <c:v>7.0117635093583939</c:v>
                </c:pt>
                <c:pt idx="781">
                  <c:v>7.013140226115202</c:v>
                </c:pt>
                <c:pt idx="782">
                  <c:v>7.0121174253772525</c:v>
                </c:pt>
                <c:pt idx="783">
                  <c:v>7.0118408521105664</c:v>
                </c:pt>
                <c:pt idx="784">
                  <c:v>7.0132374367303179</c:v>
                </c:pt>
                <c:pt idx="785">
                  <c:v>7.0135822860656898</c:v>
                </c:pt>
                <c:pt idx="786">
                  <c:v>7.0140058972863022</c:v>
                </c:pt>
                <c:pt idx="787">
                  <c:v>7.0155662340938836</c:v>
                </c:pt>
                <c:pt idx="788">
                  <c:v>7.0158848294675096</c:v>
                </c:pt>
                <c:pt idx="789">
                  <c:v>7.0141794257241523</c:v>
                </c:pt>
                <c:pt idx="790">
                  <c:v>7.0134555101783373</c:v>
                </c:pt>
                <c:pt idx="791">
                  <c:v>7.0138856651792052</c:v>
                </c:pt>
                <c:pt idx="792">
                  <c:v>7.0131823270628679</c:v>
                </c:pt>
                <c:pt idx="793">
                  <c:v>7.011376637916082</c:v>
                </c:pt>
                <c:pt idx="794">
                  <c:v>7.0112557750831765</c:v>
                </c:pt>
                <c:pt idx="795">
                  <c:v>7.0131168104195902</c:v>
                </c:pt>
                <c:pt idx="796">
                  <c:v>7.0140696005928822</c:v>
                </c:pt>
                <c:pt idx="797">
                  <c:v>7.0109880319777984</c:v>
                </c:pt>
                <c:pt idx="798">
                  <c:v>7.0079837272741603</c:v>
                </c:pt>
                <c:pt idx="799">
                  <c:v>7.0063512196660307</c:v>
                </c:pt>
                <c:pt idx="800">
                  <c:v>7.0060753007773693</c:v>
                </c:pt>
                <c:pt idx="801">
                  <c:v>7.0058543338747059</c:v>
                </c:pt>
                <c:pt idx="802">
                  <c:v>7.0057847569340419</c:v>
                </c:pt>
                <c:pt idx="803">
                  <c:v>7.0076833204560147</c:v>
                </c:pt>
                <c:pt idx="804">
                  <c:v>7.0090712562481272</c:v>
                </c:pt>
                <c:pt idx="805">
                  <c:v>7.0108865639634805</c:v>
                </c:pt>
                <c:pt idx="806">
                  <c:v>7.0119990066068532</c:v>
                </c:pt>
                <c:pt idx="807">
                  <c:v>7.0122952900550306</c:v>
                </c:pt>
                <c:pt idx="808">
                  <c:v>7.0102097951717939</c:v>
                </c:pt>
                <c:pt idx="809">
                  <c:v>7.008789164130623</c:v>
                </c:pt>
                <c:pt idx="810">
                  <c:v>7.0100015768145196</c:v>
                </c:pt>
                <c:pt idx="811">
                  <c:v>7.0108898752739712</c:v>
                </c:pt>
                <c:pt idx="812">
                  <c:v>7.013118544915562</c:v>
                </c:pt>
                <c:pt idx="813">
                  <c:v>7.0161991674419335</c:v>
                </c:pt>
                <c:pt idx="814">
                  <c:v>7.0184740377489394</c:v>
                </c:pt>
                <c:pt idx="815">
                  <c:v>7.0193354515208375</c:v>
                </c:pt>
                <c:pt idx="816">
                  <c:v>7.0185226036361339</c:v>
                </c:pt>
                <c:pt idx="817">
                  <c:v>7.0176189312351189</c:v>
                </c:pt>
                <c:pt idx="818">
                  <c:v>7.014762137529762</c:v>
                </c:pt>
                <c:pt idx="819">
                  <c:v>7.0138251155016631</c:v>
                </c:pt>
                <c:pt idx="820">
                  <c:v>7.0129816774152856</c:v>
                </c:pt>
                <c:pt idx="821">
                  <c:v>7.0110916286917169</c:v>
                </c:pt>
                <c:pt idx="822">
                  <c:v>7.0120070483609016</c:v>
                </c:pt>
                <c:pt idx="823">
                  <c:v>7.0118541761932542</c:v>
                </c:pt>
                <c:pt idx="824">
                  <c:v>7.0112296788028825</c:v>
                </c:pt>
                <c:pt idx="825">
                  <c:v>7.0123520553777263</c:v>
                </c:pt>
                <c:pt idx="826">
                  <c:v>7.0151247260284775</c:v>
                </c:pt>
                <c:pt idx="827">
                  <c:v>7.0148504391428439</c:v>
                </c:pt>
                <c:pt idx="828">
                  <c:v>7.0120749302259577</c:v>
                </c:pt>
                <c:pt idx="829">
                  <c:v>7.0111934120689385</c:v>
                </c:pt>
                <c:pt idx="830">
                  <c:v>7.0117903940459483</c:v>
                </c:pt>
                <c:pt idx="831">
                  <c:v>7.0124964915876946</c:v>
                </c:pt>
                <c:pt idx="832">
                  <c:v>7.0128150081205947</c:v>
                </c:pt>
                <c:pt idx="833">
                  <c:v>7.0121514057301439</c:v>
                </c:pt>
                <c:pt idx="834">
                  <c:v>7.0116895567574389</c:v>
                </c:pt>
                <c:pt idx="835">
                  <c:v>7.0128038127375074</c:v>
                </c:pt>
                <c:pt idx="836">
                  <c:v>7.0129088285844938</c:v>
                </c:pt>
                <c:pt idx="837">
                  <c:v>7.0120200570806857</c:v>
                </c:pt>
                <c:pt idx="838">
                  <c:v>7.0106826818461343</c:v>
                </c:pt>
                <c:pt idx="839">
                  <c:v>7.0087577855216887</c:v>
                </c:pt>
                <c:pt idx="840">
                  <c:v>7.0082223781516584</c:v>
                </c:pt>
                <c:pt idx="841">
                  <c:v>7.0111020356675446</c:v>
                </c:pt>
                <c:pt idx="842">
                  <c:v>7.0120914867784103</c:v>
                </c:pt>
                <c:pt idx="843">
                  <c:v>7.0118167268484211</c:v>
                </c:pt>
                <c:pt idx="844">
                  <c:v>7.0121018937542381</c:v>
                </c:pt>
                <c:pt idx="845">
                  <c:v>7.0129947649757955</c:v>
                </c:pt>
                <c:pt idx="846">
                  <c:v>7.0135861492612621</c:v>
                </c:pt>
                <c:pt idx="847">
                  <c:v>7.0147149907756354</c:v>
                </c:pt>
                <c:pt idx="848">
                  <c:v>7.0139350983143851</c:v>
                </c:pt>
                <c:pt idx="849">
                  <c:v>7.0121242056796858</c:v>
                </c:pt>
                <c:pt idx="850">
                  <c:v>7.0114729812832115</c:v>
                </c:pt>
                <c:pt idx="851">
                  <c:v>7.0104661852126338</c:v>
                </c:pt>
                <c:pt idx="852">
                  <c:v>7.0103479241236855</c:v>
                </c:pt>
                <c:pt idx="853">
                  <c:v>7.0090785884356421</c:v>
                </c:pt>
                <c:pt idx="854">
                  <c:v>7.0087899525378834</c:v>
                </c:pt>
                <c:pt idx="855">
                  <c:v>7.0107398413724598</c:v>
                </c:pt>
                <c:pt idx="856">
                  <c:v>7.0125887352370739</c:v>
                </c:pt>
                <c:pt idx="857">
                  <c:v>7.0141925132846623</c:v>
                </c:pt>
                <c:pt idx="858">
                  <c:v>7.0137558145035399</c:v>
                </c:pt>
                <c:pt idx="859">
                  <c:v>7.0117279521909834</c:v>
                </c:pt>
                <c:pt idx="860">
                  <c:v>7.0107233636607322</c:v>
                </c:pt>
                <c:pt idx="861">
                  <c:v>7.0094065658556586</c:v>
                </c:pt>
                <c:pt idx="862">
                  <c:v>7.0091566407543482</c:v>
                </c:pt>
                <c:pt idx="863">
                  <c:v>7.0101853545467447</c:v>
                </c:pt>
                <c:pt idx="864">
                  <c:v>7.0103692899604217</c:v>
                </c:pt>
                <c:pt idx="865">
                  <c:v>7.0104684715936862</c:v>
                </c:pt>
                <c:pt idx="866">
                  <c:v>7.0095034611078697</c:v>
                </c:pt>
                <c:pt idx="867">
                  <c:v>7.0103357038111609</c:v>
                </c:pt>
                <c:pt idx="868">
                  <c:v>7.0100523502420407</c:v>
                </c:pt>
                <c:pt idx="869">
                  <c:v>7.0089555180624101</c:v>
                </c:pt>
                <c:pt idx="870">
                  <c:v>7.0091480471152181</c:v>
                </c:pt>
                <c:pt idx="871">
                  <c:v>7.0101119538308705</c:v>
                </c:pt>
                <c:pt idx="872">
                  <c:v>7.0105164855957991</c:v>
                </c:pt>
                <c:pt idx="873">
                  <c:v>7.0107445718160175</c:v>
                </c:pt>
                <c:pt idx="874">
                  <c:v>7.0112797426638709</c:v>
                </c:pt>
                <c:pt idx="875">
                  <c:v>7.0104706791340137</c:v>
                </c:pt>
                <c:pt idx="876">
                  <c:v>7.0117013040256078</c:v>
                </c:pt>
                <c:pt idx="877">
                  <c:v>7.013292309875589</c:v>
                </c:pt>
                <c:pt idx="878">
                  <c:v>7.0141215566312933</c:v>
                </c:pt>
                <c:pt idx="879">
                  <c:v>7.013412463141961</c:v>
                </c:pt>
                <c:pt idx="880">
                  <c:v>7.0123753133918854</c:v>
                </c:pt>
                <c:pt idx="881">
                  <c:v>7.0112780870086251</c:v>
                </c:pt>
                <c:pt idx="882">
                  <c:v>7.0094267490815056</c:v>
                </c:pt>
                <c:pt idx="883">
                  <c:v>7.0095615667229065</c:v>
                </c:pt>
                <c:pt idx="884">
                  <c:v>7.0111884451032029</c:v>
                </c:pt>
                <c:pt idx="885">
                  <c:v>7.0127822892193192</c:v>
                </c:pt>
                <c:pt idx="886">
                  <c:v>7.013566044876141</c:v>
                </c:pt>
                <c:pt idx="887">
                  <c:v>7.013421135621817</c:v>
                </c:pt>
                <c:pt idx="888">
                  <c:v>7.013392279916113</c:v>
                </c:pt>
                <c:pt idx="889">
                  <c:v>7.0136794178400796</c:v>
                </c:pt>
                <c:pt idx="890">
                  <c:v>7.0122467241678361</c:v>
                </c:pt>
                <c:pt idx="891">
                  <c:v>7.0111944369983759</c:v>
                </c:pt>
                <c:pt idx="892">
                  <c:v>7.0119466563648114</c:v>
                </c:pt>
                <c:pt idx="893">
                  <c:v>7.0103523392043394</c:v>
                </c:pt>
                <c:pt idx="894">
                  <c:v>7.0082600640186694</c:v>
                </c:pt>
                <c:pt idx="895">
                  <c:v>7.0088735237074067</c:v>
                </c:pt>
                <c:pt idx="896">
                  <c:v>7.0104460019867867</c:v>
                </c:pt>
                <c:pt idx="897">
                  <c:v>7.0121655182200922</c:v>
                </c:pt>
                <c:pt idx="898">
                  <c:v>7.0124223024645609</c:v>
                </c:pt>
                <c:pt idx="899">
                  <c:v>7.0115825698923038</c:v>
                </c:pt>
                <c:pt idx="900">
                  <c:v>7.0125035872530317</c:v>
                </c:pt>
                <c:pt idx="901">
                  <c:v>7.0136256484649708</c:v>
                </c:pt>
                <c:pt idx="902">
                  <c:v>7.013975858969709</c:v>
                </c:pt>
                <c:pt idx="903">
                  <c:v>7.0124605402166544</c:v>
                </c:pt>
                <c:pt idx="904">
                  <c:v>7.0102941547485766</c:v>
                </c:pt>
                <c:pt idx="905">
                  <c:v>7.0099351140825306</c:v>
                </c:pt>
                <c:pt idx="906">
                  <c:v>7.0099258897175929</c:v>
                </c:pt>
                <c:pt idx="907">
                  <c:v>7.0102593859884266</c:v>
                </c:pt>
                <c:pt idx="908">
                  <c:v>7.0122153455589018</c:v>
                </c:pt>
                <c:pt idx="909">
                  <c:v>7.0157995238020154</c:v>
                </c:pt>
                <c:pt idx="910">
                  <c:v>7.0178448099150099</c:v>
                </c:pt>
                <c:pt idx="911">
                  <c:v>7.0156334852331321</c:v>
                </c:pt>
                <c:pt idx="912">
                  <c:v>7.0140077894637249</c:v>
                </c:pt>
                <c:pt idx="913">
                  <c:v>7.0129851464072281</c:v>
                </c:pt>
                <c:pt idx="914">
                  <c:v>7.0128309339472397</c:v>
                </c:pt>
                <c:pt idx="915">
                  <c:v>7.0121405257099605</c:v>
                </c:pt>
                <c:pt idx="916">
                  <c:v>7.0105378514325363</c:v>
                </c:pt>
                <c:pt idx="917">
                  <c:v>7.0106610794872202</c:v>
                </c:pt>
                <c:pt idx="918">
                  <c:v>7.0118187767072957</c:v>
                </c:pt>
                <c:pt idx="919">
                  <c:v>7.0132829278291995</c:v>
                </c:pt>
                <c:pt idx="920">
                  <c:v>7.0141657862785598</c:v>
                </c:pt>
                <c:pt idx="921">
                  <c:v>7.0128647566186793</c:v>
                </c:pt>
                <c:pt idx="922">
                  <c:v>7.0120374808811237</c:v>
                </c:pt>
                <c:pt idx="923">
                  <c:v>7.0117106860719973</c:v>
                </c:pt>
                <c:pt idx="924">
                  <c:v>7.0104109967044579</c:v>
                </c:pt>
                <c:pt idx="925">
                  <c:v>7.0098494930541317</c:v>
                </c:pt>
                <c:pt idx="926">
                  <c:v>7.0084682823759445</c:v>
                </c:pt>
                <c:pt idx="927">
                  <c:v>7.0074271117488447</c:v>
                </c:pt>
                <c:pt idx="928">
                  <c:v>7.0092020530125039</c:v>
                </c:pt>
                <c:pt idx="929">
                  <c:v>7.0123868241378764</c:v>
                </c:pt>
                <c:pt idx="930">
                  <c:v>7.0134985572147146</c:v>
                </c:pt>
                <c:pt idx="931">
                  <c:v>7.0120970056292276</c:v>
                </c:pt>
                <c:pt idx="932">
                  <c:v>7.0095212791119383</c:v>
                </c:pt>
                <c:pt idx="933">
                  <c:v>7.0081570980305585</c:v>
                </c:pt>
                <c:pt idx="934">
                  <c:v>7.0085143253599078</c:v>
                </c:pt>
                <c:pt idx="935">
                  <c:v>7.0109053280562605</c:v>
                </c:pt>
                <c:pt idx="936">
                  <c:v>7.013115627808701</c:v>
                </c:pt>
                <c:pt idx="937">
                  <c:v>7.0146151784165625</c:v>
                </c:pt>
                <c:pt idx="938">
                  <c:v>7.0166715810719182</c:v>
                </c:pt>
                <c:pt idx="939">
                  <c:v>7.0174360207508792</c:v>
                </c:pt>
                <c:pt idx="940">
                  <c:v>7.0169293902458252</c:v>
                </c:pt>
                <c:pt idx="941">
                  <c:v>7.0155529888519217</c:v>
                </c:pt>
                <c:pt idx="942">
                  <c:v>7.0153740204039803</c:v>
                </c:pt>
                <c:pt idx="943">
                  <c:v>7.0143729797063967</c:v>
                </c:pt>
                <c:pt idx="944">
                  <c:v>7.0129568425866067</c:v>
                </c:pt>
                <c:pt idx="945">
                  <c:v>7.0119759062741451</c:v>
                </c:pt>
                <c:pt idx="946">
                  <c:v>7.0091586117724969</c:v>
                </c:pt>
                <c:pt idx="947">
                  <c:v>7.0088387549472557</c:v>
                </c:pt>
                <c:pt idx="948">
                  <c:v>7.0103554139926523</c:v>
                </c:pt>
                <c:pt idx="949">
                  <c:v>7.0116645642473072</c:v>
                </c:pt>
                <c:pt idx="950">
                  <c:v>7.0120914867784103</c:v>
                </c:pt>
                <c:pt idx="951">
                  <c:v>7.0123552090067642</c:v>
                </c:pt>
                <c:pt idx="952">
                  <c:v>7.014925574354689</c:v>
                </c:pt>
                <c:pt idx="953">
                  <c:v>7.0150865671171099</c:v>
                </c:pt>
                <c:pt idx="954">
                  <c:v>7.0140137813588987</c:v>
                </c:pt>
                <c:pt idx="955">
                  <c:v>7.0128148504391428</c:v>
                </c:pt>
                <c:pt idx="956">
                  <c:v>7.0124801715574199</c:v>
                </c:pt>
                <c:pt idx="957">
                  <c:v>7.0131105820022395</c:v>
                </c:pt>
                <c:pt idx="958">
                  <c:v>7.0148504391428439</c:v>
                </c:pt>
                <c:pt idx="959">
                  <c:v>7.0152026995064567</c:v>
                </c:pt>
                <c:pt idx="960">
                  <c:v>7.0138182563585048</c:v>
                </c:pt>
                <c:pt idx="961">
                  <c:v>7.0116085873318719</c:v>
                </c:pt>
                <c:pt idx="962">
                  <c:v>7.0109792806572164</c:v>
                </c:pt>
                <c:pt idx="963">
                  <c:v>7.0117287405982438</c:v>
                </c:pt>
                <c:pt idx="964">
                  <c:v>7.010995837209669</c:v>
                </c:pt>
                <c:pt idx="965">
                  <c:v>7.0097338337091406</c:v>
                </c:pt>
                <c:pt idx="966">
                  <c:v>7.0085583973257224</c:v>
                </c:pt>
                <c:pt idx="967">
                  <c:v>7.0084764818114449</c:v>
                </c:pt>
                <c:pt idx="968">
                  <c:v>7.0090573014396318</c:v>
                </c:pt>
                <c:pt idx="969">
                  <c:v>7.0103887636197353</c:v>
                </c:pt>
                <c:pt idx="970">
                  <c:v>7.011112994528454</c:v>
                </c:pt>
                <c:pt idx="971">
                  <c:v>7.0103495797789304</c:v>
                </c:pt>
                <c:pt idx="972">
                  <c:v>7.0101330043047039</c:v>
                </c:pt>
                <c:pt idx="973">
                  <c:v>7.0106958482473702</c:v>
                </c:pt>
                <c:pt idx="974">
                  <c:v>7.0122559485327738</c:v>
                </c:pt>
                <c:pt idx="975">
                  <c:v>7.0145391759567319</c:v>
                </c:pt>
                <c:pt idx="976">
                  <c:v>7.0152627761396431</c:v>
                </c:pt>
                <c:pt idx="977">
                  <c:v>7.0161573818571723</c:v>
                </c:pt>
                <c:pt idx="978">
                  <c:v>7.0162989009602796</c:v>
                </c:pt>
                <c:pt idx="979">
                  <c:v>7.0140073164193693</c:v>
                </c:pt>
                <c:pt idx="980">
                  <c:v>7.0137994134249988</c:v>
                </c:pt>
                <c:pt idx="981">
                  <c:v>7.0140920701997826</c:v>
                </c:pt>
                <c:pt idx="982">
                  <c:v>7.0120871505384823</c:v>
                </c:pt>
                <c:pt idx="983">
                  <c:v>7.0102788596477392</c:v>
                </c:pt>
                <c:pt idx="984">
                  <c:v>7.0101451457765025</c:v>
                </c:pt>
                <c:pt idx="985">
                  <c:v>7.0114654125735187</c:v>
                </c:pt>
                <c:pt idx="986">
                  <c:v>7.0136059382834794</c:v>
                </c:pt>
                <c:pt idx="987">
                  <c:v>7.0151987574701584</c:v>
                </c:pt>
                <c:pt idx="988">
                  <c:v>7.0148722780239359</c:v>
                </c:pt>
                <c:pt idx="989">
                  <c:v>7.0134212933032689</c:v>
                </c:pt>
                <c:pt idx="990">
                  <c:v>7.0110582002239079</c:v>
                </c:pt>
                <c:pt idx="991">
                  <c:v>7.0090257651492456</c:v>
                </c:pt>
                <c:pt idx="992">
                  <c:v>7.0096221164004477</c:v>
                </c:pt>
                <c:pt idx="993">
                  <c:v>7.0121446254277107</c:v>
                </c:pt>
                <c:pt idx="994">
                  <c:v>7.0135143253599077</c:v>
                </c:pt>
                <c:pt idx="995">
                  <c:v>7.0135636008136366</c:v>
                </c:pt>
                <c:pt idx="996">
                  <c:v>7.0119563537741056</c:v>
                </c:pt>
                <c:pt idx="997">
                  <c:v>7.0095497406140117</c:v>
                </c:pt>
                <c:pt idx="998">
                  <c:v>7.0086119301786534</c:v>
                </c:pt>
                <c:pt idx="999">
                  <c:v>7.010043047036377</c:v>
                </c:pt>
                <c:pt idx="1000">
                  <c:v>7.0117743893785773</c:v>
                </c:pt>
                <c:pt idx="1001">
                  <c:v>7.0144166574685816</c:v>
                </c:pt>
                <c:pt idx="1002">
                  <c:v>7.0159078509594917</c:v>
                </c:pt>
                <c:pt idx="1003">
                  <c:v>7.0154031126318612</c:v>
                </c:pt>
                <c:pt idx="1004">
                  <c:v>7.0152825651618604</c:v>
                </c:pt>
                <c:pt idx="1005">
                  <c:v>7.014785159021744</c:v>
                </c:pt>
                <c:pt idx="1006">
                  <c:v>7.0148443684069441</c:v>
                </c:pt>
                <c:pt idx="1007">
                  <c:v>7.0172494047525191</c:v>
                </c:pt>
                <c:pt idx="1008">
                  <c:v>7.0197374603825349</c:v>
                </c:pt>
                <c:pt idx="1009">
                  <c:v>7.0191553793027328</c:v>
                </c:pt>
                <c:pt idx="1010">
                  <c:v>7.0160392784496759</c:v>
                </c:pt>
                <c:pt idx="1011">
                  <c:v>7.013080937889276</c:v>
                </c:pt>
                <c:pt idx="1012">
                  <c:v>7.0124266387044889</c:v>
                </c:pt>
                <c:pt idx="1013">
                  <c:v>7.0139390403506834</c:v>
                </c:pt>
                <c:pt idx="1014">
                  <c:v>7.0152713697787732</c:v>
                </c:pt>
                <c:pt idx="1015">
                  <c:v>7.0142961099985808</c:v>
                </c:pt>
                <c:pt idx="1016">
                  <c:v>7.0134471530613851</c:v>
                </c:pt>
                <c:pt idx="1017">
                  <c:v>7.0123099544300604</c:v>
                </c:pt>
                <c:pt idx="1018">
                  <c:v>7.0118703385420771</c:v>
                </c:pt>
                <c:pt idx="1019">
                  <c:v>7.0125086330594932</c:v>
                </c:pt>
                <c:pt idx="1020">
                  <c:v>7.012406218956464</c:v>
                </c:pt>
                <c:pt idx="1021">
                  <c:v>7.0130730538166794</c:v>
                </c:pt>
                <c:pt idx="1022">
                  <c:v>7.0125428499345626</c:v>
                </c:pt>
                <c:pt idx="1023">
                  <c:v>7.0110394361311279</c:v>
                </c:pt>
                <c:pt idx="1024">
                  <c:v>7.0115901386019965</c:v>
                </c:pt>
                <c:pt idx="1025">
                  <c:v>7.0106288336303004</c:v>
                </c:pt>
                <c:pt idx="1026">
                  <c:v>7.0100447815323488</c:v>
                </c:pt>
                <c:pt idx="1027">
                  <c:v>7.0109287437518724</c:v>
                </c:pt>
                <c:pt idx="1028">
                  <c:v>7.0114127469685741</c:v>
                </c:pt>
                <c:pt idx="1029">
                  <c:v>7.0118879200239679</c:v>
                </c:pt>
                <c:pt idx="1030">
                  <c:v>7.0118585124331823</c:v>
                </c:pt>
                <c:pt idx="1031">
                  <c:v>7.011347703369653</c:v>
                </c:pt>
                <c:pt idx="1032">
                  <c:v>7.0112351188129738</c:v>
                </c:pt>
                <c:pt idx="1033">
                  <c:v>7.0106349043661993</c:v>
                </c:pt>
                <c:pt idx="1034">
                  <c:v>7.0108250681972279</c:v>
                </c:pt>
                <c:pt idx="1035">
                  <c:v>7.0126832652675066</c:v>
                </c:pt>
                <c:pt idx="1036">
                  <c:v>7.01430296914174</c:v>
                </c:pt>
                <c:pt idx="1037">
                  <c:v>7.0148269446065061</c:v>
                </c:pt>
                <c:pt idx="1038">
                  <c:v>7.0129554234535387</c:v>
                </c:pt>
                <c:pt idx="1039">
                  <c:v>7.0109386776833444</c:v>
                </c:pt>
                <c:pt idx="1040">
                  <c:v>7.0101840142544036</c:v>
                </c:pt>
                <c:pt idx="1041">
                  <c:v>7.0099232879736357</c:v>
                </c:pt>
                <c:pt idx="1042">
                  <c:v>7.0104949620776109</c:v>
                </c:pt>
                <c:pt idx="1043">
                  <c:v>7.0115820968479481</c:v>
                </c:pt>
                <c:pt idx="1044">
                  <c:v>7.011808133209291</c:v>
                </c:pt>
                <c:pt idx="1045">
                  <c:v>7.0118022201548431</c:v>
                </c:pt>
                <c:pt idx="1046">
                  <c:v>7.0120278623125563</c:v>
                </c:pt>
                <c:pt idx="1047">
                  <c:v>7.0109466405966669</c:v>
                </c:pt>
                <c:pt idx="1048">
                  <c:v>7.010764124316057</c:v>
                </c:pt>
                <c:pt idx="1049">
                  <c:v>7.0112917264542176</c:v>
                </c:pt>
                <c:pt idx="1050">
                  <c:v>7.012171667796717</c:v>
                </c:pt>
                <c:pt idx="1051">
                  <c:v>7.0129058326369069</c:v>
                </c:pt>
                <c:pt idx="1052">
                  <c:v>7.0132932559643013</c:v>
                </c:pt>
                <c:pt idx="1053">
                  <c:v>7.013457402355761</c:v>
                </c:pt>
                <c:pt idx="1054">
                  <c:v>7.0135993945032249</c:v>
                </c:pt>
                <c:pt idx="1055">
                  <c:v>7.0137581797253192</c:v>
                </c:pt>
                <c:pt idx="1056">
                  <c:v>7.0127259969409801</c:v>
                </c:pt>
                <c:pt idx="1057">
                  <c:v>7.0111975906274147</c:v>
                </c:pt>
                <c:pt idx="1058">
                  <c:v>7.009294454343336</c:v>
                </c:pt>
                <c:pt idx="1059">
                  <c:v>7.0088674529715069</c:v>
                </c:pt>
                <c:pt idx="1060">
                  <c:v>7.0091619230829876</c:v>
                </c:pt>
                <c:pt idx="1061">
                  <c:v>7.0110683706775569</c:v>
                </c:pt>
                <c:pt idx="1062">
                  <c:v>7.0143054920449703</c:v>
                </c:pt>
                <c:pt idx="1063">
                  <c:v>7.0160314732178053</c:v>
                </c:pt>
                <c:pt idx="1064">
                  <c:v>7.0169191409514502</c:v>
                </c:pt>
                <c:pt idx="1065">
                  <c:v>7.0168272126649738</c:v>
                </c:pt>
                <c:pt idx="1066">
                  <c:v>7.0156569009287439</c:v>
                </c:pt>
                <c:pt idx="1067">
                  <c:v>7.0146419842633909</c:v>
                </c:pt>
                <c:pt idx="1068">
                  <c:v>7.0130646966997272</c:v>
                </c:pt>
                <c:pt idx="1069">
                  <c:v>7.0119241079171859</c:v>
                </c:pt>
                <c:pt idx="1070">
                  <c:v>7.0126430564972644</c:v>
                </c:pt>
                <c:pt idx="1071">
                  <c:v>7.0125941752471661</c:v>
                </c:pt>
                <c:pt idx="1072">
                  <c:v>7.0108429650420225</c:v>
                </c:pt>
                <c:pt idx="1073">
                  <c:v>7.0130429366593612</c:v>
                </c:pt>
                <c:pt idx="1074">
                  <c:v>7.0153360191740646</c:v>
                </c:pt>
                <c:pt idx="1075">
                  <c:v>7.0159628817862156</c:v>
                </c:pt>
                <c:pt idx="1076">
                  <c:v>7.0153095286901399</c:v>
                </c:pt>
                <c:pt idx="1077">
                  <c:v>7.0144342389504724</c:v>
                </c:pt>
                <c:pt idx="1078">
                  <c:v>7.011989230356833</c:v>
                </c:pt>
                <c:pt idx="1079">
                  <c:v>7.009502988063514</c:v>
                </c:pt>
                <c:pt idx="1080">
                  <c:v>7.0081832731515794</c:v>
                </c:pt>
                <c:pt idx="1081">
                  <c:v>7.0091109919740138</c:v>
                </c:pt>
                <c:pt idx="1082">
                  <c:v>7.0104607452025416</c:v>
                </c:pt>
                <c:pt idx="1083">
                  <c:v>7.0091342499881737</c:v>
                </c:pt>
                <c:pt idx="1084">
                  <c:v>7.0082059792806568</c:v>
                </c:pt>
                <c:pt idx="1085">
                  <c:v>7.008014475157287</c:v>
                </c:pt>
                <c:pt idx="1086">
                  <c:v>7.0082949116195463</c:v>
                </c:pt>
                <c:pt idx="1087">
                  <c:v>7.0085205537772595</c:v>
                </c:pt>
                <c:pt idx="1088">
                  <c:v>7.0098691243948972</c:v>
                </c:pt>
                <c:pt idx="1089">
                  <c:v>7.0105525158075652</c:v>
                </c:pt>
                <c:pt idx="1090">
                  <c:v>7.0089481858748952</c:v>
                </c:pt>
                <c:pt idx="1091">
                  <c:v>7.0091252621454139</c:v>
                </c:pt>
                <c:pt idx="1092">
                  <c:v>7.0103534429745027</c:v>
                </c:pt>
                <c:pt idx="1093">
                  <c:v>7.0106101483782464</c:v>
                </c:pt>
                <c:pt idx="1094">
                  <c:v>7.0105510966744982</c:v>
                </c:pt>
                <c:pt idx="1095">
                  <c:v>7.0097682871063878</c:v>
                </c:pt>
                <c:pt idx="1096">
                  <c:v>7.0096774625900755</c:v>
                </c:pt>
                <c:pt idx="1097">
                  <c:v>7.0096266891625536</c:v>
                </c:pt>
                <c:pt idx="1098">
                  <c:v>7.0109972563427361</c:v>
                </c:pt>
                <c:pt idx="1099">
                  <c:v>7.0113366656680176</c:v>
                </c:pt>
                <c:pt idx="1100">
                  <c:v>7.0106964001324528</c:v>
                </c:pt>
                <c:pt idx="1101">
                  <c:v>7.0105552752329743</c:v>
                </c:pt>
                <c:pt idx="1102">
                  <c:v>7.0110693956069952</c:v>
                </c:pt>
                <c:pt idx="1103">
                  <c:v>7.0098493353726798</c:v>
                </c:pt>
                <c:pt idx="1104">
                  <c:v>7.0082221416294805</c:v>
                </c:pt>
                <c:pt idx="1105">
                  <c:v>7.0091387439095536</c:v>
                </c:pt>
                <c:pt idx="1106">
                  <c:v>7.0090789826392719</c:v>
                </c:pt>
                <c:pt idx="1107">
                  <c:v>7.0093430990712564</c:v>
                </c:pt>
                <c:pt idx="1108">
                  <c:v>7.0111167000425736</c:v>
                </c:pt>
                <c:pt idx="1109">
                  <c:v>7.0118781437739477</c:v>
                </c:pt>
                <c:pt idx="1110">
                  <c:v>7.0129088285844938</c:v>
                </c:pt>
                <c:pt idx="1111">
                  <c:v>7.0121516422523218</c:v>
                </c:pt>
                <c:pt idx="1112">
                  <c:v>7.0121740330184963</c:v>
                </c:pt>
                <c:pt idx="1113">
                  <c:v>7.0137120579006291</c:v>
                </c:pt>
                <c:pt idx="1114">
                  <c:v>7.0136656995537612</c:v>
                </c:pt>
                <c:pt idx="1115">
                  <c:v>7.0127648654188803</c:v>
                </c:pt>
                <c:pt idx="1116">
                  <c:v>7.0113798703858468</c:v>
                </c:pt>
                <c:pt idx="1117">
                  <c:v>7.0100801810183064</c:v>
                </c:pt>
                <c:pt idx="1118">
                  <c:v>7.0102734196376479</c:v>
                </c:pt>
                <c:pt idx="1119">
                  <c:v>7.0123248553272681</c:v>
                </c:pt>
                <c:pt idx="1120">
                  <c:v>7.0126448698339612</c:v>
                </c:pt>
                <c:pt idx="1121">
                  <c:v>7.012759425408789</c:v>
                </c:pt>
                <c:pt idx="1122">
                  <c:v>7.0126931991989778</c:v>
                </c:pt>
                <c:pt idx="1123">
                  <c:v>7.0122352134218451</c:v>
                </c:pt>
                <c:pt idx="1124">
                  <c:v>7.0133916491903054</c:v>
                </c:pt>
                <c:pt idx="1125">
                  <c:v>7.0132088963875177</c:v>
                </c:pt>
                <c:pt idx="1126">
                  <c:v>7.0129213642599222</c:v>
                </c:pt>
                <c:pt idx="1127">
                  <c:v>7.0131913149056277</c:v>
                </c:pt>
                <c:pt idx="1128">
                  <c:v>7.0124634573235154</c:v>
                </c:pt>
                <c:pt idx="1129">
                  <c:v>7.0115412573518974</c:v>
                </c:pt>
                <c:pt idx="1130">
                  <c:v>7.0120474936533217</c:v>
                </c:pt>
                <c:pt idx="1131">
                  <c:v>7.0137159999369274</c:v>
                </c:pt>
                <c:pt idx="1132">
                  <c:v>7.0137689809047759</c:v>
                </c:pt>
                <c:pt idx="1133">
                  <c:v>7.0139895772560275</c:v>
                </c:pt>
                <c:pt idx="1134">
                  <c:v>7.0123631719200867</c:v>
                </c:pt>
                <c:pt idx="1135">
                  <c:v>7.0091195856131447</c:v>
                </c:pt>
                <c:pt idx="1136">
                  <c:v>7.007439631656128</c:v>
                </c:pt>
                <c:pt idx="1137">
                  <c:v>7.007220919598228</c:v>
                </c:pt>
                <c:pt idx="1138">
                  <c:v>7.0068739415632537</c:v>
                </c:pt>
                <c:pt idx="1139">
                  <c:v>7.006886579731626</c:v>
                </c:pt>
                <c:pt idx="1140">
                  <c:v>7.0081457449660194</c:v>
                </c:pt>
                <c:pt idx="1141">
                  <c:v>7.0093045459562591</c:v>
                </c:pt>
                <c:pt idx="1142">
                  <c:v>7.0096580677714879</c:v>
                </c:pt>
                <c:pt idx="1143">
                  <c:v>7.0107027862312554</c:v>
                </c:pt>
                <c:pt idx="1144">
                  <c:v>7.0134196376480231</c:v>
                </c:pt>
                <c:pt idx="1145">
                  <c:v>7.0152794115328216</c:v>
                </c:pt>
                <c:pt idx="1146">
                  <c:v>7.0179299578990522</c:v>
                </c:pt>
                <c:pt idx="1147">
                  <c:v>7.0174626689162558</c:v>
                </c:pt>
                <c:pt idx="1148">
                  <c:v>7.0146817988300034</c:v>
                </c:pt>
                <c:pt idx="1149">
                  <c:v>7.0143322978917988</c:v>
                </c:pt>
                <c:pt idx="1150">
                  <c:v>7.0155451047793251</c:v>
                </c:pt>
                <c:pt idx="1151">
                  <c:v>7.0159711600624419</c:v>
                </c:pt>
                <c:pt idx="1152">
                  <c:v>7.0167942572415205</c:v>
                </c:pt>
                <c:pt idx="1153">
                  <c:v>7.0150013402923417</c:v>
                </c:pt>
                <c:pt idx="1154">
                  <c:v>7.0137835664390797</c:v>
                </c:pt>
                <c:pt idx="1155">
                  <c:v>7.0121929547927273</c:v>
                </c:pt>
                <c:pt idx="1156">
                  <c:v>7.0103237200208142</c:v>
                </c:pt>
                <c:pt idx="1157">
                  <c:v>7.0123865876156986</c:v>
                </c:pt>
                <c:pt idx="1158">
                  <c:v>7.0150905879941341</c:v>
                </c:pt>
                <c:pt idx="1159">
                  <c:v>7.0153096863715918</c:v>
                </c:pt>
                <c:pt idx="1160">
                  <c:v>7.0140000630725812</c:v>
                </c:pt>
                <c:pt idx="1161">
                  <c:v>7.0123932102366799</c:v>
                </c:pt>
                <c:pt idx="1162">
                  <c:v>7.0139101058042543</c:v>
                </c:pt>
                <c:pt idx="1163">
                  <c:v>7.0159538939434558</c:v>
                </c:pt>
                <c:pt idx="1164">
                  <c:v>7.0131988836153205</c:v>
                </c:pt>
                <c:pt idx="1165">
                  <c:v>7.0121741118592222</c:v>
                </c:pt>
                <c:pt idx="1166">
                  <c:v>7.0143831501600467</c:v>
                </c:pt>
                <c:pt idx="1167">
                  <c:v>7.0153861618757789</c:v>
                </c:pt>
                <c:pt idx="1168">
                  <c:v>7.0164478310916287</c:v>
                </c:pt>
                <c:pt idx="1169">
                  <c:v>7.0156870180860622</c:v>
                </c:pt>
                <c:pt idx="1170">
                  <c:v>7.0138574401993097</c:v>
                </c:pt>
                <c:pt idx="1171">
                  <c:v>7.0125804569608476</c:v>
                </c:pt>
                <c:pt idx="1172">
                  <c:v>7.0125424557309319</c:v>
                </c:pt>
                <c:pt idx="1173">
                  <c:v>7.0132767782525738</c:v>
                </c:pt>
                <c:pt idx="1174">
                  <c:v>7.0144588372569734</c:v>
                </c:pt>
                <c:pt idx="1175">
                  <c:v>7.0160754663428939</c:v>
                </c:pt>
                <c:pt idx="1176">
                  <c:v>7.0147205884671786</c:v>
                </c:pt>
                <c:pt idx="1177">
                  <c:v>7.0142834954824265</c:v>
                </c:pt>
                <c:pt idx="1178">
                  <c:v>7.0150911398792157</c:v>
                </c:pt>
                <c:pt idx="1179">
                  <c:v>7.015280436462259</c:v>
                </c:pt>
                <c:pt idx="1180">
                  <c:v>7.0151505069458677</c:v>
                </c:pt>
                <c:pt idx="1181">
                  <c:v>7.0151716362604271</c:v>
                </c:pt>
                <c:pt idx="1182">
                  <c:v>7.0147347009571268</c:v>
                </c:pt>
                <c:pt idx="1183">
                  <c:v>7.0145245904224289</c:v>
                </c:pt>
                <c:pt idx="1184">
                  <c:v>7.0150108800201831</c:v>
                </c:pt>
                <c:pt idx="1185">
                  <c:v>7.01405107302228</c:v>
                </c:pt>
                <c:pt idx="1186">
                  <c:v>7.0143491698071552</c:v>
                </c:pt>
                <c:pt idx="1187">
                  <c:v>7.0153948343556349</c:v>
                </c:pt>
                <c:pt idx="1188">
                  <c:v>7.0145584130938676</c:v>
                </c:pt>
                <c:pt idx="1189">
                  <c:v>7.0128124852173634</c:v>
                </c:pt>
                <c:pt idx="1190">
                  <c:v>7.0128264400258598</c:v>
                </c:pt>
                <c:pt idx="1191">
                  <c:v>7.0114669893880386</c:v>
                </c:pt>
                <c:pt idx="1192">
                  <c:v>7.0101079329538463</c:v>
                </c:pt>
                <c:pt idx="1193">
                  <c:v>7.0106549299105945</c:v>
                </c:pt>
                <c:pt idx="1194">
                  <c:v>7.0110163357984199</c:v>
                </c:pt>
                <c:pt idx="1195">
                  <c:v>7.0103707879342156</c:v>
                </c:pt>
                <c:pt idx="1196">
                  <c:v>7.01040508365001</c:v>
                </c:pt>
                <c:pt idx="1197">
                  <c:v>7.0106040776423466</c:v>
                </c:pt>
                <c:pt idx="1198">
                  <c:v>7.0117505794793358</c:v>
                </c:pt>
                <c:pt idx="1199">
                  <c:v>7.0129831753890786</c:v>
                </c:pt>
                <c:pt idx="1200">
                  <c:v>7.0141709109257482</c:v>
                </c:pt>
                <c:pt idx="1201">
                  <c:v>7.0143175546760439</c:v>
                </c:pt>
                <c:pt idx="1202">
                  <c:v>7.0134071019725948</c:v>
                </c:pt>
                <c:pt idx="1203">
                  <c:v>7.0133769848152765</c:v>
                </c:pt>
                <c:pt idx="1204">
                  <c:v>7.0152608051214935</c:v>
                </c:pt>
                <c:pt idx="1205">
                  <c:v>7.0137733959854298</c:v>
                </c:pt>
                <c:pt idx="1206">
                  <c:v>7.0119861555685201</c:v>
                </c:pt>
                <c:pt idx="1207">
                  <c:v>7.0134672574465062</c:v>
                </c:pt>
                <c:pt idx="1208">
                  <c:v>7.0152421987101654</c:v>
                </c:pt>
                <c:pt idx="1209">
                  <c:v>7.014714360049827</c:v>
                </c:pt>
                <c:pt idx="1210">
                  <c:v>7.0124772544505589</c:v>
                </c:pt>
                <c:pt idx="1211">
                  <c:v>7.0113413172708494</c:v>
                </c:pt>
                <c:pt idx="1212">
                  <c:v>7.0106680963118304</c:v>
                </c:pt>
                <c:pt idx="1213">
                  <c:v>7.0113322505873636</c:v>
                </c:pt>
                <c:pt idx="1214">
                  <c:v>7.013037575489995</c:v>
                </c:pt>
                <c:pt idx="1215">
                  <c:v>7.0140610069537521</c:v>
                </c:pt>
                <c:pt idx="1216">
                  <c:v>7.0158461186710603</c:v>
                </c:pt>
                <c:pt idx="1217">
                  <c:v>7.018209605954052</c:v>
                </c:pt>
                <c:pt idx="1218">
                  <c:v>7.0192570049985017</c:v>
                </c:pt>
                <c:pt idx="1219">
                  <c:v>7.0182424825367793</c:v>
                </c:pt>
                <c:pt idx="1220">
                  <c:v>7.0174250618899698</c:v>
                </c:pt>
                <c:pt idx="1221">
                  <c:v>7.0166993330074581</c:v>
                </c:pt>
                <c:pt idx="1222">
                  <c:v>7.0157634935902493</c:v>
                </c:pt>
                <c:pt idx="1223">
                  <c:v>7.0161479998107819</c:v>
                </c:pt>
                <c:pt idx="1224">
                  <c:v>7.0165235181885555</c:v>
                </c:pt>
                <c:pt idx="1225">
                  <c:v>7.0176135700657536</c:v>
                </c:pt>
                <c:pt idx="1226">
                  <c:v>7.0209575994575761</c:v>
                </c:pt>
                <c:pt idx="1227">
                  <c:v>7.0249655466027532</c:v>
                </c:pt>
                <c:pt idx="1228">
                  <c:v>7.0283029533735943</c:v>
                </c:pt>
                <c:pt idx="1229">
                  <c:v>7.0330140021129317</c:v>
                </c:pt>
                <c:pt idx="1230">
                  <c:v>7.036998454721771</c:v>
                </c:pt>
                <c:pt idx="1231">
                  <c:v>7.0389462148567468</c:v>
                </c:pt>
                <c:pt idx="1232">
                  <c:v>7.0427793721124585</c:v>
                </c:pt>
                <c:pt idx="1233">
                  <c:v>7.0464944259606739</c:v>
                </c:pt>
                <c:pt idx="1234">
                  <c:v>7.0475830587048049</c:v>
                </c:pt>
                <c:pt idx="1235">
                  <c:v>7.0469276557498546</c:v>
                </c:pt>
                <c:pt idx="1236">
                  <c:v>7.044885602106624</c:v>
                </c:pt>
                <c:pt idx="1237">
                  <c:v>7.0419013229473819</c:v>
                </c:pt>
                <c:pt idx="1238">
                  <c:v>7.0384082057427584</c:v>
                </c:pt>
                <c:pt idx="1239">
                  <c:v>7.0349817089515758</c:v>
                </c:pt>
                <c:pt idx="1240">
                  <c:v>7.0323528437849854</c:v>
                </c:pt>
                <c:pt idx="1241">
                  <c:v>7.0299942446270043</c:v>
                </c:pt>
                <c:pt idx="1242">
                  <c:v>7.0272008388653244</c:v>
                </c:pt>
                <c:pt idx="1243">
                  <c:v>7.0242464403412228</c:v>
                </c:pt>
                <c:pt idx="1244">
                  <c:v>7.0205906747189326</c:v>
                </c:pt>
                <c:pt idx="1245">
                  <c:v>7.0184372979706398</c:v>
                </c:pt>
                <c:pt idx="1246">
                  <c:v>7.0170283353569118</c:v>
                </c:pt>
                <c:pt idx="1247">
                  <c:v>7.0170191109919742</c:v>
                </c:pt>
                <c:pt idx="1248">
                  <c:v>7.0176235828379507</c:v>
                </c:pt>
                <c:pt idx="1249">
                  <c:v>7.0178497768807455</c:v>
                </c:pt>
                <c:pt idx="1250">
                  <c:v>7.017859316608587</c:v>
                </c:pt>
                <c:pt idx="1251">
                  <c:v>7.0181875305507813</c:v>
                </c:pt>
                <c:pt idx="1252">
                  <c:v>7.0180454595625914</c:v>
                </c:pt>
                <c:pt idx="1253">
                  <c:v>7.0160638767561769</c:v>
                </c:pt>
                <c:pt idx="1254">
                  <c:v>7.0149025528627069</c:v>
                </c:pt>
                <c:pt idx="1255">
                  <c:v>7.0129353979091436</c:v>
                </c:pt>
                <c:pt idx="1256">
                  <c:v>7.0114936375534143</c:v>
                </c:pt>
                <c:pt idx="1257">
                  <c:v>7.0136806004509689</c:v>
                </c:pt>
                <c:pt idx="1258">
                  <c:v>7.0145144988095049</c:v>
                </c:pt>
                <c:pt idx="1259">
                  <c:v>7.0121694602563904</c:v>
                </c:pt>
                <c:pt idx="1260">
                  <c:v>7.0103648748797678</c:v>
                </c:pt>
                <c:pt idx="1261">
                  <c:v>7.0110548889134172</c:v>
                </c:pt>
                <c:pt idx="1262">
                  <c:v>7.0114638357589998</c:v>
                </c:pt>
                <c:pt idx="1263">
                  <c:v>7.010793137703212</c:v>
                </c:pt>
                <c:pt idx="1264">
                  <c:v>7.0111365679055169</c:v>
                </c:pt>
                <c:pt idx="1265">
                  <c:v>7.013144720036582</c:v>
                </c:pt>
                <c:pt idx="1266">
                  <c:v>7.0138937857739796</c:v>
                </c:pt>
                <c:pt idx="1267">
                  <c:v>7.0130134502278496</c:v>
                </c:pt>
                <c:pt idx="1268">
                  <c:v>7.0119362493889845</c:v>
                </c:pt>
                <c:pt idx="1269">
                  <c:v>7.0118878411832419</c:v>
                </c:pt>
                <c:pt idx="1270">
                  <c:v>7.0102724735489366</c:v>
                </c:pt>
                <c:pt idx="1271">
                  <c:v>7.00814046263738</c:v>
                </c:pt>
                <c:pt idx="1272">
                  <c:v>7.0077172535044703</c:v>
                </c:pt>
                <c:pt idx="1273">
                  <c:v>7.0099311720462323</c:v>
                </c:pt>
                <c:pt idx="1274">
                  <c:v>7.0124079534524357</c:v>
                </c:pt>
                <c:pt idx="1275">
                  <c:v>7.0157169775619295</c:v>
                </c:pt>
                <c:pt idx="1276">
                  <c:v>7.0168436903767013</c:v>
                </c:pt>
                <c:pt idx="1277">
                  <c:v>7.0144713729324017</c:v>
                </c:pt>
                <c:pt idx="1278">
                  <c:v>7.0129394976268937</c:v>
                </c:pt>
                <c:pt idx="1279">
                  <c:v>7.0120571122218891</c:v>
                </c:pt>
                <c:pt idx="1280">
                  <c:v>7.010855343035999</c:v>
                </c:pt>
                <c:pt idx="1281">
                  <c:v>7.0117405667071386</c:v>
                </c:pt>
                <c:pt idx="1282">
                  <c:v>7.0120160362036614</c:v>
                </c:pt>
                <c:pt idx="1283">
                  <c:v>7.0116876645800152</c:v>
                </c:pt>
                <c:pt idx="1284">
                  <c:v>7.012314921395796</c:v>
                </c:pt>
                <c:pt idx="1285">
                  <c:v>7.0140114161371194</c:v>
                </c:pt>
                <c:pt idx="1286">
                  <c:v>7.0170669673126351</c:v>
                </c:pt>
                <c:pt idx="1287">
                  <c:v>7.0194232800895628</c:v>
                </c:pt>
                <c:pt idx="1288">
                  <c:v>7.0183064223655371</c:v>
                </c:pt>
                <c:pt idx="1289">
                  <c:v>7.0167780160519717</c:v>
                </c:pt>
                <c:pt idx="1290">
                  <c:v>7.0158389441649982</c:v>
                </c:pt>
                <c:pt idx="1291">
                  <c:v>7.0150925590122837</c:v>
                </c:pt>
                <c:pt idx="1292">
                  <c:v>7.0138958356328542</c:v>
                </c:pt>
                <c:pt idx="1293">
                  <c:v>7.0123287973635664</c:v>
                </c:pt>
                <c:pt idx="1294">
                  <c:v>7.010722181049843</c:v>
                </c:pt>
                <c:pt idx="1295">
                  <c:v>7.0112929090651068</c:v>
                </c:pt>
                <c:pt idx="1296">
                  <c:v>7.0112266040145697</c:v>
                </c:pt>
                <c:pt idx="1297">
                  <c:v>7.0091474163894105</c:v>
                </c:pt>
                <c:pt idx="1298">
                  <c:v>7.0084460492912219</c:v>
                </c:pt>
                <c:pt idx="1299">
                  <c:v>7.0101916618048223</c:v>
                </c:pt>
                <c:pt idx="1300">
                  <c:v>7.0125916523439349</c:v>
                </c:pt>
                <c:pt idx="1301">
                  <c:v>7.0114878821804192</c:v>
                </c:pt>
                <c:pt idx="1302">
                  <c:v>7.0094794935271763</c:v>
                </c:pt>
                <c:pt idx="1303">
                  <c:v>7.0086706665194969</c:v>
                </c:pt>
                <c:pt idx="1304">
                  <c:v>7.0074412478910109</c:v>
                </c:pt>
                <c:pt idx="1305">
                  <c:v>7.0094964442832586</c:v>
                </c:pt>
                <c:pt idx="1306">
                  <c:v>7.0113266528958196</c:v>
                </c:pt>
                <c:pt idx="1307">
                  <c:v>7.0118721518787748</c:v>
                </c:pt>
                <c:pt idx="1308">
                  <c:v>7.0111640044781529</c:v>
                </c:pt>
                <c:pt idx="1309">
                  <c:v>7.0113626042668598</c:v>
                </c:pt>
                <c:pt idx="1310">
                  <c:v>7.0114378183194308</c:v>
                </c:pt>
                <c:pt idx="1311">
                  <c:v>7.0112228196597233</c:v>
                </c:pt>
                <c:pt idx="1312">
                  <c:v>7.0116514766867972</c:v>
                </c:pt>
                <c:pt idx="1313">
                  <c:v>7.0120463110424325</c:v>
                </c:pt>
                <c:pt idx="1314">
                  <c:v>7.0115920307794193</c:v>
                </c:pt>
                <c:pt idx="1315">
                  <c:v>7.0110086094072752</c:v>
                </c:pt>
                <c:pt idx="1316">
                  <c:v>7.0098835522477492</c:v>
                </c:pt>
                <c:pt idx="1317">
                  <c:v>7.0103481606458633</c:v>
                </c:pt>
                <c:pt idx="1318">
                  <c:v>7.0109748655765625</c:v>
                </c:pt>
                <c:pt idx="1319">
                  <c:v>7.0123474826156196</c:v>
                </c:pt>
                <c:pt idx="1320">
                  <c:v>7.0134432898658128</c:v>
                </c:pt>
                <c:pt idx="1321">
                  <c:v>7.013102540248191</c:v>
                </c:pt>
                <c:pt idx="1322">
                  <c:v>7.0126358031504754</c:v>
                </c:pt>
                <c:pt idx="1323">
                  <c:v>7.0139968306028164</c:v>
                </c:pt>
                <c:pt idx="1324">
                  <c:v>7.0138244059351296</c:v>
                </c:pt>
                <c:pt idx="1325">
                  <c:v>7.0123958908213631</c:v>
                </c:pt>
                <c:pt idx="1326">
                  <c:v>7.0123571800249138</c:v>
                </c:pt>
                <c:pt idx="1327">
                  <c:v>7.0112158028351121</c:v>
                </c:pt>
                <c:pt idx="1328">
                  <c:v>7.0090156735363216</c:v>
                </c:pt>
                <c:pt idx="1329">
                  <c:v>7.0081881612765891</c:v>
                </c:pt>
                <c:pt idx="1330">
                  <c:v>7.0079584194011257</c:v>
                </c:pt>
                <c:pt idx="1331">
                  <c:v>7.0090217442722214</c:v>
                </c:pt>
                <c:pt idx="1332">
                  <c:v>7.0101093520869142</c:v>
                </c:pt>
                <c:pt idx="1333">
                  <c:v>7.0111714943471197</c:v>
                </c:pt>
                <c:pt idx="1334">
                  <c:v>7.0121573187845918</c:v>
                </c:pt>
                <c:pt idx="1335">
                  <c:v>7.0141212412683895</c:v>
                </c:pt>
                <c:pt idx="1336">
                  <c:v>7.016606695154449</c:v>
                </c:pt>
                <c:pt idx="1337">
                  <c:v>7.0177407401567358</c:v>
                </c:pt>
                <c:pt idx="1338">
                  <c:v>7.0170679922420724</c:v>
                </c:pt>
                <c:pt idx="1339">
                  <c:v>7.0160252448004545</c:v>
                </c:pt>
                <c:pt idx="1340">
                  <c:v>7.0143458584966654</c:v>
                </c:pt>
                <c:pt idx="1341">
                  <c:v>7.0132044813068637</c:v>
                </c:pt>
                <c:pt idx="1342">
                  <c:v>7.0138843248868632</c:v>
                </c:pt>
                <c:pt idx="1343">
                  <c:v>7.0145895551806241</c:v>
                </c:pt>
                <c:pt idx="1344">
                  <c:v>7.0148324634573234</c:v>
                </c:pt>
                <c:pt idx="1345">
                  <c:v>7.0127291505700189</c:v>
                </c:pt>
                <c:pt idx="1346">
                  <c:v>7.0119451583910184</c:v>
                </c:pt>
                <c:pt idx="1347">
                  <c:v>7.0106901717151011</c:v>
                </c:pt>
                <c:pt idx="1348">
                  <c:v>7.0099098850502219</c:v>
                </c:pt>
                <c:pt idx="1349">
                  <c:v>7.0102441697283151</c:v>
                </c:pt>
                <c:pt idx="1350">
                  <c:v>7.0090492596855833</c:v>
                </c:pt>
                <c:pt idx="1351">
                  <c:v>7.0103752818555956</c:v>
                </c:pt>
                <c:pt idx="1352">
                  <c:v>7.0132230877181918</c:v>
                </c:pt>
                <c:pt idx="1353">
                  <c:v>7.0143183430833034</c:v>
                </c:pt>
                <c:pt idx="1354">
                  <c:v>7.0127476781406202</c:v>
                </c:pt>
                <c:pt idx="1355">
                  <c:v>7.011433087875873</c:v>
                </c:pt>
                <c:pt idx="1356">
                  <c:v>7.011137671675681</c:v>
                </c:pt>
                <c:pt idx="1357">
                  <c:v>7.0121300398934077</c:v>
                </c:pt>
                <c:pt idx="1358">
                  <c:v>7.0136748450779738</c:v>
                </c:pt>
                <c:pt idx="1359">
                  <c:v>7.0133841593213386</c:v>
                </c:pt>
                <c:pt idx="1360">
                  <c:v>7.013645674009366</c:v>
                </c:pt>
                <c:pt idx="1361">
                  <c:v>7.0141497027704629</c:v>
                </c:pt>
                <c:pt idx="1362">
                  <c:v>7.0129904287358675</c:v>
                </c:pt>
                <c:pt idx="1363">
                  <c:v>7.0118650562134377</c:v>
                </c:pt>
                <c:pt idx="1364">
                  <c:v>7.0100576325706809</c:v>
                </c:pt>
                <c:pt idx="1365">
                  <c:v>7.0082596698150397</c:v>
                </c:pt>
                <c:pt idx="1366">
                  <c:v>7.0074741717781741</c:v>
                </c:pt>
                <c:pt idx="1367">
                  <c:v>7.008011558050427</c:v>
                </c:pt>
                <c:pt idx="1368">
                  <c:v>7.010651224396474</c:v>
                </c:pt>
                <c:pt idx="1369">
                  <c:v>7.0132420883331497</c:v>
                </c:pt>
                <c:pt idx="1370">
                  <c:v>7.0131756256011606</c:v>
                </c:pt>
                <c:pt idx="1371">
                  <c:v>7.0117261388542866</c:v>
                </c:pt>
                <c:pt idx="1372">
                  <c:v>7.0110475567259023</c:v>
                </c:pt>
                <c:pt idx="1373">
                  <c:v>7.012351266970466</c:v>
                </c:pt>
                <c:pt idx="1374">
                  <c:v>7.0133712294422805</c:v>
                </c:pt>
                <c:pt idx="1375">
                  <c:v>7.0120393730585473</c:v>
                </c:pt>
                <c:pt idx="1376">
                  <c:v>7.0094502436178434</c:v>
                </c:pt>
                <c:pt idx="1377">
                  <c:v>7.0073175940964063</c:v>
                </c:pt>
                <c:pt idx="1378">
                  <c:v>7.0065232737823049</c:v>
                </c:pt>
                <c:pt idx="1379">
                  <c:v>7.0078892760844544</c:v>
                </c:pt>
                <c:pt idx="1380">
                  <c:v>7.0090493385263093</c:v>
                </c:pt>
                <c:pt idx="1381">
                  <c:v>7.0088521578706695</c:v>
                </c:pt>
                <c:pt idx="1382">
                  <c:v>7.0104631892650469</c:v>
                </c:pt>
                <c:pt idx="1383">
                  <c:v>7.0115001813336697</c:v>
                </c:pt>
                <c:pt idx="1384">
                  <c:v>7.0118999826550406</c:v>
                </c:pt>
                <c:pt idx="1385">
                  <c:v>7.0126823191787953</c:v>
                </c:pt>
                <c:pt idx="1386">
                  <c:v>7.0115194973115313</c:v>
                </c:pt>
                <c:pt idx="1387">
                  <c:v>7.0115875368580394</c:v>
                </c:pt>
                <c:pt idx="1388">
                  <c:v>7.0122468030085621</c:v>
                </c:pt>
                <c:pt idx="1389">
                  <c:v>7.0116373641968499</c:v>
                </c:pt>
                <c:pt idx="1390">
                  <c:v>7.0117036692473862</c:v>
                </c:pt>
                <c:pt idx="1391">
                  <c:v>7.0116356297008782</c:v>
                </c:pt>
                <c:pt idx="1392">
                  <c:v>7.0111517841656283</c:v>
                </c:pt>
                <c:pt idx="1393">
                  <c:v>7.0107143758179724</c:v>
                </c:pt>
                <c:pt idx="1394">
                  <c:v>7.0112600324823795</c:v>
                </c:pt>
                <c:pt idx="1395">
                  <c:v>7.0128501710843754</c:v>
                </c:pt>
                <c:pt idx="1396">
                  <c:v>7.0132553335751115</c:v>
                </c:pt>
                <c:pt idx="1397">
                  <c:v>7.0116045664548476</c:v>
                </c:pt>
                <c:pt idx="1398">
                  <c:v>7.0095068512590863</c:v>
                </c:pt>
                <c:pt idx="1399">
                  <c:v>7.0089694728709064</c:v>
                </c:pt>
                <c:pt idx="1400">
                  <c:v>7.0090498904113909</c:v>
                </c:pt>
                <c:pt idx="1401">
                  <c:v>7.0096900771062298</c:v>
                </c:pt>
                <c:pt idx="1402">
                  <c:v>7.0107891168261878</c:v>
                </c:pt>
                <c:pt idx="1403">
                  <c:v>7.0111834781374665</c:v>
                </c:pt>
                <c:pt idx="1404">
                  <c:v>7.0123169712546716</c:v>
                </c:pt>
                <c:pt idx="1405">
                  <c:v>7.0130370236049133</c:v>
                </c:pt>
                <c:pt idx="1406">
                  <c:v>7.0134259449061007</c:v>
                </c:pt>
                <c:pt idx="1407">
                  <c:v>7.0127502010438514</c:v>
                </c:pt>
                <c:pt idx="1408">
                  <c:v>7.0127375865276971</c:v>
                </c:pt>
                <c:pt idx="1409">
                  <c:v>7.012322253583311</c:v>
                </c:pt>
                <c:pt idx="1410">
                  <c:v>7.0129767892902759</c:v>
                </c:pt>
                <c:pt idx="1411">
                  <c:v>7.013337170248664</c:v>
                </c:pt>
                <c:pt idx="1412">
                  <c:v>7.0116109525536512</c:v>
                </c:pt>
                <c:pt idx="1413">
                  <c:v>7.010512228196597</c:v>
                </c:pt>
                <c:pt idx="1414">
                  <c:v>7.0110231161008532</c:v>
                </c:pt>
                <c:pt idx="1415">
                  <c:v>7.0119728314858323</c:v>
                </c:pt>
                <c:pt idx="1416">
                  <c:v>7.0141013734054463</c:v>
                </c:pt>
                <c:pt idx="1417">
                  <c:v>7.0146177801605196</c:v>
                </c:pt>
                <c:pt idx="1418">
                  <c:v>7.0122047020608962</c:v>
                </c:pt>
                <c:pt idx="1419">
                  <c:v>7.0107314842555066</c:v>
                </c:pt>
                <c:pt idx="1420">
                  <c:v>7.0106382945174159</c:v>
                </c:pt>
                <c:pt idx="1421">
                  <c:v>7.0109616203345997</c:v>
                </c:pt>
                <c:pt idx="1422">
                  <c:v>7.0107137450921648</c:v>
                </c:pt>
                <c:pt idx="1423">
                  <c:v>7.010826566171021</c:v>
                </c:pt>
                <c:pt idx="1424">
                  <c:v>7.0086767372553966</c:v>
                </c:pt>
                <c:pt idx="1425">
                  <c:v>7.008202667970167</c:v>
                </c:pt>
                <c:pt idx="1426">
                  <c:v>7.0094482725996938</c:v>
                </c:pt>
                <c:pt idx="1427">
                  <c:v>7.0079073306107</c:v>
                </c:pt>
                <c:pt idx="1428">
                  <c:v>7.0059621879878273</c:v>
                </c:pt>
                <c:pt idx="1429">
                  <c:v>7.0050381904476575</c:v>
                </c:pt>
                <c:pt idx="1430">
                  <c:v>7.0050133635030507</c:v>
                </c:pt>
                <c:pt idx="1431">
                  <c:v>7.0077890774058247</c:v>
                </c:pt>
                <c:pt idx="1432">
                  <c:v>7.0109209385200018</c:v>
                </c:pt>
                <c:pt idx="1433">
                  <c:v>7.011971727715669</c:v>
                </c:pt>
                <c:pt idx="1434">
                  <c:v>7.0139853198568254</c:v>
                </c:pt>
                <c:pt idx="1435">
                  <c:v>7.0163578738233019</c:v>
                </c:pt>
                <c:pt idx="1436">
                  <c:v>7.0170164304072911</c:v>
                </c:pt>
                <c:pt idx="1437">
                  <c:v>7.0150684337501383</c:v>
                </c:pt>
                <c:pt idx="1438">
                  <c:v>7.0134514893013131</c:v>
                </c:pt>
                <c:pt idx="1439">
                  <c:v>7.0146098960879231</c:v>
                </c:pt>
                <c:pt idx="1440">
                  <c:v>7.0145324744950255</c:v>
                </c:pt>
                <c:pt idx="1441">
                  <c:v>7.0129475393809422</c:v>
                </c:pt>
                <c:pt idx="1442">
                  <c:v>7.0120914867784103</c:v>
                </c:pt>
                <c:pt idx="1443">
                  <c:v>7.0122754221920873</c:v>
                </c:pt>
                <c:pt idx="1444">
                  <c:v>7.0133429256216591</c:v>
                </c:pt>
                <c:pt idx="1445">
                  <c:v>7.013492092275186</c:v>
                </c:pt>
                <c:pt idx="1446">
                  <c:v>7.013550119049496</c:v>
                </c:pt>
                <c:pt idx="1447">
                  <c:v>7.0135686466200982</c:v>
                </c:pt>
                <c:pt idx="1448">
                  <c:v>7.0118400637033069</c:v>
                </c:pt>
                <c:pt idx="1449">
                  <c:v>7.0108596004352011</c:v>
                </c:pt>
                <c:pt idx="1450">
                  <c:v>7.0118533877859948</c:v>
                </c:pt>
                <c:pt idx="1451">
                  <c:v>7.0122279600750561</c:v>
                </c:pt>
                <c:pt idx="1452">
                  <c:v>7.0110242198710164</c:v>
                </c:pt>
                <c:pt idx="1453">
                  <c:v>7.0124064554786418</c:v>
                </c:pt>
                <c:pt idx="1454">
                  <c:v>7.0131525252684526</c:v>
                </c:pt>
                <c:pt idx="1455">
                  <c:v>7.0114419968779069</c:v>
                </c:pt>
                <c:pt idx="1456">
                  <c:v>7.0094014412084711</c:v>
                </c:pt>
                <c:pt idx="1457">
                  <c:v>7.0098523313202667</c:v>
                </c:pt>
                <c:pt idx="1458">
                  <c:v>7.0110962014538227</c:v>
                </c:pt>
                <c:pt idx="1459">
                  <c:v>7.0117409609107684</c:v>
                </c:pt>
                <c:pt idx="1460">
                  <c:v>7.011305760103439</c:v>
                </c:pt>
                <c:pt idx="1461">
                  <c:v>7.0095122124284517</c:v>
                </c:pt>
                <c:pt idx="1462">
                  <c:v>7.009597123890317</c:v>
                </c:pt>
                <c:pt idx="1463">
                  <c:v>7.0096296062694146</c:v>
                </c:pt>
                <c:pt idx="1464">
                  <c:v>7.0095296362288906</c:v>
                </c:pt>
                <c:pt idx="1465">
                  <c:v>7.0112240022706125</c:v>
                </c:pt>
                <c:pt idx="1466">
                  <c:v>7.012120973209921</c:v>
                </c:pt>
                <c:pt idx="1467">
                  <c:v>7.0140893896150995</c:v>
                </c:pt>
                <c:pt idx="1468">
                  <c:v>7.0136504044529238</c:v>
                </c:pt>
                <c:pt idx="1469">
                  <c:v>7.0127386114571344</c:v>
                </c:pt>
                <c:pt idx="1470">
                  <c:v>7.0125860546523908</c:v>
                </c:pt>
                <c:pt idx="1471">
                  <c:v>7.0122491682303414</c:v>
                </c:pt>
                <c:pt idx="1472">
                  <c:v>7.0122086440971945</c:v>
                </c:pt>
                <c:pt idx="1473">
                  <c:v>7.0124588057206827</c:v>
                </c:pt>
                <c:pt idx="1474">
                  <c:v>7.0126515712956685</c:v>
                </c:pt>
                <c:pt idx="1475">
                  <c:v>7.0115570254970905</c:v>
                </c:pt>
                <c:pt idx="1476">
                  <c:v>7.0106662829751336</c:v>
                </c:pt>
                <c:pt idx="1477">
                  <c:v>7.0103541525410362</c:v>
                </c:pt>
                <c:pt idx="1478">
                  <c:v>7.0100421797883916</c:v>
                </c:pt>
                <c:pt idx="1479">
                  <c:v>7.0085221305917784</c:v>
                </c:pt>
                <c:pt idx="1480">
                  <c:v>7.0066906132231663</c:v>
                </c:pt>
                <c:pt idx="1481">
                  <c:v>7.0068957962124916</c:v>
                </c:pt>
                <c:pt idx="1482">
                  <c:v>7.0093283558555006</c:v>
                </c:pt>
                <c:pt idx="1483">
                  <c:v>7.0128353490278936</c:v>
                </c:pt>
                <c:pt idx="1484">
                  <c:v>7.0159883473407021</c:v>
                </c:pt>
                <c:pt idx="1485">
                  <c:v>7.0162570365347925</c:v>
                </c:pt>
                <c:pt idx="1486">
                  <c:v>7.0145067724183603</c:v>
                </c:pt>
                <c:pt idx="1487">
                  <c:v>7.0140562765101944</c:v>
                </c:pt>
                <c:pt idx="1488">
                  <c:v>7.0129112726469982</c:v>
                </c:pt>
                <c:pt idx="1489">
                  <c:v>7.0110636402339992</c:v>
                </c:pt>
                <c:pt idx="1490">
                  <c:v>7.0106368753843489</c:v>
                </c:pt>
                <c:pt idx="1491">
                  <c:v>7.0110459010706574</c:v>
                </c:pt>
                <c:pt idx="1492">
                  <c:v>7.0138091896750181</c:v>
                </c:pt>
                <c:pt idx="1493">
                  <c:v>7.0147306800801026</c:v>
                </c:pt>
                <c:pt idx="1494">
                  <c:v>7.0115660921805771</c:v>
                </c:pt>
                <c:pt idx="1495">
                  <c:v>7.008699364543749</c:v>
                </c:pt>
                <c:pt idx="1496">
                  <c:v>7.0078396221952408</c:v>
                </c:pt>
                <c:pt idx="1497">
                  <c:v>7.0089373846954386</c:v>
                </c:pt>
                <c:pt idx="1498">
                  <c:v>7.011050868036393</c:v>
                </c:pt>
                <c:pt idx="1499">
                  <c:v>7.0115027042369009</c:v>
                </c:pt>
                <c:pt idx="1500">
                  <c:v>7.0107165045175739</c:v>
                </c:pt>
                <c:pt idx="1501">
                  <c:v>7.0111283684700165</c:v>
                </c:pt>
                <c:pt idx="1502">
                  <c:v>7.0114804711521783</c:v>
                </c:pt>
                <c:pt idx="1503">
                  <c:v>7.0095390182752801</c:v>
                </c:pt>
                <c:pt idx="1504">
                  <c:v>7.0080088774657439</c:v>
                </c:pt>
                <c:pt idx="1505">
                  <c:v>7.0087330295337358</c:v>
                </c:pt>
                <c:pt idx="1506">
                  <c:v>7.0108442264936377</c:v>
                </c:pt>
                <c:pt idx="1507">
                  <c:v>7.011134912250272</c:v>
                </c:pt>
                <c:pt idx="1508">
                  <c:v>7.0121061511534402</c:v>
                </c:pt>
                <c:pt idx="1509">
                  <c:v>7.0123967580693485</c:v>
                </c:pt>
                <c:pt idx="1510">
                  <c:v>7.0122435705387973</c:v>
                </c:pt>
                <c:pt idx="1511">
                  <c:v>7.0128403159936292</c:v>
                </c:pt>
                <c:pt idx="1512">
                  <c:v>7.0126006401866947</c:v>
                </c:pt>
                <c:pt idx="1513">
                  <c:v>7.0116165502451944</c:v>
                </c:pt>
                <c:pt idx="1514">
                  <c:v>7.0129565272237029</c:v>
                </c:pt>
                <c:pt idx="1515">
                  <c:v>7.0148177990822935</c:v>
                </c:pt>
                <c:pt idx="1516">
                  <c:v>7.0146298427915923</c:v>
                </c:pt>
                <c:pt idx="1517">
                  <c:v>7.0133456850470681</c:v>
                </c:pt>
                <c:pt idx="1518">
                  <c:v>7.0124923130292185</c:v>
                </c:pt>
                <c:pt idx="1519">
                  <c:v>7.0143494851700599</c:v>
                </c:pt>
                <c:pt idx="1520">
                  <c:v>7.0148452356549296</c:v>
                </c:pt>
                <c:pt idx="1521">
                  <c:v>7.0120385058105619</c:v>
                </c:pt>
                <c:pt idx="1522">
                  <c:v>7.0095394913196358</c:v>
                </c:pt>
                <c:pt idx="1523">
                  <c:v>7.0078330862990583</c:v>
                </c:pt>
                <c:pt idx="1524">
                  <c:v>7.0055711379870385</c:v>
                </c:pt>
                <c:pt idx="1525">
                  <c:v>7.0038093079361072</c:v>
                </c:pt>
                <c:pt idx="1526">
                  <c:v>7.0029274901843293</c:v>
                </c:pt>
                <c:pt idx="1527">
                  <c:v>7.0043051451457767</c:v>
                </c:pt>
                <c:pt idx="1528">
                  <c:v>7.0055932370425271</c:v>
                </c:pt>
                <c:pt idx="1529">
                  <c:v>7.007736435453098</c:v>
                </c:pt>
                <c:pt idx="1530">
                  <c:v>7.0111835569781924</c:v>
                </c:pt>
                <c:pt idx="1531">
                  <c:v>7.0133372490893899</c:v>
                </c:pt>
                <c:pt idx="1532">
                  <c:v>7.0128458348444473</c:v>
                </c:pt>
                <c:pt idx="1533">
                  <c:v>7.0121961872624921</c:v>
                </c:pt>
                <c:pt idx="1534">
                  <c:v>7.0129561330200731</c:v>
                </c:pt>
                <c:pt idx="1535">
                  <c:v>7.0130003626673396</c:v>
                </c:pt>
                <c:pt idx="1536">
                  <c:v>7.0135821283842379</c:v>
                </c:pt>
                <c:pt idx="1537">
                  <c:v>7.0155880729749756</c:v>
                </c:pt>
                <c:pt idx="1538">
                  <c:v>7.0160522871694599</c:v>
                </c:pt>
                <c:pt idx="1539">
                  <c:v>7.016260584367461</c:v>
                </c:pt>
                <c:pt idx="1540">
                  <c:v>7.0163023699522222</c:v>
                </c:pt>
                <c:pt idx="1541">
                  <c:v>7.0146978034973744</c:v>
                </c:pt>
                <c:pt idx="1542">
                  <c:v>7.0130285876472351</c:v>
                </c:pt>
                <c:pt idx="1543">
                  <c:v>7.0116665352654568</c:v>
                </c:pt>
                <c:pt idx="1544">
                  <c:v>7.0098757470158786</c:v>
                </c:pt>
                <c:pt idx="1545">
                  <c:v>7.0099969252116869</c:v>
                </c:pt>
                <c:pt idx="1546">
                  <c:v>7.0095144988095051</c:v>
                </c:pt>
                <c:pt idx="1547">
                  <c:v>7.0083513615793374</c:v>
                </c:pt>
                <c:pt idx="1548">
                  <c:v>7.0082649521436791</c:v>
                </c:pt>
                <c:pt idx="1549">
                  <c:v>7.0088104511266343</c:v>
                </c:pt>
                <c:pt idx="1550">
                  <c:v>7.0083974834040275</c:v>
                </c:pt>
                <c:pt idx="1551">
                  <c:v>7.0083196676074992</c:v>
                </c:pt>
                <c:pt idx="1552">
                  <c:v>7.0099564010785409</c:v>
                </c:pt>
                <c:pt idx="1553">
                  <c:v>7.0104337816742612</c:v>
                </c:pt>
                <c:pt idx="1554">
                  <c:v>7.0097905201911095</c:v>
                </c:pt>
                <c:pt idx="1555">
                  <c:v>7.0081168892603163</c:v>
                </c:pt>
                <c:pt idx="1556">
                  <c:v>7.008304057143758</c:v>
                </c:pt>
                <c:pt idx="1557">
                  <c:v>7.0100276730948137</c:v>
                </c:pt>
                <c:pt idx="1558">
                  <c:v>7.0116104795092955</c:v>
                </c:pt>
                <c:pt idx="1559">
                  <c:v>7.0104767498699125</c:v>
                </c:pt>
                <c:pt idx="1560">
                  <c:v>7.0103491067345747</c:v>
                </c:pt>
                <c:pt idx="1561">
                  <c:v>7.0097556725902335</c:v>
                </c:pt>
                <c:pt idx="1562">
                  <c:v>7.010076475504186</c:v>
                </c:pt>
                <c:pt idx="1563">
                  <c:v>7.0112127280468002</c:v>
                </c:pt>
                <c:pt idx="1564">
                  <c:v>7.0116610952553655</c:v>
                </c:pt>
                <c:pt idx="1565">
                  <c:v>7.0111912045286111</c:v>
                </c:pt>
                <c:pt idx="1566">
                  <c:v>7.0111524937321619</c:v>
                </c:pt>
                <c:pt idx="1567">
                  <c:v>7.0105495198599792</c:v>
                </c:pt>
                <c:pt idx="1568">
                  <c:v>7.0092258629117454</c:v>
                </c:pt>
                <c:pt idx="1569">
                  <c:v>7.0093606805531463</c:v>
                </c:pt>
                <c:pt idx="1570">
                  <c:v>7.0101494031757046</c:v>
                </c:pt>
                <c:pt idx="1571">
                  <c:v>7.0103842696983554</c:v>
                </c:pt>
                <c:pt idx="1572">
                  <c:v>7.0105153029849099</c:v>
                </c:pt>
                <c:pt idx="1573">
                  <c:v>7.009527665210741</c:v>
                </c:pt>
                <c:pt idx="1574">
                  <c:v>7.0103854523092446</c:v>
                </c:pt>
                <c:pt idx="1575">
                  <c:v>7.0117494757091725</c:v>
                </c:pt>
                <c:pt idx="1576">
                  <c:v>7.0115734243680912</c:v>
                </c:pt>
                <c:pt idx="1577">
                  <c:v>7.0108775761207207</c:v>
                </c:pt>
                <c:pt idx="1578">
                  <c:v>7.0102985698292306</c:v>
                </c:pt>
                <c:pt idx="1579">
                  <c:v>7.0106228417351266</c:v>
                </c:pt>
                <c:pt idx="1580">
                  <c:v>7.0121953988552326</c:v>
                </c:pt>
                <c:pt idx="1581">
                  <c:v>7.0144511897065547</c:v>
                </c:pt>
                <c:pt idx="1582">
                  <c:v>7.0153850581056147</c:v>
                </c:pt>
                <c:pt idx="1583">
                  <c:v>7.0147887068544126</c:v>
                </c:pt>
                <c:pt idx="1584">
                  <c:v>7.0140002207540331</c:v>
                </c:pt>
                <c:pt idx="1585">
                  <c:v>7.0143997855532252</c:v>
                </c:pt>
                <c:pt idx="1586">
                  <c:v>7.013619498888346</c:v>
                </c:pt>
                <c:pt idx="1587">
                  <c:v>7.011355035557167</c:v>
                </c:pt>
                <c:pt idx="1588">
                  <c:v>7.0103048770873082</c:v>
                </c:pt>
                <c:pt idx="1589">
                  <c:v>7.0099246282659768</c:v>
                </c:pt>
                <c:pt idx="1590">
                  <c:v>7.0096681593844119</c:v>
                </c:pt>
                <c:pt idx="1591">
                  <c:v>7.0094557624686606</c:v>
                </c:pt>
                <c:pt idx="1592">
                  <c:v>7.0085747173559971</c:v>
                </c:pt>
                <c:pt idx="1593">
                  <c:v>7.0097267380438035</c:v>
                </c:pt>
                <c:pt idx="1594">
                  <c:v>7.0109700562922788</c:v>
                </c:pt>
                <c:pt idx="1595">
                  <c:v>7.0106557971585799</c:v>
                </c:pt>
                <c:pt idx="1596">
                  <c:v>7.0097496018543337</c:v>
                </c:pt>
                <c:pt idx="1597">
                  <c:v>7.0102947854743842</c:v>
                </c:pt>
                <c:pt idx="1598">
                  <c:v>7.0104547533073687</c:v>
                </c:pt>
                <c:pt idx="1599">
                  <c:v>7.0119297056087291</c:v>
                </c:pt>
                <c:pt idx="1600">
                  <c:v>7.0126854728078341</c:v>
                </c:pt>
                <c:pt idx="1601">
                  <c:v>7.0107441776123878</c:v>
                </c:pt>
                <c:pt idx="1602">
                  <c:v>7.0092998155127013</c:v>
                </c:pt>
                <c:pt idx="1603">
                  <c:v>7.0108245951528723</c:v>
                </c:pt>
                <c:pt idx="1604">
                  <c:v>7.0118246109210176</c:v>
                </c:pt>
                <c:pt idx="1605">
                  <c:v>7.0113710402245388</c:v>
                </c:pt>
                <c:pt idx="1606">
                  <c:v>7.0111271070184014</c:v>
                </c:pt>
                <c:pt idx="1607">
                  <c:v>7.0127900944511898</c:v>
                </c:pt>
                <c:pt idx="1608">
                  <c:v>7.0146673709771523</c:v>
                </c:pt>
                <c:pt idx="1609">
                  <c:v>7.0150044150806536</c:v>
                </c:pt>
                <c:pt idx="1610">
                  <c:v>7.0135980542108829</c:v>
                </c:pt>
                <c:pt idx="1611">
                  <c:v>7.0124029864866992</c:v>
                </c:pt>
                <c:pt idx="1612">
                  <c:v>7.0136142954004317</c:v>
                </c:pt>
                <c:pt idx="1613">
                  <c:v>7.0138609091912523</c:v>
                </c:pt>
                <c:pt idx="1614">
                  <c:v>7.0134413188476641</c:v>
                </c:pt>
                <c:pt idx="1615">
                  <c:v>7.0144779167126572</c:v>
                </c:pt>
                <c:pt idx="1616">
                  <c:v>7.0164762137529761</c:v>
                </c:pt>
                <c:pt idx="1617">
                  <c:v>7.0177679402071931</c:v>
                </c:pt>
                <c:pt idx="1618">
                  <c:v>7.01863250760813</c:v>
                </c:pt>
                <c:pt idx="1619">
                  <c:v>7.0189044292719851</c:v>
                </c:pt>
                <c:pt idx="1620">
                  <c:v>7.0169665242277555</c:v>
                </c:pt>
                <c:pt idx="1621">
                  <c:v>7.0165525315757105</c:v>
                </c:pt>
                <c:pt idx="1622">
                  <c:v>7.0165645942067831</c:v>
                </c:pt>
                <c:pt idx="1623">
                  <c:v>7.0162713067061926</c:v>
                </c:pt>
                <c:pt idx="1624">
                  <c:v>7.0169186679070945</c:v>
                </c:pt>
                <c:pt idx="1625">
                  <c:v>7.0173570223434618</c:v>
                </c:pt>
                <c:pt idx="1626">
                  <c:v>7.0160451915041238</c:v>
                </c:pt>
                <c:pt idx="1627">
                  <c:v>7.0145382298680206</c:v>
                </c:pt>
                <c:pt idx="1628">
                  <c:v>7.0146856620255758</c:v>
                </c:pt>
                <c:pt idx="1629">
                  <c:v>7.0164729024424854</c:v>
                </c:pt>
                <c:pt idx="1630">
                  <c:v>7.0179817562560114</c:v>
                </c:pt>
                <c:pt idx="1631">
                  <c:v>7.0174297923335276</c:v>
                </c:pt>
                <c:pt idx="1632">
                  <c:v>7.0171914568189342</c:v>
                </c:pt>
                <c:pt idx="1633">
                  <c:v>7.0157323515034928</c:v>
                </c:pt>
                <c:pt idx="1634">
                  <c:v>7.0127277314369509</c:v>
                </c:pt>
                <c:pt idx="1635">
                  <c:v>7.0105681262713064</c:v>
                </c:pt>
                <c:pt idx="1636">
                  <c:v>7.0088690297860259</c:v>
                </c:pt>
                <c:pt idx="1637">
                  <c:v>7.0093392358756841</c:v>
                </c:pt>
                <c:pt idx="1638">
                  <c:v>7.0118284741165899</c:v>
                </c:pt>
                <c:pt idx="1639">
                  <c:v>7.0123892682003817</c:v>
                </c:pt>
                <c:pt idx="1640">
                  <c:v>7.0127020293602866</c:v>
                </c:pt>
                <c:pt idx="1641">
                  <c:v>7.0147443195256942</c:v>
                </c:pt>
                <c:pt idx="1642">
                  <c:v>7.0186038095838787</c:v>
                </c:pt>
                <c:pt idx="1643">
                  <c:v>7.0197309954430063</c:v>
                </c:pt>
                <c:pt idx="1644">
                  <c:v>7.0201711632160713</c:v>
                </c:pt>
                <c:pt idx="1645">
                  <c:v>7.0196021696967783</c:v>
                </c:pt>
                <c:pt idx="1646">
                  <c:v>7.0186296693419949</c:v>
                </c:pt>
                <c:pt idx="1647">
                  <c:v>7.01938094261972</c:v>
                </c:pt>
                <c:pt idx="1648">
                  <c:v>7.0190879704820324</c:v>
                </c:pt>
                <c:pt idx="1649">
                  <c:v>7.0185297781421969</c:v>
                </c:pt>
                <c:pt idx="1650">
                  <c:v>7.0197403774893958</c:v>
                </c:pt>
                <c:pt idx="1651">
                  <c:v>7.019625743073842</c:v>
                </c:pt>
                <c:pt idx="1652">
                  <c:v>7.0189569371954779</c:v>
                </c:pt>
                <c:pt idx="1653">
                  <c:v>7.0185291474163893</c:v>
                </c:pt>
                <c:pt idx="1654">
                  <c:v>7.0196022485375043</c:v>
                </c:pt>
                <c:pt idx="1655">
                  <c:v>7.0221249940869459</c:v>
                </c:pt>
                <c:pt idx="1656">
                  <c:v>7.0239809836168972</c:v>
                </c:pt>
                <c:pt idx="1657">
                  <c:v>7.0244463015815448</c:v>
                </c:pt>
                <c:pt idx="1658">
                  <c:v>7.0247999022374996</c:v>
                </c:pt>
                <c:pt idx="1659">
                  <c:v>7.0263029218373045</c:v>
                </c:pt>
                <c:pt idx="1660">
                  <c:v>7.0282319178794994</c:v>
                </c:pt>
                <c:pt idx="1661">
                  <c:v>7.0281678992100156</c:v>
                </c:pt>
                <c:pt idx="1662">
                  <c:v>7.0277532758321639</c:v>
                </c:pt>
                <c:pt idx="1663">
                  <c:v>7.0272434916980719</c:v>
                </c:pt>
                <c:pt idx="1664">
                  <c:v>7.0282994055409258</c:v>
                </c:pt>
                <c:pt idx="1665">
                  <c:v>7.0310335230766805</c:v>
                </c:pt>
                <c:pt idx="1666">
                  <c:v>7.0317569655781389</c:v>
                </c:pt>
                <c:pt idx="1667">
                  <c:v>7.0323567069805577</c:v>
                </c:pt>
                <c:pt idx="1668">
                  <c:v>7.0340072375786438</c:v>
                </c:pt>
                <c:pt idx="1669">
                  <c:v>7.0354027184282311</c:v>
                </c:pt>
                <c:pt idx="1670">
                  <c:v>7.0351981267443513</c:v>
                </c:pt>
                <c:pt idx="1671">
                  <c:v>7.0346908655134897</c:v>
                </c:pt>
                <c:pt idx="1672">
                  <c:v>7.0360969110203566</c:v>
                </c:pt>
                <c:pt idx="1673">
                  <c:v>7.0388393068323376</c:v>
                </c:pt>
                <c:pt idx="1674">
                  <c:v>7.0413793185007645</c:v>
                </c:pt>
                <c:pt idx="1675">
                  <c:v>7.0435239439284754</c:v>
                </c:pt>
                <c:pt idx="1676">
                  <c:v>7.0441216354720195</c:v>
                </c:pt>
                <c:pt idx="1677">
                  <c:v>7.0448894653021963</c:v>
                </c:pt>
                <c:pt idx="1678">
                  <c:v>7.0449557703527335</c:v>
                </c:pt>
                <c:pt idx="1679">
                  <c:v>7.0464401835412103</c:v>
                </c:pt>
                <c:pt idx="1680">
                  <c:v>7.0483784039483437</c:v>
                </c:pt>
                <c:pt idx="1681">
                  <c:v>7.0504814803134703</c:v>
                </c:pt>
                <c:pt idx="1682">
                  <c:v>7.0555256311200116</c:v>
                </c:pt>
                <c:pt idx="1683">
                  <c:v>7.0635409735252841</c:v>
                </c:pt>
                <c:pt idx="1684">
                  <c:v>7.0725236916381524</c:v>
                </c:pt>
                <c:pt idx="1685">
                  <c:v>7.0810711301029663</c:v>
                </c:pt>
                <c:pt idx="1686">
                  <c:v>7.0891838408048065</c:v>
                </c:pt>
                <c:pt idx="1687">
                  <c:v>7.0983025591699649</c:v>
                </c:pt>
                <c:pt idx="1688">
                  <c:v>7.1108808085904851</c:v>
                </c:pt>
                <c:pt idx="1689">
                  <c:v>7.1260883962219523</c:v>
                </c:pt>
                <c:pt idx="1690">
                  <c:v>7.146277929327173</c:v>
                </c:pt>
                <c:pt idx="1691">
                  <c:v>7.1703811160693167</c:v>
                </c:pt>
                <c:pt idx="1692">
                  <c:v>7.1993984452608837</c:v>
                </c:pt>
                <c:pt idx="1693">
                  <c:v>7.2341987417020137</c:v>
                </c:pt>
                <c:pt idx="1694">
                  <c:v>7.2698237121367413</c:v>
                </c:pt>
                <c:pt idx="1695">
                  <c:v>7.2950243617843231</c:v>
                </c:pt>
                <c:pt idx="1696">
                  <c:v>7.3023825667386744</c:v>
                </c:pt>
                <c:pt idx="1697">
                  <c:v>7.2962637379964992</c:v>
                </c:pt>
                <c:pt idx="1698">
                  <c:v>7.2829719800059918</c:v>
                </c:pt>
                <c:pt idx="1699">
                  <c:v>7.2653171762405586</c:v>
                </c:pt>
                <c:pt idx="1700">
                  <c:v>7.2527365615982591</c:v>
                </c:pt>
                <c:pt idx="1701">
                  <c:v>7.2516722117977261</c:v>
                </c:pt>
                <c:pt idx="1702">
                  <c:v>7.2587938945741808</c:v>
                </c:pt>
                <c:pt idx="1703">
                  <c:v>7.2719563537741054</c:v>
                </c:pt>
                <c:pt idx="1704">
                  <c:v>7.2924604613759287</c:v>
                </c:pt>
                <c:pt idx="1705">
                  <c:v>7.3175759630394674</c:v>
                </c:pt>
                <c:pt idx="1706">
                  <c:v>7.3505447894164213</c:v>
                </c:pt>
                <c:pt idx="1707">
                  <c:v>7.3943676185370313</c:v>
                </c:pt>
                <c:pt idx="1708">
                  <c:v>7.4507064129046503</c:v>
                </c:pt>
                <c:pt idx="1709">
                  <c:v>7.5223868241378771</c:v>
                </c:pt>
                <c:pt idx="1710">
                  <c:v>7.6115343982087387</c:v>
                </c:pt>
                <c:pt idx="1711">
                  <c:v>7.7226801116384678</c:v>
                </c:pt>
                <c:pt idx="1712">
                  <c:v>7.8587568394329779</c:v>
                </c:pt>
                <c:pt idx="1713">
                  <c:v>8.0252684526719129</c:v>
                </c:pt>
                <c:pt idx="1714">
                  <c:v>8.2363487282990899</c:v>
                </c:pt>
                <c:pt idx="1715">
                  <c:v>8.5200886169759844</c:v>
                </c:pt>
                <c:pt idx="1716">
                  <c:v>8.9131411722039129</c:v>
                </c:pt>
                <c:pt idx="1717">
                  <c:v>9.4740062126492059</c:v>
                </c:pt>
                <c:pt idx="1718">
                  <c:v>10.261230861413772</c:v>
                </c:pt>
                <c:pt idx="1719">
                  <c:v>11.309993850423375</c:v>
                </c:pt>
                <c:pt idx="1720">
                  <c:v>12.555156971885395</c:v>
                </c:pt>
                <c:pt idx="1721">
                  <c:v>13.782659770731168</c:v>
                </c:pt>
                <c:pt idx="1722">
                  <c:v>14.609391507277</c:v>
                </c:pt>
                <c:pt idx="1723">
                  <c:v>14.694720824989357</c:v>
                </c:pt>
                <c:pt idx="1724">
                  <c:v>14.181861902584398</c:v>
                </c:pt>
                <c:pt idx="1725">
                  <c:v>13.264502751541336</c:v>
                </c:pt>
                <c:pt idx="1726">
                  <c:v>12.16490326242924</c:v>
                </c:pt>
                <c:pt idx="1727">
                  <c:v>11.169373531591479</c:v>
                </c:pt>
                <c:pt idx="1728">
                  <c:v>10.367035115659345</c:v>
                </c:pt>
                <c:pt idx="1729">
                  <c:v>9.7461249783188002</c:v>
                </c:pt>
                <c:pt idx="1730">
                  <c:v>9.2502641164319837</c:v>
                </c:pt>
                <c:pt idx="1731">
                  <c:v>8.830862990586418</c:v>
                </c:pt>
                <c:pt idx="1732">
                  <c:v>8.4857771330358407</c:v>
                </c:pt>
                <c:pt idx="1733">
                  <c:v>8.2184361153597507</c:v>
                </c:pt>
                <c:pt idx="1734">
                  <c:v>8.0117472681688451</c:v>
                </c:pt>
                <c:pt idx="1735">
                  <c:v>7.8555716741039756</c:v>
                </c:pt>
                <c:pt idx="1736">
                  <c:v>7.7374138665068823</c:v>
                </c:pt>
                <c:pt idx="1737">
                  <c:v>7.6456787398098358</c:v>
                </c:pt>
                <c:pt idx="1738">
                  <c:v>7.5694460650593669</c:v>
                </c:pt>
                <c:pt idx="1739">
                  <c:v>7.507326668663965</c:v>
                </c:pt>
                <c:pt idx="1740">
                  <c:v>7.4595893974991725</c:v>
                </c:pt>
                <c:pt idx="1741">
                  <c:v>7.4205064728236021</c:v>
                </c:pt>
                <c:pt idx="1742">
                  <c:v>7.3909814093568169</c:v>
                </c:pt>
                <c:pt idx="1743">
                  <c:v>7.3722677746416689</c:v>
                </c:pt>
                <c:pt idx="1744">
                  <c:v>7.3630102965988113</c:v>
                </c:pt>
                <c:pt idx="1745">
                  <c:v>7.3620216338952051</c:v>
                </c:pt>
                <c:pt idx="1746">
                  <c:v>7.3654937794667212</c:v>
                </c:pt>
                <c:pt idx="1747">
                  <c:v>7.3751438843248867</c:v>
                </c:pt>
                <c:pt idx="1748">
                  <c:v>7.3876141219508344</c:v>
                </c:pt>
                <c:pt idx="1749">
                  <c:v>7.388949683848689</c:v>
                </c:pt>
                <c:pt idx="1750">
                  <c:v>7.3734425014585536</c:v>
                </c:pt>
                <c:pt idx="1751">
                  <c:v>7.3479107207619165</c:v>
                </c:pt>
                <c:pt idx="1752">
                  <c:v>7.3150475409577567</c:v>
                </c:pt>
                <c:pt idx="1753">
                  <c:v>7.279547138870055</c:v>
                </c:pt>
                <c:pt idx="1754">
                  <c:v>7.2470955076554349</c:v>
                </c:pt>
                <c:pt idx="1755">
                  <c:v>7.2199632602217001</c:v>
                </c:pt>
                <c:pt idx="1756">
                  <c:v>7.1991390592724578</c:v>
                </c:pt>
                <c:pt idx="1757">
                  <c:v>7.1812595594380237</c:v>
                </c:pt>
                <c:pt idx="1758">
                  <c:v>7.1646864504328356</c:v>
                </c:pt>
                <c:pt idx="1759">
                  <c:v>7.1533097336760276</c:v>
                </c:pt>
                <c:pt idx="1760">
                  <c:v>7.1459609896087919</c:v>
                </c:pt>
                <c:pt idx="1761">
                  <c:v>7.1385231555212156</c:v>
                </c:pt>
                <c:pt idx="1762">
                  <c:v>7.1321946104479732</c:v>
                </c:pt>
                <c:pt idx="1763">
                  <c:v>7.1287059083240036</c:v>
                </c:pt>
                <c:pt idx="1764">
                  <c:v>7.1248766142638642</c:v>
                </c:pt>
                <c:pt idx="1765">
                  <c:v>7.1213256279663826</c:v>
                </c:pt>
                <c:pt idx="1766">
                  <c:v>7.1162908592062317</c:v>
                </c:pt>
                <c:pt idx="1767">
                  <c:v>7.1119459467982784</c:v>
                </c:pt>
                <c:pt idx="1768">
                  <c:v>7.1083137545530519</c:v>
                </c:pt>
                <c:pt idx="1769">
                  <c:v>7.1057742947697058</c:v>
                </c:pt>
                <c:pt idx="1770">
                  <c:v>7.1029478547438467</c:v>
                </c:pt>
                <c:pt idx="1771">
                  <c:v>7.1002034090729911</c:v>
                </c:pt>
                <c:pt idx="1772">
                  <c:v>7.097752250902726</c:v>
                </c:pt>
                <c:pt idx="1773">
                  <c:v>7.0955226351724248</c:v>
                </c:pt>
                <c:pt idx="1774">
                  <c:v>7.0930312682319183</c:v>
                </c:pt>
                <c:pt idx="1775">
                  <c:v>7.0885436541099667</c:v>
                </c:pt>
                <c:pt idx="1776">
                  <c:v>7.0821709582301837</c:v>
                </c:pt>
                <c:pt idx="1777">
                  <c:v>7.0779486431511058</c:v>
                </c:pt>
                <c:pt idx="1778">
                  <c:v>7.0742926410066387</c:v>
                </c:pt>
                <c:pt idx="1779">
                  <c:v>7.0715578927450764</c:v>
                </c:pt>
                <c:pt idx="1780">
                  <c:v>7.0684946940191429</c:v>
                </c:pt>
                <c:pt idx="1781">
                  <c:v>7.0658162380359197</c:v>
                </c:pt>
                <c:pt idx="1782">
                  <c:v>7.0660942304356738</c:v>
                </c:pt>
                <c:pt idx="1783">
                  <c:v>7.0653444551317426</c:v>
                </c:pt>
                <c:pt idx="1784">
                  <c:v>7.0639111307336915</c:v>
                </c:pt>
                <c:pt idx="1785">
                  <c:v>7.0624090572225988</c:v>
                </c:pt>
                <c:pt idx="1786">
                  <c:v>7.0613173496901558</c:v>
                </c:pt>
                <c:pt idx="1787">
                  <c:v>7.0602131853230103</c:v>
                </c:pt>
                <c:pt idx="1788">
                  <c:v>7.0612601901638312</c:v>
                </c:pt>
                <c:pt idx="1789">
                  <c:v>7.0629533735946639</c:v>
                </c:pt>
                <c:pt idx="1790">
                  <c:v>7.0620935366372857</c:v>
                </c:pt>
                <c:pt idx="1791">
                  <c:v>7.0610531544174462</c:v>
                </c:pt>
                <c:pt idx="1792">
                  <c:v>7.0596092653621154</c:v>
                </c:pt>
                <c:pt idx="1793">
                  <c:v>7.057295999621565</c:v>
                </c:pt>
                <c:pt idx="1794">
                  <c:v>7.0553767798293885</c:v>
                </c:pt>
                <c:pt idx="1795">
                  <c:v>7.0553778047588258</c:v>
                </c:pt>
                <c:pt idx="1796">
                  <c:v>7.0572051751052527</c:v>
                </c:pt>
                <c:pt idx="1797">
                  <c:v>7.0573213863353255</c:v>
                </c:pt>
                <c:pt idx="1798">
                  <c:v>7.0549962156451533</c:v>
                </c:pt>
                <c:pt idx="1799">
                  <c:v>7.051793784197165</c:v>
                </c:pt>
                <c:pt idx="1800">
                  <c:v>7.0497094719248174</c:v>
                </c:pt>
                <c:pt idx="1801">
                  <c:v>7.0495820653116574</c:v>
                </c:pt>
                <c:pt idx="1802">
                  <c:v>7.0503613270470993</c:v>
                </c:pt>
                <c:pt idx="1803">
                  <c:v>7.0516180482189883</c:v>
                </c:pt>
                <c:pt idx="1804">
                  <c:v>7.0483004304703636</c:v>
                </c:pt>
                <c:pt idx="1805">
                  <c:v>7.045426922531103</c:v>
                </c:pt>
                <c:pt idx="1806">
                  <c:v>7.0454314164524829</c:v>
                </c:pt>
                <c:pt idx="1807">
                  <c:v>7.0441617654015358</c:v>
                </c:pt>
                <c:pt idx="1808">
                  <c:v>7.0435274917611439</c:v>
                </c:pt>
                <c:pt idx="1809">
                  <c:v>7.042144467746259</c:v>
                </c:pt>
                <c:pt idx="1810">
                  <c:v>7.0392338258250682</c:v>
                </c:pt>
                <c:pt idx="1811">
                  <c:v>7.0379900345322381</c:v>
                </c:pt>
                <c:pt idx="1812">
                  <c:v>7.0381605670225014</c:v>
                </c:pt>
                <c:pt idx="1813">
                  <c:v>7.0388045380721866</c:v>
                </c:pt>
                <c:pt idx="1814">
                  <c:v>7.0374374398839468</c:v>
                </c:pt>
                <c:pt idx="1815">
                  <c:v>7.0360291868367524</c:v>
                </c:pt>
                <c:pt idx="1816">
                  <c:v>7.0350569230041469</c:v>
                </c:pt>
                <c:pt idx="1817">
                  <c:v>7.0333009035147196</c:v>
                </c:pt>
                <c:pt idx="1818">
                  <c:v>7.0334493606017121</c:v>
                </c:pt>
                <c:pt idx="1819">
                  <c:v>7.0329998107822576</c:v>
                </c:pt>
                <c:pt idx="1820">
                  <c:v>7.0340136236774464</c:v>
                </c:pt>
                <c:pt idx="1821">
                  <c:v>7.0355799523802016</c:v>
                </c:pt>
                <c:pt idx="1822">
                  <c:v>7.0353191472587078</c:v>
                </c:pt>
                <c:pt idx="1823">
                  <c:v>7.034988646935461</c:v>
                </c:pt>
                <c:pt idx="1824">
                  <c:v>7.0337603084249203</c:v>
                </c:pt>
                <c:pt idx="1825">
                  <c:v>7.0333744619120449</c:v>
                </c:pt>
                <c:pt idx="1826">
                  <c:v>7.0330799918005642</c:v>
                </c:pt>
                <c:pt idx="1827">
                  <c:v>7.0329401283527018</c:v>
                </c:pt>
                <c:pt idx="1828">
                  <c:v>7.0322570523029375</c:v>
                </c:pt>
                <c:pt idx="1829">
                  <c:v>7.0314746369384569</c:v>
                </c:pt>
                <c:pt idx="1830">
                  <c:v>7.0296197511786689</c:v>
                </c:pt>
                <c:pt idx="1831">
                  <c:v>7.0270906195304246</c:v>
                </c:pt>
                <c:pt idx="1832">
                  <c:v>7.0257673567858214</c:v>
                </c:pt>
                <c:pt idx="1833">
                  <c:v>7.0257124836405493</c:v>
                </c:pt>
                <c:pt idx="1834">
                  <c:v>7.0277578485942698</c:v>
                </c:pt>
                <c:pt idx="1835">
                  <c:v>7.0296640596666613</c:v>
                </c:pt>
                <c:pt idx="1836">
                  <c:v>7.0292082025891292</c:v>
                </c:pt>
                <c:pt idx="1837">
                  <c:v>7.027053722070673</c:v>
                </c:pt>
                <c:pt idx="1838">
                  <c:v>7.0270459956795284</c:v>
                </c:pt>
                <c:pt idx="1839">
                  <c:v>7.0288736025481322</c:v>
                </c:pt>
                <c:pt idx="1840">
                  <c:v>7.0297056875699715</c:v>
                </c:pt>
                <c:pt idx="1841">
                  <c:v>7.0300112742238134</c:v>
                </c:pt>
                <c:pt idx="1842">
                  <c:v>7.0288730506630506</c:v>
                </c:pt>
                <c:pt idx="1843">
                  <c:v>7.0276314669105471</c:v>
                </c:pt>
                <c:pt idx="1844">
                  <c:v>7.0289302890301011</c:v>
                </c:pt>
                <c:pt idx="1845">
                  <c:v>7.031333985083335</c:v>
                </c:pt>
                <c:pt idx="1846">
                  <c:v>7.0332042447846863</c:v>
                </c:pt>
                <c:pt idx="1847">
                  <c:v>7.0338955991106769</c:v>
                </c:pt>
                <c:pt idx="1848">
                  <c:v>7.0349590028224984</c:v>
                </c:pt>
                <c:pt idx="1849">
                  <c:v>7.0346586984972959</c:v>
                </c:pt>
                <c:pt idx="1850">
                  <c:v>7.0317121840457908</c:v>
                </c:pt>
                <c:pt idx="1851">
                  <c:v>7.0305567732067678</c:v>
                </c:pt>
                <c:pt idx="1852">
                  <c:v>7.0306232359387568</c:v>
                </c:pt>
                <c:pt idx="1853">
                  <c:v>7.0293098282848989</c:v>
                </c:pt>
                <c:pt idx="1854">
                  <c:v>7.0289451110865828</c:v>
                </c:pt>
                <c:pt idx="1855">
                  <c:v>7.0292192402907645</c:v>
                </c:pt>
                <c:pt idx="1856">
                  <c:v>7.0271898011636891</c:v>
                </c:pt>
                <c:pt idx="1857">
                  <c:v>7.0266166290859209</c:v>
                </c:pt>
                <c:pt idx="1858">
                  <c:v>7.0277606868604048</c:v>
                </c:pt>
                <c:pt idx="1859">
                  <c:v>7.0300689856352196</c:v>
                </c:pt>
                <c:pt idx="1860">
                  <c:v>7.0332362541194282</c:v>
                </c:pt>
                <c:pt idx="1861">
                  <c:v>7.0323378640470517</c:v>
                </c:pt>
                <c:pt idx="1862">
                  <c:v>7.0279621249152466</c:v>
                </c:pt>
                <c:pt idx="1863">
                  <c:v>7.0249491477317525</c:v>
                </c:pt>
                <c:pt idx="1864">
                  <c:v>7.0217471893281189</c:v>
                </c:pt>
                <c:pt idx="1865">
                  <c:v>7.0199028682256106</c:v>
                </c:pt>
                <c:pt idx="1866">
                  <c:v>7.0214540595089803</c:v>
                </c:pt>
                <c:pt idx="1867">
                  <c:v>7.0224808022832272</c:v>
                </c:pt>
                <c:pt idx="1868">
                  <c:v>7.0207690912817924</c:v>
                </c:pt>
                <c:pt idx="1869">
                  <c:v>7.0213892524322361</c:v>
                </c:pt>
                <c:pt idx="1870">
                  <c:v>7.0244860373074314</c:v>
                </c:pt>
                <c:pt idx="1871">
                  <c:v>7.0273850108011793</c:v>
                </c:pt>
                <c:pt idx="1872">
                  <c:v>7.0278785537457225</c:v>
                </c:pt>
                <c:pt idx="1873">
                  <c:v>7.0270066541572715</c:v>
                </c:pt>
                <c:pt idx="1874">
                  <c:v>7.0250632302622247</c:v>
                </c:pt>
                <c:pt idx="1875">
                  <c:v>7.0246751762090227</c:v>
                </c:pt>
                <c:pt idx="1876">
                  <c:v>7.0245967296866869</c:v>
                </c:pt>
                <c:pt idx="1877">
                  <c:v>7.0251045428026302</c:v>
                </c:pt>
                <c:pt idx="1878">
                  <c:v>7.0267556252857979</c:v>
                </c:pt>
                <c:pt idx="1879">
                  <c:v>7.0263686750027592</c:v>
                </c:pt>
                <c:pt idx="1880">
                  <c:v>7.0241465491414248</c:v>
                </c:pt>
                <c:pt idx="1881">
                  <c:v>7.0236350305113611</c:v>
                </c:pt>
                <c:pt idx="1882">
                  <c:v>7.0238584651287468</c:v>
                </c:pt>
                <c:pt idx="1883">
                  <c:v>7.0240483924375976</c:v>
                </c:pt>
                <c:pt idx="1884">
                  <c:v>7.0235364796039041</c:v>
                </c:pt>
                <c:pt idx="1885">
                  <c:v>7.0232550182122075</c:v>
                </c:pt>
                <c:pt idx="1886">
                  <c:v>7.0224254560935995</c:v>
                </c:pt>
                <c:pt idx="1887">
                  <c:v>7.0226257903782781</c:v>
                </c:pt>
                <c:pt idx="1888">
                  <c:v>7.0227506740882069</c:v>
                </c:pt>
                <c:pt idx="1889">
                  <c:v>7.0224429587347643</c:v>
                </c:pt>
                <c:pt idx="1890">
                  <c:v>7.0228038127375081</c:v>
                </c:pt>
                <c:pt idx="1891">
                  <c:v>7.0231878459136849</c:v>
                </c:pt>
                <c:pt idx="1892">
                  <c:v>7.0233546728898277</c:v>
                </c:pt>
                <c:pt idx="1893">
                  <c:v>7.0247600876708871</c:v>
                </c:pt>
                <c:pt idx="1894">
                  <c:v>7.0255644207571866</c:v>
                </c:pt>
                <c:pt idx="1895">
                  <c:v>7.0262031094782325</c:v>
                </c:pt>
                <c:pt idx="1896">
                  <c:v>7.0269339630079317</c:v>
                </c:pt>
                <c:pt idx="1897">
                  <c:v>7.0264628108295621</c:v>
                </c:pt>
                <c:pt idx="1898">
                  <c:v>7.0245424084264965</c:v>
                </c:pt>
                <c:pt idx="1899">
                  <c:v>7.0224944417288198</c:v>
                </c:pt>
                <c:pt idx="1900">
                  <c:v>7.0209382834797145</c:v>
                </c:pt>
                <c:pt idx="1901">
                  <c:v>7.0205502294265125</c:v>
                </c:pt>
                <c:pt idx="1902">
                  <c:v>7.0200631514214979</c:v>
                </c:pt>
                <c:pt idx="1903">
                  <c:v>7.0217952033302327</c:v>
                </c:pt>
                <c:pt idx="1904">
                  <c:v>7.0239029312981911</c:v>
                </c:pt>
                <c:pt idx="1905">
                  <c:v>7.024063766379161</c:v>
                </c:pt>
                <c:pt idx="1906">
                  <c:v>7.024227439726265</c:v>
                </c:pt>
                <c:pt idx="1907">
                  <c:v>7.0232990901780221</c:v>
                </c:pt>
                <c:pt idx="1908">
                  <c:v>7.0233161197748313</c:v>
                </c:pt>
                <c:pt idx="1909">
                  <c:v>7.0243078572667494</c:v>
                </c:pt>
                <c:pt idx="1910">
                  <c:v>7.0251342657563187</c:v>
                </c:pt>
                <c:pt idx="1911">
                  <c:v>7.0239644270644446</c:v>
                </c:pt>
                <c:pt idx="1912">
                  <c:v>7.0224759929989435</c:v>
                </c:pt>
                <c:pt idx="1913">
                  <c:v>7.0223554455289428</c:v>
                </c:pt>
                <c:pt idx="1914">
                  <c:v>7.023064696699727</c:v>
                </c:pt>
                <c:pt idx="1915">
                  <c:v>7.0237895583342533</c:v>
                </c:pt>
                <c:pt idx="1916">
                  <c:v>7.0234174301076964</c:v>
                </c:pt>
                <c:pt idx="1917">
                  <c:v>7.0241155647361202</c:v>
                </c:pt>
                <c:pt idx="1918">
                  <c:v>7.024298317538908</c:v>
                </c:pt>
                <c:pt idx="1919">
                  <c:v>7.0239945442217628</c:v>
                </c:pt>
                <c:pt idx="1920">
                  <c:v>7.0240414544537124</c:v>
                </c:pt>
                <c:pt idx="1921">
                  <c:v>7.0233810056923005</c:v>
                </c:pt>
                <c:pt idx="1922">
                  <c:v>7.0227920654693392</c:v>
                </c:pt>
                <c:pt idx="1923">
                  <c:v>7.0232449265992845</c:v>
                </c:pt>
                <c:pt idx="1924">
                  <c:v>7.0229481701067504</c:v>
                </c:pt>
                <c:pt idx="1925">
                  <c:v>7.022776376164872</c:v>
                </c:pt>
                <c:pt idx="1926">
                  <c:v>7.0215657768176731</c:v>
                </c:pt>
                <c:pt idx="1927">
                  <c:v>7.0209062741449726</c:v>
                </c:pt>
                <c:pt idx="1928">
                  <c:v>7.0207226540941985</c:v>
                </c:pt>
                <c:pt idx="1929">
                  <c:v>7.0201734495971237</c:v>
                </c:pt>
                <c:pt idx="1930">
                  <c:v>7.0201805452624608</c:v>
                </c:pt>
                <c:pt idx="1931">
                  <c:v>7.0199463094656176</c:v>
                </c:pt>
                <c:pt idx="1932">
                  <c:v>7.0213387155268929</c:v>
                </c:pt>
                <c:pt idx="1933">
                  <c:v>7.0232324697645812</c:v>
                </c:pt>
                <c:pt idx="1934">
                  <c:v>7.0241432378309341</c:v>
                </c:pt>
                <c:pt idx="1935">
                  <c:v>7.0240005361169366</c:v>
                </c:pt>
                <c:pt idx="1936">
                  <c:v>7.0243381321055205</c:v>
                </c:pt>
                <c:pt idx="1937">
                  <c:v>7.0233350415490623</c:v>
                </c:pt>
                <c:pt idx="1938">
                  <c:v>7.0223721597628472</c:v>
                </c:pt>
                <c:pt idx="1939">
                  <c:v>7.0243738469543828</c:v>
                </c:pt>
                <c:pt idx="1940">
                  <c:v>7.026137277472051</c:v>
                </c:pt>
                <c:pt idx="1941">
                  <c:v>7.0275341774547062</c:v>
                </c:pt>
                <c:pt idx="1942">
                  <c:v>7.0294203629827026</c:v>
                </c:pt>
                <c:pt idx="1943">
                  <c:v>7.0320538009113989</c:v>
                </c:pt>
                <c:pt idx="1944">
                  <c:v>7.0359322127438153</c:v>
                </c:pt>
                <c:pt idx="1945">
                  <c:v>7.0399608161591951</c:v>
                </c:pt>
                <c:pt idx="1946">
                  <c:v>7.0435351393115626</c:v>
                </c:pt>
                <c:pt idx="1947">
                  <c:v>7.0486373168924139</c:v>
                </c:pt>
                <c:pt idx="1948">
                  <c:v>7.0515682208801778</c:v>
                </c:pt>
                <c:pt idx="1949">
                  <c:v>7.0541707532442963</c:v>
                </c:pt>
                <c:pt idx="1950">
                  <c:v>7.0545219886784718</c:v>
                </c:pt>
                <c:pt idx="1951">
                  <c:v>7.051795282170958</c:v>
                </c:pt>
                <c:pt idx="1952">
                  <c:v>7.0484305176682067</c:v>
                </c:pt>
                <c:pt idx="1953">
                  <c:v>7.0447583531749158</c:v>
                </c:pt>
                <c:pt idx="1954">
                  <c:v>7.0403014869360918</c:v>
                </c:pt>
                <c:pt idx="1955">
                  <c:v>7.0347900471467542</c:v>
                </c:pt>
                <c:pt idx="1956">
                  <c:v>7.0304037433576685</c:v>
                </c:pt>
                <c:pt idx="1957">
                  <c:v>7.029645689777511</c:v>
                </c:pt>
                <c:pt idx="1958">
                  <c:v>7.0279050442296471</c:v>
                </c:pt>
                <c:pt idx="1959">
                  <c:v>7.0260056923004148</c:v>
                </c:pt>
                <c:pt idx="1960">
                  <c:v>7.0257768176729369</c:v>
                </c:pt>
                <c:pt idx="1961">
                  <c:v>7.0242393446758857</c:v>
                </c:pt>
                <c:pt idx="1962">
                  <c:v>7.0234689131017518</c:v>
                </c:pt>
                <c:pt idx="1963">
                  <c:v>7.0237065390498117</c:v>
                </c:pt>
                <c:pt idx="1964">
                  <c:v>7.0222013119096802</c:v>
                </c:pt>
                <c:pt idx="1965">
                  <c:v>7.0215077500433623</c:v>
                </c:pt>
                <c:pt idx="1966">
                  <c:v>7.0213760860310002</c:v>
                </c:pt>
                <c:pt idx="1967">
                  <c:v>7.0207986565540299</c:v>
                </c:pt>
                <c:pt idx="1968">
                  <c:v>7.0205194815433858</c:v>
                </c:pt>
                <c:pt idx="1969">
                  <c:v>7.0203333385893814</c:v>
                </c:pt>
                <c:pt idx="1970">
                  <c:v>7.0198766931045897</c:v>
                </c:pt>
                <c:pt idx="1971">
                  <c:v>7.0182251375770672</c:v>
                </c:pt>
                <c:pt idx="1972">
                  <c:v>7.0182546240085779</c:v>
                </c:pt>
                <c:pt idx="1973">
                  <c:v>7.0186268310758608</c:v>
                </c:pt>
                <c:pt idx="1974">
                  <c:v>7.0195435910373867</c:v>
                </c:pt>
                <c:pt idx="1975">
                  <c:v>7.0190587205726986</c:v>
                </c:pt>
                <c:pt idx="1976">
                  <c:v>7.0175258203377533</c:v>
                </c:pt>
                <c:pt idx="1977">
                  <c:v>7.0189649789495263</c:v>
                </c:pt>
                <c:pt idx="1978">
                  <c:v>7.0208103249814728</c:v>
                </c:pt>
                <c:pt idx="1979">
                  <c:v>7.0216740251344234</c:v>
                </c:pt>
                <c:pt idx="1980">
                  <c:v>7.0216974408300352</c:v>
                </c:pt>
                <c:pt idx="1981">
                  <c:v>7.0232502877686498</c:v>
                </c:pt>
                <c:pt idx="1982">
                  <c:v>7.0219605323325816</c:v>
                </c:pt>
                <c:pt idx="1983">
                  <c:v>7.0196061117330766</c:v>
                </c:pt>
                <c:pt idx="1984">
                  <c:v>7.0182093694318741</c:v>
                </c:pt>
                <c:pt idx="1985">
                  <c:v>7.0187851432535995</c:v>
                </c:pt>
                <c:pt idx="1986">
                  <c:v>7.0194573392831803</c:v>
                </c:pt>
                <c:pt idx="1987">
                  <c:v>7.0191638941011369</c:v>
                </c:pt>
                <c:pt idx="1988">
                  <c:v>7.0186154780113217</c:v>
                </c:pt>
                <c:pt idx="1989">
                  <c:v>7.0171275169901763</c:v>
                </c:pt>
                <c:pt idx="1990">
                  <c:v>7.0158200223907663</c:v>
                </c:pt>
                <c:pt idx="1991">
                  <c:v>7.0166223844589162</c:v>
                </c:pt>
                <c:pt idx="1992">
                  <c:v>7.0178311704694174</c:v>
                </c:pt>
                <c:pt idx="1993">
                  <c:v>7.0186489064791306</c:v>
                </c:pt>
                <c:pt idx="1994">
                  <c:v>7.0185203960958074</c:v>
                </c:pt>
                <c:pt idx="1995">
                  <c:v>7.0182781973856416</c:v>
                </c:pt>
                <c:pt idx="1996">
                  <c:v>7.0182849776880749</c:v>
                </c:pt>
                <c:pt idx="1997">
                  <c:v>7.0182580930005205</c:v>
                </c:pt>
                <c:pt idx="1998">
                  <c:v>7.0193819675491573</c:v>
                </c:pt>
                <c:pt idx="1999">
                  <c:v>7.0193767640612439</c:v>
                </c:pt>
                <c:pt idx="2000">
                  <c:v>7.0187473785458616</c:v>
                </c:pt>
                <c:pt idx="2001">
                  <c:v>7.0209092700925586</c:v>
                </c:pt>
                <c:pt idx="2002">
                  <c:v>7.0216866396505777</c:v>
                </c:pt>
                <c:pt idx="2003">
                  <c:v>7.0216077989246122</c:v>
                </c:pt>
                <c:pt idx="2004">
                  <c:v>7.0204124946782507</c:v>
                </c:pt>
                <c:pt idx="2005">
                  <c:v>7.018506520128037</c:v>
                </c:pt>
                <c:pt idx="2006">
                  <c:v>7.0185856762169063</c:v>
                </c:pt>
                <c:pt idx="2007">
                  <c:v>7.0184091518314702</c:v>
                </c:pt>
                <c:pt idx="2008">
                  <c:v>7.015827748781911</c:v>
                </c:pt>
                <c:pt idx="2009">
                  <c:v>7.0152101893754235</c:v>
                </c:pt>
                <c:pt idx="2010">
                  <c:v>7.0180845645626704</c:v>
                </c:pt>
                <c:pt idx="2011">
                  <c:v>7.0208603100017344</c:v>
                </c:pt>
                <c:pt idx="2012">
                  <c:v>7.0193472776297323</c:v>
                </c:pt>
                <c:pt idx="2013">
                  <c:v>7.0193039940711772</c:v>
                </c:pt>
                <c:pt idx="2014">
                  <c:v>7.0204029549504092</c:v>
                </c:pt>
                <c:pt idx="2015">
                  <c:v>7.0205561424809604</c:v>
                </c:pt>
                <c:pt idx="2016">
                  <c:v>7.0188355224774908</c:v>
                </c:pt>
                <c:pt idx="2017">
                  <c:v>7.0169805578769768</c:v>
                </c:pt>
                <c:pt idx="2018">
                  <c:v>7.0180467210142075</c:v>
                </c:pt>
                <c:pt idx="2019">
                  <c:v>7.01876559075356</c:v>
                </c:pt>
                <c:pt idx="2020">
                  <c:v>7.0196926788501868</c:v>
                </c:pt>
                <c:pt idx="2021">
                  <c:v>7.0193729008656716</c:v>
                </c:pt>
                <c:pt idx="2022">
                  <c:v>7.0174816695312128</c:v>
                </c:pt>
                <c:pt idx="2023">
                  <c:v>7.016218719941973</c:v>
                </c:pt>
                <c:pt idx="2024">
                  <c:v>7.0173544205995046</c:v>
                </c:pt>
                <c:pt idx="2025">
                  <c:v>7.0193263059966258</c:v>
                </c:pt>
                <c:pt idx="2026">
                  <c:v>7.0204385121178197</c:v>
                </c:pt>
                <c:pt idx="2027">
                  <c:v>7.0205980857471735</c:v>
                </c:pt>
                <c:pt idx="2028">
                  <c:v>7.0196250335073085</c:v>
                </c:pt>
                <c:pt idx="2029">
                  <c:v>7.0175222725050856</c:v>
                </c:pt>
                <c:pt idx="2030">
                  <c:v>7.0177613964269385</c:v>
                </c:pt>
                <c:pt idx="2031">
                  <c:v>7.0208075655560638</c:v>
                </c:pt>
                <c:pt idx="2032">
                  <c:v>7.0216299531686088</c:v>
                </c:pt>
                <c:pt idx="2033">
                  <c:v>7.0190749617622483</c:v>
                </c:pt>
                <c:pt idx="2034">
                  <c:v>7.0170648386130337</c:v>
                </c:pt>
                <c:pt idx="2035">
                  <c:v>7.0195472177107803</c:v>
                </c:pt>
                <c:pt idx="2036">
                  <c:v>7.0203821409987546</c:v>
                </c:pt>
                <c:pt idx="2037">
                  <c:v>7.0184474684242897</c:v>
                </c:pt>
                <c:pt idx="2038">
                  <c:v>7.0163856257588417</c:v>
                </c:pt>
                <c:pt idx="2039">
                  <c:v>7.0141867579116672</c:v>
                </c:pt>
                <c:pt idx="2040">
                  <c:v>7.0136444125577508</c:v>
                </c:pt>
                <c:pt idx="2041">
                  <c:v>7.0149833646068211</c:v>
                </c:pt>
                <c:pt idx="2042">
                  <c:v>7.0166297166464311</c:v>
                </c:pt>
                <c:pt idx="2043">
                  <c:v>7.018405130954446</c:v>
                </c:pt>
                <c:pt idx="2044">
                  <c:v>7.0184773490594301</c:v>
                </c:pt>
                <c:pt idx="2045">
                  <c:v>7.0187429634652077</c:v>
                </c:pt>
                <c:pt idx="2046">
                  <c:v>7.0174702376259477</c:v>
                </c:pt>
                <c:pt idx="2047">
                  <c:v>7.0149484381652183</c:v>
                </c:pt>
                <c:pt idx="2048">
                  <c:v>7.0151248048692034</c:v>
                </c:pt>
                <c:pt idx="2049">
                  <c:v>7.0178262823444078</c:v>
                </c:pt>
                <c:pt idx="2050">
                  <c:v>7.0167543638341821</c:v>
                </c:pt>
                <c:pt idx="2051">
                  <c:v>7.0140214289093175</c:v>
                </c:pt>
                <c:pt idx="2052">
                  <c:v>7.0141662593229155</c:v>
                </c:pt>
                <c:pt idx="2053">
                  <c:v>7.0148094419653413</c:v>
                </c:pt>
                <c:pt idx="2054">
                  <c:v>7.012704552263517</c:v>
                </c:pt>
                <c:pt idx="2055">
                  <c:v>7.0113386366861663</c:v>
                </c:pt>
                <c:pt idx="2056">
                  <c:v>7.0122368690770909</c:v>
                </c:pt>
                <c:pt idx="2057">
                  <c:v>7.0136380264589473</c:v>
                </c:pt>
                <c:pt idx="2058">
                  <c:v>7.0156798435800001</c:v>
                </c:pt>
                <c:pt idx="2059">
                  <c:v>7.0152641952727102</c:v>
                </c:pt>
                <c:pt idx="2060">
                  <c:v>7.0149845472177104</c:v>
                </c:pt>
                <c:pt idx="2061">
                  <c:v>7.0155832636906919</c:v>
                </c:pt>
                <c:pt idx="2062">
                  <c:v>7.0154327567448238</c:v>
                </c:pt>
                <c:pt idx="2063">
                  <c:v>7.0145275863700149</c:v>
                </c:pt>
                <c:pt idx="2064">
                  <c:v>7.0133714659644584</c:v>
                </c:pt>
                <c:pt idx="2065">
                  <c:v>7.0133650798656557</c:v>
                </c:pt>
                <c:pt idx="2066">
                  <c:v>7.0141230546050872</c:v>
                </c:pt>
                <c:pt idx="2067">
                  <c:v>7.0140728330626469</c:v>
                </c:pt>
                <c:pt idx="2068">
                  <c:v>7.0132073984137246</c:v>
                </c:pt>
                <c:pt idx="2069">
                  <c:v>7.0142350084359579</c:v>
                </c:pt>
                <c:pt idx="2070">
                  <c:v>7.0138156546145476</c:v>
                </c:pt>
                <c:pt idx="2071">
                  <c:v>7.0128141408726092</c:v>
                </c:pt>
                <c:pt idx="2072">
                  <c:v>7.0151080906352989</c:v>
                </c:pt>
                <c:pt idx="2073">
                  <c:v>7.0179282234030813</c:v>
                </c:pt>
                <c:pt idx="2074">
                  <c:v>7.0175758053580157</c:v>
                </c:pt>
                <c:pt idx="2075">
                  <c:v>7.0166782825336256</c:v>
                </c:pt>
                <c:pt idx="2076">
                  <c:v>7.0170316466674025</c:v>
                </c:pt>
                <c:pt idx="2077">
                  <c:v>7.0165577350636248</c:v>
                </c:pt>
                <c:pt idx="2078">
                  <c:v>7.0165722417572018</c:v>
                </c:pt>
                <c:pt idx="2079">
                  <c:v>7.0162601901638313</c:v>
                </c:pt>
                <c:pt idx="2080">
                  <c:v>7.0150299594758669</c:v>
                </c:pt>
                <c:pt idx="2081">
                  <c:v>7.0150141913306738</c:v>
                </c:pt>
                <c:pt idx="2082">
                  <c:v>7.014647503114209</c:v>
                </c:pt>
                <c:pt idx="2083">
                  <c:v>7.0143306422365539</c:v>
                </c:pt>
                <c:pt idx="2084">
                  <c:v>7.0140118103407501</c:v>
                </c:pt>
                <c:pt idx="2085">
                  <c:v>7.0136768160961225</c:v>
                </c:pt>
                <c:pt idx="2086">
                  <c:v>7.0138879515602577</c:v>
                </c:pt>
                <c:pt idx="2087">
                  <c:v>7.0122870906195303</c:v>
                </c:pt>
                <c:pt idx="2088">
                  <c:v>7.0130814109336317</c:v>
                </c:pt>
                <c:pt idx="2089">
                  <c:v>7.0143498005329636</c:v>
                </c:pt>
                <c:pt idx="2090">
                  <c:v>7.0147815323483496</c:v>
                </c:pt>
                <c:pt idx="2091">
                  <c:v>7.016387990980621</c:v>
                </c:pt>
                <c:pt idx="2092">
                  <c:v>7.018479083555401</c:v>
                </c:pt>
                <c:pt idx="2093">
                  <c:v>7.0188668222456991</c:v>
                </c:pt>
                <c:pt idx="2094">
                  <c:v>7.0180484555101783</c:v>
                </c:pt>
                <c:pt idx="2095">
                  <c:v>7.0169222157397622</c:v>
                </c:pt>
                <c:pt idx="2096">
                  <c:v>7.0156981346284235</c:v>
                </c:pt>
                <c:pt idx="2097">
                  <c:v>7.016305523581261</c:v>
                </c:pt>
                <c:pt idx="2098">
                  <c:v>7.0190454753307367</c:v>
                </c:pt>
                <c:pt idx="2099">
                  <c:v>7.0213351676942244</c:v>
                </c:pt>
                <c:pt idx="2100">
                  <c:v>7.0203249026317032</c:v>
                </c:pt>
                <c:pt idx="2101">
                  <c:v>7.0179842003185167</c:v>
                </c:pt>
                <c:pt idx="2102">
                  <c:v>7.0170288084012675</c:v>
                </c:pt>
                <c:pt idx="2103">
                  <c:v>7.017637616487173</c:v>
                </c:pt>
                <c:pt idx="2104">
                  <c:v>7.016196881060881</c:v>
                </c:pt>
                <c:pt idx="2105">
                  <c:v>7.014485406581624</c:v>
                </c:pt>
                <c:pt idx="2106">
                  <c:v>7.015073243034422</c:v>
                </c:pt>
                <c:pt idx="2107">
                  <c:v>7.0159272457780792</c:v>
                </c:pt>
                <c:pt idx="2108">
                  <c:v>7.0158622021791572</c:v>
                </c:pt>
                <c:pt idx="2109">
                  <c:v>7.0170152477964018</c:v>
                </c:pt>
                <c:pt idx="2110">
                  <c:v>7.0182053485548499</c:v>
                </c:pt>
                <c:pt idx="2111">
                  <c:v>7.0184004793516142</c:v>
                </c:pt>
                <c:pt idx="2112">
                  <c:v>7.0173071161639253</c:v>
                </c:pt>
                <c:pt idx="2113">
                  <c:v>7.0159786499314087</c:v>
                </c:pt>
                <c:pt idx="2114">
                  <c:v>7.016547328087797</c:v>
                </c:pt>
                <c:pt idx="2115">
                  <c:v>7.0170089405383242</c:v>
                </c:pt>
                <c:pt idx="2116">
                  <c:v>7.0170113846008295</c:v>
                </c:pt>
                <c:pt idx="2117">
                  <c:v>7.0175929137955499</c:v>
                </c:pt>
                <c:pt idx="2118">
                  <c:v>7.0168578028666486</c:v>
                </c:pt>
                <c:pt idx="2119">
                  <c:v>7.0169427143285139</c:v>
                </c:pt>
                <c:pt idx="2120">
                  <c:v>7.0181903688169163</c:v>
                </c:pt>
                <c:pt idx="2121">
                  <c:v>7.0166669294690864</c:v>
                </c:pt>
                <c:pt idx="2122">
                  <c:v>7.0146657941626325</c:v>
                </c:pt>
                <c:pt idx="2123">
                  <c:v>7.0123251706901719</c:v>
                </c:pt>
                <c:pt idx="2124">
                  <c:v>7.0119897034011887</c:v>
                </c:pt>
                <c:pt idx="2125">
                  <c:v>7.0135765306926947</c:v>
                </c:pt>
                <c:pt idx="2126">
                  <c:v>7.0148736971570038</c:v>
                </c:pt>
                <c:pt idx="2127">
                  <c:v>7.0146083192734041</c:v>
                </c:pt>
                <c:pt idx="2128">
                  <c:v>7.0147248458663807</c:v>
                </c:pt>
                <c:pt idx="2129">
                  <c:v>7.0146594869045558</c:v>
                </c:pt>
                <c:pt idx="2130">
                  <c:v>7.0154923603336536</c:v>
                </c:pt>
                <c:pt idx="2131">
                  <c:v>7.0158341348807136</c:v>
                </c:pt>
                <c:pt idx="2132">
                  <c:v>7.015942067834561</c:v>
                </c:pt>
                <c:pt idx="2133">
                  <c:v>7.0175163594506378</c:v>
                </c:pt>
                <c:pt idx="2134">
                  <c:v>7.018047351740015</c:v>
                </c:pt>
                <c:pt idx="2135">
                  <c:v>7.017573834339867</c:v>
                </c:pt>
                <c:pt idx="2136">
                  <c:v>7.0176484176666296</c:v>
                </c:pt>
                <c:pt idx="2137">
                  <c:v>7.0170016871915353</c:v>
                </c:pt>
                <c:pt idx="2138">
                  <c:v>7.015271685141677</c:v>
                </c:pt>
                <c:pt idx="2139">
                  <c:v>7.0141100458853023</c:v>
                </c:pt>
                <c:pt idx="2140">
                  <c:v>7.0131052996735992</c:v>
                </c:pt>
                <c:pt idx="2141">
                  <c:v>7.0137465901386022</c:v>
                </c:pt>
                <c:pt idx="2142">
                  <c:v>7.0177842602374687</c:v>
                </c:pt>
                <c:pt idx="2143">
                  <c:v>7.0209371797095503</c:v>
                </c:pt>
                <c:pt idx="2144">
                  <c:v>7.0193166874280575</c:v>
                </c:pt>
                <c:pt idx="2145">
                  <c:v>7.0180553146533375</c:v>
                </c:pt>
                <c:pt idx="2146">
                  <c:v>7.019521515634116</c:v>
                </c:pt>
                <c:pt idx="2147">
                  <c:v>7.0208837256973462</c:v>
                </c:pt>
                <c:pt idx="2148">
                  <c:v>7.0190100758447782</c:v>
                </c:pt>
                <c:pt idx="2149">
                  <c:v>7.0175375676059222</c:v>
                </c:pt>
                <c:pt idx="2150">
                  <c:v>7.0164989987227804</c:v>
                </c:pt>
                <c:pt idx="2151">
                  <c:v>7.0145446159668241</c:v>
                </c:pt>
                <c:pt idx="2152">
                  <c:v>7.0137284567716298</c:v>
                </c:pt>
                <c:pt idx="2153">
                  <c:v>7.0128166637758405</c:v>
                </c:pt>
                <c:pt idx="2154">
                  <c:v>7.0143876440814266</c:v>
                </c:pt>
                <c:pt idx="2155">
                  <c:v>7.0167899998423184</c:v>
                </c:pt>
                <c:pt idx="2156">
                  <c:v>7.0157658588120277</c:v>
                </c:pt>
                <c:pt idx="2157">
                  <c:v>7.0144876141219505</c:v>
                </c:pt>
                <c:pt idx="2158">
                  <c:v>7.0152634857061766</c:v>
                </c:pt>
                <c:pt idx="2159">
                  <c:v>7.014171147447926</c:v>
                </c:pt>
                <c:pt idx="2160">
                  <c:v>7.0125838471120643</c:v>
                </c:pt>
                <c:pt idx="2161">
                  <c:v>7.0130587836452802</c:v>
                </c:pt>
                <c:pt idx="2162">
                  <c:v>7.0123772844100349</c:v>
                </c:pt>
                <c:pt idx="2163">
                  <c:v>7.011900849903026</c:v>
                </c:pt>
                <c:pt idx="2164">
                  <c:v>7.0140215865907694</c:v>
                </c:pt>
                <c:pt idx="2165">
                  <c:v>7.0173894258818335</c:v>
                </c:pt>
                <c:pt idx="2166">
                  <c:v>7.0198578501710847</c:v>
                </c:pt>
                <c:pt idx="2167">
                  <c:v>7.0211491824216719</c:v>
                </c:pt>
                <c:pt idx="2168">
                  <c:v>7.0224662167489242</c:v>
                </c:pt>
                <c:pt idx="2169">
                  <c:v>7.0216259322915846</c:v>
                </c:pt>
                <c:pt idx="2170">
                  <c:v>7.0208387076428203</c:v>
                </c:pt>
                <c:pt idx="2171">
                  <c:v>7.019692284646557</c:v>
                </c:pt>
                <c:pt idx="2172">
                  <c:v>7.0201544489821659</c:v>
                </c:pt>
                <c:pt idx="2173">
                  <c:v>7.021166448540658</c:v>
                </c:pt>
                <c:pt idx="2174">
                  <c:v>7.0216346047714406</c:v>
                </c:pt>
                <c:pt idx="2175">
                  <c:v>7.0208053580157364</c:v>
                </c:pt>
                <c:pt idx="2176">
                  <c:v>7.0217034327252081</c:v>
                </c:pt>
                <c:pt idx="2177">
                  <c:v>7.0221579495103992</c:v>
                </c:pt>
                <c:pt idx="2178">
                  <c:v>7.0199131175199865</c:v>
                </c:pt>
                <c:pt idx="2179">
                  <c:v>7.0177658115075925</c:v>
                </c:pt>
                <c:pt idx="2180">
                  <c:v>7.0180707674356269</c:v>
                </c:pt>
                <c:pt idx="2181">
                  <c:v>7.0197184597675779</c:v>
                </c:pt>
                <c:pt idx="2182">
                  <c:v>7.0203292388716312</c:v>
                </c:pt>
                <c:pt idx="2183">
                  <c:v>7.0199180056449961</c:v>
                </c:pt>
                <c:pt idx="2184">
                  <c:v>7.0175831375455306</c:v>
                </c:pt>
                <c:pt idx="2185">
                  <c:v>7.0156678597896533</c:v>
                </c:pt>
                <c:pt idx="2186">
                  <c:v>7.0160501584698594</c:v>
                </c:pt>
                <c:pt idx="2187">
                  <c:v>7.0171391854176193</c:v>
                </c:pt>
                <c:pt idx="2188">
                  <c:v>7.0182985382929406</c:v>
                </c:pt>
                <c:pt idx="2189">
                  <c:v>7.0176500733218754</c:v>
                </c:pt>
                <c:pt idx="2190">
                  <c:v>7.0174944417288199</c:v>
                </c:pt>
                <c:pt idx="2191">
                  <c:v>7.0191909364701432</c:v>
                </c:pt>
                <c:pt idx="2192">
                  <c:v>7.0209079298002175</c:v>
                </c:pt>
                <c:pt idx="2193">
                  <c:v>7.0235292262571152</c:v>
                </c:pt>
                <c:pt idx="2194">
                  <c:v>7.0271543228370046</c:v>
                </c:pt>
                <c:pt idx="2195">
                  <c:v>7.0303040098393224</c:v>
                </c:pt>
                <c:pt idx="2196">
                  <c:v>7.0337018874469797</c:v>
                </c:pt>
                <c:pt idx="2197">
                  <c:v>7.0371118276857096</c:v>
                </c:pt>
                <c:pt idx="2198">
                  <c:v>7.0405739604850277</c:v>
                </c:pt>
                <c:pt idx="2199">
                  <c:v>7.0451198379034672</c:v>
                </c:pt>
                <c:pt idx="2200">
                  <c:v>7.048852946277929</c:v>
                </c:pt>
                <c:pt idx="2201">
                  <c:v>7.0505533830555516</c:v>
                </c:pt>
                <c:pt idx="2202">
                  <c:v>7.0503405919361706</c:v>
                </c:pt>
                <c:pt idx="2203">
                  <c:v>7.0482800107223387</c:v>
                </c:pt>
                <c:pt idx="2204">
                  <c:v>7.0464428641258925</c:v>
                </c:pt>
                <c:pt idx="2205">
                  <c:v>7.04384159321339</c:v>
                </c:pt>
                <c:pt idx="2206">
                  <c:v>7.038362320440247</c:v>
                </c:pt>
                <c:pt idx="2207">
                  <c:v>7.034131411722039</c:v>
                </c:pt>
                <c:pt idx="2208">
                  <c:v>7.0317319730680081</c:v>
                </c:pt>
                <c:pt idx="2209">
                  <c:v>7.0292447846859778</c:v>
                </c:pt>
                <c:pt idx="2210">
                  <c:v>7.0254276320976361</c:v>
                </c:pt>
                <c:pt idx="2211">
                  <c:v>7.0229124552578881</c:v>
                </c:pt>
                <c:pt idx="2212">
                  <c:v>7.0223299799744554</c:v>
                </c:pt>
                <c:pt idx="2213">
                  <c:v>7.0211818224822213</c:v>
                </c:pt>
                <c:pt idx="2214">
                  <c:v>7.0197677352213059</c:v>
                </c:pt>
                <c:pt idx="2215">
                  <c:v>7.0191990570649176</c:v>
                </c:pt>
                <c:pt idx="2216">
                  <c:v>7.0181262713067065</c:v>
                </c:pt>
                <c:pt idx="2217">
                  <c:v>7.0169561172519277</c:v>
                </c:pt>
                <c:pt idx="2218">
                  <c:v>7.0175373310837443</c:v>
                </c:pt>
                <c:pt idx="2219">
                  <c:v>7.0186772102997521</c:v>
                </c:pt>
                <c:pt idx="2220">
                  <c:v>7.0201482205648151</c:v>
                </c:pt>
                <c:pt idx="2221">
                  <c:v>7.0215734243680918</c:v>
                </c:pt>
                <c:pt idx="2222">
                  <c:v>7.0213956385310397</c:v>
                </c:pt>
                <c:pt idx="2223">
                  <c:v>7.0195597533862095</c:v>
                </c:pt>
                <c:pt idx="2224">
                  <c:v>7.0188383607436258</c:v>
                </c:pt>
                <c:pt idx="2225">
                  <c:v>7.01836752392816</c:v>
                </c:pt>
                <c:pt idx="2226">
                  <c:v>7.0169395606994751</c:v>
                </c:pt>
                <c:pt idx="2227">
                  <c:v>7.0155269714123527</c:v>
                </c:pt>
                <c:pt idx="2228">
                  <c:v>7.0160751509799901</c:v>
                </c:pt>
                <c:pt idx="2229">
                  <c:v>7.0159155773506363</c:v>
                </c:pt>
                <c:pt idx="2230">
                  <c:v>7.0147259496365439</c:v>
                </c:pt>
                <c:pt idx="2231">
                  <c:v>7.0150383954335451</c:v>
                </c:pt>
                <c:pt idx="2232">
                  <c:v>7.014653416168656</c:v>
                </c:pt>
                <c:pt idx="2233">
                  <c:v>7.0140248190605341</c:v>
                </c:pt>
                <c:pt idx="2234">
                  <c:v>7.0150521925605895</c:v>
                </c:pt>
                <c:pt idx="2235">
                  <c:v>7.016651713208975</c:v>
                </c:pt>
                <c:pt idx="2236">
                  <c:v>7.0180122676169603</c:v>
                </c:pt>
                <c:pt idx="2237">
                  <c:v>7.0187948406628928</c:v>
                </c:pt>
                <c:pt idx="2238">
                  <c:v>7.0191732761475265</c:v>
                </c:pt>
                <c:pt idx="2239">
                  <c:v>7.018503524180451</c:v>
                </c:pt>
                <c:pt idx="2240">
                  <c:v>7.0184250776581152</c:v>
                </c:pt>
                <c:pt idx="2241">
                  <c:v>7.0177754300761599</c:v>
                </c:pt>
                <c:pt idx="2242">
                  <c:v>7.016821063088349</c:v>
                </c:pt>
                <c:pt idx="2243">
                  <c:v>7.016957221022091</c:v>
                </c:pt>
                <c:pt idx="2244">
                  <c:v>7.0180123464576862</c:v>
                </c:pt>
                <c:pt idx="2245">
                  <c:v>7.0180468786956594</c:v>
                </c:pt>
                <c:pt idx="2246">
                  <c:v>7.0168287106387677</c:v>
                </c:pt>
                <c:pt idx="2247">
                  <c:v>7.016951229126918</c:v>
                </c:pt>
                <c:pt idx="2248">
                  <c:v>7.0183943297749884</c:v>
                </c:pt>
                <c:pt idx="2249">
                  <c:v>7.0189425881833518</c:v>
                </c:pt>
                <c:pt idx="2250">
                  <c:v>7.0197862627919081</c:v>
                </c:pt>
                <c:pt idx="2251">
                  <c:v>7.0207457544269065</c:v>
                </c:pt>
                <c:pt idx="2252">
                  <c:v>7.0201578391333825</c:v>
                </c:pt>
                <c:pt idx="2253">
                  <c:v>7.0173568646620099</c:v>
                </c:pt>
                <c:pt idx="2254">
                  <c:v>7.0162951954461601</c:v>
                </c:pt>
                <c:pt idx="2255">
                  <c:v>7.0159553130765229</c:v>
                </c:pt>
                <c:pt idx="2256">
                  <c:v>7.0154284993456217</c:v>
                </c:pt>
                <c:pt idx="2257">
                  <c:v>7.0140207981835099</c:v>
                </c:pt>
                <c:pt idx="2258">
                  <c:v>7.0127159053280561</c:v>
                </c:pt>
                <c:pt idx="2259">
                  <c:v>7.0128634163263373</c:v>
                </c:pt>
                <c:pt idx="2260">
                  <c:v>7.0122827543796022</c:v>
                </c:pt>
                <c:pt idx="2261">
                  <c:v>7.0126168813762435</c:v>
                </c:pt>
                <c:pt idx="2262">
                  <c:v>7.0137531339188568</c:v>
                </c:pt>
                <c:pt idx="2263">
                  <c:v>7.0137665368422715</c:v>
                </c:pt>
                <c:pt idx="2264">
                  <c:v>7.0140621895646413</c:v>
                </c:pt>
                <c:pt idx="2265">
                  <c:v>7.0140361721250732</c:v>
                </c:pt>
                <c:pt idx="2266">
                  <c:v>7.0131776754600352</c:v>
                </c:pt>
                <c:pt idx="2267">
                  <c:v>7.012705892555859</c:v>
                </c:pt>
                <c:pt idx="2268">
                  <c:v>7.0127472050962645</c:v>
                </c:pt>
                <c:pt idx="2269">
                  <c:v>7.0137934215298259</c:v>
                </c:pt>
                <c:pt idx="2270">
                  <c:v>7.015610542581876</c:v>
                </c:pt>
                <c:pt idx="2271">
                  <c:v>7.0167630363140381</c:v>
                </c:pt>
                <c:pt idx="2272">
                  <c:v>7.015772717955187</c:v>
                </c:pt>
                <c:pt idx="2273">
                  <c:v>7.0158960248505968</c:v>
                </c:pt>
                <c:pt idx="2274">
                  <c:v>7.0166478500134026</c:v>
                </c:pt>
                <c:pt idx="2275">
                  <c:v>7.014249515129535</c:v>
                </c:pt>
                <c:pt idx="2276">
                  <c:v>7.0130788091896754</c:v>
                </c:pt>
                <c:pt idx="2277">
                  <c:v>7.0131813021334297</c:v>
                </c:pt>
                <c:pt idx="2278">
                  <c:v>7.0135203172550815</c:v>
                </c:pt>
                <c:pt idx="2279">
                  <c:v>7.0138002806729842</c:v>
                </c:pt>
                <c:pt idx="2280">
                  <c:v>7.0135790535959259</c:v>
                </c:pt>
                <c:pt idx="2281">
                  <c:v>7.0127795297939102</c:v>
                </c:pt>
                <c:pt idx="2282">
                  <c:v>7.012663949289645</c:v>
                </c:pt>
                <c:pt idx="2283">
                  <c:v>7.0140443715605736</c:v>
                </c:pt>
                <c:pt idx="2284">
                  <c:v>7.0160198047903624</c:v>
                </c:pt>
                <c:pt idx="2285">
                  <c:v>7.0157644396789607</c:v>
                </c:pt>
                <c:pt idx="2286">
                  <c:v>7.0172020214762139</c:v>
                </c:pt>
                <c:pt idx="2287">
                  <c:v>7.0183057127990036</c:v>
                </c:pt>
                <c:pt idx="2288">
                  <c:v>7.0180279569214274</c:v>
                </c:pt>
                <c:pt idx="2289">
                  <c:v>7.016619782714959</c:v>
                </c:pt>
                <c:pt idx="2290">
                  <c:v>7.0160400668569354</c:v>
                </c:pt>
                <c:pt idx="2291">
                  <c:v>7.017986644381021</c:v>
                </c:pt>
                <c:pt idx="2292">
                  <c:v>7.0182310506315142</c:v>
                </c:pt>
                <c:pt idx="2293">
                  <c:v>7.0163547990349899</c:v>
                </c:pt>
                <c:pt idx="2294">
                  <c:v>7.016305602421987</c:v>
                </c:pt>
                <c:pt idx="2295">
                  <c:v>7.0181232753591196</c:v>
                </c:pt>
                <c:pt idx="2296">
                  <c:v>7.0186310096343369</c:v>
                </c:pt>
                <c:pt idx="2297">
                  <c:v>7.0160829562118607</c:v>
                </c:pt>
                <c:pt idx="2298">
                  <c:v>7.0141344076696255</c:v>
                </c:pt>
                <c:pt idx="2299">
                  <c:v>7.0141447358047273</c:v>
                </c:pt>
                <c:pt idx="2300">
                  <c:v>7.0134215298254468</c:v>
                </c:pt>
                <c:pt idx="2301">
                  <c:v>7.0135371103297119</c:v>
                </c:pt>
                <c:pt idx="2302">
                  <c:v>7.0146267680032794</c:v>
                </c:pt>
                <c:pt idx="2303">
                  <c:v>7.0173395985430238</c:v>
                </c:pt>
                <c:pt idx="2304">
                  <c:v>7.0184726186158723</c:v>
                </c:pt>
                <c:pt idx="2305">
                  <c:v>7.0185442848357749</c:v>
                </c:pt>
                <c:pt idx="2306">
                  <c:v>7.0176600072533466</c:v>
                </c:pt>
                <c:pt idx="2307">
                  <c:v>7.0160097131774393</c:v>
                </c:pt>
                <c:pt idx="2308">
                  <c:v>7.016020277834718</c:v>
                </c:pt>
                <c:pt idx="2309">
                  <c:v>7.0170805279175008</c:v>
                </c:pt>
                <c:pt idx="2310">
                  <c:v>7.0177074693703778</c:v>
                </c:pt>
                <c:pt idx="2311">
                  <c:v>7.0175389867389901</c:v>
                </c:pt>
                <c:pt idx="2312">
                  <c:v>7.0168675791166688</c:v>
                </c:pt>
                <c:pt idx="2313">
                  <c:v>7.0155548021886185</c:v>
                </c:pt>
                <c:pt idx="2314">
                  <c:v>7.015420851795203</c:v>
                </c:pt>
                <c:pt idx="2315">
                  <c:v>7.0160905249215535</c:v>
                </c:pt>
                <c:pt idx="2316">
                  <c:v>7.0165161860010405</c:v>
                </c:pt>
                <c:pt idx="2317">
                  <c:v>7.0173581261136251</c:v>
                </c:pt>
                <c:pt idx="2318">
                  <c:v>7.0168260300540846</c:v>
                </c:pt>
                <c:pt idx="2319">
                  <c:v>7.0171509326857882</c:v>
                </c:pt>
                <c:pt idx="2320">
                  <c:v>7.0177416862454471</c:v>
                </c:pt>
                <c:pt idx="2321">
                  <c:v>7.0180618584335921</c:v>
                </c:pt>
                <c:pt idx="2322">
                  <c:v>7.0178005802677434</c:v>
                </c:pt>
                <c:pt idx="2323">
                  <c:v>7.0170623945505293</c:v>
                </c:pt>
                <c:pt idx="2324">
                  <c:v>7.0169825288951264</c:v>
                </c:pt>
                <c:pt idx="2325">
                  <c:v>7.0161119695990157</c:v>
                </c:pt>
                <c:pt idx="2326">
                  <c:v>7.0150224696069001</c:v>
                </c:pt>
                <c:pt idx="2327">
                  <c:v>7.0146273987290879</c:v>
                </c:pt>
                <c:pt idx="2328">
                  <c:v>7.0126723852473232</c:v>
                </c:pt>
                <c:pt idx="2329">
                  <c:v>7.0100877497279992</c:v>
                </c:pt>
                <c:pt idx="2330">
                  <c:v>7.010255916996484</c:v>
                </c:pt>
                <c:pt idx="2331">
                  <c:v>7.0133366972043074</c:v>
                </c:pt>
                <c:pt idx="2332">
                  <c:v>7.016140352260364</c:v>
                </c:pt>
                <c:pt idx="2333">
                  <c:v>7.0170996862139106</c:v>
                </c:pt>
                <c:pt idx="2334">
                  <c:v>7.0170754032703133</c:v>
                </c:pt>
                <c:pt idx="2335">
                  <c:v>7.0160212239234303</c:v>
                </c:pt>
                <c:pt idx="2336">
                  <c:v>7.0156522493259121</c:v>
                </c:pt>
                <c:pt idx="2337">
                  <c:v>7.0164531922609941</c:v>
                </c:pt>
                <c:pt idx="2338">
                  <c:v>7.0174498967186487</c:v>
                </c:pt>
                <c:pt idx="2339">
                  <c:v>7.0181334458127687</c:v>
                </c:pt>
                <c:pt idx="2340">
                  <c:v>7.0188666645642472</c:v>
                </c:pt>
                <c:pt idx="2341">
                  <c:v>7.0184869676279975</c:v>
                </c:pt>
                <c:pt idx="2342">
                  <c:v>7.0183088664280424</c:v>
                </c:pt>
                <c:pt idx="2343">
                  <c:v>7.0165118497611125</c:v>
                </c:pt>
                <c:pt idx="2344">
                  <c:v>7.015239754647661</c:v>
                </c:pt>
                <c:pt idx="2345">
                  <c:v>7.0160835869376683</c:v>
                </c:pt>
                <c:pt idx="2346">
                  <c:v>7.0152925779340576</c:v>
                </c:pt>
                <c:pt idx="2347">
                  <c:v>7.0142332739399862</c:v>
                </c:pt>
                <c:pt idx="2348">
                  <c:v>7.0149245494252508</c:v>
                </c:pt>
                <c:pt idx="2349">
                  <c:v>7.0148453933363815</c:v>
                </c:pt>
                <c:pt idx="2350">
                  <c:v>7.0138944164997872</c:v>
                </c:pt>
                <c:pt idx="2351">
                  <c:v>7.0127684132515489</c:v>
                </c:pt>
                <c:pt idx="2352">
                  <c:v>7.0114674624323943</c:v>
                </c:pt>
                <c:pt idx="2353">
                  <c:v>7.0119009287437519</c:v>
                </c:pt>
                <c:pt idx="2354">
                  <c:v>7.0130408868004857</c:v>
                </c:pt>
                <c:pt idx="2355">
                  <c:v>7.0145649568741231</c:v>
                </c:pt>
                <c:pt idx="2356">
                  <c:v>7.0153249814724292</c:v>
                </c:pt>
                <c:pt idx="2357">
                  <c:v>7.016534240527287</c:v>
                </c:pt>
                <c:pt idx="2358">
                  <c:v>7.0166282186726372</c:v>
                </c:pt>
                <c:pt idx="2359">
                  <c:v>7.0148039231145241</c:v>
                </c:pt>
                <c:pt idx="2360">
                  <c:v>7.0143400242829435</c:v>
                </c:pt>
                <c:pt idx="2361">
                  <c:v>7.0132643214178714</c:v>
                </c:pt>
                <c:pt idx="2362">
                  <c:v>7.0121704851858278</c:v>
                </c:pt>
                <c:pt idx="2363">
                  <c:v>7.0123541840773269</c:v>
                </c:pt>
                <c:pt idx="2364">
                  <c:v>7.0128612876267367</c:v>
                </c:pt>
                <c:pt idx="2365">
                  <c:v>7.0118977751147131</c:v>
                </c:pt>
                <c:pt idx="2366">
                  <c:v>7.0140789826392718</c:v>
                </c:pt>
                <c:pt idx="2367">
                  <c:v>7.016563253914442</c:v>
                </c:pt>
                <c:pt idx="2368">
                  <c:v>7.0156694366041723</c:v>
                </c:pt>
                <c:pt idx="2369">
                  <c:v>7.0137994134249988</c:v>
                </c:pt>
                <c:pt idx="2370">
                  <c:v>7.011089894195746</c:v>
                </c:pt>
                <c:pt idx="2371">
                  <c:v>7.0093199198978224</c:v>
                </c:pt>
                <c:pt idx="2372">
                  <c:v>7.0097368296567275</c:v>
                </c:pt>
                <c:pt idx="2373">
                  <c:v>7.0108985477538281</c:v>
                </c:pt>
                <c:pt idx="2374">
                  <c:v>7.0135296204607451</c:v>
                </c:pt>
                <c:pt idx="2375">
                  <c:v>7.0155472334789257</c:v>
                </c:pt>
                <c:pt idx="2376">
                  <c:v>7.0141903057443349</c:v>
                </c:pt>
                <c:pt idx="2377">
                  <c:v>7.0128705119916743</c:v>
                </c:pt>
                <c:pt idx="2378">
                  <c:v>7.0152795692142735</c:v>
                </c:pt>
                <c:pt idx="2379">
                  <c:v>7.0170940885223674</c:v>
                </c:pt>
                <c:pt idx="2380">
                  <c:v>7.016527066021224</c:v>
                </c:pt>
                <c:pt idx="2381">
                  <c:v>7.0161110235103044</c:v>
                </c:pt>
                <c:pt idx="2382">
                  <c:v>7.015720604235324</c:v>
                </c:pt>
                <c:pt idx="2383">
                  <c:v>7.0153737050410756</c:v>
                </c:pt>
                <c:pt idx="2384">
                  <c:v>7.0151844872987592</c:v>
                </c:pt>
                <c:pt idx="2385">
                  <c:v>7.0155606364023404</c:v>
                </c:pt>
                <c:pt idx="2386">
                  <c:v>7.0161394061716518</c:v>
                </c:pt>
                <c:pt idx="2387">
                  <c:v>7.0159744713729326</c:v>
                </c:pt>
                <c:pt idx="2388">
                  <c:v>7.0147309954430064</c:v>
                </c:pt>
                <c:pt idx="2389">
                  <c:v>7.0131090051877196</c:v>
                </c:pt>
                <c:pt idx="2390">
                  <c:v>7.0120888061937272</c:v>
                </c:pt>
                <c:pt idx="2391">
                  <c:v>7.012394629369747</c:v>
                </c:pt>
                <c:pt idx="2392">
                  <c:v>7.0129819927781893</c:v>
                </c:pt>
                <c:pt idx="2393">
                  <c:v>7.0143702202809886</c:v>
                </c:pt>
                <c:pt idx="2394">
                  <c:v>7.016981819328592</c:v>
                </c:pt>
                <c:pt idx="2395">
                  <c:v>7.0163661520995282</c:v>
                </c:pt>
                <c:pt idx="2396">
                  <c:v>7.0136016808842774</c:v>
                </c:pt>
                <c:pt idx="2397">
                  <c:v>7.0128508018101829</c:v>
                </c:pt>
                <c:pt idx="2398">
                  <c:v>7.0160714454658697</c:v>
                </c:pt>
                <c:pt idx="2399">
                  <c:v>7.0171839669499674</c:v>
                </c:pt>
                <c:pt idx="2400">
                  <c:v>7.0160334442359549</c:v>
                </c:pt>
                <c:pt idx="2401">
                  <c:v>7.0164831517368613</c:v>
                </c:pt>
                <c:pt idx="2402">
                  <c:v>7.0171894858007855</c:v>
                </c:pt>
                <c:pt idx="2403">
                  <c:v>7.0154409561803242</c:v>
                </c:pt>
                <c:pt idx="2404">
                  <c:v>7.0131588325265302</c:v>
                </c:pt>
                <c:pt idx="2405">
                  <c:v>7.0138321323262742</c:v>
                </c:pt>
                <c:pt idx="2406">
                  <c:v>7.0161328623913972</c:v>
                </c:pt>
                <c:pt idx="2407">
                  <c:v>7.0177507529289329</c:v>
                </c:pt>
                <c:pt idx="2408">
                  <c:v>7.0176445544710573</c:v>
                </c:pt>
                <c:pt idx="2409">
                  <c:v>7.0171722196817985</c:v>
                </c:pt>
                <c:pt idx="2410">
                  <c:v>7.0148747220864411</c:v>
                </c:pt>
                <c:pt idx="2411">
                  <c:v>7.0127665210741261</c:v>
                </c:pt>
                <c:pt idx="2412">
                  <c:v>7.0127185070720133</c:v>
                </c:pt>
                <c:pt idx="2413">
                  <c:v>7.0149546665825699</c:v>
                </c:pt>
                <c:pt idx="2414">
                  <c:v>7.0165359750232579</c:v>
                </c:pt>
                <c:pt idx="2415">
                  <c:v>7.0176621359529481</c:v>
                </c:pt>
                <c:pt idx="2416">
                  <c:v>7.0172417572021004</c:v>
                </c:pt>
                <c:pt idx="2417">
                  <c:v>7.0158710323404661</c:v>
                </c:pt>
                <c:pt idx="2418">
                  <c:v>7.0139475551490875</c:v>
                </c:pt>
                <c:pt idx="2419">
                  <c:v>7.0122032040871032</c:v>
                </c:pt>
                <c:pt idx="2420">
                  <c:v>7.0139544931329727</c:v>
                </c:pt>
                <c:pt idx="2421">
                  <c:v>7.0149654677620275</c:v>
                </c:pt>
                <c:pt idx="2422">
                  <c:v>7.0170764281997506</c:v>
                </c:pt>
                <c:pt idx="2423">
                  <c:v>7.0170142228669645</c:v>
                </c:pt>
                <c:pt idx="2424">
                  <c:v>7.0149206862296785</c:v>
                </c:pt>
                <c:pt idx="2425">
                  <c:v>7.0151713208975224</c:v>
                </c:pt>
                <c:pt idx="2426">
                  <c:v>7.014620066541573</c:v>
                </c:pt>
                <c:pt idx="2427">
                  <c:v>7.0150917706050233</c:v>
                </c:pt>
                <c:pt idx="2428">
                  <c:v>7.0159542093063596</c:v>
                </c:pt>
                <c:pt idx="2429">
                  <c:v>7.0175009855090744</c:v>
                </c:pt>
                <c:pt idx="2430">
                  <c:v>7.0186735836263576</c:v>
                </c:pt>
                <c:pt idx="2431">
                  <c:v>7.0175202226462101</c:v>
                </c:pt>
                <c:pt idx="2432">
                  <c:v>7.0173626988757309</c:v>
                </c:pt>
                <c:pt idx="2433">
                  <c:v>7.018723726328072</c:v>
                </c:pt>
                <c:pt idx="2434">
                  <c:v>7.0184048155915422</c:v>
                </c:pt>
                <c:pt idx="2435">
                  <c:v>7.0176201926867341</c:v>
                </c:pt>
                <c:pt idx="2436">
                  <c:v>7.0169198505179837</c:v>
                </c:pt>
                <c:pt idx="2437">
                  <c:v>7.016572005235024</c:v>
                </c:pt>
                <c:pt idx="2438">
                  <c:v>7.0152563112001136</c:v>
                </c:pt>
                <c:pt idx="2439">
                  <c:v>7.0131257194216241</c:v>
                </c:pt>
                <c:pt idx="2440">
                  <c:v>7.0119435027357735</c:v>
                </c:pt>
                <c:pt idx="2441">
                  <c:v>7.0125065832006177</c:v>
                </c:pt>
                <c:pt idx="2442">
                  <c:v>7.0129630710039574</c:v>
                </c:pt>
                <c:pt idx="2443">
                  <c:v>7.0146148630536587</c:v>
                </c:pt>
                <c:pt idx="2444">
                  <c:v>7.015982670808433</c:v>
                </c:pt>
                <c:pt idx="2445">
                  <c:v>7.0168633217174667</c:v>
                </c:pt>
                <c:pt idx="2446">
                  <c:v>7.0172574465065676</c:v>
                </c:pt>
                <c:pt idx="2447">
                  <c:v>7.0146341790315203</c:v>
                </c:pt>
                <c:pt idx="2448">
                  <c:v>7.0111195383087086</c:v>
                </c:pt>
                <c:pt idx="2449">
                  <c:v>7.0103359403333387</c:v>
                </c:pt>
                <c:pt idx="2450">
                  <c:v>7.0099834434475472</c:v>
                </c:pt>
                <c:pt idx="2451">
                  <c:v>7.0111777227644714</c:v>
                </c:pt>
                <c:pt idx="2452">
                  <c:v>7.0122661978271497</c:v>
                </c:pt>
                <c:pt idx="2453">
                  <c:v>7.0112717009098215</c:v>
                </c:pt>
                <c:pt idx="2454">
                  <c:v>7.0123423579684321</c:v>
                </c:pt>
                <c:pt idx="2455">
                  <c:v>7.0135613144325832</c:v>
                </c:pt>
                <c:pt idx="2456">
                  <c:v>7.0142820763493594</c:v>
                </c:pt>
                <c:pt idx="2457">
                  <c:v>7.013752818555953</c:v>
                </c:pt>
                <c:pt idx="2458">
                  <c:v>7.0123283243192107</c:v>
                </c:pt>
                <c:pt idx="2459">
                  <c:v>7.0115818603257702</c:v>
                </c:pt>
                <c:pt idx="2460">
                  <c:v>7.0119813462842364</c:v>
                </c:pt>
                <c:pt idx="2461">
                  <c:v>7.011547485769249</c:v>
                </c:pt>
                <c:pt idx="2462">
                  <c:v>7.0110988031977799</c:v>
                </c:pt>
                <c:pt idx="2463">
                  <c:v>7.0138618552799636</c:v>
                </c:pt>
                <c:pt idx="2464">
                  <c:v>7.0177341175357544</c:v>
                </c:pt>
                <c:pt idx="2465">
                  <c:v>7.0167362304672105</c:v>
                </c:pt>
                <c:pt idx="2466">
                  <c:v>7.0131716047241364</c:v>
                </c:pt>
                <c:pt idx="2467">
                  <c:v>7.0110771219981389</c:v>
                </c:pt>
                <c:pt idx="2468">
                  <c:v>7.0100801810183064</c:v>
                </c:pt>
                <c:pt idx="2469">
                  <c:v>7.0099676753023541</c:v>
                </c:pt>
                <c:pt idx="2470">
                  <c:v>7.0106255223198097</c:v>
                </c:pt>
                <c:pt idx="2471">
                  <c:v>7.0100722969457099</c:v>
                </c:pt>
                <c:pt idx="2472">
                  <c:v>7.0095619609265363</c:v>
                </c:pt>
                <c:pt idx="2473">
                  <c:v>7.0106939560699475</c:v>
                </c:pt>
                <c:pt idx="2474">
                  <c:v>7.0132080291395322</c:v>
                </c:pt>
                <c:pt idx="2475">
                  <c:v>7.0146806950598402</c:v>
                </c:pt>
                <c:pt idx="2476">
                  <c:v>7.0160104227439728</c:v>
                </c:pt>
                <c:pt idx="2477">
                  <c:v>7.0156291489932041</c:v>
                </c:pt>
                <c:pt idx="2478">
                  <c:v>7.0139441649978709</c:v>
                </c:pt>
                <c:pt idx="2479">
                  <c:v>7.0131318689982498</c:v>
                </c:pt>
                <c:pt idx="2480">
                  <c:v>7.0139862659455368</c:v>
                </c:pt>
                <c:pt idx="2481">
                  <c:v>7.0150909821977638</c:v>
                </c:pt>
                <c:pt idx="2482">
                  <c:v>7.0165411785111713</c:v>
                </c:pt>
                <c:pt idx="2483">
                  <c:v>7.0166912124126837</c:v>
                </c:pt>
                <c:pt idx="2484">
                  <c:v>7.0160100285403431</c:v>
                </c:pt>
                <c:pt idx="2485">
                  <c:v>7.014984862580615</c:v>
                </c:pt>
                <c:pt idx="2486">
                  <c:v>7.0143368706539047</c:v>
                </c:pt>
                <c:pt idx="2487">
                  <c:v>7.0133387470631829</c:v>
                </c:pt>
                <c:pt idx="2488">
                  <c:v>7.0124681089263472</c:v>
                </c:pt>
                <c:pt idx="2489">
                  <c:v>7.0116624355477066</c:v>
                </c:pt>
                <c:pt idx="2490">
                  <c:v>7.0119310459010711</c:v>
                </c:pt>
                <c:pt idx="2491">
                  <c:v>7.0118528359009131</c:v>
                </c:pt>
                <c:pt idx="2492">
                  <c:v>7.0116440656585564</c:v>
                </c:pt>
                <c:pt idx="2493">
                  <c:v>7.0121999716173384</c:v>
                </c:pt>
                <c:pt idx="2494">
                  <c:v>7.0116951544489821</c:v>
                </c:pt>
                <c:pt idx="2495">
                  <c:v>7.0114126681278481</c:v>
                </c:pt>
                <c:pt idx="2496">
                  <c:v>7.0121214462542767</c:v>
                </c:pt>
                <c:pt idx="2497">
                  <c:v>7.014019300209716</c:v>
                </c:pt>
                <c:pt idx="2498">
                  <c:v>7.0134498336460682</c:v>
                </c:pt>
                <c:pt idx="2499">
                  <c:v>7.0131488985950581</c:v>
                </c:pt>
                <c:pt idx="2500">
                  <c:v>7.0148348286791027</c:v>
                </c:pt>
                <c:pt idx="2501">
                  <c:v>7.0150875920465472</c:v>
                </c:pt>
                <c:pt idx="2502">
                  <c:v>7.0149232879736356</c:v>
                </c:pt>
                <c:pt idx="2503">
                  <c:v>7.0150868036392877</c:v>
                </c:pt>
                <c:pt idx="2504">
                  <c:v>7.0169589555180627</c:v>
                </c:pt>
                <c:pt idx="2505">
                  <c:v>7.0165973131080595</c:v>
                </c:pt>
                <c:pt idx="2506">
                  <c:v>7.0155586653841908</c:v>
                </c:pt>
                <c:pt idx="2507">
                  <c:v>7.0149934562197451</c:v>
                </c:pt>
                <c:pt idx="2508">
                  <c:v>7.0146031157854898</c:v>
                </c:pt>
                <c:pt idx="2509">
                  <c:v>7.0129819927781893</c:v>
                </c:pt>
                <c:pt idx="2510">
                  <c:v>7.0094463804222711</c:v>
                </c:pt>
                <c:pt idx="2511">
                  <c:v>7.0102989640328612</c:v>
                </c:pt>
                <c:pt idx="2512">
                  <c:v>7.012707390529652</c:v>
                </c:pt>
                <c:pt idx="2513">
                  <c:v>7.014216165502452</c:v>
                </c:pt>
                <c:pt idx="2514">
                  <c:v>7.0154406408174204</c:v>
                </c:pt>
                <c:pt idx="2515">
                  <c:v>7.0171787634620539</c:v>
                </c:pt>
                <c:pt idx="2516">
                  <c:v>7.0189661615604155</c:v>
                </c:pt>
                <c:pt idx="2517">
                  <c:v>7.018237042526688</c:v>
                </c:pt>
                <c:pt idx="2518">
                  <c:v>7.0165709803055867</c:v>
                </c:pt>
                <c:pt idx="2519">
                  <c:v>7.0162119396395406</c:v>
                </c:pt>
                <c:pt idx="2520">
                  <c:v>7.01518330468787</c:v>
                </c:pt>
                <c:pt idx="2521">
                  <c:v>7.0147591415821759</c:v>
                </c:pt>
                <c:pt idx="2522">
                  <c:v>7.0151742380043833</c:v>
                </c:pt>
                <c:pt idx="2523">
                  <c:v>7.0149028682256107</c:v>
                </c:pt>
                <c:pt idx="2524">
                  <c:v>7.0136620728803667</c:v>
                </c:pt>
                <c:pt idx="2525">
                  <c:v>7.0130840126775889</c:v>
                </c:pt>
                <c:pt idx="2526">
                  <c:v>7.0121470694902159</c:v>
                </c:pt>
                <c:pt idx="2527">
                  <c:v>7.0134983995332627</c:v>
                </c:pt>
                <c:pt idx="2528">
                  <c:v>7.0146360712089439</c:v>
                </c:pt>
                <c:pt idx="2529">
                  <c:v>7.0168350967375703</c:v>
                </c:pt>
                <c:pt idx="2530">
                  <c:v>7.0168860278465441</c:v>
                </c:pt>
                <c:pt idx="2531">
                  <c:v>7.0160176760907618</c:v>
                </c:pt>
                <c:pt idx="2532">
                  <c:v>7.0157786310096339</c:v>
                </c:pt>
                <c:pt idx="2533">
                  <c:v>7.0153447704946466</c:v>
                </c:pt>
                <c:pt idx="2534">
                  <c:v>7.0143961588798307</c:v>
                </c:pt>
                <c:pt idx="2535">
                  <c:v>7.0135314337974428</c:v>
                </c:pt>
                <c:pt idx="2536">
                  <c:v>7.0130981251675362</c:v>
                </c:pt>
                <c:pt idx="2537">
                  <c:v>7.0138929185259942</c:v>
                </c:pt>
                <c:pt idx="2538">
                  <c:v>7.0154340970371658</c:v>
                </c:pt>
                <c:pt idx="2539">
                  <c:v>7.0155559847995077</c:v>
                </c:pt>
                <c:pt idx="2540">
                  <c:v>7.0141512795849827</c:v>
                </c:pt>
                <c:pt idx="2541">
                  <c:v>7.0143005250792347</c:v>
                </c:pt>
                <c:pt idx="2542">
                  <c:v>7.0144190226903609</c:v>
                </c:pt>
                <c:pt idx="2543">
                  <c:v>7.0143791292830224</c:v>
                </c:pt>
                <c:pt idx="2544">
                  <c:v>7.0141623172866172</c:v>
                </c:pt>
                <c:pt idx="2545">
                  <c:v>7.0141181664800767</c:v>
                </c:pt>
                <c:pt idx="2546">
                  <c:v>7.0137299547454237</c:v>
                </c:pt>
                <c:pt idx="2547">
                  <c:v>7.0127298601365524</c:v>
                </c:pt>
                <c:pt idx="2548">
                  <c:v>7.0129734779797852</c:v>
                </c:pt>
                <c:pt idx="2549">
                  <c:v>7.0131136567905514</c:v>
                </c:pt>
                <c:pt idx="2550">
                  <c:v>7.0140146486068842</c:v>
                </c:pt>
                <c:pt idx="2551">
                  <c:v>7.0155878364527977</c:v>
                </c:pt>
                <c:pt idx="2552">
                  <c:v>7.0156630505053688</c:v>
                </c:pt>
                <c:pt idx="2553">
                  <c:v>7.0161205632381467</c:v>
                </c:pt>
                <c:pt idx="2554">
                  <c:v>7.0174303442186092</c:v>
                </c:pt>
                <c:pt idx="2555">
                  <c:v>7.0178324319210335</c:v>
                </c:pt>
                <c:pt idx="2556">
                  <c:v>7.0159255901228335</c:v>
                </c:pt>
                <c:pt idx="2557">
                  <c:v>7.014844604929122</c:v>
                </c:pt>
                <c:pt idx="2558">
                  <c:v>7.0146931518945426</c:v>
                </c:pt>
                <c:pt idx="2559">
                  <c:v>7.0161292357180027</c:v>
                </c:pt>
                <c:pt idx="2560">
                  <c:v>7.0177672306406595</c:v>
                </c:pt>
                <c:pt idx="2561">
                  <c:v>7.0171592898027404</c:v>
                </c:pt>
                <c:pt idx="2562">
                  <c:v>7.0166355508601521</c:v>
                </c:pt>
                <c:pt idx="2563">
                  <c:v>7.0178268342294894</c:v>
                </c:pt>
                <c:pt idx="2564">
                  <c:v>7.0188718680521607</c:v>
                </c:pt>
                <c:pt idx="2565">
                  <c:v>7.0191704378813924</c:v>
                </c:pt>
                <c:pt idx="2566">
                  <c:v>7.0181350226272885</c:v>
                </c:pt>
                <c:pt idx="2567">
                  <c:v>7.0160723127138551</c:v>
                </c:pt>
                <c:pt idx="2568">
                  <c:v>7.0152508711900223</c:v>
                </c:pt>
                <c:pt idx="2569">
                  <c:v>7.0136675128904589</c:v>
                </c:pt>
                <c:pt idx="2570">
                  <c:v>7.0121910626153046</c:v>
                </c:pt>
                <c:pt idx="2571">
                  <c:v>7.0126763272836214</c:v>
                </c:pt>
                <c:pt idx="2572">
                  <c:v>7.0135626547249244</c:v>
                </c:pt>
                <c:pt idx="2573">
                  <c:v>7.0135716425676851</c:v>
                </c:pt>
                <c:pt idx="2574">
                  <c:v>7.0143202352607261</c:v>
                </c:pt>
                <c:pt idx="2575">
                  <c:v>7.0131127107018401</c:v>
                </c:pt>
                <c:pt idx="2576">
                  <c:v>7.0119744871410772</c:v>
                </c:pt>
                <c:pt idx="2577">
                  <c:v>7.013707879342153</c:v>
                </c:pt>
                <c:pt idx="2578">
                  <c:v>7.0157864362415046</c:v>
                </c:pt>
                <c:pt idx="2579">
                  <c:v>7.016794966808054</c:v>
                </c:pt>
                <c:pt idx="2580">
                  <c:v>7.0163626042668596</c:v>
                </c:pt>
                <c:pt idx="2581">
                  <c:v>7.0173920276257906</c:v>
                </c:pt>
                <c:pt idx="2582">
                  <c:v>7.0182249798956144</c:v>
                </c:pt>
                <c:pt idx="2583">
                  <c:v>7.0170463898831583</c:v>
                </c:pt>
                <c:pt idx="2584">
                  <c:v>7.016406833914127</c:v>
                </c:pt>
                <c:pt idx="2585">
                  <c:v>7.0170582948327791</c:v>
                </c:pt>
                <c:pt idx="2586">
                  <c:v>7.0190342799476495</c:v>
                </c:pt>
                <c:pt idx="2587">
                  <c:v>7.0187215187877454</c:v>
                </c:pt>
                <c:pt idx="2588">
                  <c:v>7.0176577208722941</c:v>
                </c:pt>
                <c:pt idx="2589">
                  <c:v>7.0175327583216385</c:v>
                </c:pt>
                <c:pt idx="2590">
                  <c:v>7.0167425377252872</c:v>
                </c:pt>
                <c:pt idx="2591">
                  <c:v>7.0151047004840823</c:v>
                </c:pt>
                <c:pt idx="2592">
                  <c:v>7.0144861161481575</c:v>
                </c:pt>
                <c:pt idx="2593">
                  <c:v>7.014242104101295</c:v>
                </c:pt>
                <c:pt idx="2594">
                  <c:v>7.0146623251706899</c:v>
                </c:pt>
                <c:pt idx="2595">
                  <c:v>7.0158098519371164</c:v>
                </c:pt>
                <c:pt idx="2596">
                  <c:v>7.0161024298711743</c:v>
                </c:pt>
                <c:pt idx="2597">
                  <c:v>7.0161939639540201</c:v>
                </c:pt>
                <c:pt idx="2598">
                  <c:v>7.0146398555637903</c:v>
                </c:pt>
                <c:pt idx="2599">
                  <c:v>7.0133147794824895</c:v>
                </c:pt>
                <c:pt idx="2600">
                  <c:v>7.013841041328309</c:v>
                </c:pt>
                <c:pt idx="2601">
                  <c:v>7.0132999574260078</c:v>
                </c:pt>
                <c:pt idx="2602">
                  <c:v>7.0132834797142811</c:v>
                </c:pt>
                <c:pt idx="2603">
                  <c:v>7.0132892350872771</c:v>
                </c:pt>
                <c:pt idx="2604">
                  <c:v>7.0143920591620805</c:v>
                </c:pt>
                <c:pt idx="2605">
                  <c:v>7.0151583910184643</c:v>
                </c:pt>
                <c:pt idx="2606">
                  <c:v>7.0163014238635109</c:v>
                </c:pt>
                <c:pt idx="2607">
                  <c:v>7.0183388259039088</c:v>
                </c:pt>
                <c:pt idx="2608">
                  <c:v>7.0203094498494139</c:v>
                </c:pt>
                <c:pt idx="2609">
                  <c:v>7.0203912076822403</c:v>
                </c:pt>
                <c:pt idx="2610">
                  <c:v>7.0191258928712212</c:v>
                </c:pt>
                <c:pt idx="2611">
                  <c:v>7.0179314558728461</c:v>
                </c:pt>
                <c:pt idx="2612">
                  <c:v>7.0164543748718842</c:v>
                </c:pt>
                <c:pt idx="2613">
                  <c:v>7.0164104605875215</c:v>
                </c:pt>
                <c:pt idx="2614">
                  <c:v>7.0189823239092384</c:v>
                </c:pt>
                <c:pt idx="2615">
                  <c:v>7.0197801132152824</c:v>
                </c:pt>
                <c:pt idx="2616">
                  <c:v>7.0194850123779942</c:v>
                </c:pt>
                <c:pt idx="2617">
                  <c:v>7.018037338967817</c:v>
                </c:pt>
                <c:pt idx="2618">
                  <c:v>7.0169110991974017</c:v>
                </c:pt>
                <c:pt idx="2619">
                  <c:v>7.0180118734133305</c:v>
                </c:pt>
                <c:pt idx="2620">
                  <c:v>7.0186567117110013</c:v>
                </c:pt>
                <c:pt idx="2621">
                  <c:v>7.0178131947838978</c:v>
                </c:pt>
                <c:pt idx="2622">
                  <c:v>7.0165465396805375</c:v>
                </c:pt>
                <c:pt idx="2623">
                  <c:v>7.0152649048392437</c:v>
                </c:pt>
                <c:pt idx="2624">
                  <c:v>7.0138374934956405</c:v>
                </c:pt>
                <c:pt idx="2625">
                  <c:v>7.0122661189864237</c:v>
                </c:pt>
                <c:pt idx="2626">
                  <c:v>7.0133267632728362</c:v>
                </c:pt>
                <c:pt idx="2627">
                  <c:v>7.014323310049039</c:v>
                </c:pt>
                <c:pt idx="2628">
                  <c:v>7.0142414733754865</c:v>
                </c:pt>
                <c:pt idx="2629">
                  <c:v>7.0138455352496889</c:v>
                </c:pt>
                <c:pt idx="2630">
                  <c:v>7.0115723205979279</c:v>
                </c:pt>
                <c:pt idx="2631">
                  <c:v>7.0105460508680366</c:v>
                </c:pt>
                <c:pt idx="2632">
                  <c:v>7.0118097888645359</c:v>
                </c:pt>
                <c:pt idx="2633">
                  <c:v>7.0131563096232989</c:v>
                </c:pt>
                <c:pt idx="2634">
                  <c:v>7.0144712940916758</c:v>
                </c:pt>
                <c:pt idx="2635">
                  <c:v>7.0136310096343371</c:v>
                </c:pt>
                <c:pt idx="2636">
                  <c:v>7.0111577760608021</c:v>
                </c:pt>
                <c:pt idx="2637">
                  <c:v>7.0114829152146836</c:v>
                </c:pt>
                <c:pt idx="2638">
                  <c:v>7.0121144294296665</c:v>
                </c:pt>
                <c:pt idx="2639">
                  <c:v>7.011095728409467</c:v>
                </c:pt>
                <c:pt idx="2640">
                  <c:v>7.0120278623125563</c:v>
                </c:pt>
                <c:pt idx="2641">
                  <c:v>7.0134698591904634</c:v>
                </c:pt>
                <c:pt idx="2642">
                  <c:v>7.0138023305318598</c:v>
                </c:pt>
                <c:pt idx="2643">
                  <c:v>7.0144316372065152</c:v>
                </c:pt>
                <c:pt idx="2644">
                  <c:v>7.0151941058673266</c:v>
                </c:pt>
                <c:pt idx="2645">
                  <c:v>7.0159847206673076</c:v>
                </c:pt>
                <c:pt idx="2646">
                  <c:v>7.0161570664942685</c:v>
                </c:pt>
                <c:pt idx="2647">
                  <c:v>7.0150361878932177</c:v>
                </c:pt>
                <c:pt idx="2648">
                  <c:v>7.0137156057332977</c:v>
                </c:pt>
                <c:pt idx="2649">
                  <c:v>7.0151627272583923</c:v>
                </c:pt>
                <c:pt idx="2650">
                  <c:v>7.0152046705246063</c:v>
                </c:pt>
                <c:pt idx="2651">
                  <c:v>7.0144608871158489</c:v>
                </c:pt>
                <c:pt idx="2652">
                  <c:v>7.0159947334395056</c:v>
                </c:pt>
                <c:pt idx="2653">
                  <c:v>7.0162255002444063</c:v>
                </c:pt>
                <c:pt idx="2654">
                  <c:v>7.0154407984988723</c:v>
                </c:pt>
                <c:pt idx="2655">
                  <c:v>7.0160195682681845</c:v>
                </c:pt>
                <c:pt idx="2656">
                  <c:v>7.0181941531717627</c:v>
                </c:pt>
                <c:pt idx="2657">
                  <c:v>7.0195341301502703</c:v>
                </c:pt>
                <c:pt idx="2658">
                  <c:v>7.0196023273782302</c:v>
                </c:pt>
                <c:pt idx="2659">
                  <c:v>7.0184247622952114</c:v>
                </c:pt>
                <c:pt idx="2660">
                  <c:v>7.0180672196029583</c:v>
                </c:pt>
                <c:pt idx="2661">
                  <c:v>7.0186976300477779</c:v>
                </c:pt>
                <c:pt idx="2662">
                  <c:v>7.0180976521231804</c:v>
                </c:pt>
                <c:pt idx="2663">
                  <c:v>7.0177762973241453</c:v>
                </c:pt>
                <c:pt idx="2664">
                  <c:v>7.0184285466500578</c:v>
                </c:pt>
                <c:pt idx="2665">
                  <c:v>7.0176379318500768</c:v>
                </c:pt>
                <c:pt idx="2666">
                  <c:v>7.0162426086819405</c:v>
                </c:pt>
                <c:pt idx="2667">
                  <c:v>7.0155168009587037</c:v>
                </c:pt>
                <c:pt idx="2668">
                  <c:v>7.0154162001923712</c:v>
                </c:pt>
                <c:pt idx="2669">
                  <c:v>7.0149023163405291</c:v>
                </c:pt>
                <c:pt idx="2670">
                  <c:v>7.0144346331541021</c:v>
                </c:pt>
                <c:pt idx="2671">
                  <c:v>7.0145496617732856</c:v>
                </c:pt>
                <c:pt idx="2672">
                  <c:v>7.016065138207793</c:v>
                </c:pt>
                <c:pt idx="2673">
                  <c:v>7.0171415506393986</c:v>
                </c:pt>
                <c:pt idx="2674">
                  <c:v>7.0167402513442347</c:v>
                </c:pt>
                <c:pt idx="2675">
                  <c:v>7.0163519607688549</c:v>
                </c:pt>
                <c:pt idx="2676">
                  <c:v>7.0151064349800532</c:v>
                </c:pt>
                <c:pt idx="2677">
                  <c:v>7.0153900250713512</c:v>
                </c:pt>
                <c:pt idx="2678">
                  <c:v>7.0162098109399391</c:v>
                </c:pt>
                <c:pt idx="2679">
                  <c:v>7.0161972752645108</c:v>
                </c:pt>
                <c:pt idx="2680">
                  <c:v>7.0147643450700894</c:v>
                </c:pt>
                <c:pt idx="2681">
                  <c:v>7.0142166385468077</c:v>
                </c:pt>
                <c:pt idx="2682">
                  <c:v>7.0159015437014141</c:v>
                </c:pt>
                <c:pt idx="2683">
                  <c:v>7.0155574827733016</c:v>
                </c:pt>
                <c:pt idx="2684">
                  <c:v>7.0152358126113628</c:v>
                </c:pt>
                <c:pt idx="2685">
                  <c:v>7.0155995837209666</c:v>
                </c:pt>
                <c:pt idx="2686">
                  <c:v>7.016099985808669</c:v>
                </c:pt>
                <c:pt idx="2687">
                  <c:v>7.0153261640833184</c:v>
                </c:pt>
                <c:pt idx="2688">
                  <c:v>7.0147652911588008</c:v>
                </c:pt>
                <c:pt idx="2689">
                  <c:v>7.0145148141724087</c:v>
                </c:pt>
                <c:pt idx="2690">
                  <c:v>7.0125680001261452</c:v>
                </c:pt>
                <c:pt idx="2691">
                  <c:v>7.0130381273750766</c:v>
                </c:pt>
                <c:pt idx="2692">
                  <c:v>7.0141675996152575</c:v>
                </c:pt>
                <c:pt idx="2693">
                  <c:v>7.0135278071240483</c:v>
                </c:pt>
                <c:pt idx="2694">
                  <c:v>7.0137264857534811</c:v>
                </c:pt>
                <c:pt idx="2695">
                  <c:v>7.0163411595893974</c:v>
                </c:pt>
                <c:pt idx="2696">
                  <c:v>7.0180777054195111</c:v>
                </c:pt>
                <c:pt idx="2697">
                  <c:v>7.0191390592724581</c:v>
                </c:pt>
                <c:pt idx="2698">
                  <c:v>7.01820826566171</c:v>
                </c:pt>
                <c:pt idx="2699">
                  <c:v>7.0168891814755829</c:v>
                </c:pt>
                <c:pt idx="2700">
                  <c:v>7.0161345968873681</c:v>
                </c:pt>
                <c:pt idx="2701">
                  <c:v>7.0167785679370533</c:v>
                </c:pt>
                <c:pt idx="2702">
                  <c:v>7.018199435500402</c:v>
                </c:pt>
                <c:pt idx="2703">
                  <c:v>7.0175210898941955</c:v>
                </c:pt>
                <c:pt idx="2704">
                  <c:v>7.0147754616124507</c:v>
                </c:pt>
                <c:pt idx="2705">
                  <c:v>7.011731500023652</c:v>
                </c:pt>
                <c:pt idx="2706">
                  <c:v>7.0114512212428455</c:v>
                </c:pt>
                <c:pt idx="2707">
                  <c:v>7.0134395055109664</c:v>
                </c:pt>
                <c:pt idx="2708">
                  <c:v>7.0138094261971968</c:v>
                </c:pt>
                <c:pt idx="2709">
                  <c:v>7.0138002806729842</c:v>
                </c:pt>
                <c:pt idx="2710">
                  <c:v>7.0146977246566484</c:v>
                </c:pt>
                <c:pt idx="2711">
                  <c:v>7.016952805941437</c:v>
                </c:pt>
                <c:pt idx="2712">
                  <c:v>7.019906652580457</c:v>
                </c:pt>
                <c:pt idx="2713">
                  <c:v>7.0225335467288978</c:v>
                </c:pt>
                <c:pt idx="2714">
                  <c:v>7.0216716599126441</c:v>
                </c:pt>
                <c:pt idx="2715">
                  <c:v>7.0192836531638783</c:v>
                </c:pt>
                <c:pt idx="2716">
                  <c:v>7.0193655686781566</c:v>
                </c:pt>
                <c:pt idx="2717">
                  <c:v>7.0187484034752989</c:v>
                </c:pt>
                <c:pt idx="2718">
                  <c:v>7.0182617985146409</c:v>
                </c:pt>
                <c:pt idx="2719">
                  <c:v>7.0184017408032293</c:v>
                </c:pt>
                <c:pt idx="2720">
                  <c:v>7.019217426954067</c:v>
                </c:pt>
                <c:pt idx="2721">
                  <c:v>7.0193803907346375</c:v>
                </c:pt>
                <c:pt idx="2722">
                  <c:v>7.0183498636055441</c:v>
                </c:pt>
                <c:pt idx="2723">
                  <c:v>7.0160958072501929</c:v>
                </c:pt>
                <c:pt idx="2724">
                  <c:v>7.0139809047761714</c:v>
                </c:pt>
                <c:pt idx="2725">
                  <c:v>7.0136630978098049</c:v>
                </c:pt>
                <c:pt idx="2726">
                  <c:v>7.0142212901496395</c:v>
                </c:pt>
                <c:pt idx="2727">
                  <c:v>7.0170123306895409</c:v>
                </c:pt>
                <c:pt idx="2728">
                  <c:v>7.018363187688232</c:v>
                </c:pt>
                <c:pt idx="2729">
                  <c:v>7.0203229316135545</c:v>
                </c:pt>
                <c:pt idx="2730">
                  <c:v>7.0211588798309652</c:v>
                </c:pt>
                <c:pt idx="2731">
                  <c:v>7.0202991217143129</c:v>
                </c:pt>
                <c:pt idx="2732">
                  <c:v>7.0174737854586162</c:v>
                </c:pt>
                <c:pt idx="2733">
                  <c:v>7.0165235181885555</c:v>
                </c:pt>
                <c:pt idx="2734">
                  <c:v>7.0167035115659342</c:v>
                </c:pt>
                <c:pt idx="2735">
                  <c:v>7.0160331288730511</c:v>
                </c:pt>
                <c:pt idx="2736">
                  <c:v>7.0144974692126967</c:v>
                </c:pt>
                <c:pt idx="2737">
                  <c:v>7.0127786625459247</c:v>
                </c:pt>
                <c:pt idx="2738">
                  <c:v>7.0139589870543526</c:v>
                </c:pt>
                <c:pt idx="2739">
                  <c:v>7.0156908024409086</c:v>
                </c:pt>
                <c:pt idx="2740">
                  <c:v>7.0145745754426905</c:v>
                </c:pt>
                <c:pt idx="2741">
                  <c:v>7.0115148457086995</c:v>
                </c:pt>
                <c:pt idx="2742">
                  <c:v>7.0120826566171024</c:v>
                </c:pt>
                <c:pt idx="2743">
                  <c:v>7.0144321102508709</c:v>
                </c:pt>
                <c:pt idx="2744">
                  <c:v>7.0155870480455382</c:v>
                </c:pt>
                <c:pt idx="2745">
                  <c:v>7.0161138617764394</c:v>
                </c:pt>
                <c:pt idx="2746">
                  <c:v>7.0140870243933202</c:v>
                </c:pt>
                <c:pt idx="2747">
                  <c:v>7.0119730680080101</c:v>
                </c:pt>
                <c:pt idx="2748">
                  <c:v>7.0125985114870941</c:v>
                </c:pt>
                <c:pt idx="2749">
                  <c:v>7.0136298270234469</c:v>
                </c:pt>
                <c:pt idx="2750">
                  <c:v>7.0140451599678331</c:v>
                </c:pt>
                <c:pt idx="2751">
                  <c:v>7.0139313139595387</c:v>
                </c:pt>
                <c:pt idx="2752">
                  <c:v>7.013735394755515</c:v>
                </c:pt>
                <c:pt idx="2753">
                  <c:v>7.0147754616124507</c:v>
                </c:pt>
                <c:pt idx="2754">
                  <c:v>7.0162624765448838</c:v>
                </c:pt>
                <c:pt idx="2755">
                  <c:v>7.0152063261798512</c:v>
                </c:pt>
                <c:pt idx="2756">
                  <c:v>7.0118428231287151</c:v>
                </c:pt>
                <c:pt idx="2757">
                  <c:v>7.011191362210063</c:v>
                </c:pt>
                <c:pt idx="2758">
                  <c:v>7.0116583358299565</c:v>
                </c:pt>
                <c:pt idx="2759">
                  <c:v>7.0127215030196002</c:v>
                </c:pt>
                <c:pt idx="2760">
                  <c:v>7.0160225642157714</c:v>
                </c:pt>
                <c:pt idx="2761">
                  <c:v>7.0183288131317116</c:v>
                </c:pt>
                <c:pt idx="2762">
                  <c:v>7.0181505542503038</c:v>
                </c:pt>
                <c:pt idx="2763">
                  <c:v>7.0184388747851587</c:v>
                </c:pt>
                <c:pt idx="2764">
                  <c:v>7.0192686734259446</c:v>
                </c:pt>
                <c:pt idx="2765">
                  <c:v>7.0176469985335626</c:v>
                </c:pt>
                <c:pt idx="2766">
                  <c:v>7.0162457623109793</c:v>
                </c:pt>
                <c:pt idx="2767">
                  <c:v>7.0159870858890869</c:v>
                </c:pt>
                <c:pt idx="2768">
                  <c:v>7.0164612340150425</c:v>
                </c:pt>
                <c:pt idx="2769">
                  <c:v>7.0167076112836844</c:v>
                </c:pt>
                <c:pt idx="2770">
                  <c:v>7.0156575316545515</c:v>
                </c:pt>
                <c:pt idx="2771">
                  <c:v>7.0145348397168039</c:v>
                </c:pt>
                <c:pt idx="2772">
                  <c:v>7.0141850234156955</c:v>
                </c:pt>
                <c:pt idx="2773">
                  <c:v>7.0130404925968559</c:v>
                </c:pt>
                <c:pt idx="2774">
                  <c:v>7.0128197385641524</c:v>
                </c:pt>
                <c:pt idx="2775">
                  <c:v>7.0147348586385787</c:v>
                </c:pt>
                <c:pt idx="2776">
                  <c:v>7.0160899730364719</c:v>
                </c:pt>
                <c:pt idx="2777">
                  <c:v>7.0170348002964413</c:v>
                </c:pt>
                <c:pt idx="2778">
                  <c:v>7.0183304687869565</c:v>
                </c:pt>
                <c:pt idx="2779">
                  <c:v>7.0190211923871395</c:v>
                </c:pt>
                <c:pt idx="2780">
                  <c:v>7.0195455620555354</c:v>
                </c:pt>
                <c:pt idx="2781">
                  <c:v>7.0215102729465935</c:v>
                </c:pt>
                <c:pt idx="2782">
                  <c:v>7.0222096690266325</c:v>
                </c:pt>
                <c:pt idx="2783">
                  <c:v>7.0213248395591226</c:v>
                </c:pt>
                <c:pt idx="2784">
                  <c:v>7.0191636575789591</c:v>
                </c:pt>
                <c:pt idx="2785">
                  <c:v>7.0157345590438194</c:v>
                </c:pt>
                <c:pt idx="2786">
                  <c:v>7.0139404594837513</c:v>
                </c:pt>
                <c:pt idx="2787">
                  <c:v>7.0139716015705069</c:v>
                </c:pt>
                <c:pt idx="2788">
                  <c:v>7.0156985288320532</c:v>
                </c:pt>
                <c:pt idx="2789">
                  <c:v>7.0177948248947475</c:v>
                </c:pt>
                <c:pt idx="2790">
                  <c:v>7.0191145398066821</c:v>
                </c:pt>
                <c:pt idx="2791">
                  <c:v>7.0197442406849682</c:v>
                </c:pt>
                <c:pt idx="2792">
                  <c:v>7.0190703101594156</c:v>
                </c:pt>
                <c:pt idx="2793">
                  <c:v>7.0177408978381877</c:v>
                </c:pt>
                <c:pt idx="2794">
                  <c:v>7.0179161607720086</c:v>
                </c:pt>
                <c:pt idx="2795">
                  <c:v>7.0159167599615255</c:v>
                </c:pt>
                <c:pt idx="2796">
                  <c:v>7.014357921127738</c:v>
                </c:pt>
                <c:pt idx="2797">
                  <c:v>7.014760560715243</c:v>
                </c:pt>
                <c:pt idx="2798">
                  <c:v>7.0146999321969759</c:v>
                </c:pt>
                <c:pt idx="2799">
                  <c:v>7.0139433765906114</c:v>
                </c:pt>
                <c:pt idx="2800">
                  <c:v>7.0144696384364309</c:v>
                </c:pt>
                <c:pt idx="2801">
                  <c:v>7.0150149008972074</c:v>
                </c:pt>
                <c:pt idx="2802">
                  <c:v>7.015050142701714</c:v>
                </c:pt>
                <c:pt idx="2803">
                  <c:v>7.015818918620603</c:v>
                </c:pt>
                <c:pt idx="2804">
                  <c:v>7.0168893391570348</c:v>
                </c:pt>
                <c:pt idx="2805">
                  <c:v>7.0174592787650392</c:v>
                </c:pt>
                <c:pt idx="2806">
                  <c:v>7.0191390592724581</c:v>
                </c:pt>
                <c:pt idx="2807">
                  <c:v>7.0196251123480344</c:v>
                </c:pt>
                <c:pt idx="2808">
                  <c:v>7.0182065311657391</c:v>
                </c:pt>
                <c:pt idx="2809">
                  <c:v>7.016334536968416</c:v>
                </c:pt>
                <c:pt idx="2810">
                  <c:v>7.01451284315426</c:v>
                </c:pt>
                <c:pt idx="2811">
                  <c:v>7.0148279695359435</c:v>
                </c:pt>
                <c:pt idx="2812">
                  <c:v>7.0143556347466847</c:v>
                </c:pt>
                <c:pt idx="2813">
                  <c:v>7.0145545498982953</c:v>
                </c:pt>
                <c:pt idx="2814">
                  <c:v>7.0142415522162125</c:v>
                </c:pt>
                <c:pt idx="2815">
                  <c:v>7.0133985871741906</c:v>
                </c:pt>
                <c:pt idx="2816">
                  <c:v>7.0112459199924313</c:v>
                </c:pt>
                <c:pt idx="2817">
                  <c:v>7.010374651129788</c:v>
                </c:pt>
                <c:pt idx="2818">
                  <c:v>7.0120683864457023</c:v>
                </c:pt>
                <c:pt idx="2819">
                  <c:v>7.0135285166905819</c:v>
                </c:pt>
                <c:pt idx="2820">
                  <c:v>7.0144603352307664</c:v>
                </c:pt>
                <c:pt idx="2821">
                  <c:v>7.0148800044150805</c:v>
                </c:pt>
                <c:pt idx="2822">
                  <c:v>7.014993692741923</c:v>
                </c:pt>
                <c:pt idx="2823">
                  <c:v>7.014489821662278</c:v>
                </c:pt>
                <c:pt idx="2824">
                  <c:v>7.0138415932133906</c:v>
                </c:pt>
                <c:pt idx="2825">
                  <c:v>7.012827622636749</c:v>
                </c:pt>
                <c:pt idx="2826">
                  <c:v>7.0114124316056703</c:v>
                </c:pt>
                <c:pt idx="2827">
                  <c:v>7.01133603494221</c:v>
                </c:pt>
                <c:pt idx="2828">
                  <c:v>7.011699569529636</c:v>
                </c:pt>
                <c:pt idx="2829">
                  <c:v>7.0127400305902015</c:v>
                </c:pt>
                <c:pt idx="2830">
                  <c:v>7.0136790236364499</c:v>
                </c:pt>
                <c:pt idx="2831">
                  <c:v>7.0141861271858588</c:v>
                </c:pt>
                <c:pt idx="2832">
                  <c:v>7.012830382062158</c:v>
                </c:pt>
                <c:pt idx="2833">
                  <c:v>7.0139220107538751</c:v>
                </c:pt>
                <c:pt idx="2834">
                  <c:v>7.0155764045475335</c:v>
                </c:pt>
                <c:pt idx="2835">
                  <c:v>7.0178202116085089</c:v>
                </c:pt>
                <c:pt idx="2836">
                  <c:v>7.0194328986581311</c:v>
                </c:pt>
                <c:pt idx="2837">
                  <c:v>7.0190359356028953</c:v>
                </c:pt>
                <c:pt idx="2838">
                  <c:v>7.0189852410160993</c:v>
                </c:pt>
                <c:pt idx="2839">
                  <c:v>7.0191505700184491</c:v>
                </c:pt>
                <c:pt idx="2840">
                  <c:v>7.0190353837178137</c:v>
                </c:pt>
                <c:pt idx="2841">
                  <c:v>7.0180128983427679</c:v>
                </c:pt>
                <c:pt idx="2842">
                  <c:v>7.0165049117772273</c:v>
                </c:pt>
                <c:pt idx="2843">
                  <c:v>7.0168380926851572</c:v>
                </c:pt>
                <c:pt idx="2844">
                  <c:v>7.017974975953579</c:v>
                </c:pt>
                <c:pt idx="2845">
                  <c:v>7.0169813462842363</c:v>
                </c:pt>
                <c:pt idx="2846">
                  <c:v>7.0155719894668787</c:v>
                </c:pt>
                <c:pt idx="2847">
                  <c:v>7.014751888235387</c:v>
                </c:pt>
                <c:pt idx="2848">
                  <c:v>7.0155092322490109</c:v>
                </c:pt>
                <c:pt idx="2849">
                  <c:v>7.0156414481464546</c:v>
                </c:pt>
                <c:pt idx="2850">
                  <c:v>7.016040697582743</c:v>
                </c:pt>
                <c:pt idx="2851">
                  <c:v>7.0166431195698449</c:v>
                </c:pt>
                <c:pt idx="2852">
                  <c:v>7.017112143048613</c:v>
                </c:pt>
                <c:pt idx="2853">
                  <c:v>7.0187328718522837</c:v>
                </c:pt>
                <c:pt idx="2854">
                  <c:v>7.0197783787193115</c:v>
                </c:pt>
                <c:pt idx="2855">
                  <c:v>7.0196135227613174</c:v>
                </c:pt>
                <c:pt idx="2856">
                  <c:v>7.017723158674845</c:v>
                </c:pt>
                <c:pt idx="2857">
                  <c:v>7.0157430738422235</c:v>
                </c:pt>
                <c:pt idx="2858">
                  <c:v>7.0164035226036363</c:v>
                </c:pt>
                <c:pt idx="2859">
                  <c:v>7.0175821914568193</c:v>
                </c:pt>
                <c:pt idx="2860">
                  <c:v>7.0168924139453477</c:v>
                </c:pt>
                <c:pt idx="2861">
                  <c:v>7.0164002901338716</c:v>
                </c:pt>
                <c:pt idx="2862">
                  <c:v>7.0163819202447213</c:v>
                </c:pt>
                <c:pt idx="2863">
                  <c:v>7.0159251170784778</c:v>
                </c:pt>
                <c:pt idx="2864">
                  <c:v>7.0160310001734496</c:v>
                </c:pt>
                <c:pt idx="2865">
                  <c:v>7.0166286917169938</c:v>
                </c:pt>
                <c:pt idx="2866">
                  <c:v>7.0160634825525472</c:v>
                </c:pt>
                <c:pt idx="2867">
                  <c:v>7.0141353537583377</c:v>
                </c:pt>
                <c:pt idx="2868">
                  <c:v>7.0126978508018105</c:v>
                </c:pt>
                <c:pt idx="2869">
                  <c:v>7.0134904366199402</c:v>
                </c:pt>
                <c:pt idx="2870">
                  <c:v>7.0137153692111198</c:v>
                </c:pt>
                <c:pt idx="2871">
                  <c:v>7.0145966508459612</c:v>
                </c:pt>
                <c:pt idx="2872">
                  <c:v>7.0159005187719767</c:v>
                </c:pt>
                <c:pt idx="2873">
                  <c:v>7.0149920370866772</c:v>
                </c:pt>
                <c:pt idx="2874">
                  <c:v>7.0156257588419875</c:v>
                </c:pt>
                <c:pt idx="2875">
                  <c:v>7.0164270959807</c:v>
                </c:pt>
                <c:pt idx="2876">
                  <c:v>7.016005771141141</c:v>
                </c:pt>
                <c:pt idx="2877">
                  <c:v>7.015540926220849</c:v>
                </c:pt>
                <c:pt idx="2878">
                  <c:v>7.0145816711080275</c:v>
                </c:pt>
                <c:pt idx="2879">
                  <c:v>7.0170632617985147</c:v>
                </c:pt>
                <c:pt idx="2880">
                  <c:v>7.0186464624166263</c:v>
                </c:pt>
                <c:pt idx="2881">
                  <c:v>7.0172443589460576</c:v>
                </c:pt>
                <c:pt idx="2882">
                  <c:v>7.0159098219776403</c:v>
                </c:pt>
                <c:pt idx="2883">
                  <c:v>7.0154079219161449</c:v>
                </c:pt>
                <c:pt idx="2884">
                  <c:v>7.0148611614815746</c:v>
                </c:pt>
                <c:pt idx="2885">
                  <c:v>7.0156121193963958</c:v>
                </c:pt>
                <c:pt idx="2886">
                  <c:v>7.0157321938220409</c:v>
                </c:pt>
                <c:pt idx="2887">
                  <c:v>7.0154008262508079</c:v>
                </c:pt>
                <c:pt idx="2888">
                  <c:v>7.0163094656175593</c:v>
                </c:pt>
                <c:pt idx="2889">
                  <c:v>7.0173852473233573</c:v>
                </c:pt>
                <c:pt idx="2890">
                  <c:v>7.0173902142890929</c:v>
                </c:pt>
                <c:pt idx="2891">
                  <c:v>7.0169271827054986</c:v>
                </c:pt>
                <c:pt idx="2892">
                  <c:v>7.0161426386414165</c:v>
                </c:pt>
                <c:pt idx="2893">
                  <c:v>7.0141053154417445</c:v>
                </c:pt>
                <c:pt idx="2894">
                  <c:v>7.0147301281950201</c:v>
                </c:pt>
                <c:pt idx="2895">
                  <c:v>7.0173958908213629</c:v>
                </c:pt>
                <c:pt idx="2896">
                  <c:v>7.019081269020325</c:v>
                </c:pt>
                <c:pt idx="2897">
                  <c:v>7.0201405730143964</c:v>
                </c:pt>
                <c:pt idx="2898">
                  <c:v>7.0190426370646017</c:v>
                </c:pt>
                <c:pt idx="2899">
                  <c:v>7.0171060723127141</c:v>
                </c:pt>
                <c:pt idx="2900">
                  <c:v>7.0154653179646482</c:v>
                </c:pt>
                <c:pt idx="2901">
                  <c:v>7.0157548211103924</c:v>
                </c:pt>
                <c:pt idx="2902">
                  <c:v>7.0161177249720117</c:v>
                </c:pt>
                <c:pt idx="2903">
                  <c:v>7.0158804932275816</c:v>
                </c:pt>
                <c:pt idx="2904">
                  <c:v>7.017032513915388</c:v>
                </c:pt>
                <c:pt idx="2905">
                  <c:v>7.0169623456692793</c:v>
                </c:pt>
                <c:pt idx="2906">
                  <c:v>7.0155872845677161</c:v>
                </c:pt>
                <c:pt idx="2907">
                  <c:v>7.0139429823869817</c:v>
                </c:pt>
                <c:pt idx="2908">
                  <c:v>7.0129409956006876</c:v>
                </c:pt>
                <c:pt idx="2909">
                  <c:v>7.0116369699932193</c:v>
                </c:pt>
                <c:pt idx="2910">
                  <c:v>7.0114105394282467</c:v>
                </c:pt>
                <c:pt idx="2911">
                  <c:v>7.0119431873728697</c:v>
                </c:pt>
                <c:pt idx="2912">
                  <c:v>7.0113854680773899</c:v>
                </c:pt>
                <c:pt idx="2913">
                  <c:v>7.0116644065658553</c:v>
                </c:pt>
                <c:pt idx="2914">
                  <c:v>7.0126088396221951</c:v>
                </c:pt>
                <c:pt idx="2915">
                  <c:v>7.0125609044608082</c:v>
                </c:pt>
                <c:pt idx="2916">
                  <c:v>7.0137261703905773</c:v>
                </c:pt>
                <c:pt idx="2917">
                  <c:v>7.0155209006764538</c:v>
                </c:pt>
                <c:pt idx="2918">
                  <c:v>7.0157632570680715</c:v>
                </c:pt>
                <c:pt idx="2919">
                  <c:v>7.0155734874406726</c:v>
                </c:pt>
                <c:pt idx="2920">
                  <c:v>7.0155126224002267</c:v>
                </c:pt>
                <c:pt idx="2921">
                  <c:v>7.0155365899809201</c:v>
                </c:pt>
                <c:pt idx="2922">
                  <c:v>7.0162623977041578</c:v>
                </c:pt>
                <c:pt idx="2923">
                  <c:v>7.0167289771204215</c:v>
                </c:pt>
                <c:pt idx="2924">
                  <c:v>7.0153336539522853</c:v>
                </c:pt>
                <c:pt idx="2925">
                  <c:v>7.0149146943345055</c:v>
                </c:pt>
                <c:pt idx="2926">
                  <c:v>7.0156005298096789</c:v>
                </c:pt>
                <c:pt idx="2927">
                  <c:v>7.0136215487472207</c:v>
                </c:pt>
                <c:pt idx="2928">
                  <c:v>7.0120586890364089</c:v>
                </c:pt>
                <c:pt idx="2929">
                  <c:v>7.0127450763966639</c:v>
                </c:pt>
                <c:pt idx="2930">
                  <c:v>7.0136510351787322</c:v>
                </c:pt>
                <c:pt idx="2931">
                  <c:v>7.0144786262791907</c:v>
                </c:pt>
                <c:pt idx="2932">
                  <c:v>7.0157432315236763</c:v>
                </c:pt>
                <c:pt idx="2933">
                  <c:v>7.0182536779198665</c:v>
                </c:pt>
                <c:pt idx="2934">
                  <c:v>7.0172060423532381</c:v>
                </c:pt>
                <c:pt idx="2935">
                  <c:v>7.0159125814030494</c:v>
                </c:pt>
                <c:pt idx="2936">
                  <c:v>7.0154362257367664</c:v>
                </c:pt>
                <c:pt idx="2937">
                  <c:v>7.0171491193490914</c:v>
                </c:pt>
                <c:pt idx="2938">
                  <c:v>7.0195351550797076</c:v>
                </c:pt>
                <c:pt idx="2939">
                  <c:v>7.0199525378829692</c:v>
                </c:pt>
                <c:pt idx="2940">
                  <c:v>7.019802267459279</c:v>
                </c:pt>
                <c:pt idx="2941">
                  <c:v>7.0190516249073625</c:v>
                </c:pt>
                <c:pt idx="2942">
                  <c:v>7.0190497327299388</c:v>
                </c:pt>
                <c:pt idx="2943">
                  <c:v>7.0188277960863461</c:v>
                </c:pt>
                <c:pt idx="2944">
                  <c:v>7.0189562276289443</c:v>
                </c:pt>
                <c:pt idx="2945">
                  <c:v>7.018668695501348</c:v>
                </c:pt>
                <c:pt idx="2946">
                  <c:v>7.0197215345558899</c:v>
                </c:pt>
                <c:pt idx="2947">
                  <c:v>7.0199290433466315</c:v>
                </c:pt>
                <c:pt idx="2948">
                  <c:v>7.0186623882432713</c:v>
                </c:pt>
                <c:pt idx="2949">
                  <c:v>7.0165679055172738</c:v>
                </c:pt>
                <c:pt idx="2950">
                  <c:v>7.0148441318847663</c:v>
                </c:pt>
                <c:pt idx="2951">
                  <c:v>7.0150346110786987</c:v>
                </c:pt>
                <c:pt idx="2952">
                  <c:v>7.0154303126823194</c:v>
                </c:pt>
                <c:pt idx="2953">
                  <c:v>7.0145398855232655</c:v>
                </c:pt>
                <c:pt idx="2954">
                  <c:v>7.0137705577192957</c:v>
                </c:pt>
                <c:pt idx="2955">
                  <c:v>7.0123055393494065</c:v>
                </c:pt>
                <c:pt idx="2956">
                  <c:v>7.011124741796622</c:v>
                </c:pt>
                <c:pt idx="2957">
                  <c:v>7.0123820148535927</c:v>
                </c:pt>
                <c:pt idx="2958">
                  <c:v>7.0143617843233104</c:v>
                </c:pt>
                <c:pt idx="2959">
                  <c:v>7.014224837982308</c:v>
                </c:pt>
                <c:pt idx="2960">
                  <c:v>7.0138993834655228</c:v>
                </c:pt>
                <c:pt idx="2961">
                  <c:v>7.0161771708793896</c:v>
                </c:pt>
                <c:pt idx="2962">
                  <c:v>7.0189297371450197</c:v>
                </c:pt>
                <c:pt idx="2963">
                  <c:v>7.0198733817940999</c:v>
                </c:pt>
                <c:pt idx="2964">
                  <c:v>7.0196964632050332</c:v>
                </c:pt>
                <c:pt idx="2965">
                  <c:v>7.0195139469244232</c:v>
                </c:pt>
                <c:pt idx="2966">
                  <c:v>7.0188499503303428</c:v>
                </c:pt>
                <c:pt idx="2967">
                  <c:v>7.0170608177360094</c:v>
                </c:pt>
                <c:pt idx="2968">
                  <c:v>7.0139949384253928</c:v>
                </c:pt>
                <c:pt idx="2969">
                  <c:v>7.0125441113861777</c:v>
                </c:pt>
                <c:pt idx="2970">
                  <c:v>7.0116782825336257</c:v>
                </c:pt>
                <c:pt idx="2971">
                  <c:v>7.0101187341333038</c:v>
                </c:pt>
                <c:pt idx="2972">
                  <c:v>7.0098445260883961</c:v>
                </c:pt>
                <c:pt idx="2973">
                  <c:v>7.0121114334820795</c:v>
                </c:pt>
                <c:pt idx="2974">
                  <c:v>7.0147041895961779</c:v>
                </c:pt>
                <c:pt idx="2975">
                  <c:v>7.0155669436604171</c:v>
                </c:pt>
                <c:pt idx="2976">
                  <c:v>7.0163220801337136</c:v>
                </c:pt>
                <c:pt idx="2977">
                  <c:v>7.016695075608256</c:v>
                </c:pt>
                <c:pt idx="2978">
                  <c:v>7.0163840489443228</c:v>
                </c:pt>
                <c:pt idx="2979">
                  <c:v>7.0165019946703673</c:v>
                </c:pt>
                <c:pt idx="2980">
                  <c:v>7.01650388684779</c:v>
                </c:pt>
                <c:pt idx="2981">
                  <c:v>7.0145277440514668</c:v>
                </c:pt>
                <c:pt idx="2982">
                  <c:v>7.0133236884845234</c:v>
                </c:pt>
                <c:pt idx="2983">
                  <c:v>7.0153276620571123</c:v>
                </c:pt>
                <c:pt idx="2984">
                  <c:v>7.0186420473359723</c:v>
                </c:pt>
                <c:pt idx="2985">
                  <c:v>7.0190826881533921</c:v>
                </c:pt>
                <c:pt idx="2986">
                  <c:v>7.0187741843926901</c:v>
                </c:pt>
                <c:pt idx="2987">
                  <c:v>7.0175724152067991</c:v>
                </c:pt>
                <c:pt idx="2988">
                  <c:v>7.0165741339346255</c:v>
                </c:pt>
                <c:pt idx="2989">
                  <c:v>7.0185618663176648</c:v>
                </c:pt>
                <c:pt idx="2990">
                  <c:v>7.0207113798703862</c:v>
                </c:pt>
                <c:pt idx="2991">
                  <c:v>7.0213104117062706</c:v>
                </c:pt>
                <c:pt idx="2992">
                  <c:v>7.0215071981582806</c:v>
                </c:pt>
                <c:pt idx="2993">
                  <c:v>7.0211900219177217</c:v>
                </c:pt>
                <c:pt idx="2994">
                  <c:v>7.0203273466942084</c:v>
                </c:pt>
                <c:pt idx="2995">
                  <c:v>7.018286396821142</c:v>
                </c:pt>
                <c:pt idx="2996">
                  <c:v>7.0153386997587477</c:v>
                </c:pt>
                <c:pt idx="2997">
                  <c:v>7.0128841514372668</c:v>
                </c:pt>
                <c:pt idx="2998">
                  <c:v>7.0140513883851838</c:v>
                </c:pt>
                <c:pt idx="2999">
                  <c:v>7.0163892524322362</c:v>
                </c:pt>
                <c:pt idx="3000">
                  <c:v>7.0156762957473315</c:v>
                </c:pt>
                <c:pt idx="3001">
                  <c:v>7.0140466579416261</c:v>
                </c:pt>
                <c:pt idx="3002">
                  <c:v>7.0141207682240339</c:v>
                </c:pt>
                <c:pt idx="3003">
                  <c:v>7.0150797079739506</c:v>
                </c:pt>
                <c:pt idx="3004">
                  <c:v>7.0150300383165929</c:v>
                </c:pt>
                <c:pt idx="3005">
                  <c:v>7.0146776991122533</c:v>
                </c:pt>
                <c:pt idx="3006">
                  <c:v>7.0140856052602532</c:v>
                </c:pt>
                <c:pt idx="3007">
                  <c:v>7.0126749869912803</c:v>
                </c:pt>
                <c:pt idx="3008">
                  <c:v>7.0117090304167524</c:v>
                </c:pt>
                <c:pt idx="3009">
                  <c:v>7.0127770068906798</c:v>
                </c:pt>
                <c:pt idx="3010">
                  <c:v>7.014678014475157</c:v>
                </c:pt>
                <c:pt idx="3011">
                  <c:v>7.0187436730317412</c:v>
                </c:pt>
                <c:pt idx="3012">
                  <c:v>7.0212590863936679</c:v>
                </c:pt>
                <c:pt idx="3013">
                  <c:v>7.0216923161828477</c:v>
                </c:pt>
                <c:pt idx="3014">
                  <c:v>7.0220225799839167</c:v>
                </c:pt>
                <c:pt idx="3015">
                  <c:v>7.0224975953578577</c:v>
                </c:pt>
                <c:pt idx="3016">
                  <c:v>7.0202891089421149</c:v>
                </c:pt>
                <c:pt idx="3017">
                  <c:v>7.0158025985903274</c:v>
                </c:pt>
                <c:pt idx="3018">
                  <c:v>7.0145835632854503</c:v>
                </c:pt>
                <c:pt idx="3019">
                  <c:v>7.0158187609391511</c:v>
                </c:pt>
                <c:pt idx="3020">
                  <c:v>7.0175158075655562</c:v>
                </c:pt>
                <c:pt idx="3021">
                  <c:v>7.0186445702392026</c:v>
                </c:pt>
                <c:pt idx="3022">
                  <c:v>7.017249641274697</c:v>
                </c:pt>
                <c:pt idx="3023">
                  <c:v>7.0152247749097274</c:v>
                </c:pt>
                <c:pt idx="3024">
                  <c:v>7.0157382645579398</c:v>
                </c:pt>
                <c:pt idx="3025">
                  <c:v>7.015545262460777</c:v>
                </c:pt>
                <c:pt idx="3026">
                  <c:v>7.0166260111323107</c:v>
                </c:pt>
                <c:pt idx="3027">
                  <c:v>7.0166380737633833</c:v>
                </c:pt>
                <c:pt idx="3028">
                  <c:v>7.0134175877891485</c:v>
                </c:pt>
                <c:pt idx="3029">
                  <c:v>7.0115265141361425</c:v>
                </c:pt>
                <c:pt idx="3030">
                  <c:v>7.0138220407133511</c:v>
                </c:pt>
                <c:pt idx="3031">
                  <c:v>7.0146058752108988</c:v>
                </c:pt>
                <c:pt idx="3032">
                  <c:v>7.0138536558444633</c:v>
                </c:pt>
                <c:pt idx="3033">
                  <c:v>7.0125311026663937</c:v>
                </c:pt>
                <c:pt idx="3034">
                  <c:v>7.0109820400826255</c:v>
                </c:pt>
                <c:pt idx="3035">
                  <c:v>7.0105839732572255</c:v>
                </c:pt>
                <c:pt idx="3036">
                  <c:v>7.0103204087103235</c:v>
                </c:pt>
                <c:pt idx="3037">
                  <c:v>7.0110183068165695</c:v>
                </c:pt>
                <c:pt idx="3038">
                  <c:v>7.0118384868887871</c:v>
                </c:pt>
                <c:pt idx="3039">
                  <c:v>7.0111863952443274</c:v>
                </c:pt>
                <c:pt idx="3040">
                  <c:v>7.0113976095491886</c:v>
                </c:pt>
                <c:pt idx="3041">
                  <c:v>7.0139833488386758</c:v>
                </c:pt>
                <c:pt idx="3042">
                  <c:v>7.0162804522304043</c:v>
                </c:pt>
                <c:pt idx="3043">
                  <c:v>7.0169219003768584</c:v>
                </c:pt>
                <c:pt idx="3044">
                  <c:v>7.0172639902868221</c:v>
                </c:pt>
                <c:pt idx="3045">
                  <c:v>7.0165865119286019</c:v>
                </c:pt>
                <c:pt idx="3046">
                  <c:v>7.0141094151594947</c:v>
                </c:pt>
                <c:pt idx="3047">
                  <c:v>7.013516769422413</c:v>
                </c:pt>
                <c:pt idx="3048">
                  <c:v>7.0146336271464387</c:v>
                </c:pt>
                <c:pt idx="3049">
                  <c:v>7.0145166275091064</c:v>
                </c:pt>
                <c:pt idx="3050">
                  <c:v>7.0137610179914534</c:v>
                </c:pt>
                <c:pt idx="3051">
                  <c:v>7.0132301045428029</c:v>
                </c:pt>
                <c:pt idx="3052">
                  <c:v>7.0128489096327602</c:v>
                </c:pt>
                <c:pt idx="3053">
                  <c:v>7.0132890774058252</c:v>
                </c:pt>
                <c:pt idx="3054">
                  <c:v>7.0117802235922992</c:v>
                </c:pt>
                <c:pt idx="3055">
                  <c:v>7.0098817389110515</c:v>
                </c:pt>
                <c:pt idx="3056">
                  <c:v>7.0109885050221541</c:v>
                </c:pt>
                <c:pt idx="3057">
                  <c:v>7.0122712436336112</c:v>
                </c:pt>
                <c:pt idx="3058">
                  <c:v>7.0133715448051843</c:v>
                </c:pt>
                <c:pt idx="3059">
                  <c:v>7.013755735662814</c:v>
                </c:pt>
                <c:pt idx="3060">
                  <c:v>7.0149609738406475</c:v>
                </c:pt>
                <c:pt idx="3061">
                  <c:v>7.0144367618537036</c:v>
                </c:pt>
                <c:pt idx="3062">
                  <c:v>7.0132006969520173</c:v>
                </c:pt>
                <c:pt idx="3063">
                  <c:v>7.0135923776786138</c:v>
                </c:pt>
                <c:pt idx="3064">
                  <c:v>7.0149104369353035</c:v>
                </c:pt>
                <c:pt idx="3065">
                  <c:v>7.0141519103107903</c:v>
                </c:pt>
                <c:pt idx="3066">
                  <c:v>7.0131255617401722</c:v>
                </c:pt>
                <c:pt idx="3067">
                  <c:v>7.012789779088286</c:v>
                </c:pt>
                <c:pt idx="3068">
                  <c:v>7.013603573061701</c:v>
                </c:pt>
                <c:pt idx="3069">
                  <c:v>7.0142905911477635</c:v>
                </c:pt>
                <c:pt idx="3070">
                  <c:v>7.013761569876535</c:v>
                </c:pt>
                <c:pt idx="3071">
                  <c:v>7.0147369084974533</c:v>
                </c:pt>
                <c:pt idx="3072">
                  <c:v>7.0150908245163119</c:v>
                </c:pt>
                <c:pt idx="3073">
                  <c:v>7.0153565966035414</c:v>
                </c:pt>
                <c:pt idx="3074">
                  <c:v>7.0162616881376243</c:v>
                </c:pt>
                <c:pt idx="3075">
                  <c:v>7.0168248474431953</c:v>
                </c:pt>
                <c:pt idx="3076">
                  <c:v>7.0175238493196046</c:v>
                </c:pt>
                <c:pt idx="3077">
                  <c:v>7.0165399170595562</c:v>
                </c:pt>
                <c:pt idx="3078">
                  <c:v>7.0132497358835684</c:v>
                </c:pt>
                <c:pt idx="3079">
                  <c:v>7.0124943628880931</c:v>
                </c:pt>
                <c:pt idx="3080">
                  <c:v>7.0141866002302153</c:v>
                </c:pt>
                <c:pt idx="3081">
                  <c:v>7.0141706744035703</c:v>
                </c:pt>
                <c:pt idx="3082">
                  <c:v>7.0132630599662562</c:v>
                </c:pt>
                <c:pt idx="3083">
                  <c:v>7.014272615462243</c:v>
                </c:pt>
                <c:pt idx="3084">
                  <c:v>7.0142452577303329</c:v>
                </c:pt>
                <c:pt idx="3085">
                  <c:v>7.0158716630662736</c:v>
                </c:pt>
                <c:pt idx="3086">
                  <c:v>7.016441760355729</c:v>
                </c:pt>
                <c:pt idx="3087">
                  <c:v>7.0165191819486274</c:v>
                </c:pt>
                <c:pt idx="3088">
                  <c:v>7.0170945615667231</c:v>
                </c:pt>
                <c:pt idx="3089">
                  <c:v>7.0173344738958354</c:v>
                </c:pt>
                <c:pt idx="3090">
                  <c:v>7.0178298301770763</c:v>
                </c:pt>
                <c:pt idx="3091">
                  <c:v>7.0180233053185956</c:v>
                </c:pt>
                <c:pt idx="3092">
                  <c:v>7.013759993062016</c:v>
                </c:pt>
                <c:pt idx="3093">
                  <c:v>7.0116612529368174</c:v>
                </c:pt>
                <c:pt idx="3094">
                  <c:v>7.0140439773569438</c:v>
                </c:pt>
                <c:pt idx="3095">
                  <c:v>7.0161691291253412</c:v>
                </c:pt>
                <c:pt idx="3096">
                  <c:v>7.0155747488922877</c:v>
                </c:pt>
                <c:pt idx="3097">
                  <c:v>7.0152909222788127</c:v>
                </c:pt>
                <c:pt idx="3098">
                  <c:v>7.0146147842129327</c:v>
                </c:pt>
                <c:pt idx="3099">
                  <c:v>7.0147097872877211</c:v>
                </c:pt>
                <c:pt idx="3100">
                  <c:v>7.0175833740677085</c:v>
                </c:pt>
                <c:pt idx="3101">
                  <c:v>7.0184730128195021</c:v>
                </c:pt>
                <c:pt idx="3102">
                  <c:v>7.0160580425424559</c:v>
                </c:pt>
                <c:pt idx="3103">
                  <c:v>7.0151319793752664</c:v>
                </c:pt>
                <c:pt idx="3104">
                  <c:v>7.0161453980668256</c:v>
                </c:pt>
                <c:pt idx="3105">
                  <c:v>7.015436856462574</c:v>
                </c:pt>
                <c:pt idx="3106">
                  <c:v>7.0142376101799142</c:v>
                </c:pt>
                <c:pt idx="3107">
                  <c:v>7.0147522824390167</c:v>
                </c:pt>
                <c:pt idx="3108">
                  <c:v>7.0164086472508238</c:v>
                </c:pt>
                <c:pt idx="3109">
                  <c:v>7.0168021413141171</c:v>
                </c:pt>
                <c:pt idx="3110">
                  <c:v>7.0136150049669661</c:v>
                </c:pt>
                <c:pt idx="3111">
                  <c:v>7.0134994244627</c:v>
                </c:pt>
                <c:pt idx="3112">
                  <c:v>7.014630315835948</c:v>
                </c:pt>
                <c:pt idx="3113">
                  <c:v>7.012713224743373</c:v>
                </c:pt>
                <c:pt idx="3114">
                  <c:v>7.0124621170311734</c:v>
                </c:pt>
                <c:pt idx="3115">
                  <c:v>7.0138994623062487</c:v>
                </c:pt>
                <c:pt idx="3116">
                  <c:v>7.0137714249672811</c:v>
                </c:pt>
                <c:pt idx="3117">
                  <c:v>7.0147595357858057</c:v>
                </c:pt>
                <c:pt idx="3118">
                  <c:v>7.0166264053359404</c:v>
                </c:pt>
                <c:pt idx="3119">
                  <c:v>7.0176332014065181</c:v>
                </c:pt>
                <c:pt idx="3120">
                  <c:v>7.0182101578391336</c:v>
                </c:pt>
                <c:pt idx="3121">
                  <c:v>7.0173686907709047</c:v>
                </c:pt>
                <c:pt idx="3122">
                  <c:v>7.017520459168388</c:v>
                </c:pt>
                <c:pt idx="3123">
                  <c:v>7.0180541320424474</c:v>
                </c:pt>
                <c:pt idx="3124">
                  <c:v>7.0165909270092559</c:v>
                </c:pt>
                <c:pt idx="3125">
                  <c:v>7.0159568898910418</c:v>
                </c:pt>
                <c:pt idx="3126">
                  <c:v>7.0184071019725947</c:v>
                </c:pt>
                <c:pt idx="3127">
                  <c:v>7.018331257194216</c:v>
                </c:pt>
                <c:pt idx="3128">
                  <c:v>7.0164553209605955</c:v>
                </c:pt>
                <c:pt idx="3129">
                  <c:v>7.0137987038584653</c:v>
                </c:pt>
                <c:pt idx="3130">
                  <c:v>7.0130974944417286</c:v>
                </c:pt>
                <c:pt idx="3131">
                  <c:v>7.0143576057648342</c:v>
                </c:pt>
                <c:pt idx="3132">
                  <c:v>7.0136955013481765</c:v>
                </c:pt>
                <c:pt idx="3133">
                  <c:v>7.0111950677241834</c:v>
                </c:pt>
                <c:pt idx="3134">
                  <c:v>7.0107947933584569</c:v>
                </c:pt>
                <c:pt idx="3135">
                  <c:v>7.0116403601444359</c:v>
                </c:pt>
                <c:pt idx="3136">
                  <c:v>7.0117441145398063</c:v>
                </c:pt>
                <c:pt idx="3137">
                  <c:v>7.0116638546807737</c:v>
                </c:pt>
                <c:pt idx="3138">
                  <c:v>7.0119778772922938</c:v>
                </c:pt>
                <c:pt idx="3139">
                  <c:v>7.0131386493006831</c:v>
                </c:pt>
                <c:pt idx="3140">
                  <c:v>7.0161539128652297</c:v>
                </c:pt>
                <c:pt idx="3141">
                  <c:v>7.0183730427789781</c:v>
                </c:pt>
                <c:pt idx="3142">
                  <c:v>7.0166229363439978</c:v>
                </c:pt>
                <c:pt idx="3143">
                  <c:v>7.0153494220974784</c:v>
                </c:pt>
                <c:pt idx="3144">
                  <c:v>7.0163361926236618</c:v>
                </c:pt>
                <c:pt idx="3145">
                  <c:v>7.0152423563916173</c:v>
                </c:pt>
                <c:pt idx="3146">
                  <c:v>7.0127657326668666</c:v>
                </c:pt>
                <c:pt idx="3147">
                  <c:v>7.0113875967769914</c:v>
                </c:pt>
                <c:pt idx="3148">
                  <c:v>7.0112177738532617</c:v>
                </c:pt>
                <c:pt idx="3149">
                  <c:v>7.0097760134975324</c:v>
                </c:pt>
                <c:pt idx="3150">
                  <c:v>7.0102422775508915</c:v>
                </c:pt>
                <c:pt idx="3151">
                  <c:v>7.010056213437613</c:v>
                </c:pt>
                <c:pt idx="3152">
                  <c:v>7.0078504627950613</c:v>
                </c:pt>
                <c:pt idx="3153">
                  <c:v>7.0084306753496586</c:v>
                </c:pt>
                <c:pt idx="3154">
                  <c:v>7.0130164461754365</c:v>
                </c:pt>
                <c:pt idx="3155">
                  <c:v>7.0157662530156575</c:v>
                </c:pt>
                <c:pt idx="3156">
                  <c:v>7.0157846229048078</c:v>
                </c:pt>
                <c:pt idx="3157">
                  <c:v>7.0156809473501633</c:v>
                </c:pt>
                <c:pt idx="3158">
                  <c:v>7.0152318705750645</c:v>
                </c:pt>
                <c:pt idx="3159">
                  <c:v>7.0148058941326727</c:v>
                </c:pt>
                <c:pt idx="3160">
                  <c:v>7.0140677084154595</c:v>
                </c:pt>
                <c:pt idx="3161">
                  <c:v>7.0146479761585647</c:v>
                </c:pt>
                <c:pt idx="3162">
                  <c:v>7.0137941310963594</c:v>
                </c:pt>
                <c:pt idx="3163">
                  <c:v>7.0117894479572369</c:v>
                </c:pt>
                <c:pt idx="3164">
                  <c:v>7.0120657847017451</c:v>
                </c:pt>
                <c:pt idx="3165">
                  <c:v>7.0116149734306754</c:v>
                </c:pt>
                <c:pt idx="3166">
                  <c:v>7.0086615209952852</c:v>
                </c:pt>
                <c:pt idx="3167">
                  <c:v>7.0102526845267192</c:v>
                </c:pt>
                <c:pt idx="3168">
                  <c:v>7.0145081127107014</c:v>
                </c:pt>
                <c:pt idx="3169">
                  <c:v>7.0152284804238478</c:v>
                </c:pt>
                <c:pt idx="3170">
                  <c:v>7.0146645327110173</c:v>
                </c:pt>
                <c:pt idx="3171">
                  <c:v>7.0146275564105398</c:v>
                </c:pt>
                <c:pt idx="3172">
                  <c:v>7.0143554770652328</c:v>
                </c:pt>
                <c:pt idx="3173">
                  <c:v>7.0119570633406392</c:v>
                </c:pt>
                <c:pt idx="3174">
                  <c:v>7.011446175436383</c:v>
                </c:pt>
                <c:pt idx="3175">
                  <c:v>7.0121137198631329</c:v>
                </c:pt>
                <c:pt idx="3176">
                  <c:v>7.0123377852063262</c:v>
                </c:pt>
                <c:pt idx="3177">
                  <c:v>7.0121424178873841</c:v>
                </c:pt>
                <c:pt idx="3178">
                  <c:v>7.0132285277282831</c:v>
                </c:pt>
                <c:pt idx="3179">
                  <c:v>7.0142272820448133</c:v>
                </c:pt>
                <c:pt idx="3180">
                  <c:v>7.0150021286996012</c:v>
                </c:pt>
                <c:pt idx="3181">
                  <c:v>7.0158979958687455</c:v>
                </c:pt>
                <c:pt idx="3182">
                  <c:v>7.0143325344139766</c:v>
                </c:pt>
                <c:pt idx="3183">
                  <c:v>7.0114051782588813</c:v>
                </c:pt>
                <c:pt idx="3184">
                  <c:v>7.0119043188949686</c:v>
                </c:pt>
                <c:pt idx="3185">
                  <c:v>7.0124288462448163</c:v>
                </c:pt>
                <c:pt idx="3186">
                  <c:v>7.0125983538056422</c:v>
                </c:pt>
                <c:pt idx="3187">
                  <c:v>7.0129447011148081</c:v>
                </c:pt>
                <c:pt idx="3188">
                  <c:v>7.0134439205916213</c:v>
                </c:pt>
                <c:pt idx="3189">
                  <c:v>7.0131034074961764</c:v>
                </c:pt>
                <c:pt idx="3190">
                  <c:v>7.0132477648654188</c:v>
                </c:pt>
                <c:pt idx="3191">
                  <c:v>7.0129410744414136</c:v>
                </c:pt>
                <c:pt idx="3192">
                  <c:v>7.0125929137955501</c:v>
                </c:pt>
                <c:pt idx="3193">
                  <c:v>7.0133051609139221</c:v>
                </c:pt>
                <c:pt idx="3194">
                  <c:v>7.0140610069537521</c:v>
                </c:pt>
                <c:pt idx="3195">
                  <c:v>7.0147902836689324</c:v>
                </c:pt>
                <c:pt idx="3196">
                  <c:v>7.0142306721960299</c:v>
                </c:pt>
                <c:pt idx="3197">
                  <c:v>7.0113348523313199</c:v>
                </c:pt>
                <c:pt idx="3198">
                  <c:v>7.0086465412573515</c:v>
                </c:pt>
                <c:pt idx="3199">
                  <c:v>7.0093979722165285</c:v>
                </c:pt>
                <c:pt idx="3200">
                  <c:v>7.0113536952648259</c:v>
                </c:pt>
                <c:pt idx="3201">
                  <c:v>7.0123547359624085</c:v>
                </c:pt>
                <c:pt idx="3202">
                  <c:v>7.0121906684116748</c:v>
                </c:pt>
                <c:pt idx="3203">
                  <c:v>7.011446175436383</c:v>
                </c:pt>
                <c:pt idx="3204">
                  <c:v>7.0111316797805072</c:v>
                </c:pt>
                <c:pt idx="3205">
                  <c:v>7.010038710796449</c:v>
                </c:pt>
                <c:pt idx="3206">
                  <c:v>7.0100152951008372</c:v>
                </c:pt>
                <c:pt idx="3207">
                  <c:v>7.0106118828742172</c:v>
                </c:pt>
                <c:pt idx="3208">
                  <c:v>7.012029754489979</c:v>
                </c:pt>
                <c:pt idx="3209">
                  <c:v>7.0130349737460387</c:v>
                </c:pt>
                <c:pt idx="3210">
                  <c:v>7.0117434838139987</c:v>
                </c:pt>
                <c:pt idx="3211">
                  <c:v>7.0136194200476201</c:v>
                </c:pt>
                <c:pt idx="3212">
                  <c:v>7.0150551885081756</c:v>
                </c:pt>
                <c:pt idx="3213">
                  <c:v>7.0150260174395687</c:v>
                </c:pt>
                <c:pt idx="3214">
                  <c:v>7.0151028083066587</c:v>
                </c:pt>
                <c:pt idx="3215">
                  <c:v>7.0138754158848293</c:v>
                </c:pt>
                <c:pt idx="3216">
                  <c:v>7.0131888708431225</c:v>
                </c:pt>
                <c:pt idx="3217">
                  <c:v>7.013689036408647</c:v>
                </c:pt>
                <c:pt idx="3218">
                  <c:v>7.0144923445655092</c:v>
                </c:pt>
                <c:pt idx="3219">
                  <c:v>7.0164637569182737</c:v>
                </c:pt>
                <c:pt idx="3220">
                  <c:v>7.0176902032513917</c:v>
                </c:pt>
                <c:pt idx="3221">
                  <c:v>7.0164703006985292</c:v>
                </c:pt>
                <c:pt idx="3222">
                  <c:v>7.0147120736687745</c:v>
                </c:pt>
                <c:pt idx="3223">
                  <c:v>7.0137636197354105</c:v>
                </c:pt>
                <c:pt idx="3224">
                  <c:v>7.0145044071965819</c:v>
                </c:pt>
                <c:pt idx="3225">
                  <c:v>7.0119542250745042</c:v>
                </c:pt>
                <c:pt idx="3226">
                  <c:v>7.0097309954430056</c:v>
                </c:pt>
                <c:pt idx="3227">
                  <c:v>7.0109330799918004</c:v>
                </c:pt>
                <c:pt idx="3228">
                  <c:v>7.01036014443621</c:v>
                </c:pt>
                <c:pt idx="3229">
                  <c:v>7.0107852536306154</c:v>
                </c:pt>
                <c:pt idx="3230">
                  <c:v>7.0127195320014506</c:v>
                </c:pt>
                <c:pt idx="3231">
                  <c:v>7.0137171037070907</c:v>
                </c:pt>
                <c:pt idx="3232">
                  <c:v>7.0141266812784808</c:v>
                </c:pt>
                <c:pt idx="3233">
                  <c:v>7.0150690644759459</c:v>
                </c:pt>
                <c:pt idx="3234">
                  <c:v>7.0154271590532806</c:v>
                </c:pt>
                <c:pt idx="3235">
                  <c:v>7.0159458521894074</c:v>
                </c:pt>
                <c:pt idx="3236">
                  <c:v>7.0156773995174948</c:v>
                </c:pt>
                <c:pt idx="3237">
                  <c:v>7.0150055976915437</c:v>
                </c:pt>
                <c:pt idx="3238">
                  <c:v>7.0145077185070717</c:v>
                </c:pt>
                <c:pt idx="3239">
                  <c:v>7.0130960753086615</c:v>
                </c:pt>
                <c:pt idx="3240">
                  <c:v>7.0134797142812095</c:v>
                </c:pt>
                <c:pt idx="3241">
                  <c:v>7.015435358488781</c:v>
                </c:pt>
                <c:pt idx="3242">
                  <c:v>7.0180005203487914</c:v>
                </c:pt>
                <c:pt idx="3243">
                  <c:v>7.0198020309371012</c:v>
                </c:pt>
                <c:pt idx="3244">
                  <c:v>7.0210551254355948</c:v>
                </c:pt>
                <c:pt idx="3245">
                  <c:v>7.0222698245005439</c:v>
                </c:pt>
                <c:pt idx="3246">
                  <c:v>7.0209195982276604</c:v>
                </c:pt>
                <c:pt idx="3247">
                  <c:v>7.0202432236396035</c:v>
                </c:pt>
                <c:pt idx="3248">
                  <c:v>7.0197503114208679</c:v>
                </c:pt>
                <c:pt idx="3249">
                  <c:v>7.0175520742995001</c:v>
                </c:pt>
                <c:pt idx="3250">
                  <c:v>7.0162642898815815</c:v>
                </c:pt>
                <c:pt idx="3251">
                  <c:v>7.0169863920906987</c:v>
                </c:pt>
                <c:pt idx="3252">
                  <c:v>7.0178011321528251</c:v>
                </c:pt>
                <c:pt idx="3253">
                  <c:v>7.0174245888456142</c:v>
                </c:pt>
                <c:pt idx="3254">
                  <c:v>7.0167829830177073</c:v>
                </c:pt>
                <c:pt idx="3255">
                  <c:v>7.0161688926031633</c:v>
                </c:pt>
                <c:pt idx="3256">
                  <c:v>7.0153439032466611</c:v>
                </c:pt>
                <c:pt idx="3257">
                  <c:v>7.0167026443179488</c:v>
                </c:pt>
                <c:pt idx="3258">
                  <c:v>7.0175489206704613</c:v>
                </c:pt>
                <c:pt idx="3259">
                  <c:v>7.0164006843375013</c:v>
                </c:pt>
                <c:pt idx="3260">
                  <c:v>7.0149971617338656</c:v>
                </c:pt>
                <c:pt idx="3261">
                  <c:v>7.0143909553919173</c:v>
                </c:pt>
                <c:pt idx="3262">
                  <c:v>7.0147640297071856</c:v>
                </c:pt>
                <c:pt idx="3263">
                  <c:v>7.0143853577003741</c:v>
                </c:pt>
                <c:pt idx="3264">
                  <c:v>7.0130120310947826</c:v>
                </c:pt>
                <c:pt idx="3265">
                  <c:v>7.0128516690581684</c:v>
                </c:pt>
                <c:pt idx="3266">
                  <c:v>7.0126325706807107</c:v>
                </c:pt>
                <c:pt idx="3267">
                  <c:v>7.0135836263580318</c:v>
                </c:pt>
                <c:pt idx="3268">
                  <c:v>7.0149424462700454</c:v>
                </c:pt>
                <c:pt idx="3269">
                  <c:v>7.0151302448792947</c:v>
                </c:pt>
                <c:pt idx="3270">
                  <c:v>7.0156785032876581</c:v>
                </c:pt>
                <c:pt idx="3271">
                  <c:v>7.0162031094782318</c:v>
                </c:pt>
                <c:pt idx="3272">
                  <c:v>7.0151551585486995</c:v>
                </c:pt>
                <c:pt idx="3273">
                  <c:v>7.014043740834766</c:v>
                </c:pt>
                <c:pt idx="3274">
                  <c:v>7.0146191204528607</c:v>
                </c:pt>
                <c:pt idx="3275">
                  <c:v>7.0153141802929717</c:v>
                </c:pt>
                <c:pt idx="3276">
                  <c:v>7.016780381273751</c:v>
                </c:pt>
                <c:pt idx="3277">
                  <c:v>7.0179260158627539</c:v>
                </c:pt>
                <c:pt idx="3278">
                  <c:v>7.0193456219744874</c:v>
                </c:pt>
                <c:pt idx="3279">
                  <c:v>7.018949526167237</c:v>
                </c:pt>
                <c:pt idx="3280">
                  <c:v>7.0160438512117818</c:v>
                </c:pt>
                <c:pt idx="3281">
                  <c:v>7.015370157208408</c:v>
                </c:pt>
                <c:pt idx="3282">
                  <c:v>7.0175362273135811</c:v>
                </c:pt>
                <c:pt idx="3283">
                  <c:v>7.0182024314479889</c:v>
                </c:pt>
                <c:pt idx="3284">
                  <c:v>7.0188143143222064</c:v>
                </c:pt>
                <c:pt idx="3285">
                  <c:v>7.0176845267191217</c:v>
                </c:pt>
                <c:pt idx="3286">
                  <c:v>7.0137696904713103</c:v>
                </c:pt>
                <c:pt idx="3287">
                  <c:v>7.0123517400148216</c:v>
                </c:pt>
                <c:pt idx="3288">
                  <c:v>7.0148916728425235</c:v>
                </c:pt>
                <c:pt idx="3289">
                  <c:v>7.0166800170295964</c:v>
                </c:pt>
                <c:pt idx="3290">
                  <c:v>7.0173952600955554</c:v>
                </c:pt>
                <c:pt idx="3291">
                  <c:v>7.0168661599836009</c:v>
                </c:pt>
                <c:pt idx="3292">
                  <c:v>7.0152402276920167</c:v>
                </c:pt>
                <c:pt idx="3293">
                  <c:v>7.0151967076112838</c:v>
                </c:pt>
                <c:pt idx="3294">
                  <c:v>7.0145283747772753</c:v>
                </c:pt>
                <c:pt idx="3295">
                  <c:v>7.0130155000867251</c:v>
                </c:pt>
                <c:pt idx="3296">
                  <c:v>7.0135213421845188</c:v>
                </c:pt>
                <c:pt idx="3297">
                  <c:v>7.0137608603100015</c:v>
                </c:pt>
                <c:pt idx="3298">
                  <c:v>7.0138618552799636</c:v>
                </c:pt>
                <c:pt idx="3299">
                  <c:v>7.014321812075246</c:v>
                </c:pt>
                <c:pt idx="3300">
                  <c:v>7.0144012046862931</c:v>
                </c:pt>
                <c:pt idx="3301">
                  <c:v>7.0145823806745611</c:v>
                </c:pt>
                <c:pt idx="3302">
                  <c:v>7.0163766379160819</c:v>
                </c:pt>
                <c:pt idx="3303">
                  <c:v>7.0177517778583702</c:v>
                </c:pt>
                <c:pt idx="3304">
                  <c:v>7.0153668458979173</c:v>
                </c:pt>
                <c:pt idx="3305">
                  <c:v>7.0124847443195257</c:v>
                </c:pt>
                <c:pt idx="3306">
                  <c:v>7.0134335924565194</c:v>
                </c:pt>
                <c:pt idx="3307">
                  <c:v>7.0142669389299739</c:v>
                </c:pt>
                <c:pt idx="3308">
                  <c:v>7.0146814834670996</c:v>
                </c:pt>
                <c:pt idx="3309">
                  <c:v>7.0142829435973448</c:v>
                </c:pt>
                <c:pt idx="3310">
                  <c:v>7.0151962345669281</c:v>
                </c:pt>
                <c:pt idx="3311">
                  <c:v>7.014329065422034</c:v>
                </c:pt>
                <c:pt idx="3312">
                  <c:v>7.0129184471530612</c:v>
                </c:pt>
                <c:pt idx="3313">
                  <c:v>7.0154053201721878</c:v>
                </c:pt>
                <c:pt idx="3314">
                  <c:v>7.0166853781989627</c:v>
                </c:pt>
                <c:pt idx="3315">
                  <c:v>7.0148528043646223</c:v>
                </c:pt>
                <c:pt idx="3316">
                  <c:v>7.0134419495734717</c:v>
                </c:pt>
                <c:pt idx="3317">
                  <c:v>7.0140334126996642</c:v>
                </c:pt>
                <c:pt idx="3318">
                  <c:v>7.0144443305633954</c:v>
                </c:pt>
                <c:pt idx="3319">
                  <c:v>7.0128732714170834</c:v>
                </c:pt>
                <c:pt idx="3320">
                  <c:v>7.0135243381321057</c:v>
                </c:pt>
                <c:pt idx="3321">
                  <c:v>7.0142272032040873</c:v>
                </c:pt>
                <c:pt idx="3322">
                  <c:v>7.0128822592598432</c:v>
                </c:pt>
                <c:pt idx="3323">
                  <c:v>7.0123594664059663</c:v>
                </c:pt>
                <c:pt idx="3324">
                  <c:v>7.0137729229410741</c:v>
                </c:pt>
                <c:pt idx="3325">
                  <c:v>7.0158140304955925</c:v>
                </c:pt>
                <c:pt idx="3326">
                  <c:v>7.016088396221952</c:v>
                </c:pt>
                <c:pt idx="3327">
                  <c:v>7.0159296898405836</c:v>
                </c:pt>
                <c:pt idx="3328">
                  <c:v>7.0168138885822859</c:v>
                </c:pt>
                <c:pt idx="3329">
                  <c:v>7.0164020246298424</c:v>
                </c:pt>
                <c:pt idx="3330">
                  <c:v>7.0149384253930211</c:v>
                </c:pt>
                <c:pt idx="3331">
                  <c:v>7.0134316214383698</c:v>
                </c:pt>
                <c:pt idx="3332">
                  <c:v>7.0151331619861557</c:v>
                </c:pt>
                <c:pt idx="3333">
                  <c:v>7.0184994244627008</c:v>
                </c:pt>
                <c:pt idx="3334">
                  <c:v>7.020228007379492</c:v>
                </c:pt>
                <c:pt idx="3335">
                  <c:v>7.0196091865213894</c:v>
                </c:pt>
                <c:pt idx="3336">
                  <c:v>7.0186921111969598</c:v>
                </c:pt>
                <c:pt idx="3337">
                  <c:v>7.0189555180624099</c:v>
                </c:pt>
                <c:pt idx="3338">
                  <c:v>7.0173593087245143</c:v>
                </c:pt>
                <c:pt idx="3339">
                  <c:v>7.0166367334710422</c:v>
                </c:pt>
                <c:pt idx="3340">
                  <c:v>7.0157619956164554</c:v>
                </c:pt>
                <c:pt idx="3341">
                  <c:v>7.0145199388195962</c:v>
                </c:pt>
                <c:pt idx="3342">
                  <c:v>7.0155030038316593</c:v>
                </c:pt>
                <c:pt idx="3343">
                  <c:v>7.0159273246188052</c:v>
                </c:pt>
                <c:pt idx="3344">
                  <c:v>7.0164943471199486</c:v>
                </c:pt>
                <c:pt idx="3345">
                  <c:v>7.0181866633027958</c:v>
                </c:pt>
                <c:pt idx="3346">
                  <c:v>7.019543196833756</c:v>
                </c:pt>
                <c:pt idx="3347">
                  <c:v>7.0187480092716692</c:v>
                </c:pt>
                <c:pt idx="3348">
                  <c:v>7.0152833535691199</c:v>
                </c:pt>
                <c:pt idx="3349">
                  <c:v>7.0128784749049968</c:v>
                </c:pt>
                <c:pt idx="3350">
                  <c:v>7.0131466122140056</c:v>
                </c:pt>
                <c:pt idx="3351">
                  <c:v>7.0143340323877705</c:v>
                </c:pt>
                <c:pt idx="3352">
                  <c:v>7.0155417934688344</c:v>
                </c:pt>
                <c:pt idx="3353">
                  <c:v>7.01716867184913</c:v>
                </c:pt>
                <c:pt idx="3354">
                  <c:v>7.0184728551380502</c:v>
                </c:pt>
                <c:pt idx="3355">
                  <c:v>7.0184891751683249</c:v>
                </c:pt>
                <c:pt idx="3356">
                  <c:v>7.0165292735615505</c:v>
                </c:pt>
                <c:pt idx="3357">
                  <c:v>7.0133433986660147</c:v>
                </c:pt>
                <c:pt idx="3358">
                  <c:v>7.0130657216291645</c:v>
                </c:pt>
                <c:pt idx="3359">
                  <c:v>7.0143812579826239</c:v>
                </c:pt>
                <c:pt idx="3360">
                  <c:v>7.0154188807770543</c:v>
                </c:pt>
                <c:pt idx="3361">
                  <c:v>7.0153171762405586</c:v>
                </c:pt>
                <c:pt idx="3362">
                  <c:v>7.0138190447657642</c:v>
                </c:pt>
                <c:pt idx="3363">
                  <c:v>7.0131016730002047</c:v>
                </c:pt>
                <c:pt idx="3364">
                  <c:v>7.0127416862454472</c:v>
                </c:pt>
                <c:pt idx="3365">
                  <c:v>7.0134446301581548</c:v>
                </c:pt>
                <c:pt idx="3366">
                  <c:v>7.0118441634210571</c:v>
                </c:pt>
                <c:pt idx="3367">
                  <c:v>7.0112206909601227</c:v>
                </c:pt>
                <c:pt idx="3368">
                  <c:v>7.0114855957993658</c:v>
                </c:pt>
                <c:pt idx="3369">
                  <c:v>7.0117515255680471</c:v>
                </c:pt>
                <c:pt idx="3370">
                  <c:v>7.0136064113278351</c:v>
                </c:pt>
                <c:pt idx="3371">
                  <c:v>7.0171996562544345</c:v>
                </c:pt>
                <c:pt idx="3372">
                  <c:v>7.0199131175199865</c:v>
                </c:pt>
                <c:pt idx="3373">
                  <c:v>7.019887888487677</c:v>
                </c:pt>
                <c:pt idx="3374">
                  <c:v>7.0176086819407431</c:v>
                </c:pt>
                <c:pt idx="3375">
                  <c:v>7.0158134786105109</c:v>
                </c:pt>
                <c:pt idx="3376">
                  <c:v>7.0144953405130952</c:v>
                </c:pt>
                <c:pt idx="3377">
                  <c:v>7.0144323467730487</c:v>
                </c:pt>
                <c:pt idx="3378">
                  <c:v>7.0141850234156955</c:v>
                </c:pt>
                <c:pt idx="3379">
                  <c:v>7.0142913007142971</c:v>
                </c:pt>
                <c:pt idx="3380">
                  <c:v>7.0162154086314823</c:v>
                </c:pt>
                <c:pt idx="3381">
                  <c:v>7.017539223261168</c:v>
                </c:pt>
                <c:pt idx="3382">
                  <c:v>7.0173358930289034</c:v>
                </c:pt>
                <c:pt idx="3383">
                  <c:v>7.0162631861114173</c:v>
                </c:pt>
                <c:pt idx="3384">
                  <c:v>7.0150273577319098</c:v>
                </c:pt>
                <c:pt idx="3385">
                  <c:v>7.0147414024188333</c:v>
                </c:pt>
                <c:pt idx="3386">
                  <c:v>7.0150564499597916</c:v>
                </c:pt>
                <c:pt idx="3387">
                  <c:v>7.0152322647786942</c:v>
                </c:pt>
                <c:pt idx="3388">
                  <c:v>7.0170653116573893</c:v>
                </c:pt>
                <c:pt idx="3389">
                  <c:v>7.0161112600324822</c:v>
                </c:pt>
                <c:pt idx="3390">
                  <c:v>7.014359497942257</c:v>
                </c:pt>
                <c:pt idx="3391">
                  <c:v>7.0153364133776943</c:v>
                </c:pt>
                <c:pt idx="3392">
                  <c:v>7.0157543480660367</c:v>
                </c:pt>
                <c:pt idx="3393">
                  <c:v>7.0139717592519588</c:v>
                </c:pt>
                <c:pt idx="3394">
                  <c:v>7.0133686276983243</c:v>
                </c:pt>
                <c:pt idx="3395">
                  <c:v>7.0144389693940301</c:v>
                </c:pt>
                <c:pt idx="3396">
                  <c:v>7.0153853734685185</c:v>
                </c:pt>
                <c:pt idx="3397">
                  <c:v>7.0146747820053923</c:v>
                </c:pt>
                <c:pt idx="3398">
                  <c:v>7.0134742742711174</c:v>
                </c:pt>
                <c:pt idx="3399">
                  <c:v>7.0143803907346376</c:v>
                </c:pt>
                <c:pt idx="3400">
                  <c:v>7.0166784402150775</c:v>
                </c:pt>
                <c:pt idx="3401">
                  <c:v>7.0185191346441922</c:v>
                </c:pt>
                <c:pt idx="3402">
                  <c:v>7.0192270455226353</c:v>
                </c:pt>
                <c:pt idx="3403">
                  <c:v>7.0177818950156894</c:v>
                </c:pt>
                <c:pt idx="3404">
                  <c:v>7.0159346568063201</c:v>
                </c:pt>
                <c:pt idx="3405">
                  <c:v>7.0158707169775623</c:v>
                </c:pt>
                <c:pt idx="3406">
                  <c:v>7.0159270092559014</c:v>
                </c:pt>
                <c:pt idx="3407">
                  <c:v>7.0154940948296254</c:v>
                </c:pt>
                <c:pt idx="3408">
                  <c:v>7.017482615619925</c:v>
                </c:pt>
                <c:pt idx="3409">
                  <c:v>7.0174834828679105</c:v>
                </c:pt>
                <c:pt idx="3410">
                  <c:v>7.0149450480140025</c:v>
                </c:pt>
                <c:pt idx="3411">
                  <c:v>7.0135987637774164</c:v>
                </c:pt>
                <c:pt idx="3412">
                  <c:v>7.0140975890505999</c:v>
                </c:pt>
                <c:pt idx="3413">
                  <c:v>7.0156011605354864</c:v>
                </c:pt>
                <c:pt idx="3414">
                  <c:v>7.0169173276147525</c:v>
                </c:pt>
                <c:pt idx="3415">
                  <c:v>7.0152072722685634</c:v>
                </c:pt>
                <c:pt idx="3416">
                  <c:v>7.0128233652375469</c:v>
                </c:pt>
                <c:pt idx="3417">
                  <c:v>7.0129017329191567</c:v>
                </c:pt>
                <c:pt idx="3418">
                  <c:v>7.0118578028666487</c:v>
                </c:pt>
                <c:pt idx="3419">
                  <c:v>7.0097171194752361</c:v>
                </c:pt>
                <c:pt idx="3420">
                  <c:v>7.0086668033239254</c:v>
                </c:pt>
                <c:pt idx="3421">
                  <c:v>7.0114717198315963</c:v>
                </c:pt>
                <c:pt idx="3422">
                  <c:v>7.0124236427569029</c:v>
                </c:pt>
                <c:pt idx="3423">
                  <c:v>7.0125484476261057</c:v>
                </c:pt>
                <c:pt idx="3424">
                  <c:v>7.0135539034043424</c:v>
                </c:pt>
                <c:pt idx="3425">
                  <c:v>7.0160358094577333</c:v>
                </c:pt>
                <c:pt idx="3426">
                  <c:v>7.0186138223560759</c:v>
                </c:pt>
                <c:pt idx="3427">
                  <c:v>7.0182786704299973</c:v>
                </c:pt>
                <c:pt idx="3428">
                  <c:v>7.0178616818303663</c:v>
                </c:pt>
                <c:pt idx="3429">
                  <c:v>7.0172854349642853</c:v>
                </c:pt>
                <c:pt idx="3430">
                  <c:v>7.01554676043457</c:v>
                </c:pt>
                <c:pt idx="3431">
                  <c:v>7.0145110298175624</c:v>
                </c:pt>
                <c:pt idx="3432">
                  <c:v>7.0143114839401441</c:v>
                </c:pt>
                <c:pt idx="3433">
                  <c:v>7.0138341821851498</c:v>
                </c:pt>
                <c:pt idx="3434">
                  <c:v>7.0160481086109838</c:v>
                </c:pt>
                <c:pt idx="3435">
                  <c:v>7.0174127627367193</c:v>
                </c:pt>
                <c:pt idx="3436">
                  <c:v>7.0184420284141975</c:v>
                </c:pt>
                <c:pt idx="3437">
                  <c:v>7.0184269698355379</c:v>
                </c:pt>
                <c:pt idx="3438">
                  <c:v>7.0161282896292905</c:v>
                </c:pt>
                <c:pt idx="3439">
                  <c:v>7.0146504990617951</c:v>
                </c:pt>
                <c:pt idx="3440">
                  <c:v>7.0165045964143236</c:v>
                </c:pt>
                <c:pt idx="3441">
                  <c:v>7.0201210205143569</c:v>
                </c:pt>
                <c:pt idx="3442">
                  <c:v>7.0215325848720411</c:v>
                </c:pt>
                <c:pt idx="3443">
                  <c:v>7.0192516438291364</c:v>
                </c:pt>
                <c:pt idx="3444">
                  <c:v>7.016096911020357</c:v>
                </c:pt>
                <c:pt idx="3445">
                  <c:v>7.0150974471372933</c:v>
                </c:pt>
                <c:pt idx="3446">
                  <c:v>7.0155933553036158</c:v>
                </c:pt>
                <c:pt idx="3447">
                  <c:v>7.0165500086724801</c:v>
                </c:pt>
                <c:pt idx="3448">
                  <c:v>7.0165874580173133</c:v>
                </c:pt>
                <c:pt idx="3449">
                  <c:v>7.016335956101484</c:v>
                </c:pt>
                <c:pt idx="3450">
                  <c:v>7.0158995726832654</c:v>
                </c:pt>
                <c:pt idx="3451">
                  <c:v>7.0141869944338451</c:v>
                </c:pt>
                <c:pt idx="3452">
                  <c:v>7.0133825036660937</c:v>
                </c:pt>
                <c:pt idx="3453">
                  <c:v>7.0147604818745171</c:v>
                </c:pt>
                <c:pt idx="3454">
                  <c:v>7.0158223087718188</c:v>
                </c:pt>
                <c:pt idx="3455">
                  <c:v>7.0156078619971929</c:v>
                </c:pt>
                <c:pt idx="3456">
                  <c:v>7.0160295021996566</c:v>
                </c:pt>
                <c:pt idx="3457">
                  <c:v>7.0162501773916333</c:v>
                </c:pt>
                <c:pt idx="3458">
                  <c:v>7.0156624197795612</c:v>
                </c:pt>
                <c:pt idx="3459">
                  <c:v>7.0138199908544756</c:v>
                </c:pt>
                <c:pt idx="3460">
                  <c:v>7.0131655339882366</c:v>
                </c:pt>
                <c:pt idx="3461">
                  <c:v>7.0144272221258612</c:v>
                </c:pt>
                <c:pt idx="3462">
                  <c:v>7.0140340434254718</c:v>
                </c:pt>
                <c:pt idx="3463">
                  <c:v>7.0126894148441314</c:v>
                </c:pt>
                <c:pt idx="3464">
                  <c:v>7.012061606143269</c:v>
                </c:pt>
                <c:pt idx="3465">
                  <c:v>7.0120353521815231</c:v>
                </c:pt>
                <c:pt idx="3466">
                  <c:v>7.0143462527002951</c:v>
                </c:pt>
                <c:pt idx="3467">
                  <c:v>7.014837351582333</c:v>
                </c:pt>
                <c:pt idx="3468">
                  <c:v>7.0146348885980538</c:v>
                </c:pt>
                <c:pt idx="3469">
                  <c:v>7.0150216023589147</c:v>
                </c:pt>
                <c:pt idx="3470">
                  <c:v>7.0151141613711978</c:v>
                </c:pt>
                <c:pt idx="3471">
                  <c:v>7.0147413235781073</c:v>
                </c:pt>
                <c:pt idx="3472">
                  <c:v>7.0122477490972734</c:v>
                </c:pt>
                <c:pt idx="3473">
                  <c:v>7.0105072612308614</c:v>
                </c:pt>
                <c:pt idx="3474">
                  <c:v>7.0102215424399628</c:v>
                </c:pt>
                <c:pt idx="3475">
                  <c:v>7.0118620602658508</c:v>
                </c:pt>
                <c:pt idx="3476">
                  <c:v>7.0135655718317853</c:v>
                </c:pt>
                <c:pt idx="3477">
                  <c:v>7.0131531559942601</c:v>
                </c:pt>
                <c:pt idx="3478">
                  <c:v>7.0138850344533976</c:v>
                </c:pt>
                <c:pt idx="3479">
                  <c:v>7.0165958151342656</c:v>
                </c:pt>
                <c:pt idx="3480">
                  <c:v>7.0175456093599706</c:v>
                </c:pt>
                <c:pt idx="3481">
                  <c:v>7.0164422334000855</c:v>
                </c:pt>
                <c:pt idx="3482">
                  <c:v>7.0142491209259052</c:v>
                </c:pt>
                <c:pt idx="3483">
                  <c:v>7.0127390056607641</c:v>
                </c:pt>
                <c:pt idx="3484">
                  <c:v>7.0129350825462398</c:v>
                </c:pt>
                <c:pt idx="3485">
                  <c:v>7.0142247591415821</c:v>
                </c:pt>
                <c:pt idx="3486">
                  <c:v>7.0141735915104304</c:v>
                </c:pt>
                <c:pt idx="3487">
                  <c:v>7.0133196676074991</c:v>
                </c:pt>
                <c:pt idx="3488">
                  <c:v>7.0141736703511564</c:v>
                </c:pt>
                <c:pt idx="3489">
                  <c:v>7.0162463141960609</c:v>
                </c:pt>
                <c:pt idx="3490">
                  <c:v>7.0175901543701418</c:v>
                </c:pt>
                <c:pt idx="3491">
                  <c:v>7.0186196565697978</c:v>
                </c:pt>
                <c:pt idx="3492">
                  <c:v>7.0166845109509772</c:v>
                </c:pt>
                <c:pt idx="3493">
                  <c:v>7.0152553651114022</c:v>
                </c:pt>
                <c:pt idx="3494">
                  <c:v>7.0152878474904998</c:v>
                </c:pt>
                <c:pt idx="3495">
                  <c:v>7.0151615446475031</c:v>
                </c:pt>
                <c:pt idx="3496">
                  <c:v>7.0126490483924373</c:v>
                </c:pt>
                <c:pt idx="3497">
                  <c:v>7.012126649742191</c:v>
                </c:pt>
                <c:pt idx="3498">
                  <c:v>7.0124281366782828</c:v>
                </c:pt>
                <c:pt idx="3499">
                  <c:v>7.013461738595689</c:v>
                </c:pt>
                <c:pt idx="3500">
                  <c:v>7.013726722275659</c:v>
                </c:pt>
                <c:pt idx="3501">
                  <c:v>7.0138011479209696</c:v>
                </c:pt>
                <c:pt idx="3502">
                  <c:v>7.013386524543118</c:v>
                </c:pt>
                <c:pt idx="3503">
                  <c:v>7.0135148772449893</c:v>
                </c:pt>
                <c:pt idx="3504">
                  <c:v>7.0152424352323433</c:v>
                </c:pt>
                <c:pt idx="3505">
                  <c:v>7.0162630284299654</c:v>
                </c:pt>
                <c:pt idx="3506">
                  <c:v>7.0163695422507448</c:v>
                </c:pt>
                <c:pt idx="3507">
                  <c:v>7.0155632381462967</c:v>
                </c:pt>
                <c:pt idx="3508">
                  <c:v>7.0148683359876376</c:v>
                </c:pt>
                <c:pt idx="3509">
                  <c:v>7.0142825493937151</c:v>
                </c:pt>
                <c:pt idx="3510">
                  <c:v>7.0144575758053582</c:v>
                </c:pt>
                <c:pt idx="3511">
                  <c:v>7.0162529368170423</c:v>
                </c:pt>
                <c:pt idx="3512">
                  <c:v>7.0163194783897573</c:v>
                </c:pt>
                <c:pt idx="3513">
                  <c:v>7.0170374808811236</c:v>
                </c:pt>
                <c:pt idx="3514">
                  <c:v>7.0172551601255142</c:v>
                </c:pt>
                <c:pt idx="3515">
                  <c:v>7.0161653447704948</c:v>
                </c:pt>
                <c:pt idx="3516">
                  <c:v>7.014712783235308</c:v>
                </c:pt>
                <c:pt idx="3517">
                  <c:v>7.013716551822009</c:v>
                </c:pt>
                <c:pt idx="3518">
                  <c:v>7.0138921301187338</c:v>
                </c:pt>
                <c:pt idx="3519">
                  <c:v>7.0166200980778628</c:v>
                </c:pt>
                <c:pt idx="3520">
                  <c:v>7.0179859348144875</c:v>
                </c:pt>
                <c:pt idx="3521">
                  <c:v>7.0159679275926772</c:v>
                </c:pt>
                <c:pt idx="3522">
                  <c:v>7.0152791750106438</c:v>
                </c:pt>
                <c:pt idx="3523">
                  <c:v>7.0152261940427945</c:v>
                </c:pt>
                <c:pt idx="3524">
                  <c:v>7.0159113199514342</c:v>
                </c:pt>
                <c:pt idx="3525">
                  <c:v>7.0160601712420565</c:v>
                </c:pt>
                <c:pt idx="3526">
                  <c:v>7.0130890584840504</c:v>
                </c:pt>
                <c:pt idx="3527">
                  <c:v>7.0095733928318014</c:v>
                </c:pt>
                <c:pt idx="3528">
                  <c:v>7.0074413267317368</c:v>
                </c:pt>
                <c:pt idx="3529">
                  <c:v>7.008745722890616</c:v>
                </c:pt>
                <c:pt idx="3530">
                  <c:v>7.0106301739226415</c:v>
                </c:pt>
                <c:pt idx="3531">
                  <c:v>7.0117847175136792</c:v>
                </c:pt>
                <c:pt idx="3532">
                  <c:v>7.0129255428183983</c:v>
                </c:pt>
                <c:pt idx="3533">
                  <c:v>7.0151872467241683</c:v>
                </c:pt>
                <c:pt idx="3534">
                  <c:v>7.0159426197196426</c:v>
                </c:pt>
                <c:pt idx="3535">
                  <c:v>7.0149052334473891</c:v>
                </c:pt>
                <c:pt idx="3536">
                  <c:v>7.0134242104101299</c:v>
                </c:pt>
                <c:pt idx="3537">
                  <c:v>7.0132352291899904</c:v>
                </c:pt>
                <c:pt idx="3538">
                  <c:v>7.0145379933458427</c:v>
                </c:pt>
                <c:pt idx="3539">
                  <c:v>7.0146776991122533</c:v>
                </c:pt>
                <c:pt idx="3540">
                  <c:v>7.0154376448698343</c:v>
                </c:pt>
                <c:pt idx="3541">
                  <c:v>7.0145545498982953</c:v>
                </c:pt>
                <c:pt idx="3542">
                  <c:v>7.0130911083429259</c:v>
                </c:pt>
                <c:pt idx="3543">
                  <c:v>7.0130329238871632</c:v>
                </c:pt>
                <c:pt idx="3544">
                  <c:v>7.0144037275895235</c:v>
                </c:pt>
                <c:pt idx="3545">
                  <c:v>7.0163715921096204</c:v>
                </c:pt>
                <c:pt idx="3546">
                  <c:v>7.0156405808984692</c:v>
                </c:pt>
                <c:pt idx="3547">
                  <c:v>7.0161660543370283</c:v>
                </c:pt>
                <c:pt idx="3548">
                  <c:v>7.0176891783219544</c:v>
                </c:pt>
                <c:pt idx="3549">
                  <c:v>7.0177741686245447</c:v>
                </c:pt>
                <c:pt idx="3550">
                  <c:v>7.0187795455620554</c:v>
                </c:pt>
                <c:pt idx="3551">
                  <c:v>7.0208098519371163</c:v>
                </c:pt>
                <c:pt idx="3552">
                  <c:v>7.018313833393778</c:v>
                </c:pt>
                <c:pt idx="3553">
                  <c:v>7.0154181712105208</c:v>
                </c:pt>
                <c:pt idx="3554">
                  <c:v>7.0152232769359344</c:v>
                </c:pt>
                <c:pt idx="3555">
                  <c:v>7.0135342720635769</c:v>
                </c:pt>
                <c:pt idx="3556">
                  <c:v>7.0144982576199562</c:v>
                </c:pt>
                <c:pt idx="3557">
                  <c:v>7.0174293192891719</c:v>
                </c:pt>
                <c:pt idx="3558">
                  <c:v>7.0174572289061636</c:v>
                </c:pt>
                <c:pt idx="3559">
                  <c:v>7.0167179394187862</c:v>
                </c:pt>
                <c:pt idx="3560">
                  <c:v>7.017123653794604</c:v>
                </c:pt>
                <c:pt idx="3561">
                  <c:v>7.0171778173733426</c:v>
                </c:pt>
                <c:pt idx="3562">
                  <c:v>7.015351235434176</c:v>
                </c:pt>
                <c:pt idx="3563">
                  <c:v>7.0144271432851353</c:v>
                </c:pt>
                <c:pt idx="3564">
                  <c:v>7.0129326384837354</c:v>
                </c:pt>
                <c:pt idx="3565">
                  <c:v>7.0098729087497436</c:v>
                </c:pt>
                <c:pt idx="3566">
                  <c:v>7.0083713082830066</c:v>
                </c:pt>
                <c:pt idx="3567">
                  <c:v>7.0089552815402323</c:v>
                </c:pt>
                <c:pt idx="3568">
                  <c:v>7.009736041249468</c:v>
                </c:pt>
                <c:pt idx="3569">
                  <c:v>7.0120061022721893</c:v>
                </c:pt>
                <c:pt idx="3570">
                  <c:v>7.0149237610179913</c:v>
                </c:pt>
                <c:pt idx="3571">
                  <c:v>7.0152678219461047</c:v>
                </c:pt>
                <c:pt idx="3572">
                  <c:v>7.0139105000078841</c:v>
                </c:pt>
                <c:pt idx="3573">
                  <c:v>7.0131417240889951</c:v>
                </c:pt>
                <c:pt idx="3574">
                  <c:v>7.0125230609123452</c:v>
                </c:pt>
                <c:pt idx="3575">
                  <c:v>7.0121171100143487</c:v>
                </c:pt>
                <c:pt idx="3576">
                  <c:v>7.0144328198174053</c:v>
                </c:pt>
                <c:pt idx="3577">
                  <c:v>7.0149971617338656</c:v>
                </c:pt>
                <c:pt idx="3578">
                  <c:v>7.0158007064129047</c:v>
                </c:pt>
                <c:pt idx="3579">
                  <c:v>7.0174387013355615</c:v>
                </c:pt>
                <c:pt idx="3580">
                  <c:v>7.0173556820511207</c:v>
                </c:pt>
                <c:pt idx="3581">
                  <c:v>7.0161681041959039</c:v>
                </c:pt>
                <c:pt idx="3582">
                  <c:v>7.0154737539223264</c:v>
                </c:pt>
                <c:pt idx="3583">
                  <c:v>7.0162134376133336</c:v>
                </c:pt>
                <c:pt idx="3584">
                  <c:v>7.0168034816064591</c:v>
                </c:pt>
                <c:pt idx="3585">
                  <c:v>7.0178087797032438</c:v>
                </c:pt>
                <c:pt idx="3586">
                  <c:v>7.0181585171636263</c:v>
                </c:pt>
                <c:pt idx="3587">
                  <c:v>7.0205529888519216</c:v>
                </c:pt>
                <c:pt idx="3588">
                  <c:v>7.0230901622542143</c:v>
                </c:pt>
                <c:pt idx="3589">
                  <c:v>7.0221767136031792</c:v>
                </c:pt>
                <c:pt idx="3590">
                  <c:v>7.0185023415695609</c:v>
                </c:pt>
                <c:pt idx="3591">
                  <c:v>7.0160017502641168</c:v>
                </c:pt>
                <c:pt idx="3592">
                  <c:v>7.0141448934861792</c:v>
                </c:pt>
                <c:pt idx="3593">
                  <c:v>7.0147037165518222</c:v>
                </c:pt>
                <c:pt idx="3594">
                  <c:v>7.0161476056071521</c:v>
                </c:pt>
                <c:pt idx="3595">
                  <c:v>7.0163158517163629</c:v>
                </c:pt>
                <c:pt idx="3596">
                  <c:v>7.0157750831769663</c:v>
                </c:pt>
                <c:pt idx="3597">
                  <c:v>7.0170191898327001</c:v>
                </c:pt>
                <c:pt idx="3598">
                  <c:v>7.018884246046138</c:v>
                </c:pt>
                <c:pt idx="3599">
                  <c:v>7.0172266197827149</c:v>
                </c:pt>
                <c:pt idx="3600">
                  <c:v>7.0171369778772927</c:v>
                </c:pt>
                <c:pt idx="3601">
                  <c:v>7.0170428420504898</c:v>
                </c:pt>
                <c:pt idx="3602">
                  <c:v>7.0166437502956525</c:v>
                </c:pt>
                <c:pt idx="3603">
                  <c:v>7.0162875478957414</c:v>
                </c:pt>
                <c:pt idx="3604">
                  <c:v>7.0183617685551649</c:v>
                </c:pt>
                <c:pt idx="3605">
                  <c:v>7.0201249625506552</c:v>
                </c:pt>
                <c:pt idx="3606">
                  <c:v>7.0200160046673714</c:v>
                </c:pt>
                <c:pt idx="3607">
                  <c:v>7.0177652596225109</c:v>
                </c:pt>
                <c:pt idx="3608">
                  <c:v>7.014678093315883</c:v>
                </c:pt>
                <c:pt idx="3609">
                  <c:v>7.0139343887478516</c:v>
                </c:pt>
                <c:pt idx="3610">
                  <c:v>7.0154563301218875</c:v>
                </c:pt>
                <c:pt idx="3611">
                  <c:v>7.0153202510288715</c:v>
                </c:pt>
                <c:pt idx="3612">
                  <c:v>7.0144836720856523</c:v>
                </c:pt>
                <c:pt idx="3613">
                  <c:v>7.0145957047572498</c:v>
                </c:pt>
                <c:pt idx="3614">
                  <c:v>7.0149832069253693</c:v>
                </c:pt>
                <c:pt idx="3615">
                  <c:v>7.0161877355366684</c:v>
                </c:pt>
                <c:pt idx="3616">
                  <c:v>7.0152147621375294</c:v>
                </c:pt>
                <c:pt idx="3617">
                  <c:v>7.0135441271543231</c:v>
                </c:pt>
                <c:pt idx="3618">
                  <c:v>7.0130720288872421</c:v>
                </c:pt>
                <c:pt idx="3619">
                  <c:v>7.0122366325549121</c:v>
                </c:pt>
                <c:pt idx="3620">
                  <c:v>7.0121589744398367</c:v>
                </c:pt>
                <c:pt idx="3621">
                  <c:v>7.0125114713256282</c:v>
                </c:pt>
                <c:pt idx="3622">
                  <c:v>7.0118287106387678</c:v>
                </c:pt>
                <c:pt idx="3623">
                  <c:v>7.0116686639650574</c:v>
                </c:pt>
                <c:pt idx="3624">
                  <c:v>7.0125835317491605</c:v>
                </c:pt>
                <c:pt idx="3625">
                  <c:v>7.0134495971238904</c:v>
                </c:pt>
                <c:pt idx="3626">
                  <c:v>7.014737460382535</c:v>
                </c:pt>
                <c:pt idx="3627">
                  <c:v>7.017546397767231</c:v>
                </c:pt>
                <c:pt idx="3628">
                  <c:v>7.0195059051703748</c:v>
                </c:pt>
                <c:pt idx="3629">
                  <c:v>7.0190136236774467</c:v>
                </c:pt>
                <c:pt idx="3630">
                  <c:v>7.0183311783534901</c:v>
                </c:pt>
                <c:pt idx="3631">
                  <c:v>7.0182912061054257</c:v>
                </c:pt>
                <c:pt idx="3632">
                  <c:v>7.018093788927608</c:v>
                </c:pt>
                <c:pt idx="3633">
                  <c:v>7.0162324382282915</c:v>
                </c:pt>
                <c:pt idx="3634">
                  <c:v>7.0164435736924267</c:v>
                </c:pt>
                <c:pt idx="3635">
                  <c:v>7.0178862012961414</c:v>
                </c:pt>
                <c:pt idx="3636">
                  <c:v>7.0168430596508928</c:v>
                </c:pt>
                <c:pt idx="3637">
                  <c:v>7.0151062772986013</c:v>
                </c:pt>
                <c:pt idx="3638">
                  <c:v>7.0143906400290135</c:v>
                </c:pt>
                <c:pt idx="3639">
                  <c:v>7.0134650499061797</c:v>
                </c:pt>
                <c:pt idx="3640">
                  <c:v>7.0147223229631495</c:v>
                </c:pt>
                <c:pt idx="3641">
                  <c:v>7.0170690171715098</c:v>
                </c:pt>
                <c:pt idx="3642">
                  <c:v>7.0172471972121917</c:v>
                </c:pt>
                <c:pt idx="3643">
                  <c:v>7.0146937826203501</c:v>
                </c:pt>
                <c:pt idx="3644">
                  <c:v>7.0142447058452513</c:v>
                </c:pt>
                <c:pt idx="3645">
                  <c:v>7.0133378009744716</c:v>
                </c:pt>
                <c:pt idx="3646">
                  <c:v>7.012000741102824</c:v>
                </c:pt>
                <c:pt idx="3647">
                  <c:v>7.0134291773758655</c:v>
                </c:pt>
                <c:pt idx="3648">
                  <c:v>7.014630315835948</c:v>
                </c:pt>
                <c:pt idx="3649">
                  <c:v>7.0162076822403376</c:v>
                </c:pt>
                <c:pt idx="3650">
                  <c:v>7.0166796228259667</c:v>
                </c:pt>
                <c:pt idx="3651">
                  <c:v>7.0173008089058486</c:v>
                </c:pt>
                <c:pt idx="3652">
                  <c:v>7.0198876519654991</c:v>
                </c:pt>
                <c:pt idx="3653">
                  <c:v>7.0216588088743119</c:v>
                </c:pt>
                <c:pt idx="3654">
                  <c:v>7.0195265614405775</c:v>
                </c:pt>
                <c:pt idx="3655">
                  <c:v>7.0162260521294879</c:v>
                </c:pt>
                <c:pt idx="3656">
                  <c:v>7.014139295794636</c:v>
                </c:pt>
                <c:pt idx="3657">
                  <c:v>7.0142950062284175</c:v>
                </c:pt>
                <c:pt idx="3658">
                  <c:v>7.0136043614689605</c:v>
                </c:pt>
                <c:pt idx="3659">
                  <c:v>7.0124840347529922</c:v>
                </c:pt>
                <c:pt idx="3660">
                  <c:v>7.012216607010517</c:v>
                </c:pt>
                <c:pt idx="3661">
                  <c:v>7.0132683422948956</c:v>
                </c:pt>
                <c:pt idx="3662">
                  <c:v>7.0149638121067817</c:v>
                </c:pt>
                <c:pt idx="3663">
                  <c:v>7.0174931802772038</c:v>
                </c:pt>
                <c:pt idx="3664">
                  <c:v>7.0193806272568162</c:v>
                </c:pt>
                <c:pt idx="3665">
                  <c:v>7.0192219208754478</c:v>
                </c:pt>
                <c:pt idx="3666">
                  <c:v>7.0183590879704818</c:v>
                </c:pt>
                <c:pt idx="3667">
                  <c:v>7.0170480455384032</c:v>
                </c:pt>
                <c:pt idx="3668">
                  <c:v>7.0162050804963814</c:v>
                </c:pt>
                <c:pt idx="3669">
                  <c:v>7.0145992525899175</c:v>
                </c:pt>
                <c:pt idx="3670">
                  <c:v>7.0141954303915233</c:v>
                </c:pt>
                <c:pt idx="3671">
                  <c:v>7.0147854743846478</c:v>
                </c:pt>
                <c:pt idx="3672">
                  <c:v>7.0158124536810735</c:v>
                </c:pt>
                <c:pt idx="3673">
                  <c:v>7.0173481133414279</c:v>
                </c:pt>
                <c:pt idx="3674">
                  <c:v>7.0169303363345366</c:v>
                </c:pt>
                <c:pt idx="3675">
                  <c:v>7.0150775792743501</c:v>
                </c:pt>
                <c:pt idx="3676">
                  <c:v>7.0160384900424164</c:v>
                </c:pt>
                <c:pt idx="3677">
                  <c:v>7.0186423626988761</c:v>
                </c:pt>
                <c:pt idx="3678">
                  <c:v>7.0198263138806984</c:v>
                </c:pt>
                <c:pt idx="3679">
                  <c:v>7.0196003563600815</c:v>
                </c:pt>
                <c:pt idx="3680">
                  <c:v>7.017646367807755</c:v>
                </c:pt>
                <c:pt idx="3681">
                  <c:v>7.0146517605134111</c:v>
                </c:pt>
                <c:pt idx="3682">
                  <c:v>7.0129256216591243</c:v>
                </c:pt>
                <c:pt idx="3683">
                  <c:v>7.0124662167489236</c:v>
                </c:pt>
                <c:pt idx="3684">
                  <c:v>7.0138734448666806</c:v>
                </c:pt>
                <c:pt idx="3685">
                  <c:v>7.0160156262318862</c:v>
                </c:pt>
                <c:pt idx="3686">
                  <c:v>7.0174318421924031</c:v>
                </c:pt>
                <c:pt idx="3687">
                  <c:v>7.0170944038852712</c:v>
                </c:pt>
                <c:pt idx="3688">
                  <c:v>7.0159706870180862</c:v>
                </c:pt>
                <c:pt idx="3689">
                  <c:v>7.0166233305476275</c:v>
                </c:pt>
                <c:pt idx="3690">
                  <c:v>7.0180869297844497</c:v>
                </c:pt>
                <c:pt idx="3691">
                  <c:v>7.0192266513190056</c:v>
                </c:pt>
                <c:pt idx="3692">
                  <c:v>7.0185724309749444</c:v>
                </c:pt>
                <c:pt idx="3693">
                  <c:v>7.0168554376448702</c:v>
                </c:pt>
                <c:pt idx="3694">
                  <c:v>7.0171318532301044</c:v>
                </c:pt>
                <c:pt idx="3695">
                  <c:v>7.0176737255396651</c:v>
                </c:pt>
                <c:pt idx="3696">
                  <c:v>7.0173170500953974</c:v>
                </c:pt>
                <c:pt idx="3697">
                  <c:v>7.017348034500702</c:v>
                </c:pt>
                <c:pt idx="3698">
                  <c:v>7.0163324871095414</c:v>
                </c:pt>
                <c:pt idx="3699">
                  <c:v>7.0141736703511564</c:v>
                </c:pt>
                <c:pt idx="3700">
                  <c:v>7.0124490294706634</c:v>
                </c:pt>
                <c:pt idx="3701">
                  <c:v>7.0123707406297795</c:v>
                </c:pt>
                <c:pt idx="3702">
                  <c:v>7.0139775146249548</c:v>
                </c:pt>
                <c:pt idx="3703">
                  <c:v>7.0142491997666312</c:v>
                </c:pt>
                <c:pt idx="3704">
                  <c:v>7.0134286254907838</c:v>
                </c:pt>
                <c:pt idx="3705">
                  <c:v>7.0137294028603412</c:v>
                </c:pt>
                <c:pt idx="3706">
                  <c:v>7.0132009334741952</c:v>
                </c:pt>
                <c:pt idx="3707">
                  <c:v>7.0134480203093714</c:v>
                </c:pt>
                <c:pt idx="3708">
                  <c:v>7.0135446790394047</c:v>
                </c:pt>
                <c:pt idx="3709">
                  <c:v>7.0153460319462617</c:v>
                </c:pt>
                <c:pt idx="3710">
                  <c:v>7.017217710780681</c:v>
                </c:pt>
                <c:pt idx="3711">
                  <c:v>7.0163067061921502</c:v>
                </c:pt>
                <c:pt idx="3712">
                  <c:v>7.0151545278228919</c:v>
                </c:pt>
                <c:pt idx="3713">
                  <c:v>7.013361847395891</c:v>
                </c:pt>
                <c:pt idx="3714">
                  <c:v>7.0124821425755686</c:v>
                </c:pt>
                <c:pt idx="3715">
                  <c:v>7.0114317475835319</c:v>
                </c:pt>
                <c:pt idx="3716">
                  <c:v>7.0103547044261187</c:v>
                </c:pt>
                <c:pt idx="3717">
                  <c:v>7.0092575568835835</c:v>
                </c:pt>
                <c:pt idx="3718">
                  <c:v>7.008625490783519</c:v>
                </c:pt>
                <c:pt idx="3719">
                  <c:v>7.0094664848073922</c:v>
                </c:pt>
                <c:pt idx="3720">
                  <c:v>7.0095882148882831</c:v>
                </c:pt>
                <c:pt idx="3721">
                  <c:v>7.0104092622084861</c:v>
                </c:pt>
                <c:pt idx="3722">
                  <c:v>7.0118354909412002</c:v>
                </c:pt>
                <c:pt idx="3723">
                  <c:v>7.013581970702786</c:v>
                </c:pt>
                <c:pt idx="3724">
                  <c:v>7.016056623409388</c:v>
                </c:pt>
                <c:pt idx="3725">
                  <c:v>7.0167315788643778</c:v>
                </c:pt>
                <c:pt idx="3726">
                  <c:v>7.0145857708257777</c:v>
                </c:pt>
                <c:pt idx="3727">
                  <c:v>7.0130292972137687</c:v>
                </c:pt>
                <c:pt idx="3728">
                  <c:v>7.01169089704978</c:v>
                </c:pt>
                <c:pt idx="3729">
                  <c:v>7.0127338810135766</c:v>
                </c:pt>
                <c:pt idx="3730">
                  <c:v>7.0146504202210691</c:v>
                </c:pt>
                <c:pt idx="3731">
                  <c:v>7.014508506914332</c:v>
                </c:pt>
                <c:pt idx="3732">
                  <c:v>7.0158674056670716</c:v>
                </c:pt>
                <c:pt idx="3733">
                  <c:v>7.0180223592298834</c:v>
                </c:pt>
                <c:pt idx="3734">
                  <c:v>7.01799389772781</c:v>
                </c:pt>
                <c:pt idx="3735">
                  <c:v>7.0162284961919932</c:v>
                </c:pt>
                <c:pt idx="3736">
                  <c:v>7.0141627114902478</c:v>
                </c:pt>
                <c:pt idx="3737">
                  <c:v>7.0117687128463082</c:v>
                </c:pt>
                <c:pt idx="3738">
                  <c:v>7.0112063419479966</c:v>
                </c:pt>
                <c:pt idx="3739">
                  <c:v>7.0125840047935162</c:v>
                </c:pt>
                <c:pt idx="3740">
                  <c:v>7.0142869644743691</c:v>
                </c:pt>
                <c:pt idx="3741">
                  <c:v>7.0153645595168639</c:v>
                </c:pt>
                <c:pt idx="3742">
                  <c:v>7.0155073400715873</c:v>
                </c:pt>
                <c:pt idx="3743">
                  <c:v>7.0156286759488484</c:v>
                </c:pt>
                <c:pt idx="3744">
                  <c:v>7.0159393872498779</c:v>
                </c:pt>
                <c:pt idx="3745">
                  <c:v>7.0156402655355654</c:v>
                </c:pt>
                <c:pt idx="3746">
                  <c:v>7.0148621075702868</c:v>
                </c:pt>
                <c:pt idx="3747">
                  <c:v>7.0153423264321422</c:v>
                </c:pt>
                <c:pt idx="3748">
                  <c:v>7.0164349800532966</c:v>
                </c:pt>
                <c:pt idx="3749">
                  <c:v>7.01713232627446</c:v>
                </c:pt>
                <c:pt idx="3750">
                  <c:v>7.0163999747709678</c:v>
                </c:pt>
                <c:pt idx="3751">
                  <c:v>7.015897207461486</c:v>
                </c:pt>
                <c:pt idx="3752">
                  <c:v>7.0141543543732947</c:v>
                </c:pt>
                <c:pt idx="3753">
                  <c:v>7.0134351692710384</c:v>
                </c:pt>
                <c:pt idx="3754">
                  <c:v>7.0165326637127672</c:v>
                </c:pt>
                <c:pt idx="3755">
                  <c:v>7.0187648023462996</c:v>
                </c:pt>
                <c:pt idx="3756">
                  <c:v>7.0208402056166133</c:v>
                </c:pt>
                <c:pt idx="3757">
                  <c:v>7.0206593449912491</c:v>
                </c:pt>
                <c:pt idx="3758">
                  <c:v>7.0177184282312872</c:v>
                </c:pt>
                <c:pt idx="3759">
                  <c:v>7.0160291868367528</c:v>
                </c:pt>
                <c:pt idx="3760">
                  <c:v>7.0176232674750469</c:v>
                </c:pt>
                <c:pt idx="3761">
                  <c:v>7.0189008814393166</c:v>
                </c:pt>
                <c:pt idx="3762">
                  <c:v>7.0194284835774772</c:v>
                </c:pt>
                <c:pt idx="3763">
                  <c:v>7.019355004020877</c:v>
                </c:pt>
                <c:pt idx="3764">
                  <c:v>7.01860633248711</c:v>
                </c:pt>
                <c:pt idx="3765">
                  <c:v>7.0171791576656837</c:v>
                </c:pt>
                <c:pt idx="3766">
                  <c:v>7.0165377095192296</c:v>
                </c:pt>
                <c:pt idx="3767">
                  <c:v>7.0180612277077845</c:v>
                </c:pt>
                <c:pt idx="3768">
                  <c:v>7.0183545152083759</c:v>
                </c:pt>
                <c:pt idx="3769">
                  <c:v>7.0192112773774422</c:v>
                </c:pt>
                <c:pt idx="3770">
                  <c:v>7.0197277629732415</c:v>
                </c:pt>
                <c:pt idx="3771">
                  <c:v>7.019113199514341</c:v>
                </c:pt>
                <c:pt idx="3772">
                  <c:v>7.0189355713587407</c:v>
                </c:pt>
                <c:pt idx="3773">
                  <c:v>7.0188316592819184</c:v>
                </c:pt>
                <c:pt idx="3774">
                  <c:v>7.018590406660465</c:v>
                </c:pt>
                <c:pt idx="3775">
                  <c:v>7.0184311483940141</c:v>
                </c:pt>
                <c:pt idx="3776">
                  <c:v>7.0160582790646338</c:v>
                </c:pt>
                <c:pt idx="3777">
                  <c:v>7.0150648859174698</c:v>
                </c:pt>
                <c:pt idx="3778">
                  <c:v>7.0162907803655052</c:v>
                </c:pt>
                <c:pt idx="3779">
                  <c:v>7.0167041422917427</c:v>
                </c:pt>
                <c:pt idx="3780">
                  <c:v>7.0168939907598666</c:v>
                </c:pt>
                <c:pt idx="3781">
                  <c:v>7.0150945300304324</c:v>
                </c:pt>
                <c:pt idx="3782">
                  <c:v>7.0145266402813036</c:v>
                </c:pt>
                <c:pt idx="3783">
                  <c:v>7.0154146233778523</c:v>
                </c:pt>
                <c:pt idx="3784">
                  <c:v>7.0160600924013306</c:v>
                </c:pt>
                <c:pt idx="3785">
                  <c:v>7.015636560021445</c:v>
                </c:pt>
                <c:pt idx="3786">
                  <c:v>7.0158072501931601</c:v>
                </c:pt>
                <c:pt idx="3787">
                  <c:v>7.0164861476844482</c:v>
                </c:pt>
                <c:pt idx="3788">
                  <c:v>7.0165049906179533</c:v>
                </c:pt>
                <c:pt idx="3789">
                  <c:v>7.0160808275122601</c:v>
                </c:pt>
                <c:pt idx="3790">
                  <c:v>7.0166251438843252</c:v>
                </c:pt>
                <c:pt idx="3791">
                  <c:v>7.018012740661316</c:v>
                </c:pt>
                <c:pt idx="3792">
                  <c:v>7.0176652895819869</c:v>
                </c:pt>
                <c:pt idx="3793">
                  <c:v>7.017220549046816</c:v>
                </c:pt>
                <c:pt idx="3794">
                  <c:v>7.0163238146296854</c:v>
                </c:pt>
                <c:pt idx="3795">
                  <c:v>7.0157373184692284</c:v>
                </c:pt>
                <c:pt idx="3796">
                  <c:v>7.0153173339220105</c:v>
                </c:pt>
                <c:pt idx="3797">
                  <c:v>7.0163479398918307</c:v>
                </c:pt>
                <c:pt idx="3798">
                  <c:v>7.0167587000741101</c:v>
                </c:pt>
                <c:pt idx="3799">
                  <c:v>7.0164448351440418</c:v>
                </c:pt>
                <c:pt idx="3800">
                  <c:v>7.0161428751635944</c:v>
                </c:pt>
                <c:pt idx="3801">
                  <c:v>7.0146990649489904</c:v>
                </c:pt>
                <c:pt idx="3802">
                  <c:v>7.0137515571043378</c:v>
                </c:pt>
                <c:pt idx="3803">
                  <c:v>7.0129627556410536</c:v>
                </c:pt>
                <c:pt idx="3804">
                  <c:v>7.0130732903388573</c:v>
                </c:pt>
                <c:pt idx="3805">
                  <c:v>7.0116582569892305</c:v>
                </c:pt>
                <c:pt idx="3806">
                  <c:v>7.0114118797205887</c:v>
                </c:pt>
                <c:pt idx="3807">
                  <c:v>7.0137493495640104</c:v>
                </c:pt>
                <c:pt idx="3808">
                  <c:v>7.0147372238603571</c:v>
                </c:pt>
                <c:pt idx="3809">
                  <c:v>7.0131988836153205</c:v>
                </c:pt>
                <c:pt idx="3810">
                  <c:v>7.0108687459594128</c:v>
                </c:pt>
                <c:pt idx="3811">
                  <c:v>7.0095938914205522</c:v>
                </c:pt>
                <c:pt idx="3812">
                  <c:v>7.0106149576625301</c:v>
                </c:pt>
                <c:pt idx="3813">
                  <c:v>7.0125821126160925</c:v>
                </c:pt>
                <c:pt idx="3814">
                  <c:v>7.0157951875620874</c:v>
                </c:pt>
                <c:pt idx="3815">
                  <c:v>7.0156883583784042</c:v>
                </c:pt>
                <c:pt idx="3816">
                  <c:v>7.0140802440908878</c:v>
                </c:pt>
                <c:pt idx="3817">
                  <c:v>7.0134774279001562</c:v>
                </c:pt>
                <c:pt idx="3818">
                  <c:v>7.0125392232611681</c:v>
                </c:pt>
                <c:pt idx="3819">
                  <c:v>7.0129134801873256</c:v>
                </c:pt>
                <c:pt idx="3820">
                  <c:v>7.0142052066415426</c:v>
                </c:pt>
                <c:pt idx="3821">
                  <c:v>7.014925495513963</c:v>
                </c:pt>
                <c:pt idx="3822">
                  <c:v>7.0143757391318058</c:v>
                </c:pt>
                <c:pt idx="3823">
                  <c:v>7.0152224096879481</c:v>
                </c:pt>
                <c:pt idx="3824">
                  <c:v>7.0145132373578898</c:v>
                </c:pt>
                <c:pt idx="3825">
                  <c:v>7.01236995222252</c:v>
                </c:pt>
                <c:pt idx="3826">
                  <c:v>7.0114146391459968</c:v>
                </c:pt>
                <c:pt idx="3827">
                  <c:v>7.0117434838139987</c:v>
                </c:pt>
                <c:pt idx="3828">
                  <c:v>7.0131113704094989</c:v>
                </c:pt>
                <c:pt idx="3829">
                  <c:v>7.0134014254403256</c:v>
                </c:pt>
                <c:pt idx="3830">
                  <c:v>7.0137100868824804</c:v>
                </c:pt>
                <c:pt idx="3831">
                  <c:v>7.0127940364874881</c:v>
                </c:pt>
                <c:pt idx="3832">
                  <c:v>7.0119443699837589</c:v>
                </c:pt>
                <c:pt idx="3833">
                  <c:v>7.0138916570743781</c:v>
                </c:pt>
                <c:pt idx="3834">
                  <c:v>7.0143810214604452</c:v>
                </c:pt>
                <c:pt idx="3835">
                  <c:v>7.0135719579305889</c:v>
                </c:pt>
                <c:pt idx="3836">
                  <c:v>7.0114337186016806</c:v>
                </c:pt>
                <c:pt idx="3837">
                  <c:v>7.0089164130623312</c:v>
                </c:pt>
                <c:pt idx="3838">
                  <c:v>7.0088996199877007</c:v>
                </c:pt>
                <c:pt idx="3839">
                  <c:v>7.0096586984972955</c:v>
                </c:pt>
                <c:pt idx="3840">
                  <c:v>7.0102924990933317</c:v>
                </c:pt>
                <c:pt idx="3841">
                  <c:v>7.0131159431716048</c:v>
                </c:pt>
                <c:pt idx="3842">
                  <c:v>7.0165877733802171</c:v>
                </c:pt>
                <c:pt idx="3843">
                  <c:v>7.0170520664154274</c:v>
                </c:pt>
                <c:pt idx="3844">
                  <c:v>7.0137320046042984</c:v>
                </c:pt>
                <c:pt idx="3845">
                  <c:v>7.011806792916949</c:v>
                </c:pt>
                <c:pt idx="3846">
                  <c:v>7.0112414260710514</c:v>
                </c:pt>
                <c:pt idx="3847">
                  <c:v>7.0106520128037335</c:v>
                </c:pt>
                <c:pt idx="3848">
                  <c:v>7.0119483120200572</c:v>
                </c:pt>
                <c:pt idx="3849">
                  <c:v>7.0157330610700264</c:v>
                </c:pt>
                <c:pt idx="3850">
                  <c:v>7.0177191377978207</c:v>
                </c:pt>
                <c:pt idx="3851">
                  <c:v>7.0174180450653587</c:v>
                </c:pt>
                <c:pt idx="3852">
                  <c:v>7.017833141487567</c:v>
                </c:pt>
                <c:pt idx="3853">
                  <c:v>7.018967028808401</c:v>
                </c:pt>
                <c:pt idx="3854">
                  <c:v>7.0187615698765358</c:v>
                </c:pt>
                <c:pt idx="3855">
                  <c:v>7.0173417272426244</c:v>
                </c:pt>
                <c:pt idx="3856">
                  <c:v>7.0160718396694994</c:v>
                </c:pt>
                <c:pt idx="3857">
                  <c:v>7.0165761837935001</c:v>
                </c:pt>
                <c:pt idx="3858">
                  <c:v>7.0167299232091329</c:v>
                </c:pt>
                <c:pt idx="3859">
                  <c:v>7.0161898642362699</c:v>
                </c:pt>
                <c:pt idx="3860">
                  <c:v>7.0170549046815625</c:v>
                </c:pt>
                <c:pt idx="3861">
                  <c:v>7.0185662025575928</c:v>
                </c:pt>
                <c:pt idx="3862">
                  <c:v>7.0175675270817894</c:v>
                </c:pt>
                <c:pt idx="3863">
                  <c:v>7.016086898248159</c:v>
                </c:pt>
                <c:pt idx="3864">
                  <c:v>7.0161626641858117</c:v>
                </c:pt>
                <c:pt idx="3865">
                  <c:v>7.0152455100206561</c:v>
                </c:pt>
                <c:pt idx="3866">
                  <c:v>7.0157086204449772</c:v>
                </c:pt>
                <c:pt idx="3867">
                  <c:v>7.0171608666172602</c:v>
                </c:pt>
                <c:pt idx="3868">
                  <c:v>7.0190762232138635</c:v>
                </c:pt>
                <c:pt idx="3869">
                  <c:v>7.0203046405651301</c:v>
                </c:pt>
                <c:pt idx="3870">
                  <c:v>7.0191733549882525</c:v>
                </c:pt>
                <c:pt idx="3871">
                  <c:v>7.0175151768397486</c:v>
                </c:pt>
                <c:pt idx="3872">
                  <c:v>7.016340213500686</c:v>
                </c:pt>
                <c:pt idx="3873">
                  <c:v>7.0165109825131271</c:v>
                </c:pt>
                <c:pt idx="3874">
                  <c:v>7.0174163894101138</c:v>
                </c:pt>
                <c:pt idx="3875">
                  <c:v>7.0177514624954664</c:v>
                </c:pt>
                <c:pt idx="3876">
                  <c:v>7.0162009019379052</c:v>
                </c:pt>
                <c:pt idx="3877">
                  <c:v>7.0139026947760135</c:v>
                </c:pt>
                <c:pt idx="3878">
                  <c:v>7.0141881770447343</c:v>
                </c:pt>
                <c:pt idx="3879">
                  <c:v>7.0150682760686864</c:v>
                </c:pt>
                <c:pt idx="3880">
                  <c:v>7.0131380185748746</c:v>
                </c:pt>
                <c:pt idx="3881">
                  <c:v>7.0112462353553351</c:v>
                </c:pt>
                <c:pt idx="3882">
                  <c:v>7.0109069048707804</c:v>
                </c:pt>
                <c:pt idx="3883">
                  <c:v>7.0122678534823946</c:v>
                </c:pt>
                <c:pt idx="3884">
                  <c:v>7.0139958056733782</c:v>
                </c:pt>
                <c:pt idx="3885">
                  <c:v>7.0153430359986757</c:v>
                </c:pt>
                <c:pt idx="3886">
                  <c:v>7.0152198867847178</c:v>
                </c:pt>
                <c:pt idx="3887">
                  <c:v>7.0143108532143366</c:v>
                </c:pt>
                <c:pt idx="3888">
                  <c:v>7.0160334442359549</c:v>
                </c:pt>
                <c:pt idx="3889">
                  <c:v>7.0170548258408365</c:v>
                </c:pt>
                <c:pt idx="3890">
                  <c:v>7.0182120500165563</c:v>
                </c:pt>
                <c:pt idx="3891">
                  <c:v>7.0202869802425143</c:v>
                </c:pt>
                <c:pt idx="3892">
                  <c:v>7.0224243523234362</c:v>
                </c:pt>
                <c:pt idx="3893">
                  <c:v>7.0227172456203979</c:v>
                </c:pt>
                <c:pt idx="3894">
                  <c:v>7.0222255948532775</c:v>
                </c:pt>
                <c:pt idx="3895">
                  <c:v>7.0206874911304187</c:v>
                </c:pt>
                <c:pt idx="3896">
                  <c:v>7.0189693940301803</c:v>
                </c:pt>
                <c:pt idx="3897">
                  <c:v>7.0174185969504403</c:v>
                </c:pt>
                <c:pt idx="3898">
                  <c:v>7.0168549646005136</c:v>
                </c:pt>
                <c:pt idx="3899">
                  <c:v>7.0158167899210016</c:v>
                </c:pt>
                <c:pt idx="3900">
                  <c:v>7.0149287279837269</c:v>
                </c:pt>
                <c:pt idx="3901">
                  <c:v>7.0155044229647263</c:v>
                </c:pt>
                <c:pt idx="3902">
                  <c:v>7.0175280278780807</c:v>
                </c:pt>
                <c:pt idx="3903">
                  <c:v>7.0189274507639663</c:v>
                </c:pt>
                <c:pt idx="3904">
                  <c:v>7.0191936170548255</c:v>
                </c:pt>
                <c:pt idx="3905">
                  <c:v>7.0185669121241272</c:v>
                </c:pt>
                <c:pt idx="3906">
                  <c:v>7.0172630441981108</c:v>
                </c:pt>
                <c:pt idx="3907">
                  <c:v>7.0169818981693179</c:v>
                </c:pt>
                <c:pt idx="3908">
                  <c:v>7.0171369778772927</c:v>
                </c:pt>
                <c:pt idx="3909">
                  <c:v>7.0170696478973182</c:v>
                </c:pt>
                <c:pt idx="3910">
                  <c:v>7.016189627714092</c:v>
                </c:pt>
                <c:pt idx="3911">
                  <c:v>7.0162428452041183</c:v>
                </c:pt>
                <c:pt idx="3912">
                  <c:v>7.0164578438638259</c:v>
                </c:pt>
                <c:pt idx="3913">
                  <c:v>7.0149728787902683</c:v>
                </c:pt>
                <c:pt idx="3914">
                  <c:v>7.0132425613775053</c:v>
                </c:pt>
                <c:pt idx="3915">
                  <c:v>7.0125501032813506</c:v>
                </c:pt>
                <c:pt idx="3916">
                  <c:v>7.0123622258313754</c:v>
                </c:pt>
                <c:pt idx="3917">
                  <c:v>7.0135881202794117</c:v>
                </c:pt>
                <c:pt idx="3918">
                  <c:v>7.0159343414434163</c:v>
                </c:pt>
                <c:pt idx="3919">
                  <c:v>7.0184591368517317</c:v>
                </c:pt>
                <c:pt idx="3920">
                  <c:v>7.0184641038174682</c:v>
                </c:pt>
                <c:pt idx="3921">
                  <c:v>7.0189953326290224</c:v>
                </c:pt>
                <c:pt idx="3922">
                  <c:v>7.0198624229331905</c:v>
                </c:pt>
                <c:pt idx="3923">
                  <c:v>7.0202194925810879</c:v>
                </c:pt>
                <c:pt idx="3924">
                  <c:v>7.019047998233968</c:v>
                </c:pt>
                <c:pt idx="3925">
                  <c:v>7.0179073306106998</c:v>
                </c:pt>
                <c:pt idx="3926">
                  <c:v>7.0178146927576908</c:v>
                </c:pt>
                <c:pt idx="3927">
                  <c:v>7.0160049038931547</c:v>
                </c:pt>
                <c:pt idx="3928">
                  <c:v>7.0154960658477741</c:v>
                </c:pt>
                <c:pt idx="3929">
                  <c:v>7.0156587931061667</c:v>
                </c:pt>
                <c:pt idx="3930">
                  <c:v>7.0144124000693795</c:v>
                </c:pt>
                <c:pt idx="3931">
                  <c:v>7.0135931660858732</c:v>
                </c:pt>
                <c:pt idx="3932">
                  <c:v>7.0141852599378733</c:v>
                </c:pt>
                <c:pt idx="3933">
                  <c:v>7.0148221353222224</c:v>
                </c:pt>
                <c:pt idx="3934">
                  <c:v>7.0149976347782212</c:v>
                </c:pt>
                <c:pt idx="3935">
                  <c:v>7.0144106655734086</c:v>
                </c:pt>
                <c:pt idx="3936">
                  <c:v>7.014020561661332</c:v>
                </c:pt>
                <c:pt idx="3937">
                  <c:v>7.0141165108248318</c:v>
                </c:pt>
                <c:pt idx="3938">
                  <c:v>7.0152895031457447</c:v>
                </c:pt>
                <c:pt idx="3939">
                  <c:v>7.0156165344770498</c:v>
                </c:pt>
                <c:pt idx="3940">
                  <c:v>7.0151199955849197</c:v>
                </c:pt>
                <c:pt idx="3941">
                  <c:v>7.0148198489411691</c:v>
                </c:pt>
                <c:pt idx="3942">
                  <c:v>7.0155877576120718</c:v>
                </c:pt>
                <c:pt idx="3943">
                  <c:v>7.0161364102240658</c:v>
                </c:pt>
                <c:pt idx="3944">
                  <c:v>7.0162147779056747</c:v>
                </c:pt>
                <c:pt idx="3945">
                  <c:v>7.0158518740440563</c:v>
                </c:pt>
                <c:pt idx="3946">
                  <c:v>7.0153605386398397</c:v>
                </c:pt>
                <c:pt idx="3947">
                  <c:v>7.0136524543117993</c:v>
                </c:pt>
                <c:pt idx="3948">
                  <c:v>7.0130456172440434</c:v>
                </c:pt>
                <c:pt idx="3949">
                  <c:v>7.0133008246739932</c:v>
                </c:pt>
                <c:pt idx="3950">
                  <c:v>7.0131537867200677</c:v>
                </c:pt>
                <c:pt idx="3951">
                  <c:v>7.012936028634952</c:v>
                </c:pt>
                <c:pt idx="3952">
                  <c:v>7.014459389142055</c:v>
                </c:pt>
                <c:pt idx="3953">
                  <c:v>7.0165620713035528</c:v>
                </c:pt>
                <c:pt idx="3954">
                  <c:v>7.0173533168293414</c:v>
                </c:pt>
                <c:pt idx="3955">
                  <c:v>7.0181563884640248</c:v>
                </c:pt>
                <c:pt idx="3956">
                  <c:v>7.0186530061968808</c:v>
                </c:pt>
                <c:pt idx="3957">
                  <c:v>7.0192470710670305</c:v>
                </c:pt>
                <c:pt idx="3958">
                  <c:v>7.0203159147889433</c:v>
                </c:pt>
                <c:pt idx="3959">
                  <c:v>7.020436619940396</c:v>
                </c:pt>
                <c:pt idx="3960">
                  <c:v>7.0196400132452421</c:v>
                </c:pt>
                <c:pt idx="3961">
                  <c:v>7.0197369084974532</c:v>
                </c:pt>
                <c:pt idx="3962">
                  <c:v>7.018587489553604</c:v>
                </c:pt>
                <c:pt idx="3963">
                  <c:v>7.0177225279490374</c:v>
                </c:pt>
                <c:pt idx="3964">
                  <c:v>7.0182461092101738</c:v>
                </c:pt>
                <c:pt idx="3965">
                  <c:v>7.018422475914158</c:v>
                </c:pt>
                <c:pt idx="3966">
                  <c:v>7.0190150428105138</c:v>
                </c:pt>
                <c:pt idx="3967">
                  <c:v>7.0198175625601165</c:v>
                </c:pt>
                <c:pt idx="3968">
                  <c:v>7.0196650057553729</c:v>
                </c:pt>
                <c:pt idx="3969">
                  <c:v>7.0186474873460636</c:v>
                </c:pt>
                <c:pt idx="3970">
                  <c:v>7.0192403696053232</c:v>
                </c:pt>
                <c:pt idx="3971">
                  <c:v>7.0182584083634243</c:v>
                </c:pt>
                <c:pt idx="3972">
                  <c:v>7.0171721408410725</c:v>
                </c:pt>
                <c:pt idx="3973">
                  <c:v>7.0163252337627524</c:v>
                </c:pt>
                <c:pt idx="3974">
                  <c:v>7.0163470726438453</c:v>
                </c:pt>
                <c:pt idx="3975">
                  <c:v>7.0156830760497639</c:v>
                </c:pt>
                <c:pt idx="3976">
                  <c:v>7.0163472303252972</c:v>
                </c:pt>
                <c:pt idx="3977">
                  <c:v>7.0171039436131126</c:v>
                </c:pt>
                <c:pt idx="3978">
                  <c:v>7.0166572320597931</c:v>
                </c:pt>
                <c:pt idx="3979">
                  <c:v>7.0161180403349155</c:v>
                </c:pt>
                <c:pt idx="3980">
                  <c:v>7.0153691322789697</c:v>
                </c:pt>
                <c:pt idx="3981">
                  <c:v>7.0143677762184833</c:v>
                </c:pt>
                <c:pt idx="3982">
                  <c:v>7.0140645547864207</c:v>
                </c:pt>
                <c:pt idx="3983">
                  <c:v>7.01462597959602</c:v>
                </c:pt>
                <c:pt idx="3984">
                  <c:v>7.014614311168577</c:v>
                </c:pt>
                <c:pt idx="3985">
                  <c:v>7.0141237641716208</c:v>
                </c:pt>
                <c:pt idx="3986">
                  <c:v>7.0141255775083176</c:v>
                </c:pt>
                <c:pt idx="3987">
                  <c:v>7.0135074662167494</c:v>
                </c:pt>
                <c:pt idx="3988">
                  <c:v>7.0135629700878281</c:v>
                </c:pt>
                <c:pt idx="3989">
                  <c:v>7.0136690897049778</c:v>
                </c:pt>
                <c:pt idx="3990">
                  <c:v>7.013774420914868</c:v>
                </c:pt>
                <c:pt idx="3991">
                  <c:v>7.013353096075309</c:v>
                </c:pt>
                <c:pt idx="3992">
                  <c:v>7.0137271164792887</c:v>
                </c:pt>
                <c:pt idx="3993">
                  <c:v>7.0145346031946261</c:v>
                </c:pt>
                <c:pt idx="3994">
                  <c:v>7.0177471262555384</c:v>
                </c:pt>
                <c:pt idx="3995">
                  <c:v>7.0197931219350664</c:v>
                </c:pt>
                <c:pt idx="3996">
                  <c:v>7.0183883378798155</c:v>
                </c:pt>
                <c:pt idx="3997">
                  <c:v>7.0157756350620479</c:v>
                </c:pt>
                <c:pt idx="3998">
                  <c:v>7.0139254009050918</c:v>
                </c:pt>
                <c:pt idx="3999">
                  <c:v>7.0129916901874836</c:v>
                </c:pt>
                <c:pt idx="4000">
                  <c:v>7.0123648275753325</c:v>
                </c:pt>
                <c:pt idx="4001">
                  <c:v>7.0152906857566348</c:v>
                </c:pt>
                <c:pt idx="4002">
                  <c:v>7.0168158596004355</c:v>
                </c:pt>
                <c:pt idx="4003">
                  <c:v>7.0165310868982482</c:v>
                </c:pt>
                <c:pt idx="4004">
                  <c:v>7.0168395906589511</c:v>
                </c:pt>
                <c:pt idx="4005">
                  <c:v>7.015475961462653</c:v>
                </c:pt>
                <c:pt idx="4006">
                  <c:v>7.013360428262823</c:v>
                </c:pt>
                <c:pt idx="4007">
                  <c:v>7.0114167678455983</c:v>
                </c:pt>
                <c:pt idx="4008">
                  <c:v>7.0120172188145506</c:v>
                </c:pt>
                <c:pt idx="4009">
                  <c:v>7.0133958277487816</c:v>
                </c:pt>
                <c:pt idx="4010">
                  <c:v>7.0146554660275315</c:v>
                </c:pt>
                <c:pt idx="4011">
                  <c:v>7.016589350194737</c:v>
                </c:pt>
                <c:pt idx="4012">
                  <c:v>7.0170965325848718</c:v>
                </c:pt>
                <c:pt idx="4013">
                  <c:v>7.0158992573203616</c:v>
                </c:pt>
                <c:pt idx="4014">
                  <c:v>7.0152481117646133</c:v>
                </c:pt>
                <c:pt idx="4015">
                  <c:v>7.0162863652848513</c:v>
                </c:pt>
                <c:pt idx="4016">
                  <c:v>7.0191491508853812</c:v>
                </c:pt>
                <c:pt idx="4017">
                  <c:v>7.0205875210898938</c:v>
                </c:pt>
                <c:pt idx="4018">
                  <c:v>7.0199228937700058</c:v>
                </c:pt>
                <c:pt idx="4019">
                  <c:v>7.0197611126003245</c:v>
                </c:pt>
                <c:pt idx="4020">
                  <c:v>7.0185536668821644</c:v>
                </c:pt>
                <c:pt idx="4021">
                  <c:v>7.0172342673331336</c:v>
                </c:pt>
                <c:pt idx="4022">
                  <c:v>7.0174690550150585</c:v>
                </c:pt>
                <c:pt idx="4023">
                  <c:v>7.0194729497469215</c:v>
                </c:pt>
                <c:pt idx="4024">
                  <c:v>7.0206567432472919</c:v>
                </c:pt>
                <c:pt idx="4025">
                  <c:v>7.0209151831470065</c:v>
                </c:pt>
                <c:pt idx="4026">
                  <c:v>7.0190185906431823</c:v>
                </c:pt>
                <c:pt idx="4027">
                  <c:v>7.0181803560447182</c:v>
                </c:pt>
                <c:pt idx="4028">
                  <c:v>7.0166581781485045</c:v>
                </c:pt>
                <c:pt idx="4029">
                  <c:v>7.0156599757170568</c:v>
                </c:pt>
                <c:pt idx="4030">
                  <c:v>7.0165783913338275</c:v>
                </c:pt>
                <c:pt idx="4031">
                  <c:v>7.0150584998186662</c:v>
                </c:pt>
                <c:pt idx="4032">
                  <c:v>7.0145771771866476</c:v>
                </c:pt>
                <c:pt idx="4033">
                  <c:v>7.013885901701383</c:v>
                </c:pt>
                <c:pt idx="4034">
                  <c:v>7.0115158706381369</c:v>
                </c:pt>
                <c:pt idx="4035">
                  <c:v>7.0123620681499235</c:v>
                </c:pt>
                <c:pt idx="4036">
                  <c:v>7.014069915955786</c:v>
                </c:pt>
                <c:pt idx="4037">
                  <c:v>7.0146888156546146</c:v>
                </c:pt>
                <c:pt idx="4038">
                  <c:v>7.0146817988300034</c:v>
                </c:pt>
                <c:pt idx="4039">
                  <c:v>7.0159954430060392</c:v>
                </c:pt>
                <c:pt idx="4040">
                  <c:v>7.0161724404358319</c:v>
                </c:pt>
                <c:pt idx="4041">
                  <c:v>7.0150057553729956</c:v>
                </c:pt>
                <c:pt idx="4042">
                  <c:v>7.0144114539806681</c:v>
                </c:pt>
                <c:pt idx="4043">
                  <c:v>7.0155373783881805</c:v>
                </c:pt>
                <c:pt idx="4044">
                  <c:v>7.0158271180561034</c:v>
                </c:pt>
                <c:pt idx="4045">
                  <c:v>7.0143501947365934</c:v>
                </c:pt>
                <c:pt idx="4046">
                  <c:v>7.0139995900282246</c:v>
                </c:pt>
                <c:pt idx="4047">
                  <c:v>7.0161662120184802</c:v>
                </c:pt>
                <c:pt idx="4048">
                  <c:v>7.01790401930021</c:v>
                </c:pt>
                <c:pt idx="4049">
                  <c:v>7.0179645689777512</c:v>
                </c:pt>
                <c:pt idx="4050">
                  <c:v>7.0173737365773663</c:v>
                </c:pt>
                <c:pt idx="4051">
                  <c:v>7.0179097746732051</c:v>
                </c:pt>
                <c:pt idx="4052">
                  <c:v>7.0195178889607215</c:v>
                </c:pt>
                <c:pt idx="4053">
                  <c:v>7.0194557624686604</c:v>
                </c:pt>
                <c:pt idx="4054">
                  <c:v>7.0172341096516817</c:v>
                </c:pt>
                <c:pt idx="4055">
                  <c:v>7.0168927293082515</c:v>
                </c:pt>
                <c:pt idx="4056">
                  <c:v>7.0182073984137245</c:v>
                </c:pt>
                <c:pt idx="4057">
                  <c:v>7.0169736987338176</c:v>
                </c:pt>
                <c:pt idx="4058">
                  <c:v>7.0149521436793387</c:v>
                </c:pt>
                <c:pt idx="4059">
                  <c:v>7.0146106056544566</c:v>
                </c:pt>
                <c:pt idx="4060">
                  <c:v>7.0154259764423914</c:v>
                </c:pt>
                <c:pt idx="4061">
                  <c:v>7.0153064539018279</c:v>
                </c:pt>
                <c:pt idx="4062">
                  <c:v>7.0153983033475775</c:v>
                </c:pt>
                <c:pt idx="4063">
                  <c:v>7.0157533231365994</c:v>
                </c:pt>
                <c:pt idx="4064">
                  <c:v>7.0151766820668886</c:v>
                </c:pt>
                <c:pt idx="4065">
                  <c:v>7.0133929894826474</c:v>
                </c:pt>
                <c:pt idx="4066">
                  <c:v>7.0123284031599367</c:v>
                </c:pt>
                <c:pt idx="4067">
                  <c:v>7.0128986581308439</c:v>
                </c:pt>
                <c:pt idx="4068">
                  <c:v>7.0156654157271481</c:v>
                </c:pt>
                <c:pt idx="4069">
                  <c:v>7.0181456661252941</c:v>
                </c:pt>
                <c:pt idx="4070">
                  <c:v>7.018384790047147</c:v>
                </c:pt>
                <c:pt idx="4071">
                  <c:v>7.017306170075214</c:v>
                </c:pt>
                <c:pt idx="4072">
                  <c:v>7.0160863463630774</c:v>
                </c:pt>
                <c:pt idx="4073">
                  <c:v>7.0155924092149045</c:v>
                </c:pt>
                <c:pt idx="4074">
                  <c:v>7.0169229253062966</c:v>
                </c:pt>
                <c:pt idx="4075">
                  <c:v>7.0185707753196995</c:v>
                </c:pt>
                <c:pt idx="4076">
                  <c:v>7.0184502278496979</c:v>
                </c:pt>
                <c:pt idx="4077">
                  <c:v>7.0193779466721331</c:v>
                </c:pt>
                <c:pt idx="4078">
                  <c:v>7.0202654567243252</c:v>
                </c:pt>
                <c:pt idx="4079">
                  <c:v>7.0179365016793076</c:v>
                </c:pt>
                <c:pt idx="4080">
                  <c:v>7.0160108957883285</c:v>
                </c:pt>
                <c:pt idx="4081">
                  <c:v>7.0155096264526406</c:v>
                </c:pt>
                <c:pt idx="4082">
                  <c:v>7.0141411879720588</c:v>
                </c:pt>
                <c:pt idx="4083">
                  <c:v>7.0143219697566979</c:v>
                </c:pt>
                <c:pt idx="4084">
                  <c:v>7.015805988741544</c:v>
                </c:pt>
                <c:pt idx="4085">
                  <c:v>7.0177442091486775</c:v>
                </c:pt>
                <c:pt idx="4086">
                  <c:v>7.0180602027783472</c:v>
                </c:pt>
                <c:pt idx="4087">
                  <c:v>7.0174180450653587</c:v>
                </c:pt>
                <c:pt idx="4088">
                  <c:v>7.0167496333906243</c:v>
                </c:pt>
                <c:pt idx="4089">
                  <c:v>7.0165496144688504</c:v>
                </c:pt>
                <c:pt idx="4090">
                  <c:v>7.0171953200145065</c:v>
                </c:pt>
                <c:pt idx="4091">
                  <c:v>7.0177755877576118</c:v>
                </c:pt>
                <c:pt idx="4092">
                  <c:v>7.0176842901969438</c:v>
                </c:pt>
                <c:pt idx="4093">
                  <c:v>7.017875163594506</c:v>
                </c:pt>
                <c:pt idx="4094">
                  <c:v>7.018213863353254</c:v>
                </c:pt>
                <c:pt idx="4095">
                  <c:v>7.0184145130008355</c:v>
                </c:pt>
                <c:pt idx="4096">
                  <c:v>7.0176078146927576</c:v>
                </c:pt>
                <c:pt idx="4097">
                  <c:v>7.0159418313123831</c:v>
                </c:pt>
                <c:pt idx="4098">
                  <c:v>7.015191977167726</c:v>
                </c:pt>
                <c:pt idx="4099">
                  <c:v>7.0151027294659327</c:v>
                </c:pt>
                <c:pt idx="4100">
                  <c:v>7.0129804948043963</c:v>
                </c:pt>
                <c:pt idx="4101">
                  <c:v>7.0118315489049019</c:v>
                </c:pt>
                <c:pt idx="4102">
                  <c:v>7.0129831753890786</c:v>
                </c:pt>
                <c:pt idx="4103">
                  <c:v>7.0148339614311173</c:v>
                </c:pt>
                <c:pt idx="4104">
                  <c:v>7.0165063309102953</c:v>
                </c:pt>
                <c:pt idx="4105">
                  <c:v>7.0170780050142705</c:v>
                </c:pt>
                <c:pt idx="4106">
                  <c:v>7.0162301518472381</c:v>
                </c:pt>
                <c:pt idx="4107">
                  <c:v>7.0162168277645502</c:v>
                </c:pt>
                <c:pt idx="4108">
                  <c:v>7.0163897254765919</c:v>
                </c:pt>
                <c:pt idx="4109">
                  <c:v>7.0165814661221404</c:v>
                </c:pt>
                <c:pt idx="4110">
                  <c:v>7.0174469796117886</c:v>
                </c:pt>
                <c:pt idx="4111">
                  <c:v>7.0189317081631684</c:v>
                </c:pt>
                <c:pt idx="4112">
                  <c:v>7.0180495592803416</c:v>
                </c:pt>
                <c:pt idx="4113">
                  <c:v>7.0174628265977077</c:v>
                </c:pt>
                <c:pt idx="4114">
                  <c:v>7.0180266166290863</c:v>
                </c:pt>
                <c:pt idx="4115">
                  <c:v>7.0191269178006594</c:v>
                </c:pt>
                <c:pt idx="4116">
                  <c:v>7.0205206641542759</c:v>
                </c:pt>
                <c:pt idx="4117">
                  <c:v>7.0203241142244437</c:v>
                </c:pt>
                <c:pt idx="4118">
                  <c:v>7.0180816474558094</c:v>
                </c:pt>
                <c:pt idx="4119">
                  <c:v>7.0161588798309653</c:v>
                </c:pt>
                <c:pt idx="4120">
                  <c:v>7.0159239344675886</c:v>
                </c:pt>
                <c:pt idx="4121">
                  <c:v>7.018171998927766</c:v>
                </c:pt>
                <c:pt idx="4122">
                  <c:v>7.0193101436478029</c:v>
                </c:pt>
                <c:pt idx="4123">
                  <c:v>7.016467698954572</c:v>
                </c:pt>
                <c:pt idx="4124">
                  <c:v>7.0142398177202416</c:v>
                </c:pt>
                <c:pt idx="4125">
                  <c:v>7.0133537268011166</c:v>
                </c:pt>
                <c:pt idx="4126">
                  <c:v>7.0140257651492455</c:v>
                </c:pt>
                <c:pt idx="4127">
                  <c:v>7.0165093268578813</c:v>
                </c:pt>
                <c:pt idx="4128">
                  <c:v>7.0156550087513203</c:v>
                </c:pt>
                <c:pt idx="4129">
                  <c:v>7.013541367728914</c:v>
                </c:pt>
                <c:pt idx="4130">
                  <c:v>7.0150217600403666</c:v>
                </c:pt>
                <c:pt idx="4131">
                  <c:v>7.0160163357984198</c:v>
                </c:pt>
                <c:pt idx="4132">
                  <c:v>7.014430454595626</c:v>
                </c:pt>
                <c:pt idx="4133">
                  <c:v>7.0138723410965165</c:v>
                </c:pt>
                <c:pt idx="4134">
                  <c:v>7.0134917769122822</c:v>
                </c:pt>
                <c:pt idx="4135">
                  <c:v>7.0131580441192707</c:v>
                </c:pt>
                <c:pt idx="4136">
                  <c:v>7.0130106119617146</c:v>
                </c:pt>
                <c:pt idx="4137">
                  <c:v>7.0130492439174379</c:v>
                </c:pt>
                <c:pt idx="4138">
                  <c:v>7.0143395512385878</c:v>
                </c:pt>
                <c:pt idx="4139">
                  <c:v>7.0160795660606441</c:v>
                </c:pt>
                <c:pt idx="4140">
                  <c:v>7.0152682161497344</c:v>
                </c:pt>
                <c:pt idx="4141">
                  <c:v>7.0145733928318013</c:v>
                </c:pt>
                <c:pt idx="4142">
                  <c:v>7.0140570649174538</c:v>
                </c:pt>
                <c:pt idx="4143">
                  <c:v>7.0149037354735961</c:v>
                </c:pt>
                <c:pt idx="4144">
                  <c:v>7.0160935208691404</c:v>
                </c:pt>
                <c:pt idx="4145">
                  <c:v>7.0161292357180027</c:v>
                </c:pt>
                <c:pt idx="4146">
                  <c:v>7.0168403002254847</c:v>
                </c:pt>
                <c:pt idx="4147">
                  <c:v>7.016538576767215</c:v>
                </c:pt>
                <c:pt idx="4148">
                  <c:v>7.0146709976505468</c:v>
                </c:pt>
                <c:pt idx="4149">
                  <c:v>7.0132949116195462</c:v>
                </c:pt>
                <c:pt idx="4150">
                  <c:v>7.0136183951181819</c:v>
                </c:pt>
                <c:pt idx="4151">
                  <c:v>7.0147718349390562</c:v>
                </c:pt>
                <c:pt idx="4152">
                  <c:v>7.0154799823396772</c:v>
                </c:pt>
                <c:pt idx="4153">
                  <c:v>7.0162739872908748</c:v>
                </c:pt>
                <c:pt idx="4154">
                  <c:v>7.015821993408915</c:v>
                </c:pt>
                <c:pt idx="4155">
                  <c:v>7.0137180497958029</c:v>
                </c:pt>
                <c:pt idx="4156">
                  <c:v>7.0139904445040129</c:v>
                </c:pt>
                <c:pt idx="4157">
                  <c:v>7.0164261498919878</c:v>
                </c:pt>
                <c:pt idx="4158">
                  <c:v>7.0161352276131757</c:v>
                </c:pt>
                <c:pt idx="4159">
                  <c:v>7.0145982276604801</c:v>
                </c:pt>
                <c:pt idx="4160">
                  <c:v>7.014706949021587</c:v>
                </c:pt>
                <c:pt idx="4161">
                  <c:v>7.0147959602012016</c:v>
                </c:pt>
                <c:pt idx="4162">
                  <c:v>7.015975417461644</c:v>
                </c:pt>
                <c:pt idx="4163">
                  <c:v>7.0178265188665856</c:v>
                </c:pt>
                <c:pt idx="4164">
                  <c:v>7.01741039751494</c:v>
                </c:pt>
                <c:pt idx="4165">
                  <c:v>7.0171271227865466</c:v>
                </c:pt>
                <c:pt idx="4166">
                  <c:v>7.0174386224948355</c:v>
                </c:pt>
                <c:pt idx="4167">
                  <c:v>7.0164930856683325</c:v>
                </c:pt>
                <c:pt idx="4168">
                  <c:v>7.0171802614358469</c:v>
                </c:pt>
                <c:pt idx="4169">
                  <c:v>7.0187371292514857</c:v>
                </c:pt>
                <c:pt idx="4170">
                  <c:v>7.0200990239518122</c:v>
                </c:pt>
                <c:pt idx="4171">
                  <c:v>7.0195768618237437</c:v>
                </c:pt>
                <c:pt idx="4172">
                  <c:v>7.017579747394314</c:v>
                </c:pt>
                <c:pt idx="4173">
                  <c:v>7.0164147179867236</c:v>
                </c:pt>
                <c:pt idx="4174">
                  <c:v>7.0173136599441808</c:v>
                </c:pt>
                <c:pt idx="4175">
                  <c:v>7.0185279648055001</c:v>
                </c:pt>
                <c:pt idx="4176">
                  <c:v>7.019315899020798</c:v>
                </c:pt>
                <c:pt idx="4177">
                  <c:v>7.0202887935792111</c:v>
                </c:pt>
                <c:pt idx="4178">
                  <c:v>7.0209854302338419</c:v>
                </c:pt>
                <c:pt idx="4179">
                  <c:v>7.0215683785616294</c:v>
                </c:pt>
                <c:pt idx="4180">
                  <c:v>7.0226117567290558</c:v>
                </c:pt>
                <c:pt idx="4181">
                  <c:v>7.0243270944038851</c:v>
                </c:pt>
                <c:pt idx="4182">
                  <c:v>7.0242922468030082</c:v>
                </c:pt>
                <c:pt idx="4183">
                  <c:v>7.0224803292388716</c:v>
                </c:pt>
                <c:pt idx="4184">
                  <c:v>7.0192785285166908</c:v>
                </c:pt>
                <c:pt idx="4185">
                  <c:v>7.0166537630678505</c:v>
                </c:pt>
                <c:pt idx="4186">
                  <c:v>7.0164494079061477</c:v>
                </c:pt>
                <c:pt idx="4187">
                  <c:v>7.0153416168656078</c:v>
                </c:pt>
                <c:pt idx="4188">
                  <c:v>7.015006701461707</c:v>
                </c:pt>
                <c:pt idx="4189">
                  <c:v>7.0155553540737001</c:v>
                </c:pt>
                <c:pt idx="4190">
                  <c:v>7.0156503571484885</c:v>
                </c:pt>
                <c:pt idx="4191">
                  <c:v>7.0161194594679825</c:v>
                </c:pt>
                <c:pt idx="4192">
                  <c:v>7.0163111212728051</c:v>
                </c:pt>
                <c:pt idx="4193">
                  <c:v>7.0175843989971458</c:v>
                </c:pt>
                <c:pt idx="4194">
                  <c:v>7.0182199340891529</c:v>
                </c:pt>
                <c:pt idx="4195">
                  <c:v>7.0163193207083054</c:v>
                </c:pt>
                <c:pt idx="4196">
                  <c:v>7.0154214036802847</c:v>
                </c:pt>
                <c:pt idx="4197">
                  <c:v>7.0150286980242518</c:v>
                </c:pt>
                <c:pt idx="4198">
                  <c:v>7.012704473422791</c:v>
                </c:pt>
                <c:pt idx="4199">
                  <c:v>7.0123864299342467</c:v>
                </c:pt>
                <c:pt idx="4200">
                  <c:v>7.0141131206736151</c:v>
                </c:pt>
                <c:pt idx="4201">
                  <c:v>7.0149456787398101</c:v>
                </c:pt>
                <c:pt idx="4202">
                  <c:v>7.0151777858370519</c:v>
                </c:pt>
                <c:pt idx="4203">
                  <c:v>7.016091234488087</c:v>
                </c:pt>
                <c:pt idx="4204">
                  <c:v>7.0172543717182547</c:v>
                </c:pt>
                <c:pt idx="4205">
                  <c:v>7.0184633154102087</c:v>
                </c:pt>
                <c:pt idx="4206">
                  <c:v>7.0171525883410331</c:v>
                </c:pt>
                <c:pt idx="4207">
                  <c:v>7.0157671991043697</c:v>
                </c:pt>
                <c:pt idx="4208">
                  <c:v>7.0167009886627039</c:v>
                </c:pt>
                <c:pt idx="4209">
                  <c:v>7.0175865276967473</c:v>
                </c:pt>
                <c:pt idx="4210">
                  <c:v>7.0162209274823004</c:v>
                </c:pt>
                <c:pt idx="4211">
                  <c:v>7.0135192134849174</c:v>
                </c:pt>
                <c:pt idx="4212">
                  <c:v>7.0139137324776488</c:v>
                </c:pt>
                <c:pt idx="4213">
                  <c:v>7.0149522225200647</c:v>
                </c:pt>
                <c:pt idx="4214">
                  <c:v>7.0166663775840048</c:v>
                </c:pt>
                <c:pt idx="4215">
                  <c:v>7.0177349059430139</c:v>
                </c:pt>
                <c:pt idx="4216">
                  <c:v>7.0171898011636893</c:v>
                </c:pt>
                <c:pt idx="4217">
                  <c:v>7.0181500023652221</c:v>
                </c:pt>
                <c:pt idx="4218">
                  <c:v>7.019245021208155</c:v>
                </c:pt>
                <c:pt idx="4219">
                  <c:v>7.0172494835932451</c:v>
                </c:pt>
                <c:pt idx="4220">
                  <c:v>7.0138047745943641</c:v>
                </c:pt>
                <c:pt idx="4221">
                  <c:v>7.0098341979532943</c:v>
                </c:pt>
                <c:pt idx="4222">
                  <c:v>7.0083503366499</c:v>
                </c:pt>
                <c:pt idx="4223">
                  <c:v>7.0096678440215081</c:v>
                </c:pt>
                <c:pt idx="4224">
                  <c:v>7.0101122691937752</c:v>
                </c:pt>
                <c:pt idx="4225">
                  <c:v>7.0107122471183718</c:v>
                </c:pt>
                <c:pt idx="4226">
                  <c:v>7.0115934499124872</c:v>
                </c:pt>
                <c:pt idx="4227">
                  <c:v>7.0126729371324048</c:v>
                </c:pt>
                <c:pt idx="4228">
                  <c:v>7.013789006449171</c:v>
                </c:pt>
                <c:pt idx="4229">
                  <c:v>7.0139820085463347</c:v>
                </c:pt>
                <c:pt idx="4230">
                  <c:v>7.0140581686876171</c:v>
                </c:pt>
                <c:pt idx="4231">
                  <c:v>7.0138366262476541</c:v>
                </c:pt>
                <c:pt idx="4232">
                  <c:v>7.0151832258471432</c:v>
                </c:pt>
                <c:pt idx="4233">
                  <c:v>7.0172475914158214</c:v>
                </c:pt>
                <c:pt idx="4234">
                  <c:v>7.017860578060203</c:v>
                </c:pt>
                <c:pt idx="4235">
                  <c:v>7.0161640044781528</c:v>
                </c:pt>
                <c:pt idx="4236">
                  <c:v>7.0158208896387517</c:v>
                </c:pt>
                <c:pt idx="4237">
                  <c:v>7.0163082041659441</c:v>
                </c:pt>
                <c:pt idx="4238">
                  <c:v>7.0139445592015015</c:v>
                </c:pt>
                <c:pt idx="4239">
                  <c:v>7.011589507876189</c:v>
                </c:pt>
                <c:pt idx="4240">
                  <c:v>7.0138314227597407</c:v>
                </c:pt>
                <c:pt idx="4241">
                  <c:v>7.0171644144499279</c:v>
                </c:pt>
                <c:pt idx="4242">
                  <c:v>7.0184457339283179</c:v>
                </c:pt>
                <c:pt idx="4243">
                  <c:v>7.0176950125356754</c:v>
                </c:pt>
                <c:pt idx="4244">
                  <c:v>7.016196881060881</c:v>
                </c:pt>
                <c:pt idx="4245">
                  <c:v>7.016279427300967</c:v>
                </c:pt>
                <c:pt idx="4246">
                  <c:v>7.0169804790362509</c:v>
                </c:pt>
                <c:pt idx="4247">
                  <c:v>7.0158689036408646</c:v>
                </c:pt>
                <c:pt idx="4248">
                  <c:v>7.0154911777227644</c:v>
                </c:pt>
                <c:pt idx="4249">
                  <c:v>7.013755735662814</c:v>
                </c:pt>
                <c:pt idx="4250">
                  <c:v>7.0137028335356915</c:v>
                </c:pt>
                <c:pt idx="4251">
                  <c:v>7.0150213658367369</c:v>
                </c:pt>
                <c:pt idx="4252">
                  <c:v>7.0166752077453127</c:v>
                </c:pt>
                <c:pt idx="4253">
                  <c:v>7.0202999101215724</c:v>
                </c:pt>
                <c:pt idx="4254">
                  <c:v>7.0221125372522426</c:v>
                </c:pt>
                <c:pt idx="4255">
                  <c:v>7.0217076901244111</c:v>
                </c:pt>
                <c:pt idx="4256">
                  <c:v>7.0194813068638737</c:v>
                </c:pt>
                <c:pt idx="4257">
                  <c:v>7.015840757501695</c:v>
                </c:pt>
                <c:pt idx="4258">
                  <c:v>7.0145415411785113</c:v>
                </c:pt>
                <c:pt idx="4259">
                  <c:v>7.0159242498304923</c:v>
                </c:pt>
                <c:pt idx="4260">
                  <c:v>7.0164824421703278</c:v>
                </c:pt>
                <c:pt idx="4261">
                  <c:v>7.0154352008073291</c:v>
                </c:pt>
                <c:pt idx="4262">
                  <c:v>7.0137442249168229</c:v>
                </c:pt>
                <c:pt idx="4263">
                  <c:v>7.0132006969520173</c:v>
                </c:pt>
                <c:pt idx="4264">
                  <c:v>7.013580472728993</c:v>
                </c:pt>
                <c:pt idx="4265">
                  <c:v>7.0141979532947536</c:v>
                </c:pt>
                <c:pt idx="4266">
                  <c:v>7.014766316088239</c:v>
                </c:pt>
                <c:pt idx="4267">
                  <c:v>7.0148095996467932</c:v>
                </c:pt>
                <c:pt idx="4268">
                  <c:v>7.0139515760261117</c:v>
                </c:pt>
                <c:pt idx="4269">
                  <c:v>7.0140034532237969</c:v>
                </c:pt>
                <c:pt idx="4270">
                  <c:v>7.0142752172062002</c:v>
                </c:pt>
                <c:pt idx="4271">
                  <c:v>7.013593560289503</c:v>
                </c:pt>
                <c:pt idx="4272">
                  <c:v>7.0137793878806036</c:v>
                </c:pt>
                <c:pt idx="4273">
                  <c:v>7.0134567716299534</c:v>
                </c:pt>
                <c:pt idx="4274">
                  <c:v>7.0125392232611681</c:v>
                </c:pt>
                <c:pt idx="4275">
                  <c:v>7.0122655671013421</c:v>
                </c:pt>
                <c:pt idx="4276">
                  <c:v>7.0125310238256677</c:v>
                </c:pt>
                <c:pt idx="4277">
                  <c:v>7.0128856494110599</c:v>
                </c:pt>
                <c:pt idx="4278">
                  <c:v>7.0134221605512543</c:v>
                </c:pt>
                <c:pt idx="4279">
                  <c:v>7.0123487440672356</c:v>
                </c:pt>
                <c:pt idx="4280">
                  <c:v>7.0137604661063717</c:v>
                </c:pt>
                <c:pt idx="4281">
                  <c:v>7.0170346426149894</c:v>
                </c:pt>
                <c:pt idx="4282">
                  <c:v>7.0172021003169398</c:v>
                </c:pt>
                <c:pt idx="4283">
                  <c:v>7.0162959050126936</c:v>
                </c:pt>
                <c:pt idx="4284">
                  <c:v>7.0162963780570493</c:v>
                </c:pt>
                <c:pt idx="4285">
                  <c:v>7.0162237657484354</c:v>
                </c:pt>
                <c:pt idx="4286">
                  <c:v>7.0177252873744465</c:v>
                </c:pt>
                <c:pt idx="4287">
                  <c:v>7.0179804948043962</c:v>
                </c:pt>
                <c:pt idx="4288">
                  <c:v>7.0168747536227309</c:v>
                </c:pt>
                <c:pt idx="4289">
                  <c:v>7.0176138065879314</c:v>
                </c:pt>
                <c:pt idx="4290">
                  <c:v>7.0180800706412905</c:v>
                </c:pt>
                <c:pt idx="4291">
                  <c:v>7.0175616140273416</c:v>
                </c:pt>
                <c:pt idx="4292">
                  <c:v>7.0169189832699983</c:v>
                </c:pt>
                <c:pt idx="4293">
                  <c:v>7.0173971522729781</c:v>
                </c:pt>
                <c:pt idx="4294">
                  <c:v>7.0177987669310458</c:v>
                </c:pt>
                <c:pt idx="4295">
                  <c:v>7.01704694176824</c:v>
                </c:pt>
                <c:pt idx="4296">
                  <c:v>7.0155577981362054</c:v>
                </c:pt>
                <c:pt idx="4297">
                  <c:v>7.0137638562575884</c:v>
                </c:pt>
                <c:pt idx="4298">
                  <c:v>7.0143618631640363</c:v>
                </c:pt>
                <c:pt idx="4299">
                  <c:v>7.0146612214005266</c:v>
                </c:pt>
                <c:pt idx="4300">
                  <c:v>7.0153245872687995</c:v>
                </c:pt>
                <c:pt idx="4301">
                  <c:v>7.0164988410413285</c:v>
                </c:pt>
                <c:pt idx="4302">
                  <c:v>7.0165263564546905</c:v>
                </c:pt>
                <c:pt idx="4303">
                  <c:v>7.0154361468960404</c:v>
                </c:pt>
                <c:pt idx="4304">
                  <c:v>7.0148601365521372</c:v>
                </c:pt>
                <c:pt idx="4305">
                  <c:v>7.0134775855816081</c:v>
                </c:pt>
                <c:pt idx="4306">
                  <c:v>7.0116543937936582</c:v>
                </c:pt>
                <c:pt idx="4307">
                  <c:v>7.0129816774152856</c:v>
                </c:pt>
                <c:pt idx="4308">
                  <c:v>7.0143784985572148</c:v>
                </c:pt>
                <c:pt idx="4309">
                  <c:v>7.0142515649884105</c:v>
                </c:pt>
                <c:pt idx="4310">
                  <c:v>7.0153544679039408</c:v>
                </c:pt>
                <c:pt idx="4311">
                  <c:v>7.017126492060739</c:v>
                </c:pt>
                <c:pt idx="4312">
                  <c:v>7.0181192544820954</c:v>
                </c:pt>
                <c:pt idx="4313">
                  <c:v>7.0183504943313517</c:v>
                </c:pt>
                <c:pt idx="4314">
                  <c:v>7.0193985241016099</c:v>
                </c:pt>
                <c:pt idx="4315">
                  <c:v>7.0208152131064825</c:v>
                </c:pt>
                <c:pt idx="4316">
                  <c:v>7.0202248537504532</c:v>
                </c:pt>
                <c:pt idx="4317">
                  <c:v>7.0203284504643717</c:v>
                </c:pt>
                <c:pt idx="4318">
                  <c:v>7.020291789526798</c:v>
                </c:pt>
                <c:pt idx="4319">
                  <c:v>7.0189326542518806</c:v>
                </c:pt>
                <c:pt idx="4320">
                  <c:v>7.0201740803229313</c:v>
                </c:pt>
                <c:pt idx="4321">
                  <c:v>7.0200096974092938</c:v>
                </c:pt>
                <c:pt idx="4322">
                  <c:v>7.0193512196660306</c:v>
                </c:pt>
                <c:pt idx="4323">
                  <c:v>7.0193974203314466</c:v>
                </c:pt>
                <c:pt idx="4324">
                  <c:v>7.0200675665021519</c:v>
                </c:pt>
                <c:pt idx="4325">
                  <c:v>7.0210864252038032</c:v>
                </c:pt>
                <c:pt idx="4326">
                  <c:v>7.0209819612418993</c:v>
                </c:pt>
                <c:pt idx="4327">
                  <c:v>7.0189777511471325</c:v>
                </c:pt>
                <c:pt idx="4328">
                  <c:v>7.0157007363723807</c:v>
                </c:pt>
                <c:pt idx="4329">
                  <c:v>7.0135058894022295</c:v>
                </c:pt>
                <c:pt idx="4330">
                  <c:v>7.014789574102398</c:v>
                </c:pt>
                <c:pt idx="4331">
                  <c:v>7.0178058625963828</c:v>
                </c:pt>
                <c:pt idx="4332">
                  <c:v>7.0196151784165632</c:v>
                </c:pt>
                <c:pt idx="4333">
                  <c:v>7.0181941531717627</c:v>
                </c:pt>
                <c:pt idx="4334">
                  <c:v>7.0164963181380973</c:v>
                </c:pt>
                <c:pt idx="4335">
                  <c:v>7.0148427915924252</c:v>
                </c:pt>
                <c:pt idx="4336">
                  <c:v>7.0146906289913113</c:v>
                </c:pt>
                <c:pt idx="4337">
                  <c:v>7.0153220643655683</c:v>
                </c:pt>
                <c:pt idx="4338">
                  <c:v>7.0173300588151815</c:v>
                </c:pt>
                <c:pt idx="4339">
                  <c:v>7.019314322206279</c:v>
                </c:pt>
                <c:pt idx="4340">
                  <c:v>7.0178917201469595</c:v>
                </c:pt>
                <c:pt idx="4341">
                  <c:v>7.0157746101326097</c:v>
                </c:pt>
                <c:pt idx="4342">
                  <c:v>7.0155059209385202</c:v>
                </c:pt>
                <c:pt idx="4343">
                  <c:v>7.0168078178463871</c:v>
                </c:pt>
                <c:pt idx="4344">
                  <c:v>7.0168823223324237</c:v>
                </c:pt>
                <c:pt idx="4345">
                  <c:v>7.0166677967170719</c:v>
                </c:pt>
                <c:pt idx="4346">
                  <c:v>7.0170467840867881</c:v>
                </c:pt>
                <c:pt idx="4347">
                  <c:v>7.0187965751588637</c:v>
                </c:pt>
                <c:pt idx="4348">
                  <c:v>7.0189141266812785</c:v>
                </c:pt>
                <c:pt idx="4349">
                  <c:v>7.0165868272915057</c:v>
                </c:pt>
                <c:pt idx="4350">
                  <c:v>7.0129223891893595</c:v>
                </c:pt>
                <c:pt idx="4351">
                  <c:v>7.010761207209196</c:v>
                </c:pt>
                <c:pt idx="4352">
                  <c:v>7.0109442753748876</c:v>
                </c:pt>
                <c:pt idx="4353">
                  <c:v>7.0126903609328437</c:v>
                </c:pt>
                <c:pt idx="4354">
                  <c:v>7.0129928727983728</c:v>
                </c:pt>
                <c:pt idx="4355">
                  <c:v>7.0137874296346521</c:v>
                </c:pt>
                <c:pt idx="4356">
                  <c:v>7.0143627304120217</c:v>
                </c:pt>
                <c:pt idx="4357">
                  <c:v>7.0131880035951371</c:v>
                </c:pt>
                <c:pt idx="4358">
                  <c:v>7.0142693829924783</c:v>
                </c:pt>
                <c:pt idx="4359">
                  <c:v>7.0166327914347439</c:v>
                </c:pt>
                <c:pt idx="4360">
                  <c:v>7.0167426165660132</c:v>
                </c:pt>
                <c:pt idx="4361">
                  <c:v>7.015273104274744</c:v>
                </c:pt>
                <c:pt idx="4362">
                  <c:v>7.014799665715322</c:v>
                </c:pt>
                <c:pt idx="4363">
                  <c:v>7.013736971570034</c:v>
                </c:pt>
                <c:pt idx="4364">
                  <c:v>7.0133637395733137</c:v>
                </c:pt>
                <c:pt idx="4365">
                  <c:v>7.015373153155994</c:v>
                </c:pt>
                <c:pt idx="4366">
                  <c:v>7.0167331556788977</c:v>
                </c:pt>
                <c:pt idx="4367">
                  <c:v>7.0163065485106983</c:v>
                </c:pt>
                <c:pt idx="4368">
                  <c:v>7.014715700342169</c:v>
                </c:pt>
                <c:pt idx="4369">
                  <c:v>7.0148693609170749</c:v>
                </c:pt>
                <c:pt idx="4370">
                  <c:v>7.0141078383449758</c:v>
                </c:pt>
                <c:pt idx="4371">
                  <c:v>7.012362777716457</c:v>
                </c:pt>
                <c:pt idx="4372">
                  <c:v>7.0093053343635185</c:v>
                </c:pt>
                <c:pt idx="4373">
                  <c:v>7.0090861571453349</c:v>
                </c:pt>
                <c:pt idx="4374">
                  <c:v>7.0116623567069807</c:v>
                </c:pt>
                <c:pt idx="4375">
                  <c:v>7.0134218451883505</c:v>
                </c:pt>
                <c:pt idx="4376">
                  <c:v>7.0127302543401822</c:v>
                </c:pt>
                <c:pt idx="4377">
                  <c:v>7.0140774846654788</c:v>
                </c:pt>
                <c:pt idx="4378">
                  <c:v>7.016328702754695</c:v>
                </c:pt>
                <c:pt idx="4379">
                  <c:v>7.0180840915183147</c:v>
                </c:pt>
                <c:pt idx="4380">
                  <c:v>7.0190916759961528</c:v>
                </c:pt>
                <c:pt idx="4381">
                  <c:v>7.0180788880304013</c:v>
                </c:pt>
                <c:pt idx="4382">
                  <c:v>7.0179884577177187</c:v>
                </c:pt>
                <c:pt idx="4383">
                  <c:v>7.0184182973556819</c:v>
                </c:pt>
                <c:pt idx="4384">
                  <c:v>7.0188836941610555</c:v>
                </c:pt>
                <c:pt idx="4385">
                  <c:v>7.018069269461833</c:v>
                </c:pt>
                <c:pt idx="4386">
                  <c:v>7.0172769201658811</c:v>
                </c:pt>
                <c:pt idx="4387">
                  <c:v>7.0162801368675005</c:v>
                </c:pt>
                <c:pt idx="4388">
                  <c:v>7.0172397861839508</c:v>
                </c:pt>
                <c:pt idx="4389">
                  <c:v>7.0193668301297718</c:v>
                </c:pt>
                <c:pt idx="4390">
                  <c:v>7.0198405840520977</c:v>
                </c:pt>
                <c:pt idx="4391">
                  <c:v>7.018131395953894</c:v>
                </c:pt>
                <c:pt idx="4392">
                  <c:v>7.0154915719263942</c:v>
                </c:pt>
                <c:pt idx="4393">
                  <c:v>7.0135510651382074</c:v>
                </c:pt>
                <c:pt idx="4394">
                  <c:v>7.0133729639382523</c:v>
                </c:pt>
                <c:pt idx="4395">
                  <c:v>7.0145421719043188</c:v>
                </c:pt>
                <c:pt idx="4396">
                  <c:v>7.0154864472792067</c:v>
                </c:pt>
                <c:pt idx="4397">
                  <c:v>7.0169066052760209</c:v>
                </c:pt>
                <c:pt idx="4398">
                  <c:v>7.0165485895394122</c:v>
                </c:pt>
                <c:pt idx="4399">
                  <c:v>7.015516406755073</c:v>
                </c:pt>
                <c:pt idx="4400">
                  <c:v>7.0160527602138156</c:v>
                </c:pt>
                <c:pt idx="4401">
                  <c:v>7.0178532458726881</c:v>
                </c:pt>
                <c:pt idx="4402">
                  <c:v>7.0173444078273075</c:v>
                </c:pt>
                <c:pt idx="4403">
                  <c:v>7.0168160172818874</c:v>
                </c:pt>
                <c:pt idx="4404">
                  <c:v>7.016182532048755</c:v>
                </c:pt>
                <c:pt idx="4405">
                  <c:v>7.0159903183588517</c:v>
                </c:pt>
                <c:pt idx="4406">
                  <c:v>7.01602611204844</c:v>
                </c:pt>
                <c:pt idx="4407">
                  <c:v>7.0166391775335466</c:v>
                </c:pt>
                <c:pt idx="4408">
                  <c:v>7.015302117661899</c:v>
                </c:pt>
                <c:pt idx="4409">
                  <c:v>7.0150993393147161</c:v>
                </c:pt>
                <c:pt idx="4410">
                  <c:v>7.0168896545199386</c:v>
                </c:pt>
                <c:pt idx="4411">
                  <c:v>7.0179927939576467</c:v>
                </c:pt>
                <c:pt idx="4412">
                  <c:v>7.0179704820321982</c:v>
                </c:pt>
                <c:pt idx="4413">
                  <c:v>7.0171249152462192</c:v>
                </c:pt>
                <c:pt idx="4414">
                  <c:v>7.0177990034532236</c:v>
                </c:pt>
                <c:pt idx="4415">
                  <c:v>7.0201840142544034</c:v>
                </c:pt>
                <c:pt idx="4416">
                  <c:v>7.0232812721739544</c:v>
                </c:pt>
                <c:pt idx="4417">
                  <c:v>7.0233738311862375</c:v>
                </c:pt>
                <c:pt idx="4418">
                  <c:v>7.0217188855074975</c:v>
                </c:pt>
                <c:pt idx="4419">
                  <c:v>7.0205693088821963</c:v>
                </c:pt>
                <c:pt idx="4420">
                  <c:v>7.0194495340513097</c:v>
                </c:pt>
                <c:pt idx="4421">
                  <c:v>7.0185397909143949</c:v>
                </c:pt>
                <c:pt idx="4422">
                  <c:v>7.0168722307195006</c:v>
                </c:pt>
                <c:pt idx="4423">
                  <c:v>7.0158430438827484</c:v>
                </c:pt>
                <c:pt idx="4424">
                  <c:v>7.0132669231618285</c:v>
                </c:pt>
                <c:pt idx="4425">
                  <c:v>7.0122125861334927</c:v>
                </c:pt>
                <c:pt idx="4426">
                  <c:v>7.0152611993251233</c:v>
                </c:pt>
                <c:pt idx="4427">
                  <c:v>7.0177700689067946</c:v>
                </c:pt>
                <c:pt idx="4428">
                  <c:v>7.0179157665683789</c:v>
                </c:pt>
                <c:pt idx="4429">
                  <c:v>7.0166295589649792</c:v>
                </c:pt>
                <c:pt idx="4430">
                  <c:v>7.0143806272568154</c:v>
                </c:pt>
                <c:pt idx="4431">
                  <c:v>7.0138900802598592</c:v>
                </c:pt>
                <c:pt idx="4432">
                  <c:v>7.0163061543070686</c:v>
                </c:pt>
                <c:pt idx="4433">
                  <c:v>7.0183098913574797</c:v>
                </c:pt>
                <c:pt idx="4434">
                  <c:v>7.0185624182027464</c:v>
                </c:pt>
                <c:pt idx="4435">
                  <c:v>7.0176337532916007</c:v>
                </c:pt>
                <c:pt idx="4436">
                  <c:v>7.0162335419984547</c:v>
                </c:pt>
                <c:pt idx="4437">
                  <c:v>7.0145234866522648</c:v>
                </c:pt>
                <c:pt idx="4438">
                  <c:v>7.0160451126633978</c:v>
                </c:pt>
                <c:pt idx="4439">
                  <c:v>7.0175643734527506</c:v>
                </c:pt>
                <c:pt idx="4440">
                  <c:v>7.0184553524968862</c:v>
                </c:pt>
                <c:pt idx="4441">
                  <c:v>7.018515034926442</c:v>
                </c:pt>
                <c:pt idx="4442">
                  <c:v>7.019289802740504</c:v>
                </c:pt>
                <c:pt idx="4443">
                  <c:v>7.0215627808700862</c:v>
                </c:pt>
                <c:pt idx="4444">
                  <c:v>7.0228787114271745</c:v>
                </c:pt>
                <c:pt idx="4445">
                  <c:v>7.0229957110645076</c:v>
                </c:pt>
                <c:pt idx="4446">
                  <c:v>7.0225579085132219</c:v>
                </c:pt>
                <c:pt idx="4447">
                  <c:v>7.0223097967486083</c:v>
                </c:pt>
                <c:pt idx="4448">
                  <c:v>7.0231110550465949</c:v>
                </c:pt>
                <c:pt idx="4449">
                  <c:v>7.0230662735142468</c:v>
                </c:pt>
                <c:pt idx="4450">
                  <c:v>7.0228396852678223</c:v>
                </c:pt>
                <c:pt idx="4451">
                  <c:v>7.0226053706302531</c:v>
                </c:pt>
                <c:pt idx="4452">
                  <c:v>7.0230497169617934</c:v>
                </c:pt>
                <c:pt idx="4453">
                  <c:v>7.0225076081300557</c:v>
                </c:pt>
                <c:pt idx="4454">
                  <c:v>7.0221805767987515</c:v>
                </c:pt>
                <c:pt idx="4455">
                  <c:v>7.0212295211214304</c:v>
                </c:pt>
                <c:pt idx="4456">
                  <c:v>7.0196515239912332</c:v>
                </c:pt>
                <c:pt idx="4457">
                  <c:v>7.0176814519308097</c:v>
                </c:pt>
                <c:pt idx="4458">
                  <c:v>7.0153175704441884</c:v>
                </c:pt>
                <c:pt idx="4459">
                  <c:v>7.0130915813872816</c:v>
                </c:pt>
                <c:pt idx="4460">
                  <c:v>7.0140711774074012</c:v>
                </c:pt>
                <c:pt idx="4461">
                  <c:v>7.016844084580331</c:v>
                </c:pt>
                <c:pt idx="4462">
                  <c:v>7.018890159100585</c:v>
                </c:pt>
                <c:pt idx="4463">
                  <c:v>7.0217481354168312</c:v>
                </c:pt>
                <c:pt idx="4464">
                  <c:v>7.0219127548526465</c:v>
                </c:pt>
                <c:pt idx="4465">
                  <c:v>7.0195957047572497</c:v>
                </c:pt>
                <c:pt idx="4466">
                  <c:v>7.0192033933048457</c:v>
                </c:pt>
                <c:pt idx="4467">
                  <c:v>7.0196596445860076</c:v>
                </c:pt>
                <c:pt idx="4468">
                  <c:v>7.0192313029218374</c:v>
                </c:pt>
                <c:pt idx="4469">
                  <c:v>7.0176164871726137</c:v>
                </c:pt>
                <c:pt idx="4470">
                  <c:v>7.0164196061117332</c:v>
                </c:pt>
                <c:pt idx="4471">
                  <c:v>7.0167809331588327</c:v>
                </c:pt>
                <c:pt idx="4472">
                  <c:v>7.0184966650372917</c:v>
                </c:pt>
                <c:pt idx="4473">
                  <c:v>7.019973272993898</c:v>
                </c:pt>
                <c:pt idx="4474">
                  <c:v>7.018951102981756</c:v>
                </c:pt>
                <c:pt idx="4475">
                  <c:v>7.0199889622983651</c:v>
                </c:pt>
                <c:pt idx="4476">
                  <c:v>7.0224707106703042</c:v>
                </c:pt>
                <c:pt idx="4477">
                  <c:v>7.0227680978886458</c:v>
                </c:pt>
                <c:pt idx="4478">
                  <c:v>7.0213253914442042</c:v>
                </c:pt>
                <c:pt idx="4479">
                  <c:v>7.0198841041328306</c:v>
                </c:pt>
                <c:pt idx="4480">
                  <c:v>7.0186535580819625</c:v>
                </c:pt>
                <c:pt idx="4481">
                  <c:v>7.018473091660228</c:v>
                </c:pt>
                <c:pt idx="4482">
                  <c:v>7.0197687601507432</c:v>
                </c:pt>
                <c:pt idx="4483">
                  <c:v>7.0194167363093083</c:v>
                </c:pt>
                <c:pt idx="4484">
                  <c:v>7.019504012992952</c:v>
                </c:pt>
                <c:pt idx="4485">
                  <c:v>7.020845014900897</c:v>
                </c:pt>
                <c:pt idx="4486">
                  <c:v>7.0233659471136409</c:v>
                </c:pt>
                <c:pt idx="4487">
                  <c:v>7.0235399485958467</c:v>
                </c:pt>
                <c:pt idx="4488">
                  <c:v>7.0214363991863635</c:v>
                </c:pt>
                <c:pt idx="4489">
                  <c:v>7.0210434570081519</c:v>
                </c:pt>
                <c:pt idx="4490">
                  <c:v>7.021932386193412</c:v>
                </c:pt>
                <c:pt idx="4491">
                  <c:v>7.0211778804459231</c:v>
                </c:pt>
                <c:pt idx="4492">
                  <c:v>7.0199822608366578</c:v>
                </c:pt>
                <c:pt idx="4493">
                  <c:v>7.0187819896245607</c:v>
                </c:pt>
                <c:pt idx="4494">
                  <c:v>7.0179425724152065</c:v>
                </c:pt>
                <c:pt idx="4495">
                  <c:v>7.0163484129361864</c:v>
                </c:pt>
                <c:pt idx="4496">
                  <c:v>7.013699206862297</c:v>
                </c:pt>
                <c:pt idx="4497">
                  <c:v>7.0135371103297119</c:v>
                </c:pt>
                <c:pt idx="4498">
                  <c:v>7.0149962156451533</c:v>
                </c:pt>
                <c:pt idx="4499">
                  <c:v>7.0168883930683235</c:v>
                </c:pt>
                <c:pt idx="4500">
                  <c:v>7.0168473170500958</c:v>
                </c:pt>
                <c:pt idx="4501">
                  <c:v>7.0158211261609296</c:v>
                </c:pt>
                <c:pt idx="4502">
                  <c:v>7.0138234598464182</c:v>
                </c:pt>
                <c:pt idx="4503">
                  <c:v>7.0134448666803326</c:v>
                </c:pt>
                <c:pt idx="4504">
                  <c:v>7.0155242119869436</c:v>
                </c:pt>
                <c:pt idx="4505">
                  <c:v>7.0175427710938365</c:v>
                </c:pt>
                <c:pt idx="4506">
                  <c:v>7.0170545893186587</c:v>
                </c:pt>
                <c:pt idx="4507">
                  <c:v>7.0171748214257557</c:v>
                </c:pt>
                <c:pt idx="4508">
                  <c:v>7.0188989892618929</c:v>
                </c:pt>
                <c:pt idx="4509">
                  <c:v>7.0203420899099642</c:v>
                </c:pt>
                <c:pt idx="4510">
                  <c:v>7.0209190463425788</c:v>
                </c:pt>
                <c:pt idx="4511">
                  <c:v>7.0221953988552324</c:v>
                </c:pt>
                <c:pt idx="4512">
                  <c:v>7.0247723079834117</c:v>
                </c:pt>
                <c:pt idx="4513">
                  <c:v>7.024696463205033</c:v>
                </c:pt>
                <c:pt idx="4514">
                  <c:v>7.0214885129062266</c:v>
                </c:pt>
                <c:pt idx="4515">
                  <c:v>7.0205084438417513</c:v>
                </c:pt>
                <c:pt idx="4516">
                  <c:v>7.0199403964111697</c:v>
                </c:pt>
                <c:pt idx="4517">
                  <c:v>7.020566943660417</c:v>
                </c:pt>
                <c:pt idx="4518">
                  <c:v>7.020572699033413</c:v>
                </c:pt>
                <c:pt idx="4519">
                  <c:v>7.0193906400290134</c:v>
                </c:pt>
                <c:pt idx="4520">
                  <c:v>7.018422554754884</c:v>
                </c:pt>
                <c:pt idx="4521">
                  <c:v>7.0187382330216499</c:v>
                </c:pt>
                <c:pt idx="4522">
                  <c:v>7.0187726075781702</c:v>
                </c:pt>
                <c:pt idx="4523">
                  <c:v>7.0174577019505193</c:v>
                </c:pt>
                <c:pt idx="4524">
                  <c:v>7.0152976237405191</c:v>
                </c:pt>
                <c:pt idx="4525">
                  <c:v>7.0141544332140207</c:v>
                </c:pt>
                <c:pt idx="4526">
                  <c:v>7.0161897853955439</c:v>
                </c:pt>
                <c:pt idx="4527">
                  <c:v>7.0174935744808336</c:v>
                </c:pt>
                <c:pt idx="4528">
                  <c:v>7.0157677509894514</c:v>
                </c:pt>
                <c:pt idx="4529">
                  <c:v>7.0142234188492409</c:v>
                </c:pt>
                <c:pt idx="4530">
                  <c:v>7.0150655954840033</c:v>
                </c:pt>
                <c:pt idx="4531">
                  <c:v>7.0164237846702093</c:v>
                </c:pt>
                <c:pt idx="4532">
                  <c:v>7.0177174033018499</c:v>
                </c:pt>
                <c:pt idx="4533">
                  <c:v>7.0194730285876474</c:v>
                </c:pt>
                <c:pt idx="4534">
                  <c:v>7.0198311231649821</c:v>
                </c:pt>
                <c:pt idx="4535">
                  <c:v>7.0187131616707923</c:v>
                </c:pt>
                <c:pt idx="4536">
                  <c:v>7.0197760134975322</c:v>
                </c:pt>
                <c:pt idx="4537">
                  <c:v>7.0212612150932685</c:v>
                </c:pt>
                <c:pt idx="4538">
                  <c:v>7.0202857187908982</c:v>
                </c:pt>
                <c:pt idx="4539">
                  <c:v>7.0190879704820324</c:v>
                </c:pt>
                <c:pt idx="4540">
                  <c:v>7.018444078273073</c:v>
                </c:pt>
                <c:pt idx="4541">
                  <c:v>7.0190012456834703</c:v>
                </c:pt>
                <c:pt idx="4542">
                  <c:v>7.0204613759283498</c:v>
                </c:pt>
                <c:pt idx="4543">
                  <c:v>7.0199798167741525</c:v>
                </c:pt>
                <c:pt idx="4544">
                  <c:v>7.0173623046721012</c:v>
                </c:pt>
                <c:pt idx="4545">
                  <c:v>7.0160704993771583</c:v>
                </c:pt>
                <c:pt idx="4546">
                  <c:v>7.0171068607199736</c:v>
                </c:pt>
                <c:pt idx="4547">
                  <c:v>7.0191892808148975</c:v>
                </c:pt>
                <c:pt idx="4548">
                  <c:v>7.0191383497059237</c:v>
                </c:pt>
                <c:pt idx="4549">
                  <c:v>7.0179130071429698</c:v>
                </c:pt>
                <c:pt idx="4550">
                  <c:v>7.017261152020688</c:v>
                </c:pt>
                <c:pt idx="4551">
                  <c:v>7.0182766994118486</c:v>
                </c:pt>
                <c:pt idx="4552">
                  <c:v>7.0190736214699063</c:v>
                </c:pt>
                <c:pt idx="4553">
                  <c:v>7.0195484791623963</c:v>
                </c:pt>
                <c:pt idx="4554">
                  <c:v>7.0185595010958863</c:v>
                </c:pt>
                <c:pt idx="4555">
                  <c:v>7.0165642788438793</c:v>
                </c:pt>
                <c:pt idx="4556">
                  <c:v>7.0161729134801876</c:v>
                </c:pt>
                <c:pt idx="4557">
                  <c:v>7.0176882322332421</c:v>
                </c:pt>
                <c:pt idx="4558">
                  <c:v>7.018849634967439</c:v>
                </c:pt>
                <c:pt idx="4559">
                  <c:v>7.020477144073543</c:v>
                </c:pt>
                <c:pt idx="4560">
                  <c:v>7.0219632129172647</c:v>
                </c:pt>
                <c:pt idx="4561">
                  <c:v>7.0218988788848771</c:v>
                </c:pt>
                <c:pt idx="4562">
                  <c:v>7.0229217584635517</c:v>
                </c:pt>
                <c:pt idx="4563">
                  <c:v>7.0221077279679589</c:v>
                </c:pt>
                <c:pt idx="4564">
                  <c:v>7.0201162900707992</c:v>
                </c:pt>
                <c:pt idx="4565">
                  <c:v>7.0179607846229048</c:v>
                </c:pt>
                <c:pt idx="4566">
                  <c:v>7.0185186615998356</c:v>
                </c:pt>
                <c:pt idx="4567">
                  <c:v>7.0197012724893169</c:v>
                </c:pt>
                <c:pt idx="4568">
                  <c:v>7.0184678093315886</c:v>
                </c:pt>
                <c:pt idx="4569">
                  <c:v>7.0167086362131226</c:v>
                </c:pt>
                <c:pt idx="4570">
                  <c:v>7.0175065043598925</c:v>
                </c:pt>
                <c:pt idx="4571">
                  <c:v>7.0190078683044517</c:v>
                </c:pt>
                <c:pt idx="4572">
                  <c:v>7.0204752518961193</c:v>
                </c:pt>
                <c:pt idx="4573">
                  <c:v>7.0219324650341379</c:v>
                </c:pt>
                <c:pt idx="4574">
                  <c:v>7.0202988063514091</c:v>
                </c:pt>
                <c:pt idx="4575">
                  <c:v>7.0193975780128985</c:v>
                </c:pt>
                <c:pt idx="4576">
                  <c:v>7.0211595105567728</c:v>
                </c:pt>
                <c:pt idx="4577">
                  <c:v>7.0217326826345419</c:v>
                </c:pt>
                <c:pt idx="4578">
                  <c:v>7.0189954903104752</c:v>
                </c:pt>
                <c:pt idx="4579">
                  <c:v>7.017669389299737</c:v>
                </c:pt>
                <c:pt idx="4580">
                  <c:v>7.0177991611346755</c:v>
                </c:pt>
                <c:pt idx="4581">
                  <c:v>7.0189757801289838</c:v>
                </c:pt>
                <c:pt idx="4582">
                  <c:v>7.0204596414323781</c:v>
                </c:pt>
                <c:pt idx="4583">
                  <c:v>7.0208137939734145</c:v>
                </c:pt>
                <c:pt idx="4584">
                  <c:v>7.0212120184802664</c:v>
                </c:pt>
                <c:pt idx="4585">
                  <c:v>7.0212232927040796</c:v>
                </c:pt>
                <c:pt idx="4586">
                  <c:v>7.0198887557356624</c:v>
                </c:pt>
                <c:pt idx="4587">
                  <c:v>7.0214346646903927</c:v>
                </c:pt>
                <c:pt idx="4588">
                  <c:v>7.0235248111764612</c:v>
                </c:pt>
                <c:pt idx="4589">
                  <c:v>7.0232975133635032</c:v>
                </c:pt>
                <c:pt idx="4590">
                  <c:v>7.0232322332424033</c:v>
                </c:pt>
                <c:pt idx="4591">
                  <c:v>7.0231522887462745</c:v>
                </c:pt>
                <c:pt idx="4592">
                  <c:v>7.0235287532127595</c:v>
                </c:pt>
                <c:pt idx="4593">
                  <c:v>7.0234549582932564</c:v>
                </c:pt>
                <c:pt idx="4594">
                  <c:v>7.0228826534634727</c:v>
                </c:pt>
                <c:pt idx="4595">
                  <c:v>7.0223851684826313</c:v>
                </c:pt>
                <c:pt idx="4596">
                  <c:v>7.0221775020104387</c:v>
                </c:pt>
                <c:pt idx="4597">
                  <c:v>7.0221442312240807</c:v>
                </c:pt>
                <c:pt idx="4598">
                  <c:v>7.0213098598211889</c:v>
                </c:pt>
                <c:pt idx="4599">
                  <c:v>7.0201959192040242</c:v>
                </c:pt>
                <c:pt idx="4600">
                  <c:v>7.0201133729639382</c:v>
                </c:pt>
                <c:pt idx="4601">
                  <c:v>7.0218809031993565</c:v>
                </c:pt>
                <c:pt idx="4602">
                  <c:v>7.0227816584935114</c:v>
                </c:pt>
                <c:pt idx="4603">
                  <c:v>7.0237897948564312</c:v>
                </c:pt>
                <c:pt idx="4604">
                  <c:v>7.0254545956259165</c:v>
                </c:pt>
                <c:pt idx="4605">
                  <c:v>7.0268116022012332</c:v>
                </c:pt>
                <c:pt idx="4606">
                  <c:v>7.0285283590091296</c:v>
                </c:pt>
                <c:pt idx="4607">
                  <c:v>7.0288136047556726</c:v>
                </c:pt>
                <c:pt idx="4608">
                  <c:v>7.028827638404894</c:v>
                </c:pt>
                <c:pt idx="4609">
                  <c:v>7.0288773869029786</c:v>
                </c:pt>
                <c:pt idx="4610">
                  <c:v>7.0289585928507226</c:v>
                </c:pt>
                <c:pt idx="4611">
                  <c:v>7.0282900234945362</c:v>
                </c:pt>
                <c:pt idx="4612">
                  <c:v>7.0299012914110914</c:v>
                </c:pt>
                <c:pt idx="4613">
                  <c:v>7.0324551790472887</c:v>
                </c:pt>
                <c:pt idx="4614">
                  <c:v>7.0328969236348726</c:v>
                </c:pt>
                <c:pt idx="4615">
                  <c:v>7.0335264668317068</c:v>
                </c:pt>
                <c:pt idx="4616">
                  <c:v>7.0339127075482111</c:v>
                </c:pt>
                <c:pt idx="4617">
                  <c:v>7.033591431589902</c:v>
                </c:pt>
                <c:pt idx="4618">
                  <c:v>7.0341873097967484</c:v>
                </c:pt>
                <c:pt idx="4619">
                  <c:v>7.0358010217758089</c:v>
                </c:pt>
                <c:pt idx="4620">
                  <c:v>7.0379158454091044</c:v>
                </c:pt>
                <c:pt idx="4621">
                  <c:v>7.040173843800754</c:v>
                </c:pt>
                <c:pt idx="4622">
                  <c:v>7.0399921947681294</c:v>
                </c:pt>
                <c:pt idx="4623">
                  <c:v>7.0400819155142784</c:v>
                </c:pt>
                <c:pt idx="4624">
                  <c:v>7.0411261609296902</c:v>
                </c:pt>
                <c:pt idx="4625">
                  <c:v>7.0415600214446776</c:v>
                </c:pt>
                <c:pt idx="4626">
                  <c:v>7.0430165250161627</c:v>
                </c:pt>
                <c:pt idx="4627">
                  <c:v>7.0436231255617399</c:v>
                </c:pt>
                <c:pt idx="4628">
                  <c:v>7.0427444456708557</c:v>
                </c:pt>
                <c:pt idx="4629">
                  <c:v>7.0413734054463175</c:v>
                </c:pt>
                <c:pt idx="4630">
                  <c:v>7.0407355839732571</c:v>
                </c:pt>
                <c:pt idx="4631">
                  <c:v>7.0415582869487059</c:v>
                </c:pt>
                <c:pt idx="4632">
                  <c:v>7.0423094025449791</c:v>
                </c:pt>
                <c:pt idx="4633">
                  <c:v>7.0412146202242232</c:v>
                </c:pt>
                <c:pt idx="4634">
                  <c:v>7.0392469922263041</c:v>
                </c:pt>
                <c:pt idx="4635">
                  <c:v>7.0387216764691969</c:v>
                </c:pt>
                <c:pt idx="4636">
                  <c:v>7.0379052019110988</c:v>
                </c:pt>
                <c:pt idx="4637">
                  <c:v>7.0379454895220679</c:v>
                </c:pt>
                <c:pt idx="4638">
                  <c:v>7.038295700026806</c:v>
                </c:pt>
                <c:pt idx="4639">
                  <c:v>7.0370078367681606</c:v>
                </c:pt>
                <c:pt idx="4640">
                  <c:v>7.0354329144262762</c:v>
                </c:pt>
                <c:pt idx="4641">
                  <c:v>7.0345294785474382</c:v>
                </c:pt>
                <c:pt idx="4642">
                  <c:v>7.0328662545924727</c:v>
                </c:pt>
                <c:pt idx="4643">
                  <c:v>7.0327436572635964</c:v>
                </c:pt>
                <c:pt idx="4644">
                  <c:v>7.0333767482930982</c:v>
                </c:pt>
                <c:pt idx="4645">
                  <c:v>7.032553178069664</c:v>
                </c:pt>
                <c:pt idx="4646">
                  <c:v>7.0312226619782718</c:v>
                </c:pt>
                <c:pt idx="4647">
                  <c:v>7.0304243207871462</c:v>
                </c:pt>
                <c:pt idx="4648">
                  <c:v>7.0304147810593038</c:v>
                </c:pt>
                <c:pt idx="4649">
                  <c:v>7.0306398713319354</c:v>
                </c:pt>
                <c:pt idx="4650">
                  <c:v>7.0319096800643344</c:v>
                </c:pt>
                <c:pt idx="4651">
                  <c:v>7.0331059303994072</c:v>
                </c:pt>
                <c:pt idx="4652">
                  <c:v>7.0320944038852709</c:v>
                </c:pt>
                <c:pt idx="4653">
                  <c:v>7.0307753985398698</c:v>
                </c:pt>
                <c:pt idx="4654">
                  <c:v>7.0293742411580125</c:v>
                </c:pt>
                <c:pt idx="4655">
                  <c:v>7.0283523865087751</c:v>
                </c:pt>
                <c:pt idx="4656">
                  <c:v>7.0275419826865768</c:v>
                </c:pt>
                <c:pt idx="4657">
                  <c:v>7.0276998218199589</c:v>
                </c:pt>
                <c:pt idx="4658">
                  <c:v>7.0279164761349122</c:v>
                </c:pt>
                <c:pt idx="4659">
                  <c:v>7.0288612245541557</c:v>
                </c:pt>
                <c:pt idx="4660">
                  <c:v>7.0310190163831026</c:v>
                </c:pt>
                <c:pt idx="4661">
                  <c:v>7.0329575521531407</c:v>
                </c:pt>
                <c:pt idx="4662">
                  <c:v>7.0337334237373659</c:v>
                </c:pt>
                <c:pt idx="4663">
                  <c:v>7.0334322521641779</c:v>
                </c:pt>
                <c:pt idx="4664">
                  <c:v>7.0334965073558395</c:v>
                </c:pt>
                <c:pt idx="4665">
                  <c:v>7.033514561882086</c:v>
                </c:pt>
                <c:pt idx="4666">
                  <c:v>7.0315985745596743</c:v>
                </c:pt>
                <c:pt idx="4667">
                  <c:v>7.0308627540642394</c:v>
                </c:pt>
                <c:pt idx="4668">
                  <c:v>7.0302379413109639</c:v>
                </c:pt>
                <c:pt idx="4669">
                  <c:v>7.0286143742411582</c:v>
                </c:pt>
                <c:pt idx="4670">
                  <c:v>7.028758100884593</c:v>
                </c:pt>
                <c:pt idx="4671">
                  <c:v>7.0299867547580375</c:v>
                </c:pt>
                <c:pt idx="4672">
                  <c:v>7.0282336523754712</c:v>
                </c:pt>
                <c:pt idx="4673">
                  <c:v>7.0271924817483722</c:v>
                </c:pt>
                <c:pt idx="4674">
                  <c:v>7.029700720604235</c:v>
                </c:pt>
                <c:pt idx="4675">
                  <c:v>7.0319099165865122</c:v>
                </c:pt>
                <c:pt idx="4676">
                  <c:v>7.0334020561661328</c:v>
                </c:pt>
                <c:pt idx="4677">
                  <c:v>7.0342939812989798</c:v>
                </c:pt>
                <c:pt idx="4678">
                  <c:v>7.0339665557640458</c:v>
                </c:pt>
                <c:pt idx="4679">
                  <c:v>7.0314461754363835</c:v>
                </c:pt>
                <c:pt idx="4680">
                  <c:v>7.0290621895646419</c:v>
                </c:pt>
                <c:pt idx="4681">
                  <c:v>7.027069726738044</c:v>
                </c:pt>
                <c:pt idx="4682">
                  <c:v>7.0268958040965641</c:v>
                </c:pt>
                <c:pt idx="4683">
                  <c:v>7.0260430628045221</c:v>
                </c:pt>
                <c:pt idx="4684">
                  <c:v>7.0251188129740303</c:v>
                </c:pt>
                <c:pt idx="4685">
                  <c:v>7.0247235055740394</c:v>
                </c:pt>
                <c:pt idx="4686">
                  <c:v>7.0258495876630036</c:v>
                </c:pt>
                <c:pt idx="4687">
                  <c:v>7.027692253110267</c:v>
                </c:pt>
                <c:pt idx="4688">
                  <c:v>7.0288352071145868</c:v>
                </c:pt>
                <c:pt idx="4689">
                  <c:v>7.0284041848657344</c:v>
                </c:pt>
                <c:pt idx="4690">
                  <c:v>7.0269476812942493</c:v>
                </c:pt>
                <c:pt idx="4691">
                  <c:v>7.0254134407669628</c:v>
                </c:pt>
                <c:pt idx="4692">
                  <c:v>7.0238618552799634</c:v>
                </c:pt>
                <c:pt idx="4693">
                  <c:v>7.0239579621249151</c:v>
                </c:pt>
                <c:pt idx="4694">
                  <c:v>7.0234343808637787</c:v>
                </c:pt>
                <c:pt idx="4695">
                  <c:v>7.0221957930588621</c:v>
                </c:pt>
                <c:pt idx="4696">
                  <c:v>7.0221636260426683</c:v>
                </c:pt>
                <c:pt idx="4697">
                  <c:v>7.0234843658840411</c:v>
                </c:pt>
                <c:pt idx="4698">
                  <c:v>7.0241978744540283</c:v>
                </c:pt>
                <c:pt idx="4699">
                  <c:v>7.0253754395370471</c:v>
                </c:pt>
                <c:pt idx="4700">
                  <c:v>7.0260259543669878</c:v>
                </c:pt>
                <c:pt idx="4701">
                  <c:v>7.0246300793137699</c:v>
                </c:pt>
                <c:pt idx="4702">
                  <c:v>7.0251265393651741</c:v>
                </c:pt>
                <c:pt idx="4703">
                  <c:v>7.0253536794966811</c:v>
                </c:pt>
                <c:pt idx="4704">
                  <c:v>7.02423319509926</c:v>
                </c:pt>
                <c:pt idx="4705">
                  <c:v>7.0249920370866779</c:v>
                </c:pt>
                <c:pt idx="4706">
                  <c:v>7.0251031236695631</c:v>
                </c:pt>
                <c:pt idx="4707">
                  <c:v>7.0247387218341508</c:v>
                </c:pt>
                <c:pt idx="4708">
                  <c:v>7.0252794903735474</c:v>
                </c:pt>
                <c:pt idx="4709">
                  <c:v>7.0242313029218373</c:v>
                </c:pt>
                <c:pt idx="4710">
                  <c:v>7.0221986313249971</c:v>
                </c:pt>
                <c:pt idx="4711">
                  <c:v>7.0227269430296912</c:v>
                </c:pt>
                <c:pt idx="4712">
                  <c:v>7.0240128352701872</c:v>
                </c:pt>
                <c:pt idx="4713">
                  <c:v>7.0243815733455275</c:v>
                </c:pt>
                <c:pt idx="4714">
                  <c:v>7.0234551159747083</c:v>
                </c:pt>
                <c:pt idx="4715">
                  <c:v>7.0236081458238067</c:v>
                </c:pt>
                <c:pt idx="4716">
                  <c:v>7.0256832337312165</c:v>
                </c:pt>
                <c:pt idx="4717">
                  <c:v>7.0275947271322474</c:v>
                </c:pt>
                <c:pt idx="4718">
                  <c:v>7.028691480471152</c:v>
                </c:pt>
                <c:pt idx="4719">
                  <c:v>7.0286105110455859</c:v>
                </c:pt>
                <c:pt idx="4720">
                  <c:v>7.029283653163878</c:v>
                </c:pt>
                <c:pt idx="4721">
                  <c:v>7.0306300950819152</c:v>
                </c:pt>
                <c:pt idx="4722">
                  <c:v>7.0313070215550546</c:v>
                </c:pt>
                <c:pt idx="4723">
                  <c:v>7.0299157981046694</c:v>
                </c:pt>
                <c:pt idx="4724">
                  <c:v>7.0293375013797128</c:v>
                </c:pt>
                <c:pt idx="4725">
                  <c:v>7.029037512417414</c:v>
                </c:pt>
                <c:pt idx="4726">
                  <c:v>7.0291374824579389</c:v>
                </c:pt>
                <c:pt idx="4727">
                  <c:v>7.0297987984673362</c:v>
                </c:pt>
                <c:pt idx="4728">
                  <c:v>7.0308394172093536</c:v>
                </c:pt>
                <c:pt idx="4729">
                  <c:v>7.0317106860719978</c:v>
                </c:pt>
                <c:pt idx="4730">
                  <c:v>7.0308519528847819</c:v>
                </c:pt>
                <c:pt idx="4731">
                  <c:v>7.0302616723694795</c:v>
                </c:pt>
                <c:pt idx="4732">
                  <c:v>7.0320747725445054</c:v>
                </c:pt>
                <c:pt idx="4733">
                  <c:v>7.0335256784244473</c:v>
                </c:pt>
                <c:pt idx="4734">
                  <c:v>7.0327207146123403</c:v>
                </c:pt>
                <c:pt idx="4735">
                  <c:v>7.0300456487803338</c:v>
                </c:pt>
                <c:pt idx="4736">
                  <c:v>7.0268300509311086</c:v>
                </c:pt>
                <c:pt idx="4737">
                  <c:v>7.0275298412147782</c:v>
                </c:pt>
                <c:pt idx="4738">
                  <c:v>7.0286203661363311</c:v>
                </c:pt>
                <c:pt idx="4739">
                  <c:v>7.0288813289392769</c:v>
                </c:pt>
                <c:pt idx="4740">
                  <c:v>7.0299868335987634</c:v>
                </c:pt>
                <c:pt idx="4741">
                  <c:v>7.0308197070278622</c:v>
                </c:pt>
                <c:pt idx="4742">
                  <c:v>7.0324117378072817</c:v>
                </c:pt>
                <c:pt idx="4743">
                  <c:v>7.0329188413566914</c:v>
                </c:pt>
                <c:pt idx="4744">
                  <c:v>7.0323630142386353</c:v>
                </c:pt>
                <c:pt idx="4745">
                  <c:v>7.0318276068686041</c:v>
                </c:pt>
                <c:pt idx="4746">
                  <c:v>7.0321511692079657</c:v>
                </c:pt>
                <c:pt idx="4747">
                  <c:v>7.0336280136867497</c:v>
                </c:pt>
                <c:pt idx="4748">
                  <c:v>7.0355949321181352</c:v>
                </c:pt>
                <c:pt idx="4749">
                  <c:v>7.0358119017959915</c:v>
                </c:pt>
                <c:pt idx="4750">
                  <c:v>7.0341755625285796</c:v>
                </c:pt>
                <c:pt idx="4751">
                  <c:v>7.0330496381210681</c:v>
                </c:pt>
                <c:pt idx="4752">
                  <c:v>7.0321790788249574</c:v>
                </c:pt>
                <c:pt idx="4753">
                  <c:v>7.0310045096895255</c:v>
                </c:pt>
                <c:pt idx="4754">
                  <c:v>7.0314025765149246</c:v>
                </c:pt>
                <c:pt idx="4755">
                  <c:v>7.0344401520049198</c:v>
                </c:pt>
                <c:pt idx="4756">
                  <c:v>7.0372612308614135</c:v>
                </c:pt>
                <c:pt idx="4757">
                  <c:v>7.0372487740267111</c:v>
                </c:pt>
                <c:pt idx="4758">
                  <c:v>7.0370303852157869</c:v>
                </c:pt>
                <c:pt idx="4759">
                  <c:v>7.0375458458821489</c:v>
                </c:pt>
                <c:pt idx="4760">
                  <c:v>7.0369496523123987</c:v>
                </c:pt>
                <c:pt idx="4761">
                  <c:v>7.0360468471593682</c:v>
                </c:pt>
                <c:pt idx="4762">
                  <c:v>7.0362036613633139</c:v>
                </c:pt>
                <c:pt idx="4763">
                  <c:v>7.0360247717560984</c:v>
                </c:pt>
                <c:pt idx="4764">
                  <c:v>7.0365196549929836</c:v>
                </c:pt>
                <c:pt idx="4765">
                  <c:v>7.0374086630189687</c:v>
                </c:pt>
                <c:pt idx="4766">
                  <c:v>7.0398879673284034</c:v>
                </c:pt>
                <c:pt idx="4767">
                  <c:v>7.0424747315473279</c:v>
                </c:pt>
                <c:pt idx="4768">
                  <c:v>7.0419841845503717</c:v>
                </c:pt>
                <c:pt idx="4769">
                  <c:v>7.0417010675034293</c:v>
                </c:pt>
                <c:pt idx="4770">
                  <c:v>7.0399225784071016</c:v>
                </c:pt>
                <c:pt idx="4771">
                  <c:v>7.0387818319431084</c:v>
                </c:pt>
                <c:pt idx="4772">
                  <c:v>7.0401243318248472</c:v>
                </c:pt>
                <c:pt idx="4773">
                  <c:v>7.0400978413409234</c:v>
                </c:pt>
                <c:pt idx="4774">
                  <c:v>7.0413068638736025</c:v>
                </c:pt>
                <c:pt idx="4775">
                  <c:v>7.0429476970623943</c:v>
                </c:pt>
                <c:pt idx="4776">
                  <c:v>7.0416568378561628</c:v>
                </c:pt>
                <c:pt idx="4777">
                  <c:v>7.0405420299910118</c:v>
                </c:pt>
                <c:pt idx="4778">
                  <c:v>7.0392566896355984</c:v>
                </c:pt>
                <c:pt idx="4779">
                  <c:v>7.0386018385657296</c:v>
                </c:pt>
                <c:pt idx="4780">
                  <c:v>7.0392194768129421</c:v>
                </c:pt>
                <c:pt idx="4781">
                  <c:v>7.0412521484097823</c:v>
                </c:pt>
                <c:pt idx="4782">
                  <c:v>7.041264132200129</c:v>
                </c:pt>
                <c:pt idx="4783">
                  <c:v>7.0395681893438873</c:v>
                </c:pt>
                <c:pt idx="4784">
                  <c:v>7.0402351030448287</c:v>
                </c:pt>
                <c:pt idx="4785">
                  <c:v>7.0417750201043852</c:v>
                </c:pt>
                <c:pt idx="4786">
                  <c:v>7.0436033365395225</c:v>
                </c:pt>
                <c:pt idx="4787">
                  <c:v>7.0447186962897552</c:v>
                </c:pt>
                <c:pt idx="4788">
                  <c:v>7.0437238051687983</c:v>
                </c:pt>
                <c:pt idx="4789">
                  <c:v>7.0406465727936425</c:v>
                </c:pt>
                <c:pt idx="4790">
                  <c:v>7.0399304624796981</c:v>
                </c:pt>
                <c:pt idx="4791">
                  <c:v>7.0415079077248146</c:v>
                </c:pt>
                <c:pt idx="4792">
                  <c:v>7.0434421072549238</c:v>
                </c:pt>
                <c:pt idx="4793">
                  <c:v>7.0454561724404359</c:v>
                </c:pt>
                <c:pt idx="4794">
                  <c:v>7.0463310679764737</c:v>
                </c:pt>
                <c:pt idx="4795">
                  <c:v>7.0465574985414463</c:v>
                </c:pt>
                <c:pt idx="4796">
                  <c:v>7.0452161812705976</c:v>
                </c:pt>
                <c:pt idx="4797">
                  <c:v>7.0418641101247257</c:v>
                </c:pt>
                <c:pt idx="4798">
                  <c:v>7.0395459562591656</c:v>
                </c:pt>
                <c:pt idx="4799">
                  <c:v>7.0398203219855251</c:v>
                </c:pt>
                <c:pt idx="4800">
                  <c:v>7.0406326968258721</c:v>
                </c:pt>
                <c:pt idx="4801">
                  <c:v>7.0401728188713157</c:v>
                </c:pt>
                <c:pt idx="4802">
                  <c:v>7.0377061290780363</c:v>
                </c:pt>
                <c:pt idx="4803">
                  <c:v>7.0354024819060532</c:v>
                </c:pt>
                <c:pt idx="4804">
                  <c:v>7.0361650294075906</c:v>
                </c:pt>
                <c:pt idx="4805">
                  <c:v>7.0365964458600736</c:v>
                </c:pt>
                <c:pt idx="4806">
                  <c:v>7.036831943108532</c:v>
                </c:pt>
                <c:pt idx="4807">
                  <c:v>7.0372536621517208</c:v>
                </c:pt>
                <c:pt idx="4808">
                  <c:v>7.0357345590438198</c:v>
                </c:pt>
                <c:pt idx="4809">
                  <c:v>7.0349616045664547</c:v>
                </c:pt>
                <c:pt idx="4810">
                  <c:v>7.0334045002286381</c:v>
                </c:pt>
                <c:pt idx="4811">
                  <c:v>7.0303588829845944</c:v>
                </c:pt>
                <c:pt idx="4812">
                  <c:v>7.0303279774200158</c:v>
                </c:pt>
                <c:pt idx="4813">
                  <c:v>7.0312087071697755</c:v>
                </c:pt>
                <c:pt idx="4814">
                  <c:v>7.031707453602233</c:v>
                </c:pt>
                <c:pt idx="4815">
                  <c:v>7.0318943849634969</c:v>
                </c:pt>
                <c:pt idx="4816">
                  <c:v>7.0324209621722193</c:v>
                </c:pt>
                <c:pt idx="4817">
                  <c:v>7.0325066620413441</c:v>
                </c:pt>
                <c:pt idx="4818">
                  <c:v>7.0317817215660918</c:v>
                </c:pt>
                <c:pt idx="4819">
                  <c:v>7.0312602690045569</c:v>
                </c:pt>
                <c:pt idx="4820">
                  <c:v>7.0306164556363235</c:v>
                </c:pt>
                <c:pt idx="4821">
                  <c:v>7.0318461344392063</c:v>
                </c:pt>
                <c:pt idx="4822">
                  <c:v>7.0329842791592423</c:v>
                </c:pt>
                <c:pt idx="4823">
                  <c:v>7.0312191141456033</c:v>
                </c:pt>
                <c:pt idx="4824">
                  <c:v>7.0296136016020432</c:v>
                </c:pt>
                <c:pt idx="4825">
                  <c:v>7.0286966839590663</c:v>
                </c:pt>
                <c:pt idx="4826">
                  <c:v>7.0282401961557266</c:v>
                </c:pt>
                <c:pt idx="4827">
                  <c:v>7.0276089184629216</c:v>
                </c:pt>
                <c:pt idx="4828">
                  <c:v>7.0258379980762866</c:v>
                </c:pt>
                <c:pt idx="4829">
                  <c:v>7.0250297229536889</c:v>
                </c:pt>
                <c:pt idx="4830">
                  <c:v>7.0259479808890077</c:v>
                </c:pt>
                <c:pt idx="4831">
                  <c:v>7.0281073495324744</c:v>
                </c:pt>
                <c:pt idx="4832">
                  <c:v>7.0298487834875987</c:v>
                </c:pt>
                <c:pt idx="4833">
                  <c:v>7.0306956117251929</c:v>
                </c:pt>
                <c:pt idx="4834">
                  <c:v>7.0310726280767595</c:v>
                </c:pt>
                <c:pt idx="4835">
                  <c:v>7.0322077768492095</c:v>
                </c:pt>
                <c:pt idx="4836">
                  <c:v>7.033430517668207</c:v>
                </c:pt>
                <c:pt idx="4837">
                  <c:v>7.030840284457339</c:v>
                </c:pt>
                <c:pt idx="4838">
                  <c:v>7.0296232990113374</c:v>
                </c:pt>
                <c:pt idx="4839">
                  <c:v>7.0293930052507925</c:v>
                </c:pt>
                <c:pt idx="4840">
                  <c:v>7.0288931550481717</c:v>
                </c:pt>
                <c:pt idx="4841">
                  <c:v>7.0289977766915275</c:v>
                </c:pt>
                <c:pt idx="4842">
                  <c:v>7.0290493385263089</c:v>
                </c:pt>
                <c:pt idx="4843">
                  <c:v>7.0288230656427881</c:v>
                </c:pt>
                <c:pt idx="4844">
                  <c:v>7.0278720099654679</c:v>
                </c:pt>
                <c:pt idx="4845">
                  <c:v>7.0273440924644035</c:v>
                </c:pt>
                <c:pt idx="4846">
                  <c:v>7.0279922420725649</c:v>
                </c:pt>
                <c:pt idx="4847">
                  <c:v>7.0294269856036831</c:v>
                </c:pt>
                <c:pt idx="4848">
                  <c:v>7.0305867326826341</c:v>
                </c:pt>
                <c:pt idx="4849">
                  <c:v>7.0311825320487555</c:v>
                </c:pt>
                <c:pt idx="4850">
                  <c:v>7.0320527759819615</c:v>
                </c:pt>
                <c:pt idx="4851">
                  <c:v>7.0314941894384964</c:v>
                </c:pt>
                <c:pt idx="4852">
                  <c:v>7.0298028193443605</c:v>
                </c:pt>
                <c:pt idx="4853">
                  <c:v>7.0292134060770435</c:v>
                </c:pt>
                <c:pt idx="4854">
                  <c:v>7.0304311799303045</c:v>
                </c:pt>
                <c:pt idx="4855">
                  <c:v>7.0321429697724653</c:v>
                </c:pt>
                <c:pt idx="4856">
                  <c:v>7.0321744272221256</c:v>
                </c:pt>
                <c:pt idx="4857">
                  <c:v>7.0308044907677507</c:v>
                </c:pt>
                <c:pt idx="4858">
                  <c:v>7.0308628329049654</c:v>
                </c:pt>
                <c:pt idx="4859">
                  <c:v>7.0284928806824452</c:v>
                </c:pt>
                <c:pt idx="4860">
                  <c:v>7.026574528138255</c:v>
                </c:pt>
                <c:pt idx="4861">
                  <c:v>7.0297288667434046</c:v>
                </c:pt>
                <c:pt idx="4862">
                  <c:v>7.0321864110124723</c:v>
                </c:pt>
                <c:pt idx="4863">
                  <c:v>7.0305380091139877</c:v>
                </c:pt>
                <c:pt idx="4864">
                  <c:v>7.0308077232375155</c:v>
                </c:pt>
                <c:pt idx="4865">
                  <c:v>7.0317705261830055</c:v>
                </c:pt>
                <c:pt idx="4866">
                  <c:v>7.0304538072186569</c:v>
                </c:pt>
                <c:pt idx="4867">
                  <c:v>7.0300334284678092</c:v>
                </c:pt>
                <c:pt idx="4868">
                  <c:v>7.0302716063009507</c:v>
                </c:pt>
                <c:pt idx="4869">
                  <c:v>7.0315168167268487</c:v>
                </c:pt>
                <c:pt idx="4870">
                  <c:v>7.0328790267900789</c:v>
                </c:pt>
                <c:pt idx="4871">
                  <c:v>7.0343386839906019</c:v>
                </c:pt>
                <c:pt idx="4872">
                  <c:v>7.0344407827307274</c:v>
                </c:pt>
                <c:pt idx="4873">
                  <c:v>7.0332317601980483</c:v>
                </c:pt>
                <c:pt idx="4874">
                  <c:v>7.0328929815985743</c:v>
                </c:pt>
                <c:pt idx="4875">
                  <c:v>7.033308945268768</c:v>
                </c:pt>
                <c:pt idx="4876">
                  <c:v>7.0321904318894966</c:v>
                </c:pt>
                <c:pt idx="4877">
                  <c:v>7.0303335751115599</c:v>
                </c:pt>
                <c:pt idx="4878">
                  <c:v>7.0289185417619322</c:v>
                </c:pt>
                <c:pt idx="4879">
                  <c:v>7.0291134360365186</c:v>
                </c:pt>
                <c:pt idx="4880">
                  <c:v>7.0301203109478232</c:v>
                </c:pt>
                <c:pt idx="4881">
                  <c:v>7.0299501726611897</c:v>
                </c:pt>
                <c:pt idx="4882">
                  <c:v>7.0288455352496886</c:v>
                </c:pt>
                <c:pt idx="4883">
                  <c:v>7.0269316766268783</c:v>
                </c:pt>
                <c:pt idx="4884">
                  <c:v>7.0257830460902886</c:v>
                </c:pt>
                <c:pt idx="4885">
                  <c:v>7.0260476355666279</c:v>
                </c:pt>
                <c:pt idx="4886">
                  <c:v>7.0256179536101167</c:v>
                </c:pt>
                <c:pt idx="4887">
                  <c:v>7.0253062173796499</c:v>
                </c:pt>
                <c:pt idx="4888">
                  <c:v>7.0253783566439081</c:v>
                </c:pt>
                <c:pt idx="4889">
                  <c:v>7.0238837730017822</c:v>
                </c:pt>
                <c:pt idx="4890">
                  <c:v>7.0241244737381541</c:v>
                </c:pt>
                <c:pt idx="4891">
                  <c:v>7.025440640817421</c:v>
                </c:pt>
                <c:pt idx="4892">
                  <c:v>7.0247468424289252</c:v>
                </c:pt>
                <c:pt idx="4893">
                  <c:v>7.0238658761569877</c:v>
                </c:pt>
                <c:pt idx="4894">
                  <c:v>7.0243270155631592</c:v>
                </c:pt>
                <c:pt idx="4895">
                  <c:v>7.02437644869834</c:v>
                </c:pt>
                <c:pt idx="4896">
                  <c:v>7.0238018574875039</c:v>
                </c:pt>
                <c:pt idx="4897">
                  <c:v>7.0236573424368087</c:v>
                </c:pt>
                <c:pt idx="4898">
                  <c:v>7.0227868619814249</c:v>
                </c:pt>
                <c:pt idx="4899">
                  <c:v>7.0213916964947414</c:v>
                </c:pt>
                <c:pt idx="4900">
                  <c:v>7.0216380737633832</c:v>
                </c:pt>
                <c:pt idx="4901">
                  <c:v>7.0223941563253911</c:v>
                </c:pt>
                <c:pt idx="4902">
                  <c:v>7.0220067329979976</c:v>
                </c:pt>
                <c:pt idx="4903">
                  <c:v>7.0215198126744349</c:v>
                </c:pt>
                <c:pt idx="4904">
                  <c:v>7.0212302306879639</c:v>
                </c:pt>
                <c:pt idx="4905">
                  <c:v>7.021418265819392</c:v>
                </c:pt>
                <c:pt idx="4906">
                  <c:v>7.0210082940443712</c:v>
                </c:pt>
                <c:pt idx="4907">
                  <c:v>7.0201843296173072</c:v>
                </c:pt>
                <c:pt idx="4908">
                  <c:v>7.0207474100821523</c:v>
                </c:pt>
                <c:pt idx="4909">
                  <c:v>7.0193484602406215</c:v>
                </c:pt>
                <c:pt idx="4910">
                  <c:v>7.0191217143127451</c:v>
                </c:pt>
                <c:pt idx="4911">
                  <c:v>7.0214761349122501</c:v>
                </c:pt>
                <c:pt idx="4912">
                  <c:v>7.0224316056702252</c:v>
                </c:pt>
                <c:pt idx="4913">
                  <c:v>7.0229735568205109</c:v>
                </c:pt>
                <c:pt idx="4914">
                  <c:v>7.0234731705009539</c:v>
                </c:pt>
                <c:pt idx="4915">
                  <c:v>7.0224755987953138</c:v>
                </c:pt>
                <c:pt idx="4916">
                  <c:v>7.0227077058925556</c:v>
                </c:pt>
                <c:pt idx="4917">
                  <c:v>7.0231709739983286</c:v>
                </c:pt>
                <c:pt idx="4918">
                  <c:v>7.0227833929894823</c:v>
                </c:pt>
                <c:pt idx="4919">
                  <c:v>7.0223538687144229</c:v>
                </c:pt>
                <c:pt idx="4920">
                  <c:v>7.0218651350541634</c:v>
                </c:pt>
                <c:pt idx="4921">
                  <c:v>7.0212540405872055</c:v>
                </c:pt>
                <c:pt idx="4922">
                  <c:v>7.0191863637080374</c:v>
                </c:pt>
                <c:pt idx="4923">
                  <c:v>7.0175027988457721</c:v>
                </c:pt>
                <c:pt idx="4924">
                  <c:v>7.0187179709550769</c:v>
                </c:pt>
                <c:pt idx="4925">
                  <c:v>7.0203126823191786</c:v>
                </c:pt>
                <c:pt idx="4926">
                  <c:v>7.0212433182484748</c:v>
                </c:pt>
                <c:pt idx="4927">
                  <c:v>7.0222678534823952</c:v>
                </c:pt>
                <c:pt idx="4928">
                  <c:v>7.0232250587363412</c:v>
                </c:pt>
                <c:pt idx="4929">
                  <c:v>7.0220497011936489</c:v>
                </c:pt>
                <c:pt idx="4930">
                  <c:v>7.0201529510083729</c:v>
                </c:pt>
                <c:pt idx="4931">
                  <c:v>7.0191154070546684</c:v>
                </c:pt>
                <c:pt idx="4932">
                  <c:v>7.0180348160645867</c:v>
                </c:pt>
                <c:pt idx="4933">
                  <c:v>7.0164279632286854</c:v>
                </c:pt>
                <c:pt idx="4934">
                  <c:v>7.0171646509721057</c:v>
                </c:pt>
                <c:pt idx="4935">
                  <c:v>7.0189561487882184</c:v>
                </c:pt>
                <c:pt idx="4936">
                  <c:v>7.0198116495056686</c:v>
                </c:pt>
                <c:pt idx="4937">
                  <c:v>7.0198502814613919</c:v>
                </c:pt>
                <c:pt idx="4938">
                  <c:v>7.0206818934388746</c:v>
                </c:pt>
                <c:pt idx="4939">
                  <c:v>7.0203271890127565</c:v>
                </c:pt>
                <c:pt idx="4940">
                  <c:v>7.0202852457465426</c:v>
                </c:pt>
                <c:pt idx="4941">
                  <c:v>7.0199760324193061</c:v>
                </c:pt>
                <c:pt idx="4942">
                  <c:v>7.0191071287784421</c:v>
                </c:pt>
                <c:pt idx="4943">
                  <c:v>7.0187387060660056</c:v>
                </c:pt>
                <c:pt idx="4944">
                  <c:v>7.0189425093426259</c:v>
                </c:pt>
                <c:pt idx="4945">
                  <c:v>7.0197942257052306</c:v>
                </c:pt>
                <c:pt idx="4946">
                  <c:v>7.0205412415837527</c:v>
                </c:pt>
                <c:pt idx="4947">
                  <c:v>7.0204271590532805</c:v>
                </c:pt>
                <c:pt idx="4948">
                  <c:v>7.0189946230624889</c:v>
                </c:pt>
                <c:pt idx="4949">
                  <c:v>7.0191772181838248</c:v>
                </c:pt>
                <c:pt idx="4950">
                  <c:v>7.0188406471246791</c:v>
                </c:pt>
                <c:pt idx="4951">
                  <c:v>7.0189824815906903</c:v>
                </c:pt>
                <c:pt idx="4952">
                  <c:v>7.0209029628344819</c:v>
                </c:pt>
                <c:pt idx="4953">
                  <c:v>7.0217640612434762</c:v>
                </c:pt>
                <c:pt idx="4954">
                  <c:v>7.0193866191519891</c:v>
                </c:pt>
                <c:pt idx="4955">
                  <c:v>7.0180004415080655</c:v>
                </c:pt>
                <c:pt idx="4956">
                  <c:v>7.0190528863589776</c:v>
                </c:pt>
                <c:pt idx="4957">
                  <c:v>7.0194539491319636</c:v>
                </c:pt>
                <c:pt idx="4958">
                  <c:v>7.0194913196360709</c:v>
                </c:pt>
                <c:pt idx="4959">
                  <c:v>7.0205951686403125</c:v>
                </c:pt>
                <c:pt idx="4960">
                  <c:v>7.0207777637616484</c:v>
                </c:pt>
                <c:pt idx="4961">
                  <c:v>7.0196594080638297</c:v>
                </c:pt>
                <c:pt idx="4962">
                  <c:v>7.0178087008625178</c:v>
                </c:pt>
                <c:pt idx="4963">
                  <c:v>7.0161741749318027</c:v>
                </c:pt>
                <c:pt idx="4964">
                  <c:v>7.0154767498699124</c:v>
                </c:pt>
                <c:pt idx="4965">
                  <c:v>7.0156682539932831</c:v>
                </c:pt>
                <c:pt idx="4966">
                  <c:v>7.0167662687838028</c:v>
                </c:pt>
                <c:pt idx="4967">
                  <c:v>7.016681988047746</c:v>
                </c:pt>
                <c:pt idx="4968">
                  <c:v>7.0161942004761979</c:v>
                </c:pt>
                <c:pt idx="4969">
                  <c:v>7.0145167851905583</c:v>
                </c:pt>
                <c:pt idx="4970">
                  <c:v>7.0142182153613266</c:v>
                </c:pt>
                <c:pt idx="4971">
                  <c:v>7.0156837067755724</c:v>
                </c:pt>
                <c:pt idx="4972">
                  <c:v>7.0167296866869551</c:v>
                </c:pt>
                <c:pt idx="4973">
                  <c:v>7.0185761364890649</c:v>
                </c:pt>
                <c:pt idx="4974">
                  <c:v>7.0193345054321261</c:v>
                </c:pt>
                <c:pt idx="4975">
                  <c:v>7.0199448903325505</c:v>
                </c:pt>
                <c:pt idx="4976">
                  <c:v>7.0195674009366282</c:v>
                </c:pt>
                <c:pt idx="4977">
                  <c:v>7.0194422807045207</c:v>
                </c:pt>
                <c:pt idx="4978">
                  <c:v>7.0200174238004385</c:v>
                </c:pt>
                <c:pt idx="4979">
                  <c:v>7.020817420646809</c:v>
                </c:pt>
                <c:pt idx="4980">
                  <c:v>7.0211118119175637</c:v>
                </c:pt>
                <c:pt idx="4981">
                  <c:v>7.0206382945174157</c:v>
                </c:pt>
                <c:pt idx="4982">
                  <c:v>7.0198192182153614</c:v>
                </c:pt>
                <c:pt idx="4983">
                  <c:v>7.0190295495040917</c:v>
                </c:pt>
                <c:pt idx="4984">
                  <c:v>7.0196202242230248</c:v>
                </c:pt>
                <c:pt idx="4985">
                  <c:v>7.0214680931582016</c:v>
                </c:pt>
                <c:pt idx="4986">
                  <c:v>7.0219662088648516</c:v>
                </c:pt>
                <c:pt idx="4987">
                  <c:v>7.021741197432946</c:v>
                </c:pt>
                <c:pt idx="4988">
                  <c:v>7.0210359671391851</c:v>
                </c:pt>
                <c:pt idx="4989">
                  <c:v>7.0191636575789591</c:v>
                </c:pt>
                <c:pt idx="4990">
                  <c:v>7.0154682350715083</c:v>
                </c:pt>
                <c:pt idx="4991">
                  <c:v>7.0129292483325187</c:v>
                </c:pt>
                <c:pt idx="4992">
                  <c:v>7.014469559595705</c:v>
                </c:pt>
                <c:pt idx="4993">
                  <c:v>7.0157477254450562</c:v>
                </c:pt>
                <c:pt idx="4994">
                  <c:v>7.0156960059288229</c:v>
                </c:pt>
                <c:pt idx="4995">
                  <c:v>7.0160857944779957</c:v>
                </c:pt>
                <c:pt idx="4996">
                  <c:v>7.0170634194799666</c:v>
                </c:pt>
                <c:pt idx="4997">
                  <c:v>7.0176889417997756</c:v>
                </c:pt>
                <c:pt idx="4998">
                  <c:v>7.0167090304167523</c:v>
                </c:pt>
                <c:pt idx="4999">
                  <c:v>7.0171361894700324</c:v>
                </c:pt>
                <c:pt idx="5000">
                  <c:v>7.0164062031883185</c:v>
                </c:pt>
                <c:pt idx="5001">
                  <c:v>7.0151447515728727</c:v>
                </c:pt>
                <c:pt idx="5002">
                  <c:v>7.0146831391223454</c:v>
                </c:pt>
                <c:pt idx="5003">
                  <c:v>7.0149779245967299</c:v>
                </c:pt>
                <c:pt idx="5004">
                  <c:v>7.0161690502846152</c:v>
                </c:pt>
                <c:pt idx="5005">
                  <c:v>7.0171068607199736</c:v>
                </c:pt>
                <c:pt idx="5006">
                  <c:v>7.0184779797852377</c:v>
                </c:pt>
                <c:pt idx="5007">
                  <c:v>7.0186920323562338</c:v>
                </c:pt>
                <c:pt idx="5008">
                  <c:v>7.0186548195335785</c:v>
                </c:pt>
                <c:pt idx="5009">
                  <c:v>7.0177700689067946</c:v>
                </c:pt>
                <c:pt idx="5010">
                  <c:v>7.0170306217379652</c:v>
                </c:pt>
                <c:pt idx="5011">
                  <c:v>7.0165221778962144</c:v>
                </c:pt>
                <c:pt idx="5012">
                  <c:v>7.015735189769627</c:v>
                </c:pt>
                <c:pt idx="5013">
                  <c:v>7.0161268704962234</c:v>
                </c:pt>
                <c:pt idx="5014">
                  <c:v>7.0157609706870181</c:v>
                </c:pt>
                <c:pt idx="5015">
                  <c:v>7.0156427095980698</c:v>
                </c:pt>
                <c:pt idx="5016">
                  <c:v>7.0165365269083395</c:v>
                </c:pt>
                <c:pt idx="5017">
                  <c:v>7.01760718396695</c:v>
                </c:pt>
                <c:pt idx="5018">
                  <c:v>7.0188362320440243</c:v>
                </c:pt>
                <c:pt idx="5019">
                  <c:v>7.0186380264589481</c:v>
                </c:pt>
                <c:pt idx="5020">
                  <c:v>7.0176977719610845</c:v>
                </c:pt>
                <c:pt idx="5021">
                  <c:v>7.0178293571327206</c:v>
                </c:pt>
                <c:pt idx="5022">
                  <c:v>7.0175237704788787</c:v>
                </c:pt>
                <c:pt idx="5023">
                  <c:v>7.0166715022311923</c:v>
                </c:pt>
                <c:pt idx="5024">
                  <c:v>7.0176536999952699</c:v>
                </c:pt>
                <c:pt idx="5025">
                  <c:v>7.0182062946435613</c:v>
                </c:pt>
                <c:pt idx="5026">
                  <c:v>7.0172940286034153</c:v>
                </c:pt>
                <c:pt idx="5027">
                  <c:v>7.0161723615951059</c:v>
                </c:pt>
                <c:pt idx="5028">
                  <c:v>7.0165352654567243</c:v>
                </c:pt>
                <c:pt idx="5029">
                  <c:v>7.0169457891168259</c:v>
                </c:pt>
                <c:pt idx="5030">
                  <c:v>7.0169257635724307</c:v>
                </c:pt>
                <c:pt idx="5031">
                  <c:v>7.0172825966981502</c:v>
                </c:pt>
                <c:pt idx="5032">
                  <c:v>7.0175702076664725</c:v>
                </c:pt>
                <c:pt idx="5033">
                  <c:v>7.0182882889985647</c:v>
                </c:pt>
                <c:pt idx="5034">
                  <c:v>7.0197281571768713</c:v>
                </c:pt>
                <c:pt idx="5035">
                  <c:v>7.0208671691448936</c:v>
                </c:pt>
                <c:pt idx="5036">
                  <c:v>7.0205011904949624</c:v>
                </c:pt>
                <c:pt idx="5037">
                  <c:v>7.0203353884482569</c:v>
                </c:pt>
                <c:pt idx="5038">
                  <c:v>7.0185747961967238</c:v>
                </c:pt>
                <c:pt idx="5039">
                  <c:v>7.0171913779782082</c:v>
                </c:pt>
                <c:pt idx="5040">
                  <c:v>7.0164106182689734</c:v>
                </c:pt>
                <c:pt idx="5041">
                  <c:v>7.0160342326432144</c:v>
                </c:pt>
                <c:pt idx="5042">
                  <c:v>7.0183346473454327</c:v>
                </c:pt>
                <c:pt idx="5043">
                  <c:v>7.0205168797994295</c:v>
                </c:pt>
                <c:pt idx="5044">
                  <c:v>7.0209717907882494</c:v>
                </c:pt>
                <c:pt idx="5045">
                  <c:v>7.0210667150223118</c:v>
                </c:pt>
                <c:pt idx="5046">
                  <c:v>7.0214509058799415</c:v>
                </c:pt>
                <c:pt idx="5047">
                  <c:v>7.022646131285577</c:v>
                </c:pt>
                <c:pt idx="5048">
                  <c:v>7.0211387754458441</c:v>
                </c:pt>
                <c:pt idx="5049">
                  <c:v>7.0186993645437488</c:v>
                </c:pt>
                <c:pt idx="5050">
                  <c:v>7.0192678061779592</c:v>
                </c:pt>
                <c:pt idx="5051">
                  <c:v>7.0209697409293748</c:v>
                </c:pt>
                <c:pt idx="5052">
                  <c:v>7.0194854065816239</c:v>
                </c:pt>
                <c:pt idx="5053">
                  <c:v>7.017629022848042</c:v>
                </c:pt>
                <c:pt idx="5054">
                  <c:v>7.0175132846623249</c:v>
                </c:pt>
                <c:pt idx="5055">
                  <c:v>7.0174873460634828</c:v>
                </c:pt>
                <c:pt idx="5056">
                  <c:v>7.0172517699742976</c:v>
                </c:pt>
                <c:pt idx="5057">
                  <c:v>7.0172974975953579</c:v>
                </c:pt>
                <c:pt idx="5058">
                  <c:v>7.0181787792301993</c:v>
                </c:pt>
                <c:pt idx="5059">
                  <c:v>7.0175146249546669</c:v>
                </c:pt>
                <c:pt idx="5060">
                  <c:v>7.0158771030763649</c:v>
                </c:pt>
                <c:pt idx="5061">
                  <c:v>7.0150558192339831</c:v>
                </c:pt>
                <c:pt idx="5062">
                  <c:v>7.0153211971175828</c:v>
                </c:pt>
                <c:pt idx="5063">
                  <c:v>7.0162435547706528</c:v>
                </c:pt>
                <c:pt idx="5064">
                  <c:v>7.0173000204985891</c:v>
                </c:pt>
                <c:pt idx="5065">
                  <c:v>7.0182961730711613</c:v>
                </c:pt>
                <c:pt idx="5066">
                  <c:v>7.0192946120247877</c:v>
                </c:pt>
                <c:pt idx="5067">
                  <c:v>7.0191208470647597</c:v>
                </c:pt>
                <c:pt idx="5068">
                  <c:v>7.0187450133240823</c:v>
                </c:pt>
                <c:pt idx="5069">
                  <c:v>7.0172614673835918</c:v>
                </c:pt>
                <c:pt idx="5070">
                  <c:v>7.0144157902205961</c:v>
                </c:pt>
                <c:pt idx="5071">
                  <c:v>7.0137329506930097</c:v>
                </c:pt>
                <c:pt idx="5072">
                  <c:v>7.0153547832668446</c:v>
                </c:pt>
                <c:pt idx="5073">
                  <c:v>7.0173347892587392</c:v>
                </c:pt>
                <c:pt idx="5074">
                  <c:v>7.0172745549441018</c:v>
                </c:pt>
                <c:pt idx="5075">
                  <c:v>7.016868761727558</c:v>
                </c:pt>
                <c:pt idx="5076">
                  <c:v>7.0166200980778628</c:v>
                </c:pt>
                <c:pt idx="5077">
                  <c:v>7.0170079944496129</c:v>
                </c:pt>
                <c:pt idx="5078">
                  <c:v>7.0173027799239973</c:v>
                </c:pt>
                <c:pt idx="5079">
                  <c:v>7.0184447089988806</c:v>
                </c:pt>
                <c:pt idx="5080">
                  <c:v>7.0191166685062836</c:v>
                </c:pt>
                <c:pt idx="5081">
                  <c:v>7.0169017171510113</c:v>
                </c:pt>
                <c:pt idx="5082">
                  <c:v>7.0160518929658302</c:v>
                </c:pt>
                <c:pt idx="5083">
                  <c:v>7.0177735378987371</c:v>
                </c:pt>
                <c:pt idx="5084">
                  <c:v>7.0190021129314557</c:v>
                </c:pt>
                <c:pt idx="5085">
                  <c:v>7.0187808070136706</c:v>
                </c:pt>
                <c:pt idx="5086">
                  <c:v>7.0191620019237133</c:v>
                </c:pt>
                <c:pt idx="5087">
                  <c:v>7.0203880540532015</c:v>
                </c:pt>
                <c:pt idx="5088">
                  <c:v>7.020485737712673</c:v>
                </c:pt>
                <c:pt idx="5089">
                  <c:v>7.0203444551317427</c:v>
                </c:pt>
                <c:pt idx="5090">
                  <c:v>7.0198347498383766</c:v>
                </c:pt>
                <c:pt idx="5091">
                  <c:v>7.0206338005960358</c:v>
                </c:pt>
                <c:pt idx="5092">
                  <c:v>7.0210938362320441</c:v>
                </c:pt>
                <c:pt idx="5093">
                  <c:v>7.0191477317523141</c:v>
                </c:pt>
                <c:pt idx="5094">
                  <c:v>7.0181215408631479</c:v>
                </c:pt>
                <c:pt idx="5095">
                  <c:v>7.0177628155600056</c:v>
                </c:pt>
                <c:pt idx="5096">
                  <c:v>7.0180486920323562</c:v>
                </c:pt>
                <c:pt idx="5097">
                  <c:v>7.0180311105504662</c:v>
                </c:pt>
                <c:pt idx="5098">
                  <c:v>7.0162940916759959</c:v>
                </c:pt>
                <c:pt idx="5099">
                  <c:v>7.0170681499235243</c:v>
                </c:pt>
                <c:pt idx="5100">
                  <c:v>7.0181794099560069</c:v>
                </c:pt>
                <c:pt idx="5101">
                  <c:v>7.0175123385736136</c:v>
                </c:pt>
                <c:pt idx="5102">
                  <c:v>7.0183498636055441</c:v>
                </c:pt>
                <c:pt idx="5103">
                  <c:v>7.0190006149576627</c:v>
                </c:pt>
                <c:pt idx="5104">
                  <c:v>7.018684621327993</c:v>
                </c:pt>
                <c:pt idx="5105">
                  <c:v>7.017271322474337</c:v>
                </c:pt>
                <c:pt idx="5106">
                  <c:v>7.0167555464450713</c:v>
                </c:pt>
                <c:pt idx="5107">
                  <c:v>7.0177345905801101</c:v>
                </c:pt>
                <c:pt idx="5108">
                  <c:v>7.0189634021350065</c:v>
                </c:pt>
                <c:pt idx="5109">
                  <c:v>7.0190945931030129</c:v>
                </c:pt>
                <c:pt idx="5110">
                  <c:v>7.019134801873256</c:v>
                </c:pt>
                <c:pt idx="5111">
                  <c:v>7.0192061527302547</c:v>
                </c:pt>
                <c:pt idx="5112">
                  <c:v>7.0195430391523042</c:v>
                </c:pt>
                <c:pt idx="5113">
                  <c:v>7.0194961289203555</c:v>
                </c:pt>
                <c:pt idx="5114">
                  <c:v>7.0192258629117461</c:v>
                </c:pt>
                <c:pt idx="5115">
                  <c:v>7.0197669468140464</c:v>
                </c:pt>
                <c:pt idx="5116">
                  <c:v>7.0196322868540975</c:v>
                </c:pt>
                <c:pt idx="5117">
                  <c:v>7.0182000662262096</c:v>
                </c:pt>
                <c:pt idx="5118">
                  <c:v>7.0193276462889669</c:v>
                </c:pt>
                <c:pt idx="5119">
                  <c:v>7.02052350242041</c:v>
                </c:pt>
                <c:pt idx="5120">
                  <c:v>7.0207230482978291</c:v>
                </c:pt>
                <c:pt idx="5121">
                  <c:v>7.0188161276589032</c:v>
                </c:pt>
                <c:pt idx="5122">
                  <c:v>7.0180649332219049</c:v>
                </c:pt>
                <c:pt idx="5123">
                  <c:v>7.0204899951118751</c:v>
                </c:pt>
                <c:pt idx="5124">
                  <c:v>7.0213150633091033</c:v>
                </c:pt>
                <c:pt idx="5125">
                  <c:v>7.0200465948690454</c:v>
                </c:pt>
                <c:pt idx="5126">
                  <c:v>7.019262208486416</c:v>
                </c:pt>
                <c:pt idx="5127">
                  <c:v>7.0191597155426608</c:v>
                </c:pt>
                <c:pt idx="5128">
                  <c:v>7.0190891530929216</c:v>
                </c:pt>
                <c:pt idx="5129">
                  <c:v>7.0176861823743675</c:v>
                </c:pt>
                <c:pt idx="5130">
                  <c:v>7.0168835837840398</c:v>
                </c:pt>
                <c:pt idx="5131">
                  <c:v>7.0176733313360353</c:v>
                </c:pt>
                <c:pt idx="5132">
                  <c:v>7.0189042715905332</c:v>
                </c:pt>
                <c:pt idx="5133">
                  <c:v>7.0194735804727291</c:v>
                </c:pt>
                <c:pt idx="5134">
                  <c:v>7.0210570964537444</c:v>
                </c:pt>
                <c:pt idx="5135">
                  <c:v>7.0230527129093803</c:v>
                </c:pt>
                <c:pt idx="5136">
                  <c:v>7.021279269619515</c:v>
                </c:pt>
                <c:pt idx="5137">
                  <c:v>7.0187971270439462</c:v>
                </c:pt>
                <c:pt idx="5138">
                  <c:v>7.0192547186174492</c:v>
                </c:pt>
                <c:pt idx="5139">
                  <c:v>7.0189975401693498</c:v>
                </c:pt>
                <c:pt idx="5140">
                  <c:v>7.0149999211592737</c:v>
                </c:pt>
                <c:pt idx="5141">
                  <c:v>7.0138561787476936</c:v>
                </c:pt>
                <c:pt idx="5142">
                  <c:v>7.0147745943644653</c:v>
                </c:pt>
                <c:pt idx="5143">
                  <c:v>7.0161301029659882</c:v>
                </c:pt>
                <c:pt idx="5144">
                  <c:v>7.016424257714565</c:v>
                </c:pt>
                <c:pt idx="5145">
                  <c:v>7.017145256153519</c:v>
                </c:pt>
                <c:pt idx="5146">
                  <c:v>7.0181958876677335</c:v>
                </c:pt>
                <c:pt idx="5147">
                  <c:v>7.0179096958324791</c:v>
                </c:pt>
                <c:pt idx="5148">
                  <c:v>7.0177389268200381</c:v>
                </c:pt>
                <c:pt idx="5149">
                  <c:v>7.0163488859805421</c:v>
                </c:pt>
                <c:pt idx="5150">
                  <c:v>7.0150451757359784</c:v>
                </c:pt>
                <c:pt idx="5151">
                  <c:v>7.0152012015326637</c:v>
                </c:pt>
                <c:pt idx="5152">
                  <c:v>7.0168871316167083</c:v>
                </c:pt>
                <c:pt idx="5153">
                  <c:v>7.0188693451489303</c:v>
                </c:pt>
                <c:pt idx="5154">
                  <c:v>7.0191168261877355</c:v>
                </c:pt>
                <c:pt idx="5155">
                  <c:v>7.0192052066415425</c:v>
                </c:pt>
                <c:pt idx="5156">
                  <c:v>7.019508428073606</c:v>
                </c:pt>
                <c:pt idx="5157">
                  <c:v>7.019854460019868</c:v>
                </c:pt>
                <c:pt idx="5158">
                  <c:v>7.0183553036156354</c:v>
                </c:pt>
                <c:pt idx="5159">
                  <c:v>7.0177774799350354</c:v>
                </c:pt>
                <c:pt idx="5160">
                  <c:v>7.0178630221227074</c:v>
                </c:pt>
                <c:pt idx="5161">
                  <c:v>7.0178013686750029</c:v>
                </c:pt>
                <c:pt idx="5162">
                  <c:v>7.0190916759961528</c:v>
                </c:pt>
                <c:pt idx="5163">
                  <c:v>7.0192191614500388</c:v>
                </c:pt>
                <c:pt idx="5164">
                  <c:v>7.0191627114902477</c:v>
                </c:pt>
                <c:pt idx="5165">
                  <c:v>7.0191321212885729</c:v>
                </c:pt>
                <c:pt idx="5166">
                  <c:v>7.0214855957993665</c:v>
                </c:pt>
                <c:pt idx="5167">
                  <c:v>7.0209575994575761</c:v>
                </c:pt>
                <c:pt idx="5168">
                  <c:v>7.0194121635472015</c:v>
                </c:pt>
                <c:pt idx="5169">
                  <c:v>7.0190664469638433</c:v>
                </c:pt>
                <c:pt idx="5170">
                  <c:v>7.0170152477964018</c:v>
                </c:pt>
                <c:pt idx="5171">
                  <c:v>7.0164143237830938</c:v>
                </c:pt>
                <c:pt idx="5172">
                  <c:v>7.0169404279474605</c:v>
                </c:pt>
                <c:pt idx="5173">
                  <c:v>7.0164646241662592</c:v>
                </c:pt>
                <c:pt idx="5174">
                  <c:v>7.0150600766331852</c:v>
                </c:pt>
                <c:pt idx="5175">
                  <c:v>7.0150876708872731</c:v>
                </c:pt>
                <c:pt idx="5176">
                  <c:v>7.0155957205253943</c:v>
                </c:pt>
                <c:pt idx="5177">
                  <c:v>7.0177406613160098</c:v>
                </c:pt>
                <c:pt idx="5178">
                  <c:v>7.0184056039988016</c:v>
                </c:pt>
                <c:pt idx="5179">
                  <c:v>7.0160086094072751</c:v>
                </c:pt>
                <c:pt idx="5180">
                  <c:v>7.0157962913322507</c:v>
                </c:pt>
                <c:pt idx="5181">
                  <c:v>7.0181021460445612</c:v>
                </c:pt>
                <c:pt idx="5182">
                  <c:v>7.0205862596382786</c:v>
                </c:pt>
                <c:pt idx="5183">
                  <c:v>7.0199772150301962</c:v>
                </c:pt>
                <c:pt idx="5184">
                  <c:v>7.0172845677162998</c:v>
                </c:pt>
                <c:pt idx="5185">
                  <c:v>7.0168821646509718</c:v>
                </c:pt>
                <c:pt idx="5186">
                  <c:v>7.0187101657232063</c:v>
                </c:pt>
                <c:pt idx="5187">
                  <c:v>7.0202107412605059</c:v>
                </c:pt>
                <c:pt idx="5188">
                  <c:v>7.0210101862217948</c:v>
                </c:pt>
                <c:pt idx="5189">
                  <c:v>7.0207247827938</c:v>
                </c:pt>
                <c:pt idx="5190">
                  <c:v>7.0205275232974342</c:v>
                </c:pt>
                <c:pt idx="5191">
                  <c:v>7.0213670193475144</c:v>
                </c:pt>
                <c:pt idx="5192">
                  <c:v>7.0215258045696087</c:v>
                </c:pt>
                <c:pt idx="5193">
                  <c:v>7.0213288604361468</c:v>
                </c:pt>
                <c:pt idx="5194">
                  <c:v>7.0214630473517401</c:v>
                </c:pt>
                <c:pt idx="5195">
                  <c:v>7.0214227597407719</c:v>
                </c:pt>
                <c:pt idx="5196">
                  <c:v>7.0197130197574857</c:v>
                </c:pt>
                <c:pt idx="5197">
                  <c:v>7.0178717734432903</c:v>
                </c:pt>
                <c:pt idx="5198">
                  <c:v>7.015706097541746</c:v>
                </c:pt>
                <c:pt idx="5199">
                  <c:v>7.0161316009397812</c:v>
                </c:pt>
                <c:pt idx="5200">
                  <c:v>7.018475929926363</c:v>
                </c:pt>
                <c:pt idx="5201">
                  <c:v>7.0191795834056041</c:v>
                </c:pt>
                <c:pt idx="5202">
                  <c:v>7.0192369794541065</c:v>
                </c:pt>
                <c:pt idx="5203">
                  <c:v>7.01909719484697</c:v>
                </c:pt>
                <c:pt idx="5204">
                  <c:v>7.020257020766647</c:v>
                </c:pt>
                <c:pt idx="5205">
                  <c:v>7.0204239265835158</c:v>
                </c:pt>
                <c:pt idx="5206">
                  <c:v>7.0196423784670205</c:v>
                </c:pt>
                <c:pt idx="5207">
                  <c:v>7.0197070278623128</c:v>
                </c:pt>
                <c:pt idx="5208">
                  <c:v>7.0195599899083874</c:v>
                </c:pt>
                <c:pt idx="5209">
                  <c:v>7.0201459341837618</c:v>
                </c:pt>
                <c:pt idx="5210">
                  <c:v>7.0192832589602485</c:v>
                </c:pt>
                <c:pt idx="5211">
                  <c:v>7.0180971790788247</c:v>
                </c:pt>
                <c:pt idx="5212">
                  <c:v>7.0180991500969743</c:v>
                </c:pt>
                <c:pt idx="5213">
                  <c:v>7.0173505574039323</c:v>
                </c:pt>
                <c:pt idx="5214">
                  <c:v>7.0188971759251961</c:v>
                </c:pt>
                <c:pt idx="5215">
                  <c:v>7.0213267317365462</c:v>
                </c:pt>
                <c:pt idx="5216">
                  <c:v>7.0228037338967821</c:v>
                </c:pt>
                <c:pt idx="5217">
                  <c:v>7.0233523076680493</c:v>
                </c:pt>
                <c:pt idx="5218">
                  <c:v>7.0213845219886784</c:v>
                </c:pt>
                <c:pt idx="5219">
                  <c:v>7.0189913905927241</c:v>
                </c:pt>
                <c:pt idx="5220">
                  <c:v>7.0181678203692899</c:v>
                </c:pt>
                <c:pt idx="5221">
                  <c:v>7.0188900014191331</c:v>
                </c:pt>
                <c:pt idx="5222">
                  <c:v>7.0205930399407119</c:v>
                </c:pt>
                <c:pt idx="5223">
                  <c:v>7.0220501742380046</c:v>
                </c:pt>
                <c:pt idx="5224">
                  <c:v>7.0235182673962058</c:v>
                </c:pt>
                <c:pt idx="5225">
                  <c:v>7.0240641605827907</c:v>
                </c:pt>
                <c:pt idx="5226">
                  <c:v>7.0237181286365287</c:v>
                </c:pt>
                <c:pt idx="5227">
                  <c:v>7.023310837446191</c:v>
                </c:pt>
                <c:pt idx="5228">
                  <c:v>7.0230705309134489</c:v>
                </c:pt>
                <c:pt idx="5229">
                  <c:v>7.0225542818398274</c:v>
                </c:pt>
                <c:pt idx="5230">
                  <c:v>7.0219754332297892</c:v>
                </c:pt>
                <c:pt idx="5231">
                  <c:v>7.0213147479461995</c:v>
                </c:pt>
                <c:pt idx="5232">
                  <c:v>7.0203434302023053</c:v>
                </c:pt>
                <c:pt idx="5233">
                  <c:v>7.0205950897995866</c:v>
                </c:pt>
                <c:pt idx="5234">
                  <c:v>7.0210321039436128</c:v>
                </c:pt>
                <c:pt idx="5235">
                  <c:v>7.0199347987196266</c:v>
                </c:pt>
                <c:pt idx="5236">
                  <c:v>7.0196213279931881</c:v>
                </c:pt>
                <c:pt idx="5237">
                  <c:v>7.0183046878695663</c:v>
                </c:pt>
                <c:pt idx="5238">
                  <c:v>7.0180618584335921</c:v>
                </c:pt>
                <c:pt idx="5239">
                  <c:v>7.019523013607909</c:v>
                </c:pt>
                <c:pt idx="5240">
                  <c:v>7.0218142827859156</c:v>
                </c:pt>
                <c:pt idx="5241">
                  <c:v>7.0222438070609758</c:v>
                </c:pt>
                <c:pt idx="5242">
                  <c:v>7.0223583626358028</c:v>
                </c:pt>
                <c:pt idx="5243">
                  <c:v>7.0230381273750773</c:v>
                </c:pt>
                <c:pt idx="5244">
                  <c:v>7.022979154512055</c:v>
                </c:pt>
                <c:pt idx="5245">
                  <c:v>7.0231453507623902</c:v>
                </c:pt>
                <c:pt idx="5246">
                  <c:v>7.0240021129314556</c:v>
                </c:pt>
                <c:pt idx="5247">
                  <c:v>7.0264693546098176</c:v>
                </c:pt>
                <c:pt idx="5248">
                  <c:v>7.0278457560037211</c:v>
                </c:pt>
                <c:pt idx="5249">
                  <c:v>7.0268928081489772</c:v>
                </c:pt>
                <c:pt idx="5250">
                  <c:v>7.0264720351944998</c:v>
                </c:pt>
                <c:pt idx="5251">
                  <c:v>7.0259096642961891</c:v>
                </c:pt>
                <c:pt idx="5252">
                  <c:v>7.0254196691843136</c:v>
                </c:pt>
                <c:pt idx="5253">
                  <c:v>7.0256111733076843</c:v>
                </c:pt>
                <c:pt idx="5254">
                  <c:v>7.0256532742553492</c:v>
                </c:pt>
                <c:pt idx="5255">
                  <c:v>7.0247112852615148</c:v>
                </c:pt>
                <c:pt idx="5256">
                  <c:v>7.0241204528611298</c:v>
                </c:pt>
                <c:pt idx="5257">
                  <c:v>7.0249227360885538</c:v>
                </c:pt>
                <c:pt idx="5258">
                  <c:v>7.0248360112899917</c:v>
                </c:pt>
                <c:pt idx="5259">
                  <c:v>7.0253366498998719</c:v>
                </c:pt>
                <c:pt idx="5260">
                  <c:v>7.0273307683817157</c:v>
                </c:pt>
                <c:pt idx="5261">
                  <c:v>7.0287213611062933</c:v>
                </c:pt>
                <c:pt idx="5262">
                  <c:v>7.0290409025686307</c:v>
                </c:pt>
                <c:pt idx="5263">
                  <c:v>7.0299988173891101</c:v>
                </c:pt>
                <c:pt idx="5264">
                  <c:v>7.0300674088207007</c:v>
                </c:pt>
                <c:pt idx="5265">
                  <c:v>7.0288832999574264</c:v>
                </c:pt>
                <c:pt idx="5266">
                  <c:v>7.0271365836736628</c:v>
                </c:pt>
                <c:pt idx="5267">
                  <c:v>7.0246239297371451</c:v>
                </c:pt>
                <c:pt idx="5268">
                  <c:v>7.0242033144641196</c:v>
                </c:pt>
                <c:pt idx="5269">
                  <c:v>7.0238048534350908</c:v>
                </c:pt>
                <c:pt idx="5270">
                  <c:v>7.0237715826487328</c:v>
                </c:pt>
                <c:pt idx="5271">
                  <c:v>7.0259014648606888</c:v>
                </c:pt>
                <c:pt idx="5272">
                  <c:v>7.0269945915261989</c:v>
                </c:pt>
                <c:pt idx="5273">
                  <c:v>7.0264642299626292</c:v>
                </c:pt>
                <c:pt idx="5274">
                  <c:v>7.0279145839574895</c:v>
                </c:pt>
                <c:pt idx="5275">
                  <c:v>7.0296466358662233</c:v>
                </c:pt>
                <c:pt idx="5276">
                  <c:v>7.0299871489616672</c:v>
                </c:pt>
                <c:pt idx="5277">
                  <c:v>7.0317083996909444</c:v>
                </c:pt>
                <c:pt idx="5278">
                  <c:v>7.0331113704094985</c:v>
                </c:pt>
                <c:pt idx="5279">
                  <c:v>7.0339571737176554</c:v>
                </c:pt>
                <c:pt idx="5280">
                  <c:v>7.0335393967107649</c:v>
                </c:pt>
                <c:pt idx="5281">
                  <c:v>7.032913795550229</c:v>
                </c:pt>
                <c:pt idx="5282">
                  <c:v>7.0332044813068642</c:v>
                </c:pt>
                <c:pt idx="5283">
                  <c:v>7.034158927135401</c:v>
                </c:pt>
                <c:pt idx="5284">
                  <c:v>7.0356664406565859</c:v>
                </c:pt>
                <c:pt idx="5285">
                  <c:v>7.0362578249420524</c:v>
                </c:pt>
                <c:pt idx="5286">
                  <c:v>7.0352618300509313</c:v>
                </c:pt>
                <c:pt idx="5287">
                  <c:v>7.0355114397893379</c:v>
                </c:pt>
                <c:pt idx="5288">
                  <c:v>7.0374311326258692</c:v>
                </c:pt>
                <c:pt idx="5289">
                  <c:v>7.0380244879294844</c:v>
                </c:pt>
                <c:pt idx="5290">
                  <c:v>7.0390998754316527</c:v>
                </c:pt>
                <c:pt idx="5291">
                  <c:v>7.0403813525914947</c:v>
                </c:pt>
                <c:pt idx="5292">
                  <c:v>7.040815291947208</c:v>
                </c:pt>
                <c:pt idx="5293">
                  <c:v>7.0402541036597865</c:v>
                </c:pt>
                <c:pt idx="5294">
                  <c:v>7.0394042006338795</c:v>
                </c:pt>
                <c:pt idx="5295">
                  <c:v>7.0409181790945929</c:v>
                </c:pt>
                <c:pt idx="5296">
                  <c:v>7.042607814692758</c:v>
                </c:pt>
                <c:pt idx="5297">
                  <c:v>7.0436567117110016</c:v>
                </c:pt>
                <c:pt idx="5298">
                  <c:v>7.0437566817515256</c:v>
                </c:pt>
                <c:pt idx="5299">
                  <c:v>7.0437165518220093</c:v>
                </c:pt>
                <c:pt idx="5300">
                  <c:v>7.0445389394345543</c:v>
                </c:pt>
                <c:pt idx="5301">
                  <c:v>7.0474331036440185</c:v>
                </c:pt>
                <c:pt idx="5302">
                  <c:v>7.0498341979532944</c:v>
                </c:pt>
                <c:pt idx="5303">
                  <c:v>7.0493279616518709</c:v>
                </c:pt>
                <c:pt idx="5304">
                  <c:v>7.0482477648654189</c:v>
                </c:pt>
                <c:pt idx="5305">
                  <c:v>7.0474066131600939</c:v>
                </c:pt>
                <c:pt idx="5306">
                  <c:v>7.0449618410886323</c:v>
                </c:pt>
                <c:pt idx="5307">
                  <c:v>7.0438315804411928</c:v>
                </c:pt>
                <c:pt idx="5308">
                  <c:v>7.0428271495923935</c:v>
                </c:pt>
                <c:pt idx="5309">
                  <c:v>7.0403927056560338</c:v>
                </c:pt>
                <c:pt idx="5310">
                  <c:v>7.0396590927009255</c:v>
                </c:pt>
                <c:pt idx="5311">
                  <c:v>7.038889449534051</c:v>
                </c:pt>
                <c:pt idx="5312">
                  <c:v>7.0376987968905214</c:v>
                </c:pt>
                <c:pt idx="5313">
                  <c:v>7.039473107428373</c:v>
                </c:pt>
                <c:pt idx="5314">
                  <c:v>7.0410721550324036</c:v>
                </c:pt>
                <c:pt idx="5315">
                  <c:v>7.0414471215250947</c:v>
                </c:pt>
                <c:pt idx="5316">
                  <c:v>7.0397386429934246</c:v>
                </c:pt>
                <c:pt idx="5317">
                  <c:v>7.0391925132846627</c:v>
                </c:pt>
                <c:pt idx="5318">
                  <c:v>7.0387183651587062</c:v>
                </c:pt>
                <c:pt idx="5319">
                  <c:v>7.0382030621737961</c:v>
                </c:pt>
                <c:pt idx="5320">
                  <c:v>7.0379955533830554</c:v>
                </c:pt>
                <c:pt idx="5321">
                  <c:v>7.0372457780791242</c:v>
                </c:pt>
                <c:pt idx="5322">
                  <c:v>7.0358069348302559</c:v>
                </c:pt>
                <c:pt idx="5323">
                  <c:v>7.0354612182468976</c:v>
                </c:pt>
                <c:pt idx="5324">
                  <c:v>7.0359379681168104</c:v>
                </c:pt>
                <c:pt idx="5325">
                  <c:v>7.0361987732383042</c:v>
                </c:pt>
                <c:pt idx="5326">
                  <c:v>7.0374238004383542</c:v>
                </c:pt>
                <c:pt idx="5327">
                  <c:v>7.0380527917501068</c:v>
                </c:pt>
                <c:pt idx="5328">
                  <c:v>7.0379331115280905</c:v>
                </c:pt>
                <c:pt idx="5329">
                  <c:v>7.0390896261372777</c:v>
                </c:pt>
                <c:pt idx="5330">
                  <c:v>7.040980305586654</c:v>
                </c:pt>
                <c:pt idx="5331">
                  <c:v>7.042942257052303</c:v>
                </c:pt>
                <c:pt idx="5332">
                  <c:v>7.0424647187751308</c:v>
                </c:pt>
                <c:pt idx="5333">
                  <c:v>7.0393515350289348</c:v>
                </c:pt>
                <c:pt idx="5334">
                  <c:v>7.0374869518598526</c:v>
                </c:pt>
                <c:pt idx="5335">
                  <c:v>7.0374534445513177</c:v>
                </c:pt>
                <c:pt idx="5336">
                  <c:v>7.0369416893990762</c:v>
                </c:pt>
                <c:pt idx="5337">
                  <c:v>7.0341238430123463</c:v>
                </c:pt>
                <c:pt idx="5338">
                  <c:v>7.0320360617480562</c:v>
                </c:pt>
                <c:pt idx="5339">
                  <c:v>7.0331116857724023</c:v>
                </c:pt>
                <c:pt idx="5340">
                  <c:v>7.0351210993550826</c:v>
                </c:pt>
                <c:pt idx="5341">
                  <c:v>7.0369624245100049</c:v>
                </c:pt>
                <c:pt idx="5342">
                  <c:v>7.0385584761664486</c:v>
                </c:pt>
                <c:pt idx="5343">
                  <c:v>7.0384843658840408</c:v>
                </c:pt>
                <c:pt idx="5344">
                  <c:v>7.0389582774878194</c:v>
                </c:pt>
                <c:pt idx="5345">
                  <c:v>7.0396509721061511</c:v>
                </c:pt>
                <c:pt idx="5346">
                  <c:v>7.0379745817499488</c:v>
                </c:pt>
                <c:pt idx="5347">
                  <c:v>7.0357570286507194</c:v>
                </c:pt>
                <c:pt idx="5348">
                  <c:v>7.0338396221952415</c:v>
                </c:pt>
                <c:pt idx="5349">
                  <c:v>7.0330801494820161</c:v>
                </c:pt>
                <c:pt idx="5350">
                  <c:v>7.0326798751162904</c:v>
                </c:pt>
                <c:pt idx="5351">
                  <c:v>7.0338171525883411</c:v>
                </c:pt>
                <c:pt idx="5352">
                  <c:v>7.03526380106908</c:v>
                </c:pt>
                <c:pt idx="5353">
                  <c:v>7.0370427632097634</c:v>
                </c:pt>
                <c:pt idx="5354">
                  <c:v>7.0402894243050191</c:v>
                </c:pt>
                <c:pt idx="5355">
                  <c:v>7.0411584856273359</c:v>
                </c:pt>
                <c:pt idx="5356">
                  <c:v>7.0403495009382047</c:v>
                </c:pt>
                <c:pt idx="5357">
                  <c:v>7.0397641873886379</c:v>
                </c:pt>
                <c:pt idx="5358">
                  <c:v>7.0390468944638043</c:v>
                </c:pt>
                <c:pt idx="5359">
                  <c:v>7.0390787461170943</c:v>
                </c:pt>
                <c:pt idx="5360">
                  <c:v>7.0389260316308988</c:v>
                </c:pt>
                <c:pt idx="5361">
                  <c:v>7.0382599063372178</c:v>
                </c:pt>
                <c:pt idx="5362">
                  <c:v>7.0397522824390171</c:v>
                </c:pt>
                <c:pt idx="5363">
                  <c:v>7.0415348712530941</c:v>
                </c:pt>
                <c:pt idx="5364">
                  <c:v>7.0400917706050237</c:v>
                </c:pt>
                <c:pt idx="5365">
                  <c:v>7.0402409372585506</c:v>
                </c:pt>
                <c:pt idx="5366">
                  <c:v>7.040516958640155</c:v>
                </c:pt>
                <c:pt idx="5367">
                  <c:v>7.0397034011889179</c:v>
                </c:pt>
                <c:pt idx="5368">
                  <c:v>7.0389481070341695</c:v>
                </c:pt>
                <c:pt idx="5369">
                  <c:v>7.0380559453791447</c:v>
                </c:pt>
                <c:pt idx="5370">
                  <c:v>7.0384779009445122</c:v>
                </c:pt>
                <c:pt idx="5371">
                  <c:v>7.0396069789810625</c:v>
                </c:pt>
                <c:pt idx="5372">
                  <c:v>7.0400823097179082</c:v>
                </c:pt>
                <c:pt idx="5373">
                  <c:v>7.036776912281808</c:v>
                </c:pt>
                <c:pt idx="5374">
                  <c:v>7.0345088222772354</c:v>
                </c:pt>
                <c:pt idx="5375">
                  <c:v>7.0347172771566884</c:v>
                </c:pt>
                <c:pt idx="5376">
                  <c:v>7.035578060202778</c:v>
                </c:pt>
                <c:pt idx="5377">
                  <c:v>7.0355914631261927</c:v>
                </c:pt>
                <c:pt idx="5378">
                  <c:v>7.0352311610085305</c:v>
                </c:pt>
                <c:pt idx="5379">
                  <c:v>7.0348861539917058</c:v>
                </c:pt>
                <c:pt idx="5380">
                  <c:v>7.0347561456345886</c:v>
                </c:pt>
                <c:pt idx="5381">
                  <c:v>7.0355935129850673</c:v>
                </c:pt>
                <c:pt idx="5382">
                  <c:v>7.0361551743168453</c:v>
                </c:pt>
                <c:pt idx="5383">
                  <c:v>7.0369961683407185</c:v>
                </c:pt>
                <c:pt idx="5384">
                  <c:v>7.0384308330311107</c:v>
                </c:pt>
                <c:pt idx="5385">
                  <c:v>7.0405677320676769</c:v>
                </c:pt>
                <c:pt idx="5386">
                  <c:v>7.0418436903767008</c:v>
                </c:pt>
                <c:pt idx="5387">
                  <c:v>7.0392537725287374</c:v>
                </c:pt>
                <c:pt idx="5388">
                  <c:v>7.038048297828726</c:v>
                </c:pt>
                <c:pt idx="5389">
                  <c:v>7.0374387013355619</c:v>
                </c:pt>
                <c:pt idx="5390">
                  <c:v>7.036501836988915</c:v>
                </c:pt>
                <c:pt idx="5391">
                  <c:v>7.0365650672511393</c:v>
                </c:pt>
                <c:pt idx="5392">
                  <c:v>7.0377943518503923</c:v>
                </c:pt>
                <c:pt idx="5393">
                  <c:v>7.0375981961241898</c:v>
                </c:pt>
                <c:pt idx="5394">
                  <c:v>7.0361414560305269</c:v>
                </c:pt>
                <c:pt idx="5395">
                  <c:v>7.036884135669121</c:v>
                </c:pt>
                <c:pt idx="5396">
                  <c:v>7.0392612623977042</c:v>
                </c:pt>
                <c:pt idx="5397">
                  <c:v>7.0405761680253551</c:v>
                </c:pt>
                <c:pt idx="5398">
                  <c:v>7.0402738138412779</c:v>
                </c:pt>
                <c:pt idx="5399">
                  <c:v>7.0393085668332835</c:v>
                </c:pt>
                <c:pt idx="5400">
                  <c:v>7.039692994213091</c:v>
                </c:pt>
                <c:pt idx="5401">
                  <c:v>7.0397807439410904</c:v>
                </c:pt>
                <c:pt idx="5402">
                  <c:v>7.0414736908497453</c:v>
                </c:pt>
                <c:pt idx="5403">
                  <c:v>7.0443505100994974</c:v>
                </c:pt>
                <c:pt idx="5404">
                  <c:v>7.04564720351945</c:v>
                </c:pt>
                <c:pt idx="5405">
                  <c:v>7.0474403569908075</c:v>
                </c:pt>
                <c:pt idx="5406">
                  <c:v>7.048555953263218</c:v>
                </c:pt>
                <c:pt idx="5407">
                  <c:v>7.0499333007458329</c:v>
                </c:pt>
                <c:pt idx="5408">
                  <c:v>7.0494666424888441</c:v>
                </c:pt>
                <c:pt idx="5409">
                  <c:v>7.0476358031504756</c:v>
                </c:pt>
                <c:pt idx="5410">
                  <c:v>7.0482741765086176</c:v>
                </c:pt>
                <c:pt idx="5411">
                  <c:v>7.0478385026569326</c:v>
                </c:pt>
                <c:pt idx="5412">
                  <c:v>7.0455409262208484</c:v>
                </c:pt>
                <c:pt idx="5413">
                  <c:v>7.04533728062568</c:v>
                </c:pt>
                <c:pt idx="5414">
                  <c:v>7.0450885381352588</c:v>
                </c:pt>
                <c:pt idx="5415">
                  <c:v>7.0458307447294972</c:v>
                </c:pt>
                <c:pt idx="5416">
                  <c:v>7.0462344880871663</c:v>
                </c:pt>
                <c:pt idx="5417">
                  <c:v>7.0460371497500747</c:v>
                </c:pt>
                <c:pt idx="5418">
                  <c:v>7.0462618458190764</c:v>
                </c:pt>
                <c:pt idx="5419">
                  <c:v>7.0475433229789184</c:v>
                </c:pt>
                <c:pt idx="5420">
                  <c:v>7.0475448209527114</c:v>
                </c:pt>
                <c:pt idx="5421">
                  <c:v>7.0469751967076109</c:v>
                </c:pt>
                <c:pt idx="5422">
                  <c:v>7.047080606758227</c:v>
                </c:pt>
                <c:pt idx="5423">
                  <c:v>7.0472888251155013</c:v>
                </c:pt>
                <c:pt idx="5424">
                  <c:v>7.0469798483104436</c:v>
                </c:pt>
                <c:pt idx="5425">
                  <c:v>7.0472483009823552</c:v>
                </c:pt>
                <c:pt idx="5426">
                  <c:v>7.0483249499361387</c:v>
                </c:pt>
                <c:pt idx="5427">
                  <c:v>7.0472749491477318</c:v>
                </c:pt>
                <c:pt idx="5428">
                  <c:v>7.0468646620098081</c:v>
                </c:pt>
                <c:pt idx="5429">
                  <c:v>7.047787177344329</c:v>
                </c:pt>
                <c:pt idx="5430">
                  <c:v>7.0490520979517175</c:v>
                </c:pt>
                <c:pt idx="5431">
                  <c:v>7.0497358835680162</c:v>
                </c:pt>
                <c:pt idx="5432">
                  <c:v>7.0489754647660794</c:v>
                </c:pt>
                <c:pt idx="5433">
                  <c:v>7.047577224491083</c:v>
                </c:pt>
                <c:pt idx="5434">
                  <c:v>7.0460487393367917</c:v>
                </c:pt>
                <c:pt idx="5435">
                  <c:v>7.0452788596477394</c:v>
                </c:pt>
                <c:pt idx="5436">
                  <c:v>7.044921711159116</c:v>
                </c:pt>
                <c:pt idx="5437">
                  <c:v>7.0447485769248965</c:v>
                </c:pt>
                <c:pt idx="5438">
                  <c:v>7.0437189170437877</c:v>
                </c:pt>
                <c:pt idx="5439">
                  <c:v>7.0418155442375312</c:v>
                </c:pt>
                <c:pt idx="5440">
                  <c:v>7.0399960579637018</c:v>
                </c:pt>
                <c:pt idx="5441">
                  <c:v>7.039228228133525</c:v>
                </c:pt>
                <c:pt idx="5442">
                  <c:v>7.0399503303426414</c:v>
                </c:pt>
                <c:pt idx="5443">
                  <c:v>7.0408444630158158</c:v>
                </c:pt>
                <c:pt idx="5444">
                  <c:v>7.0390944354215614</c:v>
                </c:pt>
                <c:pt idx="5445">
                  <c:v>7.0381426701777068</c:v>
                </c:pt>
                <c:pt idx="5446">
                  <c:v>7.0380854318106563</c:v>
                </c:pt>
                <c:pt idx="5447">
                  <c:v>7.038300193948186</c:v>
                </c:pt>
                <c:pt idx="5448">
                  <c:v>7.0368223245399646</c:v>
                </c:pt>
                <c:pt idx="5449">
                  <c:v>7.0344082215109038</c:v>
                </c:pt>
                <c:pt idx="5450">
                  <c:v>7.0348502026206656</c:v>
                </c:pt>
                <c:pt idx="5451">
                  <c:v>7.0369608476954859</c:v>
                </c:pt>
                <c:pt idx="5452">
                  <c:v>7.0377833929894829</c:v>
                </c:pt>
                <c:pt idx="5453">
                  <c:v>7.0357475677636039</c:v>
                </c:pt>
                <c:pt idx="5454">
                  <c:v>7.03429358709535</c:v>
                </c:pt>
                <c:pt idx="5455">
                  <c:v>7.0335930872451478</c:v>
                </c:pt>
                <c:pt idx="5456">
                  <c:v>7.0322613097021396</c:v>
                </c:pt>
                <c:pt idx="5457">
                  <c:v>7.0321812075245589</c:v>
                </c:pt>
                <c:pt idx="5458">
                  <c:v>7.0327941941689396</c:v>
                </c:pt>
                <c:pt idx="5459">
                  <c:v>7.0336903767009886</c:v>
                </c:pt>
                <c:pt idx="5460">
                  <c:v>7.0337743420741417</c:v>
                </c:pt>
                <c:pt idx="5461">
                  <c:v>7.03265740550939</c:v>
                </c:pt>
                <c:pt idx="5462">
                  <c:v>7.0318181459814886</c:v>
                </c:pt>
                <c:pt idx="5463">
                  <c:v>7.0318245320802912</c:v>
                </c:pt>
                <c:pt idx="5464">
                  <c:v>7.0318803513142747</c:v>
                </c:pt>
                <c:pt idx="5465">
                  <c:v>7.0320749302259573</c:v>
                </c:pt>
                <c:pt idx="5466">
                  <c:v>7.0303837178132733</c:v>
                </c:pt>
                <c:pt idx="5467">
                  <c:v>7.0283573534745107</c:v>
                </c:pt>
                <c:pt idx="5468">
                  <c:v>7.0291966130024122</c:v>
                </c:pt>
                <c:pt idx="5469">
                  <c:v>7.030945931030133</c:v>
                </c:pt>
                <c:pt idx="5470">
                  <c:v>7.0310450338226715</c:v>
                </c:pt>
                <c:pt idx="5471">
                  <c:v>7.0281993566596759</c:v>
                </c:pt>
                <c:pt idx="5472">
                  <c:v>7.0257626263422637</c:v>
                </c:pt>
                <c:pt idx="5473">
                  <c:v>7.0257591573503211</c:v>
                </c:pt>
                <c:pt idx="5474">
                  <c:v>7.0260983301534239</c:v>
                </c:pt>
                <c:pt idx="5475">
                  <c:v>7.0263526703353882</c:v>
                </c:pt>
                <c:pt idx="5476">
                  <c:v>7.0253803276620568</c:v>
                </c:pt>
                <c:pt idx="5477">
                  <c:v>7.0227777952979391</c:v>
                </c:pt>
                <c:pt idx="5478">
                  <c:v>7.0233848688878728</c:v>
                </c:pt>
                <c:pt idx="5479">
                  <c:v>7.0252753118150713</c:v>
                </c:pt>
                <c:pt idx="5480">
                  <c:v>7.0261258455667859</c:v>
                </c:pt>
                <c:pt idx="5481">
                  <c:v>7.0268335199230512</c:v>
                </c:pt>
                <c:pt idx="5482">
                  <c:v>7.0259482962519115</c:v>
                </c:pt>
                <c:pt idx="5483">
                  <c:v>7.0255082073195734</c:v>
                </c:pt>
                <c:pt idx="5484">
                  <c:v>7.0255839732572261</c:v>
                </c:pt>
                <c:pt idx="5485">
                  <c:v>7.0253811160693171</c:v>
                </c:pt>
                <c:pt idx="5486">
                  <c:v>7.0239675806934834</c:v>
                </c:pt>
                <c:pt idx="5487">
                  <c:v>7.0240242671754523</c:v>
                </c:pt>
                <c:pt idx="5488">
                  <c:v>7.0257923492959522</c:v>
                </c:pt>
                <c:pt idx="5489">
                  <c:v>7.0265535565051485</c:v>
                </c:pt>
                <c:pt idx="5490">
                  <c:v>7.0259347356470458</c:v>
                </c:pt>
                <c:pt idx="5491">
                  <c:v>7.0232480013875964</c:v>
                </c:pt>
                <c:pt idx="5492">
                  <c:v>7.0224465065674329</c:v>
                </c:pt>
                <c:pt idx="5493">
                  <c:v>7.0229801794414923</c:v>
                </c:pt>
                <c:pt idx="5494">
                  <c:v>7.0218485785017108</c:v>
                </c:pt>
                <c:pt idx="5495">
                  <c:v>7.0214065973919491</c:v>
                </c:pt>
                <c:pt idx="5496">
                  <c:v>7.024269225311027</c:v>
                </c:pt>
                <c:pt idx="5497">
                  <c:v>7.0266258534508585</c:v>
                </c:pt>
                <c:pt idx="5498">
                  <c:v>7.0275889717592523</c:v>
                </c:pt>
                <c:pt idx="5499">
                  <c:v>7.0276954855800309</c:v>
                </c:pt>
                <c:pt idx="5500">
                  <c:v>7.0274647187751302</c:v>
                </c:pt>
                <c:pt idx="5501">
                  <c:v>7.0272702975448995</c:v>
                </c:pt>
                <c:pt idx="5502">
                  <c:v>7.0264290669988485</c:v>
                </c:pt>
                <c:pt idx="5503">
                  <c:v>7.0258125325217993</c:v>
                </c:pt>
                <c:pt idx="5504">
                  <c:v>7.02624008577871</c:v>
                </c:pt>
                <c:pt idx="5505">
                  <c:v>7.0280248821331144</c:v>
                </c:pt>
                <c:pt idx="5506">
                  <c:v>7.0291946419842635</c:v>
                </c:pt>
                <c:pt idx="5507">
                  <c:v>7.0282258471436005</c:v>
                </c:pt>
                <c:pt idx="5508">
                  <c:v>7.0277301754994559</c:v>
                </c:pt>
                <c:pt idx="5509">
                  <c:v>7.027060896576736</c:v>
                </c:pt>
                <c:pt idx="5510">
                  <c:v>7.027637301124269</c:v>
                </c:pt>
                <c:pt idx="5511">
                  <c:v>7.026424021192387</c:v>
                </c:pt>
                <c:pt idx="5512">
                  <c:v>7.0222184203472144</c:v>
                </c:pt>
                <c:pt idx="5513">
                  <c:v>7.0201090367240102</c:v>
                </c:pt>
                <c:pt idx="5514">
                  <c:v>7.0203371229442277</c:v>
                </c:pt>
                <c:pt idx="5515">
                  <c:v>7.0216482442170332</c:v>
                </c:pt>
                <c:pt idx="5516">
                  <c:v>7.0236011289991955</c:v>
                </c:pt>
                <c:pt idx="5517">
                  <c:v>7.0273645122124284</c:v>
                </c:pt>
                <c:pt idx="5518">
                  <c:v>7.0282384616597549</c:v>
                </c:pt>
                <c:pt idx="5519">
                  <c:v>7.0281799618410883</c:v>
                </c:pt>
                <c:pt idx="5520">
                  <c:v>7.0285484633942508</c:v>
                </c:pt>
                <c:pt idx="5521">
                  <c:v>7.0279580251974956</c:v>
                </c:pt>
                <c:pt idx="5522">
                  <c:v>7.0279811255302036</c:v>
                </c:pt>
                <c:pt idx="5523">
                  <c:v>7.0295879783661048</c:v>
                </c:pt>
                <c:pt idx="5524">
                  <c:v>7.0311177249720114</c:v>
                </c:pt>
                <c:pt idx="5525">
                  <c:v>7.0295397278418141</c:v>
                </c:pt>
                <c:pt idx="5526">
                  <c:v>7.0275781705797948</c:v>
                </c:pt>
                <c:pt idx="5527">
                  <c:v>7.028745013324083</c:v>
                </c:pt>
                <c:pt idx="5528">
                  <c:v>7.0294203629827026</c:v>
                </c:pt>
                <c:pt idx="5529">
                  <c:v>7.0267329979974456</c:v>
                </c:pt>
                <c:pt idx="5530">
                  <c:v>7.0235956101483783</c:v>
                </c:pt>
                <c:pt idx="5531">
                  <c:v>7.021062142260206</c:v>
                </c:pt>
                <c:pt idx="5532">
                  <c:v>7.0192974502909227</c:v>
                </c:pt>
                <c:pt idx="5533">
                  <c:v>7.019974770967691</c:v>
                </c:pt>
                <c:pt idx="5534">
                  <c:v>7.0231422759740774</c:v>
                </c:pt>
                <c:pt idx="5535">
                  <c:v>7.0266972043078573</c:v>
                </c:pt>
                <c:pt idx="5536">
                  <c:v>7.028616187577855</c:v>
                </c:pt>
                <c:pt idx="5537">
                  <c:v>7.0291929074882917</c:v>
                </c:pt>
                <c:pt idx="5538">
                  <c:v>7.0260378593166086</c:v>
                </c:pt>
                <c:pt idx="5539">
                  <c:v>7.0223904508112707</c:v>
                </c:pt>
                <c:pt idx="5540">
                  <c:v>7.0240982986171341</c:v>
                </c:pt>
                <c:pt idx="5541">
                  <c:v>7.0272672227565876</c:v>
                </c:pt>
                <c:pt idx="5542">
                  <c:v>7.0297617433261328</c:v>
                </c:pt>
                <c:pt idx="5543">
                  <c:v>7.0311427963228681</c:v>
                </c:pt>
                <c:pt idx="5544">
                  <c:v>7.0317572021003167</c:v>
                </c:pt>
                <c:pt idx="5545">
                  <c:v>7.0316883741465492</c:v>
                </c:pt>
                <c:pt idx="5546">
                  <c:v>7.030301486936092</c:v>
                </c:pt>
                <c:pt idx="5547">
                  <c:v>7.0298245793847274</c:v>
                </c:pt>
                <c:pt idx="5548">
                  <c:v>7.029153329443858</c:v>
                </c:pt>
                <c:pt idx="5549">
                  <c:v>7.0284309118718369</c:v>
                </c:pt>
                <c:pt idx="5550">
                  <c:v>7.0270941673630931</c:v>
                </c:pt>
                <c:pt idx="5551">
                  <c:v>7.0271201848026621</c:v>
                </c:pt>
                <c:pt idx="5552">
                  <c:v>7.0269186679070943</c:v>
                </c:pt>
                <c:pt idx="5553">
                  <c:v>7.0277944306911175</c:v>
                </c:pt>
                <c:pt idx="5554">
                  <c:v>7.0293896150995758</c:v>
                </c:pt>
                <c:pt idx="5555">
                  <c:v>7.029059193617055</c:v>
                </c:pt>
                <c:pt idx="5556">
                  <c:v>7.0282554124158372</c:v>
                </c:pt>
                <c:pt idx="5557">
                  <c:v>7.0273125561740173</c:v>
                </c:pt>
                <c:pt idx="5558">
                  <c:v>7.0276833441082323</c:v>
                </c:pt>
                <c:pt idx="5559">
                  <c:v>7.0286656207130358</c:v>
                </c:pt>
                <c:pt idx="5560">
                  <c:v>7.029457418123906</c:v>
                </c:pt>
                <c:pt idx="5561">
                  <c:v>7.0302998312808462</c:v>
                </c:pt>
                <c:pt idx="5562">
                  <c:v>7.0304620854948832</c:v>
                </c:pt>
                <c:pt idx="5563">
                  <c:v>7.0289730207035745</c:v>
                </c:pt>
                <c:pt idx="5564">
                  <c:v>7.0285589492108045</c:v>
                </c:pt>
                <c:pt idx="5565">
                  <c:v>7.029580567337864</c:v>
                </c:pt>
                <c:pt idx="5566">
                  <c:v>7.0302381778331418</c:v>
                </c:pt>
                <c:pt idx="5567">
                  <c:v>7.0291844715306135</c:v>
                </c:pt>
                <c:pt idx="5568">
                  <c:v>7.0271675680789665</c:v>
                </c:pt>
                <c:pt idx="5569">
                  <c:v>7.0267987511629011</c:v>
                </c:pt>
                <c:pt idx="5570">
                  <c:v>7.0267127359308725</c:v>
                </c:pt>
                <c:pt idx="5571">
                  <c:v>7.0258030716346838</c:v>
                </c:pt>
                <c:pt idx="5572">
                  <c:v>7.025488418297356</c:v>
                </c:pt>
                <c:pt idx="5573">
                  <c:v>7.0258890080259855</c:v>
                </c:pt>
                <c:pt idx="5574">
                  <c:v>7.0249705135684888</c:v>
                </c:pt>
                <c:pt idx="5575">
                  <c:v>7.0250563711190654</c:v>
                </c:pt>
                <c:pt idx="5576">
                  <c:v>7.0260834292562162</c:v>
                </c:pt>
                <c:pt idx="5577">
                  <c:v>7.024983285766095</c:v>
                </c:pt>
                <c:pt idx="5578">
                  <c:v>7.0237523455115971</c:v>
                </c:pt>
                <c:pt idx="5579">
                  <c:v>7.0243551617023288</c:v>
                </c:pt>
                <c:pt idx="5580">
                  <c:v>7.0246557813904351</c:v>
                </c:pt>
                <c:pt idx="5581">
                  <c:v>7.0257825730459329</c:v>
                </c:pt>
                <c:pt idx="5582">
                  <c:v>7.0277781106608428</c:v>
                </c:pt>
                <c:pt idx="5583">
                  <c:v>7.0271535344297451</c:v>
                </c:pt>
                <c:pt idx="5584">
                  <c:v>7.0251333985083333</c:v>
                </c:pt>
                <c:pt idx="5585">
                  <c:v>7.0246808527412918</c:v>
                </c:pt>
                <c:pt idx="5586">
                  <c:v>7.0249828127217393</c:v>
                </c:pt>
                <c:pt idx="5587">
                  <c:v>7.0250391050000784</c:v>
                </c:pt>
                <c:pt idx="5588">
                  <c:v>7.0265900597612703</c:v>
                </c:pt>
                <c:pt idx="5589">
                  <c:v>7.0277264699853355</c:v>
                </c:pt>
                <c:pt idx="5590">
                  <c:v>7.0260640344376295</c:v>
                </c:pt>
                <c:pt idx="5591">
                  <c:v>7.0251927655749853</c:v>
                </c:pt>
                <c:pt idx="5592">
                  <c:v>7.0244825683154888</c:v>
                </c:pt>
                <c:pt idx="5593">
                  <c:v>7.0211796937826207</c:v>
                </c:pt>
                <c:pt idx="5594">
                  <c:v>7.0223776786136645</c:v>
                </c:pt>
                <c:pt idx="5595">
                  <c:v>7.0256098330153423</c:v>
                </c:pt>
                <c:pt idx="5596">
                  <c:v>7.0263344581276908</c:v>
                </c:pt>
                <c:pt idx="5597">
                  <c:v>7.0258619656569801</c:v>
                </c:pt>
                <c:pt idx="5598">
                  <c:v>7.0262615304561722</c:v>
                </c:pt>
                <c:pt idx="5599">
                  <c:v>7.0258941326731739</c:v>
                </c:pt>
                <c:pt idx="5600">
                  <c:v>7.024738485311973</c:v>
                </c:pt>
                <c:pt idx="5601">
                  <c:v>7.0243791292830222</c:v>
                </c:pt>
                <c:pt idx="5602">
                  <c:v>7.0260034847600874</c:v>
                </c:pt>
                <c:pt idx="5603">
                  <c:v>7.0276248442895666</c:v>
                </c:pt>
                <c:pt idx="5604">
                  <c:v>7.0275705230293761</c:v>
                </c:pt>
                <c:pt idx="5605">
                  <c:v>7.0281222504296821</c:v>
                </c:pt>
                <c:pt idx="5606">
                  <c:v>7.0286978665699555</c:v>
                </c:pt>
                <c:pt idx="5607">
                  <c:v>7.0286963685961616</c:v>
                </c:pt>
                <c:pt idx="5608">
                  <c:v>7.0269132278970021</c:v>
                </c:pt>
                <c:pt idx="5609">
                  <c:v>7.0247606395559687</c:v>
                </c:pt>
                <c:pt idx="5610">
                  <c:v>7.024766000725335</c:v>
                </c:pt>
                <c:pt idx="5611">
                  <c:v>7.0256118040334918</c:v>
                </c:pt>
                <c:pt idx="5612">
                  <c:v>7.0249451268547283</c:v>
                </c:pt>
                <c:pt idx="5613">
                  <c:v>7.024004320471783</c:v>
                </c:pt>
                <c:pt idx="5614">
                  <c:v>7.0246716283763542</c:v>
                </c:pt>
                <c:pt idx="5615">
                  <c:v>7.0261837146596449</c:v>
                </c:pt>
                <c:pt idx="5616">
                  <c:v>7.0265958151342653</c:v>
                </c:pt>
                <c:pt idx="5617">
                  <c:v>7.0256648638420662</c:v>
                </c:pt>
                <c:pt idx="5618">
                  <c:v>7.0225580661946738</c:v>
                </c:pt>
                <c:pt idx="5619">
                  <c:v>7.0199082293949759</c:v>
                </c:pt>
                <c:pt idx="5620">
                  <c:v>7.019926993487756</c:v>
                </c:pt>
                <c:pt idx="5621">
                  <c:v>7.0195455620555354</c:v>
                </c:pt>
                <c:pt idx="5622">
                  <c:v>7.0207360570176132</c:v>
                </c:pt>
                <c:pt idx="5623">
                  <c:v>7.0222803891578236</c:v>
                </c:pt>
                <c:pt idx="5624">
                  <c:v>7.0223729481701067</c:v>
                </c:pt>
                <c:pt idx="5625">
                  <c:v>7.0216098487834877</c:v>
                </c:pt>
                <c:pt idx="5626">
                  <c:v>7.0197935161386962</c:v>
                </c:pt>
                <c:pt idx="5627">
                  <c:v>7.0186057017613015</c:v>
                </c:pt>
                <c:pt idx="5628">
                  <c:v>7.0191003484760088</c:v>
                </c:pt>
                <c:pt idx="5629">
                  <c:v>7.0216822245699237</c:v>
                </c:pt>
                <c:pt idx="5630">
                  <c:v>7.0230546839275299</c:v>
                </c:pt>
                <c:pt idx="5631">
                  <c:v>7.0227848909632762</c:v>
                </c:pt>
                <c:pt idx="5632">
                  <c:v>7.0231681357321936</c:v>
                </c:pt>
                <c:pt idx="5633">
                  <c:v>7.0239105788486098</c:v>
                </c:pt>
                <c:pt idx="5634">
                  <c:v>7.0244741323578106</c:v>
                </c:pt>
                <c:pt idx="5635">
                  <c:v>7.0245144988095047</c:v>
                </c:pt>
                <c:pt idx="5636">
                  <c:v>7.0244755514908785</c:v>
                </c:pt>
                <c:pt idx="5637">
                  <c:v>7.0259426197196424</c:v>
                </c:pt>
                <c:pt idx="5638">
                  <c:v>7.0251086425203804</c:v>
                </c:pt>
                <c:pt idx="5639">
                  <c:v>7.0226897302070359</c:v>
                </c:pt>
                <c:pt idx="5640">
                  <c:v>7.0226119932512336</c:v>
                </c:pt>
                <c:pt idx="5641">
                  <c:v>7.0241530929216793</c:v>
                </c:pt>
                <c:pt idx="5642">
                  <c:v>7.0258749743767641</c:v>
                </c:pt>
                <c:pt idx="5643">
                  <c:v>7.0274454816379945</c:v>
                </c:pt>
                <c:pt idx="5644">
                  <c:v>7.0284397420331448</c:v>
                </c:pt>
                <c:pt idx="5645">
                  <c:v>7.0272330847222442</c:v>
                </c:pt>
                <c:pt idx="5646">
                  <c:v>7.0240011668427442</c:v>
                </c:pt>
                <c:pt idx="5647">
                  <c:v>7.023064696699727</c:v>
                </c:pt>
                <c:pt idx="5648">
                  <c:v>7.0234595310553622</c:v>
                </c:pt>
                <c:pt idx="5649">
                  <c:v>7.0222321386335329</c:v>
                </c:pt>
                <c:pt idx="5650">
                  <c:v>7.0217522351345814</c:v>
                </c:pt>
                <c:pt idx="5651">
                  <c:v>7.0219740929374481</c:v>
                </c:pt>
                <c:pt idx="5652">
                  <c:v>7.0227435784228698</c:v>
                </c:pt>
                <c:pt idx="5653">
                  <c:v>7.0250062284173511</c:v>
                </c:pt>
                <c:pt idx="5654">
                  <c:v>7.0270629464356107</c:v>
                </c:pt>
                <c:pt idx="5655">
                  <c:v>7.0279496680805433</c:v>
                </c:pt>
                <c:pt idx="5656">
                  <c:v>7.0280822781816177</c:v>
                </c:pt>
                <c:pt idx="5657">
                  <c:v>7.0295190715716114</c:v>
                </c:pt>
                <c:pt idx="5658">
                  <c:v>7.028847821630742</c:v>
                </c:pt>
                <c:pt idx="5659">
                  <c:v>7.0264652548920674</c:v>
                </c:pt>
                <c:pt idx="5660">
                  <c:v>7.0258579447799558</c:v>
                </c:pt>
                <c:pt idx="5661">
                  <c:v>7.0251927655749853</c:v>
                </c:pt>
                <c:pt idx="5662">
                  <c:v>7.0253338116337378</c:v>
                </c:pt>
                <c:pt idx="5663">
                  <c:v>7.0258763935098312</c:v>
                </c:pt>
                <c:pt idx="5664">
                  <c:v>7.0255726990334129</c:v>
                </c:pt>
                <c:pt idx="5665">
                  <c:v>7.0249867547580376</c:v>
                </c:pt>
                <c:pt idx="5666">
                  <c:v>7.0250187640927795</c:v>
                </c:pt>
                <c:pt idx="5667">
                  <c:v>7.0260565445686627</c:v>
                </c:pt>
                <c:pt idx="5668">
                  <c:v>7.0283385893817307</c:v>
                </c:pt>
                <c:pt idx="5669">
                  <c:v>7.0287819107838345</c:v>
                </c:pt>
                <c:pt idx="5670">
                  <c:v>7.0269527271007108</c:v>
                </c:pt>
                <c:pt idx="5671">
                  <c:v>7.0249302259575206</c:v>
                </c:pt>
                <c:pt idx="5672">
                  <c:v>7.0253605386398394</c:v>
                </c:pt>
                <c:pt idx="5673">
                  <c:v>7.026894463804223</c:v>
                </c:pt>
                <c:pt idx="5674">
                  <c:v>7.0272219681798829</c:v>
                </c:pt>
                <c:pt idx="5675">
                  <c:v>7.0237706365600214</c:v>
                </c:pt>
                <c:pt idx="5676">
                  <c:v>7.0215638057995235</c:v>
                </c:pt>
                <c:pt idx="5677">
                  <c:v>7.0221173465365272</c:v>
                </c:pt>
                <c:pt idx="5678">
                  <c:v>7.0248632901811758</c:v>
                </c:pt>
                <c:pt idx="5679">
                  <c:v>7.0275747804285782</c:v>
                </c:pt>
                <c:pt idx="5680">
                  <c:v>7.0284320944827261</c:v>
                </c:pt>
                <c:pt idx="5681">
                  <c:v>7.0272780239360442</c:v>
                </c:pt>
                <c:pt idx="5682">
                  <c:v>7.0259926835806308</c:v>
                </c:pt>
                <c:pt idx="5683">
                  <c:v>7.0263947712830541</c:v>
                </c:pt>
                <c:pt idx="5684">
                  <c:v>7.0253781201217302</c:v>
                </c:pt>
                <c:pt idx="5685">
                  <c:v>7.0254935429445435</c:v>
                </c:pt>
                <c:pt idx="5686">
                  <c:v>7.0270617638247215</c:v>
                </c:pt>
                <c:pt idx="5687">
                  <c:v>7.0287163941405568</c:v>
                </c:pt>
                <c:pt idx="5688">
                  <c:v>7.0279506930099815</c:v>
                </c:pt>
                <c:pt idx="5689">
                  <c:v>7.02698284425803</c:v>
                </c:pt>
                <c:pt idx="5690">
                  <c:v>7.0264420757186334</c:v>
                </c:pt>
                <c:pt idx="5691">
                  <c:v>7.0232327851274858</c:v>
                </c:pt>
                <c:pt idx="5692">
                  <c:v>7.021248837099292</c:v>
                </c:pt>
                <c:pt idx="5693">
                  <c:v>7.0223124773332914</c:v>
                </c:pt>
                <c:pt idx="5694">
                  <c:v>7.0228179252274554</c:v>
                </c:pt>
                <c:pt idx="5695">
                  <c:v>7.025041154858954</c:v>
                </c:pt>
                <c:pt idx="5696">
                  <c:v>7.0269519386934514</c:v>
                </c:pt>
                <c:pt idx="5697">
                  <c:v>7.027766205711222</c:v>
                </c:pt>
                <c:pt idx="5698">
                  <c:v>7.0289219319131488</c:v>
                </c:pt>
                <c:pt idx="5699">
                  <c:v>7.0287825415096421</c:v>
                </c:pt>
                <c:pt idx="5700">
                  <c:v>7.0277869408221507</c:v>
                </c:pt>
                <c:pt idx="5701">
                  <c:v>7.0262396915750802</c:v>
                </c:pt>
                <c:pt idx="5702">
                  <c:v>7.0258659865340043</c:v>
                </c:pt>
                <c:pt idx="5703">
                  <c:v>7.0262145413834967</c:v>
                </c:pt>
                <c:pt idx="5704">
                  <c:v>7.0266893990759867</c:v>
                </c:pt>
                <c:pt idx="5705">
                  <c:v>7.0262986644381025</c:v>
                </c:pt>
                <c:pt idx="5706">
                  <c:v>7.0269561172519275</c:v>
                </c:pt>
                <c:pt idx="5707">
                  <c:v>7.0279539254797454</c:v>
                </c:pt>
                <c:pt idx="5708">
                  <c:v>7.0290335703811158</c:v>
                </c:pt>
                <c:pt idx="5709">
                  <c:v>7.0289995900282252</c:v>
                </c:pt>
                <c:pt idx="5710">
                  <c:v>7.0281963607120899</c:v>
                </c:pt>
                <c:pt idx="5711">
                  <c:v>7.0261545435910371</c:v>
                </c:pt>
                <c:pt idx="5712">
                  <c:v>7.0239388038285053</c:v>
                </c:pt>
                <c:pt idx="5713">
                  <c:v>7.0243497216922375</c:v>
                </c:pt>
                <c:pt idx="5714">
                  <c:v>7.0250342957157947</c:v>
                </c:pt>
                <c:pt idx="5715">
                  <c:v>7.0263723016761537</c:v>
                </c:pt>
                <c:pt idx="5716">
                  <c:v>7.0293721912991378</c:v>
                </c:pt>
                <c:pt idx="5717">
                  <c:v>7.0305616613317774</c:v>
                </c:pt>
                <c:pt idx="5718">
                  <c:v>7.0316309780980459</c:v>
                </c:pt>
                <c:pt idx="5719">
                  <c:v>7.032613964269383</c:v>
                </c:pt>
                <c:pt idx="5720">
                  <c:v>7.0326242924044848</c:v>
                </c:pt>
                <c:pt idx="5721">
                  <c:v>7.0319851306390833</c:v>
                </c:pt>
                <c:pt idx="5722">
                  <c:v>7.0309616203346001</c:v>
                </c:pt>
                <c:pt idx="5723">
                  <c:v>7.0311114177139347</c:v>
                </c:pt>
                <c:pt idx="5724">
                  <c:v>7.0299915640423221</c:v>
                </c:pt>
                <c:pt idx="5725">
                  <c:v>7.0292728519844214</c:v>
                </c:pt>
                <c:pt idx="5726">
                  <c:v>7.0299698040019551</c:v>
                </c:pt>
                <c:pt idx="5727">
                  <c:v>7.0295450890111795</c:v>
                </c:pt>
                <c:pt idx="5728">
                  <c:v>7.0300689856352196</c:v>
                </c:pt>
                <c:pt idx="5729">
                  <c:v>7.0301717151011527</c:v>
                </c:pt>
                <c:pt idx="5730">
                  <c:v>7.0302471656759016</c:v>
                </c:pt>
                <c:pt idx="5731">
                  <c:v>7.0308919251328463</c:v>
                </c:pt>
                <c:pt idx="5732">
                  <c:v>7.0313869660511834</c:v>
                </c:pt>
                <c:pt idx="5733">
                  <c:v>7.0318231917879501</c:v>
                </c:pt>
                <c:pt idx="5734">
                  <c:v>7.0330415963670196</c:v>
                </c:pt>
                <c:pt idx="5735">
                  <c:v>7.0333647645027515</c:v>
                </c:pt>
                <c:pt idx="5736">
                  <c:v>7.0337713461265547</c:v>
                </c:pt>
                <c:pt idx="5737">
                  <c:v>7.0332711017203042</c:v>
                </c:pt>
                <c:pt idx="5738">
                  <c:v>7.0328194232012491</c:v>
                </c:pt>
                <c:pt idx="5739">
                  <c:v>7.0323253283716234</c:v>
                </c:pt>
                <c:pt idx="5740">
                  <c:v>7.0315595484003213</c:v>
                </c:pt>
                <c:pt idx="5741">
                  <c:v>7.0304636623094021</c:v>
                </c:pt>
                <c:pt idx="5742">
                  <c:v>7.0299596335483061</c:v>
                </c:pt>
                <c:pt idx="5743">
                  <c:v>7.0310324193065172</c:v>
                </c:pt>
                <c:pt idx="5744">
                  <c:v>7.0308943691953516</c:v>
                </c:pt>
                <c:pt idx="5745">
                  <c:v>7.0290712562481277</c:v>
                </c:pt>
                <c:pt idx="5746">
                  <c:v>7.0278635740077897</c:v>
                </c:pt>
                <c:pt idx="5747">
                  <c:v>7.0275411154385914</c:v>
                </c:pt>
                <c:pt idx="5748">
                  <c:v>7.0280618584335928</c:v>
                </c:pt>
                <c:pt idx="5749">
                  <c:v>7.0308802567054034</c:v>
                </c:pt>
                <c:pt idx="5750">
                  <c:v>7.0311522572099845</c:v>
                </c:pt>
                <c:pt idx="5751">
                  <c:v>7.0307496176224786</c:v>
                </c:pt>
                <c:pt idx="5752">
                  <c:v>7.0309110834292561</c:v>
                </c:pt>
                <c:pt idx="5753">
                  <c:v>7.0307094088522364</c:v>
                </c:pt>
                <c:pt idx="5754">
                  <c:v>7.0315355019789019</c:v>
                </c:pt>
                <c:pt idx="5755">
                  <c:v>7.0310656112521484</c:v>
                </c:pt>
                <c:pt idx="5756">
                  <c:v>7.0283505731720775</c:v>
                </c:pt>
                <c:pt idx="5757">
                  <c:v>7.0280417540484716</c:v>
                </c:pt>
                <c:pt idx="5758">
                  <c:v>7.0299042873586783</c:v>
                </c:pt>
                <c:pt idx="5759">
                  <c:v>7.0308059887415446</c:v>
                </c:pt>
                <c:pt idx="5760">
                  <c:v>7.0318281587536857</c:v>
                </c:pt>
                <c:pt idx="5761">
                  <c:v>7.0339730207035744</c:v>
                </c:pt>
                <c:pt idx="5762">
                  <c:v>7.0356948233179333</c:v>
                </c:pt>
                <c:pt idx="5763">
                  <c:v>7.0344175247165674</c:v>
                </c:pt>
                <c:pt idx="5764">
                  <c:v>7.0317751777858373</c:v>
                </c:pt>
                <c:pt idx="5765">
                  <c:v>7.0309005187719764</c:v>
                </c:pt>
                <c:pt idx="5766">
                  <c:v>7.0309533420583739</c:v>
                </c:pt>
                <c:pt idx="5767">
                  <c:v>7.0307507213926428</c:v>
                </c:pt>
                <c:pt idx="5768">
                  <c:v>7.0297893375802207</c:v>
                </c:pt>
                <c:pt idx="5769">
                  <c:v>7.0308958671691446</c:v>
                </c:pt>
                <c:pt idx="5770">
                  <c:v>7.0335328529305094</c:v>
                </c:pt>
                <c:pt idx="5771">
                  <c:v>7.0344358946057177</c:v>
                </c:pt>
                <c:pt idx="5772">
                  <c:v>7.0360749932985387</c:v>
                </c:pt>
                <c:pt idx="5773">
                  <c:v>7.037049149308567</c:v>
                </c:pt>
                <c:pt idx="5774">
                  <c:v>7.0375249530897683</c:v>
                </c:pt>
                <c:pt idx="5775">
                  <c:v>7.0375806146422999</c:v>
                </c:pt>
                <c:pt idx="5776">
                  <c:v>7.0377474416184427</c:v>
                </c:pt>
                <c:pt idx="5777">
                  <c:v>7.038418770400038</c:v>
                </c:pt>
                <c:pt idx="5778">
                  <c:v>7.038971995774137</c:v>
                </c:pt>
                <c:pt idx="5779">
                  <c:v>7.037597959602012</c:v>
                </c:pt>
                <c:pt idx="5780">
                  <c:v>7.0371470694902163</c:v>
                </c:pt>
                <c:pt idx="5781">
                  <c:v>7.0374449297529136</c:v>
                </c:pt>
                <c:pt idx="5782">
                  <c:v>7.0375750169507558</c:v>
                </c:pt>
                <c:pt idx="5783">
                  <c:v>7.0376131758621234</c:v>
                </c:pt>
                <c:pt idx="5784">
                  <c:v>7.0367720241567984</c:v>
                </c:pt>
                <c:pt idx="5785">
                  <c:v>7.0340936470143021</c:v>
                </c:pt>
                <c:pt idx="5786">
                  <c:v>7.0322285119601382</c:v>
                </c:pt>
                <c:pt idx="5787">
                  <c:v>7.0328120121730082</c:v>
                </c:pt>
                <c:pt idx="5788">
                  <c:v>7.0340953815102729</c:v>
                </c:pt>
                <c:pt idx="5789">
                  <c:v>7.0343725066620415</c:v>
                </c:pt>
                <c:pt idx="5790">
                  <c:v>7.0349462306248913</c:v>
                </c:pt>
                <c:pt idx="5791">
                  <c:v>7.0368931235118817</c:v>
                </c:pt>
                <c:pt idx="5792">
                  <c:v>7.0369464986833599</c:v>
                </c:pt>
                <c:pt idx="5793">
                  <c:v>7.0358839622195237</c:v>
                </c:pt>
                <c:pt idx="5794">
                  <c:v>7.0349541146974879</c:v>
                </c:pt>
                <c:pt idx="5795">
                  <c:v>7.0330200728488306</c:v>
                </c:pt>
                <c:pt idx="5796">
                  <c:v>7.0330971790788253</c:v>
                </c:pt>
                <c:pt idx="5797">
                  <c:v>7.0352835900912973</c:v>
                </c:pt>
                <c:pt idx="5798">
                  <c:v>7.0358909002034089</c:v>
                </c:pt>
                <c:pt idx="5799">
                  <c:v>7.0361976694681401</c:v>
                </c:pt>
                <c:pt idx="5800">
                  <c:v>7.0383491540390102</c:v>
                </c:pt>
                <c:pt idx="5801">
                  <c:v>7.0392752960469256</c:v>
                </c:pt>
                <c:pt idx="5802">
                  <c:v>7.0388166007032593</c:v>
                </c:pt>
                <c:pt idx="5803">
                  <c:v>7.0364170832085025</c:v>
                </c:pt>
                <c:pt idx="5804">
                  <c:v>7.035738737602296</c:v>
                </c:pt>
                <c:pt idx="5805">
                  <c:v>7.0366151311121277</c:v>
                </c:pt>
                <c:pt idx="5806">
                  <c:v>7.0367282675538876</c:v>
                </c:pt>
                <c:pt idx="5807">
                  <c:v>7.0363290181175993</c:v>
                </c:pt>
                <c:pt idx="5808">
                  <c:v>7.0364202368375404</c:v>
                </c:pt>
                <c:pt idx="5809">
                  <c:v>7.0372372632807201</c:v>
                </c:pt>
                <c:pt idx="5810">
                  <c:v>7.0385542976079725</c:v>
                </c:pt>
                <c:pt idx="5811">
                  <c:v>7.0380002049858872</c:v>
                </c:pt>
                <c:pt idx="5812">
                  <c:v>7.03812209274823</c:v>
                </c:pt>
                <c:pt idx="5813">
                  <c:v>7.0380251186552929</c:v>
                </c:pt>
                <c:pt idx="5814">
                  <c:v>7.0373915545814345</c:v>
                </c:pt>
                <c:pt idx="5815">
                  <c:v>7.0378489096327597</c:v>
                </c:pt>
                <c:pt idx="5816">
                  <c:v>7.0382847411658966</c:v>
                </c:pt>
                <c:pt idx="5817">
                  <c:v>7.039391901480629</c:v>
                </c:pt>
                <c:pt idx="5818">
                  <c:v>7.039549740614012</c:v>
                </c:pt>
                <c:pt idx="5819">
                  <c:v>7.0409801479052021</c:v>
                </c:pt>
                <c:pt idx="5820">
                  <c:v>7.0425881045112666</c:v>
                </c:pt>
                <c:pt idx="5821">
                  <c:v>7.0422885097525976</c:v>
                </c:pt>
                <c:pt idx="5822">
                  <c:v>7.0418507072013119</c:v>
                </c:pt>
                <c:pt idx="5823">
                  <c:v>7.0423201248837097</c:v>
                </c:pt>
                <c:pt idx="5824">
                  <c:v>7.0446441918037177</c:v>
                </c:pt>
                <c:pt idx="5825">
                  <c:v>7.0467390687333449</c:v>
                </c:pt>
                <c:pt idx="5826">
                  <c:v>7.0479957110645071</c:v>
                </c:pt>
                <c:pt idx="5827">
                  <c:v>7.051000331131049</c:v>
                </c:pt>
                <c:pt idx="5828">
                  <c:v>7.0545169428720103</c:v>
                </c:pt>
                <c:pt idx="5829">
                  <c:v>7.0538979643324558</c:v>
                </c:pt>
                <c:pt idx="5830">
                  <c:v>7.0520292026048974</c:v>
                </c:pt>
                <c:pt idx="5831">
                  <c:v>7.051657547422697</c:v>
                </c:pt>
                <c:pt idx="5832">
                  <c:v>7.0534750626783769</c:v>
                </c:pt>
                <c:pt idx="5833">
                  <c:v>7.0547436887998867</c:v>
                </c:pt>
                <c:pt idx="5834">
                  <c:v>7.0561736230467211</c:v>
                </c:pt>
                <c:pt idx="5835">
                  <c:v>7.0567133666566804</c:v>
                </c:pt>
                <c:pt idx="5836">
                  <c:v>7.0554379602327382</c:v>
                </c:pt>
                <c:pt idx="5837">
                  <c:v>7.0539927308850663</c:v>
                </c:pt>
                <c:pt idx="5838">
                  <c:v>7.0537044891909364</c:v>
                </c:pt>
                <c:pt idx="5839">
                  <c:v>7.0552797268957255</c:v>
                </c:pt>
                <c:pt idx="5840">
                  <c:v>7.0570158785222095</c:v>
                </c:pt>
                <c:pt idx="5841">
                  <c:v>7.0567846386729531</c:v>
                </c:pt>
                <c:pt idx="5842">
                  <c:v>7.0543770794241469</c:v>
                </c:pt>
                <c:pt idx="5843">
                  <c:v>7.0519248963244454</c:v>
                </c:pt>
                <c:pt idx="5844">
                  <c:v>7.0524421703275042</c:v>
                </c:pt>
                <c:pt idx="5845">
                  <c:v>7.0541875463189267</c:v>
                </c:pt>
                <c:pt idx="5846">
                  <c:v>7.055336965262776</c:v>
                </c:pt>
                <c:pt idx="5847">
                  <c:v>7.0572728992888569</c:v>
                </c:pt>
                <c:pt idx="5848">
                  <c:v>7.0565660133398511</c:v>
                </c:pt>
                <c:pt idx="5849">
                  <c:v>7.054685267821946</c:v>
                </c:pt>
                <c:pt idx="5850">
                  <c:v>7.053990365663287</c:v>
                </c:pt>
                <c:pt idx="5851">
                  <c:v>7.0536150049669661</c:v>
                </c:pt>
                <c:pt idx="5852">
                  <c:v>7.0550334284678096</c:v>
                </c:pt>
                <c:pt idx="5853">
                  <c:v>7.0570762705182988</c:v>
                </c:pt>
                <c:pt idx="5854">
                  <c:v>7.0574007001056467</c:v>
                </c:pt>
                <c:pt idx="5855">
                  <c:v>7.0578971601570508</c:v>
                </c:pt>
                <c:pt idx="5856">
                  <c:v>7.0576772733723336</c:v>
                </c:pt>
                <c:pt idx="5857">
                  <c:v>7.0581725508128477</c:v>
                </c:pt>
                <c:pt idx="5858">
                  <c:v>7.0593480660369918</c:v>
                </c:pt>
                <c:pt idx="5859">
                  <c:v>7.059478074394109</c:v>
                </c:pt>
                <c:pt idx="5860">
                  <c:v>7.0588587016509248</c:v>
                </c:pt>
                <c:pt idx="5861">
                  <c:v>7.0590293129819139</c:v>
                </c:pt>
                <c:pt idx="5862">
                  <c:v>7.0582847411658962</c:v>
                </c:pt>
                <c:pt idx="5863">
                  <c:v>7.0568464498021095</c:v>
                </c:pt>
                <c:pt idx="5864">
                  <c:v>7.0582624292404486</c:v>
                </c:pt>
                <c:pt idx="5865">
                  <c:v>7.0589675018527567</c:v>
                </c:pt>
                <c:pt idx="5866">
                  <c:v>7.0578986581308438</c:v>
                </c:pt>
                <c:pt idx="5867">
                  <c:v>7.0562068149923522</c:v>
                </c:pt>
                <c:pt idx="5868">
                  <c:v>7.0538257462274716</c:v>
                </c:pt>
                <c:pt idx="5869">
                  <c:v>7.0532836373957331</c:v>
                </c:pt>
                <c:pt idx="5870">
                  <c:v>7.0557282517857427</c:v>
                </c:pt>
                <c:pt idx="5871">
                  <c:v>7.057540721234961</c:v>
                </c:pt>
                <c:pt idx="5872">
                  <c:v>7.0576595342089909</c:v>
                </c:pt>
                <c:pt idx="5873">
                  <c:v>7.0566382314448353</c:v>
                </c:pt>
                <c:pt idx="5874">
                  <c:v>7.0545614090414546</c:v>
                </c:pt>
                <c:pt idx="5875">
                  <c:v>7.0535169271038649</c:v>
                </c:pt>
                <c:pt idx="5876">
                  <c:v>7.0545519481543382</c:v>
                </c:pt>
                <c:pt idx="5877">
                  <c:v>7.0562446585408161</c:v>
                </c:pt>
                <c:pt idx="5878">
                  <c:v>7.0585136946341001</c:v>
                </c:pt>
                <c:pt idx="5879">
                  <c:v>7.059617149434712</c:v>
                </c:pt>
                <c:pt idx="5880">
                  <c:v>7.059758983900724</c:v>
                </c:pt>
                <c:pt idx="5881">
                  <c:v>7.0616309780980462</c:v>
                </c:pt>
                <c:pt idx="5882">
                  <c:v>7.0628544284835773</c:v>
                </c:pt>
                <c:pt idx="5883">
                  <c:v>7.0635628912471029</c:v>
                </c:pt>
                <c:pt idx="5884">
                  <c:v>7.0658188397798769</c:v>
                </c:pt>
                <c:pt idx="5885">
                  <c:v>7.0672728992888567</c:v>
                </c:pt>
                <c:pt idx="5886">
                  <c:v>7.0678424446932304</c:v>
                </c:pt>
                <c:pt idx="5887">
                  <c:v>7.0684144341601094</c:v>
                </c:pt>
                <c:pt idx="5888">
                  <c:v>7.0677362462353557</c:v>
                </c:pt>
                <c:pt idx="5889">
                  <c:v>7.0667796717072173</c:v>
                </c:pt>
                <c:pt idx="5890">
                  <c:v>7.0663533010611959</c:v>
                </c:pt>
                <c:pt idx="5891">
                  <c:v>7.0676007190274204</c:v>
                </c:pt>
                <c:pt idx="5892">
                  <c:v>7.0681520522240966</c:v>
                </c:pt>
                <c:pt idx="5893">
                  <c:v>7.068779939765685</c:v>
                </c:pt>
                <c:pt idx="5894">
                  <c:v>7.06911146501837</c:v>
                </c:pt>
                <c:pt idx="5895">
                  <c:v>7.0697358835680157</c:v>
                </c:pt>
                <c:pt idx="5896">
                  <c:v>7.0676877591888863</c:v>
                </c:pt>
                <c:pt idx="5897">
                  <c:v>7.0667875557798139</c:v>
                </c:pt>
                <c:pt idx="5898">
                  <c:v>7.0675675270817893</c:v>
                </c:pt>
                <c:pt idx="5899">
                  <c:v>7.0685430233841595</c:v>
                </c:pt>
                <c:pt idx="5900">
                  <c:v>7.0679774988568091</c:v>
                </c:pt>
                <c:pt idx="5901">
                  <c:v>7.0679502988063518</c:v>
                </c:pt>
                <c:pt idx="5902">
                  <c:v>7.0701182610889477</c:v>
                </c:pt>
                <c:pt idx="5903">
                  <c:v>7.0709933931471642</c:v>
                </c:pt>
                <c:pt idx="5904">
                  <c:v>7.0704311010895786</c:v>
                </c:pt>
                <c:pt idx="5905">
                  <c:v>7.0681641936958952</c:v>
                </c:pt>
                <c:pt idx="5906">
                  <c:v>7.0679734779797849</c:v>
                </c:pt>
                <c:pt idx="5907">
                  <c:v>7.0696456109367851</c:v>
                </c:pt>
                <c:pt idx="5908">
                  <c:v>7.0708404421387909</c:v>
                </c:pt>
                <c:pt idx="5909">
                  <c:v>7.0727231586748447</c:v>
                </c:pt>
                <c:pt idx="5910">
                  <c:v>7.0747268957252558</c:v>
                </c:pt>
                <c:pt idx="5911">
                  <c:v>7.077319967202258</c:v>
                </c:pt>
                <c:pt idx="5912">
                  <c:v>7.0786553714186597</c:v>
                </c:pt>
                <c:pt idx="5913">
                  <c:v>7.0781503965688515</c:v>
                </c:pt>
                <c:pt idx="5914">
                  <c:v>7.076789921001593</c:v>
                </c:pt>
                <c:pt idx="5915">
                  <c:v>7.0765063309102949</c:v>
                </c:pt>
                <c:pt idx="5916">
                  <c:v>7.0784393478295149</c:v>
                </c:pt>
                <c:pt idx="5917">
                  <c:v>7.0810175184093094</c:v>
                </c:pt>
                <c:pt idx="5918">
                  <c:v>7.0819793752660871</c:v>
                </c:pt>
                <c:pt idx="5919">
                  <c:v>7.0822001292987906</c:v>
                </c:pt>
                <c:pt idx="5920">
                  <c:v>7.0838770715400745</c:v>
                </c:pt>
                <c:pt idx="5921">
                  <c:v>7.0860097131774387</c:v>
                </c:pt>
                <c:pt idx="5922">
                  <c:v>7.0855808196281869</c:v>
                </c:pt>
                <c:pt idx="5923">
                  <c:v>7.085205537772592</c:v>
                </c:pt>
                <c:pt idx="5924">
                  <c:v>7.084985572147148</c:v>
                </c:pt>
                <c:pt idx="5925">
                  <c:v>7.0859450637821473</c:v>
                </c:pt>
                <c:pt idx="5926">
                  <c:v>7.0876740409025683</c:v>
                </c:pt>
                <c:pt idx="5927">
                  <c:v>7.0890135448367211</c:v>
                </c:pt>
                <c:pt idx="5928">
                  <c:v>7.089290275784859</c:v>
                </c:pt>
                <c:pt idx="5929">
                  <c:v>7.0896482126807427</c:v>
                </c:pt>
                <c:pt idx="5930">
                  <c:v>7.091204528611299</c:v>
                </c:pt>
                <c:pt idx="5931">
                  <c:v>7.0911107081474007</c:v>
                </c:pt>
                <c:pt idx="5932">
                  <c:v>7.0905430549204498</c:v>
                </c:pt>
                <c:pt idx="5933">
                  <c:v>7.0906423942351662</c:v>
                </c:pt>
                <c:pt idx="5934">
                  <c:v>7.091381131837462</c:v>
                </c:pt>
                <c:pt idx="5935">
                  <c:v>7.0944291143032849</c:v>
                </c:pt>
                <c:pt idx="5936">
                  <c:v>7.0950700894053833</c:v>
                </c:pt>
                <c:pt idx="5937">
                  <c:v>7.0954406408174204</c:v>
                </c:pt>
                <c:pt idx="5938">
                  <c:v>7.0970694902158655</c:v>
                </c:pt>
                <c:pt idx="5939">
                  <c:v>7.0981701067503433</c:v>
                </c:pt>
                <c:pt idx="5940">
                  <c:v>7.0980329238871631</c:v>
                </c:pt>
                <c:pt idx="5941">
                  <c:v>7.097707311688926</c:v>
                </c:pt>
                <c:pt idx="5942">
                  <c:v>7.0994938425393022</c:v>
                </c:pt>
                <c:pt idx="5943">
                  <c:v>7.0992502246960694</c:v>
                </c:pt>
                <c:pt idx="5944">
                  <c:v>7.0973075892082811</c:v>
                </c:pt>
                <c:pt idx="5945">
                  <c:v>7.0969811886027845</c:v>
                </c:pt>
                <c:pt idx="5946">
                  <c:v>7.098316750500639</c:v>
                </c:pt>
                <c:pt idx="5947">
                  <c:v>7.1014349012125706</c:v>
                </c:pt>
                <c:pt idx="5948">
                  <c:v>7.1030613853892364</c:v>
                </c:pt>
                <c:pt idx="5949">
                  <c:v>7.1019875747015879</c:v>
                </c:pt>
                <c:pt idx="5950">
                  <c:v>7.1018535454674465</c:v>
                </c:pt>
                <c:pt idx="5951">
                  <c:v>7.1069923839858715</c:v>
                </c:pt>
                <c:pt idx="5952">
                  <c:v>7.1100490389315505</c:v>
                </c:pt>
                <c:pt idx="5953">
                  <c:v>7.1114524038537343</c:v>
                </c:pt>
                <c:pt idx="5954">
                  <c:v>7.1131703432725208</c:v>
                </c:pt>
                <c:pt idx="5955">
                  <c:v>7.1133098913574795</c:v>
                </c:pt>
                <c:pt idx="5956">
                  <c:v>7.1141755625285796</c:v>
                </c:pt>
                <c:pt idx="5957">
                  <c:v>7.1122242545609362</c:v>
                </c:pt>
                <c:pt idx="5958">
                  <c:v>7.110447973004935</c:v>
                </c:pt>
                <c:pt idx="5959">
                  <c:v>7.1106852835900911</c:v>
                </c:pt>
                <c:pt idx="5960">
                  <c:v>7.1108847506267834</c:v>
                </c:pt>
                <c:pt idx="5961">
                  <c:v>7.1106813415537928</c:v>
                </c:pt>
                <c:pt idx="5962">
                  <c:v>7.1130331604093406</c:v>
                </c:pt>
                <c:pt idx="5963">
                  <c:v>7.1152438543654108</c:v>
                </c:pt>
                <c:pt idx="5964">
                  <c:v>7.1166724483199042</c:v>
                </c:pt>
                <c:pt idx="5965">
                  <c:v>7.119069206389252</c:v>
                </c:pt>
                <c:pt idx="5966">
                  <c:v>7.1214588687932636</c:v>
                </c:pt>
                <c:pt idx="5967">
                  <c:v>7.1216141850234154</c:v>
                </c:pt>
                <c:pt idx="5968">
                  <c:v>7.1196865292735616</c:v>
                </c:pt>
                <c:pt idx="5969">
                  <c:v>7.1194555259464831</c:v>
                </c:pt>
                <c:pt idx="5970">
                  <c:v>7.1218570144593896</c:v>
                </c:pt>
                <c:pt idx="5971">
                  <c:v>7.1249917217237737</c:v>
                </c:pt>
                <c:pt idx="5972">
                  <c:v>7.1280192056008449</c:v>
                </c:pt>
                <c:pt idx="5973">
                  <c:v>7.1300138759677703</c:v>
                </c:pt>
                <c:pt idx="5974">
                  <c:v>7.1299090178022357</c:v>
                </c:pt>
                <c:pt idx="5975">
                  <c:v>7.1291143032845046</c:v>
                </c:pt>
                <c:pt idx="5976">
                  <c:v>7.1307794194168936</c:v>
                </c:pt>
                <c:pt idx="5977">
                  <c:v>7.1324327094403888</c:v>
                </c:pt>
                <c:pt idx="5978">
                  <c:v>7.1336697204307855</c:v>
                </c:pt>
                <c:pt idx="5979">
                  <c:v>7.1334221605512544</c:v>
                </c:pt>
                <c:pt idx="5980">
                  <c:v>7.1345669278922719</c:v>
                </c:pt>
                <c:pt idx="5981">
                  <c:v>7.1374201737649603</c:v>
                </c:pt>
                <c:pt idx="5982">
                  <c:v>7.1386280136867502</c:v>
                </c:pt>
                <c:pt idx="5983">
                  <c:v>7.1394968384868891</c:v>
                </c:pt>
                <c:pt idx="5984">
                  <c:v>7.1413732477648653</c:v>
                </c:pt>
                <c:pt idx="5985">
                  <c:v>7.141741433955124</c:v>
                </c:pt>
                <c:pt idx="5986">
                  <c:v>7.1417564136930576</c:v>
                </c:pt>
                <c:pt idx="5987">
                  <c:v>7.1410153108689824</c:v>
                </c:pt>
                <c:pt idx="5988">
                  <c:v>7.1421979217584637</c:v>
                </c:pt>
                <c:pt idx="5989">
                  <c:v>7.1456456267049306</c:v>
                </c:pt>
                <c:pt idx="5990">
                  <c:v>7.1461226130970212</c:v>
                </c:pt>
                <c:pt idx="5991">
                  <c:v>7.1424525773033318</c:v>
                </c:pt>
                <c:pt idx="5992">
                  <c:v>7.1395457197369874</c:v>
                </c:pt>
                <c:pt idx="5993">
                  <c:v>7.1417114744792567</c:v>
                </c:pt>
                <c:pt idx="5994">
                  <c:v>7.1453373594664056</c:v>
                </c:pt>
                <c:pt idx="5995">
                  <c:v>7.1487267222756588</c:v>
                </c:pt>
                <c:pt idx="5996">
                  <c:v>7.1502956527223702</c:v>
                </c:pt>
                <c:pt idx="5997">
                  <c:v>7.1504438732871849</c:v>
                </c:pt>
                <c:pt idx="5998">
                  <c:v>7.1518732556489377</c:v>
                </c:pt>
                <c:pt idx="5999">
                  <c:v>7.1554778536400763</c:v>
                </c:pt>
                <c:pt idx="6000">
                  <c:v>7.157928223403081</c:v>
                </c:pt>
                <c:pt idx="6001">
                  <c:v>7.158300351629638</c:v>
                </c:pt>
                <c:pt idx="6002">
                  <c:v>7.159460098708589</c:v>
                </c:pt>
                <c:pt idx="6003">
                  <c:v>7.1614594995190712</c:v>
                </c:pt>
                <c:pt idx="6004">
                  <c:v>7.1616171809710023</c:v>
                </c:pt>
                <c:pt idx="6005">
                  <c:v>7.1625191188760464</c:v>
                </c:pt>
                <c:pt idx="6006">
                  <c:v>7.1643576846055597</c:v>
                </c:pt>
                <c:pt idx="6007">
                  <c:v>7.1655749854144659</c:v>
                </c:pt>
                <c:pt idx="6008">
                  <c:v>7.1657326668663961</c:v>
                </c:pt>
                <c:pt idx="6009">
                  <c:v>7.1654149387407555</c:v>
                </c:pt>
                <c:pt idx="6010">
                  <c:v>7.1639114460965958</c:v>
                </c:pt>
                <c:pt idx="6011">
                  <c:v>7.1632547028493034</c:v>
                </c:pt>
                <c:pt idx="6012">
                  <c:v>7.1656380579952383</c:v>
                </c:pt>
                <c:pt idx="6013">
                  <c:v>7.1695343666724485</c:v>
                </c:pt>
                <c:pt idx="6014">
                  <c:v>7.1721526671817593</c:v>
                </c:pt>
                <c:pt idx="6015">
                  <c:v>7.1733179331115284</c:v>
                </c:pt>
                <c:pt idx="6016">
                  <c:v>7.1751162900707985</c:v>
                </c:pt>
                <c:pt idx="6017">
                  <c:v>7.1789794856431035</c:v>
                </c:pt>
                <c:pt idx="6018">
                  <c:v>7.1821189233510463</c:v>
                </c:pt>
                <c:pt idx="6019">
                  <c:v>7.1822356076254747</c:v>
                </c:pt>
                <c:pt idx="6020">
                  <c:v>7.181735757422854</c:v>
                </c:pt>
                <c:pt idx="6021">
                  <c:v>7.1812761159904763</c:v>
                </c:pt>
                <c:pt idx="6022">
                  <c:v>7.183106797647393</c:v>
                </c:pt>
                <c:pt idx="6023">
                  <c:v>7.1852914741638942</c:v>
                </c:pt>
                <c:pt idx="6024">
                  <c:v>7.1863392674119746</c:v>
                </c:pt>
                <c:pt idx="6025">
                  <c:v>7.1851645405950899</c:v>
                </c:pt>
                <c:pt idx="6026">
                  <c:v>7.1846623251706898</c:v>
                </c:pt>
                <c:pt idx="6027">
                  <c:v>7.1858567621690659</c:v>
                </c:pt>
                <c:pt idx="6028">
                  <c:v>7.1873405446317351</c:v>
                </c:pt>
                <c:pt idx="6029">
                  <c:v>7.1900707989719166</c:v>
                </c:pt>
                <c:pt idx="6030">
                  <c:v>7.1929035462558542</c:v>
                </c:pt>
                <c:pt idx="6031">
                  <c:v>7.1956653368864218</c:v>
                </c:pt>
                <c:pt idx="6032">
                  <c:v>7.1969196928365315</c:v>
                </c:pt>
                <c:pt idx="6033">
                  <c:v>7.1969969567479781</c:v>
                </c:pt>
                <c:pt idx="6034">
                  <c:v>7.1975031142086756</c:v>
                </c:pt>
                <c:pt idx="6035">
                  <c:v>7.1996546776202717</c:v>
                </c:pt>
                <c:pt idx="6036">
                  <c:v>7.2000685914315898</c:v>
                </c:pt>
                <c:pt idx="6037">
                  <c:v>7.1992352449581354</c:v>
                </c:pt>
                <c:pt idx="6038">
                  <c:v>7.1979020482820602</c:v>
                </c:pt>
                <c:pt idx="6039">
                  <c:v>7.1989482647156215</c:v>
                </c:pt>
                <c:pt idx="6040">
                  <c:v>7.2022997839764109</c:v>
                </c:pt>
                <c:pt idx="6041">
                  <c:v>7.2052933663413175</c:v>
                </c:pt>
                <c:pt idx="6042">
                  <c:v>7.2059177848909632</c:v>
                </c:pt>
                <c:pt idx="6043">
                  <c:v>7.2059059587820684</c:v>
                </c:pt>
                <c:pt idx="6044">
                  <c:v>7.2071090682603005</c:v>
                </c:pt>
                <c:pt idx="6045">
                  <c:v>7.2091683880225172</c:v>
                </c:pt>
                <c:pt idx="6046">
                  <c:v>7.2103478452829597</c:v>
                </c:pt>
                <c:pt idx="6047">
                  <c:v>7.2097604818745173</c:v>
                </c:pt>
                <c:pt idx="6048">
                  <c:v>7.2108256200823098</c:v>
                </c:pt>
                <c:pt idx="6049">
                  <c:v>7.2144759456945078</c:v>
                </c:pt>
                <c:pt idx="6050">
                  <c:v>7.2154448982166226</c:v>
                </c:pt>
                <c:pt idx="6051">
                  <c:v>7.217157318784591</c:v>
                </c:pt>
                <c:pt idx="6052">
                  <c:v>7.2201706113309889</c:v>
                </c:pt>
                <c:pt idx="6053">
                  <c:v>7.2229189990381428</c:v>
                </c:pt>
                <c:pt idx="6054">
                  <c:v>7.2243996278717733</c:v>
                </c:pt>
                <c:pt idx="6055">
                  <c:v>7.2264313533799021</c:v>
                </c:pt>
                <c:pt idx="6056">
                  <c:v>7.2271038647723866</c:v>
                </c:pt>
                <c:pt idx="6057">
                  <c:v>7.2291489932039292</c:v>
                </c:pt>
                <c:pt idx="6058">
                  <c:v>7.2334387171037067</c:v>
                </c:pt>
                <c:pt idx="6059">
                  <c:v>7.2344045159967836</c:v>
                </c:pt>
                <c:pt idx="6060">
                  <c:v>7.2338660338384395</c:v>
                </c:pt>
                <c:pt idx="6061">
                  <c:v>7.2362982702344727</c:v>
                </c:pt>
                <c:pt idx="6062">
                  <c:v>7.2381171257824946</c:v>
                </c:pt>
                <c:pt idx="6063">
                  <c:v>7.2389015910058498</c:v>
                </c:pt>
                <c:pt idx="6064">
                  <c:v>7.2400163988710009</c:v>
                </c:pt>
                <c:pt idx="6065">
                  <c:v>7.2417603557293555</c:v>
                </c:pt>
                <c:pt idx="6066">
                  <c:v>7.2446222740819</c:v>
                </c:pt>
                <c:pt idx="6067">
                  <c:v>7.2461147290244252</c:v>
                </c:pt>
                <c:pt idx="6068">
                  <c:v>7.2463283873917907</c:v>
                </c:pt>
                <c:pt idx="6069">
                  <c:v>7.246031157854901</c:v>
                </c:pt>
                <c:pt idx="6070">
                  <c:v>7.2465404689446382</c:v>
                </c:pt>
                <c:pt idx="6071">
                  <c:v>7.2473438559422254</c:v>
                </c:pt>
                <c:pt idx="6072">
                  <c:v>7.248733029533736</c:v>
                </c:pt>
                <c:pt idx="6073">
                  <c:v>7.2501994670366923</c:v>
                </c:pt>
                <c:pt idx="6074">
                  <c:v>7.2517605134108072</c:v>
                </c:pt>
                <c:pt idx="6075">
                  <c:v>7.2530046200665419</c:v>
                </c:pt>
                <c:pt idx="6076">
                  <c:v>7.2549236033365396</c:v>
                </c:pt>
                <c:pt idx="6077">
                  <c:v>7.2557664106971096</c:v>
                </c:pt>
                <c:pt idx="6078">
                  <c:v>7.2562355130166036</c:v>
                </c:pt>
                <c:pt idx="6079">
                  <c:v>7.2568244532395649</c:v>
                </c:pt>
                <c:pt idx="6080">
                  <c:v>7.2581505542503031</c:v>
                </c:pt>
                <c:pt idx="6081">
                  <c:v>7.2602248537504535</c:v>
                </c:pt>
                <c:pt idx="6082">
                  <c:v>7.2614003689745976</c:v>
                </c:pt>
                <c:pt idx="6083">
                  <c:v>7.262491524621959</c:v>
                </c:pt>
                <c:pt idx="6084">
                  <c:v>7.2641897538592533</c:v>
                </c:pt>
                <c:pt idx="6085">
                  <c:v>7.2661158327945881</c:v>
                </c:pt>
                <c:pt idx="6086">
                  <c:v>7.2692600009460886</c:v>
                </c:pt>
                <c:pt idx="6087">
                  <c:v>7.2712948800832562</c:v>
                </c:pt>
                <c:pt idx="6088">
                  <c:v>7.2711474479257001</c:v>
                </c:pt>
                <c:pt idx="6089">
                  <c:v>7.2728165060943883</c:v>
                </c:pt>
                <c:pt idx="6090">
                  <c:v>7.2750437566029111</c:v>
                </c:pt>
                <c:pt idx="6091">
                  <c:v>7.275718633217175</c:v>
                </c:pt>
                <c:pt idx="6092">
                  <c:v>7.2753433513615793</c:v>
                </c:pt>
                <c:pt idx="6093">
                  <c:v>7.2739983285766092</c:v>
                </c:pt>
                <c:pt idx="6094">
                  <c:v>7.2733013765590755</c:v>
                </c:pt>
                <c:pt idx="6095">
                  <c:v>7.2753244295873474</c:v>
                </c:pt>
                <c:pt idx="6096">
                  <c:v>7.2780397041895961</c:v>
                </c:pt>
                <c:pt idx="6097">
                  <c:v>7.2798451568142042</c:v>
                </c:pt>
                <c:pt idx="6098">
                  <c:v>7.2812161970387423</c:v>
                </c:pt>
                <c:pt idx="6099">
                  <c:v>7.2819233983506519</c:v>
                </c:pt>
                <c:pt idx="6100">
                  <c:v>7.2813265740550941</c:v>
                </c:pt>
                <c:pt idx="6101">
                  <c:v>7.2819959318185399</c:v>
                </c:pt>
                <c:pt idx="6102">
                  <c:v>7.2857842287011776</c:v>
                </c:pt>
                <c:pt idx="6103">
                  <c:v>7.2885365584446298</c:v>
                </c:pt>
                <c:pt idx="6104">
                  <c:v>7.2889118403002255</c:v>
                </c:pt>
                <c:pt idx="6105">
                  <c:v>7.2888889764896954</c:v>
                </c:pt>
                <c:pt idx="6106">
                  <c:v>7.2900305902016749</c:v>
                </c:pt>
                <c:pt idx="6107">
                  <c:v>7.2925771456503572</c:v>
                </c:pt>
                <c:pt idx="6108">
                  <c:v>7.2941342499881738</c:v>
                </c:pt>
                <c:pt idx="6109">
                  <c:v>7.2951883504943318</c:v>
                </c:pt>
                <c:pt idx="6110">
                  <c:v>7.2958379980762862</c:v>
                </c:pt>
                <c:pt idx="6111">
                  <c:v>7.2972405745912106</c:v>
                </c:pt>
                <c:pt idx="6112">
                  <c:v>7.2984689131017522</c:v>
                </c:pt>
                <c:pt idx="6113">
                  <c:v>7.2995766253015661</c:v>
                </c:pt>
                <c:pt idx="6114">
                  <c:v>7.3030850376070262</c:v>
                </c:pt>
                <c:pt idx="6115">
                  <c:v>7.3057175294470111</c:v>
                </c:pt>
                <c:pt idx="6116">
                  <c:v>7.3076428199750865</c:v>
                </c:pt>
                <c:pt idx="6117">
                  <c:v>7.3077453129188417</c:v>
                </c:pt>
                <c:pt idx="6118">
                  <c:v>7.30834134880714</c:v>
                </c:pt>
                <c:pt idx="6119">
                  <c:v>7.3109612261309698</c:v>
                </c:pt>
                <c:pt idx="6120">
                  <c:v>7.3114358473012819</c:v>
                </c:pt>
                <c:pt idx="6121">
                  <c:v>7.3109596493164508</c:v>
                </c:pt>
                <c:pt idx="6122">
                  <c:v>7.3123212286538735</c:v>
                </c:pt>
                <c:pt idx="6123">
                  <c:v>7.313950866459578</c:v>
                </c:pt>
                <c:pt idx="6124">
                  <c:v>7.3160606442864129</c:v>
                </c:pt>
                <c:pt idx="6125">
                  <c:v>7.3171313013450225</c:v>
                </c:pt>
                <c:pt idx="6126">
                  <c:v>7.3176106529588925</c:v>
                </c:pt>
                <c:pt idx="6127">
                  <c:v>7.3182177265488262</c:v>
                </c:pt>
                <c:pt idx="6128">
                  <c:v>7.3192048124379125</c:v>
                </c:pt>
                <c:pt idx="6129">
                  <c:v>7.319922263044198</c:v>
                </c:pt>
                <c:pt idx="6130">
                  <c:v>7.3210102650625206</c:v>
                </c:pt>
                <c:pt idx="6131">
                  <c:v>7.3234251564988408</c:v>
                </c:pt>
                <c:pt idx="6132">
                  <c:v>7.3249483593244928</c:v>
                </c:pt>
                <c:pt idx="6133">
                  <c:v>7.3258471436004982</c:v>
                </c:pt>
                <c:pt idx="6134">
                  <c:v>7.3277558775761209</c:v>
                </c:pt>
                <c:pt idx="6135">
                  <c:v>7.3281682145729201</c:v>
                </c:pt>
                <c:pt idx="6136">
                  <c:v>7.328728772134534</c:v>
                </c:pt>
                <c:pt idx="6137">
                  <c:v>7.32834954824264</c:v>
                </c:pt>
                <c:pt idx="6138">
                  <c:v>7.327532758321639</c:v>
                </c:pt>
                <c:pt idx="6139">
                  <c:v>7.3300919282864756</c:v>
                </c:pt>
                <c:pt idx="6140">
                  <c:v>7.3331249310143649</c:v>
                </c:pt>
                <c:pt idx="6141">
                  <c:v>7.3339432977498857</c:v>
                </c:pt>
                <c:pt idx="6142">
                  <c:v>7.3335885144830417</c:v>
                </c:pt>
                <c:pt idx="6143">
                  <c:v>7.3329743452277709</c:v>
                </c:pt>
                <c:pt idx="6144">
                  <c:v>7.3347072643844902</c:v>
                </c:pt>
                <c:pt idx="6145">
                  <c:v>7.3375478957410243</c:v>
                </c:pt>
                <c:pt idx="6146">
                  <c:v>7.3403491067345747</c:v>
                </c:pt>
                <c:pt idx="6147">
                  <c:v>7.3434609501884296</c:v>
                </c:pt>
                <c:pt idx="6148">
                  <c:v>7.3453515507970799</c:v>
                </c:pt>
                <c:pt idx="6149">
                  <c:v>7.3465002601743956</c:v>
                </c:pt>
                <c:pt idx="6150">
                  <c:v>7.3472989167284251</c:v>
                </c:pt>
                <c:pt idx="6151">
                  <c:v>7.3479075671328777</c:v>
                </c:pt>
                <c:pt idx="6152">
                  <c:v>7.3493156624986202</c:v>
                </c:pt>
                <c:pt idx="6153">
                  <c:v>7.3522982071618914</c:v>
                </c:pt>
                <c:pt idx="6154">
                  <c:v>7.3558223876125455</c:v>
                </c:pt>
                <c:pt idx="6155">
                  <c:v>7.357877765338463</c:v>
                </c:pt>
                <c:pt idx="6156">
                  <c:v>7.3561148867058765</c:v>
                </c:pt>
                <c:pt idx="6157">
                  <c:v>7.3554407984988721</c:v>
                </c:pt>
                <c:pt idx="6158">
                  <c:v>7.3575931503177276</c:v>
                </c:pt>
                <c:pt idx="6159">
                  <c:v>7.3594805972973401</c:v>
                </c:pt>
                <c:pt idx="6160">
                  <c:v>7.3609375739131808</c:v>
                </c:pt>
                <c:pt idx="6161">
                  <c:v>7.360659266150523</c:v>
                </c:pt>
                <c:pt idx="6162">
                  <c:v>7.3604542802630126</c:v>
                </c:pt>
                <c:pt idx="6163">
                  <c:v>7.3625120232107095</c:v>
                </c:pt>
                <c:pt idx="6164">
                  <c:v>7.3637332660559141</c:v>
                </c:pt>
                <c:pt idx="6165">
                  <c:v>7.3649324334978479</c:v>
                </c:pt>
                <c:pt idx="6166">
                  <c:v>7.366836437029912</c:v>
                </c:pt>
                <c:pt idx="6167">
                  <c:v>7.3678897491288096</c:v>
                </c:pt>
                <c:pt idx="6168">
                  <c:v>7.3699932196975668</c:v>
                </c:pt>
                <c:pt idx="6169">
                  <c:v>7.371052839054542</c:v>
                </c:pt>
                <c:pt idx="6170">
                  <c:v>7.3715992052854826</c:v>
                </c:pt>
                <c:pt idx="6171">
                  <c:v>7.3726848420820259</c:v>
                </c:pt>
                <c:pt idx="6172">
                  <c:v>7.3737515571043382</c:v>
                </c:pt>
                <c:pt idx="6173">
                  <c:v>7.3745565209164443</c:v>
                </c:pt>
                <c:pt idx="6174">
                  <c:v>7.3744674308961038</c:v>
                </c:pt>
                <c:pt idx="6175">
                  <c:v>7.3744012046862926</c:v>
                </c:pt>
                <c:pt idx="6176">
                  <c:v>7.3757351897696273</c:v>
                </c:pt>
                <c:pt idx="6177">
                  <c:v>7.376536211545436</c:v>
                </c:pt>
                <c:pt idx="6178">
                  <c:v>7.3776928049953483</c:v>
                </c:pt>
                <c:pt idx="6179">
                  <c:v>7.3799594758668539</c:v>
                </c:pt>
                <c:pt idx="6180">
                  <c:v>7.3811941216354722</c:v>
                </c:pt>
                <c:pt idx="6181">
                  <c:v>7.380870086251754</c:v>
                </c:pt>
                <c:pt idx="6182">
                  <c:v>7.380487708730822</c:v>
                </c:pt>
                <c:pt idx="6183">
                  <c:v>7.3829995742600794</c:v>
                </c:pt>
                <c:pt idx="6184">
                  <c:v>7.3874343650956336</c:v>
                </c:pt>
                <c:pt idx="6185">
                  <c:v>7.3902836689320237</c:v>
                </c:pt>
                <c:pt idx="6186">
                  <c:v>7.391360633248711</c:v>
                </c:pt>
                <c:pt idx="6187">
                  <c:v>7.3904161213516453</c:v>
                </c:pt>
                <c:pt idx="6188">
                  <c:v>7.3896584619751176</c:v>
                </c:pt>
                <c:pt idx="6189">
                  <c:v>7.3906644696384367</c:v>
                </c:pt>
                <c:pt idx="6190">
                  <c:v>7.3939513395039338</c:v>
                </c:pt>
                <c:pt idx="6191">
                  <c:v>7.3978129582617198</c:v>
                </c:pt>
                <c:pt idx="6192">
                  <c:v>7.3996972516122925</c:v>
                </c:pt>
                <c:pt idx="6193">
                  <c:v>7.399768996672921</c:v>
                </c:pt>
                <c:pt idx="6194">
                  <c:v>7.3998856809473503</c:v>
                </c:pt>
                <c:pt idx="6195">
                  <c:v>7.4019686529273558</c:v>
                </c:pt>
                <c:pt idx="6196">
                  <c:v>7.4024929437550258</c:v>
                </c:pt>
                <c:pt idx="6197">
                  <c:v>7.4026719122029672</c:v>
                </c:pt>
                <c:pt idx="6198">
                  <c:v>7.4037362620035001</c:v>
                </c:pt>
                <c:pt idx="6199">
                  <c:v>7.4059445907377919</c:v>
                </c:pt>
                <c:pt idx="6200">
                  <c:v>7.408504549109888</c:v>
                </c:pt>
                <c:pt idx="6201">
                  <c:v>7.4106048660496064</c:v>
                </c:pt>
                <c:pt idx="6202">
                  <c:v>7.4118828742175058</c:v>
                </c:pt>
                <c:pt idx="6203">
                  <c:v>7.4122203125246378</c:v>
                </c:pt>
                <c:pt idx="6204">
                  <c:v>7.4136709818824009</c:v>
                </c:pt>
                <c:pt idx="6205">
                  <c:v>7.415557640454753</c:v>
                </c:pt>
                <c:pt idx="6206">
                  <c:v>7.4160913921695393</c:v>
                </c:pt>
                <c:pt idx="6207">
                  <c:v>7.4171147447925696</c:v>
                </c:pt>
                <c:pt idx="6208">
                  <c:v>7.4176153834024507</c:v>
                </c:pt>
                <c:pt idx="6209">
                  <c:v>7.4174230120310947</c:v>
                </c:pt>
                <c:pt idx="6210">
                  <c:v>7.4171131679780506</c:v>
                </c:pt>
                <c:pt idx="6211">
                  <c:v>7.4178156388464025</c:v>
                </c:pt>
                <c:pt idx="6212">
                  <c:v>7.4197070278623123</c:v>
                </c:pt>
                <c:pt idx="6213">
                  <c:v>7.421501442785285</c:v>
                </c:pt>
                <c:pt idx="6214">
                  <c:v>7.42242387927908</c:v>
                </c:pt>
                <c:pt idx="6215">
                  <c:v>7.4220028698024247</c:v>
                </c:pt>
                <c:pt idx="6216">
                  <c:v>7.4233967738374931</c:v>
                </c:pt>
                <c:pt idx="6217">
                  <c:v>7.4276052917895266</c:v>
                </c:pt>
                <c:pt idx="6218">
                  <c:v>7.4305334363518822</c:v>
                </c:pt>
                <c:pt idx="6219">
                  <c:v>7.4314945048014005</c:v>
                </c:pt>
                <c:pt idx="6220">
                  <c:v>7.4327267853482395</c:v>
                </c:pt>
                <c:pt idx="6221">
                  <c:v>7.4353403554139925</c:v>
                </c:pt>
                <c:pt idx="6222">
                  <c:v>7.4371962661032178</c:v>
                </c:pt>
                <c:pt idx="6223">
                  <c:v>7.4385475961462655</c:v>
                </c:pt>
                <c:pt idx="6224">
                  <c:v>7.4384230277992396</c:v>
                </c:pt>
                <c:pt idx="6225">
                  <c:v>7.4383922799161137</c:v>
                </c:pt>
                <c:pt idx="6226">
                  <c:v>7.4392413945347613</c:v>
                </c:pt>
                <c:pt idx="6227">
                  <c:v>7.4384238162064999</c:v>
                </c:pt>
                <c:pt idx="6228">
                  <c:v>7.4378672006811835</c:v>
                </c:pt>
                <c:pt idx="6229">
                  <c:v>7.4405367476623727</c:v>
                </c:pt>
                <c:pt idx="6230">
                  <c:v>7.4433277093615473</c:v>
                </c:pt>
                <c:pt idx="6231">
                  <c:v>7.4446798278118544</c:v>
                </c:pt>
                <c:pt idx="6232">
                  <c:v>7.4449731153124459</c:v>
                </c:pt>
                <c:pt idx="6233">
                  <c:v>7.4472902442485687</c:v>
                </c:pt>
                <c:pt idx="6234">
                  <c:v>7.4503240353837175</c:v>
                </c:pt>
                <c:pt idx="6235">
                  <c:v>7.4534445513174283</c:v>
                </c:pt>
                <c:pt idx="6236">
                  <c:v>7.454849493054132</c:v>
                </c:pt>
                <c:pt idx="6237">
                  <c:v>7.456071524306596</c:v>
                </c:pt>
                <c:pt idx="6238">
                  <c:v>7.4586543464892223</c:v>
                </c:pt>
                <c:pt idx="6239">
                  <c:v>7.4604558570775321</c:v>
                </c:pt>
                <c:pt idx="6240">
                  <c:v>7.4621075702865074</c:v>
                </c:pt>
                <c:pt idx="6241">
                  <c:v>7.4604243207871459</c:v>
                </c:pt>
                <c:pt idx="6242">
                  <c:v>7.4603036944764192</c:v>
                </c:pt>
                <c:pt idx="6243">
                  <c:v>7.4622029675649255</c:v>
                </c:pt>
                <c:pt idx="6244">
                  <c:v>7.4654512054747002</c:v>
                </c:pt>
                <c:pt idx="6245">
                  <c:v>7.4684274428798938</c:v>
                </c:pt>
                <c:pt idx="6246">
                  <c:v>7.4700901937905044</c:v>
                </c:pt>
                <c:pt idx="6247">
                  <c:v>7.4709337895583339</c:v>
                </c:pt>
                <c:pt idx="6248">
                  <c:v>7.4692245226194043</c:v>
                </c:pt>
                <c:pt idx="6249">
                  <c:v>7.468078178463867</c:v>
                </c:pt>
                <c:pt idx="6250">
                  <c:v>7.4678180040681816</c:v>
                </c:pt>
                <c:pt idx="6251">
                  <c:v>7.4683903877386904</c:v>
                </c:pt>
                <c:pt idx="6252">
                  <c:v>7.4696400132452423</c:v>
                </c:pt>
                <c:pt idx="6253">
                  <c:v>7.4714691180876391</c:v>
                </c:pt>
                <c:pt idx="6254">
                  <c:v>7.4718972232296315</c:v>
                </c:pt>
                <c:pt idx="6255">
                  <c:v>7.4728890395622765</c:v>
                </c:pt>
                <c:pt idx="6256">
                  <c:v>7.4740700736372379</c:v>
                </c:pt>
                <c:pt idx="6257">
                  <c:v>7.4748340402718432</c:v>
                </c:pt>
                <c:pt idx="6258">
                  <c:v>7.4752526845267191</c:v>
                </c:pt>
                <c:pt idx="6259">
                  <c:v>7.4766024377552469</c:v>
                </c:pt>
                <c:pt idx="6260">
                  <c:v>7.4781098724357049</c:v>
                </c:pt>
                <c:pt idx="6261">
                  <c:v>7.4800903514719561</c:v>
                </c:pt>
                <c:pt idx="6262">
                  <c:v>7.4827015563159307</c:v>
                </c:pt>
                <c:pt idx="6263">
                  <c:v>7.48438953625885</c:v>
                </c:pt>
                <c:pt idx="6264">
                  <c:v>7.4846347309166026</c:v>
                </c:pt>
                <c:pt idx="6265">
                  <c:v>7.485479903498951</c:v>
                </c:pt>
                <c:pt idx="6266">
                  <c:v>7.4875226667087151</c:v>
                </c:pt>
                <c:pt idx="6267">
                  <c:v>7.4901985209479811</c:v>
                </c:pt>
                <c:pt idx="6268">
                  <c:v>7.4926362761948315</c:v>
                </c:pt>
                <c:pt idx="6269">
                  <c:v>7.4937006259953645</c:v>
                </c:pt>
                <c:pt idx="6270">
                  <c:v>7.4951134518046638</c:v>
                </c:pt>
                <c:pt idx="6271">
                  <c:v>7.4983829767104497</c:v>
                </c:pt>
                <c:pt idx="6272">
                  <c:v>7.5004446616944449</c:v>
                </c:pt>
                <c:pt idx="6273">
                  <c:v>7.501904003532065</c:v>
                </c:pt>
                <c:pt idx="6274">
                  <c:v>7.5032797742001609</c:v>
                </c:pt>
                <c:pt idx="6275">
                  <c:v>7.5050253078730345</c:v>
                </c:pt>
                <c:pt idx="6276">
                  <c:v>7.5066880587836451</c:v>
                </c:pt>
                <c:pt idx="6277">
                  <c:v>7.5065358961825321</c:v>
                </c:pt>
                <c:pt idx="6278">
                  <c:v>7.5067724183604279</c:v>
                </c:pt>
                <c:pt idx="6279">
                  <c:v>7.5083263690692066</c:v>
                </c:pt>
                <c:pt idx="6280">
                  <c:v>7.5129204181712108</c:v>
                </c:pt>
                <c:pt idx="6281">
                  <c:v>7.5158603888424604</c:v>
                </c:pt>
                <c:pt idx="6282">
                  <c:v>7.5165857235213425</c:v>
                </c:pt>
                <c:pt idx="6283">
                  <c:v>7.5180600450968953</c:v>
                </c:pt>
                <c:pt idx="6284">
                  <c:v>7.5180151058830944</c:v>
                </c:pt>
                <c:pt idx="6285">
                  <c:v>7.518712057900629</c:v>
                </c:pt>
                <c:pt idx="6286">
                  <c:v>7.5191709109257481</c:v>
                </c:pt>
                <c:pt idx="6287">
                  <c:v>7.5186426780617799</c:v>
                </c:pt>
                <c:pt idx="6288">
                  <c:v>7.5174837193900883</c:v>
                </c:pt>
                <c:pt idx="6289">
                  <c:v>7.5184329617307117</c:v>
                </c:pt>
                <c:pt idx="6290">
                  <c:v>7.5211206420788725</c:v>
                </c:pt>
                <c:pt idx="6291">
                  <c:v>7.524081111338873</c:v>
                </c:pt>
                <c:pt idx="6292">
                  <c:v>7.5270888850344537</c:v>
                </c:pt>
                <c:pt idx="6293">
                  <c:v>7.5283944874564401</c:v>
                </c:pt>
                <c:pt idx="6294">
                  <c:v>7.528370046831391</c:v>
                </c:pt>
                <c:pt idx="6295">
                  <c:v>7.5280838549961366</c:v>
                </c:pt>
                <c:pt idx="6296">
                  <c:v>7.5275863700152952</c:v>
                </c:pt>
                <c:pt idx="6297">
                  <c:v>7.5270195051956037</c:v>
                </c:pt>
                <c:pt idx="6298">
                  <c:v>7.5273900566076417</c:v>
                </c:pt>
                <c:pt idx="6299">
                  <c:v>7.5276738832211167</c:v>
                </c:pt>
                <c:pt idx="6300">
                  <c:v>7.5300233368548852</c:v>
                </c:pt>
                <c:pt idx="6301">
                  <c:v>7.5309717907882492</c:v>
                </c:pt>
                <c:pt idx="6302">
                  <c:v>7.5309938661915199</c:v>
                </c:pt>
                <c:pt idx="6303">
                  <c:v>7.5329026001671426</c:v>
                </c:pt>
                <c:pt idx="6304">
                  <c:v>7.5346591715416515</c:v>
                </c:pt>
                <c:pt idx="6305">
                  <c:v>7.537957079108784</c:v>
                </c:pt>
                <c:pt idx="6306">
                  <c:v>7.540932528106719</c:v>
                </c:pt>
                <c:pt idx="6307">
                  <c:v>7.5423611220612123</c:v>
                </c:pt>
                <c:pt idx="6308">
                  <c:v>7.5415545814345855</c:v>
                </c:pt>
                <c:pt idx="6309">
                  <c:v>7.5429059114776331</c:v>
                </c:pt>
                <c:pt idx="6310">
                  <c:v>7.5456487803339689</c:v>
                </c:pt>
                <c:pt idx="6311">
                  <c:v>7.5472997051356847</c:v>
                </c:pt>
                <c:pt idx="6312">
                  <c:v>7.5466059067471889</c:v>
                </c:pt>
                <c:pt idx="6313">
                  <c:v>7.5482828489884737</c:v>
                </c:pt>
                <c:pt idx="6314">
                  <c:v>7.5521555054478942</c:v>
                </c:pt>
                <c:pt idx="6315">
                  <c:v>7.553595137104022</c:v>
                </c:pt>
                <c:pt idx="6316">
                  <c:v>7.5548234756145636</c:v>
                </c:pt>
                <c:pt idx="6317">
                  <c:v>7.5560975417461647</c:v>
                </c:pt>
                <c:pt idx="6318">
                  <c:v>7.5575876314669106</c:v>
                </c:pt>
                <c:pt idx="6319">
                  <c:v>7.5563175073716078</c:v>
                </c:pt>
                <c:pt idx="6320">
                  <c:v>7.5535714848862323</c:v>
                </c:pt>
                <c:pt idx="6321">
                  <c:v>7.5538624071650453</c:v>
                </c:pt>
                <c:pt idx="6322">
                  <c:v>7.5562623188634319</c:v>
                </c:pt>
                <c:pt idx="6323">
                  <c:v>7.5567929169491794</c:v>
                </c:pt>
                <c:pt idx="6324">
                  <c:v>7.5564901685614725</c:v>
                </c:pt>
                <c:pt idx="6325">
                  <c:v>7.556721171888551</c:v>
                </c:pt>
                <c:pt idx="6326">
                  <c:v>7.5580078525363064</c:v>
                </c:pt>
                <c:pt idx="6327">
                  <c:v>7.5592700925590126</c:v>
                </c:pt>
                <c:pt idx="6328">
                  <c:v>7.5605701761301818</c:v>
                </c:pt>
                <c:pt idx="6329">
                  <c:v>7.5608934231066396</c:v>
                </c:pt>
                <c:pt idx="6330">
                  <c:v>7.5617835349027889</c:v>
                </c:pt>
                <c:pt idx="6331">
                  <c:v>7.5640163042621298</c:v>
                </c:pt>
                <c:pt idx="6332">
                  <c:v>7.5651918194862739</c:v>
                </c:pt>
                <c:pt idx="6333">
                  <c:v>7.5666148945899492</c:v>
                </c:pt>
                <c:pt idx="6334">
                  <c:v>7.5694239896560962</c:v>
                </c:pt>
                <c:pt idx="6335">
                  <c:v>7.5689517337075642</c:v>
                </c:pt>
                <c:pt idx="6336">
                  <c:v>7.5693041517526289</c:v>
                </c:pt>
                <c:pt idx="6337">
                  <c:v>7.5699664138507385</c:v>
                </c:pt>
                <c:pt idx="6338">
                  <c:v>7.5699719327015567</c:v>
                </c:pt>
                <c:pt idx="6339">
                  <c:v>7.5722070672826751</c:v>
                </c:pt>
                <c:pt idx="6340">
                  <c:v>7.5736238351282736</c:v>
                </c:pt>
                <c:pt idx="6341">
                  <c:v>7.5749436288809342</c:v>
                </c:pt>
                <c:pt idx="6342">
                  <c:v>7.5748498084170359</c:v>
                </c:pt>
                <c:pt idx="6343">
                  <c:v>7.5722228354278682</c:v>
                </c:pt>
                <c:pt idx="6344">
                  <c:v>7.5725405635535088</c:v>
                </c:pt>
                <c:pt idx="6345">
                  <c:v>7.5759480597297344</c:v>
                </c:pt>
                <c:pt idx="6346">
                  <c:v>7.577728283322033</c:v>
                </c:pt>
                <c:pt idx="6347">
                  <c:v>7.5780980463268106</c:v>
                </c:pt>
                <c:pt idx="6348">
                  <c:v>7.578659392295684</c:v>
                </c:pt>
                <c:pt idx="6349">
                  <c:v>7.5790543843327711</c:v>
                </c:pt>
                <c:pt idx="6350">
                  <c:v>7.5798782699191092</c:v>
                </c:pt>
                <c:pt idx="6351">
                  <c:v>7.5809575994575757</c:v>
                </c:pt>
                <c:pt idx="6352">
                  <c:v>7.5823191787949984</c:v>
                </c:pt>
                <c:pt idx="6353">
                  <c:v>7.5823278512748544</c:v>
                </c:pt>
                <c:pt idx="6354">
                  <c:v>7.5816876645800155</c:v>
                </c:pt>
                <c:pt idx="6355">
                  <c:v>7.5834497548053417</c:v>
                </c:pt>
                <c:pt idx="6356">
                  <c:v>7.5852339204339394</c:v>
                </c:pt>
                <c:pt idx="6357">
                  <c:v>7.5855784544064084</c:v>
                </c:pt>
                <c:pt idx="6358">
                  <c:v>7.585010012772198</c:v>
                </c:pt>
                <c:pt idx="6359">
                  <c:v>7.5845992525899177</c:v>
                </c:pt>
                <c:pt idx="6360">
                  <c:v>7.5847592992636272</c:v>
                </c:pt>
                <c:pt idx="6361">
                  <c:v>7.5842610258755263</c:v>
                </c:pt>
                <c:pt idx="6362">
                  <c:v>7.5833291284946149</c:v>
                </c:pt>
                <c:pt idx="6363">
                  <c:v>7.5828387391791106</c:v>
                </c:pt>
                <c:pt idx="6364">
                  <c:v>7.5840497327299392</c:v>
                </c:pt>
                <c:pt idx="6365">
                  <c:v>7.5868052161024302</c:v>
                </c:pt>
                <c:pt idx="6366">
                  <c:v>7.5892406061275013</c:v>
                </c:pt>
                <c:pt idx="6367">
                  <c:v>7.5899139059272454</c:v>
                </c:pt>
                <c:pt idx="6368">
                  <c:v>7.5892153770951918</c:v>
                </c:pt>
                <c:pt idx="6369">
                  <c:v>7.5882503666093761</c:v>
                </c:pt>
                <c:pt idx="6370">
                  <c:v>7.5885270975575141</c:v>
                </c:pt>
                <c:pt idx="6371">
                  <c:v>7.5906999479651205</c:v>
                </c:pt>
                <c:pt idx="6372">
                  <c:v>7.591035021050474</c:v>
                </c:pt>
                <c:pt idx="6373">
                  <c:v>7.5886895094530029</c:v>
                </c:pt>
                <c:pt idx="6374">
                  <c:v>7.5899880162096531</c:v>
                </c:pt>
                <c:pt idx="6375">
                  <c:v>7.5917028019994008</c:v>
                </c:pt>
                <c:pt idx="6376">
                  <c:v>7.5925787224648769</c:v>
                </c:pt>
                <c:pt idx="6377">
                  <c:v>7.5920063387943673</c:v>
                </c:pt>
                <c:pt idx="6378">
                  <c:v>7.5907496176224791</c:v>
                </c:pt>
                <c:pt idx="6379">
                  <c:v>7.5903498951418342</c:v>
                </c:pt>
                <c:pt idx="6380">
                  <c:v>7.5909270092559016</c:v>
                </c:pt>
                <c:pt idx="6381">
                  <c:v>7.5910602500827826</c:v>
                </c:pt>
                <c:pt idx="6382">
                  <c:v>7.5899020798183514</c:v>
                </c:pt>
                <c:pt idx="6383">
                  <c:v>7.5893927687286142</c:v>
                </c:pt>
                <c:pt idx="6384">
                  <c:v>7.5903767009886627</c:v>
                </c:pt>
                <c:pt idx="6385">
                  <c:v>7.5911099197401413</c:v>
                </c:pt>
                <c:pt idx="6386">
                  <c:v>7.5904799823396774</c:v>
                </c:pt>
                <c:pt idx="6387">
                  <c:v>7.5885870165092477</c:v>
                </c:pt>
                <c:pt idx="6388">
                  <c:v>7.5887651965499296</c:v>
                </c:pt>
                <c:pt idx="6389">
                  <c:v>7.589131017518409</c:v>
                </c:pt>
                <c:pt idx="6390">
                  <c:v>7.5888172314290667</c:v>
                </c:pt>
                <c:pt idx="6391">
                  <c:v>7.5903349154039006</c:v>
                </c:pt>
                <c:pt idx="6392">
                  <c:v>7.5922349768996673</c:v>
                </c:pt>
                <c:pt idx="6393">
                  <c:v>7.5907811539128653</c:v>
                </c:pt>
                <c:pt idx="6394">
                  <c:v>7.5898618710481083</c:v>
                </c:pt>
                <c:pt idx="6395">
                  <c:v>7.5899848625806143</c:v>
                </c:pt>
                <c:pt idx="6396">
                  <c:v>7.589086078304609</c:v>
                </c:pt>
                <c:pt idx="6397">
                  <c:v>7.5884246046137589</c:v>
                </c:pt>
                <c:pt idx="6398">
                  <c:v>7.588590958545546</c:v>
                </c:pt>
                <c:pt idx="6399">
                  <c:v>7.589236664091203</c:v>
                </c:pt>
                <c:pt idx="6400">
                  <c:v>7.5887620429208908</c:v>
                </c:pt>
                <c:pt idx="6401">
                  <c:v>7.5866325549125655</c:v>
                </c:pt>
                <c:pt idx="6402">
                  <c:v>7.5849343256752704</c:v>
                </c:pt>
                <c:pt idx="6403">
                  <c:v>7.5861563569277344</c:v>
                </c:pt>
                <c:pt idx="6404">
                  <c:v>7.5894936848578505</c:v>
                </c:pt>
                <c:pt idx="6405">
                  <c:v>7.589307620744572</c:v>
                </c:pt>
                <c:pt idx="6406">
                  <c:v>7.5867886595499767</c:v>
                </c:pt>
                <c:pt idx="6407">
                  <c:v>7.5840655008751323</c:v>
                </c:pt>
                <c:pt idx="6408">
                  <c:v>7.5822371844399941</c:v>
                </c:pt>
                <c:pt idx="6409">
                  <c:v>7.5805570885696714</c:v>
                </c:pt>
                <c:pt idx="6410">
                  <c:v>7.5807463063119886</c:v>
                </c:pt>
                <c:pt idx="6411">
                  <c:v>7.580570491493086</c:v>
                </c:pt>
                <c:pt idx="6412">
                  <c:v>7.5805342247591412</c:v>
                </c:pt>
                <c:pt idx="6413">
                  <c:v>7.5814503539948594</c:v>
                </c:pt>
                <c:pt idx="6414">
                  <c:v>7.5839567006732995</c:v>
                </c:pt>
                <c:pt idx="6415">
                  <c:v>7.5851929232564377</c:v>
                </c:pt>
                <c:pt idx="6416">
                  <c:v>7.5843942667024074</c:v>
                </c:pt>
                <c:pt idx="6417">
                  <c:v>7.5825367791986631</c:v>
                </c:pt>
                <c:pt idx="6418">
                  <c:v>7.5803111055046593</c:v>
                </c:pt>
                <c:pt idx="6419">
                  <c:v>7.5778142197133356</c:v>
                </c:pt>
                <c:pt idx="6420">
                  <c:v>7.5762287327141706</c:v>
                </c:pt>
                <c:pt idx="6421">
                  <c:v>7.575424557309324</c:v>
                </c:pt>
                <c:pt idx="6422">
                  <c:v>7.5753228527728282</c:v>
                </c:pt>
                <c:pt idx="6423">
                  <c:v>7.5757123259590973</c:v>
                </c:pt>
                <c:pt idx="6424">
                  <c:v>7.5746259007552945</c:v>
                </c:pt>
                <c:pt idx="6425">
                  <c:v>7.5736427569025055</c:v>
                </c:pt>
                <c:pt idx="6426">
                  <c:v>7.5722228354278682</c:v>
                </c:pt>
                <c:pt idx="6427">
                  <c:v>7.5703070057869093</c:v>
                </c:pt>
                <c:pt idx="6428">
                  <c:v>7.569683375644523</c:v>
                </c:pt>
                <c:pt idx="6429">
                  <c:v>7.5704575915735033</c:v>
                </c:pt>
                <c:pt idx="6430">
                  <c:v>7.5695517116321609</c:v>
                </c:pt>
                <c:pt idx="6431">
                  <c:v>7.5693538214099876</c:v>
                </c:pt>
                <c:pt idx="6432">
                  <c:v>7.5683596398555633</c:v>
                </c:pt>
                <c:pt idx="6433">
                  <c:v>7.5658674845077973</c:v>
                </c:pt>
                <c:pt idx="6434">
                  <c:v>7.565697188539712</c:v>
                </c:pt>
                <c:pt idx="6435">
                  <c:v>7.5674616439868174</c:v>
                </c:pt>
                <c:pt idx="6436">
                  <c:v>7.5685567416704771</c:v>
                </c:pt>
                <c:pt idx="6437">
                  <c:v>7.5676437660637976</c:v>
                </c:pt>
                <c:pt idx="6438">
                  <c:v>7.5660630095081913</c:v>
                </c:pt>
                <c:pt idx="6439">
                  <c:v>7.564748734606348</c:v>
                </c:pt>
                <c:pt idx="6440">
                  <c:v>7.5646036676705721</c:v>
                </c:pt>
                <c:pt idx="6441">
                  <c:v>7.5620996862139105</c:v>
                </c:pt>
                <c:pt idx="6442">
                  <c:v>7.5605954051624904</c:v>
                </c:pt>
                <c:pt idx="6443">
                  <c:v>7.5606655734085999</c:v>
                </c:pt>
                <c:pt idx="6444">
                  <c:v>7.560177549314874</c:v>
                </c:pt>
                <c:pt idx="6445">
                  <c:v>7.5595294785474385</c:v>
                </c:pt>
                <c:pt idx="6446">
                  <c:v>7.5585510651382073</c:v>
                </c:pt>
                <c:pt idx="6447">
                  <c:v>7.5571153755183778</c:v>
                </c:pt>
                <c:pt idx="6448">
                  <c:v>7.5566841167473466</c:v>
                </c:pt>
                <c:pt idx="6449">
                  <c:v>7.5555716741039749</c:v>
                </c:pt>
                <c:pt idx="6450">
                  <c:v>7.5531709739983288</c:v>
                </c:pt>
                <c:pt idx="6451">
                  <c:v>7.5525268452671908</c:v>
                </c:pt>
                <c:pt idx="6452">
                  <c:v>7.5522761317586209</c:v>
                </c:pt>
                <c:pt idx="6453">
                  <c:v>7.5509807786310095</c:v>
                </c:pt>
                <c:pt idx="6454">
                  <c:v>7.5500709566533688</c:v>
                </c:pt>
                <c:pt idx="6455">
                  <c:v>7.5502712120973206</c:v>
                </c:pt>
                <c:pt idx="6456">
                  <c:v>7.5481393588672168</c:v>
                </c:pt>
                <c:pt idx="6457">
                  <c:v>7.5472807833614528</c:v>
                </c:pt>
                <c:pt idx="6458">
                  <c:v>7.5465034138034346</c:v>
                </c:pt>
                <c:pt idx="6459">
                  <c:v>7.5443502735773187</c:v>
                </c:pt>
                <c:pt idx="6460">
                  <c:v>7.5420678345606209</c:v>
                </c:pt>
                <c:pt idx="6461">
                  <c:v>7.5404311010895793</c:v>
                </c:pt>
                <c:pt idx="6462">
                  <c:v>7.5408536873807535</c:v>
                </c:pt>
                <c:pt idx="6463">
                  <c:v>7.5416870338542079</c:v>
                </c:pt>
                <c:pt idx="6464">
                  <c:v>7.5406557971585801</c:v>
                </c:pt>
                <c:pt idx="6465">
                  <c:v>7.5390009303205661</c:v>
                </c:pt>
                <c:pt idx="6466">
                  <c:v>7.5378845456408961</c:v>
                </c:pt>
                <c:pt idx="6467">
                  <c:v>7.5357724025922828</c:v>
                </c:pt>
                <c:pt idx="6468">
                  <c:v>7.5340331761774859</c:v>
                </c:pt>
                <c:pt idx="6469">
                  <c:v>7.5338652454311799</c:v>
                </c:pt>
                <c:pt idx="6470">
                  <c:v>7.5331935224459547</c:v>
                </c:pt>
                <c:pt idx="6471">
                  <c:v>7.5341577445245118</c:v>
                </c:pt>
                <c:pt idx="6472">
                  <c:v>7.5339819297056092</c:v>
                </c:pt>
                <c:pt idx="6473">
                  <c:v>7.5324445355492831</c:v>
                </c:pt>
                <c:pt idx="6474">
                  <c:v>7.5304364622589439</c:v>
                </c:pt>
                <c:pt idx="6475">
                  <c:v>7.527421592898027</c:v>
                </c:pt>
                <c:pt idx="6476">
                  <c:v>7.5254513631561517</c:v>
                </c:pt>
                <c:pt idx="6477">
                  <c:v>7.5251699017644551</c:v>
                </c:pt>
                <c:pt idx="6478">
                  <c:v>7.5246598022674593</c:v>
                </c:pt>
                <c:pt idx="6479">
                  <c:v>7.5238398587174187</c:v>
                </c:pt>
                <c:pt idx="6480">
                  <c:v>7.5224672416783616</c:v>
                </c:pt>
                <c:pt idx="6481">
                  <c:v>7.5211860798814234</c:v>
                </c:pt>
                <c:pt idx="6482">
                  <c:v>7.5203109478232077</c:v>
                </c:pt>
                <c:pt idx="6483">
                  <c:v>7.5211876566959432</c:v>
                </c:pt>
                <c:pt idx="6484">
                  <c:v>7.5198473643545309</c:v>
                </c:pt>
                <c:pt idx="6485">
                  <c:v>7.5169491792680425</c:v>
                </c:pt>
                <c:pt idx="6486">
                  <c:v>7.5145910531544171</c:v>
                </c:pt>
                <c:pt idx="6487">
                  <c:v>7.5149568741228965</c:v>
                </c:pt>
                <c:pt idx="6488">
                  <c:v>7.5161623488229079</c:v>
                </c:pt>
                <c:pt idx="6489">
                  <c:v>7.5142875163594507</c:v>
                </c:pt>
                <c:pt idx="6490">
                  <c:v>7.5117512102051434</c:v>
                </c:pt>
                <c:pt idx="6491">
                  <c:v>7.5089807470947196</c:v>
                </c:pt>
                <c:pt idx="6492">
                  <c:v>7.505625285797632</c:v>
                </c:pt>
                <c:pt idx="6493">
                  <c:v>7.5036195777290713</c:v>
                </c:pt>
                <c:pt idx="6494">
                  <c:v>7.501576814519308</c:v>
                </c:pt>
                <c:pt idx="6495">
                  <c:v>7.4982040082625083</c:v>
                </c:pt>
                <c:pt idx="6496">
                  <c:v>7.496623251706902</c:v>
                </c:pt>
                <c:pt idx="6497">
                  <c:v>7.4982229300367393</c:v>
                </c:pt>
                <c:pt idx="6498">
                  <c:v>7.4998052634068655</c:v>
                </c:pt>
                <c:pt idx="6499">
                  <c:v>7.4969157508002331</c:v>
                </c:pt>
                <c:pt idx="6500">
                  <c:v>7.4920504896009081</c:v>
                </c:pt>
                <c:pt idx="6501">
                  <c:v>7.4890892319336473</c:v>
                </c:pt>
                <c:pt idx="6502">
                  <c:v>7.4887060660054559</c:v>
                </c:pt>
                <c:pt idx="6503">
                  <c:v>7.4888227502798843</c:v>
                </c:pt>
                <c:pt idx="6504">
                  <c:v>7.4879050442296471</c:v>
                </c:pt>
                <c:pt idx="6505">
                  <c:v>7.4870243933206133</c:v>
                </c:pt>
                <c:pt idx="6506">
                  <c:v>7.488074551790473</c:v>
                </c:pt>
                <c:pt idx="6507">
                  <c:v>7.4874296346520754</c:v>
                </c:pt>
                <c:pt idx="6508">
                  <c:v>7.4853324713413958</c:v>
                </c:pt>
                <c:pt idx="6509">
                  <c:v>7.4842507765811508</c:v>
                </c:pt>
                <c:pt idx="6510">
                  <c:v>7.4823672716378375</c:v>
                </c:pt>
                <c:pt idx="6511">
                  <c:v>7.4787674040902568</c:v>
                </c:pt>
                <c:pt idx="6512">
                  <c:v>7.4771440735426289</c:v>
                </c:pt>
                <c:pt idx="6513">
                  <c:v>7.4765638057995236</c:v>
                </c:pt>
                <c:pt idx="6514">
                  <c:v>7.4731870575064256</c:v>
                </c:pt>
                <c:pt idx="6515">
                  <c:v>7.4719618726249228</c:v>
                </c:pt>
                <c:pt idx="6516">
                  <c:v>7.4726872073038049</c:v>
                </c:pt>
                <c:pt idx="6517">
                  <c:v>7.4728338510541006</c:v>
                </c:pt>
                <c:pt idx="6518">
                  <c:v>7.4726485753480816</c:v>
                </c:pt>
                <c:pt idx="6519">
                  <c:v>7.4719090493385263</c:v>
                </c:pt>
                <c:pt idx="6520">
                  <c:v>7.473012819502042</c:v>
                </c:pt>
                <c:pt idx="6521">
                  <c:v>7.4726091549850988</c:v>
                </c:pt>
                <c:pt idx="6522">
                  <c:v>7.4721290149639694</c:v>
                </c:pt>
                <c:pt idx="6523">
                  <c:v>7.4721274381494505</c:v>
                </c:pt>
                <c:pt idx="6524">
                  <c:v>7.4725003547832669</c:v>
                </c:pt>
                <c:pt idx="6525">
                  <c:v>7.4707832037717399</c:v>
                </c:pt>
                <c:pt idx="6526">
                  <c:v>7.4687830145539982</c:v>
                </c:pt>
                <c:pt idx="6527">
                  <c:v>7.4685417619325438</c:v>
                </c:pt>
                <c:pt idx="6528">
                  <c:v>7.468227187435942</c:v>
                </c:pt>
                <c:pt idx="6529">
                  <c:v>7.4675625601160531</c:v>
                </c:pt>
                <c:pt idx="6530">
                  <c:v>7.4655481795676373</c:v>
                </c:pt>
                <c:pt idx="6531">
                  <c:v>7.4635677005313861</c:v>
                </c:pt>
                <c:pt idx="6532">
                  <c:v>7.4614263864141659</c:v>
                </c:pt>
                <c:pt idx="6533">
                  <c:v>7.4598992415522165</c:v>
                </c:pt>
                <c:pt idx="6534">
                  <c:v>7.458333464734543</c:v>
                </c:pt>
                <c:pt idx="6535">
                  <c:v>7.4556954540437408</c:v>
                </c:pt>
                <c:pt idx="6536">
                  <c:v>7.4533909396237723</c:v>
                </c:pt>
                <c:pt idx="6537">
                  <c:v>7.4538253520238413</c:v>
                </c:pt>
                <c:pt idx="6538">
                  <c:v>7.4543401819643957</c:v>
                </c:pt>
                <c:pt idx="6539">
                  <c:v>7.453537583374068</c:v>
                </c:pt>
                <c:pt idx="6540">
                  <c:v>7.4519426354877876</c:v>
                </c:pt>
                <c:pt idx="6541">
                  <c:v>7.4508656711711003</c:v>
                </c:pt>
                <c:pt idx="6542">
                  <c:v>7.4484704899162715</c:v>
                </c:pt>
                <c:pt idx="6543">
                  <c:v>7.4459822766048029</c:v>
                </c:pt>
                <c:pt idx="6544">
                  <c:v>7.4445765464608398</c:v>
                </c:pt>
                <c:pt idx="6545">
                  <c:v>7.4445662971664639</c:v>
                </c:pt>
                <c:pt idx="6546">
                  <c:v>7.4454989829546347</c:v>
                </c:pt>
                <c:pt idx="6547">
                  <c:v>7.4485572147148327</c:v>
                </c:pt>
                <c:pt idx="6548">
                  <c:v>7.4496002775193553</c:v>
                </c:pt>
                <c:pt idx="6549">
                  <c:v>7.4474755199545877</c:v>
                </c:pt>
                <c:pt idx="6550">
                  <c:v>7.4439529163184535</c:v>
                </c:pt>
                <c:pt idx="6551">
                  <c:v>7.4397286302212269</c:v>
                </c:pt>
                <c:pt idx="6552">
                  <c:v>7.4363810529967358</c:v>
                </c:pt>
                <c:pt idx="6553">
                  <c:v>7.4350565288005175</c:v>
                </c:pt>
                <c:pt idx="6554">
                  <c:v>7.4361058988631168</c:v>
                </c:pt>
                <c:pt idx="6555">
                  <c:v>7.4382724420126456</c:v>
                </c:pt>
                <c:pt idx="6556">
                  <c:v>7.4392342988694242</c:v>
                </c:pt>
                <c:pt idx="6557">
                  <c:v>7.4389977766915276</c:v>
                </c:pt>
                <c:pt idx="6558">
                  <c:v>7.4381833519923051</c:v>
                </c:pt>
                <c:pt idx="6559">
                  <c:v>7.4373153155994256</c:v>
                </c:pt>
                <c:pt idx="6560">
                  <c:v>7.4364370299121711</c:v>
                </c:pt>
                <c:pt idx="6561">
                  <c:v>7.4341853387785992</c:v>
                </c:pt>
                <c:pt idx="6562">
                  <c:v>7.4301881139721537</c:v>
                </c:pt>
                <c:pt idx="6563">
                  <c:v>7.4276628455194817</c:v>
                </c:pt>
                <c:pt idx="6564">
                  <c:v>7.4274003059020171</c:v>
                </c:pt>
                <c:pt idx="6565">
                  <c:v>7.4251509799902236</c:v>
                </c:pt>
                <c:pt idx="6566">
                  <c:v>7.4210709724215143</c:v>
                </c:pt>
                <c:pt idx="6567">
                  <c:v>7.4182398019520965</c:v>
                </c:pt>
                <c:pt idx="6568">
                  <c:v>7.4178739809836172</c:v>
                </c:pt>
                <c:pt idx="6569">
                  <c:v>7.4179528217095827</c:v>
                </c:pt>
                <c:pt idx="6570">
                  <c:v>7.4173307683817153</c:v>
                </c:pt>
                <c:pt idx="6571">
                  <c:v>7.41636260426686</c:v>
                </c:pt>
                <c:pt idx="6572">
                  <c:v>7.4157618379350039</c:v>
                </c:pt>
                <c:pt idx="6573">
                  <c:v>7.4146328387391787</c:v>
                </c:pt>
                <c:pt idx="6574">
                  <c:v>7.4132649521436793</c:v>
                </c:pt>
                <c:pt idx="6575">
                  <c:v>7.4130631198852077</c:v>
                </c:pt>
                <c:pt idx="6576">
                  <c:v>7.4098960879231779</c:v>
                </c:pt>
                <c:pt idx="6577">
                  <c:v>7.4072076191677576</c:v>
                </c:pt>
                <c:pt idx="6578">
                  <c:v>7.4072856714864628</c:v>
                </c:pt>
                <c:pt idx="6579">
                  <c:v>7.408149765843044</c:v>
                </c:pt>
                <c:pt idx="6580">
                  <c:v>7.4099292010280831</c:v>
                </c:pt>
                <c:pt idx="6581">
                  <c:v>7.410036424415396</c:v>
                </c:pt>
                <c:pt idx="6582">
                  <c:v>7.4070798971916929</c:v>
                </c:pt>
                <c:pt idx="6583">
                  <c:v>7.4053769375108409</c:v>
                </c:pt>
                <c:pt idx="6584">
                  <c:v>7.4043457008152131</c:v>
                </c:pt>
                <c:pt idx="6585">
                  <c:v>7.4030858260142862</c:v>
                </c:pt>
                <c:pt idx="6586">
                  <c:v>7.4022075403270309</c:v>
                </c:pt>
                <c:pt idx="6587">
                  <c:v>7.4024416972831482</c:v>
                </c:pt>
                <c:pt idx="6588">
                  <c:v>7.4033901512165121</c:v>
                </c:pt>
                <c:pt idx="6589">
                  <c:v>7.4024046421419447</c:v>
                </c:pt>
                <c:pt idx="6590">
                  <c:v>7.4012874690550152</c:v>
                </c:pt>
                <c:pt idx="6591">
                  <c:v>7.4001198379034676</c:v>
                </c:pt>
                <c:pt idx="6592">
                  <c:v>7.3989490531228812</c:v>
                </c:pt>
                <c:pt idx="6593">
                  <c:v>7.3978539554392215</c:v>
                </c:pt>
                <c:pt idx="6594">
                  <c:v>7.3965475646099748</c:v>
                </c:pt>
                <c:pt idx="6595">
                  <c:v>7.3957426007978677</c:v>
                </c:pt>
                <c:pt idx="6596">
                  <c:v>7.3952506346678444</c:v>
                </c:pt>
                <c:pt idx="6597">
                  <c:v>7.3943676185370313</c:v>
                </c:pt>
                <c:pt idx="6598">
                  <c:v>7.3936880114792096</c:v>
                </c:pt>
                <c:pt idx="6599">
                  <c:v>7.3914568189343886</c:v>
                </c:pt>
                <c:pt idx="6600">
                  <c:v>7.3882046389883156</c:v>
                </c:pt>
                <c:pt idx="6601">
                  <c:v>7.3865631750737162</c:v>
                </c:pt>
                <c:pt idx="6602">
                  <c:v>7.3858630694271437</c:v>
                </c:pt>
                <c:pt idx="6603">
                  <c:v>7.3840339645847459</c:v>
                </c:pt>
                <c:pt idx="6604">
                  <c:v>7.3825746227471258</c:v>
                </c:pt>
                <c:pt idx="6605">
                  <c:v>7.3819336476450275</c:v>
                </c:pt>
                <c:pt idx="6606">
                  <c:v>7.3796819565114555</c:v>
                </c:pt>
                <c:pt idx="6607">
                  <c:v>7.3771882243491698</c:v>
                </c:pt>
                <c:pt idx="6608">
                  <c:v>7.3754419022690358</c:v>
                </c:pt>
                <c:pt idx="6609">
                  <c:v>7.3753260064018669</c:v>
                </c:pt>
                <c:pt idx="6610">
                  <c:v>7.3757186332171747</c:v>
                </c:pt>
                <c:pt idx="6611">
                  <c:v>7.3741820274681089</c:v>
                </c:pt>
                <c:pt idx="6612">
                  <c:v>7.3717592519591921</c:v>
                </c:pt>
                <c:pt idx="6613">
                  <c:v>7.371965026253962</c:v>
                </c:pt>
                <c:pt idx="6614">
                  <c:v>7.3735268610353364</c:v>
                </c:pt>
                <c:pt idx="6615">
                  <c:v>7.3752834324098453</c:v>
                </c:pt>
                <c:pt idx="6616">
                  <c:v>7.3777140919913586</c:v>
                </c:pt>
                <c:pt idx="6617">
                  <c:v>7.3768941484413189</c:v>
                </c:pt>
                <c:pt idx="6618">
                  <c:v>7.3734070231318691</c:v>
                </c:pt>
                <c:pt idx="6619">
                  <c:v>7.3722330847222439</c:v>
                </c:pt>
                <c:pt idx="6620">
                  <c:v>7.3716512401646197</c:v>
                </c:pt>
                <c:pt idx="6621">
                  <c:v>7.3723379428877784</c:v>
                </c:pt>
                <c:pt idx="6622">
                  <c:v>7.3740306532742554</c:v>
                </c:pt>
                <c:pt idx="6623">
                  <c:v>7.3720785568993517</c:v>
                </c:pt>
                <c:pt idx="6624">
                  <c:v>7.3688965451993882</c:v>
                </c:pt>
                <c:pt idx="6625">
                  <c:v>7.3676626878380294</c:v>
                </c:pt>
                <c:pt idx="6626">
                  <c:v>7.3682334946940191</c:v>
                </c:pt>
                <c:pt idx="6627">
                  <c:v>7.3692229458048848</c:v>
                </c:pt>
                <c:pt idx="6628">
                  <c:v>7.3688587016509244</c:v>
                </c:pt>
                <c:pt idx="6629">
                  <c:v>7.3674482410634035</c:v>
                </c:pt>
                <c:pt idx="6630">
                  <c:v>7.3656356927734592</c:v>
                </c:pt>
                <c:pt idx="6631">
                  <c:v>7.3632862391396898</c:v>
                </c:pt>
                <c:pt idx="6632">
                  <c:v>7.3622384458916095</c:v>
                </c:pt>
                <c:pt idx="6633">
                  <c:v>7.3594451189706556</c:v>
                </c:pt>
                <c:pt idx="6634">
                  <c:v>7.3555535407370032</c:v>
                </c:pt>
                <c:pt idx="6635">
                  <c:v>7.3520490704678405</c:v>
                </c:pt>
                <c:pt idx="6636">
                  <c:v>7.3505802677431049</c:v>
                </c:pt>
                <c:pt idx="6637">
                  <c:v>7.3497453444551315</c:v>
                </c:pt>
                <c:pt idx="6638">
                  <c:v>7.3500520348791376</c:v>
                </c:pt>
                <c:pt idx="6639">
                  <c:v>7.3506827606868601</c:v>
                </c:pt>
                <c:pt idx="6640">
                  <c:v>7.3498375881045108</c:v>
                </c:pt>
                <c:pt idx="6641">
                  <c:v>7.3498643939513393</c:v>
                </c:pt>
                <c:pt idx="6642">
                  <c:v>7.3509137640139386</c:v>
                </c:pt>
                <c:pt idx="6643">
                  <c:v>7.3521752156293854</c:v>
                </c:pt>
                <c:pt idx="6644">
                  <c:v>7.3534902789384882</c:v>
                </c:pt>
                <c:pt idx="6645">
                  <c:v>7.3549062583768272</c:v>
                </c:pt>
                <c:pt idx="6646">
                  <c:v>7.3541367728914047</c:v>
                </c:pt>
                <c:pt idx="6647">
                  <c:v>7.3527712515176837</c:v>
                </c:pt>
                <c:pt idx="6648">
                  <c:v>7.3535659660354149</c:v>
                </c:pt>
                <c:pt idx="6649">
                  <c:v>7.354530188113972</c:v>
                </c:pt>
                <c:pt idx="6650">
                  <c:v>7.3521854649237612</c:v>
                </c:pt>
                <c:pt idx="6651">
                  <c:v>7.3495103990917547</c:v>
                </c:pt>
                <c:pt idx="6652">
                  <c:v>7.3487574701587857</c:v>
                </c:pt>
                <c:pt idx="6653">
                  <c:v>7.3495561267128151</c:v>
                </c:pt>
                <c:pt idx="6654">
                  <c:v>7.348486258061464</c:v>
                </c:pt>
                <c:pt idx="6655">
                  <c:v>7.3452482694460652</c:v>
                </c:pt>
                <c:pt idx="6656">
                  <c:v>7.3427450763966631</c:v>
                </c:pt>
                <c:pt idx="6657">
                  <c:v>7.3406526435295412</c:v>
                </c:pt>
                <c:pt idx="6658">
                  <c:v>7.3385704599567951</c:v>
                </c:pt>
                <c:pt idx="6659">
                  <c:v>7.3390048723568651</c:v>
                </c:pt>
                <c:pt idx="6660">
                  <c:v>7.3392477017928384</c:v>
                </c:pt>
                <c:pt idx="6661">
                  <c:v>7.3394053832447685</c:v>
                </c:pt>
                <c:pt idx="6662">
                  <c:v>7.3403049559280342</c:v>
                </c:pt>
                <c:pt idx="6663">
                  <c:v>7.3387431211466598</c:v>
                </c:pt>
                <c:pt idx="6664">
                  <c:v>7.3372695879783665</c:v>
                </c:pt>
                <c:pt idx="6665">
                  <c:v>7.3357290401930024</c:v>
                </c:pt>
                <c:pt idx="6666">
                  <c:v>7.3344108232548608</c:v>
                </c:pt>
                <c:pt idx="6667">
                  <c:v>7.3325454516785191</c:v>
                </c:pt>
                <c:pt idx="6668">
                  <c:v>7.3331548904902313</c:v>
                </c:pt>
                <c:pt idx="6669">
                  <c:v>7.3346639019852091</c:v>
                </c:pt>
                <c:pt idx="6670">
                  <c:v>7.3325257414970277</c:v>
                </c:pt>
                <c:pt idx="6671">
                  <c:v>7.3282912061054262</c:v>
                </c:pt>
                <c:pt idx="6672">
                  <c:v>7.3242041028713789</c:v>
                </c:pt>
                <c:pt idx="6673">
                  <c:v>7.3229584194011261</c:v>
                </c:pt>
                <c:pt idx="6674">
                  <c:v>7.3220139075040604</c:v>
                </c:pt>
                <c:pt idx="6675">
                  <c:v>7.3206744035699085</c:v>
                </c:pt>
                <c:pt idx="6676">
                  <c:v>7.3183761964080167</c:v>
                </c:pt>
                <c:pt idx="6677">
                  <c:v>7.3183959065895081</c:v>
                </c:pt>
                <c:pt idx="6678">
                  <c:v>7.3198938803828506</c:v>
                </c:pt>
                <c:pt idx="6679">
                  <c:v>7.3191015310868979</c:v>
                </c:pt>
                <c:pt idx="6680">
                  <c:v>7.3178195808827011</c:v>
                </c:pt>
                <c:pt idx="6681">
                  <c:v>7.3171872782604579</c:v>
                </c:pt>
                <c:pt idx="6682">
                  <c:v>7.3174379917690278</c:v>
                </c:pt>
                <c:pt idx="6683">
                  <c:v>7.3181530771535348</c:v>
                </c:pt>
                <c:pt idx="6684">
                  <c:v>7.3175515224144183</c:v>
                </c:pt>
                <c:pt idx="6685">
                  <c:v>7.3141708320850221</c:v>
                </c:pt>
                <c:pt idx="6686">
                  <c:v>7.3093930840915187</c:v>
                </c:pt>
                <c:pt idx="6687">
                  <c:v>7.3082743341900693</c:v>
                </c:pt>
                <c:pt idx="6688">
                  <c:v>7.3093867768334411</c:v>
                </c:pt>
                <c:pt idx="6689">
                  <c:v>7.3111204843974207</c:v>
                </c:pt>
                <c:pt idx="6690">
                  <c:v>7.3122952112143045</c:v>
                </c:pt>
                <c:pt idx="6691">
                  <c:v>7.3127059713965847</c:v>
                </c:pt>
                <c:pt idx="6692">
                  <c:v>7.3120082309717906</c:v>
                </c:pt>
                <c:pt idx="6693">
                  <c:v>7.3107381068764878</c:v>
                </c:pt>
                <c:pt idx="6694">
                  <c:v>7.3085873318721521</c:v>
                </c:pt>
                <c:pt idx="6695">
                  <c:v>7.3068654504170674</c:v>
                </c:pt>
                <c:pt idx="6696">
                  <c:v>7.3067566502152355</c:v>
                </c:pt>
                <c:pt idx="6697">
                  <c:v>7.3076562228985003</c:v>
                </c:pt>
                <c:pt idx="6698">
                  <c:v>7.308654346489222</c:v>
                </c:pt>
                <c:pt idx="6699">
                  <c:v>7.309575206168498</c:v>
                </c:pt>
                <c:pt idx="6700">
                  <c:v>7.3096989861082644</c:v>
                </c:pt>
                <c:pt idx="6701">
                  <c:v>7.3103021176618999</c:v>
                </c:pt>
                <c:pt idx="6702">
                  <c:v>7.3099055488102938</c:v>
                </c:pt>
                <c:pt idx="6703">
                  <c:v>7.3092259417524712</c:v>
                </c:pt>
                <c:pt idx="6704">
                  <c:v>7.3088987527397151</c:v>
                </c:pt>
                <c:pt idx="6705">
                  <c:v>7.3096926788501868</c:v>
                </c:pt>
                <c:pt idx="6706">
                  <c:v>7.3118954887336605</c:v>
                </c:pt>
                <c:pt idx="6707">
                  <c:v>7.3131214620224219</c:v>
                </c:pt>
                <c:pt idx="6708">
                  <c:v>7.3134486510351788</c:v>
                </c:pt>
                <c:pt idx="6709">
                  <c:v>7.3143450700894057</c:v>
                </c:pt>
                <c:pt idx="6710">
                  <c:v>7.3149277030542894</c:v>
                </c:pt>
                <c:pt idx="6711">
                  <c:v>7.315325060313155</c:v>
                </c:pt>
                <c:pt idx="6712">
                  <c:v>7.3176390356202399</c:v>
                </c:pt>
                <c:pt idx="6713">
                  <c:v>7.3198205585077023</c:v>
                </c:pt>
                <c:pt idx="6714">
                  <c:v>7.3204197480250395</c:v>
                </c:pt>
                <c:pt idx="6715">
                  <c:v>7.3199537993345842</c:v>
                </c:pt>
                <c:pt idx="6716">
                  <c:v>7.3200184487298756</c:v>
                </c:pt>
                <c:pt idx="6717">
                  <c:v>7.3217064286727949</c:v>
                </c:pt>
                <c:pt idx="6718">
                  <c:v>7.3230664311956986</c:v>
                </c:pt>
                <c:pt idx="6719">
                  <c:v>7.3256035257572654</c:v>
                </c:pt>
                <c:pt idx="6720">
                  <c:v>7.3301305602421989</c:v>
                </c:pt>
                <c:pt idx="6721">
                  <c:v>7.3354144656963998</c:v>
                </c:pt>
                <c:pt idx="6722">
                  <c:v>7.3424896324445355</c:v>
                </c:pt>
                <c:pt idx="6723">
                  <c:v>7.3499605796370169</c:v>
                </c:pt>
                <c:pt idx="6724">
                  <c:v>7.3583799807628631</c:v>
                </c:pt>
                <c:pt idx="6725">
                  <c:v>7.3679496680805432</c:v>
                </c:pt>
                <c:pt idx="6726">
                  <c:v>7.3776636339267414</c:v>
                </c:pt>
                <c:pt idx="6727">
                  <c:v>7.3861563569277342</c:v>
                </c:pt>
                <c:pt idx="6728">
                  <c:v>7.3933079991800561</c:v>
                </c:pt>
                <c:pt idx="6729">
                  <c:v>7.4005589807470944</c:v>
                </c:pt>
                <c:pt idx="6730">
                  <c:v>7.4094293508254623</c:v>
                </c:pt>
                <c:pt idx="6731">
                  <c:v>7.4206996326022168</c:v>
                </c:pt>
                <c:pt idx="6732">
                  <c:v>7.4308590485501194</c:v>
                </c:pt>
                <c:pt idx="6733">
                  <c:v>7.4421387912139894</c:v>
                </c:pt>
                <c:pt idx="6734">
                  <c:v>7.456329333480503</c:v>
                </c:pt>
                <c:pt idx="6735">
                  <c:v>7.4713311468171995</c:v>
                </c:pt>
                <c:pt idx="6736">
                  <c:v>7.4866215172109305</c:v>
                </c:pt>
                <c:pt idx="6737">
                  <c:v>7.5034705687569971</c:v>
                </c:pt>
                <c:pt idx="6738">
                  <c:v>7.5275493148740917</c:v>
                </c:pt>
                <c:pt idx="6739">
                  <c:v>7.5583484444724771</c:v>
                </c:pt>
                <c:pt idx="6740">
                  <c:v>7.594135038395434</c:v>
                </c:pt>
                <c:pt idx="6741">
                  <c:v>7.6352828016840375</c:v>
                </c:pt>
                <c:pt idx="6742">
                  <c:v>7.6848397168041123</c:v>
                </c:pt>
                <c:pt idx="6743">
                  <c:v>7.7445402797268956</c:v>
                </c:pt>
                <c:pt idx="6744">
                  <c:v>7.8154496286601809</c:v>
                </c:pt>
                <c:pt idx="6745">
                  <c:v>7.8983506520128035</c:v>
                </c:pt>
                <c:pt idx="6746">
                  <c:v>7.9950093820463897</c:v>
                </c:pt>
                <c:pt idx="6747">
                  <c:v>8.1127974266387035</c:v>
                </c:pt>
                <c:pt idx="6748">
                  <c:v>8.2588419874170196</c:v>
                </c:pt>
                <c:pt idx="6749">
                  <c:v>8.4412321228653866</c:v>
                </c:pt>
                <c:pt idx="6750">
                  <c:v>8.6720304640565136</c:v>
                </c:pt>
                <c:pt idx="6751">
                  <c:v>8.9677383749349566</c:v>
                </c:pt>
                <c:pt idx="6752">
                  <c:v>9.3543181065611254</c:v>
                </c:pt>
                <c:pt idx="6753">
                  <c:v>9.8717892114350576</c:v>
                </c:pt>
                <c:pt idx="6754">
                  <c:v>10.574449297529132</c:v>
                </c:pt>
                <c:pt idx="6755">
                  <c:v>11.532411422444376</c:v>
                </c:pt>
                <c:pt idx="6756">
                  <c:v>12.806840221384757</c:v>
                </c:pt>
                <c:pt idx="6757">
                  <c:v>14.413070215550544</c:v>
                </c:pt>
                <c:pt idx="6758">
                  <c:v>16.230908718207473</c:v>
                </c:pt>
                <c:pt idx="6759">
                  <c:v>17.930478247843705</c:v>
                </c:pt>
                <c:pt idx="6760">
                  <c:v>19.026443179488794</c:v>
                </c:pt>
                <c:pt idx="6761">
                  <c:v>19.16756807896687</c:v>
                </c:pt>
                <c:pt idx="6762">
                  <c:v>18.457686182374367</c:v>
                </c:pt>
                <c:pt idx="6763">
                  <c:v>17.144120847064759</c:v>
                </c:pt>
                <c:pt idx="6764">
                  <c:v>15.537425692615777</c:v>
                </c:pt>
                <c:pt idx="6765">
                  <c:v>13.992557435468864</c:v>
                </c:pt>
                <c:pt idx="6766">
                  <c:v>12.689107365300618</c:v>
                </c:pt>
                <c:pt idx="6767">
                  <c:v>11.643868556741669</c:v>
                </c:pt>
                <c:pt idx="6768">
                  <c:v>10.801084848389284</c:v>
                </c:pt>
                <c:pt idx="6769">
                  <c:v>10.118773553666882</c:v>
                </c:pt>
                <c:pt idx="6770">
                  <c:v>9.5793847269745651</c:v>
                </c:pt>
                <c:pt idx="6771">
                  <c:v>9.163838912628707</c:v>
                </c:pt>
                <c:pt idx="6772">
                  <c:v>8.8461186710607222</c:v>
                </c:pt>
                <c:pt idx="6773">
                  <c:v>8.6021460445607776</c:v>
                </c:pt>
                <c:pt idx="6774">
                  <c:v>8.4109020955864953</c:v>
                </c:pt>
                <c:pt idx="6775">
                  <c:v>8.2551916618048224</c:v>
                </c:pt>
                <c:pt idx="6776">
                  <c:v>8.1277692804995354</c:v>
                </c:pt>
                <c:pt idx="6777">
                  <c:v>8.0244406250492748</c:v>
                </c:pt>
                <c:pt idx="6778">
                  <c:v>7.9393557135874104</c:v>
                </c:pt>
                <c:pt idx="6779">
                  <c:v>7.8657105914631265</c:v>
                </c:pt>
                <c:pt idx="6780">
                  <c:v>7.8036865923461427</c:v>
                </c:pt>
                <c:pt idx="6781">
                  <c:v>7.7515326637127675</c:v>
                </c:pt>
                <c:pt idx="6782">
                  <c:v>7.7059422255160124</c:v>
                </c:pt>
                <c:pt idx="6783">
                  <c:v>7.6653495009382047</c:v>
                </c:pt>
                <c:pt idx="6784">
                  <c:v>7.6264920607388955</c:v>
                </c:pt>
                <c:pt idx="6785">
                  <c:v>7.5906187420173765</c:v>
                </c:pt>
                <c:pt idx="6786">
                  <c:v>7.5600750563711188</c:v>
                </c:pt>
                <c:pt idx="6787">
                  <c:v>7.5333709140793772</c:v>
                </c:pt>
                <c:pt idx="6788">
                  <c:v>7.510206720383481</c:v>
                </c:pt>
                <c:pt idx="6789">
                  <c:v>7.4898011636891155</c:v>
                </c:pt>
                <c:pt idx="6790">
                  <c:v>7.4696952017534173</c:v>
                </c:pt>
                <c:pt idx="6791">
                  <c:v>7.451889812201391</c:v>
                </c:pt>
                <c:pt idx="6792">
                  <c:v>7.4365261199325126</c:v>
                </c:pt>
                <c:pt idx="6793">
                  <c:v>7.423114524038537</c:v>
                </c:pt>
                <c:pt idx="6794">
                  <c:v>7.4096579889307623</c:v>
                </c:pt>
                <c:pt idx="6795">
                  <c:v>7.3975851085636792</c:v>
                </c:pt>
                <c:pt idx="6796">
                  <c:v>7.3898918305239754</c:v>
                </c:pt>
                <c:pt idx="6797">
                  <c:v>7.3835522477490976</c:v>
                </c:pt>
                <c:pt idx="6798">
                  <c:v>7.3774200160835077</c:v>
                </c:pt>
                <c:pt idx="6799">
                  <c:v>7.3717553099228939</c:v>
                </c:pt>
                <c:pt idx="6800">
                  <c:v>7.3653297907567135</c:v>
                </c:pt>
                <c:pt idx="6801">
                  <c:v>7.3589145208849081</c:v>
                </c:pt>
                <c:pt idx="6802">
                  <c:v>7.3519055803465836</c:v>
                </c:pt>
                <c:pt idx="6803">
                  <c:v>7.3465593907188698</c:v>
                </c:pt>
                <c:pt idx="6804">
                  <c:v>7.3418510225642155</c:v>
                </c:pt>
                <c:pt idx="6805">
                  <c:v>7.3358417824311326</c:v>
                </c:pt>
                <c:pt idx="6806">
                  <c:v>7.3295597533862091</c:v>
                </c:pt>
                <c:pt idx="6807">
                  <c:v>7.3217868462132802</c:v>
                </c:pt>
                <c:pt idx="6808">
                  <c:v>7.313287815954209</c:v>
                </c:pt>
                <c:pt idx="6809">
                  <c:v>7.3061598259196767</c:v>
                </c:pt>
                <c:pt idx="6810">
                  <c:v>7.2983948028193444</c:v>
                </c:pt>
                <c:pt idx="6811">
                  <c:v>7.2926827922231503</c:v>
                </c:pt>
                <c:pt idx="6812">
                  <c:v>7.2887486399974772</c:v>
                </c:pt>
                <c:pt idx="6813">
                  <c:v>7.2842799476497575</c:v>
                </c:pt>
                <c:pt idx="6814">
                  <c:v>7.2797702581245369</c:v>
                </c:pt>
                <c:pt idx="6815">
                  <c:v>7.2747015878522205</c:v>
                </c:pt>
                <c:pt idx="6816">
                  <c:v>7.2678369258424134</c:v>
                </c:pt>
                <c:pt idx="6817">
                  <c:v>7.2631332881313169</c:v>
                </c:pt>
                <c:pt idx="6818">
                  <c:v>7.25936548983743</c:v>
                </c:pt>
                <c:pt idx="6819">
                  <c:v>7.2550442296472664</c:v>
                </c:pt>
                <c:pt idx="6820">
                  <c:v>7.2529778142197134</c:v>
                </c:pt>
                <c:pt idx="6821">
                  <c:v>7.2540169349879378</c:v>
                </c:pt>
                <c:pt idx="6822">
                  <c:v>7.2536700357936894</c:v>
                </c:pt>
                <c:pt idx="6823">
                  <c:v>7.2503989340733845</c:v>
                </c:pt>
                <c:pt idx="6824">
                  <c:v>7.245517116321607</c:v>
                </c:pt>
                <c:pt idx="6825">
                  <c:v>7.2426299689367539</c:v>
                </c:pt>
                <c:pt idx="6826">
                  <c:v>7.2420489127863892</c:v>
                </c:pt>
                <c:pt idx="6827">
                  <c:v>7.2401299295163906</c:v>
                </c:pt>
                <c:pt idx="6828">
                  <c:v>7.236648323057759</c:v>
                </c:pt>
                <c:pt idx="6829">
                  <c:v>7.2340079471451775</c:v>
                </c:pt>
                <c:pt idx="6830">
                  <c:v>7.2330476671029187</c:v>
                </c:pt>
                <c:pt idx="6831">
                  <c:v>7.2323404657910091</c:v>
                </c:pt>
                <c:pt idx="6832">
                  <c:v>7.2319841057096452</c:v>
                </c:pt>
                <c:pt idx="6833">
                  <c:v>7.2296512086283293</c:v>
                </c:pt>
                <c:pt idx="6834">
                  <c:v>7.2253780412810045</c:v>
                </c:pt>
                <c:pt idx="6835">
                  <c:v>7.2222433340166194</c:v>
                </c:pt>
                <c:pt idx="6836">
                  <c:v>7.2193254387486396</c:v>
                </c:pt>
                <c:pt idx="6837">
                  <c:v>7.2144790993235466</c:v>
                </c:pt>
                <c:pt idx="6838">
                  <c:v>7.2105701761301821</c:v>
                </c:pt>
                <c:pt idx="6839">
                  <c:v>7.2099859663507777</c:v>
                </c:pt>
                <c:pt idx="6840">
                  <c:v>7.2104621643356088</c:v>
                </c:pt>
                <c:pt idx="6841">
                  <c:v>7.2094600987085888</c:v>
                </c:pt>
                <c:pt idx="6842">
                  <c:v>7.2066565224932591</c:v>
                </c:pt>
                <c:pt idx="6843">
                  <c:v>7.2042077295447733</c:v>
                </c:pt>
                <c:pt idx="6844">
                  <c:v>7.2020183225847143</c:v>
                </c:pt>
                <c:pt idx="6845">
                  <c:v>7.1993535060470837</c:v>
                </c:pt>
                <c:pt idx="6846">
                  <c:v>7.197559091124111</c:v>
                </c:pt>
                <c:pt idx="6847">
                  <c:v>7.1972295368895756</c:v>
                </c:pt>
                <c:pt idx="6848">
                  <c:v>7.1968313912234505</c:v>
                </c:pt>
                <c:pt idx="6849">
                  <c:v>7.1976095491887291</c:v>
                </c:pt>
                <c:pt idx="6850">
                  <c:v>7.1957670414229176</c:v>
                </c:pt>
                <c:pt idx="6851">
                  <c:v>7.1922665131900532</c:v>
                </c:pt>
                <c:pt idx="6852">
                  <c:v>7.1912100474621168</c:v>
                </c:pt>
                <c:pt idx="6853">
                  <c:v>7.1914560305271289</c:v>
                </c:pt>
                <c:pt idx="6854">
                  <c:v>7.1902923414118796</c:v>
                </c:pt>
                <c:pt idx="6855">
                  <c:v>7.1895220675191975</c:v>
                </c:pt>
                <c:pt idx="6856">
                  <c:v>7.1887730806225267</c:v>
                </c:pt>
                <c:pt idx="6857">
                  <c:v>7.185677005313865</c:v>
                </c:pt>
                <c:pt idx="6858">
                  <c:v>7.1829136378687775</c:v>
                </c:pt>
                <c:pt idx="6859">
                  <c:v>7.1820929059114773</c:v>
                </c:pt>
                <c:pt idx="6860">
                  <c:v>7.1829167914978163</c:v>
                </c:pt>
                <c:pt idx="6861">
                  <c:v>7.1819667607499333</c:v>
                </c:pt>
                <c:pt idx="6862">
                  <c:v>7.1793208659865337</c:v>
                </c:pt>
                <c:pt idx="6863">
                  <c:v>7.1760907614437315</c:v>
                </c:pt>
                <c:pt idx="6864">
                  <c:v>7.1738635109352087</c:v>
                </c:pt>
                <c:pt idx="6865">
                  <c:v>7.171963449439442</c:v>
                </c:pt>
                <c:pt idx="6866">
                  <c:v>7.1703369652627762</c:v>
                </c:pt>
                <c:pt idx="6867">
                  <c:v>7.1694184708052795</c:v>
                </c:pt>
                <c:pt idx="6868">
                  <c:v>7.167558618079755</c:v>
                </c:pt>
                <c:pt idx="6869">
                  <c:v>7.166025165959728</c:v>
                </c:pt>
                <c:pt idx="6870">
                  <c:v>7.1645500559769157</c:v>
                </c:pt>
                <c:pt idx="6871">
                  <c:v>7.1622526372222834</c:v>
                </c:pt>
                <c:pt idx="6872">
                  <c:v>7.1607672779450953</c:v>
                </c:pt>
                <c:pt idx="6873">
                  <c:v>7.160001734495971</c:v>
                </c:pt>
                <c:pt idx="6874">
                  <c:v>7.1593276462889666</c:v>
                </c:pt>
                <c:pt idx="6875">
                  <c:v>7.1606710922594177</c:v>
                </c:pt>
                <c:pt idx="6876">
                  <c:v>7.1599962156451538</c:v>
                </c:pt>
                <c:pt idx="6877">
                  <c:v>7.1600577114114063</c:v>
                </c:pt>
                <c:pt idx="6878">
                  <c:v>7.1609509768365944</c:v>
                </c:pt>
                <c:pt idx="6879">
                  <c:v>7.1633800596035888</c:v>
                </c:pt>
                <c:pt idx="6880">
                  <c:v>7.166405966666141</c:v>
                </c:pt>
                <c:pt idx="6881">
                  <c:v>7.1678006591084689</c:v>
                </c:pt>
                <c:pt idx="6882">
                  <c:v>7.1660472413629988</c:v>
                </c:pt>
                <c:pt idx="6883">
                  <c:v>7.1636812311767768</c:v>
                </c:pt>
                <c:pt idx="6884">
                  <c:v>7.1632176477081</c:v>
                </c:pt>
                <c:pt idx="6885">
                  <c:v>7.1630844068812189</c:v>
                </c:pt>
                <c:pt idx="6886">
                  <c:v>7.1644475630331605</c:v>
                </c:pt>
                <c:pt idx="6887">
                  <c:v>7.1667307904571187</c:v>
                </c:pt>
                <c:pt idx="6888">
                  <c:v>7.1660661631372298</c:v>
                </c:pt>
                <c:pt idx="6889">
                  <c:v>7.1629614153487129</c:v>
                </c:pt>
                <c:pt idx="6890">
                  <c:v>7.1589878427600562</c:v>
                </c:pt>
                <c:pt idx="6891">
                  <c:v>7.1569545404374084</c:v>
                </c:pt>
                <c:pt idx="6892">
                  <c:v>7.1556237089831125</c:v>
                </c:pt>
                <c:pt idx="6893">
                  <c:v>7.1544221763193994</c:v>
                </c:pt>
                <c:pt idx="6894">
                  <c:v>7.1527129093804698</c:v>
                </c:pt>
                <c:pt idx="6895">
                  <c:v>7.1496830602816193</c:v>
                </c:pt>
                <c:pt idx="6896">
                  <c:v>7.1488520790299432</c:v>
                </c:pt>
                <c:pt idx="6897">
                  <c:v>7.1495269556442071</c:v>
                </c:pt>
                <c:pt idx="6898">
                  <c:v>7.1495592803418537</c:v>
                </c:pt>
                <c:pt idx="6899">
                  <c:v>7.1486668033239251</c:v>
                </c:pt>
                <c:pt idx="6900">
                  <c:v>7.1469796117882654</c:v>
                </c:pt>
                <c:pt idx="6901">
                  <c:v>7.1466074835617084</c:v>
                </c:pt>
                <c:pt idx="6902">
                  <c:v>7.1459554707579747</c:v>
                </c:pt>
                <c:pt idx="6903">
                  <c:v>7.1455691512007444</c:v>
                </c:pt>
                <c:pt idx="6904">
                  <c:v>7.1455084438417504</c:v>
                </c:pt>
                <c:pt idx="6905">
                  <c:v>7.1450267270061021</c:v>
                </c:pt>
                <c:pt idx="6906">
                  <c:v>7.1451221242845202</c:v>
                </c:pt>
                <c:pt idx="6907">
                  <c:v>7.1442115138996201</c:v>
                </c:pt>
                <c:pt idx="6908">
                  <c:v>7.1412305460508678</c:v>
                </c:pt>
                <c:pt idx="6909">
                  <c:v>7.1392098582443744</c:v>
                </c:pt>
                <c:pt idx="6910">
                  <c:v>7.138497926488907</c:v>
                </c:pt>
                <c:pt idx="6911">
                  <c:v>7.1381731026979294</c:v>
                </c:pt>
                <c:pt idx="6912">
                  <c:v>7.1390198520947985</c:v>
                </c:pt>
                <c:pt idx="6913">
                  <c:v>7.1398689667134452</c:v>
                </c:pt>
                <c:pt idx="6914">
                  <c:v>7.1401677730648547</c:v>
                </c:pt>
                <c:pt idx="6915">
                  <c:v>7.1411414560305273</c:v>
                </c:pt>
                <c:pt idx="6916">
                  <c:v>7.1409956006874911</c:v>
                </c:pt>
                <c:pt idx="6917">
                  <c:v>7.1407709046184893</c:v>
                </c:pt>
                <c:pt idx="6918">
                  <c:v>7.14095223828821</c:v>
                </c:pt>
                <c:pt idx="6919">
                  <c:v>7.1412116242766359</c:v>
                </c:pt>
                <c:pt idx="6920">
                  <c:v>7.1399312508869581</c:v>
                </c:pt>
                <c:pt idx="6921">
                  <c:v>7.1374390955391913</c:v>
                </c:pt>
                <c:pt idx="6922">
                  <c:v>7.1366522650940567</c:v>
                </c:pt>
                <c:pt idx="6923">
                  <c:v>7.1371292514861473</c:v>
                </c:pt>
                <c:pt idx="6924">
                  <c:v>7.1362422933190368</c:v>
                </c:pt>
                <c:pt idx="6925">
                  <c:v>7.1333835285955312</c:v>
                </c:pt>
                <c:pt idx="6926">
                  <c:v>7.131719989277661</c:v>
                </c:pt>
                <c:pt idx="6927">
                  <c:v>7.1303402765732669</c:v>
                </c:pt>
                <c:pt idx="6928">
                  <c:v>7.1296401709266934</c:v>
                </c:pt>
                <c:pt idx="6929">
                  <c:v>7.1300012614516151</c:v>
                </c:pt>
                <c:pt idx="6930">
                  <c:v>7.1301825951213358</c:v>
                </c:pt>
                <c:pt idx="6931">
                  <c:v>7.1314408931077438</c:v>
                </c:pt>
                <c:pt idx="6932">
                  <c:v>7.1327252085337198</c:v>
                </c:pt>
                <c:pt idx="6933">
                  <c:v>7.1340765385767675</c:v>
                </c:pt>
                <c:pt idx="6934">
                  <c:v>7.1317452183099705</c:v>
                </c:pt>
                <c:pt idx="6935">
                  <c:v>7.1300753717340228</c:v>
                </c:pt>
                <c:pt idx="6936">
                  <c:v>7.1299153250603133</c:v>
                </c:pt>
                <c:pt idx="6937">
                  <c:v>7.13035604471846</c:v>
                </c:pt>
                <c:pt idx="6938">
                  <c:v>7.1308527412920419</c:v>
                </c:pt>
                <c:pt idx="6939">
                  <c:v>7.1312091013734058</c:v>
                </c:pt>
                <c:pt idx="6940">
                  <c:v>7.130248821331147</c:v>
                </c:pt>
                <c:pt idx="6941">
                  <c:v>7.1281571768712846</c:v>
                </c:pt>
                <c:pt idx="6942">
                  <c:v>7.1272552389662405</c:v>
                </c:pt>
                <c:pt idx="6943">
                  <c:v>7.1250516406755073</c:v>
                </c:pt>
                <c:pt idx="6944">
                  <c:v>7.1236175278701968</c:v>
                </c:pt>
                <c:pt idx="6945">
                  <c:v>7.1226477869408225</c:v>
                </c:pt>
                <c:pt idx="6946">
                  <c:v>7.1213547990349895</c:v>
                </c:pt>
                <c:pt idx="6947">
                  <c:v>7.1197298916728426</c:v>
                </c:pt>
                <c:pt idx="6948">
                  <c:v>7.1207611283684704</c:v>
                </c:pt>
                <c:pt idx="6949">
                  <c:v>7.1207453602232773</c:v>
                </c:pt>
                <c:pt idx="6950">
                  <c:v>7.1183028745328683</c:v>
                </c:pt>
                <c:pt idx="6951">
                  <c:v>7.1182587237263277</c:v>
                </c:pt>
                <c:pt idx="6952">
                  <c:v>7.1191795834056038</c:v>
                </c:pt>
                <c:pt idx="6953">
                  <c:v>7.1203290811901798</c:v>
                </c:pt>
                <c:pt idx="6954">
                  <c:v>7.1197180655639478</c:v>
                </c:pt>
                <c:pt idx="6955">
                  <c:v>7.1170729592078086</c:v>
                </c:pt>
                <c:pt idx="6956">
                  <c:v>7.115682208801779</c:v>
                </c:pt>
                <c:pt idx="6957">
                  <c:v>7.1152548920670462</c:v>
                </c:pt>
                <c:pt idx="6958">
                  <c:v>7.1132405115186303</c:v>
                </c:pt>
                <c:pt idx="6959">
                  <c:v>7.111093678550592</c:v>
                </c:pt>
                <c:pt idx="6960">
                  <c:v>7.1090934893328495</c:v>
                </c:pt>
                <c:pt idx="6961">
                  <c:v>7.1078383449754803</c:v>
                </c:pt>
                <c:pt idx="6962">
                  <c:v>7.1062118607988145</c:v>
                </c:pt>
                <c:pt idx="6963">
                  <c:v>7.105689935192923</c:v>
                </c:pt>
                <c:pt idx="6964">
                  <c:v>7.1053761491035807</c:v>
                </c:pt>
                <c:pt idx="6965">
                  <c:v>7.1049165076712022</c:v>
                </c:pt>
                <c:pt idx="6966">
                  <c:v>7.1049929831753893</c:v>
                </c:pt>
                <c:pt idx="6967">
                  <c:v>7.1047272899288858</c:v>
                </c:pt>
                <c:pt idx="6968">
                  <c:v>7.1027562717797501</c:v>
                </c:pt>
                <c:pt idx="6969">
                  <c:v>7.1026797962755639</c:v>
                </c:pt>
                <c:pt idx="6970">
                  <c:v>7.1030030432520226</c:v>
                </c:pt>
                <c:pt idx="6971">
                  <c:v>7.1019883631088474</c:v>
                </c:pt>
                <c:pt idx="6972">
                  <c:v>7.1025717844809915</c:v>
                </c:pt>
                <c:pt idx="6973">
                  <c:v>7.1027452340781156</c:v>
                </c:pt>
                <c:pt idx="6974">
                  <c:v>7.1035446790394046</c:v>
                </c:pt>
                <c:pt idx="6975">
                  <c:v>7.1045246692631547</c:v>
                </c:pt>
                <c:pt idx="6976">
                  <c:v>7.1042676484965073</c:v>
                </c:pt>
                <c:pt idx="6977">
                  <c:v>7.1022840158312182</c:v>
                </c:pt>
                <c:pt idx="6978">
                  <c:v>7.1022225200649647</c:v>
                </c:pt>
                <c:pt idx="6979">
                  <c:v>7.1019631340765388</c:v>
                </c:pt>
                <c:pt idx="6980">
                  <c:v>7.1008569986912438</c:v>
                </c:pt>
                <c:pt idx="6981">
                  <c:v>7.1003193049401601</c:v>
                </c:pt>
                <c:pt idx="6982">
                  <c:v>7.0999361390119677</c:v>
                </c:pt>
                <c:pt idx="6983">
                  <c:v>7.0992123811476056</c:v>
                </c:pt>
                <c:pt idx="6984">
                  <c:v>7.1004832936501678</c:v>
                </c:pt>
                <c:pt idx="6985">
                  <c:v>7.1006141692552704</c:v>
                </c:pt>
                <c:pt idx="6986">
                  <c:v>7.0997871300398936</c:v>
                </c:pt>
                <c:pt idx="6987">
                  <c:v>7.0988197543322977</c:v>
                </c:pt>
                <c:pt idx="6988">
                  <c:v>7.098018732556489</c:v>
                </c:pt>
                <c:pt idx="6989">
                  <c:v>7.0975788013056027</c:v>
                </c:pt>
                <c:pt idx="6990">
                  <c:v>7.0976190100758449</c:v>
                </c:pt>
                <c:pt idx="6991">
                  <c:v>7.0969086551348965</c:v>
                </c:pt>
                <c:pt idx="6992">
                  <c:v>7.0960256390040843</c:v>
                </c:pt>
                <c:pt idx="6993">
                  <c:v>7.0961636102745231</c:v>
                </c:pt>
                <c:pt idx="6994">
                  <c:v>7.0946309465617556</c:v>
                </c:pt>
                <c:pt idx="6995">
                  <c:v>7.0935311184345382</c:v>
                </c:pt>
                <c:pt idx="6996">
                  <c:v>7.0945513174285306</c:v>
                </c:pt>
                <c:pt idx="6997">
                  <c:v>7.0938567306327753</c:v>
                </c:pt>
                <c:pt idx="6998">
                  <c:v>7.0918084485721948</c:v>
                </c:pt>
                <c:pt idx="6999">
                  <c:v>7.0926078935334838</c:v>
                </c:pt>
                <c:pt idx="7000">
                  <c:v>7.0941768239801952</c:v>
                </c:pt>
                <c:pt idx="7001">
                  <c:v>7.0946948075497875</c:v>
                </c:pt>
                <c:pt idx="7002">
                  <c:v>7.0938606726690736</c:v>
                </c:pt>
                <c:pt idx="7003">
                  <c:v>7.0921671738753371</c:v>
                </c:pt>
                <c:pt idx="7004">
                  <c:v>7.0908355540137817</c:v>
                </c:pt>
                <c:pt idx="7005">
                  <c:v>7.0901717151011523</c:v>
                </c:pt>
                <c:pt idx="7006">
                  <c:v>7.0901267758873523</c:v>
                </c:pt>
                <c:pt idx="7007">
                  <c:v>7.0905288635897756</c:v>
                </c:pt>
                <c:pt idx="7008">
                  <c:v>7.0900463583468678</c:v>
                </c:pt>
                <c:pt idx="7009">
                  <c:v>7.0879286964474373</c:v>
                </c:pt>
                <c:pt idx="7010">
                  <c:v>7.0856462574307386</c:v>
                </c:pt>
                <c:pt idx="7011">
                  <c:v>7.0858748955360378</c:v>
                </c:pt>
                <c:pt idx="7012">
                  <c:v>7.0867870827354578</c:v>
                </c:pt>
                <c:pt idx="7013">
                  <c:v>7.0880784938267709</c:v>
                </c:pt>
                <c:pt idx="7014">
                  <c:v>7.0879192355603209</c:v>
                </c:pt>
                <c:pt idx="7015">
                  <c:v>7.0875329160030907</c:v>
                </c:pt>
                <c:pt idx="7016">
                  <c:v>7.0880643024960976</c:v>
                </c:pt>
                <c:pt idx="7017">
                  <c:v>7.0895670067329979</c:v>
                </c:pt>
                <c:pt idx="7018">
                  <c:v>7.0901157381857169</c:v>
                </c:pt>
                <c:pt idx="7019">
                  <c:v>7.0887305066305046</c:v>
                </c:pt>
                <c:pt idx="7020">
                  <c:v>7.0877363250760812</c:v>
                </c:pt>
                <c:pt idx="7021">
                  <c:v>7.0881163373752347</c:v>
                </c:pt>
                <c:pt idx="7022">
                  <c:v>7.0868012740661319</c:v>
                </c:pt>
                <c:pt idx="7023">
                  <c:v>7.0844313218436117</c:v>
                </c:pt>
                <c:pt idx="7024">
                  <c:v>7.0835136157933745</c:v>
                </c:pt>
                <c:pt idx="7025">
                  <c:v>7.0818697866569957</c:v>
                </c:pt>
                <c:pt idx="7026">
                  <c:v>7.0809150254655542</c:v>
                </c:pt>
                <c:pt idx="7027">
                  <c:v>7.0797127043945824</c:v>
                </c:pt>
                <c:pt idx="7028">
                  <c:v>7.0776849209227519</c:v>
                </c:pt>
                <c:pt idx="7029">
                  <c:v>7.0765021523518188</c:v>
                </c:pt>
                <c:pt idx="7030">
                  <c:v>7.0767429319289175</c:v>
                </c:pt>
                <c:pt idx="7031">
                  <c:v>7.0774997240574589</c:v>
                </c:pt>
                <c:pt idx="7032">
                  <c:v>7.0801321370567178</c:v>
                </c:pt>
                <c:pt idx="7033">
                  <c:v>7.0824445355492838</c:v>
                </c:pt>
                <c:pt idx="7034">
                  <c:v>7.0820621580283509</c:v>
                </c:pt>
                <c:pt idx="7035">
                  <c:v>7.0806556394771283</c:v>
                </c:pt>
                <c:pt idx="7036">
                  <c:v>7.0798435799996851</c:v>
                </c:pt>
                <c:pt idx="7037">
                  <c:v>7.0803339693151894</c:v>
                </c:pt>
                <c:pt idx="7038">
                  <c:v>7.0812485217363879</c:v>
                </c:pt>
                <c:pt idx="7039">
                  <c:v>7.082609312666551</c:v>
                </c:pt>
                <c:pt idx="7040">
                  <c:v>7.0816750500638612</c:v>
                </c:pt>
                <c:pt idx="7041">
                  <c:v>7.0783128084643403</c:v>
                </c:pt>
                <c:pt idx="7042">
                  <c:v>7.075589728630221</c:v>
                </c:pt>
                <c:pt idx="7043">
                  <c:v>7.0748200854633465</c:v>
                </c:pt>
                <c:pt idx="7044">
                  <c:v>7.0746505779025215</c:v>
                </c:pt>
                <c:pt idx="7045">
                  <c:v>7.072337548684148</c:v>
                </c:pt>
                <c:pt idx="7046">
                  <c:v>7.0710576483388259</c:v>
                </c:pt>
                <c:pt idx="7047">
                  <c:v>7.0705691512007443</c:v>
                </c:pt>
                <c:pt idx="7048">
                  <c:v>7.0701444362099686</c:v>
                </c:pt>
                <c:pt idx="7049">
                  <c:v>7.0705612671281477</c:v>
                </c:pt>
                <c:pt idx="7050">
                  <c:v>7.0712934609501881</c:v>
                </c:pt>
                <c:pt idx="7051">
                  <c:v>7.0715694034910674</c:v>
                </c:pt>
                <c:pt idx="7052">
                  <c:v>7.0719984547217711</c:v>
                </c:pt>
                <c:pt idx="7053">
                  <c:v>7.0720280199940078</c:v>
                </c:pt>
                <c:pt idx="7054">
                  <c:v>7.0724385436541102</c:v>
                </c:pt>
                <c:pt idx="7055">
                  <c:v>7.0715154764345067</c:v>
                </c:pt>
                <c:pt idx="7056">
                  <c:v>7.070146643750296</c:v>
                </c:pt>
                <c:pt idx="7057">
                  <c:v>7.0686637285356122</c:v>
                </c:pt>
                <c:pt idx="7058">
                  <c:v>7.0666448540658164</c:v>
                </c:pt>
                <c:pt idx="7059">
                  <c:v>7.0674167047730174</c:v>
                </c:pt>
                <c:pt idx="7060">
                  <c:v>7.0689914694334508</c:v>
                </c:pt>
                <c:pt idx="7061">
                  <c:v>7.0690494173670348</c:v>
                </c:pt>
                <c:pt idx="7062">
                  <c:v>7.0691218719941977</c:v>
                </c:pt>
                <c:pt idx="7063">
                  <c:v>7.0689324177297026</c:v>
                </c:pt>
                <c:pt idx="7064">
                  <c:v>7.067843075419038</c:v>
                </c:pt>
                <c:pt idx="7065">
                  <c:v>7.0671367413551147</c:v>
                </c:pt>
                <c:pt idx="7066">
                  <c:v>7.0669417682398024</c:v>
                </c:pt>
                <c:pt idx="7067">
                  <c:v>7.0669831596209338</c:v>
                </c:pt>
                <c:pt idx="7068">
                  <c:v>7.0670155631593055</c:v>
                </c:pt>
                <c:pt idx="7069">
                  <c:v>7.0667535754269224</c:v>
                </c:pt>
                <c:pt idx="7070">
                  <c:v>7.0649286491430017</c:v>
                </c:pt>
                <c:pt idx="7071">
                  <c:v>7.0649318816127655</c:v>
                </c:pt>
                <c:pt idx="7072">
                  <c:v>7.0665318753055075</c:v>
                </c:pt>
                <c:pt idx="7073">
                  <c:v>7.0673958119806368</c:v>
                </c:pt>
                <c:pt idx="7074">
                  <c:v>7.0680352102682162</c:v>
                </c:pt>
                <c:pt idx="7075">
                  <c:v>7.0674972799949538</c:v>
                </c:pt>
                <c:pt idx="7076">
                  <c:v>7.0669125971711946</c:v>
                </c:pt>
                <c:pt idx="7077">
                  <c:v>7.0668227975843205</c:v>
                </c:pt>
                <c:pt idx="7078">
                  <c:v>7.0658685882779606</c:v>
                </c:pt>
                <c:pt idx="7079">
                  <c:v>7.063657027073905</c:v>
                </c:pt>
                <c:pt idx="7080">
                  <c:v>7.0606851259086394</c:v>
                </c:pt>
                <c:pt idx="7081">
                  <c:v>7.0602884782163073</c:v>
                </c:pt>
                <c:pt idx="7082">
                  <c:v>7.0600421797883914</c:v>
                </c:pt>
                <c:pt idx="7083">
                  <c:v>7.0592102524480049</c:v>
                </c:pt>
                <c:pt idx="7084">
                  <c:v>7.0603252968353329</c:v>
                </c:pt>
                <c:pt idx="7085">
                  <c:v>7.060375912581403</c:v>
                </c:pt>
                <c:pt idx="7086">
                  <c:v>7.0590222961573028</c:v>
                </c:pt>
                <c:pt idx="7087">
                  <c:v>7.0605627651019409</c:v>
                </c:pt>
                <c:pt idx="7088">
                  <c:v>7.063090714139296</c:v>
                </c:pt>
                <c:pt idx="7089">
                  <c:v>7.0641626326495217</c:v>
                </c:pt>
                <c:pt idx="7090">
                  <c:v>7.0644899005030037</c:v>
                </c:pt>
                <c:pt idx="7091">
                  <c:v>7.0629197874454031</c:v>
                </c:pt>
                <c:pt idx="7092">
                  <c:v>7.0620870716977562</c:v>
                </c:pt>
                <c:pt idx="7093">
                  <c:v>7.062541982686577</c:v>
                </c:pt>
                <c:pt idx="7094">
                  <c:v>7.0612869960106597</c:v>
                </c:pt>
                <c:pt idx="7095">
                  <c:v>7.060439537047257</c:v>
                </c:pt>
                <c:pt idx="7096">
                  <c:v>7.0603711032971193</c:v>
                </c:pt>
                <c:pt idx="7097">
                  <c:v>7.0614024976741989</c:v>
                </c:pt>
                <c:pt idx="7098">
                  <c:v>7.0603562023999116</c:v>
                </c:pt>
                <c:pt idx="7099">
                  <c:v>7.057741922767625</c:v>
                </c:pt>
                <c:pt idx="7100">
                  <c:v>7.0566085084911458</c:v>
                </c:pt>
                <c:pt idx="7101">
                  <c:v>7.0560588309497154</c:v>
                </c:pt>
                <c:pt idx="7102">
                  <c:v>7.0561878143773944</c:v>
                </c:pt>
                <c:pt idx="7103">
                  <c:v>7.0571152178369259</c:v>
                </c:pt>
                <c:pt idx="7104">
                  <c:v>7.0589384884656017</c:v>
                </c:pt>
                <c:pt idx="7105">
                  <c:v>7.0585732982229299</c:v>
                </c:pt>
                <c:pt idx="7106">
                  <c:v>7.0570914079376843</c:v>
                </c:pt>
                <c:pt idx="7107">
                  <c:v>7.0565909270092559</c:v>
                </c:pt>
                <c:pt idx="7108">
                  <c:v>7.0559534997398252</c:v>
                </c:pt>
                <c:pt idx="7109">
                  <c:v>7.0555386398397957</c:v>
                </c:pt>
                <c:pt idx="7110">
                  <c:v>7.0558085116447753</c:v>
                </c:pt>
                <c:pt idx="7111">
                  <c:v>7.0564948990050302</c:v>
                </c:pt>
                <c:pt idx="7112">
                  <c:v>7.0569377473627775</c:v>
                </c:pt>
                <c:pt idx="7113">
                  <c:v>7.0573766536842273</c:v>
                </c:pt>
                <c:pt idx="7114">
                  <c:v>7.057679717434838</c:v>
                </c:pt>
                <c:pt idx="7115">
                  <c:v>7.0583846323656951</c:v>
                </c:pt>
                <c:pt idx="7116">
                  <c:v>7.0580444346331541</c:v>
                </c:pt>
                <c:pt idx="7117">
                  <c:v>7.0559724215140571</c:v>
                </c:pt>
                <c:pt idx="7118">
                  <c:v>7.0531340765385764</c:v>
                </c:pt>
                <c:pt idx="7119">
                  <c:v>7.0525805358015736</c:v>
                </c:pt>
                <c:pt idx="7120">
                  <c:v>7.0532147306012396</c:v>
                </c:pt>
                <c:pt idx="7121">
                  <c:v>7.0527738532616411</c:v>
                </c:pt>
                <c:pt idx="7122">
                  <c:v>7.0528495403585678</c:v>
                </c:pt>
                <c:pt idx="7123">
                  <c:v>7.0548722780239359</c:v>
                </c:pt>
                <c:pt idx="7124">
                  <c:v>7.0561042432078711</c:v>
                </c:pt>
                <c:pt idx="7125">
                  <c:v>7.0580784149860456</c:v>
                </c:pt>
                <c:pt idx="7126">
                  <c:v>7.0591399265204435</c:v>
                </c:pt>
                <c:pt idx="7127">
                  <c:v>7.0576364338762829</c:v>
                </c:pt>
                <c:pt idx="7128">
                  <c:v>7.0562180892161654</c:v>
                </c:pt>
                <c:pt idx="7129">
                  <c:v>7.0561163058389438</c:v>
                </c:pt>
                <c:pt idx="7130">
                  <c:v>7.0551707690124408</c:v>
                </c:pt>
                <c:pt idx="7131">
                  <c:v>7.0553409072990743</c:v>
                </c:pt>
                <c:pt idx="7132">
                  <c:v>7.055856762169066</c:v>
                </c:pt>
                <c:pt idx="7133">
                  <c:v>7.0547544899793433</c:v>
                </c:pt>
                <c:pt idx="7134">
                  <c:v>7.0548825273183118</c:v>
                </c:pt>
                <c:pt idx="7135">
                  <c:v>7.0564157429161609</c:v>
                </c:pt>
                <c:pt idx="7136">
                  <c:v>7.0567374130780998</c:v>
                </c:pt>
                <c:pt idx="7137">
                  <c:v>7.0554858165533991</c:v>
                </c:pt>
                <c:pt idx="7138">
                  <c:v>7.0531840615588388</c:v>
                </c:pt>
                <c:pt idx="7139">
                  <c:v>7.0510382535202387</c:v>
                </c:pt>
                <c:pt idx="7140">
                  <c:v>7.0511976694681406</c:v>
                </c:pt>
                <c:pt idx="7141">
                  <c:v>7.0523452750752931</c:v>
                </c:pt>
                <c:pt idx="7142">
                  <c:v>7.0520634194799667</c:v>
                </c:pt>
                <c:pt idx="7143">
                  <c:v>7.0530325296835334</c:v>
                </c:pt>
                <c:pt idx="7144">
                  <c:v>7.0541430013087565</c:v>
                </c:pt>
                <c:pt idx="7145">
                  <c:v>7.0536566328702754</c:v>
                </c:pt>
                <c:pt idx="7146">
                  <c:v>7.0523958119806371</c:v>
                </c:pt>
                <c:pt idx="7147">
                  <c:v>7.0514597360412496</c:v>
                </c:pt>
                <c:pt idx="7148">
                  <c:v>7.0504988252731833</c:v>
                </c:pt>
                <c:pt idx="7149">
                  <c:v>7.0515864330878761</c:v>
                </c:pt>
                <c:pt idx="7150">
                  <c:v>7.0524890017187278</c:v>
                </c:pt>
                <c:pt idx="7151">
                  <c:v>7.0546036676705723</c:v>
                </c:pt>
                <c:pt idx="7152">
                  <c:v>7.057818713634715</c:v>
                </c:pt>
                <c:pt idx="7153">
                  <c:v>7.0576586669610055</c:v>
                </c:pt>
                <c:pt idx="7154">
                  <c:v>7.0572332424036963</c:v>
                </c:pt>
                <c:pt idx="7155">
                  <c:v>7.0566749712231349</c:v>
                </c:pt>
                <c:pt idx="7156">
                  <c:v>7.0561576972200761</c:v>
                </c:pt>
                <c:pt idx="7157">
                  <c:v>7.0557665683785613</c:v>
                </c:pt>
                <c:pt idx="7158">
                  <c:v>7.0543819675491575</c:v>
                </c:pt>
                <c:pt idx="7159">
                  <c:v>7.0523880067487665</c:v>
                </c:pt>
                <c:pt idx="7160">
                  <c:v>7.0504625585392393</c:v>
                </c:pt>
                <c:pt idx="7161">
                  <c:v>7.0496065059367066</c:v>
                </c:pt>
                <c:pt idx="7162">
                  <c:v>7.0502960469260003</c:v>
                </c:pt>
                <c:pt idx="7163">
                  <c:v>7.0507909301628846</c:v>
                </c:pt>
                <c:pt idx="7164">
                  <c:v>7.0505385609990698</c:v>
                </c:pt>
                <c:pt idx="7165">
                  <c:v>7.050305192450212</c:v>
                </c:pt>
                <c:pt idx="7166">
                  <c:v>7.0499292010280827</c:v>
                </c:pt>
                <c:pt idx="7167">
                  <c:v>7.0497976946971725</c:v>
                </c:pt>
                <c:pt idx="7168">
                  <c:v>7.0512530944984944</c:v>
                </c:pt>
                <c:pt idx="7169">
                  <c:v>7.0538695816711083</c:v>
                </c:pt>
                <c:pt idx="7170">
                  <c:v>7.0559482174111858</c:v>
                </c:pt>
                <c:pt idx="7171">
                  <c:v>7.05483585360854</c:v>
                </c:pt>
                <c:pt idx="7172">
                  <c:v>7.0510438512117819</c:v>
                </c:pt>
                <c:pt idx="7173">
                  <c:v>7.0506384521988679</c:v>
                </c:pt>
                <c:pt idx="7174">
                  <c:v>7.0514151121903534</c:v>
                </c:pt>
                <c:pt idx="7175">
                  <c:v>7.0535628124063763</c:v>
                </c:pt>
                <c:pt idx="7176">
                  <c:v>7.0541541178511169</c:v>
                </c:pt>
                <c:pt idx="7177">
                  <c:v>7.0521289361232435</c:v>
                </c:pt>
                <c:pt idx="7178">
                  <c:v>7.0518881565461458</c:v>
                </c:pt>
                <c:pt idx="7179">
                  <c:v>7.0522001292987904</c:v>
                </c:pt>
                <c:pt idx="7180">
                  <c:v>7.0522365537141862</c:v>
                </c:pt>
                <c:pt idx="7181">
                  <c:v>7.0532756744824106</c:v>
                </c:pt>
                <c:pt idx="7182">
                  <c:v>7.054169964837036</c:v>
                </c:pt>
                <c:pt idx="7183">
                  <c:v>7.0526203503681861</c:v>
                </c:pt>
                <c:pt idx="7184">
                  <c:v>7.0524275847932012</c:v>
                </c:pt>
                <c:pt idx="7185">
                  <c:v>7.0538120279411531</c:v>
                </c:pt>
                <c:pt idx="7186">
                  <c:v>7.0545991737491915</c:v>
                </c:pt>
                <c:pt idx="7187">
                  <c:v>7.0541905422665128</c:v>
                </c:pt>
                <c:pt idx="7188">
                  <c:v>7.0539459783345686</c:v>
                </c:pt>
                <c:pt idx="7189">
                  <c:v>7.0556750342957155</c:v>
                </c:pt>
                <c:pt idx="7190">
                  <c:v>7.0557910878443373</c:v>
                </c:pt>
                <c:pt idx="7191">
                  <c:v>7.0549189517337076</c:v>
                </c:pt>
                <c:pt idx="7192">
                  <c:v>7.0555186142954005</c:v>
                </c:pt>
                <c:pt idx="7193">
                  <c:v>7.0561884451032029</c:v>
                </c:pt>
                <c:pt idx="7194">
                  <c:v>7.0555002444062502</c:v>
                </c:pt>
                <c:pt idx="7195">
                  <c:v>7.0534472319021111</c:v>
                </c:pt>
                <c:pt idx="7196">
                  <c:v>7.0550045727621056</c:v>
                </c:pt>
                <c:pt idx="7197">
                  <c:v>7.0569303363345366</c:v>
                </c:pt>
                <c:pt idx="7198">
                  <c:v>7.0585217363881485</c:v>
                </c:pt>
                <c:pt idx="7199">
                  <c:v>7.0594315583657892</c:v>
                </c:pt>
                <c:pt idx="7200">
                  <c:v>7.0603930998596631</c:v>
                </c:pt>
                <c:pt idx="7201">
                  <c:v>7.0601863006354559</c:v>
                </c:pt>
                <c:pt idx="7202">
                  <c:v>7.0583450543212605</c:v>
                </c:pt>
                <c:pt idx="7203">
                  <c:v>7.0565520585313548</c:v>
                </c:pt>
                <c:pt idx="7204">
                  <c:v>7.0565464608398116</c:v>
                </c:pt>
                <c:pt idx="7205">
                  <c:v>7.0558193916649588</c:v>
                </c:pt>
                <c:pt idx="7206">
                  <c:v>7.0540718869739356</c:v>
                </c:pt>
                <c:pt idx="7207">
                  <c:v>7.0529993377379014</c:v>
                </c:pt>
                <c:pt idx="7208">
                  <c:v>7.0524733912549866</c:v>
                </c:pt>
                <c:pt idx="7209">
                  <c:v>7.0532448477585579</c:v>
                </c:pt>
                <c:pt idx="7210">
                  <c:v>7.0538560210662418</c:v>
                </c:pt>
                <c:pt idx="7211">
                  <c:v>7.0534674939686841</c:v>
                </c:pt>
                <c:pt idx="7212">
                  <c:v>7.0544555259464827</c:v>
                </c:pt>
                <c:pt idx="7213">
                  <c:v>7.0567083208502188</c:v>
                </c:pt>
                <c:pt idx="7214">
                  <c:v>7.0579131648244218</c:v>
                </c:pt>
                <c:pt idx="7215">
                  <c:v>7.0579803371229444</c:v>
                </c:pt>
                <c:pt idx="7216">
                  <c:v>7.0572702975448998</c:v>
                </c:pt>
                <c:pt idx="7217">
                  <c:v>7.0576112048439743</c:v>
                </c:pt>
                <c:pt idx="7218">
                  <c:v>7.0579483277882025</c:v>
                </c:pt>
                <c:pt idx="7219">
                  <c:v>7.0594054620854951</c:v>
                </c:pt>
                <c:pt idx="7220">
                  <c:v>7.0613356407385801</c:v>
                </c:pt>
                <c:pt idx="7221">
                  <c:v>7.0599247071067026</c:v>
                </c:pt>
                <c:pt idx="7222">
                  <c:v>7.05796204607452</c:v>
                </c:pt>
                <c:pt idx="7223">
                  <c:v>7.0573997540169353</c:v>
                </c:pt>
                <c:pt idx="7224">
                  <c:v>7.0581673473249342</c:v>
                </c:pt>
                <c:pt idx="7225">
                  <c:v>7.0604920449707498</c:v>
                </c:pt>
                <c:pt idx="7226">
                  <c:v>7.0605790851322157</c:v>
                </c:pt>
                <c:pt idx="7227">
                  <c:v>7.0597136504832934</c:v>
                </c:pt>
                <c:pt idx="7228">
                  <c:v>7.0597318626909917</c:v>
                </c:pt>
                <c:pt idx="7229">
                  <c:v>7.0604702060896578</c:v>
                </c:pt>
                <c:pt idx="7230">
                  <c:v>7.0612479698513066</c:v>
                </c:pt>
                <c:pt idx="7231">
                  <c:v>7.0591784796354409</c:v>
                </c:pt>
                <c:pt idx="7232">
                  <c:v>7.0578993676973774</c:v>
                </c:pt>
                <c:pt idx="7233">
                  <c:v>7.0568121540863151</c:v>
                </c:pt>
                <c:pt idx="7234">
                  <c:v>7.0576440025859757</c:v>
                </c:pt>
                <c:pt idx="7235">
                  <c:v>7.0584279947649762</c:v>
                </c:pt>
                <c:pt idx="7236">
                  <c:v>7.0585515381825639</c:v>
                </c:pt>
                <c:pt idx="7237">
                  <c:v>7.0577215818603261</c:v>
                </c:pt>
                <c:pt idx="7238">
                  <c:v>7.057338021728504</c:v>
                </c:pt>
                <c:pt idx="7239">
                  <c:v>7.0570897522824394</c:v>
                </c:pt>
                <c:pt idx="7240">
                  <c:v>7.0567591731184658</c:v>
                </c:pt>
                <c:pt idx="7241">
                  <c:v>7.0568480266166294</c:v>
                </c:pt>
                <c:pt idx="7242">
                  <c:v>7.0573694791781643</c:v>
                </c:pt>
                <c:pt idx="7243">
                  <c:v>7.0568151500339011</c:v>
                </c:pt>
                <c:pt idx="7244">
                  <c:v>7.0572214162948015</c:v>
                </c:pt>
                <c:pt idx="7245">
                  <c:v>7.0580906352985702</c:v>
                </c:pt>
                <c:pt idx="7246">
                  <c:v>7.0569619514656488</c:v>
                </c:pt>
                <c:pt idx="7247">
                  <c:v>7.0557921916145006</c:v>
                </c:pt>
                <c:pt idx="7248">
                  <c:v>7.055927718822435</c:v>
                </c:pt>
                <c:pt idx="7249">
                  <c:v>7.057322017061133</c:v>
                </c:pt>
                <c:pt idx="7250">
                  <c:v>7.0579119822135326</c:v>
                </c:pt>
                <c:pt idx="7251">
                  <c:v>7.0595959412794276</c:v>
                </c:pt>
                <c:pt idx="7252">
                  <c:v>7.0601661174096089</c:v>
                </c:pt>
                <c:pt idx="7253">
                  <c:v>7.0605622132168593</c:v>
                </c:pt>
                <c:pt idx="7254">
                  <c:v>7.0608026774310542</c:v>
                </c:pt>
                <c:pt idx="7255">
                  <c:v>7.0607236001829108</c:v>
                </c:pt>
                <c:pt idx="7256">
                  <c:v>7.0617657168987211</c:v>
                </c:pt>
                <c:pt idx="7257">
                  <c:v>7.0623929737145019</c:v>
                </c:pt>
                <c:pt idx="7258">
                  <c:v>7.0627655749854146</c:v>
                </c:pt>
                <c:pt idx="7259">
                  <c:v>7.0615706649426828</c:v>
                </c:pt>
                <c:pt idx="7260">
                  <c:v>7.0612438701335565</c:v>
                </c:pt>
                <c:pt idx="7261">
                  <c:v>7.0608589697093933</c:v>
                </c:pt>
                <c:pt idx="7262">
                  <c:v>7.0599738248789796</c:v>
                </c:pt>
                <c:pt idx="7263">
                  <c:v>7.0591311751998616</c:v>
                </c:pt>
                <c:pt idx="7264">
                  <c:v>7.0600583421372143</c:v>
                </c:pt>
                <c:pt idx="7265">
                  <c:v>7.0599796590927006</c:v>
                </c:pt>
                <c:pt idx="7266">
                  <c:v>7.057657878553746</c:v>
                </c:pt>
                <c:pt idx="7267">
                  <c:v>7.0576519654992982</c:v>
                </c:pt>
                <c:pt idx="7268">
                  <c:v>7.0593209448272596</c:v>
                </c:pt>
                <c:pt idx="7269">
                  <c:v>7.0597738847979308</c:v>
                </c:pt>
                <c:pt idx="7270">
                  <c:v>7.0597486557656222</c:v>
                </c:pt>
                <c:pt idx="7271">
                  <c:v>7.0598513063908293</c:v>
                </c:pt>
                <c:pt idx="7272">
                  <c:v>7.0621434428168213</c:v>
                </c:pt>
                <c:pt idx="7273">
                  <c:v>7.0648042384774277</c:v>
                </c:pt>
                <c:pt idx="7274">
                  <c:v>7.0644477995553387</c:v>
                </c:pt>
                <c:pt idx="7275">
                  <c:v>7.0632188303189896</c:v>
                </c:pt>
                <c:pt idx="7276">
                  <c:v>7.0634480203093712</c:v>
                </c:pt>
                <c:pt idx="7277">
                  <c:v>7.0643792081237482</c:v>
                </c:pt>
                <c:pt idx="7278">
                  <c:v>7.0643141645248271</c:v>
                </c:pt>
                <c:pt idx="7279">
                  <c:v>7.0637547107333765</c:v>
                </c:pt>
                <c:pt idx="7280">
                  <c:v>7.0638563364291462</c:v>
                </c:pt>
                <c:pt idx="7281">
                  <c:v>7.0628522997839767</c:v>
                </c:pt>
                <c:pt idx="7282">
                  <c:v>7.0635111717308696</c:v>
                </c:pt>
                <c:pt idx="7283">
                  <c:v>7.0656809473501632</c:v>
                </c:pt>
                <c:pt idx="7284">
                  <c:v>7.0656298585597375</c:v>
                </c:pt>
                <c:pt idx="7285">
                  <c:v>7.064546035099891</c:v>
                </c:pt>
                <c:pt idx="7286">
                  <c:v>7.0652193348996359</c:v>
                </c:pt>
                <c:pt idx="7287">
                  <c:v>7.0677356155095472</c:v>
                </c:pt>
                <c:pt idx="7288">
                  <c:v>7.0684512527791359</c:v>
                </c:pt>
                <c:pt idx="7289">
                  <c:v>7.0682094482725999</c:v>
                </c:pt>
                <c:pt idx="7290">
                  <c:v>7.0692164808653555</c:v>
                </c:pt>
                <c:pt idx="7291">
                  <c:v>7.0687326353301065</c:v>
                </c:pt>
                <c:pt idx="7292">
                  <c:v>7.0685017108437531</c:v>
                </c:pt>
                <c:pt idx="7293">
                  <c:v>7.068361374351535</c:v>
                </c:pt>
                <c:pt idx="7294">
                  <c:v>7.0672736876961162</c:v>
                </c:pt>
                <c:pt idx="7295">
                  <c:v>7.0677449975559377</c:v>
                </c:pt>
                <c:pt idx="7296">
                  <c:v>7.0689534682035351</c:v>
                </c:pt>
                <c:pt idx="7297">
                  <c:v>7.0688285056528803</c:v>
                </c:pt>
                <c:pt idx="7298">
                  <c:v>7.0663698576136493</c:v>
                </c:pt>
                <c:pt idx="7299">
                  <c:v>7.0640100758447781</c:v>
                </c:pt>
                <c:pt idx="7300">
                  <c:v>7.0648036077516201</c:v>
                </c:pt>
                <c:pt idx="7301">
                  <c:v>7.0653888424604609</c:v>
                </c:pt>
                <c:pt idx="7302">
                  <c:v>7.0651121903530489</c:v>
                </c:pt>
                <c:pt idx="7303">
                  <c:v>7.0636008924770177</c:v>
                </c:pt>
                <c:pt idx="7304">
                  <c:v>7.0643767640612438</c:v>
                </c:pt>
                <c:pt idx="7305">
                  <c:v>7.0651270124095307</c:v>
                </c:pt>
                <c:pt idx="7306">
                  <c:v>7.0651420709881894</c:v>
                </c:pt>
                <c:pt idx="7307">
                  <c:v>7.0669381415664079</c:v>
                </c:pt>
                <c:pt idx="7308">
                  <c:v>7.0699866759173116</c:v>
                </c:pt>
                <c:pt idx="7309">
                  <c:v>7.0729352402276922</c:v>
                </c:pt>
                <c:pt idx="7310">
                  <c:v>7.0745756003721283</c:v>
                </c:pt>
                <c:pt idx="7311">
                  <c:v>7.0749165865119288</c:v>
                </c:pt>
                <c:pt idx="7312">
                  <c:v>7.0762777716457217</c:v>
                </c:pt>
                <c:pt idx="7313">
                  <c:v>7.0783713082830069</c:v>
                </c:pt>
                <c:pt idx="7314">
                  <c:v>7.0766734732493415</c:v>
                </c:pt>
                <c:pt idx="7315">
                  <c:v>7.0745703180434889</c:v>
                </c:pt>
                <c:pt idx="7316">
                  <c:v>7.0740330184960341</c:v>
                </c:pt>
                <c:pt idx="7317">
                  <c:v>7.073831738122645</c:v>
                </c:pt>
                <c:pt idx="7318">
                  <c:v>7.0730654851069872</c:v>
                </c:pt>
                <c:pt idx="7319">
                  <c:v>7.0721064665163436</c:v>
                </c:pt>
                <c:pt idx="7320">
                  <c:v>7.0724834828679102</c:v>
                </c:pt>
                <c:pt idx="7321">
                  <c:v>7.0728757943203142</c:v>
                </c:pt>
                <c:pt idx="7322">
                  <c:v>7.0721468329680377</c:v>
                </c:pt>
                <c:pt idx="7323">
                  <c:v>7.0731438527885961</c:v>
                </c:pt>
                <c:pt idx="7324">
                  <c:v>7.0756573739730992</c:v>
                </c:pt>
                <c:pt idx="7325">
                  <c:v>7.0758283795077181</c:v>
                </c:pt>
                <c:pt idx="7326">
                  <c:v>7.0751134518046639</c:v>
                </c:pt>
                <c:pt idx="7327">
                  <c:v>7.0748065248584808</c:v>
                </c:pt>
                <c:pt idx="7328">
                  <c:v>7.0758437534492815</c:v>
                </c:pt>
                <c:pt idx="7329">
                  <c:v>7.0770986612844728</c:v>
                </c:pt>
                <c:pt idx="7330">
                  <c:v>7.076052917895268</c:v>
                </c:pt>
                <c:pt idx="7331">
                  <c:v>7.0768153077153535</c:v>
                </c:pt>
                <c:pt idx="7332">
                  <c:v>7.0805578769769308</c:v>
                </c:pt>
                <c:pt idx="7333">
                  <c:v>7.0833929894826468</c:v>
                </c:pt>
                <c:pt idx="7334">
                  <c:v>7.0845432756744824</c:v>
                </c:pt>
                <c:pt idx="7335">
                  <c:v>7.0832920733534115</c:v>
                </c:pt>
                <c:pt idx="7336">
                  <c:v>7.0807991295983852</c:v>
                </c:pt>
                <c:pt idx="7337">
                  <c:v>7.0810640344376292</c:v>
                </c:pt>
                <c:pt idx="7338">
                  <c:v>7.0818287894794931</c:v>
                </c:pt>
                <c:pt idx="7339">
                  <c:v>7.0827244201264605</c:v>
                </c:pt>
                <c:pt idx="7340">
                  <c:v>7.0833795865592331</c:v>
                </c:pt>
                <c:pt idx="7341">
                  <c:v>7.0834008735552434</c:v>
                </c:pt>
                <c:pt idx="7342">
                  <c:v>7.0827094403885269</c:v>
                </c:pt>
                <c:pt idx="7343">
                  <c:v>7.0814952932086594</c:v>
                </c:pt>
                <c:pt idx="7344">
                  <c:v>7.0823144483514406</c:v>
                </c:pt>
                <c:pt idx="7345">
                  <c:v>7.0846110786988126</c:v>
                </c:pt>
                <c:pt idx="7346">
                  <c:v>7.0869250540058975</c:v>
                </c:pt>
                <c:pt idx="7347">
                  <c:v>7.0882527318311546</c:v>
                </c:pt>
                <c:pt idx="7348">
                  <c:v>7.0892059162080763</c:v>
                </c:pt>
                <c:pt idx="7349">
                  <c:v>7.0883094971538494</c:v>
                </c:pt>
                <c:pt idx="7350">
                  <c:v>7.0855295731563093</c:v>
                </c:pt>
                <c:pt idx="7351">
                  <c:v>7.0845109509768367</c:v>
                </c:pt>
                <c:pt idx="7352">
                  <c:v>7.0856233936202084</c:v>
                </c:pt>
                <c:pt idx="7353">
                  <c:v>7.0880698213469149</c:v>
                </c:pt>
                <c:pt idx="7354">
                  <c:v>7.0904894432267929</c:v>
                </c:pt>
                <c:pt idx="7355">
                  <c:v>7.0920331446411957</c:v>
                </c:pt>
                <c:pt idx="7356">
                  <c:v>7.0935153502893451</c:v>
                </c:pt>
                <c:pt idx="7357">
                  <c:v>7.0941500181333668</c:v>
                </c:pt>
                <c:pt idx="7358">
                  <c:v>7.0935531938378089</c:v>
                </c:pt>
                <c:pt idx="7359">
                  <c:v>7.0921293303268733</c:v>
                </c:pt>
                <c:pt idx="7360">
                  <c:v>7.0909002034090731</c:v>
                </c:pt>
                <c:pt idx="7361">
                  <c:v>7.0915829640959336</c:v>
                </c:pt>
                <c:pt idx="7362">
                  <c:v>7.0930005203487916</c:v>
                </c:pt>
                <c:pt idx="7363">
                  <c:v>7.0922972610731803</c:v>
                </c:pt>
                <c:pt idx="7364">
                  <c:v>7.0923674293192889</c:v>
                </c:pt>
                <c:pt idx="7365">
                  <c:v>7.0936194200476201</c:v>
                </c:pt>
                <c:pt idx="7366">
                  <c:v>7.0936998375881046</c:v>
                </c:pt>
                <c:pt idx="7367">
                  <c:v>7.0926772733723329</c:v>
                </c:pt>
                <c:pt idx="7368">
                  <c:v>7.0927427111748846</c:v>
                </c:pt>
                <c:pt idx="7369">
                  <c:v>7.0944630158154496</c:v>
                </c:pt>
                <c:pt idx="7370">
                  <c:v>7.0949739037197057</c:v>
                </c:pt>
                <c:pt idx="7371">
                  <c:v>7.0948367208565255</c:v>
                </c:pt>
                <c:pt idx="7372">
                  <c:v>7.0968487361831629</c:v>
                </c:pt>
                <c:pt idx="7373">
                  <c:v>7.0991792680427004</c:v>
                </c:pt>
                <c:pt idx="7374">
                  <c:v>7.0993803118939116</c:v>
                </c:pt>
                <c:pt idx="7375">
                  <c:v>7.1000441508065411</c:v>
                </c:pt>
                <c:pt idx="7376">
                  <c:v>7.1017518409309517</c:v>
                </c:pt>
                <c:pt idx="7377">
                  <c:v>7.1033294438575192</c:v>
                </c:pt>
                <c:pt idx="7378">
                  <c:v>7.1024992510131035</c:v>
                </c:pt>
                <c:pt idx="7379">
                  <c:v>7.1013639445592016</c:v>
                </c:pt>
                <c:pt idx="7380">
                  <c:v>7.1014506693577637</c:v>
                </c:pt>
                <c:pt idx="7381">
                  <c:v>7.1025331525252682</c:v>
                </c:pt>
                <c:pt idx="7382">
                  <c:v>7.103412226619783</c:v>
                </c:pt>
                <c:pt idx="7383">
                  <c:v>7.1051419921474634</c:v>
                </c:pt>
                <c:pt idx="7384">
                  <c:v>7.1056434191646041</c:v>
                </c:pt>
                <c:pt idx="7385">
                  <c:v>7.1053824563616583</c:v>
                </c:pt>
                <c:pt idx="7386">
                  <c:v>7.1048463394250936</c:v>
                </c:pt>
                <c:pt idx="7387">
                  <c:v>7.1056591873097972</c:v>
                </c:pt>
                <c:pt idx="7388">
                  <c:v>7.1077539853986975</c:v>
                </c:pt>
                <c:pt idx="7389">
                  <c:v>7.1091478894337659</c:v>
                </c:pt>
                <c:pt idx="7390">
                  <c:v>7.1093654898374306</c:v>
                </c:pt>
                <c:pt idx="7391">
                  <c:v>7.1080945773348683</c:v>
                </c:pt>
                <c:pt idx="7392">
                  <c:v>7.1093000520348788</c:v>
                </c:pt>
                <c:pt idx="7393">
                  <c:v>7.1103659786499316</c:v>
                </c:pt>
                <c:pt idx="7394">
                  <c:v>7.1104424541541178</c:v>
                </c:pt>
                <c:pt idx="7395">
                  <c:v>7.111893123511881</c:v>
                </c:pt>
                <c:pt idx="7396">
                  <c:v>7.1134809757328243</c:v>
                </c:pt>
                <c:pt idx="7397">
                  <c:v>7.1123756287547897</c:v>
                </c:pt>
                <c:pt idx="7398">
                  <c:v>7.1107546634289411</c:v>
                </c:pt>
                <c:pt idx="7399">
                  <c:v>7.1106300950819152</c:v>
                </c:pt>
                <c:pt idx="7400">
                  <c:v>7.1118127059713965</c:v>
                </c:pt>
                <c:pt idx="7401">
                  <c:v>7.113982402749965</c:v>
                </c:pt>
                <c:pt idx="7402">
                  <c:v>7.1162049228149291</c:v>
                </c:pt>
                <c:pt idx="7403">
                  <c:v>7.117322884309119</c:v>
                </c:pt>
                <c:pt idx="7404">
                  <c:v>7.1175436383418216</c:v>
                </c:pt>
                <c:pt idx="7405">
                  <c:v>7.117065075135212</c:v>
                </c:pt>
                <c:pt idx="7406">
                  <c:v>7.1168774342074146</c:v>
                </c:pt>
                <c:pt idx="7407">
                  <c:v>7.1177762184834199</c:v>
                </c:pt>
                <c:pt idx="7408">
                  <c:v>7.118828742175058</c:v>
                </c:pt>
                <c:pt idx="7409">
                  <c:v>7.1188011479209701</c:v>
                </c:pt>
                <c:pt idx="7410">
                  <c:v>7.1202045128431539</c:v>
                </c:pt>
                <c:pt idx="7411">
                  <c:v>7.1230475094214665</c:v>
                </c:pt>
                <c:pt idx="7412">
                  <c:v>7.1260836657783946</c:v>
                </c:pt>
                <c:pt idx="7413">
                  <c:v>7.1270770589255585</c:v>
                </c:pt>
                <c:pt idx="7414">
                  <c:v>7.1259102161812704</c:v>
                </c:pt>
                <c:pt idx="7415">
                  <c:v>7.1253890789826393</c:v>
                </c:pt>
                <c:pt idx="7416">
                  <c:v>7.1245715006543779</c:v>
                </c:pt>
                <c:pt idx="7417">
                  <c:v>7.1247993503524176</c:v>
                </c:pt>
                <c:pt idx="7418">
                  <c:v>7.1254947255554333</c:v>
                </c:pt>
                <c:pt idx="7419">
                  <c:v>7.1254702849303833</c:v>
                </c:pt>
                <c:pt idx="7420">
                  <c:v>7.1268137309008344</c:v>
                </c:pt>
                <c:pt idx="7421">
                  <c:v>7.1285024992510131</c:v>
                </c:pt>
                <c:pt idx="7422">
                  <c:v>7.1289282391712261</c:v>
                </c:pt>
                <c:pt idx="7423">
                  <c:v>7.1304435579242815</c:v>
                </c:pt>
                <c:pt idx="7424">
                  <c:v>7.1318350967375705</c:v>
                </c:pt>
                <c:pt idx="7425">
                  <c:v>7.1320463898831576</c:v>
                </c:pt>
                <c:pt idx="7426">
                  <c:v>7.1312887305066308</c:v>
                </c:pt>
                <c:pt idx="7427">
                  <c:v>7.1301029659881108</c:v>
                </c:pt>
                <c:pt idx="7428">
                  <c:v>7.1292380832242701</c:v>
                </c:pt>
                <c:pt idx="7429">
                  <c:v>7.1299894353427202</c:v>
                </c:pt>
                <c:pt idx="7430">
                  <c:v>7.1317420646809317</c:v>
                </c:pt>
                <c:pt idx="7431">
                  <c:v>7.1317672937132404</c:v>
                </c:pt>
                <c:pt idx="7432">
                  <c:v>7.1323507150853844</c:v>
                </c:pt>
                <c:pt idx="7433">
                  <c:v>7.1340213500685916</c:v>
                </c:pt>
                <c:pt idx="7434">
                  <c:v>7.1368730191267602</c:v>
                </c:pt>
                <c:pt idx="7435">
                  <c:v>7.1372498777968749</c:v>
                </c:pt>
                <c:pt idx="7436">
                  <c:v>7.1359970986612842</c:v>
                </c:pt>
                <c:pt idx="7437">
                  <c:v>7.1374233273939982</c:v>
                </c:pt>
                <c:pt idx="7438">
                  <c:v>7.1392287800186063</c:v>
                </c:pt>
                <c:pt idx="7439">
                  <c:v>7.1411816648007695</c:v>
                </c:pt>
                <c:pt idx="7440">
                  <c:v>7.1425921253882905</c:v>
                </c:pt>
                <c:pt idx="7441">
                  <c:v>7.1443329286176063</c:v>
                </c:pt>
                <c:pt idx="7442">
                  <c:v>7.145267191220297</c:v>
                </c:pt>
                <c:pt idx="7443">
                  <c:v>7.1443329286176063</c:v>
                </c:pt>
                <c:pt idx="7444">
                  <c:v>7.1441208470647597</c:v>
                </c:pt>
                <c:pt idx="7445">
                  <c:v>7.1439655308346079</c:v>
                </c:pt>
                <c:pt idx="7446">
                  <c:v>7.1420796606695154</c:v>
                </c:pt>
                <c:pt idx="7447">
                  <c:v>7.1423146060328921</c:v>
                </c:pt>
                <c:pt idx="7448">
                  <c:v>7.1426969835538241</c:v>
                </c:pt>
                <c:pt idx="7449">
                  <c:v>7.1423824090572223</c:v>
                </c:pt>
                <c:pt idx="7450">
                  <c:v>7.1432520222646207</c:v>
                </c:pt>
                <c:pt idx="7451">
                  <c:v>7.1441996877907252</c:v>
                </c:pt>
                <c:pt idx="7452">
                  <c:v>7.1439710496854252</c:v>
                </c:pt>
                <c:pt idx="7453">
                  <c:v>7.1444220186379477</c:v>
                </c:pt>
                <c:pt idx="7454">
                  <c:v>7.1456992383985876</c:v>
                </c:pt>
                <c:pt idx="7455">
                  <c:v>7.1454169885996306</c:v>
                </c:pt>
                <c:pt idx="7456">
                  <c:v>7.1457426007978677</c:v>
                </c:pt>
                <c:pt idx="7457">
                  <c:v>7.147164099087024</c:v>
                </c:pt>
                <c:pt idx="7458">
                  <c:v>7.1496601964710891</c:v>
                </c:pt>
                <c:pt idx="7459">
                  <c:v>7.1524235639161766</c:v>
                </c:pt>
                <c:pt idx="7460">
                  <c:v>7.1523116100853059</c:v>
                </c:pt>
                <c:pt idx="7461">
                  <c:v>7.152912376417162</c:v>
                </c:pt>
                <c:pt idx="7462">
                  <c:v>7.1546452955738813</c:v>
                </c:pt>
                <c:pt idx="7463">
                  <c:v>7.15405635535092</c:v>
                </c:pt>
                <c:pt idx="7464">
                  <c:v>7.152036455951686</c:v>
                </c:pt>
                <c:pt idx="7465">
                  <c:v>7.1515949478862799</c:v>
                </c:pt>
                <c:pt idx="7466">
                  <c:v>7.152060896576736</c:v>
                </c:pt>
                <c:pt idx="7467">
                  <c:v>7.1526198773238301</c:v>
                </c:pt>
                <c:pt idx="7468">
                  <c:v>7.1530298490988509</c:v>
                </c:pt>
                <c:pt idx="7469">
                  <c:v>7.1536503256121984</c:v>
                </c:pt>
                <c:pt idx="7470">
                  <c:v>7.1556426307573444</c:v>
                </c:pt>
                <c:pt idx="7471">
                  <c:v>7.1580102177580853</c:v>
                </c:pt>
                <c:pt idx="7472">
                  <c:v>7.158804143868557</c:v>
                </c:pt>
                <c:pt idx="7473">
                  <c:v>7.1597904413503839</c:v>
                </c:pt>
                <c:pt idx="7474">
                  <c:v>7.16046058752109</c:v>
                </c:pt>
                <c:pt idx="7475">
                  <c:v>7.1592590548573769</c:v>
                </c:pt>
                <c:pt idx="7476">
                  <c:v>7.1598929342941391</c:v>
                </c:pt>
                <c:pt idx="7477">
                  <c:v>7.1604574338920512</c:v>
                </c:pt>
                <c:pt idx="7478">
                  <c:v>7.1611859221999712</c:v>
                </c:pt>
                <c:pt idx="7479">
                  <c:v>7.1623740519402705</c:v>
                </c:pt>
                <c:pt idx="7480">
                  <c:v>7.16210126302843</c:v>
                </c:pt>
                <c:pt idx="7481">
                  <c:v>7.164590264747158</c:v>
                </c:pt>
                <c:pt idx="7482">
                  <c:v>7.1660835080969427</c:v>
                </c:pt>
                <c:pt idx="7483">
                  <c:v>7.1668561472114032</c:v>
                </c:pt>
                <c:pt idx="7484">
                  <c:v>7.1683801384443147</c:v>
                </c:pt>
                <c:pt idx="7485">
                  <c:v>7.168541761932544</c:v>
                </c:pt>
                <c:pt idx="7486">
                  <c:v>7.167904728866743</c:v>
                </c:pt>
                <c:pt idx="7487">
                  <c:v>7.1695233289708131</c:v>
                </c:pt>
                <c:pt idx="7488">
                  <c:v>7.1712333843170031</c:v>
                </c:pt>
                <c:pt idx="7489">
                  <c:v>7.1719311247417963</c:v>
                </c:pt>
                <c:pt idx="7490">
                  <c:v>7.1707863574007789</c:v>
                </c:pt>
                <c:pt idx="7491">
                  <c:v>7.1697149119349088</c:v>
                </c:pt>
                <c:pt idx="7492">
                  <c:v>7.1691078383449751</c:v>
                </c:pt>
                <c:pt idx="7493">
                  <c:v>7.1679867232217473</c:v>
                </c:pt>
                <c:pt idx="7494">
                  <c:v>7.1680269319919896</c:v>
                </c:pt>
                <c:pt idx="7495">
                  <c:v>7.1689919424778061</c:v>
                </c:pt>
                <c:pt idx="7496">
                  <c:v>7.1699900660685287</c:v>
                </c:pt>
                <c:pt idx="7497">
                  <c:v>7.1719051073022282</c:v>
                </c:pt>
                <c:pt idx="7498">
                  <c:v>7.1732099213169551</c:v>
                </c:pt>
                <c:pt idx="7499">
                  <c:v>7.1730861413771896</c:v>
                </c:pt>
                <c:pt idx="7500">
                  <c:v>7.1737625948059733</c:v>
                </c:pt>
                <c:pt idx="7501">
                  <c:v>7.1743475929926364</c:v>
                </c:pt>
                <c:pt idx="7502">
                  <c:v>7.1737562875478957</c:v>
                </c:pt>
                <c:pt idx="7503">
                  <c:v>7.173671927971113</c:v>
                </c:pt>
                <c:pt idx="7504">
                  <c:v>7.1756405808984685</c:v>
                </c:pt>
                <c:pt idx="7505">
                  <c:v>7.1756721171888547</c:v>
                </c:pt>
                <c:pt idx="7506">
                  <c:v>7.1742332739399863</c:v>
                </c:pt>
                <c:pt idx="7507">
                  <c:v>7.1751667481354167</c:v>
                </c:pt>
                <c:pt idx="7508">
                  <c:v>7.1756058909790443</c:v>
                </c:pt>
                <c:pt idx="7509">
                  <c:v>7.1753772528737443</c:v>
                </c:pt>
                <c:pt idx="7510">
                  <c:v>7.1763059966256169</c:v>
                </c:pt>
                <c:pt idx="7511">
                  <c:v>7.1769280499534842</c:v>
                </c:pt>
                <c:pt idx="7512">
                  <c:v>7.1764069127548522</c:v>
                </c:pt>
                <c:pt idx="7513">
                  <c:v>7.1760694744477203</c:v>
                </c:pt>
                <c:pt idx="7514">
                  <c:v>7.1766718175940962</c:v>
                </c:pt>
                <c:pt idx="7515">
                  <c:v>7.1781004115485896</c:v>
                </c:pt>
                <c:pt idx="7516">
                  <c:v>7.1803142591336977</c:v>
                </c:pt>
                <c:pt idx="7517">
                  <c:v>7.1818280010722342</c:v>
                </c:pt>
                <c:pt idx="7518">
                  <c:v>7.1825564893801541</c:v>
                </c:pt>
                <c:pt idx="7519">
                  <c:v>7.1846757280941045</c:v>
                </c:pt>
                <c:pt idx="7520">
                  <c:v>7.1873011242687523</c:v>
                </c:pt>
                <c:pt idx="7521">
                  <c:v>7.1871844399943239</c:v>
                </c:pt>
                <c:pt idx="7522">
                  <c:v>7.1878096469512291</c:v>
                </c:pt>
                <c:pt idx="7523">
                  <c:v>7.1869652627761393</c:v>
                </c:pt>
                <c:pt idx="7524">
                  <c:v>7.1855934341443417</c:v>
                </c:pt>
                <c:pt idx="7525">
                  <c:v>7.1866309780980462</c:v>
                </c:pt>
                <c:pt idx="7526">
                  <c:v>7.1880808590485499</c:v>
                </c:pt>
                <c:pt idx="7527">
                  <c:v>7.1892918525993785</c:v>
                </c:pt>
                <c:pt idx="7528">
                  <c:v>7.1901772339519701</c:v>
                </c:pt>
                <c:pt idx="7529">
                  <c:v>7.1916420946404074</c:v>
                </c:pt>
                <c:pt idx="7530">
                  <c:v>7.1934980053296327</c:v>
                </c:pt>
                <c:pt idx="7531">
                  <c:v>7.1948146454532553</c:v>
                </c:pt>
                <c:pt idx="7532">
                  <c:v>7.1945607783156467</c:v>
                </c:pt>
                <c:pt idx="7533">
                  <c:v>7.1927908040177231</c:v>
                </c:pt>
                <c:pt idx="7534">
                  <c:v>7.1917477412132014</c:v>
                </c:pt>
                <c:pt idx="7535">
                  <c:v>7.1925661079487222</c:v>
                </c:pt>
                <c:pt idx="7536">
                  <c:v>7.1940222961573026</c:v>
                </c:pt>
                <c:pt idx="7537">
                  <c:v>7.1953499739825606</c:v>
                </c:pt>
                <c:pt idx="7538">
                  <c:v>7.1973777574543902</c:v>
                </c:pt>
                <c:pt idx="7539">
                  <c:v>7.1984618174364146</c:v>
                </c:pt>
                <c:pt idx="7540">
                  <c:v>7.1980565761049524</c:v>
                </c:pt>
                <c:pt idx="7541">
                  <c:v>7.1977908828584489</c:v>
                </c:pt>
                <c:pt idx="7542">
                  <c:v>7.1969394030180229</c:v>
                </c:pt>
                <c:pt idx="7543">
                  <c:v>7.1974250618899696</c:v>
                </c:pt>
                <c:pt idx="7544">
                  <c:v>7.1988828269130698</c:v>
                </c:pt>
                <c:pt idx="7545">
                  <c:v>7.1987945252999888</c:v>
                </c:pt>
                <c:pt idx="7546">
                  <c:v>7.1984468376984818</c:v>
                </c:pt>
                <c:pt idx="7547">
                  <c:v>7.1980589413267317</c:v>
                </c:pt>
                <c:pt idx="7548">
                  <c:v>7.1983687853797758</c:v>
                </c:pt>
                <c:pt idx="7549">
                  <c:v>7.1995584919345941</c:v>
                </c:pt>
                <c:pt idx="7550">
                  <c:v>7.2013891735915108</c:v>
                </c:pt>
                <c:pt idx="7551">
                  <c:v>7.2027720399249437</c:v>
                </c:pt>
                <c:pt idx="7552">
                  <c:v>7.2032427190589567</c:v>
                </c:pt>
                <c:pt idx="7553">
                  <c:v>7.2049701193648588</c:v>
                </c:pt>
                <c:pt idx="7554">
                  <c:v>7.2052515807565554</c:v>
                </c:pt>
                <c:pt idx="7555">
                  <c:v>7.2043985241016095</c:v>
                </c:pt>
                <c:pt idx="7556">
                  <c:v>7.203990917548369</c:v>
                </c:pt>
                <c:pt idx="7557">
                  <c:v>7.2037993345842732</c:v>
                </c:pt>
                <c:pt idx="7558">
                  <c:v>7.2050560557561614</c:v>
                </c:pt>
                <c:pt idx="7559">
                  <c:v>7.2070743783408755</c:v>
                </c:pt>
                <c:pt idx="7560">
                  <c:v>7.2091557735063621</c:v>
                </c:pt>
                <c:pt idx="7561">
                  <c:v>7.2105346978034977</c:v>
                </c:pt>
                <c:pt idx="7562">
                  <c:v>7.2108374461912046</c:v>
                </c:pt>
                <c:pt idx="7563">
                  <c:v>7.211051104558571</c:v>
                </c:pt>
                <c:pt idx="7564">
                  <c:v>7.2114744792570047</c:v>
                </c:pt>
                <c:pt idx="7565">
                  <c:v>7.211904161213516</c:v>
                </c:pt>
                <c:pt idx="7566">
                  <c:v>7.2118828742175056</c:v>
                </c:pt>
                <c:pt idx="7567">
                  <c:v>7.2133950393415223</c:v>
                </c:pt>
                <c:pt idx="7568">
                  <c:v>7.215914788943377</c:v>
                </c:pt>
                <c:pt idx="7569">
                  <c:v>7.2162632649521434</c:v>
                </c:pt>
                <c:pt idx="7570">
                  <c:v>7.2135337990192214</c:v>
                </c:pt>
                <c:pt idx="7571">
                  <c:v>7.2103186742143519</c:v>
                </c:pt>
                <c:pt idx="7572">
                  <c:v>7.2107136662514391</c:v>
                </c:pt>
                <c:pt idx="7573">
                  <c:v>7.2137947618221672</c:v>
                </c:pt>
                <c:pt idx="7574">
                  <c:v>7.2148583232154397</c:v>
                </c:pt>
                <c:pt idx="7575">
                  <c:v>7.2136630978098042</c:v>
                </c:pt>
                <c:pt idx="7576">
                  <c:v>7.2159218846087132</c:v>
                </c:pt>
                <c:pt idx="7577">
                  <c:v>7.2169412951954461</c:v>
                </c:pt>
                <c:pt idx="7578">
                  <c:v>7.2167055614248099</c:v>
                </c:pt>
                <c:pt idx="7579">
                  <c:v>7.2162829751336348</c:v>
                </c:pt>
                <c:pt idx="7580">
                  <c:v>7.2172203913653634</c:v>
                </c:pt>
                <c:pt idx="7581">
                  <c:v>7.2182224569923843</c:v>
                </c:pt>
                <c:pt idx="7582">
                  <c:v>7.2179512448950627</c:v>
                </c:pt>
                <c:pt idx="7583">
                  <c:v>7.2180766016493481</c:v>
                </c:pt>
                <c:pt idx="7584">
                  <c:v>7.2187546318926508</c:v>
                </c:pt>
                <c:pt idx="7585">
                  <c:v>7.2199049180844854</c:v>
                </c:pt>
                <c:pt idx="7586">
                  <c:v>7.2210181491351175</c:v>
                </c:pt>
                <c:pt idx="7587">
                  <c:v>7.2212751699017641</c:v>
                </c:pt>
                <c:pt idx="7588">
                  <c:v>7.221506961636103</c:v>
                </c:pt>
                <c:pt idx="7589">
                  <c:v>7.2223749980289815</c:v>
                </c:pt>
                <c:pt idx="7590">
                  <c:v>7.2224845866380738</c:v>
                </c:pt>
                <c:pt idx="7591">
                  <c:v>7.2225326794809126</c:v>
                </c:pt>
                <c:pt idx="7592">
                  <c:v>7.2219445276652108</c:v>
                </c:pt>
                <c:pt idx="7593">
                  <c:v>7.2213240511518633</c:v>
                </c:pt>
                <c:pt idx="7594">
                  <c:v>7.2205813715132692</c:v>
                </c:pt>
                <c:pt idx="7595">
                  <c:v>7.2213098598211891</c:v>
                </c:pt>
                <c:pt idx="7596">
                  <c:v>7.2212625553856098</c:v>
                </c:pt>
                <c:pt idx="7597">
                  <c:v>7.2221936643592617</c:v>
                </c:pt>
                <c:pt idx="7598">
                  <c:v>7.2234724609344205</c:v>
                </c:pt>
                <c:pt idx="7599">
                  <c:v>7.2248750374493449</c:v>
                </c:pt>
                <c:pt idx="7600">
                  <c:v>7.2258432015642002</c:v>
                </c:pt>
                <c:pt idx="7601">
                  <c:v>7.2264345070089409</c:v>
                </c:pt>
                <c:pt idx="7602">
                  <c:v>7.2258960248505968</c:v>
                </c:pt>
                <c:pt idx="7603">
                  <c:v>7.2265322695091374</c:v>
                </c:pt>
                <c:pt idx="7604">
                  <c:v>7.2294138980431732</c:v>
                </c:pt>
                <c:pt idx="7605">
                  <c:v>7.230950503792239</c:v>
                </c:pt>
                <c:pt idx="7606">
                  <c:v>7.2314377394787055</c:v>
                </c:pt>
                <c:pt idx="7607">
                  <c:v>7.232279758432016</c:v>
                </c:pt>
                <c:pt idx="7608">
                  <c:v>7.2337256973462214</c:v>
                </c:pt>
                <c:pt idx="7609">
                  <c:v>7.2347719137797819</c:v>
                </c:pt>
                <c:pt idx="7610">
                  <c:v>7.2345929453318405</c:v>
                </c:pt>
                <c:pt idx="7611">
                  <c:v>7.2342988694239896</c:v>
                </c:pt>
                <c:pt idx="7612">
                  <c:v>7.2346867657957397</c:v>
                </c:pt>
                <c:pt idx="7613">
                  <c:v>7.2342342200286982</c:v>
                </c:pt>
                <c:pt idx="7614">
                  <c:v>7.2334907519828446</c:v>
                </c:pt>
                <c:pt idx="7615">
                  <c:v>7.2335546129708765</c:v>
                </c:pt>
                <c:pt idx="7616">
                  <c:v>7.2343493274886077</c:v>
                </c:pt>
                <c:pt idx="7617">
                  <c:v>7.2362012961415347</c:v>
                </c:pt>
                <c:pt idx="7618">
                  <c:v>7.2363936675128908</c:v>
                </c:pt>
                <c:pt idx="7619">
                  <c:v>7.2350770273892682</c:v>
                </c:pt>
                <c:pt idx="7620">
                  <c:v>7.2349839953326294</c:v>
                </c:pt>
                <c:pt idx="7621">
                  <c:v>7.2349004241631061</c:v>
                </c:pt>
                <c:pt idx="7622">
                  <c:v>7.2341482836373956</c:v>
                </c:pt>
                <c:pt idx="7623">
                  <c:v>7.2338944164997869</c:v>
                </c:pt>
                <c:pt idx="7624">
                  <c:v>7.2356935618663174</c:v>
                </c:pt>
                <c:pt idx="7625">
                  <c:v>7.2371860168088427</c:v>
                </c:pt>
                <c:pt idx="7626">
                  <c:v>7.2375896813257858</c:v>
                </c:pt>
                <c:pt idx="7627">
                  <c:v>7.2369108626752237</c:v>
                </c:pt>
                <c:pt idx="7628">
                  <c:v>7.238569671549536</c:v>
                </c:pt>
                <c:pt idx="7629">
                  <c:v>7.2410066383891261</c:v>
                </c:pt>
                <c:pt idx="7630">
                  <c:v>7.2418896545199392</c:v>
                </c:pt>
                <c:pt idx="7631">
                  <c:v>7.2416121351645408</c:v>
                </c:pt>
                <c:pt idx="7632">
                  <c:v>7.2392863337485611</c:v>
                </c:pt>
                <c:pt idx="7633">
                  <c:v>7.2391018464498025</c:v>
                </c:pt>
                <c:pt idx="7634">
                  <c:v>7.2412384301234649</c:v>
                </c:pt>
                <c:pt idx="7635">
                  <c:v>7.2418060833504159</c:v>
                </c:pt>
                <c:pt idx="7636">
                  <c:v>7.2429256216591238</c:v>
                </c:pt>
                <c:pt idx="7637">
                  <c:v>7.2441784007947145</c:v>
                </c:pt>
                <c:pt idx="7638">
                  <c:v>7.2450732430344216</c:v>
                </c:pt>
                <c:pt idx="7639">
                  <c:v>7.246482915214683</c:v>
                </c:pt>
                <c:pt idx="7640">
                  <c:v>7.2479146627982152</c:v>
                </c:pt>
                <c:pt idx="7641">
                  <c:v>7.246926000094609</c:v>
                </c:pt>
                <c:pt idx="7642">
                  <c:v>7.2445544710575698</c:v>
                </c:pt>
                <c:pt idx="7643">
                  <c:v>7.2446609060376224</c:v>
                </c:pt>
                <c:pt idx="7644">
                  <c:v>7.2452482694460647</c:v>
                </c:pt>
                <c:pt idx="7645">
                  <c:v>7.2466768634005581</c:v>
                </c:pt>
                <c:pt idx="7646">
                  <c:v>7.248971916933411</c:v>
                </c:pt>
                <c:pt idx="7647">
                  <c:v>7.2509437234898062</c:v>
                </c:pt>
                <c:pt idx="7648">
                  <c:v>7.2514002112931459</c:v>
                </c:pt>
                <c:pt idx="7649">
                  <c:v>7.2515720840757503</c:v>
                </c:pt>
                <c:pt idx="7650">
                  <c:v>7.2509673757075959</c:v>
                </c:pt>
                <c:pt idx="7651">
                  <c:v>7.2489490531228808</c:v>
                </c:pt>
                <c:pt idx="7652">
                  <c:v>7.2485193711663696</c:v>
                </c:pt>
                <c:pt idx="7653">
                  <c:v>7.2498163011085008</c:v>
                </c:pt>
                <c:pt idx="7654">
                  <c:v>7.2529841214777901</c:v>
                </c:pt>
                <c:pt idx="7655">
                  <c:v>7.2540878916413059</c:v>
                </c:pt>
                <c:pt idx="7656">
                  <c:v>7.2530724230908721</c:v>
                </c:pt>
                <c:pt idx="7657">
                  <c:v>7.2537488765196549</c:v>
                </c:pt>
                <c:pt idx="7658">
                  <c:v>7.2551451457765026</c:v>
                </c:pt>
                <c:pt idx="7659">
                  <c:v>7.2556323814629682</c:v>
                </c:pt>
                <c:pt idx="7660">
                  <c:v>7.2566604645295572</c:v>
                </c:pt>
                <c:pt idx="7661">
                  <c:v>7.2564263075734399</c:v>
                </c:pt>
                <c:pt idx="7662">
                  <c:v>7.2552925779340578</c:v>
                </c:pt>
                <c:pt idx="7663">
                  <c:v>7.2539680537378386</c:v>
                </c:pt>
                <c:pt idx="7664">
                  <c:v>7.2526340686545039</c:v>
                </c:pt>
                <c:pt idx="7665">
                  <c:v>7.2526979296425358</c:v>
                </c:pt>
                <c:pt idx="7666">
                  <c:v>7.2524480045412254</c:v>
                </c:pt>
                <c:pt idx="7667">
                  <c:v>7.252798845771772</c:v>
                </c:pt>
                <c:pt idx="7668">
                  <c:v>7.253925479745817</c:v>
                </c:pt>
                <c:pt idx="7669">
                  <c:v>7.2554202999101216</c:v>
                </c:pt>
                <c:pt idx="7670">
                  <c:v>7.2571855437644874</c:v>
                </c:pt>
                <c:pt idx="7671">
                  <c:v>7.2576010343903246</c:v>
                </c:pt>
                <c:pt idx="7672">
                  <c:v>7.2579621249152462</c:v>
                </c:pt>
                <c:pt idx="7673">
                  <c:v>7.2587205726990334</c:v>
                </c:pt>
                <c:pt idx="7674">
                  <c:v>7.2590777211876567</c:v>
                </c:pt>
                <c:pt idx="7675">
                  <c:v>7.2592054431637205</c:v>
                </c:pt>
                <c:pt idx="7676">
                  <c:v>7.2585912739084506</c:v>
                </c:pt>
                <c:pt idx="7677">
                  <c:v>7.2581403049559281</c:v>
                </c:pt>
                <c:pt idx="7678">
                  <c:v>7.2585912739084506</c:v>
                </c:pt>
                <c:pt idx="7679">
                  <c:v>7.2588885034453394</c:v>
                </c:pt>
                <c:pt idx="7680">
                  <c:v>7.2591037386272248</c:v>
                </c:pt>
                <c:pt idx="7681">
                  <c:v>7.2597502325801413</c:v>
                </c:pt>
                <c:pt idx="7682">
                  <c:v>7.2613601602043554</c:v>
                </c:pt>
                <c:pt idx="7683">
                  <c:v>7.2635393178700394</c:v>
                </c:pt>
                <c:pt idx="7684">
                  <c:v>7.2640052665604946</c:v>
                </c:pt>
                <c:pt idx="7685">
                  <c:v>7.2612040555669433</c:v>
                </c:pt>
                <c:pt idx="7686">
                  <c:v>7.2601302448792948</c:v>
                </c:pt>
                <c:pt idx="7687">
                  <c:v>7.2606624197795613</c:v>
                </c:pt>
                <c:pt idx="7688">
                  <c:v>7.2600711143348207</c:v>
                </c:pt>
                <c:pt idx="7689">
                  <c:v>7.2571193175546762</c:v>
                </c:pt>
                <c:pt idx="7690">
                  <c:v>7.2552555227928535</c:v>
                </c:pt>
                <c:pt idx="7691">
                  <c:v>7.2546949652312396</c:v>
                </c:pt>
                <c:pt idx="7692">
                  <c:v>7.2550016556552457</c:v>
                </c:pt>
                <c:pt idx="7693">
                  <c:v>7.256982134691496</c:v>
                </c:pt>
                <c:pt idx="7694">
                  <c:v>7.2586630189690791</c:v>
                </c:pt>
                <c:pt idx="7695">
                  <c:v>7.2600301171573189</c:v>
                </c:pt>
                <c:pt idx="7696">
                  <c:v>7.2611614815749226</c:v>
                </c:pt>
                <c:pt idx="7697">
                  <c:v>7.2624765448840254</c:v>
                </c:pt>
                <c:pt idx="7698">
                  <c:v>7.2640714927703058</c:v>
                </c:pt>
                <c:pt idx="7699">
                  <c:v>7.2652895819864707</c:v>
                </c:pt>
                <c:pt idx="7700">
                  <c:v>7.2663949289645062</c:v>
                </c:pt>
                <c:pt idx="7701">
                  <c:v>7.2679173433828979</c:v>
                </c:pt>
                <c:pt idx="7702">
                  <c:v>7.2695603841120171</c:v>
                </c:pt>
                <c:pt idx="7703">
                  <c:v>7.2701390750406034</c:v>
                </c:pt>
                <c:pt idx="7704">
                  <c:v>7.2695256941925921</c:v>
                </c:pt>
                <c:pt idx="7705">
                  <c:v>7.2675152556804745</c:v>
                </c:pt>
                <c:pt idx="7706">
                  <c:v>7.2651752629338215</c:v>
                </c:pt>
                <c:pt idx="7707">
                  <c:v>7.2653132342042603</c:v>
                </c:pt>
                <c:pt idx="7708">
                  <c:v>7.266373641968495</c:v>
                </c:pt>
                <c:pt idx="7709">
                  <c:v>7.2661205632381467</c:v>
                </c:pt>
                <c:pt idx="7710">
                  <c:v>7.2663499897507053</c:v>
                </c:pt>
                <c:pt idx="7711">
                  <c:v>7.2657508002333682</c:v>
                </c:pt>
                <c:pt idx="7712">
                  <c:v>7.2654125735189767</c:v>
                </c:pt>
                <c:pt idx="7713">
                  <c:v>7.266569166968889</c:v>
                </c:pt>
                <c:pt idx="7714">
                  <c:v>7.2667623267475046</c:v>
                </c:pt>
                <c:pt idx="7715">
                  <c:v>7.2657728756366389</c:v>
                </c:pt>
                <c:pt idx="7716">
                  <c:v>7.2653029849098854</c:v>
                </c:pt>
                <c:pt idx="7717">
                  <c:v>7.2644972326905188</c:v>
                </c:pt>
                <c:pt idx="7718">
                  <c:v>7.264114855169586</c:v>
                </c:pt>
                <c:pt idx="7719">
                  <c:v>7.265575773821725</c:v>
                </c:pt>
                <c:pt idx="7720">
                  <c:v>7.2668924139453477</c:v>
                </c:pt>
                <c:pt idx="7721">
                  <c:v>7.2676997429792332</c:v>
                </c:pt>
                <c:pt idx="7722">
                  <c:v>7.2685803938882669</c:v>
                </c:pt>
                <c:pt idx="7723">
                  <c:v>7.2684936690897048</c:v>
                </c:pt>
                <c:pt idx="7724">
                  <c:v>7.2685740866301893</c:v>
                </c:pt>
                <c:pt idx="7725">
                  <c:v>7.2685031299768212</c:v>
                </c:pt>
                <c:pt idx="7726">
                  <c:v>7.2675136788659547</c:v>
                </c:pt>
                <c:pt idx="7727">
                  <c:v>7.2674640092085969</c:v>
                </c:pt>
                <c:pt idx="7728">
                  <c:v>7.2675885775556219</c:v>
                </c:pt>
                <c:pt idx="7729">
                  <c:v>7.2668553588041442</c:v>
                </c:pt>
                <c:pt idx="7730">
                  <c:v>7.2654898374304233</c:v>
                </c:pt>
                <c:pt idx="7731">
                  <c:v>7.2647794824894749</c:v>
                </c:pt>
                <c:pt idx="7732">
                  <c:v>7.2651445150506948</c:v>
                </c:pt>
                <c:pt idx="7733">
                  <c:v>7.2662199025528631</c:v>
                </c:pt>
                <c:pt idx="7734">
                  <c:v>7.2672211797726236</c:v>
                </c:pt>
                <c:pt idx="7735">
                  <c:v>7.2679260158627539</c:v>
                </c:pt>
                <c:pt idx="7736">
                  <c:v>7.2676074993298538</c:v>
                </c:pt>
                <c:pt idx="7737">
                  <c:v>7.2667189643482235</c:v>
                </c:pt>
                <c:pt idx="7738">
                  <c:v>7.266700830981252</c:v>
                </c:pt>
                <c:pt idx="7739">
                  <c:v>7.2674427222125857</c:v>
                </c:pt>
                <c:pt idx="7740">
                  <c:v>7.2671525883410331</c:v>
                </c:pt>
                <c:pt idx="7741">
                  <c:v>7.2678929027578487</c:v>
                </c:pt>
                <c:pt idx="7742">
                  <c:v>7.2692158501395481</c:v>
                </c:pt>
                <c:pt idx="7743">
                  <c:v>7.2681191756413694</c:v>
                </c:pt>
                <c:pt idx="7744">
                  <c:v>7.2667733644491399</c:v>
                </c:pt>
                <c:pt idx="7745">
                  <c:v>7.266133177754301</c:v>
                </c:pt>
                <c:pt idx="7746">
                  <c:v>7.26556552452735</c:v>
                </c:pt>
                <c:pt idx="7747">
                  <c:v>7.2644215455935921</c:v>
                </c:pt>
                <c:pt idx="7748">
                  <c:v>7.2637127674671627</c:v>
                </c:pt>
                <c:pt idx="7749">
                  <c:v>7.2642607105126222</c:v>
                </c:pt>
                <c:pt idx="7750">
                  <c:v>7.2637963386366859</c:v>
                </c:pt>
                <c:pt idx="7751">
                  <c:v>7.2622660401456978</c:v>
                </c:pt>
                <c:pt idx="7752">
                  <c:v>7.2626949336949496</c:v>
                </c:pt>
                <c:pt idx="7753">
                  <c:v>7.2635881991201376</c:v>
                </c:pt>
                <c:pt idx="7754">
                  <c:v>7.2630576010343901</c:v>
                </c:pt>
                <c:pt idx="7755">
                  <c:v>7.2621674892382408</c:v>
                </c:pt>
                <c:pt idx="7756">
                  <c:v>7.2632215897443988</c:v>
                </c:pt>
                <c:pt idx="7757">
                  <c:v>7.2637104022453842</c:v>
                </c:pt>
                <c:pt idx="7758">
                  <c:v>7.265345558901906</c:v>
                </c:pt>
                <c:pt idx="7759">
                  <c:v>7.2667142339046658</c:v>
                </c:pt>
                <c:pt idx="7760">
                  <c:v>7.2649261262397706</c:v>
                </c:pt>
                <c:pt idx="7761">
                  <c:v>7.2642346930730541</c:v>
                </c:pt>
                <c:pt idx="7762">
                  <c:v>7.265362903861619</c:v>
                </c:pt>
                <c:pt idx="7763">
                  <c:v>7.2642212901496395</c:v>
                </c:pt>
                <c:pt idx="7764">
                  <c:v>7.2627485453886056</c:v>
                </c:pt>
                <c:pt idx="7765">
                  <c:v>7.2636654630315833</c:v>
                </c:pt>
                <c:pt idx="7766">
                  <c:v>7.265053059808575</c:v>
                </c:pt>
                <c:pt idx="7767">
                  <c:v>7.2668561472114037</c:v>
                </c:pt>
                <c:pt idx="7768">
                  <c:v>7.266100064649395</c:v>
                </c:pt>
                <c:pt idx="7769">
                  <c:v>7.2649773727116482</c:v>
                </c:pt>
                <c:pt idx="7770">
                  <c:v>7.2660992762421355</c:v>
                </c:pt>
                <c:pt idx="7771">
                  <c:v>7.2666897932796166</c:v>
                </c:pt>
                <c:pt idx="7772">
                  <c:v>7.2651658020467051</c:v>
                </c:pt>
                <c:pt idx="7773">
                  <c:v>7.2650246771472275</c:v>
                </c:pt>
                <c:pt idx="7774">
                  <c:v>7.2648378246266887</c:v>
                </c:pt>
                <c:pt idx="7775">
                  <c:v>7.2629409167599617</c:v>
                </c:pt>
                <c:pt idx="7776">
                  <c:v>7.2608587331872148</c:v>
                </c:pt>
                <c:pt idx="7777">
                  <c:v>7.2594553682650309</c:v>
                </c:pt>
                <c:pt idx="7778">
                  <c:v>7.2588341033444239</c:v>
                </c:pt>
                <c:pt idx="7779">
                  <c:v>7.2588632744130308</c:v>
                </c:pt>
                <c:pt idx="7780">
                  <c:v>7.2617220391365365</c:v>
                </c:pt>
                <c:pt idx="7781">
                  <c:v>7.2639532316813575</c:v>
                </c:pt>
                <c:pt idx="7782">
                  <c:v>7.2641881770447343</c:v>
                </c:pt>
                <c:pt idx="7783">
                  <c:v>7.2637111906526437</c:v>
                </c:pt>
                <c:pt idx="7784">
                  <c:v>7.2627154322837004</c:v>
                </c:pt>
                <c:pt idx="7785">
                  <c:v>7.2634470742206592</c:v>
                </c:pt>
                <c:pt idx="7786">
                  <c:v>7.2633232942808936</c:v>
                </c:pt>
                <c:pt idx="7787">
                  <c:v>7.2636662514388428</c:v>
                </c:pt>
                <c:pt idx="7788">
                  <c:v>7.2648204796669766</c:v>
                </c:pt>
                <c:pt idx="7789">
                  <c:v>7.2631845346031945</c:v>
                </c:pt>
                <c:pt idx="7790">
                  <c:v>7.2611874990144907</c:v>
                </c:pt>
                <c:pt idx="7791">
                  <c:v>7.2594332928617611</c:v>
                </c:pt>
                <c:pt idx="7792">
                  <c:v>7.2597108122171585</c:v>
                </c:pt>
                <c:pt idx="7793">
                  <c:v>7.2597581166527378</c:v>
                </c:pt>
                <c:pt idx="7794">
                  <c:v>7.258860120783992</c:v>
                </c:pt>
                <c:pt idx="7795">
                  <c:v>7.2580977309639065</c:v>
                </c:pt>
                <c:pt idx="7796">
                  <c:v>7.2583752503193049</c:v>
                </c:pt>
                <c:pt idx="7797">
                  <c:v>7.2587741843926903</c:v>
                </c:pt>
                <c:pt idx="7798">
                  <c:v>7.2593615478011317</c:v>
                </c:pt>
                <c:pt idx="7799">
                  <c:v>7.2601042274397258</c:v>
                </c:pt>
                <c:pt idx="7800">
                  <c:v>7.2608957883284191</c:v>
                </c:pt>
                <c:pt idx="7801">
                  <c:v>7.2609722638326053</c:v>
                </c:pt>
                <c:pt idx="7802">
                  <c:v>7.2605189296583044</c:v>
                </c:pt>
                <c:pt idx="7803">
                  <c:v>7.2606608429650423</c:v>
                </c:pt>
                <c:pt idx="7804">
                  <c:v>7.2610487393367915</c:v>
                </c:pt>
                <c:pt idx="7805">
                  <c:v>7.2602768886295905</c:v>
                </c:pt>
                <c:pt idx="7806">
                  <c:v>7.259135274917611</c:v>
                </c:pt>
                <c:pt idx="7807">
                  <c:v>7.2595468235071507</c:v>
                </c:pt>
                <c:pt idx="7808">
                  <c:v>7.2591715416515559</c:v>
                </c:pt>
                <c:pt idx="7809">
                  <c:v>7.2578012898342772</c:v>
                </c:pt>
                <c:pt idx="7810">
                  <c:v>7.255581923398351</c:v>
                </c:pt>
                <c:pt idx="7811">
                  <c:v>7.2538797521247576</c:v>
                </c:pt>
                <c:pt idx="7812">
                  <c:v>7.253641653132342</c:v>
                </c:pt>
                <c:pt idx="7813">
                  <c:v>7.2553595925511285</c:v>
                </c:pt>
                <c:pt idx="7814">
                  <c:v>7.255405320172188</c:v>
                </c:pt>
                <c:pt idx="7815">
                  <c:v>7.2537914505116765</c:v>
                </c:pt>
                <c:pt idx="7816">
                  <c:v>7.2539089231933644</c:v>
                </c:pt>
                <c:pt idx="7817">
                  <c:v>7.2540153581734179</c:v>
                </c:pt>
                <c:pt idx="7818">
                  <c:v>7.2534295715794954</c:v>
                </c:pt>
                <c:pt idx="7819">
                  <c:v>7.2533743830713195</c:v>
                </c:pt>
                <c:pt idx="7820">
                  <c:v>7.2535833109951273</c:v>
                </c:pt>
                <c:pt idx="7821">
                  <c:v>7.2542763209763637</c:v>
                </c:pt>
                <c:pt idx="7822">
                  <c:v>7.254190384585061</c:v>
                </c:pt>
                <c:pt idx="7823">
                  <c:v>7.2541690975890507</c:v>
                </c:pt>
                <c:pt idx="7824">
                  <c:v>7.2543969472870904</c:v>
                </c:pt>
                <c:pt idx="7825">
                  <c:v>7.2537685867011463</c:v>
                </c:pt>
                <c:pt idx="7826">
                  <c:v>7.2521326416373642</c:v>
                </c:pt>
                <c:pt idx="7827">
                  <c:v>7.2508995726832648</c:v>
                </c:pt>
                <c:pt idx="7828">
                  <c:v>7.2514475157287244</c:v>
                </c:pt>
                <c:pt idx="7829">
                  <c:v>7.2520238414355322</c:v>
                </c:pt>
                <c:pt idx="7830">
                  <c:v>7.2518527570601874</c:v>
                </c:pt>
                <c:pt idx="7831">
                  <c:v>7.2516209653258485</c:v>
                </c:pt>
                <c:pt idx="7832">
                  <c:v>7.2529368170422117</c:v>
                </c:pt>
                <c:pt idx="7833">
                  <c:v>7.2538797521247576</c:v>
                </c:pt>
                <c:pt idx="7834">
                  <c:v>7.2512575095791485</c:v>
                </c:pt>
                <c:pt idx="7835">
                  <c:v>7.2491043693530326</c:v>
                </c:pt>
                <c:pt idx="7836">
                  <c:v>7.2497619010075844</c:v>
                </c:pt>
                <c:pt idx="7837">
                  <c:v>7.2498809505037922</c:v>
                </c:pt>
                <c:pt idx="7838">
                  <c:v>7.2487929484854696</c:v>
                </c:pt>
                <c:pt idx="7839">
                  <c:v>7.2490854475788016</c:v>
                </c:pt>
                <c:pt idx="7840">
                  <c:v>7.2479848310443238</c:v>
                </c:pt>
                <c:pt idx="7841">
                  <c:v>7.2462771409199132</c:v>
                </c:pt>
                <c:pt idx="7842">
                  <c:v>7.2456929311405096</c:v>
                </c:pt>
                <c:pt idx="7843">
                  <c:v>7.2449265992841259</c:v>
                </c:pt>
                <c:pt idx="7844">
                  <c:v>7.2463071003957804</c:v>
                </c:pt>
                <c:pt idx="7845">
                  <c:v>7.24824500544001</c:v>
                </c:pt>
                <c:pt idx="7846">
                  <c:v>7.2469417682398021</c:v>
                </c:pt>
                <c:pt idx="7847">
                  <c:v>7.245923934467589</c:v>
                </c:pt>
                <c:pt idx="7848">
                  <c:v>7.2470277046311038</c:v>
                </c:pt>
                <c:pt idx="7849">
                  <c:v>7.2469141739857141</c:v>
                </c:pt>
                <c:pt idx="7850">
                  <c:v>7.2469055015058581</c:v>
                </c:pt>
                <c:pt idx="7851">
                  <c:v>7.245153660574907</c:v>
                </c:pt>
                <c:pt idx="7852">
                  <c:v>7.2427971112758005</c:v>
                </c:pt>
                <c:pt idx="7853">
                  <c:v>7.2418171210520503</c:v>
                </c:pt>
                <c:pt idx="7854">
                  <c:v>7.2421080433308633</c:v>
                </c:pt>
                <c:pt idx="7855">
                  <c:v>7.2418131790157521</c:v>
                </c:pt>
                <c:pt idx="7856">
                  <c:v>7.2398137782052698</c:v>
                </c:pt>
                <c:pt idx="7857">
                  <c:v>7.2387959444330567</c:v>
                </c:pt>
                <c:pt idx="7858">
                  <c:v>7.2407078320377174</c:v>
                </c:pt>
                <c:pt idx="7859">
                  <c:v>7.2439615887983093</c:v>
                </c:pt>
                <c:pt idx="7860">
                  <c:v>7.2435539822450687</c:v>
                </c:pt>
                <c:pt idx="7861">
                  <c:v>7.242761632949116</c:v>
                </c:pt>
                <c:pt idx="7862">
                  <c:v>7.2421774231697125</c:v>
                </c:pt>
                <c:pt idx="7863">
                  <c:v>7.2408757627840235</c:v>
                </c:pt>
                <c:pt idx="7864">
                  <c:v>7.2386926630820412</c:v>
                </c:pt>
                <c:pt idx="7865">
                  <c:v>7.2365071981582805</c:v>
                </c:pt>
                <c:pt idx="7866">
                  <c:v>7.2374122896923634</c:v>
                </c:pt>
                <c:pt idx="7867">
                  <c:v>7.2380635140888376</c:v>
                </c:pt>
                <c:pt idx="7868">
                  <c:v>7.2363329601538968</c:v>
                </c:pt>
                <c:pt idx="7869">
                  <c:v>7.2341191125687887</c:v>
                </c:pt>
                <c:pt idx="7870">
                  <c:v>7.2324800138759677</c:v>
                </c:pt>
                <c:pt idx="7871">
                  <c:v>7.2324713413961117</c:v>
                </c:pt>
                <c:pt idx="7872">
                  <c:v>7.2325036660937574</c:v>
                </c:pt>
                <c:pt idx="7873">
                  <c:v>7.233946451378924</c:v>
                </c:pt>
                <c:pt idx="7874">
                  <c:v>7.2345275075292896</c:v>
                </c:pt>
                <c:pt idx="7875">
                  <c:v>7.2337580220438671</c:v>
                </c:pt>
                <c:pt idx="7876">
                  <c:v>7.2338873208344499</c:v>
                </c:pt>
                <c:pt idx="7877">
                  <c:v>7.2344723190211138</c:v>
                </c:pt>
                <c:pt idx="7878">
                  <c:v>7.2355248427127519</c:v>
                </c:pt>
                <c:pt idx="7879">
                  <c:v>7.2375952001766031</c:v>
                </c:pt>
                <c:pt idx="7880">
                  <c:v>7.2386721644932903</c:v>
                </c:pt>
                <c:pt idx="7881">
                  <c:v>7.2390955391917249</c:v>
                </c:pt>
                <c:pt idx="7882">
                  <c:v>7.2393367918131792</c:v>
                </c:pt>
                <c:pt idx="7883">
                  <c:v>7.2398177202415681</c:v>
                </c:pt>
                <c:pt idx="7884">
                  <c:v>7.2391152493732163</c:v>
                </c:pt>
                <c:pt idx="7885">
                  <c:v>7.2386666456424731</c:v>
                </c:pt>
                <c:pt idx="7886">
                  <c:v>7.2347277629732414</c:v>
                </c:pt>
                <c:pt idx="7887">
                  <c:v>7.2314337974424072</c:v>
                </c:pt>
                <c:pt idx="7888">
                  <c:v>7.2320282565161857</c:v>
                </c:pt>
                <c:pt idx="7889">
                  <c:v>7.2341072864598939</c:v>
                </c:pt>
                <c:pt idx="7890">
                  <c:v>7.2347782210378595</c:v>
                </c:pt>
                <c:pt idx="7891">
                  <c:v>7.2330752613570066</c:v>
                </c:pt>
                <c:pt idx="7892">
                  <c:v>7.2299649947176716</c:v>
                </c:pt>
                <c:pt idx="7893">
                  <c:v>7.2264108547911512</c:v>
                </c:pt>
                <c:pt idx="7894">
                  <c:v>7.2242750595247482</c:v>
                </c:pt>
                <c:pt idx="7895">
                  <c:v>7.224094514262287</c:v>
                </c:pt>
                <c:pt idx="7896">
                  <c:v>7.2244051467225914</c:v>
                </c:pt>
                <c:pt idx="7897">
                  <c:v>7.2243255175893655</c:v>
                </c:pt>
                <c:pt idx="7898">
                  <c:v>7.2250295652722372</c:v>
                </c:pt>
                <c:pt idx="7899">
                  <c:v>7.226121509326858</c:v>
                </c:pt>
                <c:pt idx="7900">
                  <c:v>7.2252708178936915</c:v>
                </c:pt>
                <c:pt idx="7901">
                  <c:v>7.2239116037780473</c:v>
                </c:pt>
                <c:pt idx="7902">
                  <c:v>7.2242151405730146</c:v>
                </c:pt>
                <c:pt idx="7903">
                  <c:v>7.224075592488056</c:v>
                </c:pt>
                <c:pt idx="7904">
                  <c:v>7.2241859695044068</c:v>
                </c:pt>
                <c:pt idx="7905">
                  <c:v>7.2258873523707408</c:v>
                </c:pt>
                <c:pt idx="7906">
                  <c:v>7.2254813226320191</c:v>
                </c:pt>
                <c:pt idx="7907">
                  <c:v>7.2248569040823725</c:v>
                </c:pt>
                <c:pt idx="7908">
                  <c:v>7.2238595688989102</c:v>
                </c:pt>
                <c:pt idx="7909">
                  <c:v>7.2221826266576263</c:v>
                </c:pt>
                <c:pt idx="7910">
                  <c:v>7.221621280688753</c:v>
                </c:pt>
                <c:pt idx="7911">
                  <c:v>7.2238863747457387</c:v>
                </c:pt>
                <c:pt idx="7912">
                  <c:v>7.2243972626499948</c:v>
                </c:pt>
                <c:pt idx="7913">
                  <c:v>7.2221566092180574</c:v>
                </c:pt>
                <c:pt idx="7914">
                  <c:v>7.2193396300793138</c:v>
                </c:pt>
                <c:pt idx="7915">
                  <c:v>7.2181846134439205</c:v>
                </c:pt>
                <c:pt idx="7916">
                  <c:v>7.2159920528548227</c:v>
                </c:pt>
                <c:pt idx="7917">
                  <c:v>7.2144664848073923</c:v>
                </c:pt>
                <c:pt idx="7918">
                  <c:v>7.2155694665636485</c:v>
                </c:pt>
                <c:pt idx="7919">
                  <c:v>7.2171549535628126</c:v>
                </c:pt>
                <c:pt idx="7920">
                  <c:v>7.2179961841088636</c:v>
                </c:pt>
                <c:pt idx="7921">
                  <c:v>7.2177636039672652</c:v>
                </c:pt>
                <c:pt idx="7922">
                  <c:v>7.2178771346126558</c:v>
                </c:pt>
                <c:pt idx="7923">
                  <c:v>7.2177375865276971</c:v>
                </c:pt>
                <c:pt idx="7924">
                  <c:v>7.216579416263265</c:v>
                </c:pt>
                <c:pt idx="7925">
                  <c:v>7.2137971270439456</c:v>
                </c:pt>
                <c:pt idx="7926">
                  <c:v>7.210218546492376</c:v>
                </c:pt>
                <c:pt idx="7927">
                  <c:v>7.2085203172550809</c:v>
                </c:pt>
                <c:pt idx="7928">
                  <c:v>7.2103841120169037</c:v>
                </c:pt>
                <c:pt idx="7929">
                  <c:v>7.2114429429666185</c:v>
                </c:pt>
                <c:pt idx="7930">
                  <c:v>7.2113814472003659</c:v>
                </c:pt>
                <c:pt idx="7931">
                  <c:v>7.2099323546571217</c:v>
                </c:pt>
                <c:pt idx="7932">
                  <c:v>7.2084808968920981</c:v>
                </c:pt>
                <c:pt idx="7933">
                  <c:v>7.2090635298569827</c:v>
                </c:pt>
                <c:pt idx="7934">
                  <c:v>7.2100190794556838</c:v>
                </c:pt>
                <c:pt idx="7935">
                  <c:v>7.2107026285498037</c:v>
                </c:pt>
                <c:pt idx="7936">
                  <c:v>7.2112765890348314</c:v>
                </c:pt>
                <c:pt idx="7937">
                  <c:v>7.2100064649395295</c:v>
                </c:pt>
                <c:pt idx="7938">
                  <c:v>7.2084406881218559</c:v>
                </c:pt>
                <c:pt idx="7939">
                  <c:v>7.2071863321717462</c:v>
                </c:pt>
                <c:pt idx="7940">
                  <c:v>7.2055101783377218</c:v>
                </c:pt>
                <c:pt idx="7941">
                  <c:v>7.2057064917453761</c:v>
                </c:pt>
                <c:pt idx="7942">
                  <c:v>7.2048345133161984</c:v>
                </c:pt>
                <c:pt idx="7943">
                  <c:v>7.2025181727873351</c:v>
                </c:pt>
                <c:pt idx="7944">
                  <c:v>7.2014546113940616</c:v>
                </c:pt>
                <c:pt idx="7945">
                  <c:v>7.2024558886138221</c:v>
                </c:pt>
                <c:pt idx="7946">
                  <c:v>7.2030148693609171</c:v>
                </c:pt>
                <c:pt idx="7947">
                  <c:v>7.2010706570586098</c:v>
                </c:pt>
                <c:pt idx="7948">
                  <c:v>7.1990925432441379</c:v>
                </c:pt>
                <c:pt idx="7949">
                  <c:v>7.1991319636071207</c:v>
                </c:pt>
                <c:pt idx="7950">
                  <c:v>7.2009587032277391</c:v>
                </c:pt>
                <c:pt idx="7951">
                  <c:v>7.2036006559548404</c:v>
                </c:pt>
                <c:pt idx="7952">
                  <c:v>7.2044387328718527</c:v>
                </c:pt>
                <c:pt idx="7953">
                  <c:v>7.2040216654314957</c:v>
                </c:pt>
                <c:pt idx="7954">
                  <c:v>7.2036109052492154</c:v>
                </c:pt>
                <c:pt idx="7955">
                  <c:v>7.202350242041029</c:v>
                </c:pt>
                <c:pt idx="7956">
                  <c:v>7.200712720162727</c:v>
                </c:pt>
                <c:pt idx="7957">
                  <c:v>7.1990688910263483</c:v>
                </c:pt>
                <c:pt idx="7958">
                  <c:v>7.1991595578612086</c:v>
                </c:pt>
                <c:pt idx="7959">
                  <c:v>7.1994678250997337</c:v>
                </c:pt>
                <c:pt idx="7960">
                  <c:v>7.2002656932465037</c:v>
                </c:pt>
                <c:pt idx="7961">
                  <c:v>7.2002254844762614</c:v>
                </c:pt>
                <c:pt idx="7962">
                  <c:v>7.1990799287279836</c:v>
                </c:pt>
                <c:pt idx="7963">
                  <c:v>7.1976182216685851</c:v>
                </c:pt>
                <c:pt idx="7964">
                  <c:v>7.1969055015058583</c:v>
                </c:pt>
                <c:pt idx="7965">
                  <c:v>7.1969047130985979</c:v>
                </c:pt>
                <c:pt idx="7966">
                  <c:v>7.1973848531197273</c:v>
                </c:pt>
                <c:pt idx="7967">
                  <c:v>7.1980108484838929</c:v>
                </c:pt>
                <c:pt idx="7968">
                  <c:v>7.1985863857834405</c:v>
                </c:pt>
                <c:pt idx="7969">
                  <c:v>7.1983214809441964</c:v>
                </c:pt>
                <c:pt idx="7970">
                  <c:v>7.1982181995931818</c:v>
                </c:pt>
                <c:pt idx="7971">
                  <c:v>7.1971877513048144</c:v>
                </c:pt>
                <c:pt idx="7972">
                  <c:v>7.1948627382960941</c:v>
                </c:pt>
                <c:pt idx="7973">
                  <c:v>7.1947011148078648</c:v>
                </c:pt>
                <c:pt idx="7974">
                  <c:v>7.195023573377064</c:v>
                </c:pt>
                <c:pt idx="7975">
                  <c:v>7.1929705608729249</c:v>
                </c:pt>
                <c:pt idx="7976">
                  <c:v>7.1913030795187565</c:v>
                </c:pt>
                <c:pt idx="7977">
                  <c:v>7.1907306958482478</c:v>
                </c:pt>
                <c:pt idx="7978">
                  <c:v>7.1900171872782606</c:v>
                </c:pt>
                <c:pt idx="7979">
                  <c:v>7.1889268200381586</c:v>
                </c:pt>
                <c:pt idx="7980">
                  <c:v>7.1881147605607154</c:v>
                </c:pt>
                <c:pt idx="7981">
                  <c:v>7.1868611930178652</c:v>
                </c:pt>
                <c:pt idx="7982">
                  <c:v>7.1873452750752929</c:v>
                </c:pt>
                <c:pt idx="7983">
                  <c:v>7.1889102634857061</c:v>
                </c:pt>
                <c:pt idx="7984">
                  <c:v>7.1888101357637302</c:v>
                </c:pt>
                <c:pt idx="7985">
                  <c:v>7.1888534981630112</c:v>
                </c:pt>
                <c:pt idx="7986">
                  <c:v>7.189168072659613</c:v>
                </c:pt>
                <c:pt idx="7987">
                  <c:v>7.1897175925195915</c:v>
                </c:pt>
                <c:pt idx="7988">
                  <c:v>7.1906069159084813</c:v>
                </c:pt>
                <c:pt idx="7989">
                  <c:v>7.19049732729939</c:v>
                </c:pt>
                <c:pt idx="7990">
                  <c:v>7.1891759567322095</c:v>
                </c:pt>
                <c:pt idx="7991">
                  <c:v>7.1879783661047947</c:v>
                </c:pt>
                <c:pt idx="7992">
                  <c:v>7.1866018070294393</c:v>
                </c:pt>
                <c:pt idx="7993">
                  <c:v>7.1860712089436918</c:v>
                </c:pt>
                <c:pt idx="7994">
                  <c:v>7.1853600655954839</c:v>
                </c:pt>
                <c:pt idx="7995">
                  <c:v>7.1851361579337425</c:v>
                </c:pt>
                <c:pt idx="7996">
                  <c:v>7.1856675444267495</c:v>
                </c:pt>
                <c:pt idx="7997">
                  <c:v>7.1843256752708182</c:v>
                </c:pt>
                <c:pt idx="7998">
                  <c:v>7.1826416373641973</c:v>
                </c:pt>
                <c:pt idx="7999">
                  <c:v>7.1830523975464766</c:v>
                </c:pt>
                <c:pt idx="8000">
                  <c:v>7.1841821851495604</c:v>
                </c:pt>
                <c:pt idx="8001">
                  <c:v>7.1851180245667701</c:v>
                </c:pt>
                <c:pt idx="8002">
                  <c:v>7.1841419763793182</c:v>
                </c:pt>
                <c:pt idx="8003">
                  <c:v>7.1797127043945821</c:v>
                </c:pt>
                <c:pt idx="8004">
                  <c:v>7.1813778205269712</c:v>
                </c:pt>
                <c:pt idx="8005">
                  <c:v>7.1839913905927242</c:v>
                </c:pt>
                <c:pt idx="8006">
                  <c:v>7.18384238162065</c:v>
                </c:pt>
                <c:pt idx="8007">
                  <c:v>7.1824532080291394</c:v>
                </c:pt>
                <c:pt idx="8008">
                  <c:v>7.1808283006669926</c:v>
                </c:pt>
                <c:pt idx="8009">
                  <c:v>7.1793382109462467</c:v>
                </c:pt>
                <c:pt idx="8010">
                  <c:v>7.1780625680001258</c:v>
                </c:pt>
                <c:pt idx="8011">
                  <c:v>7.177171667796717</c:v>
                </c:pt>
                <c:pt idx="8012">
                  <c:v>7.1762445008593643</c:v>
                </c:pt>
                <c:pt idx="8013">
                  <c:v>7.1754915719263943</c:v>
                </c:pt>
                <c:pt idx="8014">
                  <c:v>7.1753118150711934</c:v>
                </c:pt>
                <c:pt idx="8015">
                  <c:v>7.1751833046878692</c:v>
                </c:pt>
                <c:pt idx="8016">
                  <c:v>7.1750311420867563</c:v>
                </c:pt>
                <c:pt idx="8017">
                  <c:v>7.1748837099292011</c:v>
                </c:pt>
                <c:pt idx="8018">
                  <c:v>7.1746448225295261</c:v>
                </c:pt>
                <c:pt idx="8019">
                  <c:v>7.1735465712168276</c:v>
                </c:pt>
                <c:pt idx="8020">
                  <c:v>7.1729915325060309</c:v>
                </c:pt>
                <c:pt idx="8021">
                  <c:v>7.1730751036755542</c:v>
                </c:pt>
                <c:pt idx="8022">
                  <c:v>7.17244831990413</c:v>
                </c:pt>
                <c:pt idx="8023">
                  <c:v>7.1715574197007204</c:v>
                </c:pt>
                <c:pt idx="8024">
                  <c:v>7.1704678408678788</c:v>
                </c:pt>
                <c:pt idx="8025">
                  <c:v>7.1706365600214443</c:v>
                </c:pt>
                <c:pt idx="8026">
                  <c:v>7.1710339172803099</c:v>
                </c:pt>
                <c:pt idx="8027">
                  <c:v>7.1709022532679478</c:v>
                </c:pt>
                <c:pt idx="8028">
                  <c:v>7.1698276541730399</c:v>
                </c:pt>
                <c:pt idx="8029">
                  <c:v>7.1705048960090823</c:v>
                </c:pt>
                <c:pt idx="8030">
                  <c:v>7.1731231965183939</c:v>
                </c:pt>
                <c:pt idx="8031">
                  <c:v>7.1752637222283546</c:v>
                </c:pt>
                <c:pt idx="8032">
                  <c:v>7.1741560100285406</c:v>
                </c:pt>
                <c:pt idx="8033">
                  <c:v>7.172804679985493</c:v>
                </c:pt>
                <c:pt idx="8034">
                  <c:v>7.1721629164761351</c:v>
                </c:pt>
                <c:pt idx="8035">
                  <c:v>7.1734377710149957</c:v>
                </c:pt>
                <c:pt idx="8036">
                  <c:v>7.1734330405714379</c:v>
                </c:pt>
                <c:pt idx="8037">
                  <c:v>7.1721353222220472</c:v>
                </c:pt>
                <c:pt idx="8038">
                  <c:v>7.1707429950014978</c:v>
                </c:pt>
                <c:pt idx="8039">
                  <c:v>7.1683848688878724</c:v>
                </c:pt>
                <c:pt idx="8040">
                  <c:v>7.1657973162616884</c:v>
                </c:pt>
                <c:pt idx="8041">
                  <c:v>7.1636339267411975</c:v>
                </c:pt>
                <c:pt idx="8042">
                  <c:v>7.1609525536511143</c:v>
                </c:pt>
                <c:pt idx="8043">
                  <c:v>7.1581899746132862</c:v>
                </c:pt>
                <c:pt idx="8044">
                  <c:v>7.1603801699806056</c:v>
                </c:pt>
                <c:pt idx="8045">
                  <c:v>7.1638467967013044</c:v>
                </c:pt>
                <c:pt idx="8046">
                  <c:v>7.1645981488197545</c:v>
                </c:pt>
                <c:pt idx="8047">
                  <c:v>7.1630102965988112</c:v>
                </c:pt>
                <c:pt idx="8048">
                  <c:v>7.1607057821788427</c:v>
                </c:pt>
                <c:pt idx="8049">
                  <c:v>7.1596516816726847</c:v>
                </c:pt>
                <c:pt idx="8050">
                  <c:v>7.1604889701824375</c:v>
                </c:pt>
                <c:pt idx="8051">
                  <c:v>7.1608555795581763</c:v>
                </c:pt>
                <c:pt idx="8052">
                  <c:v>7.1592219997161735</c:v>
                </c:pt>
                <c:pt idx="8053">
                  <c:v>7.1568678156388463</c:v>
                </c:pt>
                <c:pt idx="8054">
                  <c:v>7.1551262240022702</c:v>
                </c:pt>
                <c:pt idx="8055">
                  <c:v>7.1550229426512555</c:v>
                </c:pt>
                <c:pt idx="8056">
                  <c:v>7.1525181727873353</c:v>
                </c:pt>
                <c:pt idx="8057">
                  <c:v>7.152576514924549</c:v>
                </c:pt>
                <c:pt idx="8058">
                  <c:v>7.1541312540405873</c:v>
                </c:pt>
                <c:pt idx="8059">
                  <c:v>7.1548195335782649</c:v>
                </c:pt>
                <c:pt idx="8060">
                  <c:v>7.1548187451710055</c:v>
                </c:pt>
                <c:pt idx="8061">
                  <c:v>7.1557435468865798</c:v>
                </c:pt>
                <c:pt idx="8062">
                  <c:v>7.1559138428546651</c:v>
                </c:pt>
                <c:pt idx="8063">
                  <c:v>7.1548652611993253</c:v>
                </c:pt>
                <c:pt idx="8064">
                  <c:v>7.154560147589839</c:v>
                </c:pt>
                <c:pt idx="8065">
                  <c:v>7.1547533073684546</c:v>
                </c:pt>
                <c:pt idx="8066">
                  <c:v>7.1544237531339192</c:v>
                </c:pt>
                <c:pt idx="8067">
                  <c:v>7.1538947318626906</c:v>
                </c:pt>
                <c:pt idx="8068">
                  <c:v>7.1533854207729544</c:v>
                </c:pt>
                <c:pt idx="8069">
                  <c:v>7.1506149576625297</c:v>
                </c:pt>
                <c:pt idx="8070">
                  <c:v>7.1476970623945508</c:v>
                </c:pt>
                <c:pt idx="8071">
                  <c:v>7.1475157287248301</c:v>
                </c:pt>
                <c:pt idx="8072">
                  <c:v>7.1491603462684683</c:v>
                </c:pt>
                <c:pt idx="8073">
                  <c:v>7.1490562765101942</c:v>
                </c:pt>
                <c:pt idx="8074">
                  <c:v>7.1500118261088952</c:v>
                </c:pt>
                <c:pt idx="8075">
                  <c:v>7.1506606852835901</c:v>
                </c:pt>
                <c:pt idx="8076">
                  <c:v>7.1494749207650701</c:v>
                </c:pt>
                <c:pt idx="8077">
                  <c:v>7.1483601128999199</c:v>
                </c:pt>
                <c:pt idx="8078">
                  <c:v>7.1482552547343854</c:v>
                </c:pt>
                <c:pt idx="8079">
                  <c:v>7.1477451552373896</c:v>
                </c:pt>
                <c:pt idx="8080">
                  <c:v>7.1459941027136979</c:v>
                </c:pt>
                <c:pt idx="8081">
                  <c:v>7.1452293476718332</c:v>
                </c:pt>
                <c:pt idx="8082">
                  <c:v>7.1447689178321951</c:v>
                </c:pt>
                <c:pt idx="8083">
                  <c:v>7.1427482300257017</c:v>
                </c:pt>
                <c:pt idx="8084">
                  <c:v>7.1412597171194756</c:v>
                </c:pt>
                <c:pt idx="8085">
                  <c:v>7.1423429886942396</c:v>
                </c:pt>
                <c:pt idx="8086">
                  <c:v>7.1438961509957579</c:v>
                </c:pt>
                <c:pt idx="8087">
                  <c:v>7.1446979611788262</c:v>
                </c:pt>
                <c:pt idx="8088">
                  <c:v>7.143475929926363</c:v>
                </c:pt>
                <c:pt idx="8089">
                  <c:v>7.1409577571390281</c:v>
                </c:pt>
                <c:pt idx="8090">
                  <c:v>7.1389126287074856</c:v>
                </c:pt>
                <c:pt idx="8091">
                  <c:v>7.1376559075355965</c:v>
                </c:pt>
                <c:pt idx="8092">
                  <c:v>7.1374832463457327</c:v>
                </c:pt>
                <c:pt idx="8093">
                  <c:v>7.1409372585502764</c:v>
                </c:pt>
                <c:pt idx="8094">
                  <c:v>7.1420504896009085</c:v>
                </c:pt>
                <c:pt idx="8095">
                  <c:v>7.1378908528989733</c:v>
                </c:pt>
                <c:pt idx="8096">
                  <c:v>7.1361658178148506</c:v>
                </c:pt>
                <c:pt idx="8097">
                  <c:v>7.1376456582412207</c:v>
                </c:pt>
                <c:pt idx="8098">
                  <c:v>7.1389630867721028</c:v>
                </c:pt>
                <c:pt idx="8099">
                  <c:v>7.1393691165108244</c:v>
                </c:pt>
                <c:pt idx="8100">
                  <c:v>7.1368075813242084</c:v>
                </c:pt>
                <c:pt idx="8101">
                  <c:v>7.1338534193222847</c:v>
                </c:pt>
                <c:pt idx="8102">
                  <c:v>7.1331541020829716</c:v>
                </c:pt>
                <c:pt idx="8103">
                  <c:v>7.1332715747646604</c:v>
                </c:pt>
                <c:pt idx="8104">
                  <c:v>7.131242214478311</c:v>
                </c:pt>
                <c:pt idx="8105">
                  <c:v>7.1293799965310081</c:v>
                </c:pt>
                <c:pt idx="8106">
                  <c:v>7.1288541288888192</c:v>
                </c:pt>
                <c:pt idx="8107">
                  <c:v>7.1287145808038597</c:v>
                </c:pt>
                <c:pt idx="8108">
                  <c:v>7.1289424305019002</c:v>
                </c:pt>
                <c:pt idx="8109">
                  <c:v>7.1276289440073164</c:v>
                </c:pt>
                <c:pt idx="8110">
                  <c:v>7.1270368501553163</c:v>
                </c:pt>
                <c:pt idx="8111">
                  <c:v>7.1274665321118276</c:v>
                </c:pt>
                <c:pt idx="8112">
                  <c:v>7.1278165849351138</c:v>
                </c:pt>
                <c:pt idx="8113">
                  <c:v>7.1276872861445311</c:v>
                </c:pt>
                <c:pt idx="8114">
                  <c:v>7.126227944306911</c:v>
                </c:pt>
                <c:pt idx="8115">
                  <c:v>7.1246976458159228</c:v>
                </c:pt>
                <c:pt idx="8116">
                  <c:v>7.1261191441050791</c:v>
                </c:pt>
                <c:pt idx="8117">
                  <c:v>7.1265803623519766</c:v>
                </c:pt>
                <c:pt idx="8118">
                  <c:v>7.1246645327110176</c:v>
                </c:pt>
                <c:pt idx="8119">
                  <c:v>7.1234283101278795</c:v>
                </c:pt>
                <c:pt idx="8120">
                  <c:v>7.1220785568993517</c:v>
                </c:pt>
                <c:pt idx="8121">
                  <c:v>7.1211813494378653</c:v>
                </c:pt>
                <c:pt idx="8122">
                  <c:v>7.1230695848247372</c:v>
                </c:pt>
                <c:pt idx="8123">
                  <c:v>7.1248206373484289</c:v>
                </c:pt>
                <c:pt idx="8124">
                  <c:v>7.1264171620492283</c:v>
                </c:pt>
                <c:pt idx="8125">
                  <c:v>7.1256216591242376</c:v>
                </c:pt>
                <c:pt idx="8126">
                  <c:v>7.1221573976253172</c:v>
                </c:pt>
                <c:pt idx="8127">
                  <c:v>7.120661789053754</c:v>
                </c:pt>
                <c:pt idx="8128">
                  <c:v>7.1200491966130022</c:v>
                </c:pt>
                <c:pt idx="8129">
                  <c:v>7.1187420173764959</c:v>
                </c:pt>
                <c:pt idx="8130">
                  <c:v>7.1170169822923732</c:v>
                </c:pt>
                <c:pt idx="8131">
                  <c:v>7.1154236112206117</c:v>
                </c:pt>
                <c:pt idx="8132">
                  <c:v>7.1145595168640314</c:v>
                </c:pt>
                <c:pt idx="8133">
                  <c:v>7.114453081883978</c:v>
                </c:pt>
                <c:pt idx="8134">
                  <c:v>7.1158115075923618</c:v>
                </c:pt>
                <c:pt idx="8135">
                  <c:v>7.1171715101152655</c:v>
                </c:pt>
                <c:pt idx="8136">
                  <c:v>7.1150735583973255</c:v>
                </c:pt>
                <c:pt idx="8137">
                  <c:v>7.1123645910531543</c:v>
                </c:pt>
                <c:pt idx="8138">
                  <c:v>7.1121714312745388</c:v>
                </c:pt>
                <c:pt idx="8139">
                  <c:v>7.1097770384269694</c:v>
                </c:pt>
                <c:pt idx="8140">
                  <c:v>7.1067818792475439</c:v>
                </c:pt>
                <c:pt idx="8141">
                  <c:v>7.1055835002128696</c:v>
                </c:pt>
                <c:pt idx="8142">
                  <c:v>7.1056883583784041</c:v>
                </c:pt>
                <c:pt idx="8143">
                  <c:v>7.1052563112001135</c:v>
                </c:pt>
                <c:pt idx="8144">
                  <c:v>7.1048289944653806</c:v>
                </c:pt>
                <c:pt idx="8145">
                  <c:v>7.1045885302511866</c:v>
                </c:pt>
                <c:pt idx="8146">
                  <c:v>7.1042369006133805</c:v>
                </c:pt>
                <c:pt idx="8147">
                  <c:v>7.1036045979911382</c:v>
                </c:pt>
                <c:pt idx="8148">
                  <c:v>7.102738926820038</c:v>
                </c:pt>
                <c:pt idx="8149">
                  <c:v>7.1028674372033613</c:v>
                </c:pt>
                <c:pt idx="8150">
                  <c:v>7.1042361122061211</c:v>
                </c:pt>
                <c:pt idx="8151">
                  <c:v>7.1057238367050886</c:v>
                </c:pt>
                <c:pt idx="8152">
                  <c:v>7.1048897018243746</c:v>
                </c:pt>
                <c:pt idx="8153">
                  <c:v>7.1025788801463285</c:v>
                </c:pt>
                <c:pt idx="8154">
                  <c:v>7.1005881518157015</c:v>
                </c:pt>
                <c:pt idx="8155">
                  <c:v>7.1012102051435688</c:v>
                </c:pt>
                <c:pt idx="8156">
                  <c:v>7.1017242466768637</c:v>
                </c:pt>
                <c:pt idx="8157">
                  <c:v>7.1014025765149249</c:v>
                </c:pt>
                <c:pt idx="8158">
                  <c:v>7.0998304924391746</c:v>
                </c:pt>
                <c:pt idx="8159">
                  <c:v>7.0989372270139866</c:v>
                </c:pt>
                <c:pt idx="8160">
                  <c:v>7.1000078840725962</c:v>
                </c:pt>
                <c:pt idx="8161">
                  <c:v>7.0998415301408091</c:v>
                </c:pt>
                <c:pt idx="8162">
                  <c:v>7.0996373326605591</c:v>
                </c:pt>
                <c:pt idx="8163">
                  <c:v>7.0997209038300824</c:v>
                </c:pt>
                <c:pt idx="8164">
                  <c:v>7.0986352670335391</c:v>
                </c:pt>
                <c:pt idx="8165">
                  <c:v>7.0974337343698259</c:v>
                </c:pt>
                <c:pt idx="8166">
                  <c:v>7.0975740708620441</c:v>
                </c:pt>
                <c:pt idx="8167">
                  <c:v>7.0989096327598986</c:v>
                </c:pt>
                <c:pt idx="8168">
                  <c:v>7.0976063955596906</c:v>
                </c:pt>
                <c:pt idx="8169">
                  <c:v>7.0954690234787678</c:v>
                </c:pt>
                <c:pt idx="8170">
                  <c:v>7.0940159888992254</c:v>
                </c:pt>
                <c:pt idx="8171">
                  <c:v>7.0920031851653293</c:v>
                </c:pt>
                <c:pt idx="8172">
                  <c:v>7.091602674277425</c:v>
                </c:pt>
                <c:pt idx="8173">
                  <c:v>7.0916594396001198</c:v>
                </c:pt>
                <c:pt idx="8174">
                  <c:v>7.0916759961525724</c:v>
                </c:pt>
                <c:pt idx="8175">
                  <c:v>7.091124899478074</c:v>
                </c:pt>
                <c:pt idx="8176">
                  <c:v>7.0902166543149532</c:v>
                </c:pt>
                <c:pt idx="8177">
                  <c:v>7.0887297182232452</c:v>
                </c:pt>
                <c:pt idx="8178">
                  <c:v>7.0874627477569812</c:v>
                </c:pt>
                <c:pt idx="8179">
                  <c:v>7.0882550970529339</c:v>
                </c:pt>
                <c:pt idx="8180">
                  <c:v>7.08992730885066</c:v>
                </c:pt>
                <c:pt idx="8181">
                  <c:v>7.0891365363692271</c:v>
                </c:pt>
                <c:pt idx="8182">
                  <c:v>7.0884790047146753</c:v>
                </c:pt>
                <c:pt idx="8183">
                  <c:v>7.0890576956432616</c:v>
                </c:pt>
                <c:pt idx="8184">
                  <c:v>7.0891633422160547</c:v>
                </c:pt>
                <c:pt idx="8185">
                  <c:v>7.0893155048171685</c:v>
                </c:pt>
                <c:pt idx="8186">
                  <c:v>7.0880461691291252</c:v>
                </c:pt>
                <c:pt idx="8187">
                  <c:v>7.0882306564278847</c:v>
                </c:pt>
                <c:pt idx="8188">
                  <c:v>7.0869282076349362</c:v>
                </c:pt>
                <c:pt idx="8189">
                  <c:v>7.0859174695280593</c:v>
                </c:pt>
                <c:pt idx="8190">
                  <c:v>7.0872514546113941</c:v>
                </c:pt>
                <c:pt idx="8191">
                  <c:v>7.0874319998738544</c:v>
                </c:pt>
                <c:pt idx="8192">
                  <c:v>7.0861957772907171</c:v>
                </c:pt>
                <c:pt idx="8193">
                  <c:v>7.0841072864598935</c:v>
                </c:pt>
                <c:pt idx="8194">
                  <c:v>7.0829215219413744</c:v>
                </c:pt>
                <c:pt idx="8195">
                  <c:v>7.0816648007694853</c:v>
                </c:pt>
                <c:pt idx="8196">
                  <c:v>7.0817830618584336</c:v>
                </c:pt>
                <c:pt idx="8197">
                  <c:v>7.0830949715384977</c:v>
                </c:pt>
                <c:pt idx="8198">
                  <c:v>7.0843248868635582</c:v>
                </c:pt>
                <c:pt idx="8199">
                  <c:v>7.0826463678077545</c:v>
                </c:pt>
                <c:pt idx="8200">
                  <c:v>7.0799941657862782</c:v>
                </c:pt>
                <c:pt idx="8201">
                  <c:v>7.0790930162884944</c:v>
                </c:pt>
                <c:pt idx="8202">
                  <c:v>7.0783598763777418</c:v>
                </c:pt>
                <c:pt idx="8203">
                  <c:v>7.0771137987038584</c:v>
                </c:pt>
                <c:pt idx="8204">
                  <c:v>7.0757554518362005</c:v>
                </c:pt>
                <c:pt idx="8205">
                  <c:v>7.0754991406360865</c:v>
                </c:pt>
                <c:pt idx="8206">
                  <c:v>7.0762642110408551</c:v>
                </c:pt>
                <c:pt idx="8207">
                  <c:v>7.0775938598842618</c:v>
                </c:pt>
                <c:pt idx="8208">
                  <c:v>7.0783657894321887</c:v>
                </c:pt>
                <c:pt idx="8209">
                  <c:v>7.0768346236932151</c:v>
                </c:pt>
                <c:pt idx="8210">
                  <c:v>7.07518133366972</c:v>
                </c:pt>
                <c:pt idx="8211">
                  <c:v>7.0733117046941771</c:v>
                </c:pt>
                <c:pt idx="8212">
                  <c:v>7.0726461312855768</c:v>
                </c:pt>
                <c:pt idx="8213">
                  <c:v>7.0740393257541117</c:v>
                </c:pt>
                <c:pt idx="8214">
                  <c:v>7.074635440483136</c:v>
                </c:pt>
                <c:pt idx="8215">
                  <c:v>7.0721787634620537</c:v>
                </c:pt>
                <c:pt idx="8216">
                  <c:v>7.0695667702108205</c:v>
                </c:pt>
                <c:pt idx="8217">
                  <c:v>7.068643702991217</c:v>
                </c:pt>
                <c:pt idx="8218">
                  <c:v>7.0684097037165516</c:v>
                </c:pt>
                <c:pt idx="8219">
                  <c:v>7.0691170627099131</c:v>
                </c:pt>
                <c:pt idx="8220">
                  <c:v>7.0699980289818507</c:v>
                </c:pt>
                <c:pt idx="8221">
                  <c:v>7.0689947019032155</c:v>
                </c:pt>
                <c:pt idx="8222">
                  <c:v>7.0688912628707481</c:v>
                </c:pt>
                <c:pt idx="8223">
                  <c:v>7.0682443747142027</c:v>
                </c:pt>
                <c:pt idx="8224">
                  <c:v>7.0659333165139788</c:v>
                </c:pt>
                <c:pt idx="8225">
                  <c:v>7.0646310254024822</c:v>
                </c:pt>
                <c:pt idx="8226">
                  <c:v>7.0654138349705926</c:v>
                </c:pt>
                <c:pt idx="8227">
                  <c:v>7.0685918257935318</c:v>
                </c:pt>
                <c:pt idx="8228">
                  <c:v>7.0688567306327759</c:v>
                </c:pt>
                <c:pt idx="8229">
                  <c:v>7.0662955896497897</c:v>
                </c:pt>
                <c:pt idx="8230">
                  <c:v>7.0652988063514091</c:v>
                </c:pt>
                <c:pt idx="8231">
                  <c:v>7.0642966618836622</c:v>
                </c:pt>
                <c:pt idx="8232">
                  <c:v>7.0643969472870909</c:v>
                </c:pt>
                <c:pt idx="8233">
                  <c:v>7.0654095775713905</c:v>
                </c:pt>
                <c:pt idx="8234">
                  <c:v>7.0657364512212428</c:v>
                </c:pt>
                <c:pt idx="8235">
                  <c:v>7.0656475977230802</c:v>
                </c:pt>
                <c:pt idx="8236">
                  <c:v>7.0649132752014383</c:v>
                </c:pt>
                <c:pt idx="8237">
                  <c:v>7.0654094198899386</c:v>
                </c:pt>
                <c:pt idx="8238">
                  <c:v>7.0659198347498382</c:v>
                </c:pt>
                <c:pt idx="8239">
                  <c:v>7.065594380233053</c:v>
                </c:pt>
                <c:pt idx="8240">
                  <c:v>7.0670184014254405</c:v>
                </c:pt>
                <c:pt idx="8241">
                  <c:v>7.0675479745817498</c:v>
                </c:pt>
                <c:pt idx="8242">
                  <c:v>7.0674051940270264</c:v>
                </c:pt>
                <c:pt idx="8243">
                  <c:v>7.0655924092149043</c:v>
                </c:pt>
                <c:pt idx="8244">
                  <c:v>7.0642860183856575</c:v>
                </c:pt>
                <c:pt idx="8245">
                  <c:v>7.0640916759961527</c:v>
                </c:pt>
                <c:pt idx="8246">
                  <c:v>7.0643224428010534</c:v>
                </c:pt>
                <c:pt idx="8247">
                  <c:v>7.0652383355145938</c:v>
                </c:pt>
                <c:pt idx="8248">
                  <c:v>7.0659426985603684</c:v>
                </c:pt>
                <c:pt idx="8249">
                  <c:v>7.0647765653826138</c:v>
                </c:pt>
                <c:pt idx="8250">
                  <c:v>7.064818193285924</c:v>
                </c:pt>
                <c:pt idx="8251">
                  <c:v>7.0665417303962537</c:v>
                </c:pt>
                <c:pt idx="8252">
                  <c:v>7.0664359261420078</c:v>
                </c:pt>
                <c:pt idx="8253">
                  <c:v>7.0670813951654869</c:v>
                </c:pt>
                <c:pt idx="8254">
                  <c:v>7.0673327393998644</c:v>
                </c:pt>
                <c:pt idx="8255">
                  <c:v>7.0668064775540449</c:v>
                </c:pt>
                <c:pt idx="8256">
                  <c:v>7.0676105741181665</c:v>
                </c:pt>
                <c:pt idx="8257">
                  <c:v>7.0660124726028481</c:v>
                </c:pt>
                <c:pt idx="8258">
                  <c:v>7.064320077579274</c:v>
                </c:pt>
                <c:pt idx="8259">
                  <c:v>7.0647175136788656</c:v>
                </c:pt>
                <c:pt idx="8260">
                  <c:v>7.0643092763998174</c:v>
                </c:pt>
                <c:pt idx="8261">
                  <c:v>7.0619524117378072</c:v>
                </c:pt>
                <c:pt idx="8262">
                  <c:v>7.060817578328261</c:v>
                </c:pt>
                <c:pt idx="8263">
                  <c:v>7.0611623488229078</c:v>
                </c:pt>
                <c:pt idx="8264">
                  <c:v>7.0615982591967708</c:v>
                </c:pt>
                <c:pt idx="8265">
                  <c:v>7.0617991453665301</c:v>
                </c:pt>
                <c:pt idx="8266">
                  <c:v>7.0597822419148839</c:v>
                </c:pt>
                <c:pt idx="8267">
                  <c:v>7.0586323499266781</c:v>
                </c:pt>
                <c:pt idx="8268">
                  <c:v>7.0585062836058592</c:v>
                </c:pt>
                <c:pt idx="8269">
                  <c:v>7.0584705687569969</c:v>
                </c:pt>
                <c:pt idx="8270">
                  <c:v>7.0596005928822594</c:v>
                </c:pt>
                <c:pt idx="8271">
                  <c:v>7.0613752976237407</c:v>
                </c:pt>
                <c:pt idx="8272">
                  <c:v>7.0615114555574827</c:v>
                </c:pt>
                <c:pt idx="8273">
                  <c:v>7.0621443889055326</c:v>
                </c:pt>
                <c:pt idx="8274">
                  <c:v>7.0626726217695008</c:v>
                </c:pt>
                <c:pt idx="8275">
                  <c:v>7.0615079865655401</c:v>
                </c:pt>
                <c:pt idx="8276">
                  <c:v>7.0599973194153174</c:v>
                </c:pt>
                <c:pt idx="8277">
                  <c:v>7.0592641795045648</c:v>
                </c:pt>
                <c:pt idx="8278">
                  <c:v>7.0601828316435133</c:v>
                </c:pt>
                <c:pt idx="8279">
                  <c:v>7.0622155032403535</c:v>
                </c:pt>
                <c:pt idx="8280">
                  <c:v>7.0640403506835492</c:v>
                </c:pt>
                <c:pt idx="8281">
                  <c:v>7.0627568236648326</c:v>
                </c:pt>
                <c:pt idx="8282">
                  <c:v>7.0622924517888963</c:v>
                </c:pt>
                <c:pt idx="8283">
                  <c:v>7.0637405194027023</c:v>
                </c:pt>
                <c:pt idx="8284">
                  <c:v>7.0628365316387836</c:v>
                </c:pt>
                <c:pt idx="8285">
                  <c:v>7.061396663460477</c:v>
                </c:pt>
                <c:pt idx="8286">
                  <c:v>7.06114334820795</c:v>
                </c:pt>
                <c:pt idx="8287">
                  <c:v>7.0602943912707552</c:v>
                </c:pt>
                <c:pt idx="8288">
                  <c:v>7.0596121036282504</c:v>
                </c:pt>
                <c:pt idx="8289">
                  <c:v>7.058644018354121</c:v>
                </c:pt>
                <c:pt idx="8290">
                  <c:v>7.0584737223860357</c:v>
                </c:pt>
                <c:pt idx="8291">
                  <c:v>7.059223182327063</c:v>
                </c:pt>
                <c:pt idx="8292">
                  <c:v>7.0598103880540535</c:v>
                </c:pt>
                <c:pt idx="8293">
                  <c:v>7.0599094120058661</c:v>
                </c:pt>
                <c:pt idx="8294">
                  <c:v>7.0590082625080814</c:v>
                </c:pt>
                <c:pt idx="8295">
                  <c:v>7.0584097037165519</c:v>
                </c:pt>
                <c:pt idx="8296">
                  <c:v>7.0583308629905863</c:v>
                </c:pt>
                <c:pt idx="8297">
                  <c:v>7.0604523880855892</c:v>
                </c:pt>
                <c:pt idx="8298">
                  <c:v>7.0619888361532031</c:v>
                </c:pt>
                <c:pt idx="8299">
                  <c:v>7.0626330437250662</c:v>
                </c:pt>
                <c:pt idx="8300">
                  <c:v>7.0624547848436592</c:v>
                </c:pt>
                <c:pt idx="8301">
                  <c:v>7.0629534524353899</c:v>
                </c:pt>
                <c:pt idx="8302">
                  <c:v>7.0646968574086628</c:v>
                </c:pt>
                <c:pt idx="8303">
                  <c:v>7.066075072139264</c:v>
                </c:pt>
                <c:pt idx="8304">
                  <c:v>7.0653039309985965</c:v>
                </c:pt>
                <c:pt idx="8305">
                  <c:v>7.0654868414828362</c:v>
                </c:pt>
                <c:pt idx="8306">
                  <c:v>7.0645953105536199</c:v>
                </c:pt>
                <c:pt idx="8307">
                  <c:v>7.0627746416689003</c:v>
                </c:pt>
                <c:pt idx="8308">
                  <c:v>7.0616831706586352</c:v>
                </c:pt>
                <c:pt idx="8309">
                  <c:v>7.0619273403869505</c:v>
                </c:pt>
                <c:pt idx="8310">
                  <c:v>7.0632434286254906</c:v>
                </c:pt>
                <c:pt idx="8311">
                  <c:v>7.0628322742395815</c:v>
                </c:pt>
                <c:pt idx="8312">
                  <c:v>7.0614480676138065</c:v>
                </c:pt>
                <c:pt idx="8313">
                  <c:v>7.0609359970986612</c:v>
                </c:pt>
                <c:pt idx="8314">
                  <c:v>7.0614960027751934</c:v>
                </c:pt>
                <c:pt idx="8315">
                  <c:v>7.0629717434838142</c:v>
                </c:pt>
                <c:pt idx="8316">
                  <c:v>7.0638576767214873</c:v>
                </c:pt>
                <c:pt idx="8317">
                  <c:v>7.0642102524480048</c:v>
                </c:pt>
                <c:pt idx="8318">
                  <c:v>7.0646496318138094</c:v>
                </c:pt>
                <c:pt idx="8319">
                  <c:v>7.06535975023258</c:v>
                </c:pt>
                <c:pt idx="8320">
                  <c:v>7.0665034138034342</c:v>
                </c:pt>
                <c:pt idx="8321">
                  <c:v>7.0659869282076349</c:v>
                </c:pt>
                <c:pt idx="8322">
                  <c:v>7.0652005708068559</c:v>
                </c:pt>
                <c:pt idx="8323">
                  <c:v>7.0655227140131505</c:v>
                </c:pt>
                <c:pt idx="8324">
                  <c:v>7.0656604487614123</c:v>
                </c:pt>
                <c:pt idx="8325">
                  <c:v>7.0665649095696876</c:v>
                </c:pt>
                <c:pt idx="8326">
                  <c:v>7.067353553351519</c:v>
                </c:pt>
                <c:pt idx="8327">
                  <c:v>7.0681954934641036</c:v>
                </c:pt>
                <c:pt idx="8328">
                  <c:v>7.0688656396348097</c:v>
                </c:pt>
                <c:pt idx="8329">
                  <c:v>7.0680277203992494</c:v>
                </c:pt>
                <c:pt idx="8330">
                  <c:v>7.068498793736893</c:v>
                </c:pt>
                <c:pt idx="8331">
                  <c:v>7.0676565382614047</c:v>
                </c:pt>
                <c:pt idx="8332">
                  <c:v>7.0676860246929154</c:v>
                </c:pt>
                <c:pt idx="8333">
                  <c:v>7.0690981409356821</c:v>
                </c:pt>
                <c:pt idx="8334">
                  <c:v>7.0690845014900896</c:v>
                </c:pt>
                <c:pt idx="8335">
                  <c:v>7.0683130449865184</c:v>
                </c:pt>
                <c:pt idx="8336">
                  <c:v>7.0676810577271798</c:v>
                </c:pt>
                <c:pt idx="8337">
                  <c:v>7.0685618663176655</c:v>
                </c:pt>
                <c:pt idx="8338">
                  <c:v>7.0700074898689671</c:v>
                </c:pt>
                <c:pt idx="8339">
                  <c:v>7.0701176303631401</c:v>
                </c:pt>
                <c:pt idx="8340">
                  <c:v>7.0702485059682427</c:v>
                </c:pt>
                <c:pt idx="8341">
                  <c:v>7.0693643072265413</c:v>
                </c:pt>
                <c:pt idx="8342">
                  <c:v>7.0700715873791768</c:v>
                </c:pt>
                <c:pt idx="8343">
                  <c:v>7.0712477333291286</c:v>
                </c:pt>
                <c:pt idx="8344">
                  <c:v>7.0691199009760481</c:v>
                </c:pt>
                <c:pt idx="8345">
                  <c:v>7.0676868131001749</c:v>
                </c:pt>
                <c:pt idx="8346">
                  <c:v>7.0682707863574006</c:v>
                </c:pt>
                <c:pt idx="8347">
                  <c:v>7.0680415175262929</c:v>
                </c:pt>
                <c:pt idx="8348">
                  <c:v>7.0688925243223641</c:v>
                </c:pt>
                <c:pt idx="8349">
                  <c:v>7.0686673552090067</c:v>
                </c:pt>
                <c:pt idx="8350">
                  <c:v>7.0670823412541983</c:v>
                </c:pt>
                <c:pt idx="8351">
                  <c:v>7.0675648464971061</c:v>
                </c:pt>
                <c:pt idx="8352">
                  <c:v>7.06817310269793</c:v>
                </c:pt>
                <c:pt idx="8353">
                  <c:v>7.0686808369731464</c:v>
                </c:pt>
                <c:pt idx="8354">
                  <c:v>7.0704721771078072</c:v>
                </c:pt>
                <c:pt idx="8355">
                  <c:v>7.0715254892067048</c:v>
                </c:pt>
                <c:pt idx="8356">
                  <c:v>7.0722631230388373</c:v>
                </c:pt>
                <c:pt idx="8357">
                  <c:v>7.0726750658320059</c:v>
                </c:pt>
                <c:pt idx="8358">
                  <c:v>7.073776786136647</c:v>
                </c:pt>
                <c:pt idx="8359">
                  <c:v>7.0732755956416851</c:v>
                </c:pt>
                <c:pt idx="8360">
                  <c:v>7.0718637159210962</c:v>
                </c:pt>
                <c:pt idx="8361">
                  <c:v>7.0702891089421147</c:v>
                </c:pt>
                <c:pt idx="8362">
                  <c:v>7.0697959602012013</c:v>
                </c:pt>
                <c:pt idx="8363">
                  <c:v>7.0684540122045441</c:v>
                </c:pt>
                <c:pt idx="8364">
                  <c:v>7.0695572304829781</c:v>
                </c:pt>
                <c:pt idx="8365">
                  <c:v>7.06962109147101</c:v>
                </c:pt>
                <c:pt idx="8366">
                  <c:v>7.0680561030605968</c:v>
                </c:pt>
                <c:pt idx="8367">
                  <c:v>7.0680434885444425</c:v>
                </c:pt>
                <c:pt idx="8368">
                  <c:v>7.0683221905107301</c:v>
                </c:pt>
                <c:pt idx="8369">
                  <c:v>7.0680033586149262</c:v>
                </c:pt>
                <c:pt idx="8370">
                  <c:v>7.0672784181396739</c:v>
                </c:pt>
                <c:pt idx="8371">
                  <c:v>7.070622999416579</c:v>
                </c:pt>
                <c:pt idx="8372">
                  <c:v>7.0737230956022641</c:v>
                </c:pt>
                <c:pt idx="8373">
                  <c:v>7.0747958813604752</c:v>
                </c:pt>
                <c:pt idx="8374">
                  <c:v>7.0746043772371054</c:v>
                </c:pt>
                <c:pt idx="8375">
                  <c:v>7.0754981157066492</c:v>
                </c:pt>
                <c:pt idx="8376">
                  <c:v>7.0759784134092305</c:v>
                </c:pt>
                <c:pt idx="8377">
                  <c:v>7.0769090493385267</c:v>
                </c:pt>
                <c:pt idx="8378">
                  <c:v>7.0767311846607486</c:v>
                </c:pt>
                <c:pt idx="8379">
                  <c:v>7.0769282864756615</c:v>
                </c:pt>
                <c:pt idx="8380">
                  <c:v>7.0766272725839263</c:v>
                </c:pt>
                <c:pt idx="8381">
                  <c:v>7.0764413661520997</c:v>
                </c:pt>
                <c:pt idx="8382">
                  <c:v>7.0775060313155365</c:v>
                </c:pt>
                <c:pt idx="8383">
                  <c:v>7.0776321764770813</c:v>
                </c:pt>
                <c:pt idx="8384">
                  <c:v>7.0784091518314698</c:v>
                </c:pt>
                <c:pt idx="8385">
                  <c:v>7.0781882401173153</c:v>
                </c:pt>
                <c:pt idx="8386">
                  <c:v>7.0751211781958085</c:v>
                </c:pt>
                <c:pt idx="8387">
                  <c:v>7.0720605812138322</c:v>
                </c:pt>
                <c:pt idx="8388">
                  <c:v>7.0706929311405098</c:v>
                </c:pt>
                <c:pt idx="8389">
                  <c:v>7.0711589586716919</c:v>
                </c:pt>
                <c:pt idx="8390">
                  <c:v>7.0722470395307404</c:v>
                </c:pt>
                <c:pt idx="8391">
                  <c:v>7.0735703022753436</c:v>
                </c:pt>
                <c:pt idx="8392">
                  <c:v>7.0739052965199702</c:v>
                </c:pt>
                <c:pt idx="8393">
                  <c:v>7.0734266544726347</c:v>
                </c:pt>
                <c:pt idx="8394">
                  <c:v>7.0732431132625866</c:v>
                </c:pt>
                <c:pt idx="8395">
                  <c:v>7.0737076428199748</c:v>
                </c:pt>
                <c:pt idx="8396">
                  <c:v>7.0743434144341597</c:v>
                </c:pt>
                <c:pt idx="8397">
                  <c:v>7.0744367618537032</c:v>
                </c:pt>
                <c:pt idx="8398">
                  <c:v>7.0764327725129696</c:v>
                </c:pt>
                <c:pt idx="8399">
                  <c:v>7.0758983112316498</c:v>
                </c:pt>
                <c:pt idx="8400">
                  <c:v>7.0745172582349136</c:v>
                </c:pt>
                <c:pt idx="8401">
                  <c:v>7.0757642819975084</c:v>
                </c:pt>
                <c:pt idx="8402">
                  <c:v>7.0787318469228468</c:v>
                </c:pt>
                <c:pt idx="8403">
                  <c:v>7.0807289613522757</c:v>
                </c:pt>
                <c:pt idx="8404">
                  <c:v>7.0806611583279455</c:v>
                </c:pt>
                <c:pt idx="8405">
                  <c:v>7.0804348854444248</c:v>
                </c:pt>
                <c:pt idx="8406">
                  <c:v>7.0803363345369688</c:v>
                </c:pt>
                <c:pt idx="8407">
                  <c:v>7.0799854933064221</c:v>
                </c:pt>
                <c:pt idx="8408">
                  <c:v>7.0819817404878664</c:v>
                </c:pt>
                <c:pt idx="8409">
                  <c:v>7.0820629464356104</c:v>
                </c:pt>
                <c:pt idx="8410">
                  <c:v>7.0823995963354829</c:v>
                </c:pt>
                <c:pt idx="8411">
                  <c:v>7.0804695753638498</c:v>
                </c:pt>
                <c:pt idx="8412">
                  <c:v>7.0803591983474981</c:v>
                </c:pt>
                <c:pt idx="8413">
                  <c:v>7.0826755388763623</c:v>
                </c:pt>
                <c:pt idx="8414">
                  <c:v>7.0824926283921226</c:v>
                </c:pt>
                <c:pt idx="8415">
                  <c:v>7.0806233147794826</c:v>
                </c:pt>
                <c:pt idx="8416">
                  <c:v>7.0794083791923557</c:v>
                </c:pt>
                <c:pt idx="8417">
                  <c:v>7.0800446238508963</c:v>
                </c:pt>
                <c:pt idx="8418">
                  <c:v>7.0814763714344284</c:v>
                </c:pt>
                <c:pt idx="8419">
                  <c:v>7.0833243980510572</c:v>
                </c:pt>
                <c:pt idx="8420">
                  <c:v>7.0824319210331286</c:v>
                </c:pt>
                <c:pt idx="8421">
                  <c:v>7.0803465838313437</c:v>
                </c:pt>
                <c:pt idx="8422">
                  <c:v>7.0782403538371783</c:v>
                </c:pt>
                <c:pt idx="8423">
                  <c:v>7.0762216370488336</c:v>
                </c:pt>
                <c:pt idx="8424">
                  <c:v>7.0761946735205541</c:v>
                </c:pt>
                <c:pt idx="8425">
                  <c:v>7.074906179536101</c:v>
                </c:pt>
                <c:pt idx="8426">
                  <c:v>7.0765042810514203</c:v>
                </c:pt>
                <c:pt idx="8427">
                  <c:v>7.0797473943140066</c:v>
                </c:pt>
                <c:pt idx="8428">
                  <c:v>7.0798033712294419</c:v>
                </c:pt>
                <c:pt idx="8429">
                  <c:v>7.0779923209132907</c:v>
                </c:pt>
                <c:pt idx="8430">
                  <c:v>7.0776084454185657</c:v>
                </c:pt>
                <c:pt idx="8431">
                  <c:v>7.0792301991516737</c:v>
                </c:pt>
                <c:pt idx="8432">
                  <c:v>7.0842334316214384</c:v>
                </c:pt>
                <c:pt idx="8433">
                  <c:v>7.0870638136835966</c:v>
                </c:pt>
                <c:pt idx="8434">
                  <c:v>7.085568993519292</c:v>
                </c:pt>
                <c:pt idx="8435">
                  <c:v>7.0843430202305306</c:v>
                </c:pt>
                <c:pt idx="8436">
                  <c:v>7.0828008956306467</c:v>
                </c:pt>
                <c:pt idx="8437">
                  <c:v>7.0820873870606604</c:v>
                </c:pt>
                <c:pt idx="8438">
                  <c:v>7.0820897522824389</c:v>
                </c:pt>
                <c:pt idx="8439">
                  <c:v>7.0824760718396691</c:v>
                </c:pt>
                <c:pt idx="8440">
                  <c:v>7.0830389946230623</c:v>
                </c:pt>
                <c:pt idx="8441">
                  <c:v>7.082759898453145</c:v>
                </c:pt>
                <c:pt idx="8442">
                  <c:v>7.0816245919992431</c:v>
                </c:pt>
                <c:pt idx="8443">
                  <c:v>7.0796614579227048</c:v>
                </c:pt>
                <c:pt idx="8444">
                  <c:v>7.0782022737665367</c:v>
                </c:pt>
                <c:pt idx="8445">
                  <c:v>7.0773332912849458</c:v>
                </c:pt>
                <c:pt idx="8446">
                  <c:v>7.0761167788832999</c:v>
                </c:pt>
                <c:pt idx="8447">
                  <c:v>7.0764433371702484</c:v>
                </c:pt>
                <c:pt idx="8448">
                  <c:v>7.0785879625979593</c:v>
                </c:pt>
                <c:pt idx="8449">
                  <c:v>7.0805933553036153</c:v>
                </c:pt>
                <c:pt idx="8450">
                  <c:v>7.0820274681089259</c:v>
                </c:pt>
                <c:pt idx="8451">
                  <c:v>7.0837808858543969</c:v>
                </c:pt>
                <c:pt idx="8452">
                  <c:v>7.0860609596493163</c:v>
                </c:pt>
                <c:pt idx="8453">
                  <c:v>7.0856328545073239</c:v>
                </c:pt>
                <c:pt idx="8454">
                  <c:v>7.0831296614579227</c:v>
                </c:pt>
                <c:pt idx="8455">
                  <c:v>7.0820385058105613</c:v>
                </c:pt>
                <c:pt idx="8456">
                  <c:v>7.0815118497611129</c:v>
                </c:pt>
                <c:pt idx="8457">
                  <c:v>7.0806272568157809</c:v>
                </c:pt>
                <c:pt idx="8458">
                  <c:v>7.0819013229473819</c:v>
                </c:pt>
                <c:pt idx="8459">
                  <c:v>7.0830484555101787</c:v>
                </c:pt>
                <c:pt idx="8460">
                  <c:v>7.0825083965373157</c:v>
                </c:pt>
                <c:pt idx="8461">
                  <c:v>7.0814172408899543</c:v>
                </c:pt>
                <c:pt idx="8462">
                  <c:v>7.0801510588309498</c:v>
                </c:pt>
                <c:pt idx="8463">
                  <c:v>7.0796401709266936</c:v>
                </c:pt>
                <c:pt idx="8464">
                  <c:v>7.07964963181381</c:v>
                </c:pt>
                <c:pt idx="8465">
                  <c:v>7.0794399154827419</c:v>
                </c:pt>
                <c:pt idx="8466">
                  <c:v>7.0807896687112697</c:v>
                </c:pt>
                <c:pt idx="8467">
                  <c:v>7.0812816348412939</c:v>
                </c:pt>
                <c:pt idx="8468">
                  <c:v>7.0811215881675835</c:v>
                </c:pt>
                <c:pt idx="8469">
                  <c:v>7.0820109115564733</c:v>
                </c:pt>
                <c:pt idx="8470">
                  <c:v>7.0822568946214854</c:v>
                </c:pt>
                <c:pt idx="8471">
                  <c:v>7.0825186458316907</c:v>
                </c:pt>
                <c:pt idx="8472">
                  <c:v>7.0817128936123241</c:v>
                </c:pt>
                <c:pt idx="8473">
                  <c:v>7.0806658887715042</c:v>
                </c:pt>
                <c:pt idx="8474">
                  <c:v>7.0803300272788912</c:v>
                </c:pt>
                <c:pt idx="8475">
                  <c:v>7.0804325202226464</c:v>
                </c:pt>
                <c:pt idx="8476">
                  <c:v>7.0783777732225355</c:v>
                </c:pt>
                <c:pt idx="8477">
                  <c:v>7.0761807187120578</c:v>
                </c:pt>
                <c:pt idx="8478">
                  <c:v>7.0760377016351566</c:v>
                </c:pt>
                <c:pt idx="8479">
                  <c:v>7.0776102587552625</c:v>
                </c:pt>
                <c:pt idx="8480">
                  <c:v>7.0807068859490059</c:v>
                </c:pt>
                <c:pt idx="8481">
                  <c:v>7.0819801636733475</c:v>
                </c:pt>
                <c:pt idx="8482">
                  <c:v>7.082140210347057</c:v>
                </c:pt>
                <c:pt idx="8483">
                  <c:v>7.0806658887715042</c:v>
                </c:pt>
                <c:pt idx="8484">
                  <c:v>7.0770426843690375</c:v>
                </c:pt>
                <c:pt idx="8485">
                  <c:v>7.0758189186206026</c:v>
                </c:pt>
                <c:pt idx="8486">
                  <c:v>7.075470915656191</c:v>
                </c:pt>
                <c:pt idx="8487">
                  <c:v>7.0745042495151296</c:v>
                </c:pt>
                <c:pt idx="8488">
                  <c:v>7.0763156151941846</c:v>
                </c:pt>
                <c:pt idx="8489">
                  <c:v>7.0775485264668321</c:v>
                </c:pt>
                <c:pt idx="8490">
                  <c:v>7.0777197685236288</c:v>
                </c:pt>
                <c:pt idx="8491">
                  <c:v>7.078602863495167</c:v>
                </c:pt>
                <c:pt idx="8492">
                  <c:v>7.0766785978965299</c:v>
                </c:pt>
                <c:pt idx="8493">
                  <c:v>7.0771166369699934</c:v>
                </c:pt>
                <c:pt idx="8494">
                  <c:v>7.0783076049764269</c:v>
                </c:pt>
                <c:pt idx="8495">
                  <c:v>7.0776663933521498</c:v>
                </c:pt>
                <c:pt idx="8496">
                  <c:v>7.0758078020782413</c:v>
                </c:pt>
                <c:pt idx="8497">
                  <c:v>7.074403648748798</c:v>
                </c:pt>
                <c:pt idx="8498">
                  <c:v>7.075011904949621</c:v>
                </c:pt>
                <c:pt idx="8499">
                  <c:v>7.0762574307384218</c:v>
                </c:pt>
                <c:pt idx="8500">
                  <c:v>7.075750248348287</c:v>
                </c:pt>
                <c:pt idx="8501">
                  <c:v>7.074696226682855</c:v>
                </c:pt>
                <c:pt idx="8502">
                  <c:v>7.0739976190100755</c:v>
                </c:pt>
                <c:pt idx="8503">
                  <c:v>7.0752225673694005</c:v>
                </c:pt>
                <c:pt idx="8504">
                  <c:v>7.0773504785632069</c:v>
                </c:pt>
                <c:pt idx="8505">
                  <c:v>7.0776846055598481</c:v>
                </c:pt>
                <c:pt idx="8506">
                  <c:v>7.0755393494063297</c:v>
                </c:pt>
                <c:pt idx="8507">
                  <c:v>7.0750722181049843</c:v>
                </c:pt>
                <c:pt idx="8508">
                  <c:v>7.0746945710276101</c:v>
                </c:pt>
                <c:pt idx="8509">
                  <c:v>7.0734188492407641</c:v>
                </c:pt>
                <c:pt idx="8510">
                  <c:v>7.0723030952869017</c:v>
                </c:pt>
                <c:pt idx="8511">
                  <c:v>7.0708268815339252</c:v>
                </c:pt>
                <c:pt idx="8512">
                  <c:v>7.06911146501837</c:v>
                </c:pt>
                <c:pt idx="8513">
                  <c:v>7.0675032718901276</c:v>
                </c:pt>
                <c:pt idx="8514">
                  <c:v>7.0670724861634522</c:v>
                </c:pt>
                <c:pt idx="8515">
                  <c:v>7.0686163452593069</c:v>
                </c:pt>
                <c:pt idx="8516">
                  <c:v>7.0711457134297291</c:v>
                </c:pt>
                <c:pt idx="8517">
                  <c:v>7.0732162285750331</c:v>
                </c:pt>
                <c:pt idx="8518">
                  <c:v>7.07313967423012</c:v>
                </c:pt>
                <c:pt idx="8519">
                  <c:v>7.0700260174395684</c:v>
                </c:pt>
                <c:pt idx="8520">
                  <c:v>7.0676890206405023</c:v>
                </c:pt>
                <c:pt idx="8521">
                  <c:v>7.0681306075466344</c:v>
                </c:pt>
                <c:pt idx="8522">
                  <c:v>7.0693693530330028</c:v>
                </c:pt>
                <c:pt idx="8523">
                  <c:v>7.0681620649962946</c:v>
                </c:pt>
                <c:pt idx="8524">
                  <c:v>7.0667553099228941</c:v>
                </c:pt>
                <c:pt idx="8525">
                  <c:v>7.0655438433277098</c:v>
                </c:pt>
                <c:pt idx="8526">
                  <c:v>7.0647676563805799</c:v>
                </c:pt>
                <c:pt idx="8527">
                  <c:v>7.0647003264006054</c:v>
                </c:pt>
                <c:pt idx="8528">
                  <c:v>7.0645342089909962</c:v>
                </c:pt>
                <c:pt idx="8529">
                  <c:v>7.065603131553635</c:v>
                </c:pt>
                <c:pt idx="8530">
                  <c:v>7.0681141298349077</c:v>
                </c:pt>
                <c:pt idx="8531">
                  <c:v>7.0694389693940298</c:v>
                </c:pt>
                <c:pt idx="8532">
                  <c:v>7.0688329995742603</c:v>
                </c:pt>
                <c:pt idx="8533">
                  <c:v>7.067553335751116</c:v>
                </c:pt>
                <c:pt idx="8534">
                  <c:v>7.0666979138743908</c:v>
                </c:pt>
                <c:pt idx="8535">
                  <c:v>7.0679334268909946</c:v>
                </c:pt>
                <c:pt idx="8536">
                  <c:v>7.0686358977593464</c:v>
                </c:pt>
                <c:pt idx="8537">
                  <c:v>7.0703076365127169</c:v>
                </c:pt>
                <c:pt idx="8538">
                  <c:v>7.0698979012598748</c:v>
                </c:pt>
                <c:pt idx="8539">
                  <c:v>7.0690457118529144</c:v>
                </c:pt>
                <c:pt idx="8540">
                  <c:v>7.0702731042747438</c:v>
                </c:pt>
                <c:pt idx="8541">
                  <c:v>7.070642000031536</c:v>
                </c:pt>
                <c:pt idx="8542">
                  <c:v>7.0679927151169206</c:v>
                </c:pt>
                <c:pt idx="8543">
                  <c:v>7.0660075056371117</c:v>
                </c:pt>
                <c:pt idx="8544">
                  <c:v>7.0651096674498177</c:v>
                </c:pt>
                <c:pt idx="8545">
                  <c:v>7.0651864583169086</c:v>
                </c:pt>
                <c:pt idx="8546">
                  <c:v>7.0645800942935084</c:v>
                </c:pt>
                <c:pt idx="8547">
                  <c:v>7.0624769390876549</c:v>
                </c:pt>
                <c:pt idx="8548">
                  <c:v>7.061099828127217</c:v>
                </c:pt>
                <c:pt idx="8549">
                  <c:v>7.0613737996499468</c:v>
                </c:pt>
                <c:pt idx="8550">
                  <c:v>7.0608856967154949</c:v>
                </c:pt>
                <c:pt idx="8551">
                  <c:v>7.0607437834087579</c:v>
                </c:pt>
                <c:pt idx="8552">
                  <c:v>7.0612610574118166</c:v>
                </c:pt>
                <c:pt idx="8553">
                  <c:v>7.059389772781028</c:v>
                </c:pt>
                <c:pt idx="8554">
                  <c:v>7.058748403475299</c:v>
                </c:pt>
                <c:pt idx="8555">
                  <c:v>7.0579383938567304</c:v>
                </c:pt>
                <c:pt idx="8556">
                  <c:v>7.0571279900345321</c:v>
                </c:pt>
                <c:pt idx="8557">
                  <c:v>7.0560280830665887</c:v>
                </c:pt>
                <c:pt idx="8558">
                  <c:v>7.0559299263627615</c:v>
                </c:pt>
                <c:pt idx="8559">
                  <c:v>7.0564642299626295</c:v>
                </c:pt>
                <c:pt idx="8560">
                  <c:v>7.0541897538592533</c:v>
                </c:pt>
                <c:pt idx="8561">
                  <c:v>7.0516316876645799</c:v>
                </c:pt>
                <c:pt idx="8562">
                  <c:v>7.0520826566171024</c:v>
                </c:pt>
                <c:pt idx="8563">
                  <c:v>7.0554417445875846</c:v>
                </c:pt>
                <c:pt idx="8564">
                  <c:v>7.057781027767704</c:v>
                </c:pt>
                <c:pt idx="8565">
                  <c:v>7.0605974550213659</c:v>
                </c:pt>
                <c:pt idx="8566">
                  <c:v>7.0607649915640422</c:v>
                </c:pt>
                <c:pt idx="8567">
                  <c:v>7.0596797489711287</c:v>
                </c:pt>
                <c:pt idx="8568">
                  <c:v>7.0592292530629619</c:v>
                </c:pt>
                <c:pt idx="8569">
                  <c:v>7.0583075261357004</c:v>
                </c:pt>
                <c:pt idx="8570">
                  <c:v>7.0578702754694964</c:v>
                </c:pt>
                <c:pt idx="8571">
                  <c:v>7.0570190321512483</c:v>
                </c:pt>
                <c:pt idx="8572">
                  <c:v>7.0555765622289854</c:v>
                </c:pt>
                <c:pt idx="8573">
                  <c:v>7.053993125088696</c:v>
                </c:pt>
                <c:pt idx="8574">
                  <c:v>7.0541694917926803</c:v>
                </c:pt>
                <c:pt idx="8575">
                  <c:v>7.0544338447468427</c:v>
                </c:pt>
                <c:pt idx="8576">
                  <c:v>7.0541109131332878</c:v>
                </c:pt>
                <c:pt idx="8577">
                  <c:v>7.0536335325375674</c:v>
                </c:pt>
                <c:pt idx="8578">
                  <c:v>7.0539801163689111</c:v>
                </c:pt>
                <c:pt idx="8579">
                  <c:v>7.0540724388590172</c:v>
                </c:pt>
                <c:pt idx="8580">
                  <c:v>7.0523591510430625</c:v>
                </c:pt>
                <c:pt idx="8581">
                  <c:v>7.0514075434806607</c:v>
                </c:pt>
                <c:pt idx="8582">
                  <c:v>7.051324524196219</c:v>
                </c:pt>
                <c:pt idx="8583">
                  <c:v>7.0521130891373245</c:v>
                </c:pt>
                <c:pt idx="8584">
                  <c:v>7.0530692694618331</c:v>
                </c:pt>
                <c:pt idx="8585">
                  <c:v>7.0546728109872436</c:v>
                </c:pt>
                <c:pt idx="8586">
                  <c:v>7.0555187719768524</c:v>
                </c:pt>
                <c:pt idx="8587">
                  <c:v>7.0554149387407561</c:v>
                </c:pt>
                <c:pt idx="8588">
                  <c:v>7.0537703211971179</c:v>
                </c:pt>
                <c:pt idx="8589">
                  <c:v>7.0520005045806462</c:v>
                </c:pt>
                <c:pt idx="8590">
                  <c:v>7.0508448572194453</c:v>
                </c:pt>
                <c:pt idx="8591">
                  <c:v>7.0497192481748367</c:v>
                </c:pt>
                <c:pt idx="8592">
                  <c:v>7.048867452971507</c:v>
                </c:pt>
                <c:pt idx="8593">
                  <c:v>7.0490994023872968</c:v>
                </c:pt>
                <c:pt idx="8594">
                  <c:v>7.0507971585802363</c:v>
                </c:pt>
                <c:pt idx="8595">
                  <c:v>7.0531478736656208</c:v>
                </c:pt>
                <c:pt idx="8596">
                  <c:v>7.0527655749854148</c:v>
                </c:pt>
                <c:pt idx="8597">
                  <c:v>7.0510909979659093</c:v>
                </c:pt>
                <c:pt idx="8598">
                  <c:v>7.0502585975811662</c:v>
                </c:pt>
                <c:pt idx="8599">
                  <c:v>7.0499145366530538</c:v>
                </c:pt>
                <c:pt idx="8600">
                  <c:v>7.0480885065989689</c:v>
                </c:pt>
                <c:pt idx="8601">
                  <c:v>7.0463355618978536</c:v>
                </c:pt>
                <c:pt idx="8602">
                  <c:v>7.0453930210189375</c:v>
                </c:pt>
                <c:pt idx="8603">
                  <c:v>7.0456632081868209</c:v>
                </c:pt>
                <c:pt idx="8604">
                  <c:v>7.0483401661962501</c:v>
                </c:pt>
                <c:pt idx="8605">
                  <c:v>7.0494065658556586</c:v>
                </c:pt>
                <c:pt idx="8606">
                  <c:v>7.0485490941200588</c:v>
                </c:pt>
                <c:pt idx="8607">
                  <c:v>7.0457590785095947</c:v>
                </c:pt>
                <c:pt idx="8608">
                  <c:v>7.0438445891609769</c:v>
                </c:pt>
                <c:pt idx="8609">
                  <c:v>7.0451604408773392</c:v>
                </c:pt>
                <c:pt idx="8610">
                  <c:v>7.0463175862123339</c:v>
                </c:pt>
                <c:pt idx="8611">
                  <c:v>7.0479830965483528</c:v>
                </c:pt>
                <c:pt idx="8612">
                  <c:v>7.0478344029391824</c:v>
                </c:pt>
                <c:pt idx="8613">
                  <c:v>7.0452936028634952</c:v>
                </c:pt>
                <c:pt idx="8614">
                  <c:v>7.0454244784685978</c:v>
                </c:pt>
                <c:pt idx="8615">
                  <c:v>7.0454406408174206</c:v>
                </c:pt>
                <c:pt idx="8616">
                  <c:v>7.045618190132295</c:v>
                </c:pt>
                <c:pt idx="8617">
                  <c:v>7.046404311010896</c:v>
                </c:pt>
                <c:pt idx="8618">
                  <c:v>7.0451234645768617</c:v>
                </c:pt>
                <c:pt idx="8619">
                  <c:v>7.0429663034737224</c:v>
                </c:pt>
                <c:pt idx="8620">
                  <c:v>7.0421403680285088</c:v>
                </c:pt>
                <c:pt idx="8621">
                  <c:v>7.0437149750074894</c:v>
                </c:pt>
                <c:pt idx="8622">
                  <c:v>7.0448161434270489</c:v>
                </c:pt>
                <c:pt idx="8623">
                  <c:v>7.0435203172550809</c:v>
                </c:pt>
                <c:pt idx="8624">
                  <c:v>7.0416978350336654</c:v>
                </c:pt>
                <c:pt idx="8625">
                  <c:v>7.0420027909616989</c:v>
                </c:pt>
                <c:pt idx="8626">
                  <c:v>7.0418180671407624</c:v>
                </c:pt>
                <c:pt idx="8627">
                  <c:v>7.0425217206200035</c:v>
                </c:pt>
                <c:pt idx="8628">
                  <c:v>7.0425203014869364</c:v>
                </c:pt>
                <c:pt idx="8629">
                  <c:v>7.042328482000662</c:v>
                </c:pt>
                <c:pt idx="8630">
                  <c:v>7.0438948895441431</c:v>
                </c:pt>
                <c:pt idx="8631">
                  <c:v>7.0439099481228027</c:v>
                </c:pt>
                <c:pt idx="8632">
                  <c:v>7.0427689651366308</c:v>
                </c:pt>
                <c:pt idx="8633">
                  <c:v>7.0410573329759218</c:v>
                </c:pt>
                <c:pt idx="8634">
                  <c:v>7.0393345842728516</c:v>
                </c:pt>
                <c:pt idx="8635">
                  <c:v>7.0387492707232848</c:v>
                </c:pt>
                <c:pt idx="8636">
                  <c:v>7.0393621785269396</c:v>
                </c:pt>
                <c:pt idx="8637">
                  <c:v>7.0382238761254516</c:v>
                </c:pt>
                <c:pt idx="8638">
                  <c:v>7.0386342421041013</c:v>
                </c:pt>
                <c:pt idx="8639">
                  <c:v>7.0418827165360538</c:v>
                </c:pt>
                <c:pt idx="8640">
                  <c:v>7.0430285876472354</c:v>
                </c:pt>
                <c:pt idx="8641">
                  <c:v>7.0424228543496428</c:v>
                </c:pt>
                <c:pt idx="8642">
                  <c:v>7.0412375628754793</c:v>
                </c:pt>
                <c:pt idx="8643">
                  <c:v>7.041025244800454</c:v>
                </c:pt>
                <c:pt idx="8644">
                  <c:v>7.0397024551002065</c:v>
                </c:pt>
                <c:pt idx="8645">
                  <c:v>7.0378032608524261</c:v>
                </c:pt>
                <c:pt idx="8646">
                  <c:v>7.0374172566580997</c:v>
                </c:pt>
                <c:pt idx="8647">
                  <c:v>7.038130844068812</c:v>
                </c:pt>
                <c:pt idx="8648">
                  <c:v>7.0384078115391286</c:v>
                </c:pt>
                <c:pt idx="8649">
                  <c:v>7.0392637853009354</c:v>
                </c:pt>
                <c:pt idx="8650">
                  <c:v>7.0402855611094468</c:v>
                </c:pt>
                <c:pt idx="8651">
                  <c:v>7.0394850123779937</c:v>
                </c:pt>
                <c:pt idx="8652">
                  <c:v>7.0390805594537911</c:v>
                </c:pt>
                <c:pt idx="8653">
                  <c:v>7.0395521846765163</c:v>
                </c:pt>
                <c:pt idx="8654">
                  <c:v>7.039643876440814</c:v>
                </c:pt>
                <c:pt idx="8655">
                  <c:v>7.0392765574985416</c:v>
                </c:pt>
                <c:pt idx="8656">
                  <c:v>7.0378375565682205</c:v>
                </c:pt>
                <c:pt idx="8657">
                  <c:v>7.0367024077957714</c:v>
                </c:pt>
                <c:pt idx="8658">
                  <c:v>7.0367648496507353</c:v>
                </c:pt>
                <c:pt idx="8659">
                  <c:v>7.0364669105473121</c:v>
                </c:pt>
                <c:pt idx="8660">
                  <c:v>7.0359548400321668</c:v>
                </c:pt>
                <c:pt idx="8661">
                  <c:v>7.0372574465065671</c:v>
                </c:pt>
                <c:pt idx="8662">
                  <c:v>7.0376196408016529</c:v>
                </c:pt>
                <c:pt idx="8663">
                  <c:v>7.03750674088207</c:v>
                </c:pt>
                <c:pt idx="8664">
                  <c:v>7.0368455825541245</c:v>
                </c:pt>
                <c:pt idx="8665">
                  <c:v>7.0378145350762393</c:v>
                </c:pt>
                <c:pt idx="8666">
                  <c:v>7.0393837020451286</c:v>
                </c:pt>
                <c:pt idx="8667">
                  <c:v>7.0398606095964933</c:v>
                </c:pt>
                <c:pt idx="8668">
                  <c:v>7.0393973414907203</c:v>
                </c:pt>
                <c:pt idx="8669">
                  <c:v>7.0385624970434728</c:v>
                </c:pt>
                <c:pt idx="8670">
                  <c:v>7.0369631340765384</c:v>
                </c:pt>
                <c:pt idx="8671">
                  <c:v>7.0373229631498448</c:v>
                </c:pt>
                <c:pt idx="8672">
                  <c:v>7.0352171273593092</c:v>
                </c:pt>
                <c:pt idx="8673">
                  <c:v>7.0336456740093665</c:v>
                </c:pt>
                <c:pt idx="8674">
                  <c:v>7.0344694019142526</c:v>
                </c:pt>
                <c:pt idx="8675">
                  <c:v>7.0337803339693155</c:v>
                </c:pt>
                <c:pt idx="8676">
                  <c:v>7.0329008656711709</c:v>
                </c:pt>
                <c:pt idx="8677">
                  <c:v>7.03336831233542</c:v>
                </c:pt>
                <c:pt idx="8678">
                  <c:v>7.0341468645043284</c:v>
                </c:pt>
                <c:pt idx="8679">
                  <c:v>7.0352521326416371</c:v>
                </c:pt>
                <c:pt idx="8680">
                  <c:v>7.0355555117551525</c:v>
                </c:pt>
                <c:pt idx="8681">
                  <c:v>7.0349237610179918</c:v>
                </c:pt>
                <c:pt idx="8682">
                  <c:v>7.0358713477033694</c:v>
                </c:pt>
                <c:pt idx="8683">
                  <c:v>7.0366032261625069</c:v>
                </c:pt>
                <c:pt idx="8684">
                  <c:v>7.0363995805673376</c:v>
                </c:pt>
                <c:pt idx="8685">
                  <c:v>7.0376864977372708</c:v>
                </c:pt>
                <c:pt idx="8686">
                  <c:v>7.0394794935271765</c:v>
                </c:pt>
                <c:pt idx="8687">
                  <c:v>7.0378220249452053</c:v>
                </c:pt>
                <c:pt idx="8688">
                  <c:v>7.0367057191062612</c:v>
                </c:pt>
                <c:pt idx="8689">
                  <c:v>7.0358312966145791</c:v>
                </c:pt>
                <c:pt idx="8690">
                  <c:v>7.0335039972248063</c:v>
                </c:pt>
                <c:pt idx="8691">
                  <c:v>7.0337029912171429</c:v>
                </c:pt>
                <c:pt idx="8692">
                  <c:v>7.0350013402923413</c:v>
                </c:pt>
                <c:pt idx="8693">
                  <c:v>7.0352071934278371</c:v>
                </c:pt>
                <c:pt idx="8694">
                  <c:v>7.0348620287295605</c:v>
                </c:pt>
                <c:pt idx="8695">
                  <c:v>7.0345289266623565</c:v>
                </c:pt>
                <c:pt idx="8696">
                  <c:v>7.0340063703306583</c:v>
                </c:pt>
                <c:pt idx="8697">
                  <c:v>7.0333262113877542</c:v>
                </c:pt>
                <c:pt idx="8698">
                  <c:v>7.0340370393730582</c:v>
                </c:pt>
                <c:pt idx="8699">
                  <c:v>7.0362467872404171</c:v>
                </c:pt>
                <c:pt idx="8700">
                  <c:v>7.0385662813983192</c:v>
                </c:pt>
                <c:pt idx="8701">
                  <c:v>7.0381462968511013</c:v>
                </c:pt>
                <c:pt idx="8702">
                  <c:v>7.0363759283495479</c:v>
                </c:pt>
                <c:pt idx="8703">
                  <c:v>7.0342718270549831</c:v>
                </c:pt>
                <c:pt idx="8704">
                  <c:v>7.0331901322947381</c:v>
                </c:pt>
                <c:pt idx="8705">
                  <c:v>7.0342948485469652</c:v>
                </c:pt>
                <c:pt idx="8706">
                  <c:v>7.0342057585266247</c:v>
                </c:pt>
                <c:pt idx="8707">
                  <c:v>7.0339734149072042</c:v>
                </c:pt>
                <c:pt idx="8708">
                  <c:v>7.0356875699711443</c:v>
                </c:pt>
                <c:pt idx="8709">
                  <c:v>7.0357940837919237</c:v>
                </c:pt>
                <c:pt idx="8710">
                  <c:v>7.0353596713918538</c:v>
                </c:pt>
                <c:pt idx="8711">
                  <c:v>7.0362991374824579</c:v>
                </c:pt>
                <c:pt idx="8712">
                  <c:v>7.0359145524211986</c:v>
                </c:pt>
                <c:pt idx="8713">
                  <c:v>7.033755104937006</c:v>
                </c:pt>
                <c:pt idx="8714">
                  <c:v>7.0335621816805691</c:v>
                </c:pt>
                <c:pt idx="8715">
                  <c:v>7.034694728709062</c:v>
                </c:pt>
                <c:pt idx="8716">
                  <c:v>7.0348382976710448</c:v>
                </c:pt>
                <c:pt idx="8717">
                  <c:v>7.0344547375392237</c:v>
                </c:pt>
                <c:pt idx="8718">
                  <c:v>7.0360362036613635</c:v>
                </c:pt>
                <c:pt idx="8719">
                  <c:v>7.0383040571437583</c:v>
                </c:pt>
                <c:pt idx="8720">
                  <c:v>7.0391176934357214</c:v>
                </c:pt>
                <c:pt idx="8721">
                  <c:v>7.0387182074772543</c:v>
                </c:pt>
                <c:pt idx="8722">
                  <c:v>7.0368162538040648</c:v>
                </c:pt>
                <c:pt idx="8723">
                  <c:v>7.0346534161686565</c:v>
                </c:pt>
                <c:pt idx="8724">
                  <c:v>7.0339867389898929</c:v>
                </c:pt>
                <c:pt idx="8725">
                  <c:v>7.0343436509563384</c:v>
                </c:pt>
                <c:pt idx="8726">
                  <c:v>7.034422570523029</c:v>
                </c:pt>
                <c:pt idx="8727">
                  <c:v>7.0346083981141296</c:v>
                </c:pt>
                <c:pt idx="8728">
                  <c:v>7.036604487614122</c:v>
                </c:pt>
                <c:pt idx="8729">
                  <c:v>7.0376199561645567</c:v>
                </c:pt>
                <c:pt idx="8730">
                  <c:v>7.037890301013892</c:v>
                </c:pt>
                <c:pt idx="8731">
                  <c:v>7.0376468408521102</c:v>
                </c:pt>
                <c:pt idx="8732">
                  <c:v>7.0376696258219145</c:v>
                </c:pt>
                <c:pt idx="8733">
                  <c:v>7.0382578564783422</c:v>
                </c:pt>
                <c:pt idx="8734">
                  <c:v>7.0384816852993586</c:v>
                </c:pt>
                <c:pt idx="8735">
                  <c:v>7.0380961541493878</c:v>
                </c:pt>
                <c:pt idx="8736">
                  <c:v>7.0371361894700328</c:v>
                </c:pt>
                <c:pt idx="8737">
                  <c:v>7.0358774184392692</c:v>
                </c:pt>
                <c:pt idx="8738">
                  <c:v>7.0364808653558084</c:v>
                </c:pt>
                <c:pt idx="8739">
                  <c:v>7.0367067440356994</c:v>
                </c:pt>
                <c:pt idx="8740">
                  <c:v>7.0363060754663431</c:v>
                </c:pt>
                <c:pt idx="8741">
                  <c:v>7.0364431006480705</c:v>
                </c:pt>
                <c:pt idx="8742">
                  <c:v>7.035569308882196</c:v>
                </c:pt>
                <c:pt idx="8743">
                  <c:v>7.0350298017944146</c:v>
                </c:pt>
                <c:pt idx="8744">
                  <c:v>7.0353472145571514</c:v>
                </c:pt>
                <c:pt idx="8745">
                  <c:v>7.0369572210220914</c:v>
                </c:pt>
                <c:pt idx="8746">
                  <c:v>7.0367747835822074</c:v>
                </c:pt>
                <c:pt idx="8747">
                  <c:v>7.0361621911414565</c:v>
                </c:pt>
                <c:pt idx="8748">
                  <c:v>7.0354443463315413</c:v>
                </c:pt>
                <c:pt idx="8749">
                  <c:v>7.0339814566612526</c:v>
                </c:pt>
                <c:pt idx="8750">
                  <c:v>7.033368391176146</c:v>
                </c:pt>
                <c:pt idx="8751">
                  <c:v>7.0332110250871187</c:v>
                </c:pt>
                <c:pt idx="8752">
                  <c:v>7.0324070862044499</c:v>
                </c:pt>
                <c:pt idx="8753">
                  <c:v>7.0329280657216291</c:v>
                </c:pt>
                <c:pt idx="8754">
                  <c:v>7.0328767404090256</c:v>
                </c:pt>
                <c:pt idx="8755">
                  <c:v>7.0322026522020211</c:v>
                </c:pt>
                <c:pt idx="8756">
                  <c:v>7.0338742332739397</c:v>
                </c:pt>
                <c:pt idx="8757">
                  <c:v>7.036291884135669</c:v>
                </c:pt>
                <c:pt idx="8758">
                  <c:v>7.0381135779498258</c:v>
                </c:pt>
                <c:pt idx="8759">
                  <c:v>7.0382956211860801</c:v>
                </c:pt>
                <c:pt idx="8760">
                  <c:v>7.0374396474242733</c:v>
                </c:pt>
                <c:pt idx="8761">
                  <c:v>7.0373563127769279</c:v>
                </c:pt>
                <c:pt idx="8762">
                  <c:v>7.0363011085006066</c:v>
                </c:pt>
                <c:pt idx="8763">
                  <c:v>7.0368914678566359</c:v>
                </c:pt>
                <c:pt idx="8764">
                  <c:v>7.0358127690439778</c:v>
                </c:pt>
                <c:pt idx="8765">
                  <c:v>7.0345909743136916</c:v>
                </c:pt>
                <c:pt idx="8766">
                  <c:v>7.0355394282470556</c:v>
                </c:pt>
                <c:pt idx="8767">
                  <c:v>7.0360904460808271</c:v>
                </c:pt>
                <c:pt idx="8768">
                  <c:v>7.037070909348933</c:v>
                </c:pt>
                <c:pt idx="8769">
                  <c:v>7.0378390545420144</c:v>
                </c:pt>
                <c:pt idx="8770">
                  <c:v>7.0385666756019489</c:v>
                </c:pt>
                <c:pt idx="8771">
                  <c:v>7.0398460240621894</c:v>
                </c:pt>
                <c:pt idx="8772">
                  <c:v>7.0411140982986176</c:v>
                </c:pt>
                <c:pt idx="8773">
                  <c:v>7.0408715053848212</c:v>
                </c:pt>
                <c:pt idx="8774">
                  <c:v>7.0414731389646636</c:v>
                </c:pt>
                <c:pt idx="8775">
                  <c:v>7.04206491745376</c:v>
                </c:pt>
                <c:pt idx="8776">
                  <c:v>7.040257809173907</c:v>
                </c:pt>
                <c:pt idx="8777">
                  <c:v>7.039423753133919</c:v>
                </c:pt>
                <c:pt idx="8778">
                  <c:v>7.0391765874580177</c:v>
                </c:pt>
                <c:pt idx="8779">
                  <c:v>7.0365603368075815</c:v>
                </c:pt>
                <c:pt idx="8780">
                  <c:v>7.0355092322490105</c:v>
                </c:pt>
                <c:pt idx="8781">
                  <c:v>7.0364664375029564</c:v>
                </c:pt>
                <c:pt idx="8782">
                  <c:v>7.0375571989466881</c:v>
                </c:pt>
                <c:pt idx="8783">
                  <c:v>7.037545688200697</c:v>
                </c:pt>
                <c:pt idx="8784">
                  <c:v>7.0355332786704299</c:v>
                </c:pt>
                <c:pt idx="8785">
                  <c:v>7.0332960942304359</c:v>
                </c:pt>
                <c:pt idx="8786">
                  <c:v>7.0343073842223935</c:v>
                </c:pt>
                <c:pt idx="8787">
                  <c:v>7.0368494457496968</c:v>
                </c:pt>
                <c:pt idx="8788">
                  <c:v>7.0373910815370788</c:v>
                </c:pt>
                <c:pt idx="8789">
                  <c:v>7.0372789700247562</c:v>
                </c:pt>
                <c:pt idx="8790">
                  <c:v>7.0369537520301488</c:v>
                </c:pt>
                <c:pt idx="8791">
                  <c:v>7.0359794383386678</c:v>
                </c:pt>
                <c:pt idx="8792">
                  <c:v>7.0357712199813935</c:v>
                </c:pt>
                <c:pt idx="8793">
                  <c:v>7.0368300509311092</c:v>
                </c:pt>
                <c:pt idx="8794">
                  <c:v>7.0378689351771548</c:v>
                </c:pt>
                <c:pt idx="8795">
                  <c:v>7.0377423169712543</c:v>
                </c:pt>
                <c:pt idx="8796">
                  <c:v>7.0367720241567984</c:v>
                </c:pt>
                <c:pt idx="8797">
                  <c:v>7.0357432315236759</c:v>
                </c:pt>
                <c:pt idx="8798">
                  <c:v>7.0351429382361754</c:v>
                </c:pt>
                <c:pt idx="8799">
                  <c:v>7.036401866948391</c:v>
                </c:pt>
                <c:pt idx="8800">
                  <c:v>7.0371157697220079</c:v>
                </c:pt>
                <c:pt idx="8801">
                  <c:v>7.0378131947838973</c:v>
                </c:pt>
                <c:pt idx="8802">
                  <c:v>7.0398942745864801</c:v>
                </c:pt>
                <c:pt idx="8803">
                  <c:v>7.0436746873965213</c:v>
                </c:pt>
                <c:pt idx="8804">
                  <c:v>7.0451036755546443</c:v>
                </c:pt>
                <c:pt idx="8805">
                  <c:v>7.0432569892303567</c:v>
                </c:pt>
                <c:pt idx="8806">
                  <c:v>7.0409706870180857</c:v>
                </c:pt>
                <c:pt idx="8807">
                  <c:v>7.0415165802046706</c:v>
                </c:pt>
                <c:pt idx="8808">
                  <c:v>7.0432640060549678</c:v>
                </c:pt>
                <c:pt idx="8809">
                  <c:v>7.044477207146123</c:v>
                </c:pt>
                <c:pt idx="8810">
                  <c:v>7.0461557262019268</c:v>
                </c:pt>
                <c:pt idx="8811">
                  <c:v>7.0461221400526659</c:v>
                </c:pt>
                <c:pt idx="8812">
                  <c:v>7.0452405430549208</c:v>
                </c:pt>
                <c:pt idx="8813">
                  <c:v>7.0454537283779306</c:v>
                </c:pt>
                <c:pt idx="8814">
                  <c:v>7.0470247875242435</c:v>
                </c:pt>
                <c:pt idx="8815">
                  <c:v>7.0483729639382515</c:v>
                </c:pt>
                <c:pt idx="8816">
                  <c:v>7.0509104527034481</c:v>
                </c:pt>
                <c:pt idx="8817">
                  <c:v>7.0552119238713953</c:v>
                </c:pt>
                <c:pt idx="8818">
                  <c:v>7.0577420804490769</c:v>
                </c:pt>
                <c:pt idx="8819">
                  <c:v>7.0595600687491133</c:v>
                </c:pt>
                <c:pt idx="8820">
                  <c:v>7.0626791655497563</c:v>
                </c:pt>
                <c:pt idx="8821">
                  <c:v>7.0648107034169572</c:v>
                </c:pt>
                <c:pt idx="8822">
                  <c:v>7.0683253441397689</c:v>
                </c:pt>
                <c:pt idx="8823">
                  <c:v>7.0757371607877761</c:v>
                </c:pt>
                <c:pt idx="8824">
                  <c:v>7.0869171699333009</c:v>
                </c:pt>
                <c:pt idx="8825">
                  <c:v>7.0995316860877651</c:v>
                </c:pt>
                <c:pt idx="8826">
                  <c:v>7.1178637316892415</c:v>
                </c:pt>
                <c:pt idx="8827">
                  <c:v>7.146338636686167</c:v>
                </c:pt>
                <c:pt idx="8828">
                  <c:v>7.184171147447926</c:v>
                </c:pt>
                <c:pt idx="8829">
                  <c:v>7.2254710733376433</c:v>
                </c:pt>
                <c:pt idx="8830">
                  <c:v>7.2659620933789562</c:v>
                </c:pt>
                <c:pt idx="8831">
                  <c:v>7.2910973052239862</c:v>
                </c:pt>
                <c:pt idx="8832">
                  <c:v>7.2907046784086784</c:v>
                </c:pt>
                <c:pt idx="8833">
                  <c:v>7.271804979580252</c:v>
                </c:pt>
                <c:pt idx="8834">
                  <c:v>7.2391144609659568</c:v>
                </c:pt>
                <c:pt idx="8835">
                  <c:v>7.2019150412336996</c:v>
                </c:pt>
                <c:pt idx="8836">
                  <c:v>7.1687483246345733</c:v>
                </c:pt>
                <c:pt idx="8837">
                  <c:v>7.1419905706491749</c:v>
                </c:pt>
                <c:pt idx="8838">
                  <c:v>7.1228117756508302</c:v>
                </c:pt>
                <c:pt idx="8839">
                  <c:v>7.1080709251170786</c:v>
                </c:pt>
                <c:pt idx="8840">
                  <c:v>7.0967856636023905</c:v>
                </c:pt>
                <c:pt idx="8841">
                  <c:v>7.0888755735662814</c:v>
                </c:pt>
                <c:pt idx="8842">
                  <c:v>7.0825785647834243</c:v>
                </c:pt>
                <c:pt idx="8843">
                  <c:v>7.0764408142670181</c:v>
                </c:pt>
                <c:pt idx="8844">
                  <c:v>7.0732137845125278</c:v>
                </c:pt>
                <c:pt idx="8845">
                  <c:v>7.0717238524732338</c:v>
                </c:pt>
                <c:pt idx="8846">
                  <c:v>7.0691848657342433</c:v>
                </c:pt>
                <c:pt idx="8847">
                  <c:v>7.0666197827149588</c:v>
                </c:pt>
                <c:pt idx="8848">
                  <c:v>7.065660921805768</c:v>
                </c:pt>
                <c:pt idx="8849">
                  <c:v>7.0655390340434252</c:v>
                </c:pt>
                <c:pt idx="8850">
                  <c:v>7.0635896970939305</c:v>
                </c:pt>
                <c:pt idx="8851">
                  <c:v>7.0610268216149734</c:v>
                </c:pt>
                <c:pt idx="8852">
                  <c:v>7.0585855973761804</c:v>
                </c:pt>
                <c:pt idx="8853">
                  <c:v>7.0567076112836844</c:v>
                </c:pt>
                <c:pt idx="8854">
                  <c:v>7.0546759646162824</c:v>
                </c:pt>
                <c:pt idx="8855">
                  <c:v>7.0524475314968704</c:v>
                </c:pt>
                <c:pt idx="8856">
                  <c:v>7.0537458805720679</c:v>
                </c:pt>
                <c:pt idx="8857">
                  <c:v>7.056870338542077</c:v>
                </c:pt>
                <c:pt idx="8858">
                  <c:v>7.0579107207619165</c:v>
                </c:pt>
                <c:pt idx="8859">
                  <c:v>7.0578493038363899</c:v>
                </c:pt>
                <c:pt idx="8860">
                  <c:v>7.0578642835743235</c:v>
                </c:pt>
                <c:pt idx="8861">
                  <c:v>7.0542330374178084</c:v>
                </c:pt>
                <c:pt idx="8862">
                  <c:v>7.050298017944149</c:v>
                </c:pt>
                <c:pt idx="8863">
                  <c:v>7.0481140509941813</c:v>
                </c:pt>
                <c:pt idx="8864">
                  <c:v>7.0458579447799554</c:v>
                </c:pt>
                <c:pt idx="8865">
                  <c:v>7.0450614957662534</c:v>
                </c:pt>
                <c:pt idx="8866">
                  <c:v>7.0445760734164837</c:v>
                </c:pt>
                <c:pt idx="8867">
                  <c:v>7.045974471372932</c:v>
                </c:pt>
                <c:pt idx="8868">
                  <c:v>7.046957615225721</c:v>
                </c:pt>
                <c:pt idx="8869">
                  <c:v>7.0469818981693182</c:v>
                </c:pt>
                <c:pt idx="8870">
                  <c:v>7.0467574386224952</c:v>
                </c:pt>
                <c:pt idx="8871">
                  <c:v>7.0458113499109096</c:v>
                </c:pt>
                <c:pt idx="8872">
                  <c:v>7.0440639240606124</c:v>
                </c:pt>
                <c:pt idx="8873">
                  <c:v>7.045023021491982</c:v>
                </c:pt>
                <c:pt idx="8874">
                  <c:v>7.0441917248774031</c:v>
                </c:pt>
                <c:pt idx="8875">
                  <c:v>7.0438808558949209</c:v>
                </c:pt>
                <c:pt idx="8876">
                  <c:v>7.044287358677999</c:v>
                </c:pt>
                <c:pt idx="8877">
                  <c:v>7.0435484633942513</c:v>
                </c:pt>
                <c:pt idx="8878">
                  <c:v>7.0438683202194925</c:v>
                </c:pt>
                <c:pt idx="8879">
                  <c:v>7.0436278560052985</c:v>
                </c:pt>
                <c:pt idx="8880">
                  <c:v>7.0408361847395895</c:v>
                </c:pt>
                <c:pt idx="8881">
                  <c:v>7.041007821000016</c:v>
                </c:pt>
                <c:pt idx="8882">
                  <c:v>7.0437420962172217</c:v>
                </c:pt>
                <c:pt idx="8883">
                  <c:v>7.0441255775083178</c:v>
                </c:pt>
                <c:pt idx="8884">
                  <c:v>7.0441985840205614</c:v>
                </c:pt>
                <c:pt idx="8885">
                  <c:v>7.0433518346236932</c:v>
                </c:pt>
                <c:pt idx="8886">
                  <c:v>7.0413868872104572</c:v>
                </c:pt>
                <c:pt idx="8887">
                  <c:v>7.0411617180971007</c:v>
                </c:pt>
                <c:pt idx="8888">
                  <c:v>7.0423988867689493</c:v>
                </c:pt>
                <c:pt idx="8889">
                  <c:v>7.0430322143206299</c:v>
                </c:pt>
                <c:pt idx="8890">
                  <c:v>7.0421901953673185</c:v>
                </c:pt>
                <c:pt idx="8891">
                  <c:v>7.0412672069884419</c:v>
                </c:pt>
                <c:pt idx="8892">
                  <c:v>7.0418797994291928</c:v>
                </c:pt>
                <c:pt idx="8893">
                  <c:v>7.0420813951654866</c:v>
                </c:pt>
                <c:pt idx="8894">
                  <c:v>7.0415744492975287</c:v>
                </c:pt>
                <c:pt idx="8895">
                  <c:v>7.0416135542976077</c:v>
                </c:pt>
                <c:pt idx="8896">
                  <c:v>7.0427838660338384</c:v>
                </c:pt>
                <c:pt idx="8897">
                  <c:v>7.0428312493101437</c:v>
                </c:pt>
                <c:pt idx="8898">
                  <c:v>7.0423324240369602</c:v>
                </c:pt>
                <c:pt idx="8899">
                  <c:v>7.0403297907567133</c:v>
                </c:pt>
                <c:pt idx="8900">
                  <c:v>7.0402393604440308</c:v>
                </c:pt>
                <c:pt idx="8901">
                  <c:v>7.0400380800706417</c:v>
                </c:pt>
                <c:pt idx="8902">
                  <c:v>7.0391731184660751</c:v>
                </c:pt>
                <c:pt idx="8903">
                  <c:v>7.0367106860719977</c:v>
                </c:pt>
                <c:pt idx="8904">
                  <c:v>7.0372103785931657</c:v>
                </c:pt>
                <c:pt idx="8905">
                  <c:v>7.0394684558255411</c:v>
                </c:pt>
                <c:pt idx="8906">
                  <c:v>7.0409642220785571</c:v>
                </c:pt>
                <c:pt idx="8907">
                  <c:v>7.0401895331052211</c:v>
                </c:pt>
                <c:pt idx="8908">
                  <c:v>7.038274176508617</c:v>
                </c:pt>
                <c:pt idx="8909">
                  <c:v>7.0372067519197721</c:v>
                </c:pt>
                <c:pt idx="8910">
                  <c:v>7.0389281603305003</c:v>
                </c:pt>
                <c:pt idx="8911">
                  <c:v>7.0408060675822703</c:v>
                </c:pt>
                <c:pt idx="8912">
                  <c:v>7.0417676090761443</c:v>
                </c:pt>
                <c:pt idx="8913">
                  <c:v>7.0431907630205455</c:v>
                </c:pt>
                <c:pt idx="8914">
                  <c:v>7.0420911714155068</c:v>
                </c:pt>
                <c:pt idx="8915">
                  <c:v>7.0409985177943515</c:v>
                </c:pt>
                <c:pt idx="8916">
                  <c:v>7.0392205017423803</c:v>
                </c:pt>
                <c:pt idx="8917">
                  <c:v>7.0370559296110002</c:v>
                </c:pt>
                <c:pt idx="8918">
                  <c:v>7.0368853182800111</c:v>
                </c:pt>
                <c:pt idx="8919">
                  <c:v>7.0367834560620635</c:v>
                </c:pt>
                <c:pt idx="8920">
                  <c:v>7.037298128321166</c:v>
                </c:pt>
                <c:pt idx="8921">
                  <c:v>7.037846859773885</c:v>
                </c:pt>
                <c:pt idx="8922">
                  <c:v>7.0392742711174883</c:v>
                </c:pt>
                <c:pt idx="8923">
                  <c:v>7.0413229473816994</c:v>
                </c:pt>
                <c:pt idx="8924">
                  <c:v>7.042117031173623</c:v>
                </c:pt>
                <c:pt idx="8925">
                  <c:v>7.0412214005266565</c:v>
                </c:pt>
                <c:pt idx="8926">
                  <c:v>7.0400509311089738</c:v>
                </c:pt>
                <c:pt idx="8927">
                  <c:v>7.0397316261688134</c:v>
                </c:pt>
                <c:pt idx="8928">
                  <c:v>7.040237468266608</c:v>
                </c:pt>
                <c:pt idx="8929">
                  <c:v>7.042028650719816</c:v>
                </c:pt>
                <c:pt idx="8930">
                  <c:v>7.043034973746038</c:v>
                </c:pt>
                <c:pt idx="8931">
                  <c:v>7.041630426212965</c:v>
                </c:pt>
                <c:pt idx="8932">
                  <c:v>7.041183083933837</c:v>
                </c:pt>
                <c:pt idx="8933">
                  <c:v>7.0402297418754634</c:v>
                </c:pt>
                <c:pt idx="8934">
                  <c:v>7.0395157602611205</c:v>
                </c:pt>
                <c:pt idx="8935">
                  <c:v>7.0393859884261811</c:v>
                </c:pt>
                <c:pt idx="8936">
                  <c:v>7.0407671202636433</c:v>
                </c:pt>
                <c:pt idx="8937">
                  <c:v>7.0419037670098863</c:v>
                </c:pt>
                <c:pt idx="8938">
                  <c:v>7.0438374146549139</c:v>
                </c:pt>
                <c:pt idx="8939">
                  <c:v>7.0446795912896762</c:v>
                </c:pt>
                <c:pt idx="8940">
                  <c:v>7.04381541809237</c:v>
                </c:pt>
                <c:pt idx="8941">
                  <c:v>7.0412225831375457</c:v>
                </c:pt>
                <c:pt idx="8942">
                  <c:v>7.0405678109084029</c:v>
                </c:pt>
                <c:pt idx="8943">
                  <c:v>7.0414604456077834</c:v>
                </c:pt>
                <c:pt idx="8944">
                  <c:v>7.0406764534287829</c:v>
                </c:pt>
                <c:pt idx="8945">
                  <c:v>7.0392477806335645</c:v>
                </c:pt>
                <c:pt idx="8946">
                  <c:v>7.0396859773884799</c:v>
                </c:pt>
                <c:pt idx="8947">
                  <c:v>7.0406527223702673</c:v>
                </c:pt>
                <c:pt idx="8948">
                  <c:v>7.0406151941847082</c:v>
                </c:pt>
                <c:pt idx="8949">
                  <c:v>7.0395534461281315</c:v>
                </c:pt>
                <c:pt idx="8950">
                  <c:v>7.0378009744713728</c:v>
                </c:pt>
                <c:pt idx="8951">
                  <c:v>7.0387135558744225</c:v>
                </c:pt>
                <c:pt idx="8952">
                  <c:v>7.0396387517936265</c:v>
                </c:pt>
                <c:pt idx="8953">
                  <c:v>7.0392832589602481</c:v>
                </c:pt>
                <c:pt idx="8954">
                  <c:v>7.0399964521673315</c:v>
                </c:pt>
                <c:pt idx="8955">
                  <c:v>7.0409934719878899</c:v>
                </c:pt>
                <c:pt idx="8956">
                  <c:v>7.0419403491067349</c:v>
                </c:pt>
                <c:pt idx="8957">
                  <c:v>7.0420485974234852</c:v>
                </c:pt>
                <c:pt idx="8958">
                  <c:v>7.0397831091628689</c:v>
                </c:pt>
                <c:pt idx="8959">
                  <c:v>7.0395658241221089</c:v>
                </c:pt>
                <c:pt idx="8960">
                  <c:v>7.0412650782888413</c:v>
                </c:pt>
                <c:pt idx="8961">
                  <c:v>7.0411450827039213</c:v>
                </c:pt>
                <c:pt idx="8962">
                  <c:v>7.0397185386083034</c:v>
                </c:pt>
                <c:pt idx="8963">
                  <c:v>7.037948327788202</c:v>
                </c:pt>
                <c:pt idx="8964">
                  <c:v>7.0381712105205061</c:v>
                </c:pt>
                <c:pt idx="8965">
                  <c:v>7.0373304530188117</c:v>
                </c:pt>
                <c:pt idx="8966">
                  <c:v>7.036216512401646</c:v>
                </c:pt>
                <c:pt idx="8967">
                  <c:v>7.0351475898390072</c:v>
                </c:pt>
                <c:pt idx="8968">
                  <c:v>7.0353171762405591</c:v>
                </c:pt>
                <c:pt idx="8969">
                  <c:v>7.0357685393967104</c:v>
                </c:pt>
                <c:pt idx="8970">
                  <c:v>7.0356674655860232</c:v>
                </c:pt>
                <c:pt idx="8971">
                  <c:v>7.0354840032167019</c:v>
                </c:pt>
                <c:pt idx="8972">
                  <c:v>7.036065926615052</c:v>
                </c:pt>
                <c:pt idx="8973">
                  <c:v>7.0381483467099768</c:v>
                </c:pt>
                <c:pt idx="8974">
                  <c:v>7.0395306611583282</c:v>
                </c:pt>
                <c:pt idx="8975">
                  <c:v>7.0405084438417509</c:v>
                </c:pt>
                <c:pt idx="8976">
                  <c:v>7.0414827575332311</c:v>
                </c:pt>
                <c:pt idx="8977">
                  <c:v>7.0417960705782177</c:v>
                </c:pt>
                <c:pt idx="8978">
                  <c:v>7.0401932386193415</c:v>
                </c:pt>
                <c:pt idx="8979">
                  <c:v>7.0386185527996341</c:v>
                </c:pt>
                <c:pt idx="8980">
                  <c:v>7.0379277503587252</c:v>
                </c:pt>
                <c:pt idx="8981">
                  <c:v>7.0385185827591101</c:v>
                </c:pt>
                <c:pt idx="8982">
                  <c:v>7.0405585077027393</c:v>
                </c:pt>
                <c:pt idx="8983">
                  <c:v>7.0406698308078024</c:v>
                </c:pt>
                <c:pt idx="8984">
                  <c:v>7.0407206042353234</c:v>
                </c:pt>
                <c:pt idx="8985">
                  <c:v>7.0392693829924786</c:v>
                </c:pt>
                <c:pt idx="8986">
                  <c:v>7.0394360522871695</c:v>
                </c:pt>
                <c:pt idx="8987">
                  <c:v>7.0389495261672366</c:v>
                </c:pt>
                <c:pt idx="8988">
                  <c:v>7.037695012535675</c:v>
                </c:pt>
                <c:pt idx="8989">
                  <c:v>7.0381354956716438</c:v>
                </c:pt>
                <c:pt idx="8990">
                  <c:v>7.0389216953909708</c:v>
                </c:pt>
                <c:pt idx="8991">
                  <c:v>7.0382501300871976</c:v>
                </c:pt>
                <c:pt idx="8992">
                  <c:v>7.03570113057601</c:v>
                </c:pt>
                <c:pt idx="8993">
                  <c:v>7.0346379633863672</c:v>
                </c:pt>
                <c:pt idx="8994">
                  <c:v>7.0346344155536986</c:v>
                </c:pt>
                <c:pt idx="8995">
                  <c:v>7.0340208770242354</c:v>
                </c:pt>
                <c:pt idx="8996">
                  <c:v>7.0334476261057413</c:v>
                </c:pt>
                <c:pt idx="8997">
                  <c:v>7.0316086661725983</c:v>
                </c:pt>
                <c:pt idx="8998">
                  <c:v>7.031889969882843</c:v>
                </c:pt>
                <c:pt idx="8999">
                  <c:v>7.0337110329711914</c:v>
                </c:pt>
                <c:pt idx="9000">
                  <c:v>7.0331182295526578</c:v>
                </c:pt>
                <c:pt idx="9001">
                  <c:v>7.0316118198016371</c:v>
                </c:pt>
                <c:pt idx="9002">
                  <c:v>7.0330249609738402</c:v>
                </c:pt>
                <c:pt idx="9003">
                  <c:v>7.0361339661615601</c:v>
                </c:pt>
                <c:pt idx="9004">
                  <c:v>7.0351969441334612</c:v>
                </c:pt>
                <c:pt idx="9005">
                  <c:v>7.0348258408363424</c:v>
                </c:pt>
                <c:pt idx="9006">
                  <c:v>7.0346849524590418</c:v>
                </c:pt>
                <c:pt idx="9007">
                  <c:v>7.0357050726123083</c:v>
                </c:pt>
                <c:pt idx="9008">
                  <c:v>7.0364067550734006</c:v>
                </c:pt>
                <c:pt idx="9009">
                  <c:v>7.0373096390671561</c:v>
                </c:pt>
                <c:pt idx="9010">
                  <c:v>7.037851196013813</c:v>
                </c:pt>
                <c:pt idx="9011">
                  <c:v>7.0359736829656727</c:v>
                </c:pt>
                <c:pt idx="9012">
                  <c:v>7.035127721976064</c:v>
                </c:pt>
                <c:pt idx="9013">
                  <c:v>7.0349833646068216</c:v>
                </c:pt>
                <c:pt idx="9014">
                  <c:v>7.034254560935997</c:v>
                </c:pt>
                <c:pt idx="9015">
                  <c:v>7.0338916570743786</c:v>
                </c:pt>
                <c:pt idx="9016">
                  <c:v>7.0337924754411141</c:v>
                </c:pt>
                <c:pt idx="9017">
                  <c:v>7.0327676248442899</c:v>
                </c:pt>
                <c:pt idx="9018">
                  <c:v>7.032841419763793</c:v>
                </c:pt>
                <c:pt idx="9019">
                  <c:v>7.034458679575522</c:v>
                </c:pt>
                <c:pt idx="9020">
                  <c:v>7.0352711332565949</c:v>
                </c:pt>
                <c:pt idx="9021">
                  <c:v>7.0355047383276306</c:v>
                </c:pt>
                <c:pt idx="9022">
                  <c:v>7.0362521484097824</c:v>
                </c:pt>
                <c:pt idx="9023">
                  <c:v>7.0373846954382753</c:v>
                </c:pt>
                <c:pt idx="9024">
                  <c:v>7.0376784559832224</c:v>
                </c:pt>
                <c:pt idx="9025">
                  <c:v>7.0346004352008071</c:v>
                </c:pt>
                <c:pt idx="9026">
                  <c:v>7.0328608145823805</c:v>
                </c:pt>
                <c:pt idx="9027">
                  <c:v>7.0317506583200622</c:v>
                </c:pt>
                <c:pt idx="9028">
                  <c:v>7.0315646730475097</c:v>
                </c:pt>
                <c:pt idx="9029">
                  <c:v>7.0342913795550226</c:v>
                </c:pt>
                <c:pt idx="9030">
                  <c:v>7.0364885917469531</c:v>
                </c:pt>
                <c:pt idx="9031">
                  <c:v>7.0377675460035638</c:v>
                </c:pt>
                <c:pt idx="9032">
                  <c:v>7.0385822860656901</c:v>
                </c:pt>
                <c:pt idx="9033">
                  <c:v>7.0367481354168309</c:v>
                </c:pt>
                <c:pt idx="9034">
                  <c:v>7.0350719027420805</c:v>
                </c:pt>
                <c:pt idx="9035">
                  <c:v>7.035622841735127</c:v>
                </c:pt>
                <c:pt idx="9036">
                  <c:v>7.0352928932969618</c:v>
                </c:pt>
                <c:pt idx="9037">
                  <c:v>7.0339483435563475</c:v>
                </c:pt>
                <c:pt idx="9038">
                  <c:v>7.0344824894747635</c:v>
                </c:pt>
                <c:pt idx="9039">
                  <c:v>7.0344361311278956</c:v>
                </c:pt>
                <c:pt idx="9040">
                  <c:v>7.0311554896797492</c:v>
                </c:pt>
                <c:pt idx="9041">
                  <c:v>7.030153897097084</c:v>
                </c:pt>
                <c:pt idx="9042">
                  <c:v>7.0302602532364116</c:v>
                </c:pt>
                <c:pt idx="9043">
                  <c:v>7.0303148110187799</c:v>
                </c:pt>
                <c:pt idx="9044">
                  <c:v>7.0310500796291331</c:v>
                </c:pt>
                <c:pt idx="9045">
                  <c:v>7.0319617149434714</c:v>
                </c:pt>
                <c:pt idx="9046">
                  <c:v>7.0318807455179044</c:v>
                </c:pt>
                <c:pt idx="9047">
                  <c:v>7.0316461155174315</c:v>
                </c:pt>
                <c:pt idx="9048">
                  <c:v>7.0307688547596143</c:v>
                </c:pt>
                <c:pt idx="9049">
                  <c:v>7.0300056765322694</c:v>
                </c:pt>
                <c:pt idx="9050">
                  <c:v>7.0288650877497281</c:v>
                </c:pt>
                <c:pt idx="9051">
                  <c:v>7.0269295479272778</c:v>
                </c:pt>
                <c:pt idx="9052">
                  <c:v>7.0264277267065074</c:v>
                </c:pt>
                <c:pt idx="9053">
                  <c:v>7.0275390655797159</c:v>
                </c:pt>
                <c:pt idx="9054">
                  <c:v>7.0286057017613022</c:v>
                </c:pt>
                <c:pt idx="9055">
                  <c:v>7.0289961210362826</c:v>
                </c:pt>
                <c:pt idx="9056">
                  <c:v>7.0296807739005658</c:v>
                </c:pt>
                <c:pt idx="9057">
                  <c:v>7.0304836878537982</c:v>
                </c:pt>
                <c:pt idx="9058">
                  <c:v>7.0306827606868607</c:v>
                </c:pt>
                <c:pt idx="9059">
                  <c:v>7.029690550150586</c:v>
                </c:pt>
                <c:pt idx="9060">
                  <c:v>7.0293342689099481</c:v>
                </c:pt>
                <c:pt idx="9061">
                  <c:v>7.0297606395559686</c:v>
                </c:pt>
                <c:pt idx="9062">
                  <c:v>7.0291585329317714</c:v>
                </c:pt>
                <c:pt idx="9063">
                  <c:v>7.0277979785237861</c:v>
                </c:pt>
                <c:pt idx="9064">
                  <c:v>7.0271472271716675</c:v>
                </c:pt>
                <c:pt idx="9065">
                  <c:v>7.0286088553903401</c:v>
                </c:pt>
                <c:pt idx="9066">
                  <c:v>7.0286969993219701</c:v>
                </c:pt>
                <c:pt idx="9067">
                  <c:v>7.0277403459531058</c:v>
                </c:pt>
                <c:pt idx="9068">
                  <c:v>7.0267777006890677</c:v>
                </c:pt>
                <c:pt idx="9069">
                  <c:v>7.027103076365127</c:v>
                </c:pt>
                <c:pt idx="9070">
                  <c:v>7.0293717970955081</c:v>
                </c:pt>
                <c:pt idx="9071">
                  <c:v>7.0299336949494631</c:v>
                </c:pt>
                <c:pt idx="9072">
                  <c:v>7.0296681593844115</c:v>
                </c:pt>
                <c:pt idx="9073">
                  <c:v>7.0286619151989154</c:v>
                </c:pt>
                <c:pt idx="9074">
                  <c:v>7.0278353490278942</c:v>
                </c:pt>
                <c:pt idx="9075">
                  <c:v>7.0268160961226132</c:v>
                </c:pt>
                <c:pt idx="9076">
                  <c:v>7.0254079219161447</c:v>
                </c:pt>
                <c:pt idx="9077">
                  <c:v>7.0266520285718794</c:v>
                </c:pt>
                <c:pt idx="9078">
                  <c:v>7.0281985682524164</c:v>
                </c:pt>
                <c:pt idx="9079">
                  <c:v>7.0276023746826661</c:v>
                </c:pt>
                <c:pt idx="9080">
                  <c:v>7.025799918005645</c:v>
                </c:pt>
                <c:pt idx="9081">
                  <c:v>7.0236498525678428</c:v>
                </c:pt>
                <c:pt idx="9082">
                  <c:v>7.0233284977688077</c:v>
                </c:pt>
                <c:pt idx="9083">
                  <c:v>7.0245996467935479</c:v>
                </c:pt>
                <c:pt idx="9084">
                  <c:v>7.0253427994764976</c:v>
                </c:pt>
                <c:pt idx="9085">
                  <c:v>7.0241561677099922</c:v>
                </c:pt>
                <c:pt idx="9086">
                  <c:v>7.0226883899146939</c:v>
                </c:pt>
                <c:pt idx="9087">
                  <c:v>7.0238544442517226</c:v>
                </c:pt>
                <c:pt idx="9088">
                  <c:v>7.0255745912108356</c:v>
                </c:pt>
                <c:pt idx="9089">
                  <c:v>7.026354325990634</c:v>
                </c:pt>
                <c:pt idx="9090">
                  <c:v>7.0271430486131914</c:v>
                </c:pt>
                <c:pt idx="9091">
                  <c:v>7.0281589902079817</c:v>
                </c:pt>
                <c:pt idx="9092">
                  <c:v>7.0282617985146407</c:v>
                </c:pt>
                <c:pt idx="9093">
                  <c:v>7.0274984626058439</c:v>
                </c:pt>
                <c:pt idx="9094">
                  <c:v>7.0263018969078663</c:v>
                </c:pt>
                <c:pt idx="9095">
                  <c:v>7.0260150743468044</c:v>
                </c:pt>
                <c:pt idx="9096">
                  <c:v>7.0248259985177945</c:v>
                </c:pt>
                <c:pt idx="9097">
                  <c:v>7.0243517715511121</c:v>
                </c:pt>
                <c:pt idx="9098">
                  <c:v>7.0246466358662234</c:v>
                </c:pt>
                <c:pt idx="9099">
                  <c:v>7.025995364165313</c:v>
                </c:pt>
                <c:pt idx="9100">
                  <c:v>7.0285654141503331</c:v>
                </c:pt>
                <c:pt idx="9101">
                  <c:v>7.0288432488686352</c:v>
                </c:pt>
                <c:pt idx="9102">
                  <c:v>7.0268764092779765</c:v>
                </c:pt>
                <c:pt idx="9103">
                  <c:v>7.0276960374651134</c:v>
                </c:pt>
                <c:pt idx="9104">
                  <c:v>7.0286795755215312</c:v>
                </c:pt>
                <c:pt idx="9105">
                  <c:v>7.0276418738863748</c:v>
                </c:pt>
                <c:pt idx="9106">
                  <c:v>7.0264058878254154</c:v>
                </c:pt>
                <c:pt idx="9107">
                  <c:v>7.0255481795676378</c:v>
                </c:pt>
                <c:pt idx="9108">
                  <c:v>7.0256590296283452</c:v>
                </c:pt>
                <c:pt idx="9109">
                  <c:v>7.0264492502246965</c:v>
                </c:pt>
                <c:pt idx="9110">
                  <c:v>7.0268429808101676</c:v>
                </c:pt>
                <c:pt idx="9111">
                  <c:v>7.0258402844573391</c:v>
                </c:pt>
                <c:pt idx="9112">
                  <c:v>7.024796512086283</c:v>
                </c:pt>
                <c:pt idx="9113">
                  <c:v>7.0234484933537269</c:v>
                </c:pt>
                <c:pt idx="9114">
                  <c:v>7.0242044970750088</c:v>
                </c:pt>
                <c:pt idx="9115">
                  <c:v>7.0240528863589775</c:v>
                </c:pt>
                <c:pt idx="9116">
                  <c:v>7.0244411769343573</c:v>
                </c:pt>
                <c:pt idx="9117">
                  <c:v>7.0256896986707451</c:v>
                </c:pt>
                <c:pt idx="9118">
                  <c:v>7.0257370819470504</c:v>
                </c:pt>
                <c:pt idx="9119">
                  <c:v>7.0255902805153028</c:v>
                </c:pt>
                <c:pt idx="9120">
                  <c:v>7.0253222220470208</c:v>
                </c:pt>
                <c:pt idx="9121">
                  <c:v>7.0238024882133114</c:v>
                </c:pt>
                <c:pt idx="9122">
                  <c:v>7.022618694712941</c:v>
                </c:pt>
                <c:pt idx="9123">
                  <c:v>7.0233018496034312</c:v>
                </c:pt>
                <c:pt idx="9124">
                  <c:v>7.0258496665037296</c:v>
                </c:pt>
                <c:pt idx="9125">
                  <c:v>7.026381920244722</c:v>
                </c:pt>
                <c:pt idx="9126">
                  <c:v>7.0268149923524499</c:v>
                </c:pt>
                <c:pt idx="9127">
                  <c:v>7.0272054904681562</c:v>
                </c:pt>
                <c:pt idx="9128">
                  <c:v>7.0274115012851039</c:v>
                </c:pt>
                <c:pt idx="9129">
                  <c:v>7.0275645311342023</c:v>
                </c:pt>
                <c:pt idx="9130">
                  <c:v>7.0284264179504561</c:v>
                </c:pt>
                <c:pt idx="9131">
                  <c:v>7.0292211324681881</c:v>
                </c:pt>
                <c:pt idx="9132">
                  <c:v>7.0276319399549028</c:v>
                </c:pt>
                <c:pt idx="9133">
                  <c:v>7.0274963339062424</c:v>
                </c:pt>
                <c:pt idx="9134">
                  <c:v>7.0268660023021496</c:v>
                </c:pt>
                <c:pt idx="9135">
                  <c:v>7.0280889796433241</c:v>
                </c:pt>
                <c:pt idx="9136">
                  <c:v>7.0290142544032541</c:v>
                </c:pt>
                <c:pt idx="9137">
                  <c:v>7.0288190447657639</c:v>
                </c:pt>
                <c:pt idx="9138">
                  <c:v>7.0284060770431571</c:v>
                </c:pt>
                <c:pt idx="9139">
                  <c:v>7.0276105741181665</c:v>
                </c:pt>
                <c:pt idx="9140">
                  <c:v>7.0250491966130024</c:v>
                </c:pt>
                <c:pt idx="9141">
                  <c:v>7.0231701855910691</c:v>
                </c:pt>
                <c:pt idx="9142">
                  <c:v>7.0236273041202164</c:v>
                </c:pt>
                <c:pt idx="9143">
                  <c:v>7.0236248600577111</c:v>
                </c:pt>
                <c:pt idx="9144">
                  <c:v>7.0226543307210774</c:v>
                </c:pt>
                <c:pt idx="9145">
                  <c:v>7.0212715432283703</c:v>
                </c:pt>
                <c:pt idx="9146">
                  <c:v>7.0213196360712091</c:v>
                </c:pt>
                <c:pt idx="9147">
                  <c:v>7.0214873302953373</c:v>
                </c:pt>
                <c:pt idx="9148">
                  <c:v>7.0216609375739134</c:v>
                </c:pt>
                <c:pt idx="9149">
                  <c:v>7.0221247575647681</c:v>
                </c:pt>
                <c:pt idx="9150">
                  <c:v>7.0231061669215853</c:v>
                </c:pt>
                <c:pt idx="9151">
                  <c:v>7.0243102224885288</c:v>
                </c:pt>
                <c:pt idx="9152">
                  <c:v>7.02407961336508</c:v>
                </c:pt>
                <c:pt idx="9153">
                  <c:v>7.0243682492628396</c:v>
                </c:pt>
                <c:pt idx="9154">
                  <c:v>7.0243118781437737</c:v>
                </c:pt>
                <c:pt idx="9155">
                  <c:v>7.0239277661268709</c:v>
                </c:pt>
                <c:pt idx="9156">
                  <c:v>7.0227144861949888</c:v>
                </c:pt>
                <c:pt idx="9157">
                  <c:v>7.0212853403554139</c:v>
                </c:pt>
                <c:pt idx="9158">
                  <c:v>7.0224504486037311</c:v>
                </c:pt>
                <c:pt idx="9159">
                  <c:v>7.023209369431874</c:v>
                </c:pt>
                <c:pt idx="9160">
                  <c:v>7.0226615840678663</c:v>
                </c:pt>
                <c:pt idx="9161">
                  <c:v>7.0229168703385421</c:v>
                </c:pt>
                <c:pt idx="9162">
                  <c:v>7.0238056418423502</c:v>
                </c:pt>
                <c:pt idx="9163">
                  <c:v>7.0224313691480473</c:v>
                </c:pt>
                <c:pt idx="9164">
                  <c:v>7.0212493101436477</c:v>
                </c:pt>
                <c:pt idx="9165">
                  <c:v>7.0203528910894208</c:v>
                </c:pt>
                <c:pt idx="9166">
                  <c:v>7.0199942446270045</c:v>
                </c:pt>
                <c:pt idx="9167">
                  <c:v>7.0221917721818379</c:v>
                </c:pt>
                <c:pt idx="9168">
                  <c:v>7.0242126176697832</c:v>
                </c:pt>
                <c:pt idx="9169">
                  <c:v>7.0262334631577286</c:v>
                </c:pt>
                <c:pt idx="9170">
                  <c:v>7.0271898011636891</c:v>
                </c:pt>
                <c:pt idx="9171">
                  <c:v>7.0287275895236441</c:v>
                </c:pt>
                <c:pt idx="9172">
                  <c:v>7.0282954635046275</c:v>
                </c:pt>
                <c:pt idx="9173">
                  <c:v>7.0286340055819236</c:v>
                </c:pt>
                <c:pt idx="9174">
                  <c:v>7.0321576341474952</c:v>
                </c:pt>
                <c:pt idx="9175">
                  <c:v>7.0321834150648863</c:v>
                </c:pt>
                <c:pt idx="9176">
                  <c:v>7.0297488922877998</c:v>
                </c:pt>
                <c:pt idx="9177">
                  <c:v>7.0267718664753467</c:v>
                </c:pt>
                <c:pt idx="9178">
                  <c:v>7.0242147463693847</c:v>
                </c:pt>
                <c:pt idx="9179">
                  <c:v>7.0231216985446006</c:v>
                </c:pt>
                <c:pt idx="9180">
                  <c:v>7.0229340576168022</c:v>
                </c:pt>
                <c:pt idx="9181">
                  <c:v>7.0241199009760482</c:v>
                </c:pt>
                <c:pt idx="9182">
                  <c:v>7.0257236001829106</c:v>
                </c:pt>
                <c:pt idx="9183">
                  <c:v>7.0265533988236966</c:v>
                </c:pt>
                <c:pt idx="9184">
                  <c:v>7.0254744634888597</c:v>
                </c:pt>
                <c:pt idx="9185">
                  <c:v>7.0233240826881538</c:v>
                </c:pt>
                <c:pt idx="9186">
                  <c:v>7.0223708194705061</c:v>
                </c:pt>
                <c:pt idx="9187">
                  <c:v>7.0211815071193175</c:v>
                </c:pt>
                <c:pt idx="9188">
                  <c:v>7.0216305050536905</c:v>
                </c:pt>
                <c:pt idx="9189">
                  <c:v>7.0235188192812883</c:v>
                </c:pt>
                <c:pt idx="9190">
                  <c:v>7.0242893296961482</c:v>
                </c:pt>
                <c:pt idx="9191">
                  <c:v>7.02588522367114</c:v>
                </c:pt>
                <c:pt idx="9192">
                  <c:v>7.0257085416042511</c:v>
                </c:pt>
                <c:pt idx="9193">
                  <c:v>7.0243689588293732</c:v>
                </c:pt>
                <c:pt idx="9194">
                  <c:v>7.0235427868619817</c:v>
                </c:pt>
                <c:pt idx="9195">
                  <c:v>7.0214103029060695</c:v>
                </c:pt>
                <c:pt idx="9196">
                  <c:v>7.0212873902142894</c:v>
                </c:pt>
                <c:pt idx="9197">
                  <c:v>7.0243994701903212</c:v>
                </c:pt>
                <c:pt idx="9198">
                  <c:v>7.0250673299799749</c:v>
                </c:pt>
                <c:pt idx="9199">
                  <c:v>7.0241082325486053</c:v>
                </c:pt>
                <c:pt idx="9200">
                  <c:v>7.0215710591463125</c:v>
                </c:pt>
                <c:pt idx="9201">
                  <c:v>7.0215537141866005</c:v>
                </c:pt>
                <c:pt idx="9202">
                  <c:v>7.0227998707012098</c:v>
                </c:pt>
                <c:pt idx="9203">
                  <c:v>7.0239424305018998</c:v>
                </c:pt>
                <c:pt idx="9204">
                  <c:v>7.0235486210757028</c:v>
                </c:pt>
                <c:pt idx="9205">
                  <c:v>7.0214989198820543</c:v>
                </c:pt>
                <c:pt idx="9206">
                  <c:v>7.0203051136094858</c:v>
                </c:pt>
                <c:pt idx="9207">
                  <c:v>7.0211847395890823</c:v>
                </c:pt>
                <c:pt idx="9208">
                  <c:v>7.0209225153345214</c:v>
                </c:pt>
                <c:pt idx="9209">
                  <c:v>7.020975180939466</c:v>
                </c:pt>
                <c:pt idx="9210">
                  <c:v>7.0215954209306357</c:v>
                </c:pt>
                <c:pt idx="9211">
                  <c:v>7.0205000078840722</c:v>
                </c:pt>
                <c:pt idx="9212">
                  <c:v>7.0198975858969712</c:v>
                </c:pt>
                <c:pt idx="9213">
                  <c:v>7.0208872735300147</c:v>
                </c:pt>
                <c:pt idx="9214">
                  <c:v>7.0209058011006169</c:v>
                </c:pt>
                <c:pt idx="9215">
                  <c:v>7.0199537204938585</c:v>
                </c:pt>
                <c:pt idx="9216">
                  <c:v>7.0196827449187156</c:v>
                </c:pt>
                <c:pt idx="9217">
                  <c:v>7.0218606411327835</c:v>
                </c:pt>
                <c:pt idx="9218">
                  <c:v>7.022772039924944</c:v>
                </c:pt>
                <c:pt idx="9219">
                  <c:v>7.0213721439947019</c:v>
                </c:pt>
                <c:pt idx="9220">
                  <c:v>7.0202650625206955</c:v>
                </c:pt>
                <c:pt idx="9221">
                  <c:v>7.0191400842018954</c:v>
                </c:pt>
                <c:pt idx="9222">
                  <c:v>7.0193249657042838</c:v>
                </c:pt>
                <c:pt idx="9223">
                  <c:v>7.0197157003421689</c:v>
                </c:pt>
                <c:pt idx="9224">
                  <c:v>7.0186530850376068</c:v>
                </c:pt>
                <c:pt idx="9225">
                  <c:v>7.0164356107791042</c:v>
                </c:pt>
                <c:pt idx="9226">
                  <c:v>7.0155934341443418</c:v>
                </c:pt>
                <c:pt idx="9227">
                  <c:v>7.0164979737933431</c:v>
                </c:pt>
                <c:pt idx="9228">
                  <c:v>7.0155231870575063</c:v>
                </c:pt>
                <c:pt idx="9229">
                  <c:v>7.0148580866932626</c:v>
                </c:pt>
                <c:pt idx="9230">
                  <c:v>7.0156447594569453</c:v>
                </c:pt>
                <c:pt idx="9231">
                  <c:v>7.0160687648811866</c:v>
                </c:pt>
                <c:pt idx="9232">
                  <c:v>7.0158597581166529</c:v>
                </c:pt>
                <c:pt idx="9233">
                  <c:v>7.0176602437755244</c:v>
                </c:pt>
                <c:pt idx="9234">
                  <c:v>7.0186474873460636</c:v>
                </c:pt>
                <c:pt idx="9235">
                  <c:v>7.0202435390025073</c:v>
                </c:pt>
                <c:pt idx="9236">
                  <c:v>7.0223512669704666</c:v>
                </c:pt>
                <c:pt idx="9237">
                  <c:v>7.0216387833299168</c:v>
                </c:pt>
                <c:pt idx="9238">
                  <c:v>7.0210275311815069</c:v>
                </c:pt>
                <c:pt idx="9239">
                  <c:v>7.0213339062426083</c:v>
                </c:pt>
                <c:pt idx="9240">
                  <c:v>7.0227376653684228</c:v>
                </c:pt>
                <c:pt idx="9241">
                  <c:v>7.0229008656711711</c:v>
                </c:pt>
                <c:pt idx="9242">
                  <c:v>7.0228685409735254</c:v>
                </c:pt>
                <c:pt idx="9243">
                  <c:v>7.0240077106229997</c:v>
                </c:pt>
                <c:pt idx="9244">
                  <c:v>7.0236020750879078</c:v>
                </c:pt>
                <c:pt idx="9245">
                  <c:v>7.0231666377584006</c:v>
                </c:pt>
                <c:pt idx="9246">
                  <c:v>7.0225427710938364</c:v>
                </c:pt>
                <c:pt idx="9247">
                  <c:v>7.0221029186836752</c:v>
                </c:pt>
                <c:pt idx="9248">
                  <c:v>7.0215894290354628</c:v>
                </c:pt>
                <c:pt idx="9249">
                  <c:v>7.0202612781658491</c:v>
                </c:pt>
                <c:pt idx="9250">
                  <c:v>7.0198498084170362</c:v>
                </c:pt>
                <c:pt idx="9251">
                  <c:v>7.0200473044355789</c:v>
                </c:pt>
                <c:pt idx="9252">
                  <c:v>7.0202374682666076</c:v>
                </c:pt>
                <c:pt idx="9253">
                  <c:v>7.0194902158659076</c:v>
                </c:pt>
                <c:pt idx="9254">
                  <c:v>7.0202862706759808</c:v>
                </c:pt>
                <c:pt idx="9255">
                  <c:v>7.0209987543165298</c:v>
                </c:pt>
                <c:pt idx="9256">
                  <c:v>7.0215144515050696</c:v>
                </c:pt>
                <c:pt idx="9257">
                  <c:v>7.020448209527113</c:v>
                </c:pt>
                <c:pt idx="9258">
                  <c:v>7.0188337879815199</c:v>
                </c:pt>
                <c:pt idx="9259">
                  <c:v>7.0190360144436212</c:v>
                </c:pt>
                <c:pt idx="9260">
                  <c:v>7.0204035856762168</c:v>
                </c:pt>
                <c:pt idx="9261">
                  <c:v>7.021052050647282</c:v>
                </c:pt>
                <c:pt idx="9262">
                  <c:v>7.0204251880351318</c:v>
                </c:pt>
                <c:pt idx="9263">
                  <c:v>7.0192671754521516</c:v>
                </c:pt>
                <c:pt idx="9264">
                  <c:v>7.0183987448556424</c:v>
                </c:pt>
                <c:pt idx="9265">
                  <c:v>7.0180713193207085</c:v>
                </c:pt>
                <c:pt idx="9266">
                  <c:v>7.0177923019915172</c:v>
                </c:pt>
                <c:pt idx="9267">
                  <c:v>7.0171793941878615</c:v>
                </c:pt>
                <c:pt idx="9268">
                  <c:v>7.0166296378057051</c:v>
                </c:pt>
                <c:pt idx="9269">
                  <c:v>7.0161934120689384</c:v>
                </c:pt>
                <c:pt idx="9270">
                  <c:v>7.0170399249436288</c:v>
                </c:pt>
                <c:pt idx="9271">
                  <c:v>7.0193449912486798</c:v>
                </c:pt>
                <c:pt idx="9272">
                  <c:v>7.0206714864630477</c:v>
                </c:pt>
                <c:pt idx="9273">
                  <c:v>7.0202217789621404</c:v>
                </c:pt>
                <c:pt idx="9274">
                  <c:v>7.0204552263517241</c:v>
                </c:pt>
                <c:pt idx="9275">
                  <c:v>7.0197714407354264</c:v>
                </c:pt>
                <c:pt idx="9276">
                  <c:v>7.0174082688153394</c:v>
                </c:pt>
                <c:pt idx="9277">
                  <c:v>7.017967801447516</c:v>
                </c:pt>
                <c:pt idx="9278">
                  <c:v>7.020802913953232</c:v>
                </c:pt>
                <c:pt idx="9279">
                  <c:v>7.0214836247812169</c:v>
                </c:pt>
                <c:pt idx="9280">
                  <c:v>7.0207538750216809</c:v>
                </c:pt>
                <c:pt idx="9281">
                  <c:v>7.021201138460083</c:v>
                </c:pt>
                <c:pt idx="9282">
                  <c:v>7.0221228653873444</c:v>
                </c:pt>
                <c:pt idx="9283">
                  <c:v>7.0223265109825128</c:v>
                </c:pt>
                <c:pt idx="9284">
                  <c:v>7.022068465286428</c:v>
                </c:pt>
                <c:pt idx="9285">
                  <c:v>7.0222833851054096</c:v>
                </c:pt>
                <c:pt idx="9286">
                  <c:v>7.0228546650057551</c:v>
                </c:pt>
                <c:pt idx="9287">
                  <c:v>7.0234149860451911</c:v>
                </c:pt>
                <c:pt idx="9288">
                  <c:v>7.0230695059840107</c:v>
                </c:pt>
                <c:pt idx="9289">
                  <c:v>7.022560825620082</c:v>
                </c:pt>
                <c:pt idx="9290">
                  <c:v>7.024482174111859</c:v>
                </c:pt>
                <c:pt idx="9291">
                  <c:v>7.02641810813794</c:v>
                </c:pt>
                <c:pt idx="9292">
                  <c:v>7.0262840000630726</c:v>
                </c:pt>
                <c:pt idx="9293">
                  <c:v>7.0249616045664549</c:v>
                </c:pt>
                <c:pt idx="9294">
                  <c:v>7.0217188066667715</c:v>
                </c:pt>
                <c:pt idx="9295">
                  <c:v>7.0189071886973933</c:v>
                </c:pt>
                <c:pt idx="9296">
                  <c:v>7.0198483104432423</c:v>
                </c:pt>
                <c:pt idx="9297">
                  <c:v>7.0234634730916605</c:v>
                </c:pt>
                <c:pt idx="9298">
                  <c:v>7.0249682271874363</c:v>
                </c:pt>
                <c:pt idx="9299">
                  <c:v>7.0245511597470793</c:v>
                </c:pt>
                <c:pt idx="9300">
                  <c:v>7.0247480250398144</c:v>
                </c:pt>
                <c:pt idx="9301">
                  <c:v>7.024951434112805</c:v>
                </c:pt>
                <c:pt idx="9302">
                  <c:v>7.0247279994954193</c:v>
                </c:pt>
                <c:pt idx="9303">
                  <c:v>7.0241594001797569</c:v>
                </c:pt>
                <c:pt idx="9304">
                  <c:v>7.0228400794714521</c:v>
                </c:pt>
                <c:pt idx="9305">
                  <c:v>7.0225036660937574</c:v>
                </c:pt>
                <c:pt idx="9306">
                  <c:v>7.022607026285498</c:v>
                </c:pt>
                <c:pt idx="9307">
                  <c:v>7.0224037748939594</c:v>
                </c:pt>
                <c:pt idx="9308">
                  <c:v>7.0219226099433927</c:v>
                </c:pt>
                <c:pt idx="9309">
                  <c:v>7.0206280452230407</c:v>
                </c:pt>
                <c:pt idx="9310">
                  <c:v>7.0191739068733341</c:v>
                </c:pt>
                <c:pt idx="9311">
                  <c:v>7.01960839811413</c:v>
                </c:pt>
                <c:pt idx="9312">
                  <c:v>7.0208712688626438</c:v>
                </c:pt>
                <c:pt idx="9313">
                  <c:v>7.020894132673174</c:v>
                </c:pt>
                <c:pt idx="9314">
                  <c:v>7.0200940569860766</c:v>
                </c:pt>
                <c:pt idx="9315">
                  <c:v>7.0199057064917456</c:v>
                </c:pt>
                <c:pt idx="9316">
                  <c:v>7.019770415805989</c:v>
                </c:pt>
                <c:pt idx="9317">
                  <c:v>7.020853687380753</c:v>
                </c:pt>
                <c:pt idx="9318">
                  <c:v>7.0203831659281919</c:v>
                </c:pt>
                <c:pt idx="9319">
                  <c:v>7.0185915892713542</c:v>
                </c:pt>
                <c:pt idx="9320">
                  <c:v>7.0186558444630158</c:v>
                </c:pt>
                <c:pt idx="9321">
                  <c:v>7.0184248411359373</c:v>
                </c:pt>
                <c:pt idx="9322">
                  <c:v>7.0190767750989451</c:v>
                </c:pt>
                <c:pt idx="9323">
                  <c:v>7.0199902237499803</c:v>
                </c:pt>
                <c:pt idx="9324">
                  <c:v>7.0200842018953313</c:v>
                </c:pt>
                <c:pt idx="9325">
                  <c:v>7.0212422144783107</c:v>
                </c:pt>
                <c:pt idx="9326">
                  <c:v>7.0220559296109997</c:v>
                </c:pt>
                <c:pt idx="9327">
                  <c:v>7.0220157208407574</c:v>
                </c:pt>
                <c:pt idx="9328">
                  <c:v>7.0210738106876489</c:v>
                </c:pt>
                <c:pt idx="9329">
                  <c:v>7.0205109667449817</c:v>
                </c:pt>
                <c:pt idx="9330">
                  <c:v>7.0203577003737054</c:v>
                </c:pt>
                <c:pt idx="9331">
                  <c:v>7.0209886627036058</c:v>
                </c:pt>
                <c:pt idx="9332">
                  <c:v>7.022708336618364</c:v>
                </c:pt>
                <c:pt idx="9333">
                  <c:v>7.0219494157902203</c:v>
                </c:pt>
                <c:pt idx="9334">
                  <c:v>7.0200111953830868</c:v>
                </c:pt>
                <c:pt idx="9335">
                  <c:v>7.0197224018038762</c:v>
                </c:pt>
                <c:pt idx="9336">
                  <c:v>7.019858875100522</c:v>
                </c:pt>
                <c:pt idx="9337">
                  <c:v>7.0211493401031237</c:v>
                </c:pt>
                <c:pt idx="9338">
                  <c:v>7.0223283243192105</c:v>
                </c:pt>
                <c:pt idx="9339">
                  <c:v>7.0244168939907601</c:v>
                </c:pt>
                <c:pt idx="9340">
                  <c:v>7.0254730443557927</c:v>
                </c:pt>
                <c:pt idx="9341">
                  <c:v>7.0253479241236851</c:v>
                </c:pt>
                <c:pt idx="9342">
                  <c:v>7.024434396631924</c:v>
                </c:pt>
                <c:pt idx="9343">
                  <c:v>7.0248654188807773</c:v>
                </c:pt>
                <c:pt idx="9344">
                  <c:v>7.0248148031347073</c:v>
                </c:pt>
                <c:pt idx="9345">
                  <c:v>7.0219770888850341</c:v>
                </c:pt>
                <c:pt idx="9346">
                  <c:v>7.0203122881155489</c:v>
                </c:pt>
                <c:pt idx="9347">
                  <c:v>7.0207248616345259</c:v>
                </c:pt>
                <c:pt idx="9348">
                  <c:v>7.0213985556379006</c:v>
                </c:pt>
                <c:pt idx="9349">
                  <c:v>7.021857093300115</c:v>
                </c:pt>
                <c:pt idx="9350">
                  <c:v>7.0217386745297148</c:v>
                </c:pt>
                <c:pt idx="9351">
                  <c:v>7.0211946735205535</c:v>
                </c:pt>
                <c:pt idx="9352">
                  <c:v>7.0204434790835553</c:v>
                </c:pt>
                <c:pt idx="9353">
                  <c:v>7.0198596635077815</c:v>
                </c:pt>
                <c:pt idx="9354">
                  <c:v>7.0190237152903707</c:v>
                </c:pt>
                <c:pt idx="9355">
                  <c:v>7.0200671722985222</c:v>
                </c:pt>
                <c:pt idx="9356">
                  <c:v>7.0213782935713276</c:v>
                </c:pt>
                <c:pt idx="9357">
                  <c:v>7.0200607861997195</c:v>
                </c:pt>
                <c:pt idx="9358">
                  <c:v>7.0177069963260221</c:v>
                </c:pt>
                <c:pt idx="9359">
                  <c:v>7.0174887651965498</c:v>
                </c:pt>
                <c:pt idx="9360">
                  <c:v>7.0199698828426813</c:v>
                </c:pt>
                <c:pt idx="9361">
                  <c:v>7.0223285608413883</c:v>
                </c:pt>
                <c:pt idx="9362">
                  <c:v>7.0224651129787601</c:v>
                </c:pt>
                <c:pt idx="9363">
                  <c:v>7.0218018259512132</c:v>
                </c:pt>
                <c:pt idx="9364">
                  <c:v>7.0202585975811669</c:v>
                </c:pt>
                <c:pt idx="9365">
                  <c:v>7.0193155836578942</c:v>
                </c:pt>
                <c:pt idx="9366">
                  <c:v>7.0173672716378368</c:v>
                </c:pt>
                <c:pt idx="9367">
                  <c:v>7.0164361626641858</c:v>
                </c:pt>
                <c:pt idx="9368">
                  <c:v>7.0187879026790077</c:v>
                </c:pt>
                <c:pt idx="9369">
                  <c:v>7.0210462952742869</c:v>
                </c:pt>
                <c:pt idx="9370">
                  <c:v>7.020329554234535</c:v>
                </c:pt>
                <c:pt idx="9371">
                  <c:v>7.0189522067519201</c:v>
                </c:pt>
                <c:pt idx="9372">
                  <c:v>7.019257872246488</c:v>
                </c:pt>
                <c:pt idx="9373">
                  <c:v>7.0203044828836783</c:v>
                </c:pt>
                <c:pt idx="9374">
                  <c:v>7.0214537441460765</c:v>
                </c:pt>
                <c:pt idx="9375">
                  <c:v>7.0218190920702002</c:v>
                </c:pt>
                <c:pt idx="9376">
                  <c:v>7.0207113010296602</c:v>
                </c:pt>
                <c:pt idx="9377">
                  <c:v>7.0200238887399671</c:v>
                </c:pt>
                <c:pt idx="9378">
                  <c:v>7.0207508790740949</c:v>
                </c:pt>
                <c:pt idx="9379">
                  <c:v>7.0192551128210789</c:v>
                </c:pt>
                <c:pt idx="9380">
                  <c:v>7.020061574606979</c:v>
                </c:pt>
                <c:pt idx="9381">
                  <c:v>7.0231442469922261</c:v>
                </c:pt>
                <c:pt idx="9382">
                  <c:v>7.0234250776581151</c:v>
                </c:pt>
                <c:pt idx="9383">
                  <c:v>7.0225542818398274</c:v>
                </c:pt>
                <c:pt idx="9384">
                  <c:v>7.0225858969709396</c:v>
                </c:pt>
                <c:pt idx="9385">
                  <c:v>7.0227477569813459</c:v>
                </c:pt>
                <c:pt idx="9386">
                  <c:v>7.0212666551033598</c:v>
                </c:pt>
                <c:pt idx="9387">
                  <c:v>7.0203737050410764</c:v>
                </c:pt>
                <c:pt idx="9388">
                  <c:v>7.0194560778315651</c:v>
                </c:pt>
                <c:pt idx="9389">
                  <c:v>7.0188426181428278</c:v>
                </c:pt>
                <c:pt idx="9390">
                  <c:v>7.0172896135227614</c:v>
                </c:pt>
                <c:pt idx="9391">
                  <c:v>7.0166908182090539</c:v>
                </c:pt>
                <c:pt idx="9392">
                  <c:v>7.0171767136031793</c:v>
                </c:pt>
                <c:pt idx="9393">
                  <c:v>7.0183013765590756</c:v>
                </c:pt>
                <c:pt idx="9394">
                  <c:v>7.0201363156151944</c:v>
                </c:pt>
                <c:pt idx="9395">
                  <c:v>7.0211332565950269</c:v>
                </c:pt>
                <c:pt idx="9396">
                  <c:v>7.0202687680348159</c:v>
                </c:pt>
                <c:pt idx="9397">
                  <c:v>7.0200532963307527</c:v>
                </c:pt>
                <c:pt idx="9398">
                  <c:v>7.0218997461328625</c:v>
                </c:pt>
                <c:pt idx="9399">
                  <c:v>7.0224368879988646</c:v>
                </c:pt>
                <c:pt idx="9400">
                  <c:v>7.0207832037717406</c:v>
                </c:pt>
                <c:pt idx="9401">
                  <c:v>7.0199653889213014</c:v>
                </c:pt>
                <c:pt idx="9402">
                  <c:v>7.0197942257052306</c:v>
                </c:pt>
                <c:pt idx="9403">
                  <c:v>7.0186705088380457</c:v>
                </c:pt>
                <c:pt idx="9404">
                  <c:v>7.0189488166007035</c:v>
                </c:pt>
                <c:pt idx="9405">
                  <c:v>7.0178657027073905</c:v>
                </c:pt>
                <c:pt idx="9406">
                  <c:v>7.0165200491966129</c:v>
                </c:pt>
                <c:pt idx="9407">
                  <c:v>7.0165894290354629</c:v>
                </c:pt>
                <c:pt idx="9408">
                  <c:v>7.0187804916507668</c:v>
                </c:pt>
                <c:pt idx="9409">
                  <c:v>7.0214630473517401</c:v>
                </c:pt>
                <c:pt idx="9410">
                  <c:v>7.0238937857739794</c:v>
                </c:pt>
                <c:pt idx="9411">
                  <c:v>7.0254877875715476</c:v>
                </c:pt>
                <c:pt idx="9412">
                  <c:v>7.0254876298900957</c:v>
                </c:pt>
                <c:pt idx="9413">
                  <c:v>7.0256689635598164</c:v>
                </c:pt>
                <c:pt idx="9414">
                  <c:v>7.0244091675996154</c:v>
                </c:pt>
                <c:pt idx="9415">
                  <c:v>7.0217956763745883</c:v>
                </c:pt>
                <c:pt idx="9416">
                  <c:v>7.0206904870780047</c:v>
                </c:pt>
                <c:pt idx="9417">
                  <c:v>7.0203707090934895</c:v>
                </c:pt>
                <c:pt idx="9418">
                  <c:v>7.019366593607594</c:v>
                </c:pt>
                <c:pt idx="9419">
                  <c:v>7.0187172613885425</c:v>
                </c:pt>
                <c:pt idx="9420">
                  <c:v>7.0196813257856476</c:v>
                </c:pt>
                <c:pt idx="9421">
                  <c:v>7.0198445260883959</c:v>
                </c:pt>
                <c:pt idx="9422">
                  <c:v>7.0185661237168668</c:v>
                </c:pt>
                <c:pt idx="9423">
                  <c:v>7.0175871584225549</c:v>
                </c:pt>
                <c:pt idx="9424">
                  <c:v>7.0173015973131081</c:v>
                </c:pt>
                <c:pt idx="9425">
                  <c:v>7.0182964884340651</c:v>
                </c:pt>
                <c:pt idx="9426">
                  <c:v>7.019936927419228</c:v>
                </c:pt>
                <c:pt idx="9427">
                  <c:v>7.0211766978350338</c:v>
                </c:pt>
                <c:pt idx="9428">
                  <c:v>7.022386981819329</c:v>
                </c:pt>
                <c:pt idx="9429">
                  <c:v>7.0226979296425363</c:v>
                </c:pt>
                <c:pt idx="9430">
                  <c:v>7.021212649206074</c:v>
                </c:pt>
                <c:pt idx="9431">
                  <c:v>7.0209127390845012</c:v>
                </c:pt>
                <c:pt idx="9432">
                  <c:v>7.0227688862959052</c:v>
                </c:pt>
                <c:pt idx="9433">
                  <c:v>7.0229035462558542</c:v>
                </c:pt>
                <c:pt idx="9434">
                  <c:v>7.0221219192986331</c:v>
                </c:pt>
                <c:pt idx="9435">
                  <c:v>7.0223356565067254</c:v>
                </c:pt>
                <c:pt idx="9436">
                  <c:v>7.0205553540737</c:v>
                </c:pt>
                <c:pt idx="9437">
                  <c:v>7.0174459546823504</c:v>
                </c:pt>
                <c:pt idx="9438">
                  <c:v>7.0157206830760499</c:v>
                </c:pt>
                <c:pt idx="9439">
                  <c:v>7.0176414796827453</c:v>
                </c:pt>
                <c:pt idx="9440">
                  <c:v>7.019030732114981</c:v>
                </c:pt>
                <c:pt idx="9441">
                  <c:v>7.0193893785773982</c:v>
                </c:pt>
                <c:pt idx="9442">
                  <c:v>7.0197298916728421</c:v>
                </c:pt>
                <c:pt idx="9443">
                  <c:v>7.0214885129062266</c:v>
                </c:pt>
                <c:pt idx="9444">
                  <c:v>7.0227051829893252</c:v>
                </c:pt>
                <c:pt idx="9445">
                  <c:v>7.0218974597518091</c:v>
                </c:pt>
                <c:pt idx="9446">
                  <c:v>7.0215270660212239</c:v>
                </c:pt>
                <c:pt idx="9447">
                  <c:v>7.0219185890663685</c:v>
                </c:pt>
                <c:pt idx="9448">
                  <c:v>7.0229857771330355</c:v>
                </c:pt>
                <c:pt idx="9449">
                  <c:v>7.0240755136473298</c:v>
                </c:pt>
                <c:pt idx="9450">
                  <c:v>7.0238383607436257</c:v>
                </c:pt>
                <c:pt idx="9451">
                  <c:v>7.0231653763067854</c:v>
                </c:pt>
                <c:pt idx="9452">
                  <c:v>7.0246228259669818</c:v>
                </c:pt>
                <c:pt idx="9453">
                  <c:v>7.0237622006023432</c:v>
                </c:pt>
                <c:pt idx="9454">
                  <c:v>7.0218937542376887</c:v>
                </c:pt>
                <c:pt idx="9455">
                  <c:v>7.0212050016556553</c:v>
                </c:pt>
                <c:pt idx="9456">
                  <c:v>7.0214607609706867</c:v>
                </c:pt>
                <c:pt idx="9457">
                  <c:v>7.0212882574622748</c:v>
                </c:pt>
                <c:pt idx="9458">
                  <c:v>7.0208872735300147</c:v>
                </c:pt>
                <c:pt idx="9459">
                  <c:v>7.0198381399895933</c:v>
                </c:pt>
                <c:pt idx="9460">
                  <c:v>7.0209560226430563</c:v>
                </c:pt>
                <c:pt idx="9461">
                  <c:v>7.0225276336744509</c:v>
                </c:pt>
                <c:pt idx="9462">
                  <c:v>7.0236265945536829</c:v>
                </c:pt>
                <c:pt idx="9463">
                  <c:v>7.0245059051703747</c:v>
                </c:pt>
                <c:pt idx="9464">
                  <c:v>7.0235090430312681</c:v>
                </c:pt>
                <c:pt idx="9465">
                  <c:v>7.0219209542881469</c:v>
                </c:pt>
                <c:pt idx="9466">
                  <c:v>7.0210811428751638</c:v>
                </c:pt>
                <c:pt idx="9467">
                  <c:v>7.0196216433560918</c:v>
                </c:pt>
                <c:pt idx="9468">
                  <c:v>7.0176857881707377</c:v>
                </c:pt>
                <c:pt idx="9469">
                  <c:v>7.0179857771330356</c:v>
                </c:pt>
                <c:pt idx="9470">
                  <c:v>7.0202537094561563</c:v>
                </c:pt>
                <c:pt idx="9471">
                  <c:v>7.0211506015547389</c:v>
                </c:pt>
                <c:pt idx="9472">
                  <c:v>7.0207898263927211</c:v>
                </c:pt>
                <c:pt idx="9473">
                  <c:v>7.0201783377221334</c:v>
                </c:pt>
                <c:pt idx="9474">
                  <c:v>7.0212042132483958</c:v>
                </c:pt>
                <c:pt idx="9475">
                  <c:v>7.0198722780239358</c:v>
                </c:pt>
                <c:pt idx="9476">
                  <c:v>7.0176849209227514</c:v>
                </c:pt>
                <c:pt idx="9477">
                  <c:v>7.0166333433198256</c:v>
                </c:pt>
                <c:pt idx="9478">
                  <c:v>7.016430091928286</c:v>
                </c:pt>
                <c:pt idx="9479">
                  <c:v>7.0166141850234158</c:v>
                </c:pt>
                <c:pt idx="9480">
                  <c:v>7.0177511471325627</c:v>
                </c:pt>
                <c:pt idx="9481">
                  <c:v>7.0186224159952069</c:v>
                </c:pt>
                <c:pt idx="9482">
                  <c:v>7.0201485359277189</c:v>
                </c:pt>
                <c:pt idx="9483">
                  <c:v>7.0193022595752064</c:v>
                </c:pt>
                <c:pt idx="9484">
                  <c:v>7.0175292893296959</c:v>
                </c:pt>
                <c:pt idx="9485">
                  <c:v>7.0168470016871911</c:v>
                </c:pt>
                <c:pt idx="9486">
                  <c:v>7.0183430044623849</c:v>
                </c:pt>
                <c:pt idx="9487">
                  <c:v>7.019129125340986</c:v>
                </c:pt>
                <c:pt idx="9488">
                  <c:v>7.0184932748860751</c:v>
                </c:pt>
                <c:pt idx="9489">
                  <c:v>7.0185636008136365</c:v>
                </c:pt>
                <c:pt idx="9490">
                  <c:v>7.0182865545025939</c:v>
                </c:pt>
                <c:pt idx="9491">
                  <c:v>7.0192937447768022</c:v>
                </c:pt>
                <c:pt idx="9492">
                  <c:v>7.0213793973414909</c:v>
                </c:pt>
                <c:pt idx="9493">
                  <c:v>7.022321938220407</c:v>
                </c:pt>
                <c:pt idx="9494">
                  <c:v>7.0201496396978822</c:v>
                </c:pt>
                <c:pt idx="9495">
                  <c:v>7.0176190889165708</c:v>
                </c:pt>
                <c:pt idx="9496">
                  <c:v>7.0171273593087244</c:v>
                </c:pt>
                <c:pt idx="9497">
                  <c:v>7.0181313171131681</c:v>
                </c:pt>
                <c:pt idx="9498">
                  <c:v>7.0187602295841938</c:v>
                </c:pt>
                <c:pt idx="9499">
                  <c:v>7.0181939166495848</c:v>
                </c:pt>
                <c:pt idx="9500">
                  <c:v>7.0178525363061546</c:v>
                </c:pt>
                <c:pt idx="9501">
                  <c:v>7.019646083981141</c:v>
                </c:pt>
                <c:pt idx="9502">
                  <c:v>7.0223839858717421</c:v>
                </c:pt>
                <c:pt idx="9503">
                  <c:v>7.0231303710244566</c:v>
                </c:pt>
                <c:pt idx="9504">
                  <c:v>7.0228917989876853</c:v>
                </c:pt>
                <c:pt idx="9505">
                  <c:v>7.0208776549614464</c:v>
                </c:pt>
                <c:pt idx="9506">
                  <c:v>7.0205218467651651</c:v>
                </c:pt>
                <c:pt idx="9507">
                  <c:v>7.0200161623488233</c:v>
                </c:pt>
                <c:pt idx="9508">
                  <c:v>7.0208444630158153</c:v>
                </c:pt>
                <c:pt idx="9509">
                  <c:v>7.0216247496806954</c:v>
                </c:pt>
                <c:pt idx="9510">
                  <c:v>7.0211598259196775</c:v>
                </c:pt>
                <c:pt idx="9511">
                  <c:v>7.020892713540106</c:v>
                </c:pt>
                <c:pt idx="9512">
                  <c:v>7.0206893833078414</c:v>
                </c:pt>
                <c:pt idx="9513">
                  <c:v>7.0202126334379287</c:v>
                </c:pt>
                <c:pt idx="9514">
                  <c:v>7.0210857156372697</c:v>
                </c:pt>
                <c:pt idx="9515">
                  <c:v>7.0224923918699442</c:v>
                </c:pt>
                <c:pt idx="9516">
                  <c:v>7.0230036739778301</c:v>
                </c:pt>
                <c:pt idx="9517">
                  <c:v>7.0217821157697218</c:v>
                </c:pt>
                <c:pt idx="9518">
                  <c:v>7.0198628959775462</c:v>
                </c:pt>
                <c:pt idx="9519">
                  <c:v>7.019647424273483</c:v>
                </c:pt>
                <c:pt idx="9520">
                  <c:v>7.0217786467777792</c:v>
                </c:pt>
                <c:pt idx="9521">
                  <c:v>7.0226039514971852</c:v>
                </c:pt>
                <c:pt idx="9522">
                  <c:v>7.0227602926567751</c:v>
                </c:pt>
                <c:pt idx="9523">
                  <c:v>7.0221284630788876</c:v>
                </c:pt>
                <c:pt idx="9524">
                  <c:v>7.0207573440136235</c:v>
                </c:pt>
                <c:pt idx="9525">
                  <c:v>7.0196113940617169</c:v>
                </c:pt>
                <c:pt idx="9526">
                  <c:v>7.0199368485785021</c:v>
                </c:pt>
                <c:pt idx="9527">
                  <c:v>7.0195442217631943</c:v>
                </c:pt>
                <c:pt idx="9528">
                  <c:v>7.0205775871584226</c:v>
                </c:pt>
                <c:pt idx="9529">
                  <c:v>7.0216655103360193</c:v>
                </c:pt>
                <c:pt idx="9530">
                  <c:v>7.0216540784307542</c:v>
                </c:pt>
                <c:pt idx="9531">
                  <c:v>7.0224146549141429</c:v>
                </c:pt>
                <c:pt idx="9532">
                  <c:v>7.0231709739983286</c:v>
                </c:pt>
                <c:pt idx="9533">
                  <c:v>7.0238962298364847</c:v>
                </c:pt>
                <c:pt idx="9534">
                  <c:v>7.0246840063703306</c:v>
                </c:pt>
                <c:pt idx="9535">
                  <c:v>7.0251415191031077</c:v>
                </c:pt>
                <c:pt idx="9536">
                  <c:v>7.0265033349627082</c:v>
                </c:pt>
                <c:pt idx="9537">
                  <c:v>7.0266480865355812</c:v>
                </c:pt>
                <c:pt idx="9538">
                  <c:v>7.0241875463189265</c:v>
                </c:pt>
                <c:pt idx="9539">
                  <c:v>7.0217110802756268</c:v>
                </c:pt>
                <c:pt idx="9540">
                  <c:v>7.0211309702139735</c:v>
                </c:pt>
                <c:pt idx="9541">
                  <c:v>7.0190844226493638</c:v>
                </c:pt>
                <c:pt idx="9542">
                  <c:v>7.0182970403191476</c:v>
                </c:pt>
                <c:pt idx="9543">
                  <c:v>7.0196507355839737</c:v>
                </c:pt>
                <c:pt idx="9544">
                  <c:v>7.0197379334268906</c:v>
                </c:pt>
                <c:pt idx="9545">
                  <c:v>7.0199550607861996</c:v>
                </c:pt>
                <c:pt idx="9546">
                  <c:v>7.020781311594317</c:v>
                </c:pt>
                <c:pt idx="9547">
                  <c:v>7.0199271511692078</c:v>
                </c:pt>
                <c:pt idx="9548">
                  <c:v>7.0193632034563773</c:v>
                </c:pt>
                <c:pt idx="9549">
                  <c:v>7.0201442785285169</c:v>
                </c:pt>
                <c:pt idx="9550">
                  <c:v>7.0191672054116276</c:v>
                </c:pt>
                <c:pt idx="9551">
                  <c:v>7.0190874974376767</c:v>
                </c:pt>
                <c:pt idx="9552">
                  <c:v>7.0195211214304862</c:v>
                </c:pt>
                <c:pt idx="9553">
                  <c:v>7.0193721124584112</c:v>
                </c:pt>
                <c:pt idx="9554">
                  <c:v>7.0205011904949624</c:v>
                </c:pt>
                <c:pt idx="9555">
                  <c:v>7.0230194421230232</c:v>
                </c:pt>
                <c:pt idx="9556">
                  <c:v>7.0221570034216878</c:v>
                </c:pt>
                <c:pt idx="9557">
                  <c:v>7.0220079156088868</c:v>
                </c:pt>
                <c:pt idx="9558">
                  <c:v>7.0223817783314146</c:v>
                </c:pt>
                <c:pt idx="9559">
                  <c:v>7.0216852205175107</c:v>
                </c:pt>
                <c:pt idx="9560">
                  <c:v>7.0209613838124225</c:v>
                </c:pt>
                <c:pt idx="9561">
                  <c:v>7.0214378183194315</c:v>
                </c:pt>
                <c:pt idx="9562">
                  <c:v>7.022092984752204</c:v>
                </c:pt>
                <c:pt idx="9563">
                  <c:v>7.0226645800154524</c:v>
                </c:pt>
                <c:pt idx="9564">
                  <c:v>7.023926189312351</c:v>
                </c:pt>
                <c:pt idx="9565">
                  <c:v>7.0226312303883693</c:v>
                </c:pt>
                <c:pt idx="9566">
                  <c:v>7.0225332313659941</c:v>
                </c:pt>
                <c:pt idx="9567">
                  <c:v>7.0235337201784951</c:v>
                </c:pt>
                <c:pt idx="9568">
                  <c:v>7.0213243665147669</c:v>
                </c:pt>
                <c:pt idx="9569">
                  <c:v>7.019777747993504</c:v>
                </c:pt>
                <c:pt idx="9570">
                  <c:v>7.0189071886973933</c:v>
                </c:pt>
                <c:pt idx="9571">
                  <c:v>7.0180643813368233</c:v>
                </c:pt>
                <c:pt idx="9572">
                  <c:v>7.017366956274933</c:v>
                </c:pt>
                <c:pt idx="9573">
                  <c:v>7.0180579163972938</c:v>
                </c:pt>
                <c:pt idx="9574">
                  <c:v>7.0206200034689923</c:v>
                </c:pt>
                <c:pt idx="9575">
                  <c:v>7.0228978697235842</c:v>
                </c:pt>
                <c:pt idx="9576">
                  <c:v>7.0218409309512921</c:v>
                </c:pt>
                <c:pt idx="9577">
                  <c:v>7.0203785143253601</c:v>
                </c:pt>
                <c:pt idx="9578">
                  <c:v>7.0190411390908087</c:v>
                </c:pt>
                <c:pt idx="9579">
                  <c:v>7.0173289550450182</c:v>
                </c:pt>
                <c:pt idx="9580">
                  <c:v>7.0190478405525161</c:v>
                </c:pt>
                <c:pt idx="9581">
                  <c:v>7.0209888203850577</c:v>
                </c:pt>
                <c:pt idx="9582">
                  <c:v>7.0202289534682034</c:v>
                </c:pt>
                <c:pt idx="9583">
                  <c:v>7.0214652548920666</c:v>
                </c:pt>
                <c:pt idx="9584">
                  <c:v>7.0225764360838232</c:v>
                </c:pt>
                <c:pt idx="9585">
                  <c:v>7.0218681310017503</c:v>
                </c:pt>
                <c:pt idx="9586">
                  <c:v>7.0215142149828917</c:v>
                </c:pt>
                <c:pt idx="9587">
                  <c:v>7.021406676232675</c:v>
                </c:pt>
                <c:pt idx="9588">
                  <c:v>7.0218015105883094</c:v>
                </c:pt>
                <c:pt idx="9589">
                  <c:v>7.0205989529951589</c:v>
                </c:pt>
                <c:pt idx="9590">
                  <c:v>7.0201420709881894</c:v>
                </c:pt>
                <c:pt idx="9591">
                  <c:v>7.0218473958908216</c:v>
                </c:pt>
                <c:pt idx="9592">
                  <c:v>7.0227968747536229</c:v>
                </c:pt>
                <c:pt idx="9593">
                  <c:v>7.0224081111338874</c:v>
                </c:pt>
                <c:pt idx="9594">
                  <c:v>7.0220597139658461</c:v>
                </c:pt>
                <c:pt idx="9595">
                  <c:v>7.0227856005298097</c:v>
                </c:pt>
                <c:pt idx="9596">
                  <c:v>7.0232428767404089</c:v>
                </c:pt>
                <c:pt idx="9597">
                  <c:v>7.0206639965940809</c:v>
                </c:pt>
                <c:pt idx="9598">
                  <c:v>7.0203497374603829</c:v>
                </c:pt>
                <c:pt idx="9599">
                  <c:v>7.0202029360286353</c:v>
                </c:pt>
                <c:pt idx="9600">
                  <c:v>7.0178770557719297</c:v>
                </c:pt>
                <c:pt idx="9601">
                  <c:v>7.0165194184708053</c:v>
                </c:pt>
                <c:pt idx="9602">
                  <c:v>7.0147858685882776</c:v>
                </c:pt>
                <c:pt idx="9603">
                  <c:v>7.0150305902016745</c:v>
                </c:pt>
                <c:pt idx="9604">
                  <c:v>7.016903451646983</c:v>
                </c:pt>
                <c:pt idx="9605">
                  <c:v>7.0186273041202165</c:v>
                </c:pt>
                <c:pt idx="9606">
                  <c:v>7.0199250224696073</c:v>
                </c:pt>
                <c:pt idx="9607">
                  <c:v>7.0215516643277249</c:v>
                </c:pt>
                <c:pt idx="9608">
                  <c:v>7.0207004210094768</c:v>
                </c:pt>
                <c:pt idx="9609">
                  <c:v>7.018302243807061</c:v>
                </c:pt>
                <c:pt idx="9610">
                  <c:v>7.0181475583027169</c:v>
                </c:pt>
                <c:pt idx="9611">
                  <c:v>7.0189096327598985</c:v>
                </c:pt>
                <c:pt idx="9612">
                  <c:v>7.0196363865718476</c:v>
                </c:pt>
                <c:pt idx="9613">
                  <c:v>7.0190200886169762</c:v>
                </c:pt>
                <c:pt idx="9614">
                  <c:v>7.0192992636276195</c:v>
                </c:pt>
                <c:pt idx="9615">
                  <c:v>7.0186477238682414</c:v>
                </c:pt>
                <c:pt idx="9616">
                  <c:v>7.0182202494520567</c:v>
                </c:pt>
                <c:pt idx="9617">
                  <c:v>7.0207366877434207</c:v>
                </c:pt>
                <c:pt idx="9618">
                  <c:v>7.0224667686340059</c:v>
                </c:pt>
                <c:pt idx="9619">
                  <c:v>7.0232677904098137</c:v>
                </c:pt>
                <c:pt idx="9620">
                  <c:v>7.0249247859474293</c:v>
                </c:pt>
                <c:pt idx="9621">
                  <c:v>7.0242196344943943</c:v>
                </c:pt>
                <c:pt idx="9622">
                  <c:v>7.0231919456314351</c:v>
                </c:pt>
                <c:pt idx="9623">
                  <c:v>7.0233810845330265</c:v>
                </c:pt>
                <c:pt idx="9624">
                  <c:v>7.0231716047241362</c:v>
                </c:pt>
                <c:pt idx="9625">
                  <c:v>7.022513048140147</c:v>
                </c:pt>
                <c:pt idx="9626">
                  <c:v>7.0207241520679924</c:v>
                </c:pt>
                <c:pt idx="9627">
                  <c:v>7.0195603052712912</c:v>
                </c:pt>
                <c:pt idx="9628">
                  <c:v>7.0183565650672515</c:v>
                </c:pt>
                <c:pt idx="9629">
                  <c:v>7.0185304088680045</c:v>
                </c:pt>
                <c:pt idx="9630">
                  <c:v>7.0198952995159178</c:v>
                </c:pt>
                <c:pt idx="9631">
                  <c:v>7.0220842334316211</c:v>
                </c:pt>
                <c:pt idx="9632">
                  <c:v>7.0231328939276869</c:v>
                </c:pt>
                <c:pt idx="9633">
                  <c:v>7.0209397026127816</c:v>
                </c:pt>
                <c:pt idx="9634">
                  <c:v>7.0180795187562088</c:v>
                </c:pt>
                <c:pt idx="9635">
                  <c:v>7.0159818035604475</c:v>
                </c:pt>
                <c:pt idx="9636">
                  <c:v>7.0153948343556349</c:v>
                </c:pt>
                <c:pt idx="9637">
                  <c:v>7.0151169996373328</c:v>
                </c:pt>
                <c:pt idx="9638">
                  <c:v>7.0164188177044737</c:v>
                </c:pt>
                <c:pt idx="9639">
                  <c:v>7.0195131585171637</c:v>
                </c:pt>
                <c:pt idx="9640">
                  <c:v>7.0211714943471195</c:v>
                </c:pt>
                <c:pt idx="9641">
                  <c:v>7.0212086283290498</c:v>
                </c:pt>
                <c:pt idx="9642">
                  <c:v>7.0212703606174802</c:v>
                </c:pt>
                <c:pt idx="9643">
                  <c:v>7.022342121446254</c:v>
                </c:pt>
                <c:pt idx="9644">
                  <c:v>7.0231250098550904</c:v>
                </c:pt>
                <c:pt idx="9645">
                  <c:v>7.0230173134234217</c:v>
                </c:pt>
                <c:pt idx="9646">
                  <c:v>7.0221493558712691</c:v>
                </c:pt>
                <c:pt idx="9647">
                  <c:v>7.0222095901859065</c:v>
                </c:pt>
                <c:pt idx="9648">
                  <c:v>7.0223676658414673</c:v>
                </c:pt>
                <c:pt idx="9649">
                  <c:v>7.0216488749428407</c:v>
                </c:pt>
                <c:pt idx="9650">
                  <c:v>7.0227150380800705</c:v>
                </c:pt>
                <c:pt idx="9651">
                  <c:v>7.0238480581529199</c:v>
                </c:pt>
                <c:pt idx="9652">
                  <c:v>7.0236277771645721</c:v>
                </c:pt>
                <c:pt idx="9653">
                  <c:v>7.0221856226052131</c:v>
                </c:pt>
                <c:pt idx="9654">
                  <c:v>7.0212298364843342</c:v>
                </c:pt>
                <c:pt idx="9655">
                  <c:v>7.0221609454579861</c:v>
                </c:pt>
                <c:pt idx="9656">
                  <c:v>7.0237045680316621</c:v>
                </c:pt>
                <c:pt idx="9657">
                  <c:v>7.0236331383339374</c:v>
                </c:pt>
                <c:pt idx="9658">
                  <c:v>7.0218399060218548</c:v>
                </c:pt>
                <c:pt idx="9659">
                  <c:v>7.0201156593449916</c:v>
                </c:pt>
                <c:pt idx="9660">
                  <c:v>7.0188576767214874</c:v>
                </c:pt>
                <c:pt idx="9661">
                  <c:v>7.0191280215708227</c:v>
                </c:pt>
                <c:pt idx="9662">
                  <c:v>7.019411453980668</c:v>
                </c:pt>
                <c:pt idx="9663">
                  <c:v>7.0198690455541719</c:v>
                </c:pt>
                <c:pt idx="9664">
                  <c:v>7.0181524464277265</c:v>
                </c:pt>
                <c:pt idx="9665">
                  <c:v>7.0161843453854527</c:v>
                </c:pt>
                <c:pt idx="9666">
                  <c:v>7.017243964742427</c:v>
                </c:pt>
                <c:pt idx="9667">
                  <c:v>7.0194511108658286</c:v>
                </c:pt>
                <c:pt idx="9668">
                  <c:v>7.0208649616045662</c:v>
                </c:pt>
                <c:pt idx="9669">
                  <c:v>7.0217335498825273</c:v>
                </c:pt>
                <c:pt idx="9670">
                  <c:v>7.0210599347198785</c:v>
                </c:pt>
                <c:pt idx="9671">
                  <c:v>7.0212453681073494</c:v>
                </c:pt>
                <c:pt idx="9672">
                  <c:v>7.0219696778567933</c:v>
                </c:pt>
                <c:pt idx="9673">
                  <c:v>7.0213684384805815</c:v>
                </c:pt>
                <c:pt idx="9674">
                  <c:v>7.0212534098613979</c:v>
                </c:pt>
                <c:pt idx="9675">
                  <c:v>7.0219289172014694</c:v>
                </c:pt>
                <c:pt idx="9676">
                  <c:v>7.0227806335640741</c:v>
                </c:pt>
                <c:pt idx="9677">
                  <c:v>7.0214114066762328</c:v>
                </c:pt>
                <c:pt idx="9678">
                  <c:v>7.0195471388700543</c:v>
                </c:pt>
                <c:pt idx="9679">
                  <c:v>7.0200248348286793</c:v>
                </c:pt>
                <c:pt idx="9680">
                  <c:v>7.0215652249325915</c:v>
                </c:pt>
                <c:pt idx="9681">
                  <c:v>7.0229566060644286</c:v>
                </c:pt>
                <c:pt idx="9682">
                  <c:v>7.0230780207824157</c:v>
                </c:pt>
                <c:pt idx="9683">
                  <c:v>7.0210511833992966</c:v>
                </c:pt>
                <c:pt idx="9684">
                  <c:v>7.0168781437739476</c:v>
                </c:pt>
                <c:pt idx="9685">
                  <c:v>7.0140964852804366</c:v>
                </c:pt>
                <c:pt idx="9686">
                  <c:v>7.015498982954635</c:v>
                </c:pt>
                <c:pt idx="9687">
                  <c:v>7.0174919976663146</c:v>
                </c:pt>
                <c:pt idx="9688">
                  <c:v>7.0180450653589617</c:v>
                </c:pt>
                <c:pt idx="9689">
                  <c:v>7.0183237673252492</c:v>
                </c:pt>
                <c:pt idx="9690">
                  <c:v>7.0181703432725211</c:v>
                </c:pt>
                <c:pt idx="9691">
                  <c:v>7.0196571216827763</c:v>
                </c:pt>
                <c:pt idx="9692">
                  <c:v>7.0195270344849332</c:v>
                </c:pt>
                <c:pt idx="9693">
                  <c:v>7.0209250382377517</c:v>
                </c:pt>
                <c:pt idx="9694">
                  <c:v>7.0231652974660594</c:v>
                </c:pt>
                <c:pt idx="9695">
                  <c:v>7.0233917280310321</c:v>
                </c:pt>
                <c:pt idx="9696">
                  <c:v>7.0238531039593814</c:v>
                </c:pt>
                <c:pt idx="9697">
                  <c:v>7.0246800643340324</c:v>
                </c:pt>
                <c:pt idx="9698">
                  <c:v>7.0237431999873854</c:v>
                </c:pt>
                <c:pt idx="9699">
                  <c:v>7.0220102808306661</c:v>
                </c:pt>
                <c:pt idx="9700">
                  <c:v>7.0200182122076979</c:v>
                </c:pt>
                <c:pt idx="9701">
                  <c:v>7.0192312240811114</c:v>
                </c:pt>
                <c:pt idx="9702">
                  <c:v>7.019391191914095</c:v>
                </c:pt>
                <c:pt idx="9703">
                  <c:v>7.0197248458663806</c:v>
                </c:pt>
                <c:pt idx="9704">
                  <c:v>7.0206677809489273</c:v>
                </c:pt>
                <c:pt idx="9705">
                  <c:v>7.0207195004651606</c:v>
                </c:pt>
                <c:pt idx="9706">
                  <c:v>7.019567716299532</c:v>
                </c:pt>
                <c:pt idx="9707">
                  <c:v>7.0186766584146705</c:v>
                </c:pt>
                <c:pt idx="9708">
                  <c:v>7.018295069300998</c:v>
                </c:pt>
                <c:pt idx="9709">
                  <c:v>7.01820826566171</c:v>
                </c:pt>
                <c:pt idx="9710">
                  <c:v>7.0202361279742664</c:v>
                </c:pt>
                <c:pt idx="9711">
                  <c:v>7.0210861886816254</c:v>
                </c:pt>
                <c:pt idx="9712">
                  <c:v>7.0192584241315696</c:v>
                </c:pt>
                <c:pt idx="9713">
                  <c:v>7.0177710938362319</c:v>
                </c:pt>
                <c:pt idx="9714">
                  <c:v>7.0191690187483244</c:v>
                </c:pt>
                <c:pt idx="9715">
                  <c:v>7.0196718648985321</c:v>
                </c:pt>
                <c:pt idx="9716">
                  <c:v>7.017404484460493</c:v>
                </c:pt>
                <c:pt idx="9717">
                  <c:v>7.0163513300430473</c:v>
                </c:pt>
                <c:pt idx="9718">
                  <c:v>7.0190839496050081</c:v>
                </c:pt>
                <c:pt idx="9719">
                  <c:v>7.0209973351834627</c:v>
                </c:pt>
                <c:pt idx="9720">
                  <c:v>7.0221658335829957</c:v>
                </c:pt>
                <c:pt idx="9721">
                  <c:v>7.0226038726564592</c:v>
                </c:pt>
                <c:pt idx="9722">
                  <c:v>7.0229163184534604</c:v>
                </c:pt>
                <c:pt idx="9723">
                  <c:v>7.022090146486069</c:v>
                </c:pt>
                <c:pt idx="9724">
                  <c:v>7.0215499298317541</c:v>
                </c:pt>
                <c:pt idx="9725">
                  <c:v>7.0226800327977417</c:v>
                </c:pt>
                <c:pt idx="9726">
                  <c:v>7.0231555212160393</c:v>
                </c:pt>
                <c:pt idx="9727">
                  <c:v>7.0226924107917181</c:v>
                </c:pt>
                <c:pt idx="9728">
                  <c:v>7.0199548242640217</c:v>
                </c:pt>
                <c:pt idx="9729">
                  <c:v>7.0177613175862126</c:v>
                </c:pt>
                <c:pt idx="9730">
                  <c:v>7.0185794477995556</c:v>
                </c:pt>
                <c:pt idx="9731">
                  <c:v>7.0183591668112077</c:v>
                </c:pt>
                <c:pt idx="9732">
                  <c:v>7.0169286806792917</c:v>
                </c:pt>
                <c:pt idx="9733">
                  <c:v>7.0178105930399406</c:v>
                </c:pt>
                <c:pt idx="9734">
                  <c:v>7.0176033996121037</c:v>
                </c:pt>
                <c:pt idx="9735">
                  <c:v>7.0163669405067886</c:v>
                </c:pt>
                <c:pt idx="9736">
                  <c:v>7.0157097242151405</c:v>
                </c:pt>
                <c:pt idx="9737">
                  <c:v>7.0144679827811851</c:v>
                </c:pt>
                <c:pt idx="9738">
                  <c:v>7.0135654141503334</c:v>
                </c:pt>
                <c:pt idx="9739">
                  <c:v>7.0132679480912659</c:v>
                </c:pt>
                <c:pt idx="9740">
                  <c:v>7.0139675806934827</c:v>
                </c:pt>
                <c:pt idx="9741">
                  <c:v>7.0147239786183953</c:v>
                </c:pt>
                <c:pt idx="9742">
                  <c:v>7.0158178936911648</c:v>
                </c:pt>
                <c:pt idx="9743">
                  <c:v>7.0165740550938995</c:v>
                </c:pt>
                <c:pt idx="9744">
                  <c:v>7.0171420236837543</c:v>
                </c:pt>
                <c:pt idx="9745">
                  <c:v>7.0178650719815829</c:v>
                </c:pt>
                <c:pt idx="9746">
                  <c:v>7.0178610511045587</c:v>
                </c:pt>
                <c:pt idx="9747">
                  <c:v>7.0155894921080435</c:v>
                </c:pt>
                <c:pt idx="9748">
                  <c:v>7.0123326605591387</c:v>
                </c:pt>
                <c:pt idx="9749">
                  <c:v>7.0123006512243968</c:v>
                </c:pt>
                <c:pt idx="9750">
                  <c:v>7.0145861650294075</c:v>
                </c:pt>
                <c:pt idx="9751">
                  <c:v>7.0173756287547899</c:v>
                </c:pt>
                <c:pt idx="9752">
                  <c:v>7.0188136835963988</c:v>
                </c:pt>
                <c:pt idx="9753">
                  <c:v>7.0191491508853812</c:v>
                </c:pt>
                <c:pt idx="9754">
                  <c:v>7.0202091644459861</c:v>
                </c:pt>
                <c:pt idx="9755">
                  <c:v>7.0193113262586921</c:v>
                </c:pt>
                <c:pt idx="9756">
                  <c:v>7.0177296236143745</c:v>
                </c:pt>
                <c:pt idx="9757">
                  <c:v>7.0199637332660556</c:v>
                </c:pt>
                <c:pt idx="9758">
                  <c:v>7.0213335908797045</c:v>
                </c:pt>
                <c:pt idx="9759">
                  <c:v>7.0205175105252371</c:v>
                </c:pt>
                <c:pt idx="9760">
                  <c:v>7.019257872246488</c:v>
                </c:pt>
                <c:pt idx="9761">
                  <c:v>7.0182416152887939</c:v>
                </c:pt>
                <c:pt idx="9762">
                  <c:v>7.0195770983459216</c:v>
                </c:pt>
                <c:pt idx="9763">
                  <c:v>7.0218317065863545</c:v>
                </c:pt>
                <c:pt idx="9764">
                  <c:v>7.0208566833283399</c:v>
                </c:pt>
                <c:pt idx="9765">
                  <c:v>7.0187746574370458</c:v>
                </c:pt>
                <c:pt idx="9766">
                  <c:v>7.0179435185039187</c:v>
                </c:pt>
                <c:pt idx="9767">
                  <c:v>7.0174322363960329</c:v>
                </c:pt>
                <c:pt idx="9768">
                  <c:v>7.0163447862627919</c:v>
                </c:pt>
                <c:pt idx="9769">
                  <c:v>7.0158845929453317</c:v>
                </c:pt>
                <c:pt idx="9770">
                  <c:v>7.016457607341648</c:v>
                </c:pt>
                <c:pt idx="9771">
                  <c:v>7.0184895693719547</c:v>
                </c:pt>
                <c:pt idx="9772">
                  <c:v>7.0209705293366342</c:v>
                </c:pt>
                <c:pt idx="9773">
                  <c:v>7.022575253472934</c:v>
                </c:pt>
                <c:pt idx="9774">
                  <c:v>7.0225639792491208</c:v>
                </c:pt>
                <c:pt idx="9775">
                  <c:v>7.0232698402686893</c:v>
                </c:pt>
                <c:pt idx="9776">
                  <c:v>7.0242430501900062</c:v>
                </c:pt>
                <c:pt idx="9777">
                  <c:v>7.0243236254119426</c:v>
                </c:pt>
                <c:pt idx="9778">
                  <c:v>7.022851669058169</c:v>
                </c:pt>
                <c:pt idx="9779">
                  <c:v>7.0204761191441047</c:v>
                </c:pt>
                <c:pt idx="9780">
                  <c:v>7.0187430423059336</c:v>
                </c:pt>
                <c:pt idx="9781">
                  <c:v>7.0190674718932815</c:v>
                </c:pt>
                <c:pt idx="9782">
                  <c:v>7.0175476592188462</c:v>
                </c:pt>
                <c:pt idx="9783">
                  <c:v>7.0147106545357065</c:v>
                </c:pt>
                <c:pt idx="9784">
                  <c:v>7.0148309654835304</c:v>
                </c:pt>
                <c:pt idx="9785">
                  <c:v>7.0150738737602296</c:v>
                </c:pt>
                <c:pt idx="9786">
                  <c:v>7.0155686781563888</c:v>
                </c:pt>
                <c:pt idx="9787">
                  <c:v>7.0161765401535821</c:v>
                </c:pt>
                <c:pt idx="9788">
                  <c:v>7.0149295952317132</c:v>
                </c:pt>
                <c:pt idx="9789">
                  <c:v>7.015107932953847</c:v>
                </c:pt>
                <c:pt idx="9790">
                  <c:v>7.0168128636528486</c:v>
                </c:pt>
                <c:pt idx="9791">
                  <c:v>7.018554297607972</c:v>
                </c:pt>
                <c:pt idx="9792">
                  <c:v>7.019776407701162</c:v>
                </c:pt>
                <c:pt idx="9793">
                  <c:v>7.0197935949794221</c:v>
                </c:pt>
                <c:pt idx="9794">
                  <c:v>7.0205545656664405</c:v>
                </c:pt>
                <c:pt idx="9795">
                  <c:v>7.0182321544016775</c:v>
                </c:pt>
                <c:pt idx="9796">
                  <c:v>7.0155041076018225</c:v>
                </c:pt>
                <c:pt idx="9797">
                  <c:v>7.0155572462511238</c:v>
                </c:pt>
                <c:pt idx="9798">
                  <c:v>7.0174301865371573</c:v>
                </c:pt>
                <c:pt idx="9799">
                  <c:v>7.0177427900156104</c:v>
                </c:pt>
                <c:pt idx="9800">
                  <c:v>7.0161690502846152</c:v>
                </c:pt>
                <c:pt idx="9801">
                  <c:v>7.0159948122802316</c:v>
                </c:pt>
                <c:pt idx="9802">
                  <c:v>7.0150715085384503</c:v>
                </c:pt>
                <c:pt idx="9803">
                  <c:v>7.01554676043457</c:v>
                </c:pt>
                <c:pt idx="9804">
                  <c:v>7.0166812784812125</c:v>
                </c:pt>
                <c:pt idx="9805">
                  <c:v>7.0172285119601385</c:v>
                </c:pt>
                <c:pt idx="9806">
                  <c:v>7.0164629685110143</c:v>
                </c:pt>
                <c:pt idx="9807">
                  <c:v>7.0173989656096749</c:v>
                </c:pt>
                <c:pt idx="9808">
                  <c:v>7.0178160330500328</c:v>
                </c:pt>
                <c:pt idx="9809">
                  <c:v>7.0180565761049527</c:v>
                </c:pt>
                <c:pt idx="9810">
                  <c:v>7.0208089846891308</c:v>
                </c:pt>
                <c:pt idx="9811">
                  <c:v>7.0219224522619408</c:v>
                </c:pt>
                <c:pt idx="9812">
                  <c:v>7.0190473675081604</c:v>
                </c:pt>
                <c:pt idx="9813">
                  <c:v>7.0182278181617495</c:v>
                </c:pt>
                <c:pt idx="9814">
                  <c:v>7.0178794209937081</c:v>
                </c:pt>
                <c:pt idx="9815">
                  <c:v>7.0164945836421264</c:v>
                </c:pt>
                <c:pt idx="9816">
                  <c:v>7.0168332045601476</c:v>
                </c:pt>
                <c:pt idx="9817">
                  <c:v>7.0178711427174818</c:v>
                </c:pt>
                <c:pt idx="9818">
                  <c:v>7.0182973556820514</c:v>
                </c:pt>
                <c:pt idx="9819">
                  <c:v>7.0185417619325436</c:v>
                </c:pt>
                <c:pt idx="9820">
                  <c:v>7.0187206515397591</c:v>
                </c:pt>
                <c:pt idx="9821">
                  <c:v>7.0186552137372082</c:v>
                </c:pt>
                <c:pt idx="9822">
                  <c:v>7.0184885444425174</c:v>
                </c:pt>
                <c:pt idx="9823">
                  <c:v>7.0192310663996595</c:v>
                </c:pt>
                <c:pt idx="9824">
                  <c:v>7.0193238619341205</c:v>
                </c:pt>
                <c:pt idx="9825">
                  <c:v>7.0182323120831294</c:v>
                </c:pt>
                <c:pt idx="9826">
                  <c:v>7.0190834765606525</c:v>
                </c:pt>
                <c:pt idx="9827">
                  <c:v>7.0186506409751024</c:v>
                </c:pt>
                <c:pt idx="9828">
                  <c:v>7.018474589634021</c:v>
                </c:pt>
                <c:pt idx="9829">
                  <c:v>7.0200895630646967</c:v>
                </c:pt>
                <c:pt idx="9830">
                  <c:v>7.0189444015200495</c:v>
                </c:pt>
                <c:pt idx="9831">
                  <c:v>7.0180684810545735</c:v>
                </c:pt>
                <c:pt idx="9832">
                  <c:v>7.0196035888298463</c:v>
                </c:pt>
                <c:pt idx="9833">
                  <c:v>7.0198556426307572</c:v>
                </c:pt>
                <c:pt idx="9834">
                  <c:v>7.019224680300856</c:v>
                </c:pt>
                <c:pt idx="9835">
                  <c:v>7.0195204118639527</c:v>
                </c:pt>
                <c:pt idx="9836">
                  <c:v>7.0205989529951589</c:v>
                </c:pt>
                <c:pt idx="9837">
                  <c:v>7.0222073826455791</c:v>
                </c:pt>
                <c:pt idx="9838">
                  <c:v>7.0226087607814689</c:v>
                </c:pt>
                <c:pt idx="9839">
                  <c:v>7.020510493700626</c:v>
                </c:pt>
                <c:pt idx="9840">
                  <c:v>7.0184084422649367</c:v>
                </c:pt>
                <c:pt idx="9841">
                  <c:v>7.0185898547753824</c:v>
                </c:pt>
                <c:pt idx="9842">
                  <c:v>7.0194670366924736</c:v>
                </c:pt>
                <c:pt idx="9843">
                  <c:v>7.0203286081458236</c:v>
                </c:pt>
                <c:pt idx="9844">
                  <c:v>7.0204136772891408</c:v>
                </c:pt>
                <c:pt idx="9845">
                  <c:v>7.0208161591951939</c:v>
                </c:pt>
                <c:pt idx="9846">
                  <c:v>7.0213637080370237</c:v>
                </c:pt>
                <c:pt idx="9847">
                  <c:v>7.0198876519654991</c:v>
                </c:pt>
                <c:pt idx="9848">
                  <c:v>7.018943770794241</c:v>
                </c:pt>
                <c:pt idx="9849">
                  <c:v>7.0203286081458236</c:v>
                </c:pt>
                <c:pt idx="9850">
                  <c:v>7.0189375423768903</c:v>
                </c:pt>
                <c:pt idx="9851">
                  <c:v>7.0170812374840343</c:v>
                </c:pt>
                <c:pt idx="9852">
                  <c:v>7.0172506662041343</c:v>
                </c:pt>
                <c:pt idx="9853">
                  <c:v>7.0180550781311597</c:v>
                </c:pt>
                <c:pt idx="9854">
                  <c:v>7.018725145461139</c:v>
                </c:pt>
                <c:pt idx="9855">
                  <c:v>7.0184698591904633</c:v>
                </c:pt>
                <c:pt idx="9856">
                  <c:v>7.0165885617874766</c:v>
                </c:pt>
                <c:pt idx="9857">
                  <c:v>7.0156734574811965</c:v>
                </c:pt>
                <c:pt idx="9858">
                  <c:v>7.017313344581277</c:v>
                </c:pt>
                <c:pt idx="9859">
                  <c:v>7.0198987685078604</c:v>
                </c:pt>
                <c:pt idx="9860">
                  <c:v>7.0217706838644567</c:v>
                </c:pt>
                <c:pt idx="9861">
                  <c:v>7.020865198126744</c:v>
                </c:pt>
                <c:pt idx="9862">
                  <c:v>7.0188747851590216</c:v>
                </c:pt>
                <c:pt idx="9863">
                  <c:v>7.0179139532316812</c:v>
                </c:pt>
                <c:pt idx="9864">
                  <c:v>7.0160939150727701</c:v>
                </c:pt>
                <c:pt idx="9865">
                  <c:v>7.0150130875605106</c:v>
                </c:pt>
                <c:pt idx="9866">
                  <c:v>7.0157496964632049</c:v>
                </c:pt>
                <c:pt idx="9867">
                  <c:v>7.0171262555385612</c:v>
                </c:pt>
                <c:pt idx="9868">
                  <c:v>7.0172373421214465</c:v>
                </c:pt>
                <c:pt idx="9869">
                  <c:v>7.0170677557198946</c:v>
                </c:pt>
                <c:pt idx="9870">
                  <c:v>7.0180987558933445</c:v>
                </c:pt>
                <c:pt idx="9871">
                  <c:v>7.0191610558350019</c:v>
                </c:pt>
                <c:pt idx="9872">
                  <c:v>7.020403349154039</c:v>
                </c:pt>
                <c:pt idx="9873">
                  <c:v>7.0197114429429668</c:v>
                </c:pt>
                <c:pt idx="9874">
                  <c:v>7.0190543843327706</c:v>
                </c:pt>
                <c:pt idx="9875">
                  <c:v>7.0192386351093523</c:v>
                </c:pt>
                <c:pt idx="9876">
                  <c:v>7.0208823854050051</c:v>
                </c:pt>
                <c:pt idx="9877">
                  <c:v>7.0203293965530831</c:v>
                </c:pt>
                <c:pt idx="9878">
                  <c:v>7.0180852741292039</c:v>
                </c:pt>
                <c:pt idx="9879">
                  <c:v>7.0174616439868176</c:v>
                </c:pt>
                <c:pt idx="9880">
                  <c:v>7.0159918163326447</c:v>
                </c:pt>
                <c:pt idx="9881">
                  <c:v>7.0160899730364719</c:v>
                </c:pt>
                <c:pt idx="9882">
                  <c:v>7.0172993897727807</c:v>
                </c:pt>
                <c:pt idx="9883">
                  <c:v>7.0164463331178357</c:v>
                </c:pt>
                <c:pt idx="9884">
                  <c:v>7.0155700972894559</c:v>
                </c:pt>
                <c:pt idx="9885">
                  <c:v>7.0154115485895394</c:v>
                </c:pt>
                <c:pt idx="9886">
                  <c:v>7.0161139406171653</c:v>
                </c:pt>
                <c:pt idx="9887">
                  <c:v>7.0143267002002556</c:v>
                </c:pt>
                <c:pt idx="9888">
                  <c:v>7.0118420347214556</c:v>
                </c:pt>
                <c:pt idx="9889">
                  <c:v>7.0120836815465397</c:v>
                </c:pt>
                <c:pt idx="9890">
                  <c:v>7.0145117393840959</c:v>
                </c:pt>
                <c:pt idx="9891">
                  <c:v>7.0178370835238653</c:v>
                </c:pt>
                <c:pt idx="9892">
                  <c:v>7.0185125908639368</c:v>
                </c:pt>
                <c:pt idx="9893">
                  <c:v>7.0174413819202446</c:v>
                </c:pt>
                <c:pt idx="9894">
                  <c:v>7.0168531512638168</c:v>
                </c:pt>
                <c:pt idx="9895">
                  <c:v>7.0178357432315233</c:v>
                </c:pt>
                <c:pt idx="9896">
                  <c:v>7.0191012157239943</c:v>
                </c:pt>
                <c:pt idx="9897">
                  <c:v>7.0190713350888538</c:v>
                </c:pt>
                <c:pt idx="9898">
                  <c:v>7.0184993456219749</c:v>
                </c:pt>
                <c:pt idx="9899">
                  <c:v>7.0180535013166399</c:v>
                </c:pt>
                <c:pt idx="9900">
                  <c:v>7.0182161497343065</c:v>
                </c:pt>
                <c:pt idx="9901">
                  <c:v>7.0184091518314702</c:v>
                </c:pt>
                <c:pt idx="9902">
                  <c:v>7.0188144720036583</c:v>
                </c:pt>
                <c:pt idx="9903">
                  <c:v>7.0181723142906698</c:v>
                </c:pt>
                <c:pt idx="9904">
                  <c:v>7.0174443778678315</c:v>
                </c:pt>
                <c:pt idx="9905">
                  <c:v>7.0175949636544255</c:v>
                </c:pt>
                <c:pt idx="9906">
                  <c:v>7.0181613554297604</c:v>
                </c:pt>
                <c:pt idx="9907">
                  <c:v>7.0186808369731466</c:v>
                </c:pt>
                <c:pt idx="9908">
                  <c:v>7.0184548794525297</c:v>
                </c:pt>
                <c:pt idx="9909">
                  <c:v>7.0175361484728551</c:v>
                </c:pt>
                <c:pt idx="9910">
                  <c:v>7.0170456803166248</c:v>
                </c:pt>
                <c:pt idx="9911">
                  <c:v>7.0182013276778257</c:v>
                </c:pt>
                <c:pt idx="9912">
                  <c:v>7.0169401125845567</c:v>
                </c:pt>
                <c:pt idx="9913">
                  <c:v>7.0162263674923917</c:v>
                </c:pt>
                <c:pt idx="9914">
                  <c:v>7.017322017061133</c:v>
                </c:pt>
                <c:pt idx="9915">
                  <c:v>7.0194843028114606</c:v>
                </c:pt>
                <c:pt idx="9916">
                  <c:v>7.0199206073889524</c:v>
                </c:pt>
                <c:pt idx="9917">
                  <c:v>7.0197247670256546</c:v>
                </c:pt>
                <c:pt idx="9918">
                  <c:v>7.0196212491524621</c:v>
                </c:pt>
                <c:pt idx="9919">
                  <c:v>7.0204903893155048</c:v>
                </c:pt>
                <c:pt idx="9920">
                  <c:v>7.0219997161733865</c:v>
                </c:pt>
                <c:pt idx="9921">
                  <c:v>7.0218869739352563</c:v>
                </c:pt>
                <c:pt idx="9922">
                  <c:v>7.0193198410570963</c:v>
                </c:pt>
                <c:pt idx="9923">
                  <c:v>7.0174163894101138</c:v>
                </c:pt>
                <c:pt idx="9924">
                  <c:v>7.0165940017975688</c:v>
                </c:pt>
                <c:pt idx="9925">
                  <c:v>7.0171253882905757</c:v>
                </c:pt>
                <c:pt idx="9926">
                  <c:v>7.0190284457339285</c:v>
                </c:pt>
                <c:pt idx="9927">
                  <c:v>7.0199053911288418</c:v>
                </c:pt>
                <c:pt idx="9928">
                  <c:v>7.0197525978019204</c:v>
                </c:pt>
                <c:pt idx="9929">
                  <c:v>7.0187733171447046</c:v>
                </c:pt>
                <c:pt idx="9930">
                  <c:v>7.0172719532001446</c:v>
                </c:pt>
                <c:pt idx="9931">
                  <c:v>7.0162933821094624</c:v>
                </c:pt>
                <c:pt idx="9932">
                  <c:v>7.0128604203787512</c:v>
                </c:pt>
                <c:pt idx="9933">
                  <c:v>7.0096543622573675</c:v>
                </c:pt>
                <c:pt idx="9934">
                  <c:v>7.0100725334678886</c:v>
                </c:pt>
                <c:pt idx="9935">
                  <c:v>7.0114378183194308</c:v>
                </c:pt>
                <c:pt idx="9936">
                  <c:v>7.0126917012251848</c:v>
                </c:pt>
                <c:pt idx="9937">
                  <c:v>7.0148806351408881</c:v>
                </c:pt>
                <c:pt idx="9938">
                  <c:v>7.0173941563253912</c:v>
                </c:pt>
                <c:pt idx="9939">
                  <c:v>7.0184506220533276</c:v>
                </c:pt>
                <c:pt idx="9940">
                  <c:v>7.0200362667339444</c:v>
                </c:pt>
                <c:pt idx="9941">
                  <c:v>7.0200849903025908</c:v>
                </c:pt>
                <c:pt idx="9942">
                  <c:v>7.0179588136047553</c:v>
                </c:pt>
                <c:pt idx="9943">
                  <c:v>7.0153970418959615</c:v>
                </c:pt>
                <c:pt idx="9944">
                  <c:v>7.0145726044245418</c:v>
                </c:pt>
                <c:pt idx="9945">
                  <c:v>7.0160523660101859</c:v>
                </c:pt>
                <c:pt idx="9946">
                  <c:v>7.016699411848184</c:v>
                </c:pt>
                <c:pt idx="9947">
                  <c:v>7.0161381447200366</c:v>
                </c:pt>
                <c:pt idx="9948">
                  <c:v>7.0150839653731536</c:v>
                </c:pt>
                <c:pt idx="9949">
                  <c:v>7.012756587142654</c:v>
                </c:pt>
                <c:pt idx="9950">
                  <c:v>7.0138308708746591</c:v>
                </c:pt>
                <c:pt idx="9951">
                  <c:v>7.0171778962140685</c:v>
                </c:pt>
                <c:pt idx="9952">
                  <c:v>7.0188500291710687</c:v>
                </c:pt>
                <c:pt idx="9953">
                  <c:v>7.0179627556410535</c:v>
                </c:pt>
                <c:pt idx="9954">
                  <c:v>7.0162179315347135</c:v>
                </c:pt>
                <c:pt idx="9955">
                  <c:v>7.0147629259370223</c:v>
                </c:pt>
                <c:pt idx="9956">
                  <c:v>7.0129553446128128</c:v>
                </c:pt>
                <c:pt idx="9957">
                  <c:v>7.0133475772244909</c:v>
                </c:pt>
                <c:pt idx="9958">
                  <c:v>7.0151108500607071</c:v>
                </c:pt>
                <c:pt idx="9959">
                  <c:v>7.0154522304041373</c:v>
                </c:pt>
                <c:pt idx="9960">
                  <c:v>7.0160633248710953</c:v>
                </c:pt>
                <c:pt idx="9961">
                  <c:v>7.0158173418060832</c:v>
                </c:pt>
                <c:pt idx="9962">
                  <c:v>7.0133121777385323</c:v>
                </c:pt>
                <c:pt idx="9963">
                  <c:v>7.012772591810025</c:v>
                </c:pt>
                <c:pt idx="9964">
                  <c:v>7.01498202431448</c:v>
                </c:pt>
                <c:pt idx="9965">
                  <c:v>7.0174441413456536</c:v>
                </c:pt>
                <c:pt idx="9966">
                  <c:v>7.0175317333922012</c:v>
                </c:pt>
                <c:pt idx="9967">
                  <c:v>7.0183918068717572</c:v>
                </c:pt>
                <c:pt idx="9968">
                  <c:v>7.0190590359356033</c:v>
                </c:pt>
                <c:pt idx="9969">
                  <c:v>7.0195768618237437</c:v>
                </c:pt>
                <c:pt idx="9970">
                  <c:v>7.0197982465822548</c:v>
                </c:pt>
                <c:pt idx="9971">
                  <c:v>7.0180861413771902</c:v>
                </c:pt>
                <c:pt idx="9972">
                  <c:v>7.0157076743562659</c:v>
                </c:pt>
                <c:pt idx="9973">
                  <c:v>7.0147154638199911</c:v>
                </c:pt>
                <c:pt idx="9974">
                  <c:v>7.0164777117267692</c:v>
                </c:pt>
                <c:pt idx="9975">
                  <c:v>7.017549472555543</c:v>
                </c:pt>
                <c:pt idx="9976">
                  <c:v>7.0185459404910198</c:v>
                </c:pt>
                <c:pt idx="9977">
                  <c:v>7.0190678660969112</c:v>
                </c:pt>
                <c:pt idx="9978">
                  <c:v>7.0184721455715167</c:v>
                </c:pt>
                <c:pt idx="9979">
                  <c:v>7.0189937558145035</c:v>
                </c:pt>
                <c:pt idx="9980">
                  <c:v>7.0196815623078255</c:v>
                </c:pt>
                <c:pt idx="9981">
                  <c:v>7.0201749475709176</c:v>
                </c:pt>
                <c:pt idx="9982">
                  <c:v>7.0192785285166908</c:v>
                </c:pt>
                <c:pt idx="9983">
                  <c:v>7.0171475425345715</c:v>
                </c:pt>
                <c:pt idx="9984">
                  <c:v>7.0175624024346019</c:v>
                </c:pt>
                <c:pt idx="9985">
                  <c:v>7.0177519355398221</c:v>
                </c:pt>
                <c:pt idx="9986">
                  <c:v>7.0185188981220143</c:v>
                </c:pt>
                <c:pt idx="9987">
                  <c:v>7.0199689367539699</c:v>
                </c:pt>
                <c:pt idx="9988">
                  <c:v>7.0203339693151898</c:v>
                </c:pt>
                <c:pt idx="9989">
                  <c:v>7.0204461596682384</c:v>
                </c:pt>
                <c:pt idx="9990">
                  <c:v>7.0210040366451691</c:v>
                </c:pt>
                <c:pt idx="9991">
                  <c:v>7.0209851148709381</c:v>
                </c:pt>
                <c:pt idx="9992">
                  <c:v>7.020859363913023</c:v>
                </c:pt>
                <c:pt idx="9993">
                  <c:v>7.0207692489632443</c:v>
                </c:pt>
                <c:pt idx="9994">
                  <c:v>7.0218578028666485</c:v>
                </c:pt>
                <c:pt idx="9995">
                  <c:v>7.0231025402481908</c:v>
                </c:pt>
                <c:pt idx="9996">
                  <c:v>7.0237823838281903</c:v>
                </c:pt>
                <c:pt idx="9997">
                  <c:v>7.0234594522146363</c:v>
                </c:pt>
                <c:pt idx="9998">
                  <c:v>7.022605607152431</c:v>
                </c:pt>
                <c:pt idx="9999">
                  <c:v>7.0216375218783016</c:v>
                </c:pt>
                <c:pt idx="10000">
                  <c:v>7.0202779135590276</c:v>
                </c:pt>
                <c:pt idx="10001">
                  <c:v>7.0188966240401145</c:v>
                </c:pt>
                <c:pt idx="10002">
                  <c:v>7.0174795408316122</c:v>
                </c:pt>
                <c:pt idx="10003">
                  <c:v>7.0165281697913873</c:v>
                </c:pt>
                <c:pt idx="10004">
                  <c:v>7.0158977593465677</c:v>
                </c:pt>
                <c:pt idx="10005">
                  <c:v>7.0148189028524577</c:v>
                </c:pt>
                <c:pt idx="10006">
                  <c:v>7.0141529352402276</c:v>
                </c:pt>
                <c:pt idx="10007">
                  <c:v>7.0151276431353384</c:v>
                </c:pt>
                <c:pt idx="10008">
                  <c:v>7.0177125151768394</c:v>
                </c:pt>
                <c:pt idx="10009">
                  <c:v>7.0191453665305348</c:v>
                </c:pt>
                <c:pt idx="10010">
                  <c:v>7.0186057806020274</c:v>
                </c:pt>
                <c:pt idx="10011">
                  <c:v>7.0173744461438998</c:v>
                </c:pt>
                <c:pt idx="10012">
                  <c:v>7.0168212996105268</c:v>
                </c:pt>
                <c:pt idx="10013">
                  <c:v>7.0153868714423124</c:v>
                </c:pt>
                <c:pt idx="10014">
                  <c:v>7.0153319194563144</c:v>
                </c:pt>
                <c:pt idx="10015">
                  <c:v>7.016202715274602</c:v>
                </c:pt>
                <c:pt idx="10016">
                  <c:v>7.0173969945915262</c:v>
                </c:pt>
                <c:pt idx="10017">
                  <c:v>7.0197203519450007</c:v>
                </c:pt>
                <c:pt idx="10018">
                  <c:v>7.0202436966839592</c:v>
                </c:pt>
                <c:pt idx="10019">
                  <c:v>7.0185929295636953</c:v>
                </c:pt>
                <c:pt idx="10020">
                  <c:v>7.0174848231602516</c:v>
                </c:pt>
                <c:pt idx="10021">
                  <c:v>7.0181824847443197</c:v>
                </c:pt>
                <c:pt idx="10022">
                  <c:v>7.0174325517589367</c:v>
                </c:pt>
                <c:pt idx="10023">
                  <c:v>7.016642961888393</c:v>
                </c:pt>
                <c:pt idx="10024">
                  <c:v>7.0163769532789857</c:v>
                </c:pt>
                <c:pt idx="10025">
                  <c:v>7.0161937274318422</c:v>
                </c:pt>
                <c:pt idx="10026">
                  <c:v>7.016402497674199</c:v>
                </c:pt>
                <c:pt idx="10027">
                  <c:v>7.0161490247402201</c:v>
                </c:pt>
                <c:pt idx="10028">
                  <c:v>7.0181021460445612</c:v>
                </c:pt>
                <c:pt idx="10029">
                  <c:v>7.0194339235875685</c:v>
                </c:pt>
                <c:pt idx="10030">
                  <c:v>7.0196449013702518</c:v>
                </c:pt>
                <c:pt idx="10031">
                  <c:v>7.0177345117393841</c:v>
                </c:pt>
                <c:pt idx="10032">
                  <c:v>7.0146137592834954</c:v>
                </c:pt>
                <c:pt idx="10033">
                  <c:v>7.0138268499976348</c:v>
                </c:pt>
                <c:pt idx="10034">
                  <c:v>7.0148661284473111</c:v>
                </c:pt>
                <c:pt idx="10035">
                  <c:v>7.0142760056134597</c:v>
                </c:pt>
                <c:pt idx="10036">
                  <c:v>7.0132681057727178</c:v>
                </c:pt>
                <c:pt idx="10037">
                  <c:v>7.0148460240621899</c:v>
                </c:pt>
                <c:pt idx="10038">
                  <c:v>7.0165713745092164</c:v>
                </c:pt>
                <c:pt idx="10039">
                  <c:v>7.0160397514940316</c:v>
                </c:pt>
                <c:pt idx="10040">
                  <c:v>7.0154904681562309</c:v>
                </c:pt>
                <c:pt idx="10041">
                  <c:v>7.0168867374130777</c:v>
                </c:pt>
                <c:pt idx="10042">
                  <c:v>7.0183486809946549</c:v>
                </c:pt>
                <c:pt idx="10043">
                  <c:v>7.0196002775193556</c:v>
                </c:pt>
                <c:pt idx="10044">
                  <c:v>7.0203929421782112</c:v>
                </c:pt>
                <c:pt idx="10045">
                  <c:v>7.0208575505763253</c:v>
                </c:pt>
                <c:pt idx="10046">
                  <c:v>7.0203451646982762</c:v>
                </c:pt>
                <c:pt idx="10047">
                  <c:v>7.0198579290118106</c:v>
                </c:pt>
                <c:pt idx="10048">
                  <c:v>7.0198371150601551</c:v>
                </c:pt>
                <c:pt idx="10049">
                  <c:v>7.019619830019395</c:v>
                </c:pt>
                <c:pt idx="10050">
                  <c:v>7.0209464829152148</c:v>
                </c:pt>
                <c:pt idx="10051">
                  <c:v>7.0191161166212019</c:v>
                </c:pt>
                <c:pt idx="10052">
                  <c:v>7.0178985004493919</c:v>
                </c:pt>
                <c:pt idx="10053">
                  <c:v>7.0183737523455116</c:v>
                </c:pt>
                <c:pt idx="10054">
                  <c:v>7.0180341064980523</c:v>
                </c:pt>
                <c:pt idx="10055">
                  <c:v>7.017039688421451</c:v>
                </c:pt>
                <c:pt idx="10056">
                  <c:v>7.0179290118103408</c:v>
                </c:pt>
                <c:pt idx="10057">
                  <c:v>7.0197166464308802</c:v>
                </c:pt>
                <c:pt idx="10058">
                  <c:v>7.0203649537204935</c:v>
                </c:pt>
                <c:pt idx="10059">
                  <c:v>7.0197485769248962</c:v>
                </c:pt>
                <c:pt idx="10060">
                  <c:v>7.0187070909348934</c:v>
                </c:pt>
                <c:pt idx="10061">
                  <c:v>7.0160458222299313</c:v>
                </c:pt>
                <c:pt idx="10062">
                  <c:v>7.0142000819943551</c:v>
                </c:pt>
                <c:pt idx="10063">
                  <c:v>7.0149672022579983</c:v>
                </c:pt>
                <c:pt idx="10064">
                  <c:v>7.0160520506472821</c:v>
                </c:pt>
                <c:pt idx="10065">
                  <c:v>7.0171031552058531</c:v>
                </c:pt>
                <c:pt idx="10066">
                  <c:v>7.0199994481149179</c:v>
                </c:pt>
                <c:pt idx="10067">
                  <c:v>7.0214279632286853</c:v>
                </c:pt>
                <c:pt idx="10068">
                  <c:v>7.0211225342562953</c:v>
                </c:pt>
                <c:pt idx="10069">
                  <c:v>7.0208281429855406</c:v>
                </c:pt>
                <c:pt idx="10070">
                  <c:v>7.0203622731358113</c:v>
                </c:pt>
                <c:pt idx="10071">
                  <c:v>7.0201857487503743</c:v>
                </c:pt>
                <c:pt idx="10072">
                  <c:v>7.0215749223418849</c:v>
                </c:pt>
                <c:pt idx="10073">
                  <c:v>7.0207023920276255</c:v>
                </c:pt>
                <c:pt idx="10074">
                  <c:v>7.0190393257541119</c:v>
                </c:pt>
                <c:pt idx="10075">
                  <c:v>7.0189447957236792</c:v>
                </c:pt>
                <c:pt idx="10076">
                  <c:v>7.0202542613412389</c:v>
                </c:pt>
                <c:pt idx="10077">
                  <c:v>7.0201778646777777</c:v>
                </c:pt>
                <c:pt idx="10078">
                  <c:v>7.0184279159242502</c:v>
                </c:pt>
                <c:pt idx="10079">
                  <c:v>7.0175332313659942</c:v>
                </c:pt>
                <c:pt idx="10080">
                  <c:v>7.0176041091786372</c:v>
                </c:pt>
                <c:pt idx="10081">
                  <c:v>7.0163778205269711</c:v>
                </c:pt>
                <c:pt idx="10082">
                  <c:v>7.0148969551711629</c:v>
                </c:pt>
                <c:pt idx="10083">
                  <c:v>7.0151220454437944</c:v>
                </c:pt>
                <c:pt idx="10084">
                  <c:v>7.0151446727321467</c:v>
                </c:pt>
                <c:pt idx="10085">
                  <c:v>7.0161229284599251</c:v>
                </c:pt>
                <c:pt idx="10086">
                  <c:v>7.016803639287911</c:v>
                </c:pt>
                <c:pt idx="10087">
                  <c:v>7.0194849335372682</c:v>
                </c:pt>
                <c:pt idx="10088">
                  <c:v>7.0209120295179677</c:v>
                </c:pt>
                <c:pt idx="10089">
                  <c:v>7.0192422617827468</c:v>
                </c:pt>
                <c:pt idx="10090">
                  <c:v>7.0199537204938585</c:v>
                </c:pt>
                <c:pt idx="10091">
                  <c:v>7.0200026017439567</c:v>
                </c:pt>
                <c:pt idx="10092">
                  <c:v>7.0198151973383371</c:v>
                </c:pt>
                <c:pt idx="10093">
                  <c:v>7.01931156278087</c:v>
                </c:pt>
                <c:pt idx="10094">
                  <c:v>7.0199362178526936</c:v>
                </c:pt>
                <c:pt idx="10095">
                  <c:v>7.0218624544694803</c:v>
                </c:pt>
                <c:pt idx="10096">
                  <c:v>7.0215647518882358</c:v>
                </c:pt>
                <c:pt idx="10097">
                  <c:v>7.0203499739825608</c:v>
                </c:pt>
                <c:pt idx="10098">
                  <c:v>7.0198133051609135</c:v>
                </c:pt>
                <c:pt idx="10099">
                  <c:v>7.0200295652722371</c:v>
                </c:pt>
                <c:pt idx="10100">
                  <c:v>7.0208091423705827</c:v>
                </c:pt>
                <c:pt idx="10101">
                  <c:v>7.0213883063435247</c:v>
                </c:pt>
                <c:pt idx="10102">
                  <c:v>7.0209953641653131</c:v>
                </c:pt>
                <c:pt idx="10103">
                  <c:v>7.0201777069963258</c:v>
                </c:pt>
                <c:pt idx="10104">
                  <c:v>7.0216710291868365</c:v>
                </c:pt>
                <c:pt idx="10105">
                  <c:v>7.023361453192261</c:v>
                </c:pt>
                <c:pt idx="10106">
                  <c:v>7.0214043898516216</c:v>
                </c:pt>
                <c:pt idx="10107">
                  <c:v>7.0205127012409534</c:v>
                </c:pt>
                <c:pt idx="10108">
                  <c:v>7.0206718806666775</c:v>
                </c:pt>
                <c:pt idx="10109">
                  <c:v>7.0210672669073935</c:v>
                </c:pt>
                <c:pt idx="10110">
                  <c:v>7.0220011353064535</c:v>
                </c:pt>
                <c:pt idx="10111">
                  <c:v>7.0227448398744858</c:v>
                </c:pt>
                <c:pt idx="10112">
                  <c:v>7.0211519418470809</c:v>
                </c:pt>
                <c:pt idx="10113">
                  <c:v>7.0194626216118197</c:v>
                </c:pt>
                <c:pt idx="10114">
                  <c:v>7.0198902537094563</c:v>
                </c:pt>
                <c:pt idx="10115">
                  <c:v>7.0200331131049056</c:v>
                </c:pt>
                <c:pt idx="10116">
                  <c:v>7.0207369242655986</c:v>
                </c:pt>
                <c:pt idx="10117">
                  <c:v>7.0214827575332315</c:v>
                </c:pt>
                <c:pt idx="10118">
                  <c:v>7.0218834261025878</c:v>
                </c:pt>
                <c:pt idx="10119">
                  <c:v>7.0212979548715682</c:v>
                </c:pt>
                <c:pt idx="10120">
                  <c:v>7.0190079471451776</c:v>
                </c:pt>
                <c:pt idx="10121">
                  <c:v>7.0190360144436212</c:v>
                </c:pt>
                <c:pt idx="10122">
                  <c:v>7.0210894999921161</c:v>
                </c:pt>
                <c:pt idx="10123">
                  <c:v>7.0225273183115471</c:v>
                </c:pt>
                <c:pt idx="10124">
                  <c:v>7.020995521846765</c:v>
                </c:pt>
                <c:pt idx="10125">
                  <c:v>7.0192335893028899</c:v>
                </c:pt>
                <c:pt idx="10126">
                  <c:v>7.0202365221778962</c:v>
                </c:pt>
                <c:pt idx="10127">
                  <c:v>7.0209459310301332</c:v>
                </c:pt>
                <c:pt idx="10128">
                  <c:v>7.0205149087812799</c:v>
                </c:pt>
                <c:pt idx="10129">
                  <c:v>7.0193388416720541</c:v>
                </c:pt>
                <c:pt idx="10130">
                  <c:v>7.0181275327583217</c:v>
                </c:pt>
                <c:pt idx="10131">
                  <c:v>7.0167930746306313</c:v>
                </c:pt>
                <c:pt idx="10132">
                  <c:v>7.0165814661221404</c:v>
                </c:pt>
                <c:pt idx="10133">
                  <c:v>7.0181035651776282</c:v>
                </c:pt>
                <c:pt idx="10134">
                  <c:v>7.0202385720367717</c:v>
                </c:pt>
                <c:pt idx="10135">
                  <c:v>7.0208441476529115</c:v>
                </c:pt>
                <c:pt idx="10136">
                  <c:v>7.0202153928633377</c:v>
                </c:pt>
                <c:pt idx="10137">
                  <c:v>7.02083342531418</c:v>
                </c:pt>
                <c:pt idx="10138">
                  <c:v>7.0193426260269005</c:v>
                </c:pt>
                <c:pt idx="10139">
                  <c:v>7.0175647676563804</c:v>
                </c:pt>
                <c:pt idx="10140">
                  <c:v>7.0184632365694819</c:v>
                </c:pt>
                <c:pt idx="10141">
                  <c:v>7.0210243775524681</c:v>
                </c:pt>
                <c:pt idx="10142">
                  <c:v>7.0220329869597435</c:v>
                </c:pt>
                <c:pt idx="10143">
                  <c:v>7.021793311152809</c:v>
                </c:pt>
                <c:pt idx="10144">
                  <c:v>7.0211706270991341</c:v>
                </c:pt>
                <c:pt idx="10145">
                  <c:v>7.0198818177517781</c:v>
                </c:pt>
                <c:pt idx="10146">
                  <c:v>7.0190633721755313</c:v>
                </c:pt>
                <c:pt idx="10147">
                  <c:v>7.0211481574922345</c:v>
                </c:pt>
                <c:pt idx="10148">
                  <c:v>7.0224639303678709</c:v>
                </c:pt>
                <c:pt idx="10149">
                  <c:v>7.0233856572951323</c:v>
                </c:pt>
                <c:pt idx="10150">
                  <c:v>7.0240524921553478</c:v>
                </c:pt>
                <c:pt idx="10151">
                  <c:v>7.0227498068402214</c:v>
                </c:pt>
                <c:pt idx="10152">
                  <c:v>7.0219355398224508</c:v>
                </c:pt>
                <c:pt idx="10153">
                  <c:v>7.0208190763020548</c:v>
                </c:pt>
                <c:pt idx="10154">
                  <c:v>7.0199295952317131</c:v>
                </c:pt>
                <c:pt idx="10155">
                  <c:v>7.0202466926315461</c:v>
                </c:pt>
                <c:pt idx="10156">
                  <c:v>7.0199157981046687</c:v>
                </c:pt>
                <c:pt idx="10157">
                  <c:v>7.0192152194137405</c:v>
                </c:pt>
                <c:pt idx="10158">
                  <c:v>7.0194702691622384</c:v>
                </c:pt>
                <c:pt idx="10159">
                  <c:v>7.0198045538403315</c:v>
                </c:pt>
                <c:pt idx="10160">
                  <c:v>7.0200893265425188</c:v>
                </c:pt>
                <c:pt idx="10161">
                  <c:v>7.0204488402529215</c:v>
                </c:pt>
                <c:pt idx="10162">
                  <c:v>7.0190577744839873</c:v>
                </c:pt>
                <c:pt idx="10163">
                  <c:v>7.0191173780728171</c:v>
                </c:pt>
                <c:pt idx="10164">
                  <c:v>7.0209672968668695</c:v>
                </c:pt>
                <c:pt idx="10165">
                  <c:v>7.0207113798703862</c:v>
                </c:pt>
                <c:pt idx="10166">
                  <c:v>7.0200784465223354</c:v>
                </c:pt>
                <c:pt idx="10167">
                  <c:v>7.0200646493952918</c:v>
                </c:pt>
                <c:pt idx="10168">
                  <c:v>7.0190218231129471</c:v>
                </c:pt>
                <c:pt idx="10169">
                  <c:v>7.0174266387044888</c:v>
                </c:pt>
                <c:pt idx="10170">
                  <c:v>7.0165593118781437</c:v>
                </c:pt>
                <c:pt idx="10171">
                  <c:v>7.0160865040445293</c:v>
                </c:pt>
                <c:pt idx="10172">
                  <c:v>7.0159795960201201</c:v>
                </c:pt>
                <c:pt idx="10173">
                  <c:v>7.0166353143379743</c:v>
                </c:pt>
                <c:pt idx="10174">
                  <c:v>7.0169739352559954</c:v>
                </c:pt>
                <c:pt idx="10175">
                  <c:v>7.0159699774515527</c:v>
                </c:pt>
                <c:pt idx="10176">
                  <c:v>7.017471104873934</c:v>
                </c:pt>
                <c:pt idx="10177">
                  <c:v>7.0188095838786486</c:v>
                </c:pt>
                <c:pt idx="10178">
                  <c:v>7.0188493196045352</c:v>
                </c:pt>
                <c:pt idx="10179">
                  <c:v>7.0190772481433008</c:v>
                </c:pt>
                <c:pt idx="10180">
                  <c:v>7.0187397309954429</c:v>
                </c:pt>
                <c:pt idx="10181">
                  <c:v>7.0164004478153235</c:v>
                </c:pt>
                <c:pt idx="10182">
                  <c:v>7.0152425929137951</c:v>
                </c:pt>
                <c:pt idx="10183">
                  <c:v>7.0160333653952289</c:v>
                </c:pt>
                <c:pt idx="10184">
                  <c:v>7.0176760119207175</c:v>
                </c:pt>
                <c:pt idx="10185">
                  <c:v>7.0175776186947125</c:v>
                </c:pt>
                <c:pt idx="10186">
                  <c:v>7.0175327583216385</c:v>
                </c:pt>
                <c:pt idx="10187">
                  <c:v>7.0164353742569263</c:v>
                </c:pt>
                <c:pt idx="10188">
                  <c:v>7.0143404184865732</c:v>
                </c:pt>
                <c:pt idx="10189">
                  <c:v>7.014880871663066</c:v>
                </c:pt>
                <c:pt idx="10190">
                  <c:v>7.0160552042763209</c:v>
                </c:pt>
                <c:pt idx="10191">
                  <c:v>7.0168805878364529</c:v>
                </c:pt>
                <c:pt idx="10192">
                  <c:v>7.0172480644601771</c:v>
                </c:pt>
                <c:pt idx="10193">
                  <c:v>7.0178597108122176</c:v>
                </c:pt>
                <c:pt idx="10194">
                  <c:v>7.019278213153787</c:v>
                </c:pt>
                <c:pt idx="10195">
                  <c:v>7.0208025197496022</c:v>
                </c:pt>
                <c:pt idx="10196">
                  <c:v>7.0222244122423882</c:v>
                </c:pt>
                <c:pt idx="10197">
                  <c:v>7.0240759866916855</c:v>
                </c:pt>
                <c:pt idx="10198">
                  <c:v>7.0242767940207189</c:v>
                </c:pt>
                <c:pt idx="10199">
                  <c:v>7.0222576041880194</c:v>
                </c:pt>
                <c:pt idx="10200">
                  <c:v>7.0205223986502467</c:v>
                </c:pt>
                <c:pt idx="10201">
                  <c:v>7.0211280531071134</c:v>
                </c:pt>
                <c:pt idx="10202">
                  <c:v>7.0225840836342419</c:v>
                </c:pt>
                <c:pt idx="10203">
                  <c:v>7.022443510619846</c:v>
                </c:pt>
                <c:pt idx="10204">
                  <c:v>7.0208786798908847</c:v>
                </c:pt>
                <c:pt idx="10205">
                  <c:v>7.0202917106860721</c:v>
                </c:pt>
                <c:pt idx="10206">
                  <c:v>7.018402213847585</c:v>
                </c:pt>
                <c:pt idx="10207">
                  <c:v>7.0164429429666191</c:v>
                </c:pt>
                <c:pt idx="10208">
                  <c:v>7.0167523928160334</c:v>
                </c:pt>
                <c:pt idx="10209">
                  <c:v>7.0171038647723867</c:v>
                </c:pt>
                <c:pt idx="10210">
                  <c:v>7.0179265677478355</c:v>
                </c:pt>
                <c:pt idx="10211">
                  <c:v>7.0182036140588782</c:v>
                </c:pt>
                <c:pt idx="10212">
                  <c:v>7.0165559217269271</c:v>
                </c:pt>
                <c:pt idx="10213">
                  <c:v>7.0156179536101169</c:v>
                </c:pt>
                <c:pt idx="10214">
                  <c:v>7.0149001088002017</c:v>
                </c:pt>
                <c:pt idx="10215">
                  <c:v>7.0153018811397212</c:v>
                </c:pt>
                <c:pt idx="10216">
                  <c:v>7.0171681988047743</c:v>
                </c:pt>
                <c:pt idx="10217">
                  <c:v>7.0183496270833663</c:v>
                </c:pt>
                <c:pt idx="10218">
                  <c:v>7.0178698024251407</c:v>
                </c:pt>
                <c:pt idx="10219">
                  <c:v>7.0151650924801716</c:v>
                </c:pt>
                <c:pt idx="10220">
                  <c:v>7.0138691874674786</c:v>
                </c:pt>
                <c:pt idx="10221">
                  <c:v>7.0151039120768228</c:v>
                </c:pt>
                <c:pt idx="10222">
                  <c:v>7.0167489238240908</c:v>
                </c:pt>
                <c:pt idx="10223">
                  <c:v>7.0154074488717892</c:v>
                </c:pt>
                <c:pt idx="10224">
                  <c:v>7.0132454784843663</c:v>
                </c:pt>
                <c:pt idx="10225">
                  <c:v>7.0130363928791057</c:v>
                </c:pt>
                <c:pt idx="10226">
                  <c:v>7.0123746038253518</c:v>
                </c:pt>
                <c:pt idx="10227">
                  <c:v>7.0123483498636059</c:v>
                </c:pt>
                <c:pt idx="10228">
                  <c:v>7.0143278039704189</c:v>
                </c:pt>
                <c:pt idx="10229">
                  <c:v>7.016246235355335</c:v>
                </c:pt>
                <c:pt idx="10230">
                  <c:v>7.0170005045806461</c:v>
                </c:pt>
                <c:pt idx="10231">
                  <c:v>7.0159856667560199</c:v>
                </c:pt>
                <c:pt idx="10232">
                  <c:v>7.0165671171100144</c:v>
                </c:pt>
                <c:pt idx="10233">
                  <c:v>7.0181066399659411</c:v>
                </c:pt>
                <c:pt idx="10234">
                  <c:v>7.0180006780302433</c:v>
                </c:pt>
                <c:pt idx="10235">
                  <c:v>7.0174570712247117</c:v>
                </c:pt>
                <c:pt idx="10236">
                  <c:v>7.0182647944622278</c:v>
                </c:pt>
                <c:pt idx="10237">
                  <c:v>7.0192477017928381</c:v>
                </c:pt>
                <c:pt idx="10238">
                  <c:v>7.0193152682949904</c:v>
                </c:pt>
                <c:pt idx="10239">
                  <c:v>7.0203085826014284</c:v>
                </c:pt>
                <c:pt idx="10240">
                  <c:v>7.0210083728850972</c:v>
                </c:pt>
                <c:pt idx="10241">
                  <c:v>7.0208707958182881</c:v>
                </c:pt>
                <c:pt idx="10242">
                  <c:v>7.0201443573692428</c:v>
                </c:pt>
                <c:pt idx="10243">
                  <c:v>7.0172055693088824</c:v>
                </c:pt>
                <c:pt idx="10244">
                  <c:v>7.0142447846859772</c:v>
                </c:pt>
                <c:pt idx="10245">
                  <c:v>7.0148765354231379</c:v>
                </c:pt>
                <c:pt idx="10246">
                  <c:v>7.0165610463741146</c:v>
                </c:pt>
                <c:pt idx="10247">
                  <c:v>7.0181750737160788</c:v>
                </c:pt>
                <c:pt idx="10248">
                  <c:v>7.019126208234125</c:v>
                </c:pt>
                <c:pt idx="10249">
                  <c:v>7.0188754158848292</c:v>
                </c:pt>
                <c:pt idx="10250">
                  <c:v>7.0193304057143759</c:v>
                </c:pt>
                <c:pt idx="10251">
                  <c:v>7.0194657752408585</c:v>
                </c:pt>
                <c:pt idx="10252">
                  <c:v>7.0187445402797266</c:v>
                </c:pt>
                <c:pt idx="10253">
                  <c:v>7.0190627414497229</c:v>
                </c:pt>
                <c:pt idx="10254">
                  <c:v>7.0185924565193396</c:v>
                </c:pt>
                <c:pt idx="10255">
                  <c:v>7.0184834986360558</c:v>
                </c:pt>
                <c:pt idx="10256">
                  <c:v>7.019220265220202</c:v>
                </c:pt>
                <c:pt idx="10257">
                  <c:v>7.0203976726217698</c:v>
                </c:pt>
                <c:pt idx="10258">
                  <c:v>7.0209066683486023</c:v>
                </c:pt>
                <c:pt idx="10259">
                  <c:v>7.0204297607972377</c:v>
                </c:pt>
                <c:pt idx="10260">
                  <c:v>7.0211857645185196</c:v>
                </c:pt>
                <c:pt idx="10261">
                  <c:v>7.0196443494851701</c:v>
                </c:pt>
                <c:pt idx="10262">
                  <c:v>7.0174177297024549</c:v>
                </c:pt>
                <c:pt idx="10263">
                  <c:v>7.0175033507308537</c:v>
                </c:pt>
                <c:pt idx="10264">
                  <c:v>7.0177974266387046</c:v>
                </c:pt>
                <c:pt idx="10265">
                  <c:v>7.0183169870228168</c:v>
                </c:pt>
                <c:pt idx="10266">
                  <c:v>7.0198062883363033</c:v>
                </c:pt>
                <c:pt idx="10267">
                  <c:v>7.0198391649190306</c:v>
                </c:pt>
                <c:pt idx="10268">
                  <c:v>7.0204925180151063</c:v>
                </c:pt>
                <c:pt idx="10269">
                  <c:v>7.0184255507024709</c:v>
                </c:pt>
                <c:pt idx="10270">
                  <c:v>7.0159937873507943</c:v>
                </c:pt>
                <c:pt idx="10271">
                  <c:v>7.0164833882590392</c:v>
                </c:pt>
                <c:pt idx="10272">
                  <c:v>7.0172553178069661</c:v>
                </c:pt>
                <c:pt idx="10273">
                  <c:v>7.0153552563112003</c:v>
                </c:pt>
                <c:pt idx="10274">
                  <c:v>7.0146292909065107</c:v>
                </c:pt>
                <c:pt idx="10275">
                  <c:v>7.0153110266639338</c:v>
                </c:pt>
                <c:pt idx="10276">
                  <c:v>7.0147572494047523</c:v>
                </c:pt>
                <c:pt idx="10277">
                  <c:v>7.0118668695501345</c:v>
                </c:pt>
                <c:pt idx="10278">
                  <c:v>7.0112375628754791</c:v>
                </c:pt>
                <c:pt idx="10279">
                  <c:v>7.0142424983049247</c:v>
                </c:pt>
                <c:pt idx="10280">
                  <c:v>7.0169742506189001</c:v>
                </c:pt>
                <c:pt idx="10281">
                  <c:v>7.0165521373720807</c:v>
                </c:pt>
                <c:pt idx="10282">
                  <c:v>7.0160349422097479</c:v>
                </c:pt>
                <c:pt idx="10283">
                  <c:v>7.0162267616960214</c:v>
                </c:pt>
                <c:pt idx="10284">
                  <c:v>7.0186707453602235</c:v>
                </c:pt>
                <c:pt idx="10285">
                  <c:v>7.0203107901417559</c:v>
                </c:pt>
                <c:pt idx="10286">
                  <c:v>7.0214869360917076</c:v>
                </c:pt>
                <c:pt idx="10287">
                  <c:v>7.0221380816474559</c:v>
                </c:pt>
                <c:pt idx="10288">
                  <c:v>7.021186710607231</c:v>
                </c:pt>
                <c:pt idx="10289">
                  <c:v>7.0200234945363373</c:v>
                </c:pt>
                <c:pt idx="10290">
                  <c:v>7.0171506961636103</c:v>
                </c:pt>
                <c:pt idx="10291">
                  <c:v>7.0148157492234189</c:v>
                </c:pt>
                <c:pt idx="10292">
                  <c:v>7.0134556678597892</c:v>
                </c:pt>
                <c:pt idx="10293">
                  <c:v>7.0142531418029295</c:v>
                </c:pt>
                <c:pt idx="10294">
                  <c:v>7.0136952648259987</c:v>
                </c:pt>
                <c:pt idx="10295">
                  <c:v>7.014017723395197</c:v>
                </c:pt>
                <c:pt idx="10296">
                  <c:v>7.016335956101484</c:v>
                </c:pt>
                <c:pt idx="10297">
                  <c:v>7.0178984216086659</c:v>
                </c:pt>
                <c:pt idx="10298">
                  <c:v>7.0179309039877635</c:v>
                </c:pt>
                <c:pt idx="10299">
                  <c:v>7.0182178053895523</c:v>
                </c:pt>
                <c:pt idx="10300">
                  <c:v>7.0171191598732241</c:v>
                </c:pt>
                <c:pt idx="10301">
                  <c:v>7.0165349500938206</c:v>
                </c:pt>
                <c:pt idx="10302">
                  <c:v>7.0170374808811236</c:v>
                </c:pt>
                <c:pt idx="10303">
                  <c:v>7.017974897112853</c:v>
                </c:pt>
                <c:pt idx="10304">
                  <c:v>7.0169920686229679</c:v>
                </c:pt>
                <c:pt idx="10305">
                  <c:v>7.0168298932496569</c:v>
                </c:pt>
                <c:pt idx="10306">
                  <c:v>7.0170114634415555</c:v>
                </c:pt>
                <c:pt idx="10307">
                  <c:v>7.0154306280452232</c:v>
                </c:pt>
                <c:pt idx="10308">
                  <c:v>7.0154922814929277</c:v>
                </c:pt>
                <c:pt idx="10309">
                  <c:v>7.0153234834986362</c:v>
                </c:pt>
                <c:pt idx="10310">
                  <c:v>7.0137495860861883</c:v>
                </c:pt>
                <c:pt idx="10311">
                  <c:v>7.0141329885365584</c:v>
                </c:pt>
                <c:pt idx="10312">
                  <c:v>7.0146959113199516</c:v>
                </c:pt>
                <c:pt idx="10313">
                  <c:v>7.013898989261893</c:v>
                </c:pt>
                <c:pt idx="10314">
                  <c:v>7.0134246046137596</c:v>
                </c:pt>
                <c:pt idx="10315">
                  <c:v>7.0146398555637903</c:v>
                </c:pt>
                <c:pt idx="10316">
                  <c:v>7.0151969441334616</c:v>
                </c:pt>
                <c:pt idx="10317">
                  <c:v>7.01609840899415</c:v>
                </c:pt>
                <c:pt idx="10318">
                  <c:v>7.0175395386240718</c:v>
                </c:pt>
                <c:pt idx="10319">
                  <c:v>7.0190632144940794</c:v>
                </c:pt>
                <c:pt idx="10320">
                  <c:v>7.0196899982655037</c:v>
                </c:pt>
                <c:pt idx="10321">
                  <c:v>7.0193218909159718</c:v>
                </c:pt>
                <c:pt idx="10322">
                  <c:v>7.019111701540548</c:v>
                </c:pt>
                <c:pt idx="10323">
                  <c:v>7.0176558286948705</c:v>
                </c:pt>
                <c:pt idx="10324">
                  <c:v>7.0158351598101518</c:v>
                </c:pt>
                <c:pt idx="10325">
                  <c:v>7.0179422570523027</c:v>
                </c:pt>
                <c:pt idx="10326">
                  <c:v>7.0209406487014929</c:v>
                </c:pt>
                <c:pt idx="10327">
                  <c:v>7.0210314732178052</c:v>
                </c:pt>
                <c:pt idx="10328">
                  <c:v>7.0214532711017199</c:v>
                </c:pt>
                <c:pt idx="10329">
                  <c:v>7.0214779482489478</c:v>
                </c:pt>
                <c:pt idx="10330">
                  <c:v>7.0194205206641547</c:v>
                </c:pt>
                <c:pt idx="10331">
                  <c:v>7.0169956164556364</c:v>
                </c:pt>
                <c:pt idx="10332">
                  <c:v>7.0161201690345161</c:v>
                </c:pt>
                <c:pt idx="10333">
                  <c:v>7.0157090934893329</c:v>
                </c:pt>
                <c:pt idx="10334">
                  <c:v>7.0152759425408791</c:v>
                </c:pt>
                <c:pt idx="10335">
                  <c:v>7.0156703038521577</c:v>
                </c:pt>
                <c:pt idx="10336">
                  <c:v>7.0162573518976963</c:v>
                </c:pt>
                <c:pt idx="10337">
                  <c:v>7.0157076743562659</c:v>
                </c:pt>
                <c:pt idx="10338">
                  <c:v>7.0153275043756604</c:v>
                </c:pt>
                <c:pt idx="10339">
                  <c:v>7.0157954240842653</c:v>
                </c:pt>
                <c:pt idx="10340">
                  <c:v>7.015141361421656</c:v>
                </c:pt>
                <c:pt idx="10341">
                  <c:v>7.015218152288746</c:v>
                </c:pt>
                <c:pt idx="10342">
                  <c:v>7.015433781674262</c:v>
                </c:pt>
                <c:pt idx="10343">
                  <c:v>7.0181750737160788</c:v>
                </c:pt>
                <c:pt idx="10344">
                  <c:v>7.0192253110266636</c:v>
                </c:pt>
                <c:pt idx="10345">
                  <c:v>7.0189888676894938</c:v>
                </c:pt>
                <c:pt idx="10346">
                  <c:v>7.0185726674971223</c:v>
                </c:pt>
                <c:pt idx="10347">
                  <c:v>7.0174856115675111</c:v>
                </c:pt>
                <c:pt idx="10348">
                  <c:v>7.0182930194421234</c:v>
                </c:pt>
                <c:pt idx="10349">
                  <c:v>7.0192295684258657</c:v>
                </c:pt>
                <c:pt idx="10350">
                  <c:v>7.0175877891483625</c:v>
                </c:pt>
                <c:pt idx="10351">
                  <c:v>7.0172100632302623</c:v>
                </c:pt>
                <c:pt idx="10352">
                  <c:v>7.0172822813352465</c:v>
                </c:pt>
                <c:pt idx="10353">
                  <c:v>7.0174570712247117</c:v>
                </c:pt>
                <c:pt idx="10354">
                  <c:v>7.0192522745549439</c:v>
                </c:pt>
                <c:pt idx="10355">
                  <c:v>7.0183676816096119</c:v>
                </c:pt>
                <c:pt idx="10356">
                  <c:v>7.0170313313044987</c:v>
                </c:pt>
                <c:pt idx="10357">
                  <c:v>7.0173779939765684</c:v>
                </c:pt>
                <c:pt idx="10358">
                  <c:v>7.0191861271858595</c:v>
                </c:pt>
                <c:pt idx="10359">
                  <c:v>7.0212985067566498</c:v>
                </c:pt>
                <c:pt idx="10360">
                  <c:v>7.0209777038426973</c:v>
                </c:pt>
                <c:pt idx="10361">
                  <c:v>7.0208020467052457</c:v>
                </c:pt>
                <c:pt idx="10362">
                  <c:v>7.0213503839543359</c:v>
                </c:pt>
                <c:pt idx="10363">
                  <c:v>7.0212597171194755</c:v>
                </c:pt>
                <c:pt idx="10364">
                  <c:v>7.0212700452545764</c:v>
                </c:pt>
                <c:pt idx="10365">
                  <c:v>7.0209726580362348</c:v>
                </c:pt>
                <c:pt idx="10366">
                  <c:v>7.0195839574890808</c:v>
                </c:pt>
                <c:pt idx="10367">
                  <c:v>7.0176570901464856</c:v>
                </c:pt>
                <c:pt idx="10368">
                  <c:v>7.0170522240968793</c:v>
                </c:pt>
                <c:pt idx="10369">
                  <c:v>7.0173080622526376</c:v>
                </c:pt>
                <c:pt idx="10370">
                  <c:v>7.0174021980794397</c:v>
                </c:pt>
                <c:pt idx="10371">
                  <c:v>7.0184195588072971</c:v>
                </c:pt>
                <c:pt idx="10372">
                  <c:v>7.0195194657752404</c:v>
                </c:pt>
                <c:pt idx="10373">
                  <c:v>7.0195556536684593</c:v>
                </c:pt>
                <c:pt idx="10374">
                  <c:v>7.0179966571532191</c:v>
                </c:pt>
                <c:pt idx="10375">
                  <c:v>7.0170442611835568</c:v>
                </c:pt>
                <c:pt idx="10376">
                  <c:v>7.016980242514073</c:v>
                </c:pt>
                <c:pt idx="10377">
                  <c:v>7.0170575064255187</c:v>
                </c:pt>
                <c:pt idx="10378">
                  <c:v>7.0178032608524257</c:v>
                </c:pt>
                <c:pt idx="10379">
                  <c:v>7.0181893438874789</c:v>
                </c:pt>
                <c:pt idx="10380">
                  <c:v>7.0179033885744024</c:v>
                </c:pt>
                <c:pt idx="10381">
                  <c:v>7.0176037149750075</c:v>
                </c:pt>
                <c:pt idx="10382">
                  <c:v>7.0178061779592866</c:v>
                </c:pt>
                <c:pt idx="10383">
                  <c:v>7.0171987101657232</c:v>
                </c:pt>
                <c:pt idx="10384">
                  <c:v>7.0161498919882055</c:v>
                </c:pt>
                <c:pt idx="10385">
                  <c:v>7.0141489143632034</c:v>
                </c:pt>
                <c:pt idx="10386">
                  <c:v>7.0131912360649018</c:v>
                </c:pt>
                <c:pt idx="10387">
                  <c:v>7.0134873618316274</c:v>
                </c:pt>
                <c:pt idx="10388">
                  <c:v>7.013615162648418</c:v>
                </c:pt>
                <c:pt idx="10389">
                  <c:v>7.0148826061590377</c:v>
                </c:pt>
                <c:pt idx="10390">
                  <c:v>7.0149176902820924</c:v>
                </c:pt>
                <c:pt idx="10391">
                  <c:v>7.0147950929532161</c:v>
                </c:pt>
                <c:pt idx="10392">
                  <c:v>7.0162754064239428</c:v>
                </c:pt>
                <c:pt idx="10393">
                  <c:v>7.0164215771298819</c:v>
                </c:pt>
                <c:pt idx="10394">
                  <c:v>7.0154551475109983</c:v>
                </c:pt>
                <c:pt idx="10395">
                  <c:v>7.0144401520049193</c:v>
                </c:pt>
                <c:pt idx="10396">
                  <c:v>7.0137603872656458</c:v>
                </c:pt>
                <c:pt idx="10397">
                  <c:v>7.0138864535864647</c:v>
                </c:pt>
                <c:pt idx="10398">
                  <c:v>7.0162310190952235</c:v>
                </c:pt>
                <c:pt idx="10399">
                  <c:v>7.0171148236332961</c:v>
                </c:pt>
                <c:pt idx="10400">
                  <c:v>7.016243318248474</c:v>
                </c:pt>
                <c:pt idx="10401">
                  <c:v>7.017120815528469</c:v>
                </c:pt>
                <c:pt idx="10402">
                  <c:v>7.016821063088349</c:v>
                </c:pt>
                <c:pt idx="10403">
                  <c:v>7.0167988300036264</c:v>
                </c:pt>
                <c:pt idx="10404">
                  <c:v>7.0183776943818099</c:v>
                </c:pt>
                <c:pt idx="10405">
                  <c:v>7.0180738422239388</c:v>
                </c:pt>
                <c:pt idx="10406">
                  <c:v>7.0163898831580438</c:v>
                </c:pt>
                <c:pt idx="10407">
                  <c:v>7.0167560983301538</c:v>
                </c:pt>
                <c:pt idx="10408">
                  <c:v>7.016757359781769</c:v>
                </c:pt>
                <c:pt idx="10409">
                  <c:v>7.0175918888661126</c:v>
                </c:pt>
                <c:pt idx="10410">
                  <c:v>7.0189935981330516</c:v>
                </c:pt>
                <c:pt idx="10411">
                  <c:v>7.0185742443116412</c:v>
                </c:pt>
                <c:pt idx="10412">
                  <c:v>7.0173533168293414</c:v>
                </c:pt>
                <c:pt idx="10413">
                  <c:v>7.0171652028571883</c:v>
                </c:pt>
                <c:pt idx="10414">
                  <c:v>7.0176685220517507</c:v>
                </c:pt>
                <c:pt idx="10415">
                  <c:v>7.0180685598952994</c:v>
                </c:pt>
                <c:pt idx="10416">
                  <c:v>7.0186827291505702</c:v>
                </c:pt>
                <c:pt idx="10417">
                  <c:v>7.0195101625695768</c:v>
                </c:pt>
                <c:pt idx="10418">
                  <c:v>7.0197826361185136</c:v>
                </c:pt>
                <c:pt idx="10419">
                  <c:v>7.0197470789511032</c:v>
                </c:pt>
                <c:pt idx="10420">
                  <c:v>7.0184239738879519</c:v>
                </c:pt>
                <c:pt idx="10421">
                  <c:v>7.015619293902458</c:v>
                </c:pt>
                <c:pt idx="10422">
                  <c:v>7.0152606474400416</c:v>
                </c:pt>
                <c:pt idx="10423">
                  <c:v>7.015929059114776</c:v>
                </c:pt>
                <c:pt idx="10424">
                  <c:v>7.0154236112206121</c:v>
                </c:pt>
                <c:pt idx="10425">
                  <c:v>7.0165470127248932</c:v>
                </c:pt>
                <c:pt idx="10426">
                  <c:v>7.0178366893202355</c:v>
                </c:pt>
                <c:pt idx="10427">
                  <c:v>7.0188110818524416</c:v>
                </c:pt>
                <c:pt idx="10428">
                  <c:v>7.0184864945836418</c:v>
                </c:pt>
                <c:pt idx="10429">
                  <c:v>7.0175644522934766</c:v>
                </c:pt>
                <c:pt idx="10430">
                  <c:v>7.0146355193238623</c:v>
                </c:pt>
                <c:pt idx="10431">
                  <c:v>7.0125099733518343</c:v>
                </c:pt>
                <c:pt idx="10432">
                  <c:v>7.0121171888550746</c:v>
                </c:pt>
                <c:pt idx="10433">
                  <c:v>7.0124116589665562</c:v>
                </c:pt>
                <c:pt idx="10434">
                  <c:v>7.0130948138570464</c:v>
                </c:pt>
                <c:pt idx="10435">
                  <c:v>7.0130449076775099</c:v>
                </c:pt>
                <c:pt idx="10436">
                  <c:v>7.013222851196014</c:v>
                </c:pt>
                <c:pt idx="10437">
                  <c:v>7.0156025008278275</c:v>
                </c:pt>
                <c:pt idx="10438">
                  <c:v>7.0170724861634524</c:v>
                </c:pt>
                <c:pt idx="10439">
                  <c:v>7.0172728992888569</c:v>
                </c:pt>
                <c:pt idx="10440">
                  <c:v>7.0172668285529571</c:v>
                </c:pt>
                <c:pt idx="10441">
                  <c:v>7.0170922751856697</c:v>
                </c:pt>
                <c:pt idx="10442">
                  <c:v>7.0168920197417179</c:v>
                </c:pt>
                <c:pt idx="10443">
                  <c:v>7.0174878191078385</c:v>
                </c:pt>
                <c:pt idx="10444">
                  <c:v>7.017998312808464</c:v>
                </c:pt>
                <c:pt idx="10445">
                  <c:v>7.0178757154795885</c:v>
                </c:pt>
                <c:pt idx="10446">
                  <c:v>7.0183190368816915</c:v>
                </c:pt>
                <c:pt idx="10447">
                  <c:v>7.0168409309512922</c:v>
                </c:pt>
                <c:pt idx="10448">
                  <c:v>7.0166239612734351</c:v>
                </c:pt>
                <c:pt idx="10449">
                  <c:v>7.0172773932102368</c:v>
                </c:pt>
                <c:pt idx="10450">
                  <c:v>7.0182386981819329</c:v>
                </c:pt>
                <c:pt idx="10451">
                  <c:v>7.0195393336381837</c:v>
                </c:pt>
                <c:pt idx="10452">
                  <c:v>7.0209616203346004</c:v>
                </c:pt>
                <c:pt idx="10453">
                  <c:v>7.0212349611315217</c:v>
                </c:pt>
                <c:pt idx="10454">
                  <c:v>7.0203436667244832</c:v>
                </c:pt>
                <c:pt idx="10455">
                  <c:v>7.0183589302890299</c:v>
                </c:pt>
                <c:pt idx="10456">
                  <c:v>7.0180114003689749</c:v>
                </c:pt>
                <c:pt idx="10457">
                  <c:v>7.0176241347230324</c:v>
                </c:pt>
                <c:pt idx="10458">
                  <c:v>7.016773206767688</c:v>
                </c:pt>
                <c:pt idx="10459">
                  <c:v>7.0170821047320207</c:v>
                </c:pt>
                <c:pt idx="10460">
                  <c:v>7.0179244390482349</c:v>
                </c:pt>
                <c:pt idx="10461">
                  <c:v>7.0193997067124991</c:v>
                </c:pt>
                <c:pt idx="10462">
                  <c:v>7.0199163499897503</c:v>
                </c:pt>
                <c:pt idx="10463">
                  <c:v>7.0207352686103537</c:v>
                </c:pt>
                <c:pt idx="10464">
                  <c:v>7.0197887856951384</c:v>
                </c:pt>
                <c:pt idx="10465">
                  <c:v>7.0183248710954134</c:v>
                </c:pt>
                <c:pt idx="10466">
                  <c:v>7.0183069742506188</c:v>
                </c:pt>
                <c:pt idx="10467">
                  <c:v>7.0181269808732401</c:v>
                </c:pt>
                <c:pt idx="10468">
                  <c:v>7.0190166984657596</c:v>
                </c:pt>
                <c:pt idx="10469">
                  <c:v>7.0214401835412099</c:v>
                </c:pt>
                <c:pt idx="10470">
                  <c:v>7.0222042290165412</c:v>
                </c:pt>
                <c:pt idx="10471">
                  <c:v>7.0215027830776267</c:v>
                </c:pt>
                <c:pt idx="10472">
                  <c:v>7.0205555905958779</c:v>
                </c:pt>
                <c:pt idx="10473">
                  <c:v>7.0195010170453651</c:v>
                </c:pt>
                <c:pt idx="10474">
                  <c:v>7.0174517100553464</c:v>
                </c:pt>
                <c:pt idx="10475">
                  <c:v>7.017646367807755</c:v>
                </c:pt>
                <c:pt idx="10476">
                  <c:v>7.0181034074961763</c:v>
                </c:pt>
                <c:pt idx="10477">
                  <c:v>7.0184104921238113</c:v>
                </c:pt>
                <c:pt idx="10478">
                  <c:v>7.0189473974676355</c:v>
                </c:pt>
                <c:pt idx="10479">
                  <c:v>7.0202429082766997</c:v>
                </c:pt>
                <c:pt idx="10480">
                  <c:v>7.0199083870764278</c:v>
                </c:pt>
                <c:pt idx="10481">
                  <c:v>7.0186379476182212</c:v>
                </c:pt>
                <c:pt idx="10482">
                  <c:v>7.0186987338179412</c:v>
                </c:pt>
                <c:pt idx="10483">
                  <c:v>7.0187409924470581</c:v>
                </c:pt>
                <c:pt idx="10484">
                  <c:v>7.0201188129740295</c:v>
                </c:pt>
                <c:pt idx="10485">
                  <c:v>7.0221585802362068</c:v>
                </c:pt>
                <c:pt idx="10486">
                  <c:v>7.023726328072029</c:v>
                </c:pt>
                <c:pt idx="10487">
                  <c:v>7.0229102477175607</c:v>
                </c:pt>
                <c:pt idx="10488">
                  <c:v>7.0198844194957344</c:v>
                </c:pt>
                <c:pt idx="10489">
                  <c:v>7.0182130749459937</c:v>
                </c:pt>
                <c:pt idx="10490">
                  <c:v>7.016716677967171</c:v>
                </c:pt>
                <c:pt idx="10491">
                  <c:v>7.0151748687301909</c:v>
                </c:pt>
                <c:pt idx="10492">
                  <c:v>7.0158458821488825</c:v>
                </c:pt>
                <c:pt idx="10493">
                  <c:v>7.0158852236711393</c:v>
                </c:pt>
                <c:pt idx="10494">
                  <c:v>7.0157992872798376</c:v>
                </c:pt>
                <c:pt idx="10495">
                  <c:v>7.0165816238035923</c:v>
                </c:pt>
                <c:pt idx="10496">
                  <c:v>7.0172535833109952</c:v>
                </c:pt>
                <c:pt idx="10497">
                  <c:v>7.0181195698449992</c:v>
                </c:pt>
                <c:pt idx="10498">
                  <c:v>7.0179627556410535</c:v>
                </c:pt>
                <c:pt idx="10499">
                  <c:v>7.0177724341285739</c:v>
                </c:pt>
                <c:pt idx="10500">
                  <c:v>7.0193742411580127</c:v>
                </c:pt>
                <c:pt idx="10501">
                  <c:v>7.0188516848263136</c:v>
                </c:pt>
                <c:pt idx="10502">
                  <c:v>7.0167734432898659</c:v>
                </c:pt>
                <c:pt idx="10503">
                  <c:v>7.0177081789369113</c:v>
                </c:pt>
                <c:pt idx="10504">
                  <c:v>7.0186768949368483</c:v>
                </c:pt>
                <c:pt idx="10505">
                  <c:v>7.0184883079203395</c:v>
                </c:pt>
                <c:pt idx="10506">
                  <c:v>7.0184136457528501</c:v>
                </c:pt>
                <c:pt idx="10507">
                  <c:v>7.020406187420174</c:v>
                </c:pt>
                <c:pt idx="10508">
                  <c:v>7.0222413629984706</c:v>
                </c:pt>
                <c:pt idx="10509">
                  <c:v>7.0227888329995745</c:v>
                </c:pt>
                <c:pt idx="10510">
                  <c:v>7.0223810687648811</c:v>
                </c:pt>
                <c:pt idx="10511">
                  <c:v>7.0212998470489918</c:v>
                </c:pt>
                <c:pt idx="10512">
                  <c:v>7.0201105346978032</c:v>
                </c:pt>
                <c:pt idx="10513">
                  <c:v>7.0176662356706982</c:v>
                </c:pt>
                <c:pt idx="10514">
                  <c:v>7.0157634147495234</c:v>
                </c:pt>
                <c:pt idx="10515">
                  <c:v>7.0149506457055457</c:v>
                </c:pt>
                <c:pt idx="10516">
                  <c:v>7.0129726895725257</c:v>
                </c:pt>
                <c:pt idx="10517">
                  <c:v>7.0125989845314498</c:v>
                </c:pt>
                <c:pt idx="10518">
                  <c:v>7.0131363629196297</c:v>
                </c:pt>
                <c:pt idx="10519">
                  <c:v>7.0134551948154336</c:v>
                </c:pt>
                <c:pt idx="10520">
                  <c:v>7.0142745076396666</c:v>
                </c:pt>
                <c:pt idx="10521">
                  <c:v>7.0149742190826094</c:v>
                </c:pt>
                <c:pt idx="10522">
                  <c:v>7.0156695154448983</c:v>
                </c:pt>
                <c:pt idx="10523">
                  <c:v>7.0150790772481431</c:v>
                </c:pt>
                <c:pt idx="10524">
                  <c:v>7.01382811144925</c:v>
                </c:pt>
                <c:pt idx="10525">
                  <c:v>7.0133868399060217</c:v>
                </c:pt>
                <c:pt idx="10526">
                  <c:v>7.0121812863652853</c:v>
                </c:pt>
                <c:pt idx="10527">
                  <c:v>7.0108760781469277</c:v>
                </c:pt>
                <c:pt idx="10528">
                  <c:v>7.012230956022643</c:v>
                </c:pt>
                <c:pt idx="10529">
                  <c:v>7.0141691764297764</c:v>
                </c:pt>
                <c:pt idx="10530">
                  <c:v>7.0149918794052253</c:v>
                </c:pt>
                <c:pt idx="10531">
                  <c:v>7.0154955928034184</c:v>
                </c:pt>
                <c:pt idx="10532">
                  <c:v>7.0150960280042263</c:v>
                </c:pt>
                <c:pt idx="10533">
                  <c:v>7.0156576893360034</c:v>
                </c:pt>
                <c:pt idx="10534">
                  <c:v>7.0150130087197846</c:v>
                </c:pt>
                <c:pt idx="10535">
                  <c:v>7.0152239865024679</c:v>
                </c:pt>
                <c:pt idx="10536">
                  <c:v>7.0169607688547595</c:v>
                </c:pt>
                <c:pt idx="10537">
                  <c:v>7.0181252463772683</c:v>
                </c:pt>
                <c:pt idx="10538">
                  <c:v>7.0197125467131301</c:v>
                </c:pt>
                <c:pt idx="10539">
                  <c:v>7.0205218467651651</c:v>
                </c:pt>
                <c:pt idx="10540">
                  <c:v>7.0186089342310662</c:v>
                </c:pt>
                <c:pt idx="10541">
                  <c:v>7.016948469701509</c:v>
                </c:pt>
                <c:pt idx="10542">
                  <c:v>7.016039120768224</c:v>
                </c:pt>
                <c:pt idx="10543">
                  <c:v>7.0139877639193298</c:v>
                </c:pt>
                <c:pt idx="10544">
                  <c:v>7.0140230057238364</c:v>
                </c:pt>
                <c:pt idx="10545">
                  <c:v>7.0162245541556949</c:v>
                </c:pt>
                <c:pt idx="10546">
                  <c:v>7.017870906195304</c:v>
                </c:pt>
                <c:pt idx="10547">
                  <c:v>7.0184303599867546</c:v>
                </c:pt>
                <c:pt idx="10548">
                  <c:v>7.0196542834166413</c:v>
                </c:pt>
                <c:pt idx="10549">
                  <c:v>7.0202538671376082</c:v>
                </c:pt>
                <c:pt idx="10550">
                  <c:v>7.0187958655923302</c:v>
                </c:pt>
                <c:pt idx="10551">
                  <c:v>7.0167913401346595</c:v>
                </c:pt>
                <c:pt idx="10552">
                  <c:v>7.0156961636102748</c:v>
                </c:pt>
                <c:pt idx="10553">
                  <c:v>7.0176902032513917</c:v>
                </c:pt>
                <c:pt idx="10554">
                  <c:v>7.0198699128021573</c:v>
                </c:pt>
                <c:pt idx="10555">
                  <c:v>7.0201881928128795</c:v>
                </c:pt>
                <c:pt idx="10556">
                  <c:v>7.0193561866317662</c:v>
                </c:pt>
                <c:pt idx="10557">
                  <c:v>7.0182727573755503</c:v>
                </c:pt>
                <c:pt idx="10558">
                  <c:v>7.0185452309244862</c:v>
                </c:pt>
                <c:pt idx="10559">
                  <c:v>7.0202762579037827</c:v>
                </c:pt>
                <c:pt idx="10560">
                  <c:v>7.0191497816111887</c:v>
                </c:pt>
                <c:pt idx="10561">
                  <c:v>7.0155272079345306</c:v>
                </c:pt>
                <c:pt idx="10562">
                  <c:v>7.0152757848594272</c:v>
                </c:pt>
                <c:pt idx="10563">
                  <c:v>7.0179513237357893</c:v>
                </c:pt>
                <c:pt idx="10564">
                  <c:v>7.0200633091029498</c:v>
                </c:pt>
                <c:pt idx="10565">
                  <c:v>7.0210033270786356</c:v>
                </c:pt>
                <c:pt idx="10566">
                  <c:v>7.0200476986392086</c:v>
                </c:pt>
                <c:pt idx="10567">
                  <c:v>7.0187130039893404</c:v>
                </c:pt>
                <c:pt idx="10568">
                  <c:v>7.0182770147747524</c:v>
                </c:pt>
                <c:pt idx="10569">
                  <c:v>7.0171611031394381</c:v>
                </c:pt>
                <c:pt idx="10570">
                  <c:v>7.0192511707847807</c:v>
                </c:pt>
                <c:pt idx="10571">
                  <c:v>7.021318453460319</c:v>
                </c:pt>
                <c:pt idx="10572">
                  <c:v>7.0218689194090098</c:v>
                </c:pt>
                <c:pt idx="10573">
                  <c:v>7.0204918872892978</c:v>
                </c:pt>
                <c:pt idx="10574">
                  <c:v>7.0181580441192706</c:v>
                </c:pt>
                <c:pt idx="10575">
                  <c:v>7.0183632665289579</c:v>
                </c:pt>
                <c:pt idx="10576">
                  <c:v>7.0192082814298553</c:v>
                </c:pt>
                <c:pt idx="10577">
                  <c:v>7.0166446175436388</c:v>
                </c:pt>
                <c:pt idx="10578">
                  <c:v>7.0152870590832404</c:v>
                </c:pt>
                <c:pt idx="10579">
                  <c:v>7.0167914978161114</c:v>
                </c:pt>
                <c:pt idx="10580">
                  <c:v>7.0182001450669356</c:v>
                </c:pt>
                <c:pt idx="10581">
                  <c:v>7.0163551932386197</c:v>
                </c:pt>
                <c:pt idx="10582">
                  <c:v>7.0144322679323228</c:v>
                </c:pt>
                <c:pt idx="10583">
                  <c:v>7.0146384364307224</c:v>
                </c:pt>
                <c:pt idx="10584">
                  <c:v>7.0155941437108753</c:v>
                </c:pt>
                <c:pt idx="10585">
                  <c:v>7.0161035336413375</c:v>
                </c:pt>
                <c:pt idx="10586">
                  <c:v>7.0165848562733562</c:v>
                </c:pt>
                <c:pt idx="10587">
                  <c:v>7.0184361942004765</c:v>
                </c:pt>
                <c:pt idx="10588">
                  <c:v>7.02056103060597</c:v>
                </c:pt>
                <c:pt idx="10589">
                  <c:v>7.0208748166953123</c:v>
                </c:pt>
                <c:pt idx="10590">
                  <c:v>7.0203441397688389</c:v>
                </c:pt>
                <c:pt idx="10591">
                  <c:v>7.0197573282454782</c:v>
                </c:pt>
                <c:pt idx="10592">
                  <c:v>7.0193458584966653</c:v>
                </c:pt>
                <c:pt idx="10593">
                  <c:v>7.0189800375281859</c:v>
                </c:pt>
                <c:pt idx="10594">
                  <c:v>7.0186557656222899</c:v>
                </c:pt>
                <c:pt idx="10595">
                  <c:v>7.0181926551979688</c:v>
                </c:pt>
                <c:pt idx="10596">
                  <c:v>7.0159997792459672</c:v>
                </c:pt>
                <c:pt idx="10597">
                  <c:v>7.0137210457433889</c:v>
                </c:pt>
                <c:pt idx="10598">
                  <c:v>7.0136145319226095</c:v>
                </c:pt>
                <c:pt idx="10599">
                  <c:v>7.0138966240401146</c:v>
                </c:pt>
                <c:pt idx="10600">
                  <c:v>7.0156990018764089</c:v>
                </c:pt>
                <c:pt idx="10601">
                  <c:v>7.0175734401362364</c:v>
                </c:pt>
                <c:pt idx="10602">
                  <c:v>7.0174517888960724</c:v>
                </c:pt>
                <c:pt idx="10603">
                  <c:v>7.0165288005171949</c:v>
                </c:pt>
                <c:pt idx="10604">
                  <c:v>7.0167590942777398</c:v>
                </c:pt>
                <c:pt idx="10605">
                  <c:v>7.0169039246913387</c:v>
                </c:pt>
                <c:pt idx="10606">
                  <c:v>7.0171327993188157</c:v>
                </c:pt>
                <c:pt idx="10607">
                  <c:v>7.0166408331887924</c:v>
                </c:pt>
                <c:pt idx="10608">
                  <c:v>7.0166115044387327</c:v>
                </c:pt>
                <c:pt idx="10609">
                  <c:v>7.0174609344202841</c:v>
                </c:pt>
                <c:pt idx="10610">
                  <c:v>7.0181079802582822</c:v>
                </c:pt>
                <c:pt idx="10611">
                  <c:v>7.0174976741985837</c:v>
                </c:pt>
                <c:pt idx="10612">
                  <c:v>7.0160355729355555</c:v>
                </c:pt>
                <c:pt idx="10613">
                  <c:v>7.0155086015232024</c:v>
                </c:pt>
                <c:pt idx="10614">
                  <c:v>7.0159296109998577</c:v>
                </c:pt>
                <c:pt idx="10615">
                  <c:v>7.0179410744414135</c:v>
                </c:pt>
                <c:pt idx="10616">
                  <c:v>7.019811097620587</c:v>
                </c:pt>
                <c:pt idx="10617">
                  <c:v>7.0195240385373472</c:v>
                </c:pt>
                <c:pt idx="10618">
                  <c:v>7.0183683911761463</c:v>
                </c:pt>
                <c:pt idx="10619">
                  <c:v>7.0178065721629164</c:v>
                </c:pt>
                <c:pt idx="10620">
                  <c:v>7.0173618316277455</c:v>
                </c:pt>
                <c:pt idx="10621">
                  <c:v>7.0179733202983332</c:v>
                </c:pt>
                <c:pt idx="10622">
                  <c:v>7.0189861871048107</c:v>
                </c:pt>
                <c:pt idx="10623">
                  <c:v>7.0176789290275785</c:v>
                </c:pt>
                <c:pt idx="10624">
                  <c:v>7.015565603368076</c:v>
                </c:pt>
                <c:pt idx="10625">
                  <c:v>7.0145226982450053</c:v>
                </c:pt>
                <c:pt idx="10626">
                  <c:v>7.0139183840804806</c:v>
                </c:pt>
                <c:pt idx="10627">
                  <c:v>7.0149520648386128</c:v>
                </c:pt>
                <c:pt idx="10628">
                  <c:v>7.0179861713366654</c:v>
                </c:pt>
                <c:pt idx="10629">
                  <c:v>7.0206169286806794</c:v>
                </c:pt>
                <c:pt idx="10630">
                  <c:v>7.0198633690219019</c:v>
                </c:pt>
                <c:pt idx="10631">
                  <c:v>7.0193320613696208</c:v>
                </c:pt>
                <c:pt idx="10632">
                  <c:v>7.0180718712057901</c:v>
                </c:pt>
                <c:pt idx="10633">
                  <c:v>7.0155842097794032</c:v>
                </c:pt>
                <c:pt idx="10634">
                  <c:v>7.0147067124994091</c:v>
                </c:pt>
                <c:pt idx="10635">
                  <c:v>7.0133533325974868</c:v>
                </c:pt>
                <c:pt idx="10636">
                  <c:v>7.0132466610952555</c:v>
                </c:pt>
                <c:pt idx="10637">
                  <c:v>7.0144759456945076</c:v>
                </c:pt>
                <c:pt idx="10638">
                  <c:v>7.0151705324902629</c:v>
                </c:pt>
                <c:pt idx="10639">
                  <c:v>7.0167464797615855</c:v>
                </c:pt>
                <c:pt idx="10640">
                  <c:v>7.0187573124773337</c:v>
                </c:pt>
                <c:pt idx="10641">
                  <c:v>7.0192002396758069</c:v>
                </c:pt>
                <c:pt idx="10642">
                  <c:v>7.0193327709361544</c:v>
                </c:pt>
                <c:pt idx="10643">
                  <c:v>7.0194396789605635</c:v>
                </c:pt>
                <c:pt idx="10644">
                  <c:v>7.0184385594222549</c:v>
                </c:pt>
                <c:pt idx="10645">
                  <c:v>7.0167996184108867</c:v>
                </c:pt>
                <c:pt idx="10646">
                  <c:v>7.0172557908513218</c:v>
                </c:pt>
                <c:pt idx="10647">
                  <c:v>7.0192206594238318</c:v>
                </c:pt>
                <c:pt idx="10648">
                  <c:v>7.0198986108264085</c:v>
                </c:pt>
                <c:pt idx="10649">
                  <c:v>7.0191646825083964</c:v>
                </c:pt>
                <c:pt idx="10650">
                  <c:v>7.0164770810009616</c:v>
                </c:pt>
                <c:pt idx="10651">
                  <c:v>7.0152820132767779</c:v>
                </c:pt>
                <c:pt idx="10652">
                  <c:v>7.0162293634399786</c:v>
                </c:pt>
                <c:pt idx="10653">
                  <c:v>7.017765101941059</c:v>
                </c:pt>
                <c:pt idx="10654">
                  <c:v>7.0189730995443007</c:v>
                </c:pt>
                <c:pt idx="10655">
                  <c:v>7.019525851874044</c:v>
                </c:pt>
                <c:pt idx="10656">
                  <c:v>7.0204024819060535</c:v>
                </c:pt>
                <c:pt idx="10657">
                  <c:v>7.0214842555070245</c:v>
                </c:pt>
                <c:pt idx="10658">
                  <c:v>7.0226779040981411</c:v>
                </c:pt>
                <c:pt idx="10659">
                  <c:v>7.0204492344565512</c:v>
                </c:pt>
                <c:pt idx="10660">
                  <c:v>7.0168309181790942</c:v>
                </c:pt>
                <c:pt idx="10661">
                  <c:v>7.0151795991737496</c:v>
                </c:pt>
                <c:pt idx="10662">
                  <c:v>7.0142123811476056</c:v>
                </c:pt>
                <c:pt idx="10663">
                  <c:v>7.013943928475693</c:v>
                </c:pt>
                <c:pt idx="10664">
                  <c:v>7.0160243775524682</c:v>
                </c:pt>
                <c:pt idx="10665">
                  <c:v>7.0156230782573044</c:v>
                </c:pt>
                <c:pt idx="10666">
                  <c:v>7.0143478295148141</c:v>
                </c:pt>
                <c:pt idx="10667">
                  <c:v>7.014786499314086</c:v>
                </c:pt>
                <c:pt idx="10668">
                  <c:v>7.0140261593528752</c:v>
                </c:pt>
                <c:pt idx="10669">
                  <c:v>7.0151102981756255</c:v>
                </c:pt>
                <c:pt idx="10670">
                  <c:v>7.0166596761222975</c:v>
                </c:pt>
                <c:pt idx="10671">
                  <c:v>7.0178471751367884</c:v>
                </c:pt>
                <c:pt idx="10672">
                  <c:v>7.0187710307636513</c:v>
                </c:pt>
                <c:pt idx="10673">
                  <c:v>7.018229789179899</c:v>
                </c:pt>
                <c:pt idx="10674">
                  <c:v>7.0186928207634933</c:v>
                </c:pt>
                <c:pt idx="10675">
                  <c:v>7.01660393572904</c:v>
                </c:pt>
                <c:pt idx="10676">
                  <c:v>7.0152251691133571</c:v>
                </c:pt>
                <c:pt idx="10677">
                  <c:v>7.0158197858685885</c:v>
                </c:pt>
                <c:pt idx="10678">
                  <c:v>7.0150817578328262</c:v>
                </c:pt>
                <c:pt idx="10679">
                  <c:v>7.0132811933332286</c:v>
                </c:pt>
                <c:pt idx="10680">
                  <c:v>7.0122856714864632</c:v>
                </c:pt>
                <c:pt idx="10681">
                  <c:v>7.0131460603289231</c:v>
                </c:pt>
                <c:pt idx="10682">
                  <c:v>7.0152364433371703</c:v>
                </c:pt>
                <c:pt idx="10683">
                  <c:v>7.0155845251423079</c:v>
                </c:pt>
                <c:pt idx="10684">
                  <c:v>7.0142323278512748</c:v>
                </c:pt>
                <c:pt idx="10685">
                  <c:v>7.0148457875400121</c:v>
                </c:pt>
                <c:pt idx="10686">
                  <c:v>7.0152067992242069</c:v>
                </c:pt>
                <c:pt idx="10687">
                  <c:v>7.0160715243065956</c:v>
                </c:pt>
                <c:pt idx="10688">
                  <c:v>7.017818713634715</c:v>
                </c:pt>
                <c:pt idx="10689">
                  <c:v>7.0159297686813096</c:v>
                </c:pt>
                <c:pt idx="10690">
                  <c:v>7.0136474085053377</c:v>
                </c:pt>
                <c:pt idx="10691">
                  <c:v>7.0130658793106164</c:v>
                </c:pt>
                <c:pt idx="10692">
                  <c:v>7.0139502357337706</c:v>
                </c:pt>
                <c:pt idx="10693">
                  <c:v>7.0166499787130041</c:v>
                </c:pt>
                <c:pt idx="10694">
                  <c:v>7.0189444803607755</c:v>
                </c:pt>
                <c:pt idx="10695">
                  <c:v>7.0184793989183056</c:v>
                </c:pt>
                <c:pt idx="10696">
                  <c:v>7.0177725129692998</c:v>
                </c:pt>
                <c:pt idx="10697">
                  <c:v>7.0161446096595661</c:v>
                </c:pt>
                <c:pt idx="10698">
                  <c:v>7.0154258976016655</c:v>
                </c:pt>
                <c:pt idx="10699">
                  <c:v>7.0165410208297194</c:v>
                </c:pt>
                <c:pt idx="10700">
                  <c:v>7.0176966681909203</c:v>
                </c:pt>
                <c:pt idx="10701">
                  <c:v>7.0168449518283165</c:v>
                </c:pt>
                <c:pt idx="10702">
                  <c:v>7.0138493196045353</c:v>
                </c:pt>
                <c:pt idx="10703">
                  <c:v>7.0135240227692019</c:v>
                </c:pt>
                <c:pt idx="10704">
                  <c:v>7.0153030637506113</c:v>
                </c:pt>
                <c:pt idx="10705">
                  <c:v>7.0170413440766959</c:v>
                </c:pt>
                <c:pt idx="10706">
                  <c:v>7.0180818839779873</c:v>
                </c:pt>
                <c:pt idx="10707">
                  <c:v>7.0178098834734071</c:v>
                </c:pt>
                <c:pt idx="10708">
                  <c:v>7.0160103439032468</c:v>
                </c:pt>
                <c:pt idx="10709">
                  <c:v>7.014001797568552</c:v>
                </c:pt>
                <c:pt idx="10710">
                  <c:v>7.0137190747252403</c:v>
                </c:pt>
                <c:pt idx="10711">
                  <c:v>7.0137500591305448</c:v>
                </c:pt>
                <c:pt idx="10712">
                  <c:v>7.0139176745139471</c:v>
                </c:pt>
                <c:pt idx="10713">
                  <c:v>7.014069915955786</c:v>
                </c:pt>
                <c:pt idx="10714">
                  <c:v>7.0146406439710498</c:v>
                </c:pt>
                <c:pt idx="10715">
                  <c:v>7.0149592393446758</c:v>
                </c:pt>
                <c:pt idx="10716">
                  <c:v>7.0141274696857412</c:v>
                </c:pt>
                <c:pt idx="10717">
                  <c:v>7.0145184408458032</c:v>
                </c:pt>
                <c:pt idx="10718">
                  <c:v>7.0149269146470301</c:v>
                </c:pt>
                <c:pt idx="10719">
                  <c:v>7.016463362714644</c:v>
                </c:pt>
                <c:pt idx="10720">
                  <c:v>7.0160464529557389</c:v>
                </c:pt>
                <c:pt idx="10721">
                  <c:v>7.0130799918005646</c:v>
                </c:pt>
                <c:pt idx="10722">
                  <c:v>7.0125681578075971</c:v>
                </c:pt>
                <c:pt idx="10723">
                  <c:v>7.0129079613365084</c:v>
                </c:pt>
                <c:pt idx="10724">
                  <c:v>7.0125471861744906</c:v>
                </c:pt>
                <c:pt idx="10725">
                  <c:v>7.013742569261578</c:v>
                </c:pt>
                <c:pt idx="10726">
                  <c:v>7.0171128526151465</c:v>
                </c:pt>
                <c:pt idx="10727">
                  <c:v>7.0194026238193601</c:v>
                </c:pt>
                <c:pt idx="10728">
                  <c:v>7.019541777700689</c:v>
                </c:pt>
                <c:pt idx="10729">
                  <c:v>7.0181113704094988</c:v>
                </c:pt>
                <c:pt idx="10730">
                  <c:v>7.0174039325754114</c:v>
                </c:pt>
                <c:pt idx="10731">
                  <c:v>7.0169463410019075</c:v>
                </c:pt>
                <c:pt idx="10732">
                  <c:v>7.0156615525315758</c:v>
                </c:pt>
                <c:pt idx="10733">
                  <c:v>7.0139369116510828</c:v>
                </c:pt>
                <c:pt idx="10734">
                  <c:v>7.0128322742395808</c:v>
                </c:pt>
                <c:pt idx="10735">
                  <c:v>7.0136582885255203</c:v>
                </c:pt>
                <c:pt idx="10736">
                  <c:v>7.0153841908576293</c:v>
                </c:pt>
                <c:pt idx="10737">
                  <c:v>7.0167177028966083</c:v>
                </c:pt>
                <c:pt idx="10738">
                  <c:v>7.0182509973351834</c:v>
                </c:pt>
                <c:pt idx="10739">
                  <c:v>7.0186838329207335</c:v>
                </c:pt>
                <c:pt idx="10740">
                  <c:v>7.0174949936139015</c:v>
                </c:pt>
                <c:pt idx="10741">
                  <c:v>7.0169427143285139</c:v>
                </c:pt>
                <c:pt idx="10742">
                  <c:v>7.0180916602280075</c:v>
                </c:pt>
                <c:pt idx="10743">
                  <c:v>7.0169940396411175</c:v>
                </c:pt>
                <c:pt idx="10744">
                  <c:v>7.0158080386004196</c:v>
                </c:pt>
                <c:pt idx="10745">
                  <c:v>7.015286191835254</c:v>
                </c:pt>
                <c:pt idx="10746">
                  <c:v>7.0163399769785082</c:v>
                </c:pt>
                <c:pt idx="10747">
                  <c:v>7.0170224223024649</c:v>
                </c:pt>
                <c:pt idx="10748">
                  <c:v>7.0168506283605856</c:v>
                </c:pt>
                <c:pt idx="10749">
                  <c:v>7.0165682208801776</c:v>
                </c:pt>
                <c:pt idx="10750">
                  <c:v>7.0160082152036454</c:v>
                </c:pt>
                <c:pt idx="10751">
                  <c:v>7.0173190211135461</c:v>
                </c:pt>
                <c:pt idx="10752">
                  <c:v>7.017843390781942</c:v>
                </c:pt>
                <c:pt idx="10753">
                  <c:v>7.0171133256595031</c:v>
                </c:pt>
                <c:pt idx="10754">
                  <c:v>7.0157224964127467</c:v>
                </c:pt>
                <c:pt idx="10755">
                  <c:v>7.0158080386004196</c:v>
                </c:pt>
                <c:pt idx="10756">
                  <c:v>7.0156994749207655</c:v>
                </c:pt>
                <c:pt idx="10757">
                  <c:v>7.0137924754411136</c:v>
                </c:pt>
                <c:pt idx="10758">
                  <c:v>7.0127747993503524</c:v>
                </c:pt>
                <c:pt idx="10759">
                  <c:v>7.0124810388054053</c:v>
                </c:pt>
                <c:pt idx="10760">
                  <c:v>7.0128221826266577</c:v>
                </c:pt>
                <c:pt idx="10761">
                  <c:v>7.015874107128778</c:v>
                </c:pt>
                <c:pt idx="10762">
                  <c:v>7.0184920922751859</c:v>
                </c:pt>
                <c:pt idx="10763">
                  <c:v>7.0178360585944279</c:v>
                </c:pt>
                <c:pt idx="10764">
                  <c:v>7.0172391554581433</c:v>
                </c:pt>
                <c:pt idx="10765">
                  <c:v>7.0174520254182502</c:v>
                </c:pt>
                <c:pt idx="10766">
                  <c:v>7.016866002302149</c:v>
                </c:pt>
                <c:pt idx="10767">
                  <c:v>7.0169128336933726</c:v>
                </c:pt>
                <c:pt idx="10768">
                  <c:v>7.0171212097320996</c:v>
                </c:pt>
                <c:pt idx="10769">
                  <c:v>7.0168223245399641</c:v>
                </c:pt>
                <c:pt idx="10770">
                  <c:v>7.0155126224002267</c:v>
                </c:pt>
                <c:pt idx="10771">
                  <c:v>7.0145393336381838</c:v>
                </c:pt>
                <c:pt idx="10772">
                  <c:v>7.0149280184171934</c:v>
                </c:pt>
                <c:pt idx="10773">
                  <c:v>7.0164405777448398</c:v>
                </c:pt>
                <c:pt idx="10774">
                  <c:v>7.0181004903893154</c:v>
                </c:pt>
                <c:pt idx="10775">
                  <c:v>7.0186981030921336</c:v>
                </c:pt>
                <c:pt idx="10776">
                  <c:v>7.0190066856935616</c:v>
                </c:pt>
                <c:pt idx="10777">
                  <c:v>7.0181731026979293</c:v>
                </c:pt>
                <c:pt idx="10778">
                  <c:v>7.0171264132200131</c:v>
                </c:pt>
                <c:pt idx="10779">
                  <c:v>7.0163980037528182</c:v>
                </c:pt>
                <c:pt idx="10780">
                  <c:v>7.0157396836910078</c:v>
                </c:pt>
                <c:pt idx="10781">
                  <c:v>7.016719673914757</c:v>
                </c:pt>
                <c:pt idx="10782">
                  <c:v>7.017782525741497</c:v>
                </c:pt>
                <c:pt idx="10783">
                  <c:v>7.0208799413424998</c:v>
                </c:pt>
                <c:pt idx="10784">
                  <c:v>7.0218489727053406</c:v>
                </c:pt>
                <c:pt idx="10785">
                  <c:v>7.022090067645343</c:v>
                </c:pt>
                <c:pt idx="10786">
                  <c:v>7.0214076223213864</c:v>
                </c:pt>
                <c:pt idx="10787">
                  <c:v>7.0191579022059631</c:v>
                </c:pt>
                <c:pt idx="10788">
                  <c:v>7.0159399391349595</c:v>
                </c:pt>
                <c:pt idx="10789">
                  <c:v>7.014368170422113</c:v>
                </c:pt>
                <c:pt idx="10790">
                  <c:v>7.0138293729008661</c:v>
                </c:pt>
                <c:pt idx="10791">
                  <c:v>7.0130337122944226</c:v>
                </c:pt>
                <c:pt idx="10792">
                  <c:v>7.014339157034958</c:v>
                </c:pt>
                <c:pt idx="10793">
                  <c:v>7.0151714785789752</c:v>
                </c:pt>
                <c:pt idx="10794">
                  <c:v>7.0158074867153379</c:v>
                </c:pt>
                <c:pt idx="10795">
                  <c:v>7.0164394739746765</c:v>
                </c:pt>
                <c:pt idx="10796">
                  <c:v>7.0169636071208945</c:v>
                </c:pt>
                <c:pt idx="10797">
                  <c:v>7.0179829388669015</c:v>
                </c:pt>
                <c:pt idx="10798">
                  <c:v>7.0183731216197041</c:v>
                </c:pt>
                <c:pt idx="10799">
                  <c:v>7.0164874879767893</c:v>
                </c:pt>
                <c:pt idx="10800">
                  <c:v>7.0146177013197937</c:v>
                </c:pt>
                <c:pt idx="10801">
                  <c:v>7.0141355114397896</c:v>
                </c:pt>
                <c:pt idx="10802">
                  <c:v>7.0157185543764484</c:v>
                </c:pt>
                <c:pt idx="10803">
                  <c:v>7.0169084186127186</c:v>
                </c:pt>
                <c:pt idx="10804">
                  <c:v>7.0176361185133791</c:v>
                </c:pt>
                <c:pt idx="10805">
                  <c:v>7.0177904098140935</c:v>
                </c:pt>
                <c:pt idx="10806">
                  <c:v>7.0175427710938365</c:v>
                </c:pt>
                <c:pt idx="10807">
                  <c:v>7.0176078146927576</c:v>
                </c:pt>
                <c:pt idx="10808">
                  <c:v>7.0178910105804251</c:v>
                </c:pt>
                <c:pt idx="10809">
                  <c:v>7.0175662656301743</c:v>
                </c:pt>
                <c:pt idx="10810">
                  <c:v>7.0164390797710467</c:v>
                </c:pt>
                <c:pt idx="10811">
                  <c:v>7.0178352701871676</c:v>
                </c:pt>
                <c:pt idx="10812">
                  <c:v>7.0192614200791557</c:v>
                </c:pt>
                <c:pt idx="10813">
                  <c:v>7.0185144042006335</c:v>
                </c:pt>
                <c:pt idx="10814">
                  <c:v>7.0177767703685019</c:v>
                </c:pt>
                <c:pt idx="10815">
                  <c:v>7.0166200980778628</c:v>
                </c:pt>
                <c:pt idx="10816">
                  <c:v>7.0169978239959629</c:v>
                </c:pt>
                <c:pt idx="10817">
                  <c:v>7.0179298790583262</c:v>
                </c:pt>
                <c:pt idx="10818">
                  <c:v>7.019217426954067</c:v>
                </c:pt>
                <c:pt idx="10819">
                  <c:v>7.0213593717970957</c:v>
                </c:pt>
                <c:pt idx="10820">
                  <c:v>7.0201018622179472</c:v>
                </c:pt>
                <c:pt idx="10821">
                  <c:v>7.0183147006417634</c:v>
                </c:pt>
                <c:pt idx="10822">
                  <c:v>7.0173574953878175</c:v>
                </c:pt>
                <c:pt idx="10823">
                  <c:v>7.0170047619798481</c:v>
                </c:pt>
                <c:pt idx="10824">
                  <c:v>7.0154366199403961</c:v>
                </c:pt>
                <c:pt idx="10825">
                  <c:v>7.0119680222015486</c:v>
                </c:pt>
                <c:pt idx="10826">
                  <c:v>7.01111307336918</c:v>
                </c:pt>
                <c:pt idx="10827">
                  <c:v>7.0112892823917123</c:v>
                </c:pt>
                <c:pt idx="10828">
                  <c:v>7.0120060234314634</c:v>
                </c:pt>
                <c:pt idx="10829">
                  <c:v>7.0128372412053173</c:v>
                </c:pt>
                <c:pt idx="10830">
                  <c:v>7.0156790551727397</c:v>
                </c:pt>
                <c:pt idx="10831">
                  <c:v>7.0180200728488309</c:v>
                </c:pt>
                <c:pt idx="10832">
                  <c:v>7.0185442059950489</c:v>
                </c:pt>
                <c:pt idx="10833">
                  <c:v>7.0191038963086774</c:v>
                </c:pt>
                <c:pt idx="10834">
                  <c:v>7.0193008404421384</c:v>
                </c:pt>
                <c:pt idx="10835">
                  <c:v>7.0198803197779842</c:v>
                </c:pt>
                <c:pt idx="10836">
                  <c:v>7.0198758258566043</c:v>
                </c:pt>
                <c:pt idx="10837">
                  <c:v>7.0178234440782727</c:v>
                </c:pt>
                <c:pt idx="10838">
                  <c:v>7.0144012835270191</c:v>
                </c:pt>
                <c:pt idx="10839">
                  <c:v>7.0121801825951211</c:v>
                </c:pt>
                <c:pt idx="10840">
                  <c:v>7.0106196881060878</c:v>
                </c:pt>
                <c:pt idx="10841">
                  <c:v>7.0108718995884516</c:v>
                </c:pt>
                <c:pt idx="10842">
                  <c:v>7.0125720998438954</c:v>
                </c:pt>
                <c:pt idx="10843">
                  <c:v>7.0135679370535646</c:v>
                </c:pt>
                <c:pt idx="10844">
                  <c:v>7.0138983585360855</c:v>
                </c:pt>
                <c:pt idx="10845">
                  <c:v>7.0142584241315697</c:v>
                </c:pt>
                <c:pt idx="10846">
                  <c:v>7.0131326574055093</c:v>
                </c:pt>
                <c:pt idx="10847">
                  <c:v>7.0122866175751746</c:v>
                </c:pt>
                <c:pt idx="10848">
                  <c:v>7.0138800674876611</c:v>
                </c:pt>
                <c:pt idx="10849">
                  <c:v>7.0157357416547095</c:v>
                </c:pt>
                <c:pt idx="10850">
                  <c:v>7.0154026395875055</c:v>
                </c:pt>
                <c:pt idx="10851">
                  <c:v>7.0159024897901263</c:v>
                </c:pt>
                <c:pt idx="10852">
                  <c:v>7.0151576026112048</c:v>
                </c:pt>
                <c:pt idx="10853">
                  <c:v>7.0133557766599912</c:v>
                </c:pt>
                <c:pt idx="10854">
                  <c:v>7.0132944385751905</c:v>
                </c:pt>
                <c:pt idx="10855">
                  <c:v>7.0140811113388732</c:v>
                </c:pt>
                <c:pt idx="10856">
                  <c:v>7.0143640707043629</c:v>
                </c:pt>
                <c:pt idx="10857">
                  <c:v>7.017581245368107</c:v>
                </c:pt>
                <c:pt idx="10858">
                  <c:v>7.0183898358536085</c:v>
                </c:pt>
                <c:pt idx="10859">
                  <c:v>7.0156363234992671</c:v>
                </c:pt>
                <c:pt idx="10860">
                  <c:v>7.0135224459546821</c:v>
                </c:pt>
                <c:pt idx="10861">
                  <c:v>7.0134938267711568</c:v>
                </c:pt>
                <c:pt idx="10862">
                  <c:v>7.0144999132752011</c:v>
                </c:pt>
                <c:pt idx="10863">
                  <c:v>7.0147983254229809</c:v>
                </c:pt>
                <c:pt idx="10864">
                  <c:v>7.0146358346867661</c:v>
                </c:pt>
                <c:pt idx="10865">
                  <c:v>7.0166766268783807</c:v>
                </c:pt>
                <c:pt idx="10866">
                  <c:v>7.0188505022154244</c:v>
                </c:pt>
                <c:pt idx="10867">
                  <c:v>7.0185680947350164</c:v>
                </c:pt>
                <c:pt idx="10868">
                  <c:v>7.0170119364859111</c:v>
                </c:pt>
                <c:pt idx="10869">
                  <c:v>7.0160921017360725</c:v>
                </c:pt>
                <c:pt idx="10870">
                  <c:v>7.0170670461533611</c:v>
                </c:pt>
                <c:pt idx="10871">
                  <c:v>7.0185395543922171</c:v>
                </c:pt>
                <c:pt idx="10872">
                  <c:v>7.0183977199262051</c:v>
                </c:pt>
                <c:pt idx="10873">
                  <c:v>7.0168649773727116</c:v>
                </c:pt>
                <c:pt idx="10874">
                  <c:v>7.0143480660369919</c:v>
                </c:pt>
                <c:pt idx="10875">
                  <c:v>7.0140213500685915</c:v>
                </c:pt>
                <c:pt idx="10876">
                  <c:v>7.0155274444567084</c:v>
                </c:pt>
                <c:pt idx="10877">
                  <c:v>7.0173530803071635</c:v>
                </c:pt>
                <c:pt idx="10878">
                  <c:v>7.0175374887651962</c:v>
                </c:pt>
                <c:pt idx="10879">
                  <c:v>7.0182286854097349</c:v>
                </c:pt>
                <c:pt idx="10880">
                  <c:v>7.0176395086645957</c:v>
                </c:pt>
                <c:pt idx="10881">
                  <c:v>7.0149303047982468</c:v>
                </c:pt>
                <c:pt idx="10882">
                  <c:v>7.013661599836011</c:v>
                </c:pt>
                <c:pt idx="10883">
                  <c:v>7.0144653021965029</c:v>
                </c:pt>
                <c:pt idx="10884">
                  <c:v>7.0153176492849143</c:v>
                </c:pt>
                <c:pt idx="10885">
                  <c:v>7.0143972626499949</c:v>
                </c:pt>
                <c:pt idx="10886">
                  <c:v>7.0132108674056672</c:v>
                </c:pt>
                <c:pt idx="10887">
                  <c:v>7.0140263170343271</c:v>
                </c:pt>
                <c:pt idx="10888">
                  <c:v>7.0145084280736061</c:v>
                </c:pt>
                <c:pt idx="10889">
                  <c:v>7.0137234898058942</c:v>
                </c:pt>
                <c:pt idx="10890">
                  <c:v>7.0134960343114843</c:v>
                </c:pt>
                <c:pt idx="10891">
                  <c:v>7.0148360112899919</c:v>
                </c:pt>
                <c:pt idx="10892">
                  <c:v>7.0165596272410475</c:v>
                </c:pt>
                <c:pt idx="10893">
                  <c:v>7.0166100853056657</c:v>
                </c:pt>
                <c:pt idx="10894">
                  <c:v>7.0146886579731627</c:v>
                </c:pt>
                <c:pt idx="10895">
                  <c:v>7.012112221889339</c:v>
                </c:pt>
                <c:pt idx="10896">
                  <c:v>7.0106230782573045</c:v>
                </c:pt>
                <c:pt idx="10897">
                  <c:v>7.0093014711679462</c:v>
                </c:pt>
                <c:pt idx="10898">
                  <c:v>7.010284930383639</c:v>
                </c:pt>
                <c:pt idx="10899">
                  <c:v>7.0108928712215581</c:v>
                </c:pt>
                <c:pt idx="10900">
                  <c:v>7.0118758573928952</c:v>
                </c:pt>
                <c:pt idx="10901">
                  <c:v>7.0136481180718713</c:v>
                </c:pt>
                <c:pt idx="10902">
                  <c:v>7.0131675838471121</c:v>
                </c:pt>
                <c:pt idx="10903">
                  <c:v>7.0133797442406847</c:v>
                </c:pt>
                <c:pt idx="10904">
                  <c:v>7.0151748687301909</c:v>
                </c:pt>
                <c:pt idx="10905">
                  <c:v>7.016671896434822</c:v>
                </c:pt>
                <c:pt idx="10906">
                  <c:v>7.0186708242009495</c:v>
                </c:pt>
                <c:pt idx="10907">
                  <c:v>7.020246850312998</c:v>
                </c:pt>
                <c:pt idx="10908">
                  <c:v>7.0193766063797911</c:v>
                </c:pt>
                <c:pt idx="10909">
                  <c:v>7.0172044655387182</c:v>
                </c:pt>
                <c:pt idx="10910">
                  <c:v>7.0175409577571388</c:v>
                </c:pt>
                <c:pt idx="10911">
                  <c:v>7.0175730459326067</c:v>
                </c:pt>
                <c:pt idx="10912">
                  <c:v>7.0161731500023654</c:v>
                </c:pt>
                <c:pt idx="10913">
                  <c:v>7.0150419432662137</c:v>
                </c:pt>
                <c:pt idx="10914">
                  <c:v>7.0146847159368644</c:v>
                </c:pt>
                <c:pt idx="10915">
                  <c:v>7.0160306848105458</c:v>
                </c:pt>
                <c:pt idx="10916">
                  <c:v>7.0189823239092384</c:v>
                </c:pt>
                <c:pt idx="10917">
                  <c:v>7.0191539601696649</c:v>
                </c:pt>
                <c:pt idx="10918">
                  <c:v>7.0180641448146455</c:v>
                </c:pt>
                <c:pt idx="10919">
                  <c:v>7.017724656648638</c:v>
                </c:pt>
                <c:pt idx="10920">
                  <c:v>7.0159486116148155</c:v>
                </c:pt>
                <c:pt idx="10921">
                  <c:v>7.0147827937999656</c:v>
                </c:pt>
                <c:pt idx="10922">
                  <c:v>7.014565114555575</c:v>
                </c:pt>
                <c:pt idx="10923">
                  <c:v>7.0133102855611096</c:v>
                </c:pt>
                <c:pt idx="10924">
                  <c:v>7.0130872451473536</c:v>
                </c:pt>
                <c:pt idx="10925">
                  <c:v>7.0135304877087306</c:v>
                </c:pt>
                <c:pt idx="10926">
                  <c:v>7.0137112694933696</c:v>
                </c:pt>
                <c:pt idx="10927">
                  <c:v>7.0153195414623379</c:v>
                </c:pt>
                <c:pt idx="10928">
                  <c:v>7.0160888692663086</c:v>
                </c:pt>
                <c:pt idx="10929">
                  <c:v>7.0157411028240748</c:v>
                </c:pt>
                <c:pt idx="10930">
                  <c:v>7.0142416310569384</c:v>
                </c:pt>
                <c:pt idx="10931">
                  <c:v>7.0132576199561649</c:v>
                </c:pt>
                <c:pt idx="10932">
                  <c:v>7.0150377647077375</c:v>
                </c:pt>
                <c:pt idx="10933">
                  <c:v>7.0174200160835083</c:v>
                </c:pt>
                <c:pt idx="10934">
                  <c:v>7.0177175609833018</c:v>
                </c:pt>
                <c:pt idx="10935">
                  <c:v>7.0171749002664816</c:v>
                </c:pt>
                <c:pt idx="10936">
                  <c:v>7.0184639461360163</c:v>
                </c:pt>
                <c:pt idx="10937">
                  <c:v>7.0193640707043627</c:v>
                </c:pt>
                <c:pt idx="10938">
                  <c:v>7.0186601807029438</c:v>
                </c:pt>
                <c:pt idx="10939">
                  <c:v>7.0179964994717672</c:v>
                </c:pt>
                <c:pt idx="10940">
                  <c:v>7.017652202021476</c:v>
                </c:pt>
                <c:pt idx="10941">
                  <c:v>7.0154274744161844</c:v>
                </c:pt>
                <c:pt idx="10942">
                  <c:v>7.0151192071776594</c:v>
                </c:pt>
                <c:pt idx="10943">
                  <c:v>7.0159465617559409</c:v>
                </c:pt>
                <c:pt idx="10944">
                  <c:v>7.016834150648859</c:v>
                </c:pt>
                <c:pt idx="10945">
                  <c:v>7.0179655939071885</c:v>
                </c:pt>
                <c:pt idx="10946">
                  <c:v>7.017240889954115</c:v>
                </c:pt>
                <c:pt idx="10947">
                  <c:v>7.0173470884119897</c:v>
                </c:pt>
                <c:pt idx="10948">
                  <c:v>7.0176976142796326</c:v>
                </c:pt>
                <c:pt idx="10949">
                  <c:v>7.016716756807897</c:v>
                </c:pt>
                <c:pt idx="10950">
                  <c:v>7.0163118308393386</c:v>
                </c:pt>
                <c:pt idx="10951">
                  <c:v>7.0163036314038383</c:v>
                </c:pt>
                <c:pt idx="10952">
                  <c:v>7.0160440088932337</c:v>
                </c:pt>
                <c:pt idx="10953">
                  <c:v>7.0139557545845879</c:v>
                </c:pt>
                <c:pt idx="10954">
                  <c:v>7.0140476828710643</c:v>
                </c:pt>
                <c:pt idx="10955">
                  <c:v>7.0166286128762669</c:v>
                </c:pt>
                <c:pt idx="10956">
                  <c:v>7.0194301392327221</c:v>
                </c:pt>
                <c:pt idx="10957">
                  <c:v>7.0203640076317821</c:v>
                </c:pt>
                <c:pt idx="10958">
                  <c:v>7.0193975780128985</c:v>
                </c:pt>
                <c:pt idx="10959">
                  <c:v>7.0169207177659692</c:v>
                </c:pt>
                <c:pt idx="10960">
                  <c:v>7.0151386808369729</c:v>
                </c:pt>
                <c:pt idx="10961">
                  <c:v>7.0144671943739256</c:v>
                </c:pt>
                <c:pt idx="10962">
                  <c:v>7.0156632870275466</c:v>
                </c:pt>
                <c:pt idx="10963">
                  <c:v>7.0157986565540291</c:v>
                </c:pt>
                <c:pt idx="10964">
                  <c:v>7.0138896072155035</c:v>
                </c:pt>
                <c:pt idx="10965">
                  <c:v>7.0129111938062723</c:v>
                </c:pt>
                <c:pt idx="10966">
                  <c:v>7.0143505100994972</c:v>
                </c:pt>
                <c:pt idx="10967">
                  <c:v>7.0148267080843283</c:v>
                </c:pt>
                <c:pt idx="10968">
                  <c:v>7.0129189990381429</c:v>
                </c:pt>
                <c:pt idx="10969">
                  <c:v>7.0125916523439349</c:v>
                </c:pt>
                <c:pt idx="10970">
                  <c:v>7.0147899683060277</c:v>
                </c:pt>
                <c:pt idx="10971">
                  <c:v>7.0166782036928996</c:v>
                </c:pt>
                <c:pt idx="10972">
                  <c:v>7.0166710291868366</c:v>
                </c:pt>
                <c:pt idx="10973">
                  <c:v>7.0168174364149545</c:v>
                </c:pt>
                <c:pt idx="10974">
                  <c:v>7.0161743326132546</c:v>
                </c:pt>
                <c:pt idx="10975">
                  <c:v>7.0158671691448937</c:v>
                </c:pt>
                <c:pt idx="10976">
                  <c:v>7.0168512590863941</c:v>
                </c:pt>
                <c:pt idx="10977">
                  <c:v>7.0170379539254801</c:v>
                </c:pt>
                <c:pt idx="10978">
                  <c:v>7.0169897822419145</c:v>
                </c:pt>
                <c:pt idx="10979">
                  <c:v>7.0183619262366168</c:v>
                </c:pt>
                <c:pt idx="10980">
                  <c:v>7.0207691701225183</c:v>
                </c:pt>
                <c:pt idx="10981">
                  <c:v>7.0218142039451896</c:v>
                </c:pt>
                <c:pt idx="10982">
                  <c:v>7.0217884230277994</c:v>
                </c:pt>
                <c:pt idx="10983">
                  <c:v>7.019857377126729</c:v>
                </c:pt>
                <c:pt idx="10984">
                  <c:v>7.0190712562481279</c:v>
                </c:pt>
                <c:pt idx="10985">
                  <c:v>7.018703385420773</c:v>
                </c:pt>
                <c:pt idx="10986">
                  <c:v>7.0187856162979552</c:v>
                </c:pt>
                <c:pt idx="10987">
                  <c:v>7.0177244201264601</c:v>
                </c:pt>
                <c:pt idx="10988">
                  <c:v>7.0171581860325771</c:v>
                </c:pt>
                <c:pt idx="10989">
                  <c:v>7.0173485863857836</c:v>
                </c:pt>
                <c:pt idx="10990">
                  <c:v>7.0182055062363018</c:v>
                </c:pt>
                <c:pt idx="10991">
                  <c:v>7.0189481070341699</c:v>
                </c:pt>
                <c:pt idx="10992">
                  <c:v>7.0186301423863515</c:v>
                </c:pt>
                <c:pt idx="10993">
                  <c:v>7.0180268531512642</c:v>
                </c:pt>
                <c:pt idx="10994">
                  <c:v>7.0168327315157919</c:v>
                </c:pt>
                <c:pt idx="10995">
                  <c:v>7.0169030574433533</c:v>
                </c:pt>
                <c:pt idx="10996">
                  <c:v>7.0176302054589321</c:v>
                </c:pt>
                <c:pt idx="10997">
                  <c:v>7.0168491303867926</c:v>
                </c:pt>
                <c:pt idx="10998">
                  <c:v>7.0144640407448868</c:v>
                </c:pt>
                <c:pt idx="10999">
                  <c:v>7.012122313502263</c:v>
                </c:pt>
                <c:pt idx="11000">
                  <c:v>7.0112121761617177</c:v>
                </c:pt>
                <c:pt idx="11001">
                  <c:v>7.0114411296299215</c:v>
                </c:pt>
                <c:pt idx="11002">
                  <c:v>7.011569245809615</c:v>
                </c:pt>
                <c:pt idx="11003">
                  <c:v>7.0126322553178069</c:v>
                </c:pt>
                <c:pt idx="11004">
                  <c:v>7.0134479414686455</c:v>
                </c:pt>
                <c:pt idx="11005">
                  <c:v>7.0135444425172269</c:v>
                </c:pt>
                <c:pt idx="11006">
                  <c:v>7.0149381888708433</c:v>
                </c:pt>
                <c:pt idx="11007">
                  <c:v>7.0145896340213501</c:v>
                </c:pt>
                <c:pt idx="11008">
                  <c:v>7.0147384064712464</c:v>
                </c:pt>
                <c:pt idx="11009">
                  <c:v>7.0163035525631123</c:v>
                </c:pt>
                <c:pt idx="11010">
                  <c:v>7.0182752014380547</c:v>
                </c:pt>
                <c:pt idx="11011">
                  <c:v>7.0174979107207616</c:v>
                </c:pt>
                <c:pt idx="11012">
                  <c:v>7.0163870448919097</c:v>
                </c:pt>
                <c:pt idx="11013">
                  <c:v>7.0161146501836988</c:v>
                </c:pt>
                <c:pt idx="11014">
                  <c:v>7.0142613412384298</c:v>
                </c:pt>
                <c:pt idx="11015">
                  <c:v>7.013495167063498</c:v>
                </c:pt>
                <c:pt idx="11016">
                  <c:v>7.0130175499455998</c:v>
                </c:pt>
                <c:pt idx="11017">
                  <c:v>7.0117955975338617</c:v>
                </c:pt>
                <c:pt idx="11018">
                  <c:v>7.0136291174569134</c:v>
                </c:pt>
                <c:pt idx="11019">
                  <c:v>7.0145396490010876</c:v>
                </c:pt>
                <c:pt idx="11020">
                  <c:v>7.014405777448399</c:v>
                </c:pt>
                <c:pt idx="11021">
                  <c:v>7.014040823727905</c:v>
                </c:pt>
                <c:pt idx="11022">
                  <c:v>7.0134002428294364</c:v>
                </c:pt>
                <c:pt idx="11023">
                  <c:v>7.0154602721581858</c:v>
                </c:pt>
                <c:pt idx="11024">
                  <c:v>7.0199687002317921</c:v>
                </c:pt>
                <c:pt idx="11025">
                  <c:v>7.0233519134644196</c:v>
                </c:pt>
                <c:pt idx="11026">
                  <c:v>7.021647061606143</c:v>
                </c:pt>
                <c:pt idx="11027">
                  <c:v>7.0194492975291318</c:v>
                </c:pt>
                <c:pt idx="11028">
                  <c:v>7.0185930084044212</c:v>
                </c:pt>
                <c:pt idx="11029">
                  <c:v>7.0172781816174963</c:v>
                </c:pt>
                <c:pt idx="11030">
                  <c:v>7.0145848247370663</c:v>
                </c:pt>
                <c:pt idx="11031">
                  <c:v>7.0113025276336742</c:v>
                </c:pt>
                <c:pt idx="11032">
                  <c:v>7.0117870827354576</c:v>
                </c:pt>
                <c:pt idx="11033">
                  <c:v>7.0140832400384738</c:v>
                </c:pt>
                <c:pt idx="11034">
                  <c:v>7.0154489190936467</c:v>
                </c:pt>
                <c:pt idx="11035">
                  <c:v>7.0155966666141065</c:v>
                </c:pt>
                <c:pt idx="11036">
                  <c:v>7.0173573377063656</c:v>
                </c:pt>
                <c:pt idx="11037">
                  <c:v>7.0192141944843032</c:v>
                </c:pt>
                <c:pt idx="11038">
                  <c:v>7.019491083113893</c:v>
                </c:pt>
                <c:pt idx="11039">
                  <c:v>7.0187984673362873</c:v>
                </c:pt>
                <c:pt idx="11040">
                  <c:v>7.0188167583847116</c:v>
                </c:pt>
                <c:pt idx="11041">
                  <c:v>7.0199364543748715</c:v>
                </c:pt>
                <c:pt idx="11042">
                  <c:v>7.0188196754915717</c:v>
                </c:pt>
                <c:pt idx="11043">
                  <c:v>7.0174880556300163</c:v>
                </c:pt>
                <c:pt idx="11044">
                  <c:v>7.0161416925527051</c:v>
                </c:pt>
                <c:pt idx="11045">
                  <c:v>7.015220990554881</c:v>
                </c:pt>
                <c:pt idx="11046">
                  <c:v>7.0169684164051782</c:v>
                </c:pt>
                <c:pt idx="11047">
                  <c:v>7.017673883221117</c:v>
                </c:pt>
                <c:pt idx="11048">
                  <c:v>7.0174827733013769</c:v>
                </c:pt>
                <c:pt idx="11049">
                  <c:v>7.018743909553919</c:v>
                </c:pt>
                <c:pt idx="11050">
                  <c:v>7.0185185827591097</c:v>
                </c:pt>
                <c:pt idx="11051">
                  <c:v>7.0172977341175358</c:v>
                </c:pt>
                <c:pt idx="11052">
                  <c:v>7.0167691070499378</c:v>
                </c:pt>
                <c:pt idx="11053">
                  <c:v>7.0178595531307648</c:v>
                </c:pt>
                <c:pt idx="11054">
                  <c:v>7.0197931219350664</c:v>
                </c:pt>
                <c:pt idx="11055">
                  <c:v>7.0197987984673365</c:v>
                </c:pt>
                <c:pt idx="11056">
                  <c:v>7.0181538655607945</c:v>
                </c:pt>
                <c:pt idx="11057">
                  <c:v>7.0167955186931366</c:v>
                </c:pt>
                <c:pt idx="11058">
                  <c:v>7.0157113798703854</c:v>
                </c:pt>
                <c:pt idx="11059">
                  <c:v>7.0157116163925641</c:v>
                </c:pt>
                <c:pt idx="11060">
                  <c:v>7.0159042242860972</c:v>
                </c:pt>
                <c:pt idx="11061">
                  <c:v>7.0163183746195932</c:v>
                </c:pt>
                <c:pt idx="11062">
                  <c:v>7.017563900408395</c:v>
                </c:pt>
                <c:pt idx="11063">
                  <c:v>7.0189716804112336</c:v>
                </c:pt>
                <c:pt idx="11064">
                  <c:v>7.0196626405335945</c:v>
                </c:pt>
                <c:pt idx="11065">
                  <c:v>7.0176335167694228</c:v>
                </c:pt>
                <c:pt idx="11066">
                  <c:v>7.0147874454027974</c:v>
                </c:pt>
                <c:pt idx="11067">
                  <c:v>7.0154291300714293</c:v>
                </c:pt>
                <c:pt idx="11068">
                  <c:v>7.0155115186300634</c:v>
                </c:pt>
                <c:pt idx="11069">
                  <c:v>7.0134436052287166</c:v>
                </c:pt>
                <c:pt idx="11070">
                  <c:v>7.014615730301645</c:v>
                </c:pt>
                <c:pt idx="11071">
                  <c:v>7.0153264006054972</c:v>
                </c:pt>
                <c:pt idx="11072">
                  <c:v>7.0142251533452118</c:v>
                </c:pt>
                <c:pt idx="11073">
                  <c:v>7.0140628991311749</c:v>
                </c:pt>
                <c:pt idx="11074">
                  <c:v>7.0143289077405822</c:v>
                </c:pt>
                <c:pt idx="11075">
                  <c:v>7.0151146344155535</c:v>
                </c:pt>
                <c:pt idx="11076">
                  <c:v>7.0165831217773853</c:v>
                </c:pt>
                <c:pt idx="11077">
                  <c:v>7.0184156956117256</c:v>
                </c:pt>
                <c:pt idx="11078">
                  <c:v>7.018717734432899</c:v>
                </c:pt>
                <c:pt idx="11079">
                  <c:v>7.0183846323656951</c:v>
                </c:pt>
                <c:pt idx="11080">
                  <c:v>7.0171102508711902</c:v>
                </c:pt>
                <c:pt idx="11081">
                  <c:v>7.0151186552925777</c:v>
                </c:pt>
                <c:pt idx="11082">
                  <c:v>7.0151646194358159</c:v>
                </c:pt>
                <c:pt idx="11083">
                  <c:v>7.0157861208786008</c:v>
                </c:pt>
                <c:pt idx="11084">
                  <c:v>7.0156762957473315</c:v>
                </c:pt>
                <c:pt idx="11085">
                  <c:v>7.0165177628155604</c:v>
                </c:pt>
                <c:pt idx="11086">
                  <c:v>7.0168134155379303</c:v>
                </c:pt>
                <c:pt idx="11087">
                  <c:v>7.0147392737192327</c:v>
                </c:pt>
                <c:pt idx="11088">
                  <c:v>7.0130173922641479</c:v>
                </c:pt>
                <c:pt idx="11089">
                  <c:v>7.0122723474037745</c:v>
                </c:pt>
                <c:pt idx="11090">
                  <c:v>7.0131313959538941</c:v>
                </c:pt>
                <c:pt idx="11091">
                  <c:v>7.0146625616928677</c:v>
                </c:pt>
                <c:pt idx="11092">
                  <c:v>7.0152370740629779</c:v>
                </c:pt>
                <c:pt idx="11093">
                  <c:v>7.0170452861129942</c:v>
                </c:pt>
                <c:pt idx="11094">
                  <c:v>7.0188903167820369</c:v>
                </c:pt>
                <c:pt idx="11095">
                  <c:v>7.0194739746763588</c:v>
                </c:pt>
                <c:pt idx="11096">
                  <c:v>7.0191352749176117</c:v>
                </c:pt>
                <c:pt idx="11097">
                  <c:v>7.0192023683754083</c:v>
                </c:pt>
                <c:pt idx="11098">
                  <c:v>7.0183133603494223</c:v>
                </c:pt>
                <c:pt idx="11099">
                  <c:v>7.0172239391980318</c:v>
                </c:pt>
                <c:pt idx="11100">
                  <c:v>7.0165462243176338</c:v>
                </c:pt>
                <c:pt idx="11101">
                  <c:v>7.0169832384616599</c:v>
                </c:pt>
                <c:pt idx="11102">
                  <c:v>7.0175918100253867</c:v>
                </c:pt>
                <c:pt idx="11103">
                  <c:v>7.0194017565713747</c:v>
                </c:pt>
                <c:pt idx="11104">
                  <c:v>7.0200959491635002</c:v>
                </c:pt>
                <c:pt idx="11105">
                  <c:v>7.0204065816238037</c:v>
                </c:pt>
                <c:pt idx="11106">
                  <c:v>7.0181496081615924</c:v>
                </c:pt>
                <c:pt idx="11107">
                  <c:v>7.0169777196108418</c:v>
                </c:pt>
                <c:pt idx="11108">
                  <c:v>7.0169338053264791</c:v>
                </c:pt>
                <c:pt idx="11109">
                  <c:v>7.0166363392674116</c:v>
                </c:pt>
                <c:pt idx="11110">
                  <c:v>7.0169558807297499</c:v>
                </c:pt>
                <c:pt idx="11111">
                  <c:v>7.0171628376354089</c:v>
                </c:pt>
                <c:pt idx="11112">
                  <c:v>7.0169207177659692</c:v>
                </c:pt>
                <c:pt idx="11113">
                  <c:v>7.0150512464718773</c:v>
                </c:pt>
                <c:pt idx="11114">
                  <c:v>7.0137822261467386</c:v>
                </c:pt>
                <c:pt idx="11115">
                  <c:v>7.0135218152288745</c:v>
                </c:pt>
                <c:pt idx="11116">
                  <c:v>7.0133005093110894</c:v>
                </c:pt>
                <c:pt idx="11117">
                  <c:v>7.0117938630378909</c:v>
                </c:pt>
                <c:pt idx="11118">
                  <c:v>7.0125974865576559</c:v>
                </c:pt>
                <c:pt idx="11119">
                  <c:v>7.0157476466043303</c:v>
                </c:pt>
                <c:pt idx="11120">
                  <c:v>7.0166845897917032</c:v>
                </c:pt>
                <c:pt idx="11121">
                  <c:v>7.0149107522982073</c:v>
                </c:pt>
                <c:pt idx="11122">
                  <c:v>7.0123578895914473</c:v>
                </c:pt>
                <c:pt idx="11123">
                  <c:v>7.0108298774815117</c:v>
                </c:pt>
                <c:pt idx="11124">
                  <c:v>7.010775713902774</c:v>
                </c:pt>
                <c:pt idx="11125">
                  <c:v>7.0132433497847648</c:v>
                </c:pt>
                <c:pt idx="11126">
                  <c:v>7.0162589287122152</c:v>
                </c:pt>
                <c:pt idx="11127">
                  <c:v>7.0181254828994462</c:v>
                </c:pt>
                <c:pt idx="11128">
                  <c:v>7.0172212586133496</c:v>
                </c:pt>
                <c:pt idx="11129">
                  <c:v>7.0168084485721947</c:v>
                </c:pt>
                <c:pt idx="11130">
                  <c:v>7.0173941563253912</c:v>
                </c:pt>
                <c:pt idx="11131">
                  <c:v>7.0174136299847047</c:v>
                </c:pt>
                <c:pt idx="11132">
                  <c:v>7.0174185181097144</c:v>
                </c:pt>
                <c:pt idx="11133">
                  <c:v>7.0173664832305773</c:v>
                </c:pt>
                <c:pt idx="11134">
                  <c:v>7.018908923193365</c:v>
                </c:pt>
                <c:pt idx="11135">
                  <c:v>7.0218146769895453</c:v>
                </c:pt>
                <c:pt idx="11136">
                  <c:v>7.0229515602579671</c:v>
                </c:pt>
                <c:pt idx="11137">
                  <c:v>7.022980652485848</c:v>
                </c:pt>
                <c:pt idx="11138">
                  <c:v>7.0231667165991265</c:v>
                </c:pt>
                <c:pt idx="11139">
                  <c:v>7.0219061322316652</c:v>
                </c:pt>
                <c:pt idx="11140">
                  <c:v>7.0192503823775212</c:v>
                </c:pt>
                <c:pt idx="11141">
                  <c:v>7.0178011321528251</c:v>
                </c:pt>
                <c:pt idx="11142">
                  <c:v>7.0156744824106338</c:v>
                </c:pt>
                <c:pt idx="11143">
                  <c:v>7.0145959412794276</c:v>
                </c:pt>
                <c:pt idx="11144">
                  <c:v>7.0161132310506318</c:v>
                </c:pt>
                <c:pt idx="11145">
                  <c:v>7.0167464009208595</c:v>
                </c:pt>
                <c:pt idx="11146">
                  <c:v>7.016359056434192</c:v>
                </c:pt>
                <c:pt idx="11147">
                  <c:v>7.016115911635314</c:v>
                </c:pt>
                <c:pt idx="11148">
                  <c:v>7.0152522114823634</c:v>
                </c:pt>
                <c:pt idx="11149">
                  <c:v>7.0150089878427604</c:v>
                </c:pt>
                <c:pt idx="11150">
                  <c:v>7.0164252038032764</c:v>
                </c:pt>
                <c:pt idx="11151">
                  <c:v>7.0174033806903298</c:v>
                </c:pt>
                <c:pt idx="11152">
                  <c:v>7.0175115501663541</c:v>
                </c:pt>
                <c:pt idx="11153">
                  <c:v>7.0193401819643952</c:v>
                </c:pt>
                <c:pt idx="11154">
                  <c:v>7.0210398303347574</c:v>
                </c:pt>
                <c:pt idx="11155">
                  <c:v>7.0210008041754053</c:v>
                </c:pt>
                <c:pt idx="11156">
                  <c:v>7.019660511833993</c:v>
                </c:pt>
                <c:pt idx="11157">
                  <c:v>7.0182073984137245</c:v>
                </c:pt>
                <c:pt idx="11158">
                  <c:v>7.016903451646983</c:v>
                </c:pt>
                <c:pt idx="11159">
                  <c:v>7.0171158485627334</c:v>
                </c:pt>
                <c:pt idx="11160">
                  <c:v>7.0175951213358774</c:v>
                </c:pt>
                <c:pt idx="11161">
                  <c:v>7.0156895409892934</c:v>
                </c:pt>
                <c:pt idx="11162">
                  <c:v>7.0139757012882571</c:v>
                </c:pt>
                <c:pt idx="11163">
                  <c:v>7.0130602816190732</c:v>
                </c:pt>
                <c:pt idx="11164">
                  <c:v>7.0125223513458108</c:v>
                </c:pt>
                <c:pt idx="11165">
                  <c:v>7.0132656617102134</c:v>
                </c:pt>
                <c:pt idx="11166">
                  <c:v>7.0143833078414985</c:v>
                </c:pt>
                <c:pt idx="11167">
                  <c:v>7.0146701304025605</c:v>
                </c:pt>
                <c:pt idx="11168">
                  <c:v>7.0158014159794382</c:v>
                </c:pt>
                <c:pt idx="11169">
                  <c:v>7.0176988757312477</c:v>
                </c:pt>
                <c:pt idx="11170">
                  <c:v>7.0195809615414939</c:v>
                </c:pt>
                <c:pt idx="11171">
                  <c:v>7.0181931282423244</c:v>
                </c:pt>
                <c:pt idx="11172">
                  <c:v>7.0163071792365068</c:v>
                </c:pt>
                <c:pt idx="11173">
                  <c:v>7.0149092543244143</c:v>
                </c:pt>
                <c:pt idx="11174">
                  <c:v>7.0142874375187247</c:v>
                </c:pt>
                <c:pt idx="11175">
                  <c:v>7.0149758747378543</c:v>
                </c:pt>
                <c:pt idx="11176">
                  <c:v>7.016162269982182</c:v>
                </c:pt>
                <c:pt idx="11177">
                  <c:v>7.017854901527933</c:v>
                </c:pt>
                <c:pt idx="11178">
                  <c:v>7.0192678061779592</c:v>
                </c:pt>
                <c:pt idx="11179">
                  <c:v>7.0202239865024678</c:v>
                </c:pt>
                <c:pt idx="11180">
                  <c:v>7.018402213847585</c:v>
                </c:pt>
                <c:pt idx="11181">
                  <c:v>7.0177988457717717</c:v>
                </c:pt>
                <c:pt idx="11182">
                  <c:v>7.0173533956700673</c:v>
                </c:pt>
                <c:pt idx="11183">
                  <c:v>7.0158182878947946</c:v>
                </c:pt>
                <c:pt idx="11184">
                  <c:v>7.0145320014506698</c:v>
                </c:pt>
                <c:pt idx="11185">
                  <c:v>7.0142250745044858</c:v>
                </c:pt>
                <c:pt idx="11186">
                  <c:v>7.0156096753338906</c:v>
                </c:pt>
                <c:pt idx="11187">
                  <c:v>7.0170873082199341</c:v>
                </c:pt>
                <c:pt idx="11188">
                  <c:v>7.0189403806430253</c:v>
                </c:pt>
                <c:pt idx="11189">
                  <c:v>7.0217529447011149</c:v>
                </c:pt>
                <c:pt idx="11190">
                  <c:v>7.0226261057411818</c:v>
                </c:pt>
                <c:pt idx="11191">
                  <c:v>7.0197530708462761</c:v>
                </c:pt>
                <c:pt idx="11192">
                  <c:v>7.0150114319052648</c:v>
                </c:pt>
                <c:pt idx="11193">
                  <c:v>7.0130417540484711</c:v>
                </c:pt>
                <c:pt idx="11194">
                  <c:v>7.0147310742837323</c:v>
                </c:pt>
                <c:pt idx="11195">
                  <c:v>7.015632144940791</c:v>
                </c:pt>
                <c:pt idx="11196">
                  <c:v>7.0180672984436843</c:v>
                </c:pt>
                <c:pt idx="11197">
                  <c:v>7.0195526577208724</c:v>
                </c:pt>
                <c:pt idx="11198">
                  <c:v>7.0173548148031344</c:v>
                </c:pt>
                <c:pt idx="11199">
                  <c:v>7.0155693088821964</c:v>
                </c:pt>
                <c:pt idx="11200">
                  <c:v>7.0144670366924737</c:v>
                </c:pt>
                <c:pt idx="11201">
                  <c:v>7.0137638562575884</c:v>
                </c:pt>
                <c:pt idx="11202">
                  <c:v>7.0151281950204201</c:v>
                </c:pt>
                <c:pt idx="11203">
                  <c:v>7.016186868288683</c:v>
                </c:pt>
                <c:pt idx="11204">
                  <c:v>7.0143248868635579</c:v>
                </c:pt>
                <c:pt idx="11205">
                  <c:v>7.0143701414402626</c:v>
                </c:pt>
                <c:pt idx="11206">
                  <c:v>7.0152769674703164</c:v>
                </c:pt>
                <c:pt idx="11207">
                  <c:v>7.0162339362020845</c:v>
                </c:pt>
                <c:pt idx="11208">
                  <c:v>7.0157964490137026</c:v>
                </c:pt>
                <c:pt idx="11209">
                  <c:v>7.0158774972799947</c:v>
                </c:pt>
                <c:pt idx="11210">
                  <c:v>7.0140713350888531</c:v>
                </c:pt>
                <c:pt idx="11211">
                  <c:v>7.0126725429287751</c:v>
                </c:pt>
                <c:pt idx="11212">
                  <c:v>7.0141202951796782</c:v>
                </c:pt>
                <c:pt idx="11213">
                  <c:v>7.0161517053249023</c:v>
                </c:pt>
                <c:pt idx="11214">
                  <c:v>7.0153501316640128</c:v>
                </c:pt>
                <c:pt idx="11215">
                  <c:v>7.0121503019599807</c:v>
                </c:pt>
                <c:pt idx="11216">
                  <c:v>7.0128996042195553</c:v>
                </c:pt>
                <c:pt idx="11217">
                  <c:v>7.0139410902095589</c:v>
                </c:pt>
                <c:pt idx="11218">
                  <c:v>7.0137878238382818</c:v>
                </c:pt>
                <c:pt idx="11219">
                  <c:v>7.0139513395039339</c:v>
                </c:pt>
                <c:pt idx="11220">
                  <c:v>7.013939592235765</c:v>
                </c:pt>
                <c:pt idx="11221">
                  <c:v>7.0136811523360505</c:v>
                </c:pt>
                <c:pt idx="11222">
                  <c:v>7.013078099623141</c:v>
                </c:pt>
                <c:pt idx="11223">
                  <c:v>7.01159534208991</c:v>
                </c:pt>
                <c:pt idx="11224">
                  <c:v>7.0131959665084596</c:v>
                </c:pt>
                <c:pt idx="11225">
                  <c:v>7.0162039767262181</c:v>
                </c:pt>
                <c:pt idx="11226">
                  <c:v>7.0149154039010391</c:v>
                </c:pt>
                <c:pt idx="11227">
                  <c:v>7.0146493164509058</c:v>
                </c:pt>
                <c:pt idx="11228">
                  <c:v>7.0170348791371673</c:v>
                </c:pt>
                <c:pt idx="11229">
                  <c:v>7.0177312004288934</c:v>
                </c:pt>
                <c:pt idx="11230">
                  <c:v>7.016432930194421</c:v>
                </c:pt>
                <c:pt idx="11231">
                  <c:v>7.0157182390135446</c:v>
                </c:pt>
                <c:pt idx="11232">
                  <c:v>7.0159788864535866</c:v>
                </c:pt>
                <c:pt idx="11233">
                  <c:v>7.0176070262854982</c:v>
                </c:pt>
                <c:pt idx="11234">
                  <c:v>7.0201038332360968</c:v>
                </c:pt>
                <c:pt idx="11235">
                  <c:v>7.0205495987007049</c:v>
                </c:pt>
                <c:pt idx="11236">
                  <c:v>7.0190302590706253</c:v>
                </c:pt>
                <c:pt idx="11237">
                  <c:v>7.0171674103975148</c:v>
                </c:pt>
                <c:pt idx="11238">
                  <c:v>7.0173898200854632</c:v>
                </c:pt>
                <c:pt idx="11239">
                  <c:v>7.0183432409845627</c:v>
                </c:pt>
                <c:pt idx="11240">
                  <c:v>7.0171003169397181</c:v>
                </c:pt>
                <c:pt idx="11241">
                  <c:v>7.01595223828821</c:v>
                </c:pt>
                <c:pt idx="11242">
                  <c:v>7.0171602358914518</c:v>
                </c:pt>
                <c:pt idx="11243">
                  <c:v>7.0156794493763694</c:v>
                </c:pt>
                <c:pt idx="11244">
                  <c:v>7.0140060549677541</c:v>
                </c:pt>
                <c:pt idx="11245">
                  <c:v>7.0146410381746795</c:v>
                </c:pt>
                <c:pt idx="11246">
                  <c:v>7.0139283180119518</c:v>
                </c:pt>
                <c:pt idx="11247">
                  <c:v>7.0139112095744176</c:v>
                </c:pt>
                <c:pt idx="11248">
                  <c:v>7.0137692962676796</c:v>
                </c:pt>
                <c:pt idx="11249">
                  <c:v>7.0143175546760439</c:v>
                </c:pt>
                <c:pt idx="11250">
                  <c:v>7.0148179567637463</c:v>
                </c:pt>
                <c:pt idx="11251">
                  <c:v>7.0151492454942526</c:v>
                </c:pt>
                <c:pt idx="11252">
                  <c:v>7.015225405635535</c:v>
                </c:pt>
                <c:pt idx="11253">
                  <c:v>7.0152056954540436</c:v>
                </c:pt>
                <c:pt idx="11254">
                  <c:v>7.0156442075718637</c:v>
                </c:pt>
                <c:pt idx="11255">
                  <c:v>7.0175882621927181</c:v>
                </c:pt>
                <c:pt idx="11256">
                  <c:v>7.0173106639965939</c:v>
                </c:pt>
                <c:pt idx="11257">
                  <c:v>7.0167348901748685</c:v>
                </c:pt>
                <c:pt idx="11258">
                  <c:v>7.0147928065721628</c:v>
                </c:pt>
                <c:pt idx="11259">
                  <c:v>7.013411044008893</c:v>
                </c:pt>
                <c:pt idx="11260">
                  <c:v>7.013198174048787</c:v>
                </c:pt>
                <c:pt idx="11261">
                  <c:v>7.0129109572840944</c:v>
                </c:pt>
                <c:pt idx="11262">
                  <c:v>7.0128627856005297</c:v>
                </c:pt>
                <c:pt idx="11263">
                  <c:v>7.0140951449880946</c:v>
                </c:pt>
                <c:pt idx="11264">
                  <c:v>7.0161229284599251</c:v>
                </c:pt>
                <c:pt idx="11265">
                  <c:v>7.0159505826329651</c:v>
                </c:pt>
                <c:pt idx="11266">
                  <c:v>7.0134970592409216</c:v>
                </c:pt>
                <c:pt idx="11267">
                  <c:v>7.0119390876551195</c:v>
                </c:pt>
                <c:pt idx="11268">
                  <c:v>7.0109951276431355</c:v>
                </c:pt>
                <c:pt idx="11269">
                  <c:v>7.0111163058389439</c:v>
                </c:pt>
                <c:pt idx="11270">
                  <c:v>7.0112417414339552</c:v>
                </c:pt>
                <c:pt idx="11271">
                  <c:v>7.0127807124047994</c:v>
                </c:pt>
                <c:pt idx="11272">
                  <c:v>7.0153448493353725</c:v>
                </c:pt>
                <c:pt idx="11273">
                  <c:v>7.0169434238950474</c:v>
                </c:pt>
                <c:pt idx="11274">
                  <c:v>7.0171067818792476</c:v>
                </c:pt>
                <c:pt idx="11275">
                  <c:v>7.0177356155095474</c:v>
                </c:pt>
                <c:pt idx="11276">
                  <c:v>7.0171975275548339</c:v>
                </c:pt>
                <c:pt idx="11277">
                  <c:v>7.0136141377189798</c:v>
                </c:pt>
                <c:pt idx="11278">
                  <c:v>7.0117145492675697</c:v>
                </c:pt>
                <c:pt idx="11279">
                  <c:v>7.0120504107601827</c:v>
                </c:pt>
                <c:pt idx="11280">
                  <c:v>7.0125797473943141</c:v>
                </c:pt>
                <c:pt idx="11281">
                  <c:v>7.0122050174238009</c:v>
                </c:pt>
                <c:pt idx="11282">
                  <c:v>7.0116298743278831</c:v>
                </c:pt>
                <c:pt idx="11283">
                  <c:v>7.0123807534019775</c:v>
                </c:pt>
                <c:pt idx="11284">
                  <c:v>7.0142352449581358</c:v>
                </c:pt>
                <c:pt idx="11285">
                  <c:v>7.0174533657105913</c:v>
                </c:pt>
                <c:pt idx="11286">
                  <c:v>7.0193836232044022</c:v>
                </c:pt>
                <c:pt idx="11287">
                  <c:v>7.0177452340781157</c:v>
                </c:pt>
                <c:pt idx="11288">
                  <c:v>7.0164252826440023</c:v>
                </c:pt>
                <c:pt idx="11289">
                  <c:v>7.0163035525631123</c:v>
                </c:pt>
                <c:pt idx="11290">
                  <c:v>7.0156599757170568</c:v>
                </c:pt>
                <c:pt idx="11291">
                  <c:v>7.0147951717939421</c:v>
                </c:pt>
                <c:pt idx="11292">
                  <c:v>7.0158784433687069</c:v>
                </c:pt>
                <c:pt idx="11293">
                  <c:v>7.0184871253094503</c:v>
                </c:pt>
                <c:pt idx="11294">
                  <c:v>7.0195282959365493</c:v>
                </c:pt>
                <c:pt idx="11295">
                  <c:v>7.0184738012267616</c:v>
                </c:pt>
                <c:pt idx="11296">
                  <c:v>7.0202002554439522</c:v>
                </c:pt>
                <c:pt idx="11297">
                  <c:v>7.0203465838313441</c:v>
                </c:pt>
                <c:pt idx="11298">
                  <c:v>7.0187551049370063</c:v>
                </c:pt>
                <c:pt idx="11299">
                  <c:v>7.0173041990570653</c:v>
                </c:pt>
                <c:pt idx="11300">
                  <c:v>7.0146715495356284</c:v>
                </c:pt>
                <c:pt idx="11301">
                  <c:v>7.0147594569450797</c:v>
                </c:pt>
                <c:pt idx="11302">
                  <c:v>7.0147174348381398</c:v>
                </c:pt>
                <c:pt idx="11303">
                  <c:v>7.0142913007142971</c:v>
                </c:pt>
                <c:pt idx="11304">
                  <c:v>7.0138649300682765</c:v>
                </c:pt>
                <c:pt idx="11305">
                  <c:v>7.0132735457828099</c:v>
                </c:pt>
                <c:pt idx="11306">
                  <c:v>7.0133008246739932</c:v>
                </c:pt>
                <c:pt idx="11307">
                  <c:v>7.0145603052712913</c:v>
                </c:pt>
                <c:pt idx="11308">
                  <c:v>7.0165674324729181</c:v>
                </c:pt>
                <c:pt idx="11309">
                  <c:v>7.0165055425030349</c:v>
                </c:pt>
                <c:pt idx="11310">
                  <c:v>7.0143901669846578</c:v>
                </c:pt>
                <c:pt idx="11311">
                  <c:v>7.0145204118639528</c:v>
                </c:pt>
                <c:pt idx="11312">
                  <c:v>7.0158878254150965</c:v>
                </c:pt>
                <c:pt idx="11313">
                  <c:v>7.0163532222204701</c:v>
                </c:pt>
                <c:pt idx="11314">
                  <c:v>7.0163743515350285</c:v>
                </c:pt>
                <c:pt idx="11315">
                  <c:v>7.0175765937652752</c:v>
                </c:pt>
                <c:pt idx="11316">
                  <c:v>7.017206121193964</c:v>
                </c:pt>
                <c:pt idx="11317">
                  <c:v>7.0165992841262081</c:v>
                </c:pt>
                <c:pt idx="11318">
                  <c:v>7.0166875857392892</c:v>
                </c:pt>
                <c:pt idx="11319">
                  <c:v>7.0159821977640773</c:v>
                </c:pt>
                <c:pt idx="11320">
                  <c:v>7.016063797915451</c:v>
                </c:pt>
                <c:pt idx="11321">
                  <c:v>7.0168625333102064</c:v>
                </c:pt>
                <c:pt idx="11322">
                  <c:v>7.0161123638026455</c:v>
                </c:pt>
                <c:pt idx="11323">
                  <c:v>7.015067645342878</c:v>
                </c:pt>
                <c:pt idx="11324">
                  <c:v>7.0170781626957224</c:v>
                </c:pt>
                <c:pt idx="11325">
                  <c:v>7.020963670193475</c:v>
                </c:pt>
                <c:pt idx="11326">
                  <c:v>7.0225705230293762</c:v>
                </c:pt>
                <c:pt idx="11327">
                  <c:v>7.0209542093063595</c:v>
                </c:pt>
                <c:pt idx="11328">
                  <c:v>7.0194839086078309</c:v>
                </c:pt>
                <c:pt idx="11329">
                  <c:v>7.0182503666093758</c:v>
                </c:pt>
                <c:pt idx="11330">
                  <c:v>7.0191039751494033</c:v>
                </c:pt>
                <c:pt idx="11331">
                  <c:v>7.0191396111575397</c:v>
                </c:pt>
                <c:pt idx="11332">
                  <c:v>7.0175806934830254</c:v>
                </c:pt>
                <c:pt idx="11333">
                  <c:v>7.0157619956164554</c:v>
                </c:pt>
                <c:pt idx="11334">
                  <c:v>7.0157874611709428</c:v>
                </c:pt>
                <c:pt idx="11335">
                  <c:v>7.0160067960705783</c:v>
                </c:pt>
                <c:pt idx="11336">
                  <c:v>7.0169342783708348</c:v>
                </c:pt>
                <c:pt idx="11337">
                  <c:v>7.0161198536716123</c:v>
                </c:pt>
                <c:pt idx="11338">
                  <c:v>7.0158083539633234</c:v>
                </c:pt>
                <c:pt idx="11339">
                  <c:v>7.0158415459089545</c:v>
                </c:pt>
                <c:pt idx="11340">
                  <c:v>7.0166683486021535</c:v>
                </c:pt>
                <c:pt idx="11341">
                  <c:v>7.0166993330074581</c:v>
                </c:pt>
                <c:pt idx="11342">
                  <c:v>7.0163355618978542</c:v>
                </c:pt>
                <c:pt idx="11343">
                  <c:v>7.0159311878143775</c:v>
                </c:pt>
                <c:pt idx="11344">
                  <c:v>7.0162888093473565</c:v>
                </c:pt>
                <c:pt idx="11345">
                  <c:v>7.017028098834734</c:v>
                </c:pt>
                <c:pt idx="11346">
                  <c:v>7.0168898910421165</c:v>
                </c:pt>
                <c:pt idx="11347">
                  <c:v>7.0170383481291099</c:v>
                </c:pt>
                <c:pt idx="11348">
                  <c:v>7.0159665084596101</c:v>
                </c:pt>
                <c:pt idx="11349">
                  <c:v>7.0146045349185577</c:v>
                </c:pt>
                <c:pt idx="11350">
                  <c:v>7.0153989340733851</c:v>
                </c:pt>
                <c:pt idx="11351">
                  <c:v>7.0172755798735391</c:v>
                </c:pt>
                <c:pt idx="11352">
                  <c:v>7.0180956022643057</c:v>
                </c:pt>
                <c:pt idx="11353">
                  <c:v>7.0192424983049246</c:v>
                </c:pt>
                <c:pt idx="11354">
                  <c:v>7.0170709093489334</c:v>
                </c:pt>
                <c:pt idx="11355">
                  <c:v>7.0129480124252987</c:v>
                </c:pt>
                <c:pt idx="11356">
                  <c:v>7.0123343162143836</c:v>
                </c:pt>
                <c:pt idx="11357">
                  <c:v>7.0129145839574889</c:v>
                </c:pt>
                <c:pt idx="11358">
                  <c:v>7.0145168640312843</c:v>
                </c:pt>
                <c:pt idx="11359">
                  <c:v>7.0170633406392406</c:v>
                </c:pt>
                <c:pt idx="11360">
                  <c:v>7.0188490830823573</c:v>
                </c:pt>
                <c:pt idx="11361">
                  <c:v>7.0177697535438908</c:v>
                </c:pt>
                <c:pt idx="11362">
                  <c:v>7.0176618994307702</c:v>
                </c:pt>
                <c:pt idx="11363">
                  <c:v>7.0181512638168373</c:v>
                </c:pt>
                <c:pt idx="11364">
                  <c:v>7.0184733281824059</c:v>
                </c:pt>
                <c:pt idx="11365">
                  <c:v>7.0183570381116072</c:v>
                </c:pt>
                <c:pt idx="11366">
                  <c:v>7.0189231145240383</c:v>
                </c:pt>
                <c:pt idx="11367">
                  <c:v>7.0202985698292313</c:v>
                </c:pt>
                <c:pt idx="11368">
                  <c:v>7.0204463173496903</c:v>
                </c:pt>
                <c:pt idx="11369">
                  <c:v>7.0205369053438247</c:v>
                </c:pt>
                <c:pt idx="11370">
                  <c:v>7.0204549898295463</c:v>
                </c:pt>
                <c:pt idx="11371">
                  <c:v>7.0198896229836487</c:v>
                </c:pt>
                <c:pt idx="11372">
                  <c:v>7.0191145398066821</c:v>
                </c:pt>
                <c:pt idx="11373">
                  <c:v>7.0185215787066966</c:v>
                </c:pt>
                <c:pt idx="11374">
                  <c:v>7.0175147037953929</c:v>
                </c:pt>
                <c:pt idx="11375">
                  <c:v>7.0172479856194512</c:v>
                </c:pt>
                <c:pt idx="11376">
                  <c:v>7.0174665321118272</c:v>
                </c:pt>
                <c:pt idx="11377">
                  <c:v>7.0172158186032574</c:v>
                </c:pt>
                <c:pt idx="11378">
                  <c:v>7.0167144704268436</c:v>
                </c:pt>
                <c:pt idx="11379">
                  <c:v>7.0171828631798041</c:v>
                </c:pt>
                <c:pt idx="11380">
                  <c:v>7.0174923918699443</c:v>
                </c:pt>
                <c:pt idx="11381">
                  <c:v>7.0168504706791337</c:v>
                </c:pt>
                <c:pt idx="11382">
                  <c:v>7.0166990176445543</c:v>
                </c:pt>
                <c:pt idx="11383">
                  <c:v>7.0147286302212271</c:v>
                </c:pt>
                <c:pt idx="11384">
                  <c:v>7.0129485643103804</c:v>
                </c:pt>
                <c:pt idx="11385">
                  <c:v>7.0124152856399498</c:v>
                </c:pt>
                <c:pt idx="11386">
                  <c:v>7.0135813399769784</c:v>
                </c:pt>
                <c:pt idx="11387">
                  <c:v>7.014656254434791</c:v>
                </c:pt>
                <c:pt idx="11388">
                  <c:v>7.0161310490546995</c:v>
                </c:pt>
                <c:pt idx="11389">
                  <c:v>7.0168298144089309</c:v>
                </c:pt>
                <c:pt idx="11390">
                  <c:v>7.0161560415648303</c:v>
                </c:pt>
                <c:pt idx="11391">
                  <c:v>7.0147792459672971</c:v>
                </c:pt>
                <c:pt idx="11392">
                  <c:v>7.0146646115517433</c:v>
                </c:pt>
                <c:pt idx="11393">
                  <c:v>7.0162205332786707</c:v>
                </c:pt>
                <c:pt idx="11394">
                  <c:v>7.0170594774436683</c:v>
                </c:pt>
                <c:pt idx="11395">
                  <c:v>7.017839054542014</c:v>
                </c:pt>
                <c:pt idx="11396">
                  <c:v>7.0172382882101578</c:v>
                </c:pt>
                <c:pt idx="11397">
                  <c:v>7.0161743326132546</c:v>
                </c:pt>
                <c:pt idx="11398">
                  <c:v>7.0143647802708964</c:v>
                </c:pt>
                <c:pt idx="11399">
                  <c:v>7.0144415711379873</c:v>
                </c:pt>
                <c:pt idx="11400">
                  <c:v>7.0145747331241424</c:v>
                </c:pt>
                <c:pt idx="11401">
                  <c:v>7.0140405083650013</c:v>
                </c:pt>
                <c:pt idx="11402">
                  <c:v>7.0155915419669181</c:v>
                </c:pt>
                <c:pt idx="11403">
                  <c:v>7.0183584572446742</c:v>
                </c:pt>
                <c:pt idx="11404">
                  <c:v>7.0204966965735824</c:v>
                </c:pt>
                <c:pt idx="11405">
                  <c:v>7.0207521405257101</c:v>
                </c:pt>
                <c:pt idx="11406">
                  <c:v>7.0205611882874219</c:v>
                </c:pt>
                <c:pt idx="11407">
                  <c:v>7.0213230262224258</c:v>
                </c:pt>
                <c:pt idx="11408">
                  <c:v>7.0191790315205225</c:v>
                </c:pt>
                <c:pt idx="11409">
                  <c:v>7.0179035462558543</c:v>
                </c:pt>
                <c:pt idx="11410">
                  <c:v>7.015719263942982</c:v>
                </c:pt>
                <c:pt idx="11411">
                  <c:v>7.0148285214210251</c:v>
                </c:pt>
                <c:pt idx="11412">
                  <c:v>7.016528642835743</c:v>
                </c:pt>
                <c:pt idx="11413">
                  <c:v>7.0167227487030699</c:v>
                </c:pt>
                <c:pt idx="11414">
                  <c:v>7.0167026443179488</c:v>
                </c:pt>
                <c:pt idx="11415">
                  <c:v>7.01763044198111</c:v>
                </c:pt>
                <c:pt idx="11416">
                  <c:v>7.0195734716725271</c:v>
                </c:pt>
                <c:pt idx="11417">
                  <c:v>7.0196497894952614</c:v>
                </c:pt>
                <c:pt idx="11418">
                  <c:v>7.0194276951702168</c:v>
                </c:pt>
                <c:pt idx="11419">
                  <c:v>7.0200244406250496</c:v>
                </c:pt>
                <c:pt idx="11420">
                  <c:v>7.0206152730254336</c:v>
                </c:pt>
                <c:pt idx="11421">
                  <c:v>7.0203036944764188</c:v>
                </c:pt>
                <c:pt idx="11422">
                  <c:v>7.0195290055030828</c:v>
                </c:pt>
                <c:pt idx="11423">
                  <c:v>7.0166546303158359</c:v>
                </c:pt>
                <c:pt idx="11424">
                  <c:v>7.0144026238193602</c:v>
                </c:pt>
                <c:pt idx="11425">
                  <c:v>7.0165802835112503</c:v>
                </c:pt>
                <c:pt idx="11426">
                  <c:v>7.019557703527334</c:v>
                </c:pt>
                <c:pt idx="11427">
                  <c:v>7.0211495766253016</c:v>
                </c:pt>
                <c:pt idx="11428">
                  <c:v>7.0203653479241233</c:v>
                </c:pt>
                <c:pt idx="11429">
                  <c:v>7.018808953152841</c:v>
                </c:pt>
                <c:pt idx="11430">
                  <c:v>7.0189200397357263</c:v>
                </c:pt>
                <c:pt idx="11431">
                  <c:v>7.0179100111953829</c:v>
                </c:pt>
                <c:pt idx="11432">
                  <c:v>7.0154475788013055</c:v>
                </c:pt>
                <c:pt idx="11433">
                  <c:v>7.0139235875683941</c:v>
                </c:pt>
                <c:pt idx="11434">
                  <c:v>7.015551175515224</c:v>
                </c:pt>
                <c:pt idx="11435">
                  <c:v>7.0195029092227879</c:v>
                </c:pt>
                <c:pt idx="11436">
                  <c:v>7.0208938173102702</c:v>
                </c:pt>
                <c:pt idx="11437">
                  <c:v>7.0192751383654741</c:v>
                </c:pt>
                <c:pt idx="11438">
                  <c:v>7.017908355540138</c:v>
                </c:pt>
                <c:pt idx="11439">
                  <c:v>7.0176888629590497</c:v>
                </c:pt>
                <c:pt idx="11440">
                  <c:v>7.0185586338479009</c:v>
                </c:pt>
                <c:pt idx="11441">
                  <c:v>7.019111701540548</c:v>
                </c:pt>
                <c:pt idx="11442">
                  <c:v>7.0192169539097113</c:v>
                </c:pt>
                <c:pt idx="11443">
                  <c:v>7.0191389804317321</c:v>
                </c:pt>
                <c:pt idx="11444">
                  <c:v>7.0184683612166703</c:v>
                </c:pt>
                <c:pt idx="11445">
                  <c:v>7.0166137119790601</c:v>
                </c:pt>
                <c:pt idx="11446">
                  <c:v>7.0149177691228184</c:v>
                </c:pt>
                <c:pt idx="11447">
                  <c:v>7.0131252463772684</c:v>
                </c:pt>
                <c:pt idx="11448">
                  <c:v>7.0125612986644379</c:v>
                </c:pt>
                <c:pt idx="11449">
                  <c:v>7.0138601996247179</c:v>
                </c:pt>
                <c:pt idx="11450">
                  <c:v>7.0163547990349899</c:v>
                </c:pt>
                <c:pt idx="11451">
                  <c:v>7.0167411185922202</c:v>
                </c:pt>
                <c:pt idx="11452">
                  <c:v>7.0136826503098444</c:v>
                </c:pt>
                <c:pt idx="11453">
                  <c:v>7.0124619593497215</c:v>
                </c:pt>
                <c:pt idx="11454">
                  <c:v>7.0147124678724042</c:v>
                </c:pt>
                <c:pt idx="11455">
                  <c:v>7.0174596729686689</c:v>
                </c:pt>
                <c:pt idx="11456">
                  <c:v>7.0170799760324192</c:v>
                </c:pt>
                <c:pt idx="11457">
                  <c:v>7.0161109446695784</c:v>
                </c:pt>
                <c:pt idx="11458">
                  <c:v>7.0175741497027708</c:v>
                </c:pt>
                <c:pt idx="11459">
                  <c:v>7.0196479761585646</c:v>
                </c:pt>
                <c:pt idx="11460">
                  <c:v>7.0178718522840162</c:v>
                </c:pt>
                <c:pt idx="11461">
                  <c:v>7.016347466847475</c:v>
                </c:pt>
                <c:pt idx="11462">
                  <c:v>7.0171162427663631</c:v>
                </c:pt>
                <c:pt idx="11463">
                  <c:v>7.0175150979990226</c:v>
                </c:pt>
                <c:pt idx="11464">
                  <c:v>7.0169481543386052</c:v>
                </c:pt>
                <c:pt idx="11465">
                  <c:v>7.016086898248159</c:v>
                </c:pt>
                <c:pt idx="11466">
                  <c:v>7.0156692789227204</c:v>
                </c:pt>
                <c:pt idx="11467">
                  <c:v>7.0149957426007976</c:v>
                </c:pt>
                <c:pt idx="11468">
                  <c:v>7.0148668380138446</c:v>
                </c:pt>
                <c:pt idx="11469">
                  <c:v>7.0162762736719282</c:v>
                </c:pt>
                <c:pt idx="11470">
                  <c:v>7.017062867594885</c:v>
                </c:pt>
                <c:pt idx="11471">
                  <c:v>7.0170828142985542</c:v>
                </c:pt>
                <c:pt idx="11472">
                  <c:v>7.0173887951560259</c:v>
                </c:pt>
                <c:pt idx="11473">
                  <c:v>7.0172013119096803</c:v>
                </c:pt>
                <c:pt idx="11474">
                  <c:v>7.0147859474290035</c:v>
                </c:pt>
                <c:pt idx="11475">
                  <c:v>7.0123198883615316</c:v>
                </c:pt>
                <c:pt idx="11476">
                  <c:v>7.0129379996531007</c:v>
                </c:pt>
                <c:pt idx="11477">
                  <c:v>7.0142185307242313</c:v>
                </c:pt>
                <c:pt idx="11478">
                  <c:v>7.0151939481858747</c:v>
                </c:pt>
                <c:pt idx="11479">
                  <c:v>7.0164028918778287</c:v>
                </c:pt>
                <c:pt idx="11480">
                  <c:v>7.0171664643088034</c:v>
                </c:pt>
                <c:pt idx="11481">
                  <c:v>7.0170644444094039</c:v>
                </c:pt>
                <c:pt idx="11482">
                  <c:v>7.0179643324555734</c:v>
                </c:pt>
                <c:pt idx="11483">
                  <c:v>7.0175669751967078</c:v>
                </c:pt>
                <c:pt idx="11484">
                  <c:v>7.0154679197086045</c:v>
                </c:pt>
                <c:pt idx="11485">
                  <c:v>7.0129447011148081</c:v>
                </c:pt>
                <c:pt idx="11486">
                  <c:v>7.0113764802346301</c:v>
                </c:pt>
                <c:pt idx="11487">
                  <c:v>7.0126911493401032</c:v>
                </c:pt>
                <c:pt idx="11488">
                  <c:v>7.0136306942714333</c:v>
                </c:pt>
                <c:pt idx="11489">
                  <c:v>7.0138092685157449</c:v>
                </c:pt>
                <c:pt idx="11490">
                  <c:v>7.0161751210205141</c:v>
                </c:pt>
                <c:pt idx="11491">
                  <c:v>7.016457607341648</c:v>
                </c:pt>
                <c:pt idx="11492">
                  <c:v>7.0141457607341646</c:v>
                </c:pt>
                <c:pt idx="11493">
                  <c:v>7.0144131884766399</c:v>
                </c:pt>
                <c:pt idx="11494">
                  <c:v>7.0162754852646687</c:v>
                </c:pt>
                <c:pt idx="11495">
                  <c:v>7.0179876693104593</c:v>
                </c:pt>
                <c:pt idx="11496">
                  <c:v>7.0181571768712843</c:v>
                </c:pt>
                <c:pt idx="11497">
                  <c:v>7.0181595420930636</c:v>
                </c:pt>
                <c:pt idx="11498">
                  <c:v>7.0183970892003975</c:v>
                </c:pt>
                <c:pt idx="11499">
                  <c:v>7.0190278938488468</c:v>
                </c:pt>
                <c:pt idx="11500">
                  <c:v>7.0209117141550639</c:v>
                </c:pt>
                <c:pt idx="11501">
                  <c:v>7.021771551112443</c:v>
                </c:pt>
                <c:pt idx="11502">
                  <c:v>7.021849918794052</c:v>
                </c:pt>
                <c:pt idx="11503">
                  <c:v>7.0205634746684744</c:v>
                </c:pt>
                <c:pt idx="11504">
                  <c:v>7.0183508885349815</c:v>
                </c:pt>
                <c:pt idx="11505">
                  <c:v>7.0169621091471006</c:v>
                </c:pt>
                <c:pt idx="11506">
                  <c:v>7.017023762594806</c:v>
                </c:pt>
                <c:pt idx="11507">
                  <c:v>7.0178211576972203</c:v>
                </c:pt>
                <c:pt idx="11508">
                  <c:v>7.0190803229316137</c:v>
                </c:pt>
                <c:pt idx="11509">
                  <c:v>7.0189086078304612</c:v>
                </c:pt>
                <c:pt idx="11510">
                  <c:v>7.0184700957126411</c:v>
                </c:pt>
                <c:pt idx="11511">
                  <c:v>7.0173418849240763</c:v>
                </c:pt>
                <c:pt idx="11512">
                  <c:v>7.015475961462653</c:v>
                </c:pt>
                <c:pt idx="11513">
                  <c:v>7.0152347088411986</c:v>
                </c:pt>
                <c:pt idx="11514">
                  <c:v>7.0162020057080685</c:v>
                </c:pt>
                <c:pt idx="11515">
                  <c:v>7.0161073179961839</c:v>
                </c:pt>
                <c:pt idx="11516">
                  <c:v>7.0156237089831119</c:v>
                </c:pt>
                <c:pt idx="11517">
                  <c:v>7.0174767814062031</c:v>
                </c:pt>
                <c:pt idx="11518">
                  <c:v>7.0191408726091549</c:v>
                </c:pt>
                <c:pt idx="11519">
                  <c:v>7.0197570128825744</c:v>
                </c:pt>
                <c:pt idx="11520">
                  <c:v>7.0176497579589716</c:v>
                </c:pt>
                <c:pt idx="11521">
                  <c:v>7.0147311531244583</c:v>
                </c:pt>
                <c:pt idx="11522">
                  <c:v>7.0124342074141817</c:v>
                </c:pt>
                <c:pt idx="11523">
                  <c:v>7.0113605544079851</c:v>
                </c:pt>
                <c:pt idx="11524">
                  <c:v>7.0114088049322758</c:v>
                </c:pt>
                <c:pt idx="11525">
                  <c:v>7.012522114823633</c:v>
                </c:pt>
                <c:pt idx="11526">
                  <c:v>7.0124718932811936</c:v>
                </c:pt>
                <c:pt idx="11527">
                  <c:v>7.0116129235717999</c:v>
                </c:pt>
                <c:pt idx="11528">
                  <c:v>7.0136042826282345</c:v>
                </c:pt>
                <c:pt idx="11529">
                  <c:v>7.0160552042763209</c:v>
                </c:pt>
                <c:pt idx="11530">
                  <c:v>7.0168711269493373</c:v>
                </c:pt>
                <c:pt idx="11531">
                  <c:v>7.0172593386839903</c:v>
                </c:pt>
                <c:pt idx="11532">
                  <c:v>7.0169488639051387</c:v>
                </c:pt>
                <c:pt idx="11533">
                  <c:v>7.0164352165754744</c:v>
                </c:pt>
                <c:pt idx="11534">
                  <c:v>7.0163741938535766</c:v>
                </c:pt>
                <c:pt idx="11535">
                  <c:v>7.0147894164209461</c:v>
                </c:pt>
                <c:pt idx="11536">
                  <c:v>7.0139399864393948</c:v>
                </c:pt>
                <c:pt idx="11537">
                  <c:v>7.0138857440199311</c:v>
                </c:pt>
                <c:pt idx="11538">
                  <c:v>7.0167113956385307</c:v>
                </c:pt>
                <c:pt idx="11539">
                  <c:v>7.0189790914394736</c:v>
                </c:pt>
                <c:pt idx="11540">
                  <c:v>7.0184110440088929</c:v>
                </c:pt>
                <c:pt idx="11541">
                  <c:v>7.0176112048439743</c:v>
                </c:pt>
                <c:pt idx="11542">
                  <c:v>7.0179667765180778</c:v>
                </c:pt>
                <c:pt idx="11543">
                  <c:v>7.0179776565382612</c:v>
                </c:pt>
                <c:pt idx="11544">
                  <c:v>7.0181228811554899</c:v>
                </c:pt>
                <c:pt idx="11545">
                  <c:v>7.0183226635550859</c:v>
                </c:pt>
                <c:pt idx="11546">
                  <c:v>7.0174712625553859</c:v>
                </c:pt>
                <c:pt idx="11547">
                  <c:v>7.0167589365962879</c:v>
                </c:pt>
                <c:pt idx="11548">
                  <c:v>7.0165677478358219</c:v>
                </c:pt>
                <c:pt idx="11549">
                  <c:v>7.0164768444787837</c:v>
                </c:pt>
                <c:pt idx="11550">
                  <c:v>7.0165577350636248</c:v>
                </c:pt>
                <c:pt idx="11551">
                  <c:v>7.0164393162932246</c:v>
                </c:pt>
                <c:pt idx="11552">
                  <c:v>7.0148939592235768</c:v>
                </c:pt>
                <c:pt idx="11553">
                  <c:v>7.0154302338415935</c:v>
                </c:pt>
                <c:pt idx="11554">
                  <c:v>7.0155739604850282</c:v>
                </c:pt>
                <c:pt idx="11555">
                  <c:v>7.01521515634116</c:v>
                </c:pt>
                <c:pt idx="11556">
                  <c:v>7.0158446995379933</c:v>
                </c:pt>
                <c:pt idx="11557">
                  <c:v>7.0161457922704553</c:v>
                </c:pt>
                <c:pt idx="11558">
                  <c:v>7.0154568820069692</c:v>
                </c:pt>
                <c:pt idx="11559">
                  <c:v>7.0164094356580833</c:v>
                </c:pt>
                <c:pt idx="11560">
                  <c:v>7.0194962077610814</c:v>
                </c:pt>
                <c:pt idx="11561">
                  <c:v>7.0213960327346694</c:v>
                </c:pt>
                <c:pt idx="11562">
                  <c:v>7.0217888172314291</c:v>
                </c:pt>
                <c:pt idx="11563">
                  <c:v>7.0206632870275474</c:v>
                </c:pt>
                <c:pt idx="11564">
                  <c:v>7.0192048912786387</c:v>
                </c:pt>
                <c:pt idx="11565">
                  <c:v>7.0181006480707673</c:v>
                </c:pt>
                <c:pt idx="11566">
                  <c:v>7.0178074394109018</c:v>
                </c:pt>
                <c:pt idx="11567">
                  <c:v>7.017049780034375</c:v>
                </c:pt>
                <c:pt idx="11568">
                  <c:v>7.0172099843895364</c:v>
                </c:pt>
                <c:pt idx="11569">
                  <c:v>7.0173709771519572</c:v>
                </c:pt>
                <c:pt idx="11570">
                  <c:v>7.0156406597391952</c:v>
                </c:pt>
                <c:pt idx="11571">
                  <c:v>7.0147075009066686</c:v>
                </c:pt>
                <c:pt idx="11572">
                  <c:v>7.0142212113089135</c:v>
                </c:pt>
                <c:pt idx="11573">
                  <c:v>7.013622573676658</c:v>
                </c:pt>
                <c:pt idx="11574">
                  <c:v>7.0150248348286794</c:v>
                </c:pt>
                <c:pt idx="11575">
                  <c:v>7.0155549598700704</c:v>
                </c:pt>
                <c:pt idx="11576">
                  <c:v>7.0155663917753355</c:v>
                </c:pt>
                <c:pt idx="11577">
                  <c:v>7.0161465018369888</c:v>
                </c:pt>
                <c:pt idx="11578">
                  <c:v>7.0184335924565193</c:v>
                </c:pt>
                <c:pt idx="11579">
                  <c:v>7.0204367776218479</c:v>
                </c:pt>
                <c:pt idx="11580">
                  <c:v>7.0193211813494383</c:v>
                </c:pt>
                <c:pt idx="11581">
                  <c:v>7.0173262744603351</c:v>
                </c:pt>
                <c:pt idx="11582">
                  <c:v>7.0160989608792317</c:v>
                </c:pt>
                <c:pt idx="11583">
                  <c:v>7.0171857802866651</c:v>
                </c:pt>
                <c:pt idx="11584">
                  <c:v>7.0178016840379067</c:v>
                </c:pt>
                <c:pt idx="11585">
                  <c:v>7.0173875337044107</c:v>
                </c:pt>
                <c:pt idx="11586">
                  <c:v>7.0158170264431794</c:v>
                </c:pt>
                <c:pt idx="11587">
                  <c:v>7.0139769627398731</c:v>
                </c:pt>
                <c:pt idx="11588">
                  <c:v>7.0141678361374353</c:v>
                </c:pt>
                <c:pt idx="11589">
                  <c:v>7.0162555385609995</c:v>
                </c:pt>
                <c:pt idx="11590">
                  <c:v>7.0172099055488104</c:v>
                </c:pt>
                <c:pt idx="11591">
                  <c:v>7.017673883221117</c:v>
                </c:pt>
                <c:pt idx="11592">
                  <c:v>7.0178350336649897</c:v>
                </c:pt>
                <c:pt idx="11593">
                  <c:v>7.0173811476056072</c:v>
                </c:pt>
                <c:pt idx="11594">
                  <c:v>7.0185069931723936</c:v>
                </c:pt>
                <c:pt idx="11595">
                  <c:v>7.0197550418644257</c:v>
                </c:pt>
                <c:pt idx="11596">
                  <c:v>7.0191349595547079</c:v>
                </c:pt>
                <c:pt idx="11597">
                  <c:v>7.0173454327567448</c:v>
                </c:pt>
                <c:pt idx="11598">
                  <c:v>7.0175907850959494</c:v>
                </c:pt>
                <c:pt idx="11599">
                  <c:v>7.0194417288194391</c:v>
                </c:pt>
                <c:pt idx="11600">
                  <c:v>7.0199017644554473</c:v>
                </c:pt>
                <c:pt idx="11601">
                  <c:v>7.0198895441429228</c:v>
                </c:pt>
                <c:pt idx="11602">
                  <c:v>7.0180440404295243</c:v>
                </c:pt>
                <c:pt idx="11603">
                  <c:v>7.0161304971696179</c:v>
                </c:pt>
                <c:pt idx="11604">
                  <c:v>7.0141647613491225</c:v>
                </c:pt>
                <c:pt idx="11605">
                  <c:v>7.0127013986344791</c:v>
                </c:pt>
                <c:pt idx="11606">
                  <c:v>7.0133254229804951</c:v>
                </c:pt>
                <c:pt idx="11607">
                  <c:v>7.0123522130591782</c:v>
                </c:pt>
                <c:pt idx="11608">
                  <c:v>7.013399533262902</c:v>
                </c:pt>
                <c:pt idx="11609">
                  <c:v>7.0147152272978133</c:v>
                </c:pt>
                <c:pt idx="11610">
                  <c:v>7.0151784165628595</c:v>
                </c:pt>
                <c:pt idx="11611">
                  <c:v>7.014408852236711</c:v>
                </c:pt>
                <c:pt idx="11612">
                  <c:v>7.0133859726580363</c:v>
                </c:pt>
                <c:pt idx="11613">
                  <c:v>7.013651350541636</c:v>
                </c:pt>
                <c:pt idx="11614">
                  <c:v>7.0158669326227159</c:v>
                </c:pt>
                <c:pt idx="11615">
                  <c:v>7.0171141140667626</c:v>
                </c:pt>
                <c:pt idx="11616">
                  <c:v>7.0179804948043962</c:v>
                </c:pt>
                <c:pt idx="11617">
                  <c:v>7.0171414717986726</c:v>
                </c:pt>
                <c:pt idx="11618">
                  <c:v>7.0139660827196897</c:v>
                </c:pt>
                <c:pt idx="11619">
                  <c:v>7.0131768870527758</c:v>
                </c:pt>
                <c:pt idx="11620">
                  <c:v>7.0141063403711819</c:v>
                </c:pt>
                <c:pt idx="11621">
                  <c:v>7.0156614736908498</c:v>
                </c:pt>
                <c:pt idx="11622">
                  <c:v>7.0159454579857767</c:v>
                </c:pt>
                <c:pt idx="11623">
                  <c:v>7.015884198741702</c:v>
                </c:pt>
                <c:pt idx="11624">
                  <c:v>7.0160723127138551</c:v>
                </c:pt>
                <c:pt idx="11625">
                  <c:v>7.015810403822198</c:v>
                </c:pt>
                <c:pt idx="11626">
                  <c:v>7.0153394881660072</c:v>
                </c:pt>
                <c:pt idx="11627">
                  <c:v>7.0161584067866096</c:v>
                </c:pt>
                <c:pt idx="11628">
                  <c:v>7.0181334458127687</c:v>
                </c:pt>
                <c:pt idx="11629">
                  <c:v>7.0188860593828348</c:v>
                </c:pt>
                <c:pt idx="11630">
                  <c:v>7.0194182342831013</c:v>
                </c:pt>
                <c:pt idx="11631">
                  <c:v>7.019690786672764</c:v>
                </c:pt>
                <c:pt idx="11632">
                  <c:v>7.0171723773632504</c:v>
                </c:pt>
                <c:pt idx="11633">
                  <c:v>7.0172088806193731</c:v>
                </c:pt>
                <c:pt idx="11634">
                  <c:v>7.0165167378861222</c:v>
                </c:pt>
                <c:pt idx="11635">
                  <c:v>7.0149438654031124</c:v>
                </c:pt>
                <c:pt idx="11636">
                  <c:v>7.0138124221447828</c:v>
                </c:pt>
                <c:pt idx="11637">
                  <c:v>7.0148290733061067</c:v>
                </c:pt>
                <c:pt idx="11638">
                  <c:v>7.0178181617496334</c:v>
                </c:pt>
                <c:pt idx="11639">
                  <c:v>7.0196144688500288</c:v>
                </c:pt>
                <c:pt idx="11640">
                  <c:v>7.0223439347829517</c:v>
                </c:pt>
                <c:pt idx="11641">
                  <c:v>7.022563663886217</c:v>
                </c:pt>
                <c:pt idx="11642">
                  <c:v>7.0224182027468105</c:v>
                </c:pt>
                <c:pt idx="11643">
                  <c:v>7.0220217127359312</c:v>
                </c:pt>
                <c:pt idx="11644">
                  <c:v>7.0218477900944514</c:v>
                </c:pt>
                <c:pt idx="11645">
                  <c:v>7.0208482473706617</c:v>
                </c:pt>
                <c:pt idx="11646">
                  <c:v>7.0188224349169808</c:v>
                </c:pt>
                <c:pt idx="11647">
                  <c:v>7.0174050363455747</c:v>
                </c:pt>
                <c:pt idx="11648">
                  <c:v>7.0167400936627828</c:v>
                </c:pt>
                <c:pt idx="11649">
                  <c:v>7.0165112978760309</c:v>
                </c:pt>
                <c:pt idx="11650">
                  <c:v>7.0166700042573993</c:v>
                </c:pt>
                <c:pt idx="11651">
                  <c:v>7.0163136441760354</c:v>
                </c:pt>
                <c:pt idx="11652">
                  <c:v>7.0150673299799742</c:v>
                </c:pt>
                <c:pt idx="11653">
                  <c:v>7.0172050174238008</c:v>
                </c:pt>
                <c:pt idx="11654">
                  <c:v>7.0201889023794131</c:v>
                </c:pt>
                <c:pt idx="11655">
                  <c:v>7.0219224522619408</c:v>
                </c:pt>
                <c:pt idx="11656">
                  <c:v>7.0237375234551163</c:v>
                </c:pt>
                <c:pt idx="11657">
                  <c:v>7.0231326574055091</c:v>
                </c:pt>
                <c:pt idx="11658">
                  <c:v>7.021477554045318</c:v>
                </c:pt>
                <c:pt idx="11659">
                  <c:v>7.0199053122881159</c:v>
                </c:pt>
                <c:pt idx="11660">
                  <c:v>7.0184654441098093</c:v>
                </c:pt>
                <c:pt idx="11661">
                  <c:v>7.0177215030196001</c:v>
                </c:pt>
                <c:pt idx="11662">
                  <c:v>7.0170644444094039</c:v>
                </c:pt>
                <c:pt idx="11663">
                  <c:v>7.0153147321780542</c:v>
                </c:pt>
                <c:pt idx="11664">
                  <c:v>7.0127590312051593</c:v>
                </c:pt>
                <c:pt idx="11665">
                  <c:v>7.0112104416657468</c:v>
                </c:pt>
                <c:pt idx="11666">
                  <c:v>7.013079361074757</c:v>
                </c:pt>
                <c:pt idx="11667">
                  <c:v>7.0169842633910973</c:v>
                </c:pt>
                <c:pt idx="11668">
                  <c:v>7.01825888140778</c:v>
                </c:pt>
                <c:pt idx="11669">
                  <c:v>7.017935949794226</c:v>
                </c:pt>
                <c:pt idx="11670">
                  <c:v>7.0171939797221654</c:v>
                </c:pt>
                <c:pt idx="11671">
                  <c:v>7.0166648007694858</c:v>
                </c:pt>
                <c:pt idx="11672">
                  <c:v>7.0155884671786062</c:v>
                </c:pt>
                <c:pt idx="11673">
                  <c:v>7.013856967154954</c:v>
                </c:pt>
                <c:pt idx="11674">
                  <c:v>7.0135286743720338</c:v>
                </c:pt>
                <c:pt idx="11675">
                  <c:v>7.0138701335561899</c:v>
                </c:pt>
                <c:pt idx="11676">
                  <c:v>7.014553524968858</c:v>
                </c:pt>
                <c:pt idx="11677">
                  <c:v>7.0158540815843828</c:v>
                </c:pt>
                <c:pt idx="11678">
                  <c:v>7.0186204449770573</c:v>
                </c:pt>
                <c:pt idx="11679">
                  <c:v>7.0188933915703497</c:v>
                </c:pt>
                <c:pt idx="11680">
                  <c:v>7.0185736924265596</c:v>
                </c:pt>
                <c:pt idx="11681">
                  <c:v>7.019081269020325</c:v>
                </c:pt>
                <c:pt idx="11682">
                  <c:v>7.0198952995159178</c:v>
                </c:pt>
                <c:pt idx="11683">
                  <c:v>7.0185524054305493</c:v>
                </c:pt>
                <c:pt idx="11684">
                  <c:v>7.0155944590737791</c:v>
                </c:pt>
                <c:pt idx="11685">
                  <c:v>7.0142296472665917</c:v>
                </c:pt>
                <c:pt idx="11686">
                  <c:v>7.0149606584777429</c:v>
                </c:pt>
                <c:pt idx="11687">
                  <c:v>7.0160705782178843</c:v>
                </c:pt>
                <c:pt idx="11688">
                  <c:v>7.0164222078556904</c:v>
                </c:pt>
                <c:pt idx="11689">
                  <c:v>7.0159614626531477</c:v>
                </c:pt>
                <c:pt idx="11690">
                  <c:v>7.016366388621706</c:v>
                </c:pt>
                <c:pt idx="11691">
                  <c:v>7.0177263123038838</c:v>
                </c:pt>
                <c:pt idx="11692">
                  <c:v>7.018418218514956</c:v>
                </c:pt>
                <c:pt idx="11693">
                  <c:v>7.0209508979958688</c:v>
                </c:pt>
                <c:pt idx="11694">
                  <c:v>7.020167221179773</c:v>
                </c:pt>
                <c:pt idx="11695">
                  <c:v>7.0167307904571183</c:v>
                </c:pt>
                <c:pt idx="11696">
                  <c:v>7.0158611772497199</c:v>
                </c:pt>
                <c:pt idx="11697">
                  <c:v>7.0160907614437313</c:v>
                </c:pt>
                <c:pt idx="11698">
                  <c:v>7.0178742175057947</c:v>
                </c:pt>
                <c:pt idx="11699">
                  <c:v>7.0202123969157508</c:v>
                </c:pt>
                <c:pt idx="11700">
                  <c:v>7.0209233825825068</c:v>
                </c:pt>
                <c:pt idx="11701">
                  <c:v>7.0209010706570583</c:v>
                </c:pt>
                <c:pt idx="11702">
                  <c:v>7.0210850060707362</c:v>
                </c:pt>
                <c:pt idx="11703">
                  <c:v>7.0208786010501587</c:v>
                </c:pt>
                <c:pt idx="11704">
                  <c:v>7.0205372995474544</c:v>
                </c:pt>
                <c:pt idx="11705">
                  <c:v>7.0193590248979012</c:v>
                </c:pt>
                <c:pt idx="11706">
                  <c:v>7.0189117614594991</c:v>
                </c:pt>
                <c:pt idx="11707">
                  <c:v>7.0182415364480679</c:v>
                </c:pt>
                <c:pt idx="11708">
                  <c:v>7.0168443211025089</c:v>
                </c:pt>
                <c:pt idx="11709">
                  <c:v>7.0178538765984957</c:v>
                </c:pt>
                <c:pt idx="11710">
                  <c:v>7.0195739447168828</c:v>
                </c:pt>
                <c:pt idx="11711">
                  <c:v>7.0203525757265171</c:v>
                </c:pt>
                <c:pt idx="11712">
                  <c:v>7.0195109509768363</c:v>
                </c:pt>
                <c:pt idx="11713">
                  <c:v>7.016008845929453</c:v>
                </c:pt>
                <c:pt idx="11714">
                  <c:v>7.015058894022296</c:v>
                </c:pt>
                <c:pt idx="11715">
                  <c:v>7.0150268058468281</c:v>
                </c:pt>
                <c:pt idx="11716">
                  <c:v>7.0154530976521228</c:v>
                </c:pt>
                <c:pt idx="11717">
                  <c:v>7.0170761128368468</c:v>
                </c:pt>
                <c:pt idx="11718">
                  <c:v>7.0184549582932556</c:v>
                </c:pt>
                <c:pt idx="11719">
                  <c:v>7.0183900723757864</c:v>
                </c:pt>
                <c:pt idx="11720">
                  <c:v>7.0185597376180642</c:v>
                </c:pt>
                <c:pt idx="11721">
                  <c:v>7.0174068496822715</c:v>
                </c:pt>
                <c:pt idx="11722">
                  <c:v>7.0166299531686089</c:v>
                </c:pt>
                <c:pt idx="11723">
                  <c:v>7.0171407622321382</c:v>
                </c:pt>
                <c:pt idx="11724">
                  <c:v>7.0183582207224964</c:v>
                </c:pt>
                <c:pt idx="11725">
                  <c:v>7.0196183320456012</c:v>
                </c:pt>
                <c:pt idx="11726">
                  <c:v>7.020288951260663</c:v>
                </c:pt>
                <c:pt idx="11727">
                  <c:v>7.0201964710891058</c:v>
                </c:pt>
                <c:pt idx="11728">
                  <c:v>7.0203796969362493</c:v>
                </c:pt>
                <c:pt idx="11729">
                  <c:v>7.0182091329096954</c:v>
                </c:pt>
                <c:pt idx="11730">
                  <c:v>7.0132587237263282</c:v>
                </c:pt>
                <c:pt idx="11731">
                  <c:v>7.011812469449219</c:v>
                </c:pt>
                <c:pt idx="11732">
                  <c:v>7.0124960185433389</c:v>
                </c:pt>
                <c:pt idx="11733">
                  <c:v>7.0130861413771894</c:v>
                </c:pt>
                <c:pt idx="11734">
                  <c:v>7.0131740487866416</c:v>
                </c:pt>
                <c:pt idx="11735">
                  <c:v>7.0149856509878745</c:v>
                </c:pt>
                <c:pt idx="11736">
                  <c:v>7.0171292514861481</c:v>
                </c:pt>
                <c:pt idx="11737">
                  <c:v>7.0169464986833603</c:v>
                </c:pt>
                <c:pt idx="11738">
                  <c:v>7.0172639114460962</c:v>
                </c:pt>
                <c:pt idx="11739">
                  <c:v>7.0190796133650801</c:v>
                </c:pt>
                <c:pt idx="11740">
                  <c:v>7.0199690155946959</c:v>
                </c:pt>
                <c:pt idx="11741">
                  <c:v>7.0203782778031822</c:v>
                </c:pt>
                <c:pt idx="11742">
                  <c:v>7.0198028981850866</c:v>
                </c:pt>
                <c:pt idx="11743">
                  <c:v>7.0182993267002001</c:v>
                </c:pt>
                <c:pt idx="11744">
                  <c:v>7.0187938157334555</c:v>
                </c:pt>
                <c:pt idx="11745">
                  <c:v>7.0205013481764142</c:v>
                </c:pt>
                <c:pt idx="11746">
                  <c:v>7.0216595184408455</c:v>
                </c:pt>
                <c:pt idx="11747">
                  <c:v>7.0206092811302607</c:v>
                </c:pt>
                <c:pt idx="11748">
                  <c:v>7.0179914536653056</c:v>
                </c:pt>
                <c:pt idx="11749">
                  <c:v>7.0170113057601036</c:v>
                </c:pt>
                <c:pt idx="11750">
                  <c:v>7.018254466327126</c:v>
                </c:pt>
                <c:pt idx="11751">
                  <c:v>7.0185519323861936</c:v>
                </c:pt>
                <c:pt idx="11752">
                  <c:v>7.0179702455100204</c:v>
                </c:pt>
                <c:pt idx="11753">
                  <c:v>7.0178261246629559</c:v>
                </c:pt>
                <c:pt idx="11754">
                  <c:v>7.0189509453003041</c:v>
                </c:pt>
                <c:pt idx="11755">
                  <c:v>7.0196432457150069</c:v>
                </c:pt>
                <c:pt idx="11756">
                  <c:v>7.0194750784465221</c:v>
                </c:pt>
                <c:pt idx="11757">
                  <c:v>7.0186299058641728</c:v>
                </c:pt>
                <c:pt idx="11758">
                  <c:v>7.0183654740692853</c:v>
                </c:pt>
                <c:pt idx="11759">
                  <c:v>7.0188629590501268</c:v>
                </c:pt>
                <c:pt idx="11760">
                  <c:v>7.0186710607231273</c:v>
                </c:pt>
                <c:pt idx="11761">
                  <c:v>7.0189619830019394</c:v>
                </c:pt>
                <c:pt idx="11762">
                  <c:v>7.0174789889465305</c:v>
                </c:pt>
                <c:pt idx="11763">
                  <c:v>7.0170679922420724</c:v>
                </c:pt>
                <c:pt idx="11764">
                  <c:v>7.016842823128715</c:v>
                </c:pt>
                <c:pt idx="11765">
                  <c:v>7.0165774452451162</c:v>
                </c:pt>
                <c:pt idx="11766">
                  <c:v>7.0185992368217729</c:v>
                </c:pt>
                <c:pt idx="11767">
                  <c:v>7.0190901780223589</c:v>
                </c:pt>
                <c:pt idx="11768">
                  <c:v>7.018373279301156</c:v>
                </c:pt>
                <c:pt idx="11769">
                  <c:v>7.0171376874438263</c:v>
                </c:pt>
                <c:pt idx="11770">
                  <c:v>7.0169102319494154</c:v>
                </c:pt>
                <c:pt idx="11771">
                  <c:v>7.0157772118765669</c:v>
                </c:pt>
                <c:pt idx="11772">
                  <c:v>7.0143541367728917</c:v>
                </c:pt>
                <c:pt idx="11773">
                  <c:v>7.0139909175483686</c:v>
                </c:pt>
                <c:pt idx="11774">
                  <c:v>7.0145254576704144</c:v>
                </c:pt>
                <c:pt idx="11775">
                  <c:v>7.0163100963433669</c:v>
                </c:pt>
                <c:pt idx="11776">
                  <c:v>7.0178890395622764</c:v>
                </c:pt>
                <c:pt idx="11777">
                  <c:v>7.0166050394992041</c:v>
                </c:pt>
                <c:pt idx="11778">
                  <c:v>7.0146514451505073</c:v>
                </c:pt>
                <c:pt idx="11779">
                  <c:v>7.0141042905123072</c:v>
                </c:pt>
                <c:pt idx="11780">
                  <c:v>7.0137772591810021</c:v>
                </c:pt>
                <c:pt idx="11781">
                  <c:v>7.0152001766032264</c:v>
                </c:pt>
                <c:pt idx="11782">
                  <c:v>7.0159393084091519</c:v>
                </c:pt>
                <c:pt idx="11783">
                  <c:v>7.0160368343871706</c:v>
                </c:pt>
                <c:pt idx="11784">
                  <c:v>7.0163983979564488</c:v>
                </c:pt>
                <c:pt idx="11785">
                  <c:v>7.0168574086630189</c:v>
                </c:pt>
                <c:pt idx="11786">
                  <c:v>7.0191839984862581</c:v>
                </c:pt>
                <c:pt idx="11787">
                  <c:v>7.0211546224317631</c:v>
                </c:pt>
                <c:pt idx="11788">
                  <c:v>7.0189984862580612</c:v>
                </c:pt>
                <c:pt idx="11789">
                  <c:v>7.0165094845393332</c:v>
                </c:pt>
                <c:pt idx="11790">
                  <c:v>7.0153366498998722</c:v>
                </c:pt>
                <c:pt idx="11791">
                  <c:v>7.0155721471483306</c:v>
                </c:pt>
                <c:pt idx="11792">
                  <c:v>7.0178572667497123</c:v>
                </c:pt>
                <c:pt idx="11793">
                  <c:v>7.0176438449045238</c:v>
                </c:pt>
                <c:pt idx="11794">
                  <c:v>7.0184301234645767</c:v>
                </c:pt>
                <c:pt idx="11795">
                  <c:v>7.0206619467352054</c:v>
                </c:pt>
                <c:pt idx="11796">
                  <c:v>7.0203081095570727</c:v>
                </c:pt>
                <c:pt idx="11797">
                  <c:v>7.0179385515381822</c:v>
                </c:pt>
                <c:pt idx="11798">
                  <c:v>7.0162949589239814</c:v>
                </c:pt>
                <c:pt idx="11799">
                  <c:v>7.0137387060660057</c:v>
                </c:pt>
                <c:pt idx="11800">
                  <c:v>7.0121011053469777</c:v>
                </c:pt>
                <c:pt idx="11801">
                  <c:v>7.0128574244311643</c:v>
                </c:pt>
                <c:pt idx="11802">
                  <c:v>7.0124621958718993</c:v>
                </c:pt>
                <c:pt idx="11803">
                  <c:v>7.0120521452561535</c:v>
                </c:pt>
                <c:pt idx="11804">
                  <c:v>7.012833220328293</c:v>
                </c:pt>
                <c:pt idx="11805">
                  <c:v>7.0121543228370049</c:v>
                </c:pt>
                <c:pt idx="11806">
                  <c:v>7.0144428325896024</c:v>
                </c:pt>
                <c:pt idx="11807">
                  <c:v>7.0187356312776927</c:v>
                </c:pt>
                <c:pt idx="11808">
                  <c:v>7.0199721692237338</c:v>
                </c:pt>
                <c:pt idx="11809">
                  <c:v>7.0196246393036787</c:v>
                </c:pt>
                <c:pt idx="11810">
                  <c:v>7.0200031536290384</c:v>
                </c:pt>
                <c:pt idx="11811">
                  <c:v>7.0199398445260881</c:v>
                </c:pt>
                <c:pt idx="11812">
                  <c:v>7.0201162900707992</c:v>
                </c:pt>
                <c:pt idx="11813">
                  <c:v>7.0202202021476214</c:v>
                </c:pt>
                <c:pt idx="11814">
                  <c:v>7.0179335057317207</c:v>
                </c:pt>
                <c:pt idx="11815">
                  <c:v>7.0163021334300444</c:v>
                </c:pt>
                <c:pt idx="11816">
                  <c:v>7.0170026332802475</c:v>
                </c:pt>
                <c:pt idx="11817">
                  <c:v>7.0175873161040068</c:v>
                </c:pt>
                <c:pt idx="11818">
                  <c:v>7.0171364259922102</c:v>
                </c:pt>
                <c:pt idx="11819">
                  <c:v>7.0163346946498679</c:v>
                </c:pt>
                <c:pt idx="11820">
                  <c:v>7.0157528500922437</c:v>
                </c:pt>
                <c:pt idx="11821">
                  <c:v>7.0154273167347325</c:v>
                </c:pt>
                <c:pt idx="11822">
                  <c:v>7.0154311010895789</c:v>
                </c:pt>
                <c:pt idx="11823">
                  <c:v>7.0156466516343681</c:v>
                </c:pt>
                <c:pt idx="11824">
                  <c:v>7.0162016903451647</c:v>
                </c:pt>
                <c:pt idx="11825">
                  <c:v>7.0159109257478045</c:v>
                </c:pt>
                <c:pt idx="11826">
                  <c:v>7.0147551207051517</c:v>
                </c:pt>
                <c:pt idx="11827">
                  <c:v>7.0131772812564055</c:v>
                </c:pt>
                <c:pt idx="11828">
                  <c:v>7.0130163673347106</c:v>
                </c:pt>
                <c:pt idx="11829">
                  <c:v>7.0144181554423755</c:v>
                </c:pt>
                <c:pt idx="11830">
                  <c:v>7.0165743704568033</c:v>
                </c:pt>
                <c:pt idx="11831">
                  <c:v>7.0169502041974798</c:v>
                </c:pt>
                <c:pt idx="11832">
                  <c:v>7.0155762468660807</c:v>
                </c:pt>
                <c:pt idx="11833">
                  <c:v>7.0157394471688299</c:v>
                </c:pt>
                <c:pt idx="11834">
                  <c:v>7.0168234283101283</c:v>
                </c:pt>
                <c:pt idx="11835">
                  <c:v>7.0176778252574152</c:v>
                </c:pt>
                <c:pt idx="11836">
                  <c:v>7.0177020293602865</c:v>
                </c:pt>
                <c:pt idx="11837">
                  <c:v>7.0175461612450531</c:v>
                </c:pt>
                <c:pt idx="11838">
                  <c:v>7.0187484034752989</c:v>
                </c:pt>
                <c:pt idx="11839">
                  <c:v>7.0194691653920751</c:v>
                </c:pt>
                <c:pt idx="11840">
                  <c:v>7.0187724498967183</c:v>
                </c:pt>
                <c:pt idx="11841">
                  <c:v>7.0185088853498163</c:v>
                </c:pt>
                <c:pt idx="11842">
                  <c:v>7.0185632066100068</c:v>
                </c:pt>
                <c:pt idx="11843">
                  <c:v>7.0193031268231918</c:v>
                </c:pt>
                <c:pt idx="11844">
                  <c:v>7.0181597786152414</c:v>
                </c:pt>
                <c:pt idx="11845">
                  <c:v>7.015981251675365</c:v>
                </c:pt>
                <c:pt idx="11846">
                  <c:v>7.0145270344849333</c:v>
                </c:pt>
                <c:pt idx="11847">
                  <c:v>7.0162918052949435</c:v>
                </c:pt>
                <c:pt idx="11848">
                  <c:v>7.0180989924155224</c:v>
                </c:pt>
                <c:pt idx="11849">
                  <c:v>7.019554786420473</c:v>
                </c:pt>
                <c:pt idx="11850">
                  <c:v>7.0185472019426358</c:v>
                </c:pt>
                <c:pt idx="11851">
                  <c:v>7.0186269887573127</c:v>
                </c:pt>
                <c:pt idx="11852">
                  <c:v>7.0192903546255856</c:v>
                </c:pt>
                <c:pt idx="11853">
                  <c:v>7.0190316782036932</c:v>
                </c:pt>
                <c:pt idx="11854">
                  <c:v>7.0197153849792651</c:v>
                </c:pt>
                <c:pt idx="11855">
                  <c:v>7.0194266702407795</c:v>
                </c:pt>
                <c:pt idx="11856">
                  <c:v>7.0186904555417149</c:v>
                </c:pt>
                <c:pt idx="11857">
                  <c:v>7.0193822829120611</c:v>
                </c:pt>
                <c:pt idx="11858">
                  <c:v>7.0173787823838278</c:v>
                </c:pt>
                <c:pt idx="11859">
                  <c:v>7.015552594648292</c:v>
                </c:pt>
                <c:pt idx="11860">
                  <c:v>7.0147883914915088</c:v>
                </c:pt>
                <c:pt idx="11861">
                  <c:v>7.0154821110392787</c:v>
                </c:pt>
                <c:pt idx="11862">
                  <c:v>7.0166168656080989</c:v>
                </c:pt>
                <c:pt idx="11863">
                  <c:v>7.0158080386004196</c:v>
                </c:pt>
                <c:pt idx="11864">
                  <c:v>7.0170412652359699</c:v>
                </c:pt>
                <c:pt idx="11865">
                  <c:v>7.0184208990996391</c:v>
                </c:pt>
                <c:pt idx="11866">
                  <c:v>7.0171938220407135</c:v>
                </c:pt>
                <c:pt idx="11867">
                  <c:v>7.0157959759693469</c:v>
                </c:pt>
                <c:pt idx="11868">
                  <c:v>7.0142260205931972</c:v>
                </c:pt>
                <c:pt idx="11869">
                  <c:v>7.0131351014680146</c:v>
                </c:pt>
                <c:pt idx="11870">
                  <c:v>7.0112069726738042</c:v>
                </c:pt>
                <c:pt idx="11871">
                  <c:v>7.0119723584414766</c:v>
                </c:pt>
                <c:pt idx="11872">
                  <c:v>7.0133108374461912</c:v>
                </c:pt>
                <c:pt idx="11873">
                  <c:v>7.0139008025985907</c:v>
                </c:pt>
                <c:pt idx="11874">
                  <c:v>7.014418786168183</c:v>
                </c:pt>
                <c:pt idx="11875">
                  <c:v>7.0148911209574418</c:v>
                </c:pt>
                <c:pt idx="11876">
                  <c:v>7.0147719137797822</c:v>
                </c:pt>
                <c:pt idx="11877">
                  <c:v>7.0135762941705169</c:v>
                </c:pt>
                <c:pt idx="11878">
                  <c:v>7.0122956054179344</c:v>
                </c:pt>
                <c:pt idx="11879">
                  <c:v>7.0121283053974359</c:v>
                </c:pt>
                <c:pt idx="11880">
                  <c:v>7.0139972248064462</c:v>
                </c:pt>
                <c:pt idx="11881">
                  <c:v>7.0167624844289564</c:v>
                </c:pt>
                <c:pt idx="11882">
                  <c:v>7.0162218735710118</c:v>
                </c:pt>
                <c:pt idx="11883">
                  <c:v>7.0138955991106764</c:v>
                </c:pt>
                <c:pt idx="11884">
                  <c:v>7.0139730995443008</c:v>
                </c:pt>
                <c:pt idx="11885">
                  <c:v>7.0168220880177863</c:v>
                </c:pt>
                <c:pt idx="11886">
                  <c:v>7.0190804806130656</c:v>
                </c:pt>
                <c:pt idx="11887">
                  <c:v>7.0189860294233588</c:v>
                </c:pt>
                <c:pt idx="11888">
                  <c:v>7.0176034784528296</c:v>
                </c:pt>
                <c:pt idx="11889">
                  <c:v>7.0180738422239388</c:v>
                </c:pt>
                <c:pt idx="11890">
                  <c:v>7.0189620618426654</c:v>
                </c:pt>
                <c:pt idx="11891">
                  <c:v>7.0180361563569278</c:v>
                </c:pt>
                <c:pt idx="11892">
                  <c:v>7.0168549646005136</c:v>
                </c:pt>
                <c:pt idx="11893">
                  <c:v>7.0161842665447267</c:v>
                </c:pt>
                <c:pt idx="11894">
                  <c:v>7.0176054494709783</c:v>
                </c:pt>
                <c:pt idx="11895">
                  <c:v>7.0186187893218124</c:v>
                </c:pt>
                <c:pt idx="11896">
                  <c:v>7.0176961163058387</c:v>
                </c:pt>
                <c:pt idx="11897">
                  <c:v>7.0179260947034798</c:v>
                </c:pt>
                <c:pt idx="11898">
                  <c:v>7.0169053438244058</c:v>
                </c:pt>
                <c:pt idx="11899">
                  <c:v>7.0166972831485834</c:v>
                </c:pt>
                <c:pt idx="11900">
                  <c:v>7.016285340355414</c:v>
                </c:pt>
                <c:pt idx="11901">
                  <c:v>7.0159250382377518</c:v>
                </c:pt>
                <c:pt idx="11902">
                  <c:v>7.0174772544505588</c:v>
                </c:pt>
                <c:pt idx="11903">
                  <c:v>7.0183213232627448</c:v>
                </c:pt>
                <c:pt idx="11904">
                  <c:v>7.0183241615288789</c:v>
                </c:pt>
                <c:pt idx="11905">
                  <c:v>7.0182386981819329</c:v>
                </c:pt>
                <c:pt idx="11906">
                  <c:v>7.018186347939892</c:v>
                </c:pt>
                <c:pt idx="11907">
                  <c:v>7.0191400053611694</c:v>
                </c:pt>
                <c:pt idx="11908">
                  <c:v>7.0194094041217934</c:v>
                </c:pt>
                <c:pt idx="11909">
                  <c:v>7.0188286633343324</c:v>
                </c:pt>
                <c:pt idx="11910">
                  <c:v>7.0178166637758403</c:v>
                </c:pt>
                <c:pt idx="11911">
                  <c:v>7.0146826660779888</c:v>
                </c:pt>
                <c:pt idx="11912">
                  <c:v>7.0126845267191218</c:v>
                </c:pt>
                <c:pt idx="11913">
                  <c:v>7.0126048975858968</c:v>
                </c:pt>
                <c:pt idx="11914">
                  <c:v>7.0129751336350301</c:v>
                </c:pt>
                <c:pt idx="11915">
                  <c:v>7.0148846560179123</c:v>
                </c:pt>
                <c:pt idx="11916">
                  <c:v>7.0157721660701053</c:v>
                </c:pt>
                <c:pt idx="11917">
                  <c:v>7.0162749333795862</c:v>
                </c:pt>
                <c:pt idx="11918">
                  <c:v>7.0182795376779827</c:v>
                </c:pt>
                <c:pt idx="11919">
                  <c:v>7.0187681924975163</c:v>
                </c:pt>
                <c:pt idx="11920">
                  <c:v>7.0192714328513537</c:v>
                </c:pt>
                <c:pt idx="11921">
                  <c:v>7.0193850423374702</c:v>
                </c:pt>
                <c:pt idx="11922">
                  <c:v>7.0162959050126936</c:v>
                </c:pt>
                <c:pt idx="11923">
                  <c:v>7.0159151831470066</c:v>
                </c:pt>
                <c:pt idx="11924">
                  <c:v>7.0156634447089985</c:v>
                </c:pt>
                <c:pt idx="11925">
                  <c:v>7.0145416988599631</c:v>
                </c:pt>
                <c:pt idx="11926">
                  <c:v>7.0150363455746705</c:v>
                </c:pt>
                <c:pt idx="11927">
                  <c:v>7.015723363660733</c:v>
                </c:pt>
                <c:pt idx="11928">
                  <c:v>7.0163957962124917</c:v>
                </c:pt>
                <c:pt idx="11929">
                  <c:v>7.0148733029533732</c:v>
                </c:pt>
                <c:pt idx="11930">
                  <c:v>7.0145424872672226</c:v>
                </c:pt>
                <c:pt idx="11931">
                  <c:v>7.015061653447705</c:v>
                </c:pt>
                <c:pt idx="11932">
                  <c:v>7.014288620129614</c:v>
                </c:pt>
                <c:pt idx="11933">
                  <c:v>7.0142478594742901</c:v>
                </c:pt>
                <c:pt idx="11934">
                  <c:v>7.0122376574843504</c:v>
                </c:pt>
                <c:pt idx="11935">
                  <c:v>7.0117523928160335</c:v>
                </c:pt>
                <c:pt idx="11936">
                  <c:v>7.0130002838266137</c:v>
                </c:pt>
                <c:pt idx="11937">
                  <c:v>7.0143430202305304</c:v>
                </c:pt>
                <c:pt idx="11938">
                  <c:v>7.0153675554644508</c:v>
                </c:pt>
                <c:pt idx="11939">
                  <c:v>7.0152451946577523</c:v>
                </c:pt>
                <c:pt idx="11940">
                  <c:v>7.0145410681341556</c:v>
                </c:pt>
                <c:pt idx="11941">
                  <c:v>7.0129293271732447</c:v>
                </c:pt>
                <c:pt idx="11942">
                  <c:v>7.0133101278796577</c:v>
                </c:pt>
                <c:pt idx="11943">
                  <c:v>7.015866774941264</c:v>
                </c:pt>
                <c:pt idx="11944">
                  <c:v>7.0182340465791011</c:v>
                </c:pt>
                <c:pt idx="11945">
                  <c:v>7.0204452924202529</c:v>
                </c:pt>
                <c:pt idx="11946">
                  <c:v>7.0216357873823299</c:v>
                </c:pt>
                <c:pt idx="11947">
                  <c:v>7.0194339235875685</c:v>
                </c:pt>
                <c:pt idx="11948">
                  <c:v>7.0167296078462291</c:v>
                </c:pt>
                <c:pt idx="11949">
                  <c:v>7.0162603478452832</c:v>
                </c:pt>
                <c:pt idx="11950">
                  <c:v>7.016893438874785</c:v>
                </c:pt>
                <c:pt idx="11951">
                  <c:v>7.0180586259638282</c:v>
                </c:pt>
                <c:pt idx="11952">
                  <c:v>7.0193320613696208</c:v>
                </c:pt>
                <c:pt idx="11953">
                  <c:v>7.0175707595515542</c:v>
                </c:pt>
                <c:pt idx="11954">
                  <c:v>7.0150006307258082</c:v>
                </c:pt>
                <c:pt idx="11955">
                  <c:v>7.015467131301345</c:v>
                </c:pt>
                <c:pt idx="11956">
                  <c:v>7.0162103628250208</c:v>
                </c:pt>
                <c:pt idx="11957">
                  <c:v>7.0143679338999352</c:v>
                </c:pt>
                <c:pt idx="11958">
                  <c:v>7.0136586827291509</c:v>
                </c:pt>
                <c:pt idx="11959">
                  <c:v>7.0141040539901294</c:v>
                </c:pt>
                <c:pt idx="11960">
                  <c:v>7.013993125088696</c:v>
                </c:pt>
                <c:pt idx="11961">
                  <c:v>7.0141486778410256</c:v>
                </c:pt>
                <c:pt idx="11962">
                  <c:v>7.0144532395654302</c:v>
                </c:pt>
                <c:pt idx="11963">
                  <c:v>7.0160052980967853</c:v>
                </c:pt>
                <c:pt idx="11964">
                  <c:v>7.0181686876172753</c:v>
                </c:pt>
                <c:pt idx="11965">
                  <c:v>7.0200669357763443</c:v>
                </c:pt>
                <c:pt idx="11966">
                  <c:v>7.02114902474022</c:v>
                </c:pt>
                <c:pt idx="11967">
                  <c:v>7.0222216528169792</c:v>
                </c:pt>
                <c:pt idx="11968">
                  <c:v>7.0222546870811584</c:v>
                </c:pt>
                <c:pt idx="11969">
                  <c:v>7.0204332297891803</c:v>
                </c:pt>
                <c:pt idx="11970">
                  <c:v>7.0188166007032589</c:v>
                </c:pt>
                <c:pt idx="11971">
                  <c:v>7.0175890505999776</c:v>
                </c:pt>
                <c:pt idx="11972">
                  <c:v>7.0154807707469367</c:v>
                </c:pt>
                <c:pt idx="11973">
                  <c:v>7.0141615288793577</c:v>
                </c:pt>
                <c:pt idx="11974">
                  <c:v>7.0135337990192212</c:v>
                </c:pt>
                <c:pt idx="11975">
                  <c:v>7.0121003169397182</c:v>
                </c:pt>
                <c:pt idx="11976">
                  <c:v>7.0116163925637425</c:v>
                </c:pt>
                <c:pt idx="11977">
                  <c:v>7.0125924407511944</c:v>
                </c:pt>
                <c:pt idx="11978">
                  <c:v>7.0124546271622066</c:v>
                </c:pt>
                <c:pt idx="11979">
                  <c:v>7.0133858149765844</c:v>
                </c:pt>
                <c:pt idx="11980">
                  <c:v>7.0149191882558855</c:v>
                </c:pt>
                <c:pt idx="11981">
                  <c:v>7.0164240211923872</c:v>
                </c:pt>
                <c:pt idx="11982">
                  <c:v>7.015265929768681</c:v>
                </c:pt>
                <c:pt idx="11983">
                  <c:v>7.0150391050000787</c:v>
                </c:pt>
                <c:pt idx="11984">
                  <c:v>7.0171669373531591</c:v>
                </c:pt>
                <c:pt idx="11985">
                  <c:v>7.0177121998139356</c:v>
                </c:pt>
                <c:pt idx="11986">
                  <c:v>7.016406833914127</c:v>
                </c:pt>
                <c:pt idx="11987">
                  <c:v>7.0145441429224684</c:v>
                </c:pt>
                <c:pt idx="11988">
                  <c:v>7.0133493905611886</c:v>
                </c:pt>
                <c:pt idx="11989">
                  <c:v>7.0141858906636809</c:v>
                </c:pt>
                <c:pt idx="11990">
                  <c:v>7.0145893186584463</c:v>
                </c:pt>
                <c:pt idx="11991">
                  <c:v>7.0138907109856667</c:v>
                </c:pt>
                <c:pt idx="11992">
                  <c:v>7.0147318626909918</c:v>
                </c:pt>
                <c:pt idx="11993">
                  <c:v>7.0153038521578708</c:v>
                </c:pt>
                <c:pt idx="11994">
                  <c:v>7.0140654220344061</c:v>
                </c:pt>
                <c:pt idx="11995">
                  <c:v>7.0146690266323972</c:v>
                </c:pt>
                <c:pt idx="11996">
                  <c:v>7.0171684353269521</c:v>
                </c:pt>
                <c:pt idx="11997">
                  <c:v>7.0160557561614025</c:v>
                </c:pt>
                <c:pt idx="11998">
                  <c:v>7.0151460130244878</c:v>
                </c:pt>
                <c:pt idx="11999">
                  <c:v>7.0143997067124992</c:v>
                </c:pt>
                <c:pt idx="12000">
                  <c:v>7.0140707043630455</c:v>
                </c:pt>
                <c:pt idx="12001">
                  <c:v>7.0153080307163469</c:v>
                </c:pt>
                <c:pt idx="12002">
                  <c:v>7.0168138885822859</c:v>
                </c:pt>
                <c:pt idx="12003">
                  <c:v>7.0173566281398321</c:v>
                </c:pt>
                <c:pt idx="12004">
                  <c:v>7.0184812910957284</c:v>
                </c:pt>
                <c:pt idx="12005">
                  <c:v>7.0190893107743735</c:v>
                </c:pt>
                <c:pt idx="12006">
                  <c:v>7.0181230388369418</c:v>
                </c:pt>
                <c:pt idx="12007">
                  <c:v>7.0167944149229724</c:v>
                </c:pt>
                <c:pt idx="12008">
                  <c:v>7.0161349122502719</c:v>
                </c:pt>
                <c:pt idx="12009">
                  <c:v>7.0151937905044228</c:v>
                </c:pt>
                <c:pt idx="12010">
                  <c:v>7.0132119711758305</c:v>
                </c:pt>
                <c:pt idx="12011">
                  <c:v>7.0139285545341306</c:v>
                </c:pt>
                <c:pt idx="12012">
                  <c:v>7.0165298254466331</c:v>
                </c:pt>
                <c:pt idx="12013">
                  <c:v>7.0182456361658181</c:v>
                </c:pt>
                <c:pt idx="12014">
                  <c:v>7.0192600797868145</c:v>
                </c:pt>
                <c:pt idx="12015">
                  <c:v>7.0165684574023555</c:v>
                </c:pt>
                <c:pt idx="12016">
                  <c:v>7.0148063671770293</c:v>
                </c:pt>
                <c:pt idx="12017">
                  <c:v>7.0152067992242069</c:v>
                </c:pt>
                <c:pt idx="12018">
                  <c:v>7.0156393982875791</c:v>
                </c:pt>
                <c:pt idx="12019">
                  <c:v>7.0178104353584887</c:v>
                </c:pt>
                <c:pt idx="12020">
                  <c:v>7.0194141345653511</c:v>
                </c:pt>
                <c:pt idx="12021">
                  <c:v>7.0193408126902028</c:v>
                </c:pt>
                <c:pt idx="12022">
                  <c:v>7.0204894432267935</c:v>
                </c:pt>
                <c:pt idx="12023">
                  <c:v>7.0203804065027828</c:v>
                </c:pt>
                <c:pt idx="12024">
                  <c:v>7.0193574480833822</c:v>
                </c:pt>
                <c:pt idx="12025">
                  <c:v>7.0180147905201915</c:v>
                </c:pt>
                <c:pt idx="12026">
                  <c:v>7.017268326526751</c:v>
                </c:pt>
                <c:pt idx="12027">
                  <c:v>7.0159053280562604</c:v>
                </c:pt>
                <c:pt idx="12028">
                  <c:v>7.0156343524811176</c:v>
                </c:pt>
                <c:pt idx="12029">
                  <c:v>7.0157578958987052</c:v>
                </c:pt>
                <c:pt idx="12030">
                  <c:v>7.0151077752723943</c:v>
                </c:pt>
                <c:pt idx="12031">
                  <c:v>7.0152030937100873</c:v>
                </c:pt>
                <c:pt idx="12032">
                  <c:v>7.0147783787193116</c:v>
                </c:pt>
                <c:pt idx="12033">
                  <c:v>7.0146221952411736</c:v>
                </c:pt>
                <c:pt idx="12034">
                  <c:v>7.0157889591447358</c:v>
                </c:pt>
                <c:pt idx="12035">
                  <c:v>7.0171104085526421</c:v>
                </c:pt>
                <c:pt idx="12036">
                  <c:v>7.0158383922799157</c:v>
                </c:pt>
                <c:pt idx="12037">
                  <c:v>7.0148080228322742</c:v>
                </c:pt>
                <c:pt idx="12038">
                  <c:v>7.0143512985067566</c:v>
                </c:pt>
                <c:pt idx="12039">
                  <c:v>7.0138188082435864</c:v>
                </c:pt>
                <c:pt idx="12040">
                  <c:v>7.0154807707469367</c:v>
                </c:pt>
                <c:pt idx="12041">
                  <c:v>7.0171049685425499</c:v>
                </c:pt>
                <c:pt idx="12042">
                  <c:v>7.0165181570191901</c:v>
                </c:pt>
                <c:pt idx="12043">
                  <c:v>7.0170797395102413</c:v>
                </c:pt>
                <c:pt idx="12044">
                  <c:v>7.016551743168451</c:v>
                </c:pt>
                <c:pt idx="12045">
                  <c:v>7.0143035998675476</c:v>
                </c:pt>
                <c:pt idx="12046">
                  <c:v>7.0142894873775994</c:v>
                </c:pt>
                <c:pt idx="12047">
                  <c:v>7.0152015168955675</c:v>
                </c:pt>
                <c:pt idx="12048">
                  <c:v>7.0163470726438453</c:v>
                </c:pt>
                <c:pt idx="12049">
                  <c:v>7.0156194515839099</c:v>
                </c:pt>
                <c:pt idx="12050">
                  <c:v>7.0140831611977479</c:v>
                </c:pt>
                <c:pt idx="12051">
                  <c:v>7.0134916192308303</c:v>
                </c:pt>
                <c:pt idx="12052">
                  <c:v>7.0131478736656208</c:v>
                </c:pt>
                <c:pt idx="12053">
                  <c:v>7.0140122833851057</c:v>
                </c:pt>
                <c:pt idx="12054">
                  <c:v>7.0154378025512862</c:v>
                </c:pt>
                <c:pt idx="12055">
                  <c:v>7.0159483750926377</c:v>
                </c:pt>
                <c:pt idx="12056">
                  <c:v>7.0160326558286945</c:v>
                </c:pt>
                <c:pt idx="12057">
                  <c:v>7.0152864283574319</c:v>
                </c:pt>
                <c:pt idx="12058">
                  <c:v>7.0136061748056573</c:v>
                </c:pt>
                <c:pt idx="12059">
                  <c:v>7.0132756744824105</c:v>
                </c:pt>
                <c:pt idx="12060">
                  <c:v>7.0132886832021946</c:v>
                </c:pt>
                <c:pt idx="12061">
                  <c:v>7.0121819959318188</c:v>
                </c:pt>
                <c:pt idx="12062">
                  <c:v>7.0113281508696135</c:v>
                </c:pt>
                <c:pt idx="12063">
                  <c:v>7.0120574275847929</c:v>
                </c:pt>
                <c:pt idx="12064">
                  <c:v>7.011864583169082</c:v>
                </c:pt>
                <c:pt idx="12065">
                  <c:v>7.0137553414591842</c:v>
                </c:pt>
                <c:pt idx="12066">
                  <c:v>7.0161497343067536</c:v>
                </c:pt>
                <c:pt idx="12067">
                  <c:v>7.0158806509090335</c:v>
                </c:pt>
                <c:pt idx="12068">
                  <c:v>7.0150201043851208</c:v>
                </c:pt>
                <c:pt idx="12069">
                  <c:v>7.014604140714928</c:v>
                </c:pt>
                <c:pt idx="12070">
                  <c:v>7.0150053611693659</c:v>
                </c:pt>
                <c:pt idx="12071">
                  <c:v>7.0151965499298319</c:v>
                </c:pt>
                <c:pt idx="12072">
                  <c:v>7.0159031993566598</c:v>
                </c:pt>
                <c:pt idx="12073">
                  <c:v>7.0154305492044973</c:v>
                </c:pt>
                <c:pt idx="12074">
                  <c:v>7.0158484838928397</c:v>
                </c:pt>
                <c:pt idx="12075">
                  <c:v>7.0146751762090229</c:v>
                </c:pt>
                <c:pt idx="12076">
                  <c:v>7.0143345054321262</c:v>
                </c:pt>
                <c:pt idx="12077">
                  <c:v>7.016026033207714</c:v>
                </c:pt>
                <c:pt idx="12078">
                  <c:v>7.0174152067992246</c:v>
                </c:pt>
                <c:pt idx="12079">
                  <c:v>7.0178224191488354</c:v>
                </c:pt>
                <c:pt idx="12080">
                  <c:v>7.0167395417777003</c:v>
                </c:pt>
                <c:pt idx="12081">
                  <c:v>7.0143161355429759</c:v>
                </c:pt>
                <c:pt idx="12082">
                  <c:v>7.014489821662278</c:v>
                </c:pt>
                <c:pt idx="12083">
                  <c:v>7.0164140084201891</c:v>
                </c:pt>
                <c:pt idx="12084">
                  <c:v>7.0189383307841497</c:v>
                </c:pt>
                <c:pt idx="12085">
                  <c:v>7.0187693751084064</c:v>
                </c:pt>
                <c:pt idx="12086">
                  <c:v>7.0165143726643437</c:v>
                </c:pt>
                <c:pt idx="12087">
                  <c:v>7.0142575568835834</c:v>
                </c:pt>
                <c:pt idx="12088">
                  <c:v>7.0134061558838834</c:v>
                </c:pt>
                <c:pt idx="12089">
                  <c:v>7.0148529620460742</c:v>
                </c:pt>
                <c:pt idx="12090">
                  <c:v>7.0156650215235183</c:v>
                </c:pt>
                <c:pt idx="12091">
                  <c:v>7.0159893722701403</c:v>
                </c:pt>
                <c:pt idx="12092">
                  <c:v>7.0174387013355615</c:v>
                </c:pt>
                <c:pt idx="12093">
                  <c:v>7.0184105709645372</c:v>
                </c:pt>
                <c:pt idx="12094">
                  <c:v>7.0190878916413064</c:v>
                </c:pt>
                <c:pt idx="12095">
                  <c:v>7.0211587221495133</c:v>
                </c:pt>
                <c:pt idx="12096">
                  <c:v>7.0240107065705857</c:v>
                </c:pt>
                <c:pt idx="12097">
                  <c:v>7.023461344392059</c:v>
                </c:pt>
                <c:pt idx="12098">
                  <c:v>7.0200666204134405</c:v>
                </c:pt>
                <c:pt idx="12099">
                  <c:v>7.0177580062757219</c:v>
                </c:pt>
                <c:pt idx="12100">
                  <c:v>7.0163849161923082</c:v>
                </c:pt>
                <c:pt idx="12101">
                  <c:v>7.0158127690439773</c:v>
                </c:pt>
                <c:pt idx="12102">
                  <c:v>7.0163427364039164</c:v>
                </c:pt>
                <c:pt idx="12103">
                  <c:v>7.0161990097604816</c:v>
                </c:pt>
                <c:pt idx="12104">
                  <c:v>7.016668900487236</c:v>
                </c:pt>
                <c:pt idx="12105">
                  <c:v>7.0146042983963799</c:v>
                </c:pt>
                <c:pt idx="12106">
                  <c:v>7.012678377142497</c:v>
                </c:pt>
                <c:pt idx="12107">
                  <c:v>7.0143763698576134</c:v>
                </c:pt>
                <c:pt idx="12108">
                  <c:v>7.0152178369258422</c:v>
                </c:pt>
                <c:pt idx="12109">
                  <c:v>7.015587363408442</c:v>
                </c:pt>
                <c:pt idx="12110">
                  <c:v>7.0158372096690265</c:v>
                </c:pt>
                <c:pt idx="12111">
                  <c:v>7.0158261719673911</c:v>
                </c:pt>
                <c:pt idx="12112">
                  <c:v>7.0170251028871471</c:v>
                </c:pt>
                <c:pt idx="12113">
                  <c:v>7.0183249499361393</c:v>
                </c:pt>
                <c:pt idx="12114">
                  <c:v>7.016697992715117</c:v>
                </c:pt>
                <c:pt idx="12115">
                  <c:v>7.0158458033081565</c:v>
                </c:pt>
                <c:pt idx="12116">
                  <c:v>7.0164244153960169</c:v>
                </c:pt>
                <c:pt idx="12117">
                  <c:v>7.0164817326037934</c:v>
                </c:pt>
                <c:pt idx="12118">
                  <c:v>7.0166219902552864</c:v>
                </c:pt>
                <c:pt idx="12119">
                  <c:v>7.0170115422822814</c:v>
                </c:pt>
                <c:pt idx="12120">
                  <c:v>7.0160306848105458</c:v>
                </c:pt>
                <c:pt idx="12121">
                  <c:v>7.0163366656680175</c:v>
                </c:pt>
                <c:pt idx="12122">
                  <c:v>7.0155306769264731</c:v>
                </c:pt>
                <c:pt idx="12123">
                  <c:v>7.0160968321796311</c:v>
                </c:pt>
                <c:pt idx="12124">
                  <c:v>7.0162109935508283</c:v>
                </c:pt>
                <c:pt idx="12125">
                  <c:v>7.0159469559595706</c:v>
                </c:pt>
                <c:pt idx="12126">
                  <c:v>7.0174816695312128</c:v>
                </c:pt>
                <c:pt idx="12127">
                  <c:v>7.0172722685630493</c:v>
                </c:pt>
                <c:pt idx="12128">
                  <c:v>7.0163149056276506</c:v>
                </c:pt>
                <c:pt idx="12129">
                  <c:v>7.0152969141739856</c:v>
                </c:pt>
                <c:pt idx="12130">
                  <c:v>7.0149476497579588</c:v>
                </c:pt>
                <c:pt idx="12131">
                  <c:v>7.0173624623535531</c:v>
                </c:pt>
                <c:pt idx="12132">
                  <c:v>7.0179151358425704</c:v>
                </c:pt>
                <c:pt idx="12133">
                  <c:v>7.0168558318484999</c:v>
                </c:pt>
                <c:pt idx="12134">
                  <c:v>7.0155847616644857</c:v>
                </c:pt>
                <c:pt idx="12135">
                  <c:v>7.0139724688184932</c:v>
                </c:pt>
                <c:pt idx="12136">
                  <c:v>7.0124325517589368</c:v>
                </c:pt>
                <c:pt idx="12137">
                  <c:v>7.0138467967013041</c:v>
                </c:pt>
                <c:pt idx="12138">
                  <c:v>7.0144281682145726</c:v>
                </c:pt>
                <c:pt idx="12139">
                  <c:v>7.012629180529494</c:v>
                </c:pt>
                <c:pt idx="12140">
                  <c:v>7.0106878853340477</c:v>
                </c:pt>
                <c:pt idx="12141">
                  <c:v>7.0103562812406377</c:v>
                </c:pt>
                <c:pt idx="12142">
                  <c:v>7.01126665510336</c:v>
                </c:pt>
                <c:pt idx="12143">
                  <c:v>7.0128238382819026</c:v>
                </c:pt>
                <c:pt idx="12144">
                  <c:v>7.0133508885349816</c:v>
                </c:pt>
                <c:pt idx="12145">
                  <c:v>7.0132336523754715</c:v>
                </c:pt>
                <c:pt idx="12146">
                  <c:v>7.0142388716315303</c:v>
                </c:pt>
                <c:pt idx="12147">
                  <c:v>7.0152207540327032</c:v>
                </c:pt>
                <c:pt idx="12148">
                  <c:v>7.0151527933269211</c:v>
                </c:pt>
                <c:pt idx="12149">
                  <c:v>7.016013103328655</c:v>
                </c:pt>
                <c:pt idx="12150">
                  <c:v>7.014829940554093</c:v>
                </c:pt>
                <c:pt idx="12151">
                  <c:v>7.0131249310143646</c:v>
                </c:pt>
                <c:pt idx="12152">
                  <c:v>7.0136530850376069</c:v>
                </c:pt>
                <c:pt idx="12153">
                  <c:v>7.014001797568552</c:v>
                </c:pt>
                <c:pt idx="12154">
                  <c:v>7.0134007158737921</c:v>
                </c:pt>
                <c:pt idx="12155">
                  <c:v>7.0143453066115828</c:v>
                </c:pt>
                <c:pt idx="12156">
                  <c:v>7.0166642488844033</c:v>
                </c:pt>
                <c:pt idx="12157">
                  <c:v>7.0163547990349899</c:v>
                </c:pt>
                <c:pt idx="12158">
                  <c:v>7.0149325123385733</c:v>
                </c:pt>
                <c:pt idx="12159">
                  <c:v>7.0155499929043348</c:v>
                </c:pt>
                <c:pt idx="12160">
                  <c:v>7.0159031205159339</c:v>
                </c:pt>
                <c:pt idx="12161">
                  <c:v>7.0152749964521677</c:v>
                </c:pt>
                <c:pt idx="12162">
                  <c:v>7.0133891262870751</c:v>
                </c:pt>
                <c:pt idx="12163">
                  <c:v>7.0158723726328072</c:v>
                </c:pt>
                <c:pt idx="12164">
                  <c:v>7.018470332234819</c:v>
                </c:pt>
                <c:pt idx="12165">
                  <c:v>7.0181964395528151</c:v>
                </c:pt>
                <c:pt idx="12166">
                  <c:v>7.0189101058042542</c:v>
                </c:pt>
                <c:pt idx="12167">
                  <c:v>7.0190119680222018</c:v>
                </c:pt>
                <c:pt idx="12168">
                  <c:v>7.0169998738548385</c:v>
                </c:pt>
                <c:pt idx="12169">
                  <c:v>7.0153408284583483</c:v>
                </c:pt>
                <c:pt idx="12170">
                  <c:v>7.0164308803355464</c:v>
                </c:pt>
                <c:pt idx="12171">
                  <c:v>7.0195264825998516</c:v>
                </c:pt>
                <c:pt idx="12172">
                  <c:v>7.0193738469543829</c:v>
                </c:pt>
                <c:pt idx="12173">
                  <c:v>7.0166844321102513</c:v>
                </c:pt>
                <c:pt idx="12174">
                  <c:v>7.0151329254639778</c:v>
                </c:pt>
                <c:pt idx="12175">
                  <c:v>7.0143952127911193</c:v>
                </c:pt>
                <c:pt idx="12176">
                  <c:v>7.0139941500181333</c:v>
                </c:pt>
                <c:pt idx="12177">
                  <c:v>7.0150464371875936</c:v>
                </c:pt>
                <c:pt idx="12178">
                  <c:v>7.0161943581576498</c:v>
                </c:pt>
                <c:pt idx="12179">
                  <c:v>7.0170867563348525</c:v>
                </c:pt>
                <c:pt idx="12180">
                  <c:v>7.0173608855390341</c:v>
                </c:pt>
                <c:pt idx="12181">
                  <c:v>7.0178482000662266</c:v>
                </c:pt>
                <c:pt idx="12182">
                  <c:v>7.0176466831706588</c:v>
                </c:pt>
                <c:pt idx="12183">
                  <c:v>7.0166504517573598</c:v>
                </c:pt>
                <c:pt idx="12184">
                  <c:v>7.0164341128053112</c:v>
                </c:pt>
                <c:pt idx="12185">
                  <c:v>7.0178160330500328</c:v>
                </c:pt>
                <c:pt idx="12186">
                  <c:v>7.0199154827417649</c:v>
                </c:pt>
                <c:pt idx="12187">
                  <c:v>7.0208314542960313</c:v>
                </c:pt>
                <c:pt idx="12188">
                  <c:v>7.0194995190715712</c:v>
                </c:pt>
                <c:pt idx="12189">
                  <c:v>7.0185159810151534</c:v>
                </c:pt>
                <c:pt idx="12190">
                  <c:v>7.0165620713035528</c:v>
                </c:pt>
                <c:pt idx="12191">
                  <c:v>7.0146341790315203</c:v>
                </c:pt>
                <c:pt idx="12192">
                  <c:v>7.0145542345353915</c:v>
                </c:pt>
                <c:pt idx="12193">
                  <c:v>7.015539585928507</c:v>
                </c:pt>
                <c:pt idx="12194">
                  <c:v>7.0159670603446918</c:v>
                </c:pt>
                <c:pt idx="12195">
                  <c:v>7.016613869660512</c:v>
                </c:pt>
                <c:pt idx="12196">
                  <c:v>7.0170448130686385</c:v>
                </c:pt>
                <c:pt idx="12197">
                  <c:v>7.0164611551743166</c:v>
                </c:pt>
                <c:pt idx="12198">
                  <c:v>7.0154740692852302</c:v>
                </c:pt>
                <c:pt idx="12199">
                  <c:v>7.013602311610085</c:v>
                </c:pt>
                <c:pt idx="12200">
                  <c:v>7.0122076191677571</c:v>
                </c:pt>
                <c:pt idx="12201">
                  <c:v>7.0129544773648274</c:v>
                </c:pt>
                <c:pt idx="12202">
                  <c:v>7.0164755041864426</c:v>
                </c:pt>
                <c:pt idx="12203">
                  <c:v>7.0185390813478614</c:v>
                </c:pt>
                <c:pt idx="12204">
                  <c:v>7.0182387770226589</c:v>
                </c:pt>
                <c:pt idx="12205">
                  <c:v>7.0163063119885205</c:v>
                </c:pt>
                <c:pt idx="12206">
                  <c:v>7.0158044119270251</c:v>
                </c:pt>
                <c:pt idx="12207">
                  <c:v>7.01657776060802</c:v>
                </c:pt>
                <c:pt idx="12208">
                  <c:v>7.0155618190132296</c:v>
                </c:pt>
                <c:pt idx="12209">
                  <c:v>7.0140233210867402</c:v>
                </c:pt>
                <c:pt idx="12210">
                  <c:v>7.014056828395276</c:v>
                </c:pt>
                <c:pt idx="12211">
                  <c:v>7.0152044340024284</c:v>
                </c:pt>
                <c:pt idx="12212">
                  <c:v>7.0177118056103058</c:v>
                </c:pt>
                <c:pt idx="12213">
                  <c:v>7.0178599473343954</c:v>
                </c:pt>
                <c:pt idx="12214">
                  <c:v>7.0165351866159984</c:v>
                </c:pt>
                <c:pt idx="12215">
                  <c:v>7.015562765101941</c:v>
                </c:pt>
                <c:pt idx="12216">
                  <c:v>7.0148545388605941</c:v>
                </c:pt>
                <c:pt idx="12217">
                  <c:v>7.0151411248994782</c:v>
                </c:pt>
                <c:pt idx="12218">
                  <c:v>7.0158931865844618</c:v>
                </c:pt>
                <c:pt idx="12219">
                  <c:v>7.0186137435153499</c:v>
                </c:pt>
                <c:pt idx="12220">
                  <c:v>7.0210350210504737</c:v>
                </c:pt>
                <c:pt idx="12221">
                  <c:v>7.0188378876992701</c:v>
                </c:pt>
                <c:pt idx="12222">
                  <c:v>7.0170763493590247</c:v>
                </c:pt>
                <c:pt idx="12223">
                  <c:v>7.0182865545025939</c:v>
                </c:pt>
                <c:pt idx="12224">
                  <c:v>7.0200538482158343</c:v>
                </c:pt>
                <c:pt idx="12225">
                  <c:v>7.0201710055346194</c:v>
                </c:pt>
                <c:pt idx="12226">
                  <c:v>7.0190053454012205</c:v>
                </c:pt>
                <c:pt idx="12227">
                  <c:v>7.017821473060124</c:v>
                </c:pt>
                <c:pt idx="12228">
                  <c:v>7.0169540673930522</c:v>
                </c:pt>
                <c:pt idx="12229">
                  <c:v>7.0174111070814744</c:v>
                </c:pt>
                <c:pt idx="12230">
                  <c:v>7.0191423705829488</c:v>
                </c:pt>
                <c:pt idx="12231">
                  <c:v>7.0178877781106612</c:v>
                </c:pt>
                <c:pt idx="12232">
                  <c:v>7.0167317365458297</c:v>
                </c:pt>
                <c:pt idx="12233">
                  <c:v>7.0168749901449097</c:v>
                </c:pt>
                <c:pt idx="12234">
                  <c:v>7.0173067219602956</c:v>
                </c:pt>
                <c:pt idx="12235">
                  <c:v>7.0172275658714263</c:v>
                </c:pt>
                <c:pt idx="12236">
                  <c:v>7.0167484507797351</c:v>
                </c:pt>
                <c:pt idx="12237">
                  <c:v>7.0165232816663776</c:v>
                </c:pt>
                <c:pt idx="12238">
                  <c:v>7.0157856478342451</c:v>
                </c:pt>
                <c:pt idx="12239">
                  <c:v>7.015772639114461</c:v>
                </c:pt>
                <c:pt idx="12240">
                  <c:v>7.0164442044182342</c:v>
                </c:pt>
                <c:pt idx="12241">
                  <c:v>7.0167985934814485</c:v>
                </c:pt>
                <c:pt idx="12242">
                  <c:v>7.016962897554361</c:v>
                </c:pt>
                <c:pt idx="12243">
                  <c:v>7.0167594884813695</c:v>
                </c:pt>
                <c:pt idx="12244">
                  <c:v>7.0162877844179192</c:v>
                </c:pt>
                <c:pt idx="12245">
                  <c:v>7.0158854601933172</c:v>
                </c:pt>
                <c:pt idx="12246">
                  <c:v>7.0149988962298364</c:v>
                </c:pt>
                <c:pt idx="12247">
                  <c:v>7.0131094782320753</c:v>
                </c:pt>
                <c:pt idx="12248">
                  <c:v>7.0117029596808527</c:v>
                </c:pt>
                <c:pt idx="12249">
                  <c:v>7.0116684274428795</c:v>
                </c:pt>
                <c:pt idx="12250">
                  <c:v>7.0120233683911763</c:v>
                </c:pt>
                <c:pt idx="12251">
                  <c:v>7.0103547044261187</c:v>
                </c:pt>
                <c:pt idx="12252">
                  <c:v>7.0095861650294076</c:v>
                </c:pt>
                <c:pt idx="12253">
                  <c:v>7.0093320613696211</c:v>
                </c:pt>
                <c:pt idx="12254">
                  <c:v>7.0106132231665592</c:v>
                </c:pt>
                <c:pt idx="12255">
                  <c:v>7.0115942383197467</c:v>
                </c:pt>
                <c:pt idx="12256">
                  <c:v>7.0114299342468343</c:v>
                </c:pt>
                <c:pt idx="12257">
                  <c:v>7.0113801857487505</c:v>
                </c:pt>
                <c:pt idx="12258">
                  <c:v>7.0121297245305039</c:v>
                </c:pt>
                <c:pt idx="12259">
                  <c:v>7.0143271732446113</c:v>
                </c:pt>
                <c:pt idx="12260">
                  <c:v>7.0167244043583157</c:v>
                </c:pt>
                <c:pt idx="12261">
                  <c:v>7.0167016193885114</c:v>
                </c:pt>
                <c:pt idx="12262">
                  <c:v>7.0164401047004841</c:v>
                </c:pt>
                <c:pt idx="12263">
                  <c:v>7.01629401283527</c:v>
                </c:pt>
                <c:pt idx="12264">
                  <c:v>7.0151366309780983</c:v>
                </c:pt>
                <c:pt idx="12265">
                  <c:v>7.0135576089184628</c:v>
                </c:pt>
                <c:pt idx="12266">
                  <c:v>7.013508018101831</c:v>
                </c:pt>
                <c:pt idx="12267">
                  <c:v>7.0142518015105884</c:v>
                </c:pt>
                <c:pt idx="12268">
                  <c:v>7.0148116495056687</c:v>
                </c:pt>
                <c:pt idx="12269">
                  <c:v>7.0141217931534712</c:v>
                </c:pt>
                <c:pt idx="12270">
                  <c:v>7.0135592645737086</c:v>
                </c:pt>
                <c:pt idx="12271">
                  <c:v>7.0143255175893664</c:v>
                </c:pt>
                <c:pt idx="12272">
                  <c:v>7.0157228117756505</c:v>
                </c:pt>
                <c:pt idx="12273">
                  <c:v>7.017536384995033</c:v>
                </c:pt>
                <c:pt idx="12274">
                  <c:v>7.01814006843375</c:v>
                </c:pt>
                <c:pt idx="12275">
                  <c:v>7.0149982655040288</c:v>
                </c:pt>
                <c:pt idx="12276">
                  <c:v>7.0140728330626469</c:v>
                </c:pt>
                <c:pt idx="12277">
                  <c:v>7.0153532852930507</c:v>
                </c:pt>
                <c:pt idx="12278">
                  <c:v>7.0159495577035269</c:v>
                </c:pt>
                <c:pt idx="12279">
                  <c:v>7.0157876188523947</c:v>
                </c:pt>
                <c:pt idx="12280">
                  <c:v>7.0160526025323637</c:v>
                </c:pt>
                <c:pt idx="12281">
                  <c:v>7.0169883631088474</c:v>
                </c:pt>
                <c:pt idx="12282">
                  <c:v>7.0166763903562028</c:v>
                </c:pt>
                <c:pt idx="12283">
                  <c:v>7.0157666472192872</c:v>
                </c:pt>
                <c:pt idx="12284">
                  <c:v>7.0166615682997211</c:v>
                </c:pt>
                <c:pt idx="12285">
                  <c:v>7.0166111890758289</c:v>
                </c:pt>
                <c:pt idx="12286">
                  <c:v>7.0150022075403271</c:v>
                </c:pt>
                <c:pt idx="12287">
                  <c:v>7.0140740156735362</c:v>
                </c:pt>
                <c:pt idx="12288">
                  <c:v>7.0170102808306662</c:v>
                </c:pt>
                <c:pt idx="12289">
                  <c:v>7.0183895204907047</c:v>
                </c:pt>
                <c:pt idx="12290">
                  <c:v>7.0179855406108578</c:v>
                </c:pt>
                <c:pt idx="12291">
                  <c:v>7.0190362509657991</c:v>
                </c:pt>
                <c:pt idx="12292">
                  <c:v>7.0181924186757909</c:v>
                </c:pt>
                <c:pt idx="12293">
                  <c:v>7.0176839748340401</c:v>
                </c:pt>
                <c:pt idx="12294">
                  <c:v>7.017933032687365</c:v>
                </c:pt>
                <c:pt idx="12295">
                  <c:v>7.0176037938157334</c:v>
                </c:pt>
                <c:pt idx="12296">
                  <c:v>7.0173215440167773</c:v>
                </c:pt>
                <c:pt idx="12297">
                  <c:v>7.0144708998880461</c:v>
                </c:pt>
                <c:pt idx="12298">
                  <c:v>7.0149031047477886</c:v>
                </c:pt>
                <c:pt idx="12299">
                  <c:v>7.0155559059587818</c:v>
                </c:pt>
                <c:pt idx="12300">
                  <c:v>7.0135835475173058</c:v>
                </c:pt>
                <c:pt idx="12301">
                  <c:v>7.0137089042715903</c:v>
                </c:pt>
                <c:pt idx="12302">
                  <c:v>7.0147850801810181</c:v>
                </c:pt>
                <c:pt idx="12303">
                  <c:v>7.0152705813715128</c:v>
                </c:pt>
                <c:pt idx="12304">
                  <c:v>7.0153821409987547</c:v>
                </c:pt>
                <c:pt idx="12305">
                  <c:v>7.0150208139516552</c:v>
                </c:pt>
                <c:pt idx="12306">
                  <c:v>7.0129245967296869</c:v>
                </c:pt>
                <c:pt idx="12307">
                  <c:v>7.0114297765653824</c:v>
                </c:pt>
                <c:pt idx="12308">
                  <c:v>7.0122825178574244</c:v>
                </c:pt>
                <c:pt idx="12309">
                  <c:v>7.0135260726280766</c:v>
                </c:pt>
                <c:pt idx="12310">
                  <c:v>7.015442454154118</c:v>
                </c:pt>
                <c:pt idx="12311">
                  <c:v>7.0181952569419259</c:v>
                </c:pt>
                <c:pt idx="12312">
                  <c:v>7.018338431700279</c:v>
                </c:pt>
                <c:pt idx="12313">
                  <c:v>7.0175461612450531</c:v>
                </c:pt>
                <c:pt idx="12314">
                  <c:v>7.0165571043378163</c:v>
                </c:pt>
                <c:pt idx="12315">
                  <c:v>7.0166235670698054</c:v>
                </c:pt>
                <c:pt idx="12316">
                  <c:v>7.0169199293587097</c:v>
                </c:pt>
                <c:pt idx="12317">
                  <c:v>7.0170190321512482</c:v>
                </c:pt>
                <c:pt idx="12318">
                  <c:v>7.0181672684842082</c:v>
                </c:pt>
                <c:pt idx="12319">
                  <c:v>7.0180343430202301</c:v>
                </c:pt>
                <c:pt idx="12320">
                  <c:v>7.0188072186568693</c:v>
                </c:pt>
                <c:pt idx="12321">
                  <c:v>7.0192427348271025</c:v>
                </c:pt>
                <c:pt idx="12322">
                  <c:v>7.0184099402387297</c:v>
                </c:pt>
                <c:pt idx="12323">
                  <c:v>7.0174583326763269</c:v>
                </c:pt>
                <c:pt idx="12324">
                  <c:v>7.0162321228653877</c:v>
                </c:pt>
                <c:pt idx="12325">
                  <c:v>7.0164107759504253</c:v>
                </c:pt>
                <c:pt idx="12326">
                  <c:v>7.0179542408426494</c:v>
                </c:pt>
                <c:pt idx="12327">
                  <c:v>7.0172344250145855</c:v>
                </c:pt>
                <c:pt idx="12328">
                  <c:v>7.0187885334048152</c:v>
                </c:pt>
                <c:pt idx="12329">
                  <c:v>7.0201601255144359</c:v>
                </c:pt>
                <c:pt idx="12330">
                  <c:v>7.0193255964300922</c:v>
                </c:pt>
                <c:pt idx="12331">
                  <c:v>7.016933963007931</c:v>
                </c:pt>
                <c:pt idx="12332">
                  <c:v>7.0131517368611931</c:v>
                </c:pt>
                <c:pt idx="12333">
                  <c:v>7.0121925605890976</c:v>
                </c:pt>
                <c:pt idx="12334">
                  <c:v>7.0141972437282201</c:v>
                </c:pt>
                <c:pt idx="12335">
                  <c:v>7.0164611551743166</c:v>
                </c:pt>
                <c:pt idx="12336">
                  <c:v>7.0175336255696239</c:v>
                </c:pt>
                <c:pt idx="12337">
                  <c:v>7.0178058625963828</c:v>
                </c:pt>
                <c:pt idx="12338">
                  <c:v>7.0181552846938615</c:v>
                </c:pt>
                <c:pt idx="12339">
                  <c:v>7.0196080039105002</c:v>
                </c:pt>
                <c:pt idx="12340">
                  <c:v>7.0212638956779516</c:v>
                </c:pt>
                <c:pt idx="12341">
                  <c:v>7.0213472303252971</c:v>
                </c:pt>
                <c:pt idx="12342">
                  <c:v>7.018898910421167</c:v>
                </c:pt>
                <c:pt idx="12343">
                  <c:v>7.0170122518488149</c:v>
                </c:pt>
                <c:pt idx="12344">
                  <c:v>7.0170642078872261</c:v>
                </c:pt>
                <c:pt idx="12345">
                  <c:v>7.0170817893691169</c:v>
                </c:pt>
                <c:pt idx="12346">
                  <c:v>7.018095208060676</c:v>
                </c:pt>
                <c:pt idx="12347">
                  <c:v>7.0187007048360899</c:v>
                </c:pt>
                <c:pt idx="12348">
                  <c:v>7.0162817136820195</c:v>
                </c:pt>
                <c:pt idx="12349">
                  <c:v>7.0166151311121272</c:v>
                </c:pt>
                <c:pt idx="12350">
                  <c:v>7.0180483766694524</c:v>
                </c:pt>
                <c:pt idx="12351">
                  <c:v>7.0203053501316637</c:v>
                </c:pt>
                <c:pt idx="12352">
                  <c:v>7.0201691133571957</c:v>
                </c:pt>
                <c:pt idx="12353">
                  <c:v>7.0186141377189797</c:v>
                </c:pt>
                <c:pt idx="12354">
                  <c:v>7.0178120121730077</c:v>
                </c:pt>
                <c:pt idx="12355">
                  <c:v>7.0177371923240672</c:v>
                </c:pt>
                <c:pt idx="12356">
                  <c:v>7.0163041832889199</c:v>
                </c:pt>
                <c:pt idx="12357">
                  <c:v>7.0147711253725227</c:v>
                </c:pt>
                <c:pt idx="12358">
                  <c:v>7.0147943045459566</c:v>
                </c:pt>
                <c:pt idx="12359">
                  <c:v>7.0153394881660072</c:v>
                </c:pt>
                <c:pt idx="12360">
                  <c:v>7.0157390529651993</c:v>
                </c:pt>
                <c:pt idx="12361">
                  <c:v>7.0163959538939435</c:v>
                </c:pt>
                <c:pt idx="12362">
                  <c:v>7.018655607940838</c:v>
                </c:pt>
                <c:pt idx="12363">
                  <c:v>7.0180741575868435</c:v>
                </c:pt>
                <c:pt idx="12364">
                  <c:v>7.0156438922089599</c:v>
                </c:pt>
                <c:pt idx="12365">
                  <c:v>7.0150742679638594</c:v>
                </c:pt>
                <c:pt idx="12366">
                  <c:v>7.0152622242545606</c:v>
                </c:pt>
                <c:pt idx="12367">
                  <c:v>7.0147974581749946</c:v>
                </c:pt>
                <c:pt idx="12368">
                  <c:v>7.0145308976805056</c:v>
                </c:pt>
                <c:pt idx="12369">
                  <c:v>7.0146892886989702</c:v>
                </c:pt>
                <c:pt idx="12370">
                  <c:v>7.0153117362304673</c:v>
                </c:pt>
                <c:pt idx="12371">
                  <c:v>7.0155582711805611</c:v>
                </c:pt>
                <c:pt idx="12372">
                  <c:v>7.0154266860089249</c:v>
                </c:pt>
                <c:pt idx="12373">
                  <c:v>7.01588853498163</c:v>
                </c:pt>
                <c:pt idx="12374">
                  <c:v>7.0145859285072296</c:v>
                </c:pt>
                <c:pt idx="12375">
                  <c:v>7.0141187183651583</c:v>
                </c:pt>
                <c:pt idx="12376">
                  <c:v>7.0153891578233649</c:v>
                </c:pt>
                <c:pt idx="12377">
                  <c:v>7.0152634857061766</c:v>
                </c:pt>
                <c:pt idx="12378">
                  <c:v>7.0166972831485834</c:v>
                </c:pt>
                <c:pt idx="12379">
                  <c:v>7.0160377016351569</c:v>
                </c:pt>
                <c:pt idx="12380">
                  <c:v>7.0153487125309448</c:v>
                </c:pt>
                <c:pt idx="12381">
                  <c:v>7.0172198394802816</c:v>
                </c:pt>
                <c:pt idx="12382">
                  <c:v>7.0182630599662561</c:v>
                </c:pt>
                <c:pt idx="12383">
                  <c:v>7.0191208470647597</c:v>
                </c:pt>
                <c:pt idx="12384">
                  <c:v>7.0193604440309683</c:v>
                </c:pt>
                <c:pt idx="12385">
                  <c:v>7.0197036377110962</c:v>
                </c:pt>
                <c:pt idx="12386">
                  <c:v>7.0195160756240247</c:v>
                </c:pt>
                <c:pt idx="12387">
                  <c:v>7.0202847727021869</c:v>
                </c:pt>
                <c:pt idx="12388">
                  <c:v>7.0209378104353588</c:v>
                </c:pt>
                <c:pt idx="12389">
                  <c:v>7.0191722512180892</c:v>
                </c:pt>
                <c:pt idx="12390">
                  <c:v>7.0156939560699474</c:v>
                </c:pt>
                <c:pt idx="12391">
                  <c:v>7.0153100017344956</c:v>
                </c:pt>
                <c:pt idx="12392">
                  <c:v>7.0168024566770208</c:v>
                </c:pt>
                <c:pt idx="12393">
                  <c:v>7.0168190920701994</c:v>
                </c:pt>
                <c:pt idx="12394">
                  <c:v>7.0162106781879245</c:v>
                </c:pt>
                <c:pt idx="12395">
                  <c:v>7.0149906967943361</c:v>
                </c:pt>
                <c:pt idx="12396">
                  <c:v>7.0146131285576878</c:v>
                </c:pt>
                <c:pt idx="12397">
                  <c:v>7.0138430123464577</c:v>
                </c:pt>
                <c:pt idx="12398">
                  <c:v>7.0124219082609311</c:v>
                </c:pt>
                <c:pt idx="12399">
                  <c:v>7.0127164572131377</c:v>
                </c:pt>
                <c:pt idx="12400">
                  <c:v>7.014417367035116</c:v>
                </c:pt>
                <c:pt idx="12401">
                  <c:v>7.0150200255443949</c:v>
                </c:pt>
                <c:pt idx="12402">
                  <c:v>7.0159564168466861</c:v>
                </c:pt>
                <c:pt idx="12403">
                  <c:v>7.0142750595247483</c:v>
                </c:pt>
                <c:pt idx="12404">
                  <c:v>7.0134725397751465</c:v>
                </c:pt>
                <c:pt idx="12405">
                  <c:v>7.0146253488702124</c:v>
                </c:pt>
                <c:pt idx="12406">
                  <c:v>7.0162713855469185</c:v>
                </c:pt>
                <c:pt idx="12407">
                  <c:v>7.0178767404090259</c:v>
                </c:pt>
                <c:pt idx="12408">
                  <c:v>7.0175046121824689</c:v>
                </c:pt>
                <c:pt idx="12409">
                  <c:v>7.0160446396190412</c:v>
                </c:pt>
                <c:pt idx="12410">
                  <c:v>7.0139828757943201</c:v>
                </c:pt>
                <c:pt idx="12411">
                  <c:v>7.0137301912676016</c:v>
                </c:pt>
                <c:pt idx="12412">
                  <c:v>7.0135788170737472</c:v>
                </c:pt>
                <c:pt idx="12413">
                  <c:v>7.0131456661252933</c:v>
                </c:pt>
                <c:pt idx="12414">
                  <c:v>7.0147312319651842</c:v>
                </c:pt>
                <c:pt idx="12415">
                  <c:v>7.0162551443573689</c:v>
                </c:pt>
                <c:pt idx="12416">
                  <c:v>7.0150789195666912</c:v>
                </c:pt>
                <c:pt idx="12417">
                  <c:v>7.0151490089720747</c:v>
                </c:pt>
                <c:pt idx="12418">
                  <c:v>7.0157424431164159</c:v>
                </c:pt>
                <c:pt idx="12419">
                  <c:v>7.0158732398807926</c:v>
                </c:pt>
                <c:pt idx="12420">
                  <c:v>7.0165920307794192</c:v>
                </c:pt>
                <c:pt idx="12421">
                  <c:v>7.0170504107601825</c:v>
                </c:pt>
                <c:pt idx="12422">
                  <c:v>7.0165752377047887</c:v>
                </c:pt>
                <c:pt idx="12423">
                  <c:v>7.0172390766174173</c:v>
                </c:pt>
                <c:pt idx="12424">
                  <c:v>7.018082120500166</c:v>
                </c:pt>
                <c:pt idx="12425">
                  <c:v>7.0192209747867356</c:v>
                </c:pt>
                <c:pt idx="12426">
                  <c:v>7.0198397956448382</c:v>
                </c:pt>
                <c:pt idx="12427">
                  <c:v>7.0196378845456406</c:v>
                </c:pt>
                <c:pt idx="12428">
                  <c:v>7.019143474353112</c:v>
                </c:pt>
                <c:pt idx="12429">
                  <c:v>7.0191411091313327</c:v>
                </c:pt>
                <c:pt idx="12430">
                  <c:v>7.0172490105488894</c:v>
                </c:pt>
                <c:pt idx="12431">
                  <c:v>7.0148639997477096</c:v>
                </c:pt>
                <c:pt idx="12432">
                  <c:v>7.0161988520790297</c:v>
                </c:pt>
                <c:pt idx="12433">
                  <c:v>7.0190617953610115</c:v>
                </c:pt>
                <c:pt idx="12434">
                  <c:v>7.0204247938315012</c:v>
                </c:pt>
                <c:pt idx="12435">
                  <c:v>7.0188413566912127</c:v>
                </c:pt>
                <c:pt idx="12436">
                  <c:v>7.0162914899320397</c:v>
                </c:pt>
                <c:pt idx="12437">
                  <c:v>7.0163946136016024</c:v>
                </c:pt>
                <c:pt idx="12438">
                  <c:v>7.0181472429398131</c:v>
                </c:pt>
                <c:pt idx="12439">
                  <c:v>7.0178280956811054</c:v>
                </c:pt>
                <c:pt idx="12440">
                  <c:v>7.0143706144846183</c:v>
                </c:pt>
                <c:pt idx="12441">
                  <c:v>7.012575568835838</c:v>
                </c:pt>
                <c:pt idx="12442">
                  <c:v>7.0123826455794003</c:v>
                </c:pt>
                <c:pt idx="12443">
                  <c:v>7.0119773254072122</c:v>
                </c:pt>
                <c:pt idx="12444">
                  <c:v>7.0114922972610731</c:v>
                </c:pt>
                <c:pt idx="12445">
                  <c:v>7.0129078824957825</c:v>
                </c:pt>
                <c:pt idx="12446">
                  <c:v>7.014478153234835</c:v>
                </c:pt>
                <c:pt idx="12447">
                  <c:v>7.015035793689588</c:v>
                </c:pt>
                <c:pt idx="12448">
                  <c:v>7.0161050316151314</c:v>
                </c:pt>
                <c:pt idx="12449">
                  <c:v>7.0174062189564639</c:v>
                </c:pt>
                <c:pt idx="12450">
                  <c:v>7.0189047446348889</c:v>
                </c:pt>
                <c:pt idx="12451">
                  <c:v>7.0194487456440502</c:v>
                </c:pt>
                <c:pt idx="12452">
                  <c:v>7.0194679039404591</c:v>
                </c:pt>
                <c:pt idx="12453">
                  <c:v>7.0187998076286284</c:v>
                </c:pt>
                <c:pt idx="12454">
                  <c:v>7.0186515870638138</c:v>
                </c:pt>
                <c:pt idx="12455">
                  <c:v>7.0184180608335041</c:v>
                </c:pt>
                <c:pt idx="12456">
                  <c:v>7.0189325754111547</c:v>
                </c:pt>
                <c:pt idx="12457">
                  <c:v>7.0180652485848087</c:v>
                </c:pt>
                <c:pt idx="12458">
                  <c:v>7.0169202447216135</c:v>
                </c:pt>
                <c:pt idx="12459">
                  <c:v>7.0171354799034988</c:v>
                </c:pt>
                <c:pt idx="12460">
                  <c:v>7.0173780728172943</c:v>
                </c:pt>
                <c:pt idx="12461">
                  <c:v>7.0167147069490214</c:v>
                </c:pt>
                <c:pt idx="12462">
                  <c:v>7.0157127201627274</c:v>
                </c:pt>
                <c:pt idx="12463">
                  <c:v>7.0154647660795657</c:v>
                </c:pt>
                <c:pt idx="12464">
                  <c:v>7.0140075529415471</c:v>
                </c:pt>
                <c:pt idx="12465">
                  <c:v>7.0131548904902319</c:v>
                </c:pt>
                <c:pt idx="12466">
                  <c:v>7.0141967706838644</c:v>
                </c:pt>
                <c:pt idx="12467">
                  <c:v>7.0154427695170218</c:v>
                </c:pt>
                <c:pt idx="12468">
                  <c:v>7.0154434002428294</c:v>
                </c:pt>
                <c:pt idx="12469">
                  <c:v>7.0133381951781013</c:v>
                </c:pt>
                <c:pt idx="12470">
                  <c:v>7.0129197874454032</c:v>
                </c:pt>
                <c:pt idx="12471">
                  <c:v>7.0154951985997887</c:v>
                </c:pt>
                <c:pt idx="12472">
                  <c:v>7.0177639193301689</c:v>
                </c:pt>
                <c:pt idx="12473">
                  <c:v>7.0172919787445407</c:v>
                </c:pt>
                <c:pt idx="12474">
                  <c:v>7.0151140825304719</c:v>
                </c:pt>
                <c:pt idx="12475">
                  <c:v>7.0139129440703893</c:v>
                </c:pt>
                <c:pt idx="12476">
                  <c:v>7.014350825462401</c:v>
                </c:pt>
                <c:pt idx="12477">
                  <c:v>7.0150203409072986</c:v>
                </c:pt>
                <c:pt idx="12478">
                  <c:v>7.0150467525504974</c:v>
                </c:pt>
                <c:pt idx="12479">
                  <c:v>7.0126309150254658</c:v>
                </c:pt>
                <c:pt idx="12480">
                  <c:v>7.0105753007773695</c:v>
                </c:pt>
                <c:pt idx="12481">
                  <c:v>7.0098770873082197</c:v>
                </c:pt>
                <c:pt idx="12482">
                  <c:v>7.0098503603021181</c:v>
                </c:pt>
                <c:pt idx="12483">
                  <c:v>7.0103606963212917</c:v>
                </c:pt>
                <c:pt idx="12484">
                  <c:v>7.0111127580062753</c:v>
                </c:pt>
                <c:pt idx="12485">
                  <c:v>7.0130423059335527</c:v>
                </c:pt>
                <c:pt idx="12486">
                  <c:v>7.0133010611961719</c:v>
                </c:pt>
                <c:pt idx="12487">
                  <c:v>7.0147223229631495</c:v>
                </c:pt>
                <c:pt idx="12488">
                  <c:v>7.0151314274901839</c:v>
                </c:pt>
                <c:pt idx="12489">
                  <c:v>7.0160283195887665</c:v>
                </c:pt>
                <c:pt idx="12490">
                  <c:v>7.0188657184755359</c:v>
                </c:pt>
                <c:pt idx="12491">
                  <c:v>7.0190782730727381</c:v>
                </c:pt>
                <c:pt idx="12492">
                  <c:v>7.0182714959239343</c:v>
                </c:pt>
                <c:pt idx="12493">
                  <c:v>7.0187266434349329</c:v>
                </c:pt>
                <c:pt idx="12494">
                  <c:v>7.0177174033018499</c:v>
                </c:pt>
                <c:pt idx="12495">
                  <c:v>7.0173794131096363</c:v>
                </c:pt>
                <c:pt idx="12496">
                  <c:v>7.0184686765795741</c:v>
                </c:pt>
                <c:pt idx="12497">
                  <c:v>7.0191590059761273</c:v>
                </c:pt>
                <c:pt idx="12498">
                  <c:v>7.0187142654409564</c:v>
                </c:pt>
                <c:pt idx="12499">
                  <c:v>7.0193271732446112</c:v>
                </c:pt>
                <c:pt idx="12500">
                  <c:v>7.018351598101515</c:v>
                </c:pt>
                <c:pt idx="12501">
                  <c:v>7.0174515523738945</c:v>
                </c:pt>
                <c:pt idx="12502">
                  <c:v>7.0197474731547329</c:v>
                </c:pt>
                <c:pt idx="12503">
                  <c:v>7.0215597060817734</c:v>
                </c:pt>
                <c:pt idx="12504">
                  <c:v>7.0223805168797995</c:v>
                </c:pt>
                <c:pt idx="12505">
                  <c:v>7.022187278260458</c:v>
                </c:pt>
                <c:pt idx="12506">
                  <c:v>7.0206226840536745</c:v>
                </c:pt>
                <c:pt idx="12507">
                  <c:v>7.0185726674971223</c:v>
                </c:pt>
                <c:pt idx="12508">
                  <c:v>7.0175848720415015</c:v>
                </c:pt>
                <c:pt idx="12509">
                  <c:v>7.0155665494567874</c:v>
                </c:pt>
                <c:pt idx="12510">
                  <c:v>7.0151306390829244</c:v>
                </c:pt>
                <c:pt idx="12511">
                  <c:v>7.0157950298806355</c:v>
                </c:pt>
                <c:pt idx="12512">
                  <c:v>7.0165562370898309</c:v>
                </c:pt>
                <c:pt idx="12513">
                  <c:v>7.0176500733218754</c:v>
                </c:pt>
                <c:pt idx="12514">
                  <c:v>7.0170487551049368</c:v>
                </c:pt>
                <c:pt idx="12515">
                  <c:v>7.0157551364732971</c:v>
                </c:pt>
                <c:pt idx="12516">
                  <c:v>7.0155143568961984</c:v>
                </c:pt>
                <c:pt idx="12517">
                  <c:v>7.0156962424510008</c:v>
                </c:pt>
                <c:pt idx="12518">
                  <c:v>7.0175111559627243</c:v>
                </c:pt>
                <c:pt idx="12519">
                  <c:v>7.0196459262996891</c:v>
                </c:pt>
                <c:pt idx="12520">
                  <c:v>7.0192241284157744</c:v>
                </c:pt>
                <c:pt idx="12521">
                  <c:v>7.0174558097730966</c:v>
                </c:pt>
                <c:pt idx="12522">
                  <c:v>7.0168241378766618</c:v>
                </c:pt>
                <c:pt idx="12523">
                  <c:v>7.0173239092385566</c:v>
                </c:pt>
                <c:pt idx="12524">
                  <c:v>7.0172317444299024</c:v>
                </c:pt>
                <c:pt idx="12525">
                  <c:v>7.0171000804175403</c:v>
                </c:pt>
                <c:pt idx="12526">
                  <c:v>7.0173353411438208</c:v>
                </c:pt>
                <c:pt idx="12527">
                  <c:v>7.0166844321102513</c:v>
                </c:pt>
                <c:pt idx="12528">
                  <c:v>7.0163682807991297</c:v>
                </c:pt>
                <c:pt idx="12529">
                  <c:v>7.0153334962708334</c:v>
                </c:pt>
                <c:pt idx="12530">
                  <c:v>7.0150687491130421</c:v>
                </c:pt>
                <c:pt idx="12531">
                  <c:v>7.014198662861288</c:v>
                </c:pt>
                <c:pt idx="12532">
                  <c:v>7.0119772465664862</c:v>
                </c:pt>
                <c:pt idx="12533">
                  <c:v>7.009772307983412</c:v>
                </c:pt>
                <c:pt idx="12534">
                  <c:v>7.0097276841325158</c:v>
                </c:pt>
                <c:pt idx="12535">
                  <c:v>7.0110402245383874</c:v>
                </c:pt>
                <c:pt idx="12536">
                  <c:v>7.0123690849745346</c:v>
                </c:pt>
                <c:pt idx="12537">
                  <c:v>7.0129820716189153</c:v>
                </c:pt>
                <c:pt idx="12538">
                  <c:v>7.0160703416957064</c:v>
                </c:pt>
                <c:pt idx="12539">
                  <c:v>7.016805058420978</c:v>
                </c:pt>
                <c:pt idx="12540">
                  <c:v>7.0165136630978102</c:v>
                </c:pt>
                <c:pt idx="12541">
                  <c:v>7.0159011494977843</c:v>
                </c:pt>
                <c:pt idx="12542">
                  <c:v>7.0149643639918633</c:v>
                </c:pt>
                <c:pt idx="12543">
                  <c:v>7.0134129361863167</c:v>
                </c:pt>
                <c:pt idx="12544">
                  <c:v>7.0143200775792742</c:v>
                </c:pt>
                <c:pt idx="12545">
                  <c:v>7.0165689304467111</c:v>
                </c:pt>
                <c:pt idx="12546">
                  <c:v>7.0178458348444472</c:v>
                </c:pt>
                <c:pt idx="12547">
                  <c:v>7.0181379397341495</c:v>
                </c:pt>
                <c:pt idx="12548">
                  <c:v>7.0194463804222709</c:v>
                </c:pt>
                <c:pt idx="12549">
                  <c:v>7.0181525252684525</c:v>
                </c:pt>
                <c:pt idx="12550">
                  <c:v>7.0156882795376783</c:v>
                </c:pt>
                <c:pt idx="12551">
                  <c:v>7.0164790520191112</c:v>
                </c:pt>
                <c:pt idx="12552">
                  <c:v>7.0147405351708478</c:v>
                </c:pt>
                <c:pt idx="12553">
                  <c:v>7.012385878049165</c:v>
                </c:pt>
                <c:pt idx="12554">
                  <c:v>7.01277543007616</c:v>
                </c:pt>
                <c:pt idx="12555">
                  <c:v>7.0168349390561184</c:v>
                </c:pt>
                <c:pt idx="12556">
                  <c:v>7.0194465381037228</c:v>
                </c:pt>
                <c:pt idx="12557">
                  <c:v>7.0195328686986551</c:v>
                </c:pt>
                <c:pt idx="12558">
                  <c:v>7.0178452041186397</c:v>
                </c:pt>
                <c:pt idx="12559">
                  <c:v>7.0159404121793152</c:v>
                </c:pt>
                <c:pt idx="12560">
                  <c:v>7.0153452435390022</c:v>
                </c:pt>
                <c:pt idx="12561">
                  <c:v>7.016525568047431</c:v>
                </c:pt>
                <c:pt idx="12562">
                  <c:v>7.0177610810640347</c:v>
                </c:pt>
                <c:pt idx="12563">
                  <c:v>7.0176750658320062</c:v>
                </c:pt>
                <c:pt idx="12564">
                  <c:v>7.0179824658225449</c:v>
                </c:pt>
                <c:pt idx="12565">
                  <c:v>7.0181006480707673</c:v>
                </c:pt>
                <c:pt idx="12566">
                  <c:v>7.0161146501836988</c:v>
                </c:pt>
                <c:pt idx="12567">
                  <c:v>7.0145628281745216</c:v>
                </c:pt>
                <c:pt idx="12568">
                  <c:v>7.0142130118734132</c:v>
                </c:pt>
                <c:pt idx="12569">
                  <c:v>7.0132899446538106</c:v>
                </c:pt>
                <c:pt idx="12570">
                  <c:v>7.0126876015074346</c:v>
                </c:pt>
                <c:pt idx="12571">
                  <c:v>7.0142279916113468</c:v>
                </c:pt>
                <c:pt idx="12572">
                  <c:v>7.0154024030653277</c:v>
                </c:pt>
                <c:pt idx="12573">
                  <c:v>7.0149965310080571</c:v>
                </c:pt>
                <c:pt idx="12574">
                  <c:v>7.013508018101831</c:v>
                </c:pt>
                <c:pt idx="12575">
                  <c:v>7.0141875463189267</c:v>
                </c:pt>
                <c:pt idx="12576">
                  <c:v>7.0162383512827384</c:v>
                </c:pt>
                <c:pt idx="12577">
                  <c:v>7.018648433434775</c:v>
                </c:pt>
                <c:pt idx="12578">
                  <c:v>7.0196713918541764</c:v>
                </c:pt>
                <c:pt idx="12579">
                  <c:v>7.0181253252179943</c:v>
                </c:pt>
                <c:pt idx="12580">
                  <c:v>7.0181092417098974</c:v>
                </c:pt>
                <c:pt idx="12581">
                  <c:v>7.0184697015090114</c:v>
                </c:pt>
                <c:pt idx="12582">
                  <c:v>7.0177156688058782</c:v>
                </c:pt>
                <c:pt idx="12583">
                  <c:v>7.0177021082010125</c:v>
                </c:pt>
                <c:pt idx="12584">
                  <c:v>7.0177865466185212</c:v>
                </c:pt>
                <c:pt idx="12585">
                  <c:v>7.0164090414544535</c:v>
                </c:pt>
                <c:pt idx="12586">
                  <c:v>7.014090178022359</c:v>
                </c:pt>
                <c:pt idx="12587">
                  <c:v>7.0143074630631199</c:v>
                </c:pt>
                <c:pt idx="12588">
                  <c:v>7.0150893265425189</c:v>
                </c:pt>
                <c:pt idx="12589">
                  <c:v>7.0151264605244483</c:v>
                </c:pt>
                <c:pt idx="12590">
                  <c:v>7.0139371481732606</c:v>
                </c:pt>
                <c:pt idx="12591">
                  <c:v>7.0121296456897779</c:v>
                </c:pt>
                <c:pt idx="12592">
                  <c:v>7.012477096769107</c:v>
                </c:pt>
                <c:pt idx="12593">
                  <c:v>7.013513852315552</c:v>
                </c:pt>
                <c:pt idx="12594">
                  <c:v>7.0133903088979643</c:v>
                </c:pt>
                <c:pt idx="12595">
                  <c:v>7.0130624891593998</c:v>
                </c:pt>
                <c:pt idx="12596">
                  <c:v>7.0140230057238364</c:v>
                </c:pt>
                <c:pt idx="12597">
                  <c:v>7.015622132168593</c:v>
                </c:pt>
                <c:pt idx="12598">
                  <c:v>7.0151844872987592</c:v>
                </c:pt>
                <c:pt idx="12599">
                  <c:v>7.0145487156845743</c:v>
                </c:pt>
                <c:pt idx="12600">
                  <c:v>7.0145382298680206</c:v>
                </c:pt>
                <c:pt idx="12601">
                  <c:v>7.015297860262697</c:v>
                </c:pt>
                <c:pt idx="12602">
                  <c:v>7.0159356817357574</c:v>
                </c:pt>
                <c:pt idx="12603">
                  <c:v>7.0174521830997021</c:v>
                </c:pt>
                <c:pt idx="12604">
                  <c:v>7.0176733313360353</c:v>
                </c:pt>
                <c:pt idx="12605">
                  <c:v>7.0200193948185872</c:v>
                </c:pt>
                <c:pt idx="12606">
                  <c:v>7.0218973020703572</c:v>
                </c:pt>
                <c:pt idx="12607">
                  <c:v>7.0213987921600785</c:v>
                </c:pt>
                <c:pt idx="12608">
                  <c:v>7.0177241836042823</c:v>
                </c:pt>
                <c:pt idx="12609">
                  <c:v>7.015738028035762</c:v>
                </c:pt>
                <c:pt idx="12610">
                  <c:v>7.0169525694192592</c:v>
                </c:pt>
                <c:pt idx="12611">
                  <c:v>7.0181999085447577</c:v>
                </c:pt>
                <c:pt idx="12612">
                  <c:v>7.0183005881518161</c:v>
                </c:pt>
                <c:pt idx="12613">
                  <c:v>7.0168183036629399</c:v>
                </c:pt>
                <c:pt idx="12614">
                  <c:v>7.0169073148425554</c:v>
                </c:pt>
                <c:pt idx="12615">
                  <c:v>7.0181541020829723</c:v>
                </c:pt>
                <c:pt idx="12616">
                  <c:v>7.0196494741323576</c:v>
                </c:pt>
                <c:pt idx="12617">
                  <c:v>7.0191245525788801</c:v>
                </c:pt>
                <c:pt idx="12618">
                  <c:v>7.0171354799034988</c:v>
                </c:pt>
                <c:pt idx="12619">
                  <c:v>7.0154887336602592</c:v>
                </c:pt>
                <c:pt idx="12620">
                  <c:v>7.0151795203330236</c:v>
                </c:pt>
                <c:pt idx="12621">
                  <c:v>7.0153271101720307</c:v>
                </c:pt>
                <c:pt idx="12622">
                  <c:v>7.0138257462274716</c:v>
                </c:pt>
                <c:pt idx="12623">
                  <c:v>7.0123280877970329</c:v>
                </c:pt>
                <c:pt idx="12624">
                  <c:v>7.0131833519923052</c:v>
                </c:pt>
                <c:pt idx="12625">
                  <c:v>7.0155006386098799</c:v>
                </c:pt>
                <c:pt idx="12626">
                  <c:v>7.0160316308992572</c:v>
                </c:pt>
                <c:pt idx="12627">
                  <c:v>7.0147306012393766</c:v>
                </c:pt>
                <c:pt idx="12628">
                  <c:v>7.01525441902269</c:v>
                </c:pt>
                <c:pt idx="12629">
                  <c:v>7.0167377284410035</c:v>
                </c:pt>
                <c:pt idx="12630">
                  <c:v>7.0168207477254452</c:v>
                </c:pt>
                <c:pt idx="12631">
                  <c:v>7.0163230262224259</c:v>
                </c:pt>
                <c:pt idx="12632">
                  <c:v>7.0164280420694114</c:v>
                </c:pt>
                <c:pt idx="12633">
                  <c:v>7.0160932843469626</c:v>
                </c:pt>
                <c:pt idx="12634">
                  <c:v>7.0171226288651667</c:v>
                </c:pt>
                <c:pt idx="12635">
                  <c:v>7.0190353048770877</c:v>
                </c:pt>
                <c:pt idx="12636">
                  <c:v>7.0187964174774118</c:v>
                </c:pt>
                <c:pt idx="12637">
                  <c:v>7.0173517400148224</c:v>
                </c:pt>
                <c:pt idx="12638">
                  <c:v>7.016860010406976</c:v>
                </c:pt>
                <c:pt idx="12639">
                  <c:v>7.0170344849335375</c:v>
                </c:pt>
                <c:pt idx="12640">
                  <c:v>7.0174321575553069</c:v>
                </c:pt>
                <c:pt idx="12641">
                  <c:v>7.0184102556016335</c:v>
                </c:pt>
                <c:pt idx="12642">
                  <c:v>7.0158313754553054</c:v>
                </c:pt>
                <c:pt idx="12643">
                  <c:v>7.0127487819107834</c:v>
                </c:pt>
                <c:pt idx="12644">
                  <c:v>7.0128571879089865</c:v>
                </c:pt>
                <c:pt idx="12645">
                  <c:v>7.0151845661394852</c:v>
                </c:pt>
                <c:pt idx="12646">
                  <c:v>7.0173880067487664</c:v>
                </c:pt>
                <c:pt idx="12647">
                  <c:v>7.0174856115675111</c:v>
                </c:pt>
                <c:pt idx="12648">
                  <c:v>7.0169496523123982</c:v>
                </c:pt>
                <c:pt idx="12649">
                  <c:v>7.0180446711553319</c:v>
                </c:pt>
                <c:pt idx="12650">
                  <c:v>7.0172837004683135</c:v>
                </c:pt>
                <c:pt idx="12651">
                  <c:v>7.0168671060723131</c:v>
                </c:pt>
                <c:pt idx="12652">
                  <c:v>7.0188549961368043</c:v>
                </c:pt>
                <c:pt idx="12653">
                  <c:v>7.0194712940916757</c:v>
                </c:pt>
                <c:pt idx="12654">
                  <c:v>7.0174570712247117</c:v>
                </c:pt>
                <c:pt idx="12655">
                  <c:v>7.0156810261908893</c:v>
                </c:pt>
                <c:pt idx="12656">
                  <c:v>7.0184345385452307</c:v>
                </c:pt>
                <c:pt idx="12657">
                  <c:v>7.02071169523329</c:v>
                </c:pt>
                <c:pt idx="12658">
                  <c:v>7.0204912565634903</c:v>
                </c:pt>
                <c:pt idx="12659">
                  <c:v>7.018852473233574</c:v>
                </c:pt>
                <c:pt idx="12660">
                  <c:v>7.017875163594506</c:v>
                </c:pt>
                <c:pt idx="12661">
                  <c:v>7.0193267790409815</c:v>
                </c:pt>
                <c:pt idx="12662">
                  <c:v>7.0190270266008605</c:v>
                </c:pt>
                <c:pt idx="12663">
                  <c:v>7.0173870606600541</c:v>
                </c:pt>
                <c:pt idx="12664">
                  <c:v>7.017363960327347</c:v>
                </c:pt>
                <c:pt idx="12665">
                  <c:v>7.0178728772134535</c:v>
                </c:pt>
                <c:pt idx="12666">
                  <c:v>7.0173614374241158</c:v>
                </c:pt>
                <c:pt idx="12667">
                  <c:v>7.0166312146202241</c:v>
                </c:pt>
                <c:pt idx="12668">
                  <c:v>7.0149985020262067</c:v>
                </c:pt>
                <c:pt idx="12669">
                  <c:v>7.0141801352906858</c:v>
                </c:pt>
                <c:pt idx="12670">
                  <c:v>7.0145394124789098</c:v>
                </c:pt>
                <c:pt idx="12671">
                  <c:v>7.0165810719185107</c:v>
                </c:pt>
                <c:pt idx="12672">
                  <c:v>7.0190034532237977</c:v>
                </c:pt>
                <c:pt idx="12673">
                  <c:v>7.0190576956432613</c:v>
                </c:pt>
                <c:pt idx="12674">
                  <c:v>7.0183614531922611</c:v>
                </c:pt>
                <c:pt idx="12675">
                  <c:v>7.0176054494709783</c:v>
                </c:pt>
                <c:pt idx="12676">
                  <c:v>7.0176761696021694</c:v>
                </c:pt>
                <c:pt idx="12677">
                  <c:v>7.0182260836657786</c:v>
                </c:pt>
                <c:pt idx="12678">
                  <c:v>7.0188702912376417</c:v>
                </c:pt>
                <c:pt idx="12679">
                  <c:v>7.0179134013465996</c:v>
                </c:pt>
                <c:pt idx="12680">
                  <c:v>7.0175840047935161</c:v>
                </c:pt>
                <c:pt idx="12681">
                  <c:v>7.0178571090682604</c:v>
                </c:pt>
                <c:pt idx="12682">
                  <c:v>7.018148898595058</c:v>
                </c:pt>
                <c:pt idx="12683">
                  <c:v>7.0180452230404136</c:v>
                </c:pt>
                <c:pt idx="12684">
                  <c:v>7.0166856935618664</c:v>
                </c:pt>
                <c:pt idx="12685">
                  <c:v>7.0157692489632444</c:v>
                </c:pt>
                <c:pt idx="12686">
                  <c:v>7.0147261073179958</c:v>
                </c:pt>
                <c:pt idx="12687">
                  <c:v>7.0152737350005516</c:v>
                </c:pt>
                <c:pt idx="12688">
                  <c:v>7.0162632649521433</c:v>
                </c:pt>
                <c:pt idx="12689">
                  <c:v>7.0156658099307778</c:v>
                </c:pt>
                <c:pt idx="12690">
                  <c:v>7.0162698087323987</c:v>
                </c:pt>
                <c:pt idx="12691">
                  <c:v>7.017116400447815</c:v>
                </c:pt>
                <c:pt idx="12692">
                  <c:v>7.0178031820116997</c:v>
                </c:pt>
                <c:pt idx="12693">
                  <c:v>7.0170539585928511</c:v>
                </c:pt>
                <c:pt idx="12694">
                  <c:v>7.0168738075340196</c:v>
                </c:pt>
                <c:pt idx="12695">
                  <c:v>7.0186403916807265</c:v>
                </c:pt>
                <c:pt idx="12696">
                  <c:v>7.020954997713619</c:v>
                </c:pt>
                <c:pt idx="12697">
                  <c:v>7.0210168088427762</c:v>
                </c:pt>
                <c:pt idx="12698">
                  <c:v>7.0186153203298698</c:v>
                </c:pt>
                <c:pt idx="12699">
                  <c:v>7.0156447594569453</c:v>
                </c:pt>
                <c:pt idx="12700">
                  <c:v>7.0149889622983652</c:v>
                </c:pt>
                <c:pt idx="12701">
                  <c:v>7.0169727526451062</c:v>
                </c:pt>
                <c:pt idx="12702">
                  <c:v>7.0192425771456506</c:v>
                </c:pt>
                <c:pt idx="12703">
                  <c:v>7.0190375912581402</c:v>
                </c:pt>
                <c:pt idx="12704">
                  <c:v>7.0172980494804396</c:v>
                </c:pt>
                <c:pt idx="12705">
                  <c:v>7.0163380059603586</c:v>
                </c:pt>
                <c:pt idx="12706">
                  <c:v>7.0182314448351439</c:v>
                </c:pt>
                <c:pt idx="12707">
                  <c:v>7.0206019489427458</c:v>
                </c:pt>
                <c:pt idx="12708">
                  <c:v>7.0203331020672035</c:v>
                </c:pt>
                <c:pt idx="12709">
                  <c:v>7.0195495829325596</c:v>
                </c:pt>
                <c:pt idx="12710">
                  <c:v>7.0202144467746255</c:v>
                </c:pt>
                <c:pt idx="12711">
                  <c:v>7.0199483593244922</c:v>
                </c:pt>
                <c:pt idx="12712">
                  <c:v>7.0189406171652031</c:v>
                </c:pt>
                <c:pt idx="12713">
                  <c:v>7.0172505873634083</c:v>
                </c:pt>
                <c:pt idx="12714">
                  <c:v>7.0159457733486814</c:v>
                </c:pt>
                <c:pt idx="12715">
                  <c:v>7.0158850659896874</c:v>
                </c:pt>
                <c:pt idx="12716">
                  <c:v>7.0161114177139341</c:v>
                </c:pt>
                <c:pt idx="12717">
                  <c:v>7.0171190021917722</c:v>
                </c:pt>
                <c:pt idx="12718">
                  <c:v>7.0180946561755944</c:v>
                </c:pt>
                <c:pt idx="12719">
                  <c:v>7.0195437487188386</c:v>
                </c:pt>
                <c:pt idx="12720">
                  <c:v>7.0185711695233293</c:v>
                </c:pt>
                <c:pt idx="12721">
                  <c:v>7.0167112379570789</c:v>
                </c:pt>
                <c:pt idx="12722">
                  <c:v>7.016224475314969</c:v>
                </c:pt>
                <c:pt idx="12723">
                  <c:v>7.0170395307399991</c:v>
                </c:pt>
                <c:pt idx="12724">
                  <c:v>7.0183882590390896</c:v>
                </c:pt>
                <c:pt idx="12725">
                  <c:v>7.0183583784039483</c:v>
                </c:pt>
                <c:pt idx="12726">
                  <c:v>7.0143342689099484</c:v>
                </c:pt>
                <c:pt idx="12727">
                  <c:v>7.0126286286444124</c:v>
                </c:pt>
                <c:pt idx="12728">
                  <c:v>7.0123313202667967</c:v>
                </c:pt>
                <c:pt idx="12729">
                  <c:v>7.0123213074945996</c:v>
                </c:pt>
                <c:pt idx="12730">
                  <c:v>7.0127575332313663</c:v>
                </c:pt>
                <c:pt idx="12731">
                  <c:v>7.0144207571863317</c:v>
                </c:pt>
                <c:pt idx="12732">
                  <c:v>7.0161590375124172</c:v>
                </c:pt>
                <c:pt idx="12733">
                  <c:v>7.0164255980069061</c:v>
                </c:pt>
                <c:pt idx="12734">
                  <c:v>7.015619215061732</c:v>
                </c:pt>
                <c:pt idx="12735">
                  <c:v>7.0138644570239199</c:v>
                </c:pt>
                <c:pt idx="12736">
                  <c:v>7.0135953736262007</c:v>
                </c:pt>
                <c:pt idx="12737">
                  <c:v>7.0146113152209901</c:v>
                </c:pt>
                <c:pt idx="12738">
                  <c:v>7.0158525836105898</c:v>
                </c:pt>
                <c:pt idx="12739">
                  <c:v>7.0163665463031579</c:v>
                </c:pt>
                <c:pt idx="12740">
                  <c:v>7.0170860467683189</c:v>
                </c:pt>
                <c:pt idx="12741">
                  <c:v>7.017615935287532</c:v>
                </c:pt>
                <c:pt idx="12742">
                  <c:v>7.016209968621391</c:v>
                </c:pt>
                <c:pt idx="12743">
                  <c:v>7.0159475078446523</c:v>
                </c:pt>
                <c:pt idx="12744">
                  <c:v>7.0167873192576353</c:v>
                </c:pt>
                <c:pt idx="12745">
                  <c:v>7.0158081174411455</c:v>
                </c:pt>
                <c:pt idx="12746">
                  <c:v>7.0159674545483215</c:v>
                </c:pt>
                <c:pt idx="12747">
                  <c:v>7.0183714659644583</c:v>
                </c:pt>
                <c:pt idx="12748">
                  <c:v>7.0203967265330576</c:v>
                </c:pt>
                <c:pt idx="12749">
                  <c:v>7.0198077074693703</c:v>
                </c:pt>
                <c:pt idx="12750">
                  <c:v>7.0188639839795641</c:v>
                </c:pt>
                <c:pt idx="12751">
                  <c:v>7.0196379633863666</c:v>
                </c:pt>
                <c:pt idx="12752">
                  <c:v>7.0193618631640362</c:v>
                </c:pt>
                <c:pt idx="12753">
                  <c:v>7.0184180608335041</c:v>
                </c:pt>
                <c:pt idx="12754">
                  <c:v>7.0179413898043173</c:v>
                </c:pt>
                <c:pt idx="12755">
                  <c:v>7.0182034563774263</c:v>
                </c:pt>
                <c:pt idx="12756">
                  <c:v>7.0189682114192911</c:v>
                </c:pt>
                <c:pt idx="12757">
                  <c:v>7.0170358252258787</c:v>
                </c:pt>
                <c:pt idx="12758">
                  <c:v>7.016121588167584</c:v>
                </c:pt>
                <c:pt idx="12759">
                  <c:v>7.0163075734401366</c:v>
                </c:pt>
                <c:pt idx="12760">
                  <c:v>7.0165712956684905</c:v>
                </c:pt>
                <c:pt idx="12761">
                  <c:v>7.0184059193617054</c:v>
                </c:pt>
                <c:pt idx="12762">
                  <c:v>7.0191415821756884</c:v>
                </c:pt>
                <c:pt idx="12763">
                  <c:v>7.0186153203298698</c:v>
                </c:pt>
                <c:pt idx="12764">
                  <c:v>7.0162958261719677</c:v>
                </c:pt>
                <c:pt idx="12765">
                  <c:v>7.0137878238382818</c:v>
                </c:pt>
                <c:pt idx="12766">
                  <c:v>7.0125616928680676</c:v>
                </c:pt>
                <c:pt idx="12767">
                  <c:v>7.0137994922657247</c:v>
                </c:pt>
                <c:pt idx="12768">
                  <c:v>7.0171240479982337</c:v>
                </c:pt>
                <c:pt idx="12769">
                  <c:v>7.017278654661852</c:v>
                </c:pt>
                <c:pt idx="12770">
                  <c:v>7.0169736987338176</c:v>
                </c:pt>
                <c:pt idx="12771">
                  <c:v>7.0160509468771188</c:v>
                </c:pt>
                <c:pt idx="12772">
                  <c:v>7.0160364401835409</c:v>
                </c:pt>
                <c:pt idx="12773">
                  <c:v>7.0176557498541445</c:v>
                </c:pt>
                <c:pt idx="12774">
                  <c:v>7.0189332849776882</c:v>
                </c:pt>
                <c:pt idx="12775">
                  <c:v>7.0175005913054447</c:v>
                </c:pt>
                <c:pt idx="12776">
                  <c:v>7.0164979737933431</c:v>
                </c:pt>
                <c:pt idx="12777">
                  <c:v>7.0179006291489934</c:v>
                </c:pt>
                <c:pt idx="12778">
                  <c:v>7.019703874233274</c:v>
                </c:pt>
                <c:pt idx="12779">
                  <c:v>7.0202779923997536</c:v>
                </c:pt>
                <c:pt idx="12780">
                  <c:v>7.0195828537189167</c:v>
                </c:pt>
                <c:pt idx="12781">
                  <c:v>7.0184776644223339</c:v>
                </c:pt>
                <c:pt idx="12782">
                  <c:v>7.0177372711647932</c:v>
                </c:pt>
                <c:pt idx="12783">
                  <c:v>7.0176225579085134</c:v>
                </c:pt>
                <c:pt idx="12784">
                  <c:v>7.0188039861871045</c:v>
                </c:pt>
                <c:pt idx="12785">
                  <c:v>7.0203980668253996</c:v>
                </c:pt>
                <c:pt idx="12786">
                  <c:v>7.0209195982276604</c:v>
                </c:pt>
                <c:pt idx="12787">
                  <c:v>7.0214567400936625</c:v>
                </c:pt>
                <c:pt idx="12788">
                  <c:v>7.0215121651240162</c:v>
                </c:pt>
                <c:pt idx="12789">
                  <c:v>7.0195237231744434</c:v>
                </c:pt>
                <c:pt idx="12790">
                  <c:v>7.0166710291868366</c:v>
                </c:pt>
                <c:pt idx="12791">
                  <c:v>7.0156565855658402</c:v>
                </c:pt>
                <c:pt idx="12792">
                  <c:v>7.016716756807897</c:v>
                </c:pt>
                <c:pt idx="12793">
                  <c:v>7.0172123496113148</c:v>
                </c:pt>
                <c:pt idx="12794">
                  <c:v>7.0172265409419889</c:v>
                </c:pt>
                <c:pt idx="12795">
                  <c:v>7.0189440861571457</c:v>
                </c:pt>
                <c:pt idx="12796">
                  <c:v>7.0185358488780967</c:v>
                </c:pt>
                <c:pt idx="12797">
                  <c:v>7.0184670209243283</c:v>
                </c:pt>
                <c:pt idx="12798">
                  <c:v>7.0180962329901133</c:v>
                </c:pt>
                <c:pt idx="12799">
                  <c:v>7.017041186395244</c:v>
                </c:pt>
                <c:pt idx="12800">
                  <c:v>7.0175997729387092</c:v>
                </c:pt>
                <c:pt idx="12801">
                  <c:v>7.0185986849366913</c:v>
                </c:pt>
                <c:pt idx="12802">
                  <c:v>7.0193702991217144</c:v>
                </c:pt>
                <c:pt idx="12803">
                  <c:v>7.0191269966413854</c:v>
                </c:pt>
                <c:pt idx="12804">
                  <c:v>7.0189157823365234</c:v>
                </c:pt>
                <c:pt idx="12805">
                  <c:v>7.016671896434822</c:v>
                </c:pt>
                <c:pt idx="12806">
                  <c:v>7.0135758211261612</c:v>
                </c:pt>
                <c:pt idx="12807">
                  <c:v>7.0143542156136176</c:v>
                </c:pt>
                <c:pt idx="12808">
                  <c:v>7.0165009697409291</c:v>
                </c:pt>
                <c:pt idx="12809">
                  <c:v>7.0181854806919066</c:v>
                </c:pt>
                <c:pt idx="12810">
                  <c:v>7.0190602973872185</c:v>
                </c:pt>
                <c:pt idx="12811">
                  <c:v>7.0170941673630933</c:v>
                </c:pt>
                <c:pt idx="12812">
                  <c:v>7.0166121351645403</c:v>
                </c:pt>
                <c:pt idx="12813">
                  <c:v>7.0174085841782432</c:v>
                </c:pt>
                <c:pt idx="12814">
                  <c:v>7.0181509484539335</c:v>
                </c:pt>
                <c:pt idx="12815">
                  <c:v>7.0186388937069335</c:v>
                </c:pt>
                <c:pt idx="12816">
                  <c:v>7.0185185039183837</c:v>
                </c:pt>
                <c:pt idx="12817">
                  <c:v>7.0179756066793866</c:v>
                </c:pt>
                <c:pt idx="12818">
                  <c:v>7.0192864914300133</c:v>
                </c:pt>
                <c:pt idx="12819">
                  <c:v>7.0189334426591401</c:v>
                </c:pt>
                <c:pt idx="12820">
                  <c:v>7.0177010044308492</c:v>
                </c:pt>
                <c:pt idx="12821">
                  <c:v>7.0166278244690075</c:v>
                </c:pt>
                <c:pt idx="12822">
                  <c:v>7.0166771787634623</c:v>
                </c:pt>
                <c:pt idx="12823">
                  <c:v>7.0166849839953329</c:v>
                </c:pt>
                <c:pt idx="12824">
                  <c:v>7.0147598511487095</c:v>
                </c:pt>
                <c:pt idx="12825">
                  <c:v>7.0129834907519832</c:v>
                </c:pt>
                <c:pt idx="12826">
                  <c:v>7.01459412794273</c:v>
                </c:pt>
                <c:pt idx="12827">
                  <c:v>7.0160012772197611</c:v>
                </c:pt>
                <c:pt idx="12828">
                  <c:v>7.0150448603730746</c:v>
                </c:pt>
                <c:pt idx="12829">
                  <c:v>7.0150874343650953</c:v>
                </c:pt>
                <c:pt idx="12830">
                  <c:v>7.0170710670303853</c:v>
                </c:pt>
                <c:pt idx="12831">
                  <c:v>7.0188474274271115</c:v>
                </c:pt>
                <c:pt idx="12832">
                  <c:v>7.0191014522461721</c:v>
                </c:pt>
                <c:pt idx="12833">
                  <c:v>7.0218446364654126</c:v>
                </c:pt>
                <c:pt idx="12834">
                  <c:v>7.0242651255932769</c:v>
                </c:pt>
                <c:pt idx="12835">
                  <c:v>7.0221801037543949</c:v>
                </c:pt>
                <c:pt idx="12836">
                  <c:v>7.0184285466500578</c:v>
                </c:pt>
                <c:pt idx="12837">
                  <c:v>7.0163607120894369</c:v>
                </c:pt>
                <c:pt idx="12838">
                  <c:v>7.0153664516942875</c:v>
                </c:pt>
                <c:pt idx="12839">
                  <c:v>7.0174491871521152</c:v>
                </c:pt>
                <c:pt idx="12840">
                  <c:v>7.0186613633138331</c:v>
                </c:pt>
                <c:pt idx="12841">
                  <c:v>7.0184931172046232</c:v>
                </c:pt>
                <c:pt idx="12842">
                  <c:v>7.0178938488465601</c:v>
                </c:pt>
                <c:pt idx="12843">
                  <c:v>7.0165087749727997</c:v>
                </c:pt>
                <c:pt idx="12844">
                  <c:v>7.0173716867184917</c:v>
                </c:pt>
                <c:pt idx="12845">
                  <c:v>7.0178803670824204</c:v>
                </c:pt>
                <c:pt idx="12846">
                  <c:v>7.0175452939970668</c:v>
                </c:pt>
                <c:pt idx="12847">
                  <c:v>7.0172897712042133</c:v>
                </c:pt>
                <c:pt idx="12848">
                  <c:v>7.0171600782099999</c:v>
                </c:pt>
                <c:pt idx="12849">
                  <c:v>7.0187672464088049</c:v>
                </c:pt>
                <c:pt idx="12850">
                  <c:v>7.0191174569135431</c:v>
                </c:pt>
                <c:pt idx="12851">
                  <c:v>7.0189631656128286</c:v>
                </c:pt>
                <c:pt idx="12852">
                  <c:v>7.0193576057648341</c:v>
                </c:pt>
                <c:pt idx="12853">
                  <c:v>7.0185568993519292</c:v>
                </c:pt>
                <c:pt idx="12854">
                  <c:v>7.0176931991989786</c:v>
                </c:pt>
                <c:pt idx="12855">
                  <c:v>7.0179017329191566</c:v>
                </c:pt>
                <c:pt idx="12856">
                  <c:v>7.0189615099575837</c:v>
                </c:pt>
                <c:pt idx="12857">
                  <c:v>7.0206637600719031</c:v>
                </c:pt>
                <c:pt idx="12858">
                  <c:v>7.0211922294580491</c:v>
                </c:pt>
                <c:pt idx="12859">
                  <c:v>7.0202953373594665</c:v>
                </c:pt>
                <c:pt idx="12860">
                  <c:v>7.0184361942004765</c:v>
                </c:pt>
                <c:pt idx="12861">
                  <c:v>7.0169322285119602</c:v>
                </c:pt>
                <c:pt idx="12862">
                  <c:v>7.0151795203330236</c:v>
                </c:pt>
                <c:pt idx="12863">
                  <c:v>7.0154667370977153</c:v>
                </c:pt>
                <c:pt idx="12864">
                  <c:v>7.0169914378971603</c:v>
                </c:pt>
                <c:pt idx="12865">
                  <c:v>7.0185229189990386</c:v>
                </c:pt>
                <c:pt idx="12866">
                  <c:v>7.0180115580504268</c:v>
                </c:pt>
                <c:pt idx="12867">
                  <c:v>7.0162400069379842</c:v>
                </c:pt>
                <c:pt idx="12868">
                  <c:v>7.0148829215219415</c:v>
                </c:pt>
                <c:pt idx="12869">
                  <c:v>7.0148654977215026</c:v>
                </c:pt>
                <c:pt idx="12870">
                  <c:v>7.0179076459736045</c:v>
                </c:pt>
                <c:pt idx="12871">
                  <c:v>7.0212346457686179</c:v>
                </c:pt>
                <c:pt idx="12872">
                  <c:v>7.0216513978460711</c:v>
                </c:pt>
                <c:pt idx="12873">
                  <c:v>7.0204674466642487</c:v>
                </c:pt>
                <c:pt idx="12874">
                  <c:v>7.0189567006733</c:v>
                </c:pt>
                <c:pt idx="12875">
                  <c:v>7.0172329270407925</c:v>
                </c:pt>
                <c:pt idx="12876">
                  <c:v>7.0166908970497799</c:v>
                </c:pt>
                <c:pt idx="12877">
                  <c:v>7.0154143080149485</c:v>
                </c:pt>
                <c:pt idx="12878">
                  <c:v>7.0150421009476656</c:v>
                </c:pt>
                <c:pt idx="12879">
                  <c:v>7.0155291001119542</c:v>
                </c:pt>
                <c:pt idx="12880">
                  <c:v>7.0167575963039468</c:v>
                </c:pt>
                <c:pt idx="12881">
                  <c:v>7.0176750658320062</c:v>
                </c:pt>
                <c:pt idx="12882">
                  <c:v>7.016834150648859</c:v>
                </c:pt>
                <c:pt idx="12883">
                  <c:v>7.0158503760702633</c:v>
                </c:pt>
                <c:pt idx="12884">
                  <c:v>7.0151029659881106</c:v>
                </c:pt>
                <c:pt idx="12885">
                  <c:v>7.0141983474983833</c:v>
                </c:pt>
                <c:pt idx="12886">
                  <c:v>7.0144194957347166</c:v>
                </c:pt>
                <c:pt idx="12887">
                  <c:v>7.0165508759204656</c:v>
                </c:pt>
                <c:pt idx="12888">
                  <c:v>7.0165325848720412</c:v>
                </c:pt>
                <c:pt idx="12889">
                  <c:v>7.0142829435973448</c:v>
                </c:pt>
                <c:pt idx="12890">
                  <c:v>7.0133882590390888</c:v>
                </c:pt>
                <c:pt idx="12891">
                  <c:v>7.0145257730333181</c:v>
                </c:pt>
                <c:pt idx="12892">
                  <c:v>7.0164898531985687</c:v>
                </c:pt>
                <c:pt idx="12893">
                  <c:v>7.0183678392910638</c:v>
                </c:pt>
                <c:pt idx="12894">
                  <c:v>7.0185867799870705</c:v>
                </c:pt>
                <c:pt idx="12895">
                  <c:v>7.0187573913180596</c:v>
                </c:pt>
                <c:pt idx="12896">
                  <c:v>7.0173566281398321</c:v>
                </c:pt>
                <c:pt idx="12897">
                  <c:v>7.0163853892366639</c:v>
                </c:pt>
                <c:pt idx="12898">
                  <c:v>7.0162246329964209</c:v>
                </c:pt>
                <c:pt idx="12899">
                  <c:v>7.0165402324224599</c:v>
                </c:pt>
                <c:pt idx="12900">
                  <c:v>7.0176965105094684</c:v>
                </c:pt>
                <c:pt idx="12901">
                  <c:v>7.0201031236695624</c:v>
                </c:pt>
                <c:pt idx="12902">
                  <c:v>7.0228863589775932</c:v>
                </c:pt>
                <c:pt idx="12903">
                  <c:v>7.0215180781784641</c:v>
                </c:pt>
                <c:pt idx="12904">
                  <c:v>7.0190506788186502</c:v>
                </c:pt>
                <c:pt idx="12905">
                  <c:v>7.0174525773033318</c:v>
                </c:pt>
                <c:pt idx="12906">
                  <c:v>7.0173469307305378</c:v>
                </c:pt>
                <c:pt idx="12907">
                  <c:v>7.0177309639067156</c:v>
                </c:pt>
                <c:pt idx="12908">
                  <c:v>7.018142985540611</c:v>
                </c:pt>
                <c:pt idx="12909">
                  <c:v>7.018038679260159</c:v>
                </c:pt>
                <c:pt idx="12910">
                  <c:v>7.0170864409719487</c:v>
                </c:pt>
                <c:pt idx="12911">
                  <c:v>7.0175513647329666</c:v>
                </c:pt>
                <c:pt idx="12912">
                  <c:v>7.0159829073306108</c:v>
                </c:pt>
                <c:pt idx="12913">
                  <c:v>7.01303024330248</c:v>
                </c:pt>
                <c:pt idx="12914">
                  <c:v>7.0111405887825411</c:v>
                </c:pt>
                <c:pt idx="12915">
                  <c:v>7.0128007379491955</c:v>
                </c:pt>
                <c:pt idx="12916">
                  <c:v>7.0148606095964929</c:v>
                </c:pt>
                <c:pt idx="12917">
                  <c:v>7.0159910279253852</c:v>
                </c:pt>
                <c:pt idx="12918">
                  <c:v>7.0152930509784133</c:v>
                </c:pt>
                <c:pt idx="12919">
                  <c:v>7.0144582853718918</c:v>
                </c:pt>
                <c:pt idx="12920">
                  <c:v>7.0146501048581653</c:v>
                </c:pt>
                <c:pt idx="12921">
                  <c:v>7.0148088112395337</c:v>
                </c:pt>
                <c:pt idx="12922">
                  <c:v>7.0150443873287189</c:v>
                </c:pt>
                <c:pt idx="12923">
                  <c:v>7.0156110944669576</c:v>
                </c:pt>
                <c:pt idx="12924">
                  <c:v>7.0163738784906728</c:v>
                </c:pt>
                <c:pt idx="12925">
                  <c:v>7.0155275232974343</c:v>
                </c:pt>
                <c:pt idx="12926">
                  <c:v>7.0140696794336082</c:v>
                </c:pt>
                <c:pt idx="12927">
                  <c:v>7.0144515050694585</c:v>
                </c:pt>
                <c:pt idx="12928">
                  <c:v>7.0161947523612795</c:v>
                </c:pt>
                <c:pt idx="12929">
                  <c:v>7.0159709235402641</c:v>
                </c:pt>
                <c:pt idx="12930">
                  <c:v>7.0156801589429039</c:v>
                </c:pt>
                <c:pt idx="12931">
                  <c:v>7.0170275469496524</c:v>
                </c:pt>
                <c:pt idx="12932">
                  <c:v>7.0173185480691904</c:v>
                </c:pt>
                <c:pt idx="12933">
                  <c:v>7.0176436872230719</c:v>
                </c:pt>
                <c:pt idx="12934">
                  <c:v>7.0186647534650497</c:v>
                </c:pt>
                <c:pt idx="12935">
                  <c:v>7.0177823680600451</c:v>
                </c:pt>
                <c:pt idx="12936">
                  <c:v>7.016918037181286</c:v>
                </c:pt>
                <c:pt idx="12937">
                  <c:v>7.0178451252779137</c:v>
                </c:pt>
                <c:pt idx="12938">
                  <c:v>7.0172315867484505</c:v>
                </c:pt>
                <c:pt idx="12939">
                  <c:v>7.0151563411595896</c:v>
                </c:pt>
                <c:pt idx="12940">
                  <c:v>7.0129456472035194</c:v>
                </c:pt>
                <c:pt idx="12941">
                  <c:v>7.0124239581198067</c:v>
                </c:pt>
                <c:pt idx="12942">
                  <c:v>7.0141572714801557</c:v>
                </c:pt>
                <c:pt idx="12943">
                  <c:v>7.0166518708904269</c:v>
                </c:pt>
                <c:pt idx="12944">
                  <c:v>7.0186727163783722</c:v>
                </c:pt>
                <c:pt idx="12945">
                  <c:v>7.0176977719610845</c:v>
                </c:pt>
                <c:pt idx="12946">
                  <c:v>7.016994670366925</c:v>
                </c:pt>
                <c:pt idx="12947">
                  <c:v>7.0174493448335671</c:v>
                </c:pt>
                <c:pt idx="12948">
                  <c:v>7.0179562907015249</c:v>
                </c:pt>
                <c:pt idx="12949">
                  <c:v>7.0181562307825729</c:v>
                </c:pt>
                <c:pt idx="12950">
                  <c:v>7.0189787760765698</c:v>
                </c:pt>
                <c:pt idx="12951">
                  <c:v>7.018910500007884</c:v>
                </c:pt>
                <c:pt idx="12952">
                  <c:v>7.0174830886642807</c:v>
                </c:pt>
                <c:pt idx="12953">
                  <c:v>7.0184467588577553</c:v>
                </c:pt>
                <c:pt idx="12954">
                  <c:v>7.0168578817073746</c:v>
                </c:pt>
                <c:pt idx="12955">
                  <c:v>7.0155469969567479</c:v>
                </c:pt>
                <c:pt idx="12956">
                  <c:v>7.0155571674103978</c:v>
                </c:pt>
                <c:pt idx="12957">
                  <c:v>7.0159281130260647</c:v>
                </c:pt>
                <c:pt idx="12958">
                  <c:v>7.0176500733218754</c:v>
                </c:pt>
                <c:pt idx="12959">
                  <c:v>7.0199992115927401</c:v>
                </c:pt>
                <c:pt idx="12960">
                  <c:v>7.0204369353033007</c:v>
                </c:pt>
                <c:pt idx="12961">
                  <c:v>7.0204990617953609</c:v>
                </c:pt>
                <c:pt idx="12962">
                  <c:v>7.0192309087182077</c:v>
                </c:pt>
                <c:pt idx="12963">
                  <c:v>7.0181388069821349</c:v>
                </c:pt>
                <c:pt idx="12964">
                  <c:v>7.0178183982718112</c:v>
                </c:pt>
                <c:pt idx="12965">
                  <c:v>7.0175446632712593</c:v>
                </c:pt>
                <c:pt idx="12966">
                  <c:v>7.0183352780712402</c:v>
                </c:pt>
                <c:pt idx="12967">
                  <c:v>7.0189135747961968</c:v>
                </c:pt>
                <c:pt idx="12968">
                  <c:v>7.0185142465191817</c:v>
                </c:pt>
                <c:pt idx="12969">
                  <c:v>7.0188180198363268</c:v>
                </c:pt>
                <c:pt idx="12970">
                  <c:v>7.0194484302811464</c:v>
                </c:pt>
                <c:pt idx="12971">
                  <c:v>7.0186808369731466</c:v>
                </c:pt>
                <c:pt idx="12972">
                  <c:v>7.0184951670634987</c:v>
                </c:pt>
                <c:pt idx="12973">
                  <c:v>7.018942351661174</c:v>
                </c:pt>
                <c:pt idx="12974">
                  <c:v>7.0171577129882214</c:v>
                </c:pt>
                <c:pt idx="12975">
                  <c:v>7.0162493101436478</c:v>
                </c:pt>
                <c:pt idx="12976">
                  <c:v>7.0187065390498118</c:v>
                </c:pt>
                <c:pt idx="12977">
                  <c:v>7.0200052034879139</c:v>
                </c:pt>
                <c:pt idx="12978">
                  <c:v>7.0179441492297263</c:v>
                </c:pt>
                <c:pt idx="12979">
                  <c:v>7.0164726659203076</c:v>
                </c:pt>
                <c:pt idx="12980">
                  <c:v>7.0169539097116003</c:v>
                </c:pt>
                <c:pt idx="12981">
                  <c:v>7.016964395528154</c:v>
                </c:pt>
                <c:pt idx="12982">
                  <c:v>7.0161124426433714</c:v>
                </c:pt>
                <c:pt idx="12983">
                  <c:v>7.0149961368044274</c:v>
                </c:pt>
                <c:pt idx="12984">
                  <c:v>7.0141866002302153</c:v>
                </c:pt>
                <c:pt idx="12985">
                  <c:v>7.013758495088223</c:v>
                </c:pt>
                <c:pt idx="12986">
                  <c:v>7.014004714675413</c:v>
                </c:pt>
                <c:pt idx="12987">
                  <c:v>7.0162579826235039</c:v>
                </c:pt>
                <c:pt idx="12988">
                  <c:v>7.0184859426985602</c:v>
                </c:pt>
                <c:pt idx="12989">
                  <c:v>7.019229016540784</c:v>
                </c:pt>
                <c:pt idx="12990">
                  <c:v>7.0201438843248871</c:v>
                </c:pt>
                <c:pt idx="12991">
                  <c:v>7.0184699380311892</c:v>
                </c:pt>
                <c:pt idx="12992">
                  <c:v>7.018225452939971</c:v>
                </c:pt>
                <c:pt idx="12993">
                  <c:v>7.0196219587189956</c:v>
                </c:pt>
                <c:pt idx="12994">
                  <c:v>7.0197466847474734</c:v>
                </c:pt>
                <c:pt idx="12995">
                  <c:v>7.0192350872766838</c:v>
                </c:pt>
                <c:pt idx="12996">
                  <c:v>7.0193608382345989</c:v>
                </c:pt>
                <c:pt idx="12997">
                  <c:v>7.0188921301187337</c:v>
                </c:pt>
                <c:pt idx="12998">
                  <c:v>7.0173745249846258</c:v>
                </c:pt>
                <c:pt idx="12999">
                  <c:v>7.0163860988031974</c:v>
                </c:pt>
                <c:pt idx="13000">
                  <c:v>7.0160136552137375</c:v>
                </c:pt>
                <c:pt idx="13001">
                  <c:v>7.0167651650136396</c:v>
                </c:pt>
                <c:pt idx="13002">
                  <c:v>7.018109793594979</c:v>
                </c:pt>
                <c:pt idx="13003">
                  <c:v>7.0186204449770573</c:v>
                </c:pt>
                <c:pt idx="13004">
                  <c:v>7.0181267443510622</c:v>
                </c:pt>
                <c:pt idx="13005">
                  <c:v>7.0167333922010755</c:v>
                </c:pt>
                <c:pt idx="13006">
                  <c:v>7.0161583279458837</c:v>
                </c:pt>
                <c:pt idx="13007">
                  <c:v>7.0156605276021384</c:v>
                </c:pt>
                <c:pt idx="13008">
                  <c:v>7.0171207366877431</c:v>
                </c:pt>
                <c:pt idx="13009">
                  <c:v>7.0198027405036347</c:v>
                </c:pt>
                <c:pt idx="13010">
                  <c:v>7.020631987259339</c:v>
                </c:pt>
                <c:pt idx="13011">
                  <c:v>7.0199996057963698</c:v>
                </c:pt>
                <c:pt idx="13012">
                  <c:v>7.0200156104637408</c:v>
                </c:pt>
                <c:pt idx="13013">
                  <c:v>7.0196032734669425</c:v>
                </c:pt>
                <c:pt idx="13014">
                  <c:v>7.0205896497894953</c:v>
                </c:pt>
                <c:pt idx="13015">
                  <c:v>7.0214075434806604</c:v>
                </c:pt>
                <c:pt idx="13016">
                  <c:v>7.0204588530251186</c:v>
                </c:pt>
                <c:pt idx="13017">
                  <c:v>7.0184238162065</c:v>
                </c:pt>
                <c:pt idx="13018">
                  <c:v>7.0163337485611565</c:v>
                </c:pt>
                <c:pt idx="13019">
                  <c:v>7.0180443557924281</c:v>
                </c:pt>
                <c:pt idx="13020">
                  <c:v>7.0218212996105267</c:v>
                </c:pt>
                <c:pt idx="13021">
                  <c:v>7.0234428956621828</c:v>
                </c:pt>
                <c:pt idx="13022">
                  <c:v>7.023506362446585</c:v>
                </c:pt>
                <c:pt idx="13023">
                  <c:v>7.0212583768271335</c:v>
                </c:pt>
                <c:pt idx="13024">
                  <c:v>7.0201546855043437</c:v>
                </c:pt>
                <c:pt idx="13025">
                  <c:v>7.0178992888566514</c:v>
                </c:pt>
                <c:pt idx="13026">
                  <c:v>7.015458379980763</c:v>
                </c:pt>
                <c:pt idx="13027">
                  <c:v>7.0159039089231934</c:v>
                </c:pt>
                <c:pt idx="13028">
                  <c:v>7.0167320519087344</c:v>
                </c:pt>
                <c:pt idx="13029">
                  <c:v>7.0188216465097213</c:v>
                </c:pt>
                <c:pt idx="13030">
                  <c:v>7.0197268168845302</c:v>
                </c:pt>
                <c:pt idx="13031">
                  <c:v>7.0181960453491854</c:v>
                </c:pt>
                <c:pt idx="13032">
                  <c:v>7.0153800122991532</c:v>
                </c:pt>
                <c:pt idx="13033">
                  <c:v>7.0162202967564928</c:v>
                </c:pt>
                <c:pt idx="13034">
                  <c:v>7.0182662924360208</c:v>
                </c:pt>
                <c:pt idx="13035">
                  <c:v>7.0175433229789181</c:v>
                </c:pt>
                <c:pt idx="13036">
                  <c:v>7.0161966445387032</c:v>
                </c:pt>
                <c:pt idx="13037">
                  <c:v>7.0151676942241288</c:v>
                </c:pt>
                <c:pt idx="13038">
                  <c:v>7.0154666582569893</c:v>
                </c:pt>
                <c:pt idx="13039">
                  <c:v>7.0163391885712487</c:v>
                </c:pt>
                <c:pt idx="13040">
                  <c:v>7.0160499219476815</c:v>
                </c:pt>
                <c:pt idx="13041">
                  <c:v>7.0155582711805611</c:v>
                </c:pt>
                <c:pt idx="13042">
                  <c:v>7.0153305003232473</c:v>
                </c:pt>
                <c:pt idx="13043">
                  <c:v>7.0144500859363914</c:v>
                </c:pt>
                <c:pt idx="13044">
                  <c:v>7.0128134313060757</c:v>
                </c:pt>
                <c:pt idx="13045">
                  <c:v>7.0126765638057993</c:v>
                </c:pt>
                <c:pt idx="13046">
                  <c:v>7.0134205837367354</c:v>
                </c:pt>
                <c:pt idx="13047">
                  <c:v>7.0150899572683265</c:v>
                </c:pt>
                <c:pt idx="13048">
                  <c:v>7.0159679275926772</c:v>
                </c:pt>
                <c:pt idx="13049">
                  <c:v>7.0159989119979818</c:v>
                </c:pt>
                <c:pt idx="13050">
                  <c:v>7.0172304041375613</c:v>
                </c:pt>
                <c:pt idx="13051">
                  <c:v>7.0163010296598811</c:v>
                </c:pt>
                <c:pt idx="13052">
                  <c:v>7.0171852284015834</c:v>
                </c:pt>
                <c:pt idx="13053">
                  <c:v>7.0197761711789841</c:v>
                </c:pt>
                <c:pt idx="13054">
                  <c:v>7.0211062142260205</c:v>
                </c:pt>
                <c:pt idx="13055">
                  <c:v>7.0207470947192485</c:v>
                </c:pt>
                <c:pt idx="13056">
                  <c:v>7.0183709929201026</c:v>
                </c:pt>
                <c:pt idx="13057">
                  <c:v>7.0167409609107683</c:v>
                </c:pt>
                <c:pt idx="13058">
                  <c:v>7.0170344060928116</c:v>
                </c:pt>
                <c:pt idx="13059">
                  <c:v>7.016105741181665</c:v>
                </c:pt>
                <c:pt idx="13060">
                  <c:v>7.0144162632649518</c:v>
                </c:pt>
                <c:pt idx="13061">
                  <c:v>7.0153290023494534</c:v>
                </c:pt>
                <c:pt idx="13062">
                  <c:v>7.0182681057727176</c:v>
                </c:pt>
                <c:pt idx="13063">
                  <c:v>7.0179052019110992</c:v>
                </c:pt>
                <c:pt idx="13064">
                  <c:v>7.0172005235024209</c:v>
                </c:pt>
                <c:pt idx="13065">
                  <c:v>7.017521878301455</c:v>
                </c:pt>
                <c:pt idx="13066">
                  <c:v>7.0172565792585821</c:v>
                </c:pt>
                <c:pt idx="13067">
                  <c:v>7.0175680001261451</c:v>
                </c:pt>
                <c:pt idx="13068">
                  <c:v>7.0173134234220029</c:v>
                </c:pt>
                <c:pt idx="13069">
                  <c:v>7.0183821883031898</c:v>
                </c:pt>
                <c:pt idx="13070">
                  <c:v>7.0204928333780101</c:v>
                </c:pt>
                <c:pt idx="13071">
                  <c:v>7.0202973083776152</c:v>
                </c:pt>
                <c:pt idx="13072">
                  <c:v>7.0192093852000186</c:v>
                </c:pt>
                <c:pt idx="13073">
                  <c:v>7.0173383370914078</c:v>
                </c:pt>
                <c:pt idx="13074">
                  <c:v>7.0163816048818175</c:v>
                </c:pt>
                <c:pt idx="13075">
                  <c:v>7.0181982528895128</c:v>
                </c:pt>
                <c:pt idx="13076">
                  <c:v>7.0189385673063276</c:v>
                </c:pt>
                <c:pt idx="13077">
                  <c:v>7.01726990334127</c:v>
                </c:pt>
                <c:pt idx="13078">
                  <c:v>7.0162299941657862</c:v>
                </c:pt>
                <c:pt idx="13079">
                  <c:v>7.0157183966949965</c:v>
                </c:pt>
                <c:pt idx="13080">
                  <c:v>7.0147887068544126</c:v>
                </c:pt>
                <c:pt idx="13081">
                  <c:v>7.01603470568757</c:v>
                </c:pt>
                <c:pt idx="13082">
                  <c:v>7.0167947302858762</c:v>
                </c:pt>
                <c:pt idx="13083">
                  <c:v>7.0166789132594332</c:v>
                </c:pt>
                <c:pt idx="13084">
                  <c:v>7.0167035904066601</c:v>
                </c:pt>
                <c:pt idx="13085">
                  <c:v>7.0161348334095459</c:v>
                </c:pt>
                <c:pt idx="13086">
                  <c:v>7.0155136473296649</c:v>
                </c:pt>
                <c:pt idx="13087">
                  <c:v>7.0152736561598257</c:v>
                </c:pt>
                <c:pt idx="13088">
                  <c:v>7.0164810230372598</c:v>
                </c:pt>
                <c:pt idx="13089">
                  <c:v>7.0175072139264261</c:v>
                </c:pt>
                <c:pt idx="13090">
                  <c:v>7.0183765906116466</c:v>
                </c:pt>
                <c:pt idx="13091">
                  <c:v>7.0166044876141216</c:v>
                </c:pt>
                <c:pt idx="13092">
                  <c:v>7.0140546996956745</c:v>
                </c:pt>
                <c:pt idx="13093">
                  <c:v>7.0142209747867357</c:v>
                </c:pt>
                <c:pt idx="13094">
                  <c:v>7.0148964032860812</c:v>
                </c:pt>
                <c:pt idx="13095">
                  <c:v>7.0151218089216165</c:v>
                </c:pt>
                <c:pt idx="13096">
                  <c:v>7.0176098645516332</c:v>
                </c:pt>
                <c:pt idx="13097">
                  <c:v>7.0199105946167553</c:v>
                </c:pt>
                <c:pt idx="13098">
                  <c:v>7.0187552626184582</c:v>
                </c:pt>
                <c:pt idx="13099">
                  <c:v>7.016059461675523</c:v>
                </c:pt>
                <c:pt idx="13100">
                  <c:v>7.0142628392122237</c:v>
                </c:pt>
                <c:pt idx="13101">
                  <c:v>7.0155745912108358</c:v>
                </c:pt>
                <c:pt idx="13102">
                  <c:v>7.0168602469291539</c:v>
                </c:pt>
                <c:pt idx="13103">
                  <c:v>7.0156847317050097</c:v>
                </c:pt>
                <c:pt idx="13104">
                  <c:v>7.0156355350920068</c:v>
                </c:pt>
                <c:pt idx="13105">
                  <c:v>7.0157429161607716</c:v>
                </c:pt>
                <c:pt idx="13106">
                  <c:v>7.0168956464151124</c:v>
                </c:pt>
                <c:pt idx="13107">
                  <c:v>7.0185442848357749</c:v>
                </c:pt>
                <c:pt idx="13108">
                  <c:v>7.0212544347908352</c:v>
                </c:pt>
                <c:pt idx="13109">
                  <c:v>7.0223025434018194</c:v>
                </c:pt>
                <c:pt idx="13110">
                  <c:v>7.0218885507497752</c:v>
                </c:pt>
                <c:pt idx="13111">
                  <c:v>7.0214055724625108</c:v>
                </c:pt>
                <c:pt idx="13112">
                  <c:v>7.0190664469638433</c:v>
                </c:pt>
                <c:pt idx="13113">
                  <c:v>7.0192974502909227</c:v>
                </c:pt>
                <c:pt idx="13114">
                  <c:v>7.0185666756019494</c:v>
                </c:pt>
                <c:pt idx="13115">
                  <c:v>7.0177048676264215</c:v>
                </c:pt>
                <c:pt idx="13116">
                  <c:v>7.0173716867184917</c:v>
                </c:pt>
                <c:pt idx="13117">
                  <c:v>7.0174860846118667</c:v>
                </c:pt>
                <c:pt idx="13118">
                  <c:v>7.0169474447720717</c:v>
                </c:pt>
                <c:pt idx="13119">
                  <c:v>7.0169389299736675</c:v>
                </c:pt>
                <c:pt idx="13120">
                  <c:v>7.0185245746542835</c:v>
                </c:pt>
                <c:pt idx="13121">
                  <c:v>7.0209929989435347</c:v>
                </c:pt>
                <c:pt idx="13122">
                  <c:v>7.0212049228149294</c:v>
                </c:pt>
                <c:pt idx="13123">
                  <c:v>7.0192342988694243</c:v>
                </c:pt>
                <c:pt idx="13124">
                  <c:v>7.0174187546318922</c:v>
                </c:pt>
                <c:pt idx="13125">
                  <c:v>7.0173951812548294</c:v>
                </c:pt>
                <c:pt idx="13126">
                  <c:v>7.018089531528406</c:v>
                </c:pt>
                <c:pt idx="13127">
                  <c:v>7.0195911319951438</c:v>
                </c:pt>
                <c:pt idx="13128">
                  <c:v>7.0193443605228714</c:v>
                </c:pt>
                <c:pt idx="13129">
                  <c:v>7.0170977151957619</c:v>
                </c:pt>
                <c:pt idx="13130">
                  <c:v>7.0162385089641903</c:v>
                </c:pt>
                <c:pt idx="13131">
                  <c:v>7.0174987779687479</c:v>
                </c:pt>
                <c:pt idx="13132">
                  <c:v>7.0179096958324791</c:v>
                </c:pt>
                <c:pt idx="13133">
                  <c:v>7.0156932465034139</c:v>
                </c:pt>
                <c:pt idx="13134">
                  <c:v>7.0148826849997636</c:v>
                </c:pt>
                <c:pt idx="13135">
                  <c:v>7.0142156136173703</c:v>
                </c:pt>
                <c:pt idx="13136">
                  <c:v>7.0130456172440434</c:v>
                </c:pt>
                <c:pt idx="13137">
                  <c:v>7.0127483877071537</c:v>
                </c:pt>
                <c:pt idx="13138">
                  <c:v>7.0140809536574213</c:v>
                </c:pt>
                <c:pt idx="13139">
                  <c:v>7.0147460540216651</c:v>
                </c:pt>
                <c:pt idx="13140">
                  <c:v>7.0142708021255462</c:v>
                </c:pt>
                <c:pt idx="13141">
                  <c:v>7.014682429555811</c:v>
                </c:pt>
                <c:pt idx="13142">
                  <c:v>7.0161193017865306</c:v>
                </c:pt>
                <c:pt idx="13143">
                  <c:v>7.0153488702123967</c:v>
                </c:pt>
                <c:pt idx="13144">
                  <c:v>7.0153942036298274</c:v>
                </c:pt>
                <c:pt idx="13145">
                  <c:v>7.0141839196455322</c:v>
                </c:pt>
                <c:pt idx="13146">
                  <c:v>7.0137061448461822</c:v>
                </c:pt>
                <c:pt idx="13147">
                  <c:v>7.0140410602500829</c:v>
                </c:pt>
                <c:pt idx="13148">
                  <c:v>7.0147782210378598</c:v>
                </c:pt>
                <c:pt idx="13149">
                  <c:v>7.0171244422018635</c:v>
                </c:pt>
                <c:pt idx="13150">
                  <c:v>7.0188460082940445</c:v>
                </c:pt>
                <c:pt idx="13151">
                  <c:v>7.0167444299027109</c:v>
                </c:pt>
                <c:pt idx="13152">
                  <c:v>7.0169382992478591</c:v>
                </c:pt>
                <c:pt idx="13153">
                  <c:v>7.0179719800059921</c:v>
                </c:pt>
                <c:pt idx="13154">
                  <c:v>7.0195308976805055</c:v>
                </c:pt>
                <c:pt idx="13155">
                  <c:v>7.0186801274066131</c:v>
                </c:pt>
                <c:pt idx="13156">
                  <c:v>7.017482615619925</c:v>
                </c:pt>
                <c:pt idx="13157">
                  <c:v>7.0165882464245728</c:v>
                </c:pt>
                <c:pt idx="13158">
                  <c:v>7.0145880572068311</c:v>
                </c:pt>
                <c:pt idx="13159">
                  <c:v>7.0164096721802611</c:v>
                </c:pt>
                <c:pt idx="13160">
                  <c:v>7.0176350935839418</c:v>
                </c:pt>
                <c:pt idx="13161">
                  <c:v>7.0195228559264571</c:v>
                </c:pt>
                <c:pt idx="13162">
                  <c:v>7.020821835727463</c:v>
                </c:pt>
                <c:pt idx="13163">
                  <c:v>7.0205816868761728</c:v>
                </c:pt>
                <c:pt idx="13164">
                  <c:v>7.0207149277030547</c:v>
                </c:pt>
                <c:pt idx="13165">
                  <c:v>7.0209539727841817</c:v>
                </c:pt>
                <c:pt idx="13166">
                  <c:v>7.0203914442044182</c:v>
                </c:pt>
                <c:pt idx="13167">
                  <c:v>7.0197088411990096</c:v>
                </c:pt>
                <c:pt idx="13168">
                  <c:v>7.0193689588293733</c:v>
                </c:pt>
                <c:pt idx="13169">
                  <c:v>7.0182778031820119</c:v>
                </c:pt>
                <c:pt idx="13170">
                  <c:v>7.0193562654724921</c:v>
                </c:pt>
                <c:pt idx="13171">
                  <c:v>7.0208309024109496</c:v>
                </c:pt>
                <c:pt idx="13172">
                  <c:v>7.0203309733676029</c:v>
                </c:pt>
                <c:pt idx="13173">
                  <c:v>7.019809599646794</c:v>
                </c:pt>
                <c:pt idx="13174">
                  <c:v>7.0200007884072599</c:v>
                </c:pt>
                <c:pt idx="13175">
                  <c:v>7.0195427237894004</c:v>
                </c:pt>
                <c:pt idx="13176">
                  <c:v>7.0174118954887339</c:v>
                </c:pt>
                <c:pt idx="13177">
                  <c:v>7.0163118308393386</c:v>
                </c:pt>
                <c:pt idx="13178">
                  <c:v>7.0173612797426639</c:v>
                </c:pt>
                <c:pt idx="13179">
                  <c:v>7.0173682177265491</c:v>
                </c:pt>
                <c:pt idx="13180">
                  <c:v>7.0168646620098079</c:v>
                </c:pt>
                <c:pt idx="13181">
                  <c:v>7.0163034737223864</c:v>
                </c:pt>
                <c:pt idx="13182">
                  <c:v>7.016111575395386</c:v>
                </c:pt>
                <c:pt idx="13183">
                  <c:v>7.0162076822403376</c:v>
                </c:pt>
                <c:pt idx="13184">
                  <c:v>7.0154544379444648</c:v>
                </c:pt>
                <c:pt idx="13185">
                  <c:v>7.0158090635298569</c:v>
                </c:pt>
                <c:pt idx="13186">
                  <c:v>7.0166300320093349</c:v>
                </c:pt>
                <c:pt idx="13187">
                  <c:v>7.0183497059240922</c:v>
                </c:pt>
                <c:pt idx="13188">
                  <c:v>7.0167492391869946</c:v>
                </c:pt>
                <c:pt idx="13189">
                  <c:v>7.0145401220454442</c:v>
                </c:pt>
                <c:pt idx="13190">
                  <c:v>7.0131565461454768</c:v>
                </c:pt>
                <c:pt idx="13191">
                  <c:v>7.0124695280594143</c:v>
                </c:pt>
                <c:pt idx="13192">
                  <c:v>7.0144837509263782</c:v>
                </c:pt>
                <c:pt idx="13193">
                  <c:v>7.0164285151137671</c:v>
                </c:pt>
                <c:pt idx="13194">
                  <c:v>7.0169708604676835</c:v>
                </c:pt>
                <c:pt idx="13195">
                  <c:v>7.0173404657910092</c:v>
                </c:pt>
                <c:pt idx="13196">
                  <c:v>7.0179637017297658</c:v>
                </c:pt>
                <c:pt idx="13197">
                  <c:v>7.0190486289597755</c:v>
                </c:pt>
                <c:pt idx="13198">
                  <c:v>7.0195681105031618</c:v>
                </c:pt>
                <c:pt idx="13199">
                  <c:v>7.0184920134344599</c:v>
                </c:pt>
                <c:pt idx="13200">
                  <c:v>7.0168342294895849</c:v>
                </c:pt>
                <c:pt idx="13201">
                  <c:v>7.0167564136930576</c:v>
                </c:pt>
                <c:pt idx="13202">
                  <c:v>7.0181656916696893</c:v>
                </c:pt>
                <c:pt idx="13203">
                  <c:v>7.0182718112868381</c:v>
                </c:pt>
                <c:pt idx="13204">
                  <c:v>7.0181706586354249</c:v>
                </c:pt>
                <c:pt idx="13205">
                  <c:v>7.0175987480092719</c:v>
                </c:pt>
                <c:pt idx="13206">
                  <c:v>7.0178036550560554</c:v>
                </c:pt>
                <c:pt idx="13207">
                  <c:v>7.0180092716693734</c:v>
                </c:pt>
                <c:pt idx="13208">
                  <c:v>7.0173790189060057</c:v>
                </c:pt>
                <c:pt idx="13209">
                  <c:v>7.0151189706554815</c:v>
                </c:pt>
                <c:pt idx="13210">
                  <c:v>7.0136930572856713</c:v>
                </c:pt>
                <c:pt idx="13211">
                  <c:v>7.013880225169113</c:v>
                </c:pt>
                <c:pt idx="13212">
                  <c:v>7.0129450953184378</c:v>
                </c:pt>
                <c:pt idx="13213">
                  <c:v>7.0125554644507169</c:v>
                </c:pt>
                <c:pt idx="13214">
                  <c:v>7.0125056371119063</c:v>
                </c:pt>
                <c:pt idx="13215">
                  <c:v>7.014484145130008</c:v>
                </c:pt>
                <c:pt idx="13216">
                  <c:v>7.0170027909616994</c:v>
                </c:pt>
                <c:pt idx="13217">
                  <c:v>7.0172255160125516</c:v>
                </c:pt>
                <c:pt idx="13218">
                  <c:v>7.0179441492297263</c:v>
                </c:pt>
                <c:pt idx="13219">
                  <c:v>7.0172549236033364</c:v>
                </c:pt>
                <c:pt idx="13220">
                  <c:v>7.0153529699301469</c:v>
                </c:pt>
                <c:pt idx="13221">
                  <c:v>7.0160827985304088</c:v>
                </c:pt>
                <c:pt idx="13222">
                  <c:v>7.0173699522225199</c:v>
                </c:pt>
                <c:pt idx="13223">
                  <c:v>7.0184674939686849</c:v>
                </c:pt>
                <c:pt idx="13224">
                  <c:v>7.0188201485359274</c:v>
                </c:pt>
                <c:pt idx="13225">
                  <c:v>7.0186489853198566</c:v>
                </c:pt>
                <c:pt idx="13226">
                  <c:v>7.0177435784228699</c:v>
                </c:pt>
                <c:pt idx="13227">
                  <c:v>7.0175809300052032</c:v>
                </c:pt>
                <c:pt idx="13228">
                  <c:v>7.0185932449265991</c:v>
                </c:pt>
                <c:pt idx="13229">
                  <c:v>7.0199754016934985</c:v>
                </c:pt>
                <c:pt idx="13230">
                  <c:v>7.0207649915640422</c:v>
                </c:pt>
                <c:pt idx="13231">
                  <c:v>7.0203329443857516</c:v>
                </c:pt>
                <c:pt idx="13232">
                  <c:v>7.0181063246030373</c:v>
                </c:pt>
                <c:pt idx="13233">
                  <c:v>7.0165836736624669</c:v>
                </c:pt>
                <c:pt idx="13234">
                  <c:v>7.0167327614752679</c:v>
                </c:pt>
                <c:pt idx="13235">
                  <c:v>7.0178891184030023</c:v>
                </c:pt>
                <c:pt idx="13236">
                  <c:v>7.0176034784528296</c:v>
                </c:pt>
                <c:pt idx="13237">
                  <c:v>7.0151889023794132</c:v>
                </c:pt>
                <c:pt idx="13238">
                  <c:v>7.0151674577019509</c:v>
                </c:pt>
                <c:pt idx="13239">
                  <c:v>7.0148833945662972</c:v>
                </c:pt>
                <c:pt idx="13240">
                  <c:v>7.014578123275359</c:v>
                </c:pt>
                <c:pt idx="13241">
                  <c:v>7.0145061416925527</c:v>
                </c:pt>
                <c:pt idx="13242">
                  <c:v>7.0149328277014771</c:v>
                </c:pt>
                <c:pt idx="13243">
                  <c:v>7.0162344092464402</c:v>
                </c:pt>
                <c:pt idx="13244">
                  <c:v>7.0171357164256767</c:v>
                </c:pt>
                <c:pt idx="13245">
                  <c:v>7.0174144183919642</c:v>
                </c:pt>
                <c:pt idx="13246">
                  <c:v>7.0167195162333051</c:v>
                </c:pt>
                <c:pt idx="13247">
                  <c:v>7.0149247071067027</c:v>
                </c:pt>
                <c:pt idx="13248">
                  <c:v>7.0135527207934532</c:v>
                </c:pt>
                <c:pt idx="13249">
                  <c:v>7.0129298002176004</c:v>
                </c:pt>
                <c:pt idx="13250">
                  <c:v>7.013351755782967</c:v>
                </c:pt>
                <c:pt idx="13251">
                  <c:v>7.0140876551191287</c:v>
                </c:pt>
                <c:pt idx="13252">
                  <c:v>7.0140947507844649</c:v>
                </c:pt>
                <c:pt idx="13253">
                  <c:v>7.0157049149308568</c:v>
                </c:pt>
                <c:pt idx="13254">
                  <c:v>7.0163146691054727</c:v>
                </c:pt>
                <c:pt idx="13255">
                  <c:v>7.0161920717765973</c:v>
                </c:pt>
                <c:pt idx="13256">
                  <c:v>7.0168824011731497</c:v>
                </c:pt>
                <c:pt idx="13257">
                  <c:v>7.0188889764896958</c:v>
                </c:pt>
                <c:pt idx="13258">
                  <c:v>7.0189930462479699</c:v>
                </c:pt>
                <c:pt idx="13259">
                  <c:v>7.0167558618079759</c:v>
                </c:pt>
                <c:pt idx="13260">
                  <c:v>7.0153208029139531</c:v>
                </c:pt>
                <c:pt idx="13261">
                  <c:v>7.0157222598905689</c:v>
                </c:pt>
                <c:pt idx="13262">
                  <c:v>7.0161544647503113</c:v>
                </c:pt>
                <c:pt idx="13263">
                  <c:v>7.0174051151863006</c:v>
                </c:pt>
                <c:pt idx="13264">
                  <c:v>7.0182093694318741</c:v>
                </c:pt>
                <c:pt idx="13265">
                  <c:v>7.0169317554676045</c:v>
                </c:pt>
                <c:pt idx="13266">
                  <c:v>7.0157094088522367</c:v>
                </c:pt>
                <c:pt idx="13267">
                  <c:v>7.0166760749932982</c:v>
                </c:pt>
                <c:pt idx="13268">
                  <c:v>7.0183989813778203</c:v>
                </c:pt>
                <c:pt idx="13269">
                  <c:v>7.0187940522556334</c:v>
                </c:pt>
                <c:pt idx="13270">
                  <c:v>7.0182185149560858</c:v>
                </c:pt>
                <c:pt idx="13271">
                  <c:v>7.0188634320944825</c:v>
                </c:pt>
                <c:pt idx="13272">
                  <c:v>7.0193668301297718</c:v>
                </c:pt>
                <c:pt idx="13273">
                  <c:v>7.0201188918147555</c:v>
                </c:pt>
                <c:pt idx="13274">
                  <c:v>7.0201810183068165</c:v>
                </c:pt>
                <c:pt idx="13275">
                  <c:v>7.0199731153124461</c:v>
                </c:pt>
                <c:pt idx="13276">
                  <c:v>7.021577524085842</c:v>
                </c:pt>
                <c:pt idx="13277">
                  <c:v>7.0210089247701797</c:v>
                </c:pt>
                <c:pt idx="13278">
                  <c:v>7.018826455794005</c:v>
                </c:pt>
                <c:pt idx="13279">
                  <c:v>7.0171065453570698</c:v>
                </c:pt>
                <c:pt idx="13280">
                  <c:v>7.0166956274933376</c:v>
                </c:pt>
                <c:pt idx="13281">
                  <c:v>7.0191410302906068</c:v>
                </c:pt>
                <c:pt idx="13282">
                  <c:v>7.0197831880035952</c:v>
                </c:pt>
                <c:pt idx="13283">
                  <c:v>7.0186768949368483</c:v>
                </c:pt>
                <c:pt idx="13284">
                  <c:v>7.0182244280105328</c:v>
                </c:pt>
                <c:pt idx="13285">
                  <c:v>7.0187573124773337</c:v>
                </c:pt>
                <c:pt idx="13286">
                  <c:v>7.0184854696542045</c:v>
                </c:pt>
                <c:pt idx="13287">
                  <c:v>7.0176653684227128</c:v>
                </c:pt>
                <c:pt idx="13288">
                  <c:v>7.0169344360522867</c:v>
                </c:pt>
                <c:pt idx="13289">
                  <c:v>7.015448367208565</c:v>
                </c:pt>
                <c:pt idx="13290">
                  <c:v>7.0166938141566408</c:v>
                </c:pt>
                <c:pt idx="13291">
                  <c:v>7.0191688610668725</c:v>
                </c:pt>
                <c:pt idx="13292">
                  <c:v>7.0193753449281759</c:v>
                </c:pt>
                <c:pt idx="13293">
                  <c:v>7.0182003027483875</c:v>
                </c:pt>
                <c:pt idx="13294">
                  <c:v>7.0177710938362319</c:v>
                </c:pt>
                <c:pt idx="13295">
                  <c:v>7.0181542597644242</c:v>
                </c:pt>
                <c:pt idx="13296">
                  <c:v>7.0193598133051607</c:v>
                </c:pt>
                <c:pt idx="13297">
                  <c:v>7.0208391806871759</c:v>
                </c:pt>
                <c:pt idx="13298">
                  <c:v>7.0214203156782666</c:v>
                </c:pt>
                <c:pt idx="13299">
                  <c:v>7.0205577981362053</c:v>
                </c:pt>
                <c:pt idx="13300">
                  <c:v>7.0197240574591211</c:v>
                </c:pt>
                <c:pt idx="13301">
                  <c:v>7.0180802283227424</c:v>
                </c:pt>
                <c:pt idx="13302">
                  <c:v>7.0178846244816224</c:v>
                </c:pt>
                <c:pt idx="13303">
                  <c:v>7.0180982040082629</c:v>
                </c:pt>
                <c:pt idx="13304">
                  <c:v>7.0184966650372917</c:v>
                </c:pt>
                <c:pt idx="13305">
                  <c:v>7.0195607783156468</c:v>
                </c:pt>
                <c:pt idx="13306">
                  <c:v>7.0187131616707923</c:v>
                </c:pt>
                <c:pt idx="13307">
                  <c:v>7.0158735552436964</c:v>
                </c:pt>
                <c:pt idx="13308">
                  <c:v>7.0133662624765449</c:v>
                </c:pt>
                <c:pt idx="13309">
                  <c:v>7.0136765007332187</c:v>
                </c:pt>
                <c:pt idx="13310">
                  <c:v>7.0137760765701129</c:v>
                </c:pt>
                <c:pt idx="13311">
                  <c:v>7.0154863684384807</c:v>
                </c:pt>
                <c:pt idx="13312">
                  <c:v>7.0179742663870446</c:v>
                </c:pt>
                <c:pt idx="13313">
                  <c:v>7.0201654078430753</c:v>
                </c:pt>
                <c:pt idx="13314">
                  <c:v>7.0211408253047196</c:v>
                </c:pt>
                <c:pt idx="13315">
                  <c:v>7.0216628297513362</c:v>
                </c:pt>
                <c:pt idx="13316">
                  <c:v>7.021720935366373</c:v>
                </c:pt>
                <c:pt idx="13317">
                  <c:v>7.0213500685914312</c:v>
                </c:pt>
                <c:pt idx="13318">
                  <c:v>7.0204518362005075</c:v>
                </c:pt>
                <c:pt idx="13319">
                  <c:v>7.0208114287516361</c:v>
                </c:pt>
                <c:pt idx="13320">
                  <c:v>7.0213635503555718</c:v>
                </c:pt>
                <c:pt idx="13321">
                  <c:v>7.0210032482379097</c:v>
                </c:pt>
                <c:pt idx="13322">
                  <c:v>7.0196199877008469</c:v>
                </c:pt>
                <c:pt idx="13323">
                  <c:v>7.0183294438575192</c:v>
                </c:pt>
                <c:pt idx="13324">
                  <c:v>7.0181579652785446</c:v>
                </c:pt>
                <c:pt idx="13325">
                  <c:v>7.0189522855926461</c:v>
                </c:pt>
                <c:pt idx="13326">
                  <c:v>7.0199146943345054</c:v>
                </c:pt>
                <c:pt idx="13327">
                  <c:v>7.0198311231649821</c:v>
                </c:pt>
                <c:pt idx="13328">
                  <c:v>7.018958277487819</c:v>
                </c:pt>
                <c:pt idx="13329">
                  <c:v>7.0164954508901118</c:v>
                </c:pt>
                <c:pt idx="13330">
                  <c:v>7.0153873444866681</c:v>
                </c:pt>
                <c:pt idx="13331">
                  <c:v>7.0161457134297294</c:v>
                </c:pt>
                <c:pt idx="13332">
                  <c:v>7.0165179204970123</c:v>
                </c:pt>
                <c:pt idx="13333">
                  <c:v>7.0166195461927812</c:v>
                </c:pt>
                <c:pt idx="13334">
                  <c:v>7.0159684006370329</c:v>
                </c:pt>
                <c:pt idx="13335">
                  <c:v>7.0157478042857822</c:v>
                </c:pt>
                <c:pt idx="13336">
                  <c:v>7.0173127926961953</c:v>
                </c:pt>
                <c:pt idx="13337">
                  <c:v>7.017349532474495</c:v>
                </c:pt>
                <c:pt idx="13338">
                  <c:v>7.0170013718286315</c:v>
                </c:pt>
                <c:pt idx="13339">
                  <c:v>7.0173413330389947</c:v>
                </c:pt>
                <c:pt idx="13340">
                  <c:v>7.0189520490704682</c:v>
                </c:pt>
                <c:pt idx="13341">
                  <c:v>7.0199897507056246</c:v>
                </c:pt>
                <c:pt idx="13342">
                  <c:v>7.019415790220596</c:v>
                </c:pt>
                <c:pt idx="13343">
                  <c:v>7.0178512748545385</c:v>
                </c:pt>
                <c:pt idx="13344">
                  <c:v>7.0162907015247793</c:v>
                </c:pt>
                <c:pt idx="13345">
                  <c:v>7.0145741812390607</c:v>
                </c:pt>
                <c:pt idx="13346">
                  <c:v>7.0143788139201186</c:v>
                </c:pt>
                <c:pt idx="13347">
                  <c:v>7.0165324271905893</c:v>
                </c:pt>
                <c:pt idx="13348">
                  <c:v>7.0174089783818729</c:v>
                </c:pt>
                <c:pt idx="13349">
                  <c:v>7.0175649253378323</c:v>
                </c:pt>
                <c:pt idx="13350">
                  <c:v>7.0184474684242897</c:v>
                </c:pt>
                <c:pt idx="13351">
                  <c:v>7.0199646005140419</c:v>
                </c:pt>
                <c:pt idx="13352">
                  <c:v>7.020251186552926</c:v>
                </c:pt>
                <c:pt idx="13353">
                  <c:v>7.0182991690187482</c:v>
                </c:pt>
                <c:pt idx="13354">
                  <c:v>7.0189268200381587</c:v>
                </c:pt>
                <c:pt idx="13355">
                  <c:v>7.0191180876393506</c:v>
                </c:pt>
                <c:pt idx="13356">
                  <c:v>7.0169112568788536</c:v>
                </c:pt>
                <c:pt idx="13357">
                  <c:v>7.0156826030054082</c:v>
                </c:pt>
                <c:pt idx="13358">
                  <c:v>7.0159440388527097</c:v>
                </c:pt>
                <c:pt idx="13359">
                  <c:v>7.0149586086188682</c:v>
                </c:pt>
                <c:pt idx="13360">
                  <c:v>7.0148367996972514</c:v>
                </c:pt>
                <c:pt idx="13361">
                  <c:v>7.0150294075907853</c:v>
                </c:pt>
                <c:pt idx="13362">
                  <c:v>7.0137393367918133</c:v>
                </c:pt>
                <c:pt idx="13363">
                  <c:v>7.0135926930415176</c:v>
                </c:pt>
                <c:pt idx="13364">
                  <c:v>7.014733045301881</c:v>
                </c:pt>
                <c:pt idx="13365">
                  <c:v>7.015672747914663</c:v>
                </c:pt>
                <c:pt idx="13366">
                  <c:v>7.0152910799602646</c:v>
                </c:pt>
                <c:pt idx="13367">
                  <c:v>7.0144222551601256</c:v>
                </c:pt>
                <c:pt idx="13368">
                  <c:v>7.0146748608461182</c:v>
                </c:pt>
                <c:pt idx="13369">
                  <c:v>7.0127945095318438</c:v>
                </c:pt>
                <c:pt idx="13370">
                  <c:v>7.0125231397530712</c:v>
                </c:pt>
                <c:pt idx="13371">
                  <c:v>7.0142398177202416</c:v>
                </c:pt>
                <c:pt idx="13372">
                  <c:v>7.0151371040224539</c:v>
                </c:pt>
                <c:pt idx="13373">
                  <c:v>7.015678582128384</c:v>
                </c:pt>
                <c:pt idx="13374">
                  <c:v>7.0145769406644698</c:v>
                </c:pt>
                <c:pt idx="13375">
                  <c:v>7.0136390513883855</c:v>
                </c:pt>
                <c:pt idx="13376">
                  <c:v>7.0128373200460432</c:v>
                </c:pt>
                <c:pt idx="13377">
                  <c:v>7.0142288588593322</c:v>
                </c:pt>
                <c:pt idx="13378">
                  <c:v>7.0167342594490609</c:v>
                </c:pt>
                <c:pt idx="13379">
                  <c:v>7.0173565492991061</c:v>
                </c:pt>
                <c:pt idx="13380">
                  <c:v>7.0181204370929846</c:v>
                </c:pt>
                <c:pt idx="13381">
                  <c:v>7.0179868020624738</c:v>
                </c:pt>
                <c:pt idx="13382">
                  <c:v>7.0166104795092954</c:v>
                </c:pt>
                <c:pt idx="13383">
                  <c:v>7.0152511077122002</c:v>
                </c:pt>
                <c:pt idx="13384">
                  <c:v>7.0145783597975369</c:v>
                </c:pt>
                <c:pt idx="13385">
                  <c:v>7.0146759646162824</c:v>
                </c:pt>
                <c:pt idx="13386">
                  <c:v>7.0138549172960785</c:v>
                </c:pt>
                <c:pt idx="13387">
                  <c:v>7.0123442501458557</c:v>
                </c:pt>
                <c:pt idx="13388">
                  <c:v>7.0122493259117933</c:v>
                </c:pt>
                <c:pt idx="13389">
                  <c:v>7.0115197338337092</c:v>
                </c:pt>
                <c:pt idx="13390">
                  <c:v>7.0119966413850738</c:v>
                </c:pt>
                <c:pt idx="13391">
                  <c:v>7.0143684857850168</c:v>
                </c:pt>
                <c:pt idx="13392">
                  <c:v>7.0164542960311582</c:v>
                </c:pt>
                <c:pt idx="13393">
                  <c:v>7.0175569624245098</c:v>
                </c:pt>
                <c:pt idx="13394">
                  <c:v>7.0194367618537035</c:v>
                </c:pt>
                <c:pt idx="13395">
                  <c:v>7.0205675743862246</c:v>
                </c:pt>
                <c:pt idx="13396">
                  <c:v>7.0190330184960343</c:v>
                </c:pt>
                <c:pt idx="13397">
                  <c:v>7.017000662262098</c:v>
                </c:pt>
                <c:pt idx="13398">
                  <c:v>7.0151189706554815</c:v>
                </c:pt>
                <c:pt idx="13399">
                  <c:v>7.0144745265614405</c:v>
                </c:pt>
                <c:pt idx="13400">
                  <c:v>7.0152526056859932</c:v>
                </c:pt>
                <c:pt idx="13401">
                  <c:v>7.0161384600829404</c:v>
                </c:pt>
                <c:pt idx="13402">
                  <c:v>7.0174533657105913</c:v>
                </c:pt>
                <c:pt idx="13403">
                  <c:v>7.0183319667607496</c:v>
                </c:pt>
                <c:pt idx="13404">
                  <c:v>7.0182247433734366</c:v>
                </c:pt>
                <c:pt idx="13405">
                  <c:v>7.0170821835727466</c:v>
                </c:pt>
                <c:pt idx="13406">
                  <c:v>7.0148394802819345</c:v>
                </c:pt>
                <c:pt idx="13407">
                  <c:v>7.0151751840930947</c:v>
                </c:pt>
                <c:pt idx="13408">
                  <c:v>7.017268405367477</c:v>
                </c:pt>
                <c:pt idx="13409">
                  <c:v>7.0199431558365788</c:v>
                </c:pt>
                <c:pt idx="13410">
                  <c:v>7.0221280688752579</c:v>
                </c:pt>
                <c:pt idx="13411">
                  <c:v>7.0206815780759708</c:v>
                </c:pt>
                <c:pt idx="13412">
                  <c:v>7.0186333748561154</c:v>
                </c:pt>
                <c:pt idx="13413">
                  <c:v>7.0188775445844307</c:v>
                </c:pt>
                <c:pt idx="13414">
                  <c:v>7.0181446411958559</c:v>
                </c:pt>
                <c:pt idx="13415">
                  <c:v>7.0160379381573348</c:v>
                </c:pt>
                <c:pt idx="13416">
                  <c:v>7.0153604597991137</c:v>
                </c:pt>
                <c:pt idx="13417">
                  <c:v>7.0158373673504784</c:v>
                </c:pt>
                <c:pt idx="13418">
                  <c:v>7.015542424194642</c:v>
                </c:pt>
                <c:pt idx="13419">
                  <c:v>7.0140489443226794</c:v>
                </c:pt>
                <c:pt idx="13420">
                  <c:v>7.0140906510667147</c:v>
                </c:pt>
                <c:pt idx="13421">
                  <c:v>7.0157448871789212</c:v>
                </c:pt>
                <c:pt idx="13422">
                  <c:v>7.0159401756571373</c:v>
                </c:pt>
                <c:pt idx="13423">
                  <c:v>7.0157938472697454</c:v>
                </c:pt>
                <c:pt idx="13424">
                  <c:v>7.0139321023667982</c:v>
                </c:pt>
                <c:pt idx="13425">
                  <c:v>7.0118356486226521</c:v>
                </c:pt>
                <c:pt idx="13426">
                  <c:v>7.0132712594017566</c:v>
                </c:pt>
                <c:pt idx="13427">
                  <c:v>7.0161190652643528</c:v>
                </c:pt>
                <c:pt idx="13428">
                  <c:v>7.0177590312051592</c:v>
                </c:pt>
                <c:pt idx="13429">
                  <c:v>7.0187610968321792</c:v>
                </c:pt>
                <c:pt idx="13430">
                  <c:v>7.0190163831028558</c:v>
                </c:pt>
                <c:pt idx="13431">
                  <c:v>7.0177269430296914</c:v>
                </c:pt>
                <c:pt idx="13432">
                  <c:v>7.0155346978034974</c:v>
                </c:pt>
                <c:pt idx="13433">
                  <c:v>7.016115911635314</c:v>
                </c:pt>
                <c:pt idx="13434">
                  <c:v>7.0167851117173088</c:v>
                </c:pt>
                <c:pt idx="13435">
                  <c:v>7.0164529557388162</c:v>
                </c:pt>
                <c:pt idx="13436">
                  <c:v>7.0155359592551125</c:v>
                </c:pt>
                <c:pt idx="13437">
                  <c:v>7.0143501947365934</c:v>
                </c:pt>
                <c:pt idx="13438">
                  <c:v>7.0147557514309593</c:v>
                </c:pt>
                <c:pt idx="13439">
                  <c:v>7.0156787398098359</c:v>
                </c:pt>
                <c:pt idx="13440">
                  <c:v>7.0161822955265771</c:v>
                </c:pt>
                <c:pt idx="13441">
                  <c:v>7.0158625175420619</c:v>
                </c:pt>
                <c:pt idx="13442">
                  <c:v>7.0166854570396886</c:v>
                </c:pt>
                <c:pt idx="13443">
                  <c:v>7.0159354452135796</c:v>
                </c:pt>
                <c:pt idx="13444">
                  <c:v>7.015784228701178</c:v>
                </c:pt>
                <c:pt idx="13445">
                  <c:v>7.0166333433198256</c:v>
                </c:pt>
                <c:pt idx="13446">
                  <c:v>7.0159100584998191</c:v>
                </c:pt>
                <c:pt idx="13447">
                  <c:v>7.0165613617370193</c:v>
                </c:pt>
                <c:pt idx="13448">
                  <c:v>7.0179294848546965</c:v>
                </c:pt>
                <c:pt idx="13449">
                  <c:v>7.0173149213957959</c:v>
                </c:pt>
                <c:pt idx="13450">
                  <c:v>7.0150671722985223</c:v>
                </c:pt>
                <c:pt idx="13451">
                  <c:v>7.0150905879941341</c:v>
                </c:pt>
                <c:pt idx="13452">
                  <c:v>7.0160671880666676</c:v>
                </c:pt>
                <c:pt idx="13453">
                  <c:v>7.0160024598306503</c:v>
                </c:pt>
                <c:pt idx="13454">
                  <c:v>7.0165212318075021</c:v>
                </c:pt>
                <c:pt idx="13455">
                  <c:v>7.0164293035210266</c:v>
                </c:pt>
                <c:pt idx="13456">
                  <c:v>7.0173833551459346</c:v>
                </c:pt>
                <c:pt idx="13457">
                  <c:v>7.0185420772954474</c:v>
                </c:pt>
                <c:pt idx="13458">
                  <c:v>7.0181812232927037</c:v>
                </c:pt>
                <c:pt idx="13459">
                  <c:v>7.0198156703826928</c:v>
                </c:pt>
                <c:pt idx="13460">
                  <c:v>7.0198485469654202</c:v>
                </c:pt>
                <c:pt idx="13461">
                  <c:v>7.0180560242198711</c:v>
                </c:pt>
                <c:pt idx="13462">
                  <c:v>7.0163700941358265</c:v>
                </c:pt>
                <c:pt idx="13463">
                  <c:v>7.016282423248553</c:v>
                </c:pt>
                <c:pt idx="13464">
                  <c:v>7.0157601822797586</c:v>
                </c:pt>
                <c:pt idx="13465">
                  <c:v>7.0145040918336772</c:v>
                </c:pt>
                <c:pt idx="13466">
                  <c:v>7.0134491240795347</c:v>
                </c:pt>
                <c:pt idx="13467">
                  <c:v>7.0119194563143541</c:v>
                </c:pt>
                <c:pt idx="13468">
                  <c:v>7.012029754489979</c:v>
                </c:pt>
                <c:pt idx="13469">
                  <c:v>7.0140522556331701</c:v>
                </c:pt>
                <c:pt idx="13470">
                  <c:v>7.0159365489837429</c:v>
                </c:pt>
                <c:pt idx="13471">
                  <c:v>7.0174028288052472</c:v>
                </c:pt>
                <c:pt idx="13472">
                  <c:v>7.0179180529494314</c:v>
                </c:pt>
                <c:pt idx="13473">
                  <c:v>7.0173731058515587</c:v>
                </c:pt>
                <c:pt idx="13474">
                  <c:v>7.0166871915356595</c:v>
                </c:pt>
                <c:pt idx="13475">
                  <c:v>7.0158706381368363</c:v>
                </c:pt>
                <c:pt idx="13476">
                  <c:v>7.0151303237200207</c:v>
                </c:pt>
                <c:pt idx="13477">
                  <c:v>7.0153268736498529</c:v>
                </c:pt>
                <c:pt idx="13478">
                  <c:v>7.0159428562418205</c:v>
                </c:pt>
                <c:pt idx="13479">
                  <c:v>7.0154433214021035</c:v>
                </c:pt>
                <c:pt idx="13480">
                  <c:v>7.0140203251391542</c:v>
                </c:pt>
                <c:pt idx="13481">
                  <c:v>7.0148283637395732</c:v>
                </c:pt>
                <c:pt idx="13482">
                  <c:v>7.0145250634667846</c:v>
                </c:pt>
                <c:pt idx="13483">
                  <c:v>7.0148658919251332</c:v>
                </c:pt>
                <c:pt idx="13484">
                  <c:v>7.0124591210835874</c:v>
                </c:pt>
                <c:pt idx="13485">
                  <c:v>7.0109636701934752</c:v>
                </c:pt>
                <c:pt idx="13486">
                  <c:v>7.0116525804569605</c:v>
                </c:pt>
                <c:pt idx="13487">
                  <c:v>7.0127386114571344</c:v>
                </c:pt>
                <c:pt idx="13488">
                  <c:v>7.014473895835633</c:v>
                </c:pt>
                <c:pt idx="13489">
                  <c:v>7.0143726643434929</c:v>
                </c:pt>
                <c:pt idx="13490">
                  <c:v>7.0149891988205431</c:v>
                </c:pt>
                <c:pt idx="13491">
                  <c:v>7.0147536227313578</c:v>
                </c:pt>
                <c:pt idx="13492">
                  <c:v>7.0150003153629035</c:v>
                </c:pt>
                <c:pt idx="13493">
                  <c:v>7.0164770810009616</c:v>
                </c:pt>
                <c:pt idx="13494">
                  <c:v>7.0178119333322817</c:v>
                </c:pt>
                <c:pt idx="13495">
                  <c:v>7.0178774499755594</c:v>
                </c:pt>
                <c:pt idx="13496">
                  <c:v>7.0158167110802756</c:v>
                </c:pt>
                <c:pt idx="13497">
                  <c:v>7.0127067598038444</c:v>
                </c:pt>
                <c:pt idx="13498">
                  <c:v>7.012520538009114</c:v>
                </c:pt>
                <c:pt idx="13499">
                  <c:v>7.0143816521862536</c:v>
                </c:pt>
                <c:pt idx="13500">
                  <c:v>7.0154247938315013</c:v>
                </c:pt>
                <c:pt idx="13501">
                  <c:v>7.0158398902537096</c:v>
                </c:pt>
                <c:pt idx="13502">
                  <c:v>7.016104400889323</c:v>
                </c:pt>
                <c:pt idx="13503">
                  <c:v>7.0158403632980653</c:v>
                </c:pt>
                <c:pt idx="13504">
                  <c:v>7.0158324003847428</c:v>
                </c:pt>
                <c:pt idx="13505">
                  <c:v>7.0153282927829199</c:v>
                </c:pt>
                <c:pt idx="13506">
                  <c:v>7.0157285671486465</c:v>
                </c:pt>
                <c:pt idx="13507">
                  <c:v>7.0162117031173619</c:v>
                </c:pt>
                <c:pt idx="13508">
                  <c:v>7.01599426039515</c:v>
                </c:pt>
                <c:pt idx="13509">
                  <c:v>7.0145059840111008</c:v>
                </c:pt>
                <c:pt idx="13510">
                  <c:v>7.0140209558649618</c:v>
                </c:pt>
                <c:pt idx="13511">
                  <c:v>7.0151699806051813</c:v>
                </c:pt>
                <c:pt idx="13512">
                  <c:v>7.0171935066778097</c:v>
                </c:pt>
                <c:pt idx="13513">
                  <c:v>7.0176200350052822</c:v>
                </c:pt>
                <c:pt idx="13514">
                  <c:v>7.0163044986518237</c:v>
                </c:pt>
                <c:pt idx="13515">
                  <c:v>7.016134675728094</c:v>
                </c:pt>
                <c:pt idx="13516">
                  <c:v>7.0142284646557025</c:v>
                </c:pt>
                <c:pt idx="13517">
                  <c:v>7.0146523123984927</c:v>
                </c:pt>
                <c:pt idx="13518">
                  <c:v>7.0165548967974898</c:v>
                </c:pt>
                <c:pt idx="13519">
                  <c:v>7.0167839291064196</c:v>
                </c:pt>
                <c:pt idx="13520">
                  <c:v>7.0164630473517402</c:v>
                </c:pt>
                <c:pt idx="13521">
                  <c:v>7.0161310490546995</c:v>
                </c:pt>
                <c:pt idx="13522">
                  <c:v>7.0157412605055267</c:v>
                </c:pt>
                <c:pt idx="13523">
                  <c:v>7.0151319005345405</c:v>
                </c:pt>
                <c:pt idx="13524">
                  <c:v>7.0157813115943171</c:v>
                </c:pt>
                <c:pt idx="13525">
                  <c:v>7.0166659833803751</c:v>
                </c:pt>
                <c:pt idx="13526">
                  <c:v>7.0166584935114082</c:v>
                </c:pt>
                <c:pt idx="13527">
                  <c:v>7.0173805168797996</c:v>
                </c:pt>
                <c:pt idx="13528">
                  <c:v>7.0186018385657292</c:v>
                </c:pt>
                <c:pt idx="13529">
                  <c:v>7.0194362099686218</c:v>
                </c:pt>
                <c:pt idx="13530">
                  <c:v>7.0182879736356609</c:v>
                </c:pt>
                <c:pt idx="13531">
                  <c:v>7.0163030795187566</c:v>
                </c:pt>
                <c:pt idx="13532">
                  <c:v>7.0143859884261817</c:v>
                </c:pt>
                <c:pt idx="13533">
                  <c:v>7.0146147842129327</c:v>
                </c:pt>
                <c:pt idx="13534">
                  <c:v>7.015426607168199</c:v>
                </c:pt>
                <c:pt idx="13535">
                  <c:v>7.0149878585282011</c:v>
                </c:pt>
                <c:pt idx="13536">
                  <c:v>7.0142837320046043</c:v>
                </c:pt>
                <c:pt idx="13537">
                  <c:v>7.014127785048645</c:v>
                </c:pt>
                <c:pt idx="13538">
                  <c:v>7.0139179898768509</c:v>
                </c:pt>
                <c:pt idx="13539">
                  <c:v>7.0132233242403696</c:v>
                </c:pt>
                <c:pt idx="13540">
                  <c:v>7.0143245715006541</c:v>
                </c:pt>
                <c:pt idx="13541">
                  <c:v>7.0143937148173263</c:v>
                </c:pt>
                <c:pt idx="13542">
                  <c:v>7.0138299247859477</c:v>
                </c:pt>
                <c:pt idx="13543">
                  <c:v>7.0140770116211231</c:v>
                </c:pt>
                <c:pt idx="13544">
                  <c:v>7.0143274886075151</c:v>
                </c:pt>
                <c:pt idx="13545">
                  <c:v>7.0151219666030684</c:v>
                </c:pt>
                <c:pt idx="13546">
                  <c:v>7.0166137908197861</c:v>
                </c:pt>
                <c:pt idx="13547">
                  <c:v>7.0177865466185212</c:v>
                </c:pt>
                <c:pt idx="13548">
                  <c:v>7.0171372932401965</c:v>
                </c:pt>
                <c:pt idx="13549">
                  <c:v>7.0151757359781772</c:v>
                </c:pt>
                <c:pt idx="13550">
                  <c:v>7.0122449108311393</c:v>
                </c:pt>
                <c:pt idx="13551">
                  <c:v>7.0100350052823286</c:v>
                </c:pt>
                <c:pt idx="13552">
                  <c:v>7.0119741717781734</c:v>
                </c:pt>
                <c:pt idx="13553">
                  <c:v>7.0148539081347865</c:v>
                </c:pt>
                <c:pt idx="13554">
                  <c:v>7.0144746842428924</c:v>
                </c:pt>
                <c:pt idx="13555">
                  <c:v>7.0146657941626325</c:v>
                </c:pt>
                <c:pt idx="13556">
                  <c:v>7.0161837146596442</c:v>
                </c:pt>
                <c:pt idx="13557">
                  <c:v>7.0162602690045572</c:v>
                </c:pt>
                <c:pt idx="13558">
                  <c:v>7.0159123448808716</c:v>
                </c:pt>
                <c:pt idx="13559">
                  <c:v>7.0129713492801837</c:v>
                </c:pt>
                <c:pt idx="13560">
                  <c:v>7.0108275911004592</c:v>
                </c:pt>
                <c:pt idx="13561">
                  <c:v>7.0112526214541386</c:v>
                </c:pt>
                <c:pt idx="13562">
                  <c:v>7.0118949368485781</c:v>
                </c:pt>
                <c:pt idx="13563">
                  <c:v>7.0137200208139516</c:v>
                </c:pt>
                <c:pt idx="13564">
                  <c:v>7.0157806020277835</c:v>
                </c:pt>
                <c:pt idx="13565">
                  <c:v>7.0162930667465586</c:v>
                </c:pt>
                <c:pt idx="13566">
                  <c:v>7.0161891546697364</c:v>
                </c:pt>
                <c:pt idx="13567">
                  <c:v>7.017379886153992</c:v>
                </c:pt>
                <c:pt idx="13568">
                  <c:v>7.0192256263895674</c:v>
                </c:pt>
                <c:pt idx="13569">
                  <c:v>7.0191793468834263</c:v>
                </c:pt>
                <c:pt idx="13570">
                  <c:v>7.0189417209353664</c:v>
                </c:pt>
                <c:pt idx="13571">
                  <c:v>7.0189991958245948</c:v>
                </c:pt>
                <c:pt idx="13572">
                  <c:v>7.0185993156624988</c:v>
                </c:pt>
                <c:pt idx="13573">
                  <c:v>7.0189743609959159</c:v>
                </c:pt>
                <c:pt idx="13574">
                  <c:v>7.0188623283243192</c:v>
                </c:pt>
                <c:pt idx="13575">
                  <c:v>7.0167204623220174</c:v>
                </c:pt>
                <c:pt idx="13576">
                  <c:v>7.0151825162806096</c:v>
                </c:pt>
                <c:pt idx="13577">
                  <c:v>7.0162097320992132</c:v>
                </c:pt>
                <c:pt idx="13578">
                  <c:v>7.0180784938267715</c:v>
                </c:pt>
                <c:pt idx="13579">
                  <c:v>7.0180602816190731</c:v>
                </c:pt>
                <c:pt idx="13580">
                  <c:v>7.0170523817783312</c:v>
                </c:pt>
                <c:pt idx="13581">
                  <c:v>7.0158040965641213</c:v>
                </c:pt>
                <c:pt idx="13582">
                  <c:v>7.0155518850817575</c:v>
                </c:pt>
                <c:pt idx="13583">
                  <c:v>7.0175754899951119</c:v>
                </c:pt>
                <c:pt idx="13584">
                  <c:v>7.0201003642441542</c:v>
                </c:pt>
                <c:pt idx="13585">
                  <c:v>7.019169728314858</c:v>
                </c:pt>
                <c:pt idx="13586">
                  <c:v>7.018497768807455</c:v>
                </c:pt>
                <c:pt idx="13587">
                  <c:v>7.0189282391712267</c:v>
                </c:pt>
                <c:pt idx="13588">
                  <c:v>7.0187487976789287</c:v>
                </c:pt>
                <c:pt idx="13589">
                  <c:v>7.0181438527885964</c:v>
                </c:pt>
                <c:pt idx="13590">
                  <c:v>7.0175202226462101</c:v>
                </c:pt>
                <c:pt idx="13591">
                  <c:v>7.015765464608398</c:v>
                </c:pt>
                <c:pt idx="13592">
                  <c:v>7.0146307100395777</c:v>
                </c:pt>
                <c:pt idx="13593">
                  <c:v>7.0161559627241044</c:v>
                </c:pt>
                <c:pt idx="13594">
                  <c:v>7.0159987543165299</c:v>
                </c:pt>
                <c:pt idx="13595">
                  <c:v>7.0160943092763999</c:v>
                </c:pt>
                <c:pt idx="13596">
                  <c:v>7.016532979075671</c:v>
                </c:pt>
                <c:pt idx="13597">
                  <c:v>7.0157976316245918</c:v>
                </c:pt>
                <c:pt idx="13598">
                  <c:v>7.0153010927324617</c:v>
                </c:pt>
                <c:pt idx="13599">
                  <c:v>7.015338226714392</c:v>
                </c:pt>
                <c:pt idx="13600">
                  <c:v>7.016315694034911</c:v>
                </c:pt>
                <c:pt idx="13601">
                  <c:v>7.0174046421419449</c:v>
                </c:pt>
                <c:pt idx="13602">
                  <c:v>7.0177803970418964</c:v>
                </c:pt>
                <c:pt idx="13603">
                  <c:v>7.0174746527066025</c:v>
                </c:pt>
                <c:pt idx="13604">
                  <c:v>7.0159952853245873</c:v>
                </c:pt>
                <c:pt idx="13605">
                  <c:v>7.016163767955975</c:v>
                </c:pt>
                <c:pt idx="13606">
                  <c:v>7.0165859600435203</c:v>
                </c:pt>
                <c:pt idx="13607">
                  <c:v>7.0171358741071286</c:v>
                </c:pt>
                <c:pt idx="13608">
                  <c:v>7.0180378908528986</c:v>
                </c:pt>
                <c:pt idx="13609">
                  <c:v>7.0164520884908308</c:v>
                </c:pt>
                <c:pt idx="13610">
                  <c:v>7.014023557608918</c:v>
                </c:pt>
                <c:pt idx="13611">
                  <c:v>7.0140946719437389</c:v>
                </c:pt>
                <c:pt idx="13612">
                  <c:v>7.0138057995238023</c:v>
                </c:pt>
                <c:pt idx="13613">
                  <c:v>7.014482568315489</c:v>
                </c:pt>
                <c:pt idx="13614">
                  <c:v>7.0160097131774393</c:v>
                </c:pt>
                <c:pt idx="13615">
                  <c:v>7.0182314448351439</c:v>
                </c:pt>
                <c:pt idx="13616">
                  <c:v>7.0202629338210949</c:v>
                </c:pt>
                <c:pt idx="13617">
                  <c:v>7.0186696415900593</c:v>
                </c:pt>
                <c:pt idx="13618">
                  <c:v>7.0167877923019919</c:v>
                </c:pt>
                <c:pt idx="13619">
                  <c:v>7.0154351219666031</c:v>
                </c:pt>
                <c:pt idx="13620">
                  <c:v>7.0161860010406976</c:v>
                </c:pt>
                <c:pt idx="13621">
                  <c:v>7.0168523628565573</c:v>
                </c:pt>
                <c:pt idx="13622">
                  <c:v>7.0156281240637668</c:v>
                </c:pt>
                <c:pt idx="13623">
                  <c:v>7.0141868367523932</c:v>
                </c:pt>
                <c:pt idx="13624">
                  <c:v>7.0132986959743926</c:v>
                </c:pt>
                <c:pt idx="13625">
                  <c:v>7.0132942020530127</c:v>
                </c:pt>
                <c:pt idx="13626">
                  <c:v>7.0133663413172709</c:v>
                </c:pt>
                <c:pt idx="13627">
                  <c:v>7.0152067203834809</c:v>
                </c:pt>
                <c:pt idx="13628">
                  <c:v>7.0165327425534931</c:v>
                </c:pt>
                <c:pt idx="13629">
                  <c:v>7.0147656853624305</c:v>
                </c:pt>
                <c:pt idx="13630">
                  <c:v>7.0124983837651174</c:v>
                </c:pt>
                <c:pt idx="13631">
                  <c:v>7.012480013875968</c:v>
                </c:pt>
                <c:pt idx="13632">
                  <c:v>7.0139065579715858</c:v>
                </c:pt>
                <c:pt idx="13633">
                  <c:v>7.0155534618962774</c:v>
                </c:pt>
                <c:pt idx="13634">
                  <c:v>7.0159650893265422</c:v>
                </c:pt>
                <c:pt idx="13635">
                  <c:v>7.0157506425519163</c:v>
                </c:pt>
                <c:pt idx="13636">
                  <c:v>7.0161309702139736</c:v>
                </c:pt>
                <c:pt idx="13637">
                  <c:v>7.0171532979075675</c:v>
                </c:pt>
                <c:pt idx="13638">
                  <c:v>7.0175441113861776</c:v>
                </c:pt>
                <c:pt idx="13639">
                  <c:v>7.0169684164051782</c:v>
                </c:pt>
                <c:pt idx="13640">
                  <c:v>7.0162601901638313</c:v>
                </c:pt>
                <c:pt idx="13641">
                  <c:v>7.0164905627651022</c:v>
                </c:pt>
                <c:pt idx="13642">
                  <c:v>7.0180156577681769</c:v>
                </c:pt>
                <c:pt idx="13643">
                  <c:v>7.0184374556520916</c:v>
                </c:pt>
                <c:pt idx="13644">
                  <c:v>7.0162523849319607</c:v>
                </c:pt>
                <c:pt idx="13645">
                  <c:v>7.0163871237326356</c:v>
                </c:pt>
                <c:pt idx="13646">
                  <c:v>7.0170047619798481</c:v>
                </c:pt>
                <c:pt idx="13647">
                  <c:v>7.0158722937920812</c:v>
                </c:pt>
                <c:pt idx="13648">
                  <c:v>7.0155211371986317</c:v>
                </c:pt>
                <c:pt idx="13649">
                  <c:v>7.0135193711663701</c:v>
                </c:pt>
                <c:pt idx="13650">
                  <c:v>7.0129440703890005</c:v>
                </c:pt>
                <c:pt idx="13651">
                  <c:v>7.0156949021586588</c:v>
                </c:pt>
                <c:pt idx="13652">
                  <c:v>7.0159601223608066</c:v>
                </c:pt>
                <c:pt idx="13653">
                  <c:v>7.01360514987622</c:v>
                </c:pt>
                <c:pt idx="13654">
                  <c:v>7.0118525205380093</c:v>
                </c:pt>
                <c:pt idx="13655">
                  <c:v>7.0115299831280851</c:v>
                </c:pt>
                <c:pt idx="13656">
                  <c:v>7.0139633232942806</c:v>
                </c:pt>
                <c:pt idx="13657">
                  <c:v>7.015600372128227</c:v>
                </c:pt>
                <c:pt idx="13658">
                  <c:v>7.0157600245983067</c:v>
                </c:pt>
                <c:pt idx="13659">
                  <c:v>7.016579179741087</c:v>
                </c:pt>
                <c:pt idx="13660">
                  <c:v>7.0192678850186851</c:v>
                </c:pt>
                <c:pt idx="13661">
                  <c:v>7.0193420741418189</c:v>
                </c:pt>
                <c:pt idx="13662">
                  <c:v>7.0184724609344205</c:v>
                </c:pt>
                <c:pt idx="13663">
                  <c:v>7.0180642236553714</c:v>
                </c:pt>
                <c:pt idx="13664">
                  <c:v>7.0164217348113338</c:v>
                </c:pt>
                <c:pt idx="13665">
                  <c:v>7.0162931455872846</c:v>
                </c:pt>
                <c:pt idx="13666">
                  <c:v>7.016661647140447</c:v>
                </c:pt>
                <c:pt idx="13667">
                  <c:v>7.0154957504848703</c:v>
                </c:pt>
                <c:pt idx="13668">
                  <c:v>7.0155907535596587</c:v>
                </c:pt>
                <c:pt idx="13669">
                  <c:v>7.0152160235891454</c:v>
                </c:pt>
                <c:pt idx="13670">
                  <c:v>7.0150828616029894</c:v>
                </c:pt>
                <c:pt idx="13671">
                  <c:v>7.0164521673315567</c:v>
                </c:pt>
                <c:pt idx="13672">
                  <c:v>7.0181888708431224</c:v>
                </c:pt>
                <c:pt idx="13673">
                  <c:v>7.0191236064901688</c:v>
                </c:pt>
                <c:pt idx="13674">
                  <c:v>7.0191423705829488</c:v>
                </c:pt>
                <c:pt idx="13675">
                  <c:v>7.020514829940554</c:v>
                </c:pt>
                <c:pt idx="13676">
                  <c:v>7.0204821898800045</c:v>
                </c:pt>
                <c:pt idx="13677">
                  <c:v>7.0196426149891984</c:v>
                </c:pt>
                <c:pt idx="13678">
                  <c:v>7.0185820495435118</c:v>
                </c:pt>
                <c:pt idx="13679">
                  <c:v>7.0169877323830399</c:v>
                </c:pt>
                <c:pt idx="13680">
                  <c:v>7.0158644885602106</c:v>
                </c:pt>
                <c:pt idx="13681">
                  <c:v>7.0144307699585298</c:v>
                </c:pt>
                <c:pt idx="13682">
                  <c:v>7.014098850502215</c:v>
                </c:pt>
                <c:pt idx="13683">
                  <c:v>7.0153729166338161</c:v>
                </c:pt>
                <c:pt idx="13684">
                  <c:v>7.0162039767262181</c:v>
                </c:pt>
                <c:pt idx="13685">
                  <c:v>7.0157198158280645</c:v>
                </c:pt>
                <c:pt idx="13686">
                  <c:v>7.0175799050757659</c:v>
                </c:pt>
                <c:pt idx="13687">
                  <c:v>7.0182316025165958</c:v>
                </c:pt>
                <c:pt idx="13688">
                  <c:v>7.0181423548148034</c:v>
                </c:pt>
                <c:pt idx="13689">
                  <c:v>7.0189937558145035</c:v>
                </c:pt>
                <c:pt idx="13690">
                  <c:v>7.0194061716520286</c:v>
                </c:pt>
                <c:pt idx="13691">
                  <c:v>7.0207900629148989</c:v>
                </c:pt>
                <c:pt idx="13692">
                  <c:v>7.0223633296015393</c:v>
                </c:pt>
                <c:pt idx="13693">
                  <c:v>7.0210995127643132</c:v>
                </c:pt>
                <c:pt idx="13694">
                  <c:v>7.0202973872183412</c:v>
                </c:pt>
                <c:pt idx="13695">
                  <c:v>7.020578454406408</c:v>
                </c:pt>
                <c:pt idx="13696">
                  <c:v>7.0199884892540094</c:v>
                </c:pt>
                <c:pt idx="13697">
                  <c:v>7.0189964363991866</c:v>
                </c:pt>
                <c:pt idx="13698">
                  <c:v>7.0187572336366078</c:v>
                </c:pt>
                <c:pt idx="13699">
                  <c:v>7.0187538434853911</c:v>
                </c:pt>
                <c:pt idx="13700">
                  <c:v>7.0171935855185357</c:v>
                </c:pt>
                <c:pt idx="13701">
                  <c:v>7.0159597281571768</c:v>
                </c:pt>
                <c:pt idx="13702">
                  <c:v>7.0158662230561815</c:v>
                </c:pt>
                <c:pt idx="13703">
                  <c:v>7.0163487282990902</c:v>
                </c:pt>
                <c:pt idx="13704">
                  <c:v>7.0168725460824044</c:v>
                </c:pt>
                <c:pt idx="13705">
                  <c:v>7.0168663965057787</c:v>
                </c:pt>
                <c:pt idx="13706">
                  <c:v>7.0161762247906783</c:v>
                </c:pt>
                <c:pt idx="13707">
                  <c:v>7.0154498651823589</c:v>
                </c:pt>
                <c:pt idx="13708">
                  <c:v>7.0146990649489904</c:v>
                </c:pt>
                <c:pt idx="13709">
                  <c:v>7.0143350573172079</c:v>
                </c:pt>
                <c:pt idx="13710">
                  <c:v>7.0161070026332801</c:v>
                </c:pt>
                <c:pt idx="13711">
                  <c:v>7.0170157996814835</c:v>
                </c:pt>
                <c:pt idx="13712">
                  <c:v>7.0151165265929771</c:v>
                </c:pt>
                <c:pt idx="13713">
                  <c:v>7.0140392469133852</c:v>
                </c:pt>
                <c:pt idx="13714">
                  <c:v>7.014573787035431</c:v>
                </c:pt>
                <c:pt idx="13715">
                  <c:v>7.0165805200334281</c:v>
                </c:pt>
                <c:pt idx="13716">
                  <c:v>7.0178024724451662</c:v>
                </c:pt>
                <c:pt idx="13717">
                  <c:v>7.0173723962850252</c:v>
                </c:pt>
                <c:pt idx="13718">
                  <c:v>7.0148862328324322</c:v>
                </c:pt>
                <c:pt idx="13719">
                  <c:v>7.0125895236443334</c:v>
                </c:pt>
                <c:pt idx="13720">
                  <c:v>7.010826566171021</c:v>
                </c:pt>
                <c:pt idx="13721">
                  <c:v>7.011375139942289</c:v>
                </c:pt>
                <c:pt idx="13722">
                  <c:v>7.0132806414481461</c:v>
                </c:pt>
                <c:pt idx="13723">
                  <c:v>7.0141880193632824</c:v>
                </c:pt>
                <c:pt idx="13724">
                  <c:v>7.0156275721786843</c:v>
                </c:pt>
                <c:pt idx="13725">
                  <c:v>7.0168321007899843</c:v>
                </c:pt>
                <c:pt idx="13726">
                  <c:v>7.0163187688232229</c:v>
                </c:pt>
                <c:pt idx="13727">
                  <c:v>7.0160300540847382</c:v>
                </c:pt>
                <c:pt idx="13728">
                  <c:v>7.0170971633106793</c:v>
                </c:pt>
                <c:pt idx="13729">
                  <c:v>7.0181726296535736</c:v>
                </c:pt>
                <c:pt idx="13730">
                  <c:v>7.0178610511045587</c:v>
                </c:pt>
                <c:pt idx="13731">
                  <c:v>7.0178695659029628</c:v>
                </c:pt>
                <c:pt idx="13732">
                  <c:v>7.0172146359923682</c:v>
                </c:pt>
                <c:pt idx="13733">
                  <c:v>7.0184930383638973</c:v>
                </c:pt>
                <c:pt idx="13734">
                  <c:v>7.0191727242624449</c:v>
                </c:pt>
                <c:pt idx="13735">
                  <c:v>7.0207249404752519</c:v>
                </c:pt>
                <c:pt idx="13736">
                  <c:v>7.0232380674561252</c:v>
                </c:pt>
                <c:pt idx="13737">
                  <c:v>7.0219543039152308</c:v>
                </c:pt>
                <c:pt idx="13738">
                  <c:v>7.0189274507639663</c:v>
                </c:pt>
                <c:pt idx="13739">
                  <c:v>7.017823049874643</c:v>
                </c:pt>
                <c:pt idx="13740">
                  <c:v>7.0172203913653641</c:v>
                </c:pt>
                <c:pt idx="13741">
                  <c:v>7.017924281366783</c:v>
                </c:pt>
                <c:pt idx="13742">
                  <c:v>7.0173799649947179</c:v>
                </c:pt>
                <c:pt idx="13743">
                  <c:v>7.0159401756571373</c:v>
                </c:pt>
                <c:pt idx="13744">
                  <c:v>7.0150230214919818</c:v>
                </c:pt>
                <c:pt idx="13745">
                  <c:v>7.0138132893927692</c:v>
                </c:pt>
                <c:pt idx="13746">
                  <c:v>7.0128299878585283</c:v>
                </c:pt>
                <c:pt idx="13747">
                  <c:v>7.0136571059146311</c:v>
                </c:pt>
                <c:pt idx="13748">
                  <c:v>7.0140805594537916</c:v>
                </c:pt>
                <c:pt idx="13749">
                  <c:v>7.013453066115833</c:v>
                </c:pt>
                <c:pt idx="13750">
                  <c:v>7.0134636307731117</c:v>
                </c:pt>
                <c:pt idx="13751">
                  <c:v>7.0132975922042293</c:v>
                </c:pt>
                <c:pt idx="13752">
                  <c:v>7.0128423658525048</c:v>
                </c:pt>
                <c:pt idx="13753">
                  <c:v>7.0144857219445278</c:v>
                </c:pt>
                <c:pt idx="13754">
                  <c:v>7.0156304892855452</c:v>
                </c:pt>
                <c:pt idx="13755">
                  <c:v>7.015209400968164</c:v>
                </c:pt>
                <c:pt idx="13756">
                  <c:v>7.016007269114934</c:v>
                </c:pt>
                <c:pt idx="13757">
                  <c:v>7.0161987732383038</c:v>
                </c:pt>
                <c:pt idx="13758">
                  <c:v>7.018012740661316</c:v>
                </c:pt>
                <c:pt idx="13759">
                  <c:v>7.0177724341285739</c:v>
                </c:pt>
                <c:pt idx="13760">
                  <c:v>7.0172837004683135</c:v>
                </c:pt>
                <c:pt idx="13761">
                  <c:v>7.0177237105599266</c:v>
                </c:pt>
                <c:pt idx="13762">
                  <c:v>7.0172016272725841</c:v>
                </c:pt>
                <c:pt idx="13763">
                  <c:v>7.0169975086330592</c:v>
                </c:pt>
                <c:pt idx="13764">
                  <c:v>7.0169148047115222</c:v>
                </c:pt>
                <c:pt idx="13765">
                  <c:v>7.0159677699112253</c:v>
                </c:pt>
                <c:pt idx="13766">
                  <c:v>7.0171290938046962</c:v>
                </c:pt>
                <c:pt idx="13767">
                  <c:v>7.0182508396537315</c:v>
                </c:pt>
                <c:pt idx="13768">
                  <c:v>7.017600088301613</c:v>
                </c:pt>
                <c:pt idx="13769">
                  <c:v>7.0176156199246282</c:v>
                </c:pt>
                <c:pt idx="13770">
                  <c:v>7.0175857392894878</c:v>
                </c:pt>
                <c:pt idx="13771">
                  <c:v>7.0163567700531386</c:v>
                </c:pt>
                <c:pt idx="13772">
                  <c:v>7.0172157397625314</c:v>
                </c:pt>
                <c:pt idx="13773">
                  <c:v>7.0176780617795931</c:v>
                </c:pt>
                <c:pt idx="13774">
                  <c:v>7.0173878490673145</c:v>
                </c:pt>
                <c:pt idx="13775">
                  <c:v>7.0158540027436569</c:v>
                </c:pt>
                <c:pt idx="13776">
                  <c:v>7.0153263217647712</c:v>
                </c:pt>
                <c:pt idx="13777">
                  <c:v>7.0164869360917077</c:v>
                </c:pt>
                <c:pt idx="13778">
                  <c:v>7.0188190447657641</c:v>
                </c:pt>
                <c:pt idx="13779">
                  <c:v>7.0222570523029377</c:v>
                </c:pt>
                <c:pt idx="13780">
                  <c:v>7.0229514814172411</c:v>
                </c:pt>
                <c:pt idx="13781">
                  <c:v>7.0210223276935935</c:v>
                </c:pt>
                <c:pt idx="13782">
                  <c:v>7.0181601728188712</c:v>
                </c:pt>
                <c:pt idx="13783">
                  <c:v>7.0167780160519717</c:v>
                </c:pt>
                <c:pt idx="13784">
                  <c:v>7.017049780034375</c:v>
                </c:pt>
                <c:pt idx="13785">
                  <c:v>7.015753953862407</c:v>
                </c:pt>
                <c:pt idx="13786">
                  <c:v>7.0148375092637849</c:v>
                </c:pt>
                <c:pt idx="13787">
                  <c:v>7.0140194578911679</c:v>
                </c:pt>
                <c:pt idx="13788">
                  <c:v>7.0124662167489236</c:v>
                </c:pt>
                <c:pt idx="13789">
                  <c:v>7.0117688705277601</c:v>
                </c:pt>
                <c:pt idx="13790">
                  <c:v>7.0124810388054053</c:v>
                </c:pt>
                <c:pt idx="13791">
                  <c:v>7.0144591526198772</c:v>
                </c:pt>
                <c:pt idx="13792">
                  <c:v>7.015895788328419</c:v>
                </c:pt>
                <c:pt idx="13793">
                  <c:v>7.0146934672574464</c:v>
                </c:pt>
                <c:pt idx="13794">
                  <c:v>7.0130633564073861</c:v>
                </c:pt>
                <c:pt idx="13795">
                  <c:v>7.0123182327062867</c:v>
                </c:pt>
                <c:pt idx="13796">
                  <c:v>7.0124821425755686</c:v>
                </c:pt>
                <c:pt idx="13797">
                  <c:v>7.0125283432409846</c:v>
                </c:pt>
                <c:pt idx="13798">
                  <c:v>7.014621643356092</c:v>
                </c:pt>
                <c:pt idx="13799">
                  <c:v>7.0177219760639558</c:v>
                </c:pt>
                <c:pt idx="13800">
                  <c:v>7.0188729718223248</c:v>
                </c:pt>
                <c:pt idx="13801">
                  <c:v>7.0193818887084314</c:v>
                </c:pt>
                <c:pt idx="13802">
                  <c:v>7.0195089011179617</c:v>
                </c:pt>
                <c:pt idx="13803">
                  <c:v>7.020878206846529</c:v>
                </c:pt>
                <c:pt idx="13804">
                  <c:v>7.0210384900424163</c:v>
                </c:pt>
                <c:pt idx="13805">
                  <c:v>7.0216335798420033</c:v>
                </c:pt>
                <c:pt idx="13806">
                  <c:v>7.0221153755183776</c:v>
                </c:pt>
                <c:pt idx="13807">
                  <c:v>7.0216407543480663</c:v>
                </c:pt>
                <c:pt idx="13808">
                  <c:v>7.0215014427852855</c:v>
                </c:pt>
                <c:pt idx="13809">
                  <c:v>7.0209579936612059</c:v>
                </c:pt>
                <c:pt idx="13810">
                  <c:v>7.0198080228322741</c:v>
                </c:pt>
                <c:pt idx="13811">
                  <c:v>7.0196337848278905</c:v>
                </c:pt>
                <c:pt idx="13812">
                  <c:v>7.0197458174994871</c:v>
                </c:pt>
                <c:pt idx="13813">
                  <c:v>7.0194966019647111</c:v>
                </c:pt>
                <c:pt idx="13814">
                  <c:v>7.019359261420079</c:v>
                </c:pt>
                <c:pt idx="13815">
                  <c:v>7.0184639461360163</c:v>
                </c:pt>
                <c:pt idx="13816">
                  <c:v>7.0165123228054682</c:v>
                </c:pt>
                <c:pt idx="13817">
                  <c:v>7.0159010706570584</c:v>
                </c:pt>
                <c:pt idx="13818">
                  <c:v>7.0172978129582617</c:v>
                </c:pt>
                <c:pt idx="13819">
                  <c:v>7.0163078888030403</c:v>
                </c:pt>
                <c:pt idx="13820">
                  <c:v>7.0133754080007567</c:v>
                </c:pt>
                <c:pt idx="13821">
                  <c:v>7.0120764281997507</c:v>
                </c:pt>
                <c:pt idx="13822">
                  <c:v>7.0139357290401927</c:v>
                </c:pt>
                <c:pt idx="13823">
                  <c:v>7.0153866349201346</c:v>
                </c:pt>
                <c:pt idx="13824">
                  <c:v>7.016285340355414</c:v>
                </c:pt>
                <c:pt idx="13825">
                  <c:v>7.0189583563285449</c:v>
                </c:pt>
                <c:pt idx="13826">
                  <c:v>7.0186271464387646</c:v>
                </c:pt>
                <c:pt idx="13827">
                  <c:v>7.0154275532569104</c:v>
                </c:pt>
                <c:pt idx="13828">
                  <c:v>7.0136969204812436</c:v>
                </c:pt>
                <c:pt idx="13829">
                  <c:v>7.0131688452987273</c:v>
                </c:pt>
                <c:pt idx="13830">
                  <c:v>7.0128265188665857</c:v>
                </c:pt>
                <c:pt idx="13831">
                  <c:v>7.0130777054195113</c:v>
                </c:pt>
                <c:pt idx="13832">
                  <c:v>7.0141588482946755</c:v>
                </c:pt>
                <c:pt idx="13833">
                  <c:v>7.0141235276494429</c:v>
                </c:pt>
                <c:pt idx="13834">
                  <c:v>7.0130033586149265</c:v>
                </c:pt>
                <c:pt idx="13835">
                  <c:v>7.0127881234330403</c:v>
                </c:pt>
                <c:pt idx="13836">
                  <c:v>7.0149531686087769</c:v>
                </c:pt>
                <c:pt idx="13837">
                  <c:v>7.0159956006874911</c:v>
                </c:pt>
                <c:pt idx="13838">
                  <c:v>7.016285261514688</c:v>
                </c:pt>
                <c:pt idx="13839">
                  <c:v>7.0168626909916583</c:v>
                </c:pt>
                <c:pt idx="13840">
                  <c:v>7.0179704820321982</c:v>
                </c:pt>
                <c:pt idx="13841">
                  <c:v>7.0170298333307057</c:v>
                </c:pt>
                <c:pt idx="13842">
                  <c:v>7.0163415537930272</c:v>
                </c:pt>
                <c:pt idx="13843">
                  <c:v>7.0182754379602326</c:v>
                </c:pt>
                <c:pt idx="13844">
                  <c:v>7.0184625270029484</c:v>
                </c:pt>
                <c:pt idx="13845">
                  <c:v>7.0155980857471736</c:v>
                </c:pt>
                <c:pt idx="13846">
                  <c:v>7.0135872530314263</c:v>
                </c:pt>
                <c:pt idx="13847">
                  <c:v>7.0135651776281556</c:v>
                </c:pt>
                <c:pt idx="13848">
                  <c:v>7.0143130607546631</c:v>
                </c:pt>
                <c:pt idx="13849">
                  <c:v>7.0158196281871366</c:v>
                </c:pt>
                <c:pt idx="13850">
                  <c:v>7.0167799082293953</c:v>
                </c:pt>
                <c:pt idx="13851">
                  <c:v>7.0168143616266416</c:v>
                </c:pt>
                <c:pt idx="13852">
                  <c:v>7.0168477900944515</c:v>
                </c:pt>
                <c:pt idx="13853">
                  <c:v>7.0168768823223324</c:v>
                </c:pt>
                <c:pt idx="13854">
                  <c:v>7.01741039751494</c:v>
                </c:pt>
                <c:pt idx="13855">
                  <c:v>7.0167364669893884</c:v>
                </c:pt>
                <c:pt idx="13856">
                  <c:v>7.015194973115312</c:v>
                </c:pt>
                <c:pt idx="13857">
                  <c:v>7.0152719216638548</c:v>
                </c:pt>
                <c:pt idx="13858">
                  <c:v>7.0146318926504678</c:v>
                </c:pt>
                <c:pt idx="13859">
                  <c:v>7.0167400936627828</c:v>
                </c:pt>
                <c:pt idx="13860">
                  <c:v>7.0177656538261406</c:v>
                </c:pt>
                <c:pt idx="13861">
                  <c:v>7.018028666487961</c:v>
                </c:pt>
                <c:pt idx="13862">
                  <c:v>7.0173565492991061</c:v>
                </c:pt>
                <c:pt idx="13863">
                  <c:v>7.0163224743373434</c:v>
                </c:pt>
                <c:pt idx="13864">
                  <c:v>7.0163451016256957</c:v>
                </c:pt>
                <c:pt idx="13865">
                  <c:v>7.0158431227234743</c:v>
                </c:pt>
                <c:pt idx="13866">
                  <c:v>7.0158013371387122</c:v>
                </c:pt>
                <c:pt idx="13867">
                  <c:v>7.0160253236411805</c:v>
                </c:pt>
                <c:pt idx="13868">
                  <c:v>7.0167322095901863</c:v>
                </c:pt>
                <c:pt idx="13869">
                  <c:v>7.0161697598511488</c:v>
                </c:pt>
                <c:pt idx="13870">
                  <c:v>7.0151832258471432</c:v>
                </c:pt>
                <c:pt idx="13871">
                  <c:v>7.0142280704520727</c:v>
                </c:pt>
                <c:pt idx="13872">
                  <c:v>7.0139631656128287</c:v>
                </c:pt>
                <c:pt idx="13873">
                  <c:v>7.0153949920370868</c:v>
                </c:pt>
                <c:pt idx="13874">
                  <c:v>7.0174568347025339</c:v>
                </c:pt>
                <c:pt idx="13875">
                  <c:v>7.0190799287279839</c:v>
                </c:pt>
                <c:pt idx="13876">
                  <c:v>7.0196810104227438</c:v>
                </c:pt>
                <c:pt idx="13877">
                  <c:v>7.0201993093552408</c:v>
                </c:pt>
                <c:pt idx="13878">
                  <c:v>7.0211091313328815</c:v>
                </c:pt>
                <c:pt idx="13879">
                  <c:v>7.0210272946593291</c:v>
                </c:pt>
                <c:pt idx="13880">
                  <c:v>7.02021807344802</c:v>
                </c:pt>
                <c:pt idx="13881">
                  <c:v>7.0192520380327661</c:v>
                </c:pt>
                <c:pt idx="13882">
                  <c:v>7.017009255901228</c:v>
                </c:pt>
                <c:pt idx="13883">
                  <c:v>7.0168549646005136</c:v>
                </c:pt>
                <c:pt idx="13884">
                  <c:v>7.0174651918194861</c:v>
                </c:pt>
                <c:pt idx="13885">
                  <c:v>7.018751162900708</c:v>
                </c:pt>
                <c:pt idx="13886">
                  <c:v>7.018775761207209</c:v>
                </c:pt>
                <c:pt idx="13887">
                  <c:v>7.0185320645232503</c:v>
                </c:pt>
                <c:pt idx="13888">
                  <c:v>7.0167359939450327</c:v>
                </c:pt>
                <c:pt idx="13889">
                  <c:v>7.0142093852000187</c:v>
                </c:pt>
                <c:pt idx="13890">
                  <c:v>7.0119929358709534</c:v>
                </c:pt>
                <c:pt idx="13891">
                  <c:v>7.0105755372995473</c:v>
                </c:pt>
                <c:pt idx="13892">
                  <c:v>7.01149978713004</c:v>
                </c:pt>
                <c:pt idx="13893">
                  <c:v>7.0126811365679051</c:v>
                </c:pt>
                <c:pt idx="13894">
                  <c:v>7.0149592393446758</c:v>
                </c:pt>
                <c:pt idx="13895">
                  <c:v>7.0162299941657862</c:v>
                </c:pt>
                <c:pt idx="13896">
                  <c:v>7.0176760907614435</c:v>
                </c:pt>
                <c:pt idx="13897">
                  <c:v>7.0175851874044053</c:v>
                </c:pt>
                <c:pt idx="13898">
                  <c:v>7.0166363392674116</c:v>
                </c:pt>
                <c:pt idx="13899">
                  <c:v>7.0175209322127436</c:v>
                </c:pt>
                <c:pt idx="13900">
                  <c:v>7.0187820684652866</c:v>
                </c:pt>
                <c:pt idx="13901">
                  <c:v>7.0199513552720791</c:v>
                </c:pt>
                <c:pt idx="13902">
                  <c:v>7.0188100569230043</c:v>
                </c:pt>
                <c:pt idx="13903">
                  <c:v>7.0163217647708098</c:v>
                </c:pt>
                <c:pt idx="13904">
                  <c:v>7.0161096043772373</c:v>
                </c:pt>
                <c:pt idx="13905">
                  <c:v>7.0170900676453432</c:v>
                </c:pt>
                <c:pt idx="13906">
                  <c:v>7.0179251486147685</c:v>
                </c:pt>
                <c:pt idx="13907">
                  <c:v>7.0167661899430769</c:v>
                </c:pt>
                <c:pt idx="13908">
                  <c:v>7.0164756618678945</c:v>
                </c:pt>
                <c:pt idx="13909">
                  <c:v>7.0167432472918208</c:v>
                </c:pt>
                <c:pt idx="13910">
                  <c:v>7.0181598574559674</c:v>
                </c:pt>
                <c:pt idx="13911">
                  <c:v>7.0203452435390021</c:v>
                </c:pt>
                <c:pt idx="13912">
                  <c:v>7.0210730222803894</c:v>
                </c:pt>
                <c:pt idx="13913">
                  <c:v>7.0186613633138331</c:v>
                </c:pt>
                <c:pt idx="13914">
                  <c:v>7.0165245431179928</c:v>
                </c:pt>
                <c:pt idx="13915">
                  <c:v>7.0175013797127042</c:v>
                </c:pt>
                <c:pt idx="13916">
                  <c:v>7.018649852567842</c:v>
                </c:pt>
                <c:pt idx="13917">
                  <c:v>7.0180203093710087</c:v>
                </c:pt>
                <c:pt idx="13918">
                  <c:v>7.0177848909632763</c:v>
                </c:pt>
                <c:pt idx="13919">
                  <c:v>7.0191843138491619</c:v>
                </c:pt>
                <c:pt idx="13920">
                  <c:v>7.0199187940522556</c:v>
                </c:pt>
                <c:pt idx="13921">
                  <c:v>7.0189030101389172</c:v>
                </c:pt>
                <c:pt idx="13922">
                  <c:v>7.0161410618268976</c:v>
                </c:pt>
                <c:pt idx="13923">
                  <c:v>7.0155432914426274</c:v>
                </c:pt>
                <c:pt idx="13924">
                  <c:v>7.0156546933884165</c:v>
                </c:pt>
                <c:pt idx="13925">
                  <c:v>7.0145661394850123</c:v>
                </c:pt>
                <c:pt idx="13926">
                  <c:v>7.014482568315489</c:v>
                </c:pt>
                <c:pt idx="13927">
                  <c:v>7.0164831517368613</c:v>
                </c:pt>
                <c:pt idx="13928">
                  <c:v>7.0159195193869346</c:v>
                </c:pt>
                <c:pt idx="13929">
                  <c:v>7.0142450212081551</c:v>
                </c:pt>
                <c:pt idx="13930">
                  <c:v>7.0144192592125387</c:v>
                </c:pt>
                <c:pt idx="13931">
                  <c:v>7.0151841719358554</c:v>
                </c:pt>
                <c:pt idx="13932">
                  <c:v>7.0148766142638639</c:v>
                </c:pt>
                <c:pt idx="13933">
                  <c:v>7.0148010060076631</c:v>
                </c:pt>
                <c:pt idx="13934">
                  <c:v>7.0157401567353634</c:v>
                </c:pt>
                <c:pt idx="13935">
                  <c:v>7.0162057112221889</c:v>
                </c:pt>
                <c:pt idx="13936">
                  <c:v>7.0163901985209476</c:v>
                </c:pt>
                <c:pt idx="13937">
                  <c:v>7.0159259843264641</c:v>
                </c:pt>
                <c:pt idx="13938">
                  <c:v>7.0168540973525282</c:v>
                </c:pt>
                <c:pt idx="13939">
                  <c:v>7.0164785001340295</c:v>
                </c:pt>
                <c:pt idx="13940">
                  <c:v>7.0170585313549569</c:v>
                </c:pt>
                <c:pt idx="13941">
                  <c:v>7.0167014617070596</c:v>
                </c:pt>
                <c:pt idx="13942">
                  <c:v>7.014205995048802</c:v>
                </c:pt>
                <c:pt idx="13943">
                  <c:v>7.0144254087891644</c:v>
                </c:pt>
                <c:pt idx="13944">
                  <c:v>7.0168721518787747</c:v>
                </c:pt>
                <c:pt idx="13945">
                  <c:v>7.018917674513947</c:v>
                </c:pt>
                <c:pt idx="13946">
                  <c:v>7.0164711679465146</c:v>
                </c:pt>
                <c:pt idx="13947">
                  <c:v>7.0137163152998312</c:v>
                </c:pt>
                <c:pt idx="13948">
                  <c:v>7.0148396379633864</c:v>
                </c:pt>
                <c:pt idx="13949">
                  <c:v>7.0160053769375113</c:v>
                </c:pt>
                <c:pt idx="13950">
                  <c:v>7.0152701083271571</c:v>
                </c:pt>
                <c:pt idx="13951">
                  <c:v>7.0164510635613935</c:v>
                </c:pt>
                <c:pt idx="13952">
                  <c:v>7.0188575190400355</c:v>
                </c:pt>
                <c:pt idx="13953">
                  <c:v>7.0200622053327866</c:v>
                </c:pt>
                <c:pt idx="13954">
                  <c:v>7.0192547974581752</c:v>
                </c:pt>
                <c:pt idx="13955">
                  <c:v>7.0193471987890064</c:v>
                </c:pt>
                <c:pt idx="13956">
                  <c:v>7.018803276620571</c:v>
                </c:pt>
                <c:pt idx="13957">
                  <c:v>7.0182763840489439</c:v>
                </c:pt>
                <c:pt idx="13958">
                  <c:v>7.0175245588861381</c:v>
                </c:pt>
                <c:pt idx="13959">
                  <c:v>7.0171497500748989</c:v>
                </c:pt>
                <c:pt idx="13960">
                  <c:v>7.0171310648228449</c:v>
                </c:pt>
                <c:pt idx="13961">
                  <c:v>7.0157530077736956</c:v>
                </c:pt>
                <c:pt idx="13962">
                  <c:v>7.0148834734070231</c:v>
                </c:pt>
                <c:pt idx="13963">
                  <c:v>7.0154016934987942</c:v>
                </c:pt>
                <c:pt idx="13964">
                  <c:v>7.0166685851243322</c:v>
                </c:pt>
                <c:pt idx="13965">
                  <c:v>7.0179125340986142</c:v>
                </c:pt>
                <c:pt idx="13966">
                  <c:v>7.0184396631924191</c:v>
                </c:pt>
                <c:pt idx="13967">
                  <c:v>7.0187827780318202</c:v>
                </c:pt>
                <c:pt idx="13968">
                  <c:v>7.0177118056103058</c:v>
                </c:pt>
                <c:pt idx="13969">
                  <c:v>7.0163804222709283</c:v>
                </c:pt>
                <c:pt idx="13970">
                  <c:v>7.0153532064523247</c:v>
                </c:pt>
                <c:pt idx="13971">
                  <c:v>7.0158616502940756</c:v>
                </c:pt>
                <c:pt idx="13972">
                  <c:v>7.0176728582916788</c:v>
                </c:pt>
                <c:pt idx="13973">
                  <c:v>7.0187266434349329</c:v>
                </c:pt>
                <c:pt idx="13974">
                  <c:v>7.0185421561361734</c:v>
                </c:pt>
                <c:pt idx="13975">
                  <c:v>7.0176644223340006</c:v>
                </c:pt>
                <c:pt idx="13976">
                  <c:v>7.0166492691464706</c:v>
                </c:pt>
                <c:pt idx="13977">
                  <c:v>7.0170439458206531</c:v>
                </c:pt>
                <c:pt idx="13978">
                  <c:v>7.017000583421372</c:v>
                </c:pt>
                <c:pt idx="13979">
                  <c:v>7.0179370535643892</c:v>
                </c:pt>
                <c:pt idx="13980">
                  <c:v>7.0165459877954559</c:v>
                </c:pt>
                <c:pt idx="13981">
                  <c:v>7.0135021838881091</c:v>
                </c:pt>
                <c:pt idx="13982">
                  <c:v>7.0132601428593953</c:v>
                </c:pt>
                <c:pt idx="13983">
                  <c:v>7.0152198079439918</c:v>
                </c:pt>
                <c:pt idx="13984">
                  <c:v>7.0163570065753165</c:v>
                </c:pt>
                <c:pt idx="13985">
                  <c:v>7.0169275769091284</c:v>
                </c:pt>
                <c:pt idx="13986">
                  <c:v>7.0200018133366973</c:v>
                </c:pt>
                <c:pt idx="13987">
                  <c:v>7.0193933206136965</c:v>
                </c:pt>
                <c:pt idx="13988">
                  <c:v>7.0184446301581547</c:v>
                </c:pt>
                <c:pt idx="13989">
                  <c:v>7.019013308314543</c:v>
                </c:pt>
                <c:pt idx="13990">
                  <c:v>7.0194559201501123</c:v>
                </c:pt>
                <c:pt idx="13991">
                  <c:v>7.0197648969551709</c:v>
                </c:pt>
                <c:pt idx="13992">
                  <c:v>7.0195240385373472</c:v>
                </c:pt>
                <c:pt idx="13993">
                  <c:v>7.0190636086977092</c:v>
                </c:pt>
                <c:pt idx="13994">
                  <c:v>7.0178448887557359</c:v>
                </c:pt>
                <c:pt idx="13995">
                  <c:v>7.016189706554818</c:v>
                </c:pt>
                <c:pt idx="13996">
                  <c:v>7.0150724546271626</c:v>
                </c:pt>
                <c:pt idx="13997">
                  <c:v>7.0143870921963449</c:v>
                </c:pt>
                <c:pt idx="13998">
                  <c:v>7.0149244705845248</c:v>
                </c:pt>
                <c:pt idx="13999">
                  <c:v>7.0176656837856166</c:v>
                </c:pt>
                <c:pt idx="14000">
                  <c:v>7.0186031788580712</c:v>
                </c:pt>
                <c:pt idx="14001">
                  <c:v>7.0177787413866506</c:v>
                </c:pt>
                <c:pt idx="14002">
                  <c:v>7.0185531149970828</c:v>
                </c:pt>
                <c:pt idx="14003">
                  <c:v>7.0202558381557578</c:v>
                </c:pt>
                <c:pt idx="14004">
                  <c:v>7.0196687112694933</c:v>
                </c:pt>
                <c:pt idx="14005">
                  <c:v>7.0192813667828258</c:v>
                </c:pt>
                <c:pt idx="14006">
                  <c:v>7.0192516438291364</c:v>
                </c:pt>
                <c:pt idx="14007">
                  <c:v>7.0185222882732301</c:v>
                </c:pt>
                <c:pt idx="14008">
                  <c:v>7.0177672306406595</c:v>
                </c:pt>
                <c:pt idx="14009">
                  <c:v>7.018219776407701</c:v>
                </c:pt>
                <c:pt idx="14010">
                  <c:v>7.0192353237988616</c:v>
                </c:pt>
                <c:pt idx="14011">
                  <c:v>7.0200871978429173</c:v>
                </c:pt>
                <c:pt idx="14012">
                  <c:v>7.0201408883773002</c:v>
                </c:pt>
                <c:pt idx="14013">
                  <c:v>7.0189535470442612</c:v>
                </c:pt>
                <c:pt idx="14014">
                  <c:v>7.019947255554329</c:v>
                </c:pt>
                <c:pt idx="14015">
                  <c:v>7.0201478263611854</c:v>
                </c:pt>
                <c:pt idx="14016">
                  <c:v>7.0182412999258901</c:v>
                </c:pt>
                <c:pt idx="14017">
                  <c:v>7.0176011920717762</c:v>
                </c:pt>
                <c:pt idx="14018">
                  <c:v>7.019396947287091</c:v>
                </c:pt>
                <c:pt idx="14019">
                  <c:v>7.0182024314479889</c:v>
                </c:pt>
                <c:pt idx="14020">
                  <c:v>7.0151274066131597</c:v>
                </c:pt>
                <c:pt idx="14021">
                  <c:v>7.0152017534177453</c:v>
                </c:pt>
                <c:pt idx="14022">
                  <c:v>7.0157915608886929</c:v>
                </c:pt>
                <c:pt idx="14023">
                  <c:v>7.0156859143158989</c:v>
                </c:pt>
                <c:pt idx="14024">
                  <c:v>7.0156354562512808</c:v>
                </c:pt>
                <c:pt idx="14025">
                  <c:v>7.0146961478421295</c:v>
                </c:pt>
                <c:pt idx="14026">
                  <c:v>7.0142332739399862</c:v>
                </c:pt>
                <c:pt idx="14027">
                  <c:v>7.0157005786909288</c:v>
                </c:pt>
                <c:pt idx="14028">
                  <c:v>7.016532900234945</c:v>
                </c:pt>
                <c:pt idx="14029">
                  <c:v>7.0196639808259356</c:v>
                </c:pt>
                <c:pt idx="14030">
                  <c:v>7.0226690739368332</c:v>
                </c:pt>
                <c:pt idx="14031">
                  <c:v>7.0230600450968952</c:v>
                </c:pt>
                <c:pt idx="14032">
                  <c:v>7.0228165849351143</c:v>
                </c:pt>
                <c:pt idx="14033">
                  <c:v>7.0210266639335215</c:v>
                </c:pt>
                <c:pt idx="14034">
                  <c:v>7.0203882905753794</c:v>
                </c:pt>
                <c:pt idx="14035">
                  <c:v>7.019334663113578</c:v>
                </c:pt>
                <c:pt idx="14036">
                  <c:v>7.0177185859127391</c:v>
                </c:pt>
                <c:pt idx="14037">
                  <c:v>7.0166163925637424</c:v>
                </c:pt>
                <c:pt idx="14038">
                  <c:v>7.0169474447720717</c:v>
                </c:pt>
                <c:pt idx="14039">
                  <c:v>7.0186887210457432</c:v>
                </c:pt>
                <c:pt idx="14040">
                  <c:v>7.0208519528847821</c:v>
                </c:pt>
                <c:pt idx="14041">
                  <c:v>7.0212921206578471</c:v>
                </c:pt>
                <c:pt idx="14042">
                  <c:v>7.021282265567101</c:v>
                </c:pt>
                <c:pt idx="14043">
                  <c:v>7.0214077011621123</c:v>
                </c:pt>
                <c:pt idx="14044">
                  <c:v>7.0221320897522821</c:v>
                </c:pt>
                <c:pt idx="14045">
                  <c:v>7.0209341049212384</c:v>
                </c:pt>
                <c:pt idx="14046">
                  <c:v>7.0194537914505117</c:v>
                </c:pt>
                <c:pt idx="14047">
                  <c:v>7.0206073889528371</c:v>
                </c:pt>
                <c:pt idx="14048">
                  <c:v>7.0200634667844017</c:v>
                </c:pt>
                <c:pt idx="14049">
                  <c:v>7.0189935192923256</c:v>
                </c:pt>
                <c:pt idx="14050">
                  <c:v>7.0197486557656221</c:v>
                </c:pt>
                <c:pt idx="14051">
                  <c:v>7.0195563632349929</c:v>
                </c:pt>
                <c:pt idx="14052">
                  <c:v>7.0181731815386552</c:v>
                </c:pt>
                <c:pt idx="14053">
                  <c:v>7.0159707658588122</c:v>
                </c:pt>
                <c:pt idx="14054">
                  <c:v>7.0147443195256942</c:v>
                </c:pt>
                <c:pt idx="14055">
                  <c:v>7.0153331809079296</c:v>
                </c:pt>
                <c:pt idx="14056">
                  <c:v>7.0158183667355205</c:v>
                </c:pt>
                <c:pt idx="14057">
                  <c:v>7.0158920039735726</c:v>
                </c:pt>
                <c:pt idx="14058">
                  <c:v>7.0162913322505878</c:v>
                </c:pt>
                <c:pt idx="14059">
                  <c:v>7.0177293082514707</c:v>
                </c:pt>
                <c:pt idx="14060">
                  <c:v>7.0183615320329871</c:v>
                </c:pt>
                <c:pt idx="14061">
                  <c:v>7.0155066305050537</c:v>
                </c:pt>
                <c:pt idx="14062">
                  <c:v>7.013765748435012</c:v>
                </c:pt>
                <c:pt idx="14063">
                  <c:v>7.012611835569782</c:v>
                </c:pt>
                <c:pt idx="14064">
                  <c:v>7.0127304120216341</c:v>
                </c:pt>
                <c:pt idx="14065">
                  <c:v>7.0142194768129427</c:v>
                </c:pt>
                <c:pt idx="14066">
                  <c:v>7.0151881139721537</c:v>
                </c:pt>
                <c:pt idx="14067">
                  <c:v>7.015671407622321</c:v>
                </c:pt>
                <c:pt idx="14068">
                  <c:v>7.015452703448493</c:v>
                </c:pt>
                <c:pt idx="14069">
                  <c:v>7.0140304167520773</c:v>
                </c:pt>
                <c:pt idx="14070">
                  <c:v>7.0118659234614231</c:v>
                </c:pt>
                <c:pt idx="14071">
                  <c:v>7.0103453223797283</c:v>
                </c:pt>
                <c:pt idx="14072">
                  <c:v>7.0112325959097435</c:v>
                </c:pt>
                <c:pt idx="14073">
                  <c:v>7.0110149955060788</c:v>
                </c:pt>
                <c:pt idx="14074">
                  <c:v>7.0106202399911695</c:v>
                </c:pt>
                <c:pt idx="14075">
                  <c:v>7.0121477790567495</c:v>
                </c:pt>
                <c:pt idx="14076">
                  <c:v>7.0143410492123808</c:v>
                </c:pt>
                <c:pt idx="14077">
                  <c:v>7.0164526403759124</c:v>
                </c:pt>
                <c:pt idx="14078">
                  <c:v>7.017351109289014</c:v>
                </c:pt>
                <c:pt idx="14079">
                  <c:v>7.0178267553887634</c:v>
                </c:pt>
                <c:pt idx="14080">
                  <c:v>7.0154412715432279</c:v>
                </c:pt>
                <c:pt idx="14081">
                  <c:v>7.0119336476450274</c:v>
                </c:pt>
                <c:pt idx="14082">
                  <c:v>7.012720399249436</c:v>
                </c:pt>
                <c:pt idx="14083">
                  <c:v>7.0134476261057408</c:v>
                </c:pt>
                <c:pt idx="14084">
                  <c:v>7.0137718980116368</c:v>
                </c:pt>
                <c:pt idx="14085">
                  <c:v>7.0144904523880856</c:v>
                </c:pt>
                <c:pt idx="14086">
                  <c:v>7.0140068433750136</c:v>
                </c:pt>
                <c:pt idx="14087">
                  <c:v>7.014332061369621</c:v>
                </c:pt>
                <c:pt idx="14088">
                  <c:v>7.0143225216417795</c:v>
                </c:pt>
                <c:pt idx="14089">
                  <c:v>7.0124693703779624</c:v>
                </c:pt>
                <c:pt idx="14090">
                  <c:v>7.0111673946293696</c:v>
                </c:pt>
                <c:pt idx="14091">
                  <c:v>7.0118029297213766</c:v>
                </c:pt>
                <c:pt idx="14092">
                  <c:v>7.0130191267601196</c:v>
                </c:pt>
                <c:pt idx="14093">
                  <c:v>7.0143755814503539</c:v>
                </c:pt>
                <c:pt idx="14094">
                  <c:v>7.0170001103770163</c:v>
                </c:pt>
                <c:pt idx="14095">
                  <c:v>7.0178007379491953</c:v>
                </c:pt>
                <c:pt idx="14096">
                  <c:v>7.0152683738311863</c:v>
                </c:pt>
                <c:pt idx="14097">
                  <c:v>7.0151164477522512</c:v>
                </c:pt>
                <c:pt idx="14098">
                  <c:v>7.0158864851227554</c:v>
                </c:pt>
                <c:pt idx="14099">
                  <c:v>7.0171841246314193</c:v>
                </c:pt>
                <c:pt idx="14100">
                  <c:v>7.018784512527791</c:v>
                </c:pt>
                <c:pt idx="14101">
                  <c:v>7.019774909727369</c:v>
                </c:pt>
                <c:pt idx="14102">
                  <c:v>7.0188887399675179</c:v>
                </c:pt>
                <c:pt idx="14103">
                  <c:v>7.017520380327662</c:v>
                </c:pt>
                <c:pt idx="14104">
                  <c:v>7.0174882133114682</c:v>
                </c:pt>
                <c:pt idx="14105">
                  <c:v>7.0174796985130641</c:v>
                </c:pt>
                <c:pt idx="14106">
                  <c:v>7.015362825020893</c:v>
                </c:pt>
                <c:pt idx="14107">
                  <c:v>7.0138241694129517</c:v>
                </c:pt>
                <c:pt idx="14108">
                  <c:v>7.0155063939828759</c:v>
                </c:pt>
                <c:pt idx="14109">
                  <c:v>7.0158123748403476</c:v>
                </c:pt>
                <c:pt idx="14110">
                  <c:v>7.0159093489332847</c:v>
                </c:pt>
                <c:pt idx="14111">
                  <c:v>7.0188613033948819</c:v>
                </c:pt>
                <c:pt idx="14112">
                  <c:v>7.0200825462400855</c:v>
                </c:pt>
                <c:pt idx="14113">
                  <c:v>7.0201145555748274</c:v>
                </c:pt>
                <c:pt idx="14114">
                  <c:v>7.0192460461375932</c:v>
                </c:pt>
                <c:pt idx="14115">
                  <c:v>7.0186064901685619</c:v>
                </c:pt>
                <c:pt idx="14116">
                  <c:v>7.0187000741102823</c:v>
                </c:pt>
                <c:pt idx="14117">
                  <c:v>7.018742490420852</c:v>
                </c:pt>
                <c:pt idx="14118">
                  <c:v>7.0189344675885774</c:v>
                </c:pt>
                <c:pt idx="14119">
                  <c:v>7.0174450085936391</c:v>
                </c:pt>
                <c:pt idx="14120">
                  <c:v>7.0161015626231888</c:v>
                </c:pt>
                <c:pt idx="14121">
                  <c:v>7.0163236569482335</c:v>
                </c:pt>
                <c:pt idx="14122">
                  <c:v>7.0167155741970069</c:v>
                </c:pt>
                <c:pt idx="14123">
                  <c:v>7.0159081663223954</c:v>
                </c:pt>
                <c:pt idx="14124">
                  <c:v>7.0153374383071316</c:v>
                </c:pt>
                <c:pt idx="14125">
                  <c:v>7.0145852189406961</c:v>
                </c:pt>
                <c:pt idx="14126">
                  <c:v>7.0152800422586292</c:v>
                </c:pt>
                <c:pt idx="14127">
                  <c:v>7.0156217379649632</c:v>
                </c:pt>
                <c:pt idx="14128">
                  <c:v>7.0149956637600717</c:v>
                </c:pt>
                <c:pt idx="14129">
                  <c:v>7.0151714785789752</c:v>
                </c:pt>
                <c:pt idx="14130">
                  <c:v>7.0176751446727321</c:v>
                </c:pt>
                <c:pt idx="14131">
                  <c:v>7.0187402828805245</c:v>
                </c:pt>
                <c:pt idx="14132">
                  <c:v>7.0168097100238098</c:v>
                </c:pt>
                <c:pt idx="14133">
                  <c:v>7.0152205963512513</c:v>
                </c:pt>
                <c:pt idx="14134">
                  <c:v>7.0145492675696559</c:v>
                </c:pt>
                <c:pt idx="14135">
                  <c:v>7.014465065674325</c:v>
                </c:pt>
                <c:pt idx="14136">
                  <c:v>7.0150069379838849</c:v>
                </c:pt>
                <c:pt idx="14137">
                  <c:v>7.0157765811507593</c:v>
                </c:pt>
                <c:pt idx="14138">
                  <c:v>7.0165034926441603</c:v>
                </c:pt>
                <c:pt idx="14139">
                  <c:v>7.0196608271968968</c:v>
                </c:pt>
                <c:pt idx="14140">
                  <c:v>7.021437187593623</c:v>
                </c:pt>
                <c:pt idx="14141">
                  <c:v>7.0198482316025164</c:v>
                </c:pt>
                <c:pt idx="14142">
                  <c:v>7.0195636954225078</c:v>
                </c:pt>
                <c:pt idx="14143">
                  <c:v>7.0190339645847457</c:v>
                </c:pt>
                <c:pt idx="14144">
                  <c:v>7.0177996341790312</c:v>
                </c:pt>
                <c:pt idx="14145">
                  <c:v>7.0153148110187802</c:v>
                </c:pt>
                <c:pt idx="14146">
                  <c:v>7.0142961888393067</c:v>
                </c:pt>
                <c:pt idx="14147">
                  <c:v>7.0160378593166088</c:v>
                </c:pt>
                <c:pt idx="14148">
                  <c:v>7.017546397767231</c:v>
                </c:pt>
                <c:pt idx="14149">
                  <c:v>7.0173391254986672</c:v>
                </c:pt>
                <c:pt idx="14150">
                  <c:v>7.0174170989766473</c:v>
                </c:pt>
                <c:pt idx="14151">
                  <c:v>7.0188530251186556</c:v>
                </c:pt>
                <c:pt idx="14152">
                  <c:v>7.0193543732950694</c:v>
                </c:pt>
                <c:pt idx="14153">
                  <c:v>7.0190003784354849</c:v>
                </c:pt>
                <c:pt idx="14154">
                  <c:v>7.0200394203629823</c:v>
                </c:pt>
                <c:pt idx="14155">
                  <c:v>7.0186698781122381</c:v>
                </c:pt>
                <c:pt idx="14156">
                  <c:v>7.0173474037748935</c:v>
                </c:pt>
                <c:pt idx="14157">
                  <c:v>7.017553729954745</c:v>
                </c:pt>
                <c:pt idx="14158">
                  <c:v>7.0170496223529231</c:v>
                </c:pt>
                <c:pt idx="14159">
                  <c:v>7.0166528958198651</c:v>
                </c:pt>
                <c:pt idx="14160">
                  <c:v>7.0166563648118068</c:v>
                </c:pt>
                <c:pt idx="14161">
                  <c:v>7.0164699853356254</c:v>
                </c:pt>
                <c:pt idx="14162">
                  <c:v>7.0159792018164904</c:v>
                </c:pt>
                <c:pt idx="14163">
                  <c:v>7.0156795282170954</c:v>
                </c:pt>
                <c:pt idx="14164">
                  <c:v>7.0146385152714483</c:v>
                </c:pt>
                <c:pt idx="14165">
                  <c:v>7.0148652611993247</c:v>
                </c:pt>
                <c:pt idx="14166">
                  <c:v>7.0168558318484999</c:v>
                </c:pt>
                <c:pt idx="14167">
                  <c:v>7.0182326274460332</c:v>
                </c:pt>
                <c:pt idx="14168">
                  <c:v>7.0174719721219194</c:v>
                </c:pt>
                <c:pt idx="14169">
                  <c:v>7.0167499487535281</c:v>
                </c:pt>
                <c:pt idx="14170">
                  <c:v>7.0149139059272461</c:v>
                </c:pt>
                <c:pt idx="14171">
                  <c:v>7.0156905659187307</c:v>
                </c:pt>
                <c:pt idx="14172">
                  <c:v>7.0158938961509953</c:v>
                </c:pt>
                <c:pt idx="14173">
                  <c:v>7.0143794446459262</c:v>
                </c:pt>
                <c:pt idx="14174">
                  <c:v>7.0156677021082015</c:v>
                </c:pt>
                <c:pt idx="14175">
                  <c:v>7.0170212396915748</c:v>
                </c:pt>
                <c:pt idx="14176">
                  <c:v>7.0186406282029044</c:v>
                </c:pt>
                <c:pt idx="14177">
                  <c:v>7.0196867657957398</c:v>
                </c:pt>
                <c:pt idx="14178">
                  <c:v>7.0193535848878099</c:v>
                </c:pt>
                <c:pt idx="14179">
                  <c:v>7.0173536321922452</c:v>
                </c:pt>
                <c:pt idx="14180">
                  <c:v>7.0162362225831378</c:v>
                </c:pt>
                <c:pt idx="14181">
                  <c:v>7.0147913874390957</c:v>
                </c:pt>
                <c:pt idx="14182">
                  <c:v>7.0134974534445513</c:v>
                </c:pt>
                <c:pt idx="14183">
                  <c:v>7.0139234298869422</c:v>
                </c:pt>
                <c:pt idx="14184">
                  <c:v>7.0135752692410795</c:v>
                </c:pt>
                <c:pt idx="14185">
                  <c:v>7.0140556457843868</c:v>
                </c:pt>
                <c:pt idx="14186">
                  <c:v>7.0147018243743986</c:v>
                </c:pt>
                <c:pt idx="14187">
                  <c:v>7.0160646651634364</c:v>
                </c:pt>
                <c:pt idx="14188">
                  <c:v>7.0167117110014345</c:v>
                </c:pt>
                <c:pt idx="14189">
                  <c:v>7.0169089704978003</c:v>
                </c:pt>
                <c:pt idx="14190">
                  <c:v>7.0182248222141626</c:v>
                </c:pt>
                <c:pt idx="14191">
                  <c:v>7.0186850155316227</c:v>
                </c:pt>
                <c:pt idx="14192">
                  <c:v>7.0180250398145665</c:v>
                </c:pt>
                <c:pt idx="14193">
                  <c:v>7.0175808511644773</c:v>
                </c:pt>
                <c:pt idx="14194">
                  <c:v>7.0174165470915657</c:v>
                </c:pt>
                <c:pt idx="14195">
                  <c:v>7.0178517478988942</c:v>
                </c:pt>
                <c:pt idx="14196">
                  <c:v>7.0179543196833754</c:v>
                </c:pt>
                <c:pt idx="14197">
                  <c:v>7.0201058830949714</c:v>
                </c:pt>
                <c:pt idx="14198">
                  <c:v>7.0219224522619408</c:v>
                </c:pt>
                <c:pt idx="14199">
                  <c:v>7.0214984468376986</c:v>
                </c:pt>
                <c:pt idx="14200">
                  <c:v>7.0200763966634607</c:v>
                </c:pt>
                <c:pt idx="14201">
                  <c:v>7.0173780728172943</c:v>
                </c:pt>
                <c:pt idx="14202">
                  <c:v>7.0169219003768584</c:v>
                </c:pt>
                <c:pt idx="14203">
                  <c:v>7.0174849808417035</c:v>
                </c:pt>
                <c:pt idx="14204">
                  <c:v>7.0165222567369403</c:v>
                </c:pt>
                <c:pt idx="14205">
                  <c:v>7.0168585124331821</c:v>
                </c:pt>
                <c:pt idx="14206">
                  <c:v>7.0170008199435498</c:v>
                </c:pt>
                <c:pt idx="14207">
                  <c:v>7.0157257288825114</c:v>
                </c:pt>
                <c:pt idx="14208">
                  <c:v>7.015523738942588</c:v>
                </c:pt>
                <c:pt idx="14209">
                  <c:v>7.0176209810939936</c:v>
                </c:pt>
                <c:pt idx="14210">
                  <c:v>7.0181091628691714</c:v>
                </c:pt>
                <c:pt idx="14211">
                  <c:v>7.0174435106198461</c:v>
                </c:pt>
                <c:pt idx="14212">
                  <c:v>7.0160821678046013</c:v>
                </c:pt>
                <c:pt idx="14213">
                  <c:v>7.0156557971585807</c:v>
                </c:pt>
                <c:pt idx="14214">
                  <c:v>7.0155947744366829</c:v>
                </c:pt>
                <c:pt idx="14215">
                  <c:v>7.0147194058562894</c:v>
                </c:pt>
                <c:pt idx="14216">
                  <c:v>7.0151931597786152</c:v>
                </c:pt>
                <c:pt idx="14217">
                  <c:v>7.0171779750547945</c:v>
                </c:pt>
                <c:pt idx="14218">
                  <c:v>7.0178914047840548</c:v>
                </c:pt>
                <c:pt idx="14219">
                  <c:v>7.0172199183210076</c:v>
                </c:pt>
                <c:pt idx="14220">
                  <c:v>7.0172791277062077</c:v>
                </c:pt>
                <c:pt idx="14221">
                  <c:v>7.0177703054289724</c:v>
                </c:pt>
                <c:pt idx="14222">
                  <c:v>7.0180537378388177</c:v>
                </c:pt>
                <c:pt idx="14223">
                  <c:v>7.0181902111354644</c:v>
                </c:pt>
                <c:pt idx="14224">
                  <c:v>7.0178315646730471</c:v>
                </c:pt>
                <c:pt idx="14225">
                  <c:v>7.0184774279001561</c:v>
                </c:pt>
                <c:pt idx="14226">
                  <c:v>7.0204093410492128</c:v>
                </c:pt>
                <c:pt idx="14227">
                  <c:v>7.0208473801226763</c:v>
                </c:pt>
                <c:pt idx="14228">
                  <c:v>7.0200074898689664</c:v>
                </c:pt>
                <c:pt idx="14229">
                  <c:v>7.0168868162538045</c:v>
                </c:pt>
                <c:pt idx="14230">
                  <c:v>7.0144142922468031</c:v>
                </c:pt>
                <c:pt idx="14231">
                  <c:v>7.0137041738280326</c:v>
                </c:pt>
                <c:pt idx="14232">
                  <c:v>7.0133344896639809</c:v>
                </c:pt>
                <c:pt idx="14233">
                  <c:v>7.01337201784954</c:v>
                </c:pt>
                <c:pt idx="14234">
                  <c:v>7.0132826913070216</c:v>
                </c:pt>
                <c:pt idx="14235">
                  <c:v>7.0133110739683691</c:v>
                </c:pt>
                <c:pt idx="14236">
                  <c:v>7.0145974392532207</c:v>
                </c:pt>
                <c:pt idx="14237">
                  <c:v>7.0160470048408206</c:v>
                </c:pt>
                <c:pt idx="14238">
                  <c:v>7.0154746211703118</c:v>
                </c:pt>
                <c:pt idx="14239">
                  <c:v>7.0129274349958211</c:v>
                </c:pt>
                <c:pt idx="14240">
                  <c:v>7.0139085289897354</c:v>
                </c:pt>
                <c:pt idx="14241">
                  <c:v>7.0155899651523992</c:v>
                </c:pt>
                <c:pt idx="14242">
                  <c:v>7.0153796969362494</c:v>
                </c:pt>
                <c:pt idx="14243">
                  <c:v>7.0162787965751585</c:v>
                </c:pt>
                <c:pt idx="14244">
                  <c:v>7.0170138286633339</c:v>
                </c:pt>
                <c:pt idx="14245">
                  <c:v>7.0155593749507243</c:v>
                </c:pt>
                <c:pt idx="14246">
                  <c:v>7.0140875762784027</c:v>
                </c:pt>
                <c:pt idx="14247">
                  <c:v>7.014039483435563</c:v>
                </c:pt>
                <c:pt idx="14248">
                  <c:v>7.0141280215708228</c:v>
                </c:pt>
                <c:pt idx="14249">
                  <c:v>7.0139476339898135</c:v>
                </c:pt>
                <c:pt idx="14250">
                  <c:v>7.0133929894826474</c:v>
                </c:pt>
                <c:pt idx="14251">
                  <c:v>7.0128567937053568</c:v>
                </c:pt>
                <c:pt idx="14252">
                  <c:v>7.0124729970513568</c:v>
                </c:pt>
                <c:pt idx="14253">
                  <c:v>7.0132990901780223</c:v>
                </c:pt>
                <c:pt idx="14254">
                  <c:v>7.0152183099701979</c:v>
                </c:pt>
                <c:pt idx="14255">
                  <c:v>7.0154254245573089</c:v>
                </c:pt>
                <c:pt idx="14256">
                  <c:v>7.0151162900707993</c:v>
                </c:pt>
                <c:pt idx="14257">
                  <c:v>7.0150812059477445</c:v>
                </c:pt>
                <c:pt idx="14258">
                  <c:v>7.0166847474731551</c:v>
                </c:pt>
                <c:pt idx="14259">
                  <c:v>7.018864220501742</c:v>
                </c:pt>
                <c:pt idx="14260">
                  <c:v>7.0192943755026098</c:v>
                </c:pt>
                <c:pt idx="14261">
                  <c:v>7.0185779498257617</c:v>
                </c:pt>
                <c:pt idx="14262">
                  <c:v>7.0187486399974768</c:v>
                </c:pt>
                <c:pt idx="14263">
                  <c:v>7.0193397877607655</c:v>
                </c:pt>
                <c:pt idx="14264">
                  <c:v>7.0179863290181173</c:v>
                </c:pt>
                <c:pt idx="14265">
                  <c:v>7.0167134454974063</c:v>
                </c:pt>
                <c:pt idx="14266">
                  <c:v>7.0156276510194102</c:v>
                </c:pt>
                <c:pt idx="14267">
                  <c:v>7.0169091281792522</c:v>
                </c:pt>
                <c:pt idx="14268">
                  <c:v>7.0176493637553419</c:v>
                </c:pt>
                <c:pt idx="14269">
                  <c:v>7.0179892461249782</c:v>
                </c:pt>
                <c:pt idx="14270">
                  <c:v>7.0188937069332535</c:v>
                </c:pt>
                <c:pt idx="14271">
                  <c:v>7.0181870575064256</c:v>
                </c:pt>
                <c:pt idx="14272">
                  <c:v>7.0153008562102839</c:v>
                </c:pt>
                <c:pt idx="14273">
                  <c:v>7.0128703543102224</c:v>
                </c:pt>
                <c:pt idx="14274">
                  <c:v>7.0121357952664027</c:v>
                </c:pt>
                <c:pt idx="14275">
                  <c:v>7.01358638578344</c:v>
                </c:pt>
                <c:pt idx="14276">
                  <c:v>7.0153867137608605</c:v>
                </c:pt>
                <c:pt idx="14277">
                  <c:v>7.0168959617780162</c:v>
                </c:pt>
                <c:pt idx="14278">
                  <c:v>7.0178516690581683</c:v>
                </c:pt>
                <c:pt idx="14279">
                  <c:v>7.0181961241899113</c:v>
                </c:pt>
                <c:pt idx="14280">
                  <c:v>7.0175922830697424</c:v>
                </c:pt>
                <c:pt idx="14281">
                  <c:v>7.0190210347056876</c:v>
                </c:pt>
                <c:pt idx="14282">
                  <c:v>7.020594459073779</c:v>
                </c:pt>
                <c:pt idx="14283">
                  <c:v>7.0208378403948339</c:v>
                </c:pt>
                <c:pt idx="14284">
                  <c:v>7.0185922988378877</c:v>
                </c:pt>
                <c:pt idx="14285">
                  <c:v>7.0171391065768933</c:v>
                </c:pt>
                <c:pt idx="14286">
                  <c:v>7.0170382692883839</c:v>
                </c:pt>
                <c:pt idx="14287">
                  <c:v>7.0163479398918307</c:v>
                </c:pt>
                <c:pt idx="14288">
                  <c:v>7.0180023336854882</c:v>
                </c:pt>
                <c:pt idx="14289">
                  <c:v>7.0163279143474355</c:v>
                </c:pt>
                <c:pt idx="14290">
                  <c:v>7.0144163421056778</c:v>
                </c:pt>
                <c:pt idx="14291">
                  <c:v>7.0156732997997446</c:v>
                </c:pt>
                <c:pt idx="14292">
                  <c:v>7.0159888203850578</c:v>
                </c:pt>
                <c:pt idx="14293">
                  <c:v>7.0143996278717733</c:v>
                </c:pt>
                <c:pt idx="14294">
                  <c:v>7.0140036897459748</c:v>
                </c:pt>
                <c:pt idx="14295">
                  <c:v>7.0140766962582193</c:v>
                </c:pt>
                <c:pt idx="14296">
                  <c:v>7.0141474163894104</c:v>
                </c:pt>
                <c:pt idx="14297">
                  <c:v>7.0157979469874956</c:v>
                </c:pt>
                <c:pt idx="14298">
                  <c:v>7.0162218735710118</c:v>
                </c:pt>
                <c:pt idx="14299">
                  <c:v>7.0150828616029894</c:v>
                </c:pt>
                <c:pt idx="14300">
                  <c:v>7.0135226824768599</c:v>
                </c:pt>
                <c:pt idx="14301">
                  <c:v>7.0121327993188158</c:v>
                </c:pt>
                <c:pt idx="14302">
                  <c:v>7.0127400305902015</c:v>
                </c:pt>
                <c:pt idx="14303">
                  <c:v>7.0150018133366974</c:v>
                </c:pt>
                <c:pt idx="14304">
                  <c:v>7.0172383670508838</c:v>
                </c:pt>
                <c:pt idx="14305">
                  <c:v>7.0167567290559614</c:v>
                </c:pt>
                <c:pt idx="14306">
                  <c:v>7.0161096832179632</c:v>
                </c:pt>
                <c:pt idx="14307">
                  <c:v>7.0161226130970213</c:v>
                </c:pt>
                <c:pt idx="14308">
                  <c:v>7.0159775461612455</c:v>
                </c:pt>
                <c:pt idx="14309">
                  <c:v>7.015716110313944</c:v>
                </c:pt>
                <c:pt idx="14310">
                  <c:v>7.0166933411122852</c:v>
                </c:pt>
                <c:pt idx="14311">
                  <c:v>7.0162381936012865</c:v>
                </c:pt>
                <c:pt idx="14312">
                  <c:v>7.015795818287895</c:v>
                </c:pt>
                <c:pt idx="14313">
                  <c:v>7.0159780980463271</c:v>
                </c:pt>
                <c:pt idx="14314">
                  <c:v>7.0175658714265445</c:v>
                </c:pt>
                <c:pt idx="14315">
                  <c:v>7.0193654898374307</c:v>
                </c:pt>
                <c:pt idx="14316">
                  <c:v>7.0180322143206295</c:v>
                </c:pt>
                <c:pt idx="14317">
                  <c:v>7.015772639114461</c:v>
                </c:pt>
                <c:pt idx="14318">
                  <c:v>7.0158573928948735</c:v>
                </c:pt>
                <c:pt idx="14319">
                  <c:v>7.017482694460651</c:v>
                </c:pt>
                <c:pt idx="14320">
                  <c:v>7.0189710496854252</c:v>
                </c:pt>
                <c:pt idx="14321">
                  <c:v>7.0189286333748564</c:v>
                </c:pt>
                <c:pt idx="14322">
                  <c:v>7.0174991721723776</c:v>
                </c:pt>
                <c:pt idx="14323">
                  <c:v>7.0189819297056086</c:v>
                </c:pt>
                <c:pt idx="14324">
                  <c:v>7.0208027562717801</c:v>
                </c:pt>
                <c:pt idx="14325">
                  <c:v>7.0209024897901262</c:v>
                </c:pt>
                <c:pt idx="14326">
                  <c:v>7.0194738169949069</c:v>
                </c:pt>
                <c:pt idx="14327">
                  <c:v>7.0182273451173938</c:v>
                </c:pt>
                <c:pt idx="14328">
                  <c:v>7.0174579384726972</c:v>
                </c:pt>
                <c:pt idx="14329">
                  <c:v>7.0171248364054932</c:v>
                </c:pt>
                <c:pt idx="14330">
                  <c:v>7.0146654787997287</c:v>
                </c:pt>
                <c:pt idx="14331">
                  <c:v>7.0116504517573599</c:v>
                </c:pt>
                <c:pt idx="14332">
                  <c:v>7.010742521957142</c:v>
                </c:pt>
                <c:pt idx="14333">
                  <c:v>7.0098661284473112</c:v>
                </c:pt>
                <c:pt idx="14334">
                  <c:v>7.0096877907251773</c:v>
                </c:pt>
                <c:pt idx="14335">
                  <c:v>7.0086142954004318</c:v>
                </c:pt>
                <c:pt idx="14336">
                  <c:v>7.0113880698213471</c:v>
                </c:pt>
                <c:pt idx="14337">
                  <c:v>7.0139474763083616</c:v>
                </c:pt>
                <c:pt idx="14338">
                  <c:v>7.013872892981599</c:v>
                </c:pt>
                <c:pt idx="14339">
                  <c:v>7.0143633611378293</c:v>
                </c:pt>
                <c:pt idx="14340">
                  <c:v>7.0145327898579293</c:v>
                </c:pt>
                <c:pt idx="14341">
                  <c:v>7.0160058499818669</c:v>
                </c:pt>
                <c:pt idx="14342">
                  <c:v>7.0166476134912248</c:v>
                </c:pt>
                <c:pt idx="14343">
                  <c:v>7.0164794462227409</c:v>
                </c:pt>
                <c:pt idx="14344">
                  <c:v>7.0178068086850942</c:v>
                </c:pt>
                <c:pt idx="14345">
                  <c:v>7.019065422034406</c:v>
                </c:pt>
                <c:pt idx="14346">
                  <c:v>7.0197228748482319</c:v>
                </c:pt>
                <c:pt idx="14347">
                  <c:v>7.0199263627619484</c:v>
                </c:pt>
                <c:pt idx="14348">
                  <c:v>7.0196680805436857</c:v>
                </c:pt>
                <c:pt idx="14349">
                  <c:v>7.0182765417303958</c:v>
                </c:pt>
                <c:pt idx="14350">
                  <c:v>7.0168629275138361</c:v>
                </c:pt>
                <c:pt idx="14351">
                  <c:v>7.0156788186505619</c:v>
                </c:pt>
                <c:pt idx="14352">
                  <c:v>7.0138300824673996</c:v>
                </c:pt>
                <c:pt idx="14353">
                  <c:v>7.0147451079329537</c:v>
                </c:pt>
                <c:pt idx="14354">
                  <c:v>7.0159909490846593</c:v>
                </c:pt>
                <c:pt idx="14355">
                  <c:v>7.0163387155268921</c:v>
                </c:pt>
                <c:pt idx="14356">
                  <c:v>7.0152351030448292</c:v>
                </c:pt>
                <c:pt idx="14357">
                  <c:v>7.014365253315253</c:v>
                </c:pt>
                <c:pt idx="14358">
                  <c:v>7.0163226320187952</c:v>
                </c:pt>
                <c:pt idx="14359">
                  <c:v>7.0170885696715493</c:v>
                </c:pt>
                <c:pt idx="14360">
                  <c:v>7.0148774026711234</c:v>
                </c:pt>
                <c:pt idx="14361">
                  <c:v>7.0149381100301174</c:v>
                </c:pt>
                <c:pt idx="14362">
                  <c:v>7.0163355618978542</c:v>
                </c:pt>
                <c:pt idx="14363">
                  <c:v>7.0155089957268331</c:v>
                </c:pt>
                <c:pt idx="14364">
                  <c:v>7.0148955360380958</c:v>
                </c:pt>
                <c:pt idx="14365">
                  <c:v>7.0165593907188697</c:v>
                </c:pt>
                <c:pt idx="14366">
                  <c:v>7.0167985934814485</c:v>
                </c:pt>
                <c:pt idx="14367">
                  <c:v>7.0168661599836009</c:v>
                </c:pt>
                <c:pt idx="14368">
                  <c:v>7.0171677257604186</c:v>
                </c:pt>
                <c:pt idx="14369">
                  <c:v>7.0171919298632899</c:v>
                </c:pt>
                <c:pt idx="14370">
                  <c:v>7.0175401693498793</c:v>
                </c:pt>
                <c:pt idx="14371">
                  <c:v>7.0184300446238508</c:v>
                </c:pt>
                <c:pt idx="14372">
                  <c:v>7.0187297182232458</c:v>
                </c:pt>
                <c:pt idx="14373">
                  <c:v>7.0179676437660641</c:v>
                </c:pt>
                <c:pt idx="14374">
                  <c:v>7.0166528169791391</c:v>
                </c:pt>
                <c:pt idx="14375">
                  <c:v>7.0159210173607276</c:v>
                </c:pt>
                <c:pt idx="14376">
                  <c:v>7.0170870716977563</c:v>
                </c:pt>
                <c:pt idx="14377">
                  <c:v>7.0180177864677775</c:v>
                </c:pt>
                <c:pt idx="14378">
                  <c:v>7.0166580993077785</c:v>
                </c:pt>
                <c:pt idx="14379">
                  <c:v>7.015594616755231</c:v>
                </c:pt>
                <c:pt idx="14380">
                  <c:v>7.0143349784764819</c:v>
                </c:pt>
                <c:pt idx="14381">
                  <c:v>7.013938094261972</c:v>
                </c:pt>
                <c:pt idx="14382">
                  <c:v>7.0148845771771864</c:v>
                </c:pt>
                <c:pt idx="14383">
                  <c:v>7.0156170863621314</c:v>
                </c:pt>
                <c:pt idx="14384">
                  <c:v>7.0151781011999557</c:v>
                </c:pt>
                <c:pt idx="14385">
                  <c:v>7.014838770715401</c:v>
                </c:pt>
                <c:pt idx="14386">
                  <c:v>7.0138860593828349</c:v>
                </c:pt>
                <c:pt idx="14387">
                  <c:v>7.0119885996310254</c:v>
                </c:pt>
                <c:pt idx="14388">
                  <c:v>7.0119849729576309</c:v>
                </c:pt>
                <c:pt idx="14389">
                  <c:v>7.0124744161844239</c:v>
                </c:pt>
                <c:pt idx="14390">
                  <c:v>7.0111371986313253</c:v>
                </c:pt>
                <c:pt idx="14391">
                  <c:v>7.0094913196360711</c:v>
                </c:pt>
                <c:pt idx="14392">
                  <c:v>7.0095125277913555</c:v>
                </c:pt>
                <c:pt idx="14393">
                  <c:v>7.0107370819470507</c:v>
                </c:pt>
                <c:pt idx="14394">
                  <c:v>7.0118347813746666</c:v>
                </c:pt>
                <c:pt idx="14395">
                  <c:v>7.013180829089074</c:v>
                </c:pt>
                <c:pt idx="14396">
                  <c:v>7.0158225452939966</c:v>
                </c:pt>
                <c:pt idx="14397">
                  <c:v>7.0180240937258551</c:v>
                </c:pt>
                <c:pt idx="14398">
                  <c:v>7.0188550749775303</c:v>
                </c:pt>
                <c:pt idx="14399">
                  <c:v>7.0196481338400165</c:v>
                </c:pt>
                <c:pt idx="14400">
                  <c:v>7.0205146722591021</c:v>
                </c:pt>
                <c:pt idx="14401">
                  <c:v>7.018586149261262</c:v>
                </c:pt>
                <c:pt idx="14402">
                  <c:v>7.0165441744587582</c:v>
                </c:pt>
                <c:pt idx="14403">
                  <c:v>7.0178580551569718</c:v>
                </c:pt>
                <c:pt idx="14404">
                  <c:v>7.0188187294028603</c:v>
                </c:pt>
                <c:pt idx="14405">
                  <c:v>7.0160878443368704</c:v>
                </c:pt>
                <c:pt idx="14406">
                  <c:v>7.014292956369542</c:v>
                </c:pt>
                <c:pt idx="14407">
                  <c:v>7.0144277740109429</c:v>
                </c:pt>
                <c:pt idx="14408">
                  <c:v>7.0152525268452672</c:v>
                </c:pt>
                <c:pt idx="14409">
                  <c:v>7.0152069569056588</c:v>
                </c:pt>
                <c:pt idx="14410">
                  <c:v>7.0138052476387198</c:v>
                </c:pt>
                <c:pt idx="14411">
                  <c:v>7.0146058752108988</c:v>
                </c:pt>
                <c:pt idx="14412">
                  <c:v>7.0162060265850927</c:v>
                </c:pt>
                <c:pt idx="14413">
                  <c:v>7.0155754584588212</c:v>
                </c:pt>
                <c:pt idx="14414">
                  <c:v>7.0155369841845507</c:v>
                </c:pt>
                <c:pt idx="14415">
                  <c:v>7.0151567353632194</c:v>
                </c:pt>
                <c:pt idx="14416">
                  <c:v>7.0156071524306594</c:v>
                </c:pt>
                <c:pt idx="14417">
                  <c:v>7.0142206594238319</c:v>
                </c:pt>
                <c:pt idx="14418">
                  <c:v>7.0122075403270312</c:v>
                </c:pt>
                <c:pt idx="14419">
                  <c:v>7.0134972169223735</c:v>
                </c:pt>
                <c:pt idx="14420">
                  <c:v>7.0148263138806985</c:v>
                </c:pt>
                <c:pt idx="14421">
                  <c:v>7.014640328608146</c:v>
                </c:pt>
                <c:pt idx="14422">
                  <c:v>7.0136669610053772</c:v>
                </c:pt>
                <c:pt idx="14423">
                  <c:v>7.0129083555401381</c:v>
                </c:pt>
                <c:pt idx="14424">
                  <c:v>7.0126808212050014</c:v>
                </c:pt>
                <c:pt idx="14425">
                  <c:v>7.0128032608524258</c:v>
                </c:pt>
                <c:pt idx="14426">
                  <c:v>7.0134042637064606</c:v>
                </c:pt>
                <c:pt idx="14427">
                  <c:v>7.0140065280121098</c:v>
                </c:pt>
                <c:pt idx="14428">
                  <c:v>7.0144597833456848</c:v>
                </c:pt>
                <c:pt idx="14429">
                  <c:v>7.0140729907440988</c:v>
                </c:pt>
                <c:pt idx="14430">
                  <c:v>7.0127200838865322</c:v>
                </c:pt>
                <c:pt idx="14431">
                  <c:v>7.013786089342311</c:v>
                </c:pt>
                <c:pt idx="14432">
                  <c:v>7.0176240558823064</c:v>
                </c:pt>
                <c:pt idx="14433">
                  <c:v>7.0193167662687834</c:v>
                </c:pt>
                <c:pt idx="14434">
                  <c:v>7.019295636954225</c:v>
                </c:pt>
                <c:pt idx="14435">
                  <c:v>7.0171672527160629</c:v>
                </c:pt>
                <c:pt idx="14436">
                  <c:v>7.0153742569261581</c:v>
                </c:pt>
                <c:pt idx="14437">
                  <c:v>7.0147535438906319</c:v>
                </c:pt>
                <c:pt idx="14438">
                  <c:v>7.0129797852378628</c:v>
                </c:pt>
                <c:pt idx="14439">
                  <c:v>7.0135521689083715</c:v>
                </c:pt>
                <c:pt idx="14440">
                  <c:v>7.0161532821394221</c:v>
                </c:pt>
                <c:pt idx="14441">
                  <c:v>7.0182374367303177</c:v>
                </c:pt>
                <c:pt idx="14442">
                  <c:v>7.0185032876582731</c:v>
                </c:pt>
                <c:pt idx="14443">
                  <c:v>7.0161588009902394</c:v>
                </c:pt>
                <c:pt idx="14444">
                  <c:v>7.0151608350809695</c:v>
                </c:pt>
                <c:pt idx="14445">
                  <c:v>7.0157634147495234</c:v>
                </c:pt>
                <c:pt idx="14446">
                  <c:v>7.0144578123275361</c:v>
                </c:pt>
                <c:pt idx="14447">
                  <c:v>7.0127729071729297</c:v>
                </c:pt>
                <c:pt idx="14448">
                  <c:v>7.0115009697409292</c:v>
                </c:pt>
                <c:pt idx="14449">
                  <c:v>7.0118011163846798</c:v>
                </c:pt>
                <c:pt idx="14450">
                  <c:v>7.0124223024645609</c:v>
                </c:pt>
                <c:pt idx="14451">
                  <c:v>7.0138873208344501</c:v>
                </c:pt>
                <c:pt idx="14452">
                  <c:v>7.0143899304624799</c:v>
                </c:pt>
                <c:pt idx="14453">
                  <c:v>7.0151315063309099</c:v>
                </c:pt>
                <c:pt idx="14454">
                  <c:v>7.0160291868367528</c:v>
                </c:pt>
                <c:pt idx="14455">
                  <c:v>7.0160206720383478</c:v>
                </c:pt>
                <c:pt idx="14456">
                  <c:v>7.0166931045901073</c:v>
                </c:pt>
                <c:pt idx="14457">
                  <c:v>7.0172837004683135</c:v>
                </c:pt>
                <c:pt idx="14458">
                  <c:v>7.0160291079960269</c:v>
                </c:pt>
                <c:pt idx="14459">
                  <c:v>7.0150234156956115</c:v>
                </c:pt>
                <c:pt idx="14460">
                  <c:v>7.0136735836263577</c:v>
                </c:pt>
                <c:pt idx="14461">
                  <c:v>7.0128746905501504</c:v>
                </c:pt>
                <c:pt idx="14462">
                  <c:v>7.0127162995316858</c:v>
                </c:pt>
                <c:pt idx="14463">
                  <c:v>7.0134527507529292</c:v>
                </c:pt>
                <c:pt idx="14464">
                  <c:v>7.0136807581324208</c:v>
                </c:pt>
                <c:pt idx="14465">
                  <c:v>7.0150365032561224</c:v>
                </c:pt>
                <c:pt idx="14466">
                  <c:v>7.0165425188035133</c:v>
                </c:pt>
                <c:pt idx="14467">
                  <c:v>7.0175586180797556</c:v>
                </c:pt>
                <c:pt idx="14468">
                  <c:v>7.0169219003768584</c:v>
                </c:pt>
                <c:pt idx="14469">
                  <c:v>7.0161873413330387</c:v>
                </c:pt>
                <c:pt idx="14470">
                  <c:v>7.0156615525315758</c:v>
                </c:pt>
                <c:pt idx="14471">
                  <c:v>7.0158290890742521</c:v>
                </c:pt>
                <c:pt idx="14472">
                  <c:v>7.0158849083082355</c:v>
                </c:pt>
                <c:pt idx="14473">
                  <c:v>7.0166659045396491</c:v>
                </c:pt>
                <c:pt idx="14474">
                  <c:v>7.0190155158548704</c:v>
                </c:pt>
                <c:pt idx="14475">
                  <c:v>7.0194887967328405</c:v>
                </c:pt>
                <c:pt idx="14476">
                  <c:v>7.0201851180245667</c:v>
                </c:pt>
                <c:pt idx="14477">
                  <c:v>7.0220290449234453</c:v>
                </c:pt>
                <c:pt idx="14478">
                  <c:v>7.0207062552231978</c:v>
                </c:pt>
                <c:pt idx="14479">
                  <c:v>7.0177068386445702</c:v>
                </c:pt>
                <c:pt idx="14480">
                  <c:v>7.0159763635503554</c:v>
                </c:pt>
                <c:pt idx="14481">
                  <c:v>7.0153534429745026</c:v>
                </c:pt>
                <c:pt idx="14482">
                  <c:v>7.014303047982466</c:v>
                </c:pt>
                <c:pt idx="14483">
                  <c:v>7.0134229489585138</c:v>
                </c:pt>
                <c:pt idx="14484">
                  <c:v>7.0151606773995177</c:v>
                </c:pt>
                <c:pt idx="14485">
                  <c:v>7.0151928444157114</c:v>
                </c:pt>
                <c:pt idx="14486">
                  <c:v>7.0147034800296444</c:v>
                </c:pt>
                <c:pt idx="14487">
                  <c:v>7.0154020877024239</c:v>
                </c:pt>
                <c:pt idx="14488">
                  <c:v>7.0156371119065266</c:v>
                </c:pt>
                <c:pt idx="14489">
                  <c:v>7.0155231082167804</c:v>
                </c:pt>
                <c:pt idx="14490">
                  <c:v>7.0163278355067096</c:v>
                </c:pt>
                <c:pt idx="14491">
                  <c:v>7.0168924927860736</c:v>
                </c:pt>
                <c:pt idx="14492">
                  <c:v>7.0182453996436402</c:v>
                </c:pt>
                <c:pt idx="14493">
                  <c:v>7.0192947697062396</c:v>
                </c:pt>
                <c:pt idx="14494">
                  <c:v>7.0192293319036878</c:v>
                </c:pt>
                <c:pt idx="14495">
                  <c:v>7.0162410318674215</c:v>
                </c:pt>
                <c:pt idx="14496">
                  <c:v>7.0143737681136571</c:v>
                </c:pt>
                <c:pt idx="14497">
                  <c:v>7.0130899257320358</c:v>
                </c:pt>
                <c:pt idx="14498">
                  <c:v>7.0129197874454032</c:v>
                </c:pt>
                <c:pt idx="14499">
                  <c:v>7.0130648543811791</c:v>
                </c:pt>
                <c:pt idx="14500">
                  <c:v>7.0126916223844589</c:v>
                </c:pt>
                <c:pt idx="14501">
                  <c:v>7.0124066131600937</c:v>
                </c:pt>
                <c:pt idx="14502">
                  <c:v>7.0133901512165124</c:v>
                </c:pt>
                <c:pt idx="14503">
                  <c:v>7.0146691843138491</c:v>
                </c:pt>
                <c:pt idx="14504">
                  <c:v>7.0158343714028915</c:v>
                </c:pt>
                <c:pt idx="14505">
                  <c:v>7.0177293870921966</c:v>
                </c:pt>
                <c:pt idx="14506">
                  <c:v>7.0195800942935085</c:v>
                </c:pt>
                <c:pt idx="14507">
                  <c:v>7.0212761948312021</c:v>
                </c:pt>
                <c:pt idx="14508">
                  <c:v>7.0217144704268435</c:v>
                </c:pt>
                <c:pt idx="14509">
                  <c:v>7.020982513126981</c:v>
                </c:pt>
                <c:pt idx="14510">
                  <c:v>7.0213240511518631</c:v>
                </c:pt>
                <c:pt idx="14511">
                  <c:v>7.020508916886107</c:v>
                </c:pt>
                <c:pt idx="14512">
                  <c:v>7.0187218341506492</c:v>
                </c:pt>
                <c:pt idx="14513">
                  <c:v>7.0181182295526581</c:v>
                </c:pt>
                <c:pt idx="14514">
                  <c:v>7.0178703543102223</c:v>
                </c:pt>
                <c:pt idx="14515">
                  <c:v>7.0169569844999131</c:v>
                </c:pt>
                <c:pt idx="14516">
                  <c:v>7.0164571342972923</c:v>
                </c:pt>
                <c:pt idx="14517">
                  <c:v>7.0177368769611634</c:v>
                </c:pt>
                <c:pt idx="14518">
                  <c:v>7.0201205474700012</c:v>
                </c:pt>
                <c:pt idx="14519">
                  <c:v>7.021377899367697</c:v>
                </c:pt>
                <c:pt idx="14520">
                  <c:v>7.0222810198836312</c:v>
                </c:pt>
                <c:pt idx="14521">
                  <c:v>7.0227971901165267</c:v>
                </c:pt>
                <c:pt idx="14522">
                  <c:v>7.0205569308882199</c:v>
                </c:pt>
                <c:pt idx="14523">
                  <c:v>7.0173969157508003</c:v>
                </c:pt>
                <c:pt idx="14524">
                  <c:v>7.0159532632176473</c:v>
                </c:pt>
                <c:pt idx="14525">
                  <c:v>7.0167605134108078</c:v>
                </c:pt>
                <c:pt idx="14526">
                  <c:v>7.0179562907015249</c:v>
                </c:pt>
                <c:pt idx="14527">
                  <c:v>7.0169260000946085</c:v>
                </c:pt>
                <c:pt idx="14528">
                  <c:v>7.0168933600340591</c:v>
                </c:pt>
                <c:pt idx="14529">
                  <c:v>7.0176033996121037</c:v>
                </c:pt>
                <c:pt idx="14530">
                  <c:v>7.0161096832179632</c:v>
                </c:pt>
                <c:pt idx="14531">
                  <c:v>7.0142505400589732</c:v>
                </c:pt>
                <c:pt idx="14532">
                  <c:v>7.0154291300714293</c:v>
                </c:pt>
                <c:pt idx="14533">
                  <c:v>7.0168976962739871</c:v>
                </c:pt>
                <c:pt idx="14534">
                  <c:v>7.016936801274066</c:v>
                </c:pt>
                <c:pt idx="14535">
                  <c:v>7.0176728582916788</c:v>
                </c:pt>
                <c:pt idx="14536">
                  <c:v>7.0188657184755359</c:v>
                </c:pt>
                <c:pt idx="14537">
                  <c:v>7.0193472776297323</c:v>
                </c:pt>
                <c:pt idx="14538">
                  <c:v>7.0187766284551945</c:v>
                </c:pt>
                <c:pt idx="14539">
                  <c:v>7.0195428814708523</c:v>
                </c:pt>
                <c:pt idx="14540">
                  <c:v>7.0209978082278184</c:v>
                </c:pt>
                <c:pt idx="14541">
                  <c:v>7.0191588482946754</c:v>
                </c:pt>
                <c:pt idx="14542">
                  <c:v>7.0181008057522192</c:v>
                </c:pt>
                <c:pt idx="14543">
                  <c:v>7.019031993566597</c:v>
                </c:pt>
                <c:pt idx="14544">
                  <c:v>7.0176078146927576</c:v>
                </c:pt>
                <c:pt idx="14545">
                  <c:v>7.0160175972500358</c:v>
                </c:pt>
                <c:pt idx="14546">
                  <c:v>7.0152801210993552</c:v>
                </c:pt>
                <c:pt idx="14547">
                  <c:v>7.0141957457544271</c:v>
                </c:pt>
                <c:pt idx="14548">
                  <c:v>7.0141850234156955</c:v>
                </c:pt>
                <c:pt idx="14549">
                  <c:v>7.012377126728583</c:v>
                </c:pt>
                <c:pt idx="14550">
                  <c:v>7.0129189201974169</c:v>
                </c:pt>
                <c:pt idx="14551">
                  <c:v>7.0148755893344266</c:v>
                </c:pt>
                <c:pt idx="14552">
                  <c:v>7.0156423153944401</c:v>
                </c:pt>
                <c:pt idx="14553">
                  <c:v>7.0150752928932967</c:v>
                </c:pt>
                <c:pt idx="14554">
                  <c:v>7.0153781989624564</c:v>
                </c:pt>
                <c:pt idx="14555">
                  <c:v>7.0152068780649328</c:v>
                </c:pt>
                <c:pt idx="14556">
                  <c:v>7.0167542061527302</c:v>
                </c:pt>
                <c:pt idx="14557">
                  <c:v>7.0181433797442407</c:v>
                </c:pt>
                <c:pt idx="14558">
                  <c:v>7.0174876614263866</c:v>
                </c:pt>
                <c:pt idx="14559">
                  <c:v>7.0172160551254352</c:v>
                </c:pt>
                <c:pt idx="14560">
                  <c:v>7.0178003437455656</c:v>
                </c:pt>
                <c:pt idx="14561">
                  <c:v>7.0200640186694843</c:v>
                </c:pt>
                <c:pt idx="14562">
                  <c:v>7.0215367634305172</c:v>
                </c:pt>
                <c:pt idx="14563">
                  <c:v>7.0202908434380866</c:v>
                </c:pt>
                <c:pt idx="14564">
                  <c:v>7.0183591668112077</c:v>
                </c:pt>
                <c:pt idx="14565">
                  <c:v>7.0173775209322127</c:v>
                </c:pt>
                <c:pt idx="14566">
                  <c:v>7.0165302196502628</c:v>
                </c:pt>
                <c:pt idx="14567">
                  <c:v>7.0146467147069487</c:v>
                </c:pt>
                <c:pt idx="14568">
                  <c:v>7.0138583074472951</c:v>
                </c:pt>
                <c:pt idx="14569">
                  <c:v>7.0156097541746165</c:v>
                </c:pt>
                <c:pt idx="14570">
                  <c:v>7.0169679433608225</c:v>
                </c:pt>
                <c:pt idx="14571">
                  <c:v>7.0159471924817485</c:v>
                </c:pt>
                <c:pt idx="14572">
                  <c:v>7.0133099701982058</c:v>
                </c:pt>
                <c:pt idx="14573">
                  <c:v>7.0120546681593847</c:v>
                </c:pt>
                <c:pt idx="14574">
                  <c:v>7.0127289928885661</c:v>
                </c:pt>
                <c:pt idx="14575">
                  <c:v>7.0131377820526968</c:v>
                </c:pt>
                <c:pt idx="14576">
                  <c:v>7.0133703621942951</c:v>
                </c:pt>
                <c:pt idx="14577">
                  <c:v>7.0141864425487626</c:v>
                </c:pt>
                <c:pt idx="14578">
                  <c:v>7.0151838565729516</c:v>
                </c:pt>
                <c:pt idx="14579">
                  <c:v>7.0146778567937051</c:v>
                </c:pt>
                <c:pt idx="14580">
                  <c:v>7.0147551207051517</c:v>
                </c:pt>
                <c:pt idx="14581">
                  <c:v>7.0159538151027299</c:v>
                </c:pt>
                <c:pt idx="14582">
                  <c:v>7.0155748277330137</c:v>
                </c:pt>
                <c:pt idx="14583">
                  <c:v>7.0148019520963745</c:v>
                </c:pt>
                <c:pt idx="14584">
                  <c:v>7.0143462527002951</c:v>
                </c:pt>
                <c:pt idx="14585">
                  <c:v>7.0148942745864806</c:v>
                </c:pt>
                <c:pt idx="14586">
                  <c:v>7.0157526924107918</c:v>
                </c:pt>
                <c:pt idx="14587">
                  <c:v>7.0153733108374459</c:v>
                </c:pt>
                <c:pt idx="14588">
                  <c:v>7.0135312761159909</c:v>
                </c:pt>
                <c:pt idx="14589">
                  <c:v>7.0131029344518208</c:v>
                </c:pt>
                <c:pt idx="14590">
                  <c:v>7.0150107223387312</c:v>
                </c:pt>
                <c:pt idx="14591">
                  <c:v>7.0163853103959379</c:v>
                </c:pt>
                <c:pt idx="14592">
                  <c:v>7.0159617780160524</c:v>
                </c:pt>
                <c:pt idx="14593">
                  <c:v>7.0155910689225625</c:v>
                </c:pt>
                <c:pt idx="14594">
                  <c:v>7.0163147479461987</c:v>
                </c:pt>
                <c:pt idx="14595">
                  <c:v>7.0160498431069556</c:v>
                </c:pt>
                <c:pt idx="14596">
                  <c:v>7.0148334095460347</c:v>
                </c:pt>
                <c:pt idx="14597">
                  <c:v>7.0175452939970668</c:v>
                </c:pt>
                <c:pt idx="14598">
                  <c:v>7.0190994812280234</c:v>
                </c:pt>
                <c:pt idx="14599">
                  <c:v>7.0175001971018149</c:v>
                </c:pt>
                <c:pt idx="14600">
                  <c:v>7.0166998060518138</c:v>
                </c:pt>
                <c:pt idx="14601">
                  <c:v>7.0173533956700673</c:v>
                </c:pt>
                <c:pt idx="14602">
                  <c:v>7.0168258723726327</c:v>
                </c:pt>
                <c:pt idx="14603">
                  <c:v>7.0167839291064196</c:v>
                </c:pt>
                <c:pt idx="14604">
                  <c:v>7.0179932670020024</c:v>
                </c:pt>
                <c:pt idx="14605">
                  <c:v>7.0183928318011954</c:v>
                </c:pt>
                <c:pt idx="14606">
                  <c:v>7.0175657137450917</c:v>
                </c:pt>
                <c:pt idx="14607">
                  <c:v>7.0176536211545439</c:v>
                </c:pt>
                <c:pt idx="14608">
                  <c:v>7.018814866207288</c:v>
                </c:pt>
                <c:pt idx="14609">
                  <c:v>7.0190183541210045</c:v>
                </c:pt>
                <c:pt idx="14610">
                  <c:v>7.0183287342909857</c:v>
                </c:pt>
                <c:pt idx="14611">
                  <c:v>7.0177289928885669</c:v>
                </c:pt>
                <c:pt idx="14612">
                  <c:v>7.0148978224191492</c:v>
                </c:pt>
                <c:pt idx="14613">
                  <c:v>7.0134352481117643</c:v>
                </c:pt>
                <c:pt idx="14614">
                  <c:v>7.0138479004714673</c:v>
                </c:pt>
                <c:pt idx="14615">
                  <c:v>7.0137865623866666</c:v>
                </c:pt>
                <c:pt idx="14616">
                  <c:v>7.0140758290102339</c:v>
                </c:pt>
                <c:pt idx="14617">
                  <c:v>7.0155558271180558</c:v>
                </c:pt>
                <c:pt idx="14618">
                  <c:v>7.0159432504454502</c:v>
                </c:pt>
                <c:pt idx="14619">
                  <c:v>7.0160677399517493</c:v>
                </c:pt>
                <c:pt idx="14620">
                  <c:v>7.0169971932701554</c:v>
                </c:pt>
                <c:pt idx="14621">
                  <c:v>7.0175187246724171</c:v>
                </c:pt>
                <c:pt idx="14622">
                  <c:v>7.0164304072911907</c:v>
                </c:pt>
                <c:pt idx="14623">
                  <c:v>7.0157932953846638</c:v>
                </c:pt>
                <c:pt idx="14624">
                  <c:v>7.015197811381447</c:v>
                </c:pt>
                <c:pt idx="14625">
                  <c:v>7.014669341995301</c:v>
                </c:pt>
                <c:pt idx="14626">
                  <c:v>7.0141506488591743</c:v>
                </c:pt>
                <c:pt idx="14627">
                  <c:v>7.0132762263674921</c:v>
                </c:pt>
                <c:pt idx="14628">
                  <c:v>7.0127133035840998</c:v>
                </c:pt>
                <c:pt idx="14629">
                  <c:v>7.0122522430186534</c:v>
                </c:pt>
                <c:pt idx="14630">
                  <c:v>7.0125096579889306</c:v>
                </c:pt>
                <c:pt idx="14631">
                  <c:v>7.013522603636134</c:v>
                </c:pt>
                <c:pt idx="14632">
                  <c:v>7.014831438527886</c:v>
                </c:pt>
                <c:pt idx="14633">
                  <c:v>7.0170622368690774</c:v>
                </c:pt>
                <c:pt idx="14634">
                  <c:v>7.0178162695722106</c:v>
                </c:pt>
                <c:pt idx="14635">
                  <c:v>7.0181878459136851</c:v>
                </c:pt>
                <c:pt idx="14636">
                  <c:v>7.0192023683754083</c:v>
                </c:pt>
                <c:pt idx="14637">
                  <c:v>7.019690786672764</c:v>
                </c:pt>
                <c:pt idx="14638">
                  <c:v>7.0207655434491238</c:v>
                </c:pt>
                <c:pt idx="14639">
                  <c:v>7.0211407464639937</c:v>
                </c:pt>
                <c:pt idx="14640">
                  <c:v>7.0201284315425978</c:v>
                </c:pt>
                <c:pt idx="14641">
                  <c:v>7.018102382566739</c:v>
                </c:pt>
                <c:pt idx="14642">
                  <c:v>7.0189696305523581</c:v>
                </c:pt>
                <c:pt idx="14643">
                  <c:v>7.0186414954508898</c:v>
                </c:pt>
                <c:pt idx="14644">
                  <c:v>7.0164179504564874</c:v>
                </c:pt>
                <c:pt idx="14645">
                  <c:v>7.0151061196171494</c:v>
                </c:pt>
                <c:pt idx="14646">
                  <c:v>7.0145733139910753</c:v>
                </c:pt>
                <c:pt idx="14647">
                  <c:v>7.0146880272473551</c:v>
                </c:pt>
                <c:pt idx="14648">
                  <c:v>7.0147416389410111</c:v>
                </c:pt>
                <c:pt idx="14649">
                  <c:v>7.0150218388810925</c:v>
                </c:pt>
                <c:pt idx="14650">
                  <c:v>7.0149872278023935</c:v>
                </c:pt>
                <c:pt idx="14651">
                  <c:v>7.0149332219051077</c:v>
                </c:pt>
                <c:pt idx="14652">
                  <c:v>7.015468629275138</c:v>
                </c:pt>
                <c:pt idx="14653">
                  <c:v>7.0187910563080464</c:v>
                </c:pt>
                <c:pt idx="14654">
                  <c:v>7.0206409751020988</c:v>
                </c:pt>
                <c:pt idx="14655">
                  <c:v>7.0197332818240588</c:v>
                </c:pt>
                <c:pt idx="14656">
                  <c:v>7.0195644049890413</c:v>
                </c:pt>
                <c:pt idx="14657">
                  <c:v>7.0194587584162473</c:v>
                </c:pt>
                <c:pt idx="14658">
                  <c:v>7.0179883000362668</c:v>
                </c:pt>
                <c:pt idx="14659">
                  <c:v>7.0157282517857427</c:v>
                </c:pt>
                <c:pt idx="14660">
                  <c:v>7.0165814661221404</c:v>
                </c:pt>
                <c:pt idx="14661">
                  <c:v>7.0175933079991797</c:v>
                </c:pt>
                <c:pt idx="14662">
                  <c:v>7.0183538844825684</c:v>
                </c:pt>
                <c:pt idx="14663">
                  <c:v>7.0184454974061401</c:v>
                </c:pt>
                <c:pt idx="14664">
                  <c:v>7.01741607404721</c:v>
                </c:pt>
                <c:pt idx="14665">
                  <c:v>7.018135811034548</c:v>
                </c:pt>
                <c:pt idx="14666">
                  <c:v>7.0193971049685429</c:v>
                </c:pt>
                <c:pt idx="14667">
                  <c:v>7.0191368517321306</c:v>
                </c:pt>
                <c:pt idx="14668">
                  <c:v>7.0179439127075485</c:v>
                </c:pt>
                <c:pt idx="14669">
                  <c:v>7.0177289928885669</c:v>
                </c:pt>
                <c:pt idx="14670">
                  <c:v>7.0167247197212195</c:v>
                </c:pt>
                <c:pt idx="14671">
                  <c:v>7.0154796669767734</c:v>
                </c:pt>
                <c:pt idx="14672">
                  <c:v>7.0156377426323342</c:v>
                </c:pt>
                <c:pt idx="14673">
                  <c:v>7.0159264573708198</c:v>
                </c:pt>
                <c:pt idx="14674">
                  <c:v>7.0159239344675886</c:v>
                </c:pt>
                <c:pt idx="14675">
                  <c:v>7.0152218578028664</c:v>
                </c:pt>
                <c:pt idx="14676">
                  <c:v>7.0138031189391192</c:v>
                </c:pt>
                <c:pt idx="14677">
                  <c:v>7.0134085211056627</c:v>
                </c:pt>
                <c:pt idx="14678">
                  <c:v>7.0149925889717588</c:v>
                </c:pt>
                <c:pt idx="14679">
                  <c:v>7.0195334994244627</c:v>
                </c:pt>
                <c:pt idx="14680">
                  <c:v>7.0232319178794995</c:v>
                </c:pt>
                <c:pt idx="14681">
                  <c:v>7.0235255995837207</c:v>
                </c:pt>
                <c:pt idx="14682">
                  <c:v>7.0230148693609173</c:v>
                </c:pt>
                <c:pt idx="14683">
                  <c:v>7.0223080622526375</c:v>
                </c:pt>
                <c:pt idx="14684">
                  <c:v>7.0202949431558368</c:v>
                </c:pt>
                <c:pt idx="14685">
                  <c:v>7.0194196534161684</c:v>
                </c:pt>
                <c:pt idx="14686">
                  <c:v>7.0197171983159619</c:v>
                </c:pt>
                <c:pt idx="14687">
                  <c:v>7.0182426402182312</c:v>
                </c:pt>
                <c:pt idx="14688">
                  <c:v>7.0184667844021504</c:v>
                </c:pt>
                <c:pt idx="14689">
                  <c:v>7.0205252369163818</c:v>
                </c:pt>
                <c:pt idx="14690">
                  <c:v>7.0206699096485279</c:v>
                </c:pt>
                <c:pt idx="14691">
                  <c:v>7.0197322568946214</c:v>
                </c:pt>
                <c:pt idx="14692">
                  <c:v>7.0184965073558399</c:v>
                </c:pt>
                <c:pt idx="14693">
                  <c:v>7.0172170800548734</c:v>
                </c:pt>
                <c:pt idx="14694">
                  <c:v>7.0168071871205786</c:v>
                </c:pt>
                <c:pt idx="14695">
                  <c:v>7.0180315835948219</c:v>
                </c:pt>
                <c:pt idx="14696">
                  <c:v>7.0188246424573073</c:v>
                </c:pt>
                <c:pt idx="14697">
                  <c:v>7.0184466011763034</c:v>
                </c:pt>
                <c:pt idx="14698">
                  <c:v>7.0180578375565679</c:v>
                </c:pt>
                <c:pt idx="14699">
                  <c:v>7.0179701666692944</c:v>
                </c:pt>
                <c:pt idx="14700">
                  <c:v>7.0181264289881584</c:v>
                </c:pt>
                <c:pt idx="14701">
                  <c:v>7.0190556457843867</c:v>
                </c:pt>
                <c:pt idx="14702">
                  <c:v>7.0210067172298523</c:v>
                </c:pt>
                <c:pt idx="14703">
                  <c:v>7.0226015074346808</c:v>
                </c:pt>
                <c:pt idx="14704">
                  <c:v>7.0221020514356898</c:v>
                </c:pt>
                <c:pt idx="14705">
                  <c:v>7.0220583736735049</c:v>
                </c:pt>
                <c:pt idx="14706">
                  <c:v>7.021380737633832</c:v>
                </c:pt>
                <c:pt idx="14707">
                  <c:v>7.0209926047399041</c:v>
                </c:pt>
                <c:pt idx="14708">
                  <c:v>7.0204606663618154</c:v>
                </c:pt>
                <c:pt idx="14709">
                  <c:v>7.0194731074283734</c:v>
                </c:pt>
                <c:pt idx="14710">
                  <c:v>7.0192356391617654</c:v>
                </c:pt>
                <c:pt idx="14711">
                  <c:v>7.0198008483262111</c:v>
                </c:pt>
                <c:pt idx="14712">
                  <c:v>7.0210705782178842</c:v>
                </c:pt>
                <c:pt idx="14713">
                  <c:v>7.0208879042558223</c:v>
                </c:pt>
                <c:pt idx="14714">
                  <c:v>7.0201104558570773</c:v>
                </c:pt>
                <c:pt idx="14715">
                  <c:v>7.0196638231444837</c:v>
                </c:pt>
                <c:pt idx="14716">
                  <c:v>7.0201233068954103</c:v>
                </c:pt>
                <c:pt idx="14717">
                  <c:v>7.0196315772875639</c:v>
                </c:pt>
                <c:pt idx="14718">
                  <c:v>7.0194121635472015</c:v>
                </c:pt>
                <c:pt idx="14719">
                  <c:v>7.0196232201706117</c:v>
                </c:pt>
                <c:pt idx="14720">
                  <c:v>7.0187607026285495</c:v>
                </c:pt>
                <c:pt idx="14721">
                  <c:v>7.0167969378262036</c:v>
                </c:pt>
                <c:pt idx="14722">
                  <c:v>7.0169354609817249</c:v>
                </c:pt>
                <c:pt idx="14723">
                  <c:v>7.0188402529210485</c:v>
                </c:pt>
                <c:pt idx="14724">
                  <c:v>7.0185463346946495</c:v>
                </c:pt>
                <c:pt idx="14725">
                  <c:v>7.0172233873129501</c:v>
                </c:pt>
                <c:pt idx="14726">
                  <c:v>7.0158205742758479</c:v>
                </c:pt>
                <c:pt idx="14727">
                  <c:v>7.0149008183667352</c:v>
                </c:pt>
                <c:pt idx="14728">
                  <c:v>7.0139953326290225</c:v>
                </c:pt>
                <c:pt idx="14729">
                  <c:v>7.0141856541415031</c:v>
                </c:pt>
                <c:pt idx="14730">
                  <c:v>7.0143248868635579</c:v>
                </c:pt>
                <c:pt idx="14731">
                  <c:v>7.0150650435989217</c:v>
                </c:pt>
                <c:pt idx="14732">
                  <c:v>7.0154748576924897</c:v>
                </c:pt>
                <c:pt idx="14733">
                  <c:v>7.0172982071618915</c:v>
                </c:pt>
                <c:pt idx="14734">
                  <c:v>7.0185760576483389</c:v>
                </c:pt>
                <c:pt idx="14735">
                  <c:v>7.0170995285324587</c:v>
                </c:pt>
                <c:pt idx="14736">
                  <c:v>7.0174350746621679</c:v>
                </c:pt>
                <c:pt idx="14737">
                  <c:v>7.0191752471656761</c:v>
                </c:pt>
                <c:pt idx="14738">
                  <c:v>7.0198219776407704</c:v>
                </c:pt>
                <c:pt idx="14739">
                  <c:v>7.0197056875699708</c:v>
                </c:pt>
                <c:pt idx="14740">
                  <c:v>7.0189078194232009</c:v>
                </c:pt>
                <c:pt idx="14741">
                  <c:v>7.0192775035872534</c:v>
                </c:pt>
                <c:pt idx="14742">
                  <c:v>7.0206687270376387</c:v>
                </c:pt>
                <c:pt idx="14743">
                  <c:v>7.0203444551317427</c:v>
                </c:pt>
                <c:pt idx="14744">
                  <c:v>7.0192822340308112</c:v>
                </c:pt>
                <c:pt idx="14745">
                  <c:v>7.018520947980889</c:v>
                </c:pt>
                <c:pt idx="14746">
                  <c:v>7.0181432220627888</c:v>
                </c:pt>
                <c:pt idx="14747">
                  <c:v>7.0178895126066321</c:v>
                </c:pt>
                <c:pt idx="14748">
                  <c:v>7.0188497138081649</c:v>
                </c:pt>
                <c:pt idx="14749">
                  <c:v>7.0192804206941135</c:v>
                </c:pt>
                <c:pt idx="14750">
                  <c:v>7.0215262776139644</c:v>
                </c:pt>
                <c:pt idx="14751">
                  <c:v>7.022714170832085</c:v>
                </c:pt>
                <c:pt idx="14752">
                  <c:v>7.0235336413377691</c:v>
                </c:pt>
                <c:pt idx="14753">
                  <c:v>7.0233482079502991</c:v>
                </c:pt>
                <c:pt idx="14754">
                  <c:v>7.0215726359608324</c:v>
                </c:pt>
                <c:pt idx="14755">
                  <c:v>7.0210848483892843</c:v>
                </c:pt>
                <c:pt idx="14756">
                  <c:v>7.0199336161087373</c:v>
                </c:pt>
                <c:pt idx="14757">
                  <c:v>7.0182837950771848</c:v>
                </c:pt>
                <c:pt idx="14758">
                  <c:v>7.017925858181302</c:v>
                </c:pt>
                <c:pt idx="14759">
                  <c:v>7.0187926331225654</c:v>
                </c:pt>
                <c:pt idx="14760">
                  <c:v>7.0206918273703467</c:v>
                </c:pt>
                <c:pt idx="14761">
                  <c:v>7.0213419479966568</c:v>
                </c:pt>
                <c:pt idx="14762">
                  <c:v>7.0211167000425743</c:v>
                </c:pt>
                <c:pt idx="14763">
                  <c:v>7.0210256390040842</c:v>
                </c:pt>
                <c:pt idx="14764">
                  <c:v>7.0213883063435247</c:v>
                </c:pt>
                <c:pt idx="14765">
                  <c:v>7.0226123874548634</c:v>
                </c:pt>
                <c:pt idx="14766">
                  <c:v>7.0231643513773472</c:v>
                </c:pt>
                <c:pt idx="14767">
                  <c:v>7.0239902079818348</c:v>
                </c:pt>
                <c:pt idx="14768">
                  <c:v>7.0235920623157098</c:v>
                </c:pt>
                <c:pt idx="14769">
                  <c:v>7.0206664406565853</c:v>
                </c:pt>
                <c:pt idx="14770">
                  <c:v>7.0197717560983302</c:v>
                </c:pt>
                <c:pt idx="14771">
                  <c:v>7.0228566360239046</c:v>
                </c:pt>
                <c:pt idx="14772">
                  <c:v>7.0261458711111811</c:v>
                </c:pt>
                <c:pt idx="14773">
                  <c:v>7.0251036755546448</c:v>
                </c:pt>
                <c:pt idx="14774">
                  <c:v>7.0211789842160863</c:v>
                </c:pt>
                <c:pt idx="14775">
                  <c:v>7.0209733676027692</c:v>
                </c:pt>
                <c:pt idx="14776">
                  <c:v>7.0227784260237467</c:v>
                </c:pt>
                <c:pt idx="14777">
                  <c:v>7.0236484334347749</c:v>
                </c:pt>
                <c:pt idx="14778">
                  <c:v>7.022770778473328</c:v>
                </c:pt>
                <c:pt idx="14779">
                  <c:v>7.0207210772796795</c:v>
                </c:pt>
                <c:pt idx="14780">
                  <c:v>7.0190066068528356</c:v>
                </c:pt>
                <c:pt idx="14781">
                  <c:v>7.0201900849903023</c:v>
                </c:pt>
                <c:pt idx="14782">
                  <c:v>7.0214426276037152</c:v>
                </c:pt>
                <c:pt idx="14783">
                  <c:v>7.021912124126839</c:v>
                </c:pt>
                <c:pt idx="14784">
                  <c:v>7.0210926536211549</c:v>
                </c:pt>
                <c:pt idx="14785">
                  <c:v>7.0215729513237362</c:v>
                </c:pt>
                <c:pt idx="14786">
                  <c:v>7.0218234283101282</c:v>
                </c:pt>
                <c:pt idx="14787">
                  <c:v>7.0208257777637613</c:v>
                </c:pt>
                <c:pt idx="14788">
                  <c:v>7.021428436273041</c:v>
                </c:pt>
                <c:pt idx="14789">
                  <c:v>7.0220656270202939</c:v>
                </c:pt>
                <c:pt idx="14790">
                  <c:v>7.0209729733991386</c:v>
                </c:pt>
                <c:pt idx="14791">
                  <c:v>7.0196207761081064</c:v>
                </c:pt>
                <c:pt idx="14792">
                  <c:v>7.0196276352512657</c:v>
                </c:pt>
                <c:pt idx="14793">
                  <c:v>7.0209606742458881</c:v>
                </c:pt>
                <c:pt idx="14794">
                  <c:v>7.021502231192545</c:v>
                </c:pt>
                <c:pt idx="14795">
                  <c:v>7.021187972058847</c:v>
                </c:pt>
                <c:pt idx="14796">
                  <c:v>7.0202100316939715</c:v>
                </c:pt>
                <c:pt idx="14797">
                  <c:v>7.0181382550970532</c:v>
                </c:pt>
                <c:pt idx="14798">
                  <c:v>7.0170218704173832</c:v>
                </c:pt>
                <c:pt idx="14799">
                  <c:v>7.0169099954272376</c:v>
                </c:pt>
                <c:pt idx="14800">
                  <c:v>7.017482615619925</c:v>
                </c:pt>
                <c:pt idx="14801">
                  <c:v>7.0163506204765129</c:v>
                </c:pt>
                <c:pt idx="14802">
                  <c:v>7.016262082341254</c:v>
                </c:pt>
                <c:pt idx="14803">
                  <c:v>7.0165871426544095</c:v>
                </c:pt>
                <c:pt idx="14804">
                  <c:v>7.0163571642567684</c:v>
                </c:pt>
                <c:pt idx="14805">
                  <c:v>7.0159713177438938</c:v>
                </c:pt>
                <c:pt idx="14806">
                  <c:v>7.0184328828899858</c:v>
                </c:pt>
                <c:pt idx="14807">
                  <c:v>7.0201289045869535</c:v>
                </c:pt>
                <c:pt idx="14808">
                  <c:v>7.0198101515318756</c:v>
                </c:pt>
                <c:pt idx="14809">
                  <c:v>7.0212055535407369</c:v>
                </c:pt>
                <c:pt idx="14810">
                  <c:v>7.0233250287768652</c:v>
                </c:pt>
                <c:pt idx="14811">
                  <c:v>7.0247887856951383</c:v>
                </c:pt>
                <c:pt idx="14812">
                  <c:v>7.0265826487330294</c:v>
                </c:pt>
                <c:pt idx="14813">
                  <c:v>7.0281158643308785</c:v>
                </c:pt>
                <c:pt idx="14814">
                  <c:v>7.029649947176714</c:v>
                </c:pt>
                <c:pt idx="14815">
                  <c:v>7.0303503681861903</c:v>
                </c:pt>
                <c:pt idx="14816">
                  <c:v>7.0287921600782104</c:v>
                </c:pt>
                <c:pt idx="14817">
                  <c:v>7.0275392232611678</c:v>
                </c:pt>
                <c:pt idx="14818">
                  <c:v>7.0283061070026331</c:v>
                </c:pt>
                <c:pt idx="14819">
                  <c:v>7.0273597029281447</c:v>
                </c:pt>
                <c:pt idx="14820">
                  <c:v>7.0267536542676483</c:v>
                </c:pt>
                <c:pt idx="14821">
                  <c:v>7.0263789242971351</c:v>
                </c:pt>
                <c:pt idx="14822">
                  <c:v>7.0252209117141549</c:v>
                </c:pt>
                <c:pt idx="14823">
                  <c:v>7.0257050726123085</c:v>
                </c:pt>
                <c:pt idx="14824">
                  <c:v>7.0255475488418293</c:v>
                </c:pt>
                <c:pt idx="14825">
                  <c:v>7.024939844526088</c:v>
                </c:pt>
                <c:pt idx="14826">
                  <c:v>7.0251402576514925</c:v>
                </c:pt>
                <c:pt idx="14827">
                  <c:v>7.0254502593859884</c:v>
                </c:pt>
                <c:pt idx="14828">
                  <c:v>7.0257771330358407</c:v>
                </c:pt>
                <c:pt idx="14829">
                  <c:v>7.0276168025355181</c:v>
                </c:pt>
                <c:pt idx="14830">
                  <c:v>7.027169617937842</c:v>
                </c:pt>
                <c:pt idx="14831">
                  <c:v>7.0264946624828521</c:v>
                </c:pt>
                <c:pt idx="14832">
                  <c:v>7.0250767120263644</c:v>
                </c:pt>
                <c:pt idx="14833">
                  <c:v>7.0247798766931044</c:v>
                </c:pt>
                <c:pt idx="14834">
                  <c:v>7.0264732966461159</c:v>
                </c:pt>
                <c:pt idx="14835">
                  <c:v>7.026021381604882</c:v>
                </c:pt>
                <c:pt idx="14836">
                  <c:v>7.0246760434570081</c:v>
                </c:pt>
                <c:pt idx="14837">
                  <c:v>7.0254180923697946</c:v>
                </c:pt>
                <c:pt idx="14838">
                  <c:v>7.0254595625916521</c:v>
                </c:pt>
                <c:pt idx="14839">
                  <c:v>7.0244033333858935</c:v>
                </c:pt>
                <c:pt idx="14840">
                  <c:v>7.0237010201989936</c:v>
                </c:pt>
                <c:pt idx="14841">
                  <c:v>7.023384632365695</c:v>
                </c:pt>
                <c:pt idx="14842">
                  <c:v>7.0226570113057605</c:v>
                </c:pt>
                <c:pt idx="14843">
                  <c:v>7.0208165533988236</c:v>
                </c:pt>
                <c:pt idx="14844">
                  <c:v>7.0204054778536404</c:v>
                </c:pt>
                <c:pt idx="14845">
                  <c:v>7.0217992242072569</c:v>
                </c:pt>
                <c:pt idx="14846">
                  <c:v>7.0226705719106262</c:v>
                </c:pt>
                <c:pt idx="14847">
                  <c:v>7.0238006748766146</c:v>
                </c:pt>
                <c:pt idx="14848">
                  <c:v>7.025450968952522</c:v>
                </c:pt>
                <c:pt idx="14849">
                  <c:v>7.0266487961021147</c:v>
                </c:pt>
                <c:pt idx="14850">
                  <c:v>7.0262888881880823</c:v>
                </c:pt>
                <c:pt idx="14851">
                  <c:v>7.0249100427316735</c:v>
                </c:pt>
                <c:pt idx="14852">
                  <c:v>7.0258185244169731</c:v>
                </c:pt>
                <c:pt idx="14853">
                  <c:v>7.0264440467367821</c:v>
                </c:pt>
                <c:pt idx="14854">
                  <c:v>7.0259415159494791</c:v>
                </c:pt>
                <c:pt idx="14855">
                  <c:v>7.0266036203661359</c:v>
                </c:pt>
                <c:pt idx="14856">
                  <c:v>7.0293121935066782</c:v>
                </c:pt>
                <c:pt idx="14857">
                  <c:v>7.0316973619893091</c:v>
                </c:pt>
                <c:pt idx="14858">
                  <c:v>7.0324213563758491</c:v>
                </c:pt>
                <c:pt idx="14859">
                  <c:v>7.0311643986817831</c:v>
                </c:pt>
                <c:pt idx="14860">
                  <c:v>7.0291307021555056</c:v>
                </c:pt>
                <c:pt idx="14861">
                  <c:v>7.0266022012330689</c:v>
                </c:pt>
                <c:pt idx="14862">
                  <c:v>7.0253303426417952</c:v>
                </c:pt>
                <c:pt idx="14863">
                  <c:v>7.0249012914110915</c:v>
                </c:pt>
                <c:pt idx="14864">
                  <c:v>7.0224950724546273</c:v>
                </c:pt>
                <c:pt idx="14865">
                  <c:v>7.0218421924029073</c:v>
                </c:pt>
                <c:pt idx="14866">
                  <c:v>7.0218648196912596</c:v>
                </c:pt>
                <c:pt idx="14867">
                  <c:v>7.0233989813778201</c:v>
                </c:pt>
                <c:pt idx="14868">
                  <c:v>7.0257760292656775</c:v>
                </c:pt>
                <c:pt idx="14869">
                  <c:v>7.0270497011936488</c:v>
                </c:pt>
                <c:pt idx="14870">
                  <c:v>7.0266169444488247</c:v>
                </c:pt>
                <c:pt idx="14871">
                  <c:v>7.0266715810719189</c:v>
                </c:pt>
                <c:pt idx="14872">
                  <c:v>7.0276761696021701</c:v>
                </c:pt>
                <c:pt idx="14873">
                  <c:v>7.0270267585423927</c:v>
                </c:pt>
                <c:pt idx="14874">
                  <c:v>7.0253560447184595</c:v>
                </c:pt>
                <c:pt idx="14875">
                  <c:v>7.024994796512086</c:v>
                </c:pt>
                <c:pt idx="14876">
                  <c:v>7.0254821110392784</c:v>
                </c:pt>
                <c:pt idx="14877">
                  <c:v>7.0263411595893972</c:v>
                </c:pt>
                <c:pt idx="14878">
                  <c:v>7.0277522509027266</c:v>
                </c:pt>
                <c:pt idx="14879">
                  <c:v>7.0276116778883297</c:v>
                </c:pt>
                <c:pt idx="14880">
                  <c:v>7.0274370456803164</c:v>
                </c:pt>
                <c:pt idx="14881">
                  <c:v>7.0282231665589174</c:v>
                </c:pt>
                <c:pt idx="14882">
                  <c:v>7.0278783172235446</c:v>
                </c:pt>
                <c:pt idx="14883">
                  <c:v>7.0264832305775871</c:v>
                </c:pt>
                <c:pt idx="14884">
                  <c:v>7.0258104038221987</c:v>
                </c:pt>
                <c:pt idx="14885">
                  <c:v>7.0253215124804873</c:v>
                </c:pt>
                <c:pt idx="14886">
                  <c:v>7.0259868493669089</c:v>
                </c:pt>
                <c:pt idx="14887">
                  <c:v>7.0254482095271129</c:v>
                </c:pt>
                <c:pt idx="14888">
                  <c:v>7.023377379018906</c:v>
                </c:pt>
                <c:pt idx="14889">
                  <c:v>7.0214222866964162</c:v>
                </c:pt>
                <c:pt idx="14890">
                  <c:v>7.0215773664043901</c:v>
                </c:pt>
                <c:pt idx="14891">
                  <c:v>7.0237151326889418</c:v>
                </c:pt>
                <c:pt idx="14892">
                  <c:v>7.0247056875699707</c:v>
                </c:pt>
                <c:pt idx="14893">
                  <c:v>7.0224116589665559</c:v>
                </c:pt>
                <c:pt idx="14894">
                  <c:v>7.0203967265330576</c:v>
                </c:pt>
                <c:pt idx="14895">
                  <c:v>7.0212790330973371</c:v>
                </c:pt>
                <c:pt idx="14896">
                  <c:v>7.0215838313439187</c:v>
                </c:pt>
                <c:pt idx="14897">
                  <c:v>7.0221794730285874</c:v>
                </c:pt>
                <c:pt idx="14898">
                  <c:v>7.0237478515902172</c:v>
                </c:pt>
                <c:pt idx="14899">
                  <c:v>7.0249534051309546</c:v>
                </c:pt>
                <c:pt idx="14900">
                  <c:v>7.0241403995647991</c:v>
                </c:pt>
                <c:pt idx="14901">
                  <c:v>7.0226052917895272</c:v>
                </c:pt>
                <c:pt idx="14902">
                  <c:v>7.0230334757722446</c:v>
                </c:pt>
                <c:pt idx="14903">
                  <c:v>7.0251549220265224</c:v>
                </c:pt>
                <c:pt idx="14904">
                  <c:v>7.0261095255365111</c:v>
                </c:pt>
                <c:pt idx="14905">
                  <c:v>7.0263924849020007</c:v>
                </c:pt>
                <c:pt idx="14906">
                  <c:v>7.0253779624402783</c:v>
                </c:pt>
                <c:pt idx="14907">
                  <c:v>7.0250394992037091</c:v>
                </c:pt>
                <c:pt idx="14908">
                  <c:v>7.026224159952065</c:v>
                </c:pt>
                <c:pt idx="14909">
                  <c:v>7.0270151689556757</c:v>
                </c:pt>
                <c:pt idx="14910">
                  <c:v>7.0264050205774291</c:v>
                </c:pt>
                <c:pt idx="14911">
                  <c:v>7.0261137829357132</c:v>
                </c:pt>
                <c:pt idx="14912">
                  <c:v>7.0264436525331524</c:v>
                </c:pt>
                <c:pt idx="14913">
                  <c:v>7.0285108563679657</c:v>
                </c:pt>
                <c:pt idx="14914">
                  <c:v>7.0287155268925714</c:v>
                </c:pt>
                <c:pt idx="14915">
                  <c:v>7.0271149024740218</c:v>
                </c:pt>
                <c:pt idx="14916">
                  <c:v>7.026264605244485</c:v>
                </c:pt>
                <c:pt idx="14917">
                  <c:v>7.0262161181980165</c:v>
                </c:pt>
                <c:pt idx="14918">
                  <c:v>7.024671864898532</c:v>
                </c:pt>
                <c:pt idx="14919">
                  <c:v>7.0236338479004718</c:v>
                </c:pt>
                <c:pt idx="14920">
                  <c:v>7.0252708178936913</c:v>
                </c:pt>
                <c:pt idx="14921">
                  <c:v>7.0248059729733994</c:v>
                </c:pt>
                <c:pt idx="14922">
                  <c:v>7.022192875952002</c:v>
                </c:pt>
                <c:pt idx="14923">
                  <c:v>7.0239897349374791</c:v>
                </c:pt>
                <c:pt idx="14924">
                  <c:v>7.0257545057474893</c:v>
                </c:pt>
                <c:pt idx="14925">
                  <c:v>7.0252153928633376</c:v>
                </c:pt>
                <c:pt idx="14926">
                  <c:v>7.0263152209905551</c:v>
                </c:pt>
                <c:pt idx="14927">
                  <c:v>7.0253904192749808</c:v>
                </c:pt>
                <c:pt idx="14928">
                  <c:v>7.0244099560068749</c:v>
                </c:pt>
                <c:pt idx="14929">
                  <c:v>7.0249445749696466</c:v>
                </c:pt>
                <c:pt idx="14930">
                  <c:v>7.0237672464088048</c:v>
                </c:pt>
                <c:pt idx="14931">
                  <c:v>7.0232518645831687</c:v>
                </c:pt>
                <c:pt idx="14932">
                  <c:v>7.023174679512449</c:v>
                </c:pt>
                <c:pt idx="14933">
                  <c:v>7.0236271464387645</c:v>
                </c:pt>
                <c:pt idx="14934">
                  <c:v>7.0253492644160271</c:v>
                </c:pt>
                <c:pt idx="14935">
                  <c:v>7.0253079518756207</c:v>
                </c:pt>
                <c:pt idx="14936">
                  <c:v>7.0251925290528074</c:v>
                </c:pt>
                <c:pt idx="14937">
                  <c:v>7.0271184503066904</c:v>
                </c:pt>
                <c:pt idx="14938">
                  <c:v>7.0279677226067898</c:v>
                </c:pt>
                <c:pt idx="14939">
                  <c:v>7.0267937053564387</c:v>
                </c:pt>
                <c:pt idx="14940">
                  <c:v>7.0257291190337279</c:v>
                </c:pt>
                <c:pt idx="14941">
                  <c:v>7.0249430769958527</c:v>
                </c:pt>
                <c:pt idx="14942">
                  <c:v>7.0250505369053435</c:v>
                </c:pt>
                <c:pt idx="14943">
                  <c:v>7.0249862817136819</c:v>
                </c:pt>
                <c:pt idx="14944">
                  <c:v>7.0244484302811463</c:v>
                </c:pt>
                <c:pt idx="14945">
                  <c:v>7.0242339046657944</c:v>
                </c:pt>
                <c:pt idx="14946">
                  <c:v>7.024302653778836</c:v>
                </c:pt>
                <c:pt idx="14947">
                  <c:v>7.0243814156640756</c:v>
                </c:pt>
                <c:pt idx="14948">
                  <c:v>7.0255518062410323</c:v>
                </c:pt>
                <c:pt idx="14949">
                  <c:v>7.0273550513253129</c:v>
                </c:pt>
                <c:pt idx="14950">
                  <c:v>7.025850533751715</c:v>
                </c:pt>
                <c:pt idx="14951">
                  <c:v>7.0248517005944588</c:v>
                </c:pt>
                <c:pt idx="14952">
                  <c:v>7.0254015358173421</c:v>
                </c:pt>
                <c:pt idx="14953">
                  <c:v>7.0249739037197054</c:v>
                </c:pt>
                <c:pt idx="14954">
                  <c:v>7.024776171178984</c:v>
                </c:pt>
                <c:pt idx="14955">
                  <c:v>7.0252928932969612</c:v>
                </c:pt>
                <c:pt idx="14956">
                  <c:v>7.0263157728756367</c:v>
                </c:pt>
                <c:pt idx="14957">
                  <c:v>7.0255120705151457</c:v>
                </c:pt>
                <c:pt idx="14958">
                  <c:v>7.0249047604030341</c:v>
                </c:pt>
                <c:pt idx="14959">
                  <c:v>7.0255895709487692</c:v>
                </c:pt>
                <c:pt idx="14960">
                  <c:v>7.0261658178148503</c:v>
                </c:pt>
                <c:pt idx="14961">
                  <c:v>7.0255539349406328</c:v>
                </c:pt>
                <c:pt idx="14962">
                  <c:v>7.0257850959491632</c:v>
                </c:pt>
                <c:pt idx="14963">
                  <c:v>7.0260067172298521</c:v>
                </c:pt>
                <c:pt idx="14964">
                  <c:v>7.0257196581466124</c:v>
                </c:pt>
                <c:pt idx="14965">
                  <c:v>7.0262929090651065</c:v>
                </c:pt>
                <c:pt idx="14966">
                  <c:v>7.0265103517873193</c:v>
                </c:pt>
                <c:pt idx="14967">
                  <c:v>7.0262546713130138</c:v>
                </c:pt>
                <c:pt idx="14968">
                  <c:v>7.0251536605749063</c:v>
                </c:pt>
                <c:pt idx="14969">
                  <c:v>7.0243880382850561</c:v>
                </c:pt>
                <c:pt idx="14970">
                  <c:v>7.0249227360885538</c:v>
                </c:pt>
                <c:pt idx="14971">
                  <c:v>7.0250346899194245</c:v>
                </c:pt>
                <c:pt idx="14972">
                  <c:v>7.0241016099276239</c:v>
                </c:pt>
                <c:pt idx="14973">
                  <c:v>7.0239108153707877</c:v>
                </c:pt>
                <c:pt idx="14974">
                  <c:v>7.0260017502641166</c:v>
                </c:pt>
                <c:pt idx="14975">
                  <c:v>7.028013765590754</c:v>
                </c:pt>
                <c:pt idx="14976">
                  <c:v>7.027632886043615</c:v>
                </c:pt>
                <c:pt idx="14977">
                  <c:v>7.025317570444189</c:v>
                </c:pt>
                <c:pt idx="14978">
                  <c:v>7.0239859505826328</c:v>
                </c:pt>
                <c:pt idx="14979">
                  <c:v>7.0237196266103217</c:v>
                </c:pt>
                <c:pt idx="14980">
                  <c:v>7.0233723332124445</c:v>
                </c:pt>
                <c:pt idx="14981">
                  <c:v>7.0225081600151373</c:v>
                </c:pt>
                <c:pt idx="14982">
                  <c:v>7.0221976063955598</c:v>
                </c:pt>
                <c:pt idx="14983">
                  <c:v>7.0228380296125765</c:v>
                </c:pt>
                <c:pt idx="14984">
                  <c:v>7.0236485911162267</c:v>
                </c:pt>
                <c:pt idx="14985">
                  <c:v>7.023830713193207</c:v>
                </c:pt>
                <c:pt idx="14986">
                  <c:v>7.0235529573156308</c:v>
                </c:pt>
                <c:pt idx="14987">
                  <c:v>7.024632759898453</c:v>
                </c:pt>
                <c:pt idx="14988">
                  <c:v>7.0250354783266848</c:v>
                </c:pt>
                <c:pt idx="14989">
                  <c:v>7.0253259275611413</c:v>
                </c:pt>
                <c:pt idx="14990">
                  <c:v>7.0259398602942333</c:v>
                </c:pt>
                <c:pt idx="14991">
                  <c:v>7.0257652280862199</c:v>
                </c:pt>
                <c:pt idx="14992">
                  <c:v>7.0257303804853439</c:v>
                </c:pt>
                <c:pt idx="14993">
                  <c:v>7.0256581623803589</c:v>
                </c:pt>
                <c:pt idx="14994">
                  <c:v>7.0261581702644316</c:v>
                </c:pt>
                <c:pt idx="14995">
                  <c:v>7.025514672259102</c:v>
                </c:pt>
                <c:pt idx="14996">
                  <c:v>7.0237747362777716</c:v>
                </c:pt>
                <c:pt idx="14997">
                  <c:v>7.0224364149545089</c:v>
                </c:pt>
                <c:pt idx="14998">
                  <c:v>7.0218953310522085</c:v>
                </c:pt>
                <c:pt idx="14999">
                  <c:v>7.0218790898626597</c:v>
                </c:pt>
                <c:pt idx="15000">
                  <c:v>7.0208899541146979</c:v>
                </c:pt>
                <c:pt idx="15001">
                  <c:v>7.0227282044813073</c:v>
                </c:pt>
                <c:pt idx="15002">
                  <c:v>7.0238145508443841</c:v>
                </c:pt>
                <c:pt idx="15003">
                  <c:v>7.0229009445118971</c:v>
                </c:pt>
                <c:pt idx="15004">
                  <c:v>7.0228612087860105</c:v>
                </c:pt>
                <c:pt idx="15005">
                  <c:v>7.0228466232517066</c:v>
                </c:pt>
                <c:pt idx="15006">
                  <c:v>7.0230300856210288</c:v>
                </c:pt>
                <c:pt idx="15007">
                  <c:v>7.0229272773143698</c:v>
                </c:pt>
                <c:pt idx="15008">
                  <c:v>7.0230236206814993</c:v>
                </c:pt>
                <c:pt idx="15009">
                  <c:v>7.0227150380800705</c:v>
                </c:pt>
                <c:pt idx="15010">
                  <c:v>7.0227684132515495</c:v>
                </c:pt>
                <c:pt idx="15011">
                  <c:v>7.0235721156120405</c:v>
                </c:pt>
                <c:pt idx="15012">
                  <c:v>7.0237916870338539</c:v>
                </c:pt>
                <c:pt idx="15013">
                  <c:v>7.0225982749649161</c:v>
                </c:pt>
                <c:pt idx="15014">
                  <c:v>7.0229532947539379</c:v>
                </c:pt>
                <c:pt idx="15015">
                  <c:v>7.0227891483624783</c:v>
                </c:pt>
                <c:pt idx="15016">
                  <c:v>7.0232156766899507</c:v>
                </c:pt>
                <c:pt idx="15017">
                  <c:v>7.0243427048676264</c:v>
                </c:pt>
                <c:pt idx="15018">
                  <c:v>7.0246555448682573</c:v>
                </c:pt>
                <c:pt idx="15019">
                  <c:v>7.0257199735095162</c:v>
                </c:pt>
                <c:pt idx="15020">
                  <c:v>7.0263054447405349</c:v>
                </c:pt>
                <c:pt idx="15021">
                  <c:v>7.0241743010769646</c:v>
                </c:pt>
                <c:pt idx="15022">
                  <c:v>7.021907709046185</c:v>
                </c:pt>
                <c:pt idx="15023">
                  <c:v>7.0224182815875364</c:v>
                </c:pt>
                <c:pt idx="15024">
                  <c:v>7.0247681294249356</c:v>
                </c:pt>
                <c:pt idx="15025">
                  <c:v>7.0269748025039815</c:v>
                </c:pt>
                <c:pt idx="15026">
                  <c:v>7.0261701540547783</c:v>
                </c:pt>
                <c:pt idx="15027">
                  <c:v>7.0214986045191505</c:v>
                </c:pt>
                <c:pt idx="15028">
                  <c:v>7.0198228448887559</c:v>
                </c:pt>
                <c:pt idx="15029">
                  <c:v>7.0207980258282214</c:v>
                </c:pt>
                <c:pt idx="15030">
                  <c:v>7.0211212728046801</c:v>
                </c:pt>
                <c:pt idx="15031">
                  <c:v>7.0218842933505732</c:v>
                </c:pt>
                <c:pt idx="15032">
                  <c:v>7.0238012267616963</c:v>
                </c:pt>
                <c:pt idx="15033">
                  <c:v>7.0244452766521075</c:v>
                </c:pt>
                <c:pt idx="15034">
                  <c:v>7.0233765906116465</c:v>
                </c:pt>
                <c:pt idx="15035">
                  <c:v>7.0223220959018589</c:v>
                </c:pt>
                <c:pt idx="15036">
                  <c:v>7.0209951276431353</c:v>
                </c:pt>
                <c:pt idx="15037">
                  <c:v>7.0196396190416124</c:v>
                </c:pt>
                <c:pt idx="15038">
                  <c:v>7.019086945552595</c:v>
                </c:pt>
                <c:pt idx="15039">
                  <c:v>7.0182871852284014</c:v>
                </c:pt>
                <c:pt idx="15040">
                  <c:v>7.0183496270833663</c:v>
                </c:pt>
                <c:pt idx="15041">
                  <c:v>7.0189154669736196</c:v>
                </c:pt>
                <c:pt idx="15042">
                  <c:v>7.019591053154417</c:v>
                </c:pt>
                <c:pt idx="15043">
                  <c:v>7.0210019079455686</c:v>
                </c:pt>
                <c:pt idx="15044">
                  <c:v>7.021854176193254</c:v>
                </c:pt>
                <c:pt idx="15045">
                  <c:v>7.0217332345196235</c:v>
                </c:pt>
                <c:pt idx="15046">
                  <c:v>7.0212241599520651</c:v>
                </c:pt>
                <c:pt idx="15047">
                  <c:v>7.0206941925921251</c:v>
                </c:pt>
                <c:pt idx="15048">
                  <c:v>7.0197667102918686</c:v>
                </c:pt>
                <c:pt idx="15049">
                  <c:v>7.018955439221684</c:v>
                </c:pt>
                <c:pt idx="15050">
                  <c:v>7.0192674908150554</c:v>
                </c:pt>
                <c:pt idx="15051">
                  <c:v>7.0184648133840017</c:v>
                </c:pt>
                <c:pt idx="15052">
                  <c:v>7.0170470206089659</c:v>
                </c:pt>
                <c:pt idx="15053">
                  <c:v>7.0165053059808571</c:v>
                </c:pt>
                <c:pt idx="15054">
                  <c:v>7.0187019662877059</c:v>
                </c:pt>
                <c:pt idx="15055">
                  <c:v>7.0196076885475964</c:v>
                </c:pt>
                <c:pt idx="15056">
                  <c:v>7.0173844589160979</c:v>
                </c:pt>
                <c:pt idx="15057">
                  <c:v>7.0157396836910078</c:v>
                </c:pt>
                <c:pt idx="15058">
                  <c:v>7.0161379081978588</c:v>
                </c:pt>
                <c:pt idx="15059">
                  <c:v>7.0182000662262096</c:v>
                </c:pt>
                <c:pt idx="15060">
                  <c:v>7.0196004352008075</c:v>
                </c:pt>
                <c:pt idx="15061">
                  <c:v>7.0195687412289693</c:v>
                </c:pt>
                <c:pt idx="15062">
                  <c:v>7.0188906321449407</c:v>
                </c:pt>
                <c:pt idx="15063">
                  <c:v>7.0186037307431528</c:v>
                </c:pt>
                <c:pt idx="15064">
                  <c:v>7.018628092527476</c:v>
                </c:pt>
                <c:pt idx="15065">
                  <c:v>7.0177911193806271</c:v>
                </c:pt>
                <c:pt idx="15066">
                  <c:v>7.0184527507529291</c:v>
                </c:pt>
                <c:pt idx="15067">
                  <c:v>7.0184685977388481</c:v>
                </c:pt>
                <c:pt idx="15068">
                  <c:v>7.0181189391191916</c:v>
                </c:pt>
                <c:pt idx="15069">
                  <c:v>7.0196956747977737</c:v>
                </c:pt>
                <c:pt idx="15070">
                  <c:v>7.0205086803639292</c:v>
                </c:pt>
                <c:pt idx="15071">
                  <c:v>7.0210290291553008</c:v>
                </c:pt>
                <c:pt idx="15072">
                  <c:v>7.0218886295905012</c:v>
                </c:pt>
                <c:pt idx="15073">
                  <c:v>7.0224616439868175</c:v>
                </c:pt>
                <c:pt idx="15074">
                  <c:v>7.0219256058909787</c:v>
                </c:pt>
                <c:pt idx="15075">
                  <c:v>7.0209254324413823</c:v>
                </c:pt>
                <c:pt idx="15076">
                  <c:v>7.0196835333259751</c:v>
                </c:pt>
                <c:pt idx="15077">
                  <c:v>7.0193843327709358</c:v>
                </c:pt>
                <c:pt idx="15078">
                  <c:v>7.0197987196266105</c:v>
                </c:pt>
                <c:pt idx="15079">
                  <c:v>7.0216154464750309</c:v>
                </c:pt>
                <c:pt idx="15080">
                  <c:v>7.0230132137056716</c:v>
                </c:pt>
                <c:pt idx="15081">
                  <c:v>7.0226630820416593</c:v>
                </c:pt>
                <c:pt idx="15082">
                  <c:v>7.0226290228480428</c:v>
                </c:pt>
                <c:pt idx="15083">
                  <c:v>7.0216345259307147</c:v>
                </c:pt>
                <c:pt idx="15084">
                  <c:v>7.0208310600924015</c:v>
                </c:pt>
                <c:pt idx="15085">
                  <c:v>7.0206266260899728</c:v>
                </c:pt>
                <c:pt idx="15086">
                  <c:v>7.0198550907456756</c:v>
                </c:pt>
                <c:pt idx="15087">
                  <c:v>7.018719232406692</c:v>
                </c:pt>
                <c:pt idx="15088">
                  <c:v>7.0181520522240968</c:v>
                </c:pt>
                <c:pt idx="15089">
                  <c:v>7.0208393383686278</c:v>
                </c:pt>
                <c:pt idx="15090">
                  <c:v>7.0229381573345524</c:v>
                </c:pt>
                <c:pt idx="15091">
                  <c:v>7.0208409151831468</c:v>
                </c:pt>
                <c:pt idx="15092">
                  <c:v>7.0192374524984622</c:v>
                </c:pt>
                <c:pt idx="15093">
                  <c:v>7.0181711316797806</c:v>
                </c:pt>
                <c:pt idx="15094">
                  <c:v>7.0196043772371057</c:v>
                </c:pt>
                <c:pt idx="15095">
                  <c:v>7.0218793263848376</c:v>
                </c:pt>
                <c:pt idx="15096">
                  <c:v>7.0215861177249721</c:v>
                </c:pt>
                <c:pt idx="15097">
                  <c:v>7.0199932985382931</c:v>
                </c:pt>
                <c:pt idx="15098">
                  <c:v>7.0181917091092574</c:v>
                </c:pt>
                <c:pt idx="15099">
                  <c:v>7.0174727605291789</c:v>
                </c:pt>
                <c:pt idx="15100">
                  <c:v>7.0179813620523817</c:v>
                </c:pt>
                <c:pt idx="15101">
                  <c:v>7.0175340986139805</c:v>
                </c:pt>
                <c:pt idx="15102">
                  <c:v>7.0169574575442688</c:v>
                </c:pt>
                <c:pt idx="15103">
                  <c:v>7.0175422192087549</c:v>
                </c:pt>
                <c:pt idx="15104">
                  <c:v>7.0174259291379553</c:v>
                </c:pt>
                <c:pt idx="15105">
                  <c:v>7.0179448587962598</c:v>
                </c:pt>
                <c:pt idx="15106">
                  <c:v>7.0187435941910152</c:v>
                </c:pt>
                <c:pt idx="15107">
                  <c:v>7.019427458648039</c:v>
                </c:pt>
                <c:pt idx="15108">
                  <c:v>7.0192224727605295</c:v>
                </c:pt>
                <c:pt idx="15109">
                  <c:v>7.0177223702675855</c:v>
                </c:pt>
                <c:pt idx="15110">
                  <c:v>7.0171497500748989</c:v>
                </c:pt>
                <c:pt idx="15111">
                  <c:v>7.0164844920292024</c:v>
                </c:pt>
                <c:pt idx="15112">
                  <c:v>7.0178456771629953</c:v>
                </c:pt>
                <c:pt idx="15113">
                  <c:v>7.0187965751588637</c:v>
                </c:pt>
                <c:pt idx="15114">
                  <c:v>7.0189950172661186</c:v>
                </c:pt>
                <c:pt idx="15115">
                  <c:v>7.0185651776281555</c:v>
                </c:pt>
                <c:pt idx="15116">
                  <c:v>7.0189617464797616</c:v>
                </c:pt>
                <c:pt idx="15117">
                  <c:v>7.0197129409167598</c:v>
                </c:pt>
                <c:pt idx="15118">
                  <c:v>7.0205184566139485</c:v>
                </c:pt>
                <c:pt idx="15119">
                  <c:v>7.0191825005124651</c:v>
                </c:pt>
                <c:pt idx="15120">
                  <c:v>7.0161662908592062</c:v>
                </c:pt>
                <c:pt idx="15121">
                  <c:v>7.0134317791198217</c:v>
                </c:pt>
                <c:pt idx="15122">
                  <c:v>7.0121725350447024</c:v>
                </c:pt>
                <c:pt idx="15123">
                  <c:v>7.0129116668506279</c:v>
                </c:pt>
                <c:pt idx="15124">
                  <c:v>7.0138198331730237</c:v>
                </c:pt>
                <c:pt idx="15125">
                  <c:v>7.015358488780965</c:v>
                </c:pt>
                <c:pt idx="15126">
                  <c:v>7.0179495103990917</c:v>
                </c:pt>
                <c:pt idx="15127">
                  <c:v>7.0180594143710877</c:v>
                </c:pt>
                <c:pt idx="15128">
                  <c:v>7.0169461833204556</c:v>
                </c:pt>
                <c:pt idx="15129">
                  <c:v>7.0165092480171554</c:v>
                </c:pt>
                <c:pt idx="15130">
                  <c:v>7.0178650719815829</c:v>
                </c:pt>
                <c:pt idx="15131">
                  <c:v>7.0185479903498953</c:v>
                </c:pt>
                <c:pt idx="15132">
                  <c:v>7.0178637316892418</c:v>
                </c:pt>
                <c:pt idx="15133">
                  <c:v>7.0168096311830839</c:v>
                </c:pt>
                <c:pt idx="15134">
                  <c:v>7.0171947681294249</c:v>
                </c:pt>
                <c:pt idx="15135">
                  <c:v>7.0197586685378202</c:v>
                </c:pt>
                <c:pt idx="15136">
                  <c:v>7.0197370661789051</c:v>
                </c:pt>
                <c:pt idx="15137">
                  <c:v>7.0207173717655591</c:v>
                </c:pt>
                <c:pt idx="15138">
                  <c:v>7.0215302984909886</c:v>
                </c:pt>
                <c:pt idx="15139">
                  <c:v>7.0201192071776592</c:v>
                </c:pt>
                <c:pt idx="15140">
                  <c:v>7.0185586338479009</c:v>
                </c:pt>
                <c:pt idx="15141">
                  <c:v>7.0178061779592866</c:v>
                </c:pt>
                <c:pt idx="15142">
                  <c:v>7.0176473138964663</c:v>
                </c:pt>
                <c:pt idx="15143">
                  <c:v>7.01686442548763</c:v>
                </c:pt>
                <c:pt idx="15144">
                  <c:v>7.0151911099197397</c:v>
                </c:pt>
                <c:pt idx="15145">
                  <c:v>7.0138283479714278</c:v>
                </c:pt>
                <c:pt idx="15146">
                  <c:v>7.013306816569167</c:v>
                </c:pt>
                <c:pt idx="15147">
                  <c:v>7.0143356880430154</c:v>
                </c:pt>
                <c:pt idx="15148">
                  <c:v>7.0154451347388003</c:v>
                </c:pt>
                <c:pt idx="15149">
                  <c:v>7.015559926835806</c:v>
                </c:pt>
                <c:pt idx="15150">
                  <c:v>7.0154504959081665</c:v>
                </c:pt>
                <c:pt idx="15151">
                  <c:v>7.0148021886185532</c:v>
                </c:pt>
                <c:pt idx="15152">
                  <c:v>7.0149511187499014</c:v>
                </c:pt>
                <c:pt idx="15153">
                  <c:v>7.0157561614027344</c:v>
                </c:pt>
                <c:pt idx="15154">
                  <c:v>7.0168228764250458</c:v>
                </c:pt>
                <c:pt idx="15155">
                  <c:v>7.0179617307116162</c:v>
                </c:pt>
                <c:pt idx="15156">
                  <c:v>7.0173925006701463</c:v>
                </c:pt>
                <c:pt idx="15157">
                  <c:v>7.0176410854791147</c:v>
                </c:pt>
                <c:pt idx="15158">
                  <c:v>7.0184457339283179</c:v>
                </c:pt>
                <c:pt idx="15159">
                  <c:v>7.0179462779293269</c:v>
                </c:pt>
                <c:pt idx="15160">
                  <c:v>7.0179541620019235</c:v>
                </c:pt>
                <c:pt idx="15161">
                  <c:v>7.0178552168908368</c:v>
                </c:pt>
                <c:pt idx="15162">
                  <c:v>7.0162103628250208</c:v>
                </c:pt>
                <c:pt idx="15163">
                  <c:v>7.0147004052413315</c:v>
                </c:pt>
                <c:pt idx="15164">
                  <c:v>7.0135540610857943</c:v>
                </c:pt>
                <c:pt idx="15165">
                  <c:v>7.0145364165313238</c:v>
                </c:pt>
                <c:pt idx="15166">
                  <c:v>7.0167584635519322</c:v>
                </c:pt>
                <c:pt idx="15167">
                  <c:v>7.0189237452498459</c:v>
                </c:pt>
                <c:pt idx="15168">
                  <c:v>7.0192691464703003</c:v>
                </c:pt>
                <c:pt idx="15169">
                  <c:v>7.0181158643308788</c:v>
                </c:pt>
                <c:pt idx="15170">
                  <c:v>7.0166671659912643</c:v>
                </c:pt>
                <c:pt idx="15171">
                  <c:v>7.0166184424226179</c:v>
                </c:pt>
                <c:pt idx="15172">
                  <c:v>7.0179361863164038</c:v>
                </c:pt>
                <c:pt idx="15173">
                  <c:v>7.0190975102098738</c:v>
                </c:pt>
                <c:pt idx="15174">
                  <c:v>7.0181684510950975</c:v>
                </c:pt>
                <c:pt idx="15175">
                  <c:v>7.0166596761222975</c:v>
                </c:pt>
                <c:pt idx="15176">
                  <c:v>7.015123858780492</c:v>
                </c:pt>
                <c:pt idx="15177">
                  <c:v>7.0136197354105239</c:v>
                </c:pt>
                <c:pt idx="15178">
                  <c:v>7.0141833677604506</c:v>
                </c:pt>
                <c:pt idx="15179">
                  <c:v>7.016030448288368</c:v>
                </c:pt>
                <c:pt idx="15180">
                  <c:v>7.015781469275769</c:v>
                </c:pt>
                <c:pt idx="15181">
                  <c:v>7.0152112931455877</c:v>
                </c:pt>
                <c:pt idx="15182">
                  <c:v>7.0152087702423565</c:v>
                </c:pt>
                <c:pt idx="15183">
                  <c:v>7.0151581544962864</c:v>
                </c:pt>
                <c:pt idx="15184">
                  <c:v>7.0154985099102793</c:v>
                </c:pt>
                <c:pt idx="15185">
                  <c:v>7.0176954855800311</c:v>
                </c:pt>
                <c:pt idx="15186">
                  <c:v>7.0190009303205665</c:v>
                </c:pt>
                <c:pt idx="15187">
                  <c:v>7.0180443557924281</c:v>
                </c:pt>
                <c:pt idx="15188">
                  <c:v>7.0168470805279171</c:v>
                </c:pt>
                <c:pt idx="15189">
                  <c:v>7.0159251959192037</c:v>
                </c:pt>
                <c:pt idx="15190">
                  <c:v>7.0146783298380608</c:v>
                </c:pt>
                <c:pt idx="15191">
                  <c:v>7.0135722732934926</c:v>
                </c:pt>
                <c:pt idx="15192">
                  <c:v>7.0128135889875276</c:v>
                </c:pt>
                <c:pt idx="15193">
                  <c:v>7.0130087197842919</c:v>
                </c:pt>
                <c:pt idx="15194">
                  <c:v>7.0139554392216841</c:v>
                </c:pt>
                <c:pt idx="15195">
                  <c:v>7.0162292845992527</c:v>
                </c:pt>
                <c:pt idx="15196">
                  <c:v>7.0173142906699884</c:v>
                </c:pt>
                <c:pt idx="15197">
                  <c:v>7.0163693845692929</c:v>
                </c:pt>
                <c:pt idx="15198">
                  <c:v>7.0157034169570629</c:v>
                </c:pt>
                <c:pt idx="15199">
                  <c:v>7.0173566281398321</c:v>
                </c:pt>
                <c:pt idx="15200">
                  <c:v>7.0188664280420694</c:v>
                </c:pt>
                <c:pt idx="15201">
                  <c:v>7.0182465034138035</c:v>
                </c:pt>
                <c:pt idx="15202">
                  <c:v>7.0158838045380723</c:v>
                </c:pt>
                <c:pt idx="15203">
                  <c:v>7.0138654031126322</c:v>
                </c:pt>
                <c:pt idx="15204">
                  <c:v>7.0145007016824614</c:v>
                </c:pt>
                <c:pt idx="15205">
                  <c:v>7.015302117661899</c:v>
                </c:pt>
                <c:pt idx="15206">
                  <c:v>7.015681499235245</c:v>
                </c:pt>
                <c:pt idx="15207">
                  <c:v>7.0157971585802361</c:v>
                </c:pt>
                <c:pt idx="15208">
                  <c:v>7.0141418186978663</c:v>
                </c:pt>
                <c:pt idx="15209">
                  <c:v>7.0118384080480611</c:v>
                </c:pt>
                <c:pt idx="15210">
                  <c:v>7.0097566186789448</c:v>
                </c:pt>
                <c:pt idx="15211">
                  <c:v>7.0109708446995382</c:v>
                </c:pt>
                <c:pt idx="15212">
                  <c:v>7.0139316293224425</c:v>
                </c:pt>
                <c:pt idx="15213">
                  <c:v>7.0135201595736296</c:v>
                </c:pt>
                <c:pt idx="15214">
                  <c:v>7.0134406881218565</c:v>
                </c:pt>
                <c:pt idx="15215">
                  <c:v>7.0139123133445809</c:v>
                </c:pt>
                <c:pt idx="15216">
                  <c:v>7.0135403427994767</c:v>
                </c:pt>
                <c:pt idx="15217">
                  <c:v>7.0124824579384724</c:v>
                </c:pt>
                <c:pt idx="15218">
                  <c:v>7.0115261199325127</c:v>
                </c:pt>
                <c:pt idx="15219">
                  <c:v>7.0120032640060552</c:v>
                </c:pt>
                <c:pt idx="15220">
                  <c:v>7.0135725098156705</c:v>
                </c:pt>
                <c:pt idx="15221">
                  <c:v>7.0145495829325597</c:v>
                </c:pt>
                <c:pt idx="15222">
                  <c:v>7.0143245715006541</c:v>
                </c:pt>
                <c:pt idx="15223">
                  <c:v>7.0147149119349095</c:v>
                </c:pt>
                <c:pt idx="15224">
                  <c:v>7.0170036582096849</c:v>
                </c:pt>
                <c:pt idx="15225">
                  <c:v>7.0181432220627888</c:v>
                </c:pt>
                <c:pt idx="15226">
                  <c:v>7.0175611409829859</c:v>
                </c:pt>
                <c:pt idx="15227">
                  <c:v>7.0164551632791436</c:v>
                </c:pt>
                <c:pt idx="15228">
                  <c:v>7.0156586354247148</c:v>
                </c:pt>
                <c:pt idx="15229">
                  <c:v>7.0164149545089014</c:v>
                </c:pt>
                <c:pt idx="15230">
                  <c:v>7.0178448099150099</c:v>
                </c:pt>
                <c:pt idx="15231">
                  <c:v>7.018816364181081</c:v>
                </c:pt>
                <c:pt idx="15232">
                  <c:v>7.0179865655402951</c:v>
                </c:pt>
                <c:pt idx="15233">
                  <c:v>7.0180369447641873</c:v>
                </c:pt>
                <c:pt idx="15234">
                  <c:v>7.0184885444425174</c:v>
                </c:pt>
                <c:pt idx="15235">
                  <c:v>7.0168639524432743</c:v>
                </c:pt>
                <c:pt idx="15236">
                  <c:v>7.016128841514373</c:v>
                </c:pt>
                <c:pt idx="15237">
                  <c:v>7.0154169097589048</c:v>
                </c:pt>
                <c:pt idx="15238">
                  <c:v>7.0128051530298494</c:v>
                </c:pt>
                <c:pt idx="15239">
                  <c:v>7.0106820511203267</c:v>
                </c:pt>
                <c:pt idx="15240">
                  <c:v>7.0132687364985253</c:v>
                </c:pt>
                <c:pt idx="15241">
                  <c:v>7.0157441776123877</c:v>
                </c:pt>
                <c:pt idx="15242">
                  <c:v>7.0172784969804001</c:v>
                </c:pt>
                <c:pt idx="15243">
                  <c:v>7.0184480203093713</c:v>
                </c:pt>
                <c:pt idx="15244">
                  <c:v>7.018855390340434</c:v>
                </c:pt>
                <c:pt idx="15245">
                  <c:v>7.0197555149087814</c:v>
                </c:pt>
                <c:pt idx="15246">
                  <c:v>7.0200241252621458</c:v>
                </c:pt>
                <c:pt idx="15247">
                  <c:v>7.0192327220549044</c:v>
                </c:pt>
                <c:pt idx="15248">
                  <c:v>7.0175104463961908</c:v>
                </c:pt>
                <c:pt idx="15249">
                  <c:v>7.0164634415553699</c:v>
                </c:pt>
                <c:pt idx="15250">
                  <c:v>7.0141724088995412</c:v>
                </c:pt>
                <c:pt idx="15251">
                  <c:v>7.013429886942399</c:v>
                </c:pt>
                <c:pt idx="15252">
                  <c:v>7.0145590438196752</c:v>
                </c:pt>
                <c:pt idx="15253">
                  <c:v>7.0163917753354674</c:v>
                </c:pt>
                <c:pt idx="15254">
                  <c:v>7.0147109698986112</c:v>
                </c:pt>
                <c:pt idx="15255">
                  <c:v>7.0121629953168609</c:v>
                </c:pt>
                <c:pt idx="15256">
                  <c:v>7.0132167804601142</c:v>
                </c:pt>
                <c:pt idx="15257">
                  <c:v>7.0141833677604506</c:v>
                </c:pt>
                <c:pt idx="15258">
                  <c:v>7.0161474479257002</c:v>
                </c:pt>
                <c:pt idx="15259">
                  <c:v>7.0190887588892918</c:v>
                </c:pt>
                <c:pt idx="15260">
                  <c:v>7.0210775950424953</c:v>
                </c:pt>
                <c:pt idx="15261">
                  <c:v>7.0191999243129031</c:v>
                </c:pt>
                <c:pt idx="15262">
                  <c:v>7.0167670571910623</c:v>
                </c:pt>
                <c:pt idx="15263">
                  <c:v>7.0141317270849433</c:v>
                </c:pt>
                <c:pt idx="15264">
                  <c:v>7.0143195256941926</c:v>
                </c:pt>
                <c:pt idx="15265">
                  <c:v>7.0170127248931706</c:v>
                </c:pt>
                <c:pt idx="15266">
                  <c:v>7.0194696384364308</c:v>
                </c:pt>
                <c:pt idx="15267">
                  <c:v>7.0197160157050726</c:v>
                </c:pt>
                <c:pt idx="15268">
                  <c:v>7.0177012409530271</c:v>
                </c:pt>
                <c:pt idx="15269">
                  <c:v>7.0167454548321482</c:v>
                </c:pt>
                <c:pt idx="15270">
                  <c:v>7.0148733029533732</c:v>
                </c:pt>
                <c:pt idx="15271">
                  <c:v>7.0145315284063132</c:v>
                </c:pt>
                <c:pt idx="15272">
                  <c:v>7.0165799681483465</c:v>
                </c:pt>
                <c:pt idx="15273">
                  <c:v>7.0170247086835174</c:v>
                </c:pt>
                <c:pt idx="15274">
                  <c:v>7.0169885207902993</c:v>
                </c:pt>
                <c:pt idx="15275">
                  <c:v>7.0179525851874045</c:v>
                </c:pt>
                <c:pt idx="15276">
                  <c:v>7.0187123732635328</c:v>
                </c:pt>
                <c:pt idx="15277">
                  <c:v>7.018116968101042</c:v>
                </c:pt>
                <c:pt idx="15278">
                  <c:v>7.0181022248852871</c:v>
                </c:pt>
                <c:pt idx="15279">
                  <c:v>7.0158802567054037</c:v>
                </c:pt>
                <c:pt idx="15280">
                  <c:v>7.0164773175231394</c:v>
                </c:pt>
                <c:pt idx="15281">
                  <c:v>7.0176451063561389</c:v>
                </c:pt>
                <c:pt idx="15282">
                  <c:v>7.0175314180292974</c:v>
                </c:pt>
                <c:pt idx="15283">
                  <c:v>7.0166265630173923</c:v>
                </c:pt>
                <c:pt idx="15284">
                  <c:v>7.0150865671171099</c:v>
                </c:pt>
                <c:pt idx="15285">
                  <c:v>7.0151985997887065</c:v>
                </c:pt>
                <c:pt idx="15286">
                  <c:v>7.0167330768381717</c:v>
                </c:pt>
                <c:pt idx="15287">
                  <c:v>7.0162807675933081</c:v>
                </c:pt>
                <c:pt idx="15288">
                  <c:v>7.0154027184282315</c:v>
                </c:pt>
                <c:pt idx="15289">
                  <c:v>7.0155682051120323</c:v>
                </c:pt>
                <c:pt idx="15290">
                  <c:v>7.0146399344045163</c:v>
                </c:pt>
                <c:pt idx="15291">
                  <c:v>7.0137393367918133</c:v>
                </c:pt>
                <c:pt idx="15292">
                  <c:v>7.0150684337501383</c:v>
                </c:pt>
                <c:pt idx="15293">
                  <c:v>7.0182295526577212</c:v>
                </c:pt>
                <c:pt idx="15294">
                  <c:v>7.0191582964095938</c:v>
                </c:pt>
                <c:pt idx="15295">
                  <c:v>7.0193084091518312</c:v>
                </c:pt>
                <c:pt idx="15296">
                  <c:v>7.0187243570538795</c:v>
                </c:pt>
                <c:pt idx="15297">
                  <c:v>7.0195164698276544</c:v>
                </c:pt>
                <c:pt idx="15298">
                  <c:v>7.0207260442454151</c:v>
                </c:pt>
                <c:pt idx="15299">
                  <c:v>7.0191311751998615</c:v>
                </c:pt>
                <c:pt idx="15300">
                  <c:v>7.0193232312083129</c:v>
                </c:pt>
                <c:pt idx="15301">
                  <c:v>7.0195774137088254</c:v>
                </c:pt>
                <c:pt idx="15302">
                  <c:v>7.0192442328008955</c:v>
                </c:pt>
                <c:pt idx="15303">
                  <c:v>7.0179270407921912</c:v>
                </c:pt>
                <c:pt idx="15304">
                  <c:v>7.0173198883615324</c:v>
                </c:pt>
                <c:pt idx="15305">
                  <c:v>7.0179278291994516</c:v>
                </c:pt>
                <c:pt idx="15306">
                  <c:v>7.0176471562150144</c:v>
                </c:pt>
                <c:pt idx="15307">
                  <c:v>7.0165455147511002</c:v>
                </c:pt>
                <c:pt idx="15308">
                  <c:v>7.0142925621659122</c:v>
                </c:pt>
                <c:pt idx="15309">
                  <c:v>7.0132029044923447</c:v>
                </c:pt>
                <c:pt idx="15310">
                  <c:v>7.0120067329979978</c:v>
                </c:pt>
                <c:pt idx="15311">
                  <c:v>7.0118097100238099</c:v>
                </c:pt>
                <c:pt idx="15312">
                  <c:v>7.011218877623425</c:v>
                </c:pt>
                <c:pt idx="15313">
                  <c:v>7.0121428909317398</c:v>
                </c:pt>
                <c:pt idx="15314">
                  <c:v>7.0134425802992792</c:v>
                </c:pt>
                <c:pt idx="15315">
                  <c:v>7.0137601507434679</c:v>
                </c:pt>
                <c:pt idx="15316">
                  <c:v>7.0136130339488165</c:v>
                </c:pt>
                <c:pt idx="15317">
                  <c:v>7.0136765795739446</c:v>
                </c:pt>
                <c:pt idx="15318">
                  <c:v>7.0142764786578153</c:v>
                </c:pt>
                <c:pt idx="15319">
                  <c:v>7.0142658351598097</c:v>
                </c:pt>
                <c:pt idx="15320">
                  <c:v>7.015289108942115</c:v>
                </c:pt>
                <c:pt idx="15321">
                  <c:v>7.0177750358725302</c:v>
                </c:pt>
                <c:pt idx="15322">
                  <c:v>7.0187053564389217</c:v>
                </c:pt>
                <c:pt idx="15323">
                  <c:v>7.0181989624560464</c:v>
                </c:pt>
                <c:pt idx="15324">
                  <c:v>7.0168924927860736</c:v>
                </c:pt>
                <c:pt idx="15325">
                  <c:v>7.0152459830650118</c:v>
                </c:pt>
                <c:pt idx="15326">
                  <c:v>7.0142446270045253</c:v>
                </c:pt>
                <c:pt idx="15327">
                  <c:v>7.0135120389788552</c:v>
                </c:pt>
                <c:pt idx="15328">
                  <c:v>7.0141343288288995</c:v>
                </c:pt>
                <c:pt idx="15329">
                  <c:v>7.0138419874170204</c:v>
                </c:pt>
                <c:pt idx="15330">
                  <c:v>7.0142004761979848</c:v>
                </c:pt>
                <c:pt idx="15331">
                  <c:v>7.017484113593718</c:v>
                </c:pt>
                <c:pt idx="15332">
                  <c:v>7.0191344865103522</c:v>
                </c:pt>
                <c:pt idx="15333">
                  <c:v>7.0192089121556629</c:v>
                </c:pt>
                <c:pt idx="15334">
                  <c:v>7.0194306122770778</c:v>
                </c:pt>
                <c:pt idx="15335">
                  <c:v>7.019961604566455</c:v>
                </c:pt>
                <c:pt idx="15336">
                  <c:v>7.019728551380501</c:v>
                </c:pt>
                <c:pt idx="15337">
                  <c:v>7.0188638262981122</c:v>
                </c:pt>
                <c:pt idx="15338">
                  <c:v>7.0188231444835143</c:v>
                </c:pt>
                <c:pt idx="15339">
                  <c:v>7.0192020530125045</c:v>
                </c:pt>
                <c:pt idx="15340">
                  <c:v>7.0183825036660936</c:v>
                </c:pt>
                <c:pt idx="15341">
                  <c:v>7.0169497311531241</c:v>
                </c:pt>
                <c:pt idx="15342">
                  <c:v>7.0149085447578798</c:v>
                </c:pt>
                <c:pt idx="15343">
                  <c:v>7.0141093363187688</c:v>
                </c:pt>
                <c:pt idx="15344">
                  <c:v>7.0139610369132281</c:v>
                </c:pt>
                <c:pt idx="15345">
                  <c:v>7.014508585755058</c:v>
                </c:pt>
                <c:pt idx="15346">
                  <c:v>7.0157707469370374</c:v>
                </c:pt>
                <c:pt idx="15347">
                  <c:v>7.0153125246377268</c:v>
                </c:pt>
                <c:pt idx="15348">
                  <c:v>7.0153504470269166</c:v>
                </c:pt>
                <c:pt idx="15349">
                  <c:v>7.0152105835790532</c:v>
                </c:pt>
                <c:pt idx="15350">
                  <c:v>7.0143402608051213</c:v>
                </c:pt>
                <c:pt idx="15351">
                  <c:v>7.0149523013607906</c:v>
                </c:pt>
                <c:pt idx="15352">
                  <c:v>7.0152131853230104</c:v>
                </c:pt>
                <c:pt idx="15353">
                  <c:v>7.0153361768555165</c:v>
                </c:pt>
                <c:pt idx="15354">
                  <c:v>7.0167053249026319</c:v>
                </c:pt>
                <c:pt idx="15355">
                  <c:v>7.0186712972453051</c:v>
                </c:pt>
                <c:pt idx="15356">
                  <c:v>7.0197332029833328</c:v>
                </c:pt>
                <c:pt idx="15357">
                  <c:v>7.0197972216528166</c:v>
                </c:pt>
                <c:pt idx="15358">
                  <c:v>7.0210393572904017</c:v>
                </c:pt>
                <c:pt idx="15359">
                  <c:v>7.0203118939119191</c:v>
                </c:pt>
                <c:pt idx="15360">
                  <c:v>7.0175310238256676</c:v>
                </c:pt>
                <c:pt idx="15361">
                  <c:v>7.0164630473517402</c:v>
                </c:pt>
                <c:pt idx="15362">
                  <c:v>7.0177515413361924</c:v>
                </c:pt>
                <c:pt idx="15363">
                  <c:v>7.0189868966713442</c:v>
                </c:pt>
                <c:pt idx="15364">
                  <c:v>7.0180538955202696</c:v>
                </c:pt>
                <c:pt idx="15365">
                  <c:v>7.0158747378545865</c:v>
                </c:pt>
                <c:pt idx="15366">
                  <c:v>7.013664438102146</c:v>
                </c:pt>
                <c:pt idx="15367">
                  <c:v>7.0143997067124992</c:v>
                </c:pt>
                <c:pt idx="15368">
                  <c:v>7.0157613648906478</c:v>
                </c:pt>
                <c:pt idx="15369">
                  <c:v>7.015458458821489</c:v>
                </c:pt>
                <c:pt idx="15370">
                  <c:v>7.0146121824689764</c:v>
                </c:pt>
                <c:pt idx="15371">
                  <c:v>7.0139130229111153</c:v>
                </c:pt>
                <c:pt idx="15372">
                  <c:v>7.0147839764108548</c:v>
                </c:pt>
                <c:pt idx="15373">
                  <c:v>7.0144142134060772</c:v>
                </c:pt>
                <c:pt idx="15374">
                  <c:v>7.0129272773143692</c:v>
                </c:pt>
                <c:pt idx="15375">
                  <c:v>7.0119543827559561</c:v>
                </c:pt>
                <c:pt idx="15376">
                  <c:v>7.0129717434838144</c:v>
                </c:pt>
                <c:pt idx="15377">
                  <c:v>7.0142907488292154</c:v>
                </c:pt>
                <c:pt idx="15378">
                  <c:v>7.0152768097888645</c:v>
                </c:pt>
                <c:pt idx="15379">
                  <c:v>7.0151478263611855</c:v>
                </c:pt>
                <c:pt idx="15380">
                  <c:v>7.013403948343556</c:v>
                </c:pt>
                <c:pt idx="15381">
                  <c:v>7.0144492975291319</c:v>
                </c:pt>
                <c:pt idx="15382">
                  <c:v>7.0154010627729857</c:v>
                </c:pt>
                <c:pt idx="15383">
                  <c:v>7.0156693577634464</c:v>
                </c:pt>
                <c:pt idx="15384">
                  <c:v>7.0138665068827954</c:v>
                </c:pt>
                <c:pt idx="15385">
                  <c:v>7.0128921931913153</c:v>
                </c:pt>
                <c:pt idx="15386">
                  <c:v>7.0130877970324352</c:v>
                </c:pt>
                <c:pt idx="15387">
                  <c:v>7.0123311625853448</c:v>
                </c:pt>
                <c:pt idx="15388">
                  <c:v>7.0122175530992292</c:v>
                </c:pt>
                <c:pt idx="15389">
                  <c:v>7.014382598274965</c:v>
                </c:pt>
                <c:pt idx="15390">
                  <c:v>7.0159314243365554</c:v>
                </c:pt>
                <c:pt idx="15391">
                  <c:v>7.0163502262728832</c:v>
                </c:pt>
                <c:pt idx="15392">
                  <c:v>7.0155609517652442</c:v>
                </c:pt>
                <c:pt idx="15393">
                  <c:v>7.0140064491713838</c:v>
                </c:pt>
                <c:pt idx="15394">
                  <c:v>7.013025985903278</c:v>
                </c:pt>
                <c:pt idx="15395">
                  <c:v>7.0142369006133807</c:v>
                </c:pt>
                <c:pt idx="15396">
                  <c:v>7.0155126224002267</c:v>
                </c:pt>
                <c:pt idx="15397">
                  <c:v>7.0156196881060877</c:v>
                </c:pt>
                <c:pt idx="15398">
                  <c:v>7.0160933631876885</c:v>
                </c:pt>
                <c:pt idx="15399">
                  <c:v>7.0159615414938736</c:v>
                </c:pt>
                <c:pt idx="15400">
                  <c:v>7.014760639555969</c:v>
                </c:pt>
                <c:pt idx="15401">
                  <c:v>7.0163861776439234</c:v>
                </c:pt>
                <c:pt idx="15402">
                  <c:v>7.0174945994102718</c:v>
                </c:pt>
                <c:pt idx="15403">
                  <c:v>7.0153535218152285</c:v>
                </c:pt>
                <c:pt idx="15404">
                  <c:v>7.0137510052192562</c:v>
                </c:pt>
                <c:pt idx="15405">
                  <c:v>7.0146683959065896</c:v>
                </c:pt>
                <c:pt idx="15406">
                  <c:v>7.0163597660007255</c:v>
                </c:pt>
                <c:pt idx="15407">
                  <c:v>7.0155446317349694</c:v>
                </c:pt>
                <c:pt idx="15408">
                  <c:v>7.0156571374509218</c:v>
                </c:pt>
                <c:pt idx="15409">
                  <c:v>7.0163658367366244</c:v>
                </c:pt>
                <c:pt idx="15410">
                  <c:v>7.0163989498415305</c:v>
                </c:pt>
                <c:pt idx="15411">
                  <c:v>7.0159057222598902</c:v>
                </c:pt>
                <c:pt idx="15412">
                  <c:v>7.0160079786814675</c:v>
                </c:pt>
                <c:pt idx="15413">
                  <c:v>7.0179457260442453</c:v>
                </c:pt>
                <c:pt idx="15414">
                  <c:v>7.0198218988000445</c:v>
                </c:pt>
                <c:pt idx="15415">
                  <c:v>7.0204821110392785</c:v>
                </c:pt>
                <c:pt idx="15416">
                  <c:v>7.0172360018291045</c:v>
                </c:pt>
                <c:pt idx="15417">
                  <c:v>7.0147483404027184</c:v>
                </c:pt>
                <c:pt idx="15418">
                  <c:v>7.0157921916145005</c:v>
                </c:pt>
                <c:pt idx="15419">
                  <c:v>7.0151349753228525</c:v>
                </c:pt>
                <c:pt idx="15420">
                  <c:v>7.0136708242009496</c:v>
                </c:pt>
                <c:pt idx="15421">
                  <c:v>7.0141590059761274</c:v>
                </c:pt>
                <c:pt idx="15422">
                  <c:v>7.0149964521673311</c:v>
                </c:pt>
                <c:pt idx="15423">
                  <c:v>7.0135117236159514</c:v>
                </c:pt>
                <c:pt idx="15424">
                  <c:v>7.0113788454564085</c:v>
                </c:pt>
                <c:pt idx="15425">
                  <c:v>7.0103827717245624</c:v>
                </c:pt>
                <c:pt idx="15426">
                  <c:v>7.0115360538639839</c:v>
                </c:pt>
                <c:pt idx="15427">
                  <c:v>7.0137304277897794</c:v>
                </c:pt>
                <c:pt idx="15428">
                  <c:v>7.0165419669184317</c:v>
                </c:pt>
                <c:pt idx="15429">
                  <c:v>7.0178589224049572</c:v>
                </c:pt>
                <c:pt idx="15430">
                  <c:v>7.016075308661442</c:v>
                </c:pt>
                <c:pt idx="15431">
                  <c:v>7.0157462274712623</c:v>
                </c:pt>
                <c:pt idx="15432">
                  <c:v>7.0160518141251043</c:v>
                </c:pt>
                <c:pt idx="15433">
                  <c:v>7.0162101263028429</c:v>
                </c:pt>
                <c:pt idx="15434">
                  <c:v>7.0164602090856052</c:v>
                </c:pt>
                <c:pt idx="15435">
                  <c:v>7.0152585975811661</c:v>
                </c:pt>
                <c:pt idx="15436">
                  <c:v>7.0149742979233354</c:v>
                </c:pt>
                <c:pt idx="15437">
                  <c:v>7.0172792853876595</c:v>
                </c:pt>
                <c:pt idx="15438">
                  <c:v>7.0192946908655136</c:v>
                </c:pt>
                <c:pt idx="15439">
                  <c:v>7.0189409325281069</c:v>
                </c:pt>
                <c:pt idx="15440">
                  <c:v>7.0178500922436493</c:v>
                </c:pt>
                <c:pt idx="15441">
                  <c:v>7.0172844888755739</c:v>
                </c:pt>
                <c:pt idx="15442">
                  <c:v>7.0174011731500023</c:v>
                </c:pt>
                <c:pt idx="15443">
                  <c:v>7.0169781926551984</c:v>
                </c:pt>
                <c:pt idx="15444">
                  <c:v>7.0167769911225344</c:v>
                </c:pt>
                <c:pt idx="15445">
                  <c:v>7.0158533720178493</c:v>
                </c:pt>
                <c:pt idx="15446">
                  <c:v>7.0138515271448618</c:v>
                </c:pt>
                <c:pt idx="15447">
                  <c:v>7.0131891073653003</c:v>
                </c:pt>
                <c:pt idx="15448">
                  <c:v>7.0131731026979294</c:v>
                </c:pt>
                <c:pt idx="15449">
                  <c:v>7.0140813478610511</c:v>
                </c:pt>
                <c:pt idx="15450">
                  <c:v>7.0141593213390312</c:v>
                </c:pt>
                <c:pt idx="15451">
                  <c:v>7.0137590469733047</c:v>
                </c:pt>
                <c:pt idx="15452">
                  <c:v>7.0141167473470096</c:v>
                </c:pt>
                <c:pt idx="15453">
                  <c:v>7.0141903845850608</c:v>
                </c:pt>
                <c:pt idx="15454">
                  <c:v>7.0139295794635679</c:v>
                </c:pt>
                <c:pt idx="15455">
                  <c:v>7.0129500622841734</c:v>
                </c:pt>
                <c:pt idx="15456">
                  <c:v>7.0122367902363649</c:v>
                </c:pt>
                <c:pt idx="15457">
                  <c:v>7.0121283842381619</c:v>
                </c:pt>
                <c:pt idx="15458">
                  <c:v>7.010696005928823</c:v>
                </c:pt>
                <c:pt idx="15459">
                  <c:v>7.0109359970986613</c:v>
                </c:pt>
                <c:pt idx="15460">
                  <c:v>7.0126768791687031</c:v>
                </c:pt>
                <c:pt idx="15461">
                  <c:v>7.0146468723884006</c:v>
                </c:pt>
                <c:pt idx="15462">
                  <c:v>7.0149008183667352</c:v>
                </c:pt>
                <c:pt idx="15463">
                  <c:v>7.013160645863227</c:v>
                </c:pt>
                <c:pt idx="15464">
                  <c:v>7.0115969189044289</c:v>
                </c:pt>
                <c:pt idx="15465">
                  <c:v>7.0143488544442514</c:v>
                </c:pt>
                <c:pt idx="15466">
                  <c:v>7.0162738296094229</c:v>
                </c:pt>
                <c:pt idx="15467">
                  <c:v>7.015772639114461</c:v>
                </c:pt>
                <c:pt idx="15468">
                  <c:v>7.0160336019174068</c:v>
                </c:pt>
                <c:pt idx="15469">
                  <c:v>7.0163161670792666</c:v>
                </c:pt>
                <c:pt idx="15470">
                  <c:v>7.0172008388653246</c:v>
                </c:pt>
                <c:pt idx="15471">
                  <c:v>7.016851416767846</c:v>
                </c:pt>
                <c:pt idx="15472">
                  <c:v>7.0164013150633089</c:v>
                </c:pt>
                <c:pt idx="15473">
                  <c:v>7.014785159021744</c:v>
                </c:pt>
                <c:pt idx="15474">
                  <c:v>7.0149914063608696</c:v>
                </c:pt>
                <c:pt idx="15475">
                  <c:v>7.0165824910515777</c:v>
                </c:pt>
                <c:pt idx="15476">
                  <c:v>7.0178987369715697</c:v>
                </c:pt>
                <c:pt idx="15477">
                  <c:v>7.0179507718507068</c:v>
                </c:pt>
                <c:pt idx="15478">
                  <c:v>7.0165915577350635</c:v>
                </c:pt>
                <c:pt idx="15479">
                  <c:v>7.0166329491161958</c:v>
                </c:pt>
                <c:pt idx="15480">
                  <c:v>7.0155367476623729</c:v>
                </c:pt>
                <c:pt idx="15481">
                  <c:v>7.0142578722464872</c:v>
                </c:pt>
                <c:pt idx="15482">
                  <c:v>7.0159933931471645</c:v>
                </c:pt>
                <c:pt idx="15483">
                  <c:v>7.0169733045301879</c:v>
                </c:pt>
                <c:pt idx="15484">
                  <c:v>7.0174840347529921</c:v>
                </c:pt>
                <c:pt idx="15485">
                  <c:v>7.0167447452656146</c:v>
                </c:pt>
                <c:pt idx="15486">
                  <c:v>7.0153047194058562</c:v>
                </c:pt>
                <c:pt idx="15487">
                  <c:v>7.0143179488796736</c:v>
                </c:pt>
                <c:pt idx="15488">
                  <c:v>7.0136741355114394</c:v>
                </c:pt>
                <c:pt idx="15489">
                  <c:v>7.0125218783014551</c:v>
                </c:pt>
                <c:pt idx="15490">
                  <c:v>7.0121156908812816</c:v>
                </c:pt>
                <c:pt idx="15491">
                  <c:v>7.0123701099039719</c:v>
                </c:pt>
                <c:pt idx="15492">
                  <c:v>7.0137070909348935</c:v>
                </c:pt>
                <c:pt idx="15493">
                  <c:v>7.0147687601507434</c:v>
                </c:pt>
                <c:pt idx="15494">
                  <c:v>7.0150467525504974</c:v>
                </c:pt>
                <c:pt idx="15495">
                  <c:v>7.0139270565603367</c:v>
                </c:pt>
                <c:pt idx="15496">
                  <c:v>7.0140796922058062</c:v>
                </c:pt>
                <c:pt idx="15497">
                  <c:v>7.0147951717939421</c:v>
                </c:pt>
                <c:pt idx="15498">
                  <c:v>7.015190636875384</c:v>
                </c:pt>
                <c:pt idx="15499">
                  <c:v>7.0145700815213106</c:v>
                </c:pt>
                <c:pt idx="15500">
                  <c:v>7.0132680269319918</c:v>
                </c:pt>
                <c:pt idx="15501">
                  <c:v>7.0146523123984927</c:v>
                </c:pt>
                <c:pt idx="15502">
                  <c:v>7.0156517762815556</c:v>
                </c:pt>
                <c:pt idx="15503">
                  <c:v>7.0167869250540056</c:v>
                </c:pt>
                <c:pt idx="15504">
                  <c:v>7.0179082766994121</c:v>
                </c:pt>
                <c:pt idx="15505">
                  <c:v>7.0166968889449537</c:v>
                </c:pt>
                <c:pt idx="15506">
                  <c:v>7.0144431479525062</c:v>
                </c:pt>
                <c:pt idx="15507">
                  <c:v>7.0135612355918573</c:v>
                </c:pt>
                <c:pt idx="15508">
                  <c:v>7.0145490310474781</c:v>
                </c:pt>
                <c:pt idx="15509">
                  <c:v>7.0169700720604231</c:v>
                </c:pt>
                <c:pt idx="15510">
                  <c:v>7.0173796496318142</c:v>
                </c:pt>
                <c:pt idx="15511">
                  <c:v>7.0167114744792567</c:v>
                </c:pt>
                <c:pt idx="15512">
                  <c:v>7.0166212806887529</c:v>
                </c:pt>
                <c:pt idx="15513">
                  <c:v>7.0163121462022424</c:v>
                </c:pt>
                <c:pt idx="15514">
                  <c:v>7.0159766789132592</c:v>
                </c:pt>
                <c:pt idx="15515">
                  <c:v>7.0166610952553654</c:v>
                </c:pt>
                <c:pt idx="15516">
                  <c:v>7.016822561062142</c:v>
                </c:pt>
                <c:pt idx="15517">
                  <c:v>7.0174723663255492</c:v>
                </c:pt>
                <c:pt idx="15518">
                  <c:v>7.0152728677525662</c:v>
                </c:pt>
                <c:pt idx="15519">
                  <c:v>7.0139890253709458</c:v>
                </c:pt>
                <c:pt idx="15520">
                  <c:v>7.0147531496870021</c:v>
                </c:pt>
                <c:pt idx="15521">
                  <c:v>7.0145700815213106</c:v>
                </c:pt>
                <c:pt idx="15522">
                  <c:v>7.0142916160772009</c:v>
                </c:pt>
                <c:pt idx="15523">
                  <c:v>7.0143220485974238</c:v>
                </c:pt>
                <c:pt idx="15524">
                  <c:v>7.015590201674577</c:v>
                </c:pt>
                <c:pt idx="15525">
                  <c:v>7.0162380359198346</c:v>
                </c:pt>
                <c:pt idx="15526">
                  <c:v>7.0164081742064681</c:v>
                </c:pt>
                <c:pt idx="15527">
                  <c:v>7.0176590611646352</c:v>
                </c:pt>
                <c:pt idx="15528">
                  <c:v>7.0179829388669015</c:v>
                </c:pt>
                <c:pt idx="15529">
                  <c:v>7.0178656238666646</c:v>
                </c:pt>
                <c:pt idx="15530">
                  <c:v>7.0174405935129851</c:v>
                </c:pt>
                <c:pt idx="15531">
                  <c:v>7.0166500575537301</c:v>
                </c:pt>
                <c:pt idx="15532">
                  <c:v>7.0153617212507289</c:v>
                </c:pt>
                <c:pt idx="15533">
                  <c:v>7.0140088932338891</c:v>
                </c:pt>
                <c:pt idx="15534">
                  <c:v>7.0137953137072486</c:v>
                </c:pt>
                <c:pt idx="15535">
                  <c:v>7.0122998628171365</c:v>
                </c:pt>
                <c:pt idx="15536">
                  <c:v>7.0107709046184894</c:v>
                </c:pt>
                <c:pt idx="15537">
                  <c:v>7.0116044087733957</c:v>
                </c:pt>
                <c:pt idx="15538">
                  <c:v>7.0147050568441633</c:v>
                </c:pt>
                <c:pt idx="15539">
                  <c:v>7.0163675712325961</c:v>
                </c:pt>
                <c:pt idx="15540">
                  <c:v>7.0155643419164599</c:v>
                </c:pt>
                <c:pt idx="15541">
                  <c:v>7.0153923114524037</c:v>
                </c:pt>
                <c:pt idx="15542">
                  <c:v>7.0147078162695724</c:v>
                </c:pt>
                <c:pt idx="15543">
                  <c:v>7.0145539191724877</c:v>
                </c:pt>
                <c:pt idx="15544">
                  <c:v>7.0140878916413065</c:v>
                </c:pt>
                <c:pt idx="15545">
                  <c:v>7.0143125088695815</c:v>
                </c:pt>
                <c:pt idx="15546">
                  <c:v>7.0146673709771523</c:v>
                </c:pt>
                <c:pt idx="15547">
                  <c:v>7.0149921159274031</c:v>
                </c:pt>
                <c:pt idx="15548">
                  <c:v>7.0161718097100234</c:v>
                </c:pt>
                <c:pt idx="15549">
                  <c:v>7.0179644901370253</c:v>
                </c:pt>
                <c:pt idx="15550">
                  <c:v>7.0193512985067565</c:v>
                </c:pt>
                <c:pt idx="15551">
                  <c:v>7.0191113861776442</c:v>
                </c:pt>
                <c:pt idx="15552">
                  <c:v>7.0186955801889024</c:v>
                </c:pt>
                <c:pt idx="15553">
                  <c:v>7.0172428609722637</c:v>
                </c:pt>
                <c:pt idx="15554">
                  <c:v>7.0155872845677161</c:v>
                </c:pt>
                <c:pt idx="15555">
                  <c:v>7.0149178479635443</c:v>
                </c:pt>
                <c:pt idx="15556">
                  <c:v>7.0151028083066587</c:v>
                </c:pt>
                <c:pt idx="15557">
                  <c:v>7.0150253078730351</c:v>
                </c:pt>
                <c:pt idx="15558">
                  <c:v>7.0151875620870721</c:v>
                </c:pt>
                <c:pt idx="15559">
                  <c:v>7.0155276809788862</c:v>
                </c:pt>
                <c:pt idx="15560">
                  <c:v>7.0161153597502324</c:v>
                </c:pt>
                <c:pt idx="15561">
                  <c:v>7.0173035683312568</c:v>
                </c:pt>
                <c:pt idx="15562">
                  <c:v>7.0183936202084549</c:v>
                </c:pt>
                <c:pt idx="15563">
                  <c:v>7.017972137687444</c:v>
                </c:pt>
                <c:pt idx="15564">
                  <c:v>7.0177097557514312</c:v>
                </c:pt>
                <c:pt idx="15565">
                  <c:v>7.0170429997319417</c:v>
                </c:pt>
                <c:pt idx="15566">
                  <c:v>7.01678195808827</c:v>
                </c:pt>
                <c:pt idx="15567">
                  <c:v>7.0155662340938836</c:v>
                </c:pt>
                <c:pt idx="15568">
                  <c:v>7.0145750484870462</c:v>
                </c:pt>
                <c:pt idx="15569">
                  <c:v>7.0148524101609926</c:v>
                </c:pt>
                <c:pt idx="15570">
                  <c:v>7.0138056418423504</c:v>
                </c:pt>
                <c:pt idx="15571">
                  <c:v>7.0129529793910343</c:v>
                </c:pt>
                <c:pt idx="15572">
                  <c:v>7.013247449502515</c:v>
                </c:pt>
                <c:pt idx="15573">
                  <c:v>7.011937037796244</c:v>
                </c:pt>
                <c:pt idx="15574">
                  <c:v>7.010114082530472</c:v>
                </c:pt>
                <c:pt idx="15575">
                  <c:v>7.0098310443242564</c:v>
                </c:pt>
                <c:pt idx="15576">
                  <c:v>7.0107783944874562</c:v>
                </c:pt>
                <c:pt idx="15577">
                  <c:v>7.0126861823743676</c:v>
                </c:pt>
                <c:pt idx="15578">
                  <c:v>7.0134694649868337</c:v>
                </c:pt>
                <c:pt idx="15579">
                  <c:v>7.0146252700294864</c:v>
                </c:pt>
                <c:pt idx="15580">
                  <c:v>7.0152675065832009</c:v>
                </c:pt>
                <c:pt idx="15581">
                  <c:v>7.0144382598274966</c:v>
                </c:pt>
                <c:pt idx="15582">
                  <c:v>7.0120261278165845</c:v>
                </c:pt>
                <c:pt idx="15583">
                  <c:v>7.0123623835128273</c:v>
                </c:pt>
                <c:pt idx="15584">
                  <c:v>7.0143195256941926</c:v>
                </c:pt>
                <c:pt idx="15585">
                  <c:v>7.0137661426386417</c:v>
                </c:pt>
                <c:pt idx="15586">
                  <c:v>7.0125274759929992</c:v>
                </c:pt>
                <c:pt idx="15587">
                  <c:v>7.0128060991185608</c:v>
                </c:pt>
                <c:pt idx="15588">
                  <c:v>7.0125304719405852</c:v>
                </c:pt>
                <c:pt idx="15589">
                  <c:v>7.0120724861634525</c:v>
                </c:pt>
                <c:pt idx="15590">
                  <c:v>7.012427821315379</c:v>
                </c:pt>
                <c:pt idx="15591">
                  <c:v>7.0140792980021764</c:v>
                </c:pt>
                <c:pt idx="15592">
                  <c:v>7.0160230372601271</c:v>
                </c:pt>
                <c:pt idx="15593">
                  <c:v>7.0168595373626204</c:v>
                </c:pt>
                <c:pt idx="15594">
                  <c:v>7.0159977293870925</c:v>
                </c:pt>
                <c:pt idx="15595">
                  <c:v>7.0130371024456393</c:v>
                </c:pt>
                <c:pt idx="15596">
                  <c:v>7.0112987432788278</c:v>
                </c:pt>
                <c:pt idx="15597">
                  <c:v>7.0119652627761395</c:v>
                </c:pt>
                <c:pt idx="15598">
                  <c:v>7.0145594380233049</c:v>
                </c:pt>
                <c:pt idx="15599">
                  <c:v>7.0159092700925587</c:v>
                </c:pt>
                <c:pt idx="15600">
                  <c:v>7.017406061275012</c:v>
                </c:pt>
                <c:pt idx="15601">
                  <c:v>7.0189855563790031</c:v>
                </c:pt>
                <c:pt idx="15602">
                  <c:v>7.0194434633154099</c:v>
                </c:pt>
                <c:pt idx="15603">
                  <c:v>7.0177660480297703</c:v>
                </c:pt>
                <c:pt idx="15604">
                  <c:v>7.015318043488544</c:v>
                </c:pt>
                <c:pt idx="15605">
                  <c:v>7.0149700405241333</c:v>
                </c:pt>
                <c:pt idx="15606">
                  <c:v>7.0128848610038004</c:v>
                </c:pt>
                <c:pt idx="15607">
                  <c:v>7.0120787145808041</c:v>
                </c:pt>
                <c:pt idx="15608">
                  <c:v>7.0132296314984472</c:v>
                </c:pt>
                <c:pt idx="15609">
                  <c:v>7.014061164635204</c:v>
                </c:pt>
                <c:pt idx="15610">
                  <c:v>7.0166031473217805</c:v>
                </c:pt>
                <c:pt idx="15611">
                  <c:v>7.0183720966902667</c:v>
                </c:pt>
                <c:pt idx="15612">
                  <c:v>7.0185080969425568</c:v>
                </c:pt>
                <c:pt idx="15613">
                  <c:v>7.0181307652280864</c:v>
                </c:pt>
                <c:pt idx="15614">
                  <c:v>7.0183991390592722</c:v>
                </c:pt>
                <c:pt idx="15615">
                  <c:v>7.017863652848515</c:v>
                </c:pt>
                <c:pt idx="15616">
                  <c:v>7.0177595830902408</c:v>
                </c:pt>
                <c:pt idx="15617">
                  <c:v>7.0182779608634638</c:v>
                </c:pt>
                <c:pt idx="15618">
                  <c:v>7.0173272993897724</c:v>
                </c:pt>
                <c:pt idx="15619">
                  <c:v>7.0152098740125197</c:v>
                </c:pt>
                <c:pt idx="15620">
                  <c:v>7.0143225216417795</c:v>
                </c:pt>
                <c:pt idx="15621">
                  <c:v>7.0136881691606616</c:v>
                </c:pt>
                <c:pt idx="15622">
                  <c:v>7.0141425282643999</c:v>
                </c:pt>
                <c:pt idx="15623">
                  <c:v>7.0140601397057667</c:v>
                </c:pt>
                <c:pt idx="15624">
                  <c:v>7.0142955581134991</c:v>
                </c:pt>
                <c:pt idx="15625">
                  <c:v>7.0147496806950596</c:v>
                </c:pt>
                <c:pt idx="15626">
                  <c:v>7.0158303505258672</c:v>
                </c:pt>
                <c:pt idx="15627">
                  <c:v>7.0164858323215444</c:v>
                </c:pt>
                <c:pt idx="15628">
                  <c:v>7.0173131080590991</c:v>
                </c:pt>
                <c:pt idx="15629">
                  <c:v>7.0171421813652062</c:v>
                </c:pt>
                <c:pt idx="15630">
                  <c:v>7.0184769548558004</c:v>
                </c:pt>
                <c:pt idx="15631">
                  <c:v>7.0200063072580772</c:v>
                </c:pt>
                <c:pt idx="15632">
                  <c:v>7.0199416578627858</c:v>
                </c:pt>
                <c:pt idx="15633">
                  <c:v>7.01879744240685</c:v>
                </c:pt>
                <c:pt idx="15634">
                  <c:v>7.0179295636954224</c:v>
                </c:pt>
                <c:pt idx="15635">
                  <c:v>7.0186842271243632</c:v>
                </c:pt>
                <c:pt idx="15636">
                  <c:v>7.0196817199892774</c:v>
                </c:pt>
                <c:pt idx="15637">
                  <c:v>7.0200801810183071</c:v>
                </c:pt>
                <c:pt idx="15638">
                  <c:v>7.0199743767640612</c:v>
                </c:pt>
                <c:pt idx="15639">
                  <c:v>7.0200448603730745</c:v>
                </c:pt>
                <c:pt idx="15640">
                  <c:v>7.0202351818855551</c:v>
                </c:pt>
                <c:pt idx="15641">
                  <c:v>7.0207936107475675</c:v>
                </c:pt>
                <c:pt idx="15642">
                  <c:v>7.0205002444062501</c:v>
                </c:pt>
                <c:pt idx="15643">
                  <c:v>7.0204312587710307</c:v>
                </c:pt>
                <c:pt idx="15644">
                  <c:v>7.0205869692048122</c:v>
                </c:pt>
                <c:pt idx="15645">
                  <c:v>7.0213652848515427</c:v>
                </c:pt>
                <c:pt idx="15646">
                  <c:v>7.0206085715637272</c:v>
                </c:pt>
                <c:pt idx="15647">
                  <c:v>7.0182307352686104</c:v>
                </c:pt>
                <c:pt idx="15648">
                  <c:v>7.0185246534950094</c:v>
                </c:pt>
                <c:pt idx="15649">
                  <c:v>7.0186450432835583</c:v>
                </c:pt>
                <c:pt idx="15650">
                  <c:v>7.0191955880729751</c:v>
                </c:pt>
                <c:pt idx="15651">
                  <c:v>7.017844652233558</c:v>
                </c:pt>
                <c:pt idx="15652">
                  <c:v>7.0155937495072456</c:v>
                </c:pt>
                <c:pt idx="15653">
                  <c:v>7.0141300714296975</c:v>
                </c:pt>
                <c:pt idx="15654">
                  <c:v>7.0118871316167075</c:v>
                </c:pt>
                <c:pt idx="15655">
                  <c:v>7.0094810703416961</c:v>
                </c:pt>
                <c:pt idx="15656">
                  <c:v>7.0095003074788309</c:v>
                </c:pt>
                <c:pt idx="15657">
                  <c:v>7.011016178116968</c:v>
                </c:pt>
                <c:pt idx="15658">
                  <c:v>7.0121068607199737</c:v>
                </c:pt>
                <c:pt idx="15659">
                  <c:v>7.0142605528311703</c:v>
                </c:pt>
                <c:pt idx="15660">
                  <c:v>7.0161523360507108</c:v>
                </c:pt>
                <c:pt idx="15661">
                  <c:v>7.0178955045018059</c:v>
                </c:pt>
                <c:pt idx="15662">
                  <c:v>7.0178742963465206</c:v>
                </c:pt>
                <c:pt idx="15663">
                  <c:v>7.0164410507891954</c:v>
                </c:pt>
                <c:pt idx="15664">
                  <c:v>7.0168265030984402</c:v>
                </c:pt>
                <c:pt idx="15665">
                  <c:v>7.0198198489411689</c:v>
                </c:pt>
                <c:pt idx="15666">
                  <c:v>7.020998438953626</c:v>
                </c:pt>
                <c:pt idx="15667">
                  <c:v>7.0205481007269119</c:v>
                </c:pt>
                <c:pt idx="15668">
                  <c:v>7.0200293287500592</c:v>
                </c:pt>
                <c:pt idx="15669">
                  <c:v>7.0185341932228509</c:v>
                </c:pt>
                <c:pt idx="15670">
                  <c:v>7.0151292987905833</c:v>
                </c:pt>
                <c:pt idx="15671">
                  <c:v>7.0124203314464122</c:v>
                </c:pt>
                <c:pt idx="15672">
                  <c:v>7.0130111638467971</c:v>
                </c:pt>
                <c:pt idx="15673">
                  <c:v>7.015693088821962</c:v>
                </c:pt>
                <c:pt idx="15674">
                  <c:v>7.0173197306800805</c:v>
                </c:pt>
                <c:pt idx="15675">
                  <c:v>7.018003910500008</c:v>
                </c:pt>
                <c:pt idx="15676">
                  <c:v>7.0179487219918322</c:v>
                </c:pt>
                <c:pt idx="15677">
                  <c:v>7.018383370914079</c:v>
                </c:pt>
                <c:pt idx="15678">
                  <c:v>7.0194791781642722</c:v>
                </c:pt>
                <c:pt idx="15679">
                  <c:v>7.0190051088790426</c:v>
                </c:pt>
                <c:pt idx="15680">
                  <c:v>7.0161149655466026</c:v>
                </c:pt>
                <c:pt idx="15681">
                  <c:v>7.0137374446143896</c:v>
                </c:pt>
                <c:pt idx="15682">
                  <c:v>7.0140981409356815</c:v>
                </c:pt>
                <c:pt idx="15683">
                  <c:v>7.0159970986612841</c:v>
                </c:pt>
                <c:pt idx="15684">
                  <c:v>7.0161037701635154</c:v>
                </c:pt>
                <c:pt idx="15685">
                  <c:v>7.0164062031883185</c:v>
                </c:pt>
                <c:pt idx="15686">
                  <c:v>7.0181269808732401</c:v>
                </c:pt>
                <c:pt idx="15687">
                  <c:v>7.0185864646241667</c:v>
                </c:pt>
                <c:pt idx="15688">
                  <c:v>7.0162814771598416</c:v>
                </c:pt>
                <c:pt idx="15689">
                  <c:v>7.0135495671644144</c:v>
                </c:pt>
                <c:pt idx="15690">
                  <c:v>7.0135968715999937</c:v>
                </c:pt>
                <c:pt idx="15691">
                  <c:v>7.0150659896876331</c:v>
                </c:pt>
                <c:pt idx="15692">
                  <c:v>7.0163068638736021</c:v>
                </c:pt>
                <c:pt idx="15693">
                  <c:v>7.0176850786042042</c:v>
                </c:pt>
                <c:pt idx="15694">
                  <c:v>7.0176177486242297</c:v>
                </c:pt>
                <c:pt idx="15695">
                  <c:v>7.0165007332187512</c:v>
                </c:pt>
                <c:pt idx="15696">
                  <c:v>7.0149842318548066</c:v>
                </c:pt>
                <c:pt idx="15697">
                  <c:v>7.0146648480739211</c:v>
                </c:pt>
                <c:pt idx="15698">
                  <c:v>7.0140369605323327</c:v>
                </c:pt>
                <c:pt idx="15699">
                  <c:v>7.0131051419921473</c:v>
                </c:pt>
                <c:pt idx="15700">
                  <c:v>7.0136294328198172</c:v>
                </c:pt>
                <c:pt idx="15701">
                  <c:v>7.014029312981914</c:v>
                </c:pt>
                <c:pt idx="15702">
                  <c:v>7.0142511707847808</c:v>
                </c:pt>
                <c:pt idx="15703">
                  <c:v>7.0132088175467917</c:v>
                </c:pt>
                <c:pt idx="15704">
                  <c:v>7.0123049874643248</c:v>
                </c:pt>
                <c:pt idx="15705">
                  <c:v>7.0124301076964315</c:v>
                </c:pt>
                <c:pt idx="15706">
                  <c:v>7.0134982418518108</c:v>
                </c:pt>
                <c:pt idx="15707">
                  <c:v>7.0137446979611786</c:v>
                </c:pt>
                <c:pt idx="15708">
                  <c:v>7.013366104795093</c:v>
                </c:pt>
                <c:pt idx="15709">
                  <c:v>7.0135330106119618</c:v>
                </c:pt>
                <c:pt idx="15710">
                  <c:v>7.0124292404484461</c:v>
                </c:pt>
                <c:pt idx="15711">
                  <c:v>7.0110111323105064</c:v>
                </c:pt>
                <c:pt idx="15712">
                  <c:v>7.0105977703842699</c:v>
                </c:pt>
                <c:pt idx="15713">
                  <c:v>7.0122520064964755</c:v>
                </c:pt>
                <c:pt idx="15714">
                  <c:v>7.0139956479919263</c:v>
                </c:pt>
                <c:pt idx="15715">
                  <c:v>7.0147693908765509</c:v>
                </c:pt>
                <c:pt idx="15716">
                  <c:v>7.0159456945079555</c:v>
                </c:pt>
                <c:pt idx="15717">
                  <c:v>7.0189556757438618</c:v>
                </c:pt>
                <c:pt idx="15718">
                  <c:v>7.0201870102019903</c:v>
                </c:pt>
                <c:pt idx="15719">
                  <c:v>7.0181510272946594</c:v>
                </c:pt>
                <c:pt idx="15720">
                  <c:v>7.0153722859080085</c:v>
                </c:pt>
                <c:pt idx="15721">
                  <c:v>7.0155089168861071</c:v>
                </c:pt>
                <c:pt idx="15722">
                  <c:v>7.0170463898831583</c:v>
                </c:pt>
                <c:pt idx="15723">
                  <c:v>7.0146732840315993</c:v>
                </c:pt>
                <c:pt idx="15724">
                  <c:v>7.0129633863668612</c:v>
                </c:pt>
                <c:pt idx="15725">
                  <c:v>7.0144794935271761</c:v>
                </c:pt>
                <c:pt idx="15726">
                  <c:v>7.0158778914836244</c:v>
                </c:pt>
                <c:pt idx="15727">
                  <c:v>7.0142857818634798</c:v>
                </c:pt>
                <c:pt idx="15728">
                  <c:v>7.0135308819123603</c:v>
                </c:pt>
                <c:pt idx="15729">
                  <c:v>7.0135692773459057</c:v>
                </c:pt>
                <c:pt idx="15730">
                  <c:v>7.0130993077784263</c:v>
                </c:pt>
                <c:pt idx="15731">
                  <c:v>7.0125981961241903</c:v>
                </c:pt>
                <c:pt idx="15732">
                  <c:v>7.0143441240006936</c:v>
                </c:pt>
                <c:pt idx="15733">
                  <c:v>7.01519639224838</c:v>
                </c:pt>
                <c:pt idx="15734">
                  <c:v>7.01603919960895</c:v>
                </c:pt>
                <c:pt idx="15735">
                  <c:v>7.0166127658903479</c:v>
                </c:pt>
                <c:pt idx="15736">
                  <c:v>7.0145018054526247</c:v>
                </c:pt>
                <c:pt idx="15737">
                  <c:v>7.0133234519623455</c:v>
                </c:pt>
                <c:pt idx="15738">
                  <c:v>7.0130612277077846</c:v>
                </c:pt>
                <c:pt idx="15739">
                  <c:v>7.0136289597754615</c:v>
                </c:pt>
                <c:pt idx="15740">
                  <c:v>7.0153338116337371</c:v>
                </c:pt>
                <c:pt idx="15741">
                  <c:v>7.0171536132704713</c:v>
                </c:pt>
                <c:pt idx="15742">
                  <c:v>7.016951307967644</c:v>
                </c:pt>
                <c:pt idx="15743">
                  <c:v>7.0169550923224904</c:v>
                </c:pt>
                <c:pt idx="15744">
                  <c:v>7.0170515145303458</c:v>
                </c:pt>
                <c:pt idx="15745">
                  <c:v>7.0188002018322582</c:v>
                </c:pt>
                <c:pt idx="15746">
                  <c:v>7.0202502404642138</c:v>
                </c:pt>
                <c:pt idx="15747">
                  <c:v>7.0196013024487929</c:v>
                </c:pt>
                <c:pt idx="15748">
                  <c:v>7.0182408268815335</c:v>
                </c:pt>
                <c:pt idx="15749">
                  <c:v>7.0176711237957079</c:v>
                </c:pt>
                <c:pt idx="15750">
                  <c:v>7.0176166448540656</c:v>
                </c:pt>
                <c:pt idx="15751">
                  <c:v>7.0169753543890634</c:v>
                </c:pt>
                <c:pt idx="15752">
                  <c:v>7.0159119506772418</c:v>
                </c:pt>
                <c:pt idx="15753">
                  <c:v>7.016154937794667</c:v>
                </c:pt>
                <c:pt idx="15754">
                  <c:v>7.0158925558586542</c:v>
                </c:pt>
                <c:pt idx="15755">
                  <c:v>7.0153988552326592</c:v>
                </c:pt>
                <c:pt idx="15756">
                  <c:v>7.0146542834166414</c:v>
                </c:pt>
                <c:pt idx="15757">
                  <c:v>7.0139499992115928</c:v>
                </c:pt>
                <c:pt idx="15758">
                  <c:v>7.012999810782258</c:v>
                </c:pt>
                <c:pt idx="15759">
                  <c:v>7.0120543527964809</c:v>
                </c:pt>
                <c:pt idx="15760">
                  <c:v>7.0113609486116149</c:v>
                </c:pt>
                <c:pt idx="15761">
                  <c:v>7.0118376196408017</c:v>
                </c:pt>
                <c:pt idx="15762">
                  <c:v>7.0117669783503365</c:v>
                </c:pt>
                <c:pt idx="15763">
                  <c:v>7.0113706460209082</c:v>
                </c:pt>
                <c:pt idx="15764">
                  <c:v>7.0123939198032135</c:v>
                </c:pt>
                <c:pt idx="15765">
                  <c:v>7.0148495718948576</c:v>
                </c:pt>
                <c:pt idx="15766">
                  <c:v>7.0163044198110978</c:v>
                </c:pt>
                <c:pt idx="15767">
                  <c:v>7.0166070893580788</c:v>
                </c:pt>
                <c:pt idx="15768">
                  <c:v>7.0162473391254983</c:v>
                </c:pt>
                <c:pt idx="15769">
                  <c:v>7.016489458994938</c:v>
                </c:pt>
                <c:pt idx="15770">
                  <c:v>7.0160931266655107</c:v>
                </c:pt>
                <c:pt idx="15771">
                  <c:v>7.0151868525205376</c:v>
                </c:pt>
                <c:pt idx="15772">
                  <c:v>7.0152274554944105</c:v>
                </c:pt>
                <c:pt idx="15773">
                  <c:v>7.0155619766946815</c:v>
                </c:pt>
                <c:pt idx="15774">
                  <c:v>7.0145210425897604</c:v>
                </c:pt>
                <c:pt idx="15775">
                  <c:v>7.0150642551916622</c:v>
                </c:pt>
                <c:pt idx="15776">
                  <c:v>7.0167654015358174</c:v>
                </c:pt>
                <c:pt idx="15777">
                  <c:v>7.0187030700578692</c:v>
                </c:pt>
                <c:pt idx="15778">
                  <c:v>7.0196567274791466</c:v>
                </c:pt>
                <c:pt idx="15779">
                  <c:v>7.0196568851605985</c:v>
                </c:pt>
                <c:pt idx="15780">
                  <c:v>7.0187270376385626</c:v>
                </c:pt>
                <c:pt idx="15781">
                  <c:v>7.0195164698276544</c:v>
                </c:pt>
                <c:pt idx="15782">
                  <c:v>7.0192075718633218</c:v>
                </c:pt>
                <c:pt idx="15783">
                  <c:v>7.0186518235859916</c:v>
                </c:pt>
                <c:pt idx="15784">
                  <c:v>7.0176769580094289</c:v>
                </c:pt>
                <c:pt idx="15785">
                  <c:v>7.0151439631656132</c:v>
                </c:pt>
                <c:pt idx="15786">
                  <c:v>7.013237357889591</c:v>
                </c:pt>
                <c:pt idx="15787">
                  <c:v>7.0130463268105769</c:v>
                </c:pt>
                <c:pt idx="15788">
                  <c:v>7.0146130497169619</c:v>
                </c:pt>
                <c:pt idx="15789">
                  <c:v>7.0152128699601066</c:v>
                </c:pt>
                <c:pt idx="15790">
                  <c:v>7.0150984720667307</c:v>
                </c:pt>
                <c:pt idx="15791">
                  <c:v>7.0156613948501239</c:v>
                </c:pt>
                <c:pt idx="15792">
                  <c:v>7.0157983411911253</c:v>
                </c:pt>
                <c:pt idx="15793">
                  <c:v>7.0160244563931942</c:v>
                </c:pt>
                <c:pt idx="15794">
                  <c:v>7.016089736514294</c:v>
                </c:pt>
                <c:pt idx="15795">
                  <c:v>7.0167285829167918</c:v>
                </c:pt>
                <c:pt idx="15796">
                  <c:v>7.0168012740661316</c:v>
                </c:pt>
                <c:pt idx="15797">
                  <c:v>7.0166644854065821</c:v>
                </c:pt>
                <c:pt idx="15798">
                  <c:v>7.0165091691764294</c:v>
                </c:pt>
                <c:pt idx="15799">
                  <c:v>7.0165234393478295</c:v>
                </c:pt>
                <c:pt idx="15800">
                  <c:v>7.0160469260000946</c:v>
                </c:pt>
                <c:pt idx="15801">
                  <c:v>7.0147818477112533</c:v>
                </c:pt>
                <c:pt idx="15802">
                  <c:v>7.0164135353758335</c:v>
                </c:pt>
                <c:pt idx="15803">
                  <c:v>7.0174383859726577</c:v>
                </c:pt>
                <c:pt idx="15804">
                  <c:v>7.0157924281366784</c:v>
                </c:pt>
                <c:pt idx="15805">
                  <c:v>7.0148670745360224</c:v>
                </c:pt>
                <c:pt idx="15806">
                  <c:v>7.0153518661599836</c:v>
                </c:pt>
                <c:pt idx="15807">
                  <c:v>7.0158552641952729</c:v>
                </c:pt>
                <c:pt idx="15808">
                  <c:v>7.0155841309386773</c:v>
                </c:pt>
                <c:pt idx="15809">
                  <c:v>7.0145204907046788</c:v>
                </c:pt>
                <c:pt idx="15810">
                  <c:v>7.0139399075986688</c:v>
                </c:pt>
                <c:pt idx="15811">
                  <c:v>7.0146032734669417</c:v>
                </c:pt>
                <c:pt idx="15812">
                  <c:v>7.0158145823806741</c:v>
                </c:pt>
                <c:pt idx="15813">
                  <c:v>7.0175027200050462</c:v>
                </c:pt>
                <c:pt idx="15814">
                  <c:v>7.0190643971049687</c:v>
                </c:pt>
                <c:pt idx="15815">
                  <c:v>7.0206623409388351</c:v>
                </c:pt>
                <c:pt idx="15816">
                  <c:v>7.0215303773317146</c:v>
                </c:pt>
                <c:pt idx="15817">
                  <c:v>7.021325706807108</c:v>
                </c:pt>
                <c:pt idx="15818">
                  <c:v>7.0210379381573347</c:v>
                </c:pt>
                <c:pt idx="15819">
                  <c:v>7.0186026269729895</c:v>
                </c:pt>
                <c:pt idx="15820">
                  <c:v>7.0162805310711303</c:v>
                </c:pt>
                <c:pt idx="15821">
                  <c:v>7.0165670382692884</c:v>
                </c:pt>
                <c:pt idx="15822">
                  <c:v>7.0168551222819664</c:v>
                </c:pt>
                <c:pt idx="15823">
                  <c:v>7.0177982150459641</c:v>
                </c:pt>
                <c:pt idx="15824">
                  <c:v>7.0181999085447577</c:v>
                </c:pt>
                <c:pt idx="15825">
                  <c:v>7.0169906494899008</c:v>
                </c:pt>
                <c:pt idx="15826">
                  <c:v>7.0157284094671946</c:v>
                </c:pt>
                <c:pt idx="15827">
                  <c:v>7.0140874974376768</c:v>
                </c:pt>
                <c:pt idx="15828">
                  <c:v>7.0155668648196912</c:v>
                </c:pt>
                <c:pt idx="15829">
                  <c:v>7.0173735788959144</c:v>
                </c:pt>
                <c:pt idx="15830">
                  <c:v>7.0172651728977122</c:v>
                </c:pt>
                <c:pt idx="15831">
                  <c:v>7.0161242687522662</c:v>
                </c:pt>
                <c:pt idx="15832">
                  <c:v>7.0151537394156325</c:v>
                </c:pt>
                <c:pt idx="15833">
                  <c:v>7.0147021397373024</c:v>
                </c:pt>
                <c:pt idx="15834">
                  <c:v>7.0135922199971619</c:v>
                </c:pt>
                <c:pt idx="15835">
                  <c:v>7.0135662025575929</c:v>
                </c:pt>
                <c:pt idx="15836">
                  <c:v>7.0138388337879816</c:v>
                </c:pt>
                <c:pt idx="15837">
                  <c:v>7.0155595326321762</c:v>
                </c:pt>
                <c:pt idx="15838">
                  <c:v>7.0172984436840693</c:v>
                </c:pt>
                <c:pt idx="15839">
                  <c:v>7.0152664816537627</c:v>
                </c:pt>
                <c:pt idx="15840">
                  <c:v>7.0137115848562734</c:v>
                </c:pt>
                <c:pt idx="15841">
                  <c:v>7.0142994213090715</c:v>
                </c:pt>
                <c:pt idx="15842">
                  <c:v>7.0145738658761569</c:v>
                </c:pt>
                <c:pt idx="15843">
                  <c:v>7.0153088191236064</c:v>
                </c:pt>
                <c:pt idx="15844">
                  <c:v>7.016304025607468</c:v>
                </c:pt>
                <c:pt idx="15845">
                  <c:v>7.0163930367870826</c:v>
                </c:pt>
                <c:pt idx="15846">
                  <c:v>7.0178242324855331</c:v>
                </c:pt>
                <c:pt idx="15847">
                  <c:v>7.0181146028792636</c:v>
                </c:pt>
                <c:pt idx="15848">
                  <c:v>7.0196109210173603</c:v>
                </c:pt>
                <c:pt idx="15849">
                  <c:v>7.0194166574685823</c:v>
                </c:pt>
                <c:pt idx="15850">
                  <c:v>7.0171171100143486</c:v>
                </c:pt>
                <c:pt idx="15851">
                  <c:v>7.0165479588136046</c:v>
                </c:pt>
                <c:pt idx="15852">
                  <c:v>7.0170126460524447</c:v>
                </c:pt>
                <c:pt idx="15853">
                  <c:v>7.0150192371371354</c:v>
                </c:pt>
                <c:pt idx="15854">
                  <c:v>7.013647093142434</c:v>
                </c:pt>
                <c:pt idx="15855">
                  <c:v>7.0145939702612781</c:v>
                </c:pt>
                <c:pt idx="15856">
                  <c:v>7.0152119238713952</c:v>
                </c:pt>
                <c:pt idx="15857">
                  <c:v>7.0155507024708683</c:v>
                </c:pt>
                <c:pt idx="15858">
                  <c:v>7.0159481385704598</c:v>
                </c:pt>
                <c:pt idx="15859">
                  <c:v>7.0165841467068226</c:v>
                </c:pt>
                <c:pt idx="15860">
                  <c:v>7.0152683738311863</c:v>
                </c:pt>
                <c:pt idx="15861">
                  <c:v>7.0147762500197102</c:v>
                </c:pt>
                <c:pt idx="15862">
                  <c:v>7.0165350289345465</c:v>
                </c:pt>
                <c:pt idx="15863">
                  <c:v>7.0198319115722416</c:v>
                </c:pt>
                <c:pt idx="15864">
                  <c:v>7.0204765921884604</c:v>
                </c:pt>
                <c:pt idx="15865">
                  <c:v>7.0193379744240687</c:v>
                </c:pt>
                <c:pt idx="15866">
                  <c:v>7.0197769595862436</c:v>
                </c:pt>
                <c:pt idx="15867">
                  <c:v>7.0178276226367489</c:v>
                </c:pt>
                <c:pt idx="15868">
                  <c:v>7.0137152903703939</c:v>
                </c:pt>
                <c:pt idx="15869">
                  <c:v>7.0109037512417416</c:v>
                </c:pt>
                <c:pt idx="15870">
                  <c:v>7.0124798561945161</c:v>
                </c:pt>
                <c:pt idx="15871">
                  <c:v>7.0159498730664316</c:v>
                </c:pt>
                <c:pt idx="15872">
                  <c:v>7.0182992478594741</c:v>
                </c:pt>
                <c:pt idx="15873">
                  <c:v>7.0189233510462161</c:v>
                </c:pt>
                <c:pt idx="15874">
                  <c:v>7.0186407070436303</c:v>
                </c:pt>
                <c:pt idx="15875">
                  <c:v>7.0169960894999921</c:v>
                </c:pt>
                <c:pt idx="15876">
                  <c:v>7.016055046594869</c:v>
                </c:pt>
                <c:pt idx="15877">
                  <c:v>7.0142484902000977</c:v>
                </c:pt>
                <c:pt idx="15878">
                  <c:v>7.0139856352197292</c:v>
                </c:pt>
                <c:pt idx="15879">
                  <c:v>7.0134622904807706</c:v>
                </c:pt>
                <c:pt idx="15880">
                  <c:v>7.0136395244327412</c:v>
                </c:pt>
                <c:pt idx="15881">
                  <c:v>7.0133513615793373</c:v>
                </c:pt>
                <c:pt idx="15882">
                  <c:v>7.0121033917280311</c:v>
                </c:pt>
                <c:pt idx="15883">
                  <c:v>7.0121661489458997</c:v>
                </c:pt>
                <c:pt idx="15884">
                  <c:v>7.0146569640013245</c:v>
                </c:pt>
                <c:pt idx="15885">
                  <c:v>7.0163451016256957</c:v>
                </c:pt>
                <c:pt idx="15886">
                  <c:v>7.0169381415664072</c:v>
                </c:pt>
                <c:pt idx="15887">
                  <c:v>7.0180145539980128</c:v>
                </c:pt>
                <c:pt idx="15888">
                  <c:v>7.0168115233605075</c:v>
                </c:pt>
                <c:pt idx="15889">
                  <c:v>7.0150026805846828</c:v>
                </c:pt>
                <c:pt idx="15890">
                  <c:v>7.0162031094782318</c:v>
                </c:pt>
                <c:pt idx="15891">
                  <c:v>7.0174896324445353</c:v>
                </c:pt>
                <c:pt idx="15892">
                  <c:v>7.0179339787760764</c:v>
                </c:pt>
                <c:pt idx="15893">
                  <c:v>7.0168429808101669</c:v>
                </c:pt>
                <c:pt idx="15894">
                  <c:v>7.0151237799397661</c:v>
                </c:pt>
                <c:pt idx="15895">
                  <c:v>7.0133969315189457</c:v>
                </c:pt>
                <c:pt idx="15896">
                  <c:v>7.0141452876898089</c:v>
                </c:pt>
                <c:pt idx="15897">
                  <c:v>7.0173916334221609</c:v>
                </c:pt>
                <c:pt idx="15898">
                  <c:v>7.018515113767168</c:v>
                </c:pt>
                <c:pt idx="15899">
                  <c:v>7.0183828190289974</c:v>
                </c:pt>
                <c:pt idx="15900">
                  <c:v>7.0175096579889304</c:v>
                </c:pt>
                <c:pt idx="15901">
                  <c:v>7.0149693309575998</c:v>
                </c:pt>
                <c:pt idx="15902">
                  <c:v>7.0134225547548841</c:v>
                </c:pt>
                <c:pt idx="15903">
                  <c:v>7.0140933316513978</c:v>
                </c:pt>
                <c:pt idx="15904">
                  <c:v>7.0153851369463407</c:v>
                </c:pt>
                <c:pt idx="15905">
                  <c:v>7.0177475992998941</c:v>
                </c:pt>
                <c:pt idx="15906">
                  <c:v>7.0173003358614929</c:v>
                </c:pt>
                <c:pt idx="15907">
                  <c:v>7.0153884482568314</c:v>
                </c:pt>
                <c:pt idx="15908">
                  <c:v>7.0156731421182927</c:v>
                </c:pt>
                <c:pt idx="15909">
                  <c:v>7.0158946057175298</c:v>
                </c:pt>
                <c:pt idx="15910">
                  <c:v>7.017634699380312</c:v>
                </c:pt>
                <c:pt idx="15911">
                  <c:v>7.0199568741228973</c:v>
                </c:pt>
                <c:pt idx="15912">
                  <c:v>7.0196055598479949</c:v>
                </c:pt>
                <c:pt idx="15913">
                  <c:v>7.0194535549283339</c:v>
                </c:pt>
                <c:pt idx="15914">
                  <c:v>7.0195947586685374</c:v>
                </c:pt>
                <c:pt idx="15915">
                  <c:v>7.0195506078619969</c:v>
                </c:pt>
                <c:pt idx="15916">
                  <c:v>7.0203364133776942</c:v>
                </c:pt>
                <c:pt idx="15917">
                  <c:v>7.0197283148583232</c:v>
                </c:pt>
                <c:pt idx="15918">
                  <c:v>7.0186356612371688</c:v>
                </c:pt>
                <c:pt idx="15919">
                  <c:v>7.0175080023336855</c:v>
                </c:pt>
                <c:pt idx="15920">
                  <c:v>7.0178369258424134</c:v>
                </c:pt>
                <c:pt idx="15921">
                  <c:v>7.0170966902663237</c:v>
                </c:pt>
                <c:pt idx="15922">
                  <c:v>7.0146247969851308</c:v>
                </c:pt>
                <c:pt idx="15923">
                  <c:v>7.0130571279900344</c:v>
                </c:pt>
                <c:pt idx="15924">
                  <c:v>7.0132859237767864</c:v>
                </c:pt>
                <c:pt idx="15925">
                  <c:v>7.0152189406960055</c:v>
                </c:pt>
                <c:pt idx="15926">
                  <c:v>7.0174677147227174</c:v>
                </c:pt>
                <c:pt idx="15927">
                  <c:v>7.0175499455998986</c:v>
                </c:pt>
                <c:pt idx="15928">
                  <c:v>7.017194531607247</c:v>
                </c:pt>
                <c:pt idx="15929">
                  <c:v>7.0180129771834938</c:v>
                </c:pt>
                <c:pt idx="15930">
                  <c:v>7.0188660338384397</c:v>
                </c:pt>
                <c:pt idx="15931">
                  <c:v>7.0184542487267221</c:v>
                </c:pt>
                <c:pt idx="15932">
                  <c:v>7.0171297245305038</c:v>
                </c:pt>
                <c:pt idx="15933">
                  <c:v>7.0159538939434558</c:v>
                </c:pt>
                <c:pt idx="15934">
                  <c:v>7.0161193017865306</c:v>
                </c:pt>
                <c:pt idx="15935">
                  <c:v>7.017199025528627</c:v>
                </c:pt>
                <c:pt idx="15936">
                  <c:v>7.0188121067818789</c:v>
                </c:pt>
                <c:pt idx="15937">
                  <c:v>7.0203179646478189</c:v>
                </c:pt>
                <c:pt idx="15938">
                  <c:v>7.0208946057175297</c:v>
                </c:pt>
                <c:pt idx="15939">
                  <c:v>7.0204347277629733</c:v>
                </c:pt>
                <c:pt idx="15940">
                  <c:v>7.0205036345574667</c:v>
                </c:pt>
                <c:pt idx="15941">
                  <c:v>7.0201978902221729</c:v>
                </c:pt>
                <c:pt idx="15942">
                  <c:v>7.0201094309276399</c:v>
                </c:pt>
                <c:pt idx="15943">
                  <c:v>7.0192227881234333</c:v>
                </c:pt>
                <c:pt idx="15944">
                  <c:v>7.0194597833456847</c:v>
                </c:pt>
                <c:pt idx="15945">
                  <c:v>7.0179134801873255</c:v>
                </c:pt>
                <c:pt idx="15946">
                  <c:v>7.0164984468376987</c:v>
                </c:pt>
                <c:pt idx="15947">
                  <c:v>7.0170143805484164</c:v>
                </c:pt>
                <c:pt idx="15948">
                  <c:v>7.0165705861019569</c:v>
                </c:pt>
                <c:pt idx="15949">
                  <c:v>7.0152033302322652</c:v>
                </c:pt>
                <c:pt idx="15950">
                  <c:v>7.0156489380154214</c:v>
                </c:pt>
                <c:pt idx="15951">
                  <c:v>7.016036282502089</c:v>
                </c:pt>
                <c:pt idx="15952">
                  <c:v>7.014216165502452</c:v>
                </c:pt>
                <c:pt idx="15953">
                  <c:v>7.0128833630300065</c:v>
                </c:pt>
                <c:pt idx="15954">
                  <c:v>7.0137157634147496</c:v>
                </c:pt>
                <c:pt idx="15955">
                  <c:v>7.0176979296425364</c:v>
                </c:pt>
                <c:pt idx="15956">
                  <c:v>7.0176914647030069</c:v>
                </c:pt>
                <c:pt idx="15957">
                  <c:v>7.0153362556962424</c:v>
                </c:pt>
                <c:pt idx="15958">
                  <c:v>7.0142730885065987</c:v>
                </c:pt>
                <c:pt idx="15959">
                  <c:v>7.0137185228401586</c:v>
                </c:pt>
                <c:pt idx="15960">
                  <c:v>7.0144757091723298</c:v>
                </c:pt>
                <c:pt idx="15961">
                  <c:v>7.0152787019662881</c:v>
                </c:pt>
                <c:pt idx="15962">
                  <c:v>7.017051278008168</c:v>
                </c:pt>
                <c:pt idx="15963">
                  <c:v>7.0191987417020139</c:v>
                </c:pt>
                <c:pt idx="15964">
                  <c:v>7.0195085857550579</c:v>
                </c:pt>
                <c:pt idx="15965">
                  <c:v>7.0193313518030873</c:v>
                </c:pt>
                <c:pt idx="15966">
                  <c:v>7.0202560746779357</c:v>
                </c:pt>
                <c:pt idx="15967">
                  <c:v>7.0183493117204625</c:v>
                </c:pt>
                <c:pt idx="15968">
                  <c:v>7.0173330547627684</c:v>
                </c:pt>
                <c:pt idx="15969">
                  <c:v>7.0175944117693438</c:v>
                </c:pt>
                <c:pt idx="15970">
                  <c:v>7.0163091502546555</c:v>
                </c:pt>
                <c:pt idx="15971">
                  <c:v>7.0159640643971048</c:v>
                </c:pt>
                <c:pt idx="15972">
                  <c:v>7.0155658398902538</c:v>
                </c:pt>
                <c:pt idx="15973">
                  <c:v>7.0164840978255727</c:v>
                </c:pt>
                <c:pt idx="15974">
                  <c:v>7.0161656601333986</c:v>
                </c:pt>
                <c:pt idx="15975">
                  <c:v>7.015884198741702</c:v>
                </c:pt>
                <c:pt idx="15976">
                  <c:v>7.0148946687901104</c:v>
                </c:pt>
                <c:pt idx="15977">
                  <c:v>7.0155397436099589</c:v>
                </c:pt>
                <c:pt idx="15978">
                  <c:v>7.0169452372317442</c:v>
                </c:pt>
                <c:pt idx="15979">
                  <c:v>7.0190128352701873</c:v>
                </c:pt>
                <c:pt idx="15980">
                  <c:v>7.0206818145981487</c:v>
                </c:pt>
                <c:pt idx="15981">
                  <c:v>7.0201565776817674</c:v>
                </c:pt>
                <c:pt idx="15982">
                  <c:v>7.0177647865781552</c:v>
                </c:pt>
                <c:pt idx="15983">
                  <c:v>7.0174371245210425</c:v>
                </c:pt>
                <c:pt idx="15984">
                  <c:v>7.0181351803087404</c:v>
                </c:pt>
                <c:pt idx="15985">
                  <c:v>7.0164335609202286</c:v>
                </c:pt>
                <c:pt idx="15986">
                  <c:v>7.0143043094340811</c:v>
                </c:pt>
                <c:pt idx="15987">
                  <c:v>7.0137884545640894</c:v>
                </c:pt>
                <c:pt idx="15988">
                  <c:v>7.01500528232864</c:v>
                </c:pt>
                <c:pt idx="15989">
                  <c:v>7.0162993740046362</c:v>
                </c:pt>
                <c:pt idx="15990">
                  <c:v>7.0187465901386021</c:v>
                </c:pt>
                <c:pt idx="15991">
                  <c:v>7.0202143679338995</c:v>
                </c:pt>
                <c:pt idx="15992">
                  <c:v>7.0197297339913902</c:v>
                </c:pt>
                <c:pt idx="15993">
                  <c:v>7.0200959491635002</c:v>
                </c:pt>
                <c:pt idx="15994">
                  <c:v>7.0190415332944385</c:v>
                </c:pt>
                <c:pt idx="15995">
                  <c:v>7.016652974660591</c:v>
                </c:pt>
                <c:pt idx="15996">
                  <c:v>7.0163491225027199</c:v>
                </c:pt>
                <c:pt idx="15997">
                  <c:v>7.0163204244784687</c:v>
                </c:pt>
                <c:pt idx="15998">
                  <c:v>7.0156309623299009</c:v>
                </c:pt>
                <c:pt idx="15999">
                  <c:v>7.0136006559548401</c:v>
                </c:pt>
                <c:pt idx="16000">
                  <c:v>7.0127197685236284</c:v>
                </c:pt>
                <c:pt idx="16001">
                  <c:v>7.0140949084659168</c:v>
                </c:pt>
                <c:pt idx="16002">
                  <c:v>7.0138968605622924</c:v>
                </c:pt>
                <c:pt idx="16003">
                  <c:v>7.0124080322931617</c:v>
                </c:pt>
                <c:pt idx="16004">
                  <c:v>7.0138177044734231</c:v>
                </c:pt>
                <c:pt idx="16005">
                  <c:v>7.0164629685110143</c:v>
                </c:pt>
                <c:pt idx="16006">
                  <c:v>7.0179340576168023</c:v>
                </c:pt>
                <c:pt idx="16007">
                  <c:v>7.017899683060282</c:v>
                </c:pt>
                <c:pt idx="16008">
                  <c:v>7.0184510950976833</c:v>
                </c:pt>
                <c:pt idx="16009">
                  <c:v>7.0195797789306047</c:v>
                </c:pt>
                <c:pt idx="16010">
                  <c:v>7.019076932780397</c:v>
                </c:pt>
                <c:pt idx="16011">
                  <c:v>7.0171485674640088</c:v>
                </c:pt>
                <c:pt idx="16012">
                  <c:v>7.0181084533026379</c:v>
                </c:pt>
                <c:pt idx="16013">
                  <c:v>7.0176061590375127</c:v>
                </c:pt>
                <c:pt idx="16014">
                  <c:v>7.0168041911729926</c:v>
                </c:pt>
                <c:pt idx="16015">
                  <c:v>7.016170942462038</c:v>
                </c:pt>
                <c:pt idx="16016">
                  <c:v>7.0145396490010876</c:v>
                </c:pt>
                <c:pt idx="16017">
                  <c:v>7.0149815512701243</c:v>
                </c:pt>
                <c:pt idx="16018">
                  <c:v>7.0144197322568944</c:v>
                </c:pt>
                <c:pt idx="16019">
                  <c:v>7.0131120799760325</c:v>
                </c:pt>
                <c:pt idx="16020">
                  <c:v>7.0129466721329567</c:v>
                </c:pt>
                <c:pt idx="16021">
                  <c:v>7.0128530093505104</c:v>
                </c:pt>
                <c:pt idx="16022">
                  <c:v>7.0117106860719973</c:v>
                </c:pt>
                <c:pt idx="16023">
                  <c:v>7.012296157303016</c:v>
                </c:pt>
                <c:pt idx="16024">
                  <c:v>7.0150933474195432</c:v>
                </c:pt>
                <c:pt idx="16025">
                  <c:v>7.0172978917989877</c:v>
                </c:pt>
                <c:pt idx="16026">
                  <c:v>7.0175663444709002</c:v>
                </c:pt>
                <c:pt idx="16027">
                  <c:v>7.0166800958703224</c:v>
                </c:pt>
                <c:pt idx="16028">
                  <c:v>7.0154891278638898</c:v>
                </c:pt>
                <c:pt idx="16029">
                  <c:v>7.0157045207272271</c:v>
                </c:pt>
                <c:pt idx="16030">
                  <c:v>7.0169379050442293</c:v>
                </c:pt>
                <c:pt idx="16031">
                  <c:v>7.0168943849634964</c:v>
                </c:pt>
                <c:pt idx="16032">
                  <c:v>7.0153862407165049</c:v>
                </c:pt>
                <c:pt idx="16033">
                  <c:v>7.0156307258077231</c:v>
                </c:pt>
                <c:pt idx="16034">
                  <c:v>7.0155545656664406</c:v>
                </c:pt>
                <c:pt idx="16035">
                  <c:v>7.014867784102556</c:v>
                </c:pt>
                <c:pt idx="16036">
                  <c:v>7.0155023731058517</c:v>
                </c:pt>
                <c:pt idx="16037">
                  <c:v>7.0166897932796166</c:v>
                </c:pt>
                <c:pt idx="16038">
                  <c:v>7.0170909348933286</c:v>
                </c:pt>
                <c:pt idx="16039">
                  <c:v>7.0182741765086174</c:v>
                </c:pt>
                <c:pt idx="16040">
                  <c:v>7.0184264967911822</c:v>
                </c:pt>
                <c:pt idx="16041">
                  <c:v>7.0184112016903448</c:v>
                </c:pt>
                <c:pt idx="16042">
                  <c:v>7.0189346252700293</c:v>
                </c:pt>
                <c:pt idx="16043">
                  <c:v>7.0177828411044008</c:v>
                </c:pt>
                <c:pt idx="16044">
                  <c:v>7.017497201154228</c:v>
                </c:pt>
                <c:pt idx="16045">
                  <c:v>7.0175104463961908</c:v>
                </c:pt>
                <c:pt idx="16046">
                  <c:v>7.0163090714139296</c:v>
                </c:pt>
                <c:pt idx="16047">
                  <c:v>7.0176864977372713</c:v>
                </c:pt>
                <c:pt idx="16048">
                  <c:v>7.019923997540169</c:v>
                </c:pt>
                <c:pt idx="16049">
                  <c:v>7.0183962219524121</c:v>
                </c:pt>
                <c:pt idx="16050">
                  <c:v>7.0173955754584592</c:v>
                </c:pt>
                <c:pt idx="16051">
                  <c:v>7.0173969157508003</c:v>
                </c:pt>
                <c:pt idx="16052">
                  <c:v>7.0178048376669455</c:v>
                </c:pt>
                <c:pt idx="16053">
                  <c:v>7.0180405714375818</c:v>
                </c:pt>
                <c:pt idx="16054">
                  <c:v>7.0186343209448276</c:v>
                </c:pt>
                <c:pt idx="16055">
                  <c:v>7.0203169397183807</c:v>
                </c:pt>
                <c:pt idx="16056">
                  <c:v>7.0211472902442482</c:v>
                </c:pt>
                <c:pt idx="16057">
                  <c:v>7.0184740377489394</c:v>
                </c:pt>
                <c:pt idx="16058">
                  <c:v>7.0165828852552075</c:v>
                </c:pt>
                <c:pt idx="16059">
                  <c:v>7.0178953468203531</c:v>
                </c:pt>
                <c:pt idx="16060">
                  <c:v>7.018415301408095</c:v>
                </c:pt>
                <c:pt idx="16061">
                  <c:v>7.0167830618584333</c:v>
                </c:pt>
                <c:pt idx="16062">
                  <c:v>7.0144034910673456</c:v>
                </c:pt>
                <c:pt idx="16063">
                  <c:v>7.0136933726485751</c:v>
                </c:pt>
                <c:pt idx="16064">
                  <c:v>7.0152969141739856</c:v>
                </c:pt>
                <c:pt idx="16065">
                  <c:v>7.0167114744792567</c:v>
                </c:pt>
                <c:pt idx="16066">
                  <c:v>7.0168368312335421</c:v>
                </c:pt>
                <c:pt idx="16067">
                  <c:v>7.0173682177265491</c:v>
                </c:pt>
                <c:pt idx="16068">
                  <c:v>7.017427663633927</c:v>
                </c:pt>
                <c:pt idx="16069">
                  <c:v>7.0173753133918861</c:v>
                </c:pt>
                <c:pt idx="16070">
                  <c:v>7.0172073826455792</c:v>
                </c:pt>
                <c:pt idx="16071">
                  <c:v>7.0158107191851027</c:v>
                </c:pt>
                <c:pt idx="16072">
                  <c:v>7.0148788218041913</c:v>
                </c:pt>
                <c:pt idx="16073">
                  <c:v>7.0148556426307573</c:v>
                </c:pt>
                <c:pt idx="16074">
                  <c:v>7.0143293019442119</c:v>
                </c:pt>
                <c:pt idx="16075">
                  <c:v>7.0147653699995267</c:v>
                </c:pt>
                <c:pt idx="16076">
                  <c:v>7.0153982245068516</c:v>
                </c:pt>
                <c:pt idx="16077">
                  <c:v>7.0153033002727891</c:v>
                </c:pt>
                <c:pt idx="16078">
                  <c:v>7.0156921427332506</c:v>
                </c:pt>
                <c:pt idx="16079">
                  <c:v>7.0156286759488484</c:v>
                </c:pt>
                <c:pt idx="16080">
                  <c:v>7.0149014490925437</c:v>
                </c:pt>
                <c:pt idx="16081">
                  <c:v>7.0136899036566325</c:v>
                </c:pt>
                <c:pt idx="16082">
                  <c:v>7.0134242892508558</c:v>
                </c:pt>
                <c:pt idx="16083">
                  <c:v>7.0147201942635489</c:v>
                </c:pt>
                <c:pt idx="16084">
                  <c:v>7.0165844620697264</c:v>
                </c:pt>
                <c:pt idx="16085">
                  <c:v>7.0171993408915307</c:v>
                </c:pt>
                <c:pt idx="16086">
                  <c:v>7.0166397294186282</c:v>
                </c:pt>
                <c:pt idx="16087">
                  <c:v>7.014911146501837</c:v>
                </c:pt>
                <c:pt idx="16088">
                  <c:v>7.0140618742017375</c:v>
                </c:pt>
                <c:pt idx="16089">
                  <c:v>7.0138661915198917</c:v>
                </c:pt>
                <c:pt idx="16090">
                  <c:v>7.0154039798798467</c:v>
                </c:pt>
                <c:pt idx="16091">
                  <c:v>7.0175940964064401</c:v>
                </c:pt>
                <c:pt idx="16092">
                  <c:v>7.0176624513158519</c:v>
                </c:pt>
                <c:pt idx="16093">
                  <c:v>7.0165515854869991</c:v>
                </c:pt>
                <c:pt idx="16094">
                  <c:v>7.016572005235024</c:v>
                </c:pt>
                <c:pt idx="16095">
                  <c:v>7.0173478768192501</c:v>
                </c:pt>
                <c:pt idx="16096">
                  <c:v>7.0159747078951105</c:v>
                </c:pt>
                <c:pt idx="16097">
                  <c:v>7.0138909475078446</c:v>
                </c:pt>
                <c:pt idx="16098">
                  <c:v>7.0121119853671612</c:v>
                </c:pt>
                <c:pt idx="16099">
                  <c:v>7.012212270770589</c:v>
                </c:pt>
                <c:pt idx="16100">
                  <c:v>7.0120964537441459</c:v>
                </c:pt>
                <c:pt idx="16101">
                  <c:v>7.0104590107065707</c:v>
                </c:pt>
                <c:pt idx="16102">
                  <c:v>7.0101386019962471</c:v>
                </c:pt>
                <c:pt idx="16103">
                  <c:v>7.0128752424352321</c:v>
                </c:pt>
                <c:pt idx="16104">
                  <c:v>7.016757280941043</c:v>
                </c:pt>
                <c:pt idx="16105">
                  <c:v>7.0162101263028429</c:v>
                </c:pt>
                <c:pt idx="16106">
                  <c:v>7.0154995348397167</c:v>
                </c:pt>
                <c:pt idx="16107">
                  <c:v>7.0168794052255636</c:v>
                </c:pt>
                <c:pt idx="16108">
                  <c:v>7.0163044986518237</c:v>
                </c:pt>
                <c:pt idx="16109">
                  <c:v>7.0154803765433069</c:v>
                </c:pt>
                <c:pt idx="16110">
                  <c:v>7.0159031205159339</c:v>
                </c:pt>
                <c:pt idx="16111">
                  <c:v>7.0160174395685839</c:v>
                </c:pt>
                <c:pt idx="16112">
                  <c:v>7.0165181570191901</c:v>
                </c:pt>
                <c:pt idx="16113">
                  <c:v>7.0157111433482076</c:v>
                </c:pt>
                <c:pt idx="16114">
                  <c:v>7.0150557403932572</c:v>
                </c:pt>
                <c:pt idx="16115">
                  <c:v>7.0165105883094974</c:v>
                </c:pt>
                <c:pt idx="16116">
                  <c:v>7.0193222851196015</c:v>
                </c:pt>
                <c:pt idx="16117">
                  <c:v>7.0201531875305507</c:v>
                </c:pt>
                <c:pt idx="16118">
                  <c:v>7.0186398397956449</c:v>
                </c:pt>
                <c:pt idx="16119">
                  <c:v>7.0136771314590263</c:v>
                </c:pt>
                <c:pt idx="16120">
                  <c:v>7.011253646383576</c:v>
                </c:pt>
                <c:pt idx="16121">
                  <c:v>7.0135565051482995</c:v>
                </c:pt>
                <c:pt idx="16122">
                  <c:v>7.0153634557467006</c:v>
                </c:pt>
                <c:pt idx="16123">
                  <c:v>7.0174187546318922</c:v>
                </c:pt>
                <c:pt idx="16124">
                  <c:v>7.0189033255018209</c:v>
                </c:pt>
                <c:pt idx="16125">
                  <c:v>7.0202197291032657</c:v>
                </c:pt>
                <c:pt idx="16126">
                  <c:v>7.0203180434885448</c:v>
                </c:pt>
                <c:pt idx="16127">
                  <c:v>7.0198136205238182</c:v>
                </c:pt>
                <c:pt idx="16128">
                  <c:v>7.0189645059051706</c:v>
                </c:pt>
                <c:pt idx="16129">
                  <c:v>7.0180210189375423</c:v>
                </c:pt>
                <c:pt idx="16130">
                  <c:v>7.0180917390687334</c:v>
                </c:pt>
                <c:pt idx="16131">
                  <c:v>7.0174670051561838</c:v>
                </c:pt>
                <c:pt idx="16132">
                  <c:v>7.0171002380989922</c:v>
                </c:pt>
                <c:pt idx="16133">
                  <c:v>7.0174457970008985</c:v>
                </c:pt>
                <c:pt idx="16134">
                  <c:v>7.0160060865040448</c:v>
                </c:pt>
                <c:pt idx="16135">
                  <c:v>7.0128548226872072</c:v>
                </c:pt>
                <c:pt idx="16136">
                  <c:v>7.0130095870322773</c:v>
                </c:pt>
                <c:pt idx="16137">
                  <c:v>7.0150177391633424</c:v>
                </c:pt>
                <c:pt idx="16138">
                  <c:v>7.0175857392894878</c:v>
                </c:pt>
                <c:pt idx="16139">
                  <c:v>7.0171619703874235</c:v>
                </c:pt>
                <c:pt idx="16140">
                  <c:v>7.0154109178637318</c:v>
                </c:pt>
                <c:pt idx="16141">
                  <c:v>7.0159520017660322</c:v>
                </c:pt>
                <c:pt idx="16142">
                  <c:v>7.0153204875510493</c:v>
                </c:pt>
                <c:pt idx="16143">
                  <c:v>7.0156082562008235</c:v>
                </c:pt>
                <c:pt idx="16144">
                  <c:v>7.017070042100948</c:v>
                </c:pt>
                <c:pt idx="16145">
                  <c:v>7.0166914489348615</c:v>
                </c:pt>
                <c:pt idx="16146">
                  <c:v>7.0164224443778682</c:v>
                </c:pt>
                <c:pt idx="16147">
                  <c:v>7.0181252463772683</c:v>
                </c:pt>
                <c:pt idx="16148">
                  <c:v>7.0189717592519596</c:v>
                </c:pt>
                <c:pt idx="16149">
                  <c:v>7.0190578533247132</c:v>
                </c:pt>
                <c:pt idx="16150">
                  <c:v>7.0171202636433874</c:v>
                </c:pt>
                <c:pt idx="16151">
                  <c:v>7.0165348712530946</c:v>
                </c:pt>
                <c:pt idx="16152">
                  <c:v>7.0167618537031489</c:v>
                </c:pt>
                <c:pt idx="16153">
                  <c:v>7.0160602500827824</c:v>
                </c:pt>
                <c:pt idx="16154">
                  <c:v>7.0148176414008416</c:v>
                </c:pt>
                <c:pt idx="16155">
                  <c:v>7.0151130576010345</c:v>
                </c:pt>
                <c:pt idx="16156">
                  <c:v>7.0148427915924252</c:v>
                </c:pt>
                <c:pt idx="16157">
                  <c:v>7.0149313297276841</c:v>
                </c:pt>
                <c:pt idx="16158">
                  <c:v>7.0152076664721932</c:v>
                </c:pt>
                <c:pt idx="16159">
                  <c:v>7.0159978082278185</c:v>
                </c:pt>
                <c:pt idx="16160">
                  <c:v>7.0162759583090244</c:v>
                </c:pt>
                <c:pt idx="16161">
                  <c:v>7.0158584966650377</c:v>
                </c:pt>
                <c:pt idx="16162">
                  <c:v>7.0158912944070391</c:v>
                </c:pt>
                <c:pt idx="16163">
                  <c:v>7.0142402907645973</c:v>
                </c:pt>
                <c:pt idx="16164">
                  <c:v>7.0133387470631829</c:v>
                </c:pt>
                <c:pt idx="16165">
                  <c:v>7.0154754095775713</c:v>
                </c:pt>
                <c:pt idx="16166">
                  <c:v>7.0163676500733221</c:v>
                </c:pt>
                <c:pt idx="16167">
                  <c:v>7.016844163421057</c:v>
                </c:pt>
                <c:pt idx="16168">
                  <c:v>7.0170835238650877</c:v>
                </c:pt>
                <c:pt idx="16169">
                  <c:v>7.0159084028445733</c:v>
                </c:pt>
                <c:pt idx="16170">
                  <c:v>7.0155991106766109</c:v>
                </c:pt>
                <c:pt idx="16171">
                  <c:v>7.0163147479461987</c:v>
                </c:pt>
                <c:pt idx="16172">
                  <c:v>7.0165068827953769</c:v>
                </c:pt>
                <c:pt idx="16173">
                  <c:v>7.0160537851432538</c:v>
                </c:pt>
                <c:pt idx="16174">
                  <c:v>7.0165973919487854</c:v>
                </c:pt>
                <c:pt idx="16175">
                  <c:v>7.0167141550639398</c:v>
                </c:pt>
                <c:pt idx="16176">
                  <c:v>7.0157418123906083</c:v>
                </c:pt>
                <c:pt idx="16177">
                  <c:v>7.0159289802740501</c:v>
                </c:pt>
                <c:pt idx="16178">
                  <c:v>7.0170017660322612</c:v>
                </c:pt>
                <c:pt idx="16179">
                  <c:v>7.0187752093221274</c:v>
                </c:pt>
                <c:pt idx="16180">
                  <c:v>7.0173537110329711</c:v>
                </c:pt>
                <c:pt idx="16181">
                  <c:v>7.0151417556252857</c:v>
                </c:pt>
                <c:pt idx="16182">
                  <c:v>7.0145456408962614</c:v>
                </c:pt>
                <c:pt idx="16183">
                  <c:v>7.0143963165612826</c:v>
                </c:pt>
                <c:pt idx="16184">
                  <c:v>7.01558310600924</c:v>
                </c:pt>
                <c:pt idx="16185">
                  <c:v>7.0158923981772023</c:v>
                </c:pt>
                <c:pt idx="16186">
                  <c:v>7.0163455746700514</c:v>
                </c:pt>
                <c:pt idx="16187">
                  <c:v>7.017390056607641</c:v>
                </c:pt>
                <c:pt idx="16188">
                  <c:v>7.0172139264258346</c:v>
                </c:pt>
                <c:pt idx="16189">
                  <c:v>7.0164207098818965</c:v>
                </c:pt>
                <c:pt idx="16190">
                  <c:v>7.0156007663318567</c:v>
                </c:pt>
                <c:pt idx="16191">
                  <c:v>7.0155883883378802</c:v>
                </c:pt>
                <c:pt idx="16192">
                  <c:v>7.0148366420157995</c:v>
                </c:pt>
                <c:pt idx="16193">
                  <c:v>7.0142070988189662</c:v>
                </c:pt>
                <c:pt idx="16194">
                  <c:v>7.0143098282848992</c:v>
                </c:pt>
                <c:pt idx="16195">
                  <c:v>7.0155538560999071</c:v>
                </c:pt>
                <c:pt idx="16196">
                  <c:v>7.0169888361532031</c:v>
                </c:pt>
                <c:pt idx="16197">
                  <c:v>7.0158018890237939</c:v>
                </c:pt>
                <c:pt idx="16198">
                  <c:v>7.0163682807991297</c:v>
                </c:pt>
                <c:pt idx="16199">
                  <c:v>7.0174081899746135</c:v>
                </c:pt>
                <c:pt idx="16200">
                  <c:v>7.0165609675333886</c:v>
                </c:pt>
                <c:pt idx="16201">
                  <c:v>7.015858260142859</c:v>
                </c:pt>
                <c:pt idx="16202">
                  <c:v>7.0155450259385992</c:v>
                </c:pt>
                <c:pt idx="16203">
                  <c:v>7.0169030574433533</c:v>
                </c:pt>
                <c:pt idx="16204">
                  <c:v>7.0179334268909948</c:v>
                </c:pt>
                <c:pt idx="16205">
                  <c:v>7.0185788959144739</c:v>
                </c:pt>
                <c:pt idx="16206">
                  <c:v>7.0176038726564594</c:v>
                </c:pt>
                <c:pt idx="16207">
                  <c:v>7.015493148740914</c:v>
                </c:pt>
                <c:pt idx="16208">
                  <c:v>7.0153028272284335</c:v>
                </c:pt>
                <c:pt idx="16209">
                  <c:v>7.0166360239045078</c:v>
                </c:pt>
                <c:pt idx="16210">
                  <c:v>7.0181253252179943</c:v>
                </c:pt>
                <c:pt idx="16211">
                  <c:v>7.0184488875573567</c:v>
                </c:pt>
                <c:pt idx="16212">
                  <c:v>7.0188948107034168</c:v>
                </c:pt>
                <c:pt idx="16213">
                  <c:v>7.0188675318122327</c:v>
                </c:pt>
                <c:pt idx="16214">
                  <c:v>7.0187226225579087</c:v>
                </c:pt>
                <c:pt idx="16215">
                  <c:v>7.0178529305097843</c:v>
                </c:pt>
                <c:pt idx="16216">
                  <c:v>7.0152880051719517</c:v>
                </c:pt>
                <c:pt idx="16217">
                  <c:v>7.0139242182942017</c:v>
                </c:pt>
                <c:pt idx="16218">
                  <c:v>7.0120169034516469</c:v>
                </c:pt>
                <c:pt idx="16219">
                  <c:v>7.0115578927450768</c:v>
                </c:pt>
                <c:pt idx="16220">
                  <c:v>7.0125937810435355</c:v>
                </c:pt>
                <c:pt idx="16221">
                  <c:v>7.0137212034248408</c:v>
                </c:pt>
                <c:pt idx="16222">
                  <c:v>7.0143000520348791</c:v>
                </c:pt>
                <c:pt idx="16223">
                  <c:v>7.01509516075624</c:v>
                </c:pt>
                <c:pt idx="16224">
                  <c:v>7.0155566155253162</c:v>
                </c:pt>
                <c:pt idx="16225">
                  <c:v>7.0160667150223119</c:v>
                </c:pt>
                <c:pt idx="16226">
                  <c:v>7.0160169665242273</c:v>
                </c:pt>
                <c:pt idx="16227">
                  <c:v>7.0160649016856151</c:v>
                </c:pt>
                <c:pt idx="16228">
                  <c:v>7.0149804474999602</c:v>
                </c:pt>
                <c:pt idx="16229">
                  <c:v>7.0148065248584812</c:v>
                </c:pt>
                <c:pt idx="16230">
                  <c:v>7.0143431779119823</c:v>
                </c:pt>
                <c:pt idx="16231">
                  <c:v>7.0134492029202606</c:v>
                </c:pt>
                <c:pt idx="16232">
                  <c:v>7.0140965641211626</c:v>
                </c:pt>
                <c:pt idx="16233">
                  <c:v>7.0147386429934251</c:v>
                </c:pt>
                <c:pt idx="16234">
                  <c:v>7.0147984831044328</c:v>
                </c:pt>
                <c:pt idx="16235">
                  <c:v>7.0144020719342786</c:v>
                </c:pt>
                <c:pt idx="16236">
                  <c:v>7.0141334615809141</c:v>
                </c:pt>
                <c:pt idx="16237">
                  <c:v>7.0139239029312979</c:v>
                </c:pt>
                <c:pt idx="16238">
                  <c:v>7.0150015768145195</c:v>
                </c:pt>
                <c:pt idx="16239">
                  <c:v>7.0169019536731891</c:v>
                </c:pt>
                <c:pt idx="16240">
                  <c:v>7.0171413141172208</c:v>
                </c:pt>
                <c:pt idx="16241">
                  <c:v>7.0161492612623979</c:v>
                </c:pt>
                <c:pt idx="16242">
                  <c:v>7.0155528311704698</c:v>
                </c:pt>
                <c:pt idx="16243">
                  <c:v>7.0152328955045018</c:v>
                </c:pt>
                <c:pt idx="16244">
                  <c:v>7.0144988095050378</c:v>
                </c:pt>
                <c:pt idx="16245">
                  <c:v>7.0120672038348131</c:v>
                </c:pt>
                <c:pt idx="16246">
                  <c:v>7.0114029707185548</c:v>
                </c:pt>
                <c:pt idx="16247">
                  <c:v>7.0117614594995192</c:v>
                </c:pt>
                <c:pt idx="16248">
                  <c:v>7.0122766836437034</c:v>
                </c:pt>
                <c:pt idx="16249">
                  <c:v>7.0130380485343506</c:v>
                </c:pt>
                <c:pt idx="16250">
                  <c:v>7.0145553383055548</c:v>
                </c:pt>
                <c:pt idx="16251">
                  <c:v>7.0163707248616349</c:v>
                </c:pt>
                <c:pt idx="16252">
                  <c:v>7.0161797726233459</c:v>
                </c:pt>
                <c:pt idx="16253">
                  <c:v>7.0158242797899684</c:v>
                </c:pt>
                <c:pt idx="16254">
                  <c:v>7.0145845882148885</c:v>
                </c:pt>
                <c:pt idx="16255">
                  <c:v>7.0142084391113073</c:v>
                </c:pt>
                <c:pt idx="16256">
                  <c:v>7.0151982055850768</c:v>
                </c:pt>
                <c:pt idx="16257">
                  <c:v>7.0153059020167454</c:v>
                </c:pt>
                <c:pt idx="16258">
                  <c:v>7.0138727353001462</c:v>
                </c:pt>
                <c:pt idx="16259">
                  <c:v>7.013075103675555</c:v>
                </c:pt>
                <c:pt idx="16260">
                  <c:v>7.0148982954635049</c:v>
                </c:pt>
                <c:pt idx="16261">
                  <c:v>7.0161301818067141</c:v>
                </c:pt>
                <c:pt idx="16262">
                  <c:v>7.0163436036519027</c:v>
                </c:pt>
                <c:pt idx="16263">
                  <c:v>7.01599426039515</c:v>
                </c:pt>
                <c:pt idx="16264">
                  <c:v>7.0154907046784087</c:v>
                </c:pt>
                <c:pt idx="16265">
                  <c:v>7.0170774531291888</c:v>
                </c:pt>
                <c:pt idx="16266">
                  <c:v>7.0179035462558543</c:v>
                </c:pt>
                <c:pt idx="16267">
                  <c:v>7.0171098566675605</c:v>
                </c:pt>
                <c:pt idx="16268">
                  <c:v>7.0140941200586573</c:v>
                </c:pt>
                <c:pt idx="16269">
                  <c:v>7.0132226935145621</c:v>
                </c:pt>
                <c:pt idx="16270">
                  <c:v>7.0137963386366859</c:v>
                </c:pt>
                <c:pt idx="16271">
                  <c:v>7.0139624560462952</c:v>
                </c:pt>
                <c:pt idx="16272">
                  <c:v>7.0141232122865391</c:v>
                </c:pt>
                <c:pt idx="16273">
                  <c:v>7.0154154117851117</c:v>
                </c:pt>
                <c:pt idx="16274">
                  <c:v>7.016021696967786</c:v>
                </c:pt>
                <c:pt idx="16275">
                  <c:v>7.0148628171368204</c:v>
                </c:pt>
                <c:pt idx="16276">
                  <c:v>7.0149634967438779</c:v>
                </c:pt>
                <c:pt idx="16277">
                  <c:v>7.014126365915577</c:v>
                </c:pt>
                <c:pt idx="16278">
                  <c:v>7.0132105520427634</c:v>
                </c:pt>
                <c:pt idx="16279">
                  <c:v>7.0128021570822625</c:v>
                </c:pt>
                <c:pt idx="16280">
                  <c:v>7.0134946151784163</c:v>
                </c:pt>
                <c:pt idx="16281">
                  <c:v>7.0149128021570819</c:v>
                </c:pt>
                <c:pt idx="16282">
                  <c:v>7.0167561771708797</c:v>
                </c:pt>
                <c:pt idx="16283">
                  <c:v>7.018452908434381</c:v>
                </c:pt>
                <c:pt idx="16284">
                  <c:v>7.0189213800280674</c:v>
                </c:pt>
                <c:pt idx="16285">
                  <c:v>7.0187774957031808</c:v>
                </c:pt>
                <c:pt idx="16286">
                  <c:v>7.018769926993488</c:v>
                </c:pt>
                <c:pt idx="16287">
                  <c:v>7.0200607073589936</c:v>
                </c:pt>
                <c:pt idx="16288">
                  <c:v>7.021518235859916</c:v>
                </c:pt>
                <c:pt idx="16289">
                  <c:v>7.021788974912881</c:v>
                </c:pt>
                <c:pt idx="16290">
                  <c:v>7.0202510288714741</c:v>
                </c:pt>
                <c:pt idx="16291">
                  <c:v>7.0182607735852027</c:v>
                </c:pt>
                <c:pt idx="16292">
                  <c:v>7.0172219681798831</c:v>
                </c:pt>
                <c:pt idx="16293">
                  <c:v>7.0177866254592471</c:v>
                </c:pt>
                <c:pt idx="16294">
                  <c:v>7.0174567558618079</c:v>
                </c:pt>
                <c:pt idx="16295">
                  <c:v>7.0167930746306313</c:v>
                </c:pt>
                <c:pt idx="16296">
                  <c:v>7.0162625553856097</c:v>
                </c:pt>
                <c:pt idx="16297">
                  <c:v>7.0150578690928587</c:v>
                </c:pt>
                <c:pt idx="16298">
                  <c:v>7.014895220675192</c:v>
                </c:pt>
                <c:pt idx="16299">
                  <c:v>7.0166445387029119</c:v>
                </c:pt>
                <c:pt idx="16300">
                  <c:v>7.0187634620539585</c:v>
                </c:pt>
                <c:pt idx="16301">
                  <c:v>7.01916089815355</c:v>
                </c:pt>
                <c:pt idx="16302">
                  <c:v>7.0183931471640992</c:v>
                </c:pt>
                <c:pt idx="16303">
                  <c:v>7.0181990412967723</c:v>
                </c:pt>
                <c:pt idx="16304">
                  <c:v>7.0179424935744805</c:v>
                </c:pt>
                <c:pt idx="16305">
                  <c:v>7.0163160093978147</c:v>
                </c:pt>
                <c:pt idx="16306">
                  <c:v>7.0154058720572703</c:v>
                </c:pt>
                <c:pt idx="16307">
                  <c:v>7.0157623109793592</c:v>
                </c:pt>
                <c:pt idx="16308">
                  <c:v>7.016311278954257</c:v>
                </c:pt>
                <c:pt idx="16309">
                  <c:v>7.0158979170280196</c:v>
                </c:pt>
                <c:pt idx="16310">
                  <c:v>7.0151954461596686</c:v>
                </c:pt>
                <c:pt idx="16311">
                  <c:v>7.0128682256106218</c:v>
                </c:pt>
                <c:pt idx="16312">
                  <c:v>7.0122323751557101</c:v>
                </c:pt>
                <c:pt idx="16313">
                  <c:v>7.0130311893911923</c:v>
                </c:pt>
                <c:pt idx="16314">
                  <c:v>7.0143907977104654</c:v>
                </c:pt>
                <c:pt idx="16315">
                  <c:v>7.0153423264321422</c:v>
                </c:pt>
                <c:pt idx="16316">
                  <c:v>7.0158607830460902</c:v>
                </c:pt>
                <c:pt idx="16317">
                  <c:v>7.0164830728961354</c:v>
                </c:pt>
                <c:pt idx="16318">
                  <c:v>7.0172746337848277</c:v>
                </c:pt>
                <c:pt idx="16319">
                  <c:v>7.0173563127769283</c:v>
                </c:pt>
                <c:pt idx="16320">
                  <c:v>7.017187357101184</c:v>
                </c:pt>
                <c:pt idx="16321">
                  <c:v>7.0176652107412609</c:v>
                </c:pt>
                <c:pt idx="16322">
                  <c:v>7.0176933568804305</c:v>
                </c:pt>
                <c:pt idx="16323">
                  <c:v>7.0174095302669546</c:v>
                </c:pt>
                <c:pt idx="16324">
                  <c:v>7.0182746495529731</c:v>
                </c:pt>
                <c:pt idx="16325">
                  <c:v>7.0189942288588592</c:v>
                </c:pt>
                <c:pt idx="16326">
                  <c:v>7.0186870653904982</c:v>
                </c:pt>
                <c:pt idx="16327">
                  <c:v>7.0187600719027419</c:v>
                </c:pt>
                <c:pt idx="16328">
                  <c:v>7.0181083744619119</c:v>
                </c:pt>
                <c:pt idx="16329">
                  <c:v>7.0178936911651082</c:v>
                </c:pt>
                <c:pt idx="16330">
                  <c:v>7.0170210820101229</c:v>
                </c:pt>
                <c:pt idx="16331">
                  <c:v>7.0165839890253707</c:v>
                </c:pt>
                <c:pt idx="16332">
                  <c:v>7.0166145792270456</c:v>
                </c:pt>
                <c:pt idx="16333">
                  <c:v>7.0161745691354325</c:v>
                </c:pt>
                <c:pt idx="16334">
                  <c:v>7.0155775083176968</c:v>
                </c:pt>
                <c:pt idx="16335">
                  <c:v>7.0160022233084725</c:v>
                </c:pt>
                <c:pt idx="16336">
                  <c:v>7.0164652548920667</c:v>
                </c:pt>
                <c:pt idx="16337">
                  <c:v>7.0167542849934561</c:v>
                </c:pt>
                <c:pt idx="16338">
                  <c:v>7.0175751746322081</c:v>
                </c:pt>
                <c:pt idx="16339">
                  <c:v>7.0163074157586847</c:v>
                </c:pt>
                <c:pt idx="16340">
                  <c:v>7.0145193869345146</c:v>
                </c:pt>
                <c:pt idx="16341">
                  <c:v>7.0141315694034914</c:v>
                </c:pt>
                <c:pt idx="16342">
                  <c:v>7.01442469922263</c:v>
                </c:pt>
                <c:pt idx="16343">
                  <c:v>7.0153056654945676</c:v>
                </c:pt>
                <c:pt idx="16344">
                  <c:v>7.017156924580962</c:v>
                </c:pt>
                <c:pt idx="16345">
                  <c:v>7.016160693167663</c:v>
                </c:pt>
                <c:pt idx="16346">
                  <c:v>7.0133199829704029</c:v>
                </c:pt>
                <c:pt idx="16347">
                  <c:v>7.0115709014648608</c:v>
                </c:pt>
                <c:pt idx="16348">
                  <c:v>7.0117687916870342</c:v>
                </c:pt>
                <c:pt idx="16349">
                  <c:v>7.0138170737476146</c:v>
                </c:pt>
                <c:pt idx="16350">
                  <c:v>7.0175426134123846</c:v>
                </c:pt>
                <c:pt idx="16351">
                  <c:v>7.0193401819643952</c:v>
                </c:pt>
                <c:pt idx="16352">
                  <c:v>7.0195482426402185</c:v>
                </c:pt>
                <c:pt idx="16353">
                  <c:v>7.0189771992620509</c:v>
                </c:pt>
                <c:pt idx="16354">
                  <c:v>7.0177903309733676</c:v>
                </c:pt>
                <c:pt idx="16355">
                  <c:v>7.0187162364591051</c:v>
                </c:pt>
                <c:pt idx="16356">
                  <c:v>7.0194380233053186</c:v>
                </c:pt>
                <c:pt idx="16357">
                  <c:v>7.0195249057853326</c:v>
                </c:pt>
                <c:pt idx="16358">
                  <c:v>7.0188285056528796</c:v>
                </c:pt>
                <c:pt idx="16359">
                  <c:v>7.018211025087119</c:v>
                </c:pt>
                <c:pt idx="16360">
                  <c:v>7.0177985304088679</c:v>
                </c:pt>
                <c:pt idx="16361">
                  <c:v>7.0168083697314687</c:v>
                </c:pt>
                <c:pt idx="16362">
                  <c:v>7.0168752266670875</c:v>
                </c:pt>
                <c:pt idx="16363">
                  <c:v>7.0168053737838818</c:v>
                </c:pt>
                <c:pt idx="16364">
                  <c:v>7.0149052334473891</c:v>
                </c:pt>
                <c:pt idx="16365">
                  <c:v>7.0139588293729007</c:v>
                </c:pt>
                <c:pt idx="16366">
                  <c:v>7.0146032734669417</c:v>
                </c:pt>
                <c:pt idx="16367">
                  <c:v>7.0151726611898644</c:v>
                </c:pt>
                <c:pt idx="16368">
                  <c:v>7.0170000315362904</c:v>
                </c:pt>
                <c:pt idx="16369">
                  <c:v>7.0176393509831438</c:v>
                </c:pt>
                <c:pt idx="16370">
                  <c:v>7.0165816238035923</c:v>
                </c:pt>
                <c:pt idx="16371">
                  <c:v>7.0156749554549895</c:v>
                </c:pt>
                <c:pt idx="16372">
                  <c:v>7.0144553682650308</c:v>
                </c:pt>
                <c:pt idx="16373">
                  <c:v>7.014266702407796</c:v>
                </c:pt>
                <c:pt idx="16374">
                  <c:v>7.0135358488780968</c:v>
                </c:pt>
                <c:pt idx="16375">
                  <c:v>7.0135559532632179</c:v>
                </c:pt>
                <c:pt idx="16376">
                  <c:v>7.0138640628202902</c:v>
                </c:pt>
                <c:pt idx="16377">
                  <c:v>7.0149105157760294</c:v>
                </c:pt>
                <c:pt idx="16378">
                  <c:v>7.01772032040871</c:v>
                </c:pt>
                <c:pt idx="16379">
                  <c:v>7.0189649001088004</c:v>
                </c:pt>
                <c:pt idx="16380">
                  <c:v>7.0169945915261991</c:v>
                </c:pt>
                <c:pt idx="16381">
                  <c:v>7.0138944953405131</c:v>
                </c:pt>
                <c:pt idx="16382">
                  <c:v>7.0142661505227144</c:v>
                </c:pt>
                <c:pt idx="16383">
                  <c:v>7.0161681041959039</c:v>
                </c:pt>
                <c:pt idx="16384">
                  <c:v>7.0174619593497214</c:v>
                </c:pt>
                <c:pt idx="16385">
                  <c:v>7.0157642031567828</c:v>
                </c:pt>
                <c:pt idx="16386">
                  <c:v>7.0150130087197846</c:v>
                </c:pt>
                <c:pt idx="16387">
                  <c:v>7.0141187972058843</c:v>
                </c:pt>
                <c:pt idx="16388">
                  <c:v>7.0151751840930947</c:v>
                </c:pt>
                <c:pt idx="16389">
                  <c:v>7.0182012488370997</c:v>
                </c:pt>
                <c:pt idx="16390">
                  <c:v>7.0183494694019144</c:v>
                </c:pt>
                <c:pt idx="16391">
                  <c:v>7.0180658004698904</c:v>
                </c:pt>
                <c:pt idx="16392">
                  <c:v>7.0182508396537315</c:v>
                </c:pt>
                <c:pt idx="16393">
                  <c:v>7.0188214888282694</c:v>
                </c:pt>
                <c:pt idx="16394">
                  <c:v>7.0173961273435408</c:v>
                </c:pt>
                <c:pt idx="16395">
                  <c:v>7.0143648591116223</c:v>
                </c:pt>
                <c:pt idx="16396">
                  <c:v>7.0131433009035149</c:v>
                </c:pt>
                <c:pt idx="16397">
                  <c:v>7.0146516816726852</c:v>
                </c:pt>
                <c:pt idx="16398">
                  <c:v>7.0152019899399232</c:v>
                </c:pt>
                <c:pt idx="16399">
                  <c:v>7.0150435989214586</c:v>
                </c:pt>
                <c:pt idx="16400">
                  <c:v>7.015808827007679</c:v>
                </c:pt>
                <c:pt idx="16401">
                  <c:v>7.0171723773632504</c:v>
                </c:pt>
                <c:pt idx="16402">
                  <c:v>7.0181001750264116</c:v>
                </c:pt>
                <c:pt idx="16403">
                  <c:v>7.0163781358898749</c:v>
                </c:pt>
                <c:pt idx="16404">
                  <c:v>7.0146117882653467</c:v>
                </c:pt>
                <c:pt idx="16405">
                  <c:v>7.0172069096012235</c:v>
                </c:pt>
                <c:pt idx="16406">
                  <c:v>7.0184534603194626</c:v>
                </c:pt>
                <c:pt idx="16407">
                  <c:v>7.0169899399233664</c:v>
                </c:pt>
                <c:pt idx="16408">
                  <c:v>7.016346205395859</c:v>
                </c:pt>
                <c:pt idx="16409">
                  <c:v>7.0166179693782622</c:v>
                </c:pt>
                <c:pt idx="16410">
                  <c:v>7.0168004068181462</c:v>
                </c:pt>
                <c:pt idx="16411">
                  <c:v>7.0177443668301294</c:v>
                </c:pt>
                <c:pt idx="16412">
                  <c:v>7.0196775414308012</c:v>
                </c:pt>
                <c:pt idx="16413">
                  <c:v>7.0198649458364208</c:v>
                </c:pt>
                <c:pt idx="16414">
                  <c:v>7.0188519213484915</c:v>
                </c:pt>
                <c:pt idx="16415">
                  <c:v>7.0175980384427383</c:v>
                </c:pt>
                <c:pt idx="16416">
                  <c:v>7.0171229442280705</c:v>
                </c:pt>
                <c:pt idx="16417">
                  <c:v>7.0163616581781483</c:v>
                </c:pt>
                <c:pt idx="16418">
                  <c:v>7.0174963339062426</c:v>
                </c:pt>
                <c:pt idx="16419">
                  <c:v>7.017869408221511</c:v>
                </c:pt>
                <c:pt idx="16420">
                  <c:v>7.0161314432583293</c:v>
                </c:pt>
                <c:pt idx="16421">
                  <c:v>7.0148833945662972</c:v>
                </c:pt>
                <c:pt idx="16422">
                  <c:v>7.0149116195461927</c:v>
                </c:pt>
                <c:pt idx="16423">
                  <c:v>7.0159100584998191</c:v>
                </c:pt>
                <c:pt idx="16424">
                  <c:v>7.0149102004131256</c:v>
                </c:pt>
                <c:pt idx="16425">
                  <c:v>7.0128772134533817</c:v>
                </c:pt>
                <c:pt idx="16426">
                  <c:v>7.0136459105315438</c:v>
                </c:pt>
                <c:pt idx="16427">
                  <c:v>7.0160866617259812</c:v>
                </c:pt>
                <c:pt idx="16428">
                  <c:v>7.0162238445891614</c:v>
                </c:pt>
                <c:pt idx="16429">
                  <c:v>7.0152510288714742</c:v>
                </c:pt>
                <c:pt idx="16430">
                  <c:v>7.0150764755041868</c:v>
                </c:pt>
                <c:pt idx="16431">
                  <c:v>7.015574275847932</c:v>
                </c:pt>
                <c:pt idx="16432">
                  <c:v>7.0159628817862156</c:v>
                </c:pt>
                <c:pt idx="16433">
                  <c:v>7.0166384679670131</c:v>
                </c:pt>
                <c:pt idx="16434">
                  <c:v>7.0171086740566704</c:v>
                </c:pt>
                <c:pt idx="16435">
                  <c:v>7.018732319967202</c:v>
                </c:pt>
                <c:pt idx="16436">
                  <c:v>7.0203982245068515</c:v>
                </c:pt>
                <c:pt idx="16437">
                  <c:v>7.020427868619814</c:v>
                </c:pt>
                <c:pt idx="16438">
                  <c:v>7.0185662813983187</c:v>
                </c:pt>
                <c:pt idx="16439">
                  <c:v>7.0177908828584492</c:v>
                </c:pt>
                <c:pt idx="16440">
                  <c:v>7.0160895788328421</c:v>
                </c:pt>
                <c:pt idx="16441">
                  <c:v>7.0142009492423405</c:v>
                </c:pt>
                <c:pt idx="16442">
                  <c:v>7.0126716756807896</c:v>
                </c:pt>
                <c:pt idx="16443">
                  <c:v>7.0137342909853517</c:v>
                </c:pt>
                <c:pt idx="16444">
                  <c:v>7.0162805310711303</c:v>
                </c:pt>
                <c:pt idx="16445">
                  <c:v>7.0155124647187748</c:v>
                </c:pt>
                <c:pt idx="16446">
                  <c:v>7.0131224081111343</c:v>
                </c:pt>
                <c:pt idx="16447">
                  <c:v>7.0126612687049619</c:v>
                </c:pt>
                <c:pt idx="16448">
                  <c:v>7.0136191835254422</c:v>
                </c:pt>
                <c:pt idx="16449">
                  <c:v>7.015863857834403</c:v>
                </c:pt>
                <c:pt idx="16450">
                  <c:v>7.0165346347309168</c:v>
                </c:pt>
                <c:pt idx="16451">
                  <c:v>7.0169261577760604</c:v>
                </c:pt>
                <c:pt idx="16452">
                  <c:v>7.0157162679953959</c:v>
                </c:pt>
                <c:pt idx="16453">
                  <c:v>7.0158476954855802</c:v>
                </c:pt>
                <c:pt idx="16454">
                  <c:v>7.0178802094009685</c:v>
                </c:pt>
                <c:pt idx="16455">
                  <c:v>7.0182055062363018</c:v>
                </c:pt>
                <c:pt idx="16456">
                  <c:v>7.0162391396899979</c:v>
                </c:pt>
                <c:pt idx="16457">
                  <c:v>7.0156774783582208</c:v>
                </c:pt>
                <c:pt idx="16458">
                  <c:v>7.015562686261215</c:v>
                </c:pt>
                <c:pt idx="16459">
                  <c:v>7.0162543559501094</c:v>
                </c:pt>
                <c:pt idx="16460">
                  <c:v>7.0162002712120977</c:v>
                </c:pt>
                <c:pt idx="16461">
                  <c:v>7.0149304624796986</c:v>
                </c:pt>
                <c:pt idx="16462">
                  <c:v>7.0142406061275011</c:v>
                </c:pt>
                <c:pt idx="16463">
                  <c:v>7.0145951528721673</c:v>
                </c:pt>
                <c:pt idx="16464">
                  <c:v>7.0135652564688815</c:v>
                </c:pt>
                <c:pt idx="16465">
                  <c:v>7.0138486888787268</c:v>
                </c:pt>
                <c:pt idx="16466">
                  <c:v>7.0153767009886625</c:v>
                </c:pt>
                <c:pt idx="16467">
                  <c:v>7.0171514057301438</c:v>
                </c:pt>
                <c:pt idx="16468">
                  <c:v>7.0167538907898264</c:v>
                </c:pt>
                <c:pt idx="16469">
                  <c:v>7.0146269256847313</c:v>
                </c:pt>
                <c:pt idx="16470">
                  <c:v>7.0142298837887695</c:v>
                </c:pt>
                <c:pt idx="16471">
                  <c:v>7.0140198520947985</c:v>
                </c:pt>
                <c:pt idx="16472">
                  <c:v>7.0135358488780968</c:v>
                </c:pt>
                <c:pt idx="16473">
                  <c:v>7.01329522698245</c:v>
                </c:pt>
                <c:pt idx="16474">
                  <c:v>7.0143293807849378</c:v>
                </c:pt>
                <c:pt idx="16475">
                  <c:v>7.017067203834813</c:v>
                </c:pt>
                <c:pt idx="16476">
                  <c:v>7.0195724467430898</c:v>
                </c:pt>
                <c:pt idx="16477">
                  <c:v>7.0202868225610624</c:v>
                </c:pt>
                <c:pt idx="16478">
                  <c:v>7.0216336586827293</c:v>
                </c:pt>
                <c:pt idx="16479">
                  <c:v>7.0224199372427822</c:v>
                </c:pt>
                <c:pt idx="16480">
                  <c:v>7.0212020845487944</c:v>
                </c:pt>
                <c:pt idx="16481">
                  <c:v>7.0206747189328116</c:v>
                </c:pt>
                <c:pt idx="16482">
                  <c:v>7.0204577492549554</c:v>
                </c:pt>
                <c:pt idx="16483">
                  <c:v>7.0209486116148154</c:v>
                </c:pt>
                <c:pt idx="16484">
                  <c:v>7.0205121493558709</c:v>
                </c:pt>
                <c:pt idx="16485">
                  <c:v>7.0204194326621359</c:v>
                </c:pt>
                <c:pt idx="16486">
                  <c:v>7.0210307636512717</c:v>
                </c:pt>
                <c:pt idx="16487">
                  <c:v>7.0206269414528766</c:v>
                </c:pt>
                <c:pt idx="16488">
                  <c:v>7.0191620019237133</c:v>
                </c:pt>
                <c:pt idx="16489">
                  <c:v>7.0183354357526921</c:v>
                </c:pt>
                <c:pt idx="16490">
                  <c:v>7.018977041580599</c:v>
                </c:pt>
                <c:pt idx="16491">
                  <c:v>7.0173680600450972</c:v>
                </c:pt>
                <c:pt idx="16492">
                  <c:v>7.0141892808148976</c:v>
                </c:pt>
                <c:pt idx="16493">
                  <c:v>7.0133143064381338</c:v>
                </c:pt>
                <c:pt idx="16494">
                  <c:v>7.0145848247370663</c:v>
                </c:pt>
                <c:pt idx="16495">
                  <c:v>7.0136149261262402</c:v>
                </c:pt>
                <c:pt idx="16496">
                  <c:v>7.012332266355509</c:v>
                </c:pt>
                <c:pt idx="16497">
                  <c:v>7.0135750327189017</c:v>
                </c:pt>
                <c:pt idx="16498">
                  <c:v>7.0145682681846138</c:v>
                </c:pt>
                <c:pt idx="16499">
                  <c:v>7.015141361421656</c:v>
                </c:pt>
                <c:pt idx="16500">
                  <c:v>7.0159864551632793</c:v>
                </c:pt>
                <c:pt idx="16501">
                  <c:v>7.017104889701824</c:v>
                </c:pt>
                <c:pt idx="16502">
                  <c:v>7.0166938929973668</c:v>
                </c:pt>
                <c:pt idx="16503">
                  <c:v>7.0161819801636733</c:v>
                </c:pt>
                <c:pt idx="16504">
                  <c:v>7.01592038663492</c:v>
                </c:pt>
                <c:pt idx="16505">
                  <c:v>7.0154644507166619</c:v>
                </c:pt>
                <c:pt idx="16506">
                  <c:v>7.0156254434790837</c:v>
                </c:pt>
                <c:pt idx="16507">
                  <c:v>7.0167821157697219</c:v>
                </c:pt>
                <c:pt idx="16508">
                  <c:v>7.0177607657011309</c:v>
                </c:pt>
                <c:pt idx="16509">
                  <c:v>7.0163890947507843</c:v>
                </c:pt>
                <c:pt idx="16510">
                  <c:v>7.0165389709708448</c:v>
                </c:pt>
                <c:pt idx="16511">
                  <c:v>7.016367728914048</c:v>
                </c:pt>
                <c:pt idx="16512">
                  <c:v>7.0172907961336506</c:v>
                </c:pt>
                <c:pt idx="16513">
                  <c:v>7.0176109683217964</c:v>
                </c:pt>
                <c:pt idx="16514">
                  <c:v>7.0164357684605561</c:v>
                </c:pt>
                <c:pt idx="16515">
                  <c:v>7.0154776171178987</c:v>
                </c:pt>
                <c:pt idx="16516">
                  <c:v>7.0162380359198346</c:v>
                </c:pt>
                <c:pt idx="16517">
                  <c:v>7.0181760198047902</c:v>
                </c:pt>
                <c:pt idx="16518">
                  <c:v>7.0201200744256456</c:v>
                </c:pt>
                <c:pt idx="16519">
                  <c:v>7.0199975559374952</c:v>
                </c:pt>
                <c:pt idx="16520">
                  <c:v>7.0181712893612325</c:v>
                </c:pt>
                <c:pt idx="16521">
                  <c:v>7.0171698544600201</c:v>
                </c:pt>
                <c:pt idx="16522">
                  <c:v>7.015926142007916</c:v>
                </c:pt>
                <c:pt idx="16523">
                  <c:v>7.0141844715306139</c:v>
                </c:pt>
                <c:pt idx="16524">
                  <c:v>7.0149288068244529</c:v>
                </c:pt>
                <c:pt idx="16525">
                  <c:v>7.0164772386824135</c:v>
                </c:pt>
                <c:pt idx="16526">
                  <c:v>7.0183682334946944</c:v>
                </c:pt>
                <c:pt idx="16527">
                  <c:v>7.0188912628707483</c:v>
                </c:pt>
                <c:pt idx="16528">
                  <c:v>7.0167739951749475</c:v>
                </c:pt>
                <c:pt idx="16529">
                  <c:v>7.0152759425408791</c:v>
                </c:pt>
                <c:pt idx="16530">
                  <c:v>7.0156109367855057</c:v>
                </c:pt>
                <c:pt idx="16531">
                  <c:v>7.0158022043866977</c:v>
                </c:pt>
                <c:pt idx="16532">
                  <c:v>7.0153132342042603</c:v>
                </c:pt>
                <c:pt idx="16533">
                  <c:v>7.0153801699806051</c:v>
                </c:pt>
                <c:pt idx="16534">
                  <c:v>7.017200444661694</c:v>
                </c:pt>
                <c:pt idx="16535">
                  <c:v>7.0179840426370648</c:v>
                </c:pt>
                <c:pt idx="16536">
                  <c:v>7.0155171951623334</c:v>
                </c:pt>
                <c:pt idx="16537">
                  <c:v>7.0133128873050667</c:v>
                </c:pt>
                <c:pt idx="16538">
                  <c:v>7.0132773301376563</c:v>
                </c:pt>
                <c:pt idx="16539">
                  <c:v>7.0151762878632589</c:v>
                </c:pt>
                <c:pt idx="16540">
                  <c:v>7.0163794761822169</c:v>
                </c:pt>
                <c:pt idx="16541">
                  <c:v>7.0158823854050052</c:v>
                </c:pt>
                <c:pt idx="16542">
                  <c:v>7.0152777558775758</c:v>
                </c:pt>
                <c:pt idx="16543">
                  <c:v>7.0150656743247293</c:v>
                </c:pt>
                <c:pt idx="16544">
                  <c:v>7.0161020356675445</c:v>
                </c:pt>
                <c:pt idx="16545">
                  <c:v>7.0173121619703878</c:v>
                </c:pt>
                <c:pt idx="16546">
                  <c:v>7.0165258045696088</c:v>
                </c:pt>
                <c:pt idx="16547">
                  <c:v>7.0164361626641858</c:v>
                </c:pt>
                <c:pt idx="16548">
                  <c:v>7.0150686702723162</c:v>
                </c:pt>
                <c:pt idx="16549">
                  <c:v>7.0134234220028695</c:v>
                </c:pt>
                <c:pt idx="16550">
                  <c:v>7.0135278071240483</c:v>
                </c:pt>
                <c:pt idx="16551">
                  <c:v>7.0165121651240163</c:v>
                </c:pt>
                <c:pt idx="16552">
                  <c:v>7.0161617969378263</c:v>
                </c:pt>
                <c:pt idx="16553">
                  <c:v>7.0136425203803281</c:v>
                </c:pt>
                <c:pt idx="16554">
                  <c:v>7.0140645547864207</c:v>
                </c:pt>
                <c:pt idx="16555">
                  <c:v>7.0139657673567859</c:v>
                </c:pt>
                <c:pt idx="16556">
                  <c:v>7.0133283400873552</c:v>
                </c:pt>
                <c:pt idx="16557">
                  <c:v>7.0118180671407622</c:v>
                </c:pt>
                <c:pt idx="16558">
                  <c:v>7.0112730412021635</c:v>
                </c:pt>
                <c:pt idx="16559">
                  <c:v>7.0101680095870327</c:v>
                </c:pt>
                <c:pt idx="16560">
                  <c:v>7.0110296598811086</c:v>
                </c:pt>
                <c:pt idx="16561">
                  <c:v>7.0124024346016176</c:v>
                </c:pt>
                <c:pt idx="16562">
                  <c:v>7.0116551033601917</c:v>
                </c:pt>
                <c:pt idx="16563">
                  <c:v>7.0114252826440024</c:v>
                </c:pt>
                <c:pt idx="16564">
                  <c:v>7.0123448020309374</c:v>
                </c:pt>
                <c:pt idx="16565">
                  <c:v>7.0123602548132267</c:v>
                </c:pt>
                <c:pt idx="16566">
                  <c:v>7.0114114855169589</c:v>
                </c:pt>
                <c:pt idx="16567">
                  <c:v>7.0118064775540452</c:v>
                </c:pt>
                <c:pt idx="16568">
                  <c:v>7.0116799381888706</c:v>
                </c:pt>
                <c:pt idx="16569">
                  <c:v>7.0102560746779359</c:v>
                </c:pt>
                <c:pt idx="16570">
                  <c:v>7.009733281824059</c:v>
                </c:pt>
                <c:pt idx="16571">
                  <c:v>7.0107858055156971</c:v>
                </c:pt>
                <c:pt idx="16572">
                  <c:v>7.0126772733723328</c:v>
                </c:pt>
                <c:pt idx="16573">
                  <c:v>7.0139557545845879</c:v>
                </c:pt>
                <c:pt idx="16574">
                  <c:v>7.0155683627934842</c:v>
                </c:pt>
                <c:pt idx="16575">
                  <c:v>7.0152887935792112</c:v>
                </c:pt>
                <c:pt idx="16576">
                  <c:v>7.0133230577587158</c:v>
                </c:pt>
                <c:pt idx="16577">
                  <c:v>7.0108709534997402</c:v>
                </c:pt>
                <c:pt idx="16578">
                  <c:v>7.0113290181175989</c:v>
                </c:pt>
                <c:pt idx="16579">
                  <c:v>7.0152945489522072</c:v>
                </c:pt>
                <c:pt idx="16580">
                  <c:v>7.0160582002239078</c:v>
                </c:pt>
                <c:pt idx="16581">
                  <c:v>7.0158732398807926</c:v>
                </c:pt>
                <c:pt idx="16582">
                  <c:v>7.0153629827023449</c:v>
                </c:pt>
                <c:pt idx="16583">
                  <c:v>7.013251785742443</c:v>
                </c:pt>
                <c:pt idx="16584">
                  <c:v>7.0142680427001372</c:v>
                </c:pt>
                <c:pt idx="16585">
                  <c:v>7.0166107948721992</c:v>
                </c:pt>
                <c:pt idx="16586">
                  <c:v>7.0174123685330896</c:v>
                </c:pt>
                <c:pt idx="16587">
                  <c:v>7.0150014979737936</c:v>
                </c:pt>
                <c:pt idx="16588">
                  <c:v>7.0133073684542486</c:v>
                </c:pt>
                <c:pt idx="16589">
                  <c:v>7.0132866333433199</c:v>
                </c:pt>
                <c:pt idx="16590">
                  <c:v>7.015393336381841</c:v>
                </c:pt>
                <c:pt idx="16591">
                  <c:v>7.017201784954036</c:v>
                </c:pt>
                <c:pt idx="16592">
                  <c:v>7.0188992257840708</c:v>
                </c:pt>
                <c:pt idx="16593">
                  <c:v>7.0188083224270326</c:v>
                </c:pt>
                <c:pt idx="16594">
                  <c:v>7.0180839338368628</c:v>
                </c:pt>
                <c:pt idx="16595">
                  <c:v>7.0171841246314193</c:v>
                </c:pt>
                <c:pt idx="16596">
                  <c:v>7.0169129125340985</c:v>
                </c:pt>
                <c:pt idx="16597">
                  <c:v>7.0166755231082165</c:v>
                </c:pt>
                <c:pt idx="16598">
                  <c:v>7.0166598338037494</c:v>
                </c:pt>
                <c:pt idx="16599">
                  <c:v>7.0177595042495149</c:v>
                </c:pt>
                <c:pt idx="16600">
                  <c:v>7.0181660070325931</c:v>
                </c:pt>
                <c:pt idx="16601">
                  <c:v>7.017268405367477</c:v>
                </c:pt>
                <c:pt idx="16602">
                  <c:v>7.0167250350841233</c:v>
                </c:pt>
                <c:pt idx="16603">
                  <c:v>7.0162702817767544</c:v>
                </c:pt>
                <c:pt idx="16604">
                  <c:v>7.0154891278638898</c:v>
                </c:pt>
                <c:pt idx="16605">
                  <c:v>7.0140972736876961</c:v>
                </c:pt>
                <c:pt idx="16606">
                  <c:v>7.0129164761349125</c:v>
                </c:pt>
                <c:pt idx="16607">
                  <c:v>7.0123591510430625</c:v>
                </c:pt>
                <c:pt idx="16608">
                  <c:v>7.0139615887983098</c:v>
                </c:pt>
                <c:pt idx="16609">
                  <c:v>7.0157954240842653</c:v>
                </c:pt>
                <c:pt idx="16610">
                  <c:v>7.0166794651445148</c:v>
                </c:pt>
                <c:pt idx="16611">
                  <c:v>7.0184507008940535</c:v>
                </c:pt>
                <c:pt idx="16612">
                  <c:v>7.0205137261703907</c:v>
                </c:pt>
                <c:pt idx="16613">
                  <c:v>7.0186341632633757</c:v>
                </c:pt>
                <c:pt idx="16614">
                  <c:v>7.0180306375061106</c:v>
                </c:pt>
                <c:pt idx="16615">
                  <c:v>7.0188719468928866</c:v>
                </c:pt>
                <c:pt idx="16616">
                  <c:v>7.0175613775051637</c:v>
                </c:pt>
                <c:pt idx="16617">
                  <c:v>7.0159833015342405</c:v>
                </c:pt>
                <c:pt idx="16618">
                  <c:v>7.0168054526246078</c:v>
                </c:pt>
                <c:pt idx="16619">
                  <c:v>7.0170147747520462</c:v>
                </c:pt>
                <c:pt idx="16620">
                  <c:v>7.0158448572194452</c:v>
                </c:pt>
                <c:pt idx="16621">
                  <c:v>7.0146885791324367</c:v>
                </c:pt>
                <c:pt idx="16622">
                  <c:v>7.0153565177628154</c:v>
                </c:pt>
                <c:pt idx="16623">
                  <c:v>7.0165267506583202</c:v>
                </c:pt>
                <c:pt idx="16624">
                  <c:v>7.0164987622006025</c:v>
                </c:pt>
                <c:pt idx="16625">
                  <c:v>7.016819565114556</c:v>
                </c:pt>
                <c:pt idx="16626">
                  <c:v>7.018684542487267</c:v>
                </c:pt>
                <c:pt idx="16627">
                  <c:v>7.0189500780523186</c:v>
                </c:pt>
                <c:pt idx="16628">
                  <c:v>7.0173370756397926</c:v>
                </c:pt>
                <c:pt idx="16629">
                  <c:v>7.0169593497216924</c:v>
                </c:pt>
                <c:pt idx="16630">
                  <c:v>7.0167665841467066</c:v>
                </c:pt>
                <c:pt idx="16631">
                  <c:v>7.0144845393336386</c:v>
                </c:pt>
                <c:pt idx="16632">
                  <c:v>7.0149743767640613</c:v>
                </c:pt>
                <c:pt idx="16633">
                  <c:v>7.017022264621013</c:v>
                </c:pt>
                <c:pt idx="16634">
                  <c:v>7.0191473375486844</c:v>
                </c:pt>
                <c:pt idx="16635">
                  <c:v>7.0190789037985466</c:v>
                </c:pt>
                <c:pt idx="16636">
                  <c:v>7.0175718633217175</c:v>
                </c:pt>
                <c:pt idx="16637">
                  <c:v>7.0187387060660056</c:v>
                </c:pt>
                <c:pt idx="16638">
                  <c:v>7.018643939513395</c:v>
                </c:pt>
                <c:pt idx="16639">
                  <c:v>7.0150801021775813</c:v>
                </c:pt>
                <c:pt idx="16640">
                  <c:v>7.0130906352985702</c:v>
                </c:pt>
                <c:pt idx="16641">
                  <c:v>7.0142905911477635</c:v>
                </c:pt>
                <c:pt idx="16642">
                  <c:v>7.0165715321906683</c:v>
                </c:pt>
                <c:pt idx="16643">
                  <c:v>7.0175445055898074</c:v>
                </c:pt>
                <c:pt idx="16644">
                  <c:v>7.0163384790047143</c:v>
                </c:pt>
                <c:pt idx="16645">
                  <c:v>7.015972500354783</c:v>
                </c:pt>
                <c:pt idx="16646">
                  <c:v>7.0171311436635708</c:v>
                </c:pt>
                <c:pt idx="16647">
                  <c:v>7.0184726186158723</c:v>
                </c:pt>
                <c:pt idx="16648">
                  <c:v>7.0194985729828598</c:v>
                </c:pt>
                <c:pt idx="16649">
                  <c:v>7.0189910752298204</c:v>
                </c:pt>
                <c:pt idx="16650">
                  <c:v>7.0178428388968603</c:v>
                </c:pt>
                <c:pt idx="16651">
                  <c:v>7.0168077390056611</c:v>
                </c:pt>
                <c:pt idx="16652">
                  <c:v>7.0176238193601286</c:v>
                </c:pt>
                <c:pt idx="16653">
                  <c:v>7.017969220580583</c:v>
                </c:pt>
                <c:pt idx="16654">
                  <c:v>7.0160414071492774</c:v>
                </c:pt>
                <c:pt idx="16655">
                  <c:v>7.0147830303221435</c:v>
                </c:pt>
                <c:pt idx="16656">
                  <c:v>7.0151550008672476</c:v>
                </c:pt>
                <c:pt idx="16657">
                  <c:v>7.016030369447642</c:v>
                </c:pt>
                <c:pt idx="16658">
                  <c:v>7.0176998218199591</c:v>
                </c:pt>
                <c:pt idx="16659">
                  <c:v>7.0181392011857646</c:v>
                </c:pt>
                <c:pt idx="16660">
                  <c:v>7.0176265787855376</c:v>
                </c:pt>
                <c:pt idx="16661">
                  <c:v>7.0169313612639748</c:v>
                </c:pt>
                <c:pt idx="16662">
                  <c:v>7.0162053170185592</c:v>
                </c:pt>
                <c:pt idx="16663">
                  <c:v>7.0158505337517152</c:v>
                </c:pt>
                <c:pt idx="16664">
                  <c:v>7.0137169460256388</c:v>
                </c:pt>
                <c:pt idx="16665">
                  <c:v>7.0118086850943726</c:v>
                </c:pt>
                <c:pt idx="16666">
                  <c:v>7.0124314479887735</c:v>
                </c:pt>
                <c:pt idx="16667">
                  <c:v>7.0142242072565004</c:v>
                </c:pt>
                <c:pt idx="16668">
                  <c:v>7.0155797946987493</c:v>
                </c:pt>
                <c:pt idx="16669">
                  <c:v>7.0149084659171539</c:v>
                </c:pt>
                <c:pt idx="16670">
                  <c:v>7.0138736813888585</c:v>
                </c:pt>
                <c:pt idx="16671">
                  <c:v>7.0135662025575929</c:v>
                </c:pt>
                <c:pt idx="16672">
                  <c:v>7.0151390750406026</c:v>
                </c:pt>
                <c:pt idx="16673">
                  <c:v>7.0164500386319562</c:v>
                </c:pt>
                <c:pt idx="16674">
                  <c:v>7.0176556710134186</c:v>
                </c:pt>
                <c:pt idx="16675">
                  <c:v>7.0177327772434133</c:v>
                </c:pt>
                <c:pt idx="16676">
                  <c:v>7.0159003610905248</c:v>
                </c:pt>
                <c:pt idx="16677">
                  <c:v>7.0164425487629893</c:v>
                </c:pt>
                <c:pt idx="16678">
                  <c:v>7.0175935445213575</c:v>
                </c:pt>
                <c:pt idx="16679">
                  <c:v>7.0193411280531075</c:v>
                </c:pt>
                <c:pt idx="16680">
                  <c:v>7.0193551617023289</c:v>
                </c:pt>
                <c:pt idx="16681">
                  <c:v>7.017514467273215</c:v>
                </c:pt>
                <c:pt idx="16682">
                  <c:v>7.0156306469669971</c:v>
                </c:pt>
                <c:pt idx="16683">
                  <c:v>7.0155007174506059</c:v>
                </c:pt>
                <c:pt idx="16684">
                  <c:v>7.0154945678739811</c:v>
                </c:pt>
                <c:pt idx="16685">
                  <c:v>7.0144520569545401</c:v>
                </c:pt>
                <c:pt idx="16686">
                  <c:v>7.0132245856919848</c:v>
                </c:pt>
                <c:pt idx="16687">
                  <c:v>7.0128139043504314</c:v>
                </c:pt>
                <c:pt idx="16688">
                  <c:v>7.0144987306643118</c:v>
                </c:pt>
                <c:pt idx="16689">
                  <c:v>7.0150436777621845</c:v>
                </c:pt>
                <c:pt idx="16690">
                  <c:v>7.0142033144641198</c:v>
                </c:pt>
                <c:pt idx="16691">
                  <c:v>7.0121895646415116</c:v>
                </c:pt>
                <c:pt idx="16692">
                  <c:v>7.0106578470174554</c:v>
                </c:pt>
                <c:pt idx="16693">
                  <c:v>7.0112922783392992</c:v>
                </c:pt>
                <c:pt idx="16694">
                  <c:v>7.0104023242246019</c:v>
                </c:pt>
                <c:pt idx="16695">
                  <c:v>7.0106176382472132</c:v>
                </c:pt>
                <c:pt idx="16696">
                  <c:v>7.0116163137230165</c:v>
                </c:pt>
                <c:pt idx="16697">
                  <c:v>7.0108867216449333</c:v>
                </c:pt>
                <c:pt idx="16698">
                  <c:v>7.011078383449755</c:v>
                </c:pt>
                <c:pt idx="16699">
                  <c:v>7.0131594632523377</c:v>
                </c:pt>
                <c:pt idx="16700">
                  <c:v>7.0151669846575944</c:v>
                </c:pt>
                <c:pt idx="16701">
                  <c:v>7.0159389142055222</c:v>
                </c:pt>
                <c:pt idx="16702">
                  <c:v>7.015412100474621</c:v>
                </c:pt>
                <c:pt idx="16703">
                  <c:v>7.0133948028193442</c:v>
                </c:pt>
                <c:pt idx="16704">
                  <c:v>7.013813525914947</c:v>
                </c:pt>
                <c:pt idx="16705">
                  <c:v>7.0149575836894309</c:v>
                </c:pt>
                <c:pt idx="16706">
                  <c:v>7.0153864772386827</c:v>
                </c:pt>
                <c:pt idx="16707">
                  <c:v>7.0149846260584363</c:v>
                </c:pt>
                <c:pt idx="16708">
                  <c:v>7.0148552484271276</c:v>
                </c:pt>
                <c:pt idx="16709">
                  <c:v>7.0131002538671376</c:v>
                </c:pt>
                <c:pt idx="16710">
                  <c:v>7.0121650451757356</c:v>
                </c:pt>
                <c:pt idx="16711">
                  <c:v>7.0136314826786927</c:v>
                </c:pt>
                <c:pt idx="16712">
                  <c:v>7.0149653100805756</c:v>
                </c:pt>
                <c:pt idx="16713">
                  <c:v>7.0163421056781088</c:v>
                </c:pt>
                <c:pt idx="16714">
                  <c:v>7.0169241867579117</c:v>
                </c:pt>
                <c:pt idx="16715">
                  <c:v>7.0175311815071195</c:v>
                </c:pt>
                <c:pt idx="16716">
                  <c:v>7.0180914237058296</c:v>
                </c:pt>
                <c:pt idx="16717">
                  <c:v>7.0176803481606456</c:v>
                </c:pt>
                <c:pt idx="16718">
                  <c:v>7.0157342436809156</c:v>
                </c:pt>
                <c:pt idx="16719">
                  <c:v>7.0135982118923348</c:v>
                </c:pt>
                <c:pt idx="16720">
                  <c:v>7.0120452072722683</c:v>
                </c:pt>
                <c:pt idx="16721">
                  <c:v>7.0123535533515193</c:v>
                </c:pt>
                <c:pt idx="16722">
                  <c:v>7.0132946750973684</c:v>
                </c:pt>
                <c:pt idx="16723">
                  <c:v>7.0148644727920653</c:v>
                </c:pt>
                <c:pt idx="16724">
                  <c:v>7.0163818414039953</c:v>
                </c:pt>
                <c:pt idx="16725">
                  <c:v>7.015988505022154</c:v>
                </c:pt>
                <c:pt idx="16726">
                  <c:v>7.0162363014238638</c:v>
                </c:pt>
                <c:pt idx="16727">
                  <c:v>7.0175007489868966</c:v>
                </c:pt>
                <c:pt idx="16728">
                  <c:v>7.016017281887132</c:v>
                </c:pt>
                <c:pt idx="16729">
                  <c:v>7.0151236222583133</c:v>
                </c:pt>
                <c:pt idx="16730">
                  <c:v>7.015749538781753</c:v>
                </c:pt>
                <c:pt idx="16731">
                  <c:v>7.0162266828552955</c:v>
                </c:pt>
                <c:pt idx="16732">
                  <c:v>7.0177530393099863</c:v>
                </c:pt>
                <c:pt idx="16733">
                  <c:v>7.0184558255412419</c:v>
                </c:pt>
                <c:pt idx="16734">
                  <c:v>7.0180194421230233</c:v>
                </c:pt>
                <c:pt idx="16735">
                  <c:v>7.0162796638231448</c:v>
                </c:pt>
                <c:pt idx="16736">
                  <c:v>7.0161676311515473</c:v>
                </c:pt>
                <c:pt idx="16737">
                  <c:v>7.0161082640848953</c:v>
                </c:pt>
                <c:pt idx="16738">
                  <c:v>7.0160914710102649</c:v>
                </c:pt>
                <c:pt idx="16739">
                  <c:v>7.0169562749333796</c:v>
                </c:pt>
                <c:pt idx="16740">
                  <c:v>7.0174401204686294</c:v>
                </c:pt>
                <c:pt idx="16741">
                  <c:v>7.0173154732808776</c:v>
                </c:pt>
                <c:pt idx="16742">
                  <c:v>7.0152353395670071</c:v>
                </c:pt>
                <c:pt idx="16743">
                  <c:v>7.0140969583247923</c:v>
                </c:pt>
                <c:pt idx="16744">
                  <c:v>7.0135039183840808</c:v>
                </c:pt>
                <c:pt idx="16745">
                  <c:v>7.0136180009145521</c:v>
                </c:pt>
                <c:pt idx="16746">
                  <c:v>7.015762547501537</c:v>
                </c:pt>
                <c:pt idx="16747">
                  <c:v>7.0165644365253312</c:v>
                </c:pt>
                <c:pt idx="16748">
                  <c:v>7.0157508002333682</c:v>
                </c:pt>
                <c:pt idx="16749">
                  <c:v>7.0153659786499318</c:v>
                </c:pt>
                <c:pt idx="16750">
                  <c:v>7.0147872877213455</c:v>
                </c:pt>
                <c:pt idx="16751">
                  <c:v>7.0143665936075941</c:v>
                </c:pt>
                <c:pt idx="16752">
                  <c:v>7.0144736593134551</c:v>
                </c:pt>
                <c:pt idx="16753">
                  <c:v>7.0162652359702928</c:v>
                </c:pt>
                <c:pt idx="16754">
                  <c:v>7.0181316324760719</c:v>
                </c:pt>
                <c:pt idx="16755">
                  <c:v>7.017563821567669</c:v>
                </c:pt>
                <c:pt idx="16756">
                  <c:v>7.016741355114398</c:v>
                </c:pt>
                <c:pt idx="16757">
                  <c:v>7.017573834339867</c:v>
                </c:pt>
                <c:pt idx="16758">
                  <c:v>7.0193203929421779</c:v>
                </c:pt>
                <c:pt idx="16759">
                  <c:v>7.0195841151705327</c:v>
                </c:pt>
                <c:pt idx="16760">
                  <c:v>7.0167375707595516</c:v>
                </c:pt>
                <c:pt idx="16761">
                  <c:v>7.0169156719595076</c:v>
                </c:pt>
                <c:pt idx="16762">
                  <c:v>7.0190371182137845</c:v>
                </c:pt>
                <c:pt idx="16763">
                  <c:v>7.0198651823585996</c:v>
                </c:pt>
                <c:pt idx="16764">
                  <c:v>7.0175315757107493</c:v>
                </c:pt>
                <c:pt idx="16765">
                  <c:v>7.0163990286822564</c:v>
                </c:pt>
                <c:pt idx="16766">
                  <c:v>7.0173585203172548</c:v>
                </c:pt>
                <c:pt idx="16767">
                  <c:v>7.0188234598464181</c:v>
                </c:pt>
                <c:pt idx="16768">
                  <c:v>7.0182163862564844</c:v>
                </c:pt>
                <c:pt idx="16769">
                  <c:v>7.0163814472003656</c:v>
                </c:pt>
                <c:pt idx="16770">
                  <c:v>7.0173559974140245</c:v>
                </c:pt>
                <c:pt idx="16771">
                  <c:v>7.0199994481149179</c:v>
                </c:pt>
                <c:pt idx="16772">
                  <c:v>7.0211129156877279</c:v>
                </c:pt>
                <c:pt idx="16773">
                  <c:v>7.0196067424588842</c:v>
                </c:pt>
                <c:pt idx="16774">
                  <c:v>7.017769438180987</c:v>
                </c:pt>
                <c:pt idx="16775">
                  <c:v>7.0178151658020465</c:v>
                </c:pt>
                <c:pt idx="16776">
                  <c:v>7.0180524763872025</c:v>
                </c:pt>
                <c:pt idx="16777">
                  <c:v>7.0180662735142469</c:v>
                </c:pt>
                <c:pt idx="16778">
                  <c:v>7.0171760828773708</c:v>
                </c:pt>
                <c:pt idx="16779">
                  <c:v>7.017543559501096</c:v>
                </c:pt>
                <c:pt idx="16780">
                  <c:v>7.020888377300178</c:v>
                </c:pt>
                <c:pt idx="16781">
                  <c:v>7.0233272363171917</c:v>
                </c:pt>
                <c:pt idx="16782">
                  <c:v>7.0223171289361233</c:v>
                </c:pt>
                <c:pt idx="16783">
                  <c:v>7.0210565445686628</c:v>
                </c:pt>
                <c:pt idx="16784">
                  <c:v>7.0207904571185296</c:v>
                </c:pt>
                <c:pt idx="16785">
                  <c:v>7.0183867610652957</c:v>
                </c:pt>
                <c:pt idx="16786">
                  <c:v>7.017818713634715</c:v>
                </c:pt>
                <c:pt idx="16787">
                  <c:v>7.0202842208171052</c:v>
                </c:pt>
                <c:pt idx="16788">
                  <c:v>7.0209164445986216</c:v>
                </c:pt>
                <c:pt idx="16789">
                  <c:v>7.020238256673867</c:v>
                </c:pt>
                <c:pt idx="16790">
                  <c:v>7.0195472965515062</c:v>
                </c:pt>
                <c:pt idx="16791">
                  <c:v>7.0182408268815335</c:v>
                </c:pt>
                <c:pt idx="16792">
                  <c:v>7.0175899966886899</c:v>
                </c:pt>
                <c:pt idx="16793">
                  <c:v>7.0173409388353649</c:v>
                </c:pt>
                <c:pt idx="16794">
                  <c:v>7.0172776297324146</c:v>
                </c:pt>
                <c:pt idx="16795">
                  <c:v>7.0159303205663921</c:v>
                </c:pt>
                <c:pt idx="16796">
                  <c:v>7.0146933095759945</c:v>
                </c:pt>
                <c:pt idx="16797">
                  <c:v>7.013418376196408</c:v>
                </c:pt>
                <c:pt idx="16798">
                  <c:v>7.0140080259859037</c:v>
                </c:pt>
                <c:pt idx="16799">
                  <c:v>7.0158886926630819</c:v>
                </c:pt>
                <c:pt idx="16800">
                  <c:v>7.0163376905974548</c:v>
                </c:pt>
                <c:pt idx="16801">
                  <c:v>7.0151798356959274</c:v>
                </c:pt>
                <c:pt idx="16802">
                  <c:v>7.0140949873066427</c:v>
                </c:pt>
                <c:pt idx="16803">
                  <c:v>7.0160003311310488</c:v>
                </c:pt>
                <c:pt idx="16804">
                  <c:v>7.0179581828789477</c:v>
                </c:pt>
                <c:pt idx="16805">
                  <c:v>7.0191340134659956</c:v>
                </c:pt>
                <c:pt idx="16806">
                  <c:v>7.0185330894526876</c:v>
                </c:pt>
                <c:pt idx="16807">
                  <c:v>7.0179077248143305</c:v>
                </c:pt>
                <c:pt idx="16808">
                  <c:v>7.0185413677289139</c:v>
                </c:pt>
                <c:pt idx="16809">
                  <c:v>7.0192272032040872</c:v>
                </c:pt>
                <c:pt idx="16810">
                  <c:v>7.0185877260757819</c:v>
                </c:pt>
                <c:pt idx="16811">
                  <c:v>7.016910783834498</c:v>
                </c:pt>
                <c:pt idx="16812">
                  <c:v>7.0158864851227554</c:v>
                </c:pt>
                <c:pt idx="16813">
                  <c:v>7.0142544032545455</c:v>
                </c:pt>
                <c:pt idx="16814">
                  <c:v>7.0145385452309243</c:v>
                </c:pt>
                <c:pt idx="16815">
                  <c:v>7.0150155316230149</c:v>
                </c:pt>
                <c:pt idx="16816">
                  <c:v>7.0157773695580188</c:v>
                </c:pt>
                <c:pt idx="16817">
                  <c:v>7.0172084075750165</c:v>
                </c:pt>
                <c:pt idx="16818">
                  <c:v>7.0186554502593861</c:v>
                </c:pt>
                <c:pt idx="16819">
                  <c:v>7.0179116668506287</c:v>
                </c:pt>
                <c:pt idx="16820">
                  <c:v>7.0158005487314528</c:v>
                </c:pt>
                <c:pt idx="16821">
                  <c:v>7.0145991737491915</c:v>
                </c:pt>
                <c:pt idx="16822">
                  <c:v>7.0145305034768759</c:v>
                </c:pt>
                <c:pt idx="16823">
                  <c:v>7.01488646935461</c:v>
                </c:pt>
                <c:pt idx="16824">
                  <c:v>7.0147324934167994</c:v>
                </c:pt>
                <c:pt idx="16825">
                  <c:v>7.0155834213721437</c:v>
                </c:pt>
                <c:pt idx="16826">
                  <c:v>7.0168388810924167</c:v>
                </c:pt>
                <c:pt idx="16827">
                  <c:v>7.0177399517494754</c:v>
                </c:pt>
                <c:pt idx="16828">
                  <c:v>7.0170769012441063</c:v>
                </c:pt>
                <c:pt idx="16829">
                  <c:v>7.0156110156262317</c:v>
                </c:pt>
                <c:pt idx="16830">
                  <c:v>7.0166939718380927</c:v>
                </c:pt>
                <c:pt idx="16831">
                  <c:v>7.0166864031284</c:v>
                </c:pt>
                <c:pt idx="16832">
                  <c:v>7.0159324492659927</c:v>
                </c:pt>
                <c:pt idx="16833">
                  <c:v>7.0168171998927766</c:v>
                </c:pt>
                <c:pt idx="16834">
                  <c:v>7.0158927135401061</c:v>
                </c:pt>
                <c:pt idx="16835">
                  <c:v>7.0155695454043743</c:v>
                </c:pt>
                <c:pt idx="16836">
                  <c:v>7.0170421324839563</c:v>
                </c:pt>
                <c:pt idx="16837">
                  <c:v>7.0182569892303572</c:v>
                </c:pt>
                <c:pt idx="16838">
                  <c:v>7.0188762042920887</c:v>
                </c:pt>
                <c:pt idx="16839">
                  <c:v>7.0182996420631039</c:v>
                </c:pt>
                <c:pt idx="16840">
                  <c:v>7.0164000536116937</c:v>
                </c:pt>
                <c:pt idx="16841">
                  <c:v>7.0142155347766444</c:v>
                </c:pt>
                <c:pt idx="16842">
                  <c:v>7.0141743799176899</c:v>
                </c:pt>
                <c:pt idx="16843">
                  <c:v>7.014979264889071</c:v>
                </c:pt>
                <c:pt idx="16844">
                  <c:v>7.0159352086914017</c:v>
                </c:pt>
                <c:pt idx="16845">
                  <c:v>7.0154102871379243</c:v>
                </c:pt>
                <c:pt idx="16846">
                  <c:v>7.0138878727195317</c:v>
                </c:pt>
                <c:pt idx="16847">
                  <c:v>7.0142712751699019</c:v>
                </c:pt>
                <c:pt idx="16848">
                  <c:v>7.0161238745486365</c:v>
                </c:pt>
                <c:pt idx="16849">
                  <c:v>7.0181484255507023</c:v>
                </c:pt>
                <c:pt idx="16850">
                  <c:v>7.0177389268200381</c:v>
                </c:pt>
                <c:pt idx="16851">
                  <c:v>7.0166600703259272</c:v>
                </c:pt>
                <c:pt idx="16852">
                  <c:v>7.0154945678739811</c:v>
                </c:pt>
                <c:pt idx="16853">
                  <c:v>7.013379192355603</c:v>
                </c:pt>
                <c:pt idx="16854">
                  <c:v>7.0124315268294994</c:v>
                </c:pt>
                <c:pt idx="16855">
                  <c:v>7.0127800028382659</c:v>
                </c:pt>
                <c:pt idx="16856">
                  <c:v>7.0116795439852408</c:v>
                </c:pt>
                <c:pt idx="16857">
                  <c:v>7.0119515444898219</c:v>
                </c:pt>
                <c:pt idx="16858">
                  <c:v>7.012844888755736</c:v>
                </c:pt>
                <c:pt idx="16859">
                  <c:v>7.0126309150254658</c:v>
                </c:pt>
                <c:pt idx="16860">
                  <c:v>7.0121041012945646</c:v>
                </c:pt>
                <c:pt idx="16861">
                  <c:v>7.013885901701383</c:v>
                </c:pt>
                <c:pt idx="16862">
                  <c:v>7.0150285403427999</c:v>
                </c:pt>
                <c:pt idx="16863">
                  <c:v>7.0147626105741185</c:v>
                </c:pt>
                <c:pt idx="16864">
                  <c:v>7.014646241662593</c:v>
                </c:pt>
                <c:pt idx="16865">
                  <c:v>7.0167879499834438</c:v>
                </c:pt>
                <c:pt idx="16866">
                  <c:v>7.017581245368107</c:v>
                </c:pt>
                <c:pt idx="16867">
                  <c:v>7.0160092401330836</c:v>
                </c:pt>
                <c:pt idx="16868">
                  <c:v>7.0150260962802946</c:v>
                </c:pt>
                <c:pt idx="16869">
                  <c:v>7.0146669767735217</c:v>
                </c:pt>
                <c:pt idx="16870">
                  <c:v>7.0147900471467537</c:v>
                </c:pt>
                <c:pt idx="16871">
                  <c:v>7.0145149718538606</c:v>
                </c:pt>
                <c:pt idx="16872">
                  <c:v>7.0138334726186162</c:v>
                </c:pt>
                <c:pt idx="16873">
                  <c:v>7.0151730553934941</c:v>
                </c:pt>
                <c:pt idx="16874">
                  <c:v>7.0168533089452687</c:v>
                </c:pt>
                <c:pt idx="16875">
                  <c:v>7.0183159620933786</c:v>
                </c:pt>
                <c:pt idx="16876">
                  <c:v>7.0189594600987082</c:v>
                </c:pt>
                <c:pt idx="16877">
                  <c:v>7.017474179662246</c:v>
                </c:pt>
                <c:pt idx="16878">
                  <c:v>7.0153033002727891</c:v>
                </c:pt>
                <c:pt idx="16879">
                  <c:v>7.0132212743814941</c:v>
                </c:pt>
                <c:pt idx="16880">
                  <c:v>7.013287973635661</c:v>
                </c:pt>
                <c:pt idx="16881">
                  <c:v>7.0157278575821129</c:v>
                </c:pt>
                <c:pt idx="16882">
                  <c:v>7.0160241410302904</c:v>
                </c:pt>
                <c:pt idx="16883">
                  <c:v>7.0154625585392392</c:v>
                </c:pt>
                <c:pt idx="16884">
                  <c:v>7.0142366640912028</c:v>
                </c:pt>
                <c:pt idx="16885">
                  <c:v>7.013305239754648</c:v>
                </c:pt>
                <c:pt idx="16886">
                  <c:v>7.0138293729008661</c:v>
                </c:pt>
                <c:pt idx="16887">
                  <c:v>7.0143415222567373</c:v>
                </c:pt>
                <c:pt idx="16888">
                  <c:v>7.014428956621833</c:v>
                </c:pt>
                <c:pt idx="16889">
                  <c:v>7.0134587426481021</c:v>
                </c:pt>
                <c:pt idx="16890">
                  <c:v>7.0129213642599222</c:v>
                </c:pt>
                <c:pt idx="16891">
                  <c:v>7.0134679670130406</c:v>
                </c:pt>
                <c:pt idx="16892">
                  <c:v>7.0140893107743736</c:v>
                </c:pt>
                <c:pt idx="16893">
                  <c:v>7.0132534413976888</c:v>
                </c:pt>
                <c:pt idx="16894">
                  <c:v>7.0125475803781203</c:v>
                </c:pt>
                <c:pt idx="16895">
                  <c:v>7.0113939828757941</c:v>
                </c:pt>
                <c:pt idx="16896">
                  <c:v>7.0124602248537506</c:v>
                </c:pt>
                <c:pt idx="16897">
                  <c:v>7.0160499219476815</c:v>
                </c:pt>
                <c:pt idx="16898">
                  <c:v>7.0165925826645008</c:v>
                </c:pt>
                <c:pt idx="16899">
                  <c:v>7.016964316687428</c:v>
                </c:pt>
                <c:pt idx="16900">
                  <c:v>7.0159428562418205</c:v>
                </c:pt>
                <c:pt idx="16901">
                  <c:v>7.0148019520963745</c:v>
                </c:pt>
                <c:pt idx="16902">
                  <c:v>7.015992841262082</c:v>
                </c:pt>
                <c:pt idx="16903">
                  <c:v>7.0164091202951795</c:v>
                </c:pt>
                <c:pt idx="16904">
                  <c:v>7.0169204024030654</c:v>
                </c:pt>
                <c:pt idx="16905">
                  <c:v>7.0181671896434823</c:v>
                </c:pt>
                <c:pt idx="16906">
                  <c:v>7.0188198331730236</c:v>
                </c:pt>
                <c:pt idx="16907">
                  <c:v>7.0186207603399611</c:v>
                </c:pt>
                <c:pt idx="16908">
                  <c:v>7.018862643687223</c:v>
                </c:pt>
                <c:pt idx="16909">
                  <c:v>7.0195086645957838</c:v>
                </c:pt>
                <c:pt idx="16910">
                  <c:v>7.0198749586086189</c:v>
                </c:pt>
                <c:pt idx="16911">
                  <c:v>7.0197760134975322</c:v>
                </c:pt>
                <c:pt idx="16912">
                  <c:v>7.0178579763162459</c:v>
                </c:pt>
                <c:pt idx="16913">
                  <c:v>7.0169777984515678</c:v>
                </c:pt>
                <c:pt idx="16914">
                  <c:v>7.0165815449628663</c:v>
                </c:pt>
                <c:pt idx="16915">
                  <c:v>7.0144559201501124</c:v>
                </c:pt>
                <c:pt idx="16916">
                  <c:v>7.0135261514688025</c:v>
                </c:pt>
                <c:pt idx="16917">
                  <c:v>7.0135336413377694</c:v>
                </c:pt>
                <c:pt idx="16918">
                  <c:v>7.0154991406360869</c:v>
                </c:pt>
                <c:pt idx="16919">
                  <c:v>7.0170417382803265</c:v>
                </c:pt>
                <c:pt idx="16920">
                  <c:v>7.0169000614957664</c:v>
                </c:pt>
                <c:pt idx="16921">
                  <c:v>7.0164969488639048</c:v>
                </c:pt>
                <c:pt idx="16922">
                  <c:v>7.0172615462243177</c:v>
                </c:pt>
                <c:pt idx="16923">
                  <c:v>7.016852914741639</c:v>
                </c:pt>
                <c:pt idx="16924">
                  <c:v>7.0149770573487444</c:v>
                </c:pt>
                <c:pt idx="16925">
                  <c:v>7.0151218089216165</c:v>
                </c:pt>
                <c:pt idx="16926">
                  <c:v>7.015945063782147</c:v>
                </c:pt>
                <c:pt idx="16927">
                  <c:v>7.0155108879042558</c:v>
                </c:pt>
                <c:pt idx="16928">
                  <c:v>7.0148185874895539</c:v>
                </c:pt>
                <c:pt idx="16929">
                  <c:v>7.0143996278717733</c:v>
                </c:pt>
                <c:pt idx="16930">
                  <c:v>7.0143534272063581</c:v>
                </c:pt>
                <c:pt idx="16931">
                  <c:v>7.014442044182343</c:v>
                </c:pt>
                <c:pt idx="16932">
                  <c:v>7.0150065437802551</c:v>
                </c:pt>
                <c:pt idx="16933">
                  <c:v>7.0158804143868556</c:v>
                </c:pt>
                <c:pt idx="16934">
                  <c:v>7.0153871079644903</c:v>
                </c:pt>
                <c:pt idx="16935">
                  <c:v>7.0141125687885335</c:v>
                </c:pt>
                <c:pt idx="16936">
                  <c:v>7.0141549850991032</c:v>
                </c:pt>
                <c:pt idx="16937">
                  <c:v>7.016172203913654</c:v>
                </c:pt>
                <c:pt idx="16938">
                  <c:v>7.0172833851054097</c:v>
                </c:pt>
                <c:pt idx="16939">
                  <c:v>7.0169510714454661</c:v>
                </c:pt>
                <c:pt idx="16940">
                  <c:v>7.0143183430833034</c:v>
                </c:pt>
                <c:pt idx="16941">
                  <c:v>7.011871836515871</c:v>
                </c:pt>
                <c:pt idx="16942">
                  <c:v>7.0132888408836465</c:v>
                </c:pt>
                <c:pt idx="16943">
                  <c:v>7.0156025796685535</c:v>
                </c:pt>
                <c:pt idx="16944">
                  <c:v>7.0153099228937696</c:v>
                </c:pt>
                <c:pt idx="16945">
                  <c:v>7.0145068512590862</c:v>
                </c:pt>
                <c:pt idx="16946">
                  <c:v>7.0154373295069297</c:v>
                </c:pt>
                <c:pt idx="16947">
                  <c:v>7.0168939119191407</c:v>
                </c:pt>
                <c:pt idx="16948">
                  <c:v>7.0172725839259531</c:v>
                </c:pt>
                <c:pt idx="16949">
                  <c:v>7.0189657673567858</c:v>
                </c:pt>
                <c:pt idx="16950">
                  <c:v>7.0211800879862505</c:v>
                </c:pt>
                <c:pt idx="16951">
                  <c:v>7.0204305492044972</c:v>
                </c:pt>
                <c:pt idx="16952">
                  <c:v>7.0184976899667291</c:v>
                </c:pt>
                <c:pt idx="16953">
                  <c:v>7.0163444708998881</c:v>
                </c:pt>
                <c:pt idx="16954">
                  <c:v>7.0143035210268216</c:v>
                </c:pt>
                <c:pt idx="16955">
                  <c:v>7.0146560967533391</c:v>
                </c:pt>
                <c:pt idx="16956">
                  <c:v>7.0156431038016995</c:v>
                </c:pt>
                <c:pt idx="16957">
                  <c:v>7.0156548510698684</c:v>
                </c:pt>
                <c:pt idx="16958">
                  <c:v>7.0161219823712138</c:v>
                </c:pt>
                <c:pt idx="16959">
                  <c:v>7.0149956637600717</c:v>
                </c:pt>
                <c:pt idx="16960">
                  <c:v>7.0142086756334852</c:v>
                </c:pt>
                <c:pt idx="16961">
                  <c:v>7.0147959602012016</c:v>
                </c:pt>
                <c:pt idx="16962">
                  <c:v>7.0149713808164744</c:v>
                </c:pt>
                <c:pt idx="16963">
                  <c:v>7.0154877087308218</c:v>
                </c:pt>
                <c:pt idx="16964">
                  <c:v>7.0148982954635049</c:v>
                </c:pt>
                <c:pt idx="16965">
                  <c:v>7.0148863116731581</c:v>
                </c:pt>
                <c:pt idx="16966">
                  <c:v>7.0156286759488484</c:v>
                </c:pt>
                <c:pt idx="16967">
                  <c:v>7.0158025985903274</c:v>
                </c:pt>
                <c:pt idx="16968">
                  <c:v>7.0146527066021225</c:v>
                </c:pt>
                <c:pt idx="16969">
                  <c:v>7.0138092685157449</c:v>
                </c:pt>
                <c:pt idx="16970">
                  <c:v>7.0125978019205597</c:v>
                </c:pt>
                <c:pt idx="16971">
                  <c:v>7.0125999306201612</c:v>
                </c:pt>
                <c:pt idx="16972">
                  <c:v>7.0140324666109528</c:v>
                </c:pt>
                <c:pt idx="16973">
                  <c:v>7.0169011652659297</c:v>
                </c:pt>
                <c:pt idx="16974">
                  <c:v>7.0193740046358348</c:v>
                </c:pt>
                <c:pt idx="16975">
                  <c:v>7.0203339693151898</c:v>
                </c:pt>
                <c:pt idx="16976">
                  <c:v>7.020128116179694</c:v>
                </c:pt>
                <c:pt idx="16977">
                  <c:v>7.0197780633564077</c:v>
                </c:pt>
                <c:pt idx="16978">
                  <c:v>7.0183084722244127</c:v>
                </c:pt>
                <c:pt idx="16979">
                  <c:v>7.0158247528343241</c:v>
                </c:pt>
                <c:pt idx="16980">
                  <c:v>7.0130222803891575</c:v>
                </c:pt>
                <c:pt idx="16981">
                  <c:v>7.0137385483845538</c:v>
                </c:pt>
                <c:pt idx="16982">
                  <c:v>7.0152042763209765</c:v>
                </c:pt>
                <c:pt idx="16983">
                  <c:v>7.014499992115927</c:v>
                </c:pt>
                <c:pt idx="16984">
                  <c:v>7.0145832479225465</c:v>
                </c:pt>
                <c:pt idx="16985">
                  <c:v>7.0143785773979408</c:v>
                </c:pt>
                <c:pt idx="16986">
                  <c:v>7.0140860783046088</c:v>
                </c:pt>
                <c:pt idx="16987">
                  <c:v>7.0133920433939352</c:v>
                </c:pt>
                <c:pt idx="16988">
                  <c:v>7.011175436383418</c:v>
                </c:pt>
                <c:pt idx="16989">
                  <c:v>7.0096729686686956</c:v>
                </c:pt>
                <c:pt idx="16990">
                  <c:v>7.0115175262933818</c:v>
                </c:pt>
                <c:pt idx="16991">
                  <c:v>7.0149291221873575</c:v>
                </c:pt>
                <c:pt idx="16992">
                  <c:v>7.0168024566770208</c:v>
                </c:pt>
                <c:pt idx="16993">
                  <c:v>7.0178250997335185</c:v>
                </c:pt>
                <c:pt idx="16994">
                  <c:v>7.0176537788359958</c:v>
                </c:pt>
                <c:pt idx="16995">
                  <c:v>7.0170340907299078</c:v>
                </c:pt>
                <c:pt idx="16996">
                  <c:v>7.0153508412305463</c:v>
                </c:pt>
                <c:pt idx="16997">
                  <c:v>7.0167113167978048</c:v>
                </c:pt>
                <c:pt idx="16998">
                  <c:v>7.0211427963228683</c:v>
                </c:pt>
                <c:pt idx="16999">
                  <c:v>7.0220392153770952</c:v>
                </c:pt>
                <c:pt idx="17000">
                  <c:v>7.02030621737965</c:v>
                </c:pt>
                <c:pt idx="17001">
                  <c:v>7.0197267380438042</c:v>
                </c:pt>
                <c:pt idx="17002">
                  <c:v>7.0179991012157243</c:v>
                </c:pt>
                <c:pt idx="17003">
                  <c:v>7.0176563017392262</c:v>
                </c:pt>
                <c:pt idx="17004">
                  <c:v>7.0189391191914092</c:v>
                </c:pt>
                <c:pt idx="17005">
                  <c:v>7.0182126807423639</c:v>
                </c:pt>
                <c:pt idx="17006">
                  <c:v>7.0179494315583657</c:v>
                </c:pt>
                <c:pt idx="17007">
                  <c:v>7.0191911729923211</c:v>
                </c:pt>
                <c:pt idx="17008">
                  <c:v>7.0184559832226938</c:v>
                </c:pt>
                <c:pt idx="17009">
                  <c:v>7.0173594664059671</c:v>
                </c:pt>
                <c:pt idx="17010">
                  <c:v>7.0168952522114827</c:v>
                </c:pt>
                <c:pt idx="17011">
                  <c:v>7.0188667434049732</c:v>
                </c:pt>
                <c:pt idx="17012">
                  <c:v>7.0202798845771772</c:v>
                </c:pt>
                <c:pt idx="17013">
                  <c:v>7.0195308188397796</c:v>
                </c:pt>
                <c:pt idx="17014">
                  <c:v>7.0173075103675551</c:v>
                </c:pt>
                <c:pt idx="17015">
                  <c:v>7.0164498021097774</c:v>
                </c:pt>
                <c:pt idx="17016">
                  <c:v>7.0176854728078339</c:v>
                </c:pt>
                <c:pt idx="17017">
                  <c:v>7.0164595783597976</c:v>
                </c:pt>
                <c:pt idx="17018">
                  <c:v>7.0157108279853038</c:v>
                </c:pt>
                <c:pt idx="17019">
                  <c:v>7.015071981582806</c:v>
                </c:pt>
                <c:pt idx="17020">
                  <c:v>7.0137598353805641</c:v>
                </c:pt>
                <c:pt idx="17021">
                  <c:v>7.0132845834844444</c:v>
                </c:pt>
                <c:pt idx="17022">
                  <c:v>7.0123284820006626</c:v>
                </c:pt>
                <c:pt idx="17023">
                  <c:v>7.0116625932291585</c:v>
                </c:pt>
                <c:pt idx="17024">
                  <c:v>7.0114022611520204</c:v>
                </c:pt>
                <c:pt idx="17025">
                  <c:v>7.011048029770258</c:v>
                </c:pt>
                <c:pt idx="17026">
                  <c:v>7.0114175562528578</c:v>
                </c:pt>
                <c:pt idx="17027">
                  <c:v>7.0116175751746326</c:v>
                </c:pt>
                <c:pt idx="17028">
                  <c:v>7.011575001182611</c:v>
                </c:pt>
                <c:pt idx="17029">
                  <c:v>7.012708888503445</c:v>
                </c:pt>
                <c:pt idx="17030">
                  <c:v>7.0142641795045648</c:v>
                </c:pt>
                <c:pt idx="17031">
                  <c:v>7.0156363234992671</c:v>
                </c:pt>
                <c:pt idx="17032">
                  <c:v>7.0170957441776123</c:v>
                </c:pt>
                <c:pt idx="17033">
                  <c:v>7.017808543181066</c:v>
                </c:pt>
                <c:pt idx="17034">
                  <c:v>7.017351030448288</c:v>
                </c:pt>
                <c:pt idx="17035">
                  <c:v>7.0165049906179533</c:v>
                </c:pt>
                <c:pt idx="17036">
                  <c:v>7.0164208675633484</c:v>
                </c:pt>
                <c:pt idx="17037">
                  <c:v>7.0174171778173733</c:v>
                </c:pt>
                <c:pt idx="17038">
                  <c:v>7.0172122707705888</c:v>
                </c:pt>
                <c:pt idx="17039">
                  <c:v>7.016411248994781</c:v>
                </c:pt>
                <c:pt idx="17040">
                  <c:v>7.0171751367886595</c:v>
                </c:pt>
                <c:pt idx="17041">
                  <c:v>7.0186607325880255</c:v>
                </c:pt>
                <c:pt idx="17042">
                  <c:v>7.0195908166322392</c:v>
                </c:pt>
                <c:pt idx="17043">
                  <c:v>7.0174848231602516</c:v>
                </c:pt>
                <c:pt idx="17044">
                  <c:v>7.0153323925006701</c:v>
                </c:pt>
                <c:pt idx="17045">
                  <c:v>7.014553524968858</c:v>
                </c:pt>
                <c:pt idx="17046">
                  <c:v>7.0140927797663162</c:v>
                </c:pt>
                <c:pt idx="17047">
                  <c:v>7.0132498935650203</c:v>
                </c:pt>
                <c:pt idx="17048">
                  <c:v>7.0128302243807061</c:v>
                </c:pt>
                <c:pt idx="17049">
                  <c:v>7.0128177675460037</c:v>
                </c:pt>
                <c:pt idx="17050">
                  <c:v>7.0145243539002511</c:v>
                </c:pt>
                <c:pt idx="17051">
                  <c:v>7.0155361169365644</c:v>
                </c:pt>
                <c:pt idx="17052">
                  <c:v>7.014578123275359</c:v>
                </c:pt>
                <c:pt idx="17053">
                  <c:v>7.0130880335546131</c:v>
                </c:pt>
                <c:pt idx="17054">
                  <c:v>7.0146122613097024</c:v>
                </c:pt>
                <c:pt idx="17055">
                  <c:v>7.016774704741481</c:v>
                </c:pt>
                <c:pt idx="17056">
                  <c:v>7.0164806288336301</c:v>
                </c:pt>
                <c:pt idx="17057">
                  <c:v>7.0145610936785507</c:v>
                </c:pt>
                <c:pt idx="17058">
                  <c:v>7.0131137356312774</c:v>
                </c:pt>
                <c:pt idx="17059">
                  <c:v>7.0130330027278891</c:v>
                </c:pt>
                <c:pt idx="17060">
                  <c:v>7.0122028887241994</c:v>
                </c:pt>
                <c:pt idx="17061">
                  <c:v>7.0115452782289216</c:v>
                </c:pt>
                <c:pt idx="17062">
                  <c:v>7.0114355319383783</c:v>
                </c:pt>
                <c:pt idx="17063">
                  <c:v>7.0116274302653778</c:v>
                </c:pt>
                <c:pt idx="17064">
                  <c:v>7.0127906463362715</c:v>
                </c:pt>
                <c:pt idx="17065">
                  <c:v>7.0156035257572649</c:v>
                </c:pt>
                <c:pt idx="17066">
                  <c:v>7.0172316655891764</c:v>
                </c:pt>
                <c:pt idx="17067">
                  <c:v>7.0169211908103248</c:v>
                </c:pt>
                <c:pt idx="17068">
                  <c:v>7.0166171809710027</c:v>
                </c:pt>
                <c:pt idx="17069">
                  <c:v>7.0147911509169179</c:v>
                </c:pt>
                <c:pt idx="17070">
                  <c:v>7.013312650782888</c:v>
                </c:pt>
                <c:pt idx="17071">
                  <c:v>7.0130661158327943</c:v>
                </c:pt>
                <c:pt idx="17072">
                  <c:v>7.0135893817310269</c:v>
                </c:pt>
                <c:pt idx="17073">
                  <c:v>7.0163644964442833</c:v>
                </c:pt>
                <c:pt idx="17074">
                  <c:v>7.0203237988615399</c:v>
                </c:pt>
                <c:pt idx="17075">
                  <c:v>7.0212145413834968</c:v>
                </c:pt>
                <c:pt idx="17076">
                  <c:v>7.0201515318753058</c:v>
                </c:pt>
                <c:pt idx="17077">
                  <c:v>7.0179311405099414</c:v>
                </c:pt>
                <c:pt idx="17078">
                  <c:v>7.0174371245210425</c:v>
                </c:pt>
                <c:pt idx="17079">
                  <c:v>7.0186235197653701</c:v>
                </c:pt>
                <c:pt idx="17080">
                  <c:v>7.0188042227092824</c:v>
                </c:pt>
                <c:pt idx="17081">
                  <c:v>7.0176328072028884</c:v>
                </c:pt>
                <c:pt idx="17082">
                  <c:v>7.016220060234315</c:v>
                </c:pt>
                <c:pt idx="17083">
                  <c:v>7.0161653447704948</c:v>
                </c:pt>
                <c:pt idx="17084">
                  <c:v>7.0163751399422889</c:v>
                </c:pt>
                <c:pt idx="17085">
                  <c:v>7.0158959460098709</c:v>
                </c:pt>
                <c:pt idx="17086">
                  <c:v>7.015606127501222</c:v>
                </c:pt>
                <c:pt idx="17087">
                  <c:v>7.0150711143348206</c:v>
                </c:pt>
                <c:pt idx="17088">
                  <c:v>7.0144183131238274</c:v>
                </c:pt>
                <c:pt idx="17089">
                  <c:v>7.0126993487756035</c:v>
                </c:pt>
                <c:pt idx="17090">
                  <c:v>7.0123312414260708</c:v>
                </c:pt>
                <c:pt idx="17091">
                  <c:v>7.0150902726312303</c:v>
                </c:pt>
                <c:pt idx="17092">
                  <c:v>7.0175095791482045</c:v>
                </c:pt>
                <c:pt idx="17093">
                  <c:v>7.0158612560904459</c:v>
                </c:pt>
                <c:pt idx="17094">
                  <c:v>7.0143285923776784</c:v>
                </c:pt>
                <c:pt idx="17095">
                  <c:v>7.0146221952411736</c:v>
                </c:pt>
                <c:pt idx="17096">
                  <c:v>7.0144966019647113</c:v>
                </c:pt>
                <c:pt idx="17097">
                  <c:v>7.014838691874675</c:v>
                </c:pt>
                <c:pt idx="17098">
                  <c:v>7.0164629685110143</c:v>
                </c:pt>
                <c:pt idx="17099">
                  <c:v>7.0188311862375627</c:v>
                </c:pt>
                <c:pt idx="17100">
                  <c:v>7.0180679291694918</c:v>
                </c:pt>
                <c:pt idx="17101">
                  <c:v>7.0160127091250253</c:v>
                </c:pt>
                <c:pt idx="17102">
                  <c:v>7.0145858496665037</c:v>
                </c:pt>
                <c:pt idx="17103">
                  <c:v>7.0137356312776928</c:v>
                </c:pt>
                <c:pt idx="17104">
                  <c:v>7.0139364386067271</c:v>
                </c:pt>
                <c:pt idx="17105">
                  <c:v>7.0133821883031899</c:v>
                </c:pt>
                <c:pt idx="17106">
                  <c:v>7.0134566139485015</c:v>
                </c:pt>
                <c:pt idx="17107">
                  <c:v>7.0139827181128682</c:v>
                </c:pt>
                <c:pt idx="17108">
                  <c:v>7.013361847395891</c:v>
                </c:pt>
                <c:pt idx="17109">
                  <c:v>7.0133551459341836</c:v>
                </c:pt>
                <c:pt idx="17110">
                  <c:v>7.0125416673236725</c:v>
                </c:pt>
                <c:pt idx="17111">
                  <c:v>7.0136047556725902</c:v>
                </c:pt>
                <c:pt idx="17112">
                  <c:v>7.0152973083776153</c:v>
                </c:pt>
                <c:pt idx="17113">
                  <c:v>7.0157513521184507</c:v>
                </c:pt>
                <c:pt idx="17114">
                  <c:v>7.0145333417430109</c:v>
                </c:pt>
                <c:pt idx="17115">
                  <c:v>7.0117896056386888</c:v>
                </c:pt>
                <c:pt idx="17116">
                  <c:v>7.0113278355067097</c:v>
                </c:pt>
                <c:pt idx="17117">
                  <c:v>7.0119642378467022</c:v>
                </c:pt>
                <c:pt idx="17118">
                  <c:v>7.0127286775256623</c:v>
                </c:pt>
                <c:pt idx="17119">
                  <c:v>7.0152000189217745</c:v>
                </c:pt>
                <c:pt idx="17120">
                  <c:v>7.017303252968353</c:v>
                </c:pt>
                <c:pt idx="17121">
                  <c:v>7.0184841293618634</c:v>
                </c:pt>
                <c:pt idx="17122">
                  <c:v>7.0195655087592046</c:v>
                </c:pt>
                <c:pt idx="17123">
                  <c:v>7.0193962377205565</c:v>
                </c:pt>
                <c:pt idx="17124">
                  <c:v>7.0205745123701098</c:v>
                </c:pt>
                <c:pt idx="17125">
                  <c:v>7.0213843643072265</c:v>
                </c:pt>
                <c:pt idx="17126">
                  <c:v>7.0200552673489014</c:v>
                </c:pt>
                <c:pt idx="17127">
                  <c:v>7.0175049275453727</c:v>
                </c:pt>
                <c:pt idx="17128">
                  <c:v>7.015510651382078</c:v>
                </c:pt>
                <c:pt idx="17129">
                  <c:v>7.0159557072801526</c:v>
                </c:pt>
                <c:pt idx="17130">
                  <c:v>7.0159277188224349</c:v>
                </c:pt>
                <c:pt idx="17131">
                  <c:v>7.0148158280641448</c:v>
                </c:pt>
                <c:pt idx="17132">
                  <c:v>7.0155291789526801</c:v>
                </c:pt>
                <c:pt idx="17133">
                  <c:v>7.0175037449344835</c:v>
                </c:pt>
                <c:pt idx="17134">
                  <c:v>7.0172904807707468</c:v>
                </c:pt>
                <c:pt idx="17135">
                  <c:v>7.0158648827638403</c:v>
                </c:pt>
                <c:pt idx="17136">
                  <c:v>7.0146430880335542</c:v>
                </c:pt>
                <c:pt idx="17137">
                  <c:v>7.0144736593134551</c:v>
                </c:pt>
                <c:pt idx="17138">
                  <c:v>7.0140112584556675</c:v>
                </c:pt>
                <c:pt idx="17139">
                  <c:v>7.0120407921916144</c:v>
                </c:pt>
                <c:pt idx="17140">
                  <c:v>7.0111282107885646</c:v>
                </c:pt>
                <c:pt idx="17141">
                  <c:v>7.0102675854239269</c:v>
                </c:pt>
                <c:pt idx="17142">
                  <c:v>7.011973225689462</c:v>
                </c:pt>
                <c:pt idx="17143">
                  <c:v>7.0145051167631154</c:v>
                </c:pt>
                <c:pt idx="17144">
                  <c:v>7.0153187530550785</c:v>
                </c:pt>
                <c:pt idx="17145">
                  <c:v>7.0138327630520818</c:v>
                </c:pt>
                <c:pt idx="17146">
                  <c:v>7.0137400463583468</c:v>
                </c:pt>
                <c:pt idx="17147">
                  <c:v>7.0162532521799461</c:v>
                </c:pt>
                <c:pt idx="17148">
                  <c:v>7.0185434175877894</c:v>
                </c:pt>
                <c:pt idx="17149">
                  <c:v>7.0186772102997521</c:v>
                </c:pt>
                <c:pt idx="17150">
                  <c:v>7.0189174379917691</c:v>
                </c:pt>
                <c:pt idx="17151">
                  <c:v>7.019179741087056</c:v>
                </c:pt>
                <c:pt idx="17152">
                  <c:v>7.0177290717292928</c:v>
                </c:pt>
                <c:pt idx="17153">
                  <c:v>7.0168207477254452</c:v>
                </c:pt>
                <c:pt idx="17154">
                  <c:v>7.0161790630568124</c:v>
                </c:pt>
                <c:pt idx="17155">
                  <c:v>7.0158827796086349</c:v>
                </c:pt>
                <c:pt idx="17156">
                  <c:v>7.0172844888755739</c:v>
                </c:pt>
                <c:pt idx="17157">
                  <c:v>7.0189169649474135</c:v>
                </c:pt>
                <c:pt idx="17158">
                  <c:v>7.0165131900534536</c:v>
                </c:pt>
                <c:pt idx="17159">
                  <c:v>7.0149858086693264</c:v>
                </c:pt>
                <c:pt idx="17160">
                  <c:v>7.015746621674892</c:v>
                </c:pt>
                <c:pt idx="17161">
                  <c:v>7.0153483183273151</c:v>
                </c:pt>
                <c:pt idx="17162">
                  <c:v>7.0160032482379098</c:v>
                </c:pt>
                <c:pt idx="17163">
                  <c:v>7.0168766458001546</c:v>
                </c:pt>
                <c:pt idx="17164">
                  <c:v>7.0176213752976233</c:v>
                </c:pt>
                <c:pt idx="17165">
                  <c:v>7.0176485753480815</c:v>
                </c:pt>
                <c:pt idx="17166">
                  <c:v>7.0158037023604916</c:v>
                </c:pt>
                <c:pt idx="17167">
                  <c:v>7.016269335688043</c:v>
                </c:pt>
                <c:pt idx="17168">
                  <c:v>7.0163464419180368</c:v>
                </c:pt>
                <c:pt idx="17169">
                  <c:v>7.016690739368328</c:v>
                </c:pt>
                <c:pt idx="17170">
                  <c:v>7.0168190920701994</c:v>
                </c:pt>
                <c:pt idx="17171">
                  <c:v>7.0148751162900709</c:v>
                </c:pt>
                <c:pt idx="17172">
                  <c:v>7.0137442249168229</c:v>
                </c:pt>
                <c:pt idx="17173">
                  <c:v>7.0136106687270372</c:v>
                </c:pt>
                <c:pt idx="17174">
                  <c:v>7.015645311342027</c:v>
                </c:pt>
                <c:pt idx="17175">
                  <c:v>7.0174713413961118</c:v>
                </c:pt>
                <c:pt idx="17176">
                  <c:v>7.016994749207651</c:v>
                </c:pt>
                <c:pt idx="17177">
                  <c:v>7.0152920260489759</c:v>
                </c:pt>
                <c:pt idx="17178">
                  <c:v>7.0142629968936756</c:v>
                </c:pt>
                <c:pt idx="17179">
                  <c:v>7.0132249798956146</c:v>
                </c:pt>
                <c:pt idx="17180">
                  <c:v>7.0121005534618961</c:v>
                </c:pt>
                <c:pt idx="17181">
                  <c:v>7.012018164903262</c:v>
                </c:pt>
                <c:pt idx="17182">
                  <c:v>7.0132931771235754</c:v>
                </c:pt>
                <c:pt idx="17183">
                  <c:v>7.0135184250776579</c:v>
                </c:pt>
                <c:pt idx="17184">
                  <c:v>7.0136660937573909</c:v>
                </c:pt>
                <c:pt idx="17185">
                  <c:v>7.0145301092732462</c:v>
                </c:pt>
                <c:pt idx="17186">
                  <c:v>7.0174547060029333</c:v>
                </c:pt>
                <c:pt idx="17187">
                  <c:v>7.0194502436178432</c:v>
                </c:pt>
                <c:pt idx="17188">
                  <c:v>7.0186244658540815</c:v>
                </c:pt>
                <c:pt idx="17189">
                  <c:v>7.0184342231823269</c:v>
                </c:pt>
                <c:pt idx="17190">
                  <c:v>7.0161076333590877</c:v>
                </c:pt>
                <c:pt idx="17191">
                  <c:v>7.0143295384663906</c:v>
                </c:pt>
                <c:pt idx="17192">
                  <c:v>7.0132637695327897</c:v>
                </c:pt>
                <c:pt idx="17193">
                  <c:v>7.0124629842791588</c:v>
                </c:pt>
                <c:pt idx="17194">
                  <c:v>7.0130227534335132</c:v>
                </c:pt>
                <c:pt idx="17195">
                  <c:v>7.0136551348964824</c:v>
                </c:pt>
                <c:pt idx="17196">
                  <c:v>7.0121570822624131</c:v>
                </c:pt>
                <c:pt idx="17197">
                  <c:v>7.0110384112016906</c:v>
                </c:pt>
                <c:pt idx="17198">
                  <c:v>7.0115362903861618</c:v>
                </c:pt>
                <c:pt idx="17199">
                  <c:v>7.0138335514593422</c:v>
                </c:pt>
                <c:pt idx="17200">
                  <c:v>7.0156889891042118</c:v>
                </c:pt>
                <c:pt idx="17201">
                  <c:v>7.0161999558491939</c:v>
                </c:pt>
                <c:pt idx="17202">
                  <c:v>7.0177608445418569</c:v>
                </c:pt>
                <c:pt idx="17203">
                  <c:v>7.0196627193743204</c:v>
                </c:pt>
                <c:pt idx="17204">
                  <c:v>7.0201458553430358</c:v>
                </c:pt>
                <c:pt idx="17205">
                  <c:v>7.02009634336713</c:v>
                </c:pt>
                <c:pt idx="17206">
                  <c:v>7.0184328828899858</c:v>
                </c:pt>
                <c:pt idx="17207">
                  <c:v>7.0179966571532191</c:v>
                </c:pt>
                <c:pt idx="17208">
                  <c:v>7.0181695548652616</c:v>
                </c:pt>
                <c:pt idx="17209">
                  <c:v>7.0180491650767118</c:v>
                </c:pt>
                <c:pt idx="17210">
                  <c:v>7.0186675917311847</c:v>
                </c:pt>
                <c:pt idx="17211">
                  <c:v>7.0196539680537375</c:v>
                </c:pt>
                <c:pt idx="17212">
                  <c:v>7.0194904523880854</c:v>
                </c:pt>
                <c:pt idx="17213">
                  <c:v>7.017841892808149</c:v>
                </c:pt>
                <c:pt idx="17214">
                  <c:v>7.01762027152746</c:v>
                </c:pt>
                <c:pt idx="17215">
                  <c:v>7.0172473548936436</c:v>
                </c:pt>
                <c:pt idx="17216">
                  <c:v>7.0185139311562779</c:v>
                </c:pt>
                <c:pt idx="17217">
                  <c:v>7.0183454485248902</c:v>
                </c:pt>
                <c:pt idx="17218">
                  <c:v>7.0166482442170324</c:v>
                </c:pt>
                <c:pt idx="17219">
                  <c:v>7.016050631514215</c:v>
                </c:pt>
                <c:pt idx="17220">
                  <c:v>7.0166517920497009</c:v>
                </c:pt>
                <c:pt idx="17221">
                  <c:v>7.0165678266765479</c:v>
                </c:pt>
                <c:pt idx="17222">
                  <c:v>7.0141541966918428</c:v>
                </c:pt>
                <c:pt idx="17223">
                  <c:v>7.0120074425645313</c:v>
                </c:pt>
                <c:pt idx="17224">
                  <c:v>7.0130680080102179</c:v>
                </c:pt>
                <c:pt idx="17225">
                  <c:v>7.0142918525993787</c:v>
                </c:pt>
                <c:pt idx="17226">
                  <c:v>7.0144850123779943</c:v>
                </c:pt>
                <c:pt idx="17227">
                  <c:v>7.0152046705246063</c:v>
                </c:pt>
                <c:pt idx="17228">
                  <c:v>7.0154164367145491</c:v>
                </c:pt>
                <c:pt idx="17229">
                  <c:v>7.0152750752928936</c:v>
                </c:pt>
                <c:pt idx="17230">
                  <c:v>7.0160800391049998</c:v>
                </c:pt>
                <c:pt idx="17231">
                  <c:v>7.016344707422066</c:v>
                </c:pt>
                <c:pt idx="17232">
                  <c:v>7.0167434838139986</c:v>
                </c:pt>
                <c:pt idx="17233">
                  <c:v>7.0169274980684024</c:v>
                </c:pt>
                <c:pt idx="17234">
                  <c:v>7.0165239123921852</c:v>
                </c:pt>
                <c:pt idx="17235">
                  <c:v>7.0161444519781142</c:v>
                </c:pt>
                <c:pt idx="17236">
                  <c:v>7.0165658556583992</c:v>
                </c:pt>
                <c:pt idx="17237">
                  <c:v>7.0178707485138521</c:v>
                </c:pt>
                <c:pt idx="17238">
                  <c:v>7.0207281729450166</c:v>
                </c:pt>
                <c:pt idx="17239">
                  <c:v>7.0218045065358963</c:v>
                </c:pt>
                <c:pt idx="17240">
                  <c:v>7.0188180986770528</c:v>
                </c:pt>
                <c:pt idx="17241">
                  <c:v>7.0167903152052222</c:v>
                </c:pt>
                <c:pt idx="17242">
                  <c:v>7.0184424226178272</c:v>
                </c:pt>
                <c:pt idx="17243">
                  <c:v>7.0164549267569658</c:v>
                </c:pt>
                <c:pt idx="17244">
                  <c:v>7.015942067834561</c:v>
                </c:pt>
                <c:pt idx="17245">
                  <c:v>7.0171968179883004</c:v>
                </c:pt>
                <c:pt idx="17246">
                  <c:v>7.015260016714234</c:v>
                </c:pt>
                <c:pt idx="17247">
                  <c:v>7.0153056654945676</c:v>
                </c:pt>
                <c:pt idx="17248">
                  <c:v>7.0168631640360148</c:v>
                </c:pt>
                <c:pt idx="17249">
                  <c:v>7.0171898011636893</c:v>
                </c:pt>
                <c:pt idx="17250">
                  <c:v>7.015399091754837</c:v>
                </c:pt>
                <c:pt idx="17251">
                  <c:v>7.0162901496396977</c:v>
                </c:pt>
                <c:pt idx="17252">
                  <c:v>7.0177174033018499</c:v>
                </c:pt>
                <c:pt idx="17253">
                  <c:v>7.0172196029581038</c:v>
                </c:pt>
                <c:pt idx="17254">
                  <c:v>7.0170422113246822</c:v>
                </c:pt>
                <c:pt idx="17255">
                  <c:v>7.0173805168797996</c:v>
                </c:pt>
                <c:pt idx="17256">
                  <c:v>7.0164047840552515</c:v>
                </c:pt>
                <c:pt idx="17257">
                  <c:v>7.0143280404925967</c:v>
                </c:pt>
                <c:pt idx="17258">
                  <c:v>7.0142313029218375</c:v>
                </c:pt>
                <c:pt idx="17259">
                  <c:v>7.015662656301739</c:v>
                </c:pt>
                <c:pt idx="17260">
                  <c:v>7.0179358709535</c:v>
                </c:pt>
                <c:pt idx="17261">
                  <c:v>7.0202081395165488</c:v>
                </c:pt>
                <c:pt idx="17262">
                  <c:v>7.0207249404752519</c:v>
                </c:pt>
                <c:pt idx="17263">
                  <c:v>7.0202607262807675</c:v>
                </c:pt>
                <c:pt idx="17264">
                  <c:v>7.0195064570554564</c:v>
                </c:pt>
                <c:pt idx="17265">
                  <c:v>7.0188768350178972</c:v>
                </c:pt>
                <c:pt idx="17266">
                  <c:v>7.0177306485438118</c:v>
                </c:pt>
                <c:pt idx="17267">
                  <c:v>7.0153660574906578</c:v>
                </c:pt>
                <c:pt idx="17268">
                  <c:v>7.0124565193396302</c:v>
                </c:pt>
                <c:pt idx="17269">
                  <c:v>7.0115096422207852</c:v>
                </c:pt>
                <c:pt idx="17270">
                  <c:v>7.0131401472744761</c:v>
                </c:pt>
                <c:pt idx="17271">
                  <c:v>7.0140671565303769</c:v>
                </c:pt>
                <c:pt idx="17272">
                  <c:v>7.0154523092448633</c:v>
                </c:pt>
                <c:pt idx="17273">
                  <c:v>7.0168189343887475</c:v>
                </c:pt>
                <c:pt idx="17274">
                  <c:v>7.0169414528768979</c:v>
                </c:pt>
                <c:pt idx="17275">
                  <c:v>7.0178229710339171</c:v>
                </c:pt>
                <c:pt idx="17276">
                  <c:v>7.018575978807613</c:v>
                </c:pt>
                <c:pt idx="17277">
                  <c:v>7.0181375455305188</c:v>
                </c:pt>
                <c:pt idx="17278">
                  <c:v>7.017184597675775</c:v>
                </c:pt>
                <c:pt idx="17279">
                  <c:v>7.015142938236175</c:v>
                </c:pt>
                <c:pt idx="17280">
                  <c:v>7.0139242182942017</c:v>
                </c:pt>
                <c:pt idx="17281">
                  <c:v>7.0149649158769458</c:v>
                </c:pt>
                <c:pt idx="17282">
                  <c:v>7.0158586543464896</c:v>
                </c:pt>
                <c:pt idx="17283">
                  <c:v>7.0159027263123042</c:v>
                </c:pt>
                <c:pt idx="17284">
                  <c:v>7.0160945457985777</c:v>
                </c:pt>
                <c:pt idx="17285">
                  <c:v>7.0141722512180893</c:v>
                </c:pt>
                <c:pt idx="17286">
                  <c:v>7.0133832132326273</c:v>
                </c:pt>
                <c:pt idx="17287">
                  <c:v>7.0121218404579073</c:v>
                </c:pt>
                <c:pt idx="17288">
                  <c:v>7.0115969977451549</c:v>
                </c:pt>
                <c:pt idx="17289">
                  <c:v>7.0141239218530727</c:v>
                </c:pt>
                <c:pt idx="17290">
                  <c:v>7.0148974282155194</c:v>
                </c:pt>
                <c:pt idx="17291">
                  <c:v>7.0146092653621155</c:v>
                </c:pt>
                <c:pt idx="17292">
                  <c:v>7.014421624434318</c:v>
                </c:pt>
                <c:pt idx="17293">
                  <c:v>7.0150149008972074</c:v>
                </c:pt>
                <c:pt idx="17294">
                  <c:v>7.0167147857897474</c:v>
                </c:pt>
                <c:pt idx="17295">
                  <c:v>7.0172334789258741</c:v>
                </c:pt>
                <c:pt idx="17296">
                  <c:v>7.0182817452183102</c:v>
                </c:pt>
                <c:pt idx="17297">
                  <c:v>7.0198402686891939</c:v>
                </c:pt>
                <c:pt idx="17298">
                  <c:v>7.0202127911193806</c:v>
                </c:pt>
                <c:pt idx="17299">
                  <c:v>7.0185488575978807</c:v>
                </c:pt>
                <c:pt idx="17300">
                  <c:v>7.0170749302259576</c:v>
                </c:pt>
                <c:pt idx="17301">
                  <c:v>7.0174000693798391</c:v>
                </c:pt>
                <c:pt idx="17302">
                  <c:v>7.0166320030274836</c:v>
                </c:pt>
                <c:pt idx="17303">
                  <c:v>7.0161010107381072</c:v>
                </c:pt>
                <c:pt idx="17304">
                  <c:v>7.0160624576231099</c:v>
                </c:pt>
                <c:pt idx="17305">
                  <c:v>7.016001356060487</c:v>
                </c:pt>
                <c:pt idx="17306">
                  <c:v>7.0162506504359889</c:v>
                </c:pt>
                <c:pt idx="17307">
                  <c:v>7.0161883662624769</c:v>
                </c:pt>
                <c:pt idx="17308">
                  <c:v>7.0164723505574038</c:v>
                </c:pt>
                <c:pt idx="17309">
                  <c:v>7.0164281209101373</c:v>
                </c:pt>
                <c:pt idx="17310">
                  <c:v>7.0157140604550685</c:v>
                </c:pt>
                <c:pt idx="17311">
                  <c:v>7.0158992573203616</c:v>
                </c:pt>
                <c:pt idx="17312">
                  <c:v>7.0171706428672795</c:v>
                </c:pt>
                <c:pt idx="17313">
                  <c:v>7.0163280720288874</c:v>
                </c:pt>
                <c:pt idx="17314">
                  <c:v>7.0139253220643658</c:v>
                </c:pt>
                <c:pt idx="17315">
                  <c:v>7.0146898405840519</c:v>
                </c:pt>
                <c:pt idx="17316">
                  <c:v>7.0160311578549015</c:v>
                </c:pt>
                <c:pt idx="17317">
                  <c:v>7.0142156136173703</c:v>
                </c:pt>
                <c:pt idx="17318">
                  <c:v>7.0131615919519383</c:v>
                </c:pt>
                <c:pt idx="17319">
                  <c:v>7.0142382409057227</c:v>
                </c:pt>
                <c:pt idx="17320">
                  <c:v>7.0142833378009746</c:v>
                </c:pt>
                <c:pt idx="17321">
                  <c:v>7.0137636197354105</c:v>
                </c:pt>
                <c:pt idx="17322">
                  <c:v>7.0158142670177703</c:v>
                </c:pt>
                <c:pt idx="17323">
                  <c:v>7.0168001702959684</c:v>
                </c:pt>
                <c:pt idx="17324">
                  <c:v>7.0164218136520597</c:v>
                </c:pt>
                <c:pt idx="17325">
                  <c:v>7.0173018338352859</c:v>
                </c:pt>
                <c:pt idx="17326">
                  <c:v>7.0187600719027419</c:v>
                </c:pt>
                <c:pt idx="17327">
                  <c:v>7.0184363518819284</c:v>
                </c:pt>
                <c:pt idx="17328">
                  <c:v>7.0175871584225549</c:v>
                </c:pt>
                <c:pt idx="17329">
                  <c:v>7.0171287784417915</c:v>
                </c:pt>
                <c:pt idx="17330">
                  <c:v>7.016534319368013</c:v>
                </c:pt>
                <c:pt idx="17331">
                  <c:v>7.0173704252668756</c:v>
                </c:pt>
                <c:pt idx="17332">
                  <c:v>7.0168632428767408</c:v>
                </c:pt>
                <c:pt idx="17333">
                  <c:v>7.0152082183572748</c:v>
                </c:pt>
                <c:pt idx="17334">
                  <c:v>7.0135381352591493</c:v>
                </c:pt>
                <c:pt idx="17335">
                  <c:v>7.0116389410113689</c:v>
                </c:pt>
                <c:pt idx="17336">
                  <c:v>7.0116085873318719</c:v>
                </c:pt>
                <c:pt idx="17337">
                  <c:v>7.0140677084154595</c:v>
                </c:pt>
                <c:pt idx="17338">
                  <c:v>7.0153387785994736</c:v>
                </c:pt>
                <c:pt idx="17339">
                  <c:v>7.0146572005235024</c:v>
                </c:pt>
                <c:pt idx="17340">
                  <c:v>7.0136496948863902</c:v>
                </c:pt>
                <c:pt idx="17341">
                  <c:v>7.0147548841829739</c:v>
                </c:pt>
                <c:pt idx="17342">
                  <c:v>7.0150666992541666</c:v>
                </c:pt>
                <c:pt idx="17343">
                  <c:v>7.0149320392942176</c:v>
                </c:pt>
                <c:pt idx="17344">
                  <c:v>7.01414371087529</c:v>
                </c:pt>
                <c:pt idx="17345">
                  <c:v>7.0127653384632369</c:v>
                </c:pt>
                <c:pt idx="17346">
                  <c:v>7.0128855705703339</c:v>
                </c:pt>
                <c:pt idx="17347">
                  <c:v>7.0148917516832494</c:v>
                </c:pt>
                <c:pt idx="17348">
                  <c:v>7.0171717466374428</c:v>
                </c:pt>
                <c:pt idx="17349">
                  <c:v>7.0179927939576467</c:v>
                </c:pt>
                <c:pt idx="17350">
                  <c:v>7.0165180781784642</c:v>
                </c:pt>
                <c:pt idx="17351">
                  <c:v>7.0145918415616775</c:v>
                </c:pt>
                <c:pt idx="17352">
                  <c:v>7.015409341049212</c:v>
                </c:pt>
                <c:pt idx="17353">
                  <c:v>7.0158691401630424</c:v>
                </c:pt>
                <c:pt idx="17354">
                  <c:v>7.0155526734890179</c:v>
                </c:pt>
                <c:pt idx="17355">
                  <c:v>7.0156821299610526</c:v>
                </c:pt>
                <c:pt idx="17356">
                  <c:v>7.0147334395055108</c:v>
                </c:pt>
                <c:pt idx="17357">
                  <c:v>7.0128951891389013</c:v>
                </c:pt>
                <c:pt idx="17358">
                  <c:v>7.0120102808306655</c:v>
                </c:pt>
                <c:pt idx="17359">
                  <c:v>7.0132536779198666</c:v>
                </c:pt>
                <c:pt idx="17360">
                  <c:v>7.0142512496255067</c:v>
                </c:pt>
                <c:pt idx="17361">
                  <c:v>7.0159382834797146</c:v>
                </c:pt>
                <c:pt idx="17362">
                  <c:v>7.0161345180466421</c:v>
                </c:pt>
                <c:pt idx="17363">
                  <c:v>7.0145465869849728</c:v>
                </c:pt>
                <c:pt idx="17364">
                  <c:v>7.0147951717939421</c:v>
                </c:pt>
                <c:pt idx="17365">
                  <c:v>7.0169857613648903</c:v>
                </c:pt>
                <c:pt idx="17366">
                  <c:v>7.0185349027893853</c:v>
                </c:pt>
                <c:pt idx="17367">
                  <c:v>7.0189007237578647</c:v>
                </c:pt>
                <c:pt idx="17368">
                  <c:v>7.0211099985808669</c:v>
                </c:pt>
                <c:pt idx="17369">
                  <c:v>7.0229385515381821</c:v>
                </c:pt>
                <c:pt idx="17370">
                  <c:v>7.0225184093095132</c:v>
                </c:pt>
                <c:pt idx="17371">
                  <c:v>7.0211107869881264</c:v>
                </c:pt>
                <c:pt idx="17372">
                  <c:v>7.0205219256058911</c:v>
                </c:pt>
                <c:pt idx="17373">
                  <c:v>7.0185807092511707</c:v>
                </c:pt>
                <c:pt idx="17374">
                  <c:v>7.0180926063167188</c:v>
                </c:pt>
                <c:pt idx="17375">
                  <c:v>7.0177748781910783</c:v>
                </c:pt>
                <c:pt idx="17376">
                  <c:v>7.0161084217663472</c:v>
                </c:pt>
                <c:pt idx="17377">
                  <c:v>7.0146191992935867</c:v>
                </c:pt>
                <c:pt idx="17378">
                  <c:v>7.0154817168356489</c:v>
                </c:pt>
                <c:pt idx="17379">
                  <c:v>7.0167575963039468</c:v>
                </c:pt>
                <c:pt idx="17380">
                  <c:v>7.0154690234787678</c:v>
                </c:pt>
                <c:pt idx="17381">
                  <c:v>7.0150562922783397</c:v>
                </c:pt>
                <c:pt idx="17382">
                  <c:v>7.0170991343288289</c:v>
                </c:pt>
                <c:pt idx="17383">
                  <c:v>7.0166989388038283</c:v>
                </c:pt>
                <c:pt idx="17384">
                  <c:v>7.0153361768555165</c:v>
                </c:pt>
                <c:pt idx="17385">
                  <c:v>7.0152324224601461</c:v>
                </c:pt>
                <c:pt idx="17386">
                  <c:v>7.0151646194358159</c:v>
                </c:pt>
                <c:pt idx="17387">
                  <c:v>7.0167543638341821</c:v>
                </c:pt>
                <c:pt idx="17388">
                  <c:v>7.0167844021507753</c:v>
                </c:pt>
                <c:pt idx="17389">
                  <c:v>7.0167493968684465</c:v>
                </c:pt>
                <c:pt idx="17390">
                  <c:v>7.0163801857487504</c:v>
                </c:pt>
                <c:pt idx="17391">
                  <c:v>7.0160119207177658</c:v>
                </c:pt>
                <c:pt idx="17392">
                  <c:v>7.0165440956180323</c:v>
                </c:pt>
                <c:pt idx="17393">
                  <c:v>7.0154261341238433</c:v>
                </c:pt>
                <c:pt idx="17394">
                  <c:v>7.013220012929879</c:v>
                </c:pt>
                <c:pt idx="17395">
                  <c:v>7.0137085100679606</c:v>
                </c:pt>
                <c:pt idx="17396">
                  <c:v>7.0167840867878715</c:v>
                </c:pt>
                <c:pt idx="17397">
                  <c:v>7.0173492171115912</c:v>
                </c:pt>
                <c:pt idx="17398">
                  <c:v>7.0153260064018665</c:v>
                </c:pt>
                <c:pt idx="17399">
                  <c:v>7.0134922499566379</c:v>
                </c:pt>
                <c:pt idx="17400">
                  <c:v>7.0128268342294895</c:v>
                </c:pt>
                <c:pt idx="17401">
                  <c:v>7.0141218719941971</c:v>
                </c:pt>
                <c:pt idx="17402">
                  <c:v>7.0153127611599047</c:v>
                </c:pt>
                <c:pt idx="17403">
                  <c:v>7.0144586795755215</c:v>
                </c:pt>
                <c:pt idx="17404">
                  <c:v>7.012947618221669</c:v>
                </c:pt>
                <c:pt idx="17405">
                  <c:v>7.0117801447515733</c:v>
                </c:pt>
                <c:pt idx="17406">
                  <c:v>7.0119823712136737</c:v>
                </c:pt>
                <c:pt idx="17407">
                  <c:v>7.0134928018417195</c:v>
                </c:pt>
                <c:pt idx="17408">
                  <c:v>7.0155097841340925</c:v>
                </c:pt>
                <c:pt idx="17409">
                  <c:v>7.0155958782068462</c:v>
                </c:pt>
                <c:pt idx="17410">
                  <c:v>7.0149481228023145</c:v>
                </c:pt>
                <c:pt idx="17411">
                  <c:v>7.013305239754648</c:v>
                </c:pt>
                <c:pt idx="17412">
                  <c:v>7.0128240748040804</c:v>
                </c:pt>
                <c:pt idx="17413">
                  <c:v>7.0136494583642124</c:v>
                </c:pt>
                <c:pt idx="17414">
                  <c:v>7.0141310963591357</c:v>
                </c:pt>
                <c:pt idx="17415">
                  <c:v>7.0146334694649868</c:v>
                </c:pt>
                <c:pt idx="17416">
                  <c:v>7.0163659155773503</c:v>
                </c:pt>
                <c:pt idx="17417">
                  <c:v>7.0175970135133001</c:v>
                </c:pt>
                <c:pt idx="17418">
                  <c:v>7.0180681656916697</c:v>
                </c:pt>
                <c:pt idx="17419">
                  <c:v>7.0185660448761409</c:v>
                </c:pt>
                <c:pt idx="17420">
                  <c:v>7.0174388590170143</c:v>
                </c:pt>
                <c:pt idx="17421">
                  <c:v>7.0165811507592366</c:v>
                </c:pt>
                <c:pt idx="17422">
                  <c:v>7.0167838502656936</c:v>
                </c:pt>
                <c:pt idx="17423">
                  <c:v>7.0157299074409876</c:v>
                </c:pt>
                <c:pt idx="17424">
                  <c:v>7.0148539081347865</c:v>
                </c:pt>
                <c:pt idx="17425">
                  <c:v>7.0143059650893269</c:v>
                </c:pt>
                <c:pt idx="17426">
                  <c:v>7.0157989719169338</c:v>
                </c:pt>
                <c:pt idx="17427">
                  <c:v>7.0179100111953829</c:v>
                </c:pt>
                <c:pt idx="17428">
                  <c:v>7.0168742017376493</c:v>
                </c:pt>
                <c:pt idx="17429">
                  <c:v>7.0168371465964459</c:v>
                </c:pt>
                <c:pt idx="17430">
                  <c:v>7.0170079156088869</c:v>
                </c:pt>
                <c:pt idx="17431">
                  <c:v>7.0156818145981488</c:v>
                </c:pt>
                <c:pt idx="17432">
                  <c:v>7.0147067124994091</c:v>
                </c:pt>
                <c:pt idx="17433">
                  <c:v>7.0159840111007741</c:v>
                </c:pt>
                <c:pt idx="17434">
                  <c:v>7.0179299578990522</c:v>
                </c:pt>
                <c:pt idx="17435">
                  <c:v>7.0191992147463695</c:v>
                </c:pt>
                <c:pt idx="17436">
                  <c:v>7.0202692410791716</c:v>
                </c:pt>
                <c:pt idx="17437">
                  <c:v>7.020294706633659</c:v>
                </c:pt>
                <c:pt idx="17438">
                  <c:v>7.0181649821031549</c:v>
                </c:pt>
                <c:pt idx="17439">
                  <c:v>7.0167359151043067</c:v>
                </c:pt>
                <c:pt idx="17440">
                  <c:v>7.0167419858402056</c:v>
                </c:pt>
                <c:pt idx="17441">
                  <c:v>7.0167926804270015</c:v>
                </c:pt>
                <c:pt idx="17442">
                  <c:v>7.0164462542771098</c:v>
                </c:pt>
                <c:pt idx="17443">
                  <c:v>7.0158218357274631</c:v>
                </c:pt>
                <c:pt idx="17444">
                  <c:v>7.0147149119349095</c:v>
                </c:pt>
                <c:pt idx="17445">
                  <c:v>7.0145121335877265</c:v>
                </c:pt>
                <c:pt idx="17446">
                  <c:v>7.0157815481164949</c:v>
                </c:pt>
                <c:pt idx="17447">
                  <c:v>7.0158760781469276</c:v>
                </c:pt>
                <c:pt idx="17448">
                  <c:v>7.0155211371986317</c:v>
                </c:pt>
                <c:pt idx="17449">
                  <c:v>7.0156819722796007</c:v>
                </c:pt>
                <c:pt idx="17450">
                  <c:v>7.0150864882763839</c:v>
                </c:pt>
                <c:pt idx="17451">
                  <c:v>7.0148340402718432</c:v>
                </c:pt>
                <c:pt idx="17452">
                  <c:v>7.0152101893754235</c:v>
                </c:pt>
                <c:pt idx="17453">
                  <c:v>7.0154833724908938</c:v>
                </c:pt>
                <c:pt idx="17454">
                  <c:v>7.0157445718160174</c:v>
                </c:pt>
                <c:pt idx="17455">
                  <c:v>7.0168800359513712</c:v>
                </c:pt>
                <c:pt idx="17456">
                  <c:v>7.0171180561030608</c:v>
                </c:pt>
                <c:pt idx="17457">
                  <c:v>7.0160064807076745</c:v>
                </c:pt>
                <c:pt idx="17458">
                  <c:v>7.0143075419038459</c:v>
                </c:pt>
                <c:pt idx="17459">
                  <c:v>7.0136709030416755</c:v>
                </c:pt>
                <c:pt idx="17460">
                  <c:v>7.0137678771346126</c:v>
                </c:pt>
                <c:pt idx="17461">
                  <c:v>7.0148834734070231</c:v>
                </c:pt>
                <c:pt idx="17462">
                  <c:v>7.0170374808811236</c:v>
                </c:pt>
                <c:pt idx="17463">
                  <c:v>7.0168458190763019</c:v>
                </c:pt>
                <c:pt idx="17464">
                  <c:v>7.0151625695769404</c:v>
                </c:pt>
                <c:pt idx="17465">
                  <c:v>7.0148025828221829</c:v>
                </c:pt>
                <c:pt idx="17466">
                  <c:v>7.0137543953704728</c:v>
                </c:pt>
                <c:pt idx="17467">
                  <c:v>7.0127774799350355</c:v>
                </c:pt>
                <c:pt idx="17468">
                  <c:v>7.0132856084138826</c:v>
                </c:pt>
                <c:pt idx="17469">
                  <c:v>7.0142685945852188</c:v>
                </c:pt>
                <c:pt idx="17470">
                  <c:v>7.0134365095633804</c:v>
                </c:pt>
                <c:pt idx="17471">
                  <c:v>7.013480502688469</c:v>
                </c:pt>
                <c:pt idx="17472">
                  <c:v>7.0132700767908673</c:v>
                </c:pt>
                <c:pt idx="17473">
                  <c:v>7.0148867847175138</c:v>
                </c:pt>
                <c:pt idx="17474">
                  <c:v>7.0176733313360353</c:v>
                </c:pt>
                <c:pt idx="17475">
                  <c:v>7.0185937968116807</c:v>
                </c:pt>
                <c:pt idx="17476">
                  <c:v>7.0192935082546244</c:v>
                </c:pt>
                <c:pt idx="17477">
                  <c:v>7.0182881313171128</c:v>
                </c:pt>
                <c:pt idx="17478">
                  <c:v>7.0178271495923932</c:v>
                </c:pt>
                <c:pt idx="17479">
                  <c:v>7.0180212554597201</c:v>
                </c:pt>
                <c:pt idx="17480">
                  <c:v>7.016521310648228</c:v>
                </c:pt>
                <c:pt idx="17481">
                  <c:v>7.0153330232264777</c:v>
                </c:pt>
                <c:pt idx="17482">
                  <c:v>7.0162196660306844</c:v>
                </c:pt>
                <c:pt idx="17483">
                  <c:v>7.0174230908718211</c:v>
                </c:pt>
                <c:pt idx="17484">
                  <c:v>7.0184387959444328</c:v>
                </c:pt>
                <c:pt idx="17485">
                  <c:v>7.0173049086235988</c:v>
                </c:pt>
                <c:pt idx="17486">
                  <c:v>7.0146036676705723</c:v>
                </c:pt>
                <c:pt idx="17487">
                  <c:v>7.0151158958671695</c:v>
                </c:pt>
                <c:pt idx="17488">
                  <c:v>7.0149698040019555</c:v>
                </c:pt>
                <c:pt idx="17489">
                  <c:v>7.0133417430107698</c:v>
                </c:pt>
                <c:pt idx="17490">
                  <c:v>7.0145639319446857</c:v>
                </c:pt>
                <c:pt idx="17491">
                  <c:v>7.0161617180971003</c:v>
                </c:pt>
                <c:pt idx="17492">
                  <c:v>7.0188328418928085</c:v>
                </c:pt>
                <c:pt idx="17493">
                  <c:v>7.0197484980841702</c:v>
                </c:pt>
                <c:pt idx="17494">
                  <c:v>7.0197099449691729</c:v>
                </c:pt>
                <c:pt idx="17495">
                  <c:v>7.019826944606506</c:v>
                </c:pt>
                <c:pt idx="17496">
                  <c:v>7.0201677730648546</c:v>
                </c:pt>
                <c:pt idx="17497">
                  <c:v>7.0193283558555004</c:v>
                </c:pt>
                <c:pt idx="17498">
                  <c:v>7.0172859080086409</c:v>
                </c:pt>
                <c:pt idx="17499">
                  <c:v>7.0182769359340265</c:v>
                </c:pt>
                <c:pt idx="17500">
                  <c:v>7.0189796433245562</c:v>
                </c:pt>
                <c:pt idx="17501">
                  <c:v>7.0171617338652457</c:v>
                </c:pt>
                <c:pt idx="17502">
                  <c:v>7.0166694523723177</c:v>
                </c:pt>
                <c:pt idx="17503">
                  <c:v>7.0187811223765753</c:v>
                </c:pt>
                <c:pt idx="17504">
                  <c:v>7.0199366120563242</c:v>
                </c:pt>
                <c:pt idx="17505">
                  <c:v>7.0194749996057961</c:v>
                </c:pt>
                <c:pt idx="17506">
                  <c:v>7.0183729639382522</c:v>
                </c:pt>
                <c:pt idx="17507">
                  <c:v>7.0178866743404971</c:v>
                </c:pt>
                <c:pt idx="17508">
                  <c:v>7.0171747425850297</c:v>
                </c:pt>
                <c:pt idx="17509">
                  <c:v>7.0147915451205476</c:v>
                </c:pt>
                <c:pt idx="17510">
                  <c:v>7.0139672653305789</c:v>
                </c:pt>
                <c:pt idx="17511">
                  <c:v>7.0141329885365584</c:v>
                </c:pt>
                <c:pt idx="17512">
                  <c:v>7.0141021618127057</c:v>
                </c:pt>
                <c:pt idx="17513">
                  <c:v>7.0163093079361074</c:v>
                </c:pt>
                <c:pt idx="17514">
                  <c:v>7.0159185732982232</c:v>
                </c:pt>
                <c:pt idx="17515">
                  <c:v>7.0157418912313343</c:v>
                </c:pt>
                <c:pt idx="17516">
                  <c:v>7.0168909948122806</c:v>
                </c:pt>
                <c:pt idx="17517">
                  <c:v>7.0149616045664551</c:v>
                </c:pt>
                <c:pt idx="17518">
                  <c:v>7.0135691196644538</c:v>
                </c:pt>
                <c:pt idx="17519">
                  <c:v>7.0156753496586193</c:v>
                </c:pt>
                <c:pt idx="17520">
                  <c:v>7.0162960626941455</c:v>
                </c:pt>
                <c:pt idx="17521">
                  <c:v>7.0165902174427224</c:v>
                </c:pt>
                <c:pt idx="17522">
                  <c:v>7.0178411044008895</c:v>
                </c:pt>
                <c:pt idx="17523">
                  <c:v>7.0178519844210729</c:v>
                </c:pt>
                <c:pt idx="17524">
                  <c:v>7.018176335167694</c:v>
                </c:pt>
                <c:pt idx="17525">
                  <c:v>7.0169912802157084</c:v>
                </c:pt>
                <c:pt idx="17526">
                  <c:v>7.0169378262035034</c:v>
                </c:pt>
                <c:pt idx="17527">
                  <c:v>7.0174733124142605</c:v>
                </c:pt>
                <c:pt idx="17528">
                  <c:v>7.0168841356691214</c:v>
                </c:pt>
                <c:pt idx="17529">
                  <c:v>7.0166053548621079</c:v>
                </c:pt>
                <c:pt idx="17530">
                  <c:v>7.0166405178258877</c:v>
                </c:pt>
                <c:pt idx="17531">
                  <c:v>7.0173063277566659</c:v>
                </c:pt>
                <c:pt idx="17532">
                  <c:v>7.0178855705703338</c:v>
                </c:pt>
                <c:pt idx="17533">
                  <c:v>7.0166108737129251</c:v>
                </c:pt>
                <c:pt idx="17534">
                  <c:v>7.0158160015137421</c:v>
                </c:pt>
                <c:pt idx="17535">
                  <c:v>7.0140554092622081</c:v>
                </c:pt>
                <c:pt idx="17536">
                  <c:v>7.0128762673646703</c:v>
                </c:pt>
                <c:pt idx="17537">
                  <c:v>7.0131001750264117</c:v>
                </c:pt>
                <c:pt idx="17538">
                  <c:v>7.0121413929579459</c:v>
                </c:pt>
                <c:pt idx="17539">
                  <c:v>7.0119127548526468</c:v>
                </c:pt>
                <c:pt idx="17540">
                  <c:v>7.0121146659518443</c:v>
                </c:pt>
                <c:pt idx="17541">
                  <c:v>7.0122038348129108</c:v>
                </c:pt>
                <c:pt idx="17542">
                  <c:v>7.0125040602973874</c:v>
                </c:pt>
                <c:pt idx="17543">
                  <c:v>7.0157399990539115</c:v>
                </c:pt>
                <c:pt idx="17544">
                  <c:v>7.0182126807423639</c:v>
                </c:pt>
                <c:pt idx="17545">
                  <c:v>7.0186366861666061</c:v>
                </c:pt>
                <c:pt idx="17546">
                  <c:v>7.018587489553604</c:v>
                </c:pt>
                <c:pt idx="17547">
                  <c:v>7.0178448099150099</c:v>
                </c:pt>
                <c:pt idx="17548">
                  <c:v>7.0173690849745345</c:v>
                </c:pt>
                <c:pt idx="17549">
                  <c:v>7.0156718806666776</c:v>
                </c:pt>
                <c:pt idx="17550">
                  <c:v>7.0158540815843828</c:v>
                </c:pt>
                <c:pt idx="17551">
                  <c:v>7.0155350131664012</c:v>
                </c:pt>
                <c:pt idx="17552">
                  <c:v>7.0145135527207936</c:v>
                </c:pt>
                <c:pt idx="17553">
                  <c:v>7.0133429256216591</c:v>
                </c:pt>
                <c:pt idx="17554">
                  <c:v>7.0109957583689431</c:v>
                </c:pt>
                <c:pt idx="17555">
                  <c:v>7.0119340418486571</c:v>
                </c:pt>
                <c:pt idx="17556">
                  <c:v>7.0147422696668187</c:v>
                </c:pt>
                <c:pt idx="17557">
                  <c:v>7.0160584367460856</c:v>
                </c:pt>
                <c:pt idx="17558">
                  <c:v>7.0177125151768394</c:v>
                </c:pt>
                <c:pt idx="17559">
                  <c:v>7.0187059871647302</c:v>
                </c:pt>
                <c:pt idx="17560">
                  <c:v>7.0163715921096204</c:v>
                </c:pt>
                <c:pt idx="17561">
                  <c:v>7.0143280404925967</c:v>
                </c:pt>
                <c:pt idx="17562">
                  <c:v>7.014441965341617</c:v>
                </c:pt>
                <c:pt idx="17563">
                  <c:v>7.0162202179157669</c:v>
                </c:pt>
                <c:pt idx="17564">
                  <c:v>7.0158247528343241</c:v>
                </c:pt>
                <c:pt idx="17565">
                  <c:v>7.0146111575395382</c:v>
                </c:pt>
                <c:pt idx="17566">
                  <c:v>7.0118596950440724</c:v>
                </c:pt>
                <c:pt idx="17567">
                  <c:v>7.0112532521799462</c:v>
                </c:pt>
                <c:pt idx="17568">
                  <c:v>7.0139183052397547</c:v>
                </c:pt>
                <c:pt idx="17569">
                  <c:v>7.0153562023999116</c:v>
                </c:pt>
                <c:pt idx="17570">
                  <c:v>7.0149787918447153</c:v>
                </c:pt>
                <c:pt idx="17571">
                  <c:v>7.0161524148914367</c:v>
                </c:pt>
                <c:pt idx="17572">
                  <c:v>7.0156572162916477</c:v>
                </c:pt>
                <c:pt idx="17573">
                  <c:v>7.0142210536274616</c:v>
                </c:pt>
                <c:pt idx="17574">
                  <c:v>7.0138426181428279</c:v>
                </c:pt>
                <c:pt idx="17575">
                  <c:v>7.0127813431306079</c:v>
                </c:pt>
                <c:pt idx="17576">
                  <c:v>7.0149389772781028</c:v>
                </c:pt>
                <c:pt idx="17577">
                  <c:v>7.0181977010044312</c:v>
                </c:pt>
                <c:pt idx="17578">
                  <c:v>7.02017313423422</c:v>
                </c:pt>
                <c:pt idx="17579">
                  <c:v>7.0190555669436607</c:v>
                </c:pt>
                <c:pt idx="17580">
                  <c:v>7.0159254324413816</c:v>
                </c:pt>
                <c:pt idx="17581">
                  <c:v>7.0133042936659358</c:v>
                </c:pt>
                <c:pt idx="17582">
                  <c:v>7.0115891136725583</c:v>
                </c:pt>
                <c:pt idx="17583">
                  <c:v>7.0105501505857868</c:v>
                </c:pt>
                <c:pt idx="17584">
                  <c:v>7.0098874154433215</c:v>
                </c:pt>
                <c:pt idx="17585">
                  <c:v>7.0095520269950642</c:v>
                </c:pt>
                <c:pt idx="17586">
                  <c:v>7.0126643434932747</c:v>
                </c:pt>
                <c:pt idx="17587">
                  <c:v>7.014864866995695</c:v>
                </c:pt>
                <c:pt idx="17588">
                  <c:v>7.013518267396206</c:v>
                </c:pt>
                <c:pt idx="17589">
                  <c:v>7.0122533467888175</c:v>
                </c:pt>
                <c:pt idx="17590">
                  <c:v>7.0107130355256313</c:v>
                </c:pt>
                <c:pt idx="17591">
                  <c:v>7.0103830870874662</c:v>
                </c:pt>
                <c:pt idx="17592">
                  <c:v>7.0118117598826846</c:v>
                </c:pt>
                <c:pt idx="17593">
                  <c:v>7.0131153912865232</c:v>
                </c:pt>
                <c:pt idx="17594">
                  <c:v>7.0139921789999846</c:v>
                </c:pt>
                <c:pt idx="17595">
                  <c:v>7.0146082404326782</c:v>
                </c:pt>
                <c:pt idx="17596">
                  <c:v>7.0165560005676531</c:v>
                </c:pt>
                <c:pt idx="17597">
                  <c:v>7.0171884608713473</c:v>
                </c:pt>
                <c:pt idx="17598">
                  <c:v>7.0154977215030199</c:v>
                </c:pt>
                <c:pt idx="17599">
                  <c:v>7.0142581876093919</c:v>
                </c:pt>
                <c:pt idx="17600">
                  <c:v>7.0133597186962895</c:v>
                </c:pt>
                <c:pt idx="17601">
                  <c:v>7.0132416941295199</c:v>
                </c:pt>
                <c:pt idx="17602">
                  <c:v>7.0138492407638093</c:v>
                </c:pt>
                <c:pt idx="17603">
                  <c:v>7.0147615856446803</c:v>
                </c:pt>
                <c:pt idx="17604">
                  <c:v>7.0149555338305554</c:v>
                </c:pt>
                <c:pt idx="17605">
                  <c:v>7.0145978334568504</c:v>
                </c:pt>
                <c:pt idx="17606">
                  <c:v>7.0145579400495119</c:v>
                </c:pt>
                <c:pt idx="17607">
                  <c:v>7.0158033869975878</c:v>
                </c:pt>
                <c:pt idx="17608">
                  <c:v>7.0175326794809125</c:v>
                </c:pt>
                <c:pt idx="17609">
                  <c:v>7.0177324618805086</c:v>
                </c:pt>
                <c:pt idx="17610">
                  <c:v>7.0165483530172343</c:v>
                </c:pt>
                <c:pt idx="17611">
                  <c:v>7.0142731673473246</c:v>
                </c:pt>
                <c:pt idx="17612">
                  <c:v>7.0127173244611241</c:v>
                </c:pt>
                <c:pt idx="17613">
                  <c:v>7.0150724546271626</c:v>
                </c:pt>
                <c:pt idx="17614">
                  <c:v>7.0168124694492189</c:v>
                </c:pt>
                <c:pt idx="17615">
                  <c:v>7.0174069285229974</c:v>
                </c:pt>
                <c:pt idx="17616">
                  <c:v>7.0168481842980812</c:v>
                </c:pt>
                <c:pt idx="17617">
                  <c:v>7.0178646777779532</c:v>
                </c:pt>
                <c:pt idx="17618">
                  <c:v>7.0186399186363708</c:v>
                </c:pt>
                <c:pt idx="17619">
                  <c:v>7.0178723253283719</c:v>
                </c:pt>
                <c:pt idx="17620">
                  <c:v>7.0172457780791246</c:v>
                </c:pt>
                <c:pt idx="17621">
                  <c:v>7.0171965026253957</c:v>
                </c:pt>
                <c:pt idx="17622">
                  <c:v>7.0158849871489615</c:v>
                </c:pt>
                <c:pt idx="17623">
                  <c:v>7.0144257241520682</c:v>
                </c:pt>
                <c:pt idx="17624">
                  <c:v>7.0164520096501048</c:v>
                </c:pt>
                <c:pt idx="17625">
                  <c:v>7.0190965641211625</c:v>
                </c:pt>
                <c:pt idx="17626">
                  <c:v>7.0192394235166118</c:v>
                </c:pt>
                <c:pt idx="17627">
                  <c:v>7.0185211056623409</c:v>
                </c:pt>
                <c:pt idx="17628">
                  <c:v>7.0176190889165708</c:v>
                </c:pt>
                <c:pt idx="17629">
                  <c:v>7.017316182847412</c:v>
                </c:pt>
                <c:pt idx="17630">
                  <c:v>7.0162292845992527</c:v>
                </c:pt>
                <c:pt idx="17631">
                  <c:v>7.0160249294375499</c:v>
                </c:pt>
                <c:pt idx="17632">
                  <c:v>7.0168697078162694</c:v>
                </c:pt>
                <c:pt idx="17633">
                  <c:v>7.0184870464687235</c:v>
                </c:pt>
                <c:pt idx="17634">
                  <c:v>7.0186295116605431</c:v>
                </c:pt>
                <c:pt idx="17635">
                  <c:v>7.0166186001040698</c:v>
                </c:pt>
                <c:pt idx="17636">
                  <c:v>7.0160929689840588</c:v>
                </c:pt>
                <c:pt idx="17637">
                  <c:v>7.0155700972894559</c:v>
                </c:pt>
                <c:pt idx="17638">
                  <c:v>7.0157984988725772</c:v>
                </c:pt>
                <c:pt idx="17639">
                  <c:v>7.0143539002507138</c:v>
                </c:pt>
                <c:pt idx="17640">
                  <c:v>7.0137024393320617</c:v>
                </c:pt>
                <c:pt idx="17641">
                  <c:v>7.0151207839921792</c:v>
                </c:pt>
                <c:pt idx="17642">
                  <c:v>7.0155991106766109</c:v>
                </c:pt>
                <c:pt idx="17643">
                  <c:v>7.0127787413866507</c:v>
                </c:pt>
                <c:pt idx="17644">
                  <c:v>7.0122438070609752</c:v>
                </c:pt>
                <c:pt idx="17645">
                  <c:v>7.0146972516122927</c:v>
                </c:pt>
                <c:pt idx="17646">
                  <c:v>7.0165118497611125</c:v>
                </c:pt>
                <c:pt idx="17647">
                  <c:v>7.0172942651255932</c:v>
                </c:pt>
                <c:pt idx="17648">
                  <c:v>7.0177094403885274</c:v>
                </c:pt>
                <c:pt idx="17649">
                  <c:v>7.0174939686844633</c:v>
                </c:pt>
                <c:pt idx="17650">
                  <c:v>7.0178876992699353</c:v>
                </c:pt>
                <c:pt idx="17651">
                  <c:v>7.018151658020467</c:v>
                </c:pt>
                <c:pt idx="17652">
                  <c:v>7.0178750847537801</c:v>
                </c:pt>
                <c:pt idx="17653">
                  <c:v>7.0175061101562619</c:v>
                </c:pt>
                <c:pt idx="17654">
                  <c:v>7.0173395197022979</c:v>
                </c:pt>
                <c:pt idx="17655">
                  <c:v>7.0169322285119602</c:v>
                </c:pt>
                <c:pt idx="17656">
                  <c:v>7.0169140951449878</c:v>
                </c:pt>
                <c:pt idx="17657">
                  <c:v>7.0165165802046703</c:v>
                </c:pt>
                <c:pt idx="17658">
                  <c:v>7.0145356281240634</c:v>
                </c:pt>
                <c:pt idx="17659">
                  <c:v>7.0131260347845279</c:v>
                </c:pt>
                <c:pt idx="17660">
                  <c:v>7.0131691606616311</c:v>
                </c:pt>
                <c:pt idx="17661">
                  <c:v>7.0143555559059587</c:v>
                </c:pt>
                <c:pt idx="17662">
                  <c:v>7.0172755010328132</c:v>
                </c:pt>
                <c:pt idx="17663">
                  <c:v>7.017759267727337</c:v>
                </c:pt>
                <c:pt idx="17664">
                  <c:v>7.0161505227140131</c:v>
                </c:pt>
                <c:pt idx="17665">
                  <c:v>7.0171444677462587</c:v>
                </c:pt>
                <c:pt idx="17666">
                  <c:v>7.017335183462369</c:v>
                </c:pt>
                <c:pt idx="17667">
                  <c:v>7.0166170232895508</c:v>
                </c:pt>
                <c:pt idx="17668">
                  <c:v>7.0174342074141816</c:v>
                </c:pt>
                <c:pt idx="17669">
                  <c:v>7.0178514325359904</c:v>
                </c:pt>
                <c:pt idx="17670">
                  <c:v>7.0183338589381732</c:v>
                </c:pt>
                <c:pt idx="17671">
                  <c:v>7.0176577208722941</c:v>
                </c:pt>
                <c:pt idx="17672">
                  <c:v>7.0160726280767589</c:v>
                </c:pt>
                <c:pt idx="17673">
                  <c:v>7.0149060218546495</c:v>
                </c:pt>
                <c:pt idx="17674">
                  <c:v>7.014719957741371</c:v>
                </c:pt>
                <c:pt idx="17675">
                  <c:v>7.0156747977735376</c:v>
                </c:pt>
                <c:pt idx="17676">
                  <c:v>7.0165677478358219</c:v>
                </c:pt>
                <c:pt idx="17677">
                  <c:v>7.0173878490673145</c:v>
                </c:pt>
                <c:pt idx="17678">
                  <c:v>7.0182638483735156</c:v>
                </c:pt>
                <c:pt idx="17679">
                  <c:v>7.0170655481795681</c:v>
                </c:pt>
                <c:pt idx="17680">
                  <c:v>7.0162761948312022</c:v>
                </c:pt>
                <c:pt idx="17681">
                  <c:v>7.0162527002948645</c:v>
                </c:pt>
                <c:pt idx="17682">
                  <c:v>7.0164281209101373</c:v>
                </c:pt>
                <c:pt idx="17683">
                  <c:v>7.0180087197842917</c:v>
                </c:pt>
                <c:pt idx="17684">
                  <c:v>7.0185212633437928</c:v>
                </c:pt>
                <c:pt idx="17685">
                  <c:v>7.0180080890584842</c:v>
                </c:pt>
                <c:pt idx="17686">
                  <c:v>7.0160600924013306</c:v>
                </c:pt>
                <c:pt idx="17687">
                  <c:v>7.0139560699474917</c:v>
                </c:pt>
                <c:pt idx="17688">
                  <c:v>7.012572730569703</c:v>
                </c:pt>
                <c:pt idx="17689">
                  <c:v>7.0102969141739857</c:v>
                </c:pt>
                <c:pt idx="17690">
                  <c:v>7.0093796023273782</c:v>
                </c:pt>
                <c:pt idx="17691">
                  <c:v>7.0112085494883241</c:v>
                </c:pt>
                <c:pt idx="17692">
                  <c:v>7.0144047525189608</c:v>
                </c:pt>
                <c:pt idx="17693">
                  <c:v>7.0163898043173178</c:v>
                </c:pt>
                <c:pt idx="17694">
                  <c:v>7.0174211986943975</c:v>
                </c:pt>
                <c:pt idx="17695">
                  <c:v>7.0192777401094313</c:v>
                </c:pt>
                <c:pt idx="17696">
                  <c:v>7.0200289345464295</c:v>
                </c:pt>
                <c:pt idx="17697">
                  <c:v>7.0183059493211815</c:v>
                </c:pt>
                <c:pt idx="17698">
                  <c:v>7.0163115154764348</c:v>
                </c:pt>
                <c:pt idx="17699">
                  <c:v>7.0141584540910449</c:v>
                </c:pt>
                <c:pt idx="17700">
                  <c:v>7.0129530582317603</c:v>
                </c:pt>
                <c:pt idx="17701">
                  <c:v>7.0146629558964975</c:v>
                </c:pt>
                <c:pt idx="17702">
                  <c:v>7.015962329901134</c:v>
                </c:pt>
                <c:pt idx="17703">
                  <c:v>7.0158563679654362</c:v>
                </c:pt>
                <c:pt idx="17704">
                  <c:v>7.0164177927750355</c:v>
                </c:pt>
                <c:pt idx="17705">
                  <c:v>7.0165162648417665</c:v>
                </c:pt>
                <c:pt idx="17706">
                  <c:v>7.017539223261168</c:v>
                </c:pt>
                <c:pt idx="17707">
                  <c:v>7.0163892524322362</c:v>
                </c:pt>
                <c:pt idx="17708">
                  <c:v>7.0143422318232709</c:v>
                </c:pt>
                <c:pt idx="17709">
                  <c:v>7.0131874517100554</c:v>
                </c:pt>
                <c:pt idx="17710">
                  <c:v>7.0122679323231205</c:v>
                </c:pt>
                <c:pt idx="17711">
                  <c:v>7.0132234030810956</c:v>
                </c:pt>
                <c:pt idx="17712">
                  <c:v>7.0136671186868291</c:v>
                </c:pt>
                <c:pt idx="17713">
                  <c:v>7.0148818177517782</c:v>
                </c:pt>
                <c:pt idx="17714">
                  <c:v>7.0158516375218785</c:v>
                </c:pt>
                <c:pt idx="17715">
                  <c:v>7.015142859395449</c:v>
                </c:pt>
                <c:pt idx="17716">
                  <c:v>7.014372585502767</c:v>
                </c:pt>
                <c:pt idx="17717">
                  <c:v>7.0156072312713853</c:v>
                </c:pt>
                <c:pt idx="17718">
                  <c:v>7.0175185669909652</c:v>
                </c:pt>
                <c:pt idx="17719">
                  <c:v>7.0186228101988366</c:v>
                </c:pt>
                <c:pt idx="17720">
                  <c:v>7.0191354325990636</c:v>
                </c:pt>
                <c:pt idx="17721">
                  <c:v>7.0193206294643558</c:v>
                </c:pt>
                <c:pt idx="17722">
                  <c:v>7.0193997855532251</c:v>
                </c:pt>
                <c:pt idx="17723">
                  <c:v>7.0187167095034608</c:v>
                </c:pt>
                <c:pt idx="17724">
                  <c:v>7.0189078982639268</c:v>
                </c:pt>
                <c:pt idx="17725">
                  <c:v>7.0187923177596616</c:v>
                </c:pt>
                <c:pt idx="17726">
                  <c:v>7.0170357463851527</c:v>
                </c:pt>
                <c:pt idx="17727">
                  <c:v>7.0161818224822214</c:v>
                </c:pt>
                <c:pt idx="17728">
                  <c:v>7.0167719453160728</c:v>
                </c:pt>
                <c:pt idx="17729">
                  <c:v>7.0187003106324601</c:v>
                </c:pt>
                <c:pt idx="17730">
                  <c:v>7.021258928712216</c:v>
                </c:pt>
                <c:pt idx="17731">
                  <c:v>7.0222229931093203</c:v>
                </c:pt>
                <c:pt idx="17732">
                  <c:v>7.0224372822024943</c:v>
                </c:pt>
                <c:pt idx="17733">
                  <c:v>7.0198968763304377</c:v>
                </c:pt>
                <c:pt idx="17734">
                  <c:v>7.0169045554171463</c:v>
                </c:pt>
                <c:pt idx="17735">
                  <c:v>7.0154695753638503</c:v>
                </c:pt>
                <c:pt idx="17736">
                  <c:v>7.0160016714233908</c:v>
                </c:pt>
                <c:pt idx="17737">
                  <c:v>7.0170109115564738</c:v>
                </c:pt>
                <c:pt idx="17738">
                  <c:v>7.0175006701461706</c:v>
                </c:pt>
                <c:pt idx="17739">
                  <c:v>7.0175552279285389</c:v>
                </c:pt>
                <c:pt idx="17740">
                  <c:v>7.0160137340544635</c:v>
                </c:pt>
                <c:pt idx="17741">
                  <c:v>7.0145668490515458</c:v>
                </c:pt>
                <c:pt idx="17742">
                  <c:v>7.01546137592835</c:v>
                </c:pt>
                <c:pt idx="17743">
                  <c:v>7.015206562702029</c:v>
                </c:pt>
                <c:pt idx="17744">
                  <c:v>7.0147662372475121</c:v>
                </c:pt>
                <c:pt idx="17745">
                  <c:v>7.0159346568063201</c:v>
                </c:pt>
                <c:pt idx="17746">
                  <c:v>7.0171936643592616</c:v>
                </c:pt>
                <c:pt idx="17747">
                  <c:v>7.016621201848027</c:v>
                </c:pt>
                <c:pt idx="17748">
                  <c:v>7.0137884545640894</c:v>
                </c:pt>
                <c:pt idx="17749">
                  <c:v>7.0102344723190209</c:v>
                </c:pt>
                <c:pt idx="17750">
                  <c:v>7.011005928822593</c:v>
                </c:pt>
                <c:pt idx="17751">
                  <c:v>7.0125603525757265</c:v>
                </c:pt>
                <c:pt idx="17752">
                  <c:v>7.0135535880414386</c:v>
                </c:pt>
                <c:pt idx="17753">
                  <c:v>7.0144925022469611</c:v>
                </c:pt>
                <c:pt idx="17754">
                  <c:v>7.0141795045648783</c:v>
                </c:pt>
                <c:pt idx="17755">
                  <c:v>7.015588703700784</c:v>
                </c:pt>
                <c:pt idx="17756">
                  <c:v>7.0192186884056831</c:v>
                </c:pt>
                <c:pt idx="17757">
                  <c:v>7.0190984562985852</c:v>
                </c:pt>
                <c:pt idx="17758">
                  <c:v>7.0154018511802461</c:v>
                </c:pt>
                <c:pt idx="17759">
                  <c:v>7.0123820936943186</c:v>
                </c:pt>
                <c:pt idx="17760">
                  <c:v>7.0098365631750736</c:v>
                </c:pt>
                <c:pt idx="17761">
                  <c:v>7.0084693073053819</c:v>
                </c:pt>
                <c:pt idx="17762">
                  <c:v>7.01057451237011</c:v>
                </c:pt>
                <c:pt idx="17763">
                  <c:v>7.01400613380848</c:v>
                </c:pt>
                <c:pt idx="17764">
                  <c:v>7.0140173291915673</c:v>
                </c:pt>
                <c:pt idx="17765">
                  <c:v>7.0131589113672561</c:v>
                </c:pt>
                <c:pt idx="17766">
                  <c:v>7.0150671722985223</c:v>
                </c:pt>
                <c:pt idx="17767">
                  <c:v>7.0172980494804396</c:v>
                </c:pt>
                <c:pt idx="17768">
                  <c:v>7.0170160362036613</c:v>
                </c:pt>
                <c:pt idx="17769">
                  <c:v>7.0166383891262871</c:v>
                </c:pt>
                <c:pt idx="17770">
                  <c:v>7.0160783046090289</c:v>
                </c:pt>
                <c:pt idx="17771">
                  <c:v>7.0145528154023244</c:v>
                </c:pt>
                <c:pt idx="17772">
                  <c:v>7.0153383055551179</c:v>
                </c:pt>
                <c:pt idx="17773">
                  <c:v>7.0154426118355699</c:v>
                </c:pt>
                <c:pt idx="17774">
                  <c:v>7.0143096706034473</c:v>
                </c:pt>
                <c:pt idx="17775">
                  <c:v>7.0117346536526908</c:v>
                </c:pt>
                <c:pt idx="17776">
                  <c:v>7.0108384711206417</c:v>
                </c:pt>
                <c:pt idx="17777">
                  <c:v>7.0140155946955955</c:v>
                </c:pt>
                <c:pt idx="17778">
                  <c:v>7.016528563995017</c:v>
                </c:pt>
                <c:pt idx="17779">
                  <c:v>7.0173221747425849</c:v>
                </c:pt>
                <c:pt idx="17780">
                  <c:v>7.0174961762247907</c:v>
                </c:pt>
                <c:pt idx="17781">
                  <c:v>7.0175258991784792</c:v>
                </c:pt>
                <c:pt idx="17782">
                  <c:v>7.0174290827669941</c:v>
                </c:pt>
                <c:pt idx="17783">
                  <c:v>7.0190505211371983</c:v>
                </c:pt>
                <c:pt idx="17784">
                  <c:v>7.0195559690313631</c:v>
                </c:pt>
                <c:pt idx="17785">
                  <c:v>7.0185957678298303</c:v>
                </c:pt>
                <c:pt idx="17786">
                  <c:v>7.0171821536132706</c:v>
                </c:pt>
                <c:pt idx="17787">
                  <c:v>7.0160567022501139</c:v>
                </c:pt>
                <c:pt idx="17788">
                  <c:v>7.0162644475630334</c:v>
                </c:pt>
                <c:pt idx="17789">
                  <c:v>7.0170877024235638</c:v>
                </c:pt>
                <c:pt idx="17790">
                  <c:v>7.0188000441508063</c:v>
                </c:pt>
                <c:pt idx="17791">
                  <c:v>7.0214140872609159</c:v>
                </c:pt>
                <c:pt idx="17792">
                  <c:v>7.0211965656979771</c:v>
                </c:pt>
                <c:pt idx="17793">
                  <c:v>7.0200329554234537</c:v>
                </c:pt>
                <c:pt idx="17794">
                  <c:v>7.0191767451394691</c:v>
                </c:pt>
                <c:pt idx="17795">
                  <c:v>7.018393541367729</c:v>
                </c:pt>
                <c:pt idx="17796">
                  <c:v>7.0160322616250648</c:v>
                </c:pt>
                <c:pt idx="17797">
                  <c:v>7.0146292120657847</c:v>
                </c:pt>
                <c:pt idx="17798">
                  <c:v>7.0147504691023199</c:v>
                </c:pt>
                <c:pt idx="17799">
                  <c:v>7.0152186253331017</c:v>
                </c:pt>
                <c:pt idx="17800">
                  <c:v>7.0157383433986658</c:v>
                </c:pt>
                <c:pt idx="17801">
                  <c:v>7.0152084548794527</c:v>
                </c:pt>
                <c:pt idx="17802">
                  <c:v>7.0152093221274381</c:v>
                </c:pt>
                <c:pt idx="17803">
                  <c:v>7.0172918210630879</c:v>
                </c:pt>
                <c:pt idx="17804">
                  <c:v>7.018644018354121</c:v>
                </c:pt>
                <c:pt idx="17805">
                  <c:v>7.0184898847348585</c:v>
                </c:pt>
                <c:pt idx="17806">
                  <c:v>7.0181190968006435</c:v>
                </c:pt>
                <c:pt idx="17807">
                  <c:v>7.0169996373326606</c:v>
                </c:pt>
                <c:pt idx="17808">
                  <c:v>7.0150715085384503</c:v>
                </c:pt>
                <c:pt idx="17809">
                  <c:v>7.0139427458648038</c:v>
                </c:pt>
                <c:pt idx="17810">
                  <c:v>7.0137697693120362</c:v>
                </c:pt>
                <c:pt idx="17811">
                  <c:v>7.0129855406108579</c:v>
                </c:pt>
                <c:pt idx="17812">
                  <c:v>7.0136429145839578</c:v>
                </c:pt>
                <c:pt idx="17813">
                  <c:v>7.0165590753559659</c:v>
                </c:pt>
                <c:pt idx="17814">
                  <c:v>7.0159654835301719</c:v>
                </c:pt>
                <c:pt idx="17815">
                  <c:v>7.0141343288288995</c:v>
                </c:pt>
                <c:pt idx="17816">
                  <c:v>7.0142600797868147</c:v>
                </c:pt>
                <c:pt idx="17817">
                  <c:v>7.0156483072896139</c:v>
                </c:pt>
                <c:pt idx="17818">
                  <c:v>7.0170441823428309</c:v>
                </c:pt>
                <c:pt idx="17819">
                  <c:v>7.0177393998643938</c:v>
                </c:pt>
                <c:pt idx="17820">
                  <c:v>7.0189684479414689</c:v>
                </c:pt>
                <c:pt idx="17821">
                  <c:v>7.0190130717923651</c:v>
                </c:pt>
                <c:pt idx="17822">
                  <c:v>7.0170872293792081</c:v>
                </c:pt>
                <c:pt idx="17823">
                  <c:v>7.0160537851432538</c:v>
                </c:pt>
                <c:pt idx="17824">
                  <c:v>7.0157297497595357</c:v>
                </c:pt>
                <c:pt idx="17825">
                  <c:v>7.0158353963323297</c:v>
                </c:pt>
                <c:pt idx="17826">
                  <c:v>7.0155462085494884</c:v>
                </c:pt>
                <c:pt idx="17827">
                  <c:v>7.0164020246298424</c:v>
                </c:pt>
                <c:pt idx="17828">
                  <c:v>7.0158340560399877</c:v>
                </c:pt>
                <c:pt idx="17829">
                  <c:v>7.0140795345243543</c:v>
                </c:pt>
                <c:pt idx="17830">
                  <c:v>7.0138329995742597</c:v>
                </c:pt>
                <c:pt idx="17831">
                  <c:v>7.0153680285088065</c:v>
                </c:pt>
                <c:pt idx="17832">
                  <c:v>7.0169595074031443</c:v>
                </c:pt>
                <c:pt idx="17833">
                  <c:v>7.0169084974534446</c:v>
                </c:pt>
                <c:pt idx="17834">
                  <c:v>7.0169518598527256</c:v>
                </c:pt>
                <c:pt idx="17835">
                  <c:v>7.0177484665478795</c:v>
                </c:pt>
                <c:pt idx="17836">
                  <c:v>7.0170046042983962</c:v>
                </c:pt>
                <c:pt idx="17837">
                  <c:v>7.0147885491729607</c:v>
                </c:pt>
                <c:pt idx="17838">
                  <c:v>7.0145370472571313</c:v>
                </c:pt>
                <c:pt idx="17839">
                  <c:v>7.0168123906084929</c:v>
                </c:pt>
                <c:pt idx="17840">
                  <c:v>7.0187212034248407</c:v>
                </c:pt>
                <c:pt idx="17841">
                  <c:v>7.0196288967028808</c:v>
                </c:pt>
                <c:pt idx="17842">
                  <c:v>7.0204246361500493</c:v>
                </c:pt>
                <c:pt idx="17843">
                  <c:v>7.0203769375108402</c:v>
                </c:pt>
                <c:pt idx="17844">
                  <c:v>7.0173764171620494</c:v>
                </c:pt>
                <c:pt idx="17845">
                  <c:v>7.0150440719658143</c:v>
                </c:pt>
                <c:pt idx="17846">
                  <c:v>7.0154737539223264</c:v>
                </c:pt>
                <c:pt idx="17847">
                  <c:v>7.017995316860878</c:v>
                </c:pt>
                <c:pt idx="17848">
                  <c:v>7.0191305444740539</c:v>
                </c:pt>
                <c:pt idx="17849">
                  <c:v>7.0186906920638927</c:v>
                </c:pt>
                <c:pt idx="17850">
                  <c:v>7.0169873381794101</c:v>
                </c:pt>
                <c:pt idx="17851">
                  <c:v>7.015241252621454</c:v>
                </c:pt>
                <c:pt idx="17852">
                  <c:v>7.0155001655655242</c:v>
                </c:pt>
                <c:pt idx="17853">
                  <c:v>7.0144558413093865</c:v>
                </c:pt>
                <c:pt idx="17854">
                  <c:v>7.0117740740156735</c:v>
                </c:pt>
                <c:pt idx="17855">
                  <c:v>7.0109357605764835</c:v>
                </c:pt>
                <c:pt idx="17856">
                  <c:v>7.0128135101468017</c:v>
                </c:pt>
                <c:pt idx="17857">
                  <c:v>7.0135502767309479</c:v>
                </c:pt>
                <c:pt idx="17858">
                  <c:v>7.0127459436446493</c:v>
                </c:pt>
                <c:pt idx="17859">
                  <c:v>7.0133559343414431</c:v>
                </c:pt>
                <c:pt idx="17860">
                  <c:v>7.0132379097746735</c:v>
                </c:pt>
                <c:pt idx="17861">
                  <c:v>7.0124603825352025</c:v>
                </c:pt>
                <c:pt idx="17862">
                  <c:v>7.013347419543039</c:v>
                </c:pt>
                <c:pt idx="17863">
                  <c:v>7.0152984909885054</c:v>
                </c:pt>
                <c:pt idx="17864">
                  <c:v>7.0168063987133191</c:v>
                </c:pt>
                <c:pt idx="17865">
                  <c:v>7.0166036992068621</c:v>
                </c:pt>
                <c:pt idx="17866">
                  <c:v>7.0159937873507943</c:v>
                </c:pt>
                <c:pt idx="17867">
                  <c:v>7.0154852646683175</c:v>
                </c:pt>
                <c:pt idx="17868">
                  <c:v>7.0155294943155839</c:v>
                </c:pt>
                <c:pt idx="17869">
                  <c:v>7.0168401425440328</c:v>
                </c:pt>
                <c:pt idx="17870">
                  <c:v>7.0179912959838537</c:v>
                </c:pt>
                <c:pt idx="17871">
                  <c:v>7.0186875384348539</c:v>
                </c:pt>
                <c:pt idx="17872">
                  <c:v>7.0177804758826223</c:v>
                </c:pt>
                <c:pt idx="17873">
                  <c:v>7.0161052681373093</c:v>
                </c:pt>
                <c:pt idx="17874">
                  <c:v>7.0160136552137375</c:v>
                </c:pt>
                <c:pt idx="17875">
                  <c:v>7.0160589097904413</c:v>
                </c:pt>
                <c:pt idx="17876">
                  <c:v>7.016204055566944</c:v>
                </c:pt>
                <c:pt idx="17877">
                  <c:v>7.015797395102414</c:v>
                </c:pt>
                <c:pt idx="17878">
                  <c:v>7.0133647645027519</c:v>
                </c:pt>
                <c:pt idx="17879">
                  <c:v>7.0129669341995298</c:v>
                </c:pt>
                <c:pt idx="17880">
                  <c:v>7.0150456487803341</c:v>
                </c:pt>
                <c:pt idx="17881">
                  <c:v>7.0152833535691199</c:v>
                </c:pt>
                <c:pt idx="17882">
                  <c:v>7.0133837651177089</c:v>
                </c:pt>
                <c:pt idx="17883">
                  <c:v>7.012010832715748</c:v>
                </c:pt>
                <c:pt idx="17884">
                  <c:v>7.0126488907109854</c:v>
                </c:pt>
                <c:pt idx="17885">
                  <c:v>7.0125024834828675</c:v>
                </c:pt>
                <c:pt idx="17886">
                  <c:v>7.0134120689383304</c:v>
                </c:pt>
                <c:pt idx="17887">
                  <c:v>7.0116507671202637</c:v>
                </c:pt>
                <c:pt idx="17888">
                  <c:v>7.010840994023873</c:v>
                </c:pt>
                <c:pt idx="17889">
                  <c:v>7.0132226935145621</c:v>
                </c:pt>
                <c:pt idx="17890">
                  <c:v>7.013450149008972</c:v>
                </c:pt>
                <c:pt idx="17891">
                  <c:v>7.0138964663586618</c:v>
                </c:pt>
                <c:pt idx="17892">
                  <c:v>7.016302764155852</c:v>
                </c:pt>
                <c:pt idx="17893">
                  <c:v>7.0167124994086949</c:v>
                </c:pt>
                <c:pt idx="17894">
                  <c:v>7.0166193096706033</c:v>
                </c:pt>
                <c:pt idx="17895">
                  <c:v>7.0156318295778863</c:v>
                </c:pt>
                <c:pt idx="17896">
                  <c:v>7.0137435941910153</c:v>
                </c:pt>
                <c:pt idx="17897">
                  <c:v>7.0135142465191818</c:v>
                </c:pt>
                <c:pt idx="17898">
                  <c:v>7.0137603872656458</c:v>
                </c:pt>
                <c:pt idx="17899">
                  <c:v>7.0164036802850882</c:v>
                </c:pt>
                <c:pt idx="17900">
                  <c:v>7.0189778299878585</c:v>
                </c:pt>
                <c:pt idx="17901">
                  <c:v>7.0204070546681594</c:v>
                </c:pt>
                <c:pt idx="17902">
                  <c:v>7.0209409640643967</c:v>
                </c:pt>
                <c:pt idx="17903">
                  <c:v>7.0193483025591696</c:v>
                </c:pt>
                <c:pt idx="17904">
                  <c:v>7.0175939387249882</c:v>
                </c:pt>
                <c:pt idx="17905">
                  <c:v>7.0170321985524842</c:v>
                </c:pt>
                <c:pt idx="17906">
                  <c:v>7.0162776139642693</c:v>
                </c:pt>
                <c:pt idx="17907">
                  <c:v>7.0153220643655683</c:v>
                </c:pt>
                <c:pt idx="17908">
                  <c:v>7.0149990539112883</c:v>
                </c:pt>
                <c:pt idx="17909">
                  <c:v>7.0156135385294629</c:v>
                </c:pt>
                <c:pt idx="17910">
                  <c:v>7.014932906542203</c:v>
                </c:pt>
                <c:pt idx="17911">
                  <c:v>7.0132912061054258</c:v>
                </c:pt>
                <c:pt idx="17912">
                  <c:v>7.0145245904224289</c:v>
                </c:pt>
                <c:pt idx="17913">
                  <c:v>7.0140937258550276</c:v>
                </c:pt>
                <c:pt idx="17914">
                  <c:v>7.0120202936028635</c:v>
                </c:pt>
                <c:pt idx="17915">
                  <c:v>7.0118452671912204</c:v>
                </c:pt>
                <c:pt idx="17916">
                  <c:v>7.0125798262350401</c:v>
                </c:pt>
                <c:pt idx="17917">
                  <c:v>7.0138251155016631</c:v>
                </c:pt>
                <c:pt idx="17918">
                  <c:v>7.0149739037197056</c:v>
                </c:pt>
                <c:pt idx="17919">
                  <c:v>7.015154448982166</c:v>
                </c:pt>
                <c:pt idx="17920">
                  <c:v>7.0156692000819945</c:v>
                </c:pt>
                <c:pt idx="17921">
                  <c:v>7.0138411990097609</c:v>
                </c:pt>
                <c:pt idx="17922">
                  <c:v>7.0134150648859173</c:v>
                </c:pt>
                <c:pt idx="17923">
                  <c:v>7.0158849871489615</c:v>
                </c:pt>
                <c:pt idx="17924">
                  <c:v>7.0171809710023814</c:v>
                </c:pt>
                <c:pt idx="17925">
                  <c:v>7.0171734811334145</c:v>
                </c:pt>
                <c:pt idx="17926">
                  <c:v>7.0170776896513667</c:v>
                </c:pt>
                <c:pt idx="17927">
                  <c:v>7.0174612497831879</c:v>
                </c:pt>
                <c:pt idx="17928">
                  <c:v>7.017275816395717</c:v>
                </c:pt>
                <c:pt idx="17929">
                  <c:v>7.0160932055062366</c:v>
                </c:pt>
                <c:pt idx="17930">
                  <c:v>7.016385231555212</c:v>
                </c:pt>
                <c:pt idx="17931">
                  <c:v>7.0161263186111418</c:v>
                </c:pt>
                <c:pt idx="17932">
                  <c:v>7.0155217679244393</c:v>
                </c:pt>
                <c:pt idx="17933">
                  <c:v>7.0153863983979567</c:v>
                </c:pt>
                <c:pt idx="17934">
                  <c:v>7.0150510099496994</c:v>
                </c:pt>
                <c:pt idx="17935">
                  <c:v>7.0150176603226164</c:v>
                </c:pt>
                <c:pt idx="17936">
                  <c:v>7.0144381809867706</c:v>
                </c:pt>
                <c:pt idx="17937">
                  <c:v>7.0140284457339286</c:v>
                </c:pt>
                <c:pt idx="17938">
                  <c:v>7.0142819975086335</c:v>
                </c:pt>
                <c:pt idx="17939">
                  <c:v>7.0147861839511823</c:v>
                </c:pt>
                <c:pt idx="17940">
                  <c:v>7.0148784276005616</c:v>
                </c:pt>
                <c:pt idx="17941">
                  <c:v>7.014566612529368</c:v>
                </c:pt>
                <c:pt idx="17942">
                  <c:v>7.0150745044860372</c:v>
                </c:pt>
                <c:pt idx="17943">
                  <c:v>7.015239754647661</c:v>
                </c:pt>
                <c:pt idx="17944">
                  <c:v>7.0166292436020754</c:v>
                </c:pt>
                <c:pt idx="17945">
                  <c:v>7.0189742821551899</c:v>
                </c:pt>
                <c:pt idx="17946">
                  <c:v>7.0172762894400735</c:v>
                </c:pt>
                <c:pt idx="17947">
                  <c:v>7.015587442249168</c:v>
                </c:pt>
                <c:pt idx="17948">
                  <c:v>7.0143818098677055</c:v>
                </c:pt>
                <c:pt idx="17949">
                  <c:v>7.0141551427805551</c:v>
                </c:pt>
                <c:pt idx="17950">
                  <c:v>7.0149054699695679</c:v>
                </c:pt>
                <c:pt idx="17951">
                  <c:v>7.0167885018685254</c:v>
                </c:pt>
                <c:pt idx="17952">
                  <c:v>7.0176611110235099</c:v>
                </c:pt>
                <c:pt idx="17953">
                  <c:v>7.0173499266781247</c:v>
                </c:pt>
                <c:pt idx="17954">
                  <c:v>7.0168713634715152</c:v>
                </c:pt>
                <c:pt idx="17955">
                  <c:v>7.0153673189422729</c:v>
                </c:pt>
                <c:pt idx="17956">
                  <c:v>7.0147928854128887</c:v>
                </c:pt>
                <c:pt idx="17957">
                  <c:v>7.0151224396474241</c:v>
                </c:pt>
                <c:pt idx="17958">
                  <c:v>7.0151251202321072</c:v>
                </c:pt>
                <c:pt idx="17959">
                  <c:v>7.0155021365836738</c:v>
                </c:pt>
                <c:pt idx="17960">
                  <c:v>7.015665494567874</c:v>
                </c:pt>
                <c:pt idx="17961">
                  <c:v>7.0135394755514913</c:v>
                </c:pt>
                <c:pt idx="17962">
                  <c:v>7.0125454516785188</c:v>
                </c:pt>
                <c:pt idx="17963">
                  <c:v>7.0142586606537476</c:v>
                </c:pt>
                <c:pt idx="17964">
                  <c:v>7.0158252258786797</c:v>
                </c:pt>
                <c:pt idx="17965">
                  <c:v>7.0160973840647127</c:v>
                </c:pt>
                <c:pt idx="17966">
                  <c:v>7.0159871647298129</c:v>
                </c:pt>
                <c:pt idx="17967">
                  <c:v>7.0161719673914753</c:v>
                </c:pt>
                <c:pt idx="17968">
                  <c:v>7.0157526135700659</c:v>
                </c:pt>
                <c:pt idx="17969">
                  <c:v>7.0159730522398647</c:v>
                </c:pt>
                <c:pt idx="17970">
                  <c:v>7.0182155190084989</c:v>
                </c:pt>
                <c:pt idx="17971">
                  <c:v>7.0190979832542295</c:v>
                </c:pt>
                <c:pt idx="17972">
                  <c:v>7.0187520301486934</c:v>
                </c:pt>
                <c:pt idx="17973">
                  <c:v>7.0185700657531651</c:v>
                </c:pt>
                <c:pt idx="17974">
                  <c:v>7.019116037780476</c:v>
                </c:pt>
                <c:pt idx="17975">
                  <c:v>7.0200521925605894</c:v>
                </c:pt>
                <c:pt idx="17976">
                  <c:v>7.0218438480581531</c:v>
                </c:pt>
                <c:pt idx="17977">
                  <c:v>7.0214755830271685</c:v>
                </c:pt>
                <c:pt idx="17978">
                  <c:v>7.0202900550308271</c:v>
                </c:pt>
                <c:pt idx="17979">
                  <c:v>7.0190400353206455</c:v>
                </c:pt>
                <c:pt idx="17980">
                  <c:v>7.0178668064775538</c:v>
                </c:pt>
                <c:pt idx="17981">
                  <c:v>7.0173135811034548</c:v>
                </c:pt>
                <c:pt idx="17982">
                  <c:v>7.0165746069789812</c:v>
                </c:pt>
                <c:pt idx="17983">
                  <c:v>7.0174598306501208</c:v>
                </c:pt>
                <c:pt idx="17984">
                  <c:v>7.0194436209968618</c:v>
                </c:pt>
                <c:pt idx="17985">
                  <c:v>7.0220353521815229</c:v>
                </c:pt>
                <c:pt idx="17986">
                  <c:v>7.0209137640139394</c:v>
                </c:pt>
                <c:pt idx="17987">
                  <c:v>7.0190345953105533</c:v>
                </c:pt>
                <c:pt idx="17988">
                  <c:v>7.018626515712957</c:v>
                </c:pt>
                <c:pt idx="17989">
                  <c:v>7.0181737334237377</c:v>
                </c:pt>
                <c:pt idx="17990">
                  <c:v>7.0174948359324496</c:v>
                </c:pt>
                <c:pt idx="17991">
                  <c:v>7.0174351535028938</c:v>
                </c:pt>
                <c:pt idx="17992">
                  <c:v>7.0169422412841573</c:v>
                </c:pt>
                <c:pt idx="17993">
                  <c:v>7.0164259922105359</c:v>
                </c:pt>
                <c:pt idx="17994">
                  <c:v>7.0170944038852712</c:v>
                </c:pt>
                <c:pt idx="17995">
                  <c:v>7.0186746085557958</c:v>
                </c:pt>
                <c:pt idx="17996">
                  <c:v>7.0180009145524211</c:v>
                </c:pt>
                <c:pt idx="17997">
                  <c:v>7.018751084059982</c:v>
                </c:pt>
                <c:pt idx="17998">
                  <c:v>7.0183483656317511</c:v>
                </c:pt>
                <c:pt idx="17999">
                  <c:v>7.0169206389252432</c:v>
                </c:pt>
                <c:pt idx="18000">
                  <c:v>7.017154086314827</c:v>
                </c:pt>
                <c:pt idx="18001">
                  <c:v>7.0175528627067596</c:v>
                </c:pt>
                <c:pt idx="18002">
                  <c:v>7.0166432772512968</c:v>
                </c:pt>
                <c:pt idx="18003">
                  <c:v>7.0150354783266842</c:v>
                </c:pt>
                <c:pt idx="18004">
                  <c:v>7.0150467525504974</c:v>
                </c:pt>
                <c:pt idx="18005">
                  <c:v>7.0144056197669471</c:v>
                </c:pt>
                <c:pt idx="18006">
                  <c:v>7.0130952080606761</c:v>
                </c:pt>
                <c:pt idx="18007">
                  <c:v>7.0121000804175404</c:v>
                </c:pt>
                <c:pt idx="18008">
                  <c:v>7.0116392563742727</c:v>
                </c:pt>
                <c:pt idx="18009">
                  <c:v>7.0126693892997363</c:v>
                </c:pt>
                <c:pt idx="18010">
                  <c:v>7.0143885901701379</c:v>
                </c:pt>
                <c:pt idx="18011">
                  <c:v>7.0153290023494534</c:v>
                </c:pt>
                <c:pt idx="18012">
                  <c:v>7.0161892335104623</c:v>
                </c:pt>
                <c:pt idx="18013">
                  <c:v>7.0159449061006951</c:v>
                </c:pt>
                <c:pt idx="18014">
                  <c:v>7.0138562575884196</c:v>
                </c:pt>
                <c:pt idx="18015">
                  <c:v>7.0145909743136912</c:v>
                </c:pt>
                <c:pt idx="18016">
                  <c:v>7.0159645374414605</c:v>
                </c:pt>
                <c:pt idx="18017">
                  <c:v>7.0146270045254573</c:v>
                </c:pt>
                <c:pt idx="18018">
                  <c:v>7.0130091139879216</c:v>
                </c:pt>
                <c:pt idx="18019">
                  <c:v>7.0131857172140837</c:v>
                </c:pt>
                <c:pt idx="18020">
                  <c:v>7.01252061684984</c:v>
                </c:pt>
                <c:pt idx="18021">
                  <c:v>7.0118384080480611</c:v>
                </c:pt>
                <c:pt idx="18022">
                  <c:v>7.0126745139469246</c:v>
                </c:pt>
                <c:pt idx="18023">
                  <c:v>7.0143804695753635</c:v>
                </c:pt>
                <c:pt idx="18024">
                  <c:v>7.0148809505037919</c:v>
                </c:pt>
                <c:pt idx="18025">
                  <c:v>7.0159002822497989</c:v>
                </c:pt>
                <c:pt idx="18026">
                  <c:v>7.0173324240369608</c:v>
                </c:pt>
                <c:pt idx="18027">
                  <c:v>7.015454122581561</c:v>
                </c:pt>
                <c:pt idx="18028">
                  <c:v>7.0139775934656807</c:v>
                </c:pt>
                <c:pt idx="18029">
                  <c:v>7.0148566675601947</c:v>
                </c:pt>
                <c:pt idx="18030">
                  <c:v>7.0181425913369813</c:v>
                </c:pt>
                <c:pt idx="18031">
                  <c:v>7.0192226304419814</c:v>
                </c:pt>
                <c:pt idx="18032">
                  <c:v>7.0180398618710482</c:v>
                </c:pt>
                <c:pt idx="18033">
                  <c:v>7.0182502877686499</c:v>
                </c:pt>
                <c:pt idx="18034">
                  <c:v>7.0186504832936505</c:v>
                </c:pt>
                <c:pt idx="18035">
                  <c:v>7.018150160046674</c:v>
                </c:pt>
                <c:pt idx="18036">
                  <c:v>7.017335104621643</c:v>
                </c:pt>
                <c:pt idx="18037">
                  <c:v>7.0167829041769814</c:v>
                </c:pt>
                <c:pt idx="18038">
                  <c:v>7.0177386114571343</c:v>
                </c:pt>
                <c:pt idx="18039">
                  <c:v>7.0170295179678011</c:v>
                </c:pt>
                <c:pt idx="18040">
                  <c:v>7.0150078052318703</c:v>
                </c:pt>
                <c:pt idx="18041">
                  <c:v>7.0151870890427155</c:v>
                </c:pt>
                <c:pt idx="18042">
                  <c:v>7.0147538592535357</c:v>
                </c:pt>
                <c:pt idx="18043">
                  <c:v>7.0135922988378878</c:v>
                </c:pt>
                <c:pt idx="18044">
                  <c:v>7.0140242671754525</c:v>
                </c:pt>
                <c:pt idx="18045">
                  <c:v>7.0140223749980288</c:v>
                </c:pt>
                <c:pt idx="18046">
                  <c:v>7.0149337737901893</c:v>
                </c:pt>
                <c:pt idx="18047">
                  <c:v>7.0152530787303489</c:v>
                </c:pt>
                <c:pt idx="18048">
                  <c:v>7.0140026648165374</c:v>
                </c:pt>
                <c:pt idx="18049">
                  <c:v>7.01347324934168</c:v>
                </c:pt>
                <c:pt idx="18050">
                  <c:v>7.0130405714375819</c:v>
                </c:pt>
                <c:pt idx="18051">
                  <c:v>7.0142681215408631</c:v>
                </c:pt>
                <c:pt idx="18052">
                  <c:v>7.0157575805358015</c:v>
                </c:pt>
                <c:pt idx="18053">
                  <c:v>7.0181646667402511</c:v>
                </c:pt>
                <c:pt idx="18054">
                  <c:v>7.0210380169980606</c:v>
                </c:pt>
                <c:pt idx="18055">
                  <c:v>7.0212709913432887</c:v>
                </c:pt>
                <c:pt idx="18056">
                  <c:v>7.019185575300777</c:v>
                </c:pt>
                <c:pt idx="18057">
                  <c:v>7.0184577965593906</c:v>
                </c:pt>
                <c:pt idx="18058">
                  <c:v>7.0168546492376098</c:v>
                </c:pt>
                <c:pt idx="18059">
                  <c:v>7.0148332518645828</c:v>
                </c:pt>
                <c:pt idx="18060">
                  <c:v>7.0146054021665432</c:v>
                </c:pt>
                <c:pt idx="18061">
                  <c:v>7.0159954430060392</c:v>
                </c:pt>
                <c:pt idx="18062">
                  <c:v>7.0163671770289664</c:v>
                </c:pt>
                <c:pt idx="18063">
                  <c:v>7.0158217568867371</c:v>
                </c:pt>
                <c:pt idx="18064">
                  <c:v>7.0170459168388026</c:v>
                </c:pt>
                <c:pt idx="18065">
                  <c:v>7.0171783692584242</c:v>
                </c:pt>
                <c:pt idx="18066">
                  <c:v>7.0174401993093554</c:v>
                </c:pt>
                <c:pt idx="18067">
                  <c:v>7.0180724230908718</c:v>
                </c:pt>
                <c:pt idx="18068">
                  <c:v>7.0179730837761554</c:v>
                </c:pt>
                <c:pt idx="18069">
                  <c:v>7.0162025575931501</c:v>
                </c:pt>
                <c:pt idx="18070">
                  <c:v>7.0137305854712313</c:v>
                </c:pt>
                <c:pt idx="18071">
                  <c:v>7.0115267506583203</c:v>
                </c:pt>
                <c:pt idx="18072">
                  <c:v>7.0095514751099826</c:v>
                </c:pt>
                <c:pt idx="18073">
                  <c:v>7.0089663192418676</c:v>
                </c:pt>
                <c:pt idx="18074">
                  <c:v>7.0102374682666078</c:v>
                </c:pt>
                <c:pt idx="18075">
                  <c:v>7.0121647298128318</c:v>
                </c:pt>
                <c:pt idx="18076">
                  <c:v>7.0129807313265742</c:v>
                </c:pt>
                <c:pt idx="18077">
                  <c:v>7.0116026742774249</c:v>
                </c:pt>
                <c:pt idx="18078">
                  <c:v>7.0106147999810782</c:v>
                </c:pt>
                <c:pt idx="18079">
                  <c:v>7.0103476876015076</c:v>
                </c:pt>
                <c:pt idx="18080">
                  <c:v>7.0133914915088535</c:v>
                </c:pt>
                <c:pt idx="18081">
                  <c:v>7.0154684715936861</c:v>
                </c:pt>
                <c:pt idx="18082">
                  <c:v>7.0152610416436714</c:v>
                </c:pt>
                <c:pt idx="18083">
                  <c:v>7.0153530487708728</c:v>
                </c:pt>
                <c:pt idx="18084">
                  <c:v>7.0143735315914792</c:v>
                </c:pt>
                <c:pt idx="18085">
                  <c:v>7.0128602626972993</c:v>
                </c:pt>
                <c:pt idx="18086">
                  <c:v>7.0135762153297909</c:v>
                </c:pt>
                <c:pt idx="18087">
                  <c:v>7.0149321181349436</c:v>
                </c:pt>
                <c:pt idx="18088">
                  <c:v>7.0145473753922323</c:v>
                </c:pt>
                <c:pt idx="18089">
                  <c:v>7.0125121808921618</c:v>
                </c:pt>
                <c:pt idx="18090">
                  <c:v>7.0109174695280592</c:v>
                </c:pt>
                <c:pt idx="18091">
                  <c:v>7.0110038789637175</c:v>
                </c:pt>
                <c:pt idx="18092">
                  <c:v>7.0114038379665402</c:v>
                </c:pt>
                <c:pt idx="18093">
                  <c:v>7.0120547470001107</c:v>
                </c:pt>
                <c:pt idx="18094">
                  <c:v>7.0122297734117538</c:v>
                </c:pt>
                <c:pt idx="18095">
                  <c:v>7.0127447610337592</c:v>
                </c:pt>
                <c:pt idx="18096">
                  <c:v>7.0128248632113408</c:v>
                </c:pt>
                <c:pt idx="18097">
                  <c:v>7.0142040240306534</c:v>
                </c:pt>
                <c:pt idx="18098">
                  <c:v>7.014709866128447</c:v>
                </c:pt>
                <c:pt idx="18099">
                  <c:v>7.0147969062899129</c:v>
                </c:pt>
                <c:pt idx="18100">
                  <c:v>7.0163734054463172</c:v>
                </c:pt>
                <c:pt idx="18101">
                  <c:v>7.0154724924707104</c:v>
                </c:pt>
                <c:pt idx="18102">
                  <c:v>7.0135151926078931</c:v>
                </c:pt>
                <c:pt idx="18103">
                  <c:v>7.0143263848373518</c:v>
                </c:pt>
                <c:pt idx="18104">
                  <c:v>7.0144906889102634</c:v>
                </c:pt>
                <c:pt idx="18105">
                  <c:v>7.0123855626862612</c:v>
                </c:pt>
                <c:pt idx="18106">
                  <c:v>7.0126782194610451</c:v>
                </c:pt>
                <c:pt idx="18107">
                  <c:v>7.0133641337769435</c:v>
                </c:pt>
                <c:pt idx="18108">
                  <c:v>7.0126476292593702</c:v>
                </c:pt>
                <c:pt idx="18109">
                  <c:v>7.013405209795172</c:v>
                </c:pt>
                <c:pt idx="18110">
                  <c:v>7.0167970166669296</c:v>
                </c:pt>
                <c:pt idx="18111">
                  <c:v>7.0187455652091648</c:v>
                </c:pt>
                <c:pt idx="18112">
                  <c:v>7.0192327220549044</c:v>
                </c:pt>
                <c:pt idx="18113">
                  <c:v>7.0192037875084754</c:v>
                </c:pt>
                <c:pt idx="18114">
                  <c:v>7.0172071461234014</c:v>
                </c:pt>
                <c:pt idx="18115">
                  <c:v>7.0154621643356094</c:v>
                </c:pt>
                <c:pt idx="18116">
                  <c:v>7.0156431038016995</c:v>
                </c:pt>
                <c:pt idx="18117">
                  <c:v>7.0151844084580333</c:v>
                </c:pt>
                <c:pt idx="18118">
                  <c:v>7.0154270802125547</c:v>
                </c:pt>
                <c:pt idx="18119">
                  <c:v>7.0155384033176178</c:v>
                </c:pt>
                <c:pt idx="18120">
                  <c:v>7.0144360522871692</c:v>
                </c:pt>
                <c:pt idx="18121">
                  <c:v>7.0139003295542341</c:v>
                </c:pt>
                <c:pt idx="18122">
                  <c:v>7.0144827259969409</c:v>
                </c:pt>
                <c:pt idx="18123">
                  <c:v>7.0153893943455428</c:v>
                </c:pt>
                <c:pt idx="18124">
                  <c:v>7.0163715132688944</c:v>
                </c:pt>
                <c:pt idx="18125">
                  <c:v>7.0166989388038283</c:v>
                </c:pt>
                <c:pt idx="18126">
                  <c:v>7.0152075876314672</c:v>
                </c:pt>
                <c:pt idx="18127">
                  <c:v>7.0140391680726593</c:v>
                </c:pt>
                <c:pt idx="18128">
                  <c:v>7.0139580409656412</c:v>
                </c:pt>
                <c:pt idx="18129">
                  <c:v>7.0149602642741131</c:v>
                </c:pt>
                <c:pt idx="18130">
                  <c:v>7.0158588908686674</c:v>
                </c:pt>
                <c:pt idx="18131">
                  <c:v>7.0163453381478735</c:v>
                </c:pt>
                <c:pt idx="18132">
                  <c:v>7.0161360160204351</c:v>
                </c:pt>
                <c:pt idx="18133">
                  <c:v>7.0160762547501534</c:v>
                </c:pt>
                <c:pt idx="18134">
                  <c:v>7.0188690297860266</c:v>
                </c:pt>
                <c:pt idx="18135">
                  <c:v>7.0187762342515647</c:v>
                </c:pt>
                <c:pt idx="18136">
                  <c:v>7.015394755514909</c:v>
                </c:pt>
                <c:pt idx="18137">
                  <c:v>7.0143901669846578</c:v>
                </c:pt>
                <c:pt idx="18138">
                  <c:v>7.0157576593765274</c:v>
                </c:pt>
                <c:pt idx="18139">
                  <c:v>7.0162050016556554</c:v>
                </c:pt>
                <c:pt idx="18140">
                  <c:v>7.0154854223497694</c:v>
                </c:pt>
                <c:pt idx="18141">
                  <c:v>7.0153608540027435</c:v>
                </c:pt>
                <c:pt idx="18142">
                  <c:v>7.0158696920481241</c:v>
                </c:pt>
                <c:pt idx="18143">
                  <c:v>7.0152265094056983</c:v>
                </c:pt>
                <c:pt idx="18144">
                  <c:v>7.014245100048881</c:v>
                </c:pt>
                <c:pt idx="18145">
                  <c:v>7.0159685583184848</c:v>
                </c:pt>
                <c:pt idx="18146">
                  <c:v>7.0149537993345845</c:v>
                </c:pt>
                <c:pt idx="18147">
                  <c:v>7.0125908639366754</c:v>
                </c:pt>
                <c:pt idx="18148">
                  <c:v>7.0107044418865012</c:v>
                </c:pt>
                <c:pt idx="18149">
                  <c:v>7.0097499172172375</c:v>
                </c:pt>
                <c:pt idx="18150">
                  <c:v>7.0111978271495925</c:v>
                </c:pt>
                <c:pt idx="18151">
                  <c:v>7.013400873555244</c:v>
                </c:pt>
                <c:pt idx="18152">
                  <c:v>7.0139378577397942</c:v>
                </c:pt>
                <c:pt idx="18153">
                  <c:v>7.0153580945773353</c:v>
                </c:pt>
                <c:pt idx="18154">
                  <c:v>7.0151311121272801</c:v>
                </c:pt>
                <c:pt idx="18155">
                  <c:v>7.0142188460871351</c:v>
                </c:pt>
                <c:pt idx="18156">
                  <c:v>7.0143176335167698</c:v>
                </c:pt>
                <c:pt idx="18157">
                  <c:v>7.0140488654819535</c:v>
                </c:pt>
                <c:pt idx="18158">
                  <c:v>7.0150644917138401</c:v>
                </c:pt>
                <c:pt idx="18159">
                  <c:v>7.0161134675728096</c:v>
                </c:pt>
                <c:pt idx="18160">
                  <c:v>7.0144777590312053</c:v>
                </c:pt>
                <c:pt idx="18161">
                  <c:v>7.0138546019331747</c:v>
                </c:pt>
                <c:pt idx="18162">
                  <c:v>7.0149432346773049</c:v>
                </c:pt>
                <c:pt idx="18163">
                  <c:v>7.0143982087387062</c:v>
                </c:pt>
                <c:pt idx="18164">
                  <c:v>7.0151773916334221</c:v>
                </c:pt>
                <c:pt idx="18165">
                  <c:v>7.0150119049496205</c:v>
                </c:pt>
                <c:pt idx="18166">
                  <c:v>7.0143445182043234</c:v>
                </c:pt>
                <c:pt idx="18167">
                  <c:v>7.0141847080527917</c:v>
                </c:pt>
                <c:pt idx="18168">
                  <c:v>7.015041470221858</c:v>
                </c:pt>
                <c:pt idx="18169">
                  <c:v>7.0162806887525822</c:v>
                </c:pt>
                <c:pt idx="18170">
                  <c:v>7.0160740472098269</c:v>
                </c:pt>
                <c:pt idx="18171">
                  <c:v>7.0151196013812891</c:v>
                </c:pt>
                <c:pt idx="18172">
                  <c:v>7.0156102272189722</c:v>
                </c:pt>
                <c:pt idx="18173">
                  <c:v>7.0172592598432644</c:v>
                </c:pt>
                <c:pt idx="18174">
                  <c:v>7.0169199293587097</c:v>
                </c:pt>
                <c:pt idx="18175">
                  <c:v>7.0164180292972134</c:v>
                </c:pt>
                <c:pt idx="18176">
                  <c:v>7.0168757785521692</c:v>
                </c:pt>
                <c:pt idx="18177">
                  <c:v>7.015629385515382</c:v>
                </c:pt>
                <c:pt idx="18178">
                  <c:v>7.0146035888298464</c:v>
                </c:pt>
                <c:pt idx="18179">
                  <c:v>7.0152807518251628</c:v>
                </c:pt>
                <c:pt idx="18180">
                  <c:v>7.0151702959680851</c:v>
                </c:pt>
                <c:pt idx="18181">
                  <c:v>7.0156202399911702</c:v>
                </c:pt>
                <c:pt idx="18182">
                  <c:v>7.0154712310190952</c:v>
                </c:pt>
                <c:pt idx="18183">
                  <c:v>7.0154929910594621</c:v>
                </c:pt>
                <c:pt idx="18184">
                  <c:v>7.0168479477759034</c:v>
                </c:pt>
                <c:pt idx="18185">
                  <c:v>7.0179342152982542</c:v>
                </c:pt>
                <c:pt idx="18186">
                  <c:v>7.0181280058026774</c:v>
                </c:pt>
                <c:pt idx="18187">
                  <c:v>7.0186441760355729</c:v>
                </c:pt>
                <c:pt idx="18188">
                  <c:v>7.0189375423768903</c:v>
                </c:pt>
                <c:pt idx="18189">
                  <c:v>7.0181485043914282</c:v>
                </c:pt>
                <c:pt idx="18190">
                  <c:v>7.015251423075104</c:v>
                </c:pt>
                <c:pt idx="18191">
                  <c:v>7.0134971380816475</c:v>
                </c:pt>
                <c:pt idx="18192">
                  <c:v>7.012135401062773</c:v>
                </c:pt>
                <c:pt idx="18193">
                  <c:v>7.0121685930084041</c:v>
                </c:pt>
                <c:pt idx="18194">
                  <c:v>7.0141447358047273</c:v>
                </c:pt>
                <c:pt idx="18195">
                  <c:v>7.0155718317854268</c:v>
                </c:pt>
                <c:pt idx="18196">
                  <c:v>7.0166655103360194</c:v>
                </c:pt>
                <c:pt idx="18197">
                  <c:v>7.0171298033712297</c:v>
                </c:pt>
                <c:pt idx="18198">
                  <c:v>7.0162782446900769</c:v>
                </c:pt>
                <c:pt idx="18199">
                  <c:v>7.015950740314417</c:v>
                </c:pt>
                <c:pt idx="18200">
                  <c:v>7.0149433923587567</c:v>
                </c:pt>
                <c:pt idx="18201">
                  <c:v>7.0145973604124947</c:v>
                </c:pt>
                <c:pt idx="18202">
                  <c:v>7.0151266970466262</c:v>
                </c:pt>
                <c:pt idx="18203">
                  <c:v>7.0135494094829625</c:v>
                </c:pt>
                <c:pt idx="18204">
                  <c:v>7.0120001892177424</c:v>
                </c:pt>
                <c:pt idx="18205">
                  <c:v>7.0127960075056368</c:v>
                </c:pt>
                <c:pt idx="18206">
                  <c:v>7.0139104211671581</c:v>
                </c:pt>
                <c:pt idx="18207">
                  <c:v>7.0146525489206706</c:v>
                </c:pt>
                <c:pt idx="18208">
                  <c:v>7.0142569261577759</c:v>
                </c:pt>
                <c:pt idx="18209">
                  <c:v>7.0151581544962864</c:v>
                </c:pt>
                <c:pt idx="18210">
                  <c:v>7.0163840489443228</c:v>
                </c:pt>
                <c:pt idx="18211">
                  <c:v>7.016780381273751</c:v>
                </c:pt>
                <c:pt idx="18212">
                  <c:v>7.0169668395906593</c:v>
                </c:pt>
                <c:pt idx="18213">
                  <c:v>7.0181615131112132</c:v>
                </c:pt>
                <c:pt idx="18214">
                  <c:v>7.0184487298759048</c:v>
                </c:pt>
                <c:pt idx="18215">
                  <c:v>7.0173439347829518</c:v>
                </c:pt>
                <c:pt idx="18216">
                  <c:v>7.0173213074945995</c:v>
                </c:pt>
                <c:pt idx="18217">
                  <c:v>7.0167698954571973</c:v>
                </c:pt>
                <c:pt idx="18218">
                  <c:v>7.0175895236443333</c:v>
                </c:pt>
                <c:pt idx="18219">
                  <c:v>7.0172132168593011</c:v>
                </c:pt>
                <c:pt idx="18220">
                  <c:v>7.0158354751730556</c:v>
                </c:pt>
                <c:pt idx="18221">
                  <c:v>7.0163324871095414</c:v>
                </c:pt>
                <c:pt idx="18222">
                  <c:v>7.0160611961714947</c:v>
                </c:pt>
                <c:pt idx="18223">
                  <c:v>7.0144336082246648</c:v>
                </c:pt>
                <c:pt idx="18224">
                  <c:v>7.0153375959885835</c:v>
                </c:pt>
                <c:pt idx="18225">
                  <c:v>7.0166272725839258</c:v>
                </c:pt>
                <c:pt idx="18226">
                  <c:v>7.0181002538671375</c:v>
                </c:pt>
                <c:pt idx="18227">
                  <c:v>7.01963575584604</c:v>
                </c:pt>
                <c:pt idx="18228">
                  <c:v>7.01886114571343</c:v>
                </c:pt>
                <c:pt idx="18229">
                  <c:v>7.0173884797931221</c:v>
                </c:pt>
                <c:pt idx="18230">
                  <c:v>7.0165969977451557</c:v>
                </c:pt>
                <c:pt idx="18231">
                  <c:v>7.0184217663476245</c:v>
                </c:pt>
                <c:pt idx="18232">
                  <c:v>7.0191264447563029</c:v>
                </c:pt>
                <c:pt idx="18233">
                  <c:v>7.0180412810041153</c:v>
                </c:pt>
                <c:pt idx="18234">
                  <c:v>7.0186363708037023</c:v>
                </c:pt>
                <c:pt idx="18235">
                  <c:v>7.017177186647535</c:v>
                </c:pt>
                <c:pt idx="18236">
                  <c:v>7.0157470947192477</c:v>
                </c:pt>
                <c:pt idx="18237">
                  <c:v>7.014932985382929</c:v>
                </c:pt>
                <c:pt idx="18238">
                  <c:v>7.0144908465917153</c:v>
                </c:pt>
                <c:pt idx="18239">
                  <c:v>7.0127530393099864</c:v>
                </c:pt>
                <c:pt idx="18240">
                  <c:v>7.0146082404326782</c:v>
                </c:pt>
                <c:pt idx="18241">
                  <c:v>7.0170498588751009</c:v>
                </c:pt>
                <c:pt idx="18242">
                  <c:v>7.016929705608729</c:v>
                </c:pt>
                <c:pt idx="18243">
                  <c:v>7.0155190873397562</c:v>
                </c:pt>
                <c:pt idx="18244">
                  <c:v>7.0137738690297864</c:v>
                </c:pt>
                <c:pt idx="18245">
                  <c:v>7.0128685409735256</c:v>
                </c:pt>
                <c:pt idx="18246">
                  <c:v>7.0135837840394837</c:v>
                </c:pt>
                <c:pt idx="18247">
                  <c:v>7.0139498415301409</c:v>
                </c:pt>
                <c:pt idx="18248">
                  <c:v>7.0146102902915528</c:v>
                </c:pt>
                <c:pt idx="18249">
                  <c:v>7.0161310490546995</c:v>
                </c:pt>
                <c:pt idx="18250">
                  <c:v>7.0166503729166338</c:v>
                </c:pt>
                <c:pt idx="18251">
                  <c:v>7.0172035982907328</c:v>
                </c:pt>
                <c:pt idx="18252">
                  <c:v>7.0177726706507517</c:v>
                </c:pt>
                <c:pt idx="18253">
                  <c:v>7.0187031488985951</c:v>
                </c:pt>
                <c:pt idx="18254">
                  <c:v>7.0176734101767613</c:v>
                </c:pt>
                <c:pt idx="18255">
                  <c:v>7.0154136772891409</c:v>
                </c:pt>
                <c:pt idx="18256">
                  <c:v>7.0140406660464532</c:v>
                </c:pt>
                <c:pt idx="18257">
                  <c:v>7.0138475851085635</c:v>
                </c:pt>
                <c:pt idx="18258">
                  <c:v>7.0138797521247573</c:v>
                </c:pt>
                <c:pt idx="18259">
                  <c:v>7.0132393289077406</c:v>
                </c:pt>
                <c:pt idx="18260">
                  <c:v>7.0109151043062807</c:v>
                </c:pt>
                <c:pt idx="18261">
                  <c:v>7.0101043851211786</c:v>
                </c:pt>
                <c:pt idx="18262">
                  <c:v>7.0117635093583939</c:v>
                </c:pt>
                <c:pt idx="18263">
                  <c:v>7.0155871268862642</c:v>
                </c:pt>
                <c:pt idx="18264">
                  <c:v>7.0165306926946185</c:v>
                </c:pt>
                <c:pt idx="18265">
                  <c:v>7.015724861634526</c:v>
                </c:pt>
                <c:pt idx="18266">
                  <c:v>7.0158821488828274</c:v>
                </c:pt>
                <c:pt idx="18267">
                  <c:v>7.0160454280263016</c:v>
                </c:pt>
                <c:pt idx="18268">
                  <c:v>7.0146087134770339</c:v>
                </c:pt>
                <c:pt idx="18269">
                  <c:v>7.0123430675349656</c:v>
                </c:pt>
                <c:pt idx="18270">
                  <c:v>7.0108131632476072</c:v>
                </c:pt>
                <c:pt idx="18271">
                  <c:v>7.0106315142149827</c:v>
                </c:pt>
                <c:pt idx="18272">
                  <c:v>7.0117192008704015</c:v>
                </c:pt>
                <c:pt idx="18273">
                  <c:v>7.0132204071335087</c:v>
                </c:pt>
                <c:pt idx="18274">
                  <c:v>7.0156166133177758</c:v>
                </c:pt>
                <c:pt idx="18275">
                  <c:v>7.0171200271212095</c:v>
                </c:pt>
                <c:pt idx="18276">
                  <c:v>7.0174811176461311</c:v>
                </c:pt>
                <c:pt idx="18277">
                  <c:v>7.0185690408237278</c:v>
                </c:pt>
                <c:pt idx="18278">
                  <c:v>7.0202331320266795</c:v>
                </c:pt>
                <c:pt idx="18279">
                  <c:v>7.0207505637111902</c:v>
                </c:pt>
                <c:pt idx="18280">
                  <c:v>7.0202400700105647</c:v>
                </c:pt>
                <c:pt idx="18281">
                  <c:v>7.0186459893722706</c:v>
                </c:pt>
                <c:pt idx="18282">
                  <c:v>7.0163309891357484</c:v>
                </c:pt>
                <c:pt idx="18283">
                  <c:v>7.0139152304514418</c:v>
                </c:pt>
                <c:pt idx="18284">
                  <c:v>7.0142168750689855</c:v>
                </c:pt>
                <c:pt idx="18285">
                  <c:v>7.0148519371166369</c:v>
                </c:pt>
                <c:pt idx="18286">
                  <c:v>7.0141297560667937</c:v>
                </c:pt>
                <c:pt idx="18287">
                  <c:v>7.0137327141708319</c:v>
                </c:pt>
                <c:pt idx="18288">
                  <c:v>7.0148125955943801</c:v>
                </c:pt>
                <c:pt idx="18289">
                  <c:v>7.014892303568331</c:v>
                </c:pt>
                <c:pt idx="18290">
                  <c:v>7.0137320046042984</c:v>
                </c:pt>
                <c:pt idx="18291">
                  <c:v>7.0147340702313183</c:v>
                </c:pt>
                <c:pt idx="18292">
                  <c:v>7.0150924013308318</c:v>
                </c:pt>
                <c:pt idx="18293">
                  <c:v>7.0134459704504959</c:v>
                </c:pt>
                <c:pt idx="18294">
                  <c:v>7.0124163894101139</c:v>
                </c:pt>
                <c:pt idx="18295">
                  <c:v>7.0128223403081096</c:v>
                </c:pt>
                <c:pt idx="18296">
                  <c:v>7.0149261262397706</c:v>
                </c:pt>
                <c:pt idx="18297">
                  <c:v>7.0168197227960079</c:v>
                </c:pt>
                <c:pt idx="18298">
                  <c:v>7.0174809599646792</c:v>
                </c:pt>
                <c:pt idx="18299">
                  <c:v>7.0166640123622255</c:v>
                </c:pt>
                <c:pt idx="18300">
                  <c:v>7.0149962944858792</c:v>
                </c:pt>
                <c:pt idx="18301">
                  <c:v>7.0135726674971224</c:v>
                </c:pt>
                <c:pt idx="18302">
                  <c:v>7.0129365016793077</c:v>
                </c:pt>
                <c:pt idx="18303">
                  <c:v>7.0127487819107834</c:v>
                </c:pt>
                <c:pt idx="18304">
                  <c:v>7.011724325517589</c:v>
                </c:pt>
                <c:pt idx="18305">
                  <c:v>7.0130464056513029</c:v>
                </c:pt>
                <c:pt idx="18306">
                  <c:v>7.0141083113893314</c:v>
                </c:pt>
                <c:pt idx="18307">
                  <c:v>7.0146460051404151</c:v>
                </c:pt>
                <c:pt idx="18308">
                  <c:v>7.0146263737996497</c:v>
                </c:pt>
                <c:pt idx="18309">
                  <c:v>7.0152160235891454</c:v>
                </c:pt>
                <c:pt idx="18310">
                  <c:v>7.0168410886327441</c:v>
                </c:pt>
                <c:pt idx="18311">
                  <c:v>7.0165948690455542</c:v>
                </c:pt>
                <c:pt idx="18312">
                  <c:v>7.0161127580062761</c:v>
                </c:pt>
                <c:pt idx="18313">
                  <c:v>7.0142834166417005</c:v>
                </c:pt>
                <c:pt idx="18314">
                  <c:v>7.0144418076601651</c:v>
                </c:pt>
                <c:pt idx="18315">
                  <c:v>7.0145416988599631</c:v>
                </c:pt>
                <c:pt idx="18316">
                  <c:v>7.0131336823349466</c:v>
                </c:pt>
                <c:pt idx="18317">
                  <c:v>7.0136932938078491</c:v>
                </c:pt>
                <c:pt idx="18318">
                  <c:v>7.0157546634289405</c:v>
                </c:pt>
                <c:pt idx="18319">
                  <c:v>7.016642961888393</c:v>
                </c:pt>
                <c:pt idx="18320">
                  <c:v>7.015050142701714</c:v>
                </c:pt>
                <c:pt idx="18321">
                  <c:v>7.0139750705624495</c:v>
                </c:pt>
                <c:pt idx="18322">
                  <c:v>7.0150119049496205</c:v>
                </c:pt>
                <c:pt idx="18323">
                  <c:v>7.0154076853939671</c:v>
                </c:pt>
                <c:pt idx="18324">
                  <c:v>7.0143124300288555</c:v>
                </c:pt>
                <c:pt idx="18325">
                  <c:v>7.0135332471341396</c:v>
                </c:pt>
                <c:pt idx="18326">
                  <c:v>7.0146567274791467</c:v>
                </c:pt>
                <c:pt idx="18327">
                  <c:v>7.0165244642772668</c:v>
                </c:pt>
                <c:pt idx="18328">
                  <c:v>7.0175855027673091</c:v>
                </c:pt>
                <c:pt idx="18329">
                  <c:v>7.017431999873855</c:v>
                </c:pt>
                <c:pt idx="18330">
                  <c:v>7.0153558081962819</c:v>
                </c:pt>
                <c:pt idx="18331">
                  <c:v>7.012381541809237</c:v>
                </c:pt>
                <c:pt idx="18332">
                  <c:v>7.0115860388842464</c:v>
                </c:pt>
                <c:pt idx="18333">
                  <c:v>7.0116294801242534</c:v>
                </c:pt>
                <c:pt idx="18334">
                  <c:v>7.010140021129315</c:v>
                </c:pt>
                <c:pt idx="18335">
                  <c:v>7.0107797347797982</c:v>
                </c:pt>
                <c:pt idx="18336">
                  <c:v>7.0128083854996133</c:v>
                </c:pt>
                <c:pt idx="18337">
                  <c:v>7.0150324823790982</c:v>
                </c:pt>
                <c:pt idx="18338">
                  <c:v>7.0170494646714703</c:v>
                </c:pt>
                <c:pt idx="18339">
                  <c:v>7.0178599473343954</c:v>
                </c:pt>
                <c:pt idx="18340">
                  <c:v>7.0185820495435118</c:v>
                </c:pt>
                <c:pt idx="18341">
                  <c:v>7.0178339298948265</c:v>
                </c:pt>
                <c:pt idx="18342">
                  <c:v>7.0172049385830748</c:v>
                </c:pt>
                <c:pt idx="18343">
                  <c:v>7.0167180182595121</c:v>
                </c:pt>
                <c:pt idx="18344">
                  <c:v>7.0162152509500304</c:v>
                </c:pt>
                <c:pt idx="18345">
                  <c:v>7.014617149434712</c:v>
                </c:pt>
                <c:pt idx="18346">
                  <c:v>7.0146061905738026</c:v>
                </c:pt>
                <c:pt idx="18347">
                  <c:v>7.0156241820274685</c:v>
                </c:pt>
                <c:pt idx="18348">
                  <c:v>7.0152096374903419</c:v>
                </c:pt>
                <c:pt idx="18349">
                  <c:v>7.0142745864803926</c:v>
                </c:pt>
                <c:pt idx="18350">
                  <c:v>7.0150319304940156</c:v>
                </c:pt>
                <c:pt idx="18351">
                  <c:v>7.0176779829388671</c:v>
                </c:pt>
                <c:pt idx="18352">
                  <c:v>7.0190796133650801</c:v>
                </c:pt>
                <c:pt idx="18353">
                  <c:v>7.0190061338084799</c:v>
                </c:pt>
                <c:pt idx="18354">
                  <c:v>7.0192886201296139</c:v>
                </c:pt>
                <c:pt idx="18355">
                  <c:v>7.0194536337690598</c:v>
                </c:pt>
                <c:pt idx="18356">
                  <c:v>7.0187647235055737</c:v>
                </c:pt>
                <c:pt idx="18357">
                  <c:v>7.0174960973840648</c:v>
                </c:pt>
                <c:pt idx="18358">
                  <c:v>7.0167621690660527</c:v>
                </c:pt>
                <c:pt idx="18359">
                  <c:v>7.0162047651334776</c:v>
                </c:pt>
                <c:pt idx="18360">
                  <c:v>7.0156532742553495</c:v>
                </c:pt>
                <c:pt idx="18361">
                  <c:v>7.0142745864803926</c:v>
                </c:pt>
                <c:pt idx="18362">
                  <c:v>7.0146533373279301</c:v>
                </c:pt>
                <c:pt idx="18363">
                  <c:v>7.0158414670682285</c:v>
                </c:pt>
                <c:pt idx="18364">
                  <c:v>7.0155838944164994</c:v>
                </c:pt>
                <c:pt idx="18365">
                  <c:v>7.0129376842901969</c:v>
                </c:pt>
                <c:pt idx="18366">
                  <c:v>7.0120810798025826</c:v>
                </c:pt>
                <c:pt idx="18367">
                  <c:v>7.0133677604503379</c:v>
                </c:pt>
                <c:pt idx="18368">
                  <c:v>7.0159013071792362</c:v>
                </c:pt>
                <c:pt idx="18369">
                  <c:v>7.0158905848405055</c:v>
                </c:pt>
                <c:pt idx="18370">
                  <c:v>7.0148954571973698</c:v>
                </c:pt>
                <c:pt idx="18371">
                  <c:v>7.0143355303615635</c:v>
                </c:pt>
                <c:pt idx="18372">
                  <c:v>7.0146550718239009</c:v>
                </c:pt>
                <c:pt idx="18373">
                  <c:v>7.0161069237925542</c:v>
                </c:pt>
                <c:pt idx="18374">
                  <c:v>7.0160356517762814</c:v>
                </c:pt>
                <c:pt idx="18375">
                  <c:v>7.0153200145066936</c:v>
                </c:pt>
                <c:pt idx="18376">
                  <c:v>7.0145093741623175</c:v>
                </c:pt>
                <c:pt idx="18377">
                  <c:v>7.0143827559564169</c:v>
                </c:pt>
                <c:pt idx="18378">
                  <c:v>7.0162190353048768</c:v>
                </c:pt>
                <c:pt idx="18379">
                  <c:v>7.0173257225752534</c:v>
                </c:pt>
                <c:pt idx="18380">
                  <c:v>7.0186427569025058</c:v>
                </c:pt>
                <c:pt idx="18381">
                  <c:v>7.0206874122896927</c:v>
                </c:pt>
                <c:pt idx="18382">
                  <c:v>7.020753796180955</c:v>
                </c:pt>
                <c:pt idx="18383">
                  <c:v>7.0192711174884499</c:v>
                </c:pt>
                <c:pt idx="18384">
                  <c:v>7.0185084911461866</c:v>
                </c:pt>
                <c:pt idx="18385">
                  <c:v>7.0178527728283324</c:v>
                </c:pt>
                <c:pt idx="18386">
                  <c:v>7.0167653226950915</c:v>
                </c:pt>
                <c:pt idx="18387">
                  <c:v>7.0158909002034093</c:v>
                </c:pt>
                <c:pt idx="18388">
                  <c:v>7.0144089310774378</c:v>
                </c:pt>
                <c:pt idx="18389">
                  <c:v>7.0139653731531562</c:v>
                </c:pt>
                <c:pt idx="18390">
                  <c:v>7.0150716662199022</c:v>
                </c:pt>
                <c:pt idx="18391">
                  <c:v>7.0139022217316578</c:v>
                </c:pt>
                <c:pt idx="18392">
                  <c:v>7.0126790078683046</c:v>
                </c:pt>
                <c:pt idx="18393">
                  <c:v>7.0117770699632604</c:v>
                </c:pt>
                <c:pt idx="18394">
                  <c:v>7.0125152556804746</c:v>
                </c:pt>
                <c:pt idx="18395">
                  <c:v>7.0149374004635838</c:v>
                </c:pt>
                <c:pt idx="18396">
                  <c:v>7.0164313533799021</c:v>
                </c:pt>
                <c:pt idx="18397">
                  <c:v>7.0168280799129601</c:v>
                </c:pt>
                <c:pt idx="18398">
                  <c:v>7.0166967312635018</c:v>
                </c:pt>
                <c:pt idx="18399">
                  <c:v>7.0149005818445573</c:v>
                </c:pt>
                <c:pt idx="18400">
                  <c:v>7.0125759630394677</c:v>
                </c:pt>
                <c:pt idx="18401">
                  <c:v>7.0131875305507814</c:v>
                </c:pt>
                <c:pt idx="18402">
                  <c:v>7.0150936627824469</c:v>
                </c:pt>
                <c:pt idx="18403">
                  <c:v>7.0168171210520507</c:v>
                </c:pt>
                <c:pt idx="18404">
                  <c:v>7.0154977215030199</c:v>
                </c:pt>
                <c:pt idx="18405">
                  <c:v>7.0139008025985907</c:v>
                </c:pt>
                <c:pt idx="18406">
                  <c:v>7.0147570917233004</c:v>
                </c:pt>
                <c:pt idx="18407">
                  <c:v>7.015367240101547</c:v>
                </c:pt>
                <c:pt idx="18408">
                  <c:v>7.0160020656270206</c:v>
                </c:pt>
                <c:pt idx="18409">
                  <c:v>7.0152694776013496</c:v>
                </c:pt>
                <c:pt idx="18410">
                  <c:v>7.0136287232532837</c:v>
                </c:pt>
                <c:pt idx="18411">
                  <c:v>7.0133753291600307</c:v>
                </c:pt>
                <c:pt idx="18412">
                  <c:v>7.0147826361185137</c:v>
                </c:pt>
                <c:pt idx="18413">
                  <c:v>7.0167065075135211</c:v>
                </c:pt>
                <c:pt idx="18414">
                  <c:v>7.0160288714738481</c:v>
                </c:pt>
                <c:pt idx="18415">
                  <c:v>7.0139003295542341</c:v>
                </c:pt>
                <c:pt idx="18416">
                  <c:v>7.0135477538277176</c:v>
                </c:pt>
                <c:pt idx="18417">
                  <c:v>7.0146617732856082</c:v>
                </c:pt>
                <c:pt idx="18418">
                  <c:v>7.0143524811176459</c:v>
                </c:pt>
                <c:pt idx="18419">
                  <c:v>7.0143115627808701</c:v>
                </c:pt>
                <c:pt idx="18420">
                  <c:v>7.0146851889812201</c:v>
                </c:pt>
                <c:pt idx="18421">
                  <c:v>7.0148770084674936</c:v>
                </c:pt>
                <c:pt idx="18422">
                  <c:v>7.0145376779829389</c:v>
                </c:pt>
                <c:pt idx="18423">
                  <c:v>7.0150418644254877</c:v>
                </c:pt>
                <c:pt idx="18424">
                  <c:v>7.0164106182689734</c:v>
                </c:pt>
                <c:pt idx="18425">
                  <c:v>7.0166743404973273</c:v>
                </c:pt>
                <c:pt idx="18426">
                  <c:v>7.0161603778047592</c:v>
                </c:pt>
                <c:pt idx="18427">
                  <c:v>7.0175170690171713</c:v>
                </c:pt>
                <c:pt idx="18428">
                  <c:v>7.0180534224759139</c:v>
                </c:pt>
                <c:pt idx="18429">
                  <c:v>7.0161174884498338</c:v>
                </c:pt>
                <c:pt idx="18430">
                  <c:v>7.0148675475803781</c:v>
                </c:pt>
                <c:pt idx="18431">
                  <c:v>7.0143853577003741</c:v>
                </c:pt>
                <c:pt idx="18432">
                  <c:v>7.0145598322269356</c:v>
                </c:pt>
                <c:pt idx="18433">
                  <c:v>7.0179732414576073</c:v>
                </c:pt>
                <c:pt idx="18434">
                  <c:v>7.0209065895078764</c:v>
                </c:pt>
                <c:pt idx="18435">
                  <c:v>7.0187671675680789</c:v>
                </c:pt>
                <c:pt idx="18436">
                  <c:v>7.0171601570507258</c:v>
                </c:pt>
                <c:pt idx="18437">
                  <c:v>7.0173664043898514</c:v>
                </c:pt>
                <c:pt idx="18438">
                  <c:v>7.016518314700642</c:v>
                </c:pt>
                <c:pt idx="18439">
                  <c:v>7.0158938961509953</c:v>
                </c:pt>
                <c:pt idx="18440">
                  <c:v>7.0155704126523597</c:v>
                </c:pt>
                <c:pt idx="18441">
                  <c:v>7.0150762389820089</c:v>
                </c:pt>
                <c:pt idx="18442">
                  <c:v>7.0163560604866051</c:v>
                </c:pt>
                <c:pt idx="18443">
                  <c:v>7.0175779340576172</c:v>
                </c:pt>
                <c:pt idx="18444">
                  <c:v>7.0157880918967503</c:v>
                </c:pt>
                <c:pt idx="18445">
                  <c:v>7.0155049748498088</c:v>
                </c:pt>
                <c:pt idx="18446">
                  <c:v>7.0175575931503174</c:v>
                </c:pt>
                <c:pt idx="18447">
                  <c:v>7.0188310285561109</c:v>
                </c:pt>
                <c:pt idx="18448">
                  <c:v>7.0187525820337751</c:v>
                </c:pt>
                <c:pt idx="18449">
                  <c:v>7.0194459073779152</c:v>
                </c:pt>
                <c:pt idx="18450">
                  <c:v>7.019174064554786</c:v>
                </c:pt>
                <c:pt idx="18451">
                  <c:v>7.0161196171494344</c:v>
                </c:pt>
                <c:pt idx="18452">
                  <c:v>7.0138465601791262</c:v>
                </c:pt>
                <c:pt idx="18453">
                  <c:v>7.0128923508727672</c:v>
                </c:pt>
                <c:pt idx="18454">
                  <c:v>7.0135252053800912</c:v>
                </c:pt>
                <c:pt idx="18455">
                  <c:v>7.0154098929342945</c:v>
                </c:pt>
                <c:pt idx="18456">
                  <c:v>7.0159645374414605</c:v>
                </c:pt>
                <c:pt idx="18457">
                  <c:v>7.0161917564136926</c:v>
                </c:pt>
                <c:pt idx="18458">
                  <c:v>7.0156869392453363</c:v>
                </c:pt>
                <c:pt idx="18459">
                  <c:v>7.0147391948785067</c:v>
                </c:pt>
                <c:pt idx="18460">
                  <c:v>7.013991705955628</c:v>
                </c:pt>
                <c:pt idx="18461">
                  <c:v>7.0150004730443554</c:v>
                </c:pt>
                <c:pt idx="18462">
                  <c:v>7.015608965767357</c:v>
                </c:pt>
                <c:pt idx="18463">
                  <c:v>7.0162344092464402</c:v>
                </c:pt>
                <c:pt idx="18464">
                  <c:v>7.0179859348144875</c:v>
                </c:pt>
                <c:pt idx="18465">
                  <c:v>7.0193070688594901</c:v>
                </c:pt>
                <c:pt idx="18466">
                  <c:v>7.0187886122455412</c:v>
                </c:pt>
                <c:pt idx="18467">
                  <c:v>7.0181953357826519</c:v>
                </c:pt>
                <c:pt idx="18468">
                  <c:v>7.0170944827259971</c:v>
                </c:pt>
                <c:pt idx="18469">
                  <c:v>7.0153470568756999</c:v>
                </c:pt>
                <c:pt idx="18470">
                  <c:v>7.0154649237610176</c:v>
                </c:pt>
                <c:pt idx="18471">
                  <c:v>7.0150432835585548</c:v>
                </c:pt>
                <c:pt idx="18472">
                  <c:v>7.0138067456125137</c:v>
                </c:pt>
                <c:pt idx="18473">
                  <c:v>7.0147343067534962</c:v>
                </c:pt>
                <c:pt idx="18474">
                  <c:v>7.0147929642536146</c:v>
                </c:pt>
                <c:pt idx="18475">
                  <c:v>7.0136700357936892</c:v>
                </c:pt>
                <c:pt idx="18476">
                  <c:v>7.0137260915498514</c:v>
                </c:pt>
                <c:pt idx="18477">
                  <c:v>7.0148367996972514</c:v>
                </c:pt>
                <c:pt idx="18478">
                  <c:v>7.015937731594633</c:v>
                </c:pt>
                <c:pt idx="18479">
                  <c:v>7.0155800312209271</c:v>
                </c:pt>
                <c:pt idx="18480">
                  <c:v>7.0155247638720262</c:v>
                </c:pt>
                <c:pt idx="18481">
                  <c:v>7.0147593781043538</c:v>
                </c:pt>
                <c:pt idx="18482">
                  <c:v>7.0153746511297879</c:v>
                </c:pt>
                <c:pt idx="18483">
                  <c:v>7.0159005976127027</c:v>
                </c:pt>
                <c:pt idx="18484">
                  <c:v>7.0155900439931251</c:v>
                </c:pt>
                <c:pt idx="18485">
                  <c:v>7.0166737886122457</c:v>
                </c:pt>
                <c:pt idx="18486">
                  <c:v>7.0183488386761068</c:v>
                </c:pt>
                <c:pt idx="18487">
                  <c:v>7.0187864047052146</c:v>
                </c:pt>
                <c:pt idx="18488">
                  <c:v>7.0176418738863751</c:v>
                </c:pt>
                <c:pt idx="18489">
                  <c:v>7.0163661520995282</c:v>
                </c:pt>
                <c:pt idx="18490">
                  <c:v>7.015558428862013</c:v>
                </c:pt>
                <c:pt idx="18491">
                  <c:v>7.0140156735363215</c:v>
                </c:pt>
                <c:pt idx="18492">
                  <c:v>7.0157077531969918</c:v>
                </c:pt>
                <c:pt idx="18493">
                  <c:v>7.0169753543890634</c:v>
                </c:pt>
                <c:pt idx="18494">
                  <c:v>7.0159079298002176</c:v>
                </c:pt>
                <c:pt idx="18495">
                  <c:v>7.0165757895898704</c:v>
                </c:pt>
                <c:pt idx="18496">
                  <c:v>7.0170795818287894</c:v>
                </c:pt>
                <c:pt idx="18497">
                  <c:v>7.0163165612828964</c:v>
                </c:pt>
                <c:pt idx="18498">
                  <c:v>7.0158536873807531</c:v>
                </c:pt>
                <c:pt idx="18499">
                  <c:v>7.0160846118671056</c:v>
                </c:pt>
                <c:pt idx="18500">
                  <c:v>7.0163254702849303</c:v>
                </c:pt>
                <c:pt idx="18501">
                  <c:v>7.0170275469496524</c:v>
                </c:pt>
                <c:pt idx="18502">
                  <c:v>7.018657105914631</c:v>
                </c:pt>
                <c:pt idx="18503">
                  <c:v>7.018379034674151</c:v>
                </c:pt>
                <c:pt idx="18504">
                  <c:v>7.0157716930257497</c:v>
                </c:pt>
                <c:pt idx="18505">
                  <c:v>7.0137797820842334</c:v>
                </c:pt>
                <c:pt idx="18506">
                  <c:v>7.0122722685630485</c:v>
                </c:pt>
                <c:pt idx="18507">
                  <c:v>7.0129417051672212</c:v>
                </c:pt>
                <c:pt idx="18508">
                  <c:v>7.0140758290102339</c:v>
                </c:pt>
                <c:pt idx="18509">
                  <c:v>7.0163626042668596</c:v>
                </c:pt>
                <c:pt idx="18510">
                  <c:v>7.0197390371970547</c:v>
                </c:pt>
                <c:pt idx="18511">
                  <c:v>7.0197593781043537</c:v>
                </c:pt>
                <c:pt idx="18512">
                  <c:v>7.0183281824059032</c:v>
                </c:pt>
                <c:pt idx="18513">
                  <c:v>7.0181051419921472</c:v>
                </c:pt>
                <c:pt idx="18514">
                  <c:v>7.0184641826581942</c:v>
                </c:pt>
                <c:pt idx="18515">
                  <c:v>7.0183594033333856</c:v>
                </c:pt>
                <c:pt idx="18516">
                  <c:v>7.0164526403759124</c:v>
                </c:pt>
                <c:pt idx="18517">
                  <c:v>7.0156138538923667</c:v>
                </c:pt>
                <c:pt idx="18518">
                  <c:v>7.0136385783440298</c:v>
                </c:pt>
                <c:pt idx="18519">
                  <c:v>7.0142484902000977</c:v>
                </c:pt>
                <c:pt idx="18520">
                  <c:v>7.017106229994166</c:v>
                </c:pt>
                <c:pt idx="18521">
                  <c:v>7.0172020214762139</c:v>
                </c:pt>
                <c:pt idx="18522">
                  <c:v>7.0150827039215375</c:v>
                </c:pt>
                <c:pt idx="18523">
                  <c:v>7.0129389457418121</c:v>
                </c:pt>
                <c:pt idx="18524">
                  <c:v>7.0128312493101435</c:v>
                </c:pt>
                <c:pt idx="18525">
                  <c:v>7.0138850344533976</c:v>
                </c:pt>
                <c:pt idx="18526">
                  <c:v>7.0152289534682035</c:v>
                </c:pt>
                <c:pt idx="18527">
                  <c:v>7.0147242151405731</c:v>
                </c:pt>
                <c:pt idx="18528">
                  <c:v>7.0135260726280766</c:v>
                </c:pt>
                <c:pt idx="18529">
                  <c:v>7.0149303836389727</c:v>
                </c:pt>
                <c:pt idx="18530">
                  <c:v>7.0158180513726167</c:v>
                </c:pt>
                <c:pt idx="18531">
                  <c:v>7.0155034768760149</c:v>
                </c:pt>
                <c:pt idx="18532">
                  <c:v>7.0151186552925777</c:v>
                </c:pt>
                <c:pt idx="18533">
                  <c:v>7.0155484949305409</c:v>
                </c:pt>
                <c:pt idx="18534">
                  <c:v>7.0146841640517827</c:v>
                </c:pt>
                <c:pt idx="18535">
                  <c:v>7.0143162932244278</c:v>
                </c:pt>
                <c:pt idx="18536">
                  <c:v>7.0135300935051008</c:v>
                </c:pt>
                <c:pt idx="18537">
                  <c:v>7.0118593008404417</c:v>
                </c:pt>
                <c:pt idx="18538">
                  <c:v>7.0099062583768275</c:v>
                </c:pt>
                <c:pt idx="18539">
                  <c:v>7.008593717970955</c:v>
                </c:pt>
                <c:pt idx="18540">
                  <c:v>7.0098058941326729</c:v>
                </c:pt>
                <c:pt idx="18541">
                  <c:v>7.0104098929342937</c:v>
                </c:pt>
                <c:pt idx="18542">
                  <c:v>7.0121723773632505</c:v>
                </c:pt>
                <c:pt idx="18543">
                  <c:v>7.0134606348255257</c:v>
                </c:pt>
                <c:pt idx="18544">
                  <c:v>7.0124406723537112</c:v>
                </c:pt>
                <c:pt idx="18545">
                  <c:v>7.0116338952049073</c:v>
                </c:pt>
                <c:pt idx="18546">
                  <c:v>7.012346851889812</c:v>
                </c:pt>
                <c:pt idx="18547">
                  <c:v>7.0132273451173939</c:v>
                </c:pt>
                <c:pt idx="18548">
                  <c:v>7.0136674340497329</c:v>
                </c:pt>
                <c:pt idx="18549">
                  <c:v>7.0129603115785493</c:v>
                </c:pt>
                <c:pt idx="18550">
                  <c:v>7.0122635172424665</c:v>
                </c:pt>
                <c:pt idx="18551">
                  <c:v>7.0133341743010771</c:v>
                </c:pt>
                <c:pt idx="18552">
                  <c:v>7.0137626736466991</c:v>
                </c:pt>
                <c:pt idx="18553">
                  <c:v>7.012989719169334</c:v>
                </c:pt>
                <c:pt idx="18554">
                  <c:v>7.0120083098125168</c:v>
                </c:pt>
                <c:pt idx="18555">
                  <c:v>7.0118094735016321</c:v>
                </c:pt>
                <c:pt idx="18556">
                  <c:v>7.0123153155994258</c:v>
                </c:pt>
                <c:pt idx="18557">
                  <c:v>7.0130219650262537</c:v>
                </c:pt>
                <c:pt idx="18558">
                  <c:v>7.0131841403995647</c:v>
                </c:pt>
                <c:pt idx="18559">
                  <c:v>7.0145773348680995</c:v>
                </c:pt>
                <c:pt idx="18560">
                  <c:v>7.0149014490925437</c:v>
                </c:pt>
                <c:pt idx="18561">
                  <c:v>7.0150191582964094</c:v>
                </c:pt>
                <c:pt idx="18562">
                  <c:v>7.0162671281477156</c:v>
                </c:pt>
                <c:pt idx="18563">
                  <c:v>7.0161884451032028</c:v>
                </c:pt>
                <c:pt idx="18564">
                  <c:v>7.0171746637443038</c:v>
                </c:pt>
                <c:pt idx="18565">
                  <c:v>7.0171140352260366</c:v>
                </c:pt>
                <c:pt idx="18566">
                  <c:v>7.0156079408379188</c:v>
                </c:pt>
                <c:pt idx="18567">
                  <c:v>7.0168835049433138</c:v>
                </c:pt>
                <c:pt idx="18568">
                  <c:v>7.0180943408126906</c:v>
                </c:pt>
                <c:pt idx="18569">
                  <c:v>7.0174867153376752</c:v>
                </c:pt>
                <c:pt idx="18570">
                  <c:v>7.0173485863857836</c:v>
                </c:pt>
                <c:pt idx="18571">
                  <c:v>7.016864504328356</c:v>
                </c:pt>
                <c:pt idx="18572">
                  <c:v>7.0163641810813795</c:v>
                </c:pt>
                <c:pt idx="18573">
                  <c:v>7.0163002412526216</c:v>
                </c:pt>
                <c:pt idx="18574">
                  <c:v>7.0166204134407666</c:v>
                </c:pt>
                <c:pt idx="18575">
                  <c:v>7.0172547659218845</c:v>
                </c:pt>
                <c:pt idx="18576">
                  <c:v>7.0177112537252242</c:v>
                </c:pt>
                <c:pt idx="18577">
                  <c:v>7.0185347451079325</c:v>
                </c:pt>
                <c:pt idx="18578">
                  <c:v>7.0187290086567113</c:v>
                </c:pt>
                <c:pt idx="18579">
                  <c:v>7.0178692505400591</c:v>
                </c:pt>
                <c:pt idx="18580">
                  <c:v>7.0144206783456058</c:v>
                </c:pt>
                <c:pt idx="18581">
                  <c:v>7.0128074394109019</c:v>
                </c:pt>
                <c:pt idx="18582">
                  <c:v>7.0144151594947886</c:v>
                </c:pt>
                <c:pt idx="18583">
                  <c:v>7.0161747268168844</c:v>
                </c:pt>
                <c:pt idx="18584">
                  <c:v>7.0168904429271981</c:v>
                </c:pt>
                <c:pt idx="18585">
                  <c:v>7.0179213642599221</c:v>
                </c:pt>
                <c:pt idx="18586">
                  <c:v>7.0174483199041298</c:v>
                </c:pt>
                <c:pt idx="18587">
                  <c:v>7.0151538182563584</c:v>
                </c:pt>
                <c:pt idx="18588">
                  <c:v>7.0153319194563144</c:v>
                </c:pt>
                <c:pt idx="18589">
                  <c:v>7.0144123212286535</c:v>
                </c:pt>
                <c:pt idx="18590">
                  <c:v>7.0134913038679256</c:v>
                </c:pt>
                <c:pt idx="18591">
                  <c:v>7.0135897759346566</c:v>
                </c:pt>
                <c:pt idx="18592">
                  <c:v>7.0135715637269591</c:v>
                </c:pt>
                <c:pt idx="18593">
                  <c:v>7.014877718034028</c:v>
                </c:pt>
                <c:pt idx="18594">
                  <c:v>7.0151595736293544</c:v>
                </c:pt>
                <c:pt idx="18595">
                  <c:v>7.0137771803402762</c:v>
                </c:pt>
                <c:pt idx="18596">
                  <c:v>7.0118536243081726</c:v>
                </c:pt>
                <c:pt idx="18597">
                  <c:v>7.0127785048644729</c:v>
                </c:pt>
                <c:pt idx="18598">
                  <c:v>7.0151290622684055</c:v>
                </c:pt>
                <c:pt idx="18599">
                  <c:v>7.0176035572935556</c:v>
                </c:pt>
                <c:pt idx="18600">
                  <c:v>7.0179216796228259</c:v>
                </c:pt>
                <c:pt idx="18601">
                  <c:v>7.0169505984011105</c:v>
                </c:pt>
                <c:pt idx="18602">
                  <c:v>7.0154752518961194</c:v>
                </c:pt>
                <c:pt idx="18603">
                  <c:v>7.014297213768744</c:v>
                </c:pt>
                <c:pt idx="18604">
                  <c:v>7.0136048345133162</c:v>
                </c:pt>
                <c:pt idx="18605">
                  <c:v>7.0139426670240779</c:v>
                </c:pt>
                <c:pt idx="18606">
                  <c:v>7.0147247670256547</c:v>
                </c:pt>
                <c:pt idx="18607">
                  <c:v>7.014272615462243</c:v>
                </c:pt>
                <c:pt idx="18608">
                  <c:v>7.0148465759472716</c:v>
                </c:pt>
                <c:pt idx="18609">
                  <c:v>7.0166547091565619</c:v>
                </c:pt>
                <c:pt idx="18610">
                  <c:v>7.0168635582396446</c:v>
                </c:pt>
                <c:pt idx="18611">
                  <c:v>7.0147702581245372</c:v>
                </c:pt>
                <c:pt idx="18612">
                  <c:v>7.012804443463315</c:v>
                </c:pt>
                <c:pt idx="18613">
                  <c:v>7.0113413961115754</c:v>
                </c:pt>
                <c:pt idx="18614">
                  <c:v>7.0120534067077687</c:v>
                </c:pt>
                <c:pt idx="18615">
                  <c:v>7.0137502956527227</c:v>
                </c:pt>
                <c:pt idx="18616">
                  <c:v>7.0153747299705138</c:v>
                </c:pt>
                <c:pt idx="18617">
                  <c:v>7.017316182847412</c:v>
                </c:pt>
                <c:pt idx="18618">
                  <c:v>7.0167262176950125</c:v>
                </c:pt>
                <c:pt idx="18619">
                  <c:v>7.0160330500323251</c:v>
                </c:pt>
                <c:pt idx="18620">
                  <c:v>7.0164095933395352</c:v>
                </c:pt>
                <c:pt idx="18621">
                  <c:v>7.0167753354672886</c:v>
                </c:pt>
                <c:pt idx="18622">
                  <c:v>7.0167396206184263</c:v>
                </c:pt>
                <c:pt idx="18623">
                  <c:v>7.0147839764108548</c:v>
                </c:pt>
                <c:pt idx="18624">
                  <c:v>7.014024976741986</c:v>
                </c:pt>
                <c:pt idx="18625">
                  <c:v>7.0157664106971094</c:v>
                </c:pt>
                <c:pt idx="18626">
                  <c:v>7.017992399754017</c:v>
                </c:pt>
                <c:pt idx="18627">
                  <c:v>7.0193054920449711</c:v>
                </c:pt>
                <c:pt idx="18628">
                  <c:v>7.016722512180892</c:v>
                </c:pt>
                <c:pt idx="18629">
                  <c:v>7.0145800154527826</c:v>
                </c:pt>
                <c:pt idx="18630">
                  <c:v>7.0151128210788567</c:v>
                </c:pt>
                <c:pt idx="18631">
                  <c:v>7.0162664185811821</c:v>
                </c:pt>
                <c:pt idx="18632">
                  <c:v>7.0167378072817295</c:v>
                </c:pt>
                <c:pt idx="18633">
                  <c:v>7.016996247181444</c:v>
                </c:pt>
                <c:pt idx="18634">
                  <c:v>7.0167184124631419</c:v>
                </c:pt>
                <c:pt idx="18635">
                  <c:v>7.0146035888298464</c:v>
                </c:pt>
                <c:pt idx="18636">
                  <c:v>7.0146333117835349</c:v>
                </c:pt>
                <c:pt idx="18637">
                  <c:v>7.0167086362131226</c:v>
                </c:pt>
                <c:pt idx="18638">
                  <c:v>7.0184646557025498</c:v>
                </c:pt>
                <c:pt idx="18639">
                  <c:v>7.0188157334552734</c:v>
                </c:pt>
                <c:pt idx="18640">
                  <c:v>7.0197612702817764</c:v>
                </c:pt>
                <c:pt idx="18641">
                  <c:v>7.0196158879830968</c:v>
                </c:pt>
                <c:pt idx="18642">
                  <c:v>7.0187170248663646</c:v>
                </c:pt>
                <c:pt idx="18643">
                  <c:v>7.0185282801684039</c:v>
                </c:pt>
                <c:pt idx="18644">
                  <c:v>7.0192648890710982</c:v>
                </c:pt>
                <c:pt idx="18645">
                  <c:v>7.0198431069553289</c:v>
                </c:pt>
                <c:pt idx="18646">
                  <c:v>7.0189518125482904</c:v>
                </c:pt>
                <c:pt idx="18647">
                  <c:v>7.0169262366167864</c:v>
                </c:pt>
                <c:pt idx="18648">
                  <c:v>7.0155644207571859</c:v>
                </c:pt>
                <c:pt idx="18649">
                  <c:v>7.0148316750500639</c:v>
                </c:pt>
                <c:pt idx="18650">
                  <c:v>7.0149531686087769</c:v>
                </c:pt>
                <c:pt idx="18651">
                  <c:v>7.015416594396001</c:v>
                </c:pt>
                <c:pt idx="18652">
                  <c:v>7.0156893044671156</c:v>
                </c:pt>
                <c:pt idx="18653">
                  <c:v>7.0143000520348791</c:v>
                </c:pt>
                <c:pt idx="18654">
                  <c:v>7.0129198662861292</c:v>
                </c:pt>
                <c:pt idx="18655">
                  <c:v>7.0116121351645404</c:v>
                </c:pt>
                <c:pt idx="18656">
                  <c:v>7.0123313991075227</c:v>
                </c:pt>
                <c:pt idx="18657">
                  <c:v>7.0130590201674581</c:v>
                </c:pt>
                <c:pt idx="18658">
                  <c:v>7.0143078572667497</c:v>
                </c:pt>
                <c:pt idx="18659">
                  <c:v>7.0158034658383137</c:v>
                </c:pt>
                <c:pt idx="18660">
                  <c:v>7.0140867090304164</c:v>
                </c:pt>
                <c:pt idx="18661">
                  <c:v>7.0139175956732212</c:v>
                </c:pt>
                <c:pt idx="18662">
                  <c:v>7.0157908513221594</c:v>
                </c:pt>
                <c:pt idx="18663">
                  <c:v>7.0158113499109103</c:v>
                </c:pt>
                <c:pt idx="18664">
                  <c:v>7.0162926725429289</c:v>
                </c:pt>
                <c:pt idx="18665">
                  <c:v>7.018025828221826</c:v>
                </c:pt>
                <c:pt idx="18666">
                  <c:v>7.0199630236995221</c:v>
                </c:pt>
                <c:pt idx="18667">
                  <c:v>7.0188769138586231</c:v>
                </c:pt>
                <c:pt idx="18668">
                  <c:v>7.0172893770005835</c:v>
                </c:pt>
                <c:pt idx="18669">
                  <c:v>7.0187957079108783</c:v>
                </c:pt>
                <c:pt idx="18670">
                  <c:v>7.0197832668443212</c:v>
                </c:pt>
                <c:pt idx="18671">
                  <c:v>7.019396947287091</c:v>
                </c:pt>
                <c:pt idx="18672">
                  <c:v>7.0175754899951119</c:v>
                </c:pt>
                <c:pt idx="18673">
                  <c:v>7.0162464718775128</c:v>
                </c:pt>
                <c:pt idx="18674">
                  <c:v>7.0160201989939921</c:v>
                </c:pt>
                <c:pt idx="18675">
                  <c:v>7.0162774562828174</c:v>
                </c:pt>
                <c:pt idx="18676">
                  <c:v>7.0161994039641113</c:v>
                </c:pt>
                <c:pt idx="18677">
                  <c:v>7.014928649143001</c:v>
                </c:pt>
                <c:pt idx="18678">
                  <c:v>7.013860041943266</c:v>
                </c:pt>
                <c:pt idx="18679">
                  <c:v>7.0127326195619606</c:v>
                </c:pt>
                <c:pt idx="18680">
                  <c:v>7.0112955108090631</c:v>
                </c:pt>
                <c:pt idx="18681">
                  <c:v>7.0123786247023761</c:v>
                </c:pt>
                <c:pt idx="18682">
                  <c:v>7.0154875510493699</c:v>
                </c:pt>
                <c:pt idx="18683">
                  <c:v>7.0165340828458351</c:v>
                </c:pt>
                <c:pt idx="18684">
                  <c:v>7.0162457623109793</c:v>
                </c:pt>
                <c:pt idx="18685">
                  <c:v>7.0184272851984417</c:v>
                </c:pt>
                <c:pt idx="18686">
                  <c:v>7.0196918116022013</c:v>
                </c:pt>
                <c:pt idx="18687">
                  <c:v>7.0174970434727761</c:v>
                </c:pt>
                <c:pt idx="18688">
                  <c:v>7.0150034689919423</c:v>
                </c:pt>
                <c:pt idx="18689">
                  <c:v>7.0126389567795142</c:v>
                </c:pt>
                <c:pt idx="18690">
                  <c:v>7.0116823822513759</c:v>
                </c:pt>
                <c:pt idx="18691">
                  <c:v>7.0109053280562605</c:v>
                </c:pt>
                <c:pt idx="18692">
                  <c:v>7.0106080985193708</c:v>
                </c:pt>
                <c:pt idx="18693">
                  <c:v>7.0135721156120407</c:v>
                </c:pt>
                <c:pt idx="18694">
                  <c:v>7.016867263753765</c:v>
                </c:pt>
                <c:pt idx="18695">
                  <c:v>7.0182070830508207</c:v>
                </c:pt>
                <c:pt idx="18696">
                  <c:v>7.0183025591699648</c:v>
                </c:pt>
                <c:pt idx="18697">
                  <c:v>7.0173135022627289</c:v>
                </c:pt>
                <c:pt idx="18698">
                  <c:v>7.0162391396899979</c:v>
                </c:pt>
                <c:pt idx="18699">
                  <c:v>7.0169284441571138</c:v>
                </c:pt>
                <c:pt idx="18700">
                  <c:v>7.01870480455384</c:v>
                </c:pt>
                <c:pt idx="18701">
                  <c:v>7.0188165218625329</c:v>
                </c:pt>
                <c:pt idx="18702">
                  <c:v>7.0179638594112177</c:v>
                </c:pt>
                <c:pt idx="18703">
                  <c:v>7.0171808133209295</c:v>
                </c:pt>
                <c:pt idx="18704">
                  <c:v>7.0165004966965734</c:v>
                </c:pt>
                <c:pt idx="18705">
                  <c:v>7.01636339267412</c:v>
                </c:pt>
                <c:pt idx="18706">
                  <c:v>7.0167783314148755</c:v>
                </c:pt>
                <c:pt idx="18707">
                  <c:v>7.0181497658430443</c:v>
                </c:pt>
                <c:pt idx="18708">
                  <c:v>7.0180352891089424</c:v>
                </c:pt>
                <c:pt idx="18709">
                  <c:v>7.0160165723205976</c:v>
                </c:pt>
                <c:pt idx="18710">
                  <c:v>7.0152226462101259</c:v>
                </c:pt>
                <c:pt idx="18711">
                  <c:v>7.0151593371071757</c:v>
                </c:pt>
                <c:pt idx="18712">
                  <c:v>7.0150017344959714</c:v>
                </c:pt>
                <c:pt idx="18713">
                  <c:v>7.0137368138885821</c:v>
                </c:pt>
                <c:pt idx="18714">
                  <c:v>7.0118068717576749</c:v>
                </c:pt>
                <c:pt idx="18715">
                  <c:v>7.0113610274523408</c:v>
                </c:pt>
                <c:pt idx="18716">
                  <c:v>7.011795203330232</c:v>
                </c:pt>
                <c:pt idx="18717">
                  <c:v>7.0119466563648114</c:v>
                </c:pt>
                <c:pt idx="18718">
                  <c:v>7.0127315157917973</c:v>
                </c:pt>
                <c:pt idx="18719">
                  <c:v>7.0141667323672721</c:v>
                </c:pt>
                <c:pt idx="18720">
                  <c:v>7.0143635188192812</c:v>
                </c:pt>
                <c:pt idx="18721">
                  <c:v>7.0141956669137011</c:v>
                </c:pt>
                <c:pt idx="18722">
                  <c:v>7.0158405209795172</c:v>
                </c:pt>
                <c:pt idx="18723">
                  <c:v>7.0162247906778727</c:v>
                </c:pt>
                <c:pt idx="18724">
                  <c:v>7.0158577870985033</c:v>
                </c:pt>
                <c:pt idx="18725">
                  <c:v>7.0161465806777148</c:v>
                </c:pt>
                <c:pt idx="18726">
                  <c:v>7.0180073006512247</c:v>
                </c:pt>
                <c:pt idx="18727">
                  <c:v>7.0177671517999336</c:v>
                </c:pt>
                <c:pt idx="18728">
                  <c:v>7.0160950976836594</c:v>
                </c:pt>
                <c:pt idx="18729">
                  <c:v>7.0156159037512413</c:v>
                </c:pt>
                <c:pt idx="18730">
                  <c:v>7.0171649663350104</c:v>
                </c:pt>
                <c:pt idx="18731">
                  <c:v>7.0177677036850152</c:v>
                </c:pt>
                <c:pt idx="18732">
                  <c:v>7.0165765779971299</c:v>
                </c:pt>
                <c:pt idx="18733">
                  <c:v>7.0170405556694364</c:v>
                </c:pt>
                <c:pt idx="18734">
                  <c:v>7.0177901732919157</c:v>
                </c:pt>
                <c:pt idx="18735">
                  <c:v>7.0175080811744115</c:v>
                </c:pt>
                <c:pt idx="18736">
                  <c:v>7.0177819738564153</c:v>
                </c:pt>
                <c:pt idx="18737">
                  <c:v>7.0183330705309137</c:v>
                </c:pt>
                <c:pt idx="18738">
                  <c:v>7.0182608524259296</c:v>
                </c:pt>
                <c:pt idx="18739">
                  <c:v>7.0198312020057081</c:v>
                </c:pt>
                <c:pt idx="18740">
                  <c:v>7.0197326510982512</c:v>
                </c:pt>
                <c:pt idx="18741">
                  <c:v>7.01774476103376</c:v>
                </c:pt>
                <c:pt idx="18742">
                  <c:v>7.0162908592062312</c:v>
                </c:pt>
                <c:pt idx="18743">
                  <c:v>7.0152949431558369</c:v>
                </c:pt>
                <c:pt idx="18744">
                  <c:v>7.0147531496870021</c:v>
                </c:pt>
                <c:pt idx="18745">
                  <c:v>7.0160350998911998</c:v>
                </c:pt>
                <c:pt idx="18746">
                  <c:v>7.0182705498352229</c:v>
                </c:pt>
                <c:pt idx="18747">
                  <c:v>7.0187728441003481</c:v>
                </c:pt>
                <c:pt idx="18748">
                  <c:v>7.0173467730490859</c:v>
                </c:pt>
                <c:pt idx="18749">
                  <c:v>7.0176903609328436</c:v>
                </c:pt>
                <c:pt idx="18750">
                  <c:v>7.0189621406833913</c:v>
                </c:pt>
                <c:pt idx="18751">
                  <c:v>7.0180249609738405</c:v>
                </c:pt>
                <c:pt idx="18752">
                  <c:v>7.0159129756066791</c:v>
                </c:pt>
                <c:pt idx="18753">
                  <c:v>7.0144683769848148</c:v>
                </c:pt>
                <c:pt idx="18754">
                  <c:v>7.0126858670114638</c:v>
                </c:pt>
                <c:pt idx="18755">
                  <c:v>7.0119555653668462</c:v>
                </c:pt>
                <c:pt idx="18756">
                  <c:v>7.0132769359340257</c:v>
                </c:pt>
                <c:pt idx="18757">
                  <c:v>7.0147152272978133</c:v>
                </c:pt>
                <c:pt idx="18758">
                  <c:v>7.0155022154243998</c:v>
                </c:pt>
                <c:pt idx="18759">
                  <c:v>7.0159184156167713</c:v>
                </c:pt>
                <c:pt idx="18760">
                  <c:v>7.0170299910121576</c:v>
                </c:pt>
                <c:pt idx="18761">
                  <c:v>7.0183467099765053</c:v>
                </c:pt>
                <c:pt idx="18762">
                  <c:v>7.01816332644791</c:v>
                </c:pt>
                <c:pt idx="18763">
                  <c:v>7.0172006023431468</c:v>
                </c:pt>
                <c:pt idx="18764">
                  <c:v>7.0175980384427383</c:v>
                </c:pt>
                <c:pt idx="18765">
                  <c:v>7.0177771645721316</c:v>
                </c:pt>
                <c:pt idx="18766">
                  <c:v>7.0171256248127536</c:v>
                </c:pt>
                <c:pt idx="18767">
                  <c:v>7.0166579416263266</c:v>
                </c:pt>
                <c:pt idx="18768">
                  <c:v>7.0149523013607906</c:v>
                </c:pt>
                <c:pt idx="18769">
                  <c:v>7.0132907330610701</c:v>
                </c:pt>
                <c:pt idx="18770">
                  <c:v>7.0140617953610116</c:v>
                </c:pt>
                <c:pt idx="18771">
                  <c:v>7.0128841514372668</c:v>
                </c:pt>
                <c:pt idx="18772">
                  <c:v>7.0137622794430694</c:v>
                </c:pt>
                <c:pt idx="18773">
                  <c:v>7.0167786467777793</c:v>
                </c:pt>
                <c:pt idx="18774">
                  <c:v>7.0177790567495544</c:v>
                </c:pt>
                <c:pt idx="18775">
                  <c:v>7.0176995064570553</c:v>
                </c:pt>
                <c:pt idx="18776">
                  <c:v>7.0174068496822715</c:v>
                </c:pt>
                <c:pt idx="18777">
                  <c:v>7.0182626657626264</c:v>
                </c:pt>
                <c:pt idx="18778">
                  <c:v>7.0201927655749854</c:v>
                </c:pt>
                <c:pt idx="18779">
                  <c:v>7.019838534193223</c:v>
                </c:pt>
                <c:pt idx="18780">
                  <c:v>7.0168573298222929</c:v>
                </c:pt>
                <c:pt idx="18781">
                  <c:v>7.0170377174033023</c:v>
                </c:pt>
                <c:pt idx="18782">
                  <c:v>7.016728346394614</c:v>
                </c:pt>
                <c:pt idx="18783">
                  <c:v>7.0161077910405396</c:v>
                </c:pt>
                <c:pt idx="18784">
                  <c:v>7.0171891704378817</c:v>
                </c:pt>
                <c:pt idx="18785">
                  <c:v>7.0170158785222094</c:v>
                </c:pt>
                <c:pt idx="18786">
                  <c:v>7.0162702817767544</c:v>
                </c:pt>
                <c:pt idx="18787">
                  <c:v>7.016836988914994</c:v>
                </c:pt>
                <c:pt idx="18788">
                  <c:v>7.0169031362840792</c:v>
                </c:pt>
                <c:pt idx="18789">
                  <c:v>7.0164084895693719</c:v>
                </c:pt>
                <c:pt idx="18790">
                  <c:v>7.014990854475788</c:v>
                </c:pt>
                <c:pt idx="18791">
                  <c:v>7.0136191046847163</c:v>
                </c:pt>
                <c:pt idx="18792">
                  <c:v>7.0130790457118533</c:v>
                </c:pt>
                <c:pt idx="18793">
                  <c:v>7.0132910484239739</c:v>
                </c:pt>
                <c:pt idx="18794">
                  <c:v>7.0142890931739696</c:v>
                </c:pt>
                <c:pt idx="18795">
                  <c:v>7.0157730333180908</c:v>
                </c:pt>
                <c:pt idx="18796">
                  <c:v>7.0166614894589951</c:v>
                </c:pt>
                <c:pt idx="18797">
                  <c:v>7.0171889339157039</c:v>
                </c:pt>
                <c:pt idx="18798">
                  <c:v>7.0178849398445262</c:v>
                </c:pt>
                <c:pt idx="18799">
                  <c:v>7.0176007190274206</c:v>
                </c:pt>
                <c:pt idx="18800">
                  <c:v>7.016173780728173</c:v>
                </c:pt>
                <c:pt idx="18801">
                  <c:v>7.0158388653242723</c:v>
                </c:pt>
                <c:pt idx="18802">
                  <c:v>7.017824390166985</c:v>
                </c:pt>
                <c:pt idx="18803">
                  <c:v>7.0173414118797206</c:v>
                </c:pt>
                <c:pt idx="18804">
                  <c:v>7.0159266150522717</c:v>
                </c:pt>
                <c:pt idx="18805">
                  <c:v>7.0147883126507828</c:v>
                </c:pt>
                <c:pt idx="18806">
                  <c:v>7.014410113688327</c:v>
                </c:pt>
                <c:pt idx="18807">
                  <c:v>7.0153448493353725</c:v>
                </c:pt>
                <c:pt idx="18808">
                  <c:v>7.0147403774893959</c:v>
                </c:pt>
                <c:pt idx="18809">
                  <c:v>7.0161076333590877</c:v>
                </c:pt>
                <c:pt idx="18810">
                  <c:v>7.0175162806099118</c:v>
                </c:pt>
                <c:pt idx="18811">
                  <c:v>7.0165679843579998</c:v>
                </c:pt>
                <c:pt idx="18812">
                  <c:v>7.0163784512527787</c:v>
                </c:pt>
                <c:pt idx="18813">
                  <c:v>7.0156420000315363</c:v>
                </c:pt>
                <c:pt idx="18814">
                  <c:v>7.0147637931850078</c:v>
                </c:pt>
                <c:pt idx="18815">
                  <c:v>7.0158847506267836</c:v>
                </c:pt>
                <c:pt idx="18816">
                  <c:v>7.0166010186221799</c:v>
                </c:pt>
                <c:pt idx="18817">
                  <c:v>7.0159932354657117</c:v>
                </c:pt>
                <c:pt idx="18818">
                  <c:v>7.0153073211498134</c:v>
                </c:pt>
                <c:pt idx="18819">
                  <c:v>7.015769879689052</c:v>
                </c:pt>
                <c:pt idx="18820">
                  <c:v>7.0167524716567593</c:v>
                </c:pt>
                <c:pt idx="18821">
                  <c:v>7.0180783361453196</c:v>
                </c:pt>
                <c:pt idx="18822">
                  <c:v>7.0184320944827263</c:v>
                </c:pt>
                <c:pt idx="18823">
                  <c:v>7.0184540910452702</c:v>
                </c:pt>
                <c:pt idx="18824">
                  <c:v>7.0187285356123557</c:v>
                </c:pt>
                <c:pt idx="18825">
                  <c:v>7.0183052397546479</c:v>
                </c:pt>
                <c:pt idx="18826">
                  <c:v>7.0165862754064241</c:v>
                </c:pt>
                <c:pt idx="18827">
                  <c:v>7.016810892634699</c:v>
                </c:pt>
                <c:pt idx="18828">
                  <c:v>7.0163334331982528</c:v>
                </c:pt>
                <c:pt idx="18829">
                  <c:v>7.0158512433182487</c:v>
                </c:pt>
                <c:pt idx="18830">
                  <c:v>7.014234929595232</c:v>
                </c:pt>
                <c:pt idx="18831">
                  <c:v>7.0142728519844209</c:v>
                </c:pt>
                <c:pt idx="18832">
                  <c:v>7.0143121146659517</c:v>
                </c:pt>
                <c:pt idx="18833">
                  <c:v>7.0126959586243869</c:v>
                </c:pt>
                <c:pt idx="18834">
                  <c:v>7.0132057427584797</c:v>
                </c:pt>
                <c:pt idx="18835">
                  <c:v>7.014488323688485</c:v>
                </c:pt>
                <c:pt idx="18836">
                  <c:v>7.0141240795345245</c:v>
                </c:pt>
                <c:pt idx="18837">
                  <c:v>7.0138921301187338</c:v>
                </c:pt>
                <c:pt idx="18838">
                  <c:v>7.0154914142449423</c:v>
                </c:pt>
                <c:pt idx="18839">
                  <c:v>7.0153607751620175</c:v>
                </c:pt>
                <c:pt idx="18840">
                  <c:v>7.0143316671659912</c:v>
                </c:pt>
                <c:pt idx="18841">
                  <c:v>7.0129662246329962</c:v>
                </c:pt>
                <c:pt idx="18842">
                  <c:v>7.0135176366703984</c:v>
                </c:pt>
                <c:pt idx="18843">
                  <c:v>7.0152922625711538</c:v>
                </c:pt>
                <c:pt idx="18844">
                  <c:v>7.0178052318705753</c:v>
                </c:pt>
                <c:pt idx="18845">
                  <c:v>7.0192172692726151</c:v>
                </c:pt>
                <c:pt idx="18846">
                  <c:v>7.0186865135054166</c:v>
                </c:pt>
                <c:pt idx="18847">
                  <c:v>7.017175846355193</c:v>
                </c:pt>
                <c:pt idx="18848">
                  <c:v>7.0140748829215216</c:v>
                </c:pt>
                <c:pt idx="18849">
                  <c:v>7.0140662104416656</c:v>
                </c:pt>
                <c:pt idx="18850">
                  <c:v>7.0144708998880461</c:v>
                </c:pt>
                <c:pt idx="18851">
                  <c:v>7.015141440262382</c:v>
                </c:pt>
                <c:pt idx="18852">
                  <c:v>7.0149578202116087</c:v>
                </c:pt>
                <c:pt idx="18853">
                  <c:v>7.01401922136899</c:v>
                </c:pt>
                <c:pt idx="18854">
                  <c:v>7.0142289377000582</c:v>
                </c:pt>
                <c:pt idx="18855">
                  <c:v>7.0167851905580347</c:v>
                </c:pt>
                <c:pt idx="18856">
                  <c:v>7.0180963118308393</c:v>
                </c:pt>
                <c:pt idx="18857">
                  <c:v>7.0177233951970228</c:v>
                </c:pt>
                <c:pt idx="18858">
                  <c:v>7.0169214273325027</c:v>
                </c:pt>
                <c:pt idx="18859">
                  <c:v>7.015064649395292</c:v>
                </c:pt>
                <c:pt idx="18860">
                  <c:v>7.0160496065847777</c:v>
                </c:pt>
                <c:pt idx="18861">
                  <c:v>7.0198062883363033</c:v>
                </c:pt>
                <c:pt idx="18862">
                  <c:v>7.0215700342168752</c:v>
                </c:pt>
                <c:pt idx="18863">
                  <c:v>7.0210140494173672</c:v>
                </c:pt>
                <c:pt idx="18864">
                  <c:v>7.0184881502388876</c:v>
                </c:pt>
                <c:pt idx="18865">
                  <c:v>7.0181388858228608</c:v>
                </c:pt>
                <c:pt idx="18866">
                  <c:v>7.0198046326810575</c:v>
                </c:pt>
                <c:pt idx="18867">
                  <c:v>7.020233920433939</c:v>
                </c:pt>
                <c:pt idx="18868">
                  <c:v>7.0208713477033697</c:v>
                </c:pt>
                <c:pt idx="18869">
                  <c:v>7.0209649316450902</c:v>
                </c:pt>
                <c:pt idx="18870">
                  <c:v>7.02062473391255</c:v>
                </c:pt>
                <c:pt idx="18871">
                  <c:v>7.02123440924644</c:v>
                </c:pt>
                <c:pt idx="18872">
                  <c:v>7.0205311499708287</c:v>
                </c:pt>
                <c:pt idx="18873">
                  <c:v>7.0195876630032012</c:v>
                </c:pt>
                <c:pt idx="18874">
                  <c:v>7.0191408726091549</c:v>
                </c:pt>
                <c:pt idx="18875">
                  <c:v>7.0187249877796871</c:v>
                </c:pt>
                <c:pt idx="18876">
                  <c:v>7.0190787461170938</c:v>
                </c:pt>
                <c:pt idx="18877">
                  <c:v>7.0169575363849948</c:v>
                </c:pt>
                <c:pt idx="18878">
                  <c:v>7.0150579479335846</c:v>
                </c:pt>
                <c:pt idx="18879">
                  <c:v>7.0153956227628944</c:v>
                </c:pt>
                <c:pt idx="18880">
                  <c:v>7.016522729781296</c:v>
                </c:pt>
                <c:pt idx="18881">
                  <c:v>7.0150674876614261</c:v>
                </c:pt>
                <c:pt idx="18882">
                  <c:v>7.0128662545924723</c:v>
                </c:pt>
                <c:pt idx="18883">
                  <c:v>7.0107417335498825</c:v>
                </c:pt>
                <c:pt idx="18884">
                  <c:v>7.0118623756287546</c:v>
                </c:pt>
                <c:pt idx="18885">
                  <c:v>7.0130468786956595</c:v>
                </c:pt>
                <c:pt idx="18886">
                  <c:v>7.0141839196455322</c:v>
                </c:pt>
                <c:pt idx="18887">
                  <c:v>7.0156904082372789</c:v>
                </c:pt>
                <c:pt idx="18888">
                  <c:v>7.0165125593276461</c:v>
                </c:pt>
                <c:pt idx="18889">
                  <c:v>7.0154215613617374</c:v>
                </c:pt>
                <c:pt idx="18890">
                  <c:v>7.0145029880635139</c:v>
                </c:pt>
                <c:pt idx="18891">
                  <c:v>7.015638057995238</c:v>
                </c:pt>
                <c:pt idx="18892">
                  <c:v>7.0156170075214055</c:v>
                </c:pt>
                <c:pt idx="18893">
                  <c:v>7.0161240322300884</c:v>
                </c:pt>
                <c:pt idx="18894">
                  <c:v>7.0176720698844193</c:v>
                </c:pt>
                <c:pt idx="18895">
                  <c:v>7.018801778646778</c:v>
                </c:pt>
                <c:pt idx="18896">
                  <c:v>7.0171811286838333</c:v>
                </c:pt>
                <c:pt idx="18897">
                  <c:v>7.0145222252006496</c:v>
                </c:pt>
                <c:pt idx="18898">
                  <c:v>7.0126040303379114</c:v>
                </c:pt>
                <c:pt idx="18899">
                  <c:v>7.0109521594474842</c:v>
                </c:pt>
                <c:pt idx="18900">
                  <c:v>7.0122736088553905</c:v>
                </c:pt>
                <c:pt idx="18901">
                  <c:v>7.0142747441618445</c:v>
                </c:pt>
                <c:pt idx="18902">
                  <c:v>7.0158270392153774</c:v>
                </c:pt>
                <c:pt idx="18903">
                  <c:v>7.0165839890253707</c:v>
                </c:pt>
                <c:pt idx="18904">
                  <c:v>7.0165668017471106</c:v>
                </c:pt>
                <c:pt idx="18905">
                  <c:v>7.0164119585613145</c:v>
                </c:pt>
                <c:pt idx="18906">
                  <c:v>7.0167076112836844</c:v>
                </c:pt>
                <c:pt idx="18907">
                  <c:v>7.016162269982182</c:v>
                </c:pt>
                <c:pt idx="18908">
                  <c:v>7.0151965499298319</c:v>
                </c:pt>
                <c:pt idx="18909">
                  <c:v>7.0161078698812656</c:v>
                </c:pt>
                <c:pt idx="18910">
                  <c:v>7.0183118623756284</c:v>
                </c:pt>
                <c:pt idx="18911">
                  <c:v>7.0197116794651446</c:v>
                </c:pt>
                <c:pt idx="18912">
                  <c:v>7.0201024141030288</c:v>
                </c:pt>
                <c:pt idx="18913">
                  <c:v>7.0193112474179662</c:v>
                </c:pt>
                <c:pt idx="18914">
                  <c:v>7.0179955533830558</c:v>
                </c:pt>
                <c:pt idx="18915">
                  <c:v>7.0170490704678405</c:v>
                </c:pt>
                <c:pt idx="18916">
                  <c:v>7.0168457402355759</c:v>
                </c:pt>
                <c:pt idx="18917">
                  <c:v>7.0176074204891279</c:v>
                </c:pt>
                <c:pt idx="18918">
                  <c:v>7.0177901732919157</c:v>
                </c:pt>
                <c:pt idx="18919">
                  <c:v>7.0165292735615505</c:v>
                </c:pt>
                <c:pt idx="18920">
                  <c:v>7.0151758148189032</c:v>
                </c:pt>
                <c:pt idx="18921">
                  <c:v>7.0147317050095399</c:v>
                </c:pt>
                <c:pt idx="18922">
                  <c:v>7.014934246834545</c:v>
                </c:pt>
                <c:pt idx="18923">
                  <c:v>7.0170996862139106</c:v>
                </c:pt>
                <c:pt idx="18924">
                  <c:v>7.0181056150365029</c:v>
                </c:pt>
                <c:pt idx="18925">
                  <c:v>7.0169318343083305</c:v>
                </c:pt>
                <c:pt idx="18926">
                  <c:v>7.0143498793736896</c:v>
                </c:pt>
                <c:pt idx="18927">
                  <c:v>7.014455052902127</c:v>
                </c:pt>
                <c:pt idx="18928">
                  <c:v>7.0151017045364954</c:v>
                </c:pt>
                <c:pt idx="18929">
                  <c:v>7.0144342389504724</c:v>
                </c:pt>
                <c:pt idx="18930">
                  <c:v>7.0135966350778158</c:v>
                </c:pt>
                <c:pt idx="18931">
                  <c:v>7.0125629543196837</c:v>
                </c:pt>
                <c:pt idx="18932">
                  <c:v>7.0111893123511884</c:v>
                </c:pt>
                <c:pt idx="18933">
                  <c:v>7.0111206420788719</c:v>
                </c:pt>
                <c:pt idx="18934">
                  <c:v>7.0130402560746781</c:v>
                </c:pt>
                <c:pt idx="18935">
                  <c:v>7.0126808212050014</c:v>
                </c:pt>
                <c:pt idx="18936">
                  <c:v>7.0106010028540346</c:v>
                </c:pt>
                <c:pt idx="18937">
                  <c:v>7.0117642189249283</c:v>
                </c:pt>
                <c:pt idx="18938">
                  <c:v>7.0148393226004826</c:v>
                </c:pt>
                <c:pt idx="18939">
                  <c:v>7.0155935918257937</c:v>
                </c:pt>
                <c:pt idx="18940">
                  <c:v>7.0163812106781878</c:v>
                </c:pt>
                <c:pt idx="18941">
                  <c:v>7.0171037859316607</c:v>
                </c:pt>
                <c:pt idx="18942">
                  <c:v>7.0172556331698699</c:v>
                </c:pt>
                <c:pt idx="18943">
                  <c:v>7.0168869739352564</c:v>
                </c:pt>
                <c:pt idx="18944">
                  <c:v>7.0166253804065031</c:v>
                </c:pt>
                <c:pt idx="18945">
                  <c:v>7.0153592771882245</c:v>
                </c:pt>
                <c:pt idx="18946">
                  <c:v>7.0154603509989117</c:v>
                </c:pt>
                <c:pt idx="18947">
                  <c:v>7.015569939608004</c:v>
                </c:pt>
                <c:pt idx="18948">
                  <c:v>7.0143550040208771</c:v>
                </c:pt>
                <c:pt idx="18949">
                  <c:v>7.0146656364811806</c:v>
                </c:pt>
                <c:pt idx="18950">
                  <c:v>7.0164454658698494</c:v>
                </c:pt>
                <c:pt idx="18951">
                  <c:v>7.0174534445513173</c:v>
                </c:pt>
                <c:pt idx="18952">
                  <c:v>7.0171448619498884</c:v>
                </c:pt>
                <c:pt idx="18953">
                  <c:v>7.0158019678645198</c:v>
                </c:pt>
                <c:pt idx="18954">
                  <c:v>7.0156010816947605</c:v>
                </c:pt>
                <c:pt idx="18955">
                  <c:v>7.0161517841656282</c:v>
                </c:pt>
                <c:pt idx="18956">
                  <c:v>7.0164303284504648</c:v>
                </c:pt>
                <c:pt idx="18957">
                  <c:v>7.0177045522635169</c:v>
                </c:pt>
                <c:pt idx="18958">
                  <c:v>7.0182627446033523</c:v>
                </c:pt>
                <c:pt idx="18959">
                  <c:v>7.018074945994103</c:v>
                </c:pt>
                <c:pt idx="18960">
                  <c:v>7.0188049322758168</c:v>
                </c:pt>
                <c:pt idx="18961">
                  <c:v>7.0184842082025893</c:v>
                </c:pt>
                <c:pt idx="18962">
                  <c:v>7.0173281666377587</c:v>
                </c:pt>
                <c:pt idx="18963">
                  <c:v>7.0146963055235814</c:v>
                </c:pt>
                <c:pt idx="18964">
                  <c:v>7.0131062457623106</c:v>
                </c:pt>
                <c:pt idx="18965">
                  <c:v>7.013877229221527</c:v>
                </c:pt>
                <c:pt idx="18966">
                  <c:v>7.013901827528028</c:v>
                </c:pt>
                <c:pt idx="18967">
                  <c:v>7.0142086756334852</c:v>
                </c:pt>
                <c:pt idx="18968">
                  <c:v>7.0157664106971094</c:v>
                </c:pt>
                <c:pt idx="18969">
                  <c:v>7.0185675428499348</c:v>
                </c:pt>
                <c:pt idx="18970">
                  <c:v>7.0202722370267585</c:v>
                </c:pt>
                <c:pt idx="18971">
                  <c:v>7.0206339582774877</c:v>
                </c:pt>
                <c:pt idx="18972">
                  <c:v>7.0178203692899608</c:v>
                </c:pt>
                <c:pt idx="18973">
                  <c:v>7.016324287674041</c:v>
                </c:pt>
                <c:pt idx="18974">
                  <c:v>7.0175299988962294</c:v>
                </c:pt>
                <c:pt idx="18975">
                  <c:v>7.0189535470442612</c:v>
                </c:pt>
                <c:pt idx="18976">
                  <c:v>7.0182785127485454</c:v>
                </c:pt>
                <c:pt idx="18977">
                  <c:v>7.0159773096390667</c:v>
                </c:pt>
                <c:pt idx="18978">
                  <c:v>7.0156397924912088</c:v>
                </c:pt>
                <c:pt idx="18979">
                  <c:v>7.0175049275453727</c:v>
                </c:pt>
                <c:pt idx="18980">
                  <c:v>7.0173660890269476</c:v>
                </c:pt>
                <c:pt idx="18981">
                  <c:v>7.0172867752566264</c:v>
                </c:pt>
                <c:pt idx="18982">
                  <c:v>7.0158441476529116</c:v>
                </c:pt>
                <c:pt idx="18983">
                  <c:v>7.0158785222094329</c:v>
                </c:pt>
                <c:pt idx="18984">
                  <c:v>7.0161569088128166</c:v>
                </c:pt>
                <c:pt idx="18985">
                  <c:v>7.0131225657925862</c:v>
                </c:pt>
                <c:pt idx="18986">
                  <c:v>7.0121290938046954</c:v>
                </c:pt>
                <c:pt idx="18987">
                  <c:v>7.0129033097336757</c:v>
                </c:pt>
                <c:pt idx="18988">
                  <c:v>7.0136428357432319</c:v>
                </c:pt>
                <c:pt idx="18989">
                  <c:v>7.0145495040918338</c:v>
                </c:pt>
                <c:pt idx="18990">
                  <c:v>7.0160601712420565</c:v>
                </c:pt>
                <c:pt idx="18991">
                  <c:v>7.0171669373531591</c:v>
                </c:pt>
                <c:pt idx="18992">
                  <c:v>7.0147797978523787</c:v>
                </c:pt>
                <c:pt idx="18993">
                  <c:v>7.0135564263075736</c:v>
                </c:pt>
                <c:pt idx="18994">
                  <c:v>7.0144739746763589</c:v>
                </c:pt>
                <c:pt idx="18995">
                  <c:v>7.01518330468787</c:v>
                </c:pt>
                <c:pt idx="18996">
                  <c:v>7.0144896639808261</c:v>
                </c:pt>
                <c:pt idx="18997">
                  <c:v>7.0135045491098884</c:v>
                </c:pt>
                <c:pt idx="18998">
                  <c:v>7.0124455604787208</c:v>
                </c:pt>
                <c:pt idx="18999">
                  <c:v>7.0136768160961225</c:v>
                </c:pt>
                <c:pt idx="19000">
                  <c:v>7.0153378325107614</c:v>
                </c:pt>
                <c:pt idx="19001">
                  <c:v>7.0171536921111972</c:v>
                </c:pt>
                <c:pt idx="19002">
                  <c:v>7.0177731436951074</c:v>
                </c:pt>
                <c:pt idx="19003">
                  <c:v>7.0177024235639163</c:v>
                </c:pt>
                <c:pt idx="19004">
                  <c:v>7.0183527018716791</c:v>
                </c:pt>
                <c:pt idx="19005">
                  <c:v>7.0191798987685079</c:v>
                </c:pt>
                <c:pt idx="19006">
                  <c:v>7.0196549929831757</c:v>
                </c:pt>
                <c:pt idx="19007">
                  <c:v>7.0177119632917577</c:v>
                </c:pt>
                <c:pt idx="19008">
                  <c:v>7.0171696967785682</c:v>
                </c:pt>
                <c:pt idx="19009">
                  <c:v>7.0177686497737275</c:v>
                </c:pt>
                <c:pt idx="19010">
                  <c:v>7.018557214714833</c:v>
                </c:pt>
                <c:pt idx="19011">
                  <c:v>7.0182137056718021</c:v>
                </c:pt>
                <c:pt idx="19012">
                  <c:v>7.0177670729592077</c:v>
                </c:pt>
                <c:pt idx="19013">
                  <c:v>7.0187345275075295</c:v>
                </c:pt>
                <c:pt idx="19014">
                  <c:v>7.0188579132436653</c:v>
                </c:pt>
                <c:pt idx="19015">
                  <c:v>7.0178291994512687</c:v>
                </c:pt>
                <c:pt idx="19016">
                  <c:v>7.0176615840678664</c:v>
                </c:pt>
                <c:pt idx="19017">
                  <c:v>7.0179962629495893</c:v>
                </c:pt>
                <c:pt idx="19018">
                  <c:v>7.0188831422759739</c:v>
                </c:pt>
                <c:pt idx="19019">
                  <c:v>7.0201344234377707</c:v>
                </c:pt>
                <c:pt idx="19020">
                  <c:v>7.019582380674561</c:v>
                </c:pt>
                <c:pt idx="19021">
                  <c:v>7.0181060092401335</c:v>
                </c:pt>
                <c:pt idx="19022">
                  <c:v>7.0171104873933681</c:v>
                </c:pt>
                <c:pt idx="19023">
                  <c:v>7.0148882826913068</c:v>
                </c:pt>
                <c:pt idx="19024">
                  <c:v>7.0137449344833565</c:v>
                </c:pt>
                <c:pt idx="19025">
                  <c:v>7.0150200255443949</c:v>
                </c:pt>
                <c:pt idx="19026">
                  <c:v>7.0153114208675635</c:v>
                </c:pt>
                <c:pt idx="19027">
                  <c:v>7.0136864346646908</c:v>
                </c:pt>
                <c:pt idx="19028">
                  <c:v>7.0120247086835175</c:v>
                </c:pt>
                <c:pt idx="19029">
                  <c:v>7.0131237484034754</c:v>
                </c:pt>
                <c:pt idx="19030">
                  <c:v>7.0132603005408471</c:v>
                </c:pt>
                <c:pt idx="19031">
                  <c:v>7.0119548558003126</c:v>
                </c:pt>
                <c:pt idx="19032">
                  <c:v>7.0109120295179679</c:v>
                </c:pt>
                <c:pt idx="19033">
                  <c:v>7.0120217915766565</c:v>
                </c:pt>
                <c:pt idx="19034">
                  <c:v>7.0117122628865163</c:v>
                </c:pt>
                <c:pt idx="19035">
                  <c:v>7.011256484649711</c:v>
                </c:pt>
                <c:pt idx="19036">
                  <c:v>7.0125258203377534</c:v>
                </c:pt>
                <c:pt idx="19037">
                  <c:v>7.0140879704820325</c:v>
                </c:pt>
                <c:pt idx="19038">
                  <c:v>7.0165100364244157</c:v>
                </c:pt>
                <c:pt idx="19039">
                  <c:v>7.0172112458411515</c:v>
                </c:pt>
                <c:pt idx="19040">
                  <c:v>7.0154139926520447</c:v>
                </c:pt>
                <c:pt idx="19041">
                  <c:v>7.0136359766000727</c:v>
                </c:pt>
                <c:pt idx="19042">
                  <c:v>7.0135065989687631</c:v>
                </c:pt>
                <c:pt idx="19043">
                  <c:v>7.0131872151878776</c:v>
                </c:pt>
                <c:pt idx="19044">
                  <c:v>7.0134505432126018</c:v>
                </c:pt>
                <c:pt idx="19045">
                  <c:v>7.0132643214178714</c:v>
                </c:pt>
                <c:pt idx="19046">
                  <c:v>7.0146882637695329</c:v>
                </c:pt>
                <c:pt idx="19047">
                  <c:v>7.0161156751131362</c:v>
                </c:pt>
                <c:pt idx="19048">
                  <c:v>7.0176109683217964</c:v>
                </c:pt>
                <c:pt idx="19049">
                  <c:v>7.0162443431779122</c:v>
                </c:pt>
                <c:pt idx="19050">
                  <c:v>7.0154133619262362</c:v>
                </c:pt>
                <c:pt idx="19051">
                  <c:v>7.0154481306863872</c:v>
                </c:pt>
                <c:pt idx="19052">
                  <c:v>7.0137950771850708</c:v>
                </c:pt>
                <c:pt idx="19053">
                  <c:v>7.0119589555180628</c:v>
                </c:pt>
                <c:pt idx="19054">
                  <c:v>7.0129242813667831</c:v>
                </c:pt>
                <c:pt idx="19055">
                  <c:v>7.0141284157744526</c:v>
                </c:pt>
                <c:pt idx="19056">
                  <c:v>7.015326637127675</c:v>
                </c:pt>
                <c:pt idx="19057">
                  <c:v>7.01450716662199</c:v>
                </c:pt>
                <c:pt idx="19058">
                  <c:v>7.0150864882763839</c:v>
                </c:pt>
                <c:pt idx="19059">
                  <c:v>7.0159921316955485</c:v>
                </c:pt>
                <c:pt idx="19060">
                  <c:v>7.0159757328245478</c:v>
                </c:pt>
                <c:pt idx="19061">
                  <c:v>7.0159281130260647</c:v>
                </c:pt>
                <c:pt idx="19062">
                  <c:v>7.0168933600340591</c:v>
                </c:pt>
                <c:pt idx="19063">
                  <c:v>7.0202864283574327</c:v>
                </c:pt>
                <c:pt idx="19064">
                  <c:v>7.0223020703574637</c:v>
                </c:pt>
                <c:pt idx="19065">
                  <c:v>7.0219778772922945</c:v>
                </c:pt>
                <c:pt idx="19066">
                  <c:v>7.0185851243318247</c:v>
                </c:pt>
                <c:pt idx="19067">
                  <c:v>7.0147790094451192</c:v>
                </c:pt>
                <c:pt idx="19068">
                  <c:v>7.0130013875967769</c:v>
                </c:pt>
                <c:pt idx="19069">
                  <c:v>7.0137869565902964</c:v>
                </c:pt>
                <c:pt idx="19070">
                  <c:v>7.0137761554108389</c:v>
                </c:pt>
                <c:pt idx="19071">
                  <c:v>7.0140038474274276</c:v>
                </c:pt>
                <c:pt idx="19072">
                  <c:v>7.0152363644964444</c:v>
                </c:pt>
                <c:pt idx="19073">
                  <c:v>7.0162091013734056</c:v>
                </c:pt>
                <c:pt idx="19074">
                  <c:v>7.0154766710291865</c:v>
                </c:pt>
                <c:pt idx="19075">
                  <c:v>7.0143734527507533</c:v>
                </c:pt>
                <c:pt idx="19076">
                  <c:v>7.0151308756051023</c:v>
                </c:pt>
                <c:pt idx="19077">
                  <c:v>7.0168678156388467</c:v>
                </c:pt>
                <c:pt idx="19078">
                  <c:v>7.0169200870401616</c:v>
                </c:pt>
                <c:pt idx="19079">
                  <c:v>7.015590201674577</c:v>
                </c:pt>
                <c:pt idx="19080">
                  <c:v>7.0152189406960055</c:v>
                </c:pt>
                <c:pt idx="19081">
                  <c:v>7.0168455825541241</c:v>
                </c:pt>
                <c:pt idx="19082">
                  <c:v>7.0182540721234963</c:v>
                </c:pt>
                <c:pt idx="19083">
                  <c:v>7.0183257383433988</c:v>
                </c:pt>
                <c:pt idx="19084">
                  <c:v>7.0154683139122342</c:v>
                </c:pt>
                <c:pt idx="19085">
                  <c:v>7.0150348476008766</c:v>
                </c:pt>
                <c:pt idx="19086">
                  <c:v>7.0167849540358569</c:v>
                </c:pt>
                <c:pt idx="19087">
                  <c:v>7.0160030117157319</c:v>
                </c:pt>
                <c:pt idx="19088">
                  <c:v>7.015821914568189</c:v>
                </c:pt>
                <c:pt idx="19089">
                  <c:v>7.0157368454248727</c:v>
                </c:pt>
                <c:pt idx="19090">
                  <c:v>7.0156990807171349</c:v>
                </c:pt>
                <c:pt idx="19091">
                  <c:v>7.016961478421293</c:v>
                </c:pt>
                <c:pt idx="19092">
                  <c:v>7.0184872829909022</c:v>
                </c:pt>
                <c:pt idx="19093">
                  <c:v>7.018762673646699</c:v>
                </c:pt>
                <c:pt idx="19094">
                  <c:v>7.0191485990002995</c:v>
                </c:pt>
                <c:pt idx="19095">
                  <c:v>7.0188560210662416</c:v>
                </c:pt>
                <c:pt idx="19096">
                  <c:v>7.0172201548431854</c:v>
                </c:pt>
                <c:pt idx="19097">
                  <c:v>7.0157515097999026</c:v>
                </c:pt>
                <c:pt idx="19098">
                  <c:v>7.0140804017723397</c:v>
                </c:pt>
                <c:pt idx="19099">
                  <c:v>7.0131335246534947</c:v>
                </c:pt>
                <c:pt idx="19100">
                  <c:v>7.0125859758116649</c:v>
                </c:pt>
                <c:pt idx="19101">
                  <c:v>7.0109441965341617</c:v>
                </c:pt>
                <c:pt idx="19102">
                  <c:v>7.0118988000441504</c:v>
                </c:pt>
                <c:pt idx="19103">
                  <c:v>7.0129483277882025</c:v>
                </c:pt>
                <c:pt idx="19104">
                  <c:v>7.0135132215897444</c:v>
                </c:pt>
                <c:pt idx="19105">
                  <c:v>7.0126473927371924</c:v>
                </c:pt>
                <c:pt idx="19106">
                  <c:v>7.0105039499203707</c:v>
                </c:pt>
                <c:pt idx="19107">
                  <c:v>7.0084722244122428</c:v>
                </c:pt>
                <c:pt idx="19108">
                  <c:v>7.0074021901953669</c:v>
                </c:pt>
                <c:pt idx="19109">
                  <c:v>7.0088911051892966</c:v>
                </c:pt>
                <c:pt idx="19110">
                  <c:v>7.0100269635282801</c:v>
                </c:pt>
                <c:pt idx="19111">
                  <c:v>7.0136944764187392</c:v>
                </c:pt>
                <c:pt idx="19112">
                  <c:v>7.017335183462369</c:v>
                </c:pt>
                <c:pt idx="19113">
                  <c:v>7.0168779072517697</c:v>
                </c:pt>
                <c:pt idx="19114">
                  <c:v>7.0163025276336741</c:v>
                </c:pt>
                <c:pt idx="19115">
                  <c:v>7.0180832242703293</c:v>
                </c:pt>
                <c:pt idx="19116">
                  <c:v>7.0191128053107112</c:v>
                </c:pt>
                <c:pt idx="19117">
                  <c:v>7.0163509358394176</c:v>
                </c:pt>
                <c:pt idx="19118">
                  <c:v>7.0150669357763444</c:v>
                </c:pt>
                <c:pt idx="19119">
                  <c:v>7.016437345275075</c:v>
                </c:pt>
                <c:pt idx="19120">
                  <c:v>7.0173578895914472</c:v>
                </c:pt>
                <c:pt idx="19121">
                  <c:v>7.0156051025717847</c:v>
                </c:pt>
                <c:pt idx="19122">
                  <c:v>7.0143397089200397</c:v>
                </c:pt>
                <c:pt idx="19123">
                  <c:v>7.0160957284094669</c:v>
                </c:pt>
                <c:pt idx="19124">
                  <c:v>7.0169598227660481</c:v>
                </c:pt>
                <c:pt idx="19125">
                  <c:v>7.0162506504359889</c:v>
                </c:pt>
                <c:pt idx="19126">
                  <c:v>7.0157109068260297</c:v>
                </c:pt>
                <c:pt idx="19127">
                  <c:v>7.0165876156987652</c:v>
                </c:pt>
                <c:pt idx="19128">
                  <c:v>7.0179271984736431</c:v>
                </c:pt>
                <c:pt idx="19129">
                  <c:v>7.0173200460429843</c:v>
                </c:pt>
                <c:pt idx="19130">
                  <c:v>7.0165534776644227</c:v>
                </c:pt>
                <c:pt idx="19131">
                  <c:v>7.0162483640549365</c:v>
                </c:pt>
                <c:pt idx="19132">
                  <c:v>7.0172013119096803</c:v>
                </c:pt>
                <c:pt idx="19133">
                  <c:v>7.0174433529383942</c:v>
                </c:pt>
                <c:pt idx="19134">
                  <c:v>7.0181932859237772</c:v>
                </c:pt>
                <c:pt idx="19135">
                  <c:v>7.0180590990081839</c:v>
                </c:pt>
                <c:pt idx="19136">
                  <c:v>7.0165931345495833</c:v>
                </c:pt>
                <c:pt idx="19137">
                  <c:v>7.0140757501695079</c:v>
                </c:pt>
                <c:pt idx="19138">
                  <c:v>7.0135028934546426</c:v>
                </c:pt>
                <c:pt idx="19139">
                  <c:v>7.0154638199908543</c:v>
                </c:pt>
                <c:pt idx="19140">
                  <c:v>7.0162661032182783</c:v>
                </c:pt>
                <c:pt idx="19141">
                  <c:v>7.0154535706964793</c:v>
                </c:pt>
                <c:pt idx="19142">
                  <c:v>7.015326637127675</c:v>
                </c:pt>
                <c:pt idx="19143">
                  <c:v>7.0161360948611611</c:v>
                </c:pt>
                <c:pt idx="19144">
                  <c:v>7.0167289771204215</c:v>
                </c:pt>
                <c:pt idx="19145">
                  <c:v>7.0162134376133336</c:v>
                </c:pt>
                <c:pt idx="19146">
                  <c:v>7.015703259275611</c:v>
                </c:pt>
                <c:pt idx="19147">
                  <c:v>7.0163467572809415</c:v>
                </c:pt>
                <c:pt idx="19148">
                  <c:v>7.0155915419669181</c:v>
                </c:pt>
                <c:pt idx="19149">
                  <c:v>7.0136739778299875</c:v>
                </c:pt>
                <c:pt idx="19150">
                  <c:v>7.0128367681609616</c:v>
                </c:pt>
                <c:pt idx="19151">
                  <c:v>7.0140882858449363</c:v>
                </c:pt>
                <c:pt idx="19152">
                  <c:v>7.0150875920465472</c:v>
                </c:pt>
                <c:pt idx="19153">
                  <c:v>7.0148412147779053</c:v>
                </c:pt>
                <c:pt idx="19154">
                  <c:v>7.0143951339503934</c:v>
                </c:pt>
                <c:pt idx="19155">
                  <c:v>7.0143697472366329</c:v>
                </c:pt>
                <c:pt idx="19156">
                  <c:v>7.0133295226982453</c:v>
                </c:pt>
                <c:pt idx="19157">
                  <c:v>7.0107341648401897</c:v>
                </c:pt>
                <c:pt idx="19158">
                  <c:v>7.0112119396395398</c:v>
                </c:pt>
                <c:pt idx="19159">
                  <c:v>7.0121681199640484</c:v>
                </c:pt>
                <c:pt idx="19160">
                  <c:v>7.0138703700783678</c:v>
                </c:pt>
                <c:pt idx="19161">
                  <c:v>7.0164626531481105</c:v>
                </c:pt>
                <c:pt idx="19162">
                  <c:v>7.0173858780491649</c:v>
                </c:pt>
                <c:pt idx="19163">
                  <c:v>7.0165142938236178</c:v>
                </c:pt>
                <c:pt idx="19164">
                  <c:v>7.0158070925117082</c:v>
                </c:pt>
                <c:pt idx="19165">
                  <c:v>7.0170597928065721</c:v>
                </c:pt>
                <c:pt idx="19166">
                  <c:v>7.0171816805689149</c:v>
                </c:pt>
                <c:pt idx="19167">
                  <c:v>7.0173318721518791</c:v>
                </c:pt>
                <c:pt idx="19168">
                  <c:v>7.0173604913354044</c:v>
                </c:pt>
                <c:pt idx="19169">
                  <c:v>7.0180195998044752</c:v>
                </c:pt>
                <c:pt idx="19170">
                  <c:v>7.0187238051687979</c:v>
                </c:pt>
                <c:pt idx="19171">
                  <c:v>7.0172975764360839</c:v>
                </c:pt>
                <c:pt idx="19172">
                  <c:v>7.0165073558397326</c:v>
                </c:pt>
                <c:pt idx="19173">
                  <c:v>7.0163954020088619</c:v>
                </c:pt>
                <c:pt idx="19174">
                  <c:v>7.0149971617338656</c:v>
                </c:pt>
                <c:pt idx="19175">
                  <c:v>7.0133125719421621</c:v>
                </c:pt>
                <c:pt idx="19176">
                  <c:v>7.013315567889749</c:v>
                </c:pt>
                <c:pt idx="19177">
                  <c:v>7.0128025512858922</c:v>
                </c:pt>
                <c:pt idx="19178">
                  <c:v>7.0143015500086721</c:v>
                </c:pt>
                <c:pt idx="19179">
                  <c:v>7.014369510714455</c:v>
                </c:pt>
                <c:pt idx="19180">
                  <c:v>7.0125607467793563</c:v>
                </c:pt>
                <c:pt idx="19181">
                  <c:v>7.0134636307731117</c:v>
                </c:pt>
                <c:pt idx="19182">
                  <c:v>7.0157110645074816</c:v>
                </c:pt>
                <c:pt idx="19183">
                  <c:v>7.0194080638294514</c:v>
                </c:pt>
                <c:pt idx="19184">
                  <c:v>7.0217414339551238</c:v>
                </c:pt>
                <c:pt idx="19185">
                  <c:v>7.0205641053942829</c:v>
                </c:pt>
                <c:pt idx="19186">
                  <c:v>7.0203501316640127</c:v>
                </c:pt>
                <c:pt idx="19187">
                  <c:v>7.0199758747378542</c:v>
                </c:pt>
                <c:pt idx="19188">
                  <c:v>7.0188931550481719</c:v>
                </c:pt>
                <c:pt idx="19189">
                  <c:v>7.0172791277062077</c:v>
                </c:pt>
                <c:pt idx="19190">
                  <c:v>7.0170478090162254</c:v>
                </c:pt>
                <c:pt idx="19191">
                  <c:v>7.0185334048155914</c:v>
                </c:pt>
                <c:pt idx="19192">
                  <c:v>7.0186140588782537</c:v>
                </c:pt>
                <c:pt idx="19193">
                  <c:v>7.0187825415096423</c:v>
                </c:pt>
                <c:pt idx="19194">
                  <c:v>7.0192425771456506</c:v>
                </c:pt>
                <c:pt idx="19195">
                  <c:v>7.0178756366388626</c:v>
                </c:pt>
                <c:pt idx="19196">
                  <c:v>7.0166465885617875</c:v>
                </c:pt>
                <c:pt idx="19197">
                  <c:v>7.0160572541351964</c:v>
                </c:pt>
                <c:pt idx="19198">
                  <c:v>7.0157357416547095</c:v>
                </c:pt>
                <c:pt idx="19199">
                  <c:v>7.0167203834812915</c:v>
                </c:pt>
                <c:pt idx="19200">
                  <c:v>7.0181649032624289</c:v>
                </c:pt>
                <c:pt idx="19201">
                  <c:v>7.0181846922846463</c:v>
                </c:pt>
                <c:pt idx="19202">
                  <c:v>7.0175411942793167</c:v>
                </c:pt>
                <c:pt idx="19203">
                  <c:v>7.0184331982528896</c:v>
                </c:pt>
                <c:pt idx="19204">
                  <c:v>7.0183490751982847</c:v>
                </c:pt>
                <c:pt idx="19205">
                  <c:v>7.0182397231113702</c:v>
                </c:pt>
                <c:pt idx="19206">
                  <c:v>7.0172591021618125</c:v>
                </c:pt>
                <c:pt idx="19207">
                  <c:v>7.0156752708178933</c:v>
                </c:pt>
                <c:pt idx="19208">
                  <c:v>7.0152928144562354</c:v>
                </c:pt>
                <c:pt idx="19209">
                  <c:v>7.0149128021570819</c:v>
                </c:pt>
                <c:pt idx="19210">
                  <c:v>7.0153778047588258</c:v>
                </c:pt>
                <c:pt idx="19211">
                  <c:v>7.0163182169381413</c:v>
                </c:pt>
                <c:pt idx="19212">
                  <c:v>7.0171411564357689</c:v>
                </c:pt>
                <c:pt idx="19213">
                  <c:v>7.0172743972626499</c:v>
                </c:pt>
                <c:pt idx="19214">
                  <c:v>7.0167527081789371</c:v>
                </c:pt>
                <c:pt idx="19215">
                  <c:v>7.0167103707090934</c:v>
                </c:pt>
                <c:pt idx="19216">
                  <c:v>7.0157825730459322</c:v>
                </c:pt>
                <c:pt idx="19217">
                  <c:v>7.015310790141756</c:v>
                </c:pt>
                <c:pt idx="19218">
                  <c:v>7.0136824926283925</c:v>
                </c:pt>
                <c:pt idx="19219">
                  <c:v>7.0131717624055883</c:v>
                </c:pt>
                <c:pt idx="19220">
                  <c:v>7.0143795234866522</c:v>
                </c:pt>
                <c:pt idx="19221">
                  <c:v>7.0138378876992702</c:v>
                </c:pt>
                <c:pt idx="19222">
                  <c:v>7.0129177375865277</c:v>
                </c:pt>
                <c:pt idx="19223">
                  <c:v>7.0121560573329758</c:v>
                </c:pt>
                <c:pt idx="19224">
                  <c:v>7.0131263501474326</c:v>
                </c:pt>
                <c:pt idx="19225">
                  <c:v>7.0145178101199956</c:v>
                </c:pt>
                <c:pt idx="19226">
                  <c:v>7.0158680363928791</c:v>
                </c:pt>
                <c:pt idx="19227">
                  <c:v>7.0152430659581517</c:v>
                </c:pt>
                <c:pt idx="19228">
                  <c:v>7.0136911651082485</c:v>
                </c:pt>
                <c:pt idx="19229">
                  <c:v>7.0122982071618916</c:v>
                </c:pt>
                <c:pt idx="19230">
                  <c:v>7.0123104274744161</c:v>
                </c:pt>
                <c:pt idx="19231">
                  <c:v>7.0136609691102034</c:v>
                </c:pt>
                <c:pt idx="19232">
                  <c:v>7.0146686324287675</c:v>
                </c:pt>
                <c:pt idx="19233">
                  <c:v>7.0149996057963699</c:v>
                </c:pt>
                <c:pt idx="19234">
                  <c:v>7.0157193427837088</c:v>
                </c:pt>
                <c:pt idx="19235">
                  <c:v>7.0159070625522322</c:v>
                </c:pt>
                <c:pt idx="19236">
                  <c:v>7.0153005408473801</c:v>
                </c:pt>
                <c:pt idx="19237">
                  <c:v>7.0144664848073921</c:v>
                </c:pt>
                <c:pt idx="19238">
                  <c:v>7.0140088143931631</c:v>
                </c:pt>
                <c:pt idx="19239">
                  <c:v>7.0148843406550085</c:v>
                </c:pt>
                <c:pt idx="19240">
                  <c:v>7.016380816474558</c:v>
                </c:pt>
                <c:pt idx="19241">
                  <c:v>7.0193588672164493</c:v>
                </c:pt>
                <c:pt idx="19242">
                  <c:v>7.0213662309402549</c:v>
                </c:pt>
                <c:pt idx="19243">
                  <c:v>7.0205868115233603</c:v>
                </c:pt>
                <c:pt idx="19244">
                  <c:v>7.0191879405225563</c:v>
                </c:pt>
                <c:pt idx="19245">
                  <c:v>7.018179252274555</c:v>
                </c:pt>
                <c:pt idx="19246">
                  <c:v>7.0165161071603146</c:v>
                </c:pt>
                <c:pt idx="19247">
                  <c:v>7.0167881865056216</c:v>
                </c:pt>
                <c:pt idx="19248">
                  <c:v>7.016283763540895</c:v>
                </c:pt>
                <c:pt idx="19249">
                  <c:v>7.0159917374919187</c:v>
                </c:pt>
                <c:pt idx="19250">
                  <c:v>7.0149467825099734</c:v>
                </c:pt>
                <c:pt idx="19251">
                  <c:v>7.013001308756051</c:v>
                </c:pt>
                <c:pt idx="19252">
                  <c:v>7.012304829782873</c:v>
                </c:pt>
                <c:pt idx="19253">
                  <c:v>7.0124741796622461</c:v>
                </c:pt>
                <c:pt idx="19254">
                  <c:v>7.012946277929327</c:v>
                </c:pt>
                <c:pt idx="19255">
                  <c:v>7.0149537204938586</c:v>
                </c:pt>
                <c:pt idx="19256">
                  <c:v>7.0170883331493714</c:v>
                </c:pt>
                <c:pt idx="19257">
                  <c:v>7.0174935744808336</c:v>
                </c:pt>
                <c:pt idx="19258">
                  <c:v>7.0171565303773313</c:v>
                </c:pt>
                <c:pt idx="19259">
                  <c:v>7.0166227786625459</c:v>
                </c:pt>
                <c:pt idx="19260">
                  <c:v>7.0171905107302228</c:v>
                </c:pt>
                <c:pt idx="19261">
                  <c:v>7.0166217537331086</c:v>
                </c:pt>
                <c:pt idx="19262">
                  <c:v>7.0149843895362585</c:v>
                </c:pt>
                <c:pt idx="19263">
                  <c:v>7.015055976915435</c:v>
                </c:pt>
                <c:pt idx="19264">
                  <c:v>7.013781674261657</c:v>
                </c:pt>
                <c:pt idx="19265">
                  <c:v>7.0128708273545781</c:v>
                </c:pt>
                <c:pt idx="19266">
                  <c:v>7.0124237215976288</c:v>
                </c:pt>
                <c:pt idx="19267">
                  <c:v>7.0125503398035285</c:v>
                </c:pt>
                <c:pt idx="19268">
                  <c:v>7.0126053706302525</c:v>
                </c:pt>
                <c:pt idx="19269">
                  <c:v>7.0122383670508839</c:v>
                </c:pt>
                <c:pt idx="19270">
                  <c:v>7.0126971412352761</c:v>
                </c:pt>
                <c:pt idx="19271">
                  <c:v>7.0141463914599722</c:v>
                </c:pt>
                <c:pt idx="19272">
                  <c:v>7.015277519355398</c:v>
                </c:pt>
                <c:pt idx="19273">
                  <c:v>7.0160617480565763</c:v>
                </c:pt>
                <c:pt idx="19274">
                  <c:v>7.0166279033097334</c:v>
                </c:pt>
                <c:pt idx="19275">
                  <c:v>7.015753953862407</c:v>
                </c:pt>
                <c:pt idx="19276">
                  <c:v>7.0146873965215475</c:v>
                </c:pt>
                <c:pt idx="19277">
                  <c:v>7.0133007458332672</c:v>
                </c:pt>
                <c:pt idx="19278">
                  <c:v>7.0109660354152545</c:v>
                </c:pt>
                <c:pt idx="19279">
                  <c:v>7.0108961036913229</c:v>
                </c:pt>
                <c:pt idx="19280">
                  <c:v>7.013117125782494</c:v>
                </c:pt>
                <c:pt idx="19281">
                  <c:v>7.0152057742947695</c:v>
                </c:pt>
                <c:pt idx="19282">
                  <c:v>7.0159891357479616</c:v>
                </c:pt>
                <c:pt idx="19283">
                  <c:v>7.0159701351330046</c:v>
                </c:pt>
                <c:pt idx="19284">
                  <c:v>7.0152892666235669</c:v>
                </c:pt>
                <c:pt idx="19285">
                  <c:v>7.013742648102304</c:v>
                </c:pt>
                <c:pt idx="19286">
                  <c:v>7.0140905722259888</c:v>
                </c:pt>
                <c:pt idx="19287">
                  <c:v>7.0158867216449332</c:v>
                </c:pt>
                <c:pt idx="19288">
                  <c:v>7.0168145981488195</c:v>
                </c:pt>
                <c:pt idx="19289">
                  <c:v>7.0183235308030714</c:v>
                </c:pt>
                <c:pt idx="19290">
                  <c:v>7.0194076696258216</c:v>
                </c:pt>
                <c:pt idx="19291">
                  <c:v>7.019475236127974</c:v>
                </c:pt>
                <c:pt idx="19292">
                  <c:v>7.0183787193112472</c:v>
                </c:pt>
                <c:pt idx="19293">
                  <c:v>7.0158636213122252</c:v>
                </c:pt>
                <c:pt idx="19294">
                  <c:v>7.0158635424714992</c:v>
                </c:pt>
                <c:pt idx="19295">
                  <c:v>7.0169081032498148</c:v>
                </c:pt>
                <c:pt idx="19296">
                  <c:v>7.0180067487661431</c:v>
                </c:pt>
                <c:pt idx="19297">
                  <c:v>7.0178872262255787</c:v>
                </c:pt>
                <c:pt idx="19298">
                  <c:v>7.0162580614642298</c:v>
                </c:pt>
                <c:pt idx="19299">
                  <c:v>7.0150142701713998</c:v>
                </c:pt>
                <c:pt idx="19300">
                  <c:v>7.0139346252700294</c:v>
                </c:pt>
                <c:pt idx="19301">
                  <c:v>7.0127700689067947</c:v>
                </c:pt>
                <c:pt idx="19302">
                  <c:v>7.0112444220186383</c:v>
                </c:pt>
                <c:pt idx="19303">
                  <c:v>7.010794714517731</c:v>
                </c:pt>
                <c:pt idx="19304">
                  <c:v>7.0122390766174174</c:v>
                </c:pt>
                <c:pt idx="19305">
                  <c:v>7.0132852930509788</c:v>
                </c:pt>
                <c:pt idx="19306">
                  <c:v>7.0148036865923462</c:v>
                </c:pt>
                <c:pt idx="19307">
                  <c:v>7.0146477396363869</c:v>
                </c:pt>
                <c:pt idx="19308">
                  <c:v>7.0152479540831614</c:v>
                </c:pt>
                <c:pt idx="19309">
                  <c:v>7.0160842965042018</c:v>
                </c:pt>
                <c:pt idx="19310">
                  <c:v>7.0161200113530642</c:v>
                </c:pt>
                <c:pt idx="19311">
                  <c:v>7.0157221810498429</c:v>
                </c:pt>
                <c:pt idx="19312">
                  <c:v>7.011712578249421</c:v>
                </c:pt>
                <c:pt idx="19313">
                  <c:v>7.0071540390103912</c:v>
                </c:pt>
                <c:pt idx="19314">
                  <c:v>7.0077339992746657</c:v>
                </c:pt>
                <c:pt idx="19315">
                  <c:v>7.0114539806682536</c:v>
                </c:pt>
                <c:pt idx="19316">
                  <c:v>7.0148454721771074</c:v>
                </c:pt>
                <c:pt idx="19317">
                  <c:v>7.0150309844053043</c:v>
                </c:pt>
                <c:pt idx="19318">
                  <c:v>7.0146581466122138</c:v>
                </c:pt>
                <c:pt idx="19319">
                  <c:v>7.0148866270360619</c:v>
                </c:pt>
                <c:pt idx="19320">
                  <c:v>7.0141939324177294</c:v>
                </c:pt>
                <c:pt idx="19321">
                  <c:v>7.0133975622447533</c:v>
                </c:pt>
                <c:pt idx="19322">
                  <c:v>7.0137501379712708</c:v>
                </c:pt>
                <c:pt idx="19323">
                  <c:v>7.0143125088695815</c:v>
                </c:pt>
                <c:pt idx="19324">
                  <c:v>7.0156229205758525</c:v>
                </c:pt>
                <c:pt idx="19325">
                  <c:v>7.017252400700106</c:v>
                </c:pt>
                <c:pt idx="19326">
                  <c:v>7.0173282454784847</c:v>
                </c:pt>
                <c:pt idx="19327">
                  <c:v>7.0174097667891324</c:v>
                </c:pt>
                <c:pt idx="19328">
                  <c:v>7.0175206956905658</c:v>
                </c:pt>
                <c:pt idx="19329">
                  <c:v>7.0168454248726722</c:v>
                </c:pt>
                <c:pt idx="19330">
                  <c:v>7.0148794525299989</c:v>
                </c:pt>
                <c:pt idx="19331">
                  <c:v>7.0138596477396362</c:v>
                </c:pt>
                <c:pt idx="19332">
                  <c:v>7.0143179488796736</c:v>
                </c:pt>
                <c:pt idx="19333">
                  <c:v>7.0161862375628754</c:v>
                </c:pt>
                <c:pt idx="19334">
                  <c:v>7.0150685914315902</c:v>
                </c:pt>
                <c:pt idx="19335">
                  <c:v>7.013245872687996</c:v>
                </c:pt>
                <c:pt idx="19336">
                  <c:v>7.0120605023731057</c:v>
                </c:pt>
                <c:pt idx="19337">
                  <c:v>7.0128828111449248</c:v>
                </c:pt>
                <c:pt idx="19338">
                  <c:v>7.0156212649206076</c:v>
                </c:pt>
                <c:pt idx="19339">
                  <c:v>7.0159973351834628</c:v>
                </c:pt>
                <c:pt idx="19340">
                  <c:v>7.0157823365237544</c:v>
                </c:pt>
                <c:pt idx="19341">
                  <c:v>7.0165861177249722</c:v>
                </c:pt>
                <c:pt idx="19342">
                  <c:v>7.0167517620902249</c:v>
                </c:pt>
                <c:pt idx="19343">
                  <c:v>7.0168000914552424</c:v>
                </c:pt>
                <c:pt idx="19344">
                  <c:v>7.0177891483624784</c:v>
                </c:pt>
                <c:pt idx="19345">
                  <c:v>7.0185407370031063</c:v>
                </c:pt>
                <c:pt idx="19346">
                  <c:v>7.0191295195446157</c:v>
                </c:pt>
                <c:pt idx="19347">
                  <c:v>7.0204691811602205</c:v>
                </c:pt>
                <c:pt idx="19348">
                  <c:v>7.0211377505164068</c:v>
                </c:pt>
                <c:pt idx="19349">
                  <c:v>7.0202135006859141</c:v>
                </c:pt>
                <c:pt idx="19350">
                  <c:v>7.0199932196975672</c:v>
                </c:pt>
                <c:pt idx="19351">
                  <c:v>7.0201837777322256</c:v>
                </c:pt>
                <c:pt idx="19352">
                  <c:v>7.0196741512795846</c:v>
                </c:pt>
                <c:pt idx="19353">
                  <c:v>7.0195096106844952</c:v>
                </c:pt>
                <c:pt idx="19354">
                  <c:v>7.018578817073748</c:v>
                </c:pt>
                <c:pt idx="19355">
                  <c:v>7.0162951166054341</c:v>
                </c:pt>
                <c:pt idx="19356">
                  <c:v>7.0160720761916773</c:v>
                </c:pt>
                <c:pt idx="19357">
                  <c:v>7.0159135274917608</c:v>
                </c:pt>
                <c:pt idx="19358">
                  <c:v>7.0157004210094769</c:v>
                </c:pt>
                <c:pt idx="19359">
                  <c:v>7.0173515034926446</c:v>
                </c:pt>
                <c:pt idx="19360">
                  <c:v>7.0176197984831044</c:v>
                </c:pt>
                <c:pt idx="19361">
                  <c:v>7.0160443242561374</c:v>
                </c:pt>
                <c:pt idx="19362">
                  <c:v>7.0143542156136176</c:v>
                </c:pt>
                <c:pt idx="19363">
                  <c:v>7.0145367318942276</c:v>
                </c:pt>
                <c:pt idx="19364">
                  <c:v>7.0177150380800706</c:v>
                </c:pt>
                <c:pt idx="19365">
                  <c:v>7.0190695217521561</c:v>
                </c:pt>
                <c:pt idx="19366">
                  <c:v>7.0180806225263721</c:v>
                </c:pt>
                <c:pt idx="19367">
                  <c:v>7.0178030243302478</c:v>
                </c:pt>
                <c:pt idx="19368">
                  <c:v>7.0155872845677161</c:v>
                </c:pt>
                <c:pt idx="19369">
                  <c:v>7.012074457181602</c:v>
                </c:pt>
                <c:pt idx="19370">
                  <c:v>7.0111225342562955</c:v>
                </c:pt>
                <c:pt idx="19371">
                  <c:v>7.0115943960011986</c:v>
                </c:pt>
                <c:pt idx="19372">
                  <c:v>7.0129796275564109</c:v>
                </c:pt>
                <c:pt idx="19373">
                  <c:v>7.0145306611583278</c:v>
                </c:pt>
                <c:pt idx="19374">
                  <c:v>7.0155868903640863</c:v>
                </c:pt>
                <c:pt idx="19375">
                  <c:v>7.0168118387234113</c:v>
                </c:pt>
                <c:pt idx="19376">
                  <c:v>7.0171599993692739</c:v>
                </c:pt>
                <c:pt idx="19377">
                  <c:v>7.017084627635251</c:v>
                </c:pt>
                <c:pt idx="19378">
                  <c:v>7.0154231381762564</c:v>
                </c:pt>
                <c:pt idx="19379">
                  <c:v>7.0117503429571579</c:v>
                </c:pt>
                <c:pt idx="19380">
                  <c:v>7.0088053264794459</c:v>
                </c:pt>
                <c:pt idx="19381">
                  <c:v>7.0090395622762891</c:v>
                </c:pt>
                <c:pt idx="19382">
                  <c:v>7.0119912013749826</c:v>
                </c:pt>
                <c:pt idx="19383">
                  <c:v>7.0140226115202067</c:v>
                </c:pt>
                <c:pt idx="19384">
                  <c:v>7.0152306879641744</c:v>
                </c:pt>
                <c:pt idx="19385">
                  <c:v>7.0165798893076206</c:v>
                </c:pt>
                <c:pt idx="19386">
                  <c:v>7.0163635503555719</c:v>
                </c:pt>
                <c:pt idx="19387">
                  <c:v>7.0162241599520652</c:v>
                </c:pt>
                <c:pt idx="19388">
                  <c:v>7.01713232627446</c:v>
                </c:pt>
                <c:pt idx="19389">
                  <c:v>7.0164929279868806</c:v>
                </c:pt>
                <c:pt idx="19390">
                  <c:v>7.01572927671518</c:v>
                </c:pt>
                <c:pt idx="19391">
                  <c:v>7.0159900029959479</c:v>
                </c:pt>
                <c:pt idx="19392">
                  <c:v>7.0158648039231144</c:v>
                </c:pt>
                <c:pt idx="19393">
                  <c:v>7.0143395512385878</c:v>
                </c:pt>
                <c:pt idx="19394">
                  <c:v>7.0143336381841408</c:v>
                </c:pt>
                <c:pt idx="19395">
                  <c:v>7.0147015090114948</c:v>
                </c:pt>
                <c:pt idx="19396">
                  <c:v>7.0151285892240498</c:v>
                </c:pt>
                <c:pt idx="19397">
                  <c:v>7.0168148346709973</c:v>
                </c:pt>
                <c:pt idx="19398">
                  <c:v>7.0175495513962689</c:v>
                </c:pt>
                <c:pt idx="19399">
                  <c:v>7.0176935934026083</c:v>
                </c:pt>
                <c:pt idx="19400">
                  <c:v>7.0161401157381853</c:v>
                </c:pt>
                <c:pt idx="19401">
                  <c:v>7.0159264573708198</c:v>
                </c:pt>
                <c:pt idx="19402">
                  <c:v>7.0154482095271131</c:v>
                </c:pt>
                <c:pt idx="19403">
                  <c:v>7.0141276273671931</c:v>
                </c:pt>
                <c:pt idx="19404">
                  <c:v>7.013179331115281</c:v>
                </c:pt>
                <c:pt idx="19405">
                  <c:v>7.0123738154180923</c:v>
                </c:pt>
                <c:pt idx="19406">
                  <c:v>7.0113301218877622</c:v>
                </c:pt>
                <c:pt idx="19407">
                  <c:v>7.0114538229868018</c:v>
                </c:pt>
                <c:pt idx="19408">
                  <c:v>7.0113586622305615</c:v>
                </c:pt>
                <c:pt idx="19409">
                  <c:v>7.0118479477759035</c:v>
                </c:pt>
                <c:pt idx="19410">
                  <c:v>7.0125892871221556</c:v>
                </c:pt>
                <c:pt idx="19411">
                  <c:v>7.0138654819533581</c:v>
                </c:pt>
                <c:pt idx="19412">
                  <c:v>7.015697346221164</c:v>
                </c:pt>
                <c:pt idx="19413">
                  <c:v>7.0177762184834194</c:v>
                </c:pt>
                <c:pt idx="19414">
                  <c:v>7.0181885554802186</c:v>
                </c:pt>
                <c:pt idx="19415">
                  <c:v>7.0177837083523862</c:v>
                </c:pt>
                <c:pt idx="19416">
                  <c:v>7.015985509074568</c:v>
                </c:pt>
                <c:pt idx="19417">
                  <c:v>7.0129949226572474</c:v>
                </c:pt>
                <c:pt idx="19418">
                  <c:v>7.0104202210693956</c:v>
                </c:pt>
                <c:pt idx="19419">
                  <c:v>7.0107653857676722</c:v>
                </c:pt>
                <c:pt idx="19420">
                  <c:v>7.012917343382898</c:v>
                </c:pt>
                <c:pt idx="19421">
                  <c:v>7.0135301723458268</c:v>
                </c:pt>
                <c:pt idx="19422">
                  <c:v>7.013741307809962</c:v>
                </c:pt>
                <c:pt idx="19423">
                  <c:v>7.012810119995585</c:v>
                </c:pt>
                <c:pt idx="19424">
                  <c:v>7.0118362005077346</c:v>
                </c:pt>
                <c:pt idx="19425">
                  <c:v>7.0122697456598182</c:v>
                </c:pt>
                <c:pt idx="19426">
                  <c:v>7.012288825115502</c:v>
                </c:pt>
                <c:pt idx="19427">
                  <c:v>7.0123981772024155</c:v>
                </c:pt>
                <c:pt idx="19428">
                  <c:v>7.0135584761664482</c:v>
                </c:pt>
                <c:pt idx="19429">
                  <c:v>7.0145248269446068</c:v>
                </c:pt>
                <c:pt idx="19430">
                  <c:v>7.0157407086204451</c:v>
                </c:pt>
                <c:pt idx="19431">
                  <c:v>7.0146541257351895</c:v>
                </c:pt>
                <c:pt idx="19432">
                  <c:v>7.0150398145666122</c:v>
                </c:pt>
                <c:pt idx="19433">
                  <c:v>7.0151952096374908</c:v>
                </c:pt>
                <c:pt idx="19434">
                  <c:v>7.0153751241741436</c:v>
                </c:pt>
                <c:pt idx="19435">
                  <c:v>7.0178320377174037</c:v>
                </c:pt>
                <c:pt idx="19436">
                  <c:v>7.0197409293744775</c:v>
                </c:pt>
                <c:pt idx="19437">
                  <c:v>7.0200994181554428</c:v>
                </c:pt>
                <c:pt idx="19438">
                  <c:v>7.0195774925495513</c:v>
                </c:pt>
                <c:pt idx="19439">
                  <c:v>7.01852678219461</c:v>
                </c:pt>
                <c:pt idx="19440">
                  <c:v>7.0174756776360399</c:v>
                </c:pt>
                <c:pt idx="19441">
                  <c:v>7.0167409609107683</c:v>
                </c:pt>
                <c:pt idx="19442">
                  <c:v>7.016910783834498</c:v>
                </c:pt>
                <c:pt idx="19443">
                  <c:v>7.0163517242466771</c:v>
                </c:pt>
                <c:pt idx="19444">
                  <c:v>7.0159796748608461</c:v>
                </c:pt>
                <c:pt idx="19445">
                  <c:v>7.0158023620681496</c:v>
                </c:pt>
                <c:pt idx="19446">
                  <c:v>7.013816521862533</c:v>
                </c:pt>
                <c:pt idx="19447">
                  <c:v>7.0136575001182608</c:v>
                </c:pt>
                <c:pt idx="19448">
                  <c:v>7.0158406786609691</c:v>
                </c:pt>
                <c:pt idx="19449">
                  <c:v>7.0163536952648258</c:v>
                </c:pt>
                <c:pt idx="19450">
                  <c:v>7.0146985130639079</c:v>
                </c:pt>
                <c:pt idx="19451">
                  <c:v>7.0149940869455527</c:v>
                </c:pt>
                <c:pt idx="19452">
                  <c:v>7.0180757344013625</c:v>
                </c:pt>
                <c:pt idx="19453">
                  <c:v>7.0190792980021763</c:v>
                </c:pt>
                <c:pt idx="19454">
                  <c:v>7.0189608792317761</c:v>
                </c:pt>
                <c:pt idx="19455">
                  <c:v>7.0160045885302509</c:v>
                </c:pt>
                <c:pt idx="19456">
                  <c:v>7.0128427600561345</c:v>
                </c:pt>
                <c:pt idx="19457">
                  <c:v>7.0134846812469451</c:v>
                </c:pt>
                <c:pt idx="19458">
                  <c:v>7.0142786073574168</c:v>
                </c:pt>
                <c:pt idx="19459">
                  <c:v>7.0146843217332346</c:v>
                </c:pt>
                <c:pt idx="19460">
                  <c:v>7.0155645784386387</c:v>
                </c:pt>
                <c:pt idx="19461">
                  <c:v>7.0149790283668931</c:v>
                </c:pt>
                <c:pt idx="19462">
                  <c:v>7.0161505227140131</c:v>
                </c:pt>
                <c:pt idx="19463">
                  <c:v>7.0182825336255696</c:v>
                </c:pt>
                <c:pt idx="19464">
                  <c:v>7.0198525678424444</c:v>
                </c:pt>
                <c:pt idx="19465">
                  <c:v>7.0190316782036932</c:v>
                </c:pt>
                <c:pt idx="19466">
                  <c:v>7.0178053107113012</c:v>
                </c:pt>
                <c:pt idx="19467">
                  <c:v>7.0164047840552515</c:v>
                </c:pt>
                <c:pt idx="19468">
                  <c:v>7.015433860514988</c:v>
                </c:pt>
                <c:pt idx="19469">
                  <c:v>7.0155658398902538</c:v>
                </c:pt>
                <c:pt idx="19470">
                  <c:v>7.0162232138633529</c:v>
                </c:pt>
                <c:pt idx="19471">
                  <c:v>7.015991343288289</c:v>
                </c:pt>
                <c:pt idx="19472">
                  <c:v>7.0139030889796432</c:v>
                </c:pt>
                <c:pt idx="19473">
                  <c:v>7.0137405194027025</c:v>
                </c:pt>
                <c:pt idx="19474">
                  <c:v>7.0143955281540231</c:v>
                </c:pt>
                <c:pt idx="19475">
                  <c:v>7.0142873586779988</c:v>
                </c:pt>
                <c:pt idx="19476">
                  <c:v>7.0138949683848688</c:v>
                </c:pt>
                <c:pt idx="19477">
                  <c:v>7.0128850975259782</c:v>
                </c:pt>
                <c:pt idx="19478">
                  <c:v>7.0105187719768525</c:v>
                </c:pt>
                <c:pt idx="19479">
                  <c:v>7.008227345117394</c:v>
                </c:pt>
                <c:pt idx="19480">
                  <c:v>7.0070498509910282</c:v>
                </c:pt>
                <c:pt idx="19481">
                  <c:v>7.0094805184566136</c:v>
                </c:pt>
                <c:pt idx="19482">
                  <c:v>7.0128291206105429</c:v>
                </c:pt>
                <c:pt idx="19483">
                  <c:v>7.014310143647803</c:v>
                </c:pt>
                <c:pt idx="19484">
                  <c:v>7.0141009003610906</c:v>
                </c:pt>
                <c:pt idx="19485">
                  <c:v>7.0140300225484475</c:v>
                </c:pt>
                <c:pt idx="19486">
                  <c:v>7.0139953326290225</c:v>
                </c:pt>
                <c:pt idx="19487">
                  <c:v>7.0135803150475411</c:v>
                </c:pt>
                <c:pt idx="19488">
                  <c:v>7.0131019883631085</c:v>
                </c:pt>
                <c:pt idx="19489">
                  <c:v>7.014237925542818</c:v>
                </c:pt>
                <c:pt idx="19490">
                  <c:v>7.0148782699191097</c:v>
                </c:pt>
                <c:pt idx="19491">
                  <c:v>7.0142541667323677</c:v>
                </c:pt>
                <c:pt idx="19492">
                  <c:v>7.0131969914378969</c:v>
                </c:pt>
                <c:pt idx="19493">
                  <c:v>7.011575001182611</c:v>
                </c:pt>
                <c:pt idx="19494">
                  <c:v>7.0123476402970715</c:v>
                </c:pt>
                <c:pt idx="19495">
                  <c:v>7.0133359876377739</c:v>
                </c:pt>
                <c:pt idx="19496">
                  <c:v>7.0132044813068637</c:v>
                </c:pt>
                <c:pt idx="19497">
                  <c:v>7.0099992904334663</c:v>
                </c:pt>
                <c:pt idx="19498">
                  <c:v>7.0093994701903215</c:v>
                </c:pt>
                <c:pt idx="19499">
                  <c:v>7.011634368249263</c:v>
                </c:pt>
                <c:pt idx="19500">
                  <c:v>7.0133911761459498</c:v>
                </c:pt>
                <c:pt idx="19501">
                  <c:v>7.0149960579637014</c:v>
                </c:pt>
                <c:pt idx="19502">
                  <c:v>7.016092653621155</c:v>
                </c:pt>
                <c:pt idx="19503">
                  <c:v>7.0172406534319371</c:v>
                </c:pt>
                <c:pt idx="19504">
                  <c:v>7.0168753055078135</c:v>
                </c:pt>
                <c:pt idx="19505">
                  <c:v>7.0171460445607785</c:v>
                </c:pt>
                <c:pt idx="19506">
                  <c:v>7.0155015058578662</c:v>
                </c:pt>
                <c:pt idx="19507">
                  <c:v>7.0139391191914093</c:v>
                </c:pt>
                <c:pt idx="19508">
                  <c:v>7.0143180277203996</c:v>
                </c:pt>
                <c:pt idx="19509">
                  <c:v>7.0152809095066146</c:v>
                </c:pt>
                <c:pt idx="19510">
                  <c:v>7.0148193758968134</c:v>
                </c:pt>
                <c:pt idx="19511">
                  <c:v>7.0158033869975878</c:v>
                </c:pt>
                <c:pt idx="19512">
                  <c:v>7.0166697677352214</c:v>
                </c:pt>
                <c:pt idx="19513">
                  <c:v>7.0171048108610981</c:v>
                </c:pt>
                <c:pt idx="19514">
                  <c:v>7.0171543228370048</c:v>
                </c:pt>
                <c:pt idx="19515">
                  <c:v>7.0168235071508542</c:v>
                </c:pt>
                <c:pt idx="19516">
                  <c:v>7.0180627256815784</c:v>
                </c:pt>
                <c:pt idx="19517">
                  <c:v>7.0178167426165663</c:v>
                </c:pt>
                <c:pt idx="19518">
                  <c:v>7.0177774010943095</c:v>
                </c:pt>
                <c:pt idx="19519">
                  <c:v>7.0190051877197686</c:v>
                </c:pt>
                <c:pt idx="19520">
                  <c:v>7.0194483514404205</c:v>
                </c:pt>
                <c:pt idx="19521">
                  <c:v>7.0185219729103263</c:v>
                </c:pt>
                <c:pt idx="19522">
                  <c:v>7.0167072170800546</c:v>
                </c:pt>
                <c:pt idx="19523">
                  <c:v>7.0157407086204451</c:v>
                </c:pt>
                <c:pt idx="19524">
                  <c:v>7.0156303316040933</c:v>
                </c:pt>
                <c:pt idx="19525">
                  <c:v>7.0168648196912597</c:v>
                </c:pt>
                <c:pt idx="19526">
                  <c:v>7.0169146470300703</c:v>
                </c:pt>
                <c:pt idx="19527">
                  <c:v>7.0166528169791391</c:v>
                </c:pt>
                <c:pt idx="19528">
                  <c:v>7.0177706996326021</c:v>
                </c:pt>
                <c:pt idx="19529">
                  <c:v>7.0190734637884544</c:v>
                </c:pt>
                <c:pt idx="19530">
                  <c:v>7.0168069505984008</c:v>
                </c:pt>
                <c:pt idx="19531">
                  <c:v>7.0146859773884795</c:v>
                </c:pt>
                <c:pt idx="19532">
                  <c:v>7.0142583452908438</c:v>
                </c:pt>
                <c:pt idx="19533">
                  <c:v>7.0156471246787238</c:v>
                </c:pt>
                <c:pt idx="19534">
                  <c:v>7.0159694255664702</c:v>
                </c:pt>
                <c:pt idx="19535">
                  <c:v>7.0155919361705479</c:v>
                </c:pt>
                <c:pt idx="19536">
                  <c:v>7.0171783692584242</c:v>
                </c:pt>
                <c:pt idx="19537">
                  <c:v>7.019747315473281</c:v>
                </c:pt>
                <c:pt idx="19538">
                  <c:v>7.0202964411296298</c:v>
                </c:pt>
                <c:pt idx="19539">
                  <c:v>7.0195216733155679</c:v>
                </c:pt>
                <c:pt idx="19540">
                  <c:v>7.0175814030495589</c:v>
                </c:pt>
                <c:pt idx="19541">
                  <c:v>7.0164295400432044</c:v>
                </c:pt>
                <c:pt idx="19542">
                  <c:v>7.0156595026727002</c:v>
                </c:pt>
                <c:pt idx="19543">
                  <c:v>7.0154967754143076</c:v>
                </c:pt>
                <c:pt idx="19544">
                  <c:v>7.0157707469370374</c:v>
                </c:pt>
                <c:pt idx="19545">
                  <c:v>7.0155329633075265</c:v>
                </c:pt>
                <c:pt idx="19546">
                  <c:v>7.0156969520175343</c:v>
                </c:pt>
                <c:pt idx="19547">
                  <c:v>7.0149426827922232</c:v>
                </c:pt>
                <c:pt idx="19548">
                  <c:v>7.0135583973257223</c:v>
                </c:pt>
                <c:pt idx="19549">
                  <c:v>7.0138427758242798</c:v>
                </c:pt>
                <c:pt idx="19550">
                  <c:v>7.0144735016320032</c:v>
                </c:pt>
                <c:pt idx="19551">
                  <c:v>7.0142135637584948</c:v>
                </c:pt>
                <c:pt idx="19552">
                  <c:v>7.0144928964505908</c:v>
                </c:pt>
                <c:pt idx="19553">
                  <c:v>7.0146727321465177</c:v>
                </c:pt>
                <c:pt idx="19554">
                  <c:v>7.0145699238398587</c:v>
                </c:pt>
                <c:pt idx="19555">
                  <c:v>7.014583878648355</c:v>
                </c:pt>
                <c:pt idx="19556">
                  <c:v>7.0139752282439014</c:v>
                </c:pt>
                <c:pt idx="19557">
                  <c:v>7.014083003516296</c:v>
                </c:pt>
                <c:pt idx="19558">
                  <c:v>7.0152067992242069</c:v>
                </c:pt>
                <c:pt idx="19559">
                  <c:v>7.0156934041848658</c:v>
                </c:pt>
                <c:pt idx="19560">
                  <c:v>7.016147763288604</c:v>
                </c:pt>
                <c:pt idx="19561">
                  <c:v>7.0166860877654962</c:v>
                </c:pt>
                <c:pt idx="19562">
                  <c:v>7.0158160015137421</c:v>
                </c:pt>
                <c:pt idx="19563">
                  <c:v>7.0131375455305189</c:v>
                </c:pt>
                <c:pt idx="19564">
                  <c:v>7.0124124473738156</c:v>
                </c:pt>
                <c:pt idx="19565">
                  <c:v>7.0133667355209006</c:v>
                </c:pt>
                <c:pt idx="19566">
                  <c:v>7.013161986155569</c:v>
                </c:pt>
                <c:pt idx="19567">
                  <c:v>7.0126466043299329</c:v>
                </c:pt>
                <c:pt idx="19568">
                  <c:v>7.015674245888456</c:v>
                </c:pt>
                <c:pt idx="19569">
                  <c:v>7.019818193285924</c:v>
                </c:pt>
                <c:pt idx="19570">
                  <c:v>7.0206181901322946</c:v>
                </c:pt>
                <c:pt idx="19571">
                  <c:v>7.0199435500402085</c:v>
                </c:pt>
                <c:pt idx="19572">
                  <c:v>7.0173483498636058</c:v>
                </c:pt>
                <c:pt idx="19573">
                  <c:v>7.0140028224979893</c:v>
                </c:pt>
                <c:pt idx="19574">
                  <c:v>7.0125169113357195</c:v>
                </c:pt>
                <c:pt idx="19575">
                  <c:v>7.0109941815544241</c:v>
                </c:pt>
                <c:pt idx="19576">
                  <c:v>7.0092030779419421</c:v>
                </c:pt>
                <c:pt idx="19577">
                  <c:v>7.0072535517747045</c:v>
                </c:pt>
                <c:pt idx="19578">
                  <c:v>7.0094606505936703</c:v>
                </c:pt>
                <c:pt idx="19579">
                  <c:v>7.0131220139075037</c:v>
                </c:pt>
                <c:pt idx="19580">
                  <c:v>7.0140545420142226</c:v>
                </c:pt>
                <c:pt idx="19581">
                  <c:v>7.0123195729986278</c:v>
                </c:pt>
                <c:pt idx="19582">
                  <c:v>7.0119744083003512</c:v>
                </c:pt>
                <c:pt idx="19583">
                  <c:v>7.013283637395733</c:v>
                </c:pt>
                <c:pt idx="19584">
                  <c:v>7.0143250445450098</c:v>
                </c:pt>
                <c:pt idx="19585">
                  <c:v>7.0153207240732272</c:v>
                </c:pt>
                <c:pt idx="19586">
                  <c:v>7.0157630205458936</c:v>
                </c:pt>
                <c:pt idx="19587">
                  <c:v>7.0153747299705138</c:v>
                </c:pt>
                <c:pt idx="19588">
                  <c:v>7.0154476576420315</c:v>
                </c:pt>
                <c:pt idx="19589">
                  <c:v>7.0172922941074445</c:v>
                </c:pt>
                <c:pt idx="19590">
                  <c:v>7.0173417272426244</c:v>
                </c:pt>
                <c:pt idx="19591">
                  <c:v>7.0160067960705783</c:v>
                </c:pt>
                <c:pt idx="19592">
                  <c:v>7.0159944969173278</c:v>
                </c:pt>
                <c:pt idx="19593">
                  <c:v>7.0140405083650013</c:v>
                </c:pt>
                <c:pt idx="19594">
                  <c:v>7.014720036582097</c:v>
                </c:pt>
                <c:pt idx="19595">
                  <c:v>7.0182033775367003</c:v>
                </c:pt>
                <c:pt idx="19596">
                  <c:v>7.0188954414292244</c:v>
                </c:pt>
                <c:pt idx="19597">
                  <c:v>7.0190554092622088</c:v>
                </c:pt>
                <c:pt idx="19598">
                  <c:v>7.018862643687223</c:v>
                </c:pt>
                <c:pt idx="19599">
                  <c:v>7.0171711947523612</c:v>
                </c:pt>
                <c:pt idx="19600">
                  <c:v>7.0174212775351235</c:v>
                </c:pt>
                <c:pt idx="19601">
                  <c:v>7.0177093615478014</c:v>
                </c:pt>
                <c:pt idx="19602">
                  <c:v>7.0163146691054727</c:v>
                </c:pt>
                <c:pt idx="19603">
                  <c:v>7.0162107570286505</c:v>
                </c:pt>
                <c:pt idx="19604">
                  <c:v>7.0166624355477065</c:v>
                </c:pt>
                <c:pt idx="19605">
                  <c:v>7.0180375754899949</c:v>
                </c:pt>
                <c:pt idx="19606">
                  <c:v>7.0189862659455367</c:v>
                </c:pt>
                <c:pt idx="19607">
                  <c:v>7.0186156356927736</c:v>
                </c:pt>
                <c:pt idx="19608">
                  <c:v>7.0163459688736811</c:v>
                </c:pt>
                <c:pt idx="19609">
                  <c:v>7.0147701004430845</c:v>
                </c:pt>
                <c:pt idx="19610">
                  <c:v>7.0150160835080966</c:v>
                </c:pt>
                <c:pt idx="19611">
                  <c:v>7.0155275232974343</c:v>
                </c:pt>
                <c:pt idx="19612">
                  <c:v>7.0153538371781323</c:v>
                </c:pt>
                <c:pt idx="19613">
                  <c:v>7.0140302590706254</c:v>
                </c:pt>
                <c:pt idx="19614">
                  <c:v>7.0125555432914428</c:v>
                </c:pt>
                <c:pt idx="19615">
                  <c:v>7.0130787303489495</c:v>
                </c:pt>
                <c:pt idx="19616">
                  <c:v>7.0142969772465662</c:v>
                </c:pt>
                <c:pt idx="19617">
                  <c:v>7.014441965341617</c:v>
                </c:pt>
                <c:pt idx="19618">
                  <c:v>7.0140702313186898</c:v>
                </c:pt>
                <c:pt idx="19619">
                  <c:v>7.0144906100695374</c:v>
                </c:pt>
                <c:pt idx="19620">
                  <c:v>7.0154605875210896</c:v>
                </c:pt>
                <c:pt idx="19621">
                  <c:v>7.0145103202510288</c:v>
                </c:pt>
                <c:pt idx="19622">
                  <c:v>7.0132738611457137</c:v>
                </c:pt>
                <c:pt idx="19623">
                  <c:v>7.0138525520742991</c:v>
                </c:pt>
                <c:pt idx="19624">
                  <c:v>7.012951954461597</c:v>
                </c:pt>
                <c:pt idx="19625">
                  <c:v>7.0117146281082956</c:v>
                </c:pt>
                <c:pt idx="19626">
                  <c:v>7.0109267727337237</c:v>
                </c:pt>
                <c:pt idx="19627">
                  <c:v>7.0107362935397912</c:v>
                </c:pt>
                <c:pt idx="19628">
                  <c:v>7.01125356754285</c:v>
                </c:pt>
                <c:pt idx="19629">
                  <c:v>7.010147432157555</c:v>
                </c:pt>
                <c:pt idx="19630">
                  <c:v>7.0096274775698131</c:v>
                </c:pt>
                <c:pt idx="19631">
                  <c:v>7.0099592393446759</c:v>
                </c:pt>
                <c:pt idx="19632">
                  <c:v>7.0109374162317284</c:v>
                </c:pt>
                <c:pt idx="19633">
                  <c:v>7.0120247875242434</c:v>
                </c:pt>
                <c:pt idx="19634">
                  <c:v>7.0131299768208262</c:v>
                </c:pt>
                <c:pt idx="19635">
                  <c:v>7.013755656822088</c:v>
                </c:pt>
                <c:pt idx="19636">
                  <c:v>7.0147342279127702</c:v>
                </c:pt>
                <c:pt idx="19637">
                  <c:v>7.0146978823381003</c:v>
                </c:pt>
                <c:pt idx="19638">
                  <c:v>7.0146007505637114</c:v>
                </c:pt>
                <c:pt idx="19639">
                  <c:v>7.0154072123496114</c:v>
                </c:pt>
                <c:pt idx="19640">
                  <c:v>7.0157852536306153</c:v>
                </c:pt>
                <c:pt idx="19641">
                  <c:v>7.0148975858969713</c:v>
                </c:pt>
                <c:pt idx="19642">
                  <c:v>7.0135841782431134</c:v>
                </c:pt>
                <c:pt idx="19643">
                  <c:v>7.0129731626168814</c:v>
                </c:pt>
                <c:pt idx="19644">
                  <c:v>7.0119747236632559</c:v>
                </c:pt>
                <c:pt idx="19645">
                  <c:v>7.0124536022327693</c:v>
                </c:pt>
                <c:pt idx="19646">
                  <c:v>7.0131471640990872</c:v>
                </c:pt>
                <c:pt idx="19647">
                  <c:v>7.0126764061243474</c:v>
                </c:pt>
                <c:pt idx="19648">
                  <c:v>7.0120165880887431</c:v>
                </c:pt>
                <c:pt idx="19649">
                  <c:v>7.0120019237137132</c:v>
                </c:pt>
                <c:pt idx="19650">
                  <c:v>7.0129538466390198</c:v>
                </c:pt>
                <c:pt idx="19651">
                  <c:v>7.0143133761175669</c:v>
                </c:pt>
                <c:pt idx="19652">
                  <c:v>7.0151199955849197</c:v>
                </c:pt>
                <c:pt idx="19653">
                  <c:v>7.016005692300415</c:v>
                </c:pt>
                <c:pt idx="19654">
                  <c:v>7.015768381715259</c:v>
                </c:pt>
                <c:pt idx="19655">
                  <c:v>7.0155762468660807</c:v>
                </c:pt>
                <c:pt idx="19656">
                  <c:v>7.0158496665037289</c:v>
                </c:pt>
                <c:pt idx="19657">
                  <c:v>7.0155920150112738</c:v>
                </c:pt>
                <c:pt idx="19658">
                  <c:v>7.0155379302732621</c:v>
                </c:pt>
                <c:pt idx="19659">
                  <c:v>7.0158869581671111</c:v>
                </c:pt>
                <c:pt idx="19660">
                  <c:v>7.0149683060281616</c:v>
                </c:pt>
                <c:pt idx="19661">
                  <c:v>7.0147442406849683</c:v>
                </c:pt>
                <c:pt idx="19662">
                  <c:v>7.0141651555527522</c:v>
                </c:pt>
                <c:pt idx="19663">
                  <c:v>7.0142039451899274</c:v>
                </c:pt>
                <c:pt idx="19664">
                  <c:v>7.0158245163121462</c:v>
                </c:pt>
                <c:pt idx="19665">
                  <c:v>7.0168992730885069</c:v>
                </c:pt>
                <c:pt idx="19666">
                  <c:v>7.0167836925842417</c:v>
                </c:pt>
                <c:pt idx="19667">
                  <c:v>7.0162005077342755</c:v>
                </c:pt>
                <c:pt idx="19668">
                  <c:v>7.0153409072990742</c:v>
                </c:pt>
                <c:pt idx="19669">
                  <c:v>7.0144864315110613</c:v>
                </c:pt>
                <c:pt idx="19670">
                  <c:v>7.0152879263312258</c:v>
                </c:pt>
                <c:pt idx="19671">
                  <c:v>7.0163206610006466</c:v>
                </c:pt>
                <c:pt idx="19672">
                  <c:v>7.0174152856399505</c:v>
                </c:pt>
                <c:pt idx="19673">
                  <c:v>7.0193819675491573</c:v>
                </c:pt>
                <c:pt idx="19674">
                  <c:v>7.0193687223071954</c:v>
                </c:pt>
                <c:pt idx="19675">
                  <c:v>7.0182088963875175</c:v>
                </c:pt>
                <c:pt idx="19676">
                  <c:v>7.0180843280404925</c:v>
                </c:pt>
                <c:pt idx="19677">
                  <c:v>7.0168299720903828</c:v>
                </c:pt>
                <c:pt idx="19678">
                  <c:v>7.0154633469464986</c:v>
                </c:pt>
                <c:pt idx="19679">
                  <c:v>7.0152220154843183</c:v>
                </c:pt>
                <c:pt idx="19680">
                  <c:v>7.0148021886185532</c:v>
                </c:pt>
                <c:pt idx="19681">
                  <c:v>7.0125099733518343</c:v>
                </c:pt>
                <c:pt idx="19682">
                  <c:v>7.012157161103139</c:v>
                </c:pt>
                <c:pt idx="19683">
                  <c:v>7.0117132089752285</c:v>
                </c:pt>
                <c:pt idx="19684">
                  <c:v>7.0117915766568375</c:v>
                </c:pt>
                <c:pt idx="19685">
                  <c:v>7.013398035289109</c:v>
                </c:pt>
                <c:pt idx="19686">
                  <c:v>7.0140745675586178</c:v>
                </c:pt>
                <c:pt idx="19687">
                  <c:v>7.0149498572982862</c:v>
                </c:pt>
                <c:pt idx="19688">
                  <c:v>7.0166152099528531</c:v>
                </c:pt>
                <c:pt idx="19689">
                  <c:v>7.0200844384175092</c:v>
                </c:pt>
                <c:pt idx="19690">
                  <c:v>7.0213504627950618</c:v>
                </c:pt>
                <c:pt idx="19691">
                  <c:v>7.0189342310663996</c:v>
                </c:pt>
                <c:pt idx="19692">
                  <c:v>7.0176804270013715</c:v>
                </c:pt>
                <c:pt idx="19693">
                  <c:v>7.0184840505211374</c:v>
                </c:pt>
                <c:pt idx="19694">
                  <c:v>7.0174807234425014</c:v>
                </c:pt>
                <c:pt idx="19695">
                  <c:v>7.0158844352638798</c:v>
                </c:pt>
                <c:pt idx="19696">
                  <c:v>7.0166003878963714</c:v>
                </c:pt>
                <c:pt idx="19697">
                  <c:v>7.0173245399643642</c:v>
                </c:pt>
                <c:pt idx="19698">
                  <c:v>7.0169700720604231</c:v>
                </c:pt>
                <c:pt idx="19699">
                  <c:v>7.0161567511313647</c:v>
                </c:pt>
                <c:pt idx="19700">
                  <c:v>7.0150803386997591</c:v>
                </c:pt>
                <c:pt idx="19701">
                  <c:v>7.0138516848263137</c:v>
                </c:pt>
                <c:pt idx="19702">
                  <c:v>7.0129182894716093</c:v>
                </c:pt>
                <c:pt idx="19703">
                  <c:v>7.0124950724546276</c:v>
                </c:pt>
                <c:pt idx="19704">
                  <c:v>7.0137635408946846</c:v>
                </c:pt>
                <c:pt idx="19705">
                  <c:v>7.0148601365521372</c:v>
                </c:pt>
                <c:pt idx="19706">
                  <c:v>7.0147275264510638</c:v>
                </c:pt>
                <c:pt idx="19707">
                  <c:v>7.0159701351330046</c:v>
                </c:pt>
                <c:pt idx="19708">
                  <c:v>7.0161349910909978</c:v>
                </c:pt>
                <c:pt idx="19709">
                  <c:v>7.0171833362241598</c:v>
                </c:pt>
                <c:pt idx="19710">
                  <c:v>7.0170657847017459</c:v>
                </c:pt>
                <c:pt idx="19711">
                  <c:v>7.0171797095507653</c:v>
                </c:pt>
                <c:pt idx="19712">
                  <c:v>7.0165547391160379</c:v>
                </c:pt>
                <c:pt idx="19713">
                  <c:v>7.0162050016556554</c:v>
                </c:pt>
                <c:pt idx="19714">
                  <c:v>7.0163443920591622</c:v>
                </c:pt>
                <c:pt idx="19715">
                  <c:v>7.0166167079266462</c:v>
                </c:pt>
                <c:pt idx="19716">
                  <c:v>7.0169596650845962</c:v>
                </c:pt>
                <c:pt idx="19717">
                  <c:v>7.0167815638846402</c:v>
                </c:pt>
                <c:pt idx="19718">
                  <c:v>7.0171651240164623</c:v>
                </c:pt>
                <c:pt idx="19719">
                  <c:v>7.0169582459515283</c:v>
                </c:pt>
                <c:pt idx="19720">
                  <c:v>7.0165512701240953</c:v>
                </c:pt>
                <c:pt idx="19721">
                  <c:v>7.0162553020388208</c:v>
                </c:pt>
                <c:pt idx="19722">
                  <c:v>7.017048439742033</c:v>
                </c:pt>
                <c:pt idx="19723">
                  <c:v>7.0176568536243078</c:v>
                </c:pt>
                <c:pt idx="19724">
                  <c:v>7.0168615083807691</c:v>
                </c:pt>
                <c:pt idx="19725">
                  <c:v>7.0179630710039582</c:v>
                </c:pt>
                <c:pt idx="19726">
                  <c:v>7.0164588687932641</c:v>
                </c:pt>
                <c:pt idx="19727">
                  <c:v>7.0130549992904339</c:v>
                </c:pt>
                <c:pt idx="19728">
                  <c:v>7.0136767372553965</c:v>
                </c:pt>
                <c:pt idx="19729">
                  <c:v>7.0168246897617434</c:v>
                </c:pt>
                <c:pt idx="19730">
                  <c:v>7.019350588940223</c:v>
                </c:pt>
                <c:pt idx="19731">
                  <c:v>7.020042731673473</c:v>
                </c:pt>
                <c:pt idx="19732">
                  <c:v>7.0186244658540815</c:v>
                </c:pt>
                <c:pt idx="19733">
                  <c:v>7.0166770210820104</c:v>
                </c:pt>
                <c:pt idx="19734">
                  <c:v>7.0155064728236018</c:v>
                </c:pt>
                <c:pt idx="19735">
                  <c:v>7.015332550182122</c:v>
                </c:pt>
                <c:pt idx="19736">
                  <c:v>7.0153008562102839</c:v>
                </c:pt>
                <c:pt idx="19737">
                  <c:v>7.0160081363629194</c:v>
                </c:pt>
                <c:pt idx="19738">
                  <c:v>7.0156403443762914</c:v>
                </c:pt>
                <c:pt idx="19739">
                  <c:v>7.0147838975701289</c:v>
                </c:pt>
                <c:pt idx="19740">
                  <c:v>7.016214383702045</c:v>
                </c:pt>
                <c:pt idx="19741">
                  <c:v>7.0173515823333705</c:v>
                </c:pt>
                <c:pt idx="19742">
                  <c:v>7.0155446317349694</c:v>
                </c:pt>
                <c:pt idx="19743">
                  <c:v>7.0123744461438999</c:v>
                </c:pt>
                <c:pt idx="19744">
                  <c:v>7.0109311089736517</c:v>
                </c:pt>
                <c:pt idx="19745">
                  <c:v>7.0117006732998002</c:v>
                </c:pt>
                <c:pt idx="19746">
                  <c:v>7.0117870827354576</c:v>
                </c:pt>
                <c:pt idx="19747">
                  <c:v>7.0124795408316123</c:v>
                </c:pt>
                <c:pt idx="19748">
                  <c:v>7.0147235055740396</c:v>
                </c:pt>
                <c:pt idx="19749">
                  <c:v>7.0163874390955394</c:v>
                </c:pt>
                <c:pt idx="19750">
                  <c:v>7.0162246329964209</c:v>
                </c:pt>
                <c:pt idx="19751">
                  <c:v>7.0151453822986802</c:v>
                </c:pt>
                <c:pt idx="19752">
                  <c:v>7.0169135432599061</c:v>
                </c:pt>
                <c:pt idx="19753">
                  <c:v>7.0173164193695898</c:v>
                </c:pt>
                <c:pt idx="19754">
                  <c:v>7.0171577129882214</c:v>
                </c:pt>
                <c:pt idx="19755">
                  <c:v>7.0178638893706937</c:v>
                </c:pt>
                <c:pt idx="19756">
                  <c:v>7.0194223340008515</c:v>
                </c:pt>
                <c:pt idx="19757">
                  <c:v>7.0205478642047332</c:v>
                </c:pt>
                <c:pt idx="19758">
                  <c:v>7.0201013103328656</c:v>
                </c:pt>
                <c:pt idx="19759">
                  <c:v>7.0185423926583512</c:v>
                </c:pt>
                <c:pt idx="19760">
                  <c:v>7.0173920276257906</c:v>
                </c:pt>
                <c:pt idx="19761">
                  <c:v>7.0173045144199691</c:v>
                </c:pt>
                <c:pt idx="19762">
                  <c:v>7.0152164966335011</c:v>
                </c:pt>
                <c:pt idx="19763">
                  <c:v>7.0155554329144261</c:v>
                </c:pt>
                <c:pt idx="19764">
                  <c:v>7.0167169933300748</c:v>
                </c:pt>
                <c:pt idx="19765">
                  <c:v>7.0150581056150365</c:v>
                </c:pt>
                <c:pt idx="19766">
                  <c:v>7.0135323798861542</c:v>
                </c:pt>
                <c:pt idx="19767">
                  <c:v>7.0144732651098254</c:v>
                </c:pt>
                <c:pt idx="19768">
                  <c:v>7.0177099134328831</c:v>
                </c:pt>
                <c:pt idx="19769">
                  <c:v>7.0192522745549439</c:v>
                </c:pt>
                <c:pt idx="19770">
                  <c:v>7.0197000898784276</c:v>
                </c:pt>
                <c:pt idx="19771">
                  <c:v>7.0197830303221433</c:v>
                </c:pt>
                <c:pt idx="19772">
                  <c:v>7.0191234488087169</c:v>
                </c:pt>
                <c:pt idx="19773">
                  <c:v>7.0195422507450447</c:v>
                </c:pt>
                <c:pt idx="19774">
                  <c:v>7.0196819565114552</c:v>
                </c:pt>
                <c:pt idx="19775">
                  <c:v>7.0168205112032673</c:v>
                </c:pt>
                <c:pt idx="19776">
                  <c:v>7.0158850659896874</c:v>
                </c:pt>
                <c:pt idx="19777">
                  <c:v>7.0180598085747175</c:v>
                </c:pt>
                <c:pt idx="19778">
                  <c:v>7.019389693940302</c:v>
                </c:pt>
                <c:pt idx="19779">
                  <c:v>7.0187854586165033</c:v>
                </c:pt>
                <c:pt idx="19780">
                  <c:v>7.0180623314779487</c:v>
                </c:pt>
                <c:pt idx="19781">
                  <c:v>7.0186947917816429</c:v>
                </c:pt>
                <c:pt idx="19782">
                  <c:v>7.0194080638294514</c:v>
                </c:pt>
                <c:pt idx="19783">
                  <c:v>7.0181222504296823</c:v>
                </c:pt>
                <c:pt idx="19784">
                  <c:v>7.0162407165045177</c:v>
                </c:pt>
                <c:pt idx="19785">
                  <c:v>7.0155144357369243</c:v>
                </c:pt>
                <c:pt idx="19786">
                  <c:v>7.0147380122676166</c:v>
                </c:pt>
                <c:pt idx="19787">
                  <c:v>7.0145507655434489</c:v>
                </c:pt>
                <c:pt idx="19788">
                  <c:v>7.0149020798183512</c:v>
                </c:pt>
                <c:pt idx="19789">
                  <c:v>7.0139454264494869</c:v>
                </c:pt>
                <c:pt idx="19790">
                  <c:v>7.0136375534145916</c:v>
                </c:pt>
                <c:pt idx="19791">
                  <c:v>7.0161112600324822</c:v>
                </c:pt>
                <c:pt idx="19792">
                  <c:v>7.0173315567889745</c:v>
                </c:pt>
                <c:pt idx="19793">
                  <c:v>7.0167521562938555</c:v>
                </c:pt>
                <c:pt idx="19794">
                  <c:v>7.0161586433087875</c:v>
                </c:pt>
                <c:pt idx="19795">
                  <c:v>7.0172147148330941</c:v>
                </c:pt>
                <c:pt idx="19796">
                  <c:v>7.0185211056623409</c:v>
                </c:pt>
                <c:pt idx="19797">
                  <c:v>7.0182294738169952</c:v>
                </c:pt>
                <c:pt idx="19798">
                  <c:v>7.01685874895536</c:v>
                </c:pt>
                <c:pt idx="19799">
                  <c:v>7.0142587394944735</c:v>
                </c:pt>
                <c:pt idx="19800">
                  <c:v>7.013204087103234</c:v>
                </c:pt>
                <c:pt idx="19801">
                  <c:v>7.0121462022422305</c:v>
                </c:pt>
                <c:pt idx="19802">
                  <c:v>7.0119740929374474</c:v>
                </c:pt>
                <c:pt idx="19803">
                  <c:v>7.0135873318721522</c:v>
                </c:pt>
                <c:pt idx="19804">
                  <c:v>7.0150171872782607</c:v>
                </c:pt>
                <c:pt idx="19805">
                  <c:v>7.0161854491556159</c:v>
                </c:pt>
                <c:pt idx="19806">
                  <c:v>7.0159236979454107</c:v>
                </c:pt>
                <c:pt idx="19807">
                  <c:v>7.0145376779829389</c:v>
                </c:pt>
                <c:pt idx="19808">
                  <c:v>7.0146654787997287</c:v>
                </c:pt>
                <c:pt idx="19809">
                  <c:v>7.0159882684999761</c:v>
                </c:pt>
                <c:pt idx="19810">
                  <c:v>7.0158978381872936</c:v>
                </c:pt>
                <c:pt idx="19811">
                  <c:v>7.014032151248049</c:v>
                </c:pt>
                <c:pt idx="19812">
                  <c:v>7.0125571201059618</c:v>
                </c:pt>
                <c:pt idx="19813">
                  <c:v>7.0116896355981648</c:v>
                </c:pt>
                <c:pt idx="19814">
                  <c:v>7.0129140320724073</c:v>
                </c:pt>
                <c:pt idx="19815">
                  <c:v>7.013729718223245</c:v>
                </c:pt>
                <c:pt idx="19816">
                  <c:v>7.0144398366420155</c:v>
                </c:pt>
                <c:pt idx="19817">
                  <c:v>7.0135364007631784</c:v>
                </c:pt>
                <c:pt idx="19818">
                  <c:v>7.0125736766584144</c:v>
                </c:pt>
                <c:pt idx="19819">
                  <c:v>7.0132014065185508</c:v>
                </c:pt>
                <c:pt idx="19820">
                  <c:v>7.0145079550292495</c:v>
                </c:pt>
                <c:pt idx="19821">
                  <c:v>7.015756792128542</c:v>
                </c:pt>
                <c:pt idx="19822">
                  <c:v>7.016683486021539</c:v>
                </c:pt>
                <c:pt idx="19823">
                  <c:v>7.0155645784386387</c:v>
                </c:pt>
                <c:pt idx="19824">
                  <c:v>7.0148889134171144</c:v>
                </c:pt>
                <c:pt idx="19825">
                  <c:v>7.014586874595941</c:v>
                </c:pt>
                <c:pt idx="19826">
                  <c:v>7.0150701682461092</c:v>
                </c:pt>
                <c:pt idx="19827">
                  <c:v>7.0154128888818805</c:v>
                </c:pt>
                <c:pt idx="19828">
                  <c:v>7.0153980668253997</c:v>
                </c:pt>
                <c:pt idx="19829">
                  <c:v>7.0164699064948994</c:v>
                </c:pt>
                <c:pt idx="19830">
                  <c:v>7.0172179473028589</c:v>
                </c:pt>
                <c:pt idx="19831">
                  <c:v>7.0172382882101578</c:v>
                </c:pt>
                <c:pt idx="19832">
                  <c:v>7.0171805767987507</c:v>
                </c:pt>
                <c:pt idx="19833">
                  <c:v>7.0190775635062046</c:v>
                </c:pt>
                <c:pt idx="19834">
                  <c:v>7.0200946088711582</c:v>
                </c:pt>
                <c:pt idx="19835">
                  <c:v>7.0185255207429948</c:v>
                </c:pt>
                <c:pt idx="19836">
                  <c:v>7.0176786925054007</c:v>
                </c:pt>
                <c:pt idx="19837">
                  <c:v>7.0176263422633598</c:v>
                </c:pt>
                <c:pt idx="19838">
                  <c:v>7.0174280578375567</c:v>
                </c:pt>
                <c:pt idx="19839">
                  <c:v>7.0167608287737115</c:v>
                </c:pt>
                <c:pt idx="19840">
                  <c:v>7.0153560447184597</c:v>
                </c:pt>
                <c:pt idx="19841">
                  <c:v>7.01449407906148</c:v>
                </c:pt>
                <c:pt idx="19842">
                  <c:v>7.0147277629732416</c:v>
                </c:pt>
                <c:pt idx="19843">
                  <c:v>7.0149762689414841</c:v>
                </c:pt>
                <c:pt idx="19844">
                  <c:v>7.0137669310459012</c:v>
                </c:pt>
                <c:pt idx="19845">
                  <c:v>7.0142484902000977</c:v>
                </c:pt>
                <c:pt idx="19846">
                  <c:v>7.0155243696683955</c:v>
                </c:pt>
                <c:pt idx="19847">
                  <c:v>7.0164103029060696</c:v>
                </c:pt>
                <c:pt idx="19848">
                  <c:v>7.0166484018984843</c:v>
                </c:pt>
                <c:pt idx="19849">
                  <c:v>7.0158569198505178</c:v>
                </c:pt>
                <c:pt idx="19850">
                  <c:v>7.0164715621501443</c:v>
                </c:pt>
                <c:pt idx="19851">
                  <c:v>7.0173613585833898</c:v>
                </c:pt>
                <c:pt idx="19852">
                  <c:v>7.018406550087513</c:v>
                </c:pt>
                <c:pt idx="19853">
                  <c:v>7.0187464324571502</c:v>
                </c:pt>
                <c:pt idx="19854">
                  <c:v>7.0182519434238948</c:v>
                </c:pt>
                <c:pt idx="19855">
                  <c:v>7.0190282880524766</c:v>
                </c:pt>
                <c:pt idx="19856">
                  <c:v>7.0199166653526541</c:v>
                </c:pt>
                <c:pt idx="19857">
                  <c:v>7.0188347340702313</c:v>
                </c:pt>
                <c:pt idx="19858">
                  <c:v>7.0162788754158845</c:v>
                </c:pt>
                <c:pt idx="19859">
                  <c:v>7.013938173102698</c:v>
                </c:pt>
                <c:pt idx="19860">
                  <c:v>7.0134078903798542</c:v>
                </c:pt>
                <c:pt idx="19861">
                  <c:v>7.0150613380848013</c:v>
                </c:pt>
                <c:pt idx="19862">
                  <c:v>7.0148942745864806</c:v>
                </c:pt>
                <c:pt idx="19863">
                  <c:v>7.0130086409435659</c:v>
                </c:pt>
                <c:pt idx="19864">
                  <c:v>7.0132632964884341</c:v>
                </c:pt>
                <c:pt idx="19865">
                  <c:v>7.0148754316529747</c:v>
                </c:pt>
                <c:pt idx="19866">
                  <c:v>7.0166779671707218</c:v>
                </c:pt>
                <c:pt idx="19867">
                  <c:v>7.0178087008625178</c:v>
                </c:pt>
                <c:pt idx="19868">
                  <c:v>7.0176816884529876</c:v>
                </c:pt>
                <c:pt idx="19869">
                  <c:v>7.0201545278228918</c:v>
                </c:pt>
                <c:pt idx="19870">
                  <c:v>7.0199524590422433</c:v>
                </c:pt>
                <c:pt idx="19871">
                  <c:v>7.0182555700972893</c:v>
                </c:pt>
                <c:pt idx="19872">
                  <c:v>7.0170973998328581</c:v>
                </c:pt>
                <c:pt idx="19873">
                  <c:v>7.0154024819060536</c:v>
                </c:pt>
                <c:pt idx="19874">
                  <c:v>7.0155905170374808</c:v>
                </c:pt>
                <c:pt idx="19875">
                  <c:v>7.0162470237625945</c:v>
                </c:pt>
                <c:pt idx="19876">
                  <c:v>7.0172025733612955</c:v>
                </c:pt>
                <c:pt idx="19877">
                  <c:v>7.0182568315489053</c:v>
                </c:pt>
                <c:pt idx="19878">
                  <c:v>7.0174837193900883</c:v>
                </c:pt>
                <c:pt idx="19879">
                  <c:v>7.0157677509894514</c:v>
                </c:pt>
                <c:pt idx="19880">
                  <c:v>7.0152567054037434</c:v>
                </c:pt>
                <c:pt idx="19881">
                  <c:v>7.0155169586401556</c:v>
                </c:pt>
                <c:pt idx="19882">
                  <c:v>7.0162291269178008</c:v>
                </c:pt>
                <c:pt idx="19883">
                  <c:v>7.015035714848862</c:v>
                </c:pt>
                <c:pt idx="19884">
                  <c:v>7.0145756792128546</c:v>
                </c:pt>
                <c:pt idx="19885">
                  <c:v>7.0133230577587158</c:v>
                </c:pt>
                <c:pt idx="19886">
                  <c:v>7.0125706807108283</c:v>
                </c:pt>
                <c:pt idx="19887">
                  <c:v>7.0128433119412161</c:v>
                </c:pt>
                <c:pt idx="19888">
                  <c:v>7.0128041281004112</c:v>
                </c:pt>
                <c:pt idx="19889">
                  <c:v>7.0131520522240969</c:v>
                </c:pt>
                <c:pt idx="19890">
                  <c:v>7.0121753733108374</c:v>
                </c:pt>
                <c:pt idx="19891">
                  <c:v>7.0114131411722038</c:v>
                </c:pt>
                <c:pt idx="19892">
                  <c:v>7.0133855784544066</c:v>
                </c:pt>
                <c:pt idx="19893">
                  <c:v>7.0162089436919537</c:v>
                </c:pt>
                <c:pt idx="19894">
                  <c:v>7.0158238067456127</c:v>
                </c:pt>
                <c:pt idx="19895">
                  <c:v>7.0146884214509848</c:v>
                </c:pt>
                <c:pt idx="19896">
                  <c:v>7.0169580094293504</c:v>
                </c:pt>
                <c:pt idx="19897">
                  <c:v>7.0195909743136911</c:v>
                </c:pt>
                <c:pt idx="19898">
                  <c:v>7.0207061763824719</c:v>
                </c:pt>
                <c:pt idx="19899">
                  <c:v>7.0203056654945675</c:v>
                </c:pt>
                <c:pt idx="19900">
                  <c:v>7.0182144940790616</c:v>
                </c:pt>
                <c:pt idx="19901">
                  <c:v>7.0154292877528812</c:v>
                </c:pt>
                <c:pt idx="19902">
                  <c:v>7.0154248726722273</c:v>
                </c:pt>
                <c:pt idx="19903">
                  <c:v>7.0149034201106923</c:v>
                </c:pt>
                <c:pt idx="19904">
                  <c:v>7.0134619751178668</c:v>
                </c:pt>
                <c:pt idx="19905">
                  <c:v>7.0142712751699019</c:v>
                </c:pt>
                <c:pt idx="19906">
                  <c:v>7.0150714296977243</c:v>
                </c:pt>
                <c:pt idx="19907">
                  <c:v>7.0153443762910168</c:v>
                </c:pt>
                <c:pt idx="19908">
                  <c:v>7.0163920118576453</c:v>
                </c:pt>
                <c:pt idx="19909">
                  <c:v>7.0177463378482789</c:v>
                </c:pt>
                <c:pt idx="19910">
                  <c:v>7.0186892729308248</c:v>
                </c:pt>
                <c:pt idx="19911">
                  <c:v>7.0196832179630713</c:v>
                </c:pt>
                <c:pt idx="19912">
                  <c:v>7.0195882148882829</c:v>
                </c:pt>
                <c:pt idx="19913">
                  <c:v>7.0189642693829928</c:v>
                </c:pt>
                <c:pt idx="19914">
                  <c:v>7.0170534855484945</c:v>
                </c:pt>
                <c:pt idx="19915">
                  <c:v>7.0141268389599327</c:v>
                </c:pt>
                <c:pt idx="19916">
                  <c:v>7.0140082625080815</c:v>
                </c:pt>
                <c:pt idx="19917">
                  <c:v>7.0145387817531022</c:v>
                </c:pt>
                <c:pt idx="19918">
                  <c:v>7.0158182878947946</c:v>
                </c:pt>
                <c:pt idx="19919">
                  <c:v>7.0183285766095338</c:v>
                </c:pt>
                <c:pt idx="19920">
                  <c:v>7.0193591825793531</c:v>
                </c:pt>
                <c:pt idx="19921">
                  <c:v>7.0183668143616265</c:v>
                </c:pt>
                <c:pt idx="19922">
                  <c:v>7.0174099244705843</c:v>
                </c:pt>
                <c:pt idx="19923">
                  <c:v>7.0165897443983667</c:v>
                </c:pt>
                <c:pt idx="19924">
                  <c:v>7.0147460540216651</c:v>
                </c:pt>
                <c:pt idx="19925">
                  <c:v>7.013632665289582</c:v>
                </c:pt>
                <c:pt idx="19926">
                  <c:v>7.0141427647865777</c:v>
                </c:pt>
                <c:pt idx="19927">
                  <c:v>7.014922736088554</c:v>
                </c:pt>
                <c:pt idx="19928">
                  <c:v>7.0157400778946375</c:v>
                </c:pt>
                <c:pt idx="19929">
                  <c:v>7.0160611173307688</c:v>
                </c:pt>
                <c:pt idx="19930">
                  <c:v>7.0167293713240513</c:v>
                </c:pt>
                <c:pt idx="19931">
                  <c:v>7.0167649284914617</c:v>
                </c:pt>
                <c:pt idx="19932">
                  <c:v>7.013983112316498</c:v>
                </c:pt>
                <c:pt idx="19933">
                  <c:v>7.0118641889654523</c:v>
                </c:pt>
                <c:pt idx="19934">
                  <c:v>7.0122974187546321</c:v>
                </c:pt>
                <c:pt idx="19935">
                  <c:v>7.0133668143616266</c:v>
                </c:pt>
                <c:pt idx="19936">
                  <c:v>7.0132876582727572</c:v>
                </c:pt>
                <c:pt idx="19937">
                  <c:v>7.0145089011179618</c:v>
                </c:pt>
                <c:pt idx="19938">
                  <c:v>7.0160483451331617</c:v>
                </c:pt>
                <c:pt idx="19939">
                  <c:v>7.0165418092369798</c:v>
                </c:pt>
                <c:pt idx="19940">
                  <c:v>7.0160213027641563</c:v>
                </c:pt>
                <c:pt idx="19941">
                  <c:v>7.0151552373894255</c:v>
                </c:pt>
                <c:pt idx="19942">
                  <c:v>7.0151564988410415</c:v>
                </c:pt>
                <c:pt idx="19943">
                  <c:v>7.0148699128021574</c:v>
                </c:pt>
                <c:pt idx="19944">
                  <c:v>7.0138415932133906</c:v>
                </c:pt>
                <c:pt idx="19945">
                  <c:v>7.0135917469528062</c:v>
                </c:pt>
                <c:pt idx="19946">
                  <c:v>7.0140894684558255</c:v>
                </c:pt>
                <c:pt idx="19947">
                  <c:v>7.0138919724372819</c:v>
                </c:pt>
                <c:pt idx="19948">
                  <c:v>7.013602232769359</c:v>
                </c:pt>
                <c:pt idx="19949">
                  <c:v>7.0138867689493685</c:v>
                </c:pt>
                <c:pt idx="19950">
                  <c:v>7.015280357621533</c:v>
                </c:pt>
                <c:pt idx="19951">
                  <c:v>7.0143896939403021</c:v>
                </c:pt>
                <c:pt idx="19952">
                  <c:v>7.0130845645626705</c:v>
                </c:pt>
                <c:pt idx="19953">
                  <c:v>7.0143612324382278</c:v>
                </c:pt>
                <c:pt idx="19954">
                  <c:v>7.0157113010296595</c:v>
                </c:pt>
                <c:pt idx="19955">
                  <c:v>7.0165896655576407</c:v>
                </c:pt>
                <c:pt idx="19956">
                  <c:v>7.0178075970923537</c:v>
                </c:pt>
                <c:pt idx="19957">
                  <c:v>7.0174557309323706</c:v>
                </c:pt>
                <c:pt idx="19958">
                  <c:v>7.0176340686545045</c:v>
                </c:pt>
                <c:pt idx="19959">
                  <c:v>7.0174212775351235</c:v>
                </c:pt>
                <c:pt idx="19960">
                  <c:v>7.0169354609817249</c:v>
                </c:pt>
                <c:pt idx="19961">
                  <c:v>7.015837840394834</c:v>
                </c:pt>
                <c:pt idx="19962">
                  <c:v>7.015299200555039</c:v>
                </c:pt>
                <c:pt idx="19963">
                  <c:v>7.0159041454453712</c:v>
                </c:pt>
                <c:pt idx="19964">
                  <c:v>7.0162320440246617</c:v>
                </c:pt>
                <c:pt idx="19965">
                  <c:v>7.0160790930162884</c:v>
                </c:pt>
                <c:pt idx="19966">
                  <c:v>7.0159052492155345</c:v>
                </c:pt>
                <c:pt idx="19967">
                  <c:v>7.0171012630284304</c:v>
                </c:pt>
                <c:pt idx="19968">
                  <c:v>7.017765101941059</c:v>
                </c:pt>
                <c:pt idx="19969">
                  <c:v>7.0177035273340795</c:v>
                </c:pt>
                <c:pt idx="19970">
                  <c:v>7.0182195398855232</c:v>
                </c:pt>
                <c:pt idx="19971">
                  <c:v>7.0182407480408076</c:v>
                </c:pt>
                <c:pt idx="19972">
                  <c:v>7.0184321733234523</c:v>
                </c:pt>
                <c:pt idx="19973">
                  <c:v>7.018940853687381</c:v>
                </c:pt>
                <c:pt idx="19974">
                  <c:v>7.0177524085841778</c:v>
                </c:pt>
                <c:pt idx="19975">
                  <c:v>7.0155096264526406</c:v>
                </c:pt>
                <c:pt idx="19976">
                  <c:v>7.0166012551443577</c:v>
                </c:pt>
                <c:pt idx="19977">
                  <c:v>7.0155447894164213</c:v>
                </c:pt>
                <c:pt idx="19978">
                  <c:v>7.0148308078020785</c:v>
                </c:pt>
                <c:pt idx="19979">
                  <c:v>7.0147812958261717</c:v>
                </c:pt>
                <c:pt idx="19980">
                  <c:v>7.0150803386997591</c:v>
                </c:pt>
                <c:pt idx="19981">
                  <c:v>7.0155052113719867</c:v>
                </c:pt>
                <c:pt idx="19982">
                  <c:v>7.0160367555464447</c:v>
                </c:pt>
                <c:pt idx="19983">
                  <c:v>7.0155867326826344</c:v>
                </c:pt>
                <c:pt idx="19984">
                  <c:v>7.0145994102713694</c:v>
                </c:pt>
                <c:pt idx="19985">
                  <c:v>7.0137855374572293</c:v>
                </c:pt>
                <c:pt idx="19986">
                  <c:v>7.0153308945268771</c:v>
                </c:pt>
                <c:pt idx="19987">
                  <c:v>7.0159916586511928</c:v>
                </c:pt>
                <c:pt idx="19988">
                  <c:v>7.0143196045349185</c:v>
                </c:pt>
                <c:pt idx="19989">
                  <c:v>7.0133873917911034</c:v>
                </c:pt>
                <c:pt idx="19990">
                  <c:v>7.0133147006417635</c:v>
                </c:pt>
                <c:pt idx="19991">
                  <c:v>7.0141413456535107</c:v>
                </c:pt>
                <c:pt idx="19992">
                  <c:v>7.0159058799413421</c:v>
                </c:pt>
                <c:pt idx="19993">
                  <c:v>7.014534760876078</c:v>
                </c:pt>
                <c:pt idx="19994">
                  <c:v>7.0125829798640789</c:v>
                </c:pt>
                <c:pt idx="19995">
                  <c:v>7.0131733392201072</c:v>
                </c:pt>
                <c:pt idx="19996">
                  <c:v>7.0138277960863462</c:v>
                </c:pt>
                <c:pt idx="19997">
                  <c:v>7.0135871741907003</c:v>
                </c:pt>
                <c:pt idx="19998">
                  <c:v>7.0135874107128782</c:v>
                </c:pt>
                <c:pt idx="19999">
                  <c:v>7.0152135795266402</c:v>
                </c:pt>
                <c:pt idx="20000">
                  <c:v>7.0166631451142401</c:v>
                </c:pt>
                <c:pt idx="20001">
                  <c:v>7.0157374761506803</c:v>
                </c:pt>
                <c:pt idx="20002">
                  <c:v>7.0150044939213796</c:v>
                </c:pt>
                <c:pt idx="20003">
                  <c:v>7.015045806461786</c:v>
                </c:pt>
                <c:pt idx="20004">
                  <c:v>7.0151035967139181</c:v>
                </c:pt>
                <c:pt idx="20005">
                  <c:v>7.0150800233368553</c:v>
                </c:pt>
                <c:pt idx="20006">
                  <c:v>7.0144291143032849</c:v>
                </c:pt>
                <c:pt idx="20007">
                  <c:v>7.0144299815512703</c:v>
                </c:pt>
                <c:pt idx="20008">
                  <c:v>7.0143576057648342</c:v>
                </c:pt>
                <c:pt idx="20009">
                  <c:v>7.0125694980999382</c:v>
                </c:pt>
                <c:pt idx="20010">
                  <c:v>7.0107148488623281</c:v>
                </c:pt>
                <c:pt idx="20011">
                  <c:v>7.0101894542644949</c:v>
                </c:pt>
                <c:pt idx="20012">
                  <c:v>7.0121173465365265</c:v>
                </c:pt>
                <c:pt idx="20013">
                  <c:v>7.0148905690723602</c:v>
                </c:pt>
                <c:pt idx="20014">
                  <c:v>7.0166388621706428</c:v>
                </c:pt>
                <c:pt idx="20015">
                  <c:v>7.0181522887462746</c:v>
                </c:pt>
                <c:pt idx="20016">
                  <c:v>7.0177499645216734</c:v>
                </c:pt>
                <c:pt idx="20017">
                  <c:v>7.0169071571611035</c:v>
                </c:pt>
                <c:pt idx="20018">
                  <c:v>7.017253977514625</c:v>
                </c:pt>
                <c:pt idx="20019">
                  <c:v>7.0184011889181477</c:v>
                </c:pt>
                <c:pt idx="20020">
                  <c:v>7.0195817499487534</c:v>
                </c:pt>
                <c:pt idx="20021">
                  <c:v>7.0221166369699928</c:v>
                </c:pt>
                <c:pt idx="20022">
                  <c:v>7.0225345716583361</c:v>
                </c:pt>
                <c:pt idx="20023">
                  <c:v>7.0202708967344174</c:v>
                </c:pt>
                <c:pt idx="20024">
                  <c:v>7.0190872609154988</c:v>
                </c:pt>
                <c:pt idx="20025">
                  <c:v>7.018113972153456</c:v>
                </c:pt>
                <c:pt idx="20026">
                  <c:v>7.0184310695532881</c:v>
                </c:pt>
                <c:pt idx="20027">
                  <c:v>7.0208386288020943</c:v>
                </c:pt>
                <c:pt idx="20028">
                  <c:v>7.0222984436840692</c:v>
                </c:pt>
                <c:pt idx="20029">
                  <c:v>7.0228332991690188</c:v>
                </c:pt>
                <c:pt idx="20030">
                  <c:v>7.0214639145997255</c:v>
                </c:pt>
                <c:pt idx="20031">
                  <c:v>7.0183430044623849</c:v>
                </c:pt>
                <c:pt idx="20032">
                  <c:v>7.0164246519181948</c:v>
                </c:pt>
                <c:pt idx="20033">
                  <c:v>7.0158067771488044</c:v>
                </c:pt>
                <c:pt idx="20034">
                  <c:v>7.0155306769264731</c:v>
                </c:pt>
                <c:pt idx="20035">
                  <c:v>7.0148226083665781</c:v>
                </c:pt>
                <c:pt idx="20036">
                  <c:v>7.0128866743404972</c:v>
                </c:pt>
                <c:pt idx="20037">
                  <c:v>7.0110911556473612</c:v>
                </c:pt>
                <c:pt idx="20038">
                  <c:v>7.0113048928554536</c:v>
                </c:pt>
                <c:pt idx="20039">
                  <c:v>7.0130647755404532</c:v>
                </c:pt>
                <c:pt idx="20040">
                  <c:v>7.0154995348397167</c:v>
                </c:pt>
                <c:pt idx="20041">
                  <c:v>7.0190200097762503</c:v>
                </c:pt>
                <c:pt idx="20042">
                  <c:v>7.0200373705041077</c:v>
                </c:pt>
                <c:pt idx="20043">
                  <c:v>7.0195804884971382</c:v>
                </c:pt>
                <c:pt idx="20044">
                  <c:v>7.0189298159857456</c:v>
                </c:pt>
                <c:pt idx="20045">
                  <c:v>7.0190953026695473</c:v>
                </c:pt>
                <c:pt idx="20046">
                  <c:v>7.0191457607341645</c:v>
                </c:pt>
                <c:pt idx="20047">
                  <c:v>7.0178903010138916</c:v>
                </c:pt>
                <c:pt idx="20048">
                  <c:v>7.0168827953767794</c:v>
                </c:pt>
                <c:pt idx="20049">
                  <c:v>7.0174716567590156</c:v>
                </c:pt>
                <c:pt idx="20050">
                  <c:v>7.0163835758999671</c:v>
                </c:pt>
                <c:pt idx="20051">
                  <c:v>7.015281855595326</c:v>
                </c:pt>
                <c:pt idx="20052">
                  <c:v>7.0162265251738436</c:v>
                </c:pt>
                <c:pt idx="20053">
                  <c:v>7.0172505085226824</c:v>
                </c:pt>
                <c:pt idx="20054">
                  <c:v>7.0157178448099149</c:v>
                </c:pt>
                <c:pt idx="20055">
                  <c:v>7.0137994134249988</c:v>
                </c:pt>
                <c:pt idx="20056">
                  <c:v>7.0132340465791012</c:v>
                </c:pt>
                <c:pt idx="20057">
                  <c:v>7.0154312587710308</c:v>
                </c:pt>
                <c:pt idx="20058">
                  <c:v>7.0160400668569354</c:v>
                </c:pt>
                <c:pt idx="20059">
                  <c:v>7.0174457970008985</c:v>
                </c:pt>
                <c:pt idx="20060">
                  <c:v>7.0188111606931676</c:v>
                </c:pt>
                <c:pt idx="20061">
                  <c:v>7.0183249499361393</c:v>
                </c:pt>
                <c:pt idx="20062">
                  <c:v>7.0179392611047167</c:v>
                </c:pt>
                <c:pt idx="20063">
                  <c:v>7.0166735520900678</c:v>
                </c:pt>
                <c:pt idx="20064">
                  <c:v>7.0161178826534636</c:v>
                </c:pt>
                <c:pt idx="20065">
                  <c:v>7.016202715274602</c:v>
                </c:pt>
                <c:pt idx="20066">
                  <c:v>7.0151930020971633</c:v>
                </c:pt>
                <c:pt idx="20067">
                  <c:v>7.0146145476907549</c:v>
                </c:pt>
                <c:pt idx="20068">
                  <c:v>7.0149686213910654</c:v>
                </c:pt>
                <c:pt idx="20069">
                  <c:v>7.014906731421183</c:v>
                </c:pt>
                <c:pt idx="20070">
                  <c:v>7.0150352418045063</c:v>
                </c:pt>
                <c:pt idx="20071">
                  <c:v>7.0154966965735817</c:v>
                </c:pt>
                <c:pt idx="20072">
                  <c:v>7.0151072233873126</c:v>
                </c:pt>
                <c:pt idx="20073">
                  <c:v>7.0161088948107038</c:v>
                </c:pt>
                <c:pt idx="20074">
                  <c:v>7.0181712105205065</c:v>
                </c:pt>
                <c:pt idx="20075">
                  <c:v>7.0188669010864251</c:v>
                </c:pt>
                <c:pt idx="20076">
                  <c:v>7.0180257493811</c:v>
                </c:pt>
                <c:pt idx="20077">
                  <c:v>7.0183085510651386</c:v>
                </c:pt>
                <c:pt idx="20078">
                  <c:v>7.0171888550749779</c:v>
                </c:pt>
                <c:pt idx="20079">
                  <c:v>7.015357148488623</c:v>
                </c:pt>
                <c:pt idx="20080">
                  <c:v>7.0168471593686439</c:v>
                </c:pt>
                <c:pt idx="20081">
                  <c:v>7.0191210835869375</c:v>
                </c:pt>
                <c:pt idx="20082">
                  <c:v>7.0201161323893473</c:v>
                </c:pt>
                <c:pt idx="20083">
                  <c:v>7.0198617922073829</c:v>
                </c:pt>
                <c:pt idx="20084">
                  <c:v>7.0178081489774362</c:v>
                </c:pt>
                <c:pt idx="20085">
                  <c:v>7.0145656664406566</c:v>
                </c:pt>
                <c:pt idx="20086">
                  <c:v>7.0133750926378529</c:v>
                </c:pt>
                <c:pt idx="20087">
                  <c:v>7.0143319036881691</c:v>
                </c:pt>
                <c:pt idx="20088">
                  <c:v>7.0166873492171113</c:v>
                </c:pt>
                <c:pt idx="20089">
                  <c:v>7.0171162427663631</c:v>
                </c:pt>
                <c:pt idx="20090">
                  <c:v>7.015296283448178</c:v>
                </c:pt>
                <c:pt idx="20091">
                  <c:v>7.012930352102682</c:v>
                </c:pt>
                <c:pt idx="20092">
                  <c:v>7.0128343240984563</c:v>
                </c:pt>
                <c:pt idx="20093">
                  <c:v>7.0146454532553335</c:v>
                </c:pt>
                <c:pt idx="20094">
                  <c:v>7.0150962645264041</c:v>
                </c:pt>
                <c:pt idx="20095">
                  <c:v>7.0163332755168009</c:v>
                </c:pt>
                <c:pt idx="20096">
                  <c:v>7.0173168924139455</c:v>
                </c:pt>
                <c:pt idx="20097">
                  <c:v>7.0158441476529116</c:v>
                </c:pt>
                <c:pt idx="20098">
                  <c:v>7.0159315820180073</c:v>
                </c:pt>
                <c:pt idx="20099">
                  <c:v>7.0177485453886064</c:v>
                </c:pt>
                <c:pt idx="20100">
                  <c:v>7.0178773711348335</c:v>
                </c:pt>
                <c:pt idx="20101">
                  <c:v>7.0174173354988252</c:v>
                </c:pt>
                <c:pt idx="20102">
                  <c:v>7.0163740361721247</c:v>
                </c:pt>
                <c:pt idx="20103">
                  <c:v>7.0147212980337121</c:v>
                </c:pt>
                <c:pt idx="20104">
                  <c:v>7.0143253599079136</c:v>
                </c:pt>
                <c:pt idx="20105">
                  <c:v>7.0150081994355</c:v>
                </c:pt>
                <c:pt idx="20106">
                  <c:v>7.0163021334300444</c:v>
                </c:pt>
                <c:pt idx="20107">
                  <c:v>7.0162173796496319</c:v>
                </c:pt>
                <c:pt idx="20108">
                  <c:v>7.0157022343461737</c:v>
                </c:pt>
                <c:pt idx="20109">
                  <c:v>7.016792049701194</c:v>
                </c:pt>
                <c:pt idx="20110">
                  <c:v>7.0188309497153849</c:v>
                </c:pt>
                <c:pt idx="20111">
                  <c:v>7.0184736435453097</c:v>
                </c:pt>
                <c:pt idx="20112">
                  <c:v>7.0178511171730866</c:v>
                </c:pt>
                <c:pt idx="20113">
                  <c:v>7.0182481590690484</c:v>
                </c:pt>
                <c:pt idx="20114">
                  <c:v>7.0163205821599206</c:v>
                </c:pt>
                <c:pt idx="20115">
                  <c:v>7.0150993393147161</c:v>
                </c:pt>
                <c:pt idx="20116">
                  <c:v>7.0148189028524577</c:v>
                </c:pt>
                <c:pt idx="20117">
                  <c:v>7.0141571137987038</c:v>
                </c:pt>
                <c:pt idx="20118">
                  <c:v>7.013880225169113</c:v>
                </c:pt>
                <c:pt idx="20119">
                  <c:v>7.0135837840394837</c:v>
                </c:pt>
                <c:pt idx="20120">
                  <c:v>7.0128609722638329</c:v>
                </c:pt>
                <c:pt idx="20121">
                  <c:v>7.0128678314069912</c:v>
                </c:pt>
                <c:pt idx="20122">
                  <c:v>7.0118868950945297</c:v>
                </c:pt>
                <c:pt idx="20123">
                  <c:v>7.0111919140951446</c:v>
                </c:pt>
                <c:pt idx="20124">
                  <c:v>7.0116804112332263</c:v>
                </c:pt>
                <c:pt idx="20125">
                  <c:v>7.0135461770131977</c:v>
                </c:pt>
                <c:pt idx="20126">
                  <c:v>7.0139890253709458</c:v>
                </c:pt>
                <c:pt idx="20127">
                  <c:v>7.0138243270944036</c:v>
                </c:pt>
                <c:pt idx="20128">
                  <c:v>7.0138937857739796</c:v>
                </c:pt>
                <c:pt idx="20129">
                  <c:v>7.0145305823176018</c:v>
                </c:pt>
                <c:pt idx="20130">
                  <c:v>7.0153629827023449</c:v>
                </c:pt>
                <c:pt idx="20131">
                  <c:v>7.0158326369069206</c:v>
                </c:pt>
                <c:pt idx="20132">
                  <c:v>7.0160350998911998</c:v>
                </c:pt>
                <c:pt idx="20133">
                  <c:v>7.0167391475740706</c:v>
                </c:pt>
                <c:pt idx="20134">
                  <c:v>7.0184953247449506</c:v>
                </c:pt>
                <c:pt idx="20135">
                  <c:v>7.0181872151878775</c:v>
                </c:pt>
                <c:pt idx="20136">
                  <c:v>7.0162950377647073</c:v>
                </c:pt>
                <c:pt idx="20137">
                  <c:v>7.0154724924707104</c:v>
                </c:pt>
                <c:pt idx="20138">
                  <c:v>7.0163313833393781</c:v>
                </c:pt>
                <c:pt idx="20139">
                  <c:v>7.0161296299216325</c:v>
                </c:pt>
                <c:pt idx="20140">
                  <c:v>7.0167157318784588</c:v>
                </c:pt>
                <c:pt idx="20141">
                  <c:v>7.0174301865371573</c:v>
                </c:pt>
                <c:pt idx="20142">
                  <c:v>7.0164233904665796</c:v>
                </c:pt>
                <c:pt idx="20143">
                  <c:v>7.0161248206373488</c:v>
                </c:pt>
                <c:pt idx="20144">
                  <c:v>7.0181290307321147</c:v>
                </c:pt>
                <c:pt idx="20145">
                  <c:v>7.0200203409072994</c:v>
                </c:pt>
                <c:pt idx="20146">
                  <c:v>7.0212347246093438</c:v>
                </c:pt>
                <c:pt idx="20147">
                  <c:v>7.0232979075671329</c:v>
                </c:pt>
                <c:pt idx="20148">
                  <c:v>7.0233359087970486</c:v>
                </c:pt>
                <c:pt idx="20149">
                  <c:v>7.0225537299547458</c:v>
                </c:pt>
                <c:pt idx="20150">
                  <c:v>7.0230348949053125</c:v>
                </c:pt>
                <c:pt idx="20151">
                  <c:v>7.0224822214162952</c:v>
                </c:pt>
                <c:pt idx="20152">
                  <c:v>7.0202493732162283</c:v>
                </c:pt>
                <c:pt idx="20153">
                  <c:v>7.0178191866790707</c:v>
                </c:pt>
                <c:pt idx="20154">
                  <c:v>7.0167624844289564</c:v>
                </c:pt>
                <c:pt idx="20155">
                  <c:v>7.0179212065784702</c:v>
                </c:pt>
                <c:pt idx="20156">
                  <c:v>7.0185453886059381</c:v>
                </c:pt>
                <c:pt idx="20157">
                  <c:v>7.0184952459042247</c:v>
                </c:pt>
                <c:pt idx="20158">
                  <c:v>7.018567227487031</c:v>
                </c:pt>
                <c:pt idx="20159">
                  <c:v>7.0194211513899623</c:v>
                </c:pt>
                <c:pt idx="20160">
                  <c:v>7.0199545089011179</c:v>
                </c:pt>
                <c:pt idx="20161">
                  <c:v>7.0195777290717292</c:v>
                </c:pt>
                <c:pt idx="20162">
                  <c:v>7.0185065989687629</c:v>
                </c:pt>
                <c:pt idx="20163">
                  <c:v>7.0198785064412874</c:v>
                </c:pt>
                <c:pt idx="20164">
                  <c:v>7.0205734874406724</c:v>
                </c:pt>
                <c:pt idx="20165">
                  <c:v>7.0197902836689323</c:v>
                </c:pt>
                <c:pt idx="20166">
                  <c:v>7.0177131459026478</c:v>
                </c:pt>
                <c:pt idx="20167">
                  <c:v>7.0166870338542076</c:v>
                </c:pt>
                <c:pt idx="20168">
                  <c:v>7.0169301786530847</c:v>
                </c:pt>
                <c:pt idx="20169">
                  <c:v>7.0160196471089105</c:v>
                </c:pt>
                <c:pt idx="20170">
                  <c:v>7.0158560526025324</c:v>
                </c:pt>
                <c:pt idx="20171">
                  <c:v>7.0145341301502704</c:v>
                </c:pt>
                <c:pt idx="20172">
                  <c:v>7.0114753465049908</c:v>
                </c:pt>
                <c:pt idx="20173">
                  <c:v>7.0109766789132593</c:v>
                </c:pt>
                <c:pt idx="20174">
                  <c:v>7.0114463331178349</c:v>
                </c:pt>
                <c:pt idx="20175">
                  <c:v>7.0127694381809871</c:v>
                </c:pt>
                <c:pt idx="20176">
                  <c:v>7.0156472035194497</c:v>
                </c:pt>
                <c:pt idx="20177">
                  <c:v>7.0162240022706133</c:v>
                </c:pt>
                <c:pt idx="20178">
                  <c:v>7.0177146438764408</c:v>
                </c:pt>
                <c:pt idx="20179">
                  <c:v>7.0172494835932451</c:v>
                </c:pt>
                <c:pt idx="20180">
                  <c:v>7.0163387155268921</c:v>
                </c:pt>
                <c:pt idx="20181">
                  <c:v>7.0159799902237499</c:v>
                </c:pt>
                <c:pt idx="20182">
                  <c:v>7.0166807265961308</c:v>
                </c:pt>
                <c:pt idx="20183">
                  <c:v>7.0163050505369053</c:v>
                </c:pt>
                <c:pt idx="20184">
                  <c:v>7.0141752471656762</c:v>
                </c:pt>
                <c:pt idx="20185">
                  <c:v>7.0134309118718363</c:v>
                </c:pt>
                <c:pt idx="20186">
                  <c:v>7.0141809236979453</c:v>
                </c:pt>
                <c:pt idx="20187">
                  <c:v>7.0152091644459862</c:v>
                </c:pt>
                <c:pt idx="20188">
                  <c:v>7.0141286522966304</c:v>
                </c:pt>
                <c:pt idx="20189">
                  <c:v>7.0119748813447078</c:v>
                </c:pt>
                <c:pt idx="20190">
                  <c:v>7.0109498730664308</c:v>
                </c:pt>
                <c:pt idx="20191">
                  <c:v>7.0117281887131613</c:v>
                </c:pt>
                <c:pt idx="20192">
                  <c:v>7.0133391412668127</c:v>
                </c:pt>
                <c:pt idx="20193">
                  <c:v>7.0133568015894294</c:v>
                </c:pt>
                <c:pt idx="20194">
                  <c:v>7.0138352071145871</c:v>
                </c:pt>
                <c:pt idx="20195">
                  <c:v>7.0143874863999747</c:v>
                </c:pt>
                <c:pt idx="20196">
                  <c:v>7.0152863495167059</c:v>
                </c:pt>
                <c:pt idx="20197">
                  <c:v>7.015283195887668</c:v>
                </c:pt>
                <c:pt idx="20198">
                  <c:v>7.0139997477096765</c:v>
                </c:pt>
                <c:pt idx="20199">
                  <c:v>7.0138142354814805</c:v>
                </c:pt>
                <c:pt idx="20200">
                  <c:v>7.0139371481732606</c:v>
                </c:pt>
                <c:pt idx="20201">
                  <c:v>7.0141531717624055</c:v>
                </c:pt>
                <c:pt idx="20202">
                  <c:v>7.0129150570018446</c:v>
                </c:pt>
                <c:pt idx="20203">
                  <c:v>7.0125558586543466</c:v>
                </c:pt>
                <c:pt idx="20204">
                  <c:v>7.0130527129093805</c:v>
                </c:pt>
                <c:pt idx="20205">
                  <c:v>7.0122013119096804</c:v>
                </c:pt>
                <c:pt idx="20206">
                  <c:v>7.0115627808700864</c:v>
                </c:pt>
                <c:pt idx="20207">
                  <c:v>7.0140938046957535</c:v>
                </c:pt>
                <c:pt idx="20208">
                  <c:v>7.0163151421498293</c:v>
                </c:pt>
                <c:pt idx="20209">
                  <c:v>7.0125411942793168</c:v>
                </c:pt>
                <c:pt idx="20210">
                  <c:v>7.0100592093851999</c:v>
                </c:pt>
                <c:pt idx="20211">
                  <c:v>7.0092875952001767</c:v>
                </c:pt>
                <c:pt idx="20212">
                  <c:v>7.0106445229347676</c:v>
                </c:pt>
                <c:pt idx="20213">
                  <c:v>7.0142093063592927</c:v>
                </c:pt>
                <c:pt idx="20214">
                  <c:v>7.0159065895078765</c:v>
                </c:pt>
                <c:pt idx="20215">
                  <c:v>7.0163890947507843</c:v>
                </c:pt>
                <c:pt idx="20216">
                  <c:v>7.0180539743609955</c:v>
                </c:pt>
                <c:pt idx="20217">
                  <c:v>7.0188587016509247</c:v>
                </c:pt>
                <c:pt idx="20218">
                  <c:v>7.0195975969346724</c:v>
                </c:pt>
                <c:pt idx="20219">
                  <c:v>7.0183258171841247</c:v>
                </c:pt>
                <c:pt idx="20220">
                  <c:v>7.0158649616045663</c:v>
                </c:pt>
                <c:pt idx="20221">
                  <c:v>7.0150340591936171</c:v>
                </c:pt>
                <c:pt idx="20222">
                  <c:v>7.0146611425598007</c:v>
                </c:pt>
                <c:pt idx="20223">
                  <c:v>7.0130075371734026</c:v>
                </c:pt>
                <c:pt idx="20224">
                  <c:v>7.0131441681515003</c:v>
                </c:pt>
                <c:pt idx="20225">
                  <c:v>7.0147397467635884</c:v>
                </c:pt>
                <c:pt idx="20226">
                  <c:v>7.0138139201185767</c:v>
                </c:pt>
                <c:pt idx="20227">
                  <c:v>7.013050663050505</c:v>
                </c:pt>
                <c:pt idx="20228">
                  <c:v>7.0124880556300164</c:v>
                </c:pt>
                <c:pt idx="20229">
                  <c:v>7.0125723363660732</c:v>
                </c:pt>
                <c:pt idx="20230">
                  <c:v>7.0138014632838743</c:v>
                </c:pt>
                <c:pt idx="20231">
                  <c:v>7.0158503760702633</c:v>
                </c:pt>
                <c:pt idx="20232">
                  <c:v>7.0158845141046058</c:v>
                </c:pt>
                <c:pt idx="20233">
                  <c:v>7.0153070846276355</c:v>
                </c:pt>
                <c:pt idx="20234">
                  <c:v>7.0148038442737981</c:v>
                </c:pt>
                <c:pt idx="20235">
                  <c:v>7.014511502861918</c:v>
                </c:pt>
                <c:pt idx="20236">
                  <c:v>7.015312209274823</c:v>
                </c:pt>
                <c:pt idx="20237">
                  <c:v>7.0160488970182433</c:v>
                </c:pt>
                <c:pt idx="20238">
                  <c:v>7.0170133556189782</c:v>
                </c:pt>
                <c:pt idx="20239">
                  <c:v>7.0185379775776973</c:v>
                </c:pt>
                <c:pt idx="20240">
                  <c:v>7.0176205080496379</c:v>
                </c:pt>
                <c:pt idx="20241">
                  <c:v>7.0155705703338116</c:v>
                </c:pt>
                <c:pt idx="20242">
                  <c:v>7.0160025386713762</c:v>
                </c:pt>
                <c:pt idx="20243">
                  <c:v>7.0166155253157569</c:v>
                </c:pt>
                <c:pt idx="20244">
                  <c:v>7.0157217868462132</c:v>
                </c:pt>
                <c:pt idx="20245">
                  <c:v>7.0148005329633074</c:v>
                </c:pt>
                <c:pt idx="20246">
                  <c:v>7.0147430580740791</c:v>
                </c:pt>
                <c:pt idx="20247">
                  <c:v>7.0149760324193062</c:v>
                </c:pt>
                <c:pt idx="20248">
                  <c:v>7.0155664706160614</c:v>
                </c:pt>
                <c:pt idx="20249">
                  <c:v>7.0166770210820104</c:v>
                </c:pt>
                <c:pt idx="20250">
                  <c:v>7.0188431700279095</c:v>
                </c:pt>
                <c:pt idx="20251">
                  <c:v>7.019728551380501</c:v>
                </c:pt>
                <c:pt idx="20252">
                  <c:v>7.0192351661174097</c:v>
                </c:pt>
                <c:pt idx="20253">
                  <c:v>7.0192343777101502</c:v>
                </c:pt>
                <c:pt idx="20254">
                  <c:v>7.0192075718633218</c:v>
                </c:pt>
                <c:pt idx="20255">
                  <c:v>7.0185045491098883</c:v>
                </c:pt>
                <c:pt idx="20256">
                  <c:v>7.0177812642898818</c:v>
                </c:pt>
                <c:pt idx="20257">
                  <c:v>7.0152705813715128</c:v>
                </c:pt>
                <c:pt idx="20258">
                  <c:v>7.013638499503303</c:v>
                </c:pt>
                <c:pt idx="20259">
                  <c:v>7.0144485879625975</c:v>
                </c:pt>
                <c:pt idx="20260">
                  <c:v>7.0132772512969304</c:v>
                </c:pt>
                <c:pt idx="20261">
                  <c:v>7.0121609454579854</c:v>
                </c:pt>
                <c:pt idx="20262">
                  <c:v>7.0129615730301644</c:v>
                </c:pt>
                <c:pt idx="20263">
                  <c:v>7.0152337627524872</c:v>
                </c:pt>
                <c:pt idx="20264">
                  <c:v>7.0149216323183907</c:v>
                </c:pt>
                <c:pt idx="20265">
                  <c:v>7.0145097683659472</c:v>
                </c:pt>
                <c:pt idx="20266">
                  <c:v>7.0144966808054372</c:v>
                </c:pt>
                <c:pt idx="20267">
                  <c:v>7.0166551822009176</c:v>
                </c:pt>
                <c:pt idx="20268">
                  <c:v>7.0163274413030798</c:v>
                </c:pt>
                <c:pt idx="20269">
                  <c:v>7.0157072013119093</c:v>
                </c:pt>
                <c:pt idx="20270">
                  <c:v>7.016037543953705</c:v>
                </c:pt>
                <c:pt idx="20271">
                  <c:v>7.0150751352118448</c:v>
                </c:pt>
                <c:pt idx="20272">
                  <c:v>7.0148211103927842</c:v>
                </c:pt>
                <c:pt idx="20273">
                  <c:v>7.01448548542235</c:v>
                </c:pt>
                <c:pt idx="20274">
                  <c:v>7.0132845046437184</c:v>
                </c:pt>
                <c:pt idx="20275">
                  <c:v>7.0124585691985049</c:v>
                </c:pt>
                <c:pt idx="20276">
                  <c:v>7.0112910168876832</c:v>
                </c:pt>
                <c:pt idx="20277">
                  <c:v>7.0109572840946717</c:v>
                </c:pt>
                <c:pt idx="20278">
                  <c:v>7.0139725476592192</c:v>
                </c:pt>
                <c:pt idx="20279">
                  <c:v>7.0166808842775827</c:v>
                </c:pt>
                <c:pt idx="20280">
                  <c:v>7.0161174884498338</c:v>
                </c:pt>
                <c:pt idx="20281">
                  <c:v>7.0145339724688185</c:v>
                </c:pt>
                <c:pt idx="20282">
                  <c:v>7.0138983585360855</c:v>
                </c:pt>
                <c:pt idx="20283">
                  <c:v>7.0153755972184992</c:v>
                </c:pt>
                <c:pt idx="20284">
                  <c:v>7.0182978287264071</c:v>
                </c:pt>
                <c:pt idx="20285">
                  <c:v>7.0189656885160598</c:v>
                </c:pt>
                <c:pt idx="20286">
                  <c:v>7.0170076790867091</c:v>
                </c:pt>
                <c:pt idx="20287">
                  <c:v>7.0158510067960709</c:v>
                </c:pt>
                <c:pt idx="20288">
                  <c:v>7.0155320960595402</c:v>
                </c:pt>
                <c:pt idx="20289">
                  <c:v>7.0151042274397266</c:v>
                </c:pt>
                <c:pt idx="20290">
                  <c:v>7.0121104085526422</c:v>
                </c:pt>
                <c:pt idx="20291">
                  <c:v>7.012155663129346</c:v>
                </c:pt>
                <c:pt idx="20292">
                  <c:v>7.0143997067124992</c:v>
                </c:pt>
                <c:pt idx="20293">
                  <c:v>7.014578202116085</c:v>
                </c:pt>
                <c:pt idx="20294">
                  <c:v>7.0154914930856682</c:v>
                </c:pt>
                <c:pt idx="20295">
                  <c:v>7.0161155174316843</c:v>
                </c:pt>
                <c:pt idx="20296">
                  <c:v>7.0154508112710703</c:v>
                </c:pt>
                <c:pt idx="20297">
                  <c:v>7.0154837666945236</c:v>
                </c:pt>
                <c:pt idx="20298">
                  <c:v>7.0160697109698988</c:v>
                </c:pt>
                <c:pt idx="20299">
                  <c:v>7.014680931582018</c:v>
                </c:pt>
                <c:pt idx="20300">
                  <c:v>7.0136575001182608</c:v>
                </c:pt>
                <c:pt idx="20301">
                  <c:v>7.0124733124142606</c:v>
                </c:pt>
                <c:pt idx="20302">
                  <c:v>7.0119411375139942</c:v>
                </c:pt>
                <c:pt idx="20303">
                  <c:v>7.0135438117914193</c:v>
                </c:pt>
                <c:pt idx="20304">
                  <c:v>7.0140084201895334</c:v>
                </c:pt>
                <c:pt idx="20305">
                  <c:v>7.0119304940159886</c:v>
                </c:pt>
                <c:pt idx="20306">
                  <c:v>7.0103770951922924</c:v>
                </c:pt>
                <c:pt idx="20307">
                  <c:v>7.011650294075908</c:v>
                </c:pt>
                <c:pt idx="20308">
                  <c:v>7.0120748513852318</c:v>
                </c:pt>
                <c:pt idx="20309">
                  <c:v>7.0122566580993082</c:v>
                </c:pt>
                <c:pt idx="20310">
                  <c:v>7.0138967817215665</c:v>
                </c:pt>
                <c:pt idx="20311">
                  <c:v>7.0132142575568839</c:v>
                </c:pt>
                <c:pt idx="20312">
                  <c:v>7.0136988914993932</c:v>
                </c:pt>
                <c:pt idx="20313">
                  <c:v>7.0151730553934941</c:v>
                </c:pt>
                <c:pt idx="20314">
                  <c:v>7.0152382566738671</c:v>
                </c:pt>
                <c:pt idx="20315">
                  <c:v>7.0173350257809171</c:v>
                </c:pt>
                <c:pt idx="20316">
                  <c:v>7.0197152272978132</c:v>
                </c:pt>
                <c:pt idx="20317">
                  <c:v>7.0220427632097637</c:v>
                </c:pt>
                <c:pt idx="20318">
                  <c:v>7.0229669341995304</c:v>
                </c:pt>
                <c:pt idx="20319">
                  <c:v>7.019942919314401</c:v>
                </c:pt>
                <c:pt idx="20320">
                  <c:v>7.0160654535706968</c:v>
                </c:pt>
                <c:pt idx="20321">
                  <c:v>7.0147541746164395</c:v>
                </c:pt>
                <c:pt idx="20322">
                  <c:v>7.0137599142212901</c:v>
                </c:pt>
                <c:pt idx="20323">
                  <c:v>7.0132366483230575</c:v>
                </c:pt>
                <c:pt idx="20324">
                  <c:v>7.0149577413708828</c:v>
                </c:pt>
                <c:pt idx="20325">
                  <c:v>7.0175128904586952</c:v>
                </c:pt>
                <c:pt idx="20326">
                  <c:v>7.0179754489979347</c:v>
                </c:pt>
                <c:pt idx="20327">
                  <c:v>7.0168271338242478</c:v>
                </c:pt>
                <c:pt idx="20328">
                  <c:v>7.0158737917658742</c:v>
                </c:pt>
                <c:pt idx="20329">
                  <c:v>7.0150790772481431</c:v>
                </c:pt>
                <c:pt idx="20330">
                  <c:v>7.0151395480849583</c:v>
                </c:pt>
                <c:pt idx="20331">
                  <c:v>7.0156910389630864</c:v>
                </c:pt>
                <c:pt idx="20332">
                  <c:v>7.014721455715164</c:v>
                </c:pt>
                <c:pt idx="20333">
                  <c:v>7.0138583862880211</c:v>
                </c:pt>
                <c:pt idx="20334">
                  <c:v>7.0149828127217395</c:v>
                </c:pt>
                <c:pt idx="20335">
                  <c:v>7.0163205821599206</c:v>
                </c:pt>
                <c:pt idx="20336">
                  <c:v>7.017201863794762</c:v>
                </c:pt>
                <c:pt idx="20337">
                  <c:v>7.0173343950551095</c:v>
                </c:pt>
                <c:pt idx="20338">
                  <c:v>7.0183364606821304</c:v>
                </c:pt>
                <c:pt idx="20339">
                  <c:v>7.0169004556993961</c:v>
                </c:pt>
                <c:pt idx="20340">
                  <c:v>7.0163158517163629</c:v>
                </c:pt>
                <c:pt idx="20341">
                  <c:v>7.0178046799854936</c:v>
                </c:pt>
                <c:pt idx="20342">
                  <c:v>7.0194377079424148</c:v>
                </c:pt>
                <c:pt idx="20343">
                  <c:v>7.01938094261972</c:v>
                </c:pt>
                <c:pt idx="20344">
                  <c:v>7.0183593244926596</c:v>
                </c:pt>
                <c:pt idx="20345">
                  <c:v>7.0165823333701258</c:v>
                </c:pt>
                <c:pt idx="20346">
                  <c:v>7.0145964143237833</c:v>
                </c:pt>
                <c:pt idx="20347">
                  <c:v>7.0139435342720633</c:v>
                </c:pt>
                <c:pt idx="20348">
                  <c:v>7.0127399517494755</c:v>
                </c:pt>
                <c:pt idx="20349">
                  <c:v>7.0109419889938343</c:v>
                </c:pt>
                <c:pt idx="20350">
                  <c:v>7.0105898863116733</c:v>
                </c:pt>
                <c:pt idx="20351">
                  <c:v>7.0110060076633189</c:v>
                </c:pt>
                <c:pt idx="20352">
                  <c:v>7.0122624923130292</c:v>
                </c:pt>
                <c:pt idx="20353">
                  <c:v>7.0127483877071537</c:v>
                </c:pt>
                <c:pt idx="20354">
                  <c:v>7.0129938188870842</c:v>
                </c:pt>
                <c:pt idx="20355">
                  <c:v>7.0143337958655927</c:v>
                </c:pt>
                <c:pt idx="20356">
                  <c:v>7.0154799034989512</c:v>
                </c:pt>
                <c:pt idx="20357">
                  <c:v>7.0171592898027404</c:v>
                </c:pt>
                <c:pt idx="20358">
                  <c:v>7.0182085810246138</c:v>
                </c:pt>
                <c:pt idx="20359">
                  <c:v>7.0189446380422273</c:v>
                </c:pt>
                <c:pt idx="20360">
                  <c:v>7.0196497106545355</c:v>
                </c:pt>
                <c:pt idx="20361">
                  <c:v>7.0193702202809884</c:v>
                </c:pt>
                <c:pt idx="20362">
                  <c:v>7.0180318989577257</c:v>
                </c:pt>
                <c:pt idx="20363">
                  <c:v>7.015548337249089</c:v>
                </c:pt>
                <c:pt idx="20364">
                  <c:v>7.0154088680048563</c:v>
                </c:pt>
                <c:pt idx="20365">
                  <c:v>7.0181490562765099</c:v>
                </c:pt>
                <c:pt idx="20366">
                  <c:v>7.0195583342531416</c:v>
                </c:pt>
                <c:pt idx="20367">
                  <c:v>7.0204254245573097</c:v>
                </c:pt>
                <c:pt idx="20368">
                  <c:v>7.0197320992131695</c:v>
                </c:pt>
                <c:pt idx="20369">
                  <c:v>7.0174521042589761</c:v>
                </c:pt>
                <c:pt idx="20370">
                  <c:v>7.0154847916239609</c:v>
                </c:pt>
                <c:pt idx="20371">
                  <c:v>7.0153057443352935</c:v>
                </c:pt>
                <c:pt idx="20372">
                  <c:v>7.0171487251454607</c:v>
                </c:pt>
                <c:pt idx="20373">
                  <c:v>7.0189140478405525</c:v>
                </c:pt>
                <c:pt idx="20374">
                  <c:v>7.0178660180702943</c:v>
                </c:pt>
                <c:pt idx="20375">
                  <c:v>7.0159847206673076</c:v>
                </c:pt>
                <c:pt idx="20376">
                  <c:v>7.0159034358788377</c:v>
                </c:pt>
                <c:pt idx="20377">
                  <c:v>7.0183150948453932</c:v>
                </c:pt>
                <c:pt idx="20378">
                  <c:v>7.0172585502767308</c:v>
                </c:pt>
                <c:pt idx="20379">
                  <c:v>7.0152845361800091</c:v>
                </c:pt>
                <c:pt idx="20380">
                  <c:v>7.0145765464608401</c:v>
                </c:pt>
                <c:pt idx="20381">
                  <c:v>7.0136976300477771</c:v>
                </c:pt>
                <c:pt idx="20382">
                  <c:v>7.0140327031331307</c:v>
                </c:pt>
                <c:pt idx="20383">
                  <c:v>7.015499061795361</c:v>
                </c:pt>
                <c:pt idx="20384">
                  <c:v>7.0165361327047098</c:v>
                </c:pt>
                <c:pt idx="20385">
                  <c:v>7.0172759740771697</c:v>
                </c:pt>
                <c:pt idx="20386">
                  <c:v>7.0152328166637758</c:v>
                </c:pt>
                <c:pt idx="20387">
                  <c:v>7.0141167473470096</c:v>
                </c:pt>
                <c:pt idx="20388">
                  <c:v>7.0149122502720003</c:v>
                </c:pt>
                <c:pt idx="20389">
                  <c:v>7.0148311231649823</c:v>
                </c:pt>
                <c:pt idx="20390">
                  <c:v>7.0141731973068007</c:v>
                </c:pt>
                <c:pt idx="20391">
                  <c:v>7.0136663302795696</c:v>
                </c:pt>
                <c:pt idx="20392">
                  <c:v>7.0143677762184833</c:v>
                </c:pt>
                <c:pt idx="20393">
                  <c:v>7.0142780554723352</c:v>
                </c:pt>
                <c:pt idx="20394">
                  <c:v>7.0152957315630964</c:v>
                </c:pt>
                <c:pt idx="20395">
                  <c:v>7.0167997760923386</c:v>
                </c:pt>
                <c:pt idx="20396">
                  <c:v>7.0172602847727026</c:v>
                </c:pt>
                <c:pt idx="20397">
                  <c:v>7.0168134155379303</c:v>
                </c:pt>
                <c:pt idx="20398">
                  <c:v>7.0171827843390782</c:v>
                </c:pt>
                <c:pt idx="20399">
                  <c:v>7.0176890206405025</c:v>
                </c:pt>
                <c:pt idx="20400">
                  <c:v>7.0175114713256281</c:v>
                </c:pt>
                <c:pt idx="20401">
                  <c:v>7.016776045033823</c:v>
                </c:pt>
                <c:pt idx="20402">
                  <c:v>7.0181080590990081</c:v>
                </c:pt>
                <c:pt idx="20403">
                  <c:v>7.020647913085984</c:v>
                </c:pt>
                <c:pt idx="20404">
                  <c:v>7.0210460587521091</c:v>
                </c:pt>
                <c:pt idx="20405">
                  <c:v>7.018690219019537</c:v>
                </c:pt>
                <c:pt idx="20406">
                  <c:v>7.0161967233794291</c:v>
                </c:pt>
                <c:pt idx="20407">
                  <c:v>7.0142129330326872</c:v>
                </c:pt>
                <c:pt idx="20408">
                  <c:v>7.0127054195115033</c:v>
                </c:pt>
                <c:pt idx="20409">
                  <c:v>7.0131854806919058</c:v>
                </c:pt>
                <c:pt idx="20410">
                  <c:v>7.0133659471136411</c:v>
                </c:pt>
                <c:pt idx="20411">
                  <c:v>7.0136664879610215</c:v>
                </c:pt>
                <c:pt idx="20412">
                  <c:v>7.0154616912912537</c:v>
                </c:pt>
                <c:pt idx="20413">
                  <c:v>7.015400668569356</c:v>
                </c:pt>
                <c:pt idx="20414">
                  <c:v>7.0139912329112724</c:v>
                </c:pt>
                <c:pt idx="20415">
                  <c:v>7.0148798467336286</c:v>
                </c:pt>
                <c:pt idx="20416">
                  <c:v>7.0159866916854572</c:v>
                </c:pt>
                <c:pt idx="20417">
                  <c:v>7.0155772717955189</c:v>
                </c:pt>
                <c:pt idx="20418">
                  <c:v>7.0151111654236109</c:v>
                </c:pt>
                <c:pt idx="20419">
                  <c:v>7.0149035777921442</c:v>
                </c:pt>
                <c:pt idx="20420">
                  <c:v>7.0142483325186458</c:v>
                </c:pt>
                <c:pt idx="20421">
                  <c:v>7.013542944543433</c:v>
                </c:pt>
                <c:pt idx="20422">
                  <c:v>7.0124651918194862</c:v>
                </c:pt>
                <c:pt idx="20423">
                  <c:v>7.0129295636954225</c:v>
                </c:pt>
                <c:pt idx="20424">
                  <c:v>7.0156572951323737</c:v>
                </c:pt>
                <c:pt idx="20425">
                  <c:v>7.0180695059840108</c:v>
                </c:pt>
                <c:pt idx="20426">
                  <c:v>7.0176294170516726</c:v>
                </c:pt>
                <c:pt idx="20427">
                  <c:v>7.0182753591195066</c:v>
                </c:pt>
                <c:pt idx="20428">
                  <c:v>7.0167930746306313</c:v>
                </c:pt>
                <c:pt idx="20429">
                  <c:v>7.0135740077894635</c:v>
                </c:pt>
                <c:pt idx="20430">
                  <c:v>7.0123509516075622</c:v>
                </c:pt>
                <c:pt idx="20431">
                  <c:v>7.0134027657326667</c:v>
                </c:pt>
                <c:pt idx="20432">
                  <c:v>7.0142214478310914</c:v>
                </c:pt>
                <c:pt idx="20433">
                  <c:v>7.0133554612970874</c:v>
                </c:pt>
                <c:pt idx="20434">
                  <c:v>7.0121233384317003</c:v>
                </c:pt>
                <c:pt idx="20435">
                  <c:v>7.0113896466358661</c:v>
                </c:pt>
                <c:pt idx="20436">
                  <c:v>7.0109781768870532</c:v>
                </c:pt>
                <c:pt idx="20437">
                  <c:v>7.010798971916933</c:v>
                </c:pt>
                <c:pt idx="20438">
                  <c:v>7.0117456913543261</c:v>
                </c:pt>
                <c:pt idx="20439">
                  <c:v>7.013975780128983</c:v>
                </c:pt>
                <c:pt idx="20440">
                  <c:v>7.015415096422208</c:v>
                </c:pt>
                <c:pt idx="20441">
                  <c:v>7.0164963181380973</c:v>
                </c:pt>
                <c:pt idx="20442">
                  <c:v>7.0178224191488354</c:v>
                </c:pt>
                <c:pt idx="20443">
                  <c:v>7.0169260789353345</c:v>
                </c:pt>
                <c:pt idx="20444">
                  <c:v>7.0151842507765814</c:v>
                </c:pt>
                <c:pt idx="20445">
                  <c:v>7.0137495072454623</c:v>
                </c:pt>
                <c:pt idx="20446">
                  <c:v>7.0125661867894475</c:v>
                </c:pt>
                <c:pt idx="20447">
                  <c:v>7.0132166227786623</c:v>
                </c:pt>
                <c:pt idx="20448">
                  <c:v>7.0146003563600816</c:v>
                </c:pt>
                <c:pt idx="20449">
                  <c:v>7.0155059209385202</c:v>
                </c:pt>
                <c:pt idx="20450">
                  <c:v>7.0145266402813036</c:v>
                </c:pt>
                <c:pt idx="20451">
                  <c:v>7.0136939245336567</c:v>
                </c:pt>
                <c:pt idx="20452">
                  <c:v>7.0146408016525017</c:v>
                </c:pt>
                <c:pt idx="20453">
                  <c:v>7.0144989671864897</c:v>
                </c:pt>
                <c:pt idx="20454">
                  <c:v>7.0142998943534272</c:v>
                </c:pt>
                <c:pt idx="20455">
                  <c:v>7.015092085967928</c:v>
                </c:pt>
                <c:pt idx="20456">
                  <c:v>7.0137830145539981</c:v>
                </c:pt>
                <c:pt idx="20457">
                  <c:v>7.0102977814219711</c:v>
                </c:pt>
                <c:pt idx="20458">
                  <c:v>7.0077670493069899</c:v>
                </c:pt>
                <c:pt idx="20459">
                  <c:v>7.008917911036125</c:v>
                </c:pt>
                <c:pt idx="20460">
                  <c:v>7.0113821567668992</c:v>
                </c:pt>
                <c:pt idx="20461">
                  <c:v>7.0143448335672272</c:v>
                </c:pt>
                <c:pt idx="20462">
                  <c:v>7.0158385499613685</c:v>
                </c:pt>
                <c:pt idx="20463">
                  <c:v>7.0168115233605075</c:v>
                </c:pt>
                <c:pt idx="20464">
                  <c:v>7.0172941074441413</c:v>
                </c:pt>
                <c:pt idx="20465">
                  <c:v>7.0163864141661012</c:v>
                </c:pt>
                <c:pt idx="20466">
                  <c:v>7.0159369431873726</c:v>
                </c:pt>
                <c:pt idx="20467">
                  <c:v>7.0153435090430314</c:v>
                </c:pt>
                <c:pt idx="20468">
                  <c:v>7.0155410839023009</c:v>
                </c:pt>
                <c:pt idx="20469">
                  <c:v>7.0156792128541916</c:v>
                </c:pt>
                <c:pt idx="20470">
                  <c:v>7.0153841908576293</c:v>
                </c:pt>
                <c:pt idx="20471">
                  <c:v>7.0150303536794967</c:v>
                </c:pt>
                <c:pt idx="20472">
                  <c:v>7.0147160157050727</c:v>
                </c:pt>
                <c:pt idx="20473">
                  <c:v>7.0133495482426405</c:v>
                </c:pt>
                <c:pt idx="20474">
                  <c:v>7.0131442469922263</c:v>
                </c:pt>
                <c:pt idx="20475">
                  <c:v>7.0146058752108988</c:v>
                </c:pt>
                <c:pt idx="20476">
                  <c:v>7.0153559658777338</c:v>
                </c:pt>
                <c:pt idx="20477">
                  <c:v>7.0150905879941341</c:v>
                </c:pt>
                <c:pt idx="20478">
                  <c:v>7.0139849256531956</c:v>
                </c:pt>
                <c:pt idx="20479">
                  <c:v>7.0132664501174728</c:v>
                </c:pt>
                <c:pt idx="20480">
                  <c:v>7.0123280877970329</c:v>
                </c:pt>
                <c:pt idx="20481">
                  <c:v>7.0137467478200541</c:v>
                </c:pt>
                <c:pt idx="20482">
                  <c:v>7.0168365947113642</c:v>
                </c:pt>
                <c:pt idx="20483">
                  <c:v>7.0187751304814014</c:v>
                </c:pt>
                <c:pt idx="20484">
                  <c:v>7.0182046389883155</c:v>
                </c:pt>
                <c:pt idx="20485">
                  <c:v>7.0175253472933976</c:v>
                </c:pt>
                <c:pt idx="20486">
                  <c:v>7.0170915656191362</c:v>
                </c:pt>
                <c:pt idx="20487">
                  <c:v>7.0165834371402891</c:v>
                </c:pt>
                <c:pt idx="20488">
                  <c:v>7.0172680900045732</c:v>
                </c:pt>
                <c:pt idx="20489">
                  <c:v>7.0171125372522427</c:v>
                </c:pt>
                <c:pt idx="20490">
                  <c:v>7.0167306327756664</c:v>
                </c:pt>
                <c:pt idx="20491">
                  <c:v>7.0182194610447972</c:v>
                </c:pt>
                <c:pt idx="20492">
                  <c:v>7.019628660180703</c:v>
                </c:pt>
                <c:pt idx="20493">
                  <c:v>7.0192252321859376</c:v>
                </c:pt>
                <c:pt idx="20494">
                  <c:v>7.019398366420158</c:v>
                </c:pt>
                <c:pt idx="20495">
                  <c:v>7.0198571406045502</c:v>
                </c:pt>
                <c:pt idx="20496">
                  <c:v>7.019370929847522</c:v>
                </c:pt>
                <c:pt idx="20497">
                  <c:v>7.0182057427584796</c:v>
                </c:pt>
                <c:pt idx="20498">
                  <c:v>7.0191861271858595</c:v>
                </c:pt>
                <c:pt idx="20499">
                  <c:v>7.0190629779719016</c:v>
                </c:pt>
                <c:pt idx="20500">
                  <c:v>7.0166788344187072</c:v>
                </c:pt>
                <c:pt idx="20501">
                  <c:v>7.0149844683769844</c:v>
                </c:pt>
                <c:pt idx="20502">
                  <c:v>7.0139300525079236</c:v>
                </c:pt>
                <c:pt idx="20503">
                  <c:v>7.0125791166685065</c:v>
                </c:pt>
                <c:pt idx="20504">
                  <c:v>7.0130289030101389</c:v>
                </c:pt>
                <c:pt idx="20505">
                  <c:v>7.0126618205900444</c:v>
                </c:pt>
                <c:pt idx="20506">
                  <c:v>7.0114923761017991</c:v>
                </c:pt>
                <c:pt idx="20507">
                  <c:v>7.0101729765527683</c:v>
                </c:pt>
                <c:pt idx="20508">
                  <c:v>7.0115402324224601</c:v>
                </c:pt>
                <c:pt idx="20509">
                  <c:v>7.0136603383843958</c:v>
                </c:pt>
                <c:pt idx="20510">
                  <c:v>7.0156900928743751</c:v>
                </c:pt>
                <c:pt idx="20511">
                  <c:v>7.0152857187908984</c:v>
                </c:pt>
                <c:pt idx="20512">
                  <c:v>7.0131145240385377</c:v>
                </c:pt>
                <c:pt idx="20513">
                  <c:v>7.0133247922546875</c:v>
                </c:pt>
                <c:pt idx="20514">
                  <c:v>7.0141936958955515</c:v>
                </c:pt>
                <c:pt idx="20515">
                  <c:v>7.0140704678408676</c:v>
                </c:pt>
                <c:pt idx="20516">
                  <c:v>7.014576625301566</c:v>
                </c:pt>
                <c:pt idx="20517">
                  <c:v>7.0160541793468836</c:v>
                </c:pt>
                <c:pt idx="20518">
                  <c:v>7.0160310001734496</c:v>
                </c:pt>
                <c:pt idx="20519">
                  <c:v>7.0154855011904953</c:v>
                </c:pt>
                <c:pt idx="20520">
                  <c:v>7.0164465696400136</c:v>
                </c:pt>
                <c:pt idx="20521">
                  <c:v>7.0151156593449908</c:v>
                </c:pt>
                <c:pt idx="20522">
                  <c:v>7.0139551238587803</c:v>
                </c:pt>
                <c:pt idx="20523">
                  <c:v>7.0154095775713907</c:v>
                </c:pt>
                <c:pt idx="20524">
                  <c:v>7.0159243286712183</c:v>
                </c:pt>
                <c:pt idx="20525">
                  <c:v>7.0143156624986203</c:v>
                </c:pt>
                <c:pt idx="20526">
                  <c:v>7.0148600577114113</c:v>
                </c:pt>
                <c:pt idx="20527">
                  <c:v>7.0157120105961939</c:v>
                </c:pt>
                <c:pt idx="20528">
                  <c:v>7.0143096706034473</c:v>
                </c:pt>
                <c:pt idx="20529">
                  <c:v>7.0138441949573469</c:v>
                </c:pt>
                <c:pt idx="20530">
                  <c:v>7.0151339503934151</c:v>
                </c:pt>
                <c:pt idx="20531">
                  <c:v>7.0165348712530946</c:v>
                </c:pt>
                <c:pt idx="20532">
                  <c:v>7.016052129488008</c:v>
                </c:pt>
                <c:pt idx="20533">
                  <c:v>7.0166113467572808</c:v>
                </c:pt>
                <c:pt idx="20534">
                  <c:v>7.0167918131790161</c:v>
                </c:pt>
                <c:pt idx="20535">
                  <c:v>7.016848499660985</c:v>
                </c:pt>
                <c:pt idx="20536">
                  <c:v>7.0158230183383532</c:v>
                </c:pt>
                <c:pt idx="20537">
                  <c:v>7.0142737980731322</c:v>
                </c:pt>
                <c:pt idx="20538">
                  <c:v>7.0157463851527142</c:v>
                </c:pt>
                <c:pt idx="20539">
                  <c:v>7.0196263737996496</c:v>
                </c:pt>
                <c:pt idx="20540">
                  <c:v>7.0190179599173748</c:v>
                </c:pt>
                <c:pt idx="20541">
                  <c:v>7.0157962913322507</c:v>
                </c:pt>
                <c:pt idx="20542">
                  <c:v>7.0139730995443008</c:v>
                </c:pt>
                <c:pt idx="20543">
                  <c:v>7.0141854176193252</c:v>
                </c:pt>
                <c:pt idx="20544">
                  <c:v>7.015498982954635</c:v>
                </c:pt>
                <c:pt idx="20545">
                  <c:v>7.017407322726628</c:v>
                </c:pt>
                <c:pt idx="20546">
                  <c:v>7.0173280089563068</c:v>
                </c:pt>
                <c:pt idx="20547">
                  <c:v>7.0150435200807326</c:v>
                </c:pt>
                <c:pt idx="20548">
                  <c:v>7.0134349327488605</c:v>
                </c:pt>
                <c:pt idx="20549">
                  <c:v>7.012840473675082</c:v>
                </c:pt>
                <c:pt idx="20550">
                  <c:v>7.0126883110739682</c:v>
                </c:pt>
                <c:pt idx="20551">
                  <c:v>7.012713224743373</c:v>
                </c:pt>
                <c:pt idx="20552">
                  <c:v>7.0141129629921632</c:v>
                </c:pt>
                <c:pt idx="20553">
                  <c:v>7.0149153250603131</c:v>
                </c:pt>
                <c:pt idx="20554">
                  <c:v>7.0132354657121683</c:v>
                </c:pt>
                <c:pt idx="20555">
                  <c:v>7.0131015941594788</c:v>
                </c:pt>
                <c:pt idx="20556">
                  <c:v>7.0138287421750576</c:v>
                </c:pt>
                <c:pt idx="20557">
                  <c:v>7.0136739778299875</c:v>
                </c:pt>
                <c:pt idx="20558">
                  <c:v>7.0126746716283765</c:v>
                </c:pt>
                <c:pt idx="20559">
                  <c:v>7.0110432993267002</c:v>
                </c:pt>
                <c:pt idx="20560">
                  <c:v>7.0124436683012981</c:v>
                </c:pt>
                <c:pt idx="20561">
                  <c:v>7.0150495119759064</c:v>
                </c:pt>
                <c:pt idx="20562">
                  <c:v>7.015548337249089</c:v>
                </c:pt>
                <c:pt idx="20563">
                  <c:v>7.0168825588546015</c:v>
                </c:pt>
                <c:pt idx="20564">
                  <c:v>7.0176102587552629</c:v>
                </c:pt>
                <c:pt idx="20565">
                  <c:v>7.0154868414828364</c:v>
                </c:pt>
                <c:pt idx="20566">
                  <c:v>7.0138587016509248</c:v>
                </c:pt>
                <c:pt idx="20567">
                  <c:v>7.0127447610337592</c:v>
                </c:pt>
                <c:pt idx="20568">
                  <c:v>7.0134826313880696</c:v>
                </c:pt>
                <c:pt idx="20569">
                  <c:v>7.0151446727321467</c:v>
                </c:pt>
                <c:pt idx="20570">
                  <c:v>7.0147306012393766</c:v>
                </c:pt>
                <c:pt idx="20571">
                  <c:v>7.0148090477617115</c:v>
                </c:pt>
                <c:pt idx="20572">
                  <c:v>7.0139008025985907</c:v>
                </c:pt>
                <c:pt idx="20573">
                  <c:v>7.0127155899651523</c:v>
                </c:pt>
                <c:pt idx="20574">
                  <c:v>7.0139579621249153</c:v>
                </c:pt>
                <c:pt idx="20575">
                  <c:v>7.0172672227565869</c:v>
                </c:pt>
                <c:pt idx="20576">
                  <c:v>7.0172573676658416</c:v>
                </c:pt>
                <c:pt idx="20577">
                  <c:v>7.0162933821094624</c:v>
                </c:pt>
                <c:pt idx="20578">
                  <c:v>7.0166681120799756</c:v>
                </c:pt>
                <c:pt idx="20579">
                  <c:v>7.0166982292372948</c:v>
                </c:pt>
                <c:pt idx="20580">
                  <c:v>7.0155951686403126</c:v>
                </c:pt>
                <c:pt idx="20581">
                  <c:v>7.0151444362099689</c:v>
                </c:pt>
                <c:pt idx="20582">
                  <c:v>7.0158640155158549</c:v>
                </c:pt>
                <c:pt idx="20583">
                  <c:v>7.0169420836027054</c:v>
                </c:pt>
                <c:pt idx="20584">
                  <c:v>7.0172997051356845</c:v>
                </c:pt>
                <c:pt idx="20585">
                  <c:v>7.0165759472713223</c:v>
                </c:pt>
                <c:pt idx="20586">
                  <c:v>7.016363471514846</c:v>
                </c:pt>
                <c:pt idx="20587">
                  <c:v>7.0144924234062351</c:v>
                </c:pt>
                <c:pt idx="20588">
                  <c:v>7.0141497027704629</c:v>
                </c:pt>
                <c:pt idx="20589">
                  <c:v>7.0156139327330926</c:v>
                </c:pt>
                <c:pt idx="20590">
                  <c:v>7.0145213579526642</c:v>
                </c:pt>
                <c:pt idx="20591">
                  <c:v>7.0115595484003217</c:v>
                </c:pt>
                <c:pt idx="20592">
                  <c:v>7.0093735315914785</c:v>
                </c:pt>
                <c:pt idx="20593">
                  <c:v>7.0081609612261309</c:v>
                </c:pt>
                <c:pt idx="20594">
                  <c:v>7.0099381888708434</c:v>
                </c:pt>
                <c:pt idx="20595">
                  <c:v>7.0098077074693705</c:v>
                </c:pt>
                <c:pt idx="20596">
                  <c:v>7.0108873523707409</c:v>
                </c:pt>
                <c:pt idx="20597">
                  <c:v>7.0134524353900254</c:v>
                </c:pt>
                <c:pt idx="20598">
                  <c:v>7.014120610542582</c:v>
                </c:pt>
                <c:pt idx="20599">
                  <c:v>7.0153368075813241</c:v>
                </c:pt>
                <c:pt idx="20600">
                  <c:v>7.0167652438543655</c:v>
                </c:pt>
                <c:pt idx="20601">
                  <c:v>7.0161125214840983</c:v>
                </c:pt>
                <c:pt idx="20602">
                  <c:v>7.0159183367760454</c:v>
                </c:pt>
                <c:pt idx="20603">
                  <c:v>7.0149723269051858</c:v>
                </c:pt>
                <c:pt idx="20604">
                  <c:v>7.012669625821915</c:v>
                </c:pt>
                <c:pt idx="20605">
                  <c:v>7.0106970308582603</c:v>
                </c:pt>
                <c:pt idx="20606">
                  <c:v>7.0111934120689385</c:v>
                </c:pt>
                <c:pt idx="20607">
                  <c:v>7.0126643434932747</c:v>
                </c:pt>
                <c:pt idx="20608">
                  <c:v>7.0131760198047903</c:v>
                </c:pt>
                <c:pt idx="20609">
                  <c:v>7.0139089231933651</c:v>
                </c:pt>
                <c:pt idx="20610">
                  <c:v>7.0141876251596527</c:v>
                </c:pt>
                <c:pt idx="20611">
                  <c:v>7.0137753670035794</c:v>
                </c:pt>
                <c:pt idx="20612">
                  <c:v>7.0142582664501179</c:v>
                </c:pt>
                <c:pt idx="20613">
                  <c:v>7.0151711632160705</c:v>
                </c:pt>
                <c:pt idx="20614">
                  <c:v>7.0170304640565133</c:v>
                </c:pt>
                <c:pt idx="20615">
                  <c:v>7.0178575821126161</c:v>
                </c:pt>
                <c:pt idx="20616">
                  <c:v>7.0172413629984707</c:v>
                </c:pt>
                <c:pt idx="20617">
                  <c:v>7.0145285324587272</c:v>
                </c:pt>
                <c:pt idx="20618">
                  <c:v>7.0125833740677086</c:v>
                </c:pt>
                <c:pt idx="20619">
                  <c:v>7.0119400337438309</c:v>
                </c:pt>
                <c:pt idx="20620">
                  <c:v>7.0129423358930287</c:v>
                </c:pt>
                <c:pt idx="20621">
                  <c:v>7.0129186048345131</c:v>
                </c:pt>
                <c:pt idx="20622">
                  <c:v>7.0131867421435219</c:v>
                </c:pt>
                <c:pt idx="20623">
                  <c:v>7.0123597029281441</c:v>
                </c:pt>
                <c:pt idx="20624">
                  <c:v>7.0115323483498635</c:v>
                </c:pt>
                <c:pt idx="20625">
                  <c:v>7.012494520569545</c:v>
                </c:pt>
                <c:pt idx="20626">
                  <c:v>7.0109505037922393</c:v>
                </c:pt>
                <c:pt idx="20627">
                  <c:v>7.0111188287421751</c:v>
                </c:pt>
                <c:pt idx="20628">
                  <c:v>7.0134831832731512</c:v>
                </c:pt>
                <c:pt idx="20629">
                  <c:v>7.0151598889922582</c:v>
                </c:pt>
                <c:pt idx="20630">
                  <c:v>7.0157442564531136</c:v>
                </c:pt>
                <c:pt idx="20631">
                  <c:v>7.0159721061511533</c:v>
                </c:pt>
                <c:pt idx="20632">
                  <c:v>7.0155475488418295</c:v>
                </c:pt>
                <c:pt idx="20633">
                  <c:v>7.0145588072974974</c:v>
                </c:pt>
                <c:pt idx="20634">
                  <c:v>7.0138217253504473</c:v>
                </c:pt>
                <c:pt idx="20635">
                  <c:v>7.0137435153502894</c:v>
                </c:pt>
                <c:pt idx="20636">
                  <c:v>7.0151189706554815</c:v>
                </c:pt>
                <c:pt idx="20637">
                  <c:v>7.0163638657184757</c:v>
                </c:pt>
                <c:pt idx="20638">
                  <c:v>7.0175657925858177</c:v>
                </c:pt>
                <c:pt idx="20639">
                  <c:v>7.0171070184014255</c:v>
                </c:pt>
                <c:pt idx="20640">
                  <c:v>7.0170766647219285</c:v>
                </c:pt>
                <c:pt idx="20641">
                  <c:v>7.0179588136047553</c:v>
                </c:pt>
                <c:pt idx="20642">
                  <c:v>7.0175239281603305</c:v>
                </c:pt>
                <c:pt idx="20643">
                  <c:v>7.0177986880903198</c:v>
                </c:pt>
                <c:pt idx="20644">
                  <c:v>7.0191654709156559</c:v>
                </c:pt>
                <c:pt idx="20645">
                  <c:v>7.0194820164304073</c:v>
                </c:pt>
                <c:pt idx="20646">
                  <c:v>7.0180607546634288</c:v>
                </c:pt>
                <c:pt idx="20647">
                  <c:v>7.0157214714833094</c:v>
                </c:pt>
                <c:pt idx="20648">
                  <c:v>7.0157981046689475</c:v>
                </c:pt>
                <c:pt idx="20649">
                  <c:v>7.0155253945978338</c:v>
                </c:pt>
                <c:pt idx="20650">
                  <c:v>7.0136859616203342</c:v>
                </c:pt>
                <c:pt idx="20651">
                  <c:v>7.0127229221526672</c:v>
                </c:pt>
                <c:pt idx="20652">
                  <c:v>7.0113465207587629</c:v>
                </c:pt>
                <c:pt idx="20653">
                  <c:v>7.0112612939339947</c:v>
                </c:pt>
                <c:pt idx="20654">
                  <c:v>7.0128206846528647</c:v>
                </c:pt>
                <c:pt idx="20655">
                  <c:v>7.0126274460335232</c:v>
                </c:pt>
                <c:pt idx="20656">
                  <c:v>7.0135870165092484</c:v>
                </c:pt>
                <c:pt idx="20657">
                  <c:v>7.0132254529399702</c:v>
                </c:pt>
                <c:pt idx="20658">
                  <c:v>7.0124001482205651</c:v>
                </c:pt>
                <c:pt idx="20659">
                  <c:v>7.0108502972295366</c:v>
                </c:pt>
                <c:pt idx="20660">
                  <c:v>7.0103666093757395</c:v>
                </c:pt>
                <c:pt idx="20661">
                  <c:v>7.0123761017991457</c:v>
                </c:pt>
                <c:pt idx="20662">
                  <c:v>7.0141530929216795</c:v>
                </c:pt>
                <c:pt idx="20663">
                  <c:v>7.0160493700625999</c:v>
                </c:pt>
                <c:pt idx="20664">
                  <c:v>7.0160404610605651</c:v>
                </c:pt>
                <c:pt idx="20665">
                  <c:v>7.0143025749381103</c:v>
                </c:pt>
                <c:pt idx="20666">
                  <c:v>7.0136712972453052</c:v>
                </c:pt>
                <c:pt idx="20667">
                  <c:v>7.012345275075293</c:v>
                </c:pt>
                <c:pt idx="20668">
                  <c:v>7.0122218893391572</c:v>
                </c:pt>
                <c:pt idx="20669">
                  <c:v>7.012996893675397</c:v>
                </c:pt>
                <c:pt idx="20670">
                  <c:v>7.0141643671454927</c:v>
                </c:pt>
                <c:pt idx="20671">
                  <c:v>7.0147964332455572</c:v>
                </c:pt>
                <c:pt idx="20672">
                  <c:v>7.0139705766410696</c:v>
                </c:pt>
                <c:pt idx="20673">
                  <c:v>7.0137099292010276</c:v>
                </c:pt>
                <c:pt idx="20674">
                  <c:v>7.0157917974108708</c:v>
                </c:pt>
                <c:pt idx="20675">
                  <c:v>7.0185498036865921</c:v>
                </c:pt>
                <c:pt idx="20676">
                  <c:v>7.0173624623535531</c:v>
                </c:pt>
                <c:pt idx="20677">
                  <c:v>7.0145978334568504</c:v>
                </c:pt>
                <c:pt idx="20678">
                  <c:v>7.0144422807045208</c:v>
                </c:pt>
                <c:pt idx="20679">
                  <c:v>7.0142309087182078</c:v>
                </c:pt>
                <c:pt idx="20680">
                  <c:v>7.0142747441618445</c:v>
                </c:pt>
                <c:pt idx="20681">
                  <c:v>7.0154386697992717</c:v>
                </c:pt>
                <c:pt idx="20682">
                  <c:v>7.0169960106592661</c:v>
                </c:pt>
                <c:pt idx="20683">
                  <c:v>7.0174137876661566</c:v>
                </c:pt>
                <c:pt idx="20684">
                  <c:v>7.0153011715731877</c:v>
                </c:pt>
                <c:pt idx="20685">
                  <c:v>7.0150265693246503</c:v>
                </c:pt>
                <c:pt idx="20686">
                  <c:v>7.0168917043788142</c:v>
                </c:pt>
                <c:pt idx="20687">
                  <c:v>7.0180028855705707</c:v>
                </c:pt>
                <c:pt idx="20688">
                  <c:v>7.0192132483955909</c:v>
                </c:pt>
                <c:pt idx="20689">
                  <c:v>7.021219902552863</c:v>
                </c:pt>
                <c:pt idx="20690">
                  <c:v>7.0213007931377032</c:v>
                </c:pt>
                <c:pt idx="20691">
                  <c:v>7.0212530944984941</c:v>
                </c:pt>
                <c:pt idx="20692">
                  <c:v>7.0192936659360763</c:v>
                </c:pt>
                <c:pt idx="20693">
                  <c:v>7.0182522587867986</c:v>
                </c:pt>
                <c:pt idx="20694">
                  <c:v>7.0182151248048692</c:v>
                </c:pt>
                <c:pt idx="20695">
                  <c:v>7.0191288888188081</c:v>
                </c:pt>
                <c:pt idx="20696">
                  <c:v>7.0199505668648197</c:v>
                </c:pt>
                <c:pt idx="20697">
                  <c:v>7.0186865923461426</c:v>
                </c:pt>
                <c:pt idx="20698">
                  <c:v>7.0177554833724907</c:v>
                </c:pt>
                <c:pt idx="20699">
                  <c:v>7.0163863353253753</c:v>
                </c:pt>
                <c:pt idx="20700">
                  <c:v>7.0140554881029349</c:v>
                </c:pt>
                <c:pt idx="20701">
                  <c:v>7.0134160898153546</c:v>
                </c:pt>
                <c:pt idx="20702">
                  <c:v>7.0143357668837414</c:v>
                </c:pt>
                <c:pt idx="20703">
                  <c:v>7.0162109147101024</c:v>
                </c:pt>
                <c:pt idx="20704">
                  <c:v>7.0195241173780731</c:v>
                </c:pt>
                <c:pt idx="20705">
                  <c:v>7.0189652943124301</c:v>
                </c:pt>
                <c:pt idx="20706">
                  <c:v>7.016402497674199</c:v>
                </c:pt>
                <c:pt idx="20707">
                  <c:v>7.0160154685504343</c:v>
                </c:pt>
                <c:pt idx="20708">
                  <c:v>7.0172623346315772</c:v>
                </c:pt>
                <c:pt idx="20709">
                  <c:v>7.0176986392090699</c:v>
                </c:pt>
                <c:pt idx="20710">
                  <c:v>7.0184719090493388</c:v>
                </c:pt>
                <c:pt idx="20711">
                  <c:v>7.0183985871741905</c:v>
                </c:pt>
                <c:pt idx="20712">
                  <c:v>7.0167378072817295</c:v>
                </c:pt>
                <c:pt idx="20713">
                  <c:v>7.015332550182122</c:v>
                </c:pt>
                <c:pt idx="20714">
                  <c:v>7.0146873176808215</c:v>
                </c:pt>
                <c:pt idx="20715">
                  <c:v>7.0135657295132372</c:v>
                </c:pt>
                <c:pt idx="20716">
                  <c:v>7.0133746195934972</c:v>
                </c:pt>
                <c:pt idx="20717">
                  <c:v>7.0131437739478706</c:v>
                </c:pt>
                <c:pt idx="20718">
                  <c:v>7.0123384947728598</c:v>
                </c:pt>
                <c:pt idx="20719">
                  <c:v>7.0124937321622856</c:v>
                </c:pt>
                <c:pt idx="20720">
                  <c:v>7.012614594995191</c:v>
                </c:pt>
                <c:pt idx="20721">
                  <c:v>7.0125164382913638</c:v>
                </c:pt>
                <c:pt idx="20722">
                  <c:v>7.0136127185859127</c:v>
                </c:pt>
                <c:pt idx="20723">
                  <c:v>7.0147417177817371</c:v>
                </c:pt>
                <c:pt idx="20724">
                  <c:v>7.0147671044954985</c:v>
                </c:pt>
                <c:pt idx="20725">
                  <c:v>7.016191204528611</c:v>
                </c:pt>
                <c:pt idx="20726">
                  <c:v>7.0169884419495734</c:v>
                </c:pt>
                <c:pt idx="20727">
                  <c:v>7.0182415364480679</c:v>
                </c:pt>
                <c:pt idx="20728">
                  <c:v>7.0188173102697933</c:v>
                </c:pt>
                <c:pt idx="20729">
                  <c:v>7.0180795975969348</c:v>
                </c:pt>
                <c:pt idx="20730">
                  <c:v>7.0162642110408555</c:v>
                </c:pt>
                <c:pt idx="20731">
                  <c:v>7.0164224443778682</c:v>
                </c:pt>
                <c:pt idx="20732">
                  <c:v>7.0194362099686218</c:v>
                </c:pt>
                <c:pt idx="20733">
                  <c:v>7.0212626342263356</c:v>
                </c:pt>
                <c:pt idx="20734">
                  <c:v>7.0208871158485628</c:v>
                </c:pt>
                <c:pt idx="20735">
                  <c:v>7.0177642346930726</c:v>
                </c:pt>
                <c:pt idx="20736">
                  <c:v>7.0146460051404151</c:v>
                </c:pt>
                <c:pt idx="20737">
                  <c:v>7.0137171825478166</c:v>
                </c:pt>
                <c:pt idx="20738">
                  <c:v>7.0133498636055442</c:v>
                </c:pt>
                <c:pt idx="20739">
                  <c:v>7.0144598621864107</c:v>
                </c:pt>
                <c:pt idx="20740">
                  <c:v>7.0160078998407416</c:v>
                </c:pt>
                <c:pt idx="20741">
                  <c:v>7.0174029864866991</c:v>
                </c:pt>
                <c:pt idx="20742">
                  <c:v>7.0167296078462291</c:v>
                </c:pt>
                <c:pt idx="20743">
                  <c:v>7.0154176981661651</c:v>
                </c:pt>
                <c:pt idx="20744">
                  <c:v>7.0148780333969318</c:v>
                </c:pt>
                <c:pt idx="20745">
                  <c:v>7.0143457796559394</c:v>
                </c:pt>
                <c:pt idx="20746">
                  <c:v>7.0150564499597916</c:v>
                </c:pt>
                <c:pt idx="20747">
                  <c:v>7.0177643923745254</c:v>
                </c:pt>
                <c:pt idx="20748">
                  <c:v>7.019541698859963</c:v>
                </c:pt>
                <c:pt idx="20749">
                  <c:v>7.0178768980904778</c:v>
                </c:pt>
                <c:pt idx="20750">
                  <c:v>7.0156599757170568</c:v>
                </c:pt>
                <c:pt idx="20751">
                  <c:v>7.0134346173859567</c:v>
                </c:pt>
                <c:pt idx="20752">
                  <c:v>7.0121842823128713</c:v>
                </c:pt>
                <c:pt idx="20753">
                  <c:v>7.0130768381715258</c:v>
                </c:pt>
                <c:pt idx="20754">
                  <c:v>7.0153432725208535</c:v>
                </c:pt>
                <c:pt idx="20755">
                  <c:v>7.0179834907519831</c:v>
                </c:pt>
                <c:pt idx="20756">
                  <c:v>7.0198725145461136</c:v>
                </c:pt>
                <c:pt idx="20757">
                  <c:v>7.0182093694318741</c:v>
                </c:pt>
                <c:pt idx="20758">
                  <c:v>7.0170933789558338</c:v>
                </c:pt>
                <c:pt idx="20759">
                  <c:v>7.0163313044986522</c:v>
                </c:pt>
                <c:pt idx="20760">
                  <c:v>7.0162580614642298</c:v>
                </c:pt>
                <c:pt idx="20761">
                  <c:v>7.0163204244784687</c:v>
                </c:pt>
                <c:pt idx="20762">
                  <c:v>7.0178630221227074</c:v>
                </c:pt>
                <c:pt idx="20763">
                  <c:v>7.0175354389063216</c:v>
                </c:pt>
                <c:pt idx="20764">
                  <c:v>7.0167128147715987</c:v>
                </c:pt>
                <c:pt idx="20765">
                  <c:v>7.0166609375739135</c:v>
                </c:pt>
                <c:pt idx="20766">
                  <c:v>7.017578249420521</c:v>
                </c:pt>
                <c:pt idx="20767">
                  <c:v>7.0166309780980463</c:v>
                </c:pt>
                <c:pt idx="20768">
                  <c:v>7.017136741355114</c:v>
                </c:pt>
                <c:pt idx="20769">
                  <c:v>7.0179894038064301</c:v>
                </c:pt>
                <c:pt idx="20770">
                  <c:v>7.0177908828584492</c:v>
                </c:pt>
                <c:pt idx="20771">
                  <c:v>7.0156051025717847</c:v>
                </c:pt>
                <c:pt idx="20772">
                  <c:v>7.0125065832006177</c:v>
                </c:pt>
                <c:pt idx="20773">
                  <c:v>7.0117061133098915</c:v>
                </c:pt>
                <c:pt idx="20774">
                  <c:v>7.0124763083618475</c:v>
                </c:pt>
                <c:pt idx="20775">
                  <c:v>7.0140135448367209</c:v>
                </c:pt>
                <c:pt idx="20776">
                  <c:v>7.0157936107475676</c:v>
                </c:pt>
                <c:pt idx="20777">
                  <c:v>7.0151347388006746</c:v>
                </c:pt>
                <c:pt idx="20778">
                  <c:v>7.0137264857534811</c:v>
                </c:pt>
                <c:pt idx="20779">
                  <c:v>7.0142991847868936</c:v>
                </c:pt>
                <c:pt idx="20780">
                  <c:v>7.0151160535486214</c:v>
                </c:pt>
                <c:pt idx="20781">
                  <c:v>7.0165890348318332</c:v>
                </c:pt>
                <c:pt idx="20782">
                  <c:v>7.0171783692584242</c:v>
                </c:pt>
                <c:pt idx="20783">
                  <c:v>7.0173930525552279</c:v>
                </c:pt>
                <c:pt idx="20784">
                  <c:v>7.0171966603068485</c:v>
                </c:pt>
                <c:pt idx="20785">
                  <c:v>7.0160282407480405</c:v>
                </c:pt>
                <c:pt idx="20786">
                  <c:v>7.0146636654630319</c:v>
                </c:pt>
                <c:pt idx="20787">
                  <c:v>7.0118362793484605</c:v>
                </c:pt>
                <c:pt idx="20788">
                  <c:v>7.0115038080070642</c:v>
                </c:pt>
                <c:pt idx="20789">
                  <c:v>7.0115929768681307</c:v>
                </c:pt>
                <c:pt idx="20790">
                  <c:v>7.0116843532695246</c:v>
                </c:pt>
                <c:pt idx="20791">
                  <c:v>7.0139151516107159</c:v>
                </c:pt>
                <c:pt idx="20792">
                  <c:v>7.0141836831233544</c:v>
                </c:pt>
                <c:pt idx="20793">
                  <c:v>7.013205585077027</c:v>
                </c:pt>
                <c:pt idx="20794">
                  <c:v>7.0121994985729827</c:v>
                </c:pt>
                <c:pt idx="20795">
                  <c:v>7.0137612545136312</c:v>
                </c:pt>
                <c:pt idx="20796">
                  <c:v>7.0167842444693234</c:v>
                </c:pt>
                <c:pt idx="20797">
                  <c:v>7.0188185717214084</c:v>
                </c:pt>
                <c:pt idx="20798">
                  <c:v>7.0189889465302198</c:v>
                </c:pt>
                <c:pt idx="20799">
                  <c:v>7.01763044198111</c:v>
                </c:pt>
                <c:pt idx="20800">
                  <c:v>7.0165435437329506</c:v>
                </c:pt>
                <c:pt idx="20801">
                  <c:v>7.0171941374036173</c:v>
                </c:pt>
                <c:pt idx="20802">
                  <c:v>7.0180060391996086</c:v>
                </c:pt>
                <c:pt idx="20803">
                  <c:v>7.0161968022201551</c:v>
                </c:pt>
                <c:pt idx="20804">
                  <c:v>7.0154445828537186</c:v>
                </c:pt>
                <c:pt idx="20805">
                  <c:v>7.0167241678361378</c:v>
                </c:pt>
                <c:pt idx="20806">
                  <c:v>7.0185739289487374</c:v>
                </c:pt>
                <c:pt idx="20807">
                  <c:v>7.0183955123858777</c:v>
                </c:pt>
                <c:pt idx="20808">
                  <c:v>7.0175635062047652</c:v>
                </c:pt>
                <c:pt idx="20809">
                  <c:v>7.0161537551837778</c:v>
                </c:pt>
                <c:pt idx="20810">
                  <c:v>7.0138795156025795</c:v>
                </c:pt>
                <c:pt idx="20811">
                  <c:v>7.0139214588687935</c:v>
                </c:pt>
                <c:pt idx="20812">
                  <c:v>7.0162292845992527</c:v>
                </c:pt>
                <c:pt idx="20813">
                  <c:v>7.0185199230514517</c:v>
                </c:pt>
                <c:pt idx="20814">
                  <c:v>7.0178824957820209</c:v>
                </c:pt>
                <c:pt idx="20815">
                  <c:v>7.0160921805767984</c:v>
                </c:pt>
                <c:pt idx="20816">
                  <c:v>7.0147289455841308</c:v>
                </c:pt>
                <c:pt idx="20817">
                  <c:v>7.0147645027515413</c:v>
                </c:pt>
                <c:pt idx="20818">
                  <c:v>7.0166436714549265</c:v>
                </c:pt>
                <c:pt idx="20819">
                  <c:v>7.0177669941184817</c:v>
                </c:pt>
                <c:pt idx="20820">
                  <c:v>7.0164475157287249</c:v>
                </c:pt>
                <c:pt idx="20821">
                  <c:v>7.0146716283763544</c:v>
                </c:pt>
                <c:pt idx="20822">
                  <c:v>7.0139373058547125</c:v>
                </c:pt>
                <c:pt idx="20823">
                  <c:v>7.0125130481401472</c:v>
                </c:pt>
                <c:pt idx="20824">
                  <c:v>7.0111360160204352</c:v>
                </c:pt>
                <c:pt idx="20825">
                  <c:v>7.0116494268279226</c:v>
                </c:pt>
                <c:pt idx="20826">
                  <c:v>7.0124353111843458</c:v>
                </c:pt>
                <c:pt idx="20827">
                  <c:v>7.0142377678613661</c:v>
                </c:pt>
                <c:pt idx="20828">
                  <c:v>7.016108500607074</c:v>
                </c:pt>
                <c:pt idx="20829">
                  <c:v>7.0160317885807091</c:v>
                </c:pt>
                <c:pt idx="20830">
                  <c:v>7.0146350462795057</c:v>
                </c:pt>
                <c:pt idx="20831">
                  <c:v>7.014540437408348</c:v>
                </c:pt>
                <c:pt idx="20832">
                  <c:v>7.014738800674877</c:v>
                </c:pt>
                <c:pt idx="20833">
                  <c:v>7.0144871410775949</c:v>
                </c:pt>
                <c:pt idx="20834">
                  <c:v>7.0146776202715273</c:v>
                </c:pt>
                <c:pt idx="20835">
                  <c:v>7.0158480896892099</c:v>
                </c:pt>
                <c:pt idx="20836">
                  <c:v>7.0168307604976423</c:v>
                </c:pt>
                <c:pt idx="20837">
                  <c:v>7.0167255081284789</c:v>
                </c:pt>
                <c:pt idx="20838">
                  <c:v>7.0157239943865406</c:v>
                </c:pt>
                <c:pt idx="20839">
                  <c:v>7.0159691102035664</c:v>
                </c:pt>
                <c:pt idx="20840">
                  <c:v>7.0152220154843183</c:v>
                </c:pt>
                <c:pt idx="20841">
                  <c:v>7.0154968542550336</c:v>
                </c:pt>
                <c:pt idx="20842">
                  <c:v>7.0160349422097479</c:v>
                </c:pt>
                <c:pt idx="20843">
                  <c:v>7.0176804270013715</c:v>
                </c:pt>
                <c:pt idx="20844">
                  <c:v>7.0176197196423784</c:v>
                </c:pt>
                <c:pt idx="20845">
                  <c:v>7.0159390718869741</c:v>
                </c:pt>
                <c:pt idx="20846">
                  <c:v>7.015924722874848</c:v>
                </c:pt>
                <c:pt idx="20847">
                  <c:v>7.0164893801542121</c:v>
                </c:pt>
                <c:pt idx="20848">
                  <c:v>7.0145750484870462</c:v>
                </c:pt>
                <c:pt idx="20849">
                  <c:v>7.0139317870038944</c:v>
                </c:pt>
                <c:pt idx="20850">
                  <c:v>7.0152977025812451</c:v>
                </c:pt>
                <c:pt idx="20851">
                  <c:v>7.0158294832778818</c:v>
                </c:pt>
                <c:pt idx="20852">
                  <c:v>7.0160064018669486</c:v>
                </c:pt>
                <c:pt idx="20853">
                  <c:v>7.0171639414055722</c:v>
                </c:pt>
                <c:pt idx="20854">
                  <c:v>7.0180191267601195</c:v>
                </c:pt>
                <c:pt idx="20855">
                  <c:v>7.0181208312966143</c:v>
                </c:pt>
                <c:pt idx="20856">
                  <c:v>7.0182625869219004</c:v>
                </c:pt>
                <c:pt idx="20857">
                  <c:v>7.0183604282628238</c:v>
                </c:pt>
                <c:pt idx="20858">
                  <c:v>7.017461092101736</c:v>
                </c:pt>
                <c:pt idx="20859">
                  <c:v>7.0157483561708638</c:v>
                </c:pt>
                <c:pt idx="20860">
                  <c:v>7.0147871300398936</c:v>
                </c:pt>
                <c:pt idx="20861">
                  <c:v>7.0157172929248333</c:v>
                </c:pt>
                <c:pt idx="20862">
                  <c:v>7.015892950062284</c:v>
                </c:pt>
                <c:pt idx="20863">
                  <c:v>7.0166991753260062</c:v>
                </c:pt>
                <c:pt idx="20864">
                  <c:v>7.017707154007474</c:v>
                </c:pt>
                <c:pt idx="20865">
                  <c:v>7.0151926867342596</c:v>
                </c:pt>
                <c:pt idx="20866">
                  <c:v>7.0142480959964679</c:v>
                </c:pt>
                <c:pt idx="20867">
                  <c:v>7.01491264447563</c:v>
                </c:pt>
                <c:pt idx="20868">
                  <c:v>7.0144143710875291</c:v>
                </c:pt>
                <c:pt idx="20869">
                  <c:v>7.0137521089894195</c:v>
                </c:pt>
                <c:pt idx="20870">
                  <c:v>7.0137870354310223</c:v>
                </c:pt>
                <c:pt idx="20871">
                  <c:v>7.0137495072454623</c:v>
                </c:pt>
                <c:pt idx="20872">
                  <c:v>7.0140374335766884</c:v>
                </c:pt>
                <c:pt idx="20873">
                  <c:v>7.0164138507387372</c:v>
                </c:pt>
                <c:pt idx="20874">
                  <c:v>7.0169851306390827</c:v>
                </c:pt>
                <c:pt idx="20875">
                  <c:v>7.0161383812422145</c:v>
                </c:pt>
                <c:pt idx="20876">
                  <c:v>7.0139258739494474</c:v>
                </c:pt>
                <c:pt idx="20877">
                  <c:v>7.0150130087197846</c:v>
                </c:pt>
                <c:pt idx="20878">
                  <c:v>7.0176077358520317</c:v>
                </c:pt>
                <c:pt idx="20879">
                  <c:v>7.0200383165928191</c:v>
                </c:pt>
                <c:pt idx="20880">
                  <c:v>7.0197032435074664</c:v>
                </c:pt>
                <c:pt idx="20881">
                  <c:v>7.0165582869487064</c:v>
                </c:pt>
                <c:pt idx="20882">
                  <c:v>7.0144925022469611</c:v>
                </c:pt>
                <c:pt idx="20883">
                  <c:v>7.0151443573692429</c:v>
                </c:pt>
                <c:pt idx="20884">
                  <c:v>7.0160965956574532</c:v>
                </c:pt>
                <c:pt idx="20885">
                  <c:v>7.0169148047115222</c:v>
                </c:pt>
                <c:pt idx="20886">
                  <c:v>7.0174665321118272</c:v>
                </c:pt>
                <c:pt idx="20887">
                  <c:v>7.0171096989861086</c:v>
                </c:pt>
                <c:pt idx="20888">
                  <c:v>7.0182774089783821</c:v>
                </c:pt>
                <c:pt idx="20889">
                  <c:v>7.0184406881218564</c:v>
                </c:pt>
                <c:pt idx="20890">
                  <c:v>7.016781879247544</c:v>
                </c:pt>
                <c:pt idx="20891">
                  <c:v>7.0174329459625664</c:v>
                </c:pt>
                <c:pt idx="20892">
                  <c:v>7.0160764124316053</c:v>
                </c:pt>
                <c:pt idx="20893">
                  <c:v>7.0149102004131256</c:v>
                </c:pt>
                <c:pt idx="20894">
                  <c:v>7.0150339015121652</c:v>
                </c:pt>
                <c:pt idx="20895">
                  <c:v>7.0153677919866286</c:v>
                </c:pt>
                <c:pt idx="20896">
                  <c:v>7.0145212002712123</c:v>
                </c:pt>
                <c:pt idx="20897">
                  <c:v>7.0142721424178873</c:v>
                </c:pt>
                <c:pt idx="20898">
                  <c:v>7.0144346331541021</c:v>
                </c:pt>
                <c:pt idx="20899">
                  <c:v>7.0150201043851208</c:v>
                </c:pt>
                <c:pt idx="20900">
                  <c:v>7.0156084138822754</c:v>
                </c:pt>
                <c:pt idx="20901">
                  <c:v>7.0155648149608165</c:v>
                </c:pt>
                <c:pt idx="20902">
                  <c:v>7.0153347577224494</c:v>
                </c:pt>
                <c:pt idx="20903">
                  <c:v>7.0145725255838158</c:v>
                </c:pt>
                <c:pt idx="20904">
                  <c:v>7.0150487235686469</c:v>
                </c:pt>
                <c:pt idx="20905">
                  <c:v>7.015701682461092</c:v>
                </c:pt>
                <c:pt idx="20906">
                  <c:v>7.0152202021476215</c:v>
                </c:pt>
                <c:pt idx="20907">
                  <c:v>7.0147370661789052</c:v>
                </c:pt>
                <c:pt idx="20908">
                  <c:v>7.0159755751430959</c:v>
                </c:pt>
                <c:pt idx="20909">
                  <c:v>7.017324934167994</c:v>
                </c:pt>
                <c:pt idx="20910">
                  <c:v>7.0157456755861807</c:v>
                </c:pt>
                <c:pt idx="20911">
                  <c:v>7.0125933868399057</c:v>
                </c:pt>
                <c:pt idx="20912">
                  <c:v>7.0109407275422191</c:v>
                </c:pt>
                <c:pt idx="20913">
                  <c:v>7.0128613664674626</c:v>
                </c:pt>
                <c:pt idx="20914">
                  <c:v>7.0143639918636369</c:v>
                </c:pt>
                <c:pt idx="20915">
                  <c:v>7.0157805231870576</c:v>
                </c:pt>
                <c:pt idx="20916">
                  <c:v>7.0168003279774203</c:v>
                </c:pt>
                <c:pt idx="20917">
                  <c:v>7.0156111733076836</c:v>
                </c:pt>
                <c:pt idx="20918">
                  <c:v>7.0163816837225434</c:v>
                </c:pt>
                <c:pt idx="20919">
                  <c:v>7.0162382724420125</c:v>
                </c:pt>
                <c:pt idx="20920">
                  <c:v>7.0156900140336491</c:v>
                </c:pt>
                <c:pt idx="20921">
                  <c:v>7.0153912076822404</c:v>
                </c:pt>
                <c:pt idx="20922">
                  <c:v>7.0140193790504419</c:v>
                </c:pt>
                <c:pt idx="20923">
                  <c:v>7.0132595121335877</c:v>
                </c:pt>
                <c:pt idx="20924">
                  <c:v>7.0125748592693045</c:v>
                </c:pt>
                <c:pt idx="20925">
                  <c:v>7.0130946561755945</c:v>
                </c:pt>
                <c:pt idx="20926">
                  <c:v>7.0139419574575443</c:v>
                </c:pt>
                <c:pt idx="20927">
                  <c:v>7.0141467856636019</c:v>
                </c:pt>
                <c:pt idx="20928">
                  <c:v>7.0157438622494839</c:v>
                </c:pt>
                <c:pt idx="20929">
                  <c:v>7.0177151957615225</c:v>
                </c:pt>
                <c:pt idx="20930">
                  <c:v>7.0170343272520856</c:v>
                </c:pt>
                <c:pt idx="20931">
                  <c:v>7.0151716362604271</c:v>
                </c:pt>
                <c:pt idx="20932">
                  <c:v>7.0160246140746461</c:v>
                </c:pt>
                <c:pt idx="20933">
                  <c:v>7.0169558018890239</c:v>
                </c:pt>
                <c:pt idx="20934">
                  <c:v>7.0159370220280985</c:v>
                </c:pt>
                <c:pt idx="20935">
                  <c:v>7.0140619530424635</c:v>
                </c:pt>
                <c:pt idx="20936">
                  <c:v>7.0125892871221556</c:v>
                </c:pt>
                <c:pt idx="20937">
                  <c:v>7.012818871316167</c:v>
                </c:pt>
                <c:pt idx="20938">
                  <c:v>7.0111395638531038</c:v>
                </c:pt>
                <c:pt idx="20939">
                  <c:v>7.0091587694539488</c:v>
                </c:pt>
                <c:pt idx="20940">
                  <c:v>7.0079909017802233</c:v>
                </c:pt>
                <c:pt idx="20941">
                  <c:v>7.0085223671139563</c:v>
                </c:pt>
                <c:pt idx="20942">
                  <c:v>7.0094196534161686</c:v>
                </c:pt>
                <c:pt idx="20943">
                  <c:v>7.0131002538671376</c:v>
                </c:pt>
                <c:pt idx="20944">
                  <c:v>7.0156118040334912</c:v>
                </c:pt>
                <c:pt idx="20945">
                  <c:v>7.016251911887605</c:v>
                </c:pt>
                <c:pt idx="20946">
                  <c:v>7.0165001024929436</c:v>
                </c:pt>
                <c:pt idx="20947">
                  <c:v>7.0152815402324222</c:v>
                </c:pt>
                <c:pt idx="20948">
                  <c:v>7.0157735063624465</c:v>
                </c:pt>
                <c:pt idx="20949">
                  <c:v>7.015446948075498</c:v>
                </c:pt>
                <c:pt idx="20950">
                  <c:v>7.0155215314022614</c:v>
                </c:pt>
                <c:pt idx="20951">
                  <c:v>7.0167896844794146</c:v>
                </c:pt>
                <c:pt idx="20952">
                  <c:v>7.0171509326857882</c:v>
                </c:pt>
                <c:pt idx="20953">
                  <c:v>7.0164482252952585</c:v>
                </c:pt>
                <c:pt idx="20954">
                  <c:v>7.0167702896608271</c:v>
                </c:pt>
                <c:pt idx="20955">
                  <c:v>7.0173623046721012</c:v>
                </c:pt>
                <c:pt idx="20956">
                  <c:v>7.0189583563285449</c:v>
                </c:pt>
                <c:pt idx="20957">
                  <c:v>7.0202805941437108</c:v>
                </c:pt>
                <c:pt idx="20958">
                  <c:v>7.0201851180245667</c:v>
                </c:pt>
                <c:pt idx="20959">
                  <c:v>7.0198755104937005</c:v>
                </c:pt>
                <c:pt idx="20960">
                  <c:v>7.0194414922972612</c:v>
                </c:pt>
                <c:pt idx="20961">
                  <c:v>7.0188102146044562</c:v>
                </c:pt>
                <c:pt idx="20962">
                  <c:v>7.0184338289786972</c:v>
                </c:pt>
                <c:pt idx="20963">
                  <c:v>7.0184274428798936</c:v>
                </c:pt>
                <c:pt idx="20964">
                  <c:v>7.0171546381999086</c:v>
                </c:pt>
                <c:pt idx="20965">
                  <c:v>7.0155650514829944</c:v>
                </c:pt>
                <c:pt idx="20966">
                  <c:v>7.015949400022075</c:v>
                </c:pt>
                <c:pt idx="20967">
                  <c:v>7.0165621501442788</c:v>
                </c:pt>
                <c:pt idx="20968">
                  <c:v>7.0155534618962774</c:v>
                </c:pt>
                <c:pt idx="20969">
                  <c:v>7.0148970340118888</c:v>
                </c:pt>
                <c:pt idx="20970">
                  <c:v>7.0152491366940506</c:v>
                </c:pt>
                <c:pt idx="20971">
                  <c:v>7.014675018527571</c:v>
                </c:pt>
                <c:pt idx="20972">
                  <c:v>7.0140051877197687</c:v>
                </c:pt>
                <c:pt idx="20973">
                  <c:v>7.0150917706050233</c:v>
                </c:pt>
                <c:pt idx="20974">
                  <c:v>7.0156498052634069</c:v>
                </c:pt>
                <c:pt idx="20975">
                  <c:v>7.0156045506867031</c:v>
                </c:pt>
                <c:pt idx="20976">
                  <c:v>7.0163022122707703</c:v>
                </c:pt>
                <c:pt idx="20977">
                  <c:v>7.0176625301565778</c:v>
                </c:pt>
                <c:pt idx="20978">
                  <c:v>7.0185554013781362</c:v>
                </c:pt>
                <c:pt idx="20979">
                  <c:v>7.0179640959333955</c:v>
                </c:pt>
                <c:pt idx="20980">
                  <c:v>7.0170837603872656</c:v>
                </c:pt>
                <c:pt idx="20981">
                  <c:v>7.0181475583027169</c:v>
                </c:pt>
                <c:pt idx="20982">
                  <c:v>7.0193729008656716</c:v>
                </c:pt>
                <c:pt idx="20983">
                  <c:v>7.0188194389693939</c:v>
                </c:pt>
                <c:pt idx="20984">
                  <c:v>7.0177647077374292</c:v>
                </c:pt>
                <c:pt idx="20985">
                  <c:v>7.0160655324114227</c:v>
                </c:pt>
                <c:pt idx="20986">
                  <c:v>7.0128896702880841</c:v>
                </c:pt>
                <c:pt idx="20987">
                  <c:v>7.0107601034390328</c:v>
                </c:pt>
                <c:pt idx="20988">
                  <c:v>7.0117914978161116</c:v>
                </c:pt>
                <c:pt idx="20989">
                  <c:v>7.0121261766978353</c:v>
                </c:pt>
                <c:pt idx="20990">
                  <c:v>7.0108984689131013</c:v>
                </c:pt>
                <c:pt idx="20991">
                  <c:v>7.0100187640927798</c:v>
                </c:pt>
                <c:pt idx="20992">
                  <c:v>7.0114945836421265</c:v>
                </c:pt>
                <c:pt idx="20993">
                  <c:v>7.0124275847932012</c:v>
                </c:pt>
                <c:pt idx="20994">
                  <c:v>7.0137467478200541</c:v>
                </c:pt>
                <c:pt idx="20995">
                  <c:v>7.0160466106371908</c:v>
                </c:pt>
                <c:pt idx="20996">
                  <c:v>7.0173664832305773</c:v>
                </c:pt>
                <c:pt idx="20997">
                  <c:v>7.0177937211245842</c:v>
                </c:pt>
                <c:pt idx="20998">
                  <c:v>7.0184327252085339</c:v>
                </c:pt>
                <c:pt idx="20999">
                  <c:v>7.0182306564278845</c:v>
                </c:pt>
                <c:pt idx="21000">
                  <c:v>7.0170958230183382</c:v>
                </c:pt>
                <c:pt idx="21001">
                  <c:v>7.0165518220091769</c:v>
                </c:pt>
                <c:pt idx="21002">
                  <c:v>7.0166489537835668</c:v>
                </c:pt>
                <c:pt idx="21003">
                  <c:v>7.0177558775761204</c:v>
                </c:pt>
                <c:pt idx="21004">
                  <c:v>7.0188752582033773</c:v>
                </c:pt>
                <c:pt idx="21005">
                  <c:v>7.0183247922546874</c:v>
                </c:pt>
                <c:pt idx="21006">
                  <c:v>7.0168410097920182</c:v>
                </c:pt>
                <c:pt idx="21007">
                  <c:v>7.015709014648607</c:v>
                </c:pt>
                <c:pt idx="21008">
                  <c:v>7.0137096926788498</c:v>
                </c:pt>
                <c:pt idx="21009">
                  <c:v>7.0140459483750925</c:v>
                </c:pt>
                <c:pt idx="21010">
                  <c:v>7.0139305255522792</c:v>
                </c:pt>
                <c:pt idx="21011">
                  <c:v>7.0130131348649458</c:v>
                </c:pt>
                <c:pt idx="21012">
                  <c:v>7.0154434002428294</c:v>
                </c:pt>
                <c:pt idx="21013">
                  <c:v>7.0194590737791511</c:v>
                </c:pt>
                <c:pt idx="21014">
                  <c:v>7.0199632602216999</c:v>
                </c:pt>
                <c:pt idx="21015">
                  <c:v>7.0175821914568193</c:v>
                </c:pt>
                <c:pt idx="21016">
                  <c:v>7.0165456724325521</c:v>
                </c:pt>
                <c:pt idx="21017">
                  <c:v>7.0170582948327791</c:v>
                </c:pt>
                <c:pt idx="21018">
                  <c:v>7.0176800327977418</c:v>
                </c:pt>
                <c:pt idx="21019">
                  <c:v>7.0164548479162399</c:v>
                </c:pt>
                <c:pt idx="21020">
                  <c:v>7.0157662530156575</c:v>
                </c:pt>
                <c:pt idx="21021">
                  <c:v>7.0130643813368234</c:v>
                </c:pt>
                <c:pt idx="21022">
                  <c:v>7.0120281776754601</c:v>
                </c:pt>
                <c:pt idx="21023">
                  <c:v>7.0129009445118973</c:v>
                </c:pt>
                <c:pt idx="21024">
                  <c:v>7.015352812248695</c:v>
                </c:pt>
                <c:pt idx="21025">
                  <c:v>7.0165732666866401</c:v>
                </c:pt>
                <c:pt idx="21026">
                  <c:v>7.01682689730207</c:v>
                </c:pt>
                <c:pt idx="21027">
                  <c:v>7.0154660275311818</c:v>
                </c:pt>
                <c:pt idx="21028">
                  <c:v>7.0140875762784027</c:v>
                </c:pt>
                <c:pt idx="21029">
                  <c:v>7.0152833535691199</c:v>
                </c:pt>
                <c:pt idx="21030">
                  <c:v>7.0174383859726577</c:v>
                </c:pt>
                <c:pt idx="21031">
                  <c:v>7.0175210898941955</c:v>
                </c:pt>
                <c:pt idx="21032">
                  <c:v>7.0166811207997606</c:v>
                </c:pt>
                <c:pt idx="21033">
                  <c:v>7.0161386966051182</c:v>
                </c:pt>
                <c:pt idx="21034">
                  <c:v>7.0165714533499424</c:v>
                </c:pt>
                <c:pt idx="21035">
                  <c:v>7.0153457954240839</c:v>
                </c:pt>
                <c:pt idx="21036">
                  <c:v>7.0140975102098739</c:v>
                </c:pt>
                <c:pt idx="21037">
                  <c:v>7.0145335782651888</c:v>
                </c:pt>
                <c:pt idx="21038">
                  <c:v>7.0153874233273941</c:v>
                </c:pt>
                <c:pt idx="21039">
                  <c:v>7.0145310553619575</c:v>
                </c:pt>
                <c:pt idx="21040">
                  <c:v>7.0131216985445999</c:v>
                </c:pt>
                <c:pt idx="21041">
                  <c:v>7.013075103675555</c:v>
                </c:pt>
                <c:pt idx="21042">
                  <c:v>7.011960138128952</c:v>
                </c:pt>
                <c:pt idx="21043">
                  <c:v>7.0105609517652443</c:v>
                </c:pt>
                <c:pt idx="21044">
                  <c:v>7.0098673110582004</c:v>
                </c:pt>
                <c:pt idx="21045">
                  <c:v>7.0111600624418546</c:v>
                </c:pt>
                <c:pt idx="21046">
                  <c:v>7.0123064854381179</c:v>
                </c:pt>
                <c:pt idx="21047">
                  <c:v>7.0146329175799051</c:v>
                </c:pt>
                <c:pt idx="21048">
                  <c:v>7.0154701272489319</c:v>
                </c:pt>
                <c:pt idx="21049">
                  <c:v>7.0154139138113187</c:v>
                </c:pt>
                <c:pt idx="21050">
                  <c:v>7.016463283873918</c:v>
                </c:pt>
                <c:pt idx="21051">
                  <c:v>7.016640044781532</c:v>
                </c:pt>
                <c:pt idx="21052">
                  <c:v>7.0175125750957914</c:v>
                </c:pt>
                <c:pt idx="21053">
                  <c:v>7.018520947980889</c:v>
                </c:pt>
                <c:pt idx="21054">
                  <c:v>7.0192128541919612</c:v>
                </c:pt>
                <c:pt idx="21055">
                  <c:v>7.0186013655213735</c:v>
                </c:pt>
                <c:pt idx="21056">
                  <c:v>7.0179494315583657</c:v>
                </c:pt>
                <c:pt idx="21057">
                  <c:v>7.0160543370283355</c:v>
                </c:pt>
                <c:pt idx="21058">
                  <c:v>7.0148067613806591</c:v>
                </c:pt>
                <c:pt idx="21059">
                  <c:v>7.0166707926646588</c:v>
                </c:pt>
                <c:pt idx="21060">
                  <c:v>7.0168477112537255</c:v>
                </c:pt>
                <c:pt idx="21061">
                  <c:v>7.0157055456566644</c:v>
                </c:pt>
                <c:pt idx="21062">
                  <c:v>7.017314763714344</c:v>
                </c:pt>
                <c:pt idx="21063">
                  <c:v>7.0177762973241453</c:v>
                </c:pt>
                <c:pt idx="21064">
                  <c:v>7.0177777952979392</c:v>
                </c:pt>
                <c:pt idx="21065">
                  <c:v>7.0171385546918117</c:v>
                </c:pt>
                <c:pt idx="21066">
                  <c:v>7.0166010974629058</c:v>
                </c:pt>
                <c:pt idx="21067">
                  <c:v>7.0188430911871835</c:v>
                </c:pt>
                <c:pt idx="21068">
                  <c:v>7.0197909932354658</c:v>
                </c:pt>
                <c:pt idx="21069">
                  <c:v>7.0196509721061515</c:v>
                </c:pt>
                <c:pt idx="21070">
                  <c:v>7.0175620082309722</c:v>
                </c:pt>
                <c:pt idx="21071">
                  <c:v>7.0175937022028103</c:v>
                </c:pt>
                <c:pt idx="21072">
                  <c:v>7.0183314148756679</c:v>
                </c:pt>
                <c:pt idx="21073">
                  <c:v>7.0159298475220364</c:v>
                </c:pt>
                <c:pt idx="21074">
                  <c:v>7.0153815102729462</c:v>
                </c:pt>
                <c:pt idx="21075">
                  <c:v>7.015722102209117</c:v>
                </c:pt>
                <c:pt idx="21076">
                  <c:v>7.0149425251107713</c:v>
                </c:pt>
                <c:pt idx="21077">
                  <c:v>7.0143852000189222</c:v>
                </c:pt>
                <c:pt idx="21078">
                  <c:v>7.0133074472949746</c:v>
                </c:pt>
                <c:pt idx="21079">
                  <c:v>7.0140925432441383</c:v>
                </c:pt>
                <c:pt idx="21080">
                  <c:v>7.0159626452640378</c:v>
                </c:pt>
                <c:pt idx="21081">
                  <c:v>7.018115548967975</c:v>
                </c:pt>
                <c:pt idx="21082">
                  <c:v>7.0197284725397751</c:v>
                </c:pt>
                <c:pt idx="21083">
                  <c:v>7.0196946498683364</c:v>
                </c:pt>
                <c:pt idx="21084">
                  <c:v>7.019042321701698</c:v>
                </c:pt>
                <c:pt idx="21085">
                  <c:v>7.0177335656506727</c:v>
                </c:pt>
                <c:pt idx="21086">
                  <c:v>7.0171226288651667</c:v>
                </c:pt>
                <c:pt idx="21087">
                  <c:v>7.0163872025733616</c:v>
                </c:pt>
                <c:pt idx="21088">
                  <c:v>7.0150365820968483</c:v>
                </c:pt>
                <c:pt idx="21089">
                  <c:v>7.0148033712294424</c:v>
                </c:pt>
                <c:pt idx="21090">
                  <c:v>7.0132407480408077</c:v>
                </c:pt>
                <c:pt idx="21091">
                  <c:v>7.0124372033617686</c:v>
                </c:pt>
                <c:pt idx="21092">
                  <c:v>7.0107799713019761</c:v>
                </c:pt>
                <c:pt idx="21093">
                  <c:v>7.0107336917958341</c:v>
                </c:pt>
                <c:pt idx="21094">
                  <c:v>7.0116983080780209</c:v>
                </c:pt>
                <c:pt idx="21095">
                  <c:v>7.0136162664185813</c:v>
                </c:pt>
                <c:pt idx="21096">
                  <c:v>7.0135300935051008</c:v>
                </c:pt>
                <c:pt idx="21097">
                  <c:v>7.0133483656317503</c:v>
                </c:pt>
                <c:pt idx="21098">
                  <c:v>7.0136157145334996</c:v>
                </c:pt>
                <c:pt idx="21099">
                  <c:v>7.0139061637679561</c:v>
                </c:pt>
                <c:pt idx="21100">
                  <c:v>7.0147884703322347</c:v>
                </c:pt>
                <c:pt idx="21101">
                  <c:v>7.0149378735079395</c:v>
                </c:pt>
                <c:pt idx="21102">
                  <c:v>7.0146191204528607</c:v>
                </c:pt>
                <c:pt idx="21103">
                  <c:v>7.0177210299752444</c:v>
                </c:pt>
                <c:pt idx="21104">
                  <c:v>7.0196855831848497</c:v>
                </c:pt>
                <c:pt idx="21105">
                  <c:v>7.0189549661773283</c:v>
                </c:pt>
                <c:pt idx="21106">
                  <c:v>7.0195685835475174</c:v>
                </c:pt>
                <c:pt idx="21107">
                  <c:v>7.0196325233762753</c:v>
                </c:pt>
                <c:pt idx="21108">
                  <c:v>7.0192856241820278</c:v>
                </c:pt>
                <c:pt idx="21109">
                  <c:v>7.0183585360854002</c:v>
                </c:pt>
                <c:pt idx="21110">
                  <c:v>7.0173775997729386</c:v>
                </c:pt>
                <c:pt idx="21111">
                  <c:v>7.0177369558018894</c:v>
                </c:pt>
                <c:pt idx="21112">
                  <c:v>7.0174877402671125</c:v>
                </c:pt>
                <c:pt idx="21113">
                  <c:v>7.0162921206578472</c:v>
                </c:pt>
                <c:pt idx="21114">
                  <c:v>7.0167311846607481</c:v>
                </c:pt>
                <c:pt idx="21115">
                  <c:v>7.0186055440798496</c:v>
                </c:pt>
                <c:pt idx="21116">
                  <c:v>7.0177919077878865</c:v>
                </c:pt>
                <c:pt idx="21117">
                  <c:v>7.0163133288131316</c:v>
                </c:pt>
                <c:pt idx="21118">
                  <c:v>7.0155581923398351</c:v>
                </c:pt>
                <c:pt idx="21119">
                  <c:v>7.0170133556189782</c:v>
                </c:pt>
                <c:pt idx="21120">
                  <c:v>7.0164267806177962</c:v>
                </c:pt>
                <c:pt idx="21121">
                  <c:v>7.0143641495450888</c:v>
                </c:pt>
                <c:pt idx="21122">
                  <c:v>7.0145818287894794</c:v>
                </c:pt>
                <c:pt idx="21123">
                  <c:v>7.016793468834261</c:v>
                </c:pt>
                <c:pt idx="21124">
                  <c:v>7.0187502168119966</c:v>
                </c:pt>
                <c:pt idx="21125">
                  <c:v>7.0167434838139986</c:v>
                </c:pt>
                <c:pt idx="21126">
                  <c:v>7.0142559800690645</c:v>
                </c:pt>
                <c:pt idx="21127">
                  <c:v>7.0121491981898165</c:v>
                </c:pt>
                <c:pt idx="21128">
                  <c:v>7.0118041911729927</c:v>
                </c:pt>
                <c:pt idx="21129">
                  <c:v>7.0122415995206486</c:v>
                </c:pt>
                <c:pt idx="21130">
                  <c:v>7.012592992636276</c:v>
                </c:pt>
                <c:pt idx="21131">
                  <c:v>7.0130426212964565</c:v>
                </c:pt>
                <c:pt idx="21132">
                  <c:v>7.01540058972863</c:v>
                </c:pt>
                <c:pt idx="21133">
                  <c:v>7.0166568378561633</c:v>
                </c:pt>
                <c:pt idx="21134">
                  <c:v>7.0164863053659001</c:v>
                </c:pt>
                <c:pt idx="21135">
                  <c:v>7.0167236947917813</c:v>
                </c:pt>
                <c:pt idx="21136">
                  <c:v>7.0166539995900283</c:v>
                </c:pt>
                <c:pt idx="21137">
                  <c:v>7.0168755420299913</c:v>
                </c:pt>
                <c:pt idx="21138">
                  <c:v>7.0181649821031549</c:v>
                </c:pt>
                <c:pt idx="21139">
                  <c:v>7.0185989214588691</c:v>
                </c:pt>
                <c:pt idx="21140">
                  <c:v>7.0176971412352769</c:v>
                </c:pt>
                <c:pt idx="21141">
                  <c:v>7.0176179851464076</c:v>
                </c:pt>
                <c:pt idx="21142">
                  <c:v>7.0168462132799316</c:v>
                </c:pt>
                <c:pt idx="21143">
                  <c:v>7.0172151878774498</c:v>
                </c:pt>
                <c:pt idx="21144">
                  <c:v>7.0161192229458047</c:v>
                </c:pt>
                <c:pt idx="21145">
                  <c:v>7.0141807660164934</c:v>
                </c:pt>
                <c:pt idx="21146">
                  <c:v>7.0155725413519612</c:v>
                </c:pt>
                <c:pt idx="21147">
                  <c:v>7.0168756997114432</c:v>
                </c:pt>
                <c:pt idx="21148">
                  <c:v>7.0163689115249372</c:v>
                </c:pt>
                <c:pt idx="21149">
                  <c:v>7.0158662230561815</c:v>
                </c:pt>
                <c:pt idx="21150">
                  <c:v>7.0158612560904459</c:v>
                </c:pt>
                <c:pt idx="21151">
                  <c:v>7.01793019442123</c:v>
                </c:pt>
                <c:pt idx="21152">
                  <c:v>7.0191590848168532</c:v>
                </c:pt>
                <c:pt idx="21153">
                  <c:v>7.0197373815418089</c:v>
                </c:pt>
                <c:pt idx="21154">
                  <c:v>7.0208115075923621</c:v>
                </c:pt>
                <c:pt idx="21155">
                  <c:v>7.0203310522083289</c:v>
                </c:pt>
                <c:pt idx="21156">
                  <c:v>7.0198032923887164</c:v>
                </c:pt>
                <c:pt idx="21157">
                  <c:v>7.0195986218641098</c:v>
                </c:pt>
                <c:pt idx="21158">
                  <c:v>7.0193171604724141</c:v>
                </c:pt>
                <c:pt idx="21159">
                  <c:v>7.0178467809331586</c:v>
                </c:pt>
                <c:pt idx="21160">
                  <c:v>7.0147689966729212</c:v>
                </c:pt>
                <c:pt idx="21161">
                  <c:v>7.0120476513347736</c:v>
                </c:pt>
                <c:pt idx="21162">
                  <c:v>7.0123942351661173</c:v>
                </c:pt>
                <c:pt idx="21163">
                  <c:v>7.0126865765779973</c:v>
                </c:pt>
                <c:pt idx="21164">
                  <c:v>7.0134879137167099</c:v>
                </c:pt>
                <c:pt idx="21165">
                  <c:v>7.0150484870464691</c:v>
                </c:pt>
                <c:pt idx="21166">
                  <c:v>7.0164276478657817</c:v>
                </c:pt>
                <c:pt idx="21167">
                  <c:v>7.0180438827480724</c:v>
                </c:pt>
                <c:pt idx="21168">
                  <c:v>7.0173997540169353</c:v>
                </c:pt>
                <c:pt idx="21169">
                  <c:v>7.0169278922720322</c:v>
                </c:pt>
                <c:pt idx="21170">
                  <c:v>7.0160976205868906</c:v>
                </c:pt>
                <c:pt idx="21171">
                  <c:v>7.0128443368706543</c:v>
                </c:pt>
                <c:pt idx="21172">
                  <c:v>7.0116722906384519</c:v>
                </c:pt>
                <c:pt idx="21173">
                  <c:v>7.0125439537047258</c:v>
                </c:pt>
                <c:pt idx="21174">
                  <c:v>7.0146810892634699</c:v>
                </c:pt>
                <c:pt idx="21175">
                  <c:v>7.0157865150822305</c:v>
                </c:pt>
                <c:pt idx="21176">
                  <c:v>7.0156582412210851</c:v>
                </c:pt>
                <c:pt idx="21177">
                  <c:v>7.0130666677178759</c:v>
                </c:pt>
                <c:pt idx="21178">
                  <c:v>7.0123279301155801</c:v>
                </c:pt>
                <c:pt idx="21179">
                  <c:v>7.0125409577571389</c:v>
                </c:pt>
                <c:pt idx="21180">
                  <c:v>7.0132282123653793</c:v>
                </c:pt>
                <c:pt idx="21181">
                  <c:v>7.0145841940112588</c:v>
                </c:pt>
                <c:pt idx="21182">
                  <c:v>7.0146504990617951</c:v>
                </c:pt>
                <c:pt idx="21183">
                  <c:v>7.0142264147968278</c:v>
                </c:pt>
                <c:pt idx="21184">
                  <c:v>7.0155419511502863</c:v>
                </c:pt>
                <c:pt idx="21185">
                  <c:v>7.0147514151910313</c:v>
                </c:pt>
                <c:pt idx="21186">
                  <c:v>7.0155958782068462</c:v>
                </c:pt>
                <c:pt idx="21187">
                  <c:v>7.0173641180087989</c:v>
                </c:pt>
                <c:pt idx="21188">
                  <c:v>7.0163626042668596</c:v>
                </c:pt>
                <c:pt idx="21189">
                  <c:v>7.0130567337864047</c:v>
                </c:pt>
                <c:pt idx="21190">
                  <c:v>7.0126718333622415</c:v>
                </c:pt>
                <c:pt idx="21191">
                  <c:v>7.0151907945568359</c:v>
                </c:pt>
                <c:pt idx="21192">
                  <c:v>7.0149057064917457</c:v>
                </c:pt>
                <c:pt idx="21193">
                  <c:v>7.0120294391270752</c:v>
                </c:pt>
                <c:pt idx="21194">
                  <c:v>7.0115907693278041</c:v>
                </c:pt>
                <c:pt idx="21195">
                  <c:v>7.0129949226572474</c:v>
                </c:pt>
                <c:pt idx="21196">
                  <c:v>7.0142242860972264</c:v>
                </c:pt>
                <c:pt idx="21197">
                  <c:v>7.0161430328450463</c:v>
                </c:pt>
                <c:pt idx="21198">
                  <c:v>7.0172834639461357</c:v>
                </c:pt>
                <c:pt idx="21199">
                  <c:v>7.0168954098929346</c:v>
                </c:pt>
                <c:pt idx="21200">
                  <c:v>7.0162611362525427</c:v>
                </c:pt>
                <c:pt idx="21201">
                  <c:v>7.0168738075340196</c:v>
                </c:pt>
                <c:pt idx="21202">
                  <c:v>7.0152119238713952</c:v>
                </c:pt>
                <c:pt idx="21203">
                  <c:v>7.0133579053595927</c:v>
                </c:pt>
                <c:pt idx="21204">
                  <c:v>7.013561708636213</c:v>
                </c:pt>
                <c:pt idx="21205">
                  <c:v>7.015866696100538</c:v>
                </c:pt>
                <c:pt idx="21206">
                  <c:v>7.0169389299736675</c:v>
                </c:pt>
                <c:pt idx="21207">
                  <c:v>7.017340781153913</c:v>
                </c:pt>
                <c:pt idx="21208">
                  <c:v>7.0172270928270706</c:v>
                </c:pt>
                <c:pt idx="21209">
                  <c:v>7.0172921364259926</c:v>
                </c:pt>
                <c:pt idx="21210">
                  <c:v>7.0181999085447577</c:v>
                </c:pt>
                <c:pt idx="21211">
                  <c:v>7.0193889055330425</c:v>
                </c:pt>
                <c:pt idx="21212">
                  <c:v>7.0170962960626939</c:v>
                </c:pt>
                <c:pt idx="21213">
                  <c:v>7.0137323199672021</c:v>
                </c:pt>
                <c:pt idx="21214">
                  <c:v>7.0122984436840694</c:v>
                </c:pt>
                <c:pt idx="21215">
                  <c:v>7.0120424478468601</c:v>
                </c:pt>
                <c:pt idx="21216">
                  <c:v>7.0135446001986788</c:v>
                </c:pt>
                <c:pt idx="21217">
                  <c:v>7.0155406108579443</c:v>
                </c:pt>
                <c:pt idx="21218">
                  <c:v>7.0157350320881751</c:v>
                </c:pt>
                <c:pt idx="21219">
                  <c:v>7.0149601854333872</c:v>
                </c:pt>
                <c:pt idx="21220">
                  <c:v>7.0157640454753309</c:v>
                </c:pt>
                <c:pt idx="21221">
                  <c:v>7.0152809883473406</c:v>
                </c:pt>
                <c:pt idx="21222">
                  <c:v>7.0154253457165829</c:v>
                </c:pt>
                <c:pt idx="21223">
                  <c:v>7.0175585392390296</c:v>
                </c:pt>
                <c:pt idx="21224">
                  <c:v>7.0186492218420344</c:v>
                </c:pt>
                <c:pt idx="21225">
                  <c:v>7.0196012236080669</c:v>
                </c:pt>
                <c:pt idx="21226">
                  <c:v>7.0188347340702313</c:v>
                </c:pt>
                <c:pt idx="21227">
                  <c:v>7.0178893549251802</c:v>
                </c:pt>
                <c:pt idx="21228">
                  <c:v>7.0175197496018544</c:v>
                </c:pt>
                <c:pt idx="21229">
                  <c:v>7.0163513300430473</c:v>
                </c:pt>
                <c:pt idx="21230">
                  <c:v>7.0143331651397842</c:v>
                </c:pt>
                <c:pt idx="21231">
                  <c:v>7.0130195998044753</c:v>
                </c:pt>
                <c:pt idx="21232">
                  <c:v>7.0147647392737191</c:v>
                </c:pt>
                <c:pt idx="21233">
                  <c:v>7.0166325549125652</c:v>
                </c:pt>
                <c:pt idx="21234">
                  <c:v>7.0180136867500273</c:v>
                </c:pt>
                <c:pt idx="21235">
                  <c:v>7.020309213327236</c:v>
                </c:pt>
                <c:pt idx="21236">
                  <c:v>7.0213224743373441</c:v>
                </c:pt>
                <c:pt idx="21237">
                  <c:v>7.0206510667150219</c:v>
                </c:pt>
                <c:pt idx="21238">
                  <c:v>7.0177255238966243</c:v>
                </c:pt>
                <c:pt idx="21239">
                  <c:v>7.0127396363865717</c:v>
                </c:pt>
                <c:pt idx="21240">
                  <c:v>7.0104806919062108</c:v>
                </c:pt>
                <c:pt idx="21241">
                  <c:v>7.010713508569987</c:v>
                </c:pt>
                <c:pt idx="21242">
                  <c:v>7.0124319210331292</c:v>
                </c:pt>
                <c:pt idx="21243">
                  <c:v>7.0148349863605546</c:v>
                </c:pt>
                <c:pt idx="21244">
                  <c:v>7.0167627209511343</c:v>
                </c:pt>
                <c:pt idx="21245">
                  <c:v>7.0167604345700818</c:v>
                </c:pt>
                <c:pt idx="21246">
                  <c:v>7.0177904886548195</c:v>
                </c:pt>
                <c:pt idx="21247">
                  <c:v>7.0193240196155724</c:v>
                </c:pt>
                <c:pt idx="21248">
                  <c:v>7.0176185370314892</c:v>
                </c:pt>
                <c:pt idx="21249">
                  <c:v>7.01540058972863</c:v>
                </c:pt>
                <c:pt idx="21250">
                  <c:v>7.0148991627114903</c:v>
                </c:pt>
                <c:pt idx="21251">
                  <c:v>7.014827102287958</c:v>
                </c:pt>
                <c:pt idx="21252">
                  <c:v>7.0146703669247383</c:v>
                </c:pt>
                <c:pt idx="21253">
                  <c:v>7.0139973036471721</c:v>
                </c:pt>
                <c:pt idx="21254">
                  <c:v>7.0130050142701714</c:v>
                </c:pt>
                <c:pt idx="21255">
                  <c:v>7.0123940774846654</c:v>
                </c:pt>
                <c:pt idx="21256">
                  <c:v>7.012588577555622</c:v>
                </c:pt>
                <c:pt idx="21257">
                  <c:v>7.0145142622873271</c:v>
                </c:pt>
                <c:pt idx="21258">
                  <c:v>7.0162053958592852</c:v>
                </c:pt>
                <c:pt idx="21259">
                  <c:v>7.0149896718648987</c:v>
                </c:pt>
                <c:pt idx="21260">
                  <c:v>7.0143259906337221</c:v>
                </c:pt>
                <c:pt idx="21261">
                  <c:v>7.0153954650814425</c:v>
                </c:pt>
                <c:pt idx="21262">
                  <c:v>7.0181542597644242</c:v>
                </c:pt>
                <c:pt idx="21263">
                  <c:v>7.0189088443526391</c:v>
                </c:pt>
                <c:pt idx="21264">
                  <c:v>7.0172710071114333</c:v>
                </c:pt>
                <c:pt idx="21265">
                  <c:v>7.01644018354121</c:v>
                </c:pt>
                <c:pt idx="21266">
                  <c:v>7.01723805168798</c:v>
                </c:pt>
                <c:pt idx="21267">
                  <c:v>7.0173470884119897</c:v>
                </c:pt>
                <c:pt idx="21268">
                  <c:v>7.0182483955912263</c:v>
                </c:pt>
                <c:pt idx="21269">
                  <c:v>7.0183361453192257</c:v>
                </c:pt>
                <c:pt idx="21270">
                  <c:v>7.0179815985745595</c:v>
                </c:pt>
                <c:pt idx="21271">
                  <c:v>7.0170909348933286</c:v>
                </c:pt>
                <c:pt idx="21272">
                  <c:v>7.0173481133414279</c:v>
                </c:pt>
                <c:pt idx="21273">
                  <c:v>7.0172493259117932</c:v>
                </c:pt>
                <c:pt idx="21274">
                  <c:v>7.0167880288241697</c:v>
                </c:pt>
                <c:pt idx="21275">
                  <c:v>7.0174919188255886</c:v>
                </c:pt>
                <c:pt idx="21276">
                  <c:v>7.0187246724167833</c:v>
                </c:pt>
                <c:pt idx="21277">
                  <c:v>7.0203385420772957</c:v>
                </c:pt>
                <c:pt idx="21278">
                  <c:v>7.0198520947980887</c:v>
                </c:pt>
                <c:pt idx="21279">
                  <c:v>7.0182459515287219</c:v>
                </c:pt>
                <c:pt idx="21280">
                  <c:v>7.0178591589271351</c:v>
                </c:pt>
                <c:pt idx="21281">
                  <c:v>7.0178716946025643</c:v>
                </c:pt>
                <c:pt idx="21282">
                  <c:v>7.016760119207178</c:v>
                </c:pt>
                <c:pt idx="21283">
                  <c:v>7.0153526545672431</c:v>
                </c:pt>
                <c:pt idx="21284">
                  <c:v>7.0146206972673806</c:v>
                </c:pt>
                <c:pt idx="21285">
                  <c:v>7.0142960311578548</c:v>
                </c:pt>
                <c:pt idx="21286">
                  <c:v>7.0162431605670221</c:v>
                </c:pt>
                <c:pt idx="21287">
                  <c:v>7.0166595972815715</c:v>
                </c:pt>
                <c:pt idx="21288">
                  <c:v>7.0140178810766489</c:v>
                </c:pt>
                <c:pt idx="21289">
                  <c:v>7.0122502720005047</c:v>
                </c:pt>
                <c:pt idx="21290">
                  <c:v>7.0128429965783123</c:v>
                </c:pt>
                <c:pt idx="21291">
                  <c:v>7.013956858354752</c:v>
                </c:pt>
                <c:pt idx="21292">
                  <c:v>7.0132779608634639</c:v>
                </c:pt>
                <c:pt idx="21293">
                  <c:v>7.0130080102177583</c:v>
                </c:pt>
                <c:pt idx="21294">
                  <c:v>7.012849146154938</c:v>
                </c:pt>
                <c:pt idx="21295">
                  <c:v>7.0132096059540512</c:v>
                </c:pt>
                <c:pt idx="21296">
                  <c:v>7.0137063025276341</c:v>
                </c:pt>
                <c:pt idx="21297">
                  <c:v>7.0148833945662972</c:v>
                </c:pt>
                <c:pt idx="21298">
                  <c:v>7.0145855343035999</c:v>
                </c:pt>
                <c:pt idx="21299">
                  <c:v>7.0141754048471281</c:v>
                </c:pt>
                <c:pt idx="21300">
                  <c:v>7.013856967154954</c:v>
                </c:pt>
                <c:pt idx="21301">
                  <c:v>7.0121514845708699</c:v>
                </c:pt>
                <c:pt idx="21302">
                  <c:v>7.0113434459704509</c:v>
                </c:pt>
                <c:pt idx="21303">
                  <c:v>7.0109063529856979</c:v>
                </c:pt>
                <c:pt idx="21304">
                  <c:v>7.0124290039262682</c:v>
                </c:pt>
                <c:pt idx="21305">
                  <c:v>7.0156311200113528</c:v>
                </c:pt>
                <c:pt idx="21306">
                  <c:v>7.0168023778362949</c:v>
                </c:pt>
                <c:pt idx="21307">
                  <c:v>7.0170836027058137</c:v>
                </c:pt>
                <c:pt idx="21308">
                  <c:v>7.0168116022012335</c:v>
                </c:pt>
                <c:pt idx="21309">
                  <c:v>7.0158099307778423</c:v>
                </c:pt>
                <c:pt idx="21310">
                  <c:v>7.015289030101389</c:v>
                </c:pt>
                <c:pt idx="21311">
                  <c:v>7.0167970166669296</c:v>
                </c:pt>
                <c:pt idx="21312">
                  <c:v>7.0182030621737965</c:v>
                </c:pt>
                <c:pt idx="21313">
                  <c:v>7.017872246487646</c:v>
                </c:pt>
                <c:pt idx="21314">
                  <c:v>7.0166194673520552</c:v>
                </c:pt>
                <c:pt idx="21315">
                  <c:v>7.0167907882495779</c:v>
                </c:pt>
                <c:pt idx="21316">
                  <c:v>7.01684566139485</c:v>
                </c:pt>
                <c:pt idx="21317">
                  <c:v>7.0160358882984593</c:v>
                </c:pt>
                <c:pt idx="21318">
                  <c:v>7.0151656443652533</c:v>
                </c:pt>
                <c:pt idx="21319">
                  <c:v>7.0149669657358205</c:v>
                </c:pt>
                <c:pt idx="21320">
                  <c:v>7.0147887068544126</c:v>
                </c:pt>
                <c:pt idx="21321">
                  <c:v>7.0146191992935867</c:v>
                </c:pt>
                <c:pt idx="21322">
                  <c:v>7.0159984389536261</c:v>
                </c:pt>
                <c:pt idx="21323">
                  <c:v>7.0173414907204466</c:v>
                </c:pt>
                <c:pt idx="21324">
                  <c:v>7.0162047651334776</c:v>
                </c:pt>
                <c:pt idx="21325">
                  <c:v>7.0154516785190557</c:v>
                </c:pt>
                <c:pt idx="21326">
                  <c:v>7.0142760056134597</c:v>
                </c:pt>
                <c:pt idx="21327">
                  <c:v>7.0144325044545006</c:v>
                </c:pt>
                <c:pt idx="21328">
                  <c:v>7.0143719547769594</c:v>
                </c:pt>
                <c:pt idx="21329">
                  <c:v>7.0144098771661492</c:v>
                </c:pt>
                <c:pt idx="21330">
                  <c:v>7.014537520301487</c:v>
                </c:pt>
                <c:pt idx="21331">
                  <c:v>7.0161505227140131</c:v>
                </c:pt>
                <c:pt idx="21332">
                  <c:v>7.0174452451158169</c:v>
                </c:pt>
                <c:pt idx="21333">
                  <c:v>7.0170061811129161</c:v>
                </c:pt>
                <c:pt idx="21334">
                  <c:v>7.0150654378025514</c:v>
                </c:pt>
                <c:pt idx="21335">
                  <c:v>7.0137141866002306</c:v>
                </c:pt>
                <c:pt idx="21336">
                  <c:v>7.0143510619845788</c:v>
                </c:pt>
                <c:pt idx="21337">
                  <c:v>7.0156136962109148</c:v>
                </c:pt>
                <c:pt idx="21338">
                  <c:v>7.0156207130355259</c:v>
                </c:pt>
                <c:pt idx="21339">
                  <c:v>7.0142220785568989</c:v>
                </c:pt>
                <c:pt idx="21340">
                  <c:v>7.0115904539649003</c:v>
                </c:pt>
                <c:pt idx="21341">
                  <c:v>7.0100759236191044</c:v>
                </c:pt>
                <c:pt idx="21342">
                  <c:v>7.0108339771992618</c:v>
                </c:pt>
                <c:pt idx="21343">
                  <c:v>7.0124143395512384</c:v>
                </c:pt>
                <c:pt idx="21344">
                  <c:v>7.0136667244831994</c:v>
                </c:pt>
                <c:pt idx="21345">
                  <c:v>7.0161185922199971</c:v>
                </c:pt>
                <c:pt idx="21346">
                  <c:v>7.0177551680095869</c:v>
                </c:pt>
                <c:pt idx="21347">
                  <c:v>7.0168495245904223</c:v>
                </c:pt>
                <c:pt idx="21348">
                  <c:v>7.015792901181034</c:v>
                </c:pt>
                <c:pt idx="21349">
                  <c:v>7.0162057900629149</c:v>
                </c:pt>
                <c:pt idx="21350">
                  <c:v>7.0157847805862597</c:v>
                </c:pt>
                <c:pt idx="21351">
                  <c:v>7.0141607404720983</c:v>
                </c:pt>
                <c:pt idx="21352">
                  <c:v>7.0166513978460712</c:v>
                </c:pt>
                <c:pt idx="21353">
                  <c:v>7.0197250823885584</c:v>
                </c:pt>
                <c:pt idx="21354">
                  <c:v>7.0206656522493258</c:v>
                </c:pt>
                <c:pt idx="21355">
                  <c:v>7.0205533830555513</c:v>
                </c:pt>
                <c:pt idx="21356">
                  <c:v>7.0201059619356974</c:v>
                </c:pt>
                <c:pt idx="21357">
                  <c:v>7.0182738611457136</c:v>
                </c:pt>
                <c:pt idx="21358">
                  <c:v>7.0170441823428309</c:v>
                </c:pt>
                <c:pt idx="21359">
                  <c:v>7.0160142859395451</c:v>
                </c:pt>
                <c:pt idx="21360">
                  <c:v>7.0153471357164259</c:v>
                </c:pt>
                <c:pt idx="21361">
                  <c:v>7.0157817846386727</c:v>
                </c:pt>
                <c:pt idx="21362">
                  <c:v>7.0175479745817499</c:v>
                </c:pt>
                <c:pt idx="21363">
                  <c:v>7.017873665620713</c:v>
                </c:pt>
                <c:pt idx="21364">
                  <c:v>7.0173978618395116</c:v>
                </c:pt>
                <c:pt idx="21365">
                  <c:v>7.0160311578549015</c:v>
                </c:pt>
                <c:pt idx="21366">
                  <c:v>7.0152989640328611</c:v>
                </c:pt>
                <c:pt idx="21367">
                  <c:v>7.0159670603446918</c:v>
                </c:pt>
                <c:pt idx="21368">
                  <c:v>7.0138940222961574</c:v>
                </c:pt>
                <c:pt idx="21369">
                  <c:v>7.0122401015468547</c:v>
                </c:pt>
                <c:pt idx="21370">
                  <c:v>7.0126823980195212</c:v>
                </c:pt>
                <c:pt idx="21371">
                  <c:v>7.0133480502688466</c:v>
                </c:pt>
                <c:pt idx="21372">
                  <c:v>7.0149109888203851</c:v>
                </c:pt>
                <c:pt idx="21373">
                  <c:v>7.0170549046815625</c:v>
                </c:pt>
                <c:pt idx="21374">
                  <c:v>7.0182714959239343</c:v>
                </c:pt>
                <c:pt idx="21375">
                  <c:v>7.0165821756886739</c:v>
                </c:pt>
                <c:pt idx="21376">
                  <c:v>7.0144979422570524</c:v>
                </c:pt>
                <c:pt idx="21377">
                  <c:v>7.0150627572178683</c:v>
                </c:pt>
                <c:pt idx="21378">
                  <c:v>7.0153243507466216</c:v>
                </c:pt>
                <c:pt idx="21379">
                  <c:v>7.0164776328860432</c:v>
                </c:pt>
                <c:pt idx="21380">
                  <c:v>7.0176261845819079</c:v>
                </c:pt>
                <c:pt idx="21381">
                  <c:v>7.0167028808401266</c:v>
                </c:pt>
                <c:pt idx="21382">
                  <c:v>7.0173114524038533</c:v>
                </c:pt>
                <c:pt idx="21383">
                  <c:v>7.0188618552799635</c:v>
                </c:pt>
                <c:pt idx="21384">
                  <c:v>7.0194381021460446</c:v>
                </c:pt>
                <c:pt idx="21385">
                  <c:v>7.0179167914978162</c:v>
                </c:pt>
                <c:pt idx="21386">
                  <c:v>7.0159852725523892</c:v>
                </c:pt>
                <c:pt idx="21387">
                  <c:v>7.0151194436998372</c:v>
                </c:pt>
                <c:pt idx="21388">
                  <c:v>7.0149042085179518</c:v>
                </c:pt>
                <c:pt idx="21389">
                  <c:v>7.014789652943124</c:v>
                </c:pt>
                <c:pt idx="21390">
                  <c:v>7.0170828931392801</c:v>
                </c:pt>
                <c:pt idx="21391">
                  <c:v>7.0192520380327661</c:v>
                </c:pt>
                <c:pt idx="21392">
                  <c:v>7.0178293571327206</c:v>
                </c:pt>
                <c:pt idx="21393">
                  <c:v>7.0160239045081125</c:v>
                </c:pt>
                <c:pt idx="21394">
                  <c:v>7.0148796890521767</c:v>
                </c:pt>
                <c:pt idx="21395">
                  <c:v>7.0151507434680456</c:v>
                </c:pt>
                <c:pt idx="21396">
                  <c:v>7.0154535706964793</c:v>
                </c:pt>
                <c:pt idx="21397">
                  <c:v>7.0169692836531636</c:v>
                </c:pt>
                <c:pt idx="21398">
                  <c:v>7.0175135211845028</c:v>
                </c:pt>
                <c:pt idx="21399">
                  <c:v>7.0163531433797441</c:v>
                </c:pt>
                <c:pt idx="21400">
                  <c:v>7.0157182390135446</c:v>
                </c:pt>
                <c:pt idx="21401">
                  <c:v>7.0159231460603291</c:v>
                </c:pt>
                <c:pt idx="21402">
                  <c:v>7.0142749018432964</c:v>
                </c:pt>
                <c:pt idx="21403">
                  <c:v>7.0118268973020701</c:v>
                </c:pt>
                <c:pt idx="21404">
                  <c:v>7.0121858591273911</c:v>
                </c:pt>
                <c:pt idx="21405">
                  <c:v>7.0139999053911293</c:v>
                </c:pt>
                <c:pt idx="21406">
                  <c:v>7.0163108059099004</c:v>
                </c:pt>
                <c:pt idx="21407">
                  <c:v>7.0173871395007801</c:v>
                </c:pt>
                <c:pt idx="21408">
                  <c:v>7.0166118986423625</c:v>
                </c:pt>
                <c:pt idx="21409">
                  <c:v>7.0142165597060817</c:v>
                </c:pt>
                <c:pt idx="21410">
                  <c:v>7.0127709361547801</c:v>
                </c:pt>
                <c:pt idx="21411">
                  <c:v>7.0145060628518268</c:v>
                </c:pt>
                <c:pt idx="21412">
                  <c:v>7.0170284141976378</c:v>
                </c:pt>
                <c:pt idx="21413">
                  <c:v>7.0169048707800501</c:v>
                </c:pt>
                <c:pt idx="21414">
                  <c:v>7.0144552894243049</c:v>
                </c:pt>
                <c:pt idx="21415">
                  <c:v>7.0139683691007431</c:v>
                </c:pt>
                <c:pt idx="21416">
                  <c:v>7.0148219776407705</c:v>
                </c:pt>
                <c:pt idx="21417">
                  <c:v>7.0146448225295259</c:v>
                </c:pt>
                <c:pt idx="21418">
                  <c:v>7.0136917958340561</c:v>
                </c:pt>
                <c:pt idx="21419">
                  <c:v>7.0119569844999132</c:v>
                </c:pt>
                <c:pt idx="21420">
                  <c:v>7.0113971365048329</c:v>
                </c:pt>
                <c:pt idx="21421">
                  <c:v>7.0126605591384283</c:v>
                </c:pt>
                <c:pt idx="21422">
                  <c:v>7.0143552405430549</c:v>
                </c:pt>
                <c:pt idx="21423">
                  <c:v>7.0156017124205681</c:v>
                </c:pt>
                <c:pt idx="21424">
                  <c:v>7.0156531165738976</c:v>
                </c:pt>
                <c:pt idx="21425">
                  <c:v>7.0150987874296344</c:v>
                </c:pt>
                <c:pt idx="21426">
                  <c:v>7.0164909569687319</c:v>
                </c:pt>
                <c:pt idx="21427">
                  <c:v>7.0170655481795681</c:v>
                </c:pt>
                <c:pt idx="21428">
                  <c:v>7.0151216512401646</c:v>
                </c:pt>
                <c:pt idx="21429">
                  <c:v>7.0126449486746871</c:v>
                </c:pt>
                <c:pt idx="21430">
                  <c:v>7.0130922121130892</c:v>
                </c:pt>
                <c:pt idx="21431">
                  <c:v>7.0140906510667147</c:v>
                </c:pt>
                <c:pt idx="21432">
                  <c:v>7.0152252479540831</c:v>
                </c:pt>
                <c:pt idx="21433">
                  <c:v>7.0159658777338025</c:v>
                </c:pt>
                <c:pt idx="21434">
                  <c:v>7.0163501474321572</c:v>
                </c:pt>
                <c:pt idx="21435">
                  <c:v>7.0181740487866415</c:v>
                </c:pt>
                <c:pt idx="21436">
                  <c:v>7.019721298033712</c:v>
                </c:pt>
                <c:pt idx="21437">
                  <c:v>7.0181599362966933</c:v>
                </c:pt>
                <c:pt idx="21438">
                  <c:v>7.0146328387391792</c:v>
                </c:pt>
                <c:pt idx="21439">
                  <c:v>7.0133919645532092</c:v>
                </c:pt>
                <c:pt idx="21440">
                  <c:v>7.0139770415805991</c:v>
                </c:pt>
                <c:pt idx="21441">
                  <c:v>7.0166482442170324</c:v>
                </c:pt>
                <c:pt idx="21442">
                  <c:v>7.0192495939702617</c:v>
                </c:pt>
                <c:pt idx="21443">
                  <c:v>7.0193725855027669</c:v>
                </c:pt>
                <c:pt idx="21444">
                  <c:v>7.0200089878427603</c:v>
                </c:pt>
                <c:pt idx="21445">
                  <c:v>7.0189036408647247</c:v>
                </c:pt>
                <c:pt idx="21446">
                  <c:v>7.016016020435516</c:v>
                </c:pt>
                <c:pt idx="21447">
                  <c:v>7.0141756413693059</c:v>
                </c:pt>
                <c:pt idx="21448">
                  <c:v>7.0152535517747046</c:v>
                </c:pt>
                <c:pt idx="21449">
                  <c:v>7.0152185464923758</c:v>
                </c:pt>
                <c:pt idx="21450">
                  <c:v>7.0160529178952684</c:v>
                </c:pt>
                <c:pt idx="21451">
                  <c:v>7.0183358299563219</c:v>
                </c:pt>
                <c:pt idx="21452">
                  <c:v>7.0180859048550115</c:v>
                </c:pt>
                <c:pt idx="21453">
                  <c:v>7.0163671770289664</c:v>
                </c:pt>
                <c:pt idx="21454">
                  <c:v>7.0143744776801906</c:v>
                </c:pt>
                <c:pt idx="21455">
                  <c:v>7.013783251076176</c:v>
                </c:pt>
                <c:pt idx="21456">
                  <c:v>7.0147786152414895</c:v>
                </c:pt>
                <c:pt idx="21457">
                  <c:v>7.0154191961399581</c:v>
                </c:pt>
                <c:pt idx="21458">
                  <c:v>7.0158495876630029</c:v>
                </c:pt>
                <c:pt idx="21459">
                  <c:v>7.0156967943360824</c:v>
                </c:pt>
                <c:pt idx="21460">
                  <c:v>7.0166048029770254</c:v>
                </c:pt>
                <c:pt idx="21461">
                  <c:v>7.0180997808227819</c:v>
                </c:pt>
                <c:pt idx="21462">
                  <c:v>7.0187159999369273</c:v>
                </c:pt>
                <c:pt idx="21463">
                  <c:v>7.018858307447295</c:v>
                </c:pt>
                <c:pt idx="21464">
                  <c:v>7.0199534839716806</c:v>
                </c:pt>
                <c:pt idx="21465">
                  <c:v>7.0213428152446431</c:v>
                </c:pt>
                <c:pt idx="21466">
                  <c:v>7.0220273892682004</c:v>
                </c:pt>
                <c:pt idx="21467">
                  <c:v>7.0220680710827983</c:v>
                </c:pt>
                <c:pt idx="21468">
                  <c:v>7.0215382614043111</c:v>
                </c:pt>
                <c:pt idx="21469">
                  <c:v>7.0191675996152574</c:v>
                </c:pt>
                <c:pt idx="21470">
                  <c:v>7.0181651397846068</c:v>
                </c:pt>
                <c:pt idx="21471">
                  <c:v>7.0184493606017124</c:v>
                </c:pt>
                <c:pt idx="21472">
                  <c:v>7.0185178731925761</c:v>
                </c:pt>
                <c:pt idx="21473">
                  <c:v>7.0178276226367489</c:v>
                </c:pt>
                <c:pt idx="21474">
                  <c:v>7.016532979075671</c:v>
                </c:pt>
                <c:pt idx="21475">
                  <c:v>7.016128841514373</c:v>
                </c:pt>
                <c:pt idx="21476">
                  <c:v>7.0157281729450167</c:v>
                </c:pt>
                <c:pt idx="21477">
                  <c:v>7.0165917154165154</c:v>
                </c:pt>
                <c:pt idx="21478">
                  <c:v>7.018072028887242</c:v>
                </c:pt>
                <c:pt idx="21479">
                  <c:v>7.0189891830523976</c:v>
                </c:pt>
                <c:pt idx="21480">
                  <c:v>7.0185218152288744</c:v>
                </c:pt>
                <c:pt idx="21481">
                  <c:v>7.0172497201154229</c:v>
                </c:pt>
                <c:pt idx="21482">
                  <c:v>7.0163784512527787</c:v>
                </c:pt>
                <c:pt idx="21483">
                  <c:v>7.0147923335278071</c:v>
                </c:pt>
                <c:pt idx="21484">
                  <c:v>7.0142901969441338</c:v>
                </c:pt>
                <c:pt idx="21485">
                  <c:v>7.0152433024803296</c:v>
                </c:pt>
                <c:pt idx="21486">
                  <c:v>7.0162198237121371</c:v>
                </c:pt>
                <c:pt idx="21487">
                  <c:v>7.0150338226714393</c:v>
                </c:pt>
                <c:pt idx="21488">
                  <c:v>7.0140706255223195</c:v>
                </c:pt>
                <c:pt idx="21489">
                  <c:v>7.014120531701856</c:v>
                </c:pt>
                <c:pt idx="21490">
                  <c:v>7.0141131995143411</c:v>
                </c:pt>
                <c:pt idx="21491">
                  <c:v>7.0149780034374558</c:v>
                </c:pt>
                <c:pt idx="21492">
                  <c:v>7.0160695532884469</c:v>
                </c:pt>
                <c:pt idx="21493">
                  <c:v>7.0168559895299518</c:v>
                </c:pt>
                <c:pt idx="21494">
                  <c:v>7.016001434901213</c:v>
                </c:pt>
                <c:pt idx="21495">
                  <c:v>7.0155257099607375</c:v>
                </c:pt>
                <c:pt idx="21496">
                  <c:v>7.0156487803339695</c:v>
                </c:pt>
                <c:pt idx="21497">
                  <c:v>7.0159918951733706</c:v>
                </c:pt>
                <c:pt idx="21498">
                  <c:v>7.0161167000425744</c:v>
                </c:pt>
                <c:pt idx="21499">
                  <c:v>7.0158875888929186</c:v>
                </c:pt>
                <c:pt idx="21500">
                  <c:v>7.0149731153124462</c:v>
                </c:pt>
                <c:pt idx="21501">
                  <c:v>7.0144355792428135</c:v>
                </c:pt>
                <c:pt idx="21502">
                  <c:v>7.0167650073321877</c:v>
                </c:pt>
                <c:pt idx="21503">
                  <c:v>7.019634494394424</c:v>
                </c:pt>
                <c:pt idx="21504">
                  <c:v>7.020284536180009</c:v>
                </c:pt>
                <c:pt idx="21505">
                  <c:v>7.0182737823049877</c:v>
                </c:pt>
                <c:pt idx="21506">
                  <c:v>7.0161493401031239</c:v>
                </c:pt>
                <c:pt idx="21507">
                  <c:v>7.0138241694129517</c:v>
                </c:pt>
                <c:pt idx="21508">
                  <c:v>7.013356092022895</c:v>
                </c:pt>
                <c:pt idx="21509">
                  <c:v>7.0147107333764334</c:v>
                </c:pt>
                <c:pt idx="21510">
                  <c:v>7.0148671533767484</c:v>
                </c:pt>
                <c:pt idx="21511">
                  <c:v>7.0142033144641198</c:v>
                </c:pt>
                <c:pt idx="21512">
                  <c:v>7.0147874454027974</c:v>
                </c:pt>
                <c:pt idx="21513">
                  <c:v>7.0147927277314368</c:v>
                </c:pt>
                <c:pt idx="21514">
                  <c:v>7.013681861902584</c:v>
                </c:pt>
                <c:pt idx="21515">
                  <c:v>7.011514136142166</c:v>
                </c:pt>
                <c:pt idx="21516">
                  <c:v>7.0130763651271701</c:v>
                </c:pt>
                <c:pt idx="21517">
                  <c:v>7.0160577271795521</c:v>
                </c:pt>
                <c:pt idx="21518">
                  <c:v>7.0172296945710277</c:v>
                </c:pt>
                <c:pt idx="21519">
                  <c:v>7.0177952190983772</c:v>
                </c:pt>
                <c:pt idx="21520">
                  <c:v>7.0177818950156894</c:v>
                </c:pt>
                <c:pt idx="21521">
                  <c:v>7.0187879026790077</c:v>
                </c:pt>
                <c:pt idx="21522">
                  <c:v>7.0189585928507228</c:v>
                </c:pt>
                <c:pt idx="21523">
                  <c:v>7.0193590248979012</c:v>
                </c:pt>
                <c:pt idx="21524">
                  <c:v>7.0189839007237582</c:v>
                </c:pt>
                <c:pt idx="21525">
                  <c:v>7.0173703464261497</c:v>
                </c:pt>
                <c:pt idx="21526">
                  <c:v>7.0178376354089469</c:v>
                </c:pt>
                <c:pt idx="21527">
                  <c:v>7.0179191567195947</c:v>
                </c:pt>
                <c:pt idx="21528">
                  <c:v>7.0182187514782637</c:v>
                </c:pt>
                <c:pt idx="21529">
                  <c:v>7.0180132925463976</c:v>
                </c:pt>
                <c:pt idx="21530">
                  <c:v>7.0160580425424559</c:v>
                </c:pt>
                <c:pt idx="21531">
                  <c:v>7.0154578280956814</c:v>
                </c:pt>
                <c:pt idx="21532">
                  <c:v>7.0161827685709328</c:v>
                </c:pt>
                <c:pt idx="21533">
                  <c:v>7.0161792207382643</c:v>
                </c:pt>
                <c:pt idx="21534">
                  <c:v>7.0164754253457167</c:v>
                </c:pt>
                <c:pt idx="21535">
                  <c:v>7.0177183493905613</c:v>
                </c:pt>
                <c:pt idx="21536">
                  <c:v>7.0185503555716737</c:v>
                </c:pt>
                <c:pt idx="21537">
                  <c:v>7.0199221842034722</c:v>
                </c:pt>
                <c:pt idx="21538">
                  <c:v>7.0213881486620728</c:v>
                </c:pt>
                <c:pt idx="21539">
                  <c:v>7.0216350778157963</c:v>
                </c:pt>
                <c:pt idx="21540">
                  <c:v>7.0211496554660275</c:v>
                </c:pt>
                <c:pt idx="21541">
                  <c:v>7.0218680521610244</c:v>
                </c:pt>
                <c:pt idx="21542">
                  <c:v>7.0236248600577111</c:v>
                </c:pt>
                <c:pt idx="21543">
                  <c:v>7.0228724041690977</c:v>
                </c:pt>
                <c:pt idx="21544">
                  <c:v>7.0210382535202385</c:v>
                </c:pt>
                <c:pt idx="21545">
                  <c:v>7.0194715306138535</c:v>
                </c:pt>
                <c:pt idx="21546">
                  <c:v>7.0185554013781362</c:v>
                </c:pt>
                <c:pt idx="21547">
                  <c:v>7.0187664580015454</c:v>
                </c:pt>
                <c:pt idx="21548">
                  <c:v>7.0189672653305788</c:v>
                </c:pt>
                <c:pt idx="21549">
                  <c:v>7.0175748592693044</c:v>
                </c:pt>
                <c:pt idx="21550">
                  <c:v>7.0172772355287849</c:v>
                </c:pt>
                <c:pt idx="21551">
                  <c:v>7.0182465822545295</c:v>
                </c:pt>
                <c:pt idx="21552">
                  <c:v>7.0169813462842363</c:v>
                </c:pt>
                <c:pt idx="21553">
                  <c:v>7.0158823065642792</c:v>
                </c:pt>
                <c:pt idx="21554">
                  <c:v>7.0167372553966478</c:v>
                </c:pt>
                <c:pt idx="21555">
                  <c:v>7.0174645610936786</c:v>
                </c:pt>
                <c:pt idx="21556">
                  <c:v>7.0180722654094199</c:v>
                </c:pt>
                <c:pt idx="21557">
                  <c:v>7.0199693309575997</c:v>
                </c:pt>
                <c:pt idx="21558">
                  <c:v>7.021166448540658</c:v>
                </c:pt>
                <c:pt idx="21559">
                  <c:v>7.021164950566865</c:v>
                </c:pt>
                <c:pt idx="21560">
                  <c:v>7.0203456377426328</c:v>
                </c:pt>
                <c:pt idx="21561">
                  <c:v>7.019546192781343</c:v>
                </c:pt>
                <c:pt idx="21562">
                  <c:v>7.0187056718018264</c:v>
                </c:pt>
                <c:pt idx="21563">
                  <c:v>7.0184964285151139</c:v>
                </c:pt>
                <c:pt idx="21564">
                  <c:v>7.0183656317507372</c:v>
                </c:pt>
                <c:pt idx="21565">
                  <c:v>7.0195005440010094</c:v>
                </c:pt>
                <c:pt idx="21566">
                  <c:v>7.020959333953547</c:v>
                </c:pt>
                <c:pt idx="21567">
                  <c:v>7.0213581891862056</c:v>
                </c:pt>
                <c:pt idx="21568">
                  <c:v>7.0202722370267585</c:v>
                </c:pt>
                <c:pt idx="21569">
                  <c:v>7.0187156845740235</c:v>
                </c:pt>
                <c:pt idx="21570">
                  <c:v>7.0169362493889844</c:v>
                </c:pt>
                <c:pt idx="21571">
                  <c:v>7.0176520443400241</c:v>
                </c:pt>
                <c:pt idx="21572">
                  <c:v>7.0175384348539085</c:v>
                </c:pt>
                <c:pt idx="21573">
                  <c:v>7.0159598858386287</c:v>
                </c:pt>
                <c:pt idx="21574">
                  <c:v>7.014505747488923</c:v>
                </c:pt>
                <c:pt idx="21575">
                  <c:v>7.0165437802551285</c:v>
                </c:pt>
                <c:pt idx="21576">
                  <c:v>7.0180758920828143</c:v>
                </c:pt>
                <c:pt idx="21577">
                  <c:v>7.0193890632144944</c:v>
                </c:pt>
                <c:pt idx="21578">
                  <c:v>7.0196602753118151</c:v>
                </c:pt>
                <c:pt idx="21579">
                  <c:v>7.0176292593702199</c:v>
                </c:pt>
                <c:pt idx="21580">
                  <c:v>7.0170801337138711</c:v>
                </c:pt>
                <c:pt idx="21581">
                  <c:v>7.0183507308535296</c:v>
                </c:pt>
                <c:pt idx="21582">
                  <c:v>7.0194165786278564</c:v>
                </c:pt>
                <c:pt idx="21583">
                  <c:v>7.0186817830618589</c:v>
                </c:pt>
                <c:pt idx="21584">
                  <c:v>7.0173404657910092</c:v>
                </c:pt>
                <c:pt idx="21585">
                  <c:v>7.0162700452545765</c:v>
                </c:pt>
                <c:pt idx="21586">
                  <c:v>7.0153840331761774</c:v>
                </c:pt>
                <c:pt idx="21587">
                  <c:v>7.0148481527617905</c:v>
                </c:pt>
                <c:pt idx="21588">
                  <c:v>7.0145077185070717</c:v>
                </c:pt>
                <c:pt idx="21589">
                  <c:v>7.0165783913338275</c:v>
                </c:pt>
                <c:pt idx="21590">
                  <c:v>7.0178422870117787</c:v>
                </c:pt>
                <c:pt idx="21591">
                  <c:v>7.0143266213595297</c:v>
                </c:pt>
                <c:pt idx="21592">
                  <c:v>7.0121839669499675</c:v>
                </c:pt>
                <c:pt idx="21593">
                  <c:v>7.0126350147432159</c:v>
                </c:pt>
                <c:pt idx="21594">
                  <c:v>7.0155457355051327</c:v>
                </c:pt>
                <c:pt idx="21595">
                  <c:v>7.0171643356092019</c:v>
                </c:pt>
                <c:pt idx="21596">
                  <c:v>7.0160669515444898</c:v>
                </c:pt>
                <c:pt idx="21597">
                  <c:v>7.0143956069947491</c:v>
                </c:pt>
                <c:pt idx="21598">
                  <c:v>7.014274034595311</c:v>
                </c:pt>
                <c:pt idx="21599">
                  <c:v>7.0154225862911748</c:v>
                </c:pt>
                <c:pt idx="21600">
                  <c:v>7.0166225421403681</c:v>
                </c:pt>
                <c:pt idx="21601">
                  <c:v>7.0170841545908953</c:v>
                </c:pt>
                <c:pt idx="21602">
                  <c:v>7.0172077768492089</c:v>
                </c:pt>
                <c:pt idx="21603">
                  <c:v>7.0173004935429448</c:v>
                </c:pt>
                <c:pt idx="21604">
                  <c:v>7.0171848341979537</c:v>
                </c:pt>
                <c:pt idx="21605">
                  <c:v>7.016259244075119</c:v>
                </c:pt>
                <c:pt idx="21606">
                  <c:v>7.017127990034532</c:v>
                </c:pt>
                <c:pt idx="21607">
                  <c:v>7.0187474573865876</c:v>
                </c:pt>
                <c:pt idx="21608">
                  <c:v>7.0179998107822579</c:v>
                </c:pt>
                <c:pt idx="21609">
                  <c:v>7.0158382345984638</c:v>
                </c:pt>
                <c:pt idx="21610">
                  <c:v>7.0131493716394138</c:v>
                </c:pt>
                <c:pt idx="21611">
                  <c:v>7.0125656349043659</c:v>
                </c:pt>
                <c:pt idx="21612">
                  <c:v>7.0143997067124992</c:v>
                </c:pt>
                <c:pt idx="21613">
                  <c:v>7.0151213358772608</c:v>
                </c:pt>
                <c:pt idx="21614">
                  <c:v>7.0155432914426274</c:v>
                </c:pt>
                <c:pt idx="21615">
                  <c:v>7.0153269524905788</c:v>
                </c:pt>
                <c:pt idx="21616">
                  <c:v>7.0138736813888585</c:v>
                </c:pt>
                <c:pt idx="21617">
                  <c:v>7.0135771614185023</c:v>
                </c:pt>
                <c:pt idx="21618">
                  <c:v>7.0149276242135636</c:v>
                </c:pt>
                <c:pt idx="21619">
                  <c:v>7.0162553020388208</c:v>
                </c:pt>
                <c:pt idx="21620">
                  <c:v>7.0172013907504063</c:v>
                </c:pt>
                <c:pt idx="21621">
                  <c:v>7.0176186947129411</c:v>
                </c:pt>
                <c:pt idx="21622">
                  <c:v>7.0177958498241848</c:v>
                </c:pt>
                <c:pt idx="21623">
                  <c:v>7.0182330216496638</c:v>
                </c:pt>
                <c:pt idx="21624">
                  <c:v>7.0165150822308773</c:v>
                </c:pt>
                <c:pt idx="21625">
                  <c:v>7.0141751683249502</c:v>
                </c:pt>
                <c:pt idx="21626">
                  <c:v>7.013283637395733</c:v>
                </c:pt>
                <c:pt idx="21627">
                  <c:v>7.0129659881108184</c:v>
                </c:pt>
                <c:pt idx="21628">
                  <c:v>7.0133537268011166</c:v>
                </c:pt>
                <c:pt idx="21629">
                  <c:v>7.0138888976489699</c:v>
                </c:pt>
                <c:pt idx="21630">
                  <c:v>7.0119783503366495</c:v>
                </c:pt>
                <c:pt idx="21631">
                  <c:v>7.0091084690707834</c:v>
                </c:pt>
                <c:pt idx="21632">
                  <c:v>7.0111426386414166</c:v>
                </c:pt>
                <c:pt idx="21633">
                  <c:v>7.0141546697361985</c:v>
                </c:pt>
                <c:pt idx="21634">
                  <c:v>7.0156161402734201</c:v>
                </c:pt>
                <c:pt idx="21635">
                  <c:v>7.0151662750910608</c:v>
                </c:pt>
                <c:pt idx="21636">
                  <c:v>7.0166547091565619</c:v>
                </c:pt>
                <c:pt idx="21637">
                  <c:v>7.0173919487850647</c:v>
                </c:pt>
                <c:pt idx="21638">
                  <c:v>7.0166636969993217</c:v>
                </c:pt>
                <c:pt idx="21639">
                  <c:v>7.0173012031094784</c:v>
                </c:pt>
                <c:pt idx="21640">
                  <c:v>7.0166957851747895</c:v>
                </c:pt>
                <c:pt idx="21641">
                  <c:v>7.0163259433292859</c:v>
                </c:pt>
                <c:pt idx="21642">
                  <c:v>7.015264431794888</c:v>
                </c:pt>
                <c:pt idx="21643">
                  <c:v>7.0148736971570038</c:v>
                </c:pt>
                <c:pt idx="21644">
                  <c:v>7.0160773585203176</c:v>
                </c:pt>
                <c:pt idx="21645">
                  <c:v>7.0158401267758874</c:v>
                </c:pt>
                <c:pt idx="21646">
                  <c:v>7.0162340938835364</c:v>
                </c:pt>
                <c:pt idx="21647">
                  <c:v>7.0161621123007301</c:v>
                </c:pt>
                <c:pt idx="21648">
                  <c:v>7.0143849634967435</c:v>
                </c:pt>
                <c:pt idx="21649">
                  <c:v>7.013483577476781</c:v>
                </c:pt>
                <c:pt idx="21650">
                  <c:v>7.014521673315568</c:v>
                </c:pt>
                <c:pt idx="21651">
                  <c:v>7.0162986644381018</c:v>
                </c:pt>
                <c:pt idx="21652">
                  <c:v>7.0164818902852462</c:v>
                </c:pt>
                <c:pt idx="21653">
                  <c:v>7.0163521184503068</c:v>
                </c:pt>
                <c:pt idx="21654">
                  <c:v>7.0164468061621914</c:v>
                </c:pt>
                <c:pt idx="21655">
                  <c:v>7.0176560652170483</c:v>
                </c:pt>
                <c:pt idx="21656">
                  <c:v>7.0176454217190436</c:v>
                </c:pt>
                <c:pt idx="21657">
                  <c:v>7.0146460051404151</c:v>
                </c:pt>
                <c:pt idx="21658">
                  <c:v>7.0120038947318628</c:v>
                </c:pt>
                <c:pt idx="21659">
                  <c:v>7.0124628265977069</c:v>
                </c:pt>
                <c:pt idx="21660">
                  <c:v>7.0135358488780968</c:v>
                </c:pt>
                <c:pt idx="21661">
                  <c:v>7.0149048392437594</c:v>
                </c:pt>
                <c:pt idx="21662">
                  <c:v>7.0171003169397181</c:v>
                </c:pt>
                <c:pt idx="21663">
                  <c:v>7.0172338731295039</c:v>
                </c:pt>
                <c:pt idx="21664">
                  <c:v>7.0165973919487854</c:v>
                </c:pt>
                <c:pt idx="21665">
                  <c:v>7.0159120295179678</c:v>
                </c:pt>
                <c:pt idx="21666">
                  <c:v>7.0140557246251127</c:v>
                </c:pt>
                <c:pt idx="21667">
                  <c:v>7.0139180687175768</c:v>
                </c:pt>
                <c:pt idx="21668">
                  <c:v>7.0159148677841028</c:v>
                </c:pt>
                <c:pt idx="21669">
                  <c:v>7.0169231618284744</c:v>
                </c:pt>
                <c:pt idx="21670">
                  <c:v>7.0172068307604976</c:v>
                </c:pt>
                <c:pt idx="21671">
                  <c:v>7.0178791844715303</c:v>
                </c:pt>
                <c:pt idx="21672">
                  <c:v>7.0157864362415046</c:v>
                </c:pt>
                <c:pt idx="21673">
                  <c:v>7.0137837241205316</c:v>
                </c:pt>
                <c:pt idx="21674">
                  <c:v>7.0120539585928503</c:v>
                </c:pt>
                <c:pt idx="21675">
                  <c:v>7.0104596414323783</c:v>
                </c:pt>
                <c:pt idx="21676">
                  <c:v>7.0108517952033305</c:v>
                </c:pt>
                <c:pt idx="21677">
                  <c:v>7.0107563190841864</c:v>
                </c:pt>
                <c:pt idx="21678">
                  <c:v>7.00940751194437</c:v>
                </c:pt>
                <c:pt idx="21679">
                  <c:v>7.0095804096564125</c:v>
                </c:pt>
                <c:pt idx="21680">
                  <c:v>7.0103908923193368</c:v>
                </c:pt>
                <c:pt idx="21681">
                  <c:v>7.0126130970213971</c:v>
                </c:pt>
                <c:pt idx="21682">
                  <c:v>7.0144045159967829</c:v>
                </c:pt>
                <c:pt idx="21683">
                  <c:v>7.0159462463930371</c:v>
                </c:pt>
                <c:pt idx="21684">
                  <c:v>7.0170577429476975</c:v>
                </c:pt>
                <c:pt idx="21685">
                  <c:v>7.0166552610416435</c:v>
                </c:pt>
                <c:pt idx="21686">
                  <c:v>7.0153433513615795</c:v>
                </c:pt>
                <c:pt idx="21687">
                  <c:v>7.0136967627997917</c:v>
                </c:pt>
                <c:pt idx="21688">
                  <c:v>7.012697220076002</c:v>
                </c:pt>
                <c:pt idx="21689">
                  <c:v>7.0130761286049923</c:v>
                </c:pt>
                <c:pt idx="21690">
                  <c:v>7.0137771803402762</c:v>
                </c:pt>
                <c:pt idx="21691">
                  <c:v>7.015116763115155</c:v>
                </c:pt>
                <c:pt idx="21692">
                  <c:v>7.0153838754947255</c:v>
                </c:pt>
                <c:pt idx="21693">
                  <c:v>7.0145096106844953</c:v>
                </c:pt>
                <c:pt idx="21694">
                  <c:v>7.0157815481164949</c:v>
                </c:pt>
                <c:pt idx="21695">
                  <c:v>7.0191849445749694</c:v>
                </c:pt>
                <c:pt idx="21696">
                  <c:v>7.0188663492013434</c:v>
                </c:pt>
                <c:pt idx="21697">
                  <c:v>7.0154072123496114</c:v>
                </c:pt>
                <c:pt idx="21698">
                  <c:v>7.0130888219618726</c:v>
                </c:pt>
                <c:pt idx="21699">
                  <c:v>7.0146714706949025</c:v>
                </c:pt>
                <c:pt idx="21700">
                  <c:v>7.0177869408221509</c:v>
                </c:pt>
                <c:pt idx="21701">
                  <c:v>7.0182035352181522</c:v>
                </c:pt>
                <c:pt idx="21702">
                  <c:v>7.0189329696147844</c:v>
                </c:pt>
                <c:pt idx="21703">
                  <c:v>7.0195328686986551</c:v>
                </c:pt>
                <c:pt idx="21704">
                  <c:v>7.0189609580725021</c:v>
                </c:pt>
                <c:pt idx="21705">
                  <c:v>7.0183129661457926</c:v>
                </c:pt>
                <c:pt idx="21706">
                  <c:v>7.0179682744918717</c:v>
                </c:pt>
                <c:pt idx="21707">
                  <c:v>7.0176977719610845</c:v>
                </c:pt>
                <c:pt idx="21708">
                  <c:v>7.0179071729292479</c:v>
                </c:pt>
                <c:pt idx="21709">
                  <c:v>7.0170376385625755</c:v>
                </c:pt>
                <c:pt idx="21710">
                  <c:v>7.0156375849508823</c:v>
                </c:pt>
                <c:pt idx="21711">
                  <c:v>7.0149218688405686</c:v>
                </c:pt>
                <c:pt idx="21712">
                  <c:v>7.0160633248710953</c:v>
                </c:pt>
                <c:pt idx="21713">
                  <c:v>7.0173319509926051</c:v>
                </c:pt>
                <c:pt idx="21714">
                  <c:v>7.0165850139548089</c:v>
                </c:pt>
                <c:pt idx="21715">
                  <c:v>7.0163395039341525</c:v>
                </c:pt>
                <c:pt idx="21716">
                  <c:v>7.0157210772796796</c:v>
                </c:pt>
                <c:pt idx="21717">
                  <c:v>7.0150730853529701</c:v>
                </c:pt>
                <c:pt idx="21718">
                  <c:v>7.0147591415821759</c:v>
                </c:pt>
                <c:pt idx="21719">
                  <c:v>7.0128676737255393</c:v>
                </c:pt>
                <c:pt idx="21720">
                  <c:v>7.0099347198789008</c:v>
                </c:pt>
                <c:pt idx="21721">
                  <c:v>7.00849532474495</c:v>
                </c:pt>
                <c:pt idx="21722">
                  <c:v>7.0082474495025151</c:v>
                </c:pt>
                <c:pt idx="21723">
                  <c:v>7.0101612292845994</c:v>
                </c:pt>
                <c:pt idx="21724">
                  <c:v>7.0128360585944272</c:v>
                </c:pt>
                <c:pt idx="21725">
                  <c:v>7.0139552815402322</c:v>
                </c:pt>
                <c:pt idx="21726">
                  <c:v>7.013607988142355</c:v>
                </c:pt>
                <c:pt idx="21727">
                  <c:v>7.013188082435863</c:v>
                </c:pt>
                <c:pt idx="21728">
                  <c:v>7.0126148315173689</c:v>
                </c:pt>
                <c:pt idx="21729">
                  <c:v>7.0132500512464722</c:v>
                </c:pt>
                <c:pt idx="21730">
                  <c:v>7.0142102524480041</c:v>
                </c:pt>
                <c:pt idx="21731">
                  <c:v>7.0150622053327867</c:v>
                </c:pt>
                <c:pt idx="21732">
                  <c:v>7.0150740314416815</c:v>
                </c:pt>
                <c:pt idx="21733">
                  <c:v>7.0158552641952729</c:v>
                </c:pt>
                <c:pt idx="21734">
                  <c:v>7.0162790330973364</c:v>
                </c:pt>
                <c:pt idx="21735">
                  <c:v>7.0158569198505178</c:v>
                </c:pt>
                <c:pt idx="21736">
                  <c:v>7.0163346946498679</c:v>
                </c:pt>
                <c:pt idx="21737">
                  <c:v>7.0171321685930081</c:v>
                </c:pt>
                <c:pt idx="21738">
                  <c:v>7.0177785837051987</c:v>
                </c:pt>
                <c:pt idx="21739">
                  <c:v>7.0192924833251862</c:v>
                </c:pt>
                <c:pt idx="21740">
                  <c:v>7.0201357637301127</c:v>
                </c:pt>
                <c:pt idx="21741">
                  <c:v>7.0212814771598415</c:v>
                </c:pt>
                <c:pt idx="21742">
                  <c:v>7.0212608997303647</c:v>
                </c:pt>
                <c:pt idx="21743">
                  <c:v>7.0206547722291424</c:v>
                </c:pt>
                <c:pt idx="21744">
                  <c:v>7.020799996846371</c:v>
                </c:pt>
                <c:pt idx="21745">
                  <c:v>7.0186582096847951</c:v>
                </c:pt>
                <c:pt idx="21746">
                  <c:v>7.0173607278575822</c:v>
                </c:pt>
                <c:pt idx="21747">
                  <c:v>7.0179454895220674</c:v>
                </c:pt>
                <c:pt idx="21748">
                  <c:v>7.0167112379570789</c:v>
                </c:pt>
                <c:pt idx="21749">
                  <c:v>7.0153805641842348</c:v>
                </c:pt>
                <c:pt idx="21750">
                  <c:v>7.0174153644806765</c:v>
                </c:pt>
                <c:pt idx="21751">
                  <c:v>7.0203425629543199</c:v>
                </c:pt>
                <c:pt idx="21752">
                  <c:v>7.0211782746495528</c:v>
                </c:pt>
                <c:pt idx="21753">
                  <c:v>7.0186407070436303</c:v>
                </c:pt>
                <c:pt idx="21754">
                  <c:v>7.0158778914836244</c:v>
                </c:pt>
                <c:pt idx="21755">
                  <c:v>7.0151355272079341</c:v>
                </c:pt>
                <c:pt idx="21756">
                  <c:v>7.0157937684290195</c:v>
                </c:pt>
                <c:pt idx="21757">
                  <c:v>7.0173848531197276</c:v>
                </c:pt>
                <c:pt idx="21758">
                  <c:v>7.0198417666629878</c:v>
                </c:pt>
                <c:pt idx="21759">
                  <c:v>7.0219502830382066</c:v>
                </c:pt>
                <c:pt idx="21760">
                  <c:v>7.0224866364969492</c:v>
                </c:pt>
                <c:pt idx="21761">
                  <c:v>7.0217228275437957</c:v>
                </c:pt>
                <c:pt idx="21762">
                  <c:v>7.020636323499267</c:v>
                </c:pt>
                <c:pt idx="21763">
                  <c:v>7.0190368816916067</c:v>
                </c:pt>
                <c:pt idx="21764">
                  <c:v>7.0179405225563318</c:v>
                </c:pt>
                <c:pt idx="21765">
                  <c:v>7.0168020624733911</c:v>
                </c:pt>
                <c:pt idx="21766">
                  <c:v>7.0137043315094845</c:v>
                </c:pt>
                <c:pt idx="21767">
                  <c:v>7.0119568268184613</c:v>
                </c:pt>
                <c:pt idx="21768">
                  <c:v>7.0118768034816066</c:v>
                </c:pt>
                <c:pt idx="21769">
                  <c:v>7.0141906211072396</c:v>
                </c:pt>
                <c:pt idx="21770">
                  <c:v>7.0157815481164949</c:v>
                </c:pt>
                <c:pt idx="21771">
                  <c:v>7.0146575947271321</c:v>
                </c:pt>
                <c:pt idx="21772">
                  <c:v>7.014789574102398</c:v>
                </c:pt>
                <c:pt idx="21773">
                  <c:v>7.0158435169271041</c:v>
                </c:pt>
                <c:pt idx="21774">
                  <c:v>7.016353301061196</c:v>
                </c:pt>
                <c:pt idx="21775">
                  <c:v>7.0169168545703968</c:v>
                </c:pt>
                <c:pt idx="21776">
                  <c:v>7.0168940696005926</c:v>
                </c:pt>
                <c:pt idx="21777">
                  <c:v>7.0164075434806605</c:v>
                </c:pt>
                <c:pt idx="21778">
                  <c:v>7.015895788328419</c:v>
                </c:pt>
                <c:pt idx="21779">
                  <c:v>7.0155067881865056</c:v>
                </c:pt>
                <c:pt idx="21780">
                  <c:v>7.0168838991469435</c:v>
                </c:pt>
                <c:pt idx="21781">
                  <c:v>7.0182307352686104</c:v>
                </c:pt>
                <c:pt idx="21782">
                  <c:v>7.0181544174458761</c:v>
                </c:pt>
                <c:pt idx="21783">
                  <c:v>7.0183071319320707</c:v>
                </c:pt>
                <c:pt idx="21784">
                  <c:v>7.0206908812816344</c:v>
                </c:pt>
                <c:pt idx="21785">
                  <c:v>7.0214368722307192</c:v>
                </c:pt>
                <c:pt idx="21786">
                  <c:v>7.0222528737444616</c:v>
                </c:pt>
                <c:pt idx="21787">
                  <c:v>7.0214362415049116</c:v>
                </c:pt>
                <c:pt idx="21788">
                  <c:v>7.0178344029391821</c:v>
                </c:pt>
                <c:pt idx="21789">
                  <c:v>7.017484113593718</c:v>
                </c:pt>
                <c:pt idx="21790">
                  <c:v>7.0184758510856371</c:v>
                </c:pt>
                <c:pt idx="21791">
                  <c:v>7.0178238382819025</c:v>
                </c:pt>
                <c:pt idx="21792">
                  <c:v>7.0164682508396536</c:v>
                </c:pt>
                <c:pt idx="21793">
                  <c:v>7.0167547580378118</c:v>
                </c:pt>
                <c:pt idx="21794">
                  <c:v>7.0206397136504837</c:v>
                </c:pt>
                <c:pt idx="21795">
                  <c:v>7.0233421372143994</c:v>
                </c:pt>
                <c:pt idx="21796">
                  <c:v>7.0209020167457705</c:v>
                </c:pt>
                <c:pt idx="21797">
                  <c:v>7.0165504817168358</c:v>
                </c:pt>
                <c:pt idx="21798">
                  <c:v>7.0150233368548855</c:v>
                </c:pt>
                <c:pt idx="21799">
                  <c:v>7.0160112899919582</c:v>
                </c:pt>
                <c:pt idx="21800">
                  <c:v>7.0159440388527097</c:v>
                </c:pt>
                <c:pt idx="21801">
                  <c:v>7.0152895031457447</c:v>
                </c:pt>
                <c:pt idx="21802">
                  <c:v>7.0152070357463847</c:v>
                </c:pt>
                <c:pt idx="21803">
                  <c:v>7.0157139816143426</c:v>
                </c:pt>
                <c:pt idx="21804">
                  <c:v>7.0175745439064006</c:v>
                </c:pt>
                <c:pt idx="21805">
                  <c:v>7.0172932401961559</c:v>
                </c:pt>
                <c:pt idx="21806">
                  <c:v>7.0157377126728582</c:v>
                </c:pt>
                <c:pt idx="21807">
                  <c:v>7.0153040098393227</c:v>
                </c:pt>
                <c:pt idx="21808">
                  <c:v>7.0149931408568413</c:v>
                </c:pt>
                <c:pt idx="21809">
                  <c:v>7.0171410775950429</c:v>
                </c:pt>
                <c:pt idx="21810">
                  <c:v>7.0176615052271405</c:v>
                </c:pt>
                <c:pt idx="21811">
                  <c:v>7.0181600151374193</c:v>
                </c:pt>
                <c:pt idx="21812">
                  <c:v>7.0202988063514091</c:v>
                </c:pt>
                <c:pt idx="21813">
                  <c:v>7.0217885018685253</c:v>
                </c:pt>
                <c:pt idx="21814">
                  <c:v>7.0227535123543419</c:v>
                </c:pt>
                <c:pt idx="21815">
                  <c:v>7.0237476939087653</c:v>
                </c:pt>
                <c:pt idx="21816">
                  <c:v>7.0228252574149703</c:v>
                </c:pt>
                <c:pt idx="21817">
                  <c:v>7.0219562749333795</c:v>
                </c:pt>
                <c:pt idx="21818">
                  <c:v>7.0222330058815183</c:v>
                </c:pt>
                <c:pt idx="21819">
                  <c:v>7.0219725161229283</c:v>
                </c:pt>
                <c:pt idx="21820">
                  <c:v>7.0204630315835947</c:v>
                </c:pt>
                <c:pt idx="21821">
                  <c:v>7.0201520837603875</c:v>
                </c:pt>
                <c:pt idx="21822">
                  <c:v>7.0213391097305227</c:v>
                </c:pt>
                <c:pt idx="21823">
                  <c:v>7.0233299169018748</c:v>
                </c:pt>
                <c:pt idx="21824">
                  <c:v>7.022770699632602</c:v>
                </c:pt>
                <c:pt idx="21825">
                  <c:v>7.0204450558980751</c:v>
                </c:pt>
                <c:pt idx="21826">
                  <c:v>7.018877150380801</c:v>
                </c:pt>
                <c:pt idx="21827">
                  <c:v>7.0185168482631388</c:v>
                </c:pt>
                <c:pt idx="21828">
                  <c:v>7.0199854144656966</c:v>
                </c:pt>
                <c:pt idx="21829">
                  <c:v>7.0220600293287498</c:v>
                </c:pt>
                <c:pt idx="21830">
                  <c:v>7.0197883126507827</c:v>
                </c:pt>
                <c:pt idx="21831">
                  <c:v>7.0174072438859021</c:v>
                </c:pt>
                <c:pt idx="21832">
                  <c:v>7.0171600782099999</c:v>
                </c:pt>
                <c:pt idx="21833">
                  <c:v>7.0178082278181622</c:v>
                </c:pt>
                <c:pt idx="21834">
                  <c:v>7.017475441113862</c:v>
                </c:pt>
                <c:pt idx="21835">
                  <c:v>7.016325785647834</c:v>
                </c:pt>
                <c:pt idx="21836">
                  <c:v>7.016605276021382</c:v>
                </c:pt>
                <c:pt idx="21837">
                  <c:v>7.0173823302164964</c:v>
                </c:pt>
                <c:pt idx="21838">
                  <c:v>7.0184041060250086</c:v>
                </c:pt>
                <c:pt idx="21839">
                  <c:v>7.0195647203519451</c:v>
                </c:pt>
                <c:pt idx="21840">
                  <c:v>7.0191839196455321</c:v>
                </c:pt>
                <c:pt idx="21841">
                  <c:v>7.0184879925574357</c:v>
                </c:pt>
                <c:pt idx="21842">
                  <c:v>7.0177061290780367</c:v>
                </c:pt>
                <c:pt idx="21843">
                  <c:v>7.0168016682697614</c:v>
                </c:pt>
                <c:pt idx="21844">
                  <c:v>7.0151360790930166</c:v>
                </c:pt>
                <c:pt idx="21845">
                  <c:v>7.0140173291915673</c:v>
                </c:pt>
                <c:pt idx="21846">
                  <c:v>7.0154105236601021</c:v>
                </c:pt>
                <c:pt idx="21847">
                  <c:v>7.0168944638042223</c:v>
                </c:pt>
                <c:pt idx="21848">
                  <c:v>7.0176445544710573</c:v>
                </c:pt>
                <c:pt idx="21849">
                  <c:v>7.0176238982008545</c:v>
                </c:pt>
                <c:pt idx="21850">
                  <c:v>7.0180602027783472</c:v>
                </c:pt>
                <c:pt idx="21851">
                  <c:v>7.0189024582538355</c:v>
                </c:pt>
                <c:pt idx="21852">
                  <c:v>7.0194785474384647</c:v>
                </c:pt>
                <c:pt idx="21853">
                  <c:v>7.0190382219839478</c:v>
                </c:pt>
                <c:pt idx="21854">
                  <c:v>7.0175215629385512</c:v>
                </c:pt>
                <c:pt idx="21855">
                  <c:v>7.0173138176256327</c:v>
                </c:pt>
                <c:pt idx="21856">
                  <c:v>7.0174281366782827</c:v>
                </c:pt>
                <c:pt idx="21857">
                  <c:v>7.0177588735237073</c:v>
                </c:pt>
                <c:pt idx="21858">
                  <c:v>7.0192713540106277</c:v>
                </c:pt>
                <c:pt idx="21859">
                  <c:v>7.0198884403727586</c:v>
                </c:pt>
                <c:pt idx="21860">
                  <c:v>7.0198157492234188</c:v>
                </c:pt>
                <c:pt idx="21861">
                  <c:v>7.0183695737870355</c:v>
                </c:pt>
                <c:pt idx="21862">
                  <c:v>7.0168020624733911</c:v>
                </c:pt>
                <c:pt idx="21863">
                  <c:v>7.0163537741055517</c:v>
                </c:pt>
                <c:pt idx="21864">
                  <c:v>7.0154434790835554</c:v>
                </c:pt>
                <c:pt idx="21865">
                  <c:v>7.0149877008467492</c:v>
                </c:pt>
                <c:pt idx="21866">
                  <c:v>7.0156354562512808</c:v>
                </c:pt>
                <c:pt idx="21867">
                  <c:v>7.0171421813652062</c:v>
                </c:pt>
                <c:pt idx="21868">
                  <c:v>7.0167009886627039</c:v>
                </c:pt>
                <c:pt idx="21869">
                  <c:v>7.0165179993377382</c:v>
                </c:pt>
                <c:pt idx="21870">
                  <c:v>7.0167150223119252</c:v>
                </c:pt>
                <c:pt idx="21871">
                  <c:v>7.0173281666377587</c:v>
                </c:pt>
                <c:pt idx="21872">
                  <c:v>7.0173450385531151</c:v>
                </c:pt>
                <c:pt idx="21873">
                  <c:v>7.0157777637616485</c:v>
                </c:pt>
                <c:pt idx="21874">
                  <c:v>7.0163298065248583</c:v>
                </c:pt>
                <c:pt idx="21875">
                  <c:v>7.0171551900849902</c:v>
                </c:pt>
                <c:pt idx="21876">
                  <c:v>7.016472114035226</c:v>
                </c:pt>
                <c:pt idx="21877">
                  <c:v>7.0170250240464211</c:v>
                </c:pt>
                <c:pt idx="21878">
                  <c:v>7.0169524905785332</c:v>
                </c:pt>
                <c:pt idx="21879">
                  <c:v>7.0157381857172139</c:v>
                </c:pt>
                <c:pt idx="21880">
                  <c:v>7.0166584146706823</c:v>
                </c:pt>
                <c:pt idx="21881">
                  <c:v>7.0178539554392216</c:v>
                </c:pt>
                <c:pt idx="21882">
                  <c:v>7.0194282470552984</c:v>
                </c:pt>
                <c:pt idx="21883">
                  <c:v>7.0200008672479859</c:v>
                </c:pt>
                <c:pt idx="21884">
                  <c:v>7.0220912502562323</c:v>
                </c:pt>
                <c:pt idx="21885">
                  <c:v>7.0224465065674329</c:v>
                </c:pt>
                <c:pt idx="21886">
                  <c:v>7.0230361563569277</c:v>
                </c:pt>
                <c:pt idx="21887">
                  <c:v>7.0229694571027608</c:v>
                </c:pt>
                <c:pt idx="21888">
                  <c:v>7.0219144105078923</c:v>
                </c:pt>
                <c:pt idx="21889">
                  <c:v>7.0219150412336999</c:v>
                </c:pt>
                <c:pt idx="21890">
                  <c:v>7.0226125451363153</c:v>
                </c:pt>
                <c:pt idx="21891">
                  <c:v>7.0230218073448016</c:v>
                </c:pt>
                <c:pt idx="21892">
                  <c:v>7.0218929658304292</c:v>
                </c:pt>
                <c:pt idx="21893">
                  <c:v>7.0201184187703998</c:v>
                </c:pt>
                <c:pt idx="21894">
                  <c:v>7.0190788249578207</c:v>
                </c:pt>
                <c:pt idx="21895">
                  <c:v>7.0185056528800516</c:v>
                </c:pt>
                <c:pt idx="21896">
                  <c:v>7.0176455005597695</c:v>
                </c:pt>
                <c:pt idx="21897">
                  <c:v>7.0176794020719342</c:v>
                </c:pt>
                <c:pt idx="21898">
                  <c:v>7.0191065768933596</c:v>
                </c:pt>
                <c:pt idx="21899">
                  <c:v>7.0209385988426183</c:v>
                </c:pt>
                <c:pt idx="21900">
                  <c:v>7.0224495025150189</c:v>
                </c:pt>
                <c:pt idx="21901">
                  <c:v>7.0217370977151958</c:v>
                </c:pt>
                <c:pt idx="21902">
                  <c:v>7.0190596666614109</c:v>
                </c:pt>
                <c:pt idx="21903">
                  <c:v>7.0156445229347675</c:v>
                </c:pt>
                <c:pt idx="21904">
                  <c:v>7.0144530030432524</c:v>
                </c:pt>
                <c:pt idx="21905">
                  <c:v>7.0151925290528077</c:v>
                </c:pt>
                <c:pt idx="21906">
                  <c:v>7.0160851637521882</c:v>
                </c:pt>
                <c:pt idx="21907">
                  <c:v>7.0152221731657702</c:v>
                </c:pt>
                <c:pt idx="21908">
                  <c:v>7.0155964300919287</c:v>
                </c:pt>
                <c:pt idx="21909">
                  <c:v>7.0181390435043127</c:v>
                </c:pt>
                <c:pt idx="21910">
                  <c:v>7.0185407370031063</c:v>
                </c:pt>
                <c:pt idx="21911">
                  <c:v>7.0161045585707758</c:v>
                </c:pt>
                <c:pt idx="21912">
                  <c:v>7.0135975811665272</c:v>
                </c:pt>
                <c:pt idx="21913">
                  <c:v>7.0128724830098239</c:v>
                </c:pt>
                <c:pt idx="21914">
                  <c:v>7.0120243933206137</c:v>
                </c:pt>
                <c:pt idx="21915">
                  <c:v>7.0119403491067347</c:v>
                </c:pt>
                <c:pt idx="21916">
                  <c:v>7.0135967139185418</c:v>
                </c:pt>
                <c:pt idx="21917">
                  <c:v>7.0143341112284965</c:v>
                </c:pt>
                <c:pt idx="21918">
                  <c:v>7.012419306516974</c:v>
                </c:pt>
                <c:pt idx="21919">
                  <c:v>7.0128967659534212</c:v>
                </c:pt>
                <c:pt idx="21920">
                  <c:v>7.0157584477837869</c:v>
                </c:pt>
                <c:pt idx="21921">
                  <c:v>7.0172363171920091</c:v>
                </c:pt>
                <c:pt idx="21922">
                  <c:v>7.0186427569025058</c:v>
                </c:pt>
                <c:pt idx="21923">
                  <c:v>7.0199590028224979</c:v>
                </c:pt>
                <c:pt idx="21924">
                  <c:v>7.0204255033980356</c:v>
                </c:pt>
                <c:pt idx="21925">
                  <c:v>7.0206294643561078</c:v>
                </c:pt>
                <c:pt idx="21926">
                  <c:v>7.020816001513742</c:v>
                </c:pt>
                <c:pt idx="21927">
                  <c:v>7.0195770983459216</c:v>
                </c:pt>
                <c:pt idx="21928">
                  <c:v>7.0178584493606015</c:v>
                </c:pt>
                <c:pt idx="21929">
                  <c:v>7.01856431038017</c:v>
                </c:pt>
                <c:pt idx="21930">
                  <c:v>7.0199886469354613</c:v>
                </c:pt>
                <c:pt idx="21931">
                  <c:v>7.0199809993850426</c:v>
                </c:pt>
                <c:pt idx="21932">
                  <c:v>7.0177632886043613</c:v>
                </c:pt>
                <c:pt idx="21933">
                  <c:v>7.016185291474164</c:v>
                </c:pt>
                <c:pt idx="21934">
                  <c:v>7.0156021066241978</c:v>
                </c:pt>
                <c:pt idx="21935">
                  <c:v>7.0169236348728301</c:v>
                </c:pt>
                <c:pt idx="21936">
                  <c:v>7.0169797694697174</c:v>
                </c:pt>
                <c:pt idx="21937">
                  <c:v>7.0163747457386592</c:v>
                </c:pt>
                <c:pt idx="21938">
                  <c:v>7.0168423500843593</c:v>
                </c:pt>
                <c:pt idx="21939">
                  <c:v>7.01765212318075</c:v>
                </c:pt>
                <c:pt idx="21940">
                  <c:v>7.0182649521436797</c:v>
                </c:pt>
                <c:pt idx="21941">
                  <c:v>7.0183061070026334</c:v>
                </c:pt>
                <c:pt idx="21942">
                  <c:v>7.0175743862249487</c:v>
                </c:pt>
                <c:pt idx="21943">
                  <c:v>7.0149537204938586</c:v>
                </c:pt>
                <c:pt idx="21944">
                  <c:v>7.0144798088900799</c:v>
                </c:pt>
                <c:pt idx="21945">
                  <c:v>7.0151667481354165</c:v>
                </c:pt>
                <c:pt idx="21946">
                  <c:v>7.0169251328466231</c:v>
                </c:pt>
                <c:pt idx="21947">
                  <c:v>7.0175049275453727</c:v>
                </c:pt>
                <c:pt idx="21948">
                  <c:v>7.0158757627840238</c:v>
                </c:pt>
                <c:pt idx="21949">
                  <c:v>7.0150916129235714</c:v>
                </c:pt>
                <c:pt idx="21950">
                  <c:v>7.0169740929374473</c:v>
                </c:pt>
                <c:pt idx="21951">
                  <c:v>7.0184121477790571</c:v>
                </c:pt>
                <c:pt idx="21952">
                  <c:v>7.0200782100001575</c:v>
                </c:pt>
                <c:pt idx="21953">
                  <c:v>7.0206415269871805</c:v>
                </c:pt>
                <c:pt idx="21954">
                  <c:v>7.0196903924691343</c:v>
                </c:pt>
                <c:pt idx="21955">
                  <c:v>7.016834071808133</c:v>
                </c:pt>
                <c:pt idx="21956">
                  <c:v>7.0151865371576339</c:v>
                </c:pt>
                <c:pt idx="21957">
                  <c:v>7.0150989451110863</c:v>
                </c:pt>
                <c:pt idx="21958">
                  <c:v>7.0145890821362684</c:v>
                </c:pt>
                <c:pt idx="21959">
                  <c:v>7.0135463346946496</c:v>
                </c:pt>
                <c:pt idx="21960">
                  <c:v>7.0140051088790427</c:v>
                </c:pt>
                <c:pt idx="21961">
                  <c:v>7.0160439300525077</c:v>
                </c:pt>
                <c:pt idx="21962">
                  <c:v>7.0166349989750705</c:v>
                </c:pt>
                <c:pt idx="21963">
                  <c:v>7.0170998438953625</c:v>
                </c:pt>
                <c:pt idx="21964">
                  <c:v>7.0183215597849227</c:v>
                </c:pt>
                <c:pt idx="21965">
                  <c:v>7.018652690833977</c:v>
                </c:pt>
                <c:pt idx="21966">
                  <c:v>7.0170668096311832</c:v>
                </c:pt>
                <c:pt idx="21967">
                  <c:v>7.0175661079487224</c:v>
                </c:pt>
                <c:pt idx="21968">
                  <c:v>7.0183758022043863</c:v>
                </c:pt>
                <c:pt idx="21969">
                  <c:v>7.0184235796843213</c:v>
                </c:pt>
                <c:pt idx="21970">
                  <c:v>7.0188195966508458</c:v>
                </c:pt>
                <c:pt idx="21971">
                  <c:v>7.0187643293019439</c:v>
                </c:pt>
                <c:pt idx="21972">
                  <c:v>7.0186090130717922</c:v>
                </c:pt>
                <c:pt idx="21973">
                  <c:v>7.0177741686245447</c:v>
                </c:pt>
                <c:pt idx="21974">
                  <c:v>7.0178273072738451</c:v>
                </c:pt>
                <c:pt idx="21975">
                  <c:v>7.0174343650956335</c:v>
                </c:pt>
                <c:pt idx="21976">
                  <c:v>7.0164328513536951</c:v>
                </c:pt>
                <c:pt idx="21977">
                  <c:v>7.016981740487866</c:v>
                </c:pt>
                <c:pt idx="21978">
                  <c:v>7.0168099465459877</c:v>
                </c:pt>
                <c:pt idx="21979">
                  <c:v>7.0150996546776199</c:v>
                </c:pt>
                <c:pt idx="21980">
                  <c:v>7.0129282234030814</c:v>
                </c:pt>
                <c:pt idx="21981">
                  <c:v>7.0143956069947491</c:v>
                </c:pt>
                <c:pt idx="21982">
                  <c:v>7.0159670603446918</c:v>
                </c:pt>
                <c:pt idx="21983">
                  <c:v>7.0139819297056087</c:v>
                </c:pt>
                <c:pt idx="21984">
                  <c:v>7.012714565035715</c:v>
                </c:pt>
                <c:pt idx="21985">
                  <c:v>7.0134365884041063</c:v>
                </c:pt>
                <c:pt idx="21986">
                  <c:v>7.0134952459042239</c:v>
                </c:pt>
                <c:pt idx="21987">
                  <c:v>7.0118102619088916</c:v>
                </c:pt>
                <c:pt idx="21988">
                  <c:v>7.0122663555086016</c:v>
                </c:pt>
                <c:pt idx="21989">
                  <c:v>7.0134274428798937</c:v>
                </c:pt>
                <c:pt idx="21990">
                  <c:v>7.0133870764281996</c:v>
                </c:pt>
                <c:pt idx="21991">
                  <c:v>7.0128762673646703</c:v>
                </c:pt>
                <c:pt idx="21992">
                  <c:v>7.0136816253804062</c:v>
                </c:pt>
                <c:pt idx="21993">
                  <c:v>7.0139268988788848</c:v>
                </c:pt>
                <c:pt idx="21994">
                  <c:v>7.0142993424683455</c:v>
                </c:pt>
                <c:pt idx="21995">
                  <c:v>7.0153570696478971</c:v>
                </c:pt>
                <c:pt idx="21996">
                  <c:v>7.0188437219129911</c:v>
                </c:pt>
                <c:pt idx="21997">
                  <c:v>7.021565934499125</c:v>
                </c:pt>
                <c:pt idx="21998">
                  <c:v>7.02091589271354</c:v>
                </c:pt>
                <c:pt idx="21999">
                  <c:v>7.0187977577697538</c:v>
                </c:pt>
                <c:pt idx="22000">
                  <c:v>7.0174279001561048</c:v>
                </c:pt>
                <c:pt idx="22001">
                  <c:v>7.0174606978981062</c:v>
                </c:pt>
                <c:pt idx="22002">
                  <c:v>7.0178479635440487</c:v>
                </c:pt>
                <c:pt idx="22003">
                  <c:v>7.0177882811144929</c:v>
                </c:pt>
                <c:pt idx="22004">
                  <c:v>7.0174686608114287</c:v>
                </c:pt>
                <c:pt idx="22005">
                  <c:v>7.0158827796086349</c:v>
                </c:pt>
                <c:pt idx="22006">
                  <c:v>7.0152017534177453</c:v>
                </c:pt>
                <c:pt idx="22007">
                  <c:v>7.0159050126933566</c:v>
                </c:pt>
                <c:pt idx="22008">
                  <c:v>7.0172035982907328</c:v>
                </c:pt>
                <c:pt idx="22009">
                  <c:v>7.0183235308030714</c:v>
                </c:pt>
                <c:pt idx="22010">
                  <c:v>7.0182554124158374</c:v>
                </c:pt>
                <c:pt idx="22011">
                  <c:v>7.0183494694019144</c:v>
                </c:pt>
                <c:pt idx="22012">
                  <c:v>7.0184160109746294</c:v>
                </c:pt>
                <c:pt idx="22013">
                  <c:v>7.0177156688058782</c:v>
                </c:pt>
                <c:pt idx="22014">
                  <c:v>7.0168536243081725</c:v>
                </c:pt>
                <c:pt idx="22015">
                  <c:v>7.0179445434333561</c:v>
                </c:pt>
                <c:pt idx="22016">
                  <c:v>7.0177882811144929</c:v>
                </c:pt>
                <c:pt idx="22017">
                  <c:v>7.0168798782699193</c:v>
                </c:pt>
                <c:pt idx="22018">
                  <c:v>7.0169302574938106</c:v>
                </c:pt>
                <c:pt idx="22019">
                  <c:v>7.0181510272946594</c:v>
                </c:pt>
                <c:pt idx="22020">
                  <c:v>7.0185229189990386</c:v>
                </c:pt>
                <c:pt idx="22021">
                  <c:v>7.0200874343650952</c:v>
                </c:pt>
                <c:pt idx="22022">
                  <c:v>7.0205971396584621</c:v>
                </c:pt>
                <c:pt idx="22023">
                  <c:v>7.021522572099844</c:v>
                </c:pt>
                <c:pt idx="22024">
                  <c:v>7.0199013702518176</c:v>
                </c:pt>
                <c:pt idx="22025">
                  <c:v>7.0162495466658257</c:v>
                </c:pt>
                <c:pt idx="22026">
                  <c:v>7.0145296362288905</c:v>
                </c:pt>
                <c:pt idx="22027">
                  <c:v>7.0142513284662327</c:v>
                </c:pt>
                <c:pt idx="22028">
                  <c:v>7.0166802535517743</c:v>
                </c:pt>
                <c:pt idx="22029">
                  <c:v>7.0180218073448017</c:v>
                </c:pt>
                <c:pt idx="22030">
                  <c:v>7.0180207035746385</c:v>
                </c:pt>
                <c:pt idx="22031">
                  <c:v>7.0183202194925807</c:v>
                </c:pt>
                <c:pt idx="22032">
                  <c:v>7.0188191236064901</c:v>
                </c:pt>
                <c:pt idx="22033">
                  <c:v>7.0188378088585441</c:v>
                </c:pt>
                <c:pt idx="22034">
                  <c:v>7.0193596556237088</c:v>
                </c:pt>
                <c:pt idx="22035">
                  <c:v>7.0193021018937545</c:v>
                </c:pt>
                <c:pt idx="22036">
                  <c:v>7.0188260615903753</c:v>
                </c:pt>
                <c:pt idx="22037">
                  <c:v>7.0189880004415084</c:v>
                </c:pt>
                <c:pt idx="22038">
                  <c:v>7.0184896482126806</c:v>
                </c:pt>
                <c:pt idx="22039">
                  <c:v>7.0178798940380647</c:v>
                </c:pt>
                <c:pt idx="22040">
                  <c:v>7.0170563238146295</c:v>
                </c:pt>
                <c:pt idx="22041">
                  <c:v>7.0175866853781992</c:v>
                </c:pt>
                <c:pt idx="22042">
                  <c:v>7.0178966082719691</c:v>
                </c:pt>
                <c:pt idx="22043">
                  <c:v>7.0175630331604095</c:v>
                </c:pt>
                <c:pt idx="22044">
                  <c:v>7.0187156845740235</c:v>
                </c:pt>
                <c:pt idx="22045">
                  <c:v>7.0183650010249297</c:v>
                </c:pt>
                <c:pt idx="22046">
                  <c:v>7.0180210977782682</c:v>
                </c:pt>
                <c:pt idx="22047">
                  <c:v>7.0185343509043028</c:v>
                </c:pt>
                <c:pt idx="22048">
                  <c:v>7.018003910500008</c:v>
                </c:pt>
                <c:pt idx="22049">
                  <c:v>7.0172433340166194</c:v>
                </c:pt>
                <c:pt idx="22050">
                  <c:v>7.0164757407086205</c:v>
                </c:pt>
                <c:pt idx="22051">
                  <c:v>7.0145644838297674</c:v>
                </c:pt>
                <c:pt idx="22052">
                  <c:v>7.0134466011763035</c:v>
                </c:pt>
                <c:pt idx="22053">
                  <c:v>7.0138443526387988</c:v>
                </c:pt>
                <c:pt idx="22054">
                  <c:v>7.0147034011889184</c:v>
                </c:pt>
                <c:pt idx="22055">
                  <c:v>7.0172991532506028</c:v>
                </c:pt>
                <c:pt idx="22056">
                  <c:v>7.0173496113152209</c:v>
                </c:pt>
                <c:pt idx="22057">
                  <c:v>7.0154709156561914</c:v>
                </c:pt>
                <c:pt idx="22058">
                  <c:v>7.0156084138822754</c:v>
                </c:pt>
                <c:pt idx="22059">
                  <c:v>7.0168179883000361</c:v>
                </c:pt>
                <c:pt idx="22060">
                  <c:v>7.0175225878679894</c:v>
                </c:pt>
                <c:pt idx="22061">
                  <c:v>7.0181318689982497</c:v>
                </c:pt>
                <c:pt idx="22062">
                  <c:v>7.0174531291884135</c:v>
                </c:pt>
                <c:pt idx="22063">
                  <c:v>7.0172607578170583</c:v>
                </c:pt>
                <c:pt idx="22064">
                  <c:v>7.0174532080291394</c:v>
                </c:pt>
                <c:pt idx="22065">
                  <c:v>7.0175704441886504</c:v>
                </c:pt>
                <c:pt idx="22066">
                  <c:v>7.0180854318106558</c:v>
                </c:pt>
                <c:pt idx="22067">
                  <c:v>7.0192708809662721</c:v>
                </c:pt>
                <c:pt idx="22068">
                  <c:v>7.018769926993488</c:v>
                </c:pt>
                <c:pt idx="22069">
                  <c:v>7.0174472161339665</c:v>
                </c:pt>
                <c:pt idx="22070">
                  <c:v>7.0178083066588881</c:v>
                </c:pt>
                <c:pt idx="22071">
                  <c:v>7.0201372617039057</c:v>
                </c:pt>
                <c:pt idx="22072">
                  <c:v>7.0213439978555323</c:v>
                </c:pt>
                <c:pt idx="22073">
                  <c:v>7.0217275579873544</c:v>
                </c:pt>
                <c:pt idx="22074">
                  <c:v>7.0226928049953488</c:v>
                </c:pt>
                <c:pt idx="22075">
                  <c:v>7.0229451741591635</c:v>
                </c:pt>
                <c:pt idx="22076">
                  <c:v>7.020840599820243</c:v>
                </c:pt>
                <c:pt idx="22077">
                  <c:v>7.0195555748277334</c:v>
                </c:pt>
                <c:pt idx="22078">
                  <c:v>7.0201285892240497</c:v>
                </c:pt>
                <c:pt idx="22079">
                  <c:v>7.0203088979643322</c:v>
                </c:pt>
                <c:pt idx="22080">
                  <c:v>7.0206296220375597</c:v>
                </c:pt>
                <c:pt idx="22081">
                  <c:v>7.0194770494646717</c:v>
                </c:pt>
                <c:pt idx="22082">
                  <c:v>7.0185609202289534</c:v>
                </c:pt>
                <c:pt idx="22083">
                  <c:v>7.019638751793627</c:v>
                </c:pt>
                <c:pt idx="22084">
                  <c:v>7.0216885318280013</c:v>
                </c:pt>
                <c:pt idx="22085">
                  <c:v>7.0242944543433357</c:v>
                </c:pt>
                <c:pt idx="22086">
                  <c:v>7.0257787886910865</c:v>
                </c:pt>
                <c:pt idx="22087">
                  <c:v>7.0250458064617858</c:v>
                </c:pt>
                <c:pt idx="22088">
                  <c:v>7.0247712830539744</c:v>
                </c:pt>
                <c:pt idx="22089">
                  <c:v>7.0240158312177741</c:v>
                </c:pt>
                <c:pt idx="22090">
                  <c:v>7.0229406013970577</c:v>
                </c:pt>
                <c:pt idx="22091">
                  <c:v>7.0226260269004559</c:v>
                </c:pt>
                <c:pt idx="22092">
                  <c:v>7.0235104621643352</c:v>
                </c:pt>
                <c:pt idx="22093">
                  <c:v>7.0233474983837647</c:v>
                </c:pt>
                <c:pt idx="22094">
                  <c:v>7.0228545861650291</c:v>
                </c:pt>
                <c:pt idx="22095">
                  <c:v>7.0218230341064984</c:v>
                </c:pt>
                <c:pt idx="22096">
                  <c:v>7.0206431826424254</c:v>
                </c:pt>
                <c:pt idx="22097">
                  <c:v>7.0167787256185052</c:v>
                </c:pt>
                <c:pt idx="22098">
                  <c:v>7.015590280515303</c:v>
                </c:pt>
                <c:pt idx="22099">
                  <c:v>7.0172054904681564</c:v>
                </c:pt>
                <c:pt idx="22100">
                  <c:v>7.0189000930320562</c:v>
                </c:pt>
                <c:pt idx="22101">
                  <c:v>7.0210698686513506</c:v>
                </c:pt>
                <c:pt idx="22102">
                  <c:v>7.0215723994386536</c:v>
                </c:pt>
                <c:pt idx="22103">
                  <c:v>7.0203200145066935</c:v>
                </c:pt>
                <c:pt idx="22104">
                  <c:v>7.0201911099197405</c:v>
                </c:pt>
                <c:pt idx="22105">
                  <c:v>7.0209118718365158</c:v>
                </c:pt>
                <c:pt idx="22106">
                  <c:v>7.0207814692757688</c:v>
                </c:pt>
                <c:pt idx="22107">
                  <c:v>7.0201473533168297</c:v>
                </c:pt>
                <c:pt idx="22108">
                  <c:v>7.018823538687144</c:v>
                </c:pt>
                <c:pt idx="22109">
                  <c:v>7.0176148315173688</c:v>
                </c:pt>
                <c:pt idx="22110">
                  <c:v>7.0164673835916682</c:v>
                </c:pt>
                <c:pt idx="22111">
                  <c:v>7.0165026253961749</c:v>
                </c:pt>
                <c:pt idx="22112">
                  <c:v>7.0181740487866415</c:v>
                </c:pt>
                <c:pt idx="22113">
                  <c:v>7.0193923745249842</c:v>
                </c:pt>
                <c:pt idx="22114">
                  <c:v>7.0187200208139515</c:v>
                </c:pt>
                <c:pt idx="22115">
                  <c:v>7.0180115580504268</c:v>
                </c:pt>
                <c:pt idx="22116">
                  <c:v>7.0188967028808404</c:v>
                </c:pt>
                <c:pt idx="22117">
                  <c:v>7.0191471798672325</c:v>
                </c:pt>
                <c:pt idx="22118">
                  <c:v>7.0197239786183951</c:v>
                </c:pt>
                <c:pt idx="22119">
                  <c:v>7.0211009318973812</c:v>
                </c:pt>
                <c:pt idx="22120">
                  <c:v>7.0222261467383591</c:v>
                </c:pt>
                <c:pt idx="22121">
                  <c:v>7.0241155647361202</c:v>
                </c:pt>
                <c:pt idx="22122">
                  <c:v>7.0246892098582441</c:v>
                </c:pt>
                <c:pt idx="22123">
                  <c:v>7.0224763083618473</c:v>
                </c:pt>
                <c:pt idx="22124">
                  <c:v>7.0198253677919871</c:v>
                </c:pt>
                <c:pt idx="22125">
                  <c:v>7.0189109730522397</c:v>
                </c:pt>
                <c:pt idx="22126">
                  <c:v>7.0190252132641637</c:v>
                </c:pt>
                <c:pt idx="22127">
                  <c:v>7.0192044970750089</c:v>
                </c:pt>
                <c:pt idx="22128">
                  <c:v>7.0193160567022499</c:v>
                </c:pt>
                <c:pt idx="22129">
                  <c:v>7.0194603352307672</c:v>
                </c:pt>
                <c:pt idx="22130">
                  <c:v>7.0204919661300238</c:v>
                </c:pt>
                <c:pt idx="22131">
                  <c:v>7.019570712247118</c:v>
                </c:pt>
                <c:pt idx="22132">
                  <c:v>7.0185431022248856</c:v>
                </c:pt>
                <c:pt idx="22133">
                  <c:v>7.0200786830445132</c:v>
                </c:pt>
                <c:pt idx="22134">
                  <c:v>7.0229233352780716</c:v>
                </c:pt>
                <c:pt idx="22135">
                  <c:v>7.0232838739179106</c:v>
                </c:pt>
                <c:pt idx="22136">
                  <c:v>7.0223384947728595</c:v>
                </c:pt>
                <c:pt idx="22137">
                  <c:v>7.0227189801163687</c:v>
                </c:pt>
                <c:pt idx="22138">
                  <c:v>7.0248974282155192</c:v>
                </c:pt>
                <c:pt idx="22139">
                  <c:v>7.0257179236506406</c:v>
                </c:pt>
                <c:pt idx="22140">
                  <c:v>7.0244405462085497</c:v>
                </c:pt>
                <c:pt idx="22141">
                  <c:v>7.02372356864662</c:v>
                </c:pt>
                <c:pt idx="22142">
                  <c:v>7.0244906100695372</c:v>
                </c:pt>
                <c:pt idx="22143">
                  <c:v>7.0250283826613478</c:v>
                </c:pt>
                <c:pt idx="22144">
                  <c:v>7.0236932938078498</c:v>
                </c:pt>
                <c:pt idx="22145">
                  <c:v>7.0200784465223354</c:v>
                </c:pt>
                <c:pt idx="22146">
                  <c:v>7.0185117236159513</c:v>
                </c:pt>
                <c:pt idx="22147">
                  <c:v>7.0195179678014474</c:v>
                </c:pt>
                <c:pt idx="22148">
                  <c:v>7.0213236569482333</c:v>
                </c:pt>
                <c:pt idx="22149">
                  <c:v>7.0226216118198019</c:v>
                </c:pt>
                <c:pt idx="22150">
                  <c:v>7.0239729418628487</c:v>
                </c:pt>
                <c:pt idx="22151">
                  <c:v>7.0234574023557608</c:v>
                </c:pt>
                <c:pt idx="22152">
                  <c:v>7.0212701240953024</c:v>
                </c:pt>
                <c:pt idx="22153">
                  <c:v>7.0201964710891058</c:v>
                </c:pt>
                <c:pt idx="22154">
                  <c:v>7.0208064617859005</c:v>
                </c:pt>
                <c:pt idx="22155">
                  <c:v>7.0214086472508237</c:v>
                </c:pt>
                <c:pt idx="22156">
                  <c:v>7.0203246661095253</c:v>
                </c:pt>
                <c:pt idx="22157">
                  <c:v>7.0198590327819739</c:v>
                </c:pt>
                <c:pt idx="22158">
                  <c:v>7.0195876630032012</c:v>
                </c:pt>
                <c:pt idx="22159">
                  <c:v>7.0209704504959083</c:v>
                </c:pt>
                <c:pt idx="22160">
                  <c:v>7.0222034406092808</c:v>
                </c:pt>
                <c:pt idx="22161">
                  <c:v>7.022268168845299</c:v>
                </c:pt>
                <c:pt idx="22162">
                  <c:v>7.0211365679055175</c:v>
                </c:pt>
                <c:pt idx="22163">
                  <c:v>7.0199538781753104</c:v>
                </c:pt>
                <c:pt idx="22164">
                  <c:v>7.0201545278228918</c:v>
                </c:pt>
                <c:pt idx="22165">
                  <c:v>7.0199578990523346</c:v>
                </c:pt>
                <c:pt idx="22166">
                  <c:v>7.0195381510272945</c:v>
                </c:pt>
                <c:pt idx="22167">
                  <c:v>7.0205428183982717</c:v>
                </c:pt>
                <c:pt idx="22168">
                  <c:v>7.0212062631072705</c:v>
                </c:pt>
                <c:pt idx="22169">
                  <c:v>7.0209314243365553</c:v>
                </c:pt>
                <c:pt idx="22170">
                  <c:v>7.0210942304356738</c:v>
                </c:pt>
                <c:pt idx="22171">
                  <c:v>7.0225743862249486</c:v>
                </c:pt>
                <c:pt idx="22172">
                  <c:v>7.0247286302212268</c:v>
                </c:pt>
                <c:pt idx="22173">
                  <c:v>7.0255050536905346</c:v>
                </c:pt>
                <c:pt idx="22174">
                  <c:v>7.0266738674529714</c:v>
                </c:pt>
                <c:pt idx="22175">
                  <c:v>7.0271853860830351</c:v>
                </c:pt>
                <c:pt idx="22176">
                  <c:v>7.0275262933821097</c:v>
                </c:pt>
                <c:pt idx="22177">
                  <c:v>7.0259396237720555</c:v>
                </c:pt>
                <c:pt idx="22178">
                  <c:v>7.0246056386887208</c:v>
                </c:pt>
                <c:pt idx="22179">
                  <c:v>7.0237386272252795</c:v>
                </c:pt>
                <c:pt idx="22180">
                  <c:v>7.0218139674230118</c:v>
                </c:pt>
                <c:pt idx="22181">
                  <c:v>7.0188051687979947</c:v>
                </c:pt>
                <c:pt idx="22182">
                  <c:v>7.0185535880414385</c:v>
                </c:pt>
                <c:pt idx="22183">
                  <c:v>7.0195696084769548</c:v>
                </c:pt>
                <c:pt idx="22184">
                  <c:v>7.0218475535722735</c:v>
                </c:pt>
                <c:pt idx="22185">
                  <c:v>7.0240461060565442</c:v>
                </c:pt>
                <c:pt idx="22186">
                  <c:v>7.0249015279332694</c:v>
                </c:pt>
                <c:pt idx="22187">
                  <c:v>7.0257727967959127</c:v>
                </c:pt>
                <c:pt idx="22188">
                  <c:v>7.0256249704347278</c:v>
                </c:pt>
                <c:pt idx="22189">
                  <c:v>7.0243081726296532</c:v>
                </c:pt>
                <c:pt idx="22190">
                  <c:v>7.0232413787666159</c:v>
                </c:pt>
                <c:pt idx="22191">
                  <c:v>7.0220219492581091</c:v>
                </c:pt>
                <c:pt idx="22192">
                  <c:v>7.020785647834245</c:v>
                </c:pt>
                <c:pt idx="22193">
                  <c:v>7.0206899351929231</c:v>
                </c:pt>
                <c:pt idx="22194">
                  <c:v>7.0210883173812269</c:v>
                </c:pt>
                <c:pt idx="22195">
                  <c:v>7.0218864220501747</c:v>
                </c:pt>
                <c:pt idx="22196">
                  <c:v>7.0234996609848785</c:v>
                </c:pt>
                <c:pt idx="22197">
                  <c:v>7.0260754663428937</c:v>
                </c:pt>
                <c:pt idx="22198">
                  <c:v>7.0260510257178446</c:v>
                </c:pt>
                <c:pt idx="22199">
                  <c:v>7.0235062047651331</c:v>
                </c:pt>
                <c:pt idx="22200">
                  <c:v>7.0212888093473564</c:v>
                </c:pt>
                <c:pt idx="22201">
                  <c:v>7.0201505069458676</c:v>
                </c:pt>
                <c:pt idx="22202">
                  <c:v>7.0187709519229253</c:v>
                </c:pt>
                <c:pt idx="22203">
                  <c:v>7.0190590359356033</c:v>
                </c:pt>
                <c:pt idx="22204">
                  <c:v>7.0182939655308347</c:v>
                </c:pt>
                <c:pt idx="22205">
                  <c:v>7.0177041580598871</c:v>
                </c:pt>
                <c:pt idx="22206">
                  <c:v>7.0199137482457941</c:v>
                </c:pt>
                <c:pt idx="22207">
                  <c:v>7.0208747378545864</c:v>
                </c:pt>
                <c:pt idx="22208">
                  <c:v>7.0211346757280939</c:v>
                </c:pt>
                <c:pt idx="22209">
                  <c:v>7.0205514908781277</c:v>
                </c:pt>
                <c:pt idx="22210">
                  <c:v>7.0214911934909097</c:v>
                </c:pt>
                <c:pt idx="22211">
                  <c:v>7.0214101452246176</c:v>
                </c:pt>
                <c:pt idx="22212">
                  <c:v>7.0219928570302272</c:v>
                </c:pt>
                <c:pt idx="22213">
                  <c:v>7.0227683344108236</c:v>
                </c:pt>
                <c:pt idx="22214">
                  <c:v>7.0216505305980856</c:v>
                </c:pt>
                <c:pt idx="22215">
                  <c:v>7.0220681499235242</c:v>
                </c:pt>
                <c:pt idx="22216">
                  <c:v>7.0219848152761788</c:v>
                </c:pt>
                <c:pt idx="22217">
                  <c:v>7.0232616408331889</c:v>
                </c:pt>
                <c:pt idx="22218">
                  <c:v>7.0239187782841102</c:v>
                </c:pt>
                <c:pt idx="22219">
                  <c:v>7.0207639666346049</c:v>
                </c:pt>
                <c:pt idx="22220">
                  <c:v>7.019259370220281</c:v>
                </c:pt>
                <c:pt idx="22221">
                  <c:v>7.0193325344139765</c:v>
                </c:pt>
                <c:pt idx="22222">
                  <c:v>7.0181753102382567</c:v>
                </c:pt>
                <c:pt idx="22223">
                  <c:v>7.0194029391822639</c:v>
                </c:pt>
                <c:pt idx="22224">
                  <c:v>7.0207569498099938</c:v>
                </c:pt>
                <c:pt idx="22225">
                  <c:v>7.0216189154669735</c:v>
                </c:pt>
                <c:pt idx="22226">
                  <c:v>7.0228506441287308</c:v>
                </c:pt>
                <c:pt idx="22227">
                  <c:v>7.0249742190826092</c:v>
                </c:pt>
                <c:pt idx="22228">
                  <c:v>7.0268817704473419</c:v>
                </c:pt>
                <c:pt idx="22229">
                  <c:v>7.0259522382882098</c:v>
                </c:pt>
                <c:pt idx="22230">
                  <c:v>7.0238115548967972</c:v>
                </c:pt>
                <c:pt idx="22231">
                  <c:v>7.0231786215487473</c:v>
                </c:pt>
                <c:pt idx="22232">
                  <c:v>7.0224568347025338</c:v>
                </c:pt>
                <c:pt idx="22233">
                  <c:v>7.0234513316198619</c:v>
                </c:pt>
                <c:pt idx="22234">
                  <c:v>7.0244018354121005</c:v>
                </c:pt>
                <c:pt idx="22235">
                  <c:v>7.0238461659754963</c:v>
                </c:pt>
                <c:pt idx="22236">
                  <c:v>7.0245441429224682</c:v>
                </c:pt>
                <c:pt idx="22237">
                  <c:v>7.0248118860278463</c:v>
                </c:pt>
                <c:pt idx="22238">
                  <c:v>7.0256203976726219</c:v>
                </c:pt>
                <c:pt idx="22239">
                  <c:v>7.0264954508901116</c:v>
                </c:pt>
                <c:pt idx="22240">
                  <c:v>7.0258801778646776</c:v>
                </c:pt>
                <c:pt idx="22241">
                  <c:v>7.0253499739825607</c:v>
                </c:pt>
                <c:pt idx="22242">
                  <c:v>7.024550292499093</c:v>
                </c:pt>
                <c:pt idx="22243">
                  <c:v>7.0240496538892128</c:v>
                </c:pt>
                <c:pt idx="22244">
                  <c:v>7.0249468613506991</c:v>
                </c:pt>
                <c:pt idx="22245">
                  <c:v>7.0243626515712956</c:v>
                </c:pt>
                <c:pt idx="22246">
                  <c:v>7.0220341695706336</c:v>
                </c:pt>
                <c:pt idx="22247">
                  <c:v>7.0211638467967017</c:v>
                </c:pt>
                <c:pt idx="22248">
                  <c:v>7.0222427821315376</c:v>
                </c:pt>
                <c:pt idx="22249">
                  <c:v>7.0236726375376461</c:v>
                </c:pt>
                <c:pt idx="22250">
                  <c:v>7.0242629968936754</c:v>
                </c:pt>
                <c:pt idx="22251">
                  <c:v>7.0245287689809048</c:v>
                </c:pt>
                <c:pt idx="22252">
                  <c:v>7.0233445024361787</c:v>
                </c:pt>
                <c:pt idx="22253">
                  <c:v>7.0211860010406975</c:v>
                </c:pt>
                <c:pt idx="22254">
                  <c:v>7.0216285340355418</c:v>
                </c:pt>
                <c:pt idx="22255">
                  <c:v>7.0234651287469054</c:v>
                </c:pt>
                <c:pt idx="22256">
                  <c:v>7.0237283779309037</c:v>
                </c:pt>
                <c:pt idx="22257">
                  <c:v>7.0235429445434336</c:v>
                </c:pt>
                <c:pt idx="22258">
                  <c:v>7.0233402450369766</c:v>
                </c:pt>
                <c:pt idx="22259">
                  <c:v>7.0234376921742694</c:v>
                </c:pt>
                <c:pt idx="22260">
                  <c:v>7.0236230467210143</c:v>
                </c:pt>
                <c:pt idx="22261">
                  <c:v>7.0230721865686938</c:v>
                </c:pt>
                <c:pt idx="22262">
                  <c:v>7.0223358141881773</c:v>
                </c:pt>
                <c:pt idx="22263">
                  <c:v>7.0207531654551474</c:v>
                </c:pt>
                <c:pt idx="22264">
                  <c:v>7.019302890301014</c:v>
                </c:pt>
                <c:pt idx="22265">
                  <c:v>7.0214455447105752</c:v>
                </c:pt>
                <c:pt idx="22266">
                  <c:v>7.0235665967612233</c:v>
                </c:pt>
                <c:pt idx="22267">
                  <c:v>7.0231220139075043</c:v>
                </c:pt>
                <c:pt idx="22268">
                  <c:v>7.0226060801967867</c:v>
                </c:pt>
                <c:pt idx="22269">
                  <c:v>7.0245045648780335</c:v>
                </c:pt>
                <c:pt idx="22270">
                  <c:v>7.0268678156388464</c:v>
                </c:pt>
                <c:pt idx="22271">
                  <c:v>7.0265839101846446</c:v>
                </c:pt>
                <c:pt idx="22272">
                  <c:v>7.0247130985982116</c:v>
                </c:pt>
                <c:pt idx="22273">
                  <c:v>7.0238056418423502</c:v>
                </c:pt>
                <c:pt idx="22274">
                  <c:v>7.0245065358961822</c:v>
                </c:pt>
                <c:pt idx="22275">
                  <c:v>7.0270014506693581</c:v>
                </c:pt>
                <c:pt idx="22276">
                  <c:v>7.0285530361563566</c:v>
                </c:pt>
                <c:pt idx="22277">
                  <c:v>7.0295236443337172</c:v>
                </c:pt>
                <c:pt idx="22278">
                  <c:v>7.0272733723332124</c:v>
                </c:pt>
                <c:pt idx="22279">
                  <c:v>7.0248901748687302</c:v>
                </c:pt>
                <c:pt idx="22280">
                  <c:v>7.0246352828016843</c:v>
                </c:pt>
                <c:pt idx="22281">
                  <c:v>7.0241981109762062</c:v>
                </c:pt>
                <c:pt idx="22282">
                  <c:v>7.0243930840915185</c:v>
                </c:pt>
                <c:pt idx="22283">
                  <c:v>7.0257603399612103</c:v>
                </c:pt>
                <c:pt idx="22284">
                  <c:v>7.0268999038143143</c:v>
                </c:pt>
                <c:pt idx="22285">
                  <c:v>7.0309095854554631</c:v>
                </c:pt>
                <c:pt idx="22286">
                  <c:v>7.0323554455289425</c:v>
                </c:pt>
                <c:pt idx="22287">
                  <c:v>7.0293434144341598</c:v>
                </c:pt>
                <c:pt idx="22288">
                  <c:v>7.0269342783708355</c:v>
                </c:pt>
                <c:pt idx="22289">
                  <c:v>7.0253739415632541</c:v>
                </c:pt>
                <c:pt idx="22290">
                  <c:v>7.0243307999180056</c:v>
                </c:pt>
                <c:pt idx="22291">
                  <c:v>7.0233321244422022</c:v>
                </c:pt>
                <c:pt idx="22292">
                  <c:v>7.0237647235055745</c:v>
                </c:pt>
                <c:pt idx="22293">
                  <c:v>7.0243496428515115</c:v>
                </c:pt>
                <c:pt idx="22294">
                  <c:v>7.0244245415411788</c:v>
                </c:pt>
                <c:pt idx="22295">
                  <c:v>7.026602043551617</c:v>
                </c:pt>
                <c:pt idx="22296">
                  <c:v>7.0275192765574985</c:v>
                </c:pt>
                <c:pt idx="22297">
                  <c:v>7.0271710370709091</c:v>
                </c:pt>
                <c:pt idx="22298">
                  <c:v>7.0262976395086643</c:v>
                </c:pt>
                <c:pt idx="22299">
                  <c:v>7.0253547832668444</c:v>
                </c:pt>
                <c:pt idx="22300">
                  <c:v>7.0234545640896258</c:v>
                </c:pt>
                <c:pt idx="22301">
                  <c:v>7.0226124662955893</c:v>
                </c:pt>
                <c:pt idx="22302">
                  <c:v>7.0249155615824908</c:v>
                </c:pt>
                <c:pt idx="22303">
                  <c:v>7.0260564657279367</c:v>
                </c:pt>
                <c:pt idx="22304">
                  <c:v>7.026266103218278</c:v>
                </c:pt>
                <c:pt idx="22305">
                  <c:v>7.0266931045901071</c:v>
                </c:pt>
                <c:pt idx="22306">
                  <c:v>7.0283417430107695</c:v>
                </c:pt>
                <c:pt idx="22307">
                  <c:v>7.0292911430328449</c:v>
                </c:pt>
                <c:pt idx="22308">
                  <c:v>7.0294122423879282</c:v>
                </c:pt>
                <c:pt idx="22309">
                  <c:v>7.0296143900093035</c:v>
                </c:pt>
                <c:pt idx="22310">
                  <c:v>7.0310460587521089</c:v>
                </c:pt>
                <c:pt idx="22311">
                  <c:v>7.0316733944086156</c:v>
                </c:pt>
                <c:pt idx="22312">
                  <c:v>7.03079376842902</c:v>
                </c:pt>
                <c:pt idx="22313">
                  <c:v>7.029852725523897</c:v>
                </c:pt>
                <c:pt idx="22314">
                  <c:v>7.0283065800469888</c:v>
                </c:pt>
                <c:pt idx="22315">
                  <c:v>7.0283547517305536</c:v>
                </c:pt>
                <c:pt idx="22316">
                  <c:v>7.027925542818398</c:v>
                </c:pt>
                <c:pt idx="22317">
                  <c:v>7.0273960485028146</c:v>
                </c:pt>
                <c:pt idx="22318">
                  <c:v>7.0299273088506595</c:v>
                </c:pt>
                <c:pt idx="22319">
                  <c:v>7.0333866822245703</c:v>
                </c:pt>
                <c:pt idx="22320">
                  <c:v>7.0332562008230974</c:v>
                </c:pt>
                <c:pt idx="22321">
                  <c:v>7.0308520317255079</c:v>
                </c:pt>
                <c:pt idx="22322">
                  <c:v>7.0285429445434335</c:v>
                </c:pt>
                <c:pt idx="22323">
                  <c:v>7.0259989119979815</c:v>
                </c:pt>
                <c:pt idx="22324">
                  <c:v>7.0260216181270598</c:v>
                </c:pt>
                <c:pt idx="22325">
                  <c:v>7.0291791103612482</c:v>
                </c:pt>
                <c:pt idx="22326">
                  <c:v>7.0305764045475332</c:v>
                </c:pt>
                <c:pt idx="22327">
                  <c:v>7.0299281760986458</c:v>
                </c:pt>
                <c:pt idx="22328">
                  <c:v>7.0300388684779014</c:v>
                </c:pt>
                <c:pt idx="22329">
                  <c:v>7.0294701903215122</c:v>
                </c:pt>
                <c:pt idx="22330">
                  <c:v>7.0299039719957745</c:v>
                </c:pt>
                <c:pt idx="22331">
                  <c:v>7.0343341112284961</c:v>
                </c:pt>
                <c:pt idx="22332">
                  <c:v>7.0379625191188762</c:v>
                </c:pt>
                <c:pt idx="22333">
                  <c:v>7.0385368738075336</c:v>
                </c:pt>
                <c:pt idx="22334">
                  <c:v>7.0374435894605716</c:v>
                </c:pt>
                <c:pt idx="22335">
                  <c:v>7.0360177549314873</c:v>
                </c:pt>
                <c:pt idx="22336">
                  <c:v>7.0347085258361055</c:v>
                </c:pt>
                <c:pt idx="22337">
                  <c:v>7.0333434775067412</c:v>
                </c:pt>
                <c:pt idx="22338">
                  <c:v>7.0321488039861872</c:v>
                </c:pt>
                <c:pt idx="22339">
                  <c:v>7.0313119096800643</c:v>
                </c:pt>
                <c:pt idx="22340">
                  <c:v>7.0294815433860514</c:v>
                </c:pt>
                <c:pt idx="22341">
                  <c:v>7.0274616439868183</c:v>
                </c:pt>
                <c:pt idx="22342">
                  <c:v>7.0271037070909346</c:v>
                </c:pt>
                <c:pt idx="22343">
                  <c:v>7.0282263201879562</c:v>
                </c:pt>
                <c:pt idx="22344">
                  <c:v>7.0290030590201678</c:v>
                </c:pt>
                <c:pt idx="22345">
                  <c:v>7.0299759535785808</c:v>
                </c:pt>
                <c:pt idx="22346">
                  <c:v>7.0310962014538232</c:v>
                </c:pt>
                <c:pt idx="22347">
                  <c:v>7.0323828032608526</c:v>
                </c:pt>
                <c:pt idx="22348">
                  <c:v>7.0338873996751765</c:v>
                </c:pt>
                <c:pt idx="22349">
                  <c:v>7.0340572225989053</c:v>
                </c:pt>
                <c:pt idx="22350">
                  <c:v>7.0329815985745601</c:v>
                </c:pt>
                <c:pt idx="22351">
                  <c:v>7.0317041422917423</c:v>
                </c:pt>
                <c:pt idx="22352">
                  <c:v>7.0319729103265587</c:v>
                </c:pt>
                <c:pt idx="22353">
                  <c:v>7.0334887021239689</c:v>
                </c:pt>
                <c:pt idx="22354">
                  <c:v>7.0353668458979168</c:v>
                </c:pt>
                <c:pt idx="22355">
                  <c:v>7.0355720683076051</c:v>
                </c:pt>
                <c:pt idx="22356">
                  <c:v>7.0364698276541731</c:v>
                </c:pt>
                <c:pt idx="22357">
                  <c:v>7.0383316513978462</c:v>
                </c:pt>
                <c:pt idx="22358">
                  <c:v>7.0375763572430978</c:v>
                </c:pt>
                <c:pt idx="22359">
                  <c:v>7.0344884813699364</c:v>
                </c:pt>
                <c:pt idx="22360">
                  <c:v>7.0335013166401232</c:v>
                </c:pt>
                <c:pt idx="22361">
                  <c:v>7.0360783046090285</c:v>
                </c:pt>
                <c:pt idx="22362">
                  <c:v>7.0390252921048901</c:v>
                </c:pt>
                <c:pt idx="22363">
                  <c:v>7.0409695832479224</c:v>
                </c:pt>
                <c:pt idx="22364">
                  <c:v>7.0426703353884479</c:v>
                </c:pt>
                <c:pt idx="22365">
                  <c:v>7.041516107160315</c:v>
                </c:pt>
                <c:pt idx="22366">
                  <c:v>7.0392416310569388</c:v>
                </c:pt>
                <c:pt idx="22367">
                  <c:v>7.0381633264479095</c:v>
                </c:pt>
                <c:pt idx="22368">
                  <c:v>7.0377293870921962</c:v>
                </c:pt>
                <c:pt idx="22369">
                  <c:v>7.0383934625270026</c:v>
                </c:pt>
                <c:pt idx="22370">
                  <c:v>7.0379357132720477</c:v>
                </c:pt>
                <c:pt idx="22371">
                  <c:v>7.0355048960090825</c:v>
                </c:pt>
                <c:pt idx="22372">
                  <c:v>7.0345156025796687</c:v>
                </c:pt>
                <c:pt idx="22373">
                  <c:v>7.036280215708226</c:v>
                </c:pt>
                <c:pt idx="22374">
                  <c:v>7.0372043866979928</c:v>
                </c:pt>
                <c:pt idx="22375">
                  <c:v>7.0377874138665071</c:v>
                </c:pt>
                <c:pt idx="22376">
                  <c:v>7.0400699317239317</c:v>
                </c:pt>
                <c:pt idx="22377">
                  <c:v>7.0433129661457921</c:v>
                </c:pt>
                <c:pt idx="22378">
                  <c:v>7.0443751084059985</c:v>
                </c:pt>
                <c:pt idx="22379">
                  <c:v>7.044212065784702</c:v>
                </c:pt>
                <c:pt idx="22380">
                  <c:v>7.0443286712184046</c:v>
                </c:pt>
                <c:pt idx="22381">
                  <c:v>7.0448666803323921</c:v>
                </c:pt>
                <c:pt idx="22382">
                  <c:v>7.0462281019883628</c:v>
                </c:pt>
                <c:pt idx="22383">
                  <c:v>7.046158249105158</c:v>
                </c:pt>
                <c:pt idx="22384">
                  <c:v>7.0445611725192769</c:v>
                </c:pt>
                <c:pt idx="22385">
                  <c:v>7.044433765906116</c:v>
                </c:pt>
                <c:pt idx="22386">
                  <c:v>7.0460030117157322</c:v>
                </c:pt>
                <c:pt idx="22387">
                  <c:v>7.0463065485106986</c:v>
                </c:pt>
                <c:pt idx="22388">
                  <c:v>7.0450899572683268</c:v>
                </c:pt>
                <c:pt idx="22389">
                  <c:v>7.0446876330437247</c:v>
                </c:pt>
                <c:pt idx="22390">
                  <c:v>7.0449407117740739</c:v>
                </c:pt>
                <c:pt idx="22391">
                  <c:v>7.0447253189107366</c:v>
                </c:pt>
                <c:pt idx="22392">
                  <c:v>7.0458759993062019</c:v>
                </c:pt>
                <c:pt idx="22393">
                  <c:v>7.046915671959507</c:v>
                </c:pt>
                <c:pt idx="22394">
                  <c:v>7.0468049007395264</c:v>
                </c:pt>
                <c:pt idx="22395">
                  <c:v>7.0471088317381225</c:v>
                </c:pt>
                <c:pt idx="22396">
                  <c:v>7.0472305618190134</c:v>
                </c:pt>
                <c:pt idx="22397">
                  <c:v>7.0493240984562986</c:v>
                </c:pt>
                <c:pt idx="22398">
                  <c:v>7.0526218483419791</c:v>
                </c:pt>
                <c:pt idx="22399">
                  <c:v>7.0525260568599313</c:v>
                </c:pt>
                <c:pt idx="22400">
                  <c:v>7.0520747725445059</c:v>
                </c:pt>
                <c:pt idx="22401">
                  <c:v>7.0521843611535973</c:v>
                </c:pt>
                <c:pt idx="22402">
                  <c:v>7.0522801526356451</c:v>
                </c:pt>
                <c:pt idx="22403">
                  <c:v>7.0513290969583249</c:v>
                </c:pt>
                <c:pt idx="22404">
                  <c:v>7.0487736325076078</c:v>
                </c:pt>
                <c:pt idx="22405">
                  <c:v>7.04821433639761</c:v>
                </c:pt>
                <c:pt idx="22406">
                  <c:v>7.0505581923398353</c:v>
                </c:pt>
                <c:pt idx="22407">
                  <c:v>7.052372948170107</c:v>
                </c:pt>
                <c:pt idx="22408">
                  <c:v>7.0520121730080891</c:v>
                </c:pt>
                <c:pt idx="22409">
                  <c:v>7.0507524558886141</c:v>
                </c:pt>
                <c:pt idx="22410">
                  <c:v>7.0511549377946672</c:v>
                </c:pt>
                <c:pt idx="22411">
                  <c:v>7.0529797063971369</c:v>
                </c:pt>
                <c:pt idx="22412">
                  <c:v>7.0543109320550625</c:v>
                </c:pt>
                <c:pt idx="22413">
                  <c:v>7.0561572241757204</c:v>
                </c:pt>
                <c:pt idx="22414">
                  <c:v>7.0574829309828289</c:v>
                </c:pt>
                <c:pt idx="22415">
                  <c:v>7.0580480613065486</c:v>
                </c:pt>
                <c:pt idx="22416">
                  <c:v>7.0574031441681511</c:v>
                </c:pt>
                <c:pt idx="22417">
                  <c:v>7.0580607546634289</c:v>
                </c:pt>
                <c:pt idx="22418">
                  <c:v>7.0584039483435568</c:v>
                </c:pt>
                <c:pt idx="22419">
                  <c:v>7.0590569860767278</c:v>
                </c:pt>
                <c:pt idx="22420">
                  <c:v>7.0602244595468235</c:v>
                </c:pt>
                <c:pt idx="22421">
                  <c:v>7.0620413440766958</c:v>
                </c:pt>
                <c:pt idx="22422">
                  <c:v>7.0618112868383296</c:v>
                </c:pt>
                <c:pt idx="22423">
                  <c:v>7.0612322805468395</c:v>
                </c:pt>
                <c:pt idx="22424">
                  <c:v>7.0601388385184247</c:v>
                </c:pt>
                <c:pt idx="22425">
                  <c:v>7.0595048014002115</c:v>
                </c:pt>
                <c:pt idx="22426">
                  <c:v>7.0605897286302213</c:v>
                </c:pt>
                <c:pt idx="22427">
                  <c:v>7.0624315268294993</c:v>
                </c:pt>
                <c:pt idx="22428">
                  <c:v>7.0654155694665635</c:v>
                </c:pt>
                <c:pt idx="22429">
                  <c:v>7.0654560147589835</c:v>
                </c:pt>
                <c:pt idx="22430">
                  <c:v>7.0644314795250631</c:v>
                </c:pt>
                <c:pt idx="22431">
                  <c:v>7.0651912676011923</c:v>
                </c:pt>
                <c:pt idx="22432">
                  <c:v>7.066392090698371</c:v>
                </c:pt>
                <c:pt idx="22433">
                  <c:v>7.0677581639571736</c:v>
                </c:pt>
                <c:pt idx="22434">
                  <c:v>7.0700708778126433</c:v>
                </c:pt>
                <c:pt idx="22435">
                  <c:v>7.0710651382077927</c:v>
                </c:pt>
                <c:pt idx="22436">
                  <c:v>7.0709485327740902</c:v>
                </c:pt>
                <c:pt idx="22437">
                  <c:v>7.0707911666850629</c:v>
                </c:pt>
                <c:pt idx="22438">
                  <c:v>7.0708343714028921</c:v>
                </c:pt>
                <c:pt idx="22439">
                  <c:v>7.0735740866301899</c:v>
                </c:pt>
                <c:pt idx="22440">
                  <c:v>7.0763380848010851</c:v>
                </c:pt>
                <c:pt idx="22441">
                  <c:v>7.0763405288635894</c:v>
                </c:pt>
                <c:pt idx="22442">
                  <c:v>7.0753841120169039</c:v>
                </c:pt>
                <c:pt idx="22443">
                  <c:v>7.0747016666929472</c:v>
                </c:pt>
                <c:pt idx="22444">
                  <c:v>7.0737583374067707</c:v>
                </c:pt>
                <c:pt idx="22445">
                  <c:v>7.0753098440530442</c:v>
                </c:pt>
                <c:pt idx="22446">
                  <c:v>7.0776488907109858</c:v>
                </c:pt>
                <c:pt idx="22447">
                  <c:v>7.0786497737271166</c:v>
                </c:pt>
                <c:pt idx="22448">
                  <c:v>7.078457954240843</c:v>
                </c:pt>
                <c:pt idx="22449">
                  <c:v>7.0782483167505008</c:v>
                </c:pt>
                <c:pt idx="22450">
                  <c:v>7.0784099402387302</c:v>
                </c:pt>
                <c:pt idx="22451">
                  <c:v>7.0781248521736391</c:v>
                </c:pt>
                <c:pt idx="22452">
                  <c:v>7.0800414702218575</c:v>
                </c:pt>
                <c:pt idx="22453">
                  <c:v>7.0816474558097733</c:v>
                </c:pt>
                <c:pt idx="22454">
                  <c:v>7.0836925842413159</c:v>
                </c:pt>
                <c:pt idx="22455">
                  <c:v>7.0856817357574231</c:v>
                </c:pt>
                <c:pt idx="22456">
                  <c:v>7.0848476008767092</c:v>
                </c:pt>
                <c:pt idx="22457">
                  <c:v>7.083673662467084</c:v>
                </c:pt>
                <c:pt idx="22458">
                  <c:v>7.0837651177092038</c:v>
                </c:pt>
                <c:pt idx="22459">
                  <c:v>7.0847790094451186</c:v>
                </c:pt>
                <c:pt idx="22460">
                  <c:v>7.0840237152903702</c:v>
                </c:pt>
                <c:pt idx="22461">
                  <c:v>7.0840024282943599</c:v>
                </c:pt>
                <c:pt idx="22462">
                  <c:v>7.0849217111591161</c:v>
                </c:pt>
                <c:pt idx="22463">
                  <c:v>7.0878892760844545</c:v>
                </c:pt>
                <c:pt idx="22464">
                  <c:v>7.0887896371749788</c:v>
                </c:pt>
                <c:pt idx="22465">
                  <c:v>7.0882716536053865</c:v>
                </c:pt>
                <c:pt idx="22466">
                  <c:v>7.0890750406029737</c:v>
                </c:pt>
                <c:pt idx="22467">
                  <c:v>7.090380643024961</c:v>
                </c:pt>
                <c:pt idx="22468">
                  <c:v>7.0914008420189534</c:v>
                </c:pt>
                <c:pt idx="22469">
                  <c:v>7.0916129235718</c:v>
                </c:pt>
                <c:pt idx="22470">
                  <c:v>7.0918368312335422</c:v>
                </c:pt>
                <c:pt idx="22471">
                  <c:v>7.0941515949478866</c:v>
                </c:pt>
                <c:pt idx="22472">
                  <c:v>7.0962164335609206</c:v>
                </c:pt>
                <c:pt idx="22473">
                  <c:v>7.095711852914742</c:v>
                </c:pt>
                <c:pt idx="22474">
                  <c:v>7.0964821268074241</c:v>
                </c:pt>
                <c:pt idx="22475">
                  <c:v>7.0967446664248888</c:v>
                </c:pt>
                <c:pt idx="22476">
                  <c:v>7.0958797836610481</c:v>
                </c:pt>
                <c:pt idx="22477">
                  <c:v>7.0968487361831629</c:v>
                </c:pt>
                <c:pt idx="22478">
                  <c:v>7.0994717671360315</c:v>
                </c:pt>
                <c:pt idx="22479">
                  <c:v>7.1004966965735816</c:v>
                </c:pt>
                <c:pt idx="22480">
                  <c:v>7.1000394203629824</c:v>
                </c:pt>
                <c:pt idx="22481">
                  <c:v>7.0980069064475941</c:v>
                </c:pt>
                <c:pt idx="22482">
                  <c:v>7.0976529115880096</c:v>
                </c:pt>
                <c:pt idx="22483">
                  <c:v>7.099168230341065</c:v>
                </c:pt>
                <c:pt idx="22484">
                  <c:v>7.1006551664327722</c:v>
                </c:pt>
                <c:pt idx="22485">
                  <c:v>7.1006969520175343</c:v>
                </c:pt>
                <c:pt idx="22486">
                  <c:v>7.0995711064507478</c:v>
                </c:pt>
                <c:pt idx="22487">
                  <c:v>7.0993503524180452</c:v>
                </c:pt>
                <c:pt idx="22488">
                  <c:v>7.1000528232863971</c:v>
                </c:pt>
                <c:pt idx="22489">
                  <c:v>7.1000654378025514</c:v>
                </c:pt>
                <c:pt idx="22490">
                  <c:v>7.1006993172393127</c:v>
                </c:pt>
                <c:pt idx="22491">
                  <c:v>7.1022579983916492</c:v>
                </c:pt>
                <c:pt idx="22492">
                  <c:v>7.1032647944622278</c:v>
                </c:pt>
                <c:pt idx="22493">
                  <c:v>7.1029801794414924</c:v>
                </c:pt>
                <c:pt idx="22494">
                  <c:v>7.1023155521216044</c:v>
                </c:pt>
                <c:pt idx="22495">
                  <c:v>7.1018819281287939</c:v>
                </c:pt>
                <c:pt idx="22496">
                  <c:v>7.1019386934514896</c:v>
                </c:pt>
                <c:pt idx="22497">
                  <c:v>7.102411737807282</c:v>
                </c:pt>
                <c:pt idx="22498">
                  <c:v>7.1028981850864881</c:v>
                </c:pt>
                <c:pt idx="22499">
                  <c:v>7.1039767262176952</c:v>
                </c:pt>
                <c:pt idx="22500">
                  <c:v>7.1052476387202574</c:v>
                </c:pt>
                <c:pt idx="22501">
                  <c:v>7.1057214714833092</c:v>
                </c:pt>
                <c:pt idx="22502">
                  <c:v>7.1051924502120816</c:v>
                </c:pt>
                <c:pt idx="22503">
                  <c:v>7.1030637506110157</c:v>
                </c:pt>
                <c:pt idx="22504">
                  <c:v>7.10303142591337</c:v>
                </c:pt>
                <c:pt idx="22505">
                  <c:v>7.1037709519229253</c:v>
                </c:pt>
                <c:pt idx="22506">
                  <c:v>7.1057340859994635</c:v>
                </c:pt>
                <c:pt idx="22507">
                  <c:v>7.1079179741087053</c:v>
                </c:pt>
                <c:pt idx="22508">
                  <c:v>7.1097005629227832</c:v>
                </c:pt>
                <c:pt idx="22509">
                  <c:v>7.1086590769327804</c:v>
                </c:pt>
                <c:pt idx="22510">
                  <c:v>7.1071816017281888</c:v>
                </c:pt>
                <c:pt idx="22511">
                  <c:v>7.1072557120105966</c:v>
                </c:pt>
                <c:pt idx="22512">
                  <c:v>7.1088703700783675</c:v>
                </c:pt>
                <c:pt idx="22513">
                  <c:v>7.1086866711868684</c:v>
                </c:pt>
                <c:pt idx="22514">
                  <c:v>7.1091155647361202</c:v>
                </c:pt>
                <c:pt idx="22515">
                  <c:v>7.1097912297576435</c:v>
                </c:pt>
                <c:pt idx="22516">
                  <c:v>7.1088687932638486</c:v>
                </c:pt>
                <c:pt idx="22517">
                  <c:v>7.1093820463898831</c:v>
                </c:pt>
                <c:pt idx="22518">
                  <c:v>7.1113506993172395</c:v>
                </c:pt>
                <c:pt idx="22519">
                  <c:v>7.1142252321859383</c:v>
                </c:pt>
                <c:pt idx="22520">
                  <c:v>7.1156459420678342</c:v>
                </c:pt>
                <c:pt idx="22521">
                  <c:v>7.1158745801731342</c:v>
                </c:pt>
                <c:pt idx="22522">
                  <c:v>7.1153960169665238</c:v>
                </c:pt>
                <c:pt idx="22523">
                  <c:v>7.1148362478121703</c:v>
                </c:pt>
                <c:pt idx="22524">
                  <c:v>7.1154709156561911</c:v>
                </c:pt>
                <c:pt idx="22525">
                  <c:v>7.1151098251312694</c:v>
                </c:pt>
                <c:pt idx="22526">
                  <c:v>7.1140525709960736</c:v>
                </c:pt>
                <c:pt idx="22527">
                  <c:v>7.1152454311799307</c:v>
                </c:pt>
                <c:pt idx="22528">
                  <c:v>7.1174119743294595</c:v>
                </c:pt>
                <c:pt idx="22529">
                  <c:v>7.120104385121178</c:v>
                </c:pt>
                <c:pt idx="22530">
                  <c:v>7.1232351503492648</c:v>
                </c:pt>
                <c:pt idx="22531">
                  <c:v>7.1234976899667295</c:v>
                </c:pt>
                <c:pt idx="22532">
                  <c:v>7.121939008814393</c:v>
                </c:pt>
                <c:pt idx="22533">
                  <c:v>7.1222993109320551</c:v>
                </c:pt>
                <c:pt idx="22534">
                  <c:v>7.121895646415112</c:v>
                </c:pt>
                <c:pt idx="22535">
                  <c:v>7.1216764691969283</c:v>
                </c:pt>
                <c:pt idx="22536">
                  <c:v>7.123188634320945</c:v>
                </c:pt>
                <c:pt idx="22537">
                  <c:v>7.1237870354310227</c:v>
                </c:pt>
                <c:pt idx="22538">
                  <c:v>7.1235237074062976</c:v>
                </c:pt>
                <c:pt idx="22539">
                  <c:v>7.1229544773648277</c:v>
                </c:pt>
                <c:pt idx="22540">
                  <c:v>7.1227999495419354</c:v>
                </c:pt>
                <c:pt idx="22541">
                  <c:v>7.1222985225247957</c:v>
                </c:pt>
                <c:pt idx="22542">
                  <c:v>7.1196423784670211</c:v>
                </c:pt>
                <c:pt idx="22543">
                  <c:v>7.1167993818887085</c:v>
                </c:pt>
                <c:pt idx="22544">
                  <c:v>7.1160228007379489</c:v>
                </c:pt>
                <c:pt idx="22545">
                  <c:v>7.118366735520901</c:v>
                </c:pt>
                <c:pt idx="22546">
                  <c:v>7.1190518614295399</c:v>
                </c:pt>
                <c:pt idx="22547">
                  <c:v>7.1197716772576038</c:v>
                </c:pt>
                <c:pt idx="22548">
                  <c:v>7.1208462763525127</c:v>
                </c:pt>
                <c:pt idx="22549">
                  <c:v>7.120999227360886</c:v>
                </c:pt>
                <c:pt idx="22550">
                  <c:v>7.1213721439947015</c:v>
                </c:pt>
                <c:pt idx="22551">
                  <c:v>7.1234180608335045</c:v>
                </c:pt>
                <c:pt idx="22552">
                  <c:v>7.1255491256563488</c:v>
                </c:pt>
                <c:pt idx="22553">
                  <c:v>7.1252676642646522</c:v>
                </c:pt>
                <c:pt idx="22554">
                  <c:v>7.1229710339172803</c:v>
                </c:pt>
                <c:pt idx="22555">
                  <c:v>7.1214178716157619</c:v>
                </c:pt>
                <c:pt idx="22556">
                  <c:v>7.1213335120389791</c:v>
                </c:pt>
                <c:pt idx="22557">
                  <c:v>7.1191086267522348</c:v>
                </c:pt>
                <c:pt idx="22558">
                  <c:v>7.1171021302764155</c:v>
                </c:pt>
                <c:pt idx="22559">
                  <c:v>7.1166487961021145</c:v>
                </c:pt>
                <c:pt idx="22560">
                  <c:v>7.1171596840063707</c:v>
                </c:pt>
                <c:pt idx="22561">
                  <c:v>7.118633217174664</c:v>
                </c:pt>
                <c:pt idx="22562">
                  <c:v>7.121708793894574</c:v>
                </c:pt>
                <c:pt idx="22563">
                  <c:v>7.1229284599252587</c:v>
                </c:pt>
                <c:pt idx="22564">
                  <c:v>7.1237689020640502</c:v>
                </c:pt>
                <c:pt idx="22565">
                  <c:v>7.1258960248505971</c:v>
                </c:pt>
                <c:pt idx="22566">
                  <c:v>7.12538671376086</c:v>
                </c:pt>
                <c:pt idx="22567">
                  <c:v>7.1251233857361358</c:v>
                </c:pt>
                <c:pt idx="22568">
                  <c:v>7.1267151799933774</c:v>
                </c:pt>
                <c:pt idx="22569">
                  <c:v>7.1251509799902237</c:v>
                </c:pt>
                <c:pt idx="22570">
                  <c:v>7.1238264557940045</c:v>
                </c:pt>
                <c:pt idx="22571">
                  <c:v>7.1233636607325881</c:v>
                </c:pt>
                <c:pt idx="22572">
                  <c:v>7.1245730774688969</c:v>
                </c:pt>
                <c:pt idx="22573">
                  <c:v>7.1256610794872195</c:v>
                </c:pt>
                <c:pt idx="22574">
                  <c:v>7.1247173559974142</c:v>
                </c:pt>
                <c:pt idx="22575">
                  <c:v>7.1245983065012064</c:v>
                </c:pt>
                <c:pt idx="22576">
                  <c:v>7.1248032923887159</c:v>
                </c:pt>
                <c:pt idx="22577">
                  <c:v>7.1232745707122467</c:v>
                </c:pt>
                <c:pt idx="22578">
                  <c:v>7.1231019095223829</c:v>
                </c:pt>
                <c:pt idx="22579">
                  <c:v>7.1249089389615099</c:v>
                </c:pt>
                <c:pt idx="22580">
                  <c:v>7.125075292893297</c:v>
                </c:pt>
                <c:pt idx="22581">
                  <c:v>7.1245919992431288</c:v>
                </c:pt>
                <c:pt idx="22582">
                  <c:v>7.1250484870464685</c:v>
                </c:pt>
                <c:pt idx="22583">
                  <c:v>7.1256090446080824</c:v>
                </c:pt>
                <c:pt idx="22584">
                  <c:v>7.1255798735394755</c:v>
                </c:pt>
                <c:pt idx="22585">
                  <c:v>7.1247102603320771</c:v>
                </c:pt>
                <c:pt idx="22586">
                  <c:v>7.1255262618458195</c:v>
                </c:pt>
                <c:pt idx="22587">
                  <c:v>7.1266363392674119</c:v>
                </c:pt>
                <c:pt idx="22588">
                  <c:v>7.125918100253867</c:v>
                </c:pt>
                <c:pt idx="22589">
                  <c:v>7.1243909553919176</c:v>
                </c:pt>
                <c:pt idx="22590">
                  <c:v>7.1219965625443482</c:v>
                </c:pt>
                <c:pt idx="22591">
                  <c:v>7.1220754032703137</c:v>
                </c:pt>
                <c:pt idx="22592">
                  <c:v>7.1249664926914651</c:v>
                </c:pt>
                <c:pt idx="22593">
                  <c:v>7.1268058468282378</c:v>
                </c:pt>
                <c:pt idx="22594">
                  <c:v>7.1263698576136489</c:v>
                </c:pt>
                <c:pt idx="22595">
                  <c:v>7.1252353395670065</c:v>
                </c:pt>
                <c:pt idx="22596">
                  <c:v>7.1261420079156093</c:v>
                </c:pt>
                <c:pt idx="22597">
                  <c:v>7.1271014995506077</c:v>
                </c:pt>
                <c:pt idx="22598">
                  <c:v>7.1280105331209889</c:v>
                </c:pt>
                <c:pt idx="22599">
                  <c:v>7.128024724451663</c:v>
                </c:pt>
                <c:pt idx="22600">
                  <c:v>7.1285600529809674</c:v>
                </c:pt>
                <c:pt idx="22601">
                  <c:v>7.1287713461265554</c:v>
                </c:pt>
                <c:pt idx="22602">
                  <c:v>7.1277479935035242</c:v>
                </c:pt>
                <c:pt idx="22603">
                  <c:v>7.1267167568078964</c:v>
                </c:pt>
                <c:pt idx="22604">
                  <c:v>7.1246440341222659</c:v>
                </c:pt>
                <c:pt idx="22605">
                  <c:v>7.1250997335183461</c:v>
                </c:pt>
                <c:pt idx="22606">
                  <c:v>7.1257974739431402</c:v>
                </c:pt>
                <c:pt idx="22607">
                  <c:v>7.1254828994465385</c:v>
                </c:pt>
                <c:pt idx="22608">
                  <c:v>7.128078336145319</c:v>
                </c:pt>
                <c:pt idx="22609">
                  <c:v>7.1302393604440306</c:v>
                </c:pt>
                <c:pt idx="22610">
                  <c:v>7.1288091896750183</c:v>
                </c:pt>
                <c:pt idx="22611">
                  <c:v>7.1273017549945603</c:v>
                </c:pt>
                <c:pt idx="22612">
                  <c:v>7.126918589066368</c:v>
                </c:pt>
                <c:pt idx="22613">
                  <c:v>7.1268618237436732</c:v>
                </c:pt>
                <c:pt idx="22614">
                  <c:v>7.1288612245541554</c:v>
                </c:pt>
                <c:pt idx="22615">
                  <c:v>7.1305988741544333</c:v>
                </c:pt>
                <c:pt idx="22616">
                  <c:v>7.1286956590296287</c:v>
                </c:pt>
                <c:pt idx="22617">
                  <c:v>7.1273766536842267</c:v>
                </c:pt>
                <c:pt idx="22618">
                  <c:v>7.1267080843280404</c:v>
                </c:pt>
                <c:pt idx="22619">
                  <c:v>7.1263154575127325</c:v>
                </c:pt>
                <c:pt idx="22620">
                  <c:v>7.1273120042889353</c:v>
                </c:pt>
                <c:pt idx="22621">
                  <c:v>7.1273569435027362</c:v>
                </c:pt>
                <c:pt idx="22622">
                  <c:v>7.1244287989403805</c:v>
                </c:pt>
                <c:pt idx="22623">
                  <c:v>7.1226485753480819</c:v>
                </c:pt>
                <c:pt idx="22624">
                  <c:v>7.1240763808953149</c:v>
                </c:pt>
                <c:pt idx="22625">
                  <c:v>7.1257501695075609</c:v>
                </c:pt>
                <c:pt idx="22626">
                  <c:v>7.1265046752550498</c:v>
                </c:pt>
                <c:pt idx="22627">
                  <c:v>7.1270502530787301</c:v>
                </c:pt>
                <c:pt idx="22628">
                  <c:v>7.1282297103391725</c:v>
                </c:pt>
                <c:pt idx="22629">
                  <c:v>7.1279119822135319</c:v>
                </c:pt>
                <c:pt idx="22630">
                  <c:v>7.1259685583184851</c:v>
                </c:pt>
                <c:pt idx="22631">
                  <c:v>7.1249862028729565</c:v>
                </c:pt>
                <c:pt idx="22632">
                  <c:v>7.1249467825099737</c:v>
                </c:pt>
                <c:pt idx="22633">
                  <c:v>7.1254403254545169</c:v>
                </c:pt>
                <c:pt idx="22634">
                  <c:v>7.1241654709156563</c:v>
                </c:pt>
                <c:pt idx="22635">
                  <c:v>7.1243460161781167</c:v>
                </c:pt>
                <c:pt idx="22636">
                  <c:v>7.1249743767640616</c:v>
                </c:pt>
                <c:pt idx="22637">
                  <c:v>7.1247961967233797</c:v>
                </c:pt>
                <c:pt idx="22638">
                  <c:v>7.1233644491398476</c:v>
                </c:pt>
                <c:pt idx="22639">
                  <c:v>7.121549535628124</c:v>
                </c:pt>
                <c:pt idx="22640">
                  <c:v>7.120050773427522</c:v>
                </c:pt>
                <c:pt idx="22641">
                  <c:v>7.1207485138523152</c:v>
                </c:pt>
                <c:pt idx="22642">
                  <c:v>7.1211592740345955</c:v>
                </c:pt>
                <c:pt idx="22643">
                  <c:v>7.1215850139548085</c:v>
                </c:pt>
                <c:pt idx="22644">
                  <c:v>7.1236443337170252</c:v>
                </c:pt>
                <c:pt idx="22645">
                  <c:v>7.1257162679953954</c:v>
                </c:pt>
                <c:pt idx="22646">
                  <c:v>7.125925195919204</c:v>
                </c:pt>
                <c:pt idx="22647">
                  <c:v>7.1254403254545169</c:v>
                </c:pt>
                <c:pt idx="22648">
                  <c:v>7.1248293098282849</c:v>
                </c:pt>
                <c:pt idx="22649">
                  <c:v>7.1243854365410995</c:v>
                </c:pt>
                <c:pt idx="22650">
                  <c:v>7.1231980952080605</c:v>
                </c:pt>
                <c:pt idx="22651">
                  <c:v>7.1224924707106707</c:v>
                </c:pt>
                <c:pt idx="22652">
                  <c:v>7.1222646210126301</c:v>
                </c:pt>
                <c:pt idx="22653">
                  <c:v>7.1220304640565129</c:v>
                </c:pt>
                <c:pt idx="22654">
                  <c:v>7.1209125025623239</c:v>
                </c:pt>
                <c:pt idx="22655">
                  <c:v>7.1199837588104513</c:v>
                </c:pt>
                <c:pt idx="22656">
                  <c:v>7.1215881675838473</c:v>
                </c:pt>
                <c:pt idx="22657">
                  <c:v>7.1230877181917087</c:v>
                </c:pt>
                <c:pt idx="22658">
                  <c:v>7.123595452466926</c:v>
                </c:pt>
                <c:pt idx="22659">
                  <c:v>7.1230963906715656</c:v>
                </c:pt>
                <c:pt idx="22660">
                  <c:v>7.124074804080796</c:v>
                </c:pt>
                <c:pt idx="22661">
                  <c:v>7.1236025481322631</c:v>
                </c:pt>
                <c:pt idx="22662">
                  <c:v>7.1228575032718897</c:v>
                </c:pt>
                <c:pt idx="22663">
                  <c:v>7.1217024866364973</c:v>
                </c:pt>
                <c:pt idx="22664">
                  <c:v>7.122427032908119</c:v>
                </c:pt>
                <c:pt idx="22665">
                  <c:v>7.1225090272631233</c:v>
                </c:pt>
                <c:pt idx="22666">
                  <c:v>7.1227873350257811</c:v>
                </c:pt>
                <c:pt idx="22667">
                  <c:v>7.1243184219240288</c:v>
                </c:pt>
                <c:pt idx="22668">
                  <c:v>7.1244776801904788</c:v>
                </c:pt>
                <c:pt idx="22669">
                  <c:v>7.1229599962156449</c:v>
                </c:pt>
                <c:pt idx="22670">
                  <c:v>7.1235662813983192</c:v>
                </c:pt>
                <c:pt idx="22671">
                  <c:v>7.1243468045853771</c:v>
                </c:pt>
                <c:pt idx="22672">
                  <c:v>7.1252022264621013</c:v>
                </c:pt>
                <c:pt idx="22673">
                  <c:v>7.1260592251533454</c:v>
                </c:pt>
                <c:pt idx="22674">
                  <c:v>7.1257422854349644</c:v>
                </c:pt>
                <c:pt idx="22675">
                  <c:v>7.1247118371465961</c:v>
                </c:pt>
                <c:pt idx="22676">
                  <c:v>7.1248340402718426</c:v>
                </c:pt>
                <c:pt idx="22677">
                  <c:v>7.1257777637616488</c:v>
                </c:pt>
                <c:pt idx="22678">
                  <c:v>7.1254064239423514</c:v>
                </c:pt>
                <c:pt idx="22679">
                  <c:v>7.1259236191046851</c:v>
                </c:pt>
                <c:pt idx="22680">
                  <c:v>7.125890505999779</c:v>
                </c:pt>
                <c:pt idx="22681">
                  <c:v>7.1252337627524875</c:v>
                </c:pt>
                <c:pt idx="22682">
                  <c:v>7.1259385988426178</c:v>
                </c:pt>
                <c:pt idx="22683">
                  <c:v>7.126847632412999</c:v>
                </c:pt>
                <c:pt idx="22684">
                  <c:v>7.1271763982402749</c:v>
                </c:pt>
                <c:pt idx="22685">
                  <c:v>7.1272055693088818</c:v>
                </c:pt>
                <c:pt idx="22686">
                  <c:v>7.1270297544899792</c:v>
                </c:pt>
                <c:pt idx="22687">
                  <c:v>7.1270171399738249</c:v>
                </c:pt>
                <c:pt idx="22688">
                  <c:v>7.1264242577145653</c:v>
                </c:pt>
                <c:pt idx="22689">
                  <c:v>7.1249294375502608</c:v>
                </c:pt>
                <c:pt idx="22690">
                  <c:v>7.1244776801904788</c:v>
                </c:pt>
                <c:pt idx="22691">
                  <c:v>7.1261869471294093</c:v>
                </c:pt>
                <c:pt idx="22692">
                  <c:v>7.1256981346284238</c:v>
                </c:pt>
                <c:pt idx="22693">
                  <c:v>7.1253165455147514</c:v>
                </c:pt>
                <c:pt idx="22694">
                  <c:v>7.1253244295873479</c:v>
                </c:pt>
                <c:pt idx="22695">
                  <c:v>7.1243389205127805</c:v>
                </c:pt>
                <c:pt idx="22696">
                  <c:v>7.1234795565997571</c:v>
                </c:pt>
                <c:pt idx="22697">
                  <c:v>7.1234054463173493</c:v>
                </c:pt>
                <c:pt idx="22698">
                  <c:v>7.1239084501490089</c:v>
                </c:pt>
                <c:pt idx="22699">
                  <c:v>7.1248750374493452</c:v>
                </c:pt>
                <c:pt idx="22700">
                  <c:v>7.1244855642630753</c:v>
                </c:pt>
                <c:pt idx="22701">
                  <c:v>7.1255672590233212</c:v>
                </c:pt>
                <c:pt idx="22702">
                  <c:v>7.1279001561046371</c:v>
                </c:pt>
                <c:pt idx="22703">
                  <c:v>7.1283227423958122</c:v>
                </c:pt>
                <c:pt idx="22704">
                  <c:v>7.1271890127564292</c:v>
                </c:pt>
                <c:pt idx="22705">
                  <c:v>7.1272063577161422</c:v>
                </c:pt>
                <c:pt idx="22706">
                  <c:v>7.1289195666913701</c:v>
                </c:pt>
                <c:pt idx="22707">
                  <c:v>7.1291442627603718</c:v>
                </c:pt>
                <c:pt idx="22708">
                  <c:v>7.1286483545940493</c:v>
                </c:pt>
                <c:pt idx="22709">
                  <c:v>7.1293295384663899</c:v>
                </c:pt>
                <c:pt idx="22710">
                  <c:v>7.130418328891972</c:v>
                </c:pt>
                <c:pt idx="22711">
                  <c:v>7.1280128983427682</c:v>
                </c:pt>
                <c:pt idx="22712">
                  <c:v>7.1266458001545274</c:v>
                </c:pt>
                <c:pt idx="22713">
                  <c:v>7.127086519812674</c:v>
                </c:pt>
                <c:pt idx="22714">
                  <c:v>7.1268492092275189</c:v>
                </c:pt>
                <c:pt idx="22715">
                  <c:v>7.1284701745533674</c:v>
                </c:pt>
                <c:pt idx="22716">
                  <c:v>7.1291253409861399</c:v>
                </c:pt>
                <c:pt idx="22717">
                  <c:v>7.1302180734480203</c:v>
                </c:pt>
                <c:pt idx="22718">
                  <c:v>7.1323270628675948</c:v>
                </c:pt>
                <c:pt idx="22719">
                  <c:v>7.1338794367618537</c:v>
                </c:pt>
                <c:pt idx="22720">
                  <c:v>7.1342255475488416</c:v>
                </c:pt>
                <c:pt idx="22721">
                  <c:v>7.1339874485564261</c:v>
                </c:pt>
                <c:pt idx="22722">
                  <c:v>7.1351645405950901</c:v>
                </c:pt>
                <c:pt idx="22723">
                  <c:v>7.1357976316245919</c:v>
                </c:pt>
                <c:pt idx="22724">
                  <c:v>7.1344415711379874</c:v>
                </c:pt>
                <c:pt idx="22725">
                  <c:v>7.1349784764818116</c:v>
                </c:pt>
                <c:pt idx="22726">
                  <c:v>7.1369542250745042</c:v>
                </c:pt>
                <c:pt idx="22727">
                  <c:v>7.1368028508806507</c:v>
                </c:pt>
                <c:pt idx="22728">
                  <c:v>7.1380469575363854</c:v>
                </c:pt>
                <c:pt idx="22729">
                  <c:v>7.1408962613727747</c:v>
                </c:pt>
                <c:pt idx="22730">
                  <c:v>7.1423800438354439</c:v>
                </c:pt>
                <c:pt idx="22731">
                  <c:v>7.1418589066368119</c:v>
                </c:pt>
                <c:pt idx="22732">
                  <c:v>7.1411059777038428</c:v>
                </c:pt>
                <c:pt idx="22733">
                  <c:v>7.141944054620855</c:v>
                </c:pt>
                <c:pt idx="22734">
                  <c:v>7.1431637206515397</c:v>
                </c:pt>
                <c:pt idx="22735">
                  <c:v>7.1429563695422509</c:v>
                </c:pt>
                <c:pt idx="22736">
                  <c:v>7.1422199971617335</c:v>
                </c:pt>
                <c:pt idx="22737">
                  <c:v>7.1453830870874659</c:v>
                </c:pt>
                <c:pt idx="22738">
                  <c:v>7.1474329459625663</c:v>
                </c:pt>
                <c:pt idx="22739">
                  <c:v>7.1492423406234726</c:v>
                </c:pt>
                <c:pt idx="22740">
                  <c:v>7.1510548889134169</c:v>
                </c:pt>
                <c:pt idx="22741">
                  <c:v>7.1520735110928904</c:v>
                </c:pt>
                <c:pt idx="22742">
                  <c:v>7.1519095223828817</c:v>
                </c:pt>
                <c:pt idx="22743">
                  <c:v>7.1539412478910105</c:v>
                </c:pt>
                <c:pt idx="22744">
                  <c:v>7.157537173402293</c:v>
                </c:pt>
                <c:pt idx="22745">
                  <c:v>7.1592417098976648</c:v>
                </c:pt>
                <c:pt idx="22746">
                  <c:v>7.1590950661473691</c:v>
                </c:pt>
                <c:pt idx="22747">
                  <c:v>7.1604732020372444</c:v>
                </c:pt>
                <c:pt idx="22748">
                  <c:v>7.1631096359135276</c:v>
                </c:pt>
                <c:pt idx="22749">
                  <c:v>7.1648669956952959</c:v>
                </c:pt>
                <c:pt idx="22750">
                  <c:v>7.1663996594080634</c:v>
                </c:pt>
                <c:pt idx="22751">
                  <c:v>7.1677076270518301</c:v>
                </c:pt>
                <c:pt idx="22752">
                  <c:v>7.1692331950992605</c:v>
                </c:pt>
                <c:pt idx="22753">
                  <c:v>7.171731657705104</c:v>
                </c:pt>
                <c:pt idx="22754">
                  <c:v>7.1745249846260588</c:v>
                </c:pt>
                <c:pt idx="22755">
                  <c:v>7.1766946814046264</c:v>
                </c:pt>
                <c:pt idx="22756">
                  <c:v>7.1770447342279127</c:v>
                </c:pt>
                <c:pt idx="22757">
                  <c:v>7.1775642946120248</c:v>
                </c:pt>
                <c:pt idx="22758">
                  <c:v>7.1785340355413991</c:v>
                </c:pt>
                <c:pt idx="22759">
                  <c:v>7.1789164130623311</c:v>
                </c:pt>
                <c:pt idx="22760">
                  <c:v>7.1811452403853737</c:v>
                </c:pt>
                <c:pt idx="22761">
                  <c:v>7.1837264857534811</c:v>
                </c:pt>
                <c:pt idx="22762">
                  <c:v>7.1862225831375453</c:v>
                </c:pt>
                <c:pt idx="22763">
                  <c:v>7.1891341711474475</c:v>
                </c:pt>
                <c:pt idx="22764">
                  <c:v>7.1941752471656759</c:v>
                </c:pt>
                <c:pt idx="22765">
                  <c:v>7.1981330516091395</c:v>
                </c:pt>
                <c:pt idx="22766">
                  <c:v>7.2006307258077236</c:v>
                </c:pt>
                <c:pt idx="22767">
                  <c:v>7.2023344738958359</c:v>
                </c:pt>
                <c:pt idx="22768">
                  <c:v>7.2047470001103768</c:v>
                </c:pt>
                <c:pt idx="22769">
                  <c:v>7.2088711584856275</c:v>
                </c:pt>
                <c:pt idx="22770">
                  <c:v>7.2122116400447815</c:v>
                </c:pt>
                <c:pt idx="22771">
                  <c:v>7.2159676122297736</c:v>
                </c:pt>
                <c:pt idx="22772">
                  <c:v>7.2193159778615241</c:v>
                </c:pt>
                <c:pt idx="22773">
                  <c:v>7.2208242009492425</c:v>
                </c:pt>
                <c:pt idx="22774">
                  <c:v>7.2209069837115063</c:v>
                </c:pt>
                <c:pt idx="22775">
                  <c:v>7.221479367382015</c:v>
                </c:pt>
                <c:pt idx="22776">
                  <c:v>7.2248064460177552</c:v>
                </c:pt>
                <c:pt idx="22777">
                  <c:v>7.2305019000614958</c:v>
                </c:pt>
                <c:pt idx="22778">
                  <c:v>7.2354365410996708</c:v>
                </c:pt>
                <c:pt idx="22779">
                  <c:v>7.2382109462463928</c:v>
                </c:pt>
                <c:pt idx="22780">
                  <c:v>7.2423776786136642</c:v>
                </c:pt>
                <c:pt idx="22781">
                  <c:v>7.2476071839669496</c:v>
                </c:pt>
                <c:pt idx="22782">
                  <c:v>7.2500701682461095</c:v>
                </c:pt>
                <c:pt idx="22783">
                  <c:v>7.2524692915372366</c:v>
                </c:pt>
                <c:pt idx="22784">
                  <c:v>7.2551829893249655</c:v>
                </c:pt>
                <c:pt idx="22785">
                  <c:v>7.2563545625128114</c:v>
                </c:pt>
                <c:pt idx="22786">
                  <c:v>7.2594750784465223</c:v>
                </c:pt>
                <c:pt idx="22787">
                  <c:v>7.2637758400479351</c:v>
                </c:pt>
                <c:pt idx="22788">
                  <c:v>7.2683186426780617</c:v>
                </c:pt>
                <c:pt idx="22789">
                  <c:v>7.271891704378814</c:v>
                </c:pt>
                <c:pt idx="22790">
                  <c:v>7.2751856699096482</c:v>
                </c:pt>
                <c:pt idx="22791">
                  <c:v>7.2784197164887496</c:v>
                </c:pt>
                <c:pt idx="22792">
                  <c:v>7.2810577271795518</c:v>
                </c:pt>
                <c:pt idx="22793">
                  <c:v>7.2824626689162555</c:v>
                </c:pt>
                <c:pt idx="22794">
                  <c:v>7.2847458963402136</c:v>
                </c:pt>
                <c:pt idx="22795">
                  <c:v>7.2891199798167738</c:v>
                </c:pt>
                <c:pt idx="22796">
                  <c:v>7.2915466973619889</c:v>
                </c:pt>
                <c:pt idx="22797">
                  <c:v>7.2922822813352468</c:v>
                </c:pt>
                <c:pt idx="22798">
                  <c:v>7.2944267490815058</c:v>
                </c:pt>
                <c:pt idx="22799">
                  <c:v>7.2987834875983539</c:v>
                </c:pt>
                <c:pt idx="22800">
                  <c:v>7.3040910452703445</c:v>
                </c:pt>
                <c:pt idx="22801">
                  <c:v>7.3077555622132166</c:v>
                </c:pt>
                <c:pt idx="22802">
                  <c:v>7.3097888645358644</c:v>
                </c:pt>
                <c:pt idx="22803">
                  <c:v>7.3120303063750614</c:v>
                </c:pt>
                <c:pt idx="22804">
                  <c:v>7.3136362919629763</c:v>
                </c:pt>
                <c:pt idx="22805">
                  <c:v>7.3172156609218053</c:v>
                </c:pt>
                <c:pt idx="22806">
                  <c:v>7.3204165943960016</c:v>
                </c:pt>
                <c:pt idx="22807">
                  <c:v>7.323439347829515</c:v>
                </c:pt>
                <c:pt idx="22808">
                  <c:v>7.3279435185039183</c:v>
                </c:pt>
                <c:pt idx="22809">
                  <c:v>7.3325738343398665</c:v>
                </c:pt>
                <c:pt idx="22810">
                  <c:v>7.3360026175121016</c:v>
                </c:pt>
                <c:pt idx="22811">
                  <c:v>7.3376842901969441</c:v>
                </c:pt>
                <c:pt idx="22812">
                  <c:v>7.340379066210442</c:v>
                </c:pt>
                <c:pt idx="22813">
                  <c:v>7.3438685567416702</c:v>
                </c:pt>
                <c:pt idx="22814">
                  <c:v>7.346450590517037</c:v>
                </c:pt>
                <c:pt idx="22815">
                  <c:v>7.3504273167347325</c:v>
                </c:pt>
                <c:pt idx="22816">
                  <c:v>7.3531638783329916</c:v>
                </c:pt>
                <c:pt idx="22817">
                  <c:v>7.3558357905359593</c:v>
                </c:pt>
                <c:pt idx="22818">
                  <c:v>7.3594277740109426</c:v>
                </c:pt>
                <c:pt idx="22819">
                  <c:v>7.3624647187751302</c:v>
                </c:pt>
                <c:pt idx="22820">
                  <c:v>7.364878821804191</c:v>
                </c:pt>
                <c:pt idx="22821">
                  <c:v>7.3653810372285911</c:v>
                </c:pt>
                <c:pt idx="22822">
                  <c:v>7.3663539317870042</c:v>
                </c:pt>
                <c:pt idx="22823">
                  <c:v>7.3676965893501949</c:v>
                </c:pt>
                <c:pt idx="22824">
                  <c:v>7.3693096706034469</c:v>
                </c:pt>
                <c:pt idx="22825">
                  <c:v>7.3720627887541585</c:v>
                </c:pt>
                <c:pt idx="22826">
                  <c:v>7.3747906778725616</c:v>
                </c:pt>
                <c:pt idx="22827">
                  <c:v>7.3779482489474759</c:v>
                </c:pt>
                <c:pt idx="22828">
                  <c:v>7.3816411485516955</c:v>
                </c:pt>
                <c:pt idx="22829">
                  <c:v>7.3835396332329424</c:v>
                </c:pt>
                <c:pt idx="22830">
                  <c:v>7.3870677557198947</c:v>
                </c:pt>
                <c:pt idx="22831">
                  <c:v>7.3897814535076236</c:v>
                </c:pt>
                <c:pt idx="22832">
                  <c:v>7.3901315063309099</c:v>
                </c:pt>
                <c:pt idx="22833">
                  <c:v>7.3917130512937765</c:v>
                </c:pt>
                <c:pt idx="22834">
                  <c:v>7.3934877560352579</c:v>
                </c:pt>
                <c:pt idx="22835">
                  <c:v>7.3960965956574531</c:v>
                </c:pt>
                <c:pt idx="22836">
                  <c:v>7.3975149403175706</c:v>
                </c:pt>
                <c:pt idx="22837">
                  <c:v>7.3985170059445906</c:v>
                </c:pt>
                <c:pt idx="22838">
                  <c:v>7.3990696794336079</c:v>
                </c:pt>
                <c:pt idx="22839">
                  <c:v>7.3998226083665779</c:v>
                </c:pt>
                <c:pt idx="22840">
                  <c:v>7.4020088616975981</c:v>
                </c:pt>
                <c:pt idx="22841">
                  <c:v>7.4037504533341743</c:v>
                </c:pt>
                <c:pt idx="22842">
                  <c:v>7.4063451016256954</c:v>
                </c:pt>
                <c:pt idx="22843">
                  <c:v>7.4075379618095525</c:v>
                </c:pt>
                <c:pt idx="22844">
                  <c:v>7.4094459073779149</c:v>
                </c:pt>
                <c:pt idx="22845">
                  <c:v>7.4099709866128443</c:v>
                </c:pt>
                <c:pt idx="22846">
                  <c:v>7.4116171809710023</c:v>
                </c:pt>
                <c:pt idx="22847">
                  <c:v>7.4138775445844303</c:v>
                </c:pt>
                <c:pt idx="22848">
                  <c:v>7.4163783724120531</c:v>
                </c:pt>
                <c:pt idx="22849">
                  <c:v>7.416655103360192</c:v>
                </c:pt>
                <c:pt idx="22850">
                  <c:v>7.4168127848121221</c:v>
                </c:pt>
                <c:pt idx="22851">
                  <c:v>7.4150901149497788</c:v>
                </c:pt>
                <c:pt idx="22852">
                  <c:v>7.4123385736135861</c:v>
                </c:pt>
                <c:pt idx="22853">
                  <c:v>7.4123448808716628</c:v>
                </c:pt>
                <c:pt idx="22854">
                  <c:v>7.413288604361469</c:v>
                </c:pt>
                <c:pt idx="22855">
                  <c:v>7.4164690392469135</c:v>
                </c:pt>
                <c:pt idx="22856">
                  <c:v>7.4168876835017894</c:v>
                </c:pt>
                <c:pt idx="22857">
                  <c:v>7.4168356486226523</c:v>
                </c:pt>
                <c:pt idx="22858">
                  <c:v>7.4182729150570017</c:v>
                </c:pt>
                <c:pt idx="22859">
                  <c:v>7.4179930304798249</c:v>
                </c:pt>
                <c:pt idx="22860">
                  <c:v>7.4166976773522126</c:v>
                </c:pt>
                <c:pt idx="22861">
                  <c:v>7.4164099087024393</c:v>
                </c:pt>
                <c:pt idx="22862">
                  <c:v>7.4165825698923031</c:v>
                </c:pt>
                <c:pt idx="22863">
                  <c:v>7.4182610889481069</c:v>
                </c:pt>
                <c:pt idx="22864">
                  <c:v>7.4192994213090717</c:v>
                </c:pt>
                <c:pt idx="22865">
                  <c:v>7.4183225847143603</c:v>
                </c:pt>
                <c:pt idx="22866">
                  <c:v>7.4159936296693418</c:v>
                </c:pt>
                <c:pt idx="22867">
                  <c:v>7.4142701713997381</c:v>
                </c:pt>
                <c:pt idx="22868">
                  <c:v>7.4151279584982417</c:v>
                </c:pt>
                <c:pt idx="22869">
                  <c:v>7.416539207493023</c:v>
                </c:pt>
                <c:pt idx="22870">
                  <c:v>7.4159676122297737</c:v>
                </c:pt>
                <c:pt idx="22871">
                  <c:v>7.4146675286586037</c:v>
                </c:pt>
                <c:pt idx="22872">
                  <c:v>7.4125814030495594</c:v>
                </c:pt>
                <c:pt idx="22873">
                  <c:v>7.410991974014097</c:v>
                </c:pt>
                <c:pt idx="22874">
                  <c:v>7.4096516816726847</c:v>
                </c:pt>
                <c:pt idx="22875">
                  <c:v>7.4083815575773819</c:v>
                </c:pt>
                <c:pt idx="22876">
                  <c:v>7.4079100900361095</c:v>
                </c:pt>
                <c:pt idx="22877">
                  <c:v>7.4079085132215896</c:v>
                </c:pt>
                <c:pt idx="22878">
                  <c:v>7.4090666834860217</c:v>
                </c:pt>
                <c:pt idx="22879">
                  <c:v>7.4099883315725572</c:v>
                </c:pt>
                <c:pt idx="22880">
                  <c:v>7.4078383449754801</c:v>
                </c:pt>
                <c:pt idx="22881">
                  <c:v>7.4048069190621106</c:v>
                </c:pt>
                <c:pt idx="22882">
                  <c:v>7.4014412084706471</c:v>
                </c:pt>
                <c:pt idx="22883">
                  <c:v>7.3991232911272649</c:v>
                </c:pt>
                <c:pt idx="22884">
                  <c:v>7.3989600908245166</c:v>
                </c:pt>
                <c:pt idx="22885">
                  <c:v>7.3999771361894702</c:v>
                </c:pt>
                <c:pt idx="22886">
                  <c:v>7.400991027925385</c:v>
                </c:pt>
                <c:pt idx="22887">
                  <c:v>7.3998147242939813</c:v>
                </c:pt>
                <c:pt idx="22888">
                  <c:v>7.3990815055425028</c:v>
                </c:pt>
                <c:pt idx="22889">
                  <c:v>7.397854743846481</c:v>
                </c:pt>
                <c:pt idx="22890">
                  <c:v>7.3969354609817248</c:v>
                </c:pt>
                <c:pt idx="22891">
                  <c:v>7.3967564925337834</c:v>
                </c:pt>
                <c:pt idx="22892">
                  <c:v>7.3970497800343749</c:v>
                </c:pt>
                <c:pt idx="22893">
                  <c:v>7.3968116810419593</c:v>
                </c:pt>
                <c:pt idx="22894">
                  <c:v>7.3941444992825494</c:v>
                </c:pt>
                <c:pt idx="22895">
                  <c:v>7.392397388795156</c:v>
                </c:pt>
                <c:pt idx="22896">
                  <c:v>7.3928499345621974</c:v>
                </c:pt>
                <c:pt idx="22897">
                  <c:v>7.3904626373799651</c:v>
                </c:pt>
                <c:pt idx="22898">
                  <c:v>7.3877008467493965</c:v>
                </c:pt>
                <c:pt idx="22899">
                  <c:v>7.3859474290039264</c:v>
                </c:pt>
                <c:pt idx="22900">
                  <c:v>7.3848688878727193</c:v>
                </c:pt>
                <c:pt idx="22901">
                  <c:v>7.3838975701288261</c:v>
                </c:pt>
                <c:pt idx="22902">
                  <c:v>7.3840489443226796</c:v>
                </c:pt>
                <c:pt idx="22903">
                  <c:v>7.3842405272867753</c:v>
                </c:pt>
                <c:pt idx="22904">
                  <c:v>7.3830074583326759</c:v>
                </c:pt>
                <c:pt idx="22905">
                  <c:v>7.3804151752629341</c:v>
                </c:pt>
                <c:pt idx="22906">
                  <c:v>7.3779971301975751</c:v>
                </c:pt>
                <c:pt idx="22907">
                  <c:v>7.3771811286838327</c:v>
                </c:pt>
                <c:pt idx="22908">
                  <c:v>7.3765251738438007</c:v>
                </c:pt>
                <c:pt idx="22909">
                  <c:v>7.3753811949100427</c:v>
                </c:pt>
                <c:pt idx="22910">
                  <c:v>7.3743539002507132</c:v>
                </c:pt>
                <c:pt idx="22911">
                  <c:v>7.3749530897680504</c:v>
                </c:pt>
                <c:pt idx="22912">
                  <c:v>7.3763359561014834</c:v>
                </c:pt>
                <c:pt idx="22913">
                  <c:v>7.3771819170910922</c:v>
                </c:pt>
                <c:pt idx="22914">
                  <c:v>7.3773545782809569</c:v>
                </c:pt>
                <c:pt idx="22915">
                  <c:v>7.3776636339267414</c:v>
                </c:pt>
                <c:pt idx="22916">
                  <c:v>7.3776305208218353</c:v>
                </c:pt>
                <c:pt idx="22917">
                  <c:v>7.3758660653747299</c:v>
                </c:pt>
                <c:pt idx="22918">
                  <c:v>7.3743562654724926</c:v>
                </c:pt>
                <c:pt idx="22919">
                  <c:v>7.3739872908749744</c:v>
                </c:pt>
                <c:pt idx="22920">
                  <c:v>7.3737689020640502</c:v>
                </c:pt>
                <c:pt idx="22921">
                  <c:v>7.3739407748466546</c:v>
                </c:pt>
                <c:pt idx="22922">
                  <c:v>7.3746771472271719</c:v>
                </c:pt>
                <c:pt idx="22923">
                  <c:v>7.3733644491398476</c:v>
                </c:pt>
                <c:pt idx="22924">
                  <c:v>7.3727384537756819</c:v>
                </c:pt>
                <c:pt idx="22925">
                  <c:v>7.3737704788785692</c:v>
                </c:pt>
                <c:pt idx="22926">
                  <c:v>7.3744398366420159</c:v>
                </c:pt>
                <c:pt idx="22927">
                  <c:v>7.3748332518645832</c:v>
                </c:pt>
                <c:pt idx="22928">
                  <c:v>7.3749310143647806</c:v>
                </c:pt>
                <c:pt idx="22929">
                  <c:v>7.3746377268641892</c:v>
                </c:pt>
                <c:pt idx="22930">
                  <c:v>7.3737105599268356</c:v>
                </c:pt>
                <c:pt idx="22931">
                  <c:v>7.3759646162821868</c:v>
                </c:pt>
                <c:pt idx="22932">
                  <c:v>7.3777393210236681</c:v>
                </c:pt>
                <c:pt idx="22933">
                  <c:v>7.375776186947129</c:v>
                </c:pt>
                <c:pt idx="22934">
                  <c:v>7.3736640438985166</c:v>
                </c:pt>
                <c:pt idx="22935">
                  <c:v>7.3738146296851097</c:v>
                </c:pt>
                <c:pt idx="22936">
                  <c:v>7.3722780239360439</c:v>
                </c:pt>
                <c:pt idx="22937">
                  <c:v>7.3700760024598306</c:v>
                </c:pt>
                <c:pt idx="22938">
                  <c:v>7.3712475756476765</c:v>
                </c:pt>
                <c:pt idx="22939">
                  <c:v>7.3709976505463661</c:v>
                </c:pt>
                <c:pt idx="22940">
                  <c:v>7.370547470001104</c:v>
                </c:pt>
                <c:pt idx="22941">
                  <c:v>7.3703819044765764</c:v>
                </c:pt>
                <c:pt idx="22942">
                  <c:v>7.3714399470190317</c:v>
                </c:pt>
                <c:pt idx="22943">
                  <c:v>7.3719713335120387</c:v>
                </c:pt>
                <c:pt idx="22944">
                  <c:v>7.3731121588167587</c:v>
                </c:pt>
                <c:pt idx="22945">
                  <c:v>7.3749822608366582</c:v>
                </c:pt>
                <c:pt idx="22946">
                  <c:v>7.3772166070105172</c:v>
                </c:pt>
                <c:pt idx="22947">
                  <c:v>7.3782257683028742</c:v>
                </c:pt>
                <c:pt idx="22948">
                  <c:v>7.3773932102366802</c:v>
                </c:pt>
                <c:pt idx="22949">
                  <c:v>7.3758093000520351</c:v>
                </c:pt>
                <c:pt idx="22950">
                  <c:v>7.3772434128573456</c:v>
                </c:pt>
                <c:pt idx="22951">
                  <c:v>7.3790780365505606</c:v>
                </c:pt>
                <c:pt idx="22952">
                  <c:v>7.378902221731658</c:v>
                </c:pt>
                <c:pt idx="22953">
                  <c:v>7.378566360239045</c:v>
                </c:pt>
                <c:pt idx="22954">
                  <c:v>7.3792822340308106</c:v>
                </c:pt>
                <c:pt idx="22955">
                  <c:v>7.3778772922941069</c:v>
                </c:pt>
                <c:pt idx="22956">
                  <c:v>7.3749002664816539</c:v>
                </c:pt>
                <c:pt idx="22957">
                  <c:v>7.3744130307951874</c:v>
                </c:pt>
                <c:pt idx="22958">
                  <c:v>7.3726004825052431</c:v>
                </c:pt>
                <c:pt idx="22959">
                  <c:v>7.3738997776691528</c:v>
                </c:pt>
                <c:pt idx="22960">
                  <c:v>7.3767979627556413</c:v>
                </c:pt>
                <c:pt idx="22961">
                  <c:v>7.3769178006591085</c:v>
                </c:pt>
                <c:pt idx="22962">
                  <c:v>7.3764810230372602</c:v>
                </c:pt>
                <c:pt idx="22963">
                  <c:v>7.3781177565083018</c:v>
                </c:pt>
                <c:pt idx="22964">
                  <c:v>7.379151358425708</c:v>
                </c:pt>
                <c:pt idx="22965">
                  <c:v>7.3807463063119885</c:v>
                </c:pt>
                <c:pt idx="22966">
                  <c:v>7.3809102950219962</c:v>
                </c:pt>
                <c:pt idx="22967">
                  <c:v>7.3813730900834136</c:v>
                </c:pt>
                <c:pt idx="22968">
                  <c:v>7.3806942714328514</c:v>
                </c:pt>
                <c:pt idx="22969">
                  <c:v>7.3808622021791574</c:v>
                </c:pt>
                <c:pt idx="22970">
                  <c:v>7.3817720241567981</c:v>
                </c:pt>
                <c:pt idx="22971">
                  <c:v>7.3830516091392173</c:v>
                </c:pt>
                <c:pt idx="22972">
                  <c:v>7.3836105898863114</c:v>
                </c:pt>
                <c:pt idx="22973">
                  <c:v>7.3825202226462103</c:v>
                </c:pt>
                <c:pt idx="22974">
                  <c:v>7.382535202384144</c:v>
                </c:pt>
                <c:pt idx="22975">
                  <c:v>7.3838526309150252</c:v>
                </c:pt>
                <c:pt idx="22976">
                  <c:v>7.385548494930541</c:v>
                </c:pt>
                <c:pt idx="22977">
                  <c:v>7.386921111969599</c:v>
                </c:pt>
                <c:pt idx="22978">
                  <c:v>7.3887423327394002</c:v>
                </c:pt>
                <c:pt idx="22979">
                  <c:v>7.3888519213484916</c:v>
                </c:pt>
                <c:pt idx="22980">
                  <c:v>7.3877024235639164</c:v>
                </c:pt>
                <c:pt idx="22981">
                  <c:v>7.3861066872703764</c:v>
                </c:pt>
                <c:pt idx="22982">
                  <c:v>7.3842996578312494</c:v>
                </c:pt>
                <c:pt idx="22983">
                  <c:v>7.3854365410996703</c:v>
                </c:pt>
                <c:pt idx="22984">
                  <c:v>7.3862588498714894</c:v>
                </c:pt>
                <c:pt idx="22985">
                  <c:v>7.3864843343477506</c:v>
                </c:pt>
                <c:pt idx="22986">
                  <c:v>7.3868470016871912</c:v>
                </c:pt>
                <c:pt idx="22987">
                  <c:v>7.3857865939229566</c:v>
                </c:pt>
                <c:pt idx="22988">
                  <c:v>7.386699569529636</c:v>
                </c:pt>
                <c:pt idx="22989">
                  <c:v>7.3880020183225845</c:v>
                </c:pt>
                <c:pt idx="22990">
                  <c:v>7.3872002081395163</c:v>
                </c:pt>
                <c:pt idx="22991">
                  <c:v>7.3841009792018166</c:v>
                </c:pt>
                <c:pt idx="22992">
                  <c:v>7.3811152809095066</c:v>
                </c:pt>
                <c:pt idx="22993">
                  <c:v>7.3812729623614377</c:v>
                </c:pt>
                <c:pt idx="22994">
                  <c:v>7.3835656506725114</c:v>
                </c:pt>
                <c:pt idx="22995">
                  <c:v>7.3851345811192228</c:v>
                </c:pt>
                <c:pt idx="22996">
                  <c:v>7.3850786042037875</c:v>
                </c:pt>
                <c:pt idx="22997">
                  <c:v>7.3844573392831805</c:v>
                </c:pt>
                <c:pt idx="22998">
                  <c:v>7.385079392611047</c:v>
                </c:pt>
                <c:pt idx="22999">
                  <c:v>7.3848034500701685</c:v>
                </c:pt>
                <c:pt idx="23000">
                  <c:v>7.385159021744272</c:v>
                </c:pt>
                <c:pt idx="23001">
                  <c:v>7.3842657563190839</c:v>
                </c:pt>
                <c:pt idx="23002">
                  <c:v>7.3825005124647189</c:v>
                </c:pt>
                <c:pt idx="23003">
                  <c:v>7.3814968700231791</c:v>
                </c:pt>
                <c:pt idx="23004">
                  <c:v>7.3819076302054585</c:v>
                </c:pt>
                <c:pt idx="23005">
                  <c:v>7.3814992352449584</c:v>
                </c:pt>
                <c:pt idx="23006">
                  <c:v>7.380338699758747</c:v>
                </c:pt>
                <c:pt idx="23007">
                  <c:v>7.3803670824200953</c:v>
                </c:pt>
                <c:pt idx="23008">
                  <c:v>7.380728172945016</c:v>
                </c:pt>
                <c:pt idx="23009">
                  <c:v>7.3818161749633386</c:v>
                </c:pt>
                <c:pt idx="23010">
                  <c:v>7.3824737066178905</c:v>
                </c:pt>
                <c:pt idx="23011">
                  <c:v>7.3810577271795514</c:v>
                </c:pt>
                <c:pt idx="23012">
                  <c:v>7.3801818067140763</c:v>
                </c:pt>
                <c:pt idx="23013">
                  <c:v>7.3803000678030246</c:v>
                </c:pt>
                <c:pt idx="23014">
                  <c:v>7.3801550008672478</c:v>
                </c:pt>
                <c:pt idx="23015">
                  <c:v>7.3803450070168246</c:v>
                </c:pt>
                <c:pt idx="23016">
                  <c:v>7.3798830003626676</c:v>
                </c:pt>
                <c:pt idx="23017">
                  <c:v>7.3780941042905122</c:v>
                </c:pt>
                <c:pt idx="23018">
                  <c:v>7.3753614847285514</c:v>
                </c:pt>
                <c:pt idx="23019">
                  <c:v>7.3720974786735836</c:v>
                </c:pt>
                <c:pt idx="23020">
                  <c:v>7.3708155284693859</c:v>
                </c:pt>
                <c:pt idx="23021">
                  <c:v>7.3706539049811575</c:v>
                </c:pt>
                <c:pt idx="23022">
                  <c:v>7.3710630883489179</c:v>
                </c:pt>
                <c:pt idx="23023">
                  <c:v>7.3709976505463661</c:v>
                </c:pt>
                <c:pt idx="23024">
                  <c:v>7.3702731042747445</c:v>
                </c:pt>
                <c:pt idx="23025">
                  <c:v>7.3685259937873511</c:v>
                </c:pt>
                <c:pt idx="23026">
                  <c:v>7.3669822923729482</c:v>
                </c:pt>
                <c:pt idx="23027">
                  <c:v>7.3683659471136407</c:v>
                </c:pt>
                <c:pt idx="23028">
                  <c:v>7.369405067881865</c:v>
                </c:pt>
                <c:pt idx="23029">
                  <c:v>7.3681412510446398</c:v>
                </c:pt>
                <c:pt idx="23030">
                  <c:v>7.3665888771503809</c:v>
                </c:pt>
                <c:pt idx="23031">
                  <c:v>7.3661284473107429</c:v>
                </c:pt>
                <c:pt idx="23032">
                  <c:v>7.3655056055756161</c:v>
                </c:pt>
                <c:pt idx="23033">
                  <c:v>7.3646060328923504</c:v>
                </c:pt>
                <c:pt idx="23034">
                  <c:v>7.3615635692773456</c:v>
                </c:pt>
                <c:pt idx="23035">
                  <c:v>7.3588459294533184</c:v>
                </c:pt>
                <c:pt idx="23036">
                  <c:v>7.3579495103990915</c:v>
                </c:pt>
                <c:pt idx="23037">
                  <c:v>7.3576680490073949</c:v>
                </c:pt>
                <c:pt idx="23038">
                  <c:v>7.3592858607042055</c:v>
                </c:pt>
                <c:pt idx="23039">
                  <c:v>7.3614177139343102</c:v>
                </c:pt>
                <c:pt idx="23040">
                  <c:v>7.3613830240148852</c:v>
                </c:pt>
                <c:pt idx="23041">
                  <c:v>7.3607680663523549</c:v>
                </c:pt>
                <c:pt idx="23042">
                  <c:v>7.3588072974975951</c:v>
                </c:pt>
                <c:pt idx="23043">
                  <c:v>7.3568969867074534</c:v>
                </c:pt>
                <c:pt idx="23044">
                  <c:v>7.3554376448698342</c:v>
                </c:pt>
                <c:pt idx="23045">
                  <c:v>7.3534689919424778</c:v>
                </c:pt>
                <c:pt idx="23046">
                  <c:v>7.3514601302448792</c:v>
                </c:pt>
                <c:pt idx="23047">
                  <c:v>7.3505589807470946</c:v>
                </c:pt>
                <c:pt idx="23048">
                  <c:v>7.3491130418328892</c:v>
                </c:pt>
                <c:pt idx="23049">
                  <c:v>7.3487014932433494</c:v>
                </c:pt>
                <c:pt idx="23050">
                  <c:v>7.3478271495923932</c:v>
                </c:pt>
                <c:pt idx="23051">
                  <c:v>7.3462456046295275</c:v>
                </c:pt>
                <c:pt idx="23052">
                  <c:v>7.3442091486778409</c:v>
                </c:pt>
                <c:pt idx="23053">
                  <c:v>7.3442351661174099</c:v>
                </c:pt>
                <c:pt idx="23054">
                  <c:v>7.3454989829546351</c:v>
                </c:pt>
                <c:pt idx="23055">
                  <c:v>7.3460540216654318</c:v>
                </c:pt>
                <c:pt idx="23056">
                  <c:v>7.3460327346694205</c:v>
                </c:pt>
                <c:pt idx="23057">
                  <c:v>7.3451828316435135</c:v>
                </c:pt>
                <c:pt idx="23058">
                  <c:v>7.3447429003926263</c:v>
                </c:pt>
                <c:pt idx="23059">
                  <c:v>7.3441476529115883</c:v>
                </c:pt>
                <c:pt idx="23060">
                  <c:v>7.342772670650751</c:v>
                </c:pt>
                <c:pt idx="23061">
                  <c:v>7.3423067219602958</c:v>
                </c:pt>
                <c:pt idx="23062">
                  <c:v>7.3406810261908895</c:v>
                </c:pt>
                <c:pt idx="23063">
                  <c:v>7.33885586338479</c:v>
                </c:pt>
                <c:pt idx="23064">
                  <c:v>7.3379137167095037</c:v>
                </c:pt>
                <c:pt idx="23065">
                  <c:v>7.3373594664059665</c:v>
                </c:pt>
                <c:pt idx="23066">
                  <c:v>7.3351771551112446</c:v>
                </c:pt>
                <c:pt idx="23067">
                  <c:v>7.3334213721439943</c:v>
                </c:pt>
                <c:pt idx="23068">
                  <c:v>7.3329096958324795</c:v>
                </c:pt>
                <c:pt idx="23069">
                  <c:v>7.3329909017802235</c:v>
                </c:pt>
                <c:pt idx="23070">
                  <c:v>7.3342452577303332</c:v>
                </c:pt>
                <c:pt idx="23071">
                  <c:v>7.3342279127706211</c:v>
                </c:pt>
                <c:pt idx="23072">
                  <c:v>7.3340639240606125</c:v>
                </c:pt>
                <c:pt idx="23073">
                  <c:v>7.3345101625695772</c:v>
                </c:pt>
                <c:pt idx="23074">
                  <c:v>7.335667544426749</c:v>
                </c:pt>
                <c:pt idx="23075">
                  <c:v>7.3364330878758732</c:v>
                </c:pt>
                <c:pt idx="23076">
                  <c:v>7.3358338983585361</c:v>
                </c:pt>
                <c:pt idx="23077">
                  <c:v>7.3335017896844796</c:v>
                </c:pt>
                <c:pt idx="23078">
                  <c:v>7.3315914788943379</c:v>
                </c:pt>
                <c:pt idx="23079">
                  <c:v>7.3310466894779163</c:v>
                </c:pt>
                <c:pt idx="23080">
                  <c:v>7.327887541588483</c:v>
                </c:pt>
                <c:pt idx="23081">
                  <c:v>7.3266615682997207</c:v>
                </c:pt>
                <c:pt idx="23082">
                  <c:v>7.3261222977341172</c:v>
                </c:pt>
                <c:pt idx="23083">
                  <c:v>7.3261522572099844</c:v>
                </c:pt>
                <c:pt idx="23084">
                  <c:v>7.3269446065059363</c:v>
                </c:pt>
                <c:pt idx="23085">
                  <c:v>7.326257115375518</c:v>
                </c:pt>
                <c:pt idx="23086">
                  <c:v>7.3267143915861173</c:v>
                </c:pt>
                <c:pt idx="23087">
                  <c:v>7.3289495261672366</c:v>
                </c:pt>
                <c:pt idx="23088">
                  <c:v>7.331174411453981</c:v>
                </c:pt>
                <c:pt idx="23089">
                  <c:v>7.3313147479461991</c:v>
                </c:pt>
                <c:pt idx="23090">
                  <c:v>7.3314811018779862</c:v>
                </c:pt>
                <c:pt idx="23091">
                  <c:v>7.3317262965357388</c:v>
                </c:pt>
                <c:pt idx="23092">
                  <c:v>7.3308093788927611</c:v>
                </c:pt>
                <c:pt idx="23093">
                  <c:v>7.3309126602437757</c:v>
                </c:pt>
                <c:pt idx="23094">
                  <c:v>7.3311949100427318</c:v>
                </c:pt>
                <c:pt idx="23095">
                  <c:v>7.3316332644790991</c:v>
                </c:pt>
                <c:pt idx="23096">
                  <c:v>7.3326692316182847</c:v>
                </c:pt>
                <c:pt idx="23097">
                  <c:v>7.3318201169996371</c:v>
                </c:pt>
                <c:pt idx="23098">
                  <c:v>7.3306658887715042</c:v>
                </c:pt>
                <c:pt idx="23099">
                  <c:v>7.3293594979422574</c:v>
                </c:pt>
                <c:pt idx="23100">
                  <c:v>7.3299058641731971</c:v>
                </c:pt>
                <c:pt idx="23101">
                  <c:v>7.3323822513757708</c:v>
                </c:pt>
                <c:pt idx="23102">
                  <c:v>7.3325951213358769</c:v>
                </c:pt>
                <c:pt idx="23103">
                  <c:v>7.3319919897822423</c:v>
                </c:pt>
                <c:pt idx="23104">
                  <c:v>7.3337666945237228</c:v>
                </c:pt>
                <c:pt idx="23105">
                  <c:v>7.3357030227534334</c:v>
                </c:pt>
                <c:pt idx="23106">
                  <c:v>7.3365206010816948</c:v>
                </c:pt>
                <c:pt idx="23107">
                  <c:v>7.3362005077342749</c:v>
                </c:pt>
                <c:pt idx="23108">
                  <c:v>7.335427080212555</c:v>
                </c:pt>
                <c:pt idx="23109">
                  <c:v>7.3342823128715366</c:v>
                </c:pt>
                <c:pt idx="23110">
                  <c:v>7.3351921348491773</c:v>
                </c:pt>
                <c:pt idx="23111">
                  <c:v>7.3361532032986956</c:v>
                </c:pt>
                <c:pt idx="23112">
                  <c:v>7.3375116290070803</c:v>
                </c:pt>
                <c:pt idx="23113">
                  <c:v>7.3378427600561347</c:v>
                </c:pt>
                <c:pt idx="23114">
                  <c:v>7.3369873381794095</c:v>
                </c:pt>
                <c:pt idx="23115">
                  <c:v>7.3360972263832602</c:v>
                </c:pt>
                <c:pt idx="23116">
                  <c:v>7.3356375849508826</c:v>
                </c:pt>
                <c:pt idx="23117">
                  <c:v>7.3360980147905206</c:v>
                </c:pt>
                <c:pt idx="23118">
                  <c:v>7.3376519654992984</c:v>
                </c:pt>
                <c:pt idx="23119">
                  <c:v>7.3387549472555547</c:v>
                </c:pt>
                <c:pt idx="23120">
                  <c:v>7.3403901039120765</c:v>
                </c:pt>
                <c:pt idx="23121">
                  <c:v>7.3418738863747457</c:v>
                </c:pt>
                <c:pt idx="23122">
                  <c:v>7.3423351046216432</c:v>
                </c:pt>
                <c:pt idx="23123">
                  <c:v>7.3432488686355821</c:v>
                </c:pt>
                <c:pt idx="23124">
                  <c:v>7.343312729623614</c:v>
                </c:pt>
                <c:pt idx="23125">
                  <c:v>7.342622084864157</c:v>
                </c:pt>
                <c:pt idx="23126">
                  <c:v>7.3425377252873743</c:v>
                </c:pt>
                <c:pt idx="23127">
                  <c:v>7.3436548983743037</c:v>
                </c:pt>
                <c:pt idx="23128">
                  <c:v>7.344067235371103</c:v>
                </c:pt>
                <c:pt idx="23129">
                  <c:v>7.3438724987779684</c:v>
                </c:pt>
                <c:pt idx="23130">
                  <c:v>7.3456432614831515</c:v>
                </c:pt>
                <c:pt idx="23131">
                  <c:v>7.3480005991895174</c:v>
                </c:pt>
                <c:pt idx="23132">
                  <c:v>7.3492691464703004</c:v>
                </c:pt>
                <c:pt idx="23133">
                  <c:v>7.351340292341412</c:v>
                </c:pt>
                <c:pt idx="23134">
                  <c:v>7.3533120988978062</c:v>
                </c:pt>
                <c:pt idx="23135">
                  <c:v>7.3564192119081033</c:v>
                </c:pt>
                <c:pt idx="23136">
                  <c:v>7.35904776171179</c:v>
                </c:pt>
                <c:pt idx="23137">
                  <c:v>7.3597983254229806</c:v>
                </c:pt>
                <c:pt idx="23138">
                  <c:v>7.3596461628218677</c:v>
                </c:pt>
                <c:pt idx="23139">
                  <c:v>7.3627903309733673</c:v>
                </c:pt>
                <c:pt idx="23140">
                  <c:v>7.3658146612214006</c:v>
                </c:pt>
                <c:pt idx="23141">
                  <c:v>7.3661702328955041</c:v>
                </c:pt>
                <c:pt idx="23142">
                  <c:v>7.3677691228180828</c:v>
                </c:pt>
                <c:pt idx="23143">
                  <c:v>7.3688941799776089</c:v>
                </c:pt>
                <c:pt idx="23144">
                  <c:v>7.368589854775383</c:v>
                </c:pt>
                <c:pt idx="23145">
                  <c:v>7.3693199198978228</c:v>
                </c:pt>
                <c:pt idx="23146">
                  <c:v>7.3717466374430378</c:v>
                </c:pt>
                <c:pt idx="23147">
                  <c:v>7.3747709676910702</c:v>
                </c:pt>
                <c:pt idx="23148">
                  <c:v>7.3775343351361578</c:v>
                </c:pt>
                <c:pt idx="23149">
                  <c:v>7.3792246803008563</c:v>
                </c:pt>
                <c:pt idx="23150">
                  <c:v>7.380896103691323</c:v>
                </c:pt>
                <c:pt idx="23151">
                  <c:v>7.3833827401882717</c:v>
                </c:pt>
                <c:pt idx="23152">
                  <c:v>7.3876172755798732</c:v>
                </c:pt>
                <c:pt idx="23153">
                  <c:v>7.3896269256847313</c:v>
                </c:pt>
                <c:pt idx="23154">
                  <c:v>7.3895323168135736</c:v>
                </c:pt>
                <c:pt idx="23155">
                  <c:v>7.3915364480676136</c:v>
                </c:pt>
                <c:pt idx="23156">
                  <c:v>7.3953688957567918</c:v>
                </c:pt>
                <c:pt idx="23157">
                  <c:v>7.3985666756019492</c:v>
                </c:pt>
                <c:pt idx="23158">
                  <c:v>7.401337138712373</c:v>
                </c:pt>
                <c:pt idx="23159">
                  <c:v>7.4036038095838785</c:v>
                </c:pt>
                <c:pt idx="23160">
                  <c:v>7.4053327867042995</c:v>
                </c:pt>
                <c:pt idx="23161">
                  <c:v>7.4060738895283746</c:v>
                </c:pt>
                <c:pt idx="23162">
                  <c:v>7.4081253252179948</c:v>
                </c:pt>
                <c:pt idx="23163">
                  <c:v>7.4120263643387627</c:v>
                </c:pt>
                <c:pt idx="23164">
                  <c:v>7.4140131506330906</c:v>
                </c:pt>
                <c:pt idx="23165">
                  <c:v>7.4154220344060926</c:v>
                </c:pt>
                <c:pt idx="23166">
                  <c:v>7.4167836137435152</c:v>
                </c:pt>
                <c:pt idx="23167">
                  <c:v>7.4210039578044436</c:v>
                </c:pt>
                <c:pt idx="23168">
                  <c:v>7.4247504691023192</c:v>
                </c:pt>
                <c:pt idx="23169">
                  <c:v>7.4254340181964391</c:v>
                </c:pt>
                <c:pt idx="23170">
                  <c:v>7.4266907393683281</c:v>
                </c:pt>
                <c:pt idx="23171">
                  <c:v>7.4304703637711098</c:v>
                </c:pt>
                <c:pt idx="23172">
                  <c:v>7.4341514372664346</c:v>
                </c:pt>
                <c:pt idx="23173">
                  <c:v>7.4354799034989512</c:v>
                </c:pt>
                <c:pt idx="23174">
                  <c:v>7.4372490893896153</c:v>
                </c:pt>
                <c:pt idx="23175">
                  <c:v>7.4393344265914001</c:v>
                </c:pt>
                <c:pt idx="23176">
                  <c:v>7.4405990318358848</c:v>
                </c:pt>
                <c:pt idx="23177">
                  <c:v>7.4433608224664534</c:v>
                </c:pt>
                <c:pt idx="23178">
                  <c:v>7.4465546602753117</c:v>
                </c:pt>
                <c:pt idx="23179">
                  <c:v>7.4502743657263597</c:v>
                </c:pt>
                <c:pt idx="23180">
                  <c:v>7.4534279947649758</c:v>
                </c:pt>
                <c:pt idx="23181">
                  <c:v>7.4545633012188777</c:v>
                </c:pt>
                <c:pt idx="23182">
                  <c:v>7.4552531575710752</c:v>
                </c:pt>
                <c:pt idx="23183">
                  <c:v>7.4562299941657866</c:v>
                </c:pt>
                <c:pt idx="23184">
                  <c:v>7.4590927009255896</c:v>
                </c:pt>
                <c:pt idx="23185">
                  <c:v>7.4629850675665024</c:v>
                </c:pt>
                <c:pt idx="23186">
                  <c:v>7.464552421198694</c:v>
                </c:pt>
                <c:pt idx="23187">
                  <c:v>7.4663452593071478</c:v>
                </c:pt>
                <c:pt idx="23188">
                  <c:v>7.4703598290733062</c:v>
                </c:pt>
                <c:pt idx="23189">
                  <c:v>7.4749751651713208</c:v>
                </c:pt>
                <c:pt idx="23190">
                  <c:v>7.4783668932023524</c:v>
                </c:pt>
                <c:pt idx="23191">
                  <c:v>7.4769997950141125</c:v>
                </c:pt>
                <c:pt idx="23192">
                  <c:v>7.4759937873507942</c:v>
                </c:pt>
                <c:pt idx="23193">
                  <c:v>7.4762019268673425</c:v>
                </c:pt>
                <c:pt idx="23194">
                  <c:v>7.4775272394708212</c:v>
                </c:pt>
                <c:pt idx="23195">
                  <c:v>7.4793019442123025</c:v>
                </c:pt>
                <c:pt idx="23196">
                  <c:v>7.4805216102429872</c:v>
                </c:pt>
                <c:pt idx="23197">
                  <c:v>7.4831777543007618</c:v>
                </c:pt>
                <c:pt idx="23198">
                  <c:v>7.4880713981614342</c:v>
                </c:pt>
                <c:pt idx="23199">
                  <c:v>7.4911453980668252</c:v>
                </c:pt>
                <c:pt idx="23200">
                  <c:v>7.4927151169207971</c:v>
                </c:pt>
                <c:pt idx="23201">
                  <c:v>7.4936777621848343</c:v>
                </c:pt>
                <c:pt idx="23202">
                  <c:v>7.4945055898074706</c:v>
                </c:pt>
                <c:pt idx="23203">
                  <c:v>7.4968440057396046</c:v>
                </c:pt>
                <c:pt idx="23204">
                  <c:v>7.4986155568520472</c:v>
                </c:pt>
                <c:pt idx="23205">
                  <c:v>7.4995908166322396</c:v>
                </c:pt>
                <c:pt idx="23206">
                  <c:v>7.5019110991974012</c:v>
                </c:pt>
                <c:pt idx="23207">
                  <c:v>7.5046508144246991</c:v>
                </c:pt>
                <c:pt idx="23208">
                  <c:v>7.5043693530330025</c:v>
                </c:pt>
                <c:pt idx="23209">
                  <c:v>7.5034918557530075</c:v>
                </c:pt>
                <c:pt idx="23210">
                  <c:v>7.5039696305523584</c:v>
                </c:pt>
                <c:pt idx="23211">
                  <c:v>7.5048960090824517</c:v>
                </c:pt>
                <c:pt idx="23212">
                  <c:v>7.5050347687601509</c:v>
                </c:pt>
                <c:pt idx="23213">
                  <c:v>7.5056599757170561</c:v>
                </c:pt>
                <c:pt idx="23214">
                  <c:v>7.5067282675538873</c:v>
                </c:pt>
                <c:pt idx="23215">
                  <c:v>7.5092559012283386</c:v>
                </c:pt>
                <c:pt idx="23216">
                  <c:v>7.513147479461991</c:v>
                </c:pt>
                <c:pt idx="23217">
                  <c:v>7.5159644586007346</c:v>
                </c:pt>
                <c:pt idx="23218">
                  <c:v>7.5165494567873985</c:v>
                </c:pt>
                <c:pt idx="23219">
                  <c:v>7.5168356486226529</c:v>
                </c:pt>
                <c:pt idx="23220">
                  <c:v>7.5186127185859126</c:v>
                </c:pt>
                <c:pt idx="23221">
                  <c:v>7.5180490073952599</c:v>
                </c:pt>
                <c:pt idx="23222">
                  <c:v>7.5184928806824454</c:v>
                </c:pt>
                <c:pt idx="23223">
                  <c:v>7.5202155505447896</c:v>
                </c:pt>
                <c:pt idx="23224">
                  <c:v>7.5213358772607579</c:v>
                </c:pt>
                <c:pt idx="23225">
                  <c:v>7.5220777684920925</c:v>
                </c:pt>
                <c:pt idx="23226">
                  <c:v>7.5235229189990385</c:v>
                </c:pt>
                <c:pt idx="23227">
                  <c:v>7.523956542991848</c:v>
                </c:pt>
                <c:pt idx="23228">
                  <c:v>7.5219997161733865</c:v>
                </c:pt>
                <c:pt idx="23229">
                  <c:v>7.5204229016540785</c:v>
                </c:pt>
                <c:pt idx="23230">
                  <c:v>7.5211245841151708</c:v>
                </c:pt>
                <c:pt idx="23231">
                  <c:v>7.5219524117378072</c:v>
                </c:pt>
                <c:pt idx="23232">
                  <c:v>7.5221889339157038</c:v>
                </c:pt>
                <c:pt idx="23233">
                  <c:v>7.5214612340150424</c:v>
                </c:pt>
                <c:pt idx="23234">
                  <c:v>7.5221621280688753</c:v>
                </c:pt>
                <c:pt idx="23235">
                  <c:v>7.5230404137561298</c:v>
                </c:pt>
                <c:pt idx="23236">
                  <c:v>7.5234212144625427</c:v>
                </c:pt>
                <c:pt idx="23237">
                  <c:v>7.5233084722244126</c:v>
                </c:pt>
                <c:pt idx="23238">
                  <c:v>7.5236246235355333</c:v>
                </c:pt>
                <c:pt idx="23239">
                  <c:v>7.5246590138601999</c:v>
                </c:pt>
                <c:pt idx="23240">
                  <c:v>7.5259338683990604</c:v>
                </c:pt>
                <c:pt idx="23241">
                  <c:v>7.5265764203156778</c:v>
                </c:pt>
                <c:pt idx="23242">
                  <c:v>7.5281989624560461</c:v>
                </c:pt>
                <c:pt idx="23243">
                  <c:v>7.5296795912896766</c:v>
                </c:pt>
                <c:pt idx="23244">
                  <c:v>7.5295826171967395</c:v>
                </c:pt>
                <c:pt idx="23245">
                  <c:v>7.5281153912865229</c:v>
                </c:pt>
                <c:pt idx="23246">
                  <c:v>7.5278102776770366</c:v>
                </c:pt>
                <c:pt idx="23247">
                  <c:v>7.5285805515697186</c:v>
                </c:pt>
                <c:pt idx="23248">
                  <c:v>7.5282446900771065</c:v>
                </c:pt>
                <c:pt idx="23249">
                  <c:v>7.5265314811018778</c:v>
                </c:pt>
                <c:pt idx="23250">
                  <c:v>7.5269556442075718</c:v>
                </c:pt>
                <c:pt idx="23251">
                  <c:v>7.5270770589255589</c:v>
                </c:pt>
                <c:pt idx="23252">
                  <c:v>7.5257304593260699</c:v>
                </c:pt>
                <c:pt idx="23253">
                  <c:v>7.5244019930935524</c:v>
                </c:pt>
                <c:pt idx="23254">
                  <c:v>7.5239194878506446</c:v>
                </c:pt>
                <c:pt idx="23255">
                  <c:v>7.5228038915782331</c:v>
                </c:pt>
                <c:pt idx="23256">
                  <c:v>7.5218980116368908</c:v>
                </c:pt>
                <c:pt idx="23257">
                  <c:v>7.5216504517573597</c:v>
                </c:pt>
                <c:pt idx="23258">
                  <c:v>7.5214635992368217</c:v>
                </c:pt>
                <c:pt idx="23259">
                  <c:v>7.5220407133508882</c:v>
                </c:pt>
                <c:pt idx="23260">
                  <c:v>7.5215116920796605</c:v>
                </c:pt>
                <c:pt idx="23261">
                  <c:v>7.5215613617370192</c:v>
                </c:pt>
                <c:pt idx="23262">
                  <c:v>7.5193837808858541</c:v>
                </c:pt>
                <c:pt idx="23263">
                  <c:v>7.5166692946908658</c:v>
                </c:pt>
                <c:pt idx="23264">
                  <c:v>7.5173000204985883</c:v>
                </c:pt>
                <c:pt idx="23265">
                  <c:v>7.5184014254403255</c:v>
                </c:pt>
                <c:pt idx="23266">
                  <c:v>7.5194902158659076</c:v>
                </c:pt>
                <c:pt idx="23267">
                  <c:v>7.5184747473154729</c:v>
                </c:pt>
                <c:pt idx="23268">
                  <c:v>7.5163949289645062</c:v>
                </c:pt>
                <c:pt idx="23269">
                  <c:v>7.5163752187830148</c:v>
                </c:pt>
                <c:pt idx="23270">
                  <c:v>7.5163626042668596</c:v>
                </c:pt>
                <c:pt idx="23271">
                  <c:v>7.5151610716031474</c:v>
                </c:pt>
                <c:pt idx="23272">
                  <c:v>7.5145051167631154</c:v>
                </c:pt>
                <c:pt idx="23273">
                  <c:v>7.5131569403491065</c:v>
                </c:pt>
                <c:pt idx="23274">
                  <c:v>7.5113128557687761</c:v>
                </c:pt>
                <c:pt idx="23275">
                  <c:v>7.5110645074819846</c:v>
                </c:pt>
                <c:pt idx="23276">
                  <c:v>7.5104605875210897</c:v>
                </c:pt>
                <c:pt idx="23277">
                  <c:v>7.5095081915514275</c:v>
                </c:pt>
                <c:pt idx="23278">
                  <c:v>7.5076404547533073</c:v>
                </c:pt>
                <c:pt idx="23279">
                  <c:v>7.5055054478941639</c:v>
                </c:pt>
                <c:pt idx="23280">
                  <c:v>7.5035391601885868</c:v>
                </c:pt>
                <c:pt idx="23281">
                  <c:v>7.5038892130118731</c:v>
                </c:pt>
                <c:pt idx="23282">
                  <c:v>7.50421640202463</c:v>
                </c:pt>
                <c:pt idx="23283">
                  <c:v>7.5029651997035591</c:v>
                </c:pt>
                <c:pt idx="23284">
                  <c:v>7.5013316198615554</c:v>
                </c:pt>
                <c:pt idx="23285">
                  <c:v>7.5013781358898752</c:v>
                </c:pt>
                <c:pt idx="23286">
                  <c:v>7.5020333023226478</c:v>
                </c:pt>
                <c:pt idx="23287">
                  <c:v>7.5018480266166288</c:v>
                </c:pt>
                <c:pt idx="23288">
                  <c:v>7.5010044308487993</c:v>
                </c:pt>
                <c:pt idx="23289">
                  <c:v>7.5016982292372951</c:v>
                </c:pt>
                <c:pt idx="23290">
                  <c:v>7.502312398492565</c:v>
                </c:pt>
                <c:pt idx="23291">
                  <c:v>7.5009153408284579</c:v>
                </c:pt>
                <c:pt idx="23292">
                  <c:v>7.4978578974755195</c:v>
                </c:pt>
                <c:pt idx="23293">
                  <c:v>7.4952632491839983</c:v>
                </c:pt>
                <c:pt idx="23294">
                  <c:v>7.4944748419243448</c:v>
                </c:pt>
                <c:pt idx="23295">
                  <c:v>7.4924486352670332</c:v>
                </c:pt>
                <c:pt idx="23296">
                  <c:v>7.4925858181302134</c:v>
                </c:pt>
                <c:pt idx="23297">
                  <c:v>7.4938638262981128</c:v>
                </c:pt>
                <c:pt idx="23298">
                  <c:v>7.4933198252889515</c:v>
                </c:pt>
                <c:pt idx="23299">
                  <c:v>7.4925566470616065</c:v>
                </c:pt>
                <c:pt idx="23300">
                  <c:v>7.4906597391948786</c:v>
                </c:pt>
                <c:pt idx="23301">
                  <c:v>7.485975023258014</c:v>
                </c:pt>
                <c:pt idx="23302">
                  <c:v>7.4833086299058644</c:v>
                </c:pt>
                <c:pt idx="23303">
                  <c:v>7.4834473895835636</c:v>
                </c:pt>
                <c:pt idx="23304">
                  <c:v>7.4865915577350632</c:v>
                </c:pt>
                <c:pt idx="23305">
                  <c:v>7.4890868667118689</c:v>
                </c:pt>
                <c:pt idx="23306">
                  <c:v>7.4896174647976155</c:v>
                </c:pt>
                <c:pt idx="23307">
                  <c:v>7.4877741686245445</c:v>
                </c:pt>
                <c:pt idx="23308">
                  <c:v>7.4852670335388449</c:v>
                </c:pt>
                <c:pt idx="23309">
                  <c:v>7.4840765385767671</c:v>
                </c:pt>
                <c:pt idx="23310">
                  <c:v>7.4827165360538643</c:v>
                </c:pt>
                <c:pt idx="23311">
                  <c:v>7.4797631624592</c:v>
                </c:pt>
                <c:pt idx="23312">
                  <c:v>7.477088885034453</c:v>
                </c:pt>
                <c:pt idx="23313">
                  <c:v>7.477116479288541</c:v>
                </c:pt>
                <c:pt idx="23314">
                  <c:v>7.4760678976332011</c:v>
                </c:pt>
                <c:pt idx="23315">
                  <c:v>7.4739707343225215</c:v>
                </c:pt>
                <c:pt idx="23316">
                  <c:v>7.4708983112316494</c:v>
                </c:pt>
                <c:pt idx="23317">
                  <c:v>7.4680576798751162</c:v>
                </c:pt>
                <c:pt idx="23318">
                  <c:v>7.4695595957047569</c:v>
                </c:pt>
                <c:pt idx="23319">
                  <c:v>7.471719831596209</c:v>
                </c:pt>
                <c:pt idx="23320">
                  <c:v>7.4705214525615347</c:v>
                </c:pt>
                <c:pt idx="23321">
                  <c:v>7.4676059225153342</c:v>
                </c:pt>
                <c:pt idx="23322">
                  <c:v>7.4641850234156957</c:v>
                </c:pt>
                <c:pt idx="23323">
                  <c:v>7.4617709203866349</c:v>
                </c:pt>
                <c:pt idx="23324">
                  <c:v>7.4600813636291967</c:v>
                </c:pt>
                <c:pt idx="23325">
                  <c:v>7.4611599047604029</c:v>
                </c:pt>
                <c:pt idx="23326">
                  <c:v>7.4621036282502091</c:v>
                </c:pt>
                <c:pt idx="23327">
                  <c:v>7.4616368911524935</c:v>
                </c:pt>
                <c:pt idx="23328">
                  <c:v>7.4586401551585491</c:v>
                </c:pt>
                <c:pt idx="23329">
                  <c:v>7.4549504091833674</c:v>
                </c:pt>
                <c:pt idx="23330">
                  <c:v>7.452697929642536</c:v>
                </c:pt>
                <c:pt idx="23331">
                  <c:v>7.4496294485879631</c:v>
                </c:pt>
                <c:pt idx="23332">
                  <c:v>7.4464379760008832</c:v>
                </c:pt>
                <c:pt idx="23333">
                  <c:v>7.444881660070326</c:v>
                </c:pt>
                <c:pt idx="23334">
                  <c:v>7.4450495908166321</c:v>
                </c:pt>
                <c:pt idx="23335">
                  <c:v>7.4445615667229061</c:v>
                </c:pt>
                <c:pt idx="23336">
                  <c:v>7.4426102587552627</c:v>
                </c:pt>
                <c:pt idx="23337">
                  <c:v>7.4416381526041091</c:v>
                </c:pt>
                <c:pt idx="23338">
                  <c:v>7.4412810041154858</c:v>
                </c:pt>
                <c:pt idx="23339">
                  <c:v>7.4419874170201359</c:v>
                </c:pt>
                <c:pt idx="23340">
                  <c:v>7.4417887383907031</c:v>
                </c:pt>
                <c:pt idx="23341">
                  <c:v>7.4397388795156028</c:v>
                </c:pt>
                <c:pt idx="23342">
                  <c:v>7.4390955391917251</c:v>
                </c:pt>
                <c:pt idx="23343">
                  <c:v>7.4374430375754903</c:v>
                </c:pt>
                <c:pt idx="23344">
                  <c:v>7.4334497548053422</c:v>
                </c:pt>
                <c:pt idx="23345">
                  <c:v>7.4310727069174849</c:v>
                </c:pt>
                <c:pt idx="23346">
                  <c:v>7.4297071855437649</c:v>
                </c:pt>
                <c:pt idx="23347">
                  <c:v>7.4278615241489145</c:v>
                </c:pt>
                <c:pt idx="23348">
                  <c:v>7.4270384269698351</c:v>
                </c:pt>
                <c:pt idx="23349">
                  <c:v>7.4272654882606162</c:v>
                </c:pt>
                <c:pt idx="23350">
                  <c:v>7.4257785521689081</c:v>
                </c:pt>
                <c:pt idx="23351">
                  <c:v>7.4240787461170941</c:v>
                </c:pt>
                <c:pt idx="23352">
                  <c:v>7.4243397089200398</c:v>
                </c:pt>
                <c:pt idx="23353">
                  <c:v>7.4231208312966146</c:v>
                </c:pt>
                <c:pt idx="23354">
                  <c:v>7.420854160425109</c:v>
                </c:pt>
                <c:pt idx="23355">
                  <c:v>7.4200200255443951</c:v>
                </c:pt>
                <c:pt idx="23356">
                  <c:v>7.4202683738311865</c:v>
                </c:pt>
                <c:pt idx="23357">
                  <c:v>7.4176965893501947</c:v>
                </c:pt>
                <c:pt idx="23358">
                  <c:v>7.4134864945836423</c:v>
                </c:pt>
                <c:pt idx="23359">
                  <c:v>7.4112158816758384</c:v>
                </c:pt>
                <c:pt idx="23360">
                  <c:v>7.410090036109052</c:v>
                </c:pt>
                <c:pt idx="23361">
                  <c:v>7.4085116447752251</c:v>
                </c:pt>
                <c:pt idx="23362">
                  <c:v>7.4062236869077092</c:v>
                </c:pt>
                <c:pt idx="23363">
                  <c:v>7.4051372617039055</c:v>
                </c:pt>
                <c:pt idx="23364">
                  <c:v>7.4040090509153407</c:v>
                </c:pt>
                <c:pt idx="23365">
                  <c:v>7.4025150191582965</c:v>
                </c:pt>
                <c:pt idx="23366">
                  <c:v>7.3991816332644795</c:v>
                </c:pt>
                <c:pt idx="23367">
                  <c:v>7.3949770573487443</c:v>
                </c:pt>
                <c:pt idx="23368">
                  <c:v>7.3926047399044448</c:v>
                </c:pt>
                <c:pt idx="23369">
                  <c:v>7.3931069553288449</c:v>
                </c:pt>
                <c:pt idx="23370">
                  <c:v>7.3933087875873165</c:v>
                </c:pt>
                <c:pt idx="23371">
                  <c:v>7.3925061889969879</c:v>
                </c:pt>
                <c:pt idx="23372">
                  <c:v>7.3907709046184893</c:v>
                </c:pt>
                <c:pt idx="23373">
                  <c:v>7.3887896371749786</c:v>
                </c:pt>
                <c:pt idx="23374">
                  <c:v>7.3869652627761395</c:v>
                </c:pt>
                <c:pt idx="23375">
                  <c:v>7.3837777322253579</c:v>
                </c:pt>
                <c:pt idx="23376">
                  <c:v>7.3811034548006118</c:v>
                </c:pt>
                <c:pt idx="23377">
                  <c:v>7.3789424305019002</c:v>
                </c:pt>
                <c:pt idx="23378">
                  <c:v>7.3771669373531594</c:v>
                </c:pt>
                <c:pt idx="23379">
                  <c:v>7.375076869707816</c:v>
                </c:pt>
                <c:pt idx="23380">
                  <c:v>7.3719949857298284</c:v>
                </c:pt>
                <c:pt idx="23381">
                  <c:v>7.3706712499408695</c:v>
                </c:pt>
                <c:pt idx="23382">
                  <c:v>7.3693924533657107</c:v>
                </c:pt>
                <c:pt idx="23383">
                  <c:v>7.3686844636465416</c:v>
                </c:pt>
                <c:pt idx="23384">
                  <c:v>7.3682737034642614</c:v>
                </c:pt>
                <c:pt idx="23385">
                  <c:v>7.3651382077926177</c:v>
                </c:pt>
                <c:pt idx="23386">
                  <c:v>7.3626381683722544</c:v>
                </c:pt>
                <c:pt idx="23387">
                  <c:v>7.3620098077863103</c:v>
                </c:pt>
                <c:pt idx="23388">
                  <c:v>7.3620941673630931</c:v>
                </c:pt>
                <c:pt idx="23389">
                  <c:v>7.3609289014333248</c:v>
                </c:pt>
                <c:pt idx="23390">
                  <c:v>7.3584343808637787</c:v>
                </c:pt>
                <c:pt idx="23391">
                  <c:v>7.3565516643277249</c:v>
                </c:pt>
                <c:pt idx="23392">
                  <c:v>7.3553067692647316</c:v>
                </c:pt>
                <c:pt idx="23393">
                  <c:v>7.3543835443636763</c:v>
                </c:pt>
                <c:pt idx="23394">
                  <c:v>7.3530574433529381</c:v>
                </c:pt>
                <c:pt idx="23395">
                  <c:v>7.352351030448288</c:v>
                </c:pt>
                <c:pt idx="23396">
                  <c:v>7.3492793957646763</c:v>
                </c:pt>
                <c:pt idx="23397">
                  <c:v>7.3467832983806112</c:v>
                </c:pt>
                <c:pt idx="23398">
                  <c:v>7.3447799555338307</c:v>
                </c:pt>
                <c:pt idx="23399">
                  <c:v>7.3429879058326373</c:v>
                </c:pt>
                <c:pt idx="23400">
                  <c:v>7.3407929800217602</c:v>
                </c:pt>
                <c:pt idx="23401">
                  <c:v>7.3377654961446881</c:v>
                </c:pt>
                <c:pt idx="23402">
                  <c:v>7.3367894479572371</c:v>
                </c:pt>
                <c:pt idx="23403">
                  <c:v>7.3369975874737854</c:v>
                </c:pt>
                <c:pt idx="23404">
                  <c:v>7.3373295069301001</c:v>
                </c:pt>
                <c:pt idx="23405">
                  <c:v>7.3362170642867284</c:v>
                </c:pt>
                <c:pt idx="23406">
                  <c:v>7.3336689320235262</c:v>
                </c:pt>
                <c:pt idx="23407">
                  <c:v>7.330049354294454</c:v>
                </c:pt>
                <c:pt idx="23408">
                  <c:v>7.3285632066100064</c:v>
                </c:pt>
                <c:pt idx="23409">
                  <c:v>7.3293287500591306</c:v>
                </c:pt>
                <c:pt idx="23410">
                  <c:v>7.327222914268595</c:v>
                </c:pt>
                <c:pt idx="23411">
                  <c:v>7.3236664091202952</c:v>
                </c:pt>
                <c:pt idx="23412">
                  <c:v>7.3219800059918949</c:v>
                </c:pt>
                <c:pt idx="23413">
                  <c:v>7.3202723158674843</c:v>
                </c:pt>
                <c:pt idx="23414">
                  <c:v>7.3182863179804158</c:v>
                </c:pt>
                <c:pt idx="23415">
                  <c:v>7.3167505006386095</c:v>
                </c:pt>
                <c:pt idx="23416">
                  <c:v>7.3159660354152543</c:v>
                </c:pt>
                <c:pt idx="23417">
                  <c:v>7.3144365253315256</c:v>
                </c:pt>
                <c:pt idx="23418">
                  <c:v>7.312896765953421</c:v>
                </c:pt>
                <c:pt idx="23419">
                  <c:v>7.3133382740188271</c:v>
                </c:pt>
                <c:pt idx="23420">
                  <c:v>7.3129661457922701</c:v>
                </c:pt>
                <c:pt idx="23421">
                  <c:v>7.3116881376243708</c:v>
                </c:pt>
                <c:pt idx="23422">
                  <c:v>7.3113120673615164</c:v>
                </c:pt>
                <c:pt idx="23423">
                  <c:v>7.3118742017376492</c:v>
                </c:pt>
                <c:pt idx="23424">
                  <c:v>7.3117283463946139</c:v>
                </c:pt>
                <c:pt idx="23425">
                  <c:v>7.3096832179630713</c:v>
                </c:pt>
                <c:pt idx="23426">
                  <c:v>7.3062292057585267</c:v>
                </c:pt>
                <c:pt idx="23427">
                  <c:v>7.3031441681515004</c:v>
                </c:pt>
                <c:pt idx="23428">
                  <c:v>7.3028887241993727</c:v>
                </c:pt>
                <c:pt idx="23429">
                  <c:v>7.3029100111953831</c:v>
                </c:pt>
                <c:pt idx="23430">
                  <c:v>7.3011211151232285</c:v>
                </c:pt>
                <c:pt idx="23431">
                  <c:v>7.2993361610873713</c:v>
                </c:pt>
                <c:pt idx="23432">
                  <c:v>7.2962787177344328</c:v>
                </c:pt>
                <c:pt idx="23433">
                  <c:v>7.2927151169207969</c:v>
                </c:pt>
                <c:pt idx="23434">
                  <c:v>7.2903782778031818</c:v>
                </c:pt>
                <c:pt idx="23435">
                  <c:v>7.2889307620744574</c:v>
                </c:pt>
                <c:pt idx="23436">
                  <c:v>7.2869944338447468</c:v>
                </c:pt>
                <c:pt idx="23437">
                  <c:v>7.2857550576325707</c:v>
                </c:pt>
                <c:pt idx="23438">
                  <c:v>7.2857519040035319</c:v>
                </c:pt>
                <c:pt idx="23439">
                  <c:v>7.2836034942209746</c:v>
                </c:pt>
                <c:pt idx="23440">
                  <c:v>7.2795305823176015</c:v>
                </c:pt>
                <c:pt idx="23441">
                  <c:v>7.2774499755593745</c:v>
                </c:pt>
                <c:pt idx="23442">
                  <c:v>7.2777259181002538</c:v>
                </c:pt>
                <c:pt idx="23443">
                  <c:v>7.2794643561077912</c:v>
                </c:pt>
                <c:pt idx="23444">
                  <c:v>7.2794343966319239</c:v>
                </c:pt>
                <c:pt idx="23445">
                  <c:v>7.2769816616471408</c:v>
                </c:pt>
                <c:pt idx="23446">
                  <c:v>7.2740716504517575</c:v>
                </c:pt>
                <c:pt idx="23447">
                  <c:v>7.2717907882495778</c:v>
                </c:pt>
                <c:pt idx="23448">
                  <c:v>7.269925416673237</c:v>
                </c:pt>
                <c:pt idx="23449">
                  <c:v>7.2665841467068226</c:v>
                </c:pt>
                <c:pt idx="23450">
                  <c:v>7.2646430880335542</c:v>
                </c:pt>
                <c:pt idx="23451">
                  <c:v>7.2650136394455922</c:v>
                </c:pt>
                <c:pt idx="23452">
                  <c:v>7.2646762011384602</c:v>
                </c:pt>
                <c:pt idx="23453">
                  <c:v>7.2649206073889525</c:v>
                </c:pt>
                <c:pt idx="23454">
                  <c:v>7.2619002191772184</c:v>
                </c:pt>
                <c:pt idx="23455">
                  <c:v>7.2582467399359816</c:v>
                </c:pt>
                <c:pt idx="23456">
                  <c:v>7.256025008278276</c:v>
                </c:pt>
                <c:pt idx="23457">
                  <c:v>7.2536999952695567</c:v>
                </c:pt>
                <c:pt idx="23458">
                  <c:v>7.2529029155300462</c:v>
                </c:pt>
                <c:pt idx="23459">
                  <c:v>7.2517281887131615</c:v>
                </c:pt>
                <c:pt idx="23460">
                  <c:v>7.2523778362951168</c:v>
                </c:pt>
                <c:pt idx="23461">
                  <c:v>7.2535549283337799</c:v>
                </c:pt>
                <c:pt idx="23462">
                  <c:v>7.2518275280278779</c:v>
                </c:pt>
                <c:pt idx="23463">
                  <c:v>7.2511274223813054</c:v>
                </c:pt>
                <c:pt idx="23464">
                  <c:v>7.2530511360948609</c:v>
                </c:pt>
                <c:pt idx="23465">
                  <c:v>7.2528106718806669</c:v>
                </c:pt>
                <c:pt idx="23466">
                  <c:v>7.2515957362935399</c:v>
                </c:pt>
                <c:pt idx="23467">
                  <c:v>7.2490799287279835</c:v>
                </c:pt>
                <c:pt idx="23468">
                  <c:v>7.2463031583594821</c:v>
                </c:pt>
                <c:pt idx="23469">
                  <c:v>7.2446230624891594</c:v>
                </c:pt>
                <c:pt idx="23470">
                  <c:v>7.2420142228669642</c:v>
                </c:pt>
                <c:pt idx="23471">
                  <c:v>7.2398192970560871</c:v>
                </c:pt>
                <c:pt idx="23472">
                  <c:v>7.2399391349595543</c:v>
                </c:pt>
                <c:pt idx="23473">
                  <c:v>7.2407740582475286</c:v>
                </c:pt>
                <c:pt idx="23474">
                  <c:v>7.2399202131853233</c:v>
                </c:pt>
                <c:pt idx="23475">
                  <c:v>7.2378474904996928</c:v>
                </c:pt>
                <c:pt idx="23476">
                  <c:v>7.236239928097258</c:v>
                </c:pt>
                <c:pt idx="23477">
                  <c:v>7.2353521815228872</c:v>
                </c:pt>
                <c:pt idx="23478">
                  <c:v>7.2340111007742163</c:v>
                </c:pt>
                <c:pt idx="23479">
                  <c:v>7.2343375013797129</c:v>
                </c:pt>
                <c:pt idx="23480">
                  <c:v>7.2355831848499665</c:v>
                </c:pt>
                <c:pt idx="23481">
                  <c:v>7.2355926457370821</c:v>
                </c:pt>
                <c:pt idx="23482">
                  <c:v>7.2349934562197449</c:v>
                </c:pt>
                <c:pt idx="23483">
                  <c:v>7.2356612371686717</c:v>
                </c:pt>
                <c:pt idx="23484">
                  <c:v>7.2343729797063974</c:v>
                </c:pt>
                <c:pt idx="23485">
                  <c:v>7.230339488166007</c:v>
                </c:pt>
                <c:pt idx="23486">
                  <c:v>7.2279632286854101</c:v>
                </c:pt>
                <c:pt idx="23487">
                  <c:v>7.2274704741481255</c:v>
                </c:pt>
                <c:pt idx="23488">
                  <c:v>7.2263635503555719</c:v>
                </c:pt>
                <c:pt idx="23489">
                  <c:v>7.2257383433986657</c:v>
                </c:pt>
                <c:pt idx="23490">
                  <c:v>7.2260828773711347</c:v>
                </c:pt>
                <c:pt idx="23491">
                  <c:v>7.2256224475314967</c:v>
                </c:pt>
                <c:pt idx="23492">
                  <c:v>7.2240779577098344</c:v>
                </c:pt>
                <c:pt idx="23493">
                  <c:v>7.2227266276667876</c:v>
                </c:pt>
                <c:pt idx="23494">
                  <c:v>7.222064365568678</c:v>
                </c:pt>
                <c:pt idx="23495">
                  <c:v>7.2212672858291675</c:v>
                </c:pt>
                <c:pt idx="23496">
                  <c:v>7.2206562702029355</c:v>
                </c:pt>
                <c:pt idx="23497">
                  <c:v>7.2206949021586588</c:v>
                </c:pt>
                <c:pt idx="23498">
                  <c:v>7.2201264605244484</c:v>
                </c:pt>
                <c:pt idx="23499">
                  <c:v>7.2196747031646664</c:v>
                </c:pt>
                <c:pt idx="23500">
                  <c:v>7.2187112694933697</c:v>
                </c:pt>
                <c:pt idx="23501">
                  <c:v>7.2171060723127134</c:v>
                </c:pt>
                <c:pt idx="23502">
                  <c:v>7.2147857897475518</c:v>
                </c:pt>
                <c:pt idx="23503">
                  <c:v>7.2137829357132723</c:v>
                </c:pt>
                <c:pt idx="23504">
                  <c:v>7.2142922468030086</c:v>
                </c:pt>
                <c:pt idx="23505">
                  <c:v>7.2137663791608189</c:v>
                </c:pt>
                <c:pt idx="23506">
                  <c:v>7.2136323499266783</c:v>
                </c:pt>
                <c:pt idx="23507">
                  <c:v>7.2135148772449895</c:v>
                </c:pt>
                <c:pt idx="23508">
                  <c:v>7.2117961494189435</c:v>
                </c:pt>
                <c:pt idx="23509">
                  <c:v>7.2102768886295907</c:v>
                </c:pt>
                <c:pt idx="23510">
                  <c:v>7.2096997745155234</c:v>
                </c:pt>
                <c:pt idx="23511">
                  <c:v>7.2079826235039972</c:v>
                </c:pt>
                <c:pt idx="23512">
                  <c:v>7.2074023557608919</c:v>
                </c:pt>
                <c:pt idx="23513">
                  <c:v>7.2070459956795281</c:v>
                </c:pt>
                <c:pt idx="23514">
                  <c:v>7.2059343414434158</c:v>
                </c:pt>
                <c:pt idx="23515">
                  <c:v>7.2057813904350434</c:v>
                </c:pt>
                <c:pt idx="23516">
                  <c:v>7.2054337028335356</c:v>
                </c:pt>
                <c:pt idx="23517">
                  <c:v>7.2058223876125451</c:v>
                </c:pt>
                <c:pt idx="23518">
                  <c:v>7.203927056560337</c:v>
                </c:pt>
                <c:pt idx="23519">
                  <c:v>7.2008246739935977</c:v>
                </c:pt>
                <c:pt idx="23520">
                  <c:v>7.2008562102839839</c:v>
                </c:pt>
                <c:pt idx="23521">
                  <c:v>7.2038695028303819</c:v>
                </c:pt>
                <c:pt idx="23522">
                  <c:v>7.2042873586779983</c:v>
                </c:pt>
                <c:pt idx="23523">
                  <c:v>7.2027554833724912</c:v>
                </c:pt>
                <c:pt idx="23524">
                  <c:v>7.202244595468235</c:v>
                </c:pt>
                <c:pt idx="23525">
                  <c:v>7.2024456393194471</c:v>
                </c:pt>
                <c:pt idx="23526">
                  <c:v>7.2013907504060297</c:v>
                </c:pt>
                <c:pt idx="23527">
                  <c:v>7.1999653100805752</c:v>
                </c:pt>
                <c:pt idx="23528">
                  <c:v>7.1990617953610112</c:v>
                </c:pt>
                <c:pt idx="23529">
                  <c:v>7.1987204150175819</c:v>
                </c:pt>
                <c:pt idx="23530">
                  <c:v>7.1991627114902474</c:v>
                </c:pt>
                <c:pt idx="23531">
                  <c:v>7.2011155962724107</c:v>
                </c:pt>
                <c:pt idx="23532">
                  <c:v>7.1995490310474777</c:v>
                </c:pt>
                <c:pt idx="23533">
                  <c:v>7.1968810608808083</c:v>
                </c:pt>
                <c:pt idx="23534">
                  <c:v>7.1949076775098941</c:v>
                </c:pt>
                <c:pt idx="23535">
                  <c:v>7.1940435831533138</c:v>
                </c:pt>
                <c:pt idx="23536">
                  <c:v>7.1943573692426561</c:v>
                </c:pt>
                <c:pt idx="23537">
                  <c:v>7.1958174994875357</c:v>
                </c:pt>
                <c:pt idx="23538">
                  <c:v>7.1964624166259323</c:v>
                </c:pt>
                <c:pt idx="23539">
                  <c:v>7.1952782289219321</c:v>
                </c:pt>
                <c:pt idx="23540">
                  <c:v>7.195582554124158</c:v>
                </c:pt>
                <c:pt idx="23541">
                  <c:v>7.1964718775130478</c:v>
                </c:pt>
                <c:pt idx="23542">
                  <c:v>7.1953168608776545</c:v>
                </c:pt>
                <c:pt idx="23543">
                  <c:v>7.1930170769012438</c:v>
                </c:pt>
                <c:pt idx="23544">
                  <c:v>7.192887778110661</c:v>
                </c:pt>
                <c:pt idx="23545">
                  <c:v>7.1942674908150552</c:v>
                </c:pt>
                <c:pt idx="23546">
                  <c:v>7.1942328008956302</c:v>
                </c:pt>
                <c:pt idx="23547">
                  <c:v>7.1937424115801258</c:v>
                </c:pt>
                <c:pt idx="23548">
                  <c:v>7.1936367650073318</c:v>
                </c:pt>
                <c:pt idx="23549">
                  <c:v>7.193616266418581</c:v>
                </c:pt>
                <c:pt idx="23550">
                  <c:v>7.1927048676264214</c:v>
                </c:pt>
                <c:pt idx="23551">
                  <c:v>7.1897696273987295</c:v>
                </c:pt>
                <c:pt idx="23552">
                  <c:v>7.18703227739321</c:v>
                </c:pt>
                <c:pt idx="23553">
                  <c:v>7.1859127390845012</c:v>
                </c:pt>
                <c:pt idx="23554">
                  <c:v>7.1863613428152444</c:v>
                </c:pt>
                <c:pt idx="23555">
                  <c:v>7.1854530976521236</c:v>
                </c:pt>
                <c:pt idx="23556">
                  <c:v>7.1843532695249062</c:v>
                </c:pt>
                <c:pt idx="23557">
                  <c:v>7.1836168971443888</c:v>
                </c:pt>
                <c:pt idx="23558">
                  <c:v>7.1828001072233869</c:v>
                </c:pt>
                <c:pt idx="23559">
                  <c:v>7.1828040492596852</c:v>
                </c:pt>
                <c:pt idx="23560">
                  <c:v>7.180963906715653</c:v>
                </c:pt>
                <c:pt idx="23561">
                  <c:v>7.1795534461281321</c:v>
                </c:pt>
                <c:pt idx="23562">
                  <c:v>7.1805531465333736</c:v>
                </c:pt>
                <c:pt idx="23563">
                  <c:v>7.1816766268783807</c:v>
                </c:pt>
                <c:pt idx="23564">
                  <c:v>7.1806903293965529</c:v>
                </c:pt>
                <c:pt idx="23565">
                  <c:v>7.1797734117535752</c:v>
                </c:pt>
                <c:pt idx="23566">
                  <c:v>7.1785088065090905</c:v>
                </c:pt>
                <c:pt idx="23567">
                  <c:v>7.1782052697141232</c:v>
                </c:pt>
                <c:pt idx="23568">
                  <c:v>7.1797024551002062</c:v>
                </c:pt>
                <c:pt idx="23569">
                  <c:v>7.1785758211261612</c:v>
                </c:pt>
                <c:pt idx="23570">
                  <c:v>7.1772796795912894</c:v>
                </c:pt>
                <c:pt idx="23571">
                  <c:v>7.1763848373515824</c:v>
                </c:pt>
                <c:pt idx="23572">
                  <c:v>7.1746148630536588</c:v>
                </c:pt>
                <c:pt idx="23573">
                  <c:v>7.1747299705135683</c:v>
                </c:pt>
                <c:pt idx="23574">
                  <c:v>7.1758818335199228</c:v>
                </c:pt>
                <c:pt idx="23575">
                  <c:v>7.1740377489395923</c:v>
                </c:pt>
                <c:pt idx="23576">
                  <c:v>7.1723142906699886</c:v>
                </c:pt>
                <c:pt idx="23577">
                  <c:v>7.1726462101263024</c:v>
                </c:pt>
                <c:pt idx="23578">
                  <c:v>7.1739699459152622</c:v>
                </c:pt>
                <c:pt idx="23579">
                  <c:v>7.1731878459136853</c:v>
                </c:pt>
                <c:pt idx="23580">
                  <c:v>7.1705293366341314</c:v>
                </c:pt>
                <c:pt idx="23581">
                  <c:v>7.1687877449975561</c:v>
                </c:pt>
                <c:pt idx="23582">
                  <c:v>7.1665754742269669</c:v>
                </c:pt>
                <c:pt idx="23583">
                  <c:v>7.165547391160378</c:v>
                </c:pt>
                <c:pt idx="23584">
                  <c:v>7.1664934798719626</c:v>
                </c:pt>
                <c:pt idx="23585">
                  <c:v>7.1663507781579652</c:v>
                </c:pt>
                <c:pt idx="23586">
                  <c:v>7.1656585565839892</c:v>
                </c:pt>
                <c:pt idx="23587">
                  <c:v>7.1646391459972563</c:v>
                </c:pt>
                <c:pt idx="23588">
                  <c:v>7.1620476513347731</c:v>
                </c:pt>
                <c:pt idx="23589">
                  <c:v>7.1614460965956575</c:v>
                </c:pt>
                <c:pt idx="23590">
                  <c:v>7.1620334600040998</c:v>
                </c:pt>
                <c:pt idx="23591">
                  <c:v>7.1620397672621765</c:v>
                </c:pt>
                <c:pt idx="23592">
                  <c:v>7.161498919882054</c:v>
                </c:pt>
                <c:pt idx="23593">
                  <c:v>7.160799602642741</c:v>
                </c:pt>
                <c:pt idx="23594">
                  <c:v>7.158052791750106</c:v>
                </c:pt>
                <c:pt idx="23595">
                  <c:v>7.1559209385200022</c:v>
                </c:pt>
                <c:pt idx="23596">
                  <c:v>7.155439221684353</c:v>
                </c:pt>
                <c:pt idx="23597">
                  <c:v>7.1548408205742762</c:v>
                </c:pt>
                <c:pt idx="23598">
                  <c:v>7.1552413314621797</c:v>
                </c:pt>
                <c:pt idx="23599">
                  <c:v>7.1559248805563005</c:v>
                </c:pt>
                <c:pt idx="23600">
                  <c:v>7.1567818792475437</c:v>
                </c:pt>
                <c:pt idx="23601">
                  <c:v>7.1562938551538187</c:v>
                </c:pt>
                <c:pt idx="23602">
                  <c:v>7.1546153360980149</c:v>
                </c:pt>
                <c:pt idx="23603">
                  <c:v>7.1543677762184839</c:v>
                </c:pt>
                <c:pt idx="23604">
                  <c:v>7.1549669657358201</c:v>
                </c:pt>
                <c:pt idx="23605">
                  <c:v>7.1548692032356236</c:v>
                </c:pt>
                <c:pt idx="23606">
                  <c:v>7.1525236916381525</c:v>
                </c:pt>
                <c:pt idx="23607">
                  <c:v>7.1492707232848201</c:v>
                </c:pt>
                <c:pt idx="23608">
                  <c:v>7.149564799192671</c:v>
                </c:pt>
                <c:pt idx="23609">
                  <c:v>7.149272300099339</c:v>
                </c:pt>
                <c:pt idx="23610">
                  <c:v>7.1483648433434777</c:v>
                </c:pt>
                <c:pt idx="23611">
                  <c:v>7.1471057569498102</c:v>
                </c:pt>
                <c:pt idx="23612">
                  <c:v>7.1439434554313372</c:v>
                </c:pt>
                <c:pt idx="23613">
                  <c:v>7.141980321354799</c:v>
                </c:pt>
                <c:pt idx="23614">
                  <c:v>7.1411193806272566</c:v>
                </c:pt>
                <c:pt idx="23615">
                  <c:v>7.1401937905044228</c:v>
                </c:pt>
                <c:pt idx="23616">
                  <c:v>7.1399099638909478</c:v>
                </c:pt>
                <c:pt idx="23617">
                  <c:v>7.1394424383859727</c:v>
                </c:pt>
                <c:pt idx="23618">
                  <c:v>7.139332061369621</c:v>
                </c:pt>
                <c:pt idx="23619">
                  <c:v>7.1404224286097229</c:v>
                </c:pt>
                <c:pt idx="23620">
                  <c:v>7.1428207634935905</c:v>
                </c:pt>
                <c:pt idx="23621">
                  <c:v>7.1436414954508898</c:v>
                </c:pt>
                <c:pt idx="23622">
                  <c:v>7.1417879499834438</c:v>
                </c:pt>
                <c:pt idx="23623">
                  <c:v>7.1394653021965029</c:v>
                </c:pt>
                <c:pt idx="23624">
                  <c:v>7.1381439316293225</c:v>
                </c:pt>
                <c:pt idx="23625">
                  <c:v>7.1376874438259827</c:v>
                </c:pt>
                <c:pt idx="23626">
                  <c:v>7.1370070483609016</c:v>
                </c:pt>
                <c:pt idx="23627">
                  <c:v>7.1345732351503495</c:v>
                </c:pt>
                <c:pt idx="23628">
                  <c:v>7.133314148756682</c:v>
                </c:pt>
                <c:pt idx="23629">
                  <c:v>7.1333078414986044</c:v>
                </c:pt>
                <c:pt idx="23630">
                  <c:v>7.1317814850439145</c:v>
                </c:pt>
                <c:pt idx="23631">
                  <c:v>7.1288423027799244</c:v>
                </c:pt>
                <c:pt idx="23632">
                  <c:v>7.127095192292531</c:v>
                </c:pt>
                <c:pt idx="23633">
                  <c:v>7.1288084012677588</c:v>
                </c:pt>
                <c:pt idx="23634">
                  <c:v>7.1292215266718175</c:v>
                </c:pt>
                <c:pt idx="23635">
                  <c:v>7.1293965530834607</c:v>
                </c:pt>
                <c:pt idx="23636">
                  <c:v>7.1309922893770006</c:v>
                </c:pt>
                <c:pt idx="23637">
                  <c:v>7.1297962755641056</c:v>
                </c:pt>
                <c:pt idx="23638">
                  <c:v>7.1281280058026777</c:v>
                </c:pt>
                <c:pt idx="23639">
                  <c:v>7.1274491871521155</c:v>
                </c:pt>
                <c:pt idx="23640">
                  <c:v>7.1278662545924725</c:v>
                </c:pt>
                <c:pt idx="23641">
                  <c:v>7.1272820448130689</c:v>
                </c:pt>
                <c:pt idx="23642">
                  <c:v>7.1257840710197256</c:v>
                </c:pt>
                <c:pt idx="23643">
                  <c:v>7.125907850959492</c:v>
                </c:pt>
                <c:pt idx="23644">
                  <c:v>7.1268208265661706</c:v>
                </c:pt>
                <c:pt idx="23645">
                  <c:v>7.1255656822088014</c:v>
                </c:pt>
                <c:pt idx="23646">
                  <c:v>7.1241970072060425</c:v>
                </c:pt>
                <c:pt idx="23647">
                  <c:v>7.1240669200081994</c:v>
                </c:pt>
                <c:pt idx="23648">
                  <c:v>7.1242182942020529</c:v>
                </c:pt>
                <c:pt idx="23649">
                  <c:v>7.1225113924849017</c:v>
                </c:pt>
                <c:pt idx="23650">
                  <c:v>7.1193948185874891</c:v>
                </c:pt>
                <c:pt idx="23651">
                  <c:v>7.1161063719074722</c:v>
                </c:pt>
                <c:pt idx="23652">
                  <c:v>7.1135440483135968</c:v>
                </c:pt>
                <c:pt idx="23653">
                  <c:v>7.1119561960926534</c:v>
                </c:pt>
                <c:pt idx="23654">
                  <c:v>7.1123385736135862</c:v>
                </c:pt>
                <c:pt idx="23655">
                  <c:v>7.114309591762721</c:v>
                </c:pt>
                <c:pt idx="23656">
                  <c:v>7.1145886879326383</c:v>
                </c:pt>
                <c:pt idx="23657">
                  <c:v>7.1134920134344597</c:v>
                </c:pt>
                <c:pt idx="23658">
                  <c:v>7.1121020514356896</c:v>
                </c:pt>
                <c:pt idx="23659">
                  <c:v>7.1098724357053884</c:v>
                </c:pt>
                <c:pt idx="23660">
                  <c:v>7.1094600987085892</c:v>
                </c:pt>
                <c:pt idx="23661">
                  <c:v>7.1117354420599508</c:v>
                </c:pt>
                <c:pt idx="23662">
                  <c:v>7.1141487566817512</c:v>
                </c:pt>
                <c:pt idx="23663">
                  <c:v>7.1116581781485042</c:v>
                </c:pt>
                <c:pt idx="23664">
                  <c:v>7.1090288399375581</c:v>
                </c:pt>
                <c:pt idx="23665">
                  <c:v>7.1084485721944528</c:v>
                </c:pt>
                <c:pt idx="23666">
                  <c:v>7.108100884592945</c:v>
                </c:pt>
                <c:pt idx="23667">
                  <c:v>7.1069584824737069</c:v>
                </c:pt>
                <c:pt idx="23668">
                  <c:v>7.1071366625143888</c:v>
                </c:pt>
                <c:pt idx="23669">
                  <c:v>7.1080851164477519</c:v>
                </c:pt>
                <c:pt idx="23670">
                  <c:v>7.1074875037449345</c:v>
                </c:pt>
                <c:pt idx="23671">
                  <c:v>7.1043598921458866</c:v>
                </c:pt>
                <c:pt idx="23672">
                  <c:v>7.1016170232895508</c:v>
                </c:pt>
                <c:pt idx="23673">
                  <c:v>7.100116684274429</c:v>
                </c:pt>
                <c:pt idx="23674">
                  <c:v>7.100054400100916</c:v>
                </c:pt>
                <c:pt idx="23675">
                  <c:v>7.0994071177407401</c:v>
                </c:pt>
                <c:pt idx="23676">
                  <c:v>7.0990239518125486</c:v>
                </c:pt>
                <c:pt idx="23677">
                  <c:v>7.0982323909238554</c:v>
                </c:pt>
                <c:pt idx="23678">
                  <c:v>7.0979312193506674</c:v>
                </c:pt>
                <c:pt idx="23679">
                  <c:v>7.0977640770116208</c:v>
                </c:pt>
                <c:pt idx="23680">
                  <c:v>7.0969015594695595</c:v>
                </c:pt>
                <c:pt idx="23681">
                  <c:v>7.0964695122912689</c:v>
                </c:pt>
                <c:pt idx="23682">
                  <c:v>7.0966185212633439</c:v>
                </c:pt>
                <c:pt idx="23683">
                  <c:v>7.0971577918289475</c:v>
                </c:pt>
                <c:pt idx="23684">
                  <c:v>7.0965231239849258</c:v>
                </c:pt>
                <c:pt idx="23685">
                  <c:v>7.0947610337595988</c:v>
                </c:pt>
                <c:pt idx="23686">
                  <c:v>7.093525599583721</c:v>
                </c:pt>
                <c:pt idx="23687">
                  <c:v>7.0923611220612122</c:v>
                </c:pt>
                <c:pt idx="23688">
                  <c:v>7.0915230451442</c:v>
                </c:pt>
                <c:pt idx="23689">
                  <c:v>7.0904121793153472</c:v>
                </c:pt>
                <c:pt idx="23690">
                  <c:v>7.0899028682256109</c:v>
                </c:pt>
                <c:pt idx="23691">
                  <c:v>7.0916263264952146</c:v>
                </c:pt>
                <c:pt idx="23692">
                  <c:v>7.0924644034122268</c:v>
                </c:pt>
                <c:pt idx="23693">
                  <c:v>7.0918596950440715</c:v>
                </c:pt>
                <c:pt idx="23694">
                  <c:v>7.0917461643986819</c:v>
                </c:pt>
                <c:pt idx="23695">
                  <c:v>7.0914055724625111</c:v>
                </c:pt>
                <c:pt idx="23696">
                  <c:v>7.091187183651587</c:v>
                </c:pt>
                <c:pt idx="23697">
                  <c:v>7.0919204024030655</c:v>
                </c:pt>
                <c:pt idx="23698">
                  <c:v>7.0913472303252965</c:v>
                </c:pt>
                <c:pt idx="23699">
                  <c:v>7.0885129062268408</c:v>
                </c:pt>
                <c:pt idx="23700">
                  <c:v>7.086756334852331</c:v>
                </c:pt>
                <c:pt idx="23701">
                  <c:v>7.0864685662025577</c:v>
                </c:pt>
                <c:pt idx="23702">
                  <c:v>7.0845369684164048</c:v>
                </c:pt>
                <c:pt idx="23703">
                  <c:v>7.0831351803087399</c:v>
                </c:pt>
                <c:pt idx="23704">
                  <c:v>7.0818130213343</c:v>
                </c:pt>
                <c:pt idx="23705">
                  <c:v>7.0812225042968198</c:v>
                </c:pt>
                <c:pt idx="23706">
                  <c:v>7.0833117835349029</c:v>
                </c:pt>
                <c:pt idx="23707">
                  <c:v>7.0828269130702157</c:v>
                </c:pt>
                <c:pt idx="23708">
                  <c:v>7.0797978523786247</c:v>
                </c:pt>
                <c:pt idx="23709">
                  <c:v>7.0783317302385722</c:v>
                </c:pt>
                <c:pt idx="23710">
                  <c:v>7.0784712783235308</c:v>
                </c:pt>
                <c:pt idx="23711">
                  <c:v>7.0794422807045203</c:v>
                </c:pt>
                <c:pt idx="23712">
                  <c:v>7.0788746274775702</c:v>
                </c:pt>
                <c:pt idx="23713">
                  <c:v>7.079242813667828</c:v>
                </c:pt>
                <c:pt idx="23714">
                  <c:v>7.0816900298017949</c:v>
                </c:pt>
                <c:pt idx="23715">
                  <c:v>7.083104432425614</c:v>
                </c:pt>
                <c:pt idx="23716">
                  <c:v>7.0821890915971553</c:v>
                </c:pt>
                <c:pt idx="23717">
                  <c:v>7.0799555338305558</c:v>
                </c:pt>
                <c:pt idx="23718">
                  <c:v>7.0784697015090119</c:v>
                </c:pt>
                <c:pt idx="23719">
                  <c:v>7.0768152288746276</c:v>
                </c:pt>
                <c:pt idx="23720">
                  <c:v>7.0773418060833508</c:v>
                </c:pt>
                <c:pt idx="23721">
                  <c:v>7.077566107948722</c:v>
                </c:pt>
                <c:pt idx="23722">
                  <c:v>7.0768876046610636</c:v>
                </c:pt>
                <c:pt idx="23723">
                  <c:v>7.0764144814645453</c:v>
                </c:pt>
                <c:pt idx="23724">
                  <c:v>7.0756643119569844</c:v>
                </c:pt>
                <c:pt idx="23725">
                  <c:v>7.0745726832652673</c:v>
                </c:pt>
                <c:pt idx="23726">
                  <c:v>7.0734182973556816</c:v>
                </c:pt>
                <c:pt idx="23727">
                  <c:v>7.0737287721345341</c:v>
                </c:pt>
                <c:pt idx="23728">
                  <c:v>7.0748688878727197</c:v>
                </c:pt>
                <c:pt idx="23729">
                  <c:v>7.074115643576846</c:v>
                </c:pt>
                <c:pt idx="23730">
                  <c:v>7.0728840725965405</c:v>
                </c:pt>
                <c:pt idx="23731">
                  <c:v>7.0730477459436445</c:v>
                </c:pt>
                <c:pt idx="23732">
                  <c:v>7.0737763919330172</c:v>
                </c:pt>
                <c:pt idx="23733">
                  <c:v>7.0730102177580854</c:v>
                </c:pt>
                <c:pt idx="23734">
                  <c:v>7.0733200618111294</c:v>
                </c:pt>
                <c:pt idx="23735">
                  <c:v>7.0751773127926958</c:v>
                </c:pt>
                <c:pt idx="23736">
                  <c:v>7.0756073101121117</c:v>
                </c:pt>
                <c:pt idx="23737">
                  <c:v>7.0758578659392297</c:v>
                </c:pt>
                <c:pt idx="23738">
                  <c:v>7.0758275911004587</c:v>
                </c:pt>
                <c:pt idx="23739">
                  <c:v>7.0745307399990542</c:v>
                </c:pt>
                <c:pt idx="23740">
                  <c:v>7.0728959775461613</c:v>
                </c:pt>
                <c:pt idx="23741">
                  <c:v>7.0715521373720813</c:v>
                </c:pt>
                <c:pt idx="23742">
                  <c:v>7.0719006133808477</c:v>
                </c:pt>
                <c:pt idx="23743">
                  <c:v>7.072628392122235</c:v>
                </c:pt>
                <c:pt idx="23744">
                  <c:v>7.0719562749333793</c:v>
                </c:pt>
                <c:pt idx="23745">
                  <c:v>7.0709088758889296</c:v>
                </c:pt>
                <c:pt idx="23746">
                  <c:v>7.0705570885696716</c:v>
                </c:pt>
                <c:pt idx="23747">
                  <c:v>7.0710784622904805</c:v>
                </c:pt>
                <c:pt idx="23748">
                  <c:v>7.0703163089925729</c:v>
                </c:pt>
                <c:pt idx="23749">
                  <c:v>7.0696706822876427</c:v>
                </c:pt>
                <c:pt idx="23750">
                  <c:v>7.0711658966555762</c:v>
                </c:pt>
                <c:pt idx="23751">
                  <c:v>7.0730229111149656</c:v>
                </c:pt>
                <c:pt idx="23752">
                  <c:v>7.0732716536053868</c:v>
                </c:pt>
                <c:pt idx="23753">
                  <c:v>7.0710095554959871</c:v>
                </c:pt>
                <c:pt idx="23754">
                  <c:v>7.0689476339898141</c:v>
                </c:pt>
                <c:pt idx="23755">
                  <c:v>7.0675104463961906</c:v>
                </c:pt>
                <c:pt idx="23756">
                  <c:v>7.0678530093505101</c:v>
                </c:pt>
                <c:pt idx="23757">
                  <c:v>7.0681783850265694</c:v>
                </c:pt>
                <c:pt idx="23758">
                  <c:v>7.0684502278496977</c:v>
                </c:pt>
                <c:pt idx="23759">
                  <c:v>7.0705353285293047</c:v>
                </c:pt>
                <c:pt idx="23760">
                  <c:v>7.0716316876645804</c:v>
                </c:pt>
                <c:pt idx="23761">
                  <c:v>7.0703600655954837</c:v>
                </c:pt>
                <c:pt idx="23762">
                  <c:v>7.0689093173969946</c:v>
                </c:pt>
                <c:pt idx="23763">
                  <c:v>7.0699043661994043</c:v>
                </c:pt>
                <c:pt idx="23764">
                  <c:v>7.0712424510004892</c:v>
                </c:pt>
                <c:pt idx="23765">
                  <c:v>7.0725752534729338</c:v>
                </c:pt>
                <c:pt idx="23766">
                  <c:v>7.0719795329475392</c:v>
                </c:pt>
                <c:pt idx="23767">
                  <c:v>7.0702439332061369</c:v>
                </c:pt>
                <c:pt idx="23768">
                  <c:v>7.0684996609848785</c:v>
                </c:pt>
                <c:pt idx="23769">
                  <c:v>7.0679405225563317</c:v>
                </c:pt>
                <c:pt idx="23770">
                  <c:v>7.0674328671218403</c:v>
                </c:pt>
                <c:pt idx="23771">
                  <c:v>7.0668891026348568</c:v>
                </c:pt>
                <c:pt idx="23772">
                  <c:v>7.0670847064759776</c:v>
                </c:pt>
                <c:pt idx="23773">
                  <c:v>7.0671872782604579</c:v>
                </c:pt>
                <c:pt idx="23774">
                  <c:v>7.0654027184282313</c:v>
                </c:pt>
                <c:pt idx="23775">
                  <c:v>7.0640605339093963</c:v>
                </c:pt>
                <c:pt idx="23776">
                  <c:v>7.0650096185685678</c:v>
                </c:pt>
                <c:pt idx="23777">
                  <c:v>7.0654504170674404</c:v>
                </c:pt>
                <c:pt idx="23778">
                  <c:v>7.0654249515129539</c:v>
                </c:pt>
                <c:pt idx="23779">
                  <c:v>7.0649341679938189</c:v>
                </c:pt>
                <c:pt idx="23780">
                  <c:v>7.0647086835175577</c:v>
                </c:pt>
                <c:pt idx="23781">
                  <c:v>7.0644376291016888</c:v>
                </c:pt>
                <c:pt idx="23782">
                  <c:v>7.0647355682051121</c:v>
                </c:pt>
                <c:pt idx="23783">
                  <c:v>7.0628524574654286</c:v>
                </c:pt>
                <c:pt idx="23784">
                  <c:v>7.0622866964159003</c:v>
                </c:pt>
                <c:pt idx="23785">
                  <c:v>7.0661319163026857</c:v>
                </c:pt>
                <c:pt idx="23786">
                  <c:v>7.0670675191977166</c:v>
                </c:pt>
                <c:pt idx="23787">
                  <c:v>7.0654781690029802</c:v>
                </c:pt>
                <c:pt idx="23788">
                  <c:v>7.0639198032135484</c:v>
                </c:pt>
                <c:pt idx="23789">
                  <c:v>7.064198347498384</c:v>
                </c:pt>
                <c:pt idx="23790">
                  <c:v>7.0655022942651255</c:v>
                </c:pt>
                <c:pt idx="23791">
                  <c:v>7.0655470757974737</c:v>
                </c:pt>
                <c:pt idx="23792">
                  <c:v>7.0665271448619498</c:v>
                </c:pt>
                <c:pt idx="23793">
                  <c:v>7.0667836925842415</c:v>
                </c:pt>
                <c:pt idx="23794">
                  <c:v>7.0674558886138223</c:v>
                </c:pt>
                <c:pt idx="23795">
                  <c:v>7.0699191882558852</c:v>
                </c:pt>
                <c:pt idx="23796">
                  <c:v>7.0712974818272123</c:v>
                </c:pt>
                <c:pt idx="23797">
                  <c:v>7.0700675665021526</c:v>
                </c:pt>
                <c:pt idx="23798">
                  <c:v>7.0670383481291097</c:v>
                </c:pt>
                <c:pt idx="23799">
                  <c:v>7.0654284205048956</c:v>
                </c:pt>
                <c:pt idx="23800">
                  <c:v>7.0660450338226717</c:v>
                </c:pt>
                <c:pt idx="23801">
                  <c:v>7.0672410476355667</c:v>
                </c:pt>
                <c:pt idx="23802">
                  <c:v>7.0673436194200479</c:v>
                </c:pt>
                <c:pt idx="23803">
                  <c:v>7.0673459846418263</c:v>
                </c:pt>
                <c:pt idx="23804">
                  <c:v>7.0684123054605088</c:v>
                </c:pt>
                <c:pt idx="23805">
                  <c:v>7.0694924234062348</c:v>
                </c:pt>
                <c:pt idx="23806">
                  <c:v>7.0690423217016978</c:v>
                </c:pt>
                <c:pt idx="23807">
                  <c:v>7.0686724798561942</c:v>
                </c:pt>
                <c:pt idx="23808">
                  <c:v>7.0695810403822197</c:v>
                </c:pt>
                <c:pt idx="23809">
                  <c:v>7.0708387076428201</c:v>
                </c:pt>
                <c:pt idx="23810">
                  <c:v>7.0704765921884611</c:v>
                </c:pt>
                <c:pt idx="23811">
                  <c:v>7.068772449896719</c:v>
                </c:pt>
                <c:pt idx="23812">
                  <c:v>7.069357605764834</c:v>
                </c:pt>
                <c:pt idx="23813">
                  <c:v>7.0690438985162176</c:v>
                </c:pt>
                <c:pt idx="23814">
                  <c:v>7.0670359040666044</c:v>
                </c:pt>
                <c:pt idx="23815">
                  <c:v>7.0675929926362766</c:v>
                </c:pt>
                <c:pt idx="23816">
                  <c:v>7.0691054731231961</c:v>
                </c:pt>
                <c:pt idx="23817">
                  <c:v>7.068372885097526</c:v>
                </c:pt>
                <c:pt idx="23818">
                  <c:v>7.0657087781264289</c:v>
                </c:pt>
                <c:pt idx="23819">
                  <c:v>7.0648547753827717</c:v>
                </c:pt>
                <c:pt idx="23820">
                  <c:v>7.066732446112364</c:v>
                </c:pt>
                <c:pt idx="23821">
                  <c:v>7.0681248521736384</c:v>
                </c:pt>
                <c:pt idx="23822">
                  <c:v>7.0669386934514895</c:v>
                </c:pt>
                <c:pt idx="23823">
                  <c:v>7.0649503303426417</c:v>
                </c:pt>
                <c:pt idx="23824">
                  <c:v>7.0643059650893267</c:v>
                </c:pt>
                <c:pt idx="23825">
                  <c:v>7.0648332518645836</c:v>
                </c:pt>
                <c:pt idx="23826">
                  <c:v>7.0654178558476168</c:v>
                </c:pt>
                <c:pt idx="23827">
                  <c:v>7.06548715684574</c:v>
                </c:pt>
                <c:pt idx="23828">
                  <c:v>7.0662186411012469</c:v>
                </c:pt>
                <c:pt idx="23829">
                  <c:v>7.0658914520884908</c:v>
                </c:pt>
                <c:pt idx="23830">
                  <c:v>7.063499030259071</c:v>
                </c:pt>
                <c:pt idx="23831">
                  <c:v>7.0638455352496887</c:v>
                </c:pt>
                <c:pt idx="23832">
                  <c:v>7.0647098661284478</c:v>
                </c:pt>
                <c:pt idx="23833">
                  <c:v>7.0661226130970212</c:v>
                </c:pt>
                <c:pt idx="23834">
                  <c:v>7.0666941295195445</c:v>
                </c:pt>
                <c:pt idx="23835">
                  <c:v>7.0657828095681108</c:v>
                </c:pt>
                <c:pt idx="23836">
                  <c:v>7.0649779245967297</c:v>
                </c:pt>
                <c:pt idx="23837">
                  <c:v>7.0655067093457795</c:v>
                </c:pt>
                <c:pt idx="23838">
                  <c:v>7.0661234803450066</c:v>
                </c:pt>
                <c:pt idx="23839">
                  <c:v>7.0654974849808418</c:v>
                </c:pt>
                <c:pt idx="23840">
                  <c:v>7.0646959113199514</c:v>
                </c:pt>
                <c:pt idx="23841">
                  <c:v>7.0639183840804805</c:v>
                </c:pt>
                <c:pt idx="23842">
                  <c:v>7.0659422255160127</c:v>
                </c:pt>
                <c:pt idx="23843">
                  <c:v>7.0689190148062879</c:v>
                </c:pt>
                <c:pt idx="23844">
                  <c:v>7.0701736072785755</c:v>
                </c:pt>
                <c:pt idx="23845">
                  <c:v>7.0713345369684166</c:v>
                </c:pt>
                <c:pt idx="23846">
                  <c:v>7.0718497611125999</c:v>
                </c:pt>
                <c:pt idx="23847">
                  <c:v>7.0697387218341508</c:v>
                </c:pt>
                <c:pt idx="23848">
                  <c:v>7.0670286507198155</c:v>
                </c:pt>
                <c:pt idx="23849">
                  <c:v>7.0639859505826328</c:v>
                </c:pt>
                <c:pt idx="23850">
                  <c:v>7.0622181049843107</c:v>
                </c:pt>
                <c:pt idx="23851">
                  <c:v>7.0615537930273264</c:v>
                </c:pt>
                <c:pt idx="23852">
                  <c:v>7.0622150301959978</c:v>
                </c:pt>
                <c:pt idx="23853">
                  <c:v>7.0636475661867895</c:v>
                </c:pt>
                <c:pt idx="23854">
                  <c:v>7.0656172440435832</c:v>
                </c:pt>
                <c:pt idx="23855">
                  <c:v>7.0670895157602613</c:v>
                </c:pt>
                <c:pt idx="23856">
                  <c:v>7.0663991075229822</c:v>
                </c:pt>
                <c:pt idx="23857">
                  <c:v>7.0650294075907851</c:v>
                </c:pt>
                <c:pt idx="23858">
                  <c:v>7.0630818051372621</c:v>
                </c:pt>
                <c:pt idx="23859">
                  <c:v>7.0645364953720495</c:v>
                </c:pt>
                <c:pt idx="23860">
                  <c:v>7.0651536605749063</c:v>
                </c:pt>
                <c:pt idx="23861">
                  <c:v>7.0660321039436127</c:v>
                </c:pt>
                <c:pt idx="23862">
                  <c:v>7.0667050095397279</c:v>
                </c:pt>
                <c:pt idx="23863">
                  <c:v>7.0667795140257654</c:v>
                </c:pt>
                <c:pt idx="23864">
                  <c:v>7.0663724593576056</c:v>
                </c:pt>
                <c:pt idx="23865">
                  <c:v>7.0645867957552149</c:v>
                </c:pt>
                <c:pt idx="23866">
                  <c:v>7.06397546476608</c:v>
                </c:pt>
                <c:pt idx="23867">
                  <c:v>7.0646732051908732</c:v>
                </c:pt>
                <c:pt idx="23868">
                  <c:v>7.0666060644286413</c:v>
                </c:pt>
                <c:pt idx="23869">
                  <c:v>7.0689558334253144</c:v>
                </c:pt>
                <c:pt idx="23870">
                  <c:v>7.0682015642000033</c:v>
                </c:pt>
                <c:pt idx="23871">
                  <c:v>7.0660795660606439</c:v>
                </c:pt>
                <c:pt idx="23872">
                  <c:v>7.0656113309891353</c:v>
                </c:pt>
                <c:pt idx="23873">
                  <c:v>7.0671000804175401</c:v>
                </c:pt>
                <c:pt idx="23874">
                  <c:v>7.0690600608650405</c:v>
                </c:pt>
                <c:pt idx="23875">
                  <c:v>7.070844620697267</c:v>
                </c:pt>
                <c:pt idx="23876">
                  <c:v>7.0700437566029111</c:v>
                </c:pt>
                <c:pt idx="23877">
                  <c:v>7.0701441208470648</c:v>
                </c:pt>
                <c:pt idx="23878">
                  <c:v>7.0706192150617326</c:v>
                </c:pt>
                <c:pt idx="23879">
                  <c:v>7.0692665447263439</c:v>
                </c:pt>
                <c:pt idx="23880">
                  <c:v>7.0669618726249235</c:v>
                </c:pt>
                <c:pt idx="23881">
                  <c:v>7.0648943534272064</c:v>
                </c:pt>
                <c:pt idx="23882">
                  <c:v>7.0649554549898292</c:v>
                </c:pt>
                <c:pt idx="23883">
                  <c:v>7.0666028319588765</c:v>
                </c:pt>
                <c:pt idx="23884">
                  <c:v>7.0674022769201663</c:v>
                </c:pt>
                <c:pt idx="23885">
                  <c:v>7.0665133477349062</c:v>
                </c:pt>
                <c:pt idx="23886">
                  <c:v>7.0655511755152238</c:v>
                </c:pt>
                <c:pt idx="23887">
                  <c:v>7.066712026364339</c:v>
                </c:pt>
                <c:pt idx="23888">
                  <c:v>7.0667646131285577</c:v>
                </c:pt>
                <c:pt idx="23889">
                  <c:v>7.0652645106356138</c:v>
                </c:pt>
                <c:pt idx="23890">
                  <c:v>7.0649545089011179</c:v>
                </c:pt>
                <c:pt idx="23891">
                  <c:v>7.0656069947492073</c:v>
                </c:pt>
                <c:pt idx="23892">
                  <c:v>7.0669241079171856</c:v>
                </c:pt>
                <c:pt idx="23893">
                  <c:v>7.0694394424383855</c:v>
                </c:pt>
                <c:pt idx="23894">
                  <c:v>7.0693447547265018</c:v>
                </c:pt>
                <c:pt idx="23895">
                  <c:v>7.0672382093694317</c:v>
                </c:pt>
                <c:pt idx="23896">
                  <c:v>7.0660690802440911</c:v>
                </c:pt>
                <c:pt idx="23897">
                  <c:v>7.0648923824090568</c:v>
                </c:pt>
                <c:pt idx="23898">
                  <c:v>7.062576830287453</c:v>
                </c:pt>
                <c:pt idx="23899">
                  <c:v>7.0625562528579762</c:v>
                </c:pt>
                <c:pt idx="23900">
                  <c:v>7.0642629180529495</c:v>
                </c:pt>
                <c:pt idx="23901">
                  <c:v>7.0650406818145983</c:v>
                </c:pt>
                <c:pt idx="23902">
                  <c:v>7.0655960358882988</c:v>
                </c:pt>
                <c:pt idx="23903">
                  <c:v>7.0671096989861084</c:v>
                </c:pt>
                <c:pt idx="23904">
                  <c:v>7.0682057427584795</c:v>
                </c:pt>
                <c:pt idx="23905">
                  <c:v>7.0672404957504851</c:v>
                </c:pt>
                <c:pt idx="23906">
                  <c:v>7.064719721219193</c:v>
                </c:pt>
                <c:pt idx="23907">
                  <c:v>7.0647402986486698</c:v>
                </c:pt>
                <c:pt idx="23908">
                  <c:v>7.0654936217852695</c:v>
                </c:pt>
                <c:pt idx="23909">
                  <c:v>7.0656046295274288</c:v>
                </c:pt>
                <c:pt idx="23910">
                  <c:v>7.0673599394503226</c:v>
                </c:pt>
                <c:pt idx="23911">
                  <c:v>7.0674623535533518</c:v>
                </c:pt>
                <c:pt idx="23912">
                  <c:v>7.065686939245337</c:v>
                </c:pt>
                <c:pt idx="23913">
                  <c:v>7.0660000946088708</c:v>
                </c:pt>
                <c:pt idx="23914">
                  <c:v>7.0668667907094092</c:v>
                </c:pt>
                <c:pt idx="23915">
                  <c:v>7.0665813872814143</c:v>
                </c:pt>
                <c:pt idx="23916">
                  <c:v>7.0668373831186235</c:v>
                </c:pt>
                <c:pt idx="23917">
                  <c:v>7.0682782762263674</c:v>
                </c:pt>
                <c:pt idx="23918">
                  <c:v>7.0661833204560152</c:v>
                </c:pt>
                <c:pt idx="23919">
                  <c:v>7.0636770526183001</c:v>
                </c:pt>
                <c:pt idx="23920">
                  <c:v>7.0632933348050271</c:v>
                </c:pt>
                <c:pt idx="23921">
                  <c:v>7.0639687633043726</c:v>
                </c:pt>
                <c:pt idx="23922">
                  <c:v>7.0650972106151153</c:v>
                </c:pt>
                <c:pt idx="23923">
                  <c:v>7.0650841230546053</c:v>
                </c:pt>
                <c:pt idx="23924">
                  <c:v>7.0644958135574516</c:v>
                </c:pt>
                <c:pt idx="23925">
                  <c:v>7.0640350683549098</c:v>
                </c:pt>
                <c:pt idx="23926">
                  <c:v>7.0621618127059715</c:v>
                </c:pt>
                <c:pt idx="23927">
                  <c:v>7.0618433750137974</c:v>
                </c:pt>
                <c:pt idx="23928">
                  <c:v>7.0643198410570962</c:v>
                </c:pt>
                <c:pt idx="23929">
                  <c:v>7.0636433087875874</c:v>
                </c:pt>
                <c:pt idx="23930">
                  <c:v>7.0594995979122972</c:v>
                </c:pt>
                <c:pt idx="23931">
                  <c:v>7.0562544347908354</c:v>
                </c:pt>
                <c:pt idx="23932">
                  <c:v>7.0560820101231494</c:v>
                </c:pt>
                <c:pt idx="23933">
                  <c:v>7.0576720698844193</c:v>
                </c:pt>
                <c:pt idx="23934">
                  <c:v>7.0591668900487239</c:v>
                </c:pt>
                <c:pt idx="23935">
                  <c:v>7.0599542723789401</c:v>
                </c:pt>
                <c:pt idx="23936">
                  <c:v>7.0589324177297028</c:v>
                </c:pt>
                <c:pt idx="23937">
                  <c:v>7.0575251896119457</c:v>
                </c:pt>
                <c:pt idx="23938">
                  <c:v>7.0585072296945714</c:v>
                </c:pt>
                <c:pt idx="23939">
                  <c:v>7.0598303347577227</c:v>
                </c:pt>
                <c:pt idx="23940">
                  <c:v>7.0611394061716517</c:v>
                </c:pt>
                <c:pt idx="23941">
                  <c:v>7.0633897570128825</c:v>
                </c:pt>
                <c:pt idx="23942">
                  <c:v>7.0644237531339185</c:v>
                </c:pt>
                <c:pt idx="23943">
                  <c:v>7.0636910862675224</c:v>
                </c:pt>
                <c:pt idx="23944">
                  <c:v>7.0627068386445702</c:v>
                </c:pt>
                <c:pt idx="23945">
                  <c:v>7.0608648039231143</c:v>
                </c:pt>
                <c:pt idx="23946">
                  <c:v>7.0576494425960679</c:v>
                </c:pt>
                <c:pt idx="23947">
                  <c:v>7.0561421655970609</c:v>
                </c:pt>
                <c:pt idx="23948">
                  <c:v>7.0572925306296224</c:v>
                </c:pt>
                <c:pt idx="23949">
                  <c:v>7.0563228685409731</c:v>
                </c:pt>
                <c:pt idx="23950">
                  <c:v>7.0568892603163089</c:v>
                </c:pt>
                <c:pt idx="23951">
                  <c:v>7.0578618395118182</c:v>
                </c:pt>
                <c:pt idx="23952">
                  <c:v>7.0590836342421044</c:v>
                </c:pt>
                <c:pt idx="23953">
                  <c:v>7.0602323436194201</c:v>
                </c:pt>
                <c:pt idx="23954">
                  <c:v>7.0615954997713617</c:v>
                </c:pt>
                <c:pt idx="23955">
                  <c:v>7.0608509279553449</c:v>
                </c:pt>
                <c:pt idx="23956">
                  <c:v>7.0600119837903463</c:v>
                </c:pt>
                <c:pt idx="23957">
                  <c:v>7.0586952648259986</c:v>
                </c:pt>
                <c:pt idx="23958">
                  <c:v>7.05795345243539</c:v>
                </c:pt>
                <c:pt idx="23959">
                  <c:v>7.0577646288967033</c:v>
                </c:pt>
                <c:pt idx="23960">
                  <c:v>7.0574635361642413</c:v>
                </c:pt>
                <c:pt idx="23961">
                  <c:v>7.0575223513458116</c:v>
                </c:pt>
                <c:pt idx="23962">
                  <c:v>7.0568270549835219</c:v>
                </c:pt>
                <c:pt idx="23963">
                  <c:v>7.0571016572320602</c:v>
                </c:pt>
                <c:pt idx="23964">
                  <c:v>7.0592808148977433</c:v>
                </c:pt>
                <c:pt idx="23965">
                  <c:v>7.0607723237515572</c:v>
                </c:pt>
                <c:pt idx="23966">
                  <c:v>7.0601196013812899</c:v>
                </c:pt>
                <c:pt idx="23967">
                  <c:v>7.0585669121241272</c:v>
                </c:pt>
                <c:pt idx="23968">
                  <c:v>7.0559568898910419</c:v>
                </c:pt>
                <c:pt idx="23969">
                  <c:v>7.0540535170847853</c:v>
                </c:pt>
                <c:pt idx="23970">
                  <c:v>7.0543475929926363</c:v>
                </c:pt>
                <c:pt idx="23971">
                  <c:v>7.0544052255633174</c:v>
                </c:pt>
                <c:pt idx="23972">
                  <c:v>7.0549582144152385</c:v>
                </c:pt>
                <c:pt idx="23973">
                  <c:v>7.0560679764739271</c:v>
                </c:pt>
                <c:pt idx="23974">
                  <c:v>7.0580739210646648</c:v>
                </c:pt>
                <c:pt idx="23975">
                  <c:v>7.0588359955218465</c:v>
                </c:pt>
                <c:pt idx="23976">
                  <c:v>7.0585110928901429</c:v>
                </c:pt>
                <c:pt idx="23977">
                  <c:v>7.0580192844415715</c:v>
                </c:pt>
                <c:pt idx="23978">
                  <c:v>7.0593631246156514</c:v>
                </c:pt>
                <c:pt idx="23979">
                  <c:v>7.0607575016950754</c:v>
                </c:pt>
                <c:pt idx="23980">
                  <c:v>7.0597406928522997</c:v>
                </c:pt>
                <c:pt idx="23981">
                  <c:v>7.0589477916712653</c:v>
                </c:pt>
                <c:pt idx="23982">
                  <c:v>7.05901922136899</c:v>
                </c:pt>
                <c:pt idx="23983">
                  <c:v>7.0596904713098594</c:v>
                </c:pt>
                <c:pt idx="23984">
                  <c:v>7.0596397767230643</c:v>
                </c:pt>
                <c:pt idx="23985">
                  <c:v>7.0598254466327122</c:v>
                </c:pt>
                <c:pt idx="23986">
                  <c:v>7.0597563821567668</c:v>
                </c:pt>
                <c:pt idx="23987">
                  <c:v>7.0590267900786827</c:v>
                </c:pt>
                <c:pt idx="23988">
                  <c:v>7.0592289377000581</c:v>
                </c:pt>
                <c:pt idx="23989">
                  <c:v>7.0584810545735506</c:v>
                </c:pt>
                <c:pt idx="23990">
                  <c:v>7.0580933158832524</c:v>
                </c:pt>
                <c:pt idx="23991">
                  <c:v>7.0571808921616554</c:v>
                </c:pt>
                <c:pt idx="23992">
                  <c:v>7.0579950014979742</c:v>
                </c:pt>
                <c:pt idx="23993">
                  <c:v>7.0590898626594552</c:v>
                </c:pt>
                <c:pt idx="23994">
                  <c:v>7.0588262981125531</c:v>
                </c:pt>
                <c:pt idx="23995">
                  <c:v>7.0592726154622429</c:v>
                </c:pt>
                <c:pt idx="23996">
                  <c:v>7.0592236553714187</c:v>
                </c:pt>
                <c:pt idx="23997">
                  <c:v>7.0601300083571168</c:v>
                </c:pt>
                <c:pt idx="23998">
                  <c:v>7.0614562670493068</c:v>
                </c:pt>
                <c:pt idx="23999">
                  <c:v>7.061497894952617</c:v>
                </c:pt>
                <c:pt idx="24000">
                  <c:v>7.0596370172976552</c:v>
                </c:pt>
                <c:pt idx="24001">
                  <c:v>7.0580274838770718</c:v>
                </c:pt>
                <c:pt idx="24002">
                  <c:v>7.0568018259512133</c:v>
                </c:pt>
                <c:pt idx="24003">
                  <c:v>7.0550237310585153</c:v>
                </c:pt>
                <c:pt idx="24004">
                  <c:v>7.0552574149702769</c:v>
                </c:pt>
                <c:pt idx="24005">
                  <c:v>7.0549059430139236</c:v>
                </c:pt>
                <c:pt idx="24006">
                  <c:v>7.054908308235702</c:v>
                </c:pt>
                <c:pt idx="24007">
                  <c:v>7.0563246818776708</c:v>
                </c:pt>
                <c:pt idx="24008">
                  <c:v>7.0583931471640993</c:v>
                </c:pt>
                <c:pt idx="24009">
                  <c:v>7.059821268074236</c:v>
                </c:pt>
                <c:pt idx="24010">
                  <c:v>7.0597251612292844</c:v>
                </c:pt>
                <c:pt idx="24011">
                  <c:v>7.0592070199782402</c:v>
                </c:pt>
                <c:pt idx="24012">
                  <c:v>7.0604114697488134</c:v>
                </c:pt>
                <c:pt idx="24013">
                  <c:v>7.061108421766348</c:v>
                </c:pt>
                <c:pt idx="24014">
                  <c:v>7.0592836531638783</c:v>
                </c:pt>
                <c:pt idx="24015">
                  <c:v>7.0582043236254117</c:v>
                </c:pt>
                <c:pt idx="24016">
                  <c:v>7.0570699632602221</c:v>
                </c:pt>
                <c:pt idx="24017">
                  <c:v>7.0578742175057947</c:v>
                </c:pt>
                <c:pt idx="24018">
                  <c:v>7.0587308219934091</c:v>
                </c:pt>
                <c:pt idx="24019">
                  <c:v>7.058300824673994</c:v>
                </c:pt>
                <c:pt idx="24020">
                  <c:v>7.0578039704189592</c:v>
                </c:pt>
                <c:pt idx="24021">
                  <c:v>7.0577564294612021</c:v>
                </c:pt>
                <c:pt idx="24022">
                  <c:v>7.0567649284914618</c:v>
                </c:pt>
                <c:pt idx="24023">
                  <c:v>7.0546567274791467</c:v>
                </c:pt>
                <c:pt idx="24024">
                  <c:v>7.0526492849146152</c:v>
                </c:pt>
                <c:pt idx="24025">
                  <c:v>7.0533974834040274</c:v>
                </c:pt>
                <c:pt idx="24026">
                  <c:v>7.054838770715401</c:v>
                </c:pt>
                <c:pt idx="24027">
                  <c:v>7.0531309229095385</c:v>
                </c:pt>
                <c:pt idx="24028">
                  <c:v>7.0509594127942732</c:v>
                </c:pt>
                <c:pt idx="24029">
                  <c:v>7.0514047840552516</c:v>
                </c:pt>
                <c:pt idx="24030">
                  <c:v>7.0523522130591783</c:v>
                </c:pt>
                <c:pt idx="24031">
                  <c:v>7.0516239612734353</c:v>
                </c:pt>
                <c:pt idx="24032">
                  <c:v>7.0515071981582809</c:v>
                </c:pt>
                <c:pt idx="24033">
                  <c:v>7.0522993109320549</c:v>
                </c:pt>
                <c:pt idx="24034">
                  <c:v>7.0530850376070262</c:v>
                </c:pt>
                <c:pt idx="24035">
                  <c:v>7.0544371560573333</c:v>
                </c:pt>
                <c:pt idx="24036">
                  <c:v>7.0560114476734102</c:v>
                </c:pt>
                <c:pt idx="24037">
                  <c:v>7.0570360617480565</c:v>
                </c:pt>
                <c:pt idx="24038">
                  <c:v>7.0557208407575018</c:v>
                </c:pt>
                <c:pt idx="24039">
                  <c:v>7.0566159195193867</c:v>
                </c:pt>
                <c:pt idx="24040">
                  <c:v>7.0575072139264261</c:v>
                </c:pt>
                <c:pt idx="24041">
                  <c:v>7.0551550008672477</c:v>
                </c:pt>
                <c:pt idx="24042">
                  <c:v>7.0530726596130497</c:v>
                </c:pt>
                <c:pt idx="24043">
                  <c:v>7.0521950046516029</c:v>
                </c:pt>
                <c:pt idx="24044">
                  <c:v>7.052604661063719</c:v>
                </c:pt>
                <c:pt idx="24045">
                  <c:v>7.0535248900171874</c:v>
                </c:pt>
                <c:pt idx="24046">
                  <c:v>7.055274681089263</c:v>
                </c:pt>
                <c:pt idx="24047">
                  <c:v>7.0562369321496714</c:v>
                </c:pt>
                <c:pt idx="24048">
                  <c:v>7.0544310064807076</c:v>
                </c:pt>
                <c:pt idx="24049">
                  <c:v>7.0525454516785189</c:v>
                </c:pt>
                <c:pt idx="24050">
                  <c:v>7.0534722244122428</c:v>
                </c:pt>
                <c:pt idx="24051">
                  <c:v>7.0554317318153865</c:v>
                </c:pt>
                <c:pt idx="24052">
                  <c:v>7.056447515728725</c:v>
                </c:pt>
                <c:pt idx="24053">
                  <c:v>7.0558898752739712</c:v>
                </c:pt>
                <c:pt idx="24054">
                  <c:v>7.0544627004525458</c:v>
                </c:pt>
                <c:pt idx="24055">
                  <c:v>7.0547836610479511</c:v>
                </c:pt>
                <c:pt idx="24056">
                  <c:v>7.0558365789432189</c:v>
                </c:pt>
                <c:pt idx="24057">
                  <c:v>7.0559951276431354</c:v>
                </c:pt>
                <c:pt idx="24058">
                  <c:v>7.0559080086409436</c:v>
                </c:pt>
                <c:pt idx="24059">
                  <c:v>7.0562661820590042</c:v>
                </c:pt>
                <c:pt idx="24060">
                  <c:v>7.0570531701855908</c:v>
                </c:pt>
                <c:pt idx="24061">
                  <c:v>7.057183020861256</c:v>
                </c:pt>
                <c:pt idx="24062">
                  <c:v>7.0573917122628869</c:v>
                </c:pt>
                <c:pt idx="24063">
                  <c:v>7.0561330989135751</c:v>
                </c:pt>
                <c:pt idx="24064">
                  <c:v>7.0557066494268277</c:v>
                </c:pt>
                <c:pt idx="24065">
                  <c:v>7.0563137230167614</c:v>
                </c:pt>
                <c:pt idx="24066">
                  <c:v>7.0574997240574593</c:v>
                </c:pt>
                <c:pt idx="24067">
                  <c:v>7.0579640170926696</c:v>
                </c:pt>
                <c:pt idx="24068">
                  <c:v>7.060057238367051</c:v>
                </c:pt>
                <c:pt idx="24069">
                  <c:v>7.0611738595688989</c:v>
                </c:pt>
                <c:pt idx="24070">
                  <c:v>7.0594406250492758</c:v>
                </c:pt>
                <c:pt idx="24071">
                  <c:v>7.057760686860405</c:v>
                </c:pt>
                <c:pt idx="24072">
                  <c:v>7.0571773443289869</c:v>
                </c:pt>
                <c:pt idx="24073">
                  <c:v>7.0559963102540246</c:v>
                </c:pt>
                <c:pt idx="24074">
                  <c:v>7.0571864898531986</c:v>
                </c:pt>
                <c:pt idx="24075">
                  <c:v>7.0569971932701554</c:v>
                </c:pt>
                <c:pt idx="24076">
                  <c:v>7.0557237578643628</c:v>
                </c:pt>
                <c:pt idx="24077">
                  <c:v>7.055594616755231</c:v>
                </c:pt>
                <c:pt idx="24078">
                  <c:v>7.0546810892634699</c:v>
                </c:pt>
                <c:pt idx="24079">
                  <c:v>7.0525308661442159</c:v>
                </c:pt>
                <c:pt idx="24080">
                  <c:v>7.0514875668175154</c:v>
                </c:pt>
                <c:pt idx="24081">
                  <c:v>7.0525229820716193</c:v>
                </c:pt>
                <c:pt idx="24082">
                  <c:v>7.0538073763383213</c:v>
                </c:pt>
                <c:pt idx="24083">
                  <c:v>7.0564221290149636</c:v>
                </c:pt>
                <c:pt idx="24084">
                  <c:v>7.0572941862848673</c:v>
                </c:pt>
                <c:pt idx="24085">
                  <c:v>7.0566876645800152</c:v>
                </c:pt>
                <c:pt idx="24086">
                  <c:v>7.0566838802251688</c:v>
                </c:pt>
                <c:pt idx="24087">
                  <c:v>7.0557100395780443</c:v>
                </c:pt>
                <c:pt idx="24088">
                  <c:v>7.0554296819565119</c:v>
                </c:pt>
                <c:pt idx="24089">
                  <c:v>7.0579843579999686</c:v>
                </c:pt>
                <c:pt idx="24090">
                  <c:v>7.0588369416105587</c:v>
                </c:pt>
                <c:pt idx="24091">
                  <c:v>7.0580791245525791</c:v>
                </c:pt>
                <c:pt idx="24092">
                  <c:v>7.0583065012062631</c:v>
                </c:pt>
                <c:pt idx="24093">
                  <c:v>7.0571447042684365</c:v>
                </c:pt>
                <c:pt idx="24094">
                  <c:v>7.0567531023825669</c:v>
                </c:pt>
                <c:pt idx="24095">
                  <c:v>7.0564534287831719</c:v>
                </c:pt>
                <c:pt idx="24096">
                  <c:v>7.0563109635913523</c:v>
                </c:pt>
                <c:pt idx="24097">
                  <c:v>7.0566912124126837</c:v>
                </c:pt>
                <c:pt idx="24098">
                  <c:v>7.0552932875005911</c:v>
                </c:pt>
                <c:pt idx="24099">
                  <c:v>7.0555225563316988</c:v>
                </c:pt>
                <c:pt idx="24100">
                  <c:v>7.0554191961399582</c:v>
                </c:pt>
                <c:pt idx="24101">
                  <c:v>7.0543120358252258</c:v>
                </c:pt>
                <c:pt idx="24102">
                  <c:v>7.0534817641400842</c:v>
                </c:pt>
                <c:pt idx="24103">
                  <c:v>7.0529903498951416</c:v>
                </c:pt>
                <c:pt idx="24104">
                  <c:v>7.0533348050268847</c:v>
                </c:pt>
                <c:pt idx="24105">
                  <c:v>7.0538262981125532</c:v>
                </c:pt>
                <c:pt idx="24106">
                  <c:v>7.0540181175988268</c:v>
                </c:pt>
                <c:pt idx="24107">
                  <c:v>7.0526810577271792</c:v>
                </c:pt>
                <c:pt idx="24108">
                  <c:v>7.0513864141661013</c:v>
                </c:pt>
                <c:pt idx="24109">
                  <c:v>7.0496441129629925</c:v>
                </c:pt>
                <c:pt idx="24110">
                  <c:v>7.0497514940317574</c:v>
                </c:pt>
                <c:pt idx="24111">
                  <c:v>7.0513197937526613</c:v>
                </c:pt>
                <c:pt idx="24112">
                  <c:v>7.0506848893864618</c:v>
                </c:pt>
                <c:pt idx="24113">
                  <c:v>7.049957583689431</c:v>
                </c:pt>
                <c:pt idx="24114">
                  <c:v>7.0508058310600923</c:v>
                </c:pt>
                <c:pt idx="24115">
                  <c:v>7.0523575742285436</c:v>
                </c:pt>
                <c:pt idx="24116">
                  <c:v>7.0538607515097995</c:v>
                </c:pt>
                <c:pt idx="24117">
                  <c:v>7.0531014364780269</c:v>
                </c:pt>
                <c:pt idx="24118">
                  <c:v>7.0521985524842714</c:v>
                </c:pt>
                <c:pt idx="24119">
                  <c:v>7.0524404358315333</c:v>
                </c:pt>
                <c:pt idx="24120">
                  <c:v>7.0512697298916729</c:v>
                </c:pt>
                <c:pt idx="24121">
                  <c:v>7.0493723489805893</c:v>
                </c:pt>
                <c:pt idx="24122">
                  <c:v>7.0501514530345792</c:v>
                </c:pt>
                <c:pt idx="24123">
                  <c:v>7.0513530645390183</c:v>
                </c:pt>
                <c:pt idx="24124">
                  <c:v>7.0500853845062208</c:v>
                </c:pt>
                <c:pt idx="24125">
                  <c:v>7.049346568063199</c:v>
                </c:pt>
                <c:pt idx="24126">
                  <c:v>7.0517143915861178</c:v>
                </c:pt>
                <c:pt idx="24127">
                  <c:v>7.0541808448572194</c:v>
                </c:pt>
                <c:pt idx="24128">
                  <c:v>7.054442044182343</c:v>
                </c:pt>
                <c:pt idx="24129">
                  <c:v>7.0549374004635839</c:v>
                </c:pt>
                <c:pt idx="24130">
                  <c:v>7.0557802078241538</c:v>
                </c:pt>
                <c:pt idx="24131">
                  <c:v>7.0552999101215725</c:v>
                </c:pt>
                <c:pt idx="24132">
                  <c:v>7.055614878821804</c:v>
                </c:pt>
                <c:pt idx="24133">
                  <c:v>7.0531791734338292</c:v>
                </c:pt>
                <c:pt idx="24134">
                  <c:v>7.0499801321370565</c:v>
                </c:pt>
                <c:pt idx="24135">
                  <c:v>7.0484612655513335</c:v>
                </c:pt>
                <c:pt idx="24136">
                  <c:v>7.0489142843627306</c:v>
                </c:pt>
                <c:pt idx="24137">
                  <c:v>7.0513297276841325</c:v>
                </c:pt>
                <c:pt idx="24138">
                  <c:v>7.0517307116163925</c:v>
                </c:pt>
                <c:pt idx="24139">
                  <c:v>7.0509869282076352</c:v>
                </c:pt>
                <c:pt idx="24140">
                  <c:v>7.0504860530755771</c:v>
                </c:pt>
                <c:pt idx="24141">
                  <c:v>7.0520926693892996</c:v>
                </c:pt>
                <c:pt idx="24142">
                  <c:v>7.0534984783739887</c:v>
                </c:pt>
                <c:pt idx="24143">
                  <c:v>7.0528554534130148</c:v>
                </c:pt>
                <c:pt idx="24144">
                  <c:v>7.0509907125624816</c:v>
                </c:pt>
                <c:pt idx="24145">
                  <c:v>7.0490488654819536</c:v>
                </c:pt>
                <c:pt idx="24146">
                  <c:v>7.047501931597786</c:v>
                </c:pt>
                <c:pt idx="24147">
                  <c:v>7.0463691480471153</c:v>
                </c:pt>
                <c:pt idx="24148">
                  <c:v>7.0468499187940523</c:v>
                </c:pt>
                <c:pt idx="24149">
                  <c:v>7.0484934325675273</c:v>
                </c:pt>
                <c:pt idx="24150">
                  <c:v>7.0484843658840415</c:v>
                </c:pt>
                <c:pt idx="24151">
                  <c:v>7.0477312792696196</c:v>
                </c:pt>
                <c:pt idx="24152">
                  <c:v>7.0469405856289127</c:v>
                </c:pt>
                <c:pt idx="24153">
                  <c:v>7.0458881407780005</c:v>
                </c:pt>
                <c:pt idx="24154">
                  <c:v>7.0455248427127515</c:v>
                </c:pt>
                <c:pt idx="24155">
                  <c:v>7.047661268704962</c:v>
                </c:pt>
                <c:pt idx="24156">
                  <c:v>7.0497684447878397</c:v>
                </c:pt>
                <c:pt idx="24157">
                  <c:v>7.0483907819423202</c:v>
                </c:pt>
                <c:pt idx="24158">
                  <c:v>7.0464919818981695</c:v>
                </c:pt>
                <c:pt idx="24159">
                  <c:v>7.0456041564830727</c:v>
                </c:pt>
                <c:pt idx="24160">
                  <c:v>7.0455766410697107</c:v>
                </c:pt>
                <c:pt idx="24161">
                  <c:v>7.0447216922373421</c:v>
                </c:pt>
                <c:pt idx="24162">
                  <c:v>7.042933663413173</c:v>
                </c:pt>
                <c:pt idx="24163">
                  <c:v>7.0438962298364842</c:v>
                </c:pt>
                <c:pt idx="24164">
                  <c:v>7.0443296173071159</c:v>
                </c:pt>
                <c:pt idx="24165">
                  <c:v>7.04224293981299</c:v>
                </c:pt>
                <c:pt idx="24166">
                  <c:v>7.0416499787130036</c:v>
                </c:pt>
                <c:pt idx="24167">
                  <c:v>7.0427840237152903</c:v>
                </c:pt>
                <c:pt idx="24168">
                  <c:v>7.0441329885365587</c:v>
                </c:pt>
                <c:pt idx="24169">
                  <c:v>7.0449597123890317</c:v>
                </c:pt>
                <c:pt idx="24170">
                  <c:v>7.0444447247670254</c:v>
                </c:pt>
                <c:pt idx="24171">
                  <c:v>7.0437852220943249</c:v>
                </c:pt>
                <c:pt idx="24172">
                  <c:v>7.0431749948753524</c:v>
                </c:pt>
                <c:pt idx="24173">
                  <c:v>7.0431988047745939</c:v>
                </c:pt>
                <c:pt idx="24174">
                  <c:v>7.0435378987369717</c:v>
                </c:pt>
                <c:pt idx="24175">
                  <c:v>7.044815985745597</c:v>
                </c:pt>
                <c:pt idx="24176">
                  <c:v>7.0448684148283638</c:v>
                </c:pt>
                <c:pt idx="24177">
                  <c:v>7.0455280751825162</c:v>
                </c:pt>
                <c:pt idx="24178">
                  <c:v>7.0479051230703735</c:v>
                </c:pt>
                <c:pt idx="24179">
                  <c:v>7.0486266733944083</c:v>
                </c:pt>
                <c:pt idx="24180">
                  <c:v>7.0467482930982825</c:v>
                </c:pt>
                <c:pt idx="24181">
                  <c:v>7.0449188728929819</c:v>
                </c:pt>
                <c:pt idx="24182">
                  <c:v>7.0447515728724834</c:v>
                </c:pt>
                <c:pt idx="24183">
                  <c:v>7.0468088427758246</c:v>
                </c:pt>
                <c:pt idx="24184">
                  <c:v>7.0494137403617216</c:v>
                </c:pt>
                <c:pt idx="24185">
                  <c:v>7.0498271022879582</c:v>
                </c:pt>
                <c:pt idx="24186">
                  <c:v>7.0479455683627936</c:v>
                </c:pt>
                <c:pt idx="24187">
                  <c:v>7.0467537331083747</c:v>
                </c:pt>
                <c:pt idx="24188">
                  <c:v>7.0467197527554832</c:v>
                </c:pt>
                <c:pt idx="24189">
                  <c:v>7.0478922720320405</c:v>
                </c:pt>
                <c:pt idx="24190">
                  <c:v>7.048555953263218</c:v>
                </c:pt>
                <c:pt idx="24191">
                  <c:v>7.0492145098472063</c:v>
                </c:pt>
                <c:pt idx="24192">
                  <c:v>7.048865876156988</c:v>
                </c:pt>
                <c:pt idx="24193">
                  <c:v>7.0501352118450304</c:v>
                </c:pt>
                <c:pt idx="24194">
                  <c:v>7.0516994118481842</c:v>
                </c:pt>
                <c:pt idx="24195">
                  <c:v>7.0524619593497215</c:v>
                </c:pt>
                <c:pt idx="24196">
                  <c:v>7.0529809678487521</c:v>
                </c:pt>
                <c:pt idx="24197">
                  <c:v>7.051786530850376</c:v>
                </c:pt>
                <c:pt idx="24198">
                  <c:v>7.050755688358378</c:v>
                </c:pt>
                <c:pt idx="24199">
                  <c:v>7.0496792759267723</c:v>
                </c:pt>
                <c:pt idx="24200">
                  <c:v>7.0480529494315585</c:v>
                </c:pt>
                <c:pt idx="24201">
                  <c:v>7.0472649363755338</c:v>
                </c:pt>
                <c:pt idx="24202">
                  <c:v>7.0484955612671278</c:v>
                </c:pt>
                <c:pt idx="24203">
                  <c:v>7.0506665983380374</c:v>
                </c:pt>
                <c:pt idx="24204">
                  <c:v>7.0512696510509469</c:v>
                </c:pt>
                <c:pt idx="24205">
                  <c:v>7.050992998943534</c:v>
                </c:pt>
                <c:pt idx="24206">
                  <c:v>7.051892098582444</c:v>
                </c:pt>
                <c:pt idx="24207">
                  <c:v>7.0522282754379599</c:v>
                </c:pt>
                <c:pt idx="24208">
                  <c:v>7.0514736120090191</c:v>
                </c:pt>
                <c:pt idx="24209">
                  <c:v>7.0508347656065213</c:v>
                </c:pt>
                <c:pt idx="24210">
                  <c:v>7.0513697787729228</c:v>
                </c:pt>
                <c:pt idx="24211">
                  <c:v>7.0520693325344137</c:v>
                </c:pt>
                <c:pt idx="24212">
                  <c:v>7.0511078698812657</c:v>
                </c:pt>
                <c:pt idx="24213">
                  <c:v>7.0490652643529543</c:v>
                </c:pt>
                <c:pt idx="24214">
                  <c:v>7.0496187262492311</c:v>
                </c:pt>
                <c:pt idx="24215">
                  <c:v>7.050166196250335</c:v>
                </c:pt>
                <c:pt idx="24216">
                  <c:v>7.050232816663776</c:v>
                </c:pt>
                <c:pt idx="24217">
                  <c:v>7.050360302117662</c:v>
                </c:pt>
                <c:pt idx="24218">
                  <c:v>7.0503932575411152</c:v>
                </c:pt>
                <c:pt idx="24219">
                  <c:v>7.0513132499724058</c:v>
                </c:pt>
                <c:pt idx="24220">
                  <c:v>7.051928444157114</c:v>
                </c:pt>
                <c:pt idx="24221">
                  <c:v>7.051879168703385</c:v>
                </c:pt>
                <c:pt idx="24222">
                  <c:v>7.0505181412510449</c:v>
                </c:pt>
                <c:pt idx="24223">
                  <c:v>7.0512209274823006</c:v>
                </c:pt>
                <c:pt idx="24224">
                  <c:v>7.051986313249972</c:v>
                </c:pt>
                <c:pt idx="24225">
                  <c:v>7.0517587789148362</c:v>
                </c:pt>
                <c:pt idx="24226">
                  <c:v>7.0527519355398223</c:v>
                </c:pt>
                <c:pt idx="24227">
                  <c:v>7.053069427143285</c:v>
                </c:pt>
                <c:pt idx="24228">
                  <c:v>7.0521927182705495</c:v>
                </c:pt>
                <c:pt idx="24229">
                  <c:v>7.0529557388164434</c:v>
                </c:pt>
                <c:pt idx="24230">
                  <c:v>7.0550738737602297</c:v>
                </c:pt>
                <c:pt idx="24231">
                  <c:v>7.0557214714833094</c:v>
                </c:pt>
                <c:pt idx="24232">
                  <c:v>7.054343650956338</c:v>
                </c:pt>
                <c:pt idx="24233">
                  <c:v>7.0542993424683456</c:v>
                </c:pt>
                <c:pt idx="24234">
                  <c:v>7.0566388621706428</c:v>
                </c:pt>
                <c:pt idx="24235">
                  <c:v>7.0582398807928222</c:v>
                </c:pt>
                <c:pt idx="24236">
                  <c:v>7.0592373736577363</c:v>
                </c:pt>
                <c:pt idx="24237">
                  <c:v>7.0597437676406125</c:v>
                </c:pt>
                <c:pt idx="24238">
                  <c:v>7.0596543622573673</c:v>
                </c:pt>
                <c:pt idx="24239">
                  <c:v>7.0603298695974388</c:v>
                </c:pt>
                <c:pt idx="24240">
                  <c:v>7.0638389914694333</c:v>
                </c:pt>
                <c:pt idx="24241">
                  <c:v>7.0667246408804933</c:v>
                </c:pt>
                <c:pt idx="24242">
                  <c:v>7.065533515192608</c:v>
                </c:pt>
                <c:pt idx="24243">
                  <c:v>7.0630430943408129</c:v>
                </c:pt>
                <c:pt idx="24244">
                  <c:v>7.063683044513474</c:v>
                </c:pt>
                <c:pt idx="24245">
                  <c:v>7.0642474652706602</c:v>
                </c:pt>
                <c:pt idx="24246">
                  <c:v>7.0647007994449611</c:v>
                </c:pt>
                <c:pt idx="24247">
                  <c:v>7.0646326810577271</c:v>
                </c:pt>
                <c:pt idx="24248">
                  <c:v>7.0644612813194785</c:v>
                </c:pt>
                <c:pt idx="24249">
                  <c:v>7.0646892886989701</c:v>
                </c:pt>
                <c:pt idx="24250">
                  <c:v>7.063963796338637</c:v>
                </c:pt>
                <c:pt idx="24251">
                  <c:v>7.0628688563364292</c:v>
                </c:pt>
                <c:pt idx="24252">
                  <c:v>7.0646909443542159</c:v>
                </c:pt>
                <c:pt idx="24253">
                  <c:v>7.066798908844353</c:v>
                </c:pt>
                <c:pt idx="24254">
                  <c:v>7.0677461801668269</c:v>
                </c:pt>
                <c:pt idx="24255">
                  <c:v>7.0682878947949357</c:v>
                </c:pt>
                <c:pt idx="24256">
                  <c:v>7.0684744319525699</c:v>
                </c:pt>
                <c:pt idx="24257">
                  <c:v>7.0699965310080577</c:v>
                </c:pt>
                <c:pt idx="24258">
                  <c:v>7.0725393809426196</c:v>
                </c:pt>
                <c:pt idx="24259">
                  <c:v>7.0727134612655513</c:v>
                </c:pt>
                <c:pt idx="24260">
                  <c:v>7.0695728409467193</c:v>
                </c:pt>
                <c:pt idx="24261">
                  <c:v>7.0668760150743468</c:v>
                </c:pt>
                <c:pt idx="24262">
                  <c:v>7.0678847821630741</c:v>
                </c:pt>
                <c:pt idx="24263">
                  <c:v>7.070418880777054</c:v>
                </c:pt>
                <c:pt idx="24264">
                  <c:v>7.0704314952932084</c:v>
                </c:pt>
                <c:pt idx="24265">
                  <c:v>7.0697917816427251</c:v>
                </c:pt>
                <c:pt idx="24266">
                  <c:v>7.0712639745186774</c:v>
                </c:pt>
                <c:pt idx="24267">
                  <c:v>7.0732621927182704</c:v>
                </c:pt>
                <c:pt idx="24268">
                  <c:v>7.0749501726611896</c:v>
                </c:pt>
                <c:pt idx="24269">
                  <c:v>7.0768177517778588</c:v>
                </c:pt>
                <c:pt idx="24270">
                  <c:v>7.0776488118702598</c:v>
                </c:pt>
                <c:pt idx="24271">
                  <c:v>7.0789132594332926</c:v>
                </c:pt>
                <c:pt idx="24272">
                  <c:v>7.0793043094340815</c:v>
                </c:pt>
                <c:pt idx="24273">
                  <c:v>7.0798577713303583</c:v>
                </c:pt>
                <c:pt idx="24274">
                  <c:v>7.0803095286901403</c:v>
                </c:pt>
                <c:pt idx="24275">
                  <c:v>7.081120799760324</c:v>
                </c:pt>
                <c:pt idx="24276">
                  <c:v>7.0815717687128465</c:v>
                </c:pt>
                <c:pt idx="24277">
                  <c:v>7.0831746006717227</c:v>
                </c:pt>
                <c:pt idx="24278">
                  <c:v>7.0845298727510686</c:v>
                </c:pt>
                <c:pt idx="24279">
                  <c:v>7.0845960989608789</c:v>
                </c:pt>
                <c:pt idx="24280">
                  <c:v>7.0845834844447246</c:v>
                </c:pt>
                <c:pt idx="24281">
                  <c:v>7.0878427600561347</c:v>
                </c:pt>
                <c:pt idx="24282">
                  <c:v>7.0895457197369876</c:v>
                </c:pt>
                <c:pt idx="24283">
                  <c:v>7.0887525820337753</c:v>
                </c:pt>
                <c:pt idx="24284">
                  <c:v>7.089440861571453</c:v>
                </c:pt>
                <c:pt idx="24285">
                  <c:v>7.0932260048250528</c:v>
                </c:pt>
                <c:pt idx="24286">
                  <c:v>7.0952261940427945</c:v>
                </c:pt>
                <c:pt idx="24287">
                  <c:v>7.0966603068481051</c:v>
                </c:pt>
                <c:pt idx="24288">
                  <c:v>7.0973296646115518</c:v>
                </c:pt>
                <c:pt idx="24289">
                  <c:v>7.0978279379996527</c:v>
                </c:pt>
                <c:pt idx="24290">
                  <c:v>7.0981354168309183</c:v>
                </c:pt>
                <c:pt idx="24291">
                  <c:v>7.0953728377930902</c:v>
                </c:pt>
                <c:pt idx="24292">
                  <c:v>7.0940790614799978</c:v>
                </c:pt>
                <c:pt idx="24293">
                  <c:v>7.0968613506993172</c:v>
                </c:pt>
                <c:pt idx="24294">
                  <c:v>7.0998304924391746</c:v>
                </c:pt>
                <c:pt idx="24295">
                  <c:v>7.1011502861918352</c:v>
                </c:pt>
                <c:pt idx="24296">
                  <c:v>7.1023021491981897</c:v>
                </c:pt>
                <c:pt idx="24297">
                  <c:v>7.1027854428483579</c:v>
                </c:pt>
                <c:pt idx="24298">
                  <c:v>7.1050032324697643</c:v>
                </c:pt>
                <c:pt idx="24299">
                  <c:v>7.1108934231066403</c:v>
                </c:pt>
                <c:pt idx="24300">
                  <c:v>7.1137655907535597</c:v>
                </c:pt>
                <c:pt idx="24301">
                  <c:v>7.1129945284536182</c:v>
                </c:pt>
                <c:pt idx="24302">
                  <c:v>7.1136544253299485</c:v>
                </c:pt>
                <c:pt idx="24303">
                  <c:v>7.1158367366246704</c:v>
                </c:pt>
                <c:pt idx="24304">
                  <c:v>7.1175073716078776</c:v>
                </c:pt>
                <c:pt idx="24305">
                  <c:v>7.11841325154922</c:v>
                </c:pt>
                <c:pt idx="24306">
                  <c:v>7.1186229678802881</c:v>
                </c:pt>
                <c:pt idx="24307">
                  <c:v>7.1194232012488374</c:v>
                </c:pt>
                <c:pt idx="24308">
                  <c:v>7.1188918147558304</c:v>
                </c:pt>
                <c:pt idx="24309">
                  <c:v>7.1188192812879425</c:v>
                </c:pt>
                <c:pt idx="24310">
                  <c:v>7.1205033191945635</c:v>
                </c:pt>
                <c:pt idx="24311">
                  <c:v>7.1218349390561189</c:v>
                </c:pt>
                <c:pt idx="24312">
                  <c:v>7.1232950693009984</c:v>
                </c:pt>
                <c:pt idx="24313">
                  <c:v>7.1249341679938185</c:v>
                </c:pt>
                <c:pt idx="24314">
                  <c:v>7.1261664485406584</c:v>
                </c:pt>
                <c:pt idx="24315">
                  <c:v>7.126193254387486</c:v>
                </c:pt>
                <c:pt idx="24316">
                  <c:v>7.1248639997477099</c:v>
                </c:pt>
                <c:pt idx="24317">
                  <c:v>7.1260079786814678</c:v>
                </c:pt>
                <c:pt idx="24318">
                  <c:v>7.127032908119018</c:v>
                </c:pt>
                <c:pt idx="24319">
                  <c:v>7.1291702801999399</c:v>
                </c:pt>
                <c:pt idx="24320">
                  <c:v>7.1339898137782054</c:v>
                </c:pt>
                <c:pt idx="24321">
                  <c:v>7.1380564184235009</c:v>
                </c:pt>
                <c:pt idx="24322">
                  <c:v>7.1402071934278375</c:v>
                </c:pt>
                <c:pt idx="24323">
                  <c:v>7.141492297261073</c:v>
                </c:pt>
                <c:pt idx="24324">
                  <c:v>7.1440924644034123</c:v>
                </c:pt>
                <c:pt idx="24325">
                  <c:v>7.1470489916271145</c:v>
                </c:pt>
                <c:pt idx="24326">
                  <c:v>7.1474140241883344</c:v>
                </c:pt>
                <c:pt idx="24327">
                  <c:v>7.1474857692489628</c:v>
                </c:pt>
                <c:pt idx="24328">
                  <c:v>7.1484965073558397</c:v>
                </c:pt>
                <c:pt idx="24329">
                  <c:v>7.1489380154212459</c:v>
                </c:pt>
                <c:pt idx="24330">
                  <c:v>7.1480865355808199</c:v>
                </c:pt>
                <c:pt idx="24331">
                  <c:v>7.1469977451552378</c:v>
                </c:pt>
                <c:pt idx="24332">
                  <c:v>7.1482828489884733</c:v>
                </c:pt>
                <c:pt idx="24333">
                  <c:v>7.1515090114949782</c:v>
                </c:pt>
                <c:pt idx="24334">
                  <c:v>7.1546618521263348</c:v>
                </c:pt>
                <c:pt idx="24335">
                  <c:v>7.1568591431589903</c:v>
                </c:pt>
                <c:pt idx="24336">
                  <c:v>7.1578438638262982</c:v>
                </c:pt>
                <c:pt idx="24337">
                  <c:v>7.1578391333827405</c:v>
                </c:pt>
                <c:pt idx="24338">
                  <c:v>7.1589019063687536</c:v>
                </c:pt>
                <c:pt idx="24339">
                  <c:v>7.1610038001229919</c:v>
                </c:pt>
                <c:pt idx="24340">
                  <c:v>7.1642709598069976</c:v>
                </c:pt>
                <c:pt idx="24341">
                  <c:v>7.1670256547722291</c:v>
                </c:pt>
                <c:pt idx="24342">
                  <c:v>7.168010375439537</c:v>
                </c:pt>
                <c:pt idx="24343">
                  <c:v>7.1689738091108346</c:v>
                </c:pt>
                <c:pt idx="24344">
                  <c:v>7.1700310632460305</c:v>
                </c:pt>
                <c:pt idx="24345">
                  <c:v>7.1701942635487788</c:v>
                </c:pt>
                <c:pt idx="24346">
                  <c:v>7.1719492581087687</c:v>
                </c:pt>
                <c:pt idx="24347">
                  <c:v>7.1754040587205727</c:v>
                </c:pt>
                <c:pt idx="24348">
                  <c:v>7.1775847932007757</c:v>
                </c:pt>
                <c:pt idx="24349">
                  <c:v>7.1776376164871722</c:v>
                </c:pt>
                <c:pt idx="24350">
                  <c:v>7.1787208880619371</c:v>
                </c:pt>
                <c:pt idx="24351">
                  <c:v>7.1824934167993817</c:v>
                </c:pt>
                <c:pt idx="24352">
                  <c:v>7.1854357526924106</c:v>
                </c:pt>
                <c:pt idx="24353">
                  <c:v>7.186899036566329</c:v>
                </c:pt>
                <c:pt idx="24354">
                  <c:v>7.1886532427190586</c:v>
                </c:pt>
                <c:pt idx="24355">
                  <c:v>7.191196644538703</c:v>
                </c:pt>
                <c:pt idx="24356">
                  <c:v>7.1926425834529084</c:v>
                </c:pt>
                <c:pt idx="24357">
                  <c:v>7.1942375313391889</c:v>
                </c:pt>
                <c:pt idx="24358">
                  <c:v>7.1964450716662203</c:v>
                </c:pt>
                <c:pt idx="24359">
                  <c:v>7.1972090383008247</c:v>
                </c:pt>
                <c:pt idx="24360">
                  <c:v>7.1983419795329473</c:v>
                </c:pt>
                <c:pt idx="24361">
                  <c:v>7.199295163909869</c:v>
                </c:pt>
                <c:pt idx="24362">
                  <c:v>7.2006125924407511</c:v>
                </c:pt>
                <c:pt idx="24363">
                  <c:v>7.2025071350856997</c:v>
                </c:pt>
                <c:pt idx="24364">
                  <c:v>7.2054991406360873</c:v>
                </c:pt>
                <c:pt idx="24365">
                  <c:v>7.2101152651413614</c:v>
                </c:pt>
                <c:pt idx="24366">
                  <c:v>7.2131309229095377</c:v>
                </c:pt>
                <c:pt idx="24367">
                  <c:v>7.2137987038584654</c:v>
                </c:pt>
                <c:pt idx="24368">
                  <c:v>7.2132215897443981</c:v>
                </c:pt>
                <c:pt idx="24369">
                  <c:v>7.2142331162585345</c:v>
                </c:pt>
                <c:pt idx="24370">
                  <c:v>7.2175601948942747</c:v>
                </c:pt>
                <c:pt idx="24371">
                  <c:v>7.2204244784685976</c:v>
                </c:pt>
                <c:pt idx="24372">
                  <c:v>7.2224491083113893</c:v>
                </c:pt>
                <c:pt idx="24373">
                  <c:v>7.2232485532726782</c:v>
                </c:pt>
                <c:pt idx="24374">
                  <c:v>7.2231350226272886</c:v>
                </c:pt>
                <c:pt idx="24375">
                  <c:v>7.2244768917832198</c:v>
                </c:pt>
                <c:pt idx="24376">
                  <c:v>7.227841813967423</c:v>
                </c:pt>
                <c:pt idx="24377">
                  <c:v>7.2285923776786136</c:v>
                </c:pt>
                <c:pt idx="24378">
                  <c:v>7.2288273230419904</c:v>
                </c:pt>
                <c:pt idx="24379">
                  <c:v>7.2321851495608573</c:v>
                </c:pt>
                <c:pt idx="24380">
                  <c:v>7.2358457244674312</c:v>
                </c:pt>
                <c:pt idx="24381">
                  <c:v>7.2366278244690081</c:v>
                </c:pt>
                <c:pt idx="24382">
                  <c:v>7.2368966713445495</c:v>
                </c:pt>
                <c:pt idx="24383">
                  <c:v>7.2387849067314214</c:v>
                </c:pt>
                <c:pt idx="24384">
                  <c:v>7.2426165660133401</c:v>
                </c:pt>
                <c:pt idx="24385">
                  <c:v>7.2437416231728662</c:v>
                </c:pt>
                <c:pt idx="24386">
                  <c:v>7.2450992604739906</c:v>
                </c:pt>
                <c:pt idx="24387">
                  <c:v>7.2484610290291549</c:v>
                </c:pt>
                <c:pt idx="24388">
                  <c:v>7.2506401866948389</c:v>
                </c:pt>
                <c:pt idx="24389">
                  <c:v>7.2526261845819073</c:v>
                </c:pt>
                <c:pt idx="24390">
                  <c:v>7.2536558444630161</c:v>
                </c:pt>
                <c:pt idx="24391">
                  <c:v>7.2538939434554317</c:v>
                </c:pt>
                <c:pt idx="24392">
                  <c:v>7.2528311704694177</c:v>
                </c:pt>
                <c:pt idx="24393">
                  <c:v>7.2535777921443101</c:v>
                </c:pt>
                <c:pt idx="24394">
                  <c:v>7.2575474226966685</c:v>
                </c:pt>
                <c:pt idx="24395">
                  <c:v>7.2599804474999603</c:v>
                </c:pt>
                <c:pt idx="24396">
                  <c:v>7.2626137277472047</c:v>
                </c:pt>
                <c:pt idx="24397">
                  <c:v>7.2652643529541621</c:v>
                </c:pt>
                <c:pt idx="24398">
                  <c:v>7.2670548258408365</c:v>
                </c:pt>
                <c:pt idx="24399">
                  <c:v>7.2680135290685755</c:v>
                </c:pt>
                <c:pt idx="24400">
                  <c:v>7.2678913259433289</c:v>
                </c:pt>
                <c:pt idx="24401">
                  <c:v>7.2671305129377632</c:v>
                </c:pt>
                <c:pt idx="24402">
                  <c:v>7.2695312130434093</c:v>
                </c:pt>
                <c:pt idx="24403">
                  <c:v>7.2740338069032937</c:v>
                </c:pt>
                <c:pt idx="24404">
                  <c:v>7.2751840930951293</c:v>
                </c:pt>
                <c:pt idx="24405">
                  <c:v>7.2745825383560128</c:v>
                </c:pt>
                <c:pt idx="24406">
                  <c:v>7.2743207871458075</c:v>
                </c:pt>
                <c:pt idx="24407">
                  <c:v>7.2755309922893767</c:v>
                </c:pt>
                <c:pt idx="24408">
                  <c:v>7.2772394708210477</c:v>
                </c:pt>
                <c:pt idx="24409">
                  <c:v>7.2790181175988264</c:v>
                </c:pt>
                <c:pt idx="24410">
                  <c:v>7.2808874312114664</c:v>
                </c:pt>
                <c:pt idx="24411">
                  <c:v>7.2813809741560096</c:v>
                </c:pt>
                <c:pt idx="24412">
                  <c:v>7.2808109557072802</c:v>
                </c:pt>
                <c:pt idx="24413">
                  <c:v>7.2827740897838185</c:v>
                </c:pt>
                <c:pt idx="24414">
                  <c:v>7.2858488780964699</c:v>
                </c:pt>
                <c:pt idx="24415">
                  <c:v>7.2889197243728221</c:v>
                </c:pt>
                <c:pt idx="24416">
                  <c:v>7.2924368091581391</c:v>
                </c:pt>
                <c:pt idx="24417">
                  <c:v>7.2914662798215044</c:v>
                </c:pt>
                <c:pt idx="24418">
                  <c:v>7.2911209574417759</c:v>
                </c:pt>
                <c:pt idx="24419">
                  <c:v>7.2938630378908531</c:v>
                </c:pt>
                <c:pt idx="24420">
                  <c:v>7.2957394471688293</c:v>
                </c:pt>
                <c:pt idx="24421">
                  <c:v>7.2975173055393494</c:v>
                </c:pt>
                <c:pt idx="24422">
                  <c:v>7.2990515460666359</c:v>
                </c:pt>
                <c:pt idx="24423">
                  <c:v>7.2987377599772936</c:v>
                </c:pt>
                <c:pt idx="24424">
                  <c:v>7.2983971680411237</c:v>
                </c:pt>
                <c:pt idx="24425">
                  <c:v>7.298338825903909</c:v>
                </c:pt>
                <c:pt idx="24426">
                  <c:v>7.2982016430407288</c:v>
                </c:pt>
                <c:pt idx="24427">
                  <c:v>7.3001655655245274</c:v>
                </c:pt>
                <c:pt idx="24428">
                  <c:v>7.303655844463016</c:v>
                </c:pt>
                <c:pt idx="24429">
                  <c:v>7.3059532632176474</c:v>
                </c:pt>
                <c:pt idx="24430">
                  <c:v>7.3065839890253708</c:v>
                </c:pt>
                <c:pt idx="24431">
                  <c:v>7.3067952821709579</c:v>
                </c:pt>
                <c:pt idx="24432">
                  <c:v>7.3080527917501064</c:v>
                </c:pt>
                <c:pt idx="24433">
                  <c:v>7.3099899083870765</c:v>
                </c:pt>
                <c:pt idx="24434">
                  <c:v>7.3129180529494313</c:v>
                </c:pt>
                <c:pt idx="24435">
                  <c:v>7.3140651855122281</c:v>
                </c:pt>
                <c:pt idx="24436">
                  <c:v>7.3123259590974312</c:v>
                </c:pt>
                <c:pt idx="24437">
                  <c:v>7.3108429650420224</c:v>
                </c:pt>
                <c:pt idx="24438">
                  <c:v>7.3103541525410369</c:v>
                </c:pt>
                <c:pt idx="24439">
                  <c:v>7.3110400668569353</c:v>
                </c:pt>
                <c:pt idx="24440">
                  <c:v>7.311868682886832</c:v>
                </c:pt>
                <c:pt idx="24441">
                  <c:v>7.3139839795644841</c:v>
                </c:pt>
                <c:pt idx="24442">
                  <c:v>7.3158052003342844</c:v>
                </c:pt>
                <c:pt idx="24443">
                  <c:v>7.3151050946877119</c:v>
                </c:pt>
                <c:pt idx="24444">
                  <c:v>7.3147944622274084</c:v>
                </c:pt>
                <c:pt idx="24445">
                  <c:v>7.3183856572951322</c:v>
                </c:pt>
                <c:pt idx="24446">
                  <c:v>7.3210520506472827</c:v>
                </c:pt>
                <c:pt idx="24447">
                  <c:v>7.3212373263533008</c:v>
                </c:pt>
                <c:pt idx="24448">
                  <c:v>7.319922263044198</c:v>
                </c:pt>
                <c:pt idx="24449">
                  <c:v>7.3201966287705575</c:v>
                </c:pt>
                <c:pt idx="24450">
                  <c:v>7.3198560368343868</c:v>
                </c:pt>
                <c:pt idx="24451">
                  <c:v>7.3197503902615937</c:v>
                </c:pt>
                <c:pt idx="24452">
                  <c:v>7.3200901937905041</c:v>
                </c:pt>
                <c:pt idx="24453">
                  <c:v>7.3211387754458439</c:v>
                </c:pt>
                <c:pt idx="24454">
                  <c:v>7.323395985430234</c:v>
                </c:pt>
                <c:pt idx="24455">
                  <c:v>7.3257012882574619</c:v>
                </c:pt>
                <c:pt idx="24456">
                  <c:v>7.3276833441082321</c:v>
                </c:pt>
                <c:pt idx="24457">
                  <c:v>7.329429666188366</c:v>
                </c:pt>
                <c:pt idx="24458">
                  <c:v>7.3280956811050313</c:v>
                </c:pt>
                <c:pt idx="24459">
                  <c:v>7.3254663428940852</c:v>
                </c:pt>
                <c:pt idx="24460">
                  <c:v>7.324813541683092</c:v>
                </c:pt>
                <c:pt idx="24461">
                  <c:v>7.3252455888613826</c:v>
                </c:pt>
                <c:pt idx="24462">
                  <c:v>7.3269343572115613</c:v>
                </c:pt>
                <c:pt idx="24463">
                  <c:v>7.325981961241899</c:v>
                </c:pt>
                <c:pt idx="24464">
                  <c:v>7.3235773190999538</c:v>
                </c:pt>
                <c:pt idx="24465">
                  <c:v>7.3236963685961616</c:v>
                </c:pt>
                <c:pt idx="24466">
                  <c:v>7.3250934262602687</c:v>
                </c:pt>
                <c:pt idx="24467">
                  <c:v>7.3282013276778253</c:v>
                </c:pt>
                <c:pt idx="24468">
                  <c:v>7.3302196502625394</c:v>
                </c:pt>
                <c:pt idx="24469">
                  <c:v>7.3306871757675145</c:v>
                </c:pt>
                <c:pt idx="24470">
                  <c:v>7.3312051593371068</c:v>
                </c:pt>
                <c:pt idx="24471">
                  <c:v>7.3310419590343585</c:v>
                </c:pt>
                <c:pt idx="24472">
                  <c:v>7.3303245084280739</c:v>
                </c:pt>
                <c:pt idx="24473">
                  <c:v>7.331226446333118</c:v>
                </c:pt>
                <c:pt idx="24474">
                  <c:v>7.3302070357463851</c:v>
                </c:pt>
                <c:pt idx="24475">
                  <c:v>7.3265740550938991</c:v>
                </c:pt>
                <c:pt idx="24476">
                  <c:v>7.3240117315000237</c:v>
                </c:pt>
                <c:pt idx="24477">
                  <c:v>7.3241985840205617</c:v>
                </c:pt>
                <c:pt idx="24478">
                  <c:v>7.3271590532805622</c:v>
                </c:pt>
                <c:pt idx="24479">
                  <c:v>7.3303355461297084</c:v>
                </c:pt>
                <c:pt idx="24480">
                  <c:v>7.3316080354467905</c:v>
                </c:pt>
                <c:pt idx="24481">
                  <c:v>7.3307053091344869</c:v>
                </c:pt>
                <c:pt idx="24482">
                  <c:v>7.330217285040761</c:v>
                </c:pt>
                <c:pt idx="24483">
                  <c:v>7.3299839164919032</c:v>
                </c:pt>
                <c:pt idx="24484">
                  <c:v>7.330580740787461</c:v>
                </c:pt>
                <c:pt idx="24485">
                  <c:v>7.3318075024834828</c:v>
                </c:pt>
                <c:pt idx="24486">
                  <c:v>7.3335719579305882</c:v>
                </c:pt>
                <c:pt idx="24487">
                  <c:v>7.3340923067219599</c:v>
                </c:pt>
                <c:pt idx="24488">
                  <c:v>7.334611867106072</c:v>
                </c:pt>
                <c:pt idx="24489">
                  <c:v>7.3356643907977102</c:v>
                </c:pt>
                <c:pt idx="24490">
                  <c:v>7.3361965656979766</c:v>
                </c:pt>
                <c:pt idx="24491">
                  <c:v>7.3358023620681498</c:v>
                </c:pt>
                <c:pt idx="24492">
                  <c:v>7.3365671171100146</c:v>
                </c:pt>
                <c:pt idx="24493">
                  <c:v>7.3374414607609708</c:v>
                </c:pt>
                <c:pt idx="24494">
                  <c:v>7.3394913196360712</c:v>
                </c:pt>
                <c:pt idx="24495">
                  <c:v>7.3430091928286476</c:v>
                </c:pt>
                <c:pt idx="24496">
                  <c:v>7.3432756744824106</c:v>
                </c:pt>
                <c:pt idx="24497">
                  <c:v>7.3414110913133284</c:v>
                </c:pt>
                <c:pt idx="24498">
                  <c:v>7.3415585234708844</c:v>
                </c:pt>
                <c:pt idx="24499">
                  <c:v>7.3414938740755922</c:v>
                </c:pt>
                <c:pt idx="24500">
                  <c:v>7.3401922136899032</c:v>
                </c:pt>
                <c:pt idx="24501">
                  <c:v>7.340503634557467</c:v>
                </c:pt>
                <c:pt idx="24502">
                  <c:v>7.3421277535123544</c:v>
                </c:pt>
                <c:pt idx="24503">
                  <c:v>7.3436769737775744</c:v>
                </c:pt>
                <c:pt idx="24504">
                  <c:v>7.345526577208723</c:v>
                </c:pt>
                <c:pt idx="24505">
                  <c:v>7.3464978949526163</c:v>
                </c:pt>
                <c:pt idx="24506">
                  <c:v>7.3473556820511199</c:v>
                </c:pt>
                <c:pt idx="24507">
                  <c:v>7.3484665478799727</c:v>
                </c:pt>
                <c:pt idx="24508">
                  <c:v>7.3489127863889374</c:v>
                </c:pt>
                <c:pt idx="24509">
                  <c:v>7.3494544221763194</c:v>
                </c:pt>
                <c:pt idx="24510">
                  <c:v>7.351136094861161</c:v>
                </c:pt>
                <c:pt idx="24511">
                  <c:v>7.3542085179520331</c:v>
                </c:pt>
                <c:pt idx="24512">
                  <c:v>7.3568039546508146</c:v>
                </c:pt>
                <c:pt idx="24513">
                  <c:v>7.3554936217852696</c:v>
                </c:pt>
                <c:pt idx="24514">
                  <c:v>7.3550284615020738</c:v>
                </c:pt>
                <c:pt idx="24515">
                  <c:v>7.3563261798514636</c:v>
                </c:pt>
                <c:pt idx="24516">
                  <c:v>7.355797158580236</c:v>
                </c:pt>
                <c:pt idx="24517">
                  <c:v>7.354298396379634</c:v>
                </c:pt>
                <c:pt idx="24518">
                  <c:v>7.3550734007158738</c:v>
                </c:pt>
                <c:pt idx="24519">
                  <c:v>7.3581458238067459</c:v>
                </c:pt>
                <c:pt idx="24520">
                  <c:v>7.3613530645390179</c:v>
                </c:pt>
                <c:pt idx="24521">
                  <c:v>7.3645744966019651</c:v>
                </c:pt>
                <c:pt idx="24522">
                  <c:v>7.3653881328939281</c:v>
                </c:pt>
                <c:pt idx="24523">
                  <c:v>7.3651760513410807</c:v>
                </c:pt>
                <c:pt idx="24524">
                  <c:v>7.3645429603115788</c:v>
                </c:pt>
                <c:pt idx="24525">
                  <c:v>7.3647053722070677</c:v>
                </c:pt>
                <c:pt idx="24526">
                  <c:v>7.3647913085983694</c:v>
                </c:pt>
                <c:pt idx="24527">
                  <c:v>7.364274901843296</c:v>
                </c:pt>
                <c:pt idx="24528">
                  <c:v>7.3650719815828065</c:v>
                </c:pt>
                <c:pt idx="24529">
                  <c:v>7.3673181538655612</c:v>
                </c:pt>
                <c:pt idx="24530">
                  <c:v>7.3688484523565494</c:v>
                </c:pt>
                <c:pt idx="24531">
                  <c:v>7.3697740424793832</c:v>
                </c:pt>
                <c:pt idx="24532">
                  <c:v>7.3699648370362194</c:v>
                </c:pt>
                <c:pt idx="24533">
                  <c:v>7.3708557372396282</c:v>
                </c:pt>
                <c:pt idx="24534">
                  <c:v>7.3716922373421214</c:v>
                </c:pt>
                <c:pt idx="24535">
                  <c:v>7.3713697787729231</c:v>
                </c:pt>
                <c:pt idx="24536">
                  <c:v>7.3717371765559214</c:v>
                </c:pt>
                <c:pt idx="24537">
                  <c:v>7.3727841813967423</c:v>
                </c:pt>
                <c:pt idx="24538">
                  <c:v>7.3744966019647107</c:v>
                </c:pt>
                <c:pt idx="24539">
                  <c:v>7.375589334426591</c:v>
                </c:pt>
                <c:pt idx="24540">
                  <c:v>7.3756744824106342</c:v>
                </c:pt>
                <c:pt idx="24541">
                  <c:v>7.3757091723300583</c:v>
                </c:pt>
                <c:pt idx="24542">
                  <c:v>7.3749420520664151</c:v>
                </c:pt>
                <c:pt idx="24543">
                  <c:v>7.3748852867437202</c:v>
                </c:pt>
                <c:pt idx="24544">
                  <c:v>7.3779514025765147</c:v>
                </c:pt>
                <c:pt idx="24545">
                  <c:v>7.3801392327220547</c:v>
                </c:pt>
                <c:pt idx="24546">
                  <c:v>7.381596997745155</c:v>
                </c:pt>
                <c:pt idx="24547">
                  <c:v>7.3820061811129154</c:v>
                </c:pt>
                <c:pt idx="24548">
                  <c:v>7.38142749018433</c:v>
                </c:pt>
                <c:pt idx="24549">
                  <c:v>7.3814606032892351</c:v>
                </c:pt>
                <c:pt idx="24550">
                  <c:v>7.383047667102919</c:v>
                </c:pt>
                <c:pt idx="24551">
                  <c:v>7.383236096437976</c:v>
                </c:pt>
                <c:pt idx="24552">
                  <c:v>7.3843690376700986</c:v>
                </c:pt>
                <c:pt idx="24553">
                  <c:v>7.3844612813194779</c:v>
                </c:pt>
                <c:pt idx="24554">
                  <c:v>7.3827622636749242</c:v>
                </c:pt>
                <c:pt idx="24555">
                  <c:v>7.3844352638799098</c:v>
                </c:pt>
                <c:pt idx="24556">
                  <c:v>7.3862935397909144</c:v>
                </c:pt>
                <c:pt idx="24557">
                  <c:v>7.3863999747709679</c:v>
                </c:pt>
                <c:pt idx="24558">
                  <c:v>7.3874942840473672</c:v>
                </c:pt>
                <c:pt idx="24559">
                  <c:v>7.3888038285056528</c:v>
                </c:pt>
                <c:pt idx="24560">
                  <c:v>7.3903577792144306</c:v>
                </c:pt>
                <c:pt idx="24561">
                  <c:v>7.3920717765969188</c:v>
                </c:pt>
                <c:pt idx="24562">
                  <c:v>7.3916610164146395</c:v>
                </c:pt>
                <c:pt idx="24563">
                  <c:v>7.3912928302243808</c:v>
                </c:pt>
                <c:pt idx="24564">
                  <c:v>7.3934089153092923</c:v>
                </c:pt>
                <c:pt idx="24565">
                  <c:v>7.3953129188413564</c:v>
                </c:pt>
                <c:pt idx="24566">
                  <c:v>7.3951859852725521</c:v>
                </c:pt>
                <c:pt idx="24567">
                  <c:v>7.3967919708604679</c:v>
                </c:pt>
                <c:pt idx="24568">
                  <c:v>7.3987622006023432</c:v>
                </c:pt>
                <c:pt idx="24569">
                  <c:v>7.4006819722796005</c:v>
                </c:pt>
                <c:pt idx="24570">
                  <c:v>7.4036936880114794</c:v>
                </c:pt>
                <c:pt idx="24571">
                  <c:v>7.4057080685598953</c:v>
                </c:pt>
                <c:pt idx="24572">
                  <c:v>7.4081332092905914</c:v>
                </c:pt>
                <c:pt idx="24573">
                  <c:v>7.4101625695769409</c:v>
                </c:pt>
                <c:pt idx="24574">
                  <c:v>7.4108484838928392</c:v>
                </c:pt>
                <c:pt idx="24575">
                  <c:v>7.4121383181696334</c:v>
                </c:pt>
                <c:pt idx="24576">
                  <c:v>7.4134943786562388</c:v>
                </c:pt>
                <c:pt idx="24577">
                  <c:v>7.4155237389425883</c:v>
                </c:pt>
                <c:pt idx="24578">
                  <c:v>7.4189517337075639</c:v>
                </c:pt>
                <c:pt idx="24579">
                  <c:v>7.4225665809930774</c:v>
                </c:pt>
                <c:pt idx="24580">
                  <c:v>7.4278741386650688</c:v>
                </c:pt>
                <c:pt idx="24581">
                  <c:v>7.4319391664958454</c:v>
                </c:pt>
                <c:pt idx="24582">
                  <c:v>7.4326605591384283</c:v>
                </c:pt>
                <c:pt idx="24583">
                  <c:v>7.4329435973446447</c:v>
                </c:pt>
                <c:pt idx="24584">
                  <c:v>7.4357613648906478</c:v>
                </c:pt>
                <c:pt idx="24585">
                  <c:v>7.4409624875825857</c:v>
                </c:pt>
                <c:pt idx="24586">
                  <c:v>7.4464316687428056</c:v>
                </c:pt>
                <c:pt idx="24587">
                  <c:v>7.4515027042369004</c:v>
                </c:pt>
                <c:pt idx="24588">
                  <c:v>7.4566612529368168</c:v>
                </c:pt>
                <c:pt idx="24589">
                  <c:v>7.4610211450827038</c:v>
                </c:pt>
                <c:pt idx="24590">
                  <c:v>7.4639114460965956</c:v>
                </c:pt>
                <c:pt idx="24591">
                  <c:v>7.4662932244280107</c:v>
                </c:pt>
                <c:pt idx="24592">
                  <c:v>7.471133256595027</c:v>
                </c:pt>
                <c:pt idx="24593">
                  <c:v>7.4751959192040243</c:v>
                </c:pt>
                <c:pt idx="24594">
                  <c:v>7.477850486447279</c:v>
                </c:pt>
                <c:pt idx="24595">
                  <c:v>7.482333370125672</c:v>
                </c:pt>
                <c:pt idx="24596">
                  <c:v>7.4872577618694711</c:v>
                </c:pt>
                <c:pt idx="24597">
                  <c:v>7.491449723269052</c:v>
                </c:pt>
                <c:pt idx="24598">
                  <c:v>7.4966642488844037</c:v>
                </c:pt>
                <c:pt idx="24599">
                  <c:v>7.5006338794367622</c:v>
                </c:pt>
                <c:pt idx="24600">
                  <c:v>7.5017084785316701</c:v>
                </c:pt>
                <c:pt idx="24601">
                  <c:v>7.5044820952711335</c:v>
                </c:pt>
                <c:pt idx="24602">
                  <c:v>7.5102477175609827</c:v>
                </c:pt>
                <c:pt idx="24603">
                  <c:v>7.5151366309780983</c:v>
                </c:pt>
                <c:pt idx="24604">
                  <c:v>7.5199317239313137</c:v>
                </c:pt>
                <c:pt idx="24605">
                  <c:v>7.5242458884561412</c:v>
                </c:pt>
                <c:pt idx="24606">
                  <c:v>7.5293744776801903</c:v>
                </c:pt>
                <c:pt idx="24607">
                  <c:v>7.5353986975512068</c:v>
                </c:pt>
                <c:pt idx="24608">
                  <c:v>7.541031079014175</c:v>
                </c:pt>
                <c:pt idx="24609">
                  <c:v>7.5476450275154132</c:v>
                </c:pt>
                <c:pt idx="24610">
                  <c:v>7.5522958419401123</c:v>
                </c:pt>
                <c:pt idx="24611">
                  <c:v>7.5566912124126837</c:v>
                </c:pt>
                <c:pt idx="24612">
                  <c:v>7.5632539144420443</c:v>
                </c:pt>
                <c:pt idx="24613">
                  <c:v>7.5699735095160756</c:v>
                </c:pt>
                <c:pt idx="24614">
                  <c:v>7.57351897696274</c:v>
                </c:pt>
                <c:pt idx="24615">
                  <c:v>7.5761782746495534</c:v>
                </c:pt>
                <c:pt idx="24616">
                  <c:v>7.5825202226462096</c:v>
                </c:pt>
                <c:pt idx="24617">
                  <c:v>7.5902702660086092</c:v>
                </c:pt>
                <c:pt idx="24618">
                  <c:v>7.5970608177360095</c:v>
                </c:pt>
                <c:pt idx="24619">
                  <c:v>7.6046523912392185</c:v>
                </c:pt>
                <c:pt idx="24620">
                  <c:v>7.613779782084233</c:v>
                </c:pt>
                <c:pt idx="24621">
                  <c:v>7.6216859300840438</c:v>
                </c:pt>
                <c:pt idx="24622">
                  <c:v>7.6302803576215332</c:v>
                </c:pt>
                <c:pt idx="24623">
                  <c:v>7.6401764455447108</c:v>
                </c:pt>
                <c:pt idx="24624">
                  <c:v>7.6503792238918935</c:v>
                </c:pt>
                <c:pt idx="24625">
                  <c:v>7.6598527255238968</c:v>
                </c:pt>
                <c:pt idx="24626">
                  <c:v>7.6648677841025563</c:v>
                </c:pt>
                <c:pt idx="24627">
                  <c:v>7.6646218010375442</c:v>
                </c:pt>
                <c:pt idx="24628">
                  <c:v>7.6613443920591617</c:v>
                </c:pt>
                <c:pt idx="24629">
                  <c:v>7.6592440751194442</c:v>
                </c:pt>
                <c:pt idx="24630">
                  <c:v>7.6589547296551501</c:v>
                </c:pt>
                <c:pt idx="24631">
                  <c:v>7.6573763383213231</c:v>
                </c:pt>
                <c:pt idx="24632">
                  <c:v>7.6546847159368641</c:v>
                </c:pt>
                <c:pt idx="24633">
                  <c:v>7.6554061085794478</c:v>
                </c:pt>
                <c:pt idx="24634">
                  <c:v>7.6586015232028259</c:v>
                </c:pt>
                <c:pt idx="24635">
                  <c:v>7.6617780160519722</c:v>
                </c:pt>
                <c:pt idx="24636">
                  <c:v>7.6655150664627323</c:v>
                </c:pt>
                <c:pt idx="24637">
                  <c:v>7.6680009145524215</c:v>
                </c:pt>
                <c:pt idx="24638">
                  <c:v>7.6700523502420408</c:v>
                </c:pt>
                <c:pt idx="24639">
                  <c:v>7.6742127753512355</c:v>
                </c:pt>
                <c:pt idx="24640">
                  <c:v>7.6774570712247119</c:v>
                </c:pt>
                <c:pt idx="24641">
                  <c:v>7.6793926110471622</c:v>
                </c:pt>
                <c:pt idx="24642">
                  <c:v>7.6832368848452353</c:v>
                </c:pt>
                <c:pt idx="24643">
                  <c:v>7.6876937510840602</c:v>
                </c:pt>
                <c:pt idx="24644">
                  <c:v>7.6928365316387834</c:v>
                </c:pt>
                <c:pt idx="24645">
                  <c:v>7.697718349390561</c:v>
                </c:pt>
                <c:pt idx="24646">
                  <c:v>7.7016998060518143</c:v>
                </c:pt>
                <c:pt idx="24647">
                  <c:v>7.7058247528343244</c:v>
                </c:pt>
                <c:pt idx="24648">
                  <c:v>7.7095129219949854</c:v>
                </c:pt>
                <c:pt idx="24649">
                  <c:v>7.7129219949857299</c:v>
                </c:pt>
                <c:pt idx="24650">
                  <c:v>7.7169885996310255</c:v>
                </c:pt>
                <c:pt idx="24651">
                  <c:v>7.7196936249388983</c:v>
                </c:pt>
                <c:pt idx="24652">
                  <c:v>7.7226659203077936</c:v>
                </c:pt>
                <c:pt idx="24653">
                  <c:v>7.7264203156782667</c:v>
                </c:pt>
                <c:pt idx="24654">
                  <c:v>7.7309623299011339</c:v>
                </c:pt>
                <c:pt idx="24655">
                  <c:v>7.7360940727542218</c:v>
                </c:pt>
                <c:pt idx="24656">
                  <c:v>7.7410468471593683</c:v>
                </c:pt>
                <c:pt idx="24657">
                  <c:v>7.7436580520033429</c:v>
                </c:pt>
                <c:pt idx="24658">
                  <c:v>7.745899493842539</c:v>
                </c:pt>
                <c:pt idx="24659">
                  <c:v>7.7490988505022154</c:v>
                </c:pt>
                <c:pt idx="24660">
                  <c:v>7.7530188113972152</c:v>
                </c:pt>
                <c:pt idx="24661">
                  <c:v>7.7579676437660634</c:v>
                </c:pt>
                <c:pt idx="24662">
                  <c:v>7.7628644412557755</c:v>
                </c:pt>
                <c:pt idx="24663">
                  <c:v>7.7655481795676371</c:v>
                </c:pt>
                <c:pt idx="24664">
                  <c:v>7.76510824831675</c:v>
                </c:pt>
                <c:pt idx="24665">
                  <c:v>7.7679204970119367</c:v>
                </c:pt>
                <c:pt idx="24666">
                  <c:v>7.7718018259512132</c:v>
                </c:pt>
                <c:pt idx="24667">
                  <c:v>7.7772741607404718</c:v>
                </c:pt>
                <c:pt idx="24668">
                  <c:v>7.782807991295984</c:v>
                </c:pt>
                <c:pt idx="24669">
                  <c:v>7.7863463630773113</c:v>
                </c:pt>
                <c:pt idx="24670">
                  <c:v>7.7877292294107443</c:v>
                </c:pt>
                <c:pt idx="24671">
                  <c:v>7.7899367697377757</c:v>
                </c:pt>
                <c:pt idx="24672">
                  <c:v>7.7950377647077378</c:v>
                </c:pt>
                <c:pt idx="24673">
                  <c:v>7.7996499471767136</c:v>
                </c:pt>
                <c:pt idx="24674">
                  <c:v>7.8040177233951971</c:v>
                </c:pt>
                <c:pt idx="24675">
                  <c:v>7.8079991800564494</c:v>
                </c:pt>
                <c:pt idx="24676">
                  <c:v>7.8104117062709912</c:v>
                </c:pt>
                <c:pt idx="24677">
                  <c:v>7.8117756508301932</c:v>
                </c:pt>
                <c:pt idx="24678">
                  <c:v>7.816742616566013</c:v>
                </c:pt>
                <c:pt idx="24679">
                  <c:v>7.8213863353253759</c:v>
                </c:pt>
                <c:pt idx="24680">
                  <c:v>7.8247212980337117</c:v>
                </c:pt>
                <c:pt idx="24681">
                  <c:v>7.8282454784843658</c:v>
                </c:pt>
                <c:pt idx="24682">
                  <c:v>7.8323057758715837</c:v>
                </c:pt>
                <c:pt idx="24683">
                  <c:v>7.8333543575269236</c:v>
                </c:pt>
                <c:pt idx="24684">
                  <c:v>7.8343477506740884</c:v>
                </c:pt>
                <c:pt idx="24685">
                  <c:v>7.8374461912045286</c:v>
                </c:pt>
                <c:pt idx="24686">
                  <c:v>7.8418218514956086</c:v>
                </c:pt>
                <c:pt idx="24687">
                  <c:v>7.8472697456598182</c:v>
                </c:pt>
                <c:pt idx="24688">
                  <c:v>7.8524022769201656</c:v>
                </c:pt>
                <c:pt idx="24689">
                  <c:v>7.8573928948737759</c:v>
                </c:pt>
                <c:pt idx="24690">
                  <c:v>7.8616424100033111</c:v>
                </c:pt>
                <c:pt idx="24691">
                  <c:v>7.8649773727116479</c:v>
                </c:pt>
                <c:pt idx="24692">
                  <c:v>7.8680679291694915</c:v>
                </c:pt>
                <c:pt idx="24693">
                  <c:v>7.869936454374872</c:v>
                </c:pt>
                <c:pt idx="24694">
                  <c:v>7.8720888061937275</c:v>
                </c:pt>
                <c:pt idx="24695">
                  <c:v>7.8763935098314386</c:v>
                </c:pt>
                <c:pt idx="24696">
                  <c:v>7.8819596650845964</c:v>
                </c:pt>
                <c:pt idx="24697">
                  <c:v>7.8860514987622006</c:v>
                </c:pt>
                <c:pt idx="24698">
                  <c:v>7.8893470411075546</c:v>
                </c:pt>
                <c:pt idx="24699">
                  <c:v>7.8954729655150668</c:v>
                </c:pt>
                <c:pt idx="24700">
                  <c:v>7.900573960485028</c:v>
                </c:pt>
                <c:pt idx="24701">
                  <c:v>7.9025370945615663</c:v>
                </c:pt>
                <c:pt idx="24702">
                  <c:v>7.9061874201737652</c:v>
                </c:pt>
                <c:pt idx="24703">
                  <c:v>7.9089468455825545</c:v>
                </c:pt>
                <c:pt idx="24704">
                  <c:v>7.9123212286538731</c:v>
                </c:pt>
                <c:pt idx="24705">
                  <c:v>7.9170910925747808</c:v>
                </c:pt>
                <c:pt idx="24706">
                  <c:v>7.9203235623393615</c:v>
                </c:pt>
                <c:pt idx="24707">
                  <c:v>7.9225074504486033</c:v>
                </c:pt>
                <c:pt idx="24708">
                  <c:v>7.9257399202131857</c:v>
                </c:pt>
                <c:pt idx="24709">
                  <c:v>7.9313770321197117</c:v>
                </c:pt>
                <c:pt idx="24710">
                  <c:v>7.9357369242655986</c:v>
                </c:pt>
                <c:pt idx="24711">
                  <c:v>7.938370204512843</c:v>
                </c:pt>
                <c:pt idx="24712">
                  <c:v>7.9399233668143614</c:v>
                </c:pt>
                <c:pt idx="24713">
                  <c:v>7.9412794273009668</c:v>
                </c:pt>
                <c:pt idx="24714">
                  <c:v>7.9427774010943093</c:v>
                </c:pt>
                <c:pt idx="24715">
                  <c:v>7.9448666803323924</c:v>
                </c:pt>
                <c:pt idx="24716">
                  <c:v>7.9485721944527663</c:v>
                </c:pt>
                <c:pt idx="24717">
                  <c:v>7.9523328970813161</c:v>
                </c:pt>
                <c:pt idx="24718">
                  <c:v>7.9533499424462697</c:v>
                </c:pt>
                <c:pt idx="24719">
                  <c:v>7.954248726722275</c:v>
                </c:pt>
                <c:pt idx="24720">
                  <c:v>7.9559989908387072</c:v>
                </c:pt>
                <c:pt idx="24721">
                  <c:v>7.9565272237026754</c:v>
                </c:pt>
                <c:pt idx="24722">
                  <c:v>7.9569135432599065</c:v>
                </c:pt>
                <c:pt idx="24723">
                  <c:v>7.9593654898374302</c:v>
                </c:pt>
                <c:pt idx="24724">
                  <c:v>7.9630473517400144</c:v>
                </c:pt>
                <c:pt idx="24725">
                  <c:v>7.964505905170375</c:v>
                </c:pt>
                <c:pt idx="24726">
                  <c:v>7.9643324555732509</c:v>
                </c:pt>
                <c:pt idx="24727">
                  <c:v>7.966721329570003</c:v>
                </c:pt>
                <c:pt idx="24728">
                  <c:v>7.970639713650483</c:v>
                </c:pt>
                <c:pt idx="24729">
                  <c:v>7.9736908497453447</c:v>
                </c:pt>
                <c:pt idx="24730">
                  <c:v>7.9753228527728286</c:v>
                </c:pt>
                <c:pt idx="24731">
                  <c:v>7.9756855201122692</c:v>
                </c:pt>
                <c:pt idx="24732">
                  <c:v>7.9776801904791936</c:v>
                </c:pt>
                <c:pt idx="24733">
                  <c:v>7.9814014727447606</c:v>
                </c:pt>
                <c:pt idx="24734">
                  <c:v>7.9829861713366652</c:v>
                </c:pt>
                <c:pt idx="24735">
                  <c:v>7.9848783487598354</c:v>
                </c:pt>
                <c:pt idx="24736">
                  <c:v>7.9873775997729384</c:v>
                </c:pt>
                <c:pt idx="24737">
                  <c:v>7.9904445040129932</c:v>
                </c:pt>
                <c:pt idx="24738">
                  <c:v>7.9907835191346441</c:v>
                </c:pt>
                <c:pt idx="24739">
                  <c:v>7.9909175483687855</c:v>
                </c:pt>
                <c:pt idx="24740">
                  <c:v>7.992415522162128</c:v>
                </c:pt>
                <c:pt idx="24741">
                  <c:v>7.9933221905107299</c:v>
                </c:pt>
                <c:pt idx="24742">
                  <c:v>7.9910909979659088</c:v>
                </c:pt>
                <c:pt idx="24743">
                  <c:v>7.9892067046153361</c:v>
                </c:pt>
                <c:pt idx="24744">
                  <c:v>7.9910594616755226</c:v>
                </c:pt>
                <c:pt idx="24745">
                  <c:v>7.9942525110771214</c:v>
                </c:pt>
                <c:pt idx="24746">
                  <c:v>7.9968621391065771</c:v>
                </c:pt>
                <c:pt idx="24747">
                  <c:v>8.000480928428388</c:v>
                </c:pt>
                <c:pt idx="24748">
                  <c:v>8.0024598306501211</c:v>
                </c:pt>
                <c:pt idx="24749">
                  <c:v>8.0024677147227177</c:v>
                </c:pt>
                <c:pt idx="24750">
                  <c:v>8.0034768760150747</c:v>
                </c:pt>
                <c:pt idx="24751">
                  <c:v>8.0052192560589095</c:v>
                </c:pt>
                <c:pt idx="24752">
                  <c:v>8.0066147369084977</c:v>
                </c:pt>
                <c:pt idx="24753">
                  <c:v>8.0066383891262873</c:v>
                </c:pt>
                <c:pt idx="24754">
                  <c:v>8.0068512590863943</c:v>
                </c:pt>
                <c:pt idx="24755">
                  <c:v>8.0087040161465808</c:v>
                </c:pt>
                <c:pt idx="24756">
                  <c:v>8.009815670382693</c:v>
                </c:pt>
                <c:pt idx="24757">
                  <c:v>8.0106040776423466</c:v>
                </c:pt>
                <c:pt idx="24758">
                  <c:v>8.0126224002270607</c:v>
                </c:pt>
                <c:pt idx="24759">
                  <c:v>8.013182169381416</c:v>
                </c:pt>
                <c:pt idx="24760">
                  <c:v>8.0139863447862627</c:v>
                </c:pt>
                <c:pt idx="24761">
                  <c:v>8.0143095917627214</c:v>
                </c:pt>
                <c:pt idx="24762">
                  <c:v>8.013962692568473</c:v>
                </c:pt>
                <c:pt idx="24763">
                  <c:v>8.0115343982087381</c:v>
                </c:pt>
                <c:pt idx="24764">
                  <c:v>8.0097052933663413</c:v>
                </c:pt>
                <c:pt idx="24765">
                  <c:v>8.0106119617149432</c:v>
                </c:pt>
                <c:pt idx="24766">
                  <c:v>8.0122991532506038</c:v>
                </c:pt>
                <c:pt idx="24767">
                  <c:v>8.0122755010328142</c:v>
                </c:pt>
                <c:pt idx="24768">
                  <c:v>8.0088932338888981</c:v>
                </c:pt>
                <c:pt idx="24769">
                  <c:v>8.0057238367050889</c:v>
                </c:pt>
                <c:pt idx="24770">
                  <c:v>8.0043204717829042</c:v>
                </c:pt>
                <c:pt idx="24771">
                  <c:v>8.0032797742001609</c:v>
                </c:pt>
                <c:pt idx="24772">
                  <c:v>8.0013481764140089</c:v>
                </c:pt>
                <c:pt idx="24773">
                  <c:v>8.000070956653369</c:v>
                </c:pt>
                <c:pt idx="24774">
                  <c:v>8.0019789022217314</c:v>
                </c:pt>
                <c:pt idx="24775">
                  <c:v>8.004217978839149</c:v>
                </c:pt>
                <c:pt idx="24776">
                  <c:v>8.0038947318626903</c:v>
                </c:pt>
                <c:pt idx="24777">
                  <c:v>8.003705514120373</c:v>
                </c:pt>
                <c:pt idx="24778">
                  <c:v>8.004076065532411</c:v>
                </c:pt>
                <c:pt idx="24779">
                  <c:v>8.0022548447626107</c:v>
                </c:pt>
                <c:pt idx="24780">
                  <c:v>7.9989435342720636</c:v>
                </c:pt>
                <c:pt idx="24781">
                  <c:v>7.9958056733786407</c:v>
                </c:pt>
                <c:pt idx="24782">
                  <c:v>7.9935350604708368</c:v>
                </c:pt>
                <c:pt idx="24783">
                  <c:v>7.9932748860751506</c:v>
                </c:pt>
                <c:pt idx="24784">
                  <c:v>7.9932748860751506</c:v>
                </c:pt>
                <c:pt idx="24785">
                  <c:v>7.9930462479698514</c:v>
                </c:pt>
                <c:pt idx="24786">
                  <c:v>7.994418076601649</c:v>
                </c:pt>
                <c:pt idx="24787">
                  <c:v>7.9949068891026345</c:v>
                </c:pt>
                <c:pt idx="24788">
                  <c:v>7.9946072943439663</c:v>
                </c:pt>
                <c:pt idx="24789">
                  <c:v>7.9955060786199716</c:v>
                </c:pt>
                <c:pt idx="24790">
                  <c:v>7.9979895614878824</c:v>
                </c:pt>
                <c:pt idx="24791">
                  <c:v>7.9978239959633548</c:v>
                </c:pt>
                <c:pt idx="24792">
                  <c:v>7.9965467762027149</c:v>
                </c:pt>
                <c:pt idx="24793">
                  <c:v>7.9961289203550985</c:v>
                </c:pt>
                <c:pt idx="24794">
                  <c:v>7.9942209747867361</c:v>
                </c:pt>
                <c:pt idx="24795">
                  <c:v>7.9922499566376004</c:v>
                </c:pt>
                <c:pt idx="24796">
                  <c:v>7.990909664296189</c:v>
                </c:pt>
                <c:pt idx="24797">
                  <c:v>7.9885996310254024</c:v>
                </c:pt>
                <c:pt idx="24798">
                  <c:v>7.9875904697330453</c:v>
                </c:pt>
                <c:pt idx="24799">
                  <c:v>7.9862028729560546</c:v>
                </c:pt>
                <c:pt idx="24800">
                  <c:v>7.9859348144877718</c:v>
                </c:pt>
                <c:pt idx="24801">
                  <c:v>7.9861949888834571</c:v>
                </c:pt>
                <c:pt idx="24802">
                  <c:v>7.985895394124789</c:v>
                </c:pt>
                <c:pt idx="24803">
                  <c:v>7.9838691874674783</c:v>
                </c:pt>
                <c:pt idx="24804">
                  <c:v>7.9814014727447606</c:v>
                </c:pt>
                <c:pt idx="24805">
                  <c:v>7.9798719626610319</c:v>
                </c:pt>
                <c:pt idx="24806">
                  <c:v>7.9790835554013775</c:v>
                </c:pt>
                <c:pt idx="24807">
                  <c:v>7.9761349122502718</c:v>
                </c:pt>
                <c:pt idx="24808">
                  <c:v>7.9725397751462497</c:v>
                </c:pt>
                <c:pt idx="24809">
                  <c:v>7.9696620886485121</c:v>
                </c:pt>
                <c:pt idx="24810">
                  <c:v>7.9681325785647834</c:v>
                </c:pt>
                <c:pt idx="24811">
                  <c:v>7.9683217963071007</c:v>
                </c:pt>
                <c:pt idx="24812">
                  <c:v>7.9679354767498696</c:v>
                </c:pt>
                <c:pt idx="24813">
                  <c:v>7.9666188366262478</c:v>
                </c:pt>
                <c:pt idx="24814">
                  <c:v>7.963922483798231</c:v>
                </c:pt>
                <c:pt idx="24815">
                  <c:v>7.9597991138302397</c:v>
                </c:pt>
                <c:pt idx="24816">
                  <c:v>7.9573235150349264</c:v>
                </c:pt>
                <c:pt idx="24817">
                  <c:v>7.9563695422507452</c:v>
                </c:pt>
                <c:pt idx="24818">
                  <c:v>7.9555259464829149</c:v>
                </c:pt>
                <c:pt idx="24819">
                  <c:v>7.9546586984972958</c:v>
                </c:pt>
                <c:pt idx="24820">
                  <c:v>7.955470757974739</c:v>
                </c:pt>
                <c:pt idx="24821">
                  <c:v>7.9573708194705057</c:v>
                </c:pt>
                <c:pt idx="24822">
                  <c:v>7.9589397499172172</c:v>
                </c:pt>
                <c:pt idx="24823">
                  <c:v>7.9574102398334885</c:v>
                </c:pt>
                <c:pt idx="24824">
                  <c:v>7.9545010170453647</c:v>
                </c:pt>
                <c:pt idx="24825">
                  <c:v>7.950669357763446</c:v>
                </c:pt>
                <c:pt idx="24826">
                  <c:v>7.9480754978791843</c:v>
                </c:pt>
                <c:pt idx="24827">
                  <c:v>7.9468928869897031</c:v>
                </c:pt>
                <c:pt idx="24828">
                  <c:v>7.9464829152146832</c:v>
                </c:pt>
                <c:pt idx="24829">
                  <c:v>7.9457575805358012</c:v>
                </c:pt>
                <c:pt idx="24830">
                  <c:v>7.9439048234756147</c:v>
                </c:pt>
                <c:pt idx="24831">
                  <c:v>7.943084879925574</c:v>
                </c:pt>
                <c:pt idx="24832">
                  <c:v>7.9406487014932434</c:v>
                </c:pt>
                <c:pt idx="24833">
                  <c:v>7.9391428436273044</c:v>
                </c:pt>
                <c:pt idx="24834">
                  <c:v>7.9397656853624312</c:v>
                </c:pt>
                <c:pt idx="24835">
                  <c:v>7.9410271369778771</c:v>
                </c:pt>
                <c:pt idx="24836">
                  <c:v>7.9416499787130039</c:v>
                </c:pt>
                <c:pt idx="24837">
                  <c:v>7.9417761238745488</c:v>
                </c:pt>
                <c:pt idx="24838">
                  <c:v>7.941665746858197</c:v>
                </c:pt>
                <c:pt idx="24839">
                  <c:v>7.9409246440341219</c:v>
                </c:pt>
                <c:pt idx="24840">
                  <c:v>7.9407748466547883</c:v>
                </c:pt>
                <c:pt idx="24841">
                  <c:v>7.9417445875841626</c:v>
                </c:pt>
                <c:pt idx="24842">
                  <c:v>7.9420993708510066</c:v>
                </c:pt>
                <c:pt idx="24843">
                  <c:v>7.9426827922231507</c:v>
                </c:pt>
                <c:pt idx="24844">
                  <c:v>7.9418234283101281</c:v>
                </c:pt>
                <c:pt idx="24845">
                  <c:v>7.9399312508869579</c:v>
                </c:pt>
                <c:pt idx="24846">
                  <c:v>7.9407984988725779</c:v>
                </c:pt>
                <c:pt idx="24847">
                  <c:v>7.9456708557372391</c:v>
                </c:pt>
                <c:pt idx="24848">
                  <c:v>7.946735205537772</c:v>
                </c:pt>
                <c:pt idx="24849">
                  <c:v>7.9460492912218736</c:v>
                </c:pt>
                <c:pt idx="24850">
                  <c:v>7.9462621611819806</c:v>
                </c:pt>
                <c:pt idx="24851">
                  <c:v>7.9455131742853089</c:v>
                </c:pt>
                <c:pt idx="24852">
                  <c:v>7.945229347671833</c:v>
                </c:pt>
                <c:pt idx="24853">
                  <c:v>7.9459467982781185</c:v>
                </c:pt>
                <c:pt idx="24854">
                  <c:v>7.946680017029597</c:v>
                </c:pt>
                <c:pt idx="24855">
                  <c:v>7.9484145130008361</c:v>
                </c:pt>
                <c:pt idx="24856">
                  <c:v>7.9513473880067487</c:v>
                </c:pt>
                <c:pt idx="24857">
                  <c:v>7.9525536511140196</c:v>
                </c:pt>
                <c:pt idx="24858">
                  <c:v>7.9529478547438464</c:v>
                </c:pt>
                <c:pt idx="24859">
                  <c:v>7.9539333638184138</c:v>
                </c:pt>
                <c:pt idx="24860">
                  <c:v>7.9551948154338605</c:v>
                </c:pt>
                <c:pt idx="24861">
                  <c:v>7.9558097730963908</c:v>
                </c:pt>
                <c:pt idx="24862">
                  <c:v>7.9564247307589202</c:v>
                </c:pt>
                <c:pt idx="24863">
                  <c:v>7.9567716299531686</c:v>
                </c:pt>
                <c:pt idx="24864">
                  <c:v>7.9572131380185747</c:v>
                </c:pt>
                <c:pt idx="24865">
                  <c:v>7.9581986470931421</c:v>
                </c:pt>
                <c:pt idx="24866">
                  <c:v>7.9584903577792145</c:v>
                </c:pt>
                <c:pt idx="24867">
                  <c:v>7.9588609091912517</c:v>
                </c:pt>
                <c:pt idx="24868">
                  <c:v>7.9606505936706666</c:v>
                </c:pt>
                <c:pt idx="24869">
                  <c:v>7.9628896702880843</c:v>
                </c:pt>
                <c:pt idx="24870">
                  <c:v>7.9652154717040631</c:v>
                </c:pt>
                <c:pt idx="24871">
                  <c:v>7.9668238225137573</c:v>
                </c:pt>
                <c:pt idx="24872">
                  <c:v>7.9676989545719739</c:v>
                </c:pt>
                <c:pt idx="24873">
                  <c:v>7.9693151894542646</c:v>
                </c:pt>
                <c:pt idx="24874">
                  <c:v>7.9706081773600967</c:v>
                </c:pt>
                <c:pt idx="24875">
                  <c:v>7.9703795392547976</c:v>
                </c:pt>
                <c:pt idx="24876">
                  <c:v>7.968495245904224</c:v>
                </c:pt>
                <c:pt idx="24877">
                  <c:v>7.9685346662672067</c:v>
                </c:pt>
                <c:pt idx="24878">
                  <c:v>7.9711364102240649</c:v>
                </c:pt>
                <c:pt idx="24879">
                  <c:v>7.9734149072044653</c:v>
                </c:pt>
                <c:pt idx="24880">
                  <c:v>7.9740140967218025</c:v>
                </c:pt>
                <c:pt idx="24881">
                  <c:v>7.9742111985367163</c:v>
                </c:pt>
                <c:pt idx="24882">
                  <c:v>7.9761033759598856</c:v>
                </c:pt>
                <c:pt idx="24883">
                  <c:v>7.9794383386682224</c:v>
                </c:pt>
                <c:pt idx="24884">
                  <c:v>7.9821268074236427</c:v>
                </c:pt>
                <c:pt idx="24885">
                  <c:v>7.9816852993582366</c:v>
                </c:pt>
                <c:pt idx="24886">
                  <c:v>7.982245068512591</c:v>
                </c:pt>
                <c:pt idx="24887">
                  <c:v>7.9831359687159997</c:v>
                </c:pt>
                <c:pt idx="24888">
                  <c:v>7.9832463457323515</c:v>
                </c:pt>
                <c:pt idx="24889">
                  <c:v>7.9832857660953342</c:v>
                </c:pt>
                <c:pt idx="24890">
                  <c:v>7.9830886642804204</c:v>
                </c:pt>
                <c:pt idx="24891">
                  <c:v>7.9833803749664929</c:v>
                </c:pt>
                <c:pt idx="24892">
                  <c:v>7.984050521137199</c:v>
                </c:pt>
                <c:pt idx="24893">
                  <c:v>7.9845708699285698</c:v>
                </c:pt>
                <c:pt idx="24894">
                  <c:v>7.9855563790031381</c:v>
                </c:pt>
                <c:pt idx="24895">
                  <c:v>7.9880792822340307</c:v>
                </c:pt>
                <c:pt idx="24896">
                  <c:v>7.9904760403033794</c:v>
                </c:pt>
                <c:pt idx="24897">
                  <c:v>7.992486478815497</c:v>
                </c:pt>
                <c:pt idx="24898">
                  <c:v>7.9936139011968024</c:v>
                </c:pt>
                <c:pt idx="24899">
                  <c:v>7.9925258991784798</c:v>
                </c:pt>
                <c:pt idx="24900">
                  <c:v>7.9906889102634855</c:v>
                </c:pt>
                <c:pt idx="24901">
                  <c:v>7.989545719736987</c:v>
                </c:pt>
                <c:pt idx="24902">
                  <c:v>7.9895930241725663</c:v>
                </c:pt>
                <c:pt idx="24903">
                  <c:v>7.9915088538135262</c:v>
                </c:pt>
                <c:pt idx="24904">
                  <c:v>7.9938267711569084</c:v>
                </c:pt>
                <c:pt idx="24905">
                  <c:v>7.9939213800280671</c:v>
                </c:pt>
                <c:pt idx="24906">
                  <c:v>7.9946624828521422</c:v>
                </c:pt>
                <c:pt idx="24907">
                  <c:v>7.9950488024093724</c:v>
                </c:pt>
                <c:pt idx="24908">
                  <c:v>7.9942446270045249</c:v>
                </c:pt>
                <c:pt idx="24909">
                  <c:v>7.9943865403112628</c:v>
                </c:pt>
                <c:pt idx="24910">
                  <c:v>7.9935587126886265</c:v>
                </c:pt>
                <c:pt idx="24911">
                  <c:v>7.9949857298286</c:v>
                </c:pt>
                <c:pt idx="24912">
                  <c:v>7.9967596461628219</c:v>
                </c:pt>
                <c:pt idx="24913">
                  <c:v>7.9961919929358709</c:v>
                </c:pt>
                <c:pt idx="24914">
                  <c:v>7.9941736703511568</c:v>
                </c:pt>
                <c:pt idx="24915">
                  <c:v>7.9938583074472946</c:v>
                </c:pt>
                <c:pt idx="24916">
                  <c:v>7.9949305413204241</c:v>
                </c:pt>
                <c:pt idx="24917">
                  <c:v>7.9957504848704648</c:v>
                </c:pt>
                <c:pt idx="24918">
                  <c:v>7.9967911824532081</c:v>
                </c:pt>
                <c:pt idx="24919">
                  <c:v>7.997500748986897</c:v>
                </c:pt>
                <c:pt idx="24920">
                  <c:v>7.9964127469685735</c:v>
                </c:pt>
                <c:pt idx="24921">
                  <c:v>7.9966965735820494</c:v>
                </c:pt>
                <c:pt idx="24922">
                  <c:v>7.9970277046311038</c:v>
                </c:pt>
                <c:pt idx="24923">
                  <c:v>7.9984468376984816</c:v>
                </c:pt>
                <c:pt idx="24924">
                  <c:v>7.9995979122975758</c:v>
                </c:pt>
                <c:pt idx="24925">
                  <c:v>8.0003232469764587</c:v>
                </c:pt>
                <c:pt idx="24926">
                  <c:v>8</c:v>
                </c:pt>
                <c:pt idx="24927">
                  <c:v>7.9985335624970437</c:v>
                </c:pt>
                <c:pt idx="24928">
                  <c:v>7.996562544347908</c:v>
                </c:pt>
                <c:pt idx="24929">
                  <c:v>7.9976505463662306</c:v>
                </c:pt>
                <c:pt idx="24930">
                  <c:v>8.0001734495971242</c:v>
                </c:pt>
                <c:pt idx="24931">
                  <c:v>8.0004493921380018</c:v>
                </c:pt>
                <c:pt idx="24932">
                  <c:v>8.0004099717750208</c:v>
                </c:pt>
                <c:pt idx="24933">
                  <c:v>8.0020971633106797</c:v>
                </c:pt>
                <c:pt idx="24934">
                  <c:v>8.0026727006102263</c:v>
                </c:pt>
                <c:pt idx="24935">
                  <c:v>8.0013008719784295</c:v>
                </c:pt>
                <c:pt idx="24936">
                  <c:v>7.9989750705624498</c:v>
                </c:pt>
                <c:pt idx="24937">
                  <c:v>7.9974849808417039</c:v>
                </c:pt>
                <c:pt idx="24938">
                  <c:v>7.9948911209574423</c:v>
                </c:pt>
                <c:pt idx="24939">
                  <c:v>7.9917847963544046</c:v>
                </c:pt>
                <c:pt idx="24940">
                  <c:v>7.9895851400999698</c:v>
                </c:pt>
                <c:pt idx="24941">
                  <c:v>7.9880162096532583</c:v>
                </c:pt>
                <c:pt idx="24942">
                  <c:v>7.9867311058200219</c:v>
                </c:pt>
                <c:pt idx="24943">
                  <c:v>7.9852567842444691</c:v>
                </c:pt>
                <c:pt idx="24944">
                  <c:v>7.9852883205348553</c:v>
                </c:pt>
                <c:pt idx="24945">
                  <c:v>7.9855563790031381</c:v>
                </c:pt>
                <c:pt idx="24946">
                  <c:v>7.9832226935145618</c:v>
                </c:pt>
                <c:pt idx="24947">
                  <c:v>7.9800532963307527</c:v>
                </c:pt>
                <c:pt idx="24948">
                  <c:v>7.9794383386682224</c:v>
                </c:pt>
                <c:pt idx="24949">
                  <c:v>7.9796354404831362</c:v>
                </c:pt>
                <c:pt idx="24950">
                  <c:v>7.9779797852378627</c:v>
                </c:pt>
                <c:pt idx="24951">
                  <c:v>7.9752440120468631</c:v>
                </c:pt>
                <c:pt idx="24952">
                  <c:v>7.9717750201043849</c:v>
                </c:pt>
                <c:pt idx="24953">
                  <c:v>7.9677068386445704</c:v>
                </c:pt>
                <c:pt idx="24954">
                  <c:v>7.9659881108185244</c:v>
                </c:pt>
                <c:pt idx="24955">
                  <c:v>7.965570254970908</c:v>
                </c:pt>
                <c:pt idx="24956">
                  <c:v>7.9638199908544758</c:v>
                </c:pt>
                <c:pt idx="24957">
                  <c:v>7.9619593497216918</c:v>
                </c:pt>
                <c:pt idx="24958">
                  <c:v>7.9588451410460586</c:v>
                </c:pt>
                <c:pt idx="24959">
                  <c:v>7.9548006118040337</c:v>
                </c:pt>
                <c:pt idx="24960">
                  <c:v>7.9520806067582273</c:v>
                </c:pt>
                <c:pt idx="24961">
                  <c:v>7.9493842539302104</c:v>
                </c:pt>
                <c:pt idx="24962">
                  <c:v>7.9481779908229395</c:v>
                </c:pt>
                <c:pt idx="24963">
                  <c:v>7.946309465617559</c:v>
                </c:pt>
                <c:pt idx="24964">
                  <c:v>7.9432740976678913</c:v>
                </c:pt>
                <c:pt idx="24965">
                  <c:v>7.9407669625821917</c:v>
                </c:pt>
                <c:pt idx="24966">
                  <c:v>7.9387328718522845</c:v>
                </c:pt>
                <c:pt idx="24967">
                  <c:v>7.9391743799176906</c:v>
                </c:pt>
                <c:pt idx="24968">
                  <c:v>7.939079771046532</c:v>
                </c:pt>
                <c:pt idx="24969">
                  <c:v>7.9359497942257056</c:v>
                </c:pt>
                <c:pt idx="24970">
                  <c:v>7.9333874706318293</c:v>
                </c:pt>
                <c:pt idx="24971">
                  <c:v>7.930005203487914</c:v>
                </c:pt>
                <c:pt idx="24972">
                  <c:v>7.9256058909790443</c:v>
                </c:pt>
                <c:pt idx="24973">
                  <c:v>7.9230041470221853</c:v>
                </c:pt>
                <c:pt idx="24974">
                  <c:v>7.9213327236317195</c:v>
                </c:pt>
                <c:pt idx="24975">
                  <c:v>7.9193538214099872</c:v>
                </c:pt>
                <c:pt idx="24976">
                  <c:v>7.917106860719973</c:v>
                </c:pt>
                <c:pt idx="24977">
                  <c:v>7.9155852347088409</c:v>
                </c:pt>
                <c:pt idx="24978">
                  <c:v>7.912959838534193</c:v>
                </c:pt>
                <c:pt idx="24979">
                  <c:v>7.9085920623157095</c:v>
                </c:pt>
                <c:pt idx="24980">
                  <c:v>7.9043819675491571</c:v>
                </c:pt>
                <c:pt idx="24981">
                  <c:v>7.9008656711711005</c:v>
                </c:pt>
                <c:pt idx="24982">
                  <c:v>7.8976253173339224</c:v>
                </c:pt>
                <c:pt idx="24983">
                  <c:v>7.8952679796275564</c:v>
                </c:pt>
                <c:pt idx="24984">
                  <c:v>7.8923508727668361</c:v>
                </c:pt>
                <c:pt idx="24985">
                  <c:v>7.8891893596556235</c:v>
                </c:pt>
                <c:pt idx="24986">
                  <c:v>7.8851369463410022</c:v>
                </c:pt>
                <c:pt idx="24987">
                  <c:v>7.8813368233494696</c:v>
                </c:pt>
                <c:pt idx="24988">
                  <c:v>7.8797994291931444</c:v>
                </c:pt>
                <c:pt idx="24989">
                  <c:v>7.8772134533814784</c:v>
                </c:pt>
                <c:pt idx="24990">
                  <c:v>7.8730743152682949</c:v>
                </c:pt>
                <c:pt idx="24991">
                  <c:v>7.8675396963055233</c:v>
                </c:pt>
                <c:pt idx="24992">
                  <c:v>7.8616581781485042</c:v>
                </c:pt>
                <c:pt idx="24993">
                  <c:v>7.8576688374146544</c:v>
                </c:pt>
                <c:pt idx="24994">
                  <c:v>7.854184077326984</c:v>
                </c:pt>
                <c:pt idx="24995">
                  <c:v>7.850320881754679</c:v>
                </c:pt>
                <c:pt idx="24996">
                  <c:v>7.8455746700515618</c:v>
                </c:pt>
                <c:pt idx="24997">
                  <c:v>7.8411990097604818</c:v>
                </c:pt>
                <c:pt idx="24998">
                  <c:v>7.836358189186206</c:v>
                </c:pt>
                <c:pt idx="24999">
                  <c:v>7.8327709361547804</c:v>
                </c:pt>
                <c:pt idx="25000">
                  <c:v>7.82962519118876</c:v>
                </c:pt>
                <c:pt idx="25001">
                  <c:v>7.8257541115438585</c:v>
                </c:pt>
                <c:pt idx="25002">
                  <c:v>7.8219934089153096</c:v>
                </c:pt>
                <c:pt idx="25003">
                  <c:v>7.8169239502357337</c:v>
                </c:pt>
                <c:pt idx="25004">
                  <c:v>7.8119096800643337</c:v>
                </c:pt>
                <c:pt idx="25005">
                  <c:v>7.8075419038458502</c:v>
                </c:pt>
                <c:pt idx="25006">
                  <c:v>7.803434302023053</c:v>
                </c:pt>
                <c:pt idx="25007">
                  <c:v>7.8003516296378059</c:v>
                </c:pt>
                <c:pt idx="25008">
                  <c:v>7.7967801447515725</c:v>
                </c:pt>
                <c:pt idx="25009">
                  <c:v>7.7918841356691209</c:v>
                </c:pt>
                <c:pt idx="25010">
                  <c:v>7.7865316387833303</c:v>
                </c:pt>
                <c:pt idx="25011">
                  <c:v>7.7819541462337787</c:v>
                </c:pt>
                <c:pt idx="25012">
                  <c:v>7.7784749049969255</c:v>
                </c:pt>
                <c:pt idx="25013">
                  <c:v>7.774461912045286</c:v>
                </c:pt>
                <c:pt idx="25014">
                  <c:v>7.7681223292704082</c:v>
                </c:pt>
                <c:pt idx="25015">
                  <c:v>7.7632925463977669</c:v>
                </c:pt>
                <c:pt idx="25016">
                  <c:v>7.7590501269335688</c:v>
                </c:pt>
                <c:pt idx="25017">
                  <c:v>7.7522004446616943</c:v>
                </c:pt>
                <c:pt idx="25018">
                  <c:v>7.7444638042227094</c:v>
                </c:pt>
                <c:pt idx="25019">
                  <c:v>7.7402891877828406</c:v>
                </c:pt>
                <c:pt idx="25020">
                  <c:v>7.7360144436209968</c:v>
                </c:pt>
                <c:pt idx="25021">
                  <c:v>7.7289463725381982</c:v>
                </c:pt>
                <c:pt idx="25022">
                  <c:v>7.7222299310932057</c:v>
                </c:pt>
                <c:pt idx="25023">
                  <c:v>7.7175357542692256</c:v>
                </c:pt>
                <c:pt idx="25024">
                  <c:v>7.7145800154527819</c:v>
                </c:pt>
                <c:pt idx="25025">
                  <c:v>7.7103927844967597</c:v>
                </c:pt>
                <c:pt idx="25026">
                  <c:v>7.7052184676516502</c:v>
                </c:pt>
                <c:pt idx="25027">
                  <c:v>7.698753528122487</c:v>
                </c:pt>
                <c:pt idx="25028">
                  <c:v>7.6925298412147782</c:v>
                </c:pt>
                <c:pt idx="25029">
                  <c:v>7.687475362273136</c:v>
                </c:pt>
                <c:pt idx="25030">
                  <c:v>7.6827401882716533</c:v>
                </c:pt>
                <c:pt idx="25031">
                  <c:v>7.6783700468313913</c:v>
                </c:pt>
                <c:pt idx="25032">
                  <c:v>7.6739589082136268</c:v>
                </c:pt>
                <c:pt idx="25033">
                  <c:v>7.6675452151563412</c:v>
                </c:pt>
                <c:pt idx="25034">
                  <c:v>7.6616692158501394</c:v>
                </c:pt>
                <c:pt idx="25035">
                  <c:v>7.6563876756177169</c:v>
                </c:pt>
                <c:pt idx="25036">
                  <c:v>7.6480707674356267</c:v>
                </c:pt>
                <c:pt idx="25037">
                  <c:v>7.6408694555259462</c:v>
                </c:pt>
                <c:pt idx="25038">
                  <c:v>7.637338179409956</c:v>
                </c:pt>
                <c:pt idx="25039">
                  <c:v>7.633288131317113</c:v>
                </c:pt>
                <c:pt idx="25040">
                  <c:v>7.6274996452167327</c:v>
                </c:pt>
                <c:pt idx="25041">
                  <c:v>7.6222598905690724</c:v>
                </c:pt>
                <c:pt idx="25042">
                  <c:v>7.6176390356202397</c:v>
                </c:pt>
                <c:pt idx="25043">
                  <c:v>7.6109383623204403</c:v>
                </c:pt>
                <c:pt idx="25044">
                  <c:v>7.6014916665352654</c:v>
                </c:pt>
                <c:pt idx="25045">
                  <c:v>7.5936525331525253</c:v>
                </c:pt>
                <c:pt idx="25046">
                  <c:v>7.5871245210425897</c:v>
                </c:pt>
                <c:pt idx="25047">
                  <c:v>7.5823475614563458</c:v>
                </c:pt>
                <c:pt idx="25048">
                  <c:v>7.5797607972374212</c:v>
                </c:pt>
                <c:pt idx="25049">
                  <c:v>7.5753654267648498</c:v>
                </c:pt>
                <c:pt idx="25050">
                  <c:v>7.5688366262476547</c:v>
                </c:pt>
                <c:pt idx="25051">
                  <c:v>7.5627595830902408</c:v>
                </c:pt>
                <c:pt idx="25052">
                  <c:v>7.5580094293508253</c:v>
                </c:pt>
                <c:pt idx="25053">
                  <c:v>7.5521357952664028</c:v>
                </c:pt>
                <c:pt idx="25054">
                  <c:v>7.545195446159668</c:v>
                </c:pt>
                <c:pt idx="25055">
                  <c:v>7.5382574622747125</c:v>
                </c:pt>
                <c:pt idx="25056">
                  <c:v>7.5335356911966445</c:v>
                </c:pt>
                <c:pt idx="25057">
                  <c:v>7.5270770589255589</c:v>
                </c:pt>
                <c:pt idx="25058">
                  <c:v>7.5208171052839052</c:v>
                </c:pt>
                <c:pt idx="25059">
                  <c:v>7.5148409782557275</c:v>
                </c:pt>
                <c:pt idx="25060">
                  <c:v>7.506211860798814</c:v>
                </c:pt>
                <c:pt idx="25061">
                  <c:v>7.4988733660259541</c:v>
                </c:pt>
                <c:pt idx="25062">
                  <c:v>7.4952837477727492</c:v>
                </c:pt>
                <c:pt idx="25063">
                  <c:v>7.491148551695864</c:v>
                </c:pt>
                <c:pt idx="25064">
                  <c:v>7.4869045554171461</c:v>
                </c:pt>
                <c:pt idx="25065">
                  <c:v>7.483050032324698</c:v>
                </c:pt>
                <c:pt idx="25066">
                  <c:v>7.4780909506614739</c:v>
                </c:pt>
                <c:pt idx="25067">
                  <c:v>7.4728740598243428</c:v>
                </c:pt>
                <c:pt idx="25068">
                  <c:v>7.4674127627367195</c:v>
                </c:pt>
                <c:pt idx="25069">
                  <c:v>7.4617654015358177</c:v>
                </c:pt>
                <c:pt idx="25070">
                  <c:v>7.4556063640233994</c:v>
                </c:pt>
                <c:pt idx="25071">
                  <c:v>7.4492975291316483</c:v>
                </c:pt>
                <c:pt idx="25072">
                  <c:v>7.4441042905123069</c:v>
                </c:pt>
                <c:pt idx="25073">
                  <c:v>7.4399115407054666</c:v>
                </c:pt>
                <c:pt idx="25074">
                  <c:v>7.4336642015799681</c:v>
                </c:pt>
                <c:pt idx="25075">
                  <c:v>7.4275185669909645</c:v>
                </c:pt>
                <c:pt idx="25076">
                  <c:v>7.4227739321023671</c:v>
                </c:pt>
                <c:pt idx="25077">
                  <c:v>7.4191669688894493</c:v>
                </c:pt>
                <c:pt idx="25078">
                  <c:v>7.4151121903530486</c:v>
                </c:pt>
                <c:pt idx="25079">
                  <c:v>7.4106726690739366</c:v>
                </c:pt>
                <c:pt idx="25080">
                  <c:v>7.4068181459814886</c:v>
                </c:pt>
                <c:pt idx="25081">
                  <c:v>7.4023604913354042</c:v>
                </c:pt>
                <c:pt idx="25082">
                  <c:v>7.3978539554392215</c:v>
                </c:pt>
                <c:pt idx="25083">
                  <c:v>7.3927963228685414</c:v>
                </c:pt>
                <c:pt idx="25084">
                  <c:v>7.3872869329380784</c:v>
                </c:pt>
                <c:pt idx="25085">
                  <c:v>7.3845716583358296</c:v>
                </c:pt>
                <c:pt idx="25086">
                  <c:v>7.3808519528847825</c:v>
                </c:pt>
                <c:pt idx="25087">
                  <c:v>7.3747055298885194</c:v>
                </c:pt>
                <c:pt idx="25088">
                  <c:v>7.3701611504438729</c:v>
                </c:pt>
                <c:pt idx="25089">
                  <c:v>7.3654314952932083</c:v>
                </c:pt>
                <c:pt idx="25090">
                  <c:v>7.3596800643340323</c:v>
                </c:pt>
                <c:pt idx="25091">
                  <c:v>7.3536794966808054</c:v>
                </c:pt>
                <c:pt idx="25092">
                  <c:v>7.347849224995664</c:v>
                </c:pt>
                <c:pt idx="25093">
                  <c:v>7.3432401961557261</c:v>
                </c:pt>
                <c:pt idx="25094">
                  <c:v>7.3399162711490247</c:v>
                </c:pt>
                <c:pt idx="25095">
                  <c:v>7.3362194295085068</c:v>
                </c:pt>
                <c:pt idx="25096">
                  <c:v>7.3327094403885269</c:v>
                </c:pt>
                <c:pt idx="25097">
                  <c:v>7.3290015610463737</c:v>
                </c:pt>
                <c:pt idx="25098">
                  <c:v>7.3252384931960455</c:v>
                </c:pt>
                <c:pt idx="25099">
                  <c:v>7.3207429950014982</c:v>
                </c:pt>
                <c:pt idx="25100">
                  <c:v>7.317246408804932</c:v>
                </c:pt>
                <c:pt idx="25101">
                  <c:v>7.3135140888377297</c:v>
                </c:pt>
                <c:pt idx="25102">
                  <c:v>7.310610384900424</c:v>
                </c:pt>
                <c:pt idx="25103">
                  <c:v>7.3086945552594651</c:v>
                </c:pt>
                <c:pt idx="25104">
                  <c:v>7.3064830728961354</c:v>
                </c:pt>
                <c:pt idx="25105">
                  <c:v>7.3046374115012851</c:v>
                </c:pt>
                <c:pt idx="25106">
                  <c:v>7.3028824169412951</c:v>
                </c:pt>
                <c:pt idx="25107">
                  <c:v>7.3005960358882982</c:v>
                </c:pt>
                <c:pt idx="25108">
                  <c:v>7.2966847474731544</c:v>
                </c:pt>
                <c:pt idx="25109">
                  <c:v>7.2923737365773666</c:v>
                </c:pt>
                <c:pt idx="25110">
                  <c:v>7.2880043835443633</c:v>
                </c:pt>
                <c:pt idx="25111">
                  <c:v>7.2853616424100034</c:v>
                </c:pt>
                <c:pt idx="25112">
                  <c:v>7.281708951576026</c:v>
                </c:pt>
                <c:pt idx="25113">
                  <c:v>7.2779695359434866</c:v>
                </c:pt>
                <c:pt idx="25114">
                  <c:v>7.2752266670871508</c:v>
                </c:pt>
                <c:pt idx="25115">
                  <c:v>7.2725602737350004</c:v>
                </c:pt>
                <c:pt idx="25116">
                  <c:v>7.2704331509484543</c:v>
                </c:pt>
                <c:pt idx="25117">
                  <c:v>7.2669302574938106</c:v>
                </c:pt>
                <c:pt idx="25118">
                  <c:v>7.2639524432740981</c:v>
                </c:pt>
                <c:pt idx="25119">
                  <c:v>7.2623937621217616</c:v>
                </c:pt>
                <c:pt idx="25120">
                  <c:v>7.261383812422145</c:v>
                </c:pt>
                <c:pt idx="25121">
                  <c:v>7.2585518535454678</c:v>
                </c:pt>
                <c:pt idx="25122">
                  <c:v>7.2553540737003104</c:v>
                </c:pt>
                <c:pt idx="25123">
                  <c:v>7.2532009334741954</c:v>
                </c:pt>
                <c:pt idx="25124">
                  <c:v>7.2501458553430362</c:v>
                </c:pt>
                <c:pt idx="25125">
                  <c:v>7.2460540216654312</c:v>
                </c:pt>
                <c:pt idx="25126">
                  <c:v>7.2433127296236144</c:v>
                </c:pt>
                <c:pt idx="25127">
                  <c:v>7.2415561582491055</c:v>
                </c:pt>
                <c:pt idx="25128">
                  <c:v>7.2403041675207742</c:v>
                </c:pt>
                <c:pt idx="25129">
                  <c:v>7.2397578012898345</c:v>
                </c:pt>
                <c:pt idx="25130">
                  <c:v>7.2361035336413373</c:v>
                </c:pt>
                <c:pt idx="25131">
                  <c:v>7.2310892634699382</c:v>
                </c:pt>
                <c:pt idx="25132">
                  <c:v>7.2289976190100758</c:v>
                </c:pt>
                <c:pt idx="25133">
                  <c:v>7.2302401488512906</c:v>
                </c:pt>
                <c:pt idx="25134">
                  <c:v>7.2295234866522655</c:v>
                </c:pt>
                <c:pt idx="25135">
                  <c:v>7.2275162017691859</c:v>
                </c:pt>
                <c:pt idx="25136">
                  <c:v>7.224323152367587</c:v>
                </c:pt>
                <c:pt idx="25137">
                  <c:v>7.2232895504501808</c:v>
                </c:pt>
                <c:pt idx="25138">
                  <c:v>7.2228575032718902</c:v>
                </c:pt>
                <c:pt idx="25139">
                  <c:v>7.2197196423784673</c:v>
                </c:pt>
                <c:pt idx="25140">
                  <c:v>7.2175948848136997</c:v>
                </c:pt>
                <c:pt idx="25141">
                  <c:v>7.2163034737223857</c:v>
                </c:pt>
                <c:pt idx="25142">
                  <c:v>7.2154322837004683</c:v>
                </c:pt>
                <c:pt idx="25143">
                  <c:v>7.2149631813809743</c:v>
                </c:pt>
                <c:pt idx="25144">
                  <c:v>7.2136969993219697</c:v>
                </c:pt>
                <c:pt idx="25145">
                  <c:v>7.2106986865135054</c:v>
                </c:pt>
                <c:pt idx="25146">
                  <c:v>7.2072943439663195</c:v>
                </c:pt>
                <c:pt idx="25147">
                  <c:v>7.2070499377158264</c:v>
                </c:pt>
                <c:pt idx="25148">
                  <c:v>7.2080370236049136</c:v>
                </c:pt>
                <c:pt idx="25149">
                  <c:v>7.2076302054589316</c:v>
                </c:pt>
                <c:pt idx="25150">
                  <c:v>7.2038915782336526</c:v>
                </c:pt>
                <c:pt idx="25151">
                  <c:v>7.1997130197574863</c:v>
                </c:pt>
                <c:pt idx="25152">
                  <c:v>7.1964545325533358</c:v>
                </c:pt>
                <c:pt idx="25153">
                  <c:v>7.1937029912171431</c:v>
                </c:pt>
                <c:pt idx="25154">
                  <c:v>7.1925251107712196</c:v>
                </c:pt>
                <c:pt idx="25155">
                  <c:v>7.1908063829451745</c:v>
                </c:pt>
                <c:pt idx="25156">
                  <c:v>7.1900550308267235</c:v>
                </c:pt>
                <c:pt idx="25157">
                  <c:v>7.1890695217521561</c:v>
                </c:pt>
                <c:pt idx="25158">
                  <c:v>7.1875132058215989</c:v>
                </c:pt>
                <c:pt idx="25159">
                  <c:v>7.1856888314227598</c:v>
                </c:pt>
                <c:pt idx="25160">
                  <c:v>7.1828805247638723</c:v>
                </c:pt>
                <c:pt idx="25161">
                  <c:v>7.1827118056103059</c:v>
                </c:pt>
                <c:pt idx="25162">
                  <c:v>7.1824051151863006</c:v>
                </c:pt>
                <c:pt idx="25163">
                  <c:v>7.1794399154827415</c:v>
                </c:pt>
                <c:pt idx="25164">
                  <c:v>7.1766623567069807</c:v>
                </c:pt>
                <c:pt idx="25165">
                  <c:v>7.1736908497453449</c:v>
                </c:pt>
                <c:pt idx="25166">
                  <c:v>7.1708060675822702</c:v>
                </c:pt>
                <c:pt idx="25167">
                  <c:v>7.1703148898595055</c:v>
                </c:pt>
                <c:pt idx="25168">
                  <c:v>7.1702313186899822</c:v>
                </c:pt>
                <c:pt idx="25169">
                  <c:v>7.169163026853151</c:v>
                </c:pt>
                <c:pt idx="25170">
                  <c:v>7.1671683564862265</c:v>
                </c:pt>
                <c:pt idx="25171">
                  <c:v>7.1655308346079254</c:v>
                </c:pt>
                <c:pt idx="25172">
                  <c:v>7.1664564247307592</c:v>
                </c:pt>
                <c:pt idx="25173">
                  <c:v>7.1675278701966292</c:v>
                </c:pt>
                <c:pt idx="25174">
                  <c:v>7.1667339440861575</c:v>
                </c:pt>
                <c:pt idx="25175">
                  <c:v>7.1649742190826089</c:v>
                </c:pt>
                <c:pt idx="25176">
                  <c:v>7.163022122707706</c:v>
                </c:pt>
                <c:pt idx="25177">
                  <c:v>7.1621083586937671</c:v>
                </c:pt>
                <c:pt idx="25178">
                  <c:v>7.16109919740141</c:v>
                </c:pt>
                <c:pt idx="25179">
                  <c:v>7.1597344644349485</c:v>
                </c:pt>
                <c:pt idx="25180">
                  <c:v>7.161002223308472</c:v>
                </c:pt>
                <c:pt idx="25181">
                  <c:v>7.1627974266387042</c:v>
                </c:pt>
                <c:pt idx="25182">
                  <c:v>7.1618458190763024</c:v>
                </c:pt>
                <c:pt idx="25183">
                  <c:v>7.1594656175594062</c:v>
                </c:pt>
                <c:pt idx="25184">
                  <c:v>7.1580212554597207</c:v>
                </c:pt>
                <c:pt idx="25185">
                  <c:v>7.156022643056497</c:v>
                </c:pt>
                <c:pt idx="25186">
                  <c:v>7.156095176524385</c:v>
                </c:pt>
                <c:pt idx="25187">
                  <c:v>7.1573802803576214</c:v>
                </c:pt>
                <c:pt idx="25188">
                  <c:v>7.1568961983001937</c:v>
                </c:pt>
                <c:pt idx="25189">
                  <c:v>7.155411627430265</c:v>
                </c:pt>
                <c:pt idx="25190">
                  <c:v>7.1521105662340938</c:v>
                </c:pt>
                <c:pt idx="25191">
                  <c:v>7.1506630505053694</c:v>
                </c:pt>
                <c:pt idx="25192">
                  <c:v>7.1505700184487297</c:v>
                </c:pt>
                <c:pt idx="25193">
                  <c:v>7.1495435121966606</c:v>
                </c:pt>
                <c:pt idx="25194">
                  <c:v>7.1487574701587855</c:v>
                </c:pt>
                <c:pt idx="25195">
                  <c:v>7.149262050804964</c:v>
                </c:pt>
                <c:pt idx="25196">
                  <c:v>7.1494102713697787</c:v>
                </c:pt>
                <c:pt idx="25197">
                  <c:v>7.1497555937495072</c:v>
                </c:pt>
                <c:pt idx="25198">
                  <c:v>7.1495395701603623</c:v>
                </c:pt>
                <c:pt idx="25199">
                  <c:v>7.1473785458616499</c:v>
                </c:pt>
                <c:pt idx="25200">
                  <c:v>7.1427742474652707</c:v>
                </c:pt>
                <c:pt idx="25201">
                  <c:v>7.1384884656017915</c:v>
                </c:pt>
                <c:pt idx="25202">
                  <c:v>7.1379618095523423</c:v>
                </c:pt>
                <c:pt idx="25203">
                  <c:v>7.1387675617717088</c:v>
                </c:pt>
                <c:pt idx="25204">
                  <c:v>7.140296283448178</c:v>
                </c:pt>
                <c:pt idx="25205">
                  <c:v>7.1411414560305273</c:v>
                </c:pt>
                <c:pt idx="25206">
                  <c:v>7.139924155221621</c:v>
                </c:pt>
                <c:pt idx="25207">
                  <c:v>7.1369360917075326</c:v>
                </c:pt>
                <c:pt idx="25208">
                  <c:v>7.134670997650546</c:v>
                </c:pt>
                <c:pt idx="25209">
                  <c:v>7.1343099071256244</c:v>
                </c:pt>
                <c:pt idx="25210">
                  <c:v>7.1335427868619812</c:v>
                </c:pt>
                <c:pt idx="25211">
                  <c:v>7.1332171746637441</c:v>
                </c:pt>
                <c:pt idx="25212">
                  <c:v>7.1351235434175875</c:v>
                </c:pt>
                <c:pt idx="25213">
                  <c:v>7.1371710370709094</c:v>
                </c:pt>
                <c:pt idx="25214">
                  <c:v>7.1369542250745042</c:v>
                </c:pt>
                <c:pt idx="25215">
                  <c:v>7.1354925180151056</c:v>
                </c:pt>
                <c:pt idx="25216">
                  <c:v>7.1339172803103175</c:v>
                </c:pt>
                <c:pt idx="25217">
                  <c:v>7.1329877481511854</c:v>
                </c:pt>
                <c:pt idx="25218">
                  <c:v>7.1321134045002283</c:v>
                </c:pt>
                <c:pt idx="25219">
                  <c:v>7.1324137876661569</c:v>
                </c:pt>
                <c:pt idx="25220">
                  <c:v>7.1339180687175769</c:v>
                </c:pt>
                <c:pt idx="25221">
                  <c:v>7.1336760276888631</c:v>
                </c:pt>
                <c:pt idx="25222">
                  <c:v>7.1341624749680692</c:v>
                </c:pt>
                <c:pt idx="25223">
                  <c:v>7.1345298727510684</c:v>
                </c:pt>
                <c:pt idx="25224">
                  <c:v>7.1321275958309025</c:v>
                </c:pt>
                <c:pt idx="25225">
                  <c:v>7.1306114886705876</c:v>
                </c:pt>
                <c:pt idx="25226">
                  <c:v>7.1300241252621452</c:v>
                </c:pt>
                <c:pt idx="25227">
                  <c:v>7.1282320755609518</c:v>
                </c:pt>
                <c:pt idx="25228">
                  <c:v>7.1279064633627147</c:v>
                </c:pt>
                <c:pt idx="25229">
                  <c:v>7.1283542786861984</c:v>
                </c:pt>
                <c:pt idx="25230">
                  <c:v>7.1271259401756568</c:v>
                </c:pt>
                <c:pt idx="25231">
                  <c:v>7.1254277109383626</c:v>
                </c:pt>
                <c:pt idx="25232">
                  <c:v>7.125677636039673</c:v>
                </c:pt>
                <c:pt idx="25233">
                  <c:v>7.1254040587205729</c:v>
                </c:pt>
                <c:pt idx="25234">
                  <c:v>7.1250918494457496</c:v>
                </c:pt>
                <c:pt idx="25235">
                  <c:v>7.1252124757564772</c:v>
                </c:pt>
                <c:pt idx="25236">
                  <c:v>7.1254458443053341</c:v>
                </c:pt>
                <c:pt idx="25237">
                  <c:v>7.1251919771677255</c:v>
                </c:pt>
                <c:pt idx="25238">
                  <c:v>7.1253133918857126</c:v>
                </c:pt>
                <c:pt idx="25239">
                  <c:v>7.1258952364433368</c:v>
                </c:pt>
                <c:pt idx="25240">
                  <c:v>7.1258873523707402</c:v>
                </c:pt>
                <c:pt idx="25241">
                  <c:v>7.1273537898736974</c:v>
                </c:pt>
                <c:pt idx="25242">
                  <c:v>7.1270991343288292</c:v>
                </c:pt>
                <c:pt idx="25243">
                  <c:v>7.1261680253551773</c:v>
                </c:pt>
                <c:pt idx="25244">
                  <c:v>7.1257241520679919</c:v>
                </c:pt>
                <c:pt idx="25245">
                  <c:v>7.1253756760592255</c:v>
                </c:pt>
                <c:pt idx="25246">
                  <c:v>7.1232808779703243</c:v>
                </c:pt>
                <c:pt idx="25247">
                  <c:v>7.1213445497406136</c:v>
                </c:pt>
                <c:pt idx="25248">
                  <c:v>7.1222007600245982</c:v>
                </c:pt>
                <c:pt idx="25249">
                  <c:v>7.1250374493448332</c:v>
                </c:pt>
                <c:pt idx="25250">
                  <c:v>7.1254710733376436</c:v>
                </c:pt>
                <c:pt idx="25251">
                  <c:v>7.1250547943045461</c:v>
                </c:pt>
                <c:pt idx="25252">
                  <c:v>7.1240811113388736</c:v>
                </c:pt>
                <c:pt idx="25253">
                  <c:v>7.1255160125514436</c:v>
                </c:pt>
                <c:pt idx="25254">
                  <c:v>7.1277558775761207</c:v>
                </c:pt>
                <c:pt idx="25255">
                  <c:v>7.126492849146155</c:v>
                </c:pt>
                <c:pt idx="25256">
                  <c:v>7.1250114319052651</c:v>
                </c:pt>
                <c:pt idx="25257">
                  <c:v>7.1245415411785116</c:v>
                </c:pt>
                <c:pt idx="25258">
                  <c:v>7.123373910026964</c:v>
                </c:pt>
                <c:pt idx="25259">
                  <c:v>7.1208667749412635</c:v>
                </c:pt>
                <c:pt idx="25260">
                  <c:v>7.1199955849193461</c:v>
                </c:pt>
                <c:pt idx="25261">
                  <c:v>7.1203070057869091</c:v>
                </c:pt>
                <c:pt idx="25262">
                  <c:v>7.1194405462085495</c:v>
                </c:pt>
                <c:pt idx="25263">
                  <c:v>7.117099765054637</c:v>
                </c:pt>
                <c:pt idx="25264">
                  <c:v>7.116109525536511</c:v>
                </c:pt>
                <c:pt idx="25265">
                  <c:v>7.1168458979170284</c:v>
                </c:pt>
                <c:pt idx="25266">
                  <c:v>7.1185047067913398</c:v>
                </c:pt>
                <c:pt idx="25267">
                  <c:v>7.1187530550781313</c:v>
                </c:pt>
                <c:pt idx="25268">
                  <c:v>7.1180592566896355</c:v>
                </c:pt>
                <c:pt idx="25269">
                  <c:v>7.1166621990255283</c:v>
                </c:pt>
                <c:pt idx="25270">
                  <c:v>7.1149324334978479</c:v>
                </c:pt>
                <c:pt idx="25271">
                  <c:v>7.1130268531512639</c:v>
                </c:pt>
                <c:pt idx="25272">
                  <c:v>7.1134983206925373</c:v>
                </c:pt>
                <c:pt idx="25273">
                  <c:v>7.115071193175547</c:v>
                </c:pt>
                <c:pt idx="25274">
                  <c:v>7.1157815481164954</c:v>
                </c:pt>
                <c:pt idx="25275">
                  <c:v>7.1166503729166335</c:v>
                </c:pt>
                <c:pt idx="25276">
                  <c:v>7.1160007253346791</c:v>
                </c:pt>
                <c:pt idx="25277">
                  <c:v>7.1153053501316643</c:v>
                </c:pt>
                <c:pt idx="25278">
                  <c:v>7.1138759677699115</c:v>
                </c:pt>
                <c:pt idx="25279">
                  <c:v>7.1137916081931278</c:v>
                </c:pt>
                <c:pt idx="25280">
                  <c:v>7.1141471798672322</c:v>
                </c:pt>
                <c:pt idx="25281">
                  <c:v>7.1140643971049684</c:v>
                </c:pt>
                <c:pt idx="25282">
                  <c:v>7.1149923524495815</c:v>
                </c:pt>
                <c:pt idx="25283">
                  <c:v>7.1148362478121703</c:v>
                </c:pt>
                <c:pt idx="25284">
                  <c:v>7.1137908197858684</c:v>
                </c:pt>
                <c:pt idx="25285">
                  <c:v>7.1152864283574324</c:v>
                </c:pt>
                <c:pt idx="25286">
                  <c:v>7.1152982544663272</c:v>
                </c:pt>
                <c:pt idx="25287">
                  <c:v>7.1144136615209952</c:v>
                </c:pt>
                <c:pt idx="25288">
                  <c:v>7.1134202683738312</c:v>
                </c:pt>
                <c:pt idx="25289">
                  <c:v>7.1116912912534103</c:v>
                </c:pt>
                <c:pt idx="25290">
                  <c:v>7.1101073810687652</c:v>
                </c:pt>
                <c:pt idx="25291">
                  <c:v>7.1084264967911821</c:v>
                </c:pt>
                <c:pt idx="25292">
                  <c:v>7.1088025670540373</c:v>
                </c:pt>
                <c:pt idx="25293">
                  <c:v>7.109852725523897</c:v>
                </c:pt>
                <c:pt idx="25294">
                  <c:v>7.1094049102004133</c:v>
                </c:pt>
                <c:pt idx="25295">
                  <c:v>7.1069986912439491</c:v>
                </c:pt>
                <c:pt idx="25296">
                  <c:v>7.1046555448682573</c:v>
                </c:pt>
                <c:pt idx="25297">
                  <c:v>7.1023833551459346</c:v>
                </c:pt>
                <c:pt idx="25298">
                  <c:v>7.102065627020294</c:v>
                </c:pt>
                <c:pt idx="25299">
                  <c:v>7.1034532237972847</c:v>
                </c:pt>
                <c:pt idx="25300">
                  <c:v>7.1053856099906971</c:v>
                </c:pt>
                <c:pt idx="25301">
                  <c:v>7.1079337422538984</c:v>
                </c:pt>
                <c:pt idx="25302">
                  <c:v>7.109400968164115</c:v>
                </c:pt>
                <c:pt idx="25303">
                  <c:v>7.1081489774357838</c:v>
                </c:pt>
                <c:pt idx="25304">
                  <c:v>7.1056907236001825</c:v>
                </c:pt>
                <c:pt idx="25305">
                  <c:v>7.1047091565619134</c:v>
                </c:pt>
                <c:pt idx="25306">
                  <c:v>7.1057561614027343</c:v>
                </c:pt>
                <c:pt idx="25307">
                  <c:v>7.1059532632176481</c:v>
                </c:pt>
                <c:pt idx="25308">
                  <c:v>7.1058972863022118</c:v>
                </c:pt>
                <c:pt idx="25309">
                  <c:v>7.1069640013245241</c:v>
                </c:pt>
                <c:pt idx="25310">
                  <c:v>7.1072501931597785</c:v>
                </c:pt>
                <c:pt idx="25311">
                  <c:v>7.1073865876156983</c:v>
                </c:pt>
                <c:pt idx="25312">
                  <c:v>7.1069584824737069</c:v>
                </c:pt>
                <c:pt idx="25313">
                  <c:v>7.1079526640281303</c:v>
                </c:pt>
                <c:pt idx="25314">
                  <c:v>7.1083492328797364</c:v>
                </c:pt>
                <c:pt idx="25315">
                  <c:v>7.1054565666440652</c:v>
                </c:pt>
                <c:pt idx="25316">
                  <c:v>7.1023392043393931</c:v>
                </c:pt>
                <c:pt idx="25317">
                  <c:v>7.0988780964695124</c:v>
                </c:pt>
                <c:pt idx="25318">
                  <c:v>7.0967793563443129</c:v>
                </c:pt>
                <c:pt idx="25319">
                  <c:v>7.0972342673331337</c:v>
                </c:pt>
                <c:pt idx="25320">
                  <c:v>7.0997319415317177</c:v>
                </c:pt>
                <c:pt idx="25321">
                  <c:v>7.1024432740976682</c:v>
                </c:pt>
                <c:pt idx="25322">
                  <c:v>7.1029383938567303</c:v>
                </c:pt>
                <c:pt idx="25323">
                  <c:v>7.1019505195603845</c:v>
                </c:pt>
                <c:pt idx="25324">
                  <c:v>7.1010454280263016</c:v>
                </c:pt>
                <c:pt idx="25325">
                  <c:v>7.0992793957646763</c:v>
                </c:pt>
                <c:pt idx="25326">
                  <c:v>7.0980628833630304</c:v>
                </c:pt>
                <c:pt idx="25327">
                  <c:v>7.0959712389031679</c:v>
                </c:pt>
                <c:pt idx="25328">
                  <c:v>7.095059051703748</c:v>
                </c:pt>
                <c:pt idx="25329">
                  <c:v>7.0959412794273007</c:v>
                </c:pt>
                <c:pt idx="25330">
                  <c:v>7.093639918636371</c:v>
                </c:pt>
                <c:pt idx="25331">
                  <c:v>7.091045270344849</c:v>
                </c:pt>
                <c:pt idx="25332">
                  <c:v>7.0902048282060584</c:v>
                </c:pt>
                <c:pt idx="25333">
                  <c:v>7.090576168025355</c:v>
                </c:pt>
                <c:pt idx="25334">
                  <c:v>7.0911848184298085</c:v>
                </c:pt>
                <c:pt idx="25335">
                  <c:v>7.0912581403049559</c:v>
                </c:pt>
                <c:pt idx="25336">
                  <c:v>7.0908055945379145</c:v>
                </c:pt>
                <c:pt idx="25337">
                  <c:v>7.0898334883867609</c:v>
                </c:pt>
                <c:pt idx="25338">
                  <c:v>7.0897309954430057</c:v>
                </c:pt>
                <c:pt idx="25339">
                  <c:v>7.0905241331462179</c:v>
                </c:pt>
                <c:pt idx="25340">
                  <c:v>7.0911927025024042</c:v>
                </c:pt>
                <c:pt idx="25341">
                  <c:v>7.0914047840552517</c:v>
                </c:pt>
                <c:pt idx="25342">
                  <c:v>7.091232122865387</c:v>
                </c:pt>
                <c:pt idx="25343">
                  <c:v>7.0906857566344472</c:v>
                </c:pt>
                <c:pt idx="25344">
                  <c:v>7.0910917863731688</c:v>
                </c:pt>
                <c:pt idx="25345">
                  <c:v>7.0893754237689022</c:v>
                </c:pt>
                <c:pt idx="25346">
                  <c:v>7.0860097131774387</c:v>
                </c:pt>
                <c:pt idx="25347">
                  <c:v>7.0860767277945094</c:v>
                </c:pt>
                <c:pt idx="25348">
                  <c:v>7.0889433765906116</c:v>
                </c:pt>
                <c:pt idx="25349">
                  <c:v>7.0903680285088067</c:v>
                </c:pt>
                <c:pt idx="25350">
                  <c:v>7.0896836910074263</c:v>
                </c:pt>
                <c:pt idx="25351">
                  <c:v>7.0888542865702711</c:v>
                </c:pt>
                <c:pt idx="25352">
                  <c:v>7.0885223671139563</c:v>
                </c:pt>
                <c:pt idx="25353">
                  <c:v>7.087554202999101</c:v>
                </c:pt>
                <c:pt idx="25354">
                  <c:v>7.0871008688248001</c:v>
                </c:pt>
                <c:pt idx="25355">
                  <c:v>7.0879633863668614</c:v>
                </c:pt>
                <c:pt idx="25356">
                  <c:v>7.0873405446317346</c:v>
                </c:pt>
                <c:pt idx="25357">
                  <c:v>7.0859505826329645</c:v>
                </c:pt>
                <c:pt idx="25358">
                  <c:v>7.0849532474495023</c:v>
                </c:pt>
                <c:pt idx="25359">
                  <c:v>7.0836145319226098</c:v>
                </c:pt>
                <c:pt idx="25360">
                  <c:v>7.0813793973414905</c:v>
                </c:pt>
                <c:pt idx="25361">
                  <c:v>7.0791781642725367</c:v>
                </c:pt>
                <c:pt idx="25362">
                  <c:v>7.0787948406628924</c:v>
                </c:pt>
                <c:pt idx="25363">
                  <c:v>7.0804096564121162</c:v>
                </c:pt>
                <c:pt idx="25364">
                  <c:v>7.0812910957284094</c:v>
                </c:pt>
                <c:pt idx="25365">
                  <c:v>7.0799618410886325</c:v>
                </c:pt>
                <c:pt idx="25366">
                  <c:v>7.078190132294738</c:v>
                </c:pt>
                <c:pt idx="25367">
                  <c:v>7.0757295132373574</c:v>
                </c:pt>
                <c:pt idx="25368">
                  <c:v>7.0742391869944337</c:v>
                </c:pt>
                <c:pt idx="25369">
                  <c:v>7.0754024030653273</c:v>
                </c:pt>
                <c:pt idx="25370">
                  <c:v>7.0762894400731646</c:v>
                </c:pt>
                <c:pt idx="25371">
                  <c:v>7.0764922184203476</c:v>
                </c:pt>
                <c:pt idx="25372">
                  <c:v>7.0766168656080985</c:v>
                </c:pt>
                <c:pt idx="25373">
                  <c:v>7.0762002712120973</c:v>
                </c:pt>
                <c:pt idx="25374">
                  <c:v>7.077595121335877</c:v>
                </c:pt>
                <c:pt idx="25375">
                  <c:v>7.0788353647960394</c:v>
                </c:pt>
                <c:pt idx="25376">
                  <c:v>7.0779007868304449</c:v>
                </c:pt>
                <c:pt idx="25377">
                  <c:v>7.0773479556599757</c:v>
                </c:pt>
                <c:pt idx="25378">
                  <c:v>7.0770024755987953</c:v>
                </c:pt>
                <c:pt idx="25379">
                  <c:v>7.0757285671486461</c:v>
                </c:pt>
                <c:pt idx="25380">
                  <c:v>7.0771596051656447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FC34-4E50-8FBC-CFB495C70B4F}"/>
            </c:ext>
          </c:extLst>
        </c:ser>
        <c:ser>
          <c:idx val="3"/>
          <c:order val="3"/>
          <c:tx>
            <c:strRef>
              <c:f>'For plotting'!$E$1</c:f>
              <c:strCache>
                <c:ptCount val="1"/>
                <c:pt idx="0">
                  <c:v>0.7% w/w R1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'For plotting'!$A$2:$A$25382</c:f>
              <c:numCache>
                <c:formatCode>General</c:formatCode>
                <c:ptCount val="25381"/>
                <c:pt idx="0">
                  <c:v>-0.499971</c:v>
                </c:pt>
                <c:pt idx="1">
                  <c:v>-0.49966500000000003</c:v>
                </c:pt>
                <c:pt idx="2">
                  <c:v>-0.49936000000000003</c:v>
                </c:pt>
                <c:pt idx="3">
                  <c:v>-0.499054</c:v>
                </c:pt>
                <c:pt idx="4">
                  <c:v>-0.498749</c:v>
                </c:pt>
                <c:pt idx="5">
                  <c:v>-0.498444</c:v>
                </c:pt>
                <c:pt idx="6">
                  <c:v>-0.49813800000000003</c:v>
                </c:pt>
                <c:pt idx="7">
                  <c:v>-0.49783300000000003</c:v>
                </c:pt>
                <c:pt idx="8">
                  <c:v>-0.497527</c:v>
                </c:pt>
                <c:pt idx="9">
                  <c:v>-0.497222</c:v>
                </c:pt>
                <c:pt idx="10">
                  <c:v>-0.496917</c:v>
                </c:pt>
                <c:pt idx="11">
                  <c:v>-0.49661100000000002</c:v>
                </c:pt>
                <c:pt idx="12">
                  <c:v>-0.49630600000000002</c:v>
                </c:pt>
                <c:pt idx="13">
                  <c:v>-0.496</c:v>
                </c:pt>
                <c:pt idx="14">
                  <c:v>-0.495695</c:v>
                </c:pt>
                <c:pt idx="15">
                  <c:v>-0.49539</c:v>
                </c:pt>
                <c:pt idx="16">
                  <c:v>-0.49508400000000002</c:v>
                </c:pt>
                <c:pt idx="17">
                  <c:v>-0.49477900000000002</c:v>
                </c:pt>
                <c:pt idx="18">
                  <c:v>-0.494473</c:v>
                </c:pt>
                <c:pt idx="19">
                  <c:v>-0.494168</c:v>
                </c:pt>
                <c:pt idx="20">
                  <c:v>-0.493863</c:v>
                </c:pt>
                <c:pt idx="21">
                  <c:v>-0.49355700000000002</c:v>
                </c:pt>
                <c:pt idx="22">
                  <c:v>-0.49325200000000002</c:v>
                </c:pt>
                <c:pt idx="23">
                  <c:v>-0.492946</c:v>
                </c:pt>
                <c:pt idx="24">
                  <c:v>-0.492641</c:v>
                </c:pt>
                <c:pt idx="25">
                  <c:v>-0.492336</c:v>
                </c:pt>
                <c:pt idx="26">
                  <c:v>-0.49203000000000002</c:v>
                </c:pt>
                <c:pt idx="27">
                  <c:v>-0.49172500000000002</c:v>
                </c:pt>
                <c:pt idx="28">
                  <c:v>-0.49141899999999999</c:v>
                </c:pt>
                <c:pt idx="29">
                  <c:v>-0.49111399999999999</c:v>
                </c:pt>
                <c:pt idx="30">
                  <c:v>-0.490809</c:v>
                </c:pt>
                <c:pt idx="31">
                  <c:v>-0.49050300000000002</c:v>
                </c:pt>
                <c:pt idx="32">
                  <c:v>-0.49019800000000002</c:v>
                </c:pt>
                <c:pt idx="33">
                  <c:v>-0.48989199999999999</c:v>
                </c:pt>
                <c:pt idx="34">
                  <c:v>-0.48958699999999999</c:v>
                </c:pt>
                <c:pt idx="35">
                  <c:v>-0.48928199999999999</c:v>
                </c:pt>
                <c:pt idx="36">
                  <c:v>-0.48897600000000002</c:v>
                </c:pt>
                <c:pt idx="37">
                  <c:v>-0.48867100000000002</c:v>
                </c:pt>
                <c:pt idx="38">
                  <c:v>-0.48836499999999999</c:v>
                </c:pt>
                <c:pt idx="39">
                  <c:v>-0.48805999999999999</c:v>
                </c:pt>
                <c:pt idx="40">
                  <c:v>-0.48775499999999999</c:v>
                </c:pt>
                <c:pt idx="41">
                  <c:v>-0.48744900000000002</c:v>
                </c:pt>
                <c:pt idx="42">
                  <c:v>-0.48714400000000002</c:v>
                </c:pt>
                <c:pt idx="43">
                  <c:v>-0.48683799999999999</c:v>
                </c:pt>
                <c:pt idx="44">
                  <c:v>-0.48653299999999999</c:v>
                </c:pt>
                <c:pt idx="45">
                  <c:v>-0.48622799999999999</c:v>
                </c:pt>
                <c:pt idx="46">
                  <c:v>-0.48592200000000002</c:v>
                </c:pt>
                <c:pt idx="47">
                  <c:v>-0.48561700000000002</c:v>
                </c:pt>
                <c:pt idx="48">
                  <c:v>-0.48531099999999999</c:v>
                </c:pt>
                <c:pt idx="49">
                  <c:v>-0.48500599999999999</c:v>
                </c:pt>
                <c:pt idx="50">
                  <c:v>-0.48470099999999999</c:v>
                </c:pt>
                <c:pt idx="51">
                  <c:v>-0.48439500000000002</c:v>
                </c:pt>
                <c:pt idx="52">
                  <c:v>-0.48409000000000002</c:v>
                </c:pt>
                <c:pt idx="53">
                  <c:v>-0.48378399999999999</c:v>
                </c:pt>
                <c:pt idx="54">
                  <c:v>-0.48347899999999999</c:v>
                </c:pt>
                <c:pt idx="55">
                  <c:v>-0.48317399999999999</c:v>
                </c:pt>
                <c:pt idx="56">
                  <c:v>-0.48286800000000002</c:v>
                </c:pt>
                <c:pt idx="57">
                  <c:v>-0.48256300000000002</c:v>
                </c:pt>
                <c:pt idx="58">
                  <c:v>-0.48225699999999999</c:v>
                </c:pt>
                <c:pt idx="59">
                  <c:v>-0.48195199999999999</c:v>
                </c:pt>
                <c:pt idx="60">
                  <c:v>-0.48164699999999999</c:v>
                </c:pt>
                <c:pt idx="61">
                  <c:v>-0.48134100000000002</c:v>
                </c:pt>
                <c:pt idx="62">
                  <c:v>-0.48103600000000002</c:v>
                </c:pt>
                <c:pt idx="63">
                  <c:v>-0.48072999999999999</c:v>
                </c:pt>
                <c:pt idx="64">
                  <c:v>-0.48042499999999999</c:v>
                </c:pt>
                <c:pt idx="65">
                  <c:v>-0.48011999999999999</c:v>
                </c:pt>
                <c:pt idx="66">
                  <c:v>-0.47981400000000002</c:v>
                </c:pt>
                <c:pt idx="67">
                  <c:v>-0.47950900000000002</c:v>
                </c:pt>
                <c:pt idx="68">
                  <c:v>-0.47920299999999999</c:v>
                </c:pt>
                <c:pt idx="69">
                  <c:v>-0.47889799999999999</c:v>
                </c:pt>
                <c:pt idx="70">
                  <c:v>-0.47859299999999999</c:v>
                </c:pt>
                <c:pt idx="71">
                  <c:v>-0.47828700000000002</c:v>
                </c:pt>
                <c:pt idx="72">
                  <c:v>-0.47798200000000002</c:v>
                </c:pt>
                <c:pt idx="73">
                  <c:v>-0.47767599999999999</c:v>
                </c:pt>
                <c:pt idx="74">
                  <c:v>-0.47737099999999999</c:v>
                </c:pt>
                <c:pt idx="75">
                  <c:v>-0.47706599999999999</c:v>
                </c:pt>
                <c:pt idx="76">
                  <c:v>-0.47676000000000002</c:v>
                </c:pt>
                <c:pt idx="77">
                  <c:v>-0.47645500000000002</c:v>
                </c:pt>
                <c:pt idx="78">
                  <c:v>-0.47614899999999999</c:v>
                </c:pt>
                <c:pt idx="79">
                  <c:v>-0.47584399999999999</c:v>
                </c:pt>
                <c:pt idx="80">
                  <c:v>-0.47553899999999999</c:v>
                </c:pt>
                <c:pt idx="81">
                  <c:v>-0.47523300000000002</c:v>
                </c:pt>
                <c:pt idx="82">
                  <c:v>-0.47492800000000002</c:v>
                </c:pt>
                <c:pt idx="83">
                  <c:v>-0.47462300000000002</c:v>
                </c:pt>
                <c:pt idx="84">
                  <c:v>-0.47431699999999999</c:v>
                </c:pt>
                <c:pt idx="85">
                  <c:v>-0.47401199999999999</c:v>
                </c:pt>
                <c:pt idx="86">
                  <c:v>-0.47370600000000002</c:v>
                </c:pt>
                <c:pt idx="87">
                  <c:v>-0.47340100000000002</c:v>
                </c:pt>
                <c:pt idx="88">
                  <c:v>-0.47309600000000002</c:v>
                </c:pt>
                <c:pt idx="89">
                  <c:v>-0.47278999999999999</c:v>
                </c:pt>
                <c:pt idx="90">
                  <c:v>-0.47248499999999999</c:v>
                </c:pt>
                <c:pt idx="91">
                  <c:v>-0.47217900000000002</c:v>
                </c:pt>
                <c:pt idx="92">
                  <c:v>-0.47187400000000002</c:v>
                </c:pt>
                <c:pt idx="93">
                  <c:v>-0.47156900000000002</c:v>
                </c:pt>
                <c:pt idx="94">
                  <c:v>-0.47126299999999999</c:v>
                </c:pt>
                <c:pt idx="95">
                  <c:v>-0.47095799999999999</c:v>
                </c:pt>
                <c:pt idx="96">
                  <c:v>-0.47065200000000001</c:v>
                </c:pt>
                <c:pt idx="97">
                  <c:v>-0.47034700000000002</c:v>
                </c:pt>
                <c:pt idx="98">
                  <c:v>-0.47004200000000002</c:v>
                </c:pt>
                <c:pt idx="99">
                  <c:v>-0.46973599999999999</c:v>
                </c:pt>
                <c:pt idx="100">
                  <c:v>-0.46943099999999999</c:v>
                </c:pt>
                <c:pt idx="101">
                  <c:v>-0.46912500000000001</c:v>
                </c:pt>
                <c:pt idx="102">
                  <c:v>-0.46882000000000001</c:v>
                </c:pt>
                <c:pt idx="103">
                  <c:v>-0.46851500000000001</c:v>
                </c:pt>
                <c:pt idx="104">
                  <c:v>-0.46820899999999999</c:v>
                </c:pt>
                <c:pt idx="105">
                  <c:v>-0.46790399999999999</c:v>
                </c:pt>
                <c:pt idx="106">
                  <c:v>-0.46759800000000001</c:v>
                </c:pt>
                <c:pt idx="107">
                  <c:v>-0.46729300000000001</c:v>
                </c:pt>
                <c:pt idx="108">
                  <c:v>-0.46698800000000001</c:v>
                </c:pt>
                <c:pt idx="109">
                  <c:v>-0.46668199999999999</c:v>
                </c:pt>
                <c:pt idx="110">
                  <c:v>-0.46637699999999999</c:v>
                </c:pt>
                <c:pt idx="111">
                  <c:v>-0.46607100000000001</c:v>
                </c:pt>
                <c:pt idx="112">
                  <c:v>-0.46576600000000001</c:v>
                </c:pt>
                <c:pt idx="113">
                  <c:v>-0.46546100000000001</c:v>
                </c:pt>
                <c:pt idx="114">
                  <c:v>-0.46515499999999999</c:v>
                </c:pt>
                <c:pt idx="115">
                  <c:v>-0.46484999999999999</c:v>
                </c:pt>
                <c:pt idx="116">
                  <c:v>-0.46454400000000001</c:v>
                </c:pt>
                <c:pt idx="117">
                  <c:v>-0.46423900000000001</c:v>
                </c:pt>
                <c:pt idx="118">
                  <c:v>-0.46393400000000001</c:v>
                </c:pt>
                <c:pt idx="119">
                  <c:v>-0.46362799999999998</c:v>
                </c:pt>
                <c:pt idx="120">
                  <c:v>-0.46332299999999998</c:v>
                </c:pt>
                <c:pt idx="121">
                  <c:v>-0.46301700000000001</c:v>
                </c:pt>
                <c:pt idx="122">
                  <c:v>-0.46271200000000001</c:v>
                </c:pt>
                <c:pt idx="123">
                  <c:v>-0.46240700000000001</c:v>
                </c:pt>
                <c:pt idx="124">
                  <c:v>-0.46210099999999998</c:v>
                </c:pt>
                <c:pt idx="125">
                  <c:v>-0.46179599999999998</c:v>
                </c:pt>
                <c:pt idx="126">
                  <c:v>-0.46149000000000001</c:v>
                </c:pt>
                <c:pt idx="127">
                  <c:v>-0.46118500000000001</c:v>
                </c:pt>
                <c:pt idx="128">
                  <c:v>-0.46088000000000001</c:v>
                </c:pt>
                <c:pt idx="129">
                  <c:v>-0.46057399999999998</c:v>
                </c:pt>
                <c:pt idx="130">
                  <c:v>-0.46026899999999998</c:v>
                </c:pt>
                <c:pt idx="131">
                  <c:v>-0.45996300000000001</c:v>
                </c:pt>
                <c:pt idx="132">
                  <c:v>-0.45965800000000001</c:v>
                </c:pt>
                <c:pt idx="133">
                  <c:v>-0.45935300000000001</c:v>
                </c:pt>
                <c:pt idx="134">
                  <c:v>-0.45904699999999998</c:v>
                </c:pt>
                <c:pt idx="135">
                  <c:v>-0.45874199999999998</c:v>
                </c:pt>
                <c:pt idx="136">
                  <c:v>-0.45843600000000001</c:v>
                </c:pt>
                <c:pt idx="137">
                  <c:v>-0.45813100000000001</c:v>
                </c:pt>
                <c:pt idx="138">
                  <c:v>-0.45782600000000001</c:v>
                </c:pt>
                <c:pt idx="139">
                  <c:v>-0.45751999999999998</c:v>
                </c:pt>
                <c:pt idx="140">
                  <c:v>-0.45721499999999998</c:v>
                </c:pt>
                <c:pt idx="141">
                  <c:v>-0.45690900000000001</c:v>
                </c:pt>
                <c:pt idx="142">
                  <c:v>-0.45660400000000001</c:v>
                </c:pt>
                <c:pt idx="143">
                  <c:v>-0.45629900000000001</c:v>
                </c:pt>
                <c:pt idx="144">
                  <c:v>-0.45599299999999998</c:v>
                </c:pt>
                <c:pt idx="145">
                  <c:v>-0.45568799999999998</c:v>
                </c:pt>
                <c:pt idx="146">
                  <c:v>-0.45538200000000001</c:v>
                </c:pt>
                <c:pt idx="147">
                  <c:v>-0.45507700000000001</c:v>
                </c:pt>
                <c:pt idx="148">
                  <c:v>-0.45477200000000001</c:v>
                </c:pt>
                <c:pt idx="149">
                  <c:v>-0.45446599999999998</c:v>
                </c:pt>
                <c:pt idx="150">
                  <c:v>-0.45416099999999998</c:v>
                </c:pt>
                <c:pt idx="151">
                  <c:v>-0.45385500000000001</c:v>
                </c:pt>
                <c:pt idx="152">
                  <c:v>-0.45355000000000001</c:v>
                </c:pt>
                <c:pt idx="153">
                  <c:v>-0.45324500000000001</c:v>
                </c:pt>
                <c:pt idx="154">
                  <c:v>-0.45293899999999998</c:v>
                </c:pt>
                <c:pt idx="155">
                  <c:v>-0.45263399999999998</c:v>
                </c:pt>
                <c:pt idx="156">
                  <c:v>-0.45232800000000001</c:v>
                </c:pt>
                <c:pt idx="157">
                  <c:v>-0.45202300000000001</c:v>
                </c:pt>
                <c:pt idx="158">
                  <c:v>-0.45171800000000001</c:v>
                </c:pt>
                <c:pt idx="159">
                  <c:v>-0.45141199999999998</c:v>
                </c:pt>
                <c:pt idx="160">
                  <c:v>-0.45110699999999998</c:v>
                </c:pt>
                <c:pt idx="161">
                  <c:v>-0.45080100000000001</c:v>
                </c:pt>
                <c:pt idx="162">
                  <c:v>-0.45049600000000001</c:v>
                </c:pt>
                <c:pt idx="163">
                  <c:v>-0.45019100000000001</c:v>
                </c:pt>
                <c:pt idx="164">
                  <c:v>-0.44988499999999998</c:v>
                </c:pt>
                <c:pt idx="165">
                  <c:v>-0.44957999999999998</c:v>
                </c:pt>
                <c:pt idx="166">
                  <c:v>-0.44927400000000001</c:v>
                </c:pt>
                <c:pt idx="167">
                  <c:v>-0.44896900000000001</c:v>
                </c:pt>
                <c:pt idx="168">
                  <c:v>-0.44866400000000001</c:v>
                </c:pt>
                <c:pt idx="169">
                  <c:v>-0.44835799999999998</c:v>
                </c:pt>
                <c:pt idx="170">
                  <c:v>-0.44805299999999998</c:v>
                </c:pt>
                <c:pt idx="171">
                  <c:v>-0.44774799999999998</c:v>
                </c:pt>
                <c:pt idx="172">
                  <c:v>-0.44744200000000001</c:v>
                </c:pt>
                <c:pt idx="173">
                  <c:v>-0.44713700000000001</c:v>
                </c:pt>
                <c:pt idx="174">
                  <c:v>-0.44683099999999998</c:v>
                </c:pt>
                <c:pt idx="175">
                  <c:v>-0.44652599999999998</c:v>
                </c:pt>
                <c:pt idx="176">
                  <c:v>-0.44622099999999998</c:v>
                </c:pt>
                <c:pt idx="177">
                  <c:v>-0.44591500000000001</c:v>
                </c:pt>
                <c:pt idx="178">
                  <c:v>-0.44561000000000001</c:v>
                </c:pt>
                <c:pt idx="179">
                  <c:v>-0.44530399999999998</c:v>
                </c:pt>
                <c:pt idx="180">
                  <c:v>-0.44499899999999998</c:v>
                </c:pt>
                <c:pt idx="181">
                  <c:v>-0.44469399999999998</c:v>
                </c:pt>
                <c:pt idx="182">
                  <c:v>-0.44438800000000001</c:v>
                </c:pt>
                <c:pt idx="183">
                  <c:v>-0.44408300000000001</c:v>
                </c:pt>
                <c:pt idx="184">
                  <c:v>-0.44377699999999998</c:v>
                </c:pt>
                <c:pt idx="185">
                  <c:v>-0.44347199999999998</c:v>
                </c:pt>
                <c:pt idx="186">
                  <c:v>-0.44316699999999998</c:v>
                </c:pt>
                <c:pt idx="187">
                  <c:v>-0.442861</c:v>
                </c:pt>
                <c:pt idx="188">
                  <c:v>-0.442556</c:v>
                </c:pt>
                <c:pt idx="189">
                  <c:v>-0.44224999999999998</c:v>
                </c:pt>
                <c:pt idx="190">
                  <c:v>-0.44194499999999998</c:v>
                </c:pt>
                <c:pt idx="191">
                  <c:v>-0.44163999999999998</c:v>
                </c:pt>
                <c:pt idx="192">
                  <c:v>-0.441334</c:v>
                </c:pt>
                <c:pt idx="193">
                  <c:v>-0.441029</c:v>
                </c:pt>
                <c:pt idx="194">
                  <c:v>-0.44072299999999998</c:v>
                </c:pt>
                <c:pt idx="195">
                  <c:v>-0.44041799999999998</c:v>
                </c:pt>
                <c:pt idx="196">
                  <c:v>-0.44011299999999998</c:v>
                </c:pt>
                <c:pt idx="197">
                  <c:v>-0.439807</c:v>
                </c:pt>
                <c:pt idx="198">
                  <c:v>-0.439502</c:v>
                </c:pt>
                <c:pt idx="199">
                  <c:v>-0.43919599999999998</c:v>
                </c:pt>
                <c:pt idx="200">
                  <c:v>-0.43889099999999998</c:v>
                </c:pt>
                <c:pt idx="201">
                  <c:v>-0.43858599999999998</c:v>
                </c:pt>
                <c:pt idx="202">
                  <c:v>-0.43828</c:v>
                </c:pt>
                <c:pt idx="203">
                  <c:v>-0.437975</c:v>
                </c:pt>
                <c:pt idx="204">
                  <c:v>-0.43766899999999997</c:v>
                </c:pt>
                <c:pt idx="205">
                  <c:v>-0.43736399999999998</c:v>
                </c:pt>
                <c:pt idx="206">
                  <c:v>-0.43705899999999998</c:v>
                </c:pt>
                <c:pt idx="207">
                  <c:v>-0.436753</c:v>
                </c:pt>
                <c:pt idx="208">
                  <c:v>-0.436448</c:v>
                </c:pt>
                <c:pt idx="209">
                  <c:v>-0.43614199999999997</c:v>
                </c:pt>
                <c:pt idx="210">
                  <c:v>-0.43583699999999997</c:v>
                </c:pt>
                <c:pt idx="211">
                  <c:v>-0.43553199999999997</c:v>
                </c:pt>
                <c:pt idx="212">
                  <c:v>-0.435226</c:v>
                </c:pt>
                <c:pt idx="213">
                  <c:v>-0.434921</c:v>
                </c:pt>
                <c:pt idx="214">
                  <c:v>-0.43461499999999997</c:v>
                </c:pt>
                <c:pt idx="215">
                  <c:v>-0.43430999999999997</c:v>
                </c:pt>
                <c:pt idx="216">
                  <c:v>-0.43400499999999997</c:v>
                </c:pt>
                <c:pt idx="217">
                  <c:v>-0.433699</c:v>
                </c:pt>
                <c:pt idx="218">
                  <c:v>-0.433394</c:v>
                </c:pt>
                <c:pt idx="219">
                  <c:v>-0.43308799999999997</c:v>
                </c:pt>
                <c:pt idx="220">
                  <c:v>-0.43278299999999997</c:v>
                </c:pt>
                <c:pt idx="221">
                  <c:v>-0.43247799999999997</c:v>
                </c:pt>
                <c:pt idx="222">
                  <c:v>-0.432172</c:v>
                </c:pt>
                <c:pt idx="223">
                  <c:v>-0.431867</c:v>
                </c:pt>
                <c:pt idx="224">
                  <c:v>-0.43156099999999997</c:v>
                </c:pt>
                <c:pt idx="225">
                  <c:v>-0.43125599999999997</c:v>
                </c:pt>
                <c:pt idx="226">
                  <c:v>-0.43095099999999997</c:v>
                </c:pt>
                <c:pt idx="227">
                  <c:v>-0.430645</c:v>
                </c:pt>
                <c:pt idx="228">
                  <c:v>-0.43034</c:v>
                </c:pt>
                <c:pt idx="229">
                  <c:v>-0.43003400000000003</c:v>
                </c:pt>
                <c:pt idx="230">
                  <c:v>-0.42972900000000003</c:v>
                </c:pt>
                <c:pt idx="231">
                  <c:v>-0.42942399999999997</c:v>
                </c:pt>
                <c:pt idx="232">
                  <c:v>-0.429118</c:v>
                </c:pt>
                <c:pt idx="233">
                  <c:v>-0.428813</c:v>
                </c:pt>
                <c:pt idx="234">
                  <c:v>-0.42850700000000003</c:v>
                </c:pt>
                <c:pt idx="235">
                  <c:v>-0.42820200000000003</c:v>
                </c:pt>
                <c:pt idx="236">
                  <c:v>-0.42789700000000003</c:v>
                </c:pt>
                <c:pt idx="237">
                  <c:v>-0.427591</c:v>
                </c:pt>
                <c:pt idx="238">
                  <c:v>-0.427286</c:v>
                </c:pt>
                <c:pt idx="239">
                  <c:v>-0.42698000000000003</c:v>
                </c:pt>
                <c:pt idx="240">
                  <c:v>-0.42667500000000003</c:v>
                </c:pt>
                <c:pt idx="241">
                  <c:v>-0.42637000000000003</c:v>
                </c:pt>
                <c:pt idx="242">
                  <c:v>-0.426064</c:v>
                </c:pt>
                <c:pt idx="243">
                  <c:v>-0.425759</c:v>
                </c:pt>
                <c:pt idx="244">
                  <c:v>-0.42545300000000003</c:v>
                </c:pt>
                <c:pt idx="245">
                  <c:v>-0.42514800000000003</c:v>
                </c:pt>
                <c:pt idx="246">
                  <c:v>-0.42484300000000003</c:v>
                </c:pt>
                <c:pt idx="247">
                  <c:v>-0.424537</c:v>
                </c:pt>
                <c:pt idx="248">
                  <c:v>-0.424232</c:v>
                </c:pt>
                <c:pt idx="249">
                  <c:v>-0.42392600000000003</c:v>
                </c:pt>
                <c:pt idx="250">
                  <c:v>-0.42362100000000003</c:v>
                </c:pt>
                <c:pt idx="251">
                  <c:v>-0.42331600000000003</c:v>
                </c:pt>
                <c:pt idx="252">
                  <c:v>-0.42301</c:v>
                </c:pt>
                <c:pt idx="253">
                  <c:v>-0.422705</c:v>
                </c:pt>
                <c:pt idx="254">
                  <c:v>-0.4224</c:v>
                </c:pt>
                <c:pt idx="255">
                  <c:v>-0.42209400000000002</c:v>
                </c:pt>
                <c:pt idx="256">
                  <c:v>-0.42178900000000003</c:v>
                </c:pt>
                <c:pt idx="257">
                  <c:v>-0.421483</c:v>
                </c:pt>
                <c:pt idx="258">
                  <c:v>-0.421178</c:v>
                </c:pt>
                <c:pt idx="259">
                  <c:v>-0.420873</c:v>
                </c:pt>
                <c:pt idx="260">
                  <c:v>-0.42056700000000002</c:v>
                </c:pt>
                <c:pt idx="261">
                  <c:v>-0.42026200000000002</c:v>
                </c:pt>
                <c:pt idx="262">
                  <c:v>-0.419956</c:v>
                </c:pt>
                <c:pt idx="263">
                  <c:v>-0.419651</c:v>
                </c:pt>
                <c:pt idx="264">
                  <c:v>-0.419346</c:v>
                </c:pt>
                <c:pt idx="265">
                  <c:v>-0.41904000000000002</c:v>
                </c:pt>
                <c:pt idx="266">
                  <c:v>-0.41873500000000002</c:v>
                </c:pt>
                <c:pt idx="267">
                  <c:v>-0.418429</c:v>
                </c:pt>
                <c:pt idx="268">
                  <c:v>-0.418124</c:v>
                </c:pt>
                <c:pt idx="269">
                  <c:v>-0.417819</c:v>
                </c:pt>
                <c:pt idx="270">
                  <c:v>-0.41751300000000002</c:v>
                </c:pt>
                <c:pt idx="271">
                  <c:v>-0.41720800000000002</c:v>
                </c:pt>
                <c:pt idx="272">
                  <c:v>-0.41690199999999999</c:v>
                </c:pt>
                <c:pt idx="273">
                  <c:v>-0.416597</c:v>
                </c:pt>
                <c:pt idx="274">
                  <c:v>-0.416292</c:v>
                </c:pt>
                <c:pt idx="275">
                  <c:v>-0.41598600000000002</c:v>
                </c:pt>
                <c:pt idx="276">
                  <c:v>-0.41568100000000002</c:v>
                </c:pt>
                <c:pt idx="277">
                  <c:v>-0.41537499999999999</c:v>
                </c:pt>
                <c:pt idx="278">
                  <c:v>-0.41506999999999999</c:v>
                </c:pt>
                <c:pt idx="279">
                  <c:v>-0.41476499999999999</c:v>
                </c:pt>
                <c:pt idx="280">
                  <c:v>-0.41445900000000002</c:v>
                </c:pt>
                <c:pt idx="281">
                  <c:v>-0.41415400000000002</c:v>
                </c:pt>
                <c:pt idx="282">
                  <c:v>-0.41384799999999999</c:v>
                </c:pt>
                <c:pt idx="283">
                  <c:v>-0.41354299999999999</c:v>
                </c:pt>
                <c:pt idx="284">
                  <c:v>-0.41323799999999999</c:v>
                </c:pt>
                <c:pt idx="285">
                  <c:v>-0.41293200000000002</c:v>
                </c:pt>
                <c:pt idx="286">
                  <c:v>-0.41262700000000002</c:v>
                </c:pt>
                <c:pt idx="287">
                  <c:v>-0.41232099999999999</c:v>
                </c:pt>
                <c:pt idx="288">
                  <c:v>-0.41201599999999999</c:v>
                </c:pt>
                <c:pt idx="289">
                  <c:v>-0.41171099999999999</c:v>
                </c:pt>
                <c:pt idx="290">
                  <c:v>-0.41140500000000002</c:v>
                </c:pt>
                <c:pt idx="291">
                  <c:v>-0.41110000000000002</c:v>
                </c:pt>
                <c:pt idx="292">
                  <c:v>-0.41079399999999999</c:v>
                </c:pt>
                <c:pt idx="293">
                  <c:v>-0.41048899999999999</c:v>
                </c:pt>
                <c:pt idx="294">
                  <c:v>-0.41018399999999999</c:v>
                </c:pt>
                <c:pt idx="295">
                  <c:v>-0.40987800000000002</c:v>
                </c:pt>
                <c:pt idx="296">
                  <c:v>-0.40957300000000002</c:v>
                </c:pt>
                <c:pt idx="297">
                  <c:v>-0.40926699999999999</c:v>
                </c:pt>
                <c:pt idx="298">
                  <c:v>-0.40896199999999999</c:v>
                </c:pt>
                <c:pt idx="299">
                  <c:v>-0.40865699999999999</c:v>
                </c:pt>
                <c:pt idx="300">
                  <c:v>-0.40835100000000002</c:v>
                </c:pt>
                <c:pt idx="301">
                  <c:v>-0.40804600000000002</c:v>
                </c:pt>
                <c:pt idx="302">
                  <c:v>-0.40773999999999999</c:v>
                </c:pt>
                <c:pt idx="303">
                  <c:v>-0.40743499999999999</c:v>
                </c:pt>
                <c:pt idx="304">
                  <c:v>-0.40712999999999999</c:v>
                </c:pt>
                <c:pt idx="305">
                  <c:v>-0.40682400000000002</c:v>
                </c:pt>
                <c:pt idx="306">
                  <c:v>-0.40651900000000002</c:v>
                </c:pt>
                <c:pt idx="307">
                  <c:v>-0.40621299999999999</c:v>
                </c:pt>
                <c:pt idx="308">
                  <c:v>-0.40590799999999999</c:v>
                </c:pt>
                <c:pt idx="309">
                  <c:v>-0.40560299999999999</c:v>
                </c:pt>
                <c:pt idx="310">
                  <c:v>-0.40529700000000002</c:v>
                </c:pt>
                <c:pt idx="311">
                  <c:v>-0.40499200000000002</c:v>
                </c:pt>
                <c:pt idx="312">
                  <c:v>-0.40468599999999999</c:v>
                </c:pt>
                <c:pt idx="313">
                  <c:v>-0.40438099999999999</c:v>
                </c:pt>
                <c:pt idx="314">
                  <c:v>-0.40407599999999999</c:v>
                </c:pt>
                <c:pt idx="315">
                  <c:v>-0.40377000000000002</c:v>
                </c:pt>
                <c:pt idx="316">
                  <c:v>-0.40346500000000002</c:v>
                </c:pt>
                <c:pt idx="317">
                  <c:v>-0.40315899999999999</c:v>
                </c:pt>
                <c:pt idx="318">
                  <c:v>-0.40285399999999999</c:v>
                </c:pt>
                <c:pt idx="319">
                  <c:v>-0.40254899999999999</c:v>
                </c:pt>
                <c:pt idx="320">
                  <c:v>-0.40224300000000002</c:v>
                </c:pt>
                <c:pt idx="321">
                  <c:v>-0.40193800000000002</c:v>
                </c:pt>
                <c:pt idx="322">
                  <c:v>-0.40163199999999999</c:v>
                </c:pt>
                <c:pt idx="323">
                  <c:v>-0.40132699999999999</c:v>
                </c:pt>
                <c:pt idx="324">
                  <c:v>-0.40102199999999999</c:v>
                </c:pt>
                <c:pt idx="325">
                  <c:v>-0.40071600000000002</c:v>
                </c:pt>
                <c:pt idx="326">
                  <c:v>-0.40041100000000002</c:v>
                </c:pt>
                <c:pt idx="327">
                  <c:v>-0.40010499999999999</c:v>
                </c:pt>
                <c:pt idx="328">
                  <c:v>-0.39979999999999999</c:v>
                </c:pt>
                <c:pt idx="329">
                  <c:v>-0.39949499999999999</c:v>
                </c:pt>
                <c:pt idx="330">
                  <c:v>-0.39918900000000002</c:v>
                </c:pt>
                <c:pt idx="331">
                  <c:v>-0.39888400000000002</c:v>
                </c:pt>
                <c:pt idx="332">
                  <c:v>-0.39857799999999999</c:v>
                </c:pt>
                <c:pt idx="333">
                  <c:v>-0.39827299999999999</c:v>
                </c:pt>
                <c:pt idx="334">
                  <c:v>-0.39796799999999999</c:v>
                </c:pt>
                <c:pt idx="335">
                  <c:v>-0.39766200000000002</c:v>
                </c:pt>
                <c:pt idx="336">
                  <c:v>-0.39735700000000002</c:v>
                </c:pt>
                <c:pt idx="337">
                  <c:v>-0.39705200000000002</c:v>
                </c:pt>
                <c:pt idx="338">
                  <c:v>-0.39674599999999999</c:v>
                </c:pt>
                <c:pt idx="339">
                  <c:v>-0.39644099999999999</c:v>
                </c:pt>
                <c:pt idx="340">
                  <c:v>-0.39613500000000001</c:v>
                </c:pt>
                <c:pt idx="341">
                  <c:v>-0.39583000000000002</c:v>
                </c:pt>
                <c:pt idx="342">
                  <c:v>-0.39552500000000002</c:v>
                </c:pt>
                <c:pt idx="343">
                  <c:v>-0.39521899999999999</c:v>
                </c:pt>
                <c:pt idx="344">
                  <c:v>-0.39491399999999999</c:v>
                </c:pt>
                <c:pt idx="345">
                  <c:v>-0.39460800000000001</c:v>
                </c:pt>
                <c:pt idx="346">
                  <c:v>-0.39430300000000001</c:v>
                </c:pt>
                <c:pt idx="347">
                  <c:v>-0.39399800000000001</c:v>
                </c:pt>
                <c:pt idx="348">
                  <c:v>-0.39369199999999999</c:v>
                </c:pt>
                <c:pt idx="349">
                  <c:v>-0.39338699999999999</c:v>
                </c:pt>
                <c:pt idx="350">
                  <c:v>-0.39308100000000001</c:v>
                </c:pt>
                <c:pt idx="351">
                  <c:v>-0.39277600000000001</c:v>
                </c:pt>
                <c:pt idx="352">
                  <c:v>-0.39247100000000001</c:v>
                </c:pt>
                <c:pt idx="353">
                  <c:v>-0.39216499999999999</c:v>
                </c:pt>
                <c:pt idx="354">
                  <c:v>-0.39185999999999999</c:v>
                </c:pt>
                <c:pt idx="355">
                  <c:v>-0.39155400000000001</c:v>
                </c:pt>
                <c:pt idx="356">
                  <c:v>-0.39124900000000001</c:v>
                </c:pt>
                <c:pt idx="357">
                  <c:v>-0.39094400000000001</c:v>
                </c:pt>
                <c:pt idx="358">
                  <c:v>-0.39063799999999999</c:v>
                </c:pt>
                <c:pt idx="359">
                  <c:v>-0.39033299999999999</c:v>
                </c:pt>
                <c:pt idx="360">
                  <c:v>-0.39002700000000001</c:v>
                </c:pt>
                <c:pt idx="361">
                  <c:v>-0.38972200000000001</c:v>
                </c:pt>
                <c:pt idx="362">
                  <c:v>-0.38941700000000001</c:v>
                </c:pt>
                <c:pt idx="363">
                  <c:v>-0.38911099999999998</c:v>
                </c:pt>
                <c:pt idx="364">
                  <c:v>-0.38880599999999998</c:v>
                </c:pt>
                <c:pt idx="365">
                  <c:v>-0.38850000000000001</c:v>
                </c:pt>
                <c:pt idx="366">
                  <c:v>-0.38819500000000001</c:v>
                </c:pt>
                <c:pt idx="367">
                  <c:v>-0.38789000000000001</c:v>
                </c:pt>
                <c:pt idx="368">
                  <c:v>-0.38758399999999998</c:v>
                </c:pt>
                <c:pt idx="369">
                  <c:v>-0.38727899999999998</c:v>
                </c:pt>
                <c:pt idx="370">
                  <c:v>-0.38697300000000001</c:v>
                </c:pt>
                <c:pt idx="371">
                  <c:v>-0.38666800000000001</c:v>
                </c:pt>
                <c:pt idx="372">
                  <c:v>-0.38636300000000001</c:v>
                </c:pt>
                <c:pt idx="373">
                  <c:v>-0.38605699999999998</c:v>
                </c:pt>
                <c:pt idx="374">
                  <c:v>-0.38575199999999998</c:v>
                </c:pt>
                <c:pt idx="375">
                  <c:v>-0.38544600000000001</c:v>
                </c:pt>
                <c:pt idx="376">
                  <c:v>-0.38514100000000001</c:v>
                </c:pt>
                <c:pt idx="377">
                  <c:v>-0.38483600000000001</c:v>
                </c:pt>
                <c:pt idx="378">
                  <c:v>-0.38452999999999998</c:v>
                </c:pt>
                <c:pt idx="379">
                  <c:v>-0.38422499999999998</c:v>
                </c:pt>
                <c:pt idx="380">
                  <c:v>-0.38391900000000001</c:v>
                </c:pt>
                <c:pt idx="381">
                  <c:v>-0.38361400000000001</c:v>
                </c:pt>
                <c:pt idx="382">
                  <c:v>-0.38330900000000001</c:v>
                </c:pt>
                <c:pt idx="383">
                  <c:v>-0.38300299999999998</c:v>
                </c:pt>
                <c:pt idx="384">
                  <c:v>-0.38269799999999998</c:v>
                </c:pt>
                <c:pt idx="385">
                  <c:v>-0.38239200000000001</c:v>
                </c:pt>
                <c:pt idx="386">
                  <c:v>-0.38208700000000001</c:v>
                </c:pt>
                <c:pt idx="387">
                  <c:v>-0.38178200000000001</c:v>
                </c:pt>
                <c:pt idx="388">
                  <c:v>-0.38147599999999998</c:v>
                </c:pt>
                <c:pt idx="389">
                  <c:v>-0.38117099999999998</c:v>
                </c:pt>
                <c:pt idx="390">
                  <c:v>-0.38086500000000001</c:v>
                </c:pt>
                <c:pt idx="391">
                  <c:v>-0.38056000000000001</c:v>
                </c:pt>
                <c:pt idx="392">
                  <c:v>-0.38025500000000001</c:v>
                </c:pt>
                <c:pt idx="393">
                  <c:v>-0.37994899999999998</c:v>
                </c:pt>
                <c:pt idx="394">
                  <c:v>-0.37964399999999998</c:v>
                </c:pt>
                <c:pt idx="395">
                  <c:v>-0.37933800000000001</c:v>
                </c:pt>
                <c:pt idx="396">
                  <c:v>-0.37903300000000001</c:v>
                </c:pt>
                <c:pt idx="397">
                  <c:v>-0.37872800000000001</c:v>
                </c:pt>
                <c:pt idx="398">
                  <c:v>-0.37842199999999998</c:v>
                </c:pt>
                <c:pt idx="399">
                  <c:v>-0.37811699999999998</c:v>
                </c:pt>
                <c:pt idx="400">
                  <c:v>-0.37781100000000001</c:v>
                </c:pt>
                <c:pt idx="401">
                  <c:v>-0.37750600000000001</c:v>
                </c:pt>
                <c:pt idx="402">
                  <c:v>-0.37720100000000001</c:v>
                </c:pt>
                <c:pt idx="403">
                  <c:v>-0.37689499999999998</c:v>
                </c:pt>
                <c:pt idx="404">
                  <c:v>-0.37658999999999998</c:v>
                </c:pt>
                <c:pt idx="405">
                  <c:v>-0.37628400000000001</c:v>
                </c:pt>
                <c:pt idx="406">
                  <c:v>-0.37597900000000001</c:v>
                </c:pt>
                <c:pt idx="407">
                  <c:v>-0.37567400000000001</c:v>
                </c:pt>
                <c:pt idx="408">
                  <c:v>-0.37536799999999998</c:v>
                </c:pt>
                <c:pt idx="409">
                  <c:v>-0.37506299999999998</c:v>
                </c:pt>
                <c:pt idx="410">
                  <c:v>-0.37475700000000001</c:v>
                </c:pt>
                <c:pt idx="411">
                  <c:v>-0.37445200000000001</c:v>
                </c:pt>
                <c:pt idx="412">
                  <c:v>-0.37414700000000001</c:v>
                </c:pt>
                <c:pt idx="413">
                  <c:v>-0.37384099999999998</c:v>
                </c:pt>
                <c:pt idx="414">
                  <c:v>-0.37353599999999998</c:v>
                </c:pt>
                <c:pt idx="415">
                  <c:v>-0.37323000000000001</c:v>
                </c:pt>
                <c:pt idx="416">
                  <c:v>-0.37292500000000001</c:v>
                </c:pt>
                <c:pt idx="417">
                  <c:v>-0.37262000000000001</c:v>
                </c:pt>
                <c:pt idx="418">
                  <c:v>-0.37231399999999998</c:v>
                </c:pt>
                <c:pt idx="419">
                  <c:v>-0.37200899999999998</c:v>
                </c:pt>
                <c:pt idx="420">
                  <c:v>-0.37170399999999998</c:v>
                </c:pt>
                <c:pt idx="421">
                  <c:v>-0.37139800000000001</c:v>
                </c:pt>
                <c:pt idx="422">
                  <c:v>-0.37109300000000001</c:v>
                </c:pt>
                <c:pt idx="423">
                  <c:v>-0.37078699999999998</c:v>
                </c:pt>
                <c:pt idx="424">
                  <c:v>-0.37048199999999998</c:v>
                </c:pt>
                <c:pt idx="425">
                  <c:v>-0.37017699999999998</c:v>
                </c:pt>
                <c:pt idx="426">
                  <c:v>-0.36987100000000001</c:v>
                </c:pt>
                <c:pt idx="427">
                  <c:v>-0.36956600000000001</c:v>
                </c:pt>
                <c:pt idx="428">
                  <c:v>-0.36925999999999998</c:v>
                </c:pt>
                <c:pt idx="429">
                  <c:v>-0.36895499999999998</c:v>
                </c:pt>
                <c:pt idx="430">
                  <c:v>-0.36864999999999998</c:v>
                </c:pt>
                <c:pt idx="431">
                  <c:v>-0.368344</c:v>
                </c:pt>
                <c:pt idx="432">
                  <c:v>-0.36803900000000001</c:v>
                </c:pt>
                <c:pt idx="433">
                  <c:v>-0.36773299999999998</c:v>
                </c:pt>
                <c:pt idx="434">
                  <c:v>-0.36742799999999998</c:v>
                </c:pt>
                <c:pt idx="435">
                  <c:v>-0.36712299999999998</c:v>
                </c:pt>
                <c:pt idx="436">
                  <c:v>-0.366817</c:v>
                </c:pt>
                <c:pt idx="437">
                  <c:v>-0.366512</c:v>
                </c:pt>
                <c:pt idx="438">
                  <c:v>-0.36620599999999998</c:v>
                </c:pt>
                <c:pt idx="439">
                  <c:v>-0.36590099999999998</c:v>
                </c:pt>
                <c:pt idx="440">
                  <c:v>-0.36559599999999998</c:v>
                </c:pt>
                <c:pt idx="441">
                  <c:v>-0.36529</c:v>
                </c:pt>
                <c:pt idx="442">
                  <c:v>-0.364985</c:v>
                </c:pt>
                <c:pt idx="443">
                  <c:v>-0.36467899999999998</c:v>
                </c:pt>
                <c:pt idx="444">
                  <c:v>-0.36437399999999998</c:v>
                </c:pt>
                <c:pt idx="445">
                  <c:v>-0.36406899999999998</c:v>
                </c:pt>
                <c:pt idx="446">
                  <c:v>-0.363763</c:v>
                </c:pt>
                <c:pt idx="447">
                  <c:v>-0.363458</c:v>
                </c:pt>
                <c:pt idx="448">
                  <c:v>-0.36315199999999997</c:v>
                </c:pt>
                <c:pt idx="449">
                  <c:v>-0.36284699999999998</c:v>
                </c:pt>
                <c:pt idx="450">
                  <c:v>-0.36254199999999998</c:v>
                </c:pt>
                <c:pt idx="451">
                  <c:v>-0.362236</c:v>
                </c:pt>
                <c:pt idx="452">
                  <c:v>-0.361931</c:v>
                </c:pt>
                <c:pt idx="453">
                  <c:v>-0.36162499999999997</c:v>
                </c:pt>
                <c:pt idx="454">
                  <c:v>-0.36131999999999997</c:v>
                </c:pt>
                <c:pt idx="455">
                  <c:v>-0.36101499999999997</c:v>
                </c:pt>
                <c:pt idx="456">
                  <c:v>-0.360709</c:v>
                </c:pt>
                <c:pt idx="457">
                  <c:v>-0.360404</c:v>
                </c:pt>
                <c:pt idx="458">
                  <c:v>-0.36009799999999997</c:v>
                </c:pt>
                <c:pt idx="459">
                  <c:v>-0.35979299999999997</c:v>
                </c:pt>
                <c:pt idx="460">
                  <c:v>-0.35948799999999997</c:v>
                </c:pt>
                <c:pt idx="461">
                  <c:v>-0.359182</c:v>
                </c:pt>
                <c:pt idx="462">
                  <c:v>-0.358877</c:v>
                </c:pt>
                <c:pt idx="463">
                  <c:v>-0.35857099999999997</c:v>
                </c:pt>
                <c:pt idx="464">
                  <c:v>-0.35826599999999997</c:v>
                </c:pt>
                <c:pt idx="465">
                  <c:v>-0.35796099999999997</c:v>
                </c:pt>
                <c:pt idx="466">
                  <c:v>-0.357655</c:v>
                </c:pt>
                <c:pt idx="467">
                  <c:v>-0.35735</c:v>
                </c:pt>
                <c:pt idx="468">
                  <c:v>-0.35704399999999997</c:v>
                </c:pt>
                <c:pt idx="469">
                  <c:v>-0.35673899999999997</c:v>
                </c:pt>
                <c:pt idx="470">
                  <c:v>-0.35643399999999997</c:v>
                </c:pt>
                <c:pt idx="471">
                  <c:v>-0.356128</c:v>
                </c:pt>
                <c:pt idx="472">
                  <c:v>-0.355823</c:v>
                </c:pt>
                <c:pt idx="473">
                  <c:v>-0.35551700000000003</c:v>
                </c:pt>
                <c:pt idx="474">
                  <c:v>-0.35521200000000003</c:v>
                </c:pt>
                <c:pt idx="475">
                  <c:v>-0.35490699999999997</c:v>
                </c:pt>
                <c:pt idx="476">
                  <c:v>-0.354601</c:v>
                </c:pt>
                <c:pt idx="477">
                  <c:v>-0.354296</c:v>
                </c:pt>
                <c:pt idx="478">
                  <c:v>-0.35399000000000003</c:v>
                </c:pt>
                <c:pt idx="479">
                  <c:v>-0.35368500000000003</c:v>
                </c:pt>
                <c:pt idx="480">
                  <c:v>-0.35338000000000003</c:v>
                </c:pt>
                <c:pt idx="481">
                  <c:v>-0.353074</c:v>
                </c:pt>
                <c:pt idx="482">
                  <c:v>-0.352769</c:v>
                </c:pt>
                <c:pt idx="483">
                  <c:v>-0.35246300000000003</c:v>
                </c:pt>
                <c:pt idx="484">
                  <c:v>-0.35215800000000003</c:v>
                </c:pt>
                <c:pt idx="485">
                  <c:v>-0.35185300000000003</c:v>
                </c:pt>
                <c:pt idx="486">
                  <c:v>-0.351547</c:v>
                </c:pt>
                <c:pt idx="487">
                  <c:v>-0.351242</c:v>
                </c:pt>
                <c:pt idx="488">
                  <c:v>-0.35093600000000003</c:v>
                </c:pt>
                <c:pt idx="489">
                  <c:v>-0.35063100000000003</c:v>
                </c:pt>
                <c:pt idx="490">
                  <c:v>-0.35032600000000003</c:v>
                </c:pt>
                <c:pt idx="491">
                  <c:v>-0.35002</c:v>
                </c:pt>
                <c:pt idx="492">
                  <c:v>-0.349715</c:v>
                </c:pt>
                <c:pt idx="493">
                  <c:v>-0.34940900000000003</c:v>
                </c:pt>
                <c:pt idx="494">
                  <c:v>-0.34910400000000003</c:v>
                </c:pt>
                <c:pt idx="495">
                  <c:v>-0.34879900000000003</c:v>
                </c:pt>
                <c:pt idx="496">
                  <c:v>-0.348493</c:v>
                </c:pt>
                <c:pt idx="497">
                  <c:v>-0.348188</c:v>
                </c:pt>
                <c:pt idx="498">
                  <c:v>-0.34788200000000002</c:v>
                </c:pt>
                <c:pt idx="499">
                  <c:v>-0.34757700000000002</c:v>
                </c:pt>
                <c:pt idx="500">
                  <c:v>-0.34727200000000003</c:v>
                </c:pt>
                <c:pt idx="501">
                  <c:v>-0.346966</c:v>
                </c:pt>
                <c:pt idx="502">
                  <c:v>-0.346661</c:v>
                </c:pt>
                <c:pt idx="503">
                  <c:v>-0.34635500000000002</c:v>
                </c:pt>
                <c:pt idx="504">
                  <c:v>-0.34605000000000002</c:v>
                </c:pt>
                <c:pt idx="505">
                  <c:v>-0.34574500000000002</c:v>
                </c:pt>
                <c:pt idx="506">
                  <c:v>-0.345439</c:v>
                </c:pt>
                <c:pt idx="507">
                  <c:v>-0.345134</c:v>
                </c:pt>
                <c:pt idx="508">
                  <c:v>-0.344829</c:v>
                </c:pt>
                <c:pt idx="509">
                  <c:v>-0.34452300000000002</c:v>
                </c:pt>
                <c:pt idx="510">
                  <c:v>-0.34421800000000002</c:v>
                </c:pt>
                <c:pt idx="511">
                  <c:v>-0.343912</c:v>
                </c:pt>
                <c:pt idx="512">
                  <c:v>-0.343607</c:v>
                </c:pt>
                <c:pt idx="513">
                  <c:v>-0.343302</c:v>
                </c:pt>
                <c:pt idx="514">
                  <c:v>-0.34299600000000002</c:v>
                </c:pt>
                <c:pt idx="515">
                  <c:v>-0.34269100000000002</c:v>
                </c:pt>
                <c:pt idx="516">
                  <c:v>-0.34238499999999999</c:v>
                </c:pt>
                <c:pt idx="517">
                  <c:v>-0.34208</c:v>
                </c:pt>
                <c:pt idx="518">
                  <c:v>-0.341775</c:v>
                </c:pt>
                <c:pt idx="519">
                  <c:v>-0.34146900000000002</c:v>
                </c:pt>
                <c:pt idx="520">
                  <c:v>-0.34116400000000002</c:v>
                </c:pt>
                <c:pt idx="521">
                  <c:v>-0.34085799999999999</c:v>
                </c:pt>
                <c:pt idx="522">
                  <c:v>-0.34055299999999999</c:v>
                </c:pt>
                <c:pt idx="523">
                  <c:v>-0.34024799999999999</c:v>
                </c:pt>
                <c:pt idx="524">
                  <c:v>-0.33994200000000002</c:v>
                </c:pt>
                <c:pt idx="525">
                  <c:v>-0.33963700000000002</c:v>
                </c:pt>
                <c:pt idx="526">
                  <c:v>-0.33933099999999999</c:v>
                </c:pt>
                <c:pt idx="527">
                  <c:v>-0.33902599999999999</c:v>
                </c:pt>
                <c:pt idx="528">
                  <c:v>-0.33872099999999999</c:v>
                </c:pt>
                <c:pt idx="529">
                  <c:v>-0.33841500000000002</c:v>
                </c:pt>
                <c:pt idx="530">
                  <c:v>-0.33811000000000002</c:v>
                </c:pt>
                <c:pt idx="531">
                  <c:v>-0.33780399999999999</c:v>
                </c:pt>
                <c:pt idx="532">
                  <c:v>-0.33749899999999999</c:v>
                </c:pt>
                <c:pt idx="533">
                  <c:v>-0.33719399999999999</c:v>
                </c:pt>
                <c:pt idx="534">
                  <c:v>-0.33688800000000002</c:v>
                </c:pt>
                <c:pt idx="535">
                  <c:v>-0.33658300000000002</c:v>
                </c:pt>
                <c:pt idx="536">
                  <c:v>-0.33627699999999999</c:v>
                </c:pt>
                <c:pt idx="537">
                  <c:v>-0.33597199999999999</c:v>
                </c:pt>
                <c:pt idx="538">
                  <c:v>-0.33566699999999999</c:v>
                </c:pt>
                <c:pt idx="539">
                  <c:v>-0.33536100000000002</c:v>
                </c:pt>
                <c:pt idx="540">
                  <c:v>-0.33505600000000002</c:v>
                </c:pt>
                <c:pt idx="541">
                  <c:v>-0.33474999999999999</c:v>
                </c:pt>
                <c:pt idx="542">
                  <c:v>-0.33444499999999999</c:v>
                </c:pt>
                <c:pt idx="543">
                  <c:v>-0.33413999999999999</c:v>
                </c:pt>
                <c:pt idx="544">
                  <c:v>-0.33383400000000002</c:v>
                </c:pt>
                <c:pt idx="545">
                  <c:v>-0.33352900000000002</c:v>
                </c:pt>
                <c:pt idx="546">
                  <c:v>-0.33322299999999999</c:v>
                </c:pt>
                <c:pt idx="547">
                  <c:v>-0.33291799999999999</c:v>
                </c:pt>
                <c:pt idx="548">
                  <c:v>-0.33261299999999999</c:v>
                </c:pt>
                <c:pt idx="549">
                  <c:v>-0.33230700000000002</c:v>
                </c:pt>
                <c:pt idx="550">
                  <c:v>-0.33200200000000002</c:v>
                </c:pt>
                <c:pt idx="551">
                  <c:v>-0.33169599999999999</c:v>
                </c:pt>
                <c:pt idx="552">
                  <c:v>-0.33139099999999999</c:v>
                </c:pt>
                <c:pt idx="553">
                  <c:v>-0.33108599999999999</c:v>
                </c:pt>
                <c:pt idx="554">
                  <c:v>-0.33078000000000002</c:v>
                </c:pt>
                <c:pt idx="555">
                  <c:v>-0.33047500000000002</c:v>
                </c:pt>
                <c:pt idx="556">
                  <c:v>-0.33016899999999999</c:v>
                </c:pt>
                <c:pt idx="557">
                  <c:v>-0.32986399999999999</c:v>
                </c:pt>
                <c:pt idx="558">
                  <c:v>-0.32955899999999999</c:v>
                </c:pt>
                <c:pt idx="559">
                  <c:v>-0.32925300000000002</c:v>
                </c:pt>
                <c:pt idx="560">
                  <c:v>-0.32894800000000002</c:v>
                </c:pt>
                <c:pt idx="561">
                  <c:v>-0.32864199999999999</c:v>
                </c:pt>
                <c:pt idx="562">
                  <c:v>-0.32833699999999999</c:v>
                </c:pt>
                <c:pt idx="563">
                  <c:v>-0.32803199999999999</c:v>
                </c:pt>
                <c:pt idx="564">
                  <c:v>-0.32772600000000002</c:v>
                </c:pt>
                <c:pt idx="565">
                  <c:v>-0.32742100000000002</c:v>
                </c:pt>
                <c:pt idx="566">
                  <c:v>-0.32711499999999999</c:v>
                </c:pt>
                <c:pt idx="567">
                  <c:v>-0.32680999999999999</c:v>
                </c:pt>
                <c:pt idx="568">
                  <c:v>-0.32650499999999999</c:v>
                </c:pt>
                <c:pt idx="569">
                  <c:v>-0.32619900000000002</c:v>
                </c:pt>
                <c:pt idx="570">
                  <c:v>-0.32589400000000002</c:v>
                </c:pt>
                <c:pt idx="571">
                  <c:v>-0.32558799999999999</c:v>
                </c:pt>
                <c:pt idx="572">
                  <c:v>-0.32528299999999999</c:v>
                </c:pt>
                <c:pt idx="573">
                  <c:v>-0.32497799999999999</c:v>
                </c:pt>
                <c:pt idx="574">
                  <c:v>-0.32467200000000002</c:v>
                </c:pt>
                <c:pt idx="575">
                  <c:v>-0.32436700000000002</c:v>
                </c:pt>
                <c:pt idx="576">
                  <c:v>-0.32406099999999999</c:v>
                </c:pt>
                <c:pt idx="577">
                  <c:v>-0.32375599999999999</c:v>
                </c:pt>
                <c:pt idx="578">
                  <c:v>-0.32345099999999999</c:v>
                </c:pt>
                <c:pt idx="579">
                  <c:v>-0.32314500000000002</c:v>
                </c:pt>
                <c:pt idx="580">
                  <c:v>-0.32284000000000002</c:v>
                </c:pt>
                <c:pt idx="581">
                  <c:v>-0.32253399999999999</c:v>
                </c:pt>
                <c:pt idx="582">
                  <c:v>-0.32222899999999999</c:v>
                </c:pt>
                <c:pt idx="583">
                  <c:v>-0.32192399999999999</c:v>
                </c:pt>
                <c:pt idx="584">
                  <c:v>-0.32161800000000001</c:v>
                </c:pt>
                <c:pt idx="585">
                  <c:v>-0.32131300000000002</c:v>
                </c:pt>
                <c:pt idx="586">
                  <c:v>-0.32100699999999999</c:v>
                </c:pt>
                <c:pt idx="587">
                  <c:v>-0.32070199999999999</c:v>
                </c:pt>
                <c:pt idx="588">
                  <c:v>-0.32039699999999999</c:v>
                </c:pt>
                <c:pt idx="589">
                  <c:v>-0.32009100000000001</c:v>
                </c:pt>
                <c:pt idx="590">
                  <c:v>-0.31978600000000001</c:v>
                </c:pt>
                <c:pt idx="591">
                  <c:v>-0.31948100000000001</c:v>
                </c:pt>
                <c:pt idx="592">
                  <c:v>-0.31917499999999999</c:v>
                </c:pt>
                <c:pt idx="593">
                  <c:v>-0.31886999999999999</c:v>
                </c:pt>
                <c:pt idx="594">
                  <c:v>-0.31856400000000001</c:v>
                </c:pt>
                <c:pt idx="595">
                  <c:v>-0.31825900000000001</c:v>
                </c:pt>
                <c:pt idx="596">
                  <c:v>-0.31795400000000001</c:v>
                </c:pt>
                <c:pt idx="597">
                  <c:v>-0.31764799999999999</c:v>
                </c:pt>
                <c:pt idx="598">
                  <c:v>-0.31734299999999999</c:v>
                </c:pt>
                <c:pt idx="599">
                  <c:v>-0.31703700000000001</c:v>
                </c:pt>
                <c:pt idx="600">
                  <c:v>-0.31673200000000001</c:v>
                </c:pt>
                <c:pt idx="601">
                  <c:v>-0.31642700000000001</c:v>
                </c:pt>
                <c:pt idx="602">
                  <c:v>-0.31612099999999999</c:v>
                </c:pt>
                <c:pt idx="603">
                  <c:v>-0.31581599999999999</c:v>
                </c:pt>
                <c:pt idx="604">
                  <c:v>-0.31551000000000001</c:v>
                </c:pt>
                <c:pt idx="605">
                  <c:v>-0.31520500000000001</c:v>
                </c:pt>
                <c:pt idx="606">
                  <c:v>-0.31490000000000001</c:v>
                </c:pt>
                <c:pt idx="607">
                  <c:v>-0.31459399999999998</c:v>
                </c:pt>
                <c:pt idx="608">
                  <c:v>-0.31428899999999999</c:v>
                </c:pt>
                <c:pt idx="609">
                  <c:v>-0.31398300000000001</c:v>
                </c:pt>
                <c:pt idx="610">
                  <c:v>-0.31367800000000001</c:v>
                </c:pt>
                <c:pt idx="611">
                  <c:v>-0.31337300000000001</c:v>
                </c:pt>
                <c:pt idx="612">
                  <c:v>-0.31306699999999998</c:v>
                </c:pt>
                <c:pt idx="613">
                  <c:v>-0.31276199999999998</c:v>
                </c:pt>
                <c:pt idx="614">
                  <c:v>-0.31245600000000001</c:v>
                </c:pt>
                <c:pt idx="615">
                  <c:v>-0.31215100000000001</c:v>
                </c:pt>
                <c:pt idx="616">
                  <c:v>-0.31184600000000001</c:v>
                </c:pt>
                <c:pt idx="617">
                  <c:v>-0.31153999999999998</c:v>
                </c:pt>
                <c:pt idx="618">
                  <c:v>-0.31123499999999998</c:v>
                </c:pt>
                <c:pt idx="619">
                  <c:v>-0.31092900000000001</c:v>
                </c:pt>
                <c:pt idx="620">
                  <c:v>-0.31062400000000001</c:v>
                </c:pt>
                <c:pt idx="621">
                  <c:v>-0.31031900000000001</c:v>
                </c:pt>
                <c:pt idx="622">
                  <c:v>-0.31001299999999998</c:v>
                </c:pt>
                <c:pt idx="623">
                  <c:v>-0.30970799999999998</c:v>
                </c:pt>
                <c:pt idx="624">
                  <c:v>-0.30940200000000001</c:v>
                </c:pt>
                <c:pt idx="625">
                  <c:v>-0.30909700000000001</c:v>
                </c:pt>
                <c:pt idx="626">
                  <c:v>-0.30879200000000001</c:v>
                </c:pt>
                <c:pt idx="627">
                  <c:v>-0.30848599999999998</c:v>
                </c:pt>
                <c:pt idx="628">
                  <c:v>-0.30818099999999998</c:v>
                </c:pt>
                <c:pt idx="629">
                  <c:v>-0.30787500000000001</c:v>
                </c:pt>
                <c:pt idx="630">
                  <c:v>-0.30757000000000001</c:v>
                </c:pt>
                <c:pt idx="631">
                  <c:v>-0.30726500000000001</c:v>
                </c:pt>
                <c:pt idx="632">
                  <c:v>-0.30695899999999998</c:v>
                </c:pt>
                <c:pt idx="633">
                  <c:v>-0.30665399999999998</c:v>
                </c:pt>
                <c:pt idx="634">
                  <c:v>-0.30634800000000001</c:v>
                </c:pt>
                <c:pt idx="635">
                  <c:v>-0.30604300000000001</c:v>
                </c:pt>
                <c:pt idx="636">
                  <c:v>-0.30573800000000001</c:v>
                </c:pt>
                <c:pt idx="637">
                  <c:v>-0.30543199999999998</c:v>
                </c:pt>
                <c:pt idx="638">
                  <c:v>-0.30512699999999998</c:v>
                </c:pt>
                <c:pt idx="639">
                  <c:v>-0.30482100000000001</c:v>
                </c:pt>
                <c:pt idx="640">
                  <c:v>-0.30451600000000001</c:v>
                </c:pt>
                <c:pt idx="641">
                  <c:v>-0.30421100000000001</c:v>
                </c:pt>
                <c:pt idx="642">
                  <c:v>-0.30390499999999998</c:v>
                </c:pt>
                <c:pt idx="643">
                  <c:v>-0.30359999999999998</c:v>
                </c:pt>
                <c:pt idx="644">
                  <c:v>-0.30329400000000001</c:v>
                </c:pt>
                <c:pt idx="645">
                  <c:v>-0.30298900000000001</c:v>
                </c:pt>
                <c:pt idx="646">
                  <c:v>-0.30268400000000001</c:v>
                </c:pt>
                <c:pt idx="647">
                  <c:v>-0.30237799999999998</c:v>
                </c:pt>
                <c:pt idx="648">
                  <c:v>-0.30207299999999998</c:v>
                </c:pt>
                <c:pt idx="649">
                  <c:v>-0.30176700000000001</c:v>
                </c:pt>
                <c:pt idx="650">
                  <c:v>-0.30146200000000001</c:v>
                </c:pt>
                <c:pt idx="651">
                  <c:v>-0.30115700000000001</c:v>
                </c:pt>
                <c:pt idx="652">
                  <c:v>-0.30085099999999998</c:v>
                </c:pt>
                <c:pt idx="653">
                  <c:v>-0.30054599999999998</c:v>
                </c:pt>
                <c:pt idx="654">
                  <c:v>-0.30024000000000001</c:v>
                </c:pt>
                <c:pt idx="655">
                  <c:v>-0.29993500000000001</c:v>
                </c:pt>
                <c:pt idx="656">
                  <c:v>-0.29963000000000001</c:v>
                </c:pt>
                <c:pt idx="657">
                  <c:v>-0.29932399999999998</c:v>
                </c:pt>
                <c:pt idx="658">
                  <c:v>-0.29901899999999998</c:v>
                </c:pt>
                <c:pt idx="659">
                  <c:v>-0.29871300000000001</c:v>
                </c:pt>
                <c:pt idx="660">
                  <c:v>-0.29840800000000001</c:v>
                </c:pt>
                <c:pt idx="661">
                  <c:v>-0.29810300000000001</c:v>
                </c:pt>
                <c:pt idx="662">
                  <c:v>-0.29779699999999998</c:v>
                </c:pt>
                <c:pt idx="663">
                  <c:v>-0.29749199999999998</c:v>
                </c:pt>
                <c:pt idx="664">
                  <c:v>-0.29718600000000001</c:v>
                </c:pt>
                <c:pt idx="665">
                  <c:v>-0.29688100000000001</c:v>
                </c:pt>
                <c:pt idx="666">
                  <c:v>-0.29657600000000001</c:v>
                </c:pt>
                <c:pt idx="667">
                  <c:v>-0.29626999999999998</c:v>
                </c:pt>
                <c:pt idx="668">
                  <c:v>-0.29596499999999998</c:v>
                </c:pt>
                <c:pt idx="669">
                  <c:v>-0.29565900000000001</c:v>
                </c:pt>
                <c:pt idx="670">
                  <c:v>-0.29535400000000001</c:v>
                </c:pt>
                <c:pt idx="671">
                  <c:v>-0.29504900000000001</c:v>
                </c:pt>
                <c:pt idx="672">
                  <c:v>-0.29474299999999998</c:v>
                </c:pt>
                <c:pt idx="673">
                  <c:v>-0.29443799999999998</c:v>
                </c:pt>
                <c:pt idx="674">
                  <c:v>-0.29413299999999998</c:v>
                </c:pt>
                <c:pt idx="675">
                  <c:v>-0.293827</c:v>
                </c:pt>
                <c:pt idx="676">
                  <c:v>-0.29352200000000001</c:v>
                </c:pt>
                <c:pt idx="677">
                  <c:v>-0.29321599999999998</c:v>
                </c:pt>
                <c:pt idx="678">
                  <c:v>-0.29291099999999998</c:v>
                </c:pt>
                <c:pt idx="679">
                  <c:v>-0.29260599999999998</c:v>
                </c:pt>
                <c:pt idx="680">
                  <c:v>-0.2923</c:v>
                </c:pt>
                <c:pt idx="681">
                  <c:v>-0.291995</c:v>
                </c:pt>
                <c:pt idx="682">
                  <c:v>-0.29168899999999998</c:v>
                </c:pt>
                <c:pt idx="683">
                  <c:v>-0.29138399999999998</c:v>
                </c:pt>
                <c:pt idx="684">
                  <c:v>-0.29107899999999998</c:v>
                </c:pt>
                <c:pt idx="685">
                  <c:v>-0.290773</c:v>
                </c:pt>
                <c:pt idx="686">
                  <c:v>-0.290468</c:v>
                </c:pt>
                <c:pt idx="687">
                  <c:v>-0.29016199999999998</c:v>
                </c:pt>
                <c:pt idx="688">
                  <c:v>-0.28985699999999998</c:v>
                </c:pt>
                <c:pt idx="689">
                  <c:v>-0.28955199999999998</c:v>
                </c:pt>
                <c:pt idx="690">
                  <c:v>-0.289246</c:v>
                </c:pt>
                <c:pt idx="691">
                  <c:v>-0.288941</c:v>
                </c:pt>
                <c:pt idx="692">
                  <c:v>-0.28863499999999997</c:v>
                </c:pt>
                <c:pt idx="693">
                  <c:v>-0.28832999999999998</c:v>
                </c:pt>
                <c:pt idx="694">
                  <c:v>-0.28802499999999998</c:v>
                </c:pt>
                <c:pt idx="695">
                  <c:v>-0.287719</c:v>
                </c:pt>
                <c:pt idx="696">
                  <c:v>-0.287414</c:v>
                </c:pt>
                <c:pt idx="697">
                  <c:v>-0.28710799999999997</c:v>
                </c:pt>
                <c:pt idx="698">
                  <c:v>-0.28680299999999997</c:v>
                </c:pt>
                <c:pt idx="699">
                  <c:v>-0.28649799999999997</c:v>
                </c:pt>
                <c:pt idx="700">
                  <c:v>-0.286192</c:v>
                </c:pt>
                <c:pt idx="701">
                  <c:v>-0.285887</c:v>
                </c:pt>
                <c:pt idx="702">
                  <c:v>-0.28558099999999997</c:v>
                </c:pt>
                <c:pt idx="703">
                  <c:v>-0.28527599999999997</c:v>
                </c:pt>
                <c:pt idx="704">
                  <c:v>-0.28497099999999997</c:v>
                </c:pt>
                <c:pt idx="705">
                  <c:v>-0.284665</c:v>
                </c:pt>
                <c:pt idx="706">
                  <c:v>-0.28436</c:v>
                </c:pt>
                <c:pt idx="707">
                  <c:v>-0.28405399999999997</c:v>
                </c:pt>
                <c:pt idx="708">
                  <c:v>-0.28374899999999997</c:v>
                </c:pt>
                <c:pt idx="709">
                  <c:v>-0.28344399999999997</c:v>
                </c:pt>
                <c:pt idx="710">
                  <c:v>-0.283138</c:v>
                </c:pt>
                <c:pt idx="711">
                  <c:v>-0.282833</c:v>
                </c:pt>
                <c:pt idx="712">
                  <c:v>-0.28252699999999997</c:v>
                </c:pt>
                <c:pt idx="713">
                  <c:v>-0.28222199999999997</c:v>
                </c:pt>
                <c:pt idx="714">
                  <c:v>-0.28191699999999997</c:v>
                </c:pt>
                <c:pt idx="715">
                  <c:v>-0.281611</c:v>
                </c:pt>
                <c:pt idx="716">
                  <c:v>-0.281306</c:v>
                </c:pt>
                <c:pt idx="717">
                  <c:v>-0.28100000000000003</c:v>
                </c:pt>
                <c:pt idx="718">
                  <c:v>-0.28069499999999997</c:v>
                </c:pt>
                <c:pt idx="719">
                  <c:v>-0.28038999999999997</c:v>
                </c:pt>
                <c:pt idx="720">
                  <c:v>-0.280084</c:v>
                </c:pt>
                <c:pt idx="721">
                  <c:v>-0.279779</c:v>
                </c:pt>
                <c:pt idx="722">
                  <c:v>-0.27947300000000003</c:v>
                </c:pt>
                <c:pt idx="723">
                  <c:v>-0.27916800000000003</c:v>
                </c:pt>
                <c:pt idx="724">
                  <c:v>-0.27886300000000003</c:v>
                </c:pt>
                <c:pt idx="725">
                  <c:v>-0.278557</c:v>
                </c:pt>
                <c:pt idx="726">
                  <c:v>-0.278252</c:v>
                </c:pt>
                <c:pt idx="727">
                  <c:v>-0.27794600000000003</c:v>
                </c:pt>
                <c:pt idx="728">
                  <c:v>-0.27764100000000003</c:v>
                </c:pt>
                <c:pt idx="729">
                  <c:v>-0.27733600000000003</c:v>
                </c:pt>
                <c:pt idx="730">
                  <c:v>-0.27703</c:v>
                </c:pt>
                <c:pt idx="731">
                  <c:v>-0.276725</c:v>
                </c:pt>
                <c:pt idx="732">
                  <c:v>-0.27641900000000003</c:v>
                </c:pt>
                <c:pt idx="733">
                  <c:v>-0.27611400000000003</c:v>
                </c:pt>
                <c:pt idx="734">
                  <c:v>-0.27580900000000003</c:v>
                </c:pt>
                <c:pt idx="735">
                  <c:v>-0.275503</c:v>
                </c:pt>
                <c:pt idx="736">
                  <c:v>-0.275198</c:v>
                </c:pt>
                <c:pt idx="737">
                  <c:v>-0.27489200000000003</c:v>
                </c:pt>
                <c:pt idx="738">
                  <c:v>-0.27458700000000003</c:v>
                </c:pt>
                <c:pt idx="739">
                  <c:v>-0.27428200000000003</c:v>
                </c:pt>
                <c:pt idx="740">
                  <c:v>-0.273976</c:v>
                </c:pt>
                <c:pt idx="741">
                  <c:v>-0.273671</c:v>
                </c:pt>
                <c:pt idx="742">
                  <c:v>-0.27336500000000002</c:v>
                </c:pt>
                <c:pt idx="743">
                  <c:v>-0.27306000000000002</c:v>
                </c:pt>
                <c:pt idx="744">
                  <c:v>-0.27275500000000003</c:v>
                </c:pt>
                <c:pt idx="745">
                  <c:v>-0.272449</c:v>
                </c:pt>
                <c:pt idx="746">
                  <c:v>-0.272144</c:v>
                </c:pt>
                <c:pt idx="747">
                  <c:v>-0.27183800000000002</c:v>
                </c:pt>
                <c:pt idx="748">
                  <c:v>-0.27153300000000002</c:v>
                </c:pt>
                <c:pt idx="749">
                  <c:v>-0.27122800000000002</c:v>
                </c:pt>
                <c:pt idx="750">
                  <c:v>-0.270922</c:v>
                </c:pt>
                <c:pt idx="751">
                  <c:v>-0.270617</c:v>
                </c:pt>
                <c:pt idx="752">
                  <c:v>-0.27031100000000002</c:v>
                </c:pt>
                <c:pt idx="753">
                  <c:v>-0.27000600000000002</c:v>
                </c:pt>
                <c:pt idx="754">
                  <c:v>-0.26970100000000002</c:v>
                </c:pt>
                <c:pt idx="755">
                  <c:v>-0.269395</c:v>
                </c:pt>
                <c:pt idx="756">
                  <c:v>-0.26909</c:v>
                </c:pt>
                <c:pt idx="757">
                  <c:v>-0.268785</c:v>
                </c:pt>
                <c:pt idx="758">
                  <c:v>-0.26847900000000002</c:v>
                </c:pt>
                <c:pt idx="759">
                  <c:v>-0.26817400000000002</c:v>
                </c:pt>
                <c:pt idx="760">
                  <c:v>-0.26786799999999999</c:v>
                </c:pt>
                <c:pt idx="761">
                  <c:v>-0.267563</c:v>
                </c:pt>
                <c:pt idx="762">
                  <c:v>-0.267258</c:v>
                </c:pt>
                <c:pt idx="763">
                  <c:v>-0.26695200000000002</c:v>
                </c:pt>
                <c:pt idx="764">
                  <c:v>-0.26664700000000002</c:v>
                </c:pt>
                <c:pt idx="765">
                  <c:v>-0.26634099999999999</c:v>
                </c:pt>
                <c:pt idx="766">
                  <c:v>-0.26603599999999999</c:v>
                </c:pt>
                <c:pt idx="767">
                  <c:v>-0.26573099999999999</c:v>
                </c:pt>
                <c:pt idx="768">
                  <c:v>-0.26542500000000002</c:v>
                </c:pt>
                <c:pt idx="769">
                  <c:v>-0.26512000000000002</c:v>
                </c:pt>
                <c:pt idx="770">
                  <c:v>-0.26481399999999999</c:v>
                </c:pt>
                <c:pt idx="771">
                  <c:v>-0.26450899999999999</c:v>
                </c:pt>
                <c:pt idx="772">
                  <c:v>-0.26420399999999999</c:v>
                </c:pt>
                <c:pt idx="773">
                  <c:v>-0.26389800000000002</c:v>
                </c:pt>
                <c:pt idx="774">
                  <c:v>-0.26359300000000002</c:v>
                </c:pt>
                <c:pt idx="775">
                  <c:v>-0.26328699999999999</c:v>
                </c:pt>
                <c:pt idx="776">
                  <c:v>-0.26298199999999999</c:v>
                </c:pt>
                <c:pt idx="777">
                  <c:v>-0.26267699999999999</c:v>
                </c:pt>
                <c:pt idx="778">
                  <c:v>-0.26237100000000002</c:v>
                </c:pt>
                <c:pt idx="779">
                  <c:v>-0.26206600000000002</c:v>
                </c:pt>
                <c:pt idx="780">
                  <c:v>-0.26175999999999999</c:v>
                </c:pt>
                <c:pt idx="781">
                  <c:v>-0.26145499999999999</c:v>
                </c:pt>
                <c:pt idx="782">
                  <c:v>-0.26114999999999999</c:v>
                </c:pt>
                <c:pt idx="783">
                  <c:v>-0.26084400000000002</c:v>
                </c:pt>
                <c:pt idx="784">
                  <c:v>-0.26053900000000002</c:v>
                </c:pt>
                <c:pt idx="785">
                  <c:v>-0.26023299999999999</c:v>
                </c:pt>
                <c:pt idx="786">
                  <c:v>-0.25992799999999999</c:v>
                </c:pt>
                <c:pt idx="787">
                  <c:v>-0.25962299999999999</c:v>
                </c:pt>
                <c:pt idx="788">
                  <c:v>-0.25931700000000002</c:v>
                </c:pt>
                <c:pt idx="789">
                  <c:v>-0.25901200000000002</c:v>
                </c:pt>
                <c:pt idx="790">
                  <c:v>-0.25870599999999999</c:v>
                </c:pt>
                <c:pt idx="791">
                  <c:v>-0.25840099999999999</c:v>
                </c:pt>
                <c:pt idx="792">
                  <c:v>-0.25809599999999999</c:v>
                </c:pt>
                <c:pt idx="793">
                  <c:v>-0.25779000000000002</c:v>
                </c:pt>
                <c:pt idx="794">
                  <c:v>-0.25748500000000002</c:v>
                </c:pt>
                <c:pt idx="795">
                  <c:v>-0.25717899999999999</c:v>
                </c:pt>
                <c:pt idx="796">
                  <c:v>-0.25687399999999999</c:v>
                </c:pt>
                <c:pt idx="797">
                  <c:v>-0.25656899999999999</c:v>
                </c:pt>
                <c:pt idx="798">
                  <c:v>-0.25626300000000002</c:v>
                </c:pt>
                <c:pt idx="799">
                  <c:v>-0.25595800000000002</c:v>
                </c:pt>
                <c:pt idx="800">
                  <c:v>-0.25565199999999999</c:v>
                </c:pt>
                <c:pt idx="801">
                  <c:v>-0.25534699999999999</c:v>
                </c:pt>
                <c:pt idx="802">
                  <c:v>-0.25504199999999999</c:v>
                </c:pt>
                <c:pt idx="803">
                  <c:v>-0.25473600000000002</c:v>
                </c:pt>
                <c:pt idx="804">
                  <c:v>-0.25443100000000002</c:v>
                </c:pt>
                <c:pt idx="805">
                  <c:v>-0.25412499999999999</c:v>
                </c:pt>
                <c:pt idx="806">
                  <c:v>-0.25381999999999999</c:v>
                </c:pt>
                <c:pt idx="807">
                  <c:v>-0.25351499999999999</c:v>
                </c:pt>
                <c:pt idx="808">
                  <c:v>-0.25320900000000002</c:v>
                </c:pt>
                <c:pt idx="809">
                  <c:v>-0.25290400000000002</c:v>
                </c:pt>
                <c:pt idx="810">
                  <c:v>-0.25259799999999999</c:v>
                </c:pt>
                <c:pt idx="811">
                  <c:v>-0.25229299999999999</c:v>
                </c:pt>
                <c:pt idx="812">
                  <c:v>-0.25198799999999999</c:v>
                </c:pt>
                <c:pt idx="813">
                  <c:v>-0.25168200000000002</c:v>
                </c:pt>
                <c:pt idx="814">
                  <c:v>-0.25137700000000002</c:v>
                </c:pt>
                <c:pt idx="815">
                  <c:v>-0.25107099999999999</c:v>
                </c:pt>
                <c:pt idx="816">
                  <c:v>-0.25076599999999999</c:v>
                </c:pt>
                <c:pt idx="817">
                  <c:v>-0.25046099999999999</c:v>
                </c:pt>
                <c:pt idx="818">
                  <c:v>-0.25015500000000002</c:v>
                </c:pt>
                <c:pt idx="819">
                  <c:v>-0.24984999999999999</c:v>
                </c:pt>
                <c:pt idx="820">
                  <c:v>-0.24954399999999999</c:v>
                </c:pt>
                <c:pt idx="821">
                  <c:v>-0.24923899999999999</c:v>
                </c:pt>
                <c:pt idx="822">
                  <c:v>-0.24893399999999999</c:v>
                </c:pt>
                <c:pt idx="823">
                  <c:v>-0.24862799999999999</c:v>
                </c:pt>
                <c:pt idx="824">
                  <c:v>-0.24832299999999999</c:v>
                </c:pt>
                <c:pt idx="825">
                  <c:v>-0.24801699999999999</c:v>
                </c:pt>
                <c:pt idx="826">
                  <c:v>-0.24771199999999999</c:v>
                </c:pt>
                <c:pt idx="827">
                  <c:v>-0.24740699999999999</c:v>
                </c:pt>
                <c:pt idx="828">
                  <c:v>-0.24710099999999999</c:v>
                </c:pt>
                <c:pt idx="829">
                  <c:v>-0.24679599999999999</c:v>
                </c:pt>
                <c:pt idx="830">
                  <c:v>-0.24648999999999999</c:v>
                </c:pt>
                <c:pt idx="831">
                  <c:v>-0.24618499999999999</c:v>
                </c:pt>
                <c:pt idx="832">
                  <c:v>-0.24587999999999999</c:v>
                </c:pt>
                <c:pt idx="833">
                  <c:v>-0.24557399999999999</c:v>
                </c:pt>
                <c:pt idx="834">
                  <c:v>-0.24526899999999999</c:v>
                </c:pt>
                <c:pt idx="835">
                  <c:v>-0.24496299999999999</c:v>
                </c:pt>
                <c:pt idx="836">
                  <c:v>-0.24465799999999999</c:v>
                </c:pt>
                <c:pt idx="837">
                  <c:v>-0.24435299999999999</c:v>
                </c:pt>
                <c:pt idx="838">
                  <c:v>-0.24404699999999999</c:v>
                </c:pt>
                <c:pt idx="839">
                  <c:v>-0.24374199999999999</c:v>
                </c:pt>
                <c:pt idx="840">
                  <c:v>-0.24343699999999999</c:v>
                </c:pt>
                <c:pt idx="841">
                  <c:v>-0.24313100000000001</c:v>
                </c:pt>
                <c:pt idx="842">
                  <c:v>-0.24282599999999999</c:v>
                </c:pt>
                <c:pt idx="843">
                  <c:v>-0.24252000000000001</c:v>
                </c:pt>
                <c:pt idx="844">
                  <c:v>-0.24221500000000001</c:v>
                </c:pt>
                <c:pt idx="845">
                  <c:v>-0.24190999999999999</c:v>
                </c:pt>
                <c:pt idx="846">
                  <c:v>-0.24160400000000001</c:v>
                </c:pt>
                <c:pt idx="847">
                  <c:v>-0.24129900000000001</c:v>
                </c:pt>
                <c:pt idx="848">
                  <c:v>-0.24099300000000001</c:v>
                </c:pt>
                <c:pt idx="849">
                  <c:v>-0.24068800000000001</c:v>
                </c:pt>
                <c:pt idx="850">
                  <c:v>-0.24038300000000001</c:v>
                </c:pt>
                <c:pt idx="851">
                  <c:v>-0.24007700000000001</c:v>
                </c:pt>
                <c:pt idx="852">
                  <c:v>-0.23977200000000001</c:v>
                </c:pt>
                <c:pt idx="853">
                  <c:v>-0.23946600000000001</c:v>
                </c:pt>
                <c:pt idx="854">
                  <c:v>-0.23916100000000001</c:v>
                </c:pt>
                <c:pt idx="855">
                  <c:v>-0.23885600000000001</c:v>
                </c:pt>
                <c:pt idx="856">
                  <c:v>-0.23855000000000001</c:v>
                </c:pt>
                <c:pt idx="857">
                  <c:v>-0.23824500000000001</c:v>
                </c:pt>
                <c:pt idx="858">
                  <c:v>-0.23793900000000001</c:v>
                </c:pt>
                <c:pt idx="859">
                  <c:v>-0.23763400000000001</c:v>
                </c:pt>
                <c:pt idx="860">
                  <c:v>-0.23732900000000001</c:v>
                </c:pt>
                <c:pt idx="861">
                  <c:v>-0.23702300000000001</c:v>
                </c:pt>
                <c:pt idx="862">
                  <c:v>-0.23671800000000001</c:v>
                </c:pt>
                <c:pt idx="863">
                  <c:v>-0.23641200000000001</c:v>
                </c:pt>
                <c:pt idx="864">
                  <c:v>-0.23610700000000001</c:v>
                </c:pt>
                <c:pt idx="865">
                  <c:v>-0.23580200000000001</c:v>
                </c:pt>
                <c:pt idx="866">
                  <c:v>-0.23549600000000001</c:v>
                </c:pt>
                <c:pt idx="867">
                  <c:v>-0.23519100000000001</c:v>
                </c:pt>
                <c:pt idx="868">
                  <c:v>-0.23488500000000001</c:v>
                </c:pt>
                <c:pt idx="869">
                  <c:v>-0.23458000000000001</c:v>
                </c:pt>
                <c:pt idx="870">
                  <c:v>-0.23427500000000001</c:v>
                </c:pt>
                <c:pt idx="871">
                  <c:v>-0.23396900000000001</c:v>
                </c:pt>
                <c:pt idx="872">
                  <c:v>-0.23366400000000001</c:v>
                </c:pt>
                <c:pt idx="873">
                  <c:v>-0.23335800000000001</c:v>
                </c:pt>
                <c:pt idx="874">
                  <c:v>-0.23305300000000001</c:v>
                </c:pt>
                <c:pt idx="875">
                  <c:v>-0.23274800000000001</c:v>
                </c:pt>
                <c:pt idx="876">
                  <c:v>-0.23244200000000001</c:v>
                </c:pt>
                <c:pt idx="877">
                  <c:v>-0.23213700000000001</c:v>
                </c:pt>
                <c:pt idx="878">
                  <c:v>-0.23183100000000001</c:v>
                </c:pt>
                <c:pt idx="879">
                  <c:v>-0.23152600000000001</c:v>
                </c:pt>
                <c:pt idx="880">
                  <c:v>-0.23122100000000001</c:v>
                </c:pt>
                <c:pt idx="881">
                  <c:v>-0.23091500000000001</c:v>
                </c:pt>
                <c:pt idx="882">
                  <c:v>-0.23061000000000001</c:v>
                </c:pt>
                <c:pt idx="883">
                  <c:v>-0.23030400000000001</c:v>
                </c:pt>
                <c:pt idx="884">
                  <c:v>-0.22999900000000001</c:v>
                </c:pt>
                <c:pt idx="885">
                  <c:v>-0.22969400000000001</c:v>
                </c:pt>
                <c:pt idx="886">
                  <c:v>-0.22938800000000001</c:v>
                </c:pt>
                <c:pt idx="887">
                  <c:v>-0.22908300000000001</c:v>
                </c:pt>
                <c:pt idx="888">
                  <c:v>-0.22877700000000001</c:v>
                </c:pt>
                <c:pt idx="889">
                  <c:v>-0.22847200000000001</c:v>
                </c:pt>
                <c:pt idx="890">
                  <c:v>-0.22816700000000001</c:v>
                </c:pt>
                <c:pt idx="891">
                  <c:v>-0.22786100000000001</c:v>
                </c:pt>
                <c:pt idx="892">
                  <c:v>-0.22755600000000001</c:v>
                </c:pt>
                <c:pt idx="893">
                  <c:v>-0.22725000000000001</c:v>
                </c:pt>
                <c:pt idx="894">
                  <c:v>-0.22694500000000001</c:v>
                </c:pt>
                <c:pt idx="895">
                  <c:v>-0.22664000000000001</c:v>
                </c:pt>
                <c:pt idx="896">
                  <c:v>-0.22633400000000001</c:v>
                </c:pt>
                <c:pt idx="897">
                  <c:v>-0.22602900000000001</c:v>
                </c:pt>
                <c:pt idx="898">
                  <c:v>-0.22572300000000001</c:v>
                </c:pt>
                <c:pt idx="899">
                  <c:v>-0.22541800000000001</c:v>
                </c:pt>
                <c:pt idx="900">
                  <c:v>-0.22511300000000001</c:v>
                </c:pt>
                <c:pt idx="901">
                  <c:v>-0.22480700000000001</c:v>
                </c:pt>
                <c:pt idx="902">
                  <c:v>-0.22450200000000001</c:v>
                </c:pt>
                <c:pt idx="903">
                  <c:v>-0.22419600000000001</c:v>
                </c:pt>
                <c:pt idx="904">
                  <c:v>-0.22389100000000001</c:v>
                </c:pt>
                <c:pt idx="905">
                  <c:v>-0.22358600000000001</c:v>
                </c:pt>
                <c:pt idx="906">
                  <c:v>-0.22328000000000001</c:v>
                </c:pt>
                <c:pt idx="907">
                  <c:v>-0.22297500000000001</c:v>
                </c:pt>
                <c:pt idx="908">
                  <c:v>-0.22266900000000001</c:v>
                </c:pt>
                <c:pt idx="909">
                  <c:v>-0.22236400000000001</c:v>
                </c:pt>
                <c:pt idx="910">
                  <c:v>-0.22205900000000001</c:v>
                </c:pt>
                <c:pt idx="911">
                  <c:v>-0.22175300000000001</c:v>
                </c:pt>
                <c:pt idx="912">
                  <c:v>-0.22144800000000001</c:v>
                </c:pt>
                <c:pt idx="913">
                  <c:v>-0.22114200000000001</c:v>
                </c:pt>
                <c:pt idx="914">
                  <c:v>-0.22083700000000001</c:v>
                </c:pt>
                <c:pt idx="915">
                  <c:v>-0.22053200000000001</c:v>
                </c:pt>
                <c:pt idx="916">
                  <c:v>-0.22022600000000001</c:v>
                </c:pt>
                <c:pt idx="917">
                  <c:v>-0.21992100000000001</c:v>
                </c:pt>
                <c:pt idx="918">
                  <c:v>-0.219615</c:v>
                </c:pt>
                <c:pt idx="919">
                  <c:v>-0.21931</c:v>
                </c:pt>
                <c:pt idx="920">
                  <c:v>-0.21900500000000001</c:v>
                </c:pt>
                <c:pt idx="921">
                  <c:v>-0.218699</c:v>
                </c:pt>
                <c:pt idx="922">
                  <c:v>-0.218394</c:v>
                </c:pt>
                <c:pt idx="923">
                  <c:v>-0.218088</c:v>
                </c:pt>
                <c:pt idx="924">
                  <c:v>-0.217783</c:v>
                </c:pt>
                <c:pt idx="925">
                  <c:v>-0.217478</c:v>
                </c:pt>
                <c:pt idx="926">
                  <c:v>-0.217172</c:v>
                </c:pt>
                <c:pt idx="927">
                  <c:v>-0.216867</c:v>
                </c:pt>
                <c:pt idx="928">
                  <c:v>-0.216562</c:v>
                </c:pt>
                <c:pt idx="929">
                  <c:v>-0.216256</c:v>
                </c:pt>
                <c:pt idx="930">
                  <c:v>-0.215951</c:v>
                </c:pt>
                <c:pt idx="931">
                  <c:v>-0.215645</c:v>
                </c:pt>
                <c:pt idx="932">
                  <c:v>-0.21534</c:v>
                </c:pt>
                <c:pt idx="933">
                  <c:v>-0.215035</c:v>
                </c:pt>
                <c:pt idx="934">
                  <c:v>-0.214729</c:v>
                </c:pt>
                <c:pt idx="935">
                  <c:v>-0.214424</c:v>
                </c:pt>
                <c:pt idx="936">
                  <c:v>-0.214118</c:v>
                </c:pt>
                <c:pt idx="937">
                  <c:v>-0.213813</c:v>
                </c:pt>
                <c:pt idx="938">
                  <c:v>-0.213508</c:v>
                </c:pt>
                <c:pt idx="939">
                  <c:v>-0.213202</c:v>
                </c:pt>
                <c:pt idx="940">
                  <c:v>-0.212897</c:v>
                </c:pt>
                <c:pt idx="941">
                  <c:v>-0.212591</c:v>
                </c:pt>
                <c:pt idx="942">
                  <c:v>-0.212286</c:v>
                </c:pt>
                <c:pt idx="943">
                  <c:v>-0.211981</c:v>
                </c:pt>
                <c:pt idx="944">
                  <c:v>-0.211675</c:v>
                </c:pt>
                <c:pt idx="945">
                  <c:v>-0.21137</c:v>
                </c:pt>
                <c:pt idx="946">
                  <c:v>-0.211064</c:v>
                </c:pt>
                <c:pt idx="947">
                  <c:v>-0.210759</c:v>
                </c:pt>
                <c:pt idx="948">
                  <c:v>-0.210454</c:v>
                </c:pt>
                <c:pt idx="949">
                  <c:v>-0.210148</c:v>
                </c:pt>
                <c:pt idx="950">
                  <c:v>-0.209843</c:v>
                </c:pt>
                <c:pt idx="951">
                  <c:v>-0.209537</c:v>
                </c:pt>
                <c:pt idx="952">
                  <c:v>-0.209232</c:v>
                </c:pt>
                <c:pt idx="953">
                  <c:v>-0.208927</c:v>
                </c:pt>
                <c:pt idx="954">
                  <c:v>-0.208621</c:v>
                </c:pt>
                <c:pt idx="955">
                  <c:v>-0.208316</c:v>
                </c:pt>
                <c:pt idx="956">
                  <c:v>-0.20801</c:v>
                </c:pt>
                <c:pt idx="957">
                  <c:v>-0.207705</c:v>
                </c:pt>
                <c:pt idx="958">
                  <c:v>-0.2074</c:v>
                </c:pt>
                <c:pt idx="959">
                  <c:v>-0.207094</c:v>
                </c:pt>
                <c:pt idx="960">
                  <c:v>-0.206789</c:v>
                </c:pt>
                <c:pt idx="961">
                  <c:v>-0.206483</c:v>
                </c:pt>
                <c:pt idx="962">
                  <c:v>-0.206178</c:v>
                </c:pt>
                <c:pt idx="963">
                  <c:v>-0.205873</c:v>
                </c:pt>
                <c:pt idx="964">
                  <c:v>-0.205567</c:v>
                </c:pt>
                <c:pt idx="965">
                  <c:v>-0.205262</c:v>
                </c:pt>
                <c:pt idx="966">
                  <c:v>-0.204956</c:v>
                </c:pt>
                <c:pt idx="967">
                  <c:v>-0.204651</c:v>
                </c:pt>
                <c:pt idx="968">
                  <c:v>-0.204346</c:v>
                </c:pt>
                <c:pt idx="969">
                  <c:v>-0.20404</c:v>
                </c:pt>
                <c:pt idx="970">
                  <c:v>-0.203735</c:v>
                </c:pt>
                <c:pt idx="971">
                  <c:v>-0.203429</c:v>
                </c:pt>
                <c:pt idx="972">
                  <c:v>-0.203124</c:v>
                </c:pt>
                <c:pt idx="973">
                  <c:v>-0.202819</c:v>
                </c:pt>
                <c:pt idx="974">
                  <c:v>-0.202513</c:v>
                </c:pt>
                <c:pt idx="975">
                  <c:v>-0.202208</c:v>
                </c:pt>
                <c:pt idx="976">
                  <c:v>-0.201902</c:v>
                </c:pt>
                <c:pt idx="977">
                  <c:v>-0.201597</c:v>
                </c:pt>
                <c:pt idx="978">
                  <c:v>-0.201292</c:v>
                </c:pt>
                <c:pt idx="979">
                  <c:v>-0.200986</c:v>
                </c:pt>
                <c:pt idx="980">
                  <c:v>-0.200681</c:v>
                </c:pt>
                <c:pt idx="981">
                  <c:v>-0.200375</c:v>
                </c:pt>
                <c:pt idx="982">
                  <c:v>-0.20007</c:v>
                </c:pt>
                <c:pt idx="983">
                  <c:v>-0.199765</c:v>
                </c:pt>
                <c:pt idx="984">
                  <c:v>-0.199459</c:v>
                </c:pt>
                <c:pt idx="985">
                  <c:v>-0.199154</c:v>
                </c:pt>
                <c:pt idx="986">
                  <c:v>-0.198848</c:v>
                </c:pt>
                <c:pt idx="987">
                  <c:v>-0.198543</c:v>
                </c:pt>
                <c:pt idx="988">
                  <c:v>-0.198238</c:v>
                </c:pt>
                <c:pt idx="989">
                  <c:v>-0.197932</c:v>
                </c:pt>
                <c:pt idx="990">
                  <c:v>-0.197627</c:v>
                </c:pt>
                <c:pt idx="991">
                  <c:v>-0.197321</c:v>
                </c:pt>
                <c:pt idx="992">
                  <c:v>-0.197016</c:v>
                </c:pt>
                <c:pt idx="993">
                  <c:v>-0.196711</c:v>
                </c:pt>
                <c:pt idx="994">
                  <c:v>-0.196405</c:v>
                </c:pt>
                <c:pt idx="995">
                  <c:v>-0.1961</c:v>
                </c:pt>
                <c:pt idx="996">
                  <c:v>-0.195794</c:v>
                </c:pt>
                <c:pt idx="997">
                  <c:v>-0.195489</c:v>
                </c:pt>
                <c:pt idx="998">
                  <c:v>-0.195184</c:v>
                </c:pt>
                <c:pt idx="999">
                  <c:v>-0.194878</c:v>
                </c:pt>
                <c:pt idx="1000">
                  <c:v>-0.194573</c:v>
                </c:pt>
                <c:pt idx="1001">
                  <c:v>-0.194267</c:v>
                </c:pt>
                <c:pt idx="1002">
                  <c:v>-0.193962</c:v>
                </c:pt>
                <c:pt idx="1003">
                  <c:v>-0.193657</c:v>
                </c:pt>
                <c:pt idx="1004">
                  <c:v>-0.193351</c:v>
                </c:pt>
                <c:pt idx="1005">
                  <c:v>-0.193046</c:v>
                </c:pt>
                <c:pt idx="1006">
                  <c:v>-0.19273999999999999</c:v>
                </c:pt>
                <c:pt idx="1007">
                  <c:v>-0.19243499999999999</c:v>
                </c:pt>
                <c:pt idx="1008">
                  <c:v>-0.19213</c:v>
                </c:pt>
                <c:pt idx="1009">
                  <c:v>-0.19182399999999999</c:v>
                </c:pt>
                <c:pt idx="1010">
                  <c:v>-0.19151899999999999</c:v>
                </c:pt>
                <c:pt idx="1011">
                  <c:v>-0.191214</c:v>
                </c:pt>
                <c:pt idx="1012">
                  <c:v>-0.19090799999999999</c:v>
                </c:pt>
                <c:pt idx="1013">
                  <c:v>-0.19060299999999999</c:v>
                </c:pt>
                <c:pt idx="1014">
                  <c:v>-0.19029699999999999</c:v>
                </c:pt>
                <c:pt idx="1015">
                  <c:v>-0.18999199999999999</c:v>
                </c:pt>
                <c:pt idx="1016">
                  <c:v>-0.18968699999999999</c:v>
                </c:pt>
                <c:pt idx="1017">
                  <c:v>-0.18938099999999999</c:v>
                </c:pt>
                <c:pt idx="1018">
                  <c:v>-0.18907599999999999</c:v>
                </c:pt>
                <c:pt idx="1019">
                  <c:v>-0.18876999999999999</c:v>
                </c:pt>
                <c:pt idx="1020">
                  <c:v>-0.18846499999999999</c:v>
                </c:pt>
                <c:pt idx="1021">
                  <c:v>-0.18815999999999999</c:v>
                </c:pt>
                <c:pt idx="1022">
                  <c:v>-0.18785399999999999</c:v>
                </c:pt>
                <c:pt idx="1023">
                  <c:v>-0.18754899999999999</c:v>
                </c:pt>
                <c:pt idx="1024">
                  <c:v>-0.18724299999999999</c:v>
                </c:pt>
                <c:pt idx="1025">
                  <c:v>-0.18693799999999999</c:v>
                </c:pt>
                <c:pt idx="1026">
                  <c:v>-0.18663299999999999</c:v>
                </c:pt>
                <c:pt idx="1027">
                  <c:v>-0.18632699999999999</c:v>
                </c:pt>
                <c:pt idx="1028">
                  <c:v>-0.18602199999999999</c:v>
                </c:pt>
                <c:pt idx="1029">
                  <c:v>-0.18571599999999999</c:v>
                </c:pt>
                <c:pt idx="1030">
                  <c:v>-0.18541099999999999</c:v>
                </c:pt>
                <c:pt idx="1031">
                  <c:v>-0.18510599999999999</c:v>
                </c:pt>
                <c:pt idx="1032">
                  <c:v>-0.18479999999999999</c:v>
                </c:pt>
                <c:pt idx="1033">
                  <c:v>-0.18449499999999999</c:v>
                </c:pt>
                <c:pt idx="1034">
                  <c:v>-0.18418899999999999</c:v>
                </c:pt>
                <c:pt idx="1035">
                  <c:v>-0.18388399999999999</c:v>
                </c:pt>
                <c:pt idx="1036">
                  <c:v>-0.18357899999999999</c:v>
                </c:pt>
                <c:pt idx="1037">
                  <c:v>-0.18327299999999999</c:v>
                </c:pt>
                <c:pt idx="1038">
                  <c:v>-0.18296799999999999</c:v>
                </c:pt>
                <c:pt idx="1039">
                  <c:v>-0.18266199999999999</c:v>
                </c:pt>
                <c:pt idx="1040">
                  <c:v>-0.18235699999999999</c:v>
                </c:pt>
                <c:pt idx="1041">
                  <c:v>-0.18205199999999999</c:v>
                </c:pt>
                <c:pt idx="1042">
                  <c:v>-0.18174599999999999</c:v>
                </c:pt>
                <c:pt idx="1043">
                  <c:v>-0.18144099999999999</c:v>
                </c:pt>
                <c:pt idx="1044">
                  <c:v>-0.18113499999999999</c:v>
                </c:pt>
                <c:pt idx="1045">
                  <c:v>-0.18082999999999999</c:v>
                </c:pt>
                <c:pt idx="1046">
                  <c:v>-0.18052499999999999</c:v>
                </c:pt>
                <c:pt idx="1047">
                  <c:v>-0.18021899999999999</c:v>
                </c:pt>
                <c:pt idx="1048">
                  <c:v>-0.17991399999999999</c:v>
                </c:pt>
                <c:pt idx="1049">
                  <c:v>-0.17960799999999999</c:v>
                </c:pt>
                <c:pt idx="1050">
                  <c:v>-0.17930299999999999</c:v>
                </c:pt>
                <c:pt idx="1051">
                  <c:v>-0.17899799999999999</c:v>
                </c:pt>
                <c:pt idx="1052">
                  <c:v>-0.17869199999999999</c:v>
                </c:pt>
                <c:pt idx="1053">
                  <c:v>-0.17838699999999999</c:v>
                </c:pt>
                <c:pt idx="1054">
                  <c:v>-0.17808099999999999</c:v>
                </c:pt>
                <c:pt idx="1055">
                  <c:v>-0.17777599999999999</c:v>
                </c:pt>
                <c:pt idx="1056">
                  <c:v>-0.17747099999999999</c:v>
                </c:pt>
                <c:pt idx="1057">
                  <c:v>-0.17716499999999999</c:v>
                </c:pt>
                <c:pt idx="1058">
                  <c:v>-0.17685999999999999</c:v>
                </c:pt>
                <c:pt idx="1059">
                  <c:v>-0.17655399999999999</c:v>
                </c:pt>
                <c:pt idx="1060">
                  <c:v>-0.17624899999999999</c:v>
                </c:pt>
                <c:pt idx="1061">
                  <c:v>-0.17594399999999999</c:v>
                </c:pt>
                <c:pt idx="1062">
                  <c:v>-0.17563799999999999</c:v>
                </c:pt>
                <c:pt idx="1063">
                  <c:v>-0.17533299999999999</c:v>
                </c:pt>
                <c:pt idx="1064">
                  <c:v>-0.17502699999999999</c:v>
                </c:pt>
                <c:pt idx="1065">
                  <c:v>-0.17472199999999999</c:v>
                </c:pt>
                <c:pt idx="1066">
                  <c:v>-0.17441699999999999</c:v>
                </c:pt>
                <c:pt idx="1067">
                  <c:v>-0.17411099999999999</c:v>
                </c:pt>
                <c:pt idx="1068">
                  <c:v>-0.17380599999999999</c:v>
                </c:pt>
                <c:pt idx="1069">
                  <c:v>-0.17349999999999999</c:v>
                </c:pt>
                <c:pt idx="1070">
                  <c:v>-0.17319499999999999</c:v>
                </c:pt>
                <c:pt idx="1071">
                  <c:v>-0.17288999999999999</c:v>
                </c:pt>
                <c:pt idx="1072">
                  <c:v>-0.17258399999999999</c:v>
                </c:pt>
                <c:pt idx="1073">
                  <c:v>-0.17227899999999999</c:v>
                </c:pt>
                <c:pt idx="1074">
                  <c:v>-0.17197299999999999</c:v>
                </c:pt>
                <c:pt idx="1075">
                  <c:v>-0.17166799999999999</c:v>
                </c:pt>
                <c:pt idx="1076">
                  <c:v>-0.17136299999999999</c:v>
                </c:pt>
                <c:pt idx="1077">
                  <c:v>-0.17105699999999999</c:v>
                </c:pt>
                <c:pt idx="1078">
                  <c:v>-0.17075199999999999</c:v>
                </c:pt>
                <c:pt idx="1079">
                  <c:v>-0.17044599999999999</c:v>
                </c:pt>
                <c:pt idx="1080">
                  <c:v>-0.17014099999999999</c:v>
                </c:pt>
                <c:pt idx="1081">
                  <c:v>-0.16983599999999999</c:v>
                </c:pt>
                <c:pt idx="1082">
                  <c:v>-0.16952999999999999</c:v>
                </c:pt>
                <c:pt idx="1083">
                  <c:v>-0.16922499999999999</c:v>
                </c:pt>
                <c:pt idx="1084">
                  <c:v>-0.16891900000000001</c:v>
                </c:pt>
                <c:pt idx="1085">
                  <c:v>-0.16861400000000001</c:v>
                </c:pt>
                <c:pt idx="1086">
                  <c:v>-0.16830899999999999</c:v>
                </c:pt>
                <c:pt idx="1087">
                  <c:v>-0.16800300000000001</c:v>
                </c:pt>
                <c:pt idx="1088">
                  <c:v>-0.16769800000000001</c:v>
                </c:pt>
                <c:pt idx="1089">
                  <c:v>-0.16739200000000001</c:v>
                </c:pt>
                <c:pt idx="1090">
                  <c:v>-0.16708700000000001</c:v>
                </c:pt>
                <c:pt idx="1091">
                  <c:v>-0.16678200000000001</c:v>
                </c:pt>
                <c:pt idx="1092">
                  <c:v>-0.16647600000000001</c:v>
                </c:pt>
                <c:pt idx="1093">
                  <c:v>-0.16617100000000001</c:v>
                </c:pt>
                <c:pt idx="1094">
                  <c:v>-0.16586600000000001</c:v>
                </c:pt>
                <c:pt idx="1095">
                  <c:v>-0.16556000000000001</c:v>
                </c:pt>
                <c:pt idx="1096">
                  <c:v>-0.16525500000000001</c:v>
                </c:pt>
                <c:pt idx="1097">
                  <c:v>-0.16494900000000001</c:v>
                </c:pt>
                <c:pt idx="1098">
                  <c:v>-0.16464400000000001</c:v>
                </c:pt>
                <c:pt idx="1099">
                  <c:v>-0.16433900000000001</c:v>
                </c:pt>
                <c:pt idx="1100">
                  <c:v>-0.16403300000000001</c:v>
                </c:pt>
                <c:pt idx="1101">
                  <c:v>-0.16372800000000001</c:v>
                </c:pt>
                <c:pt idx="1102">
                  <c:v>-0.16342200000000001</c:v>
                </c:pt>
                <c:pt idx="1103">
                  <c:v>-0.16311700000000001</c:v>
                </c:pt>
                <c:pt idx="1104">
                  <c:v>-0.16281200000000001</c:v>
                </c:pt>
                <c:pt idx="1105">
                  <c:v>-0.16250600000000001</c:v>
                </c:pt>
                <c:pt idx="1106">
                  <c:v>-0.16220100000000001</c:v>
                </c:pt>
                <c:pt idx="1107">
                  <c:v>-0.16189500000000001</c:v>
                </c:pt>
                <c:pt idx="1108">
                  <c:v>-0.16159000000000001</c:v>
                </c:pt>
                <c:pt idx="1109">
                  <c:v>-0.16128500000000001</c:v>
                </c:pt>
                <c:pt idx="1110">
                  <c:v>-0.16097900000000001</c:v>
                </c:pt>
                <c:pt idx="1111">
                  <c:v>-0.16067400000000001</c:v>
                </c:pt>
                <c:pt idx="1112">
                  <c:v>-0.16036800000000001</c:v>
                </c:pt>
                <c:pt idx="1113">
                  <c:v>-0.16006300000000001</c:v>
                </c:pt>
                <c:pt idx="1114">
                  <c:v>-0.15975800000000001</c:v>
                </c:pt>
                <c:pt idx="1115">
                  <c:v>-0.15945200000000001</c:v>
                </c:pt>
                <c:pt idx="1116">
                  <c:v>-0.15914700000000001</c:v>
                </c:pt>
                <c:pt idx="1117">
                  <c:v>-0.15884100000000001</c:v>
                </c:pt>
                <c:pt idx="1118">
                  <c:v>-0.15853600000000001</c:v>
                </c:pt>
                <c:pt idx="1119">
                  <c:v>-0.15823100000000001</c:v>
                </c:pt>
                <c:pt idx="1120">
                  <c:v>-0.15792500000000001</c:v>
                </c:pt>
                <c:pt idx="1121">
                  <c:v>-0.15762000000000001</c:v>
                </c:pt>
                <c:pt idx="1122">
                  <c:v>-0.15731400000000001</c:v>
                </c:pt>
                <c:pt idx="1123">
                  <c:v>-0.15700900000000001</c:v>
                </c:pt>
                <c:pt idx="1124">
                  <c:v>-0.15670400000000001</c:v>
                </c:pt>
                <c:pt idx="1125">
                  <c:v>-0.15639800000000001</c:v>
                </c:pt>
                <c:pt idx="1126">
                  <c:v>-0.15609300000000001</c:v>
                </c:pt>
                <c:pt idx="1127">
                  <c:v>-0.15578700000000001</c:v>
                </c:pt>
                <c:pt idx="1128">
                  <c:v>-0.15548200000000001</c:v>
                </c:pt>
                <c:pt idx="1129">
                  <c:v>-0.15517700000000001</c:v>
                </c:pt>
                <c:pt idx="1130">
                  <c:v>-0.15487100000000001</c:v>
                </c:pt>
                <c:pt idx="1131">
                  <c:v>-0.15456600000000001</c:v>
                </c:pt>
                <c:pt idx="1132">
                  <c:v>-0.15426000000000001</c:v>
                </c:pt>
                <c:pt idx="1133">
                  <c:v>-0.15395500000000001</c:v>
                </c:pt>
                <c:pt idx="1134">
                  <c:v>-0.15365000000000001</c:v>
                </c:pt>
                <c:pt idx="1135">
                  <c:v>-0.15334400000000001</c:v>
                </c:pt>
                <c:pt idx="1136">
                  <c:v>-0.15303900000000001</c:v>
                </c:pt>
                <c:pt idx="1137">
                  <c:v>-0.15273300000000001</c:v>
                </c:pt>
                <c:pt idx="1138">
                  <c:v>-0.15242800000000001</c:v>
                </c:pt>
                <c:pt idx="1139">
                  <c:v>-0.15212300000000001</c:v>
                </c:pt>
                <c:pt idx="1140">
                  <c:v>-0.15181700000000001</c:v>
                </c:pt>
                <c:pt idx="1141">
                  <c:v>-0.15151200000000001</c:v>
                </c:pt>
                <c:pt idx="1142">
                  <c:v>-0.15120600000000001</c:v>
                </c:pt>
                <c:pt idx="1143">
                  <c:v>-0.15090100000000001</c:v>
                </c:pt>
                <c:pt idx="1144">
                  <c:v>-0.15059600000000001</c:v>
                </c:pt>
                <c:pt idx="1145">
                  <c:v>-0.15029000000000001</c:v>
                </c:pt>
                <c:pt idx="1146">
                  <c:v>-0.14998500000000001</c:v>
                </c:pt>
                <c:pt idx="1147">
                  <c:v>-0.14967900000000001</c:v>
                </c:pt>
                <c:pt idx="1148">
                  <c:v>-0.14937400000000001</c:v>
                </c:pt>
                <c:pt idx="1149">
                  <c:v>-0.14906900000000001</c:v>
                </c:pt>
                <c:pt idx="1150">
                  <c:v>-0.14876300000000001</c:v>
                </c:pt>
                <c:pt idx="1151">
                  <c:v>-0.14845800000000001</c:v>
                </c:pt>
                <c:pt idx="1152">
                  <c:v>-0.14815200000000001</c:v>
                </c:pt>
                <c:pt idx="1153">
                  <c:v>-0.14784700000000001</c:v>
                </c:pt>
                <c:pt idx="1154">
                  <c:v>-0.14754200000000001</c:v>
                </c:pt>
                <c:pt idx="1155">
                  <c:v>-0.14723600000000001</c:v>
                </c:pt>
                <c:pt idx="1156">
                  <c:v>-0.14693100000000001</c:v>
                </c:pt>
                <c:pt idx="1157">
                  <c:v>-0.14662500000000001</c:v>
                </c:pt>
                <c:pt idx="1158">
                  <c:v>-0.14632000000000001</c:v>
                </c:pt>
                <c:pt idx="1159">
                  <c:v>-0.14601500000000001</c:v>
                </c:pt>
                <c:pt idx="1160">
                  <c:v>-0.14570900000000001</c:v>
                </c:pt>
                <c:pt idx="1161">
                  <c:v>-0.14540400000000001</c:v>
                </c:pt>
                <c:pt idx="1162">
                  <c:v>-0.145098</c:v>
                </c:pt>
                <c:pt idx="1163">
                  <c:v>-0.14479300000000001</c:v>
                </c:pt>
                <c:pt idx="1164">
                  <c:v>-0.14448800000000001</c:v>
                </c:pt>
                <c:pt idx="1165">
                  <c:v>-0.144182</c:v>
                </c:pt>
                <c:pt idx="1166">
                  <c:v>-0.143877</c:v>
                </c:pt>
                <c:pt idx="1167">
                  <c:v>-0.143571</c:v>
                </c:pt>
                <c:pt idx="1168">
                  <c:v>-0.143266</c:v>
                </c:pt>
                <c:pt idx="1169">
                  <c:v>-0.142961</c:v>
                </c:pt>
                <c:pt idx="1170">
                  <c:v>-0.142655</c:v>
                </c:pt>
                <c:pt idx="1171">
                  <c:v>-0.14235</c:v>
                </c:pt>
                <c:pt idx="1172">
                  <c:v>-0.142044</c:v>
                </c:pt>
                <c:pt idx="1173">
                  <c:v>-0.141739</c:v>
                </c:pt>
                <c:pt idx="1174">
                  <c:v>-0.141434</c:v>
                </c:pt>
                <c:pt idx="1175">
                  <c:v>-0.141128</c:v>
                </c:pt>
                <c:pt idx="1176">
                  <c:v>-0.140823</c:v>
                </c:pt>
                <c:pt idx="1177">
                  <c:v>-0.140518</c:v>
                </c:pt>
                <c:pt idx="1178">
                  <c:v>-0.140212</c:v>
                </c:pt>
                <c:pt idx="1179">
                  <c:v>-0.139907</c:v>
                </c:pt>
                <c:pt idx="1180">
                  <c:v>-0.139601</c:v>
                </c:pt>
                <c:pt idx="1181">
                  <c:v>-0.139296</c:v>
                </c:pt>
                <c:pt idx="1182">
                  <c:v>-0.138991</c:v>
                </c:pt>
                <c:pt idx="1183">
                  <c:v>-0.138685</c:v>
                </c:pt>
                <c:pt idx="1184">
                  <c:v>-0.13838</c:v>
                </c:pt>
                <c:pt idx="1185">
                  <c:v>-0.138074</c:v>
                </c:pt>
                <c:pt idx="1186">
                  <c:v>-0.137769</c:v>
                </c:pt>
                <c:pt idx="1187">
                  <c:v>-0.137464</c:v>
                </c:pt>
                <c:pt idx="1188">
                  <c:v>-0.137158</c:v>
                </c:pt>
                <c:pt idx="1189">
                  <c:v>-0.136853</c:v>
                </c:pt>
                <c:pt idx="1190">
                  <c:v>-0.136547</c:v>
                </c:pt>
                <c:pt idx="1191">
                  <c:v>-0.136242</c:v>
                </c:pt>
                <c:pt idx="1192">
                  <c:v>-0.135937</c:v>
                </c:pt>
                <c:pt idx="1193">
                  <c:v>-0.135631</c:v>
                </c:pt>
                <c:pt idx="1194">
                  <c:v>-0.135326</c:v>
                </c:pt>
                <c:pt idx="1195">
                  <c:v>-0.13502</c:v>
                </c:pt>
                <c:pt idx="1196">
                  <c:v>-0.134715</c:v>
                </c:pt>
                <c:pt idx="1197">
                  <c:v>-0.13441</c:v>
                </c:pt>
                <c:pt idx="1198">
                  <c:v>-0.134104</c:v>
                </c:pt>
                <c:pt idx="1199">
                  <c:v>-0.133799</c:v>
                </c:pt>
                <c:pt idx="1200">
                  <c:v>-0.133493</c:v>
                </c:pt>
                <c:pt idx="1201">
                  <c:v>-0.133188</c:v>
                </c:pt>
                <c:pt idx="1202">
                  <c:v>-0.132883</c:v>
                </c:pt>
                <c:pt idx="1203">
                  <c:v>-0.132577</c:v>
                </c:pt>
                <c:pt idx="1204">
                  <c:v>-0.132272</c:v>
                </c:pt>
                <c:pt idx="1205">
                  <c:v>-0.131966</c:v>
                </c:pt>
                <c:pt idx="1206">
                  <c:v>-0.131661</c:v>
                </c:pt>
                <c:pt idx="1207">
                  <c:v>-0.131356</c:v>
                </c:pt>
                <c:pt idx="1208">
                  <c:v>-0.13105</c:v>
                </c:pt>
                <c:pt idx="1209">
                  <c:v>-0.130745</c:v>
                </c:pt>
                <c:pt idx="1210">
                  <c:v>-0.130439</c:v>
                </c:pt>
                <c:pt idx="1211">
                  <c:v>-0.130134</c:v>
                </c:pt>
                <c:pt idx="1212">
                  <c:v>-0.129829</c:v>
                </c:pt>
                <c:pt idx="1213">
                  <c:v>-0.129523</c:v>
                </c:pt>
                <c:pt idx="1214">
                  <c:v>-0.129218</c:v>
                </c:pt>
                <c:pt idx="1215">
                  <c:v>-0.128912</c:v>
                </c:pt>
                <c:pt idx="1216">
                  <c:v>-0.128607</c:v>
                </c:pt>
                <c:pt idx="1217">
                  <c:v>-0.128302</c:v>
                </c:pt>
                <c:pt idx="1218">
                  <c:v>-0.127996</c:v>
                </c:pt>
                <c:pt idx="1219">
                  <c:v>-0.127691</c:v>
                </c:pt>
                <c:pt idx="1220">
                  <c:v>-0.127385</c:v>
                </c:pt>
                <c:pt idx="1221">
                  <c:v>-0.12708</c:v>
                </c:pt>
                <c:pt idx="1222">
                  <c:v>-0.126775</c:v>
                </c:pt>
                <c:pt idx="1223">
                  <c:v>-0.126469</c:v>
                </c:pt>
                <c:pt idx="1224">
                  <c:v>-0.126164</c:v>
                </c:pt>
                <c:pt idx="1225">
                  <c:v>-0.125858</c:v>
                </c:pt>
                <c:pt idx="1226">
                  <c:v>-0.125553</c:v>
                </c:pt>
                <c:pt idx="1227">
                  <c:v>-0.125248</c:v>
                </c:pt>
                <c:pt idx="1228">
                  <c:v>-0.124942</c:v>
                </c:pt>
                <c:pt idx="1229">
                  <c:v>-0.124637</c:v>
                </c:pt>
                <c:pt idx="1230">
                  <c:v>-0.124331</c:v>
                </c:pt>
                <c:pt idx="1231">
                  <c:v>-0.124026</c:v>
                </c:pt>
                <c:pt idx="1232">
                  <c:v>-0.123721</c:v>
                </c:pt>
                <c:pt idx="1233">
                  <c:v>-0.123415</c:v>
                </c:pt>
                <c:pt idx="1234">
                  <c:v>-0.12311</c:v>
                </c:pt>
                <c:pt idx="1235">
                  <c:v>-0.122804</c:v>
                </c:pt>
                <c:pt idx="1236">
                  <c:v>-0.122499</c:v>
                </c:pt>
                <c:pt idx="1237">
                  <c:v>-0.122194</c:v>
                </c:pt>
                <c:pt idx="1238">
                  <c:v>-0.121888</c:v>
                </c:pt>
                <c:pt idx="1239">
                  <c:v>-0.121583</c:v>
                </c:pt>
                <c:pt idx="1240">
                  <c:v>-0.121277</c:v>
                </c:pt>
                <c:pt idx="1241">
                  <c:v>-0.120972</c:v>
                </c:pt>
                <c:pt idx="1242">
                  <c:v>-0.120667</c:v>
                </c:pt>
                <c:pt idx="1243">
                  <c:v>-0.120361</c:v>
                </c:pt>
                <c:pt idx="1244">
                  <c:v>-0.120056</c:v>
                </c:pt>
                <c:pt idx="1245">
                  <c:v>-0.11975</c:v>
                </c:pt>
                <c:pt idx="1246">
                  <c:v>-0.119445</c:v>
                </c:pt>
                <c:pt idx="1247">
                  <c:v>-0.11914</c:v>
                </c:pt>
                <c:pt idx="1248">
                  <c:v>-0.118834</c:v>
                </c:pt>
                <c:pt idx="1249">
                  <c:v>-0.118529</c:v>
                </c:pt>
                <c:pt idx="1250">
                  <c:v>-0.11822299999999999</c:v>
                </c:pt>
                <c:pt idx="1251">
                  <c:v>-0.117918</c:v>
                </c:pt>
                <c:pt idx="1252">
                  <c:v>-0.117613</c:v>
                </c:pt>
                <c:pt idx="1253">
                  <c:v>-0.11730699999999999</c:v>
                </c:pt>
                <c:pt idx="1254">
                  <c:v>-0.11700199999999999</c:v>
                </c:pt>
                <c:pt idx="1255">
                  <c:v>-0.11669599999999999</c:v>
                </c:pt>
                <c:pt idx="1256">
                  <c:v>-0.11639099999999999</c:v>
                </c:pt>
                <c:pt idx="1257">
                  <c:v>-0.11608599999999999</c:v>
                </c:pt>
                <c:pt idx="1258">
                  <c:v>-0.11577999999999999</c:v>
                </c:pt>
                <c:pt idx="1259">
                  <c:v>-0.11547499999999999</c:v>
                </c:pt>
                <c:pt idx="1260">
                  <c:v>-0.11516999999999999</c:v>
                </c:pt>
                <c:pt idx="1261">
                  <c:v>-0.11486399999999999</c:v>
                </c:pt>
                <c:pt idx="1262">
                  <c:v>-0.11455899999999999</c:v>
                </c:pt>
                <c:pt idx="1263">
                  <c:v>-0.11425299999999999</c:v>
                </c:pt>
                <c:pt idx="1264">
                  <c:v>-0.11394799999999999</c:v>
                </c:pt>
                <c:pt idx="1265">
                  <c:v>-0.11364299999999999</c:v>
                </c:pt>
                <c:pt idx="1266">
                  <c:v>-0.11333699999999999</c:v>
                </c:pt>
                <c:pt idx="1267">
                  <c:v>-0.11303199999999999</c:v>
                </c:pt>
                <c:pt idx="1268">
                  <c:v>-0.11272600000000001</c:v>
                </c:pt>
                <c:pt idx="1269">
                  <c:v>-0.11242099999999999</c:v>
                </c:pt>
                <c:pt idx="1270">
                  <c:v>-0.11211599999999999</c:v>
                </c:pt>
                <c:pt idx="1271">
                  <c:v>-0.11181000000000001</c:v>
                </c:pt>
                <c:pt idx="1272">
                  <c:v>-0.11150500000000001</c:v>
                </c:pt>
                <c:pt idx="1273">
                  <c:v>-0.11119900000000001</c:v>
                </c:pt>
                <c:pt idx="1274">
                  <c:v>-0.11089400000000001</c:v>
                </c:pt>
                <c:pt idx="1275">
                  <c:v>-0.11058900000000001</c:v>
                </c:pt>
                <c:pt idx="1276">
                  <c:v>-0.11028300000000001</c:v>
                </c:pt>
                <c:pt idx="1277">
                  <c:v>-0.10997800000000001</c:v>
                </c:pt>
                <c:pt idx="1278">
                  <c:v>-0.10967200000000001</c:v>
                </c:pt>
                <c:pt idx="1279">
                  <c:v>-0.10936700000000001</c:v>
                </c:pt>
                <c:pt idx="1280">
                  <c:v>-0.10906200000000001</c:v>
                </c:pt>
                <c:pt idx="1281">
                  <c:v>-0.10875600000000001</c:v>
                </c:pt>
                <c:pt idx="1282">
                  <c:v>-0.10845100000000001</c:v>
                </c:pt>
                <c:pt idx="1283">
                  <c:v>-0.10814500000000001</c:v>
                </c:pt>
                <c:pt idx="1284">
                  <c:v>-0.10784000000000001</c:v>
                </c:pt>
                <c:pt idx="1285">
                  <c:v>-0.10753500000000001</c:v>
                </c:pt>
                <c:pt idx="1286">
                  <c:v>-0.107229</c:v>
                </c:pt>
                <c:pt idx="1287">
                  <c:v>-0.10692400000000001</c:v>
                </c:pt>
                <c:pt idx="1288">
                  <c:v>-0.106618</c:v>
                </c:pt>
                <c:pt idx="1289">
                  <c:v>-0.106313</c:v>
                </c:pt>
                <c:pt idx="1290">
                  <c:v>-0.10600800000000001</c:v>
                </c:pt>
                <c:pt idx="1291">
                  <c:v>-0.105702</c:v>
                </c:pt>
                <c:pt idx="1292">
                  <c:v>-0.105397</c:v>
                </c:pt>
                <c:pt idx="1293">
                  <c:v>-0.105091</c:v>
                </c:pt>
                <c:pt idx="1294">
                  <c:v>-0.104786</c:v>
                </c:pt>
                <c:pt idx="1295">
                  <c:v>-0.104481</c:v>
                </c:pt>
                <c:pt idx="1296">
                  <c:v>-0.104175</c:v>
                </c:pt>
                <c:pt idx="1297">
                  <c:v>-0.10387</c:v>
                </c:pt>
                <c:pt idx="1298">
                  <c:v>-0.103564</c:v>
                </c:pt>
                <c:pt idx="1299">
                  <c:v>-0.103259</c:v>
                </c:pt>
                <c:pt idx="1300">
                  <c:v>-0.102954</c:v>
                </c:pt>
                <c:pt idx="1301">
                  <c:v>-0.102648</c:v>
                </c:pt>
                <c:pt idx="1302">
                  <c:v>-0.102343</c:v>
                </c:pt>
                <c:pt idx="1303">
                  <c:v>-0.102037</c:v>
                </c:pt>
                <c:pt idx="1304">
                  <c:v>-0.101732</c:v>
                </c:pt>
                <c:pt idx="1305">
                  <c:v>-0.101427</c:v>
                </c:pt>
                <c:pt idx="1306">
                  <c:v>-0.101121</c:v>
                </c:pt>
                <c:pt idx="1307">
                  <c:v>-0.100816</c:v>
                </c:pt>
                <c:pt idx="1308">
                  <c:v>-0.10051</c:v>
                </c:pt>
                <c:pt idx="1309">
                  <c:v>-0.100205</c:v>
                </c:pt>
                <c:pt idx="1310">
                  <c:v>-9.9899600000000005E-2</c:v>
                </c:pt>
                <c:pt idx="1311">
                  <c:v>-9.9594199999999994E-2</c:v>
                </c:pt>
                <c:pt idx="1312">
                  <c:v>-9.9288799999999997E-2</c:v>
                </c:pt>
                <c:pt idx="1313">
                  <c:v>-9.8983399999999999E-2</c:v>
                </c:pt>
                <c:pt idx="1314">
                  <c:v>-9.8678000000000002E-2</c:v>
                </c:pt>
                <c:pt idx="1315">
                  <c:v>-9.8372600000000004E-2</c:v>
                </c:pt>
                <c:pt idx="1316">
                  <c:v>-9.8067199999999993E-2</c:v>
                </c:pt>
                <c:pt idx="1317">
                  <c:v>-9.7761799999999996E-2</c:v>
                </c:pt>
                <c:pt idx="1318">
                  <c:v>-9.7456399999999999E-2</c:v>
                </c:pt>
                <c:pt idx="1319">
                  <c:v>-9.7151000000000001E-2</c:v>
                </c:pt>
                <c:pt idx="1320">
                  <c:v>-9.6845600000000004E-2</c:v>
                </c:pt>
                <c:pt idx="1321">
                  <c:v>-9.6540200000000007E-2</c:v>
                </c:pt>
                <c:pt idx="1322">
                  <c:v>-9.6234799999999995E-2</c:v>
                </c:pt>
                <c:pt idx="1323">
                  <c:v>-9.5929399999999998E-2</c:v>
                </c:pt>
                <c:pt idx="1324">
                  <c:v>-9.5624100000000004E-2</c:v>
                </c:pt>
                <c:pt idx="1325">
                  <c:v>-9.5318700000000006E-2</c:v>
                </c:pt>
                <c:pt idx="1326">
                  <c:v>-9.5013299999999995E-2</c:v>
                </c:pt>
                <c:pt idx="1327">
                  <c:v>-9.4707899999999998E-2</c:v>
                </c:pt>
                <c:pt idx="1328">
                  <c:v>-9.44025E-2</c:v>
                </c:pt>
                <c:pt idx="1329">
                  <c:v>-9.4097100000000003E-2</c:v>
                </c:pt>
                <c:pt idx="1330">
                  <c:v>-9.3791700000000006E-2</c:v>
                </c:pt>
                <c:pt idx="1331">
                  <c:v>-9.3486299999999994E-2</c:v>
                </c:pt>
                <c:pt idx="1332">
                  <c:v>-9.3180899999999997E-2</c:v>
                </c:pt>
                <c:pt idx="1333">
                  <c:v>-9.28755E-2</c:v>
                </c:pt>
                <c:pt idx="1334">
                  <c:v>-9.2570100000000002E-2</c:v>
                </c:pt>
                <c:pt idx="1335">
                  <c:v>-9.2264700000000005E-2</c:v>
                </c:pt>
                <c:pt idx="1336">
                  <c:v>-9.1959299999999994E-2</c:v>
                </c:pt>
                <c:pt idx="1337">
                  <c:v>-9.1653899999999996E-2</c:v>
                </c:pt>
                <c:pt idx="1338">
                  <c:v>-9.1348499999999999E-2</c:v>
                </c:pt>
                <c:pt idx="1339">
                  <c:v>-9.1043100000000002E-2</c:v>
                </c:pt>
                <c:pt idx="1340">
                  <c:v>-9.0737700000000004E-2</c:v>
                </c:pt>
                <c:pt idx="1341">
                  <c:v>-9.0432299999999993E-2</c:v>
                </c:pt>
                <c:pt idx="1342">
                  <c:v>-9.0126899999999996E-2</c:v>
                </c:pt>
                <c:pt idx="1343">
                  <c:v>-8.9821499999999999E-2</c:v>
                </c:pt>
                <c:pt idx="1344">
                  <c:v>-8.9516100000000001E-2</c:v>
                </c:pt>
                <c:pt idx="1345">
                  <c:v>-8.9210700000000004E-2</c:v>
                </c:pt>
                <c:pt idx="1346">
                  <c:v>-8.8905300000000007E-2</c:v>
                </c:pt>
                <c:pt idx="1347">
                  <c:v>-8.8599899999999995E-2</c:v>
                </c:pt>
                <c:pt idx="1348">
                  <c:v>-8.8294499999999998E-2</c:v>
                </c:pt>
                <c:pt idx="1349">
                  <c:v>-8.7989100000000001E-2</c:v>
                </c:pt>
                <c:pt idx="1350">
                  <c:v>-8.7683700000000003E-2</c:v>
                </c:pt>
                <c:pt idx="1351">
                  <c:v>-8.7378300000000006E-2</c:v>
                </c:pt>
                <c:pt idx="1352">
                  <c:v>-8.7072899999999995E-2</c:v>
                </c:pt>
                <c:pt idx="1353">
                  <c:v>-8.6767499999999997E-2</c:v>
                </c:pt>
                <c:pt idx="1354">
                  <c:v>-8.64621E-2</c:v>
                </c:pt>
                <c:pt idx="1355">
                  <c:v>-8.6156700000000003E-2</c:v>
                </c:pt>
                <c:pt idx="1356">
                  <c:v>-8.5851300000000005E-2</c:v>
                </c:pt>
                <c:pt idx="1357">
                  <c:v>-8.5545899999999994E-2</c:v>
                </c:pt>
                <c:pt idx="1358">
                  <c:v>-8.5240499999999997E-2</c:v>
                </c:pt>
                <c:pt idx="1359">
                  <c:v>-8.4935099999999999E-2</c:v>
                </c:pt>
                <c:pt idx="1360">
                  <c:v>-8.4629700000000002E-2</c:v>
                </c:pt>
                <c:pt idx="1361">
                  <c:v>-8.4324300000000005E-2</c:v>
                </c:pt>
                <c:pt idx="1362">
                  <c:v>-8.4018899999999994E-2</c:v>
                </c:pt>
                <c:pt idx="1363">
                  <c:v>-8.3713499999999996E-2</c:v>
                </c:pt>
                <c:pt idx="1364">
                  <c:v>-8.3408099999999999E-2</c:v>
                </c:pt>
                <c:pt idx="1365">
                  <c:v>-8.3102700000000002E-2</c:v>
                </c:pt>
                <c:pt idx="1366">
                  <c:v>-8.2797399999999993E-2</c:v>
                </c:pt>
                <c:pt idx="1367">
                  <c:v>-8.2491999999999996E-2</c:v>
                </c:pt>
                <c:pt idx="1368">
                  <c:v>-8.2186599999999999E-2</c:v>
                </c:pt>
                <c:pt idx="1369">
                  <c:v>-8.1881200000000001E-2</c:v>
                </c:pt>
                <c:pt idx="1370">
                  <c:v>-8.1575800000000004E-2</c:v>
                </c:pt>
                <c:pt idx="1371">
                  <c:v>-8.1270400000000007E-2</c:v>
                </c:pt>
                <c:pt idx="1372">
                  <c:v>-8.0964999999999995E-2</c:v>
                </c:pt>
                <c:pt idx="1373">
                  <c:v>-8.0659599999999998E-2</c:v>
                </c:pt>
                <c:pt idx="1374">
                  <c:v>-8.0354200000000001E-2</c:v>
                </c:pt>
                <c:pt idx="1375">
                  <c:v>-8.0048800000000003E-2</c:v>
                </c:pt>
                <c:pt idx="1376">
                  <c:v>-7.9743400000000006E-2</c:v>
                </c:pt>
                <c:pt idx="1377">
                  <c:v>-7.9437999999999995E-2</c:v>
                </c:pt>
                <c:pt idx="1378">
                  <c:v>-7.9132599999999997E-2</c:v>
                </c:pt>
                <c:pt idx="1379">
                  <c:v>-7.88272E-2</c:v>
                </c:pt>
                <c:pt idx="1380">
                  <c:v>-7.8521800000000003E-2</c:v>
                </c:pt>
                <c:pt idx="1381">
                  <c:v>-7.8216400000000005E-2</c:v>
                </c:pt>
                <c:pt idx="1382">
                  <c:v>-7.7910999999999994E-2</c:v>
                </c:pt>
                <c:pt idx="1383">
                  <c:v>-7.7605599999999997E-2</c:v>
                </c:pt>
                <c:pt idx="1384">
                  <c:v>-7.7300199999999999E-2</c:v>
                </c:pt>
                <c:pt idx="1385">
                  <c:v>-7.6994800000000002E-2</c:v>
                </c:pt>
                <c:pt idx="1386">
                  <c:v>-7.6689400000000005E-2</c:v>
                </c:pt>
                <c:pt idx="1387">
                  <c:v>-7.6383999999999994E-2</c:v>
                </c:pt>
                <c:pt idx="1388">
                  <c:v>-7.6078599999999996E-2</c:v>
                </c:pt>
                <c:pt idx="1389">
                  <c:v>-7.5773199999999999E-2</c:v>
                </c:pt>
                <c:pt idx="1390">
                  <c:v>-7.5467800000000002E-2</c:v>
                </c:pt>
                <c:pt idx="1391">
                  <c:v>-7.5162400000000004E-2</c:v>
                </c:pt>
                <c:pt idx="1392">
                  <c:v>-7.4857000000000007E-2</c:v>
                </c:pt>
                <c:pt idx="1393">
                  <c:v>-7.4551599999999996E-2</c:v>
                </c:pt>
                <c:pt idx="1394">
                  <c:v>-7.4246199999999998E-2</c:v>
                </c:pt>
                <c:pt idx="1395">
                  <c:v>-7.3940800000000001E-2</c:v>
                </c:pt>
                <c:pt idx="1396">
                  <c:v>-7.3635400000000004E-2</c:v>
                </c:pt>
                <c:pt idx="1397">
                  <c:v>-7.3330000000000006E-2</c:v>
                </c:pt>
                <c:pt idx="1398">
                  <c:v>-7.3024599999999995E-2</c:v>
                </c:pt>
                <c:pt idx="1399">
                  <c:v>-7.2719199999999998E-2</c:v>
                </c:pt>
                <c:pt idx="1400">
                  <c:v>-7.24138E-2</c:v>
                </c:pt>
                <c:pt idx="1401">
                  <c:v>-7.2108400000000003E-2</c:v>
                </c:pt>
                <c:pt idx="1402">
                  <c:v>-7.1803000000000006E-2</c:v>
                </c:pt>
                <c:pt idx="1403">
                  <c:v>-7.1497599999999994E-2</c:v>
                </c:pt>
                <c:pt idx="1404">
                  <c:v>-7.1192199999999997E-2</c:v>
                </c:pt>
                <c:pt idx="1405">
                  <c:v>-7.08868E-2</c:v>
                </c:pt>
                <c:pt idx="1406">
                  <c:v>-7.0581400000000002E-2</c:v>
                </c:pt>
                <c:pt idx="1407">
                  <c:v>-7.0276000000000005E-2</c:v>
                </c:pt>
                <c:pt idx="1408">
                  <c:v>-6.9970699999999997E-2</c:v>
                </c:pt>
                <c:pt idx="1409">
                  <c:v>-6.9665299999999999E-2</c:v>
                </c:pt>
                <c:pt idx="1410">
                  <c:v>-6.9359900000000002E-2</c:v>
                </c:pt>
                <c:pt idx="1411">
                  <c:v>-6.9054500000000005E-2</c:v>
                </c:pt>
                <c:pt idx="1412">
                  <c:v>-6.8749099999999994E-2</c:v>
                </c:pt>
                <c:pt idx="1413">
                  <c:v>-6.8443699999999996E-2</c:v>
                </c:pt>
                <c:pt idx="1414">
                  <c:v>-6.8138299999999999E-2</c:v>
                </c:pt>
                <c:pt idx="1415">
                  <c:v>-6.7832900000000002E-2</c:v>
                </c:pt>
                <c:pt idx="1416">
                  <c:v>-6.7527500000000004E-2</c:v>
                </c:pt>
                <c:pt idx="1417">
                  <c:v>-6.7222100000000007E-2</c:v>
                </c:pt>
                <c:pt idx="1418">
                  <c:v>-6.6916699999999996E-2</c:v>
                </c:pt>
                <c:pt idx="1419">
                  <c:v>-6.6611299999999998E-2</c:v>
                </c:pt>
                <c:pt idx="1420">
                  <c:v>-6.6305900000000001E-2</c:v>
                </c:pt>
                <c:pt idx="1421">
                  <c:v>-6.6000500000000004E-2</c:v>
                </c:pt>
                <c:pt idx="1422">
                  <c:v>-6.5695100000000006E-2</c:v>
                </c:pt>
                <c:pt idx="1423">
                  <c:v>-6.5389699999999995E-2</c:v>
                </c:pt>
                <c:pt idx="1424">
                  <c:v>-6.5084299999999998E-2</c:v>
                </c:pt>
                <c:pt idx="1425">
                  <c:v>-6.47789E-2</c:v>
                </c:pt>
                <c:pt idx="1426">
                  <c:v>-6.4473500000000003E-2</c:v>
                </c:pt>
                <c:pt idx="1427">
                  <c:v>-6.4168100000000006E-2</c:v>
                </c:pt>
                <c:pt idx="1428">
                  <c:v>-6.3862699999999994E-2</c:v>
                </c:pt>
                <c:pt idx="1429">
                  <c:v>-6.3557299999999997E-2</c:v>
                </c:pt>
                <c:pt idx="1430">
                  <c:v>-6.32519E-2</c:v>
                </c:pt>
                <c:pt idx="1431">
                  <c:v>-6.2946500000000002E-2</c:v>
                </c:pt>
                <c:pt idx="1432">
                  <c:v>-6.2641100000000005E-2</c:v>
                </c:pt>
                <c:pt idx="1433">
                  <c:v>-6.2335700000000001E-2</c:v>
                </c:pt>
                <c:pt idx="1434">
                  <c:v>-6.2030299999999997E-2</c:v>
                </c:pt>
                <c:pt idx="1435">
                  <c:v>-6.1724899999999999E-2</c:v>
                </c:pt>
                <c:pt idx="1436">
                  <c:v>-6.1419500000000002E-2</c:v>
                </c:pt>
                <c:pt idx="1437">
                  <c:v>-6.1114099999999998E-2</c:v>
                </c:pt>
                <c:pt idx="1438">
                  <c:v>-6.08087E-2</c:v>
                </c:pt>
                <c:pt idx="1439">
                  <c:v>-6.0503300000000003E-2</c:v>
                </c:pt>
                <c:pt idx="1440">
                  <c:v>-6.0197899999999999E-2</c:v>
                </c:pt>
                <c:pt idx="1441">
                  <c:v>-5.9892500000000001E-2</c:v>
                </c:pt>
                <c:pt idx="1442">
                  <c:v>-5.9587099999999997E-2</c:v>
                </c:pt>
                <c:pt idx="1443">
                  <c:v>-5.92817E-2</c:v>
                </c:pt>
                <c:pt idx="1444">
                  <c:v>-5.8976300000000002E-2</c:v>
                </c:pt>
                <c:pt idx="1445">
                  <c:v>-5.8670899999999998E-2</c:v>
                </c:pt>
                <c:pt idx="1446">
                  <c:v>-5.8365500000000001E-2</c:v>
                </c:pt>
                <c:pt idx="1447">
                  <c:v>-5.8060100000000003E-2</c:v>
                </c:pt>
                <c:pt idx="1448">
                  <c:v>-5.7754699999999999E-2</c:v>
                </c:pt>
                <c:pt idx="1449">
                  <c:v>-5.7449300000000002E-2</c:v>
                </c:pt>
                <c:pt idx="1450">
                  <c:v>-5.7144E-2</c:v>
                </c:pt>
                <c:pt idx="1451">
                  <c:v>-5.6838600000000003E-2</c:v>
                </c:pt>
                <c:pt idx="1452">
                  <c:v>-5.6533199999999999E-2</c:v>
                </c:pt>
                <c:pt idx="1453">
                  <c:v>-5.6227800000000001E-2</c:v>
                </c:pt>
                <c:pt idx="1454">
                  <c:v>-5.5922399999999997E-2</c:v>
                </c:pt>
                <c:pt idx="1455">
                  <c:v>-5.5617E-2</c:v>
                </c:pt>
                <c:pt idx="1456">
                  <c:v>-5.5311600000000002E-2</c:v>
                </c:pt>
                <c:pt idx="1457">
                  <c:v>-5.5006199999999998E-2</c:v>
                </c:pt>
                <c:pt idx="1458">
                  <c:v>-5.4700800000000001E-2</c:v>
                </c:pt>
                <c:pt idx="1459">
                  <c:v>-5.4395399999999997E-2</c:v>
                </c:pt>
                <c:pt idx="1460">
                  <c:v>-5.4089999999999999E-2</c:v>
                </c:pt>
                <c:pt idx="1461">
                  <c:v>-5.3784600000000002E-2</c:v>
                </c:pt>
                <c:pt idx="1462">
                  <c:v>-5.3479199999999998E-2</c:v>
                </c:pt>
                <c:pt idx="1463">
                  <c:v>-5.31738E-2</c:v>
                </c:pt>
                <c:pt idx="1464">
                  <c:v>-5.2868400000000003E-2</c:v>
                </c:pt>
                <c:pt idx="1465">
                  <c:v>-5.2562999999999999E-2</c:v>
                </c:pt>
                <c:pt idx="1466">
                  <c:v>-5.2257600000000001E-2</c:v>
                </c:pt>
                <c:pt idx="1467">
                  <c:v>-5.1952199999999997E-2</c:v>
                </c:pt>
                <c:pt idx="1468">
                  <c:v>-5.16468E-2</c:v>
                </c:pt>
                <c:pt idx="1469">
                  <c:v>-5.1341400000000002E-2</c:v>
                </c:pt>
                <c:pt idx="1470">
                  <c:v>-5.1035999999999998E-2</c:v>
                </c:pt>
                <c:pt idx="1471">
                  <c:v>-5.0730600000000001E-2</c:v>
                </c:pt>
                <c:pt idx="1472">
                  <c:v>-5.0425200000000003E-2</c:v>
                </c:pt>
                <c:pt idx="1473">
                  <c:v>-5.0119799999999999E-2</c:v>
                </c:pt>
                <c:pt idx="1474">
                  <c:v>-4.9814400000000002E-2</c:v>
                </c:pt>
                <c:pt idx="1475">
                  <c:v>-4.9508999999999997E-2</c:v>
                </c:pt>
                <c:pt idx="1476">
                  <c:v>-4.92036E-2</c:v>
                </c:pt>
                <c:pt idx="1477">
                  <c:v>-4.8898200000000003E-2</c:v>
                </c:pt>
                <c:pt idx="1478">
                  <c:v>-4.8592799999999998E-2</c:v>
                </c:pt>
                <c:pt idx="1479">
                  <c:v>-4.8287400000000001E-2</c:v>
                </c:pt>
                <c:pt idx="1480">
                  <c:v>-4.7981999999999997E-2</c:v>
                </c:pt>
                <c:pt idx="1481">
                  <c:v>-4.76766E-2</c:v>
                </c:pt>
                <c:pt idx="1482">
                  <c:v>-4.7371200000000002E-2</c:v>
                </c:pt>
                <c:pt idx="1483">
                  <c:v>-4.7065799999999998E-2</c:v>
                </c:pt>
                <c:pt idx="1484">
                  <c:v>-4.6760400000000001E-2</c:v>
                </c:pt>
                <c:pt idx="1485">
                  <c:v>-4.6455000000000003E-2</c:v>
                </c:pt>
                <c:pt idx="1486">
                  <c:v>-4.6149599999999999E-2</c:v>
                </c:pt>
                <c:pt idx="1487">
                  <c:v>-4.5844200000000002E-2</c:v>
                </c:pt>
                <c:pt idx="1488">
                  <c:v>-4.5538799999999997E-2</c:v>
                </c:pt>
                <c:pt idx="1489">
                  <c:v>-4.52334E-2</c:v>
                </c:pt>
                <c:pt idx="1490">
                  <c:v>-4.4928000000000003E-2</c:v>
                </c:pt>
                <c:pt idx="1491">
                  <c:v>-4.4622599999999998E-2</c:v>
                </c:pt>
                <c:pt idx="1492">
                  <c:v>-4.4317299999999997E-2</c:v>
                </c:pt>
                <c:pt idx="1493">
                  <c:v>-4.40119E-2</c:v>
                </c:pt>
                <c:pt idx="1494">
                  <c:v>-4.3706500000000002E-2</c:v>
                </c:pt>
                <c:pt idx="1495">
                  <c:v>-4.3401099999999998E-2</c:v>
                </c:pt>
                <c:pt idx="1496">
                  <c:v>-4.3095700000000001E-2</c:v>
                </c:pt>
                <c:pt idx="1497">
                  <c:v>-4.2790300000000003E-2</c:v>
                </c:pt>
                <c:pt idx="1498">
                  <c:v>-4.2484899999999999E-2</c:v>
                </c:pt>
                <c:pt idx="1499">
                  <c:v>-4.2179500000000002E-2</c:v>
                </c:pt>
                <c:pt idx="1500">
                  <c:v>-4.1874099999999997E-2</c:v>
                </c:pt>
                <c:pt idx="1501">
                  <c:v>-4.15687E-2</c:v>
                </c:pt>
                <c:pt idx="1502">
                  <c:v>-4.1263300000000003E-2</c:v>
                </c:pt>
                <c:pt idx="1503">
                  <c:v>-4.0957899999999998E-2</c:v>
                </c:pt>
                <c:pt idx="1504">
                  <c:v>-4.0652500000000001E-2</c:v>
                </c:pt>
                <c:pt idx="1505">
                  <c:v>-4.0347099999999997E-2</c:v>
                </c:pt>
                <c:pt idx="1506">
                  <c:v>-4.00417E-2</c:v>
                </c:pt>
                <c:pt idx="1507">
                  <c:v>-3.9736300000000002E-2</c:v>
                </c:pt>
                <c:pt idx="1508">
                  <c:v>-3.9430899999999998E-2</c:v>
                </c:pt>
                <c:pt idx="1509">
                  <c:v>-3.9125500000000001E-2</c:v>
                </c:pt>
                <c:pt idx="1510">
                  <c:v>-3.8820100000000003E-2</c:v>
                </c:pt>
                <c:pt idx="1511">
                  <c:v>-3.8514699999999999E-2</c:v>
                </c:pt>
                <c:pt idx="1512">
                  <c:v>-3.8209300000000002E-2</c:v>
                </c:pt>
                <c:pt idx="1513">
                  <c:v>-3.7903899999999997E-2</c:v>
                </c:pt>
                <c:pt idx="1514">
                  <c:v>-3.75985E-2</c:v>
                </c:pt>
                <c:pt idx="1515">
                  <c:v>-3.7293100000000003E-2</c:v>
                </c:pt>
                <c:pt idx="1516">
                  <c:v>-3.6987699999999998E-2</c:v>
                </c:pt>
                <c:pt idx="1517">
                  <c:v>-3.6682300000000001E-2</c:v>
                </c:pt>
                <c:pt idx="1518">
                  <c:v>-3.6376899999999997E-2</c:v>
                </c:pt>
                <c:pt idx="1519">
                  <c:v>-3.6071499999999999E-2</c:v>
                </c:pt>
                <c:pt idx="1520">
                  <c:v>-3.5766100000000002E-2</c:v>
                </c:pt>
                <c:pt idx="1521">
                  <c:v>-3.5460699999999998E-2</c:v>
                </c:pt>
                <c:pt idx="1522">
                  <c:v>-3.51553E-2</c:v>
                </c:pt>
                <c:pt idx="1523">
                  <c:v>-3.4849900000000003E-2</c:v>
                </c:pt>
                <c:pt idx="1524">
                  <c:v>-3.4544499999999999E-2</c:v>
                </c:pt>
                <c:pt idx="1525">
                  <c:v>-3.4239100000000001E-2</c:v>
                </c:pt>
                <c:pt idx="1526">
                  <c:v>-3.3933699999999997E-2</c:v>
                </c:pt>
                <c:pt idx="1527">
                  <c:v>-3.36283E-2</c:v>
                </c:pt>
                <c:pt idx="1528">
                  <c:v>-3.3322900000000003E-2</c:v>
                </c:pt>
                <c:pt idx="1529">
                  <c:v>-3.3017499999999998E-2</c:v>
                </c:pt>
                <c:pt idx="1530">
                  <c:v>-3.2712100000000001E-2</c:v>
                </c:pt>
                <c:pt idx="1531">
                  <c:v>-3.2406699999999997E-2</c:v>
                </c:pt>
                <c:pt idx="1532">
                  <c:v>-3.2101299999999999E-2</c:v>
                </c:pt>
                <c:pt idx="1533">
                  <c:v>-3.1795900000000002E-2</c:v>
                </c:pt>
                <c:pt idx="1534">
                  <c:v>-3.1490600000000001E-2</c:v>
                </c:pt>
                <c:pt idx="1535">
                  <c:v>-3.11852E-2</c:v>
                </c:pt>
                <c:pt idx="1536">
                  <c:v>-3.0879799999999999E-2</c:v>
                </c:pt>
                <c:pt idx="1537">
                  <c:v>-3.0574400000000002E-2</c:v>
                </c:pt>
                <c:pt idx="1538">
                  <c:v>-3.0269000000000001E-2</c:v>
                </c:pt>
                <c:pt idx="1539">
                  <c:v>-2.99636E-2</c:v>
                </c:pt>
                <c:pt idx="1540">
                  <c:v>-2.9658199999999999E-2</c:v>
                </c:pt>
                <c:pt idx="1541">
                  <c:v>-2.9352799999999998E-2</c:v>
                </c:pt>
                <c:pt idx="1542">
                  <c:v>-2.9047400000000001E-2</c:v>
                </c:pt>
                <c:pt idx="1543">
                  <c:v>-2.8742E-2</c:v>
                </c:pt>
                <c:pt idx="1544">
                  <c:v>-2.8436599999999999E-2</c:v>
                </c:pt>
                <c:pt idx="1545">
                  <c:v>-2.8131199999999999E-2</c:v>
                </c:pt>
                <c:pt idx="1546">
                  <c:v>-2.7825800000000001E-2</c:v>
                </c:pt>
                <c:pt idx="1547">
                  <c:v>-2.75204E-2</c:v>
                </c:pt>
                <c:pt idx="1548">
                  <c:v>-2.7215E-2</c:v>
                </c:pt>
                <c:pt idx="1549">
                  <c:v>-2.6909599999999999E-2</c:v>
                </c:pt>
                <c:pt idx="1550">
                  <c:v>-2.6604200000000001E-2</c:v>
                </c:pt>
                <c:pt idx="1551">
                  <c:v>-2.6298800000000001E-2</c:v>
                </c:pt>
                <c:pt idx="1552">
                  <c:v>-2.59934E-2</c:v>
                </c:pt>
                <c:pt idx="1553">
                  <c:v>-2.5687999999999999E-2</c:v>
                </c:pt>
                <c:pt idx="1554">
                  <c:v>-2.5382600000000002E-2</c:v>
                </c:pt>
                <c:pt idx="1555">
                  <c:v>-2.5077200000000001E-2</c:v>
                </c:pt>
                <c:pt idx="1556">
                  <c:v>-2.47718E-2</c:v>
                </c:pt>
                <c:pt idx="1557">
                  <c:v>-2.4466399999999999E-2</c:v>
                </c:pt>
                <c:pt idx="1558">
                  <c:v>-2.4160999999999998E-2</c:v>
                </c:pt>
                <c:pt idx="1559">
                  <c:v>-2.3855600000000001E-2</c:v>
                </c:pt>
                <c:pt idx="1560">
                  <c:v>-2.35502E-2</c:v>
                </c:pt>
                <c:pt idx="1561">
                  <c:v>-2.3244799999999999E-2</c:v>
                </c:pt>
                <c:pt idx="1562">
                  <c:v>-2.2939399999999999E-2</c:v>
                </c:pt>
                <c:pt idx="1563">
                  <c:v>-2.2634000000000001E-2</c:v>
                </c:pt>
                <c:pt idx="1564">
                  <c:v>-2.2328600000000001E-2</c:v>
                </c:pt>
                <c:pt idx="1565">
                  <c:v>-2.20232E-2</c:v>
                </c:pt>
                <c:pt idx="1566">
                  <c:v>-2.1717799999999999E-2</c:v>
                </c:pt>
                <c:pt idx="1567">
                  <c:v>-2.1412400000000002E-2</c:v>
                </c:pt>
                <c:pt idx="1568">
                  <c:v>-2.1107000000000001E-2</c:v>
                </c:pt>
                <c:pt idx="1569">
                  <c:v>-2.08016E-2</c:v>
                </c:pt>
                <c:pt idx="1570">
                  <c:v>-2.0496199999999999E-2</c:v>
                </c:pt>
                <c:pt idx="1571">
                  <c:v>-2.0190799999999998E-2</c:v>
                </c:pt>
                <c:pt idx="1572">
                  <c:v>-1.9885400000000001E-2</c:v>
                </c:pt>
                <c:pt idx="1573">
                  <c:v>-1.958E-2</c:v>
                </c:pt>
                <c:pt idx="1574">
                  <c:v>-1.9274599999999999E-2</c:v>
                </c:pt>
                <c:pt idx="1575">
                  <c:v>-1.8969199999999999E-2</c:v>
                </c:pt>
                <c:pt idx="1576">
                  <c:v>-1.8663900000000001E-2</c:v>
                </c:pt>
                <c:pt idx="1577">
                  <c:v>-1.83585E-2</c:v>
                </c:pt>
                <c:pt idx="1578">
                  <c:v>-1.8053099999999999E-2</c:v>
                </c:pt>
                <c:pt idx="1579">
                  <c:v>-1.7747700000000002E-2</c:v>
                </c:pt>
                <c:pt idx="1580">
                  <c:v>-1.7442300000000001E-2</c:v>
                </c:pt>
                <c:pt idx="1581">
                  <c:v>-1.71369E-2</c:v>
                </c:pt>
                <c:pt idx="1582">
                  <c:v>-1.6831499999999999E-2</c:v>
                </c:pt>
                <c:pt idx="1583">
                  <c:v>-1.6526099999999998E-2</c:v>
                </c:pt>
                <c:pt idx="1584">
                  <c:v>-1.6220700000000001E-2</c:v>
                </c:pt>
                <c:pt idx="1585">
                  <c:v>-1.59153E-2</c:v>
                </c:pt>
                <c:pt idx="1586">
                  <c:v>-1.5609899999999999E-2</c:v>
                </c:pt>
                <c:pt idx="1587">
                  <c:v>-1.53045E-2</c:v>
                </c:pt>
                <c:pt idx="1588">
                  <c:v>-1.49991E-2</c:v>
                </c:pt>
                <c:pt idx="1589">
                  <c:v>-1.4693700000000001E-2</c:v>
                </c:pt>
                <c:pt idx="1590">
                  <c:v>-1.43883E-2</c:v>
                </c:pt>
                <c:pt idx="1591">
                  <c:v>-1.4082900000000001E-2</c:v>
                </c:pt>
                <c:pt idx="1592">
                  <c:v>-1.37775E-2</c:v>
                </c:pt>
                <c:pt idx="1593">
                  <c:v>-1.3472100000000001E-2</c:v>
                </c:pt>
                <c:pt idx="1594">
                  <c:v>-1.31667E-2</c:v>
                </c:pt>
                <c:pt idx="1595">
                  <c:v>-1.2861300000000001E-2</c:v>
                </c:pt>
                <c:pt idx="1596">
                  <c:v>-1.25559E-2</c:v>
                </c:pt>
                <c:pt idx="1597">
                  <c:v>-1.2250499999999999E-2</c:v>
                </c:pt>
                <c:pt idx="1598">
                  <c:v>-1.19451E-2</c:v>
                </c:pt>
                <c:pt idx="1599">
                  <c:v>-1.1639699999999999E-2</c:v>
                </c:pt>
                <c:pt idx="1600">
                  <c:v>-1.13343E-2</c:v>
                </c:pt>
                <c:pt idx="1601">
                  <c:v>-1.1028899999999999E-2</c:v>
                </c:pt>
                <c:pt idx="1602">
                  <c:v>-1.07235E-2</c:v>
                </c:pt>
                <c:pt idx="1603">
                  <c:v>-1.04181E-2</c:v>
                </c:pt>
                <c:pt idx="1604">
                  <c:v>-1.0112700000000001E-2</c:v>
                </c:pt>
                <c:pt idx="1605">
                  <c:v>-9.8073199999999996E-3</c:v>
                </c:pt>
                <c:pt idx="1606">
                  <c:v>-9.5019200000000005E-3</c:v>
                </c:pt>
                <c:pt idx="1607">
                  <c:v>-9.1965299999999996E-3</c:v>
                </c:pt>
                <c:pt idx="1608">
                  <c:v>-8.8911300000000006E-3</c:v>
                </c:pt>
                <c:pt idx="1609">
                  <c:v>-8.5857299999999998E-3</c:v>
                </c:pt>
                <c:pt idx="1610">
                  <c:v>-8.2803300000000007E-3</c:v>
                </c:pt>
                <c:pt idx="1611">
                  <c:v>-7.9749299999999999E-3</c:v>
                </c:pt>
                <c:pt idx="1612">
                  <c:v>-7.6695399999999999E-3</c:v>
                </c:pt>
                <c:pt idx="1613">
                  <c:v>-7.3641399999999999E-3</c:v>
                </c:pt>
                <c:pt idx="1614">
                  <c:v>-7.05874E-3</c:v>
                </c:pt>
                <c:pt idx="1615">
                  <c:v>-6.75334E-3</c:v>
                </c:pt>
                <c:pt idx="1616">
                  <c:v>-6.44795E-3</c:v>
                </c:pt>
                <c:pt idx="1617">
                  <c:v>-6.1425500000000001E-3</c:v>
                </c:pt>
                <c:pt idx="1618">
                  <c:v>-5.8371500000000002E-3</c:v>
                </c:pt>
                <c:pt idx="1619">
                  <c:v>-5.5317500000000002E-3</c:v>
                </c:pt>
                <c:pt idx="1620">
                  <c:v>-5.2263600000000002E-3</c:v>
                </c:pt>
                <c:pt idx="1621">
                  <c:v>-4.9209600000000003E-3</c:v>
                </c:pt>
                <c:pt idx="1622">
                  <c:v>-4.6155600000000003E-3</c:v>
                </c:pt>
                <c:pt idx="1623">
                  <c:v>-4.3101600000000004E-3</c:v>
                </c:pt>
                <c:pt idx="1624">
                  <c:v>-4.0047700000000004E-3</c:v>
                </c:pt>
                <c:pt idx="1625">
                  <c:v>-3.69937E-3</c:v>
                </c:pt>
                <c:pt idx="1626">
                  <c:v>-3.3939700000000001E-3</c:v>
                </c:pt>
                <c:pt idx="1627">
                  <c:v>-3.0885700000000001E-3</c:v>
                </c:pt>
                <c:pt idx="1628">
                  <c:v>-2.7831800000000001E-3</c:v>
                </c:pt>
                <c:pt idx="1629">
                  <c:v>-2.4777800000000002E-3</c:v>
                </c:pt>
                <c:pt idx="1630">
                  <c:v>-2.1723799999999998E-3</c:v>
                </c:pt>
                <c:pt idx="1631">
                  <c:v>-1.8669800000000001E-3</c:v>
                </c:pt>
                <c:pt idx="1632">
                  <c:v>-1.5615799999999999E-3</c:v>
                </c:pt>
                <c:pt idx="1633">
                  <c:v>-1.2561899999999999E-3</c:v>
                </c:pt>
                <c:pt idx="1634">
                  <c:v>-9.5078899999999995E-4</c:v>
                </c:pt>
                <c:pt idx="1635">
                  <c:v>-6.4539199999999995E-4</c:v>
                </c:pt>
                <c:pt idx="1636">
                  <c:v>-3.3999399999999998E-4</c:v>
                </c:pt>
                <c:pt idx="1637" formatCode="0.00E+00">
                  <c:v>-3.45965E-5</c:v>
                </c:pt>
                <c:pt idx="1638">
                  <c:v>2.7080099999999998E-4</c:v>
                </c:pt>
                <c:pt idx="1639">
                  <c:v>5.76199E-4</c:v>
                </c:pt>
                <c:pt idx="1640">
                  <c:v>8.8159600000000001E-4</c:v>
                </c:pt>
                <c:pt idx="1641">
                  <c:v>1.18699E-3</c:v>
                </c:pt>
                <c:pt idx="1642">
                  <c:v>1.4923899999999999E-3</c:v>
                </c:pt>
                <c:pt idx="1643">
                  <c:v>1.7977900000000001E-3</c:v>
                </c:pt>
                <c:pt idx="1644">
                  <c:v>2.10319E-3</c:v>
                </c:pt>
                <c:pt idx="1645">
                  <c:v>2.40858E-3</c:v>
                </c:pt>
                <c:pt idx="1646">
                  <c:v>2.71398E-3</c:v>
                </c:pt>
                <c:pt idx="1647">
                  <c:v>3.0193799999999999E-3</c:v>
                </c:pt>
                <c:pt idx="1648">
                  <c:v>3.3247799999999998E-3</c:v>
                </c:pt>
                <c:pt idx="1649">
                  <c:v>3.6301699999999998E-3</c:v>
                </c:pt>
                <c:pt idx="1650">
                  <c:v>3.9355700000000002E-3</c:v>
                </c:pt>
                <c:pt idx="1651">
                  <c:v>4.2409700000000002E-3</c:v>
                </c:pt>
                <c:pt idx="1652">
                  <c:v>4.5463700000000001E-3</c:v>
                </c:pt>
                <c:pt idx="1653">
                  <c:v>4.85177E-3</c:v>
                </c:pt>
                <c:pt idx="1654">
                  <c:v>5.15716E-3</c:v>
                </c:pt>
                <c:pt idx="1655">
                  <c:v>5.46256E-3</c:v>
                </c:pt>
                <c:pt idx="1656">
                  <c:v>5.7679599999999999E-3</c:v>
                </c:pt>
                <c:pt idx="1657">
                  <c:v>6.0733599999999999E-3</c:v>
                </c:pt>
                <c:pt idx="1658">
                  <c:v>6.3787499999999999E-3</c:v>
                </c:pt>
                <c:pt idx="1659">
                  <c:v>6.6841499999999998E-3</c:v>
                </c:pt>
                <c:pt idx="1660">
                  <c:v>6.9895499999999998E-3</c:v>
                </c:pt>
                <c:pt idx="1661">
                  <c:v>7.2949499999999997E-3</c:v>
                </c:pt>
                <c:pt idx="1662">
                  <c:v>7.6003399999999997E-3</c:v>
                </c:pt>
                <c:pt idx="1663">
                  <c:v>7.9057399999999996E-3</c:v>
                </c:pt>
                <c:pt idx="1664">
                  <c:v>8.2111400000000005E-3</c:v>
                </c:pt>
                <c:pt idx="1665">
                  <c:v>8.5165399999999995E-3</c:v>
                </c:pt>
                <c:pt idx="1666">
                  <c:v>8.8219300000000004E-3</c:v>
                </c:pt>
                <c:pt idx="1667">
                  <c:v>9.1273299999999995E-3</c:v>
                </c:pt>
                <c:pt idx="1668">
                  <c:v>9.4327300000000003E-3</c:v>
                </c:pt>
                <c:pt idx="1669">
                  <c:v>9.7381299999999994E-3</c:v>
                </c:pt>
                <c:pt idx="1670">
                  <c:v>1.00435E-2</c:v>
                </c:pt>
                <c:pt idx="1671">
                  <c:v>1.0348899999999999E-2</c:v>
                </c:pt>
                <c:pt idx="1672">
                  <c:v>1.06543E-2</c:v>
                </c:pt>
                <c:pt idx="1673">
                  <c:v>1.0959699999999999E-2</c:v>
                </c:pt>
                <c:pt idx="1674">
                  <c:v>1.12651E-2</c:v>
                </c:pt>
                <c:pt idx="1675">
                  <c:v>1.1570499999999999E-2</c:v>
                </c:pt>
                <c:pt idx="1676">
                  <c:v>1.18759E-2</c:v>
                </c:pt>
                <c:pt idx="1677">
                  <c:v>1.2181300000000001E-2</c:v>
                </c:pt>
                <c:pt idx="1678">
                  <c:v>1.24867E-2</c:v>
                </c:pt>
                <c:pt idx="1679">
                  <c:v>1.2792100000000001E-2</c:v>
                </c:pt>
                <c:pt idx="1680">
                  <c:v>1.30975E-2</c:v>
                </c:pt>
                <c:pt idx="1681">
                  <c:v>1.3402900000000001E-2</c:v>
                </c:pt>
                <c:pt idx="1682">
                  <c:v>1.37083E-2</c:v>
                </c:pt>
                <c:pt idx="1683">
                  <c:v>1.40137E-2</c:v>
                </c:pt>
                <c:pt idx="1684">
                  <c:v>1.43191E-2</c:v>
                </c:pt>
                <c:pt idx="1685">
                  <c:v>1.46245E-2</c:v>
                </c:pt>
                <c:pt idx="1686">
                  <c:v>1.4929899999999999E-2</c:v>
                </c:pt>
                <c:pt idx="1687">
                  <c:v>1.52353E-2</c:v>
                </c:pt>
                <c:pt idx="1688">
                  <c:v>1.5540699999999999E-2</c:v>
                </c:pt>
                <c:pt idx="1689">
                  <c:v>1.5846099999999998E-2</c:v>
                </c:pt>
                <c:pt idx="1690">
                  <c:v>1.6151499999999999E-2</c:v>
                </c:pt>
                <c:pt idx="1691">
                  <c:v>1.64569E-2</c:v>
                </c:pt>
                <c:pt idx="1692">
                  <c:v>1.6762300000000001E-2</c:v>
                </c:pt>
                <c:pt idx="1693">
                  <c:v>1.7067700000000002E-2</c:v>
                </c:pt>
                <c:pt idx="1694">
                  <c:v>1.7373099999999999E-2</c:v>
                </c:pt>
                <c:pt idx="1695">
                  <c:v>1.76785E-2</c:v>
                </c:pt>
                <c:pt idx="1696">
                  <c:v>1.7983900000000001E-2</c:v>
                </c:pt>
                <c:pt idx="1697">
                  <c:v>1.8289300000000001E-2</c:v>
                </c:pt>
                <c:pt idx="1698">
                  <c:v>1.8594699999999999E-2</c:v>
                </c:pt>
                <c:pt idx="1699">
                  <c:v>1.89001E-2</c:v>
                </c:pt>
                <c:pt idx="1700">
                  <c:v>1.92055E-2</c:v>
                </c:pt>
                <c:pt idx="1701">
                  <c:v>1.9510900000000001E-2</c:v>
                </c:pt>
                <c:pt idx="1702">
                  <c:v>1.9816199999999999E-2</c:v>
                </c:pt>
                <c:pt idx="1703">
                  <c:v>2.01216E-2</c:v>
                </c:pt>
                <c:pt idx="1704">
                  <c:v>2.0427000000000001E-2</c:v>
                </c:pt>
                <c:pt idx="1705">
                  <c:v>2.0732400000000002E-2</c:v>
                </c:pt>
                <c:pt idx="1706">
                  <c:v>2.1037799999999999E-2</c:v>
                </c:pt>
                <c:pt idx="1707">
                  <c:v>2.13432E-2</c:v>
                </c:pt>
                <c:pt idx="1708">
                  <c:v>2.16486E-2</c:v>
                </c:pt>
                <c:pt idx="1709">
                  <c:v>2.1954000000000001E-2</c:v>
                </c:pt>
                <c:pt idx="1710">
                  <c:v>2.2259399999999999E-2</c:v>
                </c:pt>
                <c:pt idx="1711">
                  <c:v>2.2564799999999999E-2</c:v>
                </c:pt>
                <c:pt idx="1712">
                  <c:v>2.28702E-2</c:v>
                </c:pt>
                <c:pt idx="1713">
                  <c:v>2.3175600000000001E-2</c:v>
                </c:pt>
                <c:pt idx="1714">
                  <c:v>2.3480999999999998E-2</c:v>
                </c:pt>
                <c:pt idx="1715">
                  <c:v>2.3786399999999999E-2</c:v>
                </c:pt>
                <c:pt idx="1716">
                  <c:v>2.40918E-2</c:v>
                </c:pt>
                <c:pt idx="1717">
                  <c:v>2.4397200000000001E-2</c:v>
                </c:pt>
                <c:pt idx="1718">
                  <c:v>2.4702600000000002E-2</c:v>
                </c:pt>
                <c:pt idx="1719">
                  <c:v>2.5007999999999999E-2</c:v>
                </c:pt>
                <c:pt idx="1720">
                  <c:v>2.53134E-2</c:v>
                </c:pt>
                <c:pt idx="1721">
                  <c:v>2.5618800000000001E-2</c:v>
                </c:pt>
                <c:pt idx="1722">
                  <c:v>2.5924200000000001E-2</c:v>
                </c:pt>
                <c:pt idx="1723">
                  <c:v>2.6229599999999999E-2</c:v>
                </c:pt>
                <c:pt idx="1724">
                  <c:v>2.6535E-2</c:v>
                </c:pt>
                <c:pt idx="1725">
                  <c:v>2.68404E-2</c:v>
                </c:pt>
                <c:pt idx="1726">
                  <c:v>2.7145800000000001E-2</c:v>
                </c:pt>
                <c:pt idx="1727">
                  <c:v>2.7451199999999999E-2</c:v>
                </c:pt>
                <c:pt idx="1728">
                  <c:v>2.7756599999999999E-2</c:v>
                </c:pt>
                <c:pt idx="1729">
                  <c:v>2.8062E-2</c:v>
                </c:pt>
                <c:pt idx="1730">
                  <c:v>2.8367400000000001E-2</c:v>
                </c:pt>
                <c:pt idx="1731">
                  <c:v>2.8672799999999998E-2</c:v>
                </c:pt>
                <c:pt idx="1732">
                  <c:v>2.8978199999999999E-2</c:v>
                </c:pt>
                <c:pt idx="1733">
                  <c:v>2.92836E-2</c:v>
                </c:pt>
                <c:pt idx="1734">
                  <c:v>2.9589000000000001E-2</c:v>
                </c:pt>
                <c:pt idx="1735">
                  <c:v>2.9894400000000002E-2</c:v>
                </c:pt>
                <c:pt idx="1736">
                  <c:v>3.0199799999999999E-2</c:v>
                </c:pt>
                <c:pt idx="1737">
                  <c:v>3.05052E-2</c:v>
                </c:pt>
                <c:pt idx="1738">
                  <c:v>3.08106E-2</c:v>
                </c:pt>
                <c:pt idx="1739">
                  <c:v>3.1116000000000001E-2</c:v>
                </c:pt>
                <c:pt idx="1740">
                  <c:v>3.1421400000000002E-2</c:v>
                </c:pt>
                <c:pt idx="1741">
                  <c:v>3.1726799999999999E-2</c:v>
                </c:pt>
                <c:pt idx="1742">
                  <c:v>3.2032199999999997E-2</c:v>
                </c:pt>
                <c:pt idx="1743">
                  <c:v>3.2337600000000001E-2</c:v>
                </c:pt>
                <c:pt idx="1744">
                  <c:v>3.2642900000000002E-2</c:v>
                </c:pt>
                <c:pt idx="1745">
                  <c:v>3.29483E-2</c:v>
                </c:pt>
                <c:pt idx="1746">
                  <c:v>3.3253699999999997E-2</c:v>
                </c:pt>
                <c:pt idx="1747">
                  <c:v>3.3559100000000001E-2</c:v>
                </c:pt>
                <c:pt idx="1748">
                  <c:v>3.3864499999999999E-2</c:v>
                </c:pt>
                <c:pt idx="1749">
                  <c:v>3.4169900000000003E-2</c:v>
                </c:pt>
                <c:pt idx="1750">
                  <c:v>3.44753E-2</c:v>
                </c:pt>
                <c:pt idx="1751">
                  <c:v>3.4780699999999998E-2</c:v>
                </c:pt>
                <c:pt idx="1752">
                  <c:v>3.5086100000000002E-2</c:v>
                </c:pt>
                <c:pt idx="1753">
                  <c:v>3.5391499999999999E-2</c:v>
                </c:pt>
                <c:pt idx="1754">
                  <c:v>3.5696899999999997E-2</c:v>
                </c:pt>
                <c:pt idx="1755">
                  <c:v>3.6002300000000001E-2</c:v>
                </c:pt>
                <c:pt idx="1756">
                  <c:v>3.6307699999999998E-2</c:v>
                </c:pt>
                <c:pt idx="1757">
                  <c:v>3.6613100000000003E-2</c:v>
                </c:pt>
                <c:pt idx="1758">
                  <c:v>3.69185E-2</c:v>
                </c:pt>
                <c:pt idx="1759">
                  <c:v>3.7223899999999997E-2</c:v>
                </c:pt>
                <c:pt idx="1760">
                  <c:v>3.7529300000000002E-2</c:v>
                </c:pt>
                <c:pt idx="1761">
                  <c:v>3.7834699999999999E-2</c:v>
                </c:pt>
                <c:pt idx="1762">
                  <c:v>3.8140100000000003E-2</c:v>
                </c:pt>
                <c:pt idx="1763">
                  <c:v>3.8445500000000001E-2</c:v>
                </c:pt>
                <c:pt idx="1764">
                  <c:v>3.8750899999999998E-2</c:v>
                </c:pt>
                <c:pt idx="1765">
                  <c:v>3.9056300000000002E-2</c:v>
                </c:pt>
                <c:pt idx="1766">
                  <c:v>3.9361699999999999E-2</c:v>
                </c:pt>
                <c:pt idx="1767">
                  <c:v>3.9667099999999997E-2</c:v>
                </c:pt>
                <c:pt idx="1768">
                  <c:v>3.9972500000000001E-2</c:v>
                </c:pt>
                <c:pt idx="1769">
                  <c:v>4.0277899999999998E-2</c:v>
                </c:pt>
                <c:pt idx="1770">
                  <c:v>4.0583300000000003E-2</c:v>
                </c:pt>
                <c:pt idx="1771">
                  <c:v>4.08887E-2</c:v>
                </c:pt>
                <c:pt idx="1772">
                  <c:v>4.1194099999999997E-2</c:v>
                </c:pt>
                <c:pt idx="1773">
                  <c:v>4.1499500000000002E-2</c:v>
                </c:pt>
                <c:pt idx="1774">
                  <c:v>4.1804899999999999E-2</c:v>
                </c:pt>
                <c:pt idx="1775">
                  <c:v>4.2110300000000003E-2</c:v>
                </c:pt>
                <c:pt idx="1776">
                  <c:v>4.2415700000000001E-2</c:v>
                </c:pt>
                <c:pt idx="1777">
                  <c:v>4.2721099999999998E-2</c:v>
                </c:pt>
                <c:pt idx="1778">
                  <c:v>4.3026500000000002E-2</c:v>
                </c:pt>
                <c:pt idx="1779">
                  <c:v>4.33319E-2</c:v>
                </c:pt>
                <c:pt idx="1780">
                  <c:v>4.3637299999999997E-2</c:v>
                </c:pt>
                <c:pt idx="1781">
                  <c:v>4.3942700000000001E-2</c:v>
                </c:pt>
                <c:pt idx="1782">
                  <c:v>4.4248099999999999E-2</c:v>
                </c:pt>
                <c:pt idx="1783">
                  <c:v>4.4553500000000003E-2</c:v>
                </c:pt>
                <c:pt idx="1784">
                  <c:v>4.48589E-2</c:v>
                </c:pt>
                <c:pt idx="1785">
                  <c:v>4.5164299999999998E-2</c:v>
                </c:pt>
                <c:pt idx="1786">
                  <c:v>4.5469599999999999E-2</c:v>
                </c:pt>
                <c:pt idx="1787">
                  <c:v>4.5775000000000003E-2</c:v>
                </c:pt>
                <c:pt idx="1788">
                  <c:v>4.6080400000000001E-2</c:v>
                </c:pt>
                <c:pt idx="1789">
                  <c:v>4.6385799999999998E-2</c:v>
                </c:pt>
                <c:pt idx="1790">
                  <c:v>4.6691200000000002E-2</c:v>
                </c:pt>
                <c:pt idx="1791">
                  <c:v>4.6996599999999999E-2</c:v>
                </c:pt>
                <c:pt idx="1792">
                  <c:v>4.7301999999999997E-2</c:v>
                </c:pt>
                <c:pt idx="1793">
                  <c:v>4.7607400000000001E-2</c:v>
                </c:pt>
                <c:pt idx="1794">
                  <c:v>4.7912799999999998E-2</c:v>
                </c:pt>
                <c:pt idx="1795">
                  <c:v>4.8218200000000003E-2</c:v>
                </c:pt>
                <c:pt idx="1796">
                  <c:v>4.85236E-2</c:v>
                </c:pt>
                <c:pt idx="1797">
                  <c:v>4.8828999999999997E-2</c:v>
                </c:pt>
                <c:pt idx="1798">
                  <c:v>4.9134400000000002E-2</c:v>
                </c:pt>
                <c:pt idx="1799">
                  <c:v>4.9439799999999999E-2</c:v>
                </c:pt>
                <c:pt idx="1800">
                  <c:v>4.9745200000000003E-2</c:v>
                </c:pt>
                <c:pt idx="1801">
                  <c:v>5.0050600000000001E-2</c:v>
                </c:pt>
                <c:pt idx="1802">
                  <c:v>5.0355999999999998E-2</c:v>
                </c:pt>
                <c:pt idx="1803">
                  <c:v>5.0661400000000002E-2</c:v>
                </c:pt>
                <c:pt idx="1804">
                  <c:v>5.09668E-2</c:v>
                </c:pt>
                <c:pt idx="1805">
                  <c:v>5.1272199999999997E-2</c:v>
                </c:pt>
                <c:pt idx="1806">
                  <c:v>5.1577600000000001E-2</c:v>
                </c:pt>
                <c:pt idx="1807">
                  <c:v>5.1882999999999999E-2</c:v>
                </c:pt>
                <c:pt idx="1808">
                  <c:v>5.2188400000000003E-2</c:v>
                </c:pt>
                <c:pt idx="1809">
                  <c:v>5.24938E-2</c:v>
                </c:pt>
                <c:pt idx="1810">
                  <c:v>5.2799199999999998E-2</c:v>
                </c:pt>
                <c:pt idx="1811">
                  <c:v>5.3104600000000002E-2</c:v>
                </c:pt>
                <c:pt idx="1812">
                  <c:v>5.3409999999999999E-2</c:v>
                </c:pt>
                <c:pt idx="1813">
                  <c:v>5.3715400000000003E-2</c:v>
                </c:pt>
                <c:pt idx="1814">
                  <c:v>5.4020800000000001E-2</c:v>
                </c:pt>
                <c:pt idx="1815">
                  <c:v>5.4326199999999998E-2</c:v>
                </c:pt>
                <c:pt idx="1816">
                  <c:v>5.4631600000000002E-2</c:v>
                </c:pt>
                <c:pt idx="1817">
                  <c:v>5.4937E-2</c:v>
                </c:pt>
                <c:pt idx="1818">
                  <c:v>5.5242399999999997E-2</c:v>
                </c:pt>
                <c:pt idx="1819">
                  <c:v>5.5547800000000001E-2</c:v>
                </c:pt>
                <c:pt idx="1820">
                  <c:v>5.5853199999999999E-2</c:v>
                </c:pt>
                <c:pt idx="1821">
                  <c:v>5.6158600000000003E-2</c:v>
                </c:pt>
                <c:pt idx="1822">
                  <c:v>5.6464E-2</c:v>
                </c:pt>
                <c:pt idx="1823">
                  <c:v>5.6769399999999998E-2</c:v>
                </c:pt>
                <c:pt idx="1824">
                  <c:v>5.7074800000000002E-2</c:v>
                </c:pt>
                <c:pt idx="1825">
                  <c:v>5.7380199999999999E-2</c:v>
                </c:pt>
                <c:pt idx="1826">
                  <c:v>5.7685599999999997E-2</c:v>
                </c:pt>
                <c:pt idx="1827">
                  <c:v>5.7991000000000001E-2</c:v>
                </c:pt>
                <c:pt idx="1828">
                  <c:v>5.8296300000000002E-2</c:v>
                </c:pt>
                <c:pt idx="1829">
                  <c:v>5.86017E-2</c:v>
                </c:pt>
                <c:pt idx="1830">
                  <c:v>5.8907099999999997E-2</c:v>
                </c:pt>
                <c:pt idx="1831">
                  <c:v>5.9212500000000001E-2</c:v>
                </c:pt>
                <c:pt idx="1832">
                  <c:v>5.9517899999999999E-2</c:v>
                </c:pt>
                <c:pt idx="1833">
                  <c:v>5.9823300000000003E-2</c:v>
                </c:pt>
                <c:pt idx="1834">
                  <c:v>6.01287E-2</c:v>
                </c:pt>
                <c:pt idx="1835">
                  <c:v>6.0434099999999998E-2</c:v>
                </c:pt>
                <c:pt idx="1836">
                  <c:v>6.0739500000000002E-2</c:v>
                </c:pt>
                <c:pt idx="1837">
                  <c:v>6.1044899999999999E-2</c:v>
                </c:pt>
                <c:pt idx="1838">
                  <c:v>6.1350300000000003E-2</c:v>
                </c:pt>
                <c:pt idx="1839">
                  <c:v>6.1655700000000001E-2</c:v>
                </c:pt>
                <c:pt idx="1840">
                  <c:v>6.1961099999999998E-2</c:v>
                </c:pt>
                <c:pt idx="1841">
                  <c:v>6.2266500000000002E-2</c:v>
                </c:pt>
                <c:pt idx="1842">
                  <c:v>6.25719E-2</c:v>
                </c:pt>
                <c:pt idx="1843">
                  <c:v>6.2877299999999997E-2</c:v>
                </c:pt>
                <c:pt idx="1844">
                  <c:v>6.3182699999999994E-2</c:v>
                </c:pt>
                <c:pt idx="1845">
                  <c:v>6.3488100000000006E-2</c:v>
                </c:pt>
                <c:pt idx="1846">
                  <c:v>6.3793500000000003E-2</c:v>
                </c:pt>
                <c:pt idx="1847">
                  <c:v>6.40989E-2</c:v>
                </c:pt>
                <c:pt idx="1848">
                  <c:v>6.4404299999999998E-2</c:v>
                </c:pt>
                <c:pt idx="1849">
                  <c:v>6.4709699999999995E-2</c:v>
                </c:pt>
                <c:pt idx="1850">
                  <c:v>6.5015100000000006E-2</c:v>
                </c:pt>
                <c:pt idx="1851">
                  <c:v>6.5320500000000004E-2</c:v>
                </c:pt>
                <c:pt idx="1852">
                  <c:v>6.5625900000000001E-2</c:v>
                </c:pt>
                <c:pt idx="1853">
                  <c:v>6.5931299999999998E-2</c:v>
                </c:pt>
                <c:pt idx="1854">
                  <c:v>6.6236699999999996E-2</c:v>
                </c:pt>
                <c:pt idx="1855">
                  <c:v>6.6542100000000007E-2</c:v>
                </c:pt>
                <c:pt idx="1856">
                  <c:v>6.6847500000000004E-2</c:v>
                </c:pt>
                <c:pt idx="1857">
                  <c:v>6.7152900000000001E-2</c:v>
                </c:pt>
                <c:pt idx="1858">
                  <c:v>6.7458299999999999E-2</c:v>
                </c:pt>
                <c:pt idx="1859">
                  <c:v>6.7763699999999996E-2</c:v>
                </c:pt>
                <c:pt idx="1860">
                  <c:v>6.8069099999999993E-2</c:v>
                </c:pt>
                <c:pt idx="1861">
                  <c:v>6.8374500000000005E-2</c:v>
                </c:pt>
                <c:pt idx="1862">
                  <c:v>6.8679900000000002E-2</c:v>
                </c:pt>
                <c:pt idx="1863">
                  <c:v>6.8985299999999999E-2</c:v>
                </c:pt>
                <c:pt idx="1864">
                  <c:v>6.9290699999999997E-2</c:v>
                </c:pt>
                <c:pt idx="1865">
                  <c:v>6.9596099999999994E-2</c:v>
                </c:pt>
                <c:pt idx="1866">
                  <c:v>6.9901500000000005E-2</c:v>
                </c:pt>
                <c:pt idx="1867">
                  <c:v>7.0206900000000003E-2</c:v>
                </c:pt>
                <c:pt idx="1868">
                  <c:v>7.05123E-2</c:v>
                </c:pt>
                <c:pt idx="1869">
                  <c:v>7.0817699999999997E-2</c:v>
                </c:pt>
                <c:pt idx="1870">
                  <c:v>7.1123000000000006E-2</c:v>
                </c:pt>
                <c:pt idx="1871">
                  <c:v>7.1428400000000003E-2</c:v>
                </c:pt>
                <c:pt idx="1872">
                  <c:v>7.17338E-2</c:v>
                </c:pt>
                <c:pt idx="1873">
                  <c:v>7.2039199999999998E-2</c:v>
                </c:pt>
                <c:pt idx="1874">
                  <c:v>7.2344599999999995E-2</c:v>
                </c:pt>
                <c:pt idx="1875">
                  <c:v>7.2650000000000006E-2</c:v>
                </c:pt>
                <c:pt idx="1876">
                  <c:v>7.2955400000000004E-2</c:v>
                </c:pt>
                <c:pt idx="1877">
                  <c:v>7.3260800000000001E-2</c:v>
                </c:pt>
                <c:pt idx="1878">
                  <c:v>7.3566199999999998E-2</c:v>
                </c:pt>
                <c:pt idx="1879">
                  <c:v>7.3871599999999996E-2</c:v>
                </c:pt>
                <c:pt idx="1880">
                  <c:v>7.4177000000000007E-2</c:v>
                </c:pt>
                <c:pt idx="1881">
                  <c:v>7.4482400000000004E-2</c:v>
                </c:pt>
                <c:pt idx="1882">
                  <c:v>7.4787800000000001E-2</c:v>
                </c:pt>
                <c:pt idx="1883">
                  <c:v>7.5093199999999999E-2</c:v>
                </c:pt>
                <c:pt idx="1884">
                  <c:v>7.5398599999999996E-2</c:v>
                </c:pt>
                <c:pt idx="1885">
                  <c:v>7.5703999999999994E-2</c:v>
                </c:pt>
                <c:pt idx="1886">
                  <c:v>7.6009400000000005E-2</c:v>
                </c:pt>
                <c:pt idx="1887">
                  <c:v>7.6314800000000002E-2</c:v>
                </c:pt>
                <c:pt idx="1888">
                  <c:v>7.6620199999999999E-2</c:v>
                </c:pt>
                <c:pt idx="1889">
                  <c:v>7.6925599999999997E-2</c:v>
                </c:pt>
                <c:pt idx="1890">
                  <c:v>7.7230999999999994E-2</c:v>
                </c:pt>
                <c:pt idx="1891">
                  <c:v>7.7536400000000005E-2</c:v>
                </c:pt>
                <c:pt idx="1892">
                  <c:v>7.7841800000000003E-2</c:v>
                </c:pt>
                <c:pt idx="1893">
                  <c:v>7.81472E-2</c:v>
                </c:pt>
                <c:pt idx="1894">
                  <c:v>7.8452599999999997E-2</c:v>
                </c:pt>
                <c:pt idx="1895">
                  <c:v>7.8757999999999995E-2</c:v>
                </c:pt>
                <c:pt idx="1896">
                  <c:v>7.9063400000000006E-2</c:v>
                </c:pt>
                <c:pt idx="1897">
                  <c:v>7.9368800000000003E-2</c:v>
                </c:pt>
                <c:pt idx="1898">
                  <c:v>7.9674200000000001E-2</c:v>
                </c:pt>
                <c:pt idx="1899">
                  <c:v>7.9979599999999998E-2</c:v>
                </c:pt>
                <c:pt idx="1900">
                  <c:v>8.0284999999999995E-2</c:v>
                </c:pt>
                <c:pt idx="1901">
                  <c:v>8.0590400000000006E-2</c:v>
                </c:pt>
                <c:pt idx="1902">
                  <c:v>8.0895800000000004E-2</c:v>
                </c:pt>
                <c:pt idx="1903">
                  <c:v>8.1201200000000001E-2</c:v>
                </c:pt>
                <c:pt idx="1904">
                  <c:v>8.1506599999999998E-2</c:v>
                </c:pt>
                <c:pt idx="1905">
                  <c:v>8.1811999999999996E-2</c:v>
                </c:pt>
                <c:pt idx="1906">
                  <c:v>8.2117399999999993E-2</c:v>
                </c:pt>
                <c:pt idx="1907">
                  <c:v>8.2422800000000004E-2</c:v>
                </c:pt>
                <c:pt idx="1908">
                  <c:v>8.2728200000000002E-2</c:v>
                </c:pt>
                <c:pt idx="1909">
                  <c:v>8.3033599999999999E-2</c:v>
                </c:pt>
                <c:pt idx="1910">
                  <c:v>8.3338999999999996E-2</c:v>
                </c:pt>
                <c:pt idx="1911">
                  <c:v>8.3644399999999994E-2</c:v>
                </c:pt>
                <c:pt idx="1912">
                  <c:v>8.3949700000000002E-2</c:v>
                </c:pt>
                <c:pt idx="1913">
                  <c:v>8.4255099999999999E-2</c:v>
                </c:pt>
                <c:pt idx="1914">
                  <c:v>8.4560499999999997E-2</c:v>
                </c:pt>
                <c:pt idx="1915">
                  <c:v>8.4865899999999994E-2</c:v>
                </c:pt>
                <c:pt idx="1916">
                  <c:v>8.5171300000000005E-2</c:v>
                </c:pt>
                <c:pt idx="1917">
                  <c:v>8.5476700000000003E-2</c:v>
                </c:pt>
                <c:pt idx="1918">
                  <c:v>8.57821E-2</c:v>
                </c:pt>
                <c:pt idx="1919">
                  <c:v>8.6087499999999997E-2</c:v>
                </c:pt>
                <c:pt idx="1920">
                  <c:v>8.6392899999999995E-2</c:v>
                </c:pt>
                <c:pt idx="1921">
                  <c:v>8.6698300000000006E-2</c:v>
                </c:pt>
                <c:pt idx="1922">
                  <c:v>8.7003700000000003E-2</c:v>
                </c:pt>
                <c:pt idx="1923">
                  <c:v>8.7309100000000001E-2</c:v>
                </c:pt>
                <c:pt idx="1924">
                  <c:v>8.7614499999999998E-2</c:v>
                </c:pt>
                <c:pt idx="1925">
                  <c:v>8.7919899999999995E-2</c:v>
                </c:pt>
                <c:pt idx="1926">
                  <c:v>8.8225300000000006E-2</c:v>
                </c:pt>
                <c:pt idx="1927">
                  <c:v>8.8530700000000004E-2</c:v>
                </c:pt>
                <c:pt idx="1928">
                  <c:v>8.8836100000000001E-2</c:v>
                </c:pt>
                <c:pt idx="1929">
                  <c:v>8.9141499999999999E-2</c:v>
                </c:pt>
                <c:pt idx="1930">
                  <c:v>8.9446899999999996E-2</c:v>
                </c:pt>
                <c:pt idx="1931">
                  <c:v>8.9752299999999993E-2</c:v>
                </c:pt>
                <c:pt idx="1932">
                  <c:v>9.0057700000000004E-2</c:v>
                </c:pt>
                <c:pt idx="1933">
                  <c:v>9.0363100000000002E-2</c:v>
                </c:pt>
                <c:pt idx="1934">
                  <c:v>9.0668499999999999E-2</c:v>
                </c:pt>
                <c:pt idx="1935">
                  <c:v>9.0973899999999996E-2</c:v>
                </c:pt>
                <c:pt idx="1936">
                  <c:v>9.1279299999999994E-2</c:v>
                </c:pt>
                <c:pt idx="1937">
                  <c:v>9.1584700000000005E-2</c:v>
                </c:pt>
                <c:pt idx="1938">
                  <c:v>9.1890100000000002E-2</c:v>
                </c:pt>
                <c:pt idx="1939">
                  <c:v>9.21955E-2</c:v>
                </c:pt>
                <c:pt idx="1940">
                  <c:v>9.2500899999999997E-2</c:v>
                </c:pt>
                <c:pt idx="1941">
                  <c:v>9.2806299999999994E-2</c:v>
                </c:pt>
                <c:pt idx="1942">
                  <c:v>9.3111700000000006E-2</c:v>
                </c:pt>
                <c:pt idx="1943">
                  <c:v>9.3417100000000003E-2</c:v>
                </c:pt>
                <c:pt idx="1944">
                  <c:v>9.37225E-2</c:v>
                </c:pt>
                <c:pt idx="1945">
                  <c:v>9.4027899999999998E-2</c:v>
                </c:pt>
                <c:pt idx="1946">
                  <c:v>9.4333299999999995E-2</c:v>
                </c:pt>
                <c:pt idx="1947">
                  <c:v>9.4638700000000006E-2</c:v>
                </c:pt>
                <c:pt idx="1948">
                  <c:v>9.4944100000000003E-2</c:v>
                </c:pt>
                <c:pt idx="1949">
                  <c:v>9.5249500000000001E-2</c:v>
                </c:pt>
                <c:pt idx="1950">
                  <c:v>9.5554899999999998E-2</c:v>
                </c:pt>
                <c:pt idx="1951">
                  <c:v>9.5860299999999996E-2</c:v>
                </c:pt>
                <c:pt idx="1952">
                  <c:v>9.6165700000000007E-2</c:v>
                </c:pt>
                <c:pt idx="1953">
                  <c:v>9.6471100000000004E-2</c:v>
                </c:pt>
                <c:pt idx="1954">
                  <c:v>9.6776399999999999E-2</c:v>
                </c:pt>
                <c:pt idx="1955">
                  <c:v>9.7081799999999996E-2</c:v>
                </c:pt>
                <c:pt idx="1956">
                  <c:v>9.7387199999999993E-2</c:v>
                </c:pt>
                <c:pt idx="1957">
                  <c:v>9.7692600000000004E-2</c:v>
                </c:pt>
                <c:pt idx="1958">
                  <c:v>9.7998000000000002E-2</c:v>
                </c:pt>
                <c:pt idx="1959">
                  <c:v>9.8303399999999999E-2</c:v>
                </c:pt>
                <c:pt idx="1960">
                  <c:v>9.8608799999999996E-2</c:v>
                </c:pt>
                <c:pt idx="1961">
                  <c:v>9.8914199999999994E-2</c:v>
                </c:pt>
                <c:pt idx="1962">
                  <c:v>9.9219600000000005E-2</c:v>
                </c:pt>
                <c:pt idx="1963">
                  <c:v>9.9525000000000002E-2</c:v>
                </c:pt>
                <c:pt idx="1964">
                  <c:v>9.98304E-2</c:v>
                </c:pt>
                <c:pt idx="1965">
                  <c:v>0.100136</c:v>
                </c:pt>
                <c:pt idx="1966">
                  <c:v>0.100441</c:v>
                </c:pt>
                <c:pt idx="1967">
                  <c:v>0.100747</c:v>
                </c:pt>
                <c:pt idx="1968">
                  <c:v>0.101052</c:v>
                </c:pt>
                <c:pt idx="1969">
                  <c:v>0.101357</c:v>
                </c:pt>
                <c:pt idx="1970">
                  <c:v>0.101663</c:v>
                </c:pt>
                <c:pt idx="1971">
                  <c:v>0.101968</c:v>
                </c:pt>
                <c:pt idx="1972">
                  <c:v>0.102274</c:v>
                </c:pt>
                <c:pt idx="1973">
                  <c:v>0.102579</c:v>
                </c:pt>
                <c:pt idx="1974">
                  <c:v>0.102884</c:v>
                </c:pt>
                <c:pt idx="1975">
                  <c:v>0.10319</c:v>
                </c:pt>
                <c:pt idx="1976">
                  <c:v>0.103495</c:v>
                </c:pt>
                <c:pt idx="1977">
                  <c:v>0.103801</c:v>
                </c:pt>
                <c:pt idx="1978">
                  <c:v>0.104106</c:v>
                </c:pt>
                <c:pt idx="1979">
                  <c:v>0.104411</c:v>
                </c:pt>
                <c:pt idx="1980">
                  <c:v>0.104717</c:v>
                </c:pt>
                <c:pt idx="1981">
                  <c:v>0.105022</c:v>
                </c:pt>
                <c:pt idx="1982">
                  <c:v>0.105328</c:v>
                </c:pt>
                <c:pt idx="1983">
                  <c:v>0.105633</c:v>
                </c:pt>
                <c:pt idx="1984">
                  <c:v>0.105938</c:v>
                </c:pt>
                <c:pt idx="1985">
                  <c:v>0.10624400000000001</c:v>
                </c:pt>
                <c:pt idx="1986">
                  <c:v>0.106549</c:v>
                </c:pt>
                <c:pt idx="1987">
                  <c:v>0.10685500000000001</c:v>
                </c:pt>
                <c:pt idx="1988">
                  <c:v>0.10716000000000001</c:v>
                </c:pt>
                <c:pt idx="1989">
                  <c:v>0.107465</c:v>
                </c:pt>
                <c:pt idx="1990">
                  <c:v>0.10777100000000001</c:v>
                </c:pt>
                <c:pt idx="1991">
                  <c:v>0.10807600000000001</c:v>
                </c:pt>
                <c:pt idx="1992">
                  <c:v>0.10838200000000001</c:v>
                </c:pt>
                <c:pt idx="1993">
                  <c:v>0.10868700000000001</c:v>
                </c:pt>
                <c:pt idx="1994">
                  <c:v>0.10899200000000001</c:v>
                </c:pt>
                <c:pt idx="1995">
                  <c:v>0.10929800000000001</c:v>
                </c:pt>
                <c:pt idx="1996">
                  <c:v>0.10960300000000001</c:v>
                </c:pt>
                <c:pt idx="1997">
                  <c:v>0.10990900000000001</c:v>
                </c:pt>
                <c:pt idx="1998">
                  <c:v>0.11021400000000001</c:v>
                </c:pt>
                <c:pt idx="1999">
                  <c:v>0.11051900000000001</c:v>
                </c:pt>
                <c:pt idx="2000">
                  <c:v>0.11082500000000001</c:v>
                </c:pt>
                <c:pt idx="2001">
                  <c:v>0.11113000000000001</c:v>
                </c:pt>
                <c:pt idx="2002">
                  <c:v>0.11143599999999999</c:v>
                </c:pt>
                <c:pt idx="2003">
                  <c:v>0.11174099999999999</c:v>
                </c:pt>
                <c:pt idx="2004">
                  <c:v>0.11204600000000001</c:v>
                </c:pt>
                <c:pt idx="2005">
                  <c:v>0.11235199999999999</c:v>
                </c:pt>
                <c:pt idx="2006">
                  <c:v>0.11265699999999999</c:v>
                </c:pt>
                <c:pt idx="2007">
                  <c:v>0.11296299999999999</c:v>
                </c:pt>
                <c:pt idx="2008">
                  <c:v>0.11326799999999999</c:v>
                </c:pt>
                <c:pt idx="2009">
                  <c:v>0.11357299999999999</c:v>
                </c:pt>
                <c:pt idx="2010">
                  <c:v>0.11387899999999999</c:v>
                </c:pt>
                <c:pt idx="2011">
                  <c:v>0.11418399999999999</c:v>
                </c:pt>
                <c:pt idx="2012">
                  <c:v>0.11448999999999999</c:v>
                </c:pt>
                <c:pt idx="2013">
                  <c:v>0.11479499999999999</c:v>
                </c:pt>
                <c:pt idx="2014">
                  <c:v>0.11509999999999999</c:v>
                </c:pt>
                <c:pt idx="2015">
                  <c:v>0.11540599999999999</c:v>
                </c:pt>
                <c:pt idx="2016">
                  <c:v>0.11571099999999999</c:v>
                </c:pt>
                <c:pt idx="2017">
                  <c:v>0.11601599999999999</c:v>
                </c:pt>
                <c:pt idx="2018">
                  <c:v>0.11632199999999999</c:v>
                </c:pt>
                <c:pt idx="2019">
                  <c:v>0.11662699999999999</c:v>
                </c:pt>
                <c:pt idx="2020">
                  <c:v>0.116933</c:v>
                </c:pt>
                <c:pt idx="2021">
                  <c:v>0.11723799999999999</c:v>
                </c:pt>
                <c:pt idx="2022">
                  <c:v>0.11754299999999999</c:v>
                </c:pt>
                <c:pt idx="2023">
                  <c:v>0.117849</c:v>
                </c:pt>
                <c:pt idx="2024">
                  <c:v>0.118154</c:v>
                </c:pt>
                <c:pt idx="2025">
                  <c:v>0.11846</c:v>
                </c:pt>
                <c:pt idx="2026">
                  <c:v>0.118765</c:v>
                </c:pt>
                <c:pt idx="2027">
                  <c:v>0.11907</c:v>
                </c:pt>
                <c:pt idx="2028">
                  <c:v>0.119376</c:v>
                </c:pt>
                <c:pt idx="2029">
                  <c:v>0.119681</c:v>
                </c:pt>
                <c:pt idx="2030">
                  <c:v>0.119987</c:v>
                </c:pt>
                <c:pt idx="2031">
                  <c:v>0.120292</c:v>
                </c:pt>
                <c:pt idx="2032">
                  <c:v>0.120597</c:v>
                </c:pt>
                <c:pt idx="2033">
                  <c:v>0.120903</c:v>
                </c:pt>
                <c:pt idx="2034">
                  <c:v>0.121208</c:v>
                </c:pt>
                <c:pt idx="2035">
                  <c:v>0.121514</c:v>
                </c:pt>
                <c:pt idx="2036">
                  <c:v>0.121819</c:v>
                </c:pt>
                <c:pt idx="2037">
                  <c:v>0.122124</c:v>
                </c:pt>
                <c:pt idx="2038">
                  <c:v>0.12243</c:v>
                </c:pt>
                <c:pt idx="2039">
                  <c:v>0.122735</c:v>
                </c:pt>
                <c:pt idx="2040">
                  <c:v>0.123041</c:v>
                </c:pt>
                <c:pt idx="2041">
                  <c:v>0.123346</c:v>
                </c:pt>
                <c:pt idx="2042">
                  <c:v>0.123651</c:v>
                </c:pt>
                <c:pt idx="2043">
                  <c:v>0.123957</c:v>
                </c:pt>
                <c:pt idx="2044">
                  <c:v>0.124262</c:v>
                </c:pt>
                <c:pt idx="2045">
                  <c:v>0.124568</c:v>
                </c:pt>
                <c:pt idx="2046">
                  <c:v>0.124873</c:v>
                </c:pt>
                <c:pt idx="2047">
                  <c:v>0.12517800000000001</c:v>
                </c:pt>
                <c:pt idx="2048">
                  <c:v>0.12548400000000001</c:v>
                </c:pt>
                <c:pt idx="2049">
                  <c:v>0.12578900000000001</c:v>
                </c:pt>
                <c:pt idx="2050">
                  <c:v>0.12609500000000001</c:v>
                </c:pt>
                <c:pt idx="2051">
                  <c:v>0.12640000000000001</c:v>
                </c:pt>
                <c:pt idx="2052">
                  <c:v>0.12670500000000001</c:v>
                </c:pt>
                <c:pt idx="2053">
                  <c:v>0.12701100000000001</c:v>
                </c:pt>
                <c:pt idx="2054">
                  <c:v>0.12731600000000001</c:v>
                </c:pt>
                <c:pt idx="2055">
                  <c:v>0.12762200000000001</c:v>
                </c:pt>
                <c:pt idx="2056">
                  <c:v>0.12792700000000001</c:v>
                </c:pt>
                <c:pt idx="2057">
                  <c:v>0.12823200000000001</c:v>
                </c:pt>
                <c:pt idx="2058">
                  <c:v>0.12853800000000001</c:v>
                </c:pt>
                <c:pt idx="2059">
                  <c:v>0.12884300000000001</c:v>
                </c:pt>
                <c:pt idx="2060">
                  <c:v>0.12914900000000001</c:v>
                </c:pt>
                <c:pt idx="2061">
                  <c:v>0.12945400000000001</c:v>
                </c:pt>
                <c:pt idx="2062">
                  <c:v>0.12975900000000001</c:v>
                </c:pt>
                <c:pt idx="2063">
                  <c:v>0.13006499999999999</c:v>
                </c:pt>
                <c:pt idx="2064">
                  <c:v>0.13037000000000001</c:v>
                </c:pt>
                <c:pt idx="2065">
                  <c:v>0.13067599999999999</c:v>
                </c:pt>
                <c:pt idx="2066">
                  <c:v>0.13098099999999999</c:v>
                </c:pt>
                <c:pt idx="2067">
                  <c:v>0.13128600000000001</c:v>
                </c:pt>
                <c:pt idx="2068">
                  <c:v>0.13159199999999999</c:v>
                </c:pt>
                <c:pt idx="2069">
                  <c:v>0.13189699999999999</c:v>
                </c:pt>
                <c:pt idx="2070">
                  <c:v>0.13220299999999999</c:v>
                </c:pt>
                <c:pt idx="2071">
                  <c:v>0.13250799999999999</c:v>
                </c:pt>
                <c:pt idx="2072">
                  <c:v>0.13281299999999999</c:v>
                </c:pt>
                <c:pt idx="2073">
                  <c:v>0.13311899999999999</c:v>
                </c:pt>
                <c:pt idx="2074">
                  <c:v>0.13342399999999999</c:v>
                </c:pt>
                <c:pt idx="2075">
                  <c:v>0.13372999999999999</c:v>
                </c:pt>
                <c:pt idx="2076">
                  <c:v>0.13403499999999999</c:v>
                </c:pt>
                <c:pt idx="2077">
                  <c:v>0.13433999999999999</c:v>
                </c:pt>
                <c:pt idx="2078">
                  <c:v>0.13464599999999999</c:v>
                </c:pt>
                <c:pt idx="2079">
                  <c:v>0.13495099999999999</c:v>
                </c:pt>
                <c:pt idx="2080">
                  <c:v>0.13525699999999999</c:v>
                </c:pt>
                <c:pt idx="2081">
                  <c:v>0.13556199999999999</c:v>
                </c:pt>
                <c:pt idx="2082">
                  <c:v>0.13586699999999999</c:v>
                </c:pt>
                <c:pt idx="2083">
                  <c:v>0.13617299999999999</c:v>
                </c:pt>
                <c:pt idx="2084">
                  <c:v>0.13647799999999999</c:v>
                </c:pt>
                <c:pt idx="2085">
                  <c:v>0.13678399999999999</c:v>
                </c:pt>
                <c:pt idx="2086">
                  <c:v>0.13708899999999999</c:v>
                </c:pt>
                <c:pt idx="2087">
                  <c:v>0.13739399999999999</c:v>
                </c:pt>
                <c:pt idx="2088">
                  <c:v>0.13769999999999999</c:v>
                </c:pt>
                <c:pt idx="2089">
                  <c:v>0.13800499999999999</c:v>
                </c:pt>
                <c:pt idx="2090">
                  <c:v>0.13831099999999999</c:v>
                </c:pt>
                <c:pt idx="2091">
                  <c:v>0.13861599999999999</c:v>
                </c:pt>
                <c:pt idx="2092">
                  <c:v>0.13892099999999999</c:v>
                </c:pt>
                <c:pt idx="2093">
                  <c:v>0.13922699999999999</c:v>
                </c:pt>
                <c:pt idx="2094">
                  <c:v>0.13953199999999999</c:v>
                </c:pt>
                <c:pt idx="2095">
                  <c:v>0.13983799999999999</c:v>
                </c:pt>
                <c:pt idx="2096">
                  <c:v>0.14014299999999999</c:v>
                </c:pt>
                <c:pt idx="2097">
                  <c:v>0.14044799999999999</c:v>
                </c:pt>
                <c:pt idx="2098">
                  <c:v>0.14075399999999999</c:v>
                </c:pt>
                <c:pt idx="2099">
                  <c:v>0.14105899999999999</c:v>
                </c:pt>
                <c:pt idx="2100">
                  <c:v>0.14136499999999999</c:v>
                </c:pt>
                <c:pt idx="2101">
                  <c:v>0.14166999999999999</c:v>
                </c:pt>
                <c:pt idx="2102">
                  <c:v>0.14197499999999999</c:v>
                </c:pt>
                <c:pt idx="2103">
                  <c:v>0.14228099999999999</c:v>
                </c:pt>
                <c:pt idx="2104">
                  <c:v>0.14258599999999999</c:v>
                </c:pt>
                <c:pt idx="2105">
                  <c:v>0.14289099999999999</c:v>
                </c:pt>
                <c:pt idx="2106">
                  <c:v>0.14319699999999999</c:v>
                </c:pt>
                <c:pt idx="2107">
                  <c:v>0.14350199999999999</c:v>
                </c:pt>
                <c:pt idx="2108">
                  <c:v>0.14380799999999999</c:v>
                </c:pt>
                <c:pt idx="2109">
                  <c:v>0.14411299999999999</c:v>
                </c:pt>
                <c:pt idx="2110">
                  <c:v>0.14441799999999999</c:v>
                </c:pt>
                <c:pt idx="2111">
                  <c:v>0.14472399999999999</c:v>
                </c:pt>
                <c:pt idx="2112">
                  <c:v>0.14502899999999999</c:v>
                </c:pt>
                <c:pt idx="2113">
                  <c:v>0.14533499999999999</c:v>
                </c:pt>
                <c:pt idx="2114">
                  <c:v>0.14563999999999999</c:v>
                </c:pt>
                <c:pt idx="2115">
                  <c:v>0.14594499999999999</c:v>
                </c:pt>
                <c:pt idx="2116">
                  <c:v>0.14625099999999999</c:v>
                </c:pt>
                <c:pt idx="2117">
                  <c:v>0.14655599999999999</c:v>
                </c:pt>
                <c:pt idx="2118">
                  <c:v>0.14686199999999999</c:v>
                </c:pt>
                <c:pt idx="2119">
                  <c:v>0.14716699999999999</c:v>
                </c:pt>
                <c:pt idx="2120">
                  <c:v>0.14747199999999999</c:v>
                </c:pt>
                <c:pt idx="2121">
                  <c:v>0.14777799999999999</c:v>
                </c:pt>
                <c:pt idx="2122">
                  <c:v>0.14808299999999999</c:v>
                </c:pt>
                <c:pt idx="2123">
                  <c:v>0.14838899999999999</c:v>
                </c:pt>
                <c:pt idx="2124">
                  <c:v>0.14869399999999999</c:v>
                </c:pt>
                <c:pt idx="2125">
                  <c:v>0.14899899999999999</c:v>
                </c:pt>
                <c:pt idx="2126">
                  <c:v>0.14930499999999999</c:v>
                </c:pt>
                <c:pt idx="2127">
                  <c:v>0.14960999999999999</c:v>
                </c:pt>
                <c:pt idx="2128">
                  <c:v>0.14991599999999999</c:v>
                </c:pt>
                <c:pt idx="2129">
                  <c:v>0.15022099999999999</c:v>
                </c:pt>
                <c:pt idx="2130">
                  <c:v>0.15052599999999999</c:v>
                </c:pt>
                <c:pt idx="2131">
                  <c:v>0.15083199999999999</c:v>
                </c:pt>
                <c:pt idx="2132">
                  <c:v>0.15113699999999999</c:v>
                </c:pt>
                <c:pt idx="2133">
                  <c:v>0.15144299999999999</c:v>
                </c:pt>
                <c:pt idx="2134">
                  <c:v>0.15174799999999999</c:v>
                </c:pt>
                <c:pt idx="2135">
                  <c:v>0.15205299999999999</c:v>
                </c:pt>
                <c:pt idx="2136">
                  <c:v>0.15235899999999999</c:v>
                </c:pt>
                <c:pt idx="2137">
                  <c:v>0.15266399999999999</c:v>
                </c:pt>
                <c:pt idx="2138">
                  <c:v>0.15296999999999999</c:v>
                </c:pt>
                <c:pt idx="2139">
                  <c:v>0.15327499999999999</c:v>
                </c:pt>
                <c:pt idx="2140">
                  <c:v>0.15357999999999999</c:v>
                </c:pt>
                <c:pt idx="2141">
                  <c:v>0.153886</c:v>
                </c:pt>
                <c:pt idx="2142">
                  <c:v>0.15419099999999999</c:v>
                </c:pt>
                <c:pt idx="2143">
                  <c:v>0.154497</c:v>
                </c:pt>
                <c:pt idx="2144">
                  <c:v>0.154802</c:v>
                </c:pt>
                <c:pt idx="2145">
                  <c:v>0.15510699999999999</c:v>
                </c:pt>
                <c:pt idx="2146">
                  <c:v>0.155413</c:v>
                </c:pt>
                <c:pt idx="2147">
                  <c:v>0.155718</c:v>
                </c:pt>
                <c:pt idx="2148">
                  <c:v>0.156024</c:v>
                </c:pt>
                <c:pt idx="2149">
                  <c:v>0.156329</c:v>
                </c:pt>
                <c:pt idx="2150">
                  <c:v>0.156634</c:v>
                </c:pt>
                <c:pt idx="2151">
                  <c:v>0.15694</c:v>
                </c:pt>
                <c:pt idx="2152">
                  <c:v>0.157245</c:v>
                </c:pt>
                <c:pt idx="2153">
                  <c:v>0.157551</c:v>
                </c:pt>
                <c:pt idx="2154">
                  <c:v>0.157856</c:v>
                </c:pt>
                <c:pt idx="2155">
                  <c:v>0.158161</c:v>
                </c:pt>
                <c:pt idx="2156">
                  <c:v>0.158467</c:v>
                </c:pt>
                <c:pt idx="2157">
                  <c:v>0.158772</c:v>
                </c:pt>
                <c:pt idx="2158">
                  <c:v>0.159078</c:v>
                </c:pt>
                <c:pt idx="2159">
                  <c:v>0.159383</c:v>
                </c:pt>
                <c:pt idx="2160">
                  <c:v>0.159688</c:v>
                </c:pt>
                <c:pt idx="2161">
                  <c:v>0.159994</c:v>
                </c:pt>
                <c:pt idx="2162">
                  <c:v>0.160299</c:v>
                </c:pt>
                <c:pt idx="2163">
                  <c:v>0.160605</c:v>
                </c:pt>
                <c:pt idx="2164">
                  <c:v>0.16091</c:v>
                </c:pt>
                <c:pt idx="2165">
                  <c:v>0.161215</c:v>
                </c:pt>
                <c:pt idx="2166">
                  <c:v>0.161521</c:v>
                </c:pt>
                <c:pt idx="2167">
                  <c:v>0.161826</c:v>
                </c:pt>
                <c:pt idx="2168">
                  <c:v>0.162132</c:v>
                </c:pt>
                <c:pt idx="2169">
                  <c:v>0.162437</c:v>
                </c:pt>
                <c:pt idx="2170">
                  <c:v>0.162742</c:v>
                </c:pt>
                <c:pt idx="2171">
                  <c:v>0.163048</c:v>
                </c:pt>
                <c:pt idx="2172">
                  <c:v>0.163353</c:v>
                </c:pt>
                <c:pt idx="2173">
                  <c:v>0.163659</c:v>
                </c:pt>
                <c:pt idx="2174">
                  <c:v>0.163964</c:v>
                </c:pt>
                <c:pt idx="2175">
                  <c:v>0.164269</c:v>
                </c:pt>
                <c:pt idx="2176">
                  <c:v>0.164575</c:v>
                </c:pt>
                <c:pt idx="2177">
                  <c:v>0.16488</c:v>
                </c:pt>
                <c:pt idx="2178">
                  <c:v>0.165186</c:v>
                </c:pt>
                <c:pt idx="2179">
                  <c:v>0.165491</c:v>
                </c:pt>
                <c:pt idx="2180">
                  <c:v>0.165796</c:v>
                </c:pt>
                <c:pt idx="2181">
                  <c:v>0.166102</c:v>
                </c:pt>
                <c:pt idx="2182">
                  <c:v>0.166407</c:v>
                </c:pt>
                <c:pt idx="2183">
                  <c:v>0.166713</c:v>
                </c:pt>
                <c:pt idx="2184">
                  <c:v>0.167018</c:v>
                </c:pt>
                <c:pt idx="2185">
                  <c:v>0.167323</c:v>
                </c:pt>
                <c:pt idx="2186">
                  <c:v>0.167629</c:v>
                </c:pt>
                <c:pt idx="2187">
                  <c:v>0.167934</c:v>
                </c:pt>
                <c:pt idx="2188">
                  <c:v>0.168239</c:v>
                </c:pt>
                <c:pt idx="2189">
                  <c:v>0.168545</c:v>
                </c:pt>
                <c:pt idx="2190">
                  <c:v>0.16885</c:v>
                </c:pt>
                <c:pt idx="2191">
                  <c:v>0.169156</c:v>
                </c:pt>
                <c:pt idx="2192">
                  <c:v>0.169461</c:v>
                </c:pt>
                <c:pt idx="2193">
                  <c:v>0.169766</c:v>
                </c:pt>
                <c:pt idx="2194">
                  <c:v>0.170072</c:v>
                </c:pt>
                <c:pt idx="2195">
                  <c:v>0.170377</c:v>
                </c:pt>
                <c:pt idx="2196">
                  <c:v>0.170683</c:v>
                </c:pt>
                <c:pt idx="2197">
                  <c:v>0.170988</c:v>
                </c:pt>
                <c:pt idx="2198">
                  <c:v>0.171293</c:v>
                </c:pt>
                <c:pt idx="2199">
                  <c:v>0.171599</c:v>
                </c:pt>
                <c:pt idx="2200">
                  <c:v>0.171904</c:v>
                </c:pt>
                <c:pt idx="2201">
                  <c:v>0.17221</c:v>
                </c:pt>
                <c:pt idx="2202">
                  <c:v>0.172515</c:v>
                </c:pt>
                <c:pt idx="2203">
                  <c:v>0.17282</c:v>
                </c:pt>
                <c:pt idx="2204">
                  <c:v>0.173126</c:v>
                </c:pt>
                <c:pt idx="2205">
                  <c:v>0.173431</c:v>
                </c:pt>
                <c:pt idx="2206">
                  <c:v>0.173737</c:v>
                </c:pt>
                <c:pt idx="2207">
                  <c:v>0.174042</c:v>
                </c:pt>
                <c:pt idx="2208">
                  <c:v>0.174347</c:v>
                </c:pt>
                <c:pt idx="2209">
                  <c:v>0.174653</c:v>
                </c:pt>
                <c:pt idx="2210">
                  <c:v>0.174958</c:v>
                </c:pt>
                <c:pt idx="2211">
                  <c:v>0.175264</c:v>
                </c:pt>
                <c:pt idx="2212">
                  <c:v>0.175569</c:v>
                </c:pt>
                <c:pt idx="2213">
                  <c:v>0.175874</c:v>
                </c:pt>
                <c:pt idx="2214">
                  <c:v>0.17618</c:v>
                </c:pt>
                <c:pt idx="2215">
                  <c:v>0.176485</c:v>
                </c:pt>
                <c:pt idx="2216">
                  <c:v>0.176791</c:v>
                </c:pt>
                <c:pt idx="2217">
                  <c:v>0.177096</c:v>
                </c:pt>
                <c:pt idx="2218">
                  <c:v>0.177401</c:v>
                </c:pt>
                <c:pt idx="2219">
                  <c:v>0.177707</c:v>
                </c:pt>
                <c:pt idx="2220">
                  <c:v>0.178012</c:v>
                </c:pt>
                <c:pt idx="2221">
                  <c:v>0.178318</c:v>
                </c:pt>
                <c:pt idx="2222">
                  <c:v>0.178623</c:v>
                </c:pt>
                <c:pt idx="2223">
                  <c:v>0.178928</c:v>
                </c:pt>
                <c:pt idx="2224">
                  <c:v>0.179234</c:v>
                </c:pt>
                <c:pt idx="2225">
                  <c:v>0.179539</c:v>
                </c:pt>
                <c:pt idx="2226">
                  <c:v>0.179845</c:v>
                </c:pt>
                <c:pt idx="2227">
                  <c:v>0.18015</c:v>
                </c:pt>
                <c:pt idx="2228">
                  <c:v>0.180455</c:v>
                </c:pt>
                <c:pt idx="2229">
                  <c:v>0.18076100000000001</c:v>
                </c:pt>
                <c:pt idx="2230">
                  <c:v>0.181066</c:v>
                </c:pt>
                <c:pt idx="2231">
                  <c:v>0.18137200000000001</c:v>
                </c:pt>
                <c:pt idx="2232">
                  <c:v>0.18167700000000001</c:v>
                </c:pt>
                <c:pt idx="2233">
                  <c:v>0.181982</c:v>
                </c:pt>
                <c:pt idx="2234">
                  <c:v>0.18228800000000001</c:v>
                </c:pt>
                <c:pt idx="2235">
                  <c:v>0.18259300000000001</c:v>
                </c:pt>
                <c:pt idx="2236">
                  <c:v>0.18289900000000001</c:v>
                </c:pt>
                <c:pt idx="2237">
                  <c:v>0.18320400000000001</c:v>
                </c:pt>
                <c:pt idx="2238">
                  <c:v>0.18350900000000001</c:v>
                </c:pt>
                <c:pt idx="2239">
                  <c:v>0.18381500000000001</c:v>
                </c:pt>
                <c:pt idx="2240">
                  <c:v>0.18412000000000001</c:v>
                </c:pt>
                <c:pt idx="2241">
                  <c:v>0.18442600000000001</c:v>
                </c:pt>
                <c:pt idx="2242">
                  <c:v>0.18473100000000001</c:v>
                </c:pt>
                <c:pt idx="2243">
                  <c:v>0.18503600000000001</c:v>
                </c:pt>
                <c:pt idx="2244">
                  <c:v>0.18534200000000001</c:v>
                </c:pt>
                <c:pt idx="2245">
                  <c:v>0.18564700000000001</c:v>
                </c:pt>
                <c:pt idx="2246">
                  <c:v>0.18595300000000001</c:v>
                </c:pt>
                <c:pt idx="2247">
                  <c:v>0.18625800000000001</c:v>
                </c:pt>
                <c:pt idx="2248">
                  <c:v>0.18656300000000001</c:v>
                </c:pt>
                <c:pt idx="2249">
                  <c:v>0.18686900000000001</c:v>
                </c:pt>
                <c:pt idx="2250">
                  <c:v>0.18717400000000001</c:v>
                </c:pt>
                <c:pt idx="2251">
                  <c:v>0.18748000000000001</c:v>
                </c:pt>
                <c:pt idx="2252">
                  <c:v>0.18778500000000001</c:v>
                </c:pt>
                <c:pt idx="2253">
                  <c:v>0.18809000000000001</c:v>
                </c:pt>
                <c:pt idx="2254">
                  <c:v>0.18839600000000001</c:v>
                </c:pt>
                <c:pt idx="2255">
                  <c:v>0.18870100000000001</c:v>
                </c:pt>
                <c:pt idx="2256">
                  <c:v>0.18900700000000001</c:v>
                </c:pt>
                <c:pt idx="2257">
                  <c:v>0.18931200000000001</c:v>
                </c:pt>
                <c:pt idx="2258">
                  <c:v>0.18961700000000001</c:v>
                </c:pt>
                <c:pt idx="2259">
                  <c:v>0.18992300000000001</c:v>
                </c:pt>
                <c:pt idx="2260">
                  <c:v>0.19022800000000001</c:v>
                </c:pt>
                <c:pt idx="2261">
                  <c:v>0.19053400000000001</c:v>
                </c:pt>
                <c:pt idx="2262">
                  <c:v>0.19083900000000001</c:v>
                </c:pt>
                <c:pt idx="2263">
                  <c:v>0.19114400000000001</c:v>
                </c:pt>
                <c:pt idx="2264">
                  <c:v>0.19145000000000001</c:v>
                </c:pt>
                <c:pt idx="2265">
                  <c:v>0.19175500000000001</c:v>
                </c:pt>
                <c:pt idx="2266">
                  <c:v>0.19206100000000001</c:v>
                </c:pt>
                <c:pt idx="2267">
                  <c:v>0.19236600000000001</c:v>
                </c:pt>
                <c:pt idx="2268">
                  <c:v>0.19267100000000001</c:v>
                </c:pt>
                <c:pt idx="2269">
                  <c:v>0.19297700000000001</c:v>
                </c:pt>
                <c:pt idx="2270">
                  <c:v>0.19328200000000001</c:v>
                </c:pt>
                <c:pt idx="2271">
                  <c:v>0.19358700000000001</c:v>
                </c:pt>
                <c:pt idx="2272">
                  <c:v>0.19389300000000001</c:v>
                </c:pt>
                <c:pt idx="2273">
                  <c:v>0.19419800000000001</c:v>
                </c:pt>
                <c:pt idx="2274">
                  <c:v>0.19450400000000001</c:v>
                </c:pt>
                <c:pt idx="2275">
                  <c:v>0.19480900000000001</c:v>
                </c:pt>
                <c:pt idx="2276">
                  <c:v>0.19511400000000001</c:v>
                </c:pt>
                <c:pt idx="2277">
                  <c:v>0.19542000000000001</c:v>
                </c:pt>
                <c:pt idx="2278">
                  <c:v>0.19572500000000001</c:v>
                </c:pt>
                <c:pt idx="2279">
                  <c:v>0.19603100000000001</c:v>
                </c:pt>
                <c:pt idx="2280">
                  <c:v>0.19633600000000001</c:v>
                </c:pt>
                <c:pt idx="2281">
                  <c:v>0.19664100000000001</c:v>
                </c:pt>
                <c:pt idx="2282">
                  <c:v>0.19694700000000001</c:v>
                </c:pt>
                <c:pt idx="2283">
                  <c:v>0.19725200000000001</c:v>
                </c:pt>
                <c:pt idx="2284">
                  <c:v>0.19755800000000001</c:v>
                </c:pt>
                <c:pt idx="2285">
                  <c:v>0.19786300000000001</c:v>
                </c:pt>
                <c:pt idx="2286">
                  <c:v>0.19816800000000001</c:v>
                </c:pt>
                <c:pt idx="2287">
                  <c:v>0.19847400000000001</c:v>
                </c:pt>
                <c:pt idx="2288">
                  <c:v>0.19877900000000001</c:v>
                </c:pt>
                <c:pt idx="2289">
                  <c:v>0.19908500000000001</c:v>
                </c:pt>
                <c:pt idx="2290">
                  <c:v>0.19939000000000001</c:v>
                </c:pt>
                <c:pt idx="2291">
                  <c:v>0.19969500000000001</c:v>
                </c:pt>
                <c:pt idx="2292">
                  <c:v>0.20000100000000001</c:v>
                </c:pt>
                <c:pt idx="2293">
                  <c:v>0.20030600000000001</c:v>
                </c:pt>
                <c:pt idx="2294">
                  <c:v>0.20061200000000001</c:v>
                </c:pt>
                <c:pt idx="2295">
                  <c:v>0.20091700000000001</c:v>
                </c:pt>
                <c:pt idx="2296">
                  <c:v>0.20122200000000001</c:v>
                </c:pt>
                <c:pt idx="2297">
                  <c:v>0.20152800000000001</c:v>
                </c:pt>
                <c:pt idx="2298">
                  <c:v>0.20183300000000001</c:v>
                </c:pt>
                <c:pt idx="2299">
                  <c:v>0.20213900000000001</c:v>
                </c:pt>
                <c:pt idx="2300">
                  <c:v>0.20244400000000001</c:v>
                </c:pt>
                <c:pt idx="2301">
                  <c:v>0.20274900000000001</c:v>
                </c:pt>
                <c:pt idx="2302">
                  <c:v>0.20305500000000001</c:v>
                </c:pt>
                <c:pt idx="2303">
                  <c:v>0.20336000000000001</c:v>
                </c:pt>
                <c:pt idx="2304">
                  <c:v>0.20366600000000001</c:v>
                </c:pt>
                <c:pt idx="2305">
                  <c:v>0.20397100000000001</c:v>
                </c:pt>
                <c:pt idx="2306">
                  <c:v>0.20427600000000001</c:v>
                </c:pt>
                <c:pt idx="2307">
                  <c:v>0.20458200000000001</c:v>
                </c:pt>
                <c:pt idx="2308">
                  <c:v>0.20488700000000001</c:v>
                </c:pt>
                <c:pt idx="2309">
                  <c:v>0.20519299999999999</c:v>
                </c:pt>
                <c:pt idx="2310">
                  <c:v>0.20549799999999999</c:v>
                </c:pt>
                <c:pt idx="2311">
                  <c:v>0.20580300000000001</c:v>
                </c:pt>
                <c:pt idx="2312">
                  <c:v>0.20610899999999999</c:v>
                </c:pt>
                <c:pt idx="2313">
                  <c:v>0.20641399999999999</c:v>
                </c:pt>
                <c:pt idx="2314">
                  <c:v>0.20671999999999999</c:v>
                </c:pt>
                <c:pt idx="2315">
                  <c:v>0.20702499999999999</c:v>
                </c:pt>
                <c:pt idx="2316">
                  <c:v>0.20732999999999999</c:v>
                </c:pt>
                <c:pt idx="2317">
                  <c:v>0.20763599999999999</c:v>
                </c:pt>
                <c:pt idx="2318">
                  <c:v>0.20794099999999999</c:v>
                </c:pt>
                <c:pt idx="2319">
                  <c:v>0.20824699999999999</c:v>
                </c:pt>
                <c:pt idx="2320">
                  <c:v>0.20855199999999999</c:v>
                </c:pt>
                <c:pt idx="2321">
                  <c:v>0.20885699999999999</c:v>
                </c:pt>
                <c:pt idx="2322">
                  <c:v>0.20916299999999999</c:v>
                </c:pt>
                <c:pt idx="2323">
                  <c:v>0.20946799999999999</c:v>
                </c:pt>
                <c:pt idx="2324">
                  <c:v>0.20977399999999999</c:v>
                </c:pt>
                <c:pt idx="2325">
                  <c:v>0.21007899999999999</c:v>
                </c:pt>
                <c:pt idx="2326">
                  <c:v>0.21038399999999999</c:v>
                </c:pt>
                <c:pt idx="2327">
                  <c:v>0.21068999999999999</c:v>
                </c:pt>
                <c:pt idx="2328">
                  <c:v>0.21099499999999999</c:v>
                </c:pt>
                <c:pt idx="2329">
                  <c:v>0.21130099999999999</c:v>
                </c:pt>
                <c:pt idx="2330">
                  <c:v>0.21160599999999999</c:v>
                </c:pt>
                <c:pt idx="2331">
                  <c:v>0.21191099999999999</c:v>
                </c:pt>
                <c:pt idx="2332">
                  <c:v>0.21221699999999999</c:v>
                </c:pt>
                <c:pt idx="2333">
                  <c:v>0.21252199999999999</c:v>
                </c:pt>
                <c:pt idx="2334">
                  <c:v>0.21282799999999999</c:v>
                </c:pt>
                <c:pt idx="2335">
                  <c:v>0.21313299999999999</c:v>
                </c:pt>
                <c:pt idx="2336">
                  <c:v>0.21343799999999999</c:v>
                </c:pt>
                <c:pt idx="2337">
                  <c:v>0.21374399999999999</c:v>
                </c:pt>
                <c:pt idx="2338">
                  <c:v>0.21404899999999999</c:v>
                </c:pt>
                <c:pt idx="2339">
                  <c:v>0.21435499999999999</c:v>
                </c:pt>
                <c:pt idx="2340">
                  <c:v>0.21465999999999999</c:v>
                </c:pt>
                <c:pt idx="2341">
                  <c:v>0.21496499999999999</c:v>
                </c:pt>
                <c:pt idx="2342">
                  <c:v>0.21527099999999999</c:v>
                </c:pt>
                <c:pt idx="2343">
                  <c:v>0.21557599999999999</c:v>
                </c:pt>
                <c:pt idx="2344">
                  <c:v>0.21588199999999999</c:v>
                </c:pt>
                <c:pt idx="2345">
                  <c:v>0.21618699999999999</c:v>
                </c:pt>
                <c:pt idx="2346">
                  <c:v>0.21649199999999999</c:v>
                </c:pt>
                <c:pt idx="2347">
                  <c:v>0.21679799999999999</c:v>
                </c:pt>
                <c:pt idx="2348">
                  <c:v>0.21710299999999999</c:v>
                </c:pt>
                <c:pt idx="2349">
                  <c:v>0.21740899999999999</c:v>
                </c:pt>
                <c:pt idx="2350">
                  <c:v>0.21771399999999999</c:v>
                </c:pt>
                <c:pt idx="2351">
                  <c:v>0.21801899999999999</c:v>
                </c:pt>
                <c:pt idx="2352">
                  <c:v>0.21832499999999999</c:v>
                </c:pt>
                <c:pt idx="2353">
                  <c:v>0.21862999999999999</c:v>
                </c:pt>
                <c:pt idx="2354">
                  <c:v>0.21893499999999999</c:v>
                </c:pt>
                <c:pt idx="2355">
                  <c:v>0.21924099999999999</c:v>
                </c:pt>
                <c:pt idx="2356">
                  <c:v>0.21954599999999999</c:v>
                </c:pt>
                <c:pt idx="2357">
                  <c:v>0.21985199999999999</c:v>
                </c:pt>
                <c:pt idx="2358">
                  <c:v>0.22015699999999999</c:v>
                </c:pt>
                <c:pt idx="2359">
                  <c:v>0.22046199999999999</c:v>
                </c:pt>
                <c:pt idx="2360">
                  <c:v>0.22076799999999999</c:v>
                </c:pt>
                <c:pt idx="2361">
                  <c:v>0.22107299999999999</c:v>
                </c:pt>
                <c:pt idx="2362">
                  <c:v>0.22137899999999999</c:v>
                </c:pt>
                <c:pt idx="2363">
                  <c:v>0.22168399999999999</c:v>
                </c:pt>
                <c:pt idx="2364">
                  <c:v>0.22198899999999999</c:v>
                </c:pt>
                <c:pt idx="2365">
                  <c:v>0.22229499999999999</c:v>
                </c:pt>
                <c:pt idx="2366">
                  <c:v>0.22259999999999999</c:v>
                </c:pt>
                <c:pt idx="2367">
                  <c:v>0.22290599999999999</c:v>
                </c:pt>
                <c:pt idx="2368">
                  <c:v>0.22321099999999999</c:v>
                </c:pt>
                <c:pt idx="2369">
                  <c:v>0.22351599999999999</c:v>
                </c:pt>
                <c:pt idx="2370">
                  <c:v>0.22382199999999999</c:v>
                </c:pt>
                <c:pt idx="2371">
                  <c:v>0.22412699999999999</c:v>
                </c:pt>
                <c:pt idx="2372">
                  <c:v>0.22443299999999999</c:v>
                </c:pt>
                <c:pt idx="2373">
                  <c:v>0.22473799999999999</c:v>
                </c:pt>
                <c:pt idx="2374">
                  <c:v>0.22504299999999999</c:v>
                </c:pt>
                <c:pt idx="2375">
                  <c:v>0.22534899999999999</c:v>
                </c:pt>
                <c:pt idx="2376">
                  <c:v>0.22565399999999999</c:v>
                </c:pt>
                <c:pt idx="2377">
                  <c:v>0.22595999999999999</c:v>
                </c:pt>
                <c:pt idx="2378">
                  <c:v>0.22626499999999999</c:v>
                </c:pt>
                <c:pt idx="2379">
                  <c:v>0.22656999999999999</c:v>
                </c:pt>
                <c:pt idx="2380">
                  <c:v>0.22687599999999999</c:v>
                </c:pt>
                <c:pt idx="2381">
                  <c:v>0.22718099999999999</c:v>
                </c:pt>
                <c:pt idx="2382">
                  <c:v>0.22748699999999999</c:v>
                </c:pt>
                <c:pt idx="2383">
                  <c:v>0.22779199999999999</c:v>
                </c:pt>
                <c:pt idx="2384">
                  <c:v>0.22809699999999999</c:v>
                </c:pt>
                <c:pt idx="2385">
                  <c:v>0.22840299999999999</c:v>
                </c:pt>
                <c:pt idx="2386">
                  <c:v>0.22870799999999999</c:v>
                </c:pt>
                <c:pt idx="2387">
                  <c:v>0.229014</c:v>
                </c:pt>
                <c:pt idx="2388">
                  <c:v>0.229319</c:v>
                </c:pt>
                <c:pt idx="2389">
                  <c:v>0.22962399999999999</c:v>
                </c:pt>
                <c:pt idx="2390">
                  <c:v>0.22993</c:v>
                </c:pt>
                <c:pt idx="2391">
                  <c:v>0.230235</c:v>
                </c:pt>
                <c:pt idx="2392">
                  <c:v>0.230541</c:v>
                </c:pt>
                <c:pt idx="2393">
                  <c:v>0.230846</c:v>
                </c:pt>
                <c:pt idx="2394">
                  <c:v>0.231151</c:v>
                </c:pt>
                <c:pt idx="2395">
                  <c:v>0.231457</c:v>
                </c:pt>
                <c:pt idx="2396">
                  <c:v>0.231762</c:v>
                </c:pt>
                <c:pt idx="2397">
                  <c:v>0.232068</c:v>
                </c:pt>
                <c:pt idx="2398">
                  <c:v>0.232373</c:v>
                </c:pt>
                <c:pt idx="2399">
                  <c:v>0.232678</c:v>
                </c:pt>
                <c:pt idx="2400">
                  <c:v>0.232984</c:v>
                </c:pt>
                <c:pt idx="2401">
                  <c:v>0.233289</c:v>
                </c:pt>
                <c:pt idx="2402">
                  <c:v>0.233595</c:v>
                </c:pt>
                <c:pt idx="2403">
                  <c:v>0.2339</c:v>
                </c:pt>
                <c:pt idx="2404">
                  <c:v>0.234205</c:v>
                </c:pt>
                <c:pt idx="2405">
                  <c:v>0.234511</c:v>
                </c:pt>
                <c:pt idx="2406">
                  <c:v>0.234816</c:v>
                </c:pt>
                <c:pt idx="2407">
                  <c:v>0.235122</c:v>
                </c:pt>
                <c:pt idx="2408">
                  <c:v>0.235427</c:v>
                </c:pt>
                <c:pt idx="2409">
                  <c:v>0.235732</c:v>
                </c:pt>
                <c:pt idx="2410">
                  <c:v>0.236038</c:v>
                </c:pt>
                <c:pt idx="2411">
                  <c:v>0.236343</c:v>
                </c:pt>
                <c:pt idx="2412">
                  <c:v>0.236649</c:v>
                </c:pt>
                <c:pt idx="2413">
                  <c:v>0.236954</c:v>
                </c:pt>
                <c:pt idx="2414">
                  <c:v>0.237259</c:v>
                </c:pt>
                <c:pt idx="2415">
                  <c:v>0.237565</c:v>
                </c:pt>
                <c:pt idx="2416">
                  <c:v>0.23787</c:v>
                </c:pt>
                <c:pt idx="2417">
                  <c:v>0.238176</c:v>
                </c:pt>
                <c:pt idx="2418">
                  <c:v>0.238481</c:v>
                </c:pt>
                <c:pt idx="2419">
                  <c:v>0.238786</c:v>
                </c:pt>
                <c:pt idx="2420">
                  <c:v>0.239092</c:v>
                </c:pt>
                <c:pt idx="2421">
                  <c:v>0.239397</c:v>
                </c:pt>
                <c:pt idx="2422">
                  <c:v>0.239703</c:v>
                </c:pt>
                <c:pt idx="2423">
                  <c:v>0.240008</c:v>
                </c:pt>
                <c:pt idx="2424">
                  <c:v>0.240313</c:v>
                </c:pt>
                <c:pt idx="2425">
                  <c:v>0.240619</c:v>
                </c:pt>
                <c:pt idx="2426">
                  <c:v>0.240924</c:v>
                </c:pt>
                <c:pt idx="2427">
                  <c:v>0.24123</c:v>
                </c:pt>
                <c:pt idx="2428">
                  <c:v>0.241535</c:v>
                </c:pt>
                <c:pt idx="2429">
                  <c:v>0.24184</c:v>
                </c:pt>
                <c:pt idx="2430">
                  <c:v>0.242146</c:v>
                </c:pt>
                <c:pt idx="2431">
                  <c:v>0.242451</c:v>
                </c:pt>
                <c:pt idx="2432">
                  <c:v>0.242757</c:v>
                </c:pt>
                <c:pt idx="2433">
                  <c:v>0.243062</c:v>
                </c:pt>
                <c:pt idx="2434">
                  <c:v>0.243367</c:v>
                </c:pt>
                <c:pt idx="2435">
                  <c:v>0.243673</c:v>
                </c:pt>
                <c:pt idx="2436">
                  <c:v>0.243978</c:v>
                </c:pt>
                <c:pt idx="2437">
                  <c:v>0.244284</c:v>
                </c:pt>
                <c:pt idx="2438">
                  <c:v>0.244589</c:v>
                </c:pt>
                <c:pt idx="2439">
                  <c:v>0.244894</c:v>
                </c:pt>
                <c:pt idx="2440">
                  <c:v>0.2452</c:v>
                </c:pt>
                <c:pt idx="2441">
                  <c:v>0.245505</c:v>
                </c:pt>
                <c:pt idx="2442">
                  <c:v>0.24581</c:v>
                </c:pt>
                <c:pt idx="2443">
                  <c:v>0.246116</c:v>
                </c:pt>
                <c:pt idx="2444">
                  <c:v>0.246421</c:v>
                </c:pt>
                <c:pt idx="2445">
                  <c:v>0.246727</c:v>
                </c:pt>
                <c:pt idx="2446">
                  <c:v>0.247032</c:v>
                </c:pt>
                <c:pt idx="2447">
                  <c:v>0.247337</c:v>
                </c:pt>
                <c:pt idx="2448">
                  <c:v>0.247643</c:v>
                </c:pt>
                <c:pt idx="2449">
                  <c:v>0.247948</c:v>
                </c:pt>
                <c:pt idx="2450">
                  <c:v>0.248254</c:v>
                </c:pt>
                <c:pt idx="2451">
                  <c:v>0.248559</c:v>
                </c:pt>
                <c:pt idx="2452">
                  <c:v>0.248864</c:v>
                </c:pt>
                <c:pt idx="2453">
                  <c:v>0.24917</c:v>
                </c:pt>
                <c:pt idx="2454">
                  <c:v>0.249475</c:v>
                </c:pt>
                <c:pt idx="2455">
                  <c:v>0.249781</c:v>
                </c:pt>
                <c:pt idx="2456">
                  <c:v>0.25008599999999997</c:v>
                </c:pt>
                <c:pt idx="2457">
                  <c:v>0.25039099999999997</c:v>
                </c:pt>
                <c:pt idx="2458">
                  <c:v>0.250697</c:v>
                </c:pt>
                <c:pt idx="2459">
                  <c:v>0.251002</c:v>
                </c:pt>
                <c:pt idx="2460">
                  <c:v>0.25130799999999998</c:v>
                </c:pt>
                <c:pt idx="2461">
                  <c:v>0.25161299999999998</c:v>
                </c:pt>
                <c:pt idx="2462">
                  <c:v>0.25191799999999998</c:v>
                </c:pt>
                <c:pt idx="2463">
                  <c:v>0.252224</c:v>
                </c:pt>
                <c:pt idx="2464">
                  <c:v>0.252529</c:v>
                </c:pt>
                <c:pt idx="2465">
                  <c:v>0.25283499999999998</c:v>
                </c:pt>
                <c:pt idx="2466">
                  <c:v>0.25313999999999998</c:v>
                </c:pt>
                <c:pt idx="2467">
                  <c:v>0.25344499999999998</c:v>
                </c:pt>
                <c:pt idx="2468">
                  <c:v>0.253751</c:v>
                </c:pt>
                <c:pt idx="2469">
                  <c:v>0.254056</c:v>
                </c:pt>
                <c:pt idx="2470">
                  <c:v>0.25436199999999998</c:v>
                </c:pt>
                <c:pt idx="2471">
                  <c:v>0.25466699999999998</c:v>
                </c:pt>
                <c:pt idx="2472">
                  <c:v>0.25497199999999998</c:v>
                </c:pt>
                <c:pt idx="2473">
                  <c:v>0.255278</c:v>
                </c:pt>
                <c:pt idx="2474">
                  <c:v>0.255583</c:v>
                </c:pt>
                <c:pt idx="2475">
                  <c:v>0.25588899999999998</c:v>
                </c:pt>
                <c:pt idx="2476">
                  <c:v>0.25619399999999998</c:v>
                </c:pt>
                <c:pt idx="2477">
                  <c:v>0.25649899999999998</c:v>
                </c:pt>
                <c:pt idx="2478">
                  <c:v>0.25680500000000001</c:v>
                </c:pt>
                <c:pt idx="2479">
                  <c:v>0.25711000000000001</c:v>
                </c:pt>
                <c:pt idx="2480">
                  <c:v>0.25741599999999998</c:v>
                </c:pt>
                <c:pt idx="2481">
                  <c:v>0.25772099999999998</c:v>
                </c:pt>
                <c:pt idx="2482">
                  <c:v>0.25802599999999998</c:v>
                </c:pt>
                <c:pt idx="2483">
                  <c:v>0.25833200000000001</c:v>
                </c:pt>
                <c:pt idx="2484">
                  <c:v>0.25863700000000001</c:v>
                </c:pt>
                <c:pt idx="2485">
                  <c:v>0.25894299999999998</c:v>
                </c:pt>
                <c:pt idx="2486">
                  <c:v>0.25924799999999998</c:v>
                </c:pt>
                <c:pt idx="2487">
                  <c:v>0.25955299999999998</c:v>
                </c:pt>
                <c:pt idx="2488">
                  <c:v>0.25985900000000001</c:v>
                </c:pt>
                <c:pt idx="2489">
                  <c:v>0.26016400000000001</c:v>
                </c:pt>
                <c:pt idx="2490">
                  <c:v>0.26046999999999998</c:v>
                </c:pt>
                <c:pt idx="2491">
                  <c:v>0.26077499999999998</c:v>
                </c:pt>
                <c:pt idx="2492">
                  <c:v>0.26107999999999998</c:v>
                </c:pt>
                <c:pt idx="2493">
                  <c:v>0.26138600000000001</c:v>
                </c:pt>
                <c:pt idx="2494">
                  <c:v>0.26169100000000001</c:v>
                </c:pt>
                <c:pt idx="2495">
                  <c:v>0.26199699999999998</c:v>
                </c:pt>
                <c:pt idx="2496">
                  <c:v>0.26230199999999998</c:v>
                </c:pt>
                <c:pt idx="2497">
                  <c:v>0.26260699999999998</c:v>
                </c:pt>
                <c:pt idx="2498">
                  <c:v>0.26291300000000001</c:v>
                </c:pt>
                <c:pt idx="2499">
                  <c:v>0.26321800000000001</c:v>
                </c:pt>
                <c:pt idx="2500">
                  <c:v>0.26352399999999998</c:v>
                </c:pt>
                <c:pt idx="2501">
                  <c:v>0.26382899999999998</c:v>
                </c:pt>
                <c:pt idx="2502">
                  <c:v>0.26413399999999998</c:v>
                </c:pt>
                <c:pt idx="2503">
                  <c:v>0.26444000000000001</c:v>
                </c:pt>
                <c:pt idx="2504">
                  <c:v>0.26474500000000001</c:v>
                </c:pt>
                <c:pt idx="2505">
                  <c:v>0.26505099999999998</c:v>
                </c:pt>
                <c:pt idx="2506">
                  <c:v>0.26535599999999998</c:v>
                </c:pt>
                <c:pt idx="2507">
                  <c:v>0.26566099999999998</c:v>
                </c:pt>
                <c:pt idx="2508">
                  <c:v>0.26596700000000001</c:v>
                </c:pt>
                <c:pt idx="2509">
                  <c:v>0.26627200000000001</c:v>
                </c:pt>
                <c:pt idx="2510">
                  <c:v>0.26657799999999998</c:v>
                </c:pt>
                <c:pt idx="2511">
                  <c:v>0.26688299999999998</c:v>
                </c:pt>
                <c:pt idx="2512">
                  <c:v>0.26718799999999998</c:v>
                </c:pt>
                <c:pt idx="2513">
                  <c:v>0.26749400000000001</c:v>
                </c:pt>
                <c:pt idx="2514">
                  <c:v>0.26779900000000001</c:v>
                </c:pt>
                <c:pt idx="2515">
                  <c:v>0.26810499999999998</c:v>
                </c:pt>
                <c:pt idx="2516">
                  <c:v>0.26840999999999998</c:v>
                </c:pt>
                <c:pt idx="2517">
                  <c:v>0.26871499999999998</c:v>
                </c:pt>
                <c:pt idx="2518">
                  <c:v>0.26902100000000001</c:v>
                </c:pt>
                <c:pt idx="2519">
                  <c:v>0.26932600000000001</c:v>
                </c:pt>
                <c:pt idx="2520">
                  <c:v>0.26963199999999998</c:v>
                </c:pt>
                <c:pt idx="2521">
                  <c:v>0.26993699999999998</c:v>
                </c:pt>
                <c:pt idx="2522">
                  <c:v>0.27024199999999998</c:v>
                </c:pt>
                <c:pt idx="2523">
                  <c:v>0.27054800000000001</c:v>
                </c:pt>
                <c:pt idx="2524">
                  <c:v>0.27085300000000001</c:v>
                </c:pt>
                <c:pt idx="2525">
                  <c:v>0.27115800000000001</c:v>
                </c:pt>
                <c:pt idx="2526">
                  <c:v>0.27146399999999998</c:v>
                </c:pt>
                <c:pt idx="2527">
                  <c:v>0.27176899999999998</c:v>
                </c:pt>
                <c:pt idx="2528">
                  <c:v>0.27207500000000001</c:v>
                </c:pt>
                <c:pt idx="2529">
                  <c:v>0.27238000000000001</c:v>
                </c:pt>
                <c:pt idx="2530">
                  <c:v>0.27268500000000001</c:v>
                </c:pt>
                <c:pt idx="2531">
                  <c:v>0.27299099999999998</c:v>
                </c:pt>
                <c:pt idx="2532">
                  <c:v>0.27329599999999998</c:v>
                </c:pt>
                <c:pt idx="2533">
                  <c:v>0.27360200000000001</c:v>
                </c:pt>
                <c:pt idx="2534">
                  <c:v>0.27390700000000001</c:v>
                </c:pt>
                <c:pt idx="2535">
                  <c:v>0.27421200000000001</c:v>
                </c:pt>
                <c:pt idx="2536">
                  <c:v>0.27451799999999998</c:v>
                </c:pt>
                <c:pt idx="2537">
                  <c:v>0.27482299999999998</c:v>
                </c:pt>
                <c:pt idx="2538">
                  <c:v>0.27512900000000001</c:v>
                </c:pt>
                <c:pt idx="2539">
                  <c:v>0.27543400000000001</c:v>
                </c:pt>
                <c:pt idx="2540">
                  <c:v>0.27573900000000001</c:v>
                </c:pt>
                <c:pt idx="2541">
                  <c:v>0.27604499999999998</c:v>
                </c:pt>
                <c:pt idx="2542">
                  <c:v>0.27634999999999998</c:v>
                </c:pt>
                <c:pt idx="2543">
                  <c:v>0.27665600000000001</c:v>
                </c:pt>
                <c:pt idx="2544">
                  <c:v>0.27696100000000001</c:v>
                </c:pt>
                <c:pt idx="2545">
                  <c:v>0.27726600000000001</c:v>
                </c:pt>
                <c:pt idx="2546">
                  <c:v>0.27757199999999999</c:v>
                </c:pt>
                <c:pt idx="2547">
                  <c:v>0.27787699999999999</c:v>
                </c:pt>
                <c:pt idx="2548">
                  <c:v>0.27818300000000001</c:v>
                </c:pt>
                <c:pt idx="2549">
                  <c:v>0.27848800000000001</c:v>
                </c:pt>
                <c:pt idx="2550">
                  <c:v>0.27879300000000001</c:v>
                </c:pt>
                <c:pt idx="2551">
                  <c:v>0.27909899999999999</c:v>
                </c:pt>
                <c:pt idx="2552">
                  <c:v>0.27940399999999999</c:v>
                </c:pt>
                <c:pt idx="2553">
                  <c:v>0.27971000000000001</c:v>
                </c:pt>
                <c:pt idx="2554">
                  <c:v>0.28001500000000001</c:v>
                </c:pt>
                <c:pt idx="2555">
                  <c:v>0.28032000000000001</c:v>
                </c:pt>
                <c:pt idx="2556">
                  <c:v>0.28062599999999999</c:v>
                </c:pt>
                <c:pt idx="2557">
                  <c:v>0.28093099999999999</c:v>
                </c:pt>
                <c:pt idx="2558">
                  <c:v>0.28123700000000001</c:v>
                </c:pt>
                <c:pt idx="2559">
                  <c:v>0.28154200000000001</c:v>
                </c:pt>
                <c:pt idx="2560">
                  <c:v>0.28184700000000001</c:v>
                </c:pt>
                <c:pt idx="2561">
                  <c:v>0.28215299999999999</c:v>
                </c:pt>
                <c:pt idx="2562">
                  <c:v>0.28245799999999999</c:v>
                </c:pt>
                <c:pt idx="2563">
                  <c:v>0.28276400000000002</c:v>
                </c:pt>
                <c:pt idx="2564">
                  <c:v>0.28306900000000002</c:v>
                </c:pt>
                <c:pt idx="2565">
                  <c:v>0.28337400000000001</c:v>
                </c:pt>
                <c:pt idx="2566">
                  <c:v>0.28367999999999999</c:v>
                </c:pt>
                <c:pt idx="2567">
                  <c:v>0.28398499999999999</c:v>
                </c:pt>
                <c:pt idx="2568">
                  <c:v>0.28429100000000002</c:v>
                </c:pt>
                <c:pt idx="2569">
                  <c:v>0.28459600000000002</c:v>
                </c:pt>
                <c:pt idx="2570">
                  <c:v>0.28490100000000002</c:v>
                </c:pt>
                <c:pt idx="2571">
                  <c:v>0.28520699999999999</c:v>
                </c:pt>
                <c:pt idx="2572">
                  <c:v>0.28551199999999999</c:v>
                </c:pt>
                <c:pt idx="2573">
                  <c:v>0.28581800000000002</c:v>
                </c:pt>
                <c:pt idx="2574">
                  <c:v>0.28612300000000002</c:v>
                </c:pt>
                <c:pt idx="2575">
                  <c:v>0.28642800000000002</c:v>
                </c:pt>
                <c:pt idx="2576">
                  <c:v>0.28673399999999999</c:v>
                </c:pt>
                <c:pt idx="2577">
                  <c:v>0.28703899999999999</c:v>
                </c:pt>
                <c:pt idx="2578">
                  <c:v>0.28734500000000002</c:v>
                </c:pt>
                <c:pt idx="2579">
                  <c:v>0.28765000000000002</c:v>
                </c:pt>
                <c:pt idx="2580">
                  <c:v>0.28795500000000002</c:v>
                </c:pt>
                <c:pt idx="2581">
                  <c:v>0.28826099999999999</c:v>
                </c:pt>
                <c:pt idx="2582">
                  <c:v>0.28856599999999999</c:v>
                </c:pt>
                <c:pt idx="2583">
                  <c:v>0.28887200000000002</c:v>
                </c:pt>
                <c:pt idx="2584">
                  <c:v>0.28917700000000002</c:v>
                </c:pt>
                <c:pt idx="2585">
                  <c:v>0.28948200000000002</c:v>
                </c:pt>
                <c:pt idx="2586">
                  <c:v>0.28978799999999999</c:v>
                </c:pt>
                <c:pt idx="2587">
                  <c:v>0.29009299999999999</c:v>
                </c:pt>
                <c:pt idx="2588">
                  <c:v>0.29039900000000002</c:v>
                </c:pt>
                <c:pt idx="2589">
                  <c:v>0.29070400000000002</c:v>
                </c:pt>
                <c:pt idx="2590">
                  <c:v>0.29100900000000002</c:v>
                </c:pt>
                <c:pt idx="2591">
                  <c:v>0.29131499999999999</c:v>
                </c:pt>
                <c:pt idx="2592">
                  <c:v>0.29161999999999999</c:v>
                </c:pt>
                <c:pt idx="2593">
                  <c:v>0.29192600000000002</c:v>
                </c:pt>
                <c:pt idx="2594">
                  <c:v>0.29223100000000002</c:v>
                </c:pt>
                <c:pt idx="2595">
                  <c:v>0.29253600000000002</c:v>
                </c:pt>
                <c:pt idx="2596">
                  <c:v>0.29284199999999999</c:v>
                </c:pt>
                <c:pt idx="2597">
                  <c:v>0.29314699999999999</c:v>
                </c:pt>
                <c:pt idx="2598">
                  <c:v>0.29345300000000002</c:v>
                </c:pt>
                <c:pt idx="2599">
                  <c:v>0.29375800000000002</c:v>
                </c:pt>
                <c:pt idx="2600">
                  <c:v>0.29406300000000002</c:v>
                </c:pt>
                <c:pt idx="2601">
                  <c:v>0.29436899999999999</c:v>
                </c:pt>
                <c:pt idx="2602">
                  <c:v>0.29467399999999999</c:v>
                </c:pt>
                <c:pt idx="2603">
                  <c:v>0.29498000000000002</c:v>
                </c:pt>
                <c:pt idx="2604">
                  <c:v>0.29528500000000002</c:v>
                </c:pt>
                <c:pt idx="2605">
                  <c:v>0.29559000000000002</c:v>
                </c:pt>
                <c:pt idx="2606">
                  <c:v>0.29589599999999999</c:v>
                </c:pt>
                <c:pt idx="2607">
                  <c:v>0.29620099999999999</c:v>
                </c:pt>
                <c:pt idx="2608">
                  <c:v>0.29650599999999999</c:v>
                </c:pt>
                <c:pt idx="2609">
                  <c:v>0.29681200000000002</c:v>
                </c:pt>
                <c:pt idx="2610">
                  <c:v>0.29711700000000002</c:v>
                </c:pt>
                <c:pt idx="2611">
                  <c:v>0.29742299999999999</c:v>
                </c:pt>
                <c:pt idx="2612">
                  <c:v>0.29772799999999999</c:v>
                </c:pt>
                <c:pt idx="2613">
                  <c:v>0.29803299999999999</c:v>
                </c:pt>
                <c:pt idx="2614">
                  <c:v>0.29833900000000002</c:v>
                </c:pt>
                <c:pt idx="2615">
                  <c:v>0.29864400000000002</c:v>
                </c:pt>
                <c:pt idx="2616">
                  <c:v>0.29894999999999999</c:v>
                </c:pt>
                <c:pt idx="2617">
                  <c:v>0.29925499999999999</c:v>
                </c:pt>
                <c:pt idx="2618">
                  <c:v>0.29955999999999999</c:v>
                </c:pt>
                <c:pt idx="2619">
                  <c:v>0.29986600000000002</c:v>
                </c:pt>
                <c:pt idx="2620">
                  <c:v>0.30017100000000002</c:v>
                </c:pt>
                <c:pt idx="2621">
                  <c:v>0.30047699999999999</c:v>
                </c:pt>
                <c:pt idx="2622">
                  <c:v>0.30078199999999999</c:v>
                </c:pt>
                <c:pt idx="2623">
                  <c:v>0.30108699999999999</c:v>
                </c:pt>
                <c:pt idx="2624">
                  <c:v>0.30139300000000002</c:v>
                </c:pt>
                <c:pt idx="2625">
                  <c:v>0.30169800000000002</c:v>
                </c:pt>
                <c:pt idx="2626">
                  <c:v>0.30200399999999999</c:v>
                </c:pt>
                <c:pt idx="2627">
                  <c:v>0.30230899999999999</c:v>
                </c:pt>
                <c:pt idx="2628">
                  <c:v>0.30261399999999999</c:v>
                </c:pt>
                <c:pt idx="2629">
                  <c:v>0.30292000000000002</c:v>
                </c:pt>
                <c:pt idx="2630">
                  <c:v>0.30322500000000002</c:v>
                </c:pt>
                <c:pt idx="2631">
                  <c:v>0.303531</c:v>
                </c:pt>
                <c:pt idx="2632">
                  <c:v>0.30383599999999999</c:v>
                </c:pt>
                <c:pt idx="2633">
                  <c:v>0.30414099999999999</c:v>
                </c:pt>
                <c:pt idx="2634">
                  <c:v>0.30444700000000002</c:v>
                </c:pt>
                <c:pt idx="2635">
                  <c:v>0.30475200000000002</c:v>
                </c:pt>
                <c:pt idx="2636">
                  <c:v>0.305058</c:v>
                </c:pt>
                <c:pt idx="2637">
                  <c:v>0.305363</c:v>
                </c:pt>
                <c:pt idx="2638">
                  <c:v>0.305668</c:v>
                </c:pt>
                <c:pt idx="2639">
                  <c:v>0.30597400000000002</c:v>
                </c:pt>
                <c:pt idx="2640">
                  <c:v>0.30627900000000002</c:v>
                </c:pt>
                <c:pt idx="2641">
                  <c:v>0.306585</c:v>
                </c:pt>
                <c:pt idx="2642">
                  <c:v>0.30689</c:v>
                </c:pt>
                <c:pt idx="2643">
                  <c:v>0.307195</c:v>
                </c:pt>
                <c:pt idx="2644">
                  <c:v>0.30750100000000002</c:v>
                </c:pt>
                <c:pt idx="2645">
                  <c:v>0.30780600000000002</c:v>
                </c:pt>
                <c:pt idx="2646">
                  <c:v>0.308112</c:v>
                </c:pt>
                <c:pt idx="2647">
                  <c:v>0.308417</c:v>
                </c:pt>
                <c:pt idx="2648">
                  <c:v>0.308722</c:v>
                </c:pt>
                <c:pt idx="2649">
                  <c:v>0.30902800000000002</c:v>
                </c:pt>
                <c:pt idx="2650">
                  <c:v>0.30933300000000002</c:v>
                </c:pt>
                <c:pt idx="2651">
                  <c:v>0.309639</c:v>
                </c:pt>
                <c:pt idx="2652">
                  <c:v>0.309944</c:v>
                </c:pt>
                <c:pt idx="2653">
                  <c:v>0.310249</c:v>
                </c:pt>
                <c:pt idx="2654">
                  <c:v>0.31055500000000003</c:v>
                </c:pt>
                <c:pt idx="2655">
                  <c:v>0.31086000000000003</c:v>
                </c:pt>
                <c:pt idx="2656">
                  <c:v>0.311166</c:v>
                </c:pt>
                <c:pt idx="2657">
                  <c:v>0.311471</c:v>
                </c:pt>
                <c:pt idx="2658">
                  <c:v>0.311776</c:v>
                </c:pt>
                <c:pt idx="2659">
                  <c:v>0.31208200000000003</c:v>
                </c:pt>
                <c:pt idx="2660">
                  <c:v>0.31238700000000003</c:v>
                </c:pt>
                <c:pt idx="2661">
                  <c:v>0.312693</c:v>
                </c:pt>
                <c:pt idx="2662">
                  <c:v>0.312998</c:v>
                </c:pt>
                <c:pt idx="2663">
                  <c:v>0.313303</c:v>
                </c:pt>
                <c:pt idx="2664">
                  <c:v>0.31360900000000003</c:v>
                </c:pt>
                <c:pt idx="2665">
                  <c:v>0.31391400000000003</c:v>
                </c:pt>
                <c:pt idx="2666">
                  <c:v>0.31422</c:v>
                </c:pt>
                <c:pt idx="2667">
                  <c:v>0.314525</c:v>
                </c:pt>
                <c:pt idx="2668">
                  <c:v>0.31483</c:v>
                </c:pt>
                <c:pt idx="2669">
                  <c:v>0.31513600000000003</c:v>
                </c:pt>
                <c:pt idx="2670">
                  <c:v>0.31544100000000003</c:v>
                </c:pt>
                <c:pt idx="2671">
                  <c:v>0.315747</c:v>
                </c:pt>
                <c:pt idx="2672">
                  <c:v>0.316052</c:v>
                </c:pt>
                <c:pt idx="2673">
                  <c:v>0.316357</c:v>
                </c:pt>
                <c:pt idx="2674">
                  <c:v>0.31666299999999997</c:v>
                </c:pt>
                <c:pt idx="2675">
                  <c:v>0.31696800000000003</c:v>
                </c:pt>
                <c:pt idx="2676">
                  <c:v>0.317274</c:v>
                </c:pt>
                <c:pt idx="2677">
                  <c:v>0.317579</c:v>
                </c:pt>
                <c:pt idx="2678">
                  <c:v>0.317884</c:v>
                </c:pt>
                <c:pt idx="2679">
                  <c:v>0.31818999999999997</c:v>
                </c:pt>
                <c:pt idx="2680">
                  <c:v>0.31849499999999997</c:v>
                </c:pt>
                <c:pt idx="2681">
                  <c:v>0.318801</c:v>
                </c:pt>
                <c:pt idx="2682">
                  <c:v>0.319106</c:v>
                </c:pt>
                <c:pt idx="2683">
                  <c:v>0.319411</c:v>
                </c:pt>
                <c:pt idx="2684">
                  <c:v>0.31971699999999997</c:v>
                </c:pt>
                <c:pt idx="2685">
                  <c:v>0.32002199999999997</c:v>
                </c:pt>
                <c:pt idx="2686">
                  <c:v>0.320328</c:v>
                </c:pt>
                <c:pt idx="2687">
                  <c:v>0.320633</c:v>
                </c:pt>
                <c:pt idx="2688">
                  <c:v>0.320938</c:v>
                </c:pt>
                <c:pt idx="2689">
                  <c:v>0.32124399999999997</c:v>
                </c:pt>
                <c:pt idx="2690">
                  <c:v>0.32154899999999997</c:v>
                </c:pt>
                <c:pt idx="2691">
                  <c:v>0.32185399999999997</c:v>
                </c:pt>
                <c:pt idx="2692">
                  <c:v>0.32216</c:v>
                </c:pt>
                <c:pt idx="2693">
                  <c:v>0.322465</c:v>
                </c:pt>
                <c:pt idx="2694">
                  <c:v>0.32277099999999997</c:v>
                </c:pt>
                <c:pt idx="2695">
                  <c:v>0.32307599999999997</c:v>
                </c:pt>
                <c:pt idx="2696">
                  <c:v>0.32338099999999997</c:v>
                </c:pt>
                <c:pt idx="2697">
                  <c:v>0.323687</c:v>
                </c:pt>
                <c:pt idx="2698">
                  <c:v>0.323992</c:v>
                </c:pt>
                <c:pt idx="2699">
                  <c:v>0.32429799999999998</c:v>
                </c:pt>
                <c:pt idx="2700">
                  <c:v>0.32460299999999997</c:v>
                </c:pt>
                <c:pt idx="2701">
                  <c:v>0.32490799999999997</c:v>
                </c:pt>
                <c:pt idx="2702">
                  <c:v>0.325214</c:v>
                </c:pt>
                <c:pt idx="2703">
                  <c:v>0.325519</c:v>
                </c:pt>
                <c:pt idx="2704">
                  <c:v>0.32582499999999998</c:v>
                </c:pt>
                <c:pt idx="2705">
                  <c:v>0.32612999999999998</c:v>
                </c:pt>
                <c:pt idx="2706">
                  <c:v>0.32643499999999998</c:v>
                </c:pt>
                <c:pt idx="2707">
                  <c:v>0.326741</c:v>
                </c:pt>
                <c:pt idx="2708">
                  <c:v>0.327046</c:v>
                </c:pt>
                <c:pt idx="2709">
                  <c:v>0.32735199999999998</c:v>
                </c:pt>
                <c:pt idx="2710">
                  <c:v>0.32765699999999998</c:v>
                </c:pt>
                <c:pt idx="2711">
                  <c:v>0.32796199999999998</c:v>
                </c:pt>
                <c:pt idx="2712">
                  <c:v>0.328268</c:v>
                </c:pt>
                <c:pt idx="2713">
                  <c:v>0.328573</c:v>
                </c:pt>
                <c:pt idx="2714">
                  <c:v>0.32887899999999998</c:v>
                </c:pt>
                <c:pt idx="2715">
                  <c:v>0.32918399999999998</c:v>
                </c:pt>
                <c:pt idx="2716">
                  <c:v>0.32948899999999998</c:v>
                </c:pt>
                <c:pt idx="2717">
                  <c:v>0.329795</c:v>
                </c:pt>
                <c:pt idx="2718">
                  <c:v>0.3301</c:v>
                </c:pt>
                <c:pt idx="2719">
                  <c:v>0.33040599999999998</c:v>
                </c:pt>
                <c:pt idx="2720">
                  <c:v>0.33071099999999998</c:v>
                </c:pt>
                <c:pt idx="2721">
                  <c:v>0.33101599999999998</c:v>
                </c:pt>
                <c:pt idx="2722">
                  <c:v>0.33132200000000001</c:v>
                </c:pt>
                <c:pt idx="2723">
                  <c:v>0.33162700000000001</c:v>
                </c:pt>
                <c:pt idx="2724">
                  <c:v>0.33193299999999998</c:v>
                </c:pt>
                <c:pt idx="2725">
                  <c:v>0.33223799999999998</c:v>
                </c:pt>
                <c:pt idx="2726">
                  <c:v>0.33254299999999998</c:v>
                </c:pt>
                <c:pt idx="2727">
                  <c:v>0.33284900000000001</c:v>
                </c:pt>
                <c:pt idx="2728">
                  <c:v>0.33315400000000001</c:v>
                </c:pt>
                <c:pt idx="2729">
                  <c:v>0.33345999999999998</c:v>
                </c:pt>
                <c:pt idx="2730">
                  <c:v>0.33376499999999998</c:v>
                </c:pt>
                <c:pt idx="2731">
                  <c:v>0.33406999999999998</c:v>
                </c:pt>
                <c:pt idx="2732">
                  <c:v>0.33437600000000001</c:v>
                </c:pt>
                <c:pt idx="2733">
                  <c:v>0.33468100000000001</c:v>
                </c:pt>
                <c:pt idx="2734">
                  <c:v>0.33498699999999998</c:v>
                </c:pt>
                <c:pt idx="2735">
                  <c:v>0.33529199999999998</c:v>
                </c:pt>
                <c:pt idx="2736">
                  <c:v>0.33559699999999998</c:v>
                </c:pt>
                <c:pt idx="2737">
                  <c:v>0.33590300000000001</c:v>
                </c:pt>
                <c:pt idx="2738">
                  <c:v>0.33620800000000001</c:v>
                </c:pt>
                <c:pt idx="2739">
                  <c:v>0.33651399999999998</c:v>
                </c:pt>
                <c:pt idx="2740">
                  <c:v>0.33681899999999998</c:v>
                </c:pt>
                <c:pt idx="2741">
                  <c:v>0.33712399999999998</c:v>
                </c:pt>
                <c:pt idx="2742">
                  <c:v>0.33743000000000001</c:v>
                </c:pt>
                <c:pt idx="2743">
                  <c:v>0.33773500000000001</c:v>
                </c:pt>
                <c:pt idx="2744">
                  <c:v>0.33804099999999998</c:v>
                </c:pt>
                <c:pt idx="2745">
                  <c:v>0.33834599999999998</c:v>
                </c:pt>
                <c:pt idx="2746">
                  <c:v>0.33865099999999998</c:v>
                </c:pt>
                <c:pt idx="2747">
                  <c:v>0.33895700000000001</c:v>
                </c:pt>
                <c:pt idx="2748">
                  <c:v>0.33926200000000001</c:v>
                </c:pt>
                <c:pt idx="2749">
                  <c:v>0.33956799999999998</c:v>
                </c:pt>
                <c:pt idx="2750">
                  <c:v>0.33987299999999998</c:v>
                </c:pt>
                <c:pt idx="2751">
                  <c:v>0.34017799999999998</c:v>
                </c:pt>
                <c:pt idx="2752">
                  <c:v>0.34048400000000001</c:v>
                </c:pt>
                <c:pt idx="2753">
                  <c:v>0.34078900000000001</c:v>
                </c:pt>
                <c:pt idx="2754">
                  <c:v>0.34109499999999998</c:v>
                </c:pt>
                <c:pt idx="2755">
                  <c:v>0.34139999999999998</c:v>
                </c:pt>
                <c:pt idx="2756">
                  <c:v>0.34170499999999998</c:v>
                </c:pt>
                <c:pt idx="2757">
                  <c:v>0.34201100000000001</c:v>
                </c:pt>
                <c:pt idx="2758">
                  <c:v>0.34231600000000001</c:v>
                </c:pt>
                <c:pt idx="2759">
                  <c:v>0.34262199999999998</c:v>
                </c:pt>
                <c:pt idx="2760">
                  <c:v>0.34292699999999998</c:v>
                </c:pt>
                <c:pt idx="2761">
                  <c:v>0.34323199999999998</c:v>
                </c:pt>
                <c:pt idx="2762">
                  <c:v>0.34353800000000001</c:v>
                </c:pt>
                <c:pt idx="2763">
                  <c:v>0.34384300000000001</c:v>
                </c:pt>
                <c:pt idx="2764">
                  <c:v>0.34414899999999998</c:v>
                </c:pt>
                <c:pt idx="2765">
                  <c:v>0.34445399999999998</c:v>
                </c:pt>
                <c:pt idx="2766">
                  <c:v>0.34475899999999998</c:v>
                </c:pt>
                <c:pt idx="2767">
                  <c:v>0.34506500000000001</c:v>
                </c:pt>
                <c:pt idx="2768">
                  <c:v>0.34537000000000001</c:v>
                </c:pt>
                <c:pt idx="2769">
                  <c:v>0.34567599999999998</c:v>
                </c:pt>
                <c:pt idx="2770">
                  <c:v>0.34598099999999998</c:v>
                </c:pt>
                <c:pt idx="2771">
                  <c:v>0.34628599999999998</c:v>
                </c:pt>
                <c:pt idx="2772">
                  <c:v>0.34659200000000001</c:v>
                </c:pt>
                <c:pt idx="2773">
                  <c:v>0.34689700000000001</c:v>
                </c:pt>
                <c:pt idx="2774">
                  <c:v>0.34720200000000001</c:v>
                </c:pt>
                <c:pt idx="2775">
                  <c:v>0.34750799999999998</c:v>
                </c:pt>
                <c:pt idx="2776">
                  <c:v>0.34781299999999998</c:v>
                </c:pt>
                <c:pt idx="2777">
                  <c:v>0.34811900000000001</c:v>
                </c:pt>
                <c:pt idx="2778">
                  <c:v>0.34842400000000001</c:v>
                </c:pt>
                <c:pt idx="2779">
                  <c:v>0.34872900000000001</c:v>
                </c:pt>
                <c:pt idx="2780">
                  <c:v>0.34903499999999998</c:v>
                </c:pt>
                <c:pt idx="2781">
                  <c:v>0.34933999999999998</c:v>
                </c:pt>
                <c:pt idx="2782">
                  <c:v>0.34964600000000001</c:v>
                </c:pt>
                <c:pt idx="2783">
                  <c:v>0.34995100000000001</c:v>
                </c:pt>
                <c:pt idx="2784">
                  <c:v>0.35025600000000001</c:v>
                </c:pt>
                <c:pt idx="2785">
                  <c:v>0.35056199999999998</c:v>
                </c:pt>
                <c:pt idx="2786">
                  <c:v>0.35086699999999998</c:v>
                </c:pt>
                <c:pt idx="2787">
                  <c:v>0.35117300000000001</c:v>
                </c:pt>
                <c:pt idx="2788">
                  <c:v>0.35147800000000001</c:v>
                </c:pt>
                <c:pt idx="2789">
                  <c:v>0.35178300000000001</c:v>
                </c:pt>
                <c:pt idx="2790">
                  <c:v>0.35208899999999999</c:v>
                </c:pt>
                <c:pt idx="2791">
                  <c:v>0.35239399999999999</c:v>
                </c:pt>
                <c:pt idx="2792">
                  <c:v>0.35270000000000001</c:v>
                </c:pt>
                <c:pt idx="2793">
                  <c:v>0.35300500000000001</c:v>
                </c:pt>
                <c:pt idx="2794">
                  <c:v>0.35331000000000001</c:v>
                </c:pt>
                <c:pt idx="2795">
                  <c:v>0.35361599999999999</c:v>
                </c:pt>
                <c:pt idx="2796">
                  <c:v>0.35392099999999999</c:v>
                </c:pt>
                <c:pt idx="2797">
                  <c:v>0.35422700000000001</c:v>
                </c:pt>
                <c:pt idx="2798">
                  <c:v>0.35453200000000001</c:v>
                </c:pt>
                <c:pt idx="2799">
                  <c:v>0.35483700000000001</c:v>
                </c:pt>
                <c:pt idx="2800">
                  <c:v>0.35514299999999999</c:v>
                </c:pt>
                <c:pt idx="2801">
                  <c:v>0.35544799999999999</c:v>
                </c:pt>
                <c:pt idx="2802">
                  <c:v>0.35575400000000001</c:v>
                </c:pt>
                <c:pt idx="2803">
                  <c:v>0.35605900000000001</c:v>
                </c:pt>
                <c:pt idx="2804">
                  <c:v>0.35636400000000001</c:v>
                </c:pt>
                <c:pt idx="2805">
                  <c:v>0.35666999999999999</c:v>
                </c:pt>
                <c:pt idx="2806">
                  <c:v>0.35697499999999999</c:v>
                </c:pt>
                <c:pt idx="2807">
                  <c:v>0.35728100000000002</c:v>
                </c:pt>
                <c:pt idx="2808">
                  <c:v>0.35758600000000001</c:v>
                </c:pt>
                <c:pt idx="2809">
                  <c:v>0.35789100000000001</c:v>
                </c:pt>
                <c:pt idx="2810">
                  <c:v>0.35819699999999999</c:v>
                </c:pt>
                <c:pt idx="2811">
                  <c:v>0.35850199999999999</c:v>
                </c:pt>
                <c:pt idx="2812">
                  <c:v>0.35880800000000002</c:v>
                </c:pt>
                <c:pt idx="2813">
                  <c:v>0.35911300000000002</c:v>
                </c:pt>
                <c:pt idx="2814">
                  <c:v>0.35941800000000002</c:v>
                </c:pt>
                <c:pt idx="2815">
                  <c:v>0.35972399999999999</c:v>
                </c:pt>
                <c:pt idx="2816">
                  <c:v>0.36002899999999999</c:v>
                </c:pt>
                <c:pt idx="2817">
                  <c:v>0.36033500000000002</c:v>
                </c:pt>
                <c:pt idx="2818">
                  <c:v>0.36064000000000002</c:v>
                </c:pt>
                <c:pt idx="2819">
                  <c:v>0.36094500000000002</c:v>
                </c:pt>
                <c:pt idx="2820">
                  <c:v>0.36125099999999999</c:v>
                </c:pt>
                <c:pt idx="2821">
                  <c:v>0.36155599999999999</c:v>
                </c:pt>
                <c:pt idx="2822">
                  <c:v>0.36186200000000002</c:v>
                </c:pt>
                <c:pt idx="2823">
                  <c:v>0.36216700000000002</c:v>
                </c:pt>
                <c:pt idx="2824">
                  <c:v>0.36247200000000002</c:v>
                </c:pt>
                <c:pt idx="2825">
                  <c:v>0.36277799999999999</c:v>
                </c:pt>
                <c:pt idx="2826">
                  <c:v>0.36308299999999999</c:v>
                </c:pt>
                <c:pt idx="2827">
                  <c:v>0.36338900000000002</c:v>
                </c:pt>
                <c:pt idx="2828">
                  <c:v>0.36369400000000002</c:v>
                </c:pt>
                <c:pt idx="2829">
                  <c:v>0.36399900000000002</c:v>
                </c:pt>
                <c:pt idx="2830">
                  <c:v>0.36430499999999999</c:v>
                </c:pt>
                <c:pt idx="2831">
                  <c:v>0.36460999999999999</c:v>
                </c:pt>
                <c:pt idx="2832">
                  <c:v>0.36491600000000002</c:v>
                </c:pt>
                <c:pt idx="2833">
                  <c:v>0.36522100000000002</c:v>
                </c:pt>
                <c:pt idx="2834">
                  <c:v>0.36552600000000002</c:v>
                </c:pt>
                <c:pt idx="2835">
                  <c:v>0.36583199999999999</c:v>
                </c:pt>
                <c:pt idx="2836">
                  <c:v>0.36613699999999999</c:v>
                </c:pt>
                <c:pt idx="2837">
                  <c:v>0.36644300000000002</c:v>
                </c:pt>
                <c:pt idx="2838">
                  <c:v>0.36674800000000002</c:v>
                </c:pt>
                <c:pt idx="2839">
                  <c:v>0.36705300000000002</c:v>
                </c:pt>
                <c:pt idx="2840">
                  <c:v>0.36735899999999999</c:v>
                </c:pt>
                <c:pt idx="2841">
                  <c:v>0.36766399999999999</c:v>
                </c:pt>
                <c:pt idx="2842">
                  <c:v>0.36797000000000002</c:v>
                </c:pt>
                <c:pt idx="2843">
                  <c:v>0.36827500000000002</c:v>
                </c:pt>
                <c:pt idx="2844">
                  <c:v>0.36858000000000002</c:v>
                </c:pt>
                <c:pt idx="2845">
                  <c:v>0.36888599999999999</c:v>
                </c:pt>
                <c:pt idx="2846">
                  <c:v>0.36919099999999999</c:v>
                </c:pt>
                <c:pt idx="2847">
                  <c:v>0.36949700000000002</c:v>
                </c:pt>
                <c:pt idx="2848">
                  <c:v>0.36980200000000002</c:v>
                </c:pt>
                <c:pt idx="2849">
                  <c:v>0.37010700000000002</c:v>
                </c:pt>
                <c:pt idx="2850">
                  <c:v>0.37041299999999999</c:v>
                </c:pt>
                <c:pt idx="2851">
                  <c:v>0.37071799999999999</c:v>
                </c:pt>
                <c:pt idx="2852">
                  <c:v>0.37102400000000002</c:v>
                </c:pt>
                <c:pt idx="2853">
                  <c:v>0.37132900000000002</c:v>
                </c:pt>
                <c:pt idx="2854">
                  <c:v>0.37163400000000002</c:v>
                </c:pt>
                <c:pt idx="2855">
                  <c:v>0.37193999999999999</c:v>
                </c:pt>
                <c:pt idx="2856">
                  <c:v>0.37224499999999999</c:v>
                </c:pt>
                <c:pt idx="2857">
                  <c:v>0.37255100000000002</c:v>
                </c:pt>
                <c:pt idx="2858">
                  <c:v>0.37285600000000002</c:v>
                </c:pt>
                <c:pt idx="2859">
                  <c:v>0.37316100000000002</c:v>
                </c:pt>
                <c:pt idx="2860">
                  <c:v>0.37346699999999999</c:v>
                </c:pt>
                <c:pt idx="2861">
                  <c:v>0.37377199999999999</c:v>
                </c:pt>
                <c:pt idx="2862">
                  <c:v>0.37407699999999999</c:v>
                </c:pt>
                <c:pt idx="2863">
                  <c:v>0.37438300000000002</c:v>
                </c:pt>
                <c:pt idx="2864">
                  <c:v>0.37468800000000002</c:v>
                </c:pt>
                <c:pt idx="2865">
                  <c:v>0.37499399999999999</c:v>
                </c:pt>
                <c:pt idx="2866">
                  <c:v>0.37529899999999999</c:v>
                </c:pt>
                <c:pt idx="2867">
                  <c:v>0.37560399999999999</c:v>
                </c:pt>
                <c:pt idx="2868">
                  <c:v>0.37591000000000002</c:v>
                </c:pt>
                <c:pt idx="2869">
                  <c:v>0.37621500000000002</c:v>
                </c:pt>
                <c:pt idx="2870">
                  <c:v>0.37652099999999999</c:v>
                </c:pt>
                <c:pt idx="2871">
                  <c:v>0.37682599999999999</c:v>
                </c:pt>
                <c:pt idx="2872">
                  <c:v>0.37713099999999999</c:v>
                </c:pt>
                <c:pt idx="2873">
                  <c:v>0.37743700000000002</c:v>
                </c:pt>
                <c:pt idx="2874">
                  <c:v>0.37774200000000002</c:v>
                </c:pt>
                <c:pt idx="2875">
                  <c:v>0.378048</c:v>
                </c:pt>
                <c:pt idx="2876">
                  <c:v>0.37835299999999999</c:v>
                </c:pt>
                <c:pt idx="2877">
                  <c:v>0.37865799999999999</c:v>
                </c:pt>
                <c:pt idx="2878">
                  <c:v>0.37896400000000002</c:v>
                </c:pt>
                <c:pt idx="2879">
                  <c:v>0.37926900000000002</c:v>
                </c:pt>
                <c:pt idx="2880">
                  <c:v>0.379575</c:v>
                </c:pt>
                <c:pt idx="2881">
                  <c:v>0.37988</c:v>
                </c:pt>
                <c:pt idx="2882">
                  <c:v>0.380185</c:v>
                </c:pt>
                <c:pt idx="2883">
                  <c:v>0.38049100000000002</c:v>
                </c:pt>
                <c:pt idx="2884">
                  <c:v>0.38079600000000002</c:v>
                </c:pt>
                <c:pt idx="2885">
                  <c:v>0.381102</c:v>
                </c:pt>
                <c:pt idx="2886">
                  <c:v>0.381407</c:v>
                </c:pt>
                <c:pt idx="2887">
                  <c:v>0.381712</c:v>
                </c:pt>
                <c:pt idx="2888">
                  <c:v>0.38201800000000002</c:v>
                </c:pt>
                <c:pt idx="2889">
                  <c:v>0.38232300000000002</c:v>
                </c:pt>
                <c:pt idx="2890">
                  <c:v>0.382629</c:v>
                </c:pt>
                <c:pt idx="2891">
                  <c:v>0.382934</c:v>
                </c:pt>
                <c:pt idx="2892">
                  <c:v>0.383239</c:v>
                </c:pt>
                <c:pt idx="2893">
                  <c:v>0.38354500000000002</c:v>
                </c:pt>
                <c:pt idx="2894">
                  <c:v>0.38385000000000002</c:v>
                </c:pt>
                <c:pt idx="2895">
                  <c:v>0.384156</c:v>
                </c:pt>
                <c:pt idx="2896">
                  <c:v>0.384461</c:v>
                </c:pt>
                <c:pt idx="2897">
                  <c:v>0.384766</c:v>
                </c:pt>
                <c:pt idx="2898">
                  <c:v>0.38507200000000003</c:v>
                </c:pt>
                <c:pt idx="2899">
                  <c:v>0.38537700000000003</c:v>
                </c:pt>
                <c:pt idx="2900">
                  <c:v>0.385683</c:v>
                </c:pt>
                <c:pt idx="2901">
                  <c:v>0.385988</c:v>
                </c:pt>
                <c:pt idx="2902">
                  <c:v>0.386293</c:v>
                </c:pt>
                <c:pt idx="2903">
                  <c:v>0.38659900000000003</c:v>
                </c:pt>
                <c:pt idx="2904">
                  <c:v>0.38690400000000003</c:v>
                </c:pt>
                <c:pt idx="2905">
                  <c:v>0.38721</c:v>
                </c:pt>
                <c:pt idx="2906">
                  <c:v>0.387515</c:v>
                </c:pt>
                <c:pt idx="2907">
                  <c:v>0.38782</c:v>
                </c:pt>
                <c:pt idx="2908">
                  <c:v>0.38812600000000003</c:v>
                </c:pt>
                <c:pt idx="2909">
                  <c:v>0.38843100000000003</c:v>
                </c:pt>
                <c:pt idx="2910">
                  <c:v>0.388737</c:v>
                </c:pt>
                <c:pt idx="2911">
                  <c:v>0.389042</c:v>
                </c:pt>
                <c:pt idx="2912">
                  <c:v>0.389347</c:v>
                </c:pt>
                <c:pt idx="2913">
                  <c:v>0.38965300000000003</c:v>
                </c:pt>
                <c:pt idx="2914">
                  <c:v>0.38995800000000003</c:v>
                </c:pt>
                <c:pt idx="2915">
                  <c:v>0.390264</c:v>
                </c:pt>
                <c:pt idx="2916">
                  <c:v>0.390569</c:v>
                </c:pt>
                <c:pt idx="2917">
                  <c:v>0.390874</c:v>
                </c:pt>
                <c:pt idx="2918">
                  <c:v>0.39118000000000003</c:v>
                </c:pt>
                <c:pt idx="2919">
                  <c:v>0.39148500000000003</c:v>
                </c:pt>
                <c:pt idx="2920">
                  <c:v>0.391791</c:v>
                </c:pt>
                <c:pt idx="2921">
                  <c:v>0.392096</c:v>
                </c:pt>
                <c:pt idx="2922">
                  <c:v>0.392401</c:v>
                </c:pt>
                <c:pt idx="2923">
                  <c:v>0.39270699999999997</c:v>
                </c:pt>
                <c:pt idx="2924">
                  <c:v>0.39301199999999997</c:v>
                </c:pt>
                <c:pt idx="2925">
                  <c:v>0.393318</c:v>
                </c:pt>
                <c:pt idx="2926">
                  <c:v>0.393623</c:v>
                </c:pt>
                <c:pt idx="2927">
                  <c:v>0.393928</c:v>
                </c:pt>
                <c:pt idx="2928">
                  <c:v>0.39423399999999997</c:v>
                </c:pt>
                <c:pt idx="2929">
                  <c:v>0.39453899999999997</c:v>
                </c:pt>
                <c:pt idx="2930">
                  <c:v>0.394845</c:v>
                </c:pt>
                <c:pt idx="2931">
                  <c:v>0.39515</c:v>
                </c:pt>
                <c:pt idx="2932">
                  <c:v>0.395455</c:v>
                </c:pt>
                <c:pt idx="2933">
                  <c:v>0.39576099999999997</c:v>
                </c:pt>
                <c:pt idx="2934">
                  <c:v>0.39606599999999997</c:v>
                </c:pt>
                <c:pt idx="2935">
                  <c:v>0.396372</c:v>
                </c:pt>
                <c:pt idx="2936">
                  <c:v>0.396677</c:v>
                </c:pt>
                <c:pt idx="2937">
                  <c:v>0.396982</c:v>
                </c:pt>
                <c:pt idx="2938">
                  <c:v>0.39728799999999997</c:v>
                </c:pt>
                <c:pt idx="2939">
                  <c:v>0.39759299999999997</c:v>
                </c:pt>
                <c:pt idx="2940">
                  <c:v>0.397899</c:v>
                </c:pt>
                <c:pt idx="2941">
                  <c:v>0.398204</c:v>
                </c:pt>
                <c:pt idx="2942">
                  <c:v>0.398509</c:v>
                </c:pt>
                <c:pt idx="2943">
                  <c:v>0.39881499999999998</c:v>
                </c:pt>
                <c:pt idx="2944">
                  <c:v>0.39911999999999997</c:v>
                </c:pt>
                <c:pt idx="2945">
                  <c:v>0.39942499999999997</c:v>
                </c:pt>
                <c:pt idx="2946">
                  <c:v>0.399731</c:v>
                </c:pt>
                <c:pt idx="2947">
                  <c:v>0.400036</c:v>
                </c:pt>
                <c:pt idx="2948">
                  <c:v>0.40034199999999998</c:v>
                </c:pt>
                <c:pt idx="2949">
                  <c:v>0.40064699999999998</c:v>
                </c:pt>
                <c:pt idx="2950">
                  <c:v>0.40095199999999998</c:v>
                </c:pt>
                <c:pt idx="2951">
                  <c:v>0.401258</c:v>
                </c:pt>
                <c:pt idx="2952">
                  <c:v>0.401563</c:v>
                </c:pt>
                <c:pt idx="2953">
                  <c:v>0.40186899999999998</c:v>
                </c:pt>
                <c:pt idx="2954">
                  <c:v>0.40217399999999998</c:v>
                </c:pt>
                <c:pt idx="2955">
                  <c:v>0.40247899999999998</c:v>
                </c:pt>
                <c:pt idx="2956">
                  <c:v>0.402785</c:v>
                </c:pt>
                <c:pt idx="2957">
                  <c:v>0.40309</c:v>
                </c:pt>
                <c:pt idx="2958">
                  <c:v>0.40339599999999998</c:v>
                </c:pt>
                <c:pt idx="2959">
                  <c:v>0.40370099999999998</c:v>
                </c:pt>
                <c:pt idx="2960">
                  <c:v>0.40400599999999998</c:v>
                </c:pt>
                <c:pt idx="2961">
                  <c:v>0.404312</c:v>
                </c:pt>
                <c:pt idx="2962">
                  <c:v>0.404617</c:v>
                </c:pt>
                <c:pt idx="2963">
                  <c:v>0.40492299999999998</c:v>
                </c:pt>
                <c:pt idx="2964">
                  <c:v>0.40522799999999998</c:v>
                </c:pt>
                <c:pt idx="2965">
                  <c:v>0.40553299999999998</c:v>
                </c:pt>
                <c:pt idx="2966">
                  <c:v>0.40583900000000001</c:v>
                </c:pt>
                <c:pt idx="2967">
                  <c:v>0.40614400000000001</c:v>
                </c:pt>
                <c:pt idx="2968">
                  <c:v>0.40644999999999998</c:v>
                </c:pt>
                <c:pt idx="2969">
                  <c:v>0.40675499999999998</c:v>
                </c:pt>
                <c:pt idx="2970">
                  <c:v>0.40705999999999998</c:v>
                </c:pt>
                <c:pt idx="2971">
                  <c:v>0.40736600000000001</c:v>
                </c:pt>
                <c:pt idx="2972">
                  <c:v>0.40767100000000001</c:v>
                </c:pt>
                <c:pt idx="2973">
                  <c:v>0.40797699999999998</c:v>
                </c:pt>
                <c:pt idx="2974">
                  <c:v>0.40828199999999998</c:v>
                </c:pt>
                <c:pt idx="2975">
                  <c:v>0.40858699999999998</c:v>
                </c:pt>
                <c:pt idx="2976">
                  <c:v>0.40889300000000001</c:v>
                </c:pt>
                <c:pt idx="2977">
                  <c:v>0.40919800000000001</c:v>
                </c:pt>
                <c:pt idx="2978">
                  <c:v>0.40950399999999998</c:v>
                </c:pt>
                <c:pt idx="2979">
                  <c:v>0.40980899999999998</c:v>
                </c:pt>
                <c:pt idx="2980">
                  <c:v>0.41011399999999998</c:v>
                </c:pt>
                <c:pt idx="2981">
                  <c:v>0.41042000000000001</c:v>
                </c:pt>
                <c:pt idx="2982">
                  <c:v>0.41072500000000001</c:v>
                </c:pt>
                <c:pt idx="2983">
                  <c:v>0.41103099999999998</c:v>
                </c:pt>
                <c:pt idx="2984">
                  <c:v>0.41133599999999998</c:v>
                </c:pt>
                <c:pt idx="2985">
                  <c:v>0.41164099999999998</c:v>
                </c:pt>
                <c:pt idx="2986">
                  <c:v>0.41194700000000001</c:v>
                </c:pt>
                <c:pt idx="2987">
                  <c:v>0.41225200000000001</c:v>
                </c:pt>
                <c:pt idx="2988">
                  <c:v>0.41255799999999998</c:v>
                </c:pt>
                <c:pt idx="2989">
                  <c:v>0.41286299999999998</c:v>
                </c:pt>
                <c:pt idx="2990">
                  <c:v>0.41316799999999998</c:v>
                </c:pt>
                <c:pt idx="2991">
                  <c:v>0.41347400000000001</c:v>
                </c:pt>
                <c:pt idx="2992">
                  <c:v>0.41377900000000001</c:v>
                </c:pt>
                <c:pt idx="2993">
                  <c:v>0.41408499999999998</c:v>
                </c:pt>
                <c:pt idx="2994">
                  <c:v>0.41438999999999998</c:v>
                </c:pt>
                <c:pt idx="2995">
                  <c:v>0.41469499999999998</c:v>
                </c:pt>
                <c:pt idx="2996">
                  <c:v>0.41500100000000001</c:v>
                </c:pt>
                <c:pt idx="2997">
                  <c:v>0.41530600000000001</c:v>
                </c:pt>
                <c:pt idx="2998">
                  <c:v>0.41561199999999998</c:v>
                </c:pt>
                <c:pt idx="2999">
                  <c:v>0.41591699999999998</c:v>
                </c:pt>
                <c:pt idx="3000">
                  <c:v>0.41622199999999998</c:v>
                </c:pt>
                <c:pt idx="3001">
                  <c:v>0.41652800000000001</c:v>
                </c:pt>
                <c:pt idx="3002">
                  <c:v>0.41683300000000001</c:v>
                </c:pt>
                <c:pt idx="3003">
                  <c:v>0.41713899999999998</c:v>
                </c:pt>
                <c:pt idx="3004">
                  <c:v>0.41744399999999998</c:v>
                </c:pt>
                <c:pt idx="3005">
                  <c:v>0.41774899999999998</c:v>
                </c:pt>
                <c:pt idx="3006">
                  <c:v>0.41805500000000001</c:v>
                </c:pt>
                <c:pt idx="3007">
                  <c:v>0.41836000000000001</c:v>
                </c:pt>
                <c:pt idx="3008">
                  <c:v>0.41866599999999998</c:v>
                </c:pt>
                <c:pt idx="3009">
                  <c:v>0.41897099999999998</c:v>
                </c:pt>
                <c:pt idx="3010">
                  <c:v>0.41927599999999998</c:v>
                </c:pt>
                <c:pt idx="3011">
                  <c:v>0.41958200000000001</c:v>
                </c:pt>
                <c:pt idx="3012">
                  <c:v>0.41988700000000001</c:v>
                </c:pt>
                <c:pt idx="3013">
                  <c:v>0.42019299999999998</c:v>
                </c:pt>
                <c:pt idx="3014">
                  <c:v>0.42049799999999998</c:v>
                </c:pt>
                <c:pt idx="3015">
                  <c:v>0.42080299999999998</c:v>
                </c:pt>
                <c:pt idx="3016">
                  <c:v>0.42110900000000001</c:v>
                </c:pt>
                <c:pt idx="3017">
                  <c:v>0.42141400000000001</c:v>
                </c:pt>
                <c:pt idx="3018">
                  <c:v>0.42171999999999998</c:v>
                </c:pt>
                <c:pt idx="3019">
                  <c:v>0.42202499999999998</c:v>
                </c:pt>
                <c:pt idx="3020">
                  <c:v>0.42232999999999998</c:v>
                </c:pt>
                <c:pt idx="3021">
                  <c:v>0.42263600000000001</c:v>
                </c:pt>
                <c:pt idx="3022">
                  <c:v>0.42294100000000001</c:v>
                </c:pt>
                <c:pt idx="3023">
                  <c:v>0.42324699999999998</c:v>
                </c:pt>
                <c:pt idx="3024">
                  <c:v>0.42355199999999998</c:v>
                </c:pt>
                <c:pt idx="3025">
                  <c:v>0.42385699999999998</c:v>
                </c:pt>
                <c:pt idx="3026">
                  <c:v>0.42416300000000001</c:v>
                </c:pt>
                <c:pt idx="3027">
                  <c:v>0.42446800000000001</c:v>
                </c:pt>
                <c:pt idx="3028">
                  <c:v>0.42477300000000001</c:v>
                </c:pt>
                <c:pt idx="3029">
                  <c:v>0.42507899999999998</c:v>
                </c:pt>
                <c:pt idx="3030">
                  <c:v>0.42538399999999998</c:v>
                </c:pt>
                <c:pt idx="3031">
                  <c:v>0.42569000000000001</c:v>
                </c:pt>
                <c:pt idx="3032">
                  <c:v>0.42599500000000001</c:v>
                </c:pt>
                <c:pt idx="3033">
                  <c:v>0.42630000000000001</c:v>
                </c:pt>
                <c:pt idx="3034">
                  <c:v>0.42660599999999999</c:v>
                </c:pt>
                <c:pt idx="3035">
                  <c:v>0.42691099999999998</c:v>
                </c:pt>
                <c:pt idx="3036">
                  <c:v>0.42721700000000001</c:v>
                </c:pt>
                <c:pt idx="3037">
                  <c:v>0.42752200000000001</c:v>
                </c:pt>
                <c:pt idx="3038">
                  <c:v>0.42782700000000001</c:v>
                </c:pt>
                <c:pt idx="3039">
                  <c:v>0.42813299999999999</c:v>
                </c:pt>
                <c:pt idx="3040">
                  <c:v>0.42843799999999999</c:v>
                </c:pt>
                <c:pt idx="3041">
                  <c:v>0.42874400000000001</c:v>
                </c:pt>
                <c:pt idx="3042">
                  <c:v>0.42904900000000001</c:v>
                </c:pt>
                <c:pt idx="3043">
                  <c:v>0.42935400000000001</c:v>
                </c:pt>
                <c:pt idx="3044">
                  <c:v>0.42965999999999999</c:v>
                </c:pt>
                <c:pt idx="3045">
                  <c:v>0.42996499999999999</c:v>
                </c:pt>
                <c:pt idx="3046">
                  <c:v>0.43027100000000001</c:v>
                </c:pt>
                <c:pt idx="3047">
                  <c:v>0.43057600000000001</c:v>
                </c:pt>
                <c:pt idx="3048">
                  <c:v>0.43088100000000001</c:v>
                </c:pt>
                <c:pt idx="3049">
                  <c:v>0.43118699999999999</c:v>
                </c:pt>
                <c:pt idx="3050">
                  <c:v>0.43149199999999999</c:v>
                </c:pt>
                <c:pt idx="3051">
                  <c:v>0.43179800000000002</c:v>
                </c:pt>
                <c:pt idx="3052">
                  <c:v>0.43210300000000001</c:v>
                </c:pt>
                <c:pt idx="3053">
                  <c:v>0.43240800000000001</c:v>
                </c:pt>
                <c:pt idx="3054">
                  <c:v>0.43271399999999999</c:v>
                </c:pt>
                <c:pt idx="3055">
                  <c:v>0.43301899999999999</c:v>
                </c:pt>
                <c:pt idx="3056">
                  <c:v>0.43332500000000002</c:v>
                </c:pt>
                <c:pt idx="3057">
                  <c:v>0.43363000000000002</c:v>
                </c:pt>
                <c:pt idx="3058">
                  <c:v>0.43393500000000002</c:v>
                </c:pt>
                <c:pt idx="3059">
                  <c:v>0.43424099999999999</c:v>
                </c:pt>
                <c:pt idx="3060">
                  <c:v>0.43454599999999999</c:v>
                </c:pt>
                <c:pt idx="3061">
                  <c:v>0.43485200000000002</c:v>
                </c:pt>
                <c:pt idx="3062">
                  <c:v>0.43515700000000002</c:v>
                </c:pt>
                <c:pt idx="3063">
                  <c:v>0.43546200000000002</c:v>
                </c:pt>
                <c:pt idx="3064">
                  <c:v>0.43576799999999999</c:v>
                </c:pt>
                <c:pt idx="3065">
                  <c:v>0.43607299999999999</c:v>
                </c:pt>
                <c:pt idx="3066">
                  <c:v>0.43637900000000002</c:v>
                </c:pt>
                <c:pt idx="3067">
                  <c:v>0.43668400000000002</c:v>
                </c:pt>
                <c:pt idx="3068">
                  <c:v>0.43698900000000002</c:v>
                </c:pt>
                <c:pt idx="3069">
                  <c:v>0.43729499999999999</c:v>
                </c:pt>
                <c:pt idx="3070">
                  <c:v>0.43759999999999999</c:v>
                </c:pt>
                <c:pt idx="3071">
                  <c:v>0.43790600000000002</c:v>
                </c:pt>
                <c:pt idx="3072">
                  <c:v>0.43821100000000002</c:v>
                </c:pt>
                <c:pt idx="3073">
                  <c:v>0.43851600000000002</c:v>
                </c:pt>
                <c:pt idx="3074">
                  <c:v>0.43882199999999999</c:v>
                </c:pt>
                <c:pt idx="3075">
                  <c:v>0.43912699999999999</c:v>
                </c:pt>
                <c:pt idx="3076">
                  <c:v>0.43943300000000002</c:v>
                </c:pt>
                <c:pt idx="3077">
                  <c:v>0.43973800000000002</c:v>
                </c:pt>
                <c:pt idx="3078">
                  <c:v>0.44004300000000002</c:v>
                </c:pt>
                <c:pt idx="3079">
                  <c:v>0.44034899999999999</c:v>
                </c:pt>
                <c:pt idx="3080">
                  <c:v>0.44065399999999999</c:v>
                </c:pt>
                <c:pt idx="3081">
                  <c:v>0.44096000000000002</c:v>
                </c:pt>
                <c:pt idx="3082">
                  <c:v>0.44126500000000002</c:v>
                </c:pt>
                <c:pt idx="3083">
                  <c:v>0.44157000000000002</c:v>
                </c:pt>
                <c:pt idx="3084">
                  <c:v>0.44187599999999999</c:v>
                </c:pt>
                <c:pt idx="3085">
                  <c:v>0.44218099999999999</c:v>
                </c:pt>
                <c:pt idx="3086">
                  <c:v>0.44248700000000002</c:v>
                </c:pt>
                <c:pt idx="3087">
                  <c:v>0.44279200000000002</c:v>
                </c:pt>
                <c:pt idx="3088">
                  <c:v>0.44309700000000002</c:v>
                </c:pt>
                <c:pt idx="3089">
                  <c:v>0.44340299999999999</c:v>
                </c:pt>
                <c:pt idx="3090">
                  <c:v>0.44370799999999999</c:v>
                </c:pt>
                <c:pt idx="3091">
                  <c:v>0.44401400000000002</c:v>
                </c:pt>
                <c:pt idx="3092">
                  <c:v>0.44431900000000002</c:v>
                </c:pt>
                <c:pt idx="3093">
                  <c:v>0.44462400000000002</c:v>
                </c:pt>
                <c:pt idx="3094">
                  <c:v>0.44492999999999999</c:v>
                </c:pt>
                <c:pt idx="3095">
                  <c:v>0.44523499999999999</c:v>
                </c:pt>
                <c:pt idx="3096">
                  <c:v>0.44554100000000002</c:v>
                </c:pt>
                <c:pt idx="3097">
                  <c:v>0.44584600000000002</c:v>
                </c:pt>
                <c:pt idx="3098">
                  <c:v>0.44615100000000002</c:v>
                </c:pt>
                <c:pt idx="3099">
                  <c:v>0.44645699999999999</c:v>
                </c:pt>
                <c:pt idx="3100">
                  <c:v>0.44676199999999999</c:v>
                </c:pt>
                <c:pt idx="3101">
                  <c:v>0.44706800000000002</c:v>
                </c:pt>
                <c:pt idx="3102">
                  <c:v>0.44737300000000002</c:v>
                </c:pt>
                <c:pt idx="3103">
                  <c:v>0.44767800000000002</c:v>
                </c:pt>
                <c:pt idx="3104">
                  <c:v>0.44798399999999999</c:v>
                </c:pt>
                <c:pt idx="3105">
                  <c:v>0.44828899999999999</c:v>
                </c:pt>
                <c:pt idx="3106">
                  <c:v>0.44859500000000002</c:v>
                </c:pt>
                <c:pt idx="3107">
                  <c:v>0.44890000000000002</c:v>
                </c:pt>
                <c:pt idx="3108">
                  <c:v>0.44920500000000002</c:v>
                </c:pt>
                <c:pt idx="3109">
                  <c:v>0.44951099999999999</c:v>
                </c:pt>
                <c:pt idx="3110">
                  <c:v>0.44981599999999999</c:v>
                </c:pt>
                <c:pt idx="3111">
                  <c:v>0.45012099999999999</c:v>
                </c:pt>
                <c:pt idx="3112">
                  <c:v>0.45042700000000002</c:v>
                </c:pt>
                <c:pt idx="3113">
                  <c:v>0.45073200000000002</c:v>
                </c:pt>
                <c:pt idx="3114">
                  <c:v>0.45103799999999999</c:v>
                </c:pt>
                <c:pt idx="3115">
                  <c:v>0.45134299999999999</c:v>
                </c:pt>
                <c:pt idx="3116">
                  <c:v>0.45164799999999999</c:v>
                </c:pt>
                <c:pt idx="3117">
                  <c:v>0.45195400000000002</c:v>
                </c:pt>
                <c:pt idx="3118">
                  <c:v>0.45225900000000002</c:v>
                </c:pt>
                <c:pt idx="3119">
                  <c:v>0.452565</c:v>
                </c:pt>
                <c:pt idx="3120">
                  <c:v>0.45286999999999999</c:v>
                </c:pt>
                <c:pt idx="3121">
                  <c:v>0.45317499999999999</c:v>
                </c:pt>
                <c:pt idx="3122">
                  <c:v>0.45348100000000002</c:v>
                </c:pt>
                <c:pt idx="3123">
                  <c:v>0.45378600000000002</c:v>
                </c:pt>
                <c:pt idx="3124">
                  <c:v>0.454092</c:v>
                </c:pt>
                <c:pt idx="3125">
                  <c:v>0.454397</c:v>
                </c:pt>
                <c:pt idx="3126">
                  <c:v>0.454702</c:v>
                </c:pt>
                <c:pt idx="3127">
                  <c:v>0.45500800000000002</c:v>
                </c:pt>
                <c:pt idx="3128">
                  <c:v>0.45531300000000002</c:v>
                </c:pt>
                <c:pt idx="3129">
                  <c:v>0.455619</c:v>
                </c:pt>
                <c:pt idx="3130">
                  <c:v>0.455924</c:v>
                </c:pt>
                <c:pt idx="3131">
                  <c:v>0.456229</c:v>
                </c:pt>
                <c:pt idx="3132">
                  <c:v>0.45653500000000002</c:v>
                </c:pt>
                <c:pt idx="3133">
                  <c:v>0.45684000000000002</c:v>
                </c:pt>
                <c:pt idx="3134">
                  <c:v>0.457146</c:v>
                </c:pt>
                <c:pt idx="3135">
                  <c:v>0.457451</c:v>
                </c:pt>
                <c:pt idx="3136">
                  <c:v>0.457756</c:v>
                </c:pt>
                <c:pt idx="3137">
                  <c:v>0.45806200000000002</c:v>
                </c:pt>
                <c:pt idx="3138">
                  <c:v>0.45836700000000002</c:v>
                </c:pt>
                <c:pt idx="3139">
                  <c:v>0.458673</c:v>
                </c:pt>
                <c:pt idx="3140">
                  <c:v>0.458978</c:v>
                </c:pt>
                <c:pt idx="3141">
                  <c:v>0.459283</c:v>
                </c:pt>
                <c:pt idx="3142">
                  <c:v>0.45958900000000003</c:v>
                </c:pt>
                <c:pt idx="3143">
                  <c:v>0.45989400000000002</c:v>
                </c:pt>
                <c:pt idx="3144">
                  <c:v>0.4602</c:v>
                </c:pt>
                <c:pt idx="3145">
                  <c:v>0.460505</c:v>
                </c:pt>
                <c:pt idx="3146">
                  <c:v>0.46081</c:v>
                </c:pt>
                <c:pt idx="3147">
                  <c:v>0.46111600000000003</c:v>
                </c:pt>
                <c:pt idx="3148">
                  <c:v>0.46142100000000003</c:v>
                </c:pt>
                <c:pt idx="3149">
                  <c:v>0.461727</c:v>
                </c:pt>
                <c:pt idx="3150">
                  <c:v>0.462032</c:v>
                </c:pt>
                <c:pt idx="3151">
                  <c:v>0.462337</c:v>
                </c:pt>
                <c:pt idx="3152">
                  <c:v>0.46264300000000003</c:v>
                </c:pt>
                <c:pt idx="3153">
                  <c:v>0.46294800000000003</c:v>
                </c:pt>
                <c:pt idx="3154">
                  <c:v>0.463254</c:v>
                </c:pt>
                <c:pt idx="3155">
                  <c:v>0.463559</c:v>
                </c:pt>
                <c:pt idx="3156">
                  <c:v>0.463864</c:v>
                </c:pt>
                <c:pt idx="3157">
                  <c:v>0.46417000000000003</c:v>
                </c:pt>
                <c:pt idx="3158">
                  <c:v>0.46447500000000003</c:v>
                </c:pt>
                <c:pt idx="3159">
                  <c:v>0.464781</c:v>
                </c:pt>
                <c:pt idx="3160">
                  <c:v>0.465086</c:v>
                </c:pt>
                <c:pt idx="3161">
                  <c:v>0.465391</c:v>
                </c:pt>
                <c:pt idx="3162">
                  <c:v>0.46569700000000003</c:v>
                </c:pt>
                <c:pt idx="3163">
                  <c:v>0.46600200000000003</c:v>
                </c:pt>
                <c:pt idx="3164">
                  <c:v>0.466308</c:v>
                </c:pt>
                <c:pt idx="3165">
                  <c:v>0.466613</c:v>
                </c:pt>
                <c:pt idx="3166">
                  <c:v>0.466918</c:v>
                </c:pt>
                <c:pt idx="3167">
                  <c:v>0.46722399999999997</c:v>
                </c:pt>
                <c:pt idx="3168">
                  <c:v>0.46752899999999997</c:v>
                </c:pt>
                <c:pt idx="3169">
                  <c:v>0.467835</c:v>
                </c:pt>
                <c:pt idx="3170">
                  <c:v>0.46814</c:v>
                </c:pt>
                <c:pt idx="3171">
                  <c:v>0.468445</c:v>
                </c:pt>
                <c:pt idx="3172">
                  <c:v>0.46875099999999997</c:v>
                </c:pt>
                <c:pt idx="3173">
                  <c:v>0.46905599999999997</c:v>
                </c:pt>
                <c:pt idx="3174">
                  <c:v>0.469362</c:v>
                </c:pt>
                <c:pt idx="3175">
                  <c:v>0.469667</c:v>
                </c:pt>
                <c:pt idx="3176">
                  <c:v>0.469972</c:v>
                </c:pt>
                <c:pt idx="3177">
                  <c:v>0.47027799999999997</c:v>
                </c:pt>
                <c:pt idx="3178">
                  <c:v>0.47058299999999997</c:v>
                </c:pt>
                <c:pt idx="3179">
                  <c:v>0.470889</c:v>
                </c:pt>
                <c:pt idx="3180">
                  <c:v>0.471194</c:v>
                </c:pt>
                <c:pt idx="3181">
                  <c:v>0.471499</c:v>
                </c:pt>
                <c:pt idx="3182">
                  <c:v>0.47180499999999997</c:v>
                </c:pt>
                <c:pt idx="3183">
                  <c:v>0.47210999999999997</c:v>
                </c:pt>
                <c:pt idx="3184">
                  <c:v>0.472416</c:v>
                </c:pt>
                <c:pt idx="3185">
                  <c:v>0.472721</c:v>
                </c:pt>
                <c:pt idx="3186">
                  <c:v>0.473026</c:v>
                </c:pt>
                <c:pt idx="3187">
                  <c:v>0.47333199999999997</c:v>
                </c:pt>
                <c:pt idx="3188">
                  <c:v>0.47363699999999997</c:v>
                </c:pt>
                <c:pt idx="3189">
                  <c:v>0.473943</c:v>
                </c:pt>
                <c:pt idx="3190">
                  <c:v>0.474248</c:v>
                </c:pt>
                <c:pt idx="3191">
                  <c:v>0.474553</c:v>
                </c:pt>
                <c:pt idx="3192">
                  <c:v>0.47485899999999998</c:v>
                </c:pt>
                <c:pt idx="3193">
                  <c:v>0.47516399999999998</c:v>
                </c:pt>
                <c:pt idx="3194">
                  <c:v>0.47547</c:v>
                </c:pt>
                <c:pt idx="3195">
                  <c:v>0.475775</c:v>
                </c:pt>
                <c:pt idx="3196">
                  <c:v>0.47608</c:v>
                </c:pt>
                <c:pt idx="3197">
                  <c:v>0.47638599999999998</c:v>
                </c:pt>
                <c:pt idx="3198">
                  <c:v>0.47669099999999998</c:v>
                </c:pt>
                <c:pt idx="3199">
                  <c:v>0.47699599999999998</c:v>
                </c:pt>
                <c:pt idx="3200">
                  <c:v>0.477302</c:v>
                </c:pt>
                <c:pt idx="3201">
                  <c:v>0.477607</c:v>
                </c:pt>
                <c:pt idx="3202">
                  <c:v>0.47791299999999998</c:v>
                </c:pt>
                <c:pt idx="3203">
                  <c:v>0.47821799999999998</c:v>
                </c:pt>
                <c:pt idx="3204">
                  <c:v>0.47852299999999998</c:v>
                </c:pt>
                <c:pt idx="3205">
                  <c:v>0.478829</c:v>
                </c:pt>
                <c:pt idx="3206">
                  <c:v>0.479134</c:v>
                </c:pt>
                <c:pt idx="3207">
                  <c:v>0.47943999999999998</c:v>
                </c:pt>
                <c:pt idx="3208">
                  <c:v>0.47974499999999998</c:v>
                </c:pt>
                <c:pt idx="3209">
                  <c:v>0.48004999999999998</c:v>
                </c:pt>
                <c:pt idx="3210">
                  <c:v>0.48035600000000001</c:v>
                </c:pt>
                <c:pt idx="3211">
                  <c:v>0.480661</c:v>
                </c:pt>
                <c:pt idx="3212">
                  <c:v>0.48096699999999998</c:v>
                </c:pt>
                <c:pt idx="3213">
                  <c:v>0.48127199999999998</c:v>
                </c:pt>
                <c:pt idx="3214">
                  <c:v>0.48157699999999998</c:v>
                </c:pt>
                <c:pt idx="3215">
                  <c:v>0.48188300000000001</c:v>
                </c:pt>
                <c:pt idx="3216">
                  <c:v>0.48218800000000001</c:v>
                </c:pt>
                <c:pt idx="3217">
                  <c:v>0.48249399999999998</c:v>
                </c:pt>
                <c:pt idx="3218">
                  <c:v>0.48279899999999998</c:v>
                </c:pt>
                <c:pt idx="3219">
                  <c:v>0.48310399999999998</c:v>
                </c:pt>
                <c:pt idx="3220">
                  <c:v>0.48341000000000001</c:v>
                </c:pt>
                <c:pt idx="3221">
                  <c:v>0.48371500000000001</c:v>
                </c:pt>
                <c:pt idx="3222">
                  <c:v>0.48402099999999998</c:v>
                </c:pt>
                <c:pt idx="3223">
                  <c:v>0.48432599999999998</c:v>
                </c:pt>
                <c:pt idx="3224">
                  <c:v>0.48463099999999998</c:v>
                </c:pt>
                <c:pt idx="3225">
                  <c:v>0.48493700000000001</c:v>
                </c:pt>
                <c:pt idx="3226">
                  <c:v>0.48524200000000001</c:v>
                </c:pt>
                <c:pt idx="3227">
                  <c:v>0.48554799999999998</c:v>
                </c:pt>
                <c:pt idx="3228">
                  <c:v>0.48585299999999998</c:v>
                </c:pt>
                <c:pt idx="3229">
                  <c:v>0.48615799999999998</c:v>
                </c:pt>
                <c:pt idx="3230">
                  <c:v>0.48646400000000001</c:v>
                </c:pt>
                <c:pt idx="3231">
                  <c:v>0.48676900000000001</c:v>
                </c:pt>
                <c:pt idx="3232">
                  <c:v>0.48707499999999998</c:v>
                </c:pt>
                <c:pt idx="3233">
                  <c:v>0.48737999999999998</c:v>
                </c:pt>
                <c:pt idx="3234">
                  <c:v>0.48768499999999998</c:v>
                </c:pt>
                <c:pt idx="3235">
                  <c:v>0.48799100000000001</c:v>
                </c:pt>
                <c:pt idx="3236">
                  <c:v>0.48829600000000001</c:v>
                </c:pt>
                <c:pt idx="3237">
                  <c:v>0.48860199999999998</c:v>
                </c:pt>
                <c:pt idx="3238">
                  <c:v>0.48890699999999998</c:v>
                </c:pt>
                <c:pt idx="3239">
                  <c:v>0.48921199999999998</c:v>
                </c:pt>
                <c:pt idx="3240">
                  <c:v>0.48951800000000001</c:v>
                </c:pt>
                <c:pt idx="3241">
                  <c:v>0.48982300000000001</c:v>
                </c:pt>
                <c:pt idx="3242">
                  <c:v>0.49012899999999998</c:v>
                </c:pt>
                <c:pt idx="3243">
                  <c:v>0.49043399999999998</c:v>
                </c:pt>
                <c:pt idx="3244">
                  <c:v>0.49073899999999998</c:v>
                </c:pt>
                <c:pt idx="3245">
                  <c:v>0.49104500000000001</c:v>
                </c:pt>
                <c:pt idx="3246">
                  <c:v>0.49135000000000001</c:v>
                </c:pt>
                <c:pt idx="3247">
                  <c:v>0.49165599999999998</c:v>
                </c:pt>
                <c:pt idx="3248">
                  <c:v>0.49196099999999998</c:v>
                </c:pt>
                <c:pt idx="3249">
                  <c:v>0.49226599999999998</c:v>
                </c:pt>
                <c:pt idx="3250">
                  <c:v>0.49257200000000001</c:v>
                </c:pt>
                <c:pt idx="3251">
                  <c:v>0.49287700000000001</c:v>
                </c:pt>
                <c:pt idx="3252">
                  <c:v>0.49318299999999998</c:v>
                </c:pt>
                <c:pt idx="3253">
                  <c:v>0.49348799999999998</c:v>
                </c:pt>
                <c:pt idx="3254">
                  <c:v>0.49379299999999998</c:v>
                </c:pt>
                <c:pt idx="3255">
                  <c:v>0.49409900000000001</c:v>
                </c:pt>
                <c:pt idx="3256">
                  <c:v>0.49440400000000001</c:v>
                </c:pt>
                <c:pt idx="3257">
                  <c:v>0.49470999999999998</c:v>
                </c:pt>
                <c:pt idx="3258">
                  <c:v>0.49501499999999998</c:v>
                </c:pt>
                <c:pt idx="3259">
                  <c:v>0.49531999999999998</c:v>
                </c:pt>
                <c:pt idx="3260">
                  <c:v>0.49562600000000001</c:v>
                </c:pt>
                <c:pt idx="3261">
                  <c:v>0.49593100000000001</c:v>
                </c:pt>
                <c:pt idx="3262">
                  <c:v>0.49623699999999998</c:v>
                </c:pt>
                <c:pt idx="3263">
                  <c:v>0.49654199999999998</c:v>
                </c:pt>
                <c:pt idx="3264">
                  <c:v>0.49684699999999998</c:v>
                </c:pt>
                <c:pt idx="3265">
                  <c:v>0.49715300000000001</c:v>
                </c:pt>
                <c:pt idx="3266">
                  <c:v>0.49745800000000001</c:v>
                </c:pt>
                <c:pt idx="3267">
                  <c:v>0.49776399999999998</c:v>
                </c:pt>
                <c:pt idx="3268">
                  <c:v>0.49806899999999998</c:v>
                </c:pt>
                <c:pt idx="3269">
                  <c:v>0.49837399999999998</c:v>
                </c:pt>
                <c:pt idx="3270">
                  <c:v>0.49868000000000001</c:v>
                </c:pt>
                <c:pt idx="3271">
                  <c:v>0.49898500000000001</c:v>
                </c:pt>
                <c:pt idx="3272">
                  <c:v>0.49929099999999998</c:v>
                </c:pt>
                <c:pt idx="3273">
                  <c:v>0.49959599999999998</c:v>
                </c:pt>
                <c:pt idx="3274">
                  <c:v>0.49990099999999998</c:v>
                </c:pt>
                <c:pt idx="3275">
                  <c:v>0.50020699999999996</c:v>
                </c:pt>
                <c:pt idx="3276">
                  <c:v>0.50051199999999996</c:v>
                </c:pt>
                <c:pt idx="3277">
                  <c:v>0.50081799999999999</c:v>
                </c:pt>
                <c:pt idx="3278">
                  <c:v>0.50112299999999999</c:v>
                </c:pt>
                <c:pt idx="3279">
                  <c:v>0.50142799999999998</c:v>
                </c:pt>
                <c:pt idx="3280">
                  <c:v>0.50173400000000001</c:v>
                </c:pt>
                <c:pt idx="3281">
                  <c:v>0.50203900000000001</c:v>
                </c:pt>
                <c:pt idx="3282">
                  <c:v>0.50234400000000001</c:v>
                </c:pt>
                <c:pt idx="3283">
                  <c:v>0.50265000000000004</c:v>
                </c:pt>
                <c:pt idx="3284">
                  <c:v>0.50295500000000004</c:v>
                </c:pt>
                <c:pt idx="3285">
                  <c:v>0.50326099999999996</c:v>
                </c:pt>
                <c:pt idx="3286">
                  <c:v>0.50356599999999996</c:v>
                </c:pt>
                <c:pt idx="3287">
                  <c:v>0.50387099999999996</c:v>
                </c:pt>
                <c:pt idx="3288">
                  <c:v>0.50417699999999999</c:v>
                </c:pt>
                <c:pt idx="3289">
                  <c:v>0.50448199999999999</c:v>
                </c:pt>
                <c:pt idx="3290">
                  <c:v>0.50478800000000001</c:v>
                </c:pt>
                <c:pt idx="3291">
                  <c:v>0.50509300000000001</c:v>
                </c:pt>
                <c:pt idx="3292">
                  <c:v>0.50539800000000001</c:v>
                </c:pt>
                <c:pt idx="3293">
                  <c:v>0.50570400000000004</c:v>
                </c:pt>
                <c:pt idx="3294">
                  <c:v>0.50600900000000004</c:v>
                </c:pt>
                <c:pt idx="3295">
                  <c:v>0.50631499999999996</c:v>
                </c:pt>
                <c:pt idx="3296">
                  <c:v>0.50661999999999996</c:v>
                </c:pt>
                <c:pt idx="3297">
                  <c:v>0.50692499999999996</c:v>
                </c:pt>
                <c:pt idx="3298">
                  <c:v>0.50723099999999999</c:v>
                </c:pt>
                <c:pt idx="3299">
                  <c:v>0.50753599999999999</c:v>
                </c:pt>
                <c:pt idx="3300">
                  <c:v>0.50784200000000002</c:v>
                </c:pt>
                <c:pt idx="3301">
                  <c:v>0.50814700000000002</c:v>
                </c:pt>
                <c:pt idx="3302">
                  <c:v>0.50845200000000002</c:v>
                </c:pt>
                <c:pt idx="3303">
                  <c:v>0.50875800000000004</c:v>
                </c:pt>
                <c:pt idx="3304">
                  <c:v>0.50906300000000004</c:v>
                </c:pt>
                <c:pt idx="3305">
                  <c:v>0.50936899999999996</c:v>
                </c:pt>
                <c:pt idx="3306">
                  <c:v>0.50967399999999996</c:v>
                </c:pt>
                <c:pt idx="3307">
                  <c:v>0.50997899999999996</c:v>
                </c:pt>
                <c:pt idx="3308">
                  <c:v>0.51028499999999999</c:v>
                </c:pt>
                <c:pt idx="3309">
                  <c:v>0.51058999999999999</c:v>
                </c:pt>
                <c:pt idx="3310">
                  <c:v>0.51089600000000002</c:v>
                </c:pt>
                <c:pt idx="3311">
                  <c:v>0.51120100000000002</c:v>
                </c:pt>
                <c:pt idx="3312">
                  <c:v>0.51150600000000002</c:v>
                </c:pt>
                <c:pt idx="3313">
                  <c:v>0.51181200000000004</c:v>
                </c:pt>
                <c:pt idx="3314">
                  <c:v>0.51211700000000004</c:v>
                </c:pt>
                <c:pt idx="3315">
                  <c:v>0.51242299999999996</c:v>
                </c:pt>
                <c:pt idx="3316">
                  <c:v>0.51272799999999996</c:v>
                </c:pt>
                <c:pt idx="3317">
                  <c:v>0.51303299999999996</c:v>
                </c:pt>
                <c:pt idx="3318">
                  <c:v>0.51333899999999999</c:v>
                </c:pt>
                <c:pt idx="3319">
                  <c:v>0.51364399999999999</c:v>
                </c:pt>
                <c:pt idx="3320">
                  <c:v>0.51395000000000002</c:v>
                </c:pt>
                <c:pt idx="3321">
                  <c:v>0.51425500000000002</c:v>
                </c:pt>
                <c:pt idx="3322">
                  <c:v>0.51456000000000002</c:v>
                </c:pt>
                <c:pt idx="3323">
                  <c:v>0.51486600000000005</c:v>
                </c:pt>
                <c:pt idx="3324">
                  <c:v>0.51517100000000005</c:v>
                </c:pt>
                <c:pt idx="3325">
                  <c:v>0.51547699999999996</c:v>
                </c:pt>
                <c:pt idx="3326">
                  <c:v>0.51578199999999996</c:v>
                </c:pt>
                <c:pt idx="3327">
                  <c:v>0.51608699999999996</c:v>
                </c:pt>
                <c:pt idx="3328">
                  <c:v>0.51639299999999999</c:v>
                </c:pt>
                <c:pt idx="3329">
                  <c:v>0.51669799999999999</c:v>
                </c:pt>
                <c:pt idx="3330">
                  <c:v>0.51700400000000002</c:v>
                </c:pt>
                <c:pt idx="3331">
                  <c:v>0.51730900000000002</c:v>
                </c:pt>
                <c:pt idx="3332">
                  <c:v>0.51761400000000002</c:v>
                </c:pt>
                <c:pt idx="3333">
                  <c:v>0.51792000000000005</c:v>
                </c:pt>
                <c:pt idx="3334">
                  <c:v>0.51822500000000005</c:v>
                </c:pt>
                <c:pt idx="3335">
                  <c:v>0.51853099999999996</c:v>
                </c:pt>
                <c:pt idx="3336">
                  <c:v>0.51883599999999996</c:v>
                </c:pt>
                <c:pt idx="3337">
                  <c:v>0.51914099999999996</c:v>
                </c:pt>
                <c:pt idx="3338">
                  <c:v>0.51944699999999999</c:v>
                </c:pt>
                <c:pt idx="3339">
                  <c:v>0.51975199999999999</c:v>
                </c:pt>
                <c:pt idx="3340">
                  <c:v>0.52005800000000002</c:v>
                </c:pt>
                <c:pt idx="3341">
                  <c:v>0.52036300000000002</c:v>
                </c:pt>
                <c:pt idx="3342">
                  <c:v>0.52066800000000002</c:v>
                </c:pt>
                <c:pt idx="3343">
                  <c:v>0.52097400000000005</c:v>
                </c:pt>
                <c:pt idx="3344">
                  <c:v>0.52127900000000005</c:v>
                </c:pt>
                <c:pt idx="3345">
                  <c:v>0.52158499999999997</c:v>
                </c:pt>
                <c:pt idx="3346">
                  <c:v>0.52188999999999997</c:v>
                </c:pt>
                <c:pt idx="3347">
                  <c:v>0.52219499999999996</c:v>
                </c:pt>
                <c:pt idx="3348">
                  <c:v>0.52250099999999999</c:v>
                </c:pt>
                <c:pt idx="3349">
                  <c:v>0.52280599999999999</c:v>
                </c:pt>
                <c:pt idx="3350">
                  <c:v>0.52311200000000002</c:v>
                </c:pt>
                <c:pt idx="3351">
                  <c:v>0.52341700000000002</c:v>
                </c:pt>
                <c:pt idx="3352">
                  <c:v>0.52372200000000002</c:v>
                </c:pt>
                <c:pt idx="3353">
                  <c:v>0.52402800000000005</c:v>
                </c:pt>
                <c:pt idx="3354">
                  <c:v>0.52433300000000005</c:v>
                </c:pt>
                <c:pt idx="3355">
                  <c:v>0.52463899999999997</c:v>
                </c:pt>
                <c:pt idx="3356">
                  <c:v>0.52494399999999997</c:v>
                </c:pt>
                <c:pt idx="3357">
                  <c:v>0.52524899999999997</c:v>
                </c:pt>
                <c:pt idx="3358">
                  <c:v>0.52555499999999999</c:v>
                </c:pt>
                <c:pt idx="3359">
                  <c:v>0.52585999999999999</c:v>
                </c:pt>
                <c:pt idx="3360">
                  <c:v>0.52616600000000002</c:v>
                </c:pt>
                <c:pt idx="3361">
                  <c:v>0.52647100000000002</c:v>
                </c:pt>
                <c:pt idx="3362">
                  <c:v>0.52677600000000002</c:v>
                </c:pt>
                <c:pt idx="3363">
                  <c:v>0.52708200000000005</c:v>
                </c:pt>
                <c:pt idx="3364">
                  <c:v>0.52738700000000005</c:v>
                </c:pt>
                <c:pt idx="3365">
                  <c:v>0.52769200000000005</c:v>
                </c:pt>
                <c:pt idx="3366">
                  <c:v>0.52799799999999997</c:v>
                </c:pt>
                <c:pt idx="3367">
                  <c:v>0.52830299999999997</c:v>
                </c:pt>
                <c:pt idx="3368">
                  <c:v>0.528609</c:v>
                </c:pt>
                <c:pt idx="3369">
                  <c:v>0.528914</c:v>
                </c:pt>
                <c:pt idx="3370">
                  <c:v>0.52921899999999999</c:v>
                </c:pt>
                <c:pt idx="3371">
                  <c:v>0.52952500000000002</c:v>
                </c:pt>
                <c:pt idx="3372">
                  <c:v>0.52983000000000002</c:v>
                </c:pt>
                <c:pt idx="3373">
                  <c:v>0.53013600000000005</c:v>
                </c:pt>
                <c:pt idx="3374">
                  <c:v>0.53044100000000005</c:v>
                </c:pt>
                <c:pt idx="3375">
                  <c:v>0.53074600000000005</c:v>
                </c:pt>
                <c:pt idx="3376">
                  <c:v>0.53105199999999997</c:v>
                </c:pt>
                <c:pt idx="3377">
                  <c:v>0.53135699999999997</c:v>
                </c:pt>
                <c:pt idx="3378">
                  <c:v>0.531663</c:v>
                </c:pt>
                <c:pt idx="3379">
                  <c:v>0.531968</c:v>
                </c:pt>
                <c:pt idx="3380">
                  <c:v>0.532273</c:v>
                </c:pt>
                <c:pt idx="3381">
                  <c:v>0.53257900000000002</c:v>
                </c:pt>
                <c:pt idx="3382">
                  <c:v>0.53288400000000002</c:v>
                </c:pt>
                <c:pt idx="3383">
                  <c:v>0.53319000000000005</c:v>
                </c:pt>
                <c:pt idx="3384">
                  <c:v>0.53349500000000005</c:v>
                </c:pt>
                <c:pt idx="3385">
                  <c:v>0.53380000000000005</c:v>
                </c:pt>
                <c:pt idx="3386">
                  <c:v>0.53410599999999997</c:v>
                </c:pt>
                <c:pt idx="3387">
                  <c:v>0.53441099999999997</c:v>
                </c:pt>
                <c:pt idx="3388">
                  <c:v>0.534717</c:v>
                </c:pt>
                <c:pt idx="3389">
                  <c:v>0.535022</c:v>
                </c:pt>
                <c:pt idx="3390">
                  <c:v>0.535327</c:v>
                </c:pt>
                <c:pt idx="3391">
                  <c:v>0.53563300000000003</c:v>
                </c:pt>
                <c:pt idx="3392">
                  <c:v>0.53593800000000003</c:v>
                </c:pt>
                <c:pt idx="3393">
                  <c:v>0.53624400000000005</c:v>
                </c:pt>
                <c:pt idx="3394">
                  <c:v>0.53654900000000005</c:v>
                </c:pt>
                <c:pt idx="3395">
                  <c:v>0.53685400000000005</c:v>
                </c:pt>
                <c:pt idx="3396">
                  <c:v>0.53715999999999997</c:v>
                </c:pt>
                <c:pt idx="3397">
                  <c:v>0.53746499999999997</c:v>
                </c:pt>
                <c:pt idx="3398">
                  <c:v>0.537771</c:v>
                </c:pt>
                <c:pt idx="3399">
                  <c:v>0.538076</c:v>
                </c:pt>
                <c:pt idx="3400">
                  <c:v>0.538381</c:v>
                </c:pt>
                <c:pt idx="3401">
                  <c:v>0.53868700000000003</c:v>
                </c:pt>
                <c:pt idx="3402">
                  <c:v>0.53899200000000003</c:v>
                </c:pt>
                <c:pt idx="3403">
                  <c:v>0.53929800000000006</c:v>
                </c:pt>
                <c:pt idx="3404">
                  <c:v>0.53960300000000005</c:v>
                </c:pt>
                <c:pt idx="3405">
                  <c:v>0.53990800000000005</c:v>
                </c:pt>
                <c:pt idx="3406">
                  <c:v>0.54021399999999997</c:v>
                </c:pt>
                <c:pt idx="3407">
                  <c:v>0.54051899999999997</c:v>
                </c:pt>
                <c:pt idx="3408">
                  <c:v>0.540825</c:v>
                </c:pt>
                <c:pt idx="3409">
                  <c:v>0.54113</c:v>
                </c:pt>
                <c:pt idx="3410">
                  <c:v>0.541435</c:v>
                </c:pt>
                <c:pt idx="3411">
                  <c:v>0.54174100000000003</c:v>
                </c:pt>
                <c:pt idx="3412">
                  <c:v>0.54204600000000003</c:v>
                </c:pt>
                <c:pt idx="3413">
                  <c:v>0.54235199999999995</c:v>
                </c:pt>
                <c:pt idx="3414">
                  <c:v>0.54265699999999994</c:v>
                </c:pt>
                <c:pt idx="3415">
                  <c:v>0.54296199999999994</c:v>
                </c:pt>
                <c:pt idx="3416">
                  <c:v>0.54326799999999997</c:v>
                </c:pt>
                <c:pt idx="3417">
                  <c:v>0.54357299999999997</c:v>
                </c:pt>
                <c:pt idx="3418">
                  <c:v>0.543879</c:v>
                </c:pt>
                <c:pt idx="3419">
                  <c:v>0.544184</c:v>
                </c:pt>
                <c:pt idx="3420">
                  <c:v>0.544489</c:v>
                </c:pt>
                <c:pt idx="3421">
                  <c:v>0.54479500000000003</c:v>
                </c:pt>
                <c:pt idx="3422">
                  <c:v>0.54510000000000003</c:v>
                </c:pt>
                <c:pt idx="3423">
                  <c:v>0.54540599999999995</c:v>
                </c:pt>
                <c:pt idx="3424">
                  <c:v>0.54571099999999995</c:v>
                </c:pt>
                <c:pt idx="3425">
                  <c:v>0.54601599999999995</c:v>
                </c:pt>
                <c:pt idx="3426">
                  <c:v>0.54632199999999997</c:v>
                </c:pt>
                <c:pt idx="3427">
                  <c:v>0.54662699999999997</c:v>
                </c:pt>
                <c:pt idx="3428">
                  <c:v>0.546933</c:v>
                </c:pt>
                <c:pt idx="3429">
                  <c:v>0.547238</c:v>
                </c:pt>
                <c:pt idx="3430">
                  <c:v>0.547543</c:v>
                </c:pt>
                <c:pt idx="3431">
                  <c:v>0.54784900000000003</c:v>
                </c:pt>
                <c:pt idx="3432">
                  <c:v>0.54815400000000003</c:v>
                </c:pt>
                <c:pt idx="3433">
                  <c:v>0.54845999999999995</c:v>
                </c:pt>
                <c:pt idx="3434">
                  <c:v>0.54876499999999995</c:v>
                </c:pt>
                <c:pt idx="3435">
                  <c:v>0.54906999999999995</c:v>
                </c:pt>
                <c:pt idx="3436">
                  <c:v>0.54937599999999998</c:v>
                </c:pt>
                <c:pt idx="3437">
                  <c:v>0.54968099999999998</c:v>
                </c:pt>
                <c:pt idx="3438">
                  <c:v>0.549987</c:v>
                </c:pt>
                <c:pt idx="3439">
                  <c:v>0.550292</c:v>
                </c:pt>
                <c:pt idx="3440">
                  <c:v>0.550597</c:v>
                </c:pt>
                <c:pt idx="3441">
                  <c:v>0.55090300000000003</c:v>
                </c:pt>
                <c:pt idx="3442">
                  <c:v>0.55120800000000003</c:v>
                </c:pt>
                <c:pt idx="3443">
                  <c:v>0.55151399999999995</c:v>
                </c:pt>
                <c:pt idx="3444">
                  <c:v>0.55181899999999995</c:v>
                </c:pt>
                <c:pt idx="3445">
                  <c:v>0.55212399999999995</c:v>
                </c:pt>
                <c:pt idx="3446">
                  <c:v>0.55242999999999998</c:v>
                </c:pt>
                <c:pt idx="3447">
                  <c:v>0.55273499999999998</c:v>
                </c:pt>
                <c:pt idx="3448">
                  <c:v>0.55303999999999998</c:v>
                </c:pt>
                <c:pt idx="3449">
                  <c:v>0.553346</c:v>
                </c:pt>
                <c:pt idx="3450">
                  <c:v>0.553651</c:v>
                </c:pt>
                <c:pt idx="3451">
                  <c:v>0.55395700000000003</c:v>
                </c:pt>
                <c:pt idx="3452">
                  <c:v>0.55426200000000003</c:v>
                </c:pt>
                <c:pt idx="3453">
                  <c:v>0.55456700000000003</c:v>
                </c:pt>
                <c:pt idx="3454">
                  <c:v>0.55487299999999995</c:v>
                </c:pt>
                <c:pt idx="3455">
                  <c:v>0.55517799999999995</c:v>
                </c:pt>
                <c:pt idx="3456">
                  <c:v>0.55548399999999998</c:v>
                </c:pt>
                <c:pt idx="3457">
                  <c:v>0.55578899999999998</c:v>
                </c:pt>
                <c:pt idx="3458">
                  <c:v>0.55609399999999998</c:v>
                </c:pt>
                <c:pt idx="3459">
                  <c:v>0.55640000000000001</c:v>
                </c:pt>
                <c:pt idx="3460">
                  <c:v>0.55670500000000001</c:v>
                </c:pt>
                <c:pt idx="3461">
                  <c:v>0.55701100000000003</c:v>
                </c:pt>
                <c:pt idx="3462">
                  <c:v>0.55731600000000003</c:v>
                </c:pt>
                <c:pt idx="3463">
                  <c:v>0.55762100000000003</c:v>
                </c:pt>
                <c:pt idx="3464">
                  <c:v>0.55792699999999995</c:v>
                </c:pt>
                <c:pt idx="3465">
                  <c:v>0.55823199999999995</c:v>
                </c:pt>
                <c:pt idx="3466">
                  <c:v>0.55853799999999998</c:v>
                </c:pt>
                <c:pt idx="3467">
                  <c:v>0.55884299999999998</c:v>
                </c:pt>
                <c:pt idx="3468">
                  <c:v>0.55914799999999998</c:v>
                </c:pt>
                <c:pt idx="3469">
                  <c:v>0.55945400000000001</c:v>
                </c:pt>
                <c:pt idx="3470">
                  <c:v>0.55975900000000001</c:v>
                </c:pt>
                <c:pt idx="3471">
                  <c:v>0.56006500000000004</c:v>
                </c:pt>
                <c:pt idx="3472">
                  <c:v>0.56037000000000003</c:v>
                </c:pt>
                <c:pt idx="3473">
                  <c:v>0.56067500000000003</c:v>
                </c:pt>
                <c:pt idx="3474">
                  <c:v>0.56098099999999995</c:v>
                </c:pt>
                <c:pt idx="3475">
                  <c:v>0.56128599999999995</c:v>
                </c:pt>
                <c:pt idx="3476">
                  <c:v>0.56159199999999998</c:v>
                </c:pt>
                <c:pt idx="3477">
                  <c:v>0.56189699999999998</c:v>
                </c:pt>
                <c:pt idx="3478">
                  <c:v>0.56220199999999998</c:v>
                </c:pt>
                <c:pt idx="3479">
                  <c:v>0.56250800000000001</c:v>
                </c:pt>
                <c:pt idx="3480">
                  <c:v>0.56281300000000001</c:v>
                </c:pt>
                <c:pt idx="3481">
                  <c:v>0.56311900000000004</c:v>
                </c:pt>
                <c:pt idx="3482">
                  <c:v>0.56342400000000004</c:v>
                </c:pt>
                <c:pt idx="3483">
                  <c:v>0.56372900000000004</c:v>
                </c:pt>
                <c:pt idx="3484">
                  <c:v>0.56403499999999995</c:v>
                </c:pt>
                <c:pt idx="3485">
                  <c:v>0.56433999999999995</c:v>
                </c:pt>
                <c:pt idx="3486">
                  <c:v>0.56464599999999998</c:v>
                </c:pt>
                <c:pt idx="3487">
                  <c:v>0.56495099999999998</c:v>
                </c:pt>
                <c:pt idx="3488">
                  <c:v>0.56525599999999998</c:v>
                </c:pt>
                <c:pt idx="3489">
                  <c:v>0.56556200000000001</c:v>
                </c:pt>
                <c:pt idx="3490">
                  <c:v>0.56586700000000001</c:v>
                </c:pt>
                <c:pt idx="3491">
                  <c:v>0.56617300000000004</c:v>
                </c:pt>
                <c:pt idx="3492">
                  <c:v>0.56647800000000004</c:v>
                </c:pt>
                <c:pt idx="3493">
                  <c:v>0.56678300000000004</c:v>
                </c:pt>
                <c:pt idx="3494">
                  <c:v>0.56708899999999995</c:v>
                </c:pt>
                <c:pt idx="3495">
                  <c:v>0.56739399999999995</c:v>
                </c:pt>
                <c:pt idx="3496">
                  <c:v>0.56769999999999998</c:v>
                </c:pt>
                <c:pt idx="3497">
                  <c:v>0.56800499999999998</c:v>
                </c:pt>
                <c:pt idx="3498">
                  <c:v>0.56830999999999998</c:v>
                </c:pt>
                <c:pt idx="3499">
                  <c:v>0.56861600000000001</c:v>
                </c:pt>
                <c:pt idx="3500">
                  <c:v>0.56892100000000001</c:v>
                </c:pt>
                <c:pt idx="3501">
                  <c:v>0.56922700000000004</c:v>
                </c:pt>
                <c:pt idx="3502">
                  <c:v>0.56953200000000004</c:v>
                </c:pt>
                <c:pt idx="3503">
                  <c:v>0.56983700000000004</c:v>
                </c:pt>
                <c:pt idx="3504">
                  <c:v>0.57014299999999996</c:v>
                </c:pt>
                <c:pt idx="3505">
                  <c:v>0.57044799999999996</c:v>
                </c:pt>
                <c:pt idx="3506">
                  <c:v>0.57075399999999998</c:v>
                </c:pt>
                <c:pt idx="3507">
                  <c:v>0.57105899999999998</c:v>
                </c:pt>
                <c:pt idx="3508">
                  <c:v>0.57136399999999998</c:v>
                </c:pt>
                <c:pt idx="3509">
                  <c:v>0.57167000000000001</c:v>
                </c:pt>
                <c:pt idx="3510">
                  <c:v>0.57197500000000001</c:v>
                </c:pt>
                <c:pt idx="3511">
                  <c:v>0.57228100000000004</c:v>
                </c:pt>
                <c:pt idx="3512">
                  <c:v>0.57258600000000004</c:v>
                </c:pt>
                <c:pt idx="3513">
                  <c:v>0.57289100000000004</c:v>
                </c:pt>
                <c:pt idx="3514">
                  <c:v>0.57319699999999996</c:v>
                </c:pt>
                <c:pt idx="3515">
                  <c:v>0.57350199999999996</c:v>
                </c:pt>
                <c:pt idx="3516">
                  <c:v>0.57380799999999998</c:v>
                </c:pt>
                <c:pt idx="3517">
                  <c:v>0.57411299999999998</c:v>
                </c:pt>
                <c:pt idx="3518">
                  <c:v>0.57441799999999998</c:v>
                </c:pt>
                <c:pt idx="3519">
                  <c:v>0.57472400000000001</c:v>
                </c:pt>
                <c:pt idx="3520">
                  <c:v>0.57502900000000001</c:v>
                </c:pt>
                <c:pt idx="3521">
                  <c:v>0.57533500000000004</c:v>
                </c:pt>
                <c:pt idx="3522">
                  <c:v>0.57564000000000004</c:v>
                </c:pt>
                <c:pt idx="3523">
                  <c:v>0.57594500000000004</c:v>
                </c:pt>
                <c:pt idx="3524">
                  <c:v>0.57625099999999996</c:v>
                </c:pt>
                <c:pt idx="3525">
                  <c:v>0.57655599999999996</c:v>
                </c:pt>
                <c:pt idx="3526">
                  <c:v>0.57686199999999999</c:v>
                </c:pt>
                <c:pt idx="3527">
                  <c:v>0.57716699999999999</c:v>
                </c:pt>
                <c:pt idx="3528">
                  <c:v>0.57747199999999999</c:v>
                </c:pt>
                <c:pt idx="3529">
                  <c:v>0.57777800000000001</c:v>
                </c:pt>
                <c:pt idx="3530">
                  <c:v>0.57808300000000001</c:v>
                </c:pt>
                <c:pt idx="3531">
                  <c:v>0.57838800000000001</c:v>
                </c:pt>
                <c:pt idx="3532">
                  <c:v>0.57869400000000004</c:v>
                </c:pt>
                <c:pt idx="3533">
                  <c:v>0.57899900000000004</c:v>
                </c:pt>
                <c:pt idx="3534">
                  <c:v>0.57930499999999996</c:v>
                </c:pt>
                <c:pt idx="3535">
                  <c:v>0.57960999999999996</c:v>
                </c:pt>
                <c:pt idx="3536">
                  <c:v>0.57991499999999996</c:v>
                </c:pt>
                <c:pt idx="3537">
                  <c:v>0.58022099999999999</c:v>
                </c:pt>
                <c:pt idx="3538">
                  <c:v>0.58052599999999999</c:v>
                </c:pt>
                <c:pt idx="3539">
                  <c:v>0.58083200000000001</c:v>
                </c:pt>
                <c:pt idx="3540">
                  <c:v>0.58113700000000001</c:v>
                </c:pt>
                <c:pt idx="3541">
                  <c:v>0.58144200000000001</c:v>
                </c:pt>
                <c:pt idx="3542">
                  <c:v>0.58174800000000004</c:v>
                </c:pt>
                <c:pt idx="3543">
                  <c:v>0.58205300000000004</c:v>
                </c:pt>
                <c:pt idx="3544">
                  <c:v>0.58235899999999996</c:v>
                </c:pt>
                <c:pt idx="3545">
                  <c:v>0.58266399999999996</c:v>
                </c:pt>
                <c:pt idx="3546">
                  <c:v>0.58296899999999996</c:v>
                </c:pt>
                <c:pt idx="3547">
                  <c:v>0.58327499999999999</c:v>
                </c:pt>
                <c:pt idx="3548">
                  <c:v>0.58357999999999999</c:v>
                </c:pt>
                <c:pt idx="3549">
                  <c:v>0.58388600000000002</c:v>
                </c:pt>
                <c:pt idx="3550">
                  <c:v>0.58419100000000002</c:v>
                </c:pt>
                <c:pt idx="3551">
                  <c:v>0.58449600000000002</c:v>
                </c:pt>
                <c:pt idx="3552">
                  <c:v>0.58480200000000004</c:v>
                </c:pt>
                <c:pt idx="3553">
                  <c:v>0.58510700000000004</c:v>
                </c:pt>
                <c:pt idx="3554">
                  <c:v>0.58541299999999996</c:v>
                </c:pt>
                <c:pt idx="3555">
                  <c:v>0.58571799999999996</c:v>
                </c:pt>
                <c:pt idx="3556">
                  <c:v>0.58602299999999996</c:v>
                </c:pt>
                <c:pt idx="3557">
                  <c:v>0.58632899999999999</c:v>
                </c:pt>
                <c:pt idx="3558">
                  <c:v>0.58663399999999999</c:v>
                </c:pt>
                <c:pt idx="3559">
                  <c:v>0.58694000000000002</c:v>
                </c:pt>
                <c:pt idx="3560">
                  <c:v>0.58724500000000002</c:v>
                </c:pt>
                <c:pt idx="3561">
                  <c:v>0.58755000000000002</c:v>
                </c:pt>
                <c:pt idx="3562">
                  <c:v>0.58785600000000005</c:v>
                </c:pt>
                <c:pt idx="3563">
                  <c:v>0.58816100000000004</c:v>
                </c:pt>
                <c:pt idx="3564">
                  <c:v>0.58846699999999996</c:v>
                </c:pt>
                <c:pt idx="3565">
                  <c:v>0.58877199999999996</c:v>
                </c:pt>
                <c:pt idx="3566">
                  <c:v>0.58907699999999996</c:v>
                </c:pt>
                <c:pt idx="3567">
                  <c:v>0.58938299999999999</c:v>
                </c:pt>
                <c:pt idx="3568">
                  <c:v>0.58968799999999999</c:v>
                </c:pt>
                <c:pt idx="3569">
                  <c:v>0.58999400000000002</c:v>
                </c:pt>
                <c:pt idx="3570">
                  <c:v>0.59029900000000002</c:v>
                </c:pt>
                <c:pt idx="3571">
                  <c:v>0.59060400000000002</c:v>
                </c:pt>
                <c:pt idx="3572">
                  <c:v>0.59091000000000005</c:v>
                </c:pt>
                <c:pt idx="3573">
                  <c:v>0.59121500000000005</c:v>
                </c:pt>
                <c:pt idx="3574">
                  <c:v>0.59152099999999996</c:v>
                </c:pt>
                <c:pt idx="3575">
                  <c:v>0.59182599999999996</c:v>
                </c:pt>
                <c:pt idx="3576">
                  <c:v>0.59213099999999996</c:v>
                </c:pt>
                <c:pt idx="3577">
                  <c:v>0.59243699999999999</c:v>
                </c:pt>
                <c:pt idx="3578">
                  <c:v>0.59274199999999999</c:v>
                </c:pt>
                <c:pt idx="3579">
                  <c:v>0.59304800000000002</c:v>
                </c:pt>
                <c:pt idx="3580">
                  <c:v>0.59335300000000002</c:v>
                </c:pt>
                <c:pt idx="3581">
                  <c:v>0.59365800000000002</c:v>
                </c:pt>
                <c:pt idx="3582">
                  <c:v>0.59396400000000005</c:v>
                </c:pt>
                <c:pt idx="3583">
                  <c:v>0.59426900000000005</c:v>
                </c:pt>
                <c:pt idx="3584">
                  <c:v>0.59457499999999996</c:v>
                </c:pt>
                <c:pt idx="3585">
                  <c:v>0.59487999999999996</c:v>
                </c:pt>
                <c:pt idx="3586">
                  <c:v>0.59518499999999996</c:v>
                </c:pt>
                <c:pt idx="3587">
                  <c:v>0.59549099999999999</c:v>
                </c:pt>
                <c:pt idx="3588">
                  <c:v>0.59579599999999999</c:v>
                </c:pt>
                <c:pt idx="3589">
                  <c:v>0.59610200000000002</c:v>
                </c:pt>
                <c:pt idx="3590">
                  <c:v>0.59640700000000002</c:v>
                </c:pt>
                <c:pt idx="3591">
                  <c:v>0.59671200000000002</c:v>
                </c:pt>
                <c:pt idx="3592">
                  <c:v>0.59701800000000005</c:v>
                </c:pt>
                <c:pt idx="3593">
                  <c:v>0.59732300000000005</c:v>
                </c:pt>
                <c:pt idx="3594">
                  <c:v>0.59762899999999997</c:v>
                </c:pt>
                <c:pt idx="3595">
                  <c:v>0.59793399999999997</c:v>
                </c:pt>
                <c:pt idx="3596">
                  <c:v>0.59823899999999997</c:v>
                </c:pt>
                <c:pt idx="3597">
                  <c:v>0.59854499999999999</c:v>
                </c:pt>
                <c:pt idx="3598">
                  <c:v>0.59884999999999999</c:v>
                </c:pt>
                <c:pt idx="3599">
                  <c:v>0.59915600000000002</c:v>
                </c:pt>
                <c:pt idx="3600">
                  <c:v>0.59946100000000002</c:v>
                </c:pt>
                <c:pt idx="3601">
                  <c:v>0.59976600000000002</c:v>
                </c:pt>
                <c:pt idx="3602">
                  <c:v>0.60007200000000005</c:v>
                </c:pt>
                <c:pt idx="3603">
                  <c:v>0.60037700000000005</c:v>
                </c:pt>
                <c:pt idx="3604">
                  <c:v>0.60068299999999997</c:v>
                </c:pt>
                <c:pt idx="3605">
                  <c:v>0.60098799999999997</c:v>
                </c:pt>
                <c:pt idx="3606">
                  <c:v>0.60129299999999997</c:v>
                </c:pt>
                <c:pt idx="3607">
                  <c:v>0.60159899999999999</c:v>
                </c:pt>
                <c:pt idx="3608">
                  <c:v>0.60190399999999999</c:v>
                </c:pt>
                <c:pt idx="3609">
                  <c:v>0.60221000000000002</c:v>
                </c:pt>
                <c:pt idx="3610">
                  <c:v>0.60251500000000002</c:v>
                </c:pt>
                <c:pt idx="3611">
                  <c:v>0.60282000000000002</c:v>
                </c:pt>
                <c:pt idx="3612">
                  <c:v>0.60312600000000005</c:v>
                </c:pt>
                <c:pt idx="3613">
                  <c:v>0.60343100000000005</c:v>
                </c:pt>
                <c:pt idx="3614">
                  <c:v>0.60373699999999997</c:v>
                </c:pt>
                <c:pt idx="3615">
                  <c:v>0.60404199999999997</c:v>
                </c:pt>
                <c:pt idx="3616">
                  <c:v>0.60434699999999997</c:v>
                </c:pt>
                <c:pt idx="3617">
                  <c:v>0.604653</c:v>
                </c:pt>
                <c:pt idx="3618">
                  <c:v>0.604958</c:v>
                </c:pt>
                <c:pt idx="3619">
                  <c:v>0.605263</c:v>
                </c:pt>
                <c:pt idx="3620">
                  <c:v>0.60556900000000002</c:v>
                </c:pt>
                <c:pt idx="3621">
                  <c:v>0.60587400000000002</c:v>
                </c:pt>
                <c:pt idx="3622">
                  <c:v>0.60618000000000005</c:v>
                </c:pt>
                <c:pt idx="3623">
                  <c:v>0.60648500000000005</c:v>
                </c:pt>
                <c:pt idx="3624">
                  <c:v>0.60679000000000005</c:v>
                </c:pt>
                <c:pt idx="3625">
                  <c:v>0.60709599999999997</c:v>
                </c:pt>
                <c:pt idx="3626">
                  <c:v>0.60740099999999997</c:v>
                </c:pt>
                <c:pt idx="3627">
                  <c:v>0.607707</c:v>
                </c:pt>
                <c:pt idx="3628">
                  <c:v>0.608012</c:v>
                </c:pt>
                <c:pt idx="3629">
                  <c:v>0.608317</c:v>
                </c:pt>
                <c:pt idx="3630">
                  <c:v>0.60862300000000003</c:v>
                </c:pt>
                <c:pt idx="3631">
                  <c:v>0.60892800000000002</c:v>
                </c:pt>
                <c:pt idx="3632">
                  <c:v>0.60923400000000005</c:v>
                </c:pt>
                <c:pt idx="3633">
                  <c:v>0.60953900000000005</c:v>
                </c:pt>
                <c:pt idx="3634">
                  <c:v>0.60984400000000005</c:v>
                </c:pt>
                <c:pt idx="3635">
                  <c:v>0.61014999999999997</c:v>
                </c:pt>
                <c:pt idx="3636">
                  <c:v>0.61045499999999997</c:v>
                </c:pt>
                <c:pt idx="3637">
                  <c:v>0.610761</c:v>
                </c:pt>
                <c:pt idx="3638">
                  <c:v>0.611066</c:v>
                </c:pt>
                <c:pt idx="3639">
                  <c:v>0.611371</c:v>
                </c:pt>
                <c:pt idx="3640">
                  <c:v>0.61167700000000003</c:v>
                </c:pt>
                <c:pt idx="3641">
                  <c:v>0.61198200000000003</c:v>
                </c:pt>
                <c:pt idx="3642">
                  <c:v>0.61228800000000005</c:v>
                </c:pt>
                <c:pt idx="3643">
                  <c:v>0.61259300000000005</c:v>
                </c:pt>
                <c:pt idx="3644">
                  <c:v>0.61289800000000005</c:v>
                </c:pt>
                <c:pt idx="3645">
                  <c:v>0.61320399999999997</c:v>
                </c:pt>
                <c:pt idx="3646">
                  <c:v>0.61350899999999997</c:v>
                </c:pt>
                <c:pt idx="3647">
                  <c:v>0.613815</c:v>
                </c:pt>
                <c:pt idx="3648">
                  <c:v>0.61412</c:v>
                </c:pt>
                <c:pt idx="3649">
                  <c:v>0.614425</c:v>
                </c:pt>
                <c:pt idx="3650">
                  <c:v>0.61473100000000003</c:v>
                </c:pt>
                <c:pt idx="3651">
                  <c:v>0.61503600000000003</c:v>
                </c:pt>
                <c:pt idx="3652">
                  <c:v>0.61534199999999994</c:v>
                </c:pt>
                <c:pt idx="3653">
                  <c:v>0.61564700000000006</c:v>
                </c:pt>
                <c:pt idx="3654">
                  <c:v>0.61595200000000006</c:v>
                </c:pt>
                <c:pt idx="3655">
                  <c:v>0.61625799999999997</c:v>
                </c:pt>
                <c:pt idx="3656">
                  <c:v>0.61656299999999997</c:v>
                </c:pt>
                <c:pt idx="3657">
                  <c:v>0.616869</c:v>
                </c:pt>
                <c:pt idx="3658">
                  <c:v>0.617174</c:v>
                </c:pt>
                <c:pt idx="3659">
                  <c:v>0.617479</c:v>
                </c:pt>
                <c:pt idx="3660">
                  <c:v>0.61778500000000003</c:v>
                </c:pt>
                <c:pt idx="3661">
                  <c:v>0.61809000000000003</c:v>
                </c:pt>
                <c:pt idx="3662">
                  <c:v>0.61839599999999995</c:v>
                </c:pt>
                <c:pt idx="3663">
                  <c:v>0.61870099999999995</c:v>
                </c:pt>
                <c:pt idx="3664">
                  <c:v>0.61900599999999995</c:v>
                </c:pt>
                <c:pt idx="3665">
                  <c:v>0.61931199999999997</c:v>
                </c:pt>
                <c:pt idx="3666">
                  <c:v>0.61961699999999997</c:v>
                </c:pt>
                <c:pt idx="3667">
                  <c:v>0.619923</c:v>
                </c:pt>
                <c:pt idx="3668">
                  <c:v>0.620228</c:v>
                </c:pt>
                <c:pt idx="3669">
                  <c:v>0.620533</c:v>
                </c:pt>
                <c:pt idx="3670">
                  <c:v>0.62083900000000003</c:v>
                </c:pt>
                <c:pt idx="3671">
                  <c:v>0.62114400000000003</c:v>
                </c:pt>
                <c:pt idx="3672">
                  <c:v>0.62144999999999995</c:v>
                </c:pt>
                <c:pt idx="3673">
                  <c:v>0.62175499999999995</c:v>
                </c:pt>
                <c:pt idx="3674">
                  <c:v>0.62205999999999995</c:v>
                </c:pt>
                <c:pt idx="3675">
                  <c:v>0.62236599999999997</c:v>
                </c:pt>
                <c:pt idx="3676">
                  <c:v>0.62267099999999997</c:v>
                </c:pt>
                <c:pt idx="3677">
                  <c:v>0.622977</c:v>
                </c:pt>
                <c:pt idx="3678">
                  <c:v>0.623282</c:v>
                </c:pt>
                <c:pt idx="3679">
                  <c:v>0.623587</c:v>
                </c:pt>
                <c:pt idx="3680">
                  <c:v>0.62389300000000003</c:v>
                </c:pt>
                <c:pt idx="3681">
                  <c:v>0.62419800000000003</c:v>
                </c:pt>
                <c:pt idx="3682">
                  <c:v>0.62450399999999995</c:v>
                </c:pt>
                <c:pt idx="3683">
                  <c:v>0.62480899999999995</c:v>
                </c:pt>
                <c:pt idx="3684">
                  <c:v>0.62511399999999995</c:v>
                </c:pt>
                <c:pt idx="3685">
                  <c:v>0.62541999999999998</c:v>
                </c:pt>
                <c:pt idx="3686">
                  <c:v>0.62572499999999998</c:v>
                </c:pt>
                <c:pt idx="3687">
                  <c:v>0.626031</c:v>
                </c:pt>
                <c:pt idx="3688">
                  <c:v>0.626336</c:v>
                </c:pt>
                <c:pt idx="3689">
                  <c:v>0.626641</c:v>
                </c:pt>
                <c:pt idx="3690">
                  <c:v>0.62694700000000003</c:v>
                </c:pt>
                <c:pt idx="3691">
                  <c:v>0.62725200000000003</c:v>
                </c:pt>
                <c:pt idx="3692">
                  <c:v>0.62755799999999995</c:v>
                </c:pt>
                <c:pt idx="3693">
                  <c:v>0.62786299999999995</c:v>
                </c:pt>
                <c:pt idx="3694">
                  <c:v>0.62816799999999995</c:v>
                </c:pt>
                <c:pt idx="3695">
                  <c:v>0.62847399999999998</c:v>
                </c:pt>
                <c:pt idx="3696">
                  <c:v>0.62877899999999998</c:v>
                </c:pt>
                <c:pt idx="3697">
                  <c:v>0.62908500000000001</c:v>
                </c:pt>
                <c:pt idx="3698">
                  <c:v>0.62939000000000001</c:v>
                </c:pt>
                <c:pt idx="3699">
                  <c:v>0.629695</c:v>
                </c:pt>
                <c:pt idx="3700">
                  <c:v>0.63000100000000003</c:v>
                </c:pt>
                <c:pt idx="3701">
                  <c:v>0.63030600000000003</c:v>
                </c:pt>
                <c:pt idx="3702">
                  <c:v>0.63061100000000003</c:v>
                </c:pt>
                <c:pt idx="3703">
                  <c:v>0.63091699999999995</c:v>
                </c:pt>
                <c:pt idx="3704">
                  <c:v>0.63122199999999995</c:v>
                </c:pt>
                <c:pt idx="3705">
                  <c:v>0.63152799999999998</c:v>
                </c:pt>
                <c:pt idx="3706">
                  <c:v>0.63183299999999998</c:v>
                </c:pt>
                <c:pt idx="3707">
                  <c:v>0.63213799999999998</c:v>
                </c:pt>
                <c:pt idx="3708">
                  <c:v>0.63244400000000001</c:v>
                </c:pt>
                <c:pt idx="3709">
                  <c:v>0.63274900000000001</c:v>
                </c:pt>
                <c:pt idx="3710">
                  <c:v>0.63305500000000003</c:v>
                </c:pt>
                <c:pt idx="3711">
                  <c:v>0.63336000000000003</c:v>
                </c:pt>
                <c:pt idx="3712">
                  <c:v>0.63366500000000003</c:v>
                </c:pt>
                <c:pt idx="3713">
                  <c:v>0.63397099999999995</c:v>
                </c:pt>
                <c:pt idx="3714">
                  <c:v>0.63427599999999995</c:v>
                </c:pt>
                <c:pt idx="3715">
                  <c:v>0.63458199999999998</c:v>
                </c:pt>
                <c:pt idx="3716">
                  <c:v>0.63488699999999998</c:v>
                </c:pt>
                <c:pt idx="3717">
                  <c:v>0.63519199999999998</c:v>
                </c:pt>
                <c:pt idx="3718">
                  <c:v>0.63549800000000001</c:v>
                </c:pt>
                <c:pt idx="3719">
                  <c:v>0.63580300000000001</c:v>
                </c:pt>
                <c:pt idx="3720">
                  <c:v>0.63610900000000004</c:v>
                </c:pt>
                <c:pt idx="3721">
                  <c:v>0.63641400000000004</c:v>
                </c:pt>
                <c:pt idx="3722">
                  <c:v>0.63671900000000003</c:v>
                </c:pt>
                <c:pt idx="3723">
                  <c:v>0.63702499999999995</c:v>
                </c:pt>
                <c:pt idx="3724">
                  <c:v>0.63732999999999995</c:v>
                </c:pt>
                <c:pt idx="3725">
                  <c:v>0.63763599999999998</c:v>
                </c:pt>
                <c:pt idx="3726">
                  <c:v>0.63794099999999998</c:v>
                </c:pt>
                <c:pt idx="3727">
                  <c:v>0.63824599999999998</c:v>
                </c:pt>
                <c:pt idx="3728">
                  <c:v>0.63855200000000001</c:v>
                </c:pt>
                <c:pt idx="3729">
                  <c:v>0.63885700000000001</c:v>
                </c:pt>
                <c:pt idx="3730">
                  <c:v>0.63916300000000004</c:v>
                </c:pt>
                <c:pt idx="3731">
                  <c:v>0.63946800000000004</c:v>
                </c:pt>
                <c:pt idx="3732">
                  <c:v>0.63977300000000004</c:v>
                </c:pt>
                <c:pt idx="3733">
                  <c:v>0.64007899999999995</c:v>
                </c:pt>
                <c:pt idx="3734">
                  <c:v>0.64038399999999995</c:v>
                </c:pt>
                <c:pt idx="3735">
                  <c:v>0.64068999999999998</c:v>
                </c:pt>
                <c:pt idx="3736">
                  <c:v>0.64099499999999998</c:v>
                </c:pt>
                <c:pt idx="3737">
                  <c:v>0.64129999999999998</c:v>
                </c:pt>
                <c:pt idx="3738">
                  <c:v>0.64160600000000001</c:v>
                </c:pt>
                <c:pt idx="3739">
                  <c:v>0.64191100000000001</c:v>
                </c:pt>
                <c:pt idx="3740">
                  <c:v>0.64221700000000004</c:v>
                </c:pt>
                <c:pt idx="3741">
                  <c:v>0.64252200000000004</c:v>
                </c:pt>
                <c:pt idx="3742">
                  <c:v>0.64282700000000004</c:v>
                </c:pt>
                <c:pt idx="3743">
                  <c:v>0.64313299999999995</c:v>
                </c:pt>
                <c:pt idx="3744">
                  <c:v>0.64343799999999995</c:v>
                </c:pt>
                <c:pt idx="3745">
                  <c:v>0.64374399999999998</c:v>
                </c:pt>
                <c:pt idx="3746">
                  <c:v>0.64404899999999998</c:v>
                </c:pt>
                <c:pt idx="3747">
                  <c:v>0.64435399999999998</c:v>
                </c:pt>
                <c:pt idx="3748">
                  <c:v>0.64466000000000001</c:v>
                </c:pt>
                <c:pt idx="3749">
                  <c:v>0.64496500000000001</c:v>
                </c:pt>
                <c:pt idx="3750">
                  <c:v>0.64527100000000004</c:v>
                </c:pt>
                <c:pt idx="3751">
                  <c:v>0.64557600000000004</c:v>
                </c:pt>
                <c:pt idx="3752">
                  <c:v>0.64588100000000004</c:v>
                </c:pt>
                <c:pt idx="3753">
                  <c:v>0.64618699999999996</c:v>
                </c:pt>
                <c:pt idx="3754">
                  <c:v>0.64649199999999996</c:v>
                </c:pt>
                <c:pt idx="3755">
                  <c:v>0.64679799999999998</c:v>
                </c:pt>
                <c:pt idx="3756">
                  <c:v>0.64710299999999998</c:v>
                </c:pt>
                <c:pt idx="3757">
                  <c:v>0.64740799999999998</c:v>
                </c:pt>
                <c:pt idx="3758">
                  <c:v>0.64771400000000001</c:v>
                </c:pt>
                <c:pt idx="3759">
                  <c:v>0.64801900000000001</c:v>
                </c:pt>
                <c:pt idx="3760">
                  <c:v>0.64832500000000004</c:v>
                </c:pt>
                <c:pt idx="3761">
                  <c:v>0.64863000000000004</c:v>
                </c:pt>
                <c:pt idx="3762">
                  <c:v>0.64893500000000004</c:v>
                </c:pt>
                <c:pt idx="3763">
                  <c:v>0.64924099999999996</c:v>
                </c:pt>
                <c:pt idx="3764">
                  <c:v>0.64954599999999996</c:v>
                </c:pt>
                <c:pt idx="3765">
                  <c:v>0.64985199999999999</c:v>
                </c:pt>
                <c:pt idx="3766">
                  <c:v>0.65015699999999998</c:v>
                </c:pt>
                <c:pt idx="3767">
                  <c:v>0.65046199999999998</c:v>
                </c:pt>
                <c:pt idx="3768">
                  <c:v>0.65076800000000001</c:v>
                </c:pt>
                <c:pt idx="3769">
                  <c:v>0.65107300000000001</c:v>
                </c:pt>
                <c:pt idx="3770">
                  <c:v>0.65137900000000004</c:v>
                </c:pt>
                <c:pt idx="3771">
                  <c:v>0.65168400000000004</c:v>
                </c:pt>
                <c:pt idx="3772">
                  <c:v>0.65198900000000004</c:v>
                </c:pt>
                <c:pt idx="3773">
                  <c:v>0.65229499999999996</c:v>
                </c:pt>
                <c:pt idx="3774">
                  <c:v>0.65259999999999996</c:v>
                </c:pt>
                <c:pt idx="3775">
                  <c:v>0.65290599999999999</c:v>
                </c:pt>
                <c:pt idx="3776">
                  <c:v>0.65321099999999999</c:v>
                </c:pt>
                <c:pt idx="3777">
                  <c:v>0.65351599999999999</c:v>
                </c:pt>
                <c:pt idx="3778">
                  <c:v>0.65382200000000001</c:v>
                </c:pt>
                <c:pt idx="3779">
                  <c:v>0.65412700000000001</c:v>
                </c:pt>
                <c:pt idx="3780">
                  <c:v>0.65443300000000004</c:v>
                </c:pt>
                <c:pt idx="3781">
                  <c:v>0.65473800000000004</c:v>
                </c:pt>
                <c:pt idx="3782">
                  <c:v>0.65504300000000004</c:v>
                </c:pt>
                <c:pt idx="3783">
                  <c:v>0.65534899999999996</c:v>
                </c:pt>
                <c:pt idx="3784">
                  <c:v>0.65565399999999996</c:v>
                </c:pt>
                <c:pt idx="3785">
                  <c:v>0.65595899999999996</c:v>
                </c:pt>
                <c:pt idx="3786">
                  <c:v>0.65626499999999999</c:v>
                </c:pt>
                <c:pt idx="3787">
                  <c:v>0.65656999999999999</c:v>
                </c:pt>
                <c:pt idx="3788">
                  <c:v>0.65687600000000002</c:v>
                </c:pt>
                <c:pt idx="3789">
                  <c:v>0.65718100000000002</c:v>
                </c:pt>
                <c:pt idx="3790">
                  <c:v>0.65748600000000001</c:v>
                </c:pt>
                <c:pt idx="3791">
                  <c:v>0.65779200000000004</c:v>
                </c:pt>
                <c:pt idx="3792">
                  <c:v>0.65809700000000004</c:v>
                </c:pt>
                <c:pt idx="3793">
                  <c:v>0.65840299999999996</c:v>
                </c:pt>
                <c:pt idx="3794">
                  <c:v>0.65870799999999996</c:v>
                </c:pt>
                <c:pt idx="3795">
                  <c:v>0.65901299999999996</c:v>
                </c:pt>
                <c:pt idx="3796">
                  <c:v>0.65931899999999999</c:v>
                </c:pt>
                <c:pt idx="3797">
                  <c:v>0.65962399999999999</c:v>
                </c:pt>
                <c:pt idx="3798">
                  <c:v>0.65993000000000002</c:v>
                </c:pt>
                <c:pt idx="3799">
                  <c:v>0.66023500000000002</c:v>
                </c:pt>
                <c:pt idx="3800">
                  <c:v>0.66054000000000002</c:v>
                </c:pt>
                <c:pt idx="3801">
                  <c:v>0.66084600000000004</c:v>
                </c:pt>
                <c:pt idx="3802">
                  <c:v>0.66115100000000004</c:v>
                </c:pt>
                <c:pt idx="3803">
                  <c:v>0.66145699999999996</c:v>
                </c:pt>
                <c:pt idx="3804">
                  <c:v>0.66176199999999996</c:v>
                </c:pt>
                <c:pt idx="3805">
                  <c:v>0.66206699999999996</c:v>
                </c:pt>
                <c:pt idx="3806">
                  <c:v>0.66237299999999999</c:v>
                </c:pt>
                <c:pt idx="3807">
                  <c:v>0.66267799999999999</c:v>
                </c:pt>
                <c:pt idx="3808">
                  <c:v>0.66298400000000002</c:v>
                </c:pt>
                <c:pt idx="3809">
                  <c:v>0.66328900000000002</c:v>
                </c:pt>
                <c:pt idx="3810">
                  <c:v>0.66359400000000002</c:v>
                </c:pt>
                <c:pt idx="3811">
                  <c:v>0.66390000000000005</c:v>
                </c:pt>
                <c:pt idx="3812">
                  <c:v>0.66420500000000005</c:v>
                </c:pt>
                <c:pt idx="3813">
                  <c:v>0.66451099999999996</c:v>
                </c:pt>
                <c:pt idx="3814">
                  <c:v>0.66481599999999996</c:v>
                </c:pt>
                <c:pt idx="3815">
                  <c:v>0.66512099999999996</c:v>
                </c:pt>
                <c:pt idx="3816">
                  <c:v>0.66542699999999999</c:v>
                </c:pt>
                <c:pt idx="3817">
                  <c:v>0.66573199999999999</c:v>
                </c:pt>
                <c:pt idx="3818">
                  <c:v>0.66603800000000002</c:v>
                </c:pt>
                <c:pt idx="3819">
                  <c:v>0.66634300000000002</c:v>
                </c:pt>
                <c:pt idx="3820">
                  <c:v>0.66664800000000002</c:v>
                </c:pt>
                <c:pt idx="3821">
                  <c:v>0.66695400000000005</c:v>
                </c:pt>
                <c:pt idx="3822">
                  <c:v>0.66725900000000005</c:v>
                </c:pt>
                <c:pt idx="3823">
                  <c:v>0.66756499999999996</c:v>
                </c:pt>
                <c:pt idx="3824">
                  <c:v>0.66786999999999996</c:v>
                </c:pt>
                <c:pt idx="3825">
                  <c:v>0.66817499999999996</c:v>
                </c:pt>
                <c:pt idx="3826">
                  <c:v>0.66848099999999999</c:v>
                </c:pt>
                <c:pt idx="3827">
                  <c:v>0.66878599999999999</c:v>
                </c:pt>
                <c:pt idx="3828">
                  <c:v>0.66909200000000002</c:v>
                </c:pt>
                <c:pt idx="3829">
                  <c:v>0.66939700000000002</c:v>
                </c:pt>
                <c:pt idx="3830">
                  <c:v>0.66970200000000002</c:v>
                </c:pt>
                <c:pt idx="3831">
                  <c:v>0.67000800000000005</c:v>
                </c:pt>
                <c:pt idx="3832">
                  <c:v>0.67031300000000005</c:v>
                </c:pt>
                <c:pt idx="3833">
                  <c:v>0.67061899999999997</c:v>
                </c:pt>
                <c:pt idx="3834">
                  <c:v>0.67092399999999996</c:v>
                </c:pt>
                <c:pt idx="3835">
                  <c:v>0.67122899999999996</c:v>
                </c:pt>
                <c:pt idx="3836">
                  <c:v>0.67153499999999999</c:v>
                </c:pt>
                <c:pt idx="3837">
                  <c:v>0.67183999999999999</c:v>
                </c:pt>
                <c:pt idx="3838">
                  <c:v>0.67214600000000002</c:v>
                </c:pt>
                <c:pt idx="3839">
                  <c:v>0.67245100000000002</c:v>
                </c:pt>
                <c:pt idx="3840">
                  <c:v>0.67275600000000002</c:v>
                </c:pt>
                <c:pt idx="3841">
                  <c:v>0.67306200000000005</c:v>
                </c:pt>
                <c:pt idx="3842">
                  <c:v>0.67336700000000005</c:v>
                </c:pt>
                <c:pt idx="3843">
                  <c:v>0.67367299999999997</c:v>
                </c:pt>
                <c:pt idx="3844">
                  <c:v>0.67397799999999997</c:v>
                </c:pt>
                <c:pt idx="3845">
                  <c:v>0.67428299999999997</c:v>
                </c:pt>
                <c:pt idx="3846">
                  <c:v>0.67458899999999999</c:v>
                </c:pt>
                <c:pt idx="3847">
                  <c:v>0.67489399999999999</c:v>
                </c:pt>
                <c:pt idx="3848">
                  <c:v>0.67520000000000002</c:v>
                </c:pt>
                <c:pt idx="3849">
                  <c:v>0.67550500000000002</c:v>
                </c:pt>
                <c:pt idx="3850">
                  <c:v>0.67581000000000002</c:v>
                </c:pt>
                <c:pt idx="3851">
                  <c:v>0.67611600000000005</c:v>
                </c:pt>
                <c:pt idx="3852">
                  <c:v>0.67642100000000005</c:v>
                </c:pt>
                <c:pt idx="3853">
                  <c:v>0.67672699999999997</c:v>
                </c:pt>
                <c:pt idx="3854">
                  <c:v>0.67703199999999997</c:v>
                </c:pt>
                <c:pt idx="3855">
                  <c:v>0.67733699999999997</c:v>
                </c:pt>
                <c:pt idx="3856">
                  <c:v>0.677643</c:v>
                </c:pt>
                <c:pt idx="3857">
                  <c:v>0.677948</c:v>
                </c:pt>
                <c:pt idx="3858">
                  <c:v>0.67825400000000002</c:v>
                </c:pt>
                <c:pt idx="3859">
                  <c:v>0.67855900000000002</c:v>
                </c:pt>
                <c:pt idx="3860">
                  <c:v>0.67886400000000002</c:v>
                </c:pt>
                <c:pt idx="3861">
                  <c:v>0.67917000000000005</c:v>
                </c:pt>
                <c:pt idx="3862">
                  <c:v>0.67947500000000005</c:v>
                </c:pt>
                <c:pt idx="3863">
                  <c:v>0.67978099999999997</c:v>
                </c:pt>
                <c:pt idx="3864">
                  <c:v>0.68008599999999997</c:v>
                </c:pt>
                <c:pt idx="3865">
                  <c:v>0.68039099999999997</c:v>
                </c:pt>
                <c:pt idx="3866">
                  <c:v>0.680697</c:v>
                </c:pt>
                <c:pt idx="3867">
                  <c:v>0.681002</c:v>
                </c:pt>
                <c:pt idx="3868">
                  <c:v>0.681307</c:v>
                </c:pt>
                <c:pt idx="3869">
                  <c:v>0.68161300000000002</c:v>
                </c:pt>
                <c:pt idx="3870">
                  <c:v>0.68191800000000002</c:v>
                </c:pt>
                <c:pt idx="3871">
                  <c:v>0.68222400000000005</c:v>
                </c:pt>
                <c:pt idx="3872">
                  <c:v>0.68252900000000005</c:v>
                </c:pt>
                <c:pt idx="3873">
                  <c:v>0.68283400000000005</c:v>
                </c:pt>
                <c:pt idx="3874">
                  <c:v>0.68313999999999997</c:v>
                </c:pt>
                <c:pt idx="3875">
                  <c:v>0.68344499999999997</c:v>
                </c:pt>
                <c:pt idx="3876">
                  <c:v>0.683751</c:v>
                </c:pt>
                <c:pt idx="3877">
                  <c:v>0.684056</c:v>
                </c:pt>
                <c:pt idx="3878">
                  <c:v>0.684361</c:v>
                </c:pt>
                <c:pt idx="3879">
                  <c:v>0.68466700000000003</c:v>
                </c:pt>
                <c:pt idx="3880">
                  <c:v>0.68497200000000003</c:v>
                </c:pt>
                <c:pt idx="3881">
                  <c:v>0.68527800000000005</c:v>
                </c:pt>
                <c:pt idx="3882">
                  <c:v>0.68558300000000005</c:v>
                </c:pt>
                <c:pt idx="3883">
                  <c:v>0.68588800000000005</c:v>
                </c:pt>
                <c:pt idx="3884">
                  <c:v>0.68619399999999997</c:v>
                </c:pt>
                <c:pt idx="3885">
                  <c:v>0.68649899999999997</c:v>
                </c:pt>
                <c:pt idx="3886">
                  <c:v>0.686805</c:v>
                </c:pt>
                <c:pt idx="3887">
                  <c:v>0.68711</c:v>
                </c:pt>
                <c:pt idx="3888">
                  <c:v>0.687415</c:v>
                </c:pt>
                <c:pt idx="3889">
                  <c:v>0.68772100000000003</c:v>
                </c:pt>
                <c:pt idx="3890">
                  <c:v>0.68802600000000003</c:v>
                </c:pt>
                <c:pt idx="3891">
                  <c:v>0.68833200000000005</c:v>
                </c:pt>
                <c:pt idx="3892">
                  <c:v>0.68863700000000005</c:v>
                </c:pt>
                <c:pt idx="3893">
                  <c:v>0.68894200000000005</c:v>
                </c:pt>
                <c:pt idx="3894">
                  <c:v>0.68924799999999997</c:v>
                </c:pt>
                <c:pt idx="3895">
                  <c:v>0.68955299999999997</c:v>
                </c:pt>
                <c:pt idx="3896">
                  <c:v>0.689859</c:v>
                </c:pt>
                <c:pt idx="3897">
                  <c:v>0.690164</c:v>
                </c:pt>
                <c:pt idx="3898">
                  <c:v>0.690469</c:v>
                </c:pt>
                <c:pt idx="3899">
                  <c:v>0.69077500000000003</c:v>
                </c:pt>
                <c:pt idx="3900">
                  <c:v>0.69108000000000003</c:v>
                </c:pt>
                <c:pt idx="3901">
                  <c:v>0.69138599999999995</c:v>
                </c:pt>
                <c:pt idx="3902">
                  <c:v>0.69169099999999994</c:v>
                </c:pt>
                <c:pt idx="3903">
                  <c:v>0.69199600000000006</c:v>
                </c:pt>
                <c:pt idx="3904">
                  <c:v>0.69230199999999997</c:v>
                </c:pt>
                <c:pt idx="3905">
                  <c:v>0.69260699999999997</c:v>
                </c:pt>
                <c:pt idx="3906">
                  <c:v>0.692913</c:v>
                </c:pt>
                <c:pt idx="3907">
                  <c:v>0.693218</c:v>
                </c:pt>
                <c:pt idx="3908">
                  <c:v>0.693523</c:v>
                </c:pt>
                <c:pt idx="3909">
                  <c:v>0.69382900000000003</c:v>
                </c:pt>
                <c:pt idx="3910">
                  <c:v>0.69413400000000003</c:v>
                </c:pt>
                <c:pt idx="3911">
                  <c:v>0.69443999999999995</c:v>
                </c:pt>
                <c:pt idx="3912">
                  <c:v>0.69474499999999995</c:v>
                </c:pt>
                <c:pt idx="3913">
                  <c:v>0.69504999999999995</c:v>
                </c:pt>
                <c:pt idx="3914">
                  <c:v>0.69535599999999997</c:v>
                </c:pt>
                <c:pt idx="3915">
                  <c:v>0.69566099999999997</c:v>
                </c:pt>
                <c:pt idx="3916">
                  <c:v>0.695967</c:v>
                </c:pt>
                <c:pt idx="3917">
                  <c:v>0.696272</c:v>
                </c:pt>
                <c:pt idx="3918">
                  <c:v>0.696577</c:v>
                </c:pt>
                <c:pt idx="3919">
                  <c:v>0.69688300000000003</c:v>
                </c:pt>
                <c:pt idx="3920">
                  <c:v>0.69718800000000003</c:v>
                </c:pt>
                <c:pt idx="3921">
                  <c:v>0.69749399999999995</c:v>
                </c:pt>
                <c:pt idx="3922">
                  <c:v>0.69779899999999995</c:v>
                </c:pt>
                <c:pt idx="3923">
                  <c:v>0.69810399999999995</c:v>
                </c:pt>
                <c:pt idx="3924">
                  <c:v>0.69840999999999998</c:v>
                </c:pt>
                <c:pt idx="3925">
                  <c:v>0.69871499999999997</c:v>
                </c:pt>
                <c:pt idx="3926">
                  <c:v>0.699021</c:v>
                </c:pt>
                <c:pt idx="3927">
                  <c:v>0.699326</c:v>
                </c:pt>
                <c:pt idx="3928">
                  <c:v>0.699631</c:v>
                </c:pt>
                <c:pt idx="3929">
                  <c:v>0.69993700000000003</c:v>
                </c:pt>
                <c:pt idx="3930">
                  <c:v>0.70024200000000003</c:v>
                </c:pt>
                <c:pt idx="3931">
                  <c:v>0.70054799999999995</c:v>
                </c:pt>
                <c:pt idx="3932">
                  <c:v>0.70085299999999995</c:v>
                </c:pt>
                <c:pt idx="3933">
                  <c:v>0.70115799999999995</c:v>
                </c:pt>
                <c:pt idx="3934">
                  <c:v>0.70146399999999998</c:v>
                </c:pt>
                <c:pt idx="3935">
                  <c:v>0.70176899999999998</c:v>
                </c:pt>
                <c:pt idx="3936">
                  <c:v>0.702075</c:v>
                </c:pt>
                <c:pt idx="3937">
                  <c:v>0.70238</c:v>
                </c:pt>
                <c:pt idx="3938">
                  <c:v>0.702685</c:v>
                </c:pt>
                <c:pt idx="3939">
                  <c:v>0.70299100000000003</c:v>
                </c:pt>
                <c:pt idx="3940">
                  <c:v>0.70329600000000003</c:v>
                </c:pt>
                <c:pt idx="3941">
                  <c:v>0.70360199999999995</c:v>
                </c:pt>
                <c:pt idx="3942">
                  <c:v>0.70390699999999995</c:v>
                </c:pt>
                <c:pt idx="3943">
                  <c:v>0.70421199999999995</c:v>
                </c:pt>
                <c:pt idx="3944">
                  <c:v>0.70451799999999998</c:v>
                </c:pt>
                <c:pt idx="3945">
                  <c:v>0.70482299999999998</c:v>
                </c:pt>
                <c:pt idx="3946">
                  <c:v>0.70512900000000001</c:v>
                </c:pt>
                <c:pt idx="3947">
                  <c:v>0.70543400000000001</c:v>
                </c:pt>
                <c:pt idx="3948">
                  <c:v>0.70573900000000001</c:v>
                </c:pt>
                <c:pt idx="3949">
                  <c:v>0.70604500000000003</c:v>
                </c:pt>
                <c:pt idx="3950">
                  <c:v>0.70635000000000003</c:v>
                </c:pt>
                <c:pt idx="3951">
                  <c:v>0.70665599999999995</c:v>
                </c:pt>
                <c:pt idx="3952">
                  <c:v>0.70696099999999995</c:v>
                </c:pt>
                <c:pt idx="3953">
                  <c:v>0.70726599999999995</c:v>
                </c:pt>
                <c:pt idx="3954">
                  <c:v>0.70757199999999998</c:v>
                </c:pt>
                <c:pt idx="3955">
                  <c:v>0.70787699999999998</c:v>
                </c:pt>
                <c:pt idx="3956">
                  <c:v>0.70818199999999998</c:v>
                </c:pt>
                <c:pt idx="3957">
                  <c:v>0.70848800000000001</c:v>
                </c:pt>
                <c:pt idx="3958">
                  <c:v>0.70879300000000001</c:v>
                </c:pt>
                <c:pt idx="3959">
                  <c:v>0.70909900000000003</c:v>
                </c:pt>
                <c:pt idx="3960">
                  <c:v>0.70940400000000003</c:v>
                </c:pt>
                <c:pt idx="3961">
                  <c:v>0.70970900000000003</c:v>
                </c:pt>
                <c:pt idx="3962">
                  <c:v>0.71001499999999995</c:v>
                </c:pt>
                <c:pt idx="3963">
                  <c:v>0.71031999999999995</c:v>
                </c:pt>
                <c:pt idx="3964">
                  <c:v>0.71062599999999998</c:v>
                </c:pt>
                <c:pt idx="3965">
                  <c:v>0.71093099999999998</c:v>
                </c:pt>
                <c:pt idx="3966">
                  <c:v>0.71123599999999998</c:v>
                </c:pt>
                <c:pt idx="3967">
                  <c:v>0.71154200000000001</c:v>
                </c:pt>
                <c:pt idx="3968">
                  <c:v>0.71184700000000001</c:v>
                </c:pt>
                <c:pt idx="3969">
                  <c:v>0.71215300000000004</c:v>
                </c:pt>
                <c:pt idx="3970">
                  <c:v>0.71245800000000004</c:v>
                </c:pt>
                <c:pt idx="3971">
                  <c:v>0.71276300000000004</c:v>
                </c:pt>
                <c:pt idx="3972">
                  <c:v>0.71306899999999995</c:v>
                </c:pt>
                <c:pt idx="3973">
                  <c:v>0.71337399999999995</c:v>
                </c:pt>
                <c:pt idx="3974">
                  <c:v>0.71367999999999998</c:v>
                </c:pt>
                <c:pt idx="3975">
                  <c:v>0.71398499999999998</c:v>
                </c:pt>
                <c:pt idx="3976">
                  <c:v>0.71428999999999998</c:v>
                </c:pt>
                <c:pt idx="3977">
                  <c:v>0.71459600000000001</c:v>
                </c:pt>
                <c:pt idx="3978">
                  <c:v>0.71490100000000001</c:v>
                </c:pt>
                <c:pt idx="3979">
                  <c:v>0.71520700000000004</c:v>
                </c:pt>
                <c:pt idx="3980">
                  <c:v>0.71551200000000004</c:v>
                </c:pt>
                <c:pt idx="3981">
                  <c:v>0.71581700000000004</c:v>
                </c:pt>
                <c:pt idx="3982">
                  <c:v>0.71612299999999995</c:v>
                </c:pt>
                <c:pt idx="3983">
                  <c:v>0.71642799999999995</c:v>
                </c:pt>
                <c:pt idx="3984">
                  <c:v>0.71673399999999998</c:v>
                </c:pt>
                <c:pt idx="3985">
                  <c:v>0.71703899999999998</c:v>
                </c:pt>
                <c:pt idx="3986">
                  <c:v>0.71734399999999998</c:v>
                </c:pt>
                <c:pt idx="3987">
                  <c:v>0.71765000000000001</c:v>
                </c:pt>
                <c:pt idx="3988">
                  <c:v>0.71795500000000001</c:v>
                </c:pt>
                <c:pt idx="3989">
                  <c:v>0.71826100000000004</c:v>
                </c:pt>
                <c:pt idx="3990">
                  <c:v>0.71856600000000004</c:v>
                </c:pt>
                <c:pt idx="3991">
                  <c:v>0.71887100000000004</c:v>
                </c:pt>
                <c:pt idx="3992">
                  <c:v>0.71917699999999996</c:v>
                </c:pt>
                <c:pt idx="3993">
                  <c:v>0.71948199999999995</c:v>
                </c:pt>
                <c:pt idx="3994">
                  <c:v>0.71978799999999998</c:v>
                </c:pt>
                <c:pt idx="3995">
                  <c:v>0.72009299999999998</c:v>
                </c:pt>
                <c:pt idx="3996">
                  <c:v>0.72039799999999998</c:v>
                </c:pt>
                <c:pt idx="3997">
                  <c:v>0.72070400000000001</c:v>
                </c:pt>
                <c:pt idx="3998">
                  <c:v>0.72100900000000001</c:v>
                </c:pt>
                <c:pt idx="3999">
                  <c:v>0.72131500000000004</c:v>
                </c:pt>
                <c:pt idx="4000">
                  <c:v>0.72162000000000004</c:v>
                </c:pt>
                <c:pt idx="4001">
                  <c:v>0.72192500000000004</c:v>
                </c:pt>
                <c:pt idx="4002">
                  <c:v>0.72223099999999996</c:v>
                </c:pt>
                <c:pt idx="4003">
                  <c:v>0.72253599999999996</c:v>
                </c:pt>
                <c:pt idx="4004">
                  <c:v>0.72284199999999998</c:v>
                </c:pt>
                <c:pt idx="4005">
                  <c:v>0.72314699999999998</c:v>
                </c:pt>
                <c:pt idx="4006">
                  <c:v>0.72345199999999998</c:v>
                </c:pt>
                <c:pt idx="4007">
                  <c:v>0.72375800000000001</c:v>
                </c:pt>
                <c:pt idx="4008">
                  <c:v>0.72406300000000001</c:v>
                </c:pt>
                <c:pt idx="4009">
                  <c:v>0.72436900000000004</c:v>
                </c:pt>
                <c:pt idx="4010">
                  <c:v>0.72467400000000004</c:v>
                </c:pt>
                <c:pt idx="4011">
                  <c:v>0.72497900000000004</c:v>
                </c:pt>
                <c:pt idx="4012">
                  <c:v>0.72528499999999996</c:v>
                </c:pt>
                <c:pt idx="4013">
                  <c:v>0.72558999999999996</c:v>
                </c:pt>
                <c:pt idx="4014">
                  <c:v>0.72589599999999999</c:v>
                </c:pt>
                <c:pt idx="4015">
                  <c:v>0.72620099999999999</c:v>
                </c:pt>
                <c:pt idx="4016">
                  <c:v>0.72650599999999999</c:v>
                </c:pt>
                <c:pt idx="4017">
                  <c:v>0.72681200000000001</c:v>
                </c:pt>
                <c:pt idx="4018">
                  <c:v>0.72711700000000001</c:v>
                </c:pt>
                <c:pt idx="4019">
                  <c:v>0.72742300000000004</c:v>
                </c:pt>
                <c:pt idx="4020">
                  <c:v>0.72772800000000004</c:v>
                </c:pt>
                <c:pt idx="4021">
                  <c:v>0.72803300000000004</c:v>
                </c:pt>
                <c:pt idx="4022">
                  <c:v>0.72833899999999996</c:v>
                </c:pt>
                <c:pt idx="4023">
                  <c:v>0.72864399999999996</c:v>
                </c:pt>
                <c:pt idx="4024">
                  <c:v>0.72894999999999999</c:v>
                </c:pt>
                <c:pt idx="4025">
                  <c:v>0.72925499999999999</c:v>
                </c:pt>
                <c:pt idx="4026">
                  <c:v>0.72955999999999999</c:v>
                </c:pt>
                <c:pt idx="4027">
                  <c:v>0.72986600000000001</c:v>
                </c:pt>
                <c:pt idx="4028">
                  <c:v>0.73017100000000001</c:v>
                </c:pt>
                <c:pt idx="4029">
                  <c:v>0.73047700000000004</c:v>
                </c:pt>
                <c:pt idx="4030">
                  <c:v>0.73078200000000004</c:v>
                </c:pt>
                <c:pt idx="4031">
                  <c:v>0.73108700000000004</c:v>
                </c:pt>
                <c:pt idx="4032">
                  <c:v>0.73139299999999996</c:v>
                </c:pt>
                <c:pt idx="4033">
                  <c:v>0.73169799999999996</c:v>
                </c:pt>
                <c:pt idx="4034">
                  <c:v>0.73200399999999999</c:v>
                </c:pt>
                <c:pt idx="4035">
                  <c:v>0.73230899999999999</c:v>
                </c:pt>
                <c:pt idx="4036">
                  <c:v>0.73261399999999999</c:v>
                </c:pt>
                <c:pt idx="4037">
                  <c:v>0.73292000000000002</c:v>
                </c:pt>
                <c:pt idx="4038">
                  <c:v>0.73322500000000002</c:v>
                </c:pt>
                <c:pt idx="4039">
                  <c:v>0.73353000000000002</c:v>
                </c:pt>
                <c:pt idx="4040">
                  <c:v>0.73383600000000004</c:v>
                </c:pt>
                <c:pt idx="4041">
                  <c:v>0.73414100000000004</c:v>
                </c:pt>
                <c:pt idx="4042">
                  <c:v>0.73444699999999996</c:v>
                </c:pt>
                <c:pt idx="4043">
                  <c:v>0.73475199999999996</c:v>
                </c:pt>
                <c:pt idx="4044">
                  <c:v>0.73505699999999996</c:v>
                </c:pt>
                <c:pt idx="4045">
                  <c:v>0.73536299999999999</c:v>
                </c:pt>
                <c:pt idx="4046">
                  <c:v>0.73566799999999999</c:v>
                </c:pt>
                <c:pt idx="4047">
                  <c:v>0.73597400000000002</c:v>
                </c:pt>
                <c:pt idx="4048">
                  <c:v>0.73627900000000002</c:v>
                </c:pt>
                <c:pt idx="4049">
                  <c:v>0.73658400000000002</c:v>
                </c:pt>
                <c:pt idx="4050">
                  <c:v>0.73689000000000004</c:v>
                </c:pt>
                <c:pt idx="4051">
                  <c:v>0.73719500000000004</c:v>
                </c:pt>
                <c:pt idx="4052">
                  <c:v>0.73750099999999996</c:v>
                </c:pt>
                <c:pt idx="4053">
                  <c:v>0.73780599999999996</c:v>
                </c:pt>
                <c:pt idx="4054">
                  <c:v>0.73811099999999996</c:v>
                </c:pt>
                <c:pt idx="4055">
                  <c:v>0.73841699999999999</c:v>
                </c:pt>
                <c:pt idx="4056">
                  <c:v>0.73872199999999999</c:v>
                </c:pt>
                <c:pt idx="4057">
                  <c:v>0.73902800000000002</c:v>
                </c:pt>
                <c:pt idx="4058">
                  <c:v>0.73933300000000002</c:v>
                </c:pt>
                <c:pt idx="4059">
                  <c:v>0.73963800000000002</c:v>
                </c:pt>
                <c:pt idx="4060">
                  <c:v>0.73994400000000005</c:v>
                </c:pt>
                <c:pt idx="4061">
                  <c:v>0.74024900000000005</c:v>
                </c:pt>
                <c:pt idx="4062">
                  <c:v>0.74055499999999996</c:v>
                </c:pt>
                <c:pt idx="4063">
                  <c:v>0.74085999999999996</c:v>
                </c:pt>
                <c:pt idx="4064">
                  <c:v>0.74116499999999996</c:v>
                </c:pt>
                <c:pt idx="4065">
                  <c:v>0.74147099999999999</c:v>
                </c:pt>
                <c:pt idx="4066">
                  <c:v>0.74177599999999999</c:v>
                </c:pt>
                <c:pt idx="4067">
                  <c:v>0.74208200000000002</c:v>
                </c:pt>
                <c:pt idx="4068">
                  <c:v>0.74238700000000002</c:v>
                </c:pt>
                <c:pt idx="4069">
                  <c:v>0.74269200000000002</c:v>
                </c:pt>
                <c:pt idx="4070">
                  <c:v>0.74299800000000005</c:v>
                </c:pt>
                <c:pt idx="4071">
                  <c:v>0.74330300000000005</c:v>
                </c:pt>
                <c:pt idx="4072">
                  <c:v>0.74360899999999996</c:v>
                </c:pt>
                <c:pt idx="4073">
                  <c:v>0.74391399999999996</c:v>
                </c:pt>
                <c:pt idx="4074">
                  <c:v>0.74421899999999996</c:v>
                </c:pt>
                <c:pt idx="4075">
                  <c:v>0.74452499999999999</c:v>
                </c:pt>
                <c:pt idx="4076">
                  <c:v>0.74482999999999999</c:v>
                </c:pt>
                <c:pt idx="4077">
                  <c:v>0.74513600000000002</c:v>
                </c:pt>
                <c:pt idx="4078">
                  <c:v>0.74544100000000002</c:v>
                </c:pt>
                <c:pt idx="4079">
                  <c:v>0.74574600000000002</c:v>
                </c:pt>
                <c:pt idx="4080">
                  <c:v>0.74605200000000005</c:v>
                </c:pt>
                <c:pt idx="4081">
                  <c:v>0.74635700000000005</c:v>
                </c:pt>
                <c:pt idx="4082">
                  <c:v>0.74666299999999997</c:v>
                </c:pt>
                <c:pt idx="4083">
                  <c:v>0.74696799999999997</c:v>
                </c:pt>
                <c:pt idx="4084">
                  <c:v>0.74727299999999997</c:v>
                </c:pt>
                <c:pt idx="4085">
                  <c:v>0.74757899999999999</c:v>
                </c:pt>
                <c:pt idx="4086">
                  <c:v>0.74788399999999999</c:v>
                </c:pt>
                <c:pt idx="4087">
                  <c:v>0.74819000000000002</c:v>
                </c:pt>
                <c:pt idx="4088">
                  <c:v>0.74849500000000002</c:v>
                </c:pt>
                <c:pt idx="4089">
                  <c:v>0.74880000000000002</c:v>
                </c:pt>
                <c:pt idx="4090">
                  <c:v>0.74910600000000005</c:v>
                </c:pt>
                <c:pt idx="4091">
                  <c:v>0.74941100000000005</c:v>
                </c:pt>
                <c:pt idx="4092">
                  <c:v>0.74971699999999997</c:v>
                </c:pt>
                <c:pt idx="4093">
                  <c:v>0.75002199999999997</c:v>
                </c:pt>
                <c:pt idx="4094">
                  <c:v>0.75032699999999997</c:v>
                </c:pt>
                <c:pt idx="4095">
                  <c:v>0.75063299999999999</c:v>
                </c:pt>
                <c:pt idx="4096">
                  <c:v>0.75093799999999999</c:v>
                </c:pt>
                <c:pt idx="4097">
                  <c:v>0.75124400000000002</c:v>
                </c:pt>
                <c:pt idx="4098">
                  <c:v>0.75154900000000002</c:v>
                </c:pt>
                <c:pt idx="4099">
                  <c:v>0.75185400000000002</c:v>
                </c:pt>
                <c:pt idx="4100">
                  <c:v>0.75216000000000005</c:v>
                </c:pt>
                <c:pt idx="4101">
                  <c:v>0.75246500000000005</c:v>
                </c:pt>
                <c:pt idx="4102">
                  <c:v>0.75277099999999997</c:v>
                </c:pt>
                <c:pt idx="4103">
                  <c:v>0.75307599999999997</c:v>
                </c:pt>
                <c:pt idx="4104">
                  <c:v>0.75338099999999997</c:v>
                </c:pt>
                <c:pt idx="4105">
                  <c:v>0.753687</c:v>
                </c:pt>
                <c:pt idx="4106">
                  <c:v>0.753992</c:v>
                </c:pt>
                <c:pt idx="4107">
                  <c:v>0.75429800000000002</c:v>
                </c:pt>
                <c:pt idx="4108">
                  <c:v>0.75460300000000002</c:v>
                </c:pt>
                <c:pt idx="4109">
                  <c:v>0.75490800000000002</c:v>
                </c:pt>
                <c:pt idx="4110">
                  <c:v>0.75521400000000005</c:v>
                </c:pt>
                <c:pt idx="4111">
                  <c:v>0.75551900000000005</c:v>
                </c:pt>
                <c:pt idx="4112">
                  <c:v>0.75582499999999997</c:v>
                </c:pt>
                <c:pt idx="4113">
                  <c:v>0.75612999999999997</c:v>
                </c:pt>
                <c:pt idx="4114">
                  <c:v>0.75643499999999997</c:v>
                </c:pt>
                <c:pt idx="4115">
                  <c:v>0.756741</c:v>
                </c:pt>
                <c:pt idx="4116">
                  <c:v>0.757046</c:v>
                </c:pt>
                <c:pt idx="4117">
                  <c:v>0.75735200000000003</c:v>
                </c:pt>
                <c:pt idx="4118">
                  <c:v>0.75765700000000002</c:v>
                </c:pt>
                <c:pt idx="4119">
                  <c:v>0.75796200000000002</c:v>
                </c:pt>
                <c:pt idx="4120">
                  <c:v>0.75826800000000005</c:v>
                </c:pt>
                <c:pt idx="4121">
                  <c:v>0.75857300000000005</c:v>
                </c:pt>
                <c:pt idx="4122">
                  <c:v>0.75887800000000005</c:v>
                </c:pt>
                <c:pt idx="4123">
                  <c:v>0.75918399999999997</c:v>
                </c:pt>
                <c:pt idx="4124">
                  <c:v>0.75948899999999997</c:v>
                </c:pt>
                <c:pt idx="4125">
                  <c:v>0.759795</c:v>
                </c:pt>
                <c:pt idx="4126">
                  <c:v>0.7601</c:v>
                </c:pt>
                <c:pt idx="4127">
                  <c:v>0.760405</c:v>
                </c:pt>
                <c:pt idx="4128">
                  <c:v>0.76071100000000003</c:v>
                </c:pt>
                <c:pt idx="4129">
                  <c:v>0.76101600000000003</c:v>
                </c:pt>
                <c:pt idx="4130">
                  <c:v>0.76132200000000005</c:v>
                </c:pt>
                <c:pt idx="4131">
                  <c:v>0.76162700000000005</c:v>
                </c:pt>
                <c:pt idx="4132">
                  <c:v>0.76193200000000005</c:v>
                </c:pt>
                <c:pt idx="4133">
                  <c:v>0.76223799999999997</c:v>
                </c:pt>
                <c:pt idx="4134">
                  <c:v>0.76254299999999997</c:v>
                </c:pt>
                <c:pt idx="4135">
                  <c:v>0.762849</c:v>
                </c:pt>
                <c:pt idx="4136">
                  <c:v>0.763154</c:v>
                </c:pt>
                <c:pt idx="4137">
                  <c:v>0.763459</c:v>
                </c:pt>
                <c:pt idx="4138">
                  <c:v>0.76376500000000003</c:v>
                </c:pt>
                <c:pt idx="4139">
                  <c:v>0.76407000000000003</c:v>
                </c:pt>
                <c:pt idx="4140">
                  <c:v>0.76437600000000006</c:v>
                </c:pt>
                <c:pt idx="4141">
                  <c:v>0.76468100000000006</c:v>
                </c:pt>
                <c:pt idx="4142">
                  <c:v>0.76498600000000005</c:v>
                </c:pt>
                <c:pt idx="4143">
                  <c:v>0.76529199999999997</c:v>
                </c:pt>
                <c:pt idx="4144">
                  <c:v>0.76559699999999997</c:v>
                </c:pt>
                <c:pt idx="4145">
                  <c:v>0.765903</c:v>
                </c:pt>
                <c:pt idx="4146">
                  <c:v>0.766208</c:v>
                </c:pt>
                <c:pt idx="4147">
                  <c:v>0.766513</c:v>
                </c:pt>
                <c:pt idx="4148">
                  <c:v>0.76681900000000003</c:v>
                </c:pt>
                <c:pt idx="4149">
                  <c:v>0.76712400000000003</c:v>
                </c:pt>
                <c:pt idx="4150">
                  <c:v>0.76742999999999995</c:v>
                </c:pt>
                <c:pt idx="4151">
                  <c:v>0.76773499999999995</c:v>
                </c:pt>
                <c:pt idx="4152">
                  <c:v>0.76803999999999994</c:v>
                </c:pt>
                <c:pt idx="4153">
                  <c:v>0.76834599999999997</c:v>
                </c:pt>
                <c:pt idx="4154">
                  <c:v>0.76865099999999997</c:v>
                </c:pt>
                <c:pt idx="4155">
                  <c:v>0.768957</c:v>
                </c:pt>
                <c:pt idx="4156">
                  <c:v>0.769262</c:v>
                </c:pt>
                <c:pt idx="4157">
                  <c:v>0.769567</c:v>
                </c:pt>
                <c:pt idx="4158">
                  <c:v>0.76987300000000003</c:v>
                </c:pt>
                <c:pt idx="4159">
                  <c:v>0.77017800000000003</c:v>
                </c:pt>
                <c:pt idx="4160">
                  <c:v>0.77048399999999995</c:v>
                </c:pt>
                <c:pt idx="4161">
                  <c:v>0.77078899999999995</c:v>
                </c:pt>
                <c:pt idx="4162">
                  <c:v>0.77109399999999995</c:v>
                </c:pt>
                <c:pt idx="4163">
                  <c:v>0.77139999999999997</c:v>
                </c:pt>
                <c:pt idx="4164">
                  <c:v>0.77170499999999997</c:v>
                </c:pt>
                <c:pt idx="4165">
                  <c:v>0.772011</c:v>
                </c:pt>
                <c:pt idx="4166">
                  <c:v>0.772316</c:v>
                </c:pt>
                <c:pt idx="4167">
                  <c:v>0.772621</c:v>
                </c:pt>
                <c:pt idx="4168">
                  <c:v>0.77292700000000003</c:v>
                </c:pt>
                <c:pt idx="4169">
                  <c:v>0.77323200000000003</c:v>
                </c:pt>
                <c:pt idx="4170">
                  <c:v>0.77353799999999995</c:v>
                </c:pt>
                <c:pt idx="4171">
                  <c:v>0.77384299999999995</c:v>
                </c:pt>
                <c:pt idx="4172">
                  <c:v>0.77414799999999995</c:v>
                </c:pt>
                <c:pt idx="4173">
                  <c:v>0.77445399999999998</c:v>
                </c:pt>
                <c:pt idx="4174">
                  <c:v>0.77475899999999998</c:v>
                </c:pt>
                <c:pt idx="4175">
                  <c:v>0.775065</c:v>
                </c:pt>
                <c:pt idx="4176">
                  <c:v>0.77537</c:v>
                </c:pt>
                <c:pt idx="4177">
                  <c:v>0.775675</c:v>
                </c:pt>
                <c:pt idx="4178">
                  <c:v>0.77598100000000003</c:v>
                </c:pt>
                <c:pt idx="4179">
                  <c:v>0.77628600000000003</c:v>
                </c:pt>
                <c:pt idx="4180">
                  <c:v>0.77659199999999995</c:v>
                </c:pt>
                <c:pt idx="4181">
                  <c:v>0.77689699999999995</c:v>
                </c:pt>
                <c:pt idx="4182">
                  <c:v>0.77720199999999995</c:v>
                </c:pt>
                <c:pt idx="4183">
                  <c:v>0.77750799999999998</c:v>
                </c:pt>
                <c:pt idx="4184">
                  <c:v>0.77781299999999998</c:v>
                </c:pt>
                <c:pt idx="4185">
                  <c:v>0.77811900000000001</c:v>
                </c:pt>
                <c:pt idx="4186">
                  <c:v>0.778424</c:v>
                </c:pt>
                <c:pt idx="4187">
                  <c:v>0.778729</c:v>
                </c:pt>
                <c:pt idx="4188">
                  <c:v>0.77903500000000003</c:v>
                </c:pt>
                <c:pt idx="4189">
                  <c:v>0.77934000000000003</c:v>
                </c:pt>
                <c:pt idx="4190">
                  <c:v>0.77964599999999995</c:v>
                </c:pt>
                <c:pt idx="4191">
                  <c:v>0.77995099999999995</c:v>
                </c:pt>
                <c:pt idx="4192">
                  <c:v>0.78025599999999995</c:v>
                </c:pt>
                <c:pt idx="4193">
                  <c:v>0.78056199999999998</c:v>
                </c:pt>
                <c:pt idx="4194">
                  <c:v>0.78086699999999998</c:v>
                </c:pt>
                <c:pt idx="4195">
                  <c:v>0.78117300000000001</c:v>
                </c:pt>
                <c:pt idx="4196">
                  <c:v>0.78147800000000001</c:v>
                </c:pt>
                <c:pt idx="4197">
                  <c:v>0.78178300000000001</c:v>
                </c:pt>
                <c:pt idx="4198">
                  <c:v>0.78208900000000003</c:v>
                </c:pt>
                <c:pt idx="4199">
                  <c:v>0.78239400000000003</c:v>
                </c:pt>
                <c:pt idx="4200">
                  <c:v>0.78269999999999995</c:v>
                </c:pt>
                <c:pt idx="4201">
                  <c:v>0.78300499999999995</c:v>
                </c:pt>
                <c:pt idx="4202">
                  <c:v>0.78330999999999995</c:v>
                </c:pt>
                <c:pt idx="4203">
                  <c:v>0.78361599999999998</c:v>
                </c:pt>
                <c:pt idx="4204">
                  <c:v>0.78392099999999998</c:v>
                </c:pt>
                <c:pt idx="4205">
                  <c:v>0.78422599999999998</c:v>
                </c:pt>
                <c:pt idx="4206">
                  <c:v>0.78453200000000001</c:v>
                </c:pt>
                <c:pt idx="4207">
                  <c:v>0.78483700000000001</c:v>
                </c:pt>
                <c:pt idx="4208">
                  <c:v>0.78514300000000004</c:v>
                </c:pt>
                <c:pt idx="4209">
                  <c:v>0.78544800000000004</c:v>
                </c:pt>
                <c:pt idx="4210">
                  <c:v>0.78575300000000003</c:v>
                </c:pt>
                <c:pt idx="4211">
                  <c:v>0.78605899999999995</c:v>
                </c:pt>
                <c:pt idx="4212">
                  <c:v>0.78636399999999995</c:v>
                </c:pt>
                <c:pt idx="4213">
                  <c:v>0.78666999999999998</c:v>
                </c:pt>
                <c:pt idx="4214">
                  <c:v>0.78697499999999998</c:v>
                </c:pt>
                <c:pt idx="4215">
                  <c:v>0.78727999999999998</c:v>
                </c:pt>
                <c:pt idx="4216">
                  <c:v>0.78758600000000001</c:v>
                </c:pt>
                <c:pt idx="4217">
                  <c:v>0.78789100000000001</c:v>
                </c:pt>
                <c:pt idx="4218">
                  <c:v>0.78819700000000004</c:v>
                </c:pt>
                <c:pt idx="4219">
                  <c:v>0.78850200000000004</c:v>
                </c:pt>
                <c:pt idx="4220">
                  <c:v>0.78880700000000004</c:v>
                </c:pt>
                <c:pt idx="4221">
                  <c:v>0.78911299999999995</c:v>
                </c:pt>
                <c:pt idx="4222">
                  <c:v>0.78941799999999995</c:v>
                </c:pt>
                <c:pt idx="4223">
                  <c:v>0.78972399999999998</c:v>
                </c:pt>
                <c:pt idx="4224">
                  <c:v>0.79002899999999998</c:v>
                </c:pt>
                <c:pt idx="4225">
                  <c:v>0.79033399999999998</c:v>
                </c:pt>
                <c:pt idx="4226">
                  <c:v>0.79064000000000001</c:v>
                </c:pt>
                <c:pt idx="4227">
                  <c:v>0.79094500000000001</c:v>
                </c:pt>
                <c:pt idx="4228">
                  <c:v>0.79125100000000004</c:v>
                </c:pt>
                <c:pt idx="4229">
                  <c:v>0.79155600000000004</c:v>
                </c:pt>
                <c:pt idx="4230">
                  <c:v>0.79186100000000004</c:v>
                </c:pt>
                <c:pt idx="4231">
                  <c:v>0.79216699999999995</c:v>
                </c:pt>
                <c:pt idx="4232">
                  <c:v>0.79247199999999995</c:v>
                </c:pt>
                <c:pt idx="4233">
                  <c:v>0.79277799999999998</c:v>
                </c:pt>
                <c:pt idx="4234">
                  <c:v>0.79308299999999998</c:v>
                </c:pt>
                <c:pt idx="4235">
                  <c:v>0.79338799999999998</c:v>
                </c:pt>
                <c:pt idx="4236">
                  <c:v>0.79369400000000001</c:v>
                </c:pt>
                <c:pt idx="4237">
                  <c:v>0.79399900000000001</c:v>
                </c:pt>
                <c:pt idx="4238">
                  <c:v>0.79430500000000004</c:v>
                </c:pt>
                <c:pt idx="4239">
                  <c:v>0.79461000000000004</c:v>
                </c:pt>
                <c:pt idx="4240">
                  <c:v>0.79491500000000004</c:v>
                </c:pt>
                <c:pt idx="4241">
                  <c:v>0.79522099999999996</c:v>
                </c:pt>
                <c:pt idx="4242">
                  <c:v>0.79552599999999996</c:v>
                </c:pt>
                <c:pt idx="4243">
                  <c:v>0.79583199999999998</c:v>
                </c:pt>
                <c:pt idx="4244">
                  <c:v>0.79613699999999998</c:v>
                </c:pt>
                <c:pt idx="4245">
                  <c:v>0.79644199999999998</c:v>
                </c:pt>
                <c:pt idx="4246">
                  <c:v>0.79674800000000001</c:v>
                </c:pt>
                <c:pt idx="4247">
                  <c:v>0.79705300000000001</c:v>
                </c:pt>
                <c:pt idx="4248">
                  <c:v>0.79735900000000004</c:v>
                </c:pt>
                <c:pt idx="4249">
                  <c:v>0.79766400000000004</c:v>
                </c:pt>
                <c:pt idx="4250">
                  <c:v>0.79796900000000004</c:v>
                </c:pt>
                <c:pt idx="4251">
                  <c:v>0.79827499999999996</c:v>
                </c:pt>
                <c:pt idx="4252">
                  <c:v>0.79857999999999996</c:v>
                </c:pt>
                <c:pt idx="4253">
                  <c:v>0.79888599999999999</c:v>
                </c:pt>
                <c:pt idx="4254">
                  <c:v>0.79919099999999998</c:v>
                </c:pt>
                <c:pt idx="4255">
                  <c:v>0.79949599999999998</c:v>
                </c:pt>
                <c:pt idx="4256">
                  <c:v>0.79980200000000001</c:v>
                </c:pt>
                <c:pt idx="4257">
                  <c:v>0.80010700000000001</c:v>
                </c:pt>
                <c:pt idx="4258">
                  <c:v>0.80041300000000004</c:v>
                </c:pt>
                <c:pt idx="4259">
                  <c:v>0.80071800000000004</c:v>
                </c:pt>
                <c:pt idx="4260">
                  <c:v>0.80102300000000004</c:v>
                </c:pt>
                <c:pt idx="4261">
                  <c:v>0.80132899999999996</c:v>
                </c:pt>
                <c:pt idx="4262">
                  <c:v>0.80163399999999996</c:v>
                </c:pt>
                <c:pt idx="4263">
                  <c:v>0.80193999999999999</c:v>
                </c:pt>
                <c:pt idx="4264">
                  <c:v>0.80224499999999999</c:v>
                </c:pt>
                <c:pt idx="4265">
                  <c:v>0.80254999999999999</c:v>
                </c:pt>
                <c:pt idx="4266">
                  <c:v>0.80285600000000001</c:v>
                </c:pt>
                <c:pt idx="4267">
                  <c:v>0.80316100000000001</c:v>
                </c:pt>
                <c:pt idx="4268">
                  <c:v>0.80346700000000004</c:v>
                </c:pt>
                <c:pt idx="4269">
                  <c:v>0.80377200000000004</c:v>
                </c:pt>
                <c:pt idx="4270">
                  <c:v>0.80407700000000004</c:v>
                </c:pt>
                <c:pt idx="4271">
                  <c:v>0.80438299999999996</c:v>
                </c:pt>
                <c:pt idx="4272">
                  <c:v>0.80468799999999996</c:v>
                </c:pt>
                <c:pt idx="4273">
                  <c:v>0.80499399999999999</c:v>
                </c:pt>
                <c:pt idx="4274">
                  <c:v>0.80529899999999999</c:v>
                </c:pt>
                <c:pt idx="4275">
                  <c:v>0.80560399999999999</c:v>
                </c:pt>
                <c:pt idx="4276">
                  <c:v>0.80591000000000002</c:v>
                </c:pt>
                <c:pt idx="4277">
                  <c:v>0.80621500000000001</c:v>
                </c:pt>
                <c:pt idx="4278">
                  <c:v>0.80652100000000004</c:v>
                </c:pt>
                <c:pt idx="4279">
                  <c:v>0.80682600000000004</c:v>
                </c:pt>
                <c:pt idx="4280">
                  <c:v>0.80713100000000004</c:v>
                </c:pt>
                <c:pt idx="4281">
                  <c:v>0.80743699999999996</c:v>
                </c:pt>
                <c:pt idx="4282">
                  <c:v>0.80774199999999996</c:v>
                </c:pt>
                <c:pt idx="4283">
                  <c:v>0.80804799999999999</c:v>
                </c:pt>
                <c:pt idx="4284">
                  <c:v>0.80835299999999999</c:v>
                </c:pt>
                <c:pt idx="4285">
                  <c:v>0.80865799999999999</c:v>
                </c:pt>
                <c:pt idx="4286">
                  <c:v>0.80896400000000002</c:v>
                </c:pt>
                <c:pt idx="4287">
                  <c:v>0.80926900000000002</c:v>
                </c:pt>
                <c:pt idx="4288">
                  <c:v>0.80957400000000002</c:v>
                </c:pt>
                <c:pt idx="4289">
                  <c:v>0.80988000000000004</c:v>
                </c:pt>
                <c:pt idx="4290">
                  <c:v>0.81018500000000004</c:v>
                </c:pt>
                <c:pt idx="4291">
                  <c:v>0.81049099999999996</c:v>
                </c:pt>
                <c:pt idx="4292">
                  <c:v>0.81079599999999996</c:v>
                </c:pt>
                <c:pt idx="4293">
                  <c:v>0.81110099999999996</c:v>
                </c:pt>
                <c:pt idx="4294">
                  <c:v>0.81140699999999999</c:v>
                </c:pt>
                <c:pt idx="4295">
                  <c:v>0.81171199999999999</c:v>
                </c:pt>
                <c:pt idx="4296">
                  <c:v>0.81201800000000002</c:v>
                </c:pt>
                <c:pt idx="4297">
                  <c:v>0.81232300000000002</c:v>
                </c:pt>
                <c:pt idx="4298">
                  <c:v>0.81262800000000002</c:v>
                </c:pt>
                <c:pt idx="4299">
                  <c:v>0.81293400000000005</c:v>
                </c:pt>
                <c:pt idx="4300">
                  <c:v>0.81323900000000005</c:v>
                </c:pt>
                <c:pt idx="4301">
                  <c:v>0.81354499999999996</c:v>
                </c:pt>
                <c:pt idx="4302">
                  <c:v>0.81384999999999996</c:v>
                </c:pt>
                <c:pt idx="4303">
                  <c:v>0.81415499999999996</c:v>
                </c:pt>
                <c:pt idx="4304">
                  <c:v>0.81446099999999999</c:v>
                </c:pt>
                <c:pt idx="4305">
                  <c:v>0.81476599999999999</c:v>
                </c:pt>
                <c:pt idx="4306">
                  <c:v>0.81507200000000002</c:v>
                </c:pt>
                <c:pt idx="4307">
                  <c:v>0.81537700000000002</c:v>
                </c:pt>
                <c:pt idx="4308">
                  <c:v>0.81568200000000002</c:v>
                </c:pt>
                <c:pt idx="4309">
                  <c:v>0.81598800000000005</c:v>
                </c:pt>
                <c:pt idx="4310">
                  <c:v>0.81629300000000005</c:v>
                </c:pt>
                <c:pt idx="4311">
                  <c:v>0.81659899999999996</c:v>
                </c:pt>
                <c:pt idx="4312">
                  <c:v>0.81690399999999996</c:v>
                </c:pt>
                <c:pt idx="4313">
                  <c:v>0.81720899999999996</c:v>
                </c:pt>
                <c:pt idx="4314">
                  <c:v>0.81751499999999999</c:v>
                </c:pt>
                <c:pt idx="4315">
                  <c:v>0.81781999999999999</c:v>
                </c:pt>
                <c:pt idx="4316">
                  <c:v>0.81812600000000002</c:v>
                </c:pt>
                <c:pt idx="4317">
                  <c:v>0.81843100000000002</c:v>
                </c:pt>
                <c:pt idx="4318">
                  <c:v>0.81873600000000002</c:v>
                </c:pt>
                <c:pt idx="4319">
                  <c:v>0.81904200000000005</c:v>
                </c:pt>
                <c:pt idx="4320">
                  <c:v>0.81934700000000005</c:v>
                </c:pt>
                <c:pt idx="4321">
                  <c:v>0.81965299999999996</c:v>
                </c:pt>
                <c:pt idx="4322">
                  <c:v>0.81995799999999996</c:v>
                </c:pt>
                <c:pt idx="4323">
                  <c:v>0.82026299999999996</c:v>
                </c:pt>
                <c:pt idx="4324">
                  <c:v>0.82056899999999999</c:v>
                </c:pt>
                <c:pt idx="4325">
                  <c:v>0.82087399999999999</c:v>
                </c:pt>
                <c:pt idx="4326">
                  <c:v>0.82118000000000002</c:v>
                </c:pt>
                <c:pt idx="4327">
                  <c:v>0.82148500000000002</c:v>
                </c:pt>
                <c:pt idx="4328">
                  <c:v>0.82179000000000002</c:v>
                </c:pt>
                <c:pt idx="4329">
                  <c:v>0.82209600000000005</c:v>
                </c:pt>
                <c:pt idx="4330">
                  <c:v>0.82240100000000005</c:v>
                </c:pt>
                <c:pt idx="4331">
                  <c:v>0.82270699999999997</c:v>
                </c:pt>
                <c:pt idx="4332">
                  <c:v>0.82301199999999997</c:v>
                </c:pt>
                <c:pt idx="4333">
                  <c:v>0.82331699999999997</c:v>
                </c:pt>
                <c:pt idx="4334">
                  <c:v>0.82362299999999999</c:v>
                </c:pt>
                <c:pt idx="4335">
                  <c:v>0.82392799999999999</c:v>
                </c:pt>
                <c:pt idx="4336">
                  <c:v>0.82423400000000002</c:v>
                </c:pt>
                <c:pt idx="4337">
                  <c:v>0.82453900000000002</c:v>
                </c:pt>
                <c:pt idx="4338">
                  <c:v>0.82484400000000002</c:v>
                </c:pt>
                <c:pt idx="4339">
                  <c:v>0.82515000000000005</c:v>
                </c:pt>
                <c:pt idx="4340">
                  <c:v>0.82545500000000005</c:v>
                </c:pt>
                <c:pt idx="4341">
                  <c:v>0.82576099999999997</c:v>
                </c:pt>
                <c:pt idx="4342">
                  <c:v>0.82606599999999997</c:v>
                </c:pt>
                <c:pt idx="4343">
                  <c:v>0.82637099999999997</c:v>
                </c:pt>
                <c:pt idx="4344">
                  <c:v>0.826677</c:v>
                </c:pt>
                <c:pt idx="4345">
                  <c:v>0.82698199999999999</c:v>
                </c:pt>
                <c:pt idx="4346">
                  <c:v>0.82728800000000002</c:v>
                </c:pt>
                <c:pt idx="4347">
                  <c:v>0.82759300000000002</c:v>
                </c:pt>
                <c:pt idx="4348">
                  <c:v>0.82789800000000002</c:v>
                </c:pt>
                <c:pt idx="4349">
                  <c:v>0.82820400000000005</c:v>
                </c:pt>
                <c:pt idx="4350">
                  <c:v>0.82850900000000005</c:v>
                </c:pt>
                <c:pt idx="4351">
                  <c:v>0.82881499999999997</c:v>
                </c:pt>
                <c:pt idx="4352">
                  <c:v>0.82911999999999997</c:v>
                </c:pt>
                <c:pt idx="4353">
                  <c:v>0.82942499999999997</c:v>
                </c:pt>
                <c:pt idx="4354">
                  <c:v>0.829731</c:v>
                </c:pt>
                <c:pt idx="4355">
                  <c:v>0.830036</c:v>
                </c:pt>
                <c:pt idx="4356">
                  <c:v>0.83034200000000002</c:v>
                </c:pt>
                <c:pt idx="4357">
                  <c:v>0.83064700000000002</c:v>
                </c:pt>
                <c:pt idx="4358">
                  <c:v>0.83095200000000002</c:v>
                </c:pt>
                <c:pt idx="4359">
                  <c:v>0.83125800000000005</c:v>
                </c:pt>
                <c:pt idx="4360">
                  <c:v>0.83156300000000005</c:v>
                </c:pt>
                <c:pt idx="4361">
                  <c:v>0.83186899999999997</c:v>
                </c:pt>
                <c:pt idx="4362">
                  <c:v>0.83217399999999997</c:v>
                </c:pt>
                <c:pt idx="4363">
                  <c:v>0.83247899999999997</c:v>
                </c:pt>
                <c:pt idx="4364">
                  <c:v>0.832785</c:v>
                </c:pt>
                <c:pt idx="4365">
                  <c:v>0.83309</c:v>
                </c:pt>
                <c:pt idx="4366">
                  <c:v>0.83339600000000003</c:v>
                </c:pt>
                <c:pt idx="4367">
                  <c:v>0.83370100000000003</c:v>
                </c:pt>
                <c:pt idx="4368">
                  <c:v>0.83400600000000003</c:v>
                </c:pt>
                <c:pt idx="4369">
                  <c:v>0.83431200000000005</c:v>
                </c:pt>
                <c:pt idx="4370">
                  <c:v>0.83461700000000005</c:v>
                </c:pt>
                <c:pt idx="4371">
                  <c:v>0.83492299999999997</c:v>
                </c:pt>
                <c:pt idx="4372">
                  <c:v>0.83522799999999997</c:v>
                </c:pt>
                <c:pt idx="4373">
                  <c:v>0.83553299999999997</c:v>
                </c:pt>
                <c:pt idx="4374">
                  <c:v>0.835839</c:v>
                </c:pt>
                <c:pt idx="4375">
                  <c:v>0.836144</c:v>
                </c:pt>
                <c:pt idx="4376">
                  <c:v>0.836449</c:v>
                </c:pt>
                <c:pt idx="4377">
                  <c:v>0.83675500000000003</c:v>
                </c:pt>
                <c:pt idx="4378">
                  <c:v>0.83706000000000003</c:v>
                </c:pt>
                <c:pt idx="4379">
                  <c:v>0.83736600000000005</c:v>
                </c:pt>
                <c:pt idx="4380">
                  <c:v>0.83767100000000005</c:v>
                </c:pt>
                <c:pt idx="4381">
                  <c:v>0.83797600000000005</c:v>
                </c:pt>
                <c:pt idx="4382">
                  <c:v>0.83828199999999997</c:v>
                </c:pt>
                <c:pt idx="4383">
                  <c:v>0.83858699999999997</c:v>
                </c:pt>
                <c:pt idx="4384">
                  <c:v>0.838893</c:v>
                </c:pt>
                <c:pt idx="4385">
                  <c:v>0.839198</c:v>
                </c:pt>
                <c:pt idx="4386">
                  <c:v>0.839503</c:v>
                </c:pt>
                <c:pt idx="4387">
                  <c:v>0.83980900000000003</c:v>
                </c:pt>
                <c:pt idx="4388">
                  <c:v>0.84011400000000003</c:v>
                </c:pt>
                <c:pt idx="4389">
                  <c:v>0.84041999999999994</c:v>
                </c:pt>
                <c:pt idx="4390">
                  <c:v>0.84072499999999994</c:v>
                </c:pt>
                <c:pt idx="4391">
                  <c:v>0.84103000000000006</c:v>
                </c:pt>
                <c:pt idx="4392">
                  <c:v>0.84133599999999997</c:v>
                </c:pt>
                <c:pt idx="4393">
                  <c:v>0.84164099999999997</c:v>
                </c:pt>
                <c:pt idx="4394">
                  <c:v>0.841947</c:v>
                </c:pt>
                <c:pt idx="4395">
                  <c:v>0.842252</c:v>
                </c:pt>
                <c:pt idx="4396">
                  <c:v>0.842557</c:v>
                </c:pt>
                <c:pt idx="4397">
                  <c:v>0.84286300000000003</c:v>
                </c:pt>
                <c:pt idx="4398">
                  <c:v>0.84316800000000003</c:v>
                </c:pt>
                <c:pt idx="4399">
                  <c:v>0.84347399999999995</c:v>
                </c:pt>
                <c:pt idx="4400">
                  <c:v>0.84377899999999995</c:v>
                </c:pt>
                <c:pt idx="4401">
                  <c:v>0.84408399999999995</c:v>
                </c:pt>
                <c:pt idx="4402">
                  <c:v>0.84438999999999997</c:v>
                </c:pt>
                <c:pt idx="4403">
                  <c:v>0.84469499999999997</c:v>
                </c:pt>
                <c:pt idx="4404">
                  <c:v>0.845001</c:v>
                </c:pt>
                <c:pt idx="4405">
                  <c:v>0.845306</c:v>
                </c:pt>
                <c:pt idx="4406">
                  <c:v>0.845611</c:v>
                </c:pt>
                <c:pt idx="4407">
                  <c:v>0.84591700000000003</c:v>
                </c:pt>
                <c:pt idx="4408">
                  <c:v>0.84622200000000003</c:v>
                </c:pt>
                <c:pt idx="4409">
                  <c:v>0.84652799999999995</c:v>
                </c:pt>
                <c:pt idx="4410">
                  <c:v>0.84683299999999995</c:v>
                </c:pt>
                <c:pt idx="4411">
                  <c:v>0.84713799999999995</c:v>
                </c:pt>
                <c:pt idx="4412">
                  <c:v>0.84744399999999998</c:v>
                </c:pt>
                <c:pt idx="4413">
                  <c:v>0.84774899999999997</c:v>
                </c:pt>
                <c:pt idx="4414">
                  <c:v>0.848055</c:v>
                </c:pt>
                <c:pt idx="4415">
                  <c:v>0.84836</c:v>
                </c:pt>
                <c:pt idx="4416">
                  <c:v>0.848665</c:v>
                </c:pt>
                <c:pt idx="4417">
                  <c:v>0.84897100000000003</c:v>
                </c:pt>
                <c:pt idx="4418">
                  <c:v>0.84927600000000003</c:v>
                </c:pt>
                <c:pt idx="4419">
                  <c:v>0.84958199999999995</c:v>
                </c:pt>
                <c:pt idx="4420">
                  <c:v>0.84988699999999995</c:v>
                </c:pt>
                <c:pt idx="4421">
                  <c:v>0.85019199999999995</c:v>
                </c:pt>
                <c:pt idx="4422">
                  <c:v>0.85049799999999998</c:v>
                </c:pt>
                <c:pt idx="4423">
                  <c:v>0.85080299999999998</c:v>
                </c:pt>
                <c:pt idx="4424">
                  <c:v>0.851109</c:v>
                </c:pt>
                <c:pt idx="4425">
                  <c:v>0.851414</c:v>
                </c:pt>
                <c:pt idx="4426">
                  <c:v>0.851719</c:v>
                </c:pt>
                <c:pt idx="4427">
                  <c:v>0.85202500000000003</c:v>
                </c:pt>
                <c:pt idx="4428">
                  <c:v>0.85233000000000003</c:v>
                </c:pt>
                <c:pt idx="4429">
                  <c:v>0.85263599999999995</c:v>
                </c:pt>
                <c:pt idx="4430">
                  <c:v>0.85294099999999995</c:v>
                </c:pt>
                <c:pt idx="4431">
                  <c:v>0.85324599999999995</c:v>
                </c:pt>
                <c:pt idx="4432">
                  <c:v>0.85355199999999998</c:v>
                </c:pt>
                <c:pt idx="4433">
                  <c:v>0.85385699999999998</c:v>
                </c:pt>
                <c:pt idx="4434">
                  <c:v>0.85416300000000001</c:v>
                </c:pt>
                <c:pt idx="4435">
                  <c:v>0.85446800000000001</c:v>
                </c:pt>
                <c:pt idx="4436">
                  <c:v>0.85477300000000001</c:v>
                </c:pt>
                <c:pt idx="4437">
                  <c:v>0.85507900000000003</c:v>
                </c:pt>
                <c:pt idx="4438">
                  <c:v>0.85538400000000003</c:v>
                </c:pt>
                <c:pt idx="4439">
                  <c:v>0.85568999999999995</c:v>
                </c:pt>
                <c:pt idx="4440">
                  <c:v>0.85599499999999995</c:v>
                </c:pt>
                <c:pt idx="4441">
                  <c:v>0.85629999999999995</c:v>
                </c:pt>
                <c:pt idx="4442">
                  <c:v>0.85660599999999998</c:v>
                </c:pt>
                <c:pt idx="4443">
                  <c:v>0.85691099999999998</c:v>
                </c:pt>
                <c:pt idx="4444">
                  <c:v>0.85721700000000001</c:v>
                </c:pt>
                <c:pt idx="4445">
                  <c:v>0.85752200000000001</c:v>
                </c:pt>
                <c:pt idx="4446">
                  <c:v>0.85782700000000001</c:v>
                </c:pt>
                <c:pt idx="4447">
                  <c:v>0.85813300000000003</c:v>
                </c:pt>
                <c:pt idx="4448">
                  <c:v>0.85843800000000003</c:v>
                </c:pt>
                <c:pt idx="4449">
                  <c:v>0.85874399999999995</c:v>
                </c:pt>
                <c:pt idx="4450">
                  <c:v>0.85904899999999995</c:v>
                </c:pt>
                <c:pt idx="4451">
                  <c:v>0.85935399999999995</c:v>
                </c:pt>
                <c:pt idx="4452">
                  <c:v>0.85965999999999998</c:v>
                </c:pt>
                <c:pt idx="4453">
                  <c:v>0.85996499999999998</c:v>
                </c:pt>
                <c:pt idx="4454">
                  <c:v>0.86027100000000001</c:v>
                </c:pt>
                <c:pt idx="4455">
                  <c:v>0.86057600000000001</c:v>
                </c:pt>
                <c:pt idx="4456">
                  <c:v>0.86088100000000001</c:v>
                </c:pt>
                <c:pt idx="4457">
                  <c:v>0.86118700000000004</c:v>
                </c:pt>
                <c:pt idx="4458">
                  <c:v>0.86149200000000004</c:v>
                </c:pt>
                <c:pt idx="4459">
                  <c:v>0.86179700000000004</c:v>
                </c:pt>
                <c:pt idx="4460">
                  <c:v>0.86210299999999995</c:v>
                </c:pt>
                <c:pt idx="4461">
                  <c:v>0.86240799999999995</c:v>
                </c:pt>
                <c:pt idx="4462">
                  <c:v>0.86271399999999998</c:v>
                </c:pt>
                <c:pt idx="4463">
                  <c:v>0.86301899999999998</c:v>
                </c:pt>
                <c:pt idx="4464">
                  <c:v>0.86332399999999998</c:v>
                </c:pt>
                <c:pt idx="4465">
                  <c:v>0.86363000000000001</c:v>
                </c:pt>
                <c:pt idx="4466">
                  <c:v>0.86393500000000001</c:v>
                </c:pt>
                <c:pt idx="4467">
                  <c:v>0.86424100000000004</c:v>
                </c:pt>
                <c:pt idx="4468">
                  <c:v>0.86454600000000004</c:v>
                </c:pt>
                <c:pt idx="4469">
                  <c:v>0.86485100000000004</c:v>
                </c:pt>
                <c:pt idx="4470">
                  <c:v>0.86515699999999995</c:v>
                </c:pt>
                <c:pt idx="4471">
                  <c:v>0.86546199999999995</c:v>
                </c:pt>
                <c:pt idx="4472">
                  <c:v>0.86576799999999998</c:v>
                </c:pt>
                <c:pt idx="4473">
                  <c:v>0.86607299999999998</c:v>
                </c:pt>
                <c:pt idx="4474">
                  <c:v>0.86637799999999998</c:v>
                </c:pt>
                <c:pt idx="4475">
                  <c:v>0.86668400000000001</c:v>
                </c:pt>
                <c:pt idx="4476">
                  <c:v>0.86698900000000001</c:v>
                </c:pt>
                <c:pt idx="4477">
                  <c:v>0.86729500000000004</c:v>
                </c:pt>
                <c:pt idx="4478">
                  <c:v>0.86760000000000004</c:v>
                </c:pt>
                <c:pt idx="4479">
                  <c:v>0.86790500000000004</c:v>
                </c:pt>
                <c:pt idx="4480">
                  <c:v>0.86821099999999996</c:v>
                </c:pt>
                <c:pt idx="4481">
                  <c:v>0.86851599999999995</c:v>
                </c:pt>
                <c:pt idx="4482">
                  <c:v>0.86882199999999998</c:v>
                </c:pt>
                <c:pt idx="4483">
                  <c:v>0.86912699999999998</c:v>
                </c:pt>
                <c:pt idx="4484">
                  <c:v>0.86943199999999998</c:v>
                </c:pt>
                <c:pt idx="4485">
                  <c:v>0.86973800000000001</c:v>
                </c:pt>
                <c:pt idx="4486">
                  <c:v>0.87004300000000001</c:v>
                </c:pt>
                <c:pt idx="4487">
                  <c:v>0.87034900000000004</c:v>
                </c:pt>
                <c:pt idx="4488">
                  <c:v>0.87065400000000004</c:v>
                </c:pt>
                <c:pt idx="4489">
                  <c:v>0.87095900000000004</c:v>
                </c:pt>
                <c:pt idx="4490">
                  <c:v>0.87126499999999996</c:v>
                </c:pt>
                <c:pt idx="4491">
                  <c:v>0.87156999999999996</c:v>
                </c:pt>
                <c:pt idx="4492">
                  <c:v>0.87187599999999998</c:v>
                </c:pt>
                <c:pt idx="4493">
                  <c:v>0.87218099999999998</c:v>
                </c:pt>
                <c:pt idx="4494">
                  <c:v>0.87248599999999998</c:v>
                </c:pt>
                <c:pt idx="4495">
                  <c:v>0.87279200000000001</c:v>
                </c:pt>
                <c:pt idx="4496">
                  <c:v>0.87309700000000001</c:v>
                </c:pt>
                <c:pt idx="4497">
                  <c:v>0.87340300000000004</c:v>
                </c:pt>
                <c:pt idx="4498">
                  <c:v>0.87370800000000004</c:v>
                </c:pt>
                <c:pt idx="4499">
                  <c:v>0.87401300000000004</c:v>
                </c:pt>
                <c:pt idx="4500">
                  <c:v>0.87431899999999996</c:v>
                </c:pt>
                <c:pt idx="4501">
                  <c:v>0.87462399999999996</c:v>
                </c:pt>
                <c:pt idx="4502">
                  <c:v>0.87492999999999999</c:v>
                </c:pt>
                <c:pt idx="4503">
                  <c:v>0.87523499999999999</c:v>
                </c:pt>
                <c:pt idx="4504">
                  <c:v>0.87553999999999998</c:v>
                </c:pt>
                <c:pt idx="4505">
                  <c:v>0.87584600000000001</c:v>
                </c:pt>
                <c:pt idx="4506">
                  <c:v>0.87615100000000001</c:v>
                </c:pt>
                <c:pt idx="4507">
                  <c:v>0.87645700000000004</c:v>
                </c:pt>
                <c:pt idx="4508">
                  <c:v>0.87676200000000004</c:v>
                </c:pt>
                <c:pt idx="4509">
                  <c:v>0.87706700000000004</c:v>
                </c:pt>
                <c:pt idx="4510">
                  <c:v>0.87737299999999996</c:v>
                </c:pt>
                <c:pt idx="4511">
                  <c:v>0.87767799999999996</c:v>
                </c:pt>
                <c:pt idx="4512">
                  <c:v>0.87798399999999999</c:v>
                </c:pt>
                <c:pt idx="4513">
                  <c:v>0.87828899999999999</c:v>
                </c:pt>
                <c:pt idx="4514">
                  <c:v>0.87859399999999999</c:v>
                </c:pt>
                <c:pt idx="4515">
                  <c:v>0.87890000000000001</c:v>
                </c:pt>
                <c:pt idx="4516">
                  <c:v>0.87920500000000001</c:v>
                </c:pt>
                <c:pt idx="4517">
                  <c:v>0.87951100000000004</c:v>
                </c:pt>
                <c:pt idx="4518">
                  <c:v>0.87981600000000004</c:v>
                </c:pt>
                <c:pt idx="4519">
                  <c:v>0.88012100000000004</c:v>
                </c:pt>
                <c:pt idx="4520">
                  <c:v>0.88042699999999996</c:v>
                </c:pt>
                <c:pt idx="4521">
                  <c:v>0.88073199999999996</c:v>
                </c:pt>
                <c:pt idx="4522">
                  <c:v>0.88103799999999999</c:v>
                </c:pt>
                <c:pt idx="4523">
                  <c:v>0.88134299999999999</c:v>
                </c:pt>
                <c:pt idx="4524">
                  <c:v>0.88164799999999999</c:v>
                </c:pt>
                <c:pt idx="4525">
                  <c:v>0.88195400000000002</c:v>
                </c:pt>
                <c:pt idx="4526">
                  <c:v>0.88225900000000002</c:v>
                </c:pt>
                <c:pt idx="4527">
                  <c:v>0.88256500000000004</c:v>
                </c:pt>
                <c:pt idx="4528">
                  <c:v>0.88287000000000004</c:v>
                </c:pt>
                <c:pt idx="4529">
                  <c:v>0.88317500000000004</c:v>
                </c:pt>
                <c:pt idx="4530">
                  <c:v>0.88348099999999996</c:v>
                </c:pt>
                <c:pt idx="4531">
                  <c:v>0.88378599999999996</c:v>
                </c:pt>
                <c:pt idx="4532">
                  <c:v>0.88409199999999999</c:v>
                </c:pt>
                <c:pt idx="4533">
                  <c:v>0.88439699999999999</c:v>
                </c:pt>
                <c:pt idx="4534">
                  <c:v>0.88470199999999999</c:v>
                </c:pt>
                <c:pt idx="4535">
                  <c:v>0.88500800000000002</c:v>
                </c:pt>
                <c:pt idx="4536">
                  <c:v>0.88531300000000002</c:v>
                </c:pt>
                <c:pt idx="4537">
                  <c:v>0.88561900000000005</c:v>
                </c:pt>
                <c:pt idx="4538">
                  <c:v>0.88592400000000004</c:v>
                </c:pt>
                <c:pt idx="4539">
                  <c:v>0.88622900000000004</c:v>
                </c:pt>
                <c:pt idx="4540">
                  <c:v>0.88653499999999996</c:v>
                </c:pt>
                <c:pt idx="4541">
                  <c:v>0.88683999999999996</c:v>
                </c:pt>
                <c:pt idx="4542">
                  <c:v>0.88714499999999996</c:v>
                </c:pt>
                <c:pt idx="4543">
                  <c:v>0.88745099999999999</c:v>
                </c:pt>
                <c:pt idx="4544">
                  <c:v>0.88775599999999999</c:v>
                </c:pt>
                <c:pt idx="4545">
                  <c:v>0.88806200000000002</c:v>
                </c:pt>
                <c:pt idx="4546">
                  <c:v>0.88836700000000002</c:v>
                </c:pt>
                <c:pt idx="4547">
                  <c:v>0.88867200000000002</c:v>
                </c:pt>
                <c:pt idx="4548">
                  <c:v>0.88897800000000005</c:v>
                </c:pt>
                <c:pt idx="4549">
                  <c:v>0.88928300000000005</c:v>
                </c:pt>
                <c:pt idx="4550">
                  <c:v>0.88958899999999996</c:v>
                </c:pt>
                <c:pt idx="4551">
                  <c:v>0.88989399999999996</c:v>
                </c:pt>
                <c:pt idx="4552">
                  <c:v>0.89019899999999996</c:v>
                </c:pt>
                <c:pt idx="4553">
                  <c:v>0.89050499999999999</c:v>
                </c:pt>
                <c:pt idx="4554">
                  <c:v>0.89080999999999999</c:v>
                </c:pt>
                <c:pt idx="4555">
                  <c:v>0.89111600000000002</c:v>
                </c:pt>
                <c:pt idx="4556">
                  <c:v>0.89142100000000002</c:v>
                </c:pt>
                <c:pt idx="4557">
                  <c:v>0.89172600000000002</c:v>
                </c:pt>
                <c:pt idx="4558">
                  <c:v>0.89203200000000005</c:v>
                </c:pt>
                <c:pt idx="4559">
                  <c:v>0.89233700000000005</c:v>
                </c:pt>
                <c:pt idx="4560">
                  <c:v>0.89264299999999996</c:v>
                </c:pt>
                <c:pt idx="4561">
                  <c:v>0.89294799999999996</c:v>
                </c:pt>
                <c:pt idx="4562">
                  <c:v>0.89325299999999996</c:v>
                </c:pt>
                <c:pt idx="4563">
                  <c:v>0.89355899999999999</c:v>
                </c:pt>
                <c:pt idx="4564">
                  <c:v>0.89386399999999999</c:v>
                </c:pt>
                <c:pt idx="4565">
                  <c:v>0.89417000000000002</c:v>
                </c:pt>
                <c:pt idx="4566">
                  <c:v>0.89447500000000002</c:v>
                </c:pt>
                <c:pt idx="4567">
                  <c:v>0.89478000000000002</c:v>
                </c:pt>
                <c:pt idx="4568">
                  <c:v>0.89508600000000005</c:v>
                </c:pt>
                <c:pt idx="4569">
                  <c:v>0.89539100000000005</c:v>
                </c:pt>
                <c:pt idx="4570">
                  <c:v>0.89569699999999997</c:v>
                </c:pt>
                <c:pt idx="4571">
                  <c:v>0.89600199999999997</c:v>
                </c:pt>
                <c:pt idx="4572">
                  <c:v>0.89630699999999996</c:v>
                </c:pt>
                <c:pt idx="4573">
                  <c:v>0.89661299999999999</c:v>
                </c:pt>
                <c:pt idx="4574">
                  <c:v>0.89691799999999999</c:v>
                </c:pt>
                <c:pt idx="4575">
                  <c:v>0.89722400000000002</c:v>
                </c:pt>
                <c:pt idx="4576">
                  <c:v>0.89752900000000002</c:v>
                </c:pt>
                <c:pt idx="4577">
                  <c:v>0.89783400000000002</c:v>
                </c:pt>
                <c:pt idx="4578">
                  <c:v>0.89814000000000005</c:v>
                </c:pt>
                <c:pt idx="4579">
                  <c:v>0.89844500000000005</c:v>
                </c:pt>
                <c:pt idx="4580">
                  <c:v>0.89875099999999997</c:v>
                </c:pt>
                <c:pt idx="4581">
                  <c:v>0.89905599999999997</c:v>
                </c:pt>
                <c:pt idx="4582">
                  <c:v>0.89936099999999997</c:v>
                </c:pt>
                <c:pt idx="4583">
                  <c:v>0.89966699999999999</c:v>
                </c:pt>
                <c:pt idx="4584">
                  <c:v>0.89997199999999999</c:v>
                </c:pt>
                <c:pt idx="4585">
                  <c:v>0.90027800000000002</c:v>
                </c:pt>
                <c:pt idx="4586">
                  <c:v>0.90058300000000002</c:v>
                </c:pt>
                <c:pt idx="4587">
                  <c:v>0.90088800000000002</c:v>
                </c:pt>
                <c:pt idx="4588">
                  <c:v>0.90119400000000005</c:v>
                </c:pt>
                <c:pt idx="4589">
                  <c:v>0.90149900000000005</c:v>
                </c:pt>
                <c:pt idx="4590">
                  <c:v>0.90180499999999997</c:v>
                </c:pt>
                <c:pt idx="4591">
                  <c:v>0.90210999999999997</c:v>
                </c:pt>
                <c:pt idx="4592">
                  <c:v>0.90241499999999997</c:v>
                </c:pt>
                <c:pt idx="4593">
                  <c:v>0.902721</c:v>
                </c:pt>
                <c:pt idx="4594">
                  <c:v>0.903026</c:v>
                </c:pt>
                <c:pt idx="4595">
                  <c:v>0.90333200000000002</c:v>
                </c:pt>
                <c:pt idx="4596">
                  <c:v>0.90363700000000002</c:v>
                </c:pt>
                <c:pt idx="4597">
                  <c:v>0.90394200000000002</c:v>
                </c:pt>
                <c:pt idx="4598">
                  <c:v>0.90424800000000005</c:v>
                </c:pt>
                <c:pt idx="4599">
                  <c:v>0.90455300000000005</c:v>
                </c:pt>
                <c:pt idx="4600">
                  <c:v>0.90485899999999997</c:v>
                </c:pt>
                <c:pt idx="4601">
                  <c:v>0.90516399999999997</c:v>
                </c:pt>
                <c:pt idx="4602">
                  <c:v>0.90546899999999997</c:v>
                </c:pt>
                <c:pt idx="4603">
                  <c:v>0.905775</c:v>
                </c:pt>
                <c:pt idx="4604">
                  <c:v>0.90608</c:v>
                </c:pt>
                <c:pt idx="4605">
                  <c:v>0.90638600000000002</c:v>
                </c:pt>
                <c:pt idx="4606">
                  <c:v>0.90669100000000002</c:v>
                </c:pt>
                <c:pt idx="4607">
                  <c:v>0.90699600000000002</c:v>
                </c:pt>
                <c:pt idx="4608">
                  <c:v>0.90730200000000005</c:v>
                </c:pt>
                <c:pt idx="4609">
                  <c:v>0.90760700000000005</c:v>
                </c:pt>
                <c:pt idx="4610">
                  <c:v>0.90791299999999997</c:v>
                </c:pt>
                <c:pt idx="4611">
                  <c:v>0.90821799999999997</c:v>
                </c:pt>
                <c:pt idx="4612">
                  <c:v>0.90852299999999997</c:v>
                </c:pt>
                <c:pt idx="4613">
                  <c:v>0.908829</c:v>
                </c:pt>
                <c:pt idx="4614">
                  <c:v>0.909134</c:v>
                </c:pt>
                <c:pt idx="4615">
                  <c:v>0.90944000000000003</c:v>
                </c:pt>
                <c:pt idx="4616">
                  <c:v>0.90974500000000003</c:v>
                </c:pt>
                <c:pt idx="4617">
                  <c:v>0.91005000000000003</c:v>
                </c:pt>
                <c:pt idx="4618">
                  <c:v>0.91035600000000005</c:v>
                </c:pt>
                <c:pt idx="4619">
                  <c:v>0.91066100000000005</c:v>
                </c:pt>
                <c:pt idx="4620">
                  <c:v>0.91096699999999997</c:v>
                </c:pt>
                <c:pt idx="4621">
                  <c:v>0.91127199999999997</c:v>
                </c:pt>
                <c:pt idx="4622">
                  <c:v>0.91157699999999997</c:v>
                </c:pt>
                <c:pt idx="4623">
                  <c:v>0.911883</c:v>
                </c:pt>
                <c:pt idx="4624">
                  <c:v>0.912188</c:v>
                </c:pt>
                <c:pt idx="4625">
                  <c:v>0.912493</c:v>
                </c:pt>
                <c:pt idx="4626">
                  <c:v>0.91279900000000003</c:v>
                </c:pt>
                <c:pt idx="4627">
                  <c:v>0.91310400000000003</c:v>
                </c:pt>
                <c:pt idx="4628">
                  <c:v>0.91341000000000006</c:v>
                </c:pt>
                <c:pt idx="4629">
                  <c:v>0.91371500000000005</c:v>
                </c:pt>
                <c:pt idx="4630">
                  <c:v>0.91402000000000005</c:v>
                </c:pt>
                <c:pt idx="4631">
                  <c:v>0.91432599999999997</c:v>
                </c:pt>
                <c:pt idx="4632">
                  <c:v>0.91463099999999997</c:v>
                </c:pt>
                <c:pt idx="4633">
                  <c:v>0.914937</c:v>
                </c:pt>
                <c:pt idx="4634">
                  <c:v>0.915242</c:v>
                </c:pt>
                <c:pt idx="4635">
                  <c:v>0.915547</c:v>
                </c:pt>
                <c:pt idx="4636">
                  <c:v>0.91585300000000003</c:v>
                </c:pt>
                <c:pt idx="4637">
                  <c:v>0.91615800000000003</c:v>
                </c:pt>
                <c:pt idx="4638">
                  <c:v>0.91646399999999995</c:v>
                </c:pt>
                <c:pt idx="4639">
                  <c:v>0.91676899999999995</c:v>
                </c:pt>
                <c:pt idx="4640">
                  <c:v>0.91707399999999994</c:v>
                </c:pt>
                <c:pt idx="4641">
                  <c:v>0.91737999999999997</c:v>
                </c:pt>
                <c:pt idx="4642">
                  <c:v>0.91768499999999997</c:v>
                </c:pt>
                <c:pt idx="4643">
                  <c:v>0.917991</c:v>
                </c:pt>
                <c:pt idx="4644">
                  <c:v>0.918296</c:v>
                </c:pt>
                <c:pt idx="4645">
                  <c:v>0.918601</c:v>
                </c:pt>
                <c:pt idx="4646">
                  <c:v>0.91890700000000003</c:v>
                </c:pt>
                <c:pt idx="4647">
                  <c:v>0.91921200000000003</c:v>
                </c:pt>
                <c:pt idx="4648">
                  <c:v>0.91951799999999995</c:v>
                </c:pt>
                <c:pt idx="4649">
                  <c:v>0.91982299999999995</c:v>
                </c:pt>
                <c:pt idx="4650">
                  <c:v>0.92012799999999995</c:v>
                </c:pt>
                <c:pt idx="4651">
                  <c:v>0.92043399999999997</c:v>
                </c:pt>
                <c:pt idx="4652">
                  <c:v>0.92073899999999997</c:v>
                </c:pt>
                <c:pt idx="4653">
                  <c:v>0.921045</c:v>
                </c:pt>
                <c:pt idx="4654">
                  <c:v>0.92135</c:v>
                </c:pt>
                <c:pt idx="4655">
                  <c:v>0.921655</c:v>
                </c:pt>
                <c:pt idx="4656">
                  <c:v>0.92196100000000003</c:v>
                </c:pt>
                <c:pt idx="4657">
                  <c:v>0.92226600000000003</c:v>
                </c:pt>
                <c:pt idx="4658">
                  <c:v>0.92257199999999995</c:v>
                </c:pt>
                <c:pt idx="4659">
                  <c:v>0.92287699999999995</c:v>
                </c:pt>
                <c:pt idx="4660">
                  <c:v>0.92318199999999995</c:v>
                </c:pt>
                <c:pt idx="4661">
                  <c:v>0.92348799999999998</c:v>
                </c:pt>
                <c:pt idx="4662">
                  <c:v>0.92379299999999998</c:v>
                </c:pt>
                <c:pt idx="4663">
                  <c:v>0.924099</c:v>
                </c:pt>
                <c:pt idx="4664">
                  <c:v>0.924404</c:v>
                </c:pt>
                <c:pt idx="4665">
                  <c:v>0.924709</c:v>
                </c:pt>
                <c:pt idx="4666">
                  <c:v>0.92501500000000003</c:v>
                </c:pt>
                <c:pt idx="4667">
                  <c:v>0.92532000000000003</c:v>
                </c:pt>
                <c:pt idx="4668">
                  <c:v>0.92562599999999995</c:v>
                </c:pt>
                <c:pt idx="4669">
                  <c:v>0.92593099999999995</c:v>
                </c:pt>
                <c:pt idx="4670">
                  <c:v>0.92623599999999995</c:v>
                </c:pt>
                <c:pt idx="4671">
                  <c:v>0.92654199999999998</c:v>
                </c:pt>
                <c:pt idx="4672">
                  <c:v>0.92684699999999998</c:v>
                </c:pt>
                <c:pt idx="4673">
                  <c:v>0.927153</c:v>
                </c:pt>
                <c:pt idx="4674">
                  <c:v>0.927458</c:v>
                </c:pt>
                <c:pt idx="4675">
                  <c:v>0.927763</c:v>
                </c:pt>
                <c:pt idx="4676">
                  <c:v>0.92806900000000003</c:v>
                </c:pt>
                <c:pt idx="4677">
                  <c:v>0.92837400000000003</c:v>
                </c:pt>
                <c:pt idx="4678">
                  <c:v>0.92867999999999995</c:v>
                </c:pt>
                <c:pt idx="4679">
                  <c:v>0.92898499999999995</c:v>
                </c:pt>
                <c:pt idx="4680">
                  <c:v>0.92928999999999995</c:v>
                </c:pt>
                <c:pt idx="4681">
                  <c:v>0.92959599999999998</c:v>
                </c:pt>
                <c:pt idx="4682">
                  <c:v>0.92990099999999998</c:v>
                </c:pt>
                <c:pt idx="4683">
                  <c:v>0.93020700000000001</c:v>
                </c:pt>
                <c:pt idx="4684">
                  <c:v>0.93051200000000001</c:v>
                </c:pt>
                <c:pt idx="4685">
                  <c:v>0.93081700000000001</c:v>
                </c:pt>
                <c:pt idx="4686">
                  <c:v>0.93112300000000003</c:v>
                </c:pt>
                <c:pt idx="4687">
                  <c:v>0.93142800000000003</c:v>
                </c:pt>
                <c:pt idx="4688">
                  <c:v>0.93173399999999995</c:v>
                </c:pt>
                <c:pt idx="4689">
                  <c:v>0.93203899999999995</c:v>
                </c:pt>
                <c:pt idx="4690">
                  <c:v>0.93234399999999995</c:v>
                </c:pt>
                <c:pt idx="4691">
                  <c:v>0.93264999999999998</c:v>
                </c:pt>
                <c:pt idx="4692">
                  <c:v>0.93295499999999998</c:v>
                </c:pt>
                <c:pt idx="4693">
                  <c:v>0.93326100000000001</c:v>
                </c:pt>
                <c:pt idx="4694">
                  <c:v>0.93356600000000001</c:v>
                </c:pt>
                <c:pt idx="4695">
                  <c:v>0.93387100000000001</c:v>
                </c:pt>
                <c:pt idx="4696">
                  <c:v>0.93417700000000004</c:v>
                </c:pt>
                <c:pt idx="4697">
                  <c:v>0.93448200000000003</c:v>
                </c:pt>
                <c:pt idx="4698">
                  <c:v>0.93478799999999995</c:v>
                </c:pt>
                <c:pt idx="4699">
                  <c:v>0.93509299999999995</c:v>
                </c:pt>
                <c:pt idx="4700">
                  <c:v>0.93539799999999995</c:v>
                </c:pt>
                <c:pt idx="4701">
                  <c:v>0.93570399999999998</c:v>
                </c:pt>
                <c:pt idx="4702">
                  <c:v>0.93600899999999998</c:v>
                </c:pt>
                <c:pt idx="4703">
                  <c:v>0.93631500000000001</c:v>
                </c:pt>
                <c:pt idx="4704">
                  <c:v>0.93662000000000001</c:v>
                </c:pt>
                <c:pt idx="4705">
                  <c:v>0.93692500000000001</c:v>
                </c:pt>
                <c:pt idx="4706">
                  <c:v>0.93723100000000004</c:v>
                </c:pt>
                <c:pt idx="4707">
                  <c:v>0.93753600000000004</c:v>
                </c:pt>
                <c:pt idx="4708">
                  <c:v>0.93784199999999995</c:v>
                </c:pt>
                <c:pt idx="4709">
                  <c:v>0.93814699999999995</c:v>
                </c:pt>
                <c:pt idx="4710">
                  <c:v>0.93845199999999995</c:v>
                </c:pt>
                <c:pt idx="4711">
                  <c:v>0.93875799999999998</c:v>
                </c:pt>
                <c:pt idx="4712">
                  <c:v>0.93906299999999998</c:v>
                </c:pt>
                <c:pt idx="4713">
                  <c:v>0.93936799999999998</c:v>
                </c:pt>
                <c:pt idx="4714">
                  <c:v>0.93967400000000001</c:v>
                </c:pt>
                <c:pt idx="4715">
                  <c:v>0.93997900000000001</c:v>
                </c:pt>
                <c:pt idx="4716">
                  <c:v>0.94028500000000004</c:v>
                </c:pt>
                <c:pt idx="4717">
                  <c:v>0.94059000000000004</c:v>
                </c:pt>
                <c:pt idx="4718">
                  <c:v>0.94089500000000004</c:v>
                </c:pt>
                <c:pt idx="4719">
                  <c:v>0.94120099999999995</c:v>
                </c:pt>
                <c:pt idx="4720">
                  <c:v>0.94150599999999995</c:v>
                </c:pt>
                <c:pt idx="4721">
                  <c:v>0.94181199999999998</c:v>
                </c:pt>
                <c:pt idx="4722">
                  <c:v>0.94211699999999998</c:v>
                </c:pt>
                <c:pt idx="4723">
                  <c:v>0.94242199999999998</c:v>
                </c:pt>
                <c:pt idx="4724">
                  <c:v>0.94272800000000001</c:v>
                </c:pt>
                <c:pt idx="4725">
                  <c:v>0.94303300000000001</c:v>
                </c:pt>
                <c:pt idx="4726">
                  <c:v>0.94333900000000004</c:v>
                </c:pt>
                <c:pt idx="4727">
                  <c:v>0.94364400000000004</c:v>
                </c:pt>
                <c:pt idx="4728">
                  <c:v>0.94394900000000004</c:v>
                </c:pt>
                <c:pt idx="4729">
                  <c:v>0.94425499999999996</c:v>
                </c:pt>
                <c:pt idx="4730">
                  <c:v>0.94455999999999996</c:v>
                </c:pt>
                <c:pt idx="4731">
                  <c:v>0.94486599999999998</c:v>
                </c:pt>
                <c:pt idx="4732">
                  <c:v>0.94517099999999998</c:v>
                </c:pt>
                <c:pt idx="4733">
                  <c:v>0.94547599999999998</c:v>
                </c:pt>
                <c:pt idx="4734">
                  <c:v>0.94578200000000001</c:v>
                </c:pt>
                <c:pt idx="4735">
                  <c:v>0.94608700000000001</c:v>
                </c:pt>
                <c:pt idx="4736">
                  <c:v>0.94639300000000004</c:v>
                </c:pt>
                <c:pt idx="4737">
                  <c:v>0.94669800000000004</c:v>
                </c:pt>
                <c:pt idx="4738">
                  <c:v>0.94700300000000004</c:v>
                </c:pt>
                <c:pt idx="4739">
                  <c:v>0.94730899999999996</c:v>
                </c:pt>
                <c:pt idx="4740">
                  <c:v>0.94761399999999996</c:v>
                </c:pt>
                <c:pt idx="4741">
                  <c:v>0.94791999999999998</c:v>
                </c:pt>
                <c:pt idx="4742">
                  <c:v>0.94822499999999998</c:v>
                </c:pt>
                <c:pt idx="4743">
                  <c:v>0.94852999999999998</c:v>
                </c:pt>
                <c:pt idx="4744">
                  <c:v>0.94883600000000001</c:v>
                </c:pt>
                <c:pt idx="4745">
                  <c:v>0.94914100000000001</c:v>
                </c:pt>
                <c:pt idx="4746">
                  <c:v>0.94944700000000004</c:v>
                </c:pt>
                <c:pt idx="4747">
                  <c:v>0.94975200000000004</c:v>
                </c:pt>
                <c:pt idx="4748">
                  <c:v>0.95005700000000004</c:v>
                </c:pt>
                <c:pt idx="4749">
                  <c:v>0.95036299999999996</c:v>
                </c:pt>
                <c:pt idx="4750">
                  <c:v>0.95066799999999996</c:v>
                </c:pt>
                <c:pt idx="4751">
                  <c:v>0.95097399999999999</c:v>
                </c:pt>
                <c:pt idx="4752">
                  <c:v>0.95127899999999999</c:v>
                </c:pt>
                <c:pt idx="4753">
                  <c:v>0.95158399999999999</c:v>
                </c:pt>
                <c:pt idx="4754">
                  <c:v>0.95189000000000001</c:v>
                </c:pt>
                <c:pt idx="4755">
                  <c:v>0.95219500000000001</c:v>
                </c:pt>
                <c:pt idx="4756">
                  <c:v>0.95250100000000004</c:v>
                </c:pt>
                <c:pt idx="4757">
                  <c:v>0.95280600000000004</c:v>
                </c:pt>
                <c:pt idx="4758">
                  <c:v>0.95311100000000004</c:v>
                </c:pt>
                <c:pt idx="4759">
                  <c:v>0.95341699999999996</c:v>
                </c:pt>
                <c:pt idx="4760">
                  <c:v>0.95372199999999996</c:v>
                </c:pt>
                <c:pt idx="4761">
                  <c:v>0.95402799999999999</c:v>
                </c:pt>
                <c:pt idx="4762">
                  <c:v>0.95433299999999999</c:v>
                </c:pt>
                <c:pt idx="4763">
                  <c:v>0.95463799999999999</c:v>
                </c:pt>
                <c:pt idx="4764">
                  <c:v>0.95494400000000002</c:v>
                </c:pt>
                <c:pt idx="4765">
                  <c:v>0.95524900000000001</c:v>
                </c:pt>
                <c:pt idx="4766">
                  <c:v>0.95555500000000004</c:v>
                </c:pt>
                <c:pt idx="4767">
                  <c:v>0.95586000000000004</c:v>
                </c:pt>
                <c:pt idx="4768">
                  <c:v>0.95616500000000004</c:v>
                </c:pt>
                <c:pt idx="4769">
                  <c:v>0.95647099999999996</c:v>
                </c:pt>
                <c:pt idx="4770">
                  <c:v>0.95677599999999996</c:v>
                </c:pt>
                <c:pt idx="4771">
                  <c:v>0.95708199999999999</c:v>
                </c:pt>
                <c:pt idx="4772">
                  <c:v>0.95738699999999999</c:v>
                </c:pt>
                <c:pt idx="4773">
                  <c:v>0.95769199999999999</c:v>
                </c:pt>
                <c:pt idx="4774">
                  <c:v>0.95799800000000002</c:v>
                </c:pt>
                <c:pt idx="4775">
                  <c:v>0.95830300000000002</c:v>
                </c:pt>
                <c:pt idx="4776">
                  <c:v>0.95860900000000004</c:v>
                </c:pt>
                <c:pt idx="4777">
                  <c:v>0.95891400000000004</c:v>
                </c:pt>
                <c:pt idx="4778">
                  <c:v>0.95921900000000004</c:v>
                </c:pt>
                <c:pt idx="4779">
                  <c:v>0.95952499999999996</c:v>
                </c:pt>
                <c:pt idx="4780">
                  <c:v>0.95982999999999996</c:v>
                </c:pt>
                <c:pt idx="4781">
                  <c:v>0.96013599999999999</c:v>
                </c:pt>
                <c:pt idx="4782">
                  <c:v>0.96044099999999999</c:v>
                </c:pt>
                <c:pt idx="4783">
                  <c:v>0.96074599999999999</c:v>
                </c:pt>
                <c:pt idx="4784">
                  <c:v>0.96105200000000002</c:v>
                </c:pt>
                <c:pt idx="4785">
                  <c:v>0.96135700000000002</c:v>
                </c:pt>
                <c:pt idx="4786">
                  <c:v>0.96166300000000005</c:v>
                </c:pt>
                <c:pt idx="4787">
                  <c:v>0.96196800000000005</c:v>
                </c:pt>
                <c:pt idx="4788">
                  <c:v>0.96227300000000004</c:v>
                </c:pt>
                <c:pt idx="4789">
                  <c:v>0.96257899999999996</c:v>
                </c:pt>
                <c:pt idx="4790">
                  <c:v>0.96288399999999996</c:v>
                </c:pt>
                <c:pt idx="4791">
                  <c:v>0.96318999999999999</c:v>
                </c:pt>
                <c:pt idx="4792">
                  <c:v>0.96349499999999999</c:v>
                </c:pt>
                <c:pt idx="4793">
                  <c:v>0.96379999999999999</c:v>
                </c:pt>
                <c:pt idx="4794">
                  <c:v>0.96410600000000002</c:v>
                </c:pt>
                <c:pt idx="4795">
                  <c:v>0.96441100000000002</c:v>
                </c:pt>
                <c:pt idx="4796">
                  <c:v>0.96471600000000002</c:v>
                </c:pt>
                <c:pt idx="4797">
                  <c:v>0.96502200000000005</c:v>
                </c:pt>
                <c:pt idx="4798">
                  <c:v>0.96532700000000005</c:v>
                </c:pt>
                <c:pt idx="4799">
                  <c:v>0.96563299999999996</c:v>
                </c:pt>
                <c:pt idx="4800">
                  <c:v>0.96593799999999996</c:v>
                </c:pt>
                <c:pt idx="4801">
                  <c:v>0.96624299999999996</c:v>
                </c:pt>
                <c:pt idx="4802">
                  <c:v>0.96654899999999999</c:v>
                </c:pt>
                <c:pt idx="4803">
                  <c:v>0.96685399999999999</c:v>
                </c:pt>
                <c:pt idx="4804">
                  <c:v>0.96716000000000002</c:v>
                </c:pt>
                <c:pt idx="4805">
                  <c:v>0.96746500000000002</c:v>
                </c:pt>
                <c:pt idx="4806">
                  <c:v>0.96777000000000002</c:v>
                </c:pt>
                <c:pt idx="4807">
                  <c:v>0.96807600000000005</c:v>
                </c:pt>
                <c:pt idx="4808">
                  <c:v>0.96838100000000005</c:v>
                </c:pt>
                <c:pt idx="4809">
                  <c:v>0.96868699999999996</c:v>
                </c:pt>
                <c:pt idx="4810">
                  <c:v>0.96899199999999996</c:v>
                </c:pt>
                <c:pt idx="4811">
                  <c:v>0.96929699999999996</c:v>
                </c:pt>
                <c:pt idx="4812">
                  <c:v>0.96960299999999999</c:v>
                </c:pt>
                <c:pt idx="4813">
                  <c:v>0.96990799999999999</c:v>
                </c:pt>
                <c:pt idx="4814">
                  <c:v>0.97021400000000002</c:v>
                </c:pt>
                <c:pt idx="4815">
                  <c:v>0.97051900000000002</c:v>
                </c:pt>
                <c:pt idx="4816">
                  <c:v>0.97082400000000002</c:v>
                </c:pt>
                <c:pt idx="4817">
                  <c:v>0.97113000000000005</c:v>
                </c:pt>
                <c:pt idx="4818">
                  <c:v>0.97143500000000005</c:v>
                </c:pt>
                <c:pt idx="4819">
                  <c:v>0.97174099999999997</c:v>
                </c:pt>
                <c:pt idx="4820">
                  <c:v>0.97204599999999997</c:v>
                </c:pt>
                <c:pt idx="4821">
                  <c:v>0.97235099999999997</c:v>
                </c:pt>
                <c:pt idx="4822">
                  <c:v>0.97265699999999999</c:v>
                </c:pt>
                <c:pt idx="4823">
                  <c:v>0.97296199999999999</c:v>
                </c:pt>
                <c:pt idx="4824">
                  <c:v>0.97326800000000002</c:v>
                </c:pt>
                <c:pt idx="4825">
                  <c:v>0.97357300000000002</c:v>
                </c:pt>
                <c:pt idx="4826">
                  <c:v>0.97387800000000002</c:v>
                </c:pt>
                <c:pt idx="4827">
                  <c:v>0.97418400000000005</c:v>
                </c:pt>
                <c:pt idx="4828">
                  <c:v>0.97448900000000005</c:v>
                </c:pt>
                <c:pt idx="4829">
                  <c:v>0.97479499999999997</c:v>
                </c:pt>
                <c:pt idx="4830">
                  <c:v>0.97509999999999997</c:v>
                </c:pt>
                <c:pt idx="4831">
                  <c:v>0.97540499999999997</c:v>
                </c:pt>
                <c:pt idx="4832">
                  <c:v>0.97571099999999999</c:v>
                </c:pt>
                <c:pt idx="4833">
                  <c:v>0.97601599999999999</c:v>
                </c:pt>
                <c:pt idx="4834">
                  <c:v>0.97632200000000002</c:v>
                </c:pt>
                <c:pt idx="4835">
                  <c:v>0.97662700000000002</c:v>
                </c:pt>
                <c:pt idx="4836">
                  <c:v>0.97693200000000002</c:v>
                </c:pt>
                <c:pt idx="4837">
                  <c:v>0.97723800000000005</c:v>
                </c:pt>
                <c:pt idx="4838">
                  <c:v>0.97754300000000005</c:v>
                </c:pt>
                <c:pt idx="4839">
                  <c:v>0.97784899999999997</c:v>
                </c:pt>
                <c:pt idx="4840">
                  <c:v>0.97815399999999997</c:v>
                </c:pt>
                <c:pt idx="4841">
                  <c:v>0.97845899999999997</c:v>
                </c:pt>
                <c:pt idx="4842">
                  <c:v>0.978765</c:v>
                </c:pt>
                <c:pt idx="4843">
                  <c:v>0.97907</c:v>
                </c:pt>
                <c:pt idx="4844">
                  <c:v>0.97937600000000002</c:v>
                </c:pt>
                <c:pt idx="4845">
                  <c:v>0.97968100000000002</c:v>
                </c:pt>
                <c:pt idx="4846">
                  <c:v>0.97998600000000002</c:v>
                </c:pt>
                <c:pt idx="4847">
                  <c:v>0.98029200000000005</c:v>
                </c:pt>
                <c:pt idx="4848">
                  <c:v>0.98059700000000005</c:v>
                </c:pt>
                <c:pt idx="4849">
                  <c:v>0.98090299999999997</c:v>
                </c:pt>
                <c:pt idx="4850">
                  <c:v>0.98120799999999997</c:v>
                </c:pt>
                <c:pt idx="4851">
                  <c:v>0.98151299999999997</c:v>
                </c:pt>
                <c:pt idx="4852">
                  <c:v>0.981819</c:v>
                </c:pt>
                <c:pt idx="4853">
                  <c:v>0.982124</c:v>
                </c:pt>
                <c:pt idx="4854">
                  <c:v>0.98243000000000003</c:v>
                </c:pt>
                <c:pt idx="4855">
                  <c:v>0.98273500000000003</c:v>
                </c:pt>
                <c:pt idx="4856">
                  <c:v>0.98304000000000002</c:v>
                </c:pt>
                <c:pt idx="4857">
                  <c:v>0.98334600000000005</c:v>
                </c:pt>
                <c:pt idx="4858">
                  <c:v>0.98365100000000005</c:v>
                </c:pt>
                <c:pt idx="4859">
                  <c:v>0.98395699999999997</c:v>
                </c:pt>
                <c:pt idx="4860">
                  <c:v>0.98426199999999997</c:v>
                </c:pt>
                <c:pt idx="4861">
                  <c:v>0.98456699999999997</c:v>
                </c:pt>
                <c:pt idx="4862">
                  <c:v>0.984873</c:v>
                </c:pt>
                <c:pt idx="4863">
                  <c:v>0.985178</c:v>
                </c:pt>
                <c:pt idx="4864">
                  <c:v>0.98548400000000003</c:v>
                </c:pt>
                <c:pt idx="4865">
                  <c:v>0.98578900000000003</c:v>
                </c:pt>
                <c:pt idx="4866">
                  <c:v>0.98609400000000003</c:v>
                </c:pt>
                <c:pt idx="4867">
                  <c:v>0.98640000000000005</c:v>
                </c:pt>
                <c:pt idx="4868">
                  <c:v>0.98670500000000005</c:v>
                </c:pt>
                <c:pt idx="4869">
                  <c:v>0.98701099999999997</c:v>
                </c:pt>
                <c:pt idx="4870">
                  <c:v>0.98731599999999997</c:v>
                </c:pt>
                <c:pt idx="4871">
                  <c:v>0.98762099999999997</c:v>
                </c:pt>
                <c:pt idx="4872">
                  <c:v>0.987927</c:v>
                </c:pt>
                <c:pt idx="4873">
                  <c:v>0.988232</c:v>
                </c:pt>
                <c:pt idx="4874">
                  <c:v>0.98853800000000003</c:v>
                </c:pt>
                <c:pt idx="4875">
                  <c:v>0.98884300000000003</c:v>
                </c:pt>
                <c:pt idx="4876">
                  <c:v>0.98914800000000003</c:v>
                </c:pt>
                <c:pt idx="4877">
                  <c:v>0.98945399999999994</c:v>
                </c:pt>
                <c:pt idx="4878">
                  <c:v>0.98975900000000006</c:v>
                </c:pt>
                <c:pt idx="4879">
                  <c:v>0.99006400000000006</c:v>
                </c:pt>
                <c:pt idx="4880">
                  <c:v>0.99036999999999997</c:v>
                </c:pt>
                <c:pt idx="4881">
                  <c:v>0.99067499999999997</c:v>
                </c:pt>
                <c:pt idx="4882">
                  <c:v>0.990981</c:v>
                </c:pt>
                <c:pt idx="4883">
                  <c:v>0.991286</c:v>
                </c:pt>
                <c:pt idx="4884">
                  <c:v>0.991591</c:v>
                </c:pt>
                <c:pt idx="4885">
                  <c:v>0.99189700000000003</c:v>
                </c:pt>
                <c:pt idx="4886">
                  <c:v>0.99220200000000003</c:v>
                </c:pt>
                <c:pt idx="4887">
                  <c:v>0.99250799999999995</c:v>
                </c:pt>
                <c:pt idx="4888">
                  <c:v>0.99281299999999995</c:v>
                </c:pt>
                <c:pt idx="4889">
                  <c:v>0.99311799999999995</c:v>
                </c:pt>
                <c:pt idx="4890">
                  <c:v>0.99342399999999997</c:v>
                </c:pt>
                <c:pt idx="4891">
                  <c:v>0.99372899999999997</c:v>
                </c:pt>
                <c:pt idx="4892">
                  <c:v>0.994035</c:v>
                </c:pt>
                <c:pt idx="4893">
                  <c:v>0.99434</c:v>
                </c:pt>
                <c:pt idx="4894">
                  <c:v>0.994645</c:v>
                </c:pt>
                <c:pt idx="4895">
                  <c:v>0.99495100000000003</c:v>
                </c:pt>
                <c:pt idx="4896">
                  <c:v>0.99525600000000003</c:v>
                </c:pt>
                <c:pt idx="4897">
                  <c:v>0.99556199999999995</c:v>
                </c:pt>
                <c:pt idx="4898">
                  <c:v>0.99586699999999995</c:v>
                </c:pt>
                <c:pt idx="4899">
                  <c:v>0.99617199999999995</c:v>
                </c:pt>
                <c:pt idx="4900">
                  <c:v>0.99647799999999997</c:v>
                </c:pt>
                <c:pt idx="4901">
                  <c:v>0.99678299999999997</c:v>
                </c:pt>
                <c:pt idx="4902">
                  <c:v>0.997089</c:v>
                </c:pt>
                <c:pt idx="4903">
                  <c:v>0.997394</c:v>
                </c:pt>
                <c:pt idx="4904">
                  <c:v>0.997699</c:v>
                </c:pt>
                <c:pt idx="4905">
                  <c:v>0.99800500000000003</c:v>
                </c:pt>
                <c:pt idx="4906">
                  <c:v>0.99831000000000003</c:v>
                </c:pt>
                <c:pt idx="4907">
                  <c:v>0.99861599999999995</c:v>
                </c:pt>
                <c:pt idx="4908">
                  <c:v>0.99892099999999995</c:v>
                </c:pt>
                <c:pt idx="4909">
                  <c:v>0.99922599999999995</c:v>
                </c:pt>
                <c:pt idx="4910">
                  <c:v>0.99953199999999998</c:v>
                </c:pt>
                <c:pt idx="4911">
                  <c:v>0.99983699999999998</c:v>
                </c:pt>
                <c:pt idx="4912">
                  <c:v>1.00014</c:v>
                </c:pt>
                <c:pt idx="4913">
                  <c:v>1.0004500000000001</c:v>
                </c:pt>
                <c:pt idx="4914">
                  <c:v>1.00075</c:v>
                </c:pt>
                <c:pt idx="4915">
                  <c:v>1.0010600000000001</c:v>
                </c:pt>
                <c:pt idx="4916">
                  <c:v>1.00136</c:v>
                </c:pt>
                <c:pt idx="4917">
                  <c:v>1.0016700000000001</c:v>
                </c:pt>
                <c:pt idx="4918">
                  <c:v>1.0019800000000001</c:v>
                </c:pt>
                <c:pt idx="4919">
                  <c:v>1.0022800000000001</c:v>
                </c:pt>
                <c:pt idx="4920">
                  <c:v>1.0025900000000001</c:v>
                </c:pt>
                <c:pt idx="4921">
                  <c:v>1.0028900000000001</c:v>
                </c:pt>
                <c:pt idx="4922">
                  <c:v>1.0032000000000001</c:v>
                </c:pt>
                <c:pt idx="4923">
                  <c:v>1.0035000000000001</c:v>
                </c:pt>
                <c:pt idx="4924">
                  <c:v>1.0038100000000001</c:v>
                </c:pt>
                <c:pt idx="4925">
                  <c:v>1.0041100000000001</c:v>
                </c:pt>
                <c:pt idx="4926">
                  <c:v>1.0044200000000001</c:v>
                </c:pt>
                <c:pt idx="4927">
                  <c:v>1.0047200000000001</c:v>
                </c:pt>
                <c:pt idx="4928">
                  <c:v>1.0050300000000001</c:v>
                </c:pt>
                <c:pt idx="4929">
                  <c:v>1.0053300000000001</c:v>
                </c:pt>
                <c:pt idx="4930">
                  <c:v>1.0056400000000001</c:v>
                </c:pt>
                <c:pt idx="4931">
                  <c:v>1.0059499999999999</c:v>
                </c:pt>
                <c:pt idx="4932">
                  <c:v>1.0062500000000001</c:v>
                </c:pt>
                <c:pt idx="4933">
                  <c:v>1.0065599999999999</c:v>
                </c:pt>
                <c:pt idx="4934">
                  <c:v>1.0068600000000001</c:v>
                </c:pt>
                <c:pt idx="4935">
                  <c:v>1.0071699999999999</c:v>
                </c:pt>
                <c:pt idx="4936">
                  <c:v>1.0074700000000001</c:v>
                </c:pt>
                <c:pt idx="4937">
                  <c:v>1.0077799999999999</c:v>
                </c:pt>
                <c:pt idx="4938">
                  <c:v>1.0080800000000001</c:v>
                </c:pt>
                <c:pt idx="4939">
                  <c:v>1.0083899999999999</c:v>
                </c:pt>
                <c:pt idx="4940">
                  <c:v>1.0086900000000001</c:v>
                </c:pt>
                <c:pt idx="4941">
                  <c:v>1.0089999999999999</c:v>
                </c:pt>
                <c:pt idx="4942">
                  <c:v>1.0093000000000001</c:v>
                </c:pt>
                <c:pt idx="4943">
                  <c:v>1.0096099999999999</c:v>
                </c:pt>
                <c:pt idx="4944">
                  <c:v>1.0099199999999999</c:v>
                </c:pt>
                <c:pt idx="4945">
                  <c:v>1.0102199999999999</c:v>
                </c:pt>
                <c:pt idx="4946">
                  <c:v>1.0105299999999999</c:v>
                </c:pt>
                <c:pt idx="4947">
                  <c:v>1.0108299999999999</c:v>
                </c:pt>
                <c:pt idx="4948">
                  <c:v>1.0111399999999999</c:v>
                </c:pt>
                <c:pt idx="4949">
                  <c:v>1.0114399999999999</c:v>
                </c:pt>
                <c:pt idx="4950">
                  <c:v>1.0117499999999999</c:v>
                </c:pt>
                <c:pt idx="4951">
                  <c:v>1.0120499999999999</c:v>
                </c:pt>
                <c:pt idx="4952">
                  <c:v>1.0123599999999999</c:v>
                </c:pt>
                <c:pt idx="4953">
                  <c:v>1.0126599999999999</c:v>
                </c:pt>
                <c:pt idx="4954">
                  <c:v>1.0129699999999999</c:v>
                </c:pt>
                <c:pt idx="4955">
                  <c:v>1.0132699999999999</c:v>
                </c:pt>
                <c:pt idx="4956">
                  <c:v>1.0135799999999999</c:v>
                </c:pt>
                <c:pt idx="4957">
                  <c:v>1.01389</c:v>
                </c:pt>
                <c:pt idx="4958">
                  <c:v>1.0141899999999999</c:v>
                </c:pt>
                <c:pt idx="4959">
                  <c:v>1.0145</c:v>
                </c:pt>
                <c:pt idx="4960">
                  <c:v>1.0147999999999999</c:v>
                </c:pt>
                <c:pt idx="4961">
                  <c:v>1.01511</c:v>
                </c:pt>
                <c:pt idx="4962">
                  <c:v>1.0154099999999999</c:v>
                </c:pt>
                <c:pt idx="4963">
                  <c:v>1.01572</c:v>
                </c:pt>
                <c:pt idx="4964">
                  <c:v>1.0160199999999999</c:v>
                </c:pt>
                <c:pt idx="4965">
                  <c:v>1.01633</c:v>
                </c:pt>
                <c:pt idx="4966">
                  <c:v>1.0166299999999999</c:v>
                </c:pt>
                <c:pt idx="4967">
                  <c:v>1.01694</c:v>
                </c:pt>
                <c:pt idx="4968">
                  <c:v>1.0172399999999999</c:v>
                </c:pt>
                <c:pt idx="4969">
                  <c:v>1.01755</c:v>
                </c:pt>
                <c:pt idx="4970">
                  <c:v>1.01786</c:v>
                </c:pt>
                <c:pt idx="4971">
                  <c:v>1.01816</c:v>
                </c:pt>
                <c:pt idx="4972">
                  <c:v>1.01847</c:v>
                </c:pt>
                <c:pt idx="4973">
                  <c:v>1.01877</c:v>
                </c:pt>
                <c:pt idx="4974">
                  <c:v>1.01908</c:v>
                </c:pt>
                <c:pt idx="4975">
                  <c:v>1.01938</c:v>
                </c:pt>
                <c:pt idx="4976">
                  <c:v>1.01969</c:v>
                </c:pt>
                <c:pt idx="4977">
                  <c:v>1.01999</c:v>
                </c:pt>
                <c:pt idx="4978">
                  <c:v>1.0203</c:v>
                </c:pt>
                <c:pt idx="4979">
                  <c:v>1.0206</c:v>
                </c:pt>
                <c:pt idx="4980">
                  <c:v>1.02091</c:v>
                </c:pt>
                <c:pt idx="4981">
                  <c:v>1.02122</c:v>
                </c:pt>
                <c:pt idx="4982">
                  <c:v>1.02152</c:v>
                </c:pt>
                <c:pt idx="4983">
                  <c:v>1.02183</c:v>
                </c:pt>
                <c:pt idx="4984">
                  <c:v>1.02213</c:v>
                </c:pt>
                <c:pt idx="4985">
                  <c:v>1.02244</c:v>
                </c:pt>
                <c:pt idx="4986">
                  <c:v>1.02274</c:v>
                </c:pt>
                <c:pt idx="4987">
                  <c:v>1.02305</c:v>
                </c:pt>
                <c:pt idx="4988">
                  <c:v>1.02335</c:v>
                </c:pt>
                <c:pt idx="4989">
                  <c:v>1.02366</c:v>
                </c:pt>
                <c:pt idx="4990">
                  <c:v>1.02396</c:v>
                </c:pt>
                <c:pt idx="4991">
                  <c:v>1.02427</c:v>
                </c:pt>
                <c:pt idx="4992">
                  <c:v>1.02457</c:v>
                </c:pt>
                <c:pt idx="4993">
                  <c:v>1.02488</c:v>
                </c:pt>
                <c:pt idx="4994">
                  <c:v>1.02519</c:v>
                </c:pt>
                <c:pt idx="4995">
                  <c:v>1.02549</c:v>
                </c:pt>
                <c:pt idx="4996">
                  <c:v>1.0258</c:v>
                </c:pt>
                <c:pt idx="4997">
                  <c:v>1.0261</c:v>
                </c:pt>
                <c:pt idx="4998">
                  <c:v>1.02641</c:v>
                </c:pt>
                <c:pt idx="4999">
                  <c:v>1.02671</c:v>
                </c:pt>
                <c:pt idx="5000">
                  <c:v>1.02702</c:v>
                </c:pt>
                <c:pt idx="5001">
                  <c:v>1.02732</c:v>
                </c:pt>
                <c:pt idx="5002">
                  <c:v>1.02763</c:v>
                </c:pt>
                <c:pt idx="5003">
                  <c:v>1.02793</c:v>
                </c:pt>
                <c:pt idx="5004">
                  <c:v>1.02824</c:v>
                </c:pt>
                <c:pt idx="5005">
                  <c:v>1.02854</c:v>
                </c:pt>
                <c:pt idx="5006">
                  <c:v>1.02885</c:v>
                </c:pt>
                <c:pt idx="5007">
                  <c:v>1.0291600000000001</c:v>
                </c:pt>
                <c:pt idx="5008">
                  <c:v>1.02946</c:v>
                </c:pt>
                <c:pt idx="5009">
                  <c:v>1.0297700000000001</c:v>
                </c:pt>
                <c:pt idx="5010">
                  <c:v>1.03007</c:v>
                </c:pt>
                <c:pt idx="5011">
                  <c:v>1.0303800000000001</c:v>
                </c:pt>
                <c:pt idx="5012">
                  <c:v>1.03068</c:v>
                </c:pt>
                <c:pt idx="5013">
                  <c:v>1.0309900000000001</c:v>
                </c:pt>
                <c:pt idx="5014">
                  <c:v>1.03129</c:v>
                </c:pt>
                <c:pt idx="5015">
                  <c:v>1.0316000000000001</c:v>
                </c:pt>
                <c:pt idx="5016">
                  <c:v>1.0319</c:v>
                </c:pt>
                <c:pt idx="5017">
                  <c:v>1.0322100000000001</c:v>
                </c:pt>
                <c:pt idx="5018">
                  <c:v>1.03251</c:v>
                </c:pt>
                <c:pt idx="5019">
                  <c:v>1.0328200000000001</c:v>
                </c:pt>
                <c:pt idx="5020">
                  <c:v>1.0331300000000001</c:v>
                </c:pt>
                <c:pt idx="5021">
                  <c:v>1.0334300000000001</c:v>
                </c:pt>
                <c:pt idx="5022">
                  <c:v>1.0337400000000001</c:v>
                </c:pt>
                <c:pt idx="5023">
                  <c:v>1.0340400000000001</c:v>
                </c:pt>
                <c:pt idx="5024">
                  <c:v>1.0343500000000001</c:v>
                </c:pt>
                <c:pt idx="5025">
                  <c:v>1.0346500000000001</c:v>
                </c:pt>
                <c:pt idx="5026">
                  <c:v>1.0349600000000001</c:v>
                </c:pt>
                <c:pt idx="5027">
                  <c:v>1.0352600000000001</c:v>
                </c:pt>
                <c:pt idx="5028">
                  <c:v>1.0355700000000001</c:v>
                </c:pt>
                <c:pt idx="5029">
                  <c:v>1.0358700000000001</c:v>
                </c:pt>
                <c:pt idx="5030">
                  <c:v>1.0361800000000001</c:v>
                </c:pt>
                <c:pt idx="5031">
                  <c:v>1.0364800000000001</c:v>
                </c:pt>
                <c:pt idx="5032">
                  <c:v>1.0367900000000001</c:v>
                </c:pt>
                <c:pt idx="5033">
                  <c:v>1.0370999999999999</c:v>
                </c:pt>
                <c:pt idx="5034">
                  <c:v>1.0374000000000001</c:v>
                </c:pt>
                <c:pt idx="5035">
                  <c:v>1.0377099999999999</c:v>
                </c:pt>
                <c:pt idx="5036">
                  <c:v>1.0380100000000001</c:v>
                </c:pt>
                <c:pt idx="5037">
                  <c:v>1.0383199999999999</c:v>
                </c:pt>
                <c:pt idx="5038">
                  <c:v>1.0386200000000001</c:v>
                </c:pt>
                <c:pt idx="5039">
                  <c:v>1.0389299999999999</c:v>
                </c:pt>
                <c:pt idx="5040">
                  <c:v>1.0392300000000001</c:v>
                </c:pt>
                <c:pt idx="5041">
                  <c:v>1.0395399999999999</c:v>
                </c:pt>
                <c:pt idx="5042">
                  <c:v>1.0398400000000001</c:v>
                </c:pt>
                <c:pt idx="5043">
                  <c:v>1.0401499999999999</c:v>
                </c:pt>
                <c:pt idx="5044">
                  <c:v>1.0404599999999999</c:v>
                </c:pt>
                <c:pt idx="5045">
                  <c:v>1.0407599999999999</c:v>
                </c:pt>
                <c:pt idx="5046">
                  <c:v>1.0410699999999999</c:v>
                </c:pt>
                <c:pt idx="5047">
                  <c:v>1.0413699999999999</c:v>
                </c:pt>
                <c:pt idx="5048">
                  <c:v>1.0416799999999999</c:v>
                </c:pt>
                <c:pt idx="5049">
                  <c:v>1.0419799999999999</c:v>
                </c:pt>
                <c:pt idx="5050">
                  <c:v>1.0422899999999999</c:v>
                </c:pt>
                <c:pt idx="5051">
                  <c:v>1.0425899999999999</c:v>
                </c:pt>
                <c:pt idx="5052">
                  <c:v>1.0428999999999999</c:v>
                </c:pt>
                <c:pt idx="5053">
                  <c:v>1.0431999999999999</c:v>
                </c:pt>
                <c:pt idx="5054">
                  <c:v>1.0435099999999999</c:v>
                </c:pt>
                <c:pt idx="5055">
                  <c:v>1.0438099999999999</c:v>
                </c:pt>
                <c:pt idx="5056">
                  <c:v>1.0441199999999999</c:v>
                </c:pt>
                <c:pt idx="5057">
                  <c:v>1.04443</c:v>
                </c:pt>
                <c:pt idx="5058">
                  <c:v>1.0447299999999999</c:v>
                </c:pt>
                <c:pt idx="5059">
                  <c:v>1.04504</c:v>
                </c:pt>
                <c:pt idx="5060">
                  <c:v>1.0453399999999999</c:v>
                </c:pt>
                <c:pt idx="5061">
                  <c:v>1.04565</c:v>
                </c:pt>
                <c:pt idx="5062">
                  <c:v>1.0459499999999999</c:v>
                </c:pt>
                <c:pt idx="5063">
                  <c:v>1.04626</c:v>
                </c:pt>
                <c:pt idx="5064">
                  <c:v>1.0465599999999999</c:v>
                </c:pt>
                <c:pt idx="5065">
                  <c:v>1.04687</c:v>
                </c:pt>
                <c:pt idx="5066">
                  <c:v>1.0471699999999999</c:v>
                </c:pt>
                <c:pt idx="5067">
                  <c:v>1.04748</c:v>
                </c:pt>
                <c:pt idx="5068">
                  <c:v>1.0477799999999999</c:v>
                </c:pt>
                <c:pt idx="5069">
                  <c:v>1.04809</c:v>
                </c:pt>
                <c:pt idx="5070">
                  <c:v>1.0484</c:v>
                </c:pt>
                <c:pt idx="5071">
                  <c:v>1.0487</c:v>
                </c:pt>
                <c:pt idx="5072">
                  <c:v>1.04901</c:v>
                </c:pt>
                <c:pt idx="5073">
                  <c:v>1.04931</c:v>
                </c:pt>
                <c:pt idx="5074">
                  <c:v>1.04962</c:v>
                </c:pt>
                <c:pt idx="5075">
                  <c:v>1.04992</c:v>
                </c:pt>
                <c:pt idx="5076">
                  <c:v>1.05023</c:v>
                </c:pt>
                <c:pt idx="5077">
                  <c:v>1.05053</c:v>
                </c:pt>
                <c:pt idx="5078">
                  <c:v>1.05084</c:v>
                </c:pt>
                <c:pt idx="5079">
                  <c:v>1.05114</c:v>
                </c:pt>
                <c:pt idx="5080">
                  <c:v>1.05145</c:v>
                </c:pt>
                <c:pt idx="5081">
                  <c:v>1.05175</c:v>
                </c:pt>
                <c:pt idx="5082">
                  <c:v>1.05206</c:v>
                </c:pt>
                <c:pt idx="5083">
                  <c:v>1.05237</c:v>
                </c:pt>
                <c:pt idx="5084">
                  <c:v>1.05267</c:v>
                </c:pt>
                <c:pt idx="5085">
                  <c:v>1.05298</c:v>
                </c:pt>
                <c:pt idx="5086">
                  <c:v>1.05328</c:v>
                </c:pt>
                <c:pt idx="5087">
                  <c:v>1.05359</c:v>
                </c:pt>
                <c:pt idx="5088">
                  <c:v>1.05389</c:v>
                </c:pt>
                <c:pt idx="5089">
                  <c:v>1.0542</c:v>
                </c:pt>
                <c:pt idx="5090">
                  <c:v>1.0545</c:v>
                </c:pt>
                <c:pt idx="5091">
                  <c:v>1.05481</c:v>
                </c:pt>
                <c:pt idx="5092">
                  <c:v>1.05511</c:v>
                </c:pt>
                <c:pt idx="5093">
                  <c:v>1.05542</c:v>
                </c:pt>
                <c:pt idx="5094">
                  <c:v>1.05572</c:v>
                </c:pt>
                <c:pt idx="5095">
                  <c:v>1.05603</c:v>
                </c:pt>
                <c:pt idx="5096">
                  <c:v>1.0563400000000001</c:v>
                </c:pt>
                <c:pt idx="5097">
                  <c:v>1.05664</c:v>
                </c:pt>
                <c:pt idx="5098">
                  <c:v>1.0569500000000001</c:v>
                </c:pt>
                <c:pt idx="5099">
                  <c:v>1.05725</c:v>
                </c:pt>
                <c:pt idx="5100">
                  <c:v>1.0575600000000001</c:v>
                </c:pt>
                <c:pt idx="5101">
                  <c:v>1.05786</c:v>
                </c:pt>
                <c:pt idx="5102">
                  <c:v>1.0581700000000001</c:v>
                </c:pt>
                <c:pt idx="5103">
                  <c:v>1.05847</c:v>
                </c:pt>
                <c:pt idx="5104">
                  <c:v>1.0587800000000001</c:v>
                </c:pt>
                <c:pt idx="5105">
                  <c:v>1.05908</c:v>
                </c:pt>
                <c:pt idx="5106">
                  <c:v>1.0593900000000001</c:v>
                </c:pt>
                <c:pt idx="5107">
                  <c:v>1.0597000000000001</c:v>
                </c:pt>
                <c:pt idx="5108">
                  <c:v>1.06</c:v>
                </c:pt>
                <c:pt idx="5109">
                  <c:v>1.0603100000000001</c:v>
                </c:pt>
                <c:pt idx="5110">
                  <c:v>1.0606100000000001</c:v>
                </c:pt>
                <c:pt idx="5111">
                  <c:v>1.0609200000000001</c:v>
                </c:pt>
                <c:pt idx="5112">
                  <c:v>1.0612200000000001</c:v>
                </c:pt>
                <c:pt idx="5113">
                  <c:v>1.0615300000000001</c:v>
                </c:pt>
                <c:pt idx="5114">
                  <c:v>1.0618300000000001</c:v>
                </c:pt>
                <c:pt idx="5115">
                  <c:v>1.0621400000000001</c:v>
                </c:pt>
                <c:pt idx="5116">
                  <c:v>1.0624400000000001</c:v>
                </c:pt>
                <c:pt idx="5117">
                  <c:v>1.0627500000000001</c:v>
                </c:pt>
                <c:pt idx="5118">
                  <c:v>1.0630500000000001</c:v>
                </c:pt>
                <c:pt idx="5119">
                  <c:v>1.0633600000000001</c:v>
                </c:pt>
                <c:pt idx="5120">
                  <c:v>1.0636699999999999</c:v>
                </c:pt>
                <c:pt idx="5121">
                  <c:v>1.0639700000000001</c:v>
                </c:pt>
                <c:pt idx="5122">
                  <c:v>1.0642799999999999</c:v>
                </c:pt>
                <c:pt idx="5123">
                  <c:v>1.0645800000000001</c:v>
                </c:pt>
                <c:pt idx="5124">
                  <c:v>1.0648899999999999</c:v>
                </c:pt>
                <c:pt idx="5125">
                  <c:v>1.0651900000000001</c:v>
                </c:pt>
                <c:pt idx="5126">
                  <c:v>1.0654999999999999</c:v>
                </c:pt>
                <c:pt idx="5127">
                  <c:v>1.0658000000000001</c:v>
                </c:pt>
                <c:pt idx="5128">
                  <c:v>1.0661099999999999</c:v>
                </c:pt>
                <c:pt idx="5129">
                  <c:v>1.0664100000000001</c:v>
                </c:pt>
                <c:pt idx="5130">
                  <c:v>1.0667199999999999</c:v>
                </c:pt>
                <c:pt idx="5131">
                  <c:v>1.0670200000000001</c:v>
                </c:pt>
                <c:pt idx="5132">
                  <c:v>1.0673299999999999</c:v>
                </c:pt>
                <c:pt idx="5133">
                  <c:v>1.0676399999999999</c:v>
                </c:pt>
                <c:pt idx="5134">
                  <c:v>1.0679399999999999</c:v>
                </c:pt>
                <c:pt idx="5135">
                  <c:v>1.0682499999999999</c:v>
                </c:pt>
                <c:pt idx="5136">
                  <c:v>1.0685500000000001</c:v>
                </c:pt>
                <c:pt idx="5137">
                  <c:v>1.0688599999999999</c:v>
                </c:pt>
                <c:pt idx="5138">
                  <c:v>1.0691600000000001</c:v>
                </c:pt>
                <c:pt idx="5139">
                  <c:v>1.0694699999999999</c:v>
                </c:pt>
                <c:pt idx="5140">
                  <c:v>1.0697700000000001</c:v>
                </c:pt>
                <c:pt idx="5141">
                  <c:v>1.0700799999999999</c:v>
                </c:pt>
                <c:pt idx="5142">
                  <c:v>1.0703800000000001</c:v>
                </c:pt>
                <c:pt idx="5143">
                  <c:v>1.0706899999999999</c:v>
                </c:pt>
                <c:pt idx="5144">
                  <c:v>1.0709900000000001</c:v>
                </c:pt>
                <c:pt idx="5145">
                  <c:v>1.0712999999999999</c:v>
                </c:pt>
                <c:pt idx="5146">
                  <c:v>1.07161</c:v>
                </c:pt>
                <c:pt idx="5147">
                  <c:v>1.0719099999999999</c:v>
                </c:pt>
                <c:pt idx="5148">
                  <c:v>1.07222</c:v>
                </c:pt>
                <c:pt idx="5149">
                  <c:v>1.0725199999999999</c:v>
                </c:pt>
                <c:pt idx="5150">
                  <c:v>1.07283</c:v>
                </c:pt>
                <c:pt idx="5151">
                  <c:v>1.0731299999999999</c:v>
                </c:pt>
                <c:pt idx="5152">
                  <c:v>1.0734399999999999</c:v>
                </c:pt>
                <c:pt idx="5153">
                  <c:v>1.0737399999999999</c:v>
                </c:pt>
                <c:pt idx="5154">
                  <c:v>1.0740499999999999</c:v>
                </c:pt>
                <c:pt idx="5155">
                  <c:v>1.0743499999999999</c:v>
                </c:pt>
                <c:pt idx="5156">
                  <c:v>1.0746599999999999</c:v>
                </c:pt>
                <c:pt idx="5157">
                  <c:v>1.07497</c:v>
                </c:pt>
                <c:pt idx="5158">
                  <c:v>1.0752699999999999</c:v>
                </c:pt>
                <c:pt idx="5159">
                  <c:v>1.07558</c:v>
                </c:pt>
                <c:pt idx="5160">
                  <c:v>1.0758799999999999</c:v>
                </c:pt>
                <c:pt idx="5161">
                  <c:v>1.07619</c:v>
                </c:pt>
                <c:pt idx="5162">
                  <c:v>1.0764899999999999</c:v>
                </c:pt>
                <c:pt idx="5163">
                  <c:v>1.0768</c:v>
                </c:pt>
                <c:pt idx="5164">
                  <c:v>1.0770999999999999</c:v>
                </c:pt>
                <c:pt idx="5165">
                  <c:v>1.07741</c:v>
                </c:pt>
                <c:pt idx="5166">
                  <c:v>1.0777099999999999</c:v>
                </c:pt>
                <c:pt idx="5167">
                  <c:v>1.07802</c:v>
                </c:pt>
                <c:pt idx="5168">
                  <c:v>1.0783199999999999</c:v>
                </c:pt>
                <c:pt idx="5169">
                  <c:v>1.07863</c:v>
                </c:pt>
                <c:pt idx="5170">
                  <c:v>1.07894</c:v>
                </c:pt>
                <c:pt idx="5171">
                  <c:v>1.07924</c:v>
                </c:pt>
                <c:pt idx="5172">
                  <c:v>1.07955</c:v>
                </c:pt>
                <c:pt idx="5173">
                  <c:v>1.07985</c:v>
                </c:pt>
                <c:pt idx="5174">
                  <c:v>1.08016</c:v>
                </c:pt>
                <c:pt idx="5175">
                  <c:v>1.08046</c:v>
                </c:pt>
                <c:pt idx="5176">
                  <c:v>1.08077</c:v>
                </c:pt>
                <c:pt idx="5177">
                  <c:v>1.08107</c:v>
                </c:pt>
                <c:pt idx="5178">
                  <c:v>1.08138</c:v>
                </c:pt>
                <c:pt idx="5179">
                  <c:v>1.08168</c:v>
                </c:pt>
                <c:pt idx="5180">
                  <c:v>1.08199</c:v>
                </c:pt>
                <c:pt idx="5181">
                  <c:v>1.08229</c:v>
                </c:pt>
                <c:pt idx="5182">
                  <c:v>1.0826</c:v>
                </c:pt>
                <c:pt idx="5183">
                  <c:v>1.08291</c:v>
                </c:pt>
                <c:pt idx="5184">
                  <c:v>1.08321</c:v>
                </c:pt>
                <c:pt idx="5185">
                  <c:v>1.08352</c:v>
                </c:pt>
                <c:pt idx="5186">
                  <c:v>1.08382</c:v>
                </c:pt>
                <c:pt idx="5187">
                  <c:v>1.08413</c:v>
                </c:pt>
                <c:pt idx="5188">
                  <c:v>1.08443</c:v>
                </c:pt>
                <c:pt idx="5189">
                  <c:v>1.08474</c:v>
                </c:pt>
                <c:pt idx="5190">
                  <c:v>1.08504</c:v>
                </c:pt>
                <c:pt idx="5191">
                  <c:v>1.08535</c:v>
                </c:pt>
                <c:pt idx="5192">
                  <c:v>1.08565</c:v>
                </c:pt>
                <c:pt idx="5193">
                  <c:v>1.08596</c:v>
                </c:pt>
                <c:pt idx="5194">
                  <c:v>1.08626</c:v>
                </c:pt>
                <c:pt idx="5195">
                  <c:v>1.08657</c:v>
                </c:pt>
                <c:pt idx="5196">
                  <c:v>1.0868800000000001</c:v>
                </c:pt>
                <c:pt idx="5197">
                  <c:v>1.08718</c:v>
                </c:pt>
                <c:pt idx="5198">
                  <c:v>1.0874900000000001</c:v>
                </c:pt>
                <c:pt idx="5199">
                  <c:v>1.08779</c:v>
                </c:pt>
                <c:pt idx="5200">
                  <c:v>1.0881000000000001</c:v>
                </c:pt>
                <c:pt idx="5201">
                  <c:v>1.0884</c:v>
                </c:pt>
                <c:pt idx="5202">
                  <c:v>1.0887100000000001</c:v>
                </c:pt>
                <c:pt idx="5203">
                  <c:v>1.08901</c:v>
                </c:pt>
                <c:pt idx="5204">
                  <c:v>1.0893200000000001</c:v>
                </c:pt>
                <c:pt idx="5205">
                  <c:v>1.08962</c:v>
                </c:pt>
                <c:pt idx="5206">
                  <c:v>1.0899300000000001</c:v>
                </c:pt>
                <c:pt idx="5207">
                  <c:v>1.09023</c:v>
                </c:pt>
                <c:pt idx="5208">
                  <c:v>1.0905400000000001</c:v>
                </c:pt>
                <c:pt idx="5209">
                  <c:v>1.0908500000000001</c:v>
                </c:pt>
                <c:pt idx="5210">
                  <c:v>1.0911500000000001</c:v>
                </c:pt>
                <c:pt idx="5211">
                  <c:v>1.0914600000000001</c:v>
                </c:pt>
                <c:pt idx="5212">
                  <c:v>1.0917600000000001</c:v>
                </c:pt>
                <c:pt idx="5213">
                  <c:v>1.0920700000000001</c:v>
                </c:pt>
                <c:pt idx="5214">
                  <c:v>1.0923700000000001</c:v>
                </c:pt>
                <c:pt idx="5215">
                  <c:v>1.0926800000000001</c:v>
                </c:pt>
                <c:pt idx="5216">
                  <c:v>1.0929800000000001</c:v>
                </c:pt>
                <c:pt idx="5217">
                  <c:v>1.0932900000000001</c:v>
                </c:pt>
                <c:pt idx="5218">
                  <c:v>1.0935900000000001</c:v>
                </c:pt>
                <c:pt idx="5219">
                  <c:v>1.0939000000000001</c:v>
                </c:pt>
                <c:pt idx="5220">
                  <c:v>1.0942099999999999</c:v>
                </c:pt>
                <c:pt idx="5221">
                  <c:v>1.0945100000000001</c:v>
                </c:pt>
                <c:pt idx="5222">
                  <c:v>1.0948199999999999</c:v>
                </c:pt>
                <c:pt idx="5223">
                  <c:v>1.0951200000000001</c:v>
                </c:pt>
                <c:pt idx="5224">
                  <c:v>1.0954299999999999</c:v>
                </c:pt>
                <c:pt idx="5225">
                  <c:v>1.0957300000000001</c:v>
                </c:pt>
                <c:pt idx="5226">
                  <c:v>1.0960399999999999</c:v>
                </c:pt>
                <c:pt idx="5227">
                  <c:v>1.0963400000000001</c:v>
                </c:pt>
                <c:pt idx="5228">
                  <c:v>1.0966499999999999</c:v>
                </c:pt>
                <c:pt idx="5229">
                  <c:v>1.0969500000000001</c:v>
                </c:pt>
                <c:pt idx="5230">
                  <c:v>1.0972599999999999</c:v>
                </c:pt>
                <c:pt idx="5231">
                  <c:v>1.0975600000000001</c:v>
                </c:pt>
                <c:pt idx="5232">
                  <c:v>1.0978699999999999</c:v>
                </c:pt>
                <c:pt idx="5233">
                  <c:v>1.0981799999999999</c:v>
                </c:pt>
                <c:pt idx="5234">
                  <c:v>1.0984799999999999</c:v>
                </c:pt>
                <c:pt idx="5235">
                  <c:v>1.0987899999999999</c:v>
                </c:pt>
                <c:pt idx="5236">
                  <c:v>1.0990899999999999</c:v>
                </c:pt>
                <c:pt idx="5237">
                  <c:v>1.0993999999999999</c:v>
                </c:pt>
                <c:pt idx="5238">
                  <c:v>1.0996999999999999</c:v>
                </c:pt>
                <c:pt idx="5239">
                  <c:v>1.1000099999999999</c:v>
                </c:pt>
                <c:pt idx="5240">
                  <c:v>1.1003099999999999</c:v>
                </c:pt>
                <c:pt idx="5241">
                  <c:v>1.1006199999999999</c:v>
                </c:pt>
                <c:pt idx="5242">
                  <c:v>1.1009199999999999</c:v>
                </c:pt>
                <c:pt idx="5243">
                  <c:v>1.1012299999999999</c:v>
                </c:pt>
                <c:pt idx="5244">
                  <c:v>1.1015299999999999</c:v>
                </c:pt>
                <c:pt idx="5245">
                  <c:v>1.1018399999999999</c:v>
                </c:pt>
                <c:pt idx="5246">
                  <c:v>1.10215</c:v>
                </c:pt>
                <c:pt idx="5247">
                  <c:v>1.1024499999999999</c:v>
                </c:pt>
                <c:pt idx="5248">
                  <c:v>1.10276</c:v>
                </c:pt>
                <c:pt idx="5249">
                  <c:v>1.1030599999999999</c:v>
                </c:pt>
                <c:pt idx="5250">
                  <c:v>1.10337</c:v>
                </c:pt>
                <c:pt idx="5251">
                  <c:v>1.1036699999999999</c:v>
                </c:pt>
                <c:pt idx="5252">
                  <c:v>1.10398</c:v>
                </c:pt>
                <c:pt idx="5253">
                  <c:v>1.1042799999999999</c:v>
                </c:pt>
                <c:pt idx="5254">
                  <c:v>1.10459</c:v>
                </c:pt>
                <c:pt idx="5255">
                  <c:v>1.1048899999999999</c:v>
                </c:pt>
                <c:pt idx="5256">
                  <c:v>1.1052</c:v>
                </c:pt>
                <c:pt idx="5257">
                  <c:v>1.1054999999999999</c:v>
                </c:pt>
                <c:pt idx="5258">
                  <c:v>1.10581</c:v>
                </c:pt>
                <c:pt idx="5259">
                  <c:v>1.10612</c:v>
                </c:pt>
                <c:pt idx="5260">
                  <c:v>1.10642</c:v>
                </c:pt>
                <c:pt idx="5261">
                  <c:v>1.10673</c:v>
                </c:pt>
                <c:pt idx="5262">
                  <c:v>1.10703</c:v>
                </c:pt>
                <c:pt idx="5263">
                  <c:v>1.10734</c:v>
                </c:pt>
                <c:pt idx="5264">
                  <c:v>1.10764</c:v>
                </c:pt>
                <c:pt idx="5265">
                  <c:v>1.10795</c:v>
                </c:pt>
                <c:pt idx="5266">
                  <c:v>1.10825</c:v>
                </c:pt>
                <c:pt idx="5267">
                  <c:v>1.10856</c:v>
                </c:pt>
                <c:pt idx="5268">
                  <c:v>1.10886</c:v>
                </c:pt>
                <c:pt idx="5269">
                  <c:v>1.10917</c:v>
                </c:pt>
                <c:pt idx="5270">
                  <c:v>1.10947</c:v>
                </c:pt>
                <c:pt idx="5271">
                  <c:v>1.10978</c:v>
                </c:pt>
                <c:pt idx="5272">
                  <c:v>1.11009</c:v>
                </c:pt>
                <c:pt idx="5273">
                  <c:v>1.11039</c:v>
                </c:pt>
                <c:pt idx="5274">
                  <c:v>1.1107</c:v>
                </c:pt>
                <c:pt idx="5275">
                  <c:v>1.111</c:v>
                </c:pt>
                <c:pt idx="5276">
                  <c:v>1.11131</c:v>
                </c:pt>
                <c:pt idx="5277">
                  <c:v>1.11161</c:v>
                </c:pt>
                <c:pt idx="5278">
                  <c:v>1.11192</c:v>
                </c:pt>
                <c:pt idx="5279">
                  <c:v>1.11222</c:v>
                </c:pt>
                <c:pt idx="5280">
                  <c:v>1.11253</c:v>
                </c:pt>
                <c:pt idx="5281">
                  <c:v>1.11283</c:v>
                </c:pt>
                <c:pt idx="5282">
                  <c:v>1.11314</c:v>
                </c:pt>
                <c:pt idx="5283">
                  <c:v>1.1134500000000001</c:v>
                </c:pt>
                <c:pt idx="5284">
                  <c:v>1.11375</c:v>
                </c:pt>
                <c:pt idx="5285">
                  <c:v>1.1140600000000001</c:v>
                </c:pt>
                <c:pt idx="5286">
                  <c:v>1.11436</c:v>
                </c:pt>
                <c:pt idx="5287">
                  <c:v>1.11467</c:v>
                </c:pt>
                <c:pt idx="5288">
                  <c:v>1.11497</c:v>
                </c:pt>
                <c:pt idx="5289">
                  <c:v>1.11528</c:v>
                </c:pt>
                <c:pt idx="5290">
                  <c:v>1.11558</c:v>
                </c:pt>
                <c:pt idx="5291">
                  <c:v>1.11589</c:v>
                </c:pt>
                <c:pt idx="5292">
                  <c:v>1.11619</c:v>
                </c:pt>
                <c:pt idx="5293">
                  <c:v>1.1165</c:v>
                </c:pt>
                <c:pt idx="5294">
                  <c:v>1.1168</c:v>
                </c:pt>
                <c:pt idx="5295">
                  <c:v>1.11711</c:v>
                </c:pt>
                <c:pt idx="5296">
                  <c:v>1.1174200000000001</c:v>
                </c:pt>
                <c:pt idx="5297">
                  <c:v>1.11772</c:v>
                </c:pt>
                <c:pt idx="5298">
                  <c:v>1.1180300000000001</c:v>
                </c:pt>
                <c:pt idx="5299">
                  <c:v>1.11833</c:v>
                </c:pt>
                <c:pt idx="5300">
                  <c:v>1.1186400000000001</c:v>
                </c:pt>
                <c:pt idx="5301">
                  <c:v>1.11894</c:v>
                </c:pt>
                <c:pt idx="5302">
                  <c:v>1.1192500000000001</c:v>
                </c:pt>
                <c:pt idx="5303">
                  <c:v>1.11955</c:v>
                </c:pt>
                <c:pt idx="5304">
                  <c:v>1.1198600000000001</c:v>
                </c:pt>
                <c:pt idx="5305">
                  <c:v>1.12016</c:v>
                </c:pt>
                <c:pt idx="5306">
                  <c:v>1.1204700000000001</c:v>
                </c:pt>
                <c:pt idx="5307">
                  <c:v>1.12077</c:v>
                </c:pt>
                <c:pt idx="5308">
                  <c:v>1.1210800000000001</c:v>
                </c:pt>
                <c:pt idx="5309">
                  <c:v>1.1213900000000001</c:v>
                </c:pt>
                <c:pt idx="5310">
                  <c:v>1.1216900000000001</c:v>
                </c:pt>
                <c:pt idx="5311">
                  <c:v>1.1220000000000001</c:v>
                </c:pt>
                <c:pt idx="5312">
                  <c:v>1.1223000000000001</c:v>
                </c:pt>
                <c:pt idx="5313">
                  <c:v>1.1226100000000001</c:v>
                </c:pt>
                <c:pt idx="5314">
                  <c:v>1.1229100000000001</c:v>
                </c:pt>
                <c:pt idx="5315">
                  <c:v>1.1232200000000001</c:v>
                </c:pt>
                <c:pt idx="5316">
                  <c:v>1.1235200000000001</c:v>
                </c:pt>
                <c:pt idx="5317">
                  <c:v>1.1238300000000001</c:v>
                </c:pt>
                <c:pt idx="5318">
                  <c:v>1.1241300000000001</c:v>
                </c:pt>
                <c:pt idx="5319">
                  <c:v>1.1244400000000001</c:v>
                </c:pt>
                <c:pt idx="5320">
                  <c:v>1.1247400000000001</c:v>
                </c:pt>
                <c:pt idx="5321">
                  <c:v>1.1250500000000001</c:v>
                </c:pt>
                <c:pt idx="5322">
                  <c:v>1.1253599999999999</c:v>
                </c:pt>
                <c:pt idx="5323">
                  <c:v>1.1256600000000001</c:v>
                </c:pt>
                <c:pt idx="5324">
                  <c:v>1.1259699999999999</c:v>
                </c:pt>
                <c:pt idx="5325">
                  <c:v>1.1262700000000001</c:v>
                </c:pt>
                <c:pt idx="5326">
                  <c:v>1.1265799999999999</c:v>
                </c:pt>
                <c:pt idx="5327">
                  <c:v>1.1268800000000001</c:v>
                </c:pt>
                <c:pt idx="5328">
                  <c:v>1.1271899999999999</c:v>
                </c:pt>
                <c:pt idx="5329">
                  <c:v>1.1274900000000001</c:v>
                </c:pt>
                <c:pt idx="5330">
                  <c:v>1.1277999999999999</c:v>
                </c:pt>
                <c:pt idx="5331">
                  <c:v>1.1281000000000001</c:v>
                </c:pt>
                <c:pt idx="5332">
                  <c:v>1.1284099999999999</c:v>
                </c:pt>
                <c:pt idx="5333">
                  <c:v>1.1287199999999999</c:v>
                </c:pt>
                <c:pt idx="5334">
                  <c:v>1.1290199999999999</c:v>
                </c:pt>
                <c:pt idx="5335">
                  <c:v>1.1293299999999999</c:v>
                </c:pt>
                <c:pt idx="5336">
                  <c:v>1.1296299999999999</c:v>
                </c:pt>
                <c:pt idx="5337">
                  <c:v>1.1299399999999999</c:v>
                </c:pt>
                <c:pt idx="5338">
                  <c:v>1.1302399999999999</c:v>
                </c:pt>
                <c:pt idx="5339">
                  <c:v>1.1305499999999999</c:v>
                </c:pt>
                <c:pt idx="5340">
                  <c:v>1.1308499999999999</c:v>
                </c:pt>
                <c:pt idx="5341">
                  <c:v>1.1311599999999999</c:v>
                </c:pt>
                <c:pt idx="5342">
                  <c:v>1.1314599999999999</c:v>
                </c:pt>
                <c:pt idx="5343">
                  <c:v>1.1317699999999999</c:v>
                </c:pt>
                <c:pt idx="5344">
                  <c:v>1.1320699999999999</c:v>
                </c:pt>
                <c:pt idx="5345">
                  <c:v>1.1323799999999999</c:v>
                </c:pt>
                <c:pt idx="5346">
                  <c:v>1.13269</c:v>
                </c:pt>
                <c:pt idx="5347">
                  <c:v>1.1329899999999999</c:v>
                </c:pt>
                <c:pt idx="5348">
                  <c:v>1.1333</c:v>
                </c:pt>
                <c:pt idx="5349">
                  <c:v>1.1335999999999999</c:v>
                </c:pt>
                <c:pt idx="5350">
                  <c:v>1.13391</c:v>
                </c:pt>
                <c:pt idx="5351">
                  <c:v>1.1342099999999999</c:v>
                </c:pt>
                <c:pt idx="5352">
                  <c:v>1.13452</c:v>
                </c:pt>
                <c:pt idx="5353">
                  <c:v>1.1348199999999999</c:v>
                </c:pt>
                <c:pt idx="5354">
                  <c:v>1.13513</c:v>
                </c:pt>
                <c:pt idx="5355">
                  <c:v>1.1354299999999999</c:v>
                </c:pt>
                <c:pt idx="5356">
                  <c:v>1.13574</c:v>
                </c:pt>
                <c:pt idx="5357">
                  <c:v>1.1360399999999999</c:v>
                </c:pt>
                <c:pt idx="5358">
                  <c:v>1.13635</c:v>
                </c:pt>
                <c:pt idx="5359">
                  <c:v>1.13666</c:v>
                </c:pt>
                <c:pt idx="5360">
                  <c:v>1.13696</c:v>
                </c:pt>
                <c:pt idx="5361">
                  <c:v>1.13727</c:v>
                </c:pt>
                <c:pt idx="5362">
                  <c:v>1.13757</c:v>
                </c:pt>
                <c:pt idx="5363">
                  <c:v>1.13788</c:v>
                </c:pt>
                <c:pt idx="5364">
                  <c:v>1.13818</c:v>
                </c:pt>
                <c:pt idx="5365">
                  <c:v>1.13849</c:v>
                </c:pt>
                <c:pt idx="5366">
                  <c:v>1.13879</c:v>
                </c:pt>
                <c:pt idx="5367">
                  <c:v>1.1391</c:v>
                </c:pt>
                <c:pt idx="5368">
                  <c:v>1.1394</c:v>
                </c:pt>
                <c:pt idx="5369">
                  <c:v>1.13971</c:v>
                </c:pt>
                <c:pt idx="5370">
                  <c:v>1.14001</c:v>
                </c:pt>
                <c:pt idx="5371">
                  <c:v>1.14032</c:v>
                </c:pt>
                <c:pt idx="5372">
                  <c:v>1.14063</c:v>
                </c:pt>
                <c:pt idx="5373">
                  <c:v>1.14093</c:v>
                </c:pt>
                <c:pt idx="5374">
                  <c:v>1.14124</c:v>
                </c:pt>
                <c:pt idx="5375">
                  <c:v>1.14154</c:v>
                </c:pt>
                <c:pt idx="5376">
                  <c:v>1.14185</c:v>
                </c:pt>
                <c:pt idx="5377">
                  <c:v>1.14215</c:v>
                </c:pt>
                <c:pt idx="5378">
                  <c:v>1.14246</c:v>
                </c:pt>
                <c:pt idx="5379">
                  <c:v>1.14276</c:v>
                </c:pt>
                <c:pt idx="5380">
                  <c:v>1.14307</c:v>
                </c:pt>
                <c:pt idx="5381">
                  <c:v>1.14337</c:v>
                </c:pt>
                <c:pt idx="5382">
                  <c:v>1.14368</c:v>
                </c:pt>
                <c:pt idx="5383">
                  <c:v>1.14398</c:v>
                </c:pt>
                <c:pt idx="5384">
                  <c:v>1.14429</c:v>
                </c:pt>
                <c:pt idx="5385">
                  <c:v>1.1446000000000001</c:v>
                </c:pt>
                <c:pt idx="5386">
                  <c:v>1.1449</c:v>
                </c:pt>
                <c:pt idx="5387">
                  <c:v>1.1452100000000001</c:v>
                </c:pt>
                <c:pt idx="5388">
                  <c:v>1.14551</c:v>
                </c:pt>
                <c:pt idx="5389">
                  <c:v>1.1458200000000001</c:v>
                </c:pt>
                <c:pt idx="5390">
                  <c:v>1.14612</c:v>
                </c:pt>
                <c:pt idx="5391">
                  <c:v>1.1464300000000001</c:v>
                </c:pt>
                <c:pt idx="5392">
                  <c:v>1.14673</c:v>
                </c:pt>
                <c:pt idx="5393">
                  <c:v>1.1470400000000001</c:v>
                </c:pt>
                <c:pt idx="5394">
                  <c:v>1.14734</c:v>
                </c:pt>
                <c:pt idx="5395">
                  <c:v>1.1476500000000001</c:v>
                </c:pt>
                <c:pt idx="5396">
                  <c:v>1.1479600000000001</c:v>
                </c:pt>
                <c:pt idx="5397">
                  <c:v>1.1482600000000001</c:v>
                </c:pt>
                <c:pt idx="5398">
                  <c:v>1.1485700000000001</c:v>
                </c:pt>
                <c:pt idx="5399">
                  <c:v>1.1488700000000001</c:v>
                </c:pt>
                <c:pt idx="5400">
                  <c:v>1.1491800000000001</c:v>
                </c:pt>
                <c:pt idx="5401">
                  <c:v>1.1494800000000001</c:v>
                </c:pt>
                <c:pt idx="5402">
                  <c:v>1.1497900000000001</c:v>
                </c:pt>
                <c:pt idx="5403">
                  <c:v>1.1500900000000001</c:v>
                </c:pt>
                <c:pt idx="5404">
                  <c:v>1.1504000000000001</c:v>
                </c:pt>
                <c:pt idx="5405">
                  <c:v>1.1507000000000001</c:v>
                </c:pt>
                <c:pt idx="5406">
                  <c:v>1.1510100000000001</c:v>
                </c:pt>
                <c:pt idx="5407">
                  <c:v>1.1513100000000001</c:v>
                </c:pt>
                <c:pt idx="5408">
                  <c:v>1.1516200000000001</c:v>
                </c:pt>
                <c:pt idx="5409">
                  <c:v>1.1519299999999999</c:v>
                </c:pt>
                <c:pt idx="5410">
                  <c:v>1.1522300000000001</c:v>
                </c:pt>
                <c:pt idx="5411">
                  <c:v>1.1525399999999999</c:v>
                </c:pt>
                <c:pt idx="5412">
                  <c:v>1.1528400000000001</c:v>
                </c:pt>
                <c:pt idx="5413">
                  <c:v>1.1531499999999999</c:v>
                </c:pt>
                <c:pt idx="5414">
                  <c:v>1.1534500000000001</c:v>
                </c:pt>
                <c:pt idx="5415">
                  <c:v>1.1537599999999999</c:v>
                </c:pt>
                <c:pt idx="5416">
                  <c:v>1.1540600000000001</c:v>
                </c:pt>
                <c:pt idx="5417">
                  <c:v>1.1543699999999999</c:v>
                </c:pt>
                <c:pt idx="5418">
                  <c:v>1.1546700000000001</c:v>
                </c:pt>
                <c:pt idx="5419">
                  <c:v>1.1549799999999999</c:v>
                </c:pt>
                <c:pt idx="5420">
                  <c:v>1.1552800000000001</c:v>
                </c:pt>
                <c:pt idx="5421">
                  <c:v>1.1555899999999999</c:v>
                </c:pt>
                <c:pt idx="5422">
                  <c:v>1.1558999999999999</c:v>
                </c:pt>
                <c:pt idx="5423">
                  <c:v>1.1561999999999999</c:v>
                </c:pt>
                <c:pt idx="5424">
                  <c:v>1.1565099999999999</c:v>
                </c:pt>
                <c:pt idx="5425">
                  <c:v>1.1568099999999999</c:v>
                </c:pt>
                <c:pt idx="5426">
                  <c:v>1.1571199999999999</c:v>
                </c:pt>
                <c:pt idx="5427">
                  <c:v>1.1574199999999999</c:v>
                </c:pt>
                <c:pt idx="5428">
                  <c:v>1.1577299999999999</c:v>
                </c:pt>
                <c:pt idx="5429">
                  <c:v>1.1580299999999999</c:v>
                </c:pt>
                <c:pt idx="5430">
                  <c:v>1.1583399999999999</c:v>
                </c:pt>
                <c:pt idx="5431">
                  <c:v>1.1586399999999999</c:v>
                </c:pt>
                <c:pt idx="5432">
                  <c:v>1.1589499999999999</c:v>
                </c:pt>
                <c:pt idx="5433">
                  <c:v>1.1592499999999999</c:v>
                </c:pt>
                <c:pt idx="5434">
                  <c:v>1.1595599999999999</c:v>
                </c:pt>
                <c:pt idx="5435">
                  <c:v>1.15987</c:v>
                </c:pt>
                <c:pt idx="5436">
                  <c:v>1.1601699999999999</c:v>
                </c:pt>
                <c:pt idx="5437">
                  <c:v>1.16048</c:v>
                </c:pt>
                <c:pt idx="5438">
                  <c:v>1.1607799999999999</c:v>
                </c:pt>
                <c:pt idx="5439">
                  <c:v>1.16109</c:v>
                </c:pt>
                <c:pt idx="5440">
                  <c:v>1.1613899999999999</c:v>
                </c:pt>
                <c:pt idx="5441">
                  <c:v>1.1617</c:v>
                </c:pt>
                <c:pt idx="5442">
                  <c:v>1.1619999999999999</c:v>
                </c:pt>
                <c:pt idx="5443">
                  <c:v>1.16231</c:v>
                </c:pt>
                <c:pt idx="5444">
                  <c:v>1.1626099999999999</c:v>
                </c:pt>
                <c:pt idx="5445">
                  <c:v>1.16292</c:v>
                </c:pt>
                <c:pt idx="5446">
                  <c:v>1.1632199999999999</c:v>
                </c:pt>
                <c:pt idx="5447">
                  <c:v>1.16353</c:v>
                </c:pt>
                <c:pt idx="5448">
                  <c:v>1.16384</c:v>
                </c:pt>
                <c:pt idx="5449">
                  <c:v>1.16414</c:v>
                </c:pt>
                <c:pt idx="5450">
                  <c:v>1.16445</c:v>
                </c:pt>
                <c:pt idx="5451">
                  <c:v>1.16475</c:v>
                </c:pt>
                <c:pt idx="5452">
                  <c:v>1.16506</c:v>
                </c:pt>
                <c:pt idx="5453">
                  <c:v>1.16536</c:v>
                </c:pt>
                <c:pt idx="5454">
                  <c:v>1.16567</c:v>
                </c:pt>
                <c:pt idx="5455">
                  <c:v>1.16597</c:v>
                </c:pt>
                <c:pt idx="5456">
                  <c:v>1.16628</c:v>
                </c:pt>
                <c:pt idx="5457">
                  <c:v>1.16658</c:v>
                </c:pt>
                <c:pt idx="5458">
                  <c:v>1.16689</c:v>
                </c:pt>
                <c:pt idx="5459">
                  <c:v>1.1672</c:v>
                </c:pt>
                <c:pt idx="5460">
                  <c:v>1.1675</c:v>
                </c:pt>
                <c:pt idx="5461">
                  <c:v>1.16781</c:v>
                </c:pt>
                <c:pt idx="5462">
                  <c:v>1.16811</c:v>
                </c:pt>
                <c:pt idx="5463">
                  <c:v>1.16842</c:v>
                </c:pt>
                <c:pt idx="5464">
                  <c:v>1.16872</c:v>
                </c:pt>
                <c:pt idx="5465">
                  <c:v>1.16903</c:v>
                </c:pt>
                <c:pt idx="5466">
                  <c:v>1.16933</c:v>
                </c:pt>
                <c:pt idx="5467">
                  <c:v>1.16964</c:v>
                </c:pt>
                <c:pt idx="5468">
                  <c:v>1.16994</c:v>
                </c:pt>
                <c:pt idx="5469">
                  <c:v>1.17025</c:v>
                </c:pt>
                <c:pt idx="5470">
                  <c:v>1.17055</c:v>
                </c:pt>
                <c:pt idx="5471">
                  <c:v>1.17086</c:v>
                </c:pt>
                <c:pt idx="5472">
                  <c:v>1.17117</c:v>
                </c:pt>
                <c:pt idx="5473">
                  <c:v>1.17147</c:v>
                </c:pt>
                <c:pt idx="5474">
                  <c:v>1.17178</c:v>
                </c:pt>
                <c:pt idx="5475">
                  <c:v>1.17208</c:v>
                </c:pt>
                <c:pt idx="5476">
                  <c:v>1.17239</c:v>
                </c:pt>
                <c:pt idx="5477">
                  <c:v>1.17269</c:v>
                </c:pt>
                <c:pt idx="5478">
                  <c:v>1.173</c:v>
                </c:pt>
                <c:pt idx="5479">
                  <c:v>1.1733</c:v>
                </c:pt>
                <c:pt idx="5480">
                  <c:v>1.17361</c:v>
                </c:pt>
                <c:pt idx="5481">
                  <c:v>1.17391</c:v>
                </c:pt>
                <c:pt idx="5482">
                  <c:v>1.17422</c:v>
                </c:pt>
                <c:pt idx="5483">
                  <c:v>1.17452</c:v>
                </c:pt>
                <c:pt idx="5484">
                  <c:v>1.17483</c:v>
                </c:pt>
                <c:pt idx="5485">
                  <c:v>1.1751400000000001</c:v>
                </c:pt>
                <c:pt idx="5486">
                  <c:v>1.17544</c:v>
                </c:pt>
                <c:pt idx="5487">
                  <c:v>1.1757500000000001</c:v>
                </c:pt>
                <c:pt idx="5488">
                  <c:v>1.17605</c:v>
                </c:pt>
                <c:pt idx="5489">
                  <c:v>1.1763600000000001</c:v>
                </c:pt>
                <c:pt idx="5490">
                  <c:v>1.17666</c:v>
                </c:pt>
                <c:pt idx="5491">
                  <c:v>1.1769700000000001</c:v>
                </c:pt>
                <c:pt idx="5492">
                  <c:v>1.17727</c:v>
                </c:pt>
                <c:pt idx="5493">
                  <c:v>1.1775800000000001</c:v>
                </c:pt>
                <c:pt idx="5494">
                  <c:v>1.17788</c:v>
                </c:pt>
                <c:pt idx="5495">
                  <c:v>1.1781900000000001</c:v>
                </c:pt>
                <c:pt idx="5496">
                  <c:v>1.17849</c:v>
                </c:pt>
                <c:pt idx="5497">
                  <c:v>1.1788000000000001</c:v>
                </c:pt>
                <c:pt idx="5498">
                  <c:v>1.1791100000000001</c:v>
                </c:pt>
                <c:pt idx="5499">
                  <c:v>1.1794100000000001</c:v>
                </c:pt>
                <c:pt idx="5500">
                  <c:v>1.1797200000000001</c:v>
                </c:pt>
                <c:pt idx="5501">
                  <c:v>1.1800200000000001</c:v>
                </c:pt>
                <c:pt idx="5502">
                  <c:v>1.1803300000000001</c:v>
                </c:pt>
                <c:pt idx="5503">
                  <c:v>1.1806300000000001</c:v>
                </c:pt>
                <c:pt idx="5504">
                  <c:v>1.1809400000000001</c:v>
                </c:pt>
                <c:pt idx="5505">
                  <c:v>1.1812400000000001</c:v>
                </c:pt>
                <c:pt idx="5506">
                  <c:v>1.1815500000000001</c:v>
                </c:pt>
                <c:pt idx="5507">
                  <c:v>1.1818500000000001</c:v>
                </c:pt>
                <c:pt idx="5508">
                  <c:v>1.1821600000000001</c:v>
                </c:pt>
                <c:pt idx="5509">
                  <c:v>1.1824600000000001</c:v>
                </c:pt>
                <c:pt idx="5510">
                  <c:v>1.1827700000000001</c:v>
                </c:pt>
                <c:pt idx="5511">
                  <c:v>1.1830799999999999</c:v>
                </c:pt>
                <c:pt idx="5512">
                  <c:v>1.1833800000000001</c:v>
                </c:pt>
                <c:pt idx="5513">
                  <c:v>1.1836899999999999</c:v>
                </c:pt>
                <c:pt idx="5514">
                  <c:v>1.1839900000000001</c:v>
                </c:pt>
                <c:pt idx="5515">
                  <c:v>1.1842999999999999</c:v>
                </c:pt>
                <c:pt idx="5516">
                  <c:v>1.1846000000000001</c:v>
                </c:pt>
                <c:pt idx="5517">
                  <c:v>1.1849099999999999</c:v>
                </c:pt>
                <c:pt idx="5518">
                  <c:v>1.1852100000000001</c:v>
                </c:pt>
                <c:pt idx="5519">
                  <c:v>1.1855199999999999</c:v>
                </c:pt>
                <c:pt idx="5520">
                  <c:v>1.1858200000000001</c:v>
                </c:pt>
                <c:pt idx="5521">
                  <c:v>1.1861299999999999</c:v>
                </c:pt>
                <c:pt idx="5522">
                  <c:v>1.1864399999999999</c:v>
                </c:pt>
                <c:pt idx="5523">
                  <c:v>1.1867399999999999</c:v>
                </c:pt>
                <c:pt idx="5524">
                  <c:v>1.1870499999999999</c:v>
                </c:pt>
                <c:pt idx="5525">
                  <c:v>1.1873499999999999</c:v>
                </c:pt>
                <c:pt idx="5526">
                  <c:v>1.1876599999999999</c:v>
                </c:pt>
                <c:pt idx="5527">
                  <c:v>1.1879599999999999</c:v>
                </c:pt>
                <c:pt idx="5528">
                  <c:v>1.1882699999999999</c:v>
                </c:pt>
                <c:pt idx="5529">
                  <c:v>1.1885699999999999</c:v>
                </c:pt>
                <c:pt idx="5530">
                  <c:v>1.1888799999999999</c:v>
                </c:pt>
                <c:pt idx="5531">
                  <c:v>1.1891799999999999</c:v>
                </c:pt>
                <c:pt idx="5532">
                  <c:v>1.1894899999999999</c:v>
                </c:pt>
                <c:pt idx="5533">
                  <c:v>1.1897899999999999</c:v>
                </c:pt>
                <c:pt idx="5534">
                  <c:v>1.1900999999999999</c:v>
                </c:pt>
                <c:pt idx="5535">
                  <c:v>1.19041</c:v>
                </c:pt>
                <c:pt idx="5536">
                  <c:v>1.1907099999999999</c:v>
                </c:pt>
                <c:pt idx="5537">
                  <c:v>1.19102</c:v>
                </c:pt>
                <c:pt idx="5538">
                  <c:v>1.1913199999999999</c:v>
                </c:pt>
                <c:pt idx="5539">
                  <c:v>1.19163</c:v>
                </c:pt>
                <c:pt idx="5540">
                  <c:v>1.1919299999999999</c:v>
                </c:pt>
                <c:pt idx="5541">
                  <c:v>1.19224</c:v>
                </c:pt>
                <c:pt idx="5542">
                  <c:v>1.1925399999999999</c:v>
                </c:pt>
                <c:pt idx="5543">
                  <c:v>1.19285</c:v>
                </c:pt>
                <c:pt idx="5544">
                  <c:v>1.1931499999999999</c:v>
                </c:pt>
                <c:pt idx="5545">
                  <c:v>1.19346</c:v>
                </c:pt>
                <c:pt idx="5546">
                  <c:v>1.1937599999999999</c:v>
                </c:pt>
                <c:pt idx="5547">
                  <c:v>1.19407</c:v>
                </c:pt>
                <c:pt idx="5548">
                  <c:v>1.19438</c:v>
                </c:pt>
                <c:pt idx="5549">
                  <c:v>1.19468</c:v>
                </c:pt>
                <c:pt idx="5550">
                  <c:v>1.19499</c:v>
                </c:pt>
                <c:pt idx="5551">
                  <c:v>1.19529</c:v>
                </c:pt>
                <c:pt idx="5552">
                  <c:v>1.1956</c:v>
                </c:pt>
                <c:pt idx="5553">
                  <c:v>1.1959</c:v>
                </c:pt>
                <c:pt idx="5554">
                  <c:v>1.19621</c:v>
                </c:pt>
                <c:pt idx="5555">
                  <c:v>1.19651</c:v>
                </c:pt>
                <c:pt idx="5556">
                  <c:v>1.19682</c:v>
                </c:pt>
                <c:pt idx="5557">
                  <c:v>1.19712</c:v>
                </c:pt>
                <c:pt idx="5558">
                  <c:v>1.19743</c:v>
                </c:pt>
                <c:pt idx="5559">
                  <c:v>1.19773</c:v>
                </c:pt>
                <c:pt idx="5560">
                  <c:v>1.19804</c:v>
                </c:pt>
                <c:pt idx="5561">
                  <c:v>1.19835</c:v>
                </c:pt>
                <c:pt idx="5562">
                  <c:v>1.19865</c:v>
                </c:pt>
                <c:pt idx="5563">
                  <c:v>1.19896</c:v>
                </c:pt>
                <c:pt idx="5564">
                  <c:v>1.19926</c:v>
                </c:pt>
                <c:pt idx="5565">
                  <c:v>1.19957</c:v>
                </c:pt>
                <c:pt idx="5566">
                  <c:v>1.19987</c:v>
                </c:pt>
                <c:pt idx="5567">
                  <c:v>1.20018</c:v>
                </c:pt>
                <c:pt idx="5568">
                  <c:v>1.20048</c:v>
                </c:pt>
                <c:pt idx="5569">
                  <c:v>1.20079</c:v>
                </c:pt>
                <c:pt idx="5570">
                  <c:v>1.20109</c:v>
                </c:pt>
                <c:pt idx="5571">
                  <c:v>1.2014</c:v>
                </c:pt>
                <c:pt idx="5572">
                  <c:v>1.2017100000000001</c:v>
                </c:pt>
                <c:pt idx="5573">
                  <c:v>1.20201</c:v>
                </c:pt>
                <c:pt idx="5574">
                  <c:v>1.2023200000000001</c:v>
                </c:pt>
                <c:pt idx="5575">
                  <c:v>1.20262</c:v>
                </c:pt>
                <c:pt idx="5576">
                  <c:v>1.2029300000000001</c:v>
                </c:pt>
                <c:pt idx="5577">
                  <c:v>1.20323</c:v>
                </c:pt>
                <c:pt idx="5578">
                  <c:v>1.2035400000000001</c:v>
                </c:pt>
                <c:pt idx="5579">
                  <c:v>1.20384</c:v>
                </c:pt>
                <c:pt idx="5580">
                  <c:v>1.2041500000000001</c:v>
                </c:pt>
                <c:pt idx="5581">
                  <c:v>1.20445</c:v>
                </c:pt>
                <c:pt idx="5582">
                  <c:v>1.2047600000000001</c:v>
                </c:pt>
                <c:pt idx="5583">
                  <c:v>1.20506</c:v>
                </c:pt>
                <c:pt idx="5584">
                  <c:v>1.2053700000000001</c:v>
                </c:pt>
                <c:pt idx="5585">
                  <c:v>1.2056800000000001</c:v>
                </c:pt>
                <c:pt idx="5586">
                  <c:v>1.2059800000000001</c:v>
                </c:pt>
                <c:pt idx="5587">
                  <c:v>1.2062900000000001</c:v>
                </c:pt>
                <c:pt idx="5588">
                  <c:v>1.2065900000000001</c:v>
                </c:pt>
                <c:pt idx="5589">
                  <c:v>1.2069000000000001</c:v>
                </c:pt>
                <c:pt idx="5590">
                  <c:v>1.2072000000000001</c:v>
                </c:pt>
                <c:pt idx="5591">
                  <c:v>1.2075100000000001</c:v>
                </c:pt>
                <c:pt idx="5592">
                  <c:v>1.2078100000000001</c:v>
                </c:pt>
                <c:pt idx="5593">
                  <c:v>1.2081200000000001</c:v>
                </c:pt>
                <c:pt idx="5594">
                  <c:v>1.20842</c:v>
                </c:pt>
                <c:pt idx="5595">
                  <c:v>1.2087300000000001</c:v>
                </c:pt>
                <c:pt idx="5596">
                  <c:v>1.20903</c:v>
                </c:pt>
                <c:pt idx="5597">
                  <c:v>1.2093400000000001</c:v>
                </c:pt>
                <c:pt idx="5598">
                  <c:v>1.2096499999999999</c:v>
                </c:pt>
                <c:pt idx="5599">
                  <c:v>1.2099500000000001</c:v>
                </c:pt>
                <c:pt idx="5600">
                  <c:v>1.2102599999999999</c:v>
                </c:pt>
                <c:pt idx="5601">
                  <c:v>1.2105600000000001</c:v>
                </c:pt>
                <c:pt idx="5602">
                  <c:v>1.2108699999999999</c:v>
                </c:pt>
                <c:pt idx="5603">
                  <c:v>1.2111700000000001</c:v>
                </c:pt>
                <c:pt idx="5604">
                  <c:v>1.2114799999999999</c:v>
                </c:pt>
                <c:pt idx="5605">
                  <c:v>1.2117800000000001</c:v>
                </c:pt>
                <c:pt idx="5606">
                  <c:v>1.2120899999999999</c:v>
                </c:pt>
                <c:pt idx="5607">
                  <c:v>1.2123900000000001</c:v>
                </c:pt>
                <c:pt idx="5608">
                  <c:v>1.2126999999999999</c:v>
                </c:pt>
                <c:pt idx="5609">
                  <c:v>1.2130000000000001</c:v>
                </c:pt>
                <c:pt idx="5610">
                  <c:v>1.2133100000000001</c:v>
                </c:pt>
                <c:pt idx="5611">
                  <c:v>1.2136199999999999</c:v>
                </c:pt>
                <c:pt idx="5612">
                  <c:v>1.2139200000000001</c:v>
                </c:pt>
                <c:pt idx="5613">
                  <c:v>1.2142299999999999</c:v>
                </c:pt>
                <c:pt idx="5614">
                  <c:v>1.2145300000000001</c:v>
                </c:pt>
                <c:pt idx="5615">
                  <c:v>1.2148399999999999</c:v>
                </c:pt>
                <c:pt idx="5616">
                  <c:v>1.2151400000000001</c:v>
                </c:pt>
                <c:pt idx="5617">
                  <c:v>1.2154499999999999</c:v>
                </c:pt>
                <c:pt idx="5618">
                  <c:v>1.2157500000000001</c:v>
                </c:pt>
                <c:pt idx="5619">
                  <c:v>1.2160599999999999</c:v>
                </c:pt>
                <c:pt idx="5620">
                  <c:v>1.2163600000000001</c:v>
                </c:pt>
                <c:pt idx="5621">
                  <c:v>1.2166699999999999</c:v>
                </c:pt>
                <c:pt idx="5622">
                  <c:v>1.2169700000000001</c:v>
                </c:pt>
                <c:pt idx="5623">
                  <c:v>1.2172799999999999</c:v>
                </c:pt>
                <c:pt idx="5624">
                  <c:v>1.21759</c:v>
                </c:pt>
                <c:pt idx="5625">
                  <c:v>1.2178899999999999</c:v>
                </c:pt>
                <c:pt idx="5626">
                  <c:v>1.2181999999999999</c:v>
                </c:pt>
                <c:pt idx="5627">
                  <c:v>1.2184999999999999</c:v>
                </c:pt>
                <c:pt idx="5628">
                  <c:v>1.2188099999999999</c:v>
                </c:pt>
                <c:pt idx="5629">
                  <c:v>1.2191099999999999</c:v>
                </c:pt>
                <c:pt idx="5630">
                  <c:v>1.2194199999999999</c:v>
                </c:pt>
                <c:pt idx="5631">
                  <c:v>1.2197199999999999</c:v>
                </c:pt>
                <c:pt idx="5632">
                  <c:v>1.2200299999999999</c:v>
                </c:pt>
                <c:pt idx="5633">
                  <c:v>1.2203299999999999</c:v>
                </c:pt>
                <c:pt idx="5634">
                  <c:v>1.2206399999999999</c:v>
                </c:pt>
                <c:pt idx="5635">
                  <c:v>1.22095</c:v>
                </c:pt>
                <c:pt idx="5636">
                  <c:v>1.2212499999999999</c:v>
                </c:pt>
                <c:pt idx="5637">
                  <c:v>1.22156</c:v>
                </c:pt>
                <c:pt idx="5638">
                  <c:v>1.2218599999999999</c:v>
                </c:pt>
                <c:pt idx="5639">
                  <c:v>1.22217</c:v>
                </c:pt>
                <c:pt idx="5640">
                  <c:v>1.2224699999999999</c:v>
                </c:pt>
                <c:pt idx="5641">
                  <c:v>1.22278</c:v>
                </c:pt>
                <c:pt idx="5642">
                  <c:v>1.2230799999999999</c:v>
                </c:pt>
                <c:pt idx="5643">
                  <c:v>1.22339</c:v>
                </c:pt>
                <c:pt idx="5644">
                  <c:v>1.2236899999999999</c:v>
                </c:pt>
                <c:pt idx="5645">
                  <c:v>1.224</c:v>
                </c:pt>
                <c:pt idx="5646">
                  <c:v>1.2242999999999999</c:v>
                </c:pt>
                <c:pt idx="5647">
                  <c:v>1.22461</c:v>
                </c:pt>
                <c:pt idx="5648">
                  <c:v>1.22492</c:v>
                </c:pt>
                <c:pt idx="5649">
                  <c:v>1.22522</c:v>
                </c:pt>
                <c:pt idx="5650">
                  <c:v>1.22553</c:v>
                </c:pt>
                <c:pt idx="5651">
                  <c:v>1.22583</c:v>
                </c:pt>
                <c:pt idx="5652">
                  <c:v>1.22614</c:v>
                </c:pt>
                <c:pt idx="5653">
                  <c:v>1.22644</c:v>
                </c:pt>
                <c:pt idx="5654">
                  <c:v>1.22675</c:v>
                </c:pt>
                <c:pt idx="5655">
                  <c:v>1.22705</c:v>
                </c:pt>
                <c:pt idx="5656">
                  <c:v>1.22736</c:v>
                </c:pt>
                <c:pt idx="5657">
                  <c:v>1.22766</c:v>
                </c:pt>
                <c:pt idx="5658">
                  <c:v>1.22797</c:v>
                </c:pt>
                <c:pt idx="5659">
                  <c:v>1.22827</c:v>
                </c:pt>
                <c:pt idx="5660">
                  <c:v>1.22858</c:v>
                </c:pt>
                <c:pt idx="5661">
                  <c:v>1.22889</c:v>
                </c:pt>
                <c:pt idx="5662">
                  <c:v>1.22919</c:v>
                </c:pt>
                <c:pt idx="5663">
                  <c:v>1.2295</c:v>
                </c:pt>
                <c:pt idx="5664">
                  <c:v>1.2298</c:v>
                </c:pt>
                <c:pt idx="5665">
                  <c:v>1.23011</c:v>
                </c:pt>
                <c:pt idx="5666">
                  <c:v>1.23041</c:v>
                </c:pt>
                <c:pt idx="5667">
                  <c:v>1.23072</c:v>
                </c:pt>
                <c:pt idx="5668">
                  <c:v>1.23102</c:v>
                </c:pt>
                <c:pt idx="5669">
                  <c:v>1.23133</c:v>
                </c:pt>
                <c:pt idx="5670">
                  <c:v>1.23163</c:v>
                </c:pt>
                <c:pt idx="5671">
                  <c:v>1.23194</c:v>
                </c:pt>
                <c:pt idx="5672">
                  <c:v>1.23224</c:v>
                </c:pt>
                <c:pt idx="5673">
                  <c:v>1.23255</c:v>
                </c:pt>
                <c:pt idx="5674">
                  <c:v>1.2328600000000001</c:v>
                </c:pt>
                <c:pt idx="5675">
                  <c:v>1.23316</c:v>
                </c:pt>
                <c:pt idx="5676">
                  <c:v>1.2334700000000001</c:v>
                </c:pt>
                <c:pt idx="5677">
                  <c:v>1.23377</c:v>
                </c:pt>
                <c:pt idx="5678">
                  <c:v>1.2340800000000001</c:v>
                </c:pt>
                <c:pt idx="5679">
                  <c:v>1.23438</c:v>
                </c:pt>
                <c:pt idx="5680">
                  <c:v>1.2346900000000001</c:v>
                </c:pt>
                <c:pt idx="5681">
                  <c:v>1.23499</c:v>
                </c:pt>
                <c:pt idx="5682">
                  <c:v>1.2353000000000001</c:v>
                </c:pt>
                <c:pt idx="5683">
                  <c:v>1.2356</c:v>
                </c:pt>
                <c:pt idx="5684">
                  <c:v>1.2359100000000001</c:v>
                </c:pt>
                <c:pt idx="5685">
                  <c:v>1.23621</c:v>
                </c:pt>
                <c:pt idx="5686">
                  <c:v>1.2365200000000001</c:v>
                </c:pt>
                <c:pt idx="5687">
                  <c:v>1.2368300000000001</c:v>
                </c:pt>
                <c:pt idx="5688">
                  <c:v>1.2371300000000001</c:v>
                </c:pt>
                <c:pt idx="5689">
                  <c:v>1.2374400000000001</c:v>
                </c:pt>
                <c:pt idx="5690">
                  <c:v>1.2377400000000001</c:v>
                </c:pt>
                <c:pt idx="5691">
                  <c:v>1.2380500000000001</c:v>
                </c:pt>
                <c:pt idx="5692">
                  <c:v>1.2383500000000001</c:v>
                </c:pt>
                <c:pt idx="5693">
                  <c:v>1.2386600000000001</c:v>
                </c:pt>
                <c:pt idx="5694">
                  <c:v>1.2389600000000001</c:v>
                </c:pt>
                <c:pt idx="5695">
                  <c:v>1.2392700000000001</c:v>
                </c:pt>
                <c:pt idx="5696">
                  <c:v>1.2395700000000001</c:v>
                </c:pt>
                <c:pt idx="5697">
                  <c:v>1.2398800000000001</c:v>
                </c:pt>
                <c:pt idx="5698">
                  <c:v>1.2401899999999999</c:v>
                </c:pt>
                <c:pt idx="5699">
                  <c:v>1.2404900000000001</c:v>
                </c:pt>
                <c:pt idx="5700">
                  <c:v>1.2407999999999999</c:v>
                </c:pt>
                <c:pt idx="5701">
                  <c:v>1.2411000000000001</c:v>
                </c:pt>
                <c:pt idx="5702">
                  <c:v>1.2414099999999999</c:v>
                </c:pt>
                <c:pt idx="5703">
                  <c:v>1.2417100000000001</c:v>
                </c:pt>
                <c:pt idx="5704">
                  <c:v>1.2420199999999999</c:v>
                </c:pt>
                <c:pt idx="5705">
                  <c:v>1.2423200000000001</c:v>
                </c:pt>
                <c:pt idx="5706">
                  <c:v>1.2426299999999999</c:v>
                </c:pt>
                <c:pt idx="5707">
                  <c:v>1.2429300000000001</c:v>
                </c:pt>
                <c:pt idx="5708">
                  <c:v>1.2432399999999999</c:v>
                </c:pt>
                <c:pt idx="5709">
                  <c:v>1.2435400000000001</c:v>
                </c:pt>
                <c:pt idx="5710">
                  <c:v>1.2438499999999999</c:v>
                </c:pt>
                <c:pt idx="5711">
                  <c:v>1.2441599999999999</c:v>
                </c:pt>
                <c:pt idx="5712">
                  <c:v>1.2444599999999999</c:v>
                </c:pt>
                <c:pt idx="5713">
                  <c:v>1.2447699999999999</c:v>
                </c:pt>
                <c:pt idx="5714">
                  <c:v>1.2450699999999999</c:v>
                </c:pt>
                <c:pt idx="5715">
                  <c:v>1.2453799999999999</c:v>
                </c:pt>
                <c:pt idx="5716">
                  <c:v>1.2456799999999999</c:v>
                </c:pt>
                <c:pt idx="5717">
                  <c:v>1.2459899999999999</c:v>
                </c:pt>
                <c:pt idx="5718">
                  <c:v>1.2462899999999999</c:v>
                </c:pt>
                <c:pt idx="5719">
                  <c:v>1.2465999999999999</c:v>
                </c:pt>
                <c:pt idx="5720">
                  <c:v>1.2468999999999999</c:v>
                </c:pt>
                <c:pt idx="5721">
                  <c:v>1.2472099999999999</c:v>
                </c:pt>
                <c:pt idx="5722">
                  <c:v>1.2475099999999999</c:v>
                </c:pt>
                <c:pt idx="5723">
                  <c:v>1.2478199999999999</c:v>
                </c:pt>
                <c:pt idx="5724">
                  <c:v>1.24813</c:v>
                </c:pt>
                <c:pt idx="5725">
                  <c:v>1.2484299999999999</c:v>
                </c:pt>
                <c:pt idx="5726">
                  <c:v>1.24874</c:v>
                </c:pt>
                <c:pt idx="5727">
                  <c:v>1.2490399999999999</c:v>
                </c:pt>
                <c:pt idx="5728">
                  <c:v>1.24935</c:v>
                </c:pt>
                <c:pt idx="5729">
                  <c:v>1.2496499999999999</c:v>
                </c:pt>
                <c:pt idx="5730">
                  <c:v>1.24996</c:v>
                </c:pt>
                <c:pt idx="5731">
                  <c:v>1.2502599999999999</c:v>
                </c:pt>
                <c:pt idx="5732">
                  <c:v>1.25057</c:v>
                </c:pt>
                <c:pt idx="5733">
                  <c:v>1.2508699999999999</c:v>
                </c:pt>
                <c:pt idx="5734">
                  <c:v>1.25118</c:v>
                </c:pt>
                <c:pt idx="5735">
                  <c:v>1.2514799999999999</c:v>
                </c:pt>
                <c:pt idx="5736">
                  <c:v>1.25179</c:v>
                </c:pt>
                <c:pt idx="5737">
                  <c:v>1.2521</c:v>
                </c:pt>
                <c:pt idx="5738">
                  <c:v>1.2524</c:v>
                </c:pt>
                <c:pt idx="5739">
                  <c:v>1.25271</c:v>
                </c:pt>
                <c:pt idx="5740">
                  <c:v>1.25301</c:v>
                </c:pt>
                <c:pt idx="5741">
                  <c:v>1.25332</c:v>
                </c:pt>
                <c:pt idx="5742">
                  <c:v>1.25362</c:v>
                </c:pt>
                <c:pt idx="5743">
                  <c:v>1.25393</c:v>
                </c:pt>
                <c:pt idx="5744">
                  <c:v>1.25423</c:v>
                </c:pt>
                <c:pt idx="5745">
                  <c:v>1.25454</c:v>
                </c:pt>
                <c:pt idx="5746">
                  <c:v>1.25484</c:v>
                </c:pt>
                <c:pt idx="5747">
                  <c:v>1.25515</c:v>
                </c:pt>
                <c:pt idx="5748">
                  <c:v>1.25546</c:v>
                </c:pt>
                <c:pt idx="5749">
                  <c:v>1.25576</c:v>
                </c:pt>
                <c:pt idx="5750">
                  <c:v>1.25607</c:v>
                </c:pt>
                <c:pt idx="5751">
                  <c:v>1.25637</c:v>
                </c:pt>
                <c:pt idx="5752">
                  <c:v>1.25668</c:v>
                </c:pt>
                <c:pt idx="5753">
                  <c:v>1.25698</c:v>
                </c:pt>
                <c:pt idx="5754">
                  <c:v>1.25729</c:v>
                </c:pt>
                <c:pt idx="5755">
                  <c:v>1.25759</c:v>
                </c:pt>
                <c:pt idx="5756">
                  <c:v>1.2579</c:v>
                </c:pt>
                <c:pt idx="5757">
                  <c:v>1.2582</c:v>
                </c:pt>
                <c:pt idx="5758">
                  <c:v>1.25851</c:v>
                </c:pt>
                <c:pt idx="5759">
                  <c:v>1.25881</c:v>
                </c:pt>
                <c:pt idx="5760">
                  <c:v>1.25912</c:v>
                </c:pt>
                <c:pt idx="5761">
                  <c:v>1.25943</c:v>
                </c:pt>
                <c:pt idx="5762">
                  <c:v>1.25973</c:v>
                </c:pt>
                <c:pt idx="5763">
                  <c:v>1.26004</c:v>
                </c:pt>
                <c:pt idx="5764">
                  <c:v>1.26034</c:v>
                </c:pt>
                <c:pt idx="5765">
                  <c:v>1.26065</c:v>
                </c:pt>
                <c:pt idx="5766">
                  <c:v>1.26095</c:v>
                </c:pt>
                <c:pt idx="5767">
                  <c:v>1.26126</c:v>
                </c:pt>
                <c:pt idx="5768">
                  <c:v>1.26156</c:v>
                </c:pt>
                <c:pt idx="5769">
                  <c:v>1.26187</c:v>
                </c:pt>
                <c:pt idx="5770">
                  <c:v>1.26217</c:v>
                </c:pt>
                <c:pt idx="5771">
                  <c:v>1.26248</c:v>
                </c:pt>
                <c:pt idx="5772">
                  <c:v>1.26278</c:v>
                </c:pt>
                <c:pt idx="5773">
                  <c:v>1.26309</c:v>
                </c:pt>
                <c:pt idx="5774">
                  <c:v>1.2634000000000001</c:v>
                </c:pt>
                <c:pt idx="5775">
                  <c:v>1.2637</c:v>
                </c:pt>
                <c:pt idx="5776">
                  <c:v>1.2640100000000001</c:v>
                </c:pt>
                <c:pt idx="5777">
                  <c:v>1.26431</c:v>
                </c:pt>
                <c:pt idx="5778">
                  <c:v>1.2646200000000001</c:v>
                </c:pt>
                <c:pt idx="5779">
                  <c:v>1.26492</c:v>
                </c:pt>
                <c:pt idx="5780">
                  <c:v>1.2652300000000001</c:v>
                </c:pt>
                <c:pt idx="5781">
                  <c:v>1.26553</c:v>
                </c:pt>
                <c:pt idx="5782">
                  <c:v>1.2658400000000001</c:v>
                </c:pt>
                <c:pt idx="5783">
                  <c:v>1.26614</c:v>
                </c:pt>
                <c:pt idx="5784">
                  <c:v>1.2664500000000001</c:v>
                </c:pt>
                <c:pt idx="5785">
                  <c:v>1.26675</c:v>
                </c:pt>
                <c:pt idx="5786">
                  <c:v>1.2670600000000001</c:v>
                </c:pt>
                <c:pt idx="5787">
                  <c:v>1.2673700000000001</c:v>
                </c:pt>
                <c:pt idx="5788">
                  <c:v>1.2676700000000001</c:v>
                </c:pt>
                <c:pt idx="5789">
                  <c:v>1.2679800000000001</c:v>
                </c:pt>
                <c:pt idx="5790">
                  <c:v>1.2682800000000001</c:v>
                </c:pt>
                <c:pt idx="5791">
                  <c:v>1.2685900000000001</c:v>
                </c:pt>
                <c:pt idx="5792">
                  <c:v>1.2688900000000001</c:v>
                </c:pt>
                <c:pt idx="5793">
                  <c:v>1.2692000000000001</c:v>
                </c:pt>
                <c:pt idx="5794">
                  <c:v>1.2695000000000001</c:v>
                </c:pt>
                <c:pt idx="5795">
                  <c:v>1.2698100000000001</c:v>
                </c:pt>
                <c:pt idx="5796">
                  <c:v>1.2701100000000001</c:v>
                </c:pt>
                <c:pt idx="5797">
                  <c:v>1.2704200000000001</c:v>
                </c:pt>
                <c:pt idx="5798">
                  <c:v>1.2707200000000001</c:v>
                </c:pt>
                <c:pt idx="5799">
                  <c:v>1.2710300000000001</c:v>
                </c:pt>
                <c:pt idx="5800">
                  <c:v>1.2713399999999999</c:v>
                </c:pt>
                <c:pt idx="5801">
                  <c:v>1.2716400000000001</c:v>
                </c:pt>
                <c:pt idx="5802">
                  <c:v>1.2719499999999999</c:v>
                </c:pt>
                <c:pt idx="5803">
                  <c:v>1.2722500000000001</c:v>
                </c:pt>
                <c:pt idx="5804">
                  <c:v>1.2725599999999999</c:v>
                </c:pt>
                <c:pt idx="5805">
                  <c:v>1.2728600000000001</c:v>
                </c:pt>
                <c:pt idx="5806">
                  <c:v>1.2731699999999999</c:v>
                </c:pt>
                <c:pt idx="5807">
                  <c:v>1.2734700000000001</c:v>
                </c:pt>
                <c:pt idx="5808">
                  <c:v>1.2737799999999999</c:v>
                </c:pt>
                <c:pt idx="5809">
                  <c:v>1.2740800000000001</c:v>
                </c:pt>
                <c:pt idx="5810">
                  <c:v>1.2743899999999999</c:v>
                </c:pt>
                <c:pt idx="5811">
                  <c:v>1.2746999999999999</c:v>
                </c:pt>
                <c:pt idx="5812">
                  <c:v>1.2749999999999999</c:v>
                </c:pt>
                <c:pt idx="5813">
                  <c:v>1.2753099999999999</c:v>
                </c:pt>
                <c:pt idx="5814">
                  <c:v>1.2756099999999999</c:v>
                </c:pt>
                <c:pt idx="5815">
                  <c:v>1.2759199999999999</c:v>
                </c:pt>
                <c:pt idx="5816">
                  <c:v>1.2762199999999999</c:v>
                </c:pt>
                <c:pt idx="5817">
                  <c:v>1.2765299999999999</c:v>
                </c:pt>
                <c:pt idx="5818">
                  <c:v>1.2768299999999999</c:v>
                </c:pt>
                <c:pt idx="5819">
                  <c:v>1.2771399999999999</c:v>
                </c:pt>
                <c:pt idx="5820">
                  <c:v>1.2774399999999999</c:v>
                </c:pt>
                <c:pt idx="5821">
                  <c:v>1.2777499999999999</c:v>
                </c:pt>
                <c:pt idx="5822">
                  <c:v>1.2780499999999999</c:v>
                </c:pt>
                <c:pt idx="5823">
                  <c:v>1.2783599999999999</c:v>
                </c:pt>
                <c:pt idx="5824">
                  <c:v>1.27867</c:v>
                </c:pt>
                <c:pt idx="5825">
                  <c:v>1.2789699999999999</c:v>
                </c:pt>
                <c:pt idx="5826">
                  <c:v>1.27928</c:v>
                </c:pt>
                <c:pt idx="5827">
                  <c:v>1.2795799999999999</c:v>
                </c:pt>
                <c:pt idx="5828">
                  <c:v>1.27989</c:v>
                </c:pt>
                <c:pt idx="5829">
                  <c:v>1.2801899999999999</c:v>
                </c:pt>
                <c:pt idx="5830">
                  <c:v>1.2805</c:v>
                </c:pt>
                <c:pt idx="5831">
                  <c:v>1.2807999999999999</c:v>
                </c:pt>
                <c:pt idx="5832">
                  <c:v>1.28111</c:v>
                </c:pt>
                <c:pt idx="5833">
                  <c:v>1.2814099999999999</c:v>
                </c:pt>
                <c:pt idx="5834">
                  <c:v>1.28172</c:v>
                </c:pt>
                <c:pt idx="5835">
                  <c:v>1.2820199999999999</c:v>
                </c:pt>
                <c:pt idx="5836">
                  <c:v>1.28233</c:v>
                </c:pt>
                <c:pt idx="5837">
                  <c:v>1.28264</c:v>
                </c:pt>
                <c:pt idx="5838">
                  <c:v>1.28294</c:v>
                </c:pt>
                <c:pt idx="5839">
                  <c:v>1.28325</c:v>
                </c:pt>
                <c:pt idx="5840">
                  <c:v>1.28355</c:v>
                </c:pt>
                <c:pt idx="5841">
                  <c:v>1.28386</c:v>
                </c:pt>
                <c:pt idx="5842">
                  <c:v>1.28416</c:v>
                </c:pt>
                <c:pt idx="5843">
                  <c:v>1.28447</c:v>
                </c:pt>
                <c:pt idx="5844">
                  <c:v>1.28477</c:v>
                </c:pt>
                <c:pt idx="5845">
                  <c:v>1.28508</c:v>
                </c:pt>
                <c:pt idx="5846">
                  <c:v>1.28538</c:v>
                </c:pt>
                <c:pt idx="5847">
                  <c:v>1.28569</c:v>
                </c:pt>
                <c:pt idx="5848">
                  <c:v>1.28599</c:v>
                </c:pt>
                <c:pt idx="5849">
                  <c:v>1.2863</c:v>
                </c:pt>
                <c:pt idx="5850">
                  <c:v>1.28661</c:v>
                </c:pt>
                <c:pt idx="5851">
                  <c:v>1.28691</c:v>
                </c:pt>
                <c:pt idx="5852">
                  <c:v>1.28722</c:v>
                </c:pt>
                <c:pt idx="5853">
                  <c:v>1.28752</c:v>
                </c:pt>
                <c:pt idx="5854">
                  <c:v>1.28783</c:v>
                </c:pt>
                <c:pt idx="5855">
                  <c:v>1.28813</c:v>
                </c:pt>
                <c:pt idx="5856">
                  <c:v>1.28844</c:v>
                </c:pt>
                <c:pt idx="5857">
                  <c:v>1.28874</c:v>
                </c:pt>
                <c:pt idx="5858">
                  <c:v>1.28905</c:v>
                </c:pt>
                <c:pt idx="5859">
                  <c:v>1.28935</c:v>
                </c:pt>
                <c:pt idx="5860">
                  <c:v>1.28966</c:v>
                </c:pt>
                <c:pt idx="5861">
                  <c:v>1.28996</c:v>
                </c:pt>
                <c:pt idx="5862">
                  <c:v>1.29027</c:v>
                </c:pt>
                <c:pt idx="5863">
                  <c:v>1.2905800000000001</c:v>
                </c:pt>
                <c:pt idx="5864">
                  <c:v>1.29088</c:v>
                </c:pt>
                <c:pt idx="5865">
                  <c:v>1.2911900000000001</c:v>
                </c:pt>
                <c:pt idx="5866">
                  <c:v>1.29149</c:v>
                </c:pt>
                <c:pt idx="5867">
                  <c:v>1.2918000000000001</c:v>
                </c:pt>
                <c:pt idx="5868">
                  <c:v>1.2921</c:v>
                </c:pt>
                <c:pt idx="5869">
                  <c:v>1.2924100000000001</c:v>
                </c:pt>
                <c:pt idx="5870">
                  <c:v>1.29271</c:v>
                </c:pt>
                <c:pt idx="5871">
                  <c:v>1.2930200000000001</c:v>
                </c:pt>
                <c:pt idx="5872">
                  <c:v>1.29332</c:v>
                </c:pt>
                <c:pt idx="5873">
                  <c:v>1.2936300000000001</c:v>
                </c:pt>
                <c:pt idx="5874">
                  <c:v>1.2939400000000001</c:v>
                </c:pt>
                <c:pt idx="5875">
                  <c:v>1.2942400000000001</c:v>
                </c:pt>
                <c:pt idx="5876">
                  <c:v>1.2945500000000001</c:v>
                </c:pt>
                <c:pt idx="5877">
                  <c:v>1.2948500000000001</c:v>
                </c:pt>
                <c:pt idx="5878">
                  <c:v>1.2951600000000001</c:v>
                </c:pt>
                <c:pt idx="5879">
                  <c:v>1.2954600000000001</c:v>
                </c:pt>
                <c:pt idx="5880">
                  <c:v>1.2957700000000001</c:v>
                </c:pt>
                <c:pt idx="5881">
                  <c:v>1.2960700000000001</c:v>
                </c:pt>
                <c:pt idx="5882">
                  <c:v>1.2963800000000001</c:v>
                </c:pt>
                <c:pt idx="5883">
                  <c:v>1.2966800000000001</c:v>
                </c:pt>
                <c:pt idx="5884">
                  <c:v>1.2969900000000001</c:v>
                </c:pt>
                <c:pt idx="5885">
                  <c:v>1.2972900000000001</c:v>
                </c:pt>
                <c:pt idx="5886">
                  <c:v>1.2976000000000001</c:v>
                </c:pt>
                <c:pt idx="5887">
                  <c:v>1.2979099999999999</c:v>
                </c:pt>
                <c:pt idx="5888">
                  <c:v>1.2982100000000001</c:v>
                </c:pt>
                <c:pt idx="5889">
                  <c:v>1.2985199999999999</c:v>
                </c:pt>
                <c:pt idx="5890">
                  <c:v>1.2988200000000001</c:v>
                </c:pt>
                <c:pt idx="5891">
                  <c:v>1.2991299999999999</c:v>
                </c:pt>
                <c:pt idx="5892">
                  <c:v>1.2994300000000001</c:v>
                </c:pt>
                <c:pt idx="5893">
                  <c:v>1.2997399999999999</c:v>
                </c:pt>
                <c:pt idx="5894">
                  <c:v>1.3000400000000001</c:v>
                </c:pt>
                <c:pt idx="5895">
                  <c:v>1.3003499999999999</c:v>
                </c:pt>
                <c:pt idx="5896">
                  <c:v>1.3006500000000001</c:v>
                </c:pt>
                <c:pt idx="5897">
                  <c:v>1.3009599999999999</c:v>
                </c:pt>
                <c:pt idx="5898">
                  <c:v>1.3012600000000001</c:v>
                </c:pt>
                <c:pt idx="5899">
                  <c:v>1.3015699999999999</c:v>
                </c:pt>
                <c:pt idx="5900">
                  <c:v>1.3018799999999999</c:v>
                </c:pt>
                <c:pt idx="5901">
                  <c:v>1.3021799999999999</c:v>
                </c:pt>
                <c:pt idx="5902">
                  <c:v>1.3024899999999999</c:v>
                </c:pt>
                <c:pt idx="5903">
                  <c:v>1.3027899999999999</c:v>
                </c:pt>
                <c:pt idx="5904">
                  <c:v>1.3030999999999999</c:v>
                </c:pt>
                <c:pt idx="5905">
                  <c:v>1.3033999999999999</c:v>
                </c:pt>
                <c:pt idx="5906">
                  <c:v>1.3037099999999999</c:v>
                </c:pt>
                <c:pt idx="5907">
                  <c:v>1.3040099999999999</c:v>
                </c:pt>
                <c:pt idx="5908">
                  <c:v>1.3043199999999999</c:v>
                </c:pt>
                <c:pt idx="5909">
                  <c:v>1.3046199999999999</c:v>
                </c:pt>
                <c:pt idx="5910">
                  <c:v>1.3049299999999999</c:v>
                </c:pt>
                <c:pt idx="5911">
                  <c:v>1.3052299999999999</c:v>
                </c:pt>
                <c:pt idx="5912">
                  <c:v>1.3055399999999999</c:v>
                </c:pt>
                <c:pt idx="5913">
                  <c:v>1.30585</c:v>
                </c:pt>
                <c:pt idx="5914">
                  <c:v>1.3061499999999999</c:v>
                </c:pt>
                <c:pt idx="5915">
                  <c:v>1.30646</c:v>
                </c:pt>
                <c:pt idx="5916">
                  <c:v>1.3067599999999999</c:v>
                </c:pt>
                <c:pt idx="5917">
                  <c:v>1.30707</c:v>
                </c:pt>
                <c:pt idx="5918">
                  <c:v>1.3073699999999999</c:v>
                </c:pt>
                <c:pt idx="5919">
                  <c:v>1.30768</c:v>
                </c:pt>
                <c:pt idx="5920">
                  <c:v>1.3079799999999999</c:v>
                </c:pt>
                <c:pt idx="5921">
                  <c:v>1.30829</c:v>
                </c:pt>
                <c:pt idx="5922">
                  <c:v>1.3085899999999999</c:v>
                </c:pt>
                <c:pt idx="5923">
                  <c:v>1.3089</c:v>
                </c:pt>
                <c:pt idx="5924">
                  <c:v>1.30921</c:v>
                </c:pt>
                <c:pt idx="5925">
                  <c:v>1.30951</c:v>
                </c:pt>
                <c:pt idx="5926">
                  <c:v>1.30982</c:v>
                </c:pt>
                <c:pt idx="5927">
                  <c:v>1.31012</c:v>
                </c:pt>
                <c:pt idx="5928">
                  <c:v>1.31043</c:v>
                </c:pt>
                <c:pt idx="5929">
                  <c:v>1.31073</c:v>
                </c:pt>
                <c:pt idx="5930">
                  <c:v>1.31104</c:v>
                </c:pt>
                <c:pt idx="5931">
                  <c:v>1.31134</c:v>
                </c:pt>
                <c:pt idx="5932">
                  <c:v>1.31165</c:v>
                </c:pt>
                <c:pt idx="5933">
                  <c:v>1.3119499999999999</c:v>
                </c:pt>
                <c:pt idx="5934">
                  <c:v>1.31226</c:v>
                </c:pt>
                <c:pt idx="5935">
                  <c:v>1.3125599999999999</c:v>
                </c:pt>
                <c:pt idx="5936">
                  <c:v>1.31287</c:v>
                </c:pt>
                <c:pt idx="5937">
                  <c:v>1.31318</c:v>
                </c:pt>
                <c:pt idx="5938">
                  <c:v>1.31348</c:v>
                </c:pt>
                <c:pt idx="5939">
                  <c:v>1.31379</c:v>
                </c:pt>
                <c:pt idx="5940">
                  <c:v>1.31409</c:v>
                </c:pt>
                <c:pt idx="5941">
                  <c:v>1.3144</c:v>
                </c:pt>
                <c:pt idx="5942">
                  <c:v>1.3147</c:v>
                </c:pt>
                <c:pt idx="5943">
                  <c:v>1.31501</c:v>
                </c:pt>
                <c:pt idx="5944">
                  <c:v>1.31531</c:v>
                </c:pt>
                <c:pt idx="5945">
                  <c:v>1.31562</c:v>
                </c:pt>
                <c:pt idx="5946">
                  <c:v>1.31592</c:v>
                </c:pt>
                <c:pt idx="5947">
                  <c:v>1.31623</c:v>
                </c:pt>
                <c:pt idx="5948">
                  <c:v>1.31653</c:v>
                </c:pt>
                <c:pt idx="5949">
                  <c:v>1.31684</c:v>
                </c:pt>
                <c:pt idx="5950">
                  <c:v>1.31715</c:v>
                </c:pt>
                <c:pt idx="5951">
                  <c:v>1.31745</c:v>
                </c:pt>
                <c:pt idx="5952">
                  <c:v>1.31776</c:v>
                </c:pt>
                <c:pt idx="5953">
                  <c:v>1.31806</c:v>
                </c:pt>
                <c:pt idx="5954">
                  <c:v>1.31837</c:v>
                </c:pt>
                <c:pt idx="5955">
                  <c:v>1.31867</c:v>
                </c:pt>
                <c:pt idx="5956">
                  <c:v>1.31898</c:v>
                </c:pt>
                <c:pt idx="5957">
                  <c:v>1.31928</c:v>
                </c:pt>
                <c:pt idx="5958">
                  <c:v>1.31959</c:v>
                </c:pt>
                <c:pt idx="5959">
                  <c:v>1.31989</c:v>
                </c:pt>
                <c:pt idx="5960">
                  <c:v>1.3202</c:v>
                </c:pt>
                <c:pt idx="5961">
                  <c:v>1.3205</c:v>
                </c:pt>
                <c:pt idx="5962">
                  <c:v>1.32081</c:v>
                </c:pt>
                <c:pt idx="5963">
                  <c:v>1.3211200000000001</c:v>
                </c:pt>
                <c:pt idx="5964">
                  <c:v>1.32142</c:v>
                </c:pt>
                <c:pt idx="5965">
                  <c:v>1.3217300000000001</c:v>
                </c:pt>
                <c:pt idx="5966">
                  <c:v>1.32203</c:v>
                </c:pt>
                <c:pt idx="5967">
                  <c:v>1.3223400000000001</c:v>
                </c:pt>
                <c:pt idx="5968">
                  <c:v>1.32264</c:v>
                </c:pt>
                <c:pt idx="5969">
                  <c:v>1.3229500000000001</c:v>
                </c:pt>
                <c:pt idx="5970">
                  <c:v>1.32325</c:v>
                </c:pt>
                <c:pt idx="5971">
                  <c:v>1.3235600000000001</c:v>
                </c:pt>
                <c:pt idx="5972">
                  <c:v>1.32386</c:v>
                </c:pt>
                <c:pt idx="5973">
                  <c:v>1.3241700000000001</c:v>
                </c:pt>
                <c:pt idx="5974">
                  <c:v>1.32447</c:v>
                </c:pt>
                <c:pt idx="5975">
                  <c:v>1.3247800000000001</c:v>
                </c:pt>
                <c:pt idx="5976">
                  <c:v>1.3250900000000001</c:v>
                </c:pt>
                <c:pt idx="5977">
                  <c:v>1.3253900000000001</c:v>
                </c:pt>
                <c:pt idx="5978">
                  <c:v>1.3257000000000001</c:v>
                </c:pt>
                <c:pt idx="5979">
                  <c:v>1.3260000000000001</c:v>
                </c:pt>
                <c:pt idx="5980">
                  <c:v>1.3263100000000001</c:v>
                </c:pt>
                <c:pt idx="5981">
                  <c:v>1.3266100000000001</c:v>
                </c:pt>
                <c:pt idx="5982">
                  <c:v>1.3269200000000001</c:v>
                </c:pt>
                <c:pt idx="5983">
                  <c:v>1.3272200000000001</c:v>
                </c:pt>
                <c:pt idx="5984">
                  <c:v>1.3275300000000001</c:v>
                </c:pt>
                <c:pt idx="5985">
                  <c:v>1.3278300000000001</c:v>
                </c:pt>
                <c:pt idx="5986">
                  <c:v>1.3281400000000001</c:v>
                </c:pt>
                <c:pt idx="5987">
                  <c:v>1.3284499999999999</c:v>
                </c:pt>
                <c:pt idx="5988">
                  <c:v>1.3287500000000001</c:v>
                </c:pt>
                <c:pt idx="5989">
                  <c:v>1.3290599999999999</c:v>
                </c:pt>
                <c:pt idx="5990">
                  <c:v>1.3293600000000001</c:v>
                </c:pt>
                <c:pt idx="5991">
                  <c:v>1.3296699999999999</c:v>
                </c:pt>
                <c:pt idx="5992">
                  <c:v>1.3299700000000001</c:v>
                </c:pt>
                <c:pt idx="5993">
                  <c:v>1.3302799999999999</c:v>
                </c:pt>
                <c:pt idx="5994">
                  <c:v>1.3305800000000001</c:v>
                </c:pt>
                <c:pt idx="5995">
                  <c:v>1.3308899999999999</c:v>
                </c:pt>
                <c:pt idx="5996">
                  <c:v>1.3311900000000001</c:v>
                </c:pt>
                <c:pt idx="5997">
                  <c:v>1.3314999999999999</c:v>
                </c:pt>
                <c:pt idx="5998">
                  <c:v>1.3318000000000001</c:v>
                </c:pt>
                <c:pt idx="5999">
                  <c:v>1.3321099999999999</c:v>
                </c:pt>
                <c:pt idx="6000">
                  <c:v>1.3324199999999999</c:v>
                </c:pt>
                <c:pt idx="6001">
                  <c:v>1.3327199999999999</c:v>
                </c:pt>
                <c:pt idx="6002">
                  <c:v>1.3330299999999999</c:v>
                </c:pt>
                <c:pt idx="6003">
                  <c:v>1.3333299999999999</c:v>
                </c:pt>
                <c:pt idx="6004">
                  <c:v>1.3336399999999999</c:v>
                </c:pt>
                <c:pt idx="6005">
                  <c:v>1.3339399999999999</c:v>
                </c:pt>
                <c:pt idx="6006">
                  <c:v>1.3342499999999999</c:v>
                </c:pt>
                <c:pt idx="6007">
                  <c:v>1.3345499999999999</c:v>
                </c:pt>
                <c:pt idx="6008">
                  <c:v>1.3348599999999999</c:v>
                </c:pt>
                <c:pt idx="6009">
                  <c:v>1.3351599999999999</c:v>
                </c:pt>
                <c:pt idx="6010">
                  <c:v>1.3354699999999999</c:v>
                </c:pt>
                <c:pt idx="6011">
                  <c:v>1.3357699999999999</c:v>
                </c:pt>
                <c:pt idx="6012">
                  <c:v>1.3360799999999999</c:v>
                </c:pt>
                <c:pt idx="6013">
                  <c:v>1.33639</c:v>
                </c:pt>
                <c:pt idx="6014">
                  <c:v>1.3366899999999999</c:v>
                </c:pt>
                <c:pt idx="6015">
                  <c:v>1.337</c:v>
                </c:pt>
                <c:pt idx="6016">
                  <c:v>1.3372999999999999</c:v>
                </c:pt>
                <c:pt idx="6017">
                  <c:v>1.33761</c:v>
                </c:pt>
                <c:pt idx="6018">
                  <c:v>1.3379099999999999</c:v>
                </c:pt>
                <c:pt idx="6019">
                  <c:v>1.33822</c:v>
                </c:pt>
                <c:pt idx="6020">
                  <c:v>1.3385199999999999</c:v>
                </c:pt>
                <c:pt idx="6021">
                  <c:v>1.33883</c:v>
                </c:pt>
                <c:pt idx="6022">
                  <c:v>1.3391299999999999</c:v>
                </c:pt>
                <c:pt idx="6023">
                  <c:v>1.33944</c:v>
                </c:pt>
                <c:pt idx="6024">
                  <c:v>1.3397399999999999</c:v>
                </c:pt>
                <c:pt idx="6025">
                  <c:v>1.34005</c:v>
                </c:pt>
                <c:pt idx="6026">
                  <c:v>1.34036</c:v>
                </c:pt>
                <c:pt idx="6027">
                  <c:v>1.34066</c:v>
                </c:pt>
                <c:pt idx="6028">
                  <c:v>1.34097</c:v>
                </c:pt>
                <c:pt idx="6029">
                  <c:v>1.34127</c:v>
                </c:pt>
                <c:pt idx="6030">
                  <c:v>1.34158</c:v>
                </c:pt>
                <c:pt idx="6031">
                  <c:v>1.34188</c:v>
                </c:pt>
                <c:pt idx="6032">
                  <c:v>1.34219</c:v>
                </c:pt>
                <c:pt idx="6033">
                  <c:v>1.34249</c:v>
                </c:pt>
                <c:pt idx="6034">
                  <c:v>1.3428</c:v>
                </c:pt>
                <c:pt idx="6035">
                  <c:v>1.3431</c:v>
                </c:pt>
                <c:pt idx="6036">
                  <c:v>1.34341</c:v>
                </c:pt>
                <c:pt idx="6037">
                  <c:v>1.34371</c:v>
                </c:pt>
                <c:pt idx="6038">
                  <c:v>1.34402</c:v>
                </c:pt>
                <c:pt idx="6039">
                  <c:v>1.34433</c:v>
                </c:pt>
                <c:pt idx="6040">
                  <c:v>1.34463</c:v>
                </c:pt>
                <c:pt idx="6041">
                  <c:v>1.34494</c:v>
                </c:pt>
                <c:pt idx="6042">
                  <c:v>1.34524</c:v>
                </c:pt>
                <c:pt idx="6043">
                  <c:v>1.34555</c:v>
                </c:pt>
                <c:pt idx="6044">
                  <c:v>1.34585</c:v>
                </c:pt>
                <c:pt idx="6045">
                  <c:v>1.34616</c:v>
                </c:pt>
                <c:pt idx="6046">
                  <c:v>1.34646</c:v>
                </c:pt>
                <c:pt idx="6047">
                  <c:v>1.34677</c:v>
                </c:pt>
                <c:pt idx="6048">
                  <c:v>1.34707</c:v>
                </c:pt>
                <c:pt idx="6049">
                  <c:v>1.34738</c:v>
                </c:pt>
                <c:pt idx="6050">
                  <c:v>1.3476900000000001</c:v>
                </c:pt>
                <c:pt idx="6051">
                  <c:v>1.34799</c:v>
                </c:pt>
                <c:pt idx="6052">
                  <c:v>1.3483000000000001</c:v>
                </c:pt>
                <c:pt idx="6053">
                  <c:v>1.3486</c:v>
                </c:pt>
                <c:pt idx="6054">
                  <c:v>1.3489100000000001</c:v>
                </c:pt>
                <c:pt idx="6055">
                  <c:v>1.34921</c:v>
                </c:pt>
                <c:pt idx="6056">
                  <c:v>1.3495200000000001</c:v>
                </c:pt>
                <c:pt idx="6057">
                  <c:v>1.34982</c:v>
                </c:pt>
                <c:pt idx="6058">
                  <c:v>1.3501300000000001</c:v>
                </c:pt>
                <c:pt idx="6059">
                  <c:v>1.35043</c:v>
                </c:pt>
                <c:pt idx="6060">
                  <c:v>1.3507400000000001</c:v>
                </c:pt>
                <c:pt idx="6061">
                  <c:v>1.35104</c:v>
                </c:pt>
                <c:pt idx="6062">
                  <c:v>1.3513500000000001</c:v>
                </c:pt>
                <c:pt idx="6063">
                  <c:v>1.3516600000000001</c:v>
                </c:pt>
                <c:pt idx="6064">
                  <c:v>1.3519600000000001</c:v>
                </c:pt>
                <c:pt idx="6065">
                  <c:v>1.3522700000000001</c:v>
                </c:pt>
                <c:pt idx="6066">
                  <c:v>1.3525700000000001</c:v>
                </c:pt>
                <c:pt idx="6067">
                  <c:v>1.3528800000000001</c:v>
                </c:pt>
                <c:pt idx="6068">
                  <c:v>1.35318</c:v>
                </c:pt>
                <c:pt idx="6069">
                  <c:v>1.3534900000000001</c:v>
                </c:pt>
                <c:pt idx="6070">
                  <c:v>1.35379</c:v>
                </c:pt>
                <c:pt idx="6071">
                  <c:v>1.3541000000000001</c:v>
                </c:pt>
                <c:pt idx="6072">
                  <c:v>1.3544</c:v>
                </c:pt>
                <c:pt idx="6073">
                  <c:v>1.3547100000000001</c:v>
                </c:pt>
                <c:pt idx="6074">
                  <c:v>1.35501</c:v>
                </c:pt>
                <c:pt idx="6075">
                  <c:v>1.3553200000000001</c:v>
                </c:pt>
                <c:pt idx="6076">
                  <c:v>1.3556299999999999</c:v>
                </c:pt>
                <c:pt idx="6077">
                  <c:v>1.3559300000000001</c:v>
                </c:pt>
                <c:pt idx="6078">
                  <c:v>1.3562399999999999</c:v>
                </c:pt>
                <c:pt idx="6079">
                  <c:v>1.3565400000000001</c:v>
                </c:pt>
                <c:pt idx="6080">
                  <c:v>1.3568499999999999</c:v>
                </c:pt>
                <c:pt idx="6081">
                  <c:v>1.3571500000000001</c:v>
                </c:pt>
                <c:pt idx="6082">
                  <c:v>1.3574600000000001</c:v>
                </c:pt>
                <c:pt idx="6083">
                  <c:v>1.3577600000000001</c:v>
                </c:pt>
                <c:pt idx="6084">
                  <c:v>1.3580700000000001</c:v>
                </c:pt>
                <c:pt idx="6085">
                  <c:v>1.3583700000000001</c:v>
                </c:pt>
                <c:pt idx="6086">
                  <c:v>1.3586800000000001</c:v>
                </c:pt>
                <c:pt idx="6087">
                  <c:v>1.3589800000000001</c:v>
                </c:pt>
                <c:pt idx="6088">
                  <c:v>1.3592900000000001</c:v>
                </c:pt>
                <c:pt idx="6089">
                  <c:v>1.3595999999999999</c:v>
                </c:pt>
                <c:pt idx="6090">
                  <c:v>1.3599000000000001</c:v>
                </c:pt>
                <c:pt idx="6091">
                  <c:v>1.3602099999999999</c:v>
                </c:pt>
                <c:pt idx="6092">
                  <c:v>1.3605100000000001</c:v>
                </c:pt>
                <c:pt idx="6093">
                  <c:v>1.3608199999999999</c:v>
                </c:pt>
                <c:pt idx="6094">
                  <c:v>1.3611200000000001</c:v>
                </c:pt>
                <c:pt idx="6095">
                  <c:v>1.3614299999999999</c:v>
                </c:pt>
                <c:pt idx="6096">
                  <c:v>1.3617300000000001</c:v>
                </c:pt>
                <c:pt idx="6097">
                  <c:v>1.3620399999999999</c:v>
                </c:pt>
                <c:pt idx="6098">
                  <c:v>1.3623400000000001</c:v>
                </c:pt>
                <c:pt idx="6099">
                  <c:v>1.3626499999999999</c:v>
                </c:pt>
                <c:pt idx="6100">
                  <c:v>1.3629500000000001</c:v>
                </c:pt>
                <c:pt idx="6101">
                  <c:v>1.3632599999999999</c:v>
                </c:pt>
                <c:pt idx="6102">
                  <c:v>1.3635699999999999</c:v>
                </c:pt>
                <c:pt idx="6103">
                  <c:v>1.3638699999999999</c:v>
                </c:pt>
                <c:pt idx="6104">
                  <c:v>1.3641799999999999</c:v>
                </c:pt>
                <c:pt idx="6105">
                  <c:v>1.3644799999999999</c:v>
                </c:pt>
                <c:pt idx="6106">
                  <c:v>1.3647899999999999</c:v>
                </c:pt>
                <c:pt idx="6107">
                  <c:v>1.3650899999999999</c:v>
                </c:pt>
                <c:pt idx="6108">
                  <c:v>1.3653999999999999</c:v>
                </c:pt>
                <c:pt idx="6109">
                  <c:v>1.3656999999999999</c:v>
                </c:pt>
                <c:pt idx="6110">
                  <c:v>1.3660099999999999</c:v>
                </c:pt>
                <c:pt idx="6111">
                  <c:v>1.3663099999999999</c:v>
                </c:pt>
                <c:pt idx="6112">
                  <c:v>1.3666199999999999</c:v>
                </c:pt>
                <c:pt idx="6113">
                  <c:v>1.36693</c:v>
                </c:pt>
                <c:pt idx="6114">
                  <c:v>1.3672299999999999</c:v>
                </c:pt>
                <c:pt idx="6115">
                  <c:v>1.36754</c:v>
                </c:pt>
                <c:pt idx="6116">
                  <c:v>1.3678399999999999</c:v>
                </c:pt>
                <c:pt idx="6117">
                  <c:v>1.36815</c:v>
                </c:pt>
                <c:pt idx="6118">
                  <c:v>1.3684499999999999</c:v>
                </c:pt>
                <c:pt idx="6119">
                  <c:v>1.36876</c:v>
                </c:pt>
                <c:pt idx="6120">
                  <c:v>1.3690599999999999</c:v>
                </c:pt>
                <c:pt idx="6121">
                  <c:v>1.36937</c:v>
                </c:pt>
                <c:pt idx="6122">
                  <c:v>1.3696699999999999</c:v>
                </c:pt>
                <c:pt idx="6123">
                  <c:v>1.36998</c:v>
                </c:pt>
                <c:pt idx="6124">
                  <c:v>1.3702799999999999</c:v>
                </c:pt>
                <c:pt idx="6125">
                  <c:v>1.37059</c:v>
                </c:pt>
                <c:pt idx="6126">
                  <c:v>1.3709</c:v>
                </c:pt>
                <c:pt idx="6127">
                  <c:v>1.3712</c:v>
                </c:pt>
                <c:pt idx="6128">
                  <c:v>1.37151</c:v>
                </c:pt>
                <c:pt idx="6129">
                  <c:v>1.37181</c:v>
                </c:pt>
                <c:pt idx="6130">
                  <c:v>1.37212</c:v>
                </c:pt>
                <c:pt idx="6131">
                  <c:v>1.37242</c:v>
                </c:pt>
                <c:pt idx="6132">
                  <c:v>1.37273</c:v>
                </c:pt>
                <c:pt idx="6133">
                  <c:v>1.37303</c:v>
                </c:pt>
                <c:pt idx="6134">
                  <c:v>1.37334</c:v>
                </c:pt>
                <c:pt idx="6135">
                  <c:v>1.37364</c:v>
                </c:pt>
                <c:pt idx="6136">
                  <c:v>1.37395</c:v>
                </c:pt>
                <c:pt idx="6137">
                  <c:v>1.37425</c:v>
                </c:pt>
                <c:pt idx="6138">
                  <c:v>1.37456</c:v>
                </c:pt>
                <c:pt idx="6139">
                  <c:v>1.37487</c:v>
                </c:pt>
                <c:pt idx="6140">
                  <c:v>1.37517</c:v>
                </c:pt>
                <c:pt idx="6141">
                  <c:v>1.37548</c:v>
                </c:pt>
                <c:pt idx="6142">
                  <c:v>1.37578</c:v>
                </c:pt>
                <c:pt idx="6143">
                  <c:v>1.37609</c:v>
                </c:pt>
                <c:pt idx="6144">
                  <c:v>1.37639</c:v>
                </c:pt>
                <c:pt idx="6145">
                  <c:v>1.3767</c:v>
                </c:pt>
                <c:pt idx="6146">
                  <c:v>1.377</c:v>
                </c:pt>
                <c:pt idx="6147">
                  <c:v>1.37731</c:v>
                </c:pt>
                <c:pt idx="6148">
                  <c:v>1.37761</c:v>
                </c:pt>
                <c:pt idx="6149">
                  <c:v>1.37792</c:v>
                </c:pt>
                <c:pt idx="6150">
                  <c:v>1.37822</c:v>
                </c:pt>
                <c:pt idx="6151">
                  <c:v>1.37853</c:v>
                </c:pt>
                <c:pt idx="6152">
                  <c:v>1.3788400000000001</c:v>
                </c:pt>
                <c:pt idx="6153">
                  <c:v>1.37914</c:v>
                </c:pt>
                <c:pt idx="6154">
                  <c:v>1.3794500000000001</c:v>
                </c:pt>
                <c:pt idx="6155">
                  <c:v>1.37975</c:v>
                </c:pt>
                <c:pt idx="6156">
                  <c:v>1.3800600000000001</c:v>
                </c:pt>
                <c:pt idx="6157">
                  <c:v>1.38036</c:v>
                </c:pt>
                <c:pt idx="6158">
                  <c:v>1.3806700000000001</c:v>
                </c:pt>
                <c:pt idx="6159">
                  <c:v>1.38097</c:v>
                </c:pt>
                <c:pt idx="6160">
                  <c:v>1.3812800000000001</c:v>
                </c:pt>
                <c:pt idx="6161">
                  <c:v>1.38158</c:v>
                </c:pt>
                <c:pt idx="6162">
                  <c:v>1.3818900000000001</c:v>
                </c:pt>
                <c:pt idx="6163">
                  <c:v>1.3822000000000001</c:v>
                </c:pt>
                <c:pt idx="6164">
                  <c:v>1.3825000000000001</c:v>
                </c:pt>
                <c:pt idx="6165">
                  <c:v>1.3828100000000001</c:v>
                </c:pt>
                <c:pt idx="6166">
                  <c:v>1.3831100000000001</c:v>
                </c:pt>
                <c:pt idx="6167">
                  <c:v>1.3834200000000001</c:v>
                </c:pt>
                <c:pt idx="6168">
                  <c:v>1.3837200000000001</c:v>
                </c:pt>
                <c:pt idx="6169">
                  <c:v>1.3840300000000001</c:v>
                </c:pt>
                <c:pt idx="6170">
                  <c:v>1.3843300000000001</c:v>
                </c:pt>
                <c:pt idx="6171">
                  <c:v>1.3846400000000001</c:v>
                </c:pt>
                <c:pt idx="6172">
                  <c:v>1.3849400000000001</c:v>
                </c:pt>
                <c:pt idx="6173">
                  <c:v>1.3852500000000001</c:v>
                </c:pt>
                <c:pt idx="6174">
                  <c:v>1.3855500000000001</c:v>
                </c:pt>
                <c:pt idx="6175">
                  <c:v>1.3858600000000001</c:v>
                </c:pt>
                <c:pt idx="6176">
                  <c:v>1.3861699999999999</c:v>
                </c:pt>
                <c:pt idx="6177">
                  <c:v>1.3864700000000001</c:v>
                </c:pt>
                <c:pt idx="6178">
                  <c:v>1.3867799999999999</c:v>
                </c:pt>
                <c:pt idx="6179">
                  <c:v>1.3870800000000001</c:v>
                </c:pt>
                <c:pt idx="6180">
                  <c:v>1.3873899999999999</c:v>
                </c:pt>
                <c:pt idx="6181">
                  <c:v>1.3876900000000001</c:v>
                </c:pt>
                <c:pt idx="6182">
                  <c:v>1.3879999999999999</c:v>
                </c:pt>
                <c:pt idx="6183">
                  <c:v>1.3883000000000001</c:v>
                </c:pt>
                <c:pt idx="6184">
                  <c:v>1.3886099999999999</c:v>
                </c:pt>
                <c:pt idx="6185">
                  <c:v>1.3889100000000001</c:v>
                </c:pt>
                <c:pt idx="6186">
                  <c:v>1.3892199999999999</c:v>
                </c:pt>
                <c:pt idx="6187">
                  <c:v>1.3895200000000001</c:v>
                </c:pt>
                <c:pt idx="6188">
                  <c:v>1.3898299999999999</c:v>
                </c:pt>
                <c:pt idx="6189">
                  <c:v>1.3901399999999999</c:v>
                </c:pt>
                <c:pt idx="6190">
                  <c:v>1.3904399999999999</c:v>
                </c:pt>
                <c:pt idx="6191">
                  <c:v>1.3907499999999999</c:v>
                </c:pt>
                <c:pt idx="6192">
                  <c:v>1.3910499999999999</c:v>
                </c:pt>
                <c:pt idx="6193">
                  <c:v>1.3913599999999999</c:v>
                </c:pt>
                <c:pt idx="6194">
                  <c:v>1.3916599999999999</c:v>
                </c:pt>
                <c:pt idx="6195">
                  <c:v>1.3919699999999999</c:v>
                </c:pt>
                <c:pt idx="6196">
                  <c:v>1.3922699999999999</c:v>
                </c:pt>
                <c:pt idx="6197">
                  <c:v>1.3925799999999999</c:v>
                </c:pt>
                <c:pt idx="6198">
                  <c:v>1.3928799999999999</c:v>
                </c:pt>
                <c:pt idx="6199">
                  <c:v>1.3931899999999999</c:v>
                </c:pt>
                <c:pt idx="6200">
                  <c:v>1.3934899999999999</c:v>
                </c:pt>
                <c:pt idx="6201">
                  <c:v>1.3937999999999999</c:v>
                </c:pt>
                <c:pt idx="6202">
                  <c:v>1.39411</c:v>
                </c:pt>
                <c:pt idx="6203">
                  <c:v>1.3944099999999999</c:v>
                </c:pt>
                <c:pt idx="6204">
                  <c:v>1.39472</c:v>
                </c:pt>
                <c:pt idx="6205">
                  <c:v>1.3950199999999999</c:v>
                </c:pt>
                <c:pt idx="6206">
                  <c:v>1.39533</c:v>
                </c:pt>
                <c:pt idx="6207">
                  <c:v>1.3956299999999999</c:v>
                </c:pt>
                <c:pt idx="6208">
                  <c:v>1.39594</c:v>
                </c:pt>
                <c:pt idx="6209">
                  <c:v>1.3962399999999999</c:v>
                </c:pt>
                <c:pt idx="6210">
                  <c:v>1.39655</c:v>
                </c:pt>
                <c:pt idx="6211">
                  <c:v>1.3968499999999999</c:v>
                </c:pt>
                <c:pt idx="6212">
                  <c:v>1.39716</c:v>
                </c:pt>
                <c:pt idx="6213">
                  <c:v>1.3974599999999999</c:v>
                </c:pt>
                <c:pt idx="6214">
                  <c:v>1.39777</c:v>
                </c:pt>
                <c:pt idx="6215">
                  <c:v>1.39808</c:v>
                </c:pt>
                <c:pt idx="6216">
                  <c:v>1.39838</c:v>
                </c:pt>
                <c:pt idx="6217">
                  <c:v>1.39869</c:v>
                </c:pt>
                <c:pt idx="6218">
                  <c:v>1.39899</c:v>
                </c:pt>
                <c:pt idx="6219">
                  <c:v>1.3993</c:v>
                </c:pt>
                <c:pt idx="6220">
                  <c:v>1.3996</c:v>
                </c:pt>
                <c:pt idx="6221">
                  <c:v>1.39991</c:v>
                </c:pt>
                <c:pt idx="6222">
                  <c:v>1.40021</c:v>
                </c:pt>
                <c:pt idx="6223">
                  <c:v>1.40052</c:v>
                </c:pt>
                <c:pt idx="6224">
                  <c:v>1.40082</c:v>
                </c:pt>
                <c:pt idx="6225">
                  <c:v>1.40113</c:v>
                </c:pt>
                <c:pt idx="6226">
                  <c:v>1.40144</c:v>
                </c:pt>
                <c:pt idx="6227">
                  <c:v>1.40174</c:v>
                </c:pt>
                <c:pt idx="6228">
                  <c:v>1.40205</c:v>
                </c:pt>
                <c:pt idx="6229">
                  <c:v>1.40235</c:v>
                </c:pt>
                <c:pt idx="6230">
                  <c:v>1.40266</c:v>
                </c:pt>
                <c:pt idx="6231">
                  <c:v>1.40296</c:v>
                </c:pt>
                <c:pt idx="6232">
                  <c:v>1.40327</c:v>
                </c:pt>
                <c:pt idx="6233">
                  <c:v>1.40357</c:v>
                </c:pt>
                <c:pt idx="6234">
                  <c:v>1.40388</c:v>
                </c:pt>
                <c:pt idx="6235">
                  <c:v>1.40418</c:v>
                </c:pt>
                <c:pt idx="6236">
                  <c:v>1.40449</c:v>
                </c:pt>
                <c:pt idx="6237">
                  <c:v>1.40479</c:v>
                </c:pt>
                <c:pt idx="6238">
                  <c:v>1.4051</c:v>
                </c:pt>
                <c:pt idx="6239">
                  <c:v>1.40541</c:v>
                </c:pt>
                <c:pt idx="6240">
                  <c:v>1.40571</c:v>
                </c:pt>
                <c:pt idx="6241">
                  <c:v>1.40602</c:v>
                </c:pt>
                <c:pt idx="6242">
                  <c:v>1.40632</c:v>
                </c:pt>
                <c:pt idx="6243">
                  <c:v>1.40663</c:v>
                </c:pt>
                <c:pt idx="6244">
                  <c:v>1.40693</c:v>
                </c:pt>
                <c:pt idx="6245">
                  <c:v>1.40724</c:v>
                </c:pt>
                <c:pt idx="6246">
                  <c:v>1.40754</c:v>
                </c:pt>
                <c:pt idx="6247">
                  <c:v>1.40785</c:v>
                </c:pt>
                <c:pt idx="6248">
                  <c:v>1.40815</c:v>
                </c:pt>
                <c:pt idx="6249">
                  <c:v>1.40846</c:v>
                </c:pt>
                <c:pt idx="6250">
                  <c:v>1.40876</c:v>
                </c:pt>
                <c:pt idx="6251">
                  <c:v>1.40907</c:v>
                </c:pt>
                <c:pt idx="6252">
                  <c:v>1.4093800000000001</c:v>
                </c:pt>
                <c:pt idx="6253">
                  <c:v>1.40968</c:v>
                </c:pt>
                <c:pt idx="6254">
                  <c:v>1.4099900000000001</c:v>
                </c:pt>
                <c:pt idx="6255">
                  <c:v>1.41029</c:v>
                </c:pt>
                <c:pt idx="6256">
                  <c:v>1.4106000000000001</c:v>
                </c:pt>
                <c:pt idx="6257">
                  <c:v>1.4109</c:v>
                </c:pt>
                <c:pt idx="6258">
                  <c:v>1.4112100000000001</c:v>
                </c:pt>
                <c:pt idx="6259">
                  <c:v>1.41151</c:v>
                </c:pt>
                <c:pt idx="6260">
                  <c:v>1.4118200000000001</c:v>
                </c:pt>
                <c:pt idx="6261">
                  <c:v>1.41212</c:v>
                </c:pt>
                <c:pt idx="6262">
                  <c:v>1.4124300000000001</c:v>
                </c:pt>
                <c:pt idx="6263">
                  <c:v>1.41273</c:v>
                </c:pt>
                <c:pt idx="6264">
                  <c:v>1.4130400000000001</c:v>
                </c:pt>
                <c:pt idx="6265">
                  <c:v>1.4133500000000001</c:v>
                </c:pt>
                <c:pt idx="6266">
                  <c:v>1.4136500000000001</c:v>
                </c:pt>
                <c:pt idx="6267">
                  <c:v>1.4139600000000001</c:v>
                </c:pt>
                <c:pt idx="6268">
                  <c:v>1.4142600000000001</c:v>
                </c:pt>
                <c:pt idx="6269">
                  <c:v>1.4145700000000001</c:v>
                </c:pt>
                <c:pt idx="6270">
                  <c:v>1.4148700000000001</c:v>
                </c:pt>
                <c:pt idx="6271">
                  <c:v>1.4151800000000001</c:v>
                </c:pt>
                <c:pt idx="6272">
                  <c:v>1.4154800000000001</c:v>
                </c:pt>
                <c:pt idx="6273">
                  <c:v>1.4157900000000001</c:v>
                </c:pt>
                <c:pt idx="6274">
                  <c:v>1.4160900000000001</c:v>
                </c:pt>
                <c:pt idx="6275">
                  <c:v>1.4164000000000001</c:v>
                </c:pt>
                <c:pt idx="6276">
                  <c:v>1.4167000000000001</c:v>
                </c:pt>
                <c:pt idx="6277">
                  <c:v>1.4170100000000001</c:v>
                </c:pt>
                <c:pt idx="6278">
                  <c:v>1.4173199999999999</c:v>
                </c:pt>
                <c:pt idx="6279">
                  <c:v>1.4176200000000001</c:v>
                </c:pt>
                <c:pt idx="6280">
                  <c:v>1.4179299999999999</c:v>
                </c:pt>
                <c:pt idx="6281">
                  <c:v>1.4182300000000001</c:v>
                </c:pt>
                <c:pt idx="6282">
                  <c:v>1.4185399999999999</c:v>
                </c:pt>
                <c:pt idx="6283">
                  <c:v>1.4188400000000001</c:v>
                </c:pt>
                <c:pt idx="6284">
                  <c:v>1.4191499999999999</c:v>
                </c:pt>
                <c:pt idx="6285">
                  <c:v>1.4194500000000001</c:v>
                </c:pt>
                <c:pt idx="6286">
                  <c:v>1.4197599999999999</c:v>
                </c:pt>
                <c:pt idx="6287">
                  <c:v>1.4200600000000001</c:v>
                </c:pt>
                <c:pt idx="6288">
                  <c:v>1.4203699999999999</c:v>
                </c:pt>
                <c:pt idx="6289">
                  <c:v>1.4206799999999999</c:v>
                </c:pt>
                <c:pt idx="6290">
                  <c:v>1.4209799999999999</c:v>
                </c:pt>
                <c:pt idx="6291">
                  <c:v>1.4212899999999999</c:v>
                </c:pt>
                <c:pt idx="6292">
                  <c:v>1.4215899999999999</c:v>
                </c:pt>
                <c:pt idx="6293">
                  <c:v>1.4218999999999999</c:v>
                </c:pt>
                <c:pt idx="6294">
                  <c:v>1.4221999999999999</c:v>
                </c:pt>
                <c:pt idx="6295">
                  <c:v>1.4225099999999999</c:v>
                </c:pt>
                <c:pt idx="6296">
                  <c:v>1.4228099999999999</c:v>
                </c:pt>
                <c:pt idx="6297">
                  <c:v>1.4231199999999999</c:v>
                </c:pt>
                <c:pt idx="6298">
                  <c:v>1.4234199999999999</c:v>
                </c:pt>
                <c:pt idx="6299">
                  <c:v>1.4237299999999999</c:v>
                </c:pt>
                <c:pt idx="6300">
                  <c:v>1.4240299999999999</c:v>
                </c:pt>
                <c:pt idx="6301">
                  <c:v>1.4243399999999999</c:v>
                </c:pt>
                <c:pt idx="6302">
                  <c:v>1.42465</c:v>
                </c:pt>
                <c:pt idx="6303">
                  <c:v>1.4249499999999999</c:v>
                </c:pt>
                <c:pt idx="6304">
                  <c:v>1.42526</c:v>
                </c:pt>
                <c:pt idx="6305">
                  <c:v>1.4255599999999999</c:v>
                </c:pt>
                <c:pt idx="6306">
                  <c:v>1.42587</c:v>
                </c:pt>
                <c:pt idx="6307">
                  <c:v>1.4261699999999999</c:v>
                </c:pt>
                <c:pt idx="6308">
                  <c:v>1.42648</c:v>
                </c:pt>
                <c:pt idx="6309">
                  <c:v>1.4267799999999999</c:v>
                </c:pt>
                <c:pt idx="6310">
                  <c:v>1.42709</c:v>
                </c:pt>
                <c:pt idx="6311">
                  <c:v>1.4273899999999999</c:v>
                </c:pt>
                <c:pt idx="6312">
                  <c:v>1.4277</c:v>
                </c:pt>
                <c:pt idx="6313">
                  <c:v>1.4279999999999999</c:v>
                </c:pt>
                <c:pt idx="6314">
                  <c:v>1.42831</c:v>
                </c:pt>
                <c:pt idx="6315">
                  <c:v>1.42862</c:v>
                </c:pt>
                <c:pt idx="6316">
                  <c:v>1.42892</c:v>
                </c:pt>
                <c:pt idx="6317">
                  <c:v>1.42923</c:v>
                </c:pt>
                <c:pt idx="6318">
                  <c:v>1.42953</c:v>
                </c:pt>
                <c:pt idx="6319">
                  <c:v>1.42984</c:v>
                </c:pt>
                <c:pt idx="6320">
                  <c:v>1.43014</c:v>
                </c:pt>
                <c:pt idx="6321">
                  <c:v>1.43045</c:v>
                </c:pt>
                <c:pt idx="6322">
                  <c:v>1.43075</c:v>
                </c:pt>
                <c:pt idx="6323">
                  <c:v>1.43106</c:v>
                </c:pt>
                <c:pt idx="6324">
                  <c:v>1.43136</c:v>
                </c:pt>
                <c:pt idx="6325">
                  <c:v>1.43167</c:v>
                </c:pt>
                <c:pt idx="6326">
                  <c:v>1.43197</c:v>
                </c:pt>
                <c:pt idx="6327">
                  <c:v>1.43228</c:v>
                </c:pt>
                <c:pt idx="6328">
                  <c:v>1.43259</c:v>
                </c:pt>
                <c:pt idx="6329">
                  <c:v>1.43289</c:v>
                </c:pt>
                <c:pt idx="6330">
                  <c:v>1.4332</c:v>
                </c:pt>
                <c:pt idx="6331">
                  <c:v>1.4335</c:v>
                </c:pt>
                <c:pt idx="6332">
                  <c:v>1.43381</c:v>
                </c:pt>
                <c:pt idx="6333">
                  <c:v>1.43411</c:v>
                </c:pt>
                <c:pt idx="6334">
                  <c:v>1.43442</c:v>
                </c:pt>
                <c:pt idx="6335">
                  <c:v>1.43472</c:v>
                </c:pt>
                <c:pt idx="6336">
                  <c:v>1.43503</c:v>
                </c:pt>
                <c:pt idx="6337">
                  <c:v>1.43533</c:v>
                </c:pt>
                <c:pt idx="6338">
                  <c:v>1.43564</c:v>
                </c:pt>
                <c:pt idx="6339">
                  <c:v>1.4359500000000001</c:v>
                </c:pt>
                <c:pt idx="6340">
                  <c:v>1.43625</c:v>
                </c:pt>
                <c:pt idx="6341">
                  <c:v>1.4365600000000001</c:v>
                </c:pt>
                <c:pt idx="6342">
                  <c:v>1.43686</c:v>
                </c:pt>
                <c:pt idx="6343">
                  <c:v>1.4371700000000001</c:v>
                </c:pt>
                <c:pt idx="6344">
                  <c:v>1.43747</c:v>
                </c:pt>
                <c:pt idx="6345">
                  <c:v>1.4377800000000001</c:v>
                </c:pt>
                <c:pt idx="6346">
                  <c:v>1.43808</c:v>
                </c:pt>
                <c:pt idx="6347">
                  <c:v>1.4383900000000001</c:v>
                </c:pt>
                <c:pt idx="6348">
                  <c:v>1.43869</c:v>
                </c:pt>
                <c:pt idx="6349">
                  <c:v>1.4390000000000001</c:v>
                </c:pt>
                <c:pt idx="6350">
                  <c:v>1.4393</c:v>
                </c:pt>
                <c:pt idx="6351">
                  <c:v>1.4396100000000001</c:v>
                </c:pt>
                <c:pt idx="6352">
                  <c:v>1.4399200000000001</c:v>
                </c:pt>
                <c:pt idx="6353">
                  <c:v>1.4402200000000001</c:v>
                </c:pt>
                <c:pt idx="6354">
                  <c:v>1.4405300000000001</c:v>
                </c:pt>
                <c:pt idx="6355">
                  <c:v>1.4408300000000001</c:v>
                </c:pt>
                <c:pt idx="6356">
                  <c:v>1.4411400000000001</c:v>
                </c:pt>
                <c:pt idx="6357">
                  <c:v>1.4414400000000001</c:v>
                </c:pt>
                <c:pt idx="6358">
                  <c:v>1.4417500000000001</c:v>
                </c:pt>
                <c:pt idx="6359">
                  <c:v>1.4420500000000001</c:v>
                </c:pt>
                <c:pt idx="6360">
                  <c:v>1.4423600000000001</c:v>
                </c:pt>
                <c:pt idx="6361">
                  <c:v>1.4426600000000001</c:v>
                </c:pt>
                <c:pt idx="6362">
                  <c:v>1.4429700000000001</c:v>
                </c:pt>
                <c:pt idx="6363">
                  <c:v>1.4432700000000001</c:v>
                </c:pt>
                <c:pt idx="6364">
                  <c:v>1.4435800000000001</c:v>
                </c:pt>
                <c:pt idx="6365">
                  <c:v>1.4438899999999999</c:v>
                </c:pt>
                <c:pt idx="6366">
                  <c:v>1.4441900000000001</c:v>
                </c:pt>
                <c:pt idx="6367">
                  <c:v>1.4444999999999999</c:v>
                </c:pt>
                <c:pt idx="6368">
                  <c:v>1.4448000000000001</c:v>
                </c:pt>
                <c:pt idx="6369">
                  <c:v>1.4451099999999999</c:v>
                </c:pt>
                <c:pt idx="6370">
                  <c:v>1.4454100000000001</c:v>
                </c:pt>
                <c:pt idx="6371">
                  <c:v>1.4457199999999999</c:v>
                </c:pt>
                <c:pt idx="6372">
                  <c:v>1.4460200000000001</c:v>
                </c:pt>
                <c:pt idx="6373">
                  <c:v>1.4463299999999999</c:v>
                </c:pt>
                <c:pt idx="6374">
                  <c:v>1.4466300000000001</c:v>
                </c:pt>
                <c:pt idx="6375">
                  <c:v>1.4469399999999999</c:v>
                </c:pt>
                <c:pt idx="6376">
                  <c:v>1.4472400000000001</c:v>
                </c:pt>
                <c:pt idx="6377">
                  <c:v>1.4475499999999999</c:v>
                </c:pt>
                <c:pt idx="6378">
                  <c:v>1.4478599999999999</c:v>
                </c:pt>
                <c:pt idx="6379">
                  <c:v>1.4481599999999999</c:v>
                </c:pt>
                <c:pt idx="6380">
                  <c:v>1.4484699999999999</c:v>
                </c:pt>
                <c:pt idx="6381">
                  <c:v>1.4487699999999999</c:v>
                </c:pt>
                <c:pt idx="6382">
                  <c:v>1.4490799999999999</c:v>
                </c:pt>
                <c:pt idx="6383">
                  <c:v>1.4493799999999999</c:v>
                </c:pt>
                <c:pt idx="6384">
                  <c:v>1.4496899999999999</c:v>
                </c:pt>
                <c:pt idx="6385">
                  <c:v>1.4499899999999999</c:v>
                </c:pt>
                <c:pt idx="6386">
                  <c:v>1.4502999999999999</c:v>
                </c:pt>
                <c:pt idx="6387">
                  <c:v>1.4505999999999999</c:v>
                </c:pt>
                <c:pt idx="6388">
                  <c:v>1.4509099999999999</c:v>
                </c:pt>
                <c:pt idx="6389">
                  <c:v>1.4512100000000001</c:v>
                </c:pt>
                <c:pt idx="6390">
                  <c:v>1.4515199999999999</c:v>
                </c:pt>
                <c:pt idx="6391">
                  <c:v>1.45183</c:v>
                </c:pt>
                <c:pt idx="6392">
                  <c:v>1.4521299999999999</c:v>
                </c:pt>
                <c:pt idx="6393">
                  <c:v>1.45244</c:v>
                </c:pt>
                <c:pt idx="6394">
                  <c:v>1.4527399999999999</c:v>
                </c:pt>
                <c:pt idx="6395">
                  <c:v>1.45305</c:v>
                </c:pt>
                <c:pt idx="6396">
                  <c:v>1.4533499999999999</c:v>
                </c:pt>
                <c:pt idx="6397">
                  <c:v>1.45366</c:v>
                </c:pt>
                <c:pt idx="6398">
                  <c:v>1.4539599999999999</c:v>
                </c:pt>
                <c:pt idx="6399">
                  <c:v>1.45427</c:v>
                </c:pt>
                <c:pt idx="6400">
                  <c:v>1.4545699999999999</c:v>
                </c:pt>
                <c:pt idx="6401">
                  <c:v>1.45488</c:v>
                </c:pt>
                <c:pt idx="6402">
                  <c:v>1.45519</c:v>
                </c:pt>
                <c:pt idx="6403">
                  <c:v>1.45549</c:v>
                </c:pt>
                <c:pt idx="6404">
                  <c:v>1.4558</c:v>
                </c:pt>
                <c:pt idx="6405">
                  <c:v>1.4560999999999999</c:v>
                </c:pt>
                <c:pt idx="6406">
                  <c:v>1.45641</c:v>
                </c:pt>
                <c:pt idx="6407">
                  <c:v>1.4567099999999999</c:v>
                </c:pt>
                <c:pt idx="6408">
                  <c:v>1.45702</c:v>
                </c:pt>
                <c:pt idx="6409">
                  <c:v>1.4573199999999999</c:v>
                </c:pt>
                <c:pt idx="6410">
                  <c:v>1.45763</c:v>
                </c:pt>
                <c:pt idx="6411">
                  <c:v>1.4579299999999999</c:v>
                </c:pt>
                <c:pt idx="6412">
                  <c:v>1.45824</c:v>
                </c:pt>
                <c:pt idx="6413">
                  <c:v>1.4585399999999999</c:v>
                </c:pt>
                <c:pt idx="6414">
                  <c:v>1.45885</c:v>
                </c:pt>
                <c:pt idx="6415">
                  <c:v>1.45916</c:v>
                </c:pt>
                <c:pt idx="6416">
                  <c:v>1.45946</c:v>
                </c:pt>
                <c:pt idx="6417">
                  <c:v>1.45977</c:v>
                </c:pt>
                <c:pt idx="6418">
                  <c:v>1.46007</c:v>
                </c:pt>
                <c:pt idx="6419">
                  <c:v>1.46038</c:v>
                </c:pt>
                <c:pt idx="6420">
                  <c:v>1.46068</c:v>
                </c:pt>
                <c:pt idx="6421">
                  <c:v>1.46099</c:v>
                </c:pt>
                <c:pt idx="6422">
                  <c:v>1.46129</c:v>
                </c:pt>
                <c:pt idx="6423">
                  <c:v>1.4616</c:v>
                </c:pt>
                <c:pt idx="6424">
                  <c:v>1.4619</c:v>
                </c:pt>
                <c:pt idx="6425">
                  <c:v>1.46221</c:v>
                </c:pt>
                <c:pt idx="6426">
                  <c:v>1.46251</c:v>
                </c:pt>
                <c:pt idx="6427">
                  <c:v>1.46282</c:v>
                </c:pt>
                <c:pt idx="6428">
                  <c:v>1.46313</c:v>
                </c:pt>
                <c:pt idx="6429">
                  <c:v>1.46343</c:v>
                </c:pt>
                <c:pt idx="6430">
                  <c:v>1.46374</c:v>
                </c:pt>
                <c:pt idx="6431">
                  <c:v>1.46404</c:v>
                </c:pt>
                <c:pt idx="6432">
                  <c:v>1.46435</c:v>
                </c:pt>
                <c:pt idx="6433">
                  <c:v>1.46465</c:v>
                </c:pt>
                <c:pt idx="6434">
                  <c:v>1.46496</c:v>
                </c:pt>
                <c:pt idx="6435">
                  <c:v>1.46526</c:v>
                </c:pt>
                <c:pt idx="6436">
                  <c:v>1.46557</c:v>
                </c:pt>
                <c:pt idx="6437">
                  <c:v>1.46587</c:v>
                </c:pt>
                <c:pt idx="6438">
                  <c:v>1.46618</c:v>
                </c:pt>
                <c:pt idx="6439">
                  <c:v>1.46648</c:v>
                </c:pt>
                <c:pt idx="6440">
                  <c:v>1.46679</c:v>
                </c:pt>
                <c:pt idx="6441">
                  <c:v>1.4671000000000001</c:v>
                </c:pt>
                <c:pt idx="6442">
                  <c:v>1.4674</c:v>
                </c:pt>
                <c:pt idx="6443">
                  <c:v>1.4677100000000001</c:v>
                </c:pt>
                <c:pt idx="6444">
                  <c:v>1.46801</c:v>
                </c:pt>
                <c:pt idx="6445">
                  <c:v>1.4683200000000001</c:v>
                </c:pt>
                <c:pt idx="6446">
                  <c:v>1.46862</c:v>
                </c:pt>
                <c:pt idx="6447">
                  <c:v>1.4689300000000001</c:v>
                </c:pt>
                <c:pt idx="6448">
                  <c:v>1.46923</c:v>
                </c:pt>
                <c:pt idx="6449">
                  <c:v>1.4695400000000001</c:v>
                </c:pt>
                <c:pt idx="6450">
                  <c:v>1.46984</c:v>
                </c:pt>
                <c:pt idx="6451">
                  <c:v>1.4701500000000001</c:v>
                </c:pt>
                <c:pt idx="6452">
                  <c:v>1.47045</c:v>
                </c:pt>
                <c:pt idx="6453">
                  <c:v>1.4707600000000001</c:v>
                </c:pt>
                <c:pt idx="6454">
                  <c:v>1.4710700000000001</c:v>
                </c:pt>
                <c:pt idx="6455">
                  <c:v>1.4713700000000001</c:v>
                </c:pt>
                <c:pt idx="6456">
                  <c:v>1.4716800000000001</c:v>
                </c:pt>
                <c:pt idx="6457">
                  <c:v>1.4719800000000001</c:v>
                </c:pt>
                <c:pt idx="6458">
                  <c:v>1.4722900000000001</c:v>
                </c:pt>
                <c:pt idx="6459">
                  <c:v>1.4725900000000001</c:v>
                </c:pt>
                <c:pt idx="6460">
                  <c:v>1.4729000000000001</c:v>
                </c:pt>
                <c:pt idx="6461">
                  <c:v>1.4732000000000001</c:v>
                </c:pt>
                <c:pt idx="6462">
                  <c:v>1.4735100000000001</c:v>
                </c:pt>
                <c:pt idx="6463">
                  <c:v>1.4738100000000001</c:v>
                </c:pt>
                <c:pt idx="6464">
                  <c:v>1.4741200000000001</c:v>
                </c:pt>
                <c:pt idx="6465">
                  <c:v>1.4744299999999999</c:v>
                </c:pt>
                <c:pt idx="6466">
                  <c:v>1.4747300000000001</c:v>
                </c:pt>
                <c:pt idx="6467">
                  <c:v>1.4750399999999999</c:v>
                </c:pt>
                <c:pt idx="6468">
                  <c:v>1.4753400000000001</c:v>
                </c:pt>
                <c:pt idx="6469">
                  <c:v>1.4756499999999999</c:v>
                </c:pt>
                <c:pt idx="6470">
                  <c:v>1.4759500000000001</c:v>
                </c:pt>
                <c:pt idx="6471">
                  <c:v>1.4762599999999999</c:v>
                </c:pt>
                <c:pt idx="6472">
                  <c:v>1.4765600000000001</c:v>
                </c:pt>
                <c:pt idx="6473">
                  <c:v>1.4768699999999999</c:v>
                </c:pt>
                <c:pt idx="6474">
                  <c:v>1.4771700000000001</c:v>
                </c:pt>
                <c:pt idx="6475">
                  <c:v>1.4774799999999999</c:v>
                </c:pt>
                <c:pt idx="6476">
                  <c:v>1.4777800000000001</c:v>
                </c:pt>
                <c:pt idx="6477">
                  <c:v>1.4780899999999999</c:v>
                </c:pt>
                <c:pt idx="6478">
                  <c:v>1.4783999999999999</c:v>
                </c:pt>
                <c:pt idx="6479">
                  <c:v>1.4786999999999999</c:v>
                </c:pt>
                <c:pt idx="6480">
                  <c:v>1.4790099999999999</c:v>
                </c:pt>
                <c:pt idx="6481">
                  <c:v>1.4793099999999999</c:v>
                </c:pt>
                <c:pt idx="6482">
                  <c:v>1.4796199999999999</c:v>
                </c:pt>
                <c:pt idx="6483">
                  <c:v>1.4799199999999999</c:v>
                </c:pt>
                <c:pt idx="6484">
                  <c:v>1.4802299999999999</c:v>
                </c:pt>
                <c:pt idx="6485">
                  <c:v>1.4805299999999999</c:v>
                </c:pt>
                <c:pt idx="6486">
                  <c:v>1.4808399999999999</c:v>
                </c:pt>
                <c:pt idx="6487">
                  <c:v>1.4811399999999999</c:v>
                </c:pt>
                <c:pt idx="6488">
                  <c:v>1.4814499999999999</c:v>
                </c:pt>
                <c:pt idx="6489">
                  <c:v>1.4817499999999999</c:v>
                </c:pt>
                <c:pt idx="6490">
                  <c:v>1.4820599999999999</c:v>
                </c:pt>
                <c:pt idx="6491">
                  <c:v>1.48237</c:v>
                </c:pt>
                <c:pt idx="6492">
                  <c:v>1.4826699999999999</c:v>
                </c:pt>
                <c:pt idx="6493">
                  <c:v>1.48298</c:v>
                </c:pt>
                <c:pt idx="6494">
                  <c:v>1.4832799999999999</c:v>
                </c:pt>
                <c:pt idx="6495">
                  <c:v>1.48359</c:v>
                </c:pt>
                <c:pt idx="6496">
                  <c:v>1.4838899999999999</c:v>
                </c:pt>
                <c:pt idx="6497">
                  <c:v>1.4842</c:v>
                </c:pt>
                <c:pt idx="6498">
                  <c:v>1.4844999999999999</c:v>
                </c:pt>
                <c:pt idx="6499">
                  <c:v>1.48481</c:v>
                </c:pt>
                <c:pt idx="6500">
                  <c:v>1.4851099999999999</c:v>
                </c:pt>
                <c:pt idx="6501">
                  <c:v>1.48542</c:v>
                </c:pt>
                <c:pt idx="6502">
                  <c:v>1.4857199999999999</c:v>
                </c:pt>
                <c:pt idx="6503">
                  <c:v>1.48603</c:v>
                </c:pt>
                <c:pt idx="6504">
                  <c:v>1.48634</c:v>
                </c:pt>
                <c:pt idx="6505">
                  <c:v>1.48664</c:v>
                </c:pt>
                <c:pt idx="6506">
                  <c:v>1.48695</c:v>
                </c:pt>
                <c:pt idx="6507">
                  <c:v>1.48725</c:v>
                </c:pt>
                <c:pt idx="6508">
                  <c:v>1.48756</c:v>
                </c:pt>
                <c:pt idx="6509">
                  <c:v>1.48786</c:v>
                </c:pt>
                <c:pt idx="6510">
                  <c:v>1.48817</c:v>
                </c:pt>
                <c:pt idx="6511">
                  <c:v>1.48847</c:v>
                </c:pt>
                <c:pt idx="6512">
                  <c:v>1.48878</c:v>
                </c:pt>
                <c:pt idx="6513">
                  <c:v>1.48908</c:v>
                </c:pt>
                <c:pt idx="6514">
                  <c:v>1.48939</c:v>
                </c:pt>
                <c:pt idx="6515">
                  <c:v>1.4897</c:v>
                </c:pt>
                <c:pt idx="6516">
                  <c:v>1.49</c:v>
                </c:pt>
                <c:pt idx="6517">
                  <c:v>1.49031</c:v>
                </c:pt>
                <c:pt idx="6518">
                  <c:v>1.49061</c:v>
                </c:pt>
                <c:pt idx="6519">
                  <c:v>1.49092</c:v>
                </c:pt>
                <c:pt idx="6520">
                  <c:v>1.49122</c:v>
                </c:pt>
                <c:pt idx="6521">
                  <c:v>1.49153</c:v>
                </c:pt>
                <c:pt idx="6522">
                  <c:v>1.49183</c:v>
                </c:pt>
                <c:pt idx="6523">
                  <c:v>1.49214</c:v>
                </c:pt>
                <c:pt idx="6524">
                  <c:v>1.49244</c:v>
                </c:pt>
                <c:pt idx="6525">
                  <c:v>1.49275</c:v>
                </c:pt>
                <c:pt idx="6526">
                  <c:v>1.49305</c:v>
                </c:pt>
                <c:pt idx="6527">
                  <c:v>1.49336</c:v>
                </c:pt>
                <c:pt idx="6528">
                  <c:v>1.4936700000000001</c:v>
                </c:pt>
                <c:pt idx="6529">
                  <c:v>1.49397</c:v>
                </c:pt>
                <c:pt idx="6530">
                  <c:v>1.4942800000000001</c:v>
                </c:pt>
                <c:pt idx="6531">
                  <c:v>1.49458</c:v>
                </c:pt>
                <c:pt idx="6532">
                  <c:v>1.4948900000000001</c:v>
                </c:pt>
                <c:pt idx="6533">
                  <c:v>1.49519</c:v>
                </c:pt>
                <c:pt idx="6534">
                  <c:v>1.4955000000000001</c:v>
                </c:pt>
                <c:pt idx="6535">
                  <c:v>1.4958</c:v>
                </c:pt>
                <c:pt idx="6536">
                  <c:v>1.4961100000000001</c:v>
                </c:pt>
                <c:pt idx="6537">
                  <c:v>1.49641</c:v>
                </c:pt>
                <c:pt idx="6538">
                  <c:v>1.4967200000000001</c:v>
                </c:pt>
                <c:pt idx="6539">
                  <c:v>1.49702</c:v>
                </c:pt>
                <c:pt idx="6540">
                  <c:v>1.49733</c:v>
                </c:pt>
                <c:pt idx="6541">
                  <c:v>1.4976400000000001</c:v>
                </c:pt>
                <c:pt idx="6542">
                  <c:v>1.49794</c:v>
                </c:pt>
                <c:pt idx="6543">
                  <c:v>1.4982500000000001</c:v>
                </c:pt>
                <c:pt idx="6544">
                  <c:v>1.49855</c:v>
                </c:pt>
                <c:pt idx="6545">
                  <c:v>1.4988600000000001</c:v>
                </c:pt>
                <c:pt idx="6546">
                  <c:v>1.49916</c:v>
                </c:pt>
                <c:pt idx="6547">
                  <c:v>1.4994700000000001</c:v>
                </c:pt>
                <c:pt idx="6548">
                  <c:v>1.49977</c:v>
                </c:pt>
                <c:pt idx="6549">
                  <c:v>1.5000800000000001</c:v>
                </c:pt>
                <c:pt idx="6550">
                  <c:v>1.50038</c:v>
                </c:pt>
                <c:pt idx="6551">
                  <c:v>1.5006900000000001</c:v>
                </c:pt>
                <c:pt idx="6552">
                  <c:v>1.50099</c:v>
                </c:pt>
                <c:pt idx="6553">
                  <c:v>1.5013000000000001</c:v>
                </c:pt>
                <c:pt idx="6554">
                  <c:v>1.5016099999999999</c:v>
                </c:pt>
                <c:pt idx="6555">
                  <c:v>1.5019100000000001</c:v>
                </c:pt>
                <c:pt idx="6556">
                  <c:v>1.5022200000000001</c:v>
                </c:pt>
                <c:pt idx="6557">
                  <c:v>1.5025200000000001</c:v>
                </c:pt>
                <c:pt idx="6558">
                  <c:v>1.5028300000000001</c:v>
                </c:pt>
                <c:pt idx="6559">
                  <c:v>1.5031300000000001</c:v>
                </c:pt>
                <c:pt idx="6560">
                  <c:v>1.5034400000000001</c:v>
                </c:pt>
                <c:pt idx="6561">
                  <c:v>1.5037400000000001</c:v>
                </c:pt>
                <c:pt idx="6562">
                  <c:v>1.5040500000000001</c:v>
                </c:pt>
                <c:pt idx="6563">
                  <c:v>1.5043500000000001</c:v>
                </c:pt>
                <c:pt idx="6564">
                  <c:v>1.5046600000000001</c:v>
                </c:pt>
                <c:pt idx="6565">
                  <c:v>1.5049600000000001</c:v>
                </c:pt>
                <c:pt idx="6566">
                  <c:v>1.5052700000000001</c:v>
                </c:pt>
                <c:pt idx="6567">
                  <c:v>1.5055799999999999</c:v>
                </c:pt>
                <c:pt idx="6568">
                  <c:v>1.5058800000000001</c:v>
                </c:pt>
                <c:pt idx="6569">
                  <c:v>1.5061899999999999</c:v>
                </c:pt>
                <c:pt idx="6570">
                  <c:v>1.5064900000000001</c:v>
                </c:pt>
                <c:pt idx="6571">
                  <c:v>1.5067999999999999</c:v>
                </c:pt>
                <c:pt idx="6572">
                  <c:v>1.5071000000000001</c:v>
                </c:pt>
                <c:pt idx="6573">
                  <c:v>1.5074099999999999</c:v>
                </c:pt>
                <c:pt idx="6574">
                  <c:v>1.5077100000000001</c:v>
                </c:pt>
                <c:pt idx="6575">
                  <c:v>1.5080199999999999</c:v>
                </c:pt>
                <c:pt idx="6576">
                  <c:v>1.5083200000000001</c:v>
                </c:pt>
                <c:pt idx="6577">
                  <c:v>1.5086299999999999</c:v>
                </c:pt>
                <c:pt idx="6578">
                  <c:v>1.5089399999999999</c:v>
                </c:pt>
                <c:pt idx="6579">
                  <c:v>1.5092399999999999</c:v>
                </c:pt>
                <c:pt idx="6580">
                  <c:v>1.5095499999999999</c:v>
                </c:pt>
                <c:pt idx="6581">
                  <c:v>1.5098499999999999</c:v>
                </c:pt>
                <c:pt idx="6582">
                  <c:v>1.5101599999999999</c:v>
                </c:pt>
                <c:pt idx="6583">
                  <c:v>1.5104599999999999</c:v>
                </c:pt>
                <c:pt idx="6584">
                  <c:v>1.5107699999999999</c:v>
                </c:pt>
                <c:pt idx="6585">
                  <c:v>1.5110699999999999</c:v>
                </c:pt>
                <c:pt idx="6586">
                  <c:v>1.5113799999999999</c:v>
                </c:pt>
                <c:pt idx="6587">
                  <c:v>1.5116799999999999</c:v>
                </c:pt>
                <c:pt idx="6588">
                  <c:v>1.5119899999999999</c:v>
                </c:pt>
                <c:pt idx="6589">
                  <c:v>1.5122899999999999</c:v>
                </c:pt>
                <c:pt idx="6590">
                  <c:v>1.5125999999999999</c:v>
                </c:pt>
                <c:pt idx="6591">
                  <c:v>1.51291</c:v>
                </c:pt>
                <c:pt idx="6592">
                  <c:v>1.5132099999999999</c:v>
                </c:pt>
                <c:pt idx="6593">
                  <c:v>1.51352</c:v>
                </c:pt>
                <c:pt idx="6594">
                  <c:v>1.5138199999999999</c:v>
                </c:pt>
                <c:pt idx="6595">
                  <c:v>1.51413</c:v>
                </c:pt>
                <c:pt idx="6596">
                  <c:v>1.5144299999999999</c:v>
                </c:pt>
                <c:pt idx="6597">
                  <c:v>1.51474</c:v>
                </c:pt>
                <c:pt idx="6598">
                  <c:v>1.5150399999999999</c:v>
                </c:pt>
                <c:pt idx="6599">
                  <c:v>1.51535</c:v>
                </c:pt>
                <c:pt idx="6600">
                  <c:v>1.5156499999999999</c:v>
                </c:pt>
                <c:pt idx="6601">
                  <c:v>1.51596</c:v>
                </c:pt>
                <c:pt idx="6602">
                  <c:v>1.5162599999999999</c:v>
                </c:pt>
                <c:pt idx="6603">
                  <c:v>1.51657</c:v>
                </c:pt>
                <c:pt idx="6604">
                  <c:v>1.51688</c:v>
                </c:pt>
                <c:pt idx="6605">
                  <c:v>1.51718</c:v>
                </c:pt>
                <c:pt idx="6606">
                  <c:v>1.51749</c:v>
                </c:pt>
                <c:pt idx="6607">
                  <c:v>1.51779</c:v>
                </c:pt>
                <c:pt idx="6608">
                  <c:v>1.5181</c:v>
                </c:pt>
                <c:pt idx="6609">
                  <c:v>1.5184</c:v>
                </c:pt>
                <c:pt idx="6610">
                  <c:v>1.51871</c:v>
                </c:pt>
                <c:pt idx="6611">
                  <c:v>1.51901</c:v>
                </c:pt>
                <c:pt idx="6612">
                  <c:v>1.51932</c:v>
                </c:pt>
                <c:pt idx="6613">
                  <c:v>1.51962</c:v>
                </c:pt>
                <c:pt idx="6614">
                  <c:v>1.51993</c:v>
                </c:pt>
                <c:pt idx="6615">
                  <c:v>1.52023</c:v>
                </c:pt>
                <c:pt idx="6616">
                  <c:v>1.52054</c:v>
                </c:pt>
                <c:pt idx="6617">
                  <c:v>1.52085</c:v>
                </c:pt>
                <c:pt idx="6618">
                  <c:v>1.52115</c:v>
                </c:pt>
                <c:pt idx="6619">
                  <c:v>1.52146</c:v>
                </c:pt>
                <c:pt idx="6620">
                  <c:v>1.52176</c:v>
                </c:pt>
                <c:pt idx="6621">
                  <c:v>1.52207</c:v>
                </c:pt>
                <c:pt idx="6622">
                  <c:v>1.52237</c:v>
                </c:pt>
                <c:pt idx="6623">
                  <c:v>1.52268</c:v>
                </c:pt>
                <c:pt idx="6624">
                  <c:v>1.52298</c:v>
                </c:pt>
                <c:pt idx="6625">
                  <c:v>1.52329</c:v>
                </c:pt>
                <c:pt idx="6626">
                  <c:v>1.52359</c:v>
                </c:pt>
                <c:pt idx="6627">
                  <c:v>1.5239</c:v>
                </c:pt>
                <c:pt idx="6628">
                  <c:v>1.5242</c:v>
                </c:pt>
                <c:pt idx="6629">
                  <c:v>1.52451</c:v>
                </c:pt>
                <c:pt idx="6630">
                  <c:v>1.5248200000000001</c:v>
                </c:pt>
                <c:pt idx="6631">
                  <c:v>1.52512</c:v>
                </c:pt>
                <c:pt idx="6632">
                  <c:v>1.5254300000000001</c:v>
                </c:pt>
                <c:pt idx="6633">
                  <c:v>1.52573</c:v>
                </c:pt>
                <c:pt idx="6634">
                  <c:v>1.5260400000000001</c:v>
                </c:pt>
                <c:pt idx="6635">
                  <c:v>1.52634</c:v>
                </c:pt>
                <c:pt idx="6636">
                  <c:v>1.5266500000000001</c:v>
                </c:pt>
                <c:pt idx="6637">
                  <c:v>1.52695</c:v>
                </c:pt>
                <c:pt idx="6638">
                  <c:v>1.5272600000000001</c:v>
                </c:pt>
                <c:pt idx="6639">
                  <c:v>1.52756</c:v>
                </c:pt>
                <c:pt idx="6640">
                  <c:v>1.5278700000000001</c:v>
                </c:pt>
                <c:pt idx="6641">
                  <c:v>1.5281800000000001</c:v>
                </c:pt>
                <c:pt idx="6642">
                  <c:v>1.5284800000000001</c:v>
                </c:pt>
                <c:pt idx="6643">
                  <c:v>1.5287900000000001</c:v>
                </c:pt>
                <c:pt idx="6644">
                  <c:v>1.5290900000000001</c:v>
                </c:pt>
                <c:pt idx="6645">
                  <c:v>1.5294000000000001</c:v>
                </c:pt>
                <c:pt idx="6646">
                  <c:v>1.5297000000000001</c:v>
                </c:pt>
                <c:pt idx="6647">
                  <c:v>1.5300100000000001</c:v>
                </c:pt>
                <c:pt idx="6648">
                  <c:v>1.5303100000000001</c:v>
                </c:pt>
                <c:pt idx="6649">
                  <c:v>1.5306200000000001</c:v>
                </c:pt>
                <c:pt idx="6650">
                  <c:v>1.5309200000000001</c:v>
                </c:pt>
                <c:pt idx="6651">
                  <c:v>1.5312300000000001</c:v>
                </c:pt>
                <c:pt idx="6652">
                  <c:v>1.5315300000000001</c:v>
                </c:pt>
                <c:pt idx="6653">
                  <c:v>1.5318400000000001</c:v>
                </c:pt>
                <c:pt idx="6654">
                  <c:v>1.5321499999999999</c:v>
                </c:pt>
                <c:pt idx="6655">
                  <c:v>1.5324500000000001</c:v>
                </c:pt>
                <c:pt idx="6656">
                  <c:v>1.5327599999999999</c:v>
                </c:pt>
                <c:pt idx="6657">
                  <c:v>1.5330600000000001</c:v>
                </c:pt>
                <c:pt idx="6658">
                  <c:v>1.5333699999999999</c:v>
                </c:pt>
                <c:pt idx="6659">
                  <c:v>1.5336700000000001</c:v>
                </c:pt>
                <c:pt idx="6660">
                  <c:v>1.5339799999999999</c:v>
                </c:pt>
                <c:pt idx="6661">
                  <c:v>1.5342800000000001</c:v>
                </c:pt>
                <c:pt idx="6662">
                  <c:v>1.5345899999999999</c:v>
                </c:pt>
                <c:pt idx="6663">
                  <c:v>1.5348900000000001</c:v>
                </c:pt>
                <c:pt idx="6664">
                  <c:v>1.5351999999999999</c:v>
                </c:pt>
                <c:pt idx="6665">
                  <c:v>1.5355000000000001</c:v>
                </c:pt>
                <c:pt idx="6666">
                  <c:v>1.5358099999999999</c:v>
                </c:pt>
                <c:pt idx="6667">
                  <c:v>1.5361199999999999</c:v>
                </c:pt>
                <c:pt idx="6668">
                  <c:v>1.5364199999999999</c:v>
                </c:pt>
                <c:pt idx="6669">
                  <c:v>1.5367299999999999</c:v>
                </c:pt>
                <c:pt idx="6670">
                  <c:v>1.5370299999999999</c:v>
                </c:pt>
                <c:pt idx="6671">
                  <c:v>1.5373399999999999</c:v>
                </c:pt>
                <c:pt idx="6672">
                  <c:v>1.5376399999999999</c:v>
                </c:pt>
                <c:pt idx="6673">
                  <c:v>1.5379499999999999</c:v>
                </c:pt>
                <c:pt idx="6674">
                  <c:v>1.5382499999999999</c:v>
                </c:pt>
                <c:pt idx="6675">
                  <c:v>1.5385599999999999</c:v>
                </c:pt>
                <c:pt idx="6676">
                  <c:v>1.5388599999999999</c:v>
                </c:pt>
                <c:pt idx="6677">
                  <c:v>1.5391699999999999</c:v>
                </c:pt>
                <c:pt idx="6678">
                  <c:v>1.5394699999999999</c:v>
                </c:pt>
                <c:pt idx="6679">
                  <c:v>1.5397799999999999</c:v>
                </c:pt>
                <c:pt idx="6680">
                  <c:v>1.54009</c:v>
                </c:pt>
                <c:pt idx="6681">
                  <c:v>1.5403899999999999</c:v>
                </c:pt>
                <c:pt idx="6682">
                  <c:v>1.5407</c:v>
                </c:pt>
                <c:pt idx="6683">
                  <c:v>1.5409999999999999</c:v>
                </c:pt>
                <c:pt idx="6684">
                  <c:v>1.54131</c:v>
                </c:pt>
                <c:pt idx="6685">
                  <c:v>1.5416099999999999</c:v>
                </c:pt>
                <c:pt idx="6686">
                  <c:v>1.54192</c:v>
                </c:pt>
                <c:pt idx="6687">
                  <c:v>1.5422199999999999</c:v>
                </c:pt>
                <c:pt idx="6688">
                  <c:v>1.54253</c:v>
                </c:pt>
                <c:pt idx="6689">
                  <c:v>1.5428299999999999</c:v>
                </c:pt>
                <c:pt idx="6690">
                  <c:v>1.54314</c:v>
                </c:pt>
                <c:pt idx="6691">
                  <c:v>1.5434399999999999</c:v>
                </c:pt>
                <c:pt idx="6692">
                  <c:v>1.54375</c:v>
                </c:pt>
                <c:pt idx="6693">
                  <c:v>1.54406</c:v>
                </c:pt>
                <c:pt idx="6694">
                  <c:v>1.54436</c:v>
                </c:pt>
                <c:pt idx="6695">
                  <c:v>1.54467</c:v>
                </c:pt>
                <c:pt idx="6696">
                  <c:v>1.54497</c:v>
                </c:pt>
                <c:pt idx="6697">
                  <c:v>1.54528</c:v>
                </c:pt>
                <c:pt idx="6698">
                  <c:v>1.54558</c:v>
                </c:pt>
                <c:pt idx="6699">
                  <c:v>1.54589</c:v>
                </c:pt>
                <c:pt idx="6700">
                  <c:v>1.54619</c:v>
                </c:pt>
                <c:pt idx="6701">
                  <c:v>1.5465</c:v>
                </c:pt>
                <c:pt idx="6702">
                  <c:v>1.5468</c:v>
                </c:pt>
                <c:pt idx="6703">
                  <c:v>1.54711</c:v>
                </c:pt>
                <c:pt idx="6704">
                  <c:v>1.54742</c:v>
                </c:pt>
                <c:pt idx="6705">
                  <c:v>1.54772</c:v>
                </c:pt>
                <c:pt idx="6706">
                  <c:v>1.54803</c:v>
                </c:pt>
                <c:pt idx="6707">
                  <c:v>1.54833</c:v>
                </c:pt>
                <c:pt idx="6708">
                  <c:v>1.54864</c:v>
                </c:pt>
                <c:pt idx="6709">
                  <c:v>1.54894</c:v>
                </c:pt>
                <c:pt idx="6710">
                  <c:v>1.54925</c:v>
                </c:pt>
                <c:pt idx="6711">
                  <c:v>1.54955</c:v>
                </c:pt>
                <c:pt idx="6712">
                  <c:v>1.54986</c:v>
                </c:pt>
                <c:pt idx="6713">
                  <c:v>1.55016</c:v>
                </c:pt>
                <c:pt idx="6714">
                  <c:v>1.55047</c:v>
                </c:pt>
                <c:pt idx="6715">
                  <c:v>1.55077</c:v>
                </c:pt>
                <c:pt idx="6716">
                  <c:v>1.55108</c:v>
                </c:pt>
                <c:pt idx="6717">
                  <c:v>1.55139</c:v>
                </c:pt>
                <c:pt idx="6718">
                  <c:v>1.55169</c:v>
                </c:pt>
                <c:pt idx="6719">
                  <c:v>1.552</c:v>
                </c:pt>
                <c:pt idx="6720">
                  <c:v>1.5523</c:v>
                </c:pt>
                <c:pt idx="6721">
                  <c:v>1.55261</c:v>
                </c:pt>
                <c:pt idx="6722">
                  <c:v>1.55291</c:v>
                </c:pt>
                <c:pt idx="6723">
                  <c:v>1.55322</c:v>
                </c:pt>
                <c:pt idx="6724">
                  <c:v>1.55352</c:v>
                </c:pt>
                <c:pt idx="6725">
                  <c:v>1.55383</c:v>
                </c:pt>
                <c:pt idx="6726">
                  <c:v>1.55413</c:v>
                </c:pt>
                <c:pt idx="6727">
                  <c:v>1.55444</c:v>
                </c:pt>
                <c:pt idx="6728">
                  <c:v>1.55474</c:v>
                </c:pt>
                <c:pt idx="6729">
                  <c:v>1.55505</c:v>
                </c:pt>
                <c:pt idx="6730">
                  <c:v>1.5553600000000001</c:v>
                </c:pt>
                <c:pt idx="6731">
                  <c:v>1.55566</c:v>
                </c:pt>
                <c:pt idx="6732">
                  <c:v>1.5559700000000001</c:v>
                </c:pt>
                <c:pt idx="6733">
                  <c:v>1.55627</c:v>
                </c:pt>
                <c:pt idx="6734">
                  <c:v>1.5565800000000001</c:v>
                </c:pt>
                <c:pt idx="6735">
                  <c:v>1.55688</c:v>
                </c:pt>
                <c:pt idx="6736">
                  <c:v>1.5571900000000001</c:v>
                </c:pt>
                <c:pt idx="6737">
                  <c:v>1.55749</c:v>
                </c:pt>
                <c:pt idx="6738">
                  <c:v>1.5578000000000001</c:v>
                </c:pt>
                <c:pt idx="6739">
                  <c:v>1.5581</c:v>
                </c:pt>
                <c:pt idx="6740">
                  <c:v>1.5584100000000001</c:v>
                </c:pt>
                <c:pt idx="6741">
                  <c:v>1.55871</c:v>
                </c:pt>
                <c:pt idx="6742">
                  <c:v>1.5590200000000001</c:v>
                </c:pt>
                <c:pt idx="6743">
                  <c:v>1.5593300000000001</c:v>
                </c:pt>
                <c:pt idx="6744">
                  <c:v>1.5596300000000001</c:v>
                </c:pt>
                <c:pt idx="6745">
                  <c:v>1.5599400000000001</c:v>
                </c:pt>
                <c:pt idx="6746">
                  <c:v>1.5602400000000001</c:v>
                </c:pt>
                <c:pt idx="6747">
                  <c:v>1.5605500000000001</c:v>
                </c:pt>
                <c:pt idx="6748">
                  <c:v>1.5608500000000001</c:v>
                </c:pt>
                <c:pt idx="6749">
                  <c:v>1.5611600000000001</c:v>
                </c:pt>
                <c:pt idx="6750">
                  <c:v>1.5614600000000001</c:v>
                </c:pt>
                <c:pt idx="6751">
                  <c:v>1.5617700000000001</c:v>
                </c:pt>
                <c:pt idx="6752">
                  <c:v>1.5620700000000001</c:v>
                </c:pt>
                <c:pt idx="6753">
                  <c:v>1.5623800000000001</c:v>
                </c:pt>
                <c:pt idx="6754">
                  <c:v>1.5626899999999999</c:v>
                </c:pt>
                <c:pt idx="6755">
                  <c:v>1.5629900000000001</c:v>
                </c:pt>
                <c:pt idx="6756">
                  <c:v>1.5632999999999999</c:v>
                </c:pt>
                <c:pt idx="6757">
                  <c:v>1.5636000000000001</c:v>
                </c:pt>
                <c:pt idx="6758">
                  <c:v>1.5639099999999999</c:v>
                </c:pt>
                <c:pt idx="6759">
                  <c:v>1.5642100000000001</c:v>
                </c:pt>
                <c:pt idx="6760">
                  <c:v>1.5645199999999999</c:v>
                </c:pt>
                <c:pt idx="6761">
                  <c:v>1.5648200000000001</c:v>
                </c:pt>
                <c:pt idx="6762">
                  <c:v>1.5651299999999999</c:v>
                </c:pt>
                <c:pt idx="6763">
                  <c:v>1.5654300000000001</c:v>
                </c:pt>
                <c:pt idx="6764">
                  <c:v>1.5657399999999999</c:v>
                </c:pt>
                <c:pt idx="6765">
                  <c:v>1.5660400000000001</c:v>
                </c:pt>
                <c:pt idx="6766">
                  <c:v>1.5663499999999999</c:v>
                </c:pt>
                <c:pt idx="6767">
                  <c:v>1.5666599999999999</c:v>
                </c:pt>
                <c:pt idx="6768">
                  <c:v>1.5669599999999999</c:v>
                </c:pt>
                <c:pt idx="6769">
                  <c:v>1.5672699999999999</c:v>
                </c:pt>
                <c:pt idx="6770">
                  <c:v>1.5675699999999999</c:v>
                </c:pt>
                <c:pt idx="6771">
                  <c:v>1.5678799999999999</c:v>
                </c:pt>
                <c:pt idx="6772">
                  <c:v>1.5681799999999999</c:v>
                </c:pt>
                <c:pt idx="6773">
                  <c:v>1.5684899999999999</c:v>
                </c:pt>
                <c:pt idx="6774">
                  <c:v>1.5687899999999999</c:v>
                </c:pt>
                <c:pt idx="6775">
                  <c:v>1.5690999999999999</c:v>
                </c:pt>
                <c:pt idx="6776">
                  <c:v>1.5693999999999999</c:v>
                </c:pt>
                <c:pt idx="6777">
                  <c:v>1.5697099999999999</c:v>
                </c:pt>
                <c:pt idx="6778">
                  <c:v>1.5700099999999999</c:v>
                </c:pt>
                <c:pt idx="6779">
                  <c:v>1.5703199999999999</c:v>
                </c:pt>
                <c:pt idx="6780">
                  <c:v>1.57063</c:v>
                </c:pt>
                <c:pt idx="6781">
                  <c:v>1.5709299999999999</c:v>
                </c:pt>
                <c:pt idx="6782">
                  <c:v>1.57124</c:v>
                </c:pt>
                <c:pt idx="6783">
                  <c:v>1.5715399999999999</c:v>
                </c:pt>
                <c:pt idx="6784">
                  <c:v>1.57185</c:v>
                </c:pt>
                <c:pt idx="6785">
                  <c:v>1.5721499999999999</c:v>
                </c:pt>
                <c:pt idx="6786">
                  <c:v>1.57246</c:v>
                </c:pt>
                <c:pt idx="6787">
                  <c:v>1.5727599999999999</c:v>
                </c:pt>
                <c:pt idx="6788">
                  <c:v>1.57307</c:v>
                </c:pt>
                <c:pt idx="6789">
                  <c:v>1.5733699999999999</c:v>
                </c:pt>
                <c:pt idx="6790">
                  <c:v>1.57368</c:v>
                </c:pt>
                <c:pt idx="6791">
                  <c:v>1.5739799999999999</c:v>
                </c:pt>
                <c:pt idx="6792">
                  <c:v>1.57429</c:v>
                </c:pt>
                <c:pt idx="6793">
                  <c:v>1.5746</c:v>
                </c:pt>
                <c:pt idx="6794">
                  <c:v>1.5749</c:v>
                </c:pt>
                <c:pt idx="6795">
                  <c:v>1.57521</c:v>
                </c:pt>
                <c:pt idx="6796">
                  <c:v>1.57551</c:v>
                </c:pt>
                <c:pt idx="6797">
                  <c:v>1.57582</c:v>
                </c:pt>
                <c:pt idx="6798">
                  <c:v>1.57612</c:v>
                </c:pt>
                <c:pt idx="6799">
                  <c:v>1.57643</c:v>
                </c:pt>
                <c:pt idx="6800">
                  <c:v>1.57673</c:v>
                </c:pt>
                <c:pt idx="6801">
                  <c:v>1.57704</c:v>
                </c:pt>
                <c:pt idx="6802">
                  <c:v>1.57734</c:v>
                </c:pt>
                <c:pt idx="6803">
                  <c:v>1.57765</c:v>
                </c:pt>
                <c:pt idx="6804">
                  <c:v>1.57795</c:v>
                </c:pt>
                <c:pt idx="6805">
                  <c:v>1.57826</c:v>
                </c:pt>
                <c:pt idx="6806">
                  <c:v>1.57857</c:v>
                </c:pt>
                <c:pt idx="6807">
                  <c:v>1.57887</c:v>
                </c:pt>
                <c:pt idx="6808">
                  <c:v>1.57918</c:v>
                </c:pt>
                <c:pt idx="6809">
                  <c:v>1.57948</c:v>
                </c:pt>
                <c:pt idx="6810">
                  <c:v>1.57979</c:v>
                </c:pt>
                <c:pt idx="6811">
                  <c:v>1.58009</c:v>
                </c:pt>
                <c:pt idx="6812">
                  <c:v>1.5804</c:v>
                </c:pt>
                <c:pt idx="6813">
                  <c:v>1.5807</c:v>
                </c:pt>
                <c:pt idx="6814">
                  <c:v>1.58101</c:v>
                </c:pt>
                <c:pt idx="6815">
                  <c:v>1.58131</c:v>
                </c:pt>
                <c:pt idx="6816">
                  <c:v>1.58162</c:v>
                </c:pt>
                <c:pt idx="6817">
                  <c:v>1.5819300000000001</c:v>
                </c:pt>
                <c:pt idx="6818">
                  <c:v>1.58223</c:v>
                </c:pt>
                <c:pt idx="6819">
                  <c:v>1.5825400000000001</c:v>
                </c:pt>
                <c:pt idx="6820">
                  <c:v>1.58284</c:v>
                </c:pt>
                <c:pt idx="6821">
                  <c:v>1.5831500000000001</c:v>
                </c:pt>
                <c:pt idx="6822">
                  <c:v>1.58345</c:v>
                </c:pt>
                <c:pt idx="6823">
                  <c:v>1.5837600000000001</c:v>
                </c:pt>
                <c:pt idx="6824">
                  <c:v>1.58406</c:v>
                </c:pt>
                <c:pt idx="6825">
                  <c:v>1.5843700000000001</c:v>
                </c:pt>
                <c:pt idx="6826">
                  <c:v>1.58467</c:v>
                </c:pt>
                <c:pt idx="6827">
                  <c:v>1.5849800000000001</c:v>
                </c:pt>
                <c:pt idx="6828">
                  <c:v>1.58528</c:v>
                </c:pt>
                <c:pt idx="6829">
                  <c:v>1.5855900000000001</c:v>
                </c:pt>
                <c:pt idx="6830">
                  <c:v>1.5859000000000001</c:v>
                </c:pt>
                <c:pt idx="6831">
                  <c:v>1.5862000000000001</c:v>
                </c:pt>
                <c:pt idx="6832">
                  <c:v>1.5865100000000001</c:v>
                </c:pt>
                <c:pt idx="6833">
                  <c:v>1.5868100000000001</c:v>
                </c:pt>
                <c:pt idx="6834">
                  <c:v>1.5871200000000001</c:v>
                </c:pt>
                <c:pt idx="6835">
                  <c:v>1.5874200000000001</c:v>
                </c:pt>
                <c:pt idx="6836">
                  <c:v>1.5877300000000001</c:v>
                </c:pt>
                <c:pt idx="6837">
                  <c:v>1.5880300000000001</c:v>
                </c:pt>
                <c:pt idx="6838">
                  <c:v>1.5883400000000001</c:v>
                </c:pt>
                <c:pt idx="6839">
                  <c:v>1.5886400000000001</c:v>
                </c:pt>
                <c:pt idx="6840">
                  <c:v>1.5889500000000001</c:v>
                </c:pt>
                <c:pt idx="6841">
                  <c:v>1.5892500000000001</c:v>
                </c:pt>
                <c:pt idx="6842">
                  <c:v>1.5895600000000001</c:v>
                </c:pt>
                <c:pt idx="6843">
                  <c:v>1.5898699999999999</c:v>
                </c:pt>
                <c:pt idx="6844">
                  <c:v>1.5901700000000001</c:v>
                </c:pt>
                <c:pt idx="6845">
                  <c:v>1.5904799999999999</c:v>
                </c:pt>
                <c:pt idx="6846">
                  <c:v>1.5907800000000001</c:v>
                </c:pt>
                <c:pt idx="6847">
                  <c:v>1.5910899999999999</c:v>
                </c:pt>
                <c:pt idx="6848">
                  <c:v>1.5913900000000001</c:v>
                </c:pt>
                <c:pt idx="6849">
                  <c:v>1.5916999999999999</c:v>
                </c:pt>
                <c:pt idx="6850">
                  <c:v>1.5920000000000001</c:v>
                </c:pt>
                <c:pt idx="6851">
                  <c:v>1.5923099999999999</c:v>
                </c:pt>
                <c:pt idx="6852">
                  <c:v>1.5926100000000001</c:v>
                </c:pt>
                <c:pt idx="6853">
                  <c:v>1.5929199999999999</c:v>
                </c:pt>
                <c:pt idx="6854">
                  <c:v>1.5932200000000001</c:v>
                </c:pt>
                <c:pt idx="6855">
                  <c:v>1.5935299999999999</c:v>
                </c:pt>
                <c:pt idx="6856">
                  <c:v>1.5938399999999999</c:v>
                </c:pt>
                <c:pt idx="6857">
                  <c:v>1.5941399999999999</c:v>
                </c:pt>
                <c:pt idx="6858">
                  <c:v>1.5944499999999999</c:v>
                </c:pt>
                <c:pt idx="6859">
                  <c:v>1.5947499999999999</c:v>
                </c:pt>
                <c:pt idx="6860">
                  <c:v>1.5950599999999999</c:v>
                </c:pt>
                <c:pt idx="6861">
                  <c:v>1.5953599999999999</c:v>
                </c:pt>
                <c:pt idx="6862">
                  <c:v>1.5956699999999999</c:v>
                </c:pt>
                <c:pt idx="6863">
                  <c:v>1.5959700000000001</c:v>
                </c:pt>
                <c:pt idx="6864">
                  <c:v>1.5962799999999999</c:v>
                </c:pt>
                <c:pt idx="6865">
                  <c:v>1.5965800000000001</c:v>
                </c:pt>
                <c:pt idx="6866">
                  <c:v>1.5968899999999999</c:v>
                </c:pt>
                <c:pt idx="6867">
                  <c:v>1.5971900000000001</c:v>
                </c:pt>
                <c:pt idx="6868">
                  <c:v>1.5974999999999999</c:v>
                </c:pt>
                <c:pt idx="6869">
                  <c:v>1.59781</c:v>
                </c:pt>
                <c:pt idx="6870">
                  <c:v>1.5981099999999999</c:v>
                </c:pt>
                <c:pt idx="6871">
                  <c:v>1.59842</c:v>
                </c:pt>
                <c:pt idx="6872">
                  <c:v>1.5987199999999999</c:v>
                </c:pt>
                <c:pt idx="6873">
                  <c:v>1.59903</c:v>
                </c:pt>
                <c:pt idx="6874">
                  <c:v>1.5993299999999999</c:v>
                </c:pt>
                <c:pt idx="6875">
                  <c:v>1.59964</c:v>
                </c:pt>
                <c:pt idx="6876">
                  <c:v>1.5999399999999999</c:v>
                </c:pt>
                <c:pt idx="6877">
                  <c:v>1.60025</c:v>
                </c:pt>
                <c:pt idx="6878">
                  <c:v>1.6005499999999999</c:v>
                </c:pt>
                <c:pt idx="6879">
                  <c:v>1.6008599999999999</c:v>
                </c:pt>
                <c:pt idx="6880">
                  <c:v>1.60117</c:v>
                </c:pt>
                <c:pt idx="6881">
                  <c:v>1.6014699999999999</c:v>
                </c:pt>
                <c:pt idx="6882">
                  <c:v>1.60178</c:v>
                </c:pt>
                <c:pt idx="6883">
                  <c:v>1.6020799999999999</c:v>
                </c:pt>
                <c:pt idx="6884">
                  <c:v>1.60239</c:v>
                </c:pt>
                <c:pt idx="6885">
                  <c:v>1.6026899999999999</c:v>
                </c:pt>
                <c:pt idx="6886">
                  <c:v>1.603</c:v>
                </c:pt>
                <c:pt idx="6887">
                  <c:v>1.6032999999999999</c:v>
                </c:pt>
                <c:pt idx="6888">
                  <c:v>1.60361</c:v>
                </c:pt>
                <c:pt idx="6889">
                  <c:v>1.6039099999999999</c:v>
                </c:pt>
                <c:pt idx="6890">
                  <c:v>1.60422</c:v>
                </c:pt>
                <c:pt idx="6891">
                  <c:v>1.6045199999999999</c:v>
                </c:pt>
                <c:pt idx="6892">
                  <c:v>1.60483</c:v>
                </c:pt>
                <c:pt idx="6893">
                  <c:v>1.60514</c:v>
                </c:pt>
                <c:pt idx="6894">
                  <c:v>1.60544</c:v>
                </c:pt>
                <c:pt idx="6895">
                  <c:v>1.60575</c:v>
                </c:pt>
                <c:pt idx="6896">
                  <c:v>1.60605</c:v>
                </c:pt>
                <c:pt idx="6897">
                  <c:v>1.60636</c:v>
                </c:pt>
                <c:pt idx="6898">
                  <c:v>1.60666</c:v>
                </c:pt>
                <c:pt idx="6899">
                  <c:v>1.60697</c:v>
                </c:pt>
                <c:pt idx="6900">
                  <c:v>1.60727</c:v>
                </c:pt>
                <c:pt idx="6901">
                  <c:v>1.60758</c:v>
                </c:pt>
                <c:pt idx="6902">
                  <c:v>1.60788</c:v>
                </c:pt>
                <c:pt idx="6903">
                  <c:v>1.60819</c:v>
                </c:pt>
                <c:pt idx="6904">
                  <c:v>1.60849</c:v>
                </c:pt>
                <c:pt idx="6905">
                  <c:v>1.6088</c:v>
                </c:pt>
                <c:pt idx="6906">
                  <c:v>1.60911</c:v>
                </c:pt>
                <c:pt idx="6907">
                  <c:v>1.60941</c:v>
                </c:pt>
                <c:pt idx="6908">
                  <c:v>1.60972</c:v>
                </c:pt>
                <c:pt idx="6909">
                  <c:v>1.61002</c:v>
                </c:pt>
                <c:pt idx="6910">
                  <c:v>1.61033</c:v>
                </c:pt>
                <c:pt idx="6911">
                  <c:v>1.61063</c:v>
                </c:pt>
                <c:pt idx="6912">
                  <c:v>1.61094</c:v>
                </c:pt>
                <c:pt idx="6913">
                  <c:v>1.61124</c:v>
                </c:pt>
                <c:pt idx="6914">
                  <c:v>1.61155</c:v>
                </c:pt>
                <c:pt idx="6915">
                  <c:v>1.61185</c:v>
                </c:pt>
                <c:pt idx="6916">
                  <c:v>1.61216</c:v>
                </c:pt>
                <c:pt idx="6917">
                  <c:v>1.61246</c:v>
                </c:pt>
                <c:pt idx="6918">
                  <c:v>1.61277</c:v>
                </c:pt>
                <c:pt idx="6919">
                  <c:v>1.6130800000000001</c:v>
                </c:pt>
                <c:pt idx="6920">
                  <c:v>1.61338</c:v>
                </c:pt>
                <c:pt idx="6921">
                  <c:v>1.6136900000000001</c:v>
                </c:pt>
                <c:pt idx="6922">
                  <c:v>1.61399</c:v>
                </c:pt>
                <c:pt idx="6923">
                  <c:v>1.6143000000000001</c:v>
                </c:pt>
                <c:pt idx="6924">
                  <c:v>1.6146</c:v>
                </c:pt>
                <c:pt idx="6925">
                  <c:v>1.6149100000000001</c:v>
                </c:pt>
                <c:pt idx="6926">
                  <c:v>1.61521</c:v>
                </c:pt>
                <c:pt idx="6927">
                  <c:v>1.6155200000000001</c:v>
                </c:pt>
                <c:pt idx="6928">
                  <c:v>1.61582</c:v>
                </c:pt>
                <c:pt idx="6929">
                  <c:v>1.6161300000000001</c:v>
                </c:pt>
                <c:pt idx="6930">
                  <c:v>1.6164400000000001</c:v>
                </c:pt>
                <c:pt idx="6931">
                  <c:v>1.6167400000000001</c:v>
                </c:pt>
                <c:pt idx="6932">
                  <c:v>1.6170500000000001</c:v>
                </c:pt>
                <c:pt idx="6933">
                  <c:v>1.6173500000000001</c:v>
                </c:pt>
                <c:pt idx="6934">
                  <c:v>1.6176600000000001</c:v>
                </c:pt>
                <c:pt idx="6935">
                  <c:v>1.6179600000000001</c:v>
                </c:pt>
                <c:pt idx="6936">
                  <c:v>1.6182700000000001</c:v>
                </c:pt>
                <c:pt idx="6937">
                  <c:v>1.6185700000000001</c:v>
                </c:pt>
                <c:pt idx="6938">
                  <c:v>1.6188800000000001</c:v>
                </c:pt>
                <c:pt idx="6939">
                  <c:v>1.6191800000000001</c:v>
                </c:pt>
                <c:pt idx="6940">
                  <c:v>1.6194900000000001</c:v>
                </c:pt>
                <c:pt idx="6941">
                  <c:v>1.6197900000000001</c:v>
                </c:pt>
                <c:pt idx="6942">
                  <c:v>1.6201000000000001</c:v>
                </c:pt>
                <c:pt idx="6943">
                  <c:v>1.6204099999999999</c:v>
                </c:pt>
                <c:pt idx="6944">
                  <c:v>1.6207100000000001</c:v>
                </c:pt>
                <c:pt idx="6945">
                  <c:v>1.6210199999999999</c:v>
                </c:pt>
                <c:pt idx="6946">
                  <c:v>1.6213200000000001</c:v>
                </c:pt>
                <c:pt idx="6947">
                  <c:v>1.6216299999999999</c:v>
                </c:pt>
                <c:pt idx="6948">
                  <c:v>1.6219300000000001</c:v>
                </c:pt>
                <c:pt idx="6949">
                  <c:v>1.6222399999999999</c:v>
                </c:pt>
                <c:pt idx="6950">
                  <c:v>1.6225400000000001</c:v>
                </c:pt>
                <c:pt idx="6951">
                  <c:v>1.6228499999999999</c:v>
                </c:pt>
                <c:pt idx="6952">
                  <c:v>1.6231500000000001</c:v>
                </c:pt>
                <c:pt idx="6953">
                  <c:v>1.6234599999999999</c:v>
                </c:pt>
                <c:pt idx="6954">
                  <c:v>1.6237600000000001</c:v>
                </c:pt>
                <c:pt idx="6955">
                  <c:v>1.6240699999999999</c:v>
                </c:pt>
                <c:pt idx="6956">
                  <c:v>1.6243799999999999</c:v>
                </c:pt>
                <c:pt idx="6957">
                  <c:v>1.6246799999999999</c:v>
                </c:pt>
                <c:pt idx="6958">
                  <c:v>1.6249899999999999</c:v>
                </c:pt>
                <c:pt idx="6959">
                  <c:v>1.6252899999999999</c:v>
                </c:pt>
                <c:pt idx="6960">
                  <c:v>1.6255999999999999</c:v>
                </c:pt>
                <c:pt idx="6961">
                  <c:v>1.6258999999999999</c:v>
                </c:pt>
                <c:pt idx="6962">
                  <c:v>1.6262099999999999</c:v>
                </c:pt>
                <c:pt idx="6963">
                  <c:v>1.6265099999999999</c:v>
                </c:pt>
                <c:pt idx="6964">
                  <c:v>1.6268199999999999</c:v>
                </c:pt>
                <c:pt idx="6965">
                  <c:v>1.6271199999999999</c:v>
                </c:pt>
                <c:pt idx="6966">
                  <c:v>1.6274299999999999</c:v>
                </c:pt>
                <c:pt idx="6967">
                  <c:v>1.6277299999999999</c:v>
                </c:pt>
                <c:pt idx="6968">
                  <c:v>1.6280399999999999</c:v>
                </c:pt>
                <c:pt idx="6969">
                  <c:v>1.62835</c:v>
                </c:pt>
                <c:pt idx="6970">
                  <c:v>1.6286499999999999</c:v>
                </c:pt>
                <c:pt idx="6971">
                  <c:v>1.62896</c:v>
                </c:pt>
                <c:pt idx="6972">
                  <c:v>1.6292599999999999</c:v>
                </c:pt>
                <c:pt idx="6973">
                  <c:v>1.62957</c:v>
                </c:pt>
                <c:pt idx="6974">
                  <c:v>1.6298699999999999</c:v>
                </c:pt>
                <c:pt idx="6975">
                  <c:v>1.63018</c:v>
                </c:pt>
                <c:pt idx="6976">
                  <c:v>1.6304799999999999</c:v>
                </c:pt>
                <c:pt idx="6977">
                  <c:v>1.63079</c:v>
                </c:pt>
                <c:pt idx="6978">
                  <c:v>1.6310899999999999</c:v>
                </c:pt>
                <c:pt idx="6979">
                  <c:v>1.6314</c:v>
                </c:pt>
                <c:pt idx="6980">
                  <c:v>1.6316999999999999</c:v>
                </c:pt>
                <c:pt idx="6981">
                  <c:v>1.63201</c:v>
                </c:pt>
                <c:pt idx="6982">
                  <c:v>1.63232</c:v>
                </c:pt>
                <c:pt idx="6983">
                  <c:v>1.63262</c:v>
                </c:pt>
                <c:pt idx="6984">
                  <c:v>1.63293</c:v>
                </c:pt>
                <c:pt idx="6985">
                  <c:v>1.63323</c:v>
                </c:pt>
                <c:pt idx="6986">
                  <c:v>1.63354</c:v>
                </c:pt>
                <c:pt idx="6987">
                  <c:v>1.63384</c:v>
                </c:pt>
                <c:pt idx="6988">
                  <c:v>1.63415</c:v>
                </c:pt>
                <c:pt idx="6989">
                  <c:v>1.63445</c:v>
                </c:pt>
                <c:pt idx="6990">
                  <c:v>1.63476</c:v>
                </c:pt>
                <c:pt idx="6991">
                  <c:v>1.63506</c:v>
                </c:pt>
                <c:pt idx="6992">
                  <c:v>1.63537</c:v>
                </c:pt>
                <c:pt idx="6993">
                  <c:v>1.63568</c:v>
                </c:pt>
                <c:pt idx="6994">
                  <c:v>1.63598</c:v>
                </c:pt>
                <c:pt idx="6995">
                  <c:v>1.63629</c:v>
                </c:pt>
                <c:pt idx="6996">
                  <c:v>1.63659</c:v>
                </c:pt>
                <c:pt idx="6997">
                  <c:v>1.6369</c:v>
                </c:pt>
                <c:pt idx="6998">
                  <c:v>1.6372</c:v>
                </c:pt>
                <c:pt idx="6999">
                  <c:v>1.63751</c:v>
                </c:pt>
                <c:pt idx="7000">
                  <c:v>1.63781</c:v>
                </c:pt>
                <c:pt idx="7001">
                  <c:v>1.63812</c:v>
                </c:pt>
                <c:pt idx="7002">
                  <c:v>1.63842</c:v>
                </c:pt>
                <c:pt idx="7003">
                  <c:v>1.63873</c:v>
                </c:pt>
                <c:pt idx="7004">
                  <c:v>1.63903</c:v>
                </c:pt>
                <c:pt idx="7005">
                  <c:v>1.63934</c:v>
                </c:pt>
                <c:pt idx="7006">
                  <c:v>1.6396500000000001</c:v>
                </c:pt>
                <c:pt idx="7007">
                  <c:v>1.63995</c:v>
                </c:pt>
                <c:pt idx="7008">
                  <c:v>1.6402600000000001</c:v>
                </c:pt>
                <c:pt idx="7009">
                  <c:v>1.64056</c:v>
                </c:pt>
                <c:pt idx="7010">
                  <c:v>1.6408700000000001</c:v>
                </c:pt>
                <c:pt idx="7011">
                  <c:v>1.64117</c:v>
                </c:pt>
                <c:pt idx="7012">
                  <c:v>1.6414800000000001</c:v>
                </c:pt>
                <c:pt idx="7013">
                  <c:v>1.64178</c:v>
                </c:pt>
                <c:pt idx="7014">
                  <c:v>1.64209</c:v>
                </c:pt>
                <c:pt idx="7015">
                  <c:v>1.64239</c:v>
                </c:pt>
                <c:pt idx="7016">
                  <c:v>1.6427</c:v>
                </c:pt>
                <c:pt idx="7017">
                  <c:v>1.643</c:v>
                </c:pt>
                <c:pt idx="7018">
                  <c:v>1.64331</c:v>
                </c:pt>
                <c:pt idx="7019">
                  <c:v>1.6436200000000001</c:v>
                </c:pt>
                <c:pt idx="7020">
                  <c:v>1.64392</c:v>
                </c:pt>
                <c:pt idx="7021">
                  <c:v>1.6442300000000001</c:v>
                </c:pt>
                <c:pt idx="7022">
                  <c:v>1.64453</c:v>
                </c:pt>
                <c:pt idx="7023">
                  <c:v>1.6448400000000001</c:v>
                </c:pt>
                <c:pt idx="7024">
                  <c:v>1.64514</c:v>
                </c:pt>
                <c:pt idx="7025">
                  <c:v>1.6454500000000001</c:v>
                </c:pt>
                <c:pt idx="7026">
                  <c:v>1.64575</c:v>
                </c:pt>
                <c:pt idx="7027">
                  <c:v>1.6460600000000001</c:v>
                </c:pt>
                <c:pt idx="7028">
                  <c:v>1.64636</c:v>
                </c:pt>
                <c:pt idx="7029">
                  <c:v>1.6466700000000001</c:v>
                </c:pt>
                <c:pt idx="7030">
                  <c:v>1.64697</c:v>
                </c:pt>
                <c:pt idx="7031">
                  <c:v>1.6472800000000001</c:v>
                </c:pt>
                <c:pt idx="7032">
                  <c:v>1.6475900000000001</c:v>
                </c:pt>
                <c:pt idx="7033">
                  <c:v>1.6478900000000001</c:v>
                </c:pt>
                <c:pt idx="7034">
                  <c:v>1.6482000000000001</c:v>
                </c:pt>
                <c:pt idx="7035">
                  <c:v>1.6485000000000001</c:v>
                </c:pt>
                <c:pt idx="7036">
                  <c:v>1.6488100000000001</c:v>
                </c:pt>
                <c:pt idx="7037">
                  <c:v>1.6491100000000001</c:v>
                </c:pt>
                <c:pt idx="7038">
                  <c:v>1.6494200000000001</c:v>
                </c:pt>
                <c:pt idx="7039">
                  <c:v>1.6497200000000001</c:v>
                </c:pt>
                <c:pt idx="7040">
                  <c:v>1.6500300000000001</c:v>
                </c:pt>
                <c:pt idx="7041">
                  <c:v>1.6503300000000001</c:v>
                </c:pt>
                <c:pt idx="7042">
                  <c:v>1.6506400000000001</c:v>
                </c:pt>
                <c:pt idx="7043">
                  <c:v>1.6509400000000001</c:v>
                </c:pt>
                <c:pt idx="7044">
                  <c:v>1.6512500000000001</c:v>
                </c:pt>
                <c:pt idx="7045">
                  <c:v>1.6515599999999999</c:v>
                </c:pt>
                <c:pt idx="7046">
                  <c:v>1.6518600000000001</c:v>
                </c:pt>
                <c:pt idx="7047">
                  <c:v>1.6521699999999999</c:v>
                </c:pt>
                <c:pt idx="7048">
                  <c:v>1.6524700000000001</c:v>
                </c:pt>
                <c:pt idx="7049">
                  <c:v>1.6527799999999999</c:v>
                </c:pt>
                <c:pt idx="7050">
                  <c:v>1.6530800000000001</c:v>
                </c:pt>
                <c:pt idx="7051">
                  <c:v>1.6533899999999999</c:v>
                </c:pt>
                <c:pt idx="7052">
                  <c:v>1.6536900000000001</c:v>
                </c:pt>
                <c:pt idx="7053">
                  <c:v>1.6539999999999999</c:v>
                </c:pt>
                <c:pt idx="7054">
                  <c:v>1.6543000000000001</c:v>
                </c:pt>
                <c:pt idx="7055">
                  <c:v>1.6546099999999999</c:v>
                </c:pt>
                <c:pt idx="7056">
                  <c:v>1.6549199999999999</c:v>
                </c:pt>
                <c:pt idx="7057">
                  <c:v>1.6552199999999999</c:v>
                </c:pt>
                <c:pt idx="7058">
                  <c:v>1.6555299999999999</c:v>
                </c:pt>
                <c:pt idx="7059">
                  <c:v>1.6558299999999999</c:v>
                </c:pt>
                <c:pt idx="7060">
                  <c:v>1.6561399999999999</c:v>
                </c:pt>
                <c:pt idx="7061">
                  <c:v>1.6564399999999999</c:v>
                </c:pt>
                <c:pt idx="7062">
                  <c:v>1.6567499999999999</c:v>
                </c:pt>
                <c:pt idx="7063">
                  <c:v>1.6570499999999999</c:v>
                </c:pt>
                <c:pt idx="7064">
                  <c:v>1.6573599999999999</c:v>
                </c:pt>
                <c:pt idx="7065">
                  <c:v>1.6576599999999999</c:v>
                </c:pt>
                <c:pt idx="7066">
                  <c:v>1.6579699999999999</c:v>
                </c:pt>
                <c:pt idx="7067">
                  <c:v>1.6582699999999999</c:v>
                </c:pt>
                <c:pt idx="7068">
                  <c:v>1.6585799999999999</c:v>
                </c:pt>
                <c:pt idx="7069">
                  <c:v>1.65889</c:v>
                </c:pt>
                <c:pt idx="7070">
                  <c:v>1.6591899999999999</c:v>
                </c:pt>
                <c:pt idx="7071">
                  <c:v>1.6595</c:v>
                </c:pt>
                <c:pt idx="7072">
                  <c:v>1.6597999999999999</c:v>
                </c:pt>
                <c:pt idx="7073">
                  <c:v>1.66011</c:v>
                </c:pt>
                <c:pt idx="7074">
                  <c:v>1.6604099999999999</c:v>
                </c:pt>
                <c:pt idx="7075">
                  <c:v>1.66072</c:v>
                </c:pt>
                <c:pt idx="7076">
                  <c:v>1.6610199999999999</c:v>
                </c:pt>
                <c:pt idx="7077">
                  <c:v>1.66133</c:v>
                </c:pt>
                <c:pt idx="7078">
                  <c:v>1.6616299999999999</c:v>
                </c:pt>
                <c:pt idx="7079">
                  <c:v>1.66194</c:v>
                </c:pt>
                <c:pt idx="7080">
                  <c:v>1.6622399999999999</c:v>
                </c:pt>
                <c:pt idx="7081">
                  <c:v>1.66255</c:v>
                </c:pt>
                <c:pt idx="7082">
                  <c:v>1.66286</c:v>
                </c:pt>
                <c:pt idx="7083">
                  <c:v>1.66316</c:v>
                </c:pt>
                <c:pt idx="7084">
                  <c:v>1.66347</c:v>
                </c:pt>
                <c:pt idx="7085">
                  <c:v>1.66377</c:v>
                </c:pt>
                <c:pt idx="7086">
                  <c:v>1.66408</c:v>
                </c:pt>
                <c:pt idx="7087">
                  <c:v>1.66438</c:v>
                </c:pt>
                <c:pt idx="7088">
                  <c:v>1.66469</c:v>
                </c:pt>
                <c:pt idx="7089">
                  <c:v>1.66499</c:v>
                </c:pt>
                <c:pt idx="7090">
                  <c:v>1.6653</c:v>
                </c:pt>
                <c:pt idx="7091">
                  <c:v>1.6656</c:v>
                </c:pt>
                <c:pt idx="7092">
                  <c:v>1.66591</c:v>
                </c:pt>
                <c:pt idx="7093">
                  <c:v>1.66621</c:v>
                </c:pt>
                <c:pt idx="7094">
                  <c:v>1.66652</c:v>
                </c:pt>
                <c:pt idx="7095">
                  <c:v>1.66683</c:v>
                </c:pt>
                <c:pt idx="7096">
                  <c:v>1.66713</c:v>
                </c:pt>
                <c:pt idx="7097">
                  <c:v>1.66744</c:v>
                </c:pt>
                <c:pt idx="7098">
                  <c:v>1.66774</c:v>
                </c:pt>
                <c:pt idx="7099">
                  <c:v>1.66805</c:v>
                </c:pt>
                <c:pt idx="7100">
                  <c:v>1.66835</c:v>
                </c:pt>
                <c:pt idx="7101">
                  <c:v>1.66866</c:v>
                </c:pt>
                <c:pt idx="7102">
                  <c:v>1.66896</c:v>
                </c:pt>
                <c:pt idx="7103">
                  <c:v>1.66927</c:v>
                </c:pt>
                <c:pt idx="7104">
                  <c:v>1.66957</c:v>
                </c:pt>
                <c:pt idx="7105">
                  <c:v>1.66988</c:v>
                </c:pt>
                <c:pt idx="7106">
                  <c:v>1.67018</c:v>
                </c:pt>
                <c:pt idx="7107">
                  <c:v>1.67049</c:v>
                </c:pt>
                <c:pt idx="7108">
                  <c:v>1.6708000000000001</c:v>
                </c:pt>
                <c:pt idx="7109">
                  <c:v>1.6711</c:v>
                </c:pt>
                <c:pt idx="7110">
                  <c:v>1.6714100000000001</c:v>
                </c:pt>
                <c:pt idx="7111">
                  <c:v>1.67171</c:v>
                </c:pt>
                <c:pt idx="7112">
                  <c:v>1.6720200000000001</c:v>
                </c:pt>
                <c:pt idx="7113">
                  <c:v>1.67232</c:v>
                </c:pt>
                <c:pt idx="7114">
                  <c:v>1.6726300000000001</c:v>
                </c:pt>
                <c:pt idx="7115">
                  <c:v>1.67293</c:v>
                </c:pt>
                <c:pt idx="7116">
                  <c:v>1.6732400000000001</c:v>
                </c:pt>
                <c:pt idx="7117">
                  <c:v>1.67354</c:v>
                </c:pt>
                <c:pt idx="7118">
                  <c:v>1.6738500000000001</c:v>
                </c:pt>
                <c:pt idx="7119">
                  <c:v>1.6741600000000001</c:v>
                </c:pt>
                <c:pt idx="7120">
                  <c:v>1.6744600000000001</c:v>
                </c:pt>
                <c:pt idx="7121">
                  <c:v>1.6747700000000001</c:v>
                </c:pt>
                <c:pt idx="7122">
                  <c:v>1.6750700000000001</c:v>
                </c:pt>
                <c:pt idx="7123">
                  <c:v>1.6753800000000001</c:v>
                </c:pt>
                <c:pt idx="7124">
                  <c:v>1.6756800000000001</c:v>
                </c:pt>
                <c:pt idx="7125">
                  <c:v>1.6759900000000001</c:v>
                </c:pt>
                <c:pt idx="7126">
                  <c:v>1.6762900000000001</c:v>
                </c:pt>
                <c:pt idx="7127">
                  <c:v>1.6766000000000001</c:v>
                </c:pt>
                <c:pt idx="7128">
                  <c:v>1.6769000000000001</c:v>
                </c:pt>
                <c:pt idx="7129">
                  <c:v>1.6772100000000001</c:v>
                </c:pt>
                <c:pt idx="7130">
                  <c:v>1.6775100000000001</c:v>
                </c:pt>
                <c:pt idx="7131">
                  <c:v>1.6778200000000001</c:v>
                </c:pt>
                <c:pt idx="7132">
                  <c:v>1.6781299999999999</c:v>
                </c:pt>
                <c:pt idx="7133">
                  <c:v>1.6784300000000001</c:v>
                </c:pt>
                <c:pt idx="7134">
                  <c:v>1.6787399999999999</c:v>
                </c:pt>
                <c:pt idx="7135">
                  <c:v>1.6790400000000001</c:v>
                </c:pt>
                <c:pt idx="7136">
                  <c:v>1.6793499999999999</c:v>
                </c:pt>
                <c:pt idx="7137">
                  <c:v>1.6796500000000001</c:v>
                </c:pt>
                <c:pt idx="7138">
                  <c:v>1.6799599999999999</c:v>
                </c:pt>
                <c:pt idx="7139">
                  <c:v>1.6802600000000001</c:v>
                </c:pt>
                <c:pt idx="7140">
                  <c:v>1.6805699999999999</c:v>
                </c:pt>
                <c:pt idx="7141">
                  <c:v>1.6808700000000001</c:v>
                </c:pt>
                <c:pt idx="7142">
                  <c:v>1.6811799999999999</c:v>
                </c:pt>
                <c:pt idx="7143">
                  <c:v>1.6814800000000001</c:v>
                </c:pt>
                <c:pt idx="7144">
                  <c:v>1.6817899999999999</c:v>
                </c:pt>
                <c:pt idx="7145">
                  <c:v>1.6820999999999999</c:v>
                </c:pt>
                <c:pt idx="7146">
                  <c:v>1.6823999999999999</c:v>
                </c:pt>
                <c:pt idx="7147">
                  <c:v>1.6827099999999999</c:v>
                </c:pt>
                <c:pt idx="7148">
                  <c:v>1.6830099999999999</c:v>
                </c:pt>
                <c:pt idx="7149">
                  <c:v>1.6833199999999999</c:v>
                </c:pt>
                <c:pt idx="7150">
                  <c:v>1.6836199999999999</c:v>
                </c:pt>
                <c:pt idx="7151">
                  <c:v>1.6839299999999999</c:v>
                </c:pt>
                <c:pt idx="7152">
                  <c:v>1.6842299999999999</c:v>
                </c:pt>
                <c:pt idx="7153">
                  <c:v>1.6845399999999999</c:v>
                </c:pt>
                <c:pt idx="7154">
                  <c:v>1.6848399999999999</c:v>
                </c:pt>
                <c:pt idx="7155">
                  <c:v>1.6851499999999999</c:v>
                </c:pt>
                <c:pt idx="7156">
                  <c:v>1.6854499999999999</c:v>
                </c:pt>
                <c:pt idx="7157">
                  <c:v>1.6857599999999999</c:v>
                </c:pt>
                <c:pt idx="7158">
                  <c:v>1.68607</c:v>
                </c:pt>
                <c:pt idx="7159">
                  <c:v>1.6863699999999999</c:v>
                </c:pt>
                <c:pt idx="7160">
                  <c:v>1.68668</c:v>
                </c:pt>
                <c:pt idx="7161">
                  <c:v>1.6869799999999999</c:v>
                </c:pt>
                <c:pt idx="7162">
                  <c:v>1.68729</c:v>
                </c:pt>
                <c:pt idx="7163">
                  <c:v>1.6875899999999999</c:v>
                </c:pt>
                <c:pt idx="7164">
                  <c:v>1.6879</c:v>
                </c:pt>
                <c:pt idx="7165">
                  <c:v>1.6881999999999999</c:v>
                </c:pt>
                <c:pt idx="7166">
                  <c:v>1.68851</c:v>
                </c:pt>
                <c:pt idx="7167">
                  <c:v>1.6888099999999999</c:v>
                </c:pt>
                <c:pt idx="7168">
                  <c:v>1.68912</c:v>
                </c:pt>
                <c:pt idx="7169">
                  <c:v>1.68943</c:v>
                </c:pt>
                <c:pt idx="7170">
                  <c:v>1.68973</c:v>
                </c:pt>
                <c:pt idx="7171">
                  <c:v>1.69004</c:v>
                </c:pt>
                <c:pt idx="7172">
                  <c:v>1.69034</c:v>
                </c:pt>
                <c:pt idx="7173">
                  <c:v>1.69065</c:v>
                </c:pt>
                <c:pt idx="7174">
                  <c:v>1.69095</c:v>
                </c:pt>
                <c:pt idx="7175">
                  <c:v>1.69126</c:v>
                </c:pt>
                <c:pt idx="7176">
                  <c:v>1.69156</c:v>
                </c:pt>
                <c:pt idx="7177">
                  <c:v>1.69187</c:v>
                </c:pt>
                <c:pt idx="7178">
                  <c:v>1.69217</c:v>
                </c:pt>
                <c:pt idx="7179">
                  <c:v>1.69248</c:v>
                </c:pt>
                <c:pt idx="7180">
                  <c:v>1.69278</c:v>
                </c:pt>
                <c:pt idx="7181">
                  <c:v>1.69309</c:v>
                </c:pt>
                <c:pt idx="7182">
                  <c:v>1.6934</c:v>
                </c:pt>
                <c:pt idx="7183">
                  <c:v>1.6937</c:v>
                </c:pt>
                <c:pt idx="7184">
                  <c:v>1.69401</c:v>
                </c:pt>
                <c:pt idx="7185">
                  <c:v>1.69431</c:v>
                </c:pt>
                <c:pt idx="7186">
                  <c:v>1.69462</c:v>
                </c:pt>
                <c:pt idx="7187">
                  <c:v>1.69492</c:v>
                </c:pt>
                <c:pt idx="7188">
                  <c:v>1.69523</c:v>
                </c:pt>
                <c:pt idx="7189">
                  <c:v>1.69553</c:v>
                </c:pt>
                <c:pt idx="7190">
                  <c:v>1.69584</c:v>
                </c:pt>
                <c:pt idx="7191">
                  <c:v>1.69614</c:v>
                </c:pt>
                <c:pt idx="7192">
                  <c:v>1.69645</c:v>
                </c:pt>
                <c:pt idx="7193">
                  <c:v>1.69675</c:v>
                </c:pt>
                <c:pt idx="7194">
                  <c:v>1.69706</c:v>
                </c:pt>
                <c:pt idx="7195">
                  <c:v>1.69737</c:v>
                </c:pt>
                <c:pt idx="7196">
                  <c:v>1.69767</c:v>
                </c:pt>
                <c:pt idx="7197">
                  <c:v>1.69798</c:v>
                </c:pt>
                <c:pt idx="7198">
                  <c:v>1.69828</c:v>
                </c:pt>
                <c:pt idx="7199">
                  <c:v>1.69859</c:v>
                </c:pt>
                <c:pt idx="7200">
                  <c:v>1.69889</c:v>
                </c:pt>
                <c:pt idx="7201">
                  <c:v>1.6992</c:v>
                </c:pt>
                <c:pt idx="7202">
                  <c:v>1.6995</c:v>
                </c:pt>
                <c:pt idx="7203">
                  <c:v>1.69981</c:v>
                </c:pt>
                <c:pt idx="7204">
                  <c:v>1.70011</c:v>
                </c:pt>
                <c:pt idx="7205">
                  <c:v>1.70042</c:v>
                </c:pt>
                <c:pt idx="7206">
                  <c:v>1.70072</c:v>
                </c:pt>
                <c:pt idx="7207">
                  <c:v>1.70103</c:v>
                </c:pt>
                <c:pt idx="7208">
                  <c:v>1.7013400000000001</c:v>
                </c:pt>
                <c:pt idx="7209">
                  <c:v>1.70164</c:v>
                </c:pt>
                <c:pt idx="7210">
                  <c:v>1.7019500000000001</c:v>
                </c:pt>
                <c:pt idx="7211">
                  <c:v>1.70225</c:v>
                </c:pt>
                <c:pt idx="7212">
                  <c:v>1.7025600000000001</c:v>
                </c:pt>
                <c:pt idx="7213">
                  <c:v>1.70286</c:v>
                </c:pt>
                <c:pt idx="7214">
                  <c:v>1.7031700000000001</c:v>
                </c:pt>
                <c:pt idx="7215">
                  <c:v>1.70347</c:v>
                </c:pt>
                <c:pt idx="7216">
                  <c:v>1.7037800000000001</c:v>
                </c:pt>
                <c:pt idx="7217">
                  <c:v>1.70408</c:v>
                </c:pt>
                <c:pt idx="7218">
                  <c:v>1.7043900000000001</c:v>
                </c:pt>
                <c:pt idx="7219">
                  <c:v>1.70469</c:v>
                </c:pt>
                <c:pt idx="7220">
                  <c:v>1.7050000000000001</c:v>
                </c:pt>
                <c:pt idx="7221">
                  <c:v>1.7053100000000001</c:v>
                </c:pt>
                <c:pt idx="7222">
                  <c:v>1.7056100000000001</c:v>
                </c:pt>
                <c:pt idx="7223">
                  <c:v>1.7059200000000001</c:v>
                </c:pt>
                <c:pt idx="7224">
                  <c:v>1.7062200000000001</c:v>
                </c:pt>
                <c:pt idx="7225">
                  <c:v>1.7065300000000001</c:v>
                </c:pt>
                <c:pt idx="7226">
                  <c:v>1.7068300000000001</c:v>
                </c:pt>
                <c:pt idx="7227">
                  <c:v>1.7071400000000001</c:v>
                </c:pt>
                <c:pt idx="7228">
                  <c:v>1.7074400000000001</c:v>
                </c:pt>
                <c:pt idx="7229">
                  <c:v>1.7077500000000001</c:v>
                </c:pt>
                <c:pt idx="7230">
                  <c:v>1.7080500000000001</c:v>
                </c:pt>
                <c:pt idx="7231">
                  <c:v>1.7083600000000001</c:v>
                </c:pt>
                <c:pt idx="7232">
                  <c:v>1.7086699999999999</c:v>
                </c:pt>
                <c:pt idx="7233">
                  <c:v>1.7089700000000001</c:v>
                </c:pt>
                <c:pt idx="7234">
                  <c:v>1.7092799999999999</c:v>
                </c:pt>
                <c:pt idx="7235">
                  <c:v>1.7095800000000001</c:v>
                </c:pt>
                <c:pt idx="7236">
                  <c:v>1.7098899999999999</c:v>
                </c:pt>
                <c:pt idx="7237">
                  <c:v>1.7101900000000001</c:v>
                </c:pt>
                <c:pt idx="7238">
                  <c:v>1.7104999999999999</c:v>
                </c:pt>
                <c:pt idx="7239">
                  <c:v>1.7108000000000001</c:v>
                </c:pt>
                <c:pt idx="7240">
                  <c:v>1.7111099999999999</c:v>
                </c:pt>
                <c:pt idx="7241">
                  <c:v>1.7114100000000001</c:v>
                </c:pt>
                <c:pt idx="7242">
                  <c:v>1.7117199999999999</c:v>
                </c:pt>
                <c:pt idx="7243">
                  <c:v>1.7120200000000001</c:v>
                </c:pt>
                <c:pt idx="7244">
                  <c:v>1.7123299999999999</c:v>
                </c:pt>
                <c:pt idx="7245">
                  <c:v>1.7126399999999999</c:v>
                </c:pt>
                <c:pt idx="7246">
                  <c:v>1.7129399999999999</c:v>
                </c:pt>
                <c:pt idx="7247">
                  <c:v>1.7132499999999999</c:v>
                </c:pt>
                <c:pt idx="7248">
                  <c:v>1.7135499999999999</c:v>
                </c:pt>
                <c:pt idx="7249">
                  <c:v>1.7138599999999999</c:v>
                </c:pt>
                <c:pt idx="7250">
                  <c:v>1.7141599999999999</c:v>
                </c:pt>
                <c:pt idx="7251">
                  <c:v>1.7144699999999999</c:v>
                </c:pt>
                <c:pt idx="7252">
                  <c:v>1.7147699999999999</c:v>
                </c:pt>
                <c:pt idx="7253">
                  <c:v>1.7150799999999999</c:v>
                </c:pt>
                <c:pt idx="7254">
                  <c:v>1.7153799999999999</c:v>
                </c:pt>
                <c:pt idx="7255">
                  <c:v>1.7156899999999999</c:v>
                </c:pt>
                <c:pt idx="7256">
                  <c:v>1.7159899999999999</c:v>
                </c:pt>
                <c:pt idx="7257">
                  <c:v>1.7162999999999999</c:v>
                </c:pt>
                <c:pt idx="7258">
                  <c:v>1.71661</c:v>
                </c:pt>
                <c:pt idx="7259">
                  <c:v>1.7169099999999999</c:v>
                </c:pt>
                <c:pt idx="7260">
                  <c:v>1.71722</c:v>
                </c:pt>
                <c:pt idx="7261">
                  <c:v>1.7175199999999999</c:v>
                </c:pt>
                <c:pt idx="7262">
                  <c:v>1.71783</c:v>
                </c:pt>
                <c:pt idx="7263">
                  <c:v>1.7181299999999999</c:v>
                </c:pt>
                <c:pt idx="7264">
                  <c:v>1.71844</c:v>
                </c:pt>
                <c:pt idx="7265">
                  <c:v>1.7187399999999999</c:v>
                </c:pt>
                <c:pt idx="7266">
                  <c:v>1.71905</c:v>
                </c:pt>
                <c:pt idx="7267">
                  <c:v>1.7193499999999999</c:v>
                </c:pt>
                <c:pt idx="7268">
                  <c:v>1.71966</c:v>
                </c:pt>
                <c:pt idx="7269">
                  <c:v>1.7199599999999999</c:v>
                </c:pt>
                <c:pt idx="7270">
                  <c:v>1.72027</c:v>
                </c:pt>
                <c:pt idx="7271">
                  <c:v>1.72058</c:v>
                </c:pt>
                <c:pt idx="7272">
                  <c:v>1.72088</c:v>
                </c:pt>
                <c:pt idx="7273">
                  <c:v>1.72119</c:v>
                </c:pt>
                <c:pt idx="7274">
                  <c:v>1.72149</c:v>
                </c:pt>
                <c:pt idx="7275">
                  <c:v>1.7218</c:v>
                </c:pt>
                <c:pt idx="7276">
                  <c:v>1.7221</c:v>
                </c:pt>
                <c:pt idx="7277">
                  <c:v>1.72241</c:v>
                </c:pt>
                <c:pt idx="7278">
                  <c:v>1.72271</c:v>
                </c:pt>
                <c:pt idx="7279">
                  <c:v>1.72302</c:v>
                </c:pt>
                <c:pt idx="7280">
                  <c:v>1.72332</c:v>
                </c:pt>
                <c:pt idx="7281">
                  <c:v>1.72363</c:v>
                </c:pt>
                <c:pt idx="7282">
                  <c:v>1.72393</c:v>
                </c:pt>
                <c:pt idx="7283">
                  <c:v>1.72424</c:v>
                </c:pt>
                <c:pt idx="7284">
                  <c:v>1.72455</c:v>
                </c:pt>
                <c:pt idx="7285">
                  <c:v>1.72485</c:v>
                </c:pt>
                <c:pt idx="7286">
                  <c:v>1.72516</c:v>
                </c:pt>
                <c:pt idx="7287">
                  <c:v>1.72546</c:v>
                </c:pt>
                <c:pt idx="7288">
                  <c:v>1.72577</c:v>
                </c:pt>
                <c:pt idx="7289">
                  <c:v>1.72607</c:v>
                </c:pt>
                <c:pt idx="7290">
                  <c:v>1.72638</c:v>
                </c:pt>
                <c:pt idx="7291">
                  <c:v>1.72668</c:v>
                </c:pt>
                <c:pt idx="7292">
                  <c:v>1.72699</c:v>
                </c:pt>
                <c:pt idx="7293">
                  <c:v>1.72729</c:v>
                </c:pt>
                <c:pt idx="7294">
                  <c:v>1.7276</c:v>
                </c:pt>
                <c:pt idx="7295">
                  <c:v>1.7279100000000001</c:v>
                </c:pt>
                <c:pt idx="7296">
                  <c:v>1.72821</c:v>
                </c:pt>
                <c:pt idx="7297">
                  <c:v>1.7285200000000001</c:v>
                </c:pt>
                <c:pt idx="7298">
                  <c:v>1.72882</c:v>
                </c:pt>
                <c:pt idx="7299">
                  <c:v>1.7291300000000001</c:v>
                </c:pt>
                <c:pt idx="7300">
                  <c:v>1.72943</c:v>
                </c:pt>
                <c:pt idx="7301">
                  <c:v>1.7297400000000001</c:v>
                </c:pt>
                <c:pt idx="7302">
                  <c:v>1.73004</c:v>
                </c:pt>
                <c:pt idx="7303">
                  <c:v>1.7303500000000001</c:v>
                </c:pt>
                <c:pt idx="7304">
                  <c:v>1.73065</c:v>
                </c:pt>
                <c:pt idx="7305">
                  <c:v>1.7309600000000001</c:v>
                </c:pt>
                <c:pt idx="7306">
                  <c:v>1.73126</c:v>
                </c:pt>
                <c:pt idx="7307">
                  <c:v>1.7315700000000001</c:v>
                </c:pt>
                <c:pt idx="7308">
                  <c:v>1.7318800000000001</c:v>
                </c:pt>
                <c:pt idx="7309">
                  <c:v>1.7321800000000001</c:v>
                </c:pt>
                <c:pt idx="7310">
                  <c:v>1.7324900000000001</c:v>
                </c:pt>
                <c:pt idx="7311">
                  <c:v>1.7327900000000001</c:v>
                </c:pt>
                <c:pt idx="7312">
                  <c:v>1.7331000000000001</c:v>
                </c:pt>
                <c:pt idx="7313">
                  <c:v>1.7334000000000001</c:v>
                </c:pt>
                <c:pt idx="7314">
                  <c:v>1.7337100000000001</c:v>
                </c:pt>
                <c:pt idx="7315">
                  <c:v>1.7340100000000001</c:v>
                </c:pt>
                <c:pt idx="7316">
                  <c:v>1.7343200000000001</c:v>
                </c:pt>
                <c:pt idx="7317">
                  <c:v>1.7346200000000001</c:v>
                </c:pt>
                <c:pt idx="7318">
                  <c:v>1.7349300000000001</c:v>
                </c:pt>
                <c:pt idx="7319">
                  <c:v>1.7352300000000001</c:v>
                </c:pt>
                <c:pt idx="7320">
                  <c:v>1.7355400000000001</c:v>
                </c:pt>
                <c:pt idx="7321">
                  <c:v>1.7358499999999999</c:v>
                </c:pt>
                <c:pt idx="7322">
                  <c:v>1.7361500000000001</c:v>
                </c:pt>
                <c:pt idx="7323">
                  <c:v>1.7364599999999999</c:v>
                </c:pt>
                <c:pt idx="7324">
                  <c:v>1.7367600000000001</c:v>
                </c:pt>
                <c:pt idx="7325">
                  <c:v>1.7370699999999999</c:v>
                </c:pt>
                <c:pt idx="7326">
                  <c:v>1.7373700000000001</c:v>
                </c:pt>
                <c:pt idx="7327">
                  <c:v>1.7376799999999999</c:v>
                </c:pt>
                <c:pt idx="7328">
                  <c:v>1.7379800000000001</c:v>
                </c:pt>
                <c:pt idx="7329">
                  <c:v>1.7382899999999999</c:v>
                </c:pt>
                <c:pt idx="7330">
                  <c:v>1.7385900000000001</c:v>
                </c:pt>
                <c:pt idx="7331">
                  <c:v>1.7388999999999999</c:v>
                </c:pt>
                <c:pt idx="7332">
                  <c:v>1.7392000000000001</c:v>
                </c:pt>
                <c:pt idx="7333">
                  <c:v>1.7395099999999999</c:v>
                </c:pt>
                <c:pt idx="7334">
                  <c:v>1.7398199999999999</c:v>
                </c:pt>
                <c:pt idx="7335">
                  <c:v>1.7401199999999999</c:v>
                </c:pt>
                <c:pt idx="7336">
                  <c:v>1.7404299999999999</c:v>
                </c:pt>
                <c:pt idx="7337">
                  <c:v>1.7407300000000001</c:v>
                </c:pt>
                <c:pt idx="7338">
                  <c:v>1.7410399999999999</c:v>
                </c:pt>
                <c:pt idx="7339">
                  <c:v>1.7413400000000001</c:v>
                </c:pt>
                <c:pt idx="7340">
                  <c:v>1.7416499999999999</c:v>
                </c:pt>
                <c:pt idx="7341">
                  <c:v>1.7419500000000001</c:v>
                </c:pt>
                <c:pt idx="7342">
                  <c:v>1.7422599999999999</c:v>
                </c:pt>
                <c:pt idx="7343">
                  <c:v>1.7425600000000001</c:v>
                </c:pt>
                <c:pt idx="7344">
                  <c:v>1.7428699999999999</c:v>
                </c:pt>
                <c:pt idx="7345">
                  <c:v>1.74318</c:v>
                </c:pt>
                <c:pt idx="7346">
                  <c:v>1.7434799999999999</c:v>
                </c:pt>
                <c:pt idx="7347">
                  <c:v>1.74379</c:v>
                </c:pt>
                <c:pt idx="7348">
                  <c:v>1.7440899999999999</c:v>
                </c:pt>
                <c:pt idx="7349">
                  <c:v>1.7444</c:v>
                </c:pt>
                <c:pt idx="7350">
                  <c:v>1.7446999999999999</c:v>
                </c:pt>
                <c:pt idx="7351">
                  <c:v>1.74501</c:v>
                </c:pt>
                <c:pt idx="7352">
                  <c:v>1.7453099999999999</c:v>
                </c:pt>
                <c:pt idx="7353">
                  <c:v>1.7456199999999999</c:v>
                </c:pt>
                <c:pt idx="7354">
                  <c:v>1.7459199999999999</c:v>
                </c:pt>
                <c:pt idx="7355">
                  <c:v>1.7462299999999999</c:v>
                </c:pt>
                <c:pt idx="7356">
                  <c:v>1.7465299999999999</c:v>
                </c:pt>
                <c:pt idx="7357">
                  <c:v>1.7468399999999999</c:v>
                </c:pt>
                <c:pt idx="7358">
                  <c:v>1.74715</c:v>
                </c:pt>
                <c:pt idx="7359">
                  <c:v>1.7474499999999999</c:v>
                </c:pt>
                <c:pt idx="7360">
                  <c:v>1.74776</c:v>
                </c:pt>
                <c:pt idx="7361">
                  <c:v>1.7480599999999999</c:v>
                </c:pt>
                <c:pt idx="7362">
                  <c:v>1.74837</c:v>
                </c:pt>
                <c:pt idx="7363">
                  <c:v>1.7486699999999999</c:v>
                </c:pt>
                <c:pt idx="7364">
                  <c:v>1.74898</c:v>
                </c:pt>
                <c:pt idx="7365">
                  <c:v>1.7492799999999999</c:v>
                </c:pt>
                <c:pt idx="7366">
                  <c:v>1.74959</c:v>
                </c:pt>
                <c:pt idx="7367">
                  <c:v>1.7498899999999999</c:v>
                </c:pt>
                <c:pt idx="7368">
                  <c:v>1.7502</c:v>
                </c:pt>
                <c:pt idx="7369">
                  <c:v>1.7504999999999999</c:v>
                </c:pt>
                <c:pt idx="7370">
                  <c:v>1.75081</c:v>
                </c:pt>
                <c:pt idx="7371">
                  <c:v>1.75112</c:v>
                </c:pt>
                <c:pt idx="7372">
                  <c:v>1.75142</c:v>
                </c:pt>
                <c:pt idx="7373">
                  <c:v>1.75173</c:v>
                </c:pt>
                <c:pt idx="7374">
                  <c:v>1.75203</c:v>
                </c:pt>
                <c:pt idx="7375">
                  <c:v>1.75234</c:v>
                </c:pt>
                <c:pt idx="7376">
                  <c:v>1.75264</c:v>
                </c:pt>
                <c:pt idx="7377">
                  <c:v>1.75295</c:v>
                </c:pt>
                <c:pt idx="7378">
                  <c:v>1.75325</c:v>
                </c:pt>
                <c:pt idx="7379">
                  <c:v>1.75356</c:v>
                </c:pt>
                <c:pt idx="7380">
                  <c:v>1.75386</c:v>
                </c:pt>
                <c:pt idx="7381">
                  <c:v>1.75417</c:v>
                </c:pt>
                <c:pt idx="7382">
                  <c:v>1.75447</c:v>
                </c:pt>
                <c:pt idx="7383">
                  <c:v>1.75478</c:v>
                </c:pt>
                <c:pt idx="7384">
                  <c:v>1.75509</c:v>
                </c:pt>
                <c:pt idx="7385">
                  <c:v>1.75539</c:v>
                </c:pt>
                <c:pt idx="7386">
                  <c:v>1.7557</c:v>
                </c:pt>
                <c:pt idx="7387">
                  <c:v>1.756</c:v>
                </c:pt>
                <c:pt idx="7388">
                  <c:v>1.75631</c:v>
                </c:pt>
                <c:pt idx="7389">
                  <c:v>1.75661</c:v>
                </c:pt>
                <c:pt idx="7390">
                  <c:v>1.75692</c:v>
                </c:pt>
                <c:pt idx="7391">
                  <c:v>1.75722</c:v>
                </c:pt>
                <c:pt idx="7392">
                  <c:v>1.75753</c:v>
                </c:pt>
                <c:pt idx="7393">
                  <c:v>1.75783</c:v>
                </c:pt>
                <c:pt idx="7394">
                  <c:v>1.75814</c:v>
                </c:pt>
                <c:pt idx="7395">
                  <c:v>1.75844</c:v>
                </c:pt>
                <c:pt idx="7396">
                  <c:v>1.75875</c:v>
                </c:pt>
                <c:pt idx="7397">
                  <c:v>1.7590600000000001</c:v>
                </c:pt>
                <c:pt idx="7398">
                  <c:v>1.75936</c:v>
                </c:pt>
                <c:pt idx="7399">
                  <c:v>1.7596700000000001</c:v>
                </c:pt>
                <c:pt idx="7400">
                  <c:v>1.75997</c:v>
                </c:pt>
                <c:pt idx="7401">
                  <c:v>1.7602800000000001</c:v>
                </c:pt>
                <c:pt idx="7402">
                  <c:v>1.76058</c:v>
                </c:pt>
                <c:pt idx="7403">
                  <c:v>1.7608900000000001</c:v>
                </c:pt>
                <c:pt idx="7404">
                  <c:v>1.76119</c:v>
                </c:pt>
                <c:pt idx="7405">
                  <c:v>1.7615000000000001</c:v>
                </c:pt>
                <c:pt idx="7406">
                  <c:v>1.7618</c:v>
                </c:pt>
                <c:pt idx="7407">
                  <c:v>1.7621100000000001</c:v>
                </c:pt>
                <c:pt idx="7408">
                  <c:v>1.7624200000000001</c:v>
                </c:pt>
                <c:pt idx="7409">
                  <c:v>1.7627200000000001</c:v>
                </c:pt>
                <c:pt idx="7410">
                  <c:v>1.7630300000000001</c:v>
                </c:pt>
                <c:pt idx="7411">
                  <c:v>1.7633300000000001</c:v>
                </c:pt>
                <c:pt idx="7412">
                  <c:v>1.7636400000000001</c:v>
                </c:pt>
                <c:pt idx="7413">
                  <c:v>1.7639400000000001</c:v>
                </c:pt>
                <c:pt idx="7414">
                  <c:v>1.7642500000000001</c:v>
                </c:pt>
                <c:pt idx="7415">
                  <c:v>1.7645500000000001</c:v>
                </c:pt>
                <c:pt idx="7416">
                  <c:v>1.7648600000000001</c:v>
                </c:pt>
                <c:pt idx="7417">
                  <c:v>1.7651600000000001</c:v>
                </c:pt>
                <c:pt idx="7418">
                  <c:v>1.7654700000000001</c:v>
                </c:pt>
                <c:pt idx="7419">
                  <c:v>1.7657700000000001</c:v>
                </c:pt>
                <c:pt idx="7420">
                  <c:v>1.7660800000000001</c:v>
                </c:pt>
                <c:pt idx="7421">
                  <c:v>1.7663899999999999</c:v>
                </c:pt>
                <c:pt idx="7422">
                  <c:v>1.7666900000000001</c:v>
                </c:pt>
                <c:pt idx="7423">
                  <c:v>1.7669999999999999</c:v>
                </c:pt>
                <c:pt idx="7424">
                  <c:v>1.7673000000000001</c:v>
                </c:pt>
                <c:pt idx="7425">
                  <c:v>1.7676099999999999</c:v>
                </c:pt>
                <c:pt idx="7426">
                  <c:v>1.7679100000000001</c:v>
                </c:pt>
                <c:pt idx="7427">
                  <c:v>1.7682199999999999</c:v>
                </c:pt>
                <c:pt idx="7428">
                  <c:v>1.7685200000000001</c:v>
                </c:pt>
                <c:pt idx="7429">
                  <c:v>1.7688299999999999</c:v>
                </c:pt>
                <c:pt idx="7430">
                  <c:v>1.7691300000000001</c:v>
                </c:pt>
                <c:pt idx="7431">
                  <c:v>1.7694399999999999</c:v>
                </c:pt>
                <c:pt idx="7432">
                  <c:v>1.7697400000000001</c:v>
                </c:pt>
                <c:pt idx="7433">
                  <c:v>1.7700499999999999</c:v>
                </c:pt>
                <c:pt idx="7434">
                  <c:v>1.7703599999999999</c:v>
                </c:pt>
                <c:pt idx="7435">
                  <c:v>1.7706599999999999</c:v>
                </c:pt>
                <c:pt idx="7436">
                  <c:v>1.7709699999999999</c:v>
                </c:pt>
                <c:pt idx="7437">
                  <c:v>1.7712699999999999</c:v>
                </c:pt>
                <c:pt idx="7438">
                  <c:v>1.7715799999999999</c:v>
                </c:pt>
                <c:pt idx="7439">
                  <c:v>1.7718799999999999</c:v>
                </c:pt>
                <c:pt idx="7440">
                  <c:v>1.7721899999999999</c:v>
                </c:pt>
                <c:pt idx="7441">
                  <c:v>1.7724899999999999</c:v>
                </c:pt>
                <c:pt idx="7442">
                  <c:v>1.7727999999999999</c:v>
                </c:pt>
                <c:pt idx="7443">
                  <c:v>1.7730999999999999</c:v>
                </c:pt>
                <c:pt idx="7444">
                  <c:v>1.7734099999999999</c:v>
                </c:pt>
                <c:pt idx="7445">
                  <c:v>1.7737099999999999</c:v>
                </c:pt>
                <c:pt idx="7446">
                  <c:v>1.7740199999999999</c:v>
                </c:pt>
                <c:pt idx="7447">
                  <c:v>1.77433</c:v>
                </c:pt>
                <c:pt idx="7448">
                  <c:v>1.7746299999999999</c:v>
                </c:pt>
                <c:pt idx="7449">
                  <c:v>1.77494</c:v>
                </c:pt>
                <c:pt idx="7450">
                  <c:v>1.7752399999999999</c:v>
                </c:pt>
                <c:pt idx="7451">
                  <c:v>1.77555</c:v>
                </c:pt>
                <c:pt idx="7452">
                  <c:v>1.7758499999999999</c:v>
                </c:pt>
                <c:pt idx="7453">
                  <c:v>1.77616</c:v>
                </c:pt>
                <c:pt idx="7454">
                  <c:v>1.7764599999999999</c:v>
                </c:pt>
                <c:pt idx="7455">
                  <c:v>1.77677</c:v>
                </c:pt>
                <c:pt idx="7456">
                  <c:v>1.7770699999999999</c:v>
                </c:pt>
                <c:pt idx="7457">
                  <c:v>1.77738</c:v>
                </c:pt>
                <c:pt idx="7458">
                  <c:v>1.7776799999999999</c:v>
                </c:pt>
                <c:pt idx="7459">
                  <c:v>1.77799</c:v>
                </c:pt>
                <c:pt idx="7460">
                  <c:v>1.7783</c:v>
                </c:pt>
                <c:pt idx="7461">
                  <c:v>1.7786</c:v>
                </c:pt>
                <c:pt idx="7462">
                  <c:v>1.77891</c:v>
                </c:pt>
                <c:pt idx="7463">
                  <c:v>1.77921</c:v>
                </c:pt>
                <c:pt idx="7464">
                  <c:v>1.77952</c:v>
                </c:pt>
                <c:pt idx="7465">
                  <c:v>1.77982</c:v>
                </c:pt>
                <c:pt idx="7466">
                  <c:v>1.78013</c:v>
                </c:pt>
                <c:pt idx="7467">
                  <c:v>1.78043</c:v>
                </c:pt>
                <c:pt idx="7468">
                  <c:v>1.78074</c:v>
                </c:pt>
                <c:pt idx="7469">
                  <c:v>1.78104</c:v>
                </c:pt>
                <c:pt idx="7470">
                  <c:v>1.78135</c:v>
                </c:pt>
                <c:pt idx="7471">
                  <c:v>1.78166</c:v>
                </c:pt>
                <c:pt idx="7472">
                  <c:v>1.78196</c:v>
                </c:pt>
                <c:pt idx="7473">
                  <c:v>1.78227</c:v>
                </c:pt>
                <c:pt idx="7474">
                  <c:v>1.78257</c:v>
                </c:pt>
                <c:pt idx="7475">
                  <c:v>1.78288</c:v>
                </c:pt>
                <c:pt idx="7476">
                  <c:v>1.78318</c:v>
                </c:pt>
                <c:pt idx="7477">
                  <c:v>1.78349</c:v>
                </c:pt>
                <c:pt idx="7478">
                  <c:v>1.78379</c:v>
                </c:pt>
                <c:pt idx="7479">
                  <c:v>1.7841</c:v>
                </c:pt>
                <c:pt idx="7480">
                  <c:v>1.7844</c:v>
                </c:pt>
                <c:pt idx="7481">
                  <c:v>1.78471</c:v>
                </c:pt>
                <c:pt idx="7482">
                  <c:v>1.78501</c:v>
                </c:pt>
                <c:pt idx="7483">
                  <c:v>1.78532</c:v>
                </c:pt>
                <c:pt idx="7484">
                  <c:v>1.7856300000000001</c:v>
                </c:pt>
                <c:pt idx="7485">
                  <c:v>1.78593</c:v>
                </c:pt>
                <c:pt idx="7486">
                  <c:v>1.78624</c:v>
                </c:pt>
                <c:pt idx="7487">
                  <c:v>1.78654</c:v>
                </c:pt>
                <c:pt idx="7488">
                  <c:v>1.78685</c:v>
                </c:pt>
                <c:pt idx="7489">
                  <c:v>1.78715</c:v>
                </c:pt>
                <c:pt idx="7490">
                  <c:v>1.78746</c:v>
                </c:pt>
                <c:pt idx="7491">
                  <c:v>1.78776</c:v>
                </c:pt>
                <c:pt idx="7492">
                  <c:v>1.78807</c:v>
                </c:pt>
                <c:pt idx="7493">
                  <c:v>1.78837</c:v>
                </c:pt>
                <c:pt idx="7494">
                  <c:v>1.78868</c:v>
                </c:pt>
                <c:pt idx="7495">
                  <c:v>1.78898</c:v>
                </c:pt>
                <c:pt idx="7496">
                  <c:v>1.78929</c:v>
                </c:pt>
                <c:pt idx="7497">
                  <c:v>1.7896000000000001</c:v>
                </c:pt>
                <c:pt idx="7498">
                  <c:v>1.7899</c:v>
                </c:pt>
                <c:pt idx="7499">
                  <c:v>1.7902100000000001</c:v>
                </c:pt>
                <c:pt idx="7500">
                  <c:v>1.79051</c:v>
                </c:pt>
                <c:pt idx="7501">
                  <c:v>1.7908200000000001</c:v>
                </c:pt>
                <c:pt idx="7502">
                  <c:v>1.79112</c:v>
                </c:pt>
                <c:pt idx="7503">
                  <c:v>1.7914300000000001</c:v>
                </c:pt>
                <c:pt idx="7504">
                  <c:v>1.79173</c:v>
                </c:pt>
                <c:pt idx="7505">
                  <c:v>1.7920400000000001</c:v>
                </c:pt>
                <c:pt idx="7506">
                  <c:v>1.79234</c:v>
                </c:pt>
                <c:pt idx="7507">
                  <c:v>1.7926500000000001</c:v>
                </c:pt>
                <c:pt idx="7508">
                  <c:v>1.79295</c:v>
                </c:pt>
                <c:pt idx="7509">
                  <c:v>1.7932600000000001</c:v>
                </c:pt>
                <c:pt idx="7510">
                  <c:v>1.7935700000000001</c:v>
                </c:pt>
                <c:pt idx="7511">
                  <c:v>1.7938700000000001</c:v>
                </c:pt>
                <c:pt idx="7512">
                  <c:v>1.7941800000000001</c:v>
                </c:pt>
                <c:pt idx="7513">
                  <c:v>1.7944800000000001</c:v>
                </c:pt>
                <c:pt idx="7514">
                  <c:v>1.7947900000000001</c:v>
                </c:pt>
                <c:pt idx="7515">
                  <c:v>1.7950900000000001</c:v>
                </c:pt>
                <c:pt idx="7516">
                  <c:v>1.7954000000000001</c:v>
                </c:pt>
                <c:pt idx="7517">
                  <c:v>1.7957000000000001</c:v>
                </c:pt>
                <c:pt idx="7518">
                  <c:v>1.7960100000000001</c:v>
                </c:pt>
                <c:pt idx="7519">
                  <c:v>1.7963100000000001</c:v>
                </c:pt>
                <c:pt idx="7520">
                  <c:v>1.7966200000000001</c:v>
                </c:pt>
                <c:pt idx="7521">
                  <c:v>1.7969299999999999</c:v>
                </c:pt>
                <c:pt idx="7522">
                  <c:v>1.7972300000000001</c:v>
                </c:pt>
                <c:pt idx="7523">
                  <c:v>1.7975399999999999</c:v>
                </c:pt>
                <c:pt idx="7524">
                  <c:v>1.7978400000000001</c:v>
                </c:pt>
                <c:pt idx="7525">
                  <c:v>1.7981499999999999</c:v>
                </c:pt>
                <c:pt idx="7526">
                  <c:v>1.7984500000000001</c:v>
                </c:pt>
                <c:pt idx="7527">
                  <c:v>1.7987599999999999</c:v>
                </c:pt>
                <c:pt idx="7528">
                  <c:v>1.7990600000000001</c:v>
                </c:pt>
                <c:pt idx="7529">
                  <c:v>1.7993699999999999</c:v>
                </c:pt>
                <c:pt idx="7530">
                  <c:v>1.7996700000000001</c:v>
                </c:pt>
                <c:pt idx="7531">
                  <c:v>1.7999799999999999</c:v>
                </c:pt>
                <c:pt idx="7532">
                  <c:v>1.8002800000000001</c:v>
                </c:pt>
                <c:pt idx="7533">
                  <c:v>1.8005899999999999</c:v>
                </c:pt>
                <c:pt idx="7534">
                  <c:v>1.8008999999999999</c:v>
                </c:pt>
                <c:pt idx="7535">
                  <c:v>1.8011999999999999</c:v>
                </c:pt>
                <c:pt idx="7536">
                  <c:v>1.8015099999999999</c:v>
                </c:pt>
                <c:pt idx="7537">
                  <c:v>1.8018099999999999</c:v>
                </c:pt>
                <c:pt idx="7538">
                  <c:v>1.8021199999999999</c:v>
                </c:pt>
                <c:pt idx="7539">
                  <c:v>1.8024199999999999</c:v>
                </c:pt>
                <c:pt idx="7540">
                  <c:v>1.8027299999999999</c:v>
                </c:pt>
                <c:pt idx="7541">
                  <c:v>1.8030299999999999</c:v>
                </c:pt>
                <c:pt idx="7542">
                  <c:v>1.8033399999999999</c:v>
                </c:pt>
                <c:pt idx="7543">
                  <c:v>1.8036399999999999</c:v>
                </c:pt>
                <c:pt idx="7544">
                  <c:v>1.8039499999999999</c:v>
                </c:pt>
                <c:pt idx="7545">
                  <c:v>1.8042499999999999</c:v>
                </c:pt>
                <c:pt idx="7546">
                  <c:v>1.8045599999999999</c:v>
                </c:pt>
                <c:pt idx="7547">
                  <c:v>1.80487</c:v>
                </c:pt>
                <c:pt idx="7548">
                  <c:v>1.8051699999999999</c:v>
                </c:pt>
                <c:pt idx="7549">
                  <c:v>1.80548</c:v>
                </c:pt>
                <c:pt idx="7550">
                  <c:v>1.8057799999999999</c:v>
                </c:pt>
                <c:pt idx="7551">
                  <c:v>1.80609</c:v>
                </c:pt>
                <c:pt idx="7552">
                  <c:v>1.8063899999999999</c:v>
                </c:pt>
                <c:pt idx="7553">
                  <c:v>1.8067</c:v>
                </c:pt>
                <c:pt idx="7554">
                  <c:v>1.8069999999999999</c:v>
                </c:pt>
                <c:pt idx="7555">
                  <c:v>1.80731</c:v>
                </c:pt>
                <c:pt idx="7556">
                  <c:v>1.8076099999999999</c:v>
                </c:pt>
                <c:pt idx="7557">
                  <c:v>1.80792</c:v>
                </c:pt>
                <c:pt idx="7558">
                  <c:v>1.8082199999999999</c:v>
                </c:pt>
                <c:pt idx="7559">
                  <c:v>1.80853</c:v>
                </c:pt>
                <c:pt idx="7560">
                  <c:v>1.80884</c:v>
                </c:pt>
                <c:pt idx="7561">
                  <c:v>1.80914</c:v>
                </c:pt>
                <c:pt idx="7562">
                  <c:v>1.80945</c:v>
                </c:pt>
                <c:pt idx="7563">
                  <c:v>1.80975</c:v>
                </c:pt>
                <c:pt idx="7564">
                  <c:v>1.81006</c:v>
                </c:pt>
                <c:pt idx="7565">
                  <c:v>1.81036</c:v>
                </c:pt>
                <c:pt idx="7566">
                  <c:v>1.81067</c:v>
                </c:pt>
                <c:pt idx="7567">
                  <c:v>1.81097</c:v>
                </c:pt>
                <c:pt idx="7568">
                  <c:v>1.81128</c:v>
                </c:pt>
                <c:pt idx="7569">
                  <c:v>1.81158</c:v>
                </c:pt>
                <c:pt idx="7570">
                  <c:v>1.81189</c:v>
                </c:pt>
                <c:pt idx="7571">
                  <c:v>1.81219</c:v>
                </c:pt>
                <c:pt idx="7572">
                  <c:v>1.8125</c:v>
                </c:pt>
                <c:pt idx="7573">
                  <c:v>1.81281</c:v>
                </c:pt>
                <c:pt idx="7574">
                  <c:v>1.81311</c:v>
                </c:pt>
                <c:pt idx="7575">
                  <c:v>1.81342</c:v>
                </c:pt>
                <c:pt idx="7576">
                  <c:v>1.81372</c:v>
                </c:pt>
                <c:pt idx="7577">
                  <c:v>1.81403</c:v>
                </c:pt>
                <c:pt idx="7578">
                  <c:v>1.81433</c:v>
                </c:pt>
                <c:pt idx="7579">
                  <c:v>1.81464</c:v>
                </c:pt>
                <c:pt idx="7580">
                  <c:v>1.81494</c:v>
                </c:pt>
                <c:pt idx="7581">
                  <c:v>1.81525</c:v>
                </c:pt>
                <c:pt idx="7582">
                  <c:v>1.81555</c:v>
                </c:pt>
                <c:pt idx="7583">
                  <c:v>1.81586</c:v>
                </c:pt>
                <c:pt idx="7584">
                  <c:v>1.8161700000000001</c:v>
                </c:pt>
                <c:pt idx="7585">
                  <c:v>1.81647</c:v>
                </c:pt>
                <c:pt idx="7586">
                  <c:v>1.8167800000000001</c:v>
                </c:pt>
                <c:pt idx="7587">
                  <c:v>1.81708</c:v>
                </c:pt>
                <c:pt idx="7588">
                  <c:v>1.8173900000000001</c:v>
                </c:pt>
                <c:pt idx="7589">
                  <c:v>1.81769</c:v>
                </c:pt>
                <c:pt idx="7590">
                  <c:v>1.8180000000000001</c:v>
                </c:pt>
                <c:pt idx="7591">
                  <c:v>1.8183</c:v>
                </c:pt>
                <c:pt idx="7592">
                  <c:v>1.8186100000000001</c:v>
                </c:pt>
                <c:pt idx="7593">
                  <c:v>1.81891</c:v>
                </c:pt>
                <c:pt idx="7594">
                  <c:v>1.8192200000000001</c:v>
                </c:pt>
                <c:pt idx="7595">
                  <c:v>1.81952</c:v>
                </c:pt>
                <c:pt idx="7596">
                  <c:v>1.8198300000000001</c:v>
                </c:pt>
                <c:pt idx="7597">
                  <c:v>1.8201400000000001</c:v>
                </c:pt>
                <c:pt idx="7598">
                  <c:v>1.8204400000000001</c:v>
                </c:pt>
                <c:pt idx="7599">
                  <c:v>1.8207500000000001</c:v>
                </c:pt>
                <c:pt idx="7600">
                  <c:v>1.8210500000000001</c:v>
                </c:pt>
                <c:pt idx="7601">
                  <c:v>1.8213600000000001</c:v>
                </c:pt>
                <c:pt idx="7602">
                  <c:v>1.8216600000000001</c:v>
                </c:pt>
                <c:pt idx="7603">
                  <c:v>1.8219700000000001</c:v>
                </c:pt>
                <c:pt idx="7604">
                  <c:v>1.8222700000000001</c:v>
                </c:pt>
                <c:pt idx="7605">
                  <c:v>1.8225800000000001</c:v>
                </c:pt>
                <c:pt idx="7606">
                  <c:v>1.8228800000000001</c:v>
                </c:pt>
                <c:pt idx="7607">
                  <c:v>1.8231900000000001</c:v>
                </c:pt>
                <c:pt idx="7608">
                  <c:v>1.8234900000000001</c:v>
                </c:pt>
                <c:pt idx="7609">
                  <c:v>1.8238000000000001</c:v>
                </c:pt>
                <c:pt idx="7610">
                  <c:v>1.8241099999999999</c:v>
                </c:pt>
                <c:pt idx="7611">
                  <c:v>1.8244100000000001</c:v>
                </c:pt>
                <c:pt idx="7612">
                  <c:v>1.8247199999999999</c:v>
                </c:pt>
                <c:pt idx="7613">
                  <c:v>1.8250200000000001</c:v>
                </c:pt>
                <c:pt idx="7614">
                  <c:v>1.8253299999999999</c:v>
                </c:pt>
                <c:pt idx="7615">
                  <c:v>1.8256300000000001</c:v>
                </c:pt>
                <c:pt idx="7616">
                  <c:v>1.8259399999999999</c:v>
                </c:pt>
                <c:pt idx="7617">
                  <c:v>1.8262400000000001</c:v>
                </c:pt>
                <c:pt idx="7618">
                  <c:v>1.8265499999999999</c:v>
                </c:pt>
                <c:pt idx="7619">
                  <c:v>1.8268500000000001</c:v>
                </c:pt>
                <c:pt idx="7620">
                  <c:v>1.8271599999999999</c:v>
                </c:pt>
                <c:pt idx="7621">
                  <c:v>1.8274600000000001</c:v>
                </c:pt>
                <c:pt idx="7622">
                  <c:v>1.8277699999999999</c:v>
                </c:pt>
                <c:pt idx="7623">
                  <c:v>1.8280799999999999</c:v>
                </c:pt>
                <c:pt idx="7624">
                  <c:v>1.8283799999999999</c:v>
                </c:pt>
                <c:pt idx="7625">
                  <c:v>1.8286899999999999</c:v>
                </c:pt>
                <c:pt idx="7626">
                  <c:v>1.8289899999999999</c:v>
                </c:pt>
                <c:pt idx="7627">
                  <c:v>1.8292999999999999</c:v>
                </c:pt>
                <c:pt idx="7628">
                  <c:v>1.8295999999999999</c:v>
                </c:pt>
                <c:pt idx="7629">
                  <c:v>1.8299099999999999</c:v>
                </c:pt>
                <c:pt idx="7630">
                  <c:v>1.8302099999999999</c:v>
                </c:pt>
                <c:pt idx="7631">
                  <c:v>1.8305199999999999</c:v>
                </c:pt>
                <c:pt idx="7632">
                  <c:v>1.8308199999999999</c:v>
                </c:pt>
                <c:pt idx="7633">
                  <c:v>1.8311299999999999</c:v>
                </c:pt>
                <c:pt idx="7634">
                  <c:v>1.8314299999999999</c:v>
                </c:pt>
                <c:pt idx="7635">
                  <c:v>1.8317399999999999</c:v>
                </c:pt>
                <c:pt idx="7636">
                  <c:v>1.83205</c:v>
                </c:pt>
                <c:pt idx="7637">
                  <c:v>1.8323499999999999</c:v>
                </c:pt>
                <c:pt idx="7638">
                  <c:v>1.83266</c:v>
                </c:pt>
                <c:pt idx="7639">
                  <c:v>1.8329599999999999</c:v>
                </c:pt>
                <c:pt idx="7640">
                  <c:v>1.83327</c:v>
                </c:pt>
                <c:pt idx="7641">
                  <c:v>1.8335699999999999</c:v>
                </c:pt>
                <c:pt idx="7642">
                  <c:v>1.83388</c:v>
                </c:pt>
                <c:pt idx="7643">
                  <c:v>1.8341799999999999</c:v>
                </c:pt>
                <c:pt idx="7644">
                  <c:v>1.83449</c:v>
                </c:pt>
                <c:pt idx="7645">
                  <c:v>1.8347899999999999</c:v>
                </c:pt>
                <c:pt idx="7646">
                  <c:v>1.8351</c:v>
                </c:pt>
                <c:pt idx="7647">
                  <c:v>1.83541</c:v>
                </c:pt>
                <c:pt idx="7648">
                  <c:v>1.83571</c:v>
                </c:pt>
                <c:pt idx="7649">
                  <c:v>1.83602</c:v>
                </c:pt>
                <c:pt idx="7650">
                  <c:v>1.83632</c:v>
                </c:pt>
                <c:pt idx="7651">
                  <c:v>1.83663</c:v>
                </c:pt>
                <c:pt idx="7652">
                  <c:v>1.83693</c:v>
                </c:pt>
                <c:pt idx="7653">
                  <c:v>1.83724</c:v>
                </c:pt>
                <c:pt idx="7654">
                  <c:v>1.83754</c:v>
                </c:pt>
                <c:pt idx="7655">
                  <c:v>1.83785</c:v>
                </c:pt>
                <c:pt idx="7656">
                  <c:v>1.83815</c:v>
                </c:pt>
                <c:pt idx="7657">
                  <c:v>1.83846</c:v>
                </c:pt>
                <c:pt idx="7658">
                  <c:v>1.83876</c:v>
                </c:pt>
                <c:pt idx="7659">
                  <c:v>1.83907</c:v>
                </c:pt>
                <c:pt idx="7660">
                  <c:v>1.83938</c:v>
                </c:pt>
                <c:pt idx="7661">
                  <c:v>1.83968</c:v>
                </c:pt>
                <c:pt idx="7662">
                  <c:v>1.83999</c:v>
                </c:pt>
                <c:pt idx="7663">
                  <c:v>1.84029</c:v>
                </c:pt>
                <c:pt idx="7664">
                  <c:v>1.8406</c:v>
                </c:pt>
                <c:pt idx="7665">
                  <c:v>1.8409</c:v>
                </c:pt>
                <c:pt idx="7666">
                  <c:v>1.84121</c:v>
                </c:pt>
                <c:pt idx="7667">
                  <c:v>1.84151</c:v>
                </c:pt>
                <c:pt idx="7668">
                  <c:v>1.84182</c:v>
                </c:pt>
                <c:pt idx="7669">
                  <c:v>1.84212</c:v>
                </c:pt>
                <c:pt idx="7670">
                  <c:v>1.84243</c:v>
                </c:pt>
                <c:pt idx="7671">
                  <c:v>1.84273</c:v>
                </c:pt>
                <c:pt idx="7672">
                  <c:v>1.84304</c:v>
                </c:pt>
                <c:pt idx="7673">
                  <c:v>1.84335</c:v>
                </c:pt>
                <c:pt idx="7674">
                  <c:v>1.84365</c:v>
                </c:pt>
                <c:pt idx="7675">
                  <c:v>1.84396</c:v>
                </c:pt>
                <c:pt idx="7676">
                  <c:v>1.84426</c:v>
                </c:pt>
                <c:pt idx="7677">
                  <c:v>1.84457</c:v>
                </c:pt>
                <c:pt idx="7678">
                  <c:v>1.84487</c:v>
                </c:pt>
                <c:pt idx="7679">
                  <c:v>1.84518</c:v>
                </c:pt>
                <c:pt idx="7680">
                  <c:v>1.84548</c:v>
                </c:pt>
                <c:pt idx="7681">
                  <c:v>1.84579</c:v>
                </c:pt>
                <c:pt idx="7682">
                  <c:v>1.84609</c:v>
                </c:pt>
                <c:pt idx="7683">
                  <c:v>1.8464</c:v>
                </c:pt>
                <c:pt idx="7684">
                  <c:v>1.8467</c:v>
                </c:pt>
                <c:pt idx="7685">
                  <c:v>1.84701</c:v>
                </c:pt>
                <c:pt idx="7686">
                  <c:v>1.8473200000000001</c:v>
                </c:pt>
                <c:pt idx="7687">
                  <c:v>1.84762</c:v>
                </c:pt>
                <c:pt idx="7688">
                  <c:v>1.8479300000000001</c:v>
                </c:pt>
                <c:pt idx="7689">
                  <c:v>1.84823</c:v>
                </c:pt>
                <c:pt idx="7690">
                  <c:v>1.8485400000000001</c:v>
                </c:pt>
                <c:pt idx="7691">
                  <c:v>1.84884</c:v>
                </c:pt>
                <c:pt idx="7692">
                  <c:v>1.8491500000000001</c:v>
                </c:pt>
                <c:pt idx="7693">
                  <c:v>1.84945</c:v>
                </c:pt>
                <c:pt idx="7694">
                  <c:v>1.8497600000000001</c:v>
                </c:pt>
                <c:pt idx="7695">
                  <c:v>1.85006</c:v>
                </c:pt>
                <c:pt idx="7696">
                  <c:v>1.8503700000000001</c:v>
                </c:pt>
                <c:pt idx="7697">
                  <c:v>1.85067</c:v>
                </c:pt>
                <c:pt idx="7698">
                  <c:v>1.8509800000000001</c:v>
                </c:pt>
                <c:pt idx="7699">
                  <c:v>1.8512900000000001</c:v>
                </c:pt>
                <c:pt idx="7700">
                  <c:v>1.8515900000000001</c:v>
                </c:pt>
                <c:pt idx="7701">
                  <c:v>1.8519000000000001</c:v>
                </c:pt>
                <c:pt idx="7702">
                  <c:v>1.8522000000000001</c:v>
                </c:pt>
                <c:pt idx="7703">
                  <c:v>1.8525100000000001</c:v>
                </c:pt>
                <c:pt idx="7704">
                  <c:v>1.8528100000000001</c:v>
                </c:pt>
                <c:pt idx="7705">
                  <c:v>1.8531200000000001</c:v>
                </c:pt>
                <c:pt idx="7706">
                  <c:v>1.8534200000000001</c:v>
                </c:pt>
                <c:pt idx="7707">
                  <c:v>1.8537300000000001</c:v>
                </c:pt>
                <c:pt idx="7708">
                  <c:v>1.8540300000000001</c:v>
                </c:pt>
                <c:pt idx="7709">
                  <c:v>1.8543400000000001</c:v>
                </c:pt>
                <c:pt idx="7710">
                  <c:v>1.8546499999999999</c:v>
                </c:pt>
                <c:pt idx="7711">
                  <c:v>1.8549500000000001</c:v>
                </c:pt>
                <c:pt idx="7712">
                  <c:v>1.8552599999999999</c:v>
                </c:pt>
                <c:pt idx="7713">
                  <c:v>1.8555600000000001</c:v>
                </c:pt>
                <c:pt idx="7714">
                  <c:v>1.8558699999999999</c:v>
                </c:pt>
                <c:pt idx="7715">
                  <c:v>1.8561700000000001</c:v>
                </c:pt>
                <c:pt idx="7716">
                  <c:v>1.8564799999999999</c:v>
                </c:pt>
                <c:pt idx="7717">
                  <c:v>1.8567800000000001</c:v>
                </c:pt>
                <c:pt idx="7718">
                  <c:v>1.8570899999999999</c:v>
                </c:pt>
                <c:pt idx="7719">
                  <c:v>1.8573900000000001</c:v>
                </c:pt>
                <c:pt idx="7720">
                  <c:v>1.8576999999999999</c:v>
                </c:pt>
                <c:pt idx="7721">
                  <c:v>1.8580000000000001</c:v>
                </c:pt>
                <c:pt idx="7722">
                  <c:v>1.8583099999999999</c:v>
                </c:pt>
                <c:pt idx="7723">
                  <c:v>1.8586199999999999</c:v>
                </c:pt>
                <c:pt idx="7724">
                  <c:v>1.8589199999999999</c:v>
                </c:pt>
                <c:pt idx="7725">
                  <c:v>1.8592299999999999</c:v>
                </c:pt>
                <c:pt idx="7726">
                  <c:v>1.8595299999999999</c:v>
                </c:pt>
                <c:pt idx="7727">
                  <c:v>1.8598399999999999</c:v>
                </c:pt>
                <c:pt idx="7728">
                  <c:v>1.8601399999999999</c:v>
                </c:pt>
                <c:pt idx="7729">
                  <c:v>1.8604499999999999</c:v>
                </c:pt>
                <c:pt idx="7730">
                  <c:v>1.8607499999999999</c:v>
                </c:pt>
                <c:pt idx="7731">
                  <c:v>1.8610599999999999</c:v>
                </c:pt>
                <c:pt idx="7732">
                  <c:v>1.8613599999999999</c:v>
                </c:pt>
                <c:pt idx="7733">
                  <c:v>1.8616699999999999</c:v>
                </c:pt>
                <c:pt idx="7734">
                  <c:v>1.8619699999999999</c:v>
                </c:pt>
                <c:pt idx="7735">
                  <c:v>1.8622799999999999</c:v>
                </c:pt>
                <c:pt idx="7736">
                  <c:v>1.86259</c:v>
                </c:pt>
                <c:pt idx="7737">
                  <c:v>1.8628899999999999</c:v>
                </c:pt>
                <c:pt idx="7738">
                  <c:v>1.8632</c:v>
                </c:pt>
                <c:pt idx="7739">
                  <c:v>1.8634999999999999</c:v>
                </c:pt>
                <c:pt idx="7740">
                  <c:v>1.86381</c:v>
                </c:pt>
                <c:pt idx="7741">
                  <c:v>1.8641099999999999</c:v>
                </c:pt>
                <c:pt idx="7742">
                  <c:v>1.86442</c:v>
                </c:pt>
                <c:pt idx="7743">
                  <c:v>1.8647199999999999</c:v>
                </c:pt>
                <c:pt idx="7744">
                  <c:v>1.86503</c:v>
                </c:pt>
                <c:pt idx="7745">
                  <c:v>1.8653299999999999</c:v>
                </c:pt>
                <c:pt idx="7746">
                  <c:v>1.86564</c:v>
                </c:pt>
                <c:pt idx="7747">
                  <c:v>1.8659399999999999</c:v>
                </c:pt>
                <c:pt idx="7748">
                  <c:v>1.86625</c:v>
                </c:pt>
                <c:pt idx="7749">
                  <c:v>1.86656</c:v>
                </c:pt>
                <c:pt idx="7750">
                  <c:v>1.86686</c:v>
                </c:pt>
                <c:pt idx="7751">
                  <c:v>1.86717</c:v>
                </c:pt>
                <c:pt idx="7752">
                  <c:v>1.86747</c:v>
                </c:pt>
                <c:pt idx="7753">
                  <c:v>1.86778</c:v>
                </c:pt>
                <c:pt idx="7754">
                  <c:v>1.86808</c:v>
                </c:pt>
                <c:pt idx="7755">
                  <c:v>1.86839</c:v>
                </c:pt>
                <c:pt idx="7756">
                  <c:v>1.86869</c:v>
                </c:pt>
                <c:pt idx="7757">
                  <c:v>1.869</c:v>
                </c:pt>
                <c:pt idx="7758">
                  <c:v>1.8693</c:v>
                </c:pt>
                <c:pt idx="7759">
                  <c:v>1.86961</c:v>
                </c:pt>
                <c:pt idx="7760">
                  <c:v>1.86992</c:v>
                </c:pt>
                <c:pt idx="7761">
                  <c:v>1.87022</c:v>
                </c:pt>
                <c:pt idx="7762">
                  <c:v>1.87053</c:v>
                </c:pt>
                <c:pt idx="7763">
                  <c:v>1.87083</c:v>
                </c:pt>
                <c:pt idx="7764">
                  <c:v>1.87114</c:v>
                </c:pt>
                <c:pt idx="7765">
                  <c:v>1.87144</c:v>
                </c:pt>
                <c:pt idx="7766">
                  <c:v>1.87175</c:v>
                </c:pt>
                <c:pt idx="7767">
                  <c:v>1.87205</c:v>
                </c:pt>
                <c:pt idx="7768">
                  <c:v>1.87236</c:v>
                </c:pt>
                <c:pt idx="7769">
                  <c:v>1.87266</c:v>
                </c:pt>
                <c:pt idx="7770">
                  <c:v>1.87297</c:v>
                </c:pt>
                <c:pt idx="7771">
                  <c:v>1.87327</c:v>
                </c:pt>
                <c:pt idx="7772">
                  <c:v>1.87358</c:v>
                </c:pt>
                <c:pt idx="7773">
                  <c:v>1.8738900000000001</c:v>
                </c:pt>
                <c:pt idx="7774">
                  <c:v>1.87419</c:v>
                </c:pt>
                <c:pt idx="7775">
                  <c:v>1.8745000000000001</c:v>
                </c:pt>
                <c:pt idx="7776">
                  <c:v>1.8748</c:v>
                </c:pt>
                <c:pt idx="7777">
                  <c:v>1.8751100000000001</c:v>
                </c:pt>
                <c:pt idx="7778">
                  <c:v>1.87541</c:v>
                </c:pt>
                <c:pt idx="7779">
                  <c:v>1.8757200000000001</c:v>
                </c:pt>
                <c:pt idx="7780">
                  <c:v>1.87602</c:v>
                </c:pt>
                <c:pt idx="7781">
                  <c:v>1.8763300000000001</c:v>
                </c:pt>
                <c:pt idx="7782">
                  <c:v>1.87663</c:v>
                </c:pt>
                <c:pt idx="7783">
                  <c:v>1.8769400000000001</c:v>
                </c:pt>
                <c:pt idx="7784">
                  <c:v>1.87724</c:v>
                </c:pt>
                <c:pt idx="7785">
                  <c:v>1.8775500000000001</c:v>
                </c:pt>
                <c:pt idx="7786">
                  <c:v>1.8778600000000001</c:v>
                </c:pt>
                <c:pt idx="7787">
                  <c:v>1.8781600000000001</c:v>
                </c:pt>
                <c:pt idx="7788">
                  <c:v>1.8784700000000001</c:v>
                </c:pt>
                <c:pt idx="7789">
                  <c:v>1.8787700000000001</c:v>
                </c:pt>
                <c:pt idx="7790">
                  <c:v>1.8790800000000001</c:v>
                </c:pt>
                <c:pt idx="7791">
                  <c:v>1.8793800000000001</c:v>
                </c:pt>
                <c:pt idx="7792">
                  <c:v>1.8796900000000001</c:v>
                </c:pt>
                <c:pt idx="7793">
                  <c:v>1.87999</c:v>
                </c:pt>
                <c:pt idx="7794">
                  <c:v>1.8803000000000001</c:v>
                </c:pt>
                <c:pt idx="7795">
                  <c:v>1.8806</c:v>
                </c:pt>
                <c:pt idx="7796">
                  <c:v>1.8809100000000001</c:v>
                </c:pt>
                <c:pt idx="7797">
                  <c:v>1.88121</c:v>
                </c:pt>
                <c:pt idx="7798">
                  <c:v>1.8815200000000001</c:v>
                </c:pt>
                <c:pt idx="7799">
                  <c:v>1.8818299999999999</c:v>
                </c:pt>
                <c:pt idx="7800">
                  <c:v>1.8821300000000001</c:v>
                </c:pt>
                <c:pt idx="7801">
                  <c:v>1.8824399999999999</c:v>
                </c:pt>
                <c:pt idx="7802">
                  <c:v>1.8827400000000001</c:v>
                </c:pt>
                <c:pt idx="7803">
                  <c:v>1.8830499999999999</c:v>
                </c:pt>
                <c:pt idx="7804">
                  <c:v>1.8833500000000001</c:v>
                </c:pt>
                <c:pt idx="7805">
                  <c:v>1.8836599999999999</c:v>
                </c:pt>
                <c:pt idx="7806">
                  <c:v>1.8839600000000001</c:v>
                </c:pt>
                <c:pt idx="7807">
                  <c:v>1.8842699999999999</c:v>
                </c:pt>
                <c:pt idx="7808">
                  <c:v>1.8845700000000001</c:v>
                </c:pt>
                <c:pt idx="7809">
                  <c:v>1.8848800000000001</c:v>
                </c:pt>
                <c:pt idx="7810">
                  <c:v>1.8851800000000001</c:v>
                </c:pt>
                <c:pt idx="7811">
                  <c:v>1.8854900000000001</c:v>
                </c:pt>
                <c:pt idx="7812">
                  <c:v>1.8857999999999999</c:v>
                </c:pt>
                <c:pt idx="7813">
                  <c:v>1.8861000000000001</c:v>
                </c:pt>
                <c:pt idx="7814">
                  <c:v>1.8864099999999999</c:v>
                </c:pt>
                <c:pt idx="7815">
                  <c:v>1.8867100000000001</c:v>
                </c:pt>
                <c:pt idx="7816">
                  <c:v>1.8870199999999999</c:v>
                </c:pt>
                <c:pt idx="7817">
                  <c:v>1.8873200000000001</c:v>
                </c:pt>
                <c:pt idx="7818">
                  <c:v>1.8876299999999999</c:v>
                </c:pt>
                <c:pt idx="7819">
                  <c:v>1.8879300000000001</c:v>
                </c:pt>
                <c:pt idx="7820">
                  <c:v>1.8882399999999999</c:v>
                </c:pt>
                <c:pt idx="7821">
                  <c:v>1.8885400000000001</c:v>
                </c:pt>
                <c:pt idx="7822">
                  <c:v>1.8888499999999999</c:v>
                </c:pt>
                <c:pt idx="7823">
                  <c:v>1.88916</c:v>
                </c:pt>
                <c:pt idx="7824">
                  <c:v>1.8894599999999999</c:v>
                </c:pt>
                <c:pt idx="7825">
                  <c:v>1.8897699999999999</c:v>
                </c:pt>
                <c:pt idx="7826">
                  <c:v>1.8900699999999999</c:v>
                </c:pt>
                <c:pt idx="7827">
                  <c:v>1.8903799999999999</c:v>
                </c:pt>
                <c:pt idx="7828">
                  <c:v>1.8906799999999999</c:v>
                </c:pt>
                <c:pt idx="7829">
                  <c:v>1.8909899999999999</c:v>
                </c:pt>
                <c:pt idx="7830">
                  <c:v>1.8912899999999999</c:v>
                </c:pt>
                <c:pt idx="7831">
                  <c:v>1.8915999999999999</c:v>
                </c:pt>
                <c:pt idx="7832">
                  <c:v>1.8918999999999999</c:v>
                </c:pt>
                <c:pt idx="7833">
                  <c:v>1.8922099999999999</c:v>
                </c:pt>
                <c:pt idx="7834">
                  <c:v>1.8925099999999999</c:v>
                </c:pt>
                <c:pt idx="7835">
                  <c:v>1.8928199999999999</c:v>
                </c:pt>
                <c:pt idx="7836">
                  <c:v>1.89313</c:v>
                </c:pt>
                <c:pt idx="7837">
                  <c:v>1.8934299999999999</c:v>
                </c:pt>
                <c:pt idx="7838">
                  <c:v>1.89374</c:v>
                </c:pt>
                <c:pt idx="7839">
                  <c:v>1.8940399999999999</c:v>
                </c:pt>
                <c:pt idx="7840">
                  <c:v>1.89435</c:v>
                </c:pt>
                <c:pt idx="7841">
                  <c:v>1.8946499999999999</c:v>
                </c:pt>
                <c:pt idx="7842">
                  <c:v>1.89496</c:v>
                </c:pt>
                <c:pt idx="7843">
                  <c:v>1.8952599999999999</c:v>
                </c:pt>
                <c:pt idx="7844">
                  <c:v>1.89557</c:v>
                </c:pt>
                <c:pt idx="7845">
                  <c:v>1.8958699999999999</c:v>
                </c:pt>
                <c:pt idx="7846">
                  <c:v>1.89618</c:v>
                </c:pt>
                <c:pt idx="7847">
                  <c:v>1.8964799999999999</c:v>
                </c:pt>
                <c:pt idx="7848">
                  <c:v>1.89679</c:v>
                </c:pt>
                <c:pt idx="7849">
                  <c:v>1.8971</c:v>
                </c:pt>
                <c:pt idx="7850">
                  <c:v>1.8974</c:v>
                </c:pt>
                <c:pt idx="7851">
                  <c:v>1.89771</c:v>
                </c:pt>
                <c:pt idx="7852">
                  <c:v>1.89801</c:v>
                </c:pt>
                <c:pt idx="7853">
                  <c:v>1.89832</c:v>
                </c:pt>
                <c:pt idx="7854">
                  <c:v>1.89862</c:v>
                </c:pt>
                <c:pt idx="7855">
                  <c:v>1.89893</c:v>
                </c:pt>
                <c:pt idx="7856">
                  <c:v>1.89923</c:v>
                </c:pt>
                <c:pt idx="7857">
                  <c:v>1.89954</c:v>
                </c:pt>
                <c:pt idx="7858">
                  <c:v>1.89984</c:v>
                </c:pt>
                <c:pt idx="7859">
                  <c:v>1.90015</c:v>
                </c:pt>
                <c:pt idx="7860">
                  <c:v>1.90045</c:v>
                </c:pt>
                <c:pt idx="7861">
                  <c:v>1.90076</c:v>
                </c:pt>
                <c:pt idx="7862">
                  <c:v>1.90107</c:v>
                </c:pt>
                <c:pt idx="7863">
                  <c:v>1.90137</c:v>
                </c:pt>
                <c:pt idx="7864">
                  <c:v>1.90168</c:v>
                </c:pt>
                <c:pt idx="7865">
                  <c:v>1.90198</c:v>
                </c:pt>
                <c:pt idx="7866">
                  <c:v>1.90229</c:v>
                </c:pt>
                <c:pt idx="7867">
                  <c:v>1.90259</c:v>
                </c:pt>
                <c:pt idx="7868">
                  <c:v>1.9029</c:v>
                </c:pt>
                <c:pt idx="7869">
                  <c:v>1.9032</c:v>
                </c:pt>
                <c:pt idx="7870">
                  <c:v>1.90351</c:v>
                </c:pt>
                <c:pt idx="7871">
                  <c:v>1.90381</c:v>
                </c:pt>
                <c:pt idx="7872">
                  <c:v>1.90412</c:v>
                </c:pt>
                <c:pt idx="7873">
                  <c:v>1.90442</c:v>
                </c:pt>
                <c:pt idx="7874">
                  <c:v>1.90473</c:v>
                </c:pt>
                <c:pt idx="7875">
                  <c:v>1.9050400000000001</c:v>
                </c:pt>
                <c:pt idx="7876">
                  <c:v>1.90534</c:v>
                </c:pt>
                <c:pt idx="7877">
                  <c:v>1.9056500000000001</c:v>
                </c:pt>
                <c:pt idx="7878">
                  <c:v>1.90595</c:v>
                </c:pt>
                <c:pt idx="7879">
                  <c:v>1.9062600000000001</c:v>
                </c:pt>
                <c:pt idx="7880">
                  <c:v>1.90656</c:v>
                </c:pt>
                <c:pt idx="7881">
                  <c:v>1.9068700000000001</c:v>
                </c:pt>
                <c:pt idx="7882">
                  <c:v>1.90717</c:v>
                </c:pt>
                <c:pt idx="7883">
                  <c:v>1.9074800000000001</c:v>
                </c:pt>
                <c:pt idx="7884">
                  <c:v>1.90778</c:v>
                </c:pt>
                <c:pt idx="7885">
                  <c:v>1.9080900000000001</c:v>
                </c:pt>
                <c:pt idx="7886">
                  <c:v>1.9084000000000001</c:v>
                </c:pt>
                <c:pt idx="7887">
                  <c:v>1.9087000000000001</c:v>
                </c:pt>
                <c:pt idx="7888">
                  <c:v>1.9090100000000001</c:v>
                </c:pt>
                <c:pt idx="7889">
                  <c:v>1.9093100000000001</c:v>
                </c:pt>
                <c:pt idx="7890">
                  <c:v>1.9096200000000001</c:v>
                </c:pt>
                <c:pt idx="7891">
                  <c:v>1.9099200000000001</c:v>
                </c:pt>
                <c:pt idx="7892">
                  <c:v>1.9102300000000001</c:v>
                </c:pt>
                <c:pt idx="7893">
                  <c:v>1.9105300000000001</c:v>
                </c:pt>
                <c:pt idx="7894">
                  <c:v>1.9108400000000001</c:v>
                </c:pt>
                <c:pt idx="7895">
                  <c:v>1.9111400000000001</c:v>
                </c:pt>
                <c:pt idx="7896">
                  <c:v>1.9114500000000001</c:v>
                </c:pt>
                <c:pt idx="7897">
                  <c:v>1.9117500000000001</c:v>
                </c:pt>
                <c:pt idx="7898">
                  <c:v>1.9120600000000001</c:v>
                </c:pt>
                <c:pt idx="7899">
                  <c:v>1.9123699999999999</c:v>
                </c:pt>
                <c:pt idx="7900">
                  <c:v>1.9126700000000001</c:v>
                </c:pt>
                <c:pt idx="7901">
                  <c:v>1.9129799999999999</c:v>
                </c:pt>
                <c:pt idx="7902">
                  <c:v>1.9132800000000001</c:v>
                </c:pt>
                <c:pt idx="7903">
                  <c:v>1.9135899999999999</c:v>
                </c:pt>
                <c:pt idx="7904">
                  <c:v>1.9138900000000001</c:v>
                </c:pt>
                <c:pt idx="7905">
                  <c:v>1.9141999999999999</c:v>
                </c:pt>
                <c:pt idx="7906">
                  <c:v>1.9145000000000001</c:v>
                </c:pt>
                <c:pt idx="7907">
                  <c:v>1.9148099999999999</c:v>
                </c:pt>
                <c:pt idx="7908">
                  <c:v>1.9151100000000001</c:v>
                </c:pt>
                <c:pt idx="7909">
                  <c:v>1.9154199999999999</c:v>
                </c:pt>
                <c:pt idx="7910">
                  <c:v>1.9157200000000001</c:v>
                </c:pt>
                <c:pt idx="7911">
                  <c:v>1.9160299999999999</c:v>
                </c:pt>
                <c:pt idx="7912">
                  <c:v>1.9163399999999999</c:v>
                </c:pt>
                <c:pt idx="7913">
                  <c:v>1.9166399999999999</c:v>
                </c:pt>
                <c:pt idx="7914">
                  <c:v>1.9169499999999999</c:v>
                </c:pt>
                <c:pt idx="7915">
                  <c:v>1.9172499999999999</c:v>
                </c:pt>
                <c:pt idx="7916">
                  <c:v>1.9175599999999999</c:v>
                </c:pt>
                <c:pt idx="7917">
                  <c:v>1.9178599999999999</c:v>
                </c:pt>
                <c:pt idx="7918">
                  <c:v>1.9181699999999999</c:v>
                </c:pt>
                <c:pt idx="7919">
                  <c:v>1.9184699999999999</c:v>
                </c:pt>
                <c:pt idx="7920">
                  <c:v>1.9187799999999999</c:v>
                </c:pt>
                <c:pt idx="7921">
                  <c:v>1.9190799999999999</c:v>
                </c:pt>
                <c:pt idx="7922">
                  <c:v>1.9193899999999999</c:v>
                </c:pt>
                <c:pt idx="7923">
                  <c:v>1.9196899999999999</c:v>
                </c:pt>
                <c:pt idx="7924">
                  <c:v>1.92</c:v>
                </c:pt>
                <c:pt idx="7925">
                  <c:v>1.92031</c:v>
                </c:pt>
                <c:pt idx="7926">
                  <c:v>1.9206099999999999</c:v>
                </c:pt>
                <c:pt idx="7927">
                  <c:v>1.92092</c:v>
                </c:pt>
                <c:pt idx="7928">
                  <c:v>1.9212199999999999</c:v>
                </c:pt>
                <c:pt idx="7929">
                  <c:v>1.92153</c:v>
                </c:pt>
                <c:pt idx="7930">
                  <c:v>1.9218299999999999</c:v>
                </c:pt>
                <c:pt idx="7931">
                  <c:v>1.92214</c:v>
                </c:pt>
                <c:pt idx="7932">
                  <c:v>1.9224399999999999</c:v>
                </c:pt>
                <c:pt idx="7933">
                  <c:v>1.92275</c:v>
                </c:pt>
                <c:pt idx="7934">
                  <c:v>1.9230499999999999</c:v>
                </c:pt>
                <c:pt idx="7935">
                  <c:v>1.92336</c:v>
                </c:pt>
                <c:pt idx="7936">
                  <c:v>1.92367</c:v>
                </c:pt>
                <c:pt idx="7937">
                  <c:v>1.92397</c:v>
                </c:pt>
                <c:pt idx="7938">
                  <c:v>1.92428</c:v>
                </c:pt>
                <c:pt idx="7939">
                  <c:v>1.92458</c:v>
                </c:pt>
                <c:pt idx="7940">
                  <c:v>1.92489</c:v>
                </c:pt>
                <c:pt idx="7941">
                  <c:v>1.92519</c:v>
                </c:pt>
                <c:pt idx="7942">
                  <c:v>1.9255</c:v>
                </c:pt>
                <c:pt idx="7943">
                  <c:v>1.9258</c:v>
                </c:pt>
                <c:pt idx="7944">
                  <c:v>1.92611</c:v>
                </c:pt>
                <c:pt idx="7945">
                  <c:v>1.92641</c:v>
                </c:pt>
                <c:pt idx="7946">
                  <c:v>1.92672</c:v>
                </c:pt>
                <c:pt idx="7947">
                  <c:v>1.92702</c:v>
                </c:pt>
                <c:pt idx="7948">
                  <c:v>1.92733</c:v>
                </c:pt>
                <c:pt idx="7949">
                  <c:v>1.92764</c:v>
                </c:pt>
                <c:pt idx="7950">
                  <c:v>1.92794</c:v>
                </c:pt>
                <c:pt idx="7951">
                  <c:v>1.92825</c:v>
                </c:pt>
                <c:pt idx="7952">
                  <c:v>1.92855</c:v>
                </c:pt>
                <c:pt idx="7953">
                  <c:v>1.92886</c:v>
                </c:pt>
                <c:pt idx="7954">
                  <c:v>1.92916</c:v>
                </c:pt>
                <c:pt idx="7955">
                  <c:v>1.92947</c:v>
                </c:pt>
                <c:pt idx="7956">
                  <c:v>1.92977</c:v>
                </c:pt>
                <c:pt idx="7957">
                  <c:v>1.93008</c:v>
                </c:pt>
                <c:pt idx="7958">
                  <c:v>1.93038</c:v>
                </c:pt>
                <c:pt idx="7959">
                  <c:v>1.93069</c:v>
                </c:pt>
                <c:pt idx="7960">
                  <c:v>1.93099</c:v>
                </c:pt>
                <c:pt idx="7961">
                  <c:v>1.9313</c:v>
                </c:pt>
                <c:pt idx="7962">
                  <c:v>1.93161</c:v>
                </c:pt>
                <c:pt idx="7963">
                  <c:v>1.93191</c:v>
                </c:pt>
                <c:pt idx="7964">
                  <c:v>1.93222</c:v>
                </c:pt>
                <c:pt idx="7965">
                  <c:v>1.93252</c:v>
                </c:pt>
                <c:pt idx="7966">
                  <c:v>1.93283</c:v>
                </c:pt>
                <c:pt idx="7967">
                  <c:v>1.93313</c:v>
                </c:pt>
                <c:pt idx="7968">
                  <c:v>1.93344</c:v>
                </c:pt>
                <c:pt idx="7969">
                  <c:v>1.93374</c:v>
                </c:pt>
                <c:pt idx="7970">
                  <c:v>1.93405</c:v>
                </c:pt>
                <c:pt idx="7971">
                  <c:v>1.93435</c:v>
                </c:pt>
                <c:pt idx="7972">
                  <c:v>1.93466</c:v>
                </c:pt>
                <c:pt idx="7973">
                  <c:v>1.93496</c:v>
                </c:pt>
                <c:pt idx="7974">
                  <c:v>1.93527</c:v>
                </c:pt>
                <c:pt idx="7975">
                  <c:v>1.9355800000000001</c:v>
                </c:pt>
                <c:pt idx="7976">
                  <c:v>1.93588</c:v>
                </c:pt>
                <c:pt idx="7977">
                  <c:v>1.9361900000000001</c:v>
                </c:pt>
                <c:pt idx="7978">
                  <c:v>1.93649</c:v>
                </c:pt>
                <c:pt idx="7979">
                  <c:v>1.9368000000000001</c:v>
                </c:pt>
                <c:pt idx="7980">
                  <c:v>1.9371</c:v>
                </c:pt>
                <c:pt idx="7981">
                  <c:v>1.9374100000000001</c:v>
                </c:pt>
                <c:pt idx="7982">
                  <c:v>1.93771</c:v>
                </c:pt>
                <c:pt idx="7983">
                  <c:v>1.9380200000000001</c:v>
                </c:pt>
                <c:pt idx="7984">
                  <c:v>1.93832</c:v>
                </c:pt>
                <c:pt idx="7985">
                  <c:v>1.9386300000000001</c:v>
                </c:pt>
                <c:pt idx="7986">
                  <c:v>1.93893</c:v>
                </c:pt>
                <c:pt idx="7987">
                  <c:v>1.9392400000000001</c:v>
                </c:pt>
                <c:pt idx="7988">
                  <c:v>1.9395500000000001</c:v>
                </c:pt>
                <c:pt idx="7989">
                  <c:v>1.9398500000000001</c:v>
                </c:pt>
                <c:pt idx="7990">
                  <c:v>1.9401600000000001</c:v>
                </c:pt>
                <c:pt idx="7991">
                  <c:v>1.9404600000000001</c:v>
                </c:pt>
                <c:pt idx="7992">
                  <c:v>1.9407700000000001</c:v>
                </c:pt>
                <c:pt idx="7993">
                  <c:v>1.9410700000000001</c:v>
                </c:pt>
                <c:pt idx="7994">
                  <c:v>1.9413800000000001</c:v>
                </c:pt>
                <c:pt idx="7995">
                  <c:v>1.9416800000000001</c:v>
                </c:pt>
                <c:pt idx="7996">
                  <c:v>1.9419900000000001</c:v>
                </c:pt>
                <c:pt idx="7997">
                  <c:v>1.9422900000000001</c:v>
                </c:pt>
                <c:pt idx="7998">
                  <c:v>1.9426000000000001</c:v>
                </c:pt>
                <c:pt idx="7999">
                  <c:v>1.9429099999999999</c:v>
                </c:pt>
                <c:pt idx="8000">
                  <c:v>1.9432100000000001</c:v>
                </c:pt>
                <c:pt idx="8001">
                  <c:v>1.9435199999999999</c:v>
                </c:pt>
                <c:pt idx="8002">
                  <c:v>1.9438200000000001</c:v>
                </c:pt>
                <c:pt idx="8003">
                  <c:v>1.9441299999999999</c:v>
                </c:pt>
                <c:pt idx="8004">
                  <c:v>1.9444300000000001</c:v>
                </c:pt>
                <c:pt idx="8005">
                  <c:v>1.9447399999999999</c:v>
                </c:pt>
                <c:pt idx="8006">
                  <c:v>1.9450400000000001</c:v>
                </c:pt>
                <c:pt idx="8007">
                  <c:v>1.9453499999999999</c:v>
                </c:pt>
                <c:pt idx="8008">
                  <c:v>1.9456500000000001</c:v>
                </c:pt>
                <c:pt idx="8009">
                  <c:v>1.9459599999999999</c:v>
                </c:pt>
                <c:pt idx="8010">
                  <c:v>1.9462600000000001</c:v>
                </c:pt>
                <c:pt idx="8011">
                  <c:v>1.9465699999999999</c:v>
                </c:pt>
                <c:pt idx="8012">
                  <c:v>1.9468799999999999</c:v>
                </c:pt>
                <c:pt idx="8013">
                  <c:v>1.9471799999999999</c:v>
                </c:pt>
                <c:pt idx="8014">
                  <c:v>1.9474899999999999</c:v>
                </c:pt>
                <c:pt idx="8015">
                  <c:v>1.9477899999999999</c:v>
                </c:pt>
                <c:pt idx="8016">
                  <c:v>1.9480999999999999</c:v>
                </c:pt>
                <c:pt idx="8017">
                  <c:v>1.9483999999999999</c:v>
                </c:pt>
                <c:pt idx="8018">
                  <c:v>1.9487099999999999</c:v>
                </c:pt>
                <c:pt idx="8019">
                  <c:v>1.9490099999999999</c:v>
                </c:pt>
                <c:pt idx="8020">
                  <c:v>1.9493199999999999</c:v>
                </c:pt>
                <c:pt idx="8021">
                  <c:v>1.9496199999999999</c:v>
                </c:pt>
                <c:pt idx="8022">
                  <c:v>1.9499299999999999</c:v>
                </c:pt>
                <c:pt idx="8023">
                  <c:v>1.9502299999999999</c:v>
                </c:pt>
                <c:pt idx="8024">
                  <c:v>1.9505399999999999</c:v>
                </c:pt>
                <c:pt idx="8025">
                  <c:v>1.95085</c:v>
                </c:pt>
                <c:pt idx="8026">
                  <c:v>1.9511499999999999</c:v>
                </c:pt>
                <c:pt idx="8027">
                  <c:v>1.95146</c:v>
                </c:pt>
                <c:pt idx="8028">
                  <c:v>1.9517599999999999</c:v>
                </c:pt>
                <c:pt idx="8029">
                  <c:v>1.95207</c:v>
                </c:pt>
                <c:pt idx="8030">
                  <c:v>1.9523699999999999</c:v>
                </c:pt>
                <c:pt idx="8031">
                  <c:v>1.95268</c:v>
                </c:pt>
                <c:pt idx="8032">
                  <c:v>1.9529799999999999</c:v>
                </c:pt>
                <c:pt idx="8033">
                  <c:v>1.95329</c:v>
                </c:pt>
                <c:pt idx="8034">
                  <c:v>1.9535899999999999</c:v>
                </c:pt>
                <c:pt idx="8035">
                  <c:v>1.9539</c:v>
                </c:pt>
                <c:pt idx="8036">
                  <c:v>1.9541999999999999</c:v>
                </c:pt>
                <c:pt idx="8037">
                  <c:v>1.95451</c:v>
                </c:pt>
                <c:pt idx="8038">
                  <c:v>1.95482</c:v>
                </c:pt>
                <c:pt idx="8039">
                  <c:v>1.95512</c:v>
                </c:pt>
                <c:pt idx="8040">
                  <c:v>1.95543</c:v>
                </c:pt>
                <c:pt idx="8041">
                  <c:v>1.95573</c:v>
                </c:pt>
                <c:pt idx="8042">
                  <c:v>1.95604</c:v>
                </c:pt>
                <c:pt idx="8043">
                  <c:v>1.95634</c:v>
                </c:pt>
                <c:pt idx="8044">
                  <c:v>1.95665</c:v>
                </c:pt>
                <c:pt idx="8045">
                  <c:v>1.95695</c:v>
                </c:pt>
                <c:pt idx="8046">
                  <c:v>1.95726</c:v>
                </c:pt>
                <c:pt idx="8047">
                  <c:v>1.95756</c:v>
                </c:pt>
                <c:pt idx="8048">
                  <c:v>1.95787</c:v>
                </c:pt>
                <c:pt idx="8049">
                  <c:v>1.95817</c:v>
                </c:pt>
                <c:pt idx="8050">
                  <c:v>1.95848</c:v>
                </c:pt>
                <c:pt idx="8051">
                  <c:v>1.95879</c:v>
                </c:pt>
                <c:pt idx="8052">
                  <c:v>1.95909</c:v>
                </c:pt>
                <c:pt idx="8053">
                  <c:v>1.9594</c:v>
                </c:pt>
                <c:pt idx="8054">
                  <c:v>1.9597</c:v>
                </c:pt>
                <c:pt idx="8055">
                  <c:v>1.96001</c:v>
                </c:pt>
                <c:pt idx="8056">
                  <c:v>1.96031</c:v>
                </c:pt>
                <c:pt idx="8057">
                  <c:v>1.96062</c:v>
                </c:pt>
                <c:pt idx="8058">
                  <c:v>1.96092</c:v>
                </c:pt>
                <c:pt idx="8059">
                  <c:v>1.96123</c:v>
                </c:pt>
                <c:pt idx="8060">
                  <c:v>1.96153</c:v>
                </c:pt>
                <c:pt idx="8061">
                  <c:v>1.96184</c:v>
                </c:pt>
                <c:pt idx="8062">
                  <c:v>1.9621500000000001</c:v>
                </c:pt>
                <c:pt idx="8063">
                  <c:v>1.96245</c:v>
                </c:pt>
                <c:pt idx="8064">
                  <c:v>1.9627600000000001</c:v>
                </c:pt>
                <c:pt idx="8065">
                  <c:v>1.96306</c:v>
                </c:pt>
                <c:pt idx="8066">
                  <c:v>1.9633700000000001</c:v>
                </c:pt>
                <c:pt idx="8067">
                  <c:v>1.96367</c:v>
                </c:pt>
                <c:pt idx="8068">
                  <c:v>1.9639800000000001</c:v>
                </c:pt>
                <c:pt idx="8069">
                  <c:v>1.96428</c:v>
                </c:pt>
                <c:pt idx="8070">
                  <c:v>1.9645900000000001</c:v>
                </c:pt>
                <c:pt idx="8071">
                  <c:v>1.96489</c:v>
                </c:pt>
                <c:pt idx="8072">
                  <c:v>1.9652000000000001</c:v>
                </c:pt>
                <c:pt idx="8073">
                  <c:v>1.9655</c:v>
                </c:pt>
                <c:pt idx="8074">
                  <c:v>1.9658100000000001</c:v>
                </c:pt>
                <c:pt idx="8075">
                  <c:v>1.9661200000000001</c:v>
                </c:pt>
                <c:pt idx="8076">
                  <c:v>1.9664200000000001</c:v>
                </c:pt>
                <c:pt idx="8077">
                  <c:v>1.9667300000000001</c:v>
                </c:pt>
                <c:pt idx="8078">
                  <c:v>1.9670300000000001</c:v>
                </c:pt>
                <c:pt idx="8079">
                  <c:v>1.9673400000000001</c:v>
                </c:pt>
                <c:pt idx="8080">
                  <c:v>1.9676400000000001</c:v>
                </c:pt>
                <c:pt idx="8081">
                  <c:v>1.9679500000000001</c:v>
                </c:pt>
                <c:pt idx="8082">
                  <c:v>1.9682500000000001</c:v>
                </c:pt>
                <c:pt idx="8083">
                  <c:v>1.9685600000000001</c:v>
                </c:pt>
                <c:pt idx="8084">
                  <c:v>1.9688600000000001</c:v>
                </c:pt>
                <c:pt idx="8085">
                  <c:v>1.9691700000000001</c:v>
                </c:pt>
                <c:pt idx="8086">
                  <c:v>1.9694700000000001</c:v>
                </c:pt>
                <c:pt idx="8087">
                  <c:v>1.9697800000000001</c:v>
                </c:pt>
                <c:pt idx="8088">
                  <c:v>1.9700899999999999</c:v>
                </c:pt>
                <c:pt idx="8089">
                  <c:v>1.9703900000000001</c:v>
                </c:pt>
                <c:pt idx="8090">
                  <c:v>1.9706999999999999</c:v>
                </c:pt>
                <c:pt idx="8091">
                  <c:v>1.9710000000000001</c:v>
                </c:pt>
                <c:pt idx="8092">
                  <c:v>1.9713099999999999</c:v>
                </c:pt>
                <c:pt idx="8093">
                  <c:v>1.9716100000000001</c:v>
                </c:pt>
                <c:pt idx="8094">
                  <c:v>1.9719199999999999</c:v>
                </c:pt>
                <c:pt idx="8095">
                  <c:v>1.9722200000000001</c:v>
                </c:pt>
                <c:pt idx="8096">
                  <c:v>1.9725299999999999</c:v>
                </c:pt>
                <c:pt idx="8097">
                  <c:v>1.9728300000000001</c:v>
                </c:pt>
                <c:pt idx="8098">
                  <c:v>1.9731399999999999</c:v>
                </c:pt>
                <c:pt idx="8099">
                  <c:v>1.9734400000000001</c:v>
                </c:pt>
                <c:pt idx="8100">
                  <c:v>1.9737499999999999</c:v>
                </c:pt>
                <c:pt idx="8101">
                  <c:v>1.9740599999999999</c:v>
                </c:pt>
                <c:pt idx="8102">
                  <c:v>1.9743599999999999</c:v>
                </c:pt>
                <c:pt idx="8103">
                  <c:v>1.9746699999999999</c:v>
                </c:pt>
                <c:pt idx="8104">
                  <c:v>1.9749699999999999</c:v>
                </c:pt>
                <c:pt idx="8105">
                  <c:v>1.9752799999999999</c:v>
                </c:pt>
                <c:pt idx="8106">
                  <c:v>1.9755799999999999</c:v>
                </c:pt>
                <c:pt idx="8107">
                  <c:v>1.9758899999999999</c:v>
                </c:pt>
                <c:pt idx="8108">
                  <c:v>1.9761899999999999</c:v>
                </c:pt>
                <c:pt idx="8109">
                  <c:v>1.9764999999999999</c:v>
                </c:pt>
                <c:pt idx="8110">
                  <c:v>1.9767999999999999</c:v>
                </c:pt>
                <c:pt idx="8111">
                  <c:v>1.9771099999999999</c:v>
                </c:pt>
                <c:pt idx="8112">
                  <c:v>1.97742</c:v>
                </c:pt>
                <c:pt idx="8113">
                  <c:v>1.9777199999999999</c:v>
                </c:pt>
                <c:pt idx="8114">
                  <c:v>1.97803</c:v>
                </c:pt>
                <c:pt idx="8115">
                  <c:v>1.9783299999999999</c:v>
                </c:pt>
                <c:pt idx="8116">
                  <c:v>1.97864</c:v>
                </c:pt>
                <c:pt idx="8117">
                  <c:v>1.9789399999999999</c:v>
                </c:pt>
                <c:pt idx="8118">
                  <c:v>1.97925</c:v>
                </c:pt>
                <c:pt idx="8119">
                  <c:v>1.9795499999999999</c:v>
                </c:pt>
                <c:pt idx="8120">
                  <c:v>1.97986</c:v>
                </c:pt>
                <c:pt idx="8121">
                  <c:v>1.9801599999999999</c:v>
                </c:pt>
                <c:pt idx="8122">
                  <c:v>1.98047</c:v>
                </c:pt>
                <c:pt idx="8123">
                  <c:v>1.9807699999999999</c:v>
                </c:pt>
                <c:pt idx="8124">
                  <c:v>1.98108</c:v>
                </c:pt>
                <c:pt idx="8125">
                  <c:v>1.98139</c:v>
                </c:pt>
                <c:pt idx="8126">
                  <c:v>1.98169</c:v>
                </c:pt>
                <c:pt idx="8127">
                  <c:v>1.982</c:v>
                </c:pt>
                <c:pt idx="8128">
                  <c:v>1.9823</c:v>
                </c:pt>
                <c:pt idx="8129">
                  <c:v>1.98261</c:v>
                </c:pt>
                <c:pt idx="8130">
                  <c:v>1.98291</c:v>
                </c:pt>
                <c:pt idx="8131">
                  <c:v>1.98322</c:v>
                </c:pt>
                <c:pt idx="8132">
                  <c:v>1.9835199999999999</c:v>
                </c:pt>
                <c:pt idx="8133">
                  <c:v>1.98383</c:v>
                </c:pt>
                <c:pt idx="8134">
                  <c:v>1.9841299999999999</c:v>
                </c:pt>
                <c:pt idx="8135">
                  <c:v>1.98444</c:v>
                </c:pt>
                <c:pt idx="8136">
                  <c:v>1.9847399999999999</c:v>
                </c:pt>
                <c:pt idx="8137">
                  <c:v>1.98505</c:v>
                </c:pt>
                <c:pt idx="8138">
                  <c:v>1.98536</c:v>
                </c:pt>
                <c:pt idx="8139">
                  <c:v>1.98566</c:v>
                </c:pt>
                <c:pt idx="8140">
                  <c:v>1.98597</c:v>
                </c:pt>
                <c:pt idx="8141">
                  <c:v>1.98627</c:v>
                </c:pt>
                <c:pt idx="8142">
                  <c:v>1.98658</c:v>
                </c:pt>
                <c:pt idx="8143">
                  <c:v>1.98688</c:v>
                </c:pt>
                <c:pt idx="8144">
                  <c:v>1.98719</c:v>
                </c:pt>
                <c:pt idx="8145">
                  <c:v>1.98749</c:v>
                </c:pt>
                <c:pt idx="8146">
                  <c:v>1.9878</c:v>
                </c:pt>
                <c:pt idx="8147">
                  <c:v>1.9881</c:v>
                </c:pt>
                <c:pt idx="8148">
                  <c:v>1.98841</c:v>
                </c:pt>
                <c:pt idx="8149">
                  <c:v>1.98871</c:v>
                </c:pt>
                <c:pt idx="8150">
                  <c:v>1.98902</c:v>
                </c:pt>
                <c:pt idx="8151">
                  <c:v>1.98933</c:v>
                </c:pt>
                <c:pt idx="8152">
                  <c:v>1.98963</c:v>
                </c:pt>
                <c:pt idx="8153">
                  <c:v>1.98994</c:v>
                </c:pt>
                <c:pt idx="8154">
                  <c:v>1.99024</c:v>
                </c:pt>
                <c:pt idx="8155">
                  <c:v>1.99055</c:v>
                </c:pt>
                <c:pt idx="8156">
                  <c:v>1.99085</c:v>
                </c:pt>
                <c:pt idx="8157">
                  <c:v>1.99116</c:v>
                </c:pt>
                <c:pt idx="8158">
                  <c:v>1.99146</c:v>
                </c:pt>
                <c:pt idx="8159">
                  <c:v>1.99177</c:v>
                </c:pt>
                <c:pt idx="8160">
                  <c:v>1.99207</c:v>
                </c:pt>
                <c:pt idx="8161">
                  <c:v>1.99238</c:v>
                </c:pt>
                <c:pt idx="8162">
                  <c:v>1.99268</c:v>
                </c:pt>
                <c:pt idx="8163">
                  <c:v>1.99299</c:v>
                </c:pt>
                <c:pt idx="8164">
                  <c:v>1.9933000000000001</c:v>
                </c:pt>
                <c:pt idx="8165">
                  <c:v>1.9936</c:v>
                </c:pt>
                <c:pt idx="8166">
                  <c:v>1.9939100000000001</c:v>
                </c:pt>
                <c:pt idx="8167">
                  <c:v>1.99421</c:v>
                </c:pt>
                <c:pt idx="8168">
                  <c:v>1.9945200000000001</c:v>
                </c:pt>
                <c:pt idx="8169">
                  <c:v>1.99482</c:v>
                </c:pt>
                <c:pt idx="8170">
                  <c:v>1.9951300000000001</c:v>
                </c:pt>
                <c:pt idx="8171">
                  <c:v>1.99543</c:v>
                </c:pt>
                <c:pt idx="8172">
                  <c:v>1.9957400000000001</c:v>
                </c:pt>
                <c:pt idx="8173">
                  <c:v>1.99604</c:v>
                </c:pt>
                <c:pt idx="8174">
                  <c:v>1.9963500000000001</c:v>
                </c:pt>
                <c:pt idx="8175">
                  <c:v>1.9966600000000001</c:v>
                </c:pt>
                <c:pt idx="8176">
                  <c:v>1.9969600000000001</c:v>
                </c:pt>
                <c:pt idx="8177">
                  <c:v>1.9972700000000001</c:v>
                </c:pt>
                <c:pt idx="8178">
                  <c:v>1.9975700000000001</c:v>
                </c:pt>
                <c:pt idx="8179">
                  <c:v>1.9978800000000001</c:v>
                </c:pt>
                <c:pt idx="8180">
                  <c:v>1.9981800000000001</c:v>
                </c:pt>
                <c:pt idx="8181">
                  <c:v>1.9984900000000001</c:v>
                </c:pt>
                <c:pt idx="8182">
                  <c:v>1.9987900000000001</c:v>
                </c:pt>
                <c:pt idx="8183">
                  <c:v>1.9991000000000001</c:v>
                </c:pt>
                <c:pt idx="8184">
                  <c:v>1.9994000000000001</c:v>
                </c:pt>
                <c:pt idx="8185">
                  <c:v>1.9997100000000001</c:v>
                </c:pt>
                <c:pt idx="8186">
                  <c:v>2.0000100000000001</c:v>
                </c:pt>
                <c:pt idx="8187">
                  <c:v>2.0003199999999999</c:v>
                </c:pt>
                <c:pt idx="8188">
                  <c:v>2.0006300000000001</c:v>
                </c:pt>
                <c:pt idx="8189">
                  <c:v>2.0009299999999999</c:v>
                </c:pt>
                <c:pt idx="8190">
                  <c:v>2.0012400000000001</c:v>
                </c:pt>
                <c:pt idx="8191">
                  <c:v>2.0015399999999999</c:v>
                </c:pt>
                <c:pt idx="8192">
                  <c:v>2.0018500000000001</c:v>
                </c:pt>
                <c:pt idx="8193">
                  <c:v>2.0021499999999999</c:v>
                </c:pt>
                <c:pt idx="8194">
                  <c:v>2.0024600000000001</c:v>
                </c:pt>
                <c:pt idx="8195">
                  <c:v>2.0027599999999999</c:v>
                </c:pt>
                <c:pt idx="8196">
                  <c:v>2.0030700000000001</c:v>
                </c:pt>
                <c:pt idx="8197">
                  <c:v>2.0033699999999999</c:v>
                </c:pt>
                <c:pt idx="8198">
                  <c:v>2.0036800000000001</c:v>
                </c:pt>
                <c:pt idx="8199">
                  <c:v>2.0039799999999999</c:v>
                </c:pt>
                <c:pt idx="8200">
                  <c:v>2.0042900000000001</c:v>
                </c:pt>
                <c:pt idx="8201">
                  <c:v>2.0045999999999999</c:v>
                </c:pt>
                <c:pt idx="8202">
                  <c:v>2.0049000000000001</c:v>
                </c:pt>
                <c:pt idx="8203">
                  <c:v>2.0052099999999999</c:v>
                </c:pt>
                <c:pt idx="8204">
                  <c:v>2.0055100000000001</c:v>
                </c:pt>
                <c:pt idx="8205">
                  <c:v>2.0058199999999999</c:v>
                </c:pt>
                <c:pt idx="8206">
                  <c:v>2.0061200000000001</c:v>
                </c:pt>
                <c:pt idx="8207">
                  <c:v>2.0064299999999999</c:v>
                </c:pt>
                <c:pt idx="8208">
                  <c:v>2.0067300000000001</c:v>
                </c:pt>
                <c:pt idx="8209">
                  <c:v>2.0070399999999999</c:v>
                </c:pt>
                <c:pt idx="8210">
                  <c:v>2.0073400000000001</c:v>
                </c:pt>
                <c:pt idx="8211">
                  <c:v>2.0076499999999999</c:v>
                </c:pt>
                <c:pt idx="8212">
                  <c:v>2.0079500000000001</c:v>
                </c:pt>
                <c:pt idx="8213">
                  <c:v>2.0082599999999999</c:v>
                </c:pt>
                <c:pt idx="8214">
                  <c:v>2.0085700000000002</c:v>
                </c:pt>
                <c:pt idx="8215">
                  <c:v>2.0088699999999999</c:v>
                </c:pt>
                <c:pt idx="8216">
                  <c:v>2.0091800000000002</c:v>
                </c:pt>
                <c:pt idx="8217">
                  <c:v>2.0094799999999999</c:v>
                </c:pt>
                <c:pt idx="8218">
                  <c:v>2.0097900000000002</c:v>
                </c:pt>
                <c:pt idx="8219">
                  <c:v>2.0100899999999999</c:v>
                </c:pt>
                <c:pt idx="8220">
                  <c:v>2.0104000000000002</c:v>
                </c:pt>
                <c:pt idx="8221">
                  <c:v>2.0106999999999999</c:v>
                </c:pt>
                <c:pt idx="8222">
                  <c:v>2.0110100000000002</c:v>
                </c:pt>
                <c:pt idx="8223">
                  <c:v>2.0113099999999999</c:v>
                </c:pt>
                <c:pt idx="8224">
                  <c:v>2.0116200000000002</c:v>
                </c:pt>
                <c:pt idx="8225">
                  <c:v>2.0119199999999999</c:v>
                </c:pt>
                <c:pt idx="8226">
                  <c:v>2.0122300000000002</c:v>
                </c:pt>
                <c:pt idx="8227">
                  <c:v>2.01254</c:v>
                </c:pt>
                <c:pt idx="8228">
                  <c:v>2.0128400000000002</c:v>
                </c:pt>
                <c:pt idx="8229">
                  <c:v>2.01315</c:v>
                </c:pt>
                <c:pt idx="8230">
                  <c:v>2.0134500000000002</c:v>
                </c:pt>
                <c:pt idx="8231">
                  <c:v>2.01376</c:v>
                </c:pt>
                <c:pt idx="8232">
                  <c:v>2.0140600000000002</c:v>
                </c:pt>
                <c:pt idx="8233">
                  <c:v>2.01437</c:v>
                </c:pt>
                <c:pt idx="8234">
                  <c:v>2.0146700000000002</c:v>
                </c:pt>
                <c:pt idx="8235">
                  <c:v>2.01498</c:v>
                </c:pt>
                <c:pt idx="8236">
                  <c:v>2.0152800000000002</c:v>
                </c:pt>
                <c:pt idx="8237">
                  <c:v>2.01559</c:v>
                </c:pt>
                <c:pt idx="8238">
                  <c:v>2.0158999999999998</c:v>
                </c:pt>
                <c:pt idx="8239">
                  <c:v>2.0162</c:v>
                </c:pt>
                <c:pt idx="8240">
                  <c:v>2.0165099999999998</c:v>
                </c:pt>
                <c:pt idx="8241">
                  <c:v>2.01681</c:v>
                </c:pt>
                <c:pt idx="8242">
                  <c:v>2.0171199999999998</c:v>
                </c:pt>
                <c:pt idx="8243">
                  <c:v>2.01742</c:v>
                </c:pt>
                <c:pt idx="8244">
                  <c:v>2.0177299999999998</c:v>
                </c:pt>
                <c:pt idx="8245">
                  <c:v>2.01803</c:v>
                </c:pt>
                <c:pt idx="8246">
                  <c:v>2.0183399999999998</c:v>
                </c:pt>
                <c:pt idx="8247">
                  <c:v>2.01864</c:v>
                </c:pt>
                <c:pt idx="8248">
                  <c:v>2.0189499999999998</c:v>
                </c:pt>
                <c:pt idx="8249">
                  <c:v>2.01925</c:v>
                </c:pt>
                <c:pt idx="8250">
                  <c:v>2.0195599999999998</c:v>
                </c:pt>
                <c:pt idx="8251">
                  <c:v>2.0198700000000001</c:v>
                </c:pt>
                <c:pt idx="8252">
                  <c:v>2.0201699999999998</c:v>
                </c:pt>
                <c:pt idx="8253">
                  <c:v>2.0204800000000001</c:v>
                </c:pt>
                <c:pt idx="8254">
                  <c:v>2.0207799999999998</c:v>
                </c:pt>
                <c:pt idx="8255">
                  <c:v>2.0210900000000001</c:v>
                </c:pt>
                <c:pt idx="8256">
                  <c:v>2.0213899999999998</c:v>
                </c:pt>
                <c:pt idx="8257">
                  <c:v>2.0217000000000001</c:v>
                </c:pt>
                <c:pt idx="8258">
                  <c:v>2.0219999999999998</c:v>
                </c:pt>
                <c:pt idx="8259">
                  <c:v>2.0223100000000001</c:v>
                </c:pt>
                <c:pt idx="8260">
                  <c:v>2.0226099999999998</c:v>
                </c:pt>
                <c:pt idx="8261">
                  <c:v>2.0229200000000001</c:v>
                </c:pt>
                <c:pt idx="8262">
                  <c:v>2.0232199999999998</c:v>
                </c:pt>
                <c:pt idx="8263">
                  <c:v>2.0235300000000001</c:v>
                </c:pt>
                <c:pt idx="8264">
                  <c:v>2.0238399999999999</c:v>
                </c:pt>
                <c:pt idx="8265">
                  <c:v>2.0241400000000001</c:v>
                </c:pt>
                <c:pt idx="8266">
                  <c:v>2.0244499999999999</c:v>
                </c:pt>
                <c:pt idx="8267">
                  <c:v>2.02475</c:v>
                </c:pt>
                <c:pt idx="8268">
                  <c:v>2.0250599999999999</c:v>
                </c:pt>
                <c:pt idx="8269">
                  <c:v>2.02536</c:v>
                </c:pt>
                <c:pt idx="8270">
                  <c:v>2.0256699999999999</c:v>
                </c:pt>
                <c:pt idx="8271">
                  <c:v>2.02597</c:v>
                </c:pt>
                <c:pt idx="8272">
                  <c:v>2.0262799999999999</c:v>
                </c:pt>
                <c:pt idx="8273">
                  <c:v>2.02658</c:v>
                </c:pt>
                <c:pt idx="8274">
                  <c:v>2.0268899999999999</c:v>
                </c:pt>
                <c:pt idx="8275">
                  <c:v>2.02719</c:v>
                </c:pt>
                <c:pt idx="8276">
                  <c:v>2.0274999999999999</c:v>
                </c:pt>
                <c:pt idx="8277">
                  <c:v>2.0278100000000001</c:v>
                </c:pt>
                <c:pt idx="8278">
                  <c:v>2.0281099999999999</c:v>
                </c:pt>
                <c:pt idx="8279">
                  <c:v>2.0284200000000001</c:v>
                </c:pt>
                <c:pt idx="8280">
                  <c:v>2.0287199999999999</c:v>
                </c:pt>
                <c:pt idx="8281">
                  <c:v>2.0290300000000001</c:v>
                </c:pt>
                <c:pt idx="8282">
                  <c:v>2.0293299999999999</c:v>
                </c:pt>
                <c:pt idx="8283">
                  <c:v>2.0296400000000001</c:v>
                </c:pt>
                <c:pt idx="8284">
                  <c:v>2.0299399999999999</c:v>
                </c:pt>
                <c:pt idx="8285">
                  <c:v>2.0302500000000001</c:v>
                </c:pt>
                <c:pt idx="8286">
                  <c:v>2.0305499999999999</c:v>
                </c:pt>
                <c:pt idx="8287">
                  <c:v>2.0308600000000001</c:v>
                </c:pt>
                <c:pt idx="8288">
                  <c:v>2.0311599999999999</c:v>
                </c:pt>
                <c:pt idx="8289">
                  <c:v>2.0314700000000001</c:v>
                </c:pt>
                <c:pt idx="8290">
                  <c:v>2.0317799999999999</c:v>
                </c:pt>
                <c:pt idx="8291">
                  <c:v>2.0320800000000001</c:v>
                </c:pt>
                <c:pt idx="8292">
                  <c:v>2.0323899999999999</c:v>
                </c:pt>
                <c:pt idx="8293">
                  <c:v>2.0326900000000001</c:v>
                </c:pt>
                <c:pt idx="8294">
                  <c:v>2.0329999999999999</c:v>
                </c:pt>
                <c:pt idx="8295">
                  <c:v>2.0333000000000001</c:v>
                </c:pt>
                <c:pt idx="8296">
                  <c:v>2.0336099999999999</c:v>
                </c:pt>
                <c:pt idx="8297">
                  <c:v>2.0339100000000001</c:v>
                </c:pt>
                <c:pt idx="8298">
                  <c:v>2.0342199999999999</c:v>
                </c:pt>
                <c:pt idx="8299">
                  <c:v>2.0345200000000001</c:v>
                </c:pt>
                <c:pt idx="8300">
                  <c:v>2.0348299999999999</c:v>
                </c:pt>
                <c:pt idx="8301">
                  <c:v>2.0351400000000002</c:v>
                </c:pt>
                <c:pt idx="8302">
                  <c:v>2.0354399999999999</c:v>
                </c:pt>
                <c:pt idx="8303">
                  <c:v>2.0357500000000002</c:v>
                </c:pt>
                <c:pt idx="8304">
                  <c:v>2.0360499999999999</c:v>
                </c:pt>
                <c:pt idx="8305">
                  <c:v>2.0363600000000002</c:v>
                </c:pt>
                <c:pt idx="8306">
                  <c:v>2.0366599999999999</c:v>
                </c:pt>
                <c:pt idx="8307">
                  <c:v>2.0369700000000002</c:v>
                </c:pt>
                <c:pt idx="8308">
                  <c:v>2.0372699999999999</c:v>
                </c:pt>
                <c:pt idx="8309">
                  <c:v>2.0375800000000002</c:v>
                </c:pt>
                <c:pt idx="8310">
                  <c:v>2.0378799999999999</c:v>
                </c:pt>
                <c:pt idx="8311">
                  <c:v>2.0381900000000002</c:v>
                </c:pt>
                <c:pt idx="8312">
                  <c:v>2.0384899999999999</c:v>
                </c:pt>
                <c:pt idx="8313">
                  <c:v>2.0388000000000002</c:v>
                </c:pt>
                <c:pt idx="8314">
                  <c:v>2.03911</c:v>
                </c:pt>
                <c:pt idx="8315">
                  <c:v>2.0394100000000002</c:v>
                </c:pt>
                <c:pt idx="8316">
                  <c:v>2.03972</c:v>
                </c:pt>
                <c:pt idx="8317">
                  <c:v>2.0400200000000002</c:v>
                </c:pt>
                <c:pt idx="8318">
                  <c:v>2.04033</c:v>
                </c:pt>
                <c:pt idx="8319">
                  <c:v>2.0406300000000002</c:v>
                </c:pt>
                <c:pt idx="8320">
                  <c:v>2.04094</c:v>
                </c:pt>
                <c:pt idx="8321">
                  <c:v>2.0412400000000002</c:v>
                </c:pt>
                <c:pt idx="8322">
                  <c:v>2.04155</c:v>
                </c:pt>
                <c:pt idx="8323">
                  <c:v>2.0418500000000002</c:v>
                </c:pt>
                <c:pt idx="8324">
                  <c:v>2.04216</c:v>
                </c:pt>
                <c:pt idx="8325">
                  <c:v>2.0424600000000002</c:v>
                </c:pt>
                <c:pt idx="8326">
                  <c:v>2.04277</c:v>
                </c:pt>
                <c:pt idx="8327">
                  <c:v>2.0430799999999998</c:v>
                </c:pt>
                <c:pt idx="8328">
                  <c:v>2.04338</c:v>
                </c:pt>
                <c:pt idx="8329">
                  <c:v>2.0436899999999998</c:v>
                </c:pt>
                <c:pt idx="8330">
                  <c:v>2.04399</c:v>
                </c:pt>
                <c:pt idx="8331">
                  <c:v>2.0442999999999998</c:v>
                </c:pt>
                <c:pt idx="8332">
                  <c:v>2.0446</c:v>
                </c:pt>
                <c:pt idx="8333">
                  <c:v>2.0449099999999998</c:v>
                </c:pt>
                <c:pt idx="8334">
                  <c:v>2.04521</c:v>
                </c:pt>
                <c:pt idx="8335">
                  <c:v>2.0455199999999998</c:v>
                </c:pt>
                <c:pt idx="8336">
                  <c:v>2.04582</c:v>
                </c:pt>
                <c:pt idx="8337">
                  <c:v>2.0461299999999998</c:v>
                </c:pt>
                <c:pt idx="8338">
                  <c:v>2.04643</c:v>
                </c:pt>
                <c:pt idx="8339">
                  <c:v>2.0467399999999998</c:v>
                </c:pt>
                <c:pt idx="8340">
                  <c:v>2.04705</c:v>
                </c:pt>
                <c:pt idx="8341">
                  <c:v>2.0473499999999998</c:v>
                </c:pt>
                <c:pt idx="8342">
                  <c:v>2.04766</c:v>
                </c:pt>
                <c:pt idx="8343">
                  <c:v>2.0479599999999998</c:v>
                </c:pt>
                <c:pt idx="8344">
                  <c:v>2.04827</c:v>
                </c:pt>
                <c:pt idx="8345">
                  <c:v>2.0485699999999998</c:v>
                </c:pt>
                <c:pt idx="8346">
                  <c:v>2.04888</c:v>
                </c:pt>
                <c:pt idx="8347">
                  <c:v>2.0491799999999998</c:v>
                </c:pt>
                <c:pt idx="8348">
                  <c:v>2.04949</c:v>
                </c:pt>
                <c:pt idx="8349">
                  <c:v>2.0497899999999998</c:v>
                </c:pt>
                <c:pt idx="8350">
                  <c:v>2.0501</c:v>
                </c:pt>
                <c:pt idx="8351">
                  <c:v>2.0504099999999998</c:v>
                </c:pt>
                <c:pt idx="8352">
                  <c:v>2.05071</c:v>
                </c:pt>
                <c:pt idx="8353">
                  <c:v>2.0510199999999998</c:v>
                </c:pt>
                <c:pt idx="8354">
                  <c:v>2.05132</c:v>
                </c:pt>
                <c:pt idx="8355">
                  <c:v>2.0516299999999998</c:v>
                </c:pt>
                <c:pt idx="8356">
                  <c:v>2.05193</c:v>
                </c:pt>
                <c:pt idx="8357">
                  <c:v>2.0522399999999998</c:v>
                </c:pt>
                <c:pt idx="8358">
                  <c:v>2.05254</c:v>
                </c:pt>
                <c:pt idx="8359">
                  <c:v>2.0528499999999998</c:v>
                </c:pt>
                <c:pt idx="8360">
                  <c:v>2.05315</c:v>
                </c:pt>
                <c:pt idx="8361">
                  <c:v>2.0534599999999998</c:v>
                </c:pt>
                <c:pt idx="8362">
                  <c:v>2.05376</c:v>
                </c:pt>
                <c:pt idx="8363">
                  <c:v>2.0540699999999998</c:v>
                </c:pt>
                <c:pt idx="8364">
                  <c:v>2.0543800000000001</c:v>
                </c:pt>
                <c:pt idx="8365">
                  <c:v>2.0546799999999998</c:v>
                </c:pt>
                <c:pt idx="8366">
                  <c:v>2.0549900000000001</c:v>
                </c:pt>
                <c:pt idx="8367">
                  <c:v>2.0552899999999998</c:v>
                </c:pt>
                <c:pt idx="8368">
                  <c:v>2.0556000000000001</c:v>
                </c:pt>
                <c:pt idx="8369">
                  <c:v>2.0558999999999998</c:v>
                </c:pt>
                <c:pt idx="8370">
                  <c:v>2.0562100000000001</c:v>
                </c:pt>
                <c:pt idx="8371">
                  <c:v>2.0565099999999998</c:v>
                </c:pt>
                <c:pt idx="8372">
                  <c:v>2.0568200000000001</c:v>
                </c:pt>
                <c:pt idx="8373">
                  <c:v>2.0571199999999998</c:v>
                </c:pt>
                <c:pt idx="8374">
                  <c:v>2.0574300000000001</c:v>
                </c:pt>
                <c:pt idx="8375">
                  <c:v>2.0577299999999998</c:v>
                </c:pt>
                <c:pt idx="8376">
                  <c:v>2.0580400000000001</c:v>
                </c:pt>
                <c:pt idx="8377">
                  <c:v>2.0583499999999999</c:v>
                </c:pt>
                <c:pt idx="8378">
                  <c:v>2.0586500000000001</c:v>
                </c:pt>
                <c:pt idx="8379">
                  <c:v>2.0589599999999999</c:v>
                </c:pt>
                <c:pt idx="8380">
                  <c:v>2.0592600000000001</c:v>
                </c:pt>
                <c:pt idx="8381">
                  <c:v>2.0595699999999999</c:v>
                </c:pt>
                <c:pt idx="8382">
                  <c:v>2.0598700000000001</c:v>
                </c:pt>
                <c:pt idx="8383">
                  <c:v>2.0601799999999999</c:v>
                </c:pt>
                <c:pt idx="8384">
                  <c:v>2.0604800000000001</c:v>
                </c:pt>
                <c:pt idx="8385">
                  <c:v>2.0607899999999999</c:v>
                </c:pt>
                <c:pt idx="8386">
                  <c:v>2.0610900000000001</c:v>
                </c:pt>
                <c:pt idx="8387">
                  <c:v>2.0613999999999999</c:v>
                </c:pt>
                <c:pt idx="8388">
                  <c:v>2.0617000000000001</c:v>
                </c:pt>
                <c:pt idx="8389">
                  <c:v>2.0620099999999999</c:v>
                </c:pt>
                <c:pt idx="8390">
                  <c:v>2.0623200000000002</c:v>
                </c:pt>
                <c:pt idx="8391">
                  <c:v>2.0626199999999999</c:v>
                </c:pt>
                <c:pt idx="8392">
                  <c:v>2.0629300000000002</c:v>
                </c:pt>
                <c:pt idx="8393">
                  <c:v>2.0632299999999999</c:v>
                </c:pt>
                <c:pt idx="8394">
                  <c:v>2.0635400000000002</c:v>
                </c:pt>
                <c:pt idx="8395">
                  <c:v>2.0638399999999999</c:v>
                </c:pt>
                <c:pt idx="8396">
                  <c:v>2.0641500000000002</c:v>
                </c:pt>
                <c:pt idx="8397">
                  <c:v>2.0644499999999999</c:v>
                </c:pt>
                <c:pt idx="8398">
                  <c:v>2.0647600000000002</c:v>
                </c:pt>
                <c:pt idx="8399">
                  <c:v>2.0650599999999999</c:v>
                </c:pt>
                <c:pt idx="8400">
                  <c:v>2.0653700000000002</c:v>
                </c:pt>
                <c:pt idx="8401">
                  <c:v>2.0656699999999999</c:v>
                </c:pt>
                <c:pt idx="8402">
                  <c:v>2.0659800000000001</c:v>
                </c:pt>
                <c:pt idx="8403">
                  <c:v>2.06629</c:v>
                </c:pt>
                <c:pt idx="8404">
                  <c:v>2.0665900000000001</c:v>
                </c:pt>
                <c:pt idx="8405">
                  <c:v>2.0669</c:v>
                </c:pt>
                <c:pt idx="8406">
                  <c:v>2.0672000000000001</c:v>
                </c:pt>
                <c:pt idx="8407">
                  <c:v>2.06751</c:v>
                </c:pt>
                <c:pt idx="8408">
                  <c:v>2.0678100000000001</c:v>
                </c:pt>
                <c:pt idx="8409">
                  <c:v>2.06812</c:v>
                </c:pt>
                <c:pt idx="8410">
                  <c:v>2.0684200000000001</c:v>
                </c:pt>
                <c:pt idx="8411">
                  <c:v>2.06873</c:v>
                </c:pt>
                <c:pt idx="8412">
                  <c:v>2.0690300000000001</c:v>
                </c:pt>
                <c:pt idx="8413">
                  <c:v>2.06934</c:v>
                </c:pt>
                <c:pt idx="8414">
                  <c:v>2.0696500000000002</c:v>
                </c:pt>
                <c:pt idx="8415">
                  <c:v>2.06995</c:v>
                </c:pt>
                <c:pt idx="8416">
                  <c:v>2.0702600000000002</c:v>
                </c:pt>
                <c:pt idx="8417">
                  <c:v>2.07056</c:v>
                </c:pt>
                <c:pt idx="8418">
                  <c:v>2.0708700000000002</c:v>
                </c:pt>
                <c:pt idx="8419">
                  <c:v>2.07117</c:v>
                </c:pt>
                <c:pt idx="8420">
                  <c:v>2.0714800000000002</c:v>
                </c:pt>
                <c:pt idx="8421">
                  <c:v>2.07178</c:v>
                </c:pt>
                <c:pt idx="8422">
                  <c:v>2.0720900000000002</c:v>
                </c:pt>
                <c:pt idx="8423">
                  <c:v>2.07239</c:v>
                </c:pt>
                <c:pt idx="8424">
                  <c:v>2.0727000000000002</c:v>
                </c:pt>
                <c:pt idx="8425">
                  <c:v>2.073</c:v>
                </c:pt>
                <c:pt idx="8426">
                  <c:v>2.0733100000000002</c:v>
                </c:pt>
                <c:pt idx="8427">
                  <c:v>2.07362</c:v>
                </c:pt>
                <c:pt idx="8428">
                  <c:v>2.0739200000000002</c:v>
                </c:pt>
                <c:pt idx="8429">
                  <c:v>2.07423</c:v>
                </c:pt>
                <c:pt idx="8430">
                  <c:v>2.0745300000000002</c:v>
                </c:pt>
                <c:pt idx="8431">
                  <c:v>2.07484</c:v>
                </c:pt>
                <c:pt idx="8432">
                  <c:v>2.0751400000000002</c:v>
                </c:pt>
                <c:pt idx="8433">
                  <c:v>2.07545</c:v>
                </c:pt>
                <c:pt idx="8434">
                  <c:v>2.0757500000000002</c:v>
                </c:pt>
                <c:pt idx="8435">
                  <c:v>2.07606</c:v>
                </c:pt>
                <c:pt idx="8436">
                  <c:v>2.0763600000000002</c:v>
                </c:pt>
                <c:pt idx="8437">
                  <c:v>2.07667</c:v>
                </c:pt>
                <c:pt idx="8438">
                  <c:v>2.0769700000000002</c:v>
                </c:pt>
                <c:pt idx="8439">
                  <c:v>2.07728</c:v>
                </c:pt>
                <c:pt idx="8440">
                  <c:v>2.0775899999999998</c:v>
                </c:pt>
                <c:pt idx="8441">
                  <c:v>2.07789</c:v>
                </c:pt>
                <c:pt idx="8442">
                  <c:v>2.0781999999999998</c:v>
                </c:pt>
                <c:pt idx="8443">
                  <c:v>2.0785</c:v>
                </c:pt>
                <c:pt idx="8444">
                  <c:v>2.0788099999999998</c:v>
                </c:pt>
                <c:pt idx="8445">
                  <c:v>2.07911</c:v>
                </c:pt>
                <c:pt idx="8446">
                  <c:v>2.0794199999999998</c:v>
                </c:pt>
                <c:pt idx="8447">
                  <c:v>2.07972</c:v>
                </c:pt>
                <c:pt idx="8448">
                  <c:v>2.0800299999999998</c:v>
                </c:pt>
                <c:pt idx="8449">
                  <c:v>2.08033</c:v>
                </c:pt>
                <c:pt idx="8450">
                  <c:v>2.0806399999999998</c:v>
                </c:pt>
                <c:pt idx="8451">
                  <c:v>2.08094</c:v>
                </c:pt>
                <c:pt idx="8452">
                  <c:v>2.0812499999999998</c:v>
                </c:pt>
                <c:pt idx="8453">
                  <c:v>2.0815600000000001</c:v>
                </c:pt>
                <c:pt idx="8454">
                  <c:v>2.0818599999999998</c:v>
                </c:pt>
                <c:pt idx="8455">
                  <c:v>2.0821700000000001</c:v>
                </c:pt>
                <c:pt idx="8456">
                  <c:v>2.0824699999999998</c:v>
                </c:pt>
                <c:pt idx="8457">
                  <c:v>2.0827800000000001</c:v>
                </c:pt>
                <c:pt idx="8458">
                  <c:v>2.0830799999999998</c:v>
                </c:pt>
                <c:pt idx="8459">
                  <c:v>2.0833900000000001</c:v>
                </c:pt>
                <c:pt idx="8460">
                  <c:v>2.0836899999999998</c:v>
                </c:pt>
                <c:pt idx="8461">
                  <c:v>2.0840000000000001</c:v>
                </c:pt>
                <c:pt idx="8462">
                  <c:v>2.0842999999999998</c:v>
                </c:pt>
                <c:pt idx="8463">
                  <c:v>2.0846100000000001</c:v>
                </c:pt>
                <c:pt idx="8464">
                  <c:v>2.0849099999999998</c:v>
                </c:pt>
                <c:pt idx="8465">
                  <c:v>2.0852200000000001</c:v>
                </c:pt>
                <c:pt idx="8466">
                  <c:v>2.0855299999999999</c:v>
                </c:pt>
                <c:pt idx="8467">
                  <c:v>2.0858300000000001</c:v>
                </c:pt>
                <c:pt idx="8468">
                  <c:v>2.0861399999999999</c:v>
                </c:pt>
                <c:pt idx="8469">
                  <c:v>2.0864400000000001</c:v>
                </c:pt>
                <c:pt idx="8470">
                  <c:v>2.0867499999999999</c:v>
                </c:pt>
                <c:pt idx="8471">
                  <c:v>2.0870500000000001</c:v>
                </c:pt>
                <c:pt idx="8472">
                  <c:v>2.0873599999999999</c:v>
                </c:pt>
                <c:pt idx="8473">
                  <c:v>2.0876600000000001</c:v>
                </c:pt>
                <c:pt idx="8474">
                  <c:v>2.0879699999999999</c:v>
                </c:pt>
                <c:pt idx="8475">
                  <c:v>2.0882700000000001</c:v>
                </c:pt>
                <c:pt idx="8476">
                  <c:v>2.0885799999999999</c:v>
                </c:pt>
                <c:pt idx="8477">
                  <c:v>2.0888900000000001</c:v>
                </c:pt>
                <c:pt idx="8478">
                  <c:v>2.0891899999999999</c:v>
                </c:pt>
                <c:pt idx="8479">
                  <c:v>2.0895000000000001</c:v>
                </c:pt>
                <c:pt idx="8480">
                  <c:v>2.0897999999999999</c:v>
                </c:pt>
                <c:pt idx="8481">
                  <c:v>2.0901100000000001</c:v>
                </c:pt>
                <c:pt idx="8482">
                  <c:v>2.0904099999999999</c:v>
                </c:pt>
                <c:pt idx="8483">
                  <c:v>2.0907200000000001</c:v>
                </c:pt>
                <c:pt idx="8484">
                  <c:v>2.0910199999999999</c:v>
                </c:pt>
                <c:pt idx="8485">
                  <c:v>2.0913300000000001</c:v>
                </c:pt>
                <c:pt idx="8486">
                  <c:v>2.0916299999999999</c:v>
                </c:pt>
                <c:pt idx="8487">
                  <c:v>2.0919400000000001</c:v>
                </c:pt>
                <c:pt idx="8488">
                  <c:v>2.0922399999999999</c:v>
                </c:pt>
                <c:pt idx="8489">
                  <c:v>2.0925500000000001</c:v>
                </c:pt>
                <c:pt idx="8490">
                  <c:v>2.0928599999999999</c:v>
                </c:pt>
                <c:pt idx="8491">
                  <c:v>2.0931600000000001</c:v>
                </c:pt>
                <c:pt idx="8492">
                  <c:v>2.0934699999999999</c:v>
                </c:pt>
                <c:pt idx="8493">
                  <c:v>2.0937700000000001</c:v>
                </c:pt>
                <c:pt idx="8494">
                  <c:v>2.0940799999999999</c:v>
                </c:pt>
                <c:pt idx="8495">
                  <c:v>2.0943800000000001</c:v>
                </c:pt>
                <c:pt idx="8496">
                  <c:v>2.0946899999999999</c:v>
                </c:pt>
                <c:pt idx="8497">
                  <c:v>2.0949900000000001</c:v>
                </c:pt>
                <c:pt idx="8498">
                  <c:v>2.0952999999999999</c:v>
                </c:pt>
                <c:pt idx="8499">
                  <c:v>2.0956000000000001</c:v>
                </c:pt>
                <c:pt idx="8500">
                  <c:v>2.0959099999999999</c:v>
                </c:pt>
                <c:pt idx="8501">
                  <c:v>2.0962100000000001</c:v>
                </c:pt>
                <c:pt idx="8502">
                  <c:v>2.0965199999999999</c:v>
                </c:pt>
                <c:pt idx="8503">
                  <c:v>2.0968300000000002</c:v>
                </c:pt>
                <c:pt idx="8504">
                  <c:v>2.0971299999999999</c:v>
                </c:pt>
                <c:pt idx="8505">
                  <c:v>2.0974400000000002</c:v>
                </c:pt>
                <c:pt idx="8506">
                  <c:v>2.0977399999999999</c:v>
                </c:pt>
                <c:pt idx="8507">
                  <c:v>2.0980500000000002</c:v>
                </c:pt>
                <c:pt idx="8508">
                  <c:v>2.0983499999999999</c:v>
                </c:pt>
                <c:pt idx="8509">
                  <c:v>2.0986600000000002</c:v>
                </c:pt>
                <c:pt idx="8510">
                  <c:v>2.0989599999999999</c:v>
                </c:pt>
                <c:pt idx="8511">
                  <c:v>2.0992700000000002</c:v>
                </c:pt>
                <c:pt idx="8512">
                  <c:v>2.0995699999999999</c:v>
                </c:pt>
                <c:pt idx="8513">
                  <c:v>2.0998800000000002</c:v>
                </c:pt>
                <c:pt idx="8514">
                  <c:v>2.1001799999999999</c:v>
                </c:pt>
                <c:pt idx="8515">
                  <c:v>2.1004900000000002</c:v>
                </c:pt>
                <c:pt idx="8516">
                  <c:v>2.1008</c:v>
                </c:pt>
                <c:pt idx="8517">
                  <c:v>2.1011000000000002</c:v>
                </c:pt>
                <c:pt idx="8518">
                  <c:v>2.10141</c:v>
                </c:pt>
                <c:pt idx="8519">
                  <c:v>2.1017100000000002</c:v>
                </c:pt>
                <c:pt idx="8520">
                  <c:v>2.10202</c:v>
                </c:pt>
                <c:pt idx="8521">
                  <c:v>2.1023200000000002</c:v>
                </c:pt>
                <c:pt idx="8522">
                  <c:v>2.10263</c:v>
                </c:pt>
                <c:pt idx="8523">
                  <c:v>2.1029300000000002</c:v>
                </c:pt>
                <c:pt idx="8524">
                  <c:v>2.10324</c:v>
                </c:pt>
                <c:pt idx="8525">
                  <c:v>2.1035400000000002</c:v>
                </c:pt>
                <c:pt idx="8526">
                  <c:v>2.10385</c:v>
                </c:pt>
                <c:pt idx="8527">
                  <c:v>2.1041599999999998</c:v>
                </c:pt>
                <c:pt idx="8528">
                  <c:v>2.10446</c:v>
                </c:pt>
                <c:pt idx="8529">
                  <c:v>2.1047699999999998</c:v>
                </c:pt>
                <c:pt idx="8530">
                  <c:v>2.10507</c:v>
                </c:pt>
                <c:pt idx="8531">
                  <c:v>2.1053799999999998</c:v>
                </c:pt>
                <c:pt idx="8532">
                  <c:v>2.10568</c:v>
                </c:pt>
                <c:pt idx="8533">
                  <c:v>2.1059899999999998</c:v>
                </c:pt>
                <c:pt idx="8534">
                  <c:v>2.10629</c:v>
                </c:pt>
                <c:pt idx="8535">
                  <c:v>2.1065999999999998</c:v>
                </c:pt>
                <c:pt idx="8536">
                  <c:v>2.1069</c:v>
                </c:pt>
                <c:pt idx="8537">
                  <c:v>2.1072099999999998</c:v>
                </c:pt>
                <c:pt idx="8538">
                  <c:v>2.10751</c:v>
                </c:pt>
                <c:pt idx="8539">
                  <c:v>2.1078199999999998</c:v>
                </c:pt>
                <c:pt idx="8540">
                  <c:v>2.1081300000000001</c:v>
                </c:pt>
                <c:pt idx="8541">
                  <c:v>2.1084299999999998</c:v>
                </c:pt>
                <c:pt idx="8542">
                  <c:v>2.1087400000000001</c:v>
                </c:pt>
                <c:pt idx="8543">
                  <c:v>2.1090399999999998</c:v>
                </c:pt>
                <c:pt idx="8544">
                  <c:v>2.1093500000000001</c:v>
                </c:pt>
                <c:pt idx="8545">
                  <c:v>2.1096499999999998</c:v>
                </c:pt>
                <c:pt idx="8546">
                  <c:v>2.1099600000000001</c:v>
                </c:pt>
                <c:pt idx="8547">
                  <c:v>2.1102599999999998</c:v>
                </c:pt>
                <c:pt idx="8548">
                  <c:v>2.1105700000000001</c:v>
                </c:pt>
                <c:pt idx="8549">
                  <c:v>2.1108699999999998</c:v>
                </c:pt>
                <c:pt idx="8550">
                  <c:v>2.1111800000000001</c:v>
                </c:pt>
                <c:pt idx="8551">
                  <c:v>2.1114799999999998</c:v>
                </c:pt>
                <c:pt idx="8552">
                  <c:v>2.1117900000000001</c:v>
                </c:pt>
                <c:pt idx="8553">
                  <c:v>2.1120999999999999</c:v>
                </c:pt>
                <c:pt idx="8554">
                  <c:v>2.1124000000000001</c:v>
                </c:pt>
                <c:pt idx="8555">
                  <c:v>2.1127099999999999</c:v>
                </c:pt>
                <c:pt idx="8556">
                  <c:v>2.1130100000000001</c:v>
                </c:pt>
                <c:pt idx="8557">
                  <c:v>2.1133199999999999</c:v>
                </c:pt>
                <c:pt idx="8558">
                  <c:v>2.1136200000000001</c:v>
                </c:pt>
                <c:pt idx="8559">
                  <c:v>2.1139299999999999</c:v>
                </c:pt>
                <c:pt idx="8560">
                  <c:v>2.1142300000000001</c:v>
                </c:pt>
                <c:pt idx="8561">
                  <c:v>2.1145399999999999</c:v>
                </c:pt>
                <c:pt idx="8562">
                  <c:v>2.1148400000000001</c:v>
                </c:pt>
                <c:pt idx="8563">
                  <c:v>2.1151499999999999</c:v>
                </c:pt>
                <c:pt idx="8564">
                  <c:v>2.1154500000000001</c:v>
                </c:pt>
                <c:pt idx="8565">
                  <c:v>2.1157599999999999</c:v>
                </c:pt>
                <c:pt idx="8566">
                  <c:v>2.1160700000000001</c:v>
                </c:pt>
                <c:pt idx="8567">
                  <c:v>2.1163699999999999</c:v>
                </c:pt>
                <c:pt idx="8568">
                  <c:v>2.1166800000000001</c:v>
                </c:pt>
                <c:pt idx="8569">
                  <c:v>2.1169799999999999</c:v>
                </c:pt>
                <c:pt idx="8570">
                  <c:v>2.1172900000000001</c:v>
                </c:pt>
                <c:pt idx="8571">
                  <c:v>2.1175899999999999</c:v>
                </c:pt>
                <c:pt idx="8572">
                  <c:v>2.1179000000000001</c:v>
                </c:pt>
                <c:pt idx="8573">
                  <c:v>2.1181999999999999</c:v>
                </c:pt>
                <c:pt idx="8574">
                  <c:v>2.1185100000000001</c:v>
                </c:pt>
                <c:pt idx="8575">
                  <c:v>2.1188099999999999</c:v>
                </c:pt>
                <c:pt idx="8576">
                  <c:v>2.1191200000000001</c:v>
                </c:pt>
                <c:pt idx="8577">
                  <c:v>2.1194199999999999</c:v>
                </c:pt>
                <c:pt idx="8578">
                  <c:v>2.1197300000000001</c:v>
                </c:pt>
                <c:pt idx="8579">
                  <c:v>2.1200399999999999</c:v>
                </c:pt>
                <c:pt idx="8580">
                  <c:v>2.1203400000000001</c:v>
                </c:pt>
                <c:pt idx="8581">
                  <c:v>2.1206499999999999</c:v>
                </c:pt>
                <c:pt idx="8582">
                  <c:v>2.1209500000000001</c:v>
                </c:pt>
                <c:pt idx="8583">
                  <c:v>2.1212599999999999</c:v>
                </c:pt>
                <c:pt idx="8584">
                  <c:v>2.1215600000000001</c:v>
                </c:pt>
                <c:pt idx="8585">
                  <c:v>2.1218699999999999</c:v>
                </c:pt>
                <c:pt idx="8586">
                  <c:v>2.1221700000000001</c:v>
                </c:pt>
                <c:pt idx="8587">
                  <c:v>2.1224799999999999</c:v>
                </c:pt>
                <c:pt idx="8588">
                  <c:v>2.1227800000000001</c:v>
                </c:pt>
                <c:pt idx="8589">
                  <c:v>2.1230899999999999</c:v>
                </c:pt>
                <c:pt idx="8590">
                  <c:v>2.1234000000000002</c:v>
                </c:pt>
                <c:pt idx="8591">
                  <c:v>2.1236999999999999</c:v>
                </c:pt>
                <c:pt idx="8592">
                  <c:v>2.1240100000000002</c:v>
                </c:pt>
                <c:pt idx="8593">
                  <c:v>2.1243099999999999</c:v>
                </c:pt>
                <c:pt idx="8594">
                  <c:v>2.1246200000000002</c:v>
                </c:pt>
                <c:pt idx="8595">
                  <c:v>2.1249199999999999</c:v>
                </c:pt>
                <c:pt idx="8596">
                  <c:v>2.1252300000000002</c:v>
                </c:pt>
                <c:pt idx="8597">
                  <c:v>2.1255299999999999</c:v>
                </c:pt>
                <c:pt idx="8598">
                  <c:v>2.1258400000000002</c:v>
                </c:pt>
                <c:pt idx="8599">
                  <c:v>2.1261399999999999</c:v>
                </c:pt>
                <c:pt idx="8600">
                  <c:v>2.1264500000000002</c:v>
                </c:pt>
                <c:pt idx="8601">
                  <c:v>2.1267499999999999</c:v>
                </c:pt>
                <c:pt idx="8602">
                  <c:v>2.1270600000000002</c:v>
                </c:pt>
                <c:pt idx="8603">
                  <c:v>2.12737</c:v>
                </c:pt>
                <c:pt idx="8604">
                  <c:v>2.1276700000000002</c:v>
                </c:pt>
                <c:pt idx="8605">
                  <c:v>2.12798</c:v>
                </c:pt>
                <c:pt idx="8606">
                  <c:v>2.1282800000000002</c:v>
                </c:pt>
                <c:pt idx="8607">
                  <c:v>2.12859</c:v>
                </c:pt>
                <c:pt idx="8608">
                  <c:v>2.1288900000000002</c:v>
                </c:pt>
                <c:pt idx="8609">
                  <c:v>2.1292</c:v>
                </c:pt>
                <c:pt idx="8610">
                  <c:v>2.1295000000000002</c:v>
                </c:pt>
                <c:pt idx="8611">
                  <c:v>2.12981</c:v>
                </c:pt>
                <c:pt idx="8612">
                  <c:v>2.1301100000000002</c:v>
                </c:pt>
                <c:pt idx="8613">
                  <c:v>2.13042</c:v>
                </c:pt>
                <c:pt idx="8614">
                  <c:v>2.1307200000000002</c:v>
                </c:pt>
                <c:pt idx="8615">
                  <c:v>2.13103</c:v>
                </c:pt>
                <c:pt idx="8616">
                  <c:v>2.1313399999999998</c:v>
                </c:pt>
                <c:pt idx="8617">
                  <c:v>2.13164</c:v>
                </c:pt>
                <c:pt idx="8618">
                  <c:v>2.1319499999999998</c:v>
                </c:pt>
                <c:pt idx="8619">
                  <c:v>2.13225</c:v>
                </c:pt>
                <c:pt idx="8620">
                  <c:v>2.1325599999999998</c:v>
                </c:pt>
                <c:pt idx="8621">
                  <c:v>2.13286</c:v>
                </c:pt>
                <c:pt idx="8622">
                  <c:v>2.1331699999999998</c:v>
                </c:pt>
                <c:pt idx="8623">
                  <c:v>2.13347</c:v>
                </c:pt>
                <c:pt idx="8624">
                  <c:v>2.1337799999999998</c:v>
                </c:pt>
                <c:pt idx="8625">
                  <c:v>2.13408</c:v>
                </c:pt>
                <c:pt idx="8626">
                  <c:v>2.1343899999999998</c:v>
                </c:pt>
                <c:pt idx="8627">
                  <c:v>2.13469</c:v>
                </c:pt>
                <c:pt idx="8628">
                  <c:v>2.1349999999999998</c:v>
                </c:pt>
                <c:pt idx="8629">
                  <c:v>2.13531</c:v>
                </c:pt>
                <c:pt idx="8630">
                  <c:v>2.1356099999999998</c:v>
                </c:pt>
                <c:pt idx="8631">
                  <c:v>2.13592</c:v>
                </c:pt>
                <c:pt idx="8632">
                  <c:v>2.1362199999999998</c:v>
                </c:pt>
                <c:pt idx="8633">
                  <c:v>2.13653</c:v>
                </c:pt>
                <c:pt idx="8634">
                  <c:v>2.1368299999999998</c:v>
                </c:pt>
                <c:pt idx="8635">
                  <c:v>2.13714</c:v>
                </c:pt>
                <c:pt idx="8636">
                  <c:v>2.1374399999999998</c:v>
                </c:pt>
                <c:pt idx="8637">
                  <c:v>2.13775</c:v>
                </c:pt>
                <c:pt idx="8638">
                  <c:v>2.1380499999999998</c:v>
                </c:pt>
                <c:pt idx="8639">
                  <c:v>2.13836</c:v>
                </c:pt>
                <c:pt idx="8640">
                  <c:v>2.1386599999999998</c:v>
                </c:pt>
                <c:pt idx="8641">
                  <c:v>2.13897</c:v>
                </c:pt>
                <c:pt idx="8642">
                  <c:v>2.1392799999999998</c:v>
                </c:pt>
                <c:pt idx="8643">
                  <c:v>2.13958</c:v>
                </c:pt>
                <c:pt idx="8644">
                  <c:v>2.1398899999999998</c:v>
                </c:pt>
                <c:pt idx="8645">
                  <c:v>2.14019</c:v>
                </c:pt>
                <c:pt idx="8646">
                  <c:v>2.1404999999999998</c:v>
                </c:pt>
                <c:pt idx="8647">
                  <c:v>2.1408</c:v>
                </c:pt>
                <c:pt idx="8648">
                  <c:v>2.1411099999999998</c:v>
                </c:pt>
                <c:pt idx="8649">
                  <c:v>2.14141</c:v>
                </c:pt>
                <c:pt idx="8650">
                  <c:v>2.1417199999999998</c:v>
                </c:pt>
                <c:pt idx="8651">
                  <c:v>2.14202</c:v>
                </c:pt>
                <c:pt idx="8652">
                  <c:v>2.1423299999999998</c:v>
                </c:pt>
                <c:pt idx="8653">
                  <c:v>2.1426400000000001</c:v>
                </c:pt>
                <c:pt idx="8654">
                  <c:v>2.1429399999999998</c:v>
                </c:pt>
                <c:pt idx="8655">
                  <c:v>2.1432500000000001</c:v>
                </c:pt>
                <c:pt idx="8656">
                  <c:v>2.1435499999999998</c:v>
                </c:pt>
                <c:pt idx="8657">
                  <c:v>2.1438600000000001</c:v>
                </c:pt>
                <c:pt idx="8658">
                  <c:v>2.1441599999999998</c:v>
                </c:pt>
                <c:pt idx="8659">
                  <c:v>2.1444700000000001</c:v>
                </c:pt>
                <c:pt idx="8660">
                  <c:v>2.1447699999999998</c:v>
                </c:pt>
                <c:pt idx="8661">
                  <c:v>2.1450800000000001</c:v>
                </c:pt>
                <c:pt idx="8662">
                  <c:v>2.1453799999999998</c:v>
                </c:pt>
                <c:pt idx="8663">
                  <c:v>2.1456900000000001</c:v>
                </c:pt>
                <c:pt idx="8664">
                  <c:v>2.1459899999999998</c:v>
                </c:pt>
                <c:pt idx="8665">
                  <c:v>2.1463000000000001</c:v>
                </c:pt>
                <c:pt idx="8666">
                  <c:v>2.1466099999999999</c:v>
                </c:pt>
                <c:pt idx="8667">
                  <c:v>2.1469100000000001</c:v>
                </c:pt>
                <c:pt idx="8668">
                  <c:v>2.1472199999999999</c:v>
                </c:pt>
                <c:pt idx="8669">
                  <c:v>2.1475200000000001</c:v>
                </c:pt>
                <c:pt idx="8670">
                  <c:v>2.1478299999999999</c:v>
                </c:pt>
                <c:pt idx="8671">
                  <c:v>2.1481300000000001</c:v>
                </c:pt>
                <c:pt idx="8672">
                  <c:v>2.1484399999999999</c:v>
                </c:pt>
                <c:pt idx="8673">
                  <c:v>2.1487400000000001</c:v>
                </c:pt>
                <c:pt idx="8674">
                  <c:v>2.1490499999999999</c:v>
                </c:pt>
                <c:pt idx="8675">
                  <c:v>2.1493500000000001</c:v>
                </c:pt>
                <c:pt idx="8676">
                  <c:v>2.1496599999999999</c:v>
                </c:pt>
                <c:pt idx="8677">
                  <c:v>2.1499600000000001</c:v>
                </c:pt>
                <c:pt idx="8678">
                  <c:v>2.1502699999999999</c:v>
                </c:pt>
                <c:pt idx="8679">
                  <c:v>2.1505800000000002</c:v>
                </c:pt>
                <c:pt idx="8680">
                  <c:v>2.1508799999999999</c:v>
                </c:pt>
                <c:pt idx="8681">
                  <c:v>2.1511900000000002</c:v>
                </c:pt>
                <c:pt idx="8682">
                  <c:v>2.1514899999999999</c:v>
                </c:pt>
                <c:pt idx="8683">
                  <c:v>2.1518000000000002</c:v>
                </c:pt>
                <c:pt idx="8684">
                  <c:v>2.1520999999999999</c:v>
                </c:pt>
                <c:pt idx="8685">
                  <c:v>2.1524100000000002</c:v>
                </c:pt>
                <c:pt idx="8686">
                  <c:v>2.1527099999999999</c:v>
                </c:pt>
                <c:pt idx="8687">
                  <c:v>2.1530200000000002</c:v>
                </c:pt>
                <c:pt idx="8688">
                  <c:v>2.1533199999999999</c:v>
                </c:pt>
                <c:pt idx="8689">
                  <c:v>2.1536300000000002</c:v>
                </c:pt>
                <c:pt idx="8690">
                  <c:v>2.1539299999999999</c:v>
                </c:pt>
                <c:pt idx="8691">
                  <c:v>2.1542400000000002</c:v>
                </c:pt>
                <c:pt idx="8692">
                  <c:v>2.15455</c:v>
                </c:pt>
                <c:pt idx="8693">
                  <c:v>2.1548500000000002</c:v>
                </c:pt>
                <c:pt idx="8694">
                  <c:v>2.15516</c:v>
                </c:pt>
                <c:pt idx="8695">
                  <c:v>2.1554600000000002</c:v>
                </c:pt>
                <c:pt idx="8696">
                  <c:v>2.15577</c:v>
                </c:pt>
                <c:pt idx="8697">
                  <c:v>2.1560700000000002</c:v>
                </c:pt>
                <c:pt idx="8698">
                  <c:v>2.15638</c:v>
                </c:pt>
                <c:pt idx="8699">
                  <c:v>2.1566800000000002</c:v>
                </c:pt>
                <c:pt idx="8700">
                  <c:v>2.15699</c:v>
                </c:pt>
                <c:pt idx="8701">
                  <c:v>2.1572900000000002</c:v>
                </c:pt>
                <c:pt idx="8702">
                  <c:v>2.1576</c:v>
                </c:pt>
                <c:pt idx="8703">
                  <c:v>2.1579100000000002</c:v>
                </c:pt>
                <c:pt idx="8704">
                  <c:v>2.15821</c:v>
                </c:pt>
                <c:pt idx="8705">
                  <c:v>2.1585200000000002</c:v>
                </c:pt>
                <c:pt idx="8706">
                  <c:v>2.15882</c:v>
                </c:pt>
                <c:pt idx="8707">
                  <c:v>2.1591300000000002</c:v>
                </c:pt>
                <c:pt idx="8708">
                  <c:v>2.15943</c:v>
                </c:pt>
                <c:pt idx="8709">
                  <c:v>2.1597400000000002</c:v>
                </c:pt>
                <c:pt idx="8710">
                  <c:v>2.16004</c:v>
                </c:pt>
                <c:pt idx="8711">
                  <c:v>2.1603500000000002</c:v>
                </c:pt>
                <c:pt idx="8712">
                  <c:v>2.16065</c:v>
                </c:pt>
                <c:pt idx="8713">
                  <c:v>2.1609600000000002</c:v>
                </c:pt>
                <c:pt idx="8714">
                  <c:v>2.16126</c:v>
                </c:pt>
                <c:pt idx="8715">
                  <c:v>2.1615700000000002</c:v>
                </c:pt>
                <c:pt idx="8716">
                  <c:v>2.16188</c:v>
                </c:pt>
                <c:pt idx="8717">
                  <c:v>2.1621800000000002</c:v>
                </c:pt>
                <c:pt idx="8718">
                  <c:v>2.16249</c:v>
                </c:pt>
                <c:pt idx="8719">
                  <c:v>2.1627900000000002</c:v>
                </c:pt>
                <c:pt idx="8720">
                  <c:v>2.1631</c:v>
                </c:pt>
                <c:pt idx="8721">
                  <c:v>2.1634000000000002</c:v>
                </c:pt>
                <c:pt idx="8722">
                  <c:v>2.16371</c:v>
                </c:pt>
                <c:pt idx="8723">
                  <c:v>2.1640100000000002</c:v>
                </c:pt>
                <c:pt idx="8724">
                  <c:v>2.16432</c:v>
                </c:pt>
                <c:pt idx="8725">
                  <c:v>2.1646200000000002</c:v>
                </c:pt>
                <c:pt idx="8726">
                  <c:v>2.16493</c:v>
                </c:pt>
                <c:pt idx="8727">
                  <c:v>2.1652300000000002</c:v>
                </c:pt>
                <c:pt idx="8728">
                  <c:v>2.16554</c:v>
                </c:pt>
                <c:pt idx="8729">
                  <c:v>2.1658499999999998</c:v>
                </c:pt>
                <c:pt idx="8730">
                  <c:v>2.16615</c:v>
                </c:pt>
                <c:pt idx="8731">
                  <c:v>2.1664599999999998</c:v>
                </c:pt>
                <c:pt idx="8732">
                  <c:v>2.16676</c:v>
                </c:pt>
                <c:pt idx="8733">
                  <c:v>2.1670699999999998</c:v>
                </c:pt>
                <c:pt idx="8734">
                  <c:v>2.16737</c:v>
                </c:pt>
                <c:pt idx="8735">
                  <c:v>2.1676799999999998</c:v>
                </c:pt>
                <c:pt idx="8736">
                  <c:v>2.16798</c:v>
                </c:pt>
                <c:pt idx="8737">
                  <c:v>2.1682899999999998</c:v>
                </c:pt>
                <c:pt idx="8738">
                  <c:v>2.16859</c:v>
                </c:pt>
                <c:pt idx="8739">
                  <c:v>2.1688999999999998</c:v>
                </c:pt>
                <c:pt idx="8740">
                  <c:v>2.1692</c:v>
                </c:pt>
                <c:pt idx="8741">
                  <c:v>2.1695099999999998</c:v>
                </c:pt>
                <c:pt idx="8742">
                  <c:v>2.1698200000000001</c:v>
                </c:pt>
                <c:pt idx="8743">
                  <c:v>2.1701199999999998</c:v>
                </c:pt>
                <c:pt idx="8744">
                  <c:v>2.1704300000000001</c:v>
                </c:pt>
                <c:pt idx="8745">
                  <c:v>2.1707299999999998</c:v>
                </c:pt>
                <c:pt idx="8746">
                  <c:v>2.1710400000000001</c:v>
                </c:pt>
                <c:pt idx="8747">
                  <c:v>2.1713399999999998</c:v>
                </c:pt>
                <c:pt idx="8748">
                  <c:v>2.1716500000000001</c:v>
                </c:pt>
                <c:pt idx="8749">
                  <c:v>2.1719499999999998</c:v>
                </c:pt>
                <c:pt idx="8750">
                  <c:v>2.1722600000000001</c:v>
                </c:pt>
                <c:pt idx="8751">
                  <c:v>2.1725599999999998</c:v>
                </c:pt>
                <c:pt idx="8752">
                  <c:v>2.1728700000000001</c:v>
                </c:pt>
                <c:pt idx="8753">
                  <c:v>2.1731699999999998</c:v>
                </c:pt>
                <c:pt idx="8754">
                  <c:v>2.1734800000000001</c:v>
                </c:pt>
                <c:pt idx="8755">
                  <c:v>2.1737899999999999</c:v>
                </c:pt>
                <c:pt idx="8756">
                  <c:v>2.1740900000000001</c:v>
                </c:pt>
                <c:pt idx="8757">
                  <c:v>2.1743999999999999</c:v>
                </c:pt>
                <c:pt idx="8758">
                  <c:v>2.1747000000000001</c:v>
                </c:pt>
                <c:pt idx="8759">
                  <c:v>2.1750099999999999</c:v>
                </c:pt>
                <c:pt idx="8760">
                  <c:v>2.1753100000000001</c:v>
                </c:pt>
                <c:pt idx="8761">
                  <c:v>2.1756199999999999</c:v>
                </c:pt>
                <c:pt idx="8762">
                  <c:v>2.1759200000000001</c:v>
                </c:pt>
                <c:pt idx="8763">
                  <c:v>2.1762299999999999</c:v>
                </c:pt>
                <c:pt idx="8764">
                  <c:v>2.1765300000000001</c:v>
                </c:pt>
                <c:pt idx="8765">
                  <c:v>2.1768399999999999</c:v>
                </c:pt>
                <c:pt idx="8766">
                  <c:v>2.1771500000000001</c:v>
                </c:pt>
                <c:pt idx="8767">
                  <c:v>2.1774499999999999</c:v>
                </c:pt>
                <c:pt idx="8768">
                  <c:v>2.1777600000000001</c:v>
                </c:pt>
                <c:pt idx="8769">
                  <c:v>2.1780599999999999</c:v>
                </c:pt>
                <c:pt idx="8770">
                  <c:v>2.1783700000000001</c:v>
                </c:pt>
                <c:pt idx="8771">
                  <c:v>2.1786699999999999</c:v>
                </c:pt>
                <c:pt idx="8772">
                  <c:v>2.1789800000000001</c:v>
                </c:pt>
                <c:pt idx="8773">
                  <c:v>2.1792799999999999</c:v>
                </c:pt>
                <c:pt idx="8774">
                  <c:v>2.1795900000000001</c:v>
                </c:pt>
                <c:pt idx="8775">
                  <c:v>2.1798899999999999</c:v>
                </c:pt>
                <c:pt idx="8776">
                  <c:v>2.1802000000000001</c:v>
                </c:pt>
                <c:pt idx="8777">
                  <c:v>2.1804999999999999</c:v>
                </c:pt>
                <c:pt idx="8778">
                  <c:v>2.1808100000000001</c:v>
                </c:pt>
                <c:pt idx="8779">
                  <c:v>2.1811199999999999</c:v>
                </c:pt>
                <c:pt idx="8780">
                  <c:v>2.1814200000000001</c:v>
                </c:pt>
                <c:pt idx="8781">
                  <c:v>2.1817299999999999</c:v>
                </c:pt>
                <c:pt idx="8782">
                  <c:v>2.1820300000000001</c:v>
                </c:pt>
                <c:pt idx="8783">
                  <c:v>2.1823399999999999</c:v>
                </c:pt>
                <c:pt idx="8784">
                  <c:v>2.1826400000000001</c:v>
                </c:pt>
                <c:pt idx="8785">
                  <c:v>2.1829499999999999</c:v>
                </c:pt>
                <c:pt idx="8786">
                  <c:v>2.1832500000000001</c:v>
                </c:pt>
                <c:pt idx="8787">
                  <c:v>2.1835599999999999</c:v>
                </c:pt>
                <c:pt idx="8788">
                  <c:v>2.1838600000000001</c:v>
                </c:pt>
                <c:pt idx="8789">
                  <c:v>2.1841699999999999</c:v>
                </c:pt>
                <c:pt idx="8790">
                  <c:v>2.1844700000000001</c:v>
                </c:pt>
                <c:pt idx="8791">
                  <c:v>2.1847799999999999</c:v>
                </c:pt>
                <c:pt idx="8792">
                  <c:v>2.1850900000000002</c:v>
                </c:pt>
                <c:pt idx="8793">
                  <c:v>2.1853899999999999</c:v>
                </c:pt>
                <c:pt idx="8794">
                  <c:v>2.1857000000000002</c:v>
                </c:pt>
                <c:pt idx="8795">
                  <c:v>2.1859999999999999</c:v>
                </c:pt>
                <c:pt idx="8796">
                  <c:v>2.1863100000000002</c:v>
                </c:pt>
                <c:pt idx="8797">
                  <c:v>2.1866099999999999</c:v>
                </c:pt>
                <c:pt idx="8798">
                  <c:v>2.1869200000000002</c:v>
                </c:pt>
                <c:pt idx="8799">
                  <c:v>2.1872199999999999</c:v>
                </c:pt>
                <c:pt idx="8800">
                  <c:v>2.1875300000000002</c:v>
                </c:pt>
                <c:pt idx="8801">
                  <c:v>2.1878299999999999</c:v>
                </c:pt>
                <c:pt idx="8802">
                  <c:v>2.1881400000000002</c:v>
                </c:pt>
                <c:pt idx="8803">
                  <c:v>2.1884399999999999</c:v>
                </c:pt>
                <c:pt idx="8804">
                  <c:v>2.1887500000000002</c:v>
                </c:pt>
                <c:pt idx="8805">
                  <c:v>2.18906</c:v>
                </c:pt>
                <c:pt idx="8806">
                  <c:v>2.1893600000000002</c:v>
                </c:pt>
                <c:pt idx="8807">
                  <c:v>2.18967</c:v>
                </c:pt>
                <c:pt idx="8808">
                  <c:v>2.1899700000000002</c:v>
                </c:pt>
                <c:pt idx="8809">
                  <c:v>2.19028</c:v>
                </c:pt>
                <c:pt idx="8810">
                  <c:v>2.1905800000000002</c:v>
                </c:pt>
                <c:pt idx="8811">
                  <c:v>2.19089</c:v>
                </c:pt>
                <c:pt idx="8812">
                  <c:v>2.1911900000000002</c:v>
                </c:pt>
                <c:pt idx="8813">
                  <c:v>2.1915</c:v>
                </c:pt>
                <c:pt idx="8814">
                  <c:v>2.1918000000000002</c:v>
                </c:pt>
                <c:pt idx="8815">
                  <c:v>2.19211</c:v>
                </c:pt>
                <c:pt idx="8816">
                  <c:v>2.1924100000000002</c:v>
                </c:pt>
                <c:pt idx="8817">
                  <c:v>2.19272</c:v>
                </c:pt>
                <c:pt idx="8818">
                  <c:v>2.1930299999999998</c:v>
                </c:pt>
                <c:pt idx="8819">
                  <c:v>2.19333</c:v>
                </c:pt>
                <c:pt idx="8820">
                  <c:v>2.1936399999999998</c:v>
                </c:pt>
                <c:pt idx="8821">
                  <c:v>2.19394</c:v>
                </c:pt>
                <c:pt idx="8822">
                  <c:v>2.1942499999999998</c:v>
                </c:pt>
                <c:pt idx="8823">
                  <c:v>2.19455</c:v>
                </c:pt>
                <c:pt idx="8824">
                  <c:v>2.1948599999999998</c:v>
                </c:pt>
                <c:pt idx="8825">
                  <c:v>2.19516</c:v>
                </c:pt>
                <c:pt idx="8826">
                  <c:v>2.1954699999999998</c:v>
                </c:pt>
                <c:pt idx="8827">
                  <c:v>2.19577</c:v>
                </c:pt>
                <c:pt idx="8828">
                  <c:v>2.1960799999999998</c:v>
                </c:pt>
                <c:pt idx="8829">
                  <c:v>2.1963900000000001</c:v>
                </c:pt>
                <c:pt idx="8830">
                  <c:v>2.1966899999999998</c:v>
                </c:pt>
                <c:pt idx="8831">
                  <c:v>2.1970000000000001</c:v>
                </c:pt>
                <c:pt idx="8832">
                  <c:v>2.1972999999999998</c:v>
                </c:pt>
                <c:pt idx="8833">
                  <c:v>2.1976100000000001</c:v>
                </c:pt>
                <c:pt idx="8834">
                  <c:v>2.1979099999999998</c:v>
                </c:pt>
                <c:pt idx="8835">
                  <c:v>2.1982200000000001</c:v>
                </c:pt>
                <c:pt idx="8836">
                  <c:v>2.1985199999999998</c:v>
                </c:pt>
                <c:pt idx="8837">
                  <c:v>2.1988300000000001</c:v>
                </c:pt>
                <c:pt idx="8838">
                  <c:v>2.1991299999999998</c:v>
                </c:pt>
                <c:pt idx="8839">
                  <c:v>2.1994400000000001</c:v>
                </c:pt>
                <c:pt idx="8840">
                  <c:v>2.1997399999999998</c:v>
                </c:pt>
                <c:pt idx="8841">
                  <c:v>2.2000500000000001</c:v>
                </c:pt>
                <c:pt idx="8842">
                  <c:v>2.2003599999999999</c:v>
                </c:pt>
                <c:pt idx="8843">
                  <c:v>2.2006600000000001</c:v>
                </c:pt>
                <c:pt idx="8844">
                  <c:v>2.2009699999999999</c:v>
                </c:pt>
                <c:pt idx="8845">
                  <c:v>2.2012700000000001</c:v>
                </c:pt>
                <c:pt idx="8846">
                  <c:v>2.2015799999999999</c:v>
                </c:pt>
                <c:pt idx="8847">
                  <c:v>2.2018800000000001</c:v>
                </c:pt>
                <c:pt idx="8848">
                  <c:v>2.2021899999999999</c:v>
                </c:pt>
                <c:pt idx="8849">
                  <c:v>2.2024900000000001</c:v>
                </c:pt>
                <c:pt idx="8850">
                  <c:v>2.2027999999999999</c:v>
                </c:pt>
                <c:pt idx="8851">
                  <c:v>2.2031000000000001</c:v>
                </c:pt>
                <c:pt idx="8852">
                  <c:v>2.2034099999999999</c:v>
                </c:pt>
                <c:pt idx="8853">
                  <c:v>2.2037100000000001</c:v>
                </c:pt>
                <c:pt idx="8854">
                  <c:v>2.2040199999999999</c:v>
                </c:pt>
                <c:pt idx="8855">
                  <c:v>2.2043300000000001</c:v>
                </c:pt>
                <c:pt idx="8856">
                  <c:v>2.2046299999999999</c:v>
                </c:pt>
                <c:pt idx="8857">
                  <c:v>2.2049400000000001</c:v>
                </c:pt>
                <c:pt idx="8858">
                  <c:v>2.2052399999999999</c:v>
                </c:pt>
                <c:pt idx="8859">
                  <c:v>2.2055500000000001</c:v>
                </c:pt>
                <c:pt idx="8860">
                  <c:v>2.2058499999999999</c:v>
                </c:pt>
                <c:pt idx="8861">
                  <c:v>2.2061600000000001</c:v>
                </c:pt>
                <c:pt idx="8862">
                  <c:v>2.2064599999999999</c:v>
                </c:pt>
                <c:pt idx="8863">
                  <c:v>2.2067700000000001</c:v>
                </c:pt>
                <c:pt idx="8864">
                  <c:v>2.2070699999999999</c:v>
                </c:pt>
                <c:pt idx="8865">
                  <c:v>2.2073800000000001</c:v>
                </c:pt>
                <c:pt idx="8866">
                  <c:v>2.2076799999999999</c:v>
                </c:pt>
                <c:pt idx="8867">
                  <c:v>2.2079900000000001</c:v>
                </c:pt>
                <c:pt idx="8868">
                  <c:v>2.2082999999999999</c:v>
                </c:pt>
                <c:pt idx="8869">
                  <c:v>2.2086000000000001</c:v>
                </c:pt>
                <c:pt idx="8870">
                  <c:v>2.2089099999999999</c:v>
                </c:pt>
                <c:pt idx="8871">
                  <c:v>2.2092100000000001</c:v>
                </c:pt>
                <c:pt idx="8872">
                  <c:v>2.2095199999999999</c:v>
                </c:pt>
                <c:pt idx="8873">
                  <c:v>2.2098200000000001</c:v>
                </c:pt>
                <c:pt idx="8874">
                  <c:v>2.2101299999999999</c:v>
                </c:pt>
                <c:pt idx="8875">
                  <c:v>2.2104300000000001</c:v>
                </c:pt>
                <c:pt idx="8876">
                  <c:v>2.2107399999999999</c:v>
                </c:pt>
                <c:pt idx="8877">
                  <c:v>2.2110400000000001</c:v>
                </c:pt>
                <c:pt idx="8878">
                  <c:v>2.2113499999999999</c:v>
                </c:pt>
                <c:pt idx="8879">
                  <c:v>2.2116500000000001</c:v>
                </c:pt>
                <c:pt idx="8880">
                  <c:v>2.2119599999999999</c:v>
                </c:pt>
                <c:pt idx="8881">
                  <c:v>2.2122700000000002</c:v>
                </c:pt>
                <c:pt idx="8882">
                  <c:v>2.2125699999999999</c:v>
                </c:pt>
                <c:pt idx="8883">
                  <c:v>2.2128800000000002</c:v>
                </c:pt>
                <c:pt idx="8884">
                  <c:v>2.2131799999999999</c:v>
                </c:pt>
                <c:pt idx="8885">
                  <c:v>2.2134900000000002</c:v>
                </c:pt>
                <c:pt idx="8886">
                  <c:v>2.2137899999999999</c:v>
                </c:pt>
                <c:pt idx="8887">
                  <c:v>2.2141000000000002</c:v>
                </c:pt>
                <c:pt idx="8888">
                  <c:v>2.2143999999999999</c:v>
                </c:pt>
                <c:pt idx="8889">
                  <c:v>2.2147100000000002</c:v>
                </c:pt>
                <c:pt idx="8890">
                  <c:v>2.2150099999999999</c:v>
                </c:pt>
                <c:pt idx="8891">
                  <c:v>2.2153200000000002</c:v>
                </c:pt>
                <c:pt idx="8892">
                  <c:v>2.21563</c:v>
                </c:pt>
                <c:pt idx="8893">
                  <c:v>2.2159300000000002</c:v>
                </c:pt>
                <c:pt idx="8894">
                  <c:v>2.21624</c:v>
                </c:pt>
                <c:pt idx="8895">
                  <c:v>2.2165400000000002</c:v>
                </c:pt>
                <c:pt idx="8896">
                  <c:v>2.21685</c:v>
                </c:pt>
                <c:pt idx="8897">
                  <c:v>2.2171500000000002</c:v>
                </c:pt>
                <c:pt idx="8898">
                  <c:v>2.21746</c:v>
                </c:pt>
                <c:pt idx="8899">
                  <c:v>2.2177600000000002</c:v>
                </c:pt>
                <c:pt idx="8900">
                  <c:v>2.21807</c:v>
                </c:pt>
                <c:pt idx="8901">
                  <c:v>2.2183700000000002</c:v>
                </c:pt>
                <c:pt idx="8902">
                  <c:v>2.21868</c:v>
                </c:pt>
                <c:pt idx="8903">
                  <c:v>2.2189800000000002</c:v>
                </c:pt>
                <c:pt idx="8904">
                  <c:v>2.21929</c:v>
                </c:pt>
                <c:pt idx="8905">
                  <c:v>2.2195999999999998</c:v>
                </c:pt>
                <c:pt idx="8906">
                  <c:v>2.2199</c:v>
                </c:pt>
                <c:pt idx="8907">
                  <c:v>2.2202099999999998</c:v>
                </c:pt>
                <c:pt idx="8908">
                  <c:v>2.22051</c:v>
                </c:pt>
                <c:pt idx="8909">
                  <c:v>2.2208199999999998</c:v>
                </c:pt>
                <c:pt idx="8910">
                  <c:v>2.22112</c:v>
                </c:pt>
                <c:pt idx="8911">
                  <c:v>2.2214299999999998</c:v>
                </c:pt>
                <c:pt idx="8912">
                  <c:v>2.22173</c:v>
                </c:pt>
                <c:pt idx="8913">
                  <c:v>2.2220399999999998</c:v>
                </c:pt>
                <c:pt idx="8914">
                  <c:v>2.22234</c:v>
                </c:pt>
                <c:pt idx="8915">
                  <c:v>2.2226499999999998</c:v>
                </c:pt>
                <c:pt idx="8916">
                  <c:v>2.22295</c:v>
                </c:pt>
                <c:pt idx="8917">
                  <c:v>2.2232599999999998</c:v>
                </c:pt>
                <c:pt idx="8918">
                  <c:v>2.22357</c:v>
                </c:pt>
                <c:pt idx="8919">
                  <c:v>2.2238699999999998</c:v>
                </c:pt>
                <c:pt idx="8920">
                  <c:v>2.22418</c:v>
                </c:pt>
                <c:pt idx="8921">
                  <c:v>2.2244799999999998</c:v>
                </c:pt>
                <c:pt idx="8922">
                  <c:v>2.22479</c:v>
                </c:pt>
                <c:pt idx="8923">
                  <c:v>2.2250899999999998</c:v>
                </c:pt>
                <c:pt idx="8924">
                  <c:v>2.2254</c:v>
                </c:pt>
                <c:pt idx="8925">
                  <c:v>2.2256999999999998</c:v>
                </c:pt>
                <c:pt idx="8926">
                  <c:v>2.22601</c:v>
                </c:pt>
                <c:pt idx="8927">
                  <c:v>2.2263099999999998</c:v>
                </c:pt>
                <c:pt idx="8928">
                  <c:v>2.22662</c:v>
                </c:pt>
                <c:pt idx="8929">
                  <c:v>2.2269199999999998</c:v>
                </c:pt>
                <c:pt idx="8930">
                  <c:v>2.22723</c:v>
                </c:pt>
                <c:pt idx="8931">
                  <c:v>2.2275399999999999</c:v>
                </c:pt>
                <c:pt idx="8932">
                  <c:v>2.22784</c:v>
                </c:pt>
                <c:pt idx="8933">
                  <c:v>2.2281499999999999</c:v>
                </c:pt>
                <c:pt idx="8934">
                  <c:v>2.22845</c:v>
                </c:pt>
                <c:pt idx="8935">
                  <c:v>2.2287599999999999</c:v>
                </c:pt>
                <c:pt idx="8936">
                  <c:v>2.22906</c:v>
                </c:pt>
                <c:pt idx="8937">
                  <c:v>2.2293699999999999</c:v>
                </c:pt>
                <c:pt idx="8938">
                  <c:v>2.22967</c:v>
                </c:pt>
                <c:pt idx="8939">
                  <c:v>2.2299799999999999</c:v>
                </c:pt>
                <c:pt idx="8940">
                  <c:v>2.23028</c:v>
                </c:pt>
                <c:pt idx="8941">
                  <c:v>2.2305899999999999</c:v>
                </c:pt>
                <c:pt idx="8942">
                  <c:v>2.2309000000000001</c:v>
                </c:pt>
                <c:pt idx="8943">
                  <c:v>2.2311999999999999</c:v>
                </c:pt>
                <c:pt idx="8944">
                  <c:v>2.2315100000000001</c:v>
                </c:pt>
                <c:pt idx="8945">
                  <c:v>2.2318099999999998</c:v>
                </c:pt>
                <c:pt idx="8946">
                  <c:v>2.2321200000000001</c:v>
                </c:pt>
                <c:pt idx="8947">
                  <c:v>2.2324199999999998</c:v>
                </c:pt>
                <c:pt idx="8948">
                  <c:v>2.2327300000000001</c:v>
                </c:pt>
                <c:pt idx="8949">
                  <c:v>2.2330299999999998</c:v>
                </c:pt>
                <c:pt idx="8950">
                  <c:v>2.2333400000000001</c:v>
                </c:pt>
                <c:pt idx="8951">
                  <c:v>2.2336399999999998</c:v>
                </c:pt>
                <c:pt idx="8952">
                  <c:v>2.2339500000000001</c:v>
                </c:pt>
                <c:pt idx="8953">
                  <c:v>2.2342499999999998</c:v>
                </c:pt>
                <c:pt idx="8954">
                  <c:v>2.2345600000000001</c:v>
                </c:pt>
                <c:pt idx="8955">
                  <c:v>2.2348699999999999</c:v>
                </c:pt>
                <c:pt idx="8956">
                  <c:v>2.2351700000000001</c:v>
                </c:pt>
                <c:pt idx="8957">
                  <c:v>2.2354799999999999</c:v>
                </c:pt>
                <c:pt idx="8958">
                  <c:v>2.2357800000000001</c:v>
                </c:pt>
                <c:pt idx="8959">
                  <c:v>2.2360899999999999</c:v>
                </c:pt>
                <c:pt idx="8960">
                  <c:v>2.2363900000000001</c:v>
                </c:pt>
                <c:pt idx="8961">
                  <c:v>2.2366999999999999</c:v>
                </c:pt>
                <c:pt idx="8962">
                  <c:v>2.2370000000000001</c:v>
                </c:pt>
                <c:pt idx="8963">
                  <c:v>2.2373099999999999</c:v>
                </c:pt>
                <c:pt idx="8964">
                  <c:v>2.2376100000000001</c:v>
                </c:pt>
                <c:pt idx="8965">
                  <c:v>2.2379199999999999</c:v>
                </c:pt>
                <c:pt idx="8966">
                  <c:v>2.2382200000000001</c:v>
                </c:pt>
                <c:pt idx="8967">
                  <c:v>2.2385299999999999</c:v>
                </c:pt>
                <c:pt idx="8968">
                  <c:v>2.2388400000000002</c:v>
                </c:pt>
                <c:pt idx="8969">
                  <c:v>2.2391399999999999</c:v>
                </c:pt>
                <c:pt idx="8970">
                  <c:v>2.2394500000000002</c:v>
                </c:pt>
                <c:pt idx="8971">
                  <c:v>2.2397499999999999</c:v>
                </c:pt>
                <c:pt idx="8972">
                  <c:v>2.2400600000000002</c:v>
                </c:pt>
                <c:pt idx="8973">
                  <c:v>2.2403599999999999</c:v>
                </c:pt>
                <c:pt idx="8974">
                  <c:v>2.2406700000000002</c:v>
                </c:pt>
                <c:pt idx="8975">
                  <c:v>2.2409699999999999</c:v>
                </c:pt>
                <c:pt idx="8976">
                  <c:v>2.2412800000000002</c:v>
                </c:pt>
                <c:pt idx="8977">
                  <c:v>2.2415799999999999</c:v>
                </c:pt>
                <c:pt idx="8978">
                  <c:v>2.2418900000000002</c:v>
                </c:pt>
                <c:pt idx="8979">
                  <c:v>2.2421899999999999</c:v>
                </c:pt>
                <c:pt idx="8980">
                  <c:v>2.2425000000000002</c:v>
                </c:pt>
                <c:pt idx="8981">
                  <c:v>2.24281</c:v>
                </c:pt>
                <c:pt idx="8982">
                  <c:v>2.2431100000000002</c:v>
                </c:pt>
                <c:pt idx="8983">
                  <c:v>2.24342</c:v>
                </c:pt>
                <c:pt idx="8984">
                  <c:v>2.2437200000000002</c:v>
                </c:pt>
                <c:pt idx="8985">
                  <c:v>2.24403</c:v>
                </c:pt>
                <c:pt idx="8986">
                  <c:v>2.2443300000000002</c:v>
                </c:pt>
                <c:pt idx="8987">
                  <c:v>2.24464</c:v>
                </c:pt>
                <c:pt idx="8988">
                  <c:v>2.2449400000000002</c:v>
                </c:pt>
                <c:pt idx="8989">
                  <c:v>2.24525</c:v>
                </c:pt>
                <c:pt idx="8990">
                  <c:v>2.2455500000000002</c:v>
                </c:pt>
                <c:pt idx="8991">
                  <c:v>2.24586</c:v>
                </c:pt>
                <c:pt idx="8992">
                  <c:v>2.2461600000000002</c:v>
                </c:pt>
                <c:pt idx="8993">
                  <c:v>2.24647</c:v>
                </c:pt>
                <c:pt idx="8994">
                  <c:v>2.2467800000000002</c:v>
                </c:pt>
                <c:pt idx="8995">
                  <c:v>2.24708</c:v>
                </c:pt>
                <c:pt idx="8996">
                  <c:v>2.2473900000000002</c:v>
                </c:pt>
                <c:pt idx="8997">
                  <c:v>2.24769</c:v>
                </c:pt>
                <c:pt idx="8998">
                  <c:v>2.2480000000000002</c:v>
                </c:pt>
                <c:pt idx="8999">
                  <c:v>2.2483</c:v>
                </c:pt>
                <c:pt idx="9000">
                  <c:v>2.2486100000000002</c:v>
                </c:pt>
                <c:pt idx="9001">
                  <c:v>2.24891</c:v>
                </c:pt>
                <c:pt idx="9002">
                  <c:v>2.2492200000000002</c:v>
                </c:pt>
                <c:pt idx="9003">
                  <c:v>2.24952</c:v>
                </c:pt>
                <c:pt idx="9004">
                  <c:v>2.2498300000000002</c:v>
                </c:pt>
                <c:pt idx="9005">
                  <c:v>2.25014</c:v>
                </c:pt>
                <c:pt idx="9006">
                  <c:v>2.2504400000000002</c:v>
                </c:pt>
                <c:pt idx="9007">
                  <c:v>2.25075</c:v>
                </c:pt>
                <c:pt idx="9008">
                  <c:v>2.2510500000000002</c:v>
                </c:pt>
                <c:pt idx="9009">
                  <c:v>2.25136</c:v>
                </c:pt>
                <c:pt idx="9010">
                  <c:v>2.2516600000000002</c:v>
                </c:pt>
                <c:pt idx="9011">
                  <c:v>2.25197</c:v>
                </c:pt>
                <c:pt idx="9012">
                  <c:v>2.2522700000000002</c:v>
                </c:pt>
                <c:pt idx="9013">
                  <c:v>2.25258</c:v>
                </c:pt>
                <c:pt idx="9014">
                  <c:v>2.2528800000000002</c:v>
                </c:pt>
                <c:pt idx="9015">
                  <c:v>2.25319</c:v>
                </c:pt>
                <c:pt idx="9016">
                  <c:v>2.2534900000000002</c:v>
                </c:pt>
                <c:pt idx="9017">
                  <c:v>2.2538</c:v>
                </c:pt>
                <c:pt idx="9018">
                  <c:v>2.2541099999999998</c:v>
                </c:pt>
                <c:pt idx="9019">
                  <c:v>2.25441</c:v>
                </c:pt>
                <c:pt idx="9020">
                  <c:v>2.2547199999999998</c:v>
                </c:pt>
                <c:pt idx="9021">
                  <c:v>2.25502</c:v>
                </c:pt>
                <c:pt idx="9022">
                  <c:v>2.2553299999999998</c:v>
                </c:pt>
                <c:pt idx="9023">
                  <c:v>2.25563</c:v>
                </c:pt>
                <c:pt idx="9024">
                  <c:v>2.2559399999999998</c:v>
                </c:pt>
                <c:pt idx="9025">
                  <c:v>2.25624</c:v>
                </c:pt>
                <c:pt idx="9026">
                  <c:v>2.2565499999999998</c:v>
                </c:pt>
                <c:pt idx="9027">
                  <c:v>2.25685</c:v>
                </c:pt>
                <c:pt idx="9028">
                  <c:v>2.2571599999999998</c:v>
                </c:pt>
                <c:pt idx="9029">
                  <c:v>2.25746</c:v>
                </c:pt>
                <c:pt idx="9030">
                  <c:v>2.2577699999999998</c:v>
                </c:pt>
                <c:pt idx="9031">
                  <c:v>2.2580800000000001</c:v>
                </c:pt>
                <c:pt idx="9032">
                  <c:v>2.2583799999999998</c:v>
                </c:pt>
                <c:pt idx="9033">
                  <c:v>2.2586900000000001</c:v>
                </c:pt>
                <c:pt idx="9034">
                  <c:v>2.2589899999999998</c:v>
                </c:pt>
                <c:pt idx="9035">
                  <c:v>2.2593000000000001</c:v>
                </c:pt>
                <c:pt idx="9036">
                  <c:v>2.2595999999999998</c:v>
                </c:pt>
                <c:pt idx="9037">
                  <c:v>2.2599100000000001</c:v>
                </c:pt>
                <c:pt idx="9038">
                  <c:v>2.2602099999999998</c:v>
                </c:pt>
                <c:pt idx="9039">
                  <c:v>2.2605200000000001</c:v>
                </c:pt>
                <c:pt idx="9040">
                  <c:v>2.2608199999999998</c:v>
                </c:pt>
                <c:pt idx="9041">
                  <c:v>2.2611300000000001</c:v>
                </c:pt>
                <c:pt idx="9042">
                  <c:v>2.2614299999999998</c:v>
                </c:pt>
                <c:pt idx="9043">
                  <c:v>2.2617400000000001</c:v>
                </c:pt>
                <c:pt idx="9044">
                  <c:v>2.2620499999999999</c:v>
                </c:pt>
                <c:pt idx="9045">
                  <c:v>2.2623500000000001</c:v>
                </c:pt>
                <c:pt idx="9046">
                  <c:v>2.2626599999999999</c:v>
                </c:pt>
                <c:pt idx="9047">
                  <c:v>2.2629600000000001</c:v>
                </c:pt>
                <c:pt idx="9048">
                  <c:v>2.2632699999999999</c:v>
                </c:pt>
                <c:pt idx="9049">
                  <c:v>2.2635700000000001</c:v>
                </c:pt>
                <c:pt idx="9050">
                  <c:v>2.2638799999999999</c:v>
                </c:pt>
                <c:pt idx="9051">
                  <c:v>2.2641800000000001</c:v>
                </c:pt>
                <c:pt idx="9052">
                  <c:v>2.2644899999999999</c:v>
                </c:pt>
                <c:pt idx="9053">
                  <c:v>2.2647900000000001</c:v>
                </c:pt>
                <c:pt idx="9054">
                  <c:v>2.2650999999999999</c:v>
                </c:pt>
                <c:pt idx="9055">
                  <c:v>2.2654000000000001</c:v>
                </c:pt>
                <c:pt idx="9056">
                  <c:v>2.2657099999999999</c:v>
                </c:pt>
                <c:pt idx="9057">
                  <c:v>2.2660200000000001</c:v>
                </c:pt>
                <c:pt idx="9058">
                  <c:v>2.2663199999999999</c:v>
                </c:pt>
                <c:pt idx="9059">
                  <c:v>2.2666300000000001</c:v>
                </c:pt>
                <c:pt idx="9060">
                  <c:v>2.2669299999999999</c:v>
                </c:pt>
                <c:pt idx="9061">
                  <c:v>2.2672400000000001</c:v>
                </c:pt>
                <c:pt idx="9062">
                  <c:v>2.2675399999999999</c:v>
                </c:pt>
                <c:pt idx="9063">
                  <c:v>2.2678500000000001</c:v>
                </c:pt>
                <c:pt idx="9064">
                  <c:v>2.2681499999999999</c:v>
                </c:pt>
                <c:pt idx="9065">
                  <c:v>2.2684600000000001</c:v>
                </c:pt>
                <c:pt idx="9066">
                  <c:v>2.2687599999999999</c:v>
                </c:pt>
                <c:pt idx="9067">
                  <c:v>2.2690700000000001</c:v>
                </c:pt>
                <c:pt idx="9068">
                  <c:v>2.26938</c:v>
                </c:pt>
                <c:pt idx="9069">
                  <c:v>2.2696800000000001</c:v>
                </c:pt>
                <c:pt idx="9070">
                  <c:v>2.26999</c:v>
                </c:pt>
                <c:pt idx="9071">
                  <c:v>2.2702900000000001</c:v>
                </c:pt>
                <c:pt idx="9072">
                  <c:v>2.2706</c:v>
                </c:pt>
                <c:pt idx="9073">
                  <c:v>2.2709000000000001</c:v>
                </c:pt>
                <c:pt idx="9074">
                  <c:v>2.27121</c:v>
                </c:pt>
                <c:pt idx="9075">
                  <c:v>2.2715100000000001</c:v>
                </c:pt>
                <c:pt idx="9076">
                  <c:v>2.27182</c:v>
                </c:pt>
                <c:pt idx="9077">
                  <c:v>2.2721200000000001</c:v>
                </c:pt>
                <c:pt idx="9078">
                  <c:v>2.2724299999999999</c:v>
                </c:pt>
                <c:pt idx="9079">
                  <c:v>2.2727300000000001</c:v>
                </c:pt>
                <c:pt idx="9080">
                  <c:v>2.2730399999999999</c:v>
                </c:pt>
                <c:pt idx="9081">
                  <c:v>2.2733500000000002</c:v>
                </c:pt>
                <c:pt idx="9082">
                  <c:v>2.2736499999999999</c:v>
                </c:pt>
                <c:pt idx="9083">
                  <c:v>2.2739600000000002</c:v>
                </c:pt>
                <c:pt idx="9084">
                  <c:v>2.2742599999999999</c:v>
                </c:pt>
                <c:pt idx="9085">
                  <c:v>2.2745700000000002</c:v>
                </c:pt>
                <c:pt idx="9086">
                  <c:v>2.2748699999999999</c:v>
                </c:pt>
                <c:pt idx="9087">
                  <c:v>2.2751800000000002</c:v>
                </c:pt>
                <c:pt idx="9088">
                  <c:v>2.2754799999999999</c:v>
                </c:pt>
                <c:pt idx="9089">
                  <c:v>2.2757900000000002</c:v>
                </c:pt>
                <c:pt idx="9090">
                  <c:v>2.2760899999999999</c:v>
                </c:pt>
                <c:pt idx="9091">
                  <c:v>2.2764000000000002</c:v>
                </c:pt>
                <c:pt idx="9092">
                  <c:v>2.2766999999999999</c:v>
                </c:pt>
                <c:pt idx="9093">
                  <c:v>2.2770100000000002</c:v>
                </c:pt>
                <c:pt idx="9094">
                  <c:v>2.27732</c:v>
                </c:pt>
                <c:pt idx="9095">
                  <c:v>2.2776200000000002</c:v>
                </c:pt>
                <c:pt idx="9096">
                  <c:v>2.27793</c:v>
                </c:pt>
                <c:pt idx="9097">
                  <c:v>2.2782300000000002</c:v>
                </c:pt>
                <c:pt idx="9098">
                  <c:v>2.27854</c:v>
                </c:pt>
                <c:pt idx="9099">
                  <c:v>2.2788400000000002</c:v>
                </c:pt>
                <c:pt idx="9100">
                  <c:v>2.27915</c:v>
                </c:pt>
                <c:pt idx="9101">
                  <c:v>2.2794500000000002</c:v>
                </c:pt>
                <c:pt idx="9102">
                  <c:v>2.27976</c:v>
                </c:pt>
                <c:pt idx="9103">
                  <c:v>2.2800600000000002</c:v>
                </c:pt>
                <c:pt idx="9104">
                  <c:v>2.28037</c:v>
                </c:pt>
                <c:pt idx="9105">
                  <c:v>2.2806700000000002</c:v>
                </c:pt>
                <c:pt idx="9106">
                  <c:v>2.28098</c:v>
                </c:pt>
                <c:pt idx="9107">
                  <c:v>2.2812899999999998</c:v>
                </c:pt>
                <c:pt idx="9108">
                  <c:v>2.28159</c:v>
                </c:pt>
                <c:pt idx="9109">
                  <c:v>2.2818999999999998</c:v>
                </c:pt>
                <c:pt idx="9110">
                  <c:v>2.2822</c:v>
                </c:pt>
                <c:pt idx="9111">
                  <c:v>2.2825099999999998</c:v>
                </c:pt>
                <c:pt idx="9112">
                  <c:v>2.28281</c:v>
                </c:pt>
                <c:pt idx="9113">
                  <c:v>2.2831199999999998</c:v>
                </c:pt>
                <c:pt idx="9114">
                  <c:v>2.28342</c:v>
                </c:pt>
                <c:pt idx="9115">
                  <c:v>2.2837299999999998</c:v>
                </c:pt>
                <c:pt idx="9116">
                  <c:v>2.28403</c:v>
                </c:pt>
                <c:pt idx="9117">
                  <c:v>2.2843399999999998</c:v>
                </c:pt>
                <c:pt idx="9118">
                  <c:v>2.2846500000000001</c:v>
                </c:pt>
                <c:pt idx="9119">
                  <c:v>2.2849499999999998</c:v>
                </c:pt>
                <c:pt idx="9120">
                  <c:v>2.2852600000000001</c:v>
                </c:pt>
                <c:pt idx="9121">
                  <c:v>2.2855599999999998</c:v>
                </c:pt>
                <c:pt idx="9122">
                  <c:v>2.2858700000000001</c:v>
                </c:pt>
                <c:pt idx="9123">
                  <c:v>2.2861699999999998</c:v>
                </c:pt>
                <c:pt idx="9124">
                  <c:v>2.2864800000000001</c:v>
                </c:pt>
                <c:pt idx="9125">
                  <c:v>2.2867799999999998</c:v>
                </c:pt>
                <c:pt idx="9126">
                  <c:v>2.2870900000000001</c:v>
                </c:pt>
                <c:pt idx="9127">
                  <c:v>2.2873899999999998</c:v>
                </c:pt>
                <c:pt idx="9128">
                  <c:v>2.2877000000000001</c:v>
                </c:pt>
                <c:pt idx="9129">
                  <c:v>2.2879999999999998</c:v>
                </c:pt>
                <c:pt idx="9130">
                  <c:v>2.2883100000000001</c:v>
                </c:pt>
                <c:pt idx="9131">
                  <c:v>2.2886199999999999</c:v>
                </c:pt>
                <c:pt idx="9132">
                  <c:v>2.2889200000000001</c:v>
                </c:pt>
                <c:pt idx="9133">
                  <c:v>2.2892299999999999</c:v>
                </c:pt>
                <c:pt idx="9134">
                  <c:v>2.2895300000000001</c:v>
                </c:pt>
                <c:pt idx="9135">
                  <c:v>2.2898399999999999</c:v>
                </c:pt>
                <c:pt idx="9136">
                  <c:v>2.2901400000000001</c:v>
                </c:pt>
                <c:pt idx="9137">
                  <c:v>2.2904499999999999</c:v>
                </c:pt>
                <c:pt idx="9138">
                  <c:v>2.2907500000000001</c:v>
                </c:pt>
                <c:pt idx="9139">
                  <c:v>2.2910599999999999</c:v>
                </c:pt>
                <c:pt idx="9140">
                  <c:v>2.2913600000000001</c:v>
                </c:pt>
                <c:pt idx="9141">
                  <c:v>2.2916699999999999</c:v>
                </c:pt>
                <c:pt idx="9142">
                  <c:v>2.2919700000000001</c:v>
                </c:pt>
                <c:pt idx="9143">
                  <c:v>2.2922799999999999</c:v>
                </c:pt>
                <c:pt idx="9144">
                  <c:v>2.2925900000000001</c:v>
                </c:pt>
                <c:pt idx="9145">
                  <c:v>2.2928899999999999</c:v>
                </c:pt>
                <c:pt idx="9146">
                  <c:v>2.2932000000000001</c:v>
                </c:pt>
                <c:pt idx="9147">
                  <c:v>2.2934999999999999</c:v>
                </c:pt>
                <c:pt idx="9148">
                  <c:v>2.2938100000000001</c:v>
                </c:pt>
                <c:pt idx="9149">
                  <c:v>2.2941099999999999</c:v>
                </c:pt>
                <c:pt idx="9150">
                  <c:v>2.2944200000000001</c:v>
                </c:pt>
                <c:pt idx="9151">
                  <c:v>2.2947199999999999</c:v>
                </c:pt>
                <c:pt idx="9152">
                  <c:v>2.2950300000000001</c:v>
                </c:pt>
                <c:pt idx="9153">
                  <c:v>2.2953299999999999</c:v>
                </c:pt>
                <c:pt idx="9154">
                  <c:v>2.2956400000000001</c:v>
                </c:pt>
                <c:pt idx="9155">
                  <c:v>2.2959399999999999</c:v>
                </c:pt>
                <c:pt idx="9156">
                  <c:v>2.2962500000000001</c:v>
                </c:pt>
                <c:pt idx="9157">
                  <c:v>2.2965599999999999</c:v>
                </c:pt>
                <c:pt idx="9158">
                  <c:v>2.2968600000000001</c:v>
                </c:pt>
                <c:pt idx="9159">
                  <c:v>2.2971699999999999</c:v>
                </c:pt>
                <c:pt idx="9160">
                  <c:v>2.2974700000000001</c:v>
                </c:pt>
                <c:pt idx="9161">
                  <c:v>2.2977799999999999</c:v>
                </c:pt>
                <c:pt idx="9162">
                  <c:v>2.2980800000000001</c:v>
                </c:pt>
                <c:pt idx="9163">
                  <c:v>2.2983899999999999</c:v>
                </c:pt>
                <c:pt idx="9164">
                  <c:v>2.2986900000000001</c:v>
                </c:pt>
                <c:pt idx="9165">
                  <c:v>2.2989999999999999</c:v>
                </c:pt>
                <c:pt idx="9166">
                  <c:v>2.2993000000000001</c:v>
                </c:pt>
                <c:pt idx="9167">
                  <c:v>2.2996099999999999</c:v>
                </c:pt>
                <c:pt idx="9168">
                  <c:v>2.2999100000000001</c:v>
                </c:pt>
                <c:pt idx="9169">
                  <c:v>2.3002199999999999</c:v>
                </c:pt>
                <c:pt idx="9170">
                  <c:v>2.3005300000000002</c:v>
                </c:pt>
                <c:pt idx="9171">
                  <c:v>2.3008299999999999</c:v>
                </c:pt>
                <c:pt idx="9172">
                  <c:v>2.3011400000000002</c:v>
                </c:pt>
                <c:pt idx="9173">
                  <c:v>2.3014399999999999</c:v>
                </c:pt>
                <c:pt idx="9174">
                  <c:v>2.3017500000000002</c:v>
                </c:pt>
                <c:pt idx="9175">
                  <c:v>2.3020499999999999</c:v>
                </c:pt>
                <c:pt idx="9176">
                  <c:v>2.3023600000000002</c:v>
                </c:pt>
                <c:pt idx="9177">
                  <c:v>2.3026599999999999</c:v>
                </c:pt>
                <c:pt idx="9178">
                  <c:v>2.3029700000000002</c:v>
                </c:pt>
                <c:pt idx="9179">
                  <c:v>2.3032699999999999</c:v>
                </c:pt>
                <c:pt idx="9180">
                  <c:v>2.3035800000000002</c:v>
                </c:pt>
                <c:pt idx="9181">
                  <c:v>2.30389</c:v>
                </c:pt>
                <c:pt idx="9182">
                  <c:v>2.3041900000000002</c:v>
                </c:pt>
                <c:pt idx="9183">
                  <c:v>2.3045</c:v>
                </c:pt>
                <c:pt idx="9184">
                  <c:v>2.3048000000000002</c:v>
                </c:pt>
                <c:pt idx="9185">
                  <c:v>2.30511</c:v>
                </c:pt>
                <c:pt idx="9186">
                  <c:v>2.3054100000000002</c:v>
                </c:pt>
                <c:pt idx="9187">
                  <c:v>2.30572</c:v>
                </c:pt>
                <c:pt idx="9188">
                  <c:v>2.3060200000000002</c:v>
                </c:pt>
                <c:pt idx="9189">
                  <c:v>2.30633</c:v>
                </c:pt>
                <c:pt idx="9190">
                  <c:v>2.3066300000000002</c:v>
                </c:pt>
                <c:pt idx="9191">
                  <c:v>2.30694</c:v>
                </c:pt>
                <c:pt idx="9192">
                  <c:v>2.3072400000000002</c:v>
                </c:pt>
                <c:pt idx="9193">
                  <c:v>2.30755</c:v>
                </c:pt>
                <c:pt idx="9194">
                  <c:v>2.3078599999999998</c:v>
                </c:pt>
                <c:pt idx="9195">
                  <c:v>2.30816</c:v>
                </c:pt>
                <c:pt idx="9196">
                  <c:v>2.3084699999999998</c:v>
                </c:pt>
                <c:pt idx="9197">
                  <c:v>2.30877</c:v>
                </c:pt>
                <c:pt idx="9198">
                  <c:v>2.3090799999999998</c:v>
                </c:pt>
                <c:pt idx="9199">
                  <c:v>2.30938</c:v>
                </c:pt>
                <c:pt idx="9200">
                  <c:v>2.3096899999999998</c:v>
                </c:pt>
                <c:pt idx="9201">
                  <c:v>2.30999</c:v>
                </c:pt>
                <c:pt idx="9202">
                  <c:v>2.3102999999999998</c:v>
                </c:pt>
                <c:pt idx="9203">
                  <c:v>2.3106</c:v>
                </c:pt>
                <c:pt idx="9204">
                  <c:v>2.3109099999999998</c:v>
                </c:pt>
                <c:pt idx="9205">
                  <c:v>2.31121</c:v>
                </c:pt>
                <c:pt idx="9206">
                  <c:v>2.3115199999999998</c:v>
                </c:pt>
                <c:pt idx="9207">
                  <c:v>2.3118300000000001</c:v>
                </c:pt>
                <c:pt idx="9208">
                  <c:v>2.3121299999999998</c:v>
                </c:pt>
                <c:pt idx="9209">
                  <c:v>2.3124400000000001</c:v>
                </c:pt>
                <c:pt idx="9210">
                  <c:v>2.3127399999999998</c:v>
                </c:pt>
                <c:pt idx="9211">
                  <c:v>2.3130500000000001</c:v>
                </c:pt>
                <c:pt idx="9212">
                  <c:v>2.3133499999999998</c:v>
                </c:pt>
                <c:pt idx="9213">
                  <c:v>2.31366</c:v>
                </c:pt>
                <c:pt idx="9214">
                  <c:v>2.3139599999999998</c:v>
                </c:pt>
                <c:pt idx="9215">
                  <c:v>2.31427</c:v>
                </c:pt>
                <c:pt idx="9216">
                  <c:v>2.3145699999999998</c:v>
                </c:pt>
                <c:pt idx="9217">
                  <c:v>2.31488</c:v>
                </c:pt>
                <c:pt idx="9218">
                  <c:v>2.3151799999999998</c:v>
                </c:pt>
                <c:pt idx="9219">
                  <c:v>2.31549</c:v>
                </c:pt>
                <c:pt idx="9220">
                  <c:v>2.3157999999999999</c:v>
                </c:pt>
                <c:pt idx="9221">
                  <c:v>2.3161</c:v>
                </c:pt>
                <c:pt idx="9222">
                  <c:v>2.3164099999999999</c:v>
                </c:pt>
                <c:pt idx="9223">
                  <c:v>2.31671</c:v>
                </c:pt>
                <c:pt idx="9224">
                  <c:v>2.3170199999999999</c:v>
                </c:pt>
                <c:pt idx="9225">
                  <c:v>2.31732</c:v>
                </c:pt>
                <c:pt idx="9226">
                  <c:v>2.3176299999999999</c:v>
                </c:pt>
                <c:pt idx="9227">
                  <c:v>2.31793</c:v>
                </c:pt>
                <c:pt idx="9228">
                  <c:v>2.3182399999999999</c:v>
                </c:pt>
                <c:pt idx="9229">
                  <c:v>2.31854</c:v>
                </c:pt>
                <c:pt idx="9230">
                  <c:v>2.3188499999999999</c:v>
                </c:pt>
                <c:pt idx="9231">
                  <c:v>2.31915</c:v>
                </c:pt>
                <c:pt idx="9232">
                  <c:v>2.3194599999999999</c:v>
                </c:pt>
                <c:pt idx="9233">
                  <c:v>2.3197700000000001</c:v>
                </c:pt>
                <c:pt idx="9234">
                  <c:v>2.3200699999999999</c:v>
                </c:pt>
                <c:pt idx="9235">
                  <c:v>2.3203800000000001</c:v>
                </c:pt>
                <c:pt idx="9236">
                  <c:v>2.3206799999999999</c:v>
                </c:pt>
                <c:pt idx="9237">
                  <c:v>2.3209900000000001</c:v>
                </c:pt>
                <c:pt idx="9238">
                  <c:v>2.3212899999999999</c:v>
                </c:pt>
                <c:pt idx="9239">
                  <c:v>2.3216000000000001</c:v>
                </c:pt>
                <c:pt idx="9240">
                  <c:v>2.3218999999999999</c:v>
                </c:pt>
                <c:pt idx="9241">
                  <c:v>2.3222100000000001</c:v>
                </c:pt>
                <c:pt idx="9242">
                  <c:v>2.3225099999999999</c:v>
                </c:pt>
                <c:pt idx="9243">
                  <c:v>2.3228200000000001</c:v>
                </c:pt>
                <c:pt idx="9244">
                  <c:v>2.3231299999999999</c:v>
                </c:pt>
                <c:pt idx="9245">
                  <c:v>2.3234300000000001</c:v>
                </c:pt>
                <c:pt idx="9246">
                  <c:v>2.3237399999999999</c:v>
                </c:pt>
                <c:pt idx="9247">
                  <c:v>2.3240400000000001</c:v>
                </c:pt>
                <c:pt idx="9248">
                  <c:v>2.3243499999999999</c:v>
                </c:pt>
                <c:pt idx="9249">
                  <c:v>2.3246500000000001</c:v>
                </c:pt>
                <c:pt idx="9250">
                  <c:v>2.3249599999999999</c:v>
                </c:pt>
                <c:pt idx="9251">
                  <c:v>2.3252600000000001</c:v>
                </c:pt>
                <c:pt idx="9252">
                  <c:v>2.3255699999999999</c:v>
                </c:pt>
                <c:pt idx="9253">
                  <c:v>2.3258700000000001</c:v>
                </c:pt>
                <c:pt idx="9254">
                  <c:v>2.3261799999999999</c:v>
                </c:pt>
                <c:pt idx="9255">
                  <c:v>2.3264800000000001</c:v>
                </c:pt>
                <c:pt idx="9256">
                  <c:v>2.3267899999999999</c:v>
                </c:pt>
                <c:pt idx="9257">
                  <c:v>2.3271000000000002</c:v>
                </c:pt>
                <c:pt idx="9258">
                  <c:v>2.3273999999999999</c:v>
                </c:pt>
                <c:pt idx="9259">
                  <c:v>2.3277100000000002</c:v>
                </c:pt>
                <c:pt idx="9260">
                  <c:v>2.3280099999999999</c:v>
                </c:pt>
                <c:pt idx="9261">
                  <c:v>2.3283200000000002</c:v>
                </c:pt>
                <c:pt idx="9262">
                  <c:v>2.3286199999999999</c:v>
                </c:pt>
                <c:pt idx="9263">
                  <c:v>2.3289300000000002</c:v>
                </c:pt>
                <c:pt idx="9264">
                  <c:v>2.3292299999999999</c:v>
                </c:pt>
                <c:pt idx="9265">
                  <c:v>2.3295400000000002</c:v>
                </c:pt>
                <c:pt idx="9266">
                  <c:v>2.3298399999999999</c:v>
                </c:pt>
                <c:pt idx="9267">
                  <c:v>2.3301500000000002</c:v>
                </c:pt>
                <c:pt idx="9268">
                  <c:v>2.3304499999999999</c:v>
                </c:pt>
                <c:pt idx="9269">
                  <c:v>2.3307600000000002</c:v>
                </c:pt>
                <c:pt idx="9270">
                  <c:v>2.33107</c:v>
                </c:pt>
                <c:pt idx="9271">
                  <c:v>2.3313700000000002</c:v>
                </c:pt>
                <c:pt idx="9272">
                  <c:v>2.33168</c:v>
                </c:pt>
                <c:pt idx="9273">
                  <c:v>2.3319800000000002</c:v>
                </c:pt>
                <c:pt idx="9274">
                  <c:v>2.33229</c:v>
                </c:pt>
                <c:pt idx="9275">
                  <c:v>2.3325900000000002</c:v>
                </c:pt>
                <c:pt idx="9276">
                  <c:v>2.3329</c:v>
                </c:pt>
                <c:pt idx="9277">
                  <c:v>2.3332000000000002</c:v>
                </c:pt>
                <c:pt idx="9278">
                  <c:v>2.33351</c:v>
                </c:pt>
                <c:pt idx="9279">
                  <c:v>2.3338100000000002</c:v>
                </c:pt>
                <c:pt idx="9280">
                  <c:v>2.33412</c:v>
                </c:pt>
                <c:pt idx="9281">
                  <c:v>2.3344200000000002</c:v>
                </c:pt>
                <c:pt idx="9282">
                  <c:v>2.33473</c:v>
                </c:pt>
                <c:pt idx="9283">
                  <c:v>2.3350399999999998</c:v>
                </c:pt>
                <c:pt idx="9284">
                  <c:v>2.33534</c:v>
                </c:pt>
                <c:pt idx="9285">
                  <c:v>2.3356499999999998</c:v>
                </c:pt>
                <c:pt idx="9286">
                  <c:v>2.33595</c:v>
                </c:pt>
                <c:pt idx="9287">
                  <c:v>2.3362599999999998</c:v>
                </c:pt>
                <c:pt idx="9288">
                  <c:v>2.33656</c:v>
                </c:pt>
                <c:pt idx="9289">
                  <c:v>2.3368699999999998</c:v>
                </c:pt>
                <c:pt idx="9290">
                  <c:v>2.33717</c:v>
                </c:pt>
                <c:pt idx="9291">
                  <c:v>2.3374799999999998</c:v>
                </c:pt>
                <c:pt idx="9292">
                  <c:v>2.33778</c:v>
                </c:pt>
                <c:pt idx="9293">
                  <c:v>2.3380899999999998</c:v>
                </c:pt>
                <c:pt idx="9294">
                  <c:v>2.33839</c:v>
                </c:pt>
                <c:pt idx="9295">
                  <c:v>2.3386999999999998</c:v>
                </c:pt>
                <c:pt idx="9296">
                  <c:v>2.33901</c:v>
                </c:pt>
                <c:pt idx="9297">
                  <c:v>2.3393099999999998</c:v>
                </c:pt>
                <c:pt idx="9298">
                  <c:v>2.33962</c:v>
                </c:pt>
                <c:pt idx="9299">
                  <c:v>2.3399200000000002</c:v>
                </c:pt>
                <c:pt idx="9300">
                  <c:v>2.34023</c:v>
                </c:pt>
                <c:pt idx="9301">
                  <c:v>2.3405300000000002</c:v>
                </c:pt>
                <c:pt idx="9302">
                  <c:v>2.34084</c:v>
                </c:pt>
                <c:pt idx="9303">
                  <c:v>2.3411400000000002</c:v>
                </c:pt>
                <c:pt idx="9304">
                  <c:v>2.34145</c:v>
                </c:pt>
                <c:pt idx="9305">
                  <c:v>2.3417500000000002</c:v>
                </c:pt>
                <c:pt idx="9306">
                  <c:v>2.34206</c:v>
                </c:pt>
                <c:pt idx="9307">
                  <c:v>2.3423699999999998</c:v>
                </c:pt>
                <c:pt idx="9308">
                  <c:v>2.34267</c:v>
                </c:pt>
                <c:pt idx="9309">
                  <c:v>2.3429799999999998</c:v>
                </c:pt>
                <c:pt idx="9310">
                  <c:v>2.34328</c:v>
                </c:pt>
                <c:pt idx="9311">
                  <c:v>2.3435899999999998</c:v>
                </c:pt>
                <c:pt idx="9312">
                  <c:v>2.34389</c:v>
                </c:pt>
                <c:pt idx="9313">
                  <c:v>2.3441999999999998</c:v>
                </c:pt>
                <c:pt idx="9314">
                  <c:v>2.3445</c:v>
                </c:pt>
                <c:pt idx="9315">
                  <c:v>2.3448099999999998</c:v>
                </c:pt>
                <c:pt idx="9316">
                  <c:v>2.34511</c:v>
                </c:pt>
                <c:pt idx="9317">
                  <c:v>2.3454199999999998</c:v>
                </c:pt>
                <c:pt idx="9318">
                  <c:v>2.34572</c:v>
                </c:pt>
                <c:pt idx="9319">
                  <c:v>2.3460299999999998</c:v>
                </c:pt>
                <c:pt idx="9320">
                  <c:v>2.3463400000000001</c:v>
                </c:pt>
                <c:pt idx="9321">
                  <c:v>2.3466399999999998</c:v>
                </c:pt>
                <c:pt idx="9322">
                  <c:v>2.3469500000000001</c:v>
                </c:pt>
                <c:pt idx="9323">
                  <c:v>2.3472499999999998</c:v>
                </c:pt>
                <c:pt idx="9324">
                  <c:v>2.3475600000000001</c:v>
                </c:pt>
                <c:pt idx="9325">
                  <c:v>2.3478599999999998</c:v>
                </c:pt>
                <c:pt idx="9326">
                  <c:v>2.3481700000000001</c:v>
                </c:pt>
                <c:pt idx="9327">
                  <c:v>2.3484699999999998</c:v>
                </c:pt>
                <c:pt idx="9328">
                  <c:v>2.3487800000000001</c:v>
                </c:pt>
                <c:pt idx="9329">
                  <c:v>2.3490799999999998</c:v>
                </c:pt>
                <c:pt idx="9330">
                  <c:v>2.3493900000000001</c:v>
                </c:pt>
                <c:pt idx="9331">
                  <c:v>2.3496899999999998</c:v>
                </c:pt>
                <c:pt idx="9332">
                  <c:v>2.35</c:v>
                </c:pt>
                <c:pt idx="9333">
                  <c:v>2.3503099999999999</c:v>
                </c:pt>
                <c:pt idx="9334">
                  <c:v>2.3506100000000001</c:v>
                </c:pt>
                <c:pt idx="9335">
                  <c:v>2.3509199999999999</c:v>
                </c:pt>
                <c:pt idx="9336">
                  <c:v>2.3512200000000001</c:v>
                </c:pt>
                <c:pt idx="9337">
                  <c:v>2.3515299999999999</c:v>
                </c:pt>
                <c:pt idx="9338">
                  <c:v>2.3518300000000001</c:v>
                </c:pt>
                <c:pt idx="9339">
                  <c:v>2.3521399999999999</c:v>
                </c:pt>
                <c:pt idx="9340">
                  <c:v>2.3524400000000001</c:v>
                </c:pt>
                <c:pt idx="9341">
                  <c:v>2.3527499999999999</c:v>
                </c:pt>
                <c:pt idx="9342">
                  <c:v>2.3530500000000001</c:v>
                </c:pt>
                <c:pt idx="9343">
                  <c:v>2.3533599999999999</c:v>
                </c:pt>
                <c:pt idx="9344">
                  <c:v>2.3536600000000001</c:v>
                </c:pt>
                <c:pt idx="9345">
                  <c:v>2.3539699999999999</c:v>
                </c:pt>
                <c:pt idx="9346">
                  <c:v>2.3542800000000002</c:v>
                </c:pt>
                <c:pt idx="9347">
                  <c:v>2.3545799999999999</c:v>
                </c:pt>
                <c:pt idx="9348">
                  <c:v>2.3548900000000001</c:v>
                </c:pt>
                <c:pt idx="9349">
                  <c:v>2.3551899999999999</c:v>
                </c:pt>
                <c:pt idx="9350">
                  <c:v>2.3555000000000001</c:v>
                </c:pt>
                <c:pt idx="9351">
                  <c:v>2.3557999999999999</c:v>
                </c:pt>
                <c:pt idx="9352">
                  <c:v>2.3561100000000001</c:v>
                </c:pt>
                <c:pt idx="9353">
                  <c:v>2.3564099999999999</c:v>
                </c:pt>
                <c:pt idx="9354">
                  <c:v>2.3567200000000001</c:v>
                </c:pt>
                <c:pt idx="9355">
                  <c:v>2.3570199999999999</c:v>
                </c:pt>
                <c:pt idx="9356">
                  <c:v>2.3573300000000001</c:v>
                </c:pt>
                <c:pt idx="9357">
                  <c:v>2.35764</c:v>
                </c:pt>
                <c:pt idx="9358">
                  <c:v>2.3579400000000001</c:v>
                </c:pt>
                <c:pt idx="9359">
                  <c:v>2.35825</c:v>
                </c:pt>
                <c:pt idx="9360">
                  <c:v>2.3585500000000001</c:v>
                </c:pt>
                <c:pt idx="9361">
                  <c:v>2.35886</c:v>
                </c:pt>
                <c:pt idx="9362">
                  <c:v>2.3591600000000001</c:v>
                </c:pt>
                <c:pt idx="9363">
                  <c:v>2.35947</c:v>
                </c:pt>
                <c:pt idx="9364">
                  <c:v>2.3597700000000001</c:v>
                </c:pt>
                <c:pt idx="9365">
                  <c:v>2.36008</c:v>
                </c:pt>
                <c:pt idx="9366">
                  <c:v>2.3603800000000001</c:v>
                </c:pt>
                <c:pt idx="9367">
                  <c:v>2.36069</c:v>
                </c:pt>
                <c:pt idx="9368">
                  <c:v>2.3609900000000001</c:v>
                </c:pt>
                <c:pt idx="9369">
                  <c:v>2.3613</c:v>
                </c:pt>
                <c:pt idx="9370">
                  <c:v>2.3616100000000002</c:v>
                </c:pt>
                <c:pt idx="9371">
                  <c:v>2.36191</c:v>
                </c:pt>
                <c:pt idx="9372">
                  <c:v>2.3622200000000002</c:v>
                </c:pt>
                <c:pt idx="9373">
                  <c:v>2.36252</c:v>
                </c:pt>
                <c:pt idx="9374">
                  <c:v>2.3628300000000002</c:v>
                </c:pt>
                <c:pt idx="9375">
                  <c:v>2.36313</c:v>
                </c:pt>
                <c:pt idx="9376">
                  <c:v>2.3634400000000002</c:v>
                </c:pt>
                <c:pt idx="9377">
                  <c:v>2.36374</c:v>
                </c:pt>
                <c:pt idx="9378">
                  <c:v>2.3640500000000002</c:v>
                </c:pt>
                <c:pt idx="9379">
                  <c:v>2.36435</c:v>
                </c:pt>
                <c:pt idx="9380">
                  <c:v>2.3646600000000002</c:v>
                </c:pt>
                <c:pt idx="9381">
                  <c:v>2.36496</c:v>
                </c:pt>
                <c:pt idx="9382">
                  <c:v>2.3652700000000002</c:v>
                </c:pt>
                <c:pt idx="9383">
                  <c:v>2.36558</c:v>
                </c:pt>
                <c:pt idx="9384">
                  <c:v>2.3658800000000002</c:v>
                </c:pt>
                <c:pt idx="9385">
                  <c:v>2.36619</c:v>
                </c:pt>
                <c:pt idx="9386">
                  <c:v>2.3664900000000002</c:v>
                </c:pt>
                <c:pt idx="9387">
                  <c:v>2.3668</c:v>
                </c:pt>
                <c:pt idx="9388">
                  <c:v>2.3671000000000002</c:v>
                </c:pt>
                <c:pt idx="9389">
                  <c:v>2.36741</c:v>
                </c:pt>
                <c:pt idx="9390">
                  <c:v>2.3677100000000002</c:v>
                </c:pt>
                <c:pt idx="9391">
                  <c:v>2.36802</c:v>
                </c:pt>
                <c:pt idx="9392">
                  <c:v>2.3683200000000002</c:v>
                </c:pt>
                <c:pt idx="9393">
                  <c:v>2.36863</c:v>
                </c:pt>
                <c:pt idx="9394">
                  <c:v>2.3689300000000002</c:v>
                </c:pt>
                <c:pt idx="9395">
                  <c:v>2.36924</c:v>
                </c:pt>
                <c:pt idx="9396">
                  <c:v>2.3695499999999998</c:v>
                </c:pt>
                <c:pt idx="9397">
                  <c:v>2.36985</c:v>
                </c:pt>
                <c:pt idx="9398">
                  <c:v>2.3701599999999998</c:v>
                </c:pt>
                <c:pt idx="9399">
                  <c:v>2.37046</c:v>
                </c:pt>
                <c:pt idx="9400">
                  <c:v>2.3707699999999998</c:v>
                </c:pt>
                <c:pt idx="9401">
                  <c:v>2.37107</c:v>
                </c:pt>
                <c:pt idx="9402">
                  <c:v>2.3713799999999998</c:v>
                </c:pt>
                <c:pt idx="9403">
                  <c:v>2.37168</c:v>
                </c:pt>
                <c:pt idx="9404">
                  <c:v>2.3719899999999998</c:v>
                </c:pt>
                <c:pt idx="9405">
                  <c:v>2.37229</c:v>
                </c:pt>
                <c:pt idx="9406">
                  <c:v>2.3725999999999998</c:v>
                </c:pt>
                <c:pt idx="9407">
                  <c:v>2.3729</c:v>
                </c:pt>
                <c:pt idx="9408">
                  <c:v>2.3732099999999998</c:v>
                </c:pt>
                <c:pt idx="9409">
                  <c:v>2.3735200000000001</c:v>
                </c:pt>
                <c:pt idx="9410">
                  <c:v>2.3738199999999998</c:v>
                </c:pt>
                <c:pt idx="9411">
                  <c:v>2.3741300000000001</c:v>
                </c:pt>
                <c:pt idx="9412">
                  <c:v>2.3744299999999998</c:v>
                </c:pt>
                <c:pt idx="9413">
                  <c:v>2.3747400000000001</c:v>
                </c:pt>
                <c:pt idx="9414">
                  <c:v>2.3750399999999998</c:v>
                </c:pt>
                <c:pt idx="9415">
                  <c:v>2.3753500000000001</c:v>
                </c:pt>
                <c:pt idx="9416">
                  <c:v>2.3756499999999998</c:v>
                </c:pt>
                <c:pt idx="9417">
                  <c:v>2.3759600000000001</c:v>
                </c:pt>
                <c:pt idx="9418">
                  <c:v>2.3762599999999998</c:v>
                </c:pt>
                <c:pt idx="9419">
                  <c:v>2.3765700000000001</c:v>
                </c:pt>
                <c:pt idx="9420">
                  <c:v>2.3768799999999999</c:v>
                </c:pt>
                <c:pt idx="9421">
                  <c:v>2.3771800000000001</c:v>
                </c:pt>
                <c:pt idx="9422">
                  <c:v>2.3774899999999999</c:v>
                </c:pt>
                <c:pt idx="9423">
                  <c:v>2.3777900000000001</c:v>
                </c:pt>
                <c:pt idx="9424">
                  <c:v>2.3780999999999999</c:v>
                </c:pt>
                <c:pt idx="9425">
                  <c:v>2.3784000000000001</c:v>
                </c:pt>
                <c:pt idx="9426">
                  <c:v>2.3787099999999999</c:v>
                </c:pt>
                <c:pt idx="9427">
                  <c:v>2.3790100000000001</c:v>
                </c:pt>
                <c:pt idx="9428">
                  <c:v>2.3793199999999999</c:v>
                </c:pt>
                <c:pt idx="9429">
                  <c:v>2.3796200000000001</c:v>
                </c:pt>
                <c:pt idx="9430">
                  <c:v>2.3799299999999999</c:v>
                </c:pt>
                <c:pt idx="9431">
                  <c:v>2.3802300000000001</c:v>
                </c:pt>
                <c:pt idx="9432">
                  <c:v>2.3805399999999999</c:v>
                </c:pt>
                <c:pt idx="9433">
                  <c:v>2.3808500000000001</c:v>
                </c:pt>
                <c:pt idx="9434">
                  <c:v>2.3811499999999999</c:v>
                </c:pt>
                <c:pt idx="9435">
                  <c:v>2.3814600000000001</c:v>
                </c:pt>
                <c:pt idx="9436">
                  <c:v>2.3817599999999999</c:v>
                </c:pt>
                <c:pt idx="9437">
                  <c:v>2.3820700000000001</c:v>
                </c:pt>
                <c:pt idx="9438">
                  <c:v>2.3823699999999999</c:v>
                </c:pt>
                <c:pt idx="9439">
                  <c:v>2.3826800000000001</c:v>
                </c:pt>
                <c:pt idx="9440">
                  <c:v>2.3829799999999999</c:v>
                </c:pt>
                <c:pt idx="9441">
                  <c:v>2.3832900000000001</c:v>
                </c:pt>
                <c:pt idx="9442">
                  <c:v>2.3835899999999999</c:v>
                </c:pt>
                <c:pt idx="9443">
                  <c:v>2.3839000000000001</c:v>
                </c:pt>
                <c:pt idx="9444">
                  <c:v>2.3841999999999999</c:v>
                </c:pt>
                <c:pt idx="9445">
                  <c:v>2.3845100000000001</c:v>
                </c:pt>
                <c:pt idx="9446">
                  <c:v>2.3848199999999999</c:v>
                </c:pt>
                <c:pt idx="9447">
                  <c:v>2.3851200000000001</c:v>
                </c:pt>
                <c:pt idx="9448">
                  <c:v>2.3854299999999999</c:v>
                </c:pt>
                <c:pt idx="9449">
                  <c:v>2.3857300000000001</c:v>
                </c:pt>
                <c:pt idx="9450">
                  <c:v>2.3860399999999999</c:v>
                </c:pt>
                <c:pt idx="9451">
                  <c:v>2.3863400000000001</c:v>
                </c:pt>
                <c:pt idx="9452">
                  <c:v>2.3866499999999999</c:v>
                </c:pt>
                <c:pt idx="9453">
                  <c:v>2.3869500000000001</c:v>
                </c:pt>
                <c:pt idx="9454">
                  <c:v>2.3872599999999999</c:v>
                </c:pt>
                <c:pt idx="9455">
                  <c:v>2.3875600000000001</c:v>
                </c:pt>
                <c:pt idx="9456">
                  <c:v>2.3878699999999999</c:v>
                </c:pt>
                <c:pt idx="9457">
                  <c:v>2.3881700000000001</c:v>
                </c:pt>
                <c:pt idx="9458">
                  <c:v>2.3884799999999999</c:v>
                </c:pt>
                <c:pt idx="9459">
                  <c:v>2.3887900000000002</c:v>
                </c:pt>
                <c:pt idx="9460">
                  <c:v>2.3890899999999999</c:v>
                </c:pt>
                <c:pt idx="9461">
                  <c:v>2.3894000000000002</c:v>
                </c:pt>
                <c:pt idx="9462">
                  <c:v>2.3896999999999999</c:v>
                </c:pt>
                <c:pt idx="9463">
                  <c:v>2.3900100000000002</c:v>
                </c:pt>
                <c:pt idx="9464">
                  <c:v>2.3903099999999999</c:v>
                </c:pt>
                <c:pt idx="9465">
                  <c:v>2.3906200000000002</c:v>
                </c:pt>
                <c:pt idx="9466">
                  <c:v>2.3909199999999999</c:v>
                </c:pt>
                <c:pt idx="9467">
                  <c:v>2.3912300000000002</c:v>
                </c:pt>
                <c:pt idx="9468">
                  <c:v>2.3915299999999999</c:v>
                </c:pt>
                <c:pt idx="9469">
                  <c:v>2.3918400000000002</c:v>
                </c:pt>
                <c:pt idx="9470">
                  <c:v>2.3921399999999999</c:v>
                </c:pt>
                <c:pt idx="9471">
                  <c:v>2.3924500000000002</c:v>
                </c:pt>
                <c:pt idx="9472">
                  <c:v>2.39276</c:v>
                </c:pt>
                <c:pt idx="9473">
                  <c:v>2.3930600000000002</c:v>
                </c:pt>
                <c:pt idx="9474">
                  <c:v>2.39337</c:v>
                </c:pt>
                <c:pt idx="9475">
                  <c:v>2.3936700000000002</c:v>
                </c:pt>
                <c:pt idx="9476">
                  <c:v>2.39398</c:v>
                </c:pt>
                <c:pt idx="9477">
                  <c:v>2.3942800000000002</c:v>
                </c:pt>
                <c:pt idx="9478">
                  <c:v>2.39459</c:v>
                </c:pt>
                <c:pt idx="9479">
                  <c:v>2.3948900000000002</c:v>
                </c:pt>
                <c:pt idx="9480">
                  <c:v>2.3952</c:v>
                </c:pt>
                <c:pt idx="9481">
                  <c:v>2.3955000000000002</c:v>
                </c:pt>
                <c:pt idx="9482">
                  <c:v>2.39581</c:v>
                </c:pt>
                <c:pt idx="9483">
                  <c:v>2.3961199999999998</c:v>
                </c:pt>
                <c:pt idx="9484">
                  <c:v>2.39642</c:v>
                </c:pt>
                <c:pt idx="9485">
                  <c:v>2.3967299999999998</c:v>
                </c:pt>
                <c:pt idx="9486">
                  <c:v>2.39703</c:v>
                </c:pt>
                <c:pt idx="9487">
                  <c:v>2.3973399999999998</c:v>
                </c:pt>
                <c:pt idx="9488">
                  <c:v>2.39764</c:v>
                </c:pt>
                <c:pt idx="9489">
                  <c:v>2.3979499999999998</c:v>
                </c:pt>
                <c:pt idx="9490">
                  <c:v>2.39825</c:v>
                </c:pt>
                <c:pt idx="9491">
                  <c:v>2.3985599999999998</c:v>
                </c:pt>
                <c:pt idx="9492">
                  <c:v>2.39886</c:v>
                </c:pt>
                <c:pt idx="9493">
                  <c:v>2.3991699999999998</c:v>
                </c:pt>
                <c:pt idx="9494">
                  <c:v>2.39947</c:v>
                </c:pt>
                <c:pt idx="9495">
                  <c:v>2.3997799999999998</c:v>
                </c:pt>
                <c:pt idx="9496">
                  <c:v>2.4000900000000001</c:v>
                </c:pt>
                <c:pt idx="9497">
                  <c:v>2.4003899999999998</c:v>
                </c:pt>
                <c:pt idx="9498">
                  <c:v>2.4007000000000001</c:v>
                </c:pt>
                <c:pt idx="9499">
                  <c:v>2.4009999999999998</c:v>
                </c:pt>
                <c:pt idx="9500">
                  <c:v>2.4013100000000001</c:v>
                </c:pt>
                <c:pt idx="9501">
                  <c:v>2.4016099999999998</c:v>
                </c:pt>
                <c:pt idx="9502">
                  <c:v>2.4019200000000001</c:v>
                </c:pt>
                <c:pt idx="9503">
                  <c:v>2.4022199999999998</c:v>
                </c:pt>
                <c:pt idx="9504">
                  <c:v>2.4025300000000001</c:v>
                </c:pt>
                <c:pt idx="9505">
                  <c:v>2.4028299999999998</c:v>
                </c:pt>
                <c:pt idx="9506">
                  <c:v>2.4031400000000001</c:v>
                </c:pt>
                <c:pt idx="9507">
                  <c:v>2.4034399999999998</c:v>
                </c:pt>
                <c:pt idx="9508">
                  <c:v>2.4037500000000001</c:v>
                </c:pt>
                <c:pt idx="9509">
                  <c:v>2.4040599999999999</c:v>
                </c:pt>
                <c:pt idx="9510">
                  <c:v>2.4043600000000001</c:v>
                </c:pt>
                <c:pt idx="9511">
                  <c:v>2.4046699999999999</c:v>
                </c:pt>
                <c:pt idx="9512">
                  <c:v>2.4049700000000001</c:v>
                </c:pt>
                <c:pt idx="9513">
                  <c:v>2.4052799999999999</c:v>
                </c:pt>
                <c:pt idx="9514">
                  <c:v>2.4055800000000001</c:v>
                </c:pt>
                <c:pt idx="9515">
                  <c:v>2.4058899999999999</c:v>
                </c:pt>
                <c:pt idx="9516">
                  <c:v>2.4061900000000001</c:v>
                </c:pt>
                <c:pt idx="9517">
                  <c:v>2.4064999999999999</c:v>
                </c:pt>
                <c:pt idx="9518">
                  <c:v>2.4068000000000001</c:v>
                </c:pt>
                <c:pt idx="9519">
                  <c:v>2.4071099999999999</c:v>
                </c:pt>
                <c:pt idx="9520">
                  <c:v>2.40741</c:v>
                </c:pt>
                <c:pt idx="9521">
                  <c:v>2.4077199999999999</c:v>
                </c:pt>
                <c:pt idx="9522">
                  <c:v>2.4080300000000001</c:v>
                </c:pt>
                <c:pt idx="9523">
                  <c:v>2.4083299999999999</c:v>
                </c:pt>
                <c:pt idx="9524">
                  <c:v>2.4086400000000001</c:v>
                </c:pt>
                <c:pt idx="9525">
                  <c:v>2.4089399999999999</c:v>
                </c:pt>
                <c:pt idx="9526">
                  <c:v>2.4092500000000001</c:v>
                </c:pt>
                <c:pt idx="9527">
                  <c:v>2.4095499999999999</c:v>
                </c:pt>
                <c:pt idx="9528">
                  <c:v>2.4098600000000001</c:v>
                </c:pt>
                <c:pt idx="9529">
                  <c:v>2.4101599999999999</c:v>
                </c:pt>
                <c:pt idx="9530">
                  <c:v>2.4104700000000001</c:v>
                </c:pt>
                <c:pt idx="9531">
                  <c:v>2.4107699999999999</c:v>
                </c:pt>
                <c:pt idx="9532">
                  <c:v>2.4110800000000001</c:v>
                </c:pt>
                <c:pt idx="9533">
                  <c:v>2.4113899999999999</c:v>
                </c:pt>
                <c:pt idx="9534">
                  <c:v>2.4116900000000001</c:v>
                </c:pt>
                <c:pt idx="9535">
                  <c:v>2.4119999999999999</c:v>
                </c:pt>
                <c:pt idx="9536">
                  <c:v>2.4123000000000001</c:v>
                </c:pt>
                <c:pt idx="9537">
                  <c:v>2.4126099999999999</c:v>
                </c:pt>
                <c:pt idx="9538">
                  <c:v>2.4129100000000001</c:v>
                </c:pt>
                <c:pt idx="9539">
                  <c:v>2.4132199999999999</c:v>
                </c:pt>
                <c:pt idx="9540">
                  <c:v>2.4135200000000001</c:v>
                </c:pt>
                <c:pt idx="9541">
                  <c:v>2.4138299999999999</c:v>
                </c:pt>
                <c:pt idx="9542">
                  <c:v>2.4141300000000001</c:v>
                </c:pt>
                <c:pt idx="9543">
                  <c:v>2.4144399999999999</c:v>
                </c:pt>
                <c:pt idx="9544">
                  <c:v>2.4147400000000001</c:v>
                </c:pt>
                <c:pt idx="9545">
                  <c:v>2.4150499999999999</c:v>
                </c:pt>
                <c:pt idx="9546">
                  <c:v>2.4153600000000002</c:v>
                </c:pt>
                <c:pt idx="9547">
                  <c:v>2.4156599999999999</c:v>
                </c:pt>
                <c:pt idx="9548">
                  <c:v>2.4159700000000002</c:v>
                </c:pt>
                <c:pt idx="9549">
                  <c:v>2.4162699999999999</c:v>
                </c:pt>
                <c:pt idx="9550">
                  <c:v>2.4165800000000002</c:v>
                </c:pt>
                <c:pt idx="9551">
                  <c:v>2.4168799999999999</c:v>
                </c:pt>
                <c:pt idx="9552">
                  <c:v>2.4171900000000002</c:v>
                </c:pt>
                <c:pt idx="9553">
                  <c:v>2.4174899999999999</c:v>
                </c:pt>
                <c:pt idx="9554">
                  <c:v>2.4178000000000002</c:v>
                </c:pt>
                <c:pt idx="9555">
                  <c:v>2.4180999999999999</c:v>
                </c:pt>
                <c:pt idx="9556">
                  <c:v>2.4184100000000002</c:v>
                </c:pt>
                <c:pt idx="9557">
                  <c:v>2.4187099999999999</c:v>
                </c:pt>
                <c:pt idx="9558">
                  <c:v>2.4190200000000002</c:v>
                </c:pt>
                <c:pt idx="9559">
                  <c:v>2.41933</c:v>
                </c:pt>
                <c:pt idx="9560">
                  <c:v>2.4196300000000002</c:v>
                </c:pt>
                <c:pt idx="9561">
                  <c:v>2.41994</c:v>
                </c:pt>
                <c:pt idx="9562">
                  <c:v>2.4202400000000002</c:v>
                </c:pt>
                <c:pt idx="9563">
                  <c:v>2.42055</c:v>
                </c:pt>
                <c:pt idx="9564">
                  <c:v>2.4208500000000002</c:v>
                </c:pt>
                <c:pt idx="9565">
                  <c:v>2.42116</c:v>
                </c:pt>
                <c:pt idx="9566">
                  <c:v>2.4214600000000002</c:v>
                </c:pt>
                <c:pt idx="9567">
                  <c:v>2.42177</c:v>
                </c:pt>
                <c:pt idx="9568">
                  <c:v>2.4220700000000002</c:v>
                </c:pt>
                <c:pt idx="9569">
                  <c:v>2.42238</c:v>
                </c:pt>
                <c:pt idx="9570">
                  <c:v>2.4226800000000002</c:v>
                </c:pt>
                <c:pt idx="9571">
                  <c:v>2.42299</c:v>
                </c:pt>
                <c:pt idx="9572">
                  <c:v>2.4232999999999998</c:v>
                </c:pt>
                <c:pt idx="9573">
                  <c:v>2.4236</c:v>
                </c:pt>
                <c:pt idx="9574">
                  <c:v>2.4239099999999998</c:v>
                </c:pt>
                <c:pt idx="9575">
                  <c:v>2.42421</c:v>
                </c:pt>
                <c:pt idx="9576">
                  <c:v>2.4245199999999998</c:v>
                </c:pt>
                <c:pt idx="9577">
                  <c:v>2.42482</c:v>
                </c:pt>
                <c:pt idx="9578">
                  <c:v>2.4251299999999998</c:v>
                </c:pt>
                <c:pt idx="9579">
                  <c:v>2.42543</c:v>
                </c:pt>
                <c:pt idx="9580">
                  <c:v>2.4257399999999998</c:v>
                </c:pt>
                <c:pt idx="9581">
                  <c:v>2.42604</c:v>
                </c:pt>
                <c:pt idx="9582">
                  <c:v>2.4263499999999998</c:v>
                </c:pt>
                <c:pt idx="9583">
                  <c:v>2.42665</c:v>
                </c:pt>
                <c:pt idx="9584">
                  <c:v>2.4269599999999998</c:v>
                </c:pt>
                <c:pt idx="9585">
                  <c:v>2.42727</c:v>
                </c:pt>
                <c:pt idx="9586">
                  <c:v>2.4275699999999998</c:v>
                </c:pt>
                <c:pt idx="9587">
                  <c:v>2.42788</c:v>
                </c:pt>
                <c:pt idx="9588">
                  <c:v>2.4281799999999998</c:v>
                </c:pt>
                <c:pt idx="9589">
                  <c:v>2.42849</c:v>
                </c:pt>
                <c:pt idx="9590">
                  <c:v>2.4287899999999998</c:v>
                </c:pt>
                <c:pt idx="9591">
                  <c:v>2.4291</c:v>
                </c:pt>
                <c:pt idx="9592">
                  <c:v>2.4293999999999998</c:v>
                </c:pt>
                <c:pt idx="9593">
                  <c:v>2.42971</c:v>
                </c:pt>
                <c:pt idx="9594">
                  <c:v>2.4300099999999998</c:v>
                </c:pt>
                <c:pt idx="9595">
                  <c:v>2.43032</c:v>
                </c:pt>
                <c:pt idx="9596">
                  <c:v>2.4306299999999998</c:v>
                </c:pt>
                <c:pt idx="9597">
                  <c:v>2.43093</c:v>
                </c:pt>
                <c:pt idx="9598">
                  <c:v>2.4312399999999998</c:v>
                </c:pt>
                <c:pt idx="9599">
                  <c:v>2.43154</c:v>
                </c:pt>
                <c:pt idx="9600">
                  <c:v>2.4318499999999998</c:v>
                </c:pt>
                <c:pt idx="9601">
                  <c:v>2.43215</c:v>
                </c:pt>
                <c:pt idx="9602">
                  <c:v>2.4324599999999998</c:v>
                </c:pt>
                <c:pt idx="9603">
                  <c:v>2.43276</c:v>
                </c:pt>
                <c:pt idx="9604">
                  <c:v>2.4330699999999998</c:v>
                </c:pt>
                <c:pt idx="9605">
                  <c:v>2.43337</c:v>
                </c:pt>
                <c:pt idx="9606">
                  <c:v>2.4336799999999998</c:v>
                </c:pt>
                <c:pt idx="9607">
                  <c:v>2.43398</c:v>
                </c:pt>
                <c:pt idx="9608">
                  <c:v>2.4342899999999998</c:v>
                </c:pt>
                <c:pt idx="9609">
                  <c:v>2.4346000000000001</c:v>
                </c:pt>
                <c:pt idx="9610">
                  <c:v>2.4348999999999998</c:v>
                </c:pt>
                <c:pt idx="9611">
                  <c:v>2.4352100000000001</c:v>
                </c:pt>
                <c:pt idx="9612">
                  <c:v>2.4355099999999998</c:v>
                </c:pt>
                <c:pt idx="9613">
                  <c:v>2.4358200000000001</c:v>
                </c:pt>
                <c:pt idx="9614">
                  <c:v>2.4361199999999998</c:v>
                </c:pt>
                <c:pt idx="9615">
                  <c:v>2.4364300000000001</c:v>
                </c:pt>
                <c:pt idx="9616">
                  <c:v>2.4367299999999998</c:v>
                </c:pt>
                <c:pt idx="9617">
                  <c:v>2.4370400000000001</c:v>
                </c:pt>
                <c:pt idx="9618">
                  <c:v>2.4373399999999998</c:v>
                </c:pt>
                <c:pt idx="9619">
                  <c:v>2.4376500000000001</c:v>
                </c:pt>
                <c:pt idx="9620">
                  <c:v>2.4379499999999998</c:v>
                </c:pt>
                <c:pt idx="9621">
                  <c:v>2.4382600000000001</c:v>
                </c:pt>
                <c:pt idx="9622">
                  <c:v>2.4385699999999999</c:v>
                </c:pt>
                <c:pt idx="9623">
                  <c:v>2.4388700000000001</c:v>
                </c:pt>
                <c:pt idx="9624">
                  <c:v>2.4391799999999999</c:v>
                </c:pt>
                <c:pt idx="9625">
                  <c:v>2.4394800000000001</c:v>
                </c:pt>
                <c:pt idx="9626">
                  <c:v>2.4397899999999999</c:v>
                </c:pt>
                <c:pt idx="9627">
                  <c:v>2.4400900000000001</c:v>
                </c:pt>
                <c:pt idx="9628">
                  <c:v>2.4403999999999999</c:v>
                </c:pt>
                <c:pt idx="9629">
                  <c:v>2.4407000000000001</c:v>
                </c:pt>
                <c:pt idx="9630">
                  <c:v>2.4410099999999999</c:v>
                </c:pt>
                <c:pt idx="9631">
                  <c:v>2.4413100000000001</c:v>
                </c:pt>
                <c:pt idx="9632">
                  <c:v>2.4416199999999999</c:v>
                </c:pt>
                <c:pt idx="9633">
                  <c:v>2.4419200000000001</c:v>
                </c:pt>
                <c:pt idx="9634">
                  <c:v>2.4422299999999999</c:v>
                </c:pt>
                <c:pt idx="9635">
                  <c:v>2.4425400000000002</c:v>
                </c:pt>
                <c:pt idx="9636">
                  <c:v>2.4428399999999999</c:v>
                </c:pt>
                <c:pt idx="9637">
                  <c:v>2.4431500000000002</c:v>
                </c:pt>
                <c:pt idx="9638">
                  <c:v>2.4434499999999999</c:v>
                </c:pt>
                <c:pt idx="9639">
                  <c:v>2.4437600000000002</c:v>
                </c:pt>
                <c:pt idx="9640">
                  <c:v>2.4440599999999999</c:v>
                </c:pt>
                <c:pt idx="9641">
                  <c:v>2.4443700000000002</c:v>
                </c:pt>
                <c:pt idx="9642">
                  <c:v>2.4446699999999999</c:v>
                </c:pt>
                <c:pt idx="9643">
                  <c:v>2.4449800000000002</c:v>
                </c:pt>
                <c:pt idx="9644">
                  <c:v>2.4452799999999999</c:v>
                </c:pt>
                <c:pt idx="9645">
                  <c:v>2.4455900000000002</c:v>
                </c:pt>
                <c:pt idx="9646">
                  <c:v>2.4458899999999999</c:v>
                </c:pt>
                <c:pt idx="9647">
                  <c:v>2.4462000000000002</c:v>
                </c:pt>
                <c:pt idx="9648">
                  <c:v>2.44651</c:v>
                </c:pt>
                <c:pt idx="9649">
                  <c:v>2.4468100000000002</c:v>
                </c:pt>
                <c:pt idx="9650">
                  <c:v>2.44712</c:v>
                </c:pt>
                <c:pt idx="9651">
                  <c:v>2.4474200000000002</c:v>
                </c:pt>
                <c:pt idx="9652">
                  <c:v>2.44773</c:v>
                </c:pt>
                <c:pt idx="9653">
                  <c:v>2.4480300000000002</c:v>
                </c:pt>
                <c:pt idx="9654">
                  <c:v>2.44834</c:v>
                </c:pt>
                <c:pt idx="9655">
                  <c:v>2.4486400000000001</c:v>
                </c:pt>
                <c:pt idx="9656">
                  <c:v>2.44895</c:v>
                </c:pt>
                <c:pt idx="9657">
                  <c:v>2.4492500000000001</c:v>
                </c:pt>
                <c:pt idx="9658">
                  <c:v>2.44956</c:v>
                </c:pt>
                <c:pt idx="9659">
                  <c:v>2.4498700000000002</c:v>
                </c:pt>
                <c:pt idx="9660">
                  <c:v>2.45017</c:v>
                </c:pt>
                <c:pt idx="9661">
                  <c:v>2.4504800000000002</c:v>
                </c:pt>
                <c:pt idx="9662">
                  <c:v>2.45078</c:v>
                </c:pt>
                <c:pt idx="9663">
                  <c:v>2.4510900000000002</c:v>
                </c:pt>
                <c:pt idx="9664">
                  <c:v>2.45139</c:v>
                </c:pt>
                <c:pt idx="9665">
                  <c:v>2.4517000000000002</c:v>
                </c:pt>
                <c:pt idx="9666">
                  <c:v>2.452</c:v>
                </c:pt>
                <c:pt idx="9667">
                  <c:v>2.4523100000000002</c:v>
                </c:pt>
                <c:pt idx="9668">
                  <c:v>2.45261</c:v>
                </c:pt>
                <c:pt idx="9669">
                  <c:v>2.4529200000000002</c:v>
                </c:pt>
                <c:pt idx="9670">
                  <c:v>2.45322</c:v>
                </c:pt>
                <c:pt idx="9671">
                  <c:v>2.4535300000000002</c:v>
                </c:pt>
                <c:pt idx="9672">
                  <c:v>2.45384</c:v>
                </c:pt>
                <c:pt idx="9673">
                  <c:v>2.4541400000000002</c:v>
                </c:pt>
                <c:pt idx="9674">
                  <c:v>2.45445</c:v>
                </c:pt>
                <c:pt idx="9675">
                  <c:v>2.4547500000000002</c:v>
                </c:pt>
                <c:pt idx="9676">
                  <c:v>2.45506</c:v>
                </c:pt>
                <c:pt idx="9677">
                  <c:v>2.4553600000000002</c:v>
                </c:pt>
                <c:pt idx="9678">
                  <c:v>2.45567</c:v>
                </c:pt>
                <c:pt idx="9679">
                  <c:v>2.4559700000000002</c:v>
                </c:pt>
                <c:pt idx="9680">
                  <c:v>2.45628</c:v>
                </c:pt>
                <c:pt idx="9681">
                  <c:v>2.4565800000000002</c:v>
                </c:pt>
                <c:pt idx="9682">
                  <c:v>2.45689</c:v>
                </c:pt>
                <c:pt idx="9683">
                  <c:v>2.4571900000000002</c:v>
                </c:pt>
                <c:pt idx="9684">
                  <c:v>2.4575</c:v>
                </c:pt>
                <c:pt idx="9685">
                  <c:v>2.4578099999999998</c:v>
                </c:pt>
                <c:pt idx="9686">
                  <c:v>2.45811</c:v>
                </c:pt>
                <c:pt idx="9687">
                  <c:v>2.4584199999999998</c:v>
                </c:pt>
                <c:pt idx="9688">
                  <c:v>2.45872</c:v>
                </c:pt>
                <c:pt idx="9689">
                  <c:v>2.4590299999999998</c:v>
                </c:pt>
                <c:pt idx="9690">
                  <c:v>2.45933</c:v>
                </c:pt>
                <c:pt idx="9691">
                  <c:v>2.4596399999999998</c:v>
                </c:pt>
                <c:pt idx="9692">
                  <c:v>2.45994</c:v>
                </c:pt>
                <c:pt idx="9693">
                  <c:v>2.4602499999999998</c:v>
                </c:pt>
                <c:pt idx="9694">
                  <c:v>2.46055</c:v>
                </c:pt>
                <c:pt idx="9695">
                  <c:v>2.4608599999999998</c:v>
                </c:pt>
                <c:pt idx="9696">
                  <c:v>2.46116</c:v>
                </c:pt>
                <c:pt idx="9697">
                  <c:v>2.4614699999999998</c:v>
                </c:pt>
                <c:pt idx="9698">
                  <c:v>2.4617800000000001</c:v>
                </c:pt>
                <c:pt idx="9699">
                  <c:v>2.4620799999999998</c:v>
                </c:pt>
                <c:pt idx="9700">
                  <c:v>2.4623900000000001</c:v>
                </c:pt>
                <c:pt idx="9701">
                  <c:v>2.4626899999999998</c:v>
                </c:pt>
                <c:pt idx="9702">
                  <c:v>2.4630000000000001</c:v>
                </c:pt>
                <c:pt idx="9703">
                  <c:v>2.4632999999999998</c:v>
                </c:pt>
                <c:pt idx="9704">
                  <c:v>2.4636100000000001</c:v>
                </c:pt>
                <c:pt idx="9705">
                  <c:v>2.4639099999999998</c:v>
                </c:pt>
                <c:pt idx="9706">
                  <c:v>2.4642200000000001</c:v>
                </c:pt>
                <c:pt idx="9707">
                  <c:v>2.4645199999999998</c:v>
                </c:pt>
                <c:pt idx="9708">
                  <c:v>2.4648300000000001</c:v>
                </c:pt>
                <c:pt idx="9709">
                  <c:v>2.4651399999999999</c:v>
                </c:pt>
                <c:pt idx="9710">
                  <c:v>2.4654400000000001</c:v>
                </c:pt>
                <c:pt idx="9711">
                  <c:v>2.4657499999999999</c:v>
                </c:pt>
                <c:pt idx="9712">
                  <c:v>2.4660500000000001</c:v>
                </c:pt>
                <c:pt idx="9713">
                  <c:v>2.4663599999999999</c:v>
                </c:pt>
                <c:pt idx="9714">
                  <c:v>2.4666600000000001</c:v>
                </c:pt>
                <c:pt idx="9715">
                  <c:v>2.4669699999999999</c:v>
                </c:pt>
                <c:pt idx="9716">
                  <c:v>2.4672700000000001</c:v>
                </c:pt>
                <c:pt idx="9717">
                  <c:v>2.4675799999999999</c:v>
                </c:pt>
                <c:pt idx="9718">
                  <c:v>2.4678800000000001</c:v>
                </c:pt>
                <c:pt idx="9719">
                  <c:v>2.4681899999999999</c:v>
                </c:pt>
                <c:pt idx="9720">
                  <c:v>2.4684900000000001</c:v>
                </c:pt>
                <c:pt idx="9721">
                  <c:v>2.4687999999999999</c:v>
                </c:pt>
                <c:pt idx="9722">
                  <c:v>2.4691100000000001</c:v>
                </c:pt>
                <c:pt idx="9723">
                  <c:v>2.4694099999999999</c:v>
                </c:pt>
                <c:pt idx="9724">
                  <c:v>2.4697200000000001</c:v>
                </c:pt>
                <c:pt idx="9725">
                  <c:v>2.4700199999999999</c:v>
                </c:pt>
                <c:pt idx="9726">
                  <c:v>2.4703300000000001</c:v>
                </c:pt>
                <c:pt idx="9727">
                  <c:v>2.4706299999999999</c:v>
                </c:pt>
                <c:pt idx="9728">
                  <c:v>2.4709400000000001</c:v>
                </c:pt>
                <c:pt idx="9729">
                  <c:v>2.4712399999999999</c:v>
                </c:pt>
                <c:pt idx="9730">
                  <c:v>2.4715500000000001</c:v>
                </c:pt>
                <c:pt idx="9731">
                  <c:v>2.4718499999999999</c:v>
                </c:pt>
                <c:pt idx="9732">
                  <c:v>2.4721600000000001</c:v>
                </c:pt>
                <c:pt idx="9733">
                  <c:v>2.4724599999999999</c:v>
                </c:pt>
                <c:pt idx="9734">
                  <c:v>2.4727700000000001</c:v>
                </c:pt>
                <c:pt idx="9735">
                  <c:v>2.4730799999999999</c:v>
                </c:pt>
                <c:pt idx="9736">
                  <c:v>2.4733800000000001</c:v>
                </c:pt>
                <c:pt idx="9737">
                  <c:v>2.4736899999999999</c:v>
                </c:pt>
                <c:pt idx="9738">
                  <c:v>2.4739900000000001</c:v>
                </c:pt>
                <c:pt idx="9739">
                  <c:v>2.4742999999999999</c:v>
                </c:pt>
                <c:pt idx="9740">
                  <c:v>2.4746000000000001</c:v>
                </c:pt>
                <c:pt idx="9741">
                  <c:v>2.4749099999999999</c:v>
                </c:pt>
                <c:pt idx="9742">
                  <c:v>2.4752100000000001</c:v>
                </c:pt>
                <c:pt idx="9743">
                  <c:v>2.4755199999999999</c:v>
                </c:pt>
                <c:pt idx="9744">
                  <c:v>2.4758200000000001</c:v>
                </c:pt>
                <c:pt idx="9745">
                  <c:v>2.4761299999999999</c:v>
                </c:pt>
                <c:pt idx="9746">
                  <c:v>2.4764300000000001</c:v>
                </c:pt>
                <c:pt idx="9747">
                  <c:v>2.4767399999999999</c:v>
                </c:pt>
                <c:pt idx="9748">
                  <c:v>2.4770500000000002</c:v>
                </c:pt>
                <c:pt idx="9749">
                  <c:v>2.4773499999999999</c:v>
                </c:pt>
                <c:pt idx="9750">
                  <c:v>2.4776600000000002</c:v>
                </c:pt>
                <c:pt idx="9751">
                  <c:v>2.4779599999999999</c:v>
                </c:pt>
                <c:pt idx="9752">
                  <c:v>2.4782700000000002</c:v>
                </c:pt>
                <c:pt idx="9753">
                  <c:v>2.4785699999999999</c:v>
                </c:pt>
                <c:pt idx="9754">
                  <c:v>2.4788800000000002</c:v>
                </c:pt>
                <c:pt idx="9755">
                  <c:v>2.4791799999999999</c:v>
                </c:pt>
                <c:pt idx="9756">
                  <c:v>2.4794900000000002</c:v>
                </c:pt>
                <c:pt idx="9757">
                  <c:v>2.4797899999999999</c:v>
                </c:pt>
                <c:pt idx="9758">
                  <c:v>2.4801000000000002</c:v>
                </c:pt>
                <c:pt idx="9759">
                  <c:v>2.4803999999999999</c:v>
                </c:pt>
                <c:pt idx="9760">
                  <c:v>2.4807100000000002</c:v>
                </c:pt>
                <c:pt idx="9761">
                  <c:v>2.48102</c:v>
                </c:pt>
                <c:pt idx="9762">
                  <c:v>2.4813200000000002</c:v>
                </c:pt>
                <c:pt idx="9763">
                  <c:v>2.48163</c:v>
                </c:pt>
                <c:pt idx="9764">
                  <c:v>2.4819300000000002</c:v>
                </c:pt>
                <c:pt idx="9765">
                  <c:v>2.48224</c:v>
                </c:pt>
                <c:pt idx="9766">
                  <c:v>2.4825400000000002</c:v>
                </c:pt>
                <c:pt idx="9767">
                  <c:v>2.48285</c:v>
                </c:pt>
                <c:pt idx="9768">
                  <c:v>2.4831500000000002</c:v>
                </c:pt>
                <c:pt idx="9769">
                  <c:v>2.48346</c:v>
                </c:pt>
                <c:pt idx="9770">
                  <c:v>2.4837600000000002</c:v>
                </c:pt>
                <c:pt idx="9771">
                  <c:v>2.48407</c:v>
                </c:pt>
                <c:pt idx="9772">
                  <c:v>2.4843799999999998</c:v>
                </c:pt>
                <c:pt idx="9773">
                  <c:v>2.48468</c:v>
                </c:pt>
                <c:pt idx="9774">
                  <c:v>2.4849899999999998</c:v>
                </c:pt>
                <c:pt idx="9775">
                  <c:v>2.48529</c:v>
                </c:pt>
                <c:pt idx="9776">
                  <c:v>2.4855999999999998</c:v>
                </c:pt>
                <c:pt idx="9777">
                  <c:v>2.4859</c:v>
                </c:pt>
                <c:pt idx="9778">
                  <c:v>2.4862099999999998</c:v>
                </c:pt>
                <c:pt idx="9779">
                  <c:v>2.48651</c:v>
                </c:pt>
                <c:pt idx="9780">
                  <c:v>2.4868199999999998</c:v>
                </c:pt>
                <c:pt idx="9781">
                  <c:v>2.48712</c:v>
                </c:pt>
                <c:pt idx="9782">
                  <c:v>2.4874299999999998</c:v>
                </c:pt>
                <c:pt idx="9783">
                  <c:v>2.48773</c:v>
                </c:pt>
                <c:pt idx="9784">
                  <c:v>2.4880399999999998</c:v>
                </c:pt>
                <c:pt idx="9785">
                  <c:v>2.4883500000000001</c:v>
                </c:pt>
                <c:pt idx="9786">
                  <c:v>2.4886499999999998</c:v>
                </c:pt>
                <c:pt idx="9787">
                  <c:v>2.4889600000000001</c:v>
                </c:pt>
                <c:pt idx="9788">
                  <c:v>2.4892599999999998</c:v>
                </c:pt>
                <c:pt idx="9789">
                  <c:v>2.4895700000000001</c:v>
                </c:pt>
                <c:pt idx="9790">
                  <c:v>2.4898699999999998</c:v>
                </c:pt>
                <c:pt idx="9791">
                  <c:v>2.4901800000000001</c:v>
                </c:pt>
                <c:pt idx="9792">
                  <c:v>2.4904799999999998</c:v>
                </c:pt>
                <c:pt idx="9793">
                  <c:v>2.4907900000000001</c:v>
                </c:pt>
                <c:pt idx="9794">
                  <c:v>2.4910899999999998</c:v>
                </c:pt>
                <c:pt idx="9795">
                  <c:v>2.4914000000000001</c:v>
                </c:pt>
                <c:pt idx="9796">
                  <c:v>2.4916999999999998</c:v>
                </c:pt>
                <c:pt idx="9797">
                  <c:v>2.4920100000000001</c:v>
                </c:pt>
                <c:pt idx="9798">
                  <c:v>2.4923199999999999</c:v>
                </c:pt>
                <c:pt idx="9799">
                  <c:v>2.4926200000000001</c:v>
                </c:pt>
                <c:pt idx="9800">
                  <c:v>2.4929299999999999</c:v>
                </c:pt>
                <c:pt idx="9801">
                  <c:v>2.4932300000000001</c:v>
                </c:pt>
                <c:pt idx="9802">
                  <c:v>2.4935399999999999</c:v>
                </c:pt>
                <c:pt idx="9803">
                  <c:v>2.4938400000000001</c:v>
                </c:pt>
                <c:pt idx="9804">
                  <c:v>2.4941499999999999</c:v>
                </c:pt>
                <c:pt idx="9805">
                  <c:v>2.4944500000000001</c:v>
                </c:pt>
                <c:pt idx="9806">
                  <c:v>2.4947599999999999</c:v>
                </c:pt>
                <c:pt idx="9807">
                  <c:v>2.4950600000000001</c:v>
                </c:pt>
                <c:pt idx="9808">
                  <c:v>2.4953699999999999</c:v>
                </c:pt>
                <c:pt idx="9809">
                  <c:v>2.4956700000000001</c:v>
                </c:pt>
                <c:pt idx="9810">
                  <c:v>2.4959799999999999</c:v>
                </c:pt>
                <c:pt idx="9811">
                  <c:v>2.4962900000000001</c:v>
                </c:pt>
                <c:pt idx="9812">
                  <c:v>2.4965899999999999</c:v>
                </c:pt>
                <c:pt idx="9813">
                  <c:v>2.4969000000000001</c:v>
                </c:pt>
                <c:pt idx="9814">
                  <c:v>2.4971999999999999</c:v>
                </c:pt>
                <c:pt idx="9815">
                  <c:v>2.4975100000000001</c:v>
                </c:pt>
                <c:pt idx="9816">
                  <c:v>2.4978099999999999</c:v>
                </c:pt>
                <c:pt idx="9817">
                  <c:v>2.4981200000000001</c:v>
                </c:pt>
                <c:pt idx="9818">
                  <c:v>2.4984199999999999</c:v>
                </c:pt>
                <c:pt idx="9819">
                  <c:v>2.4987300000000001</c:v>
                </c:pt>
                <c:pt idx="9820">
                  <c:v>2.4990299999999999</c:v>
                </c:pt>
                <c:pt idx="9821">
                  <c:v>2.4993400000000001</c:v>
                </c:pt>
                <c:pt idx="9822">
                  <c:v>2.4996399999999999</c:v>
                </c:pt>
                <c:pt idx="9823">
                  <c:v>2.4999500000000001</c:v>
                </c:pt>
                <c:pt idx="9824">
                  <c:v>2.5002599999999999</c:v>
                </c:pt>
                <c:pt idx="9825">
                  <c:v>2.5005600000000001</c:v>
                </c:pt>
                <c:pt idx="9826">
                  <c:v>2.5008699999999999</c:v>
                </c:pt>
                <c:pt idx="9827">
                  <c:v>2.5011700000000001</c:v>
                </c:pt>
                <c:pt idx="9828">
                  <c:v>2.5014799999999999</c:v>
                </c:pt>
                <c:pt idx="9829">
                  <c:v>2.5017800000000001</c:v>
                </c:pt>
                <c:pt idx="9830">
                  <c:v>2.5020899999999999</c:v>
                </c:pt>
                <c:pt idx="9831">
                  <c:v>2.5023900000000001</c:v>
                </c:pt>
                <c:pt idx="9832">
                  <c:v>2.5026999999999999</c:v>
                </c:pt>
                <c:pt idx="9833">
                  <c:v>2.5030000000000001</c:v>
                </c:pt>
                <c:pt idx="9834">
                  <c:v>2.5033099999999999</c:v>
                </c:pt>
                <c:pt idx="9835">
                  <c:v>2.5036200000000002</c:v>
                </c:pt>
                <c:pt idx="9836">
                  <c:v>2.5039199999999999</c:v>
                </c:pt>
                <c:pt idx="9837">
                  <c:v>2.5042300000000002</c:v>
                </c:pt>
                <c:pt idx="9838">
                  <c:v>2.5045299999999999</c:v>
                </c:pt>
                <c:pt idx="9839">
                  <c:v>2.5048400000000002</c:v>
                </c:pt>
                <c:pt idx="9840">
                  <c:v>2.5051399999999999</c:v>
                </c:pt>
                <c:pt idx="9841">
                  <c:v>2.5054500000000002</c:v>
                </c:pt>
                <c:pt idx="9842">
                  <c:v>2.5057499999999999</c:v>
                </c:pt>
                <c:pt idx="9843">
                  <c:v>2.5060600000000002</c:v>
                </c:pt>
                <c:pt idx="9844">
                  <c:v>2.5063599999999999</c:v>
                </c:pt>
                <c:pt idx="9845">
                  <c:v>2.5066700000000002</c:v>
                </c:pt>
                <c:pt idx="9846">
                  <c:v>2.5069699999999999</c:v>
                </c:pt>
                <c:pt idx="9847">
                  <c:v>2.5072800000000002</c:v>
                </c:pt>
                <c:pt idx="9848">
                  <c:v>2.50759</c:v>
                </c:pt>
                <c:pt idx="9849">
                  <c:v>2.5078900000000002</c:v>
                </c:pt>
                <c:pt idx="9850">
                  <c:v>2.5082</c:v>
                </c:pt>
                <c:pt idx="9851">
                  <c:v>2.5085000000000002</c:v>
                </c:pt>
                <c:pt idx="9852">
                  <c:v>2.50881</c:v>
                </c:pt>
                <c:pt idx="9853">
                  <c:v>2.5091100000000002</c:v>
                </c:pt>
                <c:pt idx="9854">
                  <c:v>2.50942</c:v>
                </c:pt>
                <c:pt idx="9855">
                  <c:v>2.5097200000000002</c:v>
                </c:pt>
                <c:pt idx="9856">
                  <c:v>2.51003</c:v>
                </c:pt>
                <c:pt idx="9857">
                  <c:v>2.5103300000000002</c:v>
                </c:pt>
                <c:pt idx="9858">
                  <c:v>2.51064</c:v>
                </c:pt>
                <c:pt idx="9859">
                  <c:v>2.5109400000000002</c:v>
                </c:pt>
                <c:pt idx="9860">
                  <c:v>2.51125</c:v>
                </c:pt>
                <c:pt idx="9861">
                  <c:v>2.5115599999999998</c:v>
                </c:pt>
                <c:pt idx="9862">
                  <c:v>2.51186</c:v>
                </c:pt>
                <c:pt idx="9863">
                  <c:v>2.5121699999999998</c:v>
                </c:pt>
                <c:pt idx="9864">
                  <c:v>2.51247</c:v>
                </c:pt>
                <c:pt idx="9865">
                  <c:v>2.5127799999999998</c:v>
                </c:pt>
                <c:pt idx="9866">
                  <c:v>2.51308</c:v>
                </c:pt>
                <c:pt idx="9867">
                  <c:v>2.5133899999999998</c:v>
                </c:pt>
                <c:pt idx="9868">
                  <c:v>2.51369</c:v>
                </c:pt>
                <c:pt idx="9869">
                  <c:v>2.5139999999999998</c:v>
                </c:pt>
                <c:pt idx="9870">
                  <c:v>2.5143</c:v>
                </c:pt>
                <c:pt idx="9871">
                  <c:v>2.5146099999999998</c:v>
                </c:pt>
                <c:pt idx="9872">
                  <c:v>2.51491</c:v>
                </c:pt>
                <c:pt idx="9873">
                  <c:v>2.5152199999999998</c:v>
                </c:pt>
                <c:pt idx="9874">
                  <c:v>2.51553</c:v>
                </c:pt>
                <c:pt idx="9875">
                  <c:v>2.5158299999999998</c:v>
                </c:pt>
                <c:pt idx="9876">
                  <c:v>2.51614</c:v>
                </c:pt>
                <c:pt idx="9877">
                  <c:v>2.5164399999999998</c:v>
                </c:pt>
                <c:pt idx="9878">
                  <c:v>2.51675</c:v>
                </c:pt>
                <c:pt idx="9879">
                  <c:v>2.5170499999999998</c:v>
                </c:pt>
                <c:pt idx="9880">
                  <c:v>2.51736</c:v>
                </c:pt>
                <c:pt idx="9881">
                  <c:v>2.5176599999999998</c:v>
                </c:pt>
                <c:pt idx="9882">
                  <c:v>2.51797</c:v>
                </c:pt>
                <c:pt idx="9883">
                  <c:v>2.5182699999999998</c:v>
                </c:pt>
                <c:pt idx="9884">
                  <c:v>2.51858</c:v>
                </c:pt>
                <c:pt idx="9885">
                  <c:v>2.5188799999999998</c:v>
                </c:pt>
                <c:pt idx="9886">
                  <c:v>2.51919</c:v>
                </c:pt>
                <c:pt idx="9887">
                  <c:v>2.5194999999999999</c:v>
                </c:pt>
                <c:pt idx="9888">
                  <c:v>2.5198</c:v>
                </c:pt>
                <c:pt idx="9889">
                  <c:v>2.5201099999999999</c:v>
                </c:pt>
                <c:pt idx="9890">
                  <c:v>2.52041</c:v>
                </c:pt>
                <c:pt idx="9891">
                  <c:v>2.5207199999999998</c:v>
                </c:pt>
                <c:pt idx="9892">
                  <c:v>2.52102</c:v>
                </c:pt>
                <c:pt idx="9893">
                  <c:v>2.5213299999999998</c:v>
                </c:pt>
                <c:pt idx="9894">
                  <c:v>2.52163</c:v>
                </c:pt>
                <c:pt idx="9895">
                  <c:v>2.5219399999999998</c:v>
                </c:pt>
                <c:pt idx="9896">
                  <c:v>2.52224</c:v>
                </c:pt>
                <c:pt idx="9897">
                  <c:v>2.5225499999999998</c:v>
                </c:pt>
                <c:pt idx="9898">
                  <c:v>2.5228600000000001</c:v>
                </c:pt>
                <c:pt idx="9899">
                  <c:v>2.5231599999999998</c:v>
                </c:pt>
                <c:pt idx="9900">
                  <c:v>2.5234700000000001</c:v>
                </c:pt>
                <c:pt idx="9901">
                  <c:v>2.5237699999999998</c:v>
                </c:pt>
                <c:pt idx="9902">
                  <c:v>2.5240800000000001</c:v>
                </c:pt>
                <c:pt idx="9903">
                  <c:v>2.5243799999999998</c:v>
                </c:pt>
                <c:pt idx="9904">
                  <c:v>2.5246900000000001</c:v>
                </c:pt>
                <c:pt idx="9905">
                  <c:v>2.5249899999999998</c:v>
                </c:pt>
                <c:pt idx="9906">
                  <c:v>2.5253000000000001</c:v>
                </c:pt>
                <c:pt idx="9907">
                  <c:v>2.5255999999999998</c:v>
                </c:pt>
                <c:pt idx="9908">
                  <c:v>2.5259100000000001</c:v>
                </c:pt>
                <c:pt idx="9909">
                  <c:v>2.5262099999999998</c:v>
                </c:pt>
                <c:pt idx="9910">
                  <c:v>2.5265200000000001</c:v>
                </c:pt>
                <c:pt idx="9911">
                  <c:v>2.5268299999999999</c:v>
                </c:pt>
                <c:pt idx="9912">
                  <c:v>2.5271300000000001</c:v>
                </c:pt>
                <c:pt idx="9913">
                  <c:v>2.5274399999999999</c:v>
                </c:pt>
                <c:pt idx="9914">
                  <c:v>2.5277400000000001</c:v>
                </c:pt>
                <c:pt idx="9915">
                  <c:v>2.5280499999999999</c:v>
                </c:pt>
                <c:pt idx="9916">
                  <c:v>2.5283500000000001</c:v>
                </c:pt>
                <c:pt idx="9917">
                  <c:v>2.5286599999999999</c:v>
                </c:pt>
                <c:pt idx="9918">
                  <c:v>2.5289600000000001</c:v>
                </c:pt>
                <c:pt idx="9919">
                  <c:v>2.5292699999999999</c:v>
                </c:pt>
                <c:pt idx="9920">
                  <c:v>2.5295700000000001</c:v>
                </c:pt>
                <c:pt idx="9921">
                  <c:v>2.5298799999999999</c:v>
                </c:pt>
                <c:pt idx="9922">
                  <c:v>2.5301800000000001</c:v>
                </c:pt>
                <c:pt idx="9923">
                  <c:v>2.5304899999999999</c:v>
                </c:pt>
                <c:pt idx="9924">
                  <c:v>2.5308000000000002</c:v>
                </c:pt>
                <c:pt idx="9925">
                  <c:v>2.5310999999999999</c:v>
                </c:pt>
                <c:pt idx="9926">
                  <c:v>2.5314100000000002</c:v>
                </c:pt>
                <c:pt idx="9927">
                  <c:v>2.5317099999999999</c:v>
                </c:pt>
                <c:pt idx="9928">
                  <c:v>2.5320200000000002</c:v>
                </c:pt>
                <c:pt idx="9929">
                  <c:v>2.5323199999999999</c:v>
                </c:pt>
                <c:pt idx="9930">
                  <c:v>2.5326300000000002</c:v>
                </c:pt>
                <c:pt idx="9931">
                  <c:v>2.5329299999999999</c:v>
                </c:pt>
                <c:pt idx="9932">
                  <c:v>2.5332400000000002</c:v>
                </c:pt>
                <c:pt idx="9933">
                  <c:v>2.5335399999999999</c:v>
                </c:pt>
                <c:pt idx="9934">
                  <c:v>2.5338500000000002</c:v>
                </c:pt>
                <c:pt idx="9935">
                  <c:v>2.5341499999999999</c:v>
                </c:pt>
                <c:pt idx="9936">
                  <c:v>2.5344600000000002</c:v>
                </c:pt>
                <c:pt idx="9937">
                  <c:v>2.53477</c:v>
                </c:pt>
                <c:pt idx="9938">
                  <c:v>2.5350700000000002</c:v>
                </c:pt>
                <c:pt idx="9939">
                  <c:v>2.53538</c:v>
                </c:pt>
                <c:pt idx="9940">
                  <c:v>2.5356800000000002</c:v>
                </c:pt>
                <c:pt idx="9941">
                  <c:v>2.53599</c:v>
                </c:pt>
                <c:pt idx="9942">
                  <c:v>2.5362900000000002</c:v>
                </c:pt>
                <c:pt idx="9943">
                  <c:v>2.5366</c:v>
                </c:pt>
                <c:pt idx="9944">
                  <c:v>2.5369000000000002</c:v>
                </c:pt>
                <c:pt idx="9945">
                  <c:v>2.53721</c:v>
                </c:pt>
                <c:pt idx="9946">
                  <c:v>2.5375100000000002</c:v>
                </c:pt>
                <c:pt idx="9947">
                  <c:v>2.53782</c:v>
                </c:pt>
                <c:pt idx="9948">
                  <c:v>2.5381300000000002</c:v>
                </c:pt>
                <c:pt idx="9949">
                  <c:v>2.53843</c:v>
                </c:pt>
                <c:pt idx="9950">
                  <c:v>2.5387400000000002</c:v>
                </c:pt>
                <c:pt idx="9951">
                  <c:v>2.53904</c:v>
                </c:pt>
                <c:pt idx="9952">
                  <c:v>2.5393500000000002</c:v>
                </c:pt>
                <c:pt idx="9953">
                  <c:v>2.53965</c:v>
                </c:pt>
                <c:pt idx="9954">
                  <c:v>2.5399600000000002</c:v>
                </c:pt>
                <c:pt idx="9955">
                  <c:v>2.54026</c:v>
                </c:pt>
                <c:pt idx="9956">
                  <c:v>2.5405700000000002</c:v>
                </c:pt>
                <c:pt idx="9957">
                  <c:v>2.54087</c:v>
                </c:pt>
                <c:pt idx="9958">
                  <c:v>2.5411800000000002</c:v>
                </c:pt>
                <c:pt idx="9959">
                  <c:v>2.54148</c:v>
                </c:pt>
                <c:pt idx="9960">
                  <c:v>2.5417900000000002</c:v>
                </c:pt>
                <c:pt idx="9961">
                  <c:v>2.5421</c:v>
                </c:pt>
                <c:pt idx="9962">
                  <c:v>2.5424000000000002</c:v>
                </c:pt>
                <c:pt idx="9963">
                  <c:v>2.54271</c:v>
                </c:pt>
                <c:pt idx="9964">
                  <c:v>2.5430100000000002</c:v>
                </c:pt>
                <c:pt idx="9965">
                  <c:v>2.54332</c:v>
                </c:pt>
                <c:pt idx="9966">
                  <c:v>2.5436200000000002</c:v>
                </c:pt>
                <c:pt idx="9967">
                  <c:v>2.54393</c:v>
                </c:pt>
                <c:pt idx="9968">
                  <c:v>2.5442300000000002</c:v>
                </c:pt>
                <c:pt idx="9969">
                  <c:v>2.54454</c:v>
                </c:pt>
                <c:pt idx="9970">
                  <c:v>2.5448400000000002</c:v>
                </c:pt>
                <c:pt idx="9971">
                  <c:v>2.54515</c:v>
                </c:pt>
                <c:pt idx="9972">
                  <c:v>2.5454500000000002</c:v>
                </c:pt>
                <c:pt idx="9973">
                  <c:v>2.54576</c:v>
                </c:pt>
                <c:pt idx="9974">
                  <c:v>2.5460699999999998</c:v>
                </c:pt>
                <c:pt idx="9975">
                  <c:v>2.54637</c:v>
                </c:pt>
                <c:pt idx="9976">
                  <c:v>2.5466799999999998</c:v>
                </c:pt>
                <c:pt idx="9977">
                  <c:v>2.54698</c:v>
                </c:pt>
                <c:pt idx="9978">
                  <c:v>2.5472899999999998</c:v>
                </c:pt>
                <c:pt idx="9979">
                  <c:v>2.54759</c:v>
                </c:pt>
                <c:pt idx="9980">
                  <c:v>2.5478999999999998</c:v>
                </c:pt>
                <c:pt idx="9981">
                  <c:v>2.5482</c:v>
                </c:pt>
                <c:pt idx="9982">
                  <c:v>2.5485099999999998</c:v>
                </c:pt>
                <c:pt idx="9983">
                  <c:v>2.54881</c:v>
                </c:pt>
                <c:pt idx="9984">
                  <c:v>2.5491199999999998</c:v>
                </c:pt>
                <c:pt idx="9985">
                  <c:v>2.54942</c:v>
                </c:pt>
                <c:pt idx="9986">
                  <c:v>2.5497299999999998</c:v>
                </c:pt>
                <c:pt idx="9987">
                  <c:v>2.5500400000000001</c:v>
                </c:pt>
                <c:pt idx="9988">
                  <c:v>2.5503399999999998</c:v>
                </c:pt>
                <c:pt idx="9989">
                  <c:v>2.5506500000000001</c:v>
                </c:pt>
                <c:pt idx="9990">
                  <c:v>2.5509499999999998</c:v>
                </c:pt>
                <c:pt idx="9991">
                  <c:v>2.5512600000000001</c:v>
                </c:pt>
                <c:pt idx="9992">
                  <c:v>2.5515599999999998</c:v>
                </c:pt>
                <c:pt idx="9993">
                  <c:v>2.5518700000000001</c:v>
                </c:pt>
                <c:pt idx="9994">
                  <c:v>2.5521699999999998</c:v>
                </c:pt>
                <c:pt idx="9995">
                  <c:v>2.5524800000000001</c:v>
                </c:pt>
                <c:pt idx="9996">
                  <c:v>2.5527799999999998</c:v>
                </c:pt>
                <c:pt idx="9997">
                  <c:v>2.5530900000000001</c:v>
                </c:pt>
                <c:pt idx="9998">
                  <c:v>2.5533899999999998</c:v>
                </c:pt>
                <c:pt idx="9999">
                  <c:v>2.5537000000000001</c:v>
                </c:pt>
                <c:pt idx="10000">
                  <c:v>2.5540099999999999</c:v>
                </c:pt>
                <c:pt idx="10001">
                  <c:v>2.5543100000000001</c:v>
                </c:pt>
                <c:pt idx="10002">
                  <c:v>2.5546199999999999</c:v>
                </c:pt>
                <c:pt idx="10003">
                  <c:v>2.5549200000000001</c:v>
                </c:pt>
                <c:pt idx="10004">
                  <c:v>2.5552299999999999</c:v>
                </c:pt>
                <c:pt idx="10005">
                  <c:v>2.5555300000000001</c:v>
                </c:pt>
                <c:pt idx="10006">
                  <c:v>2.5558399999999999</c:v>
                </c:pt>
                <c:pt idx="10007">
                  <c:v>2.5561400000000001</c:v>
                </c:pt>
                <c:pt idx="10008">
                  <c:v>2.5564499999999999</c:v>
                </c:pt>
                <c:pt idx="10009">
                  <c:v>2.5567500000000001</c:v>
                </c:pt>
                <c:pt idx="10010">
                  <c:v>2.5570599999999999</c:v>
                </c:pt>
                <c:pt idx="10011">
                  <c:v>2.5573700000000001</c:v>
                </c:pt>
                <c:pt idx="10012">
                  <c:v>2.5576699999999999</c:v>
                </c:pt>
                <c:pt idx="10013">
                  <c:v>2.5579800000000001</c:v>
                </c:pt>
                <c:pt idx="10014">
                  <c:v>2.5582799999999999</c:v>
                </c:pt>
                <c:pt idx="10015">
                  <c:v>2.5585900000000001</c:v>
                </c:pt>
                <c:pt idx="10016">
                  <c:v>2.5588899999999999</c:v>
                </c:pt>
                <c:pt idx="10017">
                  <c:v>2.5592000000000001</c:v>
                </c:pt>
                <c:pt idx="10018">
                  <c:v>2.5594999999999999</c:v>
                </c:pt>
                <c:pt idx="10019">
                  <c:v>2.5598100000000001</c:v>
                </c:pt>
                <c:pt idx="10020">
                  <c:v>2.5601099999999999</c:v>
                </c:pt>
                <c:pt idx="10021">
                  <c:v>2.5604200000000001</c:v>
                </c:pt>
                <c:pt idx="10022">
                  <c:v>2.5607199999999999</c:v>
                </c:pt>
                <c:pt idx="10023">
                  <c:v>2.5610300000000001</c:v>
                </c:pt>
                <c:pt idx="10024">
                  <c:v>2.56134</c:v>
                </c:pt>
                <c:pt idx="10025">
                  <c:v>2.5616400000000001</c:v>
                </c:pt>
                <c:pt idx="10026">
                  <c:v>2.5619499999999999</c:v>
                </c:pt>
                <c:pt idx="10027">
                  <c:v>2.5622500000000001</c:v>
                </c:pt>
                <c:pt idx="10028">
                  <c:v>2.5625599999999999</c:v>
                </c:pt>
                <c:pt idx="10029">
                  <c:v>2.5628600000000001</c:v>
                </c:pt>
                <c:pt idx="10030">
                  <c:v>2.5631699999999999</c:v>
                </c:pt>
                <c:pt idx="10031">
                  <c:v>2.5634700000000001</c:v>
                </c:pt>
                <c:pt idx="10032">
                  <c:v>2.5637799999999999</c:v>
                </c:pt>
                <c:pt idx="10033">
                  <c:v>2.5640800000000001</c:v>
                </c:pt>
                <c:pt idx="10034">
                  <c:v>2.5643899999999999</c:v>
                </c:pt>
                <c:pt idx="10035">
                  <c:v>2.5646900000000001</c:v>
                </c:pt>
                <c:pt idx="10036">
                  <c:v>2.5649999999999999</c:v>
                </c:pt>
                <c:pt idx="10037">
                  <c:v>2.5653100000000002</c:v>
                </c:pt>
                <c:pt idx="10038">
                  <c:v>2.5656099999999999</c:v>
                </c:pt>
                <c:pt idx="10039">
                  <c:v>2.5659200000000002</c:v>
                </c:pt>
                <c:pt idx="10040">
                  <c:v>2.5662199999999999</c:v>
                </c:pt>
                <c:pt idx="10041">
                  <c:v>2.5665300000000002</c:v>
                </c:pt>
                <c:pt idx="10042">
                  <c:v>2.5668299999999999</c:v>
                </c:pt>
                <c:pt idx="10043">
                  <c:v>2.5671400000000002</c:v>
                </c:pt>
                <c:pt idx="10044">
                  <c:v>2.5674399999999999</c:v>
                </c:pt>
                <c:pt idx="10045">
                  <c:v>2.5677500000000002</c:v>
                </c:pt>
                <c:pt idx="10046">
                  <c:v>2.5680499999999999</c:v>
                </c:pt>
                <c:pt idx="10047">
                  <c:v>2.5683600000000002</c:v>
                </c:pt>
                <c:pt idx="10048">
                  <c:v>2.5686599999999999</c:v>
                </c:pt>
                <c:pt idx="10049">
                  <c:v>2.5689700000000002</c:v>
                </c:pt>
                <c:pt idx="10050">
                  <c:v>2.56928</c:v>
                </c:pt>
                <c:pt idx="10051">
                  <c:v>2.5695800000000002</c:v>
                </c:pt>
                <c:pt idx="10052">
                  <c:v>2.56989</c:v>
                </c:pt>
                <c:pt idx="10053">
                  <c:v>2.5701900000000002</c:v>
                </c:pt>
                <c:pt idx="10054">
                  <c:v>2.5705</c:v>
                </c:pt>
                <c:pt idx="10055">
                  <c:v>2.5708000000000002</c:v>
                </c:pt>
                <c:pt idx="10056">
                  <c:v>2.57111</c:v>
                </c:pt>
                <c:pt idx="10057">
                  <c:v>2.5714100000000002</c:v>
                </c:pt>
                <c:pt idx="10058">
                  <c:v>2.57172</c:v>
                </c:pt>
                <c:pt idx="10059">
                  <c:v>2.5720200000000002</c:v>
                </c:pt>
                <c:pt idx="10060">
                  <c:v>2.57233</c:v>
                </c:pt>
                <c:pt idx="10061">
                  <c:v>2.5726300000000002</c:v>
                </c:pt>
                <c:pt idx="10062">
                  <c:v>2.57294</c:v>
                </c:pt>
                <c:pt idx="10063">
                  <c:v>2.5732499999999998</c:v>
                </c:pt>
                <c:pt idx="10064">
                  <c:v>2.57355</c:v>
                </c:pt>
                <c:pt idx="10065">
                  <c:v>2.5738599999999998</c:v>
                </c:pt>
                <c:pt idx="10066">
                  <c:v>2.57416</c:v>
                </c:pt>
                <c:pt idx="10067">
                  <c:v>2.5744699999999998</c:v>
                </c:pt>
                <c:pt idx="10068">
                  <c:v>2.57477</c:v>
                </c:pt>
                <c:pt idx="10069">
                  <c:v>2.5750799999999998</c:v>
                </c:pt>
                <c:pt idx="10070">
                  <c:v>2.57538</c:v>
                </c:pt>
                <c:pt idx="10071">
                  <c:v>2.5756899999999998</c:v>
                </c:pt>
                <c:pt idx="10072">
                  <c:v>2.57599</c:v>
                </c:pt>
                <c:pt idx="10073">
                  <c:v>2.5762999999999998</c:v>
                </c:pt>
                <c:pt idx="10074">
                  <c:v>2.5766100000000001</c:v>
                </c:pt>
                <c:pt idx="10075">
                  <c:v>2.5769099999999998</c:v>
                </c:pt>
                <c:pt idx="10076">
                  <c:v>2.5772200000000001</c:v>
                </c:pt>
                <c:pt idx="10077">
                  <c:v>2.5775199999999998</c:v>
                </c:pt>
                <c:pt idx="10078">
                  <c:v>2.5778300000000001</c:v>
                </c:pt>
                <c:pt idx="10079">
                  <c:v>2.5781299999999998</c:v>
                </c:pt>
                <c:pt idx="10080">
                  <c:v>2.5784400000000001</c:v>
                </c:pt>
                <c:pt idx="10081">
                  <c:v>2.5787399999999998</c:v>
                </c:pt>
                <c:pt idx="10082">
                  <c:v>2.5790500000000001</c:v>
                </c:pt>
                <c:pt idx="10083">
                  <c:v>2.5793499999999998</c:v>
                </c:pt>
                <c:pt idx="10084">
                  <c:v>2.5796600000000001</c:v>
                </c:pt>
                <c:pt idx="10085">
                  <c:v>2.5799599999999998</c:v>
                </c:pt>
                <c:pt idx="10086">
                  <c:v>2.5802700000000001</c:v>
                </c:pt>
                <c:pt idx="10087">
                  <c:v>2.5805799999999999</c:v>
                </c:pt>
                <c:pt idx="10088">
                  <c:v>2.5808800000000001</c:v>
                </c:pt>
                <c:pt idx="10089">
                  <c:v>2.5811899999999999</c:v>
                </c:pt>
                <c:pt idx="10090">
                  <c:v>2.5814900000000001</c:v>
                </c:pt>
                <c:pt idx="10091">
                  <c:v>2.5817999999999999</c:v>
                </c:pt>
                <c:pt idx="10092">
                  <c:v>2.5821000000000001</c:v>
                </c:pt>
                <c:pt idx="10093">
                  <c:v>2.5824099999999999</c:v>
                </c:pt>
                <c:pt idx="10094">
                  <c:v>2.5827100000000001</c:v>
                </c:pt>
                <c:pt idx="10095">
                  <c:v>2.5830199999999999</c:v>
                </c:pt>
                <c:pt idx="10096">
                  <c:v>2.5833200000000001</c:v>
                </c:pt>
                <c:pt idx="10097">
                  <c:v>2.5836299999999999</c:v>
                </c:pt>
                <c:pt idx="10098">
                  <c:v>2.5839300000000001</c:v>
                </c:pt>
                <c:pt idx="10099">
                  <c:v>2.5842399999999999</c:v>
                </c:pt>
                <c:pt idx="10100">
                  <c:v>2.5845500000000001</c:v>
                </c:pt>
                <c:pt idx="10101">
                  <c:v>2.5848499999999999</c:v>
                </c:pt>
                <c:pt idx="10102">
                  <c:v>2.5851600000000001</c:v>
                </c:pt>
                <c:pt idx="10103">
                  <c:v>2.5854599999999999</c:v>
                </c:pt>
                <c:pt idx="10104">
                  <c:v>2.5857700000000001</c:v>
                </c:pt>
                <c:pt idx="10105">
                  <c:v>2.5860699999999999</c:v>
                </c:pt>
                <c:pt idx="10106">
                  <c:v>2.5863800000000001</c:v>
                </c:pt>
                <c:pt idx="10107">
                  <c:v>2.5866799999999999</c:v>
                </c:pt>
                <c:pt idx="10108">
                  <c:v>2.5869900000000001</c:v>
                </c:pt>
                <c:pt idx="10109">
                  <c:v>2.5872899999999999</c:v>
                </c:pt>
                <c:pt idx="10110">
                  <c:v>2.5876000000000001</c:v>
                </c:pt>
                <c:pt idx="10111">
                  <c:v>2.5878999999999999</c:v>
                </c:pt>
                <c:pt idx="10112">
                  <c:v>2.5882100000000001</c:v>
                </c:pt>
                <c:pt idx="10113">
                  <c:v>2.5885199999999999</c:v>
                </c:pt>
                <c:pt idx="10114">
                  <c:v>2.5888200000000001</c:v>
                </c:pt>
                <c:pt idx="10115">
                  <c:v>2.5891299999999999</c:v>
                </c:pt>
                <c:pt idx="10116">
                  <c:v>2.5894300000000001</c:v>
                </c:pt>
                <c:pt idx="10117">
                  <c:v>2.5897399999999999</c:v>
                </c:pt>
                <c:pt idx="10118">
                  <c:v>2.5900400000000001</c:v>
                </c:pt>
                <c:pt idx="10119">
                  <c:v>2.5903499999999999</c:v>
                </c:pt>
                <c:pt idx="10120">
                  <c:v>2.5906500000000001</c:v>
                </c:pt>
                <c:pt idx="10121">
                  <c:v>2.5909599999999999</c:v>
                </c:pt>
                <c:pt idx="10122">
                  <c:v>2.5912600000000001</c:v>
                </c:pt>
                <c:pt idx="10123">
                  <c:v>2.5915699999999999</c:v>
                </c:pt>
                <c:pt idx="10124">
                  <c:v>2.5918800000000002</c:v>
                </c:pt>
                <c:pt idx="10125">
                  <c:v>2.5921799999999999</c:v>
                </c:pt>
                <c:pt idx="10126">
                  <c:v>2.5924900000000002</c:v>
                </c:pt>
                <c:pt idx="10127">
                  <c:v>2.5927899999999999</c:v>
                </c:pt>
                <c:pt idx="10128">
                  <c:v>2.5931000000000002</c:v>
                </c:pt>
                <c:pt idx="10129">
                  <c:v>2.5933999999999999</c:v>
                </c:pt>
                <c:pt idx="10130">
                  <c:v>2.5937100000000002</c:v>
                </c:pt>
                <c:pt idx="10131">
                  <c:v>2.5940099999999999</c:v>
                </c:pt>
                <c:pt idx="10132">
                  <c:v>2.5943200000000002</c:v>
                </c:pt>
                <c:pt idx="10133">
                  <c:v>2.5946199999999999</c:v>
                </c:pt>
                <c:pt idx="10134">
                  <c:v>2.5949300000000002</c:v>
                </c:pt>
                <c:pt idx="10135">
                  <c:v>2.5952299999999999</c:v>
                </c:pt>
                <c:pt idx="10136">
                  <c:v>2.5955400000000002</c:v>
                </c:pt>
                <c:pt idx="10137">
                  <c:v>2.59585</c:v>
                </c:pt>
                <c:pt idx="10138">
                  <c:v>2.5961500000000002</c:v>
                </c:pt>
                <c:pt idx="10139">
                  <c:v>2.59646</c:v>
                </c:pt>
                <c:pt idx="10140">
                  <c:v>2.5967600000000002</c:v>
                </c:pt>
                <c:pt idx="10141">
                  <c:v>2.59707</c:v>
                </c:pt>
                <c:pt idx="10142">
                  <c:v>2.5973700000000002</c:v>
                </c:pt>
                <c:pt idx="10143">
                  <c:v>2.59768</c:v>
                </c:pt>
                <c:pt idx="10144">
                  <c:v>2.5979800000000002</c:v>
                </c:pt>
                <c:pt idx="10145">
                  <c:v>2.59829</c:v>
                </c:pt>
                <c:pt idx="10146">
                  <c:v>2.5985900000000002</c:v>
                </c:pt>
                <c:pt idx="10147">
                  <c:v>2.5989</c:v>
                </c:pt>
                <c:pt idx="10148">
                  <c:v>2.5992000000000002</c:v>
                </c:pt>
                <c:pt idx="10149">
                  <c:v>2.59951</c:v>
                </c:pt>
                <c:pt idx="10150">
                  <c:v>2.5998199999999998</c:v>
                </c:pt>
                <c:pt idx="10151">
                  <c:v>2.60012</c:v>
                </c:pt>
                <c:pt idx="10152">
                  <c:v>2.6004299999999998</c:v>
                </c:pt>
                <c:pt idx="10153">
                  <c:v>2.60073</c:v>
                </c:pt>
                <c:pt idx="10154">
                  <c:v>2.6010399999999998</c:v>
                </c:pt>
                <c:pt idx="10155">
                  <c:v>2.60134</c:v>
                </c:pt>
                <c:pt idx="10156">
                  <c:v>2.6016499999999998</c:v>
                </c:pt>
                <c:pt idx="10157">
                  <c:v>2.60195</c:v>
                </c:pt>
                <c:pt idx="10158">
                  <c:v>2.6022599999999998</c:v>
                </c:pt>
                <c:pt idx="10159">
                  <c:v>2.60256</c:v>
                </c:pt>
                <c:pt idx="10160">
                  <c:v>2.6028699999999998</c:v>
                </c:pt>
                <c:pt idx="10161">
                  <c:v>2.60317</c:v>
                </c:pt>
                <c:pt idx="10162">
                  <c:v>2.6034799999999998</c:v>
                </c:pt>
                <c:pt idx="10163">
                  <c:v>2.60379</c:v>
                </c:pt>
                <c:pt idx="10164">
                  <c:v>2.6040899999999998</c:v>
                </c:pt>
                <c:pt idx="10165">
                  <c:v>2.6044</c:v>
                </c:pt>
                <c:pt idx="10166">
                  <c:v>2.6046999999999998</c:v>
                </c:pt>
                <c:pt idx="10167">
                  <c:v>2.60501</c:v>
                </c:pt>
                <c:pt idx="10168">
                  <c:v>2.6053099999999998</c:v>
                </c:pt>
                <c:pt idx="10169">
                  <c:v>2.60562</c:v>
                </c:pt>
                <c:pt idx="10170">
                  <c:v>2.6059199999999998</c:v>
                </c:pt>
                <c:pt idx="10171">
                  <c:v>2.60623</c:v>
                </c:pt>
                <c:pt idx="10172">
                  <c:v>2.6065299999999998</c:v>
                </c:pt>
                <c:pt idx="10173">
                  <c:v>2.60684</c:v>
                </c:pt>
                <c:pt idx="10174">
                  <c:v>2.6071399999999998</c:v>
                </c:pt>
                <c:pt idx="10175">
                  <c:v>2.60745</c:v>
                </c:pt>
                <c:pt idx="10176">
                  <c:v>2.6077599999999999</c:v>
                </c:pt>
                <c:pt idx="10177">
                  <c:v>2.60806</c:v>
                </c:pt>
                <c:pt idx="10178">
                  <c:v>2.6083699999999999</c:v>
                </c:pt>
                <c:pt idx="10179">
                  <c:v>2.60867</c:v>
                </c:pt>
                <c:pt idx="10180">
                  <c:v>2.6089799999999999</c:v>
                </c:pt>
                <c:pt idx="10181">
                  <c:v>2.60928</c:v>
                </c:pt>
                <c:pt idx="10182">
                  <c:v>2.6095899999999999</c:v>
                </c:pt>
                <c:pt idx="10183">
                  <c:v>2.60989</c:v>
                </c:pt>
                <c:pt idx="10184">
                  <c:v>2.6101999999999999</c:v>
                </c:pt>
                <c:pt idx="10185">
                  <c:v>2.6105</c:v>
                </c:pt>
                <c:pt idx="10186">
                  <c:v>2.6108099999999999</c:v>
                </c:pt>
                <c:pt idx="10187">
                  <c:v>2.6111200000000001</c:v>
                </c:pt>
                <c:pt idx="10188">
                  <c:v>2.6114199999999999</c:v>
                </c:pt>
                <c:pt idx="10189">
                  <c:v>2.6117300000000001</c:v>
                </c:pt>
                <c:pt idx="10190">
                  <c:v>2.6120299999999999</c:v>
                </c:pt>
                <c:pt idx="10191">
                  <c:v>2.6123400000000001</c:v>
                </c:pt>
                <c:pt idx="10192">
                  <c:v>2.6126399999999999</c:v>
                </c:pt>
                <c:pt idx="10193">
                  <c:v>2.6129500000000001</c:v>
                </c:pt>
                <c:pt idx="10194">
                  <c:v>2.6132499999999999</c:v>
                </c:pt>
                <c:pt idx="10195">
                  <c:v>2.6135600000000001</c:v>
                </c:pt>
                <c:pt idx="10196">
                  <c:v>2.6138599999999999</c:v>
                </c:pt>
                <c:pt idx="10197">
                  <c:v>2.6141700000000001</c:v>
                </c:pt>
                <c:pt idx="10198">
                  <c:v>2.6144699999999998</c:v>
                </c:pt>
                <c:pt idx="10199">
                  <c:v>2.6147800000000001</c:v>
                </c:pt>
                <c:pt idx="10200">
                  <c:v>2.6150899999999999</c:v>
                </c:pt>
                <c:pt idx="10201">
                  <c:v>2.6153900000000001</c:v>
                </c:pt>
                <c:pt idx="10202">
                  <c:v>2.6156999999999999</c:v>
                </c:pt>
                <c:pt idx="10203">
                  <c:v>2.6160000000000001</c:v>
                </c:pt>
                <c:pt idx="10204">
                  <c:v>2.6163099999999999</c:v>
                </c:pt>
                <c:pt idx="10205">
                  <c:v>2.6166100000000001</c:v>
                </c:pt>
                <c:pt idx="10206">
                  <c:v>2.6169199999999999</c:v>
                </c:pt>
                <c:pt idx="10207">
                  <c:v>2.6172200000000001</c:v>
                </c:pt>
                <c:pt idx="10208">
                  <c:v>2.6175299999999999</c:v>
                </c:pt>
                <c:pt idx="10209">
                  <c:v>2.6178300000000001</c:v>
                </c:pt>
                <c:pt idx="10210">
                  <c:v>2.6181399999999999</c:v>
                </c:pt>
                <c:pt idx="10211">
                  <c:v>2.6184400000000001</c:v>
                </c:pt>
                <c:pt idx="10212">
                  <c:v>2.6187499999999999</c:v>
                </c:pt>
                <c:pt idx="10213">
                  <c:v>2.6190600000000002</c:v>
                </c:pt>
                <c:pt idx="10214">
                  <c:v>2.6193599999999999</c:v>
                </c:pt>
                <c:pt idx="10215">
                  <c:v>2.6196700000000002</c:v>
                </c:pt>
                <c:pt idx="10216">
                  <c:v>2.6199699999999999</c:v>
                </c:pt>
                <c:pt idx="10217">
                  <c:v>2.6202800000000002</c:v>
                </c:pt>
                <c:pt idx="10218">
                  <c:v>2.6205799999999999</c:v>
                </c:pt>
                <c:pt idx="10219">
                  <c:v>2.6208900000000002</c:v>
                </c:pt>
                <c:pt idx="10220">
                  <c:v>2.6211899999999999</c:v>
                </c:pt>
                <c:pt idx="10221">
                  <c:v>2.6215000000000002</c:v>
                </c:pt>
                <c:pt idx="10222">
                  <c:v>2.6217999999999999</c:v>
                </c:pt>
                <c:pt idx="10223">
                  <c:v>2.6221100000000002</c:v>
                </c:pt>
                <c:pt idx="10224">
                  <c:v>2.6224099999999999</c:v>
                </c:pt>
                <c:pt idx="10225">
                  <c:v>2.6227200000000002</c:v>
                </c:pt>
                <c:pt idx="10226">
                  <c:v>2.62303</c:v>
                </c:pt>
                <c:pt idx="10227">
                  <c:v>2.6233300000000002</c:v>
                </c:pt>
                <c:pt idx="10228">
                  <c:v>2.62364</c:v>
                </c:pt>
                <c:pt idx="10229">
                  <c:v>2.6239400000000002</c:v>
                </c:pt>
                <c:pt idx="10230">
                  <c:v>2.62425</c:v>
                </c:pt>
                <c:pt idx="10231">
                  <c:v>2.6245500000000002</c:v>
                </c:pt>
                <c:pt idx="10232">
                  <c:v>2.62486</c:v>
                </c:pt>
                <c:pt idx="10233">
                  <c:v>2.6251600000000002</c:v>
                </c:pt>
                <c:pt idx="10234">
                  <c:v>2.62547</c:v>
                </c:pt>
                <c:pt idx="10235">
                  <c:v>2.6257700000000002</c:v>
                </c:pt>
                <c:pt idx="10236">
                  <c:v>2.62608</c:v>
                </c:pt>
                <c:pt idx="10237">
                  <c:v>2.6263800000000002</c:v>
                </c:pt>
                <c:pt idx="10238">
                  <c:v>2.62669</c:v>
                </c:pt>
                <c:pt idx="10239">
                  <c:v>2.6269999999999998</c:v>
                </c:pt>
                <c:pt idx="10240">
                  <c:v>2.6273</c:v>
                </c:pt>
                <c:pt idx="10241">
                  <c:v>2.6276099999999998</c:v>
                </c:pt>
                <c:pt idx="10242">
                  <c:v>2.62791</c:v>
                </c:pt>
                <c:pt idx="10243">
                  <c:v>2.6282199999999998</c:v>
                </c:pt>
                <c:pt idx="10244">
                  <c:v>2.62852</c:v>
                </c:pt>
                <c:pt idx="10245">
                  <c:v>2.6288299999999998</c:v>
                </c:pt>
                <c:pt idx="10246">
                  <c:v>2.62913</c:v>
                </c:pt>
                <c:pt idx="10247">
                  <c:v>2.6294400000000002</c:v>
                </c:pt>
                <c:pt idx="10248">
                  <c:v>2.62974</c:v>
                </c:pt>
                <c:pt idx="10249">
                  <c:v>2.6300500000000002</c:v>
                </c:pt>
                <c:pt idx="10250">
                  <c:v>2.63036</c:v>
                </c:pt>
                <c:pt idx="10251">
                  <c:v>2.6306600000000002</c:v>
                </c:pt>
                <c:pt idx="10252">
                  <c:v>2.63097</c:v>
                </c:pt>
                <c:pt idx="10253">
                  <c:v>2.6312700000000002</c:v>
                </c:pt>
                <c:pt idx="10254">
                  <c:v>2.63158</c:v>
                </c:pt>
                <c:pt idx="10255">
                  <c:v>2.6318800000000002</c:v>
                </c:pt>
                <c:pt idx="10256">
                  <c:v>2.63219</c:v>
                </c:pt>
                <c:pt idx="10257">
                  <c:v>2.6324900000000002</c:v>
                </c:pt>
                <c:pt idx="10258">
                  <c:v>2.6328</c:v>
                </c:pt>
                <c:pt idx="10259">
                  <c:v>2.6331000000000002</c:v>
                </c:pt>
                <c:pt idx="10260">
                  <c:v>2.63341</c:v>
                </c:pt>
                <c:pt idx="10261">
                  <c:v>2.6337100000000002</c:v>
                </c:pt>
                <c:pt idx="10262">
                  <c:v>2.63402</c:v>
                </c:pt>
                <c:pt idx="10263">
                  <c:v>2.6343299999999998</c:v>
                </c:pt>
                <c:pt idx="10264">
                  <c:v>2.63463</c:v>
                </c:pt>
                <c:pt idx="10265">
                  <c:v>2.6349399999999998</c:v>
                </c:pt>
                <c:pt idx="10266">
                  <c:v>2.63524</c:v>
                </c:pt>
                <c:pt idx="10267">
                  <c:v>2.6355499999999998</c:v>
                </c:pt>
                <c:pt idx="10268">
                  <c:v>2.63585</c:v>
                </c:pt>
                <c:pt idx="10269">
                  <c:v>2.6361599999999998</c:v>
                </c:pt>
                <c:pt idx="10270">
                  <c:v>2.63646</c:v>
                </c:pt>
                <c:pt idx="10271">
                  <c:v>2.6367699999999998</c:v>
                </c:pt>
                <c:pt idx="10272">
                  <c:v>2.63707</c:v>
                </c:pt>
                <c:pt idx="10273">
                  <c:v>2.6373799999999998</c:v>
                </c:pt>
                <c:pt idx="10274">
                  <c:v>2.63768</c:v>
                </c:pt>
                <c:pt idx="10275">
                  <c:v>2.6379899999999998</c:v>
                </c:pt>
                <c:pt idx="10276">
                  <c:v>2.6383000000000001</c:v>
                </c:pt>
                <c:pt idx="10277">
                  <c:v>2.6385999999999998</c:v>
                </c:pt>
                <c:pt idx="10278">
                  <c:v>2.6389100000000001</c:v>
                </c:pt>
                <c:pt idx="10279">
                  <c:v>2.6392099999999998</c:v>
                </c:pt>
                <c:pt idx="10280">
                  <c:v>2.6395200000000001</c:v>
                </c:pt>
                <c:pt idx="10281">
                  <c:v>2.6398199999999998</c:v>
                </c:pt>
                <c:pt idx="10282">
                  <c:v>2.6401300000000001</c:v>
                </c:pt>
                <c:pt idx="10283">
                  <c:v>2.6404299999999998</c:v>
                </c:pt>
                <c:pt idx="10284">
                  <c:v>2.6407400000000001</c:v>
                </c:pt>
                <c:pt idx="10285">
                  <c:v>2.6410399999999998</c:v>
                </c:pt>
                <c:pt idx="10286">
                  <c:v>2.6413500000000001</c:v>
                </c:pt>
                <c:pt idx="10287">
                  <c:v>2.6416499999999998</c:v>
                </c:pt>
                <c:pt idx="10288">
                  <c:v>2.6419600000000001</c:v>
                </c:pt>
                <c:pt idx="10289">
                  <c:v>2.6422699999999999</c:v>
                </c:pt>
                <c:pt idx="10290">
                  <c:v>2.6425700000000001</c:v>
                </c:pt>
                <c:pt idx="10291">
                  <c:v>2.6428799999999999</c:v>
                </c:pt>
                <c:pt idx="10292">
                  <c:v>2.6431800000000001</c:v>
                </c:pt>
                <c:pt idx="10293">
                  <c:v>2.6434899999999999</c:v>
                </c:pt>
                <c:pt idx="10294">
                  <c:v>2.6437900000000001</c:v>
                </c:pt>
                <c:pt idx="10295">
                  <c:v>2.6440999999999999</c:v>
                </c:pt>
                <c:pt idx="10296">
                  <c:v>2.6444000000000001</c:v>
                </c:pt>
                <c:pt idx="10297">
                  <c:v>2.6447099999999999</c:v>
                </c:pt>
                <c:pt idx="10298">
                  <c:v>2.6450100000000001</c:v>
                </c:pt>
                <c:pt idx="10299">
                  <c:v>2.6453199999999999</c:v>
                </c:pt>
                <c:pt idx="10300">
                  <c:v>2.6456300000000001</c:v>
                </c:pt>
                <c:pt idx="10301">
                  <c:v>2.6459299999999999</c:v>
                </c:pt>
                <c:pt idx="10302">
                  <c:v>2.6462400000000001</c:v>
                </c:pt>
                <c:pt idx="10303">
                  <c:v>2.6465399999999999</c:v>
                </c:pt>
                <c:pt idx="10304">
                  <c:v>2.6468500000000001</c:v>
                </c:pt>
                <c:pt idx="10305">
                  <c:v>2.6471499999999999</c:v>
                </c:pt>
                <c:pt idx="10306">
                  <c:v>2.6474600000000001</c:v>
                </c:pt>
                <c:pt idx="10307">
                  <c:v>2.6477599999999999</c:v>
                </c:pt>
                <c:pt idx="10308">
                  <c:v>2.6480700000000001</c:v>
                </c:pt>
                <c:pt idx="10309">
                  <c:v>2.6483699999999999</c:v>
                </c:pt>
                <c:pt idx="10310">
                  <c:v>2.6486800000000001</c:v>
                </c:pt>
                <c:pt idx="10311">
                  <c:v>2.6489799999999999</c:v>
                </c:pt>
                <c:pt idx="10312">
                  <c:v>2.6492900000000001</c:v>
                </c:pt>
                <c:pt idx="10313">
                  <c:v>2.6496</c:v>
                </c:pt>
                <c:pt idx="10314">
                  <c:v>2.6499000000000001</c:v>
                </c:pt>
                <c:pt idx="10315">
                  <c:v>2.65021</c:v>
                </c:pt>
                <c:pt idx="10316">
                  <c:v>2.6505100000000001</c:v>
                </c:pt>
                <c:pt idx="10317">
                  <c:v>2.65082</c:v>
                </c:pt>
                <c:pt idx="10318">
                  <c:v>2.6511200000000001</c:v>
                </c:pt>
                <c:pt idx="10319">
                  <c:v>2.65143</c:v>
                </c:pt>
                <c:pt idx="10320">
                  <c:v>2.6517300000000001</c:v>
                </c:pt>
                <c:pt idx="10321">
                  <c:v>2.65204</c:v>
                </c:pt>
                <c:pt idx="10322">
                  <c:v>2.6523400000000001</c:v>
                </c:pt>
                <c:pt idx="10323">
                  <c:v>2.65265</c:v>
                </c:pt>
                <c:pt idx="10324">
                  <c:v>2.6529500000000001</c:v>
                </c:pt>
                <c:pt idx="10325">
                  <c:v>2.65326</c:v>
                </c:pt>
                <c:pt idx="10326">
                  <c:v>2.6535700000000002</c:v>
                </c:pt>
                <c:pt idx="10327">
                  <c:v>2.65387</c:v>
                </c:pt>
                <c:pt idx="10328">
                  <c:v>2.6541800000000002</c:v>
                </c:pt>
                <c:pt idx="10329">
                  <c:v>2.65448</c:v>
                </c:pt>
                <c:pt idx="10330">
                  <c:v>2.6547900000000002</c:v>
                </c:pt>
                <c:pt idx="10331">
                  <c:v>2.65509</c:v>
                </c:pt>
                <c:pt idx="10332">
                  <c:v>2.6554000000000002</c:v>
                </c:pt>
                <c:pt idx="10333">
                  <c:v>2.6556999999999999</c:v>
                </c:pt>
                <c:pt idx="10334">
                  <c:v>2.6560100000000002</c:v>
                </c:pt>
                <c:pt idx="10335">
                  <c:v>2.6563099999999999</c:v>
                </c:pt>
                <c:pt idx="10336">
                  <c:v>2.6566200000000002</c:v>
                </c:pt>
                <c:pt idx="10337">
                  <c:v>2.6569199999999999</c:v>
                </c:pt>
                <c:pt idx="10338">
                  <c:v>2.6572300000000002</c:v>
                </c:pt>
                <c:pt idx="10339">
                  <c:v>2.65754</c:v>
                </c:pt>
                <c:pt idx="10340">
                  <c:v>2.6578400000000002</c:v>
                </c:pt>
                <c:pt idx="10341">
                  <c:v>2.65815</c:v>
                </c:pt>
                <c:pt idx="10342">
                  <c:v>2.6584500000000002</c:v>
                </c:pt>
                <c:pt idx="10343">
                  <c:v>2.65876</c:v>
                </c:pt>
                <c:pt idx="10344">
                  <c:v>2.6590600000000002</c:v>
                </c:pt>
                <c:pt idx="10345">
                  <c:v>2.65937</c:v>
                </c:pt>
                <c:pt idx="10346">
                  <c:v>2.6596700000000002</c:v>
                </c:pt>
                <c:pt idx="10347">
                  <c:v>2.65998</c:v>
                </c:pt>
                <c:pt idx="10348">
                  <c:v>2.6602800000000002</c:v>
                </c:pt>
                <c:pt idx="10349">
                  <c:v>2.66059</c:v>
                </c:pt>
                <c:pt idx="10350">
                  <c:v>2.6608900000000002</c:v>
                </c:pt>
                <c:pt idx="10351">
                  <c:v>2.6612</c:v>
                </c:pt>
                <c:pt idx="10352">
                  <c:v>2.6615099999999998</c:v>
                </c:pt>
                <c:pt idx="10353">
                  <c:v>2.66181</c:v>
                </c:pt>
                <c:pt idx="10354">
                  <c:v>2.6621199999999998</c:v>
                </c:pt>
                <c:pt idx="10355">
                  <c:v>2.66242</c:v>
                </c:pt>
                <c:pt idx="10356">
                  <c:v>2.6627299999999998</c:v>
                </c:pt>
                <c:pt idx="10357">
                  <c:v>2.66303</c:v>
                </c:pt>
                <c:pt idx="10358">
                  <c:v>2.6633399999999998</c:v>
                </c:pt>
                <c:pt idx="10359">
                  <c:v>2.66364</c:v>
                </c:pt>
                <c:pt idx="10360">
                  <c:v>2.6639499999999998</c:v>
                </c:pt>
                <c:pt idx="10361">
                  <c:v>2.66425</c:v>
                </c:pt>
                <c:pt idx="10362">
                  <c:v>2.6645599999999998</c:v>
                </c:pt>
                <c:pt idx="10363">
                  <c:v>2.6648700000000001</c:v>
                </c:pt>
                <c:pt idx="10364">
                  <c:v>2.6651699999999998</c:v>
                </c:pt>
                <c:pt idx="10365">
                  <c:v>2.6654800000000001</c:v>
                </c:pt>
                <c:pt idx="10366">
                  <c:v>2.6657799999999998</c:v>
                </c:pt>
                <c:pt idx="10367">
                  <c:v>2.6660900000000001</c:v>
                </c:pt>
                <c:pt idx="10368">
                  <c:v>2.6663899999999998</c:v>
                </c:pt>
                <c:pt idx="10369">
                  <c:v>2.6667000000000001</c:v>
                </c:pt>
                <c:pt idx="10370">
                  <c:v>2.6669999999999998</c:v>
                </c:pt>
                <c:pt idx="10371">
                  <c:v>2.6673100000000001</c:v>
                </c:pt>
                <c:pt idx="10372">
                  <c:v>2.6676099999999998</c:v>
                </c:pt>
                <c:pt idx="10373">
                  <c:v>2.6679200000000001</c:v>
                </c:pt>
                <c:pt idx="10374">
                  <c:v>2.6682199999999998</c:v>
                </c:pt>
                <c:pt idx="10375">
                  <c:v>2.6685300000000001</c:v>
                </c:pt>
                <c:pt idx="10376">
                  <c:v>2.6688399999999999</c:v>
                </c:pt>
                <c:pt idx="10377">
                  <c:v>2.6691400000000001</c:v>
                </c:pt>
                <c:pt idx="10378">
                  <c:v>2.6694499999999999</c:v>
                </c:pt>
                <c:pt idx="10379">
                  <c:v>2.6697500000000001</c:v>
                </c:pt>
                <c:pt idx="10380">
                  <c:v>2.6700599999999999</c:v>
                </c:pt>
                <c:pt idx="10381">
                  <c:v>2.6703600000000001</c:v>
                </c:pt>
                <c:pt idx="10382">
                  <c:v>2.6706699999999999</c:v>
                </c:pt>
                <c:pt idx="10383">
                  <c:v>2.6709700000000001</c:v>
                </c:pt>
                <c:pt idx="10384">
                  <c:v>2.6712799999999999</c:v>
                </c:pt>
                <c:pt idx="10385">
                  <c:v>2.6715800000000001</c:v>
                </c:pt>
                <c:pt idx="10386">
                  <c:v>2.6718899999999999</c:v>
                </c:pt>
                <c:pt idx="10387">
                  <c:v>2.6721900000000001</c:v>
                </c:pt>
                <c:pt idx="10388">
                  <c:v>2.6724999999999999</c:v>
                </c:pt>
                <c:pt idx="10389">
                  <c:v>2.6728100000000001</c:v>
                </c:pt>
                <c:pt idx="10390">
                  <c:v>2.6731099999999999</c:v>
                </c:pt>
                <c:pt idx="10391">
                  <c:v>2.6734200000000001</c:v>
                </c:pt>
                <c:pt idx="10392">
                  <c:v>2.6737199999999999</c:v>
                </c:pt>
                <c:pt idx="10393">
                  <c:v>2.6740300000000001</c:v>
                </c:pt>
                <c:pt idx="10394">
                  <c:v>2.6743299999999999</c:v>
                </c:pt>
                <c:pt idx="10395">
                  <c:v>2.6746400000000001</c:v>
                </c:pt>
                <c:pt idx="10396">
                  <c:v>2.6749399999999999</c:v>
                </c:pt>
                <c:pt idx="10397">
                  <c:v>2.6752500000000001</c:v>
                </c:pt>
                <c:pt idx="10398">
                  <c:v>2.6755499999999999</c:v>
                </c:pt>
                <c:pt idx="10399">
                  <c:v>2.6758600000000001</c:v>
                </c:pt>
                <c:pt idx="10400">
                  <c:v>2.6761599999999999</c:v>
                </c:pt>
                <c:pt idx="10401">
                  <c:v>2.6764700000000001</c:v>
                </c:pt>
                <c:pt idx="10402">
                  <c:v>2.6767799999999999</c:v>
                </c:pt>
                <c:pt idx="10403">
                  <c:v>2.6770800000000001</c:v>
                </c:pt>
                <c:pt idx="10404">
                  <c:v>2.6773899999999999</c:v>
                </c:pt>
                <c:pt idx="10405">
                  <c:v>2.6776900000000001</c:v>
                </c:pt>
                <c:pt idx="10406">
                  <c:v>2.6779999999999999</c:v>
                </c:pt>
                <c:pt idx="10407">
                  <c:v>2.6783000000000001</c:v>
                </c:pt>
                <c:pt idx="10408">
                  <c:v>2.6786099999999999</c:v>
                </c:pt>
                <c:pt idx="10409">
                  <c:v>2.6789100000000001</c:v>
                </c:pt>
                <c:pt idx="10410">
                  <c:v>2.6792199999999999</c:v>
                </c:pt>
                <c:pt idx="10411">
                  <c:v>2.6795200000000001</c:v>
                </c:pt>
                <c:pt idx="10412">
                  <c:v>2.6798299999999999</c:v>
                </c:pt>
                <c:pt idx="10413">
                  <c:v>2.6801300000000001</c:v>
                </c:pt>
                <c:pt idx="10414">
                  <c:v>2.6804399999999999</c:v>
                </c:pt>
                <c:pt idx="10415">
                  <c:v>2.6807500000000002</c:v>
                </c:pt>
                <c:pt idx="10416">
                  <c:v>2.6810499999999999</c:v>
                </c:pt>
                <c:pt idx="10417">
                  <c:v>2.6813600000000002</c:v>
                </c:pt>
                <c:pt idx="10418">
                  <c:v>2.6816599999999999</c:v>
                </c:pt>
                <c:pt idx="10419">
                  <c:v>2.6819700000000002</c:v>
                </c:pt>
                <c:pt idx="10420">
                  <c:v>2.6822699999999999</c:v>
                </c:pt>
                <c:pt idx="10421">
                  <c:v>2.6825800000000002</c:v>
                </c:pt>
                <c:pt idx="10422">
                  <c:v>2.6828799999999999</c:v>
                </c:pt>
                <c:pt idx="10423">
                  <c:v>2.6831900000000002</c:v>
                </c:pt>
                <c:pt idx="10424">
                  <c:v>2.6834899999999999</c:v>
                </c:pt>
                <c:pt idx="10425">
                  <c:v>2.6838000000000002</c:v>
                </c:pt>
                <c:pt idx="10426">
                  <c:v>2.68411</c:v>
                </c:pt>
                <c:pt idx="10427">
                  <c:v>2.6844100000000002</c:v>
                </c:pt>
                <c:pt idx="10428">
                  <c:v>2.68472</c:v>
                </c:pt>
                <c:pt idx="10429">
                  <c:v>2.6850200000000002</c:v>
                </c:pt>
                <c:pt idx="10430">
                  <c:v>2.68533</c:v>
                </c:pt>
                <c:pt idx="10431">
                  <c:v>2.6856300000000002</c:v>
                </c:pt>
                <c:pt idx="10432">
                  <c:v>2.68594</c:v>
                </c:pt>
                <c:pt idx="10433">
                  <c:v>2.6862400000000002</c:v>
                </c:pt>
                <c:pt idx="10434">
                  <c:v>2.68655</c:v>
                </c:pt>
                <c:pt idx="10435">
                  <c:v>2.6868500000000002</c:v>
                </c:pt>
                <c:pt idx="10436">
                  <c:v>2.68716</c:v>
                </c:pt>
                <c:pt idx="10437">
                  <c:v>2.6874600000000002</c:v>
                </c:pt>
                <c:pt idx="10438">
                  <c:v>2.68777</c:v>
                </c:pt>
                <c:pt idx="10439">
                  <c:v>2.6880799999999998</c:v>
                </c:pt>
                <c:pt idx="10440">
                  <c:v>2.68838</c:v>
                </c:pt>
                <c:pt idx="10441">
                  <c:v>2.6886899999999998</c:v>
                </c:pt>
                <c:pt idx="10442">
                  <c:v>2.68899</c:v>
                </c:pt>
                <c:pt idx="10443">
                  <c:v>2.6892999999999998</c:v>
                </c:pt>
                <c:pt idx="10444">
                  <c:v>2.6896</c:v>
                </c:pt>
                <c:pt idx="10445">
                  <c:v>2.6899099999999998</c:v>
                </c:pt>
                <c:pt idx="10446">
                  <c:v>2.69021</c:v>
                </c:pt>
                <c:pt idx="10447">
                  <c:v>2.6905199999999998</c:v>
                </c:pt>
                <c:pt idx="10448">
                  <c:v>2.69082</c:v>
                </c:pt>
                <c:pt idx="10449">
                  <c:v>2.6911299999999998</c:v>
                </c:pt>
                <c:pt idx="10450">
                  <c:v>2.69143</c:v>
                </c:pt>
                <c:pt idx="10451">
                  <c:v>2.6917399999999998</c:v>
                </c:pt>
                <c:pt idx="10452">
                  <c:v>2.6920500000000001</c:v>
                </c:pt>
                <c:pt idx="10453">
                  <c:v>2.6923499999999998</c:v>
                </c:pt>
                <c:pt idx="10454">
                  <c:v>2.6926600000000001</c:v>
                </c:pt>
                <c:pt idx="10455">
                  <c:v>2.6929599999999998</c:v>
                </c:pt>
                <c:pt idx="10456">
                  <c:v>2.6932700000000001</c:v>
                </c:pt>
                <c:pt idx="10457">
                  <c:v>2.6935699999999998</c:v>
                </c:pt>
                <c:pt idx="10458">
                  <c:v>2.6938800000000001</c:v>
                </c:pt>
                <c:pt idx="10459">
                  <c:v>2.6941799999999998</c:v>
                </c:pt>
                <c:pt idx="10460">
                  <c:v>2.6944900000000001</c:v>
                </c:pt>
                <c:pt idx="10461">
                  <c:v>2.6947899999999998</c:v>
                </c:pt>
                <c:pt idx="10462">
                  <c:v>2.6951000000000001</c:v>
                </c:pt>
                <c:pt idx="10463">
                  <c:v>2.6953999999999998</c:v>
                </c:pt>
                <c:pt idx="10464">
                  <c:v>2.6957100000000001</c:v>
                </c:pt>
                <c:pt idx="10465">
                  <c:v>2.6960199999999999</c:v>
                </c:pt>
                <c:pt idx="10466">
                  <c:v>2.6963200000000001</c:v>
                </c:pt>
                <c:pt idx="10467">
                  <c:v>2.6966299999999999</c:v>
                </c:pt>
                <c:pt idx="10468">
                  <c:v>2.69693</c:v>
                </c:pt>
                <c:pt idx="10469">
                  <c:v>2.6972399999999999</c:v>
                </c:pt>
                <c:pt idx="10470">
                  <c:v>2.69754</c:v>
                </c:pt>
                <c:pt idx="10471">
                  <c:v>2.6978499999999999</c:v>
                </c:pt>
                <c:pt idx="10472">
                  <c:v>2.69815</c:v>
                </c:pt>
                <c:pt idx="10473">
                  <c:v>2.6984599999999999</c:v>
                </c:pt>
                <c:pt idx="10474">
                  <c:v>2.69876</c:v>
                </c:pt>
                <c:pt idx="10475">
                  <c:v>2.6990699999999999</c:v>
                </c:pt>
                <c:pt idx="10476">
                  <c:v>2.69937</c:v>
                </c:pt>
                <c:pt idx="10477">
                  <c:v>2.6996799999999999</c:v>
                </c:pt>
                <c:pt idx="10478">
                  <c:v>2.6999900000000001</c:v>
                </c:pt>
                <c:pt idx="10479">
                  <c:v>2.7002899999999999</c:v>
                </c:pt>
                <c:pt idx="10480">
                  <c:v>2.7006000000000001</c:v>
                </c:pt>
                <c:pt idx="10481">
                  <c:v>2.7008999999999999</c:v>
                </c:pt>
                <c:pt idx="10482">
                  <c:v>2.7012100000000001</c:v>
                </c:pt>
                <c:pt idx="10483">
                  <c:v>2.7015099999999999</c:v>
                </c:pt>
                <c:pt idx="10484">
                  <c:v>2.7018200000000001</c:v>
                </c:pt>
                <c:pt idx="10485">
                  <c:v>2.7021199999999999</c:v>
                </c:pt>
                <c:pt idx="10486">
                  <c:v>2.7024300000000001</c:v>
                </c:pt>
                <c:pt idx="10487">
                  <c:v>2.7027299999999999</c:v>
                </c:pt>
                <c:pt idx="10488">
                  <c:v>2.7030400000000001</c:v>
                </c:pt>
                <c:pt idx="10489">
                  <c:v>2.7033499999999999</c:v>
                </c:pt>
                <c:pt idx="10490">
                  <c:v>2.7036500000000001</c:v>
                </c:pt>
                <c:pt idx="10491">
                  <c:v>2.7039599999999999</c:v>
                </c:pt>
                <c:pt idx="10492">
                  <c:v>2.7042600000000001</c:v>
                </c:pt>
                <c:pt idx="10493">
                  <c:v>2.7045699999999999</c:v>
                </c:pt>
                <c:pt idx="10494">
                  <c:v>2.7048700000000001</c:v>
                </c:pt>
                <c:pt idx="10495">
                  <c:v>2.7051799999999999</c:v>
                </c:pt>
                <c:pt idx="10496">
                  <c:v>2.7054800000000001</c:v>
                </c:pt>
                <c:pt idx="10497">
                  <c:v>2.7057899999999999</c:v>
                </c:pt>
                <c:pt idx="10498">
                  <c:v>2.7060900000000001</c:v>
                </c:pt>
                <c:pt idx="10499">
                  <c:v>2.7063999999999999</c:v>
                </c:pt>
                <c:pt idx="10500">
                  <c:v>2.7067000000000001</c:v>
                </c:pt>
                <c:pt idx="10501">
                  <c:v>2.7070099999999999</c:v>
                </c:pt>
                <c:pt idx="10502">
                  <c:v>2.7073200000000002</c:v>
                </c:pt>
                <c:pt idx="10503">
                  <c:v>2.7076199999999999</c:v>
                </c:pt>
                <c:pt idx="10504">
                  <c:v>2.7079300000000002</c:v>
                </c:pt>
                <c:pt idx="10505">
                  <c:v>2.7082299999999999</c:v>
                </c:pt>
                <c:pt idx="10506">
                  <c:v>2.7085400000000002</c:v>
                </c:pt>
                <c:pt idx="10507">
                  <c:v>2.7088399999999999</c:v>
                </c:pt>
                <c:pt idx="10508">
                  <c:v>2.7091500000000002</c:v>
                </c:pt>
                <c:pt idx="10509">
                  <c:v>2.7094499999999999</c:v>
                </c:pt>
                <c:pt idx="10510">
                  <c:v>2.7097600000000002</c:v>
                </c:pt>
                <c:pt idx="10511">
                  <c:v>2.7100599999999999</c:v>
                </c:pt>
                <c:pt idx="10512">
                  <c:v>2.7103700000000002</c:v>
                </c:pt>
                <c:pt idx="10513">
                  <c:v>2.7106699999999999</c:v>
                </c:pt>
                <c:pt idx="10514">
                  <c:v>2.7109800000000002</c:v>
                </c:pt>
                <c:pt idx="10515">
                  <c:v>2.71129</c:v>
                </c:pt>
                <c:pt idx="10516">
                  <c:v>2.7115900000000002</c:v>
                </c:pt>
                <c:pt idx="10517">
                  <c:v>2.7119</c:v>
                </c:pt>
                <c:pt idx="10518">
                  <c:v>2.7122000000000002</c:v>
                </c:pt>
                <c:pt idx="10519">
                  <c:v>2.71251</c:v>
                </c:pt>
                <c:pt idx="10520">
                  <c:v>2.7128100000000002</c:v>
                </c:pt>
                <c:pt idx="10521">
                  <c:v>2.71312</c:v>
                </c:pt>
                <c:pt idx="10522">
                  <c:v>2.7134200000000002</c:v>
                </c:pt>
                <c:pt idx="10523">
                  <c:v>2.71373</c:v>
                </c:pt>
                <c:pt idx="10524">
                  <c:v>2.7140300000000002</c:v>
                </c:pt>
                <c:pt idx="10525">
                  <c:v>2.71434</c:v>
                </c:pt>
                <c:pt idx="10526">
                  <c:v>2.7146400000000002</c:v>
                </c:pt>
                <c:pt idx="10527">
                  <c:v>2.71495</c:v>
                </c:pt>
                <c:pt idx="10528">
                  <c:v>2.7152599999999998</c:v>
                </c:pt>
                <c:pt idx="10529">
                  <c:v>2.71556</c:v>
                </c:pt>
                <c:pt idx="10530">
                  <c:v>2.7158699999999998</c:v>
                </c:pt>
                <c:pt idx="10531">
                  <c:v>2.71617</c:v>
                </c:pt>
                <c:pt idx="10532">
                  <c:v>2.7164799999999998</c:v>
                </c:pt>
                <c:pt idx="10533">
                  <c:v>2.71678</c:v>
                </c:pt>
                <c:pt idx="10534">
                  <c:v>2.7170899999999998</c:v>
                </c:pt>
                <c:pt idx="10535">
                  <c:v>2.71739</c:v>
                </c:pt>
                <c:pt idx="10536">
                  <c:v>2.7176999999999998</c:v>
                </c:pt>
                <c:pt idx="10537">
                  <c:v>2.718</c:v>
                </c:pt>
                <c:pt idx="10538">
                  <c:v>2.7183099999999998</c:v>
                </c:pt>
                <c:pt idx="10539">
                  <c:v>2.71862</c:v>
                </c:pt>
                <c:pt idx="10540">
                  <c:v>2.7189199999999998</c:v>
                </c:pt>
                <c:pt idx="10541">
                  <c:v>2.71923</c:v>
                </c:pt>
                <c:pt idx="10542">
                  <c:v>2.7195299999999998</c:v>
                </c:pt>
                <c:pt idx="10543">
                  <c:v>2.71984</c:v>
                </c:pt>
                <c:pt idx="10544">
                  <c:v>2.7201399999999998</c:v>
                </c:pt>
                <c:pt idx="10545">
                  <c:v>2.72045</c:v>
                </c:pt>
                <c:pt idx="10546">
                  <c:v>2.7207499999999998</c:v>
                </c:pt>
                <c:pt idx="10547">
                  <c:v>2.72106</c:v>
                </c:pt>
                <c:pt idx="10548">
                  <c:v>2.7213599999999998</c:v>
                </c:pt>
                <c:pt idx="10549">
                  <c:v>2.72167</c:v>
                </c:pt>
                <c:pt idx="10550">
                  <c:v>2.7219699999999998</c:v>
                </c:pt>
                <c:pt idx="10551">
                  <c:v>2.72228</c:v>
                </c:pt>
                <c:pt idx="10552">
                  <c:v>2.7225899999999998</c:v>
                </c:pt>
                <c:pt idx="10553">
                  <c:v>2.72289</c:v>
                </c:pt>
                <c:pt idx="10554">
                  <c:v>2.7231999999999998</c:v>
                </c:pt>
                <c:pt idx="10555">
                  <c:v>2.7235</c:v>
                </c:pt>
                <c:pt idx="10556">
                  <c:v>2.7238099999999998</c:v>
                </c:pt>
                <c:pt idx="10557">
                  <c:v>2.72411</c:v>
                </c:pt>
                <c:pt idx="10558">
                  <c:v>2.7244199999999998</c:v>
                </c:pt>
                <c:pt idx="10559">
                  <c:v>2.72472</c:v>
                </c:pt>
                <c:pt idx="10560">
                  <c:v>2.7250299999999998</c:v>
                </c:pt>
                <c:pt idx="10561">
                  <c:v>2.72533</c:v>
                </c:pt>
                <c:pt idx="10562">
                  <c:v>2.7256399999999998</c:v>
                </c:pt>
                <c:pt idx="10563">
                  <c:v>2.72594</c:v>
                </c:pt>
                <c:pt idx="10564">
                  <c:v>2.7262499999999998</c:v>
                </c:pt>
                <c:pt idx="10565">
                  <c:v>2.7265600000000001</c:v>
                </c:pt>
                <c:pt idx="10566">
                  <c:v>2.7268599999999998</c:v>
                </c:pt>
                <c:pt idx="10567">
                  <c:v>2.7271700000000001</c:v>
                </c:pt>
                <c:pt idx="10568">
                  <c:v>2.7274699999999998</c:v>
                </c:pt>
                <c:pt idx="10569">
                  <c:v>2.7277800000000001</c:v>
                </c:pt>
                <c:pt idx="10570">
                  <c:v>2.7280799999999998</c:v>
                </c:pt>
                <c:pt idx="10571">
                  <c:v>2.7283900000000001</c:v>
                </c:pt>
                <c:pt idx="10572">
                  <c:v>2.7286899999999998</c:v>
                </c:pt>
                <c:pt idx="10573">
                  <c:v>2.7290000000000001</c:v>
                </c:pt>
                <c:pt idx="10574">
                  <c:v>2.7292999999999998</c:v>
                </c:pt>
                <c:pt idx="10575">
                  <c:v>2.7296100000000001</c:v>
                </c:pt>
                <c:pt idx="10576">
                  <c:v>2.7299099999999998</c:v>
                </c:pt>
                <c:pt idx="10577">
                  <c:v>2.7302200000000001</c:v>
                </c:pt>
                <c:pt idx="10578">
                  <c:v>2.7305299999999999</c:v>
                </c:pt>
                <c:pt idx="10579">
                  <c:v>2.7308300000000001</c:v>
                </c:pt>
                <c:pt idx="10580">
                  <c:v>2.7311399999999999</c:v>
                </c:pt>
                <c:pt idx="10581">
                  <c:v>2.7314400000000001</c:v>
                </c:pt>
                <c:pt idx="10582">
                  <c:v>2.7317499999999999</c:v>
                </c:pt>
                <c:pt idx="10583">
                  <c:v>2.7320500000000001</c:v>
                </c:pt>
                <c:pt idx="10584">
                  <c:v>2.7323599999999999</c:v>
                </c:pt>
                <c:pt idx="10585">
                  <c:v>2.7326600000000001</c:v>
                </c:pt>
                <c:pt idx="10586">
                  <c:v>2.7329699999999999</c:v>
                </c:pt>
                <c:pt idx="10587">
                  <c:v>2.7332700000000001</c:v>
                </c:pt>
                <c:pt idx="10588">
                  <c:v>2.7335799999999999</c:v>
                </c:pt>
                <c:pt idx="10589">
                  <c:v>2.7338800000000001</c:v>
                </c:pt>
                <c:pt idx="10590">
                  <c:v>2.7341899999999999</c:v>
                </c:pt>
                <c:pt idx="10591">
                  <c:v>2.7345000000000002</c:v>
                </c:pt>
                <c:pt idx="10592">
                  <c:v>2.7347999999999999</c:v>
                </c:pt>
                <c:pt idx="10593">
                  <c:v>2.7351100000000002</c:v>
                </c:pt>
                <c:pt idx="10594">
                  <c:v>2.7354099999999999</c:v>
                </c:pt>
                <c:pt idx="10595">
                  <c:v>2.7357200000000002</c:v>
                </c:pt>
                <c:pt idx="10596">
                  <c:v>2.7360199999999999</c:v>
                </c:pt>
                <c:pt idx="10597">
                  <c:v>2.7363300000000002</c:v>
                </c:pt>
                <c:pt idx="10598">
                  <c:v>2.7366299999999999</c:v>
                </c:pt>
                <c:pt idx="10599">
                  <c:v>2.7369400000000002</c:v>
                </c:pt>
                <c:pt idx="10600">
                  <c:v>2.7372399999999999</c:v>
                </c:pt>
                <c:pt idx="10601">
                  <c:v>2.7375500000000001</c:v>
                </c:pt>
                <c:pt idx="10602">
                  <c:v>2.73786</c:v>
                </c:pt>
                <c:pt idx="10603">
                  <c:v>2.7381600000000001</c:v>
                </c:pt>
                <c:pt idx="10604">
                  <c:v>2.73847</c:v>
                </c:pt>
                <c:pt idx="10605">
                  <c:v>2.7387700000000001</c:v>
                </c:pt>
                <c:pt idx="10606">
                  <c:v>2.73908</c:v>
                </c:pt>
                <c:pt idx="10607">
                  <c:v>2.7393800000000001</c:v>
                </c:pt>
                <c:pt idx="10608">
                  <c:v>2.73969</c:v>
                </c:pt>
                <c:pt idx="10609">
                  <c:v>2.7399900000000001</c:v>
                </c:pt>
                <c:pt idx="10610">
                  <c:v>2.7403</c:v>
                </c:pt>
                <c:pt idx="10611">
                  <c:v>2.7406000000000001</c:v>
                </c:pt>
                <c:pt idx="10612">
                  <c:v>2.74091</c:v>
                </c:pt>
                <c:pt idx="10613">
                  <c:v>2.7412100000000001</c:v>
                </c:pt>
                <c:pt idx="10614">
                  <c:v>2.74152</c:v>
                </c:pt>
                <c:pt idx="10615">
                  <c:v>2.7418300000000002</c:v>
                </c:pt>
                <c:pt idx="10616">
                  <c:v>2.74213</c:v>
                </c:pt>
                <c:pt idx="10617">
                  <c:v>2.7424400000000002</c:v>
                </c:pt>
                <c:pt idx="10618">
                  <c:v>2.74274</c:v>
                </c:pt>
                <c:pt idx="10619">
                  <c:v>2.7430500000000002</c:v>
                </c:pt>
                <c:pt idx="10620">
                  <c:v>2.74335</c:v>
                </c:pt>
                <c:pt idx="10621">
                  <c:v>2.7436600000000002</c:v>
                </c:pt>
                <c:pt idx="10622">
                  <c:v>2.74396</c:v>
                </c:pt>
                <c:pt idx="10623">
                  <c:v>2.7442700000000002</c:v>
                </c:pt>
                <c:pt idx="10624">
                  <c:v>2.74457</c:v>
                </c:pt>
                <c:pt idx="10625">
                  <c:v>2.7448800000000002</c:v>
                </c:pt>
                <c:pt idx="10626">
                  <c:v>2.74518</c:v>
                </c:pt>
                <c:pt idx="10627">
                  <c:v>2.7454900000000002</c:v>
                </c:pt>
                <c:pt idx="10628">
                  <c:v>2.7458</c:v>
                </c:pt>
                <c:pt idx="10629">
                  <c:v>2.7461000000000002</c:v>
                </c:pt>
                <c:pt idx="10630">
                  <c:v>2.74641</c:v>
                </c:pt>
                <c:pt idx="10631">
                  <c:v>2.7467100000000002</c:v>
                </c:pt>
                <c:pt idx="10632">
                  <c:v>2.74702</c:v>
                </c:pt>
                <c:pt idx="10633">
                  <c:v>2.7473200000000002</c:v>
                </c:pt>
                <c:pt idx="10634">
                  <c:v>2.74763</c:v>
                </c:pt>
                <c:pt idx="10635">
                  <c:v>2.7479300000000002</c:v>
                </c:pt>
                <c:pt idx="10636">
                  <c:v>2.74824</c:v>
                </c:pt>
                <c:pt idx="10637">
                  <c:v>2.7485400000000002</c:v>
                </c:pt>
                <c:pt idx="10638">
                  <c:v>2.74885</c:v>
                </c:pt>
                <c:pt idx="10639">
                  <c:v>2.7491500000000002</c:v>
                </c:pt>
                <c:pt idx="10640">
                  <c:v>2.74946</c:v>
                </c:pt>
                <c:pt idx="10641">
                  <c:v>2.7497699999999998</c:v>
                </c:pt>
                <c:pt idx="10642">
                  <c:v>2.75007</c:v>
                </c:pt>
                <c:pt idx="10643">
                  <c:v>2.7503799999999998</c:v>
                </c:pt>
                <c:pt idx="10644">
                  <c:v>2.75068</c:v>
                </c:pt>
                <c:pt idx="10645">
                  <c:v>2.7509899999999998</c:v>
                </c:pt>
                <c:pt idx="10646">
                  <c:v>2.75129</c:v>
                </c:pt>
                <c:pt idx="10647">
                  <c:v>2.7515999999999998</c:v>
                </c:pt>
                <c:pt idx="10648">
                  <c:v>2.7519</c:v>
                </c:pt>
                <c:pt idx="10649">
                  <c:v>2.7522099999999998</c:v>
                </c:pt>
                <c:pt idx="10650">
                  <c:v>2.75251</c:v>
                </c:pt>
                <c:pt idx="10651">
                  <c:v>2.7528199999999998</c:v>
                </c:pt>
                <c:pt idx="10652">
                  <c:v>2.75312</c:v>
                </c:pt>
                <c:pt idx="10653">
                  <c:v>2.7534299999999998</c:v>
                </c:pt>
                <c:pt idx="10654">
                  <c:v>2.7537400000000001</c:v>
                </c:pt>
                <c:pt idx="10655">
                  <c:v>2.7540399999999998</c:v>
                </c:pt>
                <c:pt idx="10656">
                  <c:v>2.7543500000000001</c:v>
                </c:pt>
                <c:pt idx="10657">
                  <c:v>2.7546499999999998</c:v>
                </c:pt>
                <c:pt idx="10658">
                  <c:v>2.7549600000000001</c:v>
                </c:pt>
                <c:pt idx="10659">
                  <c:v>2.7552599999999998</c:v>
                </c:pt>
                <c:pt idx="10660">
                  <c:v>2.7555700000000001</c:v>
                </c:pt>
                <c:pt idx="10661">
                  <c:v>2.7558699999999998</c:v>
                </c:pt>
                <c:pt idx="10662">
                  <c:v>2.7561800000000001</c:v>
                </c:pt>
                <c:pt idx="10663">
                  <c:v>2.7564799999999998</c:v>
                </c:pt>
                <c:pt idx="10664">
                  <c:v>2.7567900000000001</c:v>
                </c:pt>
                <c:pt idx="10665">
                  <c:v>2.7570999999999999</c:v>
                </c:pt>
                <c:pt idx="10666">
                  <c:v>2.7574000000000001</c:v>
                </c:pt>
                <c:pt idx="10667">
                  <c:v>2.7577099999999999</c:v>
                </c:pt>
                <c:pt idx="10668">
                  <c:v>2.7580100000000001</c:v>
                </c:pt>
                <c:pt idx="10669">
                  <c:v>2.7583199999999999</c:v>
                </c:pt>
                <c:pt idx="10670">
                  <c:v>2.7586200000000001</c:v>
                </c:pt>
                <c:pt idx="10671">
                  <c:v>2.7589299999999999</c:v>
                </c:pt>
                <c:pt idx="10672">
                  <c:v>2.7592300000000001</c:v>
                </c:pt>
                <c:pt idx="10673">
                  <c:v>2.7595399999999999</c:v>
                </c:pt>
                <c:pt idx="10674">
                  <c:v>2.7598400000000001</c:v>
                </c:pt>
                <c:pt idx="10675">
                  <c:v>2.7601499999999999</c:v>
                </c:pt>
                <c:pt idx="10676">
                  <c:v>2.7604500000000001</c:v>
                </c:pt>
                <c:pt idx="10677">
                  <c:v>2.7607599999999999</c:v>
                </c:pt>
                <c:pt idx="10678">
                  <c:v>2.7610700000000001</c:v>
                </c:pt>
                <c:pt idx="10679">
                  <c:v>2.7613699999999999</c:v>
                </c:pt>
                <c:pt idx="10680">
                  <c:v>2.7616800000000001</c:v>
                </c:pt>
                <c:pt idx="10681">
                  <c:v>2.7619799999999999</c:v>
                </c:pt>
                <c:pt idx="10682">
                  <c:v>2.7622900000000001</c:v>
                </c:pt>
                <c:pt idx="10683">
                  <c:v>2.7625899999999999</c:v>
                </c:pt>
                <c:pt idx="10684">
                  <c:v>2.7629000000000001</c:v>
                </c:pt>
                <c:pt idx="10685">
                  <c:v>2.7631999999999999</c:v>
                </c:pt>
                <c:pt idx="10686">
                  <c:v>2.7635100000000001</c:v>
                </c:pt>
                <c:pt idx="10687">
                  <c:v>2.7638099999999999</c:v>
                </c:pt>
                <c:pt idx="10688">
                  <c:v>2.7641200000000001</c:v>
                </c:pt>
                <c:pt idx="10689">
                  <c:v>2.7644199999999999</c:v>
                </c:pt>
                <c:pt idx="10690">
                  <c:v>2.7647300000000001</c:v>
                </c:pt>
                <c:pt idx="10691">
                  <c:v>2.7650399999999999</c:v>
                </c:pt>
                <c:pt idx="10692">
                  <c:v>2.7653400000000001</c:v>
                </c:pt>
                <c:pt idx="10693">
                  <c:v>2.7656499999999999</c:v>
                </c:pt>
                <c:pt idx="10694">
                  <c:v>2.7659500000000001</c:v>
                </c:pt>
                <c:pt idx="10695">
                  <c:v>2.7662599999999999</c:v>
                </c:pt>
                <c:pt idx="10696">
                  <c:v>2.7665600000000001</c:v>
                </c:pt>
                <c:pt idx="10697">
                  <c:v>2.7668699999999999</c:v>
                </c:pt>
                <c:pt idx="10698">
                  <c:v>2.7671700000000001</c:v>
                </c:pt>
                <c:pt idx="10699">
                  <c:v>2.7674799999999999</c:v>
                </c:pt>
                <c:pt idx="10700">
                  <c:v>2.7677800000000001</c:v>
                </c:pt>
                <c:pt idx="10701">
                  <c:v>2.7680899999999999</c:v>
                </c:pt>
                <c:pt idx="10702">
                  <c:v>2.7683900000000001</c:v>
                </c:pt>
                <c:pt idx="10703">
                  <c:v>2.7686999999999999</c:v>
                </c:pt>
                <c:pt idx="10704">
                  <c:v>2.7690100000000002</c:v>
                </c:pt>
                <c:pt idx="10705">
                  <c:v>2.7693099999999999</c:v>
                </c:pt>
                <c:pt idx="10706">
                  <c:v>2.7696200000000002</c:v>
                </c:pt>
                <c:pt idx="10707">
                  <c:v>2.7699199999999999</c:v>
                </c:pt>
                <c:pt idx="10708">
                  <c:v>2.7702300000000002</c:v>
                </c:pt>
                <c:pt idx="10709">
                  <c:v>2.7705299999999999</c:v>
                </c:pt>
                <c:pt idx="10710">
                  <c:v>2.7708400000000002</c:v>
                </c:pt>
                <c:pt idx="10711">
                  <c:v>2.7711399999999999</c:v>
                </c:pt>
                <c:pt idx="10712">
                  <c:v>2.7714500000000002</c:v>
                </c:pt>
                <c:pt idx="10713">
                  <c:v>2.7717499999999999</c:v>
                </c:pt>
                <c:pt idx="10714">
                  <c:v>2.7720600000000002</c:v>
                </c:pt>
                <c:pt idx="10715">
                  <c:v>2.77237</c:v>
                </c:pt>
                <c:pt idx="10716">
                  <c:v>2.7726700000000002</c:v>
                </c:pt>
                <c:pt idx="10717">
                  <c:v>2.77298</c:v>
                </c:pt>
                <c:pt idx="10718">
                  <c:v>2.7732800000000002</c:v>
                </c:pt>
                <c:pt idx="10719">
                  <c:v>2.77359</c:v>
                </c:pt>
                <c:pt idx="10720">
                  <c:v>2.7738900000000002</c:v>
                </c:pt>
                <c:pt idx="10721">
                  <c:v>2.7742</c:v>
                </c:pt>
                <c:pt idx="10722">
                  <c:v>2.7745000000000002</c:v>
                </c:pt>
                <c:pt idx="10723">
                  <c:v>2.77481</c:v>
                </c:pt>
                <c:pt idx="10724">
                  <c:v>2.7751100000000002</c:v>
                </c:pt>
                <c:pt idx="10725">
                  <c:v>2.77542</c:v>
                </c:pt>
                <c:pt idx="10726">
                  <c:v>2.7757200000000002</c:v>
                </c:pt>
                <c:pt idx="10727">
                  <c:v>2.77603</c:v>
                </c:pt>
                <c:pt idx="10728">
                  <c:v>2.7763399999999998</c:v>
                </c:pt>
                <c:pt idx="10729">
                  <c:v>2.77664</c:v>
                </c:pt>
                <c:pt idx="10730">
                  <c:v>2.7769499999999998</c:v>
                </c:pt>
                <c:pt idx="10731">
                  <c:v>2.77725</c:v>
                </c:pt>
                <c:pt idx="10732">
                  <c:v>2.7775599999999998</c:v>
                </c:pt>
                <c:pt idx="10733">
                  <c:v>2.77786</c:v>
                </c:pt>
                <c:pt idx="10734">
                  <c:v>2.7781699999999998</c:v>
                </c:pt>
                <c:pt idx="10735">
                  <c:v>2.77847</c:v>
                </c:pt>
                <c:pt idx="10736">
                  <c:v>2.7787799999999998</c:v>
                </c:pt>
                <c:pt idx="10737">
                  <c:v>2.77908</c:v>
                </c:pt>
                <c:pt idx="10738">
                  <c:v>2.7793899999999998</c:v>
                </c:pt>
                <c:pt idx="10739">
                  <c:v>2.77969</c:v>
                </c:pt>
                <c:pt idx="10740">
                  <c:v>2.78</c:v>
                </c:pt>
                <c:pt idx="10741">
                  <c:v>2.7803100000000001</c:v>
                </c:pt>
                <c:pt idx="10742">
                  <c:v>2.7806099999999998</c:v>
                </c:pt>
                <c:pt idx="10743">
                  <c:v>2.7809200000000001</c:v>
                </c:pt>
                <c:pt idx="10744">
                  <c:v>2.7812199999999998</c:v>
                </c:pt>
                <c:pt idx="10745">
                  <c:v>2.7815300000000001</c:v>
                </c:pt>
                <c:pt idx="10746">
                  <c:v>2.7818299999999998</c:v>
                </c:pt>
                <c:pt idx="10747">
                  <c:v>2.7821400000000001</c:v>
                </c:pt>
                <c:pt idx="10748">
                  <c:v>2.7824399999999998</c:v>
                </c:pt>
                <c:pt idx="10749">
                  <c:v>2.7827500000000001</c:v>
                </c:pt>
                <c:pt idx="10750">
                  <c:v>2.7830499999999998</c:v>
                </c:pt>
                <c:pt idx="10751">
                  <c:v>2.7833600000000001</c:v>
                </c:pt>
                <c:pt idx="10752">
                  <c:v>2.7836599999999998</c:v>
                </c:pt>
                <c:pt idx="10753">
                  <c:v>2.7839700000000001</c:v>
                </c:pt>
                <c:pt idx="10754">
                  <c:v>2.7842799999999999</c:v>
                </c:pt>
                <c:pt idx="10755">
                  <c:v>2.7845800000000001</c:v>
                </c:pt>
                <c:pt idx="10756">
                  <c:v>2.7848899999999999</c:v>
                </c:pt>
                <c:pt idx="10757">
                  <c:v>2.7851900000000001</c:v>
                </c:pt>
                <c:pt idx="10758">
                  <c:v>2.7854999999999999</c:v>
                </c:pt>
                <c:pt idx="10759">
                  <c:v>2.7858000000000001</c:v>
                </c:pt>
                <c:pt idx="10760">
                  <c:v>2.7861099999999999</c:v>
                </c:pt>
                <c:pt idx="10761">
                  <c:v>2.7864100000000001</c:v>
                </c:pt>
                <c:pt idx="10762">
                  <c:v>2.7867199999999999</c:v>
                </c:pt>
                <c:pt idx="10763">
                  <c:v>2.7870200000000001</c:v>
                </c:pt>
                <c:pt idx="10764">
                  <c:v>2.7873299999999999</c:v>
                </c:pt>
                <c:pt idx="10765">
                  <c:v>2.7876300000000001</c:v>
                </c:pt>
                <c:pt idx="10766">
                  <c:v>2.7879399999999999</c:v>
                </c:pt>
                <c:pt idx="10767">
                  <c:v>2.7882500000000001</c:v>
                </c:pt>
                <c:pt idx="10768">
                  <c:v>2.7885499999999999</c:v>
                </c:pt>
                <c:pt idx="10769">
                  <c:v>2.7888600000000001</c:v>
                </c:pt>
                <c:pt idx="10770">
                  <c:v>2.7891599999999999</c:v>
                </c:pt>
                <c:pt idx="10771">
                  <c:v>2.7894700000000001</c:v>
                </c:pt>
                <c:pt idx="10772">
                  <c:v>2.7897699999999999</c:v>
                </c:pt>
                <c:pt idx="10773">
                  <c:v>2.7900800000000001</c:v>
                </c:pt>
                <c:pt idx="10774">
                  <c:v>2.7903799999999999</c:v>
                </c:pt>
                <c:pt idx="10775">
                  <c:v>2.7906900000000001</c:v>
                </c:pt>
                <c:pt idx="10776">
                  <c:v>2.7909899999999999</c:v>
                </c:pt>
                <c:pt idx="10777">
                  <c:v>2.7913000000000001</c:v>
                </c:pt>
                <c:pt idx="10778">
                  <c:v>2.7916099999999999</c:v>
                </c:pt>
                <c:pt idx="10779">
                  <c:v>2.7919100000000001</c:v>
                </c:pt>
                <c:pt idx="10780">
                  <c:v>2.7922199999999999</c:v>
                </c:pt>
                <c:pt idx="10781">
                  <c:v>2.7925200000000001</c:v>
                </c:pt>
                <c:pt idx="10782">
                  <c:v>2.7928299999999999</c:v>
                </c:pt>
                <c:pt idx="10783">
                  <c:v>2.7931300000000001</c:v>
                </c:pt>
                <c:pt idx="10784">
                  <c:v>2.7934399999999999</c:v>
                </c:pt>
                <c:pt idx="10785">
                  <c:v>2.7937400000000001</c:v>
                </c:pt>
                <c:pt idx="10786">
                  <c:v>2.7940499999999999</c:v>
                </c:pt>
                <c:pt idx="10787">
                  <c:v>2.7943500000000001</c:v>
                </c:pt>
                <c:pt idx="10788">
                  <c:v>2.7946599999999999</c:v>
                </c:pt>
                <c:pt idx="10789">
                  <c:v>2.7949600000000001</c:v>
                </c:pt>
                <c:pt idx="10790">
                  <c:v>2.7952699999999999</c:v>
                </c:pt>
                <c:pt idx="10791">
                  <c:v>2.7955800000000002</c:v>
                </c:pt>
                <c:pt idx="10792">
                  <c:v>2.7958799999999999</c:v>
                </c:pt>
                <c:pt idx="10793">
                  <c:v>2.7961900000000002</c:v>
                </c:pt>
                <c:pt idx="10794">
                  <c:v>2.7964899999999999</c:v>
                </c:pt>
                <c:pt idx="10795">
                  <c:v>2.7968000000000002</c:v>
                </c:pt>
                <c:pt idx="10796">
                  <c:v>2.7970999999999999</c:v>
                </c:pt>
                <c:pt idx="10797">
                  <c:v>2.7974100000000002</c:v>
                </c:pt>
                <c:pt idx="10798">
                  <c:v>2.7977099999999999</c:v>
                </c:pt>
                <c:pt idx="10799">
                  <c:v>2.7980200000000002</c:v>
                </c:pt>
                <c:pt idx="10800">
                  <c:v>2.7983199999999999</c:v>
                </c:pt>
                <c:pt idx="10801">
                  <c:v>2.7986300000000002</c:v>
                </c:pt>
                <c:pt idx="10802">
                  <c:v>2.7989299999999999</c:v>
                </c:pt>
                <c:pt idx="10803">
                  <c:v>2.7992400000000002</c:v>
                </c:pt>
                <c:pt idx="10804">
                  <c:v>2.79955</c:v>
                </c:pt>
                <c:pt idx="10805">
                  <c:v>2.7998500000000002</c:v>
                </c:pt>
                <c:pt idx="10806">
                  <c:v>2.80016</c:v>
                </c:pt>
                <c:pt idx="10807">
                  <c:v>2.8004600000000002</c:v>
                </c:pt>
                <c:pt idx="10808">
                  <c:v>2.80077</c:v>
                </c:pt>
                <c:pt idx="10809">
                  <c:v>2.8010700000000002</c:v>
                </c:pt>
                <c:pt idx="10810">
                  <c:v>2.80138</c:v>
                </c:pt>
                <c:pt idx="10811">
                  <c:v>2.8016800000000002</c:v>
                </c:pt>
                <c:pt idx="10812">
                  <c:v>2.80199</c:v>
                </c:pt>
                <c:pt idx="10813">
                  <c:v>2.8022900000000002</c:v>
                </c:pt>
                <c:pt idx="10814">
                  <c:v>2.8026</c:v>
                </c:pt>
                <c:pt idx="10815">
                  <c:v>2.8029000000000002</c:v>
                </c:pt>
                <c:pt idx="10816">
                  <c:v>2.80321</c:v>
                </c:pt>
                <c:pt idx="10817">
                  <c:v>2.8035199999999998</c:v>
                </c:pt>
                <c:pt idx="10818">
                  <c:v>2.80382</c:v>
                </c:pt>
                <c:pt idx="10819">
                  <c:v>2.8041299999999998</c:v>
                </c:pt>
                <c:pt idx="10820">
                  <c:v>2.80443</c:v>
                </c:pt>
                <c:pt idx="10821">
                  <c:v>2.8047399999999998</c:v>
                </c:pt>
                <c:pt idx="10822">
                  <c:v>2.80504</c:v>
                </c:pt>
                <c:pt idx="10823">
                  <c:v>2.8053499999999998</c:v>
                </c:pt>
                <c:pt idx="10824">
                  <c:v>2.80565</c:v>
                </c:pt>
                <c:pt idx="10825">
                  <c:v>2.8059599999999998</c:v>
                </c:pt>
                <c:pt idx="10826">
                  <c:v>2.80626</c:v>
                </c:pt>
                <c:pt idx="10827">
                  <c:v>2.8065699999999998</c:v>
                </c:pt>
                <c:pt idx="10828">
                  <c:v>2.80687</c:v>
                </c:pt>
                <c:pt idx="10829">
                  <c:v>2.8071799999999998</c:v>
                </c:pt>
                <c:pt idx="10830">
                  <c:v>2.80749</c:v>
                </c:pt>
                <c:pt idx="10831">
                  <c:v>2.8077899999999998</c:v>
                </c:pt>
                <c:pt idx="10832">
                  <c:v>2.8081</c:v>
                </c:pt>
                <c:pt idx="10833">
                  <c:v>2.8083999999999998</c:v>
                </c:pt>
                <c:pt idx="10834">
                  <c:v>2.80871</c:v>
                </c:pt>
                <c:pt idx="10835">
                  <c:v>2.8090099999999998</c:v>
                </c:pt>
                <c:pt idx="10836">
                  <c:v>2.80932</c:v>
                </c:pt>
                <c:pt idx="10837">
                  <c:v>2.8096199999999998</c:v>
                </c:pt>
                <c:pt idx="10838">
                  <c:v>2.80993</c:v>
                </c:pt>
                <c:pt idx="10839">
                  <c:v>2.8102299999999998</c:v>
                </c:pt>
                <c:pt idx="10840">
                  <c:v>2.81054</c:v>
                </c:pt>
                <c:pt idx="10841">
                  <c:v>2.8108499999999998</c:v>
                </c:pt>
                <c:pt idx="10842">
                  <c:v>2.81115</c:v>
                </c:pt>
                <c:pt idx="10843">
                  <c:v>2.8114599999999998</c:v>
                </c:pt>
                <c:pt idx="10844">
                  <c:v>2.81176</c:v>
                </c:pt>
                <c:pt idx="10845">
                  <c:v>2.8120699999999998</c:v>
                </c:pt>
                <c:pt idx="10846">
                  <c:v>2.81237</c:v>
                </c:pt>
                <c:pt idx="10847">
                  <c:v>2.8126799999999998</c:v>
                </c:pt>
                <c:pt idx="10848">
                  <c:v>2.81298</c:v>
                </c:pt>
                <c:pt idx="10849">
                  <c:v>2.8132899999999998</c:v>
                </c:pt>
                <c:pt idx="10850">
                  <c:v>2.81359</c:v>
                </c:pt>
                <c:pt idx="10851">
                  <c:v>2.8138999999999998</c:v>
                </c:pt>
                <c:pt idx="10852">
                  <c:v>2.8142</c:v>
                </c:pt>
                <c:pt idx="10853">
                  <c:v>2.8145099999999998</c:v>
                </c:pt>
                <c:pt idx="10854">
                  <c:v>2.8148200000000001</c:v>
                </c:pt>
                <c:pt idx="10855">
                  <c:v>2.8151199999999998</c:v>
                </c:pt>
                <c:pt idx="10856">
                  <c:v>2.8154300000000001</c:v>
                </c:pt>
                <c:pt idx="10857">
                  <c:v>2.8157299999999998</c:v>
                </c:pt>
                <c:pt idx="10858">
                  <c:v>2.8160400000000001</c:v>
                </c:pt>
                <c:pt idx="10859">
                  <c:v>2.8163399999999998</c:v>
                </c:pt>
                <c:pt idx="10860">
                  <c:v>2.8166500000000001</c:v>
                </c:pt>
                <c:pt idx="10861">
                  <c:v>2.8169499999999998</c:v>
                </c:pt>
                <c:pt idx="10862">
                  <c:v>2.8172600000000001</c:v>
                </c:pt>
                <c:pt idx="10863">
                  <c:v>2.8175599999999998</c:v>
                </c:pt>
                <c:pt idx="10864">
                  <c:v>2.8178700000000001</c:v>
                </c:pt>
                <c:pt idx="10865">
                  <c:v>2.8181699999999998</c:v>
                </c:pt>
                <c:pt idx="10866">
                  <c:v>2.8184800000000001</c:v>
                </c:pt>
                <c:pt idx="10867">
                  <c:v>2.8187899999999999</c:v>
                </c:pt>
                <c:pt idx="10868">
                  <c:v>2.8190900000000001</c:v>
                </c:pt>
                <c:pt idx="10869">
                  <c:v>2.8193999999999999</c:v>
                </c:pt>
                <c:pt idx="10870">
                  <c:v>2.8197000000000001</c:v>
                </c:pt>
                <c:pt idx="10871">
                  <c:v>2.8200099999999999</c:v>
                </c:pt>
                <c:pt idx="10872">
                  <c:v>2.8203100000000001</c:v>
                </c:pt>
                <c:pt idx="10873">
                  <c:v>2.8206199999999999</c:v>
                </c:pt>
                <c:pt idx="10874">
                  <c:v>2.8209200000000001</c:v>
                </c:pt>
                <c:pt idx="10875">
                  <c:v>2.8212299999999999</c:v>
                </c:pt>
                <c:pt idx="10876">
                  <c:v>2.8215300000000001</c:v>
                </c:pt>
                <c:pt idx="10877">
                  <c:v>2.8218399999999999</c:v>
                </c:pt>
                <c:pt idx="10878">
                  <c:v>2.8221400000000001</c:v>
                </c:pt>
                <c:pt idx="10879">
                  <c:v>2.8224499999999999</c:v>
                </c:pt>
                <c:pt idx="10880">
                  <c:v>2.8227600000000002</c:v>
                </c:pt>
                <c:pt idx="10881">
                  <c:v>2.8230599999999999</c:v>
                </c:pt>
                <c:pt idx="10882">
                  <c:v>2.8233700000000002</c:v>
                </c:pt>
                <c:pt idx="10883">
                  <c:v>2.8236699999999999</c:v>
                </c:pt>
                <c:pt idx="10884">
                  <c:v>2.8239800000000002</c:v>
                </c:pt>
                <c:pt idx="10885">
                  <c:v>2.8242799999999999</c:v>
                </c:pt>
                <c:pt idx="10886">
                  <c:v>2.8245900000000002</c:v>
                </c:pt>
                <c:pt idx="10887">
                  <c:v>2.8248899999999999</c:v>
                </c:pt>
                <c:pt idx="10888">
                  <c:v>2.8252000000000002</c:v>
                </c:pt>
                <c:pt idx="10889">
                  <c:v>2.8254999999999999</c:v>
                </c:pt>
                <c:pt idx="10890">
                  <c:v>2.8258100000000002</c:v>
                </c:pt>
                <c:pt idx="10891">
                  <c:v>2.8261099999999999</c:v>
                </c:pt>
                <c:pt idx="10892">
                  <c:v>2.8264200000000002</c:v>
                </c:pt>
                <c:pt idx="10893">
                  <c:v>2.82673</c:v>
                </c:pt>
                <c:pt idx="10894">
                  <c:v>2.8270300000000002</c:v>
                </c:pt>
                <c:pt idx="10895">
                  <c:v>2.82734</c:v>
                </c:pt>
                <c:pt idx="10896">
                  <c:v>2.8276400000000002</c:v>
                </c:pt>
                <c:pt idx="10897">
                  <c:v>2.82795</c:v>
                </c:pt>
                <c:pt idx="10898">
                  <c:v>2.8282500000000002</c:v>
                </c:pt>
                <c:pt idx="10899">
                  <c:v>2.82856</c:v>
                </c:pt>
                <c:pt idx="10900">
                  <c:v>2.8288600000000002</c:v>
                </c:pt>
                <c:pt idx="10901">
                  <c:v>2.82917</c:v>
                </c:pt>
                <c:pt idx="10902">
                  <c:v>2.8294700000000002</c:v>
                </c:pt>
                <c:pt idx="10903">
                  <c:v>2.82978</c:v>
                </c:pt>
                <c:pt idx="10904">
                  <c:v>2.8300900000000002</c:v>
                </c:pt>
                <c:pt idx="10905">
                  <c:v>2.83039</c:v>
                </c:pt>
                <c:pt idx="10906">
                  <c:v>2.8307000000000002</c:v>
                </c:pt>
                <c:pt idx="10907">
                  <c:v>2.831</c:v>
                </c:pt>
                <c:pt idx="10908">
                  <c:v>2.8313100000000002</c:v>
                </c:pt>
                <c:pt idx="10909">
                  <c:v>2.83161</c:v>
                </c:pt>
                <c:pt idx="10910">
                  <c:v>2.8319200000000002</c:v>
                </c:pt>
                <c:pt idx="10911">
                  <c:v>2.83222</c:v>
                </c:pt>
                <c:pt idx="10912">
                  <c:v>2.8325300000000002</c:v>
                </c:pt>
                <c:pt idx="10913">
                  <c:v>2.83283</c:v>
                </c:pt>
                <c:pt idx="10914">
                  <c:v>2.8331400000000002</c:v>
                </c:pt>
                <c:pt idx="10915">
                  <c:v>2.83344</c:v>
                </c:pt>
                <c:pt idx="10916">
                  <c:v>2.8337500000000002</c:v>
                </c:pt>
                <c:pt idx="10917">
                  <c:v>2.83406</c:v>
                </c:pt>
                <c:pt idx="10918">
                  <c:v>2.8343600000000002</c:v>
                </c:pt>
                <c:pt idx="10919">
                  <c:v>2.83467</c:v>
                </c:pt>
                <c:pt idx="10920">
                  <c:v>2.8349700000000002</c:v>
                </c:pt>
                <c:pt idx="10921">
                  <c:v>2.83528</c:v>
                </c:pt>
                <c:pt idx="10922">
                  <c:v>2.8355800000000002</c:v>
                </c:pt>
                <c:pt idx="10923">
                  <c:v>2.83589</c:v>
                </c:pt>
                <c:pt idx="10924">
                  <c:v>2.8361900000000002</c:v>
                </c:pt>
                <c:pt idx="10925">
                  <c:v>2.8365</c:v>
                </c:pt>
                <c:pt idx="10926">
                  <c:v>2.8368000000000002</c:v>
                </c:pt>
                <c:pt idx="10927">
                  <c:v>2.83711</c:v>
                </c:pt>
                <c:pt idx="10928">
                  <c:v>2.8374100000000002</c:v>
                </c:pt>
                <c:pt idx="10929">
                  <c:v>2.83772</c:v>
                </c:pt>
                <c:pt idx="10930">
                  <c:v>2.8380299999999998</c:v>
                </c:pt>
                <c:pt idx="10931">
                  <c:v>2.83833</c:v>
                </c:pt>
                <c:pt idx="10932">
                  <c:v>2.8386399999999998</c:v>
                </c:pt>
                <c:pt idx="10933">
                  <c:v>2.83894</c:v>
                </c:pt>
                <c:pt idx="10934">
                  <c:v>2.8392499999999998</c:v>
                </c:pt>
                <c:pt idx="10935">
                  <c:v>2.83955</c:v>
                </c:pt>
                <c:pt idx="10936">
                  <c:v>2.8398599999999998</c:v>
                </c:pt>
                <c:pt idx="10937">
                  <c:v>2.84016</c:v>
                </c:pt>
                <c:pt idx="10938">
                  <c:v>2.8404699999999998</c:v>
                </c:pt>
                <c:pt idx="10939">
                  <c:v>2.84077</c:v>
                </c:pt>
                <c:pt idx="10940">
                  <c:v>2.8410799999999998</c:v>
                </c:pt>
                <c:pt idx="10941">
                  <c:v>2.84138</c:v>
                </c:pt>
                <c:pt idx="10942">
                  <c:v>2.8416899999999998</c:v>
                </c:pt>
                <c:pt idx="10943">
                  <c:v>2.8420000000000001</c:v>
                </c:pt>
                <c:pt idx="10944">
                  <c:v>2.8422999999999998</c:v>
                </c:pt>
                <c:pt idx="10945">
                  <c:v>2.8426100000000001</c:v>
                </c:pt>
                <c:pt idx="10946">
                  <c:v>2.8429099999999998</c:v>
                </c:pt>
                <c:pt idx="10947">
                  <c:v>2.8432200000000001</c:v>
                </c:pt>
                <c:pt idx="10948">
                  <c:v>2.8435199999999998</c:v>
                </c:pt>
                <c:pt idx="10949">
                  <c:v>2.8438300000000001</c:v>
                </c:pt>
                <c:pt idx="10950">
                  <c:v>2.8441299999999998</c:v>
                </c:pt>
                <c:pt idx="10951">
                  <c:v>2.8444400000000001</c:v>
                </c:pt>
                <c:pt idx="10952">
                  <c:v>2.8447399999999998</c:v>
                </c:pt>
                <c:pt idx="10953">
                  <c:v>2.8450500000000001</c:v>
                </c:pt>
                <c:pt idx="10954">
                  <c:v>2.8453599999999999</c:v>
                </c:pt>
                <c:pt idx="10955">
                  <c:v>2.8456600000000001</c:v>
                </c:pt>
                <c:pt idx="10956">
                  <c:v>2.8459699999999999</c:v>
                </c:pt>
                <c:pt idx="10957">
                  <c:v>2.8462700000000001</c:v>
                </c:pt>
                <c:pt idx="10958">
                  <c:v>2.8465799999999999</c:v>
                </c:pt>
                <c:pt idx="10959">
                  <c:v>2.8468800000000001</c:v>
                </c:pt>
                <c:pt idx="10960">
                  <c:v>2.8471899999999999</c:v>
                </c:pt>
                <c:pt idx="10961">
                  <c:v>2.8474900000000001</c:v>
                </c:pt>
                <c:pt idx="10962">
                  <c:v>2.8477999999999999</c:v>
                </c:pt>
                <c:pt idx="10963">
                  <c:v>2.8481000000000001</c:v>
                </c:pt>
                <c:pt idx="10964">
                  <c:v>2.8484099999999999</c:v>
                </c:pt>
                <c:pt idx="10965">
                  <c:v>2.8487100000000001</c:v>
                </c:pt>
                <c:pt idx="10966">
                  <c:v>2.8490199999999999</c:v>
                </c:pt>
                <c:pt idx="10967">
                  <c:v>2.8493300000000001</c:v>
                </c:pt>
                <c:pt idx="10968">
                  <c:v>2.8496299999999999</c:v>
                </c:pt>
                <c:pt idx="10969">
                  <c:v>2.8499400000000001</c:v>
                </c:pt>
                <c:pt idx="10970">
                  <c:v>2.8502399999999999</c:v>
                </c:pt>
                <c:pt idx="10971">
                  <c:v>2.8505500000000001</c:v>
                </c:pt>
                <c:pt idx="10972">
                  <c:v>2.8508499999999999</c:v>
                </c:pt>
                <c:pt idx="10973">
                  <c:v>2.8511600000000001</c:v>
                </c:pt>
                <c:pt idx="10974">
                  <c:v>2.8514599999999999</c:v>
                </c:pt>
                <c:pt idx="10975">
                  <c:v>2.8517700000000001</c:v>
                </c:pt>
                <c:pt idx="10976">
                  <c:v>2.8520699999999999</c:v>
                </c:pt>
                <c:pt idx="10977">
                  <c:v>2.8523800000000001</c:v>
                </c:pt>
                <c:pt idx="10978">
                  <c:v>2.8526799999999999</c:v>
                </c:pt>
                <c:pt idx="10979">
                  <c:v>2.8529900000000001</c:v>
                </c:pt>
                <c:pt idx="10980">
                  <c:v>2.8532999999999999</c:v>
                </c:pt>
                <c:pt idx="10981">
                  <c:v>2.8536000000000001</c:v>
                </c:pt>
                <c:pt idx="10982">
                  <c:v>2.8539099999999999</c:v>
                </c:pt>
                <c:pt idx="10983">
                  <c:v>2.8542100000000001</c:v>
                </c:pt>
                <c:pt idx="10984">
                  <c:v>2.8545199999999999</c:v>
                </c:pt>
                <c:pt idx="10985">
                  <c:v>2.8548200000000001</c:v>
                </c:pt>
                <c:pt idx="10986">
                  <c:v>2.8551299999999999</c:v>
                </c:pt>
                <c:pt idx="10987">
                  <c:v>2.8554300000000001</c:v>
                </c:pt>
                <c:pt idx="10988">
                  <c:v>2.8557399999999999</c:v>
                </c:pt>
                <c:pt idx="10989">
                  <c:v>2.8560400000000001</c:v>
                </c:pt>
                <c:pt idx="10990">
                  <c:v>2.8563499999999999</c:v>
                </c:pt>
                <c:pt idx="10991">
                  <c:v>2.8566500000000001</c:v>
                </c:pt>
                <c:pt idx="10992">
                  <c:v>2.8569599999999999</c:v>
                </c:pt>
                <c:pt idx="10993">
                  <c:v>2.8572700000000002</c:v>
                </c:pt>
                <c:pt idx="10994">
                  <c:v>2.8575699999999999</c:v>
                </c:pt>
                <c:pt idx="10995">
                  <c:v>2.8578800000000002</c:v>
                </c:pt>
                <c:pt idx="10996">
                  <c:v>2.8581799999999999</c:v>
                </c:pt>
                <c:pt idx="10997">
                  <c:v>2.8584900000000002</c:v>
                </c:pt>
                <c:pt idx="10998">
                  <c:v>2.8587899999999999</c:v>
                </c:pt>
                <c:pt idx="10999">
                  <c:v>2.8591000000000002</c:v>
                </c:pt>
                <c:pt idx="11000">
                  <c:v>2.8593999999999999</c:v>
                </c:pt>
                <c:pt idx="11001">
                  <c:v>2.8597100000000002</c:v>
                </c:pt>
                <c:pt idx="11002">
                  <c:v>2.8600099999999999</c:v>
                </c:pt>
                <c:pt idx="11003">
                  <c:v>2.8603200000000002</c:v>
                </c:pt>
                <c:pt idx="11004">
                  <c:v>2.8606199999999999</c:v>
                </c:pt>
                <c:pt idx="11005">
                  <c:v>2.8609300000000002</c:v>
                </c:pt>
                <c:pt idx="11006">
                  <c:v>2.86124</c:v>
                </c:pt>
                <c:pt idx="11007">
                  <c:v>2.8615400000000002</c:v>
                </c:pt>
                <c:pt idx="11008">
                  <c:v>2.86185</c:v>
                </c:pt>
                <c:pt idx="11009">
                  <c:v>2.8621500000000002</c:v>
                </c:pt>
                <c:pt idx="11010">
                  <c:v>2.86246</c:v>
                </c:pt>
                <c:pt idx="11011">
                  <c:v>2.8627600000000002</c:v>
                </c:pt>
                <c:pt idx="11012">
                  <c:v>2.86307</c:v>
                </c:pt>
                <c:pt idx="11013">
                  <c:v>2.8633700000000002</c:v>
                </c:pt>
                <c:pt idx="11014">
                  <c:v>2.86368</c:v>
                </c:pt>
                <c:pt idx="11015">
                  <c:v>2.8639800000000002</c:v>
                </c:pt>
                <c:pt idx="11016">
                  <c:v>2.86429</c:v>
                </c:pt>
                <c:pt idx="11017">
                  <c:v>2.8645999999999998</c:v>
                </c:pt>
                <c:pt idx="11018">
                  <c:v>2.8649</c:v>
                </c:pt>
                <c:pt idx="11019">
                  <c:v>2.8652099999999998</c:v>
                </c:pt>
                <c:pt idx="11020">
                  <c:v>2.86551</c:v>
                </c:pt>
                <c:pt idx="11021">
                  <c:v>2.8658199999999998</c:v>
                </c:pt>
                <c:pt idx="11022">
                  <c:v>2.86612</c:v>
                </c:pt>
                <c:pt idx="11023">
                  <c:v>2.8664299999999998</c:v>
                </c:pt>
                <c:pt idx="11024">
                  <c:v>2.86673</c:v>
                </c:pt>
                <c:pt idx="11025">
                  <c:v>2.8670399999999998</c:v>
                </c:pt>
                <c:pt idx="11026">
                  <c:v>2.86734</c:v>
                </c:pt>
                <c:pt idx="11027">
                  <c:v>2.8676499999999998</c:v>
                </c:pt>
                <c:pt idx="11028">
                  <c:v>2.86795</c:v>
                </c:pt>
                <c:pt idx="11029">
                  <c:v>2.8682599999999998</c:v>
                </c:pt>
                <c:pt idx="11030">
                  <c:v>2.8685700000000001</c:v>
                </c:pt>
                <c:pt idx="11031">
                  <c:v>2.8688699999999998</c:v>
                </c:pt>
                <c:pt idx="11032">
                  <c:v>2.8691800000000001</c:v>
                </c:pt>
                <c:pt idx="11033">
                  <c:v>2.8694799999999998</c:v>
                </c:pt>
                <c:pt idx="11034">
                  <c:v>2.8697900000000001</c:v>
                </c:pt>
                <c:pt idx="11035">
                  <c:v>2.8700899999999998</c:v>
                </c:pt>
                <c:pt idx="11036">
                  <c:v>2.8704000000000001</c:v>
                </c:pt>
                <c:pt idx="11037">
                  <c:v>2.8706999999999998</c:v>
                </c:pt>
                <c:pt idx="11038">
                  <c:v>2.8710100000000001</c:v>
                </c:pt>
                <c:pt idx="11039">
                  <c:v>2.8713099999999998</c:v>
                </c:pt>
                <c:pt idx="11040">
                  <c:v>2.8716200000000001</c:v>
                </c:pt>
                <c:pt idx="11041">
                  <c:v>2.8719199999999998</c:v>
                </c:pt>
                <c:pt idx="11042">
                  <c:v>2.8722300000000001</c:v>
                </c:pt>
                <c:pt idx="11043">
                  <c:v>2.8725399999999999</c:v>
                </c:pt>
                <c:pt idx="11044">
                  <c:v>2.8728400000000001</c:v>
                </c:pt>
                <c:pt idx="11045">
                  <c:v>2.8731499999999999</c:v>
                </c:pt>
                <c:pt idx="11046">
                  <c:v>2.8734500000000001</c:v>
                </c:pt>
                <c:pt idx="11047">
                  <c:v>2.8737599999999999</c:v>
                </c:pt>
                <c:pt idx="11048">
                  <c:v>2.8740600000000001</c:v>
                </c:pt>
                <c:pt idx="11049">
                  <c:v>2.8743699999999999</c:v>
                </c:pt>
                <c:pt idx="11050">
                  <c:v>2.8746700000000001</c:v>
                </c:pt>
                <c:pt idx="11051">
                  <c:v>2.8749799999999999</c:v>
                </c:pt>
                <c:pt idx="11052">
                  <c:v>2.8752800000000001</c:v>
                </c:pt>
                <c:pt idx="11053">
                  <c:v>2.8755899999999999</c:v>
                </c:pt>
                <c:pt idx="11054">
                  <c:v>2.8758900000000001</c:v>
                </c:pt>
                <c:pt idx="11055">
                  <c:v>2.8761999999999999</c:v>
                </c:pt>
                <c:pt idx="11056">
                  <c:v>2.8765100000000001</c:v>
                </c:pt>
                <c:pt idx="11057">
                  <c:v>2.8768099999999999</c:v>
                </c:pt>
                <c:pt idx="11058">
                  <c:v>2.8771200000000001</c:v>
                </c:pt>
                <c:pt idx="11059">
                  <c:v>2.8774199999999999</c:v>
                </c:pt>
                <c:pt idx="11060">
                  <c:v>2.8777300000000001</c:v>
                </c:pt>
                <c:pt idx="11061">
                  <c:v>2.8780299999999999</c:v>
                </c:pt>
                <c:pt idx="11062">
                  <c:v>2.8783400000000001</c:v>
                </c:pt>
                <c:pt idx="11063">
                  <c:v>2.8786399999999999</c:v>
                </c:pt>
                <c:pt idx="11064">
                  <c:v>2.8789500000000001</c:v>
                </c:pt>
                <c:pt idx="11065">
                  <c:v>2.8792499999999999</c:v>
                </c:pt>
                <c:pt idx="11066">
                  <c:v>2.8795600000000001</c:v>
                </c:pt>
                <c:pt idx="11067">
                  <c:v>2.8798599999999999</c:v>
                </c:pt>
                <c:pt idx="11068">
                  <c:v>2.8801700000000001</c:v>
                </c:pt>
                <c:pt idx="11069">
                  <c:v>2.8804799999999999</c:v>
                </c:pt>
                <c:pt idx="11070">
                  <c:v>2.8807800000000001</c:v>
                </c:pt>
                <c:pt idx="11071">
                  <c:v>2.8810899999999999</c:v>
                </c:pt>
                <c:pt idx="11072">
                  <c:v>2.8813900000000001</c:v>
                </c:pt>
                <c:pt idx="11073">
                  <c:v>2.8816999999999999</c:v>
                </c:pt>
                <c:pt idx="11074">
                  <c:v>2.8820000000000001</c:v>
                </c:pt>
                <c:pt idx="11075">
                  <c:v>2.8823099999999999</c:v>
                </c:pt>
                <c:pt idx="11076">
                  <c:v>2.8826100000000001</c:v>
                </c:pt>
                <c:pt idx="11077">
                  <c:v>2.8829199999999999</c:v>
                </c:pt>
                <c:pt idx="11078">
                  <c:v>2.8832200000000001</c:v>
                </c:pt>
                <c:pt idx="11079">
                  <c:v>2.8835299999999999</c:v>
                </c:pt>
                <c:pt idx="11080">
                  <c:v>2.8838400000000002</c:v>
                </c:pt>
                <c:pt idx="11081">
                  <c:v>2.8841399999999999</c:v>
                </c:pt>
                <c:pt idx="11082">
                  <c:v>2.8844500000000002</c:v>
                </c:pt>
                <c:pt idx="11083">
                  <c:v>2.8847499999999999</c:v>
                </c:pt>
                <c:pt idx="11084">
                  <c:v>2.8850600000000002</c:v>
                </c:pt>
                <c:pt idx="11085">
                  <c:v>2.8853599999999999</c:v>
                </c:pt>
                <c:pt idx="11086">
                  <c:v>2.8856700000000002</c:v>
                </c:pt>
                <c:pt idx="11087">
                  <c:v>2.8859699999999999</c:v>
                </c:pt>
                <c:pt idx="11088">
                  <c:v>2.8862800000000002</c:v>
                </c:pt>
                <c:pt idx="11089">
                  <c:v>2.8865799999999999</c:v>
                </c:pt>
                <c:pt idx="11090">
                  <c:v>2.8868900000000002</c:v>
                </c:pt>
                <c:pt idx="11091">
                  <c:v>2.8871899999999999</c:v>
                </c:pt>
                <c:pt idx="11092">
                  <c:v>2.8875000000000002</c:v>
                </c:pt>
                <c:pt idx="11093">
                  <c:v>2.88781</c:v>
                </c:pt>
                <c:pt idx="11094">
                  <c:v>2.8881100000000002</c:v>
                </c:pt>
                <c:pt idx="11095">
                  <c:v>2.88842</c:v>
                </c:pt>
                <c:pt idx="11096">
                  <c:v>2.8887200000000002</c:v>
                </c:pt>
                <c:pt idx="11097">
                  <c:v>2.88903</c:v>
                </c:pt>
                <c:pt idx="11098">
                  <c:v>2.8893300000000002</c:v>
                </c:pt>
                <c:pt idx="11099">
                  <c:v>2.88964</c:v>
                </c:pt>
                <c:pt idx="11100">
                  <c:v>2.8899400000000002</c:v>
                </c:pt>
                <c:pt idx="11101">
                  <c:v>2.89025</c:v>
                </c:pt>
                <c:pt idx="11102">
                  <c:v>2.8905500000000002</c:v>
                </c:pt>
                <c:pt idx="11103">
                  <c:v>2.89086</c:v>
                </c:pt>
                <c:pt idx="11104">
                  <c:v>2.8911600000000002</c:v>
                </c:pt>
                <c:pt idx="11105">
                  <c:v>2.89147</c:v>
                </c:pt>
                <c:pt idx="11106">
                  <c:v>2.8917799999999998</c:v>
                </c:pt>
                <c:pt idx="11107">
                  <c:v>2.89208</c:v>
                </c:pt>
                <c:pt idx="11108">
                  <c:v>2.8923899999999998</c:v>
                </c:pt>
                <c:pt idx="11109">
                  <c:v>2.89269</c:v>
                </c:pt>
                <c:pt idx="11110">
                  <c:v>2.8929999999999998</c:v>
                </c:pt>
                <c:pt idx="11111">
                  <c:v>2.8933</c:v>
                </c:pt>
                <c:pt idx="11112">
                  <c:v>2.8936099999999998</c:v>
                </c:pt>
                <c:pt idx="11113">
                  <c:v>2.89391</c:v>
                </c:pt>
                <c:pt idx="11114">
                  <c:v>2.8942199999999998</c:v>
                </c:pt>
                <c:pt idx="11115">
                  <c:v>2.89452</c:v>
                </c:pt>
                <c:pt idx="11116">
                  <c:v>2.8948299999999998</c:v>
                </c:pt>
                <c:pt idx="11117">
                  <c:v>2.89513</c:v>
                </c:pt>
                <c:pt idx="11118">
                  <c:v>2.8954399999999998</c:v>
                </c:pt>
                <c:pt idx="11119">
                  <c:v>2.89575</c:v>
                </c:pt>
                <c:pt idx="11120">
                  <c:v>2.8960499999999998</c:v>
                </c:pt>
                <c:pt idx="11121">
                  <c:v>2.89636</c:v>
                </c:pt>
                <c:pt idx="11122">
                  <c:v>2.8966599999999998</c:v>
                </c:pt>
                <c:pt idx="11123">
                  <c:v>2.89697</c:v>
                </c:pt>
                <c:pt idx="11124">
                  <c:v>2.8972699999999998</c:v>
                </c:pt>
                <c:pt idx="11125">
                  <c:v>2.89758</c:v>
                </c:pt>
                <c:pt idx="11126">
                  <c:v>2.8978799999999998</c:v>
                </c:pt>
                <c:pt idx="11127">
                  <c:v>2.89819</c:v>
                </c:pt>
                <c:pt idx="11128">
                  <c:v>2.8984899999999998</c:v>
                </c:pt>
                <c:pt idx="11129">
                  <c:v>2.8988</c:v>
                </c:pt>
                <c:pt idx="11130">
                  <c:v>2.8991099999999999</c:v>
                </c:pt>
                <c:pt idx="11131">
                  <c:v>2.89941</c:v>
                </c:pt>
                <c:pt idx="11132">
                  <c:v>2.8997199999999999</c:v>
                </c:pt>
                <c:pt idx="11133">
                  <c:v>2.90002</c:v>
                </c:pt>
                <c:pt idx="11134">
                  <c:v>2.9003299999999999</c:v>
                </c:pt>
                <c:pt idx="11135">
                  <c:v>2.90063</c:v>
                </c:pt>
                <c:pt idx="11136">
                  <c:v>2.9009399999999999</c:v>
                </c:pt>
                <c:pt idx="11137">
                  <c:v>2.90124</c:v>
                </c:pt>
                <c:pt idx="11138">
                  <c:v>2.9015499999999999</c:v>
                </c:pt>
                <c:pt idx="11139">
                  <c:v>2.90185</c:v>
                </c:pt>
                <c:pt idx="11140">
                  <c:v>2.9021599999999999</c:v>
                </c:pt>
                <c:pt idx="11141">
                  <c:v>2.90246</c:v>
                </c:pt>
                <c:pt idx="11142">
                  <c:v>2.9027699999999999</c:v>
                </c:pt>
                <c:pt idx="11143">
                  <c:v>2.9030800000000001</c:v>
                </c:pt>
                <c:pt idx="11144">
                  <c:v>2.9033799999999998</c:v>
                </c:pt>
                <c:pt idx="11145">
                  <c:v>2.9036900000000001</c:v>
                </c:pt>
                <c:pt idx="11146">
                  <c:v>2.9039899999999998</c:v>
                </c:pt>
                <c:pt idx="11147">
                  <c:v>2.9043000000000001</c:v>
                </c:pt>
                <c:pt idx="11148">
                  <c:v>2.9045999999999998</c:v>
                </c:pt>
                <c:pt idx="11149">
                  <c:v>2.9049100000000001</c:v>
                </c:pt>
                <c:pt idx="11150">
                  <c:v>2.9052099999999998</c:v>
                </c:pt>
                <c:pt idx="11151">
                  <c:v>2.9055200000000001</c:v>
                </c:pt>
                <c:pt idx="11152">
                  <c:v>2.9058199999999998</c:v>
                </c:pt>
                <c:pt idx="11153">
                  <c:v>2.9061300000000001</c:v>
                </c:pt>
                <c:pt idx="11154">
                  <c:v>2.9064299999999998</c:v>
                </c:pt>
                <c:pt idx="11155">
                  <c:v>2.9067400000000001</c:v>
                </c:pt>
                <c:pt idx="11156">
                  <c:v>2.9070499999999999</c:v>
                </c:pt>
                <c:pt idx="11157">
                  <c:v>2.9073500000000001</c:v>
                </c:pt>
                <c:pt idx="11158">
                  <c:v>2.9076599999999999</c:v>
                </c:pt>
                <c:pt idx="11159">
                  <c:v>2.9079600000000001</c:v>
                </c:pt>
                <c:pt idx="11160">
                  <c:v>2.9082699999999999</c:v>
                </c:pt>
                <c:pt idx="11161">
                  <c:v>2.9085700000000001</c:v>
                </c:pt>
                <c:pt idx="11162">
                  <c:v>2.9088799999999999</c:v>
                </c:pt>
                <c:pt idx="11163">
                  <c:v>2.9091800000000001</c:v>
                </c:pt>
                <c:pt idx="11164">
                  <c:v>2.9094899999999999</c:v>
                </c:pt>
                <c:pt idx="11165">
                  <c:v>2.9097900000000001</c:v>
                </c:pt>
                <c:pt idx="11166">
                  <c:v>2.9100999999999999</c:v>
                </c:pt>
                <c:pt idx="11167">
                  <c:v>2.9104000000000001</c:v>
                </c:pt>
                <c:pt idx="11168">
                  <c:v>2.9107099999999999</c:v>
                </c:pt>
                <c:pt idx="11169">
                  <c:v>2.9110200000000002</c:v>
                </c:pt>
                <c:pt idx="11170">
                  <c:v>2.9113199999999999</c:v>
                </c:pt>
                <c:pt idx="11171">
                  <c:v>2.9116300000000002</c:v>
                </c:pt>
                <c:pt idx="11172">
                  <c:v>2.9119299999999999</c:v>
                </c:pt>
                <c:pt idx="11173">
                  <c:v>2.9122400000000002</c:v>
                </c:pt>
                <c:pt idx="11174">
                  <c:v>2.9125399999999999</c:v>
                </c:pt>
                <c:pt idx="11175">
                  <c:v>2.9128500000000002</c:v>
                </c:pt>
                <c:pt idx="11176">
                  <c:v>2.9131499999999999</c:v>
                </c:pt>
                <c:pt idx="11177">
                  <c:v>2.9134600000000002</c:v>
                </c:pt>
                <c:pt idx="11178">
                  <c:v>2.9137599999999999</c:v>
                </c:pt>
                <c:pt idx="11179">
                  <c:v>2.9140700000000002</c:v>
                </c:pt>
                <c:pt idx="11180">
                  <c:v>2.9143699999999999</c:v>
                </c:pt>
                <c:pt idx="11181">
                  <c:v>2.9146800000000002</c:v>
                </c:pt>
                <c:pt idx="11182">
                  <c:v>2.91499</c:v>
                </c:pt>
                <c:pt idx="11183">
                  <c:v>2.9152900000000002</c:v>
                </c:pt>
                <c:pt idx="11184">
                  <c:v>2.9156</c:v>
                </c:pt>
                <c:pt idx="11185">
                  <c:v>2.9159000000000002</c:v>
                </c:pt>
                <c:pt idx="11186">
                  <c:v>2.91621</c:v>
                </c:pt>
                <c:pt idx="11187">
                  <c:v>2.9165100000000002</c:v>
                </c:pt>
                <c:pt idx="11188">
                  <c:v>2.91682</c:v>
                </c:pt>
                <c:pt idx="11189">
                  <c:v>2.9171200000000002</c:v>
                </c:pt>
                <c:pt idx="11190">
                  <c:v>2.91743</c:v>
                </c:pt>
                <c:pt idx="11191">
                  <c:v>2.9177300000000002</c:v>
                </c:pt>
                <c:pt idx="11192">
                  <c:v>2.91804</c:v>
                </c:pt>
                <c:pt idx="11193">
                  <c:v>2.9183500000000002</c:v>
                </c:pt>
                <c:pt idx="11194">
                  <c:v>2.91865</c:v>
                </c:pt>
                <c:pt idx="11195">
                  <c:v>2.9189600000000002</c:v>
                </c:pt>
                <c:pt idx="11196">
                  <c:v>2.91926</c:v>
                </c:pt>
                <c:pt idx="11197">
                  <c:v>2.9195700000000002</c:v>
                </c:pt>
                <c:pt idx="11198">
                  <c:v>2.91987</c:v>
                </c:pt>
                <c:pt idx="11199">
                  <c:v>2.9201800000000002</c:v>
                </c:pt>
                <c:pt idx="11200">
                  <c:v>2.92048</c:v>
                </c:pt>
                <c:pt idx="11201">
                  <c:v>2.9207900000000002</c:v>
                </c:pt>
                <c:pt idx="11202">
                  <c:v>2.92109</c:v>
                </c:pt>
                <c:pt idx="11203">
                  <c:v>2.9214000000000002</c:v>
                </c:pt>
                <c:pt idx="11204">
                  <c:v>2.9217</c:v>
                </c:pt>
                <c:pt idx="11205">
                  <c:v>2.9220100000000002</c:v>
                </c:pt>
                <c:pt idx="11206">
                  <c:v>2.92232</c:v>
                </c:pt>
                <c:pt idx="11207">
                  <c:v>2.9226200000000002</c:v>
                </c:pt>
                <c:pt idx="11208">
                  <c:v>2.92293</c:v>
                </c:pt>
                <c:pt idx="11209">
                  <c:v>2.9232300000000002</c:v>
                </c:pt>
                <c:pt idx="11210">
                  <c:v>2.92354</c:v>
                </c:pt>
                <c:pt idx="11211">
                  <c:v>2.9238400000000002</c:v>
                </c:pt>
                <c:pt idx="11212">
                  <c:v>2.92415</c:v>
                </c:pt>
                <c:pt idx="11213">
                  <c:v>2.9244500000000002</c:v>
                </c:pt>
                <c:pt idx="11214">
                  <c:v>2.92476</c:v>
                </c:pt>
                <c:pt idx="11215">
                  <c:v>2.9250600000000002</c:v>
                </c:pt>
                <c:pt idx="11216">
                  <c:v>2.92537</c:v>
                </c:pt>
                <c:pt idx="11217">
                  <c:v>2.9256700000000002</c:v>
                </c:pt>
                <c:pt idx="11218">
                  <c:v>2.92598</c:v>
                </c:pt>
                <c:pt idx="11219">
                  <c:v>2.9262899999999998</c:v>
                </c:pt>
                <c:pt idx="11220">
                  <c:v>2.92659</c:v>
                </c:pt>
                <c:pt idx="11221">
                  <c:v>2.9268999999999998</c:v>
                </c:pt>
                <c:pt idx="11222">
                  <c:v>2.9272</c:v>
                </c:pt>
                <c:pt idx="11223">
                  <c:v>2.9275099999999998</c:v>
                </c:pt>
                <c:pt idx="11224">
                  <c:v>2.92781</c:v>
                </c:pt>
                <c:pt idx="11225">
                  <c:v>2.9281199999999998</c:v>
                </c:pt>
                <c:pt idx="11226">
                  <c:v>2.92842</c:v>
                </c:pt>
                <c:pt idx="11227">
                  <c:v>2.9287299999999998</c:v>
                </c:pt>
                <c:pt idx="11228">
                  <c:v>2.92903</c:v>
                </c:pt>
                <c:pt idx="11229">
                  <c:v>2.9293399999999998</c:v>
                </c:pt>
                <c:pt idx="11230">
                  <c:v>2.92964</c:v>
                </c:pt>
                <c:pt idx="11231">
                  <c:v>2.9299499999999998</c:v>
                </c:pt>
                <c:pt idx="11232">
                  <c:v>2.9302600000000001</c:v>
                </c:pt>
                <c:pt idx="11233">
                  <c:v>2.9305599999999998</c:v>
                </c:pt>
                <c:pt idx="11234">
                  <c:v>2.9308700000000001</c:v>
                </c:pt>
                <c:pt idx="11235">
                  <c:v>2.9311699999999998</c:v>
                </c:pt>
                <c:pt idx="11236">
                  <c:v>2.9314800000000001</c:v>
                </c:pt>
                <c:pt idx="11237">
                  <c:v>2.9317799999999998</c:v>
                </c:pt>
                <c:pt idx="11238">
                  <c:v>2.9320900000000001</c:v>
                </c:pt>
                <c:pt idx="11239">
                  <c:v>2.9323899999999998</c:v>
                </c:pt>
                <c:pt idx="11240">
                  <c:v>2.9327000000000001</c:v>
                </c:pt>
                <c:pt idx="11241">
                  <c:v>2.9329999999999998</c:v>
                </c:pt>
                <c:pt idx="11242">
                  <c:v>2.9333100000000001</c:v>
                </c:pt>
                <c:pt idx="11243">
                  <c:v>2.9336099999999998</c:v>
                </c:pt>
                <c:pt idx="11244">
                  <c:v>2.9339200000000001</c:v>
                </c:pt>
                <c:pt idx="11245">
                  <c:v>2.9342299999999999</c:v>
                </c:pt>
                <c:pt idx="11246">
                  <c:v>2.9345300000000001</c:v>
                </c:pt>
                <c:pt idx="11247">
                  <c:v>2.9348399999999999</c:v>
                </c:pt>
                <c:pt idx="11248">
                  <c:v>2.9351400000000001</c:v>
                </c:pt>
                <c:pt idx="11249">
                  <c:v>2.9354499999999999</c:v>
                </c:pt>
                <c:pt idx="11250">
                  <c:v>2.9357500000000001</c:v>
                </c:pt>
                <c:pt idx="11251">
                  <c:v>2.9360599999999999</c:v>
                </c:pt>
                <c:pt idx="11252">
                  <c:v>2.9363600000000001</c:v>
                </c:pt>
                <c:pt idx="11253">
                  <c:v>2.9366699999999999</c:v>
                </c:pt>
                <c:pt idx="11254">
                  <c:v>2.9369700000000001</c:v>
                </c:pt>
                <c:pt idx="11255">
                  <c:v>2.9372799999999999</c:v>
                </c:pt>
                <c:pt idx="11256">
                  <c:v>2.9375900000000001</c:v>
                </c:pt>
                <c:pt idx="11257">
                  <c:v>2.9378899999999999</c:v>
                </c:pt>
                <c:pt idx="11258">
                  <c:v>2.9382000000000001</c:v>
                </c:pt>
                <c:pt idx="11259">
                  <c:v>2.9384999999999999</c:v>
                </c:pt>
                <c:pt idx="11260">
                  <c:v>2.9388100000000001</c:v>
                </c:pt>
                <c:pt idx="11261">
                  <c:v>2.9391099999999999</c:v>
                </c:pt>
                <c:pt idx="11262">
                  <c:v>2.9394200000000001</c:v>
                </c:pt>
                <c:pt idx="11263">
                  <c:v>2.9397199999999999</c:v>
                </c:pt>
                <c:pt idx="11264">
                  <c:v>2.9400300000000001</c:v>
                </c:pt>
                <c:pt idx="11265">
                  <c:v>2.9403299999999999</c:v>
                </c:pt>
                <c:pt idx="11266">
                  <c:v>2.9406400000000001</c:v>
                </c:pt>
                <c:pt idx="11267">
                  <c:v>2.9409399999999999</c:v>
                </c:pt>
                <c:pt idx="11268">
                  <c:v>2.9412500000000001</c:v>
                </c:pt>
                <c:pt idx="11269">
                  <c:v>2.94156</c:v>
                </c:pt>
                <c:pt idx="11270">
                  <c:v>2.9418600000000001</c:v>
                </c:pt>
                <c:pt idx="11271">
                  <c:v>2.94217</c:v>
                </c:pt>
                <c:pt idx="11272">
                  <c:v>2.9424700000000001</c:v>
                </c:pt>
                <c:pt idx="11273">
                  <c:v>2.94278</c:v>
                </c:pt>
                <c:pt idx="11274">
                  <c:v>2.9430800000000001</c:v>
                </c:pt>
                <c:pt idx="11275">
                  <c:v>2.94339</c:v>
                </c:pt>
                <c:pt idx="11276">
                  <c:v>2.9436900000000001</c:v>
                </c:pt>
                <c:pt idx="11277">
                  <c:v>2.944</c:v>
                </c:pt>
                <c:pt idx="11278">
                  <c:v>2.9443000000000001</c:v>
                </c:pt>
                <c:pt idx="11279">
                  <c:v>2.9446099999999999</c:v>
                </c:pt>
                <c:pt idx="11280">
                  <c:v>2.9449100000000001</c:v>
                </c:pt>
                <c:pt idx="11281">
                  <c:v>2.9452199999999999</c:v>
                </c:pt>
                <c:pt idx="11282">
                  <c:v>2.9455300000000002</c:v>
                </c:pt>
                <c:pt idx="11283">
                  <c:v>2.9458299999999999</c:v>
                </c:pt>
                <c:pt idx="11284">
                  <c:v>2.9461400000000002</c:v>
                </c:pt>
                <c:pt idx="11285">
                  <c:v>2.9464399999999999</c:v>
                </c:pt>
                <c:pt idx="11286">
                  <c:v>2.9467500000000002</c:v>
                </c:pt>
                <c:pt idx="11287">
                  <c:v>2.9470499999999999</c:v>
                </c:pt>
                <c:pt idx="11288">
                  <c:v>2.9473600000000002</c:v>
                </c:pt>
                <c:pt idx="11289">
                  <c:v>2.9476599999999999</c:v>
                </c:pt>
                <c:pt idx="11290">
                  <c:v>2.9479700000000002</c:v>
                </c:pt>
                <c:pt idx="11291">
                  <c:v>2.9482699999999999</c:v>
                </c:pt>
                <c:pt idx="11292">
                  <c:v>2.9485800000000002</c:v>
                </c:pt>
                <c:pt idx="11293">
                  <c:v>2.9488799999999999</c:v>
                </c:pt>
                <c:pt idx="11294">
                  <c:v>2.9491900000000002</c:v>
                </c:pt>
                <c:pt idx="11295">
                  <c:v>2.9495</c:v>
                </c:pt>
                <c:pt idx="11296">
                  <c:v>2.9498000000000002</c:v>
                </c:pt>
                <c:pt idx="11297">
                  <c:v>2.95011</c:v>
                </c:pt>
                <c:pt idx="11298">
                  <c:v>2.9504100000000002</c:v>
                </c:pt>
                <c:pt idx="11299">
                  <c:v>2.95072</c:v>
                </c:pt>
                <c:pt idx="11300">
                  <c:v>2.9510200000000002</c:v>
                </c:pt>
                <c:pt idx="11301">
                  <c:v>2.95133</c:v>
                </c:pt>
                <c:pt idx="11302">
                  <c:v>2.9516300000000002</c:v>
                </c:pt>
                <c:pt idx="11303">
                  <c:v>2.95194</c:v>
                </c:pt>
                <c:pt idx="11304">
                  <c:v>2.9522400000000002</c:v>
                </c:pt>
                <c:pt idx="11305">
                  <c:v>2.95255</c:v>
                </c:pt>
                <c:pt idx="11306">
                  <c:v>2.9528599999999998</c:v>
                </c:pt>
                <c:pt idx="11307">
                  <c:v>2.95316</c:v>
                </c:pt>
                <c:pt idx="11308">
                  <c:v>2.9534699999999998</c:v>
                </c:pt>
                <c:pt idx="11309">
                  <c:v>2.95377</c:v>
                </c:pt>
                <c:pt idx="11310">
                  <c:v>2.9540799999999998</c:v>
                </c:pt>
                <c:pt idx="11311">
                  <c:v>2.95438</c:v>
                </c:pt>
                <c:pt idx="11312">
                  <c:v>2.9546899999999998</c:v>
                </c:pt>
                <c:pt idx="11313">
                  <c:v>2.95499</c:v>
                </c:pt>
                <c:pt idx="11314">
                  <c:v>2.9552999999999998</c:v>
                </c:pt>
                <c:pt idx="11315">
                  <c:v>2.9556</c:v>
                </c:pt>
                <c:pt idx="11316">
                  <c:v>2.9559099999999998</c:v>
                </c:pt>
                <c:pt idx="11317">
                  <c:v>2.95621</c:v>
                </c:pt>
                <c:pt idx="11318">
                  <c:v>2.9565199999999998</c:v>
                </c:pt>
                <c:pt idx="11319">
                  <c:v>2.9568300000000001</c:v>
                </c:pt>
                <c:pt idx="11320">
                  <c:v>2.9571299999999998</c:v>
                </c:pt>
                <c:pt idx="11321">
                  <c:v>2.9574400000000001</c:v>
                </c:pt>
                <c:pt idx="11322">
                  <c:v>2.9577399999999998</c:v>
                </c:pt>
                <c:pt idx="11323">
                  <c:v>2.9580500000000001</c:v>
                </c:pt>
                <c:pt idx="11324">
                  <c:v>2.9583499999999998</c:v>
                </c:pt>
                <c:pt idx="11325">
                  <c:v>2.9586600000000001</c:v>
                </c:pt>
                <c:pt idx="11326">
                  <c:v>2.9589599999999998</c:v>
                </c:pt>
                <c:pt idx="11327">
                  <c:v>2.9592700000000001</c:v>
                </c:pt>
                <c:pt idx="11328">
                  <c:v>2.9595699999999998</c:v>
                </c:pt>
                <c:pt idx="11329">
                  <c:v>2.9598800000000001</c:v>
                </c:pt>
                <c:pt idx="11330">
                  <c:v>2.9601799999999998</c:v>
                </c:pt>
                <c:pt idx="11331">
                  <c:v>2.9604900000000001</c:v>
                </c:pt>
                <c:pt idx="11332">
                  <c:v>2.9607999999999999</c:v>
                </c:pt>
                <c:pt idx="11333">
                  <c:v>2.9611000000000001</c:v>
                </c:pt>
                <c:pt idx="11334">
                  <c:v>2.9614099999999999</c:v>
                </c:pt>
                <c:pt idx="11335">
                  <c:v>2.9617100000000001</c:v>
                </c:pt>
                <c:pt idx="11336">
                  <c:v>2.9620199999999999</c:v>
                </c:pt>
                <c:pt idx="11337">
                  <c:v>2.9623200000000001</c:v>
                </c:pt>
                <c:pt idx="11338">
                  <c:v>2.9626299999999999</c:v>
                </c:pt>
                <c:pt idx="11339">
                  <c:v>2.9629300000000001</c:v>
                </c:pt>
                <c:pt idx="11340">
                  <c:v>2.9632399999999999</c:v>
                </c:pt>
                <c:pt idx="11341">
                  <c:v>2.9635400000000001</c:v>
                </c:pt>
                <c:pt idx="11342">
                  <c:v>2.9638499999999999</c:v>
                </c:pt>
                <c:pt idx="11343">
                  <c:v>2.9641500000000001</c:v>
                </c:pt>
                <c:pt idx="11344">
                  <c:v>2.9644599999999999</c:v>
                </c:pt>
                <c:pt idx="11345">
                  <c:v>2.9647700000000001</c:v>
                </c:pt>
                <c:pt idx="11346">
                  <c:v>2.9650699999999999</c:v>
                </c:pt>
                <c:pt idx="11347">
                  <c:v>2.9653800000000001</c:v>
                </c:pt>
                <c:pt idx="11348">
                  <c:v>2.9656799999999999</c:v>
                </c:pt>
                <c:pt idx="11349">
                  <c:v>2.9659900000000001</c:v>
                </c:pt>
                <c:pt idx="11350">
                  <c:v>2.9662899999999999</c:v>
                </c:pt>
                <c:pt idx="11351">
                  <c:v>2.9666000000000001</c:v>
                </c:pt>
                <c:pt idx="11352">
                  <c:v>2.9668999999999999</c:v>
                </c:pt>
                <c:pt idx="11353">
                  <c:v>2.9672100000000001</c:v>
                </c:pt>
                <c:pt idx="11354">
                  <c:v>2.9675099999999999</c:v>
                </c:pt>
                <c:pt idx="11355">
                  <c:v>2.9678200000000001</c:v>
                </c:pt>
                <c:pt idx="11356">
                  <c:v>2.9681199999999999</c:v>
                </c:pt>
                <c:pt idx="11357">
                  <c:v>2.9684300000000001</c:v>
                </c:pt>
                <c:pt idx="11358">
                  <c:v>2.9687399999999999</c:v>
                </c:pt>
                <c:pt idx="11359">
                  <c:v>2.9690400000000001</c:v>
                </c:pt>
                <c:pt idx="11360">
                  <c:v>2.9693499999999999</c:v>
                </c:pt>
                <c:pt idx="11361">
                  <c:v>2.9696500000000001</c:v>
                </c:pt>
                <c:pt idx="11362">
                  <c:v>2.9699599999999999</c:v>
                </c:pt>
                <c:pt idx="11363">
                  <c:v>2.9702600000000001</c:v>
                </c:pt>
                <c:pt idx="11364">
                  <c:v>2.9705699999999999</c:v>
                </c:pt>
                <c:pt idx="11365">
                  <c:v>2.9708700000000001</c:v>
                </c:pt>
                <c:pt idx="11366">
                  <c:v>2.9711799999999999</c:v>
                </c:pt>
                <c:pt idx="11367">
                  <c:v>2.9714800000000001</c:v>
                </c:pt>
                <c:pt idx="11368">
                  <c:v>2.9717899999999999</c:v>
                </c:pt>
                <c:pt idx="11369">
                  <c:v>2.9721000000000002</c:v>
                </c:pt>
                <c:pt idx="11370">
                  <c:v>2.9723999999999999</c:v>
                </c:pt>
                <c:pt idx="11371">
                  <c:v>2.9727100000000002</c:v>
                </c:pt>
                <c:pt idx="11372">
                  <c:v>2.9730099999999999</c:v>
                </c:pt>
                <c:pt idx="11373">
                  <c:v>2.9733200000000002</c:v>
                </c:pt>
                <c:pt idx="11374">
                  <c:v>2.9736199999999999</c:v>
                </c:pt>
                <c:pt idx="11375">
                  <c:v>2.9739300000000002</c:v>
                </c:pt>
                <c:pt idx="11376">
                  <c:v>2.9742299999999999</c:v>
                </c:pt>
                <c:pt idx="11377">
                  <c:v>2.9745400000000002</c:v>
                </c:pt>
                <c:pt idx="11378">
                  <c:v>2.9748399999999999</c:v>
                </c:pt>
                <c:pt idx="11379">
                  <c:v>2.9751500000000002</c:v>
                </c:pt>
                <c:pt idx="11380">
                  <c:v>2.9754499999999999</c:v>
                </c:pt>
                <c:pt idx="11381">
                  <c:v>2.9757600000000002</c:v>
                </c:pt>
                <c:pt idx="11382">
                  <c:v>2.97607</c:v>
                </c:pt>
                <c:pt idx="11383">
                  <c:v>2.9763700000000002</c:v>
                </c:pt>
                <c:pt idx="11384">
                  <c:v>2.97668</c:v>
                </c:pt>
                <c:pt idx="11385">
                  <c:v>2.9769800000000002</c:v>
                </c:pt>
                <c:pt idx="11386">
                  <c:v>2.97729</c:v>
                </c:pt>
                <c:pt idx="11387">
                  <c:v>2.9775900000000002</c:v>
                </c:pt>
                <c:pt idx="11388">
                  <c:v>2.9779</c:v>
                </c:pt>
                <c:pt idx="11389">
                  <c:v>2.9782000000000002</c:v>
                </c:pt>
                <c:pt idx="11390">
                  <c:v>2.97851</c:v>
                </c:pt>
                <c:pt idx="11391">
                  <c:v>2.9788100000000002</c:v>
                </c:pt>
                <c:pt idx="11392">
                  <c:v>2.97912</c:v>
                </c:pt>
                <c:pt idx="11393">
                  <c:v>2.9794200000000002</c:v>
                </c:pt>
                <c:pt idx="11394">
                  <c:v>2.97973</c:v>
                </c:pt>
                <c:pt idx="11395">
                  <c:v>2.9800399999999998</c:v>
                </c:pt>
                <c:pt idx="11396">
                  <c:v>2.98034</c:v>
                </c:pt>
                <c:pt idx="11397">
                  <c:v>2.9806499999999998</c:v>
                </c:pt>
                <c:pt idx="11398">
                  <c:v>2.98095</c:v>
                </c:pt>
                <c:pt idx="11399">
                  <c:v>2.9812599999999998</c:v>
                </c:pt>
                <c:pt idx="11400">
                  <c:v>2.98156</c:v>
                </c:pt>
                <c:pt idx="11401">
                  <c:v>2.9818699999999998</c:v>
                </c:pt>
                <c:pt idx="11402">
                  <c:v>2.98217</c:v>
                </c:pt>
                <c:pt idx="11403">
                  <c:v>2.9824799999999998</c:v>
                </c:pt>
                <c:pt idx="11404">
                  <c:v>2.98278</c:v>
                </c:pt>
                <c:pt idx="11405">
                  <c:v>2.9830899999999998</c:v>
                </c:pt>
                <c:pt idx="11406">
                  <c:v>2.98339</c:v>
                </c:pt>
                <c:pt idx="11407">
                  <c:v>2.9836999999999998</c:v>
                </c:pt>
                <c:pt idx="11408">
                  <c:v>2.9840100000000001</c:v>
                </c:pt>
                <c:pt idx="11409">
                  <c:v>2.9843099999999998</c:v>
                </c:pt>
                <c:pt idx="11410">
                  <c:v>2.9846200000000001</c:v>
                </c:pt>
                <c:pt idx="11411">
                  <c:v>2.9849199999999998</c:v>
                </c:pt>
                <c:pt idx="11412">
                  <c:v>2.9852300000000001</c:v>
                </c:pt>
                <c:pt idx="11413">
                  <c:v>2.9855299999999998</c:v>
                </c:pt>
                <c:pt idx="11414">
                  <c:v>2.98584</c:v>
                </c:pt>
                <c:pt idx="11415">
                  <c:v>2.9861399999999998</c:v>
                </c:pt>
                <c:pt idx="11416">
                  <c:v>2.98645</c:v>
                </c:pt>
                <c:pt idx="11417">
                  <c:v>2.9867499999999998</c:v>
                </c:pt>
                <c:pt idx="11418">
                  <c:v>2.98706</c:v>
                </c:pt>
                <c:pt idx="11419">
                  <c:v>2.9873599999999998</c:v>
                </c:pt>
                <c:pt idx="11420">
                  <c:v>2.98767</c:v>
                </c:pt>
                <c:pt idx="11421">
                  <c:v>2.9879799999999999</c:v>
                </c:pt>
                <c:pt idx="11422">
                  <c:v>2.98828</c:v>
                </c:pt>
                <c:pt idx="11423">
                  <c:v>2.9885899999999999</c:v>
                </c:pt>
                <c:pt idx="11424">
                  <c:v>2.98889</c:v>
                </c:pt>
                <c:pt idx="11425">
                  <c:v>2.9891999999999999</c:v>
                </c:pt>
                <c:pt idx="11426">
                  <c:v>2.9895</c:v>
                </c:pt>
                <c:pt idx="11427">
                  <c:v>2.9898099999999999</c:v>
                </c:pt>
                <c:pt idx="11428">
                  <c:v>2.99011</c:v>
                </c:pt>
                <c:pt idx="11429">
                  <c:v>2.9904199999999999</c:v>
                </c:pt>
                <c:pt idx="11430">
                  <c:v>2.99072</c:v>
                </c:pt>
                <c:pt idx="11431">
                  <c:v>2.9910299999999999</c:v>
                </c:pt>
                <c:pt idx="11432">
                  <c:v>2.9913400000000001</c:v>
                </c:pt>
                <c:pt idx="11433">
                  <c:v>2.9916399999999999</c:v>
                </c:pt>
                <c:pt idx="11434">
                  <c:v>2.9919500000000001</c:v>
                </c:pt>
                <c:pt idx="11435">
                  <c:v>2.9922499999999999</c:v>
                </c:pt>
                <c:pt idx="11436">
                  <c:v>2.9925600000000001</c:v>
                </c:pt>
                <c:pt idx="11437">
                  <c:v>2.9928599999999999</c:v>
                </c:pt>
                <c:pt idx="11438">
                  <c:v>2.9931700000000001</c:v>
                </c:pt>
                <c:pt idx="11439">
                  <c:v>2.9934699999999999</c:v>
                </c:pt>
                <c:pt idx="11440">
                  <c:v>2.9937800000000001</c:v>
                </c:pt>
                <c:pt idx="11441">
                  <c:v>2.9940799999999999</c:v>
                </c:pt>
                <c:pt idx="11442">
                  <c:v>2.9943900000000001</c:v>
                </c:pt>
                <c:pt idx="11443">
                  <c:v>2.9946899999999999</c:v>
                </c:pt>
                <c:pt idx="11444">
                  <c:v>2.9950000000000001</c:v>
                </c:pt>
                <c:pt idx="11445">
                  <c:v>2.9953099999999999</c:v>
                </c:pt>
                <c:pt idx="11446">
                  <c:v>2.9956100000000001</c:v>
                </c:pt>
                <c:pt idx="11447">
                  <c:v>2.9959199999999999</c:v>
                </c:pt>
                <c:pt idx="11448">
                  <c:v>2.9962200000000001</c:v>
                </c:pt>
                <c:pt idx="11449">
                  <c:v>2.9965299999999999</c:v>
                </c:pt>
                <c:pt idx="11450">
                  <c:v>2.9968300000000001</c:v>
                </c:pt>
                <c:pt idx="11451">
                  <c:v>2.9971399999999999</c:v>
                </c:pt>
                <c:pt idx="11452">
                  <c:v>2.9974400000000001</c:v>
                </c:pt>
                <c:pt idx="11453">
                  <c:v>2.9977499999999999</c:v>
                </c:pt>
                <c:pt idx="11454">
                  <c:v>2.9980500000000001</c:v>
                </c:pt>
                <c:pt idx="11455">
                  <c:v>2.9983599999999999</c:v>
                </c:pt>
                <c:pt idx="11456">
                  <c:v>2.9986600000000001</c:v>
                </c:pt>
                <c:pt idx="11457">
                  <c:v>2.9989699999999999</c:v>
                </c:pt>
                <c:pt idx="11458">
                  <c:v>2.9992800000000002</c:v>
                </c:pt>
                <c:pt idx="11459">
                  <c:v>2.9995799999999999</c:v>
                </c:pt>
                <c:pt idx="11460">
                  <c:v>2.9998900000000002</c:v>
                </c:pt>
                <c:pt idx="11461">
                  <c:v>3.0001899999999999</c:v>
                </c:pt>
                <c:pt idx="11462">
                  <c:v>3.0005000000000002</c:v>
                </c:pt>
                <c:pt idx="11463">
                  <c:v>3.0007999999999999</c:v>
                </c:pt>
                <c:pt idx="11464">
                  <c:v>3.0011100000000002</c:v>
                </c:pt>
                <c:pt idx="11465">
                  <c:v>3.0014099999999999</c:v>
                </c:pt>
                <c:pt idx="11466">
                  <c:v>3.0017200000000002</c:v>
                </c:pt>
                <c:pt idx="11467">
                  <c:v>3.0020199999999999</c:v>
                </c:pt>
                <c:pt idx="11468">
                  <c:v>3.0023300000000002</c:v>
                </c:pt>
                <c:pt idx="11469">
                  <c:v>3.0026299999999999</c:v>
                </c:pt>
                <c:pt idx="11470">
                  <c:v>3.0029400000000002</c:v>
                </c:pt>
                <c:pt idx="11471">
                  <c:v>3.00325</c:v>
                </c:pt>
                <c:pt idx="11472">
                  <c:v>3.0035500000000002</c:v>
                </c:pt>
                <c:pt idx="11473">
                  <c:v>3.00386</c:v>
                </c:pt>
                <c:pt idx="11474">
                  <c:v>3.0041600000000002</c:v>
                </c:pt>
                <c:pt idx="11475">
                  <c:v>3.00447</c:v>
                </c:pt>
                <c:pt idx="11476">
                  <c:v>3.0047700000000002</c:v>
                </c:pt>
                <c:pt idx="11477">
                  <c:v>3.00508</c:v>
                </c:pt>
                <c:pt idx="11478">
                  <c:v>3.0053800000000002</c:v>
                </c:pt>
                <c:pt idx="11479">
                  <c:v>3.00569</c:v>
                </c:pt>
                <c:pt idx="11480">
                  <c:v>3.0059900000000002</c:v>
                </c:pt>
                <c:pt idx="11481">
                  <c:v>3.0063</c:v>
                </c:pt>
                <c:pt idx="11482">
                  <c:v>3.0066000000000002</c:v>
                </c:pt>
                <c:pt idx="11483">
                  <c:v>3.00691</c:v>
                </c:pt>
                <c:pt idx="11484">
                  <c:v>3.0072199999999998</c:v>
                </c:pt>
                <c:pt idx="11485">
                  <c:v>3.00752</c:v>
                </c:pt>
                <c:pt idx="11486">
                  <c:v>3.0078299999999998</c:v>
                </c:pt>
                <c:pt idx="11487">
                  <c:v>3.00813</c:v>
                </c:pt>
                <c:pt idx="11488">
                  <c:v>3.0084399999999998</c:v>
                </c:pt>
                <c:pt idx="11489">
                  <c:v>3.00874</c:v>
                </c:pt>
                <c:pt idx="11490">
                  <c:v>3.0090499999999998</c:v>
                </c:pt>
                <c:pt idx="11491">
                  <c:v>3.00935</c:v>
                </c:pt>
                <c:pt idx="11492">
                  <c:v>3.0096599999999998</c:v>
                </c:pt>
                <c:pt idx="11493">
                  <c:v>3.00996</c:v>
                </c:pt>
                <c:pt idx="11494">
                  <c:v>3.0102699999999998</c:v>
                </c:pt>
                <c:pt idx="11495">
                  <c:v>3.01058</c:v>
                </c:pt>
                <c:pt idx="11496">
                  <c:v>3.0108799999999998</c:v>
                </c:pt>
                <c:pt idx="11497">
                  <c:v>3.01119</c:v>
                </c:pt>
                <c:pt idx="11498">
                  <c:v>3.0114899999999998</c:v>
                </c:pt>
                <c:pt idx="11499">
                  <c:v>3.0118</c:v>
                </c:pt>
                <c:pt idx="11500">
                  <c:v>3.0121000000000002</c:v>
                </c:pt>
                <c:pt idx="11501">
                  <c:v>3.01241</c:v>
                </c:pt>
                <c:pt idx="11502">
                  <c:v>3.0127100000000002</c:v>
                </c:pt>
                <c:pt idx="11503">
                  <c:v>3.01302</c:v>
                </c:pt>
                <c:pt idx="11504">
                  <c:v>3.0133200000000002</c:v>
                </c:pt>
                <c:pt idx="11505">
                  <c:v>3.01363</c:v>
                </c:pt>
                <c:pt idx="11506">
                  <c:v>3.0139300000000002</c:v>
                </c:pt>
                <c:pt idx="11507">
                  <c:v>3.01424</c:v>
                </c:pt>
                <c:pt idx="11508">
                  <c:v>3.0145499999999998</c:v>
                </c:pt>
                <c:pt idx="11509">
                  <c:v>3.01485</c:v>
                </c:pt>
                <c:pt idx="11510">
                  <c:v>3.0151599999999998</c:v>
                </c:pt>
                <c:pt idx="11511">
                  <c:v>3.01546</c:v>
                </c:pt>
                <c:pt idx="11512">
                  <c:v>3.0157699999999998</c:v>
                </c:pt>
                <c:pt idx="11513">
                  <c:v>3.01607</c:v>
                </c:pt>
                <c:pt idx="11514">
                  <c:v>3.0163799999999998</c:v>
                </c:pt>
                <c:pt idx="11515">
                  <c:v>3.01668</c:v>
                </c:pt>
                <c:pt idx="11516">
                  <c:v>3.0169899999999998</c:v>
                </c:pt>
                <c:pt idx="11517">
                  <c:v>3.01729</c:v>
                </c:pt>
                <c:pt idx="11518">
                  <c:v>3.0175999999999998</c:v>
                </c:pt>
                <c:pt idx="11519">
                  <c:v>3.0179</c:v>
                </c:pt>
                <c:pt idx="11520">
                  <c:v>3.0182099999999998</c:v>
                </c:pt>
                <c:pt idx="11521">
                  <c:v>3.0185200000000001</c:v>
                </c:pt>
                <c:pt idx="11522">
                  <c:v>3.0188199999999998</c:v>
                </c:pt>
                <c:pt idx="11523">
                  <c:v>3.0191300000000001</c:v>
                </c:pt>
                <c:pt idx="11524">
                  <c:v>3.0194299999999998</c:v>
                </c:pt>
                <c:pt idx="11525">
                  <c:v>3.0197400000000001</c:v>
                </c:pt>
                <c:pt idx="11526">
                  <c:v>3.0200399999999998</c:v>
                </c:pt>
                <c:pt idx="11527">
                  <c:v>3.0203500000000001</c:v>
                </c:pt>
                <c:pt idx="11528">
                  <c:v>3.0206499999999998</c:v>
                </c:pt>
                <c:pt idx="11529">
                  <c:v>3.0209600000000001</c:v>
                </c:pt>
                <c:pt idx="11530">
                  <c:v>3.0212599999999998</c:v>
                </c:pt>
                <c:pt idx="11531">
                  <c:v>3.0215700000000001</c:v>
                </c:pt>
                <c:pt idx="11532">
                  <c:v>3.0218699999999998</c:v>
                </c:pt>
                <c:pt idx="11533">
                  <c:v>3.0221800000000001</c:v>
                </c:pt>
                <c:pt idx="11534">
                  <c:v>3.0224899999999999</c:v>
                </c:pt>
                <c:pt idx="11535">
                  <c:v>3.0227900000000001</c:v>
                </c:pt>
                <c:pt idx="11536">
                  <c:v>3.0230999999999999</c:v>
                </c:pt>
                <c:pt idx="11537">
                  <c:v>3.0234000000000001</c:v>
                </c:pt>
                <c:pt idx="11538">
                  <c:v>3.0237099999999999</c:v>
                </c:pt>
                <c:pt idx="11539">
                  <c:v>3.0240100000000001</c:v>
                </c:pt>
                <c:pt idx="11540">
                  <c:v>3.0243199999999999</c:v>
                </c:pt>
                <c:pt idx="11541">
                  <c:v>3.0246200000000001</c:v>
                </c:pt>
                <c:pt idx="11542">
                  <c:v>3.0249299999999999</c:v>
                </c:pt>
                <c:pt idx="11543">
                  <c:v>3.0252300000000001</c:v>
                </c:pt>
                <c:pt idx="11544">
                  <c:v>3.0255399999999999</c:v>
                </c:pt>
                <c:pt idx="11545">
                  <c:v>3.0258500000000002</c:v>
                </c:pt>
                <c:pt idx="11546">
                  <c:v>3.0261499999999999</c:v>
                </c:pt>
                <c:pt idx="11547">
                  <c:v>3.0264600000000002</c:v>
                </c:pt>
                <c:pt idx="11548">
                  <c:v>3.0267599999999999</c:v>
                </c:pt>
                <c:pt idx="11549">
                  <c:v>3.0270700000000001</c:v>
                </c:pt>
                <c:pt idx="11550">
                  <c:v>3.0273699999999999</c:v>
                </c:pt>
                <c:pt idx="11551">
                  <c:v>3.0276800000000001</c:v>
                </c:pt>
                <c:pt idx="11552">
                  <c:v>3.0279799999999999</c:v>
                </c:pt>
                <c:pt idx="11553">
                  <c:v>3.0282900000000001</c:v>
                </c:pt>
                <c:pt idx="11554">
                  <c:v>3.0285899999999999</c:v>
                </c:pt>
                <c:pt idx="11555">
                  <c:v>3.0289000000000001</c:v>
                </c:pt>
                <c:pt idx="11556">
                  <c:v>3.0291999999999999</c:v>
                </c:pt>
                <c:pt idx="11557">
                  <c:v>3.0295100000000001</c:v>
                </c:pt>
                <c:pt idx="11558">
                  <c:v>3.02982</c:v>
                </c:pt>
                <c:pt idx="11559">
                  <c:v>3.0301200000000001</c:v>
                </c:pt>
                <c:pt idx="11560">
                  <c:v>3.03043</c:v>
                </c:pt>
                <c:pt idx="11561">
                  <c:v>3.0307300000000001</c:v>
                </c:pt>
                <c:pt idx="11562">
                  <c:v>3.03104</c:v>
                </c:pt>
                <c:pt idx="11563">
                  <c:v>3.0313400000000001</c:v>
                </c:pt>
                <c:pt idx="11564">
                  <c:v>3.03165</c:v>
                </c:pt>
                <c:pt idx="11565">
                  <c:v>3.0319500000000001</c:v>
                </c:pt>
                <c:pt idx="11566">
                  <c:v>3.03226</c:v>
                </c:pt>
                <c:pt idx="11567">
                  <c:v>3.0325600000000001</c:v>
                </c:pt>
                <c:pt idx="11568">
                  <c:v>3.03287</c:v>
                </c:pt>
                <c:pt idx="11569">
                  <c:v>3.0331700000000001</c:v>
                </c:pt>
                <c:pt idx="11570">
                  <c:v>3.03348</c:v>
                </c:pt>
                <c:pt idx="11571">
                  <c:v>3.0337900000000002</c:v>
                </c:pt>
                <c:pt idx="11572">
                  <c:v>3.03409</c:v>
                </c:pt>
                <c:pt idx="11573">
                  <c:v>3.0344000000000002</c:v>
                </c:pt>
                <c:pt idx="11574">
                  <c:v>3.0347</c:v>
                </c:pt>
                <c:pt idx="11575">
                  <c:v>3.0350100000000002</c:v>
                </c:pt>
                <c:pt idx="11576">
                  <c:v>3.03531</c:v>
                </c:pt>
                <c:pt idx="11577">
                  <c:v>3.0356200000000002</c:v>
                </c:pt>
                <c:pt idx="11578">
                  <c:v>3.03592</c:v>
                </c:pt>
                <c:pt idx="11579">
                  <c:v>3.0362300000000002</c:v>
                </c:pt>
                <c:pt idx="11580">
                  <c:v>3.03653</c:v>
                </c:pt>
                <c:pt idx="11581">
                  <c:v>3.0368400000000002</c:v>
                </c:pt>
                <c:pt idx="11582">
                  <c:v>3.03714</c:v>
                </c:pt>
                <c:pt idx="11583">
                  <c:v>3.0374500000000002</c:v>
                </c:pt>
                <c:pt idx="11584">
                  <c:v>3.03776</c:v>
                </c:pt>
                <c:pt idx="11585">
                  <c:v>3.0380600000000002</c:v>
                </c:pt>
                <c:pt idx="11586">
                  <c:v>3.03837</c:v>
                </c:pt>
                <c:pt idx="11587">
                  <c:v>3.0386700000000002</c:v>
                </c:pt>
                <c:pt idx="11588">
                  <c:v>3.03898</c:v>
                </c:pt>
                <c:pt idx="11589">
                  <c:v>3.0392800000000002</c:v>
                </c:pt>
                <c:pt idx="11590">
                  <c:v>3.03959</c:v>
                </c:pt>
                <c:pt idx="11591">
                  <c:v>3.0398900000000002</c:v>
                </c:pt>
                <c:pt idx="11592">
                  <c:v>3.0402</c:v>
                </c:pt>
                <c:pt idx="11593">
                  <c:v>3.0405000000000002</c:v>
                </c:pt>
                <c:pt idx="11594">
                  <c:v>3.04081</c:v>
                </c:pt>
                <c:pt idx="11595">
                  <c:v>3.0411100000000002</c:v>
                </c:pt>
                <c:pt idx="11596">
                  <c:v>3.04142</c:v>
                </c:pt>
                <c:pt idx="11597">
                  <c:v>3.0417299999999998</c:v>
                </c:pt>
                <c:pt idx="11598">
                  <c:v>3.04203</c:v>
                </c:pt>
                <c:pt idx="11599">
                  <c:v>3.0423399999999998</c:v>
                </c:pt>
                <c:pt idx="11600">
                  <c:v>3.04264</c:v>
                </c:pt>
                <c:pt idx="11601">
                  <c:v>3.0429499999999998</c:v>
                </c:pt>
                <c:pt idx="11602">
                  <c:v>3.04325</c:v>
                </c:pt>
                <c:pt idx="11603">
                  <c:v>3.0435599999999998</c:v>
                </c:pt>
                <c:pt idx="11604">
                  <c:v>3.04386</c:v>
                </c:pt>
                <c:pt idx="11605">
                  <c:v>3.0441699999999998</c:v>
                </c:pt>
                <c:pt idx="11606">
                  <c:v>3.04447</c:v>
                </c:pt>
                <c:pt idx="11607">
                  <c:v>3.0447799999999998</c:v>
                </c:pt>
                <c:pt idx="11608">
                  <c:v>3.0450900000000001</c:v>
                </c:pt>
                <c:pt idx="11609">
                  <c:v>3.0453899999999998</c:v>
                </c:pt>
                <c:pt idx="11610">
                  <c:v>3.0457000000000001</c:v>
                </c:pt>
                <c:pt idx="11611">
                  <c:v>3.0459999999999998</c:v>
                </c:pt>
                <c:pt idx="11612">
                  <c:v>3.0463100000000001</c:v>
                </c:pt>
                <c:pt idx="11613">
                  <c:v>3.0466099999999998</c:v>
                </c:pt>
                <c:pt idx="11614">
                  <c:v>3.0469200000000001</c:v>
                </c:pt>
                <c:pt idx="11615">
                  <c:v>3.0472199999999998</c:v>
                </c:pt>
                <c:pt idx="11616">
                  <c:v>3.0475300000000001</c:v>
                </c:pt>
                <c:pt idx="11617">
                  <c:v>3.0478299999999998</c:v>
                </c:pt>
                <c:pt idx="11618">
                  <c:v>3.0481400000000001</c:v>
                </c:pt>
                <c:pt idx="11619">
                  <c:v>3.0484399999999998</c:v>
                </c:pt>
                <c:pt idx="11620">
                  <c:v>3.0487500000000001</c:v>
                </c:pt>
                <c:pt idx="11621">
                  <c:v>3.0490599999999999</c:v>
                </c:pt>
                <c:pt idx="11622">
                  <c:v>3.0493600000000001</c:v>
                </c:pt>
                <c:pt idx="11623">
                  <c:v>3.0496699999999999</c:v>
                </c:pt>
                <c:pt idx="11624">
                  <c:v>3.0499700000000001</c:v>
                </c:pt>
                <c:pt idx="11625">
                  <c:v>3.0502799999999999</c:v>
                </c:pt>
                <c:pt idx="11626">
                  <c:v>3.0505800000000001</c:v>
                </c:pt>
                <c:pt idx="11627">
                  <c:v>3.0508899999999999</c:v>
                </c:pt>
                <c:pt idx="11628">
                  <c:v>3.0511900000000001</c:v>
                </c:pt>
                <c:pt idx="11629">
                  <c:v>3.0514999999999999</c:v>
                </c:pt>
                <c:pt idx="11630">
                  <c:v>3.0518000000000001</c:v>
                </c:pt>
                <c:pt idx="11631">
                  <c:v>3.0521099999999999</c:v>
                </c:pt>
                <c:pt idx="11632">
                  <c:v>3.0524100000000001</c:v>
                </c:pt>
                <c:pt idx="11633">
                  <c:v>3.0527199999999999</c:v>
                </c:pt>
                <c:pt idx="11634">
                  <c:v>3.0530300000000001</c:v>
                </c:pt>
                <c:pt idx="11635">
                  <c:v>3.0533299999999999</c:v>
                </c:pt>
                <c:pt idx="11636">
                  <c:v>3.0536400000000001</c:v>
                </c:pt>
                <c:pt idx="11637">
                  <c:v>3.0539399999999999</c:v>
                </c:pt>
                <c:pt idx="11638">
                  <c:v>3.0542500000000001</c:v>
                </c:pt>
                <c:pt idx="11639">
                  <c:v>3.0545499999999999</c:v>
                </c:pt>
                <c:pt idx="11640">
                  <c:v>3.0548600000000001</c:v>
                </c:pt>
                <c:pt idx="11641">
                  <c:v>3.0551599999999999</c:v>
                </c:pt>
                <c:pt idx="11642">
                  <c:v>3.0554700000000001</c:v>
                </c:pt>
                <c:pt idx="11643">
                  <c:v>3.0557699999999999</c:v>
                </c:pt>
                <c:pt idx="11644">
                  <c:v>3.0560800000000001</c:v>
                </c:pt>
                <c:pt idx="11645">
                  <c:v>3.0563799999999999</c:v>
                </c:pt>
                <c:pt idx="11646">
                  <c:v>3.0566900000000001</c:v>
                </c:pt>
                <c:pt idx="11647">
                  <c:v>3.0569999999999999</c:v>
                </c:pt>
                <c:pt idx="11648">
                  <c:v>3.0573000000000001</c:v>
                </c:pt>
                <c:pt idx="11649">
                  <c:v>3.0576099999999999</c:v>
                </c:pt>
                <c:pt idx="11650">
                  <c:v>3.0579100000000001</c:v>
                </c:pt>
                <c:pt idx="11651">
                  <c:v>3.0582199999999999</c:v>
                </c:pt>
                <c:pt idx="11652">
                  <c:v>3.0585200000000001</c:v>
                </c:pt>
                <c:pt idx="11653">
                  <c:v>3.0588299999999999</c:v>
                </c:pt>
                <c:pt idx="11654">
                  <c:v>3.0591300000000001</c:v>
                </c:pt>
                <c:pt idx="11655">
                  <c:v>3.0594399999999999</c:v>
                </c:pt>
                <c:pt idx="11656">
                  <c:v>3.0597400000000001</c:v>
                </c:pt>
                <c:pt idx="11657">
                  <c:v>3.0600499999999999</c:v>
                </c:pt>
                <c:pt idx="11658">
                  <c:v>3.0603500000000001</c:v>
                </c:pt>
                <c:pt idx="11659">
                  <c:v>3.0606599999999999</c:v>
                </c:pt>
                <c:pt idx="11660">
                  <c:v>3.0609700000000002</c:v>
                </c:pt>
                <c:pt idx="11661">
                  <c:v>3.0612699999999999</c:v>
                </c:pt>
                <c:pt idx="11662">
                  <c:v>3.0615800000000002</c:v>
                </c:pt>
                <c:pt idx="11663">
                  <c:v>3.0618799999999999</c:v>
                </c:pt>
                <c:pt idx="11664">
                  <c:v>3.0621900000000002</c:v>
                </c:pt>
                <c:pt idx="11665">
                  <c:v>3.0624899999999999</c:v>
                </c:pt>
                <c:pt idx="11666">
                  <c:v>3.0628000000000002</c:v>
                </c:pt>
                <c:pt idx="11667">
                  <c:v>3.0630999999999999</c:v>
                </c:pt>
                <c:pt idx="11668">
                  <c:v>3.0634100000000002</c:v>
                </c:pt>
                <c:pt idx="11669">
                  <c:v>3.0637099999999999</c:v>
                </c:pt>
                <c:pt idx="11670">
                  <c:v>3.0640200000000002</c:v>
                </c:pt>
                <c:pt idx="11671">
                  <c:v>3.06433</c:v>
                </c:pt>
                <c:pt idx="11672">
                  <c:v>3.0646300000000002</c:v>
                </c:pt>
                <c:pt idx="11673">
                  <c:v>3.06494</c:v>
                </c:pt>
                <c:pt idx="11674">
                  <c:v>3.0652400000000002</c:v>
                </c:pt>
                <c:pt idx="11675">
                  <c:v>3.06555</c:v>
                </c:pt>
                <c:pt idx="11676">
                  <c:v>3.0658500000000002</c:v>
                </c:pt>
                <c:pt idx="11677">
                  <c:v>3.06616</c:v>
                </c:pt>
                <c:pt idx="11678">
                  <c:v>3.0664600000000002</c:v>
                </c:pt>
                <c:pt idx="11679">
                  <c:v>3.06677</c:v>
                </c:pt>
                <c:pt idx="11680">
                  <c:v>3.0670700000000002</c:v>
                </c:pt>
                <c:pt idx="11681">
                  <c:v>3.06738</c:v>
                </c:pt>
                <c:pt idx="11682">
                  <c:v>3.0676800000000002</c:v>
                </c:pt>
                <c:pt idx="11683">
                  <c:v>3.06799</c:v>
                </c:pt>
                <c:pt idx="11684">
                  <c:v>3.0682999999999998</c:v>
                </c:pt>
                <c:pt idx="11685">
                  <c:v>3.0686</c:v>
                </c:pt>
                <c:pt idx="11686">
                  <c:v>3.0689099999999998</c:v>
                </c:pt>
                <c:pt idx="11687">
                  <c:v>3.06921</c:v>
                </c:pt>
                <c:pt idx="11688">
                  <c:v>3.0695199999999998</c:v>
                </c:pt>
                <c:pt idx="11689">
                  <c:v>3.06982</c:v>
                </c:pt>
                <c:pt idx="11690">
                  <c:v>3.0701299999999998</c:v>
                </c:pt>
                <c:pt idx="11691">
                  <c:v>3.07043</c:v>
                </c:pt>
                <c:pt idx="11692">
                  <c:v>3.0707399999999998</c:v>
                </c:pt>
                <c:pt idx="11693">
                  <c:v>3.07104</c:v>
                </c:pt>
                <c:pt idx="11694">
                  <c:v>3.0713499999999998</c:v>
                </c:pt>
                <c:pt idx="11695">
                  <c:v>3.07165</c:v>
                </c:pt>
                <c:pt idx="11696">
                  <c:v>3.0719599999999998</c:v>
                </c:pt>
                <c:pt idx="11697">
                  <c:v>3.0722700000000001</c:v>
                </c:pt>
                <c:pt idx="11698">
                  <c:v>3.0725699999999998</c:v>
                </c:pt>
                <c:pt idx="11699">
                  <c:v>3.0728800000000001</c:v>
                </c:pt>
                <c:pt idx="11700">
                  <c:v>3.0731799999999998</c:v>
                </c:pt>
                <c:pt idx="11701">
                  <c:v>3.0734900000000001</c:v>
                </c:pt>
                <c:pt idx="11702">
                  <c:v>3.0737899999999998</c:v>
                </c:pt>
                <c:pt idx="11703">
                  <c:v>3.0741000000000001</c:v>
                </c:pt>
                <c:pt idx="11704">
                  <c:v>3.0743999999999998</c:v>
                </c:pt>
                <c:pt idx="11705">
                  <c:v>3.0747100000000001</c:v>
                </c:pt>
                <c:pt idx="11706">
                  <c:v>3.0750099999999998</c:v>
                </c:pt>
                <c:pt idx="11707">
                  <c:v>3.0753200000000001</c:v>
                </c:pt>
                <c:pt idx="11708">
                  <c:v>3.0756199999999998</c:v>
                </c:pt>
                <c:pt idx="11709">
                  <c:v>3.0759300000000001</c:v>
                </c:pt>
                <c:pt idx="11710">
                  <c:v>3.0762399999999999</c:v>
                </c:pt>
                <c:pt idx="11711">
                  <c:v>3.0765400000000001</c:v>
                </c:pt>
                <c:pt idx="11712">
                  <c:v>3.0768499999999999</c:v>
                </c:pt>
                <c:pt idx="11713">
                  <c:v>3.0771500000000001</c:v>
                </c:pt>
                <c:pt idx="11714">
                  <c:v>3.0774599999999999</c:v>
                </c:pt>
                <c:pt idx="11715">
                  <c:v>3.0777600000000001</c:v>
                </c:pt>
                <c:pt idx="11716">
                  <c:v>3.0780699999999999</c:v>
                </c:pt>
                <c:pt idx="11717">
                  <c:v>3.0783700000000001</c:v>
                </c:pt>
                <c:pt idx="11718">
                  <c:v>3.0786799999999999</c:v>
                </c:pt>
                <c:pt idx="11719">
                  <c:v>3.0789800000000001</c:v>
                </c:pt>
                <c:pt idx="11720">
                  <c:v>3.0792899999999999</c:v>
                </c:pt>
                <c:pt idx="11721">
                  <c:v>3.0796000000000001</c:v>
                </c:pt>
                <c:pt idx="11722">
                  <c:v>3.0798999999999999</c:v>
                </c:pt>
                <c:pt idx="11723">
                  <c:v>3.0802100000000001</c:v>
                </c:pt>
                <c:pt idx="11724">
                  <c:v>3.0805099999999999</c:v>
                </c:pt>
                <c:pt idx="11725">
                  <c:v>3.0808200000000001</c:v>
                </c:pt>
                <c:pt idx="11726">
                  <c:v>3.0811199999999999</c:v>
                </c:pt>
                <c:pt idx="11727">
                  <c:v>3.0814300000000001</c:v>
                </c:pt>
                <c:pt idx="11728">
                  <c:v>3.0817299999999999</c:v>
                </c:pt>
                <c:pt idx="11729">
                  <c:v>3.0820400000000001</c:v>
                </c:pt>
                <c:pt idx="11730">
                  <c:v>3.0823399999999999</c:v>
                </c:pt>
                <c:pt idx="11731">
                  <c:v>3.0826500000000001</c:v>
                </c:pt>
                <c:pt idx="11732">
                  <c:v>3.0829499999999999</c:v>
                </c:pt>
                <c:pt idx="11733">
                  <c:v>3.0832600000000001</c:v>
                </c:pt>
                <c:pt idx="11734">
                  <c:v>3.0835699999999999</c:v>
                </c:pt>
                <c:pt idx="11735">
                  <c:v>3.0838700000000001</c:v>
                </c:pt>
                <c:pt idx="11736">
                  <c:v>3.0841799999999999</c:v>
                </c:pt>
                <c:pt idx="11737">
                  <c:v>3.0844800000000001</c:v>
                </c:pt>
                <c:pt idx="11738">
                  <c:v>3.0847899999999999</c:v>
                </c:pt>
                <c:pt idx="11739">
                  <c:v>3.0850900000000001</c:v>
                </c:pt>
                <c:pt idx="11740">
                  <c:v>3.0853999999999999</c:v>
                </c:pt>
                <c:pt idx="11741">
                  <c:v>3.0857000000000001</c:v>
                </c:pt>
                <c:pt idx="11742">
                  <c:v>3.0860099999999999</c:v>
                </c:pt>
                <c:pt idx="11743">
                  <c:v>3.0863100000000001</c:v>
                </c:pt>
                <c:pt idx="11744">
                  <c:v>3.0866199999999999</c:v>
                </c:pt>
                <c:pt idx="11745">
                  <c:v>3.0869200000000001</c:v>
                </c:pt>
                <c:pt idx="11746">
                  <c:v>3.0872299999999999</c:v>
                </c:pt>
                <c:pt idx="11747">
                  <c:v>3.0875400000000002</c:v>
                </c:pt>
                <c:pt idx="11748">
                  <c:v>3.0878399999999999</c:v>
                </c:pt>
                <c:pt idx="11749">
                  <c:v>3.0881500000000002</c:v>
                </c:pt>
                <c:pt idx="11750">
                  <c:v>3.0884499999999999</c:v>
                </c:pt>
                <c:pt idx="11751">
                  <c:v>3.0887600000000002</c:v>
                </c:pt>
                <c:pt idx="11752">
                  <c:v>3.0890599999999999</c:v>
                </c:pt>
                <c:pt idx="11753">
                  <c:v>3.0893700000000002</c:v>
                </c:pt>
                <c:pt idx="11754">
                  <c:v>3.0896699999999999</c:v>
                </c:pt>
                <c:pt idx="11755">
                  <c:v>3.0899800000000002</c:v>
                </c:pt>
                <c:pt idx="11756">
                  <c:v>3.0902799999999999</c:v>
                </c:pt>
                <c:pt idx="11757">
                  <c:v>3.0905900000000002</c:v>
                </c:pt>
                <c:pt idx="11758">
                  <c:v>3.0908899999999999</c:v>
                </c:pt>
                <c:pt idx="11759">
                  <c:v>3.0912000000000002</c:v>
                </c:pt>
                <c:pt idx="11760">
                  <c:v>3.09151</c:v>
                </c:pt>
                <c:pt idx="11761">
                  <c:v>3.0918100000000002</c:v>
                </c:pt>
                <c:pt idx="11762">
                  <c:v>3.09212</c:v>
                </c:pt>
                <c:pt idx="11763">
                  <c:v>3.0924200000000002</c:v>
                </c:pt>
                <c:pt idx="11764">
                  <c:v>3.09273</c:v>
                </c:pt>
                <c:pt idx="11765">
                  <c:v>3.0930300000000002</c:v>
                </c:pt>
                <c:pt idx="11766">
                  <c:v>3.09334</c:v>
                </c:pt>
                <c:pt idx="11767">
                  <c:v>3.0936400000000002</c:v>
                </c:pt>
                <c:pt idx="11768">
                  <c:v>3.09395</c:v>
                </c:pt>
                <c:pt idx="11769">
                  <c:v>3.0942500000000002</c:v>
                </c:pt>
                <c:pt idx="11770">
                  <c:v>3.09456</c:v>
                </c:pt>
                <c:pt idx="11771">
                  <c:v>3.0948600000000002</c:v>
                </c:pt>
                <c:pt idx="11772">
                  <c:v>3.09517</c:v>
                </c:pt>
                <c:pt idx="11773">
                  <c:v>3.0954799999999998</c:v>
                </c:pt>
                <c:pt idx="11774">
                  <c:v>3.09578</c:v>
                </c:pt>
                <c:pt idx="11775">
                  <c:v>3.0960899999999998</c:v>
                </c:pt>
                <c:pt idx="11776">
                  <c:v>3.09639</c:v>
                </c:pt>
                <c:pt idx="11777">
                  <c:v>3.0966999999999998</c:v>
                </c:pt>
                <c:pt idx="11778">
                  <c:v>3.097</c:v>
                </c:pt>
                <c:pt idx="11779">
                  <c:v>3.0973099999999998</c:v>
                </c:pt>
                <c:pt idx="11780">
                  <c:v>3.09761</c:v>
                </c:pt>
                <c:pt idx="11781">
                  <c:v>3.0979199999999998</c:v>
                </c:pt>
                <c:pt idx="11782">
                  <c:v>3.09822</c:v>
                </c:pt>
                <c:pt idx="11783">
                  <c:v>3.0985299999999998</c:v>
                </c:pt>
                <c:pt idx="11784">
                  <c:v>3.09884</c:v>
                </c:pt>
                <c:pt idx="11785">
                  <c:v>3.0991399999999998</c:v>
                </c:pt>
                <c:pt idx="11786">
                  <c:v>3.09945</c:v>
                </c:pt>
                <c:pt idx="11787">
                  <c:v>3.0997499999999998</c:v>
                </c:pt>
                <c:pt idx="11788">
                  <c:v>3.10006</c:v>
                </c:pt>
                <c:pt idx="11789">
                  <c:v>3.1003599999999998</c:v>
                </c:pt>
                <c:pt idx="11790">
                  <c:v>3.10067</c:v>
                </c:pt>
                <c:pt idx="11791">
                  <c:v>3.1009699999999998</c:v>
                </c:pt>
                <c:pt idx="11792">
                  <c:v>3.10128</c:v>
                </c:pt>
                <c:pt idx="11793">
                  <c:v>3.1015799999999998</c:v>
                </c:pt>
                <c:pt idx="11794">
                  <c:v>3.10189</c:v>
                </c:pt>
                <c:pt idx="11795">
                  <c:v>3.1021899999999998</c:v>
                </c:pt>
                <c:pt idx="11796">
                  <c:v>3.1025</c:v>
                </c:pt>
                <c:pt idx="11797">
                  <c:v>3.1028099999999998</c:v>
                </c:pt>
                <c:pt idx="11798">
                  <c:v>3.10311</c:v>
                </c:pt>
                <c:pt idx="11799">
                  <c:v>3.1034199999999998</c:v>
                </c:pt>
                <c:pt idx="11800">
                  <c:v>3.10372</c:v>
                </c:pt>
                <c:pt idx="11801">
                  <c:v>3.1040299999999998</c:v>
                </c:pt>
                <c:pt idx="11802">
                  <c:v>3.10433</c:v>
                </c:pt>
                <c:pt idx="11803">
                  <c:v>3.1046399999999998</c:v>
                </c:pt>
                <c:pt idx="11804">
                  <c:v>3.10494</c:v>
                </c:pt>
                <c:pt idx="11805">
                  <c:v>3.1052499999999998</c:v>
                </c:pt>
                <c:pt idx="11806">
                  <c:v>3.10555</c:v>
                </c:pt>
                <c:pt idx="11807">
                  <c:v>3.1058599999999998</c:v>
                </c:pt>
                <c:pt idx="11808">
                  <c:v>3.10616</c:v>
                </c:pt>
                <c:pt idx="11809">
                  <c:v>3.1064699999999998</c:v>
                </c:pt>
                <c:pt idx="11810">
                  <c:v>3.1067800000000001</c:v>
                </c:pt>
                <c:pt idx="11811">
                  <c:v>3.1070799999999998</c:v>
                </c:pt>
                <c:pt idx="11812">
                  <c:v>3.1073900000000001</c:v>
                </c:pt>
                <c:pt idx="11813">
                  <c:v>3.1076899999999998</c:v>
                </c:pt>
                <c:pt idx="11814">
                  <c:v>3.1080000000000001</c:v>
                </c:pt>
                <c:pt idx="11815">
                  <c:v>3.1082999999999998</c:v>
                </c:pt>
                <c:pt idx="11816">
                  <c:v>3.1086100000000001</c:v>
                </c:pt>
                <c:pt idx="11817">
                  <c:v>3.1089099999999998</c:v>
                </c:pt>
                <c:pt idx="11818">
                  <c:v>3.1092200000000001</c:v>
                </c:pt>
                <c:pt idx="11819">
                  <c:v>3.1095199999999998</c:v>
                </c:pt>
                <c:pt idx="11820">
                  <c:v>3.1098300000000001</c:v>
                </c:pt>
                <c:pt idx="11821">
                  <c:v>3.1101299999999998</c:v>
                </c:pt>
                <c:pt idx="11822">
                  <c:v>3.1104400000000001</c:v>
                </c:pt>
                <c:pt idx="11823">
                  <c:v>3.1107499999999999</c:v>
                </c:pt>
                <c:pt idx="11824">
                  <c:v>3.1110500000000001</c:v>
                </c:pt>
                <c:pt idx="11825">
                  <c:v>3.1113599999999999</c:v>
                </c:pt>
                <c:pt idx="11826">
                  <c:v>3.1116600000000001</c:v>
                </c:pt>
                <c:pt idx="11827">
                  <c:v>3.1119699999999999</c:v>
                </c:pt>
                <c:pt idx="11828">
                  <c:v>3.1122700000000001</c:v>
                </c:pt>
                <c:pt idx="11829">
                  <c:v>3.1125799999999999</c:v>
                </c:pt>
                <c:pt idx="11830">
                  <c:v>3.1128800000000001</c:v>
                </c:pt>
                <c:pt idx="11831">
                  <c:v>3.1131899999999999</c:v>
                </c:pt>
                <c:pt idx="11832">
                  <c:v>3.1134900000000001</c:v>
                </c:pt>
                <c:pt idx="11833">
                  <c:v>3.1137999999999999</c:v>
                </c:pt>
                <c:pt idx="11834">
                  <c:v>3.1141000000000001</c:v>
                </c:pt>
                <c:pt idx="11835">
                  <c:v>3.1144099999999999</c:v>
                </c:pt>
                <c:pt idx="11836">
                  <c:v>3.1147200000000002</c:v>
                </c:pt>
                <c:pt idx="11837">
                  <c:v>3.1150199999999999</c:v>
                </c:pt>
                <c:pt idx="11838">
                  <c:v>3.1153300000000002</c:v>
                </c:pt>
                <c:pt idx="11839">
                  <c:v>3.1156299999999999</c:v>
                </c:pt>
                <c:pt idx="11840">
                  <c:v>3.1159400000000002</c:v>
                </c:pt>
                <c:pt idx="11841">
                  <c:v>3.1162399999999999</c:v>
                </c:pt>
                <c:pt idx="11842">
                  <c:v>3.1165500000000002</c:v>
                </c:pt>
                <c:pt idx="11843">
                  <c:v>3.1168499999999999</c:v>
                </c:pt>
                <c:pt idx="11844">
                  <c:v>3.1171600000000002</c:v>
                </c:pt>
                <c:pt idx="11845">
                  <c:v>3.1174599999999999</c:v>
                </c:pt>
                <c:pt idx="11846">
                  <c:v>3.1177700000000002</c:v>
                </c:pt>
                <c:pt idx="11847">
                  <c:v>3.11808</c:v>
                </c:pt>
                <c:pt idx="11848">
                  <c:v>3.1183800000000002</c:v>
                </c:pt>
                <c:pt idx="11849">
                  <c:v>3.11869</c:v>
                </c:pt>
                <c:pt idx="11850">
                  <c:v>3.1189900000000002</c:v>
                </c:pt>
                <c:pt idx="11851">
                  <c:v>3.1193</c:v>
                </c:pt>
                <c:pt idx="11852">
                  <c:v>3.1196000000000002</c:v>
                </c:pt>
                <c:pt idx="11853">
                  <c:v>3.11991</c:v>
                </c:pt>
                <c:pt idx="11854">
                  <c:v>3.1202100000000002</c:v>
                </c:pt>
                <c:pt idx="11855">
                  <c:v>3.12052</c:v>
                </c:pt>
                <c:pt idx="11856">
                  <c:v>3.1208200000000001</c:v>
                </c:pt>
                <c:pt idx="11857">
                  <c:v>3.12113</c:v>
                </c:pt>
                <c:pt idx="11858">
                  <c:v>3.1214300000000001</c:v>
                </c:pt>
                <c:pt idx="11859">
                  <c:v>3.12174</c:v>
                </c:pt>
                <c:pt idx="11860">
                  <c:v>3.1220500000000002</c:v>
                </c:pt>
                <c:pt idx="11861">
                  <c:v>3.12235</c:v>
                </c:pt>
                <c:pt idx="11862">
                  <c:v>3.1226600000000002</c:v>
                </c:pt>
                <c:pt idx="11863">
                  <c:v>3.12296</c:v>
                </c:pt>
                <c:pt idx="11864">
                  <c:v>3.1232700000000002</c:v>
                </c:pt>
                <c:pt idx="11865">
                  <c:v>3.12357</c:v>
                </c:pt>
                <c:pt idx="11866">
                  <c:v>3.1238800000000002</c:v>
                </c:pt>
                <c:pt idx="11867">
                  <c:v>3.12418</c:v>
                </c:pt>
                <c:pt idx="11868">
                  <c:v>3.1244900000000002</c:v>
                </c:pt>
                <c:pt idx="11869">
                  <c:v>3.12479</c:v>
                </c:pt>
                <c:pt idx="11870">
                  <c:v>3.1251000000000002</c:v>
                </c:pt>
                <c:pt idx="11871">
                  <c:v>3.1254</c:v>
                </c:pt>
                <c:pt idx="11872">
                  <c:v>3.1257100000000002</c:v>
                </c:pt>
                <c:pt idx="11873">
                  <c:v>3.12602</c:v>
                </c:pt>
                <c:pt idx="11874">
                  <c:v>3.1263200000000002</c:v>
                </c:pt>
                <c:pt idx="11875">
                  <c:v>3.12663</c:v>
                </c:pt>
                <c:pt idx="11876">
                  <c:v>3.1269300000000002</c:v>
                </c:pt>
                <c:pt idx="11877">
                  <c:v>3.12724</c:v>
                </c:pt>
                <c:pt idx="11878">
                  <c:v>3.1275400000000002</c:v>
                </c:pt>
                <c:pt idx="11879">
                  <c:v>3.12785</c:v>
                </c:pt>
                <c:pt idx="11880">
                  <c:v>3.1281500000000002</c:v>
                </c:pt>
                <c:pt idx="11881">
                  <c:v>3.12846</c:v>
                </c:pt>
                <c:pt idx="11882">
                  <c:v>3.1287600000000002</c:v>
                </c:pt>
                <c:pt idx="11883">
                  <c:v>3.12907</c:v>
                </c:pt>
                <c:pt idx="11884">
                  <c:v>3.1293700000000002</c:v>
                </c:pt>
                <c:pt idx="11885">
                  <c:v>3.12968</c:v>
                </c:pt>
                <c:pt idx="11886">
                  <c:v>3.1299899999999998</c:v>
                </c:pt>
                <c:pt idx="11887">
                  <c:v>3.13029</c:v>
                </c:pt>
                <c:pt idx="11888">
                  <c:v>3.1305999999999998</c:v>
                </c:pt>
                <c:pt idx="11889">
                  <c:v>3.1309</c:v>
                </c:pt>
                <c:pt idx="11890">
                  <c:v>3.1312099999999998</c:v>
                </c:pt>
                <c:pt idx="11891">
                  <c:v>3.13151</c:v>
                </c:pt>
                <c:pt idx="11892">
                  <c:v>3.1318199999999998</c:v>
                </c:pt>
                <c:pt idx="11893">
                  <c:v>3.13212</c:v>
                </c:pt>
                <c:pt idx="11894">
                  <c:v>3.1324299999999998</c:v>
                </c:pt>
                <c:pt idx="11895">
                  <c:v>3.13273</c:v>
                </c:pt>
                <c:pt idx="11896">
                  <c:v>3.1330399999999998</c:v>
                </c:pt>
                <c:pt idx="11897">
                  <c:v>3.1333500000000001</c:v>
                </c:pt>
                <c:pt idx="11898">
                  <c:v>3.1336499999999998</c:v>
                </c:pt>
                <c:pt idx="11899">
                  <c:v>3.1339600000000001</c:v>
                </c:pt>
                <c:pt idx="11900">
                  <c:v>3.1342599999999998</c:v>
                </c:pt>
                <c:pt idx="11901">
                  <c:v>3.1345700000000001</c:v>
                </c:pt>
                <c:pt idx="11902">
                  <c:v>3.1348699999999998</c:v>
                </c:pt>
                <c:pt idx="11903">
                  <c:v>3.1351800000000001</c:v>
                </c:pt>
                <c:pt idx="11904">
                  <c:v>3.1354799999999998</c:v>
                </c:pt>
                <c:pt idx="11905">
                  <c:v>3.1357900000000001</c:v>
                </c:pt>
                <c:pt idx="11906">
                  <c:v>3.1360899999999998</c:v>
                </c:pt>
                <c:pt idx="11907">
                  <c:v>3.1364000000000001</c:v>
                </c:pt>
                <c:pt idx="11908">
                  <c:v>3.1366999999999998</c:v>
                </c:pt>
                <c:pt idx="11909">
                  <c:v>3.1370100000000001</c:v>
                </c:pt>
                <c:pt idx="11910">
                  <c:v>3.1373199999999999</c:v>
                </c:pt>
                <c:pt idx="11911">
                  <c:v>3.1376200000000001</c:v>
                </c:pt>
                <c:pt idx="11912">
                  <c:v>3.1379299999999999</c:v>
                </c:pt>
                <c:pt idx="11913">
                  <c:v>3.1382300000000001</c:v>
                </c:pt>
                <c:pt idx="11914">
                  <c:v>3.1385399999999999</c:v>
                </c:pt>
                <c:pt idx="11915">
                  <c:v>3.1388400000000001</c:v>
                </c:pt>
                <c:pt idx="11916">
                  <c:v>3.1391499999999999</c:v>
                </c:pt>
                <c:pt idx="11917">
                  <c:v>3.1394500000000001</c:v>
                </c:pt>
                <c:pt idx="11918">
                  <c:v>3.1397599999999999</c:v>
                </c:pt>
                <c:pt idx="11919">
                  <c:v>3.1400600000000001</c:v>
                </c:pt>
                <c:pt idx="11920">
                  <c:v>3.1403699999999999</c:v>
                </c:pt>
                <c:pt idx="11921">
                  <c:v>3.1406700000000001</c:v>
                </c:pt>
                <c:pt idx="11922">
                  <c:v>3.1409799999999999</c:v>
                </c:pt>
                <c:pt idx="11923">
                  <c:v>3.1412900000000001</c:v>
                </c:pt>
                <c:pt idx="11924">
                  <c:v>3.1415899999999999</c:v>
                </c:pt>
                <c:pt idx="11925">
                  <c:v>3.1419000000000001</c:v>
                </c:pt>
                <c:pt idx="11926">
                  <c:v>3.1421999999999999</c:v>
                </c:pt>
                <c:pt idx="11927">
                  <c:v>3.1425100000000001</c:v>
                </c:pt>
                <c:pt idx="11928">
                  <c:v>3.1428099999999999</c:v>
                </c:pt>
                <c:pt idx="11929">
                  <c:v>3.1431200000000001</c:v>
                </c:pt>
                <c:pt idx="11930">
                  <c:v>3.1434199999999999</c:v>
                </c:pt>
                <c:pt idx="11931">
                  <c:v>3.1437300000000001</c:v>
                </c:pt>
                <c:pt idx="11932">
                  <c:v>3.1440299999999999</c:v>
                </c:pt>
                <c:pt idx="11933">
                  <c:v>3.1443400000000001</c:v>
                </c:pt>
                <c:pt idx="11934">
                  <c:v>3.1446399999999999</c:v>
                </c:pt>
                <c:pt idx="11935">
                  <c:v>3.1449500000000001</c:v>
                </c:pt>
                <c:pt idx="11936">
                  <c:v>3.1452599999999999</c:v>
                </c:pt>
                <c:pt idx="11937">
                  <c:v>3.1455600000000001</c:v>
                </c:pt>
                <c:pt idx="11938">
                  <c:v>3.1458699999999999</c:v>
                </c:pt>
                <c:pt idx="11939">
                  <c:v>3.1461700000000001</c:v>
                </c:pt>
                <c:pt idx="11940">
                  <c:v>3.1464799999999999</c:v>
                </c:pt>
                <c:pt idx="11941">
                  <c:v>3.1467800000000001</c:v>
                </c:pt>
                <c:pt idx="11942">
                  <c:v>3.1470899999999999</c:v>
                </c:pt>
                <c:pt idx="11943">
                  <c:v>3.1473900000000001</c:v>
                </c:pt>
                <c:pt idx="11944">
                  <c:v>3.1476999999999999</c:v>
                </c:pt>
                <c:pt idx="11945">
                  <c:v>3.1480000000000001</c:v>
                </c:pt>
                <c:pt idx="11946">
                  <c:v>3.1483099999999999</c:v>
                </c:pt>
                <c:pt idx="11947">
                  <c:v>3.1486100000000001</c:v>
                </c:pt>
                <c:pt idx="11948">
                  <c:v>3.1489199999999999</c:v>
                </c:pt>
                <c:pt idx="11949">
                  <c:v>3.1492300000000002</c:v>
                </c:pt>
                <c:pt idx="11950">
                  <c:v>3.1495299999999999</c:v>
                </c:pt>
                <c:pt idx="11951">
                  <c:v>3.1498400000000002</c:v>
                </c:pt>
                <c:pt idx="11952">
                  <c:v>3.1501399999999999</c:v>
                </c:pt>
                <c:pt idx="11953">
                  <c:v>3.1504500000000002</c:v>
                </c:pt>
                <c:pt idx="11954">
                  <c:v>3.1507499999999999</c:v>
                </c:pt>
                <c:pt idx="11955">
                  <c:v>3.1510600000000002</c:v>
                </c:pt>
                <c:pt idx="11956">
                  <c:v>3.1513599999999999</c:v>
                </c:pt>
                <c:pt idx="11957">
                  <c:v>3.1516700000000002</c:v>
                </c:pt>
                <c:pt idx="11958">
                  <c:v>3.1519699999999999</c:v>
                </c:pt>
                <c:pt idx="11959">
                  <c:v>3.1522800000000002</c:v>
                </c:pt>
                <c:pt idx="11960">
                  <c:v>3.15259</c:v>
                </c:pt>
                <c:pt idx="11961">
                  <c:v>3.1528900000000002</c:v>
                </c:pt>
                <c:pt idx="11962">
                  <c:v>3.1532</c:v>
                </c:pt>
                <c:pt idx="11963">
                  <c:v>3.1535000000000002</c:v>
                </c:pt>
                <c:pt idx="11964">
                  <c:v>3.15381</c:v>
                </c:pt>
                <c:pt idx="11965">
                  <c:v>3.1541100000000002</c:v>
                </c:pt>
                <c:pt idx="11966">
                  <c:v>3.15442</c:v>
                </c:pt>
                <c:pt idx="11967">
                  <c:v>3.1547200000000002</c:v>
                </c:pt>
                <c:pt idx="11968">
                  <c:v>3.15503</c:v>
                </c:pt>
                <c:pt idx="11969">
                  <c:v>3.1553300000000002</c:v>
                </c:pt>
                <c:pt idx="11970">
                  <c:v>3.15564</c:v>
                </c:pt>
                <c:pt idx="11971">
                  <c:v>3.1559400000000002</c:v>
                </c:pt>
                <c:pt idx="11972">
                  <c:v>3.15625</c:v>
                </c:pt>
                <c:pt idx="11973">
                  <c:v>3.1565599999999998</c:v>
                </c:pt>
                <c:pt idx="11974">
                  <c:v>3.15686</c:v>
                </c:pt>
                <c:pt idx="11975">
                  <c:v>3.1571699999999998</c:v>
                </c:pt>
                <c:pt idx="11976">
                  <c:v>3.15747</c:v>
                </c:pt>
                <c:pt idx="11977">
                  <c:v>3.1577799999999998</c:v>
                </c:pt>
                <c:pt idx="11978">
                  <c:v>3.15808</c:v>
                </c:pt>
                <c:pt idx="11979">
                  <c:v>3.1583899999999998</c:v>
                </c:pt>
                <c:pt idx="11980">
                  <c:v>3.15869</c:v>
                </c:pt>
                <c:pt idx="11981">
                  <c:v>3.1589999999999998</c:v>
                </c:pt>
                <c:pt idx="11982">
                  <c:v>3.1593</c:v>
                </c:pt>
                <c:pt idx="11983">
                  <c:v>3.1596099999999998</c:v>
                </c:pt>
                <c:pt idx="11984">
                  <c:v>3.15991</c:v>
                </c:pt>
                <c:pt idx="11985">
                  <c:v>3.1602199999999998</c:v>
                </c:pt>
                <c:pt idx="11986">
                  <c:v>3.1605300000000001</c:v>
                </c:pt>
                <c:pt idx="11987">
                  <c:v>3.1608299999999998</c:v>
                </c:pt>
                <c:pt idx="11988">
                  <c:v>3.1611400000000001</c:v>
                </c:pt>
                <c:pt idx="11989">
                  <c:v>3.1614399999999998</c:v>
                </c:pt>
                <c:pt idx="11990">
                  <c:v>3.1617500000000001</c:v>
                </c:pt>
                <c:pt idx="11991">
                  <c:v>3.1620499999999998</c:v>
                </c:pt>
                <c:pt idx="11992">
                  <c:v>3.1623600000000001</c:v>
                </c:pt>
                <c:pt idx="11993">
                  <c:v>3.1626599999999998</c:v>
                </c:pt>
                <c:pt idx="11994">
                  <c:v>3.1629700000000001</c:v>
                </c:pt>
                <c:pt idx="11995">
                  <c:v>3.1632699999999998</c:v>
                </c:pt>
                <c:pt idx="11996">
                  <c:v>3.1635800000000001</c:v>
                </c:pt>
                <c:pt idx="11997">
                  <c:v>3.1638799999999998</c:v>
                </c:pt>
                <c:pt idx="11998">
                  <c:v>3.1641900000000001</c:v>
                </c:pt>
                <c:pt idx="11999">
                  <c:v>3.1644999999999999</c:v>
                </c:pt>
                <c:pt idx="12000">
                  <c:v>3.1648000000000001</c:v>
                </c:pt>
                <c:pt idx="12001">
                  <c:v>3.1651099999999999</c:v>
                </c:pt>
                <c:pt idx="12002">
                  <c:v>3.1654100000000001</c:v>
                </c:pt>
                <c:pt idx="12003">
                  <c:v>3.1657199999999999</c:v>
                </c:pt>
                <c:pt idx="12004">
                  <c:v>3.1660200000000001</c:v>
                </c:pt>
                <c:pt idx="12005">
                  <c:v>3.1663299999999999</c:v>
                </c:pt>
                <c:pt idx="12006">
                  <c:v>3.1666300000000001</c:v>
                </c:pt>
                <c:pt idx="12007">
                  <c:v>3.1669399999999999</c:v>
                </c:pt>
                <c:pt idx="12008">
                  <c:v>3.1672400000000001</c:v>
                </c:pt>
                <c:pt idx="12009">
                  <c:v>3.1675499999999999</c:v>
                </c:pt>
                <c:pt idx="12010">
                  <c:v>3.1678500000000001</c:v>
                </c:pt>
                <c:pt idx="12011">
                  <c:v>3.1681599999999999</c:v>
                </c:pt>
                <c:pt idx="12012">
                  <c:v>3.1684700000000001</c:v>
                </c:pt>
                <c:pt idx="12013">
                  <c:v>3.1687699999999999</c:v>
                </c:pt>
                <c:pt idx="12014">
                  <c:v>3.1690800000000001</c:v>
                </c:pt>
                <c:pt idx="12015">
                  <c:v>3.1693799999999999</c:v>
                </c:pt>
                <c:pt idx="12016">
                  <c:v>3.1696900000000001</c:v>
                </c:pt>
                <c:pt idx="12017">
                  <c:v>3.1699899999999999</c:v>
                </c:pt>
                <c:pt idx="12018">
                  <c:v>3.1703000000000001</c:v>
                </c:pt>
                <c:pt idx="12019">
                  <c:v>3.1705999999999999</c:v>
                </c:pt>
                <c:pt idx="12020">
                  <c:v>3.1709100000000001</c:v>
                </c:pt>
                <c:pt idx="12021">
                  <c:v>3.1712099999999999</c:v>
                </c:pt>
                <c:pt idx="12022">
                  <c:v>3.1715200000000001</c:v>
                </c:pt>
                <c:pt idx="12023">
                  <c:v>3.1718299999999999</c:v>
                </c:pt>
                <c:pt idx="12024">
                  <c:v>3.1721300000000001</c:v>
                </c:pt>
                <c:pt idx="12025">
                  <c:v>3.1724399999999999</c:v>
                </c:pt>
                <c:pt idx="12026">
                  <c:v>3.1727400000000001</c:v>
                </c:pt>
                <c:pt idx="12027">
                  <c:v>3.1730499999999999</c:v>
                </c:pt>
                <c:pt idx="12028">
                  <c:v>3.1733500000000001</c:v>
                </c:pt>
                <c:pt idx="12029">
                  <c:v>3.1736599999999999</c:v>
                </c:pt>
                <c:pt idx="12030">
                  <c:v>3.1739600000000001</c:v>
                </c:pt>
                <c:pt idx="12031">
                  <c:v>3.1742699999999999</c:v>
                </c:pt>
                <c:pt idx="12032">
                  <c:v>3.1745700000000001</c:v>
                </c:pt>
                <c:pt idx="12033">
                  <c:v>3.1748799999999999</c:v>
                </c:pt>
                <c:pt idx="12034">
                  <c:v>3.1751800000000001</c:v>
                </c:pt>
                <c:pt idx="12035">
                  <c:v>3.1754899999999999</c:v>
                </c:pt>
                <c:pt idx="12036">
                  <c:v>3.1758000000000002</c:v>
                </c:pt>
                <c:pt idx="12037">
                  <c:v>3.1760999999999999</c:v>
                </c:pt>
                <c:pt idx="12038">
                  <c:v>3.1764100000000002</c:v>
                </c:pt>
                <c:pt idx="12039">
                  <c:v>3.1767099999999999</c:v>
                </c:pt>
                <c:pt idx="12040">
                  <c:v>3.1770200000000002</c:v>
                </c:pt>
                <c:pt idx="12041">
                  <c:v>3.1773199999999999</c:v>
                </c:pt>
                <c:pt idx="12042">
                  <c:v>3.1776300000000002</c:v>
                </c:pt>
                <c:pt idx="12043">
                  <c:v>3.1779299999999999</c:v>
                </c:pt>
                <c:pt idx="12044">
                  <c:v>3.1782400000000002</c:v>
                </c:pt>
                <c:pt idx="12045">
                  <c:v>3.1785399999999999</c:v>
                </c:pt>
                <c:pt idx="12046">
                  <c:v>3.1788500000000002</c:v>
                </c:pt>
                <c:pt idx="12047">
                  <c:v>3.1791499999999999</c:v>
                </c:pt>
                <c:pt idx="12048">
                  <c:v>3.1794600000000002</c:v>
                </c:pt>
                <c:pt idx="12049">
                  <c:v>3.17977</c:v>
                </c:pt>
                <c:pt idx="12050">
                  <c:v>3.1800700000000002</c:v>
                </c:pt>
                <c:pt idx="12051">
                  <c:v>3.18038</c:v>
                </c:pt>
                <c:pt idx="12052">
                  <c:v>3.1806800000000002</c:v>
                </c:pt>
                <c:pt idx="12053">
                  <c:v>3.18099</c:v>
                </c:pt>
                <c:pt idx="12054">
                  <c:v>3.1812900000000002</c:v>
                </c:pt>
                <c:pt idx="12055">
                  <c:v>3.1816</c:v>
                </c:pt>
                <c:pt idx="12056">
                  <c:v>3.1819000000000002</c:v>
                </c:pt>
                <c:pt idx="12057">
                  <c:v>3.18221</c:v>
                </c:pt>
                <c:pt idx="12058">
                  <c:v>3.1825100000000002</c:v>
                </c:pt>
                <c:pt idx="12059">
                  <c:v>3.18282</c:v>
                </c:pt>
                <c:pt idx="12060">
                  <c:v>3.1831200000000002</c:v>
                </c:pt>
                <c:pt idx="12061">
                  <c:v>3.18343</c:v>
                </c:pt>
                <c:pt idx="12062">
                  <c:v>3.1837399999999998</c:v>
                </c:pt>
                <c:pt idx="12063">
                  <c:v>3.18404</c:v>
                </c:pt>
                <c:pt idx="12064">
                  <c:v>3.1843499999999998</c:v>
                </c:pt>
                <c:pt idx="12065">
                  <c:v>3.18465</c:v>
                </c:pt>
                <c:pt idx="12066">
                  <c:v>3.1849599999999998</c:v>
                </c:pt>
                <c:pt idx="12067">
                  <c:v>3.18526</c:v>
                </c:pt>
                <c:pt idx="12068">
                  <c:v>3.1855699999999998</c:v>
                </c:pt>
                <c:pt idx="12069">
                  <c:v>3.18587</c:v>
                </c:pt>
                <c:pt idx="12070">
                  <c:v>3.1861799999999998</c:v>
                </c:pt>
                <c:pt idx="12071">
                  <c:v>3.18648</c:v>
                </c:pt>
                <c:pt idx="12072">
                  <c:v>3.1867899999999998</c:v>
                </c:pt>
                <c:pt idx="12073">
                  <c:v>3.18709</c:v>
                </c:pt>
                <c:pt idx="12074">
                  <c:v>3.1873999999999998</c:v>
                </c:pt>
                <c:pt idx="12075">
                  <c:v>3.18771</c:v>
                </c:pt>
                <c:pt idx="12076">
                  <c:v>3.1880099999999998</c:v>
                </c:pt>
                <c:pt idx="12077">
                  <c:v>3.18832</c:v>
                </c:pt>
                <c:pt idx="12078">
                  <c:v>3.1886199999999998</c:v>
                </c:pt>
                <c:pt idx="12079">
                  <c:v>3.18893</c:v>
                </c:pt>
                <c:pt idx="12080">
                  <c:v>3.1892299999999998</c:v>
                </c:pt>
                <c:pt idx="12081">
                  <c:v>3.18954</c:v>
                </c:pt>
                <c:pt idx="12082">
                  <c:v>3.1898399999999998</c:v>
                </c:pt>
                <c:pt idx="12083">
                  <c:v>3.19015</c:v>
                </c:pt>
                <c:pt idx="12084">
                  <c:v>3.1904499999999998</c:v>
                </c:pt>
                <c:pt idx="12085">
                  <c:v>3.19076</c:v>
                </c:pt>
                <c:pt idx="12086">
                  <c:v>3.1910699999999999</c:v>
                </c:pt>
                <c:pt idx="12087">
                  <c:v>3.19137</c:v>
                </c:pt>
                <c:pt idx="12088">
                  <c:v>3.1916799999999999</c:v>
                </c:pt>
                <c:pt idx="12089">
                  <c:v>3.19198</c:v>
                </c:pt>
                <c:pt idx="12090">
                  <c:v>3.1922899999999998</c:v>
                </c:pt>
                <c:pt idx="12091">
                  <c:v>3.19259</c:v>
                </c:pt>
                <c:pt idx="12092">
                  <c:v>3.1928999999999998</c:v>
                </c:pt>
                <c:pt idx="12093">
                  <c:v>3.1932</c:v>
                </c:pt>
                <c:pt idx="12094">
                  <c:v>3.1935099999999998</c:v>
                </c:pt>
                <c:pt idx="12095">
                  <c:v>3.19381</c:v>
                </c:pt>
                <c:pt idx="12096">
                  <c:v>3.1941199999999998</c:v>
                </c:pt>
                <c:pt idx="12097">
                  <c:v>3.19442</c:v>
                </c:pt>
                <c:pt idx="12098">
                  <c:v>3.1947299999999998</c:v>
                </c:pt>
                <c:pt idx="12099">
                  <c:v>3.1950400000000001</c:v>
                </c:pt>
                <c:pt idx="12100">
                  <c:v>3.1953399999999998</c:v>
                </c:pt>
                <c:pt idx="12101">
                  <c:v>3.1956500000000001</c:v>
                </c:pt>
                <c:pt idx="12102">
                  <c:v>3.1959499999999998</c:v>
                </c:pt>
                <c:pt idx="12103">
                  <c:v>3.1962600000000001</c:v>
                </c:pt>
                <c:pt idx="12104">
                  <c:v>3.1965599999999998</c:v>
                </c:pt>
                <c:pt idx="12105">
                  <c:v>3.1968700000000001</c:v>
                </c:pt>
                <c:pt idx="12106">
                  <c:v>3.1971699999999998</c:v>
                </c:pt>
                <c:pt idx="12107">
                  <c:v>3.1974800000000001</c:v>
                </c:pt>
                <c:pt idx="12108">
                  <c:v>3.1977799999999998</c:v>
                </c:pt>
                <c:pt idx="12109">
                  <c:v>3.1980900000000001</c:v>
                </c:pt>
                <c:pt idx="12110">
                  <c:v>3.1983899999999998</c:v>
                </c:pt>
                <c:pt idx="12111">
                  <c:v>3.1987000000000001</c:v>
                </c:pt>
                <c:pt idx="12112">
                  <c:v>3.1990099999999999</c:v>
                </c:pt>
                <c:pt idx="12113">
                  <c:v>3.1993100000000001</c:v>
                </c:pt>
                <c:pt idx="12114">
                  <c:v>3.1996199999999999</c:v>
                </c:pt>
                <c:pt idx="12115">
                  <c:v>3.1999200000000001</c:v>
                </c:pt>
                <c:pt idx="12116">
                  <c:v>3.2002299999999999</c:v>
                </c:pt>
                <c:pt idx="12117">
                  <c:v>3.2005300000000001</c:v>
                </c:pt>
                <c:pt idx="12118">
                  <c:v>3.2008399999999999</c:v>
                </c:pt>
                <c:pt idx="12119">
                  <c:v>3.2011400000000001</c:v>
                </c:pt>
                <c:pt idx="12120">
                  <c:v>3.2014499999999999</c:v>
                </c:pt>
                <c:pt idx="12121">
                  <c:v>3.2017500000000001</c:v>
                </c:pt>
                <c:pt idx="12122">
                  <c:v>3.2020599999999999</c:v>
                </c:pt>
                <c:pt idx="12123">
                  <c:v>3.2023600000000001</c:v>
                </c:pt>
                <c:pt idx="12124">
                  <c:v>3.2026699999999999</c:v>
                </c:pt>
                <c:pt idx="12125">
                  <c:v>3.2029800000000002</c:v>
                </c:pt>
                <c:pt idx="12126">
                  <c:v>3.2032799999999999</c:v>
                </c:pt>
                <c:pt idx="12127">
                  <c:v>3.2035900000000002</c:v>
                </c:pt>
                <c:pt idx="12128">
                  <c:v>3.2038899999999999</c:v>
                </c:pt>
                <c:pt idx="12129">
                  <c:v>3.2042000000000002</c:v>
                </c:pt>
                <c:pt idx="12130">
                  <c:v>3.2044999999999999</c:v>
                </c:pt>
                <c:pt idx="12131">
                  <c:v>3.2048100000000002</c:v>
                </c:pt>
                <c:pt idx="12132">
                  <c:v>3.2051099999999999</c:v>
                </c:pt>
                <c:pt idx="12133">
                  <c:v>3.2054200000000002</c:v>
                </c:pt>
                <c:pt idx="12134">
                  <c:v>3.2057199999999999</c:v>
                </c:pt>
                <c:pt idx="12135">
                  <c:v>3.2060300000000002</c:v>
                </c:pt>
                <c:pt idx="12136">
                  <c:v>3.20634</c:v>
                </c:pt>
                <c:pt idx="12137">
                  <c:v>3.2066400000000002</c:v>
                </c:pt>
                <c:pt idx="12138">
                  <c:v>3.20695</c:v>
                </c:pt>
                <c:pt idx="12139">
                  <c:v>3.2072500000000002</c:v>
                </c:pt>
                <c:pt idx="12140">
                  <c:v>3.20756</c:v>
                </c:pt>
                <c:pt idx="12141">
                  <c:v>3.2078600000000002</c:v>
                </c:pt>
                <c:pt idx="12142">
                  <c:v>3.20817</c:v>
                </c:pt>
                <c:pt idx="12143">
                  <c:v>3.2084700000000002</c:v>
                </c:pt>
                <c:pt idx="12144">
                  <c:v>3.20878</c:v>
                </c:pt>
                <c:pt idx="12145">
                  <c:v>3.2090800000000002</c:v>
                </c:pt>
                <c:pt idx="12146">
                  <c:v>3.20939</c:v>
                </c:pt>
                <c:pt idx="12147">
                  <c:v>3.2096900000000002</c:v>
                </c:pt>
                <c:pt idx="12148">
                  <c:v>3.21</c:v>
                </c:pt>
                <c:pt idx="12149">
                  <c:v>3.2103100000000002</c:v>
                </c:pt>
                <c:pt idx="12150">
                  <c:v>3.21061</c:v>
                </c:pt>
                <c:pt idx="12151">
                  <c:v>3.2109200000000002</c:v>
                </c:pt>
                <c:pt idx="12152">
                  <c:v>3.21122</c:v>
                </c:pt>
                <c:pt idx="12153">
                  <c:v>3.2115300000000002</c:v>
                </c:pt>
                <c:pt idx="12154">
                  <c:v>3.21183</c:v>
                </c:pt>
                <c:pt idx="12155">
                  <c:v>3.2121400000000002</c:v>
                </c:pt>
                <c:pt idx="12156">
                  <c:v>3.21244</c:v>
                </c:pt>
                <c:pt idx="12157">
                  <c:v>3.2127500000000002</c:v>
                </c:pt>
                <c:pt idx="12158">
                  <c:v>3.21305</c:v>
                </c:pt>
                <c:pt idx="12159">
                  <c:v>3.2133600000000002</c:v>
                </c:pt>
                <c:pt idx="12160">
                  <c:v>3.21366</c:v>
                </c:pt>
                <c:pt idx="12161">
                  <c:v>3.2139700000000002</c:v>
                </c:pt>
                <c:pt idx="12162">
                  <c:v>3.21428</c:v>
                </c:pt>
                <c:pt idx="12163">
                  <c:v>3.2145800000000002</c:v>
                </c:pt>
                <c:pt idx="12164">
                  <c:v>3.21489</c:v>
                </c:pt>
                <c:pt idx="12165">
                  <c:v>3.2151900000000002</c:v>
                </c:pt>
                <c:pt idx="12166">
                  <c:v>3.2155</c:v>
                </c:pt>
                <c:pt idx="12167">
                  <c:v>3.2158000000000002</c:v>
                </c:pt>
                <c:pt idx="12168">
                  <c:v>3.21611</c:v>
                </c:pt>
                <c:pt idx="12169">
                  <c:v>3.2164100000000002</c:v>
                </c:pt>
                <c:pt idx="12170">
                  <c:v>3.21672</c:v>
                </c:pt>
                <c:pt idx="12171">
                  <c:v>3.2170200000000002</c:v>
                </c:pt>
                <c:pt idx="12172">
                  <c:v>3.21733</c:v>
                </c:pt>
                <c:pt idx="12173">
                  <c:v>3.2176300000000002</c:v>
                </c:pt>
                <c:pt idx="12174">
                  <c:v>3.21794</c:v>
                </c:pt>
                <c:pt idx="12175">
                  <c:v>3.2182499999999998</c:v>
                </c:pt>
                <c:pt idx="12176">
                  <c:v>3.21855</c:v>
                </c:pt>
                <c:pt idx="12177">
                  <c:v>3.2188599999999998</c:v>
                </c:pt>
                <c:pt idx="12178">
                  <c:v>3.21916</c:v>
                </c:pt>
                <c:pt idx="12179">
                  <c:v>3.2194699999999998</c:v>
                </c:pt>
                <c:pt idx="12180">
                  <c:v>3.21977</c:v>
                </c:pt>
                <c:pt idx="12181">
                  <c:v>3.2200799999999998</c:v>
                </c:pt>
                <c:pt idx="12182">
                  <c:v>3.22038</c:v>
                </c:pt>
                <c:pt idx="12183">
                  <c:v>3.2206899999999998</c:v>
                </c:pt>
                <c:pt idx="12184">
                  <c:v>3.22099</c:v>
                </c:pt>
                <c:pt idx="12185">
                  <c:v>3.2212999999999998</c:v>
                </c:pt>
                <c:pt idx="12186">
                  <c:v>3.2216</c:v>
                </c:pt>
                <c:pt idx="12187">
                  <c:v>3.2219099999999998</c:v>
                </c:pt>
                <c:pt idx="12188">
                  <c:v>3.2222200000000001</c:v>
                </c:pt>
                <c:pt idx="12189">
                  <c:v>3.2225199999999998</c:v>
                </c:pt>
                <c:pt idx="12190">
                  <c:v>3.2228300000000001</c:v>
                </c:pt>
                <c:pt idx="12191">
                  <c:v>3.2231299999999998</c:v>
                </c:pt>
                <c:pt idx="12192">
                  <c:v>3.2234400000000001</c:v>
                </c:pt>
                <c:pt idx="12193">
                  <c:v>3.2237399999999998</c:v>
                </c:pt>
                <c:pt idx="12194">
                  <c:v>3.2240500000000001</c:v>
                </c:pt>
                <c:pt idx="12195">
                  <c:v>3.2243499999999998</c:v>
                </c:pt>
                <c:pt idx="12196">
                  <c:v>3.2246600000000001</c:v>
                </c:pt>
                <c:pt idx="12197">
                  <c:v>3.2249599999999998</c:v>
                </c:pt>
                <c:pt idx="12198">
                  <c:v>3.2252700000000001</c:v>
                </c:pt>
                <c:pt idx="12199">
                  <c:v>3.2255799999999999</c:v>
                </c:pt>
                <c:pt idx="12200">
                  <c:v>3.2258800000000001</c:v>
                </c:pt>
                <c:pt idx="12201">
                  <c:v>3.2261899999999999</c:v>
                </c:pt>
                <c:pt idx="12202">
                  <c:v>3.2264900000000001</c:v>
                </c:pt>
                <c:pt idx="12203">
                  <c:v>3.2267999999999999</c:v>
                </c:pt>
                <c:pt idx="12204">
                  <c:v>3.2271000000000001</c:v>
                </c:pt>
                <c:pt idx="12205">
                  <c:v>3.2274099999999999</c:v>
                </c:pt>
                <c:pt idx="12206">
                  <c:v>3.2277100000000001</c:v>
                </c:pt>
                <c:pt idx="12207">
                  <c:v>3.2280199999999999</c:v>
                </c:pt>
                <c:pt idx="12208">
                  <c:v>3.2283200000000001</c:v>
                </c:pt>
                <c:pt idx="12209">
                  <c:v>3.2286299999999999</c:v>
                </c:pt>
                <c:pt idx="12210">
                  <c:v>3.2289300000000001</c:v>
                </c:pt>
                <c:pt idx="12211">
                  <c:v>3.2292399999999999</c:v>
                </c:pt>
                <c:pt idx="12212">
                  <c:v>3.2295500000000001</c:v>
                </c:pt>
                <c:pt idx="12213">
                  <c:v>3.2298499999999999</c:v>
                </c:pt>
                <c:pt idx="12214">
                  <c:v>3.2301600000000001</c:v>
                </c:pt>
                <c:pt idx="12215">
                  <c:v>3.2304599999999999</c:v>
                </c:pt>
                <c:pt idx="12216">
                  <c:v>3.2307700000000001</c:v>
                </c:pt>
                <c:pt idx="12217">
                  <c:v>3.2310699999999999</c:v>
                </c:pt>
                <c:pt idx="12218">
                  <c:v>3.2313800000000001</c:v>
                </c:pt>
                <c:pt idx="12219">
                  <c:v>3.2316799999999999</c:v>
                </c:pt>
                <c:pt idx="12220">
                  <c:v>3.2319900000000001</c:v>
                </c:pt>
                <c:pt idx="12221">
                  <c:v>3.2322899999999999</c:v>
                </c:pt>
                <c:pt idx="12222">
                  <c:v>3.2326000000000001</c:v>
                </c:pt>
                <c:pt idx="12223">
                  <c:v>3.2328999999999999</c:v>
                </c:pt>
                <c:pt idx="12224">
                  <c:v>3.2332100000000001</c:v>
                </c:pt>
                <c:pt idx="12225">
                  <c:v>3.2335199999999999</c:v>
                </c:pt>
                <c:pt idx="12226">
                  <c:v>3.2338200000000001</c:v>
                </c:pt>
                <c:pt idx="12227">
                  <c:v>3.2341299999999999</c:v>
                </c:pt>
                <c:pt idx="12228">
                  <c:v>3.2344300000000001</c:v>
                </c:pt>
                <c:pt idx="12229">
                  <c:v>3.2347399999999999</c:v>
                </c:pt>
                <c:pt idx="12230">
                  <c:v>3.2350400000000001</c:v>
                </c:pt>
                <c:pt idx="12231">
                  <c:v>3.2353499999999999</c:v>
                </c:pt>
                <c:pt idx="12232">
                  <c:v>3.2356500000000001</c:v>
                </c:pt>
                <c:pt idx="12233">
                  <c:v>3.2359599999999999</c:v>
                </c:pt>
                <c:pt idx="12234">
                  <c:v>3.2362600000000001</c:v>
                </c:pt>
                <c:pt idx="12235">
                  <c:v>3.2365699999999999</c:v>
                </c:pt>
                <c:pt idx="12236">
                  <c:v>3.2368700000000001</c:v>
                </c:pt>
                <c:pt idx="12237">
                  <c:v>3.2371799999999999</c:v>
                </c:pt>
                <c:pt idx="12238">
                  <c:v>3.2374900000000002</c:v>
                </c:pt>
                <c:pt idx="12239">
                  <c:v>3.2377899999999999</c:v>
                </c:pt>
                <c:pt idx="12240">
                  <c:v>3.2381000000000002</c:v>
                </c:pt>
                <c:pt idx="12241">
                  <c:v>3.2383999999999999</c:v>
                </c:pt>
                <c:pt idx="12242">
                  <c:v>3.2387100000000002</c:v>
                </c:pt>
                <c:pt idx="12243">
                  <c:v>3.2390099999999999</c:v>
                </c:pt>
                <c:pt idx="12244">
                  <c:v>3.2393200000000002</c:v>
                </c:pt>
                <c:pt idx="12245">
                  <c:v>3.2396199999999999</c:v>
                </c:pt>
                <c:pt idx="12246">
                  <c:v>3.2399300000000002</c:v>
                </c:pt>
                <c:pt idx="12247">
                  <c:v>3.2402299999999999</c:v>
                </c:pt>
                <c:pt idx="12248">
                  <c:v>3.2405400000000002</c:v>
                </c:pt>
                <c:pt idx="12249">
                  <c:v>3.2408399999999999</c:v>
                </c:pt>
                <c:pt idx="12250">
                  <c:v>3.2411500000000002</c:v>
                </c:pt>
                <c:pt idx="12251">
                  <c:v>3.24146</c:v>
                </c:pt>
                <c:pt idx="12252">
                  <c:v>3.2417600000000002</c:v>
                </c:pt>
                <c:pt idx="12253">
                  <c:v>3.24207</c:v>
                </c:pt>
                <c:pt idx="12254">
                  <c:v>3.2423700000000002</c:v>
                </c:pt>
                <c:pt idx="12255">
                  <c:v>3.24268</c:v>
                </c:pt>
                <c:pt idx="12256">
                  <c:v>3.2429800000000002</c:v>
                </c:pt>
                <c:pt idx="12257">
                  <c:v>3.24329</c:v>
                </c:pt>
                <c:pt idx="12258">
                  <c:v>3.2435900000000002</c:v>
                </c:pt>
                <c:pt idx="12259">
                  <c:v>3.2439</c:v>
                </c:pt>
                <c:pt idx="12260">
                  <c:v>3.2442000000000002</c:v>
                </c:pt>
                <c:pt idx="12261">
                  <c:v>3.24451</c:v>
                </c:pt>
                <c:pt idx="12262">
                  <c:v>3.2448199999999998</c:v>
                </c:pt>
                <c:pt idx="12263">
                  <c:v>3.24512</c:v>
                </c:pt>
                <c:pt idx="12264">
                  <c:v>3.2454299999999998</c:v>
                </c:pt>
                <c:pt idx="12265">
                  <c:v>3.24573</c:v>
                </c:pt>
                <c:pt idx="12266">
                  <c:v>3.2460399999999998</c:v>
                </c:pt>
                <c:pt idx="12267">
                  <c:v>3.24634</c:v>
                </c:pt>
                <c:pt idx="12268">
                  <c:v>3.2466499999999998</c:v>
                </c:pt>
                <c:pt idx="12269">
                  <c:v>3.24695</c:v>
                </c:pt>
                <c:pt idx="12270">
                  <c:v>3.2472599999999998</c:v>
                </c:pt>
                <c:pt idx="12271">
                  <c:v>3.24756</c:v>
                </c:pt>
                <c:pt idx="12272">
                  <c:v>3.2478699999999998</c:v>
                </c:pt>
                <c:pt idx="12273">
                  <c:v>3.24817</c:v>
                </c:pt>
                <c:pt idx="12274">
                  <c:v>3.2484799999999998</c:v>
                </c:pt>
                <c:pt idx="12275">
                  <c:v>3.2487900000000001</c:v>
                </c:pt>
                <c:pt idx="12276">
                  <c:v>3.2490899999999998</c:v>
                </c:pt>
                <c:pt idx="12277">
                  <c:v>3.2494000000000001</c:v>
                </c:pt>
                <c:pt idx="12278">
                  <c:v>3.2496999999999998</c:v>
                </c:pt>
                <c:pt idx="12279">
                  <c:v>3.2500100000000001</c:v>
                </c:pt>
                <c:pt idx="12280">
                  <c:v>3.2503099999999998</c:v>
                </c:pt>
                <c:pt idx="12281">
                  <c:v>3.2506200000000001</c:v>
                </c:pt>
                <c:pt idx="12282">
                  <c:v>3.2509199999999998</c:v>
                </c:pt>
                <c:pt idx="12283">
                  <c:v>3.2512300000000001</c:v>
                </c:pt>
                <c:pt idx="12284">
                  <c:v>3.2515299999999998</c:v>
                </c:pt>
                <c:pt idx="12285">
                  <c:v>3.2518400000000001</c:v>
                </c:pt>
                <c:pt idx="12286">
                  <c:v>3.2521399999999998</c:v>
                </c:pt>
                <c:pt idx="12287">
                  <c:v>3.2524500000000001</c:v>
                </c:pt>
                <c:pt idx="12288">
                  <c:v>3.2527599999999999</c:v>
                </c:pt>
                <c:pt idx="12289">
                  <c:v>3.2530600000000001</c:v>
                </c:pt>
                <c:pt idx="12290">
                  <c:v>3.2533699999999999</c:v>
                </c:pt>
                <c:pt idx="12291">
                  <c:v>3.2536700000000001</c:v>
                </c:pt>
                <c:pt idx="12292">
                  <c:v>3.2539799999999999</c:v>
                </c:pt>
                <c:pt idx="12293">
                  <c:v>3.2542800000000001</c:v>
                </c:pt>
                <c:pt idx="12294">
                  <c:v>3.2545899999999999</c:v>
                </c:pt>
                <c:pt idx="12295">
                  <c:v>3.2548900000000001</c:v>
                </c:pt>
                <c:pt idx="12296">
                  <c:v>3.2551999999999999</c:v>
                </c:pt>
                <c:pt idx="12297">
                  <c:v>3.2555000000000001</c:v>
                </c:pt>
                <c:pt idx="12298">
                  <c:v>3.2558099999999999</c:v>
                </c:pt>
                <c:pt idx="12299">
                  <c:v>3.2561100000000001</c:v>
                </c:pt>
                <c:pt idx="12300">
                  <c:v>3.2564199999999999</c:v>
                </c:pt>
                <c:pt idx="12301">
                  <c:v>3.2567300000000001</c:v>
                </c:pt>
                <c:pt idx="12302">
                  <c:v>3.2570299999999999</c:v>
                </c:pt>
                <c:pt idx="12303">
                  <c:v>3.2573400000000001</c:v>
                </c:pt>
                <c:pt idx="12304">
                  <c:v>3.2576399999999999</c:v>
                </c:pt>
                <c:pt idx="12305">
                  <c:v>3.2579500000000001</c:v>
                </c:pt>
                <c:pt idx="12306">
                  <c:v>3.2582499999999999</c:v>
                </c:pt>
                <c:pt idx="12307">
                  <c:v>3.2585600000000001</c:v>
                </c:pt>
                <c:pt idx="12308">
                  <c:v>3.2588599999999999</c:v>
                </c:pt>
                <c:pt idx="12309">
                  <c:v>3.2591700000000001</c:v>
                </c:pt>
                <c:pt idx="12310">
                  <c:v>3.2594699999999999</c:v>
                </c:pt>
                <c:pt idx="12311">
                  <c:v>3.2597800000000001</c:v>
                </c:pt>
                <c:pt idx="12312">
                  <c:v>3.2600899999999999</c:v>
                </c:pt>
                <c:pt idx="12313">
                  <c:v>3.2603900000000001</c:v>
                </c:pt>
                <c:pt idx="12314">
                  <c:v>3.2606999999999999</c:v>
                </c:pt>
                <c:pt idx="12315">
                  <c:v>3.2610000000000001</c:v>
                </c:pt>
                <c:pt idx="12316">
                  <c:v>3.2613099999999999</c:v>
                </c:pt>
                <c:pt idx="12317">
                  <c:v>3.2616100000000001</c:v>
                </c:pt>
                <c:pt idx="12318">
                  <c:v>3.2619199999999999</c:v>
                </c:pt>
                <c:pt idx="12319">
                  <c:v>3.2622200000000001</c:v>
                </c:pt>
                <c:pt idx="12320">
                  <c:v>3.2625299999999999</c:v>
                </c:pt>
                <c:pt idx="12321">
                  <c:v>3.2628300000000001</c:v>
                </c:pt>
                <c:pt idx="12322">
                  <c:v>3.2631399999999999</c:v>
                </c:pt>
                <c:pt idx="12323">
                  <c:v>3.2634400000000001</c:v>
                </c:pt>
                <c:pt idx="12324">
                  <c:v>3.2637499999999999</c:v>
                </c:pt>
                <c:pt idx="12325">
                  <c:v>3.2640600000000002</c:v>
                </c:pt>
                <c:pt idx="12326">
                  <c:v>3.2643599999999999</c:v>
                </c:pt>
                <c:pt idx="12327">
                  <c:v>3.2646700000000002</c:v>
                </c:pt>
                <c:pt idx="12328">
                  <c:v>3.2649699999999999</c:v>
                </c:pt>
                <c:pt idx="12329">
                  <c:v>3.2652800000000002</c:v>
                </c:pt>
                <c:pt idx="12330">
                  <c:v>3.2655799999999999</c:v>
                </c:pt>
                <c:pt idx="12331">
                  <c:v>3.2658900000000002</c:v>
                </c:pt>
                <c:pt idx="12332">
                  <c:v>3.2661899999999999</c:v>
                </c:pt>
                <c:pt idx="12333">
                  <c:v>3.2665000000000002</c:v>
                </c:pt>
                <c:pt idx="12334">
                  <c:v>3.2667999999999999</c:v>
                </c:pt>
                <c:pt idx="12335">
                  <c:v>3.2671100000000002</c:v>
                </c:pt>
                <c:pt idx="12336">
                  <c:v>3.2674099999999999</c:v>
                </c:pt>
                <c:pt idx="12337">
                  <c:v>3.2677200000000002</c:v>
                </c:pt>
                <c:pt idx="12338">
                  <c:v>3.26803</c:v>
                </c:pt>
                <c:pt idx="12339">
                  <c:v>3.2683300000000002</c:v>
                </c:pt>
                <c:pt idx="12340">
                  <c:v>3.26864</c:v>
                </c:pt>
                <c:pt idx="12341">
                  <c:v>3.2689400000000002</c:v>
                </c:pt>
                <c:pt idx="12342">
                  <c:v>3.26925</c:v>
                </c:pt>
                <c:pt idx="12343">
                  <c:v>3.2695500000000002</c:v>
                </c:pt>
                <c:pt idx="12344">
                  <c:v>3.26986</c:v>
                </c:pt>
                <c:pt idx="12345">
                  <c:v>3.2701600000000002</c:v>
                </c:pt>
                <c:pt idx="12346">
                  <c:v>3.27047</c:v>
                </c:pt>
                <c:pt idx="12347">
                  <c:v>3.2707700000000002</c:v>
                </c:pt>
                <c:pt idx="12348">
                  <c:v>3.27108</c:v>
                </c:pt>
                <c:pt idx="12349">
                  <c:v>3.2713800000000002</c:v>
                </c:pt>
                <c:pt idx="12350">
                  <c:v>3.27169</c:v>
                </c:pt>
                <c:pt idx="12351">
                  <c:v>3.2719999999999998</c:v>
                </c:pt>
                <c:pt idx="12352">
                  <c:v>3.2723</c:v>
                </c:pt>
                <c:pt idx="12353">
                  <c:v>3.2726099999999998</c:v>
                </c:pt>
                <c:pt idx="12354">
                  <c:v>3.27291</c:v>
                </c:pt>
                <c:pt idx="12355">
                  <c:v>3.2732199999999998</c:v>
                </c:pt>
                <c:pt idx="12356">
                  <c:v>3.27352</c:v>
                </c:pt>
                <c:pt idx="12357">
                  <c:v>3.2738299999999998</c:v>
                </c:pt>
                <c:pt idx="12358">
                  <c:v>3.27413</c:v>
                </c:pt>
                <c:pt idx="12359">
                  <c:v>3.2744399999999998</c:v>
                </c:pt>
                <c:pt idx="12360">
                  <c:v>3.27474</c:v>
                </c:pt>
                <c:pt idx="12361">
                  <c:v>3.2750499999999998</c:v>
                </c:pt>
                <c:pt idx="12362">
                  <c:v>3.27535</c:v>
                </c:pt>
                <c:pt idx="12363">
                  <c:v>3.2756599999999998</c:v>
                </c:pt>
                <c:pt idx="12364">
                  <c:v>3.27597</c:v>
                </c:pt>
                <c:pt idx="12365">
                  <c:v>3.2762699999999998</c:v>
                </c:pt>
                <c:pt idx="12366">
                  <c:v>3.27658</c:v>
                </c:pt>
                <c:pt idx="12367">
                  <c:v>3.2768799999999998</c:v>
                </c:pt>
                <c:pt idx="12368">
                  <c:v>3.27719</c:v>
                </c:pt>
                <c:pt idx="12369">
                  <c:v>3.2774899999999998</c:v>
                </c:pt>
                <c:pt idx="12370">
                  <c:v>3.2778</c:v>
                </c:pt>
                <c:pt idx="12371">
                  <c:v>3.2780999999999998</c:v>
                </c:pt>
                <c:pt idx="12372">
                  <c:v>3.27841</c:v>
                </c:pt>
                <c:pt idx="12373">
                  <c:v>3.2787099999999998</c:v>
                </c:pt>
                <c:pt idx="12374">
                  <c:v>3.27902</c:v>
                </c:pt>
                <c:pt idx="12375">
                  <c:v>3.2793299999999999</c:v>
                </c:pt>
                <c:pt idx="12376">
                  <c:v>3.27963</c:v>
                </c:pt>
                <c:pt idx="12377">
                  <c:v>3.2799399999999999</c:v>
                </c:pt>
                <c:pt idx="12378">
                  <c:v>3.28024</c:v>
                </c:pt>
                <c:pt idx="12379">
                  <c:v>3.2805499999999999</c:v>
                </c:pt>
                <c:pt idx="12380">
                  <c:v>3.28085</c:v>
                </c:pt>
                <c:pt idx="12381">
                  <c:v>3.2811599999999999</c:v>
                </c:pt>
                <c:pt idx="12382">
                  <c:v>3.28146</c:v>
                </c:pt>
                <c:pt idx="12383">
                  <c:v>3.2817699999999999</c:v>
                </c:pt>
                <c:pt idx="12384">
                  <c:v>3.28207</c:v>
                </c:pt>
                <c:pt idx="12385">
                  <c:v>3.2823799999999999</c:v>
                </c:pt>
                <c:pt idx="12386">
                  <c:v>3.28268</c:v>
                </c:pt>
                <c:pt idx="12387">
                  <c:v>3.2829899999999999</c:v>
                </c:pt>
                <c:pt idx="12388">
                  <c:v>3.2833000000000001</c:v>
                </c:pt>
                <c:pt idx="12389">
                  <c:v>3.2835999999999999</c:v>
                </c:pt>
                <c:pt idx="12390">
                  <c:v>3.2839100000000001</c:v>
                </c:pt>
                <c:pt idx="12391">
                  <c:v>3.2842099999999999</c:v>
                </c:pt>
                <c:pt idx="12392">
                  <c:v>3.2845200000000001</c:v>
                </c:pt>
                <c:pt idx="12393">
                  <c:v>3.2848199999999999</c:v>
                </c:pt>
                <c:pt idx="12394">
                  <c:v>3.2851300000000001</c:v>
                </c:pt>
                <c:pt idx="12395">
                  <c:v>3.2854299999999999</c:v>
                </c:pt>
                <c:pt idx="12396">
                  <c:v>3.2857400000000001</c:v>
                </c:pt>
                <c:pt idx="12397">
                  <c:v>3.2860399999999998</c:v>
                </c:pt>
                <c:pt idx="12398">
                  <c:v>3.2863500000000001</c:v>
                </c:pt>
                <c:pt idx="12399">
                  <c:v>3.2866499999999998</c:v>
                </c:pt>
                <c:pt idx="12400">
                  <c:v>3.2869600000000001</c:v>
                </c:pt>
                <c:pt idx="12401">
                  <c:v>3.2872699999999999</c:v>
                </c:pt>
                <c:pt idx="12402">
                  <c:v>3.2875700000000001</c:v>
                </c:pt>
                <c:pt idx="12403">
                  <c:v>3.2878799999999999</c:v>
                </c:pt>
                <c:pt idx="12404">
                  <c:v>3.2881800000000001</c:v>
                </c:pt>
                <c:pt idx="12405">
                  <c:v>3.2884899999999999</c:v>
                </c:pt>
                <c:pt idx="12406">
                  <c:v>3.2887900000000001</c:v>
                </c:pt>
                <c:pt idx="12407">
                  <c:v>3.2890999999999999</c:v>
                </c:pt>
                <c:pt idx="12408">
                  <c:v>3.2894000000000001</c:v>
                </c:pt>
                <c:pt idx="12409">
                  <c:v>3.2897099999999999</c:v>
                </c:pt>
                <c:pt idx="12410">
                  <c:v>3.2900100000000001</c:v>
                </c:pt>
                <c:pt idx="12411">
                  <c:v>3.2903199999999999</c:v>
                </c:pt>
                <c:pt idx="12412">
                  <c:v>3.2906200000000001</c:v>
                </c:pt>
                <c:pt idx="12413">
                  <c:v>3.2909299999999999</c:v>
                </c:pt>
                <c:pt idx="12414">
                  <c:v>3.2912400000000002</c:v>
                </c:pt>
                <c:pt idx="12415">
                  <c:v>3.2915399999999999</c:v>
                </c:pt>
                <c:pt idx="12416">
                  <c:v>3.2918500000000002</c:v>
                </c:pt>
                <c:pt idx="12417">
                  <c:v>3.2921499999999999</c:v>
                </c:pt>
                <c:pt idx="12418">
                  <c:v>3.2924600000000002</c:v>
                </c:pt>
                <c:pt idx="12419">
                  <c:v>3.2927599999999999</c:v>
                </c:pt>
                <c:pt idx="12420">
                  <c:v>3.2930700000000002</c:v>
                </c:pt>
                <c:pt idx="12421">
                  <c:v>3.2933699999999999</c:v>
                </c:pt>
                <c:pt idx="12422">
                  <c:v>3.2936800000000002</c:v>
                </c:pt>
                <c:pt idx="12423">
                  <c:v>3.2939799999999999</c:v>
                </c:pt>
                <c:pt idx="12424">
                  <c:v>3.2942900000000002</c:v>
                </c:pt>
                <c:pt idx="12425">
                  <c:v>3.2945899999999999</c:v>
                </c:pt>
                <c:pt idx="12426">
                  <c:v>3.2949000000000002</c:v>
                </c:pt>
                <c:pt idx="12427">
                  <c:v>3.29521</c:v>
                </c:pt>
                <c:pt idx="12428">
                  <c:v>3.2955100000000002</c:v>
                </c:pt>
                <c:pt idx="12429">
                  <c:v>3.29582</c:v>
                </c:pt>
                <c:pt idx="12430">
                  <c:v>3.2961200000000002</c:v>
                </c:pt>
                <c:pt idx="12431">
                  <c:v>3.29643</c:v>
                </c:pt>
                <c:pt idx="12432">
                  <c:v>3.2967300000000002</c:v>
                </c:pt>
                <c:pt idx="12433">
                  <c:v>3.29704</c:v>
                </c:pt>
                <c:pt idx="12434">
                  <c:v>3.2973400000000002</c:v>
                </c:pt>
                <c:pt idx="12435">
                  <c:v>3.29765</c:v>
                </c:pt>
                <c:pt idx="12436">
                  <c:v>3.2979500000000002</c:v>
                </c:pt>
                <c:pt idx="12437">
                  <c:v>3.29826</c:v>
                </c:pt>
                <c:pt idx="12438">
                  <c:v>3.2985699999999998</c:v>
                </c:pt>
                <c:pt idx="12439">
                  <c:v>3.29887</c:v>
                </c:pt>
                <c:pt idx="12440">
                  <c:v>3.2991799999999998</c:v>
                </c:pt>
                <c:pt idx="12441">
                  <c:v>3.29948</c:v>
                </c:pt>
                <c:pt idx="12442">
                  <c:v>3.2997899999999998</c:v>
                </c:pt>
                <c:pt idx="12443">
                  <c:v>3.30009</c:v>
                </c:pt>
                <c:pt idx="12444">
                  <c:v>3.3003999999999998</c:v>
                </c:pt>
                <c:pt idx="12445">
                  <c:v>3.3007</c:v>
                </c:pt>
                <c:pt idx="12446">
                  <c:v>3.3010100000000002</c:v>
                </c:pt>
                <c:pt idx="12447">
                  <c:v>3.30131</c:v>
                </c:pt>
                <c:pt idx="12448">
                  <c:v>3.3016200000000002</c:v>
                </c:pt>
                <c:pt idx="12449">
                  <c:v>3.30192</c:v>
                </c:pt>
                <c:pt idx="12450">
                  <c:v>3.3022300000000002</c:v>
                </c:pt>
                <c:pt idx="12451">
                  <c:v>3.30254</c:v>
                </c:pt>
                <c:pt idx="12452">
                  <c:v>3.3028400000000002</c:v>
                </c:pt>
                <c:pt idx="12453">
                  <c:v>3.30315</c:v>
                </c:pt>
                <c:pt idx="12454">
                  <c:v>3.3034500000000002</c:v>
                </c:pt>
                <c:pt idx="12455">
                  <c:v>3.30376</c:v>
                </c:pt>
                <c:pt idx="12456">
                  <c:v>3.3040600000000002</c:v>
                </c:pt>
                <c:pt idx="12457">
                  <c:v>3.30437</c:v>
                </c:pt>
                <c:pt idx="12458">
                  <c:v>3.3046700000000002</c:v>
                </c:pt>
                <c:pt idx="12459">
                  <c:v>3.30498</c:v>
                </c:pt>
                <c:pt idx="12460">
                  <c:v>3.3052800000000002</c:v>
                </c:pt>
                <c:pt idx="12461">
                  <c:v>3.30559</c:v>
                </c:pt>
                <c:pt idx="12462">
                  <c:v>3.3058900000000002</c:v>
                </c:pt>
                <c:pt idx="12463">
                  <c:v>3.3062</c:v>
                </c:pt>
                <c:pt idx="12464">
                  <c:v>3.3065099999999998</c:v>
                </c:pt>
                <c:pt idx="12465">
                  <c:v>3.30681</c:v>
                </c:pt>
                <c:pt idx="12466">
                  <c:v>3.3071199999999998</c:v>
                </c:pt>
                <c:pt idx="12467">
                  <c:v>3.30742</c:v>
                </c:pt>
                <c:pt idx="12468">
                  <c:v>3.3077299999999998</c:v>
                </c:pt>
                <c:pt idx="12469">
                  <c:v>3.30803</c:v>
                </c:pt>
                <c:pt idx="12470">
                  <c:v>3.3083399999999998</c:v>
                </c:pt>
                <c:pt idx="12471">
                  <c:v>3.30864</c:v>
                </c:pt>
                <c:pt idx="12472">
                  <c:v>3.3089499999999998</c:v>
                </c:pt>
                <c:pt idx="12473">
                  <c:v>3.30925</c:v>
                </c:pt>
                <c:pt idx="12474">
                  <c:v>3.3095599999999998</c:v>
                </c:pt>
                <c:pt idx="12475">
                  <c:v>3.30986</c:v>
                </c:pt>
                <c:pt idx="12476">
                  <c:v>3.3101699999999998</c:v>
                </c:pt>
                <c:pt idx="12477">
                  <c:v>3.3104800000000001</c:v>
                </c:pt>
                <c:pt idx="12478">
                  <c:v>3.3107799999999998</c:v>
                </c:pt>
                <c:pt idx="12479">
                  <c:v>3.3110900000000001</c:v>
                </c:pt>
                <c:pt idx="12480">
                  <c:v>3.3113899999999998</c:v>
                </c:pt>
                <c:pt idx="12481">
                  <c:v>3.3117000000000001</c:v>
                </c:pt>
                <c:pt idx="12482">
                  <c:v>3.3119999999999998</c:v>
                </c:pt>
                <c:pt idx="12483">
                  <c:v>3.3123100000000001</c:v>
                </c:pt>
                <c:pt idx="12484">
                  <c:v>3.3126099999999998</c:v>
                </c:pt>
                <c:pt idx="12485">
                  <c:v>3.3129200000000001</c:v>
                </c:pt>
                <c:pt idx="12486">
                  <c:v>3.3132199999999998</c:v>
                </c:pt>
                <c:pt idx="12487">
                  <c:v>3.3135300000000001</c:v>
                </c:pt>
                <c:pt idx="12488">
                  <c:v>3.3138399999999999</c:v>
                </c:pt>
                <c:pt idx="12489">
                  <c:v>3.3141400000000001</c:v>
                </c:pt>
                <c:pt idx="12490">
                  <c:v>3.3144499999999999</c:v>
                </c:pt>
                <c:pt idx="12491">
                  <c:v>3.3147500000000001</c:v>
                </c:pt>
                <c:pt idx="12492">
                  <c:v>3.3150599999999999</c:v>
                </c:pt>
                <c:pt idx="12493">
                  <c:v>3.3153600000000001</c:v>
                </c:pt>
                <c:pt idx="12494">
                  <c:v>3.3156699999999999</c:v>
                </c:pt>
                <c:pt idx="12495">
                  <c:v>3.3159700000000001</c:v>
                </c:pt>
                <c:pt idx="12496">
                  <c:v>3.3162799999999999</c:v>
                </c:pt>
                <c:pt idx="12497">
                  <c:v>3.3165800000000001</c:v>
                </c:pt>
                <c:pt idx="12498">
                  <c:v>3.3168899999999999</c:v>
                </c:pt>
                <c:pt idx="12499">
                  <c:v>3.3171900000000001</c:v>
                </c:pt>
                <c:pt idx="12500">
                  <c:v>3.3174999999999999</c:v>
                </c:pt>
                <c:pt idx="12501">
                  <c:v>3.3178100000000001</c:v>
                </c:pt>
                <c:pt idx="12502">
                  <c:v>3.3181099999999999</c:v>
                </c:pt>
                <c:pt idx="12503">
                  <c:v>3.3184200000000001</c:v>
                </c:pt>
                <c:pt idx="12504">
                  <c:v>3.3187199999999999</c:v>
                </c:pt>
                <c:pt idx="12505">
                  <c:v>3.3190300000000001</c:v>
                </c:pt>
                <c:pt idx="12506">
                  <c:v>3.3193299999999999</c:v>
                </c:pt>
                <c:pt idx="12507">
                  <c:v>3.3196400000000001</c:v>
                </c:pt>
                <c:pt idx="12508">
                  <c:v>3.3199399999999999</c:v>
                </c:pt>
                <c:pt idx="12509">
                  <c:v>3.3202500000000001</c:v>
                </c:pt>
                <c:pt idx="12510">
                  <c:v>3.3205499999999999</c:v>
                </c:pt>
                <c:pt idx="12511">
                  <c:v>3.3208600000000001</c:v>
                </c:pt>
                <c:pt idx="12512">
                  <c:v>3.3211599999999999</c:v>
                </c:pt>
                <c:pt idx="12513">
                  <c:v>3.3214700000000001</c:v>
                </c:pt>
                <c:pt idx="12514">
                  <c:v>3.32178</c:v>
                </c:pt>
                <c:pt idx="12515">
                  <c:v>3.3220800000000001</c:v>
                </c:pt>
                <c:pt idx="12516">
                  <c:v>3.32239</c:v>
                </c:pt>
                <c:pt idx="12517">
                  <c:v>3.3226900000000001</c:v>
                </c:pt>
                <c:pt idx="12518">
                  <c:v>3.323</c:v>
                </c:pt>
                <c:pt idx="12519">
                  <c:v>3.3233000000000001</c:v>
                </c:pt>
                <c:pt idx="12520">
                  <c:v>3.32361</c:v>
                </c:pt>
                <c:pt idx="12521">
                  <c:v>3.3239100000000001</c:v>
                </c:pt>
                <c:pt idx="12522">
                  <c:v>3.32422</c:v>
                </c:pt>
                <c:pt idx="12523">
                  <c:v>3.3245200000000001</c:v>
                </c:pt>
                <c:pt idx="12524">
                  <c:v>3.32483</c:v>
                </c:pt>
                <c:pt idx="12525">
                  <c:v>3.3251300000000001</c:v>
                </c:pt>
                <c:pt idx="12526">
                  <c:v>3.32544</c:v>
                </c:pt>
                <c:pt idx="12527">
                  <c:v>3.3257500000000002</c:v>
                </c:pt>
                <c:pt idx="12528">
                  <c:v>3.32605</c:v>
                </c:pt>
                <c:pt idx="12529">
                  <c:v>3.3263600000000002</c:v>
                </c:pt>
                <c:pt idx="12530">
                  <c:v>3.32666</c:v>
                </c:pt>
                <c:pt idx="12531">
                  <c:v>3.3269700000000002</c:v>
                </c:pt>
                <c:pt idx="12532">
                  <c:v>3.3272699999999999</c:v>
                </c:pt>
                <c:pt idx="12533">
                  <c:v>3.3275800000000002</c:v>
                </c:pt>
                <c:pt idx="12534">
                  <c:v>3.3278799999999999</c:v>
                </c:pt>
                <c:pt idx="12535">
                  <c:v>3.3281900000000002</c:v>
                </c:pt>
                <c:pt idx="12536">
                  <c:v>3.3284899999999999</c:v>
                </c:pt>
                <c:pt idx="12537">
                  <c:v>3.3288000000000002</c:v>
                </c:pt>
                <c:pt idx="12538">
                  <c:v>3.3290999999999999</c:v>
                </c:pt>
                <c:pt idx="12539">
                  <c:v>3.3294100000000002</c:v>
                </c:pt>
                <c:pt idx="12540">
                  <c:v>3.32972</c:v>
                </c:pt>
                <c:pt idx="12541">
                  <c:v>3.3300200000000002</c:v>
                </c:pt>
                <c:pt idx="12542">
                  <c:v>3.33033</c:v>
                </c:pt>
                <c:pt idx="12543">
                  <c:v>3.3306300000000002</c:v>
                </c:pt>
                <c:pt idx="12544">
                  <c:v>3.33094</c:v>
                </c:pt>
                <c:pt idx="12545">
                  <c:v>3.3312400000000002</c:v>
                </c:pt>
                <c:pt idx="12546">
                  <c:v>3.33155</c:v>
                </c:pt>
                <c:pt idx="12547">
                  <c:v>3.3318500000000002</c:v>
                </c:pt>
                <c:pt idx="12548">
                  <c:v>3.33216</c:v>
                </c:pt>
                <c:pt idx="12549">
                  <c:v>3.3324600000000002</c:v>
                </c:pt>
                <c:pt idx="12550">
                  <c:v>3.33277</c:v>
                </c:pt>
                <c:pt idx="12551">
                  <c:v>3.3330799999999998</c:v>
                </c:pt>
                <c:pt idx="12552">
                  <c:v>3.33338</c:v>
                </c:pt>
                <c:pt idx="12553">
                  <c:v>3.3336899999999998</c:v>
                </c:pt>
                <c:pt idx="12554">
                  <c:v>3.33399</c:v>
                </c:pt>
                <c:pt idx="12555">
                  <c:v>3.3342999999999998</c:v>
                </c:pt>
                <c:pt idx="12556">
                  <c:v>3.3346</c:v>
                </c:pt>
                <c:pt idx="12557">
                  <c:v>3.3349099999999998</c:v>
                </c:pt>
                <c:pt idx="12558">
                  <c:v>3.33521</c:v>
                </c:pt>
                <c:pt idx="12559">
                  <c:v>3.3355199999999998</c:v>
                </c:pt>
                <c:pt idx="12560">
                  <c:v>3.33582</c:v>
                </c:pt>
                <c:pt idx="12561">
                  <c:v>3.3361299999999998</c:v>
                </c:pt>
                <c:pt idx="12562">
                  <c:v>3.33643</c:v>
                </c:pt>
                <c:pt idx="12563">
                  <c:v>3.3367399999999998</c:v>
                </c:pt>
                <c:pt idx="12564">
                  <c:v>3.3370500000000001</c:v>
                </c:pt>
                <c:pt idx="12565">
                  <c:v>3.3373499999999998</c:v>
                </c:pt>
                <c:pt idx="12566">
                  <c:v>3.3376600000000001</c:v>
                </c:pt>
                <c:pt idx="12567">
                  <c:v>3.3379599999999998</c:v>
                </c:pt>
                <c:pt idx="12568">
                  <c:v>3.3382700000000001</c:v>
                </c:pt>
                <c:pt idx="12569">
                  <c:v>3.3385699999999998</c:v>
                </c:pt>
                <c:pt idx="12570">
                  <c:v>3.3388800000000001</c:v>
                </c:pt>
                <c:pt idx="12571">
                  <c:v>3.3391799999999998</c:v>
                </c:pt>
                <c:pt idx="12572">
                  <c:v>3.3394900000000001</c:v>
                </c:pt>
                <c:pt idx="12573">
                  <c:v>3.3397899999999998</c:v>
                </c:pt>
                <c:pt idx="12574">
                  <c:v>3.3401000000000001</c:v>
                </c:pt>
                <c:pt idx="12575">
                  <c:v>3.3403999999999998</c:v>
                </c:pt>
                <c:pt idx="12576">
                  <c:v>3.3407100000000001</c:v>
                </c:pt>
                <c:pt idx="12577">
                  <c:v>3.3410199999999999</c:v>
                </c:pt>
                <c:pt idx="12578">
                  <c:v>3.3413200000000001</c:v>
                </c:pt>
                <c:pt idx="12579">
                  <c:v>3.3416299999999999</c:v>
                </c:pt>
                <c:pt idx="12580">
                  <c:v>3.3419300000000001</c:v>
                </c:pt>
                <c:pt idx="12581">
                  <c:v>3.3422399999999999</c:v>
                </c:pt>
                <c:pt idx="12582">
                  <c:v>3.3425400000000001</c:v>
                </c:pt>
                <c:pt idx="12583">
                  <c:v>3.3428499999999999</c:v>
                </c:pt>
                <c:pt idx="12584">
                  <c:v>3.3431500000000001</c:v>
                </c:pt>
                <c:pt idx="12585">
                  <c:v>3.3434599999999999</c:v>
                </c:pt>
                <c:pt idx="12586">
                  <c:v>3.3437600000000001</c:v>
                </c:pt>
                <c:pt idx="12587">
                  <c:v>3.3440699999999999</c:v>
                </c:pt>
                <c:pt idx="12588">
                  <c:v>3.3443700000000001</c:v>
                </c:pt>
                <c:pt idx="12589">
                  <c:v>3.3446799999999999</c:v>
                </c:pt>
                <c:pt idx="12590">
                  <c:v>3.3449900000000001</c:v>
                </c:pt>
                <c:pt idx="12591">
                  <c:v>3.3452899999999999</c:v>
                </c:pt>
                <c:pt idx="12592">
                  <c:v>3.3456000000000001</c:v>
                </c:pt>
                <c:pt idx="12593">
                  <c:v>3.3458999999999999</c:v>
                </c:pt>
                <c:pt idx="12594">
                  <c:v>3.3462100000000001</c:v>
                </c:pt>
                <c:pt idx="12595">
                  <c:v>3.3465099999999999</c:v>
                </c:pt>
                <c:pt idx="12596">
                  <c:v>3.3468200000000001</c:v>
                </c:pt>
                <c:pt idx="12597">
                  <c:v>3.3471199999999999</c:v>
                </c:pt>
                <c:pt idx="12598">
                  <c:v>3.3474300000000001</c:v>
                </c:pt>
                <c:pt idx="12599">
                  <c:v>3.3477299999999999</c:v>
                </c:pt>
                <c:pt idx="12600">
                  <c:v>3.3480400000000001</c:v>
                </c:pt>
                <c:pt idx="12601">
                  <c:v>3.3483399999999999</c:v>
                </c:pt>
                <c:pt idx="12602">
                  <c:v>3.3486500000000001</c:v>
                </c:pt>
                <c:pt idx="12603">
                  <c:v>3.3489599999999999</c:v>
                </c:pt>
                <c:pt idx="12604">
                  <c:v>3.3492600000000001</c:v>
                </c:pt>
                <c:pt idx="12605">
                  <c:v>3.3495699999999999</c:v>
                </c:pt>
                <c:pt idx="12606">
                  <c:v>3.3498700000000001</c:v>
                </c:pt>
                <c:pt idx="12607">
                  <c:v>3.3501799999999999</c:v>
                </c:pt>
                <c:pt idx="12608">
                  <c:v>3.3504800000000001</c:v>
                </c:pt>
                <c:pt idx="12609">
                  <c:v>3.3507899999999999</c:v>
                </c:pt>
                <c:pt idx="12610">
                  <c:v>3.3510900000000001</c:v>
                </c:pt>
                <c:pt idx="12611">
                  <c:v>3.3513999999999999</c:v>
                </c:pt>
                <c:pt idx="12612">
                  <c:v>3.3517000000000001</c:v>
                </c:pt>
                <c:pt idx="12613">
                  <c:v>3.3520099999999999</c:v>
                </c:pt>
                <c:pt idx="12614">
                  <c:v>3.3523200000000002</c:v>
                </c:pt>
                <c:pt idx="12615">
                  <c:v>3.3526199999999999</c:v>
                </c:pt>
                <c:pt idx="12616">
                  <c:v>3.3529300000000002</c:v>
                </c:pt>
                <c:pt idx="12617">
                  <c:v>3.3532299999999999</c:v>
                </c:pt>
                <c:pt idx="12618">
                  <c:v>3.3535400000000002</c:v>
                </c:pt>
                <c:pt idx="12619">
                  <c:v>3.3538399999999999</c:v>
                </c:pt>
                <c:pt idx="12620">
                  <c:v>3.3541500000000002</c:v>
                </c:pt>
                <c:pt idx="12621">
                  <c:v>3.3544499999999999</c:v>
                </c:pt>
                <c:pt idx="12622">
                  <c:v>3.3547600000000002</c:v>
                </c:pt>
                <c:pt idx="12623">
                  <c:v>3.3550599999999999</c:v>
                </c:pt>
                <c:pt idx="12624">
                  <c:v>3.3553700000000002</c:v>
                </c:pt>
                <c:pt idx="12625">
                  <c:v>3.3556699999999999</c:v>
                </c:pt>
                <c:pt idx="12626">
                  <c:v>3.3559800000000002</c:v>
                </c:pt>
                <c:pt idx="12627">
                  <c:v>3.35629</c:v>
                </c:pt>
                <c:pt idx="12628">
                  <c:v>3.3565900000000002</c:v>
                </c:pt>
                <c:pt idx="12629">
                  <c:v>3.3569</c:v>
                </c:pt>
                <c:pt idx="12630">
                  <c:v>3.3572000000000002</c:v>
                </c:pt>
                <c:pt idx="12631">
                  <c:v>3.35751</c:v>
                </c:pt>
                <c:pt idx="12632">
                  <c:v>3.3578100000000002</c:v>
                </c:pt>
                <c:pt idx="12633">
                  <c:v>3.35812</c:v>
                </c:pt>
                <c:pt idx="12634">
                  <c:v>3.3584200000000002</c:v>
                </c:pt>
                <c:pt idx="12635">
                  <c:v>3.35873</c:v>
                </c:pt>
                <c:pt idx="12636">
                  <c:v>3.3590300000000002</c:v>
                </c:pt>
                <c:pt idx="12637">
                  <c:v>3.35934</c:v>
                </c:pt>
                <c:pt idx="12638">
                  <c:v>3.3596400000000002</c:v>
                </c:pt>
                <c:pt idx="12639">
                  <c:v>3.35995</c:v>
                </c:pt>
                <c:pt idx="12640">
                  <c:v>3.3602599999999998</c:v>
                </c:pt>
                <c:pt idx="12641">
                  <c:v>3.36056</c:v>
                </c:pt>
                <c:pt idx="12642">
                  <c:v>3.3608699999999998</c:v>
                </c:pt>
                <c:pt idx="12643">
                  <c:v>3.36117</c:v>
                </c:pt>
                <c:pt idx="12644">
                  <c:v>3.3614799999999998</c:v>
                </c:pt>
                <c:pt idx="12645">
                  <c:v>3.36178</c:v>
                </c:pt>
                <c:pt idx="12646">
                  <c:v>3.3620899999999998</c:v>
                </c:pt>
                <c:pt idx="12647">
                  <c:v>3.36239</c:v>
                </c:pt>
                <c:pt idx="12648">
                  <c:v>3.3626999999999998</c:v>
                </c:pt>
                <c:pt idx="12649">
                  <c:v>3.363</c:v>
                </c:pt>
                <c:pt idx="12650">
                  <c:v>3.3633099999999998</c:v>
                </c:pt>
                <c:pt idx="12651">
                  <c:v>3.36361</c:v>
                </c:pt>
                <c:pt idx="12652">
                  <c:v>3.3639199999999998</c:v>
                </c:pt>
                <c:pt idx="12653">
                  <c:v>3.3642300000000001</c:v>
                </c:pt>
                <c:pt idx="12654">
                  <c:v>3.3645299999999998</c:v>
                </c:pt>
                <c:pt idx="12655">
                  <c:v>3.3648400000000001</c:v>
                </c:pt>
                <c:pt idx="12656">
                  <c:v>3.3651399999999998</c:v>
                </c:pt>
                <c:pt idx="12657">
                  <c:v>3.3654500000000001</c:v>
                </c:pt>
                <c:pt idx="12658">
                  <c:v>3.3657499999999998</c:v>
                </c:pt>
                <c:pt idx="12659">
                  <c:v>3.3660600000000001</c:v>
                </c:pt>
                <c:pt idx="12660">
                  <c:v>3.3663599999999998</c:v>
                </c:pt>
                <c:pt idx="12661">
                  <c:v>3.3666700000000001</c:v>
                </c:pt>
                <c:pt idx="12662">
                  <c:v>3.3669699999999998</c:v>
                </c:pt>
                <c:pt idx="12663">
                  <c:v>3.3672800000000001</c:v>
                </c:pt>
                <c:pt idx="12664">
                  <c:v>3.3675799999999998</c:v>
                </c:pt>
                <c:pt idx="12665">
                  <c:v>3.3678900000000001</c:v>
                </c:pt>
                <c:pt idx="12666">
                  <c:v>3.3681999999999999</c:v>
                </c:pt>
                <c:pt idx="12667">
                  <c:v>3.3685</c:v>
                </c:pt>
                <c:pt idx="12668">
                  <c:v>3.3688099999999999</c:v>
                </c:pt>
                <c:pt idx="12669">
                  <c:v>3.36911</c:v>
                </c:pt>
                <c:pt idx="12670">
                  <c:v>3.3694199999999999</c:v>
                </c:pt>
                <c:pt idx="12671">
                  <c:v>3.36972</c:v>
                </c:pt>
                <c:pt idx="12672">
                  <c:v>3.3700299999999999</c:v>
                </c:pt>
                <c:pt idx="12673">
                  <c:v>3.37033</c:v>
                </c:pt>
                <c:pt idx="12674">
                  <c:v>3.3706399999999999</c:v>
                </c:pt>
                <c:pt idx="12675">
                  <c:v>3.37094</c:v>
                </c:pt>
                <c:pt idx="12676">
                  <c:v>3.3712499999999999</c:v>
                </c:pt>
                <c:pt idx="12677">
                  <c:v>3.3715600000000001</c:v>
                </c:pt>
                <c:pt idx="12678">
                  <c:v>3.3718599999999999</c:v>
                </c:pt>
                <c:pt idx="12679">
                  <c:v>3.3721700000000001</c:v>
                </c:pt>
                <c:pt idx="12680">
                  <c:v>3.3724699999999999</c:v>
                </c:pt>
                <c:pt idx="12681">
                  <c:v>3.3727800000000001</c:v>
                </c:pt>
                <c:pt idx="12682">
                  <c:v>3.3730799999999999</c:v>
                </c:pt>
                <c:pt idx="12683">
                  <c:v>3.3733900000000001</c:v>
                </c:pt>
                <c:pt idx="12684">
                  <c:v>3.3736899999999999</c:v>
                </c:pt>
                <c:pt idx="12685">
                  <c:v>3.3740000000000001</c:v>
                </c:pt>
                <c:pt idx="12686">
                  <c:v>3.3742999999999999</c:v>
                </c:pt>
                <c:pt idx="12687">
                  <c:v>3.3746100000000001</c:v>
                </c:pt>
                <c:pt idx="12688">
                  <c:v>3.3749099999999999</c:v>
                </c:pt>
                <c:pt idx="12689">
                  <c:v>3.3752200000000001</c:v>
                </c:pt>
                <c:pt idx="12690">
                  <c:v>3.3755299999999999</c:v>
                </c:pt>
                <c:pt idx="12691">
                  <c:v>3.3758300000000001</c:v>
                </c:pt>
                <c:pt idx="12692">
                  <c:v>3.3761399999999999</c:v>
                </c:pt>
                <c:pt idx="12693">
                  <c:v>3.3764400000000001</c:v>
                </c:pt>
                <c:pt idx="12694">
                  <c:v>3.3767499999999999</c:v>
                </c:pt>
                <c:pt idx="12695">
                  <c:v>3.3770500000000001</c:v>
                </c:pt>
                <c:pt idx="12696">
                  <c:v>3.3773599999999999</c:v>
                </c:pt>
                <c:pt idx="12697">
                  <c:v>3.3776600000000001</c:v>
                </c:pt>
                <c:pt idx="12698">
                  <c:v>3.3779699999999999</c:v>
                </c:pt>
                <c:pt idx="12699">
                  <c:v>3.3782700000000001</c:v>
                </c:pt>
                <c:pt idx="12700">
                  <c:v>3.3785799999999999</c:v>
                </c:pt>
                <c:pt idx="12701">
                  <c:v>3.3788800000000001</c:v>
                </c:pt>
                <c:pt idx="12702">
                  <c:v>3.3791899999999999</c:v>
                </c:pt>
                <c:pt idx="12703">
                  <c:v>3.3795000000000002</c:v>
                </c:pt>
                <c:pt idx="12704">
                  <c:v>3.3797999999999999</c:v>
                </c:pt>
                <c:pt idx="12705">
                  <c:v>3.3801100000000002</c:v>
                </c:pt>
                <c:pt idx="12706">
                  <c:v>3.3804099999999999</c:v>
                </c:pt>
                <c:pt idx="12707">
                  <c:v>3.3807200000000002</c:v>
                </c:pt>
                <c:pt idx="12708">
                  <c:v>3.3810199999999999</c:v>
                </c:pt>
                <c:pt idx="12709">
                  <c:v>3.3813300000000002</c:v>
                </c:pt>
                <c:pt idx="12710">
                  <c:v>3.3816299999999999</c:v>
                </c:pt>
                <c:pt idx="12711">
                  <c:v>3.3819400000000002</c:v>
                </c:pt>
                <c:pt idx="12712">
                  <c:v>3.3822399999999999</c:v>
                </c:pt>
                <c:pt idx="12713">
                  <c:v>3.3825500000000002</c:v>
                </c:pt>
                <c:pt idx="12714">
                  <c:v>3.3828499999999999</c:v>
                </c:pt>
                <c:pt idx="12715">
                  <c:v>3.3831600000000002</c:v>
                </c:pt>
                <c:pt idx="12716">
                  <c:v>3.38347</c:v>
                </c:pt>
                <c:pt idx="12717">
                  <c:v>3.3837700000000002</c:v>
                </c:pt>
                <c:pt idx="12718">
                  <c:v>3.38408</c:v>
                </c:pt>
                <c:pt idx="12719">
                  <c:v>3.3843800000000002</c:v>
                </c:pt>
                <c:pt idx="12720">
                  <c:v>3.38469</c:v>
                </c:pt>
                <c:pt idx="12721">
                  <c:v>3.3849900000000002</c:v>
                </c:pt>
                <c:pt idx="12722">
                  <c:v>3.3853</c:v>
                </c:pt>
                <c:pt idx="12723">
                  <c:v>3.3856000000000002</c:v>
                </c:pt>
                <c:pt idx="12724">
                  <c:v>3.38591</c:v>
                </c:pt>
                <c:pt idx="12725">
                  <c:v>3.3862100000000002</c:v>
                </c:pt>
                <c:pt idx="12726">
                  <c:v>3.38652</c:v>
                </c:pt>
                <c:pt idx="12727">
                  <c:v>3.3868299999999998</c:v>
                </c:pt>
                <c:pt idx="12728">
                  <c:v>3.38713</c:v>
                </c:pt>
                <c:pt idx="12729">
                  <c:v>3.3874399999999998</c:v>
                </c:pt>
                <c:pt idx="12730">
                  <c:v>3.38774</c:v>
                </c:pt>
                <c:pt idx="12731">
                  <c:v>3.3880499999999998</c:v>
                </c:pt>
                <c:pt idx="12732">
                  <c:v>3.38835</c:v>
                </c:pt>
                <c:pt idx="12733">
                  <c:v>3.3886599999999998</c:v>
                </c:pt>
                <c:pt idx="12734">
                  <c:v>3.38896</c:v>
                </c:pt>
                <c:pt idx="12735">
                  <c:v>3.3892699999999998</c:v>
                </c:pt>
                <c:pt idx="12736">
                  <c:v>3.38957</c:v>
                </c:pt>
                <c:pt idx="12737">
                  <c:v>3.3898799999999998</c:v>
                </c:pt>
                <c:pt idx="12738">
                  <c:v>3.39018</c:v>
                </c:pt>
                <c:pt idx="12739">
                  <c:v>3.3904899999999998</c:v>
                </c:pt>
                <c:pt idx="12740">
                  <c:v>3.3908</c:v>
                </c:pt>
                <c:pt idx="12741">
                  <c:v>3.3910999999999998</c:v>
                </c:pt>
                <c:pt idx="12742">
                  <c:v>3.39141</c:v>
                </c:pt>
                <c:pt idx="12743">
                  <c:v>3.3917099999999998</c:v>
                </c:pt>
                <c:pt idx="12744">
                  <c:v>3.39202</c:v>
                </c:pt>
                <c:pt idx="12745">
                  <c:v>3.3923199999999998</c:v>
                </c:pt>
                <c:pt idx="12746">
                  <c:v>3.39263</c:v>
                </c:pt>
                <c:pt idx="12747">
                  <c:v>3.3929299999999998</c:v>
                </c:pt>
                <c:pt idx="12748">
                  <c:v>3.39324</c:v>
                </c:pt>
                <c:pt idx="12749">
                  <c:v>3.3935399999999998</c:v>
                </c:pt>
                <c:pt idx="12750">
                  <c:v>3.39385</c:v>
                </c:pt>
                <c:pt idx="12751">
                  <c:v>3.3941499999999998</c:v>
                </c:pt>
                <c:pt idx="12752">
                  <c:v>3.39446</c:v>
                </c:pt>
                <c:pt idx="12753">
                  <c:v>3.3947699999999998</c:v>
                </c:pt>
                <c:pt idx="12754">
                  <c:v>3.39507</c:v>
                </c:pt>
                <c:pt idx="12755">
                  <c:v>3.3953799999999998</c:v>
                </c:pt>
                <c:pt idx="12756">
                  <c:v>3.39568</c:v>
                </c:pt>
                <c:pt idx="12757">
                  <c:v>3.3959899999999998</c:v>
                </c:pt>
                <c:pt idx="12758">
                  <c:v>3.39629</c:v>
                </c:pt>
                <c:pt idx="12759">
                  <c:v>3.3965999999999998</c:v>
                </c:pt>
                <c:pt idx="12760">
                  <c:v>3.3969</c:v>
                </c:pt>
                <c:pt idx="12761">
                  <c:v>3.3972099999999998</c:v>
                </c:pt>
                <c:pt idx="12762">
                  <c:v>3.39751</c:v>
                </c:pt>
                <c:pt idx="12763">
                  <c:v>3.3978199999999998</c:v>
                </c:pt>
                <c:pt idx="12764">
                  <c:v>3.39812</c:v>
                </c:pt>
                <c:pt idx="12765">
                  <c:v>3.3984299999999998</c:v>
                </c:pt>
                <c:pt idx="12766">
                  <c:v>3.3987400000000001</c:v>
                </c:pt>
                <c:pt idx="12767">
                  <c:v>3.3990399999999998</c:v>
                </c:pt>
                <c:pt idx="12768">
                  <c:v>3.3993500000000001</c:v>
                </c:pt>
                <c:pt idx="12769">
                  <c:v>3.3996499999999998</c:v>
                </c:pt>
                <c:pt idx="12770">
                  <c:v>3.3999600000000001</c:v>
                </c:pt>
                <c:pt idx="12771">
                  <c:v>3.4002599999999998</c:v>
                </c:pt>
                <c:pt idx="12772">
                  <c:v>3.4005700000000001</c:v>
                </c:pt>
                <c:pt idx="12773">
                  <c:v>3.4008699999999998</c:v>
                </c:pt>
                <c:pt idx="12774">
                  <c:v>3.4011800000000001</c:v>
                </c:pt>
                <c:pt idx="12775">
                  <c:v>3.4014799999999998</c:v>
                </c:pt>
                <c:pt idx="12776">
                  <c:v>3.4017900000000001</c:v>
                </c:pt>
                <c:pt idx="12777">
                  <c:v>3.4020899999999998</c:v>
                </c:pt>
                <c:pt idx="12778">
                  <c:v>3.4024000000000001</c:v>
                </c:pt>
                <c:pt idx="12779">
                  <c:v>3.4027099999999999</c:v>
                </c:pt>
                <c:pt idx="12780">
                  <c:v>3.4030100000000001</c:v>
                </c:pt>
                <c:pt idx="12781">
                  <c:v>3.4033199999999999</c:v>
                </c:pt>
                <c:pt idx="12782">
                  <c:v>3.4036200000000001</c:v>
                </c:pt>
                <c:pt idx="12783">
                  <c:v>3.4039299999999999</c:v>
                </c:pt>
                <c:pt idx="12784">
                  <c:v>3.4042300000000001</c:v>
                </c:pt>
                <c:pt idx="12785">
                  <c:v>3.4045399999999999</c:v>
                </c:pt>
                <c:pt idx="12786">
                  <c:v>3.4048400000000001</c:v>
                </c:pt>
                <c:pt idx="12787">
                  <c:v>3.4051499999999999</c:v>
                </c:pt>
                <c:pt idx="12788">
                  <c:v>3.4054500000000001</c:v>
                </c:pt>
                <c:pt idx="12789">
                  <c:v>3.4057599999999999</c:v>
                </c:pt>
                <c:pt idx="12790">
                  <c:v>3.4060700000000002</c:v>
                </c:pt>
                <c:pt idx="12791">
                  <c:v>3.4063699999999999</c:v>
                </c:pt>
                <c:pt idx="12792">
                  <c:v>3.4066800000000002</c:v>
                </c:pt>
                <c:pt idx="12793">
                  <c:v>3.4069799999999999</c:v>
                </c:pt>
                <c:pt idx="12794">
                  <c:v>3.4072900000000002</c:v>
                </c:pt>
                <c:pt idx="12795">
                  <c:v>3.4075899999999999</c:v>
                </c:pt>
                <c:pt idx="12796">
                  <c:v>3.4079000000000002</c:v>
                </c:pt>
                <c:pt idx="12797">
                  <c:v>3.4081999999999999</c:v>
                </c:pt>
                <c:pt idx="12798">
                  <c:v>3.4085100000000002</c:v>
                </c:pt>
                <c:pt idx="12799">
                  <c:v>3.4088099999999999</c:v>
                </c:pt>
                <c:pt idx="12800">
                  <c:v>3.4091200000000002</c:v>
                </c:pt>
                <c:pt idx="12801">
                  <c:v>3.4094199999999999</c:v>
                </c:pt>
                <c:pt idx="12802">
                  <c:v>3.4097300000000001</c:v>
                </c:pt>
                <c:pt idx="12803">
                  <c:v>3.41004</c:v>
                </c:pt>
                <c:pt idx="12804">
                  <c:v>3.4103400000000001</c:v>
                </c:pt>
                <c:pt idx="12805">
                  <c:v>3.41065</c:v>
                </c:pt>
                <c:pt idx="12806">
                  <c:v>3.4109500000000001</c:v>
                </c:pt>
                <c:pt idx="12807">
                  <c:v>3.41126</c:v>
                </c:pt>
                <c:pt idx="12808">
                  <c:v>3.4115600000000001</c:v>
                </c:pt>
                <c:pt idx="12809">
                  <c:v>3.41187</c:v>
                </c:pt>
                <c:pt idx="12810">
                  <c:v>3.4121700000000001</c:v>
                </c:pt>
                <c:pt idx="12811">
                  <c:v>3.41248</c:v>
                </c:pt>
                <c:pt idx="12812">
                  <c:v>3.4127800000000001</c:v>
                </c:pt>
                <c:pt idx="12813">
                  <c:v>3.41309</c:v>
                </c:pt>
                <c:pt idx="12814">
                  <c:v>3.4133900000000001</c:v>
                </c:pt>
                <c:pt idx="12815">
                  <c:v>3.4137</c:v>
                </c:pt>
                <c:pt idx="12816">
                  <c:v>3.4140100000000002</c:v>
                </c:pt>
                <c:pt idx="12817">
                  <c:v>3.41431</c:v>
                </c:pt>
                <c:pt idx="12818">
                  <c:v>3.4146200000000002</c:v>
                </c:pt>
                <c:pt idx="12819">
                  <c:v>3.41492</c:v>
                </c:pt>
                <c:pt idx="12820">
                  <c:v>3.4152300000000002</c:v>
                </c:pt>
                <c:pt idx="12821">
                  <c:v>3.41553</c:v>
                </c:pt>
                <c:pt idx="12822">
                  <c:v>3.4158400000000002</c:v>
                </c:pt>
                <c:pt idx="12823">
                  <c:v>3.41614</c:v>
                </c:pt>
                <c:pt idx="12824">
                  <c:v>3.4164500000000002</c:v>
                </c:pt>
                <c:pt idx="12825">
                  <c:v>3.41675</c:v>
                </c:pt>
                <c:pt idx="12826">
                  <c:v>3.4170600000000002</c:v>
                </c:pt>
                <c:pt idx="12827">
                  <c:v>3.41736</c:v>
                </c:pt>
                <c:pt idx="12828">
                  <c:v>3.4176700000000002</c:v>
                </c:pt>
                <c:pt idx="12829">
                  <c:v>3.41798</c:v>
                </c:pt>
                <c:pt idx="12830">
                  <c:v>3.4182800000000002</c:v>
                </c:pt>
                <c:pt idx="12831">
                  <c:v>3.41859</c:v>
                </c:pt>
                <c:pt idx="12832">
                  <c:v>3.4188900000000002</c:v>
                </c:pt>
                <c:pt idx="12833">
                  <c:v>3.4192</c:v>
                </c:pt>
                <c:pt idx="12834">
                  <c:v>3.4195000000000002</c:v>
                </c:pt>
                <c:pt idx="12835">
                  <c:v>3.41981</c:v>
                </c:pt>
                <c:pt idx="12836">
                  <c:v>3.4201100000000002</c:v>
                </c:pt>
                <c:pt idx="12837">
                  <c:v>3.42042</c:v>
                </c:pt>
                <c:pt idx="12838">
                  <c:v>3.4207200000000002</c:v>
                </c:pt>
                <c:pt idx="12839">
                  <c:v>3.42103</c:v>
                </c:pt>
                <c:pt idx="12840">
                  <c:v>3.4213300000000002</c:v>
                </c:pt>
                <c:pt idx="12841">
                  <c:v>3.42164</c:v>
                </c:pt>
                <c:pt idx="12842">
                  <c:v>3.4219499999999998</c:v>
                </c:pt>
                <c:pt idx="12843">
                  <c:v>3.42225</c:v>
                </c:pt>
                <c:pt idx="12844">
                  <c:v>3.4225599999999998</c:v>
                </c:pt>
                <c:pt idx="12845">
                  <c:v>3.42286</c:v>
                </c:pt>
                <c:pt idx="12846">
                  <c:v>3.4231699999999998</c:v>
                </c:pt>
                <c:pt idx="12847">
                  <c:v>3.42347</c:v>
                </c:pt>
                <c:pt idx="12848">
                  <c:v>3.4237799999999998</c:v>
                </c:pt>
                <c:pt idx="12849">
                  <c:v>3.42408</c:v>
                </c:pt>
                <c:pt idx="12850">
                  <c:v>3.4243899999999998</c:v>
                </c:pt>
                <c:pt idx="12851">
                  <c:v>3.42469</c:v>
                </c:pt>
                <c:pt idx="12852">
                  <c:v>3.4249999999999998</c:v>
                </c:pt>
                <c:pt idx="12853">
                  <c:v>3.4253100000000001</c:v>
                </c:pt>
                <c:pt idx="12854">
                  <c:v>3.4256099999999998</c:v>
                </c:pt>
                <c:pt idx="12855">
                  <c:v>3.4259200000000001</c:v>
                </c:pt>
                <c:pt idx="12856">
                  <c:v>3.4262199999999998</c:v>
                </c:pt>
                <c:pt idx="12857">
                  <c:v>3.4265300000000001</c:v>
                </c:pt>
                <c:pt idx="12858">
                  <c:v>3.4268299999999998</c:v>
                </c:pt>
                <c:pt idx="12859">
                  <c:v>3.4271400000000001</c:v>
                </c:pt>
                <c:pt idx="12860">
                  <c:v>3.4274399999999998</c:v>
                </c:pt>
                <c:pt idx="12861">
                  <c:v>3.4277500000000001</c:v>
                </c:pt>
                <c:pt idx="12862">
                  <c:v>3.4280499999999998</c:v>
                </c:pt>
                <c:pt idx="12863">
                  <c:v>3.4283600000000001</c:v>
                </c:pt>
                <c:pt idx="12864">
                  <c:v>3.4286599999999998</c:v>
                </c:pt>
                <c:pt idx="12865">
                  <c:v>3.4289700000000001</c:v>
                </c:pt>
                <c:pt idx="12866">
                  <c:v>3.4292799999999999</c:v>
                </c:pt>
                <c:pt idx="12867">
                  <c:v>3.4295800000000001</c:v>
                </c:pt>
                <c:pt idx="12868">
                  <c:v>3.4298899999999999</c:v>
                </c:pt>
                <c:pt idx="12869">
                  <c:v>3.4301900000000001</c:v>
                </c:pt>
                <c:pt idx="12870">
                  <c:v>3.4304999999999999</c:v>
                </c:pt>
                <c:pt idx="12871">
                  <c:v>3.4308000000000001</c:v>
                </c:pt>
                <c:pt idx="12872">
                  <c:v>3.4311099999999999</c:v>
                </c:pt>
                <c:pt idx="12873">
                  <c:v>3.4314100000000001</c:v>
                </c:pt>
                <c:pt idx="12874">
                  <c:v>3.4317199999999999</c:v>
                </c:pt>
                <c:pt idx="12875">
                  <c:v>3.4320200000000001</c:v>
                </c:pt>
                <c:pt idx="12876">
                  <c:v>3.4323299999999999</c:v>
                </c:pt>
                <c:pt idx="12877">
                  <c:v>3.4326300000000001</c:v>
                </c:pt>
                <c:pt idx="12878">
                  <c:v>3.4329399999999999</c:v>
                </c:pt>
                <c:pt idx="12879">
                  <c:v>3.4332500000000001</c:v>
                </c:pt>
                <c:pt idx="12880">
                  <c:v>3.4335499999999999</c:v>
                </c:pt>
                <c:pt idx="12881">
                  <c:v>3.4338600000000001</c:v>
                </c:pt>
                <c:pt idx="12882">
                  <c:v>3.4341599999999999</c:v>
                </c:pt>
                <c:pt idx="12883">
                  <c:v>3.4344700000000001</c:v>
                </c:pt>
                <c:pt idx="12884">
                  <c:v>3.4347699999999999</c:v>
                </c:pt>
                <c:pt idx="12885">
                  <c:v>3.4350800000000001</c:v>
                </c:pt>
                <c:pt idx="12886">
                  <c:v>3.4353799999999999</c:v>
                </c:pt>
                <c:pt idx="12887">
                  <c:v>3.4356900000000001</c:v>
                </c:pt>
                <c:pt idx="12888">
                  <c:v>3.4359899999999999</c:v>
                </c:pt>
                <c:pt idx="12889">
                  <c:v>3.4363000000000001</c:v>
                </c:pt>
                <c:pt idx="12890">
                  <c:v>3.4365999999999999</c:v>
                </c:pt>
                <c:pt idx="12891">
                  <c:v>3.4369100000000001</c:v>
                </c:pt>
                <c:pt idx="12892">
                  <c:v>3.4372199999999999</c:v>
                </c:pt>
                <c:pt idx="12893">
                  <c:v>3.4375200000000001</c:v>
                </c:pt>
                <c:pt idx="12894">
                  <c:v>3.4378299999999999</c:v>
                </c:pt>
                <c:pt idx="12895">
                  <c:v>3.4381300000000001</c:v>
                </c:pt>
                <c:pt idx="12896">
                  <c:v>3.4384399999999999</c:v>
                </c:pt>
                <c:pt idx="12897">
                  <c:v>3.4387400000000001</c:v>
                </c:pt>
                <c:pt idx="12898">
                  <c:v>3.4390499999999999</c:v>
                </c:pt>
                <c:pt idx="12899">
                  <c:v>3.4393500000000001</c:v>
                </c:pt>
                <c:pt idx="12900">
                  <c:v>3.4396599999999999</c:v>
                </c:pt>
                <c:pt idx="12901">
                  <c:v>3.4399600000000001</c:v>
                </c:pt>
                <c:pt idx="12902">
                  <c:v>3.4402699999999999</c:v>
                </c:pt>
                <c:pt idx="12903">
                  <c:v>3.4405800000000002</c:v>
                </c:pt>
                <c:pt idx="12904">
                  <c:v>3.4408799999999999</c:v>
                </c:pt>
                <c:pt idx="12905">
                  <c:v>3.4411900000000002</c:v>
                </c:pt>
                <c:pt idx="12906">
                  <c:v>3.4414899999999999</c:v>
                </c:pt>
                <c:pt idx="12907">
                  <c:v>3.4418000000000002</c:v>
                </c:pt>
                <c:pt idx="12908">
                  <c:v>3.4420999999999999</c:v>
                </c:pt>
                <c:pt idx="12909">
                  <c:v>3.4424100000000002</c:v>
                </c:pt>
                <c:pt idx="12910">
                  <c:v>3.4427099999999999</c:v>
                </c:pt>
                <c:pt idx="12911">
                  <c:v>3.4430200000000002</c:v>
                </c:pt>
                <c:pt idx="12912">
                  <c:v>3.4433199999999999</c:v>
                </c:pt>
                <c:pt idx="12913">
                  <c:v>3.4436300000000002</c:v>
                </c:pt>
                <c:pt idx="12914">
                  <c:v>3.4439299999999999</c:v>
                </c:pt>
                <c:pt idx="12915">
                  <c:v>3.4442400000000002</c:v>
                </c:pt>
                <c:pt idx="12916">
                  <c:v>3.44455</c:v>
                </c:pt>
                <c:pt idx="12917">
                  <c:v>3.4448500000000002</c:v>
                </c:pt>
                <c:pt idx="12918">
                  <c:v>3.44516</c:v>
                </c:pt>
                <c:pt idx="12919">
                  <c:v>3.4454600000000002</c:v>
                </c:pt>
                <c:pt idx="12920">
                  <c:v>3.44577</c:v>
                </c:pt>
                <c:pt idx="12921">
                  <c:v>3.4460700000000002</c:v>
                </c:pt>
                <c:pt idx="12922">
                  <c:v>3.44638</c:v>
                </c:pt>
                <c:pt idx="12923">
                  <c:v>3.4466800000000002</c:v>
                </c:pt>
                <c:pt idx="12924">
                  <c:v>3.44699</c:v>
                </c:pt>
                <c:pt idx="12925">
                  <c:v>3.4472900000000002</c:v>
                </c:pt>
                <c:pt idx="12926">
                  <c:v>3.4476</c:v>
                </c:pt>
                <c:pt idx="12927">
                  <c:v>3.4479000000000002</c:v>
                </c:pt>
                <c:pt idx="12928">
                  <c:v>3.44821</c:v>
                </c:pt>
                <c:pt idx="12929">
                  <c:v>3.4485199999999998</c:v>
                </c:pt>
                <c:pt idx="12930">
                  <c:v>3.44882</c:v>
                </c:pt>
                <c:pt idx="12931">
                  <c:v>3.4491299999999998</c:v>
                </c:pt>
                <c:pt idx="12932">
                  <c:v>3.44943</c:v>
                </c:pt>
                <c:pt idx="12933">
                  <c:v>3.4497399999999998</c:v>
                </c:pt>
                <c:pt idx="12934">
                  <c:v>3.45004</c:v>
                </c:pt>
                <c:pt idx="12935">
                  <c:v>3.4503499999999998</c:v>
                </c:pt>
                <c:pt idx="12936">
                  <c:v>3.45065</c:v>
                </c:pt>
                <c:pt idx="12937">
                  <c:v>3.4509599999999998</c:v>
                </c:pt>
                <c:pt idx="12938">
                  <c:v>3.45126</c:v>
                </c:pt>
                <c:pt idx="12939">
                  <c:v>3.4515699999999998</c:v>
                </c:pt>
                <c:pt idx="12940">
                  <c:v>3.45187</c:v>
                </c:pt>
                <c:pt idx="12941">
                  <c:v>3.4521799999999998</c:v>
                </c:pt>
                <c:pt idx="12942">
                  <c:v>3.4524900000000001</c:v>
                </c:pt>
                <c:pt idx="12943">
                  <c:v>3.4527899999999998</c:v>
                </c:pt>
                <c:pt idx="12944">
                  <c:v>3.4531000000000001</c:v>
                </c:pt>
                <c:pt idx="12945">
                  <c:v>3.4533999999999998</c:v>
                </c:pt>
                <c:pt idx="12946">
                  <c:v>3.4537100000000001</c:v>
                </c:pt>
                <c:pt idx="12947">
                  <c:v>3.4540099999999998</c:v>
                </c:pt>
                <c:pt idx="12948">
                  <c:v>3.4543200000000001</c:v>
                </c:pt>
                <c:pt idx="12949">
                  <c:v>3.4546199999999998</c:v>
                </c:pt>
                <c:pt idx="12950">
                  <c:v>3.4549300000000001</c:v>
                </c:pt>
                <c:pt idx="12951">
                  <c:v>3.4552299999999998</c:v>
                </c:pt>
                <c:pt idx="12952">
                  <c:v>3.4555400000000001</c:v>
                </c:pt>
                <c:pt idx="12953">
                  <c:v>3.4558399999999998</c:v>
                </c:pt>
                <c:pt idx="12954">
                  <c:v>3.4561500000000001</c:v>
                </c:pt>
                <c:pt idx="12955">
                  <c:v>3.4564599999999999</c:v>
                </c:pt>
                <c:pt idx="12956">
                  <c:v>3.4567600000000001</c:v>
                </c:pt>
                <c:pt idx="12957">
                  <c:v>3.4570699999999999</c:v>
                </c:pt>
                <c:pt idx="12958">
                  <c:v>3.4573700000000001</c:v>
                </c:pt>
                <c:pt idx="12959">
                  <c:v>3.4576799999999999</c:v>
                </c:pt>
                <c:pt idx="12960">
                  <c:v>3.4579800000000001</c:v>
                </c:pt>
                <c:pt idx="12961">
                  <c:v>3.4582899999999999</c:v>
                </c:pt>
                <c:pt idx="12962">
                  <c:v>3.4585900000000001</c:v>
                </c:pt>
                <c:pt idx="12963">
                  <c:v>3.4588999999999999</c:v>
                </c:pt>
                <c:pt idx="12964">
                  <c:v>3.4592000000000001</c:v>
                </c:pt>
                <c:pt idx="12965">
                  <c:v>3.4595099999999999</c:v>
                </c:pt>
                <c:pt idx="12966">
                  <c:v>3.4598200000000001</c:v>
                </c:pt>
                <c:pt idx="12967">
                  <c:v>3.4601199999999999</c:v>
                </c:pt>
                <c:pt idx="12968">
                  <c:v>3.4604300000000001</c:v>
                </c:pt>
                <c:pt idx="12969">
                  <c:v>3.4607299999999999</c:v>
                </c:pt>
                <c:pt idx="12970">
                  <c:v>3.4610400000000001</c:v>
                </c:pt>
                <c:pt idx="12971">
                  <c:v>3.4613399999999999</c:v>
                </c:pt>
                <c:pt idx="12972">
                  <c:v>3.4616500000000001</c:v>
                </c:pt>
                <c:pt idx="12973">
                  <c:v>3.4619499999999999</c:v>
                </c:pt>
                <c:pt idx="12974">
                  <c:v>3.4622600000000001</c:v>
                </c:pt>
                <c:pt idx="12975">
                  <c:v>3.4625599999999999</c:v>
                </c:pt>
                <c:pt idx="12976">
                  <c:v>3.4628700000000001</c:v>
                </c:pt>
                <c:pt idx="12977">
                  <c:v>3.4631699999999999</c:v>
                </c:pt>
                <c:pt idx="12978">
                  <c:v>3.4634800000000001</c:v>
                </c:pt>
                <c:pt idx="12979">
                  <c:v>3.4637899999999999</c:v>
                </c:pt>
                <c:pt idx="12980">
                  <c:v>3.4640900000000001</c:v>
                </c:pt>
                <c:pt idx="12981">
                  <c:v>3.4643999999999999</c:v>
                </c:pt>
                <c:pt idx="12982">
                  <c:v>3.4647000000000001</c:v>
                </c:pt>
                <c:pt idx="12983">
                  <c:v>3.4650099999999999</c:v>
                </c:pt>
                <c:pt idx="12984">
                  <c:v>3.4653100000000001</c:v>
                </c:pt>
                <c:pt idx="12985">
                  <c:v>3.4656199999999999</c:v>
                </c:pt>
                <c:pt idx="12986">
                  <c:v>3.4659200000000001</c:v>
                </c:pt>
                <c:pt idx="12987">
                  <c:v>3.4662299999999999</c:v>
                </c:pt>
                <c:pt idx="12988">
                  <c:v>3.4665300000000001</c:v>
                </c:pt>
                <c:pt idx="12989">
                  <c:v>3.4668399999999999</c:v>
                </c:pt>
                <c:pt idx="12990">
                  <c:v>3.4671400000000001</c:v>
                </c:pt>
                <c:pt idx="12991">
                  <c:v>3.4674499999999999</c:v>
                </c:pt>
                <c:pt idx="12992">
                  <c:v>3.4677600000000002</c:v>
                </c:pt>
                <c:pt idx="12993">
                  <c:v>3.4680599999999999</c:v>
                </c:pt>
                <c:pt idx="12994">
                  <c:v>3.4683700000000002</c:v>
                </c:pt>
                <c:pt idx="12995">
                  <c:v>3.4686699999999999</c:v>
                </c:pt>
                <c:pt idx="12996">
                  <c:v>3.4689800000000002</c:v>
                </c:pt>
                <c:pt idx="12997">
                  <c:v>3.4692799999999999</c:v>
                </c:pt>
                <c:pt idx="12998">
                  <c:v>3.4695900000000002</c:v>
                </c:pt>
                <c:pt idx="12999">
                  <c:v>3.4698899999999999</c:v>
                </c:pt>
                <c:pt idx="13000">
                  <c:v>3.4702000000000002</c:v>
                </c:pt>
                <c:pt idx="13001">
                  <c:v>3.4704999999999999</c:v>
                </c:pt>
                <c:pt idx="13002">
                  <c:v>3.4708100000000002</c:v>
                </c:pt>
                <c:pt idx="13003">
                  <c:v>3.4711099999999999</c:v>
                </c:pt>
                <c:pt idx="13004">
                  <c:v>3.4714200000000002</c:v>
                </c:pt>
                <c:pt idx="13005">
                  <c:v>3.47173</c:v>
                </c:pt>
                <c:pt idx="13006">
                  <c:v>3.4720300000000002</c:v>
                </c:pt>
                <c:pt idx="13007">
                  <c:v>3.47234</c:v>
                </c:pt>
                <c:pt idx="13008">
                  <c:v>3.4726400000000002</c:v>
                </c:pt>
                <c:pt idx="13009">
                  <c:v>3.47295</c:v>
                </c:pt>
                <c:pt idx="13010">
                  <c:v>3.4732500000000002</c:v>
                </c:pt>
                <c:pt idx="13011">
                  <c:v>3.47356</c:v>
                </c:pt>
                <c:pt idx="13012">
                  <c:v>3.4738600000000002</c:v>
                </c:pt>
                <c:pt idx="13013">
                  <c:v>3.47417</c:v>
                </c:pt>
                <c:pt idx="13014">
                  <c:v>3.4744700000000002</c:v>
                </c:pt>
                <c:pt idx="13015">
                  <c:v>3.47478</c:v>
                </c:pt>
                <c:pt idx="13016">
                  <c:v>3.4750800000000002</c:v>
                </c:pt>
                <c:pt idx="13017">
                  <c:v>3.47539</c:v>
                </c:pt>
                <c:pt idx="13018">
                  <c:v>3.4756999999999998</c:v>
                </c:pt>
                <c:pt idx="13019">
                  <c:v>3.476</c:v>
                </c:pt>
                <c:pt idx="13020">
                  <c:v>3.4763099999999998</c:v>
                </c:pt>
                <c:pt idx="13021">
                  <c:v>3.47661</c:v>
                </c:pt>
                <c:pt idx="13022">
                  <c:v>3.4769199999999998</c:v>
                </c:pt>
                <c:pt idx="13023">
                  <c:v>3.47722</c:v>
                </c:pt>
                <c:pt idx="13024">
                  <c:v>3.4775299999999998</c:v>
                </c:pt>
                <c:pt idx="13025">
                  <c:v>3.47783</c:v>
                </c:pt>
                <c:pt idx="13026">
                  <c:v>3.4781399999999998</c:v>
                </c:pt>
                <c:pt idx="13027">
                  <c:v>3.47844</c:v>
                </c:pt>
                <c:pt idx="13028">
                  <c:v>3.4787499999999998</c:v>
                </c:pt>
                <c:pt idx="13029">
                  <c:v>3.47906</c:v>
                </c:pt>
                <c:pt idx="13030">
                  <c:v>3.4793599999999998</c:v>
                </c:pt>
                <c:pt idx="13031">
                  <c:v>3.47967</c:v>
                </c:pt>
                <c:pt idx="13032">
                  <c:v>3.4799699999999998</c:v>
                </c:pt>
                <c:pt idx="13033">
                  <c:v>3.48028</c:v>
                </c:pt>
                <c:pt idx="13034">
                  <c:v>3.4805799999999998</c:v>
                </c:pt>
                <c:pt idx="13035">
                  <c:v>3.48089</c:v>
                </c:pt>
                <c:pt idx="13036">
                  <c:v>3.4811899999999998</c:v>
                </c:pt>
                <c:pt idx="13037">
                  <c:v>3.4815</c:v>
                </c:pt>
                <c:pt idx="13038">
                  <c:v>3.4817999999999998</c:v>
                </c:pt>
                <c:pt idx="13039">
                  <c:v>3.48211</c:v>
                </c:pt>
                <c:pt idx="13040">
                  <c:v>3.4824099999999998</c:v>
                </c:pt>
                <c:pt idx="13041">
                  <c:v>3.48272</c:v>
                </c:pt>
                <c:pt idx="13042">
                  <c:v>3.4830299999999998</c:v>
                </c:pt>
                <c:pt idx="13043">
                  <c:v>3.48333</c:v>
                </c:pt>
                <c:pt idx="13044">
                  <c:v>3.4836399999999998</c:v>
                </c:pt>
                <c:pt idx="13045">
                  <c:v>3.48394</c:v>
                </c:pt>
                <c:pt idx="13046">
                  <c:v>3.4842499999999998</c:v>
                </c:pt>
                <c:pt idx="13047">
                  <c:v>3.48455</c:v>
                </c:pt>
                <c:pt idx="13048">
                  <c:v>3.4848599999999998</c:v>
                </c:pt>
                <c:pt idx="13049">
                  <c:v>3.48516</c:v>
                </c:pt>
                <c:pt idx="13050">
                  <c:v>3.4854699999999998</c:v>
                </c:pt>
                <c:pt idx="13051">
                  <c:v>3.48577</c:v>
                </c:pt>
                <c:pt idx="13052">
                  <c:v>3.4860799999999998</c:v>
                </c:pt>
                <c:pt idx="13053">
                  <c:v>3.48638</c:v>
                </c:pt>
                <c:pt idx="13054">
                  <c:v>3.4866899999999998</c:v>
                </c:pt>
                <c:pt idx="13055">
                  <c:v>3.4870000000000001</c:v>
                </c:pt>
                <c:pt idx="13056">
                  <c:v>3.4872999999999998</c:v>
                </c:pt>
                <c:pt idx="13057">
                  <c:v>3.4876100000000001</c:v>
                </c:pt>
                <c:pt idx="13058">
                  <c:v>3.4879099999999998</c:v>
                </c:pt>
                <c:pt idx="13059">
                  <c:v>3.4882200000000001</c:v>
                </c:pt>
                <c:pt idx="13060">
                  <c:v>3.4885199999999998</c:v>
                </c:pt>
                <c:pt idx="13061">
                  <c:v>3.4888300000000001</c:v>
                </c:pt>
                <c:pt idx="13062">
                  <c:v>3.4891299999999998</c:v>
                </c:pt>
                <c:pt idx="13063">
                  <c:v>3.4894400000000001</c:v>
                </c:pt>
                <c:pt idx="13064">
                  <c:v>3.4897399999999998</c:v>
                </c:pt>
                <c:pt idx="13065">
                  <c:v>3.4900500000000001</c:v>
                </c:pt>
                <c:pt idx="13066">
                  <c:v>3.4903499999999998</c:v>
                </c:pt>
                <c:pt idx="13067">
                  <c:v>3.4906600000000001</c:v>
                </c:pt>
                <c:pt idx="13068">
                  <c:v>3.4909699999999999</c:v>
                </c:pt>
                <c:pt idx="13069">
                  <c:v>3.4912700000000001</c:v>
                </c:pt>
                <c:pt idx="13070">
                  <c:v>3.4915799999999999</c:v>
                </c:pt>
                <c:pt idx="13071">
                  <c:v>3.4918800000000001</c:v>
                </c:pt>
                <c:pt idx="13072">
                  <c:v>3.4921899999999999</c:v>
                </c:pt>
                <c:pt idx="13073">
                  <c:v>3.4924900000000001</c:v>
                </c:pt>
                <c:pt idx="13074">
                  <c:v>3.4927999999999999</c:v>
                </c:pt>
                <c:pt idx="13075">
                  <c:v>3.4931000000000001</c:v>
                </c:pt>
                <c:pt idx="13076">
                  <c:v>3.4934099999999999</c:v>
                </c:pt>
                <c:pt idx="13077">
                  <c:v>3.4937100000000001</c:v>
                </c:pt>
                <c:pt idx="13078">
                  <c:v>3.4940199999999999</c:v>
                </c:pt>
                <c:pt idx="13079">
                  <c:v>3.4943200000000001</c:v>
                </c:pt>
                <c:pt idx="13080">
                  <c:v>3.4946299999999999</c:v>
                </c:pt>
                <c:pt idx="13081">
                  <c:v>3.4949400000000002</c:v>
                </c:pt>
                <c:pt idx="13082">
                  <c:v>3.4952399999999999</c:v>
                </c:pt>
                <c:pt idx="13083">
                  <c:v>3.4955500000000002</c:v>
                </c:pt>
                <c:pt idx="13084">
                  <c:v>3.4958499999999999</c:v>
                </c:pt>
                <c:pt idx="13085">
                  <c:v>3.4961600000000002</c:v>
                </c:pt>
                <c:pt idx="13086">
                  <c:v>3.4964599999999999</c:v>
                </c:pt>
                <c:pt idx="13087">
                  <c:v>3.4967700000000002</c:v>
                </c:pt>
                <c:pt idx="13088">
                  <c:v>3.4970699999999999</c:v>
                </c:pt>
                <c:pt idx="13089">
                  <c:v>3.4973800000000002</c:v>
                </c:pt>
                <c:pt idx="13090">
                  <c:v>3.4976799999999999</c:v>
                </c:pt>
                <c:pt idx="13091">
                  <c:v>3.4979900000000002</c:v>
                </c:pt>
                <c:pt idx="13092">
                  <c:v>3.4983</c:v>
                </c:pt>
                <c:pt idx="13093">
                  <c:v>3.4986000000000002</c:v>
                </c:pt>
                <c:pt idx="13094">
                  <c:v>3.49891</c:v>
                </c:pt>
                <c:pt idx="13095">
                  <c:v>3.4992100000000002</c:v>
                </c:pt>
                <c:pt idx="13096">
                  <c:v>3.49952</c:v>
                </c:pt>
                <c:pt idx="13097">
                  <c:v>3.4998200000000002</c:v>
                </c:pt>
                <c:pt idx="13098">
                  <c:v>3.50013</c:v>
                </c:pt>
                <c:pt idx="13099">
                  <c:v>3.5004300000000002</c:v>
                </c:pt>
                <c:pt idx="13100">
                  <c:v>3.50074</c:v>
                </c:pt>
                <c:pt idx="13101">
                  <c:v>3.5010400000000002</c:v>
                </c:pt>
                <c:pt idx="13102">
                  <c:v>3.50135</c:v>
                </c:pt>
                <c:pt idx="13103">
                  <c:v>3.5016500000000002</c:v>
                </c:pt>
                <c:pt idx="13104">
                  <c:v>3.50196</c:v>
                </c:pt>
                <c:pt idx="13105">
                  <c:v>3.5022700000000002</c:v>
                </c:pt>
                <c:pt idx="13106">
                  <c:v>3.50257</c:v>
                </c:pt>
                <c:pt idx="13107">
                  <c:v>3.5028800000000002</c:v>
                </c:pt>
                <c:pt idx="13108">
                  <c:v>3.50318</c:v>
                </c:pt>
                <c:pt idx="13109">
                  <c:v>3.5034900000000002</c:v>
                </c:pt>
                <c:pt idx="13110">
                  <c:v>3.50379</c:v>
                </c:pt>
                <c:pt idx="13111">
                  <c:v>3.5041000000000002</c:v>
                </c:pt>
                <c:pt idx="13112">
                  <c:v>3.5044</c:v>
                </c:pt>
                <c:pt idx="13113">
                  <c:v>3.5047100000000002</c:v>
                </c:pt>
                <c:pt idx="13114">
                  <c:v>3.50501</c:v>
                </c:pt>
                <c:pt idx="13115">
                  <c:v>3.5053200000000002</c:v>
                </c:pt>
                <c:pt idx="13116">
                  <c:v>3.50562</c:v>
                </c:pt>
                <c:pt idx="13117">
                  <c:v>3.5059300000000002</c:v>
                </c:pt>
                <c:pt idx="13118">
                  <c:v>3.50624</c:v>
                </c:pt>
                <c:pt idx="13119">
                  <c:v>3.5065400000000002</c:v>
                </c:pt>
                <c:pt idx="13120">
                  <c:v>3.50685</c:v>
                </c:pt>
                <c:pt idx="13121">
                  <c:v>3.5071500000000002</c:v>
                </c:pt>
                <c:pt idx="13122">
                  <c:v>3.50746</c:v>
                </c:pt>
                <c:pt idx="13123">
                  <c:v>3.5077600000000002</c:v>
                </c:pt>
                <c:pt idx="13124">
                  <c:v>3.50807</c:v>
                </c:pt>
                <c:pt idx="13125">
                  <c:v>3.5083700000000002</c:v>
                </c:pt>
                <c:pt idx="13126">
                  <c:v>3.50868</c:v>
                </c:pt>
                <c:pt idx="13127">
                  <c:v>3.5089800000000002</c:v>
                </c:pt>
                <c:pt idx="13128">
                  <c:v>3.50929</c:v>
                </c:pt>
                <c:pt idx="13129">
                  <c:v>3.5095900000000002</c:v>
                </c:pt>
                <c:pt idx="13130">
                  <c:v>3.5099</c:v>
                </c:pt>
                <c:pt idx="13131">
                  <c:v>3.5102099999999998</c:v>
                </c:pt>
                <c:pt idx="13132">
                  <c:v>3.51051</c:v>
                </c:pt>
                <c:pt idx="13133">
                  <c:v>3.5108199999999998</c:v>
                </c:pt>
                <c:pt idx="13134">
                  <c:v>3.51112</c:v>
                </c:pt>
                <c:pt idx="13135">
                  <c:v>3.5114299999999998</c:v>
                </c:pt>
                <c:pt idx="13136">
                  <c:v>3.51173</c:v>
                </c:pt>
                <c:pt idx="13137">
                  <c:v>3.5120399999999998</c:v>
                </c:pt>
                <c:pt idx="13138">
                  <c:v>3.51234</c:v>
                </c:pt>
                <c:pt idx="13139">
                  <c:v>3.5126499999999998</c:v>
                </c:pt>
                <c:pt idx="13140">
                  <c:v>3.51295</c:v>
                </c:pt>
                <c:pt idx="13141">
                  <c:v>3.5132599999999998</c:v>
                </c:pt>
                <c:pt idx="13142">
                  <c:v>3.5135700000000001</c:v>
                </c:pt>
                <c:pt idx="13143">
                  <c:v>3.5138699999999998</c:v>
                </c:pt>
                <c:pt idx="13144">
                  <c:v>3.5141800000000001</c:v>
                </c:pt>
                <c:pt idx="13145">
                  <c:v>3.5144799999999998</c:v>
                </c:pt>
                <c:pt idx="13146">
                  <c:v>3.5147900000000001</c:v>
                </c:pt>
                <c:pt idx="13147">
                  <c:v>3.5150899999999998</c:v>
                </c:pt>
                <c:pt idx="13148">
                  <c:v>3.5154000000000001</c:v>
                </c:pt>
                <c:pt idx="13149">
                  <c:v>3.5156999999999998</c:v>
                </c:pt>
                <c:pt idx="13150">
                  <c:v>3.5160100000000001</c:v>
                </c:pt>
                <c:pt idx="13151">
                  <c:v>3.5163099999999998</c:v>
                </c:pt>
                <c:pt idx="13152">
                  <c:v>3.5166200000000001</c:v>
                </c:pt>
                <c:pt idx="13153">
                  <c:v>3.5169199999999998</c:v>
                </c:pt>
                <c:pt idx="13154">
                  <c:v>3.5172300000000001</c:v>
                </c:pt>
                <c:pt idx="13155">
                  <c:v>3.5175399999999999</c:v>
                </c:pt>
                <c:pt idx="13156">
                  <c:v>3.5178400000000001</c:v>
                </c:pt>
                <c:pt idx="13157">
                  <c:v>3.5181499999999999</c:v>
                </c:pt>
                <c:pt idx="13158">
                  <c:v>3.5184500000000001</c:v>
                </c:pt>
                <c:pt idx="13159">
                  <c:v>3.5187599999999999</c:v>
                </c:pt>
                <c:pt idx="13160">
                  <c:v>3.5190600000000001</c:v>
                </c:pt>
                <c:pt idx="13161">
                  <c:v>3.5193699999999999</c:v>
                </c:pt>
                <c:pt idx="13162">
                  <c:v>3.5196700000000001</c:v>
                </c:pt>
                <c:pt idx="13163">
                  <c:v>3.5199799999999999</c:v>
                </c:pt>
                <c:pt idx="13164">
                  <c:v>3.5202800000000001</c:v>
                </c:pt>
                <c:pt idx="13165">
                  <c:v>3.5205899999999999</c:v>
                </c:pt>
                <c:pt idx="13166">
                  <c:v>3.5208900000000001</c:v>
                </c:pt>
                <c:pt idx="13167">
                  <c:v>3.5211999999999999</c:v>
                </c:pt>
                <c:pt idx="13168">
                  <c:v>3.5215100000000001</c:v>
                </c:pt>
                <c:pt idx="13169">
                  <c:v>3.5218099999999999</c:v>
                </c:pt>
                <c:pt idx="13170">
                  <c:v>3.5221200000000001</c:v>
                </c:pt>
                <c:pt idx="13171">
                  <c:v>3.5224199999999999</c:v>
                </c:pt>
                <c:pt idx="13172">
                  <c:v>3.5227300000000001</c:v>
                </c:pt>
                <c:pt idx="13173">
                  <c:v>3.5230299999999999</c:v>
                </c:pt>
                <c:pt idx="13174">
                  <c:v>3.5233400000000001</c:v>
                </c:pt>
                <c:pt idx="13175">
                  <c:v>3.5236399999999999</c:v>
                </c:pt>
                <c:pt idx="13176">
                  <c:v>3.5239500000000001</c:v>
                </c:pt>
                <c:pt idx="13177">
                  <c:v>3.5242499999999999</c:v>
                </c:pt>
                <c:pt idx="13178">
                  <c:v>3.5245600000000001</c:v>
                </c:pt>
                <c:pt idx="13179">
                  <c:v>3.5248599999999999</c:v>
                </c:pt>
                <c:pt idx="13180">
                  <c:v>3.5251700000000001</c:v>
                </c:pt>
                <c:pt idx="13181">
                  <c:v>3.5254799999999999</c:v>
                </c:pt>
                <c:pt idx="13182">
                  <c:v>3.5257800000000001</c:v>
                </c:pt>
                <c:pt idx="13183">
                  <c:v>3.5260899999999999</c:v>
                </c:pt>
                <c:pt idx="13184">
                  <c:v>3.5263900000000001</c:v>
                </c:pt>
                <c:pt idx="13185">
                  <c:v>3.5266999999999999</c:v>
                </c:pt>
                <c:pt idx="13186">
                  <c:v>3.5270000000000001</c:v>
                </c:pt>
                <c:pt idx="13187">
                  <c:v>3.5273099999999999</c:v>
                </c:pt>
                <c:pt idx="13188">
                  <c:v>3.5276100000000001</c:v>
                </c:pt>
                <c:pt idx="13189">
                  <c:v>3.5279199999999999</c:v>
                </c:pt>
                <c:pt idx="13190">
                  <c:v>3.5282200000000001</c:v>
                </c:pt>
                <c:pt idx="13191">
                  <c:v>3.5285299999999999</c:v>
                </c:pt>
                <c:pt idx="13192">
                  <c:v>3.5288300000000001</c:v>
                </c:pt>
                <c:pt idx="13193">
                  <c:v>3.5291399999999999</c:v>
                </c:pt>
                <c:pt idx="13194">
                  <c:v>3.5294500000000002</c:v>
                </c:pt>
                <c:pt idx="13195">
                  <c:v>3.5297499999999999</c:v>
                </c:pt>
                <c:pt idx="13196">
                  <c:v>3.5300600000000002</c:v>
                </c:pt>
                <c:pt idx="13197">
                  <c:v>3.5303599999999999</c:v>
                </c:pt>
                <c:pt idx="13198">
                  <c:v>3.5306700000000002</c:v>
                </c:pt>
                <c:pt idx="13199">
                  <c:v>3.5309699999999999</c:v>
                </c:pt>
                <c:pt idx="13200">
                  <c:v>3.5312800000000002</c:v>
                </c:pt>
                <c:pt idx="13201">
                  <c:v>3.5315799999999999</c:v>
                </c:pt>
                <c:pt idx="13202">
                  <c:v>3.5318900000000002</c:v>
                </c:pt>
                <c:pt idx="13203">
                  <c:v>3.5321899999999999</c:v>
                </c:pt>
                <c:pt idx="13204">
                  <c:v>3.5325000000000002</c:v>
                </c:pt>
                <c:pt idx="13205">
                  <c:v>3.53281</c:v>
                </c:pt>
                <c:pt idx="13206">
                  <c:v>3.5331100000000002</c:v>
                </c:pt>
                <c:pt idx="13207">
                  <c:v>3.53342</c:v>
                </c:pt>
                <c:pt idx="13208">
                  <c:v>3.5337200000000002</c:v>
                </c:pt>
                <c:pt idx="13209">
                  <c:v>3.53403</c:v>
                </c:pt>
                <c:pt idx="13210">
                  <c:v>3.5343300000000002</c:v>
                </c:pt>
                <c:pt idx="13211">
                  <c:v>3.53464</c:v>
                </c:pt>
                <c:pt idx="13212">
                  <c:v>3.5349400000000002</c:v>
                </c:pt>
                <c:pt idx="13213">
                  <c:v>3.53525</c:v>
                </c:pt>
                <c:pt idx="13214">
                  <c:v>3.5355500000000002</c:v>
                </c:pt>
                <c:pt idx="13215">
                  <c:v>3.53586</c:v>
                </c:pt>
                <c:pt idx="13216">
                  <c:v>3.5361600000000002</c:v>
                </c:pt>
                <c:pt idx="13217">
                  <c:v>3.53647</c:v>
                </c:pt>
                <c:pt idx="13218">
                  <c:v>3.5367799999999998</c:v>
                </c:pt>
                <c:pt idx="13219">
                  <c:v>3.53708</c:v>
                </c:pt>
                <c:pt idx="13220">
                  <c:v>3.5373899999999998</c:v>
                </c:pt>
                <c:pt idx="13221">
                  <c:v>3.53769</c:v>
                </c:pt>
                <c:pt idx="13222">
                  <c:v>3.5379999999999998</c:v>
                </c:pt>
                <c:pt idx="13223">
                  <c:v>3.5383</c:v>
                </c:pt>
                <c:pt idx="13224">
                  <c:v>3.5386099999999998</c:v>
                </c:pt>
                <c:pt idx="13225">
                  <c:v>3.53891</c:v>
                </c:pt>
                <c:pt idx="13226">
                  <c:v>3.5392199999999998</c:v>
                </c:pt>
                <c:pt idx="13227">
                  <c:v>3.53952</c:v>
                </c:pt>
                <c:pt idx="13228">
                  <c:v>3.5398299999999998</c:v>
                </c:pt>
                <c:pt idx="13229">
                  <c:v>3.54013</c:v>
                </c:pt>
                <c:pt idx="13230">
                  <c:v>3.5404399999999998</c:v>
                </c:pt>
                <c:pt idx="13231">
                  <c:v>3.5407500000000001</c:v>
                </c:pt>
                <c:pt idx="13232">
                  <c:v>3.5410499999999998</c:v>
                </c:pt>
                <c:pt idx="13233">
                  <c:v>3.5413600000000001</c:v>
                </c:pt>
                <c:pt idx="13234">
                  <c:v>3.5416599999999998</c:v>
                </c:pt>
                <c:pt idx="13235">
                  <c:v>3.5419700000000001</c:v>
                </c:pt>
                <c:pt idx="13236">
                  <c:v>3.5422699999999998</c:v>
                </c:pt>
                <c:pt idx="13237">
                  <c:v>3.5425800000000001</c:v>
                </c:pt>
                <c:pt idx="13238">
                  <c:v>3.5428799999999998</c:v>
                </c:pt>
                <c:pt idx="13239">
                  <c:v>3.5431900000000001</c:v>
                </c:pt>
                <c:pt idx="13240">
                  <c:v>3.5434899999999998</c:v>
                </c:pt>
                <c:pt idx="13241">
                  <c:v>3.5438000000000001</c:v>
                </c:pt>
                <c:pt idx="13242">
                  <c:v>3.5440999999999998</c:v>
                </c:pt>
                <c:pt idx="13243">
                  <c:v>3.5444100000000001</c:v>
                </c:pt>
                <c:pt idx="13244">
                  <c:v>3.5447199999999999</c:v>
                </c:pt>
                <c:pt idx="13245">
                  <c:v>3.5450200000000001</c:v>
                </c:pt>
                <c:pt idx="13246">
                  <c:v>3.5453299999999999</c:v>
                </c:pt>
                <c:pt idx="13247">
                  <c:v>3.5456300000000001</c:v>
                </c:pt>
                <c:pt idx="13248">
                  <c:v>3.5459399999999999</c:v>
                </c:pt>
                <c:pt idx="13249">
                  <c:v>3.5462400000000001</c:v>
                </c:pt>
                <c:pt idx="13250">
                  <c:v>3.5465499999999999</c:v>
                </c:pt>
                <c:pt idx="13251">
                  <c:v>3.5468500000000001</c:v>
                </c:pt>
                <c:pt idx="13252">
                  <c:v>3.5471599999999999</c:v>
                </c:pt>
                <c:pt idx="13253">
                  <c:v>3.5474600000000001</c:v>
                </c:pt>
                <c:pt idx="13254">
                  <c:v>3.5477699999999999</c:v>
                </c:pt>
                <c:pt idx="13255">
                  <c:v>3.5480700000000001</c:v>
                </c:pt>
                <c:pt idx="13256">
                  <c:v>3.5483799999999999</c:v>
                </c:pt>
                <c:pt idx="13257">
                  <c:v>3.5486900000000001</c:v>
                </c:pt>
                <c:pt idx="13258">
                  <c:v>3.5489899999999999</c:v>
                </c:pt>
                <c:pt idx="13259">
                  <c:v>3.5493000000000001</c:v>
                </c:pt>
                <c:pt idx="13260">
                  <c:v>3.5495999999999999</c:v>
                </c:pt>
                <c:pt idx="13261">
                  <c:v>3.5499100000000001</c:v>
                </c:pt>
                <c:pt idx="13262">
                  <c:v>3.5502099999999999</c:v>
                </c:pt>
                <c:pt idx="13263">
                  <c:v>3.5505200000000001</c:v>
                </c:pt>
                <c:pt idx="13264">
                  <c:v>3.5508199999999999</c:v>
                </c:pt>
                <c:pt idx="13265">
                  <c:v>3.5511300000000001</c:v>
                </c:pt>
                <c:pt idx="13266">
                  <c:v>3.5514299999999999</c:v>
                </c:pt>
                <c:pt idx="13267">
                  <c:v>3.5517400000000001</c:v>
                </c:pt>
                <c:pt idx="13268">
                  <c:v>3.5520499999999999</c:v>
                </c:pt>
                <c:pt idx="13269">
                  <c:v>3.5523500000000001</c:v>
                </c:pt>
                <c:pt idx="13270">
                  <c:v>3.5526599999999999</c:v>
                </c:pt>
                <c:pt idx="13271">
                  <c:v>3.5529600000000001</c:v>
                </c:pt>
                <c:pt idx="13272">
                  <c:v>3.5532699999999999</c:v>
                </c:pt>
                <c:pt idx="13273">
                  <c:v>3.5535700000000001</c:v>
                </c:pt>
                <c:pt idx="13274">
                  <c:v>3.5538799999999999</c:v>
                </c:pt>
                <c:pt idx="13275">
                  <c:v>3.5541800000000001</c:v>
                </c:pt>
                <c:pt idx="13276">
                  <c:v>3.5544899999999999</c:v>
                </c:pt>
                <c:pt idx="13277">
                  <c:v>3.5547900000000001</c:v>
                </c:pt>
                <c:pt idx="13278">
                  <c:v>3.5550999999999999</c:v>
                </c:pt>
                <c:pt idx="13279">
                  <c:v>3.5554000000000001</c:v>
                </c:pt>
                <c:pt idx="13280">
                  <c:v>3.5557099999999999</c:v>
                </c:pt>
                <c:pt idx="13281">
                  <c:v>3.5560200000000002</c:v>
                </c:pt>
                <c:pt idx="13282">
                  <c:v>3.5563199999999999</c:v>
                </c:pt>
                <c:pt idx="13283">
                  <c:v>3.5566300000000002</c:v>
                </c:pt>
                <c:pt idx="13284">
                  <c:v>3.5569299999999999</c:v>
                </c:pt>
                <c:pt idx="13285">
                  <c:v>3.5572400000000002</c:v>
                </c:pt>
                <c:pt idx="13286">
                  <c:v>3.5575399999999999</c:v>
                </c:pt>
                <c:pt idx="13287">
                  <c:v>3.5578500000000002</c:v>
                </c:pt>
                <c:pt idx="13288">
                  <c:v>3.5581499999999999</c:v>
                </c:pt>
                <c:pt idx="13289">
                  <c:v>3.5584600000000002</c:v>
                </c:pt>
                <c:pt idx="13290">
                  <c:v>3.5587599999999999</c:v>
                </c:pt>
                <c:pt idx="13291">
                  <c:v>3.5590700000000002</c:v>
                </c:pt>
                <c:pt idx="13292">
                  <c:v>3.5593699999999999</c:v>
                </c:pt>
                <c:pt idx="13293">
                  <c:v>3.5596800000000002</c:v>
                </c:pt>
                <c:pt idx="13294">
                  <c:v>3.55999</c:v>
                </c:pt>
                <c:pt idx="13295">
                  <c:v>3.5602900000000002</c:v>
                </c:pt>
                <c:pt idx="13296">
                  <c:v>3.5606</c:v>
                </c:pt>
                <c:pt idx="13297">
                  <c:v>3.5609000000000002</c:v>
                </c:pt>
                <c:pt idx="13298">
                  <c:v>3.56121</c:v>
                </c:pt>
                <c:pt idx="13299">
                  <c:v>3.5615100000000002</c:v>
                </c:pt>
                <c:pt idx="13300">
                  <c:v>3.56182</c:v>
                </c:pt>
                <c:pt idx="13301">
                  <c:v>3.5621200000000002</c:v>
                </c:pt>
                <c:pt idx="13302">
                  <c:v>3.56243</c:v>
                </c:pt>
                <c:pt idx="13303">
                  <c:v>3.5627300000000002</c:v>
                </c:pt>
                <c:pt idx="13304">
                  <c:v>3.56304</c:v>
                </c:pt>
                <c:pt idx="13305">
                  <c:v>3.5633400000000002</c:v>
                </c:pt>
                <c:pt idx="13306">
                  <c:v>3.56365</c:v>
                </c:pt>
                <c:pt idx="13307">
                  <c:v>3.5639599999999998</c:v>
                </c:pt>
                <c:pt idx="13308">
                  <c:v>3.56426</c:v>
                </c:pt>
                <c:pt idx="13309">
                  <c:v>3.5645699999999998</c:v>
                </c:pt>
                <c:pt idx="13310">
                  <c:v>3.56487</c:v>
                </c:pt>
                <c:pt idx="13311">
                  <c:v>3.5651799999999998</c:v>
                </c:pt>
                <c:pt idx="13312">
                  <c:v>3.56548</c:v>
                </c:pt>
                <c:pt idx="13313">
                  <c:v>3.5657899999999998</c:v>
                </c:pt>
                <c:pt idx="13314">
                  <c:v>3.56609</c:v>
                </c:pt>
                <c:pt idx="13315">
                  <c:v>3.5663999999999998</c:v>
                </c:pt>
                <c:pt idx="13316">
                  <c:v>3.5667</c:v>
                </c:pt>
                <c:pt idx="13317">
                  <c:v>3.5670099999999998</c:v>
                </c:pt>
                <c:pt idx="13318">
                  <c:v>3.56732</c:v>
                </c:pt>
                <c:pt idx="13319">
                  <c:v>3.5676199999999998</c:v>
                </c:pt>
                <c:pt idx="13320">
                  <c:v>3.56793</c:v>
                </c:pt>
                <c:pt idx="13321">
                  <c:v>3.5682299999999998</c:v>
                </c:pt>
                <c:pt idx="13322">
                  <c:v>3.56854</c:v>
                </c:pt>
                <c:pt idx="13323">
                  <c:v>3.5688399999999998</c:v>
                </c:pt>
                <c:pt idx="13324">
                  <c:v>3.56915</c:v>
                </c:pt>
                <c:pt idx="13325">
                  <c:v>3.5694499999999998</c:v>
                </c:pt>
                <c:pt idx="13326">
                  <c:v>3.56976</c:v>
                </c:pt>
                <c:pt idx="13327">
                  <c:v>3.5700599999999998</c:v>
                </c:pt>
                <c:pt idx="13328">
                  <c:v>3.57037</c:v>
                </c:pt>
                <c:pt idx="13329">
                  <c:v>3.5706699999999998</c:v>
                </c:pt>
                <c:pt idx="13330">
                  <c:v>3.57098</c:v>
                </c:pt>
                <c:pt idx="13331">
                  <c:v>3.5712899999999999</c:v>
                </c:pt>
                <c:pt idx="13332">
                  <c:v>3.57159</c:v>
                </c:pt>
                <c:pt idx="13333">
                  <c:v>3.5718999999999999</c:v>
                </c:pt>
                <c:pt idx="13334">
                  <c:v>3.5722</c:v>
                </c:pt>
                <c:pt idx="13335">
                  <c:v>3.5725099999999999</c:v>
                </c:pt>
                <c:pt idx="13336">
                  <c:v>3.57281</c:v>
                </c:pt>
                <c:pt idx="13337">
                  <c:v>3.5731199999999999</c:v>
                </c:pt>
                <c:pt idx="13338">
                  <c:v>3.57342</c:v>
                </c:pt>
                <c:pt idx="13339">
                  <c:v>3.5737299999999999</c:v>
                </c:pt>
                <c:pt idx="13340">
                  <c:v>3.57403</c:v>
                </c:pt>
                <c:pt idx="13341">
                  <c:v>3.5743399999999999</c:v>
                </c:pt>
                <c:pt idx="13342">
                  <c:v>3.57464</c:v>
                </c:pt>
                <c:pt idx="13343">
                  <c:v>3.5749499999999999</c:v>
                </c:pt>
                <c:pt idx="13344">
                  <c:v>3.5752600000000001</c:v>
                </c:pt>
                <c:pt idx="13345">
                  <c:v>3.5755599999999998</c:v>
                </c:pt>
                <c:pt idx="13346">
                  <c:v>3.5758700000000001</c:v>
                </c:pt>
                <c:pt idx="13347">
                  <c:v>3.5761699999999998</c:v>
                </c:pt>
                <c:pt idx="13348">
                  <c:v>3.5764800000000001</c:v>
                </c:pt>
                <c:pt idx="13349">
                  <c:v>3.5767799999999998</c:v>
                </c:pt>
                <c:pt idx="13350">
                  <c:v>3.5770900000000001</c:v>
                </c:pt>
                <c:pt idx="13351">
                  <c:v>3.5773899999999998</c:v>
                </c:pt>
                <c:pt idx="13352">
                  <c:v>3.5777000000000001</c:v>
                </c:pt>
                <c:pt idx="13353">
                  <c:v>3.5779999999999998</c:v>
                </c:pt>
                <c:pt idx="13354">
                  <c:v>3.5783100000000001</c:v>
                </c:pt>
                <c:pt idx="13355">
                  <c:v>3.5786099999999998</c:v>
                </c:pt>
                <c:pt idx="13356">
                  <c:v>3.5789200000000001</c:v>
                </c:pt>
                <c:pt idx="13357">
                  <c:v>3.5792299999999999</c:v>
                </c:pt>
                <c:pt idx="13358">
                  <c:v>3.5795300000000001</c:v>
                </c:pt>
                <c:pt idx="13359">
                  <c:v>3.5798399999999999</c:v>
                </c:pt>
                <c:pt idx="13360">
                  <c:v>3.5801400000000001</c:v>
                </c:pt>
                <c:pt idx="13361">
                  <c:v>3.5804499999999999</c:v>
                </c:pt>
                <c:pt idx="13362">
                  <c:v>3.5807500000000001</c:v>
                </c:pt>
                <c:pt idx="13363">
                  <c:v>3.5810599999999999</c:v>
                </c:pt>
                <c:pt idx="13364">
                  <c:v>3.5813600000000001</c:v>
                </c:pt>
                <c:pt idx="13365">
                  <c:v>3.5816699999999999</c:v>
                </c:pt>
                <c:pt idx="13366">
                  <c:v>3.5819700000000001</c:v>
                </c:pt>
                <c:pt idx="13367">
                  <c:v>3.5822799999999999</c:v>
                </c:pt>
                <c:pt idx="13368">
                  <c:v>3.5825800000000001</c:v>
                </c:pt>
                <c:pt idx="13369">
                  <c:v>3.5828899999999999</c:v>
                </c:pt>
                <c:pt idx="13370">
                  <c:v>3.5832000000000002</c:v>
                </c:pt>
                <c:pt idx="13371">
                  <c:v>3.5834999999999999</c:v>
                </c:pt>
                <c:pt idx="13372">
                  <c:v>3.5838100000000002</c:v>
                </c:pt>
                <c:pt idx="13373">
                  <c:v>3.5841099999999999</c:v>
                </c:pt>
                <c:pt idx="13374">
                  <c:v>3.5844200000000002</c:v>
                </c:pt>
                <c:pt idx="13375">
                  <c:v>3.5847199999999999</c:v>
                </c:pt>
                <c:pt idx="13376">
                  <c:v>3.5850300000000002</c:v>
                </c:pt>
                <c:pt idx="13377">
                  <c:v>3.5853299999999999</c:v>
                </c:pt>
                <c:pt idx="13378">
                  <c:v>3.5856400000000002</c:v>
                </c:pt>
                <c:pt idx="13379">
                  <c:v>3.5859399999999999</c:v>
                </c:pt>
                <c:pt idx="13380">
                  <c:v>3.5862500000000002</c:v>
                </c:pt>
                <c:pt idx="13381">
                  <c:v>3.58656</c:v>
                </c:pt>
                <c:pt idx="13382">
                  <c:v>3.5868600000000002</c:v>
                </c:pt>
                <c:pt idx="13383">
                  <c:v>3.58717</c:v>
                </c:pt>
                <c:pt idx="13384">
                  <c:v>3.5874700000000002</c:v>
                </c:pt>
                <c:pt idx="13385">
                  <c:v>3.58778</c:v>
                </c:pt>
                <c:pt idx="13386">
                  <c:v>3.5880800000000002</c:v>
                </c:pt>
                <c:pt idx="13387">
                  <c:v>3.58839</c:v>
                </c:pt>
                <c:pt idx="13388">
                  <c:v>3.5886900000000002</c:v>
                </c:pt>
                <c:pt idx="13389">
                  <c:v>3.589</c:v>
                </c:pt>
                <c:pt idx="13390">
                  <c:v>3.5893000000000002</c:v>
                </c:pt>
                <c:pt idx="13391">
                  <c:v>3.58961</c:v>
                </c:pt>
                <c:pt idx="13392">
                  <c:v>3.5899100000000002</c:v>
                </c:pt>
                <c:pt idx="13393">
                  <c:v>3.59022</c:v>
                </c:pt>
                <c:pt idx="13394">
                  <c:v>3.5905300000000002</c:v>
                </c:pt>
                <c:pt idx="13395">
                  <c:v>3.59083</c:v>
                </c:pt>
                <c:pt idx="13396">
                  <c:v>3.5911400000000002</c:v>
                </c:pt>
                <c:pt idx="13397">
                  <c:v>3.59144</c:v>
                </c:pt>
                <c:pt idx="13398">
                  <c:v>3.5917500000000002</c:v>
                </c:pt>
                <c:pt idx="13399">
                  <c:v>3.59205</c:v>
                </c:pt>
                <c:pt idx="13400">
                  <c:v>3.5923600000000002</c:v>
                </c:pt>
                <c:pt idx="13401">
                  <c:v>3.59266</c:v>
                </c:pt>
                <c:pt idx="13402">
                  <c:v>3.5929700000000002</c:v>
                </c:pt>
                <c:pt idx="13403">
                  <c:v>3.59327</c:v>
                </c:pt>
                <c:pt idx="13404">
                  <c:v>3.5935800000000002</c:v>
                </c:pt>
                <c:pt idx="13405">
                  <c:v>3.59388</c:v>
                </c:pt>
                <c:pt idx="13406">
                  <c:v>3.5941900000000002</c:v>
                </c:pt>
                <c:pt idx="13407">
                  <c:v>3.5945</c:v>
                </c:pt>
                <c:pt idx="13408">
                  <c:v>3.5948000000000002</c:v>
                </c:pt>
                <c:pt idx="13409">
                  <c:v>3.59511</c:v>
                </c:pt>
                <c:pt idx="13410">
                  <c:v>3.5954100000000002</c:v>
                </c:pt>
                <c:pt idx="13411">
                  <c:v>3.59572</c:v>
                </c:pt>
                <c:pt idx="13412">
                  <c:v>3.5960200000000002</c:v>
                </c:pt>
                <c:pt idx="13413">
                  <c:v>3.59633</c:v>
                </c:pt>
                <c:pt idx="13414">
                  <c:v>3.5966300000000002</c:v>
                </c:pt>
                <c:pt idx="13415">
                  <c:v>3.59694</c:v>
                </c:pt>
                <c:pt idx="13416">
                  <c:v>3.5972400000000002</c:v>
                </c:pt>
                <c:pt idx="13417">
                  <c:v>3.59755</c:v>
                </c:pt>
                <c:pt idx="13418">
                  <c:v>3.5978500000000002</c:v>
                </c:pt>
                <c:pt idx="13419">
                  <c:v>3.59816</c:v>
                </c:pt>
                <c:pt idx="13420">
                  <c:v>3.5984699999999998</c:v>
                </c:pt>
                <c:pt idx="13421">
                  <c:v>3.59877</c:v>
                </c:pt>
                <c:pt idx="13422">
                  <c:v>3.5990799999999998</c:v>
                </c:pt>
                <c:pt idx="13423">
                  <c:v>3.59938</c:v>
                </c:pt>
                <c:pt idx="13424">
                  <c:v>3.5996899999999998</c:v>
                </c:pt>
                <c:pt idx="13425">
                  <c:v>3.59999</c:v>
                </c:pt>
                <c:pt idx="13426">
                  <c:v>3.6002999999999998</c:v>
                </c:pt>
                <c:pt idx="13427">
                  <c:v>3.6006</c:v>
                </c:pt>
                <c:pt idx="13428">
                  <c:v>3.6009099999999998</c:v>
                </c:pt>
                <c:pt idx="13429">
                  <c:v>3.60121</c:v>
                </c:pt>
                <c:pt idx="13430">
                  <c:v>3.6015199999999998</c:v>
                </c:pt>
                <c:pt idx="13431">
                  <c:v>3.60182</c:v>
                </c:pt>
                <c:pt idx="13432">
                  <c:v>3.6021299999999998</c:v>
                </c:pt>
                <c:pt idx="13433">
                  <c:v>3.6024400000000001</c:v>
                </c:pt>
                <c:pt idx="13434">
                  <c:v>3.6027399999999998</c:v>
                </c:pt>
                <c:pt idx="13435">
                  <c:v>3.6030500000000001</c:v>
                </c:pt>
                <c:pt idx="13436">
                  <c:v>3.6033499999999998</c:v>
                </c:pt>
                <c:pt idx="13437">
                  <c:v>3.6036600000000001</c:v>
                </c:pt>
                <c:pt idx="13438">
                  <c:v>3.6039599999999998</c:v>
                </c:pt>
                <c:pt idx="13439">
                  <c:v>3.6042700000000001</c:v>
                </c:pt>
                <c:pt idx="13440">
                  <c:v>3.6045699999999998</c:v>
                </c:pt>
                <c:pt idx="13441">
                  <c:v>3.6048800000000001</c:v>
                </c:pt>
                <c:pt idx="13442">
                  <c:v>3.6051799999999998</c:v>
                </c:pt>
                <c:pt idx="13443">
                  <c:v>3.6054900000000001</c:v>
                </c:pt>
                <c:pt idx="13444">
                  <c:v>3.6057999999999999</c:v>
                </c:pt>
                <c:pt idx="13445">
                  <c:v>3.6061000000000001</c:v>
                </c:pt>
                <c:pt idx="13446">
                  <c:v>3.6064099999999999</c:v>
                </c:pt>
                <c:pt idx="13447">
                  <c:v>3.6067100000000001</c:v>
                </c:pt>
                <c:pt idx="13448">
                  <c:v>3.6070199999999999</c:v>
                </c:pt>
                <c:pt idx="13449">
                  <c:v>3.6073200000000001</c:v>
                </c:pt>
                <c:pt idx="13450">
                  <c:v>3.6076299999999999</c:v>
                </c:pt>
                <c:pt idx="13451">
                  <c:v>3.6079300000000001</c:v>
                </c:pt>
                <c:pt idx="13452">
                  <c:v>3.6082399999999999</c:v>
                </c:pt>
                <c:pt idx="13453">
                  <c:v>3.6085400000000001</c:v>
                </c:pt>
                <c:pt idx="13454">
                  <c:v>3.6088499999999999</c:v>
                </c:pt>
                <c:pt idx="13455">
                  <c:v>3.6091500000000001</c:v>
                </c:pt>
                <c:pt idx="13456">
                  <c:v>3.6094599999999999</c:v>
                </c:pt>
                <c:pt idx="13457">
                  <c:v>3.6097700000000001</c:v>
                </c:pt>
                <c:pt idx="13458">
                  <c:v>3.6100699999999999</c:v>
                </c:pt>
                <c:pt idx="13459">
                  <c:v>3.6103800000000001</c:v>
                </c:pt>
                <c:pt idx="13460">
                  <c:v>3.6106799999999999</c:v>
                </c:pt>
                <c:pt idx="13461">
                  <c:v>3.6109900000000001</c:v>
                </c:pt>
                <c:pt idx="13462">
                  <c:v>3.6112899999999999</c:v>
                </c:pt>
                <c:pt idx="13463">
                  <c:v>3.6116000000000001</c:v>
                </c:pt>
                <c:pt idx="13464">
                  <c:v>3.6118999999999999</c:v>
                </c:pt>
                <c:pt idx="13465">
                  <c:v>3.6122100000000001</c:v>
                </c:pt>
                <c:pt idx="13466">
                  <c:v>3.6125099999999999</c:v>
                </c:pt>
                <c:pt idx="13467">
                  <c:v>3.6128200000000001</c:v>
                </c:pt>
                <c:pt idx="13468">
                  <c:v>3.6131199999999999</c:v>
                </c:pt>
                <c:pt idx="13469">
                  <c:v>3.6134300000000001</c:v>
                </c:pt>
                <c:pt idx="13470">
                  <c:v>3.61374</c:v>
                </c:pt>
                <c:pt idx="13471">
                  <c:v>3.6140400000000001</c:v>
                </c:pt>
                <c:pt idx="13472">
                  <c:v>3.61435</c:v>
                </c:pt>
                <c:pt idx="13473">
                  <c:v>3.6146500000000001</c:v>
                </c:pt>
                <c:pt idx="13474">
                  <c:v>3.61496</c:v>
                </c:pt>
                <c:pt idx="13475">
                  <c:v>3.6152600000000001</c:v>
                </c:pt>
                <c:pt idx="13476">
                  <c:v>3.61557</c:v>
                </c:pt>
                <c:pt idx="13477">
                  <c:v>3.6158700000000001</c:v>
                </c:pt>
                <c:pt idx="13478">
                  <c:v>3.6161799999999999</c:v>
                </c:pt>
                <c:pt idx="13479">
                  <c:v>3.6164800000000001</c:v>
                </c:pt>
                <c:pt idx="13480">
                  <c:v>3.6167899999999999</c:v>
                </c:pt>
                <c:pt idx="13481">
                  <c:v>3.6170900000000001</c:v>
                </c:pt>
                <c:pt idx="13482">
                  <c:v>3.6173999999999999</c:v>
                </c:pt>
                <c:pt idx="13483">
                  <c:v>3.6177100000000002</c:v>
                </c:pt>
                <c:pt idx="13484">
                  <c:v>3.6180099999999999</c:v>
                </c:pt>
                <c:pt idx="13485">
                  <c:v>3.6183200000000002</c:v>
                </c:pt>
                <c:pt idx="13486">
                  <c:v>3.6186199999999999</c:v>
                </c:pt>
                <c:pt idx="13487">
                  <c:v>3.6189300000000002</c:v>
                </c:pt>
                <c:pt idx="13488">
                  <c:v>3.6192299999999999</c:v>
                </c:pt>
                <c:pt idx="13489">
                  <c:v>3.6195400000000002</c:v>
                </c:pt>
                <c:pt idx="13490">
                  <c:v>3.6198399999999999</c:v>
                </c:pt>
                <c:pt idx="13491">
                  <c:v>3.6201500000000002</c:v>
                </c:pt>
                <c:pt idx="13492">
                  <c:v>3.6204499999999999</c:v>
                </c:pt>
                <c:pt idx="13493">
                  <c:v>3.6207600000000002</c:v>
                </c:pt>
                <c:pt idx="13494">
                  <c:v>3.62107</c:v>
                </c:pt>
                <c:pt idx="13495">
                  <c:v>3.6213700000000002</c:v>
                </c:pt>
                <c:pt idx="13496">
                  <c:v>3.62168</c:v>
                </c:pt>
                <c:pt idx="13497">
                  <c:v>3.6219800000000002</c:v>
                </c:pt>
                <c:pt idx="13498">
                  <c:v>3.62229</c:v>
                </c:pt>
                <c:pt idx="13499">
                  <c:v>3.6225900000000002</c:v>
                </c:pt>
                <c:pt idx="13500">
                  <c:v>3.6229</c:v>
                </c:pt>
                <c:pt idx="13501">
                  <c:v>3.6232000000000002</c:v>
                </c:pt>
                <c:pt idx="13502">
                  <c:v>3.62351</c:v>
                </c:pt>
                <c:pt idx="13503">
                  <c:v>3.6238100000000002</c:v>
                </c:pt>
                <c:pt idx="13504">
                  <c:v>3.62412</c:v>
                </c:pt>
                <c:pt idx="13505">
                  <c:v>3.6244200000000002</c:v>
                </c:pt>
                <c:pt idx="13506">
                  <c:v>3.62473</c:v>
                </c:pt>
                <c:pt idx="13507">
                  <c:v>3.6250399999999998</c:v>
                </c:pt>
                <c:pt idx="13508">
                  <c:v>3.62534</c:v>
                </c:pt>
                <c:pt idx="13509">
                  <c:v>3.6256499999999998</c:v>
                </c:pt>
                <c:pt idx="13510">
                  <c:v>3.62595</c:v>
                </c:pt>
                <c:pt idx="13511">
                  <c:v>3.6262599999999998</c:v>
                </c:pt>
                <c:pt idx="13512">
                  <c:v>3.62656</c:v>
                </c:pt>
                <c:pt idx="13513">
                  <c:v>3.6268699999999998</c:v>
                </c:pt>
                <c:pt idx="13514">
                  <c:v>3.62717</c:v>
                </c:pt>
                <c:pt idx="13515">
                  <c:v>3.6274799999999998</c:v>
                </c:pt>
                <c:pt idx="13516">
                  <c:v>3.62778</c:v>
                </c:pt>
                <c:pt idx="13517">
                  <c:v>3.6280899999999998</c:v>
                </c:pt>
                <c:pt idx="13518">
                  <c:v>3.62839</c:v>
                </c:pt>
                <c:pt idx="13519">
                  <c:v>3.6286999999999998</c:v>
                </c:pt>
                <c:pt idx="13520">
                  <c:v>3.6290100000000001</c:v>
                </c:pt>
                <c:pt idx="13521">
                  <c:v>3.6293099999999998</c:v>
                </c:pt>
                <c:pt idx="13522">
                  <c:v>3.6296200000000001</c:v>
                </c:pt>
                <c:pt idx="13523">
                  <c:v>3.6299199999999998</c:v>
                </c:pt>
                <c:pt idx="13524">
                  <c:v>3.6302300000000001</c:v>
                </c:pt>
                <c:pt idx="13525">
                  <c:v>3.6305299999999998</c:v>
                </c:pt>
                <c:pt idx="13526">
                  <c:v>3.6308400000000001</c:v>
                </c:pt>
                <c:pt idx="13527">
                  <c:v>3.6311399999999998</c:v>
                </c:pt>
                <c:pt idx="13528">
                  <c:v>3.6314500000000001</c:v>
                </c:pt>
                <c:pt idx="13529">
                  <c:v>3.6317499999999998</c:v>
                </c:pt>
                <c:pt idx="13530">
                  <c:v>3.6320600000000001</c:v>
                </c:pt>
                <c:pt idx="13531">
                  <c:v>3.6323599999999998</c:v>
                </c:pt>
                <c:pt idx="13532">
                  <c:v>3.6326700000000001</c:v>
                </c:pt>
                <c:pt idx="13533">
                  <c:v>3.6329799999999999</c:v>
                </c:pt>
                <c:pt idx="13534">
                  <c:v>3.6332800000000001</c:v>
                </c:pt>
                <c:pt idx="13535">
                  <c:v>3.6335899999999999</c:v>
                </c:pt>
                <c:pt idx="13536">
                  <c:v>3.6338900000000001</c:v>
                </c:pt>
                <c:pt idx="13537">
                  <c:v>3.6341999999999999</c:v>
                </c:pt>
                <c:pt idx="13538">
                  <c:v>3.6345000000000001</c:v>
                </c:pt>
                <c:pt idx="13539">
                  <c:v>3.6348099999999999</c:v>
                </c:pt>
                <c:pt idx="13540">
                  <c:v>3.6351100000000001</c:v>
                </c:pt>
                <c:pt idx="13541">
                  <c:v>3.6354199999999999</c:v>
                </c:pt>
                <c:pt idx="13542">
                  <c:v>3.6357200000000001</c:v>
                </c:pt>
                <c:pt idx="13543">
                  <c:v>3.6360299999999999</c:v>
                </c:pt>
                <c:pt idx="13544">
                  <c:v>3.6363300000000001</c:v>
                </c:pt>
                <c:pt idx="13545">
                  <c:v>3.6366399999999999</c:v>
                </c:pt>
                <c:pt idx="13546">
                  <c:v>3.6369500000000001</c:v>
                </c:pt>
                <c:pt idx="13547">
                  <c:v>3.6372499999999999</c:v>
                </c:pt>
                <c:pt idx="13548">
                  <c:v>3.6375600000000001</c:v>
                </c:pt>
                <c:pt idx="13549">
                  <c:v>3.6378599999999999</c:v>
                </c:pt>
                <c:pt idx="13550">
                  <c:v>3.6381700000000001</c:v>
                </c:pt>
                <c:pt idx="13551">
                  <c:v>3.6384699999999999</c:v>
                </c:pt>
                <c:pt idx="13552">
                  <c:v>3.6387800000000001</c:v>
                </c:pt>
                <c:pt idx="13553">
                  <c:v>3.6390799999999999</c:v>
                </c:pt>
                <c:pt idx="13554">
                  <c:v>3.6393900000000001</c:v>
                </c:pt>
                <c:pt idx="13555">
                  <c:v>3.6396899999999999</c:v>
                </c:pt>
                <c:pt idx="13556">
                  <c:v>3.64</c:v>
                </c:pt>
                <c:pt idx="13557">
                  <c:v>3.6403099999999999</c:v>
                </c:pt>
                <c:pt idx="13558">
                  <c:v>3.6406100000000001</c:v>
                </c:pt>
                <c:pt idx="13559">
                  <c:v>3.6409199999999999</c:v>
                </c:pt>
                <c:pt idx="13560">
                  <c:v>3.6412200000000001</c:v>
                </c:pt>
                <c:pt idx="13561">
                  <c:v>3.6415299999999999</c:v>
                </c:pt>
                <c:pt idx="13562">
                  <c:v>3.6418300000000001</c:v>
                </c:pt>
                <c:pt idx="13563">
                  <c:v>3.6421399999999999</c:v>
                </c:pt>
                <c:pt idx="13564">
                  <c:v>3.6424400000000001</c:v>
                </c:pt>
                <c:pt idx="13565">
                  <c:v>3.6427499999999999</c:v>
                </c:pt>
                <c:pt idx="13566">
                  <c:v>3.6430500000000001</c:v>
                </c:pt>
                <c:pt idx="13567">
                  <c:v>3.6433599999999999</c:v>
                </c:pt>
                <c:pt idx="13568">
                  <c:v>3.6436600000000001</c:v>
                </c:pt>
                <c:pt idx="13569">
                  <c:v>3.6439699999999999</c:v>
                </c:pt>
                <c:pt idx="13570">
                  <c:v>3.6442800000000002</c:v>
                </c:pt>
                <c:pt idx="13571">
                  <c:v>3.6445799999999999</c:v>
                </c:pt>
                <c:pt idx="13572">
                  <c:v>3.6448900000000002</c:v>
                </c:pt>
                <c:pt idx="13573">
                  <c:v>3.6451899999999999</c:v>
                </c:pt>
                <c:pt idx="13574">
                  <c:v>3.6455000000000002</c:v>
                </c:pt>
                <c:pt idx="13575">
                  <c:v>3.6457999999999999</c:v>
                </c:pt>
                <c:pt idx="13576">
                  <c:v>3.6461100000000002</c:v>
                </c:pt>
                <c:pt idx="13577">
                  <c:v>3.6464099999999999</c:v>
                </c:pt>
                <c:pt idx="13578">
                  <c:v>3.6467200000000002</c:v>
                </c:pt>
                <c:pt idx="13579">
                  <c:v>3.6470199999999999</c:v>
                </c:pt>
                <c:pt idx="13580">
                  <c:v>3.6473300000000002</c:v>
                </c:pt>
                <c:pt idx="13581">
                  <c:v>3.6476299999999999</c:v>
                </c:pt>
                <c:pt idx="13582">
                  <c:v>3.6479400000000002</c:v>
                </c:pt>
                <c:pt idx="13583">
                  <c:v>3.64825</c:v>
                </c:pt>
                <c:pt idx="13584">
                  <c:v>3.6485500000000002</c:v>
                </c:pt>
                <c:pt idx="13585">
                  <c:v>3.64886</c:v>
                </c:pt>
                <c:pt idx="13586">
                  <c:v>3.6491600000000002</c:v>
                </c:pt>
                <c:pt idx="13587">
                  <c:v>3.64947</c:v>
                </c:pt>
                <c:pt idx="13588">
                  <c:v>3.6497700000000002</c:v>
                </c:pt>
                <c:pt idx="13589">
                  <c:v>3.65008</c:v>
                </c:pt>
                <c:pt idx="13590">
                  <c:v>3.6503800000000002</c:v>
                </c:pt>
                <c:pt idx="13591">
                  <c:v>3.65069</c:v>
                </c:pt>
                <c:pt idx="13592">
                  <c:v>3.6509900000000002</c:v>
                </c:pt>
                <c:pt idx="13593">
                  <c:v>3.6513</c:v>
                </c:pt>
                <c:pt idx="13594">
                  <c:v>3.6516000000000002</c:v>
                </c:pt>
                <c:pt idx="13595">
                  <c:v>3.65191</c:v>
                </c:pt>
                <c:pt idx="13596">
                  <c:v>3.6522199999999998</c:v>
                </c:pt>
                <c:pt idx="13597">
                  <c:v>3.65252</c:v>
                </c:pt>
                <c:pt idx="13598">
                  <c:v>3.6528299999999998</c:v>
                </c:pt>
                <c:pt idx="13599">
                  <c:v>3.65313</c:v>
                </c:pt>
                <c:pt idx="13600">
                  <c:v>3.6534399999999998</c:v>
                </c:pt>
                <c:pt idx="13601">
                  <c:v>3.65374</c:v>
                </c:pt>
                <c:pt idx="13602">
                  <c:v>3.6540499999999998</c:v>
                </c:pt>
                <c:pt idx="13603">
                  <c:v>3.65435</c:v>
                </c:pt>
                <c:pt idx="13604">
                  <c:v>3.6546599999999998</c:v>
                </c:pt>
                <c:pt idx="13605">
                  <c:v>3.65496</c:v>
                </c:pt>
                <c:pt idx="13606">
                  <c:v>3.6552699999999998</c:v>
                </c:pt>
                <c:pt idx="13607">
                  <c:v>3.65557</c:v>
                </c:pt>
                <c:pt idx="13608">
                  <c:v>3.6558799999999998</c:v>
                </c:pt>
                <c:pt idx="13609">
                  <c:v>3.6561900000000001</c:v>
                </c:pt>
                <c:pt idx="13610">
                  <c:v>3.6564899999999998</c:v>
                </c:pt>
                <c:pt idx="13611">
                  <c:v>3.6568000000000001</c:v>
                </c:pt>
                <c:pt idx="13612">
                  <c:v>3.6570999999999998</c:v>
                </c:pt>
                <c:pt idx="13613">
                  <c:v>3.65741</c:v>
                </c:pt>
                <c:pt idx="13614">
                  <c:v>3.6577099999999998</c:v>
                </c:pt>
                <c:pt idx="13615">
                  <c:v>3.65802</c:v>
                </c:pt>
                <c:pt idx="13616">
                  <c:v>3.6583199999999998</c:v>
                </c:pt>
                <c:pt idx="13617">
                  <c:v>3.65863</c:v>
                </c:pt>
                <c:pt idx="13618">
                  <c:v>3.6589299999999998</c:v>
                </c:pt>
                <c:pt idx="13619">
                  <c:v>3.65924</c:v>
                </c:pt>
                <c:pt idx="13620">
                  <c:v>3.6595499999999999</c:v>
                </c:pt>
                <c:pt idx="13621">
                  <c:v>3.65985</c:v>
                </c:pt>
                <c:pt idx="13622">
                  <c:v>3.6601599999999999</c:v>
                </c:pt>
                <c:pt idx="13623">
                  <c:v>3.66046</c:v>
                </c:pt>
                <c:pt idx="13624">
                  <c:v>3.6607699999999999</c:v>
                </c:pt>
                <c:pt idx="13625">
                  <c:v>3.66107</c:v>
                </c:pt>
                <c:pt idx="13626">
                  <c:v>3.6613799999999999</c:v>
                </c:pt>
                <c:pt idx="13627">
                  <c:v>3.66168</c:v>
                </c:pt>
                <c:pt idx="13628">
                  <c:v>3.6619899999999999</c:v>
                </c:pt>
                <c:pt idx="13629">
                  <c:v>3.66229</c:v>
                </c:pt>
                <c:pt idx="13630">
                  <c:v>3.6625999999999999</c:v>
                </c:pt>
                <c:pt idx="13631">
                  <c:v>3.6629</c:v>
                </c:pt>
                <c:pt idx="13632">
                  <c:v>3.6632099999999999</c:v>
                </c:pt>
                <c:pt idx="13633">
                  <c:v>3.6635200000000001</c:v>
                </c:pt>
                <c:pt idx="13634">
                  <c:v>3.6638199999999999</c:v>
                </c:pt>
                <c:pt idx="13635">
                  <c:v>3.6641300000000001</c:v>
                </c:pt>
                <c:pt idx="13636">
                  <c:v>3.6644299999999999</c:v>
                </c:pt>
                <c:pt idx="13637">
                  <c:v>3.6647400000000001</c:v>
                </c:pt>
                <c:pt idx="13638">
                  <c:v>3.6650399999999999</c:v>
                </c:pt>
                <c:pt idx="13639">
                  <c:v>3.6653500000000001</c:v>
                </c:pt>
                <c:pt idx="13640">
                  <c:v>3.6656499999999999</c:v>
                </c:pt>
                <c:pt idx="13641">
                  <c:v>3.6659600000000001</c:v>
                </c:pt>
                <c:pt idx="13642">
                  <c:v>3.6662599999999999</c:v>
                </c:pt>
                <c:pt idx="13643">
                  <c:v>3.6665700000000001</c:v>
                </c:pt>
                <c:pt idx="13644">
                  <c:v>3.6668699999999999</c:v>
                </c:pt>
                <c:pt idx="13645">
                  <c:v>3.6671800000000001</c:v>
                </c:pt>
                <c:pt idx="13646">
                  <c:v>3.6674899999999999</c:v>
                </c:pt>
                <c:pt idx="13647">
                  <c:v>3.6677900000000001</c:v>
                </c:pt>
                <c:pt idx="13648">
                  <c:v>3.6680999999999999</c:v>
                </c:pt>
                <c:pt idx="13649">
                  <c:v>3.6684000000000001</c:v>
                </c:pt>
                <c:pt idx="13650">
                  <c:v>3.6687099999999999</c:v>
                </c:pt>
                <c:pt idx="13651">
                  <c:v>3.6690100000000001</c:v>
                </c:pt>
                <c:pt idx="13652">
                  <c:v>3.6693199999999999</c:v>
                </c:pt>
                <c:pt idx="13653">
                  <c:v>3.6696200000000001</c:v>
                </c:pt>
                <c:pt idx="13654">
                  <c:v>3.6699299999999999</c:v>
                </c:pt>
                <c:pt idx="13655">
                  <c:v>3.6702300000000001</c:v>
                </c:pt>
                <c:pt idx="13656">
                  <c:v>3.6705399999999999</c:v>
                </c:pt>
                <c:pt idx="13657">
                  <c:v>3.6708400000000001</c:v>
                </c:pt>
                <c:pt idx="13658">
                  <c:v>3.6711499999999999</c:v>
                </c:pt>
                <c:pt idx="13659">
                  <c:v>3.6714600000000002</c:v>
                </c:pt>
                <c:pt idx="13660">
                  <c:v>3.6717599999999999</c:v>
                </c:pt>
                <c:pt idx="13661">
                  <c:v>3.6720700000000002</c:v>
                </c:pt>
                <c:pt idx="13662">
                  <c:v>3.6723699999999999</c:v>
                </c:pt>
                <c:pt idx="13663">
                  <c:v>3.6726800000000002</c:v>
                </c:pt>
                <c:pt idx="13664">
                  <c:v>3.6729799999999999</c:v>
                </c:pt>
                <c:pt idx="13665">
                  <c:v>3.6732900000000002</c:v>
                </c:pt>
                <c:pt idx="13666">
                  <c:v>3.6735899999999999</c:v>
                </c:pt>
                <c:pt idx="13667">
                  <c:v>3.6739000000000002</c:v>
                </c:pt>
                <c:pt idx="13668">
                  <c:v>3.6741999999999999</c:v>
                </c:pt>
                <c:pt idx="13669">
                  <c:v>3.6745100000000002</c:v>
                </c:pt>
                <c:pt idx="13670">
                  <c:v>3.6748099999999999</c:v>
                </c:pt>
                <c:pt idx="13671">
                  <c:v>3.6751200000000002</c:v>
                </c:pt>
                <c:pt idx="13672">
                  <c:v>3.67543</c:v>
                </c:pt>
                <c:pt idx="13673">
                  <c:v>3.6757300000000002</c:v>
                </c:pt>
                <c:pt idx="13674">
                  <c:v>3.67604</c:v>
                </c:pt>
                <c:pt idx="13675">
                  <c:v>3.6763400000000002</c:v>
                </c:pt>
                <c:pt idx="13676">
                  <c:v>3.67665</c:v>
                </c:pt>
                <c:pt idx="13677">
                  <c:v>3.6769500000000002</c:v>
                </c:pt>
                <c:pt idx="13678">
                  <c:v>3.67726</c:v>
                </c:pt>
                <c:pt idx="13679">
                  <c:v>3.6775600000000002</c:v>
                </c:pt>
                <c:pt idx="13680">
                  <c:v>3.67787</c:v>
                </c:pt>
                <c:pt idx="13681">
                  <c:v>3.6781700000000002</c:v>
                </c:pt>
                <c:pt idx="13682">
                  <c:v>3.67848</c:v>
                </c:pt>
                <c:pt idx="13683">
                  <c:v>3.6787899999999998</c:v>
                </c:pt>
                <c:pt idx="13684">
                  <c:v>3.67909</c:v>
                </c:pt>
                <c:pt idx="13685">
                  <c:v>3.6793999999999998</c:v>
                </c:pt>
                <c:pt idx="13686">
                  <c:v>3.6797</c:v>
                </c:pt>
                <c:pt idx="13687">
                  <c:v>3.6800099999999998</c:v>
                </c:pt>
                <c:pt idx="13688">
                  <c:v>3.68031</c:v>
                </c:pt>
                <c:pt idx="13689">
                  <c:v>3.6806199999999998</c:v>
                </c:pt>
                <c:pt idx="13690">
                  <c:v>3.68092</c:v>
                </c:pt>
                <c:pt idx="13691">
                  <c:v>3.6812299999999998</c:v>
                </c:pt>
                <c:pt idx="13692">
                  <c:v>3.68153</c:v>
                </c:pt>
                <c:pt idx="13693">
                  <c:v>3.6818399999999998</c:v>
                </c:pt>
                <c:pt idx="13694">
                  <c:v>3.68214</c:v>
                </c:pt>
                <c:pt idx="13695">
                  <c:v>3.6824499999999998</c:v>
                </c:pt>
                <c:pt idx="13696">
                  <c:v>3.68276</c:v>
                </c:pt>
                <c:pt idx="13697">
                  <c:v>3.6830599999999998</c:v>
                </c:pt>
                <c:pt idx="13698">
                  <c:v>3.68337</c:v>
                </c:pt>
                <c:pt idx="13699">
                  <c:v>3.6836700000000002</c:v>
                </c:pt>
                <c:pt idx="13700">
                  <c:v>3.68398</c:v>
                </c:pt>
                <c:pt idx="13701">
                  <c:v>3.6842800000000002</c:v>
                </c:pt>
                <c:pt idx="13702">
                  <c:v>3.68459</c:v>
                </c:pt>
                <c:pt idx="13703">
                  <c:v>3.6848900000000002</c:v>
                </c:pt>
                <c:pt idx="13704">
                  <c:v>3.6852</c:v>
                </c:pt>
                <c:pt idx="13705">
                  <c:v>3.6855000000000002</c:v>
                </c:pt>
                <c:pt idx="13706">
                  <c:v>3.68581</c:v>
                </c:pt>
                <c:pt idx="13707">
                  <c:v>3.6861100000000002</c:v>
                </c:pt>
                <c:pt idx="13708">
                  <c:v>3.68642</c:v>
                </c:pt>
                <c:pt idx="13709">
                  <c:v>3.6867299999999998</c:v>
                </c:pt>
                <c:pt idx="13710">
                  <c:v>3.68703</c:v>
                </c:pt>
                <c:pt idx="13711">
                  <c:v>3.6873399999999998</c:v>
                </c:pt>
                <c:pt idx="13712">
                  <c:v>3.68764</c:v>
                </c:pt>
                <c:pt idx="13713">
                  <c:v>3.6879499999999998</c:v>
                </c:pt>
                <c:pt idx="13714">
                  <c:v>3.68825</c:v>
                </c:pt>
                <c:pt idx="13715">
                  <c:v>3.6885599999999998</c:v>
                </c:pt>
                <c:pt idx="13716">
                  <c:v>3.68886</c:v>
                </c:pt>
                <c:pt idx="13717">
                  <c:v>3.6891699999999998</c:v>
                </c:pt>
                <c:pt idx="13718">
                  <c:v>3.68947</c:v>
                </c:pt>
                <c:pt idx="13719">
                  <c:v>3.6897799999999998</c:v>
                </c:pt>
                <c:pt idx="13720">
                  <c:v>3.69008</c:v>
                </c:pt>
                <c:pt idx="13721">
                  <c:v>3.6903899999999998</c:v>
                </c:pt>
                <c:pt idx="13722">
                  <c:v>3.6907000000000001</c:v>
                </c:pt>
                <c:pt idx="13723">
                  <c:v>3.6909999999999998</c:v>
                </c:pt>
                <c:pt idx="13724">
                  <c:v>3.6913100000000001</c:v>
                </c:pt>
                <c:pt idx="13725">
                  <c:v>3.6916099999999998</c:v>
                </c:pt>
                <c:pt idx="13726">
                  <c:v>3.6919200000000001</c:v>
                </c:pt>
                <c:pt idx="13727">
                  <c:v>3.6922199999999998</c:v>
                </c:pt>
                <c:pt idx="13728">
                  <c:v>3.6925300000000001</c:v>
                </c:pt>
                <c:pt idx="13729">
                  <c:v>3.6928299999999998</c:v>
                </c:pt>
                <c:pt idx="13730">
                  <c:v>3.6931400000000001</c:v>
                </c:pt>
                <c:pt idx="13731">
                  <c:v>3.6934399999999998</c:v>
                </c:pt>
                <c:pt idx="13732">
                  <c:v>3.6937500000000001</c:v>
                </c:pt>
                <c:pt idx="13733">
                  <c:v>3.6940599999999999</c:v>
                </c:pt>
                <c:pt idx="13734">
                  <c:v>3.6943600000000001</c:v>
                </c:pt>
                <c:pt idx="13735">
                  <c:v>3.6946699999999999</c:v>
                </c:pt>
                <c:pt idx="13736">
                  <c:v>3.6949700000000001</c:v>
                </c:pt>
                <c:pt idx="13737">
                  <c:v>3.6952799999999999</c:v>
                </c:pt>
                <c:pt idx="13738">
                  <c:v>3.6955800000000001</c:v>
                </c:pt>
                <c:pt idx="13739">
                  <c:v>3.6958899999999999</c:v>
                </c:pt>
                <c:pt idx="13740">
                  <c:v>3.6961900000000001</c:v>
                </c:pt>
                <c:pt idx="13741">
                  <c:v>3.6964999999999999</c:v>
                </c:pt>
                <c:pt idx="13742">
                  <c:v>3.6968000000000001</c:v>
                </c:pt>
                <c:pt idx="13743">
                  <c:v>3.6971099999999999</c:v>
                </c:pt>
                <c:pt idx="13744">
                  <c:v>3.6974100000000001</c:v>
                </c:pt>
                <c:pt idx="13745">
                  <c:v>3.6977199999999999</c:v>
                </c:pt>
                <c:pt idx="13746">
                  <c:v>3.6980300000000002</c:v>
                </c:pt>
                <c:pt idx="13747">
                  <c:v>3.6983299999999999</c:v>
                </c:pt>
                <c:pt idx="13748">
                  <c:v>3.6986400000000001</c:v>
                </c:pt>
                <c:pt idx="13749">
                  <c:v>3.6989399999999999</c:v>
                </c:pt>
                <c:pt idx="13750">
                  <c:v>3.6992500000000001</c:v>
                </c:pt>
                <c:pt idx="13751">
                  <c:v>3.6995499999999999</c:v>
                </c:pt>
                <c:pt idx="13752">
                  <c:v>3.6998600000000001</c:v>
                </c:pt>
                <c:pt idx="13753">
                  <c:v>3.7001599999999999</c:v>
                </c:pt>
                <c:pt idx="13754">
                  <c:v>3.7004700000000001</c:v>
                </c:pt>
                <c:pt idx="13755">
                  <c:v>3.7007699999999999</c:v>
                </c:pt>
                <c:pt idx="13756">
                  <c:v>3.7010800000000001</c:v>
                </c:pt>
                <c:pt idx="13757">
                  <c:v>3.7013799999999999</c:v>
                </c:pt>
                <c:pt idx="13758">
                  <c:v>3.7016900000000001</c:v>
                </c:pt>
                <c:pt idx="13759">
                  <c:v>3.702</c:v>
                </c:pt>
                <c:pt idx="13760">
                  <c:v>3.7023000000000001</c:v>
                </c:pt>
                <c:pt idx="13761">
                  <c:v>3.70261</c:v>
                </c:pt>
                <c:pt idx="13762">
                  <c:v>3.7029100000000001</c:v>
                </c:pt>
                <c:pt idx="13763">
                  <c:v>3.70322</c:v>
                </c:pt>
                <c:pt idx="13764">
                  <c:v>3.7035200000000001</c:v>
                </c:pt>
                <c:pt idx="13765">
                  <c:v>3.70383</c:v>
                </c:pt>
                <c:pt idx="13766">
                  <c:v>3.7041300000000001</c:v>
                </c:pt>
                <c:pt idx="13767">
                  <c:v>3.70444</c:v>
                </c:pt>
                <c:pt idx="13768">
                  <c:v>3.7047400000000001</c:v>
                </c:pt>
                <c:pt idx="13769">
                  <c:v>3.70505</c:v>
                </c:pt>
                <c:pt idx="13770">
                  <c:v>3.7053500000000001</c:v>
                </c:pt>
                <c:pt idx="13771">
                  <c:v>3.70566</c:v>
                </c:pt>
                <c:pt idx="13772">
                  <c:v>3.7059700000000002</c:v>
                </c:pt>
                <c:pt idx="13773">
                  <c:v>3.70627</c:v>
                </c:pt>
                <c:pt idx="13774">
                  <c:v>3.7065800000000002</c:v>
                </c:pt>
                <c:pt idx="13775">
                  <c:v>3.70688</c:v>
                </c:pt>
                <c:pt idx="13776">
                  <c:v>3.7071900000000002</c:v>
                </c:pt>
                <c:pt idx="13777">
                  <c:v>3.70749</c:v>
                </c:pt>
                <c:pt idx="13778">
                  <c:v>3.7078000000000002</c:v>
                </c:pt>
                <c:pt idx="13779">
                  <c:v>3.7081</c:v>
                </c:pt>
                <c:pt idx="13780">
                  <c:v>3.7084100000000002</c:v>
                </c:pt>
                <c:pt idx="13781">
                  <c:v>3.70871</c:v>
                </c:pt>
                <c:pt idx="13782">
                  <c:v>3.7090200000000002</c:v>
                </c:pt>
                <c:pt idx="13783">
                  <c:v>3.70932</c:v>
                </c:pt>
                <c:pt idx="13784">
                  <c:v>3.7096300000000002</c:v>
                </c:pt>
                <c:pt idx="13785">
                  <c:v>3.70994</c:v>
                </c:pt>
                <c:pt idx="13786">
                  <c:v>3.7102400000000002</c:v>
                </c:pt>
                <c:pt idx="13787">
                  <c:v>3.71055</c:v>
                </c:pt>
                <c:pt idx="13788">
                  <c:v>3.7108500000000002</c:v>
                </c:pt>
                <c:pt idx="13789">
                  <c:v>3.71116</c:v>
                </c:pt>
                <c:pt idx="13790">
                  <c:v>3.7114600000000002</c:v>
                </c:pt>
                <c:pt idx="13791">
                  <c:v>3.71177</c:v>
                </c:pt>
                <c:pt idx="13792">
                  <c:v>3.7120700000000002</c:v>
                </c:pt>
                <c:pt idx="13793">
                  <c:v>3.71238</c:v>
                </c:pt>
                <c:pt idx="13794">
                  <c:v>3.7126800000000002</c:v>
                </c:pt>
                <c:pt idx="13795">
                  <c:v>3.71299</c:v>
                </c:pt>
                <c:pt idx="13796">
                  <c:v>3.7132999999999998</c:v>
                </c:pt>
                <c:pt idx="13797">
                  <c:v>3.7136</c:v>
                </c:pt>
                <c:pt idx="13798">
                  <c:v>3.7139099999999998</c:v>
                </c:pt>
                <c:pt idx="13799">
                  <c:v>3.71421</c:v>
                </c:pt>
                <c:pt idx="13800">
                  <c:v>3.7145199999999998</c:v>
                </c:pt>
                <c:pt idx="13801">
                  <c:v>3.71482</c:v>
                </c:pt>
                <c:pt idx="13802">
                  <c:v>3.7151299999999998</c:v>
                </c:pt>
                <c:pt idx="13803">
                  <c:v>3.71543</c:v>
                </c:pt>
                <c:pt idx="13804">
                  <c:v>3.7157399999999998</c:v>
                </c:pt>
                <c:pt idx="13805">
                  <c:v>3.71604</c:v>
                </c:pt>
                <c:pt idx="13806">
                  <c:v>3.7163499999999998</c:v>
                </c:pt>
                <c:pt idx="13807">
                  <c:v>3.71665</c:v>
                </c:pt>
                <c:pt idx="13808">
                  <c:v>3.7169599999999998</c:v>
                </c:pt>
                <c:pt idx="13809">
                  <c:v>3.7172700000000001</c:v>
                </c:pt>
                <c:pt idx="13810">
                  <c:v>3.7175699999999998</c:v>
                </c:pt>
                <c:pt idx="13811">
                  <c:v>3.7178800000000001</c:v>
                </c:pt>
                <c:pt idx="13812">
                  <c:v>3.7181799999999998</c:v>
                </c:pt>
                <c:pt idx="13813">
                  <c:v>3.7184900000000001</c:v>
                </c:pt>
                <c:pt idx="13814">
                  <c:v>3.7187899999999998</c:v>
                </c:pt>
                <c:pt idx="13815">
                  <c:v>3.7191000000000001</c:v>
                </c:pt>
                <c:pt idx="13816">
                  <c:v>3.7193999999999998</c:v>
                </c:pt>
                <c:pt idx="13817">
                  <c:v>3.7197100000000001</c:v>
                </c:pt>
                <c:pt idx="13818">
                  <c:v>3.7200099999999998</c:v>
                </c:pt>
                <c:pt idx="13819">
                  <c:v>3.7203200000000001</c:v>
                </c:pt>
                <c:pt idx="13820">
                  <c:v>3.7206199999999998</c:v>
                </c:pt>
                <c:pt idx="13821">
                  <c:v>3.7209300000000001</c:v>
                </c:pt>
                <c:pt idx="13822">
                  <c:v>3.7212399999999999</c:v>
                </c:pt>
                <c:pt idx="13823">
                  <c:v>3.7215400000000001</c:v>
                </c:pt>
                <c:pt idx="13824">
                  <c:v>3.7218499999999999</c:v>
                </c:pt>
                <c:pt idx="13825">
                  <c:v>3.7221500000000001</c:v>
                </c:pt>
                <c:pt idx="13826">
                  <c:v>3.7224599999999999</c:v>
                </c:pt>
                <c:pt idx="13827">
                  <c:v>3.7227600000000001</c:v>
                </c:pt>
                <c:pt idx="13828">
                  <c:v>3.7230699999999999</c:v>
                </c:pt>
                <c:pt idx="13829">
                  <c:v>3.7233700000000001</c:v>
                </c:pt>
                <c:pt idx="13830">
                  <c:v>3.7236799999999999</c:v>
                </c:pt>
                <c:pt idx="13831">
                  <c:v>3.7239800000000001</c:v>
                </c:pt>
                <c:pt idx="13832">
                  <c:v>3.7242899999999999</c:v>
                </c:pt>
                <c:pt idx="13833">
                  <c:v>3.7245900000000001</c:v>
                </c:pt>
                <c:pt idx="13834">
                  <c:v>3.7248999999999999</c:v>
                </c:pt>
                <c:pt idx="13835">
                  <c:v>3.7252100000000001</c:v>
                </c:pt>
                <c:pt idx="13836">
                  <c:v>3.7255099999999999</c:v>
                </c:pt>
                <c:pt idx="13837">
                  <c:v>3.7258200000000001</c:v>
                </c:pt>
                <c:pt idx="13838">
                  <c:v>3.7261199999999999</c:v>
                </c:pt>
                <c:pt idx="13839">
                  <c:v>3.7264300000000001</c:v>
                </c:pt>
                <c:pt idx="13840">
                  <c:v>3.7267299999999999</c:v>
                </c:pt>
                <c:pt idx="13841">
                  <c:v>3.7270400000000001</c:v>
                </c:pt>
                <c:pt idx="13842">
                  <c:v>3.7273399999999999</c:v>
                </c:pt>
                <c:pt idx="13843">
                  <c:v>3.7276500000000001</c:v>
                </c:pt>
                <c:pt idx="13844">
                  <c:v>3.7279499999999999</c:v>
                </c:pt>
                <c:pt idx="13845">
                  <c:v>3.7282600000000001</c:v>
                </c:pt>
                <c:pt idx="13846">
                  <c:v>3.7285599999999999</c:v>
                </c:pt>
                <c:pt idx="13847">
                  <c:v>3.7288700000000001</c:v>
                </c:pt>
                <c:pt idx="13848">
                  <c:v>3.7291799999999999</c:v>
                </c:pt>
                <c:pt idx="13849">
                  <c:v>3.7294800000000001</c:v>
                </c:pt>
                <c:pt idx="13850">
                  <c:v>3.7297899999999999</c:v>
                </c:pt>
                <c:pt idx="13851">
                  <c:v>3.7300900000000001</c:v>
                </c:pt>
                <c:pt idx="13852">
                  <c:v>3.7303999999999999</c:v>
                </c:pt>
                <c:pt idx="13853">
                  <c:v>3.7307000000000001</c:v>
                </c:pt>
                <c:pt idx="13854">
                  <c:v>3.7310099999999999</c:v>
                </c:pt>
                <c:pt idx="13855">
                  <c:v>3.7313100000000001</c:v>
                </c:pt>
                <c:pt idx="13856">
                  <c:v>3.7316199999999999</c:v>
                </c:pt>
                <c:pt idx="13857">
                  <c:v>3.7319200000000001</c:v>
                </c:pt>
                <c:pt idx="13858">
                  <c:v>3.7322299999999999</c:v>
                </c:pt>
                <c:pt idx="13859">
                  <c:v>3.7325400000000002</c:v>
                </c:pt>
                <c:pt idx="13860">
                  <c:v>3.7328399999999999</c:v>
                </c:pt>
                <c:pt idx="13861">
                  <c:v>3.7331500000000002</c:v>
                </c:pt>
                <c:pt idx="13862">
                  <c:v>3.7334499999999999</c:v>
                </c:pt>
                <c:pt idx="13863">
                  <c:v>3.7337600000000002</c:v>
                </c:pt>
                <c:pt idx="13864">
                  <c:v>3.7340599999999999</c:v>
                </c:pt>
                <c:pt idx="13865">
                  <c:v>3.7343700000000002</c:v>
                </c:pt>
                <c:pt idx="13866">
                  <c:v>3.7346699999999999</c:v>
                </c:pt>
                <c:pt idx="13867">
                  <c:v>3.7349800000000002</c:v>
                </c:pt>
                <c:pt idx="13868">
                  <c:v>3.7352799999999999</c:v>
                </c:pt>
                <c:pt idx="13869">
                  <c:v>3.7355900000000002</c:v>
                </c:pt>
                <c:pt idx="13870">
                  <c:v>3.7358899999999999</c:v>
                </c:pt>
                <c:pt idx="13871">
                  <c:v>3.7362000000000002</c:v>
                </c:pt>
                <c:pt idx="13872">
                  <c:v>3.73651</c:v>
                </c:pt>
                <c:pt idx="13873">
                  <c:v>3.7368100000000002</c:v>
                </c:pt>
                <c:pt idx="13874">
                  <c:v>3.73712</c:v>
                </c:pt>
                <c:pt idx="13875">
                  <c:v>3.7374200000000002</c:v>
                </c:pt>
                <c:pt idx="13876">
                  <c:v>3.73773</c:v>
                </c:pt>
                <c:pt idx="13877">
                  <c:v>3.7380300000000002</c:v>
                </c:pt>
                <c:pt idx="13878">
                  <c:v>3.73834</c:v>
                </c:pt>
                <c:pt idx="13879">
                  <c:v>3.7386400000000002</c:v>
                </c:pt>
                <c:pt idx="13880">
                  <c:v>3.73895</c:v>
                </c:pt>
                <c:pt idx="13881">
                  <c:v>3.7392500000000002</c:v>
                </c:pt>
                <c:pt idx="13882">
                  <c:v>3.73956</c:v>
                </c:pt>
                <c:pt idx="13883">
                  <c:v>3.7398600000000002</c:v>
                </c:pt>
                <c:pt idx="13884">
                  <c:v>3.74017</c:v>
                </c:pt>
                <c:pt idx="13885">
                  <c:v>3.7404799999999998</c:v>
                </c:pt>
                <c:pt idx="13886">
                  <c:v>3.74078</c:v>
                </c:pt>
                <c:pt idx="13887">
                  <c:v>3.7410899999999998</c:v>
                </c:pt>
                <c:pt idx="13888">
                  <c:v>3.74139</c:v>
                </c:pt>
                <c:pt idx="13889">
                  <c:v>3.7416999999999998</c:v>
                </c:pt>
                <c:pt idx="13890">
                  <c:v>3.742</c:v>
                </c:pt>
                <c:pt idx="13891">
                  <c:v>3.7423099999999998</c:v>
                </c:pt>
                <c:pt idx="13892">
                  <c:v>3.74261</c:v>
                </c:pt>
                <c:pt idx="13893">
                  <c:v>3.7429199999999998</c:v>
                </c:pt>
                <c:pt idx="13894">
                  <c:v>3.74322</c:v>
                </c:pt>
                <c:pt idx="13895">
                  <c:v>3.7435299999999998</c:v>
                </c:pt>
                <c:pt idx="13896">
                  <c:v>3.74383</c:v>
                </c:pt>
                <c:pt idx="13897">
                  <c:v>3.7441399999999998</c:v>
                </c:pt>
                <c:pt idx="13898">
                  <c:v>3.7444500000000001</c:v>
                </c:pt>
                <c:pt idx="13899">
                  <c:v>3.7447499999999998</c:v>
                </c:pt>
                <c:pt idx="13900">
                  <c:v>3.7450600000000001</c:v>
                </c:pt>
                <c:pt idx="13901">
                  <c:v>3.7453599999999998</c:v>
                </c:pt>
                <c:pt idx="13902">
                  <c:v>3.7456700000000001</c:v>
                </c:pt>
                <c:pt idx="13903">
                  <c:v>3.7459699999999998</c:v>
                </c:pt>
                <c:pt idx="13904">
                  <c:v>3.7462800000000001</c:v>
                </c:pt>
                <c:pt idx="13905">
                  <c:v>3.7465799999999998</c:v>
                </c:pt>
                <c:pt idx="13906">
                  <c:v>3.7468900000000001</c:v>
                </c:pt>
                <c:pt idx="13907">
                  <c:v>3.7471899999999998</c:v>
                </c:pt>
                <c:pt idx="13908">
                  <c:v>3.7475000000000001</c:v>
                </c:pt>
                <c:pt idx="13909">
                  <c:v>3.7478099999999999</c:v>
                </c:pt>
                <c:pt idx="13910">
                  <c:v>3.7481100000000001</c:v>
                </c:pt>
                <c:pt idx="13911">
                  <c:v>3.7484199999999999</c:v>
                </c:pt>
                <c:pt idx="13912">
                  <c:v>3.7487200000000001</c:v>
                </c:pt>
                <c:pt idx="13913">
                  <c:v>3.7490299999999999</c:v>
                </c:pt>
                <c:pt idx="13914">
                  <c:v>3.7493300000000001</c:v>
                </c:pt>
                <c:pt idx="13915">
                  <c:v>3.7496399999999999</c:v>
                </c:pt>
                <c:pt idx="13916">
                  <c:v>3.7499400000000001</c:v>
                </c:pt>
                <c:pt idx="13917">
                  <c:v>3.7502499999999999</c:v>
                </c:pt>
                <c:pt idx="13918">
                  <c:v>3.7505500000000001</c:v>
                </c:pt>
                <c:pt idx="13919">
                  <c:v>3.7508599999999999</c:v>
                </c:pt>
                <c:pt idx="13920">
                  <c:v>3.75116</c:v>
                </c:pt>
                <c:pt idx="13921">
                  <c:v>3.7514699999999999</c:v>
                </c:pt>
                <c:pt idx="13922">
                  <c:v>3.7517800000000001</c:v>
                </c:pt>
                <c:pt idx="13923">
                  <c:v>3.7520799999999999</c:v>
                </c:pt>
                <c:pt idx="13924">
                  <c:v>3.7523900000000001</c:v>
                </c:pt>
                <c:pt idx="13925">
                  <c:v>3.7526899999999999</c:v>
                </c:pt>
                <c:pt idx="13926">
                  <c:v>3.7530000000000001</c:v>
                </c:pt>
                <c:pt idx="13927">
                  <c:v>3.7532999999999999</c:v>
                </c:pt>
                <c:pt idx="13928">
                  <c:v>3.7536100000000001</c:v>
                </c:pt>
                <c:pt idx="13929">
                  <c:v>3.7539099999999999</c:v>
                </c:pt>
                <c:pt idx="13930">
                  <c:v>3.7542200000000001</c:v>
                </c:pt>
                <c:pt idx="13931">
                  <c:v>3.7545199999999999</c:v>
                </c:pt>
                <c:pt idx="13932">
                  <c:v>3.7548300000000001</c:v>
                </c:pt>
                <c:pt idx="13933">
                  <c:v>3.7551299999999999</c:v>
                </c:pt>
                <c:pt idx="13934">
                  <c:v>3.7554400000000001</c:v>
                </c:pt>
                <c:pt idx="13935">
                  <c:v>3.7557499999999999</c:v>
                </c:pt>
                <c:pt idx="13936">
                  <c:v>3.7560500000000001</c:v>
                </c:pt>
                <c:pt idx="13937">
                  <c:v>3.7563599999999999</c:v>
                </c:pt>
                <c:pt idx="13938">
                  <c:v>3.7566600000000001</c:v>
                </c:pt>
                <c:pt idx="13939">
                  <c:v>3.7569699999999999</c:v>
                </c:pt>
                <c:pt idx="13940">
                  <c:v>3.7572700000000001</c:v>
                </c:pt>
                <c:pt idx="13941">
                  <c:v>3.7575799999999999</c:v>
                </c:pt>
                <c:pt idx="13942">
                  <c:v>3.7578800000000001</c:v>
                </c:pt>
                <c:pt idx="13943">
                  <c:v>3.7581899999999999</c:v>
                </c:pt>
                <c:pt idx="13944">
                  <c:v>3.7584900000000001</c:v>
                </c:pt>
                <c:pt idx="13945">
                  <c:v>3.7587999999999999</c:v>
                </c:pt>
                <c:pt idx="13946">
                  <c:v>3.7591000000000001</c:v>
                </c:pt>
                <c:pt idx="13947">
                  <c:v>3.7594099999999999</c:v>
                </c:pt>
                <c:pt idx="13948">
                  <c:v>3.7597200000000002</c:v>
                </c:pt>
                <c:pt idx="13949">
                  <c:v>3.7600199999999999</c:v>
                </c:pt>
                <c:pt idx="13950">
                  <c:v>3.7603300000000002</c:v>
                </c:pt>
                <c:pt idx="13951">
                  <c:v>3.7606299999999999</c:v>
                </c:pt>
                <c:pt idx="13952">
                  <c:v>3.7609400000000002</c:v>
                </c:pt>
                <c:pt idx="13953">
                  <c:v>3.7612399999999999</c:v>
                </c:pt>
                <c:pt idx="13954">
                  <c:v>3.7615500000000002</c:v>
                </c:pt>
                <c:pt idx="13955">
                  <c:v>3.7618499999999999</c:v>
                </c:pt>
                <c:pt idx="13956">
                  <c:v>3.7621600000000002</c:v>
                </c:pt>
                <c:pt idx="13957">
                  <c:v>3.7624599999999999</c:v>
                </c:pt>
                <c:pt idx="13958">
                  <c:v>3.7627700000000002</c:v>
                </c:pt>
                <c:pt idx="13959">
                  <c:v>3.7630699999999999</c:v>
                </c:pt>
                <c:pt idx="13960">
                  <c:v>3.7633800000000002</c:v>
                </c:pt>
                <c:pt idx="13961">
                  <c:v>3.76369</c:v>
                </c:pt>
                <c:pt idx="13962">
                  <c:v>3.7639900000000002</c:v>
                </c:pt>
                <c:pt idx="13963">
                  <c:v>3.7643</c:v>
                </c:pt>
                <c:pt idx="13964">
                  <c:v>3.7646000000000002</c:v>
                </c:pt>
                <c:pt idx="13965">
                  <c:v>3.76491</c:v>
                </c:pt>
                <c:pt idx="13966">
                  <c:v>3.7652100000000002</c:v>
                </c:pt>
                <c:pt idx="13967">
                  <c:v>3.76552</c:v>
                </c:pt>
                <c:pt idx="13968">
                  <c:v>3.7658200000000002</c:v>
                </c:pt>
                <c:pt idx="13969">
                  <c:v>3.76613</c:v>
                </c:pt>
                <c:pt idx="13970">
                  <c:v>3.7664300000000002</c:v>
                </c:pt>
                <c:pt idx="13971">
                  <c:v>3.76674</c:v>
                </c:pt>
                <c:pt idx="13972">
                  <c:v>3.7670499999999998</c:v>
                </c:pt>
                <c:pt idx="13973">
                  <c:v>3.76735</c:v>
                </c:pt>
                <c:pt idx="13974">
                  <c:v>3.7676599999999998</c:v>
                </c:pt>
                <c:pt idx="13975">
                  <c:v>3.76796</c:v>
                </c:pt>
                <c:pt idx="13976">
                  <c:v>3.7682699999999998</c:v>
                </c:pt>
                <c:pt idx="13977">
                  <c:v>3.76857</c:v>
                </c:pt>
                <c:pt idx="13978">
                  <c:v>3.7688799999999998</c:v>
                </c:pt>
                <c:pt idx="13979">
                  <c:v>3.76918</c:v>
                </c:pt>
                <c:pt idx="13980">
                  <c:v>3.7694899999999998</c:v>
                </c:pt>
                <c:pt idx="13981">
                  <c:v>3.76979</c:v>
                </c:pt>
                <c:pt idx="13982">
                  <c:v>3.7700999999999998</c:v>
                </c:pt>
                <c:pt idx="13983">
                  <c:v>3.7704</c:v>
                </c:pt>
                <c:pt idx="13984">
                  <c:v>3.7707099999999998</c:v>
                </c:pt>
                <c:pt idx="13985">
                  <c:v>3.77102</c:v>
                </c:pt>
                <c:pt idx="13986">
                  <c:v>3.7713199999999998</c:v>
                </c:pt>
                <c:pt idx="13987">
                  <c:v>3.77163</c:v>
                </c:pt>
                <c:pt idx="13988">
                  <c:v>3.7719299999999998</c:v>
                </c:pt>
                <c:pt idx="13989">
                  <c:v>3.77224</c:v>
                </c:pt>
                <c:pt idx="13990">
                  <c:v>3.7725399999999998</c:v>
                </c:pt>
                <c:pt idx="13991">
                  <c:v>3.77285</c:v>
                </c:pt>
                <c:pt idx="13992">
                  <c:v>3.7731499999999998</c:v>
                </c:pt>
                <c:pt idx="13993">
                  <c:v>3.77346</c:v>
                </c:pt>
                <c:pt idx="13994">
                  <c:v>3.7737599999999998</c:v>
                </c:pt>
                <c:pt idx="13995">
                  <c:v>3.77407</c:v>
                </c:pt>
                <c:pt idx="13996">
                  <c:v>3.7743699999999998</c:v>
                </c:pt>
                <c:pt idx="13997">
                  <c:v>3.77468</c:v>
                </c:pt>
                <c:pt idx="13998">
                  <c:v>3.7749899999999998</c:v>
                </c:pt>
                <c:pt idx="13999">
                  <c:v>3.77529</c:v>
                </c:pt>
                <c:pt idx="14000">
                  <c:v>3.7755999999999998</c:v>
                </c:pt>
                <c:pt idx="14001">
                  <c:v>3.7759</c:v>
                </c:pt>
                <c:pt idx="14002">
                  <c:v>3.7762099999999998</c:v>
                </c:pt>
                <c:pt idx="14003">
                  <c:v>3.77651</c:v>
                </c:pt>
                <c:pt idx="14004">
                  <c:v>3.7768199999999998</c:v>
                </c:pt>
                <c:pt idx="14005">
                  <c:v>3.77712</c:v>
                </c:pt>
                <c:pt idx="14006">
                  <c:v>3.7774299999999998</c:v>
                </c:pt>
                <c:pt idx="14007">
                  <c:v>3.77773</c:v>
                </c:pt>
                <c:pt idx="14008">
                  <c:v>3.7780399999999998</c:v>
                </c:pt>
                <c:pt idx="14009">
                  <c:v>3.77834</c:v>
                </c:pt>
                <c:pt idx="14010">
                  <c:v>3.7786499999999998</c:v>
                </c:pt>
                <c:pt idx="14011">
                  <c:v>3.7789600000000001</c:v>
                </c:pt>
                <c:pt idx="14012">
                  <c:v>3.7792599999999998</c:v>
                </c:pt>
                <c:pt idx="14013">
                  <c:v>3.7795700000000001</c:v>
                </c:pt>
                <c:pt idx="14014">
                  <c:v>3.7798699999999998</c:v>
                </c:pt>
                <c:pt idx="14015">
                  <c:v>3.7801800000000001</c:v>
                </c:pt>
                <c:pt idx="14016">
                  <c:v>3.7804799999999998</c:v>
                </c:pt>
                <c:pt idx="14017">
                  <c:v>3.7807900000000001</c:v>
                </c:pt>
                <c:pt idx="14018">
                  <c:v>3.7810899999999998</c:v>
                </c:pt>
                <c:pt idx="14019">
                  <c:v>3.7814000000000001</c:v>
                </c:pt>
                <c:pt idx="14020">
                  <c:v>3.7816999999999998</c:v>
                </c:pt>
                <c:pt idx="14021">
                  <c:v>3.7820100000000001</c:v>
                </c:pt>
                <c:pt idx="14022">
                  <c:v>3.7823099999999998</c:v>
                </c:pt>
                <c:pt idx="14023">
                  <c:v>3.7826200000000001</c:v>
                </c:pt>
                <c:pt idx="14024">
                  <c:v>3.7829299999999999</c:v>
                </c:pt>
                <c:pt idx="14025">
                  <c:v>3.7832300000000001</c:v>
                </c:pt>
                <c:pt idx="14026">
                  <c:v>3.7835399999999999</c:v>
                </c:pt>
                <c:pt idx="14027">
                  <c:v>3.7838400000000001</c:v>
                </c:pt>
                <c:pt idx="14028">
                  <c:v>3.7841499999999999</c:v>
                </c:pt>
                <c:pt idx="14029">
                  <c:v>3.7844500000000001</c:v>
                </c:pt>
                <c:pt idx="14030">
                  <c:v>3.7847599999999999</c:v>
                </c:pt>
                <c:pt idx="14031">
                  <c:v>3.7850600000000001</c:v>
                </c:pt>
                <c:pt idx="14032">
                  <c:v>3.7853699999999999</c:v>
                </c:pt>
                <c:pt idx="14033">
                  <c:v>3.7856700000000001</c:v>
                </c:pt>
                <c:pt idx="14034">
                  <c:v>3.7859799999999999</c:v>
                </c:pt>
                <c:pt idx="14035">
                  <c:v>3.7862900000000002</c:v>
                </c:pt>
                <c:pt idx="14036">
                  <c:v>3.7865899999999999</c:v>
                </c:pt>
                <c:pt idx="14037">
                  <c:v>3.7869000000000002</c:v>
                </c:pt>
                <c:pt idx="14038">
                  <c:v>3.7871999999999999</c:v>
                </c:pt>
                <c:pt idx="14039">
                  <c:v>3.7875100000000002</c:v>
                </c:pt>
                <c:pt idx="14040">
                  <c:v>3.7878099999999999</c:v>
                </c:pt>
                <c:pt idx="14041">
                  <c:v>3.7881200000000002</c:v>
                </c:pt>
                <c:pt idx="14042">
                  <c:v>3.7884199999999999</c:v>
                </c:pt>
                <c:pt idx="14043">
                  <c:v>3.7887300000000002</c:v>
                </c:pt>
                <c:pt idx="14044">
                  <c:v>3.7890299999999999</c:v>
                </c:pt>
                <c:pt idx="14045">
                  <c:v>3.7893400000000002</c:v>
                </c:pt>
                <c:pt idx="14046">
                  <c:v>3.7896399999999999</c:v>
                </c:pt>
                <c:pt idx="14047">
                  <c:v>3.7899500000000002</c:v>
                </c:pt>
                <c:pt idx="14048">
                  <c:v>3.79026</c:v>
                </c:pt>
                <c:pt idx="14049">
                  <c:v>3.7905600000000002</c:v>
                </c:pt>
                <c:pt idx="14050">
                  <c:v>3.79087</c:v>
                </c:pt>
                <c:pt idx="14051">
                  <c:v>3.7911700000000002</c:v>
                </c:pt>
                <c:pt idx="14052">
                  <c:v>3.79148</c:v>
                </c:pt>
                <c:pt idx="14053">
                  <c:v>3.7917800000000002</c:v>
                </c:pt>
                <c:pt idx="14054">
                  <c:v>3.79209</c:v>
                </c:pt>
                <c:pt idx="14055">
                  <c:v>3.7923900000000001</c:v>
                </c:pt>
                <c:pt idx="14056">
                  <c:v>3.7927</c:v>
                </c:pt>
                <c:pt idx="14057">
                  <c:v>3.7930000000000001</c:v>
                </c:pt>
                <c:pt idx="14058">
                  <c:v>3.79331</c:v>
                </c:pt>
                <c:pt idx="14059">
                  <c:v>3.7936100000000001</c:v>
                </c:pt>
                <c:pt idx="14060">
                  <c:v>3.79392</c:v>
                </c:pt>
                <c:pt idx="14061">
                  <c:v>3.7942300000000002</c:v>
                </c:pt>
                <c:pt idx="14062">
                  <c:v>3.79453</c:v>
                </c:pt>
                <c:pt idx="14063">
                  <c:v>3.7948400000000002</c:v>
                </c:pt>
                <c:pt idx="14064">
                  <c:v>3.79514</c:v>
                </c:pt>
                <c:pt idx="14065">
                  <c:v>3.7954500000000002</c:v>
                </c:pt>
                <c:pt idx="14066">
                  <c:v>3.79575</c:v>
                </c:pt>
                <c:pt idx="14067">
                  <c:v>3.7960600000000002</c:v>
                </c:pt>
                <c:pt idx="14068">
                  <c:v>3.79636</c:v>
                </c:pt>
                <c:pt idx="14069">
                  <c:v>3.7966700000000002</c:v>
                </c:pt>
                <c:pt idx="14070">
                  <c:v>3.79697</c:v>
                </c:pt>
                <c:pt idx="14071">
                  <c:v>3.7972800000000002</c:v>
                </c:pt>
                <c:pt idx="14072">
                  <c:v>3.79758</c:v>
                </c:pt>
                <c:pt idx="14073">
                  <c:v>3.7978900000000002</c:v>
                </c:pt>
                <c:pt idx="14074">
                  <c:v>3.7982</c:v>
                </c:pt>
                <c:pt idx="14075">
                  <c:v>3.7985000000000002</c:v>
                </c:pt>
                <c:pt idx="14076">
                  <c:v>3.79881</c:v>
                </c:pt>
                <c:pt idx="14077">
                  <c:v>3.7991100000000002</c:v>
                </c:pt>
                <c:pt idx="14078">
                  <c:v>3.79942</c:v>
                </c:pt>
                <c:pt idx="14079">
                  <c:v>3.7997200000000002</c:v>
                </c:pt>
                <c:pt idx="14080">
                  <c:v>3.80003</c:v>
                </c:pt>
                <c:pt idx="14081">
                  <c:v>3.8003300000000002</c:v>
                </c:pt>
                <c:pt idx="14082">
                  <c:v>3.80064</c:v>
                </c:pt>
                <c:pt idx="14083">
                  <c:v>3.8009400000000002</c:v>
                </c:pt>
                <c:pt idx="14084">
                  <c:v>3.80125</c:v>
                </c:pt>
                <c:pt idx="14085">
                  <c:v>3.8015599999999998</c:v>
                </c:pt>
                <c:pt idx="14086">
                  <c:v>3.80186</c:v>
                </c:pt>
                <c:pt idx="14087">
                  <c:v>3.8021699999999998</c:v>
                </c:pt>
                <c:pt idx="14088">
                  <c:v>3.80247</c:v>
                </c:pt>
                <c:pt idx="14089">
                  <c:v>3.8027799999999998</c:v>
                </c:pt>
                <c:pt idx="14090">
                  <c:v>3.80308</c:v>
                </c:pt>
                <c:pt idx="14091">
                  <c:v>3.8033899999999998</c:v>
                </c:pt>
                <c:pt idx="14092">
                  <c:v>3.80369</c:v>
                </c:pt>
                <c:pt idx="14093">
                  <c:v>3.8039999999999998</c:v>
                </c:pt>
                <c:pt idx="14094">
                  <c:v>3.8043</c:v>
                </c:pt>
                <c:pt idx="14095">
                  <c:v>3.8046099999999998</c:v>
                </c:pt>
                <c:pt idx="14096">
                  <c:v>3.80491</c:v>
                </c:pt>
                <c:pt idx="14097">
                  <c:v>3.8052199999999998</c:v>
                </c:pt>
                <c:pt idx="14098">
                  <c:v>3.8055300000000001</c:v>
                </c:pt>
                <c:pt idx="14099">
                  <c:v>3.8058299999999998</c:v>
                </c:pt>
                <c:pt idx="14100">
                  <c:v>3.8061400000000001</c:v>
                </c:pt>
                <c:pt idx="14101">
                  <c:v>3.8064399999999998</c:v>
                </c:pt>
                <c:pt idx="14102">
                  <c:v>3.8067500000000001</c:v>
                </c:pt>
                <c:pt idx="14103">
                  <c:v>3.8070499999999998</c:v>
                </c:pt>
                <c:pt idx="14104">
                  <c:v>3.8073600000000001</c:v>
                </c:pt>
                <c:pt idx="14105">
                  <c:v>3.8076599999999998</c:v>
                </c:pt>
                <c:pt idx="14106">
                  <c:v>3.8079700000000001</c:v>
                </c:pt>
                <c:pt idx="14107">
                  <c:v>3.8082699999999998</c:v>
                </c:pt>
                <c:pt idx="14108">
                  <c:v>3.8085800000000001</c:v>
                </c:pt>
                <c:pt idx="14109">
                  <c:v>3.8088799999999998</c:v>
                </c:pt>
                <c:pt idx="14110">
                  <c:v>3.8091900000000001</c:v>
                </c:pt>
                <c:pt idx="14111">
                  <c:v>3.8094999999999999</c:v>
                </c:pt>
                <c:pt idx="14112">
                  <c:v>3.8098000000000001</c:v>
                </c:pt>
                <c:pt idx="14113">
                  <c:v>3.8101099999999999</c:v>
                </c:pt>
                <c:pt idx="14114">
                  <c:v>3.8104100000000001</c:v>
                </c:pt>
                <c:pt idx="14115">
                  <c:v>3.8107199999999999</c:v>
                </c:pt>
                <c:pt idx="14116">
                  <c:v>3.8110200000000001</c:v>
                </c:pt>
                <c:pt idx="14117">
                  <c:v>3.8113299999999999</c:v>
                </c:pt>
                <c:pt idx="14118">
                  <c:v>3.8116300000000001</c:v>
                </c:pt>
                <c:pt idx="14119">
                  <c:v>3.8119399999999999</c:v>
                </c:pt>
                <c:pt idx="14120">
                  <c:v>3.8122400000000001</c:v>
                </c:pt>
                <c:pt idx="14121">
                  <c:v>3.8125499999999999</c:v>
                </c:pt>
                <c:pt idx="14122">
                  <c:v>3.8128500000000001</c:v>
                </c:pt>
                <c:pt idx="14123">
                  <c:v>3.8131599999999999</c:v>
                </c:pt>
                <c:pt idx="14124">
                  <c:v>3.8134700000000001</c:v>
                </c:pt>
                <c:pt idx="14125">
                  <c:v>3.8137699999999999</c:v>
                </c:pt>
                <c:pt idx="14126">
                  <c:v>3.8140800000000001</c:v>
                </c:pt>
                <c:pt idx="14127">
                  <c:v>3.8143799999999999</c:v>
                </c:pt>
                <c:pt idx="14128">
                  <c:v>3.8146900000000001</c:v>
                </c:pt>
                <c:pt idx="14129">
                  <c:v>3.8149899999999999</c:v>
                </c:pt>
                <c:pt idx="14130">
                  <c:v>3.8153000000000001</c:v>
                </c:pt>
                <c:pt idx="14131">
                  <c:v>3.8155999999999999</c:v>
                </c:pt>
                <c:pt idx="14132">
                  <c:v>3.8159100000000001</c:v>
                </c:pt>
                <c:pt idx="14133">
                  <c:v>3.8162099999999999</c:v>
                </c:pt>
                <c:pt idx="14134">
                  <c:v>3.8165200000000001</c:v>
                </c:pt>
                <c:pt idx="14135">
                  <c:v>3.8168199999999999</c:v>
                </c:pt>
                <c:pt idx="14136">
                  <c:v>3.8171300000000001</c:v>
                </c:pt>
                <c:pt idx="14137">
                  <c:v>3.8174399999999999</c:v>
                </c:pt>
                <c:pt idx="14138">
                  <c:v>3.8177400000000001</c:v>
                </c:pt>
                <c:pt idx="14139">
                  <c:v>3.8180499999999999</c:v>
                </c:pt>
                <c:pt idx="14140">
                  <c:v>3.8183500000000001</c:v>
                </c:pt>
                <c:pt idx="14141">
                  <c:v>3.8186599999999999</c:v>
                </c:pt>
                <c:pt idx="14142">
                  <c:v>3.8189600000000001</c:v>
                </c:pt>
                <c:pt idx="14143">
                  <c:v>3.8192699999999999</c:v>
                </c:pt>
                <c:pt idx="14144">
                  <c:v>3.8195700000000001</c:v>
                </c:pt>
                <c:pt idx="14145">
                  <c:v>3.8198799999999999</c:v>
                </c:pt>
                <c:pt idx="14146">
                  <c:v>3.8201800000000001</c:v>
                </c:pt>
                <c:pt idx="14147">
                  <c:v>3.8204899999999999</c:v>
                </c:pt>
                <c:pt idx="14148">
                  <c:v>3.8208000000000002</c:v>
                </c:pt>
                <c:pt idx="14149">
                  <c:v>3.8210999999999999</c:v>
                </c:pt>
                <c:pt idx="14150">
                  <c:v>3.8214100000000002</c:v>
                </c:pt>
                <c:pt idx="14151">
                  <c:v>3.8217099999999999</c:v>
                </c:pt>
                <c:pt idx="14152">
                  <c:v>3.8220200000000002</c:v>
                </c:pt>
                <c:pt idx="14153">
                  <c:v>3.8223199999999999</c:v>
                </c:pt>
                <c:pt idx="14154">
                  <c:v>3.8226300000000002</c:v>
                </c:pt>
                <c:pt idx="14155">
                  <c:v>3.8229299999999999</c:v>
                </c:pt>
                <c:pt idx="14156">
                  <c:v>3.8232400000000002</c:v>
                </c:pt>
                <c:pt idx="14157">
                  <c:v>3.8235399999999999</c:v>
                </c:pt>
                <c:pt idx="14158">
                  <c:v>3.8238500000000002</c:v>
                </c:pt>
                <c:pt idx="14159">
                  <c:v>3.8241499999999999</c:v>
                </c:pt>
                <c:pt idx="14160">
                  <c:v>3.8244600000000002</c:v>
                </c:pt>
                <c:pt idx="14161">
                  <c:v>3.82477</c:v>
                </c:pt>
                <c:pt idx="14162">
                  <c:v>3.8250700000000002</c:v>
                </c:pt>
                <c:pt idx="14163">
                  <c:v>3.82538</c:v>
                </c:pt>
                <c:pt idx="14164">
                  <c:v>3.8256800000000002</c:v>
                </c:pt>
                <c:pt idx="14165">
                  <c:v>3.82599</c:v>
                </c:pt>
                <c:pt idx="14166">
                  <c:v>3.8262900000000002</c:v>
                </c:pt>
                <c:pt idx="14167">
                  <c:v>3.8266</c:v>
                </c:pt>
                <c:pt idx="14168">
                  <c:v>3.8269000000000002</c:v>
                </c:pt>
                <c:pt idx="14169">
                  <c:v>3.82721</c:v>
                </c:pt>
                <c:pt idx="14170">
                  <c:v>3.8275100000000002</c:v>
                </c:pt>
                <c:pt idx="14171">
                  <c:v>3.82782</c:v>
                </c:pt>
                <c:pt idx="14172">
                  <c:v>3.8281200000000002</c:v>
                </c:pt>
                <c:pt idx="14173">
                  <c:v>3.82843</c:v>
                </c:pt>
                <c:pt idx="14174">
                  <c:v>3.8287399999999998</c:v>
                </c:pt>
                <c:pt idx="14175">
                  <c:v>3.82904</c:v>
                </c:pt>
                <c:pt idx="14176">
                  <c:v>3.8293499999999998</c:v>
                </c:pt>
                <c:pt idx="14177">
                  <c:v>3.82965</c:v>
                </c:pt>
                <c:pt idx="14178">
                  <c:v>3.8299599999999998</c:v>
                </c:pt>
                <c:pt idx="14179">
                  <c:v>3.83026</c:v>
                </c:pt>
                <c:pt idx="14180">
                  <c:v>3.8305699999999998</c:v>
                </c:pt>
                <c:pt idx="14181">
                  <c:v>3.83087</c:v>
                </c:pt>
                <c:pt idx="14182">
                  <c:v>3.8311799999999998</c:v>
                </c:pt>
                <c:pt idx="14183">
                  <c:v>3.83148</c:v>
                </c:pt>
                <c:pt idx="14184">
                  <c:v>3.8317899999999998</c:v>
                </c:pt>
                <c:pt idx="14185">
                  <c:v>3.83209</c:v>
                </c:pt>
                <c:pt idx="14186">
                  <c:v>3.8323999999999998</c:v>
                </c:pt>
                <c:pt idx="14187">
                  <c:v>3.8327100000000001</c:v>
                </c:pt>
                <c:pt idx="14188">
                  <c:v>3.8330099999999998</c:v>
                </c:pt>
                <c:pt idx="14189">
                  <c:v>3.8333200000000001</c:v>
                </c:pt>
                <c:pt idx="14190">
                  <c:v>3.8336199999999998</c:v>
                </c:pt>
                <c:pt idx="14191">
                  <c:v>3.8339300000000001</c:v>
                </c:pt>
                <c:pt idx="14192">
                  <c:v>3.8342299999999998</c:v>
                </c:pt>
                <c:pt idx="14193">
                  <c:v>3.8345400000000001</c:v>
                </c:pt>
                <c:pt idx="14194">
                  <c:v>3.8348399999999998</c:v>
                </c:pt>
                <c:pt idx="14195">
                  <c:v>3.8351500000000001</c:v>
                </c:pt>
                <c:pt idx="14196">
                  <c:v>3.8354499999999998</c:v>
                </c:pt>
                <c:pt idx="14197">
                  <c:v>3.8357600000000001</c:v>
                </c:pt>
                <c:pt idx="14198">
                  <c:v>3.8360599999999998</c:v>
                </c:pt>
                <c:pt idx="14199">
                  <c:v>3.8363700000000001</c:v>
                </c:pt>
                <c:pt idx="14200">
                  <c:v>3.8366799999999999</c:v>
                </c:pt>
                <c:pt idx="14201">
                  <c:v>3.8369800000000001</c:v>
                </c:pt>
                <c:pt idx="14202">
                  <c:v>3.8372899999999999</c:v>
                </c:pt>
                <c:pt idx="14203">
                  <c:v>3.8375900000000001</c:v>
                </c:pt>
                <c:pt idx="14204">
                  <c:v>3.8378999999999999</c:v>
                </c:pt>
                <c:pt idx="14205">
                  <c:v>3.8382000000000001</c:v>
                </c:pt>
                <c:pt idx="14206">
                  <c:v>3.8385099999999999</c:v>
                </c:pt>
                <c:pt idx="14207">
                  <c:v>3.8388100000000001</c:v>
                </c:pt>
                <c:pt idx="14208">
                  <c:v>3.8391199999999999</c:v>
                </c:pt>
                <c:pt idx="14209">
                  <c:v>3.8394200000000001</c:v>
                </c:pt>
                <c:pt idx="14210">
                  <c:v>3.8397299999999999</c:v>
                </c:pt>
                <c:pt idx="14211">
                  <c:v>3.8400400000000001</c:v>
                </c:pt>
                <c:pt idx="14212">
                  <c:v>3.8403399999999999</c:v>
                </c:pt>
                <c:pt idx="14213">
                  <c:v>3.8406500000000001</c:v>
                </c:pt>
                <c:pt idx="14214">
                  <c:v>3.8409499999999999</c:v>
                </c:pt>
                <c:pt idx="14215">
                  <c:v>3.8412600000000001</c:v>
                </c:pt>
                <c:pt idx="14216">
                  <c:v>3.8415599999999999</c:v>
                </c:pt>
                <c:pt idx="14217">
                  <c:v>3.8418700000000001</c:v>
                </c:pt>
                <c:pt idx="14218">
                  <c:v>3.8421699999999999</c:v>
                </c:pt>
                <c:pt idx="14219">
                  <c:v>3.8424800000000001</c:v>
                </c:pt>
                <c:pt idx="14220">
                  <c:v>3.8427799999999999</c:v>
                </c:pt>
                <c:pt idx="14221">
                  <c:v>3.8430900000000001</c:v>
                </c:pt>
                <c:pt idx="14222">
                  <c:v>3.8433899999999999</c:v>
                </c:pt>
                <c:pt idx="14223">
                  <c:v>3.8437000000000001</c:v>
                </c:pt>
                <c:pt idx="14224">
                  <c:v>3.8440099999999999</c:v>
                </c:pt>
                <c:pt idx="14225">
                  <c:v>3.8443100000000001</c:v>
                </c:pt>
                <c:pt idx="14226">
                  <c:v>3.8446199999999999</c:v>
                </c:pt>
                <c:pt idx="14227">
                  <c:v>3.8449200000000001</c:v>
                </c:pt>
                <c:pt idx="14228">
                  <c:v>3.8452299999999999</c:v>
                </c:pt>
                <c:pt idx="14229">
                  <c:v>3.8455300000000001</c:v>
                </c:pt>
                <c:pt idx="14230">
                  <c:v>3.8458399999999999</c:v>
                </c:pt>
                <c:pt idx="14231">
                  <c:v>3.8461400000000001</c:v>
                </c:pt>
                <c:pt idx="14232">
                  <c:v>3.8464499999999999</c:v>
                </c:pt>
                <c:pt idx="14233">
                  <c:v>3.8467500000000001</c:v>
                </c:pt>
                <c:pt idx="14234">
                  <c:v>3.8470599999999999</c:v>
                </c:pt>
                <c:pt idx="14235">
                  <c:v>3.8473600000000001</c:v>
                </c:pt>
                <c:pt idx="14236">
                  <c:v>3.8476699999999999</c:v>
                </c:pt>
                <c:pt idx="14237">
                  <c:v>3.8479800000000002</c:v>
                </c:pt>
                <c:pt idx="14238">
                  <c:v>3.8482799999999999</c:v>
                </c:pt>
                <c:pt idx="14239">
                  <c:v>3.8485900000000002</c:v>
                </c:pt>
                <c:pt idx="14240">
                  <c:v>3.8488899999999999</c:v>
                </c:pt>
                <c:pt idx="14241">
                  <c:v>3.8492000000000002</c:v>
                </c:pt>
                <c:pt idx="14242">
                  <c:v>3.8494999999999999</c:v>
                </c:pt>
                <c:pt idx="14243">
                  <c:v>3.8498100000000002</c:v>
                </c:pt>
                <c:pt idx="14244">
                  <c:v>3.8501099999999999</c:v>
                </c:pt>
                <c:pt idx="14245">
                  <c:v>3.8504200000000002</c:v>
                </c:pt>
                <c:pt idx="14246">
                  <c:v>3.8507199999999999</c:v>
                </c:pt>
                <c:pt idx="14247">
                  <c:v>3.8510300000000002</c:v>
                </c:pt>
                <c:pt idx="14248">
                  <c:v>3.8513299999999999</c:v>
                </c:pt>
                <c:pt idx="14249">
                  <c:v>3.8516400000000002</c:v>
                </c:pt>
                <c:pt idx="14250">
                  <c:v>3.85195</c:v>
                </c:pt>
                <c:pt idx="14251">
                  <c:v>3.8522500000000002</c:v>
                </c:pt>
                <c:pt idx="14252">
                  <c:v>3.85256</c:v>
                </c:pt>
                <c:pt idx="14253">
                  <c:v>3.8528600000000002</c:v>
                </c:pt>
                <c:pt idx="14254">
                  <c:v>3.85317</c:v>
                </c:pt>
                <c:pt idx="14255">
                  <c:v>3.8534700000000002</c:v>
                </c:pt>
                <c:pt idx="14256">
                  <c:v>3.85378</c:v>
                </c:pt>
                <c:pt idx="14257">
                  <c:v>3.8540800000000002</c:v>
                </c:pt>
                <c:pt idx="14258">
                  <c:v>3.85439</c:v>
                </c:pt>
                <c:pt idx="14259">
                  <c:v>3.8546900000000002</c:v>
                </c:pt>
                <c:pt idx="14260">
                  <c:v>3.855</c:v>
                </c:pt>
                <c:pt idx="14261">
                  <c:v>3.8553000000000002</c:v>
                </c:pt>
                <c:pt idx="14262">
                  <c:v>3.85561</c:v>
                </c:pt>
                <c:pt idx="14263">
                  <c:v>3.8559199999999998</c:v>
                </c:pt>
                <c:pt idx="14264">
                  <c:v>3.85622</c:v>
                </c:pt>
                <c:pt idx="14265">
                  <c:v>3.8565299999999998</c:v>
                </c:pt>
                <c:pt idx="14266">
                  <c:v>3.85683</c:v>
                </c:pt>
                <c:pt idx="14267">
                  <c:v>3.8571399999999998</c:v>
                </c:pt>
                <c:pt idx="14268">
                  <c:v>3.85744</c:v>
                </c:pt>
                <c:pt idx="14269">
                  <c:v>3.8577499999999998</c:v>
                </c:pt>
                <c:pt idx="14270">
                  <c:v>3.85805</c:v>
                </c:pt>
                <c:pt idx="14271">
                  <c:v>3.8583599999999998</c:v>
                </c:pt>
                <c:pt idx="14272">
                  <c:v>3.85866</c:v>
                </c:pt>
                <c:pt idx="14273">
                  <c:v>3.8589699999999998</c:v>
                </c:pt>
                <c:pt idx="14274">
                  <c:v>3.85928</c:v>
                </c:pt>
                <c:pt idx="14275">
                  <c:v>3.8595799999999998</c:v>
                </c:pt>
                <c:pt idx="14276">
                  <c:v>3.85989</c:v>
                </c:pt>
                <c:pt idx="14277">
                  <c:v>3.8601899999999998</c:v>
                </c:pt>
                <c:pt idx="14278">
                  <c:v>3.8605</c:v>
                </c:pt>
                <c:pt idx="14279">
                  <c:v>3.8607999999999998</c:v>
                </c:pt>
                <c:pt idx="14280">
                  <c:v>3.86111</c:v>
                </c:pt>
                <c:pt idx="14281">
                  <c:v>3.8614099999999998</c:v>
                </c:pt>
                <c:pt idx="14282">
                  <c:v>3.86172</c:v>
                </c:pt>
                <c:pt idx="14283">
                  <c:v>3.8620199999999998</c:v>
                </c:pt>
                <c:pt idx="14284">
                  <c:v>3.86233</c:v>
                </c:pt>
                <c:pt idx="14285">
                  <c:v>3.8626299999999998</c:v>
                </c:pt>
                <c:pt idx="14286">
                  <c:v>3.86294</c:v>
                </c:pt>
                <c:pt idx="14287">
                  <c:v>3.8632499999999999</c:v>
                </c:pt>
                <c:pt idx="14288">
                  <c:v>3.86355</c:v>
                </c:pt>
                <c:pt idx="14289">
                  <c:v>3.8638599999999999</c:v>
                </c:pt>
                <c:pt idx="14290">
                  <c:v>3.86416</c:v>
                </c:pt>
                <c:pt idx="14291">
                  <c:v>3.8644699999999998</c:v>
                </c:pt>
                <c:pt idx="14292">
                  <c:v>3.86477</c:v>
                </c:pt>
                <c:pt idx="14293">
                  <c:v>3.8650799999999998</c:v>
                </c:pt>
                <c:pt idx="14294">
                  <c:v>3.86538</c:v>
                </c:pt>
                <c:pt idx="14295">
                  <c:v>3.8656899999999998</c:v>
                </c:pt>
                <c:pt idx="14296">
                  <c:v>3.86599</c:v>
                </c:pt>
                <c:pt idx="14297">
                  <c:v>3.8662999999999998</c:v>
                </c:pt>
                <c:pt idx="14298">
                  <c:v>3.8666</c:v>
                </c:pt>
                <c:pt idx="14299">
                  <c:v>3.8669099999999998</c:v>
                </c:pt>
                <c:pt idx="14300">
                  <c:v>3.8672200000000001</c:v>
                </c:pt>
                <c:pt idx="14301">
                  <c:v>3.8675199999999998</c:v>
                </c:pt>
                <c:pt idx="14302">
                  <c:v>3.8678300000000001</c:v>
                </c:pt>
                <c:pt idx="14303">
                  <c:v>3.8681299999999998</c:v>
                </c:pt>
                <c:pt idx="14304">
                  <c:v>3.8684400000000001</c:v>
                </c:pt>
                <c:pt idx="14305">
                  <c:v>3.8687399999999998</c:v>
                </c:pt>
                <c:pt idx="14306">
                  <c:v>3.8690500000000001</c:v>
                </c:pt>
                <c:pt idx="14307">
                  <c:v>3.8693499999999998</c:v>
                </c:pt>
                <c:pt idx="14308">
                  <c:v>3.8696600000000001</c:v>
                </c:pt>
                <c:pt idx="14309">
                  <c:v>3.8699599999999998</c:v>
                </c:pt>
                <c:pt idx="14310">
                  <c:v>3.8702700000000001</c:v>
                </c:pt>
                <c:pt idx="14311">
                  <c:v>3.8705699999999998</c:v>
                </c:pt>
                <c:pt idx="14312">
                  <c:v>3.8708800000000001</c:v>
                </c:pt>
                <c:pt idx="14313">
                  <c:v>3.8711899999999999</c:v>
                </c:pt>
                <c:pt idx="14314">
                  <c:v>3.8714900000000001</c:v>
                </c:pt>
                <c:pt idx="14315">
                  <c:v>3.8717999999999999</c:v>
                </c:pt>
                <c:pt idx="14316">
                  <c:v>3.8721000000000001</c:v>
                </c:pt>
                <c:pt idx="14317">
                  <c:v>3.8724099999999999</c:v>
                </c:pt>
                <c:pt idx="14318">
                  <c:v>3.8727100000000001</c:v>
                </c:pt>
                <c:pt idx="14319">
                  <c:v>3.8730199999999999</c:v>
                </c:pt>
                <c:pt idx="14320">
                  <c:v>3.8733200000000001</c:v>
                </c:pt>
                <c:pt idx="14321">
                  <c:v>3.8736299999999999</c:v>
                </c:pt>
                <c:pt idx="14322">
                  <c:v>3.8739300000000001</c:v>
                </c:pt>
                <c:pt idx="14323">
                  <c:v>3.8742399999999999</c:v>
                </c:pt>
                <c:pt idx="14324">
                  <c:v>3.8745500000000002</c:v>
                </c:pt>
                <c:pt idx="14325">
                  <c:v>3.8748499999999999</c:v>
                </c:pt>
                <c:pt idx="14326">
                  <c:v>3.8751600000000002</c:v>
                </c:pt>
                <c:pt idx="14327">
                  <c:v>3.8754599999999999</c:v>
                </c:pt>
                <c:pt idx="14328">
                  <c:v>3.8757700000000002</c:v>
                </c:pt>
                <c:pt idx="14329">
                  <c:v>3.8760699999999999</c:v>
                </c:pt>
                <c:pt idx="14330">
                  <c:v>3.8763800000000002</c:v>
                </c:pt>
                <c:pt idx="14331">
                  <c:v>3.8766799999999999</c:v>
                </c:pt>
                <c:pt idx="14332">
                  <c:v>3.8769900000000002</c:v>
                </c:pt>
                <c:pt idx="14333">
                  <c:v>3.8772899999999999</c:v>
                </c:pt>
                <c:pt idx="14334">
                  <c:v>3.8776000000000002</c:v>
                </c:pt>
                <c:pt idx="14335">
                  <c:v>3.8778999999999999</c:v>
                </c:pt>
                <c:pt idx="14336">
                  <c:v>3.8782100000000002</c:v>
                </c:pt>
                <c:pt idx="14337">
                  <c:v>3.87852</c:v>
                </c:pt>
                <c:pt idx="14338">
                  <c:v>3.8788200000000002</c:v>
                </c:pt>
                <c:pt idx="14339">
                  <c:v>3.87913</c:v>
                </c:pt>
                <c:pt idx="14340">
                  <c:v>3.8794300000000002</c:v>
                </c:pt>
                <c:pt idx="14341">
                  <c:v>3.87974</c:v>
                </c:pt>
                <c:pt idx="14342">
                  <c:v>3.8800400000000002</c:v>
                </c:pt>
                <c:pt idx="14343">
                  <c:v>3.88035</c:v>
                </c:pt>
                <c:pt idx="14344">
                  <c:v>3.8806500000000002</c:v>
                </c:pt>
                <c:pt idx="14345">
                  <c:v>3.88096</c:v>
                </c:pt>
                <c:pt idx="14346">
                  <c:v>3.8812600000000002</c:v>
                </c:pt>
                <c:pt idx="14347">
                  <c:v>3.88157</c:v>
                </c:pt>
                <c:pt idx="14348">
                  <c:v>3.8818700000000002</c:v>
                </c:pt>
                <c:pt idx="14349">
                  <c:v>3.88218</c:v>
                </c:pt>
                <c:pt idx="14350">
                  <c:v>3.8824900000000002</c:v>
                </c:pt>
                <c:pt idx="14351">
                  <c:v>3.88279</c:v>
                </c:pt>
                <c:pt idx="14352">
                  <c:v>3.8831000000000002</c:v>
                </c:pt>
                <c:pt idx="14353">
                  <c:v>3.8834</c:v>
                </c:pt>
                <c:pt idx="14354">
                  <c:v>3.8837100000000002</c:v>
                </c:pt>
                <c:pt idx="14355">
                  <c:v>3.88401</c:v>
                </c:pt>
                <c:pt idx="14356">
                  <c:v>3.8843200000000002</c:v>
                </c:pt>
                <c:pt idx="14357">
                  <c:v>3.88462</c:v>
                </c:pt>
                <c:pt idx="14358">
                  <c:v>3.8849300000000002</c:v>
                </c:pt>
                <c:pt idx="14359">
                  <c:v>3.88523</c:v>
                </c:pt>
                <c:pt idx="14360">
                  <c:v>3.8855400000000002</c:v>
                </c:pt>
                <c:pt idx="14361">
                  <c:v>3.88584</c:v>
                </c:pt>
                <c:pt idx="14362">
                  <c:v>3.8861500000000002</c:v>
                </c:pt>
                <c:pt idx="14363">
                  <c:v>3.88646</c:v>
                </c:pt>
                <c:pt idx="14364">
                  <c:v>3.8867600000000002</c:v>
                </c:pt>
                <c:pt idx="14365">
                  <c:v>3.88707</c:v>
                </c:pt>
                <c:pt idx="14366">
                  <c:v>3.8873700000000002</c:v>
                </c:pt>
                <c:pt idx="14367">
                  <c:v>3.88768</c:v>
                </c:pt>
                <c:pt idx="14368">
                  <c:v>3.8879800000000002</c:v>
                </c:pt>
                <c:pt idx="14369">
                  <c:v>3.88829</c:v>
                </c:pt>
                <c:pt idx="14370">
                  <c:v>3.8885900000000002</c:v>
                </c:pt>
                <c:pt idx="14371">
                  <c:v>3.8889</c:v>
                </c:pt>
                <c:pt idx="14372">
                  <c:v>3.8892000000000002</c:v>
                </c:pt>
                <c:pt idx="14373">
                  <c:v>3.88951</c:v>
                </c:pt>
                <c:pt idx="14374">
                  <c:v>3.8898100000000002</c:v>
                </c:pt>
                <c:pt idx="14375">
                  <c:v>3.89012</c:v>
                </c:pt>
                <c:pt idx="14376">
                  <c:v>3.8904299999999998</c:v>
                </c:pt>
                <c:pt idx="14377">
                  <c:v>3.89073</c:v>
                </c:pt>
                <c:pt idx="14378">
                  <c:v>3.8910399999999998</c:v>
                </c:pt>
                <c:pt idx="14379">
                  <c:v>3.89134</c:v>
                </c:pt>
                <c:pt idx="14380">
                  <c:v>3.8916499999999998</c:v>
                </c:pt>
                <c:pt idx="14381">
                  <c:v>3.89195</c:v>
                </c:pt>
                <c:pt idx="14382">
                  <c:v>3.8922599999999998</c:v>
                </c:pt>
                <c:pt idx="14383">
                  <c:v>3.89256</c:v>
                </c:pt>
                <c:pt idx="14384">
                  <c:v>3.8928699999999998</c:v>
                </c:pt>
                <c:pt idx="14385">
                  <c:v>3.89317</c:v>
                </c:pt>
                <c:pt idx="14386">
                  <c:v>3.8934799999999998</c:v>
                </c:pt>
                <c:pt idx="14387">
                  <c:v>3.8937900000000001</c:v>
                </c:pt>
                <c:pt idx="14388">
                  <c:v>3.8940899999999998</c:v>
                </c:pt>
                <c:pt idx="14389">
                  <c:v>3.8944000000000001</c:v>
                </c:pt>
                <c:pt idx="14390">
                  <c:v>3.8946999999999998</c:v>
                </c:pt>
                <c:pt idx="14391">
                  <c:v>3.8950100000000001</c:v>
                </c:pt>
                <c:pt idx="14392">
                  <c:v>3.8953099999999998</c:v>
                </c:pt>
                <c:pt idx="14393">
                  <c:v>3.8956200000000001</c:v>
                </c:pt>
                <c:pt idx="14394">
                  <c:v>3.8959199999999998</c:v>
                </c:pt>
                <c:pt idx="14395">
                  <c:v>3.8962300000000001</c:v>
                </c:pt>
                <c:pt idx="14396">
                  <c:v>3.8965299999999998</c:v>
                </c:pt>
                <c:pt idx="14397">
                  <c:v>3.8968400000000001</c:v>
                </c:pt>
                <c:pt idx="14398">
                  <c:v>3.8971399999999998</c:v>
                </c:pt>
                <c:pt idx="14399">
                  <c:v>3.8974500000000001</c:v>
                </c:pt>
                <c:pt idx="14400">
                  <c:v>3.8977599999999999</c:v>
                </c:pt>
                <c:pt idx="14401">
                  <c:v>3.8980600000000001</c:v>
                </c:pt>
                <c:pt idx="14402">
                  <c:v>3.8983699999999999</c:v>
                </c:pt>
                <c:pt idx="14403">
                  <c:v>3.8986700000000001</c:v>
                </c:pt>
                <c:pt idx="14404">
                  <c:v>3.8989799999999999</c:v>
                </c:pt>
                <c:pt idx="14405">
                  <c:v>3.8992800000000001</c:v>
                </c:pt>
                <c:pt idx="14406">
                  <c:v>3.8995899999999999</c:v>
                </c:pt>
                <c:pt idx="14407">
                  <c:v>3.8998900000000001</c:v>
                </c:pt>
                <c:pt idx="14408">
                  <c:v>3.9001999999999999</c:v>
                </c:pt>
                <c:pt idx="14409">
                  <c:v>3.9005000000000001</c:v>
                </c:pt>
                <c:pt idx="14410">
                  <c:v>3.9008099999999999</c:v>
                </c:pt>
                <c:pt idx="14411">
                  <c:v>3.9011100000000001</c:v>
                </c:pt>
                <c:pt idx="14412">
                  <c:v>3.9014199999999999</c:v>
                </c:pt>
                <c:pt idx="14413">
                  <c:v>3.9017300000000001</c:v>
                </c:pt>
                <c:pt idx="14414">
                  <c:v>3.9020299999999999</c:v>
                </c:pt>
                <c:pt idx="14415">
                  <c:v>3.9023400000000001</c:v>
                </c:pt>
                <c:pt idx="14416">
                  <c:v>3.9026399999999999</c:v>
                </c:pt>
                <c:pt idx="14417">
                  <c:v>3.9029500000000001</c:v>
                </c:pt>
                <c:pt idx="14418">
                  <c:v>3.9032499999999999</c:v>
                </c:pt>
                <c:pt idx="14419">
                  <c:v>3.9035600000000001</c:v>
                </c:pt>
                <c:pt idx="14420">
                  <c:v>3.9038599999999999</c:v>
                </c:pt>
                <c:pt idx="14421">
                  <c:v>3.9041700000000001</c:v>
                </c:pt>
                <c:pt idx="14422">
                  <c:v>3.9044699999999999</c:v>
                </c:pt>
                <c:pt idx="14423">
                  <c:v>3.9047800000000001</c:v>
                </c:pt>
                <c:pt idx="14424">
                  <c:v>3.9050799999999999</c:v>
                </c:pt>
                <c:pt idx="14425">
                  <c:v>3.9053900000000001</c:v>
                </c:pt>
                <c:pt idx="14426">
                  <c:v>3.9056999999999999</c:v>
                </c:pt>
                <c:pt idx="14427">
                  <c:v>3.9060000000000001</c:v>
                </c:pt>
                <c:pt idx="14428">
                  <c:v>3.9063099999999999</c:v>
                </c:pt>
                <c:pt idx="14429">
                  <c:v>3.9066100000000001</c:v>
                </c:pt>
                <c:pt idx="14430">
                  <c:v>3.9069199999999999</c:v>
                </c:pt>
                <c:pt idx="14431">
                  <c:v>3.9072200000000001</c:v>
                </c:pt>
                <c:pt idx="14432">
                  <c:v>3.9075299999999999</c:v>
                </c:pt>
                <c:pt idx="14433">
                  <c:v>3.9078300000000001</c:v>
                </c:pt>
                <c:pt idx="14434">
                  <c:v>3.9081399999999999</c:v>
                </c:pt>
                <c:pt idx="14435">
                  <c:v>3.9084400000000001</c:v>
                </c:pt>
                <c:pt idx="14436">
                  <c:v>3.9087499999999999</c:v>
                </c:pt>
                <c:pt idx="14437">
                  <c:v>3.9090500000000001</c:v>
                </c:pt>
                <c:pt idx="14438">
                  <c:v>3.9093599999999999</c:v>
                </c:pt>
                <c:pt idx="14439">
                  <c:v>3.9096700000000002</c:v>
                </c:pt>
                <c:pt idx="14440">
                  <c:v>3.9099699999999999</c:v>
                </c:pt>
                <c:pt idx="14441">
                  <c:v>3.9102800000000002</c:v>
                </c:pt>
                <c:pt idx="14442">
                  <c:v>3.9105799999999999</c:v>
                </c:pt>
                <c:pt idx="14443">
                  <c:v>3.9108900000000002</c:v>
                </c:pt>
                <c:pt idx="14444">
                  <c:v>3.9111899999999999</c:v>
                </c:pt>
                <c:pt idx="14445">
                  <c:v>3.9115000000000002</c:v>
                </c:pt>
                <c:pt idx="14446">
                  <c:v>3.9117999999999999</c:v>
                </c:pt>
                <c:pt idx="14447">
                  <c:v>3.9121100000000002</c:v>
                </c:pt>
                <c:pt idx="14448">
                  <c:v>3.9124099999999999</c:v>
                </c:pt>
                <c:pt idx="14449">
                  <c:v>3.9127200000000002</c:v>
                </c:pt>
                <c:pt idx="14450">
                  <c:v>3.91303</c:v>
                </c:pt>
                <c:pt idx="14451">
                  <c:v>3.9133300000000002</c:v>
                </c:pt>
                <c:pt idx="14452">
                  <c:v>3.91364</c:v>
                </c:pt>
                <c:pt idx="14453">
                  <c:v>3.9139400000000002</c:v>
                </c:pt>
                <c:pt idx="14454">
                  <c:v>3.91425</c:v>
                </c:pt>
                <c:pt idx="14455">
                  <c:v>3.9145500000000002</c:v>
                </c:pt>
                <c:pt idx="14456">
                  <c:v>3.91486</c:v>
                </c:pt>
                <c:pt idx="14457">
                  <c:v>3.9151600000000002</c:v>
                </c:pt>
                <c:pt idx="14458">
                  <c:v>3.91547</c:v>
                </c:pt>
                <c:pt idx="14459">
                  <c:v>3.9157700000000002</c:v>
                </c:pt>
                <c:pt idx="14460">
                  <c:v>3.91608</c:v>
                </c:pt>
                <c:pt idx="14461">
                  <c:v>3.9163800000000002</c:v>
                </c:pt>
                <c:pt idx="14462">
                  <c:v>3.91669</c:v>
                </c:pt>
                <c:pt idx="14463">
                  <c:v>3.9169999999999998</c:v>
                </c:pt>
                <c:pt idx="14464">
                  <c:v>3.9173</c:v>
                </c:pt>
                <c:pt idx="14465">
                  <c:v>3.9176099999999998</c:v>
                </c:pt>
                <c:pt idx="14466">
                  <c:v>3.91791</c:v>
                </c:pt>
                <c:pt idx="14467">
                  <c:v>3.9182199999999998</c:v>
                </c:pt>
                <c:pt idx="14468">
                  <c:v>3.91852</c:v>
                </c:pt>
                <c:pt idx="14469">
                  <c:v>3.9188299999999998</c:v>
                </c:pt>
                <c:pt idx="14470">
                  <c:v>3.91913</c:v>
                </c:pt>
                <c:pt idx="14471">
                  <c:v>3.9194399999999998</c:v>
                </c:pt>
                <c:pt idx="14472">
                  <c:v>3.91974</c:v>
                </c:pt>
                <c:pt idx="14473">
                  <c:v>3.9200499999999998</c:v>
                </c:pt>
                <c:pt idx="14474">
                  <c:v>3.92035</c:v>
                </c:pt>
                <c:pt idx="14475">
                  <c:v>3.9206599999999998</c:v>
                </c:pt>
                <c:pt idx="14476">
                  <c:v>3.9209700000000001</c:v>
                </c:pt>
                <c:pt idx="14477">
                  <c:v>3.9212699999999998</c:v>
                </c:pt>
                <c:pt idx="14478">
                  <c:v>3.9215800000000001</c:v>
                </c:pt>
                <c:pt idx="14479">
                  <c:v>3.9218799999999998</c:v>
                </c:pt>
                <c:pt idx="14480">
                  <c:v>3.9221900000000001</c:v>
                </c:pt>
                <c:pt idx="14481">
                  <c:v>3.9224899999999998</c:v>
                </c:pt>
                <c:pt idx="14482">
                  <c:v>3.9228000000000001</c:v>
                </c:pt>
                <c:pt idx="14483">
                  <c:v>3.9230999999999998</c:v>
                </c:pt>
                <c:pt idx="14484">
                  <c:v>3.9234100000000001</c:v>
                </c:pt>
                <c:pt idx="14485">
                  <c:v>3.9237099999999998</c:v>
                </c:pt>
                <c:pt idx="14486">
                  <c:v>3.9240200000000001</c:v>
                </c:pt>
                <c:pt idx="14487">
                  <c:v>3.9243199999999998</c:v>
                </c:pt>
                <c:pt idx="14488">
                  <c:v>3.9246300000000001</c:v>
                </c:pt>
                <c:pt idx="14489">
                  <c:v>3.9249399999999999</c:v>
                </c:pt>
                <c:pt idx="14490">
                  <c:v>3.9252400000000001</c:v>
                </c:pt>
                <c:pt idx="14491">
                  <c:v>3.9255499999999999</c:v>
                </c:pt>
                <c:pt idx="14492">
                  <c:v>3.9258500000000001</c:v>
                </c:pt>
                <c:pt idx="14493">
                  <c:v>3.9261599999999999</c:v>
                </c:pt>
                <c:pt idx="14494">
                  <c:v>3.9264600000000001</c:v>
                </c:pt>
                <c:pt idx="14495">
                  <c:v>3.9267699999999999</c:v>
                </c:pt>
                <c:pt idx="14496">
                  <c:v>3.9270700000000001</c:v>
                </c:pt>
                <c:pt idx="14497">
                  <c:v>3.9273799999999999</c:v>
                </c:pt>
                <c:pt idx="14498">
                  <c:v>3.9276800000000001</c:v>
                </c:pt>
                <c:pt idx="14499">
                  <c:v>3.9279899999999999</c:v>
                </c:pt>
                <c:pt idx="14500">
                  <c:v>3.9283000000000001</c:v>
                </c:pt>
                <c:pt idx="14501">
                  <c:v>3.9285999999999999</c:v>
                </c:pt>
                <c:pt idx="14502">
                  <c:v>3.9289100000000001</c:v>
                </c:pt>
                <c:pt idx="14503">
                  <c:v>3.9292099999999999</c:v>
                </c:pt>
                <c:pt idx="14504">
                  <c:v>3.9295200000000001</c:v>
                </c:pt>
                <c:pt idx="14505">
                  <c:v>3.9298199999999999</c:v>
                </c:pt>
                <c:pt idx="14506">
                  <c:v>3.9301300000000001</c:v>
                </c:pt>
                <c:pt idx="14507">
                  <c:v>3.9304299999999999</c:v>
                </c:pt>
                <c:pt idx="14508">
                  <c:v>3.9307400000000001</c:v>
                </c:pt>
                <c:pt idx="14509">
                  <c:v>3.9310399999999999</c:v>
                </c:pt>
                <c:pt idx="14510">
                  <c:v>3.9313500000000001</c:v>
                </c:pt>
                <c:pt idx="14511">
                  <c:v>3.9316499999999999</c:v>
                </c:pt>
                <c:pt idx="14512">
                  <c:v>3.9319600000000001</c:v>
                </c:pt>
                <c:pt idx="14513">
                  <c:v>3.9322699999999999</c:v>
                </c:pt>
                <c:pt idx="14514">
                  <c:v>3.9325700000000001</c:v>
                </c:pt>
                <c:pt idx="14515">
                  <c:v>3.9328799999999999</c:v>
                </c:pt>
                <c:pt idx="14516">
                  <c:v>3.9331800000000001</c:v>
                </c:pt>
                <c:pt idx="14517">
                  <c:v>3.9334899999999999</c:v>
                </c:pt>
                <c:pt idx="14518">
                  <c:v>3.9337900000000001</c:v>
                </c:pt>
                <c:pt idx="14519">
                  <c:v>3.9340999999999999</c:v>
                </c:pt>
                <c:pt idx="14520">
                  <c:v>3.9344000000000001</c:v>
                </c:pt>
                <c:pt idx="14521">
                  <c:v>3.9347099999999999</c:v>
                </c:pt>
                <c:pt idx="14522">
                  <c:v>3.9350100000000001</c:v>
                </c:pt>
                <c:pt idx="14523">
                  <c:v>3.9353199999999999</c:v>
                </c:pt>
                <c:pt idx="14524">
                  <c:v>3.9356200000000001</c:v>
                </c:pt>
                <c:pt idx="14525">
                  <c:v>3.9359299999999999</c:v>
                </c:pt>
                <c:pt idx="14526">
                  <c:v>3.9362400000000002</c:v>
                </c:pt>
                <c:pt idx="14527">
                  <c:v>3.9365399999999999</c:v>
                </c:pt>
                <c:pt idx="14528">
                  <c:v>3.9368500000000002</c:v>
                </c:pt>
                <c:pt idx="14529">
                  <c:v>3.9371499999999999</c:v>
                </c:pt>
                <c:pt idx="14530">
                  <c:v>3.9374600000000002</c:v>
                </c:pt>
                <c:pt idx="14531">
                  <c:v>3.9377599999999999</c:v>
                </c:pt>
                <c:pt idx="14532">
                  <c:v>3.9380700000000002</c:v>
                </c:pt>
                <c:pt idx="14533">
                  <c:v>3.9383699999999999</c:v>
                </c:pt>
                <c:pt idx="14534">
                  <c:v>3.9386800000000002</c:v>
                </c:pt>
                <c:pt idx="14535">
                  <c:v>3.9389799999999999</c:v>
                </c:pt>
                <c:pt idx="14536">
                  <c:v>3.9392900000000002</c:v>
                </c:pt>
                <c:pt idx="14537">
                  <c:v>3.9395899999999999</c:v>
                </c:pt>
                <c:pt idx="14538">
                  <c:v>3.9399000000000002</c:v>
                </c:pt>
                <c:pt idx="14539">
                  <c:v>3.94021</c:v>
                </c:pt>
                <c:pt idx="14540">
                  <c:v>3.9405100000000002</c:v>
                </c:pt>
                <c:pt idx="14541">
                  <c:v>3.94082</c:v>
                </c:pt>
                <c:pt idx="14542">
                  <c:v>3.9411200000000002</c:v>
                </c:pt>
                <c:pt idx="14543">
                  <c:v>3.94143</c:v>
                </c:pt>
                <c:pt idx="14544">
                  <c:v>3.9417300000000002</c:v>
                </c:pt>
                <c:pt idx="14545">
                  <c:v>3.94204</c:v>
                </c:pt>
                <c:pt idx="14546">
                  <c:v>3.9423400000000002</c:v>
                </c:pt>
                <c:pt idx="14547">
                  <c:v>3.94265</c:v>
                </c:pt>
                <c:pt idx="14548">
                  <c:v>3.9429500000000002</c:v>
                </c:pt>
                <c:pt idx="14549">
                  <c:v>3.94326</c:v>
                </c:pt>
                <c:pt idx="14550">
                  <c:v>3.9435600000000002</c:v>
                </c:pt>
                <c:pt idx="14551">
                  <c:v>3.94387</c:v>
                </c:pt>
                <c:pt idx="14552">
                  <c:v>3.9441799999999998</c:v>
                </c:pt>
                <c:pt idx="14553">
                  <c:v>3.94448</c:v>
                </c:pt>
                <c:pt idx="14554">
                  <c:v>3.9447899999999998</c:v>
                </c:pt>
                <c:pt idx="14555">
                  <c:v>3.94509</c:v>
                </c:pt>
                <c:pt idx="14556">
                  <c:v>3.9453999999999998</c:v>
                </c:pt>
                <c:pt idx="14557">
                  <c:v>3.9457</c:v>
                </c:pt>
                <c:pt idx="14558">
                  <c:v>3.9460099999999998</c:v>
                </c:pt>
                <c:pt idx="14559">
                  <c:v>3.94631</c:v>
                </c:pt>
                <c:pt idx="14560">
                  <c:v>3.9466199999999998</c:v>
                </c:pt>
                <c:pt idx="14561">
                  <c:v>3.94692</c:v>
                </c:pt>
                <c:pt idx="14562">
                  <c:v>3.9472299999999998</c:v>
                </c:pt>
                <c:pt idx="14563">
                  <c:v>3.94754</c:v>
                </c:pt>
                <c:pt idx="14564">
                  <c:v>3.9478399999999998</c:v>
                </c:pt>
                <c:pt idx="14565">
                  <c:v>3.94815</c:v>
                </c:pt>
                <c:pt idx="14566">
                  <c:v>3.9484499999999998</c:v>
                </c:pt>
                <c:pt idx="14567">
                  <c:v>3.94876</c:v>
                </c:pt>
                <c:pt idx="14568">
                  <c:v>3.9490599999999998</c:v>
                </c:pt>
                <c:pt idx="14569">
                  <c:v>3.94937</c:v>
                </c:pt>
                <c:pt idx="14570">
                  <c:v>3.9496699999999998</c:v>
                </c:pt>
                <c:pt idx="14571">
                  <c:v>3.94998</c:v>
                </c:pt>
                <c:pt idx="14572">
                  <c:v>3.9502799999999998</c:v>
                </c:pt>
                <c:pt idx="14573">
                  <c:v>3.95059</c:v>
                </c:pt>
                <c:pt idx="14574">
                  <c:v>3.9508899999999998</c:v>
                </c:pt>
                <c:pt idx="14575">
                  <c:v>3.9512</c:v>
                </c:pt>
                <c:pt idx="14576">
                  <c:v>3.9515099999999999</c:v>
                </c:pt>
                <c:pt idx="14577">
                  <c:v>3.95181</c:v>
                </c:pt>
                <c:pt idx="14578">
                  <c:v>3.9521199999999999</c:v>
                </c:pt>
                <c:pt idx="14579">
                  <c:v>3.95242</c:v>
                </c:pt>
                <c:pt idx="14580">
                  <c:v>3.9527299999999999</c:v>
                </c:pt>
                <c:pt idx="14581">
                  <c:v>3.95303</c:v>
                </c:pt>
                <c:pt idx="14582">
                  <c:v>3.9533399999999999</c:v>
                </c:pt>
                <c:pt idx="14583">
                  <c:v>3.95364</c:v>
                </c:pt>
                <c:pt idx="14584">
                  <c:v>3.9539499999999999</c:v>
                </c:pt>
                <c:pt idx="14585">
                  <c:v>3.95425</c:v>
                </c:pt>
                <c:pt idx="14586">
                  <c:v>3.9545599999999999</c:v>
                </c:pt>
                <c:pt idx="14587">
                  <c:v>3.95486</c:v>
                </c:pt>
                <c:pt idx="14588">
                  <c:v>3.9551699999999999</c:v>
                </c:pt>
                <c:pt idx="14589">
                  <c:v>3.9554800000000001</c:v>
                </c:pt>
                <c:pt idx="14590">
                  <c:v>3.9557799999999999</c:v>
                </c:pt>
                <c:pt idx="14591">
                  <c:v>3.9560900000000001</c:v>
                </c:pt>
                <c:pt idx="14592">
                  <c:v>3.9563899999999999</c:v>
                </c:pt>
                <c:pt idx="14593">
                  <c:v>3.9567000000000001</c:v>
                </c:pt>
                <c:pt idx="14594">
                  <c:v>3.9569999999999999</c:v>
                </c:pt>
                <c:pt idx="14595">
                  <c:v>3.9573100000000001</c:v>
                </c:pt>
                <c:pt idx="14596">
                  <c:v>3.9576099999999999</c:v>
                </c:pt>
                <c:pt idx="14597">
                  <c:v>3.9579200000000001</c:v>
                </c:pt>
                <c:pt idx="14598">
                  <c:v>3.9582199999999998</c:v>
                </c:pt>
                <c:pt idx="14599">
                  <c:v>3.9585300000000001</c:v>
                </c:pt>
                <c:pt idx="14600">
                  <c:v>3.9588299999999998</c:v>
                </c:pt>
                <c:pt idx="14601">
                  <c:v>3.9591400000000001</c:v>
                </c:pt>
                <c:pt idx="14602">
                  <c:v>3.9594499999999999</c:v>
                </c:pt>
                <c:pt idx="14603">
                  <c:v>3.9597500000000001</c:v>
                </c:pt>
                <c:pt idx="14604">
                  <c:v>3.9600599999999999</c:v>
                </c:pt>
                <c:pt idx="14605">
                  <c:v>3.9603600000000001</c:v>
                </c:pt>
                <c:pt idx="14606">
                  <c:v>3.9606699999999999</c:v>
                </c:pt>
                <c:pt idx="14607">
                  <c:v>3.9609700000000001</c:v>
                </c:pt>
                <c:pt idx="14608">
                  <c:v>3.9612799999999999</c:v>
                </c:pt>
                <c:pt idx="14609">
                  <c:v>3.9615800000000001</c:v>
                </c:pt>
                <c:pt idx="14610">
                  <c:v>3.9618899999999999</c:v>
                </c:pt>
                <c:pt idx="14611">
                  <c:v>3.9621900000000001</c:v>
                </c:pt>
                <c:pt idx="14612">
                  <c:v>3.9624999999999999</c:v>
                </c:pt>
                <c:pt idx="14613">
                  <c:v>3.9628000000000001</c:v>
                </c:pt>
                <c:pt idx="14614">
                  <c:v>3.9631099999999999</c:v>
                </c:pt>
                <c:pt idx="14615">
                  <c:v>3.9634200000000002</c:v>
                </c:pt>
                <c:pt idx="14616">
                  <c:v>3.9637199999999999</c:v>
                </c:pt>
                <c:pt idx="14617">
                  <c:v>3.9640300000000002</c:v>
                </c:pt>
                <c:pt idx="14618">
                  <c:v>3.9643299999999999</c:v>
                </c:pt>
                <c:pt idx="14619">
                  <c:v>3.9646400000000002</c:v>
                </c:pt>
                <c:pt idx="14620">
                  <c:v>3.9649399999999999</c:v>
                </c:pt>
                <c:pt idx="14621">
                  <c:v>3.9652500000000002</c:v>
                </c:pt>
                <c:pt idx="14622">
                  <c:v>3.9655499999999999</c:v>
                </c:pt>
                <c:pt idx="14623">
                  <c:v>3.9658600000000002</c:v>
                </c:pt>
                <c:pt idx="14624">
                  <c:v>3.9661599999999999</c:v>
                </c:pt>
                <c:pt idx="14625">
                  <c:v>3.9664700000000002</c:v>
                </c:pt>
                <c:pt idx="14626">
                  <c:v>3.96678</c:v>
                </c:pt>
                <c:pt idx="14627">
                  <c:v>3.9670800000000002</c:v>
                </c:pt>
                <c:pt idx="14628">
                  <c:v>3.96739</c:v>
                </c:pt>
                <c:pt idx="14629">
                  <c:v>3.9676900000000002</c:v>
                </c:pt>
                <c:pt idx="14630">
                  <c:v>3.968</c:v>
                </c:pt>
                <c:pt idx="14631">
                  <c:v>3.9683000000000002</c:v>
                </c:pt>
                <c:pt idx="14632">
                  <c:v>3.96861</c:v>
                </c:pt>
                <c:pt idx="14633">
                  <c:v>3.9689100000000002</c:v>
                </c:pt>
                <c:pt idx="14634">
                  <c:v>3.96922</c:v>
                </c:pt>
                <c:pt idx="14635">
                  <c:v>3.9695200000000002</c:v>
                </c:pt>
                <c:pt idx="14636">
                  <c:v>3.96983</c:v>
                </c:pt>
                <c:pt idx="14637">
                  <c:v>3.9701300000000002</c:v>
                </c:pt>
                <c:pt idx="14638">
                  <c:v>3.97044</c:v>
                </c:pt>
                <c:pt idx="14639">
                  <c:v>3.9707499999999998</c:v>
                </c:pt>
                <c:pt idx="14640">
                  <c:v>3.97105</c:v>
                </c:pt>
                <c:pt idx="14641">
                  <c:v>3.9713599999999998</c:v>
                </c:pt>
                <c:pt idx="14642">
                  <c:v>3.97166</c:v>
                </c:pt>
                <c:pt idx="14643">
                  <c:v>3.9719699999999998</c:v>
                </c:pt>
                <c:pt idx="14644">
                  <c:v>3.97227</c:v>
                </c:pt>
                <c:pt idx="14645">
                  <c:v>3.9725799999999998</c:v>
                </c:pt>
                <c:pt idx="14646">
                  <c:v>3.97288</c:v>
                </c:pt>
                <c:pt idx="14647">
                  <c:v>3.9731900000000002</c:v>
                </c:pt>
                <c:pt idx="14648">
                  <c:v>3.97349</c:v>
                </c:pt>
                <c:pt idx="14649">
                  <c:v>3.9738000000000002</c:v>
                </c:pt>
                <c:pt idx="14650">
                  <c:v>3.9741</c:v>
                </c:pt>
                <c:pt idx="14651">
                  <c:v>3.9744100000000002</c:v>
                </c:pt>
                <c:pt idx="14652">
                  <c:v>3.97472</c:v>
                </c:pt>
                <c:pt idx="14653">
                  <c:v>3.9750200000000002</c:v>
                </c:pt>
                <c:pt idx="14654">
                  <c:v>3.97533</c:v>
                </c:pt>
                <c:pt idx="14655">
                  <c:v>3.9756300000000002</c:v>
                </c:pt>
                <c:pt idx="14656">
                  <c:v>3.97594</c:v>
                </c:pt>
                <c:pt idx="14657">
                  <c:v>3.9762400000000002</c:v>
                </c:pt>
                <c:pt idx="14658">
                  <c:v>3.97655</c:v>
                </c:pt>
                <c:pt idx="14659">
                  <c:v>3.9768500000000002</c:v>
                </c:pt>
                <c:pt idx="14660">
                  <c:v>3.97716</c:v>
                </c:pt>
                <c:pt idx="14661">
                  <c:v>3.9774600000000002</c:v>
                </c:pt>
                <c:pt idx="14662">
                  <c:v>3.97777</c:v>
                </c:pt>
                <c:pt idx="14663">
                  <c:v>3.9780700000000002</c:v>
                </c:pt>
                <c:pt idx="14664">
                  <c:v>3.97838</c:v>
                </c:pt>
                <c:pt idx="14665">
                  <c:v>3.9786899999999998</c:v>
                </c:pt>
                <c:pt idx="14666">
                  <c:v>3.97899</c:v>
                </c:pt>
                <c:pt idx="14667">
                  <c:v>3.9792999999999998</c:v>
                </c:pt>
                <c:pt idx="14668">
                  <c:v>3.9796</c:v>
                </c:pt>
                <c:pt idx="14669">
                  <c:v>3.9799099999999998</c:v>
                </c:pt>
                <c:pt idx="14670">
                  <c:v>3.98021</c:v>
                </c:pt>
                <c:pt idx="14671">
                  <c:v>3.9805199999999998</c:v>
                </c:pt>
                <c:pt idx="14672">
                  <c:v>3.98082</c:v>
                </c:pt>
                <c:pt idx="14673">
                  <c:v>3.9811299999999998</c:v>
                </c:pt>
                <c:pt idx="14674">
                  <c:v>3.98143</c:v>
                </c:pt>
                <c:pt idx="14675">
                  <c:v>3.9817399999999998</c:v>
                </c:pt>
                <c:pt idx="14676">
                  <c:v>3.98204</c:v>
                </c:pt>
                <c:pt idx="14677">
                  <c:v>3.9823499999999998</c:v>
                </c:pt>
                <c:pt idx="14678">
                  <c:v>3.9826600000000001</c:v>
                </c:pt>
                <c:pt idx="14679">
                  <c:v>3.9829599999999998</c:v>
                </c:pt>
                <c:pt idx="14680">
                  <c:v>3.9832700000000001</c:v>
                </c:pt>
                <c:pt idx="14681">
                  <c:v>3.9835699999999998</c:v>
                </c:pt>
                <c:pt idx="14682">
                  <c:v>3.9838800000000001</c:v>
                </c:pt>
                <c:pt idx="14683">
                  <c:v>3.9841799999999998</c:v>
                </c:pt>
                <c:pt idx="14684">
                  <c:v>3.9844900000000001</c:v>
                </c:pt>
                <c:pt idx="14685">
                  <c:v>3.9847899999999998</c:v>
                </c:pt>
                <c:pt idx="14686">
                  <c:v>3.9851000000000001</c:v>
                </c:pt>
                <c:pt idx="14687">
                  <c:v>3.9853999999999998</c:v>
                </c:pt>
                <c:pt idx="14688">
                  <c:v>3.9857100000000001</c:v>
                </c:pt>
                <c:pt idx="14689">
                  <c:v>3.9860199999999999</c:v>
                </c:pt>
                <c:pt idx="14690">
                  <c:v>3.9863200000000001</c:v>
                </c:pt>
                <c:pt idx="14691">
                  <c:v>3.9866299999999999</c:v>
                </c:pt>
                <c:pt idx="14692">
                  <c:v>3.9869300000000001</c:v>
                </c:pt>
                <c:pt idx="14693">
                  <c:v>3.9872399999999999</c:v>
                </c:pt>
                <c:pt idx="14694">
                  <c:v>3.9875400000000001</c:v>
                </c:pt>
                <c:pt idx="14695">
                  <c:v>3.9878499999999999</c:v>
                </c:pt>
                <c:pt idx="14696">
                  <c:v>3.9881500000000001</c:v>
                </c:pt>
                <c:pt idx="14697">
                  <c:v>3.9884599999999999</c:v>
                </c:pt>
                <c:pt idx="14698">
                  <c:v>3.9887600000000001</c:v>
                </c:pt>
                <c:pt idx="14699">
                  <c:v>3.9890699999999999</c:v>
                </c:pt>
                <c:pt idx="14700">
                  <c:v>3.9893700000000001</c:v>
                </c:pt>
                <c:pt idx="14701">
                  <c:v>3.9896799999999999</c:v>
                </c:pt>
                <c:pt idx="14702">
                  <c:v>3.9899900000000001</c:v>
                </c:pt>
                <c:pt idx="14703">
                  <c:v>3.9902899999999999</c:v>
                </c:pt>
                <c:pt idx="14704">
                  <c:v>3.9906000000000001</c:v>
                </c:pt>
                <c:pt idx="14705">
                  <c:v>3.9908999999999999</c:v>
                </c:pt>
                <c:pt idx="14706">
                  <c:v>3.9912100000000001</c:v>
                </c:pt>
                <c:pt idx="14707">
                  <c:v>3.9915099999999999</c:v>
                </c:pt>
                <c:pt idx="14708">
                  <c:v>3.9918200000000001</c:v>
                </c:pt>
                <c:pt idx="14709">
                  <c:v>3.9921199999999999</c:v>
                </c:pt>
                <c:pt idx="14710">
                  <c:v>3.9924300000000001</c:v>
                </c:pt>
                <c:pt idx="14711">
                  <c:v>3.9927299999999999</c:v>
                </c:pt>
                <c:pt idx="14712">
                  <c:v>3.9930400000000001</c:v>
                </c:pt>
                <c:pt idx="14713">
                  <c:v>3.9933399999999999</c:v>
                </c:pt>
                <c:pt idx="14714">
                  <c:v>3.9936500000000001</c:v>
                </c:pt>
                <c:pt idx="14715">
                  <c:v>3.99396</c:v>
                </c:pt>
                <c:pt idx="14716">
                  <c:v>3.9942600000000001</c:v>
                </c:pt>
                <c:pt idx="14717">
                  <c:v>3.99457</c:v>
                </c:pt>
                <c:pt idx="14718">
                  <c:v>3.9948700000000001</c:v>
                </c:pt>
                <c:pt idx="14719">
                  <c:v>3.99518</c:v>
                </c:pt>
                <c:pt idx="14720">
                  <c:v>3.9954800000000001</c:v>
                </c:pt>
                <c:pt idx="14721">
                  <c:v>3.99579</c:v>
                </c:pt>
                <c:pt idx="14722">
                  <c:v>3.9960900000000001</c:v>
                </c:pt>
                <c:pt idx="14723">
                  <c:v>3.9964</c:v>
                </c:pt>
                <c:pt idx="14724">
                  <c:v>3.9967000000000001</c:v>
                </c:pt>
                <c:pt idx="14725">
                  <c:v>3.99701</c:v>
                </c:pt>
                <c:pt idx="14726">
                  <c:v>3.9973100000000001</c:v>
                </c:pt>
                <c:pt idx="14727">
                  <c:v>3.99762</c:v>
                </c:pt>
                <c:pt idx="14728">
                  <c:v>3.9979300000000002</c:v>
                </c:pt>
                <c:pt idx="14729">
                  <c:v>3.99823</c:v>
                </c:pt>
                <c:pt idx="14730">
                  <c:v>3.9985400000000002</c:v>
                </c:pt>
                <c:pt idx="14731">
                  <c:v>3.99884</c:v>
                </c:pt>
                <c:pt idx="14732">
                  <c:v>3.9991500000000002</c:v>
                </c:pt>
                <c:pt idx="14733">
                  <c:v>3.9994499999999999</c:v>
                </c:pt>
                <c:pt idx="14734">
                  <c:v>3.9997600000000002</c:v>
                </c:pt>
                <c:pt idx="14735">
                  <c:v>4.0000600000000004</c:v>
                </c:pt>
                <c:pt idx="14736">
                  <c:v>4.0003700000000002</c:v>
                </c:pt>
                <c:pt idx="14737">
                  <c:v>4.0006700000000004</c:v>
                </c:pt>
                <c:pt idx="14738">
                  <c:v>4.0009800000000002</c:v>
                </c:pt>
                <c:pt idx="14739">
                  <c:v>4.00129</c:v>
                </c:pt>
                <c:pt idx="14740">
                  <c:v>4.0015900000000002</c:v>
                </c:pt>
                <c:pt idx="14741">
                  <c:v>4.0019</c:v>
                </c:pt>
                <c:pt idx="14742">
                  <c:v>4.0022000000000002</c:v>
                </c:pt>
                <c:pt idx="14743">
                  <c:v>4.00251</c:v>
                </c:pt>
                <c:pt idx="14744">
                  <c:v>4.0028100000000002</c:v>
                </c:pt>
                <c:pt idx="14745">
                  <c:v>4.00312</c:v>
                </c:pt>
                <c:pt idx="14746">
                  <c:v>4.0034200000000002</c:v>
                </c:pt>
                <c:pt idx="14747">
                  <c:v>4.00373</c:v>
                </c:pt>
                <c:pt idx="14748">
                  <c:v>4.0040300000000002</c:v>
                </c:pt>
                <c:pt idx="14749">
                  <c:v>4.00434</c:v>
                </c:pt>
                <c:pt idx="14750">
                  <c:v>4.0046400000000002</c:v>
                </c:pt>
                <c:pt idx="14751">
                  <c:v>4.00495</c:v>
                </c:pt>
                <c:pt idx="14752">
                  <c:v>4.0052599999999998</c:v>
                </c:pt>
                <c:pt idx="14753">
                  <c:v>4.00556</c:v>
                </c:pt>
                <c:pt idx="14754">
                  <c:v>4.0058699999999998</c:v>
                </c:pt>
                <c:pt idx="14755">
                  <c:v>4.00617</c:v>
                </c:pt>
                <c:pt idx="14756">
                  <c:v>4.0064799999999998</c:v>
                </c:pt>
                <c:pt idx="14757">
                  <c:v>4.00678</c:v>
                </c:pt>
                <c:pt idx="14758">
                  <c:v>4.0070899999999998</c:v>
                </c:pt>
                <c:pt idx="14759">
                  <c:v>4.00739</c:v>
                </c:pt>
                <c:pt idx="14760">
                  <c:v>4.0076999999999998</c:v>
                </c:pt>
                <c:pt idx="14761">
                  <c:v>4.008</c:v>
                </c:pt>
                <c:pt idx="14762">
                  <c:v>4.0083099999999998</c:v>
                </c:pt>
                <c:pt idx="14763">
                  <c:v>4.00861</c:v>
                </c:pt>
                <c:pt idx="14764">
                  <c:v>4.0089199999999998</c:v>
                </c:pt>
                <c:pt idx="14765">
                  <c:v>4.0092299999999996</c:v>
                </c:pt>
                <c:pt idx="14766">
                  <c:v>4.0095299999999998</c:v>
                </c:pt>
                <c:pt idx="14767">
                  <c:v>4.0098399999999996</c:v>
                </c:pt>
                <c:pt idx="14768">
                  <c:v>4.0101399999999998</c:v>
                </c:pt>
                <c:pt idx="14769">
                  <c:v>4.0104499999999996</c:v>
                </c:pt>
                <c:pt idx="14770">
                  <c:v>4.0107499999999998</c:v>
                </c:pt>
                <c:pt idx="14771">
                  <c:v>4.0110599999999996</c:v>
                </c:pt>
                <c:pt idx="14772">
                  <c:v>4.0113599999999998</c:v>
                </c:pt>
                <c:pt idx="14773">
                  <c:v>4.0116699999999996</c:v>
                </c:pt>
                <c:pt idx="14774">
                  <c:v>4.0119699999999998</c:v>
                </c:pt>
                <c:pt idx="14775">
                  <c:v>4.0122799999999996</c:v>
                </c:pt>
                <c:pt idx="14776">
                  <c:v>4.0125799999999998</c:v>
                </c:pt>
                <c:pt idx="14777">
                  <c:v>4.0128899999999996</c:v>
                </c:pt>
                <c:pt idx="14778">
                  <c:v>4.0132000000000003</c:v>
                </c:pt>
                <c:pt idx="14779">
                  <c:v>4.0134999999999996</c:v>
                </c:pt>
                <c:pt idx="14780">
                  <c:v>4.0138100000000003</c:v>
                </c:pt>
                <c:pt idx="14781">
                  <c:v>4.0141099999999996</c:v>
                </c:pt>
                <c:pt idx="14782">
                  <c:v>4.0144200000000003</c:v>
                </c:pt>
                <c:pt idx="14783">
                  <c:v>4.0147199999999996</c:v>
                </c:pt>
                <c:pt idx="14784">
                  <c:v>4.0150300000000003</c:v>
                </c:pt>
                <c:pt idx="14785">
                  <c:v>4.0153299999999996</c:v>
                </c:pt>
                <c:pt idx="14786">
                  <c:v>4.0156400000000003</c:v>
                </c:pt>
                <c:pt idx="14787">
                  <c:v>4.0159399999999996</c:v>
                </c:pt>
                <c:pt idx="14788">
                  <c:v>4.0162500000000003</c:v>
                </c:pt>
                <c:pt idx="14789">
                  <c:v>4.0165499999999996</c:v>
                </c:pt>
                <c:pt idx="14790">
                  <c:v>4.0168600000000003</c:v>
                </c:pt>
                <c:pt idx="14791">
                  <c:v>4.0171700000000001</c:v>
                </c:pt>
                <c:pt idx="14792">
                  <c:v>4.0174700000000003</c:v>
                </c:pt>
                <c:pt idx="14793">
                  <c:v>4.0177800000000001</c:v>
                </c:pt>
                <c:pt idx="14794">
                  <c:v>4.0180800000000003</c:v>
                </c:pt>
                <c:pt idx="14795">
                  <c:v>4.0183900000000001</c:v>
                </c:pt>
                <c:pt idx="14796">
                  <c:v>4.0186900000000003</c:v>
                </c:pt>
                <c:pt idx="14797">
                  <c:v>4.0190000000000001</c:v>
                </c:pt>
                <c:pt idx="14798">
                  <c:v>4.0193000000000003</c:v>
                </c:pt>
                <c:pt idx="14799">
                  <c:v>4.0196100000000001</c:v>
                </c:pt>
                <c:pt idx="14800">
                  <c:v>4.0199100000000003</c:v>
                </c:pt>
                <c:pt idx="14801">
                  <c:v>4.0202200000000001</c:v>
                </c:pt>
                <c:pt idx="14802">
                  <c:v>4.0205299999999999</c:v>
                </c:pt>
                <c:pt idx="14803">
                  <c:v>4.0208300000000001</c:v>
                </c:pt>
                <c:pt idx="14804">
                  <c:v>4.0211399999999999</c:v>
                </c:pt>
                <c:pt idx="14805">
                  <c:v>4.0214400000000001</c:v>
                </c:pt>
                <c:pt idx="14806">
                  <c:v>4.0217499999999999</c:v>
                </c:pt>
                <c:pt idx="14807">
                  <c:v>4.0220500000000001</c:v>
                </c:pt>
                <c:pt idx="14808">
                  <c:v>4.0223599999999999</c:v>
                </c:pt>
                <c:pt idx="14809">
                  <c:v>4.0226600000000001</c:v>
                </c:pt>
                <c:pt idx="14810">
                  <c:v>4.0229699999999999</c:v>
                </c:pt>
                <c:pt idx="14811">
                  <c:v>4.0232700000000001</c:v>
                </c:pt>
                <c:pt idx="14812">
                  <c:v>4.0235799999999999</c:v>
                </c:pt>
                <c:pt idx="14813">
                  <c:v>4.0238800000000001</c:v>
                </c:pt>
                <c:pt idx="14814">
                  <c:v>4.0241899999999999</c:v>
                </c:pt>
                <c:pt idx="14815">
                  <c:v>4.0244999999999997</c:v>
                </c:pt>
                <c:pt idx="14816">
                  <c:v>4.0247999999999999</c:v>
                </c:pt>
                <c:pt idx="14817">
                  <c:v>4.0251099999999997</c:v>
                </c:pt>
                <c:pt idx="14818">
                  <c:v>4.0254099999999999</c:v>
                </c:pt>
                <c:pt idx="14819">
                  <c:v>4.0257199999999997</c:v>
                </c:pt>
                <c:pt idx="14820">
                  <c:v>4.0260199999999999</c:v>
                </c:pt>
                <c:pt idx="14821">
                  <c:v>4.0263299999999997</c:v>
                </c:pt>
                <c:pt idx="14822">
                  <c:v>4.0266299999999999</c:v>
                </c:pt>
                <c:pt idx="14823">
                  <c:v>4.0269399999999997</c:v>
                </c:pt>
                <c:pt idx="14824">
                  <c:v>4.0272399999999999</c:v>
                </c:pt>
                <c:pt idx="14825">
                  <c:v>4.0275499999999997</c:v>
                </c:pt>
                <c:pt idx="14826">
                  <c:v>4.0278499999999999</c:v>
                </c:pt>
                <c:pt idx="14827">
                  <c:v>4.0281599999999997</c:v>
                </c:pt>
                <c:pt idx="14828">
                  <c:v>4.0284700000000004</c:v>
                </c:pt>
                <c:pt idx="14829">
                  <c:v>4.0287699999999997</c:v>
                </c:pt>
                <c:pt idx="14830">
                  <c:v>4.0290800000000004</c:v>
                </c:pt>
                <c:pt idx="14831">
                  <c:v>4.0293799999999997</c:v>
                </c:pt>
                <c:pt idx="14832">
                  <c:v>4.0296900000000004</c:v>
                </c:pt>
                <c:pt idx="14833">
                  <c:v>4.0299899999999997</c:v>
                </c:pt>
                <c:pt idx="14834">
                  <c:v>4.0303000000000004</c:v>
                </c:pt>
                <c:pt idx="14835">
                  <c:v>4.0305999999999997</c:v>
                </c:pt>
                <c:pt idx="14836">
                  <c:v>4.0309100000000004</c:v>
                </c:pt>
                <c:pt idx="14837">
                  <c:v>4.0312099999999997</c:v>
                </c:pt>
                <c:pt idx="14838">
                  <c:v>4.0315200000000004</c:v>
                </c:pt>
                <c:pt idx="14839">
                  <c:v>4.0318199999999997</c:v>
                </c:pt>
                <c:pt idx="14840">
                  <c:v>4.0321300000000004</c:v>
                </c:pt>
                <c:pt idx="14841">
                  <c:v>4.0324400000000002</c:v>
                </c:pt>
                <c:pt idx="14842">
                  <c:v>4.0327400000000004</c:v>
                </c:pt>
                <c:pt idx="14843">
                  <c:v>4.0330500000000002</c:v>
                </c:pt>
                <c:pt idx="14844">
                  <c:v>4.0333500000000004</c:v>
                </c:pt>
                <c:pt idx="14845">
                  <c:v>4.0336600000000002</c:v>
                </c:pt>
                <c:pt idx="14846">
                  <c:v>4.0339600000000004</c:v>
                </c:pt>
                <c:pt idx="14847">
                  <c:v>4.0342700000000002</c:v>
                </c:pt>
                <c:pt idx="14848">
                  <c:v>4.0345700000000004</c:v>
                </c:pt>
                <c:pt idx="14849">
                  <c:v>4.0348800000000002</c:v>
                </c:pt>
                <c:pt idx="14850">
                  <c:v>4.0351800000000004</c:v>
                </c:pt>
                <c:pt idx="14851">
                  <c:v>4.0354900000000002</c:v>
                </c:pt>
                <c:pt idx="14852">
                  <c:v>4.0357900000000004</c:v>
                </c:pt>
                <c:pt idx="14853">
                  <c:v>4.0361000000000002</c:v>
                </c:pt>
                <c:pt idx="14854">
                  <c:v>4.0364100000000001</c:v>
                </c:pt>
                <c:pt idx="14855">
                  <c:v>4.0367100000000002</c:v>
                </c:pt>
                <c:pt idx="14856">
                  <c:v>4.0370200000000001</c:v>
                </c:pt>
                <c:pt idx="14857">
                  <c:v>4.0373200000000002</c:v>
                </c:pt>
                <c:pt idx="14858">
                  <c:v>4.0376300000000001</c:v>
                </c:pt>
                <c:pt idx="14859">
                  <c:v>4.0379300000000002</c:v>
                </c:pt>
                <c:pt idx="14860">
                  <c:v>4.0382400000000001</c:v>
                </c:pt>
                <c:pt idx="14861">
                  <c:v>4.0385400000000002</c:v>
                </c:pt>
                <c:pt idx="14862">
                  <c:v>4.0388500000000001</c:v>
                </c:pt>
                <c:pt idx="14863">
                  <c:v>4.0391500000000002</c:v>
                </c:pt>
                <c:pt idx="14864">
                  <c:v>4.0394600000000001</c:v>
                </c:pt>
                <c:pt idx="14865">
                  <c:v>4.0397699999999999</c:v>
                </c:pt>
                <c:pt idx="14866">
                  <c:v>4.0400700000000001</c:v>
                </c:pt>
                <c:pt idx="14867">
                  <c:v>4.0403799999999999</c:v>
                </c:pt>
                <c:pt idx="14868">
                  <c:v>4.04068</c:v>
                </c:pt>
                <c:pt idx="14869">
                  <c:v>4.0409899999999999</c:v>
                </c:pt>
                <c:pt idx="14870">
                  <c:v>4.04129</c:v>
                </c:pt>
                <c:pt idx="14871">
                  <c:v>4.0415999999999999</c:v>
                </c:pt>
                <c:pt idx="14872">
                  <c:v>4.0419</c:v>
                </c:pt>
                <c:pt idx="14873">
                  <c:v>4.0422099999999999</c:v>
                </c:pt>
                <c:pt idx="14874">
                  <c:v>4.04251</c:v>
                </c:pt>
                <c:pt idx="14875">
                  <c:v>4.0428199999999999</c:v>
                </c:pt>
                <c:pt idx="14876">
                  <c:v>4.04312</c:v>
                </c:pt>
                <c:pt idx="14877">
                  <c:v>4.0434299999999999</c:v>
                </c:pt>
                <c:pt idx="14878">
                  <c:v>4.0437399999999997</c:v>
                </c:pt>
                <c:pt idx="14879">
                  <c:v>4.0440399999999999</c:v>
                </c:pt>
                <c:pt idx="14880">
                  <c:v>4.0443499999999997</c:v>
                </c:pt>
                <c:pt idx="14881">
                  <c:v>4.0446499999999999</c:v>
                </c:pt>
                <c:pt idx="14882">
                  <c:v>4.0449599999999997</c:v>
                </c:pt>
                <c:pt idx="14883">
                  <c:v>4.0452599999999999</c:v>
                </c:pt>
                <c:pt idx="14884">
                  <c:v>4.0455699999999997</c:v>
                </c:pt>
                <c:pt idx="14885">
                  <c:v>4.0458699999999999</c:v>
                </c:pt>
                <c:pt idx="14886">
                  <c:v>4.0461799999999997</c:v>
                </c:pt>
                <c:pt idx="14887">
                  <c:v>4.0464799999999999</c:v>
                </c:pt>
                <c:pt idx="14888">
                  <c:v>4.0467899999999997</c:v>
                </c:pt>
                <c:pt idx="14889">
                  <c:v>4.0470899999999999</c:v>
                </c:pt>
                <c:pt idx="14890">
                  <c:v>4.0473999999999997</c:v>
                </c:pt>
                <c:pt idx="14891">
                  <c:v>4.0477100000000004</c:v>
                </c:pt>
                <c:pt idx="14892">
                  <c:v>4.0480099999999997</c:v>
                </c:pt>
                <c:pt idx="14893">
                  <c:v>4.0483200000000004</c:v>
                </c:pt>
                <c:pt idx="14894">
                  <c:v>4.0486199999999997</c:v>
                </c:pt>
                <c:pt idx="14895">
                  <c:v>4.0489300000000004</c:v>
                </c:pt>
                <c:pt idx="14896">
                  <c:v>4.0492299999999997</c:v>
                </c:pt>
                <c:pt idx="14897">
                  <c:v>4.0495400000000004</c:v>
                </c:pt>
                <c:pt idx="14898">
                  <c:v>4.0498399999999997</c:v>
                </c:pt>
                <c:pt idx="14899">
                  <c:v>4.0501500000000004</c:v>
                </c:pt>
                <c:pt idx="14900">
                  <c:v>4.0504499999999997</c:v>
                </c:pt>
                <c:pt idx="14901">
                  <c:v>4.0507600000000004</c:v>
                </c:pt>
                <c:pt idx="14902">
                  <c:v>4.0510599999999997</c:v>
                </c:pt>
                <c:pt idx="14903">
                  <c:v>4.0513700000000004</c:v>
                </c:pt>
                <c:pt idx="14904">
                  <c:v>4.0516800000000002</c:v>
                </c:pt>
                <c:pt idx="14905">
                  <c:v>4.0519800000000004</c:v>
                </c:pt>
                <c:pt idx="14906">
                  <c:v>4.0522900000000002</c:v>
                </c:pt>
                <c:pt idx="14907">
                  <c:v>4.0525900000000004</c:v>
                </c:pt>
                <c:pt idx="14908">
                  <c:v>4.0529000000000002</c:v>
                </c:pt>
                <c:pt idx="14909">
                  <c:v>4.0532000000000004</c:v>
                </c:pt>
                <c:pt idx="14910">
                  <c:v>4.0535100000000002</c:v>
                </c:pt>
                <c:pt idx="14911">
                  <c:v>4.0538100000000004</c:v>
                </c:pt>
                <c:pt idx="14912">
                  <c:v>4.0541200000000002</c:v>
                </c:pt>
                <c:pt idx="14913">
                  <c:v>4.0544200000000004</c:v>
                </c:pt>
                <c:pt idx="14914">
                  <c:v>4.0547300000000002</c:v>
                </c:pt>
                <c:pt idx="14915">
                  <c:v>4.05504</c:v>
                </c:pt>
                <c:pt idx="14916">
                  <c:v>4.0553400000000002</c:v>
                </c:pt>
                <c:pt idx="14917">
                  <c:v>4.05565</c:v>
                </c:pt>
                <c:pt idx="14918">
                  <c:v>4.0559500000000002</c:v>
                </c:pt>
                <c:pt idx="14919">
                  <c:v>4.05626</c:v>
                </c:pt>
                <c:pt idx="14920">
                  <c:v>4.0565600000000002</c:v>
                </c:pt>
                <c:pt idx="14921">
                  <c:v>4.05687</c:v>
                </c:pt>
                <c:pt idx="14922">
                  <c:v>4.0571700000000002</c:v>
                </c:pt>
                <c:pt idx="14923">
                  <c:v>4.05748</c:v>
                </c:pt>
                <c:pt idx="14924">
                  <c:v>4.0577800000000002</c:v>
                </c:pt>
                <c:pt idx="14925">
                  <c:v>4.05809</c:v>
                </c:pt>
                <c:pt idx="14926">
                  <c:v>4.0583900000000002</c:v>
                </c:pt>
                <c:pt idx="14927">
                  <c:v>4.0587</c:v>
                </c:pt>
                <c:pt idx="14928">
                  <c:v>4.0590099999999998</c:v>
                </c:pt>
                <c:pt idx="14929">
                  <c:v>4.05931</c:v>
                </c:pt>
                <c:pt idx="14930">
                  <c:v>4.0596199999999998</c:v>
                </c:pt>
                <c:pt idx="14931">
                  <c:v>4.05992</c:v>
                </c:pt>
                <c:pt idx="14932">
                  <c:v>4.0602299999999998</c:v>
                </c:pt>
                <c:pt idx="14933">
                  <c:v>4.06053</c:v>
                </c:pt>
                <c:pt idx="14934">
                  <c:v>4.0608399999999998</c:v>
                </c:pt>
                <c:pt idx="14935">
                  <c:v>4.06114</c:v>
                </c:pt>
                <c:pt idx="14936">
                  <c:v>4.0614499999999998</c:v>
                </c:pt>
                <c:pt idx="14937">
                  <c:v>4.06175</c:v>
                </c:pt>
                <c:pt idx="14938">
                  <c:v>4.0620599999999998</c:v>
                </c:pt>
                <c:pt idx="14939">
                  <c:v>4.06236</c:v>
                </c:pt>
                <c:pt idx="14940">
                  <c:v>4.0626699999999998</c:v>
                </c:pt>
                <c:pt idx="14941">
                  <c:v>4.0629799999999996</c:v>
                </c:pt>
                <c:pt idx="14942">
                  <c:v>4.0632799999999998</c:v>
                </c:pt>
                <c:pt idx="14943">
                  <c:v>4.0635899999999996</c:v>
                </c:pt>
                <c:pt idx="14944">
                  <c:v>4.0638899999999998</c:v>
                </c:pt>
                <c:pt idx="14945">
                  <c:v>4.0641999999999996</c:v>
                </c:pt>
                <c:pt idx="14946">
                  <c:v>4.0644999999999998</c:v>
                </c:pt>
                <c:pt idx="14947">
                  <c:v>4.0648099999999996</c:v>
                </c:pt>
                <c:pt idx="14948">
                  <c:v>4.0651099999999998</c:v>
                </c:pt>
                <c:pt idx="14949">
                  <c:v>4.0654199999999996</c:v>
                </c:pt>
                <c:pt idx="14950">
                  <c:v>4.0657199999999998</c:v>
                </c:pt>
                <c:pt idx="14951">
                  <c:v>4.0660299999999996</c:v>
                </c:pt>
                <c:pt idx="14952">
                  <c:v>4.0663299999999998</c:v>
                </c:pt>
                <c:pt idx="14953">
                  <c:v>4.0666399999999996</c:v>
                </c:pt>
                <c:pt idx="14954">
                  <c:v>4.0669500000000003</c:v>
                </c:pt>
                <c:pt idx="14955">
                  <c:v>4.0672499999999996</c:v>
                </c:pt>
                <c:pt idx="14956">
                  <c:v>4.0675600000000003</c:v>
                </c:pt>
                <c:pt idx="14957">
                  <c:v>4.0678599999999996</c:v>
                </c:pt>
                <c:pt idx="14958">
                  <c:v>4.0681700000000003</c:v>
                </c:pt>
                <c:pt idx="14959">
                  <c:v>4.0684699999999996</c:v>
                </c:pt>
                <c:pt idx="14960">
                  <c:v>4.0687800000000003</c:v>
                </c:pt>
                <c:pt idx="14961">
                  <c:v>4.0690799999999996</c:v>
                </c:pt>
                <c:pt idx="14962">
                  <c:v>4.0693900000000003</c:v>
                </c:pt>
                <c:pt idx="14963">
                  <c:v>4.0696899999999996</c:v>
                </c:pt>
                <c:pt idx="14964">
                  <c:v>4.07</c:v>
                </c:pt>
                <c:pt idx="14965">
                  <c:v>4.0702999999999996</c:v>
                </c:pt>
                <c:pt idx="14966">
                  <c:v>4.0706100000000003</c:v>
                </c:pt>
                <c:pt idx="14967">
                  <c:v>4.0709200000000001</c:v>
                </c:pt>
                <c:pt idx="14968">
                  <c:v>4.0712200000000003</c:v>
                </c:pt>
                <c:pt idx="14969">
                  <c:v>4.0715300000000001</c:v>
                </c:pt>
                <c:pt idx="14970">
                  <c:v>4.0718300000000003</c:v>
                </c:pt>
                <c:pt idx="14971">
                  <c:v>4.0721400000000001</c:v>
                </c:pt>
                <c:pt idx="14972">
                  <c:v>4.0724400000000003</c:v>
                </c:pt>
                <c:pt idx="14973">
                  <c:v>4.0727500000000001</c:v>
                </c:pt>
                <c:pt idx="14974">
                  <c:v>4.0730500000000003</c:v>
                </c:pt>
                <c:pt idx="14975">
                  <c:v>4.0733600000000001</c:v>
                </c:pt>
                <c:pt idx="14976">
                  <c:v>4.0736600000000003</c:v>
                </c:pt>
                <c:pt idx="14977">
                  <c:v>4.0739700000000001</c:v>
                </c:pt>
                <c:pt idx="14978">
                  <c:v>4.0742799999999999</c:v>
                </c:pt>
                <c:pt idx="14979">
                  <c:v>4.0745800000000001</c:v>
                </c:pt>
                <c:pt idx="14980">
                  <c:v>4.0748899999999999</c:v>
                </c:pt>
                <c:pt idx="14981">
                  <c:v>4.0751900000000001</c:v>
                </c:pt>
                <c:pt idx="14982">
                  <c:v>4.0754999999999999</c:v>
                </c:pt>
                <c:pt idx="14983">
                  <c:v>4.0758000000000001</c:v>
                </c:pt>
                <c:pt idx="14984">
                  <c:v>4.0761099999999999</c:v>
                </c:pt>
                <c:pt idx="14985">
                  <c:v>4.0764100000000001</c:v>
                </c:pt>
                <c:pt idx="14986">
                  <c:v>4.0767199999999999</c:v>
                </c:pt>
                <c:pt idx="14987">
                  <c:v>4.0770200000000001</c:v>
                </c:pt>
                <c:pt idx="14988">
                  <c:v>4.0773299999999999</c:v>
                </c:pt>
                <c:pt idx="14989">
                  <c:v>4.0776300000000001</c:v>
                </c:pt>
                <c:pt idx="14990">
                  <c:v>4.0779399999999999</c:v>
                </c:pt>
                <c:pt idx="14991">
                  <c:v>4.0782499999999997</c:v>
                </c:pt>
                <c:pt idx="14992">
                  <c:v>4.0785499999999999</c:v>
                </c:pt>
                <c:pt idx="14993">
                  <c:v>4.0788599999999997</c:v>
                </c:pt>
                <c:pt idx="14994">
                  <c:v>4.0791599999999999</c:v>
                </c:pt>
                <c:pt idx="14995">
                  <c:v>4.0794699999999997</c:v>
                </c:pt>
                <c:pt idx="14996">
                  <c:v>4.0797699999999999</c:v>
                </c:pt>
                <c:pt idx="14997">
                  <c:v>4.0800799999999997</c:v>
                </c:pt>
                <c:pt idx="14998">
                  <c:v>4.0803799999999999</c:v>
                </c:pt>
                <c:pt idx="14999">
                  <c:v>4.0806899999999997</c:v>
                </c:pt>
                <c:pt idx="15000">
                  <c:v>4.0809899999999999</c:v>
                </c:pt>
                <c:pt idx="15001">
                  <c:v>4.0812999999999997</c:v>
                </c:pt>
                <c:pt idx="15002">
                  <c:v>4.0815999999999999</c:v>
                </c:pt>
                <c:pt idx="15003">
                  <c:v>4.0819099999999997</c:v>
                </c:pt>
                <c:pt idx="15004">
                  <c:v>4.0822200000000004</c:v>
                </c:pt>
                <c:pt idx="15005">
                  <c:v>4.0825199999999997</c:v>
                </c:pt>
                <c:pt idx="15006">
                  <c:v>4.0828300000000004</c:v>
                </c:pt>
                <c:pt idx="15007">
                  <c:v>4.0831299999999997</c:v>
                </c:pt>
                <c:pt idx="15008">
                  <c:v>4.0834400000000004</c:v>
                </c:pt>
                <c:pt idx="15009">
                  <c:v>4.0837399999999997</c:v>
                </c:pt>
                <c:pt idx="15010">
                  <c:v>4.0840500000000004</c:v>
                </c:pt>
                <c:pt idx="15011">
                  <c:v>4.0843499999999997</c:v>
                </c:pt>
                <c:pt idx="15012">
                  <c:v>4.0846600000000004</c:v>
                </c:pt>
                <c:pt idx="15013">
                  <c:v>4.0849599999999997</c:v>
                </c:pt>
                <c:pt idx="15014">
                  <c:v>4.0852700000000004</c:v>
                </c:pt>
                <c:pt idx="15015">
                  <c:v>4.0855699999999997</c:v>
                </c:pt>
                <c:pt idx="15016">
                  <c:v>4.0858800000000004</c:v>
                </c:pt>
                <c:pt idx="15017">
                  <c:v>4.0861900000000002</c:v>
                </c:pt>
                <c:pt idx="15018">
                  <c:v>4.0864900000000004</c:v>
                </c:pt>
                <c:pt idx="15019">
                  <c:v>4.0868000000000002</c:v>
                </c:pt>
                <c:pt idx="15020">
                  <c:v>4.0871000000000004</c:v>
                </c:pt>
                <c:pt idx="15021">
                  <c:v>4.0874100000000002</c:v>
                </c:pt>
                <c:pt idx="15022">
                  <c:v>4.0877100000000004</c:v>
                </c:pt>
                <c:pt idx="15023">
                  <c:v>4.0880200000000002</c:v>
                </c:pt>
                <c:pt idx="15024">
                  <c:v>4.0883200000000004</c:v>
                </c:pt>
                <c:pt idx="15025">
                  <c:v>4.0886300000000002</c:v>
                </c:pt>
                <c:pt idx="15026">
                  <c:v>4.0889300000000004</c:v>
                </c:pt>
                <c:pt idx="15027">
                  <c:v>4.0892400000000002</c:v>
                </c:pt>
                <c:pt idx="15028">
                  <c:v>4.0895400000000004</c:v>
                </c:pt>
                <c:pt idx="15029">
                  <c:v>4.0898500000000002</c:v>
                </c:pt>
                <c:pt idx="15030">
                  <c:v>4.09016</c:v>
                </c:pt>
                <c:pt idx="15031">
                  <c:v>4.0904600000000002</c:v>
                </c:pt>
                <c:pt idx="15032">
                  <c:v>4.09077</c:v>
                </c:pt>
                <c:pt idx="15033">
                  <c:v>4.0910700000000002</c:v>
                </c:pt>
                <c:pt idx="15034">
                  <c:v>4.09138</c:v>
                </c:pt>
                <c:pt idx="15035">
                  <c:v>4.0916800000000002</c:v>
                </c:pt>
                <c:pt idx="15036">
                  <c:v>4.09199</c:v>
                </c:pt>
                <c:pt idx="15037">
                  <c:v>4.0922900000000002</c:v>
                </c:pt>
                <c:pt idx="15038">
                  <c:v>4.0926</c:v>
                </c:pt>
                <c:pt idx="15039">
                  <c:v>4.0929000000000002</c:v>
                </c:pt>
                <c:pt idx="15040">
                  <c:v>4.09321</c:v>
                </c:pt>
                <c:pt idx="15041">
                  <c:v>4.0935199999999998</c:v>
                </c:pt>
                <c:pt idx="15042">
                  <c:v>4.09382</c:v>
                </c:pt>
                <c:pt idx="15043">
                  <c:v>4.0941299999999998</c:v>
                </c:pt>
                <c:pt idx="15044">
                  <c:v>4.09443</c:v>
                </c:pt>
                <c:pt idx="15045">
                  <c:v>4.0947399999999998</c:v>
                </c:pt>
                <c:pt idx="15046">
                  <c:v>4.09504</c:v>
                </c:pt>
                <c:pt idx="15047">
                  <c:v>4.0953499999999998</c:v>
                </c:pt>
                <c:pt idx="15048">
                  <c:v>4.09565</c:v>
                </c:pt>
                <c:pt idx="15049">
                  <c:v>4.0959599999999998</c:v>
                </c:pt>
                <c:pt idx="15050">
                  <c:v>4.09626</c:v>
                </c:pt>
                <c:pt idx="15051">
                  <c:v>4.0965699999999998</c:v>
                </c:pt>
                <c:pt idx="15052">
                  <c:v>4.09687</c:v>
                </c:pt>
                <c:pt idx="15053">
                  <c:v>4.0971799999999998</c:v>
                </c:pt>
                <c:pt idx="15054">
                  <c:v>4.0974899999999996</c:v>
                </c:pt>
                <c:pt idx="15055">
                  <c:v>4.0977899999999998</c:v>
                </c:pt>
                <c:pt idx="15056">
                  <c:v>4.0980999999999996</c:v>
                </c:pt>
                <c:pt idx="15057">
                  <c:v>4.0983999999999998</c:v>
                </c:pt>
                <c:pt idx="15058">
                  <c:v>4.0987099999999996</c:v>
                </c:pt>
                <c:pt idx="15059">
                  <c:v>4.0990099999999998</c:v>
                </c:pt>
                <c:pt idx="15060">
                  <c:v>4.0993199999999996</c:v>
                </c:pt>
                <c:pt idx="15061">
                  <c:v>4.0996199999999998</c:v>
                </c:pt>
                <c:pt idx="15062">
                  <c:v>4.0999299999999996</c:v>
                </c:pt>
                <c:pt idx="15063">
                  <c:v>4.1002299999999998</c:v>
                </c:pt>
                <c:pt idx="15064">
                  <c:v>4.1005399999999996</c:v>
                </c:pt>
                <c:pt idx="15065">
                  <c:v>4.1008399999999998</c:v>
                </c:pt>
                <c:pt idx="15066">
                  <c:v>4.1011499999999996</c:v>
                </c:pt>
                <c:pt idx="15067">
                  <c:v>4.1014600000000003</c:v>
                </c:pt>
                <c:pt idx="15068">
                  <c:v>4.1017599999999996</c:v>
                </c:pt>
                <c:pt idx="15069">
                  <c:v>4.1020700000000003</c:v>
                </c:pt>
                <c:pt idx="15070">
                  <c:v>4.1023699999999996</c:v>
                </c:pt>
                <c:pt idx="15071">
                  <c:v>4.1026800000000003</c:v>
                </c:pt>
                <c:pt idx="15072">
                  <c:v>4.1029799999999996</c:v>
                </c:pt>
                <c:pt idx="15073">
                  <c:v>4.1032900000000003</c:v>
                </c:pt>
                <c:pt idx="15074">
                  <c:v>4.1035899999999996</c:v>
                </c:pt>
                <c:pt idx="15075">
                  <c:v>4.1039000000000003</c:v>
                </c:pt>
                <c:pt idx="15076">
                  <c:v>4.1041999999999996</c:v>
                </c:pt>
                <c:pt idx="15077">
                  <c:v>4.1045100000000003</c:v>
                </c:pt>
                <c:pt idx="15078">
                  <c:v>4.1048099999999996</c:v>
                </c:pt>
                <c:pt idx="15079">
                  <c:v>4.1051200000000003</c:v>
                </c:pt>
                <c:pt idx="15080">
                  <c:v>4.1054300000000001</c:v>
                </c:pt>
                <c:pt idx="15081">
                  <c:v>4.1057300000000003</c:v>
                </c:pt>
                <c:pt idx="15082">
                  <c:v>4.1060400000000001</c:v>
                </c:pt>
                <c:pt idx="15083">
                  <c:v>4.1063400000000003</c:v>
                </c:pt>
                <c:pt idx="15084">
                  <c:v>4.1066500000000001</c:v>
                </c:pt>
                <c:pt idx="15085">
                  <c:v>4.1069500000000003</c:v>
                </c:pt>
                <c:pt idx="15086">
                  <c:v>4.1072600000000001</c:v>
                </c:pt>
                <c:pt idx="15087">
                  <c:v>4.1075600000000003</c:v>
                </c:pt>
                <c:pt idx="15088">
                  <c:v>4.1078700000000001</c:v>
                </c:pt>
                <c:pt idx="15089">
                  <c:v>4.1081700000000003</c:v>
                </c:pt>
                <c:pt idx="15090">
                  <c:v>4.1084800000000001</c:v>
                </c:pt>
                <c:pt idx="15091">
                  <c:v>4.1087899999999999</c:v>
                </c:pt>
                <c:pt idx="15092">
                  <c:v>4.1090900000000001</c:v>
                </c:pt>
                <c:pt idx="15093">
                  <c:v>4.1093999999999999</c:v>
                </c:pt>
                <c:pt idx="15094">
                  <c:v>4.1097000000000001</c:v>
                </c:pt>
                <c:pt idx="15095">
                  <c:v>4.1100099999999999</c:v>
                </c:pt>
                <c:pt idx="15096">
                  <c:v>4.1103100000000001</c:v>
                </c:pt>
                <c:pt idx="15097">
                  <c:v>4.1106199999999999</c:v>
                </c:pt>
                <c:pt idx="15098">
                  <c:v>4.1109200000000001</c:v>
                </c:pt>
                <c:pt idx="15099">
                  <c:v>4.1112299999999999</c:v>
                </c:pt>
                <c:pt idx="15100">
                  <c:v>4.1115300000000001</c:v>
                </c:pt>
                <c:pt idx="15101">
                  <c:v>4.1118399999999999</c:v>
                </c:pt>
                <c:pt idx="15102">
                  <c:v>4.1121400000000001</c:v>
                </c:pt>
                <c:pt idx="15103">
                  <c:v>4.1124499999999999</c:v>
                </c:pt>
                <c:pt idx="15104">
                  <c:v>4.1127599999999997</c:v>
                </c:pt>
                <c:pt idx="15105">
                  <c:v>4.1130599999999999</c:v>
                </c:pt>
                <c:pt idx="15106">
                  <c:v>4.1133699999999997</c:v>
                </c:pt>
                <c:pt idx="15107">
                  <c:v>4.1136699999999999</c:v>
                </c:pt>
                <c:pt idx="15108">
                  <c:v>4.1139799999999997</c:v>
                </c:pt>
                <c:pt idx="15109">
                  <c:v>4.1142799999999999</c:v>
                </c:pt>
                <c:pt idx="15110">
                  <c:v>4.1145899999999997</c:v>
                </c:pt>
                <c:pt idx="15111">
                  <c:v>4.1148899999999999</c:v>
                </c:pt>
                <c:pt idx="15112">
                  <c:v>4.1151999999999997</c:v>
                </c:pt>
                <c:pt idx="15113">
                  <c:v>4.1154999999999999</c:v>
                </c:pt>
                <c:pt idx="15114">
                  <c:v>4.1158099999999997</c:v>
                </c:pt>
                <c:pt idx="15115">
                  <c:v>4.1161099999999999</c:v>
                </c:pt>
                <c:pt idx="15116">
                  <c:v>4.1164199999999997</c:v>
                </c:pt>
                <c:pt idx="15117">
                  <c:v>4.1167299999999996</c:v>
                </c:pt>
                <c:pt idx="15118">
                  <c:v>4.1170299999999997</c:v>
                </c:pt>
                <c:pt idx="15119">
                  <c:v>4.1173400000000004</c:v>
                </c:pt>
                <c:pt idx="15120">
                  <c:v>4.1176399999999997</c:v>
                </c:pt>
                <c:pt idx="15121">
                  <c:v>4.1179500000000004</c:v>
                </c:pt>
                <c:pt idx="15122">
                  <c:v>4.1182499999999997</c:v>
                </c:pt>
                <c:pt idx="15123">
                  <c:v>4.1185600000000004</c:v>
                </c:pt>
                <c:pt idx="15124">
                  <c:v>4.1188599999999997</c:v>
                </c:pt>
                <c:pt idx="15125">
                  <c:v>4.1191700000000004</c:v>
                </c:pt>
                <c:pt idx="15126">
                  <c:v>4.1194699999999997</c:v>
                </c:pt>
                <c:pt idx="15127">
                  <c:v>4.1197800000000004</c:v>
                </c:pt>
                <c:pt idx="15128">
                  <c:v>4.1200799999999997</c:v>
                </c:pt>
                <c:pt idx="15129">
                  <c:v>4.1203900000000004</c:v>
                </c:pt>
                <c:pt idx="15130">
                  <c:v>4.1207000000000003</c:v>
                </c:pt>
                <c:pt idx="15131">
                  <c:v>4.1210000000000004</c:v>
                </c:pt>
                <c:pt idx="15132">
                  <c:v>4.1213100000000003</c:v>
                </c:pt>
                <c:pt idx="15133">
                  <c:v>4.1216100000000004</c:v>
                </c:pt>
                <c:pt idx="15134">
                  <c:v>4.1219200000000003</c:v>
                </c:pt>
                <c:pt idx="15135">
                  <c:v>4.1222200000000004</c:v>
                </c:pt>
                <c:pt idx="15136">
                  <c:v>4.1225300000000002</c:v>
                </c:pt>
                <c:pt idx="15137">
                  <c:v>4.1228300000000004</c:v>
                </c:pt>
                <c:pt idx="15138">
                  <c:v>4.1231400000000002</c:v>
                </c:pt>
                <c:pt idx="15139">
                  <c:v>4.1234400000000004</c:v>
                </c:pt>
                <c:pt idx="15140">
                  <c:v>4.1237500000000002</c:v>
                </c:pt>
                <c:pt idx="15141">
                  <c:v>4.1240500000000004</c:v>
                </c:pt>
                <c:pt idx="15142">
                  <c:v>4.1243600000000002</c:v>
                </c:pt>
                <c:pt idx="15143">
                  <c:v>4.1246700000000001</c:v>
                </c:pt>
                <c:pt idx="15144">
                  <c:v>4.1249700000000002</c:v>
                </c:pt>
                <c:pt idx="15145">
                  <c:v>4.1252800000000001</c:v>
                </c:pt>
                <c:pt idx="15146">
                  <c:v>4.1255800000000002</c:v>
                </c:pt>
                <c:pt idx="15147">
                  <c:v>4.1258900000000001</c:v>
                </c:pt>
                <c:pt idx="15148">
                  <c:v>4.1261900000000002</c:v>
                </c:pt>
                <c:pt idx="15149">
                  <c:v>4.1265000000000001</c:v>
                </c:pt>
                <c:pt idx="15150">
                  <c:v>4.1268000000000002</c:v>
                </c:pt>
                <c:pt idx="15151">
                  <c:v>4.1271100000000001</c:v>
                </c:pt>
                <c:pt idx="15152">
                  <c:v>4.1274100000000002</c:v>
                </c:pt>
                <c:pt idx="15153">
                  <c:v>4.1277200000000001</c:v>
                </c:pt>
                <c:pt idx="15154">
                  <c:v>4.1280299999999999</c:v>
                </c:pt>
                <c:pt idx="15155">
                  <c:v>4.1283300000000001</c:v>
                </c:pt>
                <c:pt idx="15156">
                  <c:v>4.1286399999999999</c:v>
                </c:pt>
                <c:pt idx="15157">
                  <c:v>4.1289400000000001</c:v>
                </c:pt>
                <c:pt idx="15158">
                  <c:v>4.1292499999999999</c:v>
                </c:pt>
                <c:pt idx="15159">
                  <c:v>4.1295500000000001</c:v>
                </c:pt>
                <c:pt idx="15160">
                  <c:v>4.1298599999999999</c:v>
                </c:pt>
                <c:pt idx="15161">
                  <c:v>4.1301600000000001</c:v>
                </c:pt>
                <c:pt idx="15162">
                  <c:v>4.1304699999999999</c:v>
                </c:pt>
                <c:pt idx="15163">
                  <c:v>4.1307700000000001</c:v>
                </c:pt>
                <c:pt idx="15164">
                  <c:v>4.1310799999999999</c:v>
                </c:pt>
                <c:pt idx="15165">
                  <c:v>4.1313800000000001</c:v>
                </c:pt>
                <c:pt idx="15166">
                  <c:v>4.1316899999999999</c:v>
                </c:pt>
                <c:pt idx="15167">
                  <c:v>4.1319999999999997</c:v>
                </c:pt>
                <c:pt idx="15168">
                  <c:v>4.1322999999999999</c:v>
                </c:pt>
                <c:pt idx="15169">
                  <c:v>4.1326099999999997</c:v>
                </c:pt>
                <c:pt idx="15170">
                  <c:v>4.1329099999999999</c:v>
                </c:pt>
                <c:pt idx="15171">
                  <c:v>4.1332199999999997</c:v>
                </c:pt>
                <c:pt idx="15172">
                  <c:v>4.1335199999999999</c:v>
                </c:pt>
                <c:pt idx="15173">
                  <c:v>4.1338299999999997</c:v>
                </c:pt>
                <c:pt idx="15174">
                  <c:v>4.1341299999999999</c:v>
                </c:pt>
                <c:pt idx="15175">
                  <c:v>4.1344399999999997</c:v>
                </c:pt>
                <c:pt idx="15176">
                  <c:v>4.1347399999999999</c:v>
                </c:pt>
                <c:pt idx="15177">
                  <c:v>4.1350499999999997</c:v>
                </c:pt>
                <c:pt idx="15178">
                  <c:v>4.1353499999999999</c:v>
                </c:pt>
                <c:pt idx="15179">
                  <c:v>4.1356599999999997</c:v>
                </c:pt>
                <c:pt idx="15180">
                  <c:v>4.1359700000000004</c:v>
                </c:pt>
                <c:pt idx="15181">
                  <c:v>4.1362699999999997</c:v>
                </c:pt>
                <c:pt idx="15182">
                  <c:v>4.1365800000000004</c:v>
                </c:pt>
                <c:pt idx="15183">
                  <c:v>4.1368799999999997</c:v>
                </c:pt>
                <c:pt idx="15184">
                  <c:v>4.1371900000000004</c:v>
                </c:pt>
                <c:pt idx="15185">
                  <c:v>4.1374899999999997</c:v>
                </c:pt>
                <c:pt idx="15186">
                  <c:v>4.1378000000000004</c:v>
                </c:pt>
                <c:pt idx="15187">
                  <c:v>4.1380999999999997</c:v>
                </c:pt>
                <c:pt idx="15188">
                  <c:v>4.1384100000000004</c:v>
                </c:pt>
                <c:pt idx="15189">
                  <c:v>4.1387099999999997</c:v>
                </c:pt>
                <c:pt idx="15190">
                  <c:v>4.1390200000000004</c:v>
                </c:pt>
                <c:pt idx="15191">
                  <c:v>4.1393199999999997</c:v>
                </c:pt>
                <c:pt idx="15192">
                  <c:v>4.1396300000000004</c:v>
                </c:pt>
                <c:pt idx="15193">
                  <c:v>4.1399400000000002</c:v>
                </c:pt>
                <c:pt idx="15194">
                  <c:v>4.1402400000000004</c:v>
                </c:pt>
                <c:pt idx="15195">
                  <c:v>4.1405500000000002</c:v>
                </c:pt>
                <c:pt idx="15196">
                  <c:v>4.1408500000000004</c:v>
                </c:pt>
                <c:pt idx="15197">
                  <c:v>4.1411600000000002</c:v>
                </c:pt>
                <c:pt idx="15198">
                  <c:v>4.1414600000000004</c:v>
                </c:pt>
                <c:pt idx="15199">
                  <c:v>4.1417700000000002</c:v>
                </c:pt>
                <c:pt idx="15200">
                  <c:v>4.1420700000000004</c:v>
                </c:pt>
                <c:pt idx="15201">
                  <c:v>4.1423800000000002</c:v>
                </c:pt>
                <c:pt idx="15202">
                  <c:v>4.1426800000000004</c:v>
                </c:pt>
                <c:pt idx="15203">
                  <c:v>4.1429900000000002</c:v>
                </c:pt>
                <c:pt idx="15204">
                  <c:v>4.1432900000000004</c:v>
                </c:pt>
                <c:pt idx="15205">
                  <c:v>4.1436000000000002</c:v>
                </c:pt>
                <c:pt idx="15206">
                  <c:v>4.14391</c:v>
                </c:pt>
                <c:pt idx="15207">
                  <c:v>4.1442100000000002</c:v>
                </c:pt>
                <c:pt idx="15208">
                  <c:v>4.14452</c:v>
                </c:pt>
                <c:pt idx="15209">
                  <c:v>4.1448200000000002</c:v>
                </c:pt>
                <c:pt idx="15210">
                  <c:v>4.14513</c:v>
                </c:pt>
                <c:pt idx="15211">
                  <c:v>4.1454300000000002</c:v>
                </c:pt>
                <c:pt idx="15212">
                  <c:v>4.14574</c:v>
                </c:pt>
                <c:pt idx="15213">
                  <c:v>4.1460400000000002</c:v>
                </c:pt>
                <c:pt idx="15214">
                  <c:v>4.14635</c:v>
                </c:pt>
                <c:pt idx="15215">
                  <c:v>4.1466500000000002</c:v>
                </c:pt>
                <c:pt idx="15216">
                  <c:v>4.14696</c:v>
                </c:pt>
                <c:pt idx="15217">
                  <c:v>4.1472699999999998</c:v>
                </c:pt>
                <c:pt idx="15218">
                  <c:v>4.14757</c:v>
                </c:pt>
                <c:pt idx="15219">
                  <c:v>4.1478799999999998</c:v>
                </c:pt>
                <c:pt idx="15220">
                  <c:v>4.14818</c:v>
                </c:pt>
                <c:pt idx="15221">
                  <c:v>4.1484899999999998</c:v>
                </c:pt>
                <c:pt idx="15222">
                  <c:v>4.14879</c:v>
                </c:pt>
                <c:pt idx="15223">
                  <c:v>4.1490999999999998</c:v>
                </c:pt>
                <c:pt idx="15224">
                  <c:v>4.1494</c:v>
                </c:pt>
                <c:pt idx="15225">
                  <c:v>4.1497099999999998</c:v>
                </c:pt>
                <c:pt idx="15226">
                  <c:v>4.15001</c:v>
                </c:pt>
                <c:pt idx="15227">
                  <c:v>4.1503199999999998</c:v>
                </c:pt>
                <c:pt idx="15228">
                  <c:v>4.15062</c:v>
                </c:pt>
                <c:pt idx="15229">
                  <c:v>4.1509299999999998</c:v>
                </c:pt>
                <c:pt idx="15230">
                  <c:v>4.1512399999999996</c:v>
                </c:pt>
                <c:pt idx="15231">
                  <c:v>4.1515399999999998</c:v>
                </c:pt>
                <c:pt idx="15232">
                  <c:v>4.1518499999999996</c:v>
                </c:pt>
                <c:pt idx="15233">
                  <c:v>4.1521499999999998</c:v>
                </c:pt>
                <c:pt idx="15234">
                  <c:v>4.1524599999999996</c:v>
                </c:pt>
                <c:pt idx="15235">
                  <c:v>4.1527599999999998</c:v>
                </c:pt>
                <c:pt idx="15236">
                  <c:v>4.1530699999999996</c:v>
                </c:pt>
                <c:pt idx="15237">
                  <c:v>4.1533699999999998</c:v>
                </c:pt>
                <c:pt idx="15238">
                  <c:v>4.1536799999999996</c:v>
                </c:pt>
                <c:pt idx="15239">
                  <c:v>4.1539799999999998</c:v>
                </c:pt>
                <c:pt idx="15240">
                  <c:v>4.1542899999999996</c:v>
                </c:pt>
                <c:pt idx="15241">
                  <c:v>4.1545899999999998</c:v>
                </c:pt>
                <c:pt idx="15242">
                  <c:v>4.1548999999999996</c:v>
                </c:pt>
                <c:pt idx="15243">
                  <c:v>4.1552100000000003</c:v>
                </c:pt>
                <c:pt idx="15244">
                  <c:v>4.1555099999999996</c:v>
                </c:pt>
                <c:pt idx="15245">
                  <c:v>4.1558200000000003</c:v>
                </c:pt>
                <c:pt idx="15246">
                  <c:v>4.1561199999999996</c:v>
                </c:pt>
                <c:pt idx="15247">
                  <c:v>4.1564300000000003</c:v>
                </c:pt>
                <c:pt idx="15248">
                  <c:v>4.1567299999999996</c:v>
                </c:pt>
                <c:pt idx="15249">
                  <c:v>4.1570400000000003</c:v>
                </c:pt>
                <c:pt idx="15250">
                  <c:v>4.1573399999999996</c:v>
                </c:pt>
                <c:pt idx="15251">
                  <c:v>4.1576500000000003</c:v>
                </c:pt>
                <c:pt idx="15252">
                  <c:v>4.1579499999999996</c:v>
                </c:pt>
                <c:pt idx="15253">
                  <c:v>4.1582600000000003</c:v>
                </c:pt>
                <c:pt idx="15254">
                  <c:v>4.1585599999999996</c:v>
                </c:pt>
                <c:pt idx="15255">
                  <c:v>4.1588700000000003</c:v>
                </c:pt>
                <c:pt idx="15256">
                  <c:v>4.1591800000000001</c:v>
                </c:pt>
                <c:pt idx="15257">
                  <c:v>4.1594800000000003</c:v>
                </c:pt>
                <c:pt idx="15258">
                  <c:v>4.1597900000000001</c:v>
                </c:pt>
                <c:pt idx="15259">
                  <c:v>4.1600900000000003</c:v>
                </c:pt>
                <c:pt idx="15260">
                  <c:v>4.1604000000000001</c:v>
                </c:pt>
                <c:pt idx="15261">
                  <c:v>4.1607000000000003</c:v>
                </c:pt>
                <c:pt idx="15262">
                  <c:v>4.1610100000000001</c:v>
                </c:pt>
                <c:pt idx="15263">
                  <c:v>4.1613100000000003</c:v>
                </c:pt>
                <c:pt idx="15264">
                  <c:v>4.1616200000000001</c:v>
                </c:pt>
                <c:pt idx="15265">
                  <c:v>4.1619200000000003</c:v>
                </c:pt>
                <c:pt idx="15266">
                  <c:v>4.1622300000000001</c:v>
                </c:pt>
                <c:pt idx="15267">
                  <c:v>4.1625300000000003</c:v>
                </c:pt>
                <c:pt idx="15268">
                  <c:v>4.1628400000000001</c:v>
                </c:pt>
                <c:pt idx="15269">
                  <c:v>4.1631499999999999</c:v>
                </c:pt>
                <c:pt idx="15270">
                  <c:v>4.1634500000000001</c:v>
                </c:pt>
                <c:pt idx="15271">
                  <c:v>4.1637599999999999</c:v>
                </c:pt>
                <c:pt idx="15272">
                  <c:v>4.1640600000000001</c:v>
                </c:pt>
                <c:pt idx="15273">
                  <c:v>4.1643699999999999</c:v>
                </c:pt>
                <c:pt idx="15274">
                  <c:v>4.1646700000000001</c:v>
                </c:pt>
                <c:pt idx="15275">
                  <c:v>4.1649799999999999</c:v>
                </c:pt>
                <c:pt idx="15276">
                  <c:v>4.1652800000000001</c:v>
                </c:pt>
                <c:pt idx="15277">
                  <c:v>4.1655899999999999</c:v>
                </c:pt>
                <c:pt idx="15278">
                  <c:v>4.1658900000000001</c:v>
                </c:pt>
                <c:pt idx="15279">
                  <c:v>4.1661999999999999</c:v>
                </c:pt>
                <c:pt idx="15280">
                  <c:v>4.1665099999999997</c:v>
                </c:pt>
                <c:pt idx="15281">
                  <c:v>4.1668099999999999</c:v>
                </c:pt>
                <c:pt idx="15282">
                  <c:v>4.1671199999999997</c:v>
                </c:pt>
                <c:pt idx="15283">
                  <c:v>4.1674199999999999</c:v>
                </c:pt>
                <c:pt idx="15284">
                  <c:v>4.1677299999999997</c:v>
                </c:pt>
                <c:pt idx="15285">
                  <c:v>4.1680299999999999</c:v>
                </c:pt>
                <c:pt idx="15286">
                  <c:v>4.1683399999999997</c:v>
                </c:pt>
                <c:pt idx="15287">
                  <c:v>4.1686399999999999</c:v>
                </c:pt>
                <c:pt idx="15288">
                  <c:v>4.1689499999999997</c:v>
                </c:pt>
                <c:pt idx="15289">
                  <c:v>4.1692499999999999</c:v>
                </c:pt>
                <c:pt idx="15290">
                  <c:v>4.1695599999999997</c:v>
                </c:pt>
                <c:pt idx="15291">
                  <c:v>4.1698599999999999</c:v>
                </c:pt>
                <c:pt idx="15292">
                  <c:v>4.1701699999999997</c:v>
                </c:pt>
                <c:pt idx="15293">
                  <c:v>4.1704800000000004</c:v>
                </c:pt>
                <c:pt idx="15294">
                  <c:v>4.1707799999999997</c:v>
                </c:pt>
                <c:pt idx="15295">
                  <c:v>4.1710900000000004</c:v>
                </c:pt>
                <c:pt idx="15296">
                  <c:v>4.1713899999999997</c:v>
                </c:pt>
                <c:pt idx="15297">
                  <c:v>4.1717000000000004</c:v>
                </c:pt>
                <c:pt idx="15298">
                  <c:v>4.1719999999999997</c:v>
                </c:pt>
                <c:pt idx="15299">
                  <c:v>4.1723100000000004</c:v>
                </c:pt>
                <c:pt idx="15300">
                  <c:v>4.1726099999999997</c:v>
                </c:pt>
                <c:pt idx="15301">
                  <c:v>4.1729200000000004</c:v>
                </c:pt>
                <c:pt idx="15302">
                  <c:v>4.1732199999999997</c:v>
                </c:pt>
                <c:pt idx="15303">
                  <c:v>4.1735300000000004</c:v>
                </c:pt>
                <c:pt idx="15304">
                  <c:v>4.1738299999999997</c:v>
                </c:pt>
                <c:pt idx="15305">
                  <c:v>4.1741400000000004</c:v>
                </c:pt>
                <c:pt idx="15306">
                  <c:v>4.1744500000000002</c:v>
                </c:pt>
                <c:pt idx="15307">
                  <c:v>4.1747500000000004</c:v>
                </c:pt>
                <c:pt idx="15308">
                  <c:v>4.1750600000000002</c:v>
                </c:pt>
                <c:pt idx="15309">
                  <c:v>4.1753600000000004</c:v>
                </c:pt>
                <c:pt idx="15310">
                  <c:v>4.1756700000000002</c:v>
                </c:pt>
                <c:pt idx="15311">
                  <c:v>4.1759700000000004</c:v>
                </c:pt>
                <c:pt idx="15312">
                  <c:v>4.1762800000000002</c:v>
                </c:pt>
                <c:pt idx="15313">
                  <c:v>4.1765800000000004</c:v>
                </c:pt>
                <c:pt idx="15314">
                  <c:v>4.1768900000000002</c:v>
                </c:pt>
                <c:pt idx="15315">
                  <c:v>4.1771900000000004</c:v>
                </c:pt>
                <c:pt idx="15316">
                  <c:v>4.1775000000000002</c:v>
                </c:pt>
                <c:pt idx="15317">
                  <c:v>4.1778000000000004</c:v>
                </c:pt>
                <c:pt idx="15318">
                  <c:v>4.1781100000000002</c:v>
                </c:pt>
                <c:pt idx="15319">
                  <c:v>4.17842</c:v>
                </c:pt>
                <c:pt idx="15320">
                  <c:v>4.1787200000000002</c:v>
                </c:pt>
                <c:pt idx="15321">
                  <c:v>4.17903</c:v>
                </c:pt>
                <c:pt idx="15322">
                  <c:v>4.1793300000000002</c:v>
                </c:pt>
                <c:pt idx="15323">
                  <c:v>4.17964</c:v>
                </c:pt>
                <c:pt idx="15324">
                  <c:v>4.1799400000000002</c:v>
                </c:pt>
                <c:pt idx="15325">
                  <c:v>4.18025</c:v>
                </c:pt>
                <c:pt idx="15326">
                  <c:v>4.1805500000000002</c:v>
                </c:pt>
                <c:pt idx="15327">
                  <c:v>4.18086</c:v>
                </c:pt>
                <c:pt idx="15328">
                  <c:v>4.1811600000000002</c:v>
                </c:pt>
                <c:pt idx="15329">
                  <c:v>4.18147</c:v>
                </c:pt>
                <c:pt idx="15330">
                  <c:v>4.1817799999999998</c:v>
                </c:pt>
                <c:pt idx="15331">
                  <c:v>4.18208</c:v>
                </c:pt>
                <c:pt idx="15332">
                  <c:v>4.1823899999999998</c:v>
                </c:pt>
                <c:pt idx="15333">
                  <c:v>4.18269</c:v>
                </c:pt>
                <c:pt idx="15334">
                  <c:v>4.1829999999999998</c:v>
                </c:pt>
                <c:pt idx="15335">
                  <c:v>4.1833</c:v>
                </c:pt>
                <c:pt idx="15336">
                  <c:v>4.1836099999999998</c:v>
                </c:pt>
                <c:pt idx="15337">
                  <c:v>4.18391</c:v>
                </c:pt>
                <c:pt idx="15338">
                  <c:v>4.1842199999999998</c:v>
                </c:pt>
                <c:pt idx="15339">
                  <c:v>4.18452</c:v>
                </c:pt>
                <c:pt idx="15340">
                  <c:v>4.1848299999999998</c:v>
                </c:pt>
                <c:pt idx="15341">
                  <c:v>4.18513</c:v>
                </c:pt>
                <c:pt idx="15342">
                  <c:v>4.1854399999999998</c:v>
                </c:pt>
                <c:pt idx="15343">
                  <c:v>4.1857499999999996</c:v>
                </c:pt>
                <c:pt idx="15344">
                  <c:v>4.1860499999999998</c:v>
                </c:pt>
                <c:pt idx="15345">
                  <c:v>4.1863599999999996</c:v>
                </c:pt>
                <c:pt idx="15346">
                  <c:v>4.1866599999999998</c:v>
                </c:pt>
                <c:pt idx="15347">
                  <c:v>4.1869699999999996</c:v>
                </c:pt>
                <c:pt idx="15348">
                  <c:v>4.1872699999999998</c:v>
                </c:pt>
                <c:pt idx="15349">
                  <c:v>4.1875799999999996</c:v>
                </c:pt>
                <c:pt idx="15350">
                  <c:v>4.1878799999999998</c:v>
                </c:pt>
                <c:pt idx="15351">
                  <c:v>4.1881899999999996</c:v>
                </c:pt>
                <c:pt idx="15352">
                  <c:v>4.1884899999999998</c:v>
                </c:pt>
                <c:pt idx="15353">
                  <c:v>4.1887999999999996</c:v>
                </c:pt>
                <c:pt idx="15354">
                  <c:v>4.1890999999999998</c:v>
                </c:pt>
                <c:pt idx="15355">
                  <c:v>4.1894099999999996</c:v>
                </c:pt>
                <c:pt idx="15356">
                  <c:v>4.1897200000000003</c:v>
                </c:pt>
                <c:pt idx="15357">
                  <c:v>4.1900199999999996</c:v>
                </c:pt>
                <c:pt idx="15358">
                  <c:v>4.1903300000000003</c:v>
                </c:pt>
                <c:pt idx="15359">
                  <c:v>4.1906299999999996</c:v>
                </c:pt>
                <c:pt idx="15360">
                  <c:v>4.1909400000000003</c:v>
                </c:pt>
                <c:pt idx="15361">
                  <c:v>4.1912399999999996</c:v>
                </c:pt>
                <c:pt idx="15362">
                  <c:v>4.1915500000000003</c:v>
                </c:pt>
                <c:pt idx="15363">
                  <c:v>4.1918499999999996</c:v>
                </c:pt>
                <c:pt idx="15364">
                  <c:v>4.1921600000000003</c:v>
                </c:pt>
                <c:pt idx="15365">
                  <c:v>4.1924599999999996</c:v>
                </c:pt>
                <c:pt idx="15366">
                  <c:v>4.1927700000000003</c:v>
                </c:pt>
                <c:pt idx="15367">
                  <c:v>4.1930699999999996</c:v>
                </c:pt>
                <c:pt idx="15368">
                  <c:v>4.1933800000000003</c:v>
                </c:pt>
                <c:pt idx="15369">
                  <c:v>4.1936900000000001</c:v>
                </c:pt>
                <c:pt idx="15370">
                  <c:v>4.1939900000000003</c:v>
                </c:pt>
                <c:pt idx="15371">
                  <c:v>4.1943000000000001</c:v>
                </c:pt>
                <c:pt idx="15372">
                  <c:v>4.1946000000000003</c:v>
                </c:pt>
                <c:pt idx="15373">
                  <c:v>4.1949100000000001</c:v>
                </c:pt>
                <c:pt idx="15374">
                  <c:v>4.1952100000000003</c:v>
                </c:pt>
                <c:pt idx="15375">
                  <c:v>4.1955200000000001</c:v>
                </c:pt>
                <c:pt idx="15376">
                  <c:v>4.1958200000000003</c:v>
                </c:pt>
                <c:pt idx="15377">
                  <c:v>4.1961300000000001</c:v>
                </c:pt>
                <c:pt idx="15378">
                  <c:v>4.1964300000000003</c:v>
                </c:pt>
                <c:pt idx="15379">
                  <c:v>4.1967400000000001</c:v>
                </c:pt>
                <c:pt idx="15380">
                  <c:v>4.1970400000000003</c:v>
                </c:pt>
                <c:pt idx="15381">
                  <c:v>4.1973500000000001</c:v>
                </c:pt>
                <c:pt idx="15382">
                  <c:v>4.1976599999999999</c:v>
                </c:pt>
                <c:pt idx="15383">
                  <c:v>4.1979600000000001</c:v>
                </c:pt>
                <c:pt idx="15384">
                  <c:v>4.1982699999999999</c:v>
                </c:pt>
                <c:pt idx="15385">
                  <c:v>4.1985700000000001</c:v>
                </c:pt>
                <c:pt idx="15386">
                  <c:v>4.1988799999999999</c:v>
                </c:pt>
                <c:pt idx="15387">
                  <c:v>4.1991800000000001</c:v>
                </c:pt>
                <c:pt idx="15388">
                  <c:v>4.1994899999999999</c:v>
                </c:pt>
                <c:pt idx="15389">
                  <c:v>4.1997900000000001</c:v>
                </c:pt>
                <c:pt idx="15390">
                  <c:v>4.2000999999999999</c:v>
                </c:pt>
                <c:pt idx="15391">
                  <c:v>4.2004000000000001</c:v>
                </c:pt>
                <c:pt idx="15392">
                  <c:v>4.2007099999999999</c:v>
                </c:pt>
                <c:pt idx="15393">
                  <c:v>4.2010199999999998</c:v>
                </c:pt>
                <c:pt idx="15394">
                  <c:v>4.2013199999999999</c:v>
                </c:pt>
                <c:pt idx="15395">
                  <c:v>4.2016299999999998</c:v>
                </c:pt>
                <c:pt idx="15396">
                  <c:v>4.2019299999999999</c:v>
                </c:pt>
                <c:pt idx="15397">
                  <c:v>4.2022399999999998</c:v>
                </c:pt>
                <c:pt idx="15398">
                  <c:v>4.2025399999999999</c:v>
                </c:pt>
                <c:pt idx="15399">
                  <c:v>4.2028499999999998</c:v>
                </c:pt>
                <c:pt idx="15400">
                  <c:v>4.2031499999999999</c:v>
                </c:pt>
                <c:pt idx="15401">
                  <c:v>4.2034599999999998</c:v>
                </c:pt>
                <c:pt idx="15402">
                  <c:v>4.2037599999999999</c:v>
                </c:pt>
                <c:pt idx="15403">
                  <c:v>4.2040699999999998</c:v>
                </c:pt>
                <c:pt idx="15404">
                  <c:v>4.2043699999999999</c:v>
                </c:pt>
                <c:pt idx="15405">
                  <c:v>4.2046799999999998</c:v>
                </c:pt>
                <c:pt idx="15406">
                  <c:v>4.2049899999999996</c:v>
                </c:pt>
                <c:pt idx="15407">
                  <c:v>4.2052899999999998</c:v>
                </c:pt>
                <c:pt idx="15408">
                  <c:v>4.2055999999999996</c:v>
                </c:pt>
                <c:pt idx="15409">
                  <c:v>4.2058999999999997</c:v>
                </c:pt>
                <c:pt idx="15410">
                  <c:v>4.2062099999999996</c:v>
                </c:pt>
                <c:pt idx="15411">
                  <c:v>4.2065099999999997</c:v>
                </c:pt>
                <c:pt idx="15412">
                  <c:v>4.2068199999999996</c:v>
                </c:pt>
                <c:pt idx="15413">
                  <c:v>4.2071199999999997</c:v>
                </c:pt>
                <c:pt idx="15414">
                  <c:v>4.2074299999999996</c:v>
                </c:pt>
                <c:pt idx="15415">
                  <c:v>4.2077299999999997</c:v>
                </c:pt>
                <c:pt idx="15416">
                  <c:v>4.2080399999999996</c:v>
                </c:pt>
                <c:pt idx="15417">
                  <c:v>4.2083399999999997</c:v>
                </c:pt>
                <c:pt idx="15418">
                  <c:v>4.2086499999999996</c:v>
                </c:pt>
                <c:pt idx="15419">
                  <c:v>4.2089600000000003</c:v>
                </c:pt>
                <c:pt idx="15420">
                  <c:v>4.2092599999999996</c:v>
                </c:pt>
                <c:pt idx="15421">
                  <c:v>4.2095700000000003</c:v>
                </c:pt>
                <c:pt idx="15422">
                  <c:v>4.2098699999999996</c:v>
                </c:pt>
                <c:pt idx="15423">
                  <c:v>4.2101800000000003</c:v>
                </c:pt>
                <c:pt idx="15424">
                  <c:v>4.2104799999999996</c:v>
                </c:pt>
                <c:pt idx="15425">
                  <c:v>4.2107900000000003</c:v>
                </c:pt>
                <c:pt idx="15426">
                  <c:v>4.2110900000000004</c:v>
                </c:pt>
                <c:pt idx="15427">
                  <c:v>4.2114000000000003</c:v>
                </c:pt>
                <c:pt idx="15428">
                  <c:v>4.2117000000000004</c:v>
                </c:pt>
                <c:pt idx="15429">
                  <c:v>4.2120100000000003</c:v>
                </c:pt>
                <c:pt idx="15430">
                  <c:v>4.2123100000000004</c:v>
                </c:pt>
                <c:pt idx="15431">
                  <c:v>4.2126200000000003</c:v>
                </c:pt>
                <c:pt idx="15432">
                  <c:v>4.2129300000000001</c:v>
                </c:pt>
                <c:pt idx="15433">
                  <c:v>4.2132300000000003</c:v>
                </c:pt>
                <c:pt idx="15434">
                  <c:v>4.2135400000000001</c:v>
                </c:pt>
                <c:pt idx="15435">
                  <c:v>4.2138400000000003</c:v>
                </c:pt>
                <c:pt idx="15436">
                  <c:v>4.2141500000000001</c:v>
                </c:pt>
                <c:pt idx="15437">
                  <c:v>4.2144500000000003</c:v>
                </c:pt>
                <c:pt idx="15438">
                  <c:v>4.2147600000000001</c:v>
                </c:pt>
                <c:pt idx="15439">
                  <c:v>4.2150600000000003</c:v>
                </c:pt>
                <c:pt idx="15440">
                  <c:v>4.2153700000000001</c:v>
                </c:pt>
                <c:pt idx="15441">
                  <c:v>4.2156700000000003</c:v>
                </c:pt>
                <c:pt idx="15442">
                  <c:v>4.2159800000000001</c:v>
                </c:pt>
                <c:pt idx="15443">
                  <c:v>4.2162800000000002</c:v>
                </c:pt>
                <c:pt idx="15444">
                  <c:v>4.2165900000000001</c:v>
                </c:pt>
                <c:pt idx="15445">
                  <c:v>4.2168999999999999</c:v>
                </c:pt>
                <c:pt idx="15446">
                  <c:v>4.2172000000000001</c:v>
                </c:pt>
                <c:pt idx="15447">
                  <c:v>4.2175099999999999</c:v>
                </c:pt>
                <c:pt idx="15448">
                  <c:v>4.2178100000000001</c:v>
                </c:pt>
                <c:pt idx="15449">
                  <c:v>4.2181199999999999</c:v>
                </c:pt>
                <c:pt idx="15450">
                  <c:v>4.2184200000000001</c:v>
                </c:pt>
                <c:pt idx="15451">
                  <c:v>4.2187299999999999</c:v>
                </c:pt>
                <c:pt idx="15452">
                  <c:v>4.2190300000000001</c:v>
                </c:pt>
                <c:pt idx="15453">
                  <c:v>4.2193399999999999</c:v>
                </c:pt>
                <c:pt idx="15454">
                  <c:v>4.2196400000000001</c:v>
                </c:pt>
                <c:pt idx="15455">
                  <c:v>4.2199499999999999</c:v>
                </c:pt>
                <c:pt idx="15456">
                  <c:v>4.2202599999999997</c:v>
                </c:pt>
                <c:pt idx="15457">
                  <c:v>4.2205599999999999</c:v>
                </c:pt>
                <c:pt idx="15458">
                  <c:v>4.2208699999999997</c:v>
                </c:pt>
                <c:pt idx="15459">
                  <c:v>4.2211699999999999</c:v>
                </c:pt>
                <c:pt idx="15460">
                  <c:v>4.2214799999999997</c:v>
                </c:pt>
                <c:pt idx="15461">
                  <c:v>4.2217799999999999</c:v>
                </c:pt>
                <c:pt idx="15462">
                  <c:v>4.2220899999999997</c:v>
                </c:pt>
                <c:pt idx="15463">
                  <c:v>4.2223899999999999</c:v>
                </c:pt>
                <c:pt idx="15464">
                  <c:v>4.2226999999999997</c:v>
                </c:pt>
                <c:pt idx="15465">
                  <c:v>4.2229999999999999</c:v>
                </c:pt>
                <c:pt idx="15466">
                  <c:v>4.2233099999999997</c:v>
                </c:pt>
                <c:pt idx="15467">
                  <c:v>4.2236099999999999</c:v>
                </c:pt>
                <c:pt idx="15468">
                  <c:v>4.2239199999999997</c:v>
                </c:pt>
                <c:pt idx="15469">
                  <c:v>4.2242300000000004</c:v>
                </c:pt>
                <c:pt idx="15470">
                  <c:v>4.2245299999999997</c:v>
                </c:pt>
                <c:pt idx="15471">
                  <c:v>4.2248400000000004</c:v>
                </c:pt>
                <c:pt idx="15472">
                  <c:v>4.2251399999999997</c:v>
                </c:pt>
                <c:pt idx="15473">
                  <c:v>4.2254500000000004</c:v>
                </c:pt>
                <c:pt idx="15474">
                  <c:v>4.2257499999999997</c:v>
                </c:pt>
                <c:pt idx="15475">
                  <c:v>4.2260600000000004</c:v>
                </c:pt>
                <c:pt idx="15476">
                  <c:v>4.2263599999999997</c:v>
                </c:pt>
                <c:pt idx="15477">
                  <c:v>4.2266700000000004</c:v>
                </c:pt>
                <c:pt idx="15478">
                  <c:v>4.2269699999999997</c:v>
                </c:pt>
                <c:pt idx="15479">
                  <c:v>4.2272800000000004</c:v>
                </c:pt>
                <c:pt idx="15480">
                  <c:v>4.2275799999999997</c:v>
                </c:pt>
                <c:pt idx="15481">
                  <c:v>4.2278900000000004</c:v>
                </c:pt>
                <c:pt idx="15482">
                  <c:v>4.2282000000000002</c:v>
                </c:pt>
                <c:pt idx="15483">
                  <c:v>4.2285000000000004</c:v>
                </c:pt>
                <c:pt idx="15484">
                  <c:v>4.2288100000000002</c:v>
                </c:pt>
                <c:pt idx="15485">
                  <c:v>4.2291100000000004</c:v>
                </c:pt>
                <c:pt idx="15486">
                  <c:v>4.2294200000000002</c:v>
                </c:pt>
                <c:pt idx="15487">
                  <c:v>4.2297200000000004</c:v>
                </c:pt>
                <c:pt idx="15488">
                  <c:v>4.2300300000000002</c:v>
                </c:pt>
                <c:pt idx="15489">
                  <c:v>4.2303300000000004</c:v>
                </c:pt>
                <c:pt idx="15490">
                  <c:v>4.2306400000000002</c:v>
                </c:pt>
                <c:pt idx="15491">
                  <c:v>4.2309400000000004</c:v>
                </c:pt>
                <c:pt idx="15492">
                  <c:v>4.2312500000000002</c:v>
                </c:pt>
                <c:pt idx="15493">
                  <c:v>4.2315500000000004</c:v>
                </c:pt>
                <c:pt idx="15494">
                  <c:v>4.2318600000000002</c:v>
                </c:pt>
                <c:pt idx="15495">
                  <c:v>4.23217</c:v>
                </c:pt>
                <c:pt idx="15496">
                  <c:v>4.2324700000000002</c:v>
                </c:pt>
                <c:pt idx="15497">
                  <c:v>4.23278</c:v>
                </c:pt>
                <c:pt idx="15498">
                  <c:v>4.2330800000000002</c:v>
                </c:pt>
                <c:pt idx="15499">
                  <c:v>4.23339</c:v>
                </c:pt>
                <c:pt idx="15500">
                  <c:v>4.2336900000000002</c:v>
                </c:pt>
                <c:pt idx="15501">
                  <c:v>4.234</c:v>
                </c:pt>
                <c:pt idx="15502">
                  <c:v>4.2343000000000002</c:v>
                </c:pt>
                <c:pt idx="15503">
                  <c:v>4.23461</c:v>
                </c:pt>
                <c:pt idx="15504">
                  <c:v>4.2349100000000002</c:v>
                </c:pt>
                <c:pt idx="15505">
                  <c:v>4.23522</c:v>
                </c:pt>
                <c:pt idx="15506">
                  <c:v>4.2355299999999998</c:v>
                </c:pt>
                <c:pt idx="15507">
                  <c:v>4.23583</c:v>
                </c:pt>
                <c:pt idx="15508">
                  <c:v>4.2361399999999998</c:v>
                </c:pt>
                <c:pt idx="15509">
                  <c:v>4.23644</c:v>
                </c:pt>
                <c:pt idx="15510">
                  <c:v>4.2367499999999998</c:v>
                </c:pt>
                <c:pt idx="15511">
                  <c:v>4.23705</c:v>
                </c:pt>
                <c:pt idx="15512">
                  <c:v>4.2373599999999998</c:v>
                </c:pt>
                <c:pt idx="15513">
                  <c:v>4.23766</c:v>
                </c:pt>
                <c:pt idx="15514">
                  <c:v>4.2379699999999998</c:v>
                </c:pt>
                <c:pt idx="15515">
                  <c:v>4.23827</c:v>
                </c:pt>
                <c:pt idx="15516">
                  <c:v>4.2385799999999998</c:v>
                </c:pt>
                <c:pt idx="15517">
                  <c:v>4.23888</c:v>
                </c:pt>
                <c:pt idx="15518">
                  <c:v>4.2391899999999998</c:v>
                </c:pt>
                <c:pt idx="15519">
                  <c:v>4.2394999999999996</c:v>
                </c:pt>
                <c:pt idx="15520">
                  <c:v>4.2397999999999998</c:v>
                </c:pt>
                <c:pt idx="15521">
                  <c:v>4.2401099999999996</c:v>
                </c:pt>
                <c:pt idx="15522">
                  <c:v>4.2404099999999998</c:v>
                </c:pt>
                <c:pt idx="15523">
                  <c:v>4.2407199999999996</c:v>
                </c:pt>
                <c:pt idx="15524">
                  <c:v>4.2410199999999998</c:v>
                </c:pt>
                <c:pt idx="15525">
                  <c:v>4.2413299999999996</c:v>
                </c:pt>
                <c:pt idx="15526">
                  <c:v>4.2416299999999998</c:v>
                </c:pt>
                <c:pt idx="15527">
                  <c:v>4.2419399999999996</c:v>
                </c:pt>
                <c:pt idx="15528">
                  <c:v>4.2422399999999998</c:v>
                </c:pt>
                <c:pt idx="15529">
                  <c:v>4.2425499999999996</c:v>
                </c:pt>
                <c:pt idx="15530">
                  <c:v>4.2428499999999998</c:v>
                </c:pt>
                <c:pt idx="15531">
                  <c:v>4.2431599999999996</c:v>
                </c:pt>
                <c:pt idx="15532">
                  <c:v>4.2434700000000003</c:v>
                </c:pt>
                <c:pt idx="15533">
                  <c:v>4.2437699999999996</c:v>
                </c:pt>
                <c:pt idx="15534">
                  <c:v>4.2440800000000003</c:v>
                </c:pt>
                <c:pt idx="15535">
                  <c:v>4.2443799999999996</c:v>
                </c:pt>
                <c:pt idx="15536">
                  <c:v>4.2446900000000003</c:v>
                </c:pt>
                <c:pt idx="15537">
                  <c:v>4.2449899999999996</c:v>
                </c:pt>
                <c:pt idx="15538">
                  <c:v>4.2453000000000003</c:v>
                </c:pt>
                <c:pt idx="15539">
                  <c:v>4.2455999999999996</c:v>
                </c:pt>
                <c:pt idx="15540">
                  <c:v>4.2459100000000003</c:v>
                </c:pt>
                <c:pt idx="15541">
                  <c:v>4.2462099999999996</c:v>
                </c:pt>
                <c:pt idx="15542">
                  <c:v>4.2465200000000003</c:v>
                </c:pt>
                <c:pt idx="15543">
                  <c:v>4.2468199999999996</c:v>
                </c:pt>
                <c:pt idx="15544">
                  <c:v>4.2471300000000003</c:v>
                </c:pt>
                <c:pt idx="15545">
                  <c:v>4.2474400000000001</c:v>
                </c:pt>
                <c:pt idx="15546">
                  <c:v>4.2477400000000003</c:v>
                </c:pt>
                <c:pt idx="15547">
                  <c:v>4.2480500000000001</c:v>
                </c:pt>
                <c:pt idx="15548">
                  <c:v>4.2483500000000003</c:v>
                </c:pt>
                <c:pt idx="15549">
                  <c:v>4.2486600000000001</c:v>
                </c:pt>
                <c:pt idx="15550">
                  <c:v>4.2489600000000003</c:v>
                </c:pt>
                <c:pt idx="15551">
                  <c:v>4.2492700000000001</c:v>
                </c:pt>
                <c:pt idx="15552">
                  <c:v>4.2495700000000003</c:v>
                </c:pt>
                <c:pt idx="15553">
                  <c:v>4.2498800000000001</c:v>
                </c:pt>
                <c:pt idx="15554">
                  <c:v>4.2501800000000003</c:v>
                </c:pt>
                <c:pt idx="15555">
                  <c:v>4.2504900000000001</c:v>
                </c:pt>
                <c:pt idx="15556">
                  <c:v>4.2507900000000003</c:v>
                </c:pt>
                <c:pt idx="15557">
                  <c:v>4.2511000000000001</c:v>
                </c:pt>
                <c:pt idx="15558">
                  <c:v>4.2514099999999999</c:v>
                </c:pt>
                <c:pt idx="15559">
                  <c:v>4.2517100000000001</c:v>
                </c:pt>
                <c:pt idx="15560">
                  <c:v>4.2520199999999999</c:v>
                </c:pt>
                <c:pt idx="15561">
                  <c:v>4.2523200000000001</c:v>
                </c:pt>
                <c:pt idx="15562">
                  <c:v>4.2526299999999999</c:v>
                </c:pt>
                <c:pt idx="15563">
                  <c:v>4.2529300000000001</c:v>
                </c:pt>
                <c:pt idx="15564">
                  <c:v>4.2532399999999999</c:v>
                </c:pt>
                <c:pt idx="15565">
                  <c:v>4.2535400000000001</c:v>
                </c:pt>
                <c:pt idx="15566">
                  <c:v>4.2538499999999999</c:v>
                </c:pt>
                <c:pt idx="15567">
                  <c:v>4.2541500000000001</c:v>
                </c:pt>
                <c:pt idx="15568">
                  <c:v>4.2544599999999999</c:v>
                </c:pt>
                <c:pt idx="15569">
                  <c:v>4.2547699999999997</c:v>
                </c:pt>
                <c:pt idx="15570">
                  <c:v>4.2550699999999999</c:v>
                </c:pt>
                <c:pt idx="15571">
                  <c:v>4.2553799999999997</c:v>
                </c:pt>
                <c:pt idx="15572">
                  <c:v>4.2556799999999999</c:v>
                </c:pt>
                <c:pt idx="15573">
                  <c:v>4.2559899999999997</c:v>
                </c:pt>
                <c:pt idx="15574">
                  <c:v>4.2562899999999999</c:v>
                </c:pt>
                <c:pt idx="15575">
                  <c:v>4.2565999999999997</c:v>
                </c:pt>
                <c:pt idx="15576">
                  <c:v>4.2568999999999999</c:v>
                </c:pt>
                <c:pt idx="15577">
                  <c:v>4.2572099999999997</c:v>
                </c:pt>
                <c:pt idx="15578">
                  <c:v>4.2575099999999999</c:v>
                </c:pt>
                <c:pt idx="15579">
                  <c:v>4.2578199999999997</c:v>
                </c:pt>
                <c:pt idx="15580">
                  <c:v>4.2581199999999999</c:v>
                </c:pt>
                <c:pt idx="15581">
                  <c:v>4.2584299999999997</c:v>
                </c:pt>
                <c:pt idx="15582">
                  <c:v>4.2587400000000004</c:v>
                </c:pt>
                <c:pt idx="15583">
                  <c:v>4.2590399999999997</c:v>
                </c:pt>
                <c:pt idx="15584">
                  <c:v>4.2593500000000004</c:v>
                </c:pt>
                <c:pt idx="15585">
                  <c:v>4.2596499999999997</c:v>
                </c:pt>
                <c:pt idx="15586">
                  <c:v>4.2599600000000004</c:v>
                </c:pt>
                <c:pt idx="15587">
                  <c:v>4.2602599999999997</c:v>
                </c:pt>
                <c:pt idx="15588">
                  <c:v>4.2605700000000004</c:v>
                </c:pt>
                <c:pt idx="15589">
                  <c:v>4.2608699999999997</c:v>
                </c:pt>
                <c:pt idx="15590">
                  <c:v>4.2611800000000004</c:v>
                </c:pt>
                <c:pt idx="15591">
                  <c:v>4.2614799999999997</c:v>
                </c:pt>
                <c:pt idx="15592">
                  <c:v>4.2617900000000004</c:v>
                </c:pt>
                <c:pt idx="15593">
                  <c:v>4.2620899999999997</c:v>
                </c:pt>
                <c:pt idx="15594">
                  <c:v>4.2624000000000004</c:v>
                </c:pt>
                <c:pt idx="15595">
                  <c:v>4.2627100000000002</c:v>
                </c:pt>
                <c:pt idx="15596">
                  <c:v>4.2630100000000004</c:v>
                </c:pt>
                <c:pt idx="15597">
                  <c:v>4.2633200000000002</c:v>
                </c:pt>
                <c:pt idx="15598">
                  <c:v>4.2636200000000004</c:v>
                </c:pt>
                <c:pt idx="15599">
                  <c:v>4.2639300000000002</c:v>
                </c:pt>
                <c:pt idx="15600">
                  <c:v>4.2642300000000004</c:v>
                </c:pt>
                <c:pt idx="15601">
                  <c:v>4.2645400000000002</c:v>
                </c:pt>
                <c:pt idx="15602">
                  <c:v>4.2648400000000004</c:v>
                </c:pt>
                <c:pt idx="15603">
                  <c:v>4.2651500000000002</c:v>
                </c:pt>
                <c:pt idx="15604">
                  <c:v>4.2654500000000004</c:v>
                </c:pt>
                <c:pt idx="15605">
                  <c:v>4.2657600000000002</c:v>
                </c:pt>
                <c:pt idx="15606">
                  <c:v>4.2660600000000004</c:v>
                </c:pt>
                <c:pt idx="15607">
                  <c:v>4.2663700000000002</c:v>
                </c:pt>
                <c:pt idx="15608">
                  <c:v>4.26668</c:v>
                </c:pt>
                <c:pt idx="15609">
                  <c:v>4.2669800000000002</c:v>
                </c:pt>
                <c:pt idx="15610">
                  <c:v>4.26729</c:v>
                </c:pt>
                <c:pt idx="15611">
                  <c:v>4.2675900000000002</c:v>
                </c:pt>
                <c:pt idx="15612">
                  <c:v>4.2679</c:v>
                </c:pt>
                <c:pt idx="15613">
                  <c:v>4.2682000000000002</c:v>
                </c:pt>
                <c:pt idx="15614">
                  <c:v>4.26851</c:v>
                </c:pt>
                <c:pt idx="15615">
                  <c:v>4.2688100000000002</c:v>
                </c:pt>
                <c:pt idx="15616">
                  <c:v>4.26912</c:v>
                </c:pt>
                <c:pt idx="15617">
                  <c:v>4.2694200000000002</c:v>
                </c:pt>
                <c:pt idx="15618">
                  <c:v>4.26973</c:v>
                </c:pt>
                <c:pt idx="15619">
                  <c:v>4.2700300000000002</c:v>
                </c:pt>
                <c:pt idx="15620">
                  <c:v>4.27034</c:v>
                </c:pt>
                <c:pt idx="15621">
                  <c:v>4.2706499999999998</c:v>
                </c:pt>
                <c:pt idx="15622">
                  <c:v>4.27095</c:v>
                </c:pt>
                <c:pt idx="15623">
                  <c:v>4.2712599999999998</c:v>
                </c:pt>
                <c:pt idx="15624">
                  <c:v>4.27156</c:v>
                </c:pt>
                <c:pt idx="15625">
                  <c:v>4.2718699999999998</c:v>
                </c:pt>
                <c:pt idx="15626">
                  <c:v>4.27217</c:v>
                </c:pt>
                <c:pt idx="15627">
                  <c:v>4.2724799999999998</c:v>
                </c:pt>
                <c:pt idx="15628">
                  <c:v>4.27278</c:v>
                </c:pt>
                <c:pt idx="15629">
                  <c:v>4.2730899999999998</c:v>
                </c:pt>
                <c:pt idx="15630">
                  <c:v>4.27339</c:v>
                </c:pt>
                <c:pt idx="15631">
                  <c:v>4.2736999999999998</c:v>
                </c:pt>
                <c:pt idx="15632">
                  <c:v>4.2740099999999996</c:v>
                </c:pt>
                <c:pt idx="15633">
                  <c:v>4.2743099999999998</c:v>
                </c:pt>
                <c:pt idx="15634">
                  <c:v>4.2746199999999996</c:v>
                </c:pt>
                <c:pt idx="15635">
                  <c:v>4.2749199999999998</c:v>
                </c:pt>
                <c:pt idx="15636">
                  <c:v>4.2752299999999996</c:v>
                </c:pt>
                <c:pt idx="15637">
                  <c:v>4.2755299999999998</c:v>
                </c:pt>
                <c:pt idx="15638">
                  <c:v>4.2758399999999996</c:v>
                </c:pt>
                <c:pt idx="15639">
                  <c:v>4.2761399999999998</c:v>
                </c:pt>
                <c:pt idx="15640">
                  <c:v>4.2764499999999996</c:v>
                </c:pt>
                <c:pt idx="15641">
                  <c:v>4.2767499999999998</c:v>
                </c:pt>
                <c:pt idx="15642">
                  <c:v>4.2770599999999996</c:v>
                </c:pt>
                <c:pt idx="15643">
                  <c:v>4.2773599999999998</c:v>
                </c:pt>
                <c:pt idx="15644">
                  <c:v>4.2776699999999996</c:v>
                </c:pt>
                <c:pt idx="15645">
                  <c:v>4.2779800000000003</c:v>
                </c:pt>
                <c:pt idx="15646">
                  <c:v>4.2782799999999996</c:v>
                </c:pt>
                <c:pt idx="15647">
                  <c:v>4.2785900000000003</c:v>
                </c:pt>
                <c:pt idx="15648">
                  <c:v>4.2788899999999996</c:v>
                </c:pt>
                <c:pt idx="15649">
                  <c:v>4.2792000000000003</c:v>
                </c:pt>
                <c:pt idx="15650">
                  <c:v>4.2794999999999996</c:v>
                </c:pt>
                <c:pt idx="15651">
                  <c:v>4.2798100000000003</c:v>
                </c:pt>
                <c:pt idx="15652">
                  <c:v>4.2801099999999996</c:v>
                </c:pt>
                <c:pt idx="15653">
                  <c:v>4.2804200000000003</c:v>
                </c:pt>
                <c:pt idx="15654">
                  <c:v>4.2807199999999996</c:v>
                </c:pt>
                <c:pt idx="15655">
                  <c:v>4.2810300000000003</c:v>
                </c:pt>
                <c:pt idx="15656">
                  <c:v>4.2813299999999996</c:v>
                </c:pt>
                <c:pt idx="15657">
                  <c:v>4.2816400000000003</c:v>
                </c:pt>
                <c:pt idx="15658">
                  <c:v>4.2819500000000001</c:v>
                </c:pt>
                <c:pt idx="15659">
                  <c:v>4.2822500000000003</c:v>
                </c:pt>
                <c:pt idx="15660">
                  <c:v>4.2825600000000001</c:v>
                </c:pt>
                <c:pt idx="15661">
                  <c:v>4.2828600000000003</c:v>
                </c:pt>
                <c:pt idx="15662">
                  <c:v>4.2831700000000001</c:v>
                </c:pt>
                <c:pt idx="15663">
                  <c:v>4.2834700000000003</c:v>
                </c:pt>
                <c:pt idx="15664">
                  <c:v>4.2837800000000001</c:v>
                </c:pt>
                <c:pt idx="15665">
                  <c:v>4.2840800000000003</c:v>
                </c:pt>
                <c:pt idx="15666">
                  <c:v>4.2843900000000001</c:v>
                </c:pt>
                <c:pt idx="15667">
                  <c:v>4.2846900000000003</c:v>
                </c:pt>
                <c:pt idx="15668">
                  <c:v>4.2850000000000001</c:v>
                </c:pt>
                <c:pt idx="15669">
                  <c:v>4.2853000000000003</c:v>
                </c:pt>
                <c:pt idx="15670">
                  <c:v>4.2856100000000001</c:v>
                </c:pt>
                <c:pt idx="15671">
                  <c:v>4.28592</c:v>
                </c:pt>
                <c:pt idx="15672">
                  <c:v>4.2862200000000001</c:v>
                </c:pt>
                <c:pt idx="15673">
                  <c:v>4.28653</c:v>
                </c:pt>
                <c:pt idx="15674">
                  <c:v>4.2868300000000001</c:v>
                </c:pt>
                <c:pt idx="15675">
                  <c:v>4.28714</c:v>
                </c:pt>
                <c:pt idx="15676">
                  <c:v>4.2874400000000001</c:v>
                </c:pt>
                <c:pt idx="15677">
                  <c:v>4.28775</c:v>
                </c:pt>
                <c:pt idx="15678">
                  <c:v>4.2880500000000001</c:v>
                </c:pt>
                <c:pt idx="15679">
                  <c:v>4.2883599999999999</c:v>
                </c:pt>
                <c:pt idx="15680">
                  <c:v>4.2886600000000001</c:v>
                </c:pt>
                <c:pt idx="15681">
                  <c:v>4.2889699999999999</c:v>
                </c:pt>
                <c:pt idx="15682">
                  <c:v>4.2892799999999998</c:v>
                </c:pt>
                <c:pt idx="15683">
                  <c:v>4.2895799999999999</c:v>
                </c:pt>
                <c:pt idx="15684">
                  <c:v>4.2898899999999998</c:v>
                </c:pt>
                <c:pt idx="15685">
                  <c:v>4.2901899999999999</c:v>
                </c:pt>
                <c:pt idx="15686">
                  <c:v>4.2904999999999998</c:v>
                </c:pt>
                <c:pt idx="15687">
                  <c:v>4.2907999999999999</c:v>
                </c:pt>
                <c:pt idx="15688">
                  <c:v>4.2911099999999998</c:v>
                </c:pt>
                <c:pt idx="15689">
                  <c:v>4.2914099999999999</c:v>
                </c:pt>
                <c:pt idx="15690">
                  <c:v>4.2917199999999998</c:v>
                </c:pt>
                <c:pt idx="15691">
                  <c:v>4.2920199999999999</c:v>
                </c:pt>
                <c:pt idx="15692">
                  <c:v>4.2923299999999998</c:v>
                </c:pt>
                <c:pt idx="15693">
                  <c:v>4.2926299999999999</c:v>
                </c:pt>
                <c:pt idx="15694">
                  <c:v>4.2929399999999998</c:v>
                </c:pt>
                <c:pt idx="15695">
                  <c:v>4.2932499999999996</c:v>
                </c:pt>
                <c:pt idx="15696">
                  <c:v>4.2935499999999998</c:v>
                </c:pt>
                <c:pt idx="15697">
                  <c:v>4.2938599999999996</c:v>
                </c:pt>
                <c:pt idx="15698">
                  <c:v>4.2941599999999998</c:v>
                </c:pt>
                <c:pt idx="15699">
                  <c:v>4.2944699999999996</c:v>
                </c:pt>
                <c:pt idx="15700">
                  <c:v>4.2947699999999998</c:v>
                </c:pt>
                <c:pt idx="15701">
                  <c:v>4.2950799999999996</c:v>
                </c:pt>
                <c:pt idx="15702">
                  <c:v>4.2953799999999998</c:v>
                </c:pt>
                <c:pt idx="15703">
                  <c:v>4.2956899999999996</c:v>
                </c:pt>
                <c:pt idx="15704">
                  <c:v>4.2959899999999998</c:v>
                </c:pt>
                <c:pt idx="15705">
                  <c:v>4.2962999999999996</c:v>
                </c:pt>
                <c:pt idx="15706">
                  <c:v>4.2965999999999998</c:v>
                </c:pt>
                <c:pt idx="15707">
                  <c:v>4.2969099999999996</c:v>
                </c:pt>
                <c:pt idx="15708">
                  <c:v>4.2972200000000003</c:v>
                </c:pt>
                <c:pt idx="15709">
                  <c:v>4.2975199999999996</c:v>
                </c:pt>
                <c:pt idx="15710">
                  <c:v>4.2978300000000003</c:v>
                </c:pt>
                <c:pt idx="15711">
                  <c:v>4.2981299999999996</c:v>
                </c:pt>
                <c:pt idx="15712">
                  <c:v>4.2984400000000003</c:v>
                </c:pt>
                <c:pt idx="15713">
                  <c:v>4.2987399999999996</c:v>
                </c:pt>
                <c:pt idx="15714">
                  <c:v>4.2990500000000003</c:v>
                </c:pt>
                <c:pt idx="15715">
                  <c:v>4.2993499999999996</c:v>
                </c:pt>
                <c:pt idx="15716">
                  <c:v>4.2996600000000003</c:v>
                </c:pt>
                <c:pt idx="15717">
                  <c:v>4.2999599999999996</c:v>
                </c:pt>
                <c:pt idx="15718">
                  <c:v>4.3002700000000003</c:v>
                </c:pt>
                <c:pt idx="15719">
                  <c:v>4.3005699999999996</c:v>
                </c:pt>
                <c:pt idx="15720">
                  <c:v>4.3008800000000003</c:v>
                </c:pt>
                <c:pt idx="15721">
                  <c:v>4.3011900000000001</c:v>
                </c:pt>
                <c:pt idx="15722">
                  <c:v>4.3014900000000003</c:v>
                </c:pt>
                <c:pt idx="15723">
                  <c:v>4.3018000000000001</c:v>
                </c:pt>
                <c:pt idx="15724">
                  <c:v>4.3021000000000003</c:v>
                </c:pt>
                <c:pt idx="15725">
                  <c:v>4.3024100000000001</c:v>
                </c:pt>
                <c:pt idx="15726">
                  <c:v>4.3027100000000003</c:v>
                </c:pt>
                <c:pt idx="15727">
                  <c:v>4.3030200000000001</c:v>
                </c:pt>
                <c:pt idx="15728">
                  <c:v>4.3033200000000003</c:v>
                </c:pt>
                <c:pt idx="15729">
                  <c:v>4.3036300000000001</c:v>
                </c:pt>
                <c:pt idx="15730">
                  <c:v>4.3039300000000003</c:v>
                </c:pt>
                <c:pt idx="15731">
                  <c:v>4.3042400000000001</c:v>
                </c:pt>
                <c:pt idx="15732">
                  <c:v>4.3045400000000003</c:v>
                </c:pt>
                <c:pt idx="15733">
                  <c:v>4.3048500000000001</c:v>
                </c:pt>
                <c:pt idx="15734">
                  <c:v>4.3051599999999999</c:v>
                </c:pt>
                <c:pt idx="15735">
                  <c:v>4.3054600000000001</c:v>
                </c:pt>
                <c:pt idx="15736">
                  <c:v>4.3057699999999999</c:v>
                </c:pt>
                <c:pt idx="15737">
                  <c:v>4.3060700000000001</c:v>
                </c:pt>
                <c:pt idx="15738">
                  <c:v>4.3063799999999999</c:v>
                </c:pt>
                <c:pt idx="15739">
                  <c:v>4.3066800000000001</c:v>
                </c:pt>
                <c:pt idx="15740">
                  <c:v>4.3069899999999999</c:v>
                </c:pt>
                <c:pt idx="15741">
                  <c:v>4.3072900000000001</c:v>
                </c:pt>
                <c:pt idx="15742">
                  <c:v>4.3075999999999999</c:v>
                </c:pt>
                <c:pt idx="15743">
                  <c:v>4.3079000000000001</c:v>
                </c:pt>
                <c:pt idx="15744">
                  <c:v>4.3082099999999999</c:v>
                </c:pt>
                <c:pt idx="15745">
                  <c:v>4.3085199999999997</c:v>
                </c:pt>
                <c:pt idx="15746">
                  <c:v>4.3088199999999999</c:v>
                </c:pt>
                <c:pt idx="15747">
                  <c:v>4.3091299999999997</c:v>
                </c:pt>
                <c:pt idx="15748">
                  <c:v>4.3094299999999999</c:v>
                </c:pt>
                <c:pt idx="15749">
                  <c:v>4.3097399999999997</c:v>
                </c:pt>
                <c:pt idx="15750">
                  <c:v>4.3100399999999999</c:v>
                </c:pt>
                <c:pt idx="15751">
                  <c:v>4.3103499999999997</c:v>
                </c:pt>
                <c:pt idx="15752">
                  <c:v>4.3106499999999999</c:v>
                </c:pt>
                <c:pt idx="15753">
                  <c:v>4.3109599999999997</c:v>
                </c:pt>
                <c:pt idx="15754">
                  <c:v>4.3112599999999999</c:v>
                </c:pt>
                <c:pt idx="15755">
                  <c:v>4.3115699999999997</c:v>
                </c:pt>
                <c:pt idx="15756">
                  <c:v>4.3118699999999999</c:v>
                </c:pt>
                <c:pt idx="15757">
                  <c:v>4.3121799999999997</c:v>
                </c:pt>
                <c:pt idx="15758">
                  <c:v>4.3124900000000004</c:v>
                </c:pt>
                <c:pt idx="15759">
                  <c:v>4.3127899999999997</c:v>
                </c:pt>
                <c:pt idx="15760">
                  <c:v>4.3131000000000004</c:v>
                </c:pt>
                <c:pt idx="15761">
                  <c:v>4.3133999999999997</c:v>
                </c:pt>
                <c:pt idx="15762">
                  <c:v>4.3137100000000004</c:v>
                </c:pt>
                <c:pt idx="15763">
                  <c:v>4.3140099999999997</c:v>
                </c:pt>
                <c:pt idx="15764">
                  <c:v>4.3143200000000004</c:v>
                </c:pt>
                <c:pt idx="15765">
                  <c:v>4.3146199999999997</c:v>
                </c:pt>
                <c:pt idx="15766">
                  <c:v>4.3149300000000004</c:v>
                </c:pt>
                <c:pt idx="15767">
                  <c:v>4.3152299999999997</c:v>
                </c:pt>
                <c:pt idx="15768">
                  <c:v>4.3155400000000004</c:v>
                </c:pt>
                <c:pt idx="15769">
                  <c:v>4.3158399999999997</c:v>
                </c:pt>
                <c:pt idx="15770">
                  <c:v>4.3161500000000004</c:v>
                </c:pt>
                <c:pt idx="15771">
                  <c:v>4.3164600000000002</c:v>
                </c:pt>
                <c:pt idx="15772">
                  <c:v>4.3167600000000004</c:v>
                </c:pt>
                <c:pt idx="15773">
                  <c:v>4.3170700000000002</c:v>
                </c:pt>
                <c:pt idx="15774">
                  <c:v>4.3173700000000004</c:v>
                </c:pt>
                <c:pt idx="15775">
                  <c:v>4.3176800000000002</c:v>
                </c:pt>
                <c:pt idx="15776">
                  <c:v>4.3179800000000004</c:v>
                </c:pt>
                <c:pt idx="15777">
                  <c:v>4.3182900000000002</c:v>
                </c:pt>
                <c:pt idx="15778">
                  <c:v>4.3185900000000004</c:v>
                </c:pt>
                <c:pt idx="15779">
                  <c:v>4.3189000000000002</c:v>
                </c:pt>
                <c:pt idx="15780">
                  <c:v>4.3192000000000004</c:v>
                </c:pt>
                <c:pt idx="15781">
                  <c:v>4.3195100000000002</c:v>
                </c:pt>
                <c:pt idx="15782">
                  <c:v>4.3198100000000004</c:v>
                </c:pt>
                <c:pt idx="15783">
                  <c:v>4.3201200000000002</c:v>
                </c:pt>
                <c:pt idx="15784">
                  <c:v>4.32043</c:v>
                </c:pt>
                <c:pt idx="15785">
                  <c:v>4.3207300000000002</c:v>
                </c:pt>
                <c:pt idx="15786">
                  <c:v>4.32104</c:v>
                </c:pt>
                <c:pt idx="15787">
                  <c:v>4.3213400000000002</c:v>
                </c:pt>
                <c:pt idx="15788">
                  <c:v>4.32165</c:v>
                </c:pt>
                <c:pt idx="15789">
                  <c:v>4.3219500000000002</c:v>
                </c:pt>
                <c:pt idx="15790">
                  <c:v>4.32226</c:v>
                </c:pt>
                <c:pt idx="15791">
                  <c:v>4.3225600000000002</c:v>
                </c:pt>
                <c:pt idx="15792">
                  <c:v>4.32287</c:v>
                </c:pt>
                <c:pt idx="15793">
                  <c:v>4.3231700000000002</c:v>
                </c:pt>
                <c:pt idx="15794">
                  <c:v>4.32348</c:v>
                </c:pt>
                <c:pt idx="15795">
                  <c:v>4.3237800000000002</c:v>
                </c:pt>
                <c:pt idx="15796">
                  <c:v>4.32409</c:v>
                </c:pt>
                <c:pt idx="15797">
                  <c:v>4.3243999999999998</c:v>
                </c:pt>
                <c:pt idx="15798">
                  <c:v>4.3247</c:v>
                </c:pt>
                <c:pt idx="15799">
                  <c:v>4.3250099999999998</c:v>
                </c:pt>
                <c:pt idx="15800">
                  <c:v>4.32531</c:v>
                </c:pt>
                <c:pt idx="15801">
                  <c:v>4.3256199999999998</c:v>
                </c:pt>
                <c:pt idx="15802">
                  <c:v>4.32592</c:v>
                </c:pt>
                <c:pt idx="15803">
                  <c:v>4.3262299999999998</c:v>
                </c:pt>
                <c:pt idx="15804">
                  <c:v>4.32653</c:v>
                </c:pt>
                <c:pt idx="15805">
                  <c:v>4.3268399999999998</c:v>
                </c:pt>
                <c:pt idx="15806">
                  <c:v>4.32714</c:v>
                </c:pt>
                <c:pt idx="15807">
                  <c:v>4.3274499999999998</c:v>
                </c:pt>
                <c:pt idx="15808">
                  <c:v>4.3277599999999996</c:v>
                </c:pt>
                <c:pt idx="15809">
                  <c:v>4.3280599999999998</c:v>
                </c:pt>
                <c:pt idx="15810">
                  <c:v>4.3283699999999996</c:v>
                </c:pt>
                <c:pt idx="15811">
                  <c:v>4.3286699999999998</c:v>
                </c:pt>
                <c:pt idx="15812">
                  <c:v>4.3289799999999996</c:v>
                </c:pt>
                <c:pt idx="15813">
                  <c:v>4.3292799999999998</c:v>
                </c:pt>
                <c:pt idx="15814">
                  <c:v>4.3295899999999996</c:v>
                </c:pt>
                <c:pt idx="15815">
                  <c:v>4.3298899999999998</c:v>
                </c:pt>
                <c:pt idx="15816">
                  <c:v>4.3301999999999996</c:v>
                </c:pt>
                <c:pt idx="15817">
                  <c:v>4.3304999999999998</c:v>
                </c:pt>
                <c:pt idx="15818">
                  <c:v>4.3308099999999996</c:v>
                </c:pt>
                <c:pt idx="15819">
                  <c:v>4.3311099999999998</c:v>
                </c:pt>
                <c:pt idx="15820">
                  <c:v>4.3314199999999996</c:v>
                </c:pt>
                <c:pt idx="15821">
                  <c:v>4.3317300000000003</c:v>
                </c:pt>
                <c:pt idx="15822">
                  <c:v>4.3320299999999996</c:v>
                </c:pt>
                <c:pt idx="15823">
                  <c:v>4.3323400000000003</c:v>
                </c:pt>
                <c:pt idx="15824">
                  <c:v>4.3326399999999996</c:v>
                </c:pt>
                <c:pt idx="15825">
                  <c:v>4.3329500000000003</c:v>
                </c:pt>
                <c:pt idx="15826">
                  <c:v>4.3332499999999996</c:v>
                </c:pt>
                <c:pt idx="15827">
                  <c:v>4.3335600000000003</c:v>
                </c:pt>
                <c:pt idx="15828">
                  <c:v>4.3338599999999996</c:v>
                </c:pt>
                <c:pt idx="15829">
                  <c:v>4.3341700000000003</c:v>
                </c:pt>
                <c:pt idx="15830">
                  <c:v>4.3344699999999996</c:v>
                </c:pt>
                <c:pt idx="15831">
                  <c:v>4.3347800000000003</c:v>
                </c:pt>
                <c:pt idx="15832">
                  <c:v>4.3350799999999996</c:v>
                </c:pt>
                <c:pt idx="15833">
                  <c:v>4.3353900000000003</c:v>
                </c:pt>
                <c:pt idx="15834">
                  <c:v>4.3357000000000001</c:v>
                </c:pt>
                <c:pt idx="15835">
                  <c:v>4.3360000000000003</c:v>
                </c:pt>
                <c:pt idx="15836">
                  <c:v>4.3363100000000001</c:v>
                </c:pt>
                <c:pt idx="15837">
                  <c:v>4.3366100000000003</c:v>
                </c:pt>
                <c:pt idx="15838">
                  <c:v>4.3369200000000001</c:v>
                </c:pt>
                <c:pt idx="15839">
                  <c:v>4.3372200000000003</c:v>
                </c:pt>
                <c:pt idx="15840">
                  <c:v>4.3375300000000001</c:v>
                </c:pt>
                <c:pt idx="15841">
                  <c:v>4.3378300000000003</c:v>
                </c:pt>
                <c:pt idx="15842">
                  <c:v>4.3381400000000001</c:v>
                </c:pt>
                <c:pt idx="15843">
                  <c:v>4.3384400000000003</c:v>
                </c:pt>
                <c:pt idx="15844">
                  <c:v>4.3387500000000001</c:v>
                </c:pt>
                <c:pt idx="15845">
                  <c:v>4.3390500000000003</c:v>
                </c:pt>
                <c:pt idx="15846">
                  <c:v>4.3393600000000001</c:v>
                </c:pt>
                <c:pt idx="15847">
                  <c:v>4.3396699999999999</c:v>
                </c:pt>
                <c:pt idx="15848">
                  <c:v>4.3399700000000001</c:v>
                </c:pt>
                <c:pt idx="15849">
                  <c:v>4.3402799999999999</c:v>
                </c:pt>
                <c:pt idx="15850">
                  <c:v>4.3405800000000001</c:v>
                </c:pt>
                <c:pt idx="15851">
                  <c:v>4.3408899999999999</c:v>
                </c:pt>
                <c:pt idx="15852">
                  <c:v>4.3411900000000001</c:v>
                </c:pt>
                <c:pt idx="15853">
                  <c:v>4.3414999999999999</c:v>
                </c:pt>
                <c:pt idx="15854">
                  <c:v>4.3418000000000001</c:v>
                </c:pt>
                <c:pt idx="15855">
                  <c:v>4.3421099999999999</c:v>
                </c:pt>
                <c:pt idx="15856">
                  <c:v>4.3424100000000001</c:v>
                </c:pt>
                <c:pt idx="15857">
                  <c:v>4.3427199999999999</c:v>
                </c:pt>
                <c:pt idx="15858">
                  <c:v>4.3430200000000001</c:v>
                </c:pt>
                <c:pt idx="15859">
                  <c:v>4.3433299999999999</c:v>
                </c:pt>
                <c:pt idx="15860">
                  <c:v>4.3436399999999997</c:v>
                </c:pt>
                <c:pt idx="15861">
                  <c:v>4.3439399999999999</c:v>
                </c:pt>
                <c:pt idx="15862">
                  <c:v>4.3442499999999997</c:v>
                </c:pt>
                <c:pt idx="15863">
                  <c:v>4.3445499999999999</c:v>
                </c:pt>
                <c:pt idx="15864">
                  <c:v>4.3448599999999997</c:v>
                </c:pt>
                <c:pt idx="15865">
                  <c:v>4.3451599999999999</c:v>
                </c:pt>
                <c:pt idx="15866">
                  <c:v>4.3454699999999997</c:v>
                </c:pt>
                <c:pt idx="15867">
                  <c:v>4.3457699999999999</c:v>
                </c:pt>
                <c:pt idx="15868">
                  <c:v>4.3460799999999997</c:v>
                </c:pt>
                <c:pt idx="15869">
                  <c:v>4.3463799999999999</c:v>
                </c:pt>
                <c:pt idx="15870">
                  <c:v>4.3466899999999997</c:v>
                </c:pt>
                <c:pt idx="15871">
                  <c:v>4.3470000000000004</c:v>
                </c:pt>
                <c:pt idx="15872">
                  <c:v>4.3472999999999997</c:v>
                </c:pt>
                <c:pt idx="15873">
                  <c:v>4.3476100000000004</c:v>
                </c:pt>
                <c:pt idx="15874">
                  <c:v>4.3479099999999997</c:v>
                </c:pt>
                <c:pt idx="15875">
                  <c:v>4.3482200000000004</c:v>
                </c:pt>
                <c:pt idx="15876">
                  <c:v>4.3485199999999997</c:v>
                </c:pt>
                <c:pt idx="15877">
                  <c:v>4.3488300000000004</c:v>
                </c:pt>
                <c:pt idx="15878">
                  <c:v>4.3491299999999997</c:v>
                </c:pt>
                <c:pt idx="15879">
                  <c:v>4.3494400000000004</c:v>
                </c:pt>
                <c:pt idx="15880">
                  <c:v>4.3497399999999997</c:v>
                </c:pt>
                <c:pt idx="15881">
                  <c:v>4.3500500000000004</c:v>
                </c:pt>
                <c:pt idx="15882">
                  <c:v>4.3503499999999997</c:v>
                </c:pt>
                <c:pt idx="15883">
                  <c:v>4.3506600000000004</c:v>
                </c:pt>
                <c:pt idx="15884">
                  <c:v>4.3509700000000002</c:v>
                </c:pt>
                <c:pt idx="15885">
                  <c:v>4.3512700000000004</c:v>
                </c:pt>
                <c:pt idx="15886">
                  <c:v>4.3515800000000002</c:v>
                </c:pt>
                <c:pt idx="15887">
                  <c:v>4.3518800000000004</c:v>
                </c:pt>
                <c:pt idx="15888">
                  <c:v>4.3521900000000002</c:v>
                </c:pt>
                <c:pt idx="15889">
                  <c:v>4.3524900000000004</c:v>
                </c:pt>
                <c:pt idx="15890">
                  <c:v>4.3528000000000002</c:v>
                </c:pt>
                <c:pt idx="15891">
                  <c:v>4.3531000000000004</c:v>
                </c:pt>
                <c:pt idx="15892">
                  <c:v>4.3534100000000002</c:v>
                </c:pt>
                <c:pt idx="15893">
                  <c:v>4.3537100000000004</c:v>
                </c:pt>
                <c:pt idx="15894">
                  <c:v>4.3540200000000002</c:v>
                </c:pt>
                <c:pt idx="15895">
                  <c:v>4.3543200000000004</c:v>
                </c:pt>
                <c:pt idx="15896">
                  <c:v>4.3546300000000002</c:v>
                </c:pt>
                <c:pt idx="15897">
                  <c:v>4.35494</c:v>
                </c:pt>
                <c:pt idx="15898">
                  <c:v>4.3552400000000002</c:v>
                </c:pt>
                <c:pt idx="15899">
                  <c:v>4.35555</c:v>
                </c:pt>
                <c:pt idx="15900">
                  <c:v>4.3558500000000002</c:v>
                </c:pt>
                <c:pt idx="15901">
                  <c:v>4.35616</c:v>
                </c:pt>
                <c:pt idx="15902">
                  <c:v>4.3564600000000002</c:v>
                </c:pt>
                <c:pt idx="15903">
                  <c:v>4.35677</c:v>
                </c:pt>
                <c:pt idx="15904">
                  <c:v>4.3570700000000002</c:v>
                </c:pt>
                <c:pt idx="15905">
                  <c:v>4.35738</c:v>
                </c:pt>
                <c:pt idx="15906">
                  <c:v>4.3576800000000002</c:v>
                </c:pt>
                <c:pt idx="15907">
                  <c:v>4.35799</c:v>
                </c:pt>
                <c:pt idx="15908">
                  <c:v>4.3582900000000002</c:v>
                </c:pt>
                <c:pt idx="15909">
                  <c:v>4.3586</c:v>
                </c:pt>
                <c:pt idx="15910">
                  <c:v>4.3589099999999998</c:v>
                </c:pt>
                <c:pt idx="15911">
                  <c:v>4.35921</c:v>
                </c:pt>
                <c:pt idx="15912">
                  <c:v>4.3595199999999998</c:v>
                </c:pt>
                <c:pt idx="15913">
                  <c:v>4.35982</c:v>
                </c:pt>
                <c:pt idx="15914">
                  <c:v>4.3601299999999998</c:v>
                </c:pt>
                <c:pt idx="15915">
                  <c:v>4.36043</c:v>
                </c:pt>
                <c:pt idx="15916">
                  <c:v>4.3607399999999998</c:v>
                </c:pt>
                <c:pt idx="15917">
                  <c:v>4.36104</c:v>
                </c:pt>
                <c:pt idx="15918">
                  <c:v>4.3613499999999998</c:v>
                </c:pt>
                <c:pt idx="15919">
                  <c:v>4.36165</c:v>
                </c:pt>
                <c:pt idx="15920">
                  <c:v>4.3619599999999998</c:v>
                </c:pt>
                <c:pt idx="15921">
                  <c:v>4.3622699999999996</c:v>
                </c:pt>
                <c:pt idx="15922">
                  <c:v>4.3625699999999998</c:v>
                </c:pt>
                <c:pt idx="15923">
                  <c:v>4.3628799999999996</c:v>
                </c:pt>
                <c:pt idx="15924">
                  <c:v>4.3631799999999998</c:v>
                </c:pt>
                <c:pt idx="15925">
                  <c:v>4.3634899999999996</c:v>
                </c:pt>
                <c:pt idx="15926">
                  <c:v>4.3637899999999998</c:v>
                </c:pt>
                <c:pt idx="15927">
                  <c:v>4.3640999999999996</c:v>
                </c:pt>
                <c:pt idx="15928">
                  <c:v>4.3643999999999998</c:v>
                </c:pt>
                <c:pt idx="15929">
                  <c:v>4.3647099999999996</c:v>
                </c:pt>
                <c:pt idx="15930">
                  <c:v>4.3650099999999998</c:v>
                </c:pt>
                <c:pt idx="15931">
                  <c:v>4.3653199999999996</c:v>
                </c:pt>
                <c:pt idx="15932">
                  <c:v>4.3656199999999998</c:v>
                </c:pt>
                <c:pt idx="15933">
                  <c:v>4.3659299999999996</c:v>
                </c:pt>
                <c:pt idx="15934">
                  <c:v>4.3662400000000003</c:v>
                </c:pt>
                <c:pt idx="15935">
                  <c:v>4.3665399999999996</c:v>
                </c:pt>
                <c:pt idx="15936">
                  <c:v>4.3668500000000003</c:v>
                </c:pt>
                <c:pt idx="15937">
                  <c:v>4.3671499999999996</c:v>
                </c:pt>
                <c:pt idx="15938">
                  <c:v>4.3674600000000003</c:v>
                </c:pt>
                <c:pt idx="15939">
                  <c:v>4.3677599999999996</c:v>
                </c:pt>
                <c:pt idx="15940">
                  <c:v>4.3680700000000003</c:v>
                </c:pt>
                <c:pt idx="15941">
                  <c:v>4.3683699999999996</c:v>
                </c:pt>
                <c:pt idx="15942">
                  <c:v>4.3686800000000003</c:v>
                </c:pt>
                <c:pt idx="15943">
                  <c:v>4.3689799999999996</c:v>
                </c:pt>
                <c:pt idx="15944">
                  <c:v>4.3692900000000003</c:v>
                </c:pt>
                <c:pt idx="15945">
                  <c:v>4.3695899999999996</c:v>
                </c:pt>
                <c:pt idx="15946">
                  <c:v>4.3699000000000003</c:v>
                </c:pt>
                <c:pt idx="15947">
                  <c:v>4.3702100000000002</c:v>
                </c:pt>
                <c:pt idx="15948">
                  <c:v>4.3705100000000003</c:v>
                </c:pt>
                <c:pt idx="15949">
                  <c:v>4.3708200000000001</c:v>
                </c:pt>
                <c:pt idx="15950">
                  <c:v>4.3711200000000003</c:v>
                </c:pt>
                <c:pt idx="15951">
                  <c:v>4.3714300000000001</c:v>
                </c:pt>
                <c:pt idx="15952">
                  <c:v>4.3717300000000003</c:v>
                </c:pt>
                <c:pt idx="15953">
                  <c:v>4.3720400000000001</c:v>
                </c:pt>
                <c:pt idx="15954">
                  <c:v>4.3723400000000003</c:v>
                </c:pt>
                <c:pt idx="15955">
                  <c:v>4.3726500000000001</c:v>
                </c:pt>
                <c:pt idx="15956">
                  <c:v>4.3729500000000003</c:v>
                </c:pt>
                <c:pt idx="15957">
                  <c:v>4.3732600000000001</c:v>
                </c:pt>
                <c:pt idx="15958">
                  <c:v>4.3735600000000003</c:v>
                </c:pt>
                <c:pt idx="15959">
                  <c:v>4.3738700000000001</c:v>
                </c:pt>
                <c:pt idx="15960">
                  <c:v>4.37418</c:v>
                </c:pt>
                <c:pt idx="15961">
                  <c:v>4.3744800000000001</c:v>
                </c:pt>
                <c:pt idx="15962">
                  <c:v>4.37479</c:v>
                </c:pt>
                <c:pt idx="15963">
                  <c:v>4.3750900000000001</c:v>
                </c:pt>
                <c:pt idx="15964">
                  <c:v>4.3754</c:v>
                </c:pt>
                <c:pt idx="15965">
                  <c:v>4.3757000000000001</c:v>
                </c:pt>
                <c:pt idx="15966">
                  <c:v>4.37601</c:v>
                </c:pt>
                <c:pt idx="15967">
                  <c:v>4.3763100000000001</c:v>
                </c:pt>
                <c:pt idx="15968">
                  <c:v>4.37662</c:v>
                </c:pt>
                <c:pt idx="15969">
                  <c:v>4.3769200000000001</c:v>
                </c:pt>
                <c:pt idx="15970">
                  <c:v>4.37723</c:v>
                </c:pt>
                <c:pt idx="15971">
                  <c:v>4.3775300000000001</c:v>
                </c:pt>
                <c:pt idx="15972">
                  <c:v>4.37784</c:v>
                </c:pt>
                <c:pt idx="15973">
                  <c:v>4.3781499999999998</c:v>
                </c:pt>
                <c:pt idx="15974">
                  <c:v>4.37845</c:v>
                </c:pt>
                <c:pt idx="15975">
                  <c:v>4.3787599999999998</c:v>
                </c:pt>
                <c:pt idx="15976">
                  <c:v>4.37906</c:v>
                </c:pt>
                <c:pt idx="15977">
                  <c:v>4.3793699999999998</c:v>
                </c:pt>
                <c:pt idx="15978">
                  <c:v>4.37967</c:v>
                </c:pt>
                <c:pt idx="15979">
                  <c:v>4.3799799999999998</c:v>
                </c:pt>
                <c:pt idx="15980">
                  <c:v>4.38028</c:v>
                </c:pt>
                <c:pt idx="15981">
                  <c:v>4.3805899999999998</c:v>
                </c:pt>
                <c:pt idx="15982">
                  <c:v>4.38089</c:v>
                </c:pt>
                <c:pt idx="15983">
                  <c:v>4.3811999999999998</c:v>
                </c:pt>
                <c:pt idx="15984">
                  <c:v>4.3815099999999996</c:v>
                </c:pt>
                <c:pt idx="15985">
                  <c:v>4.3818099999999998</c:v>
                </c:pt>
                <c:pt idx="15986">
                  <c:v>4.3821199999999996</c:v>
                </c:pt>
                <c:pt idx="15987">
                  <c:v>4.3824199999999998</c:v>
                </c:pt>
                <c:pt idx="15988">
                  <c:v>4.3827299999999996</c:v>
                </c:pt>
                <c:pt idx="15989">
                  <c:v>4.3830299999999998</c:v>
                </c:pt>
                <c:pt idx="15990">
                  <c:v>4.3833399999999996</c:v>
                </c:pt>
                <c:pt idx="15991">
                  <c:v>4.3836399999999998</c:v>
                </c:pt>
                <c:pt idx="15992">
                  <c:v>4.3839499999999996</c:v>
                </c:pt>
                <c:pt idx="15993">
                  <c:v>4.3842499999999998</c:v>
                </c:pt>
                <c:pt idx="15994">
                  <c:v>4.3845599999999996</c:v>
                </c:pt>
                <c:pt idx="15995">
                  <c:v>4.3848599999999998</c:v>
                </c:pt>
                <c:pt idx="15996">
                  <c:v>4.3851699999999996</c:v>
                </c:pt>
                <c:pt idx="15997">
                  <c:v>4.3854800000000003</c:v>
                </c:pt>
                <c:pt idx="15998">
                  <c:v>4.3857799999999996</c:v>
                </c:pt>
                <c:pt idx="15999">
                  <c:v>4.3860900000000003</c:v>
                </c:pt>
                <c:pt idx="16000">
                  <c:v>4.3863899999999996</c:v>
                </c:pt>
                <c:pt idx="16001">
                  <c:v>4.3867000000000003</c:v>
                </c:pt>
                <c:pt idx="16002">
                  <c:v>4.3869999999999996</c:v>
                </c:pt>
                <c:pt idx="16003">
                  <c:v>4.3873100000000003</c:v>
                </c:pt>
                <c:pt idx="16004">
                  <c:v>4.3876099999999996</c:v>
                </c:pt>
                <c:pt idx="16005">
                  <c:v>4.3879200000000003</c:v>
                </c:pt>
                <c:pt idx="16006">
                  <c:v>4.3882199999999996</c:v>
                </c:pt>
                <c:pt idx="16007">
                  <c:v>4.3885300000000003</c:v>
                </c:pt>
                <c:pt idx="16008">
                  <c:v>4.3888299999999996</c:v>
                </c:pt>
                <c:pt idx="16009">
                  <c:v>4.3891400000000003</c:v>
                </c:pt>
                <c:pt idx="16010">
                  <c:v>4.3894500000000001</c:v>
                </c:pt>
                <c:pt idx="16011">
                  <c:v>4.3897500000000003</c:v>
                </c:pt>
                <c:pt idx="16012">
                  <c:v>4.3900600000000001</c:v>
                </c:pt>
                <c:pt idx="16013">
                  <c:v>4.3903600000000003</c:v>
                </c:pt>
                <c:pt idx="16014">
                  <c:v>4.3906700000000001</c:v>
                </c:pt>
                <c:pt idx="16015">
                  <c:v>4.3909700000000003</c:v>
                </c:pt>
                <c:pt idx="16016">
                  <c:v>4.3912800000000001</c:v>
                </c:pt>
                <c:pt idx="16017">
                  <c:v>4.3915800000000003</c:v>
                </c:pt>
                <c:pt idx="16018">
                  <c:v>4.3918900000000001</c:v>
                </c:pt>
                <c:pt idx="16019">
                  <c:v>4.3921900000000003</c:v>
                </c:pt>
                <c:pt idx="16020">
                  <c:v>4.3925000000000001</c:v>
                </c:pt>
                <c:pt idx="16021">
                  <c:v>4.3928000000000003</c:v>
                </c:pt>
                <c:pt idx="16022">
                  <c:v>4.3931100000000001</c:v>
                </c:pt>
                <c:pt idx="16023">
                  <c:v>4.3934199999999999</c:v>
                </c:pt>
                <c:pt idx="16024">
                  <c:v>4.3937200000000001</c:v>
                </c:pt>
                <c:pt idx="16025">
                  <c:v>4.3940299999999999</c:v>
                </c:pt>
                <c:pt idx="16026">
                  <c:v>4.3943300000000001</c:v>
                </c:pt>
                <c:pt idx="16027">
                  <c:v>4.3946399999999999</c:v>
                </c:pt>
                <c:pt idx="16028">
                  <c:v>4.3949400000000001</c:v>
                </c:pt>
                <c:pt idx="16029">
                  <c:v>4.3952499999999999</c:v>
                </c:pt>
                <c:pt idx="16030">
                  <c:v>4.3955500000000001</c:v>
                </c:pt>
                <c:pt idx="16031">
                  <c:v>4.3958599999999999</c:v>
                </c:pt>
                <c:pt idx="16032">
                  <c:v>4.3961600000000001</c:v>
                </c:pt>
                <c:pt idx="16033">
                  <c:v>4.3964699999999999</c:v>
                </c:pt>
                <c:pt idx="16034">
                  <c:v>4.3967700000000001</c:v>
                </c:pt>
                <c:pt idx="16035">
                  <c:v>4.3970799999999999</c:v>
                </c:pt>
                <c:pt idx="16036">
                  <c:v>4.3973899999999997</c:v>
                </c:pt>
                <c:pt idx="16037">
                  <c:v>4.3976899999999999</c:v>
                </c:pt>
                <c:pt idx="16038">
                  <c:v>4.3979999999999997</c:v>
                </c:pt>
                <c:pt idx="16039">
                  <c:v>4.3982999999999999</c:v>
                </c:pt>
                <c:pt idx="16040">
                  <c:v>4.3986099999999997</c:v>
                </c:pt>
                <c:pt idx="16041">
                  <c:v>4.3989099999999999</c:v>
                </c:pt>
                <c:pt idx="16042">
                  <c:v>4.3992199999999997</c:v>
                </c:pt>
                <c:pt idx="16043">
                  <c:v>4.3995199999999999</c:v>
                </c:pt>
                <c:pt idx="16044">
                  <c:v>4.3998299999999997</c:v>
                </c:pt>
                <c:pt idx="16045">
                  <c:v>4.4001299999999999</c:v>
                </c:pt>
                <c:pt idx="16046">
                  <c:v>4.4004399999999997</c:v>
                </c:pt>
                <c:pt idx="16047">
                  <c:v>4.4007500000000004</c:v>
                </c:pt>
                <c:pt idx="16048">
                  <c:v>4.4010499999999997</c:v>
                </c:pt>
                <c:pt idx="16049">
                  <c:v>4.4013600000000004</c:v>
                </c:pt>
                <c:pt idx="16050">
                  <c:v>4.4016599999999997</c:v>
                </c:pt>
                <c:pt idx="16051">
                  <c:v>4.4019700000000004</c:v>
                </c:pt>
                <c:pt idx="16052">
                  <c:v>4.4022699999999997</c:v>
                </c:pt>
                <c:pt idx="16053">
                  <c:v>4.4025800000000004</c:v>
                </c:pt>
                <c:pt idx="16054">
                  <c:v>4.4028799999999997</c:v>
                </c:pt>
                <c:pt idx="16055">
                  <c:v>4.4031900000000004</c:v>
                </c:pt>
                <c:pt idx="16056">
                  <c:v>4.4034899999999997</c:v>
                </c:pt>
                <c:pt idx="16057">
                  <c:v>4.4038000000000004</c:v>
                </c:pt>
                <c:pt idx="16058">
                  <c:v>4.4040999999999997</c:v>
                </c:pt>
                <c:pt idx="16059">
                  <c:v>4.4044100000000004</c:v>
                </c:pt>
                <c:pt idx="16060">
                  <c:v>4.4047200000000002</c:v>
                </c:pt>
                <c:pt idx="16061">
                  <c:v>4.4050200000000004</c:v>
                </c:pt>
                <c:pt idx="16062">
                  <c:v>4.4053300000000002</c:v>
                </c:pt>
                <c:pt idx="16063">
                  <c:v>4.4056300000000004</c:v>
                </c:pt>
                <c:pt idx="16064">
                  <c:v>4.4059400000000002</c:v>
                </c:pt>
                <c:pt idx="16065">
                  <c:v>4.4062400000000004</c:v>
                </c:pt>
                <c:pt idx="16066">
                  <c:v>4.4065500000000002</c:v>
                </c:pt>
                <c:pt idx="16067">
                  <c:v>4.4068500000000004</c:v>
                </c:pt>
                <c:pt idx="16068">
                  <c:v>4.4071600000000002</c:v>
                </c:pt>
                <c:pt idx="16069">
                  <c:v>4.4074600000000004</c:v>
                </c:pt>
                <c:pt idx="16070">
                  <c:v>4.4077700000000002</c:v>
                </c:pt>
                <c:pt idx="16071">
                  <c:v>4.4080700000000004</c:v>
                </c:pt>
                <c:pt idx="16072">
                  <c:v>4.4083800000000002</c:v>
                </c:pt>
                <c:pt idx="16073">
                  <c:v>4.40869</c:v>
                </c:pt>
                <c:pt idx="16074">
                  <c:v>4.4089900000000002</c:v>
                </c:pt>
                <c:pt idx="16075">
                  <c:v>4.4093</c:v>
                </c:pt>
                <c:pt idx="16076">
                  <c:v>4.4096000000000002</c:v>
                </c:pt>
                <c:pt idx="16077">
                  <c:v>4.40991</c:v>
                </c:pt>
                <c:pt idx="16078">
                  <c:v>4.4102100000000002</c:v>
                </c:pt>
                <c:pt idx="16079">
                  <c:v>4.41052</c:v>
                </c:pt>
                <c:pt idx="16080">
                  <c:v>4.4108200000000002</c:v>
                </c:pt>
                <c:pt idx="16081">
                  <c:v>4.41113</c:v>
                </c:pt>
                <c:pt idx="16082">
                  <c:v>4.4114300000000002</c:v>
                </c:pt>
                <c:pt idx="16083">
                  <c:v>4.41174</c:v>
                </c:pt>
                <c:pt idx="16084">
                  <c:v>4.4120400000000002</c:v>
                </c:pt>
                <c:pt idx="16085">
                  <c:v>4.41235</c:v>
                </c:pt>
                <c:pt idx="16086">
                  <c:v>4.4126599999999998</c:v>
                </c:pt>
                <c:pt idx="16087">
                  <c:v>4.41296</c:v>
                </c:pt>
                <c:pt idx="16088">
                  <c:v>4.4132699999999998</c:v>
                </c:pt>
                <c:pt idx="16089">
                  <c:v>4.41357</c:v>
                </c:pt>
                <c:pt idx="16090">
                  <c:v>4.4138799999999998</c:v>
                </c:pt>
                <c:pt idx="16091">
                  <c:v>4.41418</c:v>
                </c:pt>
                <c:pt idx="16092">
                  <c:v>4.4144899999999998</c:v>
                </c:pt>
                <c:pt idx="16093">
                  <c:v>4.41479</c:v>
                </c:pt>
                <c:pt idx="16094">
                  <c:v>4.4150999999999998</c:v>
                </c:pt>
                <c:pt idx="16095">
                  <c:v>4.4154</c:v>
                </c:pt>
                <c:pt idx="16096">
                  <c:v>4.4157099999999998</c:v>
                </c:pt>
                <c:pt idx="16097">
                  <c:v>4.4160199999999996</c:v>
                </c:pt>
                <c:pt idx="16098">
                  <c:v>4.4163199999999998</c:v>
                </c:pt>
                <c:pt idx="16099">
                  <c:v>4.4166299999999996</c:v>
                </c:pt>
                <c:pt idx="16100">
                  <c:v>4.4169299999999998</c:v>
                </c:pt>
                <c:pt idx="16101">
                  <c:v>4.4172399999999996</c:v>
                </c:pt>
                <c:pt idx="16102">
                  <c:v>4.4175399999999998</c:v>
                </c:pt>
                <c:pt idx="16103">
                  <c:v>4.4178499999999996</c:v>
                </c:pt>
                <c:pt idx="16104">
                  <c:v>4.4181499999999998</c:v>
                </c:pt>
                <c:pt idx="16105">
                  <c:v>4.4184599999999996</c:v>
                </c:pt>
                <c:pt idx="16106">
                  <c:v>4.4187599999999998</c:v>
                </c:pt>
                <c:pt idx="16107">
                  <c:v>4.4190699999999996</c:v>
                </c:pt>
                <c:pt idx="16108">
                  <c:v>4.4193699999999998</c:v>
                </c:pt>
                <c:pt idx="16109">
                  <c:v>4.4196799999999996</c:v>
                </c:pt>
                <c:pt idx="16110">
                  <c:v>4.4199900000000003</c:v>
                </c:pt>
                <c:pt idx="16111">
                  <c:v>4.4202899999999996</c:v>
                </c:pt>
                <c:pt idx="16112">
                  <c:v>4.4206000000000003</c:v>
                </c:pt>
                <c:pt idx="16113">
                  <c:v>4.4208999999999996</c:v>
                </c:pt>
                <c:pt idx="16114">
                  <c:v>4.4212100000000003</c:v>
                </c:pt>
                <c:pt idx="16115">
                  <c:v>4.4215099999999996</c:v>
                </c:pt>
                <c:pt idx="16116">
                  <c:v>4.4218200000000003</c:v>
                </c:pt>
                <c:pt idx="16117">
                  <c:v>4.4221199999999996</c:v>
                </c:pt>
                <c:pt idx="16118">
                  <c:v>4.4224300000000003</c:v>
                </c:pt>
                <c:pt idx="16119">
                  <c:v>4.4227299999999996</c:v>
                </c:pt>
                <c:pt idx="16120">
                  <c:v>4.4230400000000003</c:v>
                </c:pt>
                <c:pt idx="16121">
                  <c:v>4.4233399999999996</c:v>
                </c:pt>
                <c:pt idx="16122">
                  <c:v>4.4236500000000003</c:v>
                </c:pt>
                <c:pt idx="16123">
                  <c:v>4.4239600000000001</c:v>
                </c:pt>
                <c:pt idx="16124">
                  <c:v>4.4242600000000003</c:v>
                </c:pt>
                <c:pt idx="16125">
                  <c:v>4.4245700000000001</c:v>
                </c:pt>
                <c:pt idx="16126">
                  <c:v>4.4248700000000003</c:v>
                </c:pt>
                <c:pt idx="16127">
                  <c:v>4.4251800000000001</c:v>
                </c:pt>
                <c:pt idx="16128">
                  <c:v>4.4254800000000003</c:v>
                </c:pt>
                <c:pt idx="16129">
                  <c:v>4.4257900000000001</c:v>
                </c:pt>
                <c:pt idx="16130">
                  <c:v>4.4260900000000003</c:v>
                </c:pt>
                <c:pt idx="16131">
                  <c:v>4.4264000000000001</c:v>
                </c:pt>
                <c:pt idx="16132">
                  <c:v>4.4267000000000003</c:v>
                </c:pt>
                <c:pt idx="16133">
                  <c:v>4.4270100000000001</c:v>
                </c:pt>
                <c:pt idx="16134">
                  <c:v>4.4273100000000003</c:v>
                </c:pt>
                <c:pt idx="16135">
                  <c:v>4.4276200000000001</c:v>
                </c:pt>
                <c:pt idx="16136">
                  <c:v>4.4279299999999999</c:v>
                </c:pt>
                <c:pt idx="16137">
                  <c:v>4.4282300000000001</c:v>
                </c:pt>
                <c:pt idx="16138">
                  <c:v>4.4285399999999999</c:v>
                </c:pt>
                <c:pt idx="16139">
                  <c:v>4.4288400000000001</c:v>
                </c:pt>
                <c:pt idx="16140">
                  <c:v>4.4291499999999999</c:v>
                </c:pt>
                <c:pt idx="16141">
                  <c:v>4.4294500000000001</c:v>
                </c:pt>
                <c:pt idx="16142">
                  <c:v>4.4297599999999999</c:v>
                </c:pt>
                <c:pt idx="16143">
                  <c:v>4.4300600000000001</c:v>
                </c:pt>
                <c:pt idx="16144">
                  <c:v>4.4303699999999999</c:v>
                </c:pt>
                <c:pt idx="16145">
                  <c:v>4.4306700000000001</c:v>
                </c:pt>
                <c:pt idx="16146">
                  <c:v>4.4309799999999999</c:v>
                </c:pt>
                <c:pt idx="16147">
                  <c:v>4.4312800000000001</c:v>
                </c:pt>
                <c:pt idx="16148">
                  <c:v>4.4315899999999999</c:v>
                </c:pt>
                <c:pt idx="16149">
                  <c:v>4.4318999999999997</c:v>
                </c:pt>
                <c:pt idx="16150">
                  <c:v>4.4321999999999999</c:v>
                </c:pt>
                <c:pt idx="16151">
                  <c:v>4.4325099999999997</c:v>
                </c:pt>
                <c:pt idx="16152">
                  <c:v>4.4328099999999999</c:v>
                </c:pt>
                <c:pt idx="16153">
                  <c:v>4.4331199999999997</c:v>
                </c:pt>
                <c:pt idx="16154">
                  <c:v>4.4334199999999999</c:v>
                </c:pt>
                <c:pt idx="16155">
                  <c:v>4.4337299999999997</c:v>
                </c:pt>
                <c:pt idx="16156">
                  <c:v>4.4340299999999999</c:v>
                </c:pt>
                <c:pt idx="16157">
                  <c:v>4.4343399999999997</c:v>
                </c:pt>
                <c:pt idx="16158">
                  <c:v>4.4346399999999999</c:v>
                </c:pt>
                <c:pt idx="16159">
                  <c:v>4.4349499999999997</c:v>
                </c:pt>
                <c:pt idx="16160">
                  <c:v>4.4352600000000004</c:v>
                </c:pt>
                <c:pt idx="16161">
                  <c:v>4.4355599999999997</c:v>
                </c:pt>
                <c:pt idx="16162">
                  <c:v>4.4358700000000004</c:v>
                </c:pt>
                <c:pt idx="16163">
                  <c:v>4.4361699999999997</c:v>
                </c:pt>
                <c:pt idx="16164">
                  <c:v>4.4364800000000004</c:v>
                </c:pt>
                <c:pt idx="16165">
                  <c:v>4.4367799999999997</c:v>
                </c:pt>
                <c:pt idx="16166">
                  <c:v>4.4370900000000004</c:v>
                </c:pt>
                <c:pt idx="16167">
                  <c:v>4.4373899999999997</c:v>
                </c:pt>
                <c:pt idx="16168">
                  <c:v>4.4377000000000004</c:v>
                </c:pt>
                <c:pt idx="16169">
                  <c:v>4.4379999999999997</c:v>
                </c:pt>
                <c:pt idx="16170">
                  <c:v>4.4383100000000004</c:v>
                </c:pt>
                <c:pt idx="16171">
                  <c:v>4.4386099999999997</c:v>
                </c:pt>
                <c:pt idx="16172">
                  <c:v>4.4389200000000004</c:v>
                </c:pt>
                <c:pt idx="16173">
                  <c:v>4.4392300000000002</c:v>
                </c:pt>
                <c:pt idx="16174">
                  <c:v>4.4395300000000004</c:v>
                </c:pt>
                <c:pt idx="16175">
                  <c:v>4.4398400000000002</c:v>
                </c:pt>
                <c:pt idx="16176">
                  <c:v>4.4401400000000004</c:v>
                </c:pt>
                <c:pt idx="16177">
                  <c:v>4.4404500000000002</c:v>
                </c:pt>
                <c:pt idx="16178">
                  <c:v>4.4407500000000004</c:v>
                </c:pt>
                <c:pt idx="16179">
                  <c:v>4.4410600000000002</c:v>
                </c:pt>
                <c:pt idx="16180">
                  <c:v>4.4413600000000004</c:v>
                </c:pt>
                <c:pt idx="16181">
                  <c:v>4.4416700000000002</c:v>
                </c:pt>
                <c:pt idx="16182">
                  <c:v>4.4419700000000004</c:v>
                </c:pt>
                <c:pt idx="16183">
                  <c:v>4.4422800000000002</c:v>
                </c:pt>
                <c:pt idx="16184">
                  <c:v>4.4425800000000004</c:v>
                </c:pt>
                <c:pt idx="16185">
                  <c:v>4.4428900000000002</c:v>
                </c:pt>
                <c:pt idx="16186">
                  <c:v>4.4432</c:v>
                </c:pt>
                <c:pt idx="16187">
                  <c:v>4.4435000000000002</c:v>
                </c:pt>
                <c:pt idx="16188">
                  <c:v>4.44381</c:v>
                </c:pt>
                <c:pt idx="16189">
                  <c:v>4.4441100000000002</c:v>
                </c:pt>
                <c:pt idx="16190">
                  <c:v>4.44442</c:v>
                </c:pt>
                <c:pt idx="16191">
                  <c:v>4.4447200000000002</c:v>
                </c:pt>
                <c:pt idx="16192">
                  <c:v>4.44503</c:v>
                </c:pt>
                <c:pt idx="16193">
                  <c:v>4.4453300000000002</c:v>
                </c:pt>
                <c:pt idx="16194">
                  <c:v>4.44564</c:v>
                </c:pt>
                <c:pt idx="16195">
                  <c:v>4.4459400000000002</c:v>
                </c:pt>
                <c:pt idx="16196">
                  <c:v>4.44625</c:v>
                </c:pt>
                <c:pt idx="16197">
                  <c:v>4.4465500000000002</c:v>
                </c:pt>
                <c:pt idx="16198">
                  <c:v>4.44686</c:v>
                </c:pt>
                <c:pt idx="16199">
                  <c:v>4.4471699999999998</c:v>
                </c:pt>
                <c:pt idx="16200">
                  <c:v>4.44747</c:v>
                </c:pt>
                <c:pt idx="16201">
                  <c:v>4.4477799999999998</c:v>
                </c:pt>
                <c:pt idx="16202">
                  <c:v>4.44808</c:v>
                </c:pt>
                <c:pt idx="16203">
                  <c:v>4.4483899999999998</c:v>
                </c:pt>
                <c:pt idx="16204">
                  <c:v>4.44869</c:v>
                </c:pt>
                <c:pt idx="16205">
                  <c:v>4.4489999999999998</c:v>
                </c:pt>
                <c:pt idx="16206">
                  <c:v>4.4493</c:v>
                </c:pt>
                <c:pt idx="16207">
                  <c:v>4.4496099999999998</c:v>
                </c:pt>
                <c:pt idx="16208">
                  <c:v>4.44991</c:v>
                </c:pt>
                <c:pt idx="16209">
                  <c:v>4.4502199999999998</c:v>
                </c:pt>
                <c:pt idx="16210">
                  <c:v>4.45052</c:v>
                </c:pt>
                <c:pt idx="16211">
                  <c:v>4.4508299999999998</c:v>
                </c:pt>
                <c:pt idx="16212">
                  <c:v>4.4511399999999997</c:v>
                </c:pt>
                <c:pt idx="16213">
                  <c:v>4.4514399999999998</c:v>
                </c:pt>
                <c:pt idx="16214">
                  <c:v>4.4517499999999997</c:v>
                </c:pt>
                <c:pt idx="16215">
                  <c:v>4.4520499999999998</c:v>
                </c:pt>
                <c:pt idx="16216">
                  <c:v>4.4523599999999997</c:v>
                </c:pt>
                <c:pt idx="16217">
                  <c:v>4.4526599999999998</c:v>
                </c:pt>
                <c:pt idx="16218">
                  <c:v>4.4529699999999997</c:v>
                </c:pt>
                <c:pt idx="16219">
                  <c:v>4.4532699999999998</c:v>
                </c:pt>
                <c:pt idx="16220">
                  <c:v>4.4535799999999997</c:v>
                </c:pt>
                <c:pt idx="16221">
                  <c:v>4.4538799999999998</c:v>
                </c:pt>
                <c:pt idx="16222">
                  <c:v>4.4541899999999996</c:v>
                </c:pt>
                <c:pt idx="16223">
                  <c:v>4.4545000000000003</c:v>
                </c:pt>
                <c:pt idx="16224">
                  <c:v>4.4547999999999996</c:v>
                </c:pt>
                <c:pt idx="16225">
                  <c:v>4.4551100000000003</c:v>
                </c:pt>
                <c:pt idx="16226">
                  <c:v>4.4554099999999996</c:v>
                </c:pt>
                <c:pt idx="16227">
                  <c:v>4.4557200000000003</c:v>
                </c:pt>
                <c:pt idx="16228">
                  <c:v>4.4560199999999996</c:v>
                </c:pt>
                <c:pt idx="16229">
                  <c:v>4.4563300000000003</c:v>
                </c:pt>
                <c:pt idx="16230">
                  <c:v>4.4566299999999996</c:v>
                </c:pt>
                <c:pt idx="16231">
                  <c:v>4.4569400000000003</c:v>
                </c:pt>
                <c:pt idx="16232">
                  <c:v>4.4572399999999996</c:v>
                </c:pt>
                <c:pt idx="16233">
                  <c:v>4.4575500000000003</c:v>
                </c:pt>
                <c:pt idx="16234">
                  <c:v>4.4578499999999996</c:v>
                </c:pt>
                <c:pt idx="16235">
                  <c:v>4.4581600000000003</c:v>
                </c:pt>
                <c:pt idx="16236">
                  <c:v>4.4584700000000002</c:v>
                </c:pt>
                <c:pt idx="16237">
                  <c:v>4.4587700000000003</c:v>
                </c:pt>
                <c:pt idx="16238">
                  <c:v>4.4590800000000002</c:v>
                </c:pt>
                <c:pt idx="16239">
                  <c:v>4.4593800000000003</c:v>
                </c:pt>
                <c:pt idx="16240">
                  <c:v>4.4596900000000002</c:v>
                </c:pt>
                <c:pt idx="16241">
                  <c:v>4.4599900000000003</c:v>
                </c:pt>
                <c:pt idx="16242">
                  <c:v>4.4603000000000002</c:v>
                </c:pt>
                <c:pt idx="16243">
                  <c:v>4.4606000000000003</c:v>
                </c:pt>
                <c:pt idx="16244">
                  <c:v>4.4609100000000002</c:v>
                </c:pt>
                <c:pt idx="16245">
                  <c:v>4.4612100000000003</c:v>
                </c:pt>
                <c:pt idx="16246">
                  <c:v>4.4615200000000002</c:v>
                </c:pt>
                <c:pt idx="16247">
                  <c:v>4.4618200000000003</c:v>
                </c:pt>
                <c:pt idx="16248">
                  <c:v>4.4621300000000002</c:v>
                </c:pt>
                <c:pt idx="16249">
                  <c:v>4.46244</c:v>
                </c:pt>
                <c:pt idx="16250">
                  <c:v>4.4627400000000002</c:v>
                </c:pt>
                <c:pt idx="16251">
                  <c:v>4.46305</c:v>
                </c:pt>
                <c:pt idx="16252">
                  <c:v>4.4633500000000002</c:v>
                </c:pt>
                <c:pt idx="16253">
                  <c:v>4.46366</c:v>
                </c:pt>
                <c:pt idx="16254">
                  <c:v>4.4639600000000002</c:v>
                </c:pt>
                <c:pt idx="16255">
                  <c:v>4.46427</c:v>
                </c:pt>
                <c:pt idx="16256">
                  <c:v>4.4645700000000001</c:v>
                </c:pt>
                <c:pt idx="16257">
                  <c:v>4.46488</c:v>
                </c:pt>
                <c:pt idx="16258">
                  <c:v>4.4651800000000001</c:v>
                </c:pt>
                <c:pt idx="16259">
                  <c:v>4.46549</c:v>
                </c:pt>
                <c:pt idx="16260">
                  <c:v>4.4657900000000001</c:v>
                </c:pt>
                <c:pt idx="16261">
                  <c:v>4.4661</c:v>
                </c:pt>
                <c:pt idx="16262">
                  <c:v>4.4664099999999998</c:v>
                </c:pt>
                <c:pt idx="16263">
                  <c:v>4.46671</c:v>
                </c:pt>
                <c:pt idx="16264">
                  <c:v>4.4670199999999998</c:v>
                </c:pt>
                <c:pt idx="16265">
                  <c:v>4.46732</c:v>
                </c:pt>
                <c:pt idx="16266">
                  <c:v>4.4676299999999998</c:v>
                </c:pt>
                <c:pt idx="16267">
                  <c:v>4.46793</c:v>
                </c:pt>
                <c:pt idx="16268">
                  <c:v>4.4682399999999998</c:v>
                </c:pt>
                <c:pt idx="16269">
                  <c:v>4.46854</c:v>
                </c:pt>
                <c:pt idx="16270">
                  <c:v>4.4688499999999998</c:v>
                </c:pt>
                <c:pt idx="16271">
                  <c:v>4.46915</c:v>
                </c:pt>
                <c:pt idx="16272">
                  <c:v>4.4694599999999998</c:v>
                </c:pt>
                <c:pt idx="16273">
                  <c:v>4.4697699999999996</c:v>
                </c:pt>
                <c:pt idx="16274">
                  <c:v>4.4700699999999998</c:v>
                </c:pt>
                <c:pt idx="16275">
                  <c:v>4.4703799999999996</c:v>
                </c:pt>
                <c:pt idx="16276">
                  <c:v>4.4706799999999998</c:v>
                </c:pt>
                <c:pt idx="16277">
                  <c:v>4.4709899999999996</c:v>
                </c:pt>
                <c:pt idx="16278">
                  <c:v>4.4712899999999998</c:v>
                </c:pt>
                <c:pt idx="16279">
                  <c:v>4.4715999999999996</c:v>
                </c:pt>
                <c:pt idx="16280">
                  <c:v>4.4718999999999998</c:v>
                </c:pt>
                <c:pt idx="16281">
                  <c:v>4.4722099999999996</c:v>
                </c:pt>
                <c:pt idx="16282">
                  <c:v>4.4725099999999998</c:v>
                </c:pt>
                <c:pt idx="16283">
                  <c:v>4.4728199999999996</c:v>
                </c:pt>
                <c:pt idx="16284">
                  <c:v>4.4731199999999998</c:v>
                </c:pt>
                <c:pt idx="16285">
                  <c:v>4.4734299999999996</c:v>
                </c:pt>
                <c:pt idx="16286">
                  <c:v>4.4737400000000003</c:v>
                </c:pt>
                <c:pt idx="16287">
                  <c:v>4.4740399999999996</c:v>
                </c:pt>
                <c:pt idx="16288">
                  <c:v>4.4743500000000003</c:v>
                </c:pt>
                <c:pt idx="16289">
                  <c:v>4.4746499999999996</c:v>
                </c:pt>
                <c:pt idx="16290">
                  <c:v>4.4749600000000003</c:v>
                </c:pt>
                <c:pt idx="16291">
                  <c:v>4.4752599999999996</c:v>
                </c:pt>
                <c:pt idx="16292">
                  <c:v>4.4755700000000003</c:v>
                </c:pt>
                <c:pt idx="16293">
                  <c:v>4.4758699999999996</c:v>
                </c:pt>
                <c:pt idx="16294">
                  <c:v>4.4761800000000003</c:v>
                </c:pt>
                <c:pt idx="16295">
                  <c:v>4.4764799999999996</c:v>
                </c:pt>
                <c:pt idx="16296">
                  <c:v>4.4767900000000003</c:v>
                </c:pt>
                <c:pt idx="16297">
                  <c:v>4.4770899999999996</c:v>
                </c:pt>
                <c:pt idx="16298">
                  <c:v>4.4774000000000003</c:v>
                </c:pt>
                <c:pt idx="16299">
                  <c:v>4.4777100000000001</c:v>
                </c:pt>
                <c:pt idx="16300">
                  <c:v>4.4780100000000003</c:v>
                </c:pt>
                <c:pt idx="16301">
                  <c:v>4.4783200000000001</c:v>
                </c:pt>
                <c:pt idx="16302">
                  <c:v>4.4786200000000003</c:v>
                </c:pt>
                <c:pt idx="16303">
                  <c:v>4.4789300000000001</c:v>
                </c:pt>
                <c:pt idx="16304">
                  <c:v>4.4792300000000003</c:v>
                </c:pt>
                <c:pt idx="16305">
                  <c:v>4.4795400000000001</c:v>
                </c:pt>
                <c:pt idx="16306">
                  <c:v>4.4798400000000003</c:v>
                </c:pt>
                <c:pt idx="16307">
                  <c:v>4.4801500000000001</c:v>
                </c:pt>
                <c:pt idx="16308">
                  <c:v>4.4804500000000003</c:v>
                </c:pt>
                <c:pt idx="16309">
                  <c:v>4.4807600000000001</c:v>
                </c:pt>
                <c:pt idx="16310">
                  <c:v>4.4810600000000003</c:v>
                </c:pt>
                <c:pt idx="16311">
                  <c:v>4.4813700000000001</c:v>
                </c:pt>
                <c:pt idx="16312">
                  <c:v>4.4816799999999999</c:v>
                </c:pt>
                <c:pt idx="16313">
                  <c:v>4.4819800000000001</c:v>
                </c:pt>
                <c:pt idx="16314">
                  <c:v>4.4822899999999999</c:v>
                </c:pt>
                <c:pt idx="16315">
                  <c:v>4.4825900000000001</c:v>
                </c:pt>
                <c:pt idx="16316">
                  <c:v>4.4828999999999999</c:v>
                </c:pt>
                <c:pt idx="16317">
                  <c:v>4.4832000000000001</c:v>
                </c:pt>
                <c:pt idx="16318">
                  <c:v>4.4835099999999999</c:v>
                </c:pt>
                <c:pt idx="16319">
                  <c:v>4.4838100000000001</c:v>
                </c:pt>
                <c:pt idx="16320">
                  <c:v>4.4841199999999999</c:v>
                </c:pt>
                <c:pt idx="16321">
                  <c:v>4.4844200000000001</c:v>
                </c:pt>
                <c:pt idx="16322">
                  <c:v>4.4847299999999999</c:v>
                </c:pt>
                <c:pt idx="16323">
                  <c:v>4.4850300000000001</c:v>
                </c:pt>
                <c:pt idx="16324">
                  <c:v>4.4853399999999999</c:v>
                </c:pt>
                <c:pt idx="16325">
                  <c:v>4.4856499999999997</c:v>
                </c:pt>
                <c:pt idx="16326">
                  <c:v>4.4859499999999999</c:v>
                </c:pt>
                <c:pt idx="16327">
                  <c:v>4.4862599999999997</c:v>
                </c:pt>
                <c:pt idx="16328">
                  <c:v>4.4865599999999999</c:v>
                </c:pt>
                <c:pt idx="16329">
                  <c:v>4.4868699999999997</c:v>
                </c:pt>
                <c:pt idx="16330">
                  <c:v>4.4871699999999999</c:v>
                </c:pt>
                <c:pt idx="16331">
                  <c:v>4.4874799999999997</c:v>
                </c:pt>
                <c:pt idx="16332">
                  <c:v>4.4877799999999999</c:v>
                </c:pt>
                <c:pt idx="16333">
                  <c:v>4.4880899999999997</c:v>
                </c:pt>
                <c:pt idx="16334">
                  <c:v>4.4883899999999999</c:v>
                </c:pt>
                <c:pt idx="16335">
                  <c:v>4.4886999999999997</c:v>
                </c:pt>
                <c:pt idx="16336">
                  <c:v>4.4890100000000004</c:v>
                </c:pt>
                <c:pt idx="16337">
                  <c:v>4.4893099999999997</c:v>
                </c:pt>
                <c:pt idx="16338">
                  <c:v>4.4896200000000004</c:v>
                </c:pt>
                <c:pt idx="16339">
                  <c:v>4.4899199999999997</c:v>
                </c:pt>
                <c:pt idx="16340">
                  <c:v>4.4902300000000004</c:v>
                </c:pt>
                <c:pt idx="16341">
                  <c:v>4.4905299999999997</c:v>
                </c:pt>
                <c:pt idx="16342">
                  <c:v>4.4908400000000004</c:v>
                </c:pt>
                <c:pt idx="16343">
                  <c:v>4.4911399999999997</c:v>
                </c:pt>
                <c:pt idx="16344">
                  <c:v>4.4914500000000004</c:v>
                </c:pt>
                <c:pt idx="16345">
                  <c:v>4.4917499999999997</c:v>
                </c:pt>
                <c:pt idx="16346">
                  <c:v>4.4920600000000004</c:v>
                </c:pt>
                <c:pt idx="16347">
                  <c:v>4.4923599999999997</c:v>
                </c:pt>
                <c:pt idx="16348">
                  <c:v>4.4926700000000004</c:v>
                </c:pt>
                <c:pt idx="16349">
                  <c:v>4.4929800000000002</c:v>
                </c:pt>
                <c:pt idx="16350">
                  <c:v>4.4932800000000004</c:v>
                </c:pt>
                <c:pt idx="16351">
                  <c:v>4.4935900000000002</c:v>
                </c:pt>
                <c:pt idx="16352">
                  <c:v>4.4938900000000004</c:v>
                </c:pt>
                <c:pt idx="16353">
                  <c:v>4.4942000000000002</c:v>
                </c:pt>
                <c:pt idx="16354">
                  <c:v>4.4945000000000004</c:v>
                </c:pt>
                <c:pt idx="16355">
                  <c:v>4.4948100000000002</c:v>
                </c:pt>
                <c:pt idx="16356">
                  <c:v>4.4951100000000004</c:v>
                </c:pt>
                <c:pt idx="16357">
                  <c:v>4.4954200000000002</c:v>
                </c:pt>
                <c:pt idx="16358">
                  <c:v>4.4957200000000004</c:v>
                </c:pt>
                <c:pt idx="16359">
                  <c:v>4.4960300000000002</c:v>
                </c:pt>
                <c:pt idx="16360">
                  <c:v>4.4963300000000004</c:v>
                </c:pt>
                <c:pt idx="16361">
                  <c:v>4.4966400000000002</c:v>
                </c:pt>
                <c:pt idx="16362">
                  <c:v>4.49695</c:v>
                </c:pt>
                <c:pt idx="16363">
                  <c:v>4.4972500000000002</c:v>
                </c:pt>
                <c:pt idx="16364">
                  <c:v>4.49756</c:v>
                </c:pt>
                <c:pt idx="16365">
                  <c:v>4.4978600000000002</c:v>
                </c:pt>
                <c:pt idx="16366">
                  <c:v>4.49817</c:v>
                </c:pt>
                <c:pt idx="16367">
                  <c:v>4.4984700000000002</c:v>
                </c:pt>
                <c:pt idx="16368">
                  <c:v>4.49878</c:v>
                </c:pt>
                <c:pt idx="16369">
                  <c:v>4.4990800000000002</c:v>
                </c:pt>
                <c:pt idx="16370">
                  <c:v>4.49939</c:v>
                </c:pt>
                <c:pt idx="16371">
                  <c:v>4.4996900000000002</c:v>
                </c:pt>
                <c:pt idx="16372">
                  <c:v>4.5</c:v>
                </c:pt>
                <c:pt idx="16373">
                  <c:v>4.5003000000000002</c:v>
                </c:pt>
                <c:pt idx="16374">
                  <c:v>4.50061</c:v>
                </c:pt>
                <c:pt idx="16375">
                  <c:v>4.5009199999999998</c:v>
                </c:pt>
                <c:pt idx="16376">
                  <c:v>4.50122</c:v>
                </c:pt>
                <c:pt idx="16377">
                  <c:v>4.5015299999999998</c:v>
                </c:pt>
                <c:pt idx="16378">
                  <c:v>4.50183</c:v>
                </c:pt>
                <c:pt idx="16379">
                  <c:v>4.5021399999999998</c:v>
                </c:pt>
                <c:pt idx="16380">
                  <c:v>4.50244</c:v>
                </c:pt>
                <c:pt idx="16381">
                  <c:v>4.5027499999999998</c:v>
                </c:pt>
                <c:pt idx="16382">
                  <c:v>4.50305</c:v>
                </c:pt>
                <c:pt idx="16383">
                  <c:v>4.5033599999999998</c:v>
                </c:pt>
                <c:pt idx="16384">
                  <c:v>4.50366</c:v>
                </c:pt>
                <c:pt idx="16385">
                  <c:v>4.5039699999999998</c:v>
                </c:pt>
                <c:pt idx="16386">
                  <c:v>4.50427</c:v>
                </c:pt>
                <c:pt idx="16387">
                  <c:v>4.5045799999999998</c:v>
                </c:pt>
                <c:pt idx="16388">
                  <c:v>4.5048899999999996</c:v>
                </c:pt>
                <c:pt idx="16389">
                  <c:v>4.5051899999999998</c:v>
                </c:pt>
                <c:pt idx="16390">
                  <c:v>4.5054999999999996</c:v>
                </c:pt>
                <c:pt idx="16391">
                  <c:v>4.5057999999999998</c:v>
                </c:pt>
                <c:pt idx="16392">
                  <c:v>4.5061099999999996</c:v>
                </c:pt>
                <c:pt idx="16393">
                  <c:v>4.5064099999999998</c:v>
                </c:pt>
                <c:pt idx="16394">
                  <c:v>4.5067199999999996</c:v>
                </c:pt>
                <c:pt idx="16395">
                  <c:v>4.5070199999999998</c:v>
                </c:pt>
                <c:pt idx="16396">
                  <c:v>4.5073299999999996</c:v>
                </c:pt>
                <c:pt idx="16397">
                  <c:v>4.5076299999999998</c:v>
                </c:pt>
                <c:pt idx="16398">
                  <c:v>4.5079399999999996</c:v>
                </c:pt>
                <c:pt idx="16399">
                  <c:v>4.5082500000000003</c:v>
                </c:pt>
                <c:pt idx="16400">
                  <c:v>4.5085499999999996</c:v>
                </c:pt>
                <c:pt idx="16401">
                  <c:v>4.5088600000000003</c:v>
                </c:pt>
                <c:pt idx="16402">
                  <c:v>4.5091599999999996</c:v>
                </c:pt>
                <c:pt idx="16403">
                  <c:v>4.5094700000000003</c:v>
                </c:pt>
                <c:pt idx="16404">
                  <c:v>4.5097699999999996</c:v>
                </c:pt>
                <c:pt idx="16405">
                  <c:v>4.5100800000000003</c:v>
                </c:pt>
                <c:pt idx="16406">
                  <c:v>4.5103799999999996</c:v>
                </c:pt>
                <c:pt idx="16407">
                  <c:v>4.5106900000000003</c:v>
                </c:pt>
                <c:pt idx="16408">
                  <c:v>4.5109899999999996</c:v>
                </c:pt>
                <c:pt idx="16409">
                  <c:v>4.5113000000000003</c:v>
                </c:pt>
                <c:pt idx="16410">
                  <c:v>4.5115999999999996</c:v>
                </c:pt>
                <c:pt idx="16411">
                  <c:v>4.5119100000000003</c:v>
                </c:pt>
                <c:pt idx="16412">
                  <c:v>4.5122200000000001</c:v>
                </c:pt>
                <c:pt idx="16413">
                  <c:v>4.5125200000000003</c:v>
                </c:pt>
                <c:pt idx="16414">
                  <c:v>4.5128300000000001</c:v>
                </c:pt>
                <c:pt idx="16415">
                  <c:v>4.5131300000000003</c:v>
                </c:pt>
                <c:pt idx="16416">
                  <c:v>4.5134400000000001</c:v>
                </c:pt>
                <c:pt idx="16417">
                  <c:v>4.5137400000000003</c:v>
                </c:pt>
                <c:pt idx="16418">
                  <c:v>4.5140500000000001</c:v>
                </c:pt>
                <c:pt idx="16419">
                  <c:v>4.5143500000000003</c:v>
                </c:pt>
                <c:pt idx="16420">
                  <c:v>4.5146600000000001</c:v>
                </c:pt>
                <c:pt idx="16421">
                  <c:v>4.5149600000000003</c:v>
                </c:pt>
                <c:pt idx="16422">
                  <c:v>4.5152700000000001</c:v>
                </c:pt>
                <c:pt idx="16423">
                  <c:v>4.5155700000000003</c:v>
                </c:pt>
                <c:pt idx="16424">
                  <c:v>4.5158800000000001</c:v>
                </c:pt>
                <c:pt idx="16425">
                  <c:v>4.5161899999999999</c:v>
                </c:pt>
                <c:pt idx="16426">
                  <c:v>4.5164900000000001</c:v>
                </c:pt>
                <c:pt idx="16427">
                  <c:v>4.5167999999999999</c:v>
                </c:pt>
                <c:pt idx="16428">
                  <c:v>4.5171000000000001</c:v>
                </c:pt>
                <c:pt idx="16429">
                  <c:v>4.5174099999999999</c:v>
                </c:pt>
                <c:pt idx="16430">
                  <c:v>4.5177100000000001</c:v>
                </c:pt>
                <c:pt idx="16431">
                  <c:v>4.5180199999999999</c:v>
                </c:pt>
                <c:pt idx="16432">
                  <c:v>4.5183200000000001</c:v>
                </c:pt>
                <c:pt idx="16433">
                  <c:v>4.5186299999999999</c:v>
                </c:pt>
                <c:pt idx="16434">
                  <c:v>4.5189300000000001</c:v>
                </c:pt>
                <c:pt idx="16435">
                  <c:v>4.5192399999999999</c:v>
                </c:pt>
                <c:pt idx="16436">
                  <c:v>4.5195400000000001</c:v>
                </c:pt>
                <c:pt idx="16437">
                  <c:v>4.5198499999999999</c:v>
                </c:pt>
                <c:pt idx="16438">
                  <c:v>4.5201599999999997</c:v>
                </c:pt>
                <c:pt idx="16439">
                  <c:v>4.5204599999999999</c:v>
                </c:pt>
                <c:pt idx="16440">
                  <c:v>4.5207699999999997</c:v>
                </c:pt>
                <c:pt idx="16441">
                  <c:v>4.5210699999999999</c:v>
                </c:pt>
                <c:pt idx="16442">
                  <c:v>4.5213799999999997</c:v>
                </c:pt>
                <c:pt idx="16443">
                  <c:v>4.5216799999999999</c:v>
                </c:pt>
                <c:pt idx="16444">
                  <c:v>4.5219899999999997</c:v>
                </c:pt>
                <c:pt idx="16445">
                  <c:v>4.5222899999999999</c:v>
                </c:pt>
                <c:pt idx="16446">
                  <c:v>4.5225999999999997</c:v>
                </c:pt>
                <c:pt idx="16447">
                  <c:v>4.5228999999999999</c:v>
                </c:pt>
                <c:pt idx="16448">
                  <c:v>4.5232099999999997</c:v>
                </c:pt>
                <c:pt idx="16449">
                  <c:v>4.5235099999999999</c:v>
                </c:pt>
                <c:pt idx="16450">
                  <c:v>4.5238199999999997</c:v>
                </c:pt>
                <c:pt idx="16451">
                  <c:v>4.5241300000000004</c:v>
                </c:pt>
                <c:pt idx="16452">
                  <c:v>4.5244299999999997</c:v>
                </c:pt>
                <c:pt idx="16453">
                  <c:v>4.5247400000000004</c:v>
                </c:pt>
                <c:pt idx="16454">
                  <c:v>4.5250399999999997</c:v>
                </c:pt>
                <c:pt idx="16455">
                  <c:v>4.5253500000000004</c:v>
                </c:pt>
                <c:pt idx="16456">
                  <c:v>4.5256499999999997</c:v>
                </c:pt>
                <c:pt idx="16457">
                  <c:v>4.5259600000000004</c:v>
                </c:pt>
                <c:pt idx="16458">
                  <c:v>4.5262599999999997</c:v>
                </c:pt>
                <c:pt idx="16459">
                  <c:v>4.5265700000000004</c:v>
                </c:pt>
                <c:pt idx="16460">
                  <c:v>4.5268699999999997</c:v>
                </c:pt>
                <c:pt idx="16461">
                  <c:v>4.5271800000000004</c:v>
                </c:pt>
                <c:pt idx="16462">
                  <c:v>4.5274900000000002</c:v>
                </c:pt>
                <c:pt idx="16463">
                  <c:v>4.5277900000000004</c:v>
                </c:pt>
                <c:pt idx="16464">
                  <c:v>4.5281000000000002</c:v>
                </c:pt>
                <c:pt idx="16465">
                  <c:v>4.5284000000000004</c:v>
                </c:pt>
                <c:pt idx="16466">
                  <c:v>4.5287100000000002</c:v>
                </c:pt>
                <c:pt idx="16467">
                  <c:v>4.5290100000000004</c:v>
                </c:pt>
                <c:pt idx="16468">
                  <c:v>4.5293200000000002</c:v>
                </c:pt>
                <c:pt idx="16469">
                  <c:v>4.5296200000000004</c:v>
                </c:pt>
                <c:pt idx="16470">
                  <c:v>4.5299300000000002</c:v>
                </c:pt>
                <c:pt idx="16471">
                  <c:v>4.5302300000000004</c:v>
                </c:pt>
                <c:pt idx="16472">
                  <c:v>4.5305400000000002</c:v>
                </c:pt>
                <c:pt idx="16473">
                  <c:v>4.5308400000000004</c:v>
                </c:pt>
                <c:pt idx="16474">
                  <c:v>4.5311500000000002</c:v>
                </c:pt>
                <c:pt idx="16475">
                  <c:v>4.53146</c:v>
                </c:pt>
                <c:pt idx="16476">
                  <c:v>4.5317600000000002</c:v>
                </c:pt>
                <c:pt idx="16477">
                  <c:v>4.53207</c:v>
                </c:pt>
                <c:pt idx="16478">
                  <c:v>4.5323700000000002</c:v>
                </c:pt>
                <c:pt idx="16479">
                  <c:v>4.53268</c:v>
                </c:pt>
                <c:pt idx="16480">
                  <c:v>4.5329800000000002</c:v>
                </c:pt>
                <c:pt idx="16481">
                  <c:v>4.53329</c:v>
                </c:pt>
                <c:pt idx="16482">
                  <c:v>4.5335900000000002</c:v>
                </c:pt>
                <c:pt idx="16483">
                  <c:v>4.5339</c:v>
                </c:pt>
                <c:pt idx="16484">
                  <c:v>4.5342000000000002</c:v>
                </c:pt>
                <c:pt idx="16485">
                  <c:v>4.53451</c:v>
                </c:pt>
                <c:pt idx="16486">
                  <c:v>4.5348100000000002</c:v>
                </c:pt>
                <c:pt idx="16487">
                  <c:v>4.53512</c:v>
                </c:pt>
                <c:pt idx="16488">
                  <c:v>4.5354299999999999</c:v>
                </c:pt>
                <c:pt idx="16489">
                  <c:v>4.53573</c:v>
                </c:pt>
                <c:pt idx="16490">
                  <c:v>4.5360399999999998</c:v>
                </c:pt>
                <c:pt idx="16491">
                  <c:v>4.53634</c:v>
                </c:pt>
                <c:pt idx="16492">
                  <c:v>4.5366499999999998</c:v>
                </c:pt>
                <c:pt idx="16493">
                  <c:v>4.53695</c:v>
                </c:pt>
                <c:pt idx="16494">
                  <c:v>4.5372599999999998</c:v>
                </c:pt>
                <c:pt idx="16495">
                  <c:v>4.53756</c:v>
                </c:pt>
                <c:pt idx="16496">
                  <c:v>4.5378699999999998</c:v>
                </c:pt>
                <c:pt idx="16497">
                  <c:v>4.53817</c:v>
                </c:pt>
                <c:pt idx="16498">
                  <c:v>4.5384799999999998</c:v>
                </c:pt>
                <c:pt idx="16499">
                  <c:v>4.53878</c:v>
                </c:pt>
                <c:pt idx="16500">
                  <c:v>4.5390899999999998</c:v>
                </c:pt>
                <c:pt idx="16501">
                  <c:v>4.5393999999999997</c:v>
                </c:pt>
                <c:pt idx="16502">
                  <c:v>4.5396999999999998</c:v>
                </c:pt>
                <c:pt idx="16503">
                  <c:v>4.5400099999999997</c:v>
                </c:pt>
                <c:pt idx="16504">
                  <c:v>4.5403099999999998</c:v>
                </c:pt>
                <c:pt idx="16505">
                  <c:v>4.5406199999999997</c:v>
                </c:pt>
                <c:pt idx="16506">
                  <c:v>4.5409199999999998</c:v>
                </c:pt>
                <c:pt idx="16507">
                  <c:v>4.5412299999999997</c:v>
                </c:pt>
                <c:pt idx="16508">
                  <c:v>4.5415299999999998</c:v>
                </c:pt>
                <c:pt idx="16509">
                  <c:v>4.5418399999999997</c:v>
                </c:pt>
                <c:pt idx="16510">
                  <c:v>4.5421399999999998</c:v>
                </c:pt>
                <c:pt idx="16511">
                  <c:v>4.5424499999999997</c:v>
                </c:pt>
                <c:pt idx="16512">
                  <c:v>4.5427600000000004</c:v>
                </c:pt>
                <c:pt idx="16513">
                  <c:v>4.5430599999999997</c:v>
                </c:pt>
                <c:pt idx="16514">
                  <c:v>4.5433700000000004</c:v>
                </c:pt>
                <c:pt idx="16515">
                  <c:v>4.5436699999999997</c:v>
                </c:pt>
                <c:pt idx="16516">
                  <c:v>4.5439800000000004</c:v>
                </c:pt>
                <c:pt idx="16517">
                  <c:v>4.5442799999999997</c:v>
                </c:pt>
                <c:pt idx="16518">
                  <c:v>4.5445900000000004</c:v>
                </c:pt>
                <c:pt idx="16519">
                  <c:v>4.5448899999999997</c:v>
                </c:pt>
                <c:pt idx="16520">
                  <c:v>4.5452000000000004</c:v>
                </c:pt>
                <c:pt idx="16521">
                  <c:v>4.5454999999999997</c:v>
                </c:pt>
                <c:pt idx="16522">
                  <c:v>4.5458100000000004</c:v>
                </c:pt>
                <c:pt idx="16523">
                  <c:v>4.5461099999999997</c:v>
                </c:pt>
                <c:pt idx="16524">
                  <c:v>4.5464200000000003</c:v>
                </c:pt>
                <c:pt idx="16525">
                  <c:v>4.5467300000000002</c:v>
                </c:pt>
                <c:pt idx="16526">
                  <c:v>4.5470300000000003</c:v>
                </c:pt>
                <c:pt idx="16527">
                  <c:v>4.5473400000000002</c:v>
                </c:pt>
                <c:pt idx="16528">
                  <c:v>4.5476400000000003</c:v>
                </c:pt>
                <c:pt idx="16529">
                  <c:v>4.5479500000000002</c:v>
                </c:pt>
                <c:pt idx="16530">
                  <c:v>4.5482500000000003</c:v>
                </c:pt>
                <c:pt idx="16531">
                  <c:v>4.5485600000000002</c:v>
                </c:pt>
                <c:pt idx="16532">
                  <c:v>4.5488600000000003</c:v>
                </c:pt>
                <c:pt idx="16533">
                  <c:v>4.5491700000000002</c:v>
                </c:pt>
                <c:pt idx="16534">
                  <c:v>4.5494700000000003</c:v>
                </c:pt>
                <c:pt idx="16535">
                  <c:v>4.5497800000000002</c:v>
                </c:pt>
                <c:pt idx="16536">
                  <c:v>4.5500800000000003</c:v>
                </c:pt>
                <c:pt idx="16537">
                  <c:v>4.5503900000000002</c:v>
                </c:pt>
                <c:pt idx="16538">
                  <c:v>4.5507</c:v>
                </c:pt>
                <c:pt idx="16539">
                  <c:v>4.5510000000000002</c:v>
                </c:pt>
                <c:pt idx="16540">
                  <c:v>4.55131</c:v>
                </c:pt>
                <c:pt idx="16541">
                  <c:v>4.5516100000000002</c:v>
                </c:pt>
                <c:pt idx="16542">
                  <c:v>4.55192</c:v>
                </c:pt>
                <c:pt idx="16543">
                  <c:v>4.5522200000000002</c:v>
                </c:pt>
                <c:pt idx="16544">
                  <c:v>4.55253</c:v>
                </c:pt>
                <c:pt idx="16545">
                  <c:v>4.5528300000000002</c:v>
                </c:pt>
                <c:pt idx="16546">
                  <c:v>4.55314</c:v>
                </c:pt>
                <c:pt idx="16547">
                  <c:v>4.5534400000000002</c:v>
                </c:pt>
                <c:pt idx="16548">
                  <c:v>4.55375</c:v>
                </c:pt>
                <c:pt idx="16549">
                  <c:v>4.5540500000000002</c:v>
                </c:pt>
                <c:pt idx="16550">
                  <c:v>4.55436</c:v>
                </c:pt>
                <c:pt idx="16551">
                  <c:v>4.5546699999999998</c:v>
                </c:pt>
                <c:pt idx="16552">
                  <c:v>4.55497</c:v>
                </c:pt>
                <c:pt idx="16553">
                  <c:v>4.5552799999999998</c:v>
                </c:pt>
                <c:pt idx="16554">
                  <c:v>4.55558</c:v>
                </c:pt>
                <c:pt idx="16555">
                  <c:v>4.5558899999999998</c:v>
                </c:pt>
                <c:pt idx="16556">
                  <c:v>4.55619</c:v>
                </c:pt>
                <c:pt idx="16557">
                  <c:v>4.5564999999999998</c:v>
                </c:pt>
                <c:pt idx="16558">
                  <c:v>4.5568</c:v>
                </c:pt>
                <c:pt idx="16559">
                  <c:v>4.5571099999999998</c:v>
                </c:pt>
                <c:pt idx="16560">
                  <c:v>4.55741</c:v>
                </c:pt>
                <c:pt idx="16561">
                  <c:v>4.5577199999999998</c:v>
                </c:pt>
                <c:pt idx="16562">
                  <c:v>4.55802</c:v>
                </c:pt>
                <c:pt idx="16563">
                  <c:v>4.5583299999999998</c:v>
                </c:pt>
                <c:pt idx="16564">
                  <c:v>4.5586399999999996</c:v>
                </c:pt>
                <c:pt idx="16565">
                  <c:v>4.5589399999999998</c:v>
                </c:pt>
                <c:pt idx="16566">
                  <c:v>4.5592499999999996</c:v>
                </c:pt>
                <c:pt idx="16567">
                  <c:v>4.5595499999999998</c:v>
                </c:pt>
                <c:pt idx="16568">
                  <c:v>4.5598599999999996</c:v>
                </c:pt>
                <c:pt idx="16569">
                  <c:v>4.5601599999999998</c:v>
                </c:pt>
                <c:pt idx="16570">
                  <c:v>4.5604699999999996</c:v>
                </c:pt>
                <c:pt idx="16571">
                  <c:v>4.5607699999999998</c:v>
                </c:pt>
                <c:pt idx="16572">
                  <c:v>4.5610799999999996</c:v>
                </c:pt>
                <c:pt idx="16573">
                  <c:v>4.5613799999999998</c:v>
                </c:pt>
                <c:pt idx="16574">
                  <c:v>4.5616899999999996</c:v>
                </c:pt>
                <c:pt idx="16575">
                  <c:v>4.5620000000000003</c:v>
                </c:pt>
                <c:pt idx="16576">
                  <c:v>4.5622999999999996</c:v>
                </c:pt>
                <c:pt idx="16577">
                  <c:v>4.5626100000000003</c:v>
                </c:pt>
                <c:pt idx="16578">
                  <c:v>4.5629099999999996</c:v>
                </c:pt>
                <c:pt idx="16579">
                  <c:v>4.5632200000000003</c:v>
                </c:pt>
                <c:pt idx="16580">
                  <c:v>4.5635199999999996</c:v>
                </c:pt>
                <c:pt idx="16581">
                  <c:v>4.5638300000000003</c:v>
                </c:pt>
                <c:pt idx="16582">
                  <c:v>4.5641299999999996</c:v>
                </c:pt>
                <c:pt idx="16583">
                  <c:v>4.5644400000000003</c:v>
                </c:pt>
                <c:pt idx="16584">
                  <c:v>4.5647399999999996</c:v>
                </c:pt>
                <c:pt idx="16585">
                  <c:v>4.5650500000000003</c:v>
                </c:pt>
                <c:pt idx="16586">
                  <c:v>4.5653499999999996</c:v>
                </c:pt>
                <c:pt idx="16587">
                  <c:v>4.5656600000000003</c:v>
                </c:pt>
                <c:pt idx="16588">
                  <c:v>4.5659700000000001</c:v>
                </c:pt>
                <c:pt idx="16589">
                  <c:v>4.5662700000000003</c:v>
                </c:pt>
                <c:pt idx="16590">
                  <c:v>4.5665800000000001</c:v>
                </c:pt>
                <c:pt idx="16591">
                  <c:v>4.5668800000000003</c:v>
                </c:pt>
                <c:pt idx="16592">
                  <c:v>4.5671900000000001</c:v>
                </c:pt>
                <c:pt idx="16593">
                  <c:v>4.5674900000000003</c:v>
                </c:pt>
                <c:pt idx="16594">
                  <c:v>4.5678000000000001</c:v>
                </c:pt>
                <c:pt idx="16595">
                  <c:v>4.5681000000000003</c:v>
                </c:pt>
                <c:pt idx="16596">
                  <c:v>4.5684100000000001</c:v>
                </c:pt>
                <c:pt idx="16597">
                  <c:v>4.5687100000000003</c:v>
                </c:pt>
                <c:pt idx="16598">
                  <c:v>4.5690200000000001</c:v>
                </c:pt>
                <c:pt idx="16599">
                  <c:v>4.5693200000000003</c:v>
                </c:pt>
                <c:pt idx="16600">
                  <c:v>4.5696300000000001</c:v>
                </c:pt>
                <c:pt idx="16601">
                  <c:v>4.5699399999999999</c:v>
                </c:pt>
                <c:pt idx="16602">
                  <c:v>4.5702400000000001</c:v>
                </c:pt>
                <c:pt idx="16603">
                  <c:v>4.5705499999999999</c:v>
                </c:pt>
                <c:pt idx="16604">
                  <c:v>4.5708500000000001</c:v>
                </c:pt>
                <c:pt idx="16605">
                  <c:v>4.5711599999999999</c:v>
                </c:pt>
                <c:pt idx="16606">
                  <c:v>4.5714600000000001</c:v>
                </c:pt>
                <c:pt idx="16607">
                  <c:v>4.5717699999999999</c:v>
                </c:pt>
                <c:pt idx="16608">
                  <c:v>4.5720700000000001</c:v>
                </c:pt>
                <c:pt idx="16609">
                  <c:v>4.5723799999999999</c:v>
                </c:pt>
                <c:pt idx="16610">
                  <c:v>4.5726800000000001</c:v>
                </c:pt>
                <c:pt idx="16611">
                  <c:v>4.5729899999999999</c:v>
                </c:pt>
                <c:pt idx="16612">
                  <c:v>4.5732900000000001</c:v>
                </c:pt>
                <c:pt idx="16613">
                  <c:v>4.5735999999999999</c:v>
                </c:pt>
                <c:pt idx="16614">
                  <c:v>4.5739099999999997</c:v>
                </c:pt>
                <c:pt idx="16615">
                  <c:v>4.5742099999999999</c:v>
                </c:pt>
                <c:pt idx="16616">
                  <c:v>4.5745199999999997</c:v>
                </c:pt>
                <c:pt idx="16617">
                  <c:v>4.5748199999999999</c:v>
                </c:pt>
                <c:pt idx="16618">
                  <c:v>4.5751299999999997</c:v>
                </c:pt>
                <c:pt idx="16619">
                  <c:v>4.5754299999999999</c:v>
                </c:pt>
                <c:pt idx="16620">
                  <c:v>4.5757399999999997</c:v>
                </c:pt>
                <c:pt idx="16621">
                  <c:v>4.5760399999999999</c:v>
                </c:pt>
                <c:pt idx="16622">
                  <c:v>4.5763499999999997</c:v>
                </c:pt>
                <c:pt idx="16623">
                  <c:v>4.5766499999999999</c:v>
                </c:pt>
                <c:pt idx="16624">
                  <c:v>4.5769599999999997</c:v>
                </c:pt>
                <c:pt idx="16625">
                  <c:v>4.5772599999999999</c:v>
                </c:pt>
                <c:pt idx="16626">
                  <c:v>4.5775699999999997</c:v>
                </c:pt>
                <c:pt idx="16627">
                  <c:v>4.5778800000000004</c:v>
                </c:pt>
                <c:pt idx="16628">
                  <c:v>4.5781799999999997</c:v>
                </c:pt>
                <c:pt idx="16629">
                  <c:v>4.5784900000000004</c:v>
                </c:pt>
                <c:pt idx="16630">
                  <c:v>4.5787899999999997</c:v>
                </c:pt>
                <c:pt idx="16631">
                  <c:v>4.5791000000000004</c:v>
                </c:pt>
                <c:pt idx="16632">
                  <c:v>4.5793999999999997</c:v>
                </c:pt>
                <c:pt idx="16633">
                  <c:v>4.5797100000000004</c:v>
                </c:pt>
                <c:pt idx="16634">
                  <c:v>4.5800099999999997</c:v>
                </c:pt>
                <c:pt idx="16635">
                  <c:v>4.5803200000000004</c:v>
                </c:pt>
                <c:pt idx="16636">
                  <c:v>4.5806199999999997</c:v>
                </c:pt>
                <c:pt idx="16637">
                  <c:v>4.5809300000000004</c:v>
                </c:pt>
                <c:pt idx="16638">
                  <c:v>4.5812400000000002</c:v>
                </c:pt>
                <c:pt idx="16639">
                  <c:v>4.5815400000000004</c:v>
                </c:pt>
                <c:pt idx="16640">
                  <c:v>4.5818500000000002</c:v>
                </c:pt>
                <c:pt idx="16641">
                  <c:v>4.5821500000000004</c:v>
                </c:pt>
                <c:pt idx="16642">
                  <c:v>4.5824600000000002</c:v>
                </c:pt>
                <c:pt idx="16643">
                  <c:v>4.5827600000000004</c:v>
                </c:pt>
                <c:pt idx="16644">
                  <c:v>4.5830700000000002</c:v>
                </c:pt>
                <c:pt idx="16645">
                  <c:v>4.5833700000000004</c:v>
                </c:pt>
                <c:pt idx="16646">
                  <c:v>4.5836800000000002</c:v>
                </c:pt>
                <c:pt idx="16647">
                  <c:v>4.5839800000000004</c:v>
                </c:pt>
                <c:pt idx="16648">
                  <c:v>4.5842900000000002</c:v>
                </c:pt>
                <c:pt idx="16649">
                  <c:v>4.5845900000000004</c:v>
                </c:pt>
                <c:pt idx="16650">
                  <c:v>4.5849000000000002</c:v>
                </c:pt>
                <c:pt idx="16651">
                  <c:v>4.58521</c:v>
                </c:pt>
                <c:pt idx="16652">
                  <c:v>4.5855100000000002</c:v>
                </c:pt>
                <c:pt idx="16653">
                  <c:v>4.58582</c:v>
                </c:pt>
                <c:pt idx="16654">
                  <c:v>4.5861200000000002</c:v>
                </c:pt>
                <c:pt idx="16655">
                  <c:v>4.58643</c:v>
                </c:pt>
                <c:pt idx="16656">
                  <c:v>4.5867300000000002</c:v>
                </c:pt>
                <c:pt idx="16657">
                  <c:v>4.58704</c:v>
                </c:pt>
                <c:pt idx="16658">
                  <c:v>4.5873400000000002</c:v>
                </c:pt>
                <c:pt idx="16659">
                  <c:v>4.58765</c:v>
                </c:pt>
                <c:pt idx="16660">
                  <c:v>4.5879500000000002</c:v>
                </c:pt>
                <c:pt idx="16661">
                  <c:v>4.58826</c:v>
                </c:pt>
                <c:pt idx="16662">
                  <c:v>4.5885600000000002</c:v>
                </c:pt>
                <c:pt idx="16663">
                  <c:v>4.58887</c:v>
                </c:pt>
                <c:pt idx="16664">
                  <c:v>4.5891799999999998</c:v>
                </c:pt>
                <c:pt idx="16665">
                  <c:v>4.58948</c:v>
                </c:pt>
                <c:pt idx="16666">
                  <c:v>4.5897899999999998</c:v>
                </c:pt>
                <c:pt idx="16667">
                  <c:v>4.59009</c:v>
                </c:pt>
                <c:pt idx="16668">
                  <c:v>4.5903999999999998</c:v>
                </c:pt>
                <c:pt idx="16669">
                  <c:v>4.5907</c:v>
                </c:pt>
                <c:pt idx="16670">
                  <c:v>4.5910099999999998</c:v>
                </c:pt>
                <c:pt idx="16671">
                  <c:v>4.59131</c:v>
                </c:pt>
                <c:pt idx="16672">
                  <c:v>4.5916199999999998</c:v>
                </c:pt>
                <c:pt idx="16673">
                  <c:v>4.59192</c:v>
                </c:pt>
                <c:pt idx="16674">
                  <c:v>4.5922299999999998</c:v>
                </c:pt>
                <c:pt idx="16675">
                  <c:v>4.59253</c:v>
                </c:pt>
                <c:pt idx="16676">
                  <c:v>4.5928399999999998</c:v>
                </c:pt>
                <c:pt idx="16677">
                  <c:v>4.5931499999999996</c:v>
                </c:pt>
                <c:pt idx="16678">
                  <c:v>4.5934499999999998</c:v>
                </c:pt>
                <c:pt idx="16679">
                  <c:v>4.5937599999999996</c:v>
                </c:pt>
                <c:pt idx="16680">
                  <c:v>4.5940599999999998</c:v>
                </c:pt>
                <c:pt idx="16681">
                  <c:v>4.5943699999999996</c:v>
                </c:pt>
                <c:pt idx="16682">
                  <c:v>4.5946699999999998</c:v>
                </c:pt>
                <c:pt idx="16683">
                  <c:v>4.5949799999999996</c:v>
                </c:pt>
                <c:pt idx="16684">
                  <c:v>4.5952799999999998</c:v>
                </c:pt>
                <c:pt idx="16685">
                  <c:v>4.5955899999999996</c:v>
                </c:pt>
                <c:pt idx="16686">
                  <c:v>4.5958899999999998</c:v>
                </c:pt>
                <c:pt idx="16687">
                  <c:v>4.5961999999999996</c:v>
                </c:pt>
                <c:pt idx="16688">
                  <c:v>4.5965100000000003</c:v>
                </c:pt>
                <c:pt idx="16689">
                  <c:v>4.5968099999999996</c:v>
                </c:pt>
                <c:pt idx="16690">
                  <c:v>4.5971200000000003</c:v>
                </c:pt>
                <c:pt idx="16691">
                  <c:v>4.5974199999999996</c:v>
                </c:pt>
                <c:pt idx="16692">
                  <c:v>4.5977300000000003</c:v>
                </c:pt>
                <c:pt idx="16693">
                  <c:v>4.5980299999999996</c:v>
                </c:pt>
                <c:pt idx="16694">
                  <c:v>4.5983400000000003</c:v>
                </c:pt>
                <c:pt idx="16695">
                  <c:v>4.5986399999999996</c:v>
                </c:pt>
                <c:pt idx="16696">
                  <c:v>4.5989500000000003</c:v>
                </c:pt>
                <c:pt idx="16697">
                  <c:v>4.5992499999999996</c:v>
                </c:pt>
                <c:pt idx="16698">
                  <c:v>4.5995600000000003</c:v>
                </c:pt>
                <c:pt idx="16699">
                  <c:v>4.5998599999999996</c:v>
                </c:pt>
                <c:pt idx="16700">
                  <c:v>4.6001700000000003</c:v>
                </c:pt>
                <c:pt idx="16701">
                  <c:v>4.6004800000000001</c:v>
                </c:pt>
                <c:pt idx="16702">
                  <c:v>4.6007800000000003</c:v>
                </c:pt>
                <c:pt idx="16703">
                  <c:v>4.6010900000000001</c:v>
                </c:pt>
                <c:pt idx="16704">
                  <c:v>4.6013900000000003</c:v>
                </c:pt>
                <c:pt idx="16705">
                  <c:v>4.6017000000000001</c:v>
                </c:pt>
                <c:pt idx="16706">
                  <c:v>4.6020000000000003</c:v>
                </c:pt>
                <c:pt idx="16707">
                  <c:v>4.6023100000000001</c:v>
                </c:pt>
                <c:pt idx="16708">
                  <c:v>4.6026100000000003</c:v>
                </c:pt>
                <c:pt idx="16709">
                  <c:v>4.6029200000000001</c:v>
                </c:pt>
                <c:pt idx="16710">
                  <c:v>4.6032200000000003</c:v>
                </c:pt>
                <c:pt idx="16711">
                  <c:v>4.6035300000000001</c:v>
                </c:pt>
                <c:pt idx="16712">
                  <c:v>4.6038300000000003</c:v>
                </c:pt>
                <c:pt idx="16713">
                  <c:v>4.6041400000000001</c:v>
                </c:pt>
                <c:pt idx="16714">
                  <c:v>4.6044499999999999</c:v>
                </c:pt>
                <c:pt idx="16715">
                  <c:v>4.6047500000000001</c:v>
                </c:pt>
                <c:pt idx="16716">
                  <c:v>4.6050599999999999</c:v>
                </c:pt>
                <c:pt idx="16717">
                  <c:v>4.6053600000000001</c:v>
                </c:pt>
                <c:pt idx="16718">
                  <c:v>4.6056699999999999</c:v>
                </c:pt>
                <c:pt idx="16719">
                  <c:v>4.6059700000000001</c:v>
                </c:pt>
                <c:pt idx="16720">
                  <c:v>4.6062799999999999</c:v>
                </c:pt>
                <c:pt idx="16721">
                  <c:v>4.6065800000000001</c:v>
                </c:pt>
                <c:pt idx="16722">
                  <c:v>4.6068899999999999</c:v>
                </c:pt>
                <c:pt idx="16723">
                  <c:v>4.6071900000000001</c:v>
                </c:pt>
                <c:pt idx="16724">
                  <c:v>4.6074999999999999</c:v>
                </c:pt>
                <c:pt idx="16725">
                  <c:v>4.6078000000000001</c:v>
                </c:pt>
                <c:pt idx="16726">
                  <c:v>4.6081099999999999</c:v>
                </c:pt>
                <c:pt idx="16727">
                  <c:v>4.6084199999999997</c:v>
                </c:pt>
                <c:pt idx="16728">
                  <c:v>4.6087199999999999</c:v>
                </c:pt>
                <c:pt idx="16729">
                  <c:v>4.6090299999999997</c:v>
                </c:pt>
                <c:pt idx="16730">
                  <c:v>4.6093299999999999</c:v>
                </c:pt>
                <c:pt idx="16731">
                  <c:v>4.6096399999999997</c:v>
                </c:pt>
                <c:pt idx="16732">
                  <c:v>4.6099399999999999</c:v>
                </c:pt>
                <c:pt idx="16733">
                  <c:v>4.6102499999999997</c:v>
                </c:pt>
                <c:pt idx="16734">
                  <c:v>4.6105499999999999</c:v>
                </c:pt>
                <c:pt idx="16735">
                  <c:v>4.6108599999999997</c:v>
                </c:pt>
                <c:pt idx="16736">
                  <c:v>4.6111599999999999</c:v>
                </c:pt>
                <c:pt idx="16737">
                  <c:v>4.6114699999999997</c:v>
                </c:pt>
                <c:pt idx="16738">
                  <c:v>4.6117699999999999</c:v>
                </c:pt>
                <c:pt idx="16739">
                  <c:v>4.6120799999999997</c:v>
                </c:pt>
                <c:pt idx="16740">
                  <c:v>4.6123900000000004</c:v>
                </c:pt>
                <c:pt idx="16741">
                  <c:v>4.6126899999999997</c:v>
                </c:pt>
                <c:pt idx="16742">
                  <c:v>4.6130000000000004</c:v>
                </c:pt>
                <c:pt idx="16743">
                  <c:v>4.6132999999999997</c:v>
                </c:pt>
                <c:pt idx="16744">
                  <c:v>4.6136100000000004</c:v>
                </c:pt>
                <c:pt idx="16745">
                  <c:v>4.6139099999999997</c:v>
                </c:pt>
                <c:pt idx="16746">
                  <c:v>4.6142200000000004</c:v>
                </c:pt>
                <c:pt idx="16747">
                  <c:v>4.6145199999999997</c:v>
                </c:pt>
                <c:pt idx="16748">
                  <c:v>4.6148300000000004</c:v>
                </c:pt>
                <c:pt idx="16749">
                  <c:v>4.6151299999999997</c:v>
                </c:pt>
                <c:pt idx="16750">
                  <c:v>4.6154400000000004</c:v>
                </c:pt>
                <c:pt idx="16751">
                  <c:v>4.6157500000000002</c:v>
                </c:pt>
                <c:pt idx="16752">
                  <c:v>4.6160500000000004</c:v>
                </c:pt>
                <c:pt idx="16753">
                  <c:v>4.6163600000000002</c:v>
                </c:pt>
                <c:pt idx="16754">
                  <c:v>4.6166600000000004</c:v>
                </c:pt>
                <c:pt idx="16755">
                  <c:v>4.6169700000000002</c:v>
                </c:pt>
                <c:pt idx="16756">
                  <c:v>4.6172700000000004</c:v>
                </c:pt>
                <c:pt idx="16757">
                  <c:v>4.6175800000000002</c:v>
                </c:pt>
                <c:pt idx="16758">
                  <c:v>4.6178800000000004</c:v>
                </c:pt>
                <c:pt idx="16759">
                  <c:v>4.6181900000000002</c:v>
                </c:pt>
                <c:pt idx="16760">
                  <c:v>4.6184900000000004</c:v>
                </c:pt>
                <c:pt idx="16761">
                  <c:v>4.6188000000000002</c:v>
                </c:pt>
                <c:pt idx="16762">
                  <c:v>4.6191000000000004</c:v>
                </c:pt>
                <c:pt idx="16763">
                  <c:v>4.6194100000000002</c:v>
                </c:pt>
                <c:pt idx="16764">
                  <c:v>4.61972</c:v>
                </c:pt>
                <c:pt idx="16765">
                  <c:v>4.6200200000000002</c:v>
                </c:pt>
                <c:pt idx="16766">
                  <c:v>4.62033</c:v>
                </c:pt>
                <c:pt idx="16767">
                  <c:v>4.6206300000000002</c:v>
                </c:pt>
                <c:pt idx="16768">
                  <c:v>4.62094</c:v>
                </c:pt>
                <c:pt idx="16769">
                  <c:v>4.6212400000000002</c:v>
                </c:pt>
                <c:pt idx="16770">
                  <c:v>4.62155</c:v>
                </c:pt>
                <c:pt idx="16771">
                  <c:v>4.6218500000000002</c:v>
                </c:pt>
                <c:pt idx="16772">
                  <c:v>4.62216</c:v>
                </c:pt>
                <c:pt idx="16773">
                  <c:v>4.6224600000000002</c:v>
                </c:pt>
                <c:pt idx="16774">
                  <c:v>4.62277</c:v>
                </c:pt>
                <c:pt idx="16775">
                  <c:v>4.6230700000000002</c:v>
                </c:pt>
                <c:pt idx="16776">
                  <c:v>4.62338</c:v>
                </c:pt>
                <c:pt idx="16777">
                  <c:v>4.6236899999999999</c:v>
                </c:pt>
                <c:pt idx="16778">
                  <c:v>4.62399</c:v>
                </c:pt>
                <c:pt idx="16779">
                  <c:v>4.6242999999999999</c:v>
                </c:pt>
                <c:pt idx="16780">
                  <c:v>4.6246</c:v>
                </c:pt>
                <c:pt idx="16781">
                  <c:v>4.6249099999999999</c:v>
                </c:pt>
                <c:pt idx="16782">
                  <c:v>4.62521</c:v>
                </c:pt>
                <c:pt idx="16783">
                  <c:v>4.6255199999999999</c:v>
                </c:pt>
                <c:pt idx="16784">
                  <c:v>4.62582</c:v>
                </c:pt>
                <c:pt idx="16785">
                  <c:v>4.6261299999999999</c:v>
                </c:pt>
                <c:pt idx="16786">
                  <c:v>4.62643</c:v>
                </c:pt>
                <c:pt idx="16787">
                  <c:v>4.6267399999999999</c:v>
                </c:pt>
                <c:pt idx="16788">
                  <c:v>4.62704</c:v>
                </c:pt>
                <c:pt idx="16789">
                  <c:v>4.6273499999999999</c:v>
                </c:pt>
                <c:pt idx="16790">
                  <c:v>4.6276599999999997</c:v>
                </c:pt>
                <c:pt idx="16791">
                  <c:v>4.6279599999999999</c:v>
                </c:pt>
                <c:pt idx="16792">
                  <c:v>4.6282699999999997</c:v>
                </c:pt>
                <c:pt idx="16793">
                  <c:v>4.6285699999999999</c:v>
                </c:pt>
                <c:pt idx="16794">
                  <c:v>4.6288799999999997</c:v>
                </c:pt>
                <c:pt idx="16795">
                  <c:v>4.6291799999999999</c:v>
                </c:pt>
                <c:pt idx="16796">
                  <c:v>4.6294899999999997</c:v>
                </c:pt>
                <c:pt idx="16797">
                  <c:v>4.6297899999999998</c:v>
                </c:pt>
                <c:pt idx="16798">
                  <c:v>4.6300999999999997</c:v>
                </c:pt>
                <c:pt idx="16799">
                  <c:v>4.6303999999999998</c:v>
                </c:pt>
                <c:pt idx="16800">
                  <c:v>4.6307099999999997</c:v>
                </c:pt>
                <c:pt idx="16801">
                  <c:v>4.6310099999999998</c:v>
                </c:pt>
                <c:pt idx="16802">
                  <c:v>4.6313199999999997</c:v>
                </c:pt>
                <c:pt idx="16803">
                  <c:v>4.6316300000000004</c:v>
                </c:pt>
                <c:pt idx="16804">
                  <c:v>4.6319299999999997</c:v>
                </c:pt>
                <c:pt idx="16805">
                  <c:v>4.6322400000000004</c:v>
                </c:pt>
                <c:pt idx="16806">
                  <c:v>4.6325399999999997</c:v>
                </c:pt>
                <c:pt idx="16807">
                  <c:v>4.6328500000000004</c:v>
                </c:pt>
                <c:pt idx="16808">
                  <c:v>4.6331499999999997</c:v>
                </c:pt>
                <c:pt idx="16809">
                  <c:v>4.6334600000000004</c:v>
                </c:pt>
                <c:pt idx="16810">
                  <c:v>4.6337599999999997</c:v>
                </c:pt>
                <c:pt idx="16811">
                  <c:v>4.6340700000000004</c:v>
                </c:pt>
                <c:pt idx="16812">
                  <c:v>4.6343699999999997</c:v>
                </c:pt>
                <c:pt idx="16813">
                  <c:v>4.6346800000000004</c:v>
                </c:pt>
                <c:pt idx="16814">
                  <c:v>4.6349900000000002</c:v>
                </c:pt>
                <c:pt idx="16815">
                  <c:v>4.6352900000000004</c:v>
                </c:pt>
                <c:pt idx="16816">
                  <c:v>4.6356000000000002</c:v>
                </c:pt>
                <c:pt idx="16817">
                  <c:v>4.6359000000000004</c:v>
                </c:pt>
                <c:pt idx="16818">
                  <c:v>4.6362100000000002</c:v>
                </c:pt>
                <c:pt idx="16819">
                  <c:v>4.6365100000000004</c:v>
                </c:pt>
                <c:pt idx="16820">
                  <c:v>4.6368200000000002</c:v>
                </c:pt>
                <c:pt idx="16821">
                  <c:v>4.6371200000000004</c:v>
                </c:pt>
                <c:pt idx="16822">
                  <c:v>4.6374300000000002</c:v>
                </c:pt>
                <c:pt idx="16823">
                  <c:v>4.6377300000000004</c:v>
                </c:pt>
                <c:pt idx="16824">
                  <c:v>4.6380400000000002</c:v>
                </c:pt>
                <c:pt idx="16825">
                  <c:v>4.6383400000000004</c:v>
                </c:pt>
                <c:pt idx="16826">
                  <c:v>4.6386500000000002</c:v>
                </c:pt>
                <c:pt idx="16827">
                  <c:v>4.63896</c:v>
                </c:pt>
                <c:pt idx="16828">
                  <c:v>4.6392600000000002</c:v>
                </c:pt>
                <c:pt idx="16829">
                  <c:v>4.63957</c:v>
                </c:pt>
                <c:pt idx="16830">
                  <c:v>4.6398700000000002</c:v>
                </c:pt>
                <c:pt idx="16831">
                  <c:v>4.64018</c:v>
                </c:pt>
                <c:pt idx="16832">
                  <c:v>4.6404800000000002</c:v>
                </c:pt>
                <c:pt idx="16833">
                  <c:v>4.64079</c:v>
                </c:pt>
                <c:pt idx="16834">
                  <c:v>4.6410900000000002</c:v>
                </c:pt>
                <c:pt idx="16835">
                  <c:v>4.6414</c:v>
                </c:pt>
                <c:pt idx="16836">
                  <c:v>4.6417000000000002</c:v>
                </c:pt>
                <c:pt idx="16837">
                  <c:v>4.64201</c:v>
                </c:pt>
                <c:pt idx="16838">
                  <c:v>4.6423100000000002</c:v>
                </c:pt>
                <c:pt idx="16839">
                  <c:v>4.64262</c:v>
                </c:pt>
                <c:pt idx="16840">
                  <c:v>4.6429299999999998</c:v>
                </c:pt>
                <c:pt idx="16841">
                  <c:v>4.64323</c:v>
                </c:pt>
                <c:pt idx="16842">
                  <c:v>4.6435399999999998</c:v>
                </c:pt>
                <c:pt idx="16843">
                  <c:v>4.64384</c:v>
                </c:pt>
                <c:pt idx="16844">
                  <c:v>4.6441499999999998</c:v>
                </c:pt>
                <c:pt idx="16845">
                  <c:v>4.64445</c:v>
                </c:pt>
                <c:pt idx="16846">
                  <c:v>4.6447599999999998</c:v>
                </c:pt>
                <c:pt idx="16847">
                  <c:v>4.64506</c:v>
                </c:pt>
                <c:pt idx="16848">
                  <c:v>4.6453699999999998</c:v>
                </c:pt>
                <c:pt idx="16849">
                  <c:v>4.64567</c:v>
                </c:pt>
                <c:pt idx="16850">
                  <c:v>4.6459799999999998</c:v>
                </c:pt>
                <c:pt idx="16851">
                  <c:v>4.64628</c:v>
                </c:pt>
                <c:pt idx="16852">
                  <c:v>4.6465899999999998</c:v>
                </c:pt>
                <c:pt idx="16853">
                  <c:v>4.6468999999999996</c:v>
                </c:pt>
                <c:pt idx="16854">
                  <c:v>4.6471999999999998</c:v>
                </c:pt>
                <c:pt idx="16855">
                  <c:v>4.6475099999999996</c:v>
                </c:pt>
                <c:pt idx="16856">
                  <c:v>4.6478099999999998</c:v>
                </c:pt>
                <c:pt idx="16857">
                  <c:v>4.6481199999999996</c:v>
                </c:pt>
                <c:pt idx="16858">
                  <c:v>4.6484199999999998</c:v>
                </c:pt>
                <c:pt idx="16859">
                  <c:v>4.6487299999999996</c:v>
                </c:pt>
                <c:pt idx="16860">
                  <c:v>4.6490299999999998</c:v>
                </c:pt>
                <c:pt idx="16861">
                  <c:v>4.6493399999999996</c:v>
                </c:pt>
                <c:pt idx="16862">
                  <c:v>4.6496399999999998</c:v>
                </c:pt>
                <c:pt idx="16863">
                  <c:v>4.6499499999999996</c:v>
                </c:pt>
                <c:pt idx="16864">
                  <c:v>4.6502499999999998</c:v>
                </c:pt>
                <c:pt idx="16865">
                  <c:v>4.6505599999999996</c:v>
                </c:pt>
                <c:pt idx="16866">
                  <c:v>4.6508700000000003</c:v>
                </c:pt>
                <c:pt idx="16867">
                  <c:v>4.6511699999999996</c:v>
                </c:pt>
                <c:pt idx="16868">
                  <c:v>4.6514800000000003</c:v>
                </c:pt>
                <c:pt idx="16869">
                  <c:v>4.6517799999999996</c:v>
                </c:pt>
                <c:pt idx="16870">
                  <c:v>4.6520900000000003</c:v>
                </c:pt>
                <c:pt idx="16871">
                  <c:v>4.6523899999999996</c:v>
                </c:pt>
                <c:pt idx="16872">
                  <c:v>4.6527000000000003</c:v>
                </c:pt>
                <c:pt idx="16873">
                  <c:v>4.6529999999999996</c:v>
                </c:pt>
                <c:pt idx="16874">
                  <c:v>4.6533100000000003</c:v>
                </c:pt>
                <c:pt idx="16875">
                  <c:v>4.6536099999999996</c:v>
                </c:pt>
                <c:pt idx="16876">
                  <c:v>4.6539200000000003</c:v>
                </c:pt>
                <c:pt idx="16877">
                  <c:v>4.6542300000000001</c:v>
                </c:pt>
                <c:pt idx="16878">
                  <c:v>4.6545300000000003</c:v>
                </c:pt>
                <c:pt idx="16879">
                  <c:v>4.6548400000000001</c:v>
                </c:pt>
                <c:pt idx="16880">
                  <c:v>4.6551400000000003</c:v>
                </c:pt>
                <c:pt idx="16881">
                  <c:v>4.6554500000000001</c:v>
                </c:pt>
                <c:pt idx="16882">
                  <c:v>4.6557500000000003</c:v>
                </c:pt>
                <c:pt idx="16883">
                  <c:v>4.6560600000000001</c:v>
                </c:pt>
                <c:pt idx="16884">
                  <c:v>4.6563600000000003</c:v>
                </c:pt>
                <c:pt idx="16885">
                  <c:v>4.6566700000000001</c:v>
                </c:pt>
                <c:pt idx="16886">
                  <c:v>4.6569700000000003</c:v>
                </c:pt>
                <c:pt idx="16887">
                  <c:v>4.6572800000000001</c:v>
                </c:pt>
                <c:pt idx="16888">
                  <c:v>4.6575800000000003</c:v>
                </c:pt>
                <c:pt idx="16889">
                  <c:v>4.6578900000000001</c:v>
                </c:pt>
                <c:pt idx="16890">
                  <c:v>4.6581999999999999</c:v>
                </c:pt>
                <c:pt idx="16891">
                  <c:v>4.6585000000000001</c:v>
                </c:pt>
                <c:pt idx="16892">
                  <c:v>4.6588099999999999</c:v>
                </c:pt>
                <c:pt idx="16893">
                  <c:v>4.6591100000000001</c:v>
                </c:pt>
                <c:pt idx="16894">
                  <c:v>4.6594199999999999</c:v>
                </c:pt>
                <c:pt idx="16895">
                  <c:v>4.6597200000000001</c:v>
                </c:pt>
                <c:pt idx="16896">
                  <c:v>4.6600299999999999</c:v>
                </c:pt>
                <c:pt idx="16897">
                  <c:v>4.6603300000000001</c:v>
                </c:pt>
                <c:pt idx="16898">
                  <c:v>4.6606399999999999</c:v>
                </c:pt>
                <c:pt idx="16899">
                  <c:v>4.6609400000000001</c:v>
                </c:pt>
                <c:pt idx="16900">
                  <c:v>4.6612499999999999</c:v>
                </c:pt>
                <c:pt idx="16901">
                  <c:v>4.6615500000000001</c:v>
                </c:pt>
                <c:pt idx="16902">
                  <c:v>4.6618599999999999</c:v>
                </c:pt>
                <c:pt idx="16903">
                  <c:v>4.6621699999999997</c:v>
                </c:pt>
                <c:pt idx="16904">
                  <c:v>4.6624699999999999</c:v>
                </c:pt>
                <c:pt idx="16905">
                  <c:v>4.6627799999999997</c:v>
                </c:pt>
                <c:pt idx="16906">
                  <c:v>4.6630799999999999</c:v>
                </c:pt>
                <c:pt idx="16907">
                  <c:v>4.6633899999999997</c:v>
                </c:pt>
                <c:pt idx="16908">
                  <c:v>4.6636899999999999</c:v>
                </c:pt>
                <c:pt idx="16909">
                  <c:v>4.6639999999999997</c:v>
                </c:pt>
                <c:pt idx="16910">
                  <c:v>4.6642999999999999</c:v>
                </c:pt>
                <c:pt idx="16911">
                  <c:v>4.6646099999999997</c:v>
                </c:pt>
                <c:pt idx="16912">
                  <c:v>4.6649099999999999</c:v>
                </c:pt>
                <c:pt idx="16913">
                  <c:v>4.6652199999999997</c:v>
                </c:pt>
                <c:pt idx="16914">
                  <c:v>4.6655199999999999</c:v>
                </c:pt>
                <c:pt idx="16915">
                  <c:v>4.6658299999999997</c:v>
                </c:pt>
                <c:pt idx="16916">
                  <c:v>4.6661400000000004</c:v>
                </c:pt>
                <c:pt idx="16917">
                  <c:v>4.6664399999999997</c:v>
                </c:pt>
                <c:pt idx="16918">
                  <c:v>4.6667500000000004</c:v>
                </c:pt>
                <c:pt idx="16919">
                  <c:v>4.6670499999999997</c:v>
                </c:pt>
                <c:pt idx="16920">
                  <c:v>4.6673600000000004</c:v>
                </c:pt>
                <c:pt idx="16921">
                  <c:v>4.6676599999999997</c:v>
                </c:pt>
                <c:pt idx="16922">
                  <c:v>4.6679700000000004</c:v>
                </c:pt>
                <c:pt idx="16923">
                  <c:v>4.6682699999999997</c:v>
                </c:pt>
                <c:pt idx="16924">
                  <c:v>4.6685800000000004</c:v>
                </c:pt>
                <c:pt idx="16925">
                  <c:v>4.6688799999999997</c:v>
                </c:pt>
                <c:pt idx="16926">
                  <c:v>4.6691900000000004</c:v>
                </c:pt>
                <c:pt idx="16927">
                  <c:v>4.6695000000000002</c:v>
                </c:pt>
                <c:pt idx="16928">
                  <c:v>4.6698000000000004</c:v>
                </c:pt>
                <c:pt idx="16929">
                  <c:v>4.6701100000000002</c:v>
                </c:pt>
                <c:pt idx="16930">
                  <c:v>4.6704100000000004</c:v>
                </c:pt>
                <c:pt idx="16931">
                  <c:v>4.6707200000000002</c:v>
                </c:pt>
                <c:pt idx="16932">
                  <c:v>4.6710200000000004</c:v>
                </c:pt>
                <c:pt idx="16933">
                  <c:v>4.6713300000000002</c:v>
                </c:pt>
                <c:pt idx="16934">
                  <c:v>4.6716300000000004</c:v>
                </c:pt>
                <c:pt idx="16935">
                  <c:v>4.6719400000000002</c:v>
                </c:pt>
                <c:pt idx="16936">
                  <c:v>4.6722400000000004</c:v>
                </c:pt>
                <c:pt idx="16937">
                  <c:v>4.6725500000000002</c:v>
                </c:pt>
                <c:pt idx="16938">
                  <c:v>4.6728500000000004</c:v>
                </c:pt>
                <c:pt idx="16939">
                  <c:v>4.6731600000000002</c:v>
                </c:pt>
                <c:pt idx="16940">
                  <c:v>4.67347</c:v>
                </c:pt>
                <c:pt idx="16941">
                  <c:v>4.6737700000000002</c:v>
                </c:pt>
                <c:pt idx="16942">
                  <c:v>4.67408</c:v>
                </c:pt>
                <c:pt idx="16943">
                  <c:v>4.6743800000000002</c:v>
                </c:pt>
                <c:pt idx="16944">
                  <c:v>4.67469</c:v>
                </c:pt>
                <c:pt idx="16945">
                  <c:v>4.6749900000000002</c:v>
                </c:pt>
                <c:pt idx="16946">
                  <c:v>4.6753</c:v>
                </c:pt>
                <c:pt idx="16947">
                  <c:v>4.6756000000000002</c:v>
                </c:pt>
                <c:pt idx="16948">
                  <c:v>4.67591</c:v>
                </c:pt>
                <c:pt idx="16949">
                  <c:v>4.6762100000000002</c:v>
                </c:pt>
                <c:pt idx="16950">
                  <c:v>4.67652</c:v>
                </c:pt>
                <c:pt idx="16951">
                  <c:v>4.6768200000000002</c:v>
                </c:pt>
                <c:pt idx="16952">
                  <c:v>4.67713</c:v>
                </c:pt>
                <c:pt idx="16953">
                  <c:v>4.6774399999999998</c:v>
                </c:pt>
                <c:pt idx="16954">
                  <c:v>4.67774</c:v>
                </c:pt>
                <c:pt idx="16955">
                  <c:v>4.6780499999999998</c:v>
                </c:pt>
                <c:pt idx="16956">
                  <c:v>4.67835</c:v>
                </c:pt>
                <c:pt idx="16957">
                  <c:v>4.6786599999999998</c:v>
                </c:pt>
                <c:pt idx="16958">
                  <c:v>4.67896</c:v>
                </c:pt>
                <c:pt idx="16959">
                  <c:v>4.6792699999999998</c:v>
                </c:pt>
                <c:pt idx="16960">
                  <c:v>4.67957</c:v>
                </c:pt>
                <c:pt idx="16961">
                  <c:v>4.6798799999999998</c:v>
                </c:pt>
                <c:pt idx="16962">
                  <c:v>4.68018</c:v>
                </c:pt>
                <c:pt idx="16963">
                  <c:v>4.6804899999999998</c:v>
                </c:pt>
                <c:pt idx="16964">
                  <c:v>4.68079</c:v>
                </c:pt>
                <c:pt idx="16965">
                  <c:v>4.6810999999999998</c:v>
                </c:pt>
                <c:pt idx="16966">
                  <c:v>4.6814099999999996</c:v>
                </c:pt>
                <c:pt idx="16967">
                  <c:v>4.6817099999999998</c:v>
                </c:pt>
                <c:pt idx="16968">
                  <c:v>4.6820199999999996</c:v>
                </c:pt>
                <c:pt idx="16969">
                  <c:v>4.6823199999999998</c:v>
                </c:pt>
                <c:pt idx="16970">
                  <c:v>4.6826299999999996</c:v>
                </c:pt>
                <c:pt idx="16971">
                  <c:v>4.6829299999999998</c:v>
                </c:pt>
                <c:pt idx="16972">
                  <c:v>4.6832399999999996</c:v>
                </c:pt>
                <c:pt idx="16973">
                  <c:v>4.6835399999999998</c:v>
                </c:pt>
                <c:pt idx="16974">
                  <c:v>4.6838499999999996</c:v>
                </c:pt>
                <c:pt idx="16975">
                  <c:v>4.6841499999999998</c:v>
                </c:pt>
                <c:pt idx="16976">
                  <c:v>4.6844599999999996</c:v>
                </c:pt>
                <c:pt idx="16977">
                  <c:v>4.6847599999999998</c:v>
                </c:pt>
                <c:pt idx="16978">
                  <c:v>4.6850699999999996</c:v>
                </c:pt>
                <c:pt idx="16979">
                  <c:v>4.6853800000000003</c:v>
                </c:pt>
                <c:pt idx="16980">
                  <c:v>4.6856799999999996</c:v>
                </c:pt>
                <c:pt idx="16981">
                  <c:v>4.6859900000000003</c:v>
                </c:pt>
                <c:pt idx="16982">
                  <c:v>4.6862899999999996</c:v>
                </c:pt>
                <c:pt idx="16983">
                  <c:v>4.6866000000000003</c:v>
                </c:pt>
                <c:pt idx="16984">
                  <c:v>4.6868999999999996</c:v>
                </c:pt>
                <c:pt idx="16985">
                  <c:v>4.6872100000000003</c:v>
                </c:pt>
                <c:pt idx="16986">
                  <c:v>4.6875099999999996</c:v>
                </c:pt>
                <c:pt idx="16987">
                  <c:v>4.6878200000000003</c:v>
                </c:pt>
                <c:pt idx="16988">
                  <c:v>4.6881199999999996</c:v>
                </c:pt>
                <c:pt idx="16989">
                  <c:v>4.6884300000000003</c:v>
                </c:pt>
                <c:pt idx="16990">
                  <c:v>4.6887400000000001</c:v>
                </c:pt>
                <c:pt idx="16991">
                  <c:v>4.6890400000000003</c:v>
                </c:pt>
                <c:pt idx="16992">
                  <c:v>4.6893500000000001</c:v>
                </c:pt>
                <c:pt idx="16993">
                  <c:v>4.6896500000000003</c:v>
                </c:pt>
                <c:pt idx="16994">
                  <c:v>4.6899600000000001</c:v>
                </c:pt>
                <c:pt idx="16995">
                  <c:v>4.6902600000000003</c:v>
                </c:pt>
                <c:pt idx="16996">
                  <c:v>4.6905700000000001</c:v>
                </c:pt>
                <c:pt idx="16997">
                  <c:v>4.6908700000000003</c:v>
                </c:pt>
                <c:pt idx="16998">
                  <c:v>4.6911800000000001</c:v>
                </c:pt>
                <c:pt idx="16999">
                  <c:v>4.6914800000000003</c:v>
                </c:pt>
                <c:pt idx="17000">
                  <c:v>4.6917900000000001</c:v>
                </c:pt>
                <c:pt idx="17001">
                  <c:v>4.6920900000000003</c:v>
                </c:pt>
                <c:pt idx="17002">
                  <c:v>4.6924000000000001</c:v>
                </c:pt>
                <c:pt idx="17003">
                  <c:v>4.6927099999999999</c:v>
                </c:pt>
                <c:pt idx="17004">
                  <c:v>4.6930100000000001</c:v>
                </c:pt>
                <c:pt idx="17005">
                  <c:v>4.6933199999999999</c:v>
                </c:pt>
                <c:pt idx="17006">
                  <c:v>4.6936200000000001</c:v>
                </c:pt>
                <c:pt idx="17007">
                  <c:v>4.6939299999999999</c:v>
                </c:pt>
                <c:pt idx="17008">
                  <c:v>4.6942300000000001</c:v>
                </c:pt>
                <c:pt idx="17009">
                  <c:v>4.6945399999999999</c:v>
                </c:pt>
                <c:pt idx="17010">
                  <c:v>4.6948400000000001</c:v>
                </c:pt>
                <c:pt idx="17011">
                  <c:v>4.6951499999999999</c:v>
                </c:pt>
                <c:pt idx="17012">
                  <c:v>4.6954500000000001</c:v>
                </c:pt>
                <c:pt idx="17013">
                  <c:v>4.6957599999999999</c:v>
                </c:pt>
                <c:pt idx="17014">
                  <c:v>4.6960600000000001</c:v>
                </c:pt>
                <c:pt idx="17015">
                  <c:v>4.6963699999999999</c:v>
                </c:pt>
                <c:pt idx="17016">
                  <c:v>4.6966799999999997</c:v>
                </c:pt>
                <c:pt idx="17017">
                  <c:v>4.6969799999999999</c:v>
                </c:pt>
                <c:pt idx="17018">
                  <c:v>4.6972899999999997</c:v>
                </c:pt>
                <c:pt idx="17019">
                  <c:v>4.6975899999999999</c:v>
                </c:pt>
                <c:pt idx="17020">
                  <c:v>4.6978999999999997</c:v>
                </c:pt>
                <c:pt idx="17021">
                  <c:v>4.6981999999999999</c:v>
                </c:pt>
                <c:pt idx="17022">
                  <c:v>4.6985099999999997</c:v>
                </c:pt>
                <c:pt idx="17023">
                  <c:v>4.6988099999999999</c:v>
                </c:pt>
                <c:pt idx="17024">
                  <c:v>4.6991199999999997</c:v>
                </c:pt>
                <c:pt idx="17025">
                  <c:v>4.6994199999999999</c:v>
                </c:pt>
                <c:pt idx="17026">
                  <c:v>4.6997299999999997</c:v>
                </c:pt>
                <c:pt idx="17027">
                  <c:v>4.7000299999999999</c:v>
                </c:pt>
                <c:pt idx="17028">
                  <c:v>4.7003399999999997</c:v>
                </c:pt>
                <c:pt idx="17029">
                  <c:v>4.7006500000000004</c:v>
                </c:pt>
                <c:pt idx="17030">
                  <c:v>4.7009499999999997</c:v>
                </c:pt>
                <c:pt idx="17031">
                  <c:v>4.7012600000000004</c:v>
                </c:pt>
                <c:pt idx="17032">
                  <c:v>4.7015599999999997</c:v>
                </c:pt>
                <c:pt idx="17033">
                  <c:v>4.7018700000000004</c:v>
                </c:pt>
                <c:pt idx="17034">
                  <c:v>4.7021699999999997</c:v>
                </c:pt>
                <c:pt idx="17035">
                  <c:v>4.7024800000000004</c:v>
                </c:pt>
                <c:pt idx="17036">
                  <c:v>4.7027799999999997</c:v>
                </c:pt>
                <c:pt idx="17037">
                  <c:v>4.7030900000000004</c:v>
                </c:pt>
                <c:pt idx="17038">
                  <c:v>4.7033899999999997</c:v>
                </c:pt>
                <c:pt idx="17039">
                  <c:v>4.7037000000000004</c:v>
                </c:pt>
                <c:pt idx="17040">
                  <c:v>4.7039999999999997</c:v>
                </c:pt>
                <c:pt idx="17041">
                  <c:v>4.7043100000000004</c:v>
                </c:pt>
                <c:pt idx="17042">
                  <c:v>4.7046200000000002</c:v>
                </c:pt>
                <c:pt idx="17043">
                  <c:v>4.7049200000000004</c:v>
                </c:pt>
                <c:pt idx="17044">
                  <c:v>4.7052300000000002</c:v>
                </c:pt>
                <c:pt idx="17045">
                  <c:v>4.7055300000000004</c:v>
                </c:pt>
                <c:pt idx="17046">
                  <c:v>4.7058400000000002</c:v>
                </c:pt>
                <c:pt idx="17047">
                  <c:v>4.7061400000000004</c:v>
                </c:pt>
                <c:pt idx="17048">
                  <c:v>4.7064500000000002</c:v>
                </c:pt>
                <c:pt idx="17049">
                  <c:v>4.7067500000000004</c:v>
                </c:pt>
                <c:pt idx="17050">
                  <c:v>4.7070600000000002</c:v>
                </c:pt>
                <c:pt idx="17051">
                  <c:v>4.7073600000000004</c:v>
                </c:pt>
                <c:pt idx="17052">
                  <c:v>4.7076700000000002</c:v>
                </c:pt>
                <c:pt idx="17053">
                  <c:v>4.7079800000000001</c:v>
                </c:pt>
                <c:pt idx="17054">
                  <c:v>4.7082800000000002</c:v>
                </c:pt>
                <c:pt idx="17055">
                  <c:v>4.7085900000000001</c:v>
                </c:pt>
                <c:pt idx="17056">
                  <c:v>4.7088900000000002</c:v>
                </c:pt>
                <c:pt idx="17057">
                  <c:v>4.7092000000000001</c:v>
                </c:pt>
                <c:pt idx="17058">
                  <c:v>4.7095000000000002</c:v>
                </c:pt>
                <c:pt idx="17059">
                  <c:v>4.7098100000000001</c:v>
                </c:pt>
                <c:pt idx="17060">
                  <c:v>4.7101100000000002</c:v>
                </c:pt>
                <c:pt idx="17061">
                  <c:v>4.7104200000000001</c:v>
                </c:pt>
                <c:pt idx="17062">
                  <c:v>4.7107200000000002</c:v>
                </c:pt>
                <c:pt idx="17063">
                  <c:v>4.7110300000000001</c:v>
                </c:pt>
                <c:pt idx="17064">
                  <c:v>4.7113300000000002</c:v>
                </c:pt>
                <c:pt idx="17065">
                  <c:v>4.7116400000000001</c:v>
                </c:pt>
                <c:pt idx="17066">
                  <c:v>4.7119499999999999</c:v>
                </c:pt>
                <c:pt idx="17067">
                  <c:v>4.71225</c:v>
                </c:pt>
                <c:pt idx="17068">
                  <c:v>4.7125599999999999</c:v>
                </c:pt>
                <c:pt idx="17069">
                  <c:v>4.71286</c:v>
                </c:pt>
                <c:pt idx="17070">
                  <c:v>4.7131699999999999</c:v>
                </c:pt>
                <c:pt idx="17071">
                  <c:v>4.71347</c:v>
                </c:pt>
                <c:pt idx="17072">
                  <c:v>4.7137799999999999</c:v>
                </c:pt>
                <c:pt idx="17073">
                  <c:v>4.71408</c:v>
                </c:pt>
                <c:pt idx="17074">
                  <c:v>4.7143899999999999</c:v>
                </c:pt>
                <c:pt idx="17075">
                  <c:v>4.71469</c:v>
                </c:pt>
                <c:pt idx="17076">
                  <c:v>4.7149999999999999</c:v>
                </c:pt>
                <c:pt idx="17077">
                  <c:v>4.7153</c:v>
                </c:pt>
                <c:pt idx="17078">
                  <c:v>4.7156099999999999</c:v>
                </c:pt>
                <c:pt idx="17079">
                  <c:v>4.7159199999999997</c:v>
                </c:pt>
                <c:pt idx="17080">
                  <c:v>4.7162199999999999</c:v>
                </c:pt>
                <c:pt idx="17081">
                  <c:v>4.7165299999999997</c:v>
                </c:pt>
                <c:pt idx="17082">
                  <c:v>4.7168299999999999</c:v>
                </c:pt>
                <c:pt idx="17083">
                  <c:v>4.7171399999999997</c:v>
                </c:pt>
                <c:pt idx="17084">
                  <c:v>4.7174399999999999</c:v>
                </c:pt>
                <c:pt idx="17085">
                  <c:v>4.7177499999999997</c:v>
                </c:pt>
                <c:pt idx="17086">
                  <c:v>4.7180499999999999</c:v>
                </c:pt>
                <c:pt idx="17087">
                  <c:v>4.7183599999999997</c:v>
                </c:pt>
                <c:pt idx="17088">
                  <c:v>4.7186599999999999</c:v>
                </c:pt>
                <c:pt idx="17089">
                  <c:v>4.7189699999999997</c:v>
                </c:pt>
                <c:pt idx="17090">
                  <c:v>4.7192699999999999</c:v>
                </c:pt>
                <c:pt idx="17091">
                  <c:v>4.7195799999999997</c:v>
                </c:pt>
                <c:pt idx="17092">
                  <c:v>4.7198900000000004</c:v>
                </c:pt>
                <c:pt idx="17093">
                  <c:v>4.7201899999999997</c:v>
                </c:pt>
                <c:pt idx="17094">
                  <c:v>4.7205000000000004</c:v>
                </c:pt>
                <c:pt idx="17095">
                  <c:v>4.7207999999999997</c:v>
                </c:pt>
                <c:pt idx="17096">
                  <c:v>4.7211100000000004</c:v>
                </c:pt>
                <c:pt idx="17097">
                  <c:v>4.7214099999999997</c:v>
                </c:pt>
                <c:pt idx="17098">
                  <c:v>4.7217200000000004</c:v>
                </c:pt>
                <c:pt idx="17099">
                  <c:v>4.7220199999999997</c:v>
                </c:pt>
                <c:pt idx="17100">
                  <c:v>4.7223300000000004</c:v>
                </c:pt>
                <c:pt idx="17101">
                  <c:v>4.7226299999999997</c:v>
                </c:pt>
                <c:pt idx="17102">
                  <c:v>4.7229400000000004</c:v>
                </c:pt>
                <c:pt idx="17103">
                  <c:v>4.7232500000000002</c:v>
                </c:pt>
                <c:pt idx="17104">
                  <c:v>4.7235500000000004</c:v>
                </c:pt>
                <c:pt idx="17105">
                  <c:v>4.7238600000000002</c:v>
                </c:pt>
                <c:pt idx="17106">
                  <c:v>4.7241600000000004</c:v>
                </c:pt>
                <c:pt idx="17107">
                  <c:v>4.7244700000000002</c:v>
                </c:pt>
                <c:pt idx="17108">
                  <c:v>4.7247700000000004</c:v>
                </c:pt>
                <c:pt idx="17109">
                  <c:v>4.7250800000000002</c:v>
                </c:pt>
                <c:pt idx="17110">
                  <c:v>4.7253800000000004</c:v>
                </c:pt>
                <c:pt idx="17111">
                  <c:v>4.7256900000000002</c:v>
                </c:pt>
                <c:pt idx="17112">
                  <c:v>4.7259900000000004</c:v>
                </c:pt>
                <c:pt idx="17113">
                  <c:v>4.7263000000000002</c:v>
                </c:pt>
                <c:pt idx="17114">
                  <c:v>4.7266000000000004</c:v>
                </c:pt>
                <c:pt idx="17115">
                  <c:v>4.7269100000000002</c:v>
                </c:pt>
                <c:pt idx="17116">
                  <c:v>4.72722</c:v>
                </c:pt>
                <c:pt idx="17117">
                  <c:v>4.7275200000000002</c:v>
                </c:pt>
                <c:pt idx="17118">
                  <c:v>4.72783</c:v>
                </c:pt>
                <c:pt idx="17119">
                  <c:v>4.7281300000000002</c:v>
                </c:pt>
                <c:pt idx="17120">
                  <c:v>4.72844</c:v>
                </c:pt>
                <c:pt idx="17121">
                  <c:v>4.7287400000000002</c:v>
                </c:pt>
                <c:pt idx="17122">
                  <c:v>4.72905</c:v>
                </c:pt>
                <c:pt idx="17123">
                  <c:v>4.7293500000000002</c:v>
                </c:pt>
                <c:pt idx="17124">
                  <c:v>4.72966</c:v>
                </c:pt>
                <c:pt idx="17125">
                  <c:v>4.7299600000000002</c:v>
                </c:pt>
                <c:pt idx="17126">
                  <c:v>4.73027</c:v>
                </c:pt>
                <c:pt idx="17127">
                  <c:v>4.7305700000000002</c:v>
                </c:pt>
                <c:pt idx="17128">
                  <c:v>4.73088</c:v>
                </c:pt>
                <c:pt idx="17129">
                  <c:v>4.7311899999999998</c:v>
                </c:pt>
                <c:pt idx="17130">
                  <c:v>4.73149</c:v>
                </c:pt>
                <c:pt idx="17131">
                  <c:v>4.7317999999999998</c:v>
                </c:pt>
                <c:pt idx="17132">
                  <c:v>4.7321</c:v>
                </c:pt>
                <c:pt idx="17133">
                  <c:v>4.7324099999999998</c:v>
                </c:pt>
                <c:pt idx="17134">
                  <c:v>4.73271</c:v>
                </c:pt>
                <c:pt idx="17135">
                  <c:v>4.7330199999999998</c:v>
                </c:pt>
                <c:pt idx="17136">
                  <c:v>4.73332</c:v>
                </c:pt>
                <c:pt idx="17137">
                  <c:v>4.7336299999999998</c:v>
                </c:pt>
                <c:pt idx="17138">
                  <c:v>4.73393</c:v>
                </c:pt>
                <c:pt idx="17139">
                  <c:v>4.7342399999999998</c:v>
                </c:pt>
                <c:pt idx="17140">
                  <c:v>4.73454</c:v>
                </c:pt>
                <c:pt idx="17141">
                  <c:v>4.7348499999999998</c:v>
                </c:pt>
                <c:pt idx="17142">
                  <c:v>4.7351599999999996</c:v>
                </c:pt>
                <c:pt idx="17143">
                  <c:v>4.7354599999999998</c:v>
                </c:pt>
                <c:pt idx="17144">
                  <c:v>4.7357699999999996</c:v>
                </c:pt>
                <c:pt idx="17145">
                  <c:v>4.7360699999999998</c:v>
                </c:pt>
                <c:pt idx="17146">
                  <c:v>4.7363799999999996</c:v>
                </c:pt>
                <c:pt idx="17147">
                  <c:v>4.7366799999999998</c:v>
                </c:pt>
                <c:pt idx="17148">
                  <c:v>4.7369899999999996</c:v>
                </c:pt>
                <c:pt idx="17149">
                  <c:v>4.7372899999999998</c:v>
                </c:pt>
                <c:pt idx="17150">
                  <c:v>4.7375999999999996</c:v>
                </c:pt>
                <c:pt idx="17151">
                  <c:v>4.7378999999999998</c:v>
                </c:pt>
                <c:pt idx="17152">
                  <c:v>4.7382099999999996</c:v>
                </c:pt>
                <c:pt idx="17153">
                  <c:v>4.7385099999999998</c:v>
                </c:pt>
                <c:pt idx="17154">
                  <c:v>4.7388199999999996</c:v>
                </c:pt>
                <c:pt idx="17155">
                  <c:v>4.7391300000000003</c:v>
                </c:pt>
                <c:pt idx="17156">
                  <c:v>4.7394299999999996</c:v>
                </c:pt>
                <c:pt idx="17157">
                  <c:v>4.7397400000000003</c:v>
                </c:pt>
                <c:pt idx="17158">
                  <c:v>4.7400399999999996</c:v>
                </c:pt>
                <c:pt idx="17159">
                  <c:v>4.7403500000000003</c:v>
                </c:pt>
                <c:pt idx="17160">
                  <c:v>4.7406499999999996</c:v>
                </c:pt>
                <c:pt idx="17161">
                  <c:v>4.7409600000000003</c:v>
                </c:pt>
                <c:pt idx="17162">
                  <c:v>4.7412599999999996</c:v>
                </c:pt>
                <c:pt idx="17163">
                  <c:v>4.7415700000000003</c:v>
                </c:pt>
                <c:pt idx="17164">
                  <c:v>4.7418699999999996</c:v>
                </c:pt>
                <c:pt idx="17165">
                  <c:v>4.7421800000000003</c:v>
                </c:pt>
                <c:pt idx="17166">
                  <c:v>4.7424900000000001</c:v>
                </c:pt>
                <c:pt idx="17167">
                  <c:v>4.7427900000000003</c:v>
                </c:pt>
                <c:pt idx="17168">
                  <c:v>4.7431000000000001</c:v>
                </c:pt>
                <c:pt idx="17169">
                  <c:v>4.7434000000000003</c:v>
                </c:pt>
                <c:pt idx="17170">
                  <c:v>4.7437100000000001</c:v>
                </c:pt>
                <c:pt idx="17171">
                  <c:v>4.7440100000000003</c:v>
                </c:pt>
                <c:pt idx="17172">
                  <c:v>4.7443200000000001</c:v>
                </c:pt>
                <c:pt idx="17173">
                  <c:v>4.7446200000000003</c:v>
                </c:pt>
                <c:pt idx="17174">
                  <c:v>4.7449300000000001</c:v>
                </c:pt>
                <c:pt idx="17175">
                  <c:v>4.7452300000000003</c:v>
                </c:pt>
                <c:pt idx="17176">
                  <c:v>4.7455400000000001</c:v>
                </c:pt>
                <c:pt idx="17177">
                  <c:v>4.7458400000000003</c:v>
                </c:pt>
                <c:pt idx="17178">
                  <c:v>4.7461500000000001</c:v>
                </c:pt>
                <c:pt idx="17179">
                  <c:v>4.7464599999999999</c:v>
                </c:pt>
                <c:pt idx="17180">
                  <c:v>4.7467600000000001</c:v>
                </c:pt>
                <c:pt idx="17181">
                  <c:v>4.7470699999999999</c:v>
                </c:pt>
                <c:pt idx="17182">
                  <c:v>4.7473700000000001</c:v>
                </c:pt>
                <c:pt idx="17183">
                  <c:v>4.7476799999999999</c:v>
                </c:pt>
                <c:pt idx="17184">
                  <c:v>4.7479800000000001</c:v>
                </c:pt>
                <c:pt idx="17185">
                  <c:v>4.7482899999999999</c:v>
                </c:pt>
                <c:pt idx="17186">
                  <c:v>4.7485900000000001</c:v>
                </c:pt>
                <c:pt idx="17187">
                  <c:v>4.7488999999999999</c:v>
                </c:pt>
                <c:pt idx="17188">
                  <c:v>4.7492000000000001</c:v>
                </c:pt>
                <c:pt idx="17189">
                  <c:v>4.7495099999999999</c:v>
                </c:pt>
                <c:pt idx="17190">
                  <c:v>4.7498100000000001</c:v>
                </c:pt>
                <c:pt idx="17191">
                  <c:v>4.7501199999999999</c:v>
                </c:pt>
                <c:pt idx="17192">
                  <c:v>4.7504299999999997</c:v>
                </c:pt>
                <c:pt idx="17193">
                  <c:v>4.7507299999999999</c:v>
                </c:pt>
                <c:pt idx="17194">
                  <c:v>4.7510399999999997</c:v>
                </c:pt>
                <c:pt idx="17195">
                  <c:v>4.7513399999999999</c:v>
                </c:pt>
                <c:pt idx="17196">
                  <c:v>4.7516499999999997</c:v>
                </c:pt>
                <c:pt idx="17197">
                  <c:v>4.7519499999999999</c:v>
                </c:pt>
                <c:pt idx="17198">
                  <c:v>4.7522599999999997</c:v>
                </c:pt>
                <c:pt idx="17199">
                  <c:v>4.7525599999999999</c:v>
                </c:pt>
                <c:pt idx="17200">
                  <c:v>4.7528699999999997</c:v>
                </c:pt>
                <c:pt idx="17201">
                  <c:v>4.7531699999999999</c:v>
                </c:pt>
                <c:pt idx="17202">
                  <c:v>4.7534799999999997</c:v>
                </c:pt>
                <c:pt idx="17203">
                  <c:v>4.7537799999999999</c:v>
                </c:pt>
                <c:pt idx="17204">
                  <c:v>4.7540899999999997</c:v>
                </c:pt>
                <c:pt idx="17205">
                  <c:v>4.7544000000000004</c:v>
                </c:pt>
                <c:pt idx="17206">
                  <c:v>4.7546999999999997</c:v>
                </c:pt>
                <c:pt idx="17207">
                  <c:v>4.7550100000000004</c:v>
                </c:pt>
                <c:pt idx="17208">
                  <c:v>4.7553099999999997</c:v>
                </c:pt>
                <c:pt idx="17209">
                  <c:v>4.7556200000000004</c:v>
                </c:pt>
                <c:pt idx="17210">
                  <c:v>4.7559199999999997</c:v>
                </c:pt>
                <c:pt idx="17211">
                  <c:v>4.7562300000000004</c:v>
                </c:pt>
                <c:pt idx="17212">
                  <c:v>4.7565299999999997</c:v>
                </c:pt>
                <c:pt idx="17213">
                  <c:v>4.7568400000000004</c:v>
                </c:pt>
                <c:pt idx="17214">
                  <c:v>4.7571399999999997</c:v>
                </c:pt>
                <c:pt idx="17215">
                  <c:v>4.7574500000000004</c:v>
                </c:pt>
                <c:pt idx="17216">
                  <c:v>4.7577499999999997</c:v>
                </c:pt>
                <c:pt idx="17217">
                  <c:v>4.7580600000000004</c:v>
                </c:pt>
                <c:pt idx="17218">
                  <c:v>4.7583700000000002</c:v>
                </c:pt>
                <c:pt idx="17219">
                  <c:v>4.7586700000000004</c:v>
                </c:pt>
                <c:pt idx="17220">
                  <c:v>4.7589800000000002</c:v>
                </c:pt>
                <c:pt idx="17221">
                  <c:v>4.7592800000000004</c:v>
                </c:pt>
                <c:pt idx="17222">
                  <c:v>4.7595900000000002</c:v>
                </c:pt>
                <c:pt idx="17223">
                  <c:v>4.7598900000000004</c:v>
                </c:pt>
                <c:pt idx="17224">
                  <c:v>4.7602000000000002</c:v>
                </c:pt>
                <c:pt idx="17225">
                  <c:v>4.7605000000000004</c:v>
                </c:pt>
                <c:pt idx="17226">
                  <c:v>4.7608100000000002</c:v>
                </c:pt>
                <c:pt idx="17227">
                  <c:v>4.7611100000000004</c:v>
                </c:pt>
                <c:pt idx="17228">
                  <c:v>4.7614200000000002</c:v>
                </c:pt>
                <c:pt idx="17229">
                  <c:v>4.76173</c:v>
                </c:pt>
                <c:pt idx="17230">
                  <c:v>4.7620300000000002</c:v>
                </c:pt>
                <c:pt idx="17231">
                  <c:v>4.76234</c:v>
                </c:pt>
                <c:pt idx="17232">
                  <c:v>4.7626400000000002</c:v>
                </c:pt>
                <c:pt idx="17233">
                  <c:v>4.76295</c:v>
                </c:pt>
                <c:pt idx="17234">
                  <c:v>4.7632500000000002</c:v>
                </c:pt>
                <c:pt idx="17235">
                  <c:v>4.76356</c:v>
                </c:pt>
                <c:pt idx="17236">
                  <c:v>4.7638600000000002</c:v>
                </c:pt>
                <c:pt idx="17237">
                  <c:v>4.76417</c:v>
                </c:pt>
                <c:pt idx="17238">
                  <c:v>4.7644700000000002</c:v>
                </c:pt>
                <c:pt idx="17239">
                  <c:v>4.76478</c:v>
                </c:pt>
                <c:pt idx="17240">
                  <c:v>4.7650800000000002</c:v>
                </c:pt>
                <c:pt idx="17241">
                  <c:v>4.76539</c:v>
                </c:pt>
                <c:pt idx="17242">
                  <c:v>4.7656999999999998</c:v>
                </c:pt>
                <c:pt idx="17243">
                  <c:v>4.766</c:v>
                </c:pt>
                <c:pt idx="17244">
                  <c:v>4.7663099999999998</c:v>
                </c:pt>
                <c:pt idx="17245">
                  <c:v>4.76661</c:v>
                </c:pt>
                <c:pt idx="17246">
                  <c:v>4.7669199999999998</c:v>
                </c:pt>
                <c:pt idx="17247">
                  <c:v>4.76722</c:v>
                </c:pt>
                <c:pt idx="17248">
                  <c:v>4.7675299999999998</c:v>
                </c:pt>
                <c:pt idx="17249">
                  <c:v>4.76783</c:v>
                </c:pt>
                <c:pt idx="17250">
                  <c:v>4.7681399999999998</c:v>
                </c:pt>
                <c:pt idx="17251">
                  <c:v>4.76844</c:v>
                </c:pt>
                <c:pt idx="17252">
                  <c:v>4.7687499999999998</c:v>
                </c:pt>
                <c:pt idx="17253">
                  <c:v>4.76905</c:v>
                </c:pt>
                <c:pt idx="17254">
                  <c:v>4.7693599999999998</c:v>
                </c:pt>
                <c:pt idx="17255">
                  <c:v>4.7696699999999996</c:v>
                </c:pt>
                <c:pt idx="17256">
                  <c:v>4.7699699999999998</c:v>
                </c:pt>
                <c:pt idx="17257">
                  <c:v>4.7702799999999996</c:v>
                </c:pt>
                <c:pt idx="17258">
                  <c:v>4.7705799999999998</c:v>
                </c:pt>
                <c:pt idx="17259">
                  <c:v>4.7708899999999996</c:v>
                </c:pt>
                <c:pt idx="17260">
                  <c:v>4.7711899999999998</c:v>
                </c:pt>
                <c:pt idx="17261">
                  <c:v>4.7714999999999996</c:v>
                </c:pt>
                <c:pt idx="17262">
                  <c:v>4.7717999999999998</c:v>
                </c:pt>
                <c:pt idx="17263">
                  <c:v>4.7721099999999996</c:v>
                </c:pt>
                <c:pt idx="17264">
                  <c:v>4.7724099999999998</c:v>
                </c:pt>
                <c:pt idx="17265">
                  <c:v>4.7727199999999996</c:v>
                </c:pt>
                <c:pt idx="17266">
                  <c:v>4.7730199999999998</c:v>
                </c:pt>
                <c:pt idx="17267">
                  <c:v>4.7733299999999996</c:v>
                </c:pt>
                <c:pt idx="17268">
                  <c:v>4.7736400000000003</c:v>
                </c:pt>
                <c:pt idx="17269">
                  <c:v>4.7739399999999996</c:v>
                </c:pt>
                <c:pt idx="17270">
                  <c:v>4.7742500000000003</c:v>
                </c:pt>
                <c:pt idx="17271">
                  <c:v>4.7745499999999996</c:v>
                </c:pt>
                <c:pt idx="17272">
                  <c:v>4.7748600000000003</c:v>
                </c:pt>
                <c:pt idx="17273">
                  <c:v>4.7751599999999996</c:v>
                </c:pt>
                <c:pt idx="17274">
                  <c:v>4.7754700000000003</c:v>
                </c:pt>
                <c:pt idx="17275">
                  <c:v>4.7757699999999996</c:v>
                </c:pt>
                <c:pt idx="17276">
                  <c:v>4.7760800000000003</c:v>
                </c:pt>
                <c:pt idx="17277">
                  <c:v>4.7763799999999996</c:v>
                </c:pt>
                <c:pt idx="17278">
                  <c:v>4.7766900000000003</c:v>
                </c:pt>
                <c:pt idx="17279">
                  <c:v>4.7770000000000001</c:v>
                </c:pt>
                <c:pt idx="17280">
                  <c:v>4.7773000000000003</c:v>
                </c:pt>
                <c:pt idx="17281">
                  <c:v>4.7776100000000001</c:v>
                </c:pt>
                <c:pt idx="17282">
                  <c:v>4.7779100000000003</c:v>
                </c:pt>
                <c:pt idx="17283">
                  <c:v>4.7782200000000001</c:v>
                </c:pt>
                <c:pt idx="17284">
                  <c:v>4.7785200000000003</c:v>
                </c:pt>
                <c:pt idx="17285">
                  <c:v>4.7788300000000001</c:v>
                </c:pt>
                <c:pt idx="17286">
                  <c:v>4.7791300000000003</c:v>
                </c:pt>
                <c:pt idx="17287">
                  <c:v>4.7794400000000001</c:v>
                </c:pt>
                <c:pt idx="17288">
                  <c:v>4.7797400000000003</c:v>
                </c:pt>
                <c:pt idx="17289">
                  <c:v>4.7800500000000001</c:v>
                </c:pt>
                <c:pt idx="17290">
                  <c:v>4.7803500000000003</c:v>
                </c:pt>
                <c:pt idx="17291">
                  <c:v>4.7806600000000001</c:v>
                </c:pt>
                <c:pt idx="17292">
                  <c:v>4.7809699999999999</c:v>
                </c:pt>
                <c:pt idx="17293">
                  <c:v>4.7812700000000001</c:v>
                </c:pt>
                <c:pt idx="17294">
                  <c:v>4.7815799999999999</c:v>
                </c:pt>
                <c:pt idx="17295">
                  <c:v>4.7818800000000001</c:v>
                </c:pt>
                <c:pt idx="17296">
                  <c:v>4.7821899999999999</c:v>
                </c:pt>
                <c:pt idx="17297">
                  <c:v>4.7824900000000001</c:v>
                </c:pt>
                <c:pt idx="17298">
                  <c:v>4.7827999999999999</c:v>
                </c:pt>
                <c:pt idx="17299">
                  <c:v>4.7831000000000001</c:v>
                </c:pt>
                <c:pt idx="17300">
                  <c:v>4.7834099999999999</c:v>
                </c:pt>
                <c:pt idx="17301">
                  <c:v>4.7837100000000001</c:v>
                </c:pt>
                <c:pt idx="17302">
                  <c:v>4.7840199999999999</c:v>
                </c:pt>
                <c:pt idx="17303">
                  <c:v>4.7843200000000001</c:v>
                </c:pt>
                <c:pt idx="17304">
                  <c:v>4.7846299999999999</c:v>
                </c:pt>
                <c:pt idx="17305">
                  <c:v>4.7849399999999997</c:v>
                </c:pt>
                <c:pt idx="17306">
                  <c:v>4.7852399999999999</c:v>
                </c:pt>
                <c:pt idx="17307">
                  <c:v>4.7855499999999997</c:v>
                </c:pt>
                <c:pt idx="17308">
                  <c:v>4.7858499999999999</c:v>
                </c:pt>
                <c:pt idx="17309">
                  <c:v>4.7861599999999997</c:v>
                </c:pt>
                <c:pt idx="17310">
                  <c:v>4.7864599999999999</c:v>
                </c:pt>
                <c:pt idx="17311">
                  <c:v>4.7867699999999997</c:v>
                </c:pt>
                <c:pt idx="17312">
                  <c:v>4.7870699999999999</c:v>
                </c:pt>
                <c:pt idx="17313">
                  <c:v>4.7873799999999997</c:v>
                </c:pt>
                <c:pt idx="17314">
                  <c:v>4.7876799999999999</c:v>
                </c:pt>
                <c:pt idx="17315">
                  <c:v>4.7879899999999997</c:v>
                </c:pt>
                <c:pt idx="17316">
                  <c:v>4.7882899999999999</c:v>
                </c:pt>
                <c:pt idx="17317">
                  <c:v>4.7885999999999997</c:v>
                </c:pt>
                <c:pt idx="17318">
                  <c:v>4.7889099999999996</c:v>
                </c:pt>
                <c:pt idx="17319">
                  <c:v>4.7892099999999997</c:v>
                </c:pt>
                <c:pt idx="17320">
                  <c:v>4.7895200000000004</c:v>
                </c:pt>
                <c:pt idx="17321">
                  <c:v>4.7898199999999997</c:v>
                </c:pt>
                <c:pt idx="17322">
                  <c:v>4.7901300000000004</c:v>
                </c:pt>
                <c:pt idx="17323">
                  <c:v>4.7904299999999997</c:v>
                </c:pt>
                <c:pt idx="17324">
                  <c:v>4.7907400000000004</c:v>
                </c:pt>
                <c:pt idx="17325">
                  <c:v>4.7910399999999997</c:v>
                </c:pt>
                <c:pt idx="17326">
                  <c:v>4.7913500000000004</c:v>
                </c:pt>
                <c:pt idx="17327">
                  <c:v>4.7916499999999997</c:v>
                </c:pt>
                <c:pt idx="17328">
                  <c:v>4.7919600000000004</c:v>
                </c:pt>
                <c:pt idx="17329">
                  <c:v>4.7922599999999997</c:v>
                </c:pt>
                <c:pt idx="17330">
                  <c:v>4.7925700000000004</c:v>
                </c:pt>
                <c:pt idx="17331">
                  <c:v>4.7928800000000003</c:v>
                </c:pt>
                <c:pt idx="17332">
                  <c:v>4.7931800000000004</c:v>
                </c:pt>
                <c:pt idx="17333">
                  <c:v>4.7934900000000003</c:v>
                </c:pt>
                <c:pt idx="17334">
                  <c:v>4.7937900000000004</c:v>
                </c:pt>
                <c:pt idx="17335">
                  <c:v>4.7941000000000003</c:v>
                </c:pt>
                <c:pt idx="17336">
                  <c:v>4.7944000000000004</c:v>
                </c:pt>
                <c:pt idx="17337">
                  <c:v>4.7947100000000002</c:v>
                </c:pt>
                <c:pt idx="17338">
                  <c:v>4.7950100000000004</c:v>
                </c:pt>
                <c:pt idx="17339">
                  <c:v>4.7953200000000002</c:v>
                </c:pt>
                <c:pt idx="17340">
                  <c:v>4.7956200000000004</c:v>
                </c:pt>
                <c:pt idx="17341">
                  <c:v>4.7959300000000002</c:v>
                </c:pt>
                <c:pt idx="17342">
                  <c:v>4.7962400000000001</c:v>
                </c:pt>
                <c:pt idx="17343">
                  <c:v>4.7965400000000002</c:v>
                </c:pt>
                <c:pt idx="17344">
                  <c:v>4.7968500000000001</c:v>
                </c:pt>
                <c:pt idx="17345">
                  <c:v>4.7971500000000002</c:v>
                </c:pt>
                <c:pt idx="17346">
                  <c:v>4.7974600000000001</c:v>
                </c:pt>
                <c:pt idx="17347">
                  <c:v>4.7977600000000002</c:v>
                </c:pt>
                <c:pt idx="17348">
                  <c:v>4.7980700000000001</c:v>
                </c:pt>
                <c:pt idx="17349">
                  <c:v>4.7983700000000002</c:v>
                </c:pt>
                <c:pt idx="17350">
                  <c:v>4.7986800000000001</c:v>
                </c:pt>
                <c:pt idx="17351">
                  <c:v>4.7989800000000002</c:v>
                </c:pt>
                <c:pt idx="17352">
                  <c:v>4.7992900000000001</c:v>
                </c:pt>
                <c:pt idx="17353">
                  <c:v>4.7995900000000002</c:v>
                </c:pt>
                <c:pt idx="17354">
                  <c:v>4.7999000000000001</c:v>
                </c:pt>
                <c:pt idx="17355">
                  <c:v>4.8002099999999999</c:v>
                </c:pt>
                <c:pt idx="17356">
                  <c:v>4.8005100000000001</c:v>
                </c:pt>
                <c:pt idx="17357">
                  <c:v>4.8008199999999999</c:v>
                </c:pt>
                <c:pt idx="17358">
                  <c:v>4.8011200000000001</c:v>
                </c:pt>
                <c:pt idx="17359">
                  <c:v>4.8014299999999999</c:v>
                </c:pt>
                <c:pt idx="17360">
                  <c:v>4.8017300000000001</c:v>
                </c:pt>
                <c:pt idx="17361">
                  <c:v>4.8020399999999999</c:v>
                </c:pt>
                <c:pt idx="17362">
                  <c:v>4.8023400000000001</c:v>
                </c:pt>
                <c:pt idx="17363">
                  <c:v>4.8026499999999999</c:v>
                </c:pt>
                <c:pt idx="17364">
                  <c:v>4.8029500000000001</c:v>
                </c:pt>
                <c:pt idx="17365">
                  <c:v>4.8032599999999999</c:v>
                </c:pt>
                <c:pt idx="17366">
                  <c:v>4.8035600000000001</c:v>
                </c:pt>
                <c:pt idx="17367">
                  <c:v>4.8038699999999999</c:v>
                </c:pt>
                <c:pt idx="17368">
                  <c:v>4.8041799999999997</c:v>
                </c:pt>
                <c:pt idx="17369">
                  <c:v>4.8044799999999999</c:v>
                </c:pt>
                <c:pt idx="17370">
                  <c:v>4.8047899999999997</c:v>
                </c:pt>
                <c:pt idx="17371">
                  <c:v>4.8050899999999999</c:v>
                </c:pt>
                <c:pt idx="17372">
                  <c:v>4.8053999999999997</c:v>
                </c:pt>
                <c:pt idx="17373">
                  <c:v>4.8056999999999999</c:v>
                </c:pt>
                <c:pt idx="17374">
                  <c:v>4.8060099999999997</c:v>
                </c:pt>
                <c:pt idx="17375">
                  <c:v>4.8063099999999999</c:v>
                </c:pt>
                <c:pt idx="17376">
                  <c:v>4.8066199999999997</c:v>
                </c:pt>
                <c:pt idx="17377">
                  <c:v>4.8069199999999999</c:v>
                </c:pt>
                <c:pt idx="17378">
                  <c:v>4.8072299999999997</c:v>
                </c:pt>
                <c:pt idx="17379">
                  <c:v>4.8075299999999999</c:v>
                </c:pt>
                <c:pt idx="17380">
                  <c:v>4.8078399999999997</c:v>
                </c:pt>
                <c:pt idx="17381">
                  <c:v>4.8081500000000004</c:v>
                </c:pt>
                <c:pt idx="17382">
                  <c:v>4.8084499999999997</c:v>
                </c:pt>
                <c:pt idx="17383">
                  <c:v>4.8087600000000004</c:v>
                </c:pt>
                <c:pt idx="17384">
                  <c:v>4.8090599999999997</c:v>
                </c:pt>
                <c:pt idx="17385">
                  <c:v>4.8093700000000004</c:v>
                </c:pt>
                <c:pt idx="17386">
                  <c:v>4.8096699999999997</c:v>
                </c:pt>
                <c:pt idx="17387">
                  <c:v>4.8099800000000004</c:v>
                </c:pt>
                <c:pt idx="17388">
                  <c:v>4.8102799999999997</c:v>
                </c:pt>
                <c:pt idx="17389">
                  <c:v>4.8105900000000004</c:v>
                </c:pt>
                <c:pt idx="17390">
                  <c:v>4.8108899999999997</c:v>
                </c:pt>
                <c:pt idx="17391">
                  <c:v>4.8112000000000004</c:v>
                </c:pt>
                <c:pt idx="17392">
                  <c:v>4.8114999999999997</c:v>
                </c:pt>
                <c:pt idx="17393">
                  <c:v>4.8118100000000004</c:v>
                </c:pt>
                <c:pt idx="17394">
                  <c:v>4.8121200000000002</c:v>
                </c:pt>
                <c:pt idx="17395">
                  <c:v>4.8124200000000004</c:v>
                </c:pt>
                <c:pt idx="17396">
                  <c:v>4.8127300000000002</c:v>
                </c:pt>
                <c:pt idx="17397">
                  <c:v>4.8130300000000004</c:v>
                </c:pt>
                <c:pt idx="17398">
                  <c:v>4.8133400000000002</c:v>
                </c:pt>
                <c:pt idx="17399">
                  <c:v>4.8136400000000004</c:v>
                </c:pt>
                <c:pt idx="17400">
                  <c:v>4.8139500000000002</c:v>
                </c:pt>
                <c:pt idx="17401">
                  <c:v>4.8142500000000004</c:v>
                </c:pt>
                <c:pt idx="17402">
                  <c:v>4.8145600000000002</c:v>
                </c:pt>
                <c:pt idx="17403">
                  <c:v>4.8148600000000004</c:v>
                </c:pt>
                <c:pt idx="17404">
                  <c:v>4.8151700000000002</c:v>
                </c:pt>
                <c:pt idx="17405">
                  <c:v>4.81548</c:v>
                </c:pt>
                <c:pt idx="17406">
                  <c:v>4.8157800000000002</c:v>
                </c:pt>
                <c:pt idx="17407">
                  <c:v>4.81609</c:v>
                </c:pt>
                <c:pt idx="17408">
                  <c:v>4.8163900000000002</c:v>
                </c:pt>
                <c:pt idx="17409">
                  <c:v>4.8167</c:v>
                </c:pt>
                <c:pt idx="17410">
                  <c:v>4.8170000000000002</c:v>
                </c:pt>
                <c:pt idx="17411">
                  <c:v>4.81731</c:v>
                </c:pt>
                <c:pt idx="17412">
                  <c:v>4.8176100000000002</c:v>
                </c:pt>
                <c:pt idx="17413">
                  <c:v>4.81792</c:v>
                </c:pt>
                <c:pt idx="17414">
                  <c:v>4.8182200000000002</c:v>
                </c:pt>
                <c:pt idx="17415">
                  <c:v>4.81853</c:v>
                </c:pt>
                <c:pt idx="17416">
                  <c:v>4.8188300000000002</c:v>
                </c:pt>
                <c:pt idx="17417">
                  <c:v>4.81914</c:v>
                </c:pt>
                <c:pt idx="17418">
                  <c:v>4.8194499999999998</c:v>
                </c:pt>
                <c:pt idx="17419">
                  <c:v>4.81975</c:v>
                </c:pt>
                <c:pt idx="17420">
                  <c:v>4.8200599999999998</c:v>
                </c:pt>
                <c:pt idx="17421">
                  <c:v>4.82036</c:v>
                </c:pt>
                <c:pt idx="17422">
                  <c:v>4.8206699999999998</c:v>
                </c:pt>
                <c:pt idx="17423">
                  <c:v>4.82097</c:v>
                </c:pt>
                <c:pt idx="17424">
                  <c:v>4.8212799999999998</c:v>
                </c:pt>
                <c:pt idx="17425">
                  <c:v>4.82158</c:v>
                </c:pt>
                <c:pt idx="17426">
                  <c:v>4.8218899999999998</c:v>
                </c:pt>
                <c:pt idx="17427">
                  <c:v>4.82219</c:v>
                </c:pt>
                <c:pt idx="17428">
                  <c:v>4.8224999999999998</c:v>
                </c:pt>
                <c:pt idx="17429">
                  <c:v>4.8228</c:v>
                </c:pt>
                <c:pt idx="17430">
                  <c:v>4.8231099999999998</c:v>
                </c:pt>
                <c:pt idx="17431">
                  <c:v>4.8234199999999996</c:v>
                </c:pt>
                <c:pt idx="17432">
                  <c:v>4.8237199999999998</c:v>
                </c:pt>
                <c:pt idx="17433">
                  <c:v>4.8240299999999996</c:v>
                </c:pt>
                <c:pt idx="17434">
                  <c:v>4.8243299999999998</c:v>
                </c:pt>
                <c:pt idx="17435">
                  <c:v>4.8246399999999996</c:v>
                </c:pt>
                <c:pt idx="17436">
                  <c:v>4.8249399999999998</c:v>
                </c:pt>
                <c:pt idx="17437">
                  <c:v>4.8252499999999996</c:v>
                </c:pt>
                <c:pt idx="17438">
                  <c:v>4.8255499999999998</c:v>
                </c:pt>
                <c:pt idx="17439">
                  <c:v>4.8258599999999996</c:v>
                </c:pt>
                <c:pt idx="17440">
                  <c:v>4.8261599999999998</c:v>
                </c:pt>
                <c:pt idx="17441">
                  <c:v>4.8264699999999996</c:v>
                </c:pt>
                <c:pt idx="17442">
                  <c:v>4.8267699999999998</c:v>
                </c:pt>
                <c:pt idx="17443">
                  <c:v>4.8270799999999996</c:v>
                </c:pt>
                <c:pt idx="17444">
                  <c:v>4.8273900000000003</c:v>
                </c:pt>
                <c:pt idx="17445">
                  <c:v>4.8276899999999996</c:v>
                </c:pt>
                <c:pt idx="17446">
                  <c:v>4.8280000000000003</c:v>
                </c:pt>
                <c:pt idx="17447">
                  <c:v>4.8282999999999996</c:v>
                </c:pt>
                <c:pt idx="17448">
                  <c:v>4.8286100000000003</c:v>
                </c:pt>
                <c:pt idx="17449">
                  <c:v>4.8289099999999996</c:v>
                </c:pt>
                <c:pt idx="17450">
                  <c:v>4.8292200000000003</c:v>
                </c:pt>
                <c:pt idx="17451">
                  <c:v>4.8295199999999996</c:v>
                </c:pt>
                <c:pt idx="17452">
                  <c:v>4.8298300000000003</c:v>
                </c:pt>
                <c:pt idx="17453">
                  <c:v>4.8301299999999996</c:v>
                </c:pt>
                <c:pt idx="17454">
                  <c:v>4.8304400000000003</c:v>
                </c:pt>
                <c:pt idx="17455">
                  <c:v>4.8307399999999996</c:v>
                </c:pt>
                <c:pt idx="17456">
                  <c:v>4.8310500000000003</c:v>
                </c:pt>
                <c:pt idx="17457">
                  <c:v>4.8313600000000001</c:v>
                </c:pt>
                <c:pt idx="17458">
                  <c:v>4.8316600000000003</c:v>
                </c:pt>
                <c:pt idx="17459">
                  <c:v>4.8319700000000001</c:v>
                </c:pt>
                <c:pt idx="17460">
                  <c:v>4.8322700000000003</c:v>
                </c:pt>
                <c:pt idx="17461">
                  <c:v>4.8325800000000001</c:v>
                </c:pt>
                <c:pt idx="17462">
                  <c:v>4.8328800000000003</c:v>
                </c:pt>
                <c:pt idx="17463">
                  <c:v>4.8331900000000001</c:v>
                </c:pt>
                <c:pt idx="17464">
                  <c:v>4.8334900000000003</c:v>
                </c:pt>
                <c:pt idx="17465">
                  <c:v>4.8338000000000001</c:v>
                </c:pt>
                <c:pt idx="17466">
                  <c:v>4.8341000000000003</c:v>
                </c:pt>
                <c:pt idx="17467">
                  <c:v>4.8344100000000001</c:v>
                </c:pt>
                <c:pt idx="17468">
                  <c:v>4.8347199999999999</c:v>
                </c:pt>
                <c:pt idx="17469">
                  <c:v>4.8350200000000001</c:v>
                </c:pt>
                <c:pt idx="17470">
                  <c:v>4.8353299999999999</c:v>
                </c:pt>
                <c:pt idx="17471">
                  <c:v>4.8356300000000001</c:v>
                </c:pt>
                <c:pt idx="17472">
                  <c:v>4.8359399999999999</c:v>
                </c:pt>
                <c:pt idx="17473">
                  <c:v>4.8362400000000001</c:v>
                </c:pt>
                <c:pt idx="17474">
                  <c:v>4.8365499999999999</c:v>
                </c:pt>
                <c:pt idx="17475">
                  <c:v>4.8368500000000001</c:v>
                </c:pt>
                <c:pt idx="17476">
                  <c:v>4.8371599999999999</c:v>
                </c:pt>
                <c:pt idx="17477">
                  <c:v>4.8374600000000001</c:v>
                </c:pt>
                <c:pt idx="17478">
                  <c:v>4.8377699999999999</c:v>
                </c:pt>
                <c:pt idx="17479">
                  <c:v>4.8380700000000001</c:v>
                </c:pt>
                <c:pt idx="17480">
                  <c:v>4.8383799999999999</c:v>
                </c:pt>
                <c:pt idx="17481">
                  <c:v>4.8386899999999997</c:v>
                </c:pt>
                <c:pt idx="17482">
                  <c:v>4.8389899999999999</c:v>
                </c:pt>
                <c:pt idx="17483">
                  <c:v>4.8392999999999997</c:v>
                </c:pt>
                <c:pt idx="17484">
                  <c:v>4.8395999999999999</c:v>
                </c:pt>
                <c:pt idx="17485">
                  <c:v>4.8399099999999997</c:v>
                </c:pt>
                <c:pt idx="17486">
                  <c:v>4.8402099999999999</c:v>
                </c:pt>
                <c:pt idx="17487">
                  <c:v>4.8405199999999997</c:v>
                </c:pt>
                <c:pt idx="17488">
                  <c:v>4.8408199999999999</c:v>
                </c:pt>
                <c:pt idx="17489">
                  <c:v>4.8411299999999997</c:v>
                </c:pt>
                <c:pt idx="17490">
                  <c:v>4.8414299999999999</c:v>
                </c:pt>
                <c:pt idx="17491">
                  <c:v>4.8417399999999997</c:v>
                </c:pt>
                <c:pt idx="17492">
                  <c:v>4.8420399999999999</c:v>
                </c:pt>
                <c:pt idx="17493">
                  <c:v>4.8423499999999997</c:v>
                </c:pt>
                <c:pt idx="17494">
                  <c:v>4.8426600000000004</c:v>
                </c:pt>
                <c:pt idx="17495">
                  <c:v>4.8429599999999997</c:v>
                </c:pt>
                <c:pt idx="17496">
                  <c:v>4.8432700000000004</c:v>
                </c:pt>
                <c:pt idx="17497">
                  <c:v>4.8435699999999997</c:v>
                </c:pt>
                <c:pt idx="17498">
                  <c:v>4.8438800000000004</c:v>
                </c:pt>
                <c:pt idx="17499">
                  <c:v>4.8441799999999997</c:v>
                </c:pt>
                <c:pt idx="17500">
                  <c:v>4.8444900000000004</c:v>
                </c:pt>
                <c:pt idx="17501">
                  <c:v>4.8447899999999997</c:v>
                </c:pt>
                <c:pt idx="17502">
                  <c:v>4.8451000000000004</c:v>
                </c:pt>
                <c:pt idx="17503">
                  <c:v>4.8453999999999997</c:v>
                </c:pt>
                <c:pt idx="17504">
                  <c:v>4.8457100000000004</c:v>
                </c:pt>
                <c:pt idx="17505">
                  <c:v>4.8460099999999997</c:v>
                </c:pt>
                <c:pt idx="17506">
                  <c:v>4.8463200000000004</c:v>
                </c:pt>
                <c:pt idx="17507">
                  <c:v>4.8466300000000002</c:v>
                </c:pt>
                <c:pt idx="17508">
                  <c:v>4.8469300000000004</c:v>
                </c:pt>
                <c:pt idx="17509">
                  <c:v>4.8472400000000002</c:v>
                </c:pt>
                <c:pt idx="17510">
                  <c:v>4.8475400000000004</c:v>
                </c:pt>
                <c:pt idx="17511">
                  <c:v>4.8478500000000002</c:v>
                </c:pt>
                <c:pt idx="17512">
                  <c:v>4.8481500000000004</c:v>
                </c:pt>
                <c:pt idx="17513">
                  <c:v>4.8484600000000002</c:v>
                </c:pt>
                <c:pt idx="17514">
                  <c:v>4.8487600000000004</c:v>
                </c:pt>
                <c:pt idx="17515">
                  <c:v>4.8490700000000002</c:v>
                </c:pt>
                <c:pt idx="17516">
                  <c:v>4.8493700000000004</c:v>
                </c:pt>
                <c:pt idx="17517">
                  <c:v>4.8496800000000002</c:v>
                </c:pt>
                <c:pt idx="17518">
                  <c:v>4.84999</c:v>
                </c:pt>
                <c:pt idx="17519">
                  <c:v>4.8502900000000002</c:v>
                </c:pt>
                <c:pt idx="17520">
                  <c:v>4.8506</c:v>
                </c:pt>
                <c:pt idx="17521">
                  <c:v>4.8509000000000002</c:v>
                </c:pt>
                <c:pt idx="17522">
                  <c:v>4.85121</c:v>
                </c:pt>
                <c:pt idx="17523">
                  <c:v>4.8515100000000002</c:v>
                </c:pt>
                <c:pt idx="17524">
                  <c:v>4.85182</c:v>
                </c:pt>
                <c:pt idx="17525">
                  <c:v>4.8521200000000002</c:v>
                </c:pt>
                <c:pt idx="17526">
                  <c:v>4.85243</c:v>
                </c:pt>
                <c:pt idx="17527">
                  <c:v>4.8527300000000002</c:v>
                </c:pt>
                <c:pt idx="17528">
                  <c:v>4.85304</c:v>
                </c:pt>
                <c:pt idx="17529">
                  <c:v>4.8533400000000002</c:v>
                </c:pt>
                <c:pt idx="17530">
                  <c:v>4.85365</c:v>
                </c:pt>
                <c:pt idx="17531">
                  <c:v>4.8539599999999998</c:v>
                </c:pt>
                <c:pt idx="17532">
                  <c:v>4.85426</c:v>
                </c:pt>
                <c:pt idx="17533">
                  <c:v>4.8545699999999998</c:v>
                </c:pt>
                <c:pt idx="17534">
                  <c:v>4.85487</c:v>
                </c:pt>
                <c:pt idx="17535">
                  <c:v>4.8551799999999998</c:v>
                </c:pt>
                <c:pt idx="17536">
                  <c:v>4.85548</c:v>
                </c:pt>
                <c:pt idx="17537">
                  <c:v>4.8557899999999998</c:v>
                </c:pt>
                <c:pt idx="17538">
                  <c:v>4.85609</c:v>
                </c:pt>
                <c:pt idx="17539">
                  <c:v>4.8563999999999998</c:v>
                </c:pt>
                <c:pt idx="17540">
                  <c:v>4.8567</c:v>
                </c:pt>
                <c:pt idx="17541">
                  <c:v>4.8570099999999998</c:v>
                </c:pt>
                <c:pt idx="17542">
                  <c:v>4.85731</c:v>
                </c:pt>
                <c:pt idx="17543">
                  <c:v>4.8576199999999998</c:v>
                </c:pt>
                <c:pt idx="17544">
                  <c:v>4.8579299999999996</c:v>
                </c:pt>
                <c:pt idx="17545">
                  <c:v>4.8582299999999998</c:v>
                </c:pt>
                <c:pt idx="17546">
                  <c:v>4.8585399999999996</c:v>
                </c:pt>
                <c:pt idx="17547">
                  <c:v>4.8588399999999998</c:v>
                </c:pt>
                <c:pt idx="17548">
                  <c:v>4.8591499999999996</c:v>
                </c:pt>
                <c:pt idx="17549">
                  <c:v>4.8594499999999998</c:v>
                </c:pt>
                <c:pt idx="17550">
                  <c:v>4.8597599999999996</c:v>
                </c:pt>
                <c:pt idx="17551">
                  <c:v>4.8600599999999998</c:v>
                </c:pt>
                <c:pt idx="17552">
                  <c:v>4.8603699999999996</c:v>
                </c:pt>
                <c:pt idx="17553">
                  <c:v>4.8606699999999998</c:v>
                </c:pt>
                <c:pt idx="17554">
                  <c:v>4.8609799999999996</c:v>
                </c:pt>
                <c:pt idx="17555">
                  <c:v>4.8612799999999998</c:v>
                </c:pt>
                <c:pt idx="17556">
                  <c:v>4.8615899999999996</c:v>
                </c:pt>
                <c:pt idx="17557">
                  <c:v>4.8619000000000003</c:v>
                </c:pt>
                <c:pt idx="17558">
                  <c:v>4.8621999999999996</c:v>
                </c:pt>
                <c:pt idx="17559">
                  <c:v>4.8625100000000003</c:v>
                </c:pt>
                <c:pt idx="17560">
                  <c:v>4.8628099999999996</c:v>
                </c:pt>
                <c:pt idx="17561">
                  <c:v>4.8631200000000003</c:v>
                </c:pt>
                <c:pt idx="17562">
                  <c:v>4.8634199999999996</c:v>
                </c:pt>
                <c:pt idx="17563">
                  <c:v>4.8637300000000003</c:v>
                </c:pt>
                <c:pt idx="17564">
                  <c:v>4.8640299999999996</c:v>
                </c:pt>
                <c:pt idx="17565">
                  <c:v>4.8643400000000003</c:v>
                </c:pt>
                <c:pt idx="17566">
                  <c:v>4.8646399999999996</c:v>
                </c:pt>
                <c:pt idx="17567">
                  <c:v>4.8649500000000003</c:v>
                </c:pt>
                <c:pt idx="17568">
                  <c:v>4.8652499999999996</c:v>
                </c:pt>
                <c:pt idx="17569">
                  <c:v>4.8655600000000003</c:v>
                </c:pt>
                <c:pt idx="17570">
                  <c:v>4.8658700000000001</c:v>
                </c:pt>
                <c:pt idx="17571">
                  <c:v>4.8661700000000003</c:v>
                </c:pt>
                <c:pt idx="17572">
                  <c:v>4.8664800000000001</c:v>
                </c:pt>
                <c:pt idx="17573">
                  <c:v>4.8667800000000003</c:v>
                </c:pt>
                <c:pt idx="17574">
                  <c:v>4.8670900000000001</c:v>
                </c:pt>
                <c:pt idx="17575">
                  <c:v>4.8673900000000003</c:v>
                </c:pt>
                <c:pt idx="17576">
                  <c:v>4.8677000000000001</c:v>
                </c:pt>
                <c:pt idx="17577">
                  <c:v>4.8680000000000003</c:v>
                </c:pt>
                <c:pt idx="17578">
                  <c:v>4.8683100000000001</c:v>
                </c:pt>
                <c:pt idx="17579">
                  <c:v>4.8686100000000003</c:v>
                </c:pt>
                <c:pt idx="17580">
                  <c:v>4.8689200000000001</c:v>
                </c:pt>
                <c:pt idx="17581">
                  <c:v>4.8692299999999999</c:v>
                </c:pt>
                <c:pt idx="17582">
                  <c:v>4.8695300000000001</c:v>
                </c:pt>
                <c:pt idx="17583">
                  <c:v>4.8698399999999999</c:v>
                </c:pt>
                <c:pt idx="17584">
                  <c:v>4.8701400000000001</c:v>
                </c:pt>
                <c:pt idx="17585">
                  <c:v>4.8704499999999999</c:v>
                </c:pt>
                <c:pt idx="17586">
                  <c:v>4.8707500000000001</c:v>
                </c:pt>
                <c:pt idx="17587">
                  <c:v>4.8710599999999999</c:v>
                </c:pt>
                <c:pt idx="17588">
                  <c:v>4.8713600000000001</c:v>
                </c:pt>
                <c:pt idx="17589">
                  <c:v>4.8716699999999999</c:v>
                </c:pt>
                <c:pt idx="17590">
                  <c:v>4.8719700000000001</c:v>
                </c:pt>
                <c:pt idx="17591">
                  <c:v>4.8722799999999999</c:v>
                </c:pt>
                <c:pt idx="17592">
                  <c:v>4.8725800000000001</c:v>
                </c:pt>
                <c:pt idx="17593">
                  <c:v>4.8728899999999999</c:v>
                </c:pt>
                <c:pt idx="17594">
                  <c:v>4.8731999999999998</c:v>
                </c:pt>
                <c:pt idx="17595">
                  <c:v>4.8734999999999999</c:v>
                </c:pt>
                <c:pt idx="17596">
                  <c:v>4.8738099999999998</c:v>
                </c:pt>
                <c:pt idx="17597">
                  <c:v>4.8741099999999999</c:v>
                </c:pt>
                <c:pt idx="17598">
                  <c:v>4.8744199999999998</c:v>
                </c:pt>
                <c:pt idx="17599">
                  <c:v>4.8747199999999999</c:v>
                </c:pt>
                <c:pt idx="17600">
                  <c:v>4.8750299999999998</c:v>
                </c:pt>
                <c:pt idx="17601">
                  <c:v>4.8753299999999999</c:v>
                </c:pt>
                <c:pt idx="17602">
                  <c:v>4.8756399999999998</c:v>
                </c:pt>
                <c:pt idx="17603">
                  <c:v>4.8759399999999999</c:v>
                </c:pt>
                <c:pt idx="17604">
                  <c:v>4.8762499999999998</c:v>
                </c:pt>
                <c:pt idx="17605">
                  <c:v>4.8765499999999999</c:v>
                </c:pt>
                <c:pt idx="17606">
                  <c:v>4.8768599999999998</c:v>
                </c:pt>
                <c:pt idx="17607">
                  <c:v>4.8771699999999996</c:v>
                </c:pt>
                <c:pt idx="17608">
                  <c:v>4.8774699999999998</c:v>
                </c:pt>
                <c:pt idx="17609">
                  <c:v>4.8777799999999996</c:v>
                </c:pt>
                <c:pt idx="17610">
                  <c:v>4.8780799999999997</c:v>
                </c:pt>
                <c:pt idx="17611">
                  <c:v>4.8783899999999996</c:v>
                </c:pt>
                <c:pt idx="17612">
                  <c:v>4.8786899999999997</c:v>
                </c:pt>
                <c:pt idx="17613">
                  <c:v>4.8789999999999996</c:v>
                </c:pt>
                <c:pt idx="17614">
                  <c:v>4.8792999999999997</c:v>
                </c:pt>
                <c:pt idx="17615">
                  <c:v>4.8796099999999996</c:v>
                </c:pt>
                <c:pt idx="17616">
                  <c:v>4.8799099999999997</c:v>
                </c:pt>
                <c:pt idx="17617">
                  <c:v>4.8802199999999996</c:v>
                </c:pt>
                <c:pt idx="17618">
                  <c:v>4.8805199999999997</c:v>
                </c:pt>
                <c:pt idx="17619">
                  <c:v>4.8808299999999996</c:v>
                </c:pt>
                <c:pt idx="17620">
                  <c:v>4.8811400000000003</c:v>
                </c:pt>
                <c:pt idx="17621">
                  <c:v>4.8814399999999996</c:v>
                </c:pt>
                <c:pt idx="17622">
                  <c:v>4.8817500000000003</c:v>
                </c:pt>
                <c:pt idx="17623">
                  <c:v>4.8820499999999996</c:v>
                </c:pt>
                <c:pt idx="17624">
                  <c:v>4.8823600000000003</c:v>
                </c:pt>
                <c:pt idx="17625">
                  <c:v>4.8826599999999996</c:v>
                </c:pt>
                <c:pt idx="17626">
                  <c:v>4.8829700000000003</c:v>
                </c:pt>
                <c:pt idx="17627">
                  <c:v>4.8832700000000004</c:v>
                </c:pt>
                <c:pt idx="17628">
                  <c:v>4.8835800000000003</c:v>
                </c:pt>
                <c:pt idx="17629">
                  <c:v>4.8838800000000004</c:v>
                </c:pt>
                <c:pt idx="17630">
                  <c:v>4.8841900000000003</c:v>
                </c:pt>
                <c:pt idx="17631">
                  <c:v>4.8844900000000004</c:v>
                </c:pt>
                <c:pt idx="17632">
                  <c:v>4.8848000000000003</c:v>
                </c:pt>
                <c:pt idx="17633">
                  <c:v>4.8851100000000001</c:v>
                </c:pt>
                <c:pt idx="17634">
                  <c:v>4.8854100000000003</c:v>
                </c:pt>
                <c:pt idx="17635">
                  <c:v>4.8857200000000001</c:v>
                </c:pt>
                <c:pt idx="17636">
                  <c:v>4.8860200000000003</c:v>
                </c:pt>
                <c:pt idx="17637">
                  <c:v>4.8863300000000001</c:v>
                </c:pt>
                <c:pt idx="17638">
                  <c:v>4.8866300000000003</c:v>
                </c:pt>
                <c:pt idx="17639">
                  <c:v>4.8869400000000001</c:v>
                </c:pt>
                <c:pt idx="17640">
                  <c:v>4.8872400000000003</c:v>
                </c:pt>
                <c:pt idx="17641">
                  <c:v>4.8875500000000001</c:v>
                </c:pt>
                <c:pt idx="17642">
                  <c:v>4.8878500000000003</c:v>
                </c:pt>
                <c:pt idx="17643">
                  <c:v>4.8881600000000001</c:v>
                </c:pt>
                <c:pt idx="17644">
                  <c:v>4.8884699999999999</c:v>
                </c:pt>
                <c:pt idx="17645">
                  <c:v>4.8887700000000001</c:v>
                </c:pt>
                <c:pt idx="17646">
                  <c:v>4.8890799999999999</c:v>
                </c:pt>
                <c:pt idx="17647">
                  <c:v>4.8893800000000001</c:v>
                </c:pt>
                <c:pt idx="17648">
                  <c:v>4.8896899999999999</c:v>
                </c:pt>
                <c:pt idx="17649">
                  <c:v>4.8899900000000001</c:v>
                </c:pt>
                <c:pt idx="17650">
                  <c:v>4.8902999999999999</c:v>
                </c:pt>
                <c:pt idx="17651">
                  <c:v>4.8906000000000001</c:v>
                </c:pt>
                <c:pt idx="17652">
                  <c:v>4.8909099999999999</c:v>
                </c:pt>
                <c:pt idx="17653">
                  <c:v>4.8912100000000001</c:v>
                </c:pt>
                <c:pt idx="17654">
                  <c:v>4.8915199999999999</c:v>
                </c:pt>
                <c:pt idx="17655">
                  <c:v>4.8918200000000001</c:v>
                </c:pt>
                <c:pt idx="17656">
                  <c:v>4.8921299999999999</c:v>
                </c:pt>
                <c:pt idx="17657">
                  <c:v>4.8924399999999997</c:v>
                </c:pt>
                <c:pt idx="17658">
                  <c:v>4.8927399999999999</c:v>
                </c:pt>
                <c:pt idx="17659">
                  <c:v>4.8930499999999997</c:v>
                </c:pt>
                <c:pt idx="17660">
                  <c:v>4.8933499999999999</c:v>
                </c:pt>
                <c:pt idx="17661">
                  <c:v>4.8936599999999997</c:v>
                </c:pt>
                <c:pt idx="17662">
                  <c:v>4.8939599999999999</c:v>
                </c:pt>
                <c:pt idx="17663">
                  <c:v>4.8942699999999997</c:v>
                </c:pt>
                <c:pt idx="17664">
                  <c:v>4.8945699999999999</c:v>
                </c:pt>
                <c:pt idx="17665">
                  <c:v>4.8948799999999997</c:v>
                </c:pt>
                <c:pt idx="17666">
                  <c:v>4.8951799999999999</c:v>
                </c:pt>
                <c:pt idx="17667">
                  <c:v>4.8954899999999997</c:v>
                </c:pt>
                <c:pt idx="17668">
                  <c:v>4.8957899999999999</c:v>
                </c:pt>
                <c:pt idx="17669">
                  <c:v>4.8960999999999997</c:v>
                </c:pt>
                <c:pt idx="17670">
                  <c:v>4.8964100000000004</c:v>
                </c:pt>
                <c:pt idx="17671">
                  <c:v>4.8967099999999997</c:v>
                </c:pt>
                <c:pt idx="17672">
                  <c:v>4.8970200000000004</c:v>
                </c:pt>
                <c:pt idx="17673">
                  <c:v>4.8973199999999997</c:v>
                </c:pt>
                <c:pt idx="17674">
                  <c:v>4.8976300000000004</c:v>
                </c:pt>
                <c:pt idx="17675">
                  <c:v>4.8979299999999997</c:v>
                </c:pt>
                <c:pt idx="17676">
                  <c:v>4.8982400000000004</c:v>
                </c:pt>
                <c:pt idx="17677">
                  <c:v>4.8985399999999997</c:v>
                </c:pt>
                <c:pt idx="17678">
                  <c:v>4.8988500000000004</c:v>
                </c:pt>
                <c:pt idx="17679">
                  <c:v>4.8991499999999997</c:v>
                </c:pt>
                <c:pt idx="17680">
                  <c:v>4.8994600000000004</c:v>
                </c:pt>
                <c:pt idx="17681">
                  <c:v>4.8997599999999997</c:v>
                </c:pt>
                <c:pt idx="17682">
                  <c:v>4.9000700000000004</c:v>
                </c:pt>
                <c:pt idx="17683">
                  <c:v>4.9003800000000002</c:v>
                </c:pt>
                <c:pt idx="17684">
                  <c:v>4.9006800000000004</c:v>
                </c:pt>
                <c:pt idx="17685">
                  <c:v>4.9009900000000002</c:v>
                </c:pt>
                <c:pt idx="17686">
                  <c:v>4.9012900000000004</c:v>
                </c:pt>
                <c:pt idx="17687">
                  <c:v>4.9016000000000002</c:v>
                </c:pt>
                <c:pt idx="17688">
                  <c:v>4.9019000000000004</c:v>
                </c:pt>
                <c:pt idx="17689">
                  <c:v>4.9022100000000002</c:v>
                </c:pt>
                <c:pt idx="17690">
                  <c:v>4.9025100000000004</c:v>
                </c:pt>
                <c:pt idx="17691">
                  <c:v>4.9028200000000002</c:v>
                </c:pt>
                <c:pt idx="17692">
                  <c:v>4.9031200000000004</c:v>
                </c:pt>
                <c:pt idx="17693">
                  <c:v>4.9034300000000002</c:v>
                </c:pt>
                <c:pt idx="17694">
                  <c:v>4.90374</c:v>
                </c:pt>
                <c:pt idx="17695">
                  <c:v>4.9040400000000002</c:v>
                </c:pt>
                <c:pt idx="17696">
                  <c:v>4.90435</c:v>
                </c:pt>
                <c:pt idx="17697">
                  <c:v>4.9046500000000002</c:v>
                </c:pt>
                <c:pt idx="17698">
                  <c:v>4.90496</c:v>
                </c:pt>
                <c:pt idx="17699">
                  <c:v>4.9052600000000002</c:v>
                </c:pt>
                <c:pt idx="17700">
                  <c:v>4.90557</c:v>
                </c:pt>
                <c:pt idx="17701">
                  <c:v>4.9058700000000002</c:v>
                </c:pt>
                <c:pt idx="17702">
                  <c:v>4.90618</c:v>
                </c:pt>
                <c:pt idx="17703">
                  <c:v>4.9064800000000002</c:v>
                </c:pt>
                <c:pt idx="17704">
                  <c:v>4.90679</c:v>
                </c:pt>
                <c:pt idx="17705">
                  <c:v>4.9070900000000002</c:v>
                </c:pt>
                <c:pt idx="17706">
                  <c:v>4.9074</c:v>
                </c:pt>
                <c:pt idx="17707">
                  <c:v>4.9077099999999998</c:v>
                </c:pt>
                <c:pt idx="17708">
                  <c:v>4.90801</c:v>
                </c:pt>
                <c:pt idx="17709">
                  <c:v>4.9083199999999998</c:v>
                </c:pt>
                <c:pt idx="17710">
                  <c:v>4.90862</c:v>
                </c:pt>
                <c:pt idx="17711">
                  <c:v>4.9089299999999998</c:v>
                </c:pt>
                <c:pt idx="17712">
                  <c:v>4.90923</c:v>
                </c:pt>
                <c:pt idx="17713">
                  <c:v>4.9095399999999998</c:v>
                </c:pt>
                <c:pt idx="17714">
                  <c:v>4.90984</c:v>
                </c:pt>
                <c:pt idx="17715">
                  <c:v>4.9101499999999998</c:v>
                </c:pt>
                <c:pt idx="17716">
                  <c:v>4.91045</c:v>
                </c:pt>
                <c:pt idx="17717">
                  <c:v>4.9107599999999998</c:v>
                </c:pt>
                <c:pt idx="17718">
                  <c:v>4.91106</c:v>
                </c:pt>
                <c:pt idx="17719">
                  <c:v>4.9113699999999998</c:v>
                </c:pt>
                <c:pt idx="17720">
                  <c:v>4.9116799999999996</c:v>
                </c:pt>
                <c:pt idx="17721">
                  <c:v>4.9119799999999998</c:v>
                </c:pt>
                <c:pt idx="17722">
                  <c:v>4.9122899999999996</c:v>
                </c:pt>
                <c:pt idx="17723">
                  <c:v>4.9125899999999998</c:v>
                </c:pt>
                <c:pt idx="17724">
                  <c:v>4.9128999999999996</c:v>
                </c:pt>
                <c:pt idx="17725">
                  <c:v>4.9131999999999998</c:v>
                </c:pt>
                <c:pt idx="17726">
                  <c:v>4.9135099999999996</c:v>
                </c:pt>
                <c:pt idx="17727">
                  <c:v>4.9138099999999998</c:v>
                </c:pt>
                <c:pt idx="17728">
                  <c:v>4.9141199999999996</c:v>
                </c:pt>
                <c:pt idx="17729">
                  <c:v>4.9144199999999998</c:v>
                </c:pt>
                <c:pt idx="17730">
                  <c:v>4.9147299999999996</c:v>
                </c:pt>
                <c:pt idx="17731">
                  <c:v>4.9150299999999998</c:v>
                </c:pt>
                <c:pt idx="17732">
                  <c:v>4.9153399999999996</c:v>
                </c:pt>
                <c:pt idx="17733">
                  <c:v>4.9156500000000003</c:v>
                </c:pt>
                <c:pt idx="17734">
                  <c:v>4.9159499999999996</c:v>
                </c:pt>
                <c:pt idx="17735">
                  <c:v>4.9162600000000003</c:v>
                </c:pt>
                <c:pt idx="17736">
                  <c:v>4.9165599999999996</c:v>
                </c:pt>
                <c:pt idx="17737">
                  <c:v>4.9168700000000003</c:v>
                </c:pt>
                <c:pt idx="17738">
                  <c:v>4.9171699999999996</c:v>
                </c:pt>
                <c:pt idx="17739">
                  <c:v>4.9174800000000003</c:v>
                </c:pt>
                <c:pt idx="17740">
                  <c:v>4.9177799999999996</c:v>
                </c:pt>
                <c:pt idx="17741">
                  <c:v>4.9180900000000003</c:v>
                </c:pt>
                <c:pt idx="17742">
                  <c:v>4.9183899999999996</c:v>
                </c:pt>
                <c:pt idx="17743">
                  <c:v>4.9187000000000003</c:v>
                </c:pt>
                <c:pt idx="17744">
                  <c:v>4.9189999999999996</c:v>
                </c:pt>
                <c:pt idx="17745">
                  <c:v>4.9193100000000003</c:v>
                </c:pt>
                <c:pt idx="17746">
                  <c:v>4.9196200000000001</c:v>
                </c:pt>
                <c:pt idx="17747">
                  <c:v>4.9199200000000003</c:v>
                </c:pt>
                <c:pt idx="17748">
                  <c:v>4.9202300000000001</c:v>
                </c:pt>
                <c:pt idx="17749">
                  <c:v>4.9205300000000003</c:v>
                </c:pt>
                <c:pt idx="17750">
                  <c:v>4.9208400000000001</c:v>
                </c:pt>
                <c:pt idx="17751">
                  <c:v>4.9211400000000003</c:v>
                </c:pt>
                <c:pt idx="17752">
                  <c:v>4.9214500000000001</c:v>
                </c:pt>
                <c:pt idx="17753">
                  <c:v>4.9217500000000003</c:v>
                </c:pt>
                <c:pt idx="17754">
                  <c:v>4.9220600000000001</c:v>
                </c:pt>
                <c:pt idx="17755">
                  <c:v>4.9223600000000003</c:v>
                </c:pt>
                <c:pt idx="17756">
                  <c:v>4.9226700000000001</c:v>
                </c:pt>
                <c:pt idx="17757">
                  <c:v>4.9229799999999999</c:v>
                </c:pt>
                <c:pt idx="17758">
                  <c:v>4.9232800000000001</c:v>
                </c:pt>
                <c:pt idx="17759">
                  <c:v>4.9235899999999999</c:v>
                </c:pt>
                <c:pt idx="17760">
                  <c:v>4.9238900000000001</c:v>
                </c:pt>
                <c:pt idx="17761">
                  <c:v>4.9241999999999999</c:v>
                </c:pt>
                <c:pt idx="17762">
                  <c:v>4.9245000000000001</c:v>
                </c:pt>
                <c:pt idx="17763">
                  <c:v>4.9248099999999999</c:v>
                </c:pt>
                <c:pt idx="17764">
                  <c:v>4.9251100000000001</c:v>
                </c:pt>
                <c:pt idx="17765">
                  <c:v>4.9254199999999999</c:v>
                </c:pt>
                <c:pt idx="17766">
                  <c:v>4.9257200000000001</c:v>
                </c:pt>
                <c:pt idx="17767">
                  <c:v>4.9260299999999999</c:v>
                </c:pt>
                <c:pt idx="17768">
                  <c:v>4.9263300000000001</c:v>
                </c:pt>
                <c:pt idx="17769">
                  <c:v>4.9266399999999999</c:v>
                </c:pt>
                <c:pt idx="17770">
                  <c:v>4.9269499999999997</c:v>
                </c:pt>
                <c:pt idx="17771">
                  <c:v>4.9272499999999999</c:v>
                </c:pt>
                <c:pt idx="17772">
                  <c:v>4.9275599999999997</c:v>
                </c:pt>
                <c:pt idx="17773">
                  <c:v>4.9278599999999999</c:v>
                </c:pt>
                <c:pt idx="17774">
                  <c:v>4.9281699999999997</c:v>
                </c:pt>
                <c:pt idx="17775">
                  <c:v>4.9284699999999999</c:v>
                </c:pt>
                <c:pt idx="17776">
                  <c:v>4.9287799999999997</c:v>
                </c:pt>
                <c:pt idx="17777">
                  <c:v>4.9290799999999999</c:v>
                </c:pt>
                <c:pt idx="17778">
                  <c:v>4.9293899999999997</c:v>
                </c:pt>
                <c:pt idx="17779">
                  <c:v>4.9296899999999999</c:v>
                </c:pt>
                <c:pt idx="17780">
                  <c:v>4.93</c:v>
                </c:pt>
                <c:pt idx="17781">
                  <c:v>4.9302999999999999</c:v>
                </c:pt>
                <c:pt idx="17782">
                  <c:v>4.9306099999999997</c:v>
                </c:pt>
                <c:pt idx="17783">
                  <c:v>4.9309200000000004</c:v>
                </c:pt>
                <c:pt idx="17784">
                  <c:v>4.9312199999999997</c:v>
                </c:pt>
                <c:pt idx="17785">
                  <c:v>4.9315300000000004</c:v>
                </c:pt>
                <c:pt idx="17786">
                  <c:v>4.9318299999999997</c:v>
                </c:pt>
                <c:pt idx="17787">
                  <c:v>4.9321400000000004</c:v>
                </c:pt>
                <c:pt idx="17788">
                  <c:v>4.9324399999999997</c:v>
                </c:pt>
                <c:pt idx="17789">
                  <c:v>4.9327500000000004</c:v>
                </c:pt>
                <c:pt idx="17790">
                  <c:v>4.9330499999999997</c:v>
                </c:pt>
                <c:pt idx="17791">
                  <c:v>4.9333600000000004</c:v>
                </c:pt>
                <c:pt idx="17792">
                  <c:v>4.9336599999999997</c:v>
                </c:pt>
                <c:pt idx="17793">
                  <c:v>4.9339700000000004</c:v>
                </c:pt>
                <c:pt idx="17794">
                  <c:v>4.9342699999999997</c:v>
                </c:pt>
                <c:pt idx="17795">
                  <c:v>4.9345800000000004</c:v>
                </c:pt>
                <c:pt idx="17796">
                  <c:v>4.9348900000000002</c:v>
                </c:pt>
                <c:pt idx="17797">
                  <c:v>4.9351900000000004</c:v>
                </c:pt>
                <c:pt idx="17798">
                  <c:v>4.9355000000000002</c:v>
                </c:pt>
                <c:pt idx="17799">
                  <c:v>4.9358000000000004</c:v>
                </c:pt>
                <c:pt idx="17800">
                  <c:v>4.9361100000000002</c:v>
                </c:pt>
                <c:pt idx="17801">
                  <c:v>4.9364100000000004</c:v>
                </c:pt>
                <c:pt idx="17802">
                  <c:v>4.9367200000000002</c:v>
                </c:pt>
                <c:pt idx="17803">
                  <c:v>4.9370200000000004</c:v>
                </c:pt>
                <c:pt idx="17804">
                  <c:v>4.9373300000000002</c:v>
                </c:pt>
                <c:pt idx="17805">
                  <c:v>4.9376300000000004</c:v>
                </c:pt>
                <c:pt idx="17806">
                  <c:v>4.9379400000000002</c:v>
                </c:pt>
                <c:pt idx="17807">
                  <c:v>4.9382400000000004</c:v>
                </c:pt>
                <c:pt idx="17808">
                  <c:v>4.9385500000000002</c:v>
                </c:pt>
                <c:pt idx="17809">
                  <c:v>4.93886</c:v>
                </c:pt>
                <c:pt idx="17810">
                  <c:v>4.9391600000000002</c:v>
                </c:pt>
                <c:pt idx="17811">
                  <c:v>4.93947</c:v>
                </c:pt>
                <c:pt idx="17812">
                  <c:v>4.9397700000000002</c:v>
                </c:pt>
                <c:pt idx="17813">
                  <c:v>4.94008</c:v>
                </c:pt>
                <c:pt idx="17814">
                  <c:v>4.9403800000000002</c:v>
                </c:pt>
                <c:pt idx="17815">
                  <c:v>4.94069</c:v>
                </c:pt>
                <c:pt idx="17816">
                  <c:v>4.9409900000000002</c:v>
                </c:pt>
                <c:pt idx="17817">
                  <c:v>4.9413</c:v>
                </c:pt>
                <c:pt idx="17818">
                  <c:v>4.9416000000000002</c:v>
                </c:pt>
                <c:pt idx="17819">
                  <c:v>4.94191</c:v>
                </c:pt>
                <c:pt idx="17820">
                  <c:v>4.9422199999999998</c:v>
                </c:pt>
                <c:pt idx="17821">
                  <c:v>4.94252</c:v>
                </c:pt>
                <c:pt idx="17822">
                  <c:v>4.9428299999999998</c:v>
                </c:pt>
                <c:pt idx="17823">
                  <c:v>4.94313</c:v>
                </c:pt>
                <c:pt idx="17824">
                  <c:v>4.9434399999999998</c:v>
                </c:pt>
                <c:pt idx="17825">
                  <c:v>4.94374</c:v>
                </c:pt>
                <c:pt idx="17826">
                  <c:v>4.9440499999999998</c:v>
                </c:pt>
                <c:pt idx="17827">
                  <c:v>4.94435</c:v>
                </c:pt>
                <c:pt idx="17828">
                  <c:v>4.9446599999999998</c:v>
                </c:pt>
                <c:pt idx="17829">
                  <c:v>4.94496</c:v>
                </c:pt>
                <c:pt idx="17830">
                  <c:v>4.9452699999999998</c:v>
                </c:pt>
                <c:pt idx="17831">
                  <c:v>4.94557</c:v>
                </c:pt>
                <c:pt idx="17832">
                  <c:v>4.9458799999999998</c:v>
                </c:pt>
                <c:pt idx="17833">
                  <c:v>4.9461899999999996</c:v>
                </c:pt>
                <c:pt idx="17834">
                  <c:v>4.9464899999999998</c:v>
                </c:pt>
                <c:pt idx="17835">
                  <c:v>4.9467999999999996</c:v>
                </c:pt>
                <c:pt idx="17836">
                  <c:v>4.9470999999999998</c:v>
                </c:pt>
                <c:pt idx="17837">
                  <c:v>4.9474099999999996</c:v>
                </c:pt>
                <c:pt idx="17838">
                  <c:v>4.9477099999999998</c:v>
                </c:pt>
                <c:pt idx="17839">
                  <c:v>4.9480199999999996</c:v>
                </c:pt>
                <c:pt idx="17840">
                  <c:v>4.9483199999999998</c:v>
                </c:pt>
                <c:pt idx="17841">
                  <c:v>4.9486299999999996</c:v>
                </c:pt>
                <c:pt idx="17842">
                  <c:v>4.9489299999999998</c:v>
                </c:pt>
                <c:pt idx="17843">
                  <c:v>4.9492399999999996</c:v>
                </c:pt>
                <c:pt idx="17844">
                  <c:v>4.9495399999999998</c:v>
                </c:pt>
                <c:pt idx="17845">
                  <c:v>4.9498499999999996</c:v>
                </c:pt>
                <c:pt idx="17846">
                  <c:v>4.9501600000000003</c:v>
                </c:pt>
                <c:pt idx="17847">
                  <c:v>4.9504599999999996</c:v>
                </c:pt>
                <c:pt idx="17848">
                  <c:v>4.9507700000000003</c:v>
                </c:pt>
                <c:pt idx="17849">
                  <c:v>4.9510699999999996</c:v>
                </c:pt>
                <c:pt idx="17850">
                  <c:v>4.9513800000000003</c:v>
                </c:pt>
                <c:pt idx="17851">
                  <c:v>4.9516799999999996</c:v>
                </c:pt>
                <c:pt idx="17852">
                  <c:v>4.9519900000000003</c:v>
                </c:pt>
                <c:pt idx="17853">
                  <c:v>4.9522899999999996</c:v>
                </c:pt>
                <c:pt idx="17854">
                  <c:v>4.9526000000000003</c:v>
                </c:pt>
                <c:pt idx="17855">
                  <c:v>4.9528999999999996</c:v>
                </c:pt>
                <c:pt idx="17856">
                  <c:v>4.9532100000000003</c:v>
                </c:pt>
                <c:pt idx="17857">
                  <c:v>4.9535099999999996</c:v>
                </c:pt>
                <c:pt idx="17858">
                  <c:v>4.9538200000000003</c:v>
                </c:pt>
                <c:pt idx="17859">
                  <c:v>4.9541300000000001</c:v>
                </c:pt>
                <c:pt idx="17860">
                  <c:v>4.9544300000000003</c:v>
                </c:pt>
                <c:pt idx="17861">
                  <c:v>4.9547400000000001</c:v>
                </c:pt>
                <c:pt idx="17862">
                  <c:v>4.9550400000000003</c:v>
                </c:pt>
                <c:pt idx="17863">
                  <c:v>4.9553500000000001</c:v>
                </c:pt>
                <c:pt idx="17864">
                  <c:v>4.9556500000000003</c:v>
                </c:pt>
                <c:pt idx="17865">
                  <c:v>4.9559600000000001</c:v>
                </c:pt>
                <c:pt idx="17866">
                  <c:v>4.9562600000000003</c:v>
                </c:pt>
                <c:pt idx="17867">
                  <c:v>4.9565700000000001</c:v>
                </c:pt>
                <c:pt idx="17868">
                  <c:v>4.9568700000000003</c:v>
                </c:pt>
                <c:pt idx="17869">
                  <c:v>4.9571800000000001</c:v>
                </c:pt>
                <c:pt idx="17870">
                  <c:v>4.95749</c:v>
                </c:pt>
                <c:pt idx="17871">
                  <c:v>4.9577900000000001</c:v>
                </c:pt>
                <c:pt idx="17872">
                  <c:v>4.9581</c:v>
                </c:pt>
                <c:pt idx="17873">
                  <c:v>4.9584000000000001</c:v>
                </c:pt>
                <c:pt idx="17874">
                  <c:v>4.95871</c:v>
                </c:pt>
                <c:pt idx="17875">
                  <c:v>4.9590100000000001</c:v>
                </c:pt>
                <c:pt idx="17876">
                  <c:v>4.95932</c:v>
                </c:pt>
                <c:pt idx="17877">
                  <c:v>4.9596200000000001</c:v>
                </c:pt>
                <c:pt idx="17878">
                  <c:v>4.9599299999999999</c:v>
                </c:pt>
                <c:pt idx="17879">
                  <c:v>4.9602300000000001</c:v>
                </c:pt>
                <c:pt idx="17880">
                  <c:v>4.9605399999999999</c:v>
                </c:pt>
                <c:pt idx="17881">
                  <c:v>4.9608400000000001</c:v>
                </c:pt>
                <c:pt idx="17882">
                  <c:v>4.9611499999999999</c:v>
                </c:pt>
                <c:pt idx="17883">
                  <c:v>4.9614599999999998</c:v>
                </c:pt>
                <c:pt idx="17884">
                  <c:v>4.9617599999999999</c:v>
                </c:pt>
                <c:pt idx="17885">
                  <c:v>4.9620699999999998</c:v>
                </c:pt>
                <c:pt idx="17886">
                  <c:v>4.9623699999999999</c:v>
                </c:pt>
                <c:pt idx="17887">
                  <c:v>4.9626799999999998</c:v>
                </c:pt>
                <c:pt idx="17888">
                  <c:v>4.9629799999999999</c:v>
                </c:pt>
                <c:pt idx="17889">
                  <c:v>4.9632899999999998</c:v>
                </c:pt>
                <c:pt idx="17890">
                  <c:v>4.9635899999999999</c:v>
                </c:pt>
                <c:pt idx="17891">
                  <c:v>4.9638999999999998</c:v>
                </c:pt>
                <c:pt idx="17892">
                  <c:v>4.9641999999999999</c:v>
                </c:pt>
                <c:pt idx="17893">
                  <c:v>4.9645099999999998</c:v>
                </c:pt>
                <c:pt idx="17894">
                  <c:v>4.9648099999999999</c:v>
                </c:pt>
                <c:pt idx="17895">
                  <c:v>4.9651199999999998</c:v>
                </c:pt>
                <c:pt idx="17896">
                  <c:v>4.9654299999999996</c:v>
                </c:pt>
                <c:pt idx="17897">
                  <c:v>4.9657299999999998</c:v>
                </c:pt>
                <c:pt idx="17898">
                  <c:v>4.9660399999999996</c:v>
                </c:pt>
                <c:pt idx="17899">
                  <c:v>4.9663399999999998</c:v>
                </c:pt>
                <c:pt idx="17900">
                  <c:v>4.9666499999999996</c:v>
                </c:pt>
                <c:pt idx="17901">
                  <c:v>4.9669499999999998</c:v>
                </c:pt>
                <c:pt idx="17902">
                  <c:v>4.9672599999999996</c:v>
                </c:pt>
                <c:pt idx="17903">
                  <c:v>4.9675599999999998</c:v>
                </c:pt>
                <c:pt idx="17904">
                  <c:v>4.9678699999999996</c:v>
                </c:pt>
                <c:pt idx="17905">
                  <c:v>4.9681699999999998</c:v>
                </c:pt>
                <c:pt idx="17906">
                  <c:v>4.9684799999999996</c:v>
                </c:pt>
                <c:pt idx="17907">
                  <c:v>4.9687799999999998</c:v>
                </c:pt>
                <c:pt idx="17908">
                  <c:v>4.9690899999999996</c:v>
                </c:pt>
                <c:pt idx="17909">
                  <c:v>4.9694000000000003</c:v>
                </c:pt>
                <c:pt idx="17910">
                  <c:v>4.9696999999999996</c:v>
                </c:pt>
                <c:pt idx="17911">
                  <c:v>4.9700100000000003</c:v>
                </c:pt>
                <c:pt idx="17912">
                  <c:v>4.9703099999999996</c:v>
                </c:pt>
                <c:pt idx="17913">
                  <c:v>4.9706200000000003</c:v>
                </c:pt>
                <c:pt idx="17914">
                  <c:v>4.9709199999999996</c:v>
                </c:pt>
                <c:pt idx="17915">
                  <c:v>4.9712300000000003</c:v>
                </c:pt>
                <c:pt idx="17916">
                  <c:v>4.9715299999999996</c:v>
                </c:pt>
                <c:pt idx="17917">
                  <c:v>4.9718400000000003</c:v>
                </c:pt>
                <c:pt idx="17918">
                  <c:v>4.9721399999999996</c:v>
                </c:pt>
                <c:pt idx="17919">
                  <c:v>4.9724500000000003</c:v>
                </c:pt>
                <c:pt idx="17920">
                  <c:v>4.9727499999999996</c:v>
                </c:pt>
                <c:pt idx="17921">
                  <c:v>4.9730600000000003</c:v>
                </c:pt>
                <c:pt idx="17922">
                  <c:v>4.9733700000000001</c:v>
                </c:pt>
                <c:pt idx="17923">
                  <c:v>4.9736700000000003</c:v>
                </c:pt>
                <c:pt idx="17924">
                  <c:v>4.9739800000000001</c:v>
                </c:pt>
                <c:pt idx="17925">
                  <c:v>4.9742800000000003</c:v>
                </c:pt>
                <c:pt idx="17926">
                  <c:v>4.9745900000000001</c:v>
                </c:pt>
                <c:pt idx="17927">
                  <c:v>4.9748900000000003</c:v>
                </c:pt>
                <c:pt idx="17928">
                  <c:v>4.9752000000000001</c:v>
                </c:pt>
                <c:pt idx="17929">
                  <c:v>4.9755000000000003</c:v>
                </c:pt>
                <c:pt idx="17930">
                  <c:v>4.9758100000000001</c:v>
                </c:pt>
                <c:pt idx="17931">
                  <c:v>4.9761100000000003</c:v>
                </c:pt>
                <c:pt idx="17932">
                  <c:v>4.9764200000000001</c:v>
                </c:pt>
                <c:pt idx="17933">
                  <c:v>4.9767299999999999</c:v>
                </c:pt>
                <c:pt idx="17934">
                  <c:v>4.9770300000000001</c:v>
                </c:pt>
                <c:pt idx="17935">
                  <c:v>4.9773399999999999</c:v>
                </c:pt>
                <c:pt idx="17936">
                  <c:v>4.9776400000000001</c:v>
                </c:pt>
                <c:pt idx="17937">
                  <c:v>4.9779499999999999</c:v>
                </c:pt>
                <c:pt idx="17938">
                  <c:v>4.9782500000000001</c:v>
                </c:pt>
                <c:pt idx="17939">
                  <c:v>4.9785599999999999</c:v>
                </c:pt>
                <c:pt idx="17940">
                  <c:v>4.9788600000000001</c:v>
                </c:pt>
                <c:pt idx="17941">
                  <c:v>4.9791699999999999</c:v>
                </c:pt>
                <c:pt idx="17942">
                  <c:v>4.9794700000000001</c:v>
                </c:pt>
                <c:pt idx="17943">
                  <c:v>4.9797799999999999</c:v>
                </c:pt>
                <c:pt idx="17944">
                  <c:v>4.9800800000000001</c:v>
                </c:pt>
                <c:pt idx="17945">
                  <c:v>4.9803899999999999</c:v>
                </c:pt>
                <c:pt idx="17946">
                  <c:v>4.9806999999999997</c:v>
                </c:pt>
                <c:pt idx="17947">
                  <c:v>4.9809999999999999</c:v>
                </c:pt>
                <c:pt idx="17948">
                  <c:v>4.9813099999999997</c:v>
                </c:pt>
                <c:pt idx="17949">
                  <c:v>4.9816099999999999</c:v>
                </c:pt>
                <c:pt idx="17950">
                  <c:v>4.9819199999999997</c:v>
                </c:pt>
                <c:pt idx="17951">
                  <c:v>4.9822199999999999</c:v>
                </c:pt>
                <c:pt idx="17952">
                  <c:v>4.9825299999999997</c:v>
                </c:pt>
                <c:pt idx="17953">
                  <c:v>4.9828299999999999</c:v>
                </c:pt>
                <c:pt idx="17954">
                  <c:v>4.9831399999999997</c:v>
                </c:pt>
                <c:pt idx="17955">
                  <c:v>4.9834399999999999</c:v>
                </c:pt>
                <c:pt idx="17956">
                  <c:v>4.9837499999999997</c:v>
                </c:pt>
                <c:pt idx="17957">
                  <c:v>4.9840499999999999</c:v>
                </c:pt>
                <c:pt idx="17958">
                  <c:v>4.9843599999999997</c:v>
                </c:pt>
                <c:pt idx="17959">
                  <c:v>4.9846700000000004</c:v>
                </c:pt>
                <c:pt idx="17960">
                  <c:v>4.9849699999999997</c:v>
                </c:pt>
                <c:pt idx="17961">
                  <c:v>4.9852800000000004</c:v>
                </c:pt>
                <c:pt idx="17962">
                  <c:v>4.9855799999999997</c:v>
                </c:pt>
                <c:pt idx="17963">
                  <c:v>4.9858900000000004</c:v>
                </c:pt>
                <c:pt idx="17964">
                  <c:v>4.9861899999999997</c:v>
                </c:pt>
                <c:pt idx="17965">
                  <c:v>4.9865000000000004</c:v>
                </c:pt>
                <c:pt idx="17966">
                  <c:v>4.9867999999999997</c:v>
                </c:pt>
                <c:pt idx="17967">
                  <c:v>4.9871100000000004</c:v>
                </c:pt>
                <c:pt idx="17968">
                  <c:v>4.9874099999999997</c:v>
                </c:pt>
                <c:pt idx="17969">
                  <c:v>4.9877200000000004</c:v>
                </c:pt>
                <c:pt idx="17970">
                  <c:v>4.9880199999999997</c:v>
                </c:pt>
                <c:pt idx="17971">
                  <c:v>4.9883300000000004</c:v>
                </c:pt>
                <c:pt idx="17972">
                  <c:v>4.9886400000000002</c:v>
                </c:pt>
                <c:pt idx="17973">
                  <c:v>4.9889400000000004</c:v>
                </c:pt>
                <c:pt idx="17974">
                  <c:v>4.9892500000000002</c:v>
                </c:pt>
                <c:pt idx="17975">
                  <c:v>4.9895500000000004</c:v>
                </c:pt>
                <c:pt idx="17976">
                  <c:v>4.9898600000000002</c:v>
                </c:pt>
                <c:pt idx="17977">
                  <c:v>4.9901600000000004</c:v>
                </c:pt>
                <c:pt idx="17978">
                  <c:v>4.9904700000000002</c:v>
                </c:pt>
                <c:pt idx="17979">
                  <c:v>4.9907700000000004</c:v>
                </c:pt>
                <c:pt idx="17980">
                  <c:v>4.9910800000000002</c:v>
                </c:pt>
                <c:pt idx="17981">
                  <c:v>4.9913800000000004</c:v>
                </c:pt>
                <c:pt idx="17982">
                  <c:v>4.9916900000000002</c:v>
                </c:pt>
                <c:pt idx="17983">
                  <c:v>4.9919900000000004</c:v>
                </c:pt>
                <c:pt idx="17984">
                  <c:v>4.9923000000000002</c:v>
                </c:pt>
                <c:pt idx="17985">
                  <c:v>4.99261</c:v>
                </c:pt>
                <c:pt idx="17986">
                  <c:v>4.9929100000000002</c:v>
                </c:pt>
                <c:pt idx="17987">
                  <c:v>4.99322</c:v>
                </c:pt>
                <c:pt idx="17988">
                  <c:v>4.9935200000000002</c:v>
                </c:pt>
                <c:pt idx="17989">
                  <c:v>4.99383</c:v>
                </c:pt>
                <c:pt idx="17990">
                  <c:v>4.9941300000000002</c:v>
                </c:pt>
                <c:pt idx="17991">
                  <c:v>4.99444</c:v>
                </c:pt>
                <c:pt idx="17992">
                  <c:v>4.9947400000000002</c:v>
                </c:pt>
                <c:pt idx="17993">
                  <c:v>4.99505</c:v>
                </c:pt>
                <c:pt idx="17994">
                  <c:v>4.9953500000000002</c:v>
                </c:pt>
                <c:pt idx="17995">
                  <c:v>4.99566</c:v>
                </c:pt>
                <c:pt idx="17996">
                  <c:v>4.9959699999999998</c:v>
                </c:pt>
                <c:pt idx="17997">
                  <c:v>4.99627</c:v>
                </c:pt>
                <c:pt idx="17998">
                  <c:v>4.9965799999999998</c:v>
                </c:pt>
                <c:pt idx="17999">
                  <c:v>4.99688</c:v>
                </c:pt>
                <c:pt idx="18000">
                  <c:v>4.9971899999999998</c:v>
                </c:pt>
                <c:pt idx="18001">
                  <c:v>4.99749</c:v>
                </c:pt>
                <c:pt idx="18002">
                  <c:v>4.9977999999999998</c:v>
                </c:pt>
                <c:pt idx="18003">
                  <c:v>4.9981</c:v>
                </c:pt>
                <c:pt idx="18004">
                  <c:v>4.9984099999999998</c:v>
                </c:pt>
                <c:pt idx="18005">
                  <c:v>4.99871</c:v>
                </c:pt>
                <c:pt idx="18006">
                  <c:v>4.9990199999999998</c:v>
                </c:pt>
                <c:pt idx="18007">
                  <c:v>4.99932</c:v>
                </c:pt>
                <c:pt idx="18008">
                  <c:v>4.9996299999999998</c:v>
                </c:pt>
                <c:pt idx="18009">
                  <c:v>4.9999399999999996</c:v>
                </c:pt>
                <c:pt idx="18010">
                  <c:v>5.0002399999999998</c:v>
                </c:pt>
                <c:pt idx="18011">
                  <c:v>5.0005499999999996</c:v>
                </c:pt>
                <c:pt idx="18012">
                  <c:v>5.0008499999999998</c:v>
                </c:pt>
                <c:pt idx="18013">
                  <c:v>5.0011599999999996</c:v>
                </c:pt>
                <c:pt idx="18014">
                  <c:v>5.0014599999999998</c:v>
                </c:pt>
                <c:pt idx="18015">
                  <c:v>5.0017699999999996</c:v>
                </c:pt>
                <c:pt idx="18016">
                  <c:v>5.0020699999999998</c:v>
                </c:pt>
                <c:pt idx="18017">
                  <c:v>5.0023799999999996</c:v>
                </c:pt>
                <c:pt idx="18018">
                  <c:v>5.0026799999999998</c:v>
                </c:pt>
                <c:pt idx="18019">
                  <c:v>5.0029899999999996</c:v>
                </c:pt>
                <c:pt idx="18020">
                  <c:v>5.0032899999999998</c:v>
                </c:pt>
                <c:pt idx="18021">
                  <c:v>5.0035999999999996</c:v>
                </c:pt>
                <c:pt idx="18022">
                  <c:v>5.0039100000000003</c:v>
                </c:pt>
                <c:pt idx="18023">
                  <c:v>5.0042099999999996</c:v>
                </c:pt>
                <c:pt idx="18024">
                  <c:v>5.0045200000000003</c:v>
                </c:pt>
                <c:pt idx="18025">
                  <c:v>5.0048199999999996</c:v>
                </c:pt>
                <c:pt idx="18026">
                  <c:v>5.0051300000000003</c:v>
                </c:pt>
                <c:pt idx="18027">
                  <c:v>5.0054299999999996</c:v>
                </c:pt>
                <c:pt idx="18028">
                  <c:v>5.0057400000000003</c:v>
                </c:pt>
                <c:pt idx="18029">
                  <c:v>5.0060399999999996</c:v>
                </c:pt>
                <c:pt idx="18030">
                  <c:v>5.0063500000000003</c:v>
                </c:pt>
                <c:pt idx="18031">
                  <c:v>5.0066499999999996</c:v>
                </c:pt>
                <c:pt idx="18032">
                  <c:v>5.0069600000000003</c:v>
                </c:pt>
                <c:pt idx="18033">
                  <c:v>5.0072599999999996</c:v>
                </c:pt>
                <c:pt idx="18034">
                  <c:v>5.0075700000000003</c:v>
                </c:pt>
                <c:pt idx="18035">
                  <c:v>5.0078800000000001</c:v>
                </c:pt>
                <c:pt idx="18036">
                  <c:v>5.0081800000000003</c:v>
                </c:pt>
                <c:pt idx="18037">
                  <c:v>5.0084900000000001</c:v>
                </c:pt>
                <c:pt idx="18038">
                  <c:v>5.0087900000000003</c:v>
                </c:pt>
                <c:pt idx="18039">
                  <c:v>5.0091000000000001</c:v>
                </c:pt>
                <c:pt idx="18040">
                  <c:v>5.0094000000000003</c:v>
                </c:pt>
                <c:pt idx="18041">
                  <c:v>5.0097100000000001</c:v>
                </c:pt>
                <c:pt idx="18042">
                  <c:v>5.0100100000000003</c:v>
                </c:pt>
                <c:pt idx="18043">
                  <c:v>5.0103200000000001</c:v>
                </c:pt>
                <c:pt idx="18044">
                  <c:v>5.0106200000000003</c:v>
                </c:pt>
                <c:pt idx="18045">
                  <c:v>5.0109300000000001</c:v>
                </c:pt>
                <c:pt idx="18046">
                  <c:v>5.0112300000000003</c:v>
                </c:pt>
                <c:pt idx="18047">
                  <c:v>5.0115400000000001</c:v>
                </c:pt>
                <c:pt idx="18048">
                  <c:v>5.0118499999999999</c:v>
                </c:pt>
                <c:pt idx="18049">
                  <c:v>5.0121500000000001</c:v>
                </c:pt>
                <c:pt idx="18050">
                  <c:v>5.0124599999999999</c:v>
                </c:pt>
                <c:pt idx="18051">
                  <c:v>5.0127600000000001</c:v>
                </c:pt>
                <c:pt idx="18052">
                  <c:v>5.0130699999999999</c:v>
                </c:pt>
                <c:pt idx="18053">
                  <c:v>5.0133700000000001</c:v>
                </c:pt>
                <c:pt idx="18054">
                  <c:v>5.0136799999999999</c:v>
                </c:pt>
                <c:pt idx="18055">
                  <c:v>5.0139800000000001</c:v>
                </c:pt>
                <c:pt idx="18056">
                  <c:v>5.0142899999999999</c:v>
                </c:pt>
                <c:pt idx="18057">
                  <c:v>5.0145900000000001</c:v>
                </c:pt>
                <c:pt idx="18058">
                  <c:v>5.0148999999999999</c:v>
                </c:pt>
                <c:pt idx="18059">
                  <c:v>5.0152099999999997</c:v>
                </c:pt>
                <c:pt idx="18060">
                  <c:v>5.0155099999999999</c:v>
                </c:pt>
                <c:pt idx="18061">
                  <c:v>5.0158199999999997</c:v>
                </c:pt>
                <c:pt idx="18062">
                  <c:v>5.0161199999999999</c:v>
                </c:pt>
                <c:pt idx="18063">
                  <c:v>5.0164299999999997</c:v>
                </c:pt>
                <c:pt idx="18064">
                  <c:v>5.0167299999999999</c:v>
                </c:pt>
                <c:pt idx="18065">
                  <c:v>5.0170399999999997</c:v>
                </c:pt>
                <c:pt idx="18066">
                  <c:v>5.0173399999999999</c:v>
                </c:pt>
                <c:pt idx="18067">
                  <c:v>5.0176499999999997</c:v>
                </c:pt>
                <c:pt idx="18068">
                  <c:v>5.0179499999999999</c:v>
                </c:pt>
                <c:pt idx="18069">
                  <c:v>5.0182599999999997</c:v>
                </c:pt>
                <c:pt idx="18070">
                  <c:v>5.0185599999999999</c:v>
                </c:pt>
                <c:pt idx="18071">
                  <c:v>5.0188699999999997</c:v>
                </c:pt>
                <c:pt idx="18072">
                  <c:v>5.0191800000000004</c:v>
                </c:pt>
                <c:pt idx="18073">
                  <c:v>5.0194799999999997</c:v>
                </c:pt>
                <c:pt idx="18074">
                  <c:v>5.0197900000000004</c:v>
                </c:pt>
                <c:pt idx="18075">
                  <c:v>5.0200899999999997</c:v>
                </c:pt>
                <c:pt idx="18076">
                  <c:v>5.0204000000000004</c:v>
                </c:pt>
                <c:pt idx="18077">
                  <c:v>5.0206999999999997</c:v>
                </c:pt>
                <c:pt idx="18078">
                  <c:v>5.0210100000000004</c:v>
                </c:pt>
                <c:pt idx="18079">
                  <c:v>5.0213099999999997</c:v>
                </c:pt>
                <c:pt idx="18080">
                  <c:v>5.0216200000000004</c:v>
                </c:pt>
                <c:pt idx="18081">
                  <c:v>5.0219199999999997</c:v>
                </c:pt>
                <c:pt idx="18082">
                  <c:v>5.0222300000000004</c:v>
                </c:pt>
                <c:pt idx="18083">
                  <c:v>5.0225299999999997</c:v>
                </c:pt>
                <c:pt idx="18084">
                  <c:v>5.0228400000000004</c:v>
                </c:pt>
                <c:pt idx="18085">
                  <c:v>5.0231500000000002</c:v>
                </c:pt>
                <c:pt idx="18086">
                  <c:v>5.0234500000000004</c:v>
                </c:pt>
                <c:pt idx="18087">
                  <c:v>5.0237600000000002</c:v>
                </c:pt>
                <c:pt idx="18088">
                  <c:v>5.0240600000000004</c:v>
                </c:pt>
                <c:pt idx="18089">
                  <c:v>5.0243700000000002</c:v>
                </c:pt>
                <c:pt idx="18090">
                  <c:v>5.0246700000000004</c:v>
                </c:pt>
                <c:pt idx="18091">
                  <c:v>5.0249800000000002</c:v>
                </c:pt>
                <c:pt idx="18092">
                  <c:v>5.0252800000000004</c:v>
                </c:pt>
                <c:pt idx="18093">
                  <c:v>5.0255900000000002</c:v>
                </c:pt>
                <c:pt idx="18094">
                  <c:v>5.0258900000000004</c:v>
                </c:pt>
                <c:pt idx="18095">
                  <c:v>5.0262000000000002</c:v>
                </c:pt>
                <c:pt idx="18096">
                  <c:v>5.0265000000000004</c:v>
                </c:pt>
                <c:pt idx="18097">
                  <c:v>5.0268100000000002</c:v>
                </c:pt>
                <c:pt idx="18098">
                  <c:v>5.02712</c:v>
                </c:pt>
                <c:pt idx="18099">
                  <c:v>5.0274200000000002</c:v>
                </c:pt>
                <c:pt idx="18100">
                  <c:v>5.02773</c:v>
                </c:pt>
                <c:pt idx="18101">
                  <c:v>5.0280300000000002</c:v>
                </c:pt>
                <c:pt idx="18102">
                  <c:v>5.02834</c:v>
                </c:pt>
                <c:pt idx="18103">
                  <c:v>5.0286400000000002</c:v>
                </c:pt>
                <c:pt idx="18104">
                  <c:v>5.02895</c:v>
                </c:pt>
                <c:pt idx="18105">
                  <c:v>5.0292500000000002</c:v>
                </c:pt>
                <c:pt idx="18106">
                  <c:v>5.02956</c:v>
                </c:pt>
                <c:pt idx="18107">
                  <c:v>5.0298600000000002</c:v>
                </c:pt>
                <c:pt idx="18108">
                  <c:v>5.03017</c:v>
                </c:pt>
                <c:pt idx="18109">
                  <c:v>5.0304799999999998</c:v>
                </c:pt>
                <c:pt idx="18110">
                  <c:v>5.03078</c:v>
                </c:pt>
                <c:pt idx="18111">
                  <c:v>5.0310899999999998</c:v>
                </c:pt>
                <c:pt idx="18112">
                  <c:v>5.03139</c:v>
                </c:pt>
                <c:pt idx="18113">
                  <c:v>5.0316999999999998</c:v>
                </c:pt>
                <c:pt idx="18114">
                  <c:v>5.032</c:v>
                </c:pt>
                <c:pt idx="18115">
                  <c:v>5.0323099999999998</c:v>
                </c:pt>
                <c:pt idx="18116">
                  <c:v>5.03261</c:v>
                </c:pt>
                <c:pt idx="18117">
                  <c:v>5.0329199999999998</c:v>
                </c:pt>
                <c:pt idx="18118">
                  <c:v>5.03322</c:v>
                </c:pt>
                <c:pt idx="18119">
                  <c:v>5.0335299999999998</c:v>
                </c:pt>
                <c:pt idx="18120">
                  <c:v>5.03383</c:v>
                </c:pt>
                <c:pt idx="18121">
                  <c:v>5.0341399999999998</c:v>
                </c:pt>
                <c:pt idx="18122">
                  <c:v>5.0344499999999996</c:v>
                </c:pt>
                <c:pt idx="18123">
                  <c:v>5.0347499999999998</c:v>
                </c:pt>
                <c:pt idx="18124">
                  <c:v>5.0350599999999996</c:v>
                </c:pt>
                <c:pt idx="18125">
                  <c:v>5.0353599999999998</c:v>
                </c:pt>
                <c:pt idx="18126">
                  <c:v>5.0356699999999996</c:v>
                </c:pt>
                <c:pt idx="18127">
                  <c:v>5.0359699999999998</c:v>
                </c:pt>
                <c:pt idx="18128">
                  <c:v>5.0362799999999996</c:v>
                </c:pt>
                <c:pt idx="18129">
                  <c:v>5.0365799999999998</c:v>
                </c:pt>
                <c:pt idx="18130">
                  <c:v>5.0368899999999996</c:v>
                </c:pt>
                <c:pt idx="18131">
                  <c:v>5.0371899999999998</c:v>
                </c:pt>
                <c:pt idx="18132">
                  <c:v>5.0374999999999996</c:v>
                </c:pt>
                <c:pt idx="18133">
                  <c:v>5.0377999999999998</c:v>
                </c:pt>
                <c:pt idx="18134">
                  <c:v>5.0381099999999996</c:v>
                </c:pt>
                <c:pt idx="18135">
                  <c:v>5.0384200000000003</c:v>
                </c:pt>
                <c:pt idx="18136">
                  <c:v>5.0387199999999996</c:v>
                </c:pt>
                <c:pt idx="18137">
                  <c:v>5.0390300000000003</c:v>
                </c:pt>
                <c:pt idx="18138">
                  <c:v>5.0393299999999996</c:v>
                </c:pt>
                <c:pt idx="18139">
                  <c:v>5.0396400000000003</c:v>
                </c:pt>
                <c:pt idx="18140">
                  <c:v>5.0399399999999996</c:v>
                </c:pt>
                <c:pt idx="18141">
                  <c:v>5.0402500000000003</c:v>
                </c:pt>
                <c:pt idx="18142">
                  <c:v>5.0405499999999996</c:v>
                </c:pt>
                <c:pt idx="18143">
                  <c:v>5.0408600000000003</c:v>
                </c:pt>
                <c:pt idx="18144">
                  <c:v>5.0411599999999996</c:v>
                </c:pt>
                <c:pt idx="18145">
                  <c:v>5.0414700000000003</c:v>
                </c:pt>
                <c:pt idx="18146">
                  <c:v>5.0417699999999996</c:v>
                </c:pt>
                <c:pt idx="18147">
                  <c:v>5.0420800000000003</c:v>
                </c:pt>
                <c:pt idx="18148">
                  <c:v>5.0423900000000001</c:v>
                </c:pt>
                <c:pt idx="18149">
                  <c:v>5.0426900000000003</c:v>
                </c:pt>
                <c:pt idx="18150">
                  <c:v>5.0430000000000001</c:v>
                </c:pt>
                <c:pt idx="18151">
                  <c:v>5.0433000000000003</c:v>
                </c:pt>
                <c:pt idx="18152">
                  <c:v>5.0436100000000001</c:v>
                </c:pt>
                <c:pt idx="18153">
                  <c:v>5.0439100000000003</c:v>
                </c:pt>
                <c:pt idx="18154">
                  <c:v>5.0442200000000001</c:v>
                </c:pt>
                <c:pt idx="18155">
                  <c:v>5.0445200000000003</c:v>
                </c:pt>
                <c:pt idx="18156">
                  <c:v>5.0448300000000001</c:v>
                </c:pt>
                <c:pt idx="18157">
                  <c:v>5.0451300000000003</c:v>
                </c:pt>
                <c:pt idx="18158">
                  <c:v>5.0454400000000001</c:v>
                </c:pt>
                <c:pt idx="18159">
                  <c:v>5.0457400000000003</c:v>
                </c:pt>
                <c:pt idx="18160">
                  <c:v>5.0460500000000001</c:v>
                </c:pt>
                <c:pt idx="18161">
                  <c:v>5.04636</c:v>
                </c:pt>
                <c:pt idx="18162">
                  <c:v>5.0466600000000001</c:v>
                </c:pt>
                <c:pt idx="18163">
                  <c:v>5.04697</c:v>
                </c:pt>
                <c:pt idx="18164">
                  <c:v>5.0472700000000001</c:v>
                </c:pt>
                <c:pt idx="18165">
                  <c:v>5.04758</c:v>
                </c:pt>
                <c:pt idx="18166">
                  <c:v>5.0478800000000001</c:v>
                </c:pt>
                <c:pt idx="18167">
                  <c:v>5.04819</c:v>
                </c:pt>
                <c:pt idx="18168">
                  <c:v>5.0484900000000001</c:v>
                </c:pt>
                <c:pt idx="18169">
                  <c:v>5.0488</c:v>
                </c:pt>
                <c:pt idx="18170">
                  <c:v>5.0491000000000001</c:v>
                </c:pt>
                <c:pt idx="18171">
                  <c:v>5.04941</c:v>
                </c:pt>
                <c:pt idx="18172">
                  <c:v>5.0497199999999998</c:v>
                </c:pt>
                <c:pt idx="18173">
                  <c:v>5.05002</c:v>
                </c:pt>
                <c:pt idx="18174">
                  <c:v>5.0503299999999998</c:v>
                </c:pt>
                <c:pt idx="18175">
                  <c:v>5.05063</c:v>
                </c:pt>
                <c:pt idx="18176">
                  <c:v>5.0509399999999998</c:v>
                </c:pt>
                <c:pt idx="18177">
                  <c:v>5.05124</c:v>
                </c:pt>
                <c:pt idx="18178">
                  <c:v>5.0515499999999998</c:v>
                </c:pt>
                <c:pt idx="18179">
                  <c:v>5.05185</c:v>
                </c:pt>
                <c:pt idx="18180">
                  <c:v>5.0521599999999998</c:v>
                </c:pt>
                <c:pt idx="18181">
                  <c:v>5.05246</c:v>
                </c:pt>
                <c:pt idx="18182">
                  <c:v>5.0527699999999998</c:v>
                </c:pt>
                <c:pt idx="18183">
                  <c:v>5.05307</c:v>
                </c:pt>
                <c:pt idx="18184">
                  <c:v>5.0533799999999998</c:v>
                </c:pt>
                <c:pt idx="18185">
                  <c:v>5.0536899999999996</c:v>
                </c:pt>
                <c:pt idx="18186">
                  <c:v>5.0539899999999998</c:v>
                </c:pt>
                <c:pt idx="18187">
                  <c:v>5.0542999999999996</c:v>
                </c:pt>
                <c:pt idx="18188">
                  <c:v>5.0545999999999998</c:v>
                </c:pt>
                <c:pt idx="18189">
                  <c:v>5.0549099999999996</c:v>
                </c:pt>
                <c:pt idx="18190">
                  <c:v>5.0552099999999998</c:v>
                </c:pt>
                <c:pt idx="18191">
                  <c:v>5.0555199999999996</c:v>
                </c:pt>
                <c:pt idx="18192">
                  <c:v>5.0558199999999998</c:v>
                </c:pt>
                <c:pt idx="18193">
                  <c:v>5.0561299999999996</c:v>
                </c:pt>
                <c:pt idx="18194">
                  <c:v>5.0564299999999998</c:v>
                </c:pt>
                <c:pt idx="18195">
                  <c:v>5.0567399999999996</c:v>
                </c:pt>
                <c:pt idx="18196">
                  <c:v>5.0570399999999998</c:v>
                </c:pt>
                <c:pt idx="18197">
                  <c:v>5.0573499999999996</c:v>
                </c:pt>
                <c:pt idx="18198">
                  <c:v>5.0576600000000003</c:v>
                </c:pt>
                <c:pt idx="18199">
                  <c:v>5.0579599999999996</c:v>
                </c:pt>
                <c:pt idx="18200">
                  <c:v>5.0582700000000003</c:v>
                </c:pt>
                <c:pt idx="18201">
                  <c:v>5.0585699999999996</c:v>
                </c:pt>
                <c:pt idx="18202">
                  <c:v>5.0588800000000003</c:v>
                </c:pt>
                <c:pt idx="18203">
                  <c:v>5.0591799999999996</c:v>
                </c:pt>
                <c:pt idx="18204">
                  <c:v>5.0594900000000003</c:v>
                </c:pt>
                <c:pt idx="18205">
                  <c:v>5.0597899999999996</c:v>
                </c:pt>
                <c:pt idx="18206">
                  <c:v>5.0601000000000003</c:v>
                </c:pt>
                <c:pt idx="18207">
                  <c:v>5.0603999999999996</c:v>
                </c:pt>
                <c:pt idx="18208">
                  <c:v>5.0607100000000003</c:v>
                </c:pt>
                <c:pt idx="18209">
                  <c:v>5.0610099999999996</c:v>
                </c:pt>
                <c:pt idx="18210">
                  <c:v>5.0613200000000003</c:v>
                </c:pt>
                <c:pt idx="18211">
                  <c:v>5.0616300000000001</c:v>
                </c:pt>
                <c:pt idx="18212">
                  <c:v>5.0619300000000003</c:v>
                </c:pt>
                <c:pt idx="18213">
                  <c:v>5.0622400000000001</c:v>
                </c:pt>
                <c:pt idx="18214">
                  <c:v>5.0625400000000003</c:v>
                </c:pt>
                <c:pt idx="18215">
                  <c:v>5.0628500000000001</c:v>
                </c:pt>
                <c:pt idx="18216">
                  <c:v>5.0631500000000003</c:v>
                </c:pt>
                <c:pt idx="18217">
                  <c:v>5.0634600000000001</c:v>
                </c:pt>
                <c:pt idx="18218">
                  <c:v>5.0637600000000003</c:v>
                </c:pt>
                <c:pt idx="18219">
                  <c:v>5.0640700000000001</c:v>
                </c:pt>
                <c:pt idx="18220">
                  <c:v>5.0643700000000003</c:v>
                </c:pt>
                <c:pt idx="18221">
                  <c:v>5.0646800000000001</c:v>
                </c:pt>
                <c:pt idx="18222">
                  <c:v>5.0649800000000003</c:v>
                </c:pt>
                <c:pt idx="18223">
                  <c:v>5.0652900000000001</c:v>
                </c:pt>
                <c:pt idx="18224">
                  <c:v>5.0655999999999999</c:v>
                </c:pt>
                <c:pt idx="18225">
                  <c:v>5.0659000000000001</c:v>
                </c:pt>
                <c:pt idx="18226">
                  <c:v>5.0662099999999999</c:v>
                </c:pt>
                <c:pt idx="18227">
                  <c:v>5.0665100000000001</c:v>
                </c:pt>
                <c:pt idx="18228">
                  <c:v>5.0668199999999999</c:v>
                </c:pt>
                <c:pt idx="18229">
                  <c:v>5.0671200000000001</c:v>
                </c:pt>
                <c:pt idx="18230">
                  <c:v>5.0674299999999999</c:v>
                </c:pt>
                <c:pt idx="18231">
                  <c:v>5.0677300000000001</c:v>
                </c:pt>
                <c:pt idx="18232">
                  <c:v>5.0680399999999999</c:v>
                </c:pt>
                <c:pt idx="18233">
                  <c:v>5.0683400000000001</c:v>
                </c:pt>
                <c:pt idx="18234">
                  <c:v>5.0686499999999999</c:v>
                </c:pt>
                <c:pt idx="18235">
                  <c:v>5.0689599999999997</c:v>
                </c:pt>
                <c:pt idx="18236">
                  <c:v>5.0692599999999999</c:v>
                </c:pt>
                <c:pt idx="18237">
                  <c:v>5.0695699999999997</c:v>
                </c:pt>
                <c:pt idx="18238">
                  <c:v>5.0698699999999999</c:v>
                </c:pt>
                <c:pt idx="18239">
                  <c:v>5.0701799999999997</c:v>
                </c:pt>
                <c:pt idx="18240">
                  <c:v>5.0704799999999999</c:v>
                </c:pt>
                <c:pt idx="18241">
                  <c:v>5.0707899999999997</c:v>
                </c:pt>
                <c:pt idx="18242">
                  <c:v>5.0710899999999999</c:v>
                </c:pt>
                <c:pt idx="18243">
                  <c:v>5.0713999999999997</c:v>
                </c:pt>
                <c:pt idx="18244">
                  <c:v>5.0716999999999999</c:v>
                </c:pt>
                <c:pt idx="18245">
                  <c:v>5.0720099999999997</c:v>
                </c:pt>
                <c:pt idx="18246">
                  <c:v>5.0723099999999999</c:v>
                </c:pt>
                <c:pt idx="18247">
                  <c:v>5.0726199999999997</c:v>
                </c:pt>
                <c:pt idx="18248">
                  <c:v>5.0729300000000004</c:v>
                </c:pt>
                <c:pt idx="18249">
                  <c:v>5.0732299999999997</c:v>
                </c:pt>
                <c:pt idx="18250">
                  <c:v>5.0735400000000004</c:v>
                </c:pt>
                <c:pt idx="18251">
                  <c:v>5.0738399999999997</c:v>
                </c:pt>
                <c:pt idx="18252">
                  <c:v>5.0741500000000004</c:v>
                </c:pt>
                <c:pt idx="18253">
                  <c:v>5.0744499999999997</c:v>
                </c:pt>
                <c:pt idx="18254">
                  <c:v>5.0747600000000004</c:v>
                </c:pt>
                <c:pt idx="18255">
                  <c:v>5.0750599999999997</c:v>
                </c:pt>
                <c:pt idx="18256">
                  <c:v>5.0753700000000004</c:v>
                </c:pt>
                <c:pt idx="18257">
                  <c:v>5.0756699999999997</c:v>
                </c:pt>
                <c:pt idx="18258">
                  <c:v>5.0759800000000004</c:v>
                </c:pt>
                <c:pt idx="18259">
                  <c:v>5.0762799999999997</c:v>
                </c:pt>
                <c:pt idx="18260">
                  <c:v>5.0765900000000004</c:v>
                </c:pt>
                <c:pt idx="18261">
                  <c:v>5.0769000000000002</c:v>
                </c:pt>
                <c:pt idx="18262">
                  <c:v>5.0772000000000004</c:v>
                </c:pt>
                <c:pt idx="18263">
                  <c:v>5.0775100000000002</c:v>
                </c:pt>
                <c:pt idx="18264">
                  <c:v>5.0778100000000004</c:v>
                </c:pt>
                <c:pt idx="18265">
                  <c:v>5.0781200000000002</c:v>
                </c:pt>
                <c:pt idx="18266">
                  <c:v>5.0784200000000004</c:v>
                </c:pt>
                <c:pt idx="18267">
                  <c:v>5.0787300000000002</c:v>
                </c:pt>
                <c:pt idx="18268">
                  <c:v>5.0790300000000004</c:v>
                </c:pt>
                <c:pt idx="18269">
                  <c:v>5.0793400000000002</c:v>
                </c:pt>
                <c:pt idx="18270">
                  <c:v>5.0796400000000004</c:v>
                </c:pt>
                <c:pt idx="18271">
                  <c:v>5.0799500000000002</c:v>
                </c:pt>
                <c:pt idx="18272">
                  <c:v>5.0802500000000004</c:v>
                </c:pt>
                <c:pt idx="18273">
                  <c:v>5.0805600000000002</c:v>
                </c:pt>
                <c:pt idx="18274">
                  <c:v>5.08087</c:v>
                </c:pt>
                <c:pt idx="18275">
                  <c:v>5.0811700000000002</c:v>
                </c:pt>
                <c:pt idx="18276">
                  <c:v>5.08148</c:v>
                </c:pt>
                <c:pt idx="18277">
                  <c:v>5.0817800000000002</c:v>
                </c:pt>
                <c:pt idx="18278">
                  <c:v>5.08209</c:v>
                </c:pt>
                <c:pt idx="18279">
                  <c:v>5.0823900000000002</c:v>
                </c:pt>
                <c:pt idx="18280">
                  <c:v>5.0827</c:v>
                </c:pt>
                <c:pt idx="18281">
                  <c:v>5.0830000000000002</c:v>
                </c:pt>
                <c:pt idx="18282">
                  <c:v>5.08331</c:v>
                </c:pt>
                <c:pt idx="18283">
                  <c:v>5.0836100000000002</c:v>
                </c:pt>
                <c:pt idx="18284">
                  <c:v>5.08392</c:v>
                </c:pt>
                <c:pt idx="18285">
                  <c:v>5.0842299999999998</c:v>
                </c:pt>
                <c:pt idx="18286">
                  <c:v>5.08453</c:v>
                </c:pt>
                <c:pt idx="18287">
                  <c:v>5.0848399999999998</c:v>
                </c:pt>
                <c:pt idx="18288">
                  <c:v>5.08514</c:v>
                </c:pt>
                <c:pt idx="18289">
                  <c:v>5.0854499999999998</c:v>
                </c:pt>
                <c:pt idx="18290">
                  <c:v>5.08575</c:v>
                </c:pt>
                <c:pt idx="18291">
                  <c:v>5.0860599999999998</c:v>
                </c:pt>
                <c:pt idx="18292">
                  <c:v>5.08636</c:v>
                </c:pt>
                <c:pt idx="18293">
                  <c:v>5.0866699999999998</c:v>
                </c:pt>
                <c:pt idx="18294">
                  <c:v>5.08697</c:v>
                </c:pt>
                <c:pt idx="18295">
                  <c:v>5.0872799999999998</c:v>
                </c:pt>
                <c:pt idx="18296">
                  <c:v>5.08758</c:v>
                </c:pt>
                <c:pt idx="18297">
                  <c:v>5.0878899999999998</c:v>
                </c:pt>
                <c:pt idx="18298">
                  <c:v>5.0881999999999996</c:v>
                </c:pt>
                <c:pt idx="18299">
                  <c:v>5.0884999999999998</c:v>
                </c:pt>
                <c:pt idx="18300">
                  <c:v>5.0888099999999996</c:v>
                </c:pt>
                <c:pt idx="18301">
                  <c:v>5.0891099999999998</c:v>
                </c:pt>
                <c:pt idx="18302">
                  <c:v>5.0894199999999996</c:v>
                </c:pt>
                <c:pt idx="18303">
                  <c:v>5.0897199999999998</c:v>
                </c:pt>
                <c:pt idx="18304">
                  <c:v>5.0900299999999996</c:v>
                </c:pt>
                <c:pt idx="18305">
                  <c:v>5.0903299999999998</c:v>
                </c:pt>
                <c:pt idx="18306">
                  <c:v>5.0906399999999996</c:v>
                </c:pt>
                <c:pt idx="18307">
                  <c:v>5.0909399999999998</c:v>
                </c:pt>
                <c:pt idx="18308">
                  <c:v>5.0912499999999996</c:v>
                </c:pt>
                <c:pt idx="18309">
                  <c:v>5.0915499999999998</c:v>
                </c:pt>
                <c:pt idx="18310">
                  <c:v>5.0918599999999996</c:v>
                </c:pt>
                <c:pt idx="18311">
                  <c:v>5.0921700000000003</c:v>
                </c:pt>
                <c:pt idx="18312">
                  <c:v>5.0924699999999996</c:v>
                </c:pt>
                <c:pt idx="18313">
                  <c:v>5.0927800000000003</c:v>
                </c:pt>
                <c:pt idx="18314">
                  <c:v>5.0930799999999996</c:v>
                </c:pt>
                <c:pt idx="18315">
                  <c:v>5.0933900000000003</c:v>
                </c:pt>
                <c:pt idx="18316">
                  <c:v>5.0936899999999996</c:v>
                </c:pt>
                <c:pt idx="18317">
                  <c:v>5.0940000000000003</c:v>
                </c:pt>
                <c:pt idx="18318">
                  <c:v>5.0942999999999996</c:v>
                </c:pt>
                <c:pt idx="18319">
                  <c:v>5.0946100000000003</c:v>
                </c:pt>
                <c:pt idx="18320">
                  <c:v>5.0949099999999996</c:v>
                </c:pt>
                <c:pt idx="18321">
                  <c:v>5.0952200000000003</c:v>
                </c:pt>
                <c:pt idx="18322">
                  <c:v>5.0955199999999996</c:v>
                </c:pt>
                <c:pt idx="18323">
                  <c:v>5.0958300000000003</c:v>
                </c:pt>
                <c:pt idx="18324">
                  <c:v>5.0961400000000001</c:v>
                </c:pt>
                <c:pt idx="18325">
                  <c:v>5.0964400000000003</c:v>
                </c:pt>
                <c:pt idx="18326">
                  <c:v>5.0967500000000001</c:v>
                </c:pt>
                <c:pt idx="18327">
                  <c:v>5.0970500000000003</c:v>
                </c:pt>
                <c:pt idx="18328">
                  <c:v>5.0973600000000001</c:v>
                </c:pt>
                <c:pt idx="18329">
                  <c:v>5.0976600000000003</c:v>
                </c:pt>
                <c:pt idx="18330">
                  <c:v>5.0979700000000001</c:v>
                </c:pt>
                <c:pt idx="18331">
                  <c:v>5.0982700000000003</c:v>
                </c:pt>
                <c:pt idx="18332">
                  <c:v>5.0985800000000001</c:v>
                </c:pt>
                <c:pt idx="18333">
                  <c:v>5.0988800000000003</c:v>
                </c:pt>
                <c:pt idx="18334">
                  <c:v>5.0991900000000001</c:v>
                </c:pt>
                <c:pt idx="18335">
                  <c:v>5.0994900000000003</c:v>
                </c:pt>
                <c:pt idx="18336">
                  <c:v>5.0998000000000001</c:v>
                </c:pt>
                <c:pt idx="18337">
                  <c:v>5.1001099999999999</c:v>
                </c:pt>
                <c:pt idx="18338">
                  <c:v>5.1004100000000001</c:v>
                </c:pt>
                <c:pt idx="18339">
                  <c:v>5.1007199999999999</c:v>
                </c:pt>
                <c:pt idx="18340">
                  <c:v>5.1010200000000001</c:v>
                </c:pt>
                <c:pt idx="18341">
                  <c:v>5.1013299999999999</c:v>
                </c:pt>
                <c:pt idx="18342">
                  <c:v>5.1016300000000001</c:v>
                </c:pt>
                <c:pt idx="18343">
                  <c:v>5.1019399999999999</c:v>
                </c:pt>
                <c:pt idx="18344">
                  <c:v>5.1022400000000001</c:v>
                </c:pt>
                <c:pt idx="18345">
                  <c:v>5.1025499999999999</c:v>
                </c:pt>
                <c:pt idx="18346">
                  <c:v>5.1028500000000001</c:v>
                </c:pt>
                <c:pt idx="18347">
                  <c:v>5.1031599999999999</c:v>
                </c:pt>
                <c:pt idx="18348">
                  <c:v>5.1034699999999997</c:v>
                </c:pt>
                <c:pt idx="18349">
                  <c:v>5.1037699999999999</c:v>
                </c:pt>
                <c:pt idx="18350">
                  <c:v>5.1040799999999997</c:v>
                </c:pt>
                <c:pt idx="18351">
                  <c:v>5.1043799999999999</c:v>
                </c:pt>
                <c:pt idx="18352">
                  <c:v>5.1046899999999997</c:v>
                </c:pt>
                <c:pt idx="18353">
                  <c:v>5.1049899999999999</c:v>
                </c:pt>
                <c:pt idx="18354">
                  <c:v>5.1052999999999997</c:v>
                </c:pt>
                <c:pt idx="18355">
                  <c:v>5.1055999999999999</c:v>
                </c:pt>
                <c:pt idx="18356">
                  <c:v>5.1059099999999997</c:v>
                </c:pt>
                <c:pt idx="18357">
                  <c:v>5.1062099999999999</c:v>
                </c:pt>
                <c:pt idx="18358">
                  <c:v>5.1065199999999997</c:v>
                </c:pt>
                <c:pt idx="18359">
                  <c:v>5.1068199999999999</c:v>
                </c:pt>
                <c:pt idx="18360">
                  <c:v>5.1071299999999997</c:v>
                </c:pt>
                <c:pt idx="18361">
                  <c:v>5.1074400000000004</c:v>
                </c:pt>
                <c:pt idx="18362">
                  <c:v>5.1077399999999997</c:v>
                </c:pt>
                <c:pt idx="18363">
                  <c:v>5.1080500000000004</c:v>
                </c:pt>
                <c:pt idx="18364">
                  <c:v>5.1083499999999997</c:v>
                </c:pt>
                <c:pt idx="18365">
                  <c:v>5.1086600000000004</c:v>
                </c:pt>
                <c:pt idx="18366">
                  <c:v>5.1089599999999997</c:v>
                </c:pt>
                <c:pt idx="18367">
                  <c:v>5.1092700000000004</c:v>
                </c:pt>
                <c:pt idx="18368">
                  <c:v>5.1095699999999997</c:v>
                </c:pt>
                <c:pt idx="18369">
                  <c:v>5.1098800000000004</c:v>
                </c:pt>
                <c:pt idx="18370">
                  <c:v>5.1101799999999997</c:v>
                </c:pt>
                <c:pt idx="18371">
                  <c:v>5.1104900000000004</c:v>
                </c:pt>
                <c:pt idx="18372">
                  <c:v>5.1107899999999997</c:v>
                </c:pt>
                <c:pt idx="18373">
                  <c:v>5.1111000000000004</c:v>
                </c:pt>
                <c:pt idx="18374">
                  <c:v>5.1114100000000002</c:v>
                </c:pt>
                <c:pt idx="18375">
                  <c:v>5.1117100000000004</c:v>
                </c:pt>
                <c:pt idx="18376">
                  <c:v>5.1120200000000002</c:v>
                </c:pt>
                <c:pt idx="18377">
                  <c:v>5.1123200000000004</c:v>
                </c:pt>
                <c:pt idx="18378">
                  <c:v>5.1126300000000002</c:v>
                </c:pt>
                <c:pt idx="18379">
                  <c:v>5.1129300000000004</c:v>
                </c:pt>
                <c:pt idx="18380">
                  <c:v>5.1132400000000002</c:v>
                </c:pt>
                <c:pt idx="18381">
                  <c:v>5.1135400000000004</c:v>
                </c:pt>
                <c:pt idx="18382">
                  <c:v>5.1138500000000002</c:v>
                </c:pt>
                <c:pt idx="18383">
                  <c:v>5.1141500000000004</c:v>
                </c:pt>
                <c:pt idx="18384">
                  <c:v>5.1144600000000002</c:v>
                </c:pt>
                <c:pt idx="18385">
                  <c:v>5.1147600000000004</c:v>
                </c:pt>
                <c:pt idx="18386">
                  <c:v>5.1150700000000002</c:v>
                </c:pt>
                <c:pt idx="18387">
                  <c:v>5.11538</c:v>
                </c:pt>
                <c:pt idx="18388">
                  <c:v>5.1156800000000002</c:v>
                </c:pt>
                <c:pt idx="18389">
                  <c:v>5.11599</c:v>
                </c:pt>
                <c:pt idx="18390">
                  <c:v>5.1162900000000002</c:v>
                </c:pt>
                <c:pt idx="18391">
                  <c:v>5.1166</c:v>
                </c:pt>
                <c:pt idx="18392">
                  <c:v>5.1169000000000002</c:v>
                </c:pt>
                <c:pt idx="18393">
                  <c:v>5.11721</c:v>
                </c:pt>
                <c:pt idx="18394">
                  <c:v>5.1175100000000002</c:v>
                </c:pt>
                <c:pt idx="18395">
                  <c:v>5.11782</c:v>
                </c:pt>
                <c:pt idx="18396">
                  <c:v>5.1181200000000002</c:v>
                </c:pt>
                <c:pt idx="18397">
                  <c:v>5.11843</c:v>
                </c:pt>
                <c:pt idx="18398">
                  <c:v>5.1187300000000002</c:v>
                </c:pt>
                <c:pt idx="18399">
                  <c:v>5.11904</c:v>
                </c:pt>
                <c:pt idx="18400">
                  <c:v>5.1193499999999998</c:v>
                </c:pt>
                <c:pt idx="18401">
                  <c:v>5.11965</c:v>
                </c:pt>
                <c:pt idx="18402">
                  <c:v>5.1199599999999998</c:v>
                </c:pt>
                <c:pt idx="18403">
                  <c:v>5.12026</c:v>
                </c:pt>
                <c:pt idx="18404">
                  <c:v>5.1205699999999998</c:v>
                </c:pt>
                <c:pt idx="18405">
                  <c:v>5.12087</c:v>
                </c:pt>
                <c:pt idx="18406">
                  <c:v>5.1211799999999998</c:v>
                </c:pt>
                <c:pt idx="18407">
                  <c:v>5.12148</c:v>
                </c:pt>
                <c:pt idx="18408">
                  <c:v>5.1217899999999998</c:v>
                </c:pt>
                <c:pt idx="18409">
                  <c:v>5.12209</c:v>
                </c:pt>
                <c:pt idx="18410">
                  <c:v>5.1223999999999998</c:v>
                </c:pt>
                <c:pt idx="18411">
                  <c:v>5.1227099999999997</c:v>
                </c:pt>
                <c:pt idx="18412">
                  <c:v>5.1230099999999998</c:v>
                </c:pt>
                <c:pt idx="18413">
                  <c:v>5.1233199999999997</c:v>
                </c:pt>
                <c:pt idx="18414">
                  <c:v>5.1236199999999998</c:v>
                </c:pt>
                <c:pt idx="18415">
                  <c:v>5.1239299999999997</c:v>
                </c:pt>
                <c:pt idx="18416">
                  <c:v>5.1242299999999998</c:v>
                </c:pt>
                <c:pt idx="18417">
                  <c:v>5.1245399999999997</c:v>
                </c:pt>
                <c:pt idx="18418">
                  <c:v>5.1248399999999998</c:v>
                </c:pt>
                <c:pt idx="18419">
                  <c:v>5.1251499999999997</c:v>
                </c:pt>
                <c:pt idx="18420">
                  <c:v>5.1254499999999998</c:v>
                </c:pt>
                <c:pt idx="18421">
                  <c:v>5.1257599999999996</c:v>
                </c:pt>
                <c:pt idx="18422">
                  <c:v>5.1260599999999998</c:v>
                </c:pt>
                <c:pt idx="18423">
                  <c:v>5.1263699999999996</c:v>
                </c:pt>
                <c:pt idx="18424">
                  <c:v>5.1266800000000003</c:v>
                </c:pt>
                <c:pt idx="18425">
                  <c:v>5.1269799999999996</c:v>
                </c:pt>
                <c:pt idx="18426">
                  <c:v>5.1272900000000003</c:v>
                </c:pt>
                <c:pt idx="18427">
                  <c:v>5.1275899999999996</c:v>
                </c:pt>
                <c:pt idx="18428">
                  <c:v>5.1279000000000003</c:v>
                </c:pt>
                <c:pt idx="18429">
                  <c:v>5.1281999999999996</c:v>
                </c:pt>
                <c:pt idx="18430">
                  <c:v>5.1285100000000003</c:v>
                </c:pt>
                <c:pt idx="18431">
                  <c:v>5.1288099999999996</c:v>
                </c:pt>
                <c:pt idx="18432">
                  <c:v>5.1291200000000003</c:v>
                </c:pt>
                <c:pt idx="18433">
                  <c:v>5.1294199999999996</c:v>
                </c:pt>
                <c:pt idx="18434">
                  <c:v>5.1297300000000003</c:v>
                </c:pt>
                <c:pt idx="18435">
                  <c:v>5.1300299999999996</c:v>
                </c:pt>
                <c:pt idx="18436">
                  <c:v>5.1303400000000003</c:v>
                </c:pt>
                <c:pt idx="18437">
                  <c:v>5.1306500000000002</c:v>
                </c:pt>
                <c:pt idx="18438">
                  <c:v>5.1309500000000003</c:v>
                </c:pt>
                <c:pt idx="18439">
                  <c:v>5.1312600000000002</c:v>
                </c:pt>
                <c:pt idx="18440">
                  <c:v>5.1315600000000003</c:v>
                </c:pt>
                <c:pt idx="18441">
                  <c:v>5.1318700000000002</c:v>
                </c:pt>
                <c:pt idx="18442">
                  <c:v>5.1321700000000003</c:v>
                </c:pt>
                <c:pt idx="18443">
                  <c:v>5.1324800000000002</c:v>
                </c:pt>
                <c:pt idx="18444">
                  <c:v>5.1327800000000003</c:v>
                </c:pt>
                <c:pt idx="18445">
                  <c:v>5.1330900000000002</c:v>
                </c:pt>
                <c:pt idx="18446">
                  <c:v>5.1333900000000003</c:v>
                </c:pt>
                <c:pt idx="18447">
                  <c:v>5.1337000000000002</c:v>
                </c:pt>
                <c:pt idx="18448">
                  <c:v>5.1340000000000003</c:v>
                </c:pt>
                <c:pt idx="18449">
                  <c:v>5.1343100000000002</c:v>
                </c:pt>
                <c:pt idx="18450">
                  <c:v>5.13462</c:v>
                </c:pt>
                <c:pt idx="18451">
                  <c:v>5.1349200000000002</c:v>
                </c:pt>
                <c:pt idx="18452">
                  <c:v>5.13523</c:v>
                </c:pt>
                <c:pt idx="18453">
                  <c:v>5.1355300000000002</c:v>
                </c:pt>
                <c:pt idx="18454">
                  <c:v>5.13584</c:v>
                </c:pt>
                <c:pt idx="18455">
                  <c:v>5.1361400000000001</c:v>
                </c:pt>
                <c:pt idx="18456">
                  <c:v>5.13645</c:v>
                </c:pt>
                <c:pt idx="18457">
                  <c:v>5.1367500000000001</c:v>
                </c:pt>
                <c:pt idx="18458">
                  <c:v>5.13706</c:v>
                </c:pt>
                <c:pt idx="18459">
                  <c:v>5.1373600000000001</c:v>
                </c:pt>
                <c:pt idx="18460">
                  <c:v>5.13767</c:v>
                </c:pt>
                <c:pt idx="18461">
                  <c:v>5.1379700000000001</c:v>
                </c:pt>
                <c:pt idx="18462">
                  <c:v>5.13828</c:v>
                </c:pt>
                <c:pt idx="18463">
                  <c:v>5.1385899999999998</c:v>
                </c:pt>
                <c:pt idx="18464">
                  <c:v>5.13889</c:v>
                </c:pt>
                <c:pt idx="18465">
                  <c:v>5.1391999999999998</c:v>
                </c:pt>
                <c:pt idx="18466">
                  <c:v>5.1395</c:v>
                </c:pt>
                <c:pt idx="18467">
                  <c:v>5.1398099999999998</c:v>
                </c:pt>
                <c:pt idx="18468">
                  <c:v>5.14011</c:v>
                </c:pt>
                <c:pt idx="18469">
                  <c:v>5.1404199999999998</c:v>
                </c:pt>
                <c:pt idx="18470">
                  <c:v>5.14072</c:v>
                </c:pt>
                <c:pt idx="18471">
                  <c:v>5.1410299999999998</c:v>
                </c:pt>
                <c:pt idx="18472">
                  <c:v>5.14133</c:v>
                </c:pt>
                <c:pt idx="18473">
                  <c:v>5.1416399999999998</c:v>
                </c:pt>
                <c:pt idx="18474">
                  <c:v>5.1419499999999996</c:v>
                </c:pt>
                <c:pt idx="18475">
                  <c:v>5.1422499999999998</c:v>
                </c:pt>
                <c:pt idx="18476">
                  <c:v>5.1425599999999996</c:v>
                </c:pt>
                <c:pt idx="18477">
                  <c:v>5.1428599999999998</c:v>
                </c:pt>
                <c:pt idx="18478">
                  <c:v>5.1431699999999996</c:v>
                </c:pt>
                <c:pt idx="18479">
                  <c:v>5.1434699999999998</c:v>
                </c:pt>
                <c:pt idx="18480">
                  <c:v>5.1437799999999996</c:v>
                </c:pt>
                <c:pt idx="18481">
                  <c:v>5.1440799999999998</c:v>
                </c:pt>
                <c:pt idx="18482">
                  <c:v>5.1443899999999996</c:v>
                </c:pt>
                <c:pt idx="18483">
                  <c:v>5.1446899999999998</c:v>
                </c:pt>
                <c:pt idx="18484">
                  <c:v>5.1449999999999996</c:v>
                </c:pt>
                <c:pt idx="18485">
                  <c:v>5.1452999999999998</c:v>
                </c:pt>
                <c:pt idx="18486">
                  <c:v>5.1456099999999996</c:v>
                </c:pt>
                <c:pt idx="18487">
                  <c:v>5.1459200000000003</c:v>
                </c:pt>
                <c:pt idx="18488">
                  <c:v>5.1462199999999996</c:v>
                </c:pt>
                <c:pt idx="18489">
                  <c:v>5.1465300000000003</c:v>
                </c:pt>
                <c:pt idx="18490">
                  <c:v>5.1468299999999996</c:v>
                </c:pt>
                <c:pt idx="18491">
                  <c:v>5.1471400000000003</c:v>
                </c:pt>
                <c:pt idx="18492">
                  <c:v>5.1474399999999996</c:v>
                </c:pt>
                <c:pt idx="18493">
                  <c:v>5.1477500000000003</c:v>
                </c:pt>
                <c:pt idx="18494">
                  <c:v>5.1480499999999996</c:v>
                </c:pt>
                <c:pt idx="18495">
                  <c:v>5.1483600000000003</c:v>
                </c:pt>
                <c:pt idx="18496">
                  <c:v>5.1486599999999996</c:v>
                </c:pt>
                <c:pt idx="18497">
                  <c:v>5.1489700000000003</c:v>
                </c:pt>
                <c:pt idx="18498">
                  <c:v>5.1492699999999996</c:v>
                </c:pt>
                <c:pt idx="18499">
                  <c:v>5.1495800000000003</c:v>
                </c:pt>
                <c:pt idx="18500">
                  <c:v>5.1498900000000001</c:v>
                </c:pt>
                <c:pt idx="18501">
                  <c:v>5.1501900000000003</c:v>
                </c:pt>
                <c:pt idx="18502">
                  <c:v>5.1505000000000001</c:v>
                </c:pt>
                <c:pt idx="18503">
                  <c:v>5.1508000000000003</c:v>
                </c:pt>
                <c:pt idx="18504">
                  <c:v>5.1511100000000001</c:v>
                </c:pt>
                <c:pt idx="18505">
                  <c:v>5.1514100000000003</c:v>
                </c:pt>
                <c:pt idx="18506">
                  <c:v>5.1517200000000001</c:v>
                </c:pt>
                <c:pt idx="18507">
                  <c:v>5.1520200000000003</c:v>
                </c:pt>
                <c:pt idx="18508">
                  <c:v>5.1523300000000001</c:v>
                </c:pt>
                <c:pt idx="18509">
                  <c:v>5.1526300000000003</c:v>
                </c:pt>
                <c:pt idx="18510">
                  <c:v>5.1529400000000001</c:v>
                </c:pt>
                <c:pt idx="18511">
                  <c:v>5.1532400000000003</c:v>
                </c:pt>
                <c:pt idx="18512">
                  <c:v>5.1535500000000001</c:v>
                </c:pt>
                <c:pt idx="18513">
                  <c:v>5.1538599999999999</c:v>
                </c:pt>
                <c:pt idx="18514">
                  <c:v>5.1541600000000001</c:v>
                </c:pt>
                <c:pt idx="18515">
                  <c:v>5.1544699999999999</c:v>
                </c:pt>
                <c:pt idx="18516">
                  <c:v>5.1547700000000001</c:v>
                </c:pt>
                <c:pt idx="18517">
                  <c:v>5.1550799999999999</c:v>
                </c:pt>
                <c:pt idx="18518">
                  <c:v>5.1553800000000001</c:v>
                </c:pt>
                <c:pt idx="18519">
                  <c:v>5.1556899999999999</c:v>
                </c:pt>
                <c:pt idx="18520">
                  <c:v>5.1559900000000001</c:v>
                </c:pt>
                <c:pt idx="18521">
                  <c:v>5.1562999999999999</c:v>
                </c:pt>
                <c:pt idx="18522">
                  <c:v>5.1566000000000001</c:v>
                </c:pt>
                <c:pt idx="18523">
                  <c:v>5.1569099999999999</c:v>
                </c:pt>
                <c:pt idx="18524">
                  <c:v>5.1572199999999997</c:v>
                </c:pt>
                <c:pt idx="18525">
                  <c:v>5.1575199999999999</c:v>
                </c:pt>
                <c:pt idx="18526">
                  <c:v>5.1578299999999997</c:v>
                </c:pt>
                <c:pt idx="18527">
                  <c:v>5.1581299999999999</c:v>
                </c:pt>
                <c:pt idx="18528">
                  <c:v>5.1584399999999997</c:v>
                </c:pt>
                <c:pt idx="18529">
                  <c:v>5.1587399999999999</c:v>
                </c:pt>
                <c:pt idx="18530">
                  <c:v>5.1590499999999997</c:v>
                </c:pt>
                <c:pt idx="18531">
                  <c:v>5.1593499999999999</c:v>
                </c:pt>
                <c:pt idx="18532">
                  <c:v>5.1596599999999997</c:v>
                </c:pt>
                <c:pt idx="18533">
                  <c:v>5.1599599999999999</c:v>
                </c:pt>
                <c:pt idx="18534">
                  <c:v>5.1602699999999997</c:v>
                </c:pt>
                <c:pt idx="18535">
                  <c:v>5.1605699999999999</c:v>
                </c:pt>
                <c:pt idx="18536">
                  <c:v>5.1608799999999997</c:v>
                </c:pt>
                <c:pt idx="18537">
                  <c:v>5.1611900000000004</c:v>
                </c:pt>
                <c:pt idx="18538">
                  <c:v>5.1614899999999997</c:v>
                </c:pt>
                <c:pt idx="18539">
                  <c:v>5.1618000000000004</c:v>
                </c:pt>
                <c:pt idx="18540">
                  <c:v>5.1620999999999997</c:v>
                </c:pt>
                <c:pt idx="18541">
                  <c:v>5.1624100000000004</c:v>
                </c:pt>
                <c:pt idx="18542">
                  <c:v>5.1627099999999997</c:v>
                </c:pt>
                <c:pt idx="18543">
                  <c:v>5.1630200000000004</c:v>
                </c:pt>
                <c:pt idx="18544">
                  <c:v>5.1633199999999997</c:v>
                </c:pt>
                <c:pt idx="18545">
                  <c:v>5.1636300000000004</c:v>
                </c:pt>
                <c:pt idx="18546">
                  <c:v>5.1639299999999997</c:v>
                </c:pt>
                <c:pt idx="18547">
                  <c:v>5.1642400000000004</c:v>
                </c:pt>
                <c:pt idx="18548">
                  <c:v>5.1645399999999997</c:v>
                </c:pt>
                <c:pt idx="18549">
                  <c:v>5.1648500000000004</c:v>
                </c:pt>
                <c:pt idx="18550">
                  <c:v>5.1651600000000002</c:v>
                </c:pt>
                <c:pt idx="18551">
                  <c:v>5.1654600000000004</c:v>
                </c:pt>
                <c:pt idx="18552">
                  <c:v>5.1657700000000002</c:v>
                </c:pt>
                <c:pt idx="18553">
                  <c:v>5.1660700000000004</c:v>
                </c:pt>
                <c:pt idx="18554">
                  <c:v>5.1663800000000002</c:v>
                </c:pt>
                <c:pt idx="18555">
                  <c:v>5.1666800000000004</c:v>
                </c:pt>
                <c:pt idx="18556">
                  <c:v>5.1669900000000002</c:v>
                </c:pt>
                <c:pt idx="18557">
                  <c:v>5.1672900000000004</c:v>
                </c:pt>
                <c:pt idx="18558">
                  <c:v>5.1676000000000002</c:v>
                </c:pt>
                <c:pt idx="18559">
                  <c:v>5.1679000000000004</c:v>
                </c:pt>
                <c:pt idx="18560">
                  <c:v>5.1682100000000002</c:v>
                </c:pt>
                <c:pt idx="18561">
                  <c:v>5.1685100000000004</c:v>
                </c:pt>
                <c:pt idx="18562">
                  <c:v>5.1688200000000002</c:v>
                </c:pt>
                <c:pt idx="18563">
                  <c:v>5.16913</c:v>
                </c:pt>
                <c:pt idx="18564">
                  <c:v>5.1694300000000002</c:v>
                </c:pt>
                <c:pt idx="18565">
                  <c:v>5.16974</c:v>
                </c:pt>
                <c:pt idx="18566">
                  <c:v>5.1700400000000002</c:v>
                </c:pt>
                <c:pt idx="18567">
                  <c:v>5.17035</c:v>
                </c:pt>
                <c:pt idx="18568">
                  <c:v>5.1706500000000002</c:v>
                </c:pt>
                <c:pt idx="18569">
                  <c:v>5.17096</c:v>
                </c:pt>
                <c:pt idx="18570">
                  <c:v>5.1712600000000002</c:v>
                </c:pt>
                <c:pt idx="18571">
                  <c:v>5.17157</c:v>
                </c:pt>
                <c:pt idx="18572">
                  <c:v>5.1718700000000002</c:v>
                </c:pt>
                <c:pt idx="18573">
                  <c:v>5.17218</c:v>
                </c:pt>
                <c:pt idx="18574">
                  <c:v>5.1724800000000002</c:v>
                </c:pt>
                <c:pt idx="18575">
                  <c:v>5.17279</c:v>
                </c:pt>
                <c:pt idx="18576">
                  <c:v>5.1730999999999998</c:v>
                </c:pt>
                <c:pt idx="18577">
                  <c:v>5.1734</c:v>
                </c:pt>
                <c:pt idx="18578">
                  <c:v>5.1737099999999998</c:v>
                </c:pt>
                <c:pt idx="18579">
                  <c:v>5.17401</c:v>
                </c:pt>
                <c:pt idx="18580">
                  <c:v>5.1743199999999998</c:v>
                </c:pt>
                <c:pt idx="18581">
                  <c:v>5.17462</c:v>
                </c:pt>
                <c:pt idx="18582">
                  <c:v>5.1749299999999998</c:v>
                </c:pt>
                <c:pt idx="18583">
                  <c:v>5.17523</c:v>
                </c:pt>
                <c:pt idx="18584">
                  <c:v>5.1755399999999998</c:v>
                </c:pt>
                <c:pt idx="18585">
                  <c:v>5.17584</c:v>
                </c:pt>
                <c:pt idx="18586">
                  <c:v>5.1761499999999998</c:v>
                </c:pt>
                <c:pt idx="18587">
                  <c:v>5.1764599999999996</c:v>
                </c:pt>
                <c:pt idx="18588">
                  <c:v>5.1767599999999998</c:v>
                </c:pt>
                <c:pt idx="18589">
                  <c:v>5.1770699999999996</c:v>
                </c:pt>
                <c:pt idx="18590">
                  <c:v>5.1773699999999998</c:v>
                </c:pt>
                <c:pt idx="18591">
                  <c:v>5.1776799999999996</c:v>
                </c:pt>
                <c:pt idx="18592">
                  <c:v>5.1779799999999998</c:v>
                </c:pt>
                <c:pt idx="18593">
                  <c:v>5.1782899999999996</c:v>
                </c:pt>
                <c:pt idx="18594">
                  <c:v>5.1785899999999998</c:v>
                </c:pt>
                <c:pt idx="18595">
                  <c:v>5.1788999999999996</c:v>
                </c:pt>
                <c:pt idx="18596">
                  <c:v>5.1791999999999998</c:v>
                </c:pt>
                <c:pt idx="18597">
                  <c:v>5.1795099999999996</c:v>
                </c:pt>
                <c:pt idx="18598">
                  <c:v>5.1798099999999998</c:v>
                </c:pt>
                <c:pt idx="18599">
                  <c:v>5.1801199999999996</c:v>
                </c:pt>
                <c:pt idx="18600">
                  <c:v>5.1804300000000003</c:v>
                </c:pt>
                <c:pt idx="18601">
                  <c:v>5.1807299999999996</c:v>
                </c:pt>
                <c:pt idx="18602">
                  <c:v>5.1810400000000003</c:v>
                </c:pt>
                <c:pt idx="18603">
                  <c:v>5.1813399999999996</c:v>
                </c:pt>
                <c:pt idx="18604">
                  <c:v>5.1816500000000003</c:v>
                </c:pt>
                <c:pt idx="18605">
                  <c:v>5.1819499999999996</c:v>
                </c:pt>
                <c:pt idx="18606">
                  <c:v>5.1822600000000003</c:v>
                </c:pt>
                <c:pt idx="18607">
                  <c:v>5.1825599999999996</c:v>
                </c:pt>
                <c:pt idx="18608">
                  <c:v>5.1828700000000003</c:v>
                </c:pt>
                <c:pt idx="18609">
                  <c:v>5.1831699999999996</c:v>
                </c:pt>
                <c:pt idx="18610">
                  <c:v>5.1834800000000003</c:v>
                </c:pt>
                <c:pt idx="18611">
                  <c:v>5.1837799999999996</c:v>
                </c:pt>
                <c:pt idx="18612">
                  <c:v>5.1840900000000003</c:v>
                </c:pt>
                <c:pt idx="18613">
                  <c:v>5.1844000000000001</c:v>
                </c:pt>
                <c:pt idx="18614">
                  <c:v>5.1847000000000003</c:v>
                </c:pt>
                <c:pt idx="18615">
                  <c:v>5.1850100000000001</c:v>
                </c:pt>
                <c:pt idx="18616">
                  <c:v>5.1853100000000003</c:v>
                </c:pt>
                <c:pt idx="18617">
                  <c:v>5.1856200000000001</c:v>
                </c:pt>
                <c:pt idx="18618">
                  <c:v>5.1859200000000003</c:v>
                </c:pt>
                <c:pt idx="18619">
                  <c:v>5.1862300000000001</c:v>
                </c:pt>
                <c:pt idx="18620">
                  <c:v>5.1865300000000003</c:v>
                </c:pt>
                <c:pt idx="18621">
                  <c:v>5.1868400000000001</c:v>
                </c:pt>
                <c:pt idx="18622">
                  <c:v>5.1871400000000003</c:v>
                </c:pt>
                <c:pt idx="18623">
                  <c:v>5.1874500000000001</c:v>
                </c:pt>
                <c:pt idx="18624">
                  <c:v>5.1877500000000003</c:v>
                </c:pt>
                <c:pt idx="18625">
                  <c:v>5.1880600000000001</c:v>
                </c:pt>
                <c:pt idx="18626">
                  <c:v>5.1883699999999999</c:v>
                </c:pt>
                <c:pt idx="18627">
                  <c:v>5.1886700000000001</c:v>
                </c:pt>
                <c:pt idx="18628">
                  <c:v>5.1889799999999999</c:v>
                </c:pt>
                <c:pt idx="18629">
                  <c:v>5.1892800000000001</c:v>
                </c:pt>
                <c:pt idx="18630">
                  <c:v>5.1895899999999999</c:v>
                </c:pt>
                <c:pt idx="18631">
                  <c:v>5.1898900000000001</c:v>
                </c:pt>
                <c:pt idx="18632">
                  <c:v>5.1901999999999999</c:v>
                </c:pt>
                <c:pt idx="18633">
                  <c:v>5.1905000000000001</c:v>
                </c:pt>
                <c:pt idx="18634">
                  <c:v>5.1908099999999999</c:v>
                </c:pt>
                <c:pt idx="18635">
                  <c:v>5.1911100000000001</c:v>
                </c:pt>
                <c:pt idx="18636">
                  <c:v>5.1914199999999999</c:v>
                </c:pt>
                <c:pt idx="18637">
                  <c:v>5.1917200000000001</c:v>
                </c:pt>
                <c:pt idx="18638">
                  <c:v>5.1920299999999999</c:v>
                </c:pt>
                <c:pt idx="18639">
                  <c:v>5.1923399999999997</c:v>
                </c:pt>
                <c:pt idx="18640">
                  <c:v>5.1926399999999999</c:v>
                </c:pt>
                <c:pt idx="18641">
                  <c:v>5.1929499999999997</c:v>
                </c:pt>
                <c:pt idx="18642">
                  <c:v>5.1932499999999999</c:v>
                </c:pt>
                <c:pt idx="18643">
                  <c:v>5.1935599999999997</c:v>
                </c:pt>
                <c:pt idx="18644">
                  <c:v>5.1938599999999999</c:v>
                </c:pt>
                <c:pt idx="18645">
                  <c:v>5.1941699999999997</c:v>
                </c:pt>
                <c:pt idx="18646">
                  <c:v>5.1944699999999999</c:v>
                </c:pt>
                <c:pt idx="18647">
                  <c:v>5.1947799999999997</c:v>
                </c:pt>
                <c:pt idx="18648">
                  <c:v>5.1950799999999999</c:v>
                </c:pt>
                <c:pt idx="18649">
                  <c:v>5.1953899999999997</c:v>
                </c:pt>
                <c:pt idx="18650">
                  <c:v>5.1957000000000004</c:v>
                </c:pt>
                <c:pt idx="18651">
                  <c:v>5.1959999999999997</c:v>
                </c:pt>
                <c:pt idx="18652">
                  <c:v>5.1963100000000004</c:v>
                </c:pt>
                <c:pt idx="18653">
                  <c:v>5.1966099999999997</c:v>
                </c:pt>
                <c:pt idx="18654">
                  <c:v>5.1969200000000004</c:v>
                </c:pt>
                <c:pt idx="18655">
                  <c:v>5.1972199999999997</c:v>
                </c:pt>
                <c:pt idx="18656">
                  <c:v>5.1975300000000004</c:v>
                </c:pt>
                <c:pt idx="18657">
                  <c:v>5.1978299999999997</c:v>
                </c:pt>
                <c:pt idx="18658">
                  <c:v>5.1981400000000004</c:v>
                </c:pt>
                <c:pt idx="18659">
                  <c:v>5.1984399999999997</c:v>
                </c:pt>
                <c:pt idx="18660">
                  <c:v>5.1987500000000004</c:v>
                </c:pt>
                <c:pt idx="18661">
                  <c:v>5.1990499999999997</c:v>
                </c:pt>
                <c:pt idx="18662">
                  <c:v>5.1993600000000004</c:v>
                </c:pt>
                <c:pt idx="18663">
                  <c:v>5.1996700000000002</c:v>
                </c:pt>
                <c:pt idx="18664">
                  <c:v>5.1999700000000004</c:v>
                </c:pt>
                <c:pt idx="18665">
                  <c:v>5.2002800000000002</c:v>
                </c:pt>
                <c:pt idx="18666">
                  <c:v>5.2005800000000004</c:v>
                </c:pt>
                <c:pt idx="18667">
                  <c:v>5.2008900000000002</c:v>
                </c:pt>
                <c:pt idx="18668">
                  <c:v>5.2011900000000004</c:v>
                </c:pt>
                <c:pt idx="18669">
                  <c:v>5.2015000000000002</c:v>
                </c:pt>
                <c:pt idx="18670">
                  <c:v>5.2018000000000004</c:v>
                </c:pt>
                <c:pt idx="18671">
                  <c:v>5.2021100000000002</c:v>
                </c:pt>
                <c:pt idx="18672">
                  <c:v>5.2024100000000004</c:v>
                </c:pt>
                <c:pt idx="18673">
                  <c:v>5.2027200000000002</c:v>
                </c:pt>
                <c:pt idx="18674">
                  <c:v>5.2030200000000004</c:v>
                </c:pt>
                <c:pt idx="18675">
                  <c:v>5.2033300000000002</c:v>
                </c:pt>
                <c:pt idx="18676">
                  <c:v>5.20364</c:v>
                </c:pt>
                <c:pt idx="18677">
                  <c:v>5.2039400000000002</c:v>
                </c:pt>
                <c:pt idx="18678">
                  <c:v>5.20425</c:v>
                </c:pt>
                <c:pt idx="18679">
                  <c:v>5.2045500000000002</c:v>
                </c:pt>
                <c:pt idx="18680">
                  <c:v>5.20486</c:v>
                </c:pt>
                <c:pt idx="18681">
                  <c:v>5.2051600000000002</c:v>
                </c:pt>
                <c:pt idx="18682">
                  <c:v>5.20547</c:v>
                </c:pt>
                <c:pt idx="18683">
                  <c:v>5.2057700000000002</c:v>
                </c:pt>
                <c:pt idx="18684">
                  <c:v>5.20608</c:v>
                </c:pt>
                <c:pt idx="18685">
                  <c:v>5.2063800000000002</c:v>
                </c:pt>
                <c:pt idx="18686">
                  <c:v>5.20669</c:v>
                </c:pt>
                <c:pt idx="18687">
                  <c:v>5.2069900000000002</c:v>
                </c:pt>
                <c:pt idx="18688">
                  <c:v>5.2073</c:v>
                </c:pt>
                <c:pt idx="18689">
                  <c:v>5.2076099999999999</c:v>
                </c:pt>
                <c:pt idx="18690">
                  <c:v>5.20791</c:v>
                </c:pt>
                <c:pt idx="18691">
                  <c:v>5.2082199999999998</c:v>
                </c:pt>
                <c:pt idx="18692">
                  <c:v>5.20852</c:v>
                </c:pt>
                <c:pt idx="18693">
                  <c:v>5.2088299999999998</c:v>
                </c:pt>
                <c:pt idx="18694">
                  <c:v>5.20913</c:v>
                </c:pt>
                <c:pt idx="18695">
                  <c:v>5.2094399999999998</c:v>
                </c:pt>
                <c:pt idx="18696">
                  <c:v>5.20974</c:v>
                </c:pt>
                <c:pt idx="18697">
                  <c:v>5.2100499999999998</c:v>
                </c:pt>
                <c:pt idx="18698">
                  <c:v>5.21035</c:v>
                </c:pt>
                <c:pt idx="18699">
                  <c:v>5.2106599999999998</c:v>
                </c:pt>
                <c:pt idx="18700">
                  <c:v>5.2109699999999997</c:v>
                </c:pt>
                <c:pt idx="18701">
                  <c:v>5.2112699999999998</c:v>
                </c:pt>
                <c:pt idx="18702">
                  <c:v>5.2115799999999997</c:v>
                </c:pt>
                <c:pt idx="18703">
                  <c:v>5.2118799999999998</c:v>
                </c:pt>
                <c:pt idx="18704">
                  <c:v>5.2121899999999997</c:v>
                </c:pt>
                <c:pt idx="18705">
                  <c:v>5.2124899999999998</c:v>
                </c:pt>
                <c:pt idx="18706">
                  <c:v>5.2127999999999997</c:v>
                </c:pt>
                <c:pt idx="18707">
                  <c:v>5.2130999999999998</c:v>
                </c:pt>
                <c:pt idx="18708">
                  <c:v>5.2134099999999997</c:v>
                </c:pt>
                <c:pt idx="18709">
                  <c:v>5.2137099999999998</c:v>
                </c:pt>
                <c:pt idx="18710">
                  <c:v>5.2140199999999997</c:v>
                </c:pt>
                <c:pt idx="18711">
                  <c:v>5.2143199999999998</c:v>
                </c:pt>
                <c:pt idx="18712">
                  <c:v>5.2146299999999997</c:v>
                </c:pt>
                <c:pt idx="18713">
                  <c:v>5.2149400000000004</c:v>
                </c:pt>
                <c:pt idx="18714">
                  <c:v>5.2152399999999997</c:v>
                </c:pt>
                <c:pt idx="18715">
                  <c:v>5.2155500000000004</c:v>
                </c:pt>
                <c:pt idx="18716">
                  <c:v>5.2158499999999997</c:v>
                </c:pt>
                <c:pt idx="18717">
                  <c:v>5.2161600000000004</c:v>
                </c:pt>
                <c:pt idx="18718">
                  <c:v>5.2164599999999997</c:v>
                </c:pt>
                <c:pt idx="18719">
                  <c:v>5.2167700000000004</c:v>
                </c:pt>
                <c:pt idx="18720">
                  <c:v>5.2170699999999997</c:v>
                </c:pt>
                <c:pt idx="18721">
                  <c:v>5.2173800000000004</c:v>
                </c:pt>
                <c:pt idx="18722">
                  <c:v>5.2176799999999997</c:v>
                </c:pt>
                <c:pt idx="18723">
                  <c:v>5.2179900000000004</c:v>
                </c:pt>
                <c:pt idx="18724">
                  <c:v>5.2182899999999997</c:v>
                </c:pt>
                <c:pt idx="18725">
                  <c:v>5.2186000000000003</c:v>
                </c:pt>
                <c:pt idx="18726">
                  <c:v>5.2189100000000002</c:v>
                </c:pt>
                <c:pt idx="18727">
                  <c:v>5.2192100000000003</c:v>
                </c:pt>
                <c:pt idx="18728">
                  <c:v>5.2195200000000002</c:v>
                </c:pt>
                <c:pt idx="18729">
                  <c:v>5.2198200000000003</c:v>
                </c:pt>
                <c:pt idx="18730">
                  <c:v>5.2201300000000002</c:v>
                </c:pt>
                <c:pt idx="18731">
                  <c:v>5.2204300000000003</c:v>
                </c:pt>
                <c:pt idx="18732">
                  <c:v>5.2207400000000002</c:v>
                </c:pt>
                <c:pt idx="18733">
                  <c:v>5.2210400000000003</c:v>
                </c:pt>
                <c:pt idx="18734">
                  <c:v>5.2213500000000002</c:v>
                </c:pt>
                <c:pt idx="18735">
                  <c:v>5.2216500000000003</c:v>
                </c:pt>
                <c:pt idx="18736">
                  <c:v>5.2219600000000002</c:v>
                </c:pt>
                <c:pt idx="18737">
                  <c:v>5.2222600000000003</c:v>
                </c:pt>
                <c:pt idx="18738">
                  <c:v>5.2225700000000002</c:v>
                </c:pt>
                <c:pt idx="18739">
                  <c:v>5.22288</c:v>
                </c:pt>
                <c:pt idx="18740">
                  <c:v>5.2231800000000002</c:v>
                </c:pt>
                <c:pt idx="18741">
                  <c:v>5.22349</c:v>
                </c:pt>
                <c:pt idx="18742">
                  <c:v>5.2237900000000002</c:v>
                </c:pt>
                <c:pt idx="18743">
                  <c:v>5.2241</c:v>
                </c:pt>
                <c:pt idx="18744">
                  <c:v>5.2244000000000002</c:v>
                </c:pt>
                <c:pt idx="18745">
                  <c:v>5.22471</c:v>
                </c:pt>
                <c:pt idx="18746">
                  <c:v>5.2250100000000002</c:v>
                </c:pt>
                <c:pt idx="18747">
                  <c:v>5.22532</c:v>
                </c:pt>
                <c:pt idx="18748">
                  <c:v>5.2256200000000002</c:v>
                </c:pt>
                <c:pt idx="18749">
                  <c:v>5.22593</c:v>
                </c:pt>
                <c:pt idx="18750">
                  <c:v>5.2262300000000002</c:v>
                </c:pt>
                <c:pt idx="18751">
                  <c:v>5.22654</c:v>
                </c:pt>
                <c:pt idx="18752">
                  <c:v>5.2268499999999998</c:v>
                </c:pt>
                <c:pt idx="18753">
                  <c:v>5.22715</c:v>
                </c:pt>
                <c:pt idx="18754">
                  <c:v>5.2274599999999998</c:v>
                </c:pt>
                <c:pt idx="18755">
                  <c:v>5.22776</c:v>
                </c:pt>
                <c:pt idx="18756">
                  <c:v>5.2280699999999998</c:v>
                </c:pt>
                <c:pt idx="18757">
                  <c:v>5.22837</c:v>
                </c:pt>
                <c:pt idx="18758">
                  <c:v>5.2286799999999998</c:v>
                </c:pt>
                <c:pt idx="18759">
                  <c:v>5.22898</c:v>
                </c:pt>
                <c:pt idx="18760">
                  <c:v>5.2292899999999998</c:v>
                </c:pt>
                <c:pt idx="18761">
                  <c:v>5.22959</c:v>
                </c:pt>
                <c:pt idx="18762">
                  <c:v>5.2298999999999998</c:v>
                </c:pt>
                <c:pt idx="18763">
                  <c:v>5.2302099999999996</c:v>
                </c:pt>
                <c:pt idx="18764">
                  <c:v>5.2305099999999998</c:v>
                </c:pt>
                <c:pt idx="18765">
                  <c:v>5.2308199999999996</c:v>
                </c:pt>
                <c:pt idx="18766">
                  <c:v>5.2311199999999998</c:v>
                </c:pt>
                <c:pt idx="18767">
                  <c:v>5.2314299999999996</c:v>
                </c:pt>
                <c:pt idx="18768">
                  <c:v>5.2317299999999998</c:v>
                </c:pt>
                <c:pt idx="18769">
                  <c:v>5.2320399999999996</c:v>
                </c:pt>
                <c:pt idx="18770">
                  <c:v>5.2323399999999998</c:v>
                </c:pt>
                <c:pt idx="18771">
                  <c:v>5.2326499999999996</c:v>
                </c:pt>
                <c:pt idx="18772">
                  <c:v>5.2329499999999998</c:v>
                </c:pt>
                <c:pt idx="18773">
                  <c:v>5.2332599999999996</c:v>
                </c:pt>
                <c:pt idx="18774">
                  <c:v>5.2335599999999998</c:v>
                </c:pt>
                <c:pt idx="18775">
                  <c:v>5.2338699999999996</c:v>
                </c:pt>
                <c:pt idx="18776">
                  <c:v>5.2341800000000003</c:v>
                </c:pt>
                <c:pt idx="18777">
                  <c:v>5.2344799999999996</c:v>
                </c:pt>
                <c:pt idx="18778">
                  <c:v>5.2347900000000003</c:v>
                </c:pt>
                <c:pt idx="18779">
                  <c:v>5.2350899999999996</c:v>
                </c:pt>
                <c:pt idx="18780">
                  <c:v>5.2354000000000003</c:v>
                </c:pt>
                <c:pt idx="18781">
                  <c:v>5.2356999999999996</c:v>
                </c:pt>
                <c:pt idx="18782">
                  <c:v>5.2360100000000003</c:v>
                </c:pt>
                <c:pt idx="18783">
                  <c:v>5.2363099999999996</c:v>
                </c:pt>
                <c:pt idx="18784">
                  <c:v>5.2366200000000003</c:v>
                </c:pt>
                <c:pt idx="18785">
                  <c:v>5.2369199999999996</c:v>
                </c:pt>
                <c:pt idx="18786">
                  <c:v>5.2372300000000003</c:v>
                </c:pt>
                <c:pt idx="18787">
                  <c:v>5.2375299999999996</c:v>
                </c:pt>
                <c:pt idx="18788">
                  <c:v>5.2378400000000003</c:v>
                </c:pt>
                <c:pt idx="18789">
                  <c:v>5.2381500000000001</c:v>
                </c:pt>
                <c:pt idx="18790">
                  <c:v>5.2384500000000003</c:v>
                </c:pt>
                <c:pt idx="18791">
                  <c:v>5.2387600000000001</c:v>
                </c:pt>
                <c:pt idx="18792">
                  <c:v>5.2390600000000003</c:v>
                </c:pt>
                <c:pt idx="18793">
                  <c:v>5.2393700000000001</c:v>
                </c:pt>
                <c:pt idx="18794">
                  <c:v>5.2396700000000003</c:v>
                </c:pt>
                <c:pt idx="18795">
                  <c:v>5.2399800000000001</c:v>
                </c:pt>
                <c:pt idx="18796">
                  <c:v>5.2402800000000003</c:v>
                </c:pt>
                <c:pt idx="18797">
                  <c:v>5.2405900000000001</c:v>
                </c:pt>
                <c:pt idx="18798">
                  <c:v>5.2408900000000003</c:v>
                </c:pt>
                <c:pt idx="18799">
                  <c:v>5.2412000000000001</c:v>
                </c:pt>
                <c:pt idx="18800">
                  <c:v>5.2415000000000003</c:v>
                </c:pt>
                <c:pt idx="18801">
                  <c:v>5.2418100000000001</c:v>
                </c:pt>
                <c:pt idx="18802">
                  <c:v>5.2421199999999999</c:v>
                </c:pt>
                <c:pt idx="18803">
                  <c:v>5.2424200000000001</c:v>
                </c:pt>
                <c:pt idx="18804">
                  <c:v>5.2427299999999999</c:v>
                </c:pt>
                <c:pt idx="18805">
                  <c:v>5.2430300000000001</c:v>
                </c:pt>
                <c:pt idx="18806">
                  <c:v>5.2433399999999999</c:v>
                </c:pt>
                <c:pt idx="18807">
                  <c:v>5.2436400000000001</c:v>
                </c:pt>
                <c:pt idx="18808">
                  <c:v>5.2439499999999999</c:v>
                </c:pt>
                <c:pt idx="18809">
                  <c:v>5.2442500000000001</c:v>
                </c:pt>
                <c:pt idx="18810">
                  <c:v>5.2445599999999999</c:v>
                </c:pt>
                <c:pt idx="18811">
                  <c:v>5.2448600000000001</c:v>
                </c:pt>
                <c:pt idx="18812">
                  <c:v>5.2451699999999999</c:v>
                </c:pt>
                <c:pt idx="18813">
                  <c:v>5.2454700000000001</c:v>
                </c:pt>
                <c:pt idx="18814">
                  <c:v>5.2457799999999999</c:v>
                </c:pt>
                <c:pt idx="18815">
                  <c:v>5.2460899999999997</c:v>
                </c:pt>
                <c:pt idx="18816">
                  <c:v>5.2463899999999999</c:v>
                </c:pt>
                <c:pt idx="18817">
                  <c:v>5.2466999999999997</c:v>
                </c:pt>
                <c:pt idx="18818">
                  <c:v>5.2469999999999999</c:v>
                </c:pt>
                <c:pt idx="18819">
                  <c:v>5.2473099999999997</c:v>
                </c:pt>
                <c:pt idx="18820">
                  <c:v>5.2476099999999999</c:v>
                </c:pt>
                <c:pt idx="18821">
                  <c:v>5.2479199999999997</c:v>
                </c:pt>
                <c:pt idx="18822">
                  <c:v>5.2482199999999999</c:v>
                </c:pt>
                <c:pt idx="18823">
                  <c:v>5.2485299999999997</c:v>
                </c:pt>
                <c:pt idx="18824">
                  <c:v>5.2488299999999999</c:v>
                </c:pt>
                <c:pt idx="18825">
                  <c:v>5.2491399999999997</c:v>
                </c:pt>
                <c:pt idx="18826">
                  <c:v>5.2494500000000004</c:v>
                </c:pt>
                <c:pt idx="18827">
                  <c:v>5.2497499999999997</c:v>
                </c:pt>
                <c:pt idx="18828">
                  <c:v>5.2500600000000004</c:v>
                </c:pt>
                <c:pt idx="18829">
                  <c:v>5.2503599999999997</c:v>
                </c:pt>
                <c:pt idx="18830">
                  <c:v>5.2506700000000004</c:v>
                </c:pt>
                <c:pt idx="18831">
                  <c:v>5.2509699999999997</c:v>
                </c:pt>
                <c:pt idx="18832">
                  <c:v>5.2512800000000004</c:v>
                </c:pt>
                <c:pt idx="18833">
                  <c:v>5.2515799999999997</c:v>
                </c:pt>
                <c:pt idx="18834">
                  <c:v>5.2518900000000004</c:v>
                </c:pt>
                <c:pt idx="18835">
                  <c:v>5.2521899999999997</c:v>
                </c:pt>
                <c:pt idx="18836">
                  <c:v>5.2525000000000004</c:v>
                </c:pt>
                <c:pt idx="18837">
                  <c:v>5.2527999999999997</c:v>
                </c:pt>
                <c:pt idx="18838">
                  <c:v>5.2531100000000004</c:v>
                </c:pt>
                <c:pt idx="18839">
                  <c:v>5.2534200000000002</c:v>
                </c:pt>
                <c:pt idx="18840">
                  <c:v>5.2537200000000004</c:v>
                </c:pt>
                <c:pt idx="18841">
                  <c:v>5.2540300000000002</c:v>
                </c:pt>
                <c:pt idx="18842">
                  <c:v>5.2543300000000004</c:v>
                </c:pt>
                <c:pt idx="18843">
                  <c:v>5.2546400000000002</c:v>
                </c:pt>
                <c:pt idx="18844">
                  <c:v>5.2549400000000004</c:v>
                </c:pt>
                <c:pt idx="18845">
                  <c:v>5.2552500000000002</c:v>
                </c:pt>
                <c:pt idx="18846">
                  <c:v>5.2555500000000004</c:v>
                </c:pt>
                <c:pt idx="18847">
                  <c:v>5.2558600000000002</c:v>
                </c:pt>
                <c:pt idx="18848">
                  <c:v>5.2561600000000004</c:v>
                </c:pt>
                <c:pt idx="18849">
                  <c:v>5.2564700000000002</c:v>
                </c:pt>
                <c:pt idx="18850">
                  <c:v>5.2567700000000004</c:v>
                </c:pt>
                <c:pt idx="18851">
                  <c:v>5.2570800000000002</c:v>
                </c:pt>
                <c:pt idx="18852">
                  <c:v>5.25739</c:v>
                </c:pt>
                <c:pt idx="18853">
                  <c:v>5.2576900000000002</c:v>
                </c:pt>
                <c:pt idx="18854">
                  <c:v>5.258</c:v>
                </c:pt>
                <c:pt idx="18855">
                  <c:v>5.2583000000000002</c:v>
                </c:pt>
                <c:pt idx="18856">
                  <c:v>5.25861</c:v>
                </c:pt>
                <c:pt idx="18857">
                  <c:v>5.2589100000000002</c:v>
                </c:pt>
                <c:pt idx="18858">
                  <c:v>5.25922</c:v>
                </c:pt>
                <c:pt idx="18859">
                  <c:v>5.2595200000000002</c:v>
                </c:pt>
                <c:pt idx="18860">
                  <c:v>5.25983</c:v>
                </c:pt>
                <c:pt idx="18861">
                  <c:v>5.2601300000000002</c:v>
                </c:pt>
                <c:pt idx="18862">
                  <c:v>5.26044</c:v>
                </c:pt>
                <c:pt idx="18863">
                  <c:v>5.2607400000000002</c:v>
                </c:pt>
                <c:pt idx="18864">
                  <c:v>5.26105</c:v>
                </c:pt>
                <c:pt idx="18865">
                  <c:v>5.2613599999999998</c:v>
                </c:pt>
                <c:pt idx="18866">
                  <c:v>5.26166</c:v>
                </c:pt>
                <c:pt idx="18867">
                  <c:v>5.2619699999999998</c:v>
                </c:pt>
                <c:pt idx="18868">
                  <c:v>5.26227</c:v>
                </c:pt>
                <c:pt idx="18869">
                  <c:v>5.2625799999999998</c:v>
                </c:pt>
                <c:pt idx="18870">
                  <c:v>5.26288</c:v>
                </c:pt>
                <c:pt idx="18871">
                  <c:v>5.2631899999999998</c:v>
                </c:pt>
                <c:pt idx="18872">
                  <c:v>5.26349</c:v>
                </c:pt>
                <c:pt idx="18873">
                  <c:v>5.2637999999999998</c:v>
                </c:pt>
                <c:pt idx="18874">
                  <c:v>5.2641</c:v>
                </c:pt>
                <c:pt idx="18875">
                  <c:v>5.2644099999999998</c:v>
                </c:pt>
                <c:pt idx="18876">
                  <c:v>5.2647199999999996</c:v>
                </c:pt>
                <c:pt idx="18877">
                  <c:v>5.2650199999999998</c:v>
                </c:pt>
                <c:pt idx="18878">
                  <c:v>5.2653299999999996</c:v>
                </c:pt>
                <c:pt idx="18879">
                  <c:v>5.2656299999999998</c:v>
                </c:pt>
                <c:pt idx="18880">
                  <c:v>5.2659399999999996</c:v>
                </c:pt>
                <c:pt idx="18881">
                  <c:v>5.2662399999999998</c:v>
                </c:pt>
                <c:pt idx="18882">
                  <c:v>5.2665499999999996</c:v>
                </c:pt>
                <c:pt idx="18883">
                  <c:v>5.2668499999999998</c:v>
                </c:pt>
                <c:pt idx="18884">
                  <c:v>5.2671599999999996</c:v>
                </c:pt>
                <c:pt idx="18885">
                  <c:v>5.2674599999999998</c:v>
                </c:pt>
                <c:pt idx="18886">
                  <c:v>5.2677699999999996</c:v>
                </c:pt>
                <c:pt idx="18887">
                  <c:v>5.2680699999999998</c:v>
                </c:pt>
                <c:pt idx="18888">
                  <c:v>5.2683799999999996</c:v>
                </c:pt>
                <c:pt idx="18889">
                  <c:v>5.2686900000000003</c:v>
                </c:pt>
                <c:pt idx="18890">
                  <c:v>5.2689899999999996</c:v>
                </c:pt>
                <c:pt idx="18891">
                  <c:v>5.2693000000000003</c:v>
                </c:pt>
                <c:pt idx="18892">
                  <c:v>5.2695999999999996</c:v>
                </c:pt>
                <c:pt idx="18893">
                  <c:v>5.2699100000000003</c:v>
                </c:pt>
                <c:pt idx="18894">
                  <c:v>5.2702099999999996</c:v>
                </c:pt>
                <c:pt idx="18895">
                  <c:v>5.2705200000000003</c:v>
                </c:pt>
                <c:pt idx="18896">
                  <c:v>5.2708199999999996</c:v>
                </c:pt>
                <c:pt idx="18897">
                  <c:v>5.2711300000000003</c:v>
                </c:pt>
                <c:pt idx="18898">
                  <c:v>5.2714299999999996</c:v>
                </c:pt>
                <c:pt idx="18899">
                  <c:v>5.2717400000000003</c:v>
                </c:pt>
                <c:pt idx="18900">
                  <c:v>5.2720399999999996</c:v>
                </c:pt>
                <c:pt idx="18901">
                  <c:v>5.2723500000000003</c:v>
                </c:pt>
                <c:pt idx="18902">
                  <c:v>5.2726600000000001</c:v>
                </c:pt>
                <c:pt idx="18903">
                  <c:v>5.2729600000000003</c:v>
                </c:pt>
                <c:pt idx="18904">
                  <c:v>5.2732700000000001</c:v>
                </c:pt>
                <c:pt idx="18905">
                  <c:v>5.2735700000000003</c:v>
                </c:pt>
                <c:pt idx="18906">
                  <c:v>5.2738800000000001</c:v>
                </c:pt>
                <c:pt idx="18907">
                  <c:v>5.2741800000000003</c:v>
                </c:pt>
                <c:pt idx="18908">
                  <c:v>5.2744900000000001</c:v>
                </c:pt>
                <c:pt idx="18909">
                  <c:v>5.2747900000000003</c:v>
                </c:pt>
                <c:pt idx="18910">
                  <c:v>5.2751000000000001</c:v>
                </c:pt>
                <c:pt idx="18911">
                  <c:v>5.2754000000000003</c:v>
                </c:pt>
                <c:pt idx="18912">
                  <c:v>5.2757100000000001</c:v>
                </c:pt>
                <c:pt idx="18913">
                  <c:v>5.2760100000000003</c:v>
                </c:pt>
                <c:pt idx="18914">
                  <c:v>5.2763200000000001</c:v>
                </c:pt>
                <c:pt idx="18915">
                  <c:v>5.2766299999999999</c:v>
                </c:pt>
                <c:pt idx="18916">
                  <c:v>5.2769300000000001</c:v>
                </c:pt>
                <c:pt idx="18917">
                  <c:v>5.2772399999999999</c:v>
                </c:pt>
                <c:pt idx="18918">
                  <c:v>5.2775400000000001</c:v>
                </c:pt>
                <c:pt idx="18919">
                  <c:v>5.2778499999999999</c:v>
                </c:pt>
                <c:pt idx="18920">
                  <c:v>5.2781500000000001</c:v>
                </c:pt>
                <c:pt idx="18921">
                  <c:v>5.2784599999999999</c:v>
                </c:pt>
                <c:pt idx="18922">
                  <c:v>5.2787600000000001</c:v>
                </c:pt>
                <c:pt idx="18923">
                  <c:v>5.2790699999999999</c:v>
                </c:pt>
                <c:pt idx="18924">
                  <c:v>5.2793700000000001</c:v>
                </c:pt>
                <c:pt idx="18925">
                  <c:v>5.2796799999999999</c:v>
                </c:pt>
                <c:pt idx="18926">
                  <c:v>5.2799800000000001</c:v>
                </c:pt>
                <c:pt idx="18927">
                  <c:v>5.2802899999999999</c:v>
                </c:pt>
                <c:pt idx="18928">
                  <c:v>5.2805999999999997</c:v>
                </c:pt>
                <c:pt idx="18929">
                  <c:v>5.2808999999999999</c:v>
                </c:pt>
                <c:pt idx="18930">
                  <c:v>5.2812099999999997</c:v>
                </c:pt>
                <c:pt idx="18931">
                  <c:v>5.2815099999999999</c:v>
                </c:pt>
                <c:pt idx="18932">
                  <c:v>5.2818199999999997</c:v>
                </c:pt>
                <c:pt idx="18933">
                  <c:v>5.2821199999999999</c:v>
                </c:pt>
                <c:pt idx="18934">
                  <c:v>5.2824299999999997</c:v>
                </c:pt>
                <c:pt idx="18935">
                  <c:v>5.2827299999999999</c:v>
                </c:pt>
                <c:pt idx="18936">
                  <c:v>5.2830399999999997</c:v>
                </c:pt>
                <c:pt idx="18937">
                  <c:v>5.2833399999999999</c:v>
                </c:pt>
                <c:pt idx="18938">
                  <c:v>5.2836499999999997</c:v>
                </c:pt>
                <c:pt idx="18939">
                  <c:v>5.2839600000000004</c:v>
                </c:pt>
                <c:pt idx="18940">
                  <c:v>5.2842599999999997</c:v>
                </c:pt>
                <c:pt idx="18941">
                  <c:v>5.2845700000000004</c:v>
                </c:pt>
                <c:pt idx="18942">
                  <c:v>5.2848699999999997</c:v>
                </c:pt>
                <c:pt idx="18943">
                  <c:v>5.2851800000000004</c:v>
                </c:pt>
                <c:pt idx="18944">
                  <c:v>5.2854799999999997</c:v>
                </c:pt>
                <c:pt idx="18945">
                  <c:v>5.2857900000000004</c:v>
                </c:pt>
                <c:pt idx="18946">
                  <c:v>5.2860899999999997</c:v>
                </c:pt>
                <c:pt idx="18947">
                  <c:v>5.2864000000000004</c:v>
                </c:pt>
                <c:pt idx="18948">
                  <c:v>5.2866999999999997</c:v>
                </c:pt>
                <c:pt idx="18949">
                  <c:v>5.2870100000000004</c:v>
                </c:pt>
                <c:pt idx="18950">
                  <c:v>5.2873099999999997</c:v>
                </c:pt>
                <c:pt idx="18951">
                  <c:v>5.2876200000000004</c:v>
                </c:pt>
                <c:pt idx="18952">
                  <c:v>5.2879300000000002</c:v>
                </c:pt>
                <c:pt idx="18953">
                  <c:v>5.2882300000000004</c:v>
                </c:pt>
                <c:pt idx="18954">
                  <c:v>5.2885400000000002</c:v>
                </c:pt>
                <c:pt idx="18955">
                  <c:v>5.2888400000000004</c:v>
                </c:pt>
                <c:pt idx="18956">
                  <c:v>5.2891500000000002</c:v>
                </c:pt>
                <c:pt idx="18957">
                  <c:v>5.2894500000000004</c:v>
                </c:pt>
                <c:pt idx="18958">
                  <c:v>5.2897600000000002</c:v>
                </c:pt>
                <c:pt idx="18959">
                  <c:v>5.2900600000000004</c:v>
                </c:pt>
                <c:pt idx="18960">
                  <c:v>5.2903700000000002</c:v>
                </c:pt>
                <c:pt idx="18961">
                  <c:v>5.2906700000000004</c:v>
                </c:pt>
                <c:pt idx="18962">
                  <c:v>5.2909800000000002</c:v>
                </c:pt>
                <c:pt idx="18963">
                  <c:v>5.2912800000000004</c:v>
                </c:pt>
                <c:pt idx="18964">
                  <c:v>5.2915900000000002</c:v>
                </c:pt>
                <c:pt idx="18965">
                  <c:v>5.2919</c:v>
                </c:pt>
                <c:pt idx="18966">
                  <c:v>5.2922000000000002</c:v>
                </c:pt>
                <c:pt idx="18967">
                  <c:v>5.29251</c:v>
                </c:pt>
                <c:pt idx="18968">
                  <c:v>5.2928100000000002</c:v>
                </c:pt>
                <c:pt idx="18969">
                  <c:v>5.29312</c:v>
                </c:pt>
                <c:pt idx="18970">
                  <c:v>5.2934200000000002</c:v>
                </c:pt>
                <c:pt idx="18971">
                  <c:v>5.29373</c:v>
                </c:pt>
                <c:pt idx="18972">
                  <c:v>5.2940300000000002</c:v>
                </c:pt>
                <c:pt idx="18973">
                  <c:v>5.29434</c:v>
                </c:pt>
                <c:pt idx="18974">
                  <c:v>5.2946400000000002</c:v>
                </c:pt>
                <c:pt idx="18975">
                  <c:v>5.29495</c:v>
                </c:pt>
                <c:pt idx="18976">
                  <c:v>5.2952500000000002</c:v>
                </c:pt>
                <c:pt idx="18977">
                  <c:v>5.29556</c:v>
                </c:pt>
                <c:pt idx="18978">
                  <c:v>5.2958699999999999</c:v>
                </c:pt>
                <c:pt idx="18979">
                  <c:v>5.29617</c:v>
                </c:pt>
                <c:pt idx="18980">
                  <c:v>5.2964799999999999</c:v>
                </c:pt>
                <c:pt idx="18981">
                  <c:v>5.29678</c:v>
                </c:pt>
                <c:pt idx="18982">
                  <c:v>5.2970899999999999</c:v>
                </c:pt>
                <c:pt idx="18983">
                  <c:v>5.29739</c:v>
                </c:pt>
                <c:pt idx="18984">
                  <c:v>5.2976999999999999</c:v>
                </c:pt>
                <c:pt idx="18985">
                  <c:v>5.298</c:v>
                </c:pt>
                <c:pt idx="18986">
                  <c:v>5.2983099999999999</c:v>
                </c:pt>
                <c:pt idx="18987">
                  <c:v>5.29861</c:v>
                </c:pt>
                <c:pt idx="18988">
                  <c:v>5.2989199999999999</c:v>
                </c:pt>
                <c:pt idx="18989">
                  <c:v>5.29922</c:v>
                </c:pt>
                <c:pt idx="18990">
                  <c:v>5.2995299999999999</c:v>
                </c:pt>
                <c:pt idx="18991">
                  <c:v>5.2998399999999997</c:v>
                </c:pt>
                <c:pt idx="18992">
                  <c:v>5.3001399999999999</c:v>
                </c:pt>
                <c:pt idx="18993">
                  <c:v>5.3004499999999997</c:v>
                </c:pt>
                <c:pt idx="18994">
                  <c:v>5.3007499999999999</c:v>
                </c:pt>
                <c:pt idx="18995">
                  <c:v>5.3010599999999997</c:v>
                </c:pt>
                <c:pt idx="18996">
                  <c:v>5.3013599999999999</c:v>
                </c:pt>
                <c:pt idx="18997">
                  <c:v>5.3016699999999997</c:v>
                </c:pt>
                <c:pt idx="18998">
                  <c:v>5.3019699999999998</c:v>
                </c:pt>
                <c:pt idx="18999">
                  <c:v>5.3022799999999997</c:v>
                </c:pt>
                <c:pt idx="19000">
                  <c:v>5.3025799999999998</c:v>
                </c:pt>
                <c:pt idx="19001">
                  <c:v>5.3028899999999997</c:v>
                </c:pt>
                <c:pt idx="19002">
                  <c:v>5.3032000000000004</c:v>
                </c:pt>
                <c:pt idx="19003">
                  <c:v>5.3034999999999997</c:v>
                </c:pt>
                <c:pt idx="19004">
                  <c:v>5.3038100000000004</c:v>
                </c:pt>
                <c:pt idx="19005">
                  <c:v>5.3041099999999997</c:v>
                </c:pt>
                <c:pt idx="19006">
                  <c:v>5.3044200000000004</c:v>
                </c:pt>
                <c:pt idx="19007">
                  <c:v>5.3047199999999997</c:v>
                </c:pt>
                <c:pt idx="19008">
                  <c:v>5.3050300000000004</c:v>
                </c:pt>
                <c:pt idx="19009">
                  <c:v>5.3053299999999997</c:v>
                </c:pt>
                <c:pt idx="19010">
                  <c:v>5.3056400000000004</c:v>
                </c:pt>
                <c:pt idx="19011">
                  <c:v>5.3059399999999997</c:v>
                </c:pt>
                <c:pt idx="19012">
                  <c:v>5.3062500000000004</c:v>
                </c:pt>
                <c:pt idx="19013">
                  <c:v>5.3065499999999997</c:v>
                </c:pt>
                <c:pt idx="19014">
                  <c:v>5.3068600000000004</c:v>
                </c:pt>
                <c:pt idx="19015">
                  <c:v>5.3071700000000002</c:v>
                </c:pt>
                <c:pt idx="19016">
                  <c:v>5.3074700000000004</c:v>
                </c:pt>
                <c:pt idx="19017">
                  <c:v>5.3077800000000002</c:v>
                </c:pt>
                <c:pt idx="19018">
                  <c:v>5.3080800000000004</c:v>
                </c:pt>
                <c:pt idx="19019">
                  <c:v>5.3083900000000002</c:v>
                </c:pt>
                <c:pt idx="19020">
                  <c:v>5.3086900000000004</c:v>
                </c:pt>
                <c:pt idx="19021">
                  <c:v>5.3090000000000002</c:v>
                </c:pt>
                <c:pt idx="19022">
                  <c:v>5.3093000000000004</c:v>
                </c:pt>
                <c:pt idx="19023">
                  <c:v>5.3096100000000002</c:v>
                </c:pt>
                <c:pt idx="19024">
                  <c:v>5.3099100000000004</c:v>
                </c:pt>
                <c:pt idx="19025">
                  <c:v>5.3102200000000002</c:v>
                </c:pt>
                <c:pt idx="19026">
                  <c:v>5.3105200000000004</c:v>
                </c:pt>
                <c:pt idx="19027">
                  <c:v>5.3108300000000002</c:v>
                </c:pt>
                <c:pt idx="19028">
                  <c:v>5.31114</c:v>
                </c:pt>
                <c:pt idx="19029">
                  <c:v>5.3114400000000002</c:v>
                </c:pt>
                <c:pt idx="19030">
                  <c:v>5.31175</c:v>
                </c:pt>
                <c:pt idx="19031">
                  <c:v>5.3120500000000002</c:v>
                </c:pt>
                <c:pt idx="19032">
                  <c:v>5.31236</c:v>
                </c:pt>
                <c:pt idx="19033">
                  <c:v>5.3126600000000002</c:v>
                </c:pt>
                <c:pt idx="19034">
                  <c:v>5.31297</c:v>
                </c:pt>
                <c:pt idx="19035">
                  <c:v>5.3132700000000002</c:v>
                </c:pt>
                <c:pt idx="19036">
                  <c:v>5.31358</c:v>
                </c:pt>
                <c:pt idx="19037">
                  <c:v>5.3138800000000002</c:v>
                </c:pt>
                <c:pt idx="19038">
                  <c:v>5.31419</c:v>
                </c:pt>
                <c:pt idx="19039">
                  <c:v>5.3144900000000002</c:v>
                </c:pt>
                <c:pt idx="19040">
                  <c:v>5.3148</c:v>
                </c:pt>
                <c:pt idx="19041">
                  <c:v>5.3151099999999998</c:v>
                </c:pt>
                <c:pt idx="19042">
                  <c:v>5.31541</c:v>
                </c:pt>
                <c:pt idx="19043">
                  <c:v>5.3157199999999998</c:v>
                </c:pt>
                <c:pt idx="19044">
                  <c:v>5.31602</c:v>
                </c:pt>
                <c:pt idx="19045">
                  <c:v>5.3163299999999998</c:v>
                </c:pt>
                <c:pt idx="19046">
                  <c:v>5.31663</c:v>
                </c:pt>
                <c:pt idx="19047">
                  <c:v>5.3169399999999998</c:v>
                </c:pt>
                <c:pt idx="19048">
                  <c:v>5.31724</c:v>
                </c:pt>
                <c:pt idx="19049">
                  <c:v>5.3175499999999998</c:v>
                </c:pt>
                <c:pt idx="19050">
                  <c:v>5.31785</c:v>
                </c:pt>
                <c:pt idx="19051">
                  <c:v>5.3181599999999998</c:v>
                </c:pt>
                <c:pt idx="19052">
                  <c:v>5.31846</c:v>
                </c:pt>
                <c:pt idx="19053">
                  <c:v>5.3187699999999998</c:v>
                </c:pt>
                <c:pt idx="19054">
                  <c:v>5.3190799999999996</c:v>
                </c:pt>
                <c:pt idx="19055">
                  <c:v>5.3193799999999998</c:v>
                </c:pt>
                <c:pt idx="19056">
                  <c:v>5.3196899999999996</c:v>
                </c:pt>
                <c:pt idx="19057">
                  <c:v>5.3199899999999998</c:v>
                </c:pt>
                <c:pt idx="19058">
                  <c:v>5.3202999999999996</c:v>
                </c:pt>
                <c:pt idx="19059">
                  <c:v>5.3205999999999998</c:v>
                </c:pt>
                <c:pt idx="19060">
                  <c:v>5.3209099999999996</c:v>
                </c:pt>
                <c:pt idx="19061">
                  <c:v>5.3212099999999998</c:v>
                </c:pt>
                <c:pt idx="19062">
                  <c:v>5.3215199999999996</c:v>
                </c:pt>
                <c:pt idx="19063">
                  <c:v>5.3218199999999998</c:v>
                </c:pt>
                <c:pt idx="19064">
                  <c:v>5.3221299999999996</c:v>
                </c:pt>
                <c:pt idx="19065">
                  <c:v>5.3224400000000003</c:v>
                </c:pt>
                <c:pt idx="19066">
                  <c:v>5.3227399999999996</c:v>
                </c:pt>
                <c:pt idx="19067">
                  <c:v>5.3230500000000003</c:v>
                </c:pt>
                <c:pt idx="19068">
                  <c:v>5.3233499999999996</c:v>
                </c:pt>
                <c:pt idx="19069">
                  <c:v>5.3236600000000003</c:v>
                </c:pt>
                <c:pt idx="19070">
                  <c:v>5.3239599999999996</c:v>
                </c:pt>
                <c:pt idx="19071">
                  <c:v>5.3242700000000003</c:v>
                </c:pt>
                <c:pt idx="19072">
                  <c:v>5.3245699999999996</c:v>
                </c:pt>
                <c:pt idx="19073">
                  <c:v>5.3248800000000003</c:v>
                </c:pt>
                <c:pt idx="19074">
                  <c:v>5.3251799999999996</c:v>
                </c:pt>
                <c:pt idx="19075">
                  <c:v>5.3254900000000003</c:v>
                </c:pt>
                <c:pt idx="19076">
                  <c:v>5.3257899999999996</c:v>
                </c:pt>
                <c:pt idx="19077">
                  <c:v>5.3261000000000003</c:v>
                </c:pt>
                <c:pt idx="19078">
                  <c:v>5.3264100000000001</c:v>
                </c:pt>
                <c:pt idx="19079">
                  <c:v>5.3267100000000003</c:v>
                </c:pt>
                <c:pt idx="19080">
                  <c:v>5.3270200000000001</c:v>
                </c:pt>
                <c:pt idx="19081">
                  <c:v>5.3273200000000003</c:v>
                </c:pt>
                <c:pt idx="19082">
                  <c:v>5.3276300000000001</c:v>
                </c:pt>
                <c:pt idx="19083">
                  <c:v>5.3279300000000003</c:v>
                </c:pt>
                <c:pt idx="19084">
                  <c:v>5.3282400000000001</c:v>
                </c:pt>
                <c:pt idx="19085">
                  <c:v>5.3285400000000003</c:v>
                </c:pt>
                <c:pt idx="19086">
                  <c:v>5.3288500000000001</c:v>
                </c:pt>
                <c:pt idx="19087">
                  <c:v>5.3291500000000003</c:v>
                </c:pt>
                <c:pt idx="19088">
                  <c:v>5.3294600000000001</c:v>
                </c:pt>
                <c:pt idx="19089">
                  <c:v>5.3297600000000003</c:v>
                </c:pt>
                <c:pt idx="19090">
                  <c:v>5.3300700000000001</c:v>
                </c:pt>
                <c:pt idx="19091">
                  <c:v>5.3303799999999999</c:v>
                </c:pt>
                <c:pt idx="19092">
                  <c:v>5.3306800000000001</c:v>
                </c:pt>
                <c:pt idx="19093">
                  <c:v>5.3309899999999999</c:v>
                </c:pt>
                <c:pt idx="19094">
                  <c:v>5.3312900000000001</c:v>
                </c:pt>
                <c:pt idx="19095">
                  <c:v>5.3315999999999999</c:v>
                </c:pt>
                <c:pt idx="19096">
                  <c:v>5.3319000000000001</c:v>
                </c:pt>
                <c:pt idx="19097">
                  <c:v>5.3322099999999999</c:v>
                </c:pt>
                <c:pt idx="19098">
                  <c:v>5.3325100000000001</c:v>
                </c:pt>
                <c:pt idx="19099">
                  <c:v>5.3328199999999999</c:v>
                </c:pt>
                <c:pt idx="19100">
                  <c:v>5.3331200000000001</c:v>
                </c:pt>
                <c:pt idx="19101">
                  <c:v>5.3334299999999999</c:v>
                </c:pt>
                <c:pt idx="19102">
                  <c:v>5.3337300000000001</c:v>
                </c:pt>
                <c:pt idx="19103">
                  <c:v>5.3340399999999999</c:v>
                </c:pt>
                <c:pt idx="19104">
                  <c:v>5.3343499999999997</c:v>
                </c:pt>
                <c:pt idx="19105">
                  <c:v>5.3346499999999999</c:v>
                </c:pt>
                <c:pt idx="19106">
                  <c:v>5.3349599999999997</c:v>
                </c:pt>
                <c:pt idx="19107">
                  <c:v>5.3352599999999999</c:v>
                </c:pt>
                <c:pt idx="19108">
                  <c:v>5.3355699999999997</c:v>
                </c:pt>
                <c:pt idx="19109">
                  <c:v>5.3358699999999999</c:v>
                </c:pt>
                <c:pt idx="19110">
                  <c:v>5.3361799999999997</c:v>
                </c:pt>
                <c:pt idx="19111">
                  <c:v>5.3364799999999999</c:v>
                </c:pt>
                <c:pt idx="19112">
                  <c:v>5.3367899999999997</c:v>
                </c:pt>
                <c:pt idx="19113">
                  <c:v>5.3370899999999999</c:v>
                </c:pt>
                <c:pt idx="19114">
                  <c:v>5.3373999999999997</c:v>
                </c:pt>
                <c:pt idx="19115">
                  <c:v>5.3377100000000004</c:v>
                </c:pt>
                <c:pt idx="19116">
                  <c:v>5.3380099999999997</c:v>
                </c:pt>
                <c:pt idx="19117">
                  <c:v>5.3383200000000004</c:v>
                </c:pt>
                <c:pt idx="19118">
                  <c:v>5.3386199999999997</c:v>
                </c:pt>
                <c:pt idx="19119">
                  <c:v>5.3389300000000004</c:v>
                </c:pt>
                <c:pt idx="19120">
                  <c:v>5.3392299999999997</c:v>
                </c:pt>
                <c:pt idx="19121">
                  <c:v>5.3395400000000004</c:v>
                </c:pt>
                <c:pt idx="19122">
                  <c:v>5.3398399999999997</c:v>
                </c:pt>
                <c:pt idx="19123">
                  <c:v>5.3401500000000004</c:v>
                </c:pt>
                <c:pt idx="19124">
                  <c:v>5.3404499999999997</c:v>
                </c:pt>
                <c:pt idx="19125">
                  <c:v>5.3407600000000004</c:v>
                </c:pt>
                <c:pt idx="19126">
                  <c:v>5.3410599999999997</c:v>
                </c:pt>
                <c:pt idx="19127">
                  <c:v>5.3413700000000004</c:v>
                </c:pt>
                <c:pt idx="19128">
                  <c:v>5.3416800000000002</c:v>
                </c:pt>
                <c:pt idx="19129">
                  <c:v>5.3419800000000004</c:v>
                </c:pt>
                <c:pt idx="19130">
                  <c:v>5.3422900000000002</c:v>
                </c:pt>
                <c:pt idx="19131">
                  <c:v>5.3425900000000004</c:v>
                </c:pt>
                <c:pt idx="19132">
                  <c:v>5.3429000000000002</c:v>
                </c:pt>
                <c:pt idx="19133">
                  <c:v>5.3432000000000004</c:v>
                </c:pt>
                <c:pt idx="19134">
                  <c:v>5.3435100000000002</c:v>
                </c:pt>
                <c:pt idx="19135">
                  <c:v>5.3438100000000004</c:v>
                </c:pt>
                <c:pt idx="19136">
                  <c:v>5.3441200000000002</c:v>
                </c:pt>
                <c:pt idx="19137">
                  <c:v>5.3444200000000004</c:v>
                </c:pt>
                <c:pt idx="19138">
                  <c:v>5.3447300000000002</c:v>
                </c:pt>
                <c:pt idx="19139">
                  <c:v>5.3450300000000004</c:v>
                </c:pt>
                <c:pt idx="19140">
                  <c:v>5.3453400000000002</c:v>
                </c:pt>
                <c:pt idx="19141">
                  <c:v>5.34565</c:v>
                </c:pt>
                <c:pt idx="19142">
                  <c:v>5.3459500000000002</c:v>
                </c:pt>
                <c:pt idx="19143">
                  <c:v>5.34626</c:v>
                </c:pt>
                <c:pt idx="19144">
                  <c:v>5.3465600000000002</c:v>
                </c:pt>
                <c:pt idx="19145">
                  <c:v>5.34687</c:v>
                </c:pt>
                <c:pt idx="19146">
                  <c:v>5.3471700000000002</c:v>
                </c:pt>
                <c:pt idx="19147">
                  <c:v>5.34748</c:v>
                </c:pt>
                <c:pt idx="19148">
                  <c:v>5.3477800000000002</c:v>
                </c:pt>
                <c:pt idx="19149">
                  <c:v>5.34809</c:v>
                </c:pt>
                <c:pt idx="19150">
                  <c:v>5.3483900000000002</c:v>
                </c:pt>
                <c:pt idx="19151">
                  <c:v>5.3487</c:v>
                </c:pt>
                <c:pt idx="19152">
                  <c:v>5.3490000000000002</c:v>
                </c:pt>
                <c:pt idx="19153">
                  <c:v>5.34931</c:v>
                </c:pt>
                <c:pt idx="19154">
                  <c:v>5.3496199999999998</c:v>
                </c:pt>
                <c:pt idx="19155">
                  <c:v>5.34992</c:v>
                </c:pt>
                <c:pt idx="19156">
                  <c:v>5.3502299999999998</c:v>
                </c:pt>
                <c:pt idx="19157">
                  <c:v>5.35053</c:v>
                </c:pt>
                <c:pt idx="19158">
                  <c:v>5.3508399999999998</c:v>
                </c:pt>
                <c:pt idx="19159">
                  <c:v>5.35114</c:v>
                </c:pt>
                <c:pt idx="19160">
                  <c:v>5.3514499999999998</c:v>
                </c:pt>
                <c:pt idx="19161">
                  <c:v>5.35175</c:v>
                </c:pt>
                <c:pt idx="19162">
                  <c:v>5.3520599999999998</c:v>
                </c:pt>
                <c:pt idx="19163">
                  <c:v>5.35236</c:v>
                </c:pt>
                <c:pt idx="19164">
                  <c:v>5.3526699999999998</c:v>
                </c:pt>
                <c:pt idx="19165">
                  <c:v>5.35297</c:v>
                </c:pt>
                <c:pt idx="19166">
                  <c:v>5.3532799999999998</c:v>
                </c:pt>
                <c:pt idx="19167">
                  <c:v>5.3535899999999996</c:v>
                </c:pt>
                <c:pt idx="19168">
                  <c:v>5.3538899999999998</c:v>
                </c:pt>
                <c:pt idx="19169">
                  <c:v>5.3541999999999996</c:v>
                </c:pt>
                <c:pt idx="19170">
                  <c:v>5.3544999999999998</c:v>
                </c:pt>
                <c:pt idx="19171">
                  <c:v>5.3548099999999996</c:v>
                </c:pt>
                <c:pt idx="19172">
                  <c:v>5.3551099999999998</c:v>
                </c:pt>
                <c:pt idx="19173">
                  <c:v>5.3554199999999996</c:v>
                </c:pt>
                <c:pt idx="19174">
                  <c:v>5.3557199999999998</c:v>
                </c:pt>
                <c:pt idx="19175">
                  <c:v>5.3560299999999996</c:v>
                </c:pt>
                <c:pt idx="19176">
                  <c:v>5.3563299999999998</c:v>
                </c:pt>
                <c:pt idx="19177">
                  <c:v>5.3566399999999996</c:v>
                </c:pt>
                <c:pt idx="19178">
                  <c:v>5.3569500000000003</c:v>
                </c:pt>
                <c:pt idx="19179">
                  <c:v>5.3572499999999996</c:v>
                </c:pt>
                <c:pt idx="19180">
                  <c:v>5.3575600000000003</c:v>
                </c:pt>
                <c:pt idx="19181">
                  <c:v>5.3578599999999996</c:v>
                </c:pt>
                <c:pt idx="19182">
                  <c:v>5.3581700000000003</c:v>
                </c:pt>
                <c:pt idx="19183">
                  <c:v>5.3584699999999996</c:v>
                </c:pt>
                <c:pt idx="19184">
                  <c:v>5.3587800000000003</c:v>
                </c:pt>
                <c:pt idx="19185">
                  <c:v>5.3590799999999996</c:v>
                </c:pt>
                <c:pt idx="19186">
                  <c:v>5.3593900000000003</c:v>
                </c:pt>
                <c:pt idx="19187">
                  <c:v>5.3596899999999996</c:v>
                </c:pt>
                <c:pt idx="19188">
                  <c:v>5.36</c:v>
                </c:pt>
                <c:pt idx="19189">
                  <c:v>5.3602999999999996</c:v>
                </c:pt>
                <c:pt idx="19190">
                  <c:v>5.3606100000000003</c:v>
                </c:pt>
                <c:pt idx="19191">
                  <c:v>5.3609200000000001</c:v>
                </c:pt>
                <c:pt idx="19192">
                  <c:v>5.3612200000000003</c:v>
                </c:pt>
                <c:pt idx="19193">
                  <c:v>5.3615300000000001</c:v>
                </c:pt>
                <c:pt idx="19194">
                  <c:v>5.3618300000000003</c:v>
                </c:pt>
                <c:pt idx="19195">
                  <c:v>5.3621400000000001</c:v>
                </c:pt>
                <c:pt idx="19196">
                  <c:v>5.3624400000000003</c:v>
                </c:pt>
                <c:pt idx="19197">
                  <c:v>5.3627500000000001</c:v>
                </c:pt>
                <c:pt idx="19198">
                  <c:v>5.3630500000000003</c:v>
                </c:pt>
                <c:pt idx="19199">
                  <c:v>5.3633600000000001</c:v>
                </c:pt>
                <c:pt idx="19200">
                  <c:v>5.3636600000000003</c:v>
                </c:pt>
                <c:pt idx="19201">
                  <c:v>5.3639700000000001</c:v>
                </c:pt>
                <c:pt idx="19202">
                  <c:v>5.3642700000000003</c:v>
                </c:pt>
                <c:pt idx="19203">
                  <c:v>5.3645800000000001</c:v>
                </c:pt>
                <c:pt idx="19204">
                  <c:v>5.3648899999999999</c:v>
                </c:pt>
                <c:pt idx="19205">
                  <c:v>5.3651900000000001</c:v>
                </c:pt>
                <c:pt idx="19206">
                  <c:v>5.3654999999999999</c:v>
                </c:pt>
                <c:pt idx="19207">
                  <c:v>5.3658000000000001</c:v>
                </c:pt>
                <c:pt idx="19208">
                  <c:v>5.3661099999999999</c:v>
                </c:pt>
                <c:pt idx="19209">
                  <c:v>5.3664100000000001</c:v>
                </c:pt>
                <c:pt idx="19210">
                  <c:v>5.3667199999999999</c:v>
                </c:pt>
                <c:pt idx="19211">
                  <c:v>5.3670200000000001</c:v>
                </c:pt>
                <c:pt idx="19212">
                  <c:v>5.3673299999999999</c:v>
                </c:pt>
                <c:pt idx="19213">
                  <c:v>5.3676300000000001</c:v>
                </c:pt>
                <c:pt idx="19214">
                  <c:v>5.3679399999999999</c:v>
                </c:pt>
                <c:pt idx="19215">
                  <c:v>5.3682400000000001</c:v>
                </c:pt>
                <c:pt idx="19216">
                  <c:v>5.3685499999999999</c:v>
                </c:pt>
                <c:pt idx="19217">
                  <c:v>5.3688599999999997</c:v>
                </c:pt>
                <c:pt idx="19218">
                  <c:v>5.3691599999999999</c:v>
                </c:pt>
                <c:pt idx="19219">
                  <c:v>5.3694699999999997</c:v>
                </c:pt>
                <c:pt idx="19220">
                  <c:v>5.3697699999999999</c:v>
                </c:pt>
                <c:pt idx="19221">
                  <c:v>5.3700799999999997</c:v>
                </c:pt>
                <c:pt idx="19222">
                  <c:v>5.3703799999999999</c:v>
                </c:pt>
                <c:pt idx="19223">
                  <c:v>5.3706899999999997</c:v>
                </c:pt>
                <c:pt idx="19224">
                  <c:v>5.3709899999999999</c:v>
                </c:pt>
                <c:pt idx="19225">
                  <c:v>5.3712999999999997</c:v>
                </c:pt>
                <c:pt idx="19226">
                  <c:v>5.3715999999999999</c:v>
                </c:pt>
                <c:pt idx="19227">
                  <c:v>5.3719099999999997</c:v>
                </c:pt>
                <c:pt idx="19228">
                  <c:v>5.3722099999999999</c:v>
                </c:pt>
                <c:pt idx="19229">
                  <c:v>5.3725199999999997</c:v>
                </c:pt>
                <c:pt idx="19230">
                  <c:v>5.3728300000000004</c:v>
                </c:pt>
                <c:pt idx="19231">
                  <c:v>5.3731299999999997</c:v>
                </c:pt>
                <c:pt idx="19232">
                  <c:v>5.3734400000000004</c:v>
                </c:pt>
                <c:pt idx="19233">
                  <c:v>5.3737399999999997</c:v>
                </c:pt>
                <c:pt idx="19234">
                  <c:v>5.3740500000000004</c:v>
                </c:pt>
                <c:pt idx="19235">
                  <c:v>5.3743499999999997</c:v>
                </c:pt>
                <c:pt idx="19236">
                  <c:v>5.3746600000000004</c:v>
                </c:pt>
                <c:pt idx="19237">
                  <c:v>5.3749599999999997</c:v>
                </c:pt>
                <c:pt idx="19238">
                  <c:v>5.3752700000000004</c:v>
                </c:pt>
                <c:pt idx="19239">
                  <c:v>5.3755699999999997</c:v>
                </c:pt>
                <c:pt idx="19240">
                  <c:v>5.3758800000000004</c:v>
                </c:pt>
                <c:pt idx="19241">
                  <c:v>5.3761900000000002</c:v>
                </c:pt>
                <c:pt idx="19242">
                  <c:v>5.3764900000000004</c:v>
                </c:pt>
                <c:pt idx="19243">
                  <c:v>5.3768000000000002</c:v>
                </c:pt>
                <c:pt idx="19244">
                  <c:v>5.3771000000000004</c:v>
                </c:pt>
                <c:pt idx="19245">
                  <c:v>5.3774100000000002</c:v>
                </c:pt>
                <c:pt idx="19246">
                  <c:v>5.3777100000000004</c:v>
                </c:pt>
                <c:pt idx="19247">
                  <c:v>5.3780200000000002</c:v>
                </c:pt>
                <c:pt idx="19248">
                  <c:v>5.3783200000000004</c:v>
                </c:pt>
                <c:pt idx="19249">
                  <c:v>5.3786300000000002</c:v>
                </c:pt>
                <c:pt idx="19250">
                  <c:v>5.3789300000000004</c:v>
                </c:pt>
                <c:pt idx="19251">
                  <c:v>5.3792400000000002</c:v>
                </c:pt>
                <c:pt idx="19252">
                  <c:v>5.3795400000000004</c:v>
                </c:pt>
                <c:pt idx="19253">
                  <c:v>5.3798500000000002</c:v>
                </c:pt>
                <c:pt idx="19254">
                  <c:v>5.3801600000000001</c:v>
                </c:pt>
                <c:pt idx="19255">
                  <c:v>5.3804600000000002</c:v>
                </c:pt>
                <c:pt idx="19256">
                  <c:v>5.3807700000000001</c:v>
                </c:pt>
                <c:pt idx="19257">
                  <c:v>5.3810700000000002</c:v>
                </c:pt>
                <c:pt idx="19258">
                  <c:v>5.3813800000000001</c:v>
                </c:pt>
                <c:pt idx="19259">
                  <c:v>5.3816800000000002</c:v>
                </c:pt>
                <c:pt idx="19260">
                  <c:v>5.3819900000000001</c:v>
                </c:pt>
                <c:pt idx="19261">
                  <c:v>5.3822900000000002</c:v>
                </c:pt>
                <c:pt idx="19262">
                  <c:v>5.3826000000000001</c:v>
                </c:pt>
                <c:pt idx="19263">
                  <c:v>5.3829000000000002</c:v>
                </c:pt>
                <c:pt idx="19264">
                  <c:v>5.3832100000000001</c:v>
                </c:pt>
                <c:pt idx="19265">
                  <c:v>5.3835100000000002</c:v>
                </c:pt>
                <c:pt idx="19266">
                  <c:v>5.3838200000000001</c:v>
                </c:pt>
                <c:pt idx="19267">
                  <c:v>5.3841299999999999</c:v>
                </c:pt>
                <c:pt idx="19268">
                  <c:v>5.38443</c:v>
                </c:pt>
                <c:pt idx="19269">
                  <c:v>5.3847399999999999</c:v>
                </c:pt>
                <c:pt idx="19270">
                  <c:v>5.38504</c:v>
                </c:pt>
                <c:pt idx="19271">
                  <c:v>5.3853499999999999</c:v>
                </c:pt>
                <c:pt idx="19272">
                  <c:v>5.38565</c:v>
                </c:pt>
                <c:pt idx="19273">
                  <c:v>5.3859599999999999</c:v>
                </c:pt>
                <c:pt idx="19274">
                  <c:v>5.38626</c:v>
                </c:pt>
                <c:pt idx="19275">
                  <c:v>5.3865699999999999</c:v>
                </c:pt>
                <c:pt idx="19276">
                  <c:v>5.38687</c:v>
                </c:pt>
                <c:pt idx="19277">
                  <c:v>5.3871799999999999</c:v>
                </c:pt>
                <c:pt idx="19278">
                  <c:v>5.38748</c:v>
                </c:pt>
                <c:pt idx="19279">
                  <c:v>5.3877899999999999</c:v>
                </c:pt>
                <c:pt idx="19280">
                  <c:v>5.3880999999999997</c:v>
                </c:pt>
                <c:pt idx="19281">
                  <c:v>5.3883999999999999</c:v>
                </c:pt>
                <c:pt idx="19282">
                  <c:v>5.3887099999999997</c:v>
                </c:pt>
                <c:pt idx="19283">
                  <c:v>5.3890099999999999</c:v>
                </c:pt>
                <c:pt idx="19284">
                  <c:v>5.3893199999999997</c:v>
                </c:pt>
                <c:pt idx="19285">
                  <c:v>5.3896199999999999</c:v>
                </c:pt>
                <c:pt idx="19286">
                  <c:v>5.3899299999999997</c:v>
                </c:pt>
                <c:pt idx="19287">
                  <c:v>5.3902299999999999</c:v>
                </c:pt>
                <c:pt idx="19288">
                  <c:v>5.3905399999999997</c:v>
                </c:pt>
                <c:pt idx="19289">
                  <c:v>5.3908399999999999</c:v>
                </c:pt>
                <c:pt idx="19290">
                  <c:v>5.3911499999999997</c:v>
                </c:pt>
                <c:pt idx="19291">
                  <c:v>5.3914600000000004</c:v>
                </c:pt>
                <c:pt idx="19292">
                  <c:v>5.3917599999999997</c:v>
                </c:pt>
                <c:pt idx="19293">
                  <c:v>5.3920700000000004</c:v>
                </c:pt>
                <c:pt idx="19294">
                  <c:v>5.3923699999999997</c:v>
                </c:pt>
                <c:pt idx="19295">
                  <c:v>5.3926800000000004</c:v>
                </c:pt>
                <c:pt idx="19296">
                  <c:v>5.3929799999999997</c:v>
                </c:pt>
                <c:pt idx="19297">
                  <c:v>5.3932900000000004</c:v>
                </c:pt>
                <c:pt idx="19298">
                  <c:v>5.3935899999999997</c:v>
                </c:pt>
                <c:pt idx="19299">
                  <c:v>5.3939000000000004</c:v>
                </c:pt>
                <c:pt idx="19300">
                  <c:v>5.3941999999999997</c:v>
                </c:pt>
                <c:pt idx="19301">
                  <c:v>5.3945100000000004</c:v>
                </c:pt>
                <c:pt idx="19302">
                  <c:v>5.3948099999999997</c:v>
                </c:pt>
                <c:pt idx="19303">
                  <c:v>5.3951200000000004</c:v>
                </c:pt>
                <c:pt idx="19304">
                  <c:v>5.3954300000000002</c:v>
                </c:pt>
                <c:pt idx="19305">
                  <c:v>5.3957300000000004</c:v>
                </c:pt>
                <c:pt idx="19306">
                  <c:v>5.3960400000000002</c:v>
                </c:pt>
                <c:pt idx="19307">
                  <c:v>5.3963400000000004</c:v>
                </c:pt>
                <c:pt idx="19308">
                  <c:v>5.3966500000000002</c:v>
                </c:pt>
                <c:pt idx="19309">
                  <c:v>5.3969500000000004</c:v>
                </c:pt>
                <c:pt idx="19310">
                  <c:v>5.3972600000000002</c:v>
                </c:pt>
                <c:pt idx="19311">
                  <c:v>5.3975600000000004</c:v>
                </c:pt>
                <c:pt idx="19312">
                  <c:v>5.3978700000000002</c:v>
                </c:pt>
                <c:pt idx="19313">
                  <c:v>5.3981700000000004</c:v>
                </c:pt>
                <c:pt idx="19314">
                  <c:v>5.3984800000000002</c:v>
                </c:pt>
                <c:pt idx="19315">
                  <c:v>5.3987800000000004</c:v>
                </c:pt>
                <c:pt idx="19316">
                  <c:v>5.3990900000000002</c:v>
                </c:pt>
                <c:pt idx="19317">
                  <c:v>5.3994</c:v>
                </c:pt>
                <c:pt idx="19318">
                  <c:v>5.3997000000000002</c:v>
                </c:pt>
                <c:pt idx="19319">
                  <c:v>5.40001</c:v>
                </c:pt>
                <c:pt idx="19320">
                  <c:v>5.4003100000000002</c:v>
                </c:pt>
                <c:pt idx="19321">
                  <c:v>5.40062</c:v>
                </c:pt>
                <c:pt idx="19322">
                  <c:v>5.4009200000000002</c:v>
                </c:pt>
                <c:pt idx="19323">
                  <c:v>5.40123</c:v>
                </c:pt>
                <c:pt idx="19324">
                  <c:v>5.4015300000000002</c:v>
                </c:pt>
                <c:pt idx="19325">
                  <c:v>5.40184</c:v>
                </c:pt>
                <c:pt idx="19326">
                  <c:v>5.4021400000000002</c:v>
                </c:pt>
                <c:pt idx="19327">
                  <c:v>5.40245</c:v>
                </c:pt>
                <c:pt idx="19328">
                  <c:v>5.4027500000000002</c:v>
                </c:pt>
                <c:pt idx="19329">
                  <c:v>5.40306</c:v>
                </c:pt>
                <c:pt idx="19330">
                  <c:v>5.4033699999999998</c:v>
                </c:pt>
                <c:pt idx="19331">
                  <c:v>5.40367</c:v>
                </c:pt>
                <c:pt idx="19332">
                  <c:v>5.4039799999999998</c:v>
                </c:pt>
                <c:pt idx="19333">
                  <c:v>5.40428</c:v>
                </c:pt>
                <c:pt idx="19334">
                  <c:v>5.4045899999999998</c:v>
                </c:pt>
                <c:pt idx="19335">
                  <c:v>5.40489</c:v>
                </c:pt>
                <c:pt idx="19336">
                  <c:v>5.4051999999999998</c:v>
                </c:pt>
                <c:pt idx="19337">
                  <c:v>5.4055</c:v>
                </c:pt>
                <c:pt idx="19338">
                  <c:v>5.4058099999999998</c:v>
                </c:pt>
                <c:pt idx="19339">
                  <c:v>5.40611</c:v>
                </c:pt>
                <c:pt idx="19340">
                  <c:v>5.4064199999999998</c:v>
                </c:pt>
                <c:pt idx="19341">
                  <c:v>5.40672</c:v>
                </c:pt>
                <c:pt idx="19342">
                  <c:v>5.4070299999999998</c:v>
                </c:pt>
                <c:pt idx="19343">
                  <c:v>5.4073399999999996</c:v>
                </c:pt>
                <c:pt idx="19344">
                  <c:v>5.4076399999999998</c:v>
                </c:pt>
                <c:pt idx="19345">
                  <c:v>5.4079499999999996</c:v>
                </c:pt>
                <c:pt idx="19346">
                  <c:v>5.4082499999999998</c:v>
                </c:pt>
                <c:pt idx="19347">
                  <c:v>5.4085599999999996</c:v>
                </c:pt>
                <c:pt idx="19348">
                  <c:v>5.4088599999999998</c:v>
                </c:pt>
                <c:pt idx="19349">
                  <c:v>5.4091699999999996</c:v>
                </c:pt>
                <c:pt idx="19350">
                  <c:v>5.4094699999999998</c:v>
                </c:pt>
                <c:pt idx="19351">
                  <c:v>5.4097799999999996</c:v>
                </c:pt>
                <c:pt idx="19352">
                  <c:v>5.4100799999999998</c:v>
                </c:pt>
                <c:pt idx="19353">
                  <c:v>5.4103899999999996</c:v>
                </c:pt>
                <c:pt idx="19354">
                  <c:v>5.4107000000000003</c:v>
                </c:pt>
                <c:pt idx="19355">
                  <c:v>5.4109999999999996</c:v>
                </c:pt>
                <c:pt idx="19356">
                  <c:v>5.4113100000000003</c:v>
                </c:pt>
                <c:pt idx="19357">
                  <c:v>5.4116099999999996</c:v>
                </c:pt>
                <c:pt idx="19358">
                  <c:v>5.4119200000000003</c:v>
                </c:pt>
                <c:pt idx="19359">
                  <c:v>5.4122199999999996</c:v>
                </c:pt>
                <c:pt idx="19360">
                  <c:v>5.4125300000000003</c:v>
                </c:pt>
                <c:pt idx="19361">
                  <c:v>5.4128299999999996</c:v>
                </c:pt>
                <c:pt idx="19362">
                  <c:v>5.4131400000000003</c:v>
                </c:pt>
                <c:pt idx="19363">
                  <c:v>5.4134399999999996</c:v>
                </c:pt>
                <c:pt idx="19364">
                  <c:v>5.4137500000000003</c:v>
                </c:pt>
                <c:pt idx="19365">
                  <c:v>5.4140499999999996</c:v>
                </c:pt>
                <c:pt idx="19366">
                  <c:v>5.4143600000000003</c:v>
                </c:pt>
                <c:pt idx="19367">
                  <c:v>5.4146700000000001</c:v>
                </c:pt>
                <c:pt idx="19368">
                  <c:v>5.4149700000000003</c:v>
                </c:pt>
                <c:pt idx="19369">
                  <c:v>5.4152800000000001</c:v>
                </c:pt>
                <c:pt idx="19370">
                  <c:v>5.4155800000000003</c:v>
                </c:pt>
                <c:pt idx="19371">
                  <c:v>5.4158900000000001</c:v>
                </c:pt>
                <c:pt idx="19372">
                  <c:v>5.4161900000000003</c:v>
                </c:pt>
                <c:pt idx="19373">
                  <c:v>5.4165000000000001</c:v>
                </c:pt>
                <c:pt idx="19374">
                  <c:v>5.4168000000000003</c:v>
                </c:pt>
                <c:pt idx="19375">
                  <c:v>5.4171100000000001</c:v>
                </c:pt>
                <c:pt idx="19376">
                  <c:v>5.4174100000000003</c:v>
                </c:pt>
                <c:pt idx="19377">
                  <c:v>5.4177200000000001</c:v>
                </c:pt>
                <c:pt idx="19378">
                  <c:v>5.4180200000000003</c:v>
                </c:pt>
                <c:pt idx="19379">
                  <c:v>5.4183300000000001</c:v>
                </c:pt>
                <c:pt idx="19380">
                  <c:v>5.4186399999999999</c:v>
                </c:pt>
                <c:pt idx="19381">
                  <c:v>5.4189400000000001</c:v>
                </c:pt>
                <c:pt idx="19382">
                  <c:v>5.4192499999999999</c:v>
                </c:pt>
                <c:pt idx="19383">
                  <c:v>5.4195500000000001</c:v>
                </c:pt>
                <c:pt idx="19384">
                  <c:v>5.4198599999999999</c:v>
                </c:pt>
                <c:pt idx="19385">
                  <c:v>5.4201600000000001</c:v>
                </c:pt>
                <c:pt idx="19386">
                  <c:v>5.4204699999999999</c:v>
                </c:pt>
                <c:pt idx="19387">
                  <c:v>5.4207700000000001</c:v>
                </c:pt>
                <c:pt idx="19388">
                  <c:v>5.4210799999999999</c:v>
                </c:pt>
                <c:pt idx="19389">
                  <c:v>5.4213800000000001</c:v>
                </c:pt>
                <c:pt idx="19390">
                  <c:v>5.4216899999999999</c:v>
                </c:pt>
                <c:pt idx="19391">
                  <c:v>5.4219900000000001</c:v>
                </c:pt>
                <c:pt idx="19392">
                  <c:v>5.4222999999999999</c:v>
                </c:pt>
                <c:pt idx="19393">
                  <c:v>5.4226099999999997</c:v>
                </c:pt>
                <c:pt idx="19394">
                  <c:v>5.4229099999999999</c:v>
                </c:pt>
                <c:pt idx="19395">
                  <c:v>5.4232199999999997</c:v>
                </c:pt>
                <c:pt idx="19396">
                  <c:v>5.4235199999999999</c:v>
                </c:pt>
                <c:pt idx="19397">
                  <c:v>5.4238299999999997</c:v>
                </c:pt>
                <c:pt idx="19398">
                  <c:v>5.4241299999999999</c:v>
                </c:pt>
                <c:pt idx="19399">
                  <c:v>5.4244399999999997</c:v>
                </c:pt>
                <c:pt idx="19400">
                  <c:v>5.4247399999999999</c:v>
                </c:pt>
                <c:pt idx="19401">
                  <c:v>5.4250499999999997</c:v>
                </c:pt>
                <c:pt idx="19402">
                  <c:v>5.4253499999999999</c:v>
                </c:pt>
                <c:pt idx="19403">
                  <c:v>5.4256599999999997</c:v>
                </c:pt>
                <c:pt idx="19404">
                  <c:v>5.4259599999999999</c:v>
                </c:pt>
                <c:pt idx="19405">
                  <c:v>5.4262699999999997</c:v>
                </c:pt>
                <c:pt idx="19406">
                  <c:v>5.4265800000000004</c:v>
                </c:pt>
                <c:pt idx="19407">
                  <c:v>5.4268799999999997</c:v>
                </c:pt>
                <c:pt idx="19408">
                  <c:v>5.4271900000000004</c:v>
                </c:pt>
                <c:pt idx="19409">
                  <c:v>5.4274899999999997</c:v>
                </c:pt>
                <c:pt idx="19410">
                  <c:v>5.4278000000000004</c:v>
                </c:pt>
                <c:pt idx="19411">
                  <c:v>5.4280999999999997</c:v>
                </c:pt>
                <c:pt idx="19412">
                  <c:v>5.4284100000000004</c:v>
                </c:pt>
                <c:pt idx="19413">
                  <c:v>5.4287099999999997</c:v>
                </c:pt>
                <c:pt idx="19414">
                  <c:v>5.4290200000000004</c:v>
                </c:pt>
                <c:pt idx="19415">
                  <c:v>5.4293199999999997</c:v>
                </c:pt>
                <c:pt idx="19416">
                  <c:v>5.4296300000000004</c:v>
                </c:pt>
                <c:pt idx="19417">
                  <c:v>5.4299400000000002</c:v>
                </c:pt>
                <c:pt idx="19418">
                  <c:v>5.4302400000000004</c:v>
                </c:pt>
                <c:pt idx="19419">
                  <c:v>5.4305500000000002</c:v>
                </c:pt>
                <c:pt idx="19420">
                  <c:v>5.4308500000000004</c:v>
                </c:pt>
                <c:pt idx="19421">
                  <c:v>5.4311600000000002</c:v>
                </c:pt>
                <c:pt idx="19422">
                  <c:v>5.4314600000000004</c:v>
                </c:pt>
                <c:pt idx="19423">
                  <c:v>5.4317700000000002</c:v>
                </c:pt>
                <c:pt idx="19424">
                  <c:v>5.4320700000000004</c:v>
                </c:pt>
                <c:pt idx="19425">
                  <c:v>5.4323800000000002</c:v>
                </c:pt>
                <c:pt idx="19426">
                  <c:v>5.4326800000000004</c:v>
                </c:pt>
                <c:pt idx="19427">
                  <c:v>5.4329900000000002</c:v>
                </c:pt>
                <c:pt idx="19428">
                  <c:v>5.4332900000000004</c:v>
                </c:pt>
                <c:pt idx="19429">
                  <c:v>5.4336000000000002</c:v>
                </c:pt>
                <c:pt idx="19430">
                  <c:v>5.43391</c:v>
                </c:pt>
                <c:pt idx="19431">
                  <c:v>5.4342100000000002</c:v>
                </c:pt>
                <c:pt idx="19432">
                  <c:v>5.43452</c:v>
                </c:pt>
                <c:pt idx="19433">
                  <c:v>5.4348200000000002</c:v>
                </c:pt>
                <c:pt idx="19434">
                  <c:v>5.43513</c:v>
                </c:pt>
                <c:pt idx="19435">
                  <c:v>5.4354300000000002</c:v>
                </c:pt>
                <c:pt idx="19436">
                  <c:v>5.43574</c:v>
                </c:pt>
                <c:pt idx="19437">
                  <c:v>5.4360400000000002</c:v>
                </c:pt>
                <c:pt idx="19438">
                  <c:v>5.43635</c:v>
                </c:pt>
                <c:pt idx="19439">
                  <c:v>5.4366500000000002</c:v>
                </c:pt>
                <c:pt idx="19440">
                  <c:v>5.43696</c:v>
                </c:pt>
                <c:pt idx="19441">
                  <c:v>5.4372600000000002</c:v>
                </c:pt>
                <c:pt idx="19442">
                  <c:v>5.43757</c:v>
                </c:pt>
                <c:pt idx="19443">
                  <c:v>5.4378799999999998</c:v>
                </c:pt>
                <c:pt idx="19444">
                  <c:v>5.43818</c:v>
                </c:pt>
                <c:pt idx="19445">
                  <c:v>5.4384899999999998</c:v>
                </c:pt>
                <c:pt idx="19446">
                  <c:v>5.43879</c:v>
                </c:pt>
                <c:pt idx="19447">
                  <c:v>5.4390999999999998</c:v>
                </c:pt>
                <c:pt idx="19448">
                  <c:v>5.4394</c:v>
                </c:pt>
                <c:pt idx="19449">
                  <c:v>5.4397099999999998</c:v>
                </c:pt>
                <c:pt idx="19450">
                  <c:v>5.44001</c:v>
                </c:pt>
                <c:pt idx="19451">
                  <c:v>5.4403199999999998</c:v>
                </c:pt>
                <c:pt idx="19452">
                  <c:v>5.44062</c:v>
                </c:pt>
                <c:pt idx="19453">
                  <c:v>5.4409299999999998</c:v>
                </c:pt>
                <c:pt idx="19454">
                  <c:v>5.44123</c:v>
                </c:pt>
                <c:pt idx="19455">
                  <c:v>5.4415399999999998</c:v>
                </c:pt>
                <c:pt idx="19456">
                  <c:v>5.4418499999999996</c:v>
                </c:pt>
                <c:pt idx="19457">
                  <c:v>5.4421499999999998</c:v>
                </c:pt>
                <c:pt idx="19458">
                  <c:v>5.4424599999999996</c:v>
                </c:pt>
                <c:pt idx="19459">
                  <c:v>5.4427599999999998</c:v>
                </c:pt>
                <c:pt idx="19460">
                  <c:v>5.4430699999999996</c:v>
                </c:pt>
                <c:pt idx="19461">
                  <c:v>5.4433699999999998</c:v>
                </c:pt>
                <c:pt idx="19462">
                  <c:v>5.4436799999999996</c:v>
                </c:pt>
                <c:pt idx="19463">
                  <c:v>5.4439799999999998</c:v>
                </c:pt>
                <c:pt idx="19464">
                  <c:v>5.4442899999999996</c:v>
                </c:pt>
                <c:pt idx="19465">
                  <c:v>5.4445899999999998</c:v>
                </c:pt>
                <c:pt idx="19466">
                  <c:v>5.4448999999999996</c:v>
                </c:pt>
                <c:pt idx="19467">
                  <c:v>5.4452100000000003</c:v>
                </c:pt>
                <c:pt idx="19468">
                  <c:v>5.4455099999999996</c:v>
                </c:pt>
                <c:pt idx="19469">
                  <c:v>5.4458200000000003</c:v>
                </c:pt>
                <c:pt idx="19470">
                  <c:v>5.4461199999999996</c:v>
                </c:pt>
                <c:pt idx="19471">
                  <c:v>5.4464300000000003</c:v>
                </c:pt>
                <c:pt idx="19472">
                  <c:v>5.4467299999999996</c:v>
                </c:pt>
                <c:pt idx="19473">
                  <c:v>5.4470400000000003</c:v>
                </c:pt>
                <c:pt idx="19474">
                  <c:v>5.4473399999999996</c:v>
                </c:pt>
                <c:pt idx="19475">
                  <c:v>5.4476500000000003</c:v>
                </c:pt>
                <c:pt idx="19476">
                  <c:v>5.4479499999999996</c:v>
                </c:pt>
                <c:pt idx="19477">
                  <c:v>5.4482600000000003</c:v>
                </c:pt>
                <c:pt idx="19478">
                  <c:v>5.4485599999999996</c:v>
                </c:pt>
                <c:pt idx="19479">
                  <c:v>5.4488700000000003</c:v>
                </c:pt>
                <c:pt idx="19480">
                  <c:v>5.4491800000000001</c:v>
                </c:pt>
                <c:pt idx="19481">
                  <c:v>5.4494800000000003</c:v>
                </c:pt>
                <c:pt idx="19482">
                  <c:v>5.4497900000000001</c:v>
                </c:pt>
                <c:pt idx="19483">
                  <c:v>5.4500900000000003</c:v>
                </c:pt>
                <c:pt idx="19484">
                  <c:v>5.4504000000000001</c:v>
                </c:pt>
                <c:pt idx="19485">
                  <c:v>5.4507000000000003</c:v>
                </c:pt>
                <c:pt idx="19486">
                  <c:v>5.4510100000000001</c:v>
                </c:pt>
                <c:pt idx="19487">
                  <c:v>5.4513100000000003</c:v>
                </c:pt>
                <c:pt idx="19488">
                  <c:v>5.4516200000000001</c:v>
                </c:pt>
                <c:pt idx="19489">
                  <c:v>5.4519200000000003</c:v>
                </c:pt>
                <c:pt idx="19490">
                  <c:v>5.4522300000000001</c:v>
                </c:pt>
                <c:pt idx="19491">
                  <c:v>5.4525300000000003</c:v>
                </c:pt>
                <c:pt idx="19492">
                  <c:v>5.4528400000000001</c:v>
                </c:pt>
                <c:pt idx="19493">
                  <c:v>5.4531499999999999</c:v>
                </c:pt>
                <c:pt idx="19494">
                  <c:v>5.4534500000000001</c:v>
                </c:pt>
                <c:pt idx="19495">
                  <c:v>5.4537599999999999</c:v>
                </c:pt>
                <c:pt idx="19496">
                  <c:v>5.4540600000000001</c:v>
                </c:pt>
                <c:pt idx="19497">
                  <c:v>5.4543699999999999</c:v>
                </c:pt>
                <c:pt idx="19498">
                  <c:v>5.4546700000000001</c:v>
                </c:pt>
                <c:pt idx="19499">
                  <c:v>5.4549799999999999</c:v>
                </c:pt>
                <c:pt idx="19500">
                  <c:v>5.4552800000000001</c:v>
                </c:pt>
                <c:pt idx="19501">
                  <c:v>5.4555899999999999</c:v>
                </c:pt>
                <c:pt idx="19502">
                  <c:v>5.4558900000000001</c:v>
                </c:pt>
                <c:pt idx="19503">
                  <c:v>5.4561999999999999</c:v>
                </c:pt>
                <c:pt idx="19504">
                  <c:v>5.4565000000000001</c:v>
                </c:pt>
                <c:pt idx="19505">
                  <c:v>5.4568099999999999</c:v>
                </c:pt>
                <c:pt idx="19506">
                  <c:v>5.4571199999999997</c:v>
                </c:pt>
                <c:pt idx="19507">
                  <c:v>5.4574199999999999</c:v>
                </c:pt>
                <c:pt idx="19508">
                  <c:v>5.4577299999999997</c:v>
                </c:pt>
                <c:pt idx="19509">
                  <c:v>5.4580299999999999</c:v>
                </c:pt>
                <c:pt idx="19510">
                  <c:v>5.4583399999999997</c:v>
                </c:pt>
                <c:pt idx="19511">
                  <c:v>5.4586399999999999</c:v>
                </c:pt>
                <c:pt idx="19512">
                  <c:v>5.4589499999999997</c:v>
                </c:pt>
                <c:pt idx="19513">
                  <c:v>5.4592499999999999</c:v>
                </c:pt>
                <c:pt idx="19514">
                  <c:v>5.4595599999999997</c:v>
                </c:pt>
                <c:pt idx="19515">
                  <c:v>5.4598599999999999</c:v>
                </c:pt>
                <c:pt idx="19516">
                  <c:v>5.4601699999999997</c:v>
                </c:pt>
                <c:pt idx="19517">
                  <c:v>5.4604699999999999</c:v>
                </c:pt>
                <c:pt idx="19518">
                  <c:v>5.4607799999999997</c:v>
                </c:pt>
                <c:pt idx="19519">
                  <c:v>5.4610900000000004</c:v>
                </c:pt>
                <c:pt idx="19520">
                  <c:v>5.4613899999999997</c:v>
                </c:pt>
                <c:pt idx="19521">
                  <c:v>5.4617000000000004</c:v>
                </c:pt>
                <c:pt idx="19522">
                  <c:v>5.4619999999999997</c:v>
                </c:pt>
                <c:pt idx="19523">
                  <c:v>5.4623100000000004</c:v>
                </c:pt>
                <c:pt idx="19524">
                  <c:v>5.4626099999999997</c:v>
                </c:pt>
                <c:pt idx="19525">
                  <c:v>5.4629200000000004</c:v>
                </c:pt>
                <c:pt idx="19526">
                  <c:v>5.4632199999999997</c:v>
                </c:pt>
                <c:pt idx="19527">
                  <c:v>5.4635300000000004</c:v>
                </c:pt>
                <c:pt idx="19528">
                  <c:v>5.4638299999999997</c:v>
                </c:pt>
                <c:pt idx="19529">
                  <c:v>5.4641400000000004</c:v>
                </c:pt>
                <c:pt idx="19530">
                  <c:v>5.4644500000000003</c:v>
                </c:pt>
                <c:pt idx="19531">
                  <c:v>5.4647500000000004</c:v>
                </c:pt>
                <c:pt idx="19532">
                  <c:v>5.4650600000000003</c:v>
                </c:pt>
                <c:pt idx="19533">
                  <c:v>5.4653600000000004</c:v>
                </c:pt>
                <c:pt idx="19534">
                  <c:v>5.4656700000000003</c:v>
                </c:pt>
                <c:pt idx="19535">
                  <c:v>5.4659700000000004</c:v>
                </c:pt>
                <c:pt idx="19536">
                  <c:v>5.4662800000000002</c:v>
                </c:pt>
                <c:pt idx="19537">
                  <c:v>5.4665800000000004</c:v>
                </c:pt>
                <c:pt idx="19538">
                  <c:v>5.4668900000000002</c:v>
                </c:pt>
                <c:pt idx="19539">
                  <c:v>5.4671900000000004</c:v>
                </c:pt>
                <c:pt idx="19540">
                  <c:v>5.4675000000000002</c:v>
                </c:pt>
                <c:pt idx="19541">
                  <c:v>5.4678000000000004</c:v>
                </c:pt>
                <c:pt idx="19542">
                  <c:v>5.4681100000000002</c:v>
                </c:pt>
                <c:pt idx="19543">
                  <c:v>5.4684200000000001</c:v>
                </c:pt>
                <c:pt idx="19544">
                  <c:v>5.4687200000000002</c:v>
                </c:pt>
                <c:pt idx="19545">
                  <c:v>5.4690300000000001</c:v>
                </c:pt>
                <c:pt idx="19546">
                  <c:v>5.4693300000000002</c:v>
                </c:pt>
                <c:pt idx="19547">
                  <c:v>5.4696400000000001</c:v>
                </c:pt>
                <c:pt idx="19548">
                  <c:v>5.4699400000000002</c:v>
                </c:pt>
                <c:pt idx="19549">
                  <c:v>5.4702500000000001</c:v>
                </c:pt>
                <c:pt idx="19550">
                  <c:v>5.4705500000000002</c:v>
                </c:pt>
                <c:pt idx="19551">
                  <c:v>5.4708600000000001</c:v>
                </c:pt>
                <c:pt idx="19552">
                  <c:v>5.4711600000000002</c:v>
                </c:pt>
                <c:pt idx="19553">
                  <c:v>5.4714700000000001</c:v>
                </c:pt>
                <c:pt idx="19554">
                  <c:v>5.4717700000000002</c:v>
                </c:pt>
                <c:pt idx="19555">
                  <c:v>5.4720800000000001</c:v>
                </c:pt>
                <c:pt idx="19556">
                  <c:v>5.4723899999999999</c:v>
                </c:pt>
                <c:pt idx="19557">
                  <c:v>5.4726900000000001</c:v>
                </c:pt>
                <c:pt idx="19558">
                  <c:v>5.4729999999999999</c:v>
                </c:pt>
                <c:pt idx="19559">
                  <c:v>5.4733000000000001</c:v>
                </c:pt>
                <c:pt idx="19560">
                  <c:v>5.4736099999999999</c:v>
                </c:pt>
                <c:pt idx="19561">
                  <c:v>5.4739100000000001</c:v>
                </c:pt>
                <c:pt idx="19562">
                  <c:v>5.4742199999999999</c:v>
                </c:pt>
                <c:pt idx="19563">
                  <c:v>5.4745200000000001</c:v>
                </c:pt>
                <c:pt idx="19564">
                  <c:v>5.4748299999999999</c:v>
                </c:pt>
                <c:pt idx="19565">
                  <c:v>5.4751300000000001</c:v>
                </c:pt>
                <c:pt idx="19566">
                  <c:v>5.4754399999999999</c:v>
                </c:pt>
                <c:pt idx="19567">
                  <c:v>5.4757400000000001</c:v>
                </c:pt>
                <c:pt idx="19568">
                  <c:v>5.4760499999999999</c:v>
                </c:pt>
                <c:pt idx="19569">
                  <c:v>5.4763599999999997</c:v>
                </c:pt>
                <c:pt idx="19570">
                  <c:v>5.4766599999999999</c:v>
                </c:pt>
                <c:pt idx="19571">
                  <c:v>5.4769699999999997</c:v>
                </c:pt>
                <c:pt idx="19572">
                  <c:v>5.4772699999999999</c:v>
                </c:pt>
                <c:pt idx="19573">
                  <c:v>5.4775799999999997</c:v>
                </c:pt>
                <c:pt idx="19574">
                  <c:v>5.4778799999999999</c:v>
                </c:pt>
                <c:pt idx="19575">
                  <c:v>5.4781899999999997</c:v>
                </c:pt>
                <c:pt idx="19576">
                  <c:v>5.4784899999999999</c:v>
                </c:pt>
                <c:pt idx="19577">
                  <c:v>5.4787999999999997</c:v>
                </c:pt>
                <c:pt idx="19578">
                  <c:v>5.4790999999999999</c:v>
                </c:pt>
                <c:pt idx="19579">
                  <c:v>5.4794099999999997</c:v>
                </c:pt>
                <c:pt idx="19580">
                  <c:v>5.4797099999999999</c:v>
                </c:pt>
                <c:pt idx="19581">
                  <c:v>5.4800199999999997</c:v>
                </c:pt>
                <c:pt idx="19582">
                  <c:v>5.4803300000000004</c:v>
                </c:pt>
                <c:pt idx="19583">
                  <c:v>5.4806299999999997</c:v>
                </c:pt>
                <c:pt idx="19584">
                  <c:v>5.4809400000000004</c:v>
                </c:pt>
                <c:pt idx="19585">
                  <c:v>5.4812399999999997</c:v>
                </c:pt>
                <c:pt idx="19586">
                  <c:v>5.4815500000000004</c:v>
                </c:pt>
                <c:pt idx="19587">
                  <c:v>5.4818499999999997</c:v>
                </c:pt>
                <c:pt idx="19588">
                  <c:v>5.4821600000000004</c:v>
                </c:pt>
                <c:pt idx="19589">
                  <c:v>5.4824599999999997</c:v>
                </c:pt>
                <c:pt idx="19590">
                  <c:v>5.4827700000000004</c:v>
                </c:pt>
                <c:pt idx="19591">
                  <c:v>5.4830699999999997</c:v>
                </c:pt>
                <c:pt idx="19592">
                  <c:v>5.4833800000000004</c:v>
                </c:pt>
                <c:pt idx="19593">
                  <c:v>5.4836900000000002</c:v>
                </c:pt>
                <c:pt idx="19594">
                  <c:v>5.4839900000000004</c:v>
                </c:pt>
                <c:pt idx="19595">
                  <c:v>5.4843000000000002</c:v>
                </c:pt>
                <c:pt idx="19596">
                  <c:v>5.4846000000000004</c:v>
                </c:pt>
                <c:pt idx="19597">
                  <c:v>5.4849100000000002</c:v>
                </c:pt>
                <c:pt idx="19598">
                  <c:v>5.4852100000000004</c:v>
                </c:pt>
                <c:pt idx="19599">
                  <c:v>5.4855200000000002</c:v>
                </c:pt>
                <c:pt idx="19600">
                  <c:v>5.4858200000000004</c:v>
                </c:pt>
                <c:pt idx="19601">
                  <c:v>5.4861300000000002</c:v>
                </c:pt>
                <c:pt idx="19602">
                  <c:v>5.4864300000000004</c:v>
                </c:pt>
                <c:pt idx="19603">
                  <c:v>5.4867400000000002</c:v>
                </c:pt>
                <c:pt idx="19604">
                  <c:v>5.4870400000000004</c:v>
                </c:pt>
                <c:pt idx="19605">
                  <c:v>5.4873500000000002</c:v>
                </c:pt>
                <c:pt idx="19606">
                  <c:v>5.48766</c:v>
                </c:pt>
                <c:pt idx="19607">
                  <c:v>5.4879600000000002</c:v>
                </c:pt>
                <c:pt idx="19608">
                  <c:v>5.48827</c:v>
                </c:pt>
                <c:pt idx="19609">
                  <c:v>5.4885700000000002</c:v>
                </c:pt>
                <c:pt idx="19610">
                  <c:v>5.48888</c:v>
                </c:pt>
                <c:pt idx="19611">
                  <c:v>5.4891800000000002</c:v>
                </c:pt>
                <c:pt idx="19612">
                  <c:v>5.48949</c:v>
                </c:pt>
                <c:pt idx="19613">
                  <c:v>5.4897900000000002</c:v>
                </c:pt>
                <c:pt idx="19614">
                  <c:v>5.4901</c:v>
                </c:pt>
                <c:pt idx="19615">
                  <c:v>5.4904000000000002</c:v>
                </c:pt>
                <c:pt idx="19616">
                  <c:v>5.49071</c:v>
                </c:pt>
                <c:pt idx="19617">
                  <c:v>5.4910100000000002</c:v>
                </c:pt>
                <c:pt idx="19618">
                  <c:v>5.49132</c:v>
                </c:pt>
                <c:pt idx="19619">
                  <c:v>5.4916299999999998</c:v>
                </c:pt>
                <c:pt idx="19620">
                  <c:v>5.49193</c:v>
                </c:pt>
                <c:pt idx="19621">
                  <c:v>5.4922399999999998</c:v>
                </c:pt>
                <c:pt idx="19622">
                  <c:v>5.49254</c:v>
                </c:pt>
                <c:pt idx="19623">
                  <c:v>5.4928499999999998</c:v>
                </c:pt>
                <c:pt idx="19624">
                  <c:v>5.49315</c:v>
                </c:pt>
                <c:pt idx="19625">
                  <c:v>5.4934599999999998</c:v>
                </c:pt>
                <c:pt idx="19626">
                  <c:v>5.49376</c:v>
                </c:pt>
                <c:pt idx="19627">
                  <c:v>5.4940699999999998</c:v>
                </c:pt>
                <c:pt idx="19628">
                  <c:v>5.49437</c:v>
                </c:pt>
                <c:pt idx="19629">
                  <c:v>5.4946799999999998</c:v>
                </c:pt>
                <c:pt idx="19630">
                  <c:v>5.49498</c:v>
                </c:pt>
                <c:pt idx="19631">
                  <c:v>5.4952899999999998</c:v>
                </c:pt>
                <c:pt idx="19632">
                  <c:v>5.4955999999999996</c:v>
                </c:pt>
                <c:pt idx="19633">
                  <c:v>5.4958999999999998</c:v>
                </c:pt>
                <c:pt idx="19634">
                  <c:v>5.4962099999999996</c:v>
                </c:pt>
                <c:pt idx="19635">
                  <c:v>5.4965099999999998</c:v>
                </c:pt>
                <c:pt idx="19636">
                  <c:v>5.4968199999999996</c:v>
                </c:pt>
                <c:pt idx="19637">
                  <c:v>5.4971199999999998</c:v>
                </c:pt>
                <c:pt idx="19638">
                  <c:v>5.4974299999999996</c:v>
                </c:pt>
                <c:pt idx="19639">
                  <c:v>5.4977299999999998</c:v>
                </c:pt>
                <c:pt idx="19640">
                  <c:v>5.4980399999999996</c:v>
                </c:pt>
                <c:pt idx="19641">
                  <c:v>5.4983399999999998</c:v>
                </c:pt>
                <c:pt idx="19642">
                  <c:v>5.4986499999999996</c:v>
                </c:pt>
                <c:pt idx="19643">
                  <c:v>5.4989499999999998</c:v>
                </c:pt>
                <c:pt idx="19644">
                  <c:v>5.4992599999999996</c:v>
                </c:pt>
                <c:pt idx="19645">
                  <c:v>5.4995700000000003</c:v>
                </c:pt>
                <c:pt idx="19646">
                  <c:v>5.4998699999999996</c:v>
                </c:pt>
                <c:pt idx="19647">
                  <c:v>5.5001800000000003</c:v>
                </c:pt>
                <c:pt idx="19648">
                  <c:v>5.5004799999999996</c:v>
                </c:pt>
                <c:pt idx="19649">
                  <c:v>5.5007900000000003</c:v>
                </c:pt>
                <c:pt idx="19650">
                  <c:v>5.5010899999999996</c:v>
                </c:pt>
                <c:pt idx="19651">
                  <c:v>5.5014000000000003</c:v>
                </c:pt>
                <c:pt idx="19652">
                  <c:v>5.5016999999999996</c:v>
                </c:pt>
                <c:pt idx="19653">
                  <c:v>5.5020100000000003</c:v>
                </c:pt>
                <c:pt idx="19654">
                  <c:v>5.5023099999999996</c:v>
                </c:pt>
                <c:pt idx="19655">
                  <c:v>5.5026200000000003</c:v>
                </c:pt>
                <c:pt idx="19656">
                  <c:v>5.5029300000000001</c:v>
                </c:pt>
                <c:pt idx="19657">
                  <c:v>5.5032300000000003</c:v>
                </c:pt>
                <c:pt idx="19658">
                  <c:v>5.5035400000000001</c:v>
                </c:pt>
                <c:pt idx="19659">
                  <c:v>5.5038400000000003</c:v>
                </c:pt>
                <c:pt idx="19660">
                  <c:v>5.5041500000000001</c:v>
                </c:pt>
                <c:pt idx="19661">
                  <c:v>5.5044500000000003</c:v>
                </c:pt>
                <c:pt idx="19662">
                  <c:v>5.5047600000000001</c:v>
                </c:pt>
                <c:pt idx="19663">
                  <c:v>5.5050600000000003</c:v>
                </c:pt>
                <c:pt idx="19664">
                  <c:v>5.5053700000000001</c:v>
                </c:pt>
                <c:pt idx="19665">
                  <c:v>5.5056700000000003</c:v>
                </c:pt>
                <c:pt idx="19666">
                  <c:v>5.5059800000000001</c:v>
                </c:pt>
                <c:pt idx="19667">
                  <c:v>5.5062800000000003</c:v>
                </c:pt>
                <c:pt idx="19668">
                  <c:v>5.5065900000000001</c:v>
                </c:pt>
                <c:pt idx="19669">
                  <c:v>5.5068999999999999</c:v>
                </c:pt>
                <c:pt idx="19670">
                  <c:v>5.5072000000000001</c:v>
                </c:pt>
                <c:pt idx="19671">
                  <c:v>5.5075099999999999</c:v>
                </c:pt>
                <c:pt idx="19672">
                  <c:v>5.5078100000000001</c:v>
                </c:pt>
                <c:pt idx="19673">
                  <c:v>5.5081199999999999</c:v>
                </c:pt>
                <c:pt idx="19674">
                  <c:v>5.5084200000000001</c:v>
                </c:pt>
                <c:pt idx="19675">
                  <c:v>5.5087299999999999</c:v>
                </c:pt>
                <c:pt idx="19676">
                  <c:v>5.5090300000000001</c:v>
                </c:pt>
                <c:pt idx="19677">
                  <c:v>5.5093399999999999</c:v>
                </c:pt>
                <c:pt idx="19678">
                  <c:v>5.5096400000000001</c:v>
                </c:pt>
                <c:pt idx="19679">
                  <c:v>5.5099499999999999</c:v>
                </c:pt>
                <c:pt idx="19680">
                  <c:v>5.5102500000000001</c:v>
                </c:pt>
                <c:pt idx="19681">
                  <c:v>5.5105599999999999</c:v>
                </c:pt>
                <c:pt idx="19682">
                  <c:v>5.5108699999999997</c:v>
                </c:pt>
                <c:pt idx="19683">
                  <c:v>5.5111699999999999</c:v>
                </c:pt>
                <c:pt idx="19684">
                  <c:v>5.5114799999999997</c:v>
                </c:pt>
                <c:pt idx="19685">
                  <c:v>5.5117799999999999</c:v>
                </c:pt>
                <c:pt idx="19686">
                  <c:v>5.5120899999999997</c:v>
                </c:pt>
                <c:pt idx="19687">
                  <c:v>5.5123899999999999</c:v>
                </c:pt>
                <c:pt idx="19688">
                  <c:v>5.5126999999999997</c:v>
                </c:pt>
                <c:pt idx="19689">
                  <c:v>5.5129999999999999</c:v>
                </c:pt>
                <c:pt idx="19690">
                  <c:v>5.5133099999999997</c:v>
                </c:pt>
                <c:pt idx="19691">
                  <c:v>5.5136099999999999</c:v>
                </c:pt>
                <c:pt idx="19692">
                  <c:v>5.5139199999999997</c:v>
                </c:pt>
                <c:pt idx="19693">
                  <c:v>5.5142199999999999</c:v>
                </c:pt>
                <c:pt idx="19694">
                  <c:v>5.5145299999999997</c:v>
                </c:pt>
                <c:pt idx="19695">
                  <c:v>5.5148400000000004</c:v>
                </c:pt>
                <c:pt idx="19696">
                  <c:v>5.5151399999999997</c:v>
                </c:pt>
                <c:pt idx="19697">
                  <c:v>5.5154500000000004</c:v>
                </c:pt>
                <c:pt idx="19698">
                  <c:v>5.5157499999999997</c:v>
                </c:pt>
                <c:pt idx="19699">
                  <c:v>5.5160600000000004</c:v>
                </c:pt>
                <c:pt idx="19700">
                  <c:v>5.5163599999999997</c:v>
                </c:pt>
                <c:pt idx="19701">
                  <c:v>5.5166700000000004</c:v>
                </c:pt>
                <c:pt idx="19702">
                  <c:v>5.5169699999999997</c:v>
                </c:pt>
                <c:pt idx="19703">
                  <c:v>5.5172800000000004</c:v>
                </c:pt>
                <c:pt idx="19704">
                  <c:v>5.5175799999999997</c:v>
                </c:pt>
                <c:pt idx="19705">
                  <c:v>5.5178900000000004</c:v>
                </c:pt>
                <c:pt idx="19706">
                  <c:v>5.5182000000000002</c:v>
                </c:pt>
                <c:pt idx="19707">
                  <c:v>5.5185000000000004</c:v>
                </c:pt>
                <c:pt idx="19708">
                  <c:v>5.5188100000000002</c:v>
                </c:pt>
                <c:pt idx="19709">
                  <c:v>5.5191100000000004</c:v>
                </c:pt>
                <c:pt idx="19710">
                  <c:v>5.5194200000000002</c:v>
                </c:pt>
                <c:pt idx="19711">
                  <c:v>5.5197200000000004</c:v>
                </c:pt>
                <c:pt idx="19712">
                  <c:v>5.5200300000000002</c:v>
                </c:pt>
                <c:pt idx="19713">
                  <c:v>5.5203300000000004</c:v>
                </c:pt>
                <c:pt idx="19714">
                  <c:v>5.5206400000000002</c:v>
                </c:pt>
                <c:pt idx="19715">
                  <c:v>5.5209400000000004</c:v>
                </c:pt>
                <c:pt idx="19716">
                  <c:v>5.5212500000000002</c:v>
                </c:pt>
                <c:pt idx="19717">
                  <c:v>5.5215500000000004</c:v>
                </c:pt>
                <c:pt idx="19718">
                  <c:v>5.5218600000000002</c:v>
                </c:pt>
                <c:pt idx="19719">
                  <c:v>5.52217</c:v>
                </c:pt>
                <c:pt idx="19720">
                  <c:v>5.5224700000000002</c:v>
                </c:pt>
                <c:pt idx="19721">
                  <c:v>5.52278</c:v>
                </c:pt>
                <c:pt idx="19722">
                  <c:v>5.5230800000000002</c:v>
                </c:pt>
                <c:pt idx="19723">
                  <c:v>5.52339</c:v>
                </c:pt>
                <c:pt idx="19724">
                  <c:v>5.5236900000000002</c:v>
                </c:pt>
                <c:pt idx="19725">
                  <c:v>5.524</c:v>
                </c:pt>
                <c:pt idx="19726">
                  <c:v>5.5243000000000002</c:v>
                </c:pt>
                <c:pt idx="19727">
                  <c:v>5.52461</c:v>
                </c:pt>
                <c:pt idx="19728">
                  <c:v>5.5249100000000002</c:v>
                </c:pt>
                <c:pt idx="19729">
                  <c:v>5.52522</c:v>
                </c:pt>
                <c:pt idx="19730">
                  <c:v>5.5255200000000002</c:v>
                </c:pt>
                <c:pt idx="19731">
                  <c:v>5.52583</c:v>
                </c:pt>
                <c:pt idx="19732">
                  <c:v>5.5261399999999998</c:v>
                </c:pt>
                <c:pt idx="19733">
                  <c:v>5.52644</c:v>
                </c:pt>
                <c:pt idx="19734">
                  <c:v>5.5267499999999998</c:v>
                </c:pt>
                <c:pt idx="19735">
                  <c:v>5.52705</c:v>
                </c:pt>
                <c:pt idx="19736">
                  <c:v>5.5273599999999998</c:v>
                </c:pt>
                <c:pt idx="19737">
                  <c:v>5.52766</c:v>
                </c:pt>
                <c:pt idx="19738">
                  <c:v>5.5279699999999998</c:v>
                </c:pt>
                <c:pt idx="19739">
                  <c:v>5.52827</c:v>
                </c:pt>
                <c:pt idx="19740">
                  <c:v>5.5285799999999998</c:v>
                </c:pt>
                <c:pt idx="19741">
                  <c:v>5.52888</c:v>
                </c:pt>
                <c:pt idx="19742">
                  <c:v>5.5291899999999998</c:v>
                </c:pt>
                <c:pt idx="19743">
                  <c:v>5.52949</c:v>
                </c:pt>
                <c:pt idx="19744">
                  <c:v>5.5297999999999998</c:v>
                </c:pt>
                <c:pt idx="19745">
                  <c:v>5.5301099999999996</c:v>
                </c:pt>
                <c:pt idx="19746">
                  <c:v>5.5304099999999998</c:v>
                </c:pt>
                <c:pt idx="19747">
                  <c:v>5.5307199999999996</c:v>
                </c:pt>
                <c:pt idx="19748">
                  <c:v>5.5310199999999998</c:v>
                </c:pt>
                <c:pt idx="19749">
                  <c:v>5.5313299999999996</c:v>
                </c:pt>
                <c:pt idx="19750">
                  <c:v>5.5316299999999998</c:v>
                </c:pt>
                <c:pt idx="19751">
                  <c:v>5.5319399999999996</c:v>
                </c:pt>
                <c:pt idx="19752">
                  <c:v>5.5322399999999998</c:v>
                </c:pt>
                <c:pt idx="19753">
                  <c:v>5.5325499999999996</c:v>
                </c:pt>
                <c:pt idx="19754">
                  <c:v>5.5328499999999998</c:v>
                </c:pt>
                <c:pt idx="19755">
                  <c:v>5.5331599999999996</c:v>
                </c:pt>
                <c:pt idx="19756">
                  <c:v>5.5334599999999998</c:v>
                </c:pt>
                <c:pt idx="19757">
                  <c:v>5.5337699999999996</c:v>
                </c:pt>
                <c:pt idx="19758">
                  <c:v>5.5340800000000003</c:v>
                </c:pt>
                <c:pt idx="19759">
                  <c:v>5.5343799999999996</c:v>
                </c:pt>
                <c:pt idx="19760">
                  <c:v>5.5346900000000003</c:v>
                </c:pt>
                <c:pt idx="19761">
                  <c:v>5.5349899999999996</c:v>
                </c:pt>
                <c:pt idx="19762">
                  <c:v>5.5353000000000003</c:v>
                </c:pt>
                <c:pt idx="19763">
                  <c:v>5.5355999999999996</c:v>
                </c:pt>
                <c:pt idx="19764">
                  <c:v>5.5359100000000003</c:v>
                </c:pt>
                <c:pt idx="19765">
                  <c:v>5.5362099999999996</c:v>
                </c:pt>
                <c:pt idx="19766">
                  <c:v>5.5365200000000003</c:v>
                </c:pt>
                <c:pt idx="19767">
                  <c:v>5.5368199999999996</c:v>
                </c:pt>
                <c:pt idx="19768">
                  <c:v>5.5371300000000003</c:v>
                </c:pt>
                <c:pt idx="19769">
                  <c:v>5.5374400000000001</c:v>
                </c:pt>
                <c:pt idx="19770">
                  <c:v>5.5377400000000003</c:v>
                </c:pt>
                <c:pt idx="19771">
                  <c:v>5.5380500000000001</c:v>
                </c:pt>
                <c:pt idx="19772">
                  <c:v>5.5383500000000003</c:v>
                </c:pt>
                <c:pt idx="19773">
                  <c:v>5.5386600000000001</c:v>
                </c:pt>
                <c:pt idx="19774">
                  <c:v>5.5389600000000003</c:v>
                </c:pt>
                <c:pt idx="19775">
                  <c:v>5.5392700000000001</c:v>
                </c:pt>
                <c:pt idx="19776">
                  <c:v>5.5395700000000003</c:v>
                </c:pt>
                <c:pt idx="19777">
                  <c:v>5.5398800000000001</c:v>
                </c:pt>
                <c:pt idx="19778">
                  <c:v>5.5401800000000003</c:v>
                </c:pt>
                <c:pt idx="19779">
                  <c:v>5.5404900000000001</c:v>
                </c:pt>
                <c:pt idx="19780">
                  <c:v>5.5407900000000003</c:v>
                </c:pt>
                <c:pt idx="19781">
                  <c:v>5.5411000000000001</c:v>
                </c:pt>
                <c:pt idx="19782">
                  <c:v>5.5414099999999999</c:v>
                </c:pt>
                <c:pt idx="19783">
                  <c:v>5.5417100000000001</c:v>
                </c:pt>
                <c:pt idx="19784">
                  <c:v>5.5420199999999999</c:v>
                </c:pt>
                <c:pt idx="19785">
                  <c:v>5.5423200000000001</c:v>
                </c:pt>
                <c:pt idx="19786">
                  <c:v>5.5426299999999999</c:v>
                </c:pt>
                <c:pt idx="19787">
                  <c:v>5.5429300000000001</c:v>
                </c:pt>
                <c:pt idx="19788">
                  <c:v>5.5432399999999999</c:v>
                </c:pt>
                <c:pt idx="19789">
                  <c:v>5.5435400000000001</c:v>
                </c:pt>
                <c:pt idx="19790">
                  <c:v>5.5438499999999999</c:v>
                </c:pt>
                <c:pt idx="19791">
                  <c:v>5.5441500000000001</c:v>
                </c:pt>
                <c:pt idx="19792">
                  <c:v>5.5444599999999999</c:v>
                </c:pt>
                <c:pt idx="19793">
                  <c:v>5.5447600000000001</c:v>
                </c:pt>
                <c:pt idx="19794">
                  <c:v>5.5450699999999999</c:v>
                </c:pt>
                <c:pt idx="19795">
                  <c:v>5.5453799999999998</c:v>
                </c:pt>
                <c:pt idx="19796">
                  <c:v>5.5456799999999999</c:v>
                </c:pt>
                <c:pt idx="19797">
                  <c:v>5.5459899999999998</c:v>
                </c:pt>
                <c:pt idx="19798">
                  <c:v>5.5462899999999999</c:v>
                </c:pt>
                <c:pt idx="19799">
                  <c:v>5.5465999999999998</c:v>
                </c:pt>
                <c:pt idx="19800">
                  <c:v>5.5468999999999999</c:v>
                </c:pt>
                <c:pt idx="19801">
                  <c:v>5.5472099999999998</c:v>
                </c:pt>
                <c:pt idx="19802">
                  <c:v>5.5475099999999999</c:v>
                </c:pt>
                <c:pt idx="19803">
                  <c:v>5.5478199999999998</c:v>
                </c:pt>
                <c:pt idx="19804">
                  <c:v>5.5481199999999999</c:v>
                </c:pt>
                <c:pt idx="19805">
                  <c:v>5.5484299999999998</c:v>
                </c:pt>
                <c:pt idx="19806">
                  <c:v>5.5487299999999999</c:v>
                </c:pt>
                <c:pt idx="19807">
                  <c:v>5.5490399999999998</c:v>
                </c:pt>
                <c:pt idx="19808">
                  <c:v>5.5493499999999996</c:v>
                </c:pt>
                <c:pt idx="19809">
                  <c:v>5.5496499999999997</c:v>
                </c:pt>
                <c:pt idx="19810">
                  <c:v>5.5499599999999996</c:v>
                </c:pt>
                <c:pt idx="19811">
                  <c:v>5.5502599999999997</c:v>
                </c:pt>
                <c:pt idx="19812">
                  <c:v>5.5505699999999996</c:v>
                </c:pt>
                <c:pt idx="19813">
                  <c:v>5.5508699999999997</c:v>
                </c:pt>
                <c:pt idx="19814">
                  <c:v>5.5511799999999996</c:v>
                </c:pt>
                <c:pt idx="19815">
                  <c:v>5.5514799999999997</c:v>
                </c:pt>
                <c:pt idx="19816">
                  <c:v>5.5517899999999996</c:v>
                </c:pt>
                <c:pt idx="19817">
                  <c:v>5.5520899999999997</c:v>
                </c:pt>
                <c:pt idx="19818">
                  <c:v>5.5523999999999996</c:v>
                </c:pt>
                <c:pt idx="19819">
                  <c:v>5.5526999999999997</c:v>
                </c:pt>
                <c:pt idx="19820">
                  <c:v>5.5530099999999996</c:v>
                </c:pt>
                <c:pt idx="19821">
                  <c:v>5.5533200000000003</c:v>
                </c:pt>
                <c:pt idx="19822">
                  <c:v>5.5536199999999996</c:v>
                </c:pt>
                <c:pt idx="19823">
                  <c:v>5.5539300000000003</c:v>
                </c:pt>
                <c:pt idx="19824">
                  <c:v>5.5542299999999996</c:v>
                </c:pt>
                <c:pt idx="19825">
                  <c:v>5.5545400000000003</c:v>
                </c:pt>
                <c:pt idx="19826">
                  <c:v>5.5548400000000004</c:v>
                </c:pt>
                <c:pt idx="19827">
                  <c:v>5.5551500000000003</c:v>
                </c:pt>
                <c:pt idx="19828">
                  <c:v>5.5554500000000004</c:v>
                </c:pt>
                <c:pt idx="19829">
                  <c:v>5.5557600000000003</c:v>
                </c:pt>
                <c:pt idx="19830">
                  <c:v>5.5560600000000004</c:v>
                </c:pt>
                <c:pt idx="19831">
                  <c:v>5.5563700000000003</c:v>
                </c:pt>
                <c:pt idx="19832">
                  <c:v>5.5566800000000001</c:v>
                </c:pt>
                <c:pt idx="19833">
                  <c:v>5.5569800000000003</c:v>
                </c:pt>
                <c:pt idx="19834">
                  <c:v>5.5572900000000001</c:v>
                </c:pt>
                <c:pt idx="19835">
                  <c:v>5.5575900000000003</c:v>
                </c:pt>
                <c:pt idx="19836">
                  <c:v>5.5579000000000001</c:v>
                </c:pt>
                <c:pt idx="19837">
                  <c:v>5.5582000000000003</c:v>
                </c:pt>
                <c:pt idx="19838">
                  <c:v>5.5585100000000001</c:v>
                </c:pt>
                <c:pt idx="19839">
                  <c:v>5.5588100000000003</c:v>
                </c:pt>
                <c:pt idx="19840">
                  <c:v>5.5591200000000001</c:v>
                </c:pt>
                <c:pt idx="19841">
                  <c:v>5.5594200000000003</c:v>
                </c:pt>
                <c:pt idx="19842">
                  <c:v>5.5597300000000001</c:v>
                </c:pt>
                <c:pt idx="19843">
                  <c:v>5.5600300000000002</c:v>
                </c:pt>
                <c:pt idx="19844">
                  <c:v>5.5603400000000001</c:v>
                </c:pt>
                <c:pt idx="19845">
                  <c:v>5.5606499999999999</c:v>
                </c:pt>
                <c:pt idx="19846">
                  <c:v>5.5609500000000001</c:v>
                </c:pt>
                <c:pt idx="19847">
                  <c:v>5.5612599999999999</c:v>
                </c:pt>
                <c:pt idx="19848">
                  <c:v>5.5615600000000001</c:v>
                </c:pt>
                <c:pt idx="19849">
                  <c:v>5.5618699999999999</c:v>
                </c:pt>
                <c:pt idx="19850">
                  <c:v>5.5621700000000001</c:v>
                </c:pt>
                <c:pt idx="19851">
                  <c:v>5.5624799999999999</c:v>
                </c:pt>
                <c:pt idx="19852">
                  <c:v>5.5627800000000001</c:v>
                </c:pt>
                <c:pt idx="19853">
                  <c:v>5.5630899999999999</c:v>
                </c:pt>
                <c:pt idx="19854">
                  <c:v>5.5633900000000001</c:v>
                </c:pt>
                <c:pt idx="19855">
                  <c:v>5.5636999999999999</c:v>
                </c:pt>
                <c:pt idx="19856">
                  <c:v>5.5640000000000001</c:v>
                </c:pt>
                <c:pt idx="19857">
                  <c:v>5.5643099999999999</c:v>
                </c:pt>
                <c:pt idx="19858">
                  <c:v>5.5646199999999997</c:v>
                </c:pt>
                <c:pt idx="19859">
                  <c:v>5.5649199999999999</c:v>
                </c:pt>
                <c:pt idx="19860">
                  <c:v>5.5652299999999997</c:v>
                </c:pt>
                <c:pt idx="19861">
                  <c:v>5.5655299999999999</c:v>
                </c:pt>
                <c:pt idx="19862">
                  <c:v>5.5658399999999997</c:v>
                </c:pt>
                <c:pt idx="19863">
                  <c:v>5.5661399999999999</c:v>
                </c:pt>
                <c:pt idx="19864">
                  <c:v>5.5664499999999997</c:v>
                </c:pt>
                <c:pt idx="19865">
                  <c:v>5.5667499999999999</c:v>
                </c:pt>
                <c:pt idx="19866">
                  <c:v>5.5670599999999997</c:v>
                </c:pt>
                <c:pt idx="19867">
                  <c:v>5.5673599999999999</c:v>
                </c:pt>
                <c:pt idx="19868">
                  <c:v>5.5676699999999997</c:v>
                </c:pt>
                <c:pt idx="19869">
                  <c:v>5.5679699999999999</c:v>
                </c:pt>
                <c:pt idx="19870">
                  <c:v>5.5682799999999997</c:v>
                </c:pt>
                <c:pt idx="19871">
                  <c:v>5.5685900000000004</c:v>
                </c:pt>
                <c:pt idx="19872">
                  <c:v>5.5688899999999997</c:v>
                </c:pt>
                <c:pt idx="19873">
                  <c:v>5.5692000000000004</c:v>
                </c:pt>
                <c:pt idx="19874">
                  <c:v>5.5694999999999997</c:v>
                </c:pt>
                <c:pt idx="19875">
                  <c:v>5.5698100000000004</c:v>
                </c:pt>
                <c:pt idx="19876">
                  <c:v>5.5701099999999997</c:v>
                </c:pt>
                <c:pt idx="19877">
                  <c:v>5.5704200000000004</c:v>
                </c:pt>
                <c:pt idx="19878">
                  <c:v>5.5707199999999997</c:v>
                </c:pt>
                <c:pt idx="19879">
                  <c:v>5.5710300000000004</c:v>
                </c:pt>
                <c:pt idx="19880">
                  <c:v>5.5713299999999997</c:v>
                </c:pt>
                <c:pt idx="19881">
                  <c:v>5.5716400000000004</c:v>
                </c:pt>
                <c:pt idx="19882">
                  <c:v>5.5719500000000002</c:v>
                </c:pt>
                <c:pt idx="19883">
                  <c:v>5.5722500000000004</c:v>
                </c:pt>
                <c:pt idx="19884">
                  <c:v>5.5725600000000002</c:v>
                </c:pt>
                <c:pt idx="19885">
                  <c:v>5.5728600000000004</c:v>
                </c:pt>
                <c:pt idx="19886">
                  <c:v>5.5731700000000002</c:v>
                </c:pt>
                <c:pt idx="19887">
                  <c:v>5.5734700000000004</c:v>
                </c:pt>
                <c:pt idx="19888">
                  <c:v>5.5737800000000002</c:v>
                </c:pt>
                <c:pt idx="19889">
                  <c:v>5.5740800000000004</c:v>
                </c:pt>
                <c:pt idx="19890">
                  <c:v>5.5743900000000002</c:v>
                </c:pt>
                <c:pt idx="19891">
                  <c:v>5.5746900000000004</c:v>
                </c:pt>
                <c:pt idx="19892">
                  <c:v>5.5750000000000002</c:v>
                </c:pt>
                <c:pt idx="19893">
                  <c:v>5.5753000000000004</c:v>
                </c:pt>
                <c:pt idx="19894">
                  <c:v>5.5756100000000002</c:v>
                </c:pt>
                <c:pt idx="19895">
                  <c:v>5.57592</c:v>
                </c:pt>
                <c:pt idx="19896">
                  <c:v>5.5762200000000002</c:v>
                </c:pt>
                <c:pt idx="19897">
                  <c:v>5.57653</c:v>
                </c:pt>
                <c:pt idx="19898">
                  <c:v>5.5768300000000002</c:v>
                </c:pt>
                <c:pt idx="19899">
                  <c:v>5.57714</c:v>
                </c:pt>
                <c:pt idx="19900">
                  <c:v>5.5774400000000002</c:v>
                </c:pt>
                <c:pt idx="19901">
                  <c:v>5.57775</c:v>
                </c:pt>
                <c:pt idx="19902">
                  <c:v>5.5780500000000002</c:v>
                </c:pt>
                <c:pt idx="19903">
                  <c:v>5.57836</c:v>
                </c:pt>
                <c:pt idx="19904">
                  <c:v>5.5786600000000002</c:v>
                </c:pt>
                <c:pt idx="19905">
                  <c:v>5.57897</c:v>
                </c:pt>
                <c:pt idx="19906">
                  <c:v>5.5792700000000002</c:v>
                </c:pt>
                <c:pt idx="19907">
                  <c:v>5.57958</c:v>
                </c:pt>
                <c:pt idx="19908">
                  <c:v>5.5798899999999998</c:v>
                </c:pt>
                <c:pt idx="19909">
                  <c:v>5.58019</c:v>
                </c:pt>
                <c:pt idx="19910">
                  <c:v>5.5804999999999998</c:v>
                </c:pt>
                <c:pt idx="19911">
                  <c:v>5.5808</c:v>
                </c:pt>
                <c:pt idx="19912">
                  <c:v>5.5811099999999998</c:v>
                </c:pt>
                <c:pt idx="19913">
                  <c:v>5.58141</c:v>
                </c:pt>
                <c:pt idx="19914">
                  <c:v>5.5817199999999998</c:v>
                </c:pt>
                <c:pt idx="19915">
                  <c:v>5.58202</c:v>
                </c:pt>
                <c:pt idx="19916">
                  <c:v>5.5823299999999998</c:v>
                </c:pt>
                <c:pt idx="19917">
                  <c:v>5.58263</c:v>
                </c:pt>
                <c:pt idx="19918">
                  <c:v>5.5829399999999998</c:v>
                </c:pt>
                <c:pt idx="19919">
                  <c:v>5.58324</c:v>
                </c:pt>
                <c:pt idx="19920">
                  <c:v>5.5835499999999998</c:v>
                </c:pt>
                <c:pt idx="19921">
                  <c:v>5.5838599999999996</c:v>
                </c:pt>
                <c:pt idx="19922">
                  <c:v>5.5841599999999998</c:v>
                </c:pt>
                <c:pt idx="19923">
                  <c:v>5.5844699999999996</c:v>
                </c:pt>
                <c:pt idx="19924">
                  <c:v>5.5847699999999998</c:v>
                </c:pt>
                <c:pt idx="19925">
                  <c:v>5.5850799999999996</c:v>
                </c:pt>
                <c:pt idx="19926">
                  <c:v>5.5853799999999998</c:v>
                </c:pt>
                <c:pt idx="19927">
                  <c:v>5.5856899999999996</c:v>
                </c:pt>
                <c:pt idx="19928">
                  <c:v>5.5859899999999998</c:v>
                </c:pt>
                <c:pt idx="19929">
                  <c:v>5.5862999999999996</c:v>
                </c:pt>
                <c:pt idx="19930">
                  <c:v>5.5865999999999998</c:v>
                </c:pt>
                <c:pt idx="19931">
                  <c:v>5.5869099999999996</c:v>
                </c:pt>
                <c:pt idx="19932">
                  <c:v>5.5872099999999998</c:v>
                </c:pt>
                <c:pt idx="19933">
                  <c:v>5.5875199999999996</c:v>
                </c:pt>
                <c:pt idx="19934">
                  <c:v>5.5878300000000003</c:v>
                </c:pt>
                <c:pt idx="19935">
                  <c:v>5.5881299999999996</c:v>
                </c:pt>
                <c:pt idx="19936">
                  <c:v>5.5884400000000003</c:v>
                </c:pt>
                <c:pt idx="19937">
                  <c:v>5.5887399999999996</c:v>
                </c:pt>
                <c:pt idx="19938">
                  <c:v>5.5890500000000003</c:v>
                </c:pt>
                <c:pt idx="19939">
                  <c:v>5.5893499999999996</c:v>
                </c:pt>
                <c:pt idx="19940">
                  <c:v>5.5896600000000003</c:v>
                </c:pt>
                <c:pt idx="19941">
                  <c:v>5.5899599999999996</c:v>
                </c:pt>
                <c:pt idx="19942">
                  <c:v>5.5902700000000003</c:v>
                </c:pt>
                <c:pt idx="19943">
                  <c:v>5.5905699999999996</c:v>
                </c:pt>
                <c:pt idx="19944">
                  <c:v>5.5908800000000003</c:v>
                </c:pt>
                <c:pt idx="19945">
                  <c:v>5.5911900000000001</c:v>
                </c:pt>
                <c:pt idx="19946">
                  <c:v>5.5914900000000003</c:v>
                </c:pt>
                <c:pt idx="19947">
                  <c:v>5.5918000000000001</c:v>
                </c:pt>
                <c:pt idx="19948">
                  <c:v>5.5921000000000003</c:v>
                </c:pt>
                <c:pt idx="19949">
                  <c:v>5.5924100000000001</c:v>
                </c:pt>
                <c:pt idx="19950">
                  <c:v>5.5927100000000003</c:v>
                </c:pt>
                <c:pt idx="19951">
                  <c:v>5.5930200000000001</c:v>
                </c:pt>
                <c:pt idx="19952">
                  <c:v>5.5933200000000003</c:v>
                </c:pt>
                <c:pt idx="19953">
                  <c:v>5.5936300000000001</c:v>
                </c:pt>
                <c:pt idx="19954">
                  <c:v>5.5939300000000003</c:v>
                </c:pt>
                <c:pt idx="19955">
                  <c:v>5.5942400000000001</c:v>
                </c:pt>
                <c:pt idx="19956">
                  <c:v>5.5945400000000003</c:v>
                </c:pt>
                <c:pt idx="19957">
                  <c:v>5.5948500000000001</c:v>
                </c:pt>
                <c:pt idx="19958">
                  <c:v>5.5951599999999999</c:v>
                </c:pt>
                <c:pt idx="19959">
                  <c:v>5.5954600000000001</c:v>
                </c:pt>
                <c:pt idx="19960">
                  <c:v>5.5957699999999999</c:v>
                </c:pt>
                <c:pt idx="19961">
                  <c:v>5.5960700000000001</c:v>
                </c:pt>
                <c:pt idx="19962">
                  <c:v>5.5963799999999999</c:v>
                </c:pt>
                <c:pt idx="19963">
                  <c:v>5.5966800000000001</c:v>
                </c:pt>
                <c:pt idx="19964">
                  <c:v>5.5969899999999999</c:v>
                </c:pt>
                <c:pt idx="19965">
                  <c:v>5.5972900000000001</c:v>
                </c:pt>
                <c:pt idx="19966">
                  <c:v>5.5975999999999999</c:v>
                </c:pt>
                <c:pt idx="19967">
                  <c:v>5.5979000000000001</c:v>
                </c:pt>
                <c:pt idx="19968">
                  <c:v>5.5982099999999999</c:v>
                </c:pt>
                <c:pt idx="19969">
                  <c:v>5.5985100000000001</c:v>
                </c:pt>
                <c:pt idx="19970">
                  <c:v>5.5988199999999999</c:v>
                </c:pt>
                <c:pt idx="19971">
                  <c:v>5.5991299999999997</c:v>
                </c:pt>
                <c:pt idx="19972">
                  <c:v>5.5994299999999999</c:v>
                </c:pt>
                <c:pt idx="19973">
                  <c:v>5.5997399999999997</c:v>
                </c:pt>
                <c:pt idx="19974">
                  <c:v>5.6000399999999999</c:v>
                </c:pt>
                <c:pt idx="19975">
                  <c:v>5.6003499999999997</c:v>
                </c:pt>
                <c:pt idx="19976">
                  <c:v>5.6006499999999999</c:v>
                </c:pt>
                <c:pt idx="19977">
                  <c:v>5.6009599999999997</c:v>
                </c:pt>
                <c:pt idx="19978">
                  <c:v>5.6012599999999999</c:v>
                </c:pt>
                <c:pt idx="19979">
                  <c:v>5.6015699999999997</c:v>
                </c:pt>
                <c:pt idx="19980">
                  <c:v>5.6018699999999999</c:v>
                </c:pt>
                <c:pt idx="19981">
                  <c:v>5.6021799999999997</c:v>
                </c:pt>
                <c:pt idx="19982">
                  <c:v>5.6024799999999999</c:v>
                </c:pt>
                <c:pt idx="19983">
                  <c:v>5.6027899999999997</c:v>
                </c:pt>
                <c:pt idx="19984">
                  <c:v>5.6031000000000004</c:v>
                </c:pt>
                <c:pt idx="19985">
                  <c:v>5.6033999999999997</c:v>
                </c:pt>
                <c:pt idx="19986">
                  <c:v>5.6037100000000004</c:v>
                </c:pt>
                <c:pt idx="19987">
                  <c:v>5.6040099999999997</c:v>
                </c:pt>
                <c:pt idx="19988">
                  <c:v>5.6043200000000004</c:v>
                </c:pt>
                <c:pt idx="19989">
                  <c:v>5.6046199999999997</c:v>
                </c:pt>
                <c:pt idx="19990">
                  <c:v>5.6049300000000004</c:v>
                </c:pt>
                <c:pt idx="19991">
                  <c:v>5.6052299999999997</c:v>
                </c:pt>
                <c:pt idx="19992">
                  <c:v>5.6055400000000004</c:v>
                </c:pt>
                <c:pt idx="19993">
                  <c:v>5.6058399999999997</c:v>
                </c:pt>
                <c:pt idx="19994">
                  <c:v>5.6061500000000004</c:v>
                </c:pt>
                <c:pt idx="19995">
                  <c:v>5.6064499999999997</c:v>
                </c:pt>
                <c:pt idx="19996">
                  <c:v>5.6067600000000004</c:v>
                </c:pt>
                <c:pt idx="19997">
                  <c:v>5.6070700000000002</c:v>
                </c:pt>
                <c:pt idx="19998">
                  <c:v>5.6073700000000004</c:v>
                </c:pt>
                <c:pt idx="19999">
                  <c:v>5.6076800000000002</c:v>
                </c:pt>
                <c:pt idx="20000">
                  <c:v>5.6079800000000004</c:v>
                </c:pt>
                <c:pt idx="20001">
                  <c:v>5.6082900000000002</c:v>
                </c:pt>
                <c:pt idx="20002">
                  <c:v>5.6085900000000004</c:v>
                </c:pt>
                <c:pt idx="20003">
                  <c:v>5.6089000000000002</c:v>
                </c:pt>
                <c:pt idx="20004">
                  <c:v>5.6092000000000004</c:v>
                </c:pt>
                <c:pt idx="20005">
                  <c:v>5.6095100000000002</c:v>
                </c:pt>
                <c:pt idx="20006">
                  <c:v>5.6098100000000004</c:v>
                </c:pt>
                <c:pt idx="20007">
                  <c:v>5.6101200000000002</c:v>
                </c:pt>
                <c:pt idx="20008">
                  <c:v>5.61043</c:v>
                </c:pt>
                <c:pt idx="20009">
                  <c:v>5.6107300000000002</c:v>
                </c:pt>
                <c:pt idx="20010">
                  <c:v>5.61104</c:v>
                </c:pt>
                <c:pt idx="20011">
                  <c:v>5.6113400000000002</c:v>
                </c:pt>
                <c:pt idx="20012">
                  <c:v>5.61165</c:v>
                </c:pt>
                <c:pt idx="20013">
                  <c:v>5.6119500000000002</c:v>
                </c:pt>
                <c:pt idx="20014">
                  <c:v>5.61226</c:v>
                </c:pt>
                <c:pt idx="20015">
                  <c:v>5.6125600000000002</c:v>
                </c:pt>
                <c:pt idx="20016">
                  <c:v>5.61287</c:v>
                </c:pt>
                <c:pt idx="20017">
                  <c:v>5.6131700000000002</c:v>
                </c:pt>
                <c:pt idx="20018">
                  <c:v>5.61348</c:v>
                </c:pt>
                <c:pt idx="20019">
                  <c:v>5.6137800000000002</c:v>
                </c:pt>
                <c:pt idx="20020">
                  <c:v>5.61409</c:v>
                </c:pt>
                <c:pt idx="20021">
                  <c:v>5.6143999999999998</c:v>
                </c:pt>
                <c:pt idx="20022">
                  <c:v>5.6147</c:v>
                </c:pt>
                <c:pt idx="20023">
                  <c:v>5.6150099999999998</c:v>
                </c:pt>
                <c:pt idx="20024">
                  <c:v>5.61531</c:v>
                </c:pt>
                <c:pt idx="20025">
                  <c:v>5.6156199999999998</c:v>
                </c:pt>
                <c:pt idx="20026">
                  <c:v>5.61592</c:v>
                </c:pt>
                <c:pt idx="20027">
                  <c:v>5.6162299999999998</c:v>
                </c:pt>
                <c:pt idx="20028">
                  <c:v>5.61653</c:v>
                </c:pt>
                <c:pt idx="20029">
                  <c:v>5.6168399999999998</c:v>
                </c:pt>
                <c:pt idx="20030">
                  <c:v>5.61714</c:v>
                </c:pt>
                <c:pt idx="20031">
                  <c:v>5.6174499999999998</c:v>
                </c:pt>
                <c:pt idx="20032">
                  <c:v>5.61775</c:v>
                </c:pt>
                <c:pt idx="20033">
                  <c:v>5.6180599999999998</c:v>
                </c:pt>
                <c:pt idx="20034">
                  <c:v>5.6183699999999996</c:v>
                </c:pt>
                <c:pt idx="20035">
                  <c:v>5.6186699999999998</c:v>
                </c:pt>
                <c:pt idx="20036">
                  <c:v>5.6189799999999996</c:v>
                </c:pt>
                <c:pt idx="20037">
                  <c:v>5.6192799999999998</c:v>
                </c:pt>
                <c:pt idx="20038">
                  <c:v>5.6195899999999996</c:v>
                </c:pt>
                <c:pt idx="20039">
                  <c:v>5.6198899999999998</c:v>
                </c:pt>
                <c:pt idx="20040">
                  <c:v>5.6201999999999996</c:v>
                </c:pt>
                <c:pt idx="20041">
                  <c:v>5.6204999999999998</c:v>
                </c:pt>
                <c:pt idx="20042">
                  <c:v>5.6208099999999996</c:v>
                </c:pt>
                <c:pt idx="20043">
                  <c:v>5.6211099999999998</c:v>
                </c:pt>
                <c:pt idx="20044">
                  <c:v>5.6214199999999996</c:v>
                </c:pt>
                <c:pt idx="20045">
                  <c:v>5.6217199999999998</c:v>
                </c:pt>
                <c:pt idx="20046">
                  <c:v>5.6220299999999996</c:v>
                </c:pt>
                <c:pt idx="20047">
                  <c:v>5.6223400000000003</c:v>
                </c:pt>
                <c:pt idx="20048">
                  <c:v>5.6226399999999996</c:v>
                </c:pt>
                <c:pt idx="20049">
                  <c:v>5.6229500000000003</c:v>
                </c:pt>
                <c:pt idx="20050">
                  <c:v>5.6232499999999996</c:v>
                </c:pt>
                <c:pt idx="20051">
                  <c:v>5.6235600000000003</c:v>
                </c:pt>
                <c:pt idx="20052">
                  <c:v>5.6238599999999996</c:v>
                </c:pt>
                <c:pt idx="20053">
                  <c:v>5.6241700000000003</c:v>
                </c:pt>
                <c:pt idx="20054">
                  <c:v>5.6244699999999996</c:v>
                </c:pt>
                <c:pt idx="20055">
                  <c:v>5.6247800000000003</c:v>
                </c:pt>
                <c:pt idx="20056">
                  <c:v>5.6250799999999996</c:v>
                </c:pt>
                <c:pt idx="20057">
                  <c:v>5.6253900000000003</c:v>
                </c:pt>
                <c:pt idx="20058">
                  <c:v>5.6256899999999996</c:v>
                </c:pt>
                <c:pt idx="20059">
                  <c:v>5.6260000000000003</c:v>
                </c:pt>
                <c:pt idx="20060">
                  <c:v>5.6263100000000001</c:v>
                </c:pt>
                <c:pt idx="20061">
                  <c:v>5.6266100000000003</c:v>
                </c:pt>
                <c:pt idx="20062">
                  <c:v>5.6269200000000001</c:v>
                </c:pt>
                <c:pt idx="20063">
                  <c:v>5.6272200000000003</c:v>
                </c:pt>
                <c:pt idx="20064">
                  <c:v>5.6275300000000001</c:v>
                </c:pt>
                <c:pt idx="20065">
                  <c:v>5.6278300000000003</c:v>
                </c:pt>
                <c:pt idx="20066">
                  <c:v>5.6281400000000001</c:v>
                </c:pt>
                <c:pt idx="20067">
                  <c:v>5.6284400000000003</c:v>
                </c:pt>
                <c:pt idx="20068">
                  <c:v>5.6287500000000001</c:v>
                </c:pt>
                <c:pt idx="20069">
                  <c:v>5.6290500000000003</c:v>
                </c:pt>
                <c:pt idx="20070">
                  <c:v>5.6293600000000001</c:v>
                </c:pt>
                <c:pt idx="20071">
                  <c:v>5.62967</c:v>
                </c:pt>
                <c:pt idx="20072">
                  <c:v>5.6299700000000001</c:v>
                </c:pt>
                <c:pt idx="20073">
                  <c:v>5.63028</c:v>
                </c:pt>
                <c:pt idx="20074">
                  <c:v>5.6305800000000001</c:v>
                </c:pt>
                <c:pt idx="20075">
                  <c:v>5.63089</c:v>
                </c:pt>
                <c:pt idx="20076">
                  <c:v>5.6311900000000001</c:v>
                </c:pt>
                <c:pt idx="20077">
                  <c:v>5.6315</c:v>
                </c:pt>
                <c:pt idx="20078">
                  <c:v>5.6318000000000001</c:v>
                </c:pt>
                <c:pt idx="20079">
                  <c:v>5.6321099999999999</c:v>
                </c:pt>
                <c:pt idx="20080">
                  <c:v>5.6324100000000001</c:v>
                </c:pt>
                <c:pt idx="20081">
                  <c:v>5.6327199999999999</c:v>
                </c:pt>
                <c:pt idx="20082">
                  <c:v>5.6330200000000001</c:v>
                </c:pt>
                <c:pt idx="20083">
                  <c:v>5.6333299999999999</c:v>
                </c:pt>
                <c:pt idx="20084">
                  <c:v>5.6336399999999998</c:v>
                </c:pt>
                <c:pt idx="20085">
                  <c:v>5.6339399999999999</c:v>
                </c:pt>
                <c:pt idx="20086">
                  <c:v>5.6342499999999998</c:v>
                </c:pt>
                <c:pt idx="20087">
                  <c:v>5.6345499999999999</c:v>
                </c:pt>
                <c:pt idx="20088">
                  <c:v>5.6348599999999998</c:v>
                </c:pt>
                <c:pt idx="20089">
                  <c:v>5.6351599999999999</c:v>
                </c:pt>
                <c:pt idx="20090">
                  <c:v>5.6354699999999998</c:v>
                </c:pt>
                <c:pt idx="20091">
                  <c:v>5.6357699999999999</c:v>
                </c:pt>
                <c:pt idx="20092">
                  <c:v>5.6360799999999998</c:v>
                </c:pt>
                <c:pt idx="20093">
                  <c:v>5.6363799999999999</c:v>
                </c:pt>
                <c:pt idx="20094">
                  <c:v>5.6366899999999998</c:v>
                </c:pt>
                <c:pt idx="20095">
                  <c:v>5.6369899999999999</c:v>
                </c:pt>
                <c:pt idx="20096">
                  <c:v>5.6372999999999998</c:v>
                </c:pt>
                <c:pt idx="20097">
                  <c:v>5.6376099999999996</c:v>
                </c:pt>
                <c:pt idx="20098">
                  <c:v>5.6379099999999998</c:v>
                </c:pt>
                <c:pt idx="20099">
                  <c:v>5.6382199999999996</c:v>
                </c:pt>
                <c:pt idx="20100">
                  <c:v>5.6385199999999998</c:v>
                </c:pt>
                <c:pt idx="20101">
                  <c:v>5.6388299999999996</c:v>
                </c:pt>
                <c:pt idx="20102">
                  <c:v>5.6391299999999998</c:v>
                </c:pt>
                <c:pt idx="20103">
                  <c:v>5.6394399999999996</c:v>
                </c:pt>
                <c:pt idx="20104">
                  <c:v>5.6397399999999998</c:v>
                </c:pt>
                <c:pt idx="20105">
                  <c:v>5.6400499999999996</c:v>
                </c:pt>
                <c:pt idx="20106">
                  <c:v>5.6403499999999998</c:v>
                </c:pt>
                <c:pt idx="20107">
                  <c:v>5.6406599999999996</c:v>
                </c:pt>
                <c:pt idx="20108">
                  <c:v>5.6409599999999998</c:v>
                </c:pt>
                <c:pt idx="20109">
                  <c:v>5.6412699999999996</c:v>
                </c:pt>
                <c:pt idx="20110">
                  <c:v>5.6415800000000003</c:v>
                </c:pt>
                <c:pt idx="20111">
                  <c:v>5.6418799999999996</c:v>
                </c:pt>
                <c:pt idx="20112">
                  <c:v>5.6421900000000003</c:v>
                </c:pt>
                <c:pt idx="20113">
                  <c:v>5.6424899999999996</c:v>
                </c:pt>
                <c:pt idx="20114">
                  <c:v>5.6428000000000003</c:v>
                </c:pt>
                <c:pt idx="20115">
                  <c:v>5.6430999999999996</c:v>
                </c:pt>
                <c:pt idx="20116">
                  <c:v>5.6434100000000003</c:v>
                </c:pt>
                <c:pt idx="20117">
                  <c:v>5.6437099999999996</c:v>
                </c:pt>
                <c:pt idx="20118">
                  <c:v>5.6440200000000003</c:v>
                </c:pt>
                <c:pt idx="20119">
                  <c:v>5.6443199999999996</c:v>
                </c:pt>
                <c:pt idx="20120">
                  <c:v>5.6446300000000003</c:v>
                </c:pt>
                <c:pt idx="20121">
                  <c:v>5.6449400000000001</c:v>
                </c:pt>
                <c:pt idx="20122">
                  <c:v>5.6452400000000003</c:v>
                </c:pt>
                <c:pt idx="20123">
                  <c:v>5.6455500000000001</c:v>
                </c:pt>
                <c:pt idx="20124">
                  <c:v>5.6458500000000003</c:v>
                </c:pt>
                <c:pt idx="20125">
                  <c:v>5.6461600000000001</c:v>
                </c:pt>
                <c:pt idx="20126">
                  <c:v>5.6464600000000003</c:v>
                </c:pt>
                <c:pt idx="20127">
                  <c:v>5.6467700000000001</c:v>
                </c:pt>
                <c:pt idx="20128">
                  <c:v>5.6470700000000003</c:v>
                </c:pt>
                <c:pt idx="20129">
                  <c:v>5.6473800000000001</c:v>
                </c:pt>
                <c:pt idx="20130">
                  <c:v>5.6476800000000003</c:v>
                </c:pt>
                <c:pt idx="20131">
                  <c:v>5.6479900000000001</c:v>
                </c:pt>
                <c:pt idx="20132">
                  <c:v>5.6482900000000003</c:v>
                </c:pt>
                <c:pt idx="20133">
                  <c:v>5.6486000000000001</c:v>
                </c:pt>
                <c:pt idx="20134">
                  <c:v>5.6489099999999999</c:v>
                </c:pt>
                <c:pt idx="20135">
                  <c:v>5.6492100000000001</c:v>
                </c:pt>
                <c:pt idx="20136">
                  <c:v>5.6495199999999999</c:v>
                </c:pt>
                <c:pt idx="20137">
                  <c:v>5.6498200000000001</c:v>
                </c:pt>
                <c:pt idx="20138">
                  <c:v>5.6501299999999999</c:v>
                </c:pt>
                <c:pt idx="20139">
                  <c:v>5.6504300000000001</c:v>
                </c:pt>
                <c:pt idx="20140">
                  <c:v>5.6507399999999999</c:v>
                </c:pt>
                <c:pt idx="20141">
                  <c:v>5.6510400000000001</c:v>
                </c:pt>
                <c:pt idx="20142">
                  <c:v>5.6513499999999999</c:v>
                </c:pt>
                <c:pt idx="20143">
                  <c:v>5.6516500000000001</c:v>
                </c:pt>
                <c:pt idx="20144">
                  <c:v>5.6519599999999999</c:v>
                </c:pt>
                <c:pt idx="20145">
                  <c:v>5.6522600000000001</c:v>
                </c:pt>
                <c:pt idx="20146">
                  <c:v>5.6525699999999999</c:v>
                </c:pt>
                <c:pt idx="20147">
                  <c:v>5.6528799999999997</c:v>
                </c:pt>
                <c:pt idx="20148">
                  <c:v>5.6531799999999999</c:v>
                </c:pt>
                <c:pt idx="20149">
                  <c:v>5.6534899999999997</c:v>
                </c:pt>
                <c:pt idx="20150">
                  <c:v>5.6537899999999999</c:v>
                </c:pt>
                <c:pt idx="20151">
                  <c:v>5.6540999999999997</c:v>
                </c:pt>
                <c:pt idx="20152">
                  <c:v>5.6543999999999999</c:v>
                </c:pt>
                <c:pt idx="20153">
                  <c:v>5.6547099999999997</c:v>
                </c:pt>
                <c:pt idx="20154">
                  <c:v>5.6550099999999999</c:v>
                </c:pt>
                <c:pt idx="20155">
                  <c:v>5.6553199999999997</c:v>
                </c:pt>
                <c:pt idx="20156">
                  <c:v>5.6556199999999999</c:v>
                </c:pt>
                <c:pt idx="20157">
                  <c:v>5.6559299999999997</c:v>
                </c:pt>
                <c:pt idx="20158">
                  <c:v>5.6562299999999999</c:v>
                </c:pt>
                <c:pt idx="20159">
                  <c:v>5.6565399999999997</c:v>
                </c:pt>
                <c:pt idx="20160">
                  <c:v>5.6568500000000004</c:v>
                </c:pt>
                <c:pt idx="20161">
                  <c:v>5.6571499999999997</c:v>
                </c:pt>
                <c:pt idx="20162">
                  <c:v>5.6574600000000004</c:v>
                </c:pt>
                <c:pt idx="20163">
                  <c:v>5.6577599999999997</c:v>
                </c:pt>
                <c:pt idx="20164">
                  <c:v>5.6580700000000004</c:v>
                </c:pt>
                <c:pt idx="20165">
                  <c:v>5.6583699999999997</c:v>
                </c:pt>
                <c:pt idx="20166">
                  <c:v>5.6586800000000004</c:v>
                </c:pt>
                <c:pt idx="20167">
                  <c:v>5.6589799999999997</c:v>
                </c:pt>
                <c:pt idx="20168">
                  <c:v>5.6592900000000004</c:v>
                </c:pt>
                <c:pt idx="20169">
                  <c:v>5.6595899999999997</c:v>
                </c:pt>
                <c:pt idx="20170">
                  <c:v>5.6599000000000004</c:v>
                </c:pt>
                <c:pt idx="20171">
                  <c:v>5.6601999999999997</c:v>
                </c:pt>
                <c:pt idx="20172">
                  <c:v>5.6605100000000004</c:v>
                </c:pt>
                <c:pt idx="20173">
                  <c:v>5.6608200000000002</c:v>
                </c:pt>
                <c:pt idx="20174">
                  <c:v>5.6611200000000004</c:v>
                </c:pt>
                <c:pt idx="20175">
                  <c:v>5.6614300000000002</c:v>
                </c:pt>
                <c:pt idx="20176">
                  <c:v>5.6617300000000004</c:v>
                </c:pt>
                <c:pt idx="20177">
                  <c:v>5.6620400000000002</c:v>
                </c:pt>
                <c:pt idx="20178">
                  <c:v>5.6623400000000004</c:v>
                </c:pt>
                <c:pt idx="20179">
                  <c:v>5.6626500000000002</c:v>
                </c:pt>
                <c:pt idx="20180">
                  <c:v>5.6629500000000004</c:v>
                </c:pt>
                <c:pt idx="20181">
                  <c:v>5.6632600000000002</c:v>
                </c:pt>
                <c:pt idx="20182">
                  <c:v>5.6635600000000004</c:v>
                </c:pt>
                <c:pt idx="20183">
                  <c:v>5.6638700000000002</c:v>
                </c:pt>
                <c:pt idx="20184">
                  <c:v>5.66418</c:v>
                </c:pt>
                <c:pt idx="20185">
                  <c:v>5.6644800000000002</c:v>
                </c:pt>
                <c:pt idx="20186">
                  <c:v>5.66479</c:v>
                </c:pt>
                <c:pt idx="20187">
                  <c:v>5.6650900000000002</c:v>
                </c:pt>
                <c:pt idx="20188">
                  <c:v>5.6654</c:v>
                </c:pt>
                <c:pt idx="20189">
                  <c:v>5.6657000000000002</c:v>
                </c:pt>
                <c:pt idx="20190">
                  <c:v>5.66601</c:v>
                </c:pt>
                <c:pt idx="20191">
                  <c:v>5.6663100000000002</c:v>
                </c:pt>
                <c:pt idx="20192">
                  <c:v>5.66662</c:v>
                </c:pt>
                <c:pt idx="20193">
                  <c:v>5.6669200000000002</c:v>
                </c:pt>
                <c:pt idx="20194">
                  <c:v>5.66723</c:v>
                </c:pt>
                <c:pt idx="20195">
                  <c:v>5.6675300000000002</c:v>
                </c:pt>
                <c:pt idx="20196">
                  <c:v>5.66784</c:v>
                </c:pt>
                <c:pt idx="20197">
                  <c:v>5.6681499999999998</c:v>
                </c:pt>
                <c:pt idx="20198">
                  <c:v>5.66845</c:v>
                </c:pt>
                <c:pt idx="20199">
                  <c:v>5.6687599999999998</c:v>
                </c:pt>
                <c:pt idx="20200">
                  <c:v>5.66906</c:v>
                </c:pt>
                <c:pt idx="20201">
                  <c:v>5.6693699999999998</c:v>
                </c:pt>
                <c:pt idx="20202">
                  <c:v>5.66967</c:v>
                </c:pt>
                <c:pt idx="20203">
                  <c:v>5.6699799999999998</c:v>
                </c:pt>
                <c:pt idx="20204">
                  <c:v>5.67028</c:v>
                </c:pt>
                <c:pt idx="20205">
                  <c:v>5.6705899999999998</c:v>
                </c:pt>
                <c:pt idx="20206">
                  <c:v>5.67089</c:v>
                </c:pt>
                <c:pt idx="20207">
                  <c:v>5.6711999999999998</c:v>
                </c:pt>
                <c:pt idx="20208">
                  <c:v>5.6715</c:v>
                </c:pt>
                <c:pt idx="20209">
                  <c:v>5.6718099999999998</c:v>
                </c:pt>
                <c:pt idx="20210">
                  <c:v>5.6721199999999996</c:v>
                </c:pt>
                <c:pt idx="20211">
                  <c:v>5.6724199999999998</c:v>
                </c:pt>
                <c:pt idx="20212">
                  <c:v>5.6727299999999996</c:v>
                </c:pt>
                <c:pt idx="20213">
                  <c:v>5.6730299999999998</c:v>
                </c:pt>
                <c:pt idx="20214">
                  <c:v>5.6733399999999996</c:v>
                </c:pt>
                <c:pt idx="20215">
                  <c:v>5.6736399999999998</c:v>
                </c:pt>
                <c:pt idx="20216">
                  <c:v>5.6739499999999996</c:v>
                </c:pt>
                <c:pt idx="20217">
                  <c:v>5.6742499999999998</c:v>
                </c:pt>
                <c:pt idx="20218">
                  <c:v>5.6745599999999996</c:v>
                </c:pt>
                <c:pt idx="20219">
                  <c:v>5.6748599999999998</c:v>
                </c:pt>
                <c:pt idx="20220">
                  <c:v>5.6751699999999996</c:v>
                </c:pt>
                <c:pt idx="20221">
                  <c:v>5.6754699999999998</c:v>
                </c:pt>
                <c:pt idx="20222">
                  <c:v>5.6757799999999996</c:v>
                </c:pt>
                <c:pt idx="20223">
                  <c:v>5.6760900000000003</c:v>
                </c:pt>
                <c:pt idx="20224">
                  <c:v>5.6763899999999996</c:v>
                </c:pt>
                <c:pt idx="20225">
                  <c:v>5.6767000000000003</c:v>
                </c:pt>
                <c:pt idx="20226">
                  <c:v>5.6769999999999996</c:v>
                </c:pt>
                <c:pt idx="20227">
                  <c:v>5.6773100000000003</c:v>
                </c:pt>
                <c:pt idx="20228">
                  <c:v>5.6776099999999996</c:v>
                </c:pt>
                <c:pt idx="20229">
                  <c:v>5.6779200000000003</c:v>
                </c:pt>
                <c:pt idx="20230">
                  <c:v>5.6782199999999996</c:v>
                </c:pt>
                <c:pt idx="20231">
                  <c:v>5.6785300000000003</c:v>
                </c:pt>
                <c:pt idx="20232">
                  <c:v>5.6788299999999996</c:v>
                </c:pt>
                <c:pt idx="20233">
                  <c:v>5.6791400000000003</c:v>
                </c:pt>
                <c:pt idx="20234">
                  <c:v>5.6794399999999996</c:v>
                </c:pt>
                <c:pt idx="20235">
                  <c:v>5.6797500000000003</c:v>
                </c:pt>
                <c:pt idx="20236">
                  <c:v>5.6800600000000001</c:v>
                </c:pt>
                <c:pt idx="20237">
                  <c:v>5.6803600000000003</c:v>
                </c:pt>
                <c:pt idx="20238">
                  <c:v>5.6806700000000001</c:v>
                </c:pt>
                <c:pt idx="20239">
                  <c:v>5.6809700000000003</c:v>
                </c:pt>
                <c:pt idx="20240">
                  <c:v>5.6812800000000001</c:v>
                </c:pt>
                <c:pt idx="20241">
                  <c:v>5.6815800000000003</c:v>
                </c:pt>
                <c:pt idx="20242">
                  <c:v>5.6818900000000001</c:v>
                </c:pt>
                <c:pt idx="20243">
                  <c:v>5.6821900000000003</c:v>
                </c:pt>
                <c:pt idx="20244">
                  <c:v>5.6825000000000001</c:v>
                </c:pt>
                <c:pt idx="20245">
                  <c:v>5.6828000000000003</c:v>
                </c:pt>
                <c:pt idx="20246">
                  <c:v>5.6831100000000001</c:v>
                </c:pt>
                <c:pt idx="20247">
                  <c:v>5.6834199999999999</c:v>
                </c:pt>
                <c:pt idx="20248">
                  <c:v>5.6837200000000001</c:v>
                </c:pt>
                <c:pt idx="20249">
                  <c:v>5.6840299999999999</c:v>
                </c:pt>
                <c:pt idx="20250">
                  <c:v>5.6843300000000001</c:v>
                </c:pt>
                <c:pt idx="20251">
                  <c:v>5.6846399999999999</c:v>
                </c:pt>
                <c:pt idx="20252">
                  <c:v>5.6849400000000001</c:v>
                </c:pt>
                <c:pt idx="20253">
                  <c:v>5.6852499999999999</c:v>
                </c:pt>
                <c:pt idx="20254">
                  <c:v>5.6855500000000001</c:v>
                </c:pt>
                <c:pt idx="20255">
                  <c:v>5.6858599999999999</c:v>
                </c:pt>
                <c:pt idx="20256">
                  <c:v>5.6861600000000001</c:v>
                </c:pt>
                <c:pt idx="20257">
                  <c:v>5.6864699999999999</c:v>
                </c:pt>
                <c:pt idx="20258">
                  <c:v>5.6867700000000001</c:v>
                </c:pt>
                <c:pt idx="20259">
                  <c:v>5.6870799999999999</c:v>
                </c:pt>
                <c:pt idx="20260">
                  <c:v>5.6873899999999997</c:v>
                </c:pt>
                <c:pt idx="20261">
                  <c:v>5.6876899999999999</c:v>
                </c:pt>
                <c:pt idx="20262">
                  <c:v>5.6879999999999997</c:v>
                </c:pt>
                <c:pt idx="20263">
                  <c:v>5.6882999999999999</c:v>
                </c:pt>
                <c:pt idx="20264">
                  <c:v>5.6886099999999997</c:v>
                </c:pt>
                <c:pt idx="20265">
                  <c:v>5.6889099999999999</c:v>
                </c:pt>
                <c:pt idx="20266">
                  <c:v>5.6892199999999997</c:v>
                </c:pt>
                <c:pt idx="20267">
                  <c:v>5.6895199999999999</c:v>
                </c:pt>
                <c:pt idx="20268">
                  <c:v>5.6898299999999997</c:v>
                </c:pt>
                <c:pt idx="20269">
                  <c:v>5.6901299999999999</c:v>
                </c:pt>
                <c:pt idx="20270">
                  <c:v>5.6904399999999997</c:v>
                </c:pt>
                <c:pt idx="20271">
                  <c:v>5.6907399999999999</c:v>
                </c:pt>
                <c:pt idx="20272">
                  <c:v>5.6910499999999997</c:v>
                </c:pt>
                <c:pt idx="20273">
                  <c:v>5.6913600000000004</c:v>
                </c:pt>
                <c:pt idx="20274">
                  <c:v>5.6916599999999997</c:v>
                </c:pt>
                <c:pt idx="20275">
                  <c:v>5.6919700000000004</c:v>
                </c:pt>
                <c:pt idx="20276">
                  <c:v>5.6922699999999997</c:v>
                </c:pt>
                <c:pt idx="20277">
                  <c:v>5.6925800000000004</c:v>
                </c:pt>
                <c:pt idx="20278">
                  <c:v>5.6928799999999997</c:v>
                </c:pt>
                <c:pt idx="20279">
                  <c:v>5.6931900000000004</c:v>
                </c:pt>
                <c:pt idx="20280">
                  <c:v>5.6934899999999997</c:v>
                </c:pt>
                <c:pt idx="20281">
                  <c:v>5.6938000000000004</c:v>
                </c:pt>
                <c:pt idx="20282">
                  <c:v>5.6940999999999997</c:v>
                </c:pt>
                <c:pt idx="20283">
                  <c:v>5.6944100000000004</c:v>
                </c:pt>
                <c:pt idx="20284">
                  <c:v>5.6947099999999997</c:v>
                </c:pt>
                <c:pt idx="20285">
                  <c:v>5.6950200000000004</c:v>
                </c:pt>
                <c:pt idx="20286">
                  <c:v>5.6953300000000002</c:v>
                </c:pt>
                <c:pt idx="20287">
                  <c:v>5.6956300000000004</c:v>
                </c:pt>
                <c:pt idx="20288">
                  <c:v>5.6959400000000002</c:v>
                </c:pt>
                <c:pt idx="20289">
                  <c:v>5.6962400000000004</c:v>
                </c:pt>
                <c:pt idx="20290">
                  <c:v>5.6965500000000002</c:v>
                </c:pt>
                <c:pt idx="20291">
                  <c:v>5.6968500000000004</c:v>
                </c:pt>
                <c:pt idx="20292">
                  <c:v>5.6971600000000002</c:v>
                </c:pt>
                <c:pt idx="20293">
                  <c:v>5.6974600000000004</c:v>
                </c:pt>
                <c:pt idx="20294">
                  <c:v>5.6977700000000002</c:v>
                </c:pt>
                <c:pt idx="20295">
                  <c:v>5.6980700000000004</c:v>
                </c:pt>
                <c:pt idx="20296">
                  <c:v>5.6983800000000002</c:v>
                </c:pt>
                <c:pt idx="20297">
                  <c:v>5.69869</c:v>
                </c:pt>
                <c:pt idx="20298">
                  <c:v>5.6989900000000002</c:v>
                </c:pt>
                <c:pt idx="20299">
                  <c:v>5.6993</c:v>
                </c:pt>
                <c:pt idx="20300">
                  <c:v>5.6996000000000002</c:v>
                </c:pt>
                <c:pt idx="20301">
                  <c:v>5.69991</c:v>
                </c:pt>
                <c:pt idx="20302">
                  <c:v>5.7002100000000002</c:v>
                </c:pt>
                <c:pt idx="20303">
                  <c:v>5.70052</c:v>
                </c:pt>
                <c:pt idx="20304">
                  <c:v>5.7008200000000002</c:v>
                </c:pt>
                <c:pt idx="20305">
                  <c:v>5.70113</c:v>
                </c:pt>
                <c:pt idx="20306">
                  <c:v>5.7014300000000002</c:v>
                </c:pt>
                <c:pt idx="20307">
                  <c:v>5.70174</c:v>
                </c:pt>
                <c:pt idx="20308">
                  <c:v>5.7020400000000002</c:v>
                </c:pt>
                <c:pt idx="20309">
                  <c:v>5.70235</c:v>
                </c:pt>
                <c:pt idx="20310">
                  <c:v>5.7026599999999998</c:v>
                </c:pt>
                <c:pt idx="20311">
                  <c:v>5.70296</c:v>
                </c:pt>
                <c:pt idx="20312">
                  <c:v>5.7032699999999998</c:v>
                </c:pt>
                <c:pt idx="20313">
                  <c:v>5.70357</c:v>
                </c:pt>
                <c:pt idx="20314">
                  <c:v>5.7038799999999998</c:v>
                </c:pt>
                <c:pt idx="20315">
                  <c:v>5.70418</c:v>
                </c:pt>
                <c:pt idx="20316">
                  <c:v>5.7044899999999998</c:v>
                </c:pt>
                <c:pt idx="20317">
                  <c:v>5.70479</c:v>
                </c:pt>
                <c:pt idx="20318">
                  <c:v>5.7050999999999998</c:v>
                </c:pt>
                <c:pt idx="20319">
                  <c:v>5.7054</c:v>
                </c:pt>
                <c:pt idx="20320">
                  <c:v>5.7057099999999998</c:v>
                </c:pt>
                <c:pt idx="20321">
                  <c:v>5.70601</c:v>
                </c:pt>
                <c:pt idx="20322">
                  <c:v>5.7063199999999998</c:v>
                </c:pt>
                <c:pt idx="20323">
                  <c:v>5.7066299999999996</c:v>
                </c:pt>
                <c:pt idx="20324">
                  <c:v>5.7069299999999998</c:v>
                </c:pt>
                <c:pt idx="20325">
                  <c:v>5.7072399999999996</c:v>
                </c:pt>
                <c:pt idx="20326">
                  <c:v>5.7075399999999998</c:v>
                </c:pt>
                <c:pt idx="20327">
                  <c:v>5.7078499999999996</c:v>
                </c:pt>
                <c:pt idx="20328">
                  <c:v>5.7081499999999998</c:v>
                </c:pt>
                <c:pt idx="20329">
                  <c:v>5.7084599999999996</c:v>
                </c:pt>
                <c:pt idx="20330">
                  <c:v>5.7087599999999998</c:v>
                </c:pt>
                <c:pt idx="20331">
                  <c:v>5.7090699999999996</c:v>
                </c:pt>
                <c:pt idx="20332">
                  <c:v>5.7093699999999998</c:v>
                </c:pt>
                <c:pt idx="20333">
                  <c:v>5.7096799999999996</c:v>
                </c:pt>
                <c:pt idx="20334">
                  <c:v>5.7099799999999998</c:v>
                </c:pt>
                <c:pt idx="20335">
                  <c:v>5.7102899999999996</c:v>
                </c:pt>
                <c:pt idx="20336">
                  <c:v>5.7106000000000003</c:v>
                </c:pt>
                <c:pt idx="20337">
                  <c:v>5.7108999999999996</c:v>
                </c:pt>
                <c:pt idx="20338">
                  <c:v>5.7112100000000003</c:v>
                </c:pt>
                <c:pt idx="20339">
                  <c:v>5.7115099999999996</c:v>
                </c:pt>
                <c:pt idx="20340">
                  <c:v>5.7118200000000003</c:v>
                </c:pt>
                <c:pt idx="20341">
                  <c:v>5.7121199999999996</c:v>
                </c:pt>
                <c:pt idx="20342">
                  <c:v>5.7124300000000003</c:v>
                </c:pt>
                <c:pt idx="20343">
                  <c:v>5.7127299999999996</c:v>
                </c:pt>
                <c:pt idx="20344">
                  <c:v>5.7130400000000003</c:v>
                </c:pt>
                <c:pt idx="20345">
                  <c:v>5.7133399999999996</c:v>
                </c:pt>
                <c:pt idx="20346">
                  <c:v>5.7136500000000003</c:v>
                </c:pt>
                <c:pt idx="20347">
                  <c:v>5.7139499999999996</c:v>
                </c:pt>
                <c:pt idx="20348">
                  <c:v>5.7142600000000003</c:v>
                </c:pt>
                <c:pt idx="20349">
                  <c:v>5.7145700000000001</c:v>
                </c:pt>
                <c:pt idx="20350">
                  <c:v>5.7148700000000003</c:v>
                </c:pt>
                <c:pt idx="20351">
                  <c:v>5.7151800000000001</c:v>
                </c:pt>
                <c:pt idx="20352">
                  <c:v>5.7154800000000003</c:v>
                </c:pt>
                <c:pt idx="20353">
                  <c:v>5.7157900000000001</c:v>
                </c:pt>
                <c:pt idx="20354">
                  <c:v>5.7160900000000003</c:v>
                </c:pt>
                <c:pt idx="20355">
                  <c:v>5.7164000000000001</c:v>
                </c:pt>
                <c:pt idx="20356">
                  <c:v>5.7167000000000003</c:v>
                </c:pt>
                <c:pt idx="20357">
                  <c:v>5.7170100000000001</c:v>
                </c:pt>
                <c:pt idx="20358">
                  <c:v>5.7173100000000003</c:v>
                </c:pt>
                <c:pt idx="20359">
                  <c:v>5.7176200000000001</c:v>
                </c:pt>
                <c:pt idx="20360">
                  <c:v>5.71793</c:v>
                </c:pt>
                <c:pt idx="20361">
                  <c:v>5.7182300000000001</c:v>
                </c:pt>
                <c:pt idx="20362">
                  <c:v>5.71854</c:v>
                </c:pt>
                <c:pt idx="20363">
                  <c:v>5.7188400000000001</c:v>
                </c:pt>
                <c:pt idx="20364">
                  <c:v>5.71915</c:v>
                </c:pt>
                <c:pt idx="20365">
                  <c:v>5.7194500000000001</c:v>
                </c:pt>
                <c:pt idx="20366">
                  <c:v>5.71976</c:v>
                </c:pt>
                <c:pt idx="20367">
                  <c:v>5.7200600000000001</c:v>
                </c:pt>
                <c:pt idx="20368">
                  <c:v>5.72037</c:v>
                </c:pt>
                <c:pt idx="20369">
                  <c:v>5.7206700000000001</c:v>
                </c:pt>
                <c:pt idx="20370">
                  <c:v>5.72098</c:v>
                </c:pt>
                <c:pt idx="20371">
                  <c:v>5.7212800000000001</c:v>
                </c:pt>
                <c:pt idx="20372">
                  <c:v>5.72159</c:v>
                </c:pt>
                <c:pt idx="20373">
                  <c:v>5.7218999999999998</c:v>
                </c:pt>
                <c:pt idx="20374">
                  <c:v>5.7222</c:v>
                </c:pt>
                <c:pt idx="20375">
                  <c:v>5.7225099999999998</c:v>
                </c:pt>
                <c:pt idx="20376">
                  <c:v>5.72281</c:v>
                </c:pt>
                <c:pt idx="20377">
                  <c:v>5.7231199999999998</c:v>
                </c:pt>
                <c:pt idx="20378">
                  <c:v>5.72342</c:v>
                </c:pt>
                <c:pt idx="20379">
                  <c:v>5.7237299999999998</c:v>
                </c:pt>
                <c:pt idx="20380">
                  <c:v>5.72403</c:v>
                </c:pt>
                <c:pt idx="20381">
                  <c:v>5.7243399999999998</c:v>
                </c:pt>
                <c:pt idx="20382">
                  <c:v>5.72464</c:v>
                </c:pt>
                <c:pt idx="20383">
                  <c:v>5.7249499999999998</c:v>
                </c:pt>
                <c:pt idx="20384">
                  <c:v>5.72525</c:v>
                </c:pt>
                <c:pt idx="20385">
                  <c:v>5.7255599999999998</c:v>
                </c:pt>
                <c:pt idx="20386">
                  <c:v>5.7258699999999996</c:v>
                </c:pt>
                <c:pt idx="20387">
                  <c:v>5.7261699999999998</c:v>
                </c:pt>
                <c:pt idx="20388">
                  <c:v>5.7264799999999996</c:v>
                </c:pt>
                <c:pt idx="20389">
                  <c:v>5.7267799999999998</c:v>
                </c:pt>
                <c:pt idx="20390">
                  <c:v>5.7270899999999996</c:v>
                </c:pt>
                <c:pt idx="20391">
                  <c:v>5.7273899999999998</c:v>
                </c:pt>
                <c:pt idx="20392">
                  <c:v>5.7276999999999996</c:v>
                </c:pt>
                <c:pt idx="20393">
                  <c:v>5.7279999999999998</c:v>
                </c:pt>
                <c:pt idx="20394">
                  <c:v>5.7283099999999996</c:v>
                </c:pt>
                <c:pt idx="20395">
                  <c:v>5.7286099999999998</c:v>
                </c:pt>
                <c:pt idx="20396">
                  <c:v>5.7289199999999996</c:v>
                </c:pt>
                <c:pt idx="20397">
                  <c:v>5.7292199999999998</c:v>
                </c:pt>
                <c:pt idx="20398">
                  <c:v>5.7295299999999996</c:v>
                </c:pt>
                <c:pt idx="20399">
                  <c:v>5.7298400000000003</c:v>
                </c:pt>
                <c:pt idx="20400">
                  <c:v>5.7301399999999996</c:v>
                </c:pt>
                <c:pt idx="20401">
                  <c:v>5.7304500000000003</c:v>
                </c:pt>
                <c:pt idx="20402">
                  <c:v>5.7307499999999996</c:v>
                </c:pt>
                <c:pt idx="20403">
                  <c:v>5.7310600000000003</c:v>
                </c:pt>
                <c:pt idx="20404">
                  <c:v>5.7313599999999996</c:v>
                </c:pt>
                <c:pt idx="20405">
                  <c:v>5.7316700000000003</c:v>
                </c:pt>
                <c:pt idx="20406">
                  <c:v>5.7319699999999996</c:v>
                </c:pt>
                <c:pt idx="20407">
                  <c:v>5.7322800000000003</c:v>
                </c:pt>
                <c:pt idx="20408">
                  <c:v>5.7325799999999996</c:v>
                </c:pt>
                <c:pt idx="20409">
                  <c:v>5.7328900000000003</c:v>
                </c:pt>
                <c:pt idx="20410">
                  <c:v>5.7331899999999996</c:v>
                </c:pt>
                <c:pt idx="20411">
                  <c:v>5.7335000000000003</c:v>
                </c:pt>
                <c:pt idx="20412">
                  <c:v>5.7338100000000001</c:v>
                </c:pt>
                <c:pt idx="20413">
                  <c:v>5.7341100000000003</c:v>
                </c:pt>
                <c:pt idx="20414">
                  <c:v>5.7344200000000001</c:v>
                </c:pt>
                <c:pt idx="20415">
                  <c:v>5.7347200000000003</c:v>
                </c:pt>
                <c:pt idx="20416">
                  <c:v>5.7350300000000001</c:v>
                </c:pt>
                <c:pt idx="20417">
                  <c:v>5.7353300000000003</c:v>
                </c:pt>
                <c:pt idx="20418">
                  <c:v>5.7356400000000001</c:v>
                </c:pt>
                <c:pt idx="20419">
                  <c:v>5.7359400000000003</c:v>
                </c:pt>
                <c:pt idx="20420">
                  <c:v>5.7362500000000001</c:v>
                </c:pt>
                <c:pt idx="20421">
                  <c:v>5.7365500000000003</c:v>
                </c:pt>
                <c:pt idx="20422">
                  <c:v>5.7368600000000001</c:v>
                </c:pt>
                <c:pt idx="20423">
                  <c:v>5.7371699999999999</c:v>
                </c:pt>
                <c:pt idx="20424">
                  <c:v>5.7374700000000001</c:v>
                </c:pt>
                <c:pt idx="20425">
                  <c:v>5.7377799999999999</c:v>
                </c:pt>
                <c:pt idx="20426">
                  <c:v>5.7380800000000001</c:v>
                </c:pt>
                <c:pt idx="20427">
                  <c:v>5.7383899999999999</c:v>
                </c:pt>
                <c:pt idx="20428">
                  <c:v>5.7386900000000001</c:v>
                </c:pt>
                <c:pt idx="20429">
                  <c:v>5.7389999999999999</c:v>
                </c:pt>
                <c:pt idx="20430">
                  <c:v>5.7393000000000001</c:v>
                </c:pt>
                <c:pt idx="20431">
                  <c:v>5.7396099999999999</c:v>
                </c:pt>
                <c:pt idx="20432">
                  <c:v>5.7399100000000001</c:v>
                </c:pt>
                <c:pt idx="20433">
                  <c:v>5.7402199999999999</c:v>
                </c:pt>
                <c:pt idx="20434">
                  <c:v>5.7405200000000001</c:v>
                </c:pt>
                <c:pt idx="20435">
                  <c:v>5.7408299999999999</c:v>
                </c:pt>
                <c:pt idx="20436">
                  <c:v>5.7411399999999997</c:v>
                </c:pt>
                <c:pt idx="20437">
                  <c:v>5.7414399999999999</c:v>
                </c:pt>
                <c:pt idx="20438">
                  <c:v>5.7417499999999997</c:v>
                </c:pt>
                <c:pt idx="20439">
                  <c:v>5.7420499999999999</c:v>
                </c:pt>
                <c:pt idx="20440">
                  <c:v>5.7423599999999997</c:v>
                </c:pt>
                <c:pt idx="20441">
                  <c:v>5.7426599999999999</c:v>
                </c:pt>
                <c:pt idx="20442">
                  <c:v>5.7429699999999997</c:v>
                </c:pt>
                <c:pt idx="20443">
                  <c:v>5.7432699999999999</c:v>
                </c:pt>
                <c:pt idx="20444">
                  <c:v>5.7435799999999997</c:v>
                </c:pt>
                <c:pt idx="20445">
                  <c:v>5.7438799999999999</c:v>
                </c:pt>
                <c:pt idx="20446">
                  <c:v>5.7441899999999997</c:v>
                </c:pt>
                <c:pt idx="20447">
                  <c:v>5.7444899999999999</c:v>
                </c:pt>
                <c:pt idx="20448">
                  <c:v>5.7447999999999997</c:v>
                </c:pt>
                <c:pt idx="20449">
                  <c:v>5.7451100000000004</c:v>
                </c:pt>
                <c:pt idx="20450">
                  <c:v>5.7454099999999997</c:v>
                </c:pt>
                <c:pt idx="20451">
                  <c:v>5.7457200000000004</c:v>
                </c:pt>
                <c:pt idx="20452">
                  <c:v>5.7460199999999997</c:v>
                </c:pt>
                <c:pt idx="20453">
                  <c:v>5.7463300000000004</c:v>
                </c:pt>
                <c:pt idx="20454">
                  <c:v>5.7466299999999997</c:v>
                </c:pt>
                <c:pt idx="20455">
                  <c:v>5.7469400000000004</c:v>
                </c:pt>
                <c:pt idx="20456">
                  <c:v>5.7472399999999997</c:v>
                </c:pt>
                <c:pt idx="20457">
                  <c:v>5.7475500000000004</c:v>
                </c:pt>
                <c:pt idx="20458">
                  <c:v>5.7478499999999997</c:v>
                </c:pt>
                <c:pt idx="20459">
                  <c:v>5.7481600000000004</c:v>
                </c:pt>
                <c:pt idx="20460">
                  <c:v>5.7484599999999997</c:v>
                </c:pt>
                <c:pt idx="20461">
                  <c:v>5.7487700000000004</c:v>
                </c:pt>
                <c:pt idx="20462">
                  <c:v>5.7490800000000002</c:v>
                </c:pt>
                <c:pt idx="20463">
                  <c:v>5.7493800000000004</c:v>
                </c:pt>
                <c:pt idx="20464">
                  <c:v>5.7496900000000002</c:v>
                </c:pt>
                <c:pt idx="20465">
                  <c:v>5.7499900000000004</c:v>
                </c:pt>
                <c:pt idx="20466">
                  <c:v>5.7503000000000002</c:v>
                </c:pt>
                <c:pt idx="20467">
                  <c:v>5.7506000000000004</c:v>
                </c:pt>
                <c:pt idx="20468">
                  <c:v>5.7509100000000002</c:v>
                </c:pt>
                <c:pt idx="20469">
                  <c:v>5.7512100000000004</c:v>
                </c:pt>
                <c:pt idx="20470">
                  <c:v>5.7515200000000002</c:v>
                </c:pt>
                <c:pt idx="20471">
                  <c:v>5.7518200000000004</c:v>
                </c:pt>
                <c:pt idx="20472">
                  <c:v>5.7521300000000002</c:v>
                </c:pt>
                <c:pt idx="20473">
                  <c:v>5.75244</c:v>
                </c:pt>
                <c:pt idx="20474">
                  <c:v>5.7527400000000002</c:v>
                </c:pt>
                <c:pt idx="20475">
                  <c:v>5.75305</c:v>
                </c:pt>
                <c:pt idx="20476">
                  <c:v>5.7533500000000002</c:v>
                </c:pt>
                <c:pt idx="20477">
                  <c:v>5.75366</c:v>
                </c:pt>
                <c:pt idx="20478">
                  <c:v>5.7539600000000002</c:v>
                </c:pt>
                <c:pt idx="20479">
                  <c:v>5.75427</c:v>
                </c:pt>
                <c:pt idx="20480">
                  <c:v>5.7545700000000002</c:v>
                </c:pt>
                <c:pt idx="20481">
                  <c:v>5.75488</c:v>
                </c:pt>
                <c:pt idx="20482">
                  <c:v>5.7551800000000002</c:v>
                </c:pt>
                <c:pt idx="20483">
                  <c:v>5.75549</c:v>
                </c:pt>
                <c:pt idx="20484">
                  <c:v>5.7557900000000002</c:v>
                </c:pt>
                <c:pt idx="20485">
                  <c:v>5.7561</c:v>
                </c:pt>
                <c:pt idx="20486">
                  <c:v>5.7564099999999998</c:v>
                </c:pt>
                <c:pt idx="20487">
                  <c:v>5.75671</c:v>
                </c:pt>
                <c:pt idx="20488">
                  <c:v>5.7570199999999998</c:v>
                </c:pt>
                <c:pt idx="20489">
                  <c:v>5.75732</c:v>
                </c:pt>
                <c:pt idx="20490">
                  <c:v>5.7576299999999998</c:v>
                </c:pt>
                <c:pt idx="20491">
                  <c:v>5.75793</c:v>
                </c:pt>
                <c:pt idx="20492">
                  <c:v>5.7582399999999998</c:v>
                </c:pt>
                <c:pt idx="20493">
                  <c:v>5.75854</c:v>
                </c:pt>
                <c:pt idx="20494">
                  <c:v>5.7588499999999998</c:v>
                </c:pt>
                <c:pt idx="20495">
                  <c:v>5.75915</c:v>
                </c:pt>
                <c:pt idx="20496">
                  <c:v>5.7594599999999998</c:v>
                </c:pt>
                <c:pt idx="20497">
                  <c:v>5.75976</c:v>
                </c:pt>
                <c:pt idx="20498">
                  <c:v>5.7600699999999998</c:v>
                </c:pt>
                <c:pt idx="20499">
                  <c:v>5.7603799999999996</c:v>
                </c:pt>
                <c:pt idx="20500">
                  <c:v>5.7606799999999998</c:v>
                </c:pt>
                <c:pt idx="20501">
                  <c:v>5.7609899999999996</c:v>
                </c:pt>
                <c:pt idx="20502">
                  <c:v>5.7612899999999998</c:v>
                </c:pt>
                <c:pt idx="20503">
                  <c:v>5.7615999999999996</c:v>
                </c:pt>
                <c:pt idx="20504">
                  <c:v>5.7618999999999998</c:v>
                </c:pt>
                <c:pt idx="20505">
                  <c:v>5.7622099999999996</c:v>
                </c:pt>
                <c:pt idx="20506">
                  <c:v>5.7625099999999998</c:v>
                </c:pt>
                <c:pt idx="20507">
                  <c:v>5.7628199999999996</c:v>
                </c:pt>
                <c:pt idx="20508">
                  <c:v>5.7631199999999998</c:v>
                </c:pt>
                <c:pt idx="20509">
                  <c:v>5.7634299999999996</c:v>
                </c:pt>
                <c:pt idx="20510">
                  <c:v>5.7637299999999998</c:v>
                </c:pt>
                <c:pt idx="20511">
                  <c:v>5.7640399999999996</c:v>
                </c:pt>
                <c:pt idx="20512">
                  <c:v>5.7643500000000003</c:v>
                </c:pt>
                <c:pt idx="20513">
                  <c:v>5.7646499999999996</c:v>
                </c:pt>
                <c:pt idx="20514">
                  <c:v>5.7649600000000003</c:v>
                </c:pt>
                <c:pt idx="20515">
                  <c:v>5.7652599999999996</c:v>
                </c:pt>
                <c:pt idx="20516">
                  <c:v>5.7655700000000003</c:v>
                </c:pt>
                <c:pt idx="20517">
                  <c:v>5.7658699999999996</c:v>
                </c:pt>
                <c:pt idx="20518">
                  <c:v>5.7661800000000003</c:v>
                </c:pt>
                <c:pt idx="20519">
                  <c:v>5.7664799999999996</c:v>
                </c:pt>
                <c:pt idx="20520">
                  <c:v>5.7667900000000003</c:v>
                </c:pt>
                <c:pt idx="20521">
                  <c:v>5.7670899999999996</c:v>
                </c:pt>
                <c:pt idx="20522">
                  <c:v>5.7674000000000003</c:v>
                </c:pt>
                <c:pt idx="20523">
                  <c:v>5.7676999999999996</c:v>
                </c:pt>
                <c:pt idx="20524">
                  <c:v>5.7680100000000003</c:v>
                </c:pt>
                <c:pt idx="20525">
                  <c:v>5.7683200000000001</c:v>
                </c:pt>
                <c:pt idx="20526">
                  <c:v>5.7686200000000003</c:v>
                </c:pt>
                <c:pt idx="20527">
                  <c:v>5.7689300000000001</c:v>
                </c:pt>
                <c:pt idx="20528">
                  <c:v>5.7692300000000003</c:v>
                </c:pt>
                <c:pt idx="20529">
                  <c:v>5.7695400000000001</c:v>
                </c:pt>
                <c:pt idx="20530">
                  <c:v>5.7698400000000003</c:v>
                </c:pt>
                <c:pt idx="20531">
                  <c:v>5.7701500000000001</c:v>
                </c:pt>
                <c:pt idx="20532">
                  <c:v>5.7704500000000003</c:v>
                </c:pt>
                <c:pt idx="20533">
                  <c:v>5.7707600000000001</c:v>
                </c:pt>
                <c:pt idx="20534">
                  <c:v>5.7710600000000003</c:v>
                </c:pt>
                <c:pt idx="20535">
                  <c:v>5.7713700000000001</c:v>
                </c:pt>
                <c:pt idx="20536">
                  <c:v>5.7716799999999999</c:v>
                </c:pt>
                <c:pt idx="20537">
                  <c:v>5.7719800000000001</c:v>
                </c:pt>
                <c:pt idx="20538">
                  <c:v>5.7722899999999999</c:v>
                </c:pt>
                <c:pt idx="20539">
                  <c:v>5.7725900000000001</c:v>
                </c:pt>
                <c:pt idx="20540">
                  <c:v>5.7728999999999999</c:v>
                </c:pt>
                <c:pt idx="20541">
                  <c:v>5.7732000000000001</c:v>
                </c:pt>
                <c:pt idx="20542">
                  <c:v>5.7735099999999999</c:v>
                </c:pt>
                <c:pt idx="20543">
                  <c:v>5.7738100000000001</c:v>
                </c:pt>
                <c:pt idx="20544">
                  <c:v>5.7741199999999999</c:v>
                </c:pt>
                <c:pt idx="20545">
                  <c:v>5.7744200000000001</c:v>
                </c:pt>
                <c:pt idx="20546">
                  <c:v>5.7747299999999999</c:v>
                </c:pt>
                <c:pt idx="20547">
                  <c:v>5.7750300000000001</c:v>
                </c:pt>
                <c:pt idx="20548">
                  <c:v>5.7753399999999999</c:v>
                </c:pt>
                <c:pt idx="20549">
                  <c:v>5.7756499999999997</c:v>
                </c:pt>
                <c:pt idx="20550">
                  <c:v>5.7759499999999999</c:v>
                </c:pt>
                <c:pt idx="20551">
                  <c:v>5.7762599999999997</c:v>
                </c:pt>
                <c:pt idx="20552">
                  <c:v>5.7765599999999999</c:v>
                </c:pt>
                <c:pt idx="20553">
                  <c:v>5.7768699999999997</c:v>
                </c:pt>
                <c:pt idx="20554">
                  <c:v>5.7771699999999999</c:v>
                </c:pt>
                <c:pt idx="20555">
                  <c:v>5.7774799999999997</c:v>
                </c:pt>
                <c:pt idx="20556">
                  <c:v>5.7777799999999999</c:v>
                </c:pt>
                <c:pt idx="20557">
                  <c:v>5.7780899999999997</c:v>
                </c:pt>
                <c:pt idx="20558">
                  <c:v>5.7783899999999999</c:v>
                </c:pt>
                <c:pt idx="20559">
                  <c:v>5.7786999999999997</c:v>
                </c:pt>
                <c:pt idx="20560">
                  <c:v>5.7789999999999999</c:v>
                </c:pt>
                <c:pt idx="20561">
                  <c:v>5.7793099999999997</c:v>
                </c:pt>
                <c:pt idx="20562">
                  <c:v>5.7796200000000004</c:v>
                </c:pt>
                <c:pt idx="20563">
                  <c:v>5.7799199999999997</c:v>
                </c:pt>
                <c:pt idx="20564">
                  <c:v>5.7802300000000004</c:v>
                </c:pt>
                <c:pt idx="20565">
                  <c:v>5.7805299999999997</c:v>
                </c:pt>
                <c:pt idx="20566">
                  <c:v>5.7808400000000004</c:v>
                </c:pt>
                <c:pt idx="20567">
                  <c:v>5.7811399999999997</c:v>
                </c:pt>
                <c:pt idx="20568">
                  <c:v>5.7814500000000004</c:v>
                </c:pt>
                <c:pt idx="20569">
                  <c:v>5.7817499999999997</c:v>
                </c:pt>
                <c:pt idx="20570">
                  <c:v>5.7820600000000004</c:v>
                </c:pt>
                <c:pt idx="20571">
                  <c:v>5.7823599999999997</c:v>
                </c:pt>
                <c:pt idx="20572">
                  <c:v>5.7826700000000004</c:v>
                </c:pt>
                <c:pt idx="20573">
                  <c:v>5.7829699999999997</c:v>
                </c:pt>
                <c:pt idx="20574">
                  <c:v>5.7832800000000004</c:v>
                </c:pt>
                <c:pt idx="20575">
                  <c:v>5.7835900000000002</c:v>
                </c:pt>
                <c:pt idx="20576">
                  <c:v>5.7838900000000004</c:v>
                </c:pt>
                <c:pt idx="20577">
                  <c:v>5.7842000000000002</c:v>
                </c:pt>
                <c:pt idx="20578">
                  <c:v>5.7845000000000004</c:v>
                </c:pt>
                <c:pt idx="20579">
                  <c:v>5.7848100000000002</c:v>
                </c:pt>
                <c:pt idx="20580">
                  <c:v>5.7851100000000004</c:v>
                </c:pt>
                <c:pt idx="20581">
                  <c:v>5.7854200000000002</c:v>
                </c:pt>
                <c:pt idx="20582">
                  <c:v>5.7857200000000004</c:v>
                </c:pt>
                <c:pt idx="20583">
                  <c:v>5.7860300000000002</c:v>
                </c:pt>
                <c:pt idx="20584">
                  <c:v>5.7863300000000004</c:v>
                </c:pt>
                <c:pt idx="20585">
                  <c:v>5.7866400000000002</c:v>
                </c:pt>
                <c:pt idx="20586">
                  <c:v>5.7869400000000004</c:v>
                </c:pt>
                <c:pt idx="20587">
                  <c:v>5.7872500000000002</c:v>
                </c:pt>
                <c:pt idx="20588">
                  <c:v>5.78756</c:v>
                </c:pt>
                <c:pt idx="20589">
                  <c:v>5.7878600000000002</c:v>
                </c:pt>
                <c:pt idx="20590">
                  <c:v>5.78817</c:v>
                </c:pt>
                <c:pt idx="20591">
                  <c:v>5.7884700000000002</c:v>
                </c:pt>
                <c:pt idx="20592">
                  <c:v>5.78878</c:v>
                </c:pt>
                <c:pt idx="20593">
                  <c:v>5.7890800000000002</c:v>
                </c:pt>
                <c:pt idx="20594">
                  <c:v>5.78939</c:v>
                </c:pt>
                <c:pt idx="20595">
                  <c:v>5.7896900000000002</c:v>
                </c:pt>
                <c:pt idx="20596">
                  <c:v>5.79</c:v>
                </c:pt>
                <c:pt idx="20597">
                  <c:v>5.7903000000000002</c:v>
                </c:pt>
                <c:pt idx="20598">
                  <c:v>5.79061</c:v>
                </c:pt>
                <c:pt idx="20599">
                  <c:v>5.7909199999999998</c:v>
                </c:pt>
                <c:pt idx="20600">
                  <c:v>5.79122</c:v>
                </c:pt>
                <c:pt idx="20601">
                  <c:v>5.7915299999999998</c:v>
                </c:pt>
                <c:pt idx="20602">
                  <c:v>5.79183</c:v>
                </c:pt>
                <c:pt idx="20603">
                  <c:v>5.7921399999999998</c:v>
                </c:pt>
                <c:pt idx="20604">
                  <c:v>5.79244</c:v>
                </c:pt>
                <c:pt idx="20605">
                  <c:v>5.7927499999999998</c:v>
                </c:pt>
                <c:pt idx="20606">
                  <c:v>5.79305</c:v>
                </c:pt>
                <c:pt idx="20607">
                  <c:v>5.7933599999999998</c:v>
                </c:pt>
                <c:pt idx="20608">
                  <c:v>5.79366</c:v>
                </c:pt>
                <c:pt idx="20609">
                  <c:v>5.7939699999999998</c:v>
                </c:pt>
                <c:pt idx="20610">
                  <c:v>5.79427</c:v>
                </c:pt>
                <c:pt idx="20611">
                  <c:v>5.7945799999999998</c:v>
                </c:pt>
                <c:pt idx="20612">
                  <c:v>5.7948899999999997</c:v>
                </c:pt>
                <c:pt idx="20613">
                  <c:v>5.7951899999999998</c:v>
                </c:pt>
                <c:pt idx="20614">
                  <c:v>5.7954999999999997</c:v>
                </c:pt>
                <c:pt idx="20615">
                  <c:v>5.7957999999999998</c:v>
                </c:pt>
                <c:pt idx="20616">
                  <c:v>5.7961099999999997</c:v>
                </c:pt>
                <c:pt idx="20617">
                  <c:v>5.7964099999999998</c:v>
                </c:pt>
                <c:pt idx="20618">
                  <c:v>5.7967199999999997</c:v>
                </c:pt>
                <c:pt idx="20619">
                  <c:v>5.7970199999999998</c:v>
                </c:pt>
                <c:pt idx="20620">
                  <c:v>5.7973299999999997</c:v>
                </c:pt>
                <c:pt idx="20621">
                  <c:v>5.7976299999999998</c:v>
                </c:pt>
                <c:pt idx="20622">
                  <c:v>5.7979399999999996</c:v>
                </c:pt>
                <c:pt idx="20623">
                  <c:v>5.7982399999999998</c:v>
                </c:pt>
                <c:pt idx="20624">
                  <c:v>5.7985499999999996</c:v>
                </c:pt>
                <c:pt idx="20625">
                  <c:v>5.7988600000000003</c:v>
                </c:pt>
                <c:pt idx="20626">
                  <c:v>5.7991599999999996</c:v>
                </c:pt>
                <c:pt idx="20627">
                  <c:v>5.7994700000000003</c:v>
                </c:pt>
                <c:pt idx="20628">
                  <c:v>5.7997699999999996</c:v>
                </c:pt>
                <c:pt idx="20629">
                  <c:v>5.8000800000000003</c:v>
                </c:pt>
                <c:pt idx="20630">
                  <c:v>5.8003799999999996</c:v>
                </c:pt>
                <c:pt idx="20631">
                  <c:v>5.8006900000000003</c:v>
                </c:pt>
                <c:pt idx="20632">
                  <c:v>5.8009899999999996</c:v>
                </c:pt>
                <c:pt idx="20633">
                  <c:v>5.8013000000000003</c:v>
                </c:pt>
                <c:pt idx="20634">
                  <c:v>5.8015999999999996</c:v>
                </c:pt>
                <c:pt idx="20635">
                  <c:v>5.8019100000000003</c:v>
                </c:pt>
                <c:pt idx="20636">
                  <c:v>5.8022099999999996</c:v>
                </c:pt>
                <c:pt idx="20637">
                  <c:v>5.8025200000000003</c:v>
                </c:pt>
                <c:pt idx="20638">
                  <c:v>5.8028300000000002</c:v>
                </c:pt>
                <c:pt idx="20639">
                  <c:v>5.8031300000000003</c:v>
                </c:pt>
                <c:pt idx="20640">
                  <c:v>5.8034400000000002</c:v>
                </c:pt>
                <c:pt idx="20641">
                  <c:v>5.8037400000000003</c:v>
                </c:pt>
                <c:pt idx="20642">
                  <c:v>5.8040500000000002</c:v>
                </c:pt>
                <c:pt idx="20643">
                  <c:v>5.8043500000000003</c:v>
                </c:pt>
                <c:pt idx="20644">
                  <c:v>5.8046600000000002</c:v>
                </c:pt>
                <c:pt idx="20645">
                  <c:v>5.8049600000000003</c:v>
                </c:pt>
                <c:pt idx="20646">
                  <c:v>5.8052700000000002</c:v>
                </c:pt>
                <c:pt idx="20647">
                  <c:v>5.8055700000000003</c:v>
                </c:pt>
                <c:pt idx="20648">
                  <c:v>5.8058800000000002</c:v>
                </c:pt>
                <c:pt idx="20649">
                  <c:v>5.8061800000000003</c:v>
                </c:pt>
                <c:pt idx="20650">
                  <c:v>5.8064900000000002</c:v>
                </c:pt>
                <c:pt idx="20651">
                  <c:v>5.8068</c:v>
                </c:pt>
                <c:pt idx="20652">
                  <c:v>5.8071000000000002</c:v>
                </c:pt>
                <c:pt idx="20653">
                  <c:v>5.80741</c:v>
                </c:pt>
                <c:pt idx="20654">
                  <c:v>5.8077100000000002</c:v>
                </c:pt>
                <c:pt idx="20655">
                  <c:v>5.80802</c:v>
                </c:pt>
                <c:pt idx="20656">
                  <c:v>5.8083200000000001</c:v>
                </c:pt>
                <c:pt idx="20657">
                  <c:v>5.80863</c:v>
                </c:pt>
                <c:pt idx="20658">
                  <c:v>5.8089300000000001</c:v>
                </c:pt>
                <c:pt idx="20659">
                  <c:v>5.80924</c:v>
                </c:pt>
                <c:pt idx="20660">
                  <c:v>5.8095400000000001</c:v>
                </c:pt>
                <c:pt idx="20661">
                  <c:v>5.80985</c:v>
                </c:pt>
                <c:pt idx="20662">
                  <c:v>5.8101599999999998</c:v>
                </c:pt>
                <c:pt idx="20663">
                  <c:v>5.81046</c:v>
                </c:pt>
                <c:pt idx="20664">
                  <c:v>5.8107699999999998</c:v>
                </c:pt>
                <c:pt idx="20665">
                  <c:v>5.81107</c:v>
                </c:pt>
                <c:pt idx="20666">
                  <c:v>5.8113799999999998</c:v>
                </c:pt>
                <c:pt idx="20667">
                  <c:v>5.81168</c:v>
                </c:pt>
                <c:pt idx="20668">
                  <c:v>5.8119899999999998</c:v>
                </c:pt>
                <c:pt idx="20669">
                  <c:v>5.81229</c:v>
                </c:pt>
                <c:pt idx="20670">
                  <c:v>5.8125999999999998</c:v>
                </c:pt>
                <c:pt idx="20671">
                  <c:v>5.8129</c:v>
                </c:pt>
                <c:pt idx="20672">
                  <c:v>5.8132099999999998</c:v>
                </c:pt>
                <c:pt idx="20673">
                  <c:v>5.81351</c:v>
                </c:pt>
                <c:pt idx="20674">
                  <c:v>5.8138199999999998</c:v>
                </c:pt>
                <c:pt idx="20675">
                  <c:v>5.8141299999999996</c:v>
                </c:pt>
                <c:pt idx="20676">
                  <c:v>5.8144299999999998</c:v>
                </c:pt>
                <c:pt idx="20677">
                  <c:v>5.8147399999999996</c:v>
                </c:pt>
                <c:pt idx="20678">
                  <c:v>5.8150399999999998</c:v>
                </c:pt>
                <c:pt idx="20679">
                  <c:v>5.8153499999999996</c:v>
                </c:pt>
                <c:pt idx="20680">
                  <c:v>5.8156499999999998</c:v>
                </c:pt>
                <c:pt idx="20681">
                  <c:v>5.8159599999999996</c:v>
                </c:pt>
                <c:pt idx="20682">
                  <c:v>5.8162599999999998</c:v>
                </c:pt>
                <c:pt idx="20683">
                  <c:v>5.8165699999999996</c:v>
                </c:pt>
                <c:pt idx="20684">
                  <c:v>5.8168699999999998</c:v>
                </c:pt>
                <c:pt idx="20685">
                  <c:v>5.8171799999999996</c:v>
                </c:pt>
                <c:pt idx="20686">
                  <c:v>5.8174799999999998</c:v>
                </c:pt>
                <c:pt idx="20687">
                  <c:v>5.8177899999999996</c:v>
                </c:pt>
                <c:pt idx="20688">
                  <c:v>5.8181000000000003</c:v>
                </c:pt>
                <c:pt idx="20689">
                  <c:v>5.8183999999999996</c:v>
                </c:pt>
                <c:pt idx="20690">
                  <c:v>5.8187100000000003</c:v>
                </c:pt>
                <c:pt idx="20691">
                  <c:v>5.8190099999999996</c:v>
                </c:pt>
                <c:pt idx="20692">
                  <c:v>5.8193200000000003</c:v>
                </c:pt>
                <c:pt idx="20693">
                  <c:v>5.8196199999999996</c:v>
                </c:pt>
                <c:pt idx="20694">
                  <c:v>5.8199300000000003</c:v>
                </c:pt>
                <c:pt idx="20695">
                  <c:v>5.8202299999999996</c:v>
                </c:pt>
                <c:pt idx="20696">
                  <c:v>5.8205400000000003</c:v>
                </c:pt>
                <c:pt idx="20697">
                  <c:v>5.8208399999999996</c:v>
                </c:pt>
                <c:pt idx="20698">
                  <c:v>5.8211500000000003</c:v>
                </c:pt>
                <c:pt idx="20699">
                  <c:v>5.8214499999999996</c:v>
                </c:pt>
                <c:pt idx="20700">
                  <c:v>5.8217600000000003</c:v>
                </c:pt>
                <c:pt idx="20701">
                  <c:v>5.8220700000000001</c:v>
                </c:pt>
                <c:pt idx="20702">
                  <c:v>5.8223700000000003</c:v>
                </c:pt>
                <c:pt idx="20703">
                  <c:v>5.8226800000000001</c:v>
                </c:pt>
                <c:pt idx="20704">
                  <c:v>5.8229800000000003</c:v>
                </c:pt>
                <c:pt idx="20705">
                  <c:v>5.8232900000000001</c:v>
                </c:pt>
                <c:pt idx="20706">
                  <c:v>5.8235900000000003</c:v>
                </c:pt>
                <c:pt idx="20707">
                  <c:v>5.8239000000000001</c:v>
                </c:pt>
                <c:pt idx="20708">
                  <c:v>5.8242000000000003</c:v>
                </c:pt>
                <c:pt idx="20709">
                  <c:v>5.8245100000000001</c:v>
                </c:pt>
                <c:pt idx="20710">
                  <c:v>5.8248100000000003</c:v>
                </c:pt>
                <c:pt idx="20711">
                  <c:v>5.8251200000000001</c:v>
                </c:pt>
                <c:pt idx="20712">
                  <c:v>5.8254299999999999</c:v>
                </c:pt>
                <c:pt idx="20713">
                  <c:v>5.8257300000000001</c:v>
                </c:pt>
                <c:pt idx="20714">
                  <c:v>5.8260399999999999</c:v>
                </c:pt>
                <c:pt idx="20715">
                  <c:v>5.8263400000000001</c:v>
                </c:pt>
                <c:pt idx="20716">
                  <c:v>5.8266499999999999</c:v>
                </c:pt>
                <c:pt idx="20717">
                  <c:v>5.8269500000000001</c:v>
                </c:pt>
                <c:pt idx="20718">
                  <c:v>5.8272599999999999</c:v>
                </c:pt>
                <c:pt idx="20719">
                  <c:v>5.8275600000000001</c:v>
                </c:pt>
                <c:pt idx="20720">
                  <c:v>5.8278699999999999</c:v>
                </c:pt>
                <c:pt idx="20721">
                  <c:v>5.8281700000000001</c:v>
                </c:pt>
                <c:pt idx="20722">
                  <c:v>5.8284799999999999</c:v>
                </c:pt>
                <c:pt idx="20723">
                  <c:v>5.8287800000000001</c:v>
                </c:pt>
                <c:pt idx="20724">
                  <c:v>5.8290899999999999</c:v>
                </c:pt>
                <c:pt idx="20725">
                  <c:v>5.8293999999999997</c:v>
                </c:pt>
                <c:pt idx="20726">
                  <c:v>5.8296999999999999</c:v>
                </c:pt>
                <c:pt idx="20727">
                  <c:v>5.8300099999999997</c:v>
                </c:pt>
                <c:pt idx="20728">
                  <c:v>5.8303099999999999</c:v>
                </c:pt>
                <c:pt idx="20729">
                  <c:v>5.8306199999999997</c:v>
                </c:pt>
                <c:pt idx="20730">
                  <c:v>5.8309199999999999</c:v>
                </c:pt>
                <c:pt idx="20731">
                  <c:v>5.8312299999999997</c:v>
                </c:pt>
                <c:pt idx="20732">
                  <c:v>5.8315299999999999</c:v>
                </c:pt>
                <c:pt idx="20733">
                  <c:v>5.8318399999999997</c:v>
                </c:pt>
                <c:pt idx="20734">
                  <c:v>5.8321399999999999</c:v>
                </c:pt>
                <c:pt idx="20735">
                  <c:v>5.8324499999999997</c:v>
                </c:pt>
                <c:pt idx="20736">
                  <c:v>5.8327499999999999</c:v>
                </c:pt>
                <c:pt idx="20737">
                  <c:v>5.8330599999999997</c:v>
                </c:pt>
                <c:pt idx="20738">
                  <c:v>5.8333700000000004</c:v>
                </c:pt>
                <c:pt idx="20739">
                  <c:v>5.8336699999999997</c:v>
                </c:pt>
                <c:pt idx="20740">
                  <c:v>5.8339800000000004</c:v>
                </c:pt>
                <c:pt idx="20741">
                  <c:v>5.8342799999999997</c:v>
                </c:pt>
                <c:pt idx="20742">
                  <c:v>5.8345900000000004</c:v>
                </c:pt>
                <c:pt idx="20743">
                  <c:v>5.8348899999999997</c:v>
                </c:pt>
                <c:pt idx="20744">
                  <c:v>5.8352000000000004</c:v>
                </c:pt>
                <c:pt idx="20745">
                  <c:v>5.8354999999999997</c:v>
                </c:pt>
                <c:pt idx="20746">
                  <c:v>5.8358100000000004</c:v>
                </c:pt>
                <c:pt idx="20747">
                  <c:v>5.8361099999999997</c:v>
                </c:pt>
                <c:pt idx="20748">
                  <c:v>5.8364200000000004</c:v>
                </c:pt>
                <c:pt idx="20749">
                  <c:v>5.8367199999999997</c:v>
                </c:pt>
                <c:pt idx="20750">
                  <c:v>5.8370300000000004</c:v>
                </c:pt>
                <c:pt idx="20751">
                  <c:v>5.8373400000000002</c:v>
                </c:pt>
                <c:pt idx="20752">
                  <c:v>5.8376400000000004</c:v>
                </c:pt>
                <c:pt idx="20753">
                  <c:v>5.8379500000000002</c:v>
                </c:pt>
                <c:pt idx="20754">
                  <c:v>5.8382500000000004</c:v>
                </c:pt>
                <c:pt idx="20755">
                  <c:v>5.8385600000000002</c:v>
                </c:pt>
                <c:pt idx="20756">
                  <c:v>5.8388600000000004</c:v>
                </c:pt>
                <c:pt idx="20757">
                  <c:v>5.8391700000000002</c:v>
                </c:pt>
                <c:pt idx="20758">
                  <c:v>5.8394700000000004</c:v>
                </c:pt>
                <c:pt idx="20759">
                  <c:v>5.8397800000000002</c:v>
                </c:pt>
                <c:pt idx="20760">
                  <c:v>5.8400800000000004</c:v>
                </c:pt>
                <c:pt idx="20761">
                  <c:v>5.8403900000000002</c:v>
                </c:pt>
                <c:pt idx="20762">
                  <c:v>5.8406900000000004</c:v>
                </c:pt>
                <c:pt idx="20763">
                  <c:v>5.8410000000000002</c:v>
                </c:pt>
                <c:pt idx="20764">
                  <c:v>5.84131</c:v>
                </c:pt>
                <c:pt idx="20765">
                  <c:v>5.8416100000000002</c:v>
                </c:pt>
                <c:pt idx="20766">
                  <c:v>5.84192</c:v>
                </c:pt>
                <c:pt idx="20767">
                  <c:v>5.8422200000000002</c:v>
                </c:pt>
                <c:pt idx="20768">
                  <c:v>5.84253</c:v>
                </c:pt>
                <c:pt idx="20769">
                  <c:v>5.8428300000000002</c:v>
                </c:pt>
                <c:pt idx="20770">
                  <c:v>5.84314</c:v>
                </c:pt>
                <c:pt idx="20771">
                  <c:v>5.8434400000000002</c:v>
                </c:pt>
                <c:pt idx="20772">
                  <c:v>5.84375</c:v>
                </c:pt>
                <c:pt idx="20773">
                  <c:v>5.8440500000000002</c:v>
                </c:pt>
                <c:pt idx="20774">
                  <c:v>5.84436</c:v>
                </c:pt>
                <c:pt idx="20775">
                  <c:v>5.8446699999999998</c:v>
                </c:pt>
                <c:pt idx="20776">
                  <c:v>5.84497</c:v>
                </c:pt>
                <c:pt idx="20777">
                  <c:v>5.8452799999999998</c:v>
                </c:pt>
                <c:pt idx="20778">
                  <c:v>5.84558</c:v>
                </c:pt>
                <c:pt idx="20779">
                  <c:v>5.8458899999999998</c:v>
                </c:pt>
                <c:pt idx="20780">
                  <c:v>5.84619</c:v>
                </c:pt>
                <c:pt idx="20781">
                  <c:v>5.8464999999999998</c:v>
                </c:pt>
                <c:pt idx="20782">
                  <c:v>5.8468</c:v>
                </c:pt>
                <c:pt idx="20783">
                  <c:v>5.8471099999999998</c:v>
                </c:pt>
                <c:pt idx="20784">
                  <c:v>5.84741</c:v>
                </c:pt>
                <c:pt idx="20785">
                  <c:v>5.8477199999999998</c:v>
                </c:pt>
                <c:pt idx="20786">
                  <c:v>5.84802</c:v>
                </c:pt>
                <c:pt idx="20787">
                  <c:v>5.8483299999999998</c:v>
                </c:pt>
                <c:pt idx="20788">
                  <c:v>5.8486399999999996</c:v>
                </c:pt>
                <c:pt idx="20789">
                  <c:v>5.8489399999999998</c:v>
                </c:pt>
                <c:pt idx="20790">
                  <c:v>5.8492499999999996</c:v>
                </c:pt>
                <c:pt idx="20791">
                  <c:v>5.8495499999999998</c:v>
                </c:pt>
                <c:pt idx="20792">
                  <c:v>5.8498599999999996</c:v>
                </c:pt>
                <c:pt idx="20793">
                  <c:v>5.8501599999999998</c:v>
                </c:pt>
                <c:pt idx="20794">
                  <c:v>5.8504699999999996</c:v>
                </c:pt>
                <c:pt idx="20795">
                  <c:v>5.8507699999999998</c:v>
                </c:pt>
                <c:pt idx="20796">
                  <c:v>5.8510799999999996</c:v>
                </c:pt>
                <c:pt idx="20797">
                  <c:v>5.8513799999999998</c:v>
                </c:pt>
                <c:pt idx="20798">
                  <c:v>5.8516899999999996</c:v>
                </c:pt>
                <c:pt idx="20799">
                  <c:v>5.8519899999999998</c:v>
                </c:pt>
                <c:pt idx="20800">
                  <c:v>5.8522999999999996</c:v>
                </c:pt>
                <c:pt idx="20801">
                  <c:v>5.8526100000000003</c:v>
                </c:pt>
                <c:pt idx="20802">
                  <c:v>5.8529099999999996</c:v>
                </c:pt>
                <c:pt idx="20803">
                  <c:v>5.8532200000000003</c:v>
                </c:pt>
                <c:pt idx="20804">
                  <c:v>5.8535199999999996</c:v>
                </c:pt>
                <c:pt idx="20805">
                  <c:v>5.8538300000000003</c:v>
                </c:pt>
                <c:pt idx="20806">
                  <c:v>5.8541299999999996</c:v>
                </c:pt>
                <c:pt idx="20807">
                  <c:v>5.8544400000000003</c:v>
                </c:pt>
                <c:pt idx="20808">
                  <c:v>5.8547399999999996</c:v>
                </c:pt>
                <c:pt idx="20809">
                  <c:v>5.8550500000000003</c:v>
                </c:pt>
                <c:pt idx="20810">
                  <c:v>5.8553499999999996</c:v>
                </c:pt>
                <c:pt idx="20811">
                  <c:v>5.8556600000000003</c:v>
                </c:pt>
                <c:pt idx="20812">
                  <c:v>5.8559599999999996</c:v>
                </c:pt>
                <c:pt idx="20813">
                  <c:v>5.8562700000000003</c:v>
                </c:pt>
                <c:pt idx="20814">
                  <c:v>5.8565800000000001</c:v>
                </c:pt>
                <c:pt idx="20815">
                  <c:v>5.8568800000000003</c:v>
                </c:pt>
                <c:pt idx="20816">
                  <c:v>5.8571900000000001</c:v>
                </c:pt>
                <c:pt idx="20817">
                  <c:v>5.8574900000000003</c:v>
                </c:pt>
                <c:pt idx="20818">
                  <c:v>5.8578000000000001</c:v>
                </c:pt>
                <c:pt idx="20819">
                  <c:v>5.8581000000000003</c:v>
                </c:pt>
                <c:pt idx="20820">
                  <c:v>5.8584100000000001</c:v>
                </c:pt>
                <c:pt idx="20821">
                  <c:v>5.8587100000000003</c:v>
                </c:pt>
                <c:pt idx="20822">
                  <c:v>5.8590200000000001</c:v>
                </c:pt>
                <c:pt idx="20823">
                  <c:v>5.8593200000000003</c:v>
                </c:pt>
                <c:pt idx="20824">
                  <c:v>5.8596300000000001</c:v>
                </c:pt>
                <c:pt idx="20825">
                  <c:v>5.8599300000000003</c:v>
                </c:pt>
                <c:pt idx="20826">
                  <c:v>5.8602400000000001</c:v>
                </c:pt>
                <c:pt idx="20827">
                  <c:v>5.8605499999999999</c:v>
                </c:pt>
                <c:pt idx="20828">
                  <c:v>5.8608500000000001</c:v>
                </c:pt>
                <c:pt idx="20829">
                  <c:v>5.8611599999999999</c:v>
                </c:pt>
                <c:pt idx="20830">
                  <c:v>5.8614600000000001</c:v>
                </c:pt>
                <c:pt idx="20831">
                  <c:v>5.8617699999999999</c:v>
                </c:pt>
                <c:pt idx="20832">
                  <c:v>5.8620700000000001</c:v>
                </c:pt>
                <c:pt idx="20833">
                  <c:v>5.8623799999999999</c:v>
                </c:pt>
                <c:pt idx="20834">
                  <c:v>5.8626800000000001</c:v>
                </c:pt>
                <c:pt idx="20835">
                  <c:v>5.8629899999999999</c:v>
                </c:pt>
                <c:pt idx="20836">
                  <c:v>5.8632900000000001</c:v>
                </c:pt>
                <c:pt idx="20837">
                  <c:v>5.8635999999999999</c:v>
                </c:pt>
                <c:pt idx="20838">
                  <c:v>5.8639099999999997</c:v>
                </c:pt>
                <c:pt idx="20839">
                  <c:v>5.8642099999999999</c:v>
                </c:pt>
                <c:pt idx="20840">
                  <c:v>5.8645199999999997</c:v>
                </c:pt>
                <c:pt idx="20841">
                  <c:v>5.8648199999999999</c:v>
                </c:pt>
                <c:pt idx="20842">
                  <c:v>5.8651299999999997</c:v>
                </c:pt>
                <c:pt idx="20843">
                  <c:v>5.8654299999999999</c:v>
                </c:pt>
                <c:pt idx="20844">
                  <c:v>5.8657399999999997</c:v>
                </c:pt>
                <c:pt idx="20845">
                  <c:v>5.8660399999999999</c:v>
                </c:pt>
                <c:pt idx="20846">
                  <c:v>5.8663499999999997</c:v>
                </c:pt>
                <c:pt idx="20847">
                  <c:v>5.8666499999999999</c:v>
                </c:pt>
                <c:pt idx="20848">
                  <c:v>5.8669599999999997</c:v>
                </c:pt>
                <c:pt idx="20849">
                  <c:v>5.8672599999999999</c:v>
                </c:pt>
                <c:pt idx="20850">
                  <c:v>5.8675699999999997</c:v>
                </c:pt>
                <c:pt idx="20851">
                  <c:v>5.8678800000000004</c:v>
                </c:pt>
                <c:pt idx="20852">
                  <c:v>5.8681799999999997</c:v>
                </c:pt>
                <c:pt idx="20853">
                  <c:v>5.8684900000000004</c:v>
                </c:pt>
                <c:pt idx="20854">
                  <c:v>5.8687899999999997</c:v>
                </c:pt>
                <c:pt idx="20855">
                  <c:v>5.8691000000000004</c:v>
                </c:pt>
                <c:pt idx="20856">
                  <c:v>5.8693999999999997</c:v>
                </c:pt>
                <c:pt idx="20857">
                  <c:v>5.8697100000000004</c:v>
                </c:pt>
                <c:pt idx="20858">
                  <c:v>5.8700099999999997</c:v>
                </c:pt>
                <c:pt idx="20859">
                  <c:v>5.8703200000000004</c:v>
                </c:pt>
                <c:pt idx="20860">
                  <c:v>5.8706199999999997</c:v>
                </c:pt>
                <c:pt idx="20861">
                  <c:v>5.8709300000000004</c:v>
                </c:pt>
                <c:pt idx="20862">
                  <c:v>5.8712299999999997</c:v>
                </c:pt>
                <c:pt idx="20863">
                  <c:v>5.8715400000000004</c:v>
                </c:pt>
                <c:pt idx="20864">
                  <c:v>5.8718500000000002</c:v>
                </c:pt>
                <c:pt idx="20865">
                  <c:v>5.8721500000000004</c:v>
                </c:pt>
                <c:pt idx="20866">
                  <c:v>5.8724600000000002</c:v>
                </c:pt>
                <c:pt idx="20867">
                  <c:v>5.8727600000000004</c:v>
                </c:pt>
                <c:pt idx="20868">
                  <c:v>5.8730700000000002</c:v>
                </c:pt>
                <c:pt idx="20869">
                  <c:v>5.8733700000000004</c:v>
                </c:pt>
                <c:pt idx="20870">
                  <c:v>5.8736800000000002</c:v>
                </c:pt>
                <c:pt idx="20871">
                  <c:v>5.8739800000000004</c:v>
                </c:pt>
                <c:pt idx="20872">
                  <c:v>5.8742900000000002</c:v>
                </c:pt>
                <c:pt idx="20873">
                  <c:v>5.8745900000000004</c:v>
                </c:pt>
                <c:pt idx="20874">
                  <c:v>5.8749000000000002</c:v>
                </c:pt>
                <c:pt idx="20875">
                  <c:v>5.8752000000000004</c:v>
                </c:pt>
                <c:pt idx="20876">
                  <c:v>5.8755100000000002</c:v>
                </c:pt>
                <c:pt idx="20877">
                  <c:v>5.87582</c:v>
                </c:pt>
                <c:pt idx="20878">
                  <c:v>5.8761200000000002</c:v>
                </c:pt>
                <c:pt idx="20879">
                  <c:v>5.87643</c:v>
                </c:pt>
                <c:pt idx="20880">
                  <c:v>5.8767300000000002</c:v>
                </c:pt>
                <c:pt idx="20881">
                  <c:v>5.87704</c:v>
                </c:pt>
                <c:pt idx="20882">
                  <c:v>5.8773400000000002</c:v>
                </c:pt>
                <c:pt idx="20883">
                  <c:v>5.87765</c:v>
                </c:pt>
                <c:pt idx="20884">
                  <c:v>5.8779500000000002</c:v>
                </c:pt>
                <c:pt idx="20885">
                  <c:v>5.87826</c:v>
                </c:pt>
                <c:pt idx="20886">
                  <c:v>5.8785600000000002</c:v>
                </c:pt>
                <c:pt idx="20887">
                  <c:v>5.87887</c:v>
                </c:pt>
                <c:pt idx="20888">
                  <c:v>5.8791799999999999</c:v>
                </c:pt>
                <c:pt idx="20889">
                  <c:v>5.87948</c:v>
                </c:pt>
                <c:pt idx="20890">
                  <c:v>5.8797899999999998</c:v>
                </c:pt>
                <c:pt idx="20891">
                  <c:v>5.88009</c:v>
                </c:pt>
                <c:pt idx="20892">
                  <c:v>5.8803999999999998</c:v>
                </c:pt>
                <c:pt idx="20893">
                  <c:v>5.8807</c:v>
                </c:pt>
                <c:pt idx="20894">
                  <c:v>5.8810099999999998</c:v>
                </c:pt>
                <c:pt idx="20895">
                  <c:v>5.88131</c:v>
                </c:pt>
                <c:pt idx="20896">
                  <c:v>5.8816199999999998</c:v>
                </c:pt>
                <c:pt idx="20897">
                  <c:v>5.88192</c:v>
                </c:pt>
                <c:pt idx="20898">
                  <c:v>5.8822299999999998</c:v>
                </c:pt>
                <c:pt idx="20899">
                  <c:v>5.88253</c:v>
                </c:pt>
                <c:pt idx="20900">
                  <c:v>5.8828399999999998</c:v>
                </c:pt>
                <c:pt idx="20901">
                  <c:v>5.8831499999999997</c:v>
                </c:pt>
                <c:pt idx="20902">
                  <c:v>5.8834499999999998</c:v>
                </c:pt>
                <c:pt idx="20903">
                  <c:v>5.8837599999999997</c:v>
                </c:pt>
                <c:pt idx="20904">
                  <c:v>5.8840599999999998</c:v>
                </c:pt>
                <c:pt idx="20905">
                  <c:v>5.8843699999999997</c:v>
                </c:pt>
                <c:pt idx="20906">
                  <c:v>5.8846699999999998</c:v>
                </c:pt>
                <c:pt idx="20907">
                  <c:v>5.8849799999999997</c:v>
                </c:pt>
                <c:pt idx="20908">
                  <c:v>5.8852799999999998</c:v>
                </c:pt>
                <c:pt idx="20909">
                  <c:v>5.8855899999999997</c:v>
                </c:pt>
                <c:pt idx="20910">
                  <c:v>5.8858899999999998</c:v>
                </c:pt>
                <c:pt idx="20911">
                  <c:v>5.8861999999999997</c:v>
                </c:pt>
                <c:pt idx="20912">
                  <c:v>5.8864999999999998</c:v>
                </c:pt>
                <c:pt idx="20913">
                  <c:v>5.8868099999999997</c:v>
                </c:pt>
                <c:pt idx="20914">
                  <c:v>5.8871200000000004</c:v>
                </c:pt>
                <c:pt idx="20915">
                  <c:v>5.8874199999999997</c:v>
                </c:pt>
                <c:pt idx="20916">
                  <c:v>5.8877300000000004</c:v>
                </c:pt>
                <c:pt idx="20917">
                  <c:v>5.8880299999999997</c:v>
                </c:pt>
                <c:pt idx="20918">
                  <c:v>5.8883400000000004</c:v>
                </c:pt>
                <c:pt idx="20919">
                  <c:v>5.8886399999999997</c:v>
                </c:pt>
                <c:pt idx="20920">
                  <c:v>5.8889500000000004</c:v>
                </c:pt>
                <c:pt idx="20921">
                  <c:v>5.8892499999999997</c:v>
                </c:pt>
                <c:pt idx="20922">
                  <c:v>5.8895600000000004</c:v>
                </c:pt>
                <c:pt idx="20923">
                  <c:v>5.8898599999999997</c:v>
                </c:pt>
                <c:pt idx="20924">
                  <c:v>5.8901700000000003</c:v>
                </c:pt>
                <c:pt idx="20925">
                  <c:v>5.8904699999999997</c:v>
                </c:pt>
                <c:pt idx="20926">
                  <c:v>5.8907800000000003</c:v>
                </c:pt>
                <c:pt idx="20927">
                  <c:v>5.8910900000000002</c:v>
                </c:pt>
                <c:pt idx="20928">
                  <c:v>5.8913900000000003</c:v>
                </c:pt>
                <c:pt idx="20929">
                  <c:v>5.8917000000000002</c:v>
                </c:pt>
                <c:pt idx="20930">
                  <c:v>5.8920000000000003</c:v>
                </c:pt>
                <c:pt idx="20931">
                  <c:v>5.8923100000000002</c:v>
                </c:pt>
                <c:pt idx="20932">
                  <c:v>5.8926100000000003</c:v>
                </c:pt>
                <c:pt idx="20933">
                  <c:v>5.8929200000000002</c:v>
                </c:pt>
                <c:pt idx="20934">
                  <c:v>5.8932200000000003</c:v>
                </c:pt>
                <c:pt idx="20935">
                  <c:v>5.8935300000000002</c:v>
                </c:pt>
                <c:pt idx="20936">
                  <c:v>5.8938300000000003</c:v>
                </c:pt>
                <c:pt idx="20937">
                  <c:v>5.8941400000000002</c:v>
                </c:pt>
                <c:pt idx="20938">
                  <c:v>5.8944400000000003</c:v>
                </c:pt>
                <c:pt idx="20939">
                  <c:v>5.8947500000000002</c:v>
                </c:pt>
                <c:pt idx="20940">
                  <c:v>5.89506</c:v>
                </c:pt>
                <c:pt idx="20941">
                  <c:v>5.8953600000000002</c:v>
                </c:pt>
                <c:pt idx="20942">
                  <c:v>5.89567</c:v>
                </c:pt>
                <c:pt idx="20943">
                  <c:v>5.8959700000000002</c:v>
                </c:pt>
                <c:pt idx="20944">
                  <c:v>5.89628</c:v>
                </c:pt>
                <c:pt idx="20945">
                  <c:v>5.8965800000000002</c:v>
                </c:pt>
                <c:pt idx="20946">
                  <c:v>5.89689</c:v>
                </c:pt>
                <c:pt idx="20947">
                  <c:v>5.8971900000000002</c:v>
                </c:pt>
                <c:pt idx="20948">
                  <c:v>5.8975</c:v>
                </c:pt>
                <c:pt idx="20949">
                  <c:v>5.8978000000000002</c:v>
                </c:pt>
                <c:pt idx="20950">
                  <c:v>5.89811</c:v>
                </c:pt>
                <c:pt idx="20951">
                  <c:v>5.8984199999999998</c:v>
                </c:pt>
                <c:pt idx="20952">
                  <c:v>5.89872</c:v>
                </c:pt>
                <c:pt idx="20953">
                  <c:v>5.8990299999999998</c:v>
                </c:pt>
                <c:pt idx="20954">
                  <c:v>5.89933</c:v>
                </c:pt>
                <c:pt idx="20955">
                  <c:v>5.8996399999999998</c:v>
                </c:pt>
                <c:pt idx="20956">
                  <c:v>5.89994</c:v>
                </c:pt>
                <c:pt idx="20957">
                  <c:v>5.9002499999999998</c:v>
                </c:pt>
                <c:pt idx="20958">
                  <c:v>5.90055</c:v>
                </c:pt>
                <c:pt idx="20959">
                  <c:v>5.9008599999999998</c:v>
                </c:pt>
                <c:pt idx="20960">
                  <c:v>5.90116</c:v>
                </c:pt>
                <c:pt idx="20961">
                  <c:v>5.9014699999999998</c:v>
                </c:pt>
                <c:pt idx="20962">
                  <c:v>5.90177</c:v>
                </c:pt>
                <c:pt idx="20963">
                  <c:v>5.9020799999999998</c:v>
                </c:pt>
                <c:pt idx="20964">
                  <c:v>5.9023899999999996</c:v>
                </c:pt>
                <c:pt idx="20965">
                  <c:v>5.9026899999999998</c:v>
                </c:pt>
                <c:pt idx="20966">
                  <c:v>5.9029999999999996</c:v>
                </c:pt>
                <c:pt idx="20967">
                  <c:v>5.9032999999999998</c:v>
                </c:pt>
                <c:pt idx="20968">
                  <c:v>5.9036099999999996</c:v>
                </c:pt>
                <c:pt idx="20969">
                  <c:v>5.9039099999999998</c:v>
                </c:pt>
                <c:pt idx="20970">
                  <c:v>5.9042199999999996</c:v>
                </c:pt>
                <c:pt idx="20971">
                  <c:v>5.9045199999999998</c:v>
                </c:pt>
                <c:pt idx="20972">
                  <c:v>5.9048299999999996</c:v>
                </c:pt>
                <c:pt idx="20973">
                  <c:v>5.9051299999999998</c:v>
                </c:pt>
                <c:pt idx="20974">
                  <c:v>5.9054399999999996</c:v>
                </c:pt>
                <c:pt idx="20975">
                  <c:v>5.9057399999999998</c:v>
                </c:pt>
                <c:pt idx="20976">
                  <c:v>5.9060499999999996</c:v>
                </c:pt>
                <c:pt idx="20977">
                  <c:v>5.9063600000000003</c:v>
                </c:pt>
                <c:pt idx="20978">
                  <c:v>5.9066599999999996</c:v>
                </c:pt>
                <c:pt idx="20979">
                  <c:v>5.9069700000000003</c:v>
                </c:pt>
                <c:pt idx="20980">
                  <c:v>5.9072699999999996</c:v>
                </c:pt>
                <c:pt idx="20981">
                  <c:v>5.9075800000000003</c:v>
                </c:pt>
                <c:pt idx="20982">
                  <c:v>5.9078799999999996</c:v>
                </c:pt>
                <c:pt idx="20983">
                  <c:v>5.9081900000000003</c:v>
                </c:pt>
                <c:pt idx="20984">
                  <c:v>5.9084899999999996</c:v>
                </c:pt>
                <c:pt idx="20985">
                  <c:v>5.9088000000000003</c:v>
                </c:pt>
                <c:pt idx="20986">
                  <c:v>5.9090999999999996</c:v>
                </c:pt>
                <c:pt idx="20987">
                  <c:v>5.9094100000000003</c:v>
                </c:pt>
                <c:pt idx="20988">
                  <c:v>5.9097099999999996</c:v>
                </c:pt>
                <c:pt idx="20989">
                  <c:v>5.9100200000000003</c:v>
                </c:pt>
                <c:pt idx="20990">
                  <c:v>5.9103300000000001</c:v>
                </c:pt>
                <c:pt idx="20991">
                  <c:v>5.9106300000000003</c:v>
                </c:pt>
                <c:pt idx="20992">
                  <c:v>5.9109400000000001</c:v>
                </c:pt>
                <c:pt idx="20993">
                  <c:v>5.9112400000000003</c:v>
                </c:pt>
                <c:pt idx="20994">
                  <c:v>5.9115500000000001</c:v>
                </c:pt>
                <c:pt idx="20995">
                  <c:v>5.9118500000000003</c:v>
                </c:pt>
                <c:pt idx="20996">
                  <c:v>5.9121600000000001</c:v>
                </c:pt>
                <c:pt idx="20997">
                  <c:v>5.9124600000000003</c:v>
                </c:pt>
                <c:pt idx="20998">
                  <c:v>5.9127700000000001</c:v>
                </c:pt>
                <c:pt idx="20999">
                  <c:v>5.9130700000000003</c:v>
                </c:pt>
                <c:pt idx="21000">
                  <c:v>5.9133800000000001</c:v>
                </c:pt>
                <c:pt idx="21001">
                  <c:v>5.9136800000000003</c:v>
                </c:pt>
                <c:pt idx="21002">
                  <c:v>5.9139900000000001</c:v>
                </c:pt>
                <c:pt idx="21003">
                  <c:v>5.9142999999999999</c:v>
                </c:pt>
                <c:pt idx="21004">
                  <c:v>5.9146000000000001</c:v>
                </c:pt>
                <c:pt idx="21005">
                  <c:v>5.9149099999999999</c:v>
                </c:pt>
                <c:pt idx="21006">
                  <c:v>5.9152100000000001</c:v>
                </c:pt>
                <c:pt idx="21007">
                  <c:v>5.9155199999999999</c:v>
                </c:pt>
                <c:pt idx="21008">
                  <c:v>5.9158200000000001</c:v>
                </c:pt>
                <c:pt idx="21009">
                  <c:v>5.9161299999999999</c:v>
                </c:pt>
                <c:pt idx="21010">
                  <c:v>5.9164300000000001</c:v>
                </c:pt>
                <c:pt idx="21011">
                  <c:v>5.9167399999999999</c:v>
                </c:pt>
                <c:pt idx="21012">
                  <c:v>5.9170400000000001</c:v>
                </c:pt>
                <c:pt idx="21013">
                  <c:v>5.9173499999999999</c:v>
                </c:pt>
                <c:pt idx="21014">
                  <c:v>5.9176599999999997</c:v>
                </c:pt>
                <c:pt idx="21015">
                  <c:v>5.9179599999999999</c:v>
                </c:pt>
                <c:pt idx="21016">
                  <c:v>5.9182699999999997</c:v>
                </c:pt>
                <c:pt idx="21017">
                  <c:v>5.9185699999999999</c:v>
                </c:pt>
                <c:pt idx="21018">
                  <c:v>5.9188799999999997</c:v>
                </c:pt>
                <c:pt idx="21019">
                  <c:v>5.9191799999999999</c:v>
                </c:pt>
                <c:pt idx="21020">
                  <c:v>5.9194899999999997</c:v>
                </c:pt>
                <c:pt idx="21021">
                  <c:v>5.9197899999999999</c:v>
                </c:pt>
                <c:pt idx="21022">
                  <c:v>5.9200999999999997</c:v>
                </c:pt>
                <c:pt idx="21023">
                  <c:v>5.9203999999999999</c:v>
                </c:pt>
                <c:pt idx="21024">
                  <c:v>5.9207099999999997</c:v>
                </c:pt>
                <c:pt idx="21025">
                  <c:v>5.9210099999999999</c:v>
                </c:pt>
                <c:pt idx="21026">
                  <c:v>5.9213199999999997</c:v>
                </c:pt>
                <c:pt idx="21027">
                  <c:v>5.9216300000000004</c:v>
                </c:pt>
                <c:pt idx="21028">
                  <c:v>5.9219299999999997</c:v>
                </c:pt>
                <c:pt idx="21029">
                  <c:v>5.9222400000000004</c:v>
                </c:pt>
                <c:pt idx="21030">
                  <c:v>5.9225399999999997</c:v>
                </c:pt>
                <c:pt idx="21031">
                  <c:v>5.9228500000000004</c:v>
                </c:pt>
                <c:pt idx="21032">
                  <c:v>5.9231499999999997</c:v>
                </c:pt>
                <c:pt idx="21033">
                  <c:v>5.9234600000000004</c:v>
                </c:pt>
                <c:pt idx="21034">
                  <c:v>5.9237599999999997</c:v>
                </c:pt>
                <c:pt idx="21035">
                  <c:v>5.9240700000000004</c:v>
                </c:pt>
                <c:pt idx="21036">
                  <c:v>5.9243699999999997</c:v>
                </c:pt>
                <c:pt idx="21037">
                  <c:v>5.9246800000000004</c:v>
                </c:pt>
                <c:pt idx="21038">
                  <c:v>5.9249799999999997</c:v>
                </c:pt>
                <c:pt idx="21039">
                  <c:v>5.9252900000000004</c:v>
                </c:pt>
                <c:pt idx="21040">
                  <c:v>5.9256000000000002</c:v>
                </c:pt>
                <c:pt idx="21041">
                  <c:v>5.9259000000000004</c:v>
                </c:pt>
                <c:pt idx="21042">
                  <c:v>5.9262100000000002</c:v>
                </c:pt>
                <c:pt idx="21043">
                  <c:v>5.9265100000000004</c:v>
                </c:pt>
                <c:pt idx="21044">
                  <c:v>5.9268200000000002</c:v>
                </c:pt>
                <c:pt idx="21045">
                  <c:v>5.9271200000000004</c:v>
                </c:pt>
                <c:pt idx="21046">
                  <c:v>5.9274300000000002</c:v>
                </c:pt>
                <c:pt idx="21047">
                  <c:v>5.9277300000000004</c:v>
                </c:pt>
                <c:pt idx="21048">
                  <c:v>5.9280400000000002</c:v>
                </c:pt>
                <c:pt idx="21049">
                  <c:v>5.9283400000000004</c:v>
                </c:pt>
                <c:pt idx="21050">
                  <c:v>5.9286500000000002</c:v>
                </c:pt>
                <c:pt idx="21051">
                  <c:v>5.9289500000000004</c:v>
                </c:pt>
                <c:pt idx="21052">
                  <c:v>5.9292600000000002</c:v>
                </c:pt>
                <c:pt idx="21053">
                  <c:v>5.92957</c:v>
                </c:pt>
                <c:pt idx="21054">
                  <c:v>5.9298700000000002</c:v>
                </c:pt>
                <c:pt idx="21055">
                  <c:v>5.93018</c:v>
                </c:pt>
                <c:pt idx="21056">
                  <c:v>5.9304800000000002</c:v>
                </c:pt>
                <c:pt idx="21057">
                  <c:v>5.93079</c:v>
                </c:pt>
                <c:pt idx="21058">
                  <c:v>5.9310900000000002</c:v>
                </c:pt>
                <c:pt idx="21059">
                  <c:v>5.9314</c:v>
                </c:pt>
                <c:pt idx="21060">
                  <c:v>5.9317000000000002</c:v>
                </c:pt>
                <c:pt idx="21061">
                  <c:v>5.93201</c:v>
                </c:pt>
                <c:pt idx="21062">
                  <c:v>5.9323100000000002</c:v>
                </c:pt>
                <c:pt idx="21063">
                  <c:v>5.93262</c:v>
                </c:pt>
                <c:pt idx="21064">
                  <c:v>5.9329299999999998</c:v>
                </c:pt>
                <c:pt idx="21065">
                  <c:v>5.93323</c:v>
                </c:pt>
                <c:pt idx="21066">
                  <c:v>5.9335399999999998</c:v>
                </c:pt>
                <c:pt idx="21067">
                  <c:v>5.93384</c:v>
                </c:pt>
                <c:pt idx="21068">
                  <c:v>5.9341499999999998</c:v>
                </c:pt>
                <c:pt idx="21069">
                  <c:v>5.93445</c:v>
                </c:pt>
                <c:pt idx="21070">
                  <c:v>5.9347599999999998</c:v>
                </c:pt>
                <c:pt idx="21071">
                  <c:v>5.93506</c:v>
                </c:pt>
                <c:pt idx="21072">
                  <c:v>5.9353699999999998</c:v>
                </c:pt>
                <c:pt idx="21073">
                  <c:v>5.93567</c:v>
                </c:pt>
                <c:pt idx="21074">
                  <c:v>5.9359799999999998</c:v>
                </c:pt>
                <c:pt idx="21075">
                  <c:v>5.93628</c:v>
                </c:pt>
                <c:pt idx="21076">
                  <c:v>5.9365899999999998</c:v>
                </c:pt>
                <c:pt idx="21077">
                  <c:v>5.9368999999999996</c:v>
                </c:pt>
                <c:pt idx="21078">
                  <c:v>5.9371999999999998</c:v>
                </c:pt>
                <c:pt idx="21079">
                  <c:v>5.9375099999999996</c:v>
                </c:pt>
                <c:pt idx="21080">
                  <c:v>5.9378099999999998</c:v>
                </c:pt>
                <c:pt idx="21081">
                  <c:v>5.9381199999999996</c:v>
                </c:pt>
                <c:pt idx="21082">
                  <c:v>5.9384199999999998</c:v>
                </c:pt>
                <c:pt idx="21083">
                  <c:v>5.9387299999999996</c:v>
                </c:pt>
                <c:pt idx="21084">
                  <c:v>5.9390299999999998</c:v>
                </c:pt>
                <c:pt idx="21085">
                  <c:v>5.9393399999999996</c:v>
                </c:pt>
                <c:pt idx="21086">
                  <c:v>5.9396399999999998</c:v>
                </c:pt>
                <c:pt idx="21087">
                  <c:v>5.9399499999999996</c:v>
                </c:pt>
                <c:pt idx="21088">
                  <c:v>5.9402499999999998</c:v>
                </c:pt>
                <c:pt idx="21089">
                  <c:v>5.9405599999999996</c:v>
                </c:pt>
                <c:pt idx="21090">
                  <c:v>5.9408700000000003</c:v>
                </c:pt>
                <c:pt idx="21091">
                  <c:v>5.9411699999999996</c:v>
                </c:pt>
                <c:pt idx="21092">
                  <c:v>5.9414800000000003</c:v>
                </c:pt>
                <c:pt idx="21093">
                  <c:v>5.9417799999999996</c:v>
                </c:pt>
                <c:pt idx="21094">
                  <c:v>5.9420900000000003</c:v>
                </c:pt>
                <c:pt idx="21095">
                  <c:v>5.9423899999999996</c:v>
                </c:pt>
                <c:pt idx="21096">
                  <c:v>5.9427000000000003</c:v>
                </c:pt>
                <c:pt idx="21097">
                  <c:v>5.9429999999999996</c:v>
                </c:pt>
                <c:pt idx="21098">
                  <c:v>5.9433100000000003</c:v>
                </c:pt>
                <c:pt idx="21099">
                  <c:v>5.9436099999999996</c:v>
                </c:pt>
                <c:pt idx="21100">
                  <c:v>5.9439200000000003</c:v>
                </c:pt>
                <c:pt idx="21101">
                  <c:v>5.9442199999999996</c:v>
                </c:pt>
                <c:pt idx="21102">
                  <c:v>5.9445300000000003</c:v>
                </c:pt>
                <c:pt idx="21103">
                  <c:v>5.9448400000000001</c:v>
                </c:pt>
                <c:pt idx="21104">
                  <c:v>5.9451400000000003</c:v>
                </c:pt>
                <c:pt idx="21105">
                  <c:v>5.9454500000000001</c:v>
                </c:pt>
                <c:pt idx="21106">
                  <c:v>5.9457500000000003</c:v>
                </c:pt>
                <c:pt idx="21107">
                  <c:v>5.9460600000000001</c:v>
                </c:pt>
                <c:pt idx="21108">
                  <c:v>5.9463600000000003</c:v>
                </c:pt>
                <c:pt idx="21109">
                  <c:v>5.9466700000000001</c:v>
                </c:pt>
                <c:pt idx="21110">
                  <c:v>5.9469700000000003</c:v>
                </c:pt>
                <c:pt idx="21111">
                  <c:v>5.9472800000000001</c:v>
                </c:pt>
                <c:pt idx="21112">
                  <c:v>5.9475800000000003</c:v>
                </c:pt>
                <c:pt idx="21113">
                  <c:v>5.9478900000000001</c:v>
                </c:pt>
                <c:pt idx="21114">
                  <c:v>5.9481900000000003</c:v>
                </c:pt>
                <c:pt idx="21115">
                  <c:v>5.9485000000000001</c:v>
                </c:pt>
                <c:pt idx="21116">
                  <c:v>5.9488099999999999</c:v>
                </c:pt>
                <c:pt idx="21117">
                  <c:v>5.9491100000000001</c:v>
                </c:pt>
                <c:pt idx="21118">
                  <c:v>5.9494199999999999</c:v>
                </c:pt>
                <c:pt idx="21119">
                  <c:v>5.9497200000000001</c:v>
                </c:pt>
                <c:pt idx="21120">
                  <c:v>5.9500299999999999</c:v>
                </c:pt>
                <c:pt idx="21121">
                  <c:v>5.9503300000000001</c:v>
                </c:pt>
                <c:pt idx="21122">
                  <c:v>5.9506399999999999</c:v>
                </c:pt>
                <c:pt idx="21123">
                  <c:v>5.9509400000000001</c:v>
                </c:pt>
                <c:pt idx="21124">
                  <c:v>5.9512499999999999</c:v>
                </c:pt>
                <c:pt idx="21125">
                  <c:v>5.9515500000000001</c:v>
                </c:pt>
                <c:pt idx="21126">
                  <c:v>5.9518599999999999</c:v>
                </c:pt>
                <c:pt idx="21127">
                  <c:v>5.9521699999999997</c:v>
                </c:pt>
                <c:pt idx="21128">
                  <c:v>5.9524699999999999</c:v>
                </c:pt>
                <c:pt idx="21129">
                  <c:v>5.9527799999999997</c:v>
                </c:pt>
                <c:pt idx="21130">
                  <c:v>5.9530799999999999</c:v>
                </c:pt>
                <c:pt idx="21131">
                  <c:v>5.9533899999999997</c:v>
                </c:pt>
                <c:pt idx="21132">
                  <c:v>5.9536899999999999</c:v>
                </c:pt>
                <c:pt idx="21133">
                  <c:v>5.9539999999999997</c:v>
                </c:pt>
                <c:pt idx="21134">
                  <c:v>5.9542999999999999</c:v>
                </c:pt>
                <c:pt idx="21135">
                  <c:v>5.9546099999999997</c:v>
                </c:pt>
                <c:pt idx="21136">
                  <c:v>5.9549099999999999</c:v>
                </c:pt>
                <c:pt idx="21137">
                  <c:v>5.9552199999999997</c:v>
                </c:pt>
                <c:pt idx="21138">
                  <c:v>5.9555199999999999</c:v>
                </c:pt>
                <c:pt idx="21139">
                  <c:v>5.9558299999999997</c:v>
                </c:pt>
                <c:pt idx="21140">
                  <c:v>5.9561400000000004</c:v>
                </c:pt>
                <c:pt idx="21141">
                  <c:v>5.9564399999999997</c:v>
                </c:pt>
                <c:pt idx="21142">
                  <c:v>5.9567500000000004</c:v>
                </c:pt>
                <c:pt idx="21143">
                  <c:v>5.9570499999999997</c:v>
                </c:pt>
                <c:pt idx="21144">
                  <c:v>5.9573600000000004</c:v>
                </c:pt>
                <c:pt idx="21145">
                  <c:v>5.9576599999999997</c:v>
                </c:pt>
                <c:pt idx="21146">
                  <c:v>5.9579700000000004</c:v>
                </c:pt>
                <c:pt idx="21147">
                  <c:v>5.9582699999999997</c:v>
                </c:pt>
                <c:pt idx="21148">
                  <c:v>5.9585800000000004</c:v>
                </c:pt>
                <c:pt idx="21149">
                  <c:v>5.9588799999999997</c:v>
                </c:pt>
                <c:pt idx="21150">
                  <c:v>5.9591900000000004</c:v>
                </c:pt>
                <c:pt idx="21151">
                  <c:v>5.9594899999999997</c:v>
                </c:pt>
                <c:pt idx="21152">
                  <c:v>5.9598000000000004</c:v>
                </c:pt>
                <c:pt idx="21153">
                  <c:v>5.9601100000000002</c:v>
                </c:pt>
                <c:pt idx="21154">
                  <c:v>5.9604100000000004</c:v>
                </c:pt>
                <c:pt idx="21155">
                  <c:v>5.9607200000000002</c:v>
                </c:pt>
                <c:pt idx="21156">
                  <c:v>5.9610200000000004</c:v>
                </c:pt>
                <c:pt idx="21157">
                  <c:v>5.9613300000000002</c:v>
                </c:pt>
                <c:pt idx="21158">
                  <c:v>5.9616300000000004</c:v>
                </c:pt>
                <c:pt idx="21159">
                  <c:v>5.9619400000000002</c:v>
                </c:pt>
                <c:pt idx="21160">
                  <c:v>5.9622400000000004</c:v>
                </c:pt>
                <c:pt idx="21161">
                  <c:v>5.9625500000000002</c:v>
                </c:pt>
                <c:pt idx="21162">
                  <c:v>5.9628500000000004</c:v>
                </c:pt>
                <c:pt idx="21163">
                  <c:v>5.9631600000000002</c:v>
                </c:pt>
                <c:pt idx="21164">
                  <c:v>5.9634600000000004</c:v>
                </c:pt>
                <c:pt idx="21165">
                  <c:v>5.9637700000000002</c:v>
                </c:pt>
                <c:pt idx="21166">
                  <c:v>5.96408</c:v>
                </c:pt>
                <c:pt idx="21167">
                  <c:v>5.9643800000000002</c:v>
                </c:pt>
                <c:pt idx="21168">
                  <c:v>5.96469</c:v>
                </c:pt>
                <c:pt idx="21169">
                  <c:v>5.9649900000000002</c:v>
                </c:pt>
                <c:pt idx="21170">
                  <c:v>5.9653</c:v>
                </c:pt>
                <c:pt idx="21171">
                  <c:v>5.9656000000000002</c:v>
                </c:pt>
                <c:pt idx="21172">
                  <c:v>5.96591</c:v>
                </c:pt>
                <c:pt idx="21173">
                  <c:v>5.9662100000000002</c:v>
                </c:pt>
                <c:pt idx="21174">
                  <c:v>5.96652</c:v>
                </c:pt>
                <c:pt idx="21175">
                  <c:v>5.9668200000000002</c:v>
                </c:pt>
                <c:pt idx="21176">
                  <c:v>5.96713</c:v>
                </c:pt>
                <c:pt idx="21177">
                  <c:v>5.9674300000000002</c:v>
                </c:pt>
                <c:pt idx="21178">
                  <c:v>5.96774</c:v>
                </c:pt>
                <c:pt idx="21179">
                  <c:v>5.9680499999999999</c:v>
                </c:pt>
                <c:pt idx="21180">
                  <c:v>5.96835</c:v>
                </c:pt>
                <c:pt idx="21181">
                  <c:v>5.9686599999999999</c:v>
                </c:pt>
                <c:pt idx="21182">
                  <c:v>5.96896</c:v>
                </c:pt>
                <c:pt idx="21183">
                  <c:v>5.9692699999999999</c:v>
                </c:pt>
                <c:pt idx="21184">
                  <c:v>5.96957</c:v>
                </c:pt>
                <c:pt idx="21185">
                  <c:v>5.9698799999999999</c:v>
                </c:pt>
                <c:pt idx="21186">
                  <c:v>5.97018</c:v>
                </c:pt>
                <c:pt idx="21187">
                  <c:v>5.9704899999999999</c:v>
                </c:pt>
                <c:pt idx="21188">
                  <c:v>5.97079</c:v>
                </c:pt>
                <c:pt idx="21189">
                  <c:v>5.9710999999999999</c:v>
                </c:pt>
                <c:pt idx="21190">
                  <c:v>5.9714099999999997</c:v>
                </c:pt>
                <c:pt idx="21191">
                  <c:v>5.9717099999999999</c:v>
                </c:pt>
                <c:pt idx="21192">
                  <c:v>5.9720199999999997</c:v>
                </c:pt>
                <c:pt idx="21193">
                  <c:v>5.9723199999999999</c:v>
                </c:pt>
                <c:pt idx="21194">
                  <c:v>5.9726299999999997</c:v>
                </c:pt>
                <c:pt idx="21195">
                  <c:v>5.9729299999999999</c:v>
                </c:pt>
                <c:pt idx="21196">
                  <c:v>5.9732399999999997</c:v>
                </c:pt>
                <c:pt idx="21197">
                  <c:v>5.9735399999999998</c:v>
                </c:pt>
                <c:pt idx="21198">
                  <c:v>5.9738499999999997</c:v>
                </c:pt>
                <c:pt idx="21199">
                  <c:v>5.9741499999999998</c:v>
                </c:pt>
                <c:pt idx="21200">
                  <c:v>5.9744599999999997</c:v>
                </c:pt>
                <c:pt idx="21201">
                  <c:v>5.9747599999999998</c:v>
                </c:pt>
                <c:pt idx="21202">
                  <c:v>5.9750699999999997</c:v>
                </c:pt>
                <c:pt idx="21203">
                  <c:v>5.9753800000000004</c:v>
                </c:pt>
                <c:pt idx="21204">
                  <c:v>5.9756799999999997</c:v>
                </c:pt>
                <c:pt idx="21205">
                  <c:v>5.9759900000000004</c:v>
                </c:pt>
                <c:pt idx="21206">
                  <c:v>5.9762899999999997</c:v>
                </c:pt>
                <c:pt idx="21207">
                  <c:v>5.9766000000000004</c:v>
                </c:pt>
                <c:pt idx="21208">
                  <c:v>5.9768999999999997</c:v>
                </c:pt>
                <c:pt idx="21209">
                  <c:v>5.9772100000000004</c:v>
                </c:pt>
                <c:pt idx="21210">
                  <c:v>5.9775099999999997</c:v>
                </c:pt>
                <c:pt idx="21211">
                  <c:v>5.9778200000000004</c:v>
                </c:pt>
                <c:pt idx="21212">
                  <c:v>5.9781199999999997</c:v>
                </c:pt>
                <c:pt idx="21213">
                  <c:v>5.9784300000000004</c:v>
                </c:pt>
                <c:pt idx="21214">
                  <c:v>5.9787299999999997</c:v>
                </c:pt>
                <c:pt idx="21215">
                  <c:v>5.9790400000000004</c:v>
                </c:pt>
                <c:pt idx="21216">
                  <c:v>5.9793500000000002</c:v>
                </c:pt>
                <c:pt idx="21217">
                  <c:v>5.9796500000000004</c:v>
                </c:pt>
                <c:pt idx="21218">
                  <c:v>5.9799600000000002</c:v>
                </c:pt>
                <c:pt idx="21219">
                  <c:v>5.9802600000000004</c:v>
                </c:pt>
                <c:pt idx="21220">
                  <c:v>5.9805700000000002</c:v>
                </c:pt>
                <c:pt idx="21221">
                  <c:v>5.9808700000000004</c:v>
                </c:pt>
                <c:pt idx="21222">
                  <c:v>5.9811800000000002</c:v>
                </c:pt>
                <c:pt idx="21223">
                  <c:v>5.9814800000000004</c:v>
                </c:pt>
                <c:pt idx="21224">
                  <c:v>5.9817900000000002</c:v>
                </c:pt>
                <c:pt idx="21225">
                  <c:v>5.9820900000000004</c:v>
                </c:pt>
                <c:pt idx="21226">
                  <c:v>5.9824000000000002</c:v>
                </c:pt>
                <c:pt idx="21227">
                  <c:v>5.9827000000000004</c:v>
                </c:pt>
                <c:pt idx="21228">
                  <c:v>5.9830100000000002</c:v>
                </c:pt>
                <c:pt idx="21229">
                  <c:v>5.98332</c:v>
                </c:pt>
                <c:pt idx="21230">
                  <c:v>5.9836200000000002</c:v>
                </c:pt>
                <c:pt idx="21231">
                  <c:v>5.98393</c:v>
                </c:pt>
                <c:pt idx="21232">
                  <c:v>5.9842300000000002</c:v>
                </c:pt>
                <c:pt idx="21233">
                  <c:v>5.98454</c:v>
                </c:pt>
                <c:pt idx="21234">
                  <c:v>5.9848400000000002</c:v>
                </c:pt>
                <c:pt idx="21235">
                  <c:v>5.98515</c:v>
                </c:pt>
                <c:pt idx="21236">
                  <c:v>5.9854500000000002</c:v>
                </c:pt>
                <c:pt idx="21237">
                  <c:v>5.98576</c:v>
                </c:pt>
                <c:pt idx="21238">
                  <c:v>5.9860600000000002</c:v>
                </c:pt>
                <c:pt idx="21239">
                  <c:v>5.98637</c:v>
                </c:pt>
                <c:pt idx="21240">
                  <c:v>5.9866700000000002</c:v>
                </c:pt>
                <c:pt idx="21241">
                  <c:v>5.98698</c:v>
                </c:pt>
                <c:pt idx="21242">
                  <c:v>5.9872899999999998</c:v>
                </c:pt>
                <c:pt idx="21243">
                  <c:v>5.98759</c:v>
                </c:pt>
                <c:pt idx="21244">
                  <c:v>5.9878999999999998</c:v>
                </c:pt>
                <c:pt idx="21245">
                  <c:v>5.9882</c:v>
                </c:pt>
                <c:pt idx="21246">
                  <c:v>5.9885099999999998</c:v>
                </c:pt>
                <c:pt idx="21247">
                  <c:v>5.98881</c:v>
                </c:pt>
                <c:pt idx="21248">
                  <c:v>5.9891199999999998</c:v>
                </c:pt>
                <c:pt idx="21249">
                  <c:v>5.98942</c:v>
                </c:pt>
                <c:pt idx="21250">
                  <c:v>5.9897299999999998</c:v>
                </c:pt>
                <c:pt idx="21251">
                  <c:v>5.99003</c:v>
                </c:pt>
                <c:pt idx="21252">
                  <c:v>5.9903399999999998</c:v>
                </c:pt>
                <c:pt idx="21253">
                  <c:v>5.9906499999999996</c:v>
                </c:pt>
                <c:pt idx="21254">
                  <c:v>5.9909499999999998</c:v>
                </c:pt>
                <c:pt idx="21255">
                  <c:v>5.9912599999999996</c:v>
                </c:pt>
                <c:pt idx="21256">
                  <c:v>5.9915599999999998</c:v>
                </c:pt>
                <c:pt idx="21257">
                  <c:v>5.9918699999999996</c:v>
                </c:pt>
                <c:pt idx="21258">
                  <c:v>5.9921699999999998</c:v>
                </c:pt>
                <c:pt idx="21259">
                  <c:v>5.9924799999999996</c:v>
                </c:pt>
                <c:pt idx="21260">
                  <c:v>5.9927799999999998</c:v>
                </c:pt>
                <c:pt idx="21261">
                  <c:v>5.9930899999999996</c:v>
                </c:pt>
                <c:pt idx="21262">
                  <c:v>5.9933899999999998</c:v>
                </c:pt>
                <c:pt idx="21263">
                  <c:v>5.9936999999999996</c:v>
                </c:pt>
                <c:pt idx="21264">
                  <c:v>5.9939999999999998</c:v>
                </c:pt>
                <c:pt idx="21265">
                  <c:v>5.9943099999999996</c:v>
                </c:pt>
                <c:pt idx="21266">
                  <c:v>5.9946200000000003</c:v>
                </c:pt>
                <c:pt idx="21267">
                  <c:v>5.9949199999999996</c:v>
                </c:pt>
                <c:pt idx="21268">
                  <c:v>5.9952300000000003</c:v>
                </c:pt>
                <c:pt idx="21269">
                  <c:v>5.9955299999999996</c:v>
                </c:pt>
                <c:pt idx="21270">
                  <c:v>5.9958400000000003</c:v>
                </c:pt>
                <c:pt idx="21271">
                  <c:v>5.9961399999999996</c:v>
                </c:pt>
                <c:pt idx="21272">
                  <c:v>5.9964500000000003</c:v>
                </c:pt>
                <c:pt idx="21273">
                  <c:v>5.9967499999999996</c:v>
                </c:pt>
                <c:pt idx="21274">
                  <c:v>5.9970600000000003</c:v>
                </c:pt>
                <c:pt idx="21275">
                  <c:v>5.9973599999999996</c:v>
                </c:pt>
                <c:pt idx="21276">
                  <c:v>5.9976700000000003</c:v>
                </c:pt>
                <c:pt idx="21277">
                  <c:v>5.9979699999999996</c:v>
                </c:pt>
                <c:pt idx="21278">
                  <c:v>5.9982800000000003</c:v>
                </c:pt>
                <c:pt idx="21279">
                  <c:v>5.9985900000000001</c:v>
                </c:pt>
                <c:pt idx="21280">
                  <c:v>5.9988900000000003</c:v>
                </c:pt>
                <c:pt idx="21281">
                  <c:v>5.9992000000000001</c:v>
                </c:pt>
                <c:pt idx="21282">
                  <c:v>5.9995000000000003</c:v>
                </c:pt>
                <c:pt idx="21283">
                  <c:v>5.9998100000000001</c:v>
                </c:pt>
                <c:pt idx="21284">
                  <c:v>6.0001100000000003</c:v>
                </c:pt>
                <c:pt idx="21285">
                  <c:v>6.0004200000000001</c:v>
                </c:pt>
                <c:pt idx="21286">
                  <c:v>6.0007200000000003</c:v>
                </c:pt>
                <c:pt idx="21287">
                  <c:v>6.0010300000000001</c:v>
                </c:pt>
                <c:pt idx="21288">
                  <c:v>6.0013300000000003</c:v>
                </c:pt>
                <c:pt idx="21289">
                  <c:v>6.0016400000000001</c:v>
                </c:pt>
                <c:pt idx="21290">
                  <c:v>6.0019400000000003</c:v>
                </c:pt>
                <c:pt idx="21291">
                  <c:v>6.0022500000000001</c:v>
                </c:pt>
                <c:pt idx="21292">
                  <c:v>6.0025599999999999</c:v>
                </c:pt>
                <c:pt idx="21293">
                  <c:v>6.0028600000000001</c:v>
                </c:pt>
                <c:pt idx="21294">
                  <c:v>6.0031699999999999</c:v>
                </c:pt>
                <c:pt idx="21295">
                  <c:v>6.0034700000000001</c:v>
                </c:pt>
                <c:pt idx="21296">
                  <c:v>6.0037799999999999</c:v>
                </c:pt>
                <c:pt idx="21297">
                  <c:v>6.0040800000000001</c:v>
                </c:pt>
                <c:pt idx="21298">
                  <c:v>6.0043899999999999</c:v>
                </c:pt>
                <c:pt idx="21299">
                  <c:v>6.0046900000000001</c:v>
                </c:pt>
                <c:pt idx="21300">
                  <c:v>6.0049999999999999</c:v>
                </c:pt>
                <c:pt idx="21301">
                  <c:v>6.0053000000000001</c:v>
                </c:pt>
                <c:pt idx="21302">
                  <c:v>6.0056099999999999</c:v>
                </c:pt>
                <c:pt idx="21303">
                  <c:v>6.0059199999999997</c:v>
                </c:pt>
                <c:pt idx="21304">
                  <c:v>6.0062199999999999</c:v>
                </c:pt>
                <c:pt idx="21305">
                  <c:v>6.0065299999999997</c:v>
                </c:pt>
                <c:pt idx="21306">
                  <c:v>6.0068299999999999</c:v>
                </c:pt>
                <c:pt idx="21307">
                  <c:v>6.0071399999999997</c:v>
                </c:pt>
                <c:pt idx="21308">
                  <c:v>6.0074399999999999</c:v>
                </c:pt>
                <c:pt idx="21309">
                  <c:v>6.0077499999999997</c:v>
                </c:pt>
                <c:pt idx="21310">
                  <c:v>6.0080499999999999</c:v>
                </c:pt>
                <c:pt idx="21311">
                  <c:v>6.0083599999999997</c:v>
                </c:pt>
                <c:pt idx="21312">
                  <c:v>6.0086599999999999</c:v>
                </c:pt>
                <c:pt idx="21313">
                  <c:v>6.0089699999999997</c:v>
                </c:pt>
                <c:pt idx="21314">
                  <c:v>6.0092699999999999</c:v>
                </c:pt>
                <c:pt idx="21315">
                  <c:v>6.0095799999999997</c:v>
                </c:pt>
                <c:pt idx="21316">
                  <c:v>6.0098900000000004</c:v>
                </c:pt>
                <c:pt idx="21317">
                  <c:v>6.0101899999999997</c:v>
                </c:pt>
                <c:pt idx="21318">
                  <c:v>6.0105000000000004</c:v>
                </c:pt>
                <c:pt idx="21319">
                  <c:v>6.0107999999999997</c:v>
                </c:pt>
                <c:pt idx="21320">
                  <c:v>6.0111100000000004</c:v>
                </c:pt>
                <c:pt idx="21321">
                  <c:v>6.0114099999999997</c:v>
                </c:pt>
                <c:pt idx="21322">
                  <c:v>6.0117200000000004</c:v>
                </c:pt>
                <c:pt idx="21323">
                  <c:v>6.0120199999999997</c:v>
                </c:pt>
                <c:pt idx="21324">
                  <c:v>6.0123300000000004</c:v>
                </c:pt>
                <c:pt idx="21325">
                  <c:v>6.0126299999999997</c:v>
                </c:pt>
                <c:pt idx="21326">
                  <c:v>6.0129400000000004</c:v>
                </c:pt>
                <c:pt idx="21327">
                  <c:v>6.0132399999999997</c:v>
                </c:pt>
                <c:pt idx="21328">
                  <c:v>6.0135500000000004</c:v>
                </c:pt>
                <c:pt idx="21329">
                  <c:v>6.0138600000000002</c:v>
                </c:pt>
                <c:pt idx="21330">
                  <c:v>6.0141600000000004</c:v>
                </c:pt>
                <c:pt idx="21331">
                  <c:v>6.0144700000000002</c:v>
                </c:pt>
                <c:pt idx="21332">
                  <c:v>6.0147700000000004</c:v>
                </c:pt>
                <c:pt idx="21333">
                  <c:v>6.0150800000000002</c:v>
                </c:pt>
                <c:pt idx="21334">
                  <c:v>6.0153800000000004</c:v>
                </c:pt>
                <c:pt idx="21335">
                  <c:v>6.0156900000000002</c:v>
                </c:pt>
                <c:pt idx="21336">
                  <c:v>6.0159900000000004</c:v>
                </c:pt>
                <c:pt idx="21337">
                  <c:v>6.0163000000000002</c:v>
                </c:pt>
                <c:pt idx="21338">
                  <c:v>6.0166000000000004</c:v>
                </c:pt>
                <c:pt idx="21339">
                  <c:v>6.0169100000000002</c:v>
                </c:pt>
                <c:pt idx="21340">
                  <c:v>6.0172100000000004</c:v>
                </c:pt>
                <c:pt idx="21341">
                  <c:v>6.0175200000000002</c:v>
                </c:pt>
                <c:pt idx="21342">
                  <c:v>6.01783</c:v>
                </c:pt>
                <c:pt idx="21343">
                  <c:v>6.0181300000000002</c:v>
                </c:pt>
                <c:pt idx="21344">
                  <c:v>6.01844</c:v>
                </c:pt>
                <c:pt idx="21345">
                  <c:v>6.0187400000000002</c:v>
                </c:pt>
                <c:pt idx="21346">
                  <c:v>6.01905</c:v>
                </c:pt>
                <c:pt idx="21347">
                  <c:v>6.0193500000000002</c:v>
                </c:pt>
                <c:pt idx="21348">
                  <c:v>6.01966</c:v>
                </c:pt>
                <c:pt idx="21349">
                  <c:v>6.0199600000000002</c:v>
                </c:pt>
                <c:pt idx="21350">
                  <c:v>6.02027</c:v>
                </c:pt>
                <c:pt idx="21351">
                  <c:v>6.0205700000000002</c:v>
                </c:pt>
                <c:pt idx="21352">
                  <c:v>6.02088</c:v>
                </c:pt>
                <c:pt idx="21353">
                  <c:v>6.0211800000000002</c:v>
                </c:pt>
                <c:pt idx="21354">
                  <c:v>6.02149</c:v>
                </c:pt>
                <c:pt idx="21355">
                  <c:v>6.0217999999999998</c:v>
                </c:pt>
                <c:pt idx="21356">
                  <c:v>6.0221</c:v>
                </c:pt>
                <c:pt idx="21357">
                  <c:v>6.0224099999999998</c:v>
                </c:pt>
                <c:pt idx="21358">
                  <c:v>6.02271</c:v>
                </c:pt>
                <c:pt idx="21359">
                  <c:v>6.0230199999999998</c:v>
                </c:pt>
                <c:pt idx="21360">
                  <c:v>6.02332</c:v>
                </c:pt>
                <c:pt idx="21361">
                  <c:v>6.0236299999999998</c:v>
                </c:pt>
                <c:pt idx="21362">
                  <c:v>6.02393</c:v>
                </c:pt>
                <c:pt idx="21363">
                  <c:v>6.0242399999999998</c:v>
                </c:pt>
                <c:pt idx="21364">
                  <c:v>6.02454</c:v>
                </c:pt>
                <c:pt idx="21365">
                  <c:v>6.0248499999999998</c:v>
                </c:pt>
                <c:pt idx="21366">
                  <c:v>6.0251599999999996</c:v>
                </c:pt>
                <c:pt idx="21367">
                  <c:v>6.0254599999999998</c:v>
                </c:pt>
                <c:pt idx="21368">
                  <c:v>6.0257699999999996</c:v>
                </c:pt>
                <c:pt idx="21369">
                  <c:v>6.0260699999999998</c:v>
                </c:pt>
                <c:pt idx="21370">
                  <c:v>6.0263799999999996</c:v>
                </c:pt>
                <c:pt idx="21371">
                  <c:v>6.0266799999999998</c:v>
                </c:pt>
                <c:pt idx="21372">
                  <c:v>6.0269899999999996</c:v>
                </c:pt>
                <c:pt idx="21373">
                  <c:v>6.0272899999999998</c:v>
                </c:pt>
                <c:pt idx="21374">
                  <c:v>6.0275999999999996</c:v>
                </c:pt>
                <c:pt idx="21375">
                  <c:v>6.0278999999999998</c:v>
                </c:pt>
                <c:pt idx="21376">
                  <c:v>6.0282099999999996</c:v>
                </c:pt>
                <c:pt idx="21377">
                  <c:v>6.0285099999999998</c:v>
                </c:pt>
                <c:pt idx="21378">
                  <c:v>6.0288199999999996</c:v>
                </c:pt>
                <c:pt idx="21379">
                  <c:v>6.0291300000000003</c:v>
                </c:pt>
                <c:pt idx="21380">
                  <c:v>6.0294299999999996</c:v>
                </c:pt>
                <c:pt idx="21381">
                  <c:v>6.0297400000000003</c:v>
                </c:pt>
                <c:pt idx="21382">
                  <c:v>6.0300399999999996</c:v>
                </c:pt>
                <c:pt idx="21383">
                  <c:v>6.0303500000000003</c:v>
                </c:pt>
                <c:pt idx="21384">
                  <c:v>6.0306499999999996</c:v>
                </c:pt>
                <c:pt idx="21385">
                  <c:v>6.0309600000000003</c:v>
                </c:pt>
                <c:pt idx="21386">
                  <c:v>6.0312599999999996</c:v>
                </c:pt>
                <c:pt idx="21387">
                  <c:v>6.0315700000000003</c:v>
                </c:pt>
                <c:pt idx="21388">
                  <c:v>6.0318699999999996</c:v>
                </c:pt>
                <c:pt idx="21389">
                  <c:v>6.0321800000000003</c:v>
                </c:pt>
                <c:pt idx="21390">
                  <c:v>6.0324799999999996</c:v>
                </c:pt>
                <c:pt idx="21391">
                  <c:v>6.0327900000000003</c:v>
                </c:pt>
                <c:pt idx="21392">
                  <c:v>6.0331000000000001</c:v>
                </c:pt>
                <c:pt idx="21393">
                  <c:v>6.0334000000000003</c:v>
                </c:pt>
                <c:pt idx="21394">
                  <c:v>6.0337100000000001</c:v>
                </c:pt>
                <c:pt idx="21395">
                  <c:v>6.0340100000000003</c:v>
                </c:pt>
                <c:pt idx="21396">
                  <c:v>6.0343200000000001</c:v>
                </c:pt>
                <c:pt idx="21397">
                  <c:v>6.0346200000000003</c:v>
                </c:pt>
                <c:pt idx="21398">
                  <c:v>6.0349300000000001</c:v>
                </c:pt>
                <c:pt idx="21399">
                  <c:v>6.0352300000000003</c:v>
                </c:pt>
                <c:pt idx="21400">
                  <c:v>6.0355400000000001</c:v>
                </c:pt>
                <c:pt idx="21401">
                  <c:v>6.0358400000000003</c:v>
                </c:pt>
                <c:pt idx="21402">
                  <c:v>6.0361500000000001</c:v>
                </c:pt>
                <c:pt idx="21403">
                  <c:v>6.0364500000000003</c:v>
                </c:pt>
                <c:pt idx="21404">
                  <c:v>6.0367600000000001</c:v>
                </c:pt>
                <c:pt idx="21405">
                  <c:v>6.0370699999999999</c:v>
                </c:pt>
                <c:pt idx="21406">
                  <c:v>6.0373700000000001</c:v>
                </c:pt>
                <c:pt idx="21407">
                  <c:v>6.0376799999999999</c:v>
                </c:pt>
                <c:pt idx="21408">
                  <c:v>6.0379800000000001</c:v>
                </c:pt>
                <c:pt idx="21409">
                  <c:v>6.0382899999999999</c:v>
                </c:pt>
                <c:pt idx="21410">
                  <c:v>6.0385900000000001</c:v>
                </c:pt>
                <c:pt idx="21411">
                  <c:v>6.0388999999999999</c:v>
                </c:pt>
                <c:pt idx="21412">
                  <c:v>6.0392000000000001</c:v>
                </c:pt>
                <c:pt idx="21413">
                  <c:v>6.0395099999999999</c:v>
                </c:pt>
                <c:pt idx="21414">
                  <c:v>6.0398100000000001</c:v>
                </c:pt>
                <c:pt idx="21415">
                  <c:v>6.0401199999999999</c:v>
                </c:pt>
                <c:pt idx="21416">
                  <c:v>6.0404200000000001</c:v>
                </c:pt>
                <c:pt idx="21417">
                  <c:v>6.0407299999999999</c:v>
                </c:pt>
                <c:pt idx="21418">
                  <c:v>6.0410399999999997</c:v>
                </c:pt>
                <c:pt idx="21419">
                  <c:v>6.0413399999999999</c:v>
                </c:pt>
                <c:pt idx="21420">
                  <c:v>6.0416499999999997</c:v>
                </c:pt>
                <c:pt idx="21421">
                  <c:v>6.0419499999999999</c:v>
                </c:pt>
                <c:pt idx="21422">
                  <c:v>6.0422599999999997</c:v>
                </c:pt>
                <c:pt idx="21423">
                  <c:v>6.0425599999999999</c:v>
                </c:pt>
                <c:pt idx="21424">
                  <c:v>6.0428699999999997</c:v>
                </c:pt>
                <c:pt idx="21425">
                  <c:v>6.0431699999999999</c:v>
                </c:pt>
                <c:pt idx="21426">
                  <c:v>6.0434799999999997</c:v>
                </c:pt>
                <c:pt idx="21427">
                  <c:v>6.0437799999999999</c:v>
                </c:pt>
                <c:pt idx="21428">
                  <c:v>6.0440899999999997</c:v>
                </c:pt>
                <c:pt idx="21429">
                  <c:v>6.0444000000000004</c:v>
                </c:pt>
                <c:pt idx="21430">
                  <c:v>6.0446999999999997</c:v>
                </c:pt>
                <c:pt idx="21431">
                  <c:v>6.0450100000000004</c:v>
                </c:pt>
                <c:pt idx="21432">
                  <c:v>6.0453099999999997</c:v>
                </c:pt>
                <c:pt idx="21433">
                  <c:v>6.0456200000000004</c:v>
                </c:pt>
                <c:pt idx="21434">
                  <c:v>6.0459199999999997</c:v>
                </c:pt>
                <c:pt idx="21435">
                  <c:v>6.0462300000000004</c:v>
                </c:pt>
                <c:pt idx="21436">
                  <c:v>6.0465299999999997</c:v>
                </c:pt>
                <c:pt idx="21437">
                  <c:v>6.0468400000000004</c:v>
                </c:pt>
                <c:pt idx="21438">
                  <c:v>6.0471399999999997</c:v>
                </c:pt>
                <c:pt idx="21439">
                  <c:v>6.0474500000000004</c:v>
                </c:pt>
                <c:pt idx="21440">
                  <c:v>6.0477499999999997</c:v>
                </c:pt>
                <c:pt idx="21441">
                  <c:v>6.0480600000000004</c:v>
                </c:pt>
                <c:pt idx="21442">
                  <c:v>6.0483700000000002</c:v>
                </c:pt>
                <c:pt idx="21443">
                  <c:v>6.0486700000000004</c:v>
                </c:pt>
                <c:pt idx="21444">
                  <c:v>6.0489800000000002</c:v>
                </c:pt>
                <c:pt idx="21445">
                  <c:v>6.0492800000000004</c:v>
                </c:pt>
                <c:pt idx="21446">
                  <c:v>6.0495900000000002</c:v>
                </c:pt>
                <c:pt idx="21447">
                  <c:v>6.0498900000000004</c:v>
                </c:pt>
                <c:pt idx="21448">
                  <c:v>6.0502000000000002</c:v>
                </c:pt>
                <c:pt idx="21449">
                  <c:v>6.0505000000000004</c:v>
                </c:pt>
                <c:pt idx="21450">
                  <c:v>6.0508100000000002</c:v>
                </c:pt>
                <c:pt idx="21451">
                  <c:v>6.0511100000000004</c:v>
                </c:pt>
                <c:pt idx="21452">
                  <c:v>6.0514200000000002</c:v>
                </c:pt>
                <c:pt idx="21453">
                  <c:v>6.0517200000000004</c:v>
                </c:pt>
                <c:pt idx="21454">
                  <c:v>6.0520300000000002</c:v>
                </c:pt>
                <c:pt idx="21455">
                  <c:v>6.0523400000000001</c:v>
                </c:pt>
                <c:pt idx="21456">
                  <c:v>6.0526400000000002</c:v>
                </c:pt>
                <c:pt idx="21457">
                  <c:v>6.0529500000000001</c:v>
                </c:pt>
                <c:pt idx="21458">
                  <c:v>6.0532500000000002</c:v>
                </c:pt>
                <c:pt idx="21459">
                  <c:v>6.0535600000000001</c:v>
                </c:pt>
                <c:pt idx="21460">
                  <c:v>6.0538600000000002</c:v>
                </c:pt>
                <c:pt idx="21461">
                  <c:v>6.0541700000000001</c:v>
                </c:pt>
                <c:pt idx="21462">
                  <c:v>6.0544700000000002</c:v>
                </c:pt>
                <c:pt idx="21463">
                  <c:v>6.0547800000000001</c:v>
                </c:pt>
                <c:pt idx="21464">
                  <c:v>6.0550800000000002</c:v>
                </c:pt>
                <c:pt idx="21465">
                  <c:v>6.0553900000000001</c:v>
                </c:pt>
                <c:pt idx="21466">
                  <c:v>6.0556900000000002</c:v>
                </c:pt>
                <c:pt idx="21467">
                  <c:v>6.056</c:v>
                </c:pt>
                <c:pt idx="21468">
                  <c:v>6.0563099999999999</c:v>
                </c:pt>
                <c:pt idx="21469">
                  <c:v>6.05661</c:v>
                </c:pt>
                <c:pt idx="21470">
                  <c:v>6.0569199999999999</c:v>
                </c:pt>
                <c:pt idx="21471">
                  <c:v>6.05722</c:v>
                </c:pt>
                <c:pt idx="21472">
                  <c:v>6.0575299999999999</c:v>
                </c:pt>
                <c:pt idx="21473">
                  <c:v>6.05783</c:v>
                </c:pt>
                <c:pt idx="21474">
                  <c:v>6.0581399999999999</c:v>
                </c:pt>
                <c:pt idx="21475">
                  <c:v>6.05844</c:v>
                </c:pt>
                <c:pt idx="21476">
                  <c:v>6.0587499999999999</c:v>
                </c:pt>
                <c:pt idx="21477">
                  <c:v>6.05905</c:v>
                </c:pt>
                <c:pt idx="21478">
                  <c:v>6.0593599999999999</c:v>
                </c:pt>
                <c:pt idx="21479">
                  <c:v>6.0596699999999997</c:v>
                </c:pt>
                <c:pt idx="21480">
                  <c:v>6.0599699999999999</c:v>
                </c:pt>
                <c:pt idx="21481">
                  <c:v>6.0602799999999997</c:v>
                </c:pt>
                <c:pt idx="21482">
                  <c:v>6.0605799999999999</c:v>
                </c:pt>
                <c:pt idx="21483">
                  <c:v>6.0608899999999997</c:v>
                </c:pt>
                <c:pt idx="21484">
                  <c:v>6.0611899999999999</c:v>
                </c:pt>
                <c:pt idx="21485">
                  <c:v>6.0614999999999997</c:v>
                </c:pt>
                <c:pt idx="21486">
                  <c:v>6.0617999999999999</c:v>
                </c:pt>
                <c:pt idx="21487">
                  <c:v>6.0621099999999997</c:v>
                </c:pt>
                <c:pt idx="21488">
                  <c:v>6.0624099999999999</c:v>
                </c:pt>
                <c:pt idx="21489">
                  <c:v>6.0627199999999997</c:v>
                </c:pt>
                <c:pt idx="21490">
                  <c:v>6.0630199999999999</c:v>
                </c:pt>
                <c:pt idx="21491">
                  <c:v>6.0633299999999997</c:v>
                </c:pt>
                <c:pt idx="21492">
                  <c:v>6.0636400000000004</c:v>
                </c:pt>
                <c:pt idx="21493">
                  <c:v>6.0639399999999997</c:v>
                </c:pt>
                <c:pt idx="21494">
                  <c:v>6.0642500000000004</c:v>
                </c:pt>
                <c:pt idx="21495">
                  <c:v>6.0645499999999997</c:v>
                </c:pt>
                <c:pt idx="21496">
                  <c:v>6.0648600000000004</c:v>
                </c:pt>
                <c:pt idx="21497">
                  <c:v>6.0651599999999997</c:v>
                </c:pt>
                <c:pt idx="21498">
                  <c:v>6.0654700000000004</c:v>
                </c:pt>
                <c:pt idx="21499">
                  <c:v>6.0657699999999997</c:v>
                </c:pt>
                <c:pt idx="21500">
                  <c:v>6.0660800000000004</c:v>
                </c:pt>
                <c:pt idx="21501">
                  <c:v>6.0663799999999997</c:v>
                </c:pt>
                <c:pt idx="21502">
                  <c:v>6.0666900000000004</c:v>
                </c:pt>
                <c:pt idx="21503">
                  <c:v>6.0669899999999997</c:v>
                </c:pt>
                <c:pt idx="21504">
                  <c:v>6.0673000000000004</c:v>
                </c:pt>
                <c:pt idx="21505">
                  <c:v>6.0676100000000002</c:v>
                </c:pt>
                <c:pt idx="21506">
                  <c:v>6.0679100000000004</c:v>
                </c:pt>
                <c:pt idx="21507">
                  <c:v>6.0682200000000002</c:v>
                </c:pt>
                <c:pt idx="21508">
                  <c:v>6.0685200000000004</c:v>
                </c:pt>
                <c:pt idx="21509">
                  <c:v>6.0688300000000002</c:v>
                </c:pt>
                <c:pt idx="21510">
                  <c:v>6.0691300000000004</c:v>
                </c:pt>
                <c:pt idx="21511">
                  <c:v>6.0694400000000002</c:v>
                </c:pt>
                <c:pt idx="21512">
                  <c:v>6.0697400000000004</c:v>
                </c:pt>
                <c:pt idx="21513">
                  <c:v>6.0700500000000002</c:v>
                </c:pt>
                <c:pt idx="21514">
                  <c:v>6.0703500000000004</c:v>
                </c:pt>
                <c:pt idx="21515">
                  <c:v>6.0706600000000002</c:v>
                </c:pt>
                <c:pt idx="21516">
                  <c:v>6.0709600000000004</c:v>
                </c:pt>
                <c:pt idx="21517">
                  <c:v>6.0712700000000002</c:v>
                </c:pt>
                <c:pt idx="21518">
                  <c:v>6.07158</c:v>
                </c:pt>
                <c:pt idx="21519">
                  <c:v>6.0718800000000002</c:v>
                </c:pt>
                <c:pt idx="21520">
                  <c:v>6.07219</c:v>
                </c:pt>
                <c:pt idx="21521">
                  <c:v>6.0724900000000002</c:v>
                </c:pt>
                <c:pt idx="21522">
                  <c:v>6.0728</c:v>
                </c:pt>
                <c:pt idx="21523">
                  <c:v>6.0731000000000002</c:v>
                </c:pt>
                <c:pt idx="21524">
                  <c:v>6.07341</c:v>
                </c:pt>
                <c:pt idx="21525">
                  <c:v>6.0737100000000002</c:v>
                </c:pt>
                <c:pt idx="21526">
                  <c:v>6.07402</c:v>
                </c:pt>
                <c:pt idx="21527">
                  <c:v>6.0743200000000002</c:v>
                </c:pt>
                <c:pt idx="21528">
                  <c:v>6.07463</c:v>
                </c:pt>
                <c:pt idx="21529">
                  <c:v>6.0749300000000002</c:v>
                </c:pt>
                <c:pt idx="21530">
                  <c:v>6.07524</c:v>
                </c:pt>
                <c:pt idx="21531">
                  <c:v>6.0755499999999998</c:v>
                </c:pt>
                <c:pt idx="21532">
                  <c:v>6.07585</c:v>
                </c:pt>
                <c:pt idx="21533">
                  <c:v>6.0761599999999998</c:v>
                </c:pt>
                <c:pt idx="21534">
                  <c:v>6.07646</c:v>
                </c:pt>
                <c:pt idx="21535">
                  <c:v>6.0767699999999998</c:v>
                </c:pt>
                <c:pt idx="21536">
                  <c:v>6.07707</c:v>
                </c:pt>
                <c:pt idx="21537">
                  <c:v>6.0773799999999998</c:v>
                </c:pt>
                <c:pt idx="21538">
                  <c:v>6.07768</c:v>
                </c:pt>
                <c:pt idx="21539">
                  <c:v>6.0779899999999998</c:v>
                </c:pt>
                <c:pt idx="21540">
                  <c:v>6.07829</c:v>
                </c:pt>
                <c:pt idx="21541">
                  <c:v>6.0785999999999998</c:v>
                </c:pt>
                <c:pt idx="21542">
                  <c:v>6.0789099999999996</c:v>
                </c:pt>
                <c:pt idx="21543">
                  <c:v>6.0792099999999998</c:v>
                </c:pt>
                <c:pt idx="21544">
                  <c:v>6.0795199999999996</c:v>
                </c:pt>
                <c:pt idx="21545">
                  <c:v>6.0798199999999998</c:v>
                </c:pt>
                <c:pt idx="21546">
                  <c:v>6.0801299999999996</c:v>
                </c:pt>
                <c:pt idx="21547">
                  <c:v>6.0804299999999998</c:v>
                </c:pt>
                <c:pt idx="21548">
                  <c:v>6.0807399999999996</c:v>
                </c:pt>
                <c:pt idx="21549">
                  <c:v>6.0810399999999998</c:v>
                </c:pt>
                <c:pt idx="21550">
                  <c:v>6.0813499999999996</c:v>
                </c:pt>
                <c:pt idx="21551">
                  <c:v>6.0816499999999998</c:v>
                </c:pt>
                <c:pt idx="21552">
                  <c:v>6.0819599999999996</c:v>
                </c:pt>
                <c:pt idx="21553">
                  <c:v>6.0822599999999998</c:v>
                </c:pt>
                <c:pt idx="21554">
                  <c:v>6.0825699999999996</c:v>
                </c:pt>
                <c:pt idx="21555">
                  <c:v>6.0828800000000003</c:v>
                </c:pt>
                <c:pt idx="21556">
                  <c:v>6.0831799999999996</c:v>
                </c:pt>
                <c:pt idx="21557">
                  <c:v>6.0834900000000003</c:v>
                </c:pt>
                <c:pt idx="21558">
                  <c:v>6.0837899999999996</c:v>
                </c:pt>
                <c:pt idx="21559">
                  <c:v>6.0841000000000003</c:v>
                </c:pt>
                <c:pt idx="21560">
                  <c:v>6.0843999999999996</c:v>
                </c:pt>
                <c:pt idx="21561">
                  <c:v>6.0847100000000003</c:v>
                </c:pt>
                <c:pt idx="21562">
                  <c:v>6.0850099999999996</c:v>
                </c:pt>
                <c:pt idx="21563">
                  <c:v>6.0853200000000003</c:v>
                </c:pt>
                <c:pt idx="21564">
                  <c:v>6.0856199999999996</c:v>
                </c:pt>
                <c:pt idx="21565">
                  <c:v>6.0859300000000003</c:v>
                </c:pt>
                <c:pt idx="21566">
                  <c:v>6.0862299999999996</c:v>
                </c:pt>
                <c:pt idx="21567">
                  <c:v>6.0865400000000003</c:v>
                </c:pt>
                <c:pt idx="21568">
                  <c:v>6.0868500000000001</c:v>
                </c:pt>
                <c:pt idx="21569">
                  <c:v>6.0871500000000003</c:v>
                </c:pt>
                <c:pt idx="21570">
                  <c:v>6.0874600000000001</c:v>
                </c:pt>
                <c:pt idx="21571">
                  <c:v>6.0877600000000003</c:v>
                </c:pt>
                <c:pt idx="21572">
                  <c:v>6.0880700000000001</c:v>
                </c:pt>
                <c:pt idx="21573">
                  <c:v>6.0883700000000003</c:v>
                </c:pt>
                <c:pt idx="21574">
                  <c:v>6.0886800000000001</c:v>
                </c:pt>
                <c:pt idx="21575">
                  <c:v>6.0889800000000003</c:v>
                </c:pt>
                <c:pt idx="21576">
                  <c:v>6.0892900000000001</c:v>
                </c:pt>
                <c:pt idx="21577">
                  <c:v>6.0895900000000003</c:v>
                </c:pt>
                <c:pt idx="21578">
                  <c:v>6.0899000000000001</c:v>
                </c:pt>
                <c:pt idx="21579">
                  <c:v>6.0902000000000003</c:v>
                </c:pt>
                <c:pt idx="21580">
                  <c:v>6.0905100000000001</c:v>
                </c:pt>
                <c:pt idx="21581">
                  <c:v>6.0908199999999999</c:v>
                </c:pt>
                <c:pt idx="21582">
                  <c:v>6.0911200000000001</c:v>
                </c:pt>
                <c:pt idx="21583">
                  <c:v>6.0914299999999999</c:v>
                </c:pt>
                <c:pt idx="21584">
                  <c:v>6.0917300000000001</c:v>
                </c:pt>
                <c:pt idx="21585">
                  <c:v>6.0920399999999999</c:v>
                </c:pt>
                <c:pt idx="21586">
                  <c:v>6.0923400000000001</c:v>
                </c:pt>
                <c:pt idx="21587">
                  <c:v>6.0926499999999999</c:v>
                </c:pt>
                <c:pt idx="21588">
                  <c:v>6.0929500000000001</c:v>
                </c:pt>
                <c:pt idx="21589">
                  <c:v>6.0932599999999999</c:v>
                </c:pt>
                <c:pt idx="21590">
                  <c:v>6.0935600000000001</c:v>
                </c:pt>
                <c:pt idx="21591">
                  <c:v>6.0938699999999999</c:v>
                </c:pt>
                <c:pt idx="21592">
                  <c:v>6.0941700000000001</c:v>
                </c:pt>
                <c:pt idx="21593">
                  <c:v>6.0944799999999999</c:v>
                </c:pt>
                <c:pt idx="21594">
                  <c:v>6.0947899999999997</c:v>
                </c:pt>
                <c:pt idx="21595">
                  <c:v>6.0950899999999999</c:v>
                </c:pt>
                <c:pt idx="21596">
                  <c:v>6.0953999999999997</c:v>
                </c:pt>
                <c:pt idx="21597">
                  <c:v>6.0956999999999999</c:v>
                </c:pt>
                <c:pt idx="21598">
                  <c:v>6.0960099999999997</c:v>
                </c:pt>
                <c:pt idx="21599">
                  <c:v>6.0963099999999999</c:v>
                </c:pt>
                <c:pt idx="21600">
                  <c:v>6.0966199999999997</c:v>
                </c:pt>
                <c:pt idx="21601">
                  <c:v>6.0969199999999999</c:v>
                </c:pt>
                <c:pt idx="21602">
                  <c:v>6.0972299999999997</c:v>
                </c:pt>
                <c:pt idx="21603">
                  <c:v>6.0975299999999999</c:v>
                </c:pt>
                <c:pt idx="21604">
                  <c:v>6.0978399999999997</c:v>
                </c:pt>
                <c:pt idx="21605">
                  <c:v>6.0981500000000004</c:v>
                </c:pt>
                <c:pt idx="21606">
                  <c:v>6.0984499999999997</c:v>
                </c:pt>
                <c:pt idx="21607">
                  <c:v>6.0987600000000004</c:v>
                </c:pt>
                <c:pt idx="21608">
                  <c:v>6.0990599999999997</c:v>
                </c:pt>
                <c:pt idx="21609">
                  <c:v>6.0993700000000004</c:v>
                </c:pt>
                <c:pt idx="21610">
                  <c:v>6.0996699999999997</c:v>
                </c:pt>
                <c:pt idx="21611">
                  <c:v>6.0999800000000004</c:v>
                </c:pt>
                <c:pt idx="21612">
                  <c:v>6.1002799999999997</c:v>
                </c:pt>
                <c:pt idx="21613">
                  <c:v>6.1005900000000004</c:v>
                </c:pt>
                <c:pt idx="21614">
                  <c:v>6.1008899999999997</c:v>
                </c:pt>
                <c:pt idx="21615">
                  <c:v>6.1012000000000004</c:v>
                </c:pt>
                <c:pt idx="21616">
                  <c:v>6.1014999999999997</c:v>
                </c:pt>
                <c:pt idx="21617">
                  <c:v>6.1018100000000004</c:v>
                </c:pt>
                <c:pt idx="21618">
                  <c:v>6.1021200000000002</c:v>
                </c:pt>
                <c:pt idx="21619">
                  <c:v>6.1024200000000004</c:v>
                </c:pt>
                <c:pt idx="21620">
                  <c:v>6.1027300000000002</c:v>
                </c:pt>
                <c:pt idx="21621">
                  <c:v>6.1030300000000004</c:v>
                </c:pt>
                <c:pt idx="21622">
                  <c:v>6.1033400000000002</c:v>
                </c:pt>
                <c:pt idx="21623">
                  <c:v>6.1036400000000004</c:v>
                </c:pt>
                <c:pt idx="21624">
                  <c:v>6.1039500000000002</c:v>
                </c:pt>
                <c:pt idx="21625">
                  <c:v>6.1042500000000004</c:v>
                </c:pt>
                <c:pt idx="21626">
                  <c:v>6.1045600000000002</c:v>
                </c:pt>
                <c:pt idx="21627">
                  <c:v>6.1048600000000004</c:v>
                </c:pt>
                <c:pt idx="21628">
                  <c:v>6.1051700000000002</c:v>
                </c:pt>
                <c:pt idx="21629">
                  <c:v>6.1054700000000004</c:v>
                </c:pt>
                <c:pt idx="21630">
                  <c:v>6.1057800000000002</c:v>
                </c:pt>
                <c:pt idx="21631">
                  <c:v>6.10609</c:v>
                </c:pt>
                <c:pt idx="21632">
                  <c:v>6.1063900000000002</c:v>
                </c:pt>
                <c:pt idx="21633">
                  <c:v>6.1067</c:v>
                </c:pt>
                <c:pt idx="21634">
                  <c:v>6.1070000000000002</c:v>
                </c:pt>
                <c:pt idx="21635">
                  <c:v>6.10731</c:v>
                </c:pt>
                <c:pt idx="21636">
                  <c:v>6.1076100000000002</c:v>
                </c:pt>
                <c:pt idx="21637">
                  <c:v>6.10792</c:v>
                </c:pt>
                <c:pt idx="21638">
                  <c:v>6.1082200000000002</c:v>
                </c:pt>
                <c:pt idx="21639">
                  <c:v>6.10853</c:v>
                </c:pt>
                <c:pt idx="21640">
                  <c:v>6.1088300000000002</c:v>
                </c:pt>
                <c:pt idx="21641">
                  <c:v>6.10914</c:v>
                </c:pt>
                <c:pt idx="21642">
                  <c:v>6.1094400000000002</c:v>
                </c:pt>
                <c:pt idx="21643">
                  <c:v>6.10975</c:v>
                </c:pt>
                <c:pt idx="21644">
                  <c:v>6.1100599999999998</c:v>
                </c:pt>
                <c:pt idx="21645">
                  <c:v>6.11036</c:v>
                </c:pt>
                <c:pt idx="21646">
                  <c:v>6.1106699999999998</c:v>
                </c:pt>
                <c:pt idx="21647">
                  <c:v>6.11097</c:v>
                </c:pt>
                <c:pt idx="21648">
                  <c:v>6.1112799999999998</c:v>
                </c:pt>
                <c:pt idx="21649">
                  <c:v>6.11158</c:v>
                </c:pt>
                <c:pt idx="21650">
                  <c:v>6.1118899999999998</c:v>
                </c:pt>
                <c:pt idx="21651">
                  <c:v>6.11219</c:v>
                </c:pt>
                <c:pt idx="21652">
                  <c:v>6.1124999999999998</c:v>
                </c:pt>
                <c:pt idx="21653">
                  <c:v>6.1128</c:v>
                </c:pt>
                <c:pt idx="21654">
                  <c:v>6.1131099999999998</c:v>
                </c:pt>
                <c:pt idx="21655">
                  <c:v>6.1134199999999996</c:v>
                </c:pt>
                <c:pt idx="21656">
                  <c:v>6.1137199999999998</c:v>
                </c:pt>
                <c:pt idx="21657">
                  <c:v>6.1140299999999996</c:v>
                </c:pt>
                <c:pt idx="21658">
                  <c:v>6.1143299999999998</c:v>
                </c:pt>
                <c:pt idx="21659">
                  <c:v>6.1146399999999996</c:v>
                </c:pt>
                <c:pt idx="21660">
                  <c:v>6.1149399999999998</c:v>
                </c:pt>
                <c:pt idx="21661">
                  <c:v>6.1152499999999996</c:v>
                </c:pt>
                <c:pt idx="21662">
                  <c:v>6.1155499999999998</c:v>
                </c:pt>
                <c:pt idx="21663">
                  <c:v>6.1158599999999996</c:v>
                </c:pt>
                <c:pt idx="21664">
                  <c:v>6.1161599999999998</c:v>
                </c:pt>
                <c:pt idx="21665">
                  <c:v>6.1164699999999996</c:v>
                </c:pt>
                <c:pt idx="21666">
                  <c:v>6.1167699999999998</c:v>
                </c:pt>
                <c:pt idx="21667">
                  <c:v>6.1170799999999996</c:v>
                </c:pt>
                <c:pt idx="21668">
                  <c:v>6.1173900000000003</c:v>
                </c:pt>
                <c:pt idx="21669">
                  <c:v>6.1176899999999996</c:v>
                </c:pt>
                <c:pt idx="21670">
                  <c:v>6.1180000000000003</c:v>
                </c:pt>
                <c:pt idx="21671">
                  <c:v>6.1182999999999996</c:v>
                </c:pt>
                <c:pt idx="21672">
                  <c:v>6.1186100000000003</c:v>
                </c:pt>
                <c:pt idx="21673">
                  <c:v>6.1189099999999996</c:v>
                </c:pt>
                <c:pt idx="21674">
                  <c:v>6.1192200000000003</c:v>
                </c:pt>
                <c:pt idx="21675">
                  <c:v>6.1195199999999996</c:v>
                </c:pt>
                <c:pt idx="21676">
                  <c:v>6.1198300000000003</c:v>
                </c:pt>
                <c:pt idx="21677">
                  <c:v>6.1201299999999996</c:v>
                </c:pt>
                <c:pt idx="21678">
                  <c:v>6.1204400000000003</c:v>
                </c:pt>
                <c:pt idx="21679">
                  <c:v>6.1207399999999996</c:v>
                </c:pt>
                <c:pt idx="21680">
                  <c:v>6.1210500000000003</c:v>
                </c:pt>
                <c:pt idx="21681">
                  <c:v>6.1213600000000001</c:v>
                </c:pt>
                <c:pt idx="21682">
                  <c:v>6.1216600000000003</c:v>
                </c:pt>
                <c:pt idx="21683">
                  <c:v>6.1219700000000001</c:v>
                </c:pt>
                <c:pt idx="21684">
                  <c:v>6.1222700000000003</c:v>
                </c:pt>
                <c:pt idx="21685">
                  <c:v>6.1225800000000001</c:v>
                </c:pt>
                <c:pt idx="21686">
                  <c:v>6.1228800000000003</c:v>
                </c:pt>
                <c:pt idx="21687">
                  <c:v>6.1231900000000001</c:v>
                </c:pt>
                <c:pt idx="21688">
                  <c:v>6.1234900000000003</c:v>
                </c:pt>
                <c:pt idx="21689">
                  <c:v>6.1238000000000001</c:v>
                </c:pt>
                <c:pt idx="21690">
                  <c:v>6.1241000000000003</c:v>
                </c:pt>
                <c:pt idx="21691">
                  <c:v>6.1244100000000001</c:v>
                </c:pt>
                <c:pt idx="21692">
                  <c:v>6.1247100000000003</c:v>
                </c:pt>
                <c:pt idx="21693">
                  <c:v>6.1250200000000001</c:v>
                </c:pt>
                <c:pt idx="21694">
                  <c:v>6.1253299999999999</c:v>
                </c:pt>
                <c:pt idx="21695">
                  <c:v>6.1256300000000001</c:v>
                </c:pt>
                <c:pt idx="21696">
                  <c:v>6.1259399999999999</c:v>
                </c:pt>
                <c:pt idx="21697">
                  <c:v>6.1262400000000001</c:v>
                </c:pt>
                <c:pt idx="21698">
                  <c:v>6.1265499999999999</c:v>
                </c:pt>
                <c:pt idx="21699">
                  <c:v>6.1268500000000001</c:v>
                </c:pt>
                <c:pt idx="21700">
                  <c:v>6.1271599999999999</c:v>
                </c:pt>
                <c:pt idx="21701">
                  <c:v>6.1274600000000001</c:v>
                </c:pt>
                <c:pt idx="21702">
                  <c:v>6.1277699999999999</c:v>
                </c:pt>
                <c:pt idx="21703">
                  <c:v>6.1280700000000001</c:v>
                </c:pt>
                <c:pt idx="21704">
                  <c:v>6.1283799999999999</c:v>
                </c:pt>
                <c:pt idx="21705">
                  <c:v>6.1286800000000001</c:v>
                </c:pt>
                <c:pt idx="21706">
                  <c:v>6.1289899999999999</c:v>
                </c:pt>
                <c:pt idx="21707">
                  <c:v>6.1292999999999997</c:v>
                </c:pt>
                <c:pt idx="21708">
                  <c:v>6.1295999999999999</c:v>
                </c:pt>
                <c:pt idx="21709">
                  <c:v>6.1299099999999997</c:v>
                </c:pt>
                <c:pt idx="21710">
                  <c:v>6.1302099999999999</c:v>
                </c:pt>
                <c:pt idx="21711">
                  <c:v>6.1305199999999997</c:v>
                </c:pt>
                <c:pt idx="21712">
                  <c:v>6.1308199999999999</c:v>
                </c:pt>
                <c:pt idx="21713">
                  <c:v>6.1311299999999997</c:v>
                </c:pt>
                <c:pt idx="21714">
                  <c:v>6.1314299999999999</c:v>
                </c:pt>
                <c:pt idx="21715">
                  <c:v>6.1317399999999997</c:v>
                </c:pt>
                <c:pt idx="21716">
                  <c:v>6.1320399999999999</c:v>
                </c:pt>
                <c:pt idx="21717">
                  <c:v>6.1323499999999997</c:v>
                </c:pt>
                <c:pt idx="21718">
                  <c:v>6.1326599999999996</c:v>
                </c:pt>
                <c:pt idx="21719">
                  <c:v>6.1329599999999997</c:v>
                </c:pt>
                <c:pt idx="21720">
                  <c:v>6.1332700000000004</c:v>
                </c:pt>
                <c:pt idx="21721">
                  <c:v>6.1335699999999997</c:v>
                </c:pt>
                <c:pt idx="21722">
                  <c:v>6.1338800000000004</c:v>
                </c:pt>
                <c:pt idx="21723">
                  <c:v>6.1341799999999997</c:v>
                </c:pt>
                <c:pt idx="21724">
                  <c:v>6.1344900000000004</c:v>
                </c:pt>
                <c:pt idx="21725">
                  <c:v>6.1347899999999997</c:v>
                </c:pt>
                <c:pt idx="21726">
                  <c:v>6.1351000000000004</c:v>
                </c:pt>
                <c:pt idx="21727">
                  <c:v>6.1353999999999997</c:v>
                </c:pt>
                <c:pt idx="21728">
                  <c:v>6.1357100000000004</c:v>
                </c:pt>
                <c:pt idx="21729">
                  <c:v>6.1360099999999997</c:v>
                </c:pt>
                <c:pt idx="21730">
                  <c:v>6.1363200000000004</c:v>
                </c:pt>
                <c:pt idx="21731">
                  <c:v>6.1366300000000003</c:v>
                </c:pt>
                <c:pt idx="21732">
                  <c:v>6.1369300000000004</c:v>
                </c:pt>
                <c:pt idx="21733">
                  <c:v>6.1372400000000003</c:v>
                </c:pt>
                <c:pt idx="21734">
                  <c:v>6.1375400000000004</c:v>
                </c:pt>
                <c:pt idx="21735">
                  <c:v>6.1378500000000003</c:v>
                </c:pt>
                <c:pt idx="21736">
                  <c:v>6.1381500000000004</c:v>
                </c:pt>
                <c:pt idx="21737">
                  <c:v>6.1384600000000002</c:v>
                </c:pt>
                <c:pt idx="21738">
                  <c:v>6.1387600000000004</c:v>
                </c:pt>
                <c:pt idx="21739">
                  <c:v>6.1390700000000002</c:v>
                </c:pt>
                <c:pt idx="21740">
                  <c:v>6.1393700000000004</c:v>
                </c:pt>
                <c:pt idx="21741">
                  <c:v>6.1396800000000002</c:v>
                </c:pt>
                <c:pt idx="21742">
                  <c:v>6.1399800000000004</c:v>
                </c:pt>
                <c:pt idx="21743">
                  <c:v>6.1402900000000002</c:v>
                </c:pt>
                <c:pt idx="21744">
                  <c:v>6.1406000000000001</c:v>
                </c:pt>
                <c:pt idx="21745">
                  <c:v>6.1409000000000002</c:v>
                </c:pt>
                <c:pt idx="21746">
                  <c:v>6.1412100000000001</c:v>
                </c:pt>
                <c:pt idx="21747">
                  <c:v>6.1415100000000002</c:v>
                </c:pt>
                <c:pt idx="21748">
                  <c:v>6.1418200000000001</c:v>
                </c:pt>
                <c:pt idx="21749">
                  <c:v>6.1421200000000002</c:v>
                </c:pt>
                <c:pt idx="21750">
                  <c:v>6.1424300000000001</c:v>
                </c:pt>
                <c:pt idx="21751">
                  <c:v>6.1427300000000002</c:v>
                </c:pt>
                <c:pt idx="21752">
                  <c:v>6.1430400000000001</c:v>
                </c:pt>
                <c:pt idx="21753">
                  <c:v>6.1433400000000002</c:v>
                </c:pt>
                <c:pt idx="21754">
                  <c:v>6.1436500000000001</c:v>
                </c:pt>
                <c:pt idx="21755">
                  <c:v>6.1439500000000002</c:v>
                </c:pt>
                <c:pt idx="21756">
                  <c:v>6.1442600000000001</c:v>
                </c:pt>
                <c:pt idx="21757">
                  <c:v>6.1445699999999999</c:v>
                </c:pt>
                <c:pt idx="21758">
                  <c:v>6.1448700000000001</c:v>
                </c:pt>
                <c:pt idx="21759">
                  <c:v>6.1451799999999999</c:v>
                </c:pt>
                <c:pt idx="21760">
                  <c:v>6.1454800000000001</c:v>
                </c:pt>
                <c:pt idx="21761">
                  <c:v>6.1457899999999999</c:v>
                </c:pt>
                <c:pt idx="21762">
                  <c:v>6.1460900000000001</c:v>
                </c:pt>
                <c:pt idx="21763">
                  <c:v>6.1463999999999999</c:v>
                </c:pt>
                <c:pt idx="21764">
                  <c:v>6.1467000000000001</c:v>
                </c:pt>
                <c:pt idx="21765">
                  <c:v>6.1470099999999999</c:v>
                </c:pt>
                <c:pt idx="21766">
                  <c:v>6.1473100000000001</c:v>
                </c:pt>
                <c:pt idx="21767">
                  <c:v>6.1476199999999999</c:v>
                </c:pt>
                <c:pt idx="21768">
                  <c:v>6.1479200000000001</c:v>
                </c:pt>
                <c:pt idx="21769">
                  <c:v>6.1482299999999999</c:v>
                </c:pt>
                <c:pt idx="21770">
                  <c:v>6.1485399999999997</c:v>
                </c:pt>
                <c:pt idx="21771">
                  <c:v>6.1488399999999999</c:v>
                </c:pt>
                <c:pt idx="21772">
                  <c:v>6.1491499999999997</c:v>
                </c:pt>
                <c:pt idx="21773">
                  <c:v>6.1494499999999999</c:v>
                </c:pt>
                <c:pt idx="21774">
                  <c:v>6.1497599999999997</c:v>
                </c:pt>
                <c:pt idx="21775">
                  <c:v>6.1500599999999999</c:v>
                </c:pt>
                <c:pt idx="21776">
                  <c:v>6.1503699999999997</c:v>
                </c:pt>
                <c:pt idx="21777">
                  <c:v>6.1506699999999999</c:v>
                </c:pt>
                <c:pt idx="21778">
                  <c:v>6.1509799999999997</c:v>
                </c:pt>
                <c:pt idx="21779">
                  <c:v>6.1512799999999999</c:v>
                </c:pt>
                <c:pt idx="21780">
                  <c:v>6.1515899999999997</c:v>
                </c:pt>
                <c:pt idx="21781">
                  <c:v>6.1519000000000004</c:v>
                </c:pt>
                <c:pt idx="21782">
                  <c:v>6.1521999999999997</c:v>
                </c:pt>
                <c:pt idx="21783">
                  <c:v>6.1525100000000004</c:v>
                </c:pt>
                <c:pt idx="21784">
                  <c:v>6.1528099999999997</c:v>
                </c:pt>
                <c:pt idx="21785">
                  <c:v>6.1531200000000004</c:v>
                </c:pt>
                <c:pt idx="21786">
                  <c:v>6.1534199999999997</c:v>
                </c:pt>
                <c:pt idx="21787">
                  <c:v>6.1537300000000004</c:v>
                </c:pt>
                <c:pt idx="21788">
                  <c:v>6.1540299999999997</c:v>
                </c:pt>
                <c:pt idx="21789">
                  <c:v>6.1543400000000004</c:v>
                </c:pt>
                <c:pt idx="21790">
                  <c:v>6.1546399999999997</c:v>
                </c:pt>
                <c:pt idx="21791">
                  <c:v>6.1549500000000004</c:v>
                </c:pt>
                <c:pt idx="21792">
                  <c:v>6.1552499999999997</c:v>
                </c:pt>
                <c:pt idx="21793">
                  <c:v>6.1555600000000004</c:v>
                </c:pt>
                <c:pt idx="21794">
                  <c:v>6.1558700000000002</c:v>
                </c:pt>
                <c:pt idx="21795">
                  <c:v>6.1561700000000004</c:v>
                </c:pt>
                <c:pt idx="21796">
                  <c:v>6.1564800000000002</c:v>
                </c:pt>
                <c:pt idx="21797">
                  <c:v>6.1567800000000004</c:v>
                </c:pt>
                <c:pt idx="21798">
                  <c:v>6.1570900000000002</c:v>
                </c:pt>
                <c:pt idx="21799">
                  <c:v>6.1573900000000004</c:v>
                </c:pt>
                <c:pt idx="21800">
                  <c:v>6.1577000000000002</c:v>
                </c:pt>
                <c:pt idx="21801">
                  <c:v>6.1580000000000004</c:v>
                </c:pt>
                <c:pt idx="21802">
                  <c:v>6.1583100000000002</c:v>
                </c:pt>
                <c:pt idx="21803">
                  <c:v>6.1586100000000004</c:v>
                </c:pt>
                <c:pt idx="21804">
                  <c:v>6.1589200000000002</c:v>
                </c:pt>
                <c:pt idx="21805">
                  <c:v>6.1592200000000004</c:v>
                </c:pt>
                <c:pt idx="21806">
                  <c:v>6.1595300000000002</c:v>
                </c:pt>
                <c:pt idx="21807">
                  <c:v>6.15984</c:v>
                </c:pt>
                <c:pt idx="21808">
                  <c:v>6.1601400000000002</c:v>
                </c:pt>
                <c:pt idx="21809">
                  <c:v>6.16045</c:v>
                </c:pt>
                <c:pt idx="21810">
                  <c:v>6.1607500000000002</c:v>
                </c:pt>
                <c:pt idx="21811">
                  <c:v>6.16106</c:v>
                </c:pt>
                <c:pt idx="21812">
                  <c:v>6.1613600000000002</c:v>
                </c:pt>
                <c:pt idx="21813">
                  <c:v>6.16167</c:v>
                </c:pt>
                <c:pt idx="21814">
                  <c:v>6.1619700000000002</c:v>
                </c:pt>
                <c:pt idx="21815">
                  <c:v>6.16228</c:v>
                </c:pt>
                <c:pt idx="21816">
                  <c:v>6.1625800000000002</c:v>
                </c:pt>
                <c:pt idx="21817">
                  <c:v>6.16289</c:v>
                </c:pt>
                <c:pt idx="21818">
                  <c:v>6.1631900000000002</c:v>
                </c:pt>
                <c:pt idx="21819">
                  <c:v>6.1635</c:v>
                </c:pt>
                <c:pt idx="21820">
                  <c:v>6.1638099999999998</c:v>
                </c:pt>
                <c:pt idx="21821">
                  <c:v>6.16411</c:v>
                </c:pt>
                <c:pt idx="21822">
                  <c:v>6.1644199999999998</c:v>
                </c:pt>
                <c:pt idx="21823">
                  <c:v>6.16472</c:v>
                </c:pt>
                <c:pt idx="21824">
                  <c:v>6.1650299999999998</c:v>
                </c:pt>
                <c:pt idx="21825">
                  <c:v>6.16533</c:v>
                </c:pt>
                <c:pt idx="21826">
                  <c:v>6.1656399999999998</c:v>
                </c:pt>
                <c:pt idx="21827">
                  <c:v>6.16594</c:v>
                </c:pt>
                <c:pt idx="21828">
                  <c:v>6.1662499999999998</c:v>
                </c:pt>
                <c:pt idx="21829">
                  <c:v>6.16655</c:v>
                </c:pt>
                <c:pt idx="21830">
                  <c:v>6.1668599999999998</c:v>
                </c:pt>
                <c:pt idx="21831">
                  <c:v>6.16716</c:v>
                </c:pt>
                <c:pt idx="21832">
                  <c:v>6.1674699999999998</c:v>
                </c:pt>
                <c:pt idx="21833">
                  <c:v>6.1677799999999996</c:v>
                </c:pt>
                <c:pt idx="21834">
                  <c:v>6.1680799999999998</c:v>
                </c:pt>
                <c:pt idx="21835">
                  <c:v>6.1683899999999996</c:v>
                </c:pt>
                <c:pt idx="21836">
                  <c:v>6.1686899999999998</c:v>
                </c:pt>
                <c:pt idx="21837">
                  <c:v>6.1689999999999996</c:v>
                </c:pt>
                <c:pt idx="21838">
                  <c:v>6.1692999999999998</c:v>
                </c:pt>
                <c:pt idx="21839">
                  <c:v>6.1696099999999996</c:v>
                </c:pt>
                <c:pt idx="21840">
                  <c:v>6.1699099999999998</c:v>
                </c:pt>
                <c:pt idx="21841">
                  <c:v>6.1702199999999996</c:v>
                </c:pt>
                <c:pt idx="21842">
                  <c:v>6.1705199999999998</c:v>
                </c:pt>
                <c:pt idx="21843">
                  <c:v>6.1708299999999996</c:v>
                </c:pt>
                <c:pt idx="21844">
                  <c:v>6.1711400000000003</c:v>
                </c:pt>
                <c:pt idx="21845">
                  <c:v>6.1714399999999996</c:v>
                </c:pt>
                <c:pt idx="21846">
                  <c:v>6.1717500000000003</c:v>
                </c:pt>
                <c:pt idx="21847">
                  <c:v>6.1720499999999996</c:v>
                </c:pt>
                <c:pt idx="21848">
                  <c:v>6.1723600000000003</c:v>
                </c:pt>
                <c:pt idx="21849">
                  <c:v>6.1726599999999996</c:v>
                </c:pt>
                <c:pt idx="21850">
                  <c:v>6.1729700000000003</c:v>
                </c:pt>
                <c:pt idx="21851">
                  <c:v>6.1732699999999996</c:v>
                </c:pt>
                <c:pt idx="21852">
                  <c:v>6.1735800000000003</c:v>
                </c:pt>
                <c:pt idx="21853">
                  <c:v>6.1738799999999996</c:v>
                </c:pt>
                <c:pt idx="21854">
                  <c:v>6.1741900000000003</c:v>
                </c:pt>
                <c:pt idx="21855">
                  <c:v>6.1744899999999996</c:v>
                </c:pt>
                <c:pt idx="21856">
                  <c:v>6.1748000000000003</c:v>
                </c:pt>
                <c:pt idx="21857">
                  <c:v>6.1751100000000001</c:v>
                </c:pt>
                <c:pt idx="21858">
                  <c:v>6.1754100000000003</c:v>
                </c:pt>
                <c:pt idx="21859">
                  <c:v>6.1757200000000001</c:v>
                </c:pt>
                <c:pt idx="21860">
                  <c:v>6.1760200000000003</c:v>
                </c:pt>
                <c:pt idx="21861">
                  <c:v>6.1763300000000001</c:v>
                </c:pt>
                <c:pt idx="21862">
                  <c:v>6.1766300000000003</c:v>
                </c:pt>
                <c:pt idx="21863">
                  <c:v>6.1769400000000001</c:v>
                </c:pt>
                <c:pt idx="21864">
                  <c:v>6.1772400000000003</c:v>
                </c:pt>
                <c:pt idx="21865">
                  <c:v>6.1775500000000001</c:v>
                </c:pt>
                <c:pt idx="21866">
                  <c:v>6.1778500000000003</c:v>
                </c:pt>
                <c:pt idx="21867">
                  <c:v>6.1781600000000001</c:v>
                </c:pt>
                <c:pt idx="21868">
                  <c:v>6.1784600000000003</c:v>
                </c:pt>
                <c:pt idx="21869">
                  <c:v>6.1787700000000001</c:v>
                </c:pt>
                <c:pt idx="21870">
                  <c:v>6.1790799999999999</c:v>
                </c:pt>
                <c:pt idx="21871">
                  <c:v>6.1793800000000001</c:v>
                </c:pt>
                <c:pt idx="21872">
                  <c:v>6.1796899999999999</c:v>
                </c:pt>
                <c:pt idx="21873">
                  <c:v>6.1799900000000001</c:v>
                </c:pt>
                <c:pt idx="21874">
                  <c:v>6.1802999999999999</c:v>
                </c:pt>
                <c:pt idx="21875">
                  <c:v>6.1806000000000001</c:v>
                </c:pt>
                <c:pt idx="21876">
                  <c:v>6.1809099999999999</c:v>
                </c:pt>
                <c:pt idx="21877">
                  <c:v>6.1812100000000001</c:v>
                </c:pt>
                <c:pt idx="21878">
                  <c:v>6.1815199999999999</c:v>
                </c:pt>
                <c:pt idx="21879">
                  <c:v>6.1818200000000001</c:v>
                </c:pt>
                <c:pt idx="21880">
                  <c:v>6.1821299999999999</c:v>
                </c:pt>
                <c:pt idx="21881">
                  <c:v>6.1824300000000001</c:v>
                </c:pt>
                <c:pt idx="21882">
                  <c:v>6.1827399999999999</c:v>
                </c:pt>
                <c:pt idx="21883">
                  <c:v>6.1830499999999997</c:v>
                </c:pt>
                <c:pt idx="21884">
                  <c:v>6.1833499999999999</c:v>
                </c:pt>
                <c:pt idx="21885">
                  <c:v>6.1836599999999997</c:v>
                </c:pt>
                <c:pt idx="21886">
                  <c:v>6.1839599999999999</c:v>
                </c:pt>
                <c:pt idx="21887">
                  <c:v>6.1842699999999997</c:v>
                </c:pt>
                <c:pt idx="21888">
                  <c:v>6.1845699999999999</c:v>
                </c:pt>
                <c:pt idx="21889">
                  <c:v>6.1848799999999997</c:v>
                </c:pt>
                <c:pt idx="21890">
                  <c:v>6.1851799999999999</c:v>
                </c:pt>
                <c:pt idx="21891">
                  <c:v>6.1854899999999997</c:v>
                </c:pt>
                <c:pt idx="21892">
                  <c:v>6.1857899999999999</c:v>
                </c:pt>
                <c:pt idx="21893">
                  <c:v>6.1860999999999997</c:v>
                </c:pt>
                <c:pt idx="21894">
                  <c:v>6.1864100000000004</c:v>
                </c:pt>
                <c:pt idx="21895">
                  <c:v>6.1867099999999997</c:v>
                </c:pt>
                <c:pt idx="21896">
                  <c:v>6.1870200000000004</c:v>
                </c:pt>
                <c:pt idx="21897">
                  <c:v>6.1873199999999997</c:v>
                </c:pt>
                <c:pt idx="21898">
                  <c:v>6.1876300000000004</c:v>
                </c:pt>
                <c:pt idx="21899">
                  <c:v>6.1879299999999997</c:v>
                </c:pt>
                <c:pt idx="21900">
                  <c:v>6.1882400000000004</c:v>
                </c:pt>
                <c:pt idx="21901">
                  <c:v>6.1885399999999997</c:v>
                </c:pt>
                <c:pt idx="21902">
                  <c:v>6.1888500000000004</c:v>
                </c:pt>
                <c:pt idx="21903">
                  <c:v>6.1891499999999997</c:v>
                </c:pt>
                <c:pt idx="21904">
                  <c:v>6.1894600000000004</c:v>
                </c:pt>
                <c:pt idx="21905">
                  <c:v>6.1897599999999997</c:v>
                </c:pt>
                <c:pt idx="21906">
                  <c:v>6.1900700000000004</c:v>
                </c:pt>
                <c:pt idx="21907">
                  <c:v>6.1903800000000002</c:v>
                </c:pt>
                <c:pt idx="21908">
                  <c:v>6.1906800000000004</c:v>
                </c:pt>
                <c:pt idx="21909">
                  <c:v>6.1909900000000002</c:v>
                </c:pt>
                <c:pt idx="21910">
                  <c:v>6.1912900000000004</c:v>
                </c:pt>
                <c:pt idx="21911">
                  <c:v>6.1916000000000002</c:v>
                </c:pt>
                <c:pt idx="21912">
                  <c:v>6.1919000000000004</c:v>
                </c:pt>
                <c:pt idx="21913">
                  <c:v>6.1922100000000002</c:v>
                </c:pt>
                <c:pt idx="21914">
                  <c:v>6.1925100000000004</c:v>
                </c:pt>
                <c:pt idx="21915">
                  <c:v>6.1928200000000002</c:v>
                </c:pt>
                <c:pt idx="21916">
                  <c:v>6.1931200000000004</c:v>
                </c:pt>
                <c:pt idx="21917">
                  <c:v>6.1934300000000002</c:v>
                </c:pt>
                <c:pt idx="21918">
                  <c:v>6.1937300000000004</c:v>
                </c:pt>
                <c:pt idx="21919">
                  <c:v>6.1940400000000002</c:v>
                </c:pt>
                <c:pt idx="21920">
                  <c:v>6.19435</c:v>
                </c:pt>
                <c:pt idx="21921">
                  <c:v>6.1946500000000002</c:v>
                </c:pt>
                <c:pt idx="21922">
                  <c:v>6.19496</c:v>
                </c:pt>
                <c:pt idx="21923">
                  <c:v>6.1952600000000002</c:v>
                </c:pt>
                <c:pt idx="21924">
                  <c:v>6.19557</c:v>
                </c:pt>
                <c:pt idx="21925">
                  <c:v>6.1958700000000002</c:v>
                </c:pt>
                <c:pt idx="21926">
                  <c:v>6.19618</c:v>
                </c:pt>
                <c:pt idx="21927">
                  <c:v>6.1964800000000002</c:v>
                </c:pt>
                <c:pt idx="21928">
                  <c:v>6.19679</c:v>
                </c:pt>
                <c:pt idx="21929">
                  <c:v>6.1970900000000002</c:v>
                </c:pt>
                <c:pt idx="21930">
                  <c:v>6.1974</c:v>
                </c:pt>
                <c:pt idx="21931">
                  <c:v>6.1977000000000002</c:v>
                </c:pt>
                <c:pt idx="21932">
                  <c:v>6.19801</c:v>
                </c:pt>
                <c:pt idx="21933">
                  <c:v>6.1983199999999998</c:v>
                </c:pt>
                <c:pt idx="21934">
                  <c:v>6.19862</c:v>
                </c:pt>
                <c:pt idx="21935">
                  <c:v>6.1989299999999998</c:v>
                </c:pt>
                <c:pt idx="21936">
                  <c:v>6.19923</c:v>
                </c:pt>
                <c:pt idx="21937">
                  <c:v>6.1995399999999998</c:v>
                </c:pt>
                <c:pt idx="21938">
                  <c:v>6.19984</c:v>
                </c:pt>
                <c:pt idx="21939">
                  <c:v>6.2001499999999998</c:v>
                </c:pt>
                <c:pt idx="21940">
                  <c:v>6.20045</c:v>
                </c:pt>
                <c:pt idx="21941">
                  <c:v>6.2007599999999998</c:v>
                </c:pt>
                <c:pt idx="21942">
                  <c:v>6.20106</c:v>
                </c:pt>
                <c:pt idx="21943">
                  <c:v>6.2013699999999998</c:v>
                </c:pt>
                <c:pt idx="21944">
                  <c:v>6.20167</c:v>
                </c:pt>
                <c:pt idx="21945">
                  <c:v>6.2019799999999998</c:v>
                </c:pt>
                <c:pt idx="21946">
                  <c:v>6.2022899999999996</c:v>
                </c:pt>
                <c:pt idx="21947">
                  <c:v>6.2025899999999998</c:v>
                </c:pt>
                <c:pt idx="21948">
                  <c:v>6.2028999999999996</c:v>
                </c:pt>
                <c:pt idx="21949">
                  <c:v>6.2031999999999998</c:v>
                </c:pt>
                <c:pt idx="21950">
                  <c:v>6.2035099999999996</c:v>
                </c:pt>
                <c:pt idx="21951">
                  <c:v>6.2038099999999998</c:v>
                </c:pt>
                <c:pt idx="21952">
                  <c:v>6.2041199999999996</c:v>
                </c:pt>
                <c:pt idx="21953">
                  <c:v>6.2044199999999998</c:v>
                </c:pt>
                <c:pt idx="21954">
                  <c:v>6.2047299999999996</c:v>
                </c:pt>
                <c:pt idx="21955">
                  <c:v>6.2050299999999998</c:v>
                </c:pt>
                <c:pt idx="21956">
                  <c:v>6.2053399999999996</c:v>
                </c:pt>
                <c:pt idx="21957">
                  <c:v>6.2056500000000003</c:v>
                </c:pt>
                <c:pt idx="21958">
                  <c:v>6.2059499999999996</c:v>
                </c:pt>
                <c:pt idx="21959">
                  <c:v>6.2062600000000003</c:v>
                </c:pt>
                <c:pt idx="21960">
                  <c:v>6.2065599999999996</c:v>
                </c:pt>
                <c:pt idx="21961">
                  <c:v>6.2068700000000003</c:v>
                </c:pt>
                <c:pt idx="21962">
                  <c:v>6.2071699999999996</c:v>
                </c:pt>
                <c:pt idx="21963">
                  <c:v>6.2074800000000003</c:v>
                </c:pt>
                <c:pt idx="21964">
                  <c:v>6.2077799999999996</c:v>
                </c:pt>
                <c:pt idx="21965">
                  <c:v>6.2080900000000003</c:v>
                </c:pt>
                <c:pt idx="21966">
                  <c:v>6.2083899999999996</c:v>
                </c:pt>
                <c:pt idx="21967">
                  <c:v>6.2087000000000003</c:v>
                </c:pt>
                <c:pt idx="21968">
                  <c:v>6.2089999999999996</c:v>
                </c:pt>
                <c:pt idx="21969">
                  <c:v>6.2093100000000003</c:v>
                </c:pt>
                <c:pt idx="21970">
                  <c:v>6.2096200000000001</c:v>
                </c:pt>
                <c:pt idx="21971">
                  <c:v>6.2099200000000003</c:v>
                </c:pt>
                <c:pt idx="21972">
                  <c:v>6.2102300000000001</c:v>
                </c:pt>
                <c:pt idx="21973">
                  <c:v>6.2105300000000003</c:v>
                </c:pt>
                <c:pt idx="21974">
                  <c:v>6.2108400000000001</c:v>
                </c:pt>
                <c:pt idx="21975">
                  <c:v>6.2111400000000003</c:v>
                </c:pt>
                <c:pt idx="21976">
                  <c:v>6.2114500000000001</c:v>
                </c:pt>
                <c:pt idx="21977">
                  <c:v>6.2117500000000003</c:v>
                </c:pt>
                <c:pt idx="21978">
                  <c:v>6.2120600000000001</c:v>
                </c:pt>
                <c:pt idx="21979">
                  <c:v>6.2123600000000003</c:v>
                </c:pt>
                <c:pt idx="21980">
                  <c:v>6.2126700000000001</c:v>
                </c:pt>
                <c:pt idx="21981">
                  <c:v>6.2129700000000003</c:v>
                </c:pt>
                <c:pt idx="21982">
                  <c:v>6.2132800000000001</c:v>
                </c:pt>
                <c:pt idx="21983">
                  <c:v>6.2135899999999999</c:v>
                </c:pt>
                <c:pt idx="21984">
                  <c:v>6.2138900000000001</c:v>
                </c:pt>
                <c:pt idx="21985">
                  <c:v>6.2141999999999999</c:v>
                </c:pt>
                <c:pt idx="21986">
                  <c:v>6.2145000000000001</c:v>
                </c:pt>
                <c:pt idx="21987">
                  <c:v>6.2148099999999999</c:v>
                </c:pt>
                <c:pt idx="21988">
                  <c:v>6.2151100000000001</c:v>
                </c:pt>
                <c:pt idx="21989">
                  <c:v>6.2154199999999999</c:v>
                </c:pt>
                <c:pt idx="21990">
                  <c:v>6.2157200000000001</c:v>
                </c:pt>
                <c:pt idx="21991">
                  <c:v>6.2160299999999999</c:v>
                </c:pt>
                <c:pt idx="21992">
                  <c:v>6.2163300000000001</c:v>
                </c:pt>
                <c:pt idx="21993">
                  <c:v>6.2166399999999999</c:v>
                </c:pt>
                <c:pt idx="21994">
                  <c:v>6.2169400000000001</c:v>
                </c:pt>
                <c:pt idx="21995">
                  <c:v>6.2172499999999999</c:v>
                </c:pt>
                <c:pt idx="21996">
                  <c:v>6.2175599999999998</c:v>
                </c:pt>
                <c:pt idx="21997">
                  <c:v>6.2178599999999999</c:v>
                </c:pt>
                <c:pt idx="21998">
                  <c:v>6.2181699999999998</c:v>
                </c:pt>
                <c:pt idx="21999">
                  <c:v>6.2184699999999999</c:v>
                </c:pt>
                <c:pt idx="22000">
                  <c:v>6.2187799999999998</c:v>
                </c:pt>
                <c:pt idx="22001">
                  <c:v>6.2190799999999999</c:v>
                </c:pt>
                <c:pt idx="22002">
                  <c:v>6.2193899999999998</c:v>
                </c:pt>
                <c:pt idx="22003">
                  <c:v>6.2196899999999999</c:v>
                </c:pt>
                <c:pt idx="22004">
                  <c:v>6.22</c:v>
                </c:pt>
                <c:pt idx="22005">
                  <c:v>6.2202999999999999</c:v>
                </c:pt>
                <c:pt idx="22006">
                  <c:v>6.2206099999999998</c:v>
                </c:pt>
                <c:pt idx="22007">
                  <c:v>6.2209099999999999</c:v>
                </c:pt>
                <c:pt idx="22008">
                  <c:v>6.2212199999999998</c:v>
                </c:pt>
                <c:pt idx="22009">
                  <c:v>6.2215299999999996</c:v>
                </c:pt>
                <c:pt idx="22010">
                  <c:v>6.2218299999999997</c:v>
                </c:pt>
                <c:pt idx="22011">
                  <c:v>6.2221399999999996</c:v>
                </c:pt>
                <c:pt idx="22012">
                  <c:v>6.2224399999999997</c:v>
                </c:pt>
                <c:pt idx="22013">
                  <c:v>6.2227499999999996</c:v>
                </c:pt>
                <c:pt idx="22014">
                  <c:v>6.2230499999999997</c:v>
                </c:pt>
                <c:pt idx="22015">
                  <c:v>6.2233599999999996</c:v>
                </c:pt>
                <c:pt idx="22016">
                  <c:v>6.2236599999999997</c:v>
                </c:pt>
                <c:pt idx="22017">
                  <c:v>6.2239699999999996</c:v>
                </c:pt>
                <c:pt idx="22018">
                  <c:v>6.2242699999999997</c:v>
                </c:pt>
                <c:pt idx="22019">
                  <c:v>6.2245799999999996</c:v>
                </c:pt>
                <c:pt idx="22020">
                  <c:v>6.2248900000000003</c:v>
                </c:pt>
                <c:pt idx="22021">
                  <c:v>6.2251899999999996</c:v>
                </c:pt>
                <c:pt idx="22022">
                  <c:v>6.2255000000000003</c:v>
                </c:pt>
                <c:pt idx="22023">
                  <c:v>6.2257999999999996</c:v>
                </c:pt>
                <c:pt idx="22024">
                  <c:v>6.2261100000000003</c:v>
                </c:pt>
                <c:pt idx="22025">
                  <c:v>6.2264099999999996</c:v>
                </c:pt>
                <c:pt idx="22026">
                  <c:v>6.2267200000000003</c:v>
                </c:pt>
                <c:pt idx="22027">
                  <c:v>6.2270200000000004</c:v>
                </c:pt>
                <c:pt idx="22028">
                  <c:v>6.2273300000000003</c:v>
                </c:pt>
                <c:pt idx="22029">
                  <c:v>6.2276300000000004</c:v>
                </c:pt>
                <c:pt idx="22030">
                  <c:v>6.2279400000000003</c:v>
                </c:pt>
                <c:pt idx="22031">
                  <c:v>6.2282400000000004</c:v>
                </c:pt>
                <c:pt idx="22032">
                  <c:v>6.2285500000000003</c:v>
                </c:pt>
                <c:pt idx="22033">
                  <c:v>6.2288600000000001</c:v>
                </c:pt>
                <c:pt idx="22034">
                  <c:v>6.2291600000000003</c:v>
                </c:pt>
                <c:pt idx="22035">
                  <c:v>6.2294700000000001</c:v>
                </c:pt>
                <c:pt idx="22036">
                  <c:v>6.2297700000000003</c:v>
                </c:pt>
                <c:pt idx="22037">
                  <c:v>6.2300800000000001</c:v>
                </c:pt>
                <c:pt idx="22038">
                  <c:v>6.2303800000000003</c:v>
                </c:pt>
                <c:pt idx="22039">
                  <c:v>6.2306900000000001</c:v>
                </c:pt>
                <c:pt idx="22040">
                  <c:v>6.2309900000000003</c:v>
                </c:pt>
                <c:pt idx="22041">
                  <c:v>6.2313000000000001</c:v>
                </c:pt>
                <c:pt idx="22042">
                  <c:v>6.2316000000000003</c:v>
                </c:pt>
                <c:pt idx="22043">
                  <c:v>6.2319100000000001</c:v>
                </c:pt>
                <c:pt idx="22044">
                  <c:v>6.2322100000000002</c:v>
                </c:pt>
                <c:pt idx="22045">
                  <c:v>6.2325200000000001</c:v>
                </c:pt>
                <c:pt idx="22046">
                  <c:v>6.2328299999999999</c:v>
                </c:pt>
                <c:pt idx="22047">
                  <c:v>6.2331300000000001</c:v>
                </c:pt>
                <c:pt idx="22048">
                  <c:v>6.2334399999999999</c:v>
                </c:pt>
                <c:pt idx="22049">
                  <c:v>6.2337400000000001</c:v>
                </c:pt>
                <c:pt idx="22050">
                  <c:v>6.2340499999999999</c:v>
                </c:pt>
                <c:pt idx="22051">
                  <c:v>6.2343500000000001</c:v>
                </c:pt>
                <c:pt idx="22052">
                  <c:v>6.2346599999999999</c:v>
                </c:pt>
                <c:pt idx="22053">
                  <c:v>6.2349600000000001</c:v>
                </c:pt>
                <c:pt idx="22054">
                  <c:v>6.2352699999999999</c:v>
                </c:pt>
                <c:pt idx="22055">
                  <c:v>6.2355700000000001</c:v>
                </c:pt>
                <c:pt idx="22056">
                  <c:v>6.2358799999999999</c:v>
                </c:pt>
                <c:pt idx="22057">
                  <c:v>6.2361800000000001</c:v>
                </c:pt>
                <c:pt idx="22058">
                  <c:v>6.2364899999999999</c:v>
                </c:pt>
                <c:pt idx="22059">
                  <c:v>6.2367999999999997</c:v>
                </c:pt>
                <c:pt idx="22060">
                  <c:v>6.2370999999999999</c:v>
                </c:pt>
                <c:pt idx="22061">
                  <c:v>6.2374099999999997</c:v>
                </c:pt>
                <c:pt idx="22062">
                  <c:v>6.2377099999999999</c:v>
                </c:pt>
                <c:pt idx="22063">
                  <c:v>6.2380199999999997</c:v>
                </c:pt>
                <c:pt idx="22064">
                  <c:v>6.2383199999999999</c:v>
                </c:pt>
                <c:pt idx="22065">
                  <c:v>6.2386299999999997</c:v>
                </c:pt>
                <c:pt idx="22066">
                  <c:v>6.2389299999999999</c:v>
                </c:pt>
                <c:pt idx="22067">
                  <c:v>6.2392399999999997</c:v>
                </c:pt>
                <c:pt idx="22068">
                  <c:v>6.2395399999999999</c:v>
                </c:pt>
                <c:pt idx="22069">
                  <c:v>6.2398499999999997</c:v>
                </c:pt>
                <c:pt idx="22070">
                  <c:v>6.2401600000000004</c:v>
                </c:pt>
                <c:pt idx="22071">
                  <c:v>6.2404599999999997</c:v>
                </c:pt>
                <c:pt idx="22072">
                  <c:v>6.2407700000000004</c:v>
                </c:pt>
                <c:pt idx="22073">
                  <c:v>6.2410699999999997</c:v>
                </c:pt>
                <c:pt idx="22074">
                  <c:v>6.2413800000000004</c:v>
                </c:pt>
                <c:pt idx="22075">
                  <c:v>6.2416799999999997</c:v>
                </c:pt>
                <c:pt idx="22076">
                  <c:v>6.2419900000000004</c:v>
                </c:pt>
                <c:pt idx="22077">
                  <c:v>6.2422899999999997</c:v>
                </c:pt>
                <c:pt idx="22078">
                  <c:v>6.2426000000000004</c:v>
                </c:pt>
                <c:pt idx="22079">
                  <c:v>6.2428999999999997</c:v>
                </c:pt>
                <c:pt idx="22080">
                  <c:v>6.2432100000000004</c:v>
                </c:pt>
                <c:pt idx="22081">
                  <c:v>6.2435099999999997</c:v>
                </c:pt>
                <c:pt idx="22082">
                  <c:v>6.2438200000000004</c:v>
                </c:pt>
                <c:pt idx="22083">
                  <c:v>6.2441300000000002</c:v>
                </c:pt>
                <c:pt idx="22084">
                  <c:v>6.2444300000000004</c:v>
                </c:pt>
                <c:pt idx="22085">
                  <c:v>6.2447400000000002</c:v>
                </c:pt>
                <c:pt idx="22086">
                  <c:v>6.2450400000000004</c:v>
                </c:pt>
                <c:pt idx="22087">
                  <c:v>6.2453500000000002</c:v>
                </c:pt>
                <c:pt idx="22088">
                  <c:v>6.2456500000000004</c:v>
                </c:pt>
                <c:pt idx="22089">
                  <c:v>6.2459600000000002</c:v>
                </c:pt>
                <c:pt idx="22090">
                  <c:v>6.2462600000000004</c:v>
                </c:pt>
                <c:pt idx="22091">
                  <c:v>6.2465700000000002</c:v>
                </c:pt>
                <c:pt idx="22092">
                  <c:v>6.2468700000000004</c:v>
                </c:pt>
                <c:pt idx="22093">
                  <c:v>6.2471800000000002</c:v>
                </c:pt>
                <c:pt idx="22094">
                  <c:v>6.2474800000000004</c:v>
                </c:pt>
                <c:pt idx="22095">
                  <c:v>6.2477900000000002</c:v>
                </c:pt>
                <c:pt idx="22096">
                  <c:v>6.2481</c:v>
                </c:pt>
                <c:pt idx="22097">
                  <c:v>6.2484000000000002</c:v>
                </c:pt>
                <c:pt idx="22098">
                  <c:v>6.24871</c:v>
                </c:pt>
                <c:pt idx="22099">
                  <c:v>6.2490100000000002</c:v>
                </c:pt>
                <c:pt idx="22100">
                  <c:v>6.24932</c:v>
                </c:pt>
                <c:pt idx="22101">
                  <c:v>6.2496200000000002</c:v>
                </c:pt>
                <c:pt idx="22102">
                  <c:v>6.24993</c:v>
                </c:pt>
                <c:pt idx="22103">
                  <c:v>6.2502300000000002</c:v>
                </c:pt>
                <c:pt idx="22104">
                  <c:v>6.25054</c:v>
                </c:pt>
                <c:pt idx="22105">
                  <c:v>6.2508400000000002</c:v>
                </c:pt>
                <c:pt idx="22106">
                  <c:v>6.25115</c:v>
                </c:pt>
                <c:pt idx="22107">
                  <c:v>6.2514500000000002</c:v>
                </c:pt>
                <c:pt idx="22108">
                  <c:v>6.25176</c:v>
                </c:pt>
                <c:pt idx="22109">
                  <c:v>6.2520699999999998</c:v>
                </c:pt>
                <c:pt idx="22110">
                  <c:v>6.25237</c:v>
                </c:pt>
                <c:pt idx="22111">
                  <c:v>6.2526799999999998</c:v>
                </c:pt>
                <c:pt idx="22112">
                  <c:v>6.25298</c:v>
                </c:pt>
                <c:pt idx="22113">
                  <c:v>6.2532899999999998</c:v>
                </c:pt>
                <c:pt idx="22114">
                  <c:v>6.25359</c:v>
                </c:pt>
                <c:pt idx="22115">
                  <c:v>6.2538999999999998</c:v>
                </c:pt>
                <c:pt idx="22116">
                  <c:v>6.2542</c:v>
                </c:pt>
                <c:pt idx="22117">
                  <c:v>6.2545099999999998</c:v>
                </c:pt>
                <c:pt idx="22118">
                  <c:v>6.25481</c:v>
                </c:pt>
                <c:pt idx="22119">
                  <c:v>6.2551199999999998</c:v>
                </c:pt>
                <c:pt idx="22120">
                  <c:v>6.25542</c:v>
                </c:pt>
                <c:pt idx="22121">
                  <c:v>6.2557299999999998</c:v>
                </c:pt>
                <c:pt idx="22122">
                  <c:v>6.2560399999999996</c:v>
                </c:pt>
                <c:pt idx="22123">
                  <c:v>6.2563399999999998</c:v>
                </c:pt>
                <c:pt idx="22124">
                  <c:v>6.2566499999999996</c:v>
                </c:pt>
                <c:pt idx="22125">
                  <c:v>6.2569499999999998</c:v>
                </c:pt>
                <c:pt idx="22126">
                  <c:v>6.2572599999999996</c:v>
                </c:pt>
                <c:pt idx="22127">
                  <c:v>6.2575599999999998</c:v>
                </c:pt>
                <c:pt idx="22128">
                  <c:v>6.2578699999999996</c:v>
                </c:pt>
                <c:pt idx="22129">
                  <c:v>6.2581699999999998</c:v>
                </c:pt>
                <c:pt idx="22130">
                  <c:v>6.2584799999999996</c:v>
                </c:pt>
                <c:pt idx="22131">
                  <c:v>6.2587799999999998</c:v>
                </c:pt>
                <c:pt idx="22132">
                  <c:v>6.2590899999999996</c:v>
                </c:pt>
                <c:pt idx="22133">
                  <c:v>6.2594000000000003</c:v>
                </c:pt>
                <c:pt idx="22134">
                  <c:v>6.2596999999999996</c:v>
                </c:pt>
                <c:pt idx="22135">
                  <c:v>6.2600100000000003</c:v>
                </c:pt>
                <c:pt idx="22136">
                  <c:v>6.2603099999999996</c:v>
                </c:pt>
                <c:pt idx="22137">
                  <c:v>6.2606200000000003</c:v>
                </c:pt>
                <c:pt idx="22138">
                  <c:v>6.2609199999999996</c:v>
                </c:pt>
                <c:pt idx="22139">
                  <c:v>6.2612300000000003</c:v>
                </c:pt>
                <c:pt idx="22140">
                  <c:v>6.2615299999999996</c:v>
                </c:pt>
                <c:pt idx="22141">
                  <c:v>6.2618400000000003</c:v>
                </c:pt>
                <c:pt idx="22142">
                  <c:v>6.2621399999999996</c:v>
                </c:pt>
                <c:pt idx="22143">
                  <c:v>6.2624500000000003</c:v>
                </c:pt>
                <c:pt idx="22144">
                  <c:v>6.2627499999999996</c:v>
                </c:pt>
                <c:pt idx="22145">
                  <c:v>6.2630600000000003</c:v>
                </c:pt>
                <c:pt idx="22146">
                  <c:v>6.2633700000000001</c:v>
                </c:pt>
                <c:pt idx="22147">
                  <c:v>6.2636700000000003</c:v>
                </c:pt>
                <c:pt idx="22148">
                  <c:v>6.2639800000000001</c:v>
                </c:pt>
                <c:pt idx="22149">
                  <c:v>6.2642800000000003</c:v>
                </c:pt>
                <c:pt idx="22150">
                  <c:v>6.2645900000000001</c:v>
                </c:pt>
                <c:pt idx="22151">
                  <c:v>6.2648900000000003</c:v>
                </c:pt>
                <c:pt idx="22152">
                  <c:v>6.2652000000000001</c:v>
                </c:pt>
                <c:pt idx="22153">
                  <c:v>6.2655000000000003</c:v>
                </c:pt>
                <c:pt idx="22154">
                  <c:v>6.2658100000000001</c:v>
                </c:pt>
                <c:pt idx="22155">
                  <c:v>6.2661100000000003</c:v>
                </c:pt>
                <c:pt idx="22156">
                  <c:v>6.2664200000000001</c:v>
                </c:pt>
                <c:pt idx="22157">
                  <c:v>6.2667200000000003</c:v>
                </c:pt>
                <c:pt idx="22158">
                  <c:v>6.2670300000000001</c:v>
                </c:pt>
                <c:pt idx="22159">
                  <c:v>6.2673399999999999</c:v>
                </c:pt>
                <c:pt idx="22160">
                  <c:v>6.2676400000000001</c:v>
                </c:pt>
                <c:pt idx="22161">
                  <c:v>6.2679499999999999</c:v>
                </c:pt>
                <c:pt idx="22162">
                  <c:v>6.2682500000000001</c:v>
                </c:pt>
                <c:pt idx="22163">
                  <c:v>6.2685599999999999</c:v>
                </c:pt>
                <c:pt idx="22164">
                  <c:v>6.2688600000000001</c:v>
                </c:pt>
                <c:pt idx="22165">
                  <c:v>6.2691699999999999</c:v>
                </c:pt>
                <c:pt idx="22166">
                  <c:v>6.2694700000000001</c:v>
                </c:pt>
                <c:pt idx="22167">
                  <c:v>6.2697799999999999</c:v>
                </c:pt>
                <c:pt idx="22168">
                  <c:v>6.2700800000000001</c:v>
                </c:pt>
                <c:pt idx="22169">
                  <c:v>6.2703899999999999</c:v>
                </c:pt>
                <c:pt idx="22170">
                  <c:v>6.2706900000000001</c:v>
                </c:pt>
                <c:pt idx="22171">
                  <c:v>6.2709999999999999</c:v>
                </c:pt>
                <c:pt idx="22172">
                  <c:v>6.2713099999999997</c:v>
                </c:pt>
                <c:pt idx="22173">
                  <c:v>6.2716099999999999</c:v>
                </c:pt>
                <c:pt idx="22174">
                  <c:v>6.2719199999999997</c:v>
                </c:pt>
                <c:pt idx="22175">
                  <c:v>6.2722199999999999</c:v>
                </c:pt>
                <c:pt idx="22176">
                  <c:v>6.2725299999999997</c:v>
                </c:pt>
                <c:pt idx="22177">
                  <c:v>6.2728299999999999</c:v>
                </c:pt>
                <c:pt idx="22178">
                  <c:v>6.2731399999999997</c:v>
                </c:pt>
                <c:pt idx="22179">
                  <c:v>6.2734399999999999</c:v>
                </c:pt>
                <c:pt idx="22180">
                  <c:v>6.2737499999999997</c:v>
                </c:pt>
                <c:pt idx="22181">
                  <c:v>6.2740499999999999</c:v>
                </c:pt>
                <c:pt idx="22182">
                  <c:v>6.2743599999999997</c:v>
                </c:pt>
                <c:pt idx="22183">
                  <c:v>6.2746599999999999</c:v>
                </c:pt>
                <c:pt idx="22184">
                  <c:v>6.2749699999999997</c:v>
                </c:pt>
                <c:pt idx="22185">
                  <c:v>6.2752800000000004</c:v>
                </c:pt>
                <c:pt idx="22186">
                  <c:v>6.2755799999999997</c:v>
                </c:pt>
                <c:pt idx="22187">
                  <c:v>6.2758900000000004</c:v>
                </c:pt>
                <c:pt idx="22188">
                  <c:v>6.2761899999999997</c:v>
                </c:pt>
                <c:pt idx="22189">
                  <c:v>6.2765000000000004</c:v>
                </c:pt>
                <c:pt idx="22190">
                  <c:v>6.2767999999999997</c:v>
                </c:pt>
                <c:pt idx="22191">
                  <c:v>6.2771100000000004</c:v>
                </c:pt>
                <c:pt idx="22192">
                  <c:v>6.2774099999999997</c:v>
                </c:pt>
                <c:pt idx="22193">
                  <c:v>6.2777200000000004</c:v>
                </c:pt>
                <c:pt idx="22194">
                  <c:v>6.2780199999999997</c:v>
                </c:pt>
                <c:pt idx="22195">
                  <c:v>6.2783300000000004</c:v>
                </c:pt>
                <c:pt idx="22196">
                  <c:v>6.2786400000000002</c:v>
                </c:pt>
                <c:pt idx="22197">
                  <c:v>6.2789400000000004</c:v>
                </c:pt>
                <c:pt idx="22198">
                  <c:v>6.2792500000000002</c:v>
                </c:pt>
                <c:pt idx="22199">
                  <c:v>6.2795500000000004</c:v>
                </c:pt>
                <c:pt idx="22200">
                  <c:v>6.2798600000000002</c:v>
                </c:pt>
                <c:pt idx="22201">
                  <c:v>6.2801600000000004</c:v>
                </c:pt>
                <c:pt idx="22202">
                  <c:v>6.2804700000000002</c:v>
                </c:pt>
                <c:pt idx="22203">
                  <c:v>6.2807700000000004</c:v>
                </c:pt>
                <c:pt idx="22204">
                  <c:v>6.2810800000000002</c:v>
                </c:pt>
                <c:pt idx="22205">
                  <c:v>6.2813800000000004</c:v>
                </c:pt>
                <c:pt idx="22206">
                  <c:v>6.2816900000000002</c:v>
                </c:pt>
                <c:pt idx="22207">
                  <c:v>6.2819900000000004</c:v>
                </c:pt>
                <c:pt idx="22208">
                  <c:v>6.2823000000000002</c:v>
                </c:pt>
                <c:pt idx="22209">
                  <c:v>6.28261</c:v>
                </c:pt>
                <c:pt idx="22210">
                  <c:v>6.2829100000000002</c:v>
                </c:pt>
                <c:pt idx="22211">
                  <c:v>6.28322</c:v>
                </c:pt>
                <c:pt idx="22212">
                  <c:v>6.2835200000000002</c:v>
                </c:pt>
                <c:pt idx="22213">
                  <c:v>6.28383</c:v>
                </c:pt>
                <c:pt idx="22214">
                  <c:v>6.2841300000000002</c:v>
                </c:pt>
                <c:pt idx="22215">
                  <c:v>6.28444</c:v>
                </c:pt>
                <c:pt idx="22216">
                  <c:v>6.2847400000000002</c:v>
                </c:pt>
                <c:pt idx="22217">
                  <c:v>6.28505</c:v>
                </c:pt>
                <c:pt idx="22218">
                  <c:v>6.2853500000000002</c:v>
                </c:pt>
                <c:pt idx="22219">
                  <c:v>6.28566</c:v>
                </c:pt>
                <c:pt idx="22220">
                  <c:v>6.2859600000000002</c:v>
                </c:pt>
                <c:pt idx="22221">
                  <c:v>6.28627</c:v>
                </c:pt>
                <c:pt idx="22222">
                  <c:v>6.2865799999999998</c:v>
                </c:pt>
                <c:pt idx="22223">
                  <c:v>6.28688</c:v>
                </c:pt>
                <c:pt idx="22224">
                  <c:v>6.2871899999999998</c:v>
                </c:pt>
                <c:pt idx="22225">
                  <c:v>6.28749</c:v>
                </c:pt>
                <c:pt idx="22226">
                  <c:v>6.2877999999999998</c:v>
                </c:pt>
                <c:pt idx="22227">
                  <c:v>6.2881</c:v>
                </c:pt>
                <c:pt idx="22228">
                  <c:v>6.2884099999999998</c:v>
                </c:pt>
                <c:pt idx="22229">
                  <c:v>6.28871</c:v>
                </c:pt>
                <c:pt idx="22230">
                  <c:v>6.2890199999999998</c:v>
                </c:pt>
                <c:pt idx="22231">
                  <c:v>6.28932</c:v>
                </c:pt>
                <c:pt idx="22232">
                  <c:v>6.2896299999999998</c:v>
                </c:pt>
                <c:pt idx="22233">
                  <c:v>6.28993</c:v>
                </c:pt>
                <c:pt idx="22234">
                  <c:v>6.2902399999999998</c:v>
                </c:pt>
                <c:pt idx="22235">
                  <c:v>6.2905499999999996</c:v>
                </c:pt>
                <c:pt idx="22236">
                  <c:v>6.2908499999999998</c:v>
                </c:pt>
                <c:pt idx="22237">
                  <c:v>6.2911599999999996</c:v>
                </c:pt>
                <c:pt idx="22238">
                  <c:v>6.2914599999999998</c:v>
                </c:pt>
                <c:pt idx="22239">
                  <c:v>6.2917699999999996</c:v>
                </c:pt>
                <c:pt idx="22240">
                  <c:v>6.2920699999999998</c:v>
                </c:pt>
                <c:pt idx="22241">
                  <c:v>6.2923799999999996</c:v>
                </c:pt>
                <c:pt idx="22242">
                  <c:v>6.2926799999999998</c:v>
                </c:pt>
                <c:pt idx="22243">
                  <c:v>6.2929899999999996</c:v>
                </c:pt>
                <c:pt idx="22244">
                  <c:v>6.2932899999999998</c:v>
                </c:pt>
                <c:pt idx="22245">
                  <c:v>6.2935999999999996</c:v>
                </c:pt>
                <c:pt idx="22246">
                  <c:v>6.2938999999999998</c:v>
                </c:pt>
                <c:pt idx="22247">
                  <c:v>6.2942099999999996</c:v>
                </c:pt>
                <c:pt idx="22248">
                  <c:v>6.2945200000000003</c:v>
                </c:pt>
                <c:pt idx="22249">
                  <c:v>6.2948199999999996</c:v>
                </c:pt>
                <c:pt idx="22250">
                  <c:v>6.2951300000000003</c:v>
                </c:pt>
                <c:pt idx="22251">
                  <c:v>6.2954299999999996</c:v>
                </c:pt>
                <c:pt idx="22252">
                  <c:v>6.2957400000000003</c:v>
                </c:pt>
                <c:pt idx="22253">
                  <c:v>6.2960399999999996</c:v>
                </c:pt>
                <c:pt idx="22254">
                  <c:v>6.2963500000000003</c:v>
                </c:pt>
                <c:pt idx="22255">
                  <c:v>6.2966499999999996</c:v>
                </c:pt>
                <c:pt idx="22256">
                  <c:v>6.2969600000000003</c:v>
                </c:pt>
                <c:pt idx="22257">
                  <c:v>6.2972599999999996</c:v>
                </c:pt>
                <c:pt idx="22258">
                  <c:v>6.2975700000000003</c:v>
                </c:pt>
                <c:pt idx="22259">
                  <c:v>6.2978800000000001</c:v>
                </c:pt>
                <c:pt idx="22260">
                  <c:v>6.2981800000000003</c:v>
                </c:pt>
                <c:pt idx="22261">
                  <c:v>6.2984900000000001</c:v>
                </c:pt>
                <c:pt idx="22262">
                  <c:v>6.2987900000000003</c:v>
                </c:pt>
                <c:pt idx="22263">
                  <c:v>6.2991000000000001</c:v>
                </c:pt>
                <c:pt idx="22264">
                  <c:v>6.2994000000000003</c:v>
                </c:pt>
                <c:pt idx="22265">
                  <c:v>6.2997100000000001</c:v>
                </c:pt>
                <c:pt idx="22266">
                  <c:v>6.3000100000000003</c:v>
                </c:pt>
                <c:pt idx="22267">
                  <c:v>6.3003200000000001</c:v>
                </c:pt>
                <c:pt idx="22268">
                  <c:v>6.3006200000000003</c:v>
                </c:pt>
                <c:pt idx="22269">
                  <c:v>6.3009300000000001</c:v>
                </c:pt>
                <c:pt idx="22270">
                  <c:v>6.3012300000000003</c:v>
                </c:pt>
                <c:pt idx="22271">
                  <c:v>6.3015400000000001</c:v>
                </c:pt>
                <c:pt idx="22272">
                  <c:v>6.30185</c:v>
                </c:pt>
                <c:pt idx="22273">
                  <c:v>6.3021500000000001</c:v>
                </c:pt>
                <c:pt idx="22274">
                  <c:v>6.30246</c:v>
                </c:pt>
                <c:pt idx="22275">
                  <c:v>6.3027600000000001</c:v>
                </c:pt>
                <c:pt idx="22276">
                  <c:v>6.30307</c:v>
                </c:pt>
                <c:pt idx="22277">
                  <c:v>6.3033700000000001</c:v>
                </c:pt>
                <c:pt idx="22278">
                  <c:v>6.3036799999999999</c:v>
                </c:pt>
                <c:pt idx="22279">
                  <c:v>6.3039800000000001</c:v>
                </c:pt>
                <c:pt idx="22280">
                  <c:v>6.3042899999999999</c:v>
                </c:pt>
                <c:pt idx="22281">
                  <c:v>6.3045900000000001</c:v>
                </c:pt>
                <c:pt idx="22282">
                  <c:v>6.3048999999999999</c:v>
                </c:pt>
                <c:pt idx="22283">
                  <c:v>6.3052000000000001</c:v>
                </c:pt>
                <c:pt idx="22284">
                  <c:v>6.3055099999999999</c:v>
                </c:pt>
                <c:pt idx="22285">
                  <c:v>6.3058199999999998</c:v>
                </c:pt>
                <c:pt idx="22286">
                  <c:v>6.3061199999999999</c:v>
                </c:pt>
                <c:pt idx="22287">
                  <c:v>6.3064299999999998</c:v>
                </c:pt>
                <c:pt idx="22288">
                  <c:v>6.3067299999999999</c:v>
                </c:pt>
                <c:pt idx="22289">
                  <c:v>6.3070399999999998</c:v>
                </c:pt>
                <c:pt idx="22290">
                  <c:v>6.3073399999999999</c:v>
                </c:pt>
                <c:pt idx="22291">
                  <c:v>6.3076499999999998</c:v>
                </c:pt>
                <c:pt idx="22292">
                  <c:v>6.3079499999999999</c:v>
                </c:pt>
                <c:pt idx="22293">
                  <c:v>6.3082599999999998</c:v>
                </c:pt>
                <c:pt idx="22294">
                  <c:v>6.3085599999999999</c:v>
                </c:pt>
                <c:pt idx="22295">
                  <c:v>6.3088699999999998</c:v>
                </c:pt>
                <c:pt idx="22296">
                  <c:v>6.3091699999999999</c:v>
                </c:pt>
                <c:pt idx="22297">
                  <c:v>6.3094799999999998</c:v>
                </c:pt>
                <c:pt idx="22298">
                  <c:v>6.3097899999999996</c:v>
                </c:pt>
                <c:pt idx="22299">
                  <c:v>6.3100899999999998</c:v>
                </c:pt>
                <c:pt idx="22300">
                  <c:v>6.3103999999999996</c:v>
                </c:pt>
                <c:pt idx="22301">
                  <c:v>6.3106999999999998</c:v>
                </c:pt>
                <c:pt idx="22302">
                  <c:v>6.3110099999999996</c:v>
                </c:pt>
                <c:pt idx="22303">
                  <c:v>6.3113099999999998</c:v>
                </c:pt>
                <c:pt idx="22304">
                  <c:v>6.3116199999999996</c:v>
                </c:pt>
                <c:pt idx="22305">
                  <c:v>6.3119199999999998</c:v>
                </c:pt>
                <c:pt idx="22306">
                  <c:v>6.3122299999999996</c:v>
                </c:pt>
                <c:pt idx="22307">
                  <c:v>6.3125299999999998</c:v>
                </c:pt>
                <c:pt idx="22308">
                  <c:v>6.3128399999999996</c:v>
                </c:pt>
                <c:pt idx="22309">
                  <c:v>6.3131500000000003</c:v>
                </c:pt>
                <c:pt idx="22310">
                  <c:v>6.3134499999999996</c:v>
                </c:pt>
                <c:pt idx="22311">
                  <c:v>6.3137600000000003</c:v>
                </c:pt>
                <c:pt idx="22312">
                  <c:v>6.3140599999999996</c:v>
                </c:pt>
                <c:pt idx="22313">
                  <c:v>6.3143700000000003</c:v>
                </c:pt>
                <c:pt idx="22314">
                  <c:v>6.3146699999999996</c:v>
                </c:pt>
                <c:pt idx="22315">
                  <c:v>6.3149800000000003</c:v>
                </c:pt>
                <c:pt idx="22316">
                  <c:v>6.3152799999999996</c:v>
                </c:pt>
                <c:pt idx="22317">
                  <c:v>6.3155900000000003</c:v>
                </c:pt>
                <c:pt idx="22318">
                  <c:v>6.3158899999999996</c:v>
                </c:pt>
                <c:pt idx="22319">
                  <c:v>6.3162000000000003</c:v>
                </c:pt>
                <c:pt idx="22320">
                  <c:v>6.3164999999999996</c:v>
                </c:pt>
                <c:pt idx="22321">
                  <c:v>6.3168100000000003</c:v>
                </c:pt>
                <c:pt idx="22322">
                  <c:v>6.3171200000000001</c:v>
                </c:pt>
                <c:pt idx="22323">
                  <c:v>6.3174200000000003</c:v>
                </c:pt>
                <c:pt idx="22324">
                  <c:v>6.3177300000000001</c:v>
                </c:pt>
                <c:pt idx="22325">
                  <c:v>6.3180300000000003</c:v>
                </c:pt>
                <c:pt idx="22326">
                  <c:v>6.3183400000000001</c:v>
                </c:pt>
                <c:pt idx="22327">
                  <c:v>6.3186400000000003</c:v>
                </c:pt>
                <c:pt idx="22328">
                  <c:v>6.3189500000000001</c:v>
                </c:pt>
                <c:pt idx="22329">
                  <c:v>6.3192500000000003</c:v>
                </c:pt>
                <c:pt idx="22330">
                  <c:v>6.3195600000000001</c:v>
                </c:pt>
                <c:pt idx="22331">
                  <c:v>6.3198600000000003</c:v>
                </c:pt>
                <c:pt idx="22332">
                  <c:v>6.3201700000000001</c:v>
                </c:pt>
                <c:pt idx="22333">
                  <c:v>6.3204700000000003</c:v>
                </c:pt>
                <c:pt idx="22334">
                  <c:v>6.3207800000000001</c:v>
                </c:pt>
                <c:pt idx="22335">
                  <c:v>6.3210899999999999</c:v>
                </c:pt>
                <c:pt idx="22336">
                  <c:v>6.3213900000000001</c:v>
                </c:pt>
                <c:pt idx="22337">
                  <c:v>6.3216999999999999</c:v>
                </c:pt>
                <c:pt idx="22338">
                  <c:v>6.3220000000000001</c:v>
                </c:pt>
                <c:pt idx="22339">
                  <c:v>6.3223099999999999</c:v>
                </c:pt>
                <c:pt idx="22340">
                  <c:v>6.3226100000000001</c:v>
                </c:pt>
                <c:pt idx="22341">
                  <c:v>6.3229199999999999</c:v>
                </c:pt>
                <c:pt idx="22342">
                  <c:v>6.3232200000000001</c:v>
                </c:pt>
                <c:pt idx="22343">
                  <c:v>6.3235299999999999</c:v>
                </c:pt>
                <c:pt idx="22344">
                  <c:v>6.3238300000000001</c:v>
                </c:pt>
                <c:pt idx="22345">
                  <c:v>6.3241399999999999</c:v>
                </c:pt>
                <c:pt idx="22346">
                  <c:v>6.3244400000000001</c:v>
                </c:pt>
                <c:pt idx="22347">
                  <c:v>6.3247499999999999</c:v>
                </c:pt>
                <c:pt idx="22348">
                  <c:v>6.3250599999999997</c:v>
                </c:pt>
                <c:pt idx="22349">
                  <c:v>6.3253599999999999</c:v>
                </c:pt>
                <c:pt idx="22350">
                  <c:v>6.3256699999999997</c:v>
                </c:pt>
                <c:pt idx="22351">
                  <c:v>6.3259699999999999</c:v>
                </c:pt>
                <c:pt idx="22352">
                  <c:v>6.3262799999999997</c:v>
                </c:pt>
                <c:pt idx="22353">
                  <c:v>6.3265799999999999</c:v>
                </c:pt>
                <c:pt idx="22354">
                  <c:v>6.3268899999999997</c:v>
                </c:pt>
                <c:pt idx="22355">
                  <c:v>6.3271899999999999</c:v>
                </c:pt>
                <c:pt idx="22356">
                  <c:v>6.3274999999999997</c:v>
                </c:pt>
                <c:pt idx="22357">
                  <c:v>6.3277999999999999</c:v>
                </c:pt>
                <c:pt idx="22358">
                  <c:v>6.3281099999999997</c:v>
                </c:pt>
                <c:pt idx="22359">
                  <c:v>6.3284099999999999</c:v>
                </c:pt>
                <c:pt idx="22360">
                  <c:v>6.3287199999999997</c:v>
                </c:pt>
                <c:pt idx="22361">
                  <c:v>6.3290300000000004</c:v>
                </c:pt>
                <c:pt idx="22362">
                  <c:v>6.3293299999999997</c:v>
                </c:pt>
                <c:pt idx="22363">
                  <c:v>6.3296400000000004</c:v>
                </c:pt>
                <c:pt idx="22364">
                  <c:v>6.3299399999999997</c:v>
                </c:pt>
                <c:pt idx="22365">
                  <c:v>6.3302500000000004</c:v>
                </c:pt>
                <c:pt idx="22366">
                  <c:v>6.3305499999999997</c:v>
                </c:pt>
                <c:pt idx="22367">
                  <c:v>6.3308600000000004</c:v>
                </c:pt>
                <c:pt idx="22368">
                  <c:v>6.3311599999999997</c:v>
                </c:pt>
                <c:pt idx="22369">
                  <c:v>6.3314700000000004</c:v>
                </c:pt>
                <c:pt idx="22370">
                  <c:v>6.3317699999999997</c:v>
                </c:pt>
                <c:pt idx="22371">
                  <c:v>6.3320800000000004</c:v>
                </c:pt>
                <c:pt idx="22372">
                  <c:v>6.3323900000000002</c:v>
                </c:pt>
                <c:pt idx="22373">
                  <c:v>6.3326900000000004</c:v>
                </c:pt>
                <c:pt idx="22374">
                  <c:v>6.3330000000000002</c:v>
                </c:pt>
                <c:pt idx="22375">
                  <c:v>6.3333000000000004</c:v>
                </c:pt>
                <c:pt idx="22376">
                  <c:v>6.3336100000000002</c:v>
                </c:pt>
                <c:pt idx="22377">
                  <c:v>6.3339100000000004</c:v>
                </c:pt>
                <c:pt idx="22378">
                  <c:v>6.3342200000000002</c:v>
                </c:pt>
                <c:pt idx="22379">
                  <c:v>6.3345200000000004</c:v>
                </c:pt>
                <c:pt idx="22380">
                  <c:v>6.3348300000000002</c:v>
                </c:pt>
                <c:pt idx="22381">
                  <c:v>6.3351300000000004</c:v>
                </c:pt>
                <c:pt idx="22382">
                  <c:v>6.3354400000000002</c:v>
                </c:pt>
                <c:pt idx="22383">
                  <c:v>6.3357400000000004</c:v>
                </c:pt>
                <c:pt idx="22384">
                  <c:v>6.3360500000000002</c:v>
                </c:pt>
                <c:pt idx="22385">
                  <c:v>6.33636</c:v>
                </c:pt>
                <c:pt idx="22386">
                  <c:v>6.3366600000000002</c:v>
                </c:pt>
                <c:pt idx="22387">
                  <c:v>6.33697</c:v>
                </c:pt>
                <c:pt idx="22388">
                  <c:v>6.3372700000000002</c:v>
                </c:pt>
                <c:pt idx="22389">
                  <c:v>6.33758</c:v>
                </c:pt>
                <c:pt idx="22390">
                  <c:v>6.3378800000000002</c:v>
                </c:pt>
                <c:pt idx="22391">
                  <c:v>6.33819</c:v>
                </c:pt>
                <c:pt idx="22392">
                  <c:v>6.3384900000000002</c:v>
                </c:pt>
                <c:pt idx="22393">
                  <c:v>6.3388</c:v>
                </c:pt>
                <c:pt idx="22394">
                  <c:v>6.3391000000000002</c:v>
                </c:pt>
                <c:pt idx="22395">
                  <c:v>6.33941</c:v>
                </c:pt>
                <c:pt idx="22396">
                  <c:v>6.3397100000000002</c:v>
                </c:pt>
                <c:pt idx="22397">
                  <c:v>6.34002</c:v>
                </c:pt>
                <c:pt idx="22398">
                  <c:v>6.3403299999999998</c:v>
                </c:pt>
                <c:pt idx="22399">
                  <c:v>6.34063</c:v>
                </c:pt>
                <c:pt idx="22400">
                  <c:v>6.3409399999999998</c:v>
                </c:pt>
                <c:pt idx="22401">
                  <c:v>6.34124</c:v>
                </c:pt>
                <c:pt idx="22402">
                  <c:v>6.3415499999999998</c:v>
                </c:pt>
                <c:pt idx="22403">
                  <c:v>6.34185</c:v>
                </c:pt>
                <c:pt idx="22404">
                  <c:v>6.3421599999999998</c:v>
                </c:pt>
                <c:pt idx="22405">
                  <c:v>6.34246</c:v>
                </c:pt>
                <c:pt idx="22406">
                  <c:v>6.3427699999999998</c:v>
                </c:pt>
                <c:pt idx="22407">
                  <c:v>6.34307</c:v>
                </c:pt>
                <c:pt idx="22408">
                  <c:v>6.3433799999999998</c:v>
                </c:pt>
                <c:pt idx="22409">
                  <c:v>6.34368</c:v>
                </c:pt>
                <c:pt idx="22410">
                  <c:v>6.3439899999999998</c:v>
                </c:pt>
                <c:pt idx="22411">
                  <c:v>6.3442999999999996</c:v>
                </c:pt>
                <c:pt idx="22412">
                  <c:v>6.3445999999999998</c:v>
                </c:pt>
                <c:pt idx="22413">
                  <c:v>6.3449099999999996</c:v>
                </c:pt>
                <c:pt idx="22414">
                  <c:v>6.3452099999999998</c:v>
                </c:pt>
                <c:pt idx="22415">
                  <c:v>6.3455199999999996</c:v>
                </c:pt>
                <c:pt idx="22416">
                  <c:v>6.3458199999999998</c:v>
                </c:pt>
                <c:pt idx="22417">
                  <c:v>6.3461299999999996</c:v>
                </c:pt>
                <c:pt idx="22418">
                  <c:v>6.3464299999999998</c:v>
                </c:pt>
                <c:pt idx="22419">
                  <c:v>6.3467399999999996</c:v>
                </c:pt>
                <c:pt idx="22420">
                  <c:v>6.3470399999999998</c:v>
                </c:pt>
                <c:pt idx="22421">
                  <c:v>6.3473499999999996</c:v>
                </c:pt>
                <c:pt idx="22422">
                  <c:v>6.3476499999999998</c:v>
                </c:pt>
                <c:pt idx="22423">
                  <c:v>6.3479599999999996</c:v>
                </c:pt>
                <c:pt idx="22424">
                  <c:v>6.3482700000000003</c:v>
                </c:pt>
                <c:pt idx="22425">
                  <c:v>6.3485699999999996</c:v>
                </c:pt>
                <c:pt idx="22426">
                  <c:v>6.3488800000000003</c:v>
                </c:pt>
                <c:pt idx="22427">
                  <c:v>6.3491799999999996</c:v>
                </c:pt>
                <c:pt idx="22428">
                  <c:v>6.3494900000000003</c:v>
                </c:pt>
                <c:pt idx="22429">
                  <c:v>6.3497899999999996</c:v>
                </c:pt>
                <c:pt idx="22430">
                  <c:v>6.3501000000000003</c:v>
                </c:pt>
                <c:pt idx="22431">
                  <c:v>6.3503999999999996</c:v>
                </c:pt>
                <c:pt idx="22432">
                  <c:v>6.3507100000000003</c:v>
                </c:pt>
                <c:pt idx="22433">
                  <c:v>6.3510099999999996</c:v>
                </c:pt>
                <c:pt idx="22434">
                  <c:v>6.3513200000000003</c:v>
                </c:pt>
                <c:pt idx="22435">
                  <c:v>6.3516300000000001</c:v>
                </c:pt>
                <c:pt idx="22436">
                  <c:v>6.3519300000000003</c:v>
                </c:pt>
                <c:pt idx="22437">
                  <c:v>6.3522400000000001</c:v>
                </c:pt>
                <c:pt idx="22438">
                  <c:v>6.3525400000000003</c:v>
                </c:pt>
                <c:pt idx="22439">
                  <c:v>6.3528500000000001</c:v>
                </c:pt>
                <c:pt idx="22440">
                  <c:v>6.3531500000000003</c:v>
                </c:pt>
                <c:pt idx="22441">
                  <c:v>6.3534600000000001</c:v>
                </c:pt>
                <c:pt idx="22442">
                  <c:v>6.3537600000000003</c:v>
                </c:pt>
                <c:pt idx="22443">
                  <c:v>6.3540700000000001</c:v>
                </c:pt>
                <c:pt idx="22444">
                  <c:v>6.3543700000000003</c:v>
                </c:pt>
                <c:pt idx="22445">
                  <c:v>6.3546800000000001</c:v>
                </c:pt>
                <c:pt idx="22446">
                  <c:v>6.3549800000000003</c:v>
                </c:pt>
                <c:pt idx="22447">
                  <c:v>6.3552900000000001</c:v>
                </c:pt>
                <c:pt idx="22448">
                  <c:v>6.3555999999999999</c:v>
                </c:pt>
                <c:pt idx="22449">
                  <c:v>6.3559000000000001</c:v>
                </c:pt>
                <c:pt idx="22450">
                  <c:v>6.3562099999999999</c:v>
                </c:pt>
                <c:pt idx="22451">
                  <c:v>6.3565100000000001</c:v>
                </c:pt>
                <c:pt idx="22452">
                  <c:v>6.3568199999999999</c:v>
                </c:pt>
                <c:pt idx="22453">
                  <c:v>6.3571200000000001</c:v>
                </c:pt>
                <c:pt idx="22454">
                  <c:v>6.3574299999999999</c:v>
                </c:pt>
                <c:pt idx="22455">
                  <c:v>6.3577300000000001</c:v>
                </c:pt>
                <c:pt idx="22456">
                  <c:v>6.3580399999999999</c:v>
                </c:pt>
                <c:pt idx="22457">
                  <c:v>6.3583400000000001</c:v>
                </c:pt>
                <c:pt idx="22458">
                  <c:v>6.3586499999999999</c:v>
                </c:pt>
                <c:pt idx="22459">
                  <c:v>6.3589500000000001</c:v>
                </c:pt>
                <c:pt idx="22460">
                  <c:v>6.3592599999999999</c:v>
                </c:pt>
                <c:pt idx="22461">
                  <c:v>6.3595699999999997</c:v>
                </c:pt>
                <c:pt idx="22462">
                  <c:v>6.3598699999999999</c:v>
                </c:pt>
                <c:pt idx="22463">
                  <c:v>6.3601799999999997</c:v>
                </c:pt>
                <c:pt idx="22464">
                  <c:v>6.3604799999999999</c:v>
                </c:pt>
                <c:pt idx="22465">
                  <c:v>6.3607899999999997</c:v>
                </c:pt>
                <c:pt idx="22466">
                  <c:v>6.3610899999999999</c:v>
                </c:pt>
                <c:pt idx="22467">
                  <c:v>6.3613999999999997</c:v>
                </c:pt>
                <c:pt idx="22468">
                  <c:v>6.3616999999999999</c:v>
                </c:pt>
                <c:pt idx="22469">
                  <c:v>6.3620099999999997</c:v>
                </c:pt>
                <c:pt idx="22470">
                  <c:v>6.3623099999999999</c:v>
                </c:pt>
                <c:pt idx="22471">
                  <c:v>6.3626199999999997</c:v>
                </c:pt>
                <c:pt idx="22472">
                  <c:v>6.3629199999999999</c:v>
                </c:pt>
                <c:pt idx="22473">
                  <c:v>6.3632299999999997</c:v>
                </c:pt>
                <c:pt idx="22474">
                  <c:v>6.3635400000000004</c:v>
                </c:pt>
                <c:pt idx="22475">
                  <c:v>6.3638399999999997</c:v>
                </c:pt>
                <c:pt idx="22476">
                  <c:v>6.3641500000000004</c:v>
                </c:pt>
                <c:pt idx="22477">
                  <c:v>6.3644499999999997</c:v>
                </c:pt>
                <c:pt idx="22478">
                  <c:v>6.3647600000000004</c:v>
                </c:pt>
                <c:pt idx="22479">
                  <c:v>6.3650599999999997</c:v>
                </c:pt>
                <c:pt idx="22480">
                  <c:v>6.3653700000000004</c:v>
                </c:pt>
                <c:pt idx="22481">
                  <c:v>6.3656699999999997</c:v>
                </c:pt>
                <c:pt idx="22482">
                  <c:v>6.3659800000000004</c:v>
                </c:pt>
                <c:pt idx="22483">
                  <c:v>6.3662799999999997</c:v>
                </c:pt>
                <c:pt idx="22484">
                  <c:v>6.3665900000000004</c:v>
                </c:pt>
                <c:pt idx="22485">
                  <c:v>6.3669000000000002</c:v>
                </c:pt>
                <c:pt idx="22486">
                  <c:v>6.3672000000000004</c:v>
                </c:pt>
                <c:pt idx="22487">
                  <c:v>6.3675100000000002</c:v>
                </c:pt>
                <c:pt idx="22488">
                  <c:v>6.3678100000000004</c:v>
                </c:pt>
                <c:pt idx="22489">
                  <c:v>6.3681200000000002</c:v>
                </c:pt>
                <c:pt idx="22490">
                  <c:v>6.3684200000000004</c:v>
                </c:pt>
                <c:pt idx="22491">
                  <c:v>6.3687300000000002</c:v>
                </c:pt>
                <c:pt idx="22492">
                  <c:v>6.3690300000000004</c:v>
                </c:pt>
                <c:pt idx="22493">
                  <c:v>6.3693400000000002</c:v>
                </c:pt>
                <c:pt idx="22494">
                  <c:v>6.3696400000000004</c:v>
                </c:pt>
                <c:pt idx="22495">
                  <c:v>6.3699500000000002</c:v>
                </c:pt>
                <c:pt idx="22496">
                  <c:v>6.3702500000000004</c:v>
                </c:pt>
                <c:pt idx="22497">
                  <c:v>6.3705600000000002</c:v>
                </c:pt>
                <c:pt idx="22498">
                  <c:v>6.37087</c:v>
                </c:pt>
                <c:pt idx="22499">
                  <c:v>6.3711700000000002</c:v>
                </c:pt>
                <c:pt idx="22500">
                  <c:v>6.37148</c:v>
                </c:pt>
                <c:pt idx="22501">
                  <c:v>6.3717800000000002</c:v>
                </c:pt>
                <c:pt idx="22502">
                  <c:v>6.37209</c:v>
                </c:pt>
                <c:pt idx="22503">
                  <c:v>6.3723900000000002</c:v>
                </c:pt>
                <c:pt idx="22504">
                  <c:v>6.3727</c:v>
                </c:pt>
                <c:pt idx="22505">
                  <c:v>6.3730000000000002</c:v>
                </c:pt>
                <c:pt idx="22506">
                  <c:v>6.37331</c:v>
                </c:pt>
                <c:pt idx="22507">
                  <c:v>6.3736100000000002</c:v>
                </c:pt>
                <c:pt idx="22508">
                  <c:v>6.37392</c:v>
                </c:pt>
                <c:pt idx="22509">
                  <c:v>6.3742200000000002</c:v>
                </c:pt>
                <c:pt idx="22510">
                  <c:v>6.37453</c:v>
                </c:pt>
                <c:pt idx="22511">
                  <c:v>6.3748399999999998</c:v>
                </c:pt>
                <c:pt idx="22512">
                  <c:v>6.37514</c:v>
                </c:pt>
                <c:pt idx="22513">
                  <c:v>6.3754499999999998</c:v>
                </c:pt>
                <c:pt idx="22514">
                  <c:v>6.37575</c:v>
                </c:pt>
                <c:pt idx="22515">
                  <c:v>6.3760599999999998</c:v>
                </c:pt>
                <c:pt idx="22516">
                  <c:v>6.37636</c:v>
                </c:pt>
                <c:pt idx="22517">
                  <c:v>6.3766699999999998</c:v>
                </c:pt>
                <c:pt idx="22518">
                  <c:v>6.37697</c:v>
                </c:pt>
                <c:pt idx="22519">
                  <c:v>6.3772799999999998</c:v>
                </c:pt>
                <c:pt idx="22520">
                  <c:v>6.37758</c:v>
                </c:pt>
                <c:pt idx="22521">
                  <c:v>6.3778899999999998</c:v>
                </c:pt>
                <c:pt idx="22522">
                  <c:v>6.37819</c:v>
                </c:pt>
                <c:pt idx="22523">
                  <c:v>6.3784999999999998</c:v>
                </c:pt>
                <c:pt idx="22524">
                  <c:v>6.3788099999999996</c:v>
                </c:pt>
                <c:pt idx="22525">
                  <c:v>6.3791099999999998</c:v>
                </c:pt>
                <c:pt idx="22526">
                  <c:v>6.3794199999999996</c:v>
                </c:pt>
                <c:pt idx="22527">
                  <c:v>6.3797199999999998</c:v>
                </c:pt>
                <c:pt idx="22528">
                  <c:v>6.3800299999999996</c:v>
                </c:pt>
                <c:pt idx="22529">
                  <c:v>6.3803299999999998</c:v>
                </c:pt>
                <c:pt idx="22530">
                  <c:v>6.3806399999999996</c:v>
                </c:pt>
                <c:pt idx="22531">
                  <c:v>6.3809399999999998</c:v>
                </c:pt>
                <c:pt idx="22532">
                  <c:v>6.3812499999999996</c:v>
                </c:pt>
                <c:pt idx="22533">
                  <c:v>6.3815499999999998</c:v>
                </c:pt>
                <c:pt idx="22534">
                  <c:v>6.3818599999999996</c:v>
                </c:pt>
                <c:pt idx="22535">
                  <c:v>6.3821599999999998</c:v>
                </c:pt>
                <c:pt idx="22536">
                  <c:v>6.3824699999999996</c:v>
                </c:pt>
                <c:pt idx="22537">
                  <c:v>6.3827800000000003</c:v>
                </c:pt>
                <c:pt idx="22538">
                  <c:v>6.3830799999999996</c:v>
                </c:pt>
                <c:pt idx="22539">
                  <c:v>6.3833900000000003</c:v>
                </c:pt>
                <c:pt idx="22540">
                  <c:v>6.3836899999999996</c:v>
                </c:pt>
                <c:pt idx="22541">
                  <c:v>6.3840000000000003</c:v>
                </c:pt>
                <c:pt idx="22542">
                  <c:v>6.3842999999999996</c:v>
                </c:pt>
                <c:pt idx="22543">
                  <c:v>6.3846100000000003</c:v>
                </c:pt>
                <c:pt idx="22544">
                  <c:v>6.3849099999999996</c:v>
                </c:pt>
                <c:pt idx="22545">
                  <c:v>6.3852200000000003</c:v>
                </c:pt>
                <c:pt idx="22546">
                  <c:v>6.3855199999999996</c:v>
                </c:pt>
                <c:pt idx="22547">
                  <c:v>6.3858300000000003</c:v>
                </c:pt>
                <c:pt idx="22548">
                  <c:v>6.3861400000000001</c:v>
                </c:pt>
                <c:pt idx="22549">
                  <c:v>6.3864400000000003</c:v>
                </c:pt>
                <c:pt idx="22550">
                  <c:v>6.3867500000000001</c:v>
                </c:pt>
                <c:pt idx="22551">
                  <c:v>6.3870500000000003</c:v>
                </c:pt>
                <c:pt idx="22552">
                  <c:v>6.3873600000000001</c:v>
                </c:pt>
                <c:pt idx="22553">
                  <c:v>6.3876600000000003</c:v>
                </c:pt>
                <c:pt idx="22554">
                  <c:v>6.3879700000000001</c:v>
                </c:pt>
                <c:pt idx="22555">
                  <c:v>6.3882700000000003</c:v>
                </c:pt>
                <c:pt idx="22556">
                  <c:v>6.3885800000000001</c:v>
                </c:pt>
                <c:pt idx="22557">
                  <c:v>6.3888800000000003</c:v>
                </c:pt>
                <c:pt idx="22558">
                  <c:v>6.3891900000000001</c:v>
                </c:pt>
                <c:pt idx="22559">
                  <c:v>6.3894900000000003</c:v>
                </c:pt>
                <c:pt idx="22560">
                  <c:v>6.3898000000000001</c:v>
                </c:pt>
                <c:pt idx="22561">
                  <c:v>6.39011</c:v>
                </c:pt>
                <c:pt idx="22562">
                  <c:v>6.3904100000000001</c:v>
                </c:pt>
                <c:pt idx="22563">
                  <c:v>6.39072</c:v>
                </c:pt>
                <c:pt idx="22564">
                  <c:v>6.3910200000000001</c:v>
                </c:pt>
                <c:pt idx="22565">
                  <c:v>6.39133</c:v>
                </c:pt>
                <c:pt idx="22566">
                  <c:v>6.3916300000000001</c:v>
                </c:pt>
                <c:pt idx="22567">
                  <c:v>6.39194</c:v>
                </c:pt>
                <c:pt idx="22568">
                  <c:v>6.3922400000000001</c:v>
                </c:pt>
                <c:pt idx="22569">
                  <c:v>6.39255</c:v>
                </c:pt>
                <c:pt idx="22570">
                  <c:v>6.3928500000000001</c:v>
                </c:pt>
                <c:pt idx="22571">
                  <c:v>6.39316</c:v>
                </c:pt>
                <c:pt idx="22572">
                  <c:v>6.3934600000000001</c:v>
                </c:pt>
                <c:pt idx="22573">
                  <c:v>6.39377</c:v>
                </c:pt>
                <c:pt idx="22574">
                  <c:v>6.3940799999999998</c:v>
                </c:pt>
                <c:pt idx="22575">
                  <c:v>6.39438</c:v>
                </c:pt>
                <c:pt idx="22576">
                  <c:v>6.3946899999999998</c:v>
                </c:pt>
                <c:pt idx="22577">
                  <c:v>6.39499</c:v>
                </c:pt>
                <c:pt idx="22578">
                  <c:v>6.3952999999999998</c:v>
                </c:pt>
                <c:pt idx="22579">
                  <c:v>6.3956</c:v>
                </c:pt>
                <c:pt idx="22580">
                  <c:v>6.3959099999999998</c:v>
                </c:pt>
                <c:pt idx="22581">
                  <c:v>6.39621</c:v>
                </c:pt>
                <c:pt idx="22582">
                  <c:v>6.3965199999999998</c:v>
                </c:pt>
                <c:pt idx="22583">
                  <c:v>6.39682</c:v>
                </c:pt>
                <c:pt idx="22584">
                  <c:v>6.3971299999999998</c:v>
                </c:pt>
                <c:pt idx="22585">
                  <c:v>6.3974299999999999</c:v>
                </c:pt>
                <c:pt idx="22586">
                  <c:v>6.3977399999999998</c:v>
                </c:pt>
                <c:pt idx="22587">
                  <c:v>6.3980499999999996</c:v>
                </c:pt>
                <c:pt idx="22588">
                  <c:v>6.3983499999999998</c:v>
                </c:pt>
                <c:pt idx="22589">
                  <c:v>6.3986599999999996</c:v>
                </c:pt>
                <c:pt idx="22590">
                  <c:v>6.3989599999999998</c:v>
                </c:pt>
                <c:pt idx="22591">
                  <c:v>6.3992699999999996</c:v>
                </c:pt>
                <c:pt idx="22592">
                  <c:v>6.3995699999999998</c:v>
                </c:pt>
                <c:pt idx="22593">
                  <c:v>6.3998799999999996</c:v>
                </c:pt>
                <c:pt idx="22594">
                  <c:v>6.4001799999999998</c:v>
                </c:pt>
                <c:pt idx="22595">
                  <c:v>6.4004899999999996</c:v>
                </c:pt>
                <c:pt idx="22596">
                  <c:v>6.4007899999999998</c:v>
                </c:pt>
                <c:pt idx="22597">
                  <c:v>6.4010999999999996</c:v>
                </c:pt>
                <c:pt idx="22598">
                  <c:v>6.4013999999999998</c:v>
                </c:pt>
                <c:pt idx="22599">
                  <c:v>6.4017099999999996</c:v>
                </c:pt>
                <c:pt idx="22600">
                  <c:v>6.4020200000000003</c:v>
                </c:pt>
                <c:pt idx="22601">
                  <c:v>6.4023199999999996</c:v>
                </c:pt>
                <c:pt idx="22602">
                  <c:v>6.4026300000000003</c:v>
                </c:pt>
                <c:pt idx="22603">
                  <c:v>6.4029299999999996</c:v>
                </c:pt>
                <c:pt idx="22604">
                  <c:v>6.4032400000000003</c:v>
                </c:pt>
                <c:pt idx="22605">
                  <c:v>6.4035399999999996</c:v>
                </c:pt>
                <c:pt idx="22606">
                  <c:v>6.4038500000000003</c:v>
                </c:pt>
                <c:pt idx="22607">
                  <c:v>6.4041499999999996</c:v>
                </c:pt>
                <c:pt idx="22608">
                  <c:v>6.4044600000000003</c:v>
                </c:pt>
                <c:pt idx="22609">
                  <c:v>6.4047599999999996</c:v>
                </c:pt>
                <c:pt idx="22610">
                  <c:v>6.4050700000000003</c:v>
                </c:pt>
                <c:pt idx="22611">
                  <c:v>6.4053800000000001</c:v>
                </c:pt>
                <c:pt idx="22612">
                  <c:v>6.4056800000000003</c:v>
                </c:pt>
                <c:pt idx="22613">
                  <c:v>6.4059900000000001</c:v>
                </c:pt>
                <c:pt idx="22614">
                  <c:v>6.4062900000000003</c:v>
                </c:pt>
                <c:pt idx="22615">
                  <c:v>6.4066000000000001</c:v>
                </c:pt>
                <c:pt idx="22616">
                  <c:v>6.4069000000000003</c:v>
                </c:pt>
                <c:pt idx="22617">
                  <c:v>6.4072100000000001</c:v>
                </c:pt>
                <c:pt idx="22618">
                  <c:v>6.4075100000000003</c:v>
                </c:pt>
                <c:pt idx="22619">
                  <c:v>6.4078200000000001</c:v>
                </c:pt>
                <c:pt idx="22620">
                  <c:v>6.4081200000000003</c:v>
                </c:pt>
                <c:pt idx="22621">
                  <c:v>6.4084300000000001</c:v>
                </c:pt>
                <c:pt idx="22622">
                  <c:v>6.4087300000000003</c:v>
                </c:pt>
                <c:pt idx="22623">
                  <c:v>6.4090400000000001</c:v>
                </c:pt>
                <c:pt idx="22624">
                  <c:v>6.4093499999999999</c:v>
                </c:pt>
                <c:pt idx="22625">
                  <c:v>6.4096500000000001</c:v>
                </c:pt>
                <c:pt idx="22626">
                  <c:v>6.4099599999999999</c:v>
                </c:pt>
                <c:pt idx="22627">
                  <c:v>6.4102600000000001</c:v>
                </c:pt>
                <c:pt idx="22628">
                  <c:v>6.4105699999999999</c:v>
                </c:pt>
                <c:pt idx="22629">
                  <c:v>6.4108700000000001</c:v>
                </c:pt>
                <c:pt idx="22630">
                  <c:v>6.4111799999999999</c:v>
                </c:pt>
                <c:pt idx="22631">
                  <c:v>6.4114800000000001</c:v>
                </c:pt>
                <c:pt idx="22632">
                  <c:v>6.4117899999999999</c:v>
                </c:pt>
                <c:pt idx="22633">
                  <c:v>6.4120900000000001</c:v>
                </c:pt>
                <c:pt idx="22634">
                  <c:v>6.4123999999999999</c:v>
                </c:pt>
                <c:pt idx="22635">
                  <c:v>6.4127000000000001</c:v>
                </c:pt>
                <c:pt idx="22636">
                  <c:v>6.4130099999999999</c:v>
                </c:pt>
                <c:pt idx="22637">
                  <c:v>6.4133199999999997</c:v>
                </c:pt>
                <c:pt idx="22638">
                  <c:v>6.4136199999999999</c:v>
                </c:pt>
                <c:pt idx="22639">
                  <c:v>6.4139299999999997</c:v>
                </c:pt>
                <c:pt idx="22640">
                  <c:v>6.4142299999999999</c:v>
                </c:pt>
                <c:pt idx="22641">
                  <c:v>6.4145399999999997</c:v>
                </c:pt>
                <c:pt idx="22642">
                  <c:v>6.4148399999999999</c:v>
                </c:pt>
                <c:pt idx="22643">
                  <c:v>6.4151499999999997</c:v>
                </c:pt>
                <c:pt idx="22644">
                  <c:v>6.4154499999999999</c:v>
                </c:pt>
                <c:pt idx="22645">
                  <c:v>6.4157599999999997</c:v>
                </c:pt>
                <c:pt idx="22646">
                  <c:v>6.4160599999999999</c:v>
                </c:pt>
                <c:pt idx="22647">
                  <c:v>6.4163699999999997</c:v>
                </c:pt>
                <c:pt idx="22648">
                  <c:v>6.4166699999999999</c:v>
                </c:pt>
                <c:pt idx="22649">
                  <c:v>6.4169799999999997</c:v>
                </c:pt>
                <c:pt idx="22650">
                  <c:v>6.4172900000000004</c:v>
                </c:pt>
                <c:pt idx="22651">
                  <c:v>6.4175899999999997</c:v>
                </c:pt>
                <c:pt idx="22652">
                  <c:v>6.4179000000000004</c:v>
                </c:pt>
                <c:pt idx="22653">
                  <c:v>6.4181999999999997</c:v>
                </c:pt>
                <c:pt idx="22654">
                  <c:v>6.4185100000000004</c:v>
                </c:pt>
                <c:pt idx="22655">
                  <c:v>6.4188099999999997</c:v>
                </c:pt>
                <c:pt idx="22656">
                  <c:v>6.4191200000000004</c:v>
                </c:pt>
                <c:pt idx="22657">
                  <c:v>6.4194199999999997</c:v>
                </c:pt>
                <c:pt idx="22658">
                  <c:v>6.4197300000000004</c:v>
                </c:pt>
                <c:pt idx="22659">
                  <c:v>6.4200299999999997</c:v>
                </c:pt>
                <c:pt idx="22660">
                  <c:v>6.4203400000000004</c:v>
                </c:pt>
                <c:pt idx="22661">
                  <c:v>6.4206500000000002</c:v>
                </c:pt>
                <c:pt idx="22662">
                  <c:v>6.4209500000000004</c:v>
                </c:pt>
                <c:pt idx="22663">
                  <c:v>6.4212600000000002</c:v>
                </c:pt>
                <c:pt idx="22664">
                  <c:v>6.4215600000000004</c:v>
                </c:pt>
                <c:pt idx="22665">
                  <c:v>6.4218700000000002</c:v>
                </c:pt>
                <c:pt idx="22666">
                  <c:v>6.4221700000000004</c:v>
                </c:pt>
                <c:pt idx="22667">
                  <c:v>6.4224800000000002</c:v>
                </c:pt>
                <c:pt idx="22668">
                  <c:v>6.4227800000000004</c:v>
                </c:pt>
                <c:pt idx="22669">
                  <c:v>6.4230900000000002</c:v>
                </c:pt>
                <c:pt idx="22670">
                  <c:v>6.4233900000000004</c:v>
                </c:pt>
                <c:pt idx="22671">
                  <c:v>6.4237000000000002</c:v>
                </c:pt>
                <c:pt idx="22672">
                  <c:v>6.4240000000000004</c:v>
                </c:pt>
                <c:pt idx="22673">
                  <c:v>6.4243100000000002</c:v>
                </c:pt>
                <c:pt idx="22674">
                  <c:v>6.42462</c:v>
                </c:pt>
                <c:pt idx="22675">
                  <c:v>6.4249200000000002</c:v>
                </c:pt>
                <c:pt idx="22676">
                  <c:v>6.42523</c:v>
                </c:pt>
                <c:pt idx="22677">
                  <c:v>6.4255300000000002</c:v>
                </c:pt>
                <c:pt idx="22678">
                  <c:v>6.42584</c:v>
                </c:pt>
                <c:pt idx="22679">
                  <c:v>6.4261400000000002</c:v>
                </c:pt>
                <c:pt idx="22680">
                  <c:v>6.42645</c:v>
                </c:pt>
                <c:pt idx="22681">
                  <c:v>6.4267500000000002</c:v>
                </c:pt>
                <c:pt idx="22682">
                  <c:v>6.42706</c:v>
                </c:pt>
                <c:pt idx="22683">
                  <c:v>6.4273600000000002</c:v>
                </c:pt>
                <c:pt idx="22684">
                  <c:v>6.42767</c:v>
                </c:pt>
                <c:pt idx="22685">
                  <c:v>6.4279700000000002</c:v>
                </c:pt>
                <c:pt idx="22686">
                  <c:v>6.42828</c:v>
                </c:pt>
                <c:pt idx="22687">
                  <c:v>6.4285899999999998</c:v>
                </c:pt>
                <c:pt idx="22688">
                  <c:v>6.42889</c:v>
                </c:pt>
                <c:pt idx="22689">
                  <c:v>6.4291999999999998</c:v>
                </c:pt>
                <c:pt idx="22690">
                  <c:v>6.4295</c:v>
                </c:pt>
                <c:pt idx="22691">
                  <c:v>6.4298099999999998</c:v>
                </c:pt>
                <c:pt idx="22692">
                  <c:v>6.43011</c:v>
                </c:pt>
                <c:pt idx="22693">
                  <c:v>6.4304199999999998</c:v>
                </c:pt>
                <c:pt idx="22694">
                  <c:v>6.43072</c:v>
                </c:pt>
                <c:pt idx="22695">
                  <c:v>6.4310299999999998</c:v>
                </c:pt>
                <c:pt idx="22696">
                  <c:v>6.43133</c:v>
                </c:pt>
                <c:pt idx="22697">
                  <c:v>6.4316399999999998</c:v>
                </c:pt>
                <c:pt idx="22698">
                  <c:v>6.43194</c:v>
                </c:pt>
                <c:pt idx="22699">
                  <c:v>6.4322499999999998</c:v>
                </c:pt>
                <c:pt idx="22700">
                  <c:v>6.4325599999999996</c:v>
                </c:pt>
                <c:pt idx="22701">
                  <c:v>6.4328599999999998</c:v>
                </c:pt>
                <c:pt idx="22702">
                  <c:v>6.4331699999999996</c:v>
                </c:pt>
                <c:pt idx="22703">
                  <c:v>6.4334699999999998</c:v>
                </c:pt>
                <c:pt idx="22704">
                  <c:v>6.4337799999999996</c:v>
                </c:pt>
                <c:pt idx="22705">
                  <c:v>6.4340799999999998</c:v>
                </c:pt>
                <c:pt idx="22706">
                  <c:v>6.4343899999999996</c:v>
                </c:pt>
                <c:pt idx="22707">
                  <c:v>6.4346899999999998</c:v>
                </c:pt>
                <c:pt idx="22708">
                  <c:v>6.4349999999999996</c:v>
                </c:pt>
                <c:pt idx="22709">
                  <c:v>6.4352999999999998</c:v>
                </c:pt>
                <c:pt idx="22710">
                  <c:v>6.4356099999999996</c:v>
                </c:pt>
                <c:pt idx="22711">
                  <c:v>6.4359099999999998</c:v>
                </c:pt>
                <c:pt idx="22712">
                  <c:v>6.4362199999999996</c:v>
                </c:pt>
                <c:pt idx="22713">
                  <c:v>6.4365300000000003</c:v>
                </c:pt>
                <c:pt idx="22714">
                  <c:v>6.4368299999999996</c:v>
                </c:pt>
                <c:pt idx="22715">
                  <c:v>6.4371400000000003</c:v>
                </c:pt>
                <c:pt idx="22716">
                  <c:v>6.4374399999999996</c:v>
                </c:pt>
                <c:pt idx="22717">
                  <c:v>6.4377500000000003</c:v>
                </c:pt>
                <c:pt idx="22718">
                  <c:v>6.4380499999999996</c:v>
                </c:pt>
                <c:pt idx="22719">
                  <c:v>6.4383600000000003</c:v>
                </c:pt>
                <c:pt idx="22720">
                  <c:v>6.4386599999999996</c:v>
                </c:pt>
                <c:pt idx="22721">
                  <c:v>6.4389700000000003</c:v>
                </c:pt>
                <c:pt idx="22722">
                  <c:v>6.4392699999999996</c:v>
                </c:pt>
                <c:pt idx="22723">
                  <c:v>6.4395800000000003</c:v>
                </c:pt>
                <c:pt idx="22724">
                  <c:v>6.4398900000000001</c:v>
                </c:pt>
                <c:pt idx="22725">
                  <c:v>6.4401900000000003</c:v>
                </c:pt>
                <c:pt idx="22726">
                  <c:v>6.4405000000000001</c:v>
                </c:pt>
                <c:pt idx="22727">
                  <c:v>6.4408000000000003</c:v>
                </c:pt>
                <c:pt idx="22728">
                  <c:v>6.4411100000000001</c:v>
                </c:pt>
                <c:pt idx="22729">
                  <c:v>6.4414100000000003</c:v>
                </c:pt>
                <c:pt idx="22730">
                  <c:v>6.4417200000000001</c:v>
                </c:pt>
                <c:pt idx="22731">
                  <c:v>6.4420200000000003</c:v>
                </c:pt>
                <c:pt idx="22732">
                  <c:v>6.4423300000000001</c:v>
                </c:pt>
                <c:pt idx="22733">
                  <c:v>6.4426300000000003</c:v>
                </c:pt>
                <c:pt idx="22734">
                  <c:v>6.4429400000000001</c:v>
                </c:pt>
                <c:pt idx="22735">
                  <c:v>6.4432400000000003</c:v>
                </c:pt>
                <c:pt idx="22736">
                  <c:v>6.4435500000000001</c:v>
                </c:pt>
                <c:pt idx="22737">
                  <c:v>6.4438599999999999</c:v>
                </c:pt>
                <c:pt idx="22738">
                  <c:v>6.4441600000000001</c:v>
                </c:pt>
                <c:pt idx="22739">
                  <c:v>6.4444699999999999</c:v>
                </c:pt>
                <c:pt idx="22740">
                  <c:v>6.4447700000000001</c:v>
                </c:pt>
                <c:pt idx="22741">
                  <c:v>6.4450799999999999</c:v>
                </c:pt>
                <c:pt idx="22742">
                  <c:v>6.4453800000000001</c:v>
                </c:pt>
                <c:pt idx="22743">
                  <c:v>6.4456899999999999</c:v>
                </c:pt>
                <c:pt idx="22744">
                  <c:v>6.4459900000000001</c:v>
                </c:pt>
                <c:pt idx="22745">
                  <c:v>6.4462999999999999</c:v>
                </c:pt>
                <c:pt idx="22746">
                  <c:v>6.4466000000000001</c:v>
                </c:pt>
                <c:pt idx="22747">
                  <c:v>6.4469099999999999</c:v>
                </c:pt>
                <c:pt idx="22748">
                  <c:v>6.4472100000000001</c:v>
                </c:pt>
                <c:pt idx="22749">
                  <c:v>6.4475199999999999</c:v>
                </c:pt>
                <c:pt idx="22750">
                  <c:v>6.4478299999999997</c:v>
                </c:pt>
                <c:pt idx="22751">
                  <c:v>6.4481299999999999</c:v>
                </c:pt>
                <c:pt idx="22752">
                  <c:v>6.4484399999999997</c:v>
                </c:pt>
                <c:pt idx="22753">
                  <c:v>6.4487399999999999</c:v>
                </c:pt>
                <c:pt idx="22754">
                  <c:v>6.4490499999999997</c:v>
                </c:pt>
                <c:pt idx="22755">
                  <c:v>6.4493499999999999</c:v>
                </c:pt>
                <c:pt idx="22756">
                  <c:v>6.4496599999999997</c:v>
                </c:pt>
                <c:pt idx="22757">
                  <c:v>6.4499599999999999</c:v>
                </c:pt>
                <c:pt idx="22758">
                  <c:v>6.4502699999999997</c:v>
                </c:pt>
                <c:pt idx="22759">
                  <c:v>6.4505699999999999</c:v>
                </c:pt>
                <c:pt idx="22760">
                  <c:v>6.4508799999999997</c:v>
                </c:pt>
                <c:pt idx="22761">
                  <c:v>6.4511799999999999</c:v>
                </c:pt>
                <c:pt idx="22762">
                  <c:v>6.4514899999999997</c:v>
                </c:pt>
                <c:pt idx="22763">
                  <c:v>6.4518000000000004</c:v>
                </c:pt>
                <c:pt idx="22764">
                  <c:v>6.4520999999999997</c:v>
                </c:pt>
                <c:pt idx="22765">
                  <c:v>6.4524100000000004</c:v>
                </c:pt>
                <c:pt idx="22766">
                  <c:v>6.4527099999999997</c:v>
                </c:pt>
                <c:pt idx="22767">
                  <c:v>6.4530200000000004</c:v>
                </c:pt>
                <c:pt idx="22768">
                  <c:v>6.4533199999999997</c:v>
                </c:pt>
                <c:pt idx="22769">
                  <c:v>6.4536300000000004</c:v>
                </c:pt>
                <c:pt idx="22770">
                  <c:v>6.4539299999999997</c:v>
                </c:pt>
                <c:pt idx="22771">
                  <c:v>6.4542400000000004</c:v>
                </c:pt>
                <c:pt idx="22772">
                  <c:v>6.4545399999999997</c:v>
                </c:pt>
                <c:pt idx="22773">
                  <c:v>6.4548500000000004</c:v>
                </c:pt>
                <c:pt idx="22774">
                  <c:v>6.4551499999999997</c:v>
                </c:pt>
                <c:pt idx="22775">
                  <c:v>6.4554600000000004</c:v>
                </c:pt>
                <c:pt idx="22776">
                  <c:v>6.4557700000000002</c:v>
                </c:pt>
                <c:pt idx="22777">
                  <c:v>6.4560700000000004</c:v>
                </c:pt>
                <c:pt idx="22778">
                  <c:v>6.4563800000000002</c:v>
                </c:pt>
                <c:pt idx="22779">
                  <c:v>6.4566800000000004</c:v>
                </c:pt>
                <c:pt idx="22780">
                  <c:v>6.4569900000000002</c:v>
                </c:pt>
                <c:pt idx="22781">
                  <c:v>6.4572900000000004</c:v>
                </c:pt>
                <c:pt idx="22782">
                  <c:v>6.4576000000000002</c:v>
                </c:pt>
                <c:pt idx="22783">
                  <c:v>6.4579000000000004</c:v>
                </c:pt>
                <c:pt idx="22784">
                  <c:v>6.4582100000000002</c:v>
                </c:pt>
                <c:pt idx="22785">
                  <c:v>6.4585100000000004</c:v>
                </c:pt>
                <c:pt idx="22786">
                  <c:v>6.4588200000000002</c:v>
                </c:pt>
                <c:pt idx="22787">
                  <c:v>6.45913</c:v>
                </c:pt>
                <c:pt idx="22788">
                  <c:v>6.4594300000000002</c:v>
                </c:pt>
                <c:pt idx="22789">
                  <c:v>6.45974</c:v>
                </c:pt>
                <c:pt idx="22790">
                  <c:v>6.4600400000000002</c:v>
                </c:pt>
                <c:pt idx="22791">
                  <c:v>6.46035</c:v>
                </c:pt>
                <c:pt idx="22792">
                  <c:v>6.4606500000000002</c:v>
                </c:pt>
                <c:pt idx="22793">
                  <c:v>6.46096</c:v>
                </c:pt>
                <c:pt idx="22794">
                  <c:v>6.4612600000000002</c:v>
                </c:pt>
                <c:pt idx="22795">
                  <c:v>6.46157</c:v>
                </c:pt>
                <c:pt idx="22796">
                  <c:v>6.4618700000000002</c:v>
                </c:pt>
                <c:pt idx="22797">
                  <c:v>6.46218</c:v>
                </c:pt>
                <c:pt idx="22798">
                  <c:v>6.4624800000000002</c:v>
                </c:pt>
                <c:pt idx="22799">
                  <c:v>6.46279</c:v>
                </c:pt>
                <c:pt idx="22800">
                  <c:v>6.4630999999999998</c:v>
                </c:pt>
                <c:pt idx="22801">
                  <c:v>6.4634</c:v>
                </c:pt>
                <c:pt idx="22802">
                  <c:v>6.4637099999999998</c:v>
                </c:pt>
                <c:pt idx="22803">
                  <c:v>6.46401</c:v>
                </c:pt>
                <c:pt idx="22804">
                  <c:v>6.4643199999999998</c:v>
                </c:pt>
                <c:pt idx="22805">
                  <c:v>6.46462</c:v>
                </c:pt>
                <c:pt idx="22806">
                  <c:v>6.4649299999999998</c:v>
                </c:pt>
                <c:pt idx="22807">
                  <c:v>6.46523</c:v>
                </c:pt>
                <c:pt idx="22808">
                  <c:v>6.4655399999999998</c:v>
                </c:pt>
                <c:pt idx="22809">
                  <c:v>6.46584</c:v>
                </c:pt>
                <c:pt idx="22810">
                  <c:v>6.4661499999999998</c:v>
                </c:pt>
                <c:pt idx="22811">
                  <c:v>6.46645</c:v>
                </c:pt>
                <c:pt idx="22812">
                  <c:v>6.4667599999999998</c:v>
                </c:pt>
                <c:pt idx="22813">
                  <c:v>6.4670699999999997</c:v>
                </c:pt>
                <c:pt idx="22814">
                  <c:v>6.4673699999999998</c:v>
                </c:pt>
                <c:pt idx="22815">
                  <c:v>6.4676799999999997</c:v>
                </c:pt>
                <c:pt idx="22816">
                  <c:v>6.4679799999999998</c:v>
                </c:pt>
                <c:pt idx="22817">
                  <c:v>6.4682899999999997</c:v>
                </c:pt>
                <c:pt idx="22818">
                  <c:v>6.4685899999999998</c:v>
                </c:pt>
                <c:pt idx="22819">
                  <c:v>6.4688999999999997</c:v>
                </c:pt>
                <c:pt idx="22820">
                  <c:v>6.4691999999999998</c:v>
                </c:pt>
                <c:pt idx="22821">
                  <c:v>6.4695099999999996</c:v>
                </c:pt>
                <c:pt idx="22822">
                  <c:v>6.4698099999999998</c:v>
                </c:pt>
                <c:pt idx="22823">
                  <c:v>6.4701199999999996</c:v>
                </c:pt>
                <c:pt idx="22824">
                  <c:v>6.4704199999999998</c:v>
                </c:pt>
                <c:pt idx="22825">
                  <c:v>6.4707299999999996</c:v>
                </c:pt>
                <c:pt idx="22826">
                  <c:v>6.4710400000000003</c:v>
                </c:pt>
                <c:pt idx="22827">
                  <c:v>6.4713399999999996</c:v>
                </c:pt>
                <c:pt idx="22828">
                  <c:v>6.4716500000000003</c:v>
                </c:pt>
                <c:pt idx="22829">
                  <c:v>6.4719499999999996</c:v>
                </c:pt>
                <c:pt idx="22830">
                  <c:v>6.4722600000000003</c:v>
                </c:pt>
                <c:pt idx="22831">
                  <c:v>6.4725599999999996</c:v>
                </c:pt>
                <c:pt idx="22832">
                  <c:v>6.4728700000000003</c:v>
                </c:pt>
                <c:pt idx="22833">
                  <c:v>6.4731699999999996</c:v>
                </c:pt>
                <c:pt idx="22834">
                  <c:v>6.4734800000000003</c:v>
                </c:pt>
                <c:pt idx="22835">
                  <c:v>6.4737799999999996</c:v>
                </c:pt>
                <c:pt idx="22836">
                  <c:v>6.4740900000000003</c:v>
                </c:pt>
                <c:pt idx="22837">
                  <c:v>6.4743899999999996</c:v>
                </c:pt>
                <c:pt idx="22838">
                  <c:v>6.4747000000000003</c:v>
                </c:pt>
                <c:pt idx="22839">
                  <c:v>6.4750100000000002</c:v>
                </c:pt>
                <c:pt idx="22840">
                  <c:v>6.4753100000000003</c:v>
                </c:pt>
                <c:pt idx="22841">
                  <c:v>6.4756200000000002</c:v>
                </c:pt>
                <c:pt idx="22842">
                  <c:v>6.4759200000000003</c:v>
                </c:pt>
                <c:pt idx="22843">
                  <c:v>6.4762300000000002</c:v>
                </c:pt>
                <c:pt idx="22844">
                  <c:v>6.4765300000000003</c:v>
                </c:pt>
                <c:pt idx="22845">
                  <c:v>6.4768400000000002</c:v>
                </c:pt>
                <c:pt idx="22846">
                  <c:v>6.4771400000000003</c:v>
                </c:pt>
                <c:pt idx="22847">
                  <c:v>6.4774500000000002</c:v>
                </c:pt>
                <c:pt idx="22848">
                  <c:v>6.4777500000000003</c:v>
                </c:pt>
                <c:pt idx="22849">
                  <c:v>6.4780600000000002</c:v>
                </c:pt>
                <c:pt idx="22850">
                  <c:v>6.47837</c:v>
                </c:pt>
                <c:pt idx="22851">
                  <c:v>6.4786700000000002</c:v>
                </c:pt>
                <c:pt idx="22852">
                  <c:v>6.47898</c:v>
                </c:pt>
                <c:pt idx="22853">
                  <c:v>6.4792800000000002</c:v>
                </c:pt>
                <c:pt idx="22854">
                  <c:v>6.47959</c:v>
                </c:pt>
                <c:pt idx="22855">
                  <c:v>6.4798900000000001</c:v>
                </c:pt>
                <c:pt idx="22856">
                  <c:v>6.4802</c:v>
                </c:pt>
                <c:pt idx="22857">
                  <c:v>6.4805000000000001</c:v>
                </c:pt>
                <c:pt idx="22858">
                  <c:v>6.48081</c:v>
                </c:pt>
                <c:pt idx="22859">
                  <c:v>6.4811100000000001</c:v>
                </c:pt>
                <c:pt idx="22860">
                  <c:v>6.48142</c:v>
                </c:pt>
                <c:pt idx="22861">
                  <c:v>6.4817200000000001</c:v>
                </c:pt>
                <c:pt idx="22862">
                  <c:v>6.48203</c:v>
                </c:pt>
                <c:pt idx="22863">
                  <c:v>6.4823399999999998</c:v>
                </c:pt>
                <c:pt idx="22864">
                  <c:v>6.48264</c:v>
                </c:pt>
                <c:pt idx="22865">
                  <c:v>6.4829499999999998</c:v>
                </c:pt>
                <c:pt idx="22866">
                  <c:v>6.48325</c:v>
                </c:pt>
                <c:pt idx="22867">
                  <c:v>6.4835599999999998</c:v>
                </c:pt>
                <c:pt idx="22868">
                  <c:v>6.48386</c:v>
                </c:pt>
                <c:pt idx="22869">
                  <c:v>6.4841699999999998</c:v>
                </c:pt>
                <c:pt idx="22870">
                  <c:v>6.48447</c:v>
                </c:pt>
                <c:pt idx="22871">
                  <c:v>6.4847799999999998</c:v>
                </c:pt>
                <c:pt idx="22872">
                  <c:v>6.48508</c:v>
                </c:pt>
                <c:pt idx="22873">
                  <c:v>6.4853899999999998</c:v>
                </c:pt>
                <c:pt idx="22874">
                  <c:v>6.48569</c:v>
                </c:pt>
                <c:pt idx="22875">
                  <c:v>6.4859999999999998</c:v>
                </c:pt>
                <c:pt idx="22876">
                  <c:v>6.4863099999999996</c:v>
                </c:pt>
                <c:pt idx="22877">
                  <c:v>6.4866099999999998</c:v>
                </c:pt>
                <c:pt idx="22878">
                  <c:v>6.4869199999999996</c:v>
                </c:pt>
                <c:pt idx="22879">
                  <c:v>6.4872199999999998</c:v>
                </c:pt>
                <c:pt idx="22880">
                  <c:v>6.4875299999999996</c:v>
                </c:pt>
                <c:pt idx="22881">
                  <c:v>6.4878299999999998</c:v>
                </c:pt>
                <c:pt idx="22882">
                  <c:v>6.4881399999999996</c:v>
                </c:pt>
                <c:pt idx="22883">
                  <c:v>6.4884399999999998</c:v>
                </c:pt>
                <c:pt idx="22884">
                  <c:v>6.4887499999999996</c:v>
                </c:pt>
                <c:pt idx="22885">
                  <c:v>6.4890499999999998</c:v>
                </c:pt>
                <c:pt idx="22886">
                  <c:v>6.4893599999999996</c:v>
                </c:pt>
                <c:pt idx="22887">
                  <c:v>6.4896599999999998</c:v>
                </c:pt>
                <c:pt idx="22888">
                  <c:v>6.4899699999999996</c:v>
                </c:pt>
                <c:pt idx="22889">
                  <c:v>6.4902800000000003</c:v>
                </c:pt>
                <c:pt idx="22890">
                  <c:v>6.4905799999999996</c:v>
                </c:pt>
                <c:pt idx="22891">
                  <c:v>6.4908900000000003</c:v>
                </c:pt>
                <c:pt idx="22892">
                  <c:v>6.4911899999999996</c:v>
                </c:pt>
                <c:pt idx="22893">
                  <c:v>6.4915000000000003</c:v>
                </c:pt>
                <c:pt idx="22894">
                  <c:v>6.4917999999999996</c:v>
                </c:pt>
                <c:pt idx="22895">
                  <c:v>6.4921100000000003</c:v>
                </c:pt>
                <c:pt idx="22896">
                  <c:v>6.4924099999999996</c:v>
                </c:pt>
                <c:pt idx="22897">
                  <c:v>6.4927200000000003</c:v>
                </c:pt>
                <c:pt idx="22898">
                  <c:v>6.4930199999999996</c:v>
                </c:pt>
                <c:pt idx="22899">
                  <c:v>6.4933300000000003</c:v>
                </c:pt>
                <c:pt idx="22900">
                  <c:v>6.4936400000000001</c:v>
                </c:pt>
                <c:pt idx="22901">
                  <c:v>6.4939400000000003</c:v>
                </c:pt>
                <c:pt idx="22902">
                  <c:v>6.4942500000000001</c:v>
                </c:pt>
                <c:pt idx="22903">
                  <c:v>6.4945500000000003</c:v>
                </c:pt>
                <c:pt idx="22904">
                  <c:v>6.4948600000000001</c:v>
                </c:pt>
                <c:pt idx="22905">
                  <c:v>6.4951600000000003</c:v>
                </c:pt>
                <c:pt idx="22906">
                  <c:v>6.4954700000000001</c:v>
                </c:pt>
                <c:pt idx="22907">
                  <c:v>6.4957700000000003</c:v>
                </c:pt>
                <c:pt idx="22908">
                  <c:v>6.4960800000000001</c:v>
                </c:pt>
                <c:pt idx="22909">
                  <c:v>6.4963800000000003</c:v>
                </c:pt>
                <c:pt idx="22910">
                  <c:v>6.4966900000000001</c:v>
                </c:pt>
                <c:pt idx="22911">
                  <c:v>6.4969900000000003</c:v>
                </c:pt>
                <c:pt idx="22912">
                  <c:v>6.4973000000000001</c:v>
                </c:pt>
                <c:pt idx="22913">
                  <c:v>6.4976099999999999</c:v>
                </c:pt>
                <c:pt idx="22914">
                  <c:v>6.4979100000000001</c:v>
                </c:pt>
                <c:pt idx="22915">
                  <c:v>6.4982199999999999</c:v>
                </c:pt>
                <c:pt idx="22916">
                  <c:v>6.4985200000000001</c:v>
                </c:pt>
                <c:pt idx="22917">
                  <c:v>6.4988299999999999</c:v>
                </c:pt>
                <c:pt idx="22918">
                  <c:v>6.4991300000000001</c:v>
                </c:pt>
                <c:pt idx="22919">
                  <c:v>6.4994399999999999</c:v>
                </c:pt>
                <c:pt idx="22920">
                  <c:v>6.4997400000000001</c:v>
                </c:pt>
                <c:pt idx="22921">
                  <c:v>6.5000499999999999</c:v>
                </c:pt>
                <c:pt idx="22922">
                  <c:v>6.5003500000000001</c:v>
                </c:pt>
                <c:pt idx="22923">
                  <c:v>6.5006599999999999</c:v>
                </c:pt>
                <c:pt idx="22924">
                  <c:v>6.5009600000000001</c:v>
                </c:pt>
                <c:pt idx="22925">
                  <c:v>6.5012699999999999</c:v>
                </c:pt>
                <c:pt idx="22926">
                  <c:v>6.5015799999999997</c:v>
                </c:pt>
                <c:pt idx="22927">
                  <c:v>6.5018799999999999</c:v>
                </c:pt>
                <c:pt idx="22928">
                  <c:v>6.5021899999999997</c:v>
                </c:pt>
                <c:pt idx="22929">
                  <c:v>6.5024899999999999</c:v>
                </c:pt>
                <c:pt idx="22930">
                  <c:v>6.5027999999999997</c:v>
                </c:pt>
                <c:pt idx="22931">
                  <c:v>6.5030999999999999</c:v>
                </c:pt>
                <c:pt idx="22932">
                  <c:v>6.5034099999999997</c:v>
                </c:pt>
                <c:pt idx="22933">
                  <c:v>6.5037099999999999</c:v>
                </c:pt>
                <c:pt idx="22934">
                  <c:v>6.5040199999999997</c:v>
                </c:pt>
                <c:pt idx="22935">
                  <c:v>6.5043199999999999</c:v>
                </c:pt>
                <c:pt idx="22936">
                  <c:v>6.5046299999999997</c:v>
                </c:pt>
                <c:pt idx="22937">
                  <c:v>6.5049299999999999</c:v>
                </c:pt>
                <c:pt idx="22938">
                  <c:v>6.5052399999999997</c:v>
                </c:pt>
                <c:pt idx="22939">
                  <c:v>6.5055500000000004</c:v>
                </c:pt>
                <c:pt idx="22940">
                  <c:v>6.5058499999999997</c:v>
                </c:pt>
                <c:pt idx="22941">
                  <c:v>6.5061600000000004</c:v>
                </c:pt>
                <c:pt idx="22942">
                  <c:v>6.5064599999999997</c:v>
                </c:pt>
                <c:pt idx="22943">
                  <c:v>6.5067700000000004</c:v>
                </c:pt>
                <c:pt idx="22944">
                  <c:v>6.5070699999999997</c:v>
                </c:pt>
                <c:pt idx="22945">
                  <c:v>6.5073800000000004</c:v>
                </c:pt>
                <c:pt idx="22946">
                  <c:v>6.5076799999999997</c:v>
                </c:pt>
                <c:pt idx="22947">
                  <c:v>6.5079900000000004</c:v>
                </c:pt>
                <c:pt idx="22948">
                  <c:v>6.5082899999999997</c:v>
                </c:pt>
                <c:pt idx="22949">
                  <c:v>6.5086000000000004</c:v>
                </c:pt>
                <c:pt idx="22950">
                  <c:v>6.5088999999999997</c:v>
                </c:pt>
                <c:pt idx="22951">
                  <c:v>6.5092100000000004</c:v>
                </c:pt>
                <c:pt idx="22952">
                  <c:v>6.5095200000000002</c:v>
                </c:pt>
                <c:pt idx="22953">
                  <c:v>6.5098200000000004</c:v>
                </c:pt>
                <c:pt idx="22954">
                  <c:v>6.5101300000000002</c:v>
                </c:pt>
                <c:pt idx="22955">
                  <c:v>6.5104300000000004</c:v>
                </c:pt>
                <c:pt idx="22956">
                  <c:v>6.5107400000000002</c:v>
                </c:pt>
                <c:pt idx="22957">
                  <c:v>6.5110400000000004</c:v>
                </c:pt>
                <c:pt idx="22958">
                  <c:v>6.5113500000000002</c:v>
                </c:pt>
                <c:pt idx="22959">
                  <c:v>6.5116500000000004</c:v>
                </c:pt>
                <c:pt idx="22960">
                  <c:v>6.5119600000000002</c:v>
                </c:pt>
                <c:pt idx="22961">
                  <c:v>6.5122600000000004</c:v>
                </c:pt>
                <c:pt idx="22962">
                  <c:v>6.5125700000000002</c:v>
                </c:pt>
                <c:pt idx="22963">
                  <c:v>6.51288</c:v>
                </c:pt>
                <c:pt idx="22964">
                  <c:v>6.5131800000000002</c:v>
                </c:pt>
                <c:pt idx="22965">
                  <c:v>6.51349</c:v>
                </c:pt>
                <c:pt idx="22966">
                  <c:v>6.5137900000000002</c:v>
                </c:pt>
                <c:pt idx="22967">
                  <c:v>6.5141</c:v>
                </c:pt>
                <c:pt idx="22968">
                  <c:v>6.5144000000000002</c:v>
                </c:pt>
                <c:pt idx="22969">
                  <c:v>6.51471</c:v>
                </c:pt>
                <c:pt idx="22970">
                  <c:v>6.5150100000000002</c:v>
                </c:pt>
                <c:pt idx="22971">
                  <c:v>6.51532</c:v>
                </c:pt>
                <c:pt idx="22972">
                  <c:v>6.5156200000000002</c:v>
                </c:pt>
                <c:pt idx="22973">
                  <c:v>6.51593</c:v>
                </c:pt>
                <c:pt idx="22974">
                  <c:v>6.5162300000000002</c:v>
                </c:pt>
                <c:pt idx="22975">
                  <c:v>6.51654</c:v>
                </c:pt>
                <c:pt idx="22976">
                  <c:v>6.5168499999999998</c:v>
                </c:pt>
                <c:pt idx="22977">
                  <c:v>6.51715</c:v>
                </c:pt>
                <c:pt idx="22978">
                  <c:v>6.5174599999999998</c:v>
                </c:pt>
                <c:pt idx="22979">
                  <c:v>6.51776</c:v>
                </c:pt>
                <c:pt idx="22980">
                  <c:v>6.5180699999999998</c:v>
                </c:pt>
                <c:pt idx="22981">
                  <c:v>6.51837</c:v>
                </c:pt>
                <c:pt idx="22982">
                  <c:v>6.5186799999999998</c:v>
                </c:pt>
                <c:pt idx="22983">
                  <c:v>6.51898</c:v>
                </c:pt>
                <c:pt idx="22984">
                  <c:v>6.5192899999999998</c:v>
                </c:pt>
                <c:pt idx="22985">
                  <c:v>6.51959</c:v>
                </c:pt>
                <c:pt idx="22986">
                  <c:v>6.5198999999999998</c:v>
                </c:pt>
                <c:pt idx="22987">
                  <c:v>6.5202</c:v>
                </c:pt>
                <c:pt idx="22988">
                  <c:v>6.5205099999999998</c:v>
                </c:pt>
                <c:pt idx="22989">
                  <c:v>6.5208199999999996</c:v>
                </c:pt>
                <c:pt idx="22990">
                  <c:v>6.5211199999999998</c:v>
                </c:pt>
                <c:pt idx="22991">
                  <c:v>6.5214299999999996</c:v>
                </c:pt>
                <c:pt idx="22992">
                  <c:v>6.5217299999999998</c:v>
                </c:pt>
                <c:pt idx="22993">
                  <c:v>6.5220399999999996</c:v>
                </c:pt>
                <c:pt idx="22994">
                  <c:v>6.5223399999999998</c:v>
                </c:pt>
                <c:pt idx="22995">
                  <c:v>6.5226499999999996</c:v>
                </c:pt>
                <c:pt idx="22996">
                  <c:v>6.5229499999999998</c:v>
                </c:pt>
                <c:pt idx="22997">
                  <c:v>6.5232599999999996</c:v>
                </c:pt>
                <c:pt idx="22998">
                  <c:v>6.5235599999999998</c:v>
                </c:pt>
                <c:pt idx="22999">
                  <c:v>6.5238699999999996</c:v>
                </c:pt>
                <c:pt idx="23000">
                  <c:v>6.5241699999999998</c:v>
                </c:pt>
                <c:pt idx="23001">
                  <c:v>6.5244799999999996</c:v>
                </c:pt>
                <c:pt idx="23002">
                  <c:v>6.5247900000000003</c:v>
                </c:pt>
                <c:pt idx="23003">
                  <c:v>6.5250899999999996</c:v>
                </c:pt>
                <c:pt idx="23004">
                  <c:v>6.5254000000000003</c:v>
                </c:pt>
                <c:pt idx="23005">
                  <c:v>6.5256999999999996</c:v>
                </c:pt>
                <c:pt idx="23006">
                  <c:v>6.5260100000000003</c:v>
                </c:pt>
                <c:pt idx="23007">
                  <c:v>6.5263099999999996</c:v>
                </c:pt>
                <c:pt idx="23008">
                  <c:v>6.5266200000000003</c:v>
                </c:pt>
                <c:pt idx="23009">
                  <c:v>6.5269199999999996</c:v>
                </c:pt>
                <c:pt idx="23010">
                  <c:v>6.5272300000000003</c:v>
                </c:pt>
                <c:pt idx="23011">
                  <c:v>6.5275299999999996</c:v>
                </c:pt>
                <c:pt idx="23012">
                  <c:v>6.5278400000000003</c:v>
                </c:pt>
                <c:pt idx="23013">
                  <c:v>6.5281399999999996</c:v>
                </c:pt>
                <c:pt idx="23014">
                  <c:v>6.5284500000000003</c:v>
                </c:pt>
                <c:pt idx="23015">
                  <c:v>6.5287600000000001</c:v>
                </c:pt>
                <c:pt idx="23016">
                  <c:v>6.5290600000000003</c:v>
                </c:pt>
                <c:pt idx="23017">
                  <c:v>6.5293700000000001</c:v>
                </c:pt>
                <c:pt idx="23018">
                  <c:v>6.5296700000000003</c:v>
                </c:pt>
                <c:pt idx="23019">
                  <c:v>6.5299800000000001</c:v>
                </c:pt>
                <c:pt idx="23020">
                  <c:v>6.5302800000000003</c:v>
                </c:pt>
                <c:pt idx="23021">
                  <c:v>6.5305900000000001</c:v>
                </c:pt>
                <c:pt idx="23022">
                  <c:v>6.5308900000000003</c:v>
                </c:pt>
                <c:pt idx="23023">
                  <c:v>6.5312000000000001</c:v>
                </c:pt>
                <c:pt idx="23024">
                  <c:v>6.5315000000000003</c:v>
                </c:pt>
                <c:pt idx="23025">
                  <c:v>6.5318100000000001</c:v>
                </c:pt>
                <c:pt idx="23026">
                  <c:v>6.5321199999999999</c:v>
                </c:pt>
                <c:pt idx="23027">
                  <c:v>6.5324200000000001</c:v>
                </c:pt>
                <c:pt idx="23028">
                  <c:v>6.5327299999999999</c:v>
                </c:pt>
                <c:pt idx="23029">
                  <c:v>6.5330300000000001</c:v>
                </c:pt>
                <c:pt idx="23030">
                  <c:v>6.5333399999999999</c:v>
                </c:pt>
                <c:pt idx="23031">
                  <c:v>6.5336400000000001</c:v>
                </c:pt>
                <c:pt idx="23032">
                  <c:v>6.5339499999999999</c:v>
                </c:pt>
                <c:pt idx="23033">
                  <c:v>6.5342500000000001</c:v>
                </c:pt>
                <c:pt idx="23034">
                  <c:v>6.5345599999999999</c:v>
                </c:pt>
                <c:pt idx="23035">
                  <c:v>6.5348600000000001</c:v>
                </c:pt>
                <c:pt idx="23036">
                  <c:v>6.5351699999999999</c:v>
                </c:pt>
                <c:pt idx="23037">
                  <c:v>6.5354700000000001</c:v>
                </c:pt>
                <c:pt idx="23038">
                  <c:v>6.5357799999999999</c:v>
                </c:pt>
                <c:pt idx="23039">
                  <c:v>6.5360899999999997</c:v>
                </c:pt>
                <c:pt idx="23040">
                  <c:v>6.5363899999999999</c:v>
                </c:pt>
                <c:pt idx="23041">
                  <c:v>6.5366999999999997</c:v>
                </c:pt>
                <c:pt idx="23042">
                  <c:v>6.5369999999999999</c:v>
                </c:pt>
                <c:pt idx="23043">
                  <c:v>6.5373099999999997</c:v>
                </c:pt>
                <c:pt idx="23044">
                  <c:v>6.5376099999999999</c:v>
                </c:pt>
                <c:pt idx="23045">
                  <c:v>6.5379199999999997</c:v>
                </c:pt>
                <c:pt idx="23046">
                  <c:v>6.5382199999999999</c:v>
                </c:pt>
                <c:pt idx="23047">
                  <c:v>6.5385299999999997</c:v>
                </c:pt>
                <c:pt idx="23048">
                  <c:v>6.5388299999999999</c:v>
                </c:pt>
                <c:pt idx="23049">
                  <c:v>6.5391399999999997</c:v>
                </c:pt>
                <c:pt idx="23050">
                  <c:v>6.5394399999999999</c:v>
                </c:pt>
                <c:pt idx="23051">
                  <c:v>6.5397499999999997</c:v>
                </c:pt>
                <c:pt idx="23052">
                  <c:v>6.5400600000000004</c:v>
                </c:pt>
                <c:pt idx="23053">
                  <c:v>6.5403599999999997</c:v>
                </c:pt>
                <c:pt idx="23054">
                  <c:v>6.5406700000000004</c:v>
                </c:pt>
                <c:pt idx="23055">
                  <c:v>6.5409699999999997</c:v>
                </c:pt>
                <c:pt idx="23056">
                  <c:v>6.5412800000000004</c:v>
                </c:pt>
                <c:pt idx="23057">
                  <c:v>6.5415799999999997</c:v>
                </c:pt>
                <c:pt idx="23058">
                  <c:v>6.5418900000000004</c:v>
                </c:pt>
                <c:pt idx="23059">
                  <c:v>6.5421899999999997</c:v>
                </c:pt>
                <c:pt idx="23060">
                  <c:v>6.5425000000000004</c:v>
                </c:pt>
                <c:pt idx="23061">
                  <c:v>6.5427999999999997</c:v>
                </c:pt>
                <c:pt idx="23062">
                  <c:v>6.5431100000000004</c:v>
                </c:pt>
                <c:pt idx="23063">
                  <c:v>6.5434099999999997</c:v>
                </c:pt>
                <c:pt idx="23064">
                  <c:v>6.5437200000000004</c:v>
                </c:pt>
                <c:pt idx="23065">
                  <c:v>6.5440300000000002</c:v>
                </c:pt>
                <c:pt idx="23066">
                  <c:v>6.5443300000000004</c:v>
                </c:pt>
                <c:pt idx="23067">
                  <c:v>6.5446400000000002</c:v>
                </c:pt>
                <c:pt idx="23068">
                  <c:v>6.5449400000000004</c:v>
                </c:pt>
                <c:pt idx="23069">
                  <c:v>6.5452500000000002</c:v>
                </c:pt>
                <c:pt idx="23070">
                  <c:v>6.5455500000000004</c:v>
                </c:pt>
                <c:pt idx="23071">
                  <c:v>6.5458600000000002</c:v>
                </c:pt>
                <c:pt idx="23072">
                  <c:v>6.5461600000000004</c:v>
                </c:pt>
                <c:pt idx="23073">
                  <c:v>6.5464700000000002</c:v>
                </c:pt>
                <c:pt idx="23074">
                  <c:v>6.5467700000000004</c:v>
                </c:pt>
                <c:pt idx="23075">
                  <c:v>6.5470800000000002</c:v>
                </c:pt>
                <c:pt idx="23076">
                  <c:v>6.54739</c:v>
                </c:pt>
                <c:pt idx="23077">
                  <c:v>6.5476900000000002</c:v>
                </c:pt>
                <c:pt idx="23078">
                  <c:v>6.548</c:v>
                </c:pt>
                <c:pt idx="23079">
                  <c:v>6.5483000000000002</c:v>
                </c:pt>
                <c:pt idx="23080">
                  <c:v>6.54861</c:v>
                </c:pt>
                <c:pt idx="23081">
                  <c:v>6.5489100000000002</c:v>
                </c:pt>
                <c:pt idx="23082">
                  <c:v>6.54922</c:v>
                </c:pt>
                <c:pt idx="23083">
                  <c:v>6.5495200000000002</c:v>
                </c:pt>
                <c:pt idx="23084">
                  <c:v>6.54983</c:v>
                </c:pt>
                <c:pt idx="23085">
                  <c:v>6.5501300000000002</c:v>
                </c:pt>
                <c:pt idx="23086">
                  <c:v>6.55044</c:v>
                </c:pt>
                <c:pt idx="23087">
                  <c:v>6.5507400000000002</c:v>
                </c:pt>
                <c:pt idx="23088">
                  <c:v>6.55105</c:v>
                </c:pt>
                <c:pt idx="23089">
                  <c:v>6.5513599999999999</c:v>
                </c:pt>
                <c:pt idx="23090">
                  <c:v>6.55166</c:v>
                </c:pt>
                <c:pt idx="23091">
                  <c:v>6.5519699999999998</c:v>
                </c:pt>
                <c:pt idx="23092">
                  <c:v>6.55227</c:v>
                </c:pt>
                <c:pt idx="23093">
                  <c:v>6.5525799999999998</c:v>
                </c:pt>
                <c:pt idx="23094">
                  <c:v>6.55288</c:v>
                </c:pt>
                <c:pt idx="23095">
                  <c:v>6.5531899999999998</c:v>
                </c:pt>
                <c:pt idx="23096">
                  <c:v>6.55349</c:v>
                </c:pt>
                <c:pt idx="23097">
                  <c:v>6.5537999999999998</c:v>
                </c:pt>
                <c:pt idx="23098">
                  <c:v>6.5541</c:v>
                </c:pt>
                <c:pt idx="23099">
                  <c:v>6.5544099999999998</c:v>
                </c:pt>
                <c:pt idx="23100">
                  <c:v>6.55471</c:v>
                </c:pt>
                <c:pt idx="23101">
                  <c:v>6.5550199999999998</c:v>
                </c:pt>
                <c:pt idx="23102">
                  <c:v>6.5553299999999997</c:v>
                </c:pt>
                <c:pt idx="23103">
                  <c:v>6.5556299999999998</c:v>
                </c:pt>
                <c:pt idx="23104">
                  <c:v>6.5559399999999997</c:v>
                </c:pt>
                <c:pt idx="23105">
                  <c:v>6.5562399999999998</c:v>
                </c:pt>
                <c:pt idx="23106">
                  <c:v>6.5565499999999997</c:v>
                </c:pt>
                <c:pt idx="23107">
                  <c:v>6.5568499999999998</c:v>
                </c:pt>
                <c:pt idx="23108">
                  <c:v>6.5571599999999997</c:v>
                </c:pt>
                <c:pt idx="23109">
                  <c:v>6.5574599999999998</c:v>
                </c:pt>
                <c:pt idx="23110">
                  <c:v>6.5577699999999997</c:v>
                </c:pt>
                <c:pt idx="23111">
                  <c:v>6.5580699999999998</c:v>
                </c:pt>
                <c:pt idx="23112">
                  <c:v>6.5583799999999997</c:v>
                </c:pt>
                <c:pt idx="23113">
                  <c:v>6.5586799999999998</c:v>
                </c:pt>
                <c:pt idx="23114">
                  <c:v>6.5589899999999997</c:v>
                </c:pt>
                <c:pt idx="23115">
                  <c:v>6.5593000000000004</c:v>
                </c:pt>
                <c:pt idx="23116">
                  <c:v>6.5595999999999997</c:v>
                </c:pt>
                <c:pt idx="23117">
                  <c:v>6.5599100000000004</c:v>
                </c:pt>
                <c:pt idx="23118">
                  <c:v>6.5602099999999997</c:v>
                </c:pt>
                <c:pt idx="23119">
                  <c:v>6.5605200000000004</c:v>
                </c:pt>
                <c:pt idx="23120">
                  <c:v>6.5608199999999997</c:v>
                </c:pt>
                <c:pt idx="23121">
                  <c:v>6.5611300000000004</c:v>
                </c:pt>
                <c:pt idx="23122">
                  <c:v>6.5614299999999997</c:v>
                </c:pt>
                <c:pt idx="23123">
                  <c:v>6.5617400000000004</c:v>
                </c:pt>
                <c:pt idx="23124">
                  <c:v>6.5620399999999997</c:v>
                </c:pt>
                <c:pt idx="23125">
                  <c:v>6.5623500000000003</c:v>
                </c:pt>
                <c:pt idx="23126">
                  <c:v>6.5626499999999997</c:v>
                </c:pt>
                <c:pt idx="23127">
                  <c:v>6.5629600000000003</c:v>
                </c:pt>
                <c:pt idx="23128">
                  <c:v>6.5632700000000002</c:v>
                </c:pt>
                <c:pt idx="23129">
                  <c:v>6.5635700000000003</c:v>
                </c:pt>
                <c:pt idx="23130">
                  <c:v>6.5638800000000002</c:v>
                </c:pt>
                <c:pt idx="23131">
                  <c:v>6.5641800000000003</c:v>
                </c:pt>
                <c:pt idx="23132">
                  <c:v>6.5644900000000002</c:v>
                </c:pt>
                <c:pt idx="23133">
                  <c:v>6.5647900000000003</c:v>
                </c:pt>
                <c:pt idx="23134">
                  <c:v>6.5651000000000002</c:v>
                </c:pt>
                <c:pt idx="23135">
                  <c:v>6.5654000000000003</c:v>
                </c:pt>
                <c:pt idx="23136">
                  <c:v>6.5657100000000002</c:v>
                </c:pt>
                <c:pt idx="23137">
                  <c:v>6.5660100000000003</c:v>
                </c:pt>
                <c:pt idx="23138">
                  <c:v>6.5663200000000002</c:v>
                </c:pt>
                <c:pt idx="23139">
                  <c:v>6.56663</c:v>
                </c:pt>
                <c:pt idx="23140">
                  <c:v>6.5669300000000002</c:v>
                </c:pt>
                <c:pt idx="23141">
                  <c:v>6.56724</c:v>
                </c:pt>
                <c:pt idx="23142">
                  <c:v>6.5675400000000002</c:v>
                </c:pt>
                <c:pt idx="23143">
                  <c:v>6.56785</c:v>
                </c:pt>
                <c:pt idx="23144">
                  <c:v>6.5681500000000002</c:v>
                </c:pt>
                <c:pt idx="23145">
                  <c:v>6.56846</c:v>
                </c:pt>
                <c:pt idx="23146">
                  <c:v>6.5687600000000002</c:v>
                </c:pt>
                <c:pt idx="23147">
                  <c:v>6.56907</c:v>
                </c:pt>
                <c:pt idx="23148">
                  <c:v>6.5693700000000002</c:v>
                </c:pt>
                <c:pt idx="23149">
                  <c:v>6.56968</c:v>
                </c:pt>
                <c:pt idx="23150">
                  <c:v>6.5699800000000002</c:v>
                </c:pt>
                <c:pt idx="23151">
                  <c:v>6.57029</c:v>
                </c:pt>
                <c:pt idx="23152">
                  <c:v>6.5705999999999998</c:v>
                </c:pt>
                <c:pt idx="23153">
                  <c:v>6.5709</c:v>
                </c:pt>
                <c:pt idx="23154">
                  <c:v>6.5712099999999998</c:v>
                </c:pt>
                <c:pt idx="23155">
                  <c:v>6.57151</c:v>
                </c:pt>
                <c:pt idx="23156">
                  <c:v>6.5718199999999998</c:v>
                </c:pt>
                <c:pt idx="23157">
                  <c:v>6.57212</c:v>
                </c:pt>
                <c:pt idx="23158">
                  <c:v>6.5724299999999998</c:v>
                </c:pt>
                <c:pt idx="23159">
                  <c:v>6.57273</c:v>
                </c:pt>
                <c:pt idx="23160">
                  <c:v>6.5730399999999998</c:v>
                </c:pt>
                <c:pt idx="23161">
                  <c:v>6.57334</c:v>
                </c:pt>
                <c:pt idx="23162">
                  <c:v>6.5736499999999998</c:v>
                </c:pt>
                <c:pt idx="23163">
                  <c:v>6.57395</c:v>
                </c:pt>
                <c:pt idx="23164">
                  <c:v>6.5742599999999998</c:v>
                </c:pt>
                <c:pt idx="23165">
                  <c:v>6.5745699999999996</c:v>
                </c:pt>
                <c:pt idx="23166">
                  <c:v>6.5748699999999998</c:v>
                </c:pt>
                <c:pt idx="23167">
                  <c:v>6.5751799999999996</c:v>
                </c:pt>
                <c:pt idx="23168">
                  <c:v>6.5754799999999998</c:v>
                </c:pt>
                <c:pt idx="23169">
                  <c:v>6.5757899999999996</c:v>
                </c:pt>
                <c:pt idx="23170">
                  <c:v>6.5760899999999998</c:v>
                </c:pt>
                <c:pt idx="23171">
                  <c:v>6.5763999999999996</c:v>
                </c:pt>
                <c:pt idx="23172">
                  <c:v>6.5766999999999998</c:v>
                </c:pt>
                <c:pt idx="23173">
                  <c:v>6.5770099999999996</c:v>
                </c:pt>
                <c:pt idx="23174">
                  <c:v>6.5773099999999998</c:v>
                </c:pt>
                <c:pt idx="23175">
                  <c:v>6.5776199999999996</c:v>
                </c:pt>
                <c:pt idx="23176">
                  <c:v>6.5779199999999998</c:v>
                </c:pt>
                <c:pt idx="23177">
                  <c:v>6.5782299999999996</c:v>
                </c:pt>
                <c:pt idx="23178">
                  <c:v>6.5785400000000003</c:v>
                </c:pt>
                <c:pt idx="23179">
                  <c:v>6.5788399999999996</c:v>
                </c:pt>
                <c:pt idx="23180">
                  <c:v>6.5791500000000003</c:v>
                </c:pt>
                <c:pt idx="23181">
                  <c:v>6.5794499999999996</c:v>
                </c:pt>
                <c:pt idx="23182">
                  <c:v>6.5797600000000003</c:v>
                </c:pt>
                <c:pt idx="23183">
                  <c:v>6.5800599999999996</c:v>
                </c:pt>
                <c:pt idx="23184">
                  <c:v>6.5803700000000003</c:v>
                </c:pt>
                <c:pt idx="23185">
                  <c:v>6.5806699999999996</c:v>
                </c:pt>
                <c:pt idx="23186">
                  <c:v>6.5809800000000003</c:v>
                </c:pt>
                <c:pt idx="23187">
                  <c:v>6.5812799999999996</c:v>
                </c:pt>
                <c:pt idx="23188">
                  <c:v>6.5815900000000003</c:v>
                </c:pt>
                <c:pt idx="23189">
                  <c:v>6.5818899999999996</c:v>
                </c:pt>
                <c:pt idx="23190">
                  <c:v>6.5822000000000003</c:v>
                </c:pt>
                <c:pt idx="23191">
                  <c:v>6.5825100000000001</c:v>
                </c:pt>
                <c:pt idx="23192">
                  <c:v>6.5828100000000003</c:v>
                </c:pt>
                <c:pt idx="23193">
                  <c:v>6.5831200000000001</c:v>
                </c:pt>
                <c:pt idx="23194">
                  <c:v>6.5834200000000003</c:v>
                </c:pt>
                <c:pt idx="23195">
                  <c:v>6.5837300000000001</c:v>
                </c:pt>
                <c:pt idx="23196">
                  <c:v>6.5840300000000003</c:v>
                </c:pt>
                <c:pt idx="23197">
                  <c:v>6.5843400000000001</c:v>
                </c:pt>
                <c:pt idx="23198">
                  <c:v>6.5846400000000003</c:v>
                </c:pt>
                <c:pt idx="23199">
                  <c:v>6.5849500000000001</c:v>
                </c:pt>
                <c:pt idx="23200">
                  <c:v>6.5852500000000003</c:v>
                </c:pt>
                <c:pt idx="23201">
                  <c:v>6.5855600000000001</c:v>
                </c:pt>
                <c:pt idx="23202">
                  <c:v>6.5858699999999999</c:v>
                </c:pt>
                <c:pt idx="23203">
                  <c:v>6.5861700000000001</c:v>
                </c:pt>
                <c:pt idx="23204">
                  <c:v>6.5864799999999999</c:v>
                </c:pt>
                <c:pt idx="23205">
                  <c:v>6.5867800000000001</c:v>
                </c:pt>
                <c:pt idx="23206">
                  <c:v>6.5870899999999999</c:v>
                </c:pt>
                <c:pt idx="23207">
                  <c:v>6.5873900000000001</c:v>
                </c:pt>
                <c:pt idx="23208">
                  <c:v>6.5876999999999999</c:v>
                </c:pt>
                <c:pt idx="23209">
                  <c:v>6.5880000000000001</c:v>
                </c:pt>
                <c:pt idx="23210">
                  <c:v>6.5883099999999999</c:v>
                </c:pt>
                <c:pt idx="23211">
                  <c:v>6.5886100000000001</c:v>
                </c:pt>
                <c:pt idx="23212">
                  <c:v>6.5889199999999999</c:v>
                </c:pt>
                <c:pt idx="23213">
                  <c:v>6.5892200000000001</c:v>
                </c:pt>
                <c:pt idx="23214">
                  <c:v>6.5895299999999999</c:v>
                </c:pt>
                <c:pt idx="23215">
                  <c:v>6.5898399999999997</c:v>
                </c:pt>
                <c:pt idx="23216">
                  <c:v>6.5901399999999999</c:v>
                </c:pt>
                <c:pt idx="23217">
                  <c:v>6.5904499999999997</c:v>
                </c:pt>
                <c:pt idx="23218">
                  <c:v>6.5907499999999999</c:v>
                </c:pt>
                <c:pt idx="23219">
                  <c:v>6.5910599999999997</c:v>
                </c:pt>
                <c:pt idx="23220">
                  <c:v>6.5913599999999999</c:v>
                </c:pt>
                <c:pt idx="23221">
                  <c:v>6.5916699999999997</c:v>
                </c:pt>
                <c:pt idx="23222">
                  <c:v>6.5919699999999999</c:v>
                </c:pt>
                <c:pt idx="23223">
                  <c:v>6.5922799999999997</c:v>
                </c:pt>
                <c:pt idx="23224">
                  <c:v>6.5925799999999999</c:v>
                </c:pt>
                <c:pt idx="23225">
                  <c:v>6.5928899999999997</c:v>
                </c:pt>
                <c:pt idx="23226">
                  <c:v>6.5931899999999999</c:v>
                </c:pt>
                <c:pt idx="23227">
                  <c:v>6.5934999999999997</c:v>
                </c:pt>
                <c:pt idx="23228">
                  <c:v>6.5938100000000004</c:v>
                </c:pt>
                <c:pt idx="23229">
                  <c:v>6.5941099999999997</c:v>
                </c:pt>
                <c:pt idx="23230">
                  <c:v>6.5944200000000004</c:v>
                </c:pt>
                <c:pt idx="23231">
                  <c:v>6.5947199999999997</c:v>
                </c:pt>
                <c:pt idx="23232">
                  <c:v>6.5950300000000004</c:v>
                </c:pt>
                <c:pt idx="23233">
                  <c:v>6.5953299999999997</c:v>
                </c:pt>
                <c:pt idx="23234">
                  <c:v>6.5956400000000004</c:v>
                </c:pt>
                <c:pt idx="23235">
                  <c:v>6.5959399999999997</c:v>
                </c:pt>
                <c:pt idx="23236">
                  <c:v>6.5962500000000004</c:v>
                </c:pt>
                <c:pt idx="23237">
                  <c:v>6.5965499999999997</c:v>
                </c:pt>
                <c:pt idx="23238">
                  <c:v>6.5968600000000004</c:v>
                </c:pt>
                <c:pt idx="23239">
                  <c:v>6.5971599999999997</c:v>
                </c:pt>
                <c:pt idx="23240">
                  <c:v>6.5974700000000004</c:v>
                </c:pt>
                <c:pt idx="23241">
                  <c:v>6.5977800000000002</c:v>
                </c:pt>
                <c:pt idx="23242">
                  <c:v>6.5980800000000004</c:v>
                </c:pt>
                <c:pt idx="23243">
                  <c:v>6.5983900000000002</c:v>
                </c:pt>
                <c:pt idx="23244">
                  <c:v>6.5986900000000004</c:v>
                </c:pt>
                <c:pt idx="23245">
                  <c:v>6.5990000000000002</c:v>
                </c:pt>
                <c:pt idx="23246">
                  <c:v>6.5993000000000004</c:v>
                </c:pt>
                <c:pt idx="23247">
                  <c:v>6.5996100000000002</c:v>
                </c:pt>
                <c:pt idx="23248">
                  <c:v>6.5999100000000004</c:v>
                </c:pt>
                <c:pt idx="23249">
                  <c:v>6.6002200000000002</c:v>
                </c:pt>
                <c:pt idx="23250">
                  <c:v>6.6005200000000004</c:v>
                </c:pt>
                <c:pt idx="23251">
                  <c:v>6.6008300000000002</c:v>
                </c:pt>
                <c:pt idx="23252">
                  <c:v>6.60114</c:v>
                </c:pt>
                <c:pt idx="23253">
                  <c:v>6.6014400000000002</c:v>
                </c:pt>
                <c:pt idx="23254">
                  <c:v>6.60175</c:v>
                </c:pt>
                <c:pt idx="23255">
                  <c:v>6.6020500000000002</c:v>
                </c:pt>
                <c:pt idx="23256">
                  <c:v>6.60236</c:v>
                </c:pt>
                <c:pt idx="23257">
                  <c:v>6.6026600000000002</c:v>
                </c:pt>
                <c:pt idx="23258">
                  <c:v>6.60297</c:v>
                </c:pt>
                <c:pt idx="23259">
                  <c:v>6.6032700000000002</c:v>
                </c:pt>
                <c:pt idx="23260">
                  <c:v>6.60358</c:v>
                </c:pt>
                <c:pt idx="23261">
                  <c:v>6.6038800000000002</c:v>
                </c:pt>
                <c:pt idx="23262">
                  <c:v>6.60419</c:v>
                </c:pt>
                <c:pt idx="23263">
                  <c:v>6.6044900000000002</c:v>
                </c:pt>
                <c:pt idx="23264">
                  <c:v>6.6048</c:v>
                </c:pt>
                <c:pt idx="23265">
                  <c:v>6.6051099999999998</c:v>
                </c:pt>
                <c:pt idx="23266">
                  <c:v>6.60541</c:v>
                </c:pt>
                <c:pt idx="23267">
                  <c:v>6.6057199999999998</c:v>
                </c:pt>
                <c:pt idx="23268">
                  <c:v>6.60602</c:v>
                </c:pt>
                <c:pt idx="23269">
                  <c:v>6.6063299999999998</c:v>
                </c:pt>
                <c:pt idx="23270">
                  <c:v>6.60663</c:v>
                </c:pt>
                <c:pt idx="23271">
                  <c:v>6.6069399999999998</c:v>
                </c:pt>
                <c:pt idx="23272">
                  <c:v>6.60724</c:v>
                </c:pt>
                <c:pt idx="23273">
                  <c:v>6.6075499999999998</c:v>
                </c:pt>
                <c:pt idx="23274">
                  <c:v>6.60785</c:v>
                </c:pt>
                <c:pt idx="23275">
                  <c:v>6.6081599999999998</c:v>
                </c:pt>
                <c:pt idx="23276">
                  <c:v>6.60846</c:v>
                </c:pt>
                <c:pt idx="23277">
                  <c:v>6.6087699999999998</c:v>
                </c:pt>
                <c:pt idx="23278">
                  <c:v>6.6090799999999996</c:v>
                </c:pt>
                <c:pt idx="23279">
                  <c:v>6.6093799999999998</c:v>
                </c:pt>
                <c:pt idx="23280">
                  <c:v>6.6096899999999996</c:v>
                </c:pt>
                <c:pt idx="23281">
                  <c:v>6.6099899999999998</c:v>
                </c:pt>
                <c:pt idx="23282">
                  <c:v>6.6102999999999996</c:v>
                </c:pt>
                <c:pt idx="23283">
                  <c:v>6.6105999999999998</c:v>
                </c:pt>
                <c:pt idx="23284">
                  <c:v>6.6109099999999996</c:v>
                </c:pt>
                <c:pt idx="23285">
                  <c:v>6.6112099999999998</c:v>
                </c:pt>
                <c:pt idx="23286">
                  <c:v>6.6115199999999996</c:v>
                </c:pt>
                <c:pt idx="23287">
                  <c:v>6.6118199999999998</c:v>
                </c:pt>
                <c:pt idx="23288">
                  <c:v>6.6121299999999996</c:v>
                </c:pt>
                <c:pt idx="23289">
                  <c:v>6.6124299999999998</c:v>
                </c:pt>
                <c:pt idx="23290">
                  <c:v>6.6127399999999996</c:v>
                </c:pt>
                <c:pt idx="23291">
                  <c:v>6.6130500000000003</c:v>
                </c:pt>
                <c:pt idx="23292">
                  <c:v>6.6133499999999996</c:v>
                </c:pt>
                <c:pt idx="23293">
                  <c:v>6.6136600000000003</c:v>
                </c:pt>
                <c:pt idx="23294">
                  <c:v>6.6139599999999996</c:v>
                </c:pt>
                <c:pt idx="23295">
                  <c:v>6.6142700000000003</c:v>
                </c:pt>
                <c:pt idx="23296">
                  <c:v>6.6145699999999996</c:v>
                </c:pt>
                <c:pt idx="23297">
                  <c:v>6.6148800000000003</c:v>
                </c:pt>
                <c:pt idx="23298">
                  <c:v>6.6151799999999996</c:v>
                </c:pt>
                <c:pt idx="23299">
                  <c:v>6.6154900000000003</c:v>
                </c:pt>
                <c:pt idx="23300">
                  <c:v>6.6157899999999996</c:v>
                </c:pt>
                <c:pt idx="23301">
                  <c:v>6.6161000000000003</c:v>
                </c:pt>
                <c:pt idx="23302">
                  <c:v>6.6163999999999996</c:v>
                </c:pt>
                <c:pt idx="23303">
                  <c:v>6.6167100000000003</c:v>
                </c:pt>
                <c:pt idx="23304">
                  <c:v>6.6170200000000001</c:v>
                </c:pt>
                <c:pt idx="23305">
                  <c:v>6.6173200000000003</c:v>
                </c:pt>
                <c:pt idx="23306">
                  <c:v>6.6176300000000001</c:v>
                </c:pt>
                <c:pt idx="23307">
                  <c:v>6.6179300000000003</c:v>
                </c:pt>
                <c:pt idx="23308">
                  <c:v>6.6182400000000001</c:v>
                </c:pt>
                <c:pt idx="23309">
                  <c:v>6.6185400000000003</c:v>
                </c:pt>
                <c:pt idx="23310">
                  <c:v>6.6188500000000001</c:v>
                </c:pt>
                <c:pt idx="23311">
                  <c:v>6.6191500000000003</c:v>
                </c:pt>
                <c:pt idx="23312">
                  <c:v>6.6194600000000001</c:v>
                </c:pt>
                <c:pt idx="23313">
                  <c:v>6.6197600000000003</c:v>
                </c:pt>
                <c:pt idx="23314">
                  <c:v>6.6200700000000001</c:v>
                </c:pt>
                <c:pt idx="23315">
                  <c:v>6.6203799999999999</c:v>
                </c:pt>
                <c:pt idx="23316">
                  <c:v>6.6206800000000001</c:v>
                </c:pt>
                <c:pt idx="23317">
                  <c:v>6.6209899999999999</c:v>
                </c:pt>
                <c:pt idx="23318">
                  <c:v>6.6212900000000001</c:v>
                </c:pt>
                <c:pt idx="23319">
                  <c:v>6.6215999999999999</c:v>
                </c:pt>
                <c:pt idx="23320">
                  <c:v>6.6219000000000001</c:v>
                </c:pt>
                <c:pt idx="23321">
                  <c:v>6.6222099999999999</c:v>
                </c:pt>
                <c:pt idx="23322">
                  <c:v>6.6225100000000001</c:v>
                </c:pt>
                <c:pt idx="23323">
                  <c:v>6.6228199999999999</c:v>
                </c:pt>
                <c:pt idx="23324">
                  <c:v>6.6231200000000001</c:v>
                </c:pt>
                <c:pt idx="23325">
                  <c:v>6.6234299999999999</c:v>
                </c:pt>
                <c:pt idx="23326">
                  <c:v>6.6237300000000001</c:v>
                </c:pt>
                <c:pt idx="23327">
                  <c:v>6.6240399999999999</c:v>
                </c:pt>
                <c:pt idx="23328">
                  <c:v>6.6243499999999997</c:v>
                </c:pt>
                <c:pt idx="23329">
                  <c:v>6.6246499999999999</c:v>
                </c:pt>
                <c:pt idx="23330">
                  <c:v>6.6249599999999997</c:v>
                </c:pt>
                <c:pt idx="23331">
                  <c:v>6.6252599999999999</c:v>
                </c:pt>
                <c:pt idx="23332">
                  <c:v>6.6255699999999997</c:v>
                </c:pt>
                <c:pt idx="23333">
                  <c:v>6.6258699999999999</c:v>
                </c:pt>
                <c:pt idx="23334">
                  <c:v>6.6261799999999997</c:v>
                </c:pt>
                <c:pt idx="23335">
                  <c:v>6.6264799999999999</c:v>
                </c:pt>
                <c:pt idx="23336">
                  <c:v>6.6267899999999997</c:v>
                </c:pt>
                <c:pt idx="23337">
                  <c:v>6.6270899999999999</c:v>
                </c:pt>
                <c:pt idx="23338">
                  <c:v>6.6273999999999997</c:v>
                </c:pt>
                <c:pt idx="23339">
                  <c:v>6.6276999999999999</c:v>
                </c:pt>
                <c:pt idx="23340">
                  <c:v>6.6280099999999997</c:v>
                </c:pt>
                <c:pt idx="23341">
                  <c:v>6.6283200000000004</c:v>
                </c:pt>
                <c:pt idx="23342">
                  <c:v>6.6286199999999997</c:v>
                </c:pt>
                <c:pt idx="23343">
                  <c:v>6.6289300000000004</c:v>
                </c:pt>
                <c:pt idx="23344">
                  <c:v>6.6292299999999997</c:v>
                </c:pt>
                <c:pt idx="23345">
                  <c:v>6.6295400000000004</c:v>
                </c:pt>
                <c:pt idx="23346">
                  <c:v>6.6298399999999997</c:v>
                </c:pt>
                <c:pt idx="23347">
                  <c:v>6.6301500000000004</c:v>
                </c:pt>
                <c:pt idx="23348">
                  <c:v>6.6304499999999997</c:v>
                </c:pt>
                <c:pt idx="23349">
                  <c:v>6.6307600000000004</c:v>
                </c:pt>
                <c:pt idx="23350">
                  <c:v>6.6310599999999997</c:v>
                </c:pt>
                <c:pt idx="23351">
                  <c:v>6.6313700000000004</c:v>
                </c:pt>
                <c:pt idx="23352">
                  <c:v>6.6316699999999997</c:v>
                </c:pt>
                <c:pt idx="23353">
                  <c:v>6.6319800000000004</c:v>
                </c:pt>
                <c:pt idx="23354">
                  <c:v>6.6322900000000002</c:v>
                </c:pt>
                <c:pt idx="23355">
                  <c:v>6.6325900000000004</c:v>
                </c:pt>
                <c:pt idx="23356">
                  <c:v>6.6329000000000002</c:v>
                </c:pt>
                <c:pt idx="23357">
                  <c:v>6.6332000000000004</c:v>
                </c:pt>
                <c:pt idx="23358">
                  <c:v>6.6335100000000002</c:v>
                </c:pt>
                <c:pt idx="23359">
                  <c:v>6.6338100000000004</c:v>
                </c:pt>
                <c:pt idx="23360">
                  <c:v>6.6341200000000002</c:v>
                </c:pt>
                <c:pt idx="23361">
                  <c:v>6.6344200000000004</c:v>
                </c:pt>
                <c:pt idx="23362">
                  <c:v>6.6347300000000002</c:v>
                </c:pt>
                <c:pt idx="23363">
                  <c:v>6.6350300000000004</c:v>
                </c:pt>
                <c:pt idx="23364">
                  <c:v>6.6353400000000002</c:v>
                </c:pt>
                <c:pt idx="23365">
                  <c:v>6.6356400000000004</c:v>
                </c:pt>
                <c:pt idx="23366">
                  <c:v>6.6359500000000002</c:v>
                </c:pt>
                <c:pt idx="23367">
                  <c:v>6.63626</c:v>
                </c:pt>
                <c:pt idx="23368">
                  <c:v>6.6365600000000002</c:v>
                </c:pt>
                <c:pt idx="23369">
                  <c:v>6.63687</c:v>
                </c:pt>
                <c:pt idx="23370">
                  <c:v>6.6371700000000002</c:v>
                </c:pt>
                <c:pt idx="23371">
                  <c:v>6.63748</c:v>
                </c:pt>
                <c:pt idx="23372">
                  <c:v>6.6377800000000002</c:v>
                </c:pt>
                <c:pt idx="23373">
                  <c:v>6.63809</c:v>
                </c:pt>
                <c:pt idx="23374">
                  <c:v>6.6383900000000002</c:v>
                </c:pt>
                <c:pt idx="23375">
                  <c:v>6.6387</c:v>
                </c:pt>
                <c:pt idx="23376">
                  <c:v>6.6390000000000002</c:v>
                </c:pt>
                <c:pt idx="23377">
                  <c:v>6.63931</c:v>
                </c:pt>
                <c:pt idx="23378">
                  <c:v>6.6396199999999999</c:v>
                </c:pt>
                <c:pt idx="23379">
                  <c:v>6.63992</c:v>
                </c:pt>
                <c:pt idx="23380">
                  <c:v>6.6402299999999999</c:v>
                </c:pt>
                <c:pt idx="23381">
                  <c:v>6.64053</c:v>
                </c:pt>
                <c:pt idx="23382">
                  <c:v>6.6408399999999999</c:v>
                </c:pt>
                <c:pt idx="23383">
                  <c:v>6.64114</c:v>
                </c:pt>
                <c:pt idx="23384">
                  <c:v>6.6414499999999999</c:v>
                </c:pt>
                <c:pt idx="23385">
                  <c:v>6.64175</c:v>
                </c:pt>
                <c:pt idx="23386">
                  <c:v>6.6420599999999999</c:v>
                </c:pt>
                <c:pt idx="23387">
                  <c:v>6.64236</c:v>
                </c:pt>
                <c:pt idx="23388">
                  <c:v>6.6426699999999999</c:v>
                </c:pt>
                <c:pt idx="23389">
                  <c:v>6.64297</c:v>
                </c:pt>
                <c:pt idx="23390">
                  <c:v>6.6432799999999999</c:v>
                </c:pt>
                <c:pt idx="23391">
                  <c:v>6.6435899999999997</c:v>
                </c:pt>
                <c:pt idx="23392">
                  <c:v>6.6438899999999999</c:v>
                </c:pt>
                <c:pt idx="23393">
                  <c:v>6.6441999999999997</c:v>
                </c:pt>
                <c:pt idx="23394">
                  <c:v>6.6444999999999999</c:v>
                </c:pt>
                <c:pt idx="23395">
                  <c:v>6.6448099999999997</c:v>
                </c:pt>
                <c:pt idx="23396">
                  <c:v>6.6451099999999999</c:v>
                </c:pt>
                <c:pt idx="23397">
                  <c:v>6.6454199999999997</c:v>
                </c:pt>
                <c:pt idx="23398">
                  <c:v>6.6457199999999998</c:v>
                </c:pt>
                <c:pt idx="23399">
                  <c:v>6.6460299999999997</c:v>
                </c:pt>
                <c:pt idx="23400">
                  <c:v>6.6463299999999998</c:v>
                </c:pt>
                <c:pt idx="23401">
                  <c:v>6.6466399999999997</c:v>
                </c:pt>
                <c:pt idx="23402">
                  <c:v>6.6469399999999998</c:v>
                </c:pt>
                <c:pt idx="23403">
                  <c:v>6.6472499999999997</c:v>
                </c:pt>
                <c:pt idx="23404">
                  <c:v>6.6475600000000004</c:v>
                </c:pt>
                <c:pt idx="23405">
                  <c:v>6.6478599999999997</c:v>
                </c:pt>
                <c:pt idx="23406">
                  <c:v>6.6481700000000004</c:v>
                </c:pt>
                <c:pt idx="23407">
                  <c:v>6.6484699999999997</c:v>
                </c:pt>
                <c:pt idx="23408">
                  <c:v>6.6487800000000004</c:v>
                </c:pt>
                <c:pt idx="23409">
                  <c:v>6.6490799999999997</c:v>
                </c:pt>
                <c:pt idx="23410">
                  <c:v>6.6493900000000004</c:v>
                </c:pt>
                <c:pt idx="23411">
                  <c:v>6.6496899999999997</c:v>
                </c:pt>
                <c:pt idx="23412">
                  <c:v>6.65</c:v>
                </c:pt>
                <c:pt idx="23413">
                  <c:v>6.6502999999999997</c:v>
                </c:pt>
                <c:pt idx="23414">
                  <c:v>6.6506100000000004</c:v>
                </c:pt>
                <c:pt idx="23415">
                  <c:v>6.6509099999999997</c:v>
                </c:pt>
                <c:pt idx="23416">
                  <c:v>6.6512200000000004</c:v>
                </c:pt>
                <c:pt idx="23417">
                  <c:v>6.6515300000000002</c:v>
                </c:pt>
                <c:pt idx="23418">
                  <c:v>6.6518300000000004</c:v>
                </c:pt>
                <c:pt idx="23419">
                  <c:v>6.6521400000000002</c:v>
                </c:pt>
                <c:pt idx="23420">
                  <c:v>6.6524400000000004</c:v>
                </c:pt>
                <c:pt idx="23421">
                  <c:v>6.6527500000000002</c:v>
                </c:pt>
                <c:pt idx="23422">
                  <c:v>6.6530500000000004</c:v>
                </c:pt>
                <c:pt idx="23423">
                  <c:v>6.6533600000000002</c:v>
                </c:pt>
                <c:pt idx="23424">
                  <c:v>6.6536600000000004</c:v>
                </c:pt>
                <c:pt idx="23425">
                  <c:v>6.6539700000000002</c:v>
                </c:pt>
                <c:pt idx="23426">
                  <c:v>6.6542700000000004</c:v>
                </c:pt>
                <c:pt idx="23427">
                  <c:v>6.6545800000000002</c:v>
                </c:pt>
                <c:pt idx="23428">
                  <c:v>6.6548800000000004</c:v>
                </c:pt>
                <c:pt idx="23429">
                  <c:v>6.6551900000000002</c:v>
                </c:pt>
                <c:pt idx="23430">
                  <c:v>6.6555</c:v>
                </c:pt>
                <c:pt idx="23431">
                  <c:v>6.6558000000000002</c:v>
                </c:pt>
                <c:pt idx="23432">
                  <c:v>6.65611</c:v>
                </c:pt>
                <c:pt idx="23433">
                  <c:v>6.6564100000000002</c:v>
                </c:pt>
                <c:pt idx="23434">
                  <c:v>6.65672</c:v>
                </c:pt>
                <c:pt idx="23435">
                  <c:v>6.6570200000000002</c:v>
                </c:pt>
                <c:pt idx="23436">
                  <c:v>6.65733</c:v>
                </c:pt>
                <c:pt idx="23437">
                  <c:v>6.6576300000000002</c:v>
                </c:pt>
                <c:pt idx="23438">
                  <c:v>6.65794</c:v>
                </c:pt>
                <c:pt idx="23439">
                  <c:v>6.6582400000000002</c:v>
                </c:pt>
                <c:pt idx="23440">
                  <c:v>6.65855</c:v>
                </c:pt>
                <c:pt idx="23441">
                  <c:v>6.6588599999999998</c:v>
                </c:pt>
                <c:pt idx="23442">
                  <c:v>6.65916</c:v>
                </c:pt>
                <c:pt idx="23443">
                  <c:v>6.6594699999999998</c:v>
                </c:pt>
                <c:pt idx="23444">
                  <c:v>6.65977</c:v>
                </c:pt>
                <c:pt idx="23445">
                  <c:v>6.6600799999999998</c:v>
                </c:pt>
                <c:pt idx="23446">
                  <c:v>6.66038</c:v>
                </c:pt>
                <c:pt idx="23447">
                  <c:v>6.6606899999999998</c:v>
                </c:pt>
                <c:pt idx="23448">
                  <c:v>6.66099</c:v>
                </c:pt>
                <c:pt idx="23449">
                  <c:v>6.6612999999999998</c:v>
                </c:pt>
                <c:pt idx="23450">
                  <c:v>6.6616</c:v>
                </c:pt>
                <c:pt idx="23451">
                  <c:v>6.6619099999999998</c:v>
                </c:pt>
                <c:pt idx="23452">
                  <c:v>6.66221</c:v>
                </c:pt>
                <c:pt idx="23453">
                  <c:v>6.6625199999999998</c:v>
                </c:pt>
                <c:pt idx="23454">
                  <c:v>6.6628299999999996</c:v>
                </c:pt>
                <c:pt idx="23455">
                  <c:v>6.6631299999999998</c:v>
                </c:pt>
                <c:pt idx="23456">
                  <c:v>6.6634399999999996</c:v>
                </c:pt>
                <c:pt idx="23457">
                  <c:v>6.6637399999999998</c:v>
                </c:pt>
                <c:pt idx="23458">
                  <c:v>6.6640499999999996</c:v>
                </c:pt>
                <c:pt idx="23459">
                  <c:v>6.6643499999999998</c:v>
                </c:pt>
                <c:pt idx="23460">
                  <c:v>6.6646599999999996</c:v>
                </c:pt>
                <c:pt idx="23461">
                  <c:v>6.6649599999999998</c:v>
                </c:pt>
                <c:pt idx="23462">
                  <c:v>6.6652699999999996</c:v>
                </c:pt>
                <c:pt idx="23463">
                  <c:v>6.6655699999999998</c:v>
                </c:pt>
                <c:pt idx="23464">
                  <c:v>6.6658799999999996</c:v>
                </c:pt>
                <c:pt idx="23465">
                  <c:v>6.6661799999999998</c:v>
                </c:pt>
                <c:pt idx="23466">
                  <c:v>6.6664899999999996</c:v>
                </c:pt>
                <c:pt idx="23467">
                  <c:v>6.6668000000000003</c:v>
                </c:pt>
                <c:pt idx="23468">
                  <c:v>6.6670999999999996</c:v>
                </c:pt>
                <c:pt idx="23469">
                  <c:v>6.6674100000000003</c:v>
                </c:pt>
                <c:pt idx="23470">
                  <c:v>6.6677099999999996</c:v>
                </c:pt>
                <c:pt idx="23471">
                  <c:v>6.6680200000000003</c:v>
                </c:pt>
                <c:pt idx="23472">
                  <c:v>6.6683199999999996</c:v>
                </c:pt>
                <c:pt idx="23473">
                  <c:v>6.6686300000000003</c:v>
                </c:pt>
                <c:pt idx="23474">
                  <c:v>6.6689299999999996</c:v>
                </c:pt>
                <c:pt idx="23475">
                  <c:v>6.6692400000000003</c:v>
                </c:pt>
                <c:pt idx="23476">
                  <c:v>6.6695399999999996</c:v>
                </c:pt>
                <c:pt idx="23477">
                  <c:v>6.6698500000000003</c:v>
                </c:pt>
                <c:pt idx="23478">
                  <c:v>6.6701499999999996</c:v>
                </c:pt>
                <c:pt idx="23479">
                  <c:v>6.6704600000000003</c:v>
                </c:pt>
                <c:pt idx="23480">
                  <c:v>6.6707700000000001</c:v>
                </c:pt>
                <c:pt idx="23481">
                  <c:v>6.6710700000000003</c:v>
                </c:pt>
                <c:pt idx="23482">
                  <c:v>6.6713800000000001</c:v>
                </c:pt>
                <c:pt idx="23483">
                  <c:v>6.6716800000000003</c:v>
                </c:pt>
                <c:pt idx="23484">
                  <c:v>6.6719900000000001</c:v>
                </c:pt>
                <c:pt idx="23485">
                  <c:v>6.6722900000000003</c:v>
                </c:pt>
                <c:pt idx="23486">
                  <c:v>6.6726000000000001</c:v>
                </c:pt>
                <c:pt idx="23487">
                  <c:v>6.6729000000000003</c:v>
                </c:pt>
                <c:pt idx="23488">
                  <c:v>6.6732100000000001</c:v>
                </c:pt>
                <c:pt idx="23489">
                  <c:v>6.6735100000000003</c:v>
                </c:pt>
                <c:pt idx="23490">
                  <c:v>6.6738200000000001</c:v>
                </c:pt>
                <c:pt idx="23491">
                  <c:v>6.6741299999999999</c:v>
                </c:pt>
                <c:pt idx="23492">
                  <c:v>6.6744300000000001</c:v>
                </c:pt>
                <c:pt idx="23493">
                  <c:v>6.6747399999999999</c:v>
                </c:pt>
                <c:pt idx="23494">
                  <c:v>6.6750400000000001</c:v>
                </c:pt>
                <c:pt idx="23495">
                  <c:v>6.6753499999999999</c:v>
                </c:pt>
                <c:pt idx="23496">
                  <c:v>6.6756500000000001</c:v>
                </c:pt>
                <c:pt idx="23497">
                  <c:v>6.6759599999999999</c:v>
                </c:pt>
                <c:pt idx="23498">
                  <c:v>6.6762600000000001</c:v>
                </c:pt>
                <c:pt idx="23499">
                  <c:v>6.6765699999999999</c:v>
                </c:pt>
                <c:pt idx="23500">
                  <c:v>6.6768700000000001</c:v>
                </c:pt>
                <c:pt idx="23501">
                  <c:v>6.6771799999999999</c:v>
                </c:pt>
                <c:pt idx="23502">
                  <c:v>6.6774800000000001</c:v>
                </c:pt>
                <c:pt idx="23503">
                  <c:v>6.6777899999999999</c:v>
                </c:pt>
                <c:pt idx="23504">
                  <c:v>6.6780999999999997</c:v>
                </c:pt>
                <c:pt idx="23505">
                  <c:v>6.6783999999999999</c:v>
                </c:pt>
                <c:pt idx="23506">
                  <c:v>6.6787099999999997</c:v>
                </c:pt>
                <c:pt idx="23507">
                  <c:v>6.6790099999999999</c:v>
                </c:pt>
                <c:pt idx="23508">
                  <c:v>6.6793199999999997</c:v>
                </c:pt>
                <c:pt idx="23509">
                  <c:v>6.6796199999999999</c:v>
                </c:pt>
                <c:pt idx="23510">
                  <c:v>6.6799299999999997</c:v>
                </c:pt>
                <c:pt idx="23511">
                  <c:v>6.6802299999999999</c:v>
                </c:pt>
                <c:pt idx="23512">
                  <c:v>6.6805399999999997</c:v>
                </c:pt>
                <c:pt idx="23513">
                  <c:v>6.6808399999999999</c:v>
                </c:pt>
                <c:pt idx="23514">
                  <c:v>6.6811499999999997</c:v>
                </c:pt>
                <c:pt idx="23515">
                  <c:v>6.6814499999999999</c:v>
                </c:pt>
                <c:pt idx="23516">
                  <c:v>6.6817599999999997</c:v>
                </c:pt>
                <c:pt idx="23517">
                  <c:v>6.6820700000000004</c:v>
                </c:pt>
                <c:pt idx="23518">
                  <c:v>6.6823699999999997</c:v>
                </c:pt>
                <c:pt idx="23519">
                  <c:v>6.6826800000000004</c:v>
                </c:pt>
                <c:pt idx="23520">
                  <c:v>6.6829799999999997</c:v>
                </c:pt>
                <c:pt idx="23521">
                  <c:v>6.6832900000000004</c:v>
                </c:pt>
                <c:pt idx="23522">
                  <c:v>6.6835899999999997</c:v>
                </c:pt>
                <c:pt idx="23523">
                  <c:v>6.6839000000000004</c:v>
                </c:pt>
                <c:pt idx="23524">
                  <c:v>6.6841999999999997</c:v>
                </c:pt>
                <c:pt idx="23525">
                  <c:v>6.6845100000000004</c:v>
                </c:pt>
                <c:pt idx="23526">
                  <c:v>6.6848099999999997</c:v>
                </c:pt>
                <c:pt idx="23527">
                  <c:v>6.6851200000000004</c:v>
                </c:pt>
                <c:pt idx="23528">
                  <c:v>6.6854199999999997</c:v>
                </c:pt>
                <c:pt idx="23529">
                  <c:v>6.6857300000000004</c:v>
                </c:pt>
                <c:pt idx="23530">
                  <c:v>6.6860400000000002</c:v>
                </c:pt>
                <c:pt idx="23531">
                  <c:v>6.6863400000000004</c:v>
                </c:pt>
                <c:pt idx="23532">
                  <c:v>6.6866500000000002</c:v>
                </c:pt>
                <c:pt idx="23533">
                  <c:v>6.6869500000000004</c:v>
                </c:pt>
                <c:pt idx="23534">
                  <c:v>6.6872600000000002</c:v>
                </c:pt>
                <c:pt idx="23535">
                  <c:v>6.6875600000000004</c:v>
                </c:pt>
                <c:pt idx="23536">
                  <c:v>6.6878700000000002</c:v>
                </c:pt>
                <c:pt idx="23537">
                  <c:v>6.6881700000000004</c:v>
                </c:pt>
                <c:pt idx="23538">
                  <c:v>6.6884800000000002</c:v>
                </c:pt>
                <c:pt idx="23539">
                  <c:v>6.6887800000000004</c:v>
                </c:pt>
                <c:pt idx="23540">
                  <c:v>6.6890900000000002</c:v>
                </c:pt>
                <c:pt idx="23541">
                  <c:v>6.6893900000000004</c:v>
                </c:pt>
                <c:pt idx="23542">
                  <c:v>6.6897000000000002</c:v>
                </c:pt>
                <c:pt idx="23543">
                  <c:v>6.69001</c:v>
                </c:pt>
                <c:pt idx="23544">
                  <c:v>6.6903100000000002</c:v>
                </c:pt>
                <c:pt idx="23545">
                  <c:v>6.69062</c:v>
                </c:pt>
                <c:pt idx="23546">
                  <c:v>6.6909200000000002</c:v>
                </c:pt>
                <c:pt idx="23547">
                  <c:v>6.69123</c:v>
                </c:pt>
                <c:pt idx="23548">
                  <c:v>6.6915300000000002</c:v>
                </c:pt>
                <c:pt idx="23549">
                  <c:v>6.69184</c:v>
                </c:pt>
                <c:pt idx="23550">
                  <c:v>6.6921400000000002</c:v>
                </c:pt>
                <c:pt idx="23551">
                  <c:v>6.69245</c:v>
                </c:pt>
                <c:pt idx="23552">
                  <c:v>6.6927500000000002</c:v>
                </c:pt>
                <c:pt idx="23553">
                  <c:v>6.69306</c:v>
                </c:pt>
                <c:pt idx="23554">
                  <c:v>6.6933699999999998</c:v>
                </c:pt>
                <c:pt idx="23555">
                  <c:v>6.69367</c:v>
                </c:pt>
                <c:pt idx="23556">
                  <c:v>6.6939799999999998</c:v>
                </c:pt>
                <c:pt idx="23557">
                  <c:v>6.69428</c:v>
                </c:pt>
                <c:pt idx="23558">
                  <c:v>6.6945899999999998</c:v>
                </c:pt>
                <c:pt idx="23559">
                  <c:v>6.69489</c:v>
                </c:pt>
                <c:pt idx="23560">
                  <c:v>6.6951999999999998</c:v>
                </c:pt>
                <c:pt idx="23561">
                  <c:v>6.6955</c:v>
                </c:pt>
                <c:pt idx="23562">
                  <c:v>6.6958099999999998</c:v>
                </c:pt>
                <c:pt idx="23563">
                  <c:v>6.69611</c:v>
                </c:pt>
                <c:pt idx="23564">
                  <c:v>6.6964199999999998</c:v>
                </c:pt>
                <c:pt idx="23565">
                  <c:v>6.69672</c:v>
                </c:pt>
                <c:pt idx="23566">
                  <c:v>6.6970299999999998</c:v>
                </c:pt>
                <c:pt idx="23567">
                  <c:v>6.6973399999999996</c:v>
                </c:pt>
                <c:pt idx="23568">
                  <c:v>6.6976399999999998</c:v>
                </c:pt>
                <c:pt idx="23569">
                  <c:v>6.6979499999999996</c:v>
                </c:pt>
                <c:pt idx="23570">
                  <c:v>6.6982499999999998</c:v>
                </c:pt>
                <c:pt idx="23571">
                  <c:v>6.6985599999999996</c:v>
                </c:pt>
                <c:pt idx="23572">
                  <c:v>6.6988599999999998</c:v>
                </c:pt>
                <c:pt idx="23573">
                  <c:v>6.6991699999999996</c:v>
                </c:pt>
                <c:pt idx="23574">
                  <c:v>6.6994699999999998</c:v>
                </c:pt>
                <c:pt idx="23575">
                  <c:v>6.6997799999999996</c:v>
                </c:pt>
                <c:pt idx="23576">
                  <c:v>6.7000799999999998</c:v>
                </c:pt>
                <c:pt idx="23577">
                  <c:v>6.7003899999999996</c:v>
                </c:pt>
                <c:pt idx="23578">
                  <c:v>6.7006899999999998</c:v>
                </c:pt>
                <c:pt idx="23579">
                  <c:v>6.7009999999999996</c:v>
                </c:pt>
                <c:pt idx="23580">
                  <c:v>6.7013100000000003</c:v>
                </c:pt>
                <c:pt idx="23581">
                  <c:v>6.7016099999999996</c:v>
                </c:pt>
                <c:pt idx="23582">
                  <c:v>6.7019200000000003</c:v>
                </c:pt>
                <c:pt idx="23583">
                  <c:v>6.7022199999999996</c:v>
                </c:pt>
                <c:pt idx="23584">
                  <c:v>6.7025300000000003</c:v>
                </c:pt>
                <c:pt idx="23585">
                  <c:v>6.7028299999999996</c:v>
                </c:pt>
                <c:pt idx="23586">
                  <c:v>6.7031400000000003</c:v>
                </c:pt>
                <c:pt idx="23587">
                  <c:v>6.7034399999999996</c:v>
                </c:pt>
                <c:pt idx="23588">
                  <c:v>6.7037500000000003</c:v>
                </c:pt>
                <c:pt idx="23589">
                  <c:v>6.7040499999999996</c:v>
                </c:pt>
                <c:pt idx="23590">
                  <c:v>6.7043600000000003</c:v>
                </c:pt>
                <c:pt idx="23591">
                  <c:v>6.7046599999999996</c:v>
                </c:pt>
                <c:pt idx="23592">
                  <c:v>6.7049700000000003</c:v>
                </c:pt>
                <c:pt idx="23593">
                  <c:v>6.7052800000000001</c:v>
                </c:pt>
                <c:pt idx="23594">
                  <c:v>6.7055800000000003</c:v>
                </c:pt>
                <c:pt idx="23595">
                  <c:v>6.7058900000000001</c:v>
                </c:pt>
                <c:pt idx="23596">
                  <c:v>6.7061900000000003</c:v>
                </c:pt>
                <c:pt idx="23597">
                  <c:v>6.7065000000000001</c:v>
                </c:pt>
                <c:pt idx="23598">
                  <c:v>6.7068000000000003</c:v>
                </c:pt>
                <c:pt idx="23599">
                  <c:v>6.7071100000000001</c:v>
                </c:pt>
                <c:pt idx="23600">
                  <c:v>6.7074100000000003</c:v>
                </c:pt>
                <c:pt idx="23601">
                  <c:v>6.7077200000000001</c:v>
                </c:pt>
                <c:pt idx="23602">
                  <c:v>6.7080200000000003</c:v>
                </c:pt>
                <c:pt idx="23603">
                  <c:v>6.7083300000000001</c:v>
                </c:pt>
                <c:pt idx="23604">
                  <c:v>6.7086300000000003</c:v>
                </c:pt>
                <c:pt idx="23605">
                  <c:v>6.7089400000000001</c:v>
                </c:pt>
                <c:pt idx="23606">
                  <c:v>6.7092499999999999</c:v>
                </c:pt>
                <c:pt idx="23607">
                  <c:v>6.7095500000000001</c:v>
                </c:pt>
                <c:pt idx="23608">
                  <c:v>6.7098599999999999</c:v>
                </c:pt>
                <c:pt idx="23609">
                  <c:v>6.7101600000000001</c:v>
                </c:pt>
                <c:pt idx="23610">
                  <c:v>6.7104699999999999</c:v>
                </c:pt>
                <c:pt idx="23611">
                  <c:v>6.7107700000000001</c:v>
                </c:pt>
                <c:pt idx="23612">
                  <c:v>6.7110799999999999</c:v>
                </c:pt>
                <c:pt idx="23613">
                  <c:v>6.7113800000000001</c:v>
                </c:pt>
                <c:pt idx="23614">
                  <c:v>6.7116899999999999</c:v>
                </c:pt>
                <c:pt idx="23615">
                  <c:v>6.7119900000000001</c:v>
                </c:pt>
                <c:pt idx="23616">
                  <c:v>6.7122999999999999</c:v>
                </c:pt>
                <c:pt idx="23617">
                  <c:v>6.7126099999999997</c:v>
                </c:pt>
                <c:pt idx="23618">
                  <c:v>6.7129099999999999</c:v>
                </c:pt>
                <c:pt idx="23619">
                  <c:v>6.7132199999999997</c:v>
                </c:pt>
                <c:pt idx="23620">
                  <c:v>6.7135199999999999</c:v>
                </c:pt>
                <c:pt idx="23621">
                  <c:v>6.7138299999999997</c:v>
                </c:pt>
                <c:pt idx="23622">
                  <c:v>6.7141299999999999</c:v>
                </c:pt>
                <c:pt idx="23623">
                  <c:v>6.7144399999999997</c:v>
                </c:pt>
                <c:pt idx="23624">
                  <c:v>6.7147399999999999</c:v>
                </c:pt>
                <c:pt idx="23625">
                  <c:v>6.7150499999999997</c:v>
                </c:pt>
                <c:pt idx="23626">
                  <c:v>6.7153499999999999</c:v>
                </c:pt>
                <c:pt idx="23627">
                  <c:v>6.7156599999999997</c:v>
                </c:pt>
                <c:pt idx="23628">
                  <c:v>6.7159599999999999</c:v>
                </c:pt>
                <c:pt idx="23629">
                  <c:v>6.7162699999999997</c:v>
                </c:pt>
                <c:pt idx="23630">
                  <c:v>6.7165800000000004</c:v>
                </c:pt>
                <c:pt idx="23631">
                  <c:v>6.7168799999999997</c:v>
                </c:pt>
                <c:pt idx="23632">
                  <c:v>6.7171900000000004</c:v>
                </c:pt>
                <c:pt idx="23633">
                  <c:v>6.7174899999999997</c:v>
                </c:pt>
                <c:pt idx="23634">
                  <c:v>6.7178000000000004</c:v>
                </c:pt>
                <c:pt idx="23635">
                  <c:v>6.7180999999999997</c:v>
                </c:pt>
                <c:pt idx="23636">
                  <c:v>6.7184100000000004</c:v>
                </c:pt>
                <c:pt idx="23637">
                  <c:v>6.7187099999999997</c:v>
                </c:pt>
                <c:pt idx="23638">
                  <c:v>6.7190200000000004</c:v>
                </c:pt>
                <c:pt idx="23639">
                  <c:v>6.7193199999999997</c:v>
                </c:pt>
                <c:pt idx="23640">
                  <c:v>6.7196300000000004</c:v>
                </c:pt>
                <c:pt idx="23641">
                  <c:v>6.7199299999999997</c:v>
                </c:pt>
                <c:pt idx="23642">
                  <c:v>6.7202400000000004</c:v>
                </c:pt>
                <c:pt idx="23643">
                  <c:v>6.7205500000000002</c:v>
                </c:pt>
                <c:pt idx="23644">
                  <c:v>6.7208500000000004</c:v>
                </c:pt>
                <c:pt idx="23645">
                  <c:v>6.7211600000000002</c:v>
                </c:pt>
                <c:pt idx="23646">
                  <c:v>6.7214600000000004</c:v>
                </c:pt>
                <c:pt idx="23647">
                  <c:v>6.7217700000000002</c:v>
                </c:pt>
                <c:pt idx="23648">
                  <c:v>6.7220700000000004</c:v>
                </c:pt>
                <c:pt idx="23649">
                  <c:v>6.7223800000000002</c:v>
                </c:pt>
                <c:pt idx="23650">
                  <c:v>6.7226800000000004</c:v>
                </c:pt>
                <c:pt idx="23651">
                  <c:v>6.7229900000000002</c:v>
                </c:pt>
                <c:pt idx="23652">
                  <c:v>6.7232900000000004</c:v>
                </c:pt>
                <c:pt idx="23653">
                  <c:v>6.7236000000000002</c:v>
                </c:pt>
                <c:pt idx="23654">
                  <c:v>6.7239000000000004</c:v>
                </c:pt>
                <c:pt idx="23655">
                  <c:v>6.7242100000000002</c:v>
                </c:pt>
                <c:pt idx="23656">
                  <c:v>6.7245200000000001</c:v>
                </c:pt>
                <c:pt idx="23657">
                  <c:v>6.7248200000000002</c:v>
                </c:pt>
                <c:pt idx="23658">
                  <c:v>6.7251300000000001</c:v>
                </c:pt>
                <c:pt idx="23659">
                  <c:v>6.7254300000000002</c:v>
                </c:pt>
                <c:pt idx="23660">
                  <c:v>6.7257400000000001</c:v>
                </c:pt>
                <c:pt idx="23661">
                  <c:v>6.7260400000000002</c:v>
                </c:pt>
                <c:pt idx="23662">
                  <c:v>6.7263500000000001</c:v>
                </c:pt>
                <c:pt idx="23663">
                  <c:v>6.7266500000000002</c:v>
                </c:pt>
                <c:pt idx="23664">
                  <c:v>6.7269600000000001</c:v>
                </c:pt>
                <c:pt idx="23665">
                  <c:v>6.7272600000000002</c:v>
                </c:pt>
                <c:pt idx="23666">
                  <c:v>6.7275700000000001</c:v>
                </c:pt>
                <c:pt idx="23667">
                  <c:v>6.7278799999999999</c:v>
                </c:pt>
                <c:pt idx="23668">
                  <c:v>6.72818</c:v>
                </c:pt>
                <c:pt idx="23669">
                  <c:v>6.7284899999999999</c:v>
                </c:pt>
                <c:pt idx="23670">
                  <c:v>6.72879</c:v>
                </c:pt>
                <c:pt idx="23671">
                  <c:v>6.7290999999999999</c:v>
                </c:pt>
                <c:pt idx="23672">
                  <c:v>6.7294</c:v>
                </c:pt>
                <c:pt idx="23673">
                  <c:v>6.7297099999999999</c:v>
                </c:pt>
                <c:pt idx="23674">
                  <c:v>6.73001</c:v>
                </c:pt>
                <c:pt idx="23675">
                  <c:v>6.7303199999999999</c:v>
                </c:pt>
                <c:pt idx="23676">
                  <c:v>6.73062</c:v>
                </c:pt>
                <c:pt idx="23677">
                  <c:v>6.7309299999999999</c:v>
                </c:pt>
                <c:pt idx="23678">
                  <c:v>6.73123</c:v>
                </c:pt>
                <c:pt idx="23679">
                  <c:v>6.7315399999999999</c:v>
                </c:pt>
                <c:pt idx="23680">
                  <c:v>6.7318499999999997</c:v>
                </c:pt>
                <c:pt idx="23681">
                  <c:v>6.7321499999999999</c:v>
                </c:pt>
                <c:pt idx="23682">
                  <c:v>6.7324599999999997</c:v>
                </c:pt>
                <c:pt idx="23683">
                  <c:v>6.7327599999999999</c:v>
                </c:pt>
                <c:pt idx="23684">
                  <c:v>6.7330699999999997</c:v>
                </c:pt>
                <c:pt idx="23685">
                  <c:v>6.7333699999999999</c:v>
                </c:pt>
                <c:pt idx="23686">
                  <c:v>6.7336799999999997</c:v>
                </c:pt>
                <c:pt idx="23687">
                  <c:v>6.7339799999999999</c:v>
                </c:pt>
                <c:pt idx="23688">
                  <c:v>6.7342899999999997</c:v>
                </c:pt>
                <c:pt idx="23689">
                  <c:v>6.7345899999999999</c:v>
                </c:pt>
                <c:pt idx="23690">
                  <c:v>6.7348999999999997</c:v>
                </c:pt>
                <c:pt idx="23691">
                  <c:v>6.7351999999999999</c:v>
                </c:pt>
                <c:pt idx="23692">
                  <c:v>6.7355099999999997</c:v>
                </c:pt>
                <c:pt idx="23693">
                  <c:v>6.7358200000000004</c:v>
                </c:pt>
                <c:pt idx="23694">
                  <c:v>6.7361199999999997</c:v>
                </c:pt>
                <c:pt idx="23695">
                  <c:v>6.7364300000000004</c:v>
                </c:pt>
                <c:pt idx="23696">
                  <c:v>6.7367299999999997</c:v>
                </c:pt>
                <c:pt idx="23697">
                  <c:v>6.7370400000000004</c:v>
                </c:pt>
                <c:pt idx="23698">
                  <c:v>6.7373399999999997</c:v>
                </c:pt>
                <c:pt idx="23699">
                  <c:v>6.7376500000000004</c:v>
                </c:pt>
                <c:pt idx="23700">
                  <c:v>6.7379499999999997</c:v>
                </c:pt>
                <c:pt idx="23701">
                  <c:v>6.7382600000000004</c:v>
                </c:pt>
                <c:pt idx="23702">
                  <c:v>6.7385599999999997</c:v>
                </c:pt>
                <c:pt idx="23703">
                  <c:v>6.7388700000000004</c:v>
                </c:pt>
                <c:pt idx="23704">
                  <c:v>6.7391699999999997</c:v>
                </c:pt>
                <c:pt idx="23705">
                  <c:v>6.7394800000000004</c:v>
                </c:pt>
                <c:pt idx="23706">
                  <c:v>6.7397900000000002</c:v>
                </c:pt>
                <c:pt idx="23707">
                  <c:v>6.7400900000000004</c:v>
                </c:pt>
                <c:pt idx="23708">
                  <c:v>6.7404000000000002</c:v>
                </c:pt>
                <c:pt idx="23709">
                  <c:v>6.7407000000000004</c:v>
                </c:pt>
                <c:pt idx="23710">
                  <c:v>6.7410100000000002</c:v>
                </c:pt>
                <c:pt idx="23711">
                  <c:v>6.7413100000000004</c:v>
                </c:pt>
                <c:pt idx="23712">
                  <c:v>6.7416200000000002</c:v>
                </c:pt>
                <c:pt idx="23713">
                  <c:v>6.7419200000000004</c:v>
                </c:pt>
                <c:pt idx="23714">
                  <c:v>6.7422300000000002</c:v>
                </c:pt>
                <c:pt idx="23715">
                  <c:v>6.7425300000000004</c:v>
                </c:pt>
                <c:pt idx="23716">
                  <c:v>6.7428400000000002</c:v>
                </c:pt>
                <c:pt idx="23717">
                  <c:v>6.7431400000000004</c:v>
                </c:pt>
                <c:pt idx="23718">
                  <c:v>6.7434500000000002</c:v>
                </c:pt>
                <c:pt idx="23719">
                  <c:v>6.74376</c:v>
                </c:pt>
                <c:pt idx="23720">
                  <c:v>6.7440600000000002</c:v>
                </c:pt>
                <c:pt idx="23721">
                  <c:v>6.74437</c:v>
                </c:pt>
                <c:pt idx="23722">
                  <c:v>6.7446700000000002</c:v>
                </c:pt>
                <c:pt idx="23723">
                  <c:v>6.74498</c:v>
                </c:pt>
                <c:pt idx="23724">
                  <c:v>6.7452800000000002</c:v>
                </c:pt>
                <c:pt idx="23725">
                  <c:v>6.74559</c:v>
                </c:pt>
                <c:pt idx="23726">
                  <c:v>6.7458900000000002</c:v>
                </c:pt>
                <c:pt idx="23727">
                  <c:v>6.7462</c:v>
                </c:pt>
                <c:pt idx="23728">
                  <c:v>6.7465000000000002</c:v>
                </c:pt>
                <c:pt idx="23729">
                  <c:v>6.74681</c:v>
                </c:pt>
                <c:pt idx="23730">
                  <c:v>6.7471199999999998</c:v>
                </c:pt>
                <c:pt idx="23731">
                  <c:v>6.74742</c:v>
                </c:pt>
                <c:pt idx="23732">
                  <c:v>6.7477299999999998</c:v>
                </c:pt>
                <c:pt idx="23733">
                  <c:v>6.74803</c:v>
                </c:pt>
                <c:pt idx="23734">
                  <c:v>6.7483399999999998</c:v>
                </c:pt>
                <c:pt idx="23735">
                  <c:v>6.74864</c:v>
                </c:pt>
                <c:pt idx="23736">
                  <c:v>6.7489499999999998</c:v>
                </c:pt>
                <c:pt idx="23737">
                  <c:v>6.74925</c:v>
                </c:pt>
                <c:pt idx="23738">
                  <c:v>6.7495599999999998</c:v>
                </c:pt>
                <c:pt idx="23739">
                  <c:v>6.74986</c:v>
                </c:pt>
                <c:pt idx="23740">
                  <c:v>6.7501699999999998</c:v>
                </c:pt>
                <c:pt idx="23741">
                  <c:v>6.75047</c:v>
                </c:pt>
                <c:pt idx="23742">
                  <c:v>6.7507799999999998</c:v>
                </c:pt>
                <c:pt idx="23743">
                  <c:v>6.7510899999999996</c:v>
                </c:pt>
                <c:pt idx="23744">
                  <c:v>6.7513899999999998</c:v>
                </c:pt>
                <c:pt idx="23745">
                  <c:v>6.7516999999999996</c:v>
                </c:pt>
                <c:pt idx="23746">
                  <c:v>6.7519999999999998</c:v>
                </c:pt>
                <c:pt idx="23747">
                  <c:v>6.7523099999999996</c:v>
                </c:pt>
                <c:pt idx="23748">
                  <c:v>6.7526099999999998</c:v>
                </c:pt>
                <c:pt idx="23749">
                  <c:v>6.7529199999999996</c:v>
                </c:pt>
                <c:pt idx="23750">
                  <c:v>6.7532199999999998</c:v>
                </c:pt>
                <c:pt idx="23751">
                  <c:v>6.7535299999999996</c:v>
                </c:pt>
                <c:pt idx="23752">
                  <c:v>6.7538299999999998</c:v>
                </c:pt>
                <c:pt idx="23753">
                  <c:v>6.7541399999999996</c:v>
                </c:pt>
                <c:pt idx="23754">
                  <c:v>6.7544399999999998</c:v>
                </c:pt>
                <c:pt idx="23755">
                  <c:v>6.7547499999999996</c:v>
                </c:pt>
                <c:pt idx="23756">
                  <c:v>6.7550600000000003</c:v>
                </c:pt>
                <c:pt idx="23757">
                  <c:v>6.7553599999999996</c:v>
                </c:pt>
                <c:pt idx="23758">
                  <c:v>6.7556700000000003</c:v>
                </c:pt>
                <c:pt idx="23759">
                  <c:v>6.7559699999999996</c:v>
                </c:pt>
                <c:pt idx="23760">
                  <c:v>6.7562800000000003</c:v>
                </c:pt>
                <c:pt idx="23761">
                  <c:v>6.7565799999999996</c:v>
                </c:pt>
                <c:pt idx="23762">
                  <c:v>6.7568900000000003</c:v>
                </c:pt>
                <c:pt idx="23763">
                  <c:v>6.7571899999999996</c:v>
                </c:pt>
                <c:pt idx="23764">
                  <c:v>6.7575000000000003</c:v>
                </c:pt>
                <c:pt idx="23765">
                  <c:v>6.7577999999999996</c:v>
                </c:pt>
                <c:pt idx="23766">
                  <c:v>6.7581100000000003</c:v>
                </c:pt>
                <c:pt idx="23767">
                  <c:v>6.7584099999999996</c:v>
                </c:pt>
                <c:pt idx="23768">
                  <c:v>6.7587200000000003</c:v>
                </c:pt>
                <c:pt idx="23769">
                  <c:v>6.7590300000000001</c:v>
                </c:pt>
                <c:pt idx="23770">
                  <c:v>6.7593300000000003</c:v>
                </c:pt>
                <c:pt idx="23771">
                  <c:v>6.7596400000000001</c:v>
                </c:pt>
                <c:pt idx="23772">
                  <c:v>6.7599400000000003</c:v>
                </c:pt>
                <c:pt idx="23773">
                  <c:v>6.7602500000000001</c:v>
                </c:pt>
                <c:pt idx="23774">
                  <c:v>6.7605500000000003</c:v>
                </c:pt>
                <c:pt idx="23775">
                  <c:v>6.7608600000000001</c:v>
                </c:pt>
                <c:pt idx="23776">
                  <c:v>6.7611600000000003</c:v>
                </c:pt>
                <c:pt idx="23777">
                  <c:v>6.7614700000000001</c:v>
                </c:pt>
                <c:pt idx="23778">
                  <c:v>6.7617700000000003</c:v>
                </c:pt>
                <c:pt idx="23779">
                  <c:v>6.7620800000000001</c:v>
                </c:pt>
                <c:pt idx="23780">
                  <c:v>6.7623800000000003</c:v>
                </c:pt>
                <c:pt idx="23781">
                  <c:v>6.7626900000000001</c:v>
                </c:pt>
                <c:pt idx="23782">
                  <c:v>6.7629999999999999</c:v>
                </c:pt>
                <c:pt idx="23783">
                  <c:v>6.7633000000000001</c:v>
                </c:pt>
                <c:pt idx="23784">
                  <c:v>6.7636099999999999</c:v>
                </c:pt>
                <c:pt idx="23785">
                  <c:v>6.7639100000000001</c:v>
                </c:pt>
                <c:pt idx="23786">
                  <c:v>6.7642199999999999</c:v>
                </c:pt>
                <c:pt idx="23787">
                  <c:v>6.7645200000000001</c:v>
                </c:pt>
                <c:pt idx="23788">
                  <c:v>6.7648299999999999</c:v>
                </c:pt>
                <c:pt idx="23789">
                  <c:v>6.7651300000000001</c:v>
                </c:pt>
                <c:pt idx="23790">
                  <c:v>6.7654399999999999</c:v>
                </c:pt>
                <c:pt idx="23791">
                  <c:v>6.7657400000000001</c:v>
                </c:pt>
                <c:pt idx="23792">
                  <c:v>6.7660499999999999</c:v>
                </c:pt>
                <c:pt idx="23793">
                  <c:v>6.7663599999999997</c:v>
                </c:pt>
                <c:pt idx="23794">
                  <c:v>6.7666599999999999</c:v>
                </c:pt>
                <c:pt idx="23795">
                  <c:v>6.7669699999999997</c:v>
                </c:pt>
                <c:pt idx="23796">
                  <c:v>6.7672699999999999</c:v>
                </c:pt>
                <c:pt idx="23797">
                  <c:v>6.7675799999999997</c:v>
                </c:pt>
                <c:pt idx="23798">
                  <c:v>6.7678799999999999</c:v>
                </c:pt>
                <c:pt idx="23799">
                  <c:v>6.7681899999999997</c:v>
                </c:pt>
                <c:pt idx="23800">
                  <c:v>6.7684899999999999</c:v>
                </c:pt>
                <c:pt idx="23801">
                  <c:v>6.7687999999999997</c:v>
                </c:pt>
                <c:pt idx="23802">
                  <c:v>6.7690999999999999</c:v>
                </c:pt>
                <c:pt idx="23803">
                  <c:v>6.7694099999999997</c:v>
                </c:pt>
                <c:pt idx="23804">
                  <c:v>6.7697099999999999</c:v>
                </c:pt>
                <c:pt idx="23805">
                  <c:v>6.7700199999999997</c:v>
                </c:pt>
                <c:pt idx="23806">
                  <c:v>6.7703300000000004</c:v>
                </c:pt>
                <c:pt idx="23807">
                  <c:v>6.7706299999999997</c:v>
                </c:pt>
                <c:pt idx="23808">
                  <c:v>6.7709400000000004</c:v>
                </c:pt>
                <c:pt idx="23809">
                  <c:v>6.7712399999999997</c:v>
                </c:pt>
                <c:pt idx="23810">
                  <c:v>6.7715500000000004</c:v>
                </c:pt>
                <c:pt idx="23811">
                  <c:v>6.7718499999999997</c:v>
                </c:pt>
                <c:pt idx="23812">
                  <c:v>6.7721600000000004</c:v>
                </c:pt>
                <c:pt idx="23813">
                  <c:v>6.7724599999999997</c:v>
                </c:pt>
                <c:pt idx="23814">
                  <c:v>6.7727700000000004</c:v>
                </c:pt>
                <c:pt idx="23815">
                  <c:v>6.7730699999999997</c:v>
                </c:pt>
                <c:pt idx="23816">
                  <c:v>6.7733800000000004</c:v>
                </c:pt>
                <c:pt idx="23817">
                  <c:v>6.7736799999999997</c:v>
                </c:pt>
                <c:pt idx="23818">
                  <c:v>6.7739900000000004</c:v>
                </c:pt>
                <c:pt idx="23819">
                  <c:v>6.7743000000000002</c:v>
                </c:pt>
                <c:pt idx="23820">
                  <c:v>6.7746000000000004</c:v>
                </c:pt>
                <c:pt idx="23821">
                  <c:v>6.7749100000000002</c:v>
                </c:pt>
                <c:pt idx="23822">
                  <c:v>6.7752100000000004</c:v>
                </c:pt>
                <c:pt idx="23823">
                  <c:v>6.7755200000000002</c:v>
                </c:pt>
                <c:pt idx="23824">
                  <c:v>6.7758200000000004</c:v>
                </c:pt>
                <c:pt idx="23825">
                  <c:v>6.7761300000000002</c:v>
                </c:pt>
                <c:pt idx="23826">
                  <c:v>6.7764300000000004</c:v>
                </c:pt>
                <c:pt idx="23827">
                  <c:v>6.7767400000000002</c:v>
                </c:pt>
                <c:pt idx="23828">
                  <c:v>6.7770400000000004</c:v>
                </c:pt>
                <c:pt idx="23829">
                  <c:v>6.7773500000000002</c:v>
                </c:pt>
                <c:pt idx="23830">
                  <c:v>6.7776500000000004</c:v>
                </c:pt>
                <c:pt idx="23831">
                  <c:v>6.7779600000000002</c:v>
                </c:pt>
                <c:pt idx="23832">
                  <c:v>6.77827</c:v>
                </c:pt>
                <c:pt idx="23833">
                  <c:v>6.7785700000000002</c:v>
                </c:pt>
                <c:pt idx="23834">
                  <c:v>6.77888</c:v>
                </c:pt>
                <c:pt idx="23835">
                  <c:v>6.7791800000000002</c:v>
                </c:pt>
                <c:pt idx="23836">
                  <c:v>6.77949</c:v>
                </c:pt>
                <c:pt idx="23837">
                  <c:v>6.7797900000000002</c:v>
                </c:pt>
                <c:pt idx="23838">
                  <c:v>6.7801</c:v>
                </c:pt>
                <c:pt idx="23839">
                  <c:v>6.7804000000000002</c:v>
                </c:pt>
                <c:pt idx="23840">
                  <c:v>6.78071</c:v>
                </c:pt>
                <c:pt idx="23841">
                  <c:v>6.7810100000000002</c:v>
                </c:pt>
                <c:pt idx="23842">
                  <c:v>6.78132</c:v>
                </c:pt>
                <c:pt idx="23843">
                  <c:v>6.7816200000000002</c:v>
                </c:pt>
                <c:pt idx="23844">
                  <c:v>6.78193</c:v>
                </c:pt>
                <c:pt idx="23845">
                  <c:v>6.7822399999999998</c:v>
                </c:pt>
                <c:pt idx="23846">
                  <c:v>6.78254</c:v>
                </c:pt>
                <c:pt idx="23847">
                  <c:v>6.7828499999999998</c:v>
                </c:pt>
                <c:pt idx="23848">
                  <c:v>6.78315</c:v>
                </c:pt>
                <c:pt idx="23849">
                  <c:v>6.7834599999999998</c:v>
                </c:pt>
                <c:pt idx="23850">
                  <c:v>6.78376</c:v>
                </c:pt>
                <c:pt idx="23851">
                  <c:v>6.7840699999999998</c:v>
                </c:pt>
                <c:pt idx="23852">
                  <c:v>6.78437</c:v>
                </c:pt>
                <c:pt idx="23853">
                  <c:v>6.7846799999999998</c:v>
                </c:pt>
                <c:pt idx="23854">
                  <c:v>6.78498</c:v>
                </c:pt>
                <c:pt idx="23855">
                  <c:v>6.7852899999999998</c:v>
                </c:pt>
                <c:pt idx="23856">
                  <c:v>6.7855999999999996</c:v>
                </c:pt>
                <c:pt idx="23857">
                  <c:v>6.7858999999999998</c:v>
                </c:pt>
                <c:pt idx="23858">
                  <c:v>6.7862099999999996</c:v>
                </c:pt>
                <c:pt idx="23859">
                  <c:v>6.7865099999999998</c:v>
                </c:pt>
                <c:pt idx="23860">
                  <c:v>6.7868199999999996</c:v>
                </c:pt>
                <c:pt idx="23861">
                  <c:v>6.7871199999999998</c:v>
                </c:pt>
                <c:pt idx="23862">
                  <c:v>6.7874299999999996</c:v>
                </c:pt>
                <c:pt idx="23863">
                  <c:v>6.7877299999999998</c:v>
                </c:pt>
                <c:pt idx="23864">
                  <c:v>6.7880399999999996</c:v>
                </c:pt>
                <c:pt idx="23865">
                  <c:v>6.7883399999999998</c:v>
                </c:pt>
                <c:pt idx="23866">
                  <c:v>6.7886499999999996</c:v>
                </c:pt>
                <c:pt idx="23867">
                  <c:v>6.7889499999999998</c:v>
                </c:pt>
                <c:pt idx="23868">
                  <c:v>6.7892599999999996</c:v>
                </c:pt>
                <c:pt idx="23869">
                  <c:v>6.7895700000000003</c:v>
                </c:pt>
                <c:pt idx="23870">
                  <c:v>6.7898699999999996</c:v>
                </c:pt>
                <c:pt idx="23871">
                  <c:v>6.7901800000000003</c:v>
                </c:pt>
                <c:pt idx="23872">
                  <c:v>6.7904799999999996</c:v>
                </c:pt>
                <c:pt idx="23873">
                  <c:v>6.7907900000000003</c:v>
                </c:pt>
                <c:pt idx="23874">
                  <c:v>6.7910899999999996</c:v>
                </c:pt>
                <c:pt idx="23875">
                  <c:v>6.7914000000000003</c:v>
                </c:pt>
                <c:pt idx="23876">
                  <c:v>6.7916999999999996</c:v>
                </c:pt>
                <c:pt idx="23877">
                  <c:v>6.7920100000000003</c:v>
                </c:pt>
                <c:pt idx="23878">
                  <c:v>6.7923099999999996</c:v>
                </c:pt>
                <c:pt idx="23879">
                  <c:v>6.7926200000000003</c:v>
                </c:pt>
                <c:pt idx="23880">
                  <c:v>6.7929199999999996</c:v>
                </c:pt>
                <c:pt idx="23881">
                  <c:v>6.7932300000000003</c:v>
                </c:pt>
                <c:pt idx="23882">
                  <c:v>6.7935400000000001</c:v>
                </c:pt>
                <c:pt idx="23883">
                  <c:v>6.7938400000000003</c:v>
                </c:pt>
                <c:pt idx="23884">
                  <c:v>6.7941500000000001</c:v>
                </c:pt>
                <c:pt idx="23885">
                  <c:v>6.7944500000000003</c:v>
                </c:pt>
                <c:pt idx="23886">
                  <c:v>6.7947600000000001</c:v>
                </c:pt>
                <c:pt idx="23887">
                  <c:v>6.7950600000000003</c:v>
                </c:pt>
                <c:pt idx="23888">
                  <c:v>6.7953700000000001</c:v>
                </c:pt>
                <c:pt idx="23889">
                  <c:v>6.7956700000000003</c:v>
                </c:pt>
                <c:pt idx="23890">
                  <c:v>6.7959800000000001</c:v>
                </c:pt>
                <c:pt idx="23891">
                  <c:v>6.7962800000000003</c:v>
                </c:pt>
                <c:pt idx="23892">
                  <c:v>6.7965900000000001</c:v>
                </c:pt>
                <c:pt idx="23893">
                  <c:v>6.7968900000000003</c:v>
                </c:pt>
                <c:pt idx="23894">
                  <c:v>6.7972000000000001</c:v>
                </c:pt>
                <c:pt idx="23895">
                  <c:v>6.7975099999999999</c:v>
                </c:pt>
                <c:pt idx="23896">
                  <c:v>6.7978100000000001</c:v>
                </c:pt>
                <c:pt idx="23897">
                  <c:v>6.7981199999999999</c:v>
                </c:pt>
                <c:pt idx="23898">
                  <c:v>6.7984200000000001</c:v>
                </c:pt>
                <c:pt idx="23899">
                  <c:v>6.7987299999999999</c:v>
                </c:pt>
                <c:pt idx="23900">
                  <c:v>6.7990300000000001</c:v>
                </c:pt>
                <c:pt idx="23901">
                  <c:v>6.7993399999999999</c:v>
                </c:pt>
                <c:pt idx="23902">
                  <c:v>6.7996400000000001</c:v>
                </c:pt>
                <c:pt idx="23903">
                  <c:v>6.7999499999999999</c:v>
                </c:pt>
                <c:pt idx="23904">
                  <c:v>6.8002500000000001</c:v>
                </c:pt>
                <c:pt idx="23905">
                  <c:v>6.8005599999999999</c:v>
                </c:pt>
                <c:pt idx="23906">
                  <c:v>6.8008699999999997</c:v>
                </c:pt>
                <c:pt idx="23907">
                  <c:v>6.8011699999999999</c:v>
                </c:pt>
                <c:pt idx="23908">
                  <c:v>6.8014799999999997</c:v>
                </c:pt>
                <c:pt idx="23909">
                  <c:v>6.8017799999999999</c:v>
                </c:pt>
                <c:pt idx="23910">
                  <c:v>6.8020899999999997</c:v>
                </c:pt>
                <c:pt idx="23911">
                  <c:v>6.8023899999999999</c:v>
                </c:pt>
                <c:pt idx="23912">
                  <c:v>6.8026999999999997</c:v>
                </c:pt>
                <c:pt idx="23913">
                  <c:v>6.8029999999999999</c:v>
                </c:pt>
                <c:pt idx="23914">
                  <c:v>6.8033099999999997</c:v>
                </c:pt>
                <c:pt idx="23915">
                  <c:v>6.8036099999999999</c:v>
                </c:pt>
                <c:pt idx="23916">
                  <c:v>6.8039199999999997</c:v>
                </c:pt>
                <c:pt idx="23917">
                  <c:v>6.8042199999999999</c:v>
                </c:pt>
                <c:pt idx="23918">
                  <c:v>6.8045299999999997</c:v>
                </c:pt>
                <c:pt idx="23919">
                  <c:v>6.8048400000000004</c:v>
                </c:pt>
                <c:pt idx="23920">
                  <c:v>6.8051399999999997</c:v>
                </c:pt>
                <c:pt idx="23921">
                  <c:v>6.8054500000000004</c:v>
                </c:pt>
                <c:pt idx="23922">
                  <c:v>6.8057499999999997</c:v>
                </c:pt>
                <c:pt idx="23923">
                  <c:v>6.8060600000000004</c:v>
                </c:pt>
                <c:pt idx="23924">
                  <c:v>6.8063599999999997</c:v>
                </c:pt>
                <c:pt idx="23925">
                  <c:v>6.8066700000000004</c:v>
                </c:pt>
                <c:pt idx="23926">
                  <c:v>6.8069699999999997</c:v>
                </c:pt>
                <c:pt idx="23927">
                  <c:v>6.8072800000000004</c:v>
                </c:pt>
                <c:pt idx="23928">
                  <c:v>6.8075799999999997</c:v>
                </c:pt>
                <c:pt idx="23929">
                  <c:v>6.8078900000000004</c:v>
                </c:pt>
                <c:pt idx="23930">
                  <c:v>6.8081899999999997</c:v>
                </c:pt>
                <c:pt idx="23931">
                  <c:v>6.8085000000000004</c:v>
                </c:pt>
                <c:pt idx="23932">
                  <c:v>6.8088100000000003</c:v>
                </c:pt>
                <c:pt idx="23933">
                  <c:v>6.8091100000000004</c:v>
                </c:pt>
                <c:pt idx="23934">
                  <c:v>6.8094200000000003</c:v>
                </c:pt>
                <c:pt idx="23935">
                  <c:v>6.8097200000000004</c:v>
                </c:pt>
                <c:pt idx="23936">
                  <c:v>6.8100300000000002</c:v>
                </c:pt>
                <c:pt idx="23937">
                  <c:v>6.8103300000000004</c:v>
                </c:pt>
                <c:pt idx="23938">
                  <c:v>6.8106400000000002</c:v>
                </c:pt>
                <c:pt idx="23939">
                  <c:v>6.8109400000000004</c:v>
                </c:pt>
                <c:pt idx="23940">
                  <c:v>6.8112500000000002</c:v>
                </c:pt>
                <c:pt idx="23941">
                  <c:v>6.8115500000000004</c:v>
                </c:pt>
                <c:pt idx="23942">
                  <c:v>6.8118600000000002</c:v>
                </c:pt>
                <c:pt idx="23943">
                  <c:v>6.8121600000000004</c:v>
                </c:pt>
                <c:pt idx="23944">
                  <c:v>6.8124700000000002</c:v>
                </c:pt>
                <c:pt idx="23945">
                  <c:v>6.8127800000000001</c:v>
                </c:pt>
                <c:pt idx="23946">
                  <c:v>6.8130800000000002</c:v>
                </c:pt>
                <c:pt idx="23947">
                  <c:v>6.8133900000000001</c:v>
                </c:pt>
                <c:pt idx="23948">
                  <c:v>6.8136900000000002</c:v>
                </c:pt>
                <c:pt idx="23949">
                  <c:v>6.8140000000000001</c:v>
                </c:pt>
                <c:pt idx="23950">
                  <c:v>6.8143000000000002</c:v>
                </c:pt>
                <c:pt idx="23951">
                  <c:v>6.8146100000000001</c:v>
                </c:pt>
                <c:pt idx="23952">
                  <c:v>6.8149100000000002</c:v>
                </c:pt>
                <c:pt idx="23953">
                  <c:v>6.8152200000000001</c:v>
                </c:pt>
                <c:pt idx="23954">
                  <c:v>6.8155200000000002</c:v>
                </c:pt>
                <c:pt idx="23955">
                  <c:v>6.8158300000000001</c:v>
                </c:pt>
                <c:pt idx="23956">
                  <c:v>6.8161300000000002</c:v>
                </c:pt>
                <c:pt idx="23957">
                  <c:v>6.8164400000000001</c:v>
                </c:pt>
                <c:pt idx="23958">
                  <c:v>6.8167499999999999</c:v>
                </c:pt>
                <c:pt idx="23959">
                  <c:v>6.8170500000000001</c:v>
                </c:pt>
                <c:pt idx="23960">
                  <c:v>6.8173599999999999</c:v>
                </c:pt>
                <c:pt idx="23961">
                  <c:v>6.8176600000000001</c:v>
                </c:pt>
                <c:pt idx="23962">
                  <c:v>6.8179699999999999</c:v>
                </c:pt>
                <c:pt idx="23963">
                  <c:v>6.8182700000000001</c:v>
                </c:pt>
                <c:pt idx="23964">
                  <c:v>6.8185799999999999</c:v>
                </c:pt>
                <c:pt idx="23965">
                  <c:v>6.8188800000000001</c:v>
                </c:pt>
                <c:pt idx="23966">
                  <c:v>6.8191899999999999</c:v>
                </c:pt>
                <c:pt idx="23967">
                  <c:v>6.8194900000000001</c:v>
                </c:pt>
                <c:pt idx="23968">
                  <c:v>6.8197999999999999</c:v>
                </c:pt>
                <c:pt idx="23969">
                  <c:v>6.8201099999999997</c:v>
                </c:pt>
                <c:pt idx="23970">
                  <c:v>6.8204099999999999</c:v>
                </c:pt>
                <c:pt idx="23971">
                  <c:v>6.8207199999999997</c:v>
                </c:pt>
                <c:pt idx="23972">
                  <c:v>6.8210199999999999</c:v>
                </c:pt>
                <c:pt idx="23973">
                  <c:v>6.8213299999999997</c:v>
                </c:pt>
                <c:pt idx="23974">
                  <c:v>6.8216299999999999</c:v>
                </c:pt>
                <c:pt idx="23975">
                  <c:v>6.8219399999999997</c:v>
                </c:pt>
                <c:pt idx="23976">
                  <c:v>6.8222399999999999</c:v>
                </c:pt>
                <c:pt idx="23977">
                  <c:v>6.8225499999999997</c:v>
                </c:pt>
                <c:pt idx="23978">
                  <c:v>6.8228499999999999</c:v>
                </c:pt>
                <c:pt idx="23979">
                  <c:v>6.8231599999999997</c:v>
                </c:pt>
                <c:pt idx="23980">
                  <c:v>6.8234599999999999</c:v>
                </c:pt>
                <c:pt idx="23981">
                  <c:v>6.8237699999999997</c:v>
                </c:pt>
                <c:pt idx="23982">
                  <c:v>6.8240800000000004</c:v>
                </c:pt>
                <c:pt idx="23983">
                  <c:v>6.8243799999999997</c:v>
                </c:pt>
                <c:pt idx="23984">
                  <c:v>6.8246900000000004</c:v>
                </c:pt>
                <c:pt idx="23985">
                  <c:v>6.8249899999999997</c:v>
                </c:pt>
                <c:pt idx="23986">
                  <c:v>6.8253000000000004</c:v>
                </c:pt>
                <c:pt idx="23987">
                  <c:v>6.8255999999999997</c:v>
                </c:pt>
                <c:pt idx="23988">
                  <c:v>6.8259100000000004</c:v>
                </c:pt>
                <c:pt idx="23989">
                  <c:v>6.8262099999999997</c:v>
                </c:pt>
                <c:pt idx="23990">
                  <c:v>6.8265200000000004</c:v>
                </c:pt>
                <c:pt idx="23991">
                  <c:v>6.8268199999999997</c:v>
                </c:pt>
                <c:pt idx="23992">
                  <c:v>6.8271300000000004</c:v>
                </c:pt>
                <c:pt idx="23993">
                  <c:v>6.8274299999999997</c:v>
                </c:pt>
                <c:pt idx="23994">
                  <c:v>6.8277400000000004</c:v>
                </c:pt>
                <c:pt idx="23995">
                  <c:v>6.8280500000000002</c:v>
                </c:pt>
                <c:pt idx="23996">
                  <c:v>6.8283500000000004</c:v>
                </c:pt>
                <c:pt idx="23997">
                  <c:v>6.8286600000000002</c:v>
                </c:pt>
                <c:pt idx="23998">
                  <c:v>6.8289600000000004</c:v>
                </c:pt>
                <c:pt idx="23999">
                  <c:v>6.8292700000000002</c:v>
                </c:pt>
                <c:pt idx="24000">
                  <c:v>6.8295700000000004</c:v>
                </c:pt>
                <c:pt idx="24001">
                  <c:v>6.8298800000000002</c:v>
                </c:pt>
                <c:pt idx="24002">
                  <c:v>6.8301800000000004</c:v>
                </c:pt>
                <c:pt idx="24003">
                  <c:v>6.8304900000000002</c:v>
                </c:pt>
                <c:pt idx="24004">
                  <c:v>6.8307900000000004</c:v>
                </c:pt>
                <c:pt idx="24005">
                  <c:v>6.8311000000000002</c:v>
                </c:pt>
                <c:pt idx="24006">
                  <c:v>6.8314000000000004</c:v>
                </c:pt>
                <c:pt idx="24007">
                  <c:v>6.8317100000000002</c:v>
                </c:pt>
                <c:pt idx="24008">
                  <c:v>6.83202</c:v>
                </c:pt>
                <c:pt idx="24009">
                  <c:v>6.8323200000000002</c:v>
                </c:pt>
                <c:pt idx="24010">
                  <c:v>6.83263</c:v>
                </c:pt>
                <c:pt idx="24011">
                  <c:v>6.8329300000000002</c:v>
                </c:pt>
                <c:pt idx="24012">
                  <c:v>6.83324</c:v>
                </c:pt>
                <c:pt idx="24013">
                  <c:v>6.8335400000000002</c:v>
                </c:pt>
                <c:pt idx="24014">
                  <c:v>6.83385</c:v>
                </c:pt>
                <c:pt idx="24015">
                  <c:v>6.8341500000000002</c:v>
                </c:pt>
                <c:pt idx="24016">
                  <c:v>6.83446</c:v>
                </c:pt>
                <c:pt idx="24017">
                  <c:v>6.8347600000000002</c:v>
                </c:pt>
                <c:pt idx="24018">
                  <c:v>6.83507</c:v>
                </c:pt>
                <c:pt idx="24019">
                  <c:v>6.8353700000000002</c:v>
                </c:pt>
                <c:pt idx="24020">
                  <c:v>6.83568</c:v>
                </c:pt>
                <c:pt idx="24021">
                  <c:v>6.8359899999999998</c:v>
                </c:pt>
                <c:pt idx="24022">
                  <c:v>6.83629</c:v>
                </c:pt>
                <c:pt idx="24023">
                  <c:v>6.8365999999999998</c:v>
                </c:pt>
                <c:pt idx="24024">
                  <c:v>6.8369</c:v>
                </c:pt>
                <c:pt idx="24025">
                  <c:v>6.8372099999999998</c:v>
                </c:pt>
                <c:pt idx="24026">
                  <c:v>6.83751</c:v>
                </c:pt>
                <c:pt idx="24027">
                  <c:v>6.8378199999999998</c:v>
                </c:pt>
                <c:pt idx="24028">
                  <c:v>6.83812</c:v>
                </c:pt>
                <c:pt idx="24029">
                  <c:v>6.8384299999999998</c:v>
                </c:pt>
                <c:pt idx="24030">
                  <c:v>6.83873</c:v>
                </c:pt>
                <c:pt idx="24031">
                  <c:v>6.8390399999999998</c:v>
                </c:pt>
                <c:pt idx="24032">
                  <c:v>6.8393499999999996</c:v>
                </c:pt>
                <c:pt idx="24033">
                  <c:v>6.8396499999999998</c:v>
                </c:pt>
                <c:pt idx="24034">
                  <c:v>6.8399599999999996</c:v>
                </c:pt>
                <c:pt idx="24035">
                  <c:v>6.8402599999999998</c:v>
                </c:pt>
                <c:pt idx="24036">
                  <c:v>6.8405699999999996</c:v>
                </c:pt>
                <c:pt idx="24037">
                  <c:v>6.8408699999999998</c:v>
                </c:pt>
                <c:pt idx="24038">
                  <c:v>6.8411799999999996</c:v>
                </c:pt>
                <c:pt idx="24039">
                  <c:v>6.8414799999999998</c:v>
                </c:pt>
                <c:pt idx="24040">
                  <c:v>6.8417899999999996</c:v>
                </c:pt>
                <c:pt idx="24041">
                  <c:v>6.8420899999999998</c:v>
                </c:pt>
                <c:pt idx="24042">
                  <c:v>6.8423999999999996</c:v>
                </c:pt>
                <c:pt idx="24043">
                  <c:v>6.8426999999999998</c:v>
                </c:pt>
                <c:pt idx="24044">
                  <c:v>6.8430099999999996</c:v>
                </c:pt>
                <c:pt idx="24045">
                  <c:v>6.8433200000000003</c:v>
                </c:pt>
                <c:pt idx="24046">
                  <c:v>6.8436199999999996</c:v>
                </c:pt>
                <c:pt idx="24047">
                  <c:v>6.8439300000000003</c:v>
                </c:pt>
                <c:pt idx="24048">
                  <c:v>6.8442299999999996</c:v>
                </c:pt>
                <c:pt idx="24049">
                  <c:v>6.8445400000000003</c:v>
                </c:pt>
                <c:pt idx="24050">
                  <c:v>6.8448399999999996</c:v>
                </c:pt>
                <c:pt idx="24051">
                  <c:v>6.8451500000000003</c:v>
                </c:pt>
                <c:pt idx="24052">
                  <c:v>6.8454499999999996</c:v>
                </c:pt>
                <c:pt idx="24053">
                  <c:v>6.8457600000000003</c:v>
                </c:pt>
                <c:pt idx="24054">
                  <c:v>6.8460599999999996</c:v>
                </c:pt>
                <c:pt idx="24055">
                  <c:v>6.8463700000000003</c:v>
                </c:pt>
                <c:pt idx="24056">
                  <c:v>6.8466699999999996</c:v>
                </c:pt>
                <c:pt idx="24057">
                  <c:v>6.8469800000000003</c:v>
                </c:pt>
                <c:pt idx="24058">
                  <c:v>6.8472900000000001</c:v>
                </c:pt>
                <c:pt idx="24059">
                  <c:v>6.8475900000000003</c:v>
                </c:pt>
                <c:pt idx="24060">
                  <c:v>6.8479000000000001</c:v>
                </c:pt>
                <c:pt idx="24061">
                  <c:v>6.8482000000000003</c:v>
                </c:pt>
                <c:pt idx="24062">
                  <c:v>6.8485100000000001</c:v>
                </c:pt>
                <c:pt idx="24063">
                  <c:v>6.8488100000000003</c:v>
                </c:pt>
                <c:pt idx="24064">
                  <c:v>6.8491200000000001</c:v>
                </c:pt>
                <c:pt idx="24065">
                  <c:v>6.8494200000000003</c:v>
                </c:pt>
                <c:pt idx="24066">
                  <c:v>6.8497300000000001</c:v>
                </c:pt>
                <c:pt idx="24067">
                  <c:v>6.8500300000000003</c:v>
                </c:pt>
                <c:pt idx="24068">
                  <c:v>6.8503400000000001</c:v>
                </c:pt>
                <c:pt idx="24069">
                  <c:v>6.8506400000000003</c:v>
                </c:pt>
                <c:pt idx="24070">
                  <c:v>6.8509500000000001</c:v>
                </c:pt>
                <c:pt idx="24071">
                  <c:v>6.8512599999999999</c:v>
                </c:pt>
                <c:pt idx="24072">
                  <c:v>6.8515600000000001</c:v>
                </c:pt>
                <c:pt idx="24073">
                  <c:v>6.8518699999999999</c:v>
                </c:pt>
                <c:pt idx="24074">
                  <c:v>6.8521700000000001</c:v>
                </c:pt>
                <c:pt idx="24075">
                  <c:v>6.8524799999999999</c:v>
                </c:pt>
                <c:pt idx="24076">
                  <c:v>6.8527800000000001</c:v>
                </c:pt>
                <c:pt idx="24077">
                  <c:v>6.8530899999999999</c:v>
                </c:pt>
                <c:pt idx="24078">
                  <c:v>6.8533900000000001</c:v>
                </c:pt>
                <c:pt idx="24079">
                  <c:v>6.8536999999999999</c:v>
                </c:pt>
                <c:pt idx="24080">
                  <c:v>6.8540000000000001</c:v>
                </c:pt>
                <c:pt idx="24081">
                  <c:v>6.8543099999999999</c:v>
                </c:pt>
                <c:pt idx="24082">
                  <c:v>6.8546199999999997</c:v>
                </c:pt>
                <c:pt idx="24083">
                  <c:v>6.8549199999999999</c:v>
                </c:pt>
                <c:pt idx="24084">
                  <c:v>6.8552299999999997</c:v>
                </c:pt>
                <c:pt idx="24085">
                  <c:v>6.8555299999999999</c:v>
                </c:pt>
                <c:pt idx="24086">
                  <c:v>6.8558399999999997</c:v>
                </c:pt>
                <c:pt idx="24087">
                  <c:v>6.8561399999999999</c:v>
                </c:pt>
                <c:pt idx="24088">
                  <c:v>6.8564499999999997</c:v>
                </c:pt>
                <c:pt idx="24089">
                  <c:v>6.8567499999999999</c:v>
                </c:pt>
                <c:pt idx="24090">
                  <c:v>6.8570599999999997</c:v>
                </c:pt>
                <c:pt idx="24091">
                  <c:v>6.8573599999999999</c:v>
                </c:pt>
                <c:pt idx="24092">
                  <c:v>6.8576699999999997</c:v>
                </c:pt>
                <c:pt idx="24093">
                  <c:v>6.8579699999999999</c:v>
                </c:pt>
                <c:pt idx="24094">
                  <c:v>6.8582799999999997</c:v>
                </c:pt>
                <c:pt idx="24095">
                  <c:v>6.8585900000000004</c:v>
                </c:pt>
                <c:pt idx="24096">
                  <c:v>6.8588899999999997</c:v>
                </c:pt>
                <c:pt idx="24097">
                  <c:v>6.8592000000000004</c:v>
                </c:pt>
                <c:pt idx="24098">
                  <c:v>6.8594999999999997</c:v>
                </c:pt>
                <c:pt idx="24099">
                  <c:v>6.8598100000000004</c:v>
                </c:pt>
                <c:pt idx="24100">
                  <c:v>6.8601099999999997</c:v>
                </c:pt>
                <c:pt idx="24101">
                  <c:v>6.8604200000000004</c:v>
                </c:pt>
                <c:pt idx="24102">
                  <c:v>6.8607199999999997</c:v>
                </c:pt>
                <c:pt idx="24103">
                  <c:v>6.8610300000000004</c:v>
                </c:pt>
                <c:pt idx="24104">
                  <c:v>6.8613299999999997</c:v>
                </c:pt>
                <c:pt idx="24105">
                  <c:v>6.8616400000000004</c:v>
                </c:pt>
                <c:pt idx="24106">
                  <c:v>6.8619399999999997</c:v>
                </c:pt>
                <c:pt idx="24107">
                  <c:v>6.8622500000000004</c:v>
                </c:pt>
                <c:pt idx="24108">
                  <c:v>6.8625600000000002</c:v>
                </c:pt>
                <c:pt idx="24109">
                  <c:v>6.8628600000000004</c:v>
                </c:pt>
                <c:pt idx="24110">
                  <c:v>6.8631700000000002</c:v>
                </c:pt>
                <c:pt idx="24111">
                  <c:v>6.8634700000000004</c:v>
                </c:pt>
                <c:pt idx="24112">
                  <c:v>6.8637800000000002</c:v>
                </c:pt>
                <c:pt idx="24113">
                  <c:v>6.8640800000000004</c:v>
                </c:pt>
                <c:pt idx="24114">
                  <c:v>6.8643900000000002</c:v>
                </c:pt>
                <c:pt idx="24115">
                  <c:v>6.8646900000000004</c:v>
                </c:pt>
                <c:pt idx="24116">
                  <c:v>6.8650000000000002</c:v>
                </c:pt>
                <c:pt idx="24117">
                  <c:v>6.8653000000000004</c:v>
                </c:pt>
                <c:pt idx="24118">
                  <c:v>6.8656100000000002</c:v>
                </c:pt>
                <c:pt idx="24119">
                  <c:v>6.8659100000000004</c:v>
                </c:pt>
                <c:pt idx="24120">
                  <c:v>6.8662200000000002</c:v>
                </c:pt>
                <c:pt idx="24121">
                  <c:v>6.86653</c:v>
                </c:pt>
                <c:pt idx="24122">
                  <c:v>6.8668300000000002</c:v>
                </c:pt>
                <c:pt idx="24123">
                  <c:v>6.86714</c:v>
                </c:pt>
                <c:pt idx="24124">
                  <c:v>6.8674400000000002</c:v>
                </c:pt>
                <c:pt idx="24125">
                  <c:v>6.86775</c:v>
                </c:pt>
                <c:pt idx="24126">
                  <c:v>6.8680500000000002</c:v>
                </c:pt>
                <c:pt idx="24127">
                  <c:v>6.86836</c:v>
                </c:pt>
                <c:pt idx="24128">
                  <c:v>6.8686600000000002</c:v>
                </c:pt>
                <c:pt idx="24129">
                  <c:v>6.86897</c:v>
                </c:pt>
                <c:pt idx="24130">
                  <c:v>6.8692700000000002</c:v>
                </c:pt>
                <c:pt idx="24131">
                  <c:v>6.86958</c:v>
                </c:pt>
                <c:pt idx="24132">
                  <c:v>6.8698800000000002</c:v>
                </c:pt>
                <c:pt idx="24133">
                  <c:v>6.87019</c:v>
                </c:pt>
                <c:pt idx="24134">
                  <c:v>6.8704999999999998</c:v>
                </c:pt>
                <c:pt idx="24135">
                  <c:v>6.8708</c:v>
                </c:pt>
                <c:pt idx="24136">
                  <c:v>6.8711099999999998</c:v>
                </c:pt>
                <c:pt idx="24137">
                  <c:v>6.87141</c:v>
                </c:pt>
                <c:pt idx="24138">
                  <c:v>6.8717199999999998</c:v>
                </c:pt>
                <c:pt idx="24139">
                  <c:v>6.87202</c:v>
                </c:pt>
                <c:pt idx="24140">
                  <c:v>6.8723299999999998</c:v>
                </c:pt>
                <c:pt idx="24141">
                  <c:v>6.87263</c:v>
                </c:pt>
                <c:pt idx="24142">
                  <c:v>6.8729399999999998</c:v>
                </c:pt>
                <c:pt idx="24143">
                  <c:v>6.87324</c:v>
                </c:pt>
                <c:pt idx="24144">
                  <c:v>6.8735499999999998</c:v>
                </c:pt>
                <c:pt idx="24145">
                  <c:v>6.8738599999999996</c:v>
                </c:pt>
                <c:pt idx="24146">
                  <c:v>6.8741599999999998</c:v>
                </c:pt>
                <c:pt idx="24147">
                  <c:v>6.8744699999999996</c:v>
                </c:pt>
                <c:pt idx="24148">
                  <c:v>6.8747699999999998</c:v>
                </c:pt>
                <c:pt idx="24149">
                  <c:v>6.8750799999999996</c:v>
                </c:pt>
                <c:pt idx="24150">
                  <c:v>6.8753799999999998</c:v>
                </c:pt>
                <c:pt idx="24151">
                  <c:v>6.8756899999999996</c:v>
                </c:pt>
                <c:pt idx="24152">
                  <c:v>6.8759899999999998</c:v>
                </c:pt>
                <c:pt idx="24153">
                  <c:v>6.8762999999999996</c:v>
                </c:pt>
                <c:pt idx="24154">
                  <c:v>6.8765999999999998</c:v>
                </c:pt>
                <c:pt idx="24155">
                  <c:v>6.8769099999999996</c:v>
                </c:pt>
                <c:pt idx="24156">
                  <c:v>6.8772099999999998</c:v>
                </c:pt>
                <c:pt idx="24157">
                  <c:v>6.8775199999999996</c:v>
                </c:pt>
                <c:pt idx="24158">
                  <c:v>6.8778300000000003</c:v>
                </c:pt>
                <c:pt idx="24159">
                  <c:v>6.8781299999999996</c:v>
                </c:pt>
                <c:pt idx="24160">
                  <c:v>6.8784400000000003</c:v>
                </c:pt>
                <c:pt idx="24161">
                  <c:v>6.8787399999999996</c:v>
                </c:pt>
                <c:pt idx="24162">
                  <c:v>6.8790500000000003</c:v>
                </c:pt>
                <c:pt idx="24163">
                  <c:v>6.8793499999999996</c:v>
                </c:pt>
                <c:pt idx="24164">
                  <c:v>6.8796600000000003</c:v>
                </c:pt>
                <c:pt idx="24165">
                  <c:v>6.8799599999999996</c:v>
                </c:pt>
                <c:pt idx="24166">
                  <c:v>6.8802700000000003</c:v>
                </c:pt>
                <c:pt idx="24167">
                  <c:v>6.8805699999999996</c:v>
                </c:pt>
                <c:pt idx="24168">
                  <c:v>6.8808800000000003</c:v>
                </c:pt>
                <c:pt idx="24169">
                  <c:v>6.8811799999999996</c:v>
                </c:pt>
                <c:pt idx="24170">
                  <c:v>6.8814900000000003</c:v>
                </c:pt>
                <c:pt idx="24171">
                  <c:v>6.8818000000000001</c:v>
                </c:pt>
                <c:pt idx="24172">
                  <c:v>6.8821000000000003</c:v>
                </c:pt>
                <c:pt idx="24173">
                  <c:v>6.8824100000000001</c:v>
                </c:pt>
                <c:pt idx="24174">
                  <c:v>6.8827100000000003</c:v>
                </c:pt>
                <c:pt idx="24175">
                  <c:v>6.8830200000000001</c:v>
                </c:pt>
                <c:pt idx="24176">
                  <c:v>6.8833200000000003</c:v>
                </c:pt>
                <c:pt idx="24177">
                  <c:v>6.8836300000000001</c:v>
                </c:pt>
                <c:pt idx="24178">
                  <c:v>6.8839300000000003</c:v>
                </c:pt>
                <c:pt idx="24179">
                  <c:v>6.8842400000000001</c:v>
                </c:pt>
                <c:pt idx="24180">
                  <c:v>6.8845400000000003</c:v>
                </c:pt>
                <c:pt idx="24181">
                  <c:v>6.8848500000000001</c:v>
                </c:pt>
                <c:pt idx="24182">
                  <c:v>6.8851500000000003</c:v>
                </c:pt>
                <c:pt idx="24183">
                  <c:v>6.8854600000000001</c:v>
                </c:pt>
                <c:pt idx="24184">
                  <c:v>6.8857699999999999</c:v>
                </c:pt>
                <c:pt idx="24185">
                  <c:v>6.8860700000000001</c:v>
                </c:pt>
                <c:pt idx="24186">
                  <c:v>6.8863799999999999</c:v>
                </c:pt>
                <c:pt idx="24187">
                  <c:v>6.8866800000000001</c:v>
                </c:pt>
                <c:pt idx="24188">
                  <c:v>6.8869899999999999</c:v>
                </c:pt>
                <c:pt idx="24189">
                  <c:v>6.8872900000000001</c:v>
                </c:pt>
                <c:pt idx="24190">
                  <c:v>6.8875999999999999</c:v>
                </c:pt>
                <c:pt idx="24191">
                  <c:v>6.8879000000000001</c:v>
                </c:pt>
                <c:pt idx="24192">
                  <c:v>6.8882099999999999</c:v>
                </c:pt>
                <c:pt idx="24193">
                  <c:v>6.8885100000000001</c:v>
                </c:pt>
                <c:pt idx="24194">
                  <c:v>6.8888199999999999</c:v>
                </c:pt>
                <c:pt idx="24195">
                  <c:v>6.8891200000000001</c:v>
                </c:pt>
                <c:pt idx="24196">
                  <c:v>6.8894299999999999</c:v>
                </c:pt>
                <c:pt idx="24197">
                  <c:v>6.8897399999999998</c:v>
                </c:pt>
                <c:pt idx="24198">
                  <c:v>6.8900399999999999</c:v>
                </c:pt>
                <c:pt idx="24199">
                  <c:v>6.8903499999999998</c:v>
                </c:pt>
                <c:pt idx="24200">
                  <c:v>6.8906499999999999</c:v>
                </c:pt>
                <c:pt idx="24201">
                  <c:v>6.8909599999999998</c:v>
                </c:pt>
                <c:pt idx="24202">
                  <c:v>6.8912599999999999</c:v>
                </c:pt>
                <c:pt idx="24203">
                  <c:v>6.8915699999999998</c:v>
                </c:pt>
                <c:pt idx="24204">
                  <c:v>6.8918699999999999</c:v>
                </c:pt>
                <c:pt idx="24205">
                  <c:v>6.8921799999999998</c:v>
                </c:pt>
                <c:pt idx="24206">
                  <c:v>6.8924799999999999</c:v>
                </c:pt>
                <c:pt idx="24207">
                  <c:v>6.8927899999999998</c:v>
                </c:pt>
                <c:pt idx="24208">
                  <c:v>6.8930999999999996</c:v>
                </c:pt>
                <c:pt idx="24209">
                  <c:v>6.8933999999999997</c:v>
                </c:pt>
                <c:pt idx="24210">
                  <c:v>6.8937099999999996</c:v>
                </c:pt>
                <c:pt idx="24211">
                  <c:v>6.8940099999999997</c:v>
                </c:pt>
                <c:pt idx="24212">
                  <c:v>6.8943199999999996</c:v>
                </c:pt>
                <c:pt idx="24213">
                  <c:v>6.8946199999999997</c:v>
                </c:pt>
                <c:pt idx="24214">
                  <c:v>6.8949299999999996</c:v>
                </c:pt>
                <c:pt idx="24215">
                  <c:v>6.8952299999999997</c:v>
                </c:pt>
                <c:pt idx="24216">
                  <c:v>6.8955399999999996</c:v>
                </c:pt>
                <c:pt idx="24217">
                  <c:v>6.8958399999999997</c:v>
                </c:pt>
                <c:pt idx="24218">
                  <c:v>6.8961499999999996</c:v>
                </c:pt>
                <c:pt idx="24219">
                  <c:v>6.8964499999999997</c:v>
                </c:pt>
                <c:pt idx="24220">
                  <c:v>6.8967599999999996</c:v>
                </c:pt>
                <c:pt idx="24221">
                  <c:v>6.8970700000000003</c:v>
                </c:pt>
                <c:pt idx="24222">
                  <c:v>6.8973699999999996</c:v>
                </c:pt>
                <c:pt idx="24223">
                  <c:v>6.8976800000000003</c:v>
                </c:pt>
                <c:pt idx="24224">
                  <c:v>6.8979799999999996</c:v>
                </c:pt>
                <c:pt idx="24225">
                  <c:v>6.8982900000000003</c:v>
                </c:pt>
                <c:pt idx="24226">
                  <c:v>6.8985900000000004</c:v>
                </c:pt>
                <c:pt idx="24227">
                  <c:v>6.8989000000000003</c:v>
                </c:pt>
                <c:pt idx="24228">
                  <c:v>6.8992000000000004</c:v>
                </c:pt>
                <c:pt idx="24229">
                  <c:v>6.8995100000000003</c:v>
                </c:pt>
                <c:pt idx="24230">
                  <c:v>6.8998100000000004</c:v>
                </c:pt>
                <c:pt idx="24231">
                  <c:v>6.9001200000000003</c:v>
                </c:pt>
                <c:pt idx="24232">
                  <c:v>6.9004200000000004</c:v>
                </c:pt>
                <c:pt idx="24233">
                  <c:v>6.9007300000000003</c:v>
                </c:pt>
                <c:pt idx="24234">
                  <c:v>6.9010400000000001</c:v>
                </c:pt>
                <c:pt idx="24235">
                  <c:v>6.9013400000000003</c:v>
                </c:pt>
                <c:pt idx="24236">
                  <c:v>6.9016500000000001</c:v>
                </c:pt>
                <c:pt idx="24237">
                  <c:v>6.9019500000000003</c:v>
                </c:pt>
                <c:pt idx="24238">
                  <c:v>6.9022600000000001</c:v>
                </c:pt>
                <c:pt idx="24239">
                  <c:v>6.9025600000000003</c:v>
                </c:pt>
                <c:pt idx="24240">
                  <c:v>6.9028700000000001</c:v>
                </c:pt>
                <c:pt idx="24241">
                  <c:v>6.9031700000000003</c:v>
                </c:pt>
                <c:pt idx="24242">
                  <c:v>6.9034800000000001</c:v>
                </c:pt>
                <c:pt idx="24243">
                  <c:v>6.9037800000000002</c:v>
                </c:pt>
                <c:pt idx="24244">
                  <c:v>6.9040900000000001</c:v>
                </c:pt>
                <c:pt idx="24245">
                  <c:v>6.9043900000000002</c:v>
                </c:pt>
                <c:pt idx="24246">
                  <c:v>6.9047000000000001</c:v>
                </c:pt>
                <c:pt idx="24247">
                  <c:v>6.9050099999999999</c:v>
                </c:pt>
                <c:pt idx="24248">
                  <c:v>6.9053100000000001</c:v>
                </c:pt>
                <c:pt idx="24249">
                  <c:v>6.9056199999999999</c:v>
                </c:pt>
                <c:pt idx="24250">
                  <c:v>6.9059200000000001</c:v>
                </c:pt>
                <c:pt idx="24251">
                  <c:v>6.9062299999999999</c:v>
                </c:pt>
                <c:pt idx="24252">
                  <c:v>6.9065300000000001</c:v>
                </c:pt>
                <c:pt idx="24253">
                  <c:v>6.9068399999999999</c:v>
                </c:pt>
                <c:pt idx="24254">
                  <c:v>6.9071400000000001</c:v>
                </c:pt>
                <c:pt idx="24255">
                  <c:v>6.9074499999999999</c:v>
                </c:pt>
                <c:pt idx="24256">
                  <c:v>6.9077500000000001</c:v>
                </c:pt>
                <c:pt idx="24257">
                  <c:v>6.9080599999999999</c:v>
                </c:pt>
                <c:pt idx="24258">
                  <c:v>6.9083699999999997</c:v>
                </c:pt>
                <c:pt idx="24259">
                  <c:v>6.9086699999999999</c:v>
                </c:pt>
                <c:pt idx="24260">
                  <c:v>6.9089799999999997</c:v>
                </c:pt>
                <c:pt idx="24261">
                  <c:v>6.9092799999999999</c:v>
                </c:pt>
                <c:pt idx="24262">
                  <c:v>6.9095899999999997</c:v>
                </c:pt>
                <c:pt idx="24263">
                  <c:v>6.9098899999999999</c:v>
                </c:pt>
                <c:pt idx="24264">
                  <c:v>6.9101999999999997</c:v>
                </c:pt>
                <c:pt idx="24265">
                  <c:v>6.9104999999999999</c:v>
                </c:pt>
                <c:pt idx="24266">
                  <c:v>6.9108099999999997</c:v>
                </c:pt>
                <c:pt idx="24267">
                  <c:v>6.9111099999999999</c:v>
                </c:pt>
                <c:pt idx="24268">
                  <c:v>6.9114199999999997</c:v>
                </c:pt>
                <c:pt idx="24269">
                  <c:v>6.9117199999999999</c:v>
                </c:pt>
                <c:pt idx="24270">
                  <c:v>6.9120299999999997</c:v>
                </c:pt>
                <c:pt idx="24271">
                  <c:v>6.9123400000000004</c:v>
                </c:pt>
                <c:pt idx="24272">
                  <c:v>6.9126399999999997</c:v>
                </c:pt>
                <c:pt idx="24273">
                  <c:v>6.9129500000000004</c:v>
                </c:pt>
                <c:pt idx="24274">
                  <c:v>6.9132499999999997</c:v>
                </c:pt>
                <c:pt idx="24275">
                  <c:v>6.9135600000000004</c:v>
                </c:pt>
                <c:pt idx="24276">
                  <c:v>6.9138599999999997</c:v>
                </c:pt>
                <c:pt idx="24277">
                  <c:v>6.9141700000000004</c:v>
                </c:pt>
                <c:pt idx="24278">
                  <c:v>6.9144699999999997</c:v>
                </c:pt>
                <c:pt idx="24279">
                  <c:v>6.9147800000000004</c:v>
                </c:pt>
                <c:pt idx="24280">
                  <c:v>6.9150799999999997</c:v>
                </c:pt>
                <c:pt idx="24281">
                  <c:v>6.9153900000000004</c:v>
                </c:pt>
                <c:pt idx="24282">
                  <c:v>6.9156899999999997</c:v>
                </c:pt>
                <c:pt idx="24283">
                  <c:v>6.9160000000000004</c:v>
                </c:pt>
                <c:pt idx="24284">
                  <c:v>6.9163100000000002</c:v>
                </c:pt>
                <c:pt idx="24285">
                  <c:v>6.9166100000000004</c:v>
                </c:pt>
                <c:pt idx="24286">
                  <c:v>6.9169200000000002</c:v>
                </c:pt>
                <c:pt idx="24287">
                  <c:v>6.9172200000000004</c:v>
                </c:pt>
                <c:pt idx="24288">
                  <c:v>6.9175300000000002</c:v>
                </c:pt>
                <c:pt idx="24289">
                  <c:v>6.9178300000000004</c:v>
                </c:pt>
                <c:pt idx="24290">
                  <c:v>6.9181400000000002</c:v>
                </c:pt>
                <c:pt idx="24291">
                  <c:v>6.9184400000000004</c:v>
                </c:pt>
                <c:pt idx="24292">
                  <c:v>6.9187500000000002</c:v>
                </c:pt>
                <c:pt idx="24293">
                  <c:v>6.9190500000000004</c:v>
                </c:pt>
                <c:pt idx="24294">
                  <c:v>6.9193600000000002</c:v>
                </c:pt>
                <c:pt idx="24295">
                  <c:v>6.9196600000000004</c:v>
                </c:pt>
                <c:pt idx="24296">
                  <c:v>6.9199700000000002</c:v>
                </c:pt>
                <c:pt idx="24297">
                  <c:v>6.92028</c:v>
                </c:pt>
                <c:pt idx="24298">
                  <c:v>6.9205800000000002</c:v>
                </c:pt>
                <c:pt idx="24299">
                  <c:v>6.92089</c:v>
                </c:pt>
                <c:pt idx="24300">
                  <c:v>6.9211900000000002</c:v>
                </c:pt>
                <c:pt idx="24301">
                  <c:v>6.9215</c:v>
                </c:pt>
                <c:pt idx="24302">
                  <c:v>6.9218000000000002</c:v>
                </c:pt>
                <c:pt idx="24303">
                  <c:v>6.92211</c:v>
                </c:pt>
                <c:pt idx="24304">
                  <c:v>6.9224100000000002</c:v>
                </c:pt>
                <c:pt idx="24305">
                  <c:v>6.92272</c:v>
                </c:pt>
                <c:pt idx="24306">
                  <c:v>6.9230200000000002</c:v>
                </c:pt>
                <c:pt idx="24307">
                  <c:v>6.92333</c:v>
                </c:pt>
                <c:pt idx="24308">
                  <c:v>6.9236300000000002</c:v>
                </c:pt>
                <c:pt idx="24309">
                  <c:v>6.92394</c:v>
                </c:pt>
                <c:pt idx="24310">
                  <c:v>6.9242499999999998</c:v>
                </c:pt>
                <c:pt idx="24311">
                  <c:v>6.92455</c:v>
                </c:pt>
                <c:pt idx="24312">
                  <c:v>6.9248599999999998</c:v>
                </c:pt>
                <c:pt idx="24313">
                  <c:v>6.92516</c:v>
                </c:pt>
                <c:pt idx="24314">
                  <c:v>6.9254699999999998</c:v>
                </c:pt>
                <c:pt idx="24315">
                  <c:v>6.92577</c:v>
                </c:pt>
                <c:pt idx="24316">
                  <c:v>6.9260799999999998</c:v>
                </c:pt>
                <c:pt idx="24317">
                  <c:v>6.92638</c:v>
                </c:pt>
                <c:pt idx="24318">
                  <c:v>6.9266899999999998</c:v>
                </c:pt>
                <c:pt idx="24319">
                  <c:v>6.92699</c:v>
                </c:pt>
                <c:pt idx="24320">
                  <c:v>6.9272999999999998</c:v>
                </c:pt>
                <c:pt idx="24321">
                  <c:v>6.9276099999999996</c:v>
                </c:pt>
                <c:pt idx="24322">
                  <c:v>6.9279099999999998</c:v>
                </c:pt>
                <c:pt idx="24323">
                  <c:v>6.9282199999999996</c:v>
                </c:pt>
                <c:pt idx="24324">
                  <c:v>6.9285199999999998</c:v>
                </c:pt>
                <c:pt idx="24325">
                  <c:v>6.9288299999999996</c:v>
                </c:pt>
                <c:pt idx="24326">
                  <c:v>6.9291299999999998</c:v>
                </c:pt>
                <c:pt idx="24327">
                  <c:v>6.9294399999999996</c:v>
                </c:pt>
                <c:pt idx="24328">
                  <c:v>6.9297399999999998</c:v>
                </c:pt>
                <c:pt idx="24329">
                  <c:v>6.9300499999999996</c:v>
                </c:pt>
                <c:pt idx="24330">
                  <c:v>6.9303499999999998</c:v>
                </c:pt>
                <c:pt idx="24331">
                  <c:v>6.9306599999999996</c:v>
                </c:pt>
                <c:pt idx="24332">
                  <c:v>6.9309599999999998</c:v>
                </c:pt>
                <c:pt idx="24333">
                  <c:v>6.9312699999999996</c:v>
                </c:pt>
                <c:pt idx="24334">
                  <c:v>6.9315800000000003</c:v>
                </c:pt>
                <c:pt idx="24335">
                  <c:v>6.9318799999999996</c:v>
                </c:pt>
                <c:pt idx="24336">
                  <c:v>6.9321900000000003</c:v>
                </c:pt>
                <c:pt idx="24337">
                  <c:v>6.9324899999999996</c:v>
                </c:pt>
                <c:pt idx="24338">
                  <c:v>6.9328000000000003</c:v>
                </c:pt>
                <c:pt idx="24339">
                  <c:v>6.9330999999999996</c:v>
                </c:pt>
                <c:pt idx="24340">
                  <c:v>6.9334100000000003</c:v>
                </c:pt>
                <c:pt idx="24341">
                  <c:v>6.9337099999999996</c:v>
                </c:pt>
                <c:pt idx="24342">
                  <c:v>6.9340200000000003</c:v>
                </c:pt>
                <c:pt idx="24343">
                  <c:v>6.9343199999999996</c:v>
                </c:pt>
                <c:pt idx="24344">
                  <c:v>6.9346300000000003</c:v>
                </c:pt>
                <c:pt idx="24345">
                  <c:v>6.9349299999999996</c:v>
                </c:pt>
                <c:pt idx="24346">
                  <c:v>6.9352400000000003</c:v>
                </c:pt>
                <c:pt idx="24347">
                  <c:v>6.9355500000000001</c:v>
                </c:pt>
                <c:pt idx="24348">
                  <c:v>6.9358500000000003</c:v>
                </c:pt>
                <c:pt idx="24349">
                  <c:v>6.9361600000000001</c:v>
                </c:pt>
                <c:pt idx="24350">
                  <c:v>6.9364600000000003</c:v>
                </c:pt>
                <c:pt idx="24351">
                  <c:v>6.9367700000000001</c:v>
                </c:pt>
                <c:pt idx="24352">
                  <c:v>6.9370700000000003</c:v>
                </c:pt>
                <c:pt idx="24353">
                  <c:v>6.9373800000000001</c:v>
                </c:pt>
                <c:pt idx="24354">
                  <c:v>6.9376800000000003</c:v>
                </c:pt>
                <c:pt idx="24355">
                  <c:v>6.9379900000000001</c:v>
                </c:pt>
                <c:pt idx="24356">
                  <c:v>6.9382900000000003</c:v>
                </c:pt>
                <c:pt idx="24357">
                  <c:v>6.9386000000000001</c:v>
                </c:pt>
                <c:pt idx="24358">
                  <c:v>6.9389000000000003</c:v>
                </c:pt>
                <c:pt idx="24359">
                  <c:v>6.9392100000000001</c:v>
                </c:pt>
                <c:pt idx="24360">
                  <c:v>6.9395199999999999</c:v>
                </c:pt>
                <c:pt idx="24361">
                  <c:v>6.9398200000000001</c:v>
                </c:pt>
                <c:pt idx="24362">
                  <c:v>6.9401299999999999</c:v>
                </c:pt>
                <c:pt idx="24363">
                  <c:v>6.9404300000000001</c:v>
                </c:pt>
                <c:pt idx="24364">
                  <c:v>6.9407399999999999</c:v>
                </c:pt>
                <c:pt idx="24365">
                  <c:v>6.9410400000000001</c:v>
                </c:pt>
                <c:pt idx="24366">
                  <c:v>6.9413499999999999</c:v>
                </c:pt>
                <c:pt idx="24367">
                  <c:v>6.9416500000000001</c:v>
                </c:pt>
                <c:pt idx="24368">
                  <c:v>6.9419599999999999</c:v>
                </c:pt>
                <c:pt idx="24369">
                  <c:v>6.9422600000000001</c:v>
                </c:pt>
                <c:pt idx="24370">
                  <c:v>6.9425699999999999</c:v>
                </c:pt>
                <c:pt idx="24371">
                  <c:v>6.9428700000000001</c:v>
                </c:pt>
                <c:pt idx="24372">
                  <c:v>6.9431799999999999</c:v>
                </c:pt>
                <c:pt idx="24373">
                  <c:v>6.9434899999999997</c:v>
                </c:pt>
                <c:pt idx="24374">
                  <c:v>6.9437899999999999</c:v>
                </c:pt>
                <c:pt idx="24375">
                  <c:v>6.9440999999999997</c:v>
                </c:pt>
                <c:pt idx="24376">
                  <c:v>6.9443999999999999</c:v>
                </c:pt>
                <c:pt idx="24377">
                  <c:v>6.9447099999999997</c:v>
                </c:pt>
                <c:pt idx="24378">
                  <c:v>6.9450099999999999</c:v>
                </c:pt>
                <c:pt idx="24379">
                  <c:v>6.9453199999999997</c:v>
                </c:pt>
                <c:pt idx="24380">
                  <c:v>6.9456199999999999</c:v>
                </c:pt>
                <c:pt idx="24381">
                  <c:v>6.9459299999999997</c:v>
                </c:pt>
                <c:pt idx="24382">
                  <c:v>6.9462299999999999</c:v>
                </c:pt>
                <c:pt idx="24383">
                  <c:v>6.9465399999999997</c:v>
                </c:pt>
                <c:pt idx="24384">
                  <c:v>6.9468500000000004</c:v>
                </c:pt>
                <c:pt idx="24385">
                  <c:v>6.9471499999999997</c:v>
                </c:pt>
                <c:pt idx="24386">
                  <c:v>6.9474600000000004</c:v>
                </c:pt>
                <c:pt idx="24387">
                  <c:v>6.9477599999999997</c:v>
                </c:pt>
                <c:pt idx="24388">
                  <c:v>6.9480700000000004</c:v>
                </c:pt>
                <c:pt idx="24389">
                  <c:v>6.9483699999999997</c:v>
                </c:pt>
                <c:pt idx="24390">
                  <c:v>6.9486800000000004</c:v>
                </c:pt>
                <c:pt idx="24391">
                  <c:v>6.9489799999999997</c:v>
                </c:pt>
                <c:pt idx="24392">
                  <c:v>6.9492900000000004</c:v>
                </c:pt>
                <c:pt idx="24393">
                  <c:v>6.9495899999999997</c:v>
                </c:pt>
                <c:pt idx="24394">
                  <c:v>6.9499000000000004</c:v>
                </c:pt>
                <c:pt idx="24395">
                  <c:v>6.9501999999999997</c:v>
                </c:pt>
                <c:pt idx="24396">
                  <c:v>6.9505100000000004</c:v>
                </c:pt>
                <c:pt idx="24397">
                  <c:v>6.9508200000000002</c:v>
                </c:pt>
                <c:pt idx="24398">
                  <c:v>6.9511200000000004</c:v>
                </c:pt>
                <c:pt idx="24399">
                  <c:v>6.9514300000000002</c:v>
                </c:pt>
                <c:pt idx="24400">
                  <c:v>6.9517300000000004</c:v>
                </c:pt>
                <c:pt idx="24401">
                  <c:v>6.9520400000000002</c:v>
                </c:pt>
                <c:pt idx="24402">
                  <c:v>6.9523400000000004</c:v>
                </c:pt>
                <c:pt idx="24403">
                  <c:v>6.9526500000000002</c:v>
                </c:pt>
                <c:pt idx="24404">
                  <c:v>6.9529500000000004</c:v>
                </c:pt>
                <c:pt idx="24405">
                  <c:v>6.9532600000000002</c:v>
                </c:pt>
                <c:pt idx="24406">
                  <c:v>6.9535600000000004</c:v>
                </c:pt>
                <c:pt idx="24407">
                  <c:v>6.9538700000000002</c:v>
                </c:pt>
                <c:pt idx="24408">
                  <c:v>6.9541700000000004</c:v>
                </c:pt>
                <c:pt idx="24409">
                  <c:v>6.9544800000000002</c:v>
                </c:pt>
                <c:pt idx="24410">
                  <c:v>6.95479</c:v>
                </c:pt>
                <c:pt idx="24411">
                  <c:v>6.9550900000000002</c:v>
                </c:pt>
                <c:pt idx="24412">
                  <c:v>6.9554</c:v>
                </c:pt>
                <c:pt idx="24413">
                  <c:v>6.9557000000000002</c:v>
                </c:pt>
                <c:pt idx="24414">
                  <c:v>6.95601</c:v>
                </c:pt>
                <c:pt idx="24415">
                  <c:v>6.9563100000000002</c:v>
                </c:pt>
                <c:pt idx="24416">
                  <c:v>6.95662</c:v>
                </c:pt>
                <c:pt idx="24417">
                  <c:v>6.9569200000000002</c:v>
                </c:pt>
                <c:pt idx="24418">
                  <c:v>6.95723</c:v>
                </c:pt>
                <c:pt idx="24419">
                  <c:v>6.9575300000000002</c:v>
                </c:pt>
                <c:pt idx="24420">
                  <c:v>6.95784</c:v>
                </c:pt>
                <c:pt idx="24421">
                  <c:v>6.9581400000000002</c:v>
                </c:pt>
                <c:pt idx="24422">
                  <c:v>6.95845</c:v>
                </c:pt>
                <c:pt idx="24423">
                  <c:v>6.9587599999999998</c:v>
                </c:pt>
                <c:pt idx="24424">
                  <c:v>6.95906</c:v>
                </c:pt>
                <c:pt idx="24425">
                  <c:v>6.9593699999999998</c:v>
                </c:pt>
                <c:pt idx="24426">
                  <c:v>6.95967</c:v>
                </c:pt>
                <c:pt idx="24427">
                  <c:v>6.9599799999999998</c:v>
                </c:pt>
                <c:pt idx="24428">
                  <c:v>6.96028</c:v>
                </c:pt>
                <c:pt idx="24429">
                  <c:v>6.9605899999999998</c:v>
                </c:pt>
                <c:pt idx="24430">
                  <c:v>6.96089</c:v>
                </c:pt>
                <c:pt idx="24431">
                  <c:v>6.9611999999999998</c:v>
                </c:pt>
                <c:pt idx="24432">
                  <c:v>6.9615</c:v>
                </c:pt>
                <c:pt idx="24433">
                  <c:v>6.9618099999999998</c:v>
                </c:pt>
                <c:pt idx="24434">
                  <c:v>6.96211</c:v>
                </c:pt>
                <c:pt idx="24435">
                  <c:v>6.9624199999999998</c:v>
                </c:pt>
                <c:pt idx="24436">
                  <c:v>6.9627299999999996</c:v>
                </c:pt>
                <c:pt idx="24437">
                  <c:v>6.9630299999999998</c:v>
                </c:pt>
                <c:pt idx="24438">
                  <c:v>6.9633399999999996</c:v>
                </c:pt>
                <c:pt idx="24439">
                  <c:v>6.9636399999999998</c:v>
                </c:pt>
                <c:pt idx="24440">
                  <c:v>6.9639499999999996</c:v>
                </c:pt>
                <c:pt idx="24441">
                  <c:v>6.9642499999999998</c:v>
                </c:pt>
                <c:pt idx="24442">
                  <c:v>6.9645599999999996</c:v>
                </c:pt>
                <c:pt idx="24443">
                  <c:v>6.9648599999999998</c:v>
                </c:pt>
                <c:pt idx="24444">
                  <c:v>6.9651699999999996</c:v>
                </c:pt>
                <c:pt idx="24445">
                  <c:v>6.9654699999999998</c:v>
                </c:pt>
                <c:pt idx="24446">
                  <c:v>6.9657799999999996</c:v>
                </c:pt>
                <c:pt idx="24447">
                  <c:v>6.9660900000000003</c:v>
                </c:pt>
                <c:pt idx="24448">
                  <c:v>6.9663899999999996</c:v>
                </c:pt>
                <c:pt idx="24449">
                  <c:v>6.9667000000000003</c:v>
                </c:pt>
                <c:pt idx="24450">
                  <c:v>6.9669999999999996</c:v>
                </c:pt>
                <c:pt idx="24451">
                  <c:v>6.9673100000000003</c:v>
                </c:pt>
                <c:pt idx="24452">
                  <c:v>6.9676099999999996</c:v>
                </c:pt>
                <c:pt idx="24453">
                  <c:v>6.9679200000000003</c:v>
                </c:pt>
                <c:pt idx="24454">
                  <c:v>6.9682199999999996</c:v>
                </c:pt>
                <c:pt idx="24455">
                  <c:v>6.9685300000000003</c:v>
                </c:pt>
                <c:pt idx="24456">
                  <c:v>6.9688299999999996</c:v>
                </c:pt>
                <c:pt idx="24457">
                  <c:v>6.9691400000000003</c:v>
                </c:pt>
                <c:pt idx="24458">
                  <c:v>6.9694399999999996</c:v>
                </c:pt>
                <c:pt idx="24459">
                  <c:v>6.9697500000000003</c:v>
                </c:pt>
                <c:pt idx="24460">
                  <c:v>6.9700600000000001</c:v>
                </c:pt>
                <c:pt idx="24461">
                  <c:v>6.9703600000000003</c:v>
                </c:pt>
                <c:pt idx="24462">
                  <c:v>6.9706700000000001</c:v>
                </c:pt>
                <c:pt idx="24463">
                  <c:v>6.9709700000000003</c:v>
                </c:pt>
                <c:pt idx="24464">
                  <c:v>6.9712800000000001</c:v>
                </c:pt>
                <c:pt idx="24465">
                  <c:v>6.9715800000000003</c:v>
                </c:pt>
                <c:pt idx="24466">
                  <c:v>6.9718900000000001</c:v>
                </c:pt>
                <c:pt idx="24467">
                  <c:v>6.9721900000000003</c:v>
                </c:pt>
                <c:pt idx="24468">
                  <c:v>6.9725000000000001</c:v>
                </c:pt>
                <c:pt idx="24469">
                  <c:v>6.9728000000000003</c:v>
                </c:pt>
                <c:pt idx="24470">
                  <c:v>6.9731100000000001</c:v>
                </c:pt>
                <c:pt idx="24471">
                  <c:v>6.9734100000000003</c:v>
                </c:pt>
                <c:pt idx="24472">
                  <c:v>6.9737200000000001</c:v>
                </c:pt>
                <c:pt idx="24473">
                  <c:v>6.97403</c:v>
                </c:pt>
                <c:pt idx="24474">
                  <c:v>6.9743300000000001</c:v>
                </c:pt>
                <c:pt idx="24475">
                  <c:v>6.97464</c:v>
                </c:pt>
                <c:pt idx="24476">
                  <c:v>6.9749400000000001</c:v>
                </c:pt>
                <c:pt idx="24477">
                  <c:v>6.97525</c:v>
                </c:pt>
                <c:pt idx="24478">
                  <c:v>6.9755500000000001</c:v>
                </c:pt>
                <c:pt idx="24479">
                  <c:v>6.9758599999999999</c:v>
                </c:pt>
                <c:pt idx="24480">
                  <c:v>6.9761600000000001</c:v>
                </c:pt>
                <c:pt idx="24481">
                  <c:v>6.9764699999999999</c:v>
                </c:pt>
                <c:pt idx="24482">
                  <c:v>6.9767700000000001</c:v>
                </c:pt>
                <c:pt idx="24483">
                  <c:v>6.9770799999999999</c:v>
                </c:pt>
                <c:pt idx="24484">
                  <c:v>6.9773800000000001</c:v>
                </c:pt>
                <c:pt idx="24485">
                  <c:v>6.9776899999999999</c:v>
                </c:pt>
                <c:pt idx="24486">
                  <c:v>6.9779999999999998</c:v>
                </c:pt>
                <c:pt idx="24487">
                  <c:v>6.9782999999999999</c:v>
                </c:pt>
                <c:pt idx="24488">
                  <c:v>6.9786099999999998</c:v>
                </c:pt>
                <c:pt idx="24489">
                  <c:v>6.9789099999999999</c:v>
                </c:pt>
                <c:pt idx="24490">
                  <c:v>6.9792199999999998</c:v>
                </c:pt>
                <c:pt idx="24491">
                  <c:v>6.9795199999999999</c:v>
                </c:pt>
                <c:pt idx="24492">
                  <c:v>6.9798299999999998</c:v>
                </c:pt>
                <c:pt idx="24493">
                  <c:v>6.9801299999999999</c:v>
                </c:pt>
                <c:pt idx="24494">
                  <c:v>6.9804399999999998</c:v>
                </c:pt>
                <c:pt idx="24495">
                  <c:v>6.9807399999999999</c:v>
                </c:pt>
                <c:pt idx="24496">
                  <c:v>6.9810499999999998</c:v>
                </c:pt>
                <c:pt idx="24497">
                  <c:v>6.9813599999999996</c:v>
                </c:pt>
                <c:pt idx="24498">
                  <c:v>6.9816599999999998</c:v>
                </c:pt>
                <c:pt idx="24499">
                  <c:v>6.9819699999999996</c:v>
                </c:pt>
                <c:pt idx="24500">
                  <c:v>6.9822699999999998</c:v>
                </c:pt>
                <c:pt idx="24501">
                  <c:v>6.9825799999999996</c:v>
                </c:pt>
                <c:pt idx="24502">
                  <c:v>6.9828799999999998</c:v>
                </c:pt>
                <c:pt idx="24503">
                  <c:v>6.9831899999999996</c:v>
                </c:pt>
                <c:pt idx="24504">
                  <c:v>6.9834899999999998</c:v>
                </c:pt>
                <c:pt idx="24505">
                  <c:v>6.9837999999999996</c:v>
                </c:pt>
                <c:pt idx="24506">
                  <c:v>6.9840999999999998</c:v>
                </c:pt>
                <c:pt idx="24507">
                  <c:v>6.9844099999999996</c:v>
                </c:pt>
                <c:pt idx="24508">
                  <c:v>6.9847099999999998</c:v>
                </c:pt>
                <c:pt idx="24509">
                  <c:v>6.9850199999999996</c:v>
                </c:pt>
                <c:pt idx="24510">
                  <c:v>6.9853300000000003</c:v>
                </c:pt>
                <c:pt idx="24511">
                  <c:v>6.9856299999999996</c:v>
                </c:pt>
                <c:pt idx="24512">
                  <c:v>6.9859400000000003</c:v>
                </c:pt>
                <c:pt idx="24513">
                  <c:v>6.9862399999999996</c:v>
                </c:pt>
                <c:pt idx="24514">
                  <c:v>6.9865500000000003</c:v>
                </c:pt>
                <c:pt idx="24515">
                  <c:v>6.9868499999999996</c:v>
                </c:pt>
                <c:pt idx="24516">
                  <c:v>6.9871600000000003</c:v>
                </c:pt>
                <c:pt idx="24517">
                  <c:v>6.9874599999999996</c:v>
                </c:pt>
                <c:pt idx="24518">
                  <c:v>6.9877700000000003</c:v>
                </c:pt>
                <c:pt idx="24519">
                  <c:v>6.9880699999999996</c:v>
                </c:pt>
                <c:pt idx="24520">
                  <c:v>6.9883800000000003</c:v>
                </c:pt>
                <c:pt idx="24521">
                  <c:v>6.9886799999999996</c:v>
                </c:pt>
                <c:pt idx="24522">
                  <c:v>6.9889900000000003</c:v>
                </c:pt>
                <c:pt idx="24523">
                  <c:v>6.9893000000000001</c:v>
                </c:pt>
                <c:pt idx="24524">
                  <c:v>6.9896000000000003</c:v>
                </c:pt>
                <c:pt idx="24525">
                  <c:v>6.9899100000000001</c:v>
                </c:pt>
                <c:pt idx="24526">
                  <c:v>6.9902100000000003</c:v>
                </c:pt>
                <c:pt idx="24527">
                  <c:v>6.9905200000000001</c:v>
                </c:pt>
                <c:pt idx="24528">
                  <c:v>6.9908200000000003</c:v>
                </c:pt>
                <c:pt idx="24529">
                  <c:v>6.9911300000000001</c:v>
                </c:pt>
                <c:pt idx="24530">
                  <c:v>6.9914300000000003</c:v>
                </c:pt>
                <c:pt idx="24531">
                  <c:v>6.9917400000000001</c:v>
                </c:pt>
                <c:pt idx="24532">
                  <c:v>6.9920400000000003</c:v>
                </c:pt>
                <c:pt idx="24533">
                  <c:v>6.9923500000000001</c:v>
                </c:pt>
                <c:pt idx="24534">
                  <c:v>6.9926500000000003</c:v>
                </c:pt>
                <c:pt idx="24535">
                  <c:v>6.9929600000000001</c:v>
                </c:pt>
                <c:pt idx="24536">
                  <c:v>6.9932699999999999</c:v>
                </c:pt>
                <c:pt idx="24537">
                  <c:v>6.9935700000000001</c:v>
                </c:pt>
                <c:pt idx="24538">
                  <c:v>6.9938799999999999</c:v>
                </c:pt>
                <c:pt idx="24539">
                  <c:v>6.9941800000000001</c:v>
                </c:pt>
                <c:pt idx="24540">
                  <c:v>6.9944899999999999</c:v>
                </c:pt>
                <c:pt idx="24541">
                  <c:v>6.9947900000000001</c:v>
                </c:pt>
                <c:pt idx="24542">
                  <c:v>6.9950999999999999</c:v>
                </c:pt>
                <c:pt idx="24543">
                  <c:v>6.9954000000000001</c:v>
                </c:pt>
                <c:pt idx="24544">
                  <c:v>6.9957099999999999</c:v>
                </c:pt>
                <c:pt idx="24545">
                  <c:v>6.9960100000000001</c:v>
                </c:pt>
                <c:pt idx="24546">
                  <c:v>6.9963199999999999</c:v>
                </c:pt>
                <c:pt idx="24547">
                  <c:v>6.9966200000000001</c:v>
                </c:pt>
                <c:pt idx="24548">
                  <c:v>6.9969299999999999</c:v>
                </c:pt>
                <c:pt idx="24549">
                  <c:v>6.9972399999999997</c:v>
                </c:pt>
                <c:pt idx="24550">
                  <c:v>6.9975399999999999</c:v>
                </c:pt>
                <c:pt idx="24551">
                  <c:v>6.9978499999999997</c:v>
                </c:pt>
                <c:pt idx="24552">
                  <c:v>6.9981499999999999</c:v>
                </c:pt>
                <c:pt idx="24553">
                  <c:v>6.9984599999999997</c:v>
                </c:pt>
                <c:pt idx="24554">
                  <c:v>6.9987599999999999</c:v>
                </c:pt>
                <c:pt idx="24555">
                  <c:v>6.9990699999999997</c:v>
                </c:pt>
                <c:pt idx="24556">
                  <c:v>6.9993699999999999</c:v>
                </c:pt>
                <c:pt idx="24557">
                  <c:v>6.9996799999999997</c:v>
                </c:pt>
                <c:pt idx="24558">
                  <c:v>6.9999799999999999</c:v>
                </c:pt>
                <c:pt idx="24559">
                  <c:v>7.0002899999999997</c:v>
                </c:pt>
                <c:pt idx="24560">
                  <c:v>7.0006000000000004</c:v>
                </c:pt>
                <c:pt idx="24561">
                  <c:v>7.0008999999999997</c:v>
                </c:pt>
                <c:pt idx="24562">
                  <c:v>7.0012100000000004</c:v>
                </c:pt>
                <c:pt idx="24563">
                  <c:v>7.0015099999999997</c:v>
                </c:pt>
                <c:pt idx="24564">
                  <c:v>7.0018200000000004</c:v>
                </c:pt>
                <c:pt idx="24565">
                  <c:v>7.0021199999999997</c:v>
                </c:pt>
                <c:pt idx="24566">
                  <c:v>7.0024300000000004</c:v>
                </c:pt>
                <c:pt idx="24567">
                  <c:v>7.0027299999999997</c:v>
                </c:pt>
                <c:pt idx="24568">
                  <c:v>7.0030400000000004</c:v>
                </c:pt>
                <c:pt idx="24569">
                  <c:v>7.0033399999999997</c:v>
                </c:pt>
                <c:pt idx="24570">
                  <c:v>7.0036500000000004</c:v>
                </c:pt>
                <c:pt idx="24571">
                  <c:v>7.0039499999999997</c:v>
                </c:pt>
                <c:pt idx="24572">
                  <c:v>7.0042600000000004</c:v>
                </c:pt>
                <c:pt idx="24573">
                  <c:v>7.0045700000000002</c:v>
                </c:pt>
                <c:pt idx="24574">
                  <c:v>7.0048700000000004</c:v>
                </c:pt>
                <c:pt idx="24575">
                  <c:v>7.0051800000000002</c:v>
                </c:pt>
                <c:pt idx="24576">
                  <c:v>7.0054800000000004</c:v>
                </c:pt>
                <c:pt idx="24577">
                  <c:v>7.0057900000000002</c:v>
                </c:pt>
                <c:pt idx="24578">
                  <c:v>7.0060900000000004</c:v>
                </c:pt>
                <c:pt idx="24579">
                  <c:v>7.0064000000000002</c:v>
                </c:pt>
                <c:pt idx="24580">
                  <c:v>7.0067000000000004</c:v>
                </c:pt>
                <c:pt idx="24581">
                  <c:v>7.0070100000000002</c:v>
                </c:pt>
                <c:pt idx="24582">
                  <c:v>7.0073100000000004</c:v>
                </c:pt>
                <c:pt idx="24583">
                  <c:v>7.0076200000000002</c:v>
                </c:pt>
                <c:pt idx="24584">
                  <c:v>7.0079200000000004</c:v>
                </c:pt>
                <c:pt idx="24585">
                  <c:v>7.0082300000000002</c:v>
                </c:pt>
                <c:pt idx="24586">
                  <c:v>7.00854</c:v>
                </c:pt>
                <c:pt idx="24587">
                  <c:v>7.0088400000000002</c:v>
                </c:pt>
                <c:pt idx="24588">
                  <c:v>7.00915</c:v>
                </c:pt>
                <c:pt idx="24589">
                  <c:v>7.0094500000000002</c:v>
                </c:pt>
                <c:pt idx="24590">
                  <c:v>7.00976</c:v>
                </c:pt>
                <c:pt idx="24591">
                  <c:v>7.0100600000000002</c:v>
                </c:pt>
                <c:pt idx="24592">
                  <c:v>7.01037</c:v>
                </c:pt>
                <c:pt idx="24593">
                  <c:v>7.0106700000000002</c:v>
                </c:pt>
                <c:pt idx="24594">
                  <c:v>7.01098</c:v>
                </c:pt>
                <c:pt idx="24595">
                  <c:v>7.0112800000000002</c:v>
                </c:pt>
                <c:pt idx="24596">
                  <c:v>7.01159</c:v>
                </c:pt>
                <c:pt idx="24597">
                  <c:v>7.0118900000000002</c:v>
                </c:pt>
                <c:pt idx="24598">
                  <c:v>7.0122</c:v>
                </c:pt>
                <c:pt idx="24599">
                  <c:v>7.0125099999999998</c:v>
                </c:pt>
                <c:pt idx="24600">
                  <c:v>7.01281</c:v>
                </c:pt>
                <c:pt idx="24601">
                  <c:v>7.0131199999999998</c:v>
                </c:pt>
                <c:pt idx="24602">
                  <c:v>7.01342</c:v>
                </c:pt>
                <c:pt idx="24603">
                  <c:v>7.0137299999999998</c:v>
                </c:pt>
                <c:pt idx="24604">
                  <c:v>7.01403</c:v>
                </c:pt>
                <c:pt idx="24605">
                  <c:v>7.0143399999999998</c:v>
                </c:pt>
                <c:pt idx="24606">
                  <c:v>7.01464</c:v>
                </c:pt>
                <c:pt idx="24607">
                  <c:v>7.0149499999999998</c:v>
                </c:pt>
                <c:pt idx="24608">
                  <c:v>7.01525</c:v>
                </c:pt>
                <c:pt idx="24609">
                  <c:v>7.0155599999999998</c:v>
                </c:pt>
                <c:pt idx="24610">
                  <c:v>7.01586</c:v>
                </c:pt>
                <c:pt idx="24611">
                  <c:v>7.0161699999999998</c:v>
                </c:pt>
                <c:pt idx="24612">
                  <c:v>7.0164799999999996</c:v>
                </c:pt>
                <c:pt idx="24613">
                  <c:v>7.0167799999999998</c:v>
                </c:pt>
                <c:pt idx="24614">
                  <c:v>7.0170899999999996</c:v>
                </c:pt>
                <c:pt idx="24615">
                  <c:v>7.0173899999999998</c:v>
                </c:pt>
                <c:pt idx="24616">
                  <c:v>7.0176999999999996</c:v>
                </c:pt>
                <c:pt idx="24617">
                  <c:v>7.0179999999999998</c:v>
                </c:pt>
                <c:pt idx="24618">
                  <c:v>7.0183099999999996</c:v>
                </c:pt>
                <c:pt idx="24619">
                  <c:v>7.0186099999999998</c:v>
                </c:pt>
                <c:pt idx="24620">
                  <c:v>7.0189199999999996</c:v>
                </c:pt>
                <c:pt idx="24621">
                  <c:v>7.0192199999999998</c:v>
                </c:pt>
                <c:pt idx="24622">
                  <c:v>7.0195299999999996</c:v>
                </c:pt>
                <c:pt idx="24623">
                  <c:v>7.0198400000000003</c:v>
                </c:pt>
                <c:pt idx="24624">
                  <c:v>7.0201399999999996</c:v>
                </c:pt>
                <c:pt idx="24625">
                  <c:v>7.0204500000000003</c:v>
                </c:pt>
                <c:pt idx="24626">
                  <c:v>7.0207499999999996</c:v>
                </c:pt>
                <c:pt idx="24627">
                  <c:v>7.0210600000000003</c:v>
                </c:pt>
                <c:pt idx="24628">
                  <c:v>7.0213599999999996</c:v>
                </c:pt>
                <c:pt idx="24629">
                  <c:v>7.0216700000000003</c:v>
                </c:pt>
                <c:pt idx="24630">
                  <c:v>7.0219699999999996</c:v>
                </c:pt>
                <c:pt idx="24631">
                  <c:v>7.0222800000000003</c:v>
                </c:pt>
                <c:pt idx="24632">
                  <c:v>7.0225799999999996</c:v>
                </c:pt>
                <c:pt idx="24633">
                  <c:v>7.0228900000000003</c:v>
                </c:pt>
                <c:pt idx="24634">
                  <c:v>7.0231899999999996</c:v>
                </c:pt>
                <c:pt idx="24635">
                  <c:v>7.0235000000000003</c:v>
                </c:pt>
                <c:pt idx="24636">
                  <c:v>7.0238100000000001</c:v>
                </c:pt>
                <c:pt idx="24637">
                  <c:v>7.0241100000000003</c:v>
                </c:pt>
                <c:pt idx="24638">
                  <c:v>7.0244200000000001</c:v>
                </c:pt>
                <c:pt idx="24639">
                  <c:v>7.0247200000000003</c:v>
                </c:pt>
                <c:pt idx="24640">
                  <c:v>7.0250300000000001</c:v>
                </c:pt>
                <c:pt idx="24641">
                  <c:v>7.0253300000000003</c:v>
                </c:pt>
                <c:pt idx="24642">
                  <c:v>7.0256400000000001</c:v>
                </c:pt>
                <c:pt idx="24643">
                  <c:v>7.0259400000000003</c:v>
                </c:pt>
                <c:pt idx="24644">
                  <c:v>7.0262500000000001</c:v>
                </c:pt>
                <c:pt idx="24645">
                  <c:v>7.0265500000000003</c:v>
                </c:pt>
                <c:pt idx="24646">
                  <c:v>7.0268600000000001</c:v>
                </c:pt>
                <c:pt idx="24647">
                  <c:v>7.0271600000000003</c:v>
                </c:pt>
                <c:pt idx="24648">
                  <c:v>7.0274700000000001</c:v>
                </c:pt>
                <c:pt idx="24649">
                  <c:v>7.0277799999999999</c:v>
                </c:pt>
                <c:pt idx="24650">
                  <c:v>7.0280800000000001</c:v>
                </c:pt>
                <c:pt idx="24651">
                  <c:v>7.0283899999999999</c:v>
                </c:pt>
                <c:pt idx="24652">
                  <c:v>7.0286900000000001</c:v>
                </c:pt>
                <c:pt idx="24653">
                  <c:v>7.0289999999999999</c:v>
                </c:pt>
                <c:pt idx="24654">
                  <c:v>7.0293000000000001</c:v>
                </c:pt>
                <c:pt idx="24655">
                  <c:v>7.0296099999999999</c:v>
                </c:pt>
                <c:pt idx="24656">
                  <c:v>7.0299100000000001</c:v>
                </c:pt>
                <c:pt idx="24657">
                  <c:v>7.0302199999999999</c:v>
                </c:pt>
                <c:pt idx="24658">
                  <c:v>7.0305200000000001</c:v>
                </c:pt>
                <c:pt idx="24659">
                  <c:v>7.0308299999999999</c:v>
                </c:pt>
                <c:pt idx="24660">
                  <c:v>7.0311300000000001</c:v>
                </c:pt>
                <c:pt idx="24661">
                  <c:v>7.0314399999999999</c:v>
                </c:pt>
                <c:pt idx="24662">
                  <c:v>7.0317499999999997</c:v>
                </c:pt>
                <c:pt idx="24663">
                  <c:v>7.0320499999999999</c:v>
                </c:pt>
                <c:pt idx="24664">
                  <c:v>7.0323599999999997</c:v>
                </c:pt>
                <c:pt idx="24665">
                  <c:v>7.0326599999999999</c:v>
                </c:pt>
                <c:pt idx="24666">
                  <c:v>7.0329699999999997</c:v>
                </c:pt>
                <c:pt idx="24667">
                  <c:v>7.0332699999999999</c:v>
                </c:pt>
                <c:pt idx="24668">
                  <c:v>7.0335799999999997</c:v>
                </c:pt>
                <c:pt idx="24669">
                  <c:v>7.0338799999999999</c:v>
                </c:pt>
                <c:pt idx="24670">
                  <c:v>7.0341899999999997</c:v>
                </c:pt>
                <c:pt idx="24671">
                  <c:v>7.0344899999999999</c:v>
                </c:pt>
                <c:pt idx="24672">
                  <c:v>7.0347999999999997</c:v>
                </c:pt>
                <c:pt idx="24673">
                  <c:v>7.0351100000000004</c:v>
                </c:pt>
                <c:pt idx="24674">
                  <c:v>7.0354099999999997</c:v>
                </c:pt>
                <c:pt idx="24675">
                  <c:v>7.0357200000000004</c:v>
                </c:pt>
                <c:pt idx="24676">
                  <c:v>7.0360199999999997</c:v>
                </c:pt>
                <c:pt idx="24677">
                  <c:v>7.0363300000000004</c:v>
                </c:pt>
                <c:pt idx="24678">
                  <c:v>7.0366299999999997</c:v>
                </c:pt>
                <c:pt idx="24679">
                  <c:v>7.0369400000000004</c:v>
                </c:pt>
                <c:pt idx="24680">
                  <c:v>7.0372399999999997</c:v>
                </c:pt>
                <c:pt idx="24681">
                  <c:v>7.0375500000000004</c:v>
                </c:pt>
                <c:pt idx="24682">
                  <c:v>7.0378499999999997</c:v>
                </c:pt>
                <c:pt idx="24683">
                  <c:v>7.0381600000000004</c:v>
                </c:pt>
                <c:pt idx="24684">
                  <c:v>7.0384599999999997</c:v>
                </c:pt>
                <c:pt idx="24685">
                  <c:v>7.0387700000000004</c:v>
                </c:pt>
                <c:pt idx="24686">
                  <c:v>7.0390800000000002</c:v>
                </c:pt>
                <c:pt idx="24687">
                  <c:v>7.0393800000000004</c:v>
                </c:pt>
                <c:pt idx="24688">
                  <c:v>7.0396900000000002</c:v>
                </c:pt>
                <c:pt idx="24689">
                  <c:v>7.0399900000000004</c:v>
                </c:pt>
                <c:pt idx="24690">
                  <c:v>7.0403000000000002</c:v>
                </c:pt>
                <c:pt idx="24691">
                  <c:v>7.0406000000000004</c:v>
                </c:pt>
                <c:pt idx="24692">
                  <c:v>7.0409100000000002</c:v>
                </c:pt>
                <c:pt idx="24693">
                  <c:v>7.0412100000000004</c:v>
                </c:pt>
                <c:pt idx="24694">
                  <c:v>7.0415200000000002</c:v>
                </c:pt>
                <c:pt idx="24695">
                  <c:v>7.0418200000000004</c:v>
                </c:pt>
                <c:pt idx="24696">
                  <c:v>7.0421300000000002</c:v>
                </c:pt>
                <c:pt idx="24697">
                  <c:v>7.0424300000000004</c:v>
                </c:pt>
                <c:pt idx="24698">
                  <c:v>7.0427400000000002</c:v>
                </c:pt>
                <c:pt idx="24699">
                  <c:v>7.04305</c:v>
                </c:pt>
                <c:pt idx="24700">
                  <c:v>7.0433500000000002</c:v>
                </c:pt>
                <c:pt idx="24701">
                  <c:v>7.04366</c:v>
                </c:pt>
                <c:pt idx="24702">
                  <c:v>7.0439600000000002</c:v>
                </c:pt>
                <c:pt idx="24703">
                  <c:v>7.04427</c:v>
                </c:pt>
                <c:pt idx="24704">
                  <c:v>7.0445700000000002</c:v>
                </c:pt>
                <c:pt idx="24705">
                  <c:v>7.04488</c:v>
                </c:pt>
                <c:pt idx="24706">
                  <c:v>7.0451800000000002</c:v>
                </c:pt>
                <c:pt idx="24707">
                  <c:v>7.04549</c:v>
                </c:pt>
                <c:pt idx="24708">
                  <c:v>7.0457900000000002</c:v>
                </c:pt>
                <c:pt idx="24709">
                  <c:v>7.0461</c:v>
                </c:pt>
                <c:pt idx="24710">
                  <c:v>7.0464000000000002</c:v>
                </c:pt>
                <c:pt idx="24711">
                  <c:v>7.04671</c:v>
                </c:pt>
                <c:pt idx="24712">
                  <c:v>7.0470199999999998</c:v>
                </c:pt>
                <c:pt idx="24713">
                  <c:v>7.04732</c:v>
                </c:pt>
                <c:pt idx="24714">
                  <c:v>7.0476299999999998</c:v>
                </c:pt>
                <c:pt idx="24715">
                  <c:v>7.04793</c:v>
                </c:pt>
                <c:pt idx="24716">
                  <c:v>7.0482399999999998</c:v>
                </c:pt>
                <c:pt idx="24717">
                  <c:v>7.04854</c:v>
                </c:pt>
                <c:pt idx="24718">
                  <c:v>7.0488499999999998</c:v>
                </c:pt>
                <c:pt idx="24719">
                  <c:v>7.04915</c:v>
                </c:pt>
                <c:pt idx="24720">
                  <c:v>7.0494599999999998</c:v>
                </c:pt>
                <c:pt idx="24721">
                  <c:v>7.04976</c:v>
                </c:pt>
                <c:pt idx="24722">
                  <c:v>7.0500699999999998</c:v>
                </c:pt>
                <c:pt idx="24723">
                  <c:v>7.05037</c:v>
                </c:pt>
                <c:pt idx="24724">
                  <c:v>7.0506799999999998</c:v>
                </c:pt>
                <c:pt idx="24725">
                  <c:v>7.0509899999999996</c:v>
                </c:pt>
                <c:pt idx="24726">
                  <c:v>7.0512899999999998</c:v>
                </c:pt>
                <c:pt idx="24727">
                  <c:v>7.0515999999999996</c:v>
                </c:pt>
                <c:pt idx="24728">
                  <c:v>7.0518999999999998</c:v>
                </c:pt>
                <c:pt idx="24729">
                  <c:v>7.0522099999999996</c:v>
                </c:pt>
                <c:pt idx="24730">
                  <c:v>7.0525099999999998</c:v>
                </c:pt>
                <c:pt idx="24731">
                  <c:v>7.0528199999999996</c:v>
                </c:pt>
                <c:pt idx="24732">
                  <c:v>7.0531199999999998</c:v>
                </c:pt>
                <c:pt idx="24733">
                  <c:v>7.0534299999999996</c:v>
                </c:pt>
                <c:pt idx="24734">
                  <c:v>7.0537299999999998</c:v>
                </c:pt>
                <c:pt idx="24735">
                  <c:v>7.0540399999999996</c:v>
                </c:pt>
                <c:pt idx="24736">
                  <c:v>7.0543500000000003</c:v>
                </c:pt>
                <c:pt idx="24737">
                  <c:v>7.0546499999999996</c:v>
                </c:pt>
                <c:pt idx="24738">
                  <c:v>7.0549600000000003</c:v>
                </c:pt>
                <c:pt idx="24739">
                  <c:v>7.0552599999999996</c:v>
                </c:pt>
                <c:pt idx="24740">
                  <c:v>7.0555700000000003</c:v>
                </c:pt>
                <c:pt idx="24741">
                  <c:v>7.0558699999999996</c:v>
                </c:pt>
                <c:pt idx="24742">
                  <c:v>7.0561800000000003</c:v>
                </c:pt>
                <c:pt idx="24743">
                  <c:v>7.0564799999999996</c:v>
                </c:pt>
                <c:pt idx="24744">
                  <c:v>7.0567900000000003</c:v>
                </c:pt>
                <c:pt idx="24745">
                  <c:v>7.0570899999999996</c:v>
                </c:pt>
                <c:pt idx="24746">
                  <c:v>7.0574000000000003</c:v>
                </c:pt>
                <c:pt idx="24747">
                  <c:v>7.0576999999999996</c:v>
                </c:pt>
                <c:pt idx="24748">
                  <c:v>7.0580100000000003</c:v>
                </c:pt>
                <c:pt idx="24749">
                  <c:v>7.0583200000000001</c:v>
                </c:pt>
                <c:pt idx="24750">
                  <c:v>7.0586200000000003</c:v>
                </c:pt>
                <c:pt idx="24751">
                  <c:v>7.0589300000000001</c:v>
                </c:pt>
                <c:pt idx="24752">
                  <c:v>7.0592300000000003</c:v>
                </c:pt>
                <c:pt idx="24753">
                  <c:v>7.0595400000000001</c:v>
                </c:pt>
                <c:pt idx="24754">
                  <c:v>7.0598400000000003</c:v>
                </c:pt>
                <c:pt idx="24755">
                  <c:v>7.0601500000000001</c:v>
                </c:pt>
                <c:pt idx="24756">
                  <c:v>7.0604500000000003</c:v>
                </c:pt>
                <c:pt idx="24757">
                  <c:v>7.0607600000000001</c:v>
                </c:pt>
                <c:pt idx="24758">
                  <c:v>7.0610600000000003</c:v>
                </c:pt>
                <c:pt idx="24759">
                  <c:v>7.0613700000000001</c:v>
                </c:pt>
                <c:pt idx="24760">
                  <c:v>7.0616700000000003</c:v>
                </c:pt>
                <c:pt idx="24761">
                  <c:v>7.0619800000000001</c:v>
                </c:pt>
                <c:pt idx="24762">
                  <c:v>7.06229</c:v>
                </c:pt>
                <c:pt idx="24763">
                  <c:v>7.0625900000000001</c:v>
                </c:pt>
                <c:pt idx="24764">
                  <c:v>7.0629</c:v>
                </c:pt>
                <c:pt idx="24765">
                  <c:v>7.0632000000000001</c:v>
                </c:pt>
                <c:pt idx="24766">
                  <c:v>7.06351</c:v>
                </c:pt>
                <c:pt idx="24767">
                  <c:v>7.0638100000000001</c:v>
                </c:pt>
                <c:pt idx="24768">
                  <c:v>7.06412</c:v>
                </c:pt>
                <c:pt idx="24769">
                  <c:v>7.0644200000000001</c:v>
                </c:pt>
                <c:pt idx="24770">
                  <c:v>7.06473</c:v>
                </c:pt>
                <c:pt idx="24771">
                  <c:v>7.0650300000000001</c:v>
                </c:pt>
                <c:pt idx="24772">
                  <c:v>7.06534</c:v>
                </c:pt>
                <c:pt idx="24773">
                  <c:v>7.0656400000000001</c:v>
                </c:pt>
                <c:pt idx="24774">
                  <c:v>7.06595</c:v>
                </c:pt>
                <c:pt idx="24775">
                  <c:v>7.0662599999999998</c:v>
                </c:pt>
                <c:pt idx="24776">
                  <c:v>7.06656</c:v>
                </c:pt>
                <c:pt idx="24777">
                  <c:v>7.0668699999999998</c:v>
                </c:pt>
                <c:pt idx="24778">
                  <c:v>7.06717</c:v>
                </c:pt>
                <c:pt idx="24779">
                  <c:v>7.0674799999999998</c:v>
                </c:pt>
                <c:pt idx="24780">
                  <c:v>7.06778</c:v>
                </c:pt>
                <c:pt idx="24781">
                  <c:v>7.0680899999999998</c:v>
                </c:pt>
                <c:pt idx="24782">
                  <c:v>7.06839</c:v>
                </c:pt>
                <c:pt idx="24783">
                  <c:v>7.0686999999999998</c:v>
                </c:pt>
                <c:pt idx="24784">
                  <c:v>7.069</c:v>
                </c:pt>
                <c:pt idx="24785">
                  <c:v>7.0693099999999998</c:v>
                </c:pt>
                <c:pt idx="24786">
                  <c:v>7.0696099999999999</c:v>
                </c:pt>
                <c:pt idx="24787">
                  <c:v>7.0699199999999998</c:v>
                </c:pt>
                <c:pt idx="24788">
                  <c:v>7.0702299999999996</c:v>
                </c:pt>
                <c:pt idx="24789">
                  <c:v>7.0705299999999998</c:v>
                </c:pt>
                <c:pt idx="24790">
                  <c:v>7.0708399999999996</c:v>
                </c:pt>
                <c:pt idx="24791">
                  <c:v>7.0711399999999998</c:v>
                </c:pt>
                <c:pt idx="24792">
                  <c:v>7.0714499999999996</c:v>
                </c:pt>
                <c:pt idx="24793">
                  <c:v>7.0717499999999998</c:v>
                </c:pt>
                <c:pt idx="24794">
                  <c:v>7.0720599999999996</c:v>
                </c:pt>
                <c:pt idx="24795">
                  <c:v>7.0723599999999998</c:v>
                </c:pt>
                <c:pt idx="24796">
                  <c:v>7.0726699999999996</c:v>
                </c:pt>
                <c:pt idx="24797">
                  <c:v>7.0729699999999998</c:v>
                </c:pt>
                <c:pt idx="24798">
                  <c:v>7.0732799999999996</c:v>
                </c:pt>
                <c:pt idx="24799">
                  <c:v>7.0735900000000003</c:v>
                </c:pt>
                <c:pt idx="24800">
                  <c:v>7.0738899999999996</c:v>
                </c:pt>
                <c:pt idx="24801">
                  <c:v>7.0742000000000003</c:v>
                </c:pt>
                <c:pt idx="24802">
                  <c:v>7.0744999999999996</c:v>
                </c:pt>
                <c:pt idx="24803">
                  <c:v>7.0748100000000003</c:v>
                </c:pt>
                <c:pt idx="24804">
                  <c:v>7.0751099999999996</c:v>
                </c:pt>
                <c:pt idx="24805">
                  <c:v>7.0754200000000003</c:v>
                </c:pt>
                <c:pt idx="24806">
                  <c:v>7.0757199999999996</c:v>
                </c:pt>
                <c:pt idx="24807">
                  <c:v>7.0760300000000003</c:v>
                </c:pt>
                <c:pt idx="24808">
                  <c:v>7.0763299999999996</c:v>
                </c:pt>
                <c:pt idx="24809">
                  <c:v>7.0766400000000003</c:v>
                </c:pt>
                <c:pt idx="24810">
                  <c:v>7.0769399999999996</c:v>
                </c:pt>
                <c:pt idx="24811">
                  <c:v>7.0772500000000003</c:v>
                </c:pt>
                <c:pt idx="24812">
                  <c:v>7.0775600000000001</c:v>
                </c:pt>
                <c:pt idx="24813">
                  <c:v>7.0778600000000003</c:v>
                </c:pt>
                <c:pt idx="24814">
                  <c:v>7.0781700000000001</c:v>
                </c:pt>
                <c:pt idx="24815">
                  <c:v>7.0784700000000003</c:v>
                </c:pt>
                <c:pt idx="24816">
                  <c:v>7.0787800000000001</c:v>
                </c:pt>
                <c:pt idx="24817">
                  <c:v>7.0790800000000003</c:v>
                </c:pt>
                <c:pt idx="24818">
                  <c:v>7.0793900000000001</c:v>
                </c:pt>
                <c:pt idx="24819">
                  <c:v>7.0796900000000003</c:v>
                </c:pt>
                <c:pt idx="24820">
                  <c:v>7.08</c:v>
                </c:pt>
                <c:pt idx="24821">
                  <c:v>7.0803000000000003</c:v>
                </c:pt>
                <c:pt idx="24822">
                  <c:v>7.0806100000000001</c:v>
                </c:pt>
                <c:pt idx="24823">
                  <c:v>7.0809100000000003</c:v>
                </c:pt>
                <c:pt idx="24824">
                  <c:v>7.0812200000000001</c:v>
                </c:pt>
                <c:pt idx="24825">
                  <c:v>7.0815299999999999</c:v>
                </c:pt>
                <c:pt idx="24826">
                  <c:v>7.0818300000000001</c:v>
                </c:pt>
                <c:pt idx="24827">
                  <c:v>7.0821399999999999</c:v>
                </c:pt>
                <c:pt idx="24828">
                  <c:v>7.0824400000000001</c:v>
                </c:pt>
                <c:pt idx="24829">
                  <c:v>7.0827499999999999</c:v>
                </c:pt>
                <c:pt idx="24830">
                  <c:v>7.0830500000000001</c:v>
                </c:pt>
                <c:pt idx="24831">
                  <c:v>7.0833599999999999</c:v>
                </c:pt>
                <c:pt idx="24832">
                  <c:v>7.0836600000000001</c:v>
                </c:pt>
                <c:pt idx="24833">
                  <c:v>7.0839699999999999</c:v>
                </c:pt>
                <c:pt idx="24834">
                  <c:v>7.0842700000000001</c:v>
                </c:pt>
                <c:pt idx="24835">
                  <c:v>7.0845799999999999</c:v>
                </c:pt>
                <c:pt idx="24836">
                  <c:v>7.0848800000000001</c:v>
                </c:pt>
                <c:pt idx="24837">
                  <c:v>7.0851899999999999</c:v>
                </c:pt>
                <c:pt idx="24838">
                  <c:v>7.0854999999999997</c:v>
                </c:pt>
                <c:pt idx="24839">
                  <c:v>7.0857999999999999</c:v>
                </c:pt>
                <c:pt idx="24840">
                  <c:v>7.0861099999999997</c:v>
                </c:pt>
                <c:pt idx="24841">
                  <c:v>7.0864099999999999</c:v>
                </c:pt>
                <c:pt idx="24842">
                  <c:v>7.0867199999999997</c:v>
                </c:pt>
                <c:pt idx="24843">
                  <c:v>7.0870199999999999</c:v>
                </c:pt>
                <c:pt idx="24844">
                  <c:v>7.0873299999999997</c:v>
                </c:pt>
                <c:pt idx="24845">
                  <c:v>7.0876299999999999</c:v>
                </c:pt>
                <c:pt idx="24846">
                  <c:v>7.0879399999999997</c:v>
                </c:pt>
                <c:pt idx="24847">
                  <c:v>7.0882399999999999</c:v>
                </c:pt>
                <c:pt idx="24848">
                  <c:v>7.0885499999999997</c:v>
                </c:pt>
                <c:pt idx="24849">
                  <c:v>7.0888600000000004</c:v>
                </c:pt>
                <c:pt idx="24850">
                  <c:v>7.0891599999999997</c:v>
                </c:pt>
                <c:pt idx="24851">
                  <c:v>7.0894700000000004</c:v>
                </c:pt>
                <c:pt idx="24852">
                  <c:v>7.0897699999999997</c:v>
                </c:pt>
                <c:pt idx="24853">
                  <c:v>7.0900800000000004</c:v>
                </c:pt>
                <c:pt idx="24854">
                  <c:v>7.0903799999999997</c:v>
                </c:pt>
                <c:pt idx="24855">
                  <c:v>7.0906900000000004</c:v>
                </c:pt>
                <c:pt idx="24856">
                  <c:v>7.0909899999999997</c:v>
                </c:pt>
                <c:pt idx="24857">
                  <c:v>7.0913000000000004</c:v>
                </c:pt>
                <c:pt idx="24858">
                  <c:v>7.0915999999999997</c:v>
                </c:pt>
                <c:pt idx="24859">
                  <c:v>7.0919100000000004</c:v>
                </c:pt>
                <c:pt idx="24860">
                  <c:v>7.0922099999999997</c:v>
                </c:pt>
                <c:pt idx="24861">
                  <c:v>7.0925200000000004</c:v>
                </c:pt>
                <c:pt idx="24862">
                  <c:v>7.0928300000000002</c:v>
                </c:pt>
                <c:pt idx="24863">
                  <c:v>7.0931300000000004</c:v>
                </c:pt>
                <c:pt idx="24864">
                  <c:v>7.0934400000000002</c:v>
                </c:pt>
                <c:pt idx="24865">
                  <c:v>7.0937400000000004</c:v>
                </c:pt>
                <c:pt idx="24866">
                  <c:v>7.0940500000000002</c:v>
                </c:pt>
                <c:pt idx="24867">
                  <c:v>7.0943500000000004</c:v>
                </c:pt>
                <c:pt idx="24868">
                  <c:v>7.0946600000000002</c:v>
                </c:pt>
                <c:pt idx="24869">
                  <c:v>7.0949600000000004</c:v>
                </c:pt>
                <c:pt idx="24870">
                  <c:v>7.0952700000000002</c:v>
                </c:pt>
                <c:pt idx="24871">
                  <c:v>7.0955700000000004</c:v>
                </c:pt>
                <c:pt idx="24872">
                  <c:v>7.0958800000000002</c:v>
                </c:pt>
                <c:pt idx="24873">
                  <c:v>7.0961800000000004</c:v>
                </c:pt>
                <c:pt idx="24874">
                  <c:v>7.0964900000000002</c:v>
                </c:pt>
                <c:pt idx="24875">
                  <c:v>7.0968</c:v>
                </c:pt>
                <c:pt idx="24876">
                  <c:v>7.0971000000000002</c:v>
                </c:pt>
                <c:pt idx="24877">
                  <c:v>7.09741</c:v>
                </c:pt>
                <c:pt idx="24878">
                  <c:v>7.0977100000000002</c:v>
                </c:pt>
                <c:pt idx="24879">
                  <c:v>7.09802</c:v>
                </c:pt>
                <c:pt idx="24880">
                  <c:v>7.0983200000000002</c:v>
                </c:pt>
                <c:pt idx="24881">
                  <c:v>7.09863</c:v>
                </c:pt>
                <c:pt idx="24882">
                  <c:v>7.0989300000000002</c:v>
                </c:pt>
                <c:pt idx="24883">
                  <c:v>7.09924</c:v>
                </c:pt>
                <c:pt idx="24884">
                  <c:v>7.0995400000000002</c:v>
                </c:pt>
                <c:pt idx="24885">
                  <c:v>7.09985</c:v>
                </c:pt>
                <c:pt idx="24886">
                  <c:v>7.1001500000000002</c:v>
                </c:pt>
                <c:pt idx="24887">
                  <c:v>7.10046</c:v>
                </c:pt>
                <c:pt idx="24888">
                  <c:v>7.1007699999999998</c:v>
                </c:pt>
                <c:pt idx="24889">
                  <c:v>7.10107</c:v>
                </c:pt>
                <c:pt idx="24890">
                  <c:v>7.1013799999999998</c:v>
                </c:pt>
                <c:pt idx="24891">
                  <c:v>7.10168</c:v>
                </c:pt>
                <c:pt idx="24892">
                  <c:v>7.1019899999999998</c:v>
                </c:pt>
                <c:pt idx="24893">
                  <c:v>7.10229</c:v>
                </c:pt>
                <c:pt idx="24894">
                  <c:v>7.1025999999999998</c:v>
                </c:pt>
                <c:pt idx="24895">
                  <c:v>7.1029</c:v>
                </c:pt>
                <c:pt idx="24896">
                  <c:v>7.1032099999999998</c:v>
                </c:pt>
                <c:pt idx="24897">
                  <c:v>7.10351</c:v>
                </c:pt>
                <c:pt idx="24898">
                  <c:v>7.1038199999999998</c:v>
                </c:pt>
                <c:pt idx="24899">
                  <c:v>7.10412</c:v>
                </c:pt>
                <c:pt idx="24900">
                  <c:v>7.1044299999999998</c:v>
                </c:pt>
                <c:pt idx="24901">
                  <c:v>7.1047399999999996</c:v>
                </c:pt>
                <c:pt idx="24902">
                  <c:v>7.1050399999999998</c:v>
                </c:pt>
                <c:pt idx="24903">
                  <c:v>7.1053499999999996</c:v>
                </c:pt>
                <c:pt idx="24904">
                  <c:v>7.1056499999999998</c:v>
                </c:pt>
                <c:pt idx="24905">
                  <c:v>7.1059599999999996</c:v>
                </c:pt>
                <c:pt idx="24906">
                  <c:v>7.1062599999999998</c:v>
                </c:pt>
                <c:pt idx="24907">
                  <c:v>7.1065699999999996</c:v>
                </c:pt>
                <c:pt idx="24908">
                  <c:v>7.1068699999999998</c:v>
                </c:pt>
                <c:pt idx="24909">
                  <c:v>7.1071799999999996</c:v>
                </c:pt>
                <c:pt idx="24910">
                  <c:v>7.1074799999999998</c:v>
                </c:pt>
                <c:pt idx="24911">
                  <c:v>7.1077899999999996</c:v>
                </c:pt>
                <c:pt idx="24912">
                  <c:v>7.1081000000000003</c:v>
                </c:pt>
                <c:pt idx="24913">
                  <c:v>7.1083999999999996</c:v>
                </c:pt>
                <c:pt idx="24914">
                  <c:v>7.1087100000000003</c:v>
                </c:pt>
                <c:pt idx="24915">
                  <c:v>7.1090099999999996</c:v>
                </c:pt>
                <c:pt idx="24916">
                  <c:v>7.1093200000000003</c:v>
                </c:pt>
                <c:pt idx="24917">
                  <c:v>7.1096199999999996</c:v>
                </c:pt>
                <c:pt idx="24918">
                  <c:v>7.1099300000000003</c:v>
                </c:pt>
                <c:pt idx="24919">
                  <c:v>7.1102299999999996</c:v>
                </c:pt>
                <c:pt idx="24920">
                  <c:v>7.1105400000000003</c:v>
                </c:pt>
                <c:pt idx="24921">
                  <c:v>7.1108399999999996</c:v>
                </c:pt>
                <c:pt idx="24922">
                  <c:v>7.1111500000000003</c:v>
                </c:pt>
                <c:pt idx="24923">
                  <c:v>7.1114499999999996</c:v>
                </c:pt>
                <c:pt idx="24924">
                  <c:v>7.1117600000000003</c:v>
                </c:pt>
                <c:pt idx="24925">
                  <c:v>7.1120700000000001</c:v>
                </c:pt>
                <c:pt idx="24926">
                  <c:v>7.1123700000000003</c:v>
                </c:pt>
                <c:pt idx="24927">
                  <c:v>7.1126800000000001</c:v>
                </c:pt>
                <c:pt idx="24928">
                  <c:v>7.1129800000000003</c:v>
                </c:pt>
                <c:pt idx="24929">
                  <c:v>7.1132900000000001</c:v>
                </c:pt>
                <c:pt idx="24930">
                  <c:v>7.1135900000000003</c:v>
                </c:pt>
                <c:pt idx="24931">
                  <c:v>7.1139000000000001</c:v>
                </c:pt>
                <c:pt idx="24932">
                  <c:v>7.1142000000000003</c:v>
                </c:pt>
                <c:pt idx="24933">
                  <c:v>7.1145100000000001</c:v>
                </c:pt>
                <c:pt idx="24934">
                  <c:v>7.1148100000000003</c:v>
                </c:pt>
                <c:pt idx="24935">
                  <c:v>7.1151200000000001</c:v>
                </c:pt>
                <c:pt idx="24936">
                  <c:v>7.1154200000000003</c:v>
                </c:pt>
                <c:pt idx="24937">
                  <c:v>7.1157300000000001</c:v>
                </c:pt>
                <c:pt idx="24938">
                  <c:v>7.1160399999999999</c:v>
                </c:pt>
                <c:pt idx="24939">
                  <c:v>7.1163400000000001</c:v>
                </c:pt>
                <c:pt idx="24940">
                  <c:v>7.1166499999999999</c:v>
                </c:pt>
                <c:pt idx="24941">
                  <c:v>7.1169500000000001</c:v>
                </c:pt>
                <c:pt idx="24942">
                  <c:v>7.1172599999999999</c:v>
                </c:pt>
                <c:pt idx="24943">
                  <c:v>7.1175600000000001</c:v>
                </c:pt>
                <c:pt idx="24944">
                  <c:v>7.1178699999999999</c:v>
                </c:pt>
                <c:pt idx="24945">
                  <c:v>7.1181700000000001</c:v>
                </c:pt>
                <c:pt idx="24946">
                  <c:v>7.1184799999999999</c:v>
                </c:pt>
                <c:pt idx="24947">
                  <c:v>7.1187800000000001</c:v>
                </c:pt>
                <c:pt idx="24948">
                  <c:v>7.1190899999999999</c:v>
                </c:pt>
                <c:pt idx="24949">
                  <c:v>7.1193900000000001</c:v>
                </c:pt>
                <c:pt idx="24950">
                  <c:v>7.1196999999999999</c:v>
                </c:pt>
                <c:pt idx="24951">
                  <c:v>7.1200099999999997</c:v>
                </c:pt>
                <c:pt idx="24952">
                  <c:v>7.1203099999999999</c:v>
                </c:pt>
                <c:pt idx="24953">
                  <c:v>7.1206199999999997</c:v>
                </c:pt>
                <c:pt idx="24954">
                  <c:v>7.1209199999999999</c:v>
                </c:pt>
                <c:pt idx="24955">
                  <c:v>7.1212299999999997</c:v>
                </c:pt>
                <c:pt idx="24956">
                  <c:v>7.1215299999999999</c:v>
                </c:pt>
                <c:pt idx="24957">
                  <c:v>7.1218399999999997</c:v>
                </c:pt>
                <c:pt idx="24958">
                  <c:v>7.1221399999999999</c:v>
                </c:pt>
                <c:pt idx="24959">
                  <c:v>7.1224499999999997</c:v>
                </c:pt>
                <c:pt idx="24960">
                  <c:v>7.1227499999999999</c:v>
                </c:pt>
                <c:pt idx="24961">
                  <c:v>7.1230599999999997</c:v>
                </c:pt>
                <c:pt idx="24962">
                  <c:v>7.1233599999999999</c:v>
                </c:pt>
                <c:pt idx="24963">
                  <c:v>7.1236699999999997</c:v>
                </c:pt>
                <c:pt idx="24964">
                  <c:v>7.1239800000000004</c:v>
                </c:pt>
                <c:pt idx="24965">
                  <c:v>7.1242799999999997</c:v>
                </c:pt>
                <c:pt idx="24966">
                  <c:v>7.1245900000000004</c:v>
                </c:pt>
                <c:pt idx="24967">
                  <c:v>7.1248899999999997</c:v>
                </c:pt>
                <c:pt idx="24968">
                  <c:v>7.1252000000000004</c:v>
                </c:pt>
                <c:pt idx="24969">
                  <c:v>7.1254999999999997</c:v>
                </c:pt>
                <c:pt idx="24970">
                  <c:v>7.1258100000000004</c:v>
                </c:pt>
                <c:pt idx="24971">
                  <c:v>7.1261099999999997</c:v>
                </c:pt>
                <c:pt idx="24972">
                  <c:v>7.1264200000000004</c:v>
                </c:pt>
                <c:pt idx="24973">
                  <c:v>7.1267199999999997</c:v>
                </c:pt>
                <c:pt idx="24974">
                  <c:v>7.1270300000000004</c:v>
                </c:pt>
                <c:pt idx="24975">
                  <c:v>7.1273400000000002</c:v>
                </c:pt>
                <c:pt idx="24976">
                  <c:v>7.1276400000000004</c:v>
                </c:pt>
                <c:pt idx="24977">
                  <c:v>7.1279500000000002</c:v>
                </c:pt>
                <c:pt idx="24978">
                  <c:v>7.1282500000000004</c:v>
                </c:pt>
                <c:pt idx="24979">
                  <c:v>7.1285600000000002</c:v>
                </c:pt>
                <c:pt idx="24980">
                  <c:v>7.1288600000000004</c:v>
                </c:pt>
                <c:pt idx="24981">
                  <c:v>7.1291700000000002</c:v>
                </c:pt>
                <c:pt idx="24982">
                  <c:v>7.1294700000000004</c:v>
                </c:pt>
                <c:pt idx="24983">
                  <c:v>7.1297800000000002</c:v>
                </c:pt>
                <c:pt idx="24984">
                  <c:v>7.1300800000000004</c:v>
                </c:pt>
                <c:pt idx="24985">
                  <c:v>7.1303900000000002</c:v>
                </c:pt>
                <c:pt idx="24986">
                  <c:v>7.1306900000000004</c:v>
                </c:pt>
                <c:pt idx="24987">
                  <c:v>7.1310000000000002</c:v>
                </c:pt>
                <c:pt idx="24988">
                  <c:v>7.13131</c:v>
                </c:pt>
                <c:pt idx="24989">
                  <c:v>7.1316100000000002</c:v>
                </c:pt>
                <c:pt idx="24990">
                  <c:v>7.13192</c:v>
                </c:pt>
                <c:pt idx="24991">
                  <c:v>7.1322200000000002</c:v>
                </c:pt>
                <c:pt idx="24992">
                  <c:v>7.13253</c:v>
                </c:pt>
                <c:pt idx="24993">
                  <c:v>7.1328300000000002</c:v>
                </c:pt>
                <c:pt idx="24994">
                  <c:v>7.13314</c:v>
                </c:pt>
                <c:pt idx="24995">
                  <c:v>7.1334400000000002</c:v>
                </c:pt>
                <c:pt idx="24996">
                  <c:v>7.13375</c:v>
                </c:pt>
                <c:pt idx="24997">
                  <c:v>7.1340500000000002</c:v>
                </c:pt>
                <c:pt idx="24998">
                  <c:v>7.13436</c:v>
                </c:pt>
                <c:pt idx="24999">
                  <c:v>7.1346600000000002</c:v>
                </c:pt>
                <c:pt idx="25000">
                  <c:v>7.13497</c:v>
                </c:pt>
                <c:pt idx="25001">
                  <c:v>7.1352799999999998</c:v>
                </c:pt>
                <c:pt idx="25002">
                  <c:v>7.13558</c:v>
                </c:pt>
                <c:pt idx="25003">
                  <c:v>7.1358899999999998</c:v>
                </c:pt>
                <c:pt idx="25004">
                  <c:v>7.13619</c:v>
                </c:pt>
                <c:pt idx="25005">
                  <c:v>7.1364999999999998</c:v>
                </c:pt>
                <c:pt idx="25006">
                  <c:v>7.1368</c:v>
                </c:pt>
                <c:pt idx="25007">
                  <c:v>7.1371099999999998</c:v>
                </c:pt>
                <c:pt idx="25008">
                  <c:v>7.13741</c:v>
                </c:pt>
                <c:pt idx="25009">
                  <c:v>7.1377199999999998</c:v>
                </c:pt>
                <c:pt idx="25010">
                  <c:v>7.13802</c:v>
                </c:pt>
                <c:pt idx="25011">
                  <c:v>7.1383299999999998</c:v>
                </c:pt>
                <c:pt idx="25012">
                  <c:v>7.13863</c:v>
                </c:pt>
                <c:pt idx="25013">
                  <c:v>7.1389399999999998</c:v>
                </c:pt>
                <c:pt idx="25014">
                  <c:v>7.1392499999999997</c:v>
                </c:pt>
                <c:pt idx="25015">
                  <c:v>7.1395499999999998</c:v>
                </c:pt>
                <c:pt idx="25016">
                  <c:v>7.1398599999999997</c:v>
                </c:pt>
                <c:pt idx="25017">
                  <c:v>7.1401599999999998</c:v>
                </c:pt>
                <c:pt idx="25018">
                  <c:v>7.1404699999999997</c:v>
                </c:pt>
                <c:pt idx="25019">
                  <c:v>7.1407699999999998</c:v>
                </c:pt>
                <c:pt idx="25020">
                  <c:v>7.1410799999999997</c:v>
                </c:pt>
                <c:pt idx="25021">
                  <c:v>7.1413799999999998</c:v>
                </c:pt>
                <c:pt idx="25022">
                  <c:v>7.1416899999999996</c:v>
                </c:pt>
                <c:pt idx="25023">
                  <c:v>7.1419899999999998</c:v>
                </c:pt>
                <c:pt idx="25024">
                  <c:v>7.1422999999999996</c:v>
                </c:pt>
                <c:pt idx="25025">
                  <c:v>7.1425999999999998</c:v>
                </c:pt>
                <c:pt idx="25026">
                  <c:v>7.1429099999999996</c:v>
                </c:pt>
                <c:pt idx="25027">
                  <c:v>7.1432200000000003</c:v>
                </c:pt>
                <c:pt idx="25028">
                  <c:v>7.1435199999999996</c:v>
                </c:pt>
                <c:pt idx="25029">
                  <c:v>7.1438300000000003</c:v>
                </c:pt>
                <c:pt idx="25030">
                  <c:v>7.1441299999999996</c:v>
                </c:pt>
                <c:pt idx="25031">
                  <c:v>7.1444400000000003</c:v>
                </c:pt>
                <c:pt idx="25032">
                  <c:v>7.1447399999999996</c:v>
                </c:pt>
                <c:pt idx="25033">
                  <c:v>7.1450500000000003</c:v>
                </c:pt>
                <c:pt idx="25034">
                  <c:v>7.1453499999999996</c:v>
                </c:pt>
                <c:pt idx="25035">
                  <c:v>7.1456600000000003</c:v>
                </c:pt>
                <c:pt idx="25036">
                  <c:v>7.1459599999999996</c:v>
                </c:pt>
                <c:pt idx="25037">
                  <c:v>7.1462700000000003</c:v>
                </c:pt>
                <c:pt idx="25038">
                  <c:v>7.1465800000000002</c:v>
                </c:pt>
                <c:pt idx="25039">
                  <c:v>7.1468800000000003</c:v>
                </c:pt>
                <c:pt idx="25040">
                  <c:v>7.1471900000000002</c:v>
                </c:pt>
                <c:pt idx="25041">
                  <c:v>7.1474900000000003</c:v>
                </c:pt>
                <c:pt idx="25042">
                  <c:v>7.1478000000000002</c:v>
                </c:pt>
                <c:pt idx="25043">
                  <c:v>7.1481000000000003</c:v>
                </c:pt>
                <c:pt idx="25044">
                  <c:v>7.1484100000000002</c:v>
                </c:pt>
                <c:pt idx="25045">
                  <c:v>7.1487100000000003</c:v>
                </c:pt>
                <c:pt idx="25046">
                  <c:v>7.1490200000000002</c:v>
                </c:pt>
                <c:pt idx="25047">
                  <c:v>7.1493200000000003</c:v>
                </c:pt>
                <c:pt idx="25048">
                  <c:v>7.1496300000000002</c:v>
                </c:pt>
                <c:pt idx="25049">
                  <c:v>7.1499300000000003</c:v>
                </c:pt>
                <c:pt idx="25050">
                  <c:v>7.1502400000000002</c:v>
                </c:pt>
                <c:pt idx="25051">
                  <c:v>7.15055</c:v>
                </c:pt>
                <c:pt idx="25052">
                  <c:v>7.1508500000000002</c:v>
                </c:pt>
                <c:pt idx="25053">
                  <c:v>7.15116</c:v>
                </c:pt>
                <c:pt idx="25054">
                  <c:v>7.1514600000000002</c:v>
                </c:pt>
                <c:pt idx="25055">
                  <c:v>7.15177</c:v>
                </c:pt>
                <c:pt idx="25056">
                  <c:v>7.1520700000000001</c:v>
                </c:pt>
                <c:pt idx="25057">
                  <c:v>7.15238</c:v>
                </c:pt>
                <c:pt idx="25058">
                  <c:v>7.1526800000000001</c:v>
                </c:pt>
                <c:pt idx="25059">
                  <c:v>7.15299</c:v>
                </c:pt>
                <c:pt idx="25060">
                  <c:v>7.1532900000000001</c:v>
                </c:pt>
                <c:pt idx="25061">
                  <c:v>7.1536</c:v>
                </c:pt>
                <c:pt idx="25062">
                  <c:v>7.1539000000000001</c:v>
                </c:pt>
                <c:pt idx="25063">
                  <c:v>7.15421</c:v>
                </c:pt>
                <c:pt idx="25064">
                  <c:v>7.1545199999999998</c:v>
                </c:pt>
                <c:pt idx="25065">
                  <c:v>7.15482</c:v>
                </c:pt>
                <c:pt idx="25066">
                  <c:v>7.1551299999999998</c:v>
                </c:pt>
                <c:pt idx="25067">
                  <c:v>7.15543</c:v>
                </c:pt>
                <c:pt idx="25068">
                  <c:v>7.1557399999999998</c:v>
                </c:pt>
                <c:pt idx="25069">
                  <c:v>7.15604</c:v>
                </c:pt>
                <c:pt idx="25070">
                  <c:v>7.1563499999999998</c:v>
                </c:pt>
                <c:pt idx="25071">
                  <c:v>7.15665</c:v>
                </c:pt>
                <c:pt idx="25072">
                  <c:v>7.1569599999999998</c:v>
                </c:pt>
                <c:pt idx="25073">
                  <c:v>7.15726</c:v>
                </c:pt>
                <c:pt idx="25074">
                  <c:v>7.1575699999999998</c:v>
                </c:pt>
                <c:pt idx="25075">
                  <c:v>7.15787</c:v>
                </c:pt>
                <c:pt idx="25076">
                  <c:v>7.1581799999999998</c:v>
                </c:pt>
                <c:pt idx="25077">
                  <c:v>7.1584899999999996</c:v>
                </c:pt>
                <c:pt idx="25078">
                  <c:v>7.1587899999999998</c:v>
                </c:pt>
                <c:pt idx="25079">
                  <c:v>7.1590999999999996</c:v>
                </c:pt>
                <c:pt idx="25080">
                  <c:v>7.1593999999999998</c:v>
                </c:pt>
                <c:pt idx="25081">
                  <c:v>7.1597099999999996</c:v>
                </c:pt>
                <c:pt idx="25082">
                  <c:v>7.1600099999999998</c:v>
                </c:pt>
                <c:pt idx="25083">
                  <c:v>7.1603199999999996</c:v>
                </c:pt>
                <c:pt idx="25084">
                  <c:v>7.1606199999999998</c:v>
                </c:pt>
                <c:pt idx="25085">
                  <c:v>7.1609299999999996</c:v>
                </c:pt>
                <c:pt idx="25086">
                  <c:v>7.1612299999999998</c:v>
                </c:pt>
                <c:pt idx="25087">
                  <c:v>7.1615399999999996</c:v>
                </c:pt>
                <c:pt idx="25088">
                  <c:v>7.1618500000000003</c:v>
                </c:pt>
                <c:pt idx="25089">
                  <c:v>7.1621499999999996</c:v>
                </c:pt>
                <c:pt idx="25090">
                  <c:v>7.1624600000000003</c:v>
                </c:pt>
                <c:pt idx="25091">
                  <c:v>7.1627599999999996</c:v>
                </c:pt>
                <c:pt idx="25092">
                  <c:v>7.1630700000000003</c:v>
                </c:pt>
                <c:pt idx="25093">
                  <c:v>7.1633699999999996</c:v>
                </c:pt>
                <c:pt idx="25094">
                  <c:v>7.1636800000000003</c:v>
                </c:pt>
                <c:pt idx="25095">
                  <c:v>7.1639799999999996</c:v>
                </c:pt>
                <c:pt idx="25096">
                  <c:v>7.1642900000000003</c:v>
                </c:pt>
                <c:pt idx="25097">
                  <c:v>7.1645899999999996</c:v>
                </c:pt>
                <c:pt idx="25098">
                  <c:v>7.1649000000000003</c:v>
                </c:pt>
                <c:pt idx="25099">
                  <c:v>7.1651999999999996</c:v>
                </c:pt>
                <c:pt idx="25100">
                  <c:v>7.1655100000000003</c:v>
                </c:pt>
                <c:pt idx="25101">
                  <c:v>7.1658200000000001</c:v>
                </c:pt>
                <c:pt idx="25102">
                  <c:v>7.1661200000000003</c:v>
                </c:pt>
                <c:pt idx="25103">
                  <c:v>7.1664300000000001</c:v>
                </c:pt>
                <c:pt idx="25104">
                  <c:v>7.1667300000000003</c:v>
                </c:pt>
                <c:pt idx="25105">
                  <c:v>7.1670400000000001</c:v>
                </c:pt>
                <c:pt idx="25106">
                  <c:v>7.1673400000000003</c:v>
                </c:pt>
                <c:pt idx="25107">
                  <c:v>7.1676500000000001</c:v>
                </c:pt>
                <c:pt idx="25108">
                  <c:v>7.1679500000000003</c:v>
                </c:pt>
                <c:pt idx="25109">
                  <c:v>7.1682600000000001</c:v>
                </c:pt>
                <c:pt idx="25110">
                  <c:v>7.1685600000000003</c:v>
                </c:pt>
                <c:pt idx="25111">
                  <c:v>7.1688700000000001</c:v>
                </c:pt>
                <c:pt idx="25112">
                  <c:v>7.1691700000000003</c:v>
                </c:pt>
                <c:pt idx="25113">
                  <c:v>7.1694800000000001</c:v>
                </c:pt>
                <c:pt idx="25114">
                  <c:v>7.1697899999999999</c:v>
                </c:pt>
                <c:pt idx="25115">
                  <c:v>7.1700900000000001</c:v>
                </c:pt>
                <c:pt idx="25116">
                  <c:v>7.1703999999999999</c:v>
                </c:pt>
                <c:pt idx="25117">
                  <c:v>7.1707000000000001</c:v>
                </c:pt>
                <c:pt idx="25118">
                  <c:v>7.1710099999999999</c:v>
                </c:pt>
                <c:pt idx="25119">
                  <c:v>7.1713100000000001</c:v>
                </c:pt>
                <c:pt idx="25120">
                  <c:v>7.1716199999999999</c:v>
                </c:pt>
                <c:pt idx="25121">
                  <c:v>7.1719200000000001</c:v>
                </c:pt>
                <c:pt idx="25122">
                  <c:v>7.1722299999999999</c:v>
                </c:pt>
                <c:pt idx="25123">
                  <c:v>7.1725300000000001</c:v>
                </c:pt>
                <c:pt idx="25124">
                  <c:v>7.1728399999999999</c:v>
                </c:pt>
                <c:pt idx="25125">
                  <c:v>7.1731400000000001</c:v>
                </c:pt>
                <c:pt idx="25126">
                  <c:v>7.1734499999999999</c:v>
                </c:pt>
                <c:pt idx="25127">
                  <c:v>7.1737599999999997</c:v>
                </c:pt>
                <c:pt idx="25128">
                  <c:v>7.1740599999999999</c:v>
                </c:pt>
                <c:pt idx="25129">
                  <c:v>7.1743699999999997</c:v>
                </c:pt>
                <c:pt idx="25130">
                  <c:v>7.1746699999999999</c:v>
                </c:pt>
                <c:pt idx="25131">
                  <c:v>7.1749799999999997</c:v>
                </c:pt>
                <c:pt idx="25132">
                  <c:v>7.1752799999999999</c:v>
                </c:pt>
                <c:pt idx="25133">
                  <c:v>7.1755899999999997</c:v>
                </c:pt>
                <c:pt idx="25134">
                  <c:v>7.1758899999999999</c:v>
                </c:pt>
                <c:pt idx="25135">
                  <c:v>7.1761999999999997</c:v>
                </c:pt>
                <c:pt idx="25136">
                  <c:v>7.1764999999999999</c:v>
                </c:pt>
                <c:pt idx="25137">
                  <c:v>7.1768099999999997</c:v>
                </c:pt>
                <c:pt idx="25138">
                  <c:v>7.1771099999999999</c:v>
                </c:pt>
                <c:pt idx="25139">
                  <c:v>7.1774199999999997</c:v>
                </c:pt>
                <c:pt idx="25140">
                  <c:v>7.1777300000000004</c:v>
                </c:pt>
                <c:pt idx="25141">
                  <c:v>7.1780299999999997</c:v>
                </c:pt>
                <c:pt idx="25142">
                  <c:v>7.1783400000000004</c:v>
                </c:pt>
                <c:pt idx="25143">
                  <c:v>7.1786399999999997</c:v>
                </c:pt>
                <c:pt idx="25144">
                  <c:v>7.1789500000000004</c:v>
                </c:pt>
                <c:pt idx="25145">
                  <c:v>7.1792499999999997</c:v>
                </c:pt>
                <c:pt idx="25146">
                  <c:v>7.1795600000000004</c:v>
                </c:pt>
                <c:pt idx="25147">
                  <c:v>7.1798599999999997</c:v>
                </c:pt>
                <c:pt idx="25148">
                  <c:v>7.1801700000000004</c:v>
                </c:pt>
                <c:pt idx="25149">
                  <c:v>7.1804699999999997</c:v>
                </c:pt>
                <c:pt idx="25150">
                  <c:v>7.1807800000000004</c:v>
                </c:pt>
                <c:pt idx="25151">
                  <c:v>7.1810900000000002</c:v>
                </c:pt>
                <c:pt idx="25152">
                  <c:v>7.1813900000000004</c:v>
                </c:pt>
                <c:pt idx="25153">
                  <c:v>7.1817000000000002</c:v>
                </c:pt>
                <c:pt idx="25154">
                  <c:v>7.1820000000000004</c:v>
                </c:pt>
                <c:pt idx="25155">
                  <c:v>7.1823100000000002</c:v>
                </c:pt>
                <c:pt idx="25156">
                  <c:v>7.1826100000000004</c:v>
                </c:pt>
                <c:pt idx="25157">
                  <c:v>7.1829200000000002</c:v>
                </c:pt>
                <c:pt idx="25158">
                  <c:v>7.1832200000000004</c:v>
                </c:pt>
                <c:pt idx="25159">
                  <c:v>7.1835300000000002</c:v>
                </c:pt>
                <c:pt idx="25160">
                  <c:v>7.1838300000000004</c:v>
                </c:pt>
                <c:pt idx="25161">
                  <c:v>7.1841400000000002</c:v>
                </c:pt>
                <c:pt idx="25162">
                  <c:v>7.1844400000000004</c:v>
                </c:pt>
                <c:pt idx="25163">
                  <c:v>7.1847500000000002</c:v>
                </c:pt>
                <c:pt idx="25164">
                  <c:v>7.18506</c:v>
                </c:pt>
                <c:pt idx="25165">
                  <c:v>7.1853600000000002</c:v>
                </c:pt>
                <c:pt idx="25166">
                  <c:v>7.18567</c:v>
                </c:pt>
                <c:pt idx="25167">
                  <c:v>7.1859700000000002</c:v>
                </c:pt>
                <c:pt idx="25168">
                  <c:v>7.18628</c:v>
                </c:pt>
                <c:pt idx="25169">
                  <c:v>7.1865800000000002</c:v>
                </c:pt>
                <c:pt idx="25170">
                  <c:v>7.18689</c:v>
                </c:pt>
                <c:pt idx="25171">
                  <c:v>7.1871900000000002</c:v>
                </c:pt>
                <c:pt idx="25172">
                  <c:v>7.1875</c:v>
                </c:pt>
                <c:pt idx="25173">
                  <c:v>7.1878000000000002</c:v>
                </c:pt>
                <c:pt idx="25174">
                  <c:v>7.18811</c:v>
                </c:pt>
                <c:pt idx="25175">
                  <c:v>7.1884100000000002</c:v>
                </c:pt>
                <c:pt idx="25176">
                  <c:v>7.18872</c:v>
                </c:pt>
                <c:pt idx="25177">
                  <c:v>7.1890299999999998</c:v>
                </c:pt>
                <c:pt idx="25178">
                  <c:v>7.18933</c:v>
                </c:pt>
                <c:pt idx="25179">
                  <c:v>7.1896399999999998</c:v>
                </c:pt>
                <c:pt idx="25180">
                  <c:v>7.18994</c:v>
                </c:pt>
                <c:pt idx="25181">
                  <c:v>7.1902499999999998</c:v>
                </c:pt>
                <c:pt idx="25182">
                  <c:v>7.19055</c:v>
                </c:pt>
                <c:pt idx="25183">
                  <c:v>7.1908599999999998</c:v>
                </c:pt>
                <c:pt idx="25184">
                  <c:v>7.19116</c:v>
                </c:pt>
                <c:pt idx="25185">
                  <c:v>7.1914699999999998</c:v>
                </c:pt>
                <c:pt idx="25186">
                  <c:v>7.19177</c:v>
                </c:pt>
                <c:pt idx="25187">
                  <c:v>7.1920799999999998</c:v>
                </c:pt>
                <c:pt idx="25188">
                  <c:v>7.19238</c:v>
                </c:pt>
                <c:pt idx="25189">
                  <c:v>7.1926899999999998</c:v>
                </c:pt>
                <c:pt idx="25190">
                  <c:v>7.1929999999999996</c:v>
                </c:pt>
                <c:pt idx="25191">
                  <c:v>7.1932999999999998</c:v>
                </c:pt>
                <c:pt idx="25192">
                  <c:v>7.1936099999999996</c:v>
                </c:pt>
                <c:pt idx="25193">
                  <c:v>7.1939099999999998</c:v>
                </c:pt>
                <c:pt idx="25194">
                  <c:v>7.1942199999999996</c:v>
                </c:pt>
                <c:pt idx="25195">
                  <c:v>7.1945199999999998</c:v>
                </c:pt>
                <c:pt idx="25196">
                  <c:v>7.1948299999999996</c:v>
                </c:pt>
                <c:pt idx="25197">
                  <c:v>7.1951299999999998</c:v>
                </c:pt>
                <c:pt idx="25198">
                  <c:v>7.1954399999999996</c:v>
                </c:pt>
                <c:pt idx="25199">
                  <c:v>7.1957399999999998</c:v>
                </c:pt>
                <c:pt idx="25200">
                  <c:v>7.1960499999999996</c:v>
                </c:pt>
                <c:pt idx="25201">
                  <c:v>7.1963499999999998</c:v>
                </c:pt>
                <c:pt idx="25202">
                  <c:v>7.1966599999999996</c:v>
                </c:pt>
                <c:pt idx="25203">
                  <c:v>7.1969700000000003</c:v>
                </c:pt>
                <c:pt idx="25204">
                  <c:v>7.1972699999999996</c:v>
                </c:pt>
                <c:pt idx="25205">
                  <c:v>7.1975800000000003</c:v>
                </c:pt>
                <c:pt idx="25206">
                  <c:v>7.1978799999999996</c:v>
                </c:pt>
                <c:pt idx="25207">
                  <c:v>7.1981900000000003</c:v>
                </c:pt>
                <c:pt idx="25208">
                  <c:v>7.1984899999999996</c:v>
                </c:pt>
                <c:pt idx="25209">
                  <c:v>7.1988000000000003</c:v>
                </c:pt>
                <c:pt idx="25210">
                  <c:v>7.1990999999999996</c:v>
                </c:pt>
                <c:pt idx="25211">
                  <c:v>7.1994100000000003</c:v>
                </c:pt>
                <c:pt idx="25212">
                  <c:v>7.1997099999999996</c:v>
                </c:pt>
                <c:pt idx="25213">
                  <c:v>7.2000200000000003</c:v>
                </c:pt>
                <c:pt idx="25214">
                  <c:v>7.2003300000000001</c:v>
                </c:pt>
                <c:pt idx="25215">
                  <c:v>7.2006300000000003</c:v>
                </c:pt>
                <c:pt idx="25216">
                  <c:v>7.2009400000000001</c:v>
                </c:pt>
                <c:pt idx="25217">
                  <c:v>7.2012400000000003</c:v>
                </c:pt>
                <c:pt idx="25218">
                  <c:v>7.2015500000000001</c:v>
                </c:pt>
                <c:pt idx="25219">
                  <c:v>7.2018500000000003</c:v>
                </c:pt>
                <c:pt idx="25220">
                  <c:v>7.2021600000000001</c:v>
                </c:pt>
                <c:pt idx="25221">
                  <c:v>7.2024600000000003</c:v>
                </c:pt>
                <c:pt idx="25222">
                  <c:v>7.2027700000000001</c:v>
                </c:pt>
                <c:pt idx="25223">
                  <c:v>7.2030700000000003</c:v>
                </c:pt>
                <c:pt idx="25224">
                  <c:v>7.2033800000000001</c:v>
                </c:pt>
                <c:pt idx="25225">
                  <c:v>7.2036800000000003</c:v>
                </c:pt>
                <c:pt idx="25226">
                  <c:v>7.2039900000000001</c:v>
                </c:pt>
                <c:pt idx="25227">
                  <c:v>7.2042999999999999</c:v>
                </c:pt>
                <c:pt idx="25228">
                  <c:v>7.2046000000000001</c:v>
                </c:pt>
                <c:pt idx="25229">
                  <c:v>7.2049099999999999</c:v>
                </c:pt>
                <c:pt idx="25230">
                  <c:v>7.2052100000000001</c:v>
                </c:pt>
                <c:pt idx="25231">
                  <c:v>7.2055199999999999</c:v>
                </c:pt>
                <c:pt idx="25232">
                  <c:v>7.2058200000000001</c:v>
                </c:pt>
                <c:pt idx="25233">
                  <c:v>7.2061299999999999</c:v>
                </c:pt>
                <c:pt idx="25234">
                  <c:v>7.2064300000000001</c:v>
                </c:pt>
                <c:pt idx="25235">
                  <c:v>7.2067399999999999</c:v>
                </c:pt>
                <c:pt idx="25236">
                  <c:v>7.2070400000000001</c:v>
                </c:pt>
                <c:pt idx="25237">
                  <c:v>7.2073499999999999</c:v>
                </c:pt>
                <c:pt idx="25238">
                  <c:v>7.2076500000000001</c:v>
                </c:pt>
                <c:pt idx="25239">
                  <c:v>7.2079599999999999</c:v>
                </c:pt>
                <c:pt idx="25240">
                  <c:v>7.2082699999999997</c:v>
                </c:pt>
                <c:pt idx="25241">
                  <c:v>7.2085699999999999</c:v>
                </c:pt>
                <c:pt idx="25242">
                  <c:v>7.2088799999999997</c:v>
                </c:pt>
                <c:pt idx="25243">
                  <c:v>7.2091799999999999</c:v>
                </c:pt>
                <c:pt idx="25244">
                  <c:v>7.2094899999999997</c:v>
                </c:pt>
                <c:pt idx="25245">
                  <c:v>7.2097899999999999</c:v>
                </c:pt>
                <c:pt idx="25246">
                  <c:v>7.2100999999999997</c:v>
                </c:pt>
                <c:pt idx="25247">
                  <c:v>7.2103999999999999</c:v>
                </c:pt>
                <c:pt idx="25248">
                  <c:v>7.2107099999999997</c:v>
                </c:pt>
                <c:pt idx="25249">
                  <c:v>7.2110099999999999</c:v>
                </c:pt>
                <c:pt idx="25250">
                  <c:v>7.2113199999999997</c:v>
                </c:pt>
                <c:pt idx="25251">
                  <c:v>7.2116199999999999</c:v>
                </c:pt>
                <c:pt idx="25252">
                  <c:v>7.2119299999999997</c:v>
                </c:pt>
                <c:pt idx="25253">
                  <c:v>7.2122400000000004</c:v>
                </c:pt>
                <c:pt idx="25254">
                  <c:v>7.2125399999999997</c:v>
                </c:pt>
                <c:pt idx="25255">
                  <c:v>7.2128500000000004</c:v>
                </c:pt>
                <c:pt idx="25256">
                  <c:v>7.2131499999999997</c:v>
                </c:pt>
                <c:pt idx="25257">
                  <c:v>7.2134600000000004</c:v>
                </c:pt>
                <c:pt idx="25258">
                  <c:v>7.2137599999999997</c:v>
                </c:pt>
                <c:pt idx="25259">
                  <c:v>7.2140700000000004</c:v>
                </c:pt>
                <c:pt idx="25260">
                  <c:v>7.2143699999999997</c:v>
                </c:pt>
                <c:pt idx="25261">
                  <c:v>7.2146800000000004</c:v>
                </c:pt>
                <c:pt idx="25262">
                  <c:v>7.2149799999999997</c:v>
                </c:pt>
                <c:pt idx="25263">
                  <c:v>7.2152900000000004</c:v>
                </c:pt>
                <c:pt idx="25264">
                  <c:v>7.2156000000000002</c:v>
                </c:pt>
                <c:pt idx="25265">
                  <c:v>7.2159000000000004</c:v>
                </c:pt>
                <c:pt idx="25266">
                  <c:v>7.2162100000000002</c:v>
                </c:pt>
                <c:pt idx="25267">
                  <c:v>7.2165100000000004</c:v>
                </c:pt>
                <c:pt idx="25268">
                  <c:v>7.2168200000000002</c:v>
                </c:pt>
                <c:pt idx="25269">
                  <c:v>7.2171200000000004</c:v>
                </c:pt>
                <c:pt idx="25270">
                  <c:v>7.2174300000000002</c:v>
                </c:pt>
                <c:pt idx="25271">
                  <c:v>7.2177300000000004</c:v>
                </c:pt>
                <c:pt idx="25272">
                  <c:v>7.2180400000000002</c:v>
                </c:pt>
                <c:pt idx="25273">
                  <c:v>7.2183400000000004</c:v>
                </c:pt>
                <c:pt idx="25274">
                  <c:v>7.2186500000000002</c:v>
                </c:pt>
                <c:pt idx="25275">
                  <c:v>7.2189500000000004</c:v>
                </c:pt>
                <c:pt idx="25276">
                  <c:v>7.2192600000000002</c:v>
                </c:pt>
                <c:pt idx="25277">
                  <c:v>7.21957</c:v>
                </c:pt>
                <c:pt idx="25278">
                  <c:v>7.2198700000000002</c:v>
                </c:pt>
                <c:pt idx="25279">
                  <c:v>7.22018</c:v>
                </c:pt>
                <c:pt idx="25280">
                  <c:v>7.2204800000000002</c:v>
                </c:pt>
                <c:pt idx="25281">
                  <c:v>7.22079</c:v>
                </c:pt>
                <c:pt idx="25282">
                  <c:v>7.2210900000000002</c:v>
                </c:pt>
                <c:pt idx="25283">
                  <c:v>7.2214</c:v>
                </c:pt>
                <c:pt idx="25284">
                  <c:v>7.2217000000000002</c:v>
                </c:pt>
                <c:pt idx="25285">
                  <c:v>7.22201</c:v>
                </c:pt>
                <c:pt idx="25286">
                  <c:v>7.2223100000000002</c:v>
                </c:pt>
                <c:pt idx="25287">
                  <c:v>7.22262</c:v>
                </c:pt>
                <c:pt idx="25288">
                  <c:v>7.2229200000000002</c:v>
                </c:pt>
                <c:pt idx="25289">
                  <c:v>7.22323</c:v>
                </c:pt>
                <c:pt idx="25290">
                  <c:v>7.2235399999999998</c:v>
                </c:pt>
                <c:pt idx="25291">
                  <c:v>7.22384</c:v>
                </c:pt>
                <c:pt idx="25292">
                  <c:v>7.2241499999999998</c:v>
                </c:pt>
                <c:pt idx="25293">
                  <c:v>7.22445</c:v>
                </c:pt>
                <c:pt idx="25294">
                  <c:v>7.2247599999999998</c:v>
                </c:pt>
                <c:pt idx="25295">
                  <c:v>7.22506</c:v>
                </c:pt>
                <c:pt idx="25296">
                  <c:v>7.2253699999999998</c:v>
                </c:pt>
                <c:pt idx="25297">
                  <c:v>7.22567</c:v>
                </c:pt>
                <c:pt idx="25298">
                  <c:v>7.2259799999999998</c:v>
                </c:pt>
                <c:pt idx="25299">
                  <c:v>7.22628</c:v>
                </c:pt>
                <c:pt idx="25300">
                  <c:v>7.2265899999999998</c:v>
                </c:pt>
                <c:pt idx="25301">
                  <c:v>7.22689</c:v>
                </c:pt>
                <c:pt idx="25302">
                  <c:v>7.2271999999999998</c:v>
                </c:pt>
                <c:pt idx="25303">
                  <c:v>7.2275099999999997</c:v>
                </c:pt>
                <c:pt idx="25304">
                  <c:v>7.2278099999999998</c:v>
                </c:pt>
                <c:pt idx="25305">
                  <c:v>7.2281199999999997</c:v>
                </c:pt>
                <c:pt idx="25306">
                  <c:v>7.2284199999999998</c:v>
                </c:pt>
                <c:pt idx="25307">
                  <c:v>7.2287299999999997</c:v>
                </c:pt>
                <c:pt idx="25308">
                  <c:v>7.2290299999999998</c:v>
                </c:pt>
                <c:pt idx="25309">
                  <c:v>7.2293399999999997</c:v>
                </c:pt>
                <c:pt idx="25310">
                  <c:v>7.2296399999999998</c:v>
                </c:pt>
                <c:pt idx="25311">
                  <c:v>7.2299499999999997</c:v>
                </c:pt>
                <c:pt idx="25312">
                  <c:v>7.2302499999999998</c:v>
                </c:pt>
                <c:pt idx="25313">
                  <c:v>7.2305599999999997</c:v>
                </c:pt>
                <c:pt idx="25314">
                  <c:v>7.2308599999999998</c:v>
                </c:pt>
                <c:pt idx="25315">
                  <c:v>7.2311699999999997</c:v>
                </c:pt>
                <c:pt idx="25316">
                  <c:v>7.2314800000000004</c:v>
                </c:pt>
                <c:pt idx="25317">
                  <c:v>7.2317799999999997</c:v>
                </c:pt>
                <c:pt idx="25318">
                  <c:v>7.2320900000000004</c:v>
                </c:pt>
                <c:pt idx="25319">
                  <c:v>7.2323899999999997</c:v>
                </c:pt>
                <c:pt idx="25320">
                  <c:v>7.2327000000000004</c:v>
                </c:pt>
                <c:pt idx="25321">
                  <c:v>7.2329999999999997</c:v>
                </c:pt>
                <c:pt idx="25322">
                  <c:v>7.2333100000000004</c:v>
                </c:pt>
                <c:pt idx="25323">
                  <c:v>7.2336099999999997</c:v>
                </c:pt>
                <c:pt idx="25324">
                  <c:v>7.2339200000000003</c:v>
                </c:pt>
                <c:pt idx="25325">
                  <c:v>7.2342199999999997</c:v>
                </c:pt>
                <c:pt idx="25326">
                  <c:v>7.2345300000000003</c:v>
                </c:pt>
                <c:pt idx="25327">
                  <c:v>7.2348400000000002</c:v>
                </c:pt>
                <c:pt idx="25328">
                  <c:v>7.2351400000000003</c:v>
                </c:pt>
                <c:pt idx="25329">
                  <c:v>7.2354500000000002</c:v>
                </c:pt>
                <c:pt idx="25330">
                  <c:v>7.2357500000000003</c:v>
                </c:pt>
                <c:pt idx="25331">
                  <c:v>7.2360600000000002</c:v>
                </c:pt>
                <c:pt idx="25332">
                  <c:v>7.2363600000000003</c:v>
                </c:pt>
                <c:pt idx="25333">
                  <c:v>7.2366700000000002</c:v>
                </c:pt>
                <c:pt idx="25334">
                  <c:v>7.2369700000000003</c:v>
                </c:pt>
                <c:pt idx="25335">
                  <c:v>7.2372800000000002</c:v>
                </c:pt>
                <c:pt idx="25336">
                  <c:v>7.2375800000000003</c:v>
                </c:pt>
                <c:pt idx="25337">
                  <c:v>7.2378900000000002</c:v>
                </c:pt>
                <c:pt idx="25338">
                  <c:v>7.2381900000000003</c:v>
                </c:pt>
                <c:pt idx="25339">
                  <c:v>7.2385000000000002</c:v>
                </c:pt>
                <c:pt idx="25340">
                  <c:v>7.23881</c:v>
                </c:pt>
                <c:pt idx="25341">
                  <c:v>7.2391100000000002</c:v>
                </c:pt>
                <c:pt idx="25342">
                  <c:v>7.23942</c:v>
                </c:pt>
                <c:pt idx="25343">
                  <c:v>7.2397200000000002</c:v>
                </c:pt>
                <c:pt idx="25344">
                  <c:v>7.24003</c:v>
                </c:pt>
                <c:pt idx="25345">
                  <c:v>7.2403300000000002</c:v>
                </c:pt>
                <c:pt idx="25346">
                  <c:v>7.24064</c:v>
                </c:pt>
                <c:pt idx="25347">
                  <c:v>7.2409400000000002</c:v>
                </c:pt>
                <c:pt idx="25348">
                  <c:v>7.24125</c:v>
                </c:pt>
                <c:pt idx="25349">
                  <c:v>7.2415500000000002</c:v>
                </c:pt>
                <c:pt idx="25350">
                  <c:v>7.24186</c:v>
                </c:pt>
                <c:pt idx="25351">
                  <c:v>7.2421600000000002</c:v>
                </c:pt>
                <c:pt idx="25352">
                  <c:v>7.24247</c:v>
                </c:pt>
                <c:pt idx="25353">
                  <c:v>7.2427799999999998</c:v>
                </c:pt>
                <c:pt idx="25354">
                  <c:v>7.24308</c:v>
                </c:pt>
                <c:pt idx="25355">
                  <c:v>7.2433899999999998</c:v>
                </c:pt>
                <c:pt idx="25356">
                  <c:v>7.24369</c:v>
                </c:pt>
                <c:pt idx="25357">
                  <c:v>7.2439999999999998</c:v>
                </c:pt>
                <c:pt idx="25358">
                  <c:v>7.2443</c:v>
                </c:pt>
                <c:pt idx="25359">
                  <c:v>7.2446099999999998</c:v>
                </c:pt>
                <c:pt idx="25360">
                  <c:v>7.24491</c:v>
                </c:pt>
                <c:pt idx="25361">
                  <c:v>7.2452199999999998</c:v>
                </c:pt>
                <c:pt idx="25362">
                  <c:v>7.24552</c:v>
                </c:pt>
                <c:pt idx="25363">
                  <c:v>7.2458299999999998</c:v>
                </c:pt>
                <c:pt idx="25364">
                  <c:v>7.24613</c:v>
                </c:pt>
                <c:pt idx="25365">
                  <c:v>7.2464399999999998</c:v>
                </c:pt>
                <c:pt idx="25366">
                  <c:v>7.2467499999999996</c:v>
                </c:pt>
                <c:pt idx="25367">
                  <c:v>7.2470499999999998</c:v>
                </c:pt>
                <c:pt idx="25368">
                  <c:v>7.2473599999999996</c:v>
                </c:pt>
                <c:pt idx="25369">
                  <c:v>7.2476599999999998</c:v>
                </c:pt>
                <c:pt idx="25370">
                  <c:v>7.2479699999999996</c:v>
                </c:pt>
                <c:pt idx="25371">
                  <c:v>7.2482699999999998</c:v>
                </c:pt>
                <c:pt idx="25372">
                  <c:v>7.2485799999999996</c:v>
                </c:pt>
                <c:pt idx="25373">
                  <c:v>7.2488799999999998</c:v>
                </c:pt>
                <c:pt idx="25374">
                  <c:v>7.2491899999999996</c:v>
                </c:pt>
                <c:pt idx="25375">
                  <c:v>7.2494899999999998</c:v>
                </c:pt>
                <c:pt idx="25376">
                  <c:v>7.2497999999999996</c:v>
                </c:pt>
                <c:pt idx="25377">
                  <c:v>7.2500999999999998</c:v>
                </c:pt>
                <c:pt idx="25378">
                  <c:v>7.2504099999999996</c:v>
                </c:pt>
                <c:pt idx="25379">
                  <c:v>7.2507200000000003</c:v>
                </c:pt>
                <c:pt idx="25380">
                  <c:v>7.2510199999999996</c:v>
                </c:pt>
              </c:numCache>
            </c:numRef>
          </c:xVal>
          <c:yVal>
            <c:numRef>
              <c:f>'For plotting'!$E$2:$E$25382</c:f>
              <c:numCache>
                <c:formatCode>General</c:formatCode>
                <c:ptCount val="25381"/>
                <c:pt idx="0">
                  <c:v>6.0452055633802813</c:v>
                </c:pt>
                <c:pt idx="1">
                  <c:v>6.0527266197183103</c:v>
                </c:pt>
                <c:pt idx="2">
                  <c:v>6.0579199295774648</c:v>
                </c:pt>
                <c:pt idx="3">
                  <c:v>6.0594354225352109</c:v>
                </c:pt>
                <c:pt idx="4">
                  <c:v>6.0545624647887326</c:v>
                </c:pt>
                <c:pt idx="5">
                  <c:v>6.0480664084507039</c:v>
                </c:pt>
                <c:pt idx="6">
                  <c:v>6.0470861971830985</c:v>
                </c:pt>
                <c:pt idx="7">
                  <c:v>6.0592166901408451</c:v>
                </c:pt>
                <c:pt idx="8">
                  <c:v>6.073760563380282</c:v>
                </c:pt>
                <c:pt idx="9">
                  <c:v>6.0791295774647889</c:v>
                </c:pt>
                <c:pt idx="10">
                  <c:v>6.0754781690140849</c:v>
                </c:pt>
                <c:pt idx="11">
                  <c:v>6.0680205633802817</c:v>
                </c:pt>
                <c:pt idx="12">
                  <c:v>6.0619722535211267</c:v>
                </c:pt>
                <c:pt idx="13">
                  <c:v>6.0559590140845074</c:v>
                </c:pt>
                <c:pt idx="14">
                  <c:v>6.0506051408450707</c:v>
                </c:pt>
                <c:pt idx="15">
                  <c:v>6.0471887323943658</c:v>
                </c:pt>
                <c:pt idx="16">
                  <c:v>6.0485594366197182</c:v>
                </c:pt>
                <c:pt idx="17">
                  <c:v>6.049691478873239</c:v>
                </c:pt>
                <c:pt idx="18">
                  <c:v>6.0529338028169013</c:v>
                </c:pt>
                <c:pt idx="19">
                  <c:v>6.0474968309859154</c:v>
                </c:pt>
                <c:pt idx="20">
                  <c:v>6.0471933098591553</c:v>
                </c:pt>
                <c:pt idx="21">
                  <c:v>6.0538176760563385</c:v>
                </c:pt>
                <c:pt idx="22">
                  <c:v>6.0525410563380282</c:v>
                </c:pt>
                <c:pt idx="23">
                  <c:v>6.0493740140845071</c:v>
                </c:pt>
                <c:pt idx="24">
                  <c:v>6.0456777464788729</c:v>
                </c:pt>
                <c:pt idx="25">
                  <c:v>6.0507652112676054</c:v>
                </c:pt>
                <c:pt idx="26">
                  <c:v>6.0574330985915497</c:v>
                </c:pt>
                <c:pt idx="27">
                  <c:v>6.0572219718309857</c:v>
                </c:pt>
                <c:pt idx="28">
                  <c:v>6.053962253521127</c:v>
                </c:pt>
                <c:pt idx="29">
                  <c:v>6.0516925352112674</c:v>
                </c:pt>
                <c:pt idx="30">
                  <c:v>6.0544802816901404</c:v>
                </c:pt>
                <c:pt idx="31">
                  <c:v>6.0544364084507043</c:v>
                </c:pt>
                <c:pt idx="32">
                  <c:v>6.0530379577464792</c:v>
                </c:pt>
                <c:pt idx="33">
                  <c:v>6.05310323943662</c:v>
                </c:pt>
                <c:pt idx="34">
                  <c:v>6.0518913380281694</c:v>
                </c:pt>
                <c:pt idx="35">
                  <c:v>6.0487410563380282</c:v>
                </c:pt>
                <c:pt idx="36">
                  <c:v>6.0436599295774647</c:v>
                </c:pt>
                <c:pt idx="37">
                  <c:v>6.0463664084507043</c:v>
                </c:pt>
                <c:pt idx="38">
                  <c:v>6.0475000000000003</c:v>
                </c:pt>
                <c:pt idx="39">
                  <c:v>6.0346482394366197</c:v>
                </c:pt>
                <c:pt idx="40">
                  <c:v>6.023825845070423</c:v>
                </c:pt>
                <c:pt idx="41">
                  <c:v>6.0251657746478875</c:v>
                </c:pt>
                <c:pt idx="42">
                  <c:v>6.0286950704225353</c:v>
                </c:pt>
                <c:pt idx="43">
                  <c:v>6.0358923943661971</c:v>
                </c:pt>
                <c:pt idx="44">
                  <c:v>6.0409053521126763</c:v>
                </c:pt>
                <c:pt idx="45">
                  <c:v>6.0470257746478877</c:v>
                </c:pt>
                <c:pt idx="46">
                  <c:v>6.0515614084507039</c:v>
                </c:pt>
                <c:pt idx="47">
                  <c:v>6.047699084507042</c:v>
                </c:pt>
                <c:pt idx="48">
                  <c:v>6.0416433098591549</c:v>
                </c:pt>
                <c:pt idx="49">
                  <c:v>6.037022605633803</c:v>
                </c:pt>
                <c:pt idx="50">
                  <c:v>6.0463613380281691</c:v>
                </c:pt>
                <c:pt idx="51">
                  <c:v>6.0527219718309855</c:v>
                </c:pt>
                <c:pt idx="52">
                  <c:v>6.0548708450704227</c:v>
                </c:pt>
                <c:pt idx="53">
                  <c:v>6.0530771126760561</c:v>
                </c:pt>
                <c:pt idx="54">
                  <c:v>6.0478695070422539</c:v>
                </c:pt>
                <c:pt idx="55">
                  <c:v>6.0441616197183095</c:v>
                </c:pt>
                <c:pt idx="56">
                  <c:v>6.0410561267605631</c:v>
                </c:pt>
                <c:pt idx="57">
                  <c:v>6.0423895774647889</c:v>
                </c:pt>
                <c:pt idx="58">
                  <c:v>6.0478797887323941</c:v>
                </c:pt>
                <c:pt idx="59">
                  <c:v>6.060597394366197</c:v>
                </c:pt>
                <c:pt idx="60">
                  <c:v>6.0682933802816903</c:v>
                </c:pt>
                <c:pt idx="61">
                  <c:v>6.0594021830985918</c:v>
                </c:pt>
                <c:pt idx="62">
                  <c:v>6.04805823943662</c:v>
                </c:pt>
                <c:pt idx="63">
                  <c:v>6.0474767605633799</c:v>
                </c:pt>
                <c:pt idx="64">
                  <c:v>6.0462835915492956</c:v>
                </c:pt>
                <c:pt idx="65">
                  <c:v>6.0461271830985917</c:v>
                </c:pt>
                <c:pt idx="66">
                  <c:v>6.0413412676056337</c:v>
                </c:pt>
                <c:pt idx="67">
                  <c:v>6.0396488732394369</c:v>
                </c:pt>
                <c:pt idx="68">
                  <c:v>6.0453651408450702</c:v>
                </c:pt>
                <c:pt idx="69">
                  <c:v>6.0500078169014087</c:v>
                </c:pt>
                <c:pt idx="70">
                  <c:v>6.0464828169014089</c:v>
                </c:pt>
                <c:pt idx="71">
                  <c:v>6.0425212676056335</c:v>
                </c:pt>
                <c:pt idx="72">
                  <c:v>6.0462726056338028</c:v>
                </c:pt>
                <c:pt idx="73">
                  <c:v>6.043099647887324</c:v>
                </c:pt>
                <c:pt idx="74">
                  <c:v>6.0315342957746481</c:v>
                </c:pt>
                <c:pt idx="75">
                  <c:v>6.0366157746478875</c:v>
                </c:pt>
                <c:pt idx="76">
                  <c:v>6.0451029577464785</c:v>
                </c:pt>
                <c:pt idx="77">
                  <c:v>6.0446459154929579</c:v>
                </c:pt>
                <c:pt idx="78">
                  <c:v>6.040552887323944</c:v>
                </c:pt>
                <c:pt idx="79">
                  <c:v>6.0432414084507045</c:v>
                </c:pt>
                <c:pt idx="80">
                  <c:v>6.0481152816901407</c:v>
                </c:pt>
                <c:pt idx="81">
                  <c:v>6.0491666901408454</c:v>
                </c:pt>
                <c:pt idx="82">
                  <c:v>6.0541629577464793</c:v>
                </c:pt>
                <c:pt idx="83">
                  <c:v>6.0521018309859151</c:v>
                </c:pt>
                <c:pt idx="84">
                  <c:v>6.0501251408450702</c:v>
                </c:pt>
                <c:pt idx="85">
                  <c:v>6.055912816901408</c:v>
                </c:pt>
                <c:pt idx="86">
                  <c:v>6.0577157042253518</c:v>
                </c:pt>
                <c:pt idx="87">
                  <c:v>6.0582321830985917</c:v>
                </c:pt>
                <c:pt idx="88">
                  <c:v>6.0516070422535213</c:v>
                </c:pt>
                <c:pt idx="89">
                  <c:v>6.0434076056338029</c:v>
                </c:pt>
                <c:pt idx="90">
                  <c:v>6.042943028169014</c:v>
                </c:pt>
                <c:pt idx="91">
                  <c:v>6.0484163380281686</c:v>
                </c:pt>
                <c:pt idx="92">
                  <c:v>6.0493627464788728</c:v>
                </c:pt>
                <c:pt idx="93">
                  <c:v>6.0489184507042255</c:v>
                </c:pt>
                <c:pt idx="94">
                  <c:v>6.0490230281690138</c:v>
                </c:pt>
                <c:pt idx="95">
                  <c:v>6.0498553521126759</c:v>
                </c:pt>
                <c:pt idx="96">
                  <c:v>6.0493373239436616</c:v>
                </c:pt>
                <c:pt idx="97">
                  <c:v>6.0526450704225354</c:v>
                </c:pt>
                <c:pt idx="98">
                  <c:v>6.0492740140845074</c:v>
                </c:pt>
                <c:pt idx="99">
                  <c:v>6.0471102816901405</c:v>
                </c:pt>
                <c:pt idx="100">
                  <c:v>6.0497037323943665</c:v>
                </c:pt>
                <c:pt idx="101">
                  <c:v>6.0470306338028168</c:v>
                </c:pt>
                <c:pt idx="102">
                  <c:v>6.0429340845070421</c:v>
                </c:pt>
                <c:pt idx="103">
                  <c:v>6.0428892253521127</c:v>
                </c:pt>
                <c:pt idx="104">
                  <c:v>6.044821197183099</c:v>
                </c:pt>
                <c:pt idx="105">
                  <c:v>6.0456580985915496</c:v>
                </c:pt>
                <c:pt idx="106">
                  <c:v>6.0445590845070418</c:v>
                </c:pt>
                <c:pt idx="107">
                  <c:v>6.0385162676056341</c:v>
                </c:pt>
                <c:pt idx="108">
                  <c:v>6.0395876760563381</c:v>
                </c:pt>
                <c:pt idx="109">
                  <c:v>6.0440976056338025</c:v>
                </c:pt>
                <c:pt idx="110">
                  <c:v>6.0446920422535211</c:v>
                </c:pt>
                <c:pt idx="111">
                  <c:v>6.0506461267605633</c:v>
                </c:pt>
                <c:pt idx="112">
                  <c:v>6.0460211267605635</c:v>
                </c:pt>
                <c:pt idx="113">
                  <c:v>6.0397025352112674</c:v>
                </c:pt>
                <c:pt idx="114">
                  <c:v>6.0397377464788731</c:v>
                </c:pt>
                <c:pt idx="115">
                  <c:v>6.0407823943661976</c:v>
                </c:pt>
                <c:pt idx="116">
                  <c:v>6.033727323943662</c:v>
                </c:pt>
                <c:pt idx="117">
                  <c:v>6.0188344366197182</c:v>
                </c:pt>
                <c:pt idx="118">
                  <c:v>6.0117030281690145</c:v>
                </c:pt>
                <c:pt idx="119">
                  <c:v>6.0133489436619723</c:v>
                </c:pt>
                <c:pt idx="120">
                  <c:v>6.0215202112676058</c:v>
                </c:pt>
                <c:pt idx="121">
                  <c:v>6.0340890845070421</c:v>
                </c:pt>
                <c:pt idx="122">
                  <c:v>6.0403427464788733</c:v>
                </c:pt>
                <c:pt idx="123">
                  <c:v>6.0394174647887322</c:v>
                </c:pt>
                <c:pt idx="124">
                  <c:v>6.0351923943661969</c:v>
                </c:pt>
                <c:pt idx="125">
                  <c:v>6.0378685211267609</c:v>
                </c:pt>
                <c:pt idx="126">
                  <c:v>6.0386568309859152</c:v>
                </c:pt>
                <c:pt idx="127">
                  <c:v>6.0337111267605632</c:v>
                </c:pt>
                <c:pt idx="128">
                  <c:v>6.0333777464788731</c:v>
                </c:pt>
                <c:pt idx="129">
                  <c:v>6.0375840845070421</c:v>
                </c:pt>
                <c:pt idx="130">
                  <c:v>6.042286197183099</c:v>
                </c:pt>
                <c:pt idx="131">
                  <c:v>6.0452726760563378</c:v>
                </c:pt>
                <c:pt idx="132">
                  <c:v>6.051140704225352</c:v>
                </c:pt>
                <c:pt idx="133">
                  <c:v>6.0589898591549298</c:v>
                </c:pt>
                <c:pt idx="134">
                  <c:v>6.060361267605634</c:v>
                </c:pt>
                <c:pt idx="135">
                  <c:v>6.053141690140845</c:v>
                </c:pt>
                <c:pt idx="136">
                  <c:v>6.0532483802816905</c:v>
                </c:pt>
                <c:pt idx="137">
                  <c:v>6.0517278873239437</c:v>
                </c:pt>
                <c:pt idx="138">
                  <c:v>6.0543422535211269</c:v>
                </c:pt>
                <c:pt idx="139">
                  <c:v>6.0571740845070421</c:v>
                </c:pt>
                <c:pt idx="140">
                  <c:v>6.0579312676056336</c:v>
                </c:pt>
                <c:pt idx="141">
                  <c:v>6.0516303521126762</c:v>
                </c:pt>
                <c:pt idx="142">
                  <c:v>6.0419909154929581</c:v>
                </c:pt>
                <c:pt idx="143">
                  <c:v>6.0375492253521124</c:v>
                </c:pt>
                <c:pt idx="144">
                  <c:v>6.0438348591549298</c:v>
                </c:pt>
                <c:pt idx="145">
                  <c:v>6.0518989436619721</c:v>
                </c:pt>
                <c:pt idx="146">
                  <c:v>6.0553628873239438</c:v>
                </c:pt>
                <c:pt idx="147">
                  <c:v>6.0566811267605631</c:v>
                </c:pt>
                <c:pt idx="148">
                  <c:v>6.0543394366197187</c:v>
                </c:pt>
                <c:pt idx="149">
                  <c:v>6.0553923239436616</c:v>
                </c:pt>
                <c:pt idx="150">
                  <c:v>6.0622842957746474</c:v>
                </c:pt>
                <c:pt idx="151">
                  <c:v>6.0596507746478876</c:v>
                </c:pt>
                <c:pt idx="152">
                  <c:v>6.0495766197183096</c:v>
                </c:pt>
                <c:pt idx="153">
                  <c:v>6.0482414084507043</c:v>
                </c:pt>
                <c:pt idx="154">
                  <c:v>6.0517023943661972</c:v>
                </c:pt>
                <c:pt idx="155">
                  <c:v>6.0475258450704228</c:v>
                </c:pt>
                <c:pt idx="156">
                  <c:v>6.039048028169014</c:v>
                </c:pt>
                <c:pt idx="157">
                  <c:v>6.0348692957746479</c:v>
                </c:pt>
                <c:pt idx="158">
                  <c:v>6.0328279577464787</c:v>
                </c:pt>
                <c:pt idx="159">
                  <c:v>6.0342600704225351</c:v>
                </c:pt>
                <c:pt idx="160">
                  <c:v>6.0364801408450708</c:v>
                </c:pt>
                <c:pt idx="161">
                  <c:v>6.0366209859154933</c:v>
                </c:pt>
                <c:pt idx="162">
                  <c:v>6.0475409859154929</c:v>
                </c:pt>
                <c:pt idx="163">
                  <c:v>6.0550499295774651</c:v>
                </c:pt>
                <c:pt idx="164">
                  <c:v>6.0598546478873239</c:v>
                </c:pt>
                <c:pt idx="165">
                  <c:v>6.058013098591549</c:v>
                </c:pt>
                <c:pt idx="166">
                  <c:v>6.0512793661971829</c:v>
                </c:pt>
                <c:pt idx="167">
                  <c:v>6.0509302816901407</c:v>
                </c:pt>
                <c:pt idx="168">
                  <c:v>6.0570326760563384</c:v>
                </c:pt>
                <c:pt idx="169">
                  <c:v>6.0551107746478872</c:v>
                </c:pt>
                <c:pt idx="170">
                  <c:v>6.0470638732394368</c:v>
                </c:pt>
                <c:pt idx="171">
                  <c:v>6.0465456338028165</c:v>
                </c:pt>
                <c:pt idx="172">
                  <c:v>6.0516382394366195</c:v>
                </c:pt>
                <c:pt idx="173">
                  <c:v>6.0526647887323941</c:v>
                </c:pt>
                <c:pt idx="174">
                  <c:v>6.0493595774647888</c:v>
                </c:pt>
                <c:pt idx="175">
                  <c:v>6.051683521126761</c:v>
                </c:pt>
                <c:pt idx="176">
                  <c:v>6.0518830281690139</c:v>
                </c:pt>
                <c:pt idx="177">
                  <c:v>6.0467365492957743</c:v>
                </c:pt>
                <c:pt idx="178">
                  <c:v>6.045922464788732</c:v>
                </c:pt>
                <c:pt idx="179">
                  <c:v>6.0516755633802815</c:v>
                </c:pt>
                <c:pt idx="180">
                  <c:v>6.0465267605633803</c:v>
                </c:pt>
                <c:pt idx="181">
                  <c:v>6.0407000704225355</c:v>
                </c:pt>
                <c:pt idx="182">
                  <c:v>6.0436871126760563</c:v>
                </c:pt>
                <c:pt idx="183">
                  <c:v>6.0488404929577468</c:v>
                </c:pt>
                <c:pt idx="184">
                  <c:v>6.056841267605634</c:v>
                </c:pt>
                <c:pt idx="185">
                  <c:v>6.0496639436619715</c:v>
                </c:pt>
                <c:pt idx="186">
                  <c:v>6.035874647887324</c:v>
                </c:pt>
                <c:pt idx="187">
                  <c:v>6.0330327464788729</c:v>
                </c:pt>
                <c:pt idx="188">
                  <c:v>6.0393589436619717</c:v>
                </c:pt>
                <c:pt idx="189">
                  <c:v>6.0454603521126762</c:v>
                </c:pt>
                <c:pt idx="190">
                  <c:v>6.0450536619718314</c:v>
                </c:pt>
                <c:pt idx="191">
                  <c:v>6.0522600000000004</c:v>
                </c:pt>
                <c:pt idx="192">
                  <c:v>6.0561571830985912</c:v>
                </c:pt>
                <c:pt idx="193">
                  <c:v>6.0539076056338033</c:v>
                </c:pt>
                <c:pt idx="194">
                  <c:v>6.0474890845070419</c:v>
                </c:pt>
                <c:pt idx="195">
                  <c:v>6.0405989436619718</c:v>
                </c:pt>
                <c:pt idx="196">
                  <c:v>6.037395563380282</c:v>
                </c:pt>
                <c:pt idx="197">
                  <c:v>6.0428936619718314</c:v>
                </c:pt>
                <c:pt idx="198">
                  <c:v>6.0457305633802818</c:v>
                </c:pt>
                <c:pt idx="199">
                  <c:v>6.045199366197183</c:v>
                </c:pt>
                <c:pt idx="200">
                  <c:v>6.0465</c:v>
                </c:pt>
                <c:pt idx="201">
                  <c:v>6.0455287323943665</c:v>
                </c:pt>
                <c:pt idx="202">
                  <c:v>6.0454854929577468</c:v>
                </c:pt>
                <c:pt idx="203">
                  <c:v>6.0456395070422539</c:v>
                </c:pt>
                <c:pt idx="204">
                  <c:v>6.049759436619718</c:v>
                </c:pt>
                <c:pt idx="205">
                  <c:v>6.0526833802816897</c:v>
                </c:pt>
                <c:pt idx="206">
                  <c:v>6.052354366197183</c:v>
                </c:pt>
                <c:pt idx="207">
                  <c:v>6.05098</c:v>
                </c:pt>
                <c:pt idx="208">
                  <c:v>6.0457144366197184</c:v>
                </c:pt>
                <c:pt idx="209">
                  <c:v>6.0464024647887324</c:v>
                </c:pt>
                <c:pt idx="210">
                  <c:v>6.0517190140845072</c:v>
                </c:pt>
                <c:pt idx="211">
                  <c:v>6.0541842957746477</c:v>
                </c:pt>
                <c:pt idx="212">
                  <c:v>6.0560463380281693</c:v>
                </c:pt>
                <c:pt idx="213">
                  <c:v>6.0577997183098589</c:v>
                </c:pt>
                <c:pt idx="214">
                  <c:v>6.0525568309859157</c:v>
                </c:pt>
                <c:pt idx="215">
                  <c:v>6.0418593661971833</c:v>
                </c:pt>
                <c:pt idx="216">
                  <c:v>6.0363470422535208</c:v>
                </c:pt>
                <c:pt idx="217">
                  <c:v>6.0366224647887323</c:v>
                </c:pt>
                <c:pt idx="218">
                  <c:v>6.0370603521126762</c:v>
                </c:pt>
                <c:pt idx="219">
                  <c:v>6.0376633802816899</c:v>
                </c:pt>
                <c:pt idx="220">
                  <c:v>6.0361238732394362</c:v>
                </c:pt>
                <c:pt idx="221">
                  <c:v>6.0438295070422532</c:v>
                </c:pt>
                <c:pt idx="222">
                  <c:v>6.0505471126760559</c:v>
                </c:pt>
                <c:pt idx="223">
                  <c:v>6.0499919014084504</c:v>
                </c:pt>
                <c:pt idx="224">
                  <c:v>6.0468656338028168</c:v>
                </c:pt>
                <c:pt idx="225">
                  <c:v>6.0445487323943663</c:v>
                </c:pt>
                <c:pt idx="226">
                  <c:v>6.0454654929577467</c:v>
                </c:pt>
                <c:pt idx="227">
                  <c:v>6.0439825352112679</c:v>
                </c:pt>
                <c:pt idx="228">
                  <c:v>6.0438676760563377</c:v>
                </c:pt>
                <c:pt idx="229">
                  <c:v>6.0481454929577465</c:v>
                </c:pt>
                <c:pt idx="230">
                  <c:v>6.0477000704225352</c:v>
                </c:pt>
                <c:pt idx="231">
                  <c:v>6.0421352816901406</c:v>
                </c:pt>
                <c:pt idx="232">
                  <c:v>6.0356152816901405</c:v>
                </c:pt>
                <c:pt idx="233">
                  <c:v>6.028121408450704</c:v>
                </c:pt>
                <c:pt idx="234">
                  <c:v>6.0228440845070423</c:v>
                </c:pt>
                <c:pt idx="235">
                  <c:v>6.0272825352112678</c:v>
                </c:pt>
                <c:pt idx="236">
                  <c:v>6.0293809154929576</c:v>
                </c:pt>
                <c:pt idx="237">
                  <c:v>6.0304745774647888</c:v>
                </c:pt>
                <c:pt idx="238">
                  <c:v>6.0350639436619717</c:v>
                </c:pt>
                <c:pt idx="239">
                  <c:v>6.0415838028169011</c:v>
                </c:pt>
                <c:pt idx="240">
                  <c:v>6.048215211267606</c:v>
                </c:pt>
                <c:pt idx="241">
                  <c:v>6.0541577464788734</c:v>
                </c:pt>
                <c:pt idx="242">
                  <c:v>6.0529943661971828</c:v>
                </c:pt>
                <c:pt idx="243">
                  <c:v>6.0530773239436622</c:v>
                </c:pt>
                <c:pt idx="244">
                  <c:v>6.0546782394366199</c:v>
                </c:pt>
                <c:pt idx="245">
                  <c:v>6.0506338028169013</c:v>
                </c:pt>
                <c:pt idx="246">
                  <c:v>6.0450768309859155</c:v>
                </c:pt>
                <c:pt idx="247">
                  <c:v>6.0430780281690142</c:v>
                </c:pt>
                <c:pt idx="248">
                  <c:v>6.0430899295774649</c:v>
                </c:pt>
                <c:pt idx="249">
                  <c:v>6.0486828169014082</c:v>
                </c:pt>
                <c:pt idx="250">
                  <c:v>6.0545638028169018</c:v>
                </c:pt>
                <c:pt idx="251">
                  <c:v>6.0539590845070421</c:v>
                </c:pt>
                <c:pt idx="252">
                  <c:v>6.053063661971831</c:v>
                </c:pt>
                <c:pt idx="253">
                  <c:v>6.0508197887323947</c:v>
                </c:pt>
                <c:pt idx="254">
                  <c:v>6.0484928873239436</c:v>
                </c:pt>
                <c:pt idx="255">
                  <c:v>6.0482226056338027</c:v>
                </c:pt>
                <c:pt idx="256">
                  <c:v>6.0497704929577463</c:v>
                </c:pt>
                <c:pt idx="257">
                  <c:v>6.0510416197183101</c:v>
                </c:pt>
                <c:pt idx="258">
                  <c:v>6.0488328169014087</c:v>
                </c:pt>
                <c:pt idx="259">
                  <c:v>6.0456338028169014</c:v>
                </c:pt>
                <c:pt idx="260">
                  <c:v>6.051077253521127</c:v>
                </c:pt>
                <c:pt idx="261">
                  <c:v>6.0560086619718314</c:v>
                </c:pt>
                <c:pt idx="262">
                  <c:v>6.0472693661971828</c:v>
                </c:pt>
                <c:pt idx="263">
                  <c:v>6.0438045070422532</c:v>
                </c:pt>
                <c:pt idx="264">
                  <c:v>6.0408088732394365</c:v>
                </c:pt>
                <c:pt idx="265">
                  <c:v>6.0445737323943662</c:v>
                </c:pt>
                <c:pt idx="266">
                  <c:v>6.0508050000000004</c:v>
                </c:pt>
                <c:pt idx="267">
                  <c:v>6.0497986619718311</c:v>
                </c:pt>
                <c:pt idx="268">
                  <c:v>6.0531150704225354</c:v>
                </c:pt>
                <c:pt idx="269">
                  <c:v>6.0604626056338029</c:v>
                </c:pt>
                <c:pt idx="270">
                  <c:v>6.0579779577464787</c:v>
                </c:pt>
                <c:pt idx="271">
                  <c:v>6.0518717605633805</c:v>
                </c:pt>
                <c:pt idx="272">
                  <c:v>6.0513625352112674</c:v>
                </c:pt>
                <c:pt idx="273">
                  <c:v>6.0488127464788732</c:v>
                </c:pt>
                <c:pt idx="274">
                  <c:v>6.045865352112676</c:v>
                </c:pt>
                <c:pt idx="275">
                  <c:v>6.0441051408450708</c:v>
                </c:pt>
                <c:pt idx="276">
                  <c:v>6.0430610563380283</c:v>
                </c:pt>
                <c:pt idx="277">
                  <c:v>6.041786690140845</c:v>
                </c:pt>
                <c:pt idx="278">
                  <c:v>6.0454731690140848</c:v>
                </c:pt>
                <c:pt idx="279">
                  <c:v>6.043719718309859</c:v>
                </c:pt>
                <c:pt idx="280">
                  <c:v>6.0419463380281693</c:v>
                </c:pt>
                <c:pt idx="281">
                  <c:v>6.0441816901408449</c:v>
                </c:pt>
                <c:pt idx="282">
                  <c:v>6.0450206338028165</c:v>
                </c:pt>
                <c:pt idx="283">
                  <c:v>6.0415230281690144</c:v>
                </c:pt>
                <c:pt idx="284">
                  <c:v>6.0389152816901408</c:v>
                </c:pt>
                <c:pt idx="285">
                  <c:v>6.0429089436619714</c:v>
                </c:pt>
                <c:pt idx="286">
                  <c:v>6.0446676056338031</c:v>
                </c:pt>
                <c:pt idx="287">
                  <c:v>6.0412191549295775</c:v>
                </c:pt>
                <c:pt idx="288">
                  <c:v>6.0393346478873235</c:v>
                </c:pt>
                <c:pt idx="289">
                  <c:v>6.045887394366197</c:v>
                </c:pt>
                <c:pt idx="290">
                  <c:v>6.0575802816901412</c:v>
                </c:pt>
                <c:pt idx="291">
                  <c:v>6.0593533802816903</c:v>
                </c:pt>
                <c:pt idx="292">
                  <c:v>6.0557576760563379</c:v>
                </c:pt>
                <c:pt idx="293">
                  <c:v>6.0523747183098591</c:v>
                </c:pt>
                <c:pt idx="294">
                  <c:v>6.0480530985915495</c:v>
                </c:pt>
                <c:pt idx="295">
                  <c:v>6.049870492957746</c:v>
                </c:pt>
                <c:pt idx="296">
                  <c:v>6.0470410563380286</c:v>
                </c:pt>
                <c:pt idx="297">
                  <c:v>6.0464042957746482</c:v>
                </c:pt>
                <c:pt idx="298">
                  <c:v>6.0484454929577467</c:v>
                </c:pt>
                <c:pt idx="299">
                  <c:v>6.0454435915492954</c:v>
                </c:pt>
                <c:pt idx="300">
                  <c:v>6.0406421830985915</c:v>
                </c:pt>
                <c:pt idx="301">
                  <c:v>6.0436059154929573</c:v>
                </c:pt>
                <c:pt idx="302">
                  <c:v>6.0447736619718313</c:v>
                </c:pt>
                <c:pt idx="303">
                  <c:v>6.0412361267605634</c:v>
                </c:pt>
                <c:pt idx="304">
                  <c:v>6.0394659859154931</c:v>
                </c:pt>
                <c:pt idx="305">
                  <c:v>6.0392413380281686</c:v>
                </c:pt>
                <c:pt idx="306">
                  <c:v>6.0440169718309855</c:v>
                </c:pt>
                <c:pt idx="307">
                  <c:v>6.0512384507042256</c:v>
                </c:pt>
                <c:pt idx="308">
                  <c:v>6.0493823943661971</c:v>
                </c:pt>
                <c:pt idx="309">
                  <c:v>6.0448178873239433</c:v>
                </c:pt>
                <c:pt idx="310">
                  <c:v>6.0444943661971831</c:v>
                </c:pt>
                <c:pt idx="311">
                  <c:v>6.0480577464788734</c:v>
                </c:pt>
                <c:pt idx="312">
                  <c:v>6.0533671830985911</c:v>
                </c:pt>
                <c:pt idx="313">
                  <c:v>6.0550915492957751</c:v>
                </c:pt>
                <c:pt idx="314">
                  <c:v>6.0530518309859156</c:v>
                </c:pt>
                <c:pt idx="315">
                  <c:v>6.0593597887323947</c:v>
                </c:pt>
                <c:pt idx="316">
                  <c:v>6.0630062676056342</c:v>
                </c:pt>
                <c:pt idx="317">
                  <c:v>6.0643825352112675</c:v>
                </c:pt>
                <c:pt idx="318">
                  <c:v>6.0662657746478876</c:v>
                </c:pt>
                <c:pt idx="319">
                  <c:v>6.0628140845070426</c:v>
                </c:pt>
                <c:pt idx="320">
                  <c:v>6.0574073239436617</c:v>
                </c:pt>
                <c:pt idx="321">
                  <c:v>6.0490275352112679</c:v>
                </c:pt>
                <c:pt idx="322">
                  <c:v>6.044375281690141</c:v>
                </c:pt>
                <c:pt idx="323">
                  <c:v>6.0470814788732392</c:v>
                </c:pt>
                <c:pt idx="324">
                  <c:v>6.0537165492957747</c:v>
                </c:pt>
                <c:pt idx="325">
                  <c:v>6.0573153521126759</c:v>
                </c:pt>
                <c:pt idx="326">
                  <c:v>6.0658537323943662</c:v>
                </c:pt>
                <c:pt idx="327">
                  <c:v>6.0670657746478875</c:v>
                </c:pt>
                <c:pt idx="328">
                  <c:v>6.0645109154929582</c:v>
                </c:pt>
                <c:pt idx="329">
                  <c:v>6.0678198591549295</c:v>
                </c:pt>
                <c:pt idx="330">
                  <c:v>6.064888873239437</c:v>
                </c:pt>
                <c:pt idx="331">
                  <c:v>6.057576690140845</c:v>
                </c:pt>
                <c:pt idx="332">
                  <c:v>6.0501630985915495</c:v>
                </c:pt>
                <c:pt idx="333">
                  <c:v>6.0461195070422535</c:v>
                </c:pt>
                <c:pt idx="334">
                  <c:v>6.0511049999999997</c:v>
                </c:pt>
                <c:pt idx="335">
                  <c:v>6.0541140140845071</c:v>
                </c:pt>
                <c:pt idx="336">
                  <c:v>6.0487433802816906</c:v>
                </c:pt>
                <c:pt idx="337">
                  <c:v>6.0512655633802819</c:v>
                </c:pt>
                <c:pt idx="338">
                  <c:v>6.0515655633802821</c:v>
                </c:pt>
                <c:pt idx="339">
                  <c:v>6.0485487323943659</c:v>
                </c:pt>
                <c:pt idx="340">
                  <c:v>6.0509672535211267</c:v>
                </c:pt>
                <c:pt idx="341">
                  <c:v>6.0528442253521124</c:v>
                </c:pt>
                <c:pt idx="342">
                  <c:v>6.0504647887323948</c:v>
                </c:pt>
                <c:pt idx="343">
                  <c:v>6.0455826056338031</c:v>
                </c:pt>
                <c:pt idx="344">
                  <c:v>6.0447833802816904</c:v>
                </c:pt>
                <c:pt idx="345">
                  <c:v>6.0469889436619715</c:v>
                </c:pt>
                <c:pt idx="346">
                  <c:v>6.0469425352112678</c:v>
                </c:pt>
                <c:pt idx="347">
                  <c:v>6.0426244366197182</c:v>
                </c:pt>
                <c:pt idx="348">
                  <c:v>6.0426736619718309</c:v>
                </c:pt>
                <c:pt idx="349">
                  <c:v>6.0479886619718313</c:v>
                </c:pt>
                <c:pt idx="350">
                  <c:v>6.0539963380281687</c:v>
                </c:pt>
                <c:pt idx="351">
                  <c:v>6.0558097887323941</c:v>
                </c:pt>
                <c:pt idx="352">
                  <c:v>6.0594163380281687</c:v>
                </c:pt>
                <c:pt idx="353">
                  <c:v>6.0588171126760564</c:v>
                </c:pt>
                <c:pt idx="354">
                  <c:v>6.056146338028169</c:v>
                </c:pt>
                <c:pt idx="355">
                  <c:v>6.0560584507042252</c:v>
                </c:pt>
                <c:pt idx="356">
                  <c:v>6.0575271830985917</c:v>
                </c:pt>
                <c:pt idx="357">
                  <c:v>6.0566185211267607</c:v>
                </c:pt>
                <c:pt idx="358">
                  <c:v>6.0577064788732393</c:v>
                </c:pt>
                <c:pt idx="359">
                  <c:v>6.0615823239436617</c:v>
                </c:pt>
                <c:pt idx="360">
                  <c:v>6.0604083802816904</c:v>
                </c:pt>
                <c:pt idx="361">
                  <c:v>6.0563414084507041</c:v>
                </c:pt>
                <c:pt idx="362">
                  <c:v>6.0552726056338031</c:v>
                </c:pt>
                <c:pt idx="363">
                  <c:v>6.0552482394366196</c:v>
                </c:pt>
                <c:pt idx="364">
                  <c:v>6.0540652112676057</c:v>
                </c:pt>
                <c:pt idx="365">
                  <c:v>6.0571350704225351</c:v>
                </c:pt>
                <c:pt idx="366">
                  <c:v>6.057170704225352</c:v>
                </c:pt>
                <c:pt idx="367">
                  <c:v>6.0540281690140842</c:v>
                </c:pt>
                <c:pt idx="368">
                  <c:v>6.0542436619718307</c:v>
                </c:pt>
                <c:pt idx="369">
                  <c:v>6.0590973239436616</c:v>
                </c:pt>
                <c:pt idx="370">
                  <c:v>6.0597192253521124</c:v>
                </c:pt>
                <c:pt idx="371">
                  <c:v>6.0636745774647887</c:v>
                </c:pt>
                <c:pt idx="372">
                  <c:v>6.0613832394366201</c:v>
                </c:pt>
                <c:pt idx="373">
                  <c:v>6.0593631690140848</c:v>
                </c:pt>
                <c:pt idx="374">
                  <c:v>6.0584855633802821</c:v>
                </c:pt>
                <c:pt idx="375">
                  <c:v>6.0521390845070426</c:v>
                </c:pt>
                <c:pt idx="376">
                  <c:v>6.0522438028169017</c:v>
                </c:pt>
                <c:pt idx="377">
                  <c:v>6.0564916197183098</c:v>
                </c:pt>
                <c:pt idx="378">
                  <c:v>6.0591121830985912</c:v>
                </c:pt>
                <c:pt idx="379">
                  <c:v>6.0572931690140841</c:v>
                </c:pt>
                <c:pt idx="380">
                  <c:v>6.0540583802816901</c:v>
                </c:pt>
                <c:pt idx="381">
                  <c:v>6.0557030985915494</c:v>
                </c:pt>
                <c:pt idx="382">
                  <c:v>6.0589626760563382</c:v>
                </c:pt>
                <c:pt idx="383">
                  <c:v>6.0630943661971832</c:v>
                </c:pt>
                <c:pt idx="384">
                  <c:v>6.0632931690140843</c:v>
                </c:pt>
                <c:pt idx="385">
                  <c:v>6.0620057042253519</c:v>
                </c:pt>
                <c:pt idx="386">
                  <c:v>6.0588174647887323</c:v>
                </c:pt>
                <c:pt idx="387">
                  <c:v>6.0524714084507041</c:v>
                </c:pt>
                <c:pt idx="388">
                  <c:v>6.0475564084507045</c:v>
                </c:pt>
                <c:pt idx="389">
                  <c:v>6.0457282394366194</c:v>
                </c:pt>
                <c:pt idx="390">
                  <c:v>6.0522654929577469</c:v>
                </c:pt>
                <c:pt idx="391">
                  <c:v>6.0583630281690137</c:v>
                </c:pt>
                <c:pt idx="392">
                  <c:v>6.0562083802816904</c:v>
                </c:pt>
                <c:pt idx="393">
                  <c:v>6.0526199295774648</c:v>
                </c:pt>
                <c:pt idx="394">
                  <c:v>6.0561121126760566</c:v>
                </c:pt>
                <c:pt idx="395">
                  <c:v>6.0545673239436617</c:v>
                </c:pt>
                <c:pt idx="396">
                  <c:v>6.0480938028169016</c:v>
                </c:pt>
                <c:pt idx="397">
                  <c:v>6.0455373239436616</c:v>
                </c:pt>
                <c:pt idx="398">
                  <c:v>6.0479804225352112</c:v>
                </c:pt>
                <c:pt idx="399">
                  <c:v>6.0534240140845075</c:v>
                </c:pt>
                <c:pt idx="400">
                  <c:v>6.0588921830985916</c:v>
                </c:pt>
                <c:pt idx="401">
                  <c:v>6.0581235211267606</c:v>
                </c:pt>
                <c:pt idx="402">
                  <c:v>6.0574105633802819</c:v>
                </c:pt>
                <c:pt idx="403">
                  <c:v>6.0522518309859157</c:v>
                </c:pt>
                <c:pt idx="404">
                  <c:v>6.0481106338028168</c:v>
                </c:pt>
                <c:pt idx="405">
                  <c:v>6.0491454929577468</c:v>
                </c:pt>
                <c:pt idx="406">
                  <c:v>6.0514778169014081</c:v>
                </c:pt>
                <c:pt idx="407">
                  <c:v>6.0516429577464788</c:v>
                </c:pt>
                <c:pt idx="408">
                  <c:v>6.0505199295774652</c:v>
                </c:pt>
                <c:pt idx="409">
                  <c:v>6.0518121830985914</c:v>
                </c:pt>
                <c:pt idx="410">
                  <c:v>6.057672816901408</c:v>
                </c:pt>
                <c:pt idx="411">
                  <c:v>6.0581321830985919</c:v>
                </c:pt>
                <c:pt idx="412">
                  <c:v>6.0550045070422538</c:v>
                </c:pt>
                <c:pt idx="413">
                  <c:v>6.0501126760563384</c:v>
                </c:pt>
                <c:pt idx="414">
                  <c:v>6.0508742253521124</c:v>
                </c:pt>
                <c:pt idx="415">
                  <c:v>6.0528617605633803</c:v>
                </c:pt>
                <c:pt idx="416">
                  <c:v>6.0565710563380284</c:v>
                </c:pt>
                <c:pt idx="417">
                  <c:v>6.0578043661971828</c:v>
                </c:pt>
                <c:pt idx="418">
                  <c:v>6.050640281690141</c:v>
                </c:pt>
                <c:pt idx="419">
                  <c:v>6.045892253521127</c:v>
                </c:pt>
                <c:pt idx="420">
                  <c:v>6.045677394366197</c:v>
                </c:pt>
                <c:pt idx="421">
                  <c:v>6.0463917605633801</c:v>
                </c:pt>
                <c:pt idx="422">
                  <c:v>6.0438916901408453</c:v>
                </c:pt>
                <c:pt idx="423">
                  <c:v>6.0389152816901408</c:v>
                </c:pt>
                <c:pt idx="424">
                  <c:v>6.036849577464789</c:v>
                </c:pt>
                <c:pt idx="425">
                  <c:v>6.0399931690140845</c:v>
                </c:pt>
                <c:pt idx="426">
                  <c:v>6.0448492957746476</c:v>
                </c:pt>
                <c:pt idx="427">
                  <c:v>6.0462413380281692</c:v>
                </c:pt>
                <c:pt idx="428">
                  <c:v>6.0498866901408448</c:v>
                </c:pt>
                <c:pt idx="429">
                  <c:v>6.0536729577464792</c:v>
                </c:pt>
                <c:pt idx="430">
                  <c:v>6.0494911267605636</c:v>
                </c:pt>
                <c:pt idx="431">
                  <c:v>6.0509619718309855</c:v>
                </c:pt>
                <c:pt idx="432">
                  <c:v>6.047808661971831</c:v>
                </c:pt>
                <c:pt idx="433">
                  <c:v>6.0449407746478876</c:v>
                </c:pt>
                <c:pt idx="434">
                  <c:v>6.050532746478873</c:v>
                </c:pt>
                <c:pt idx="435">
                  <c:v>6.0531421830985916</c:v>
                </c:pt>
                <c:pt idx="436">
                  <c:v>6.0485343661971829</c:v>
                </c:pt>
                <c:pt idx="437">
                  <c:v>6.0512378169014083</c:v>
                </c:pt>
                <c:pt idx="438">
                  <c:v>6.0553670422535211</c:v>
                </c:pt>
                <c:pt idx="439">
                  <c:v>6.0569823239436618</c:v>
                </c:pt>
                <c:pt idx="440">
                  <c:v>6.0608078169014084</c:v>
                </c:pt>
                <c:pt idx="441">
                  <c:v>6.0598810563380283</c:v>
                </c:pt>
                <c:pt idx="442">
                  <c:v>6.0537751408450706</c:v>
                </c:pt>
                <c:pt idx="443">
                  <c:v>6.04711</c:v>
                </c:pt>
                <c:pt idx="444">
                  <c:v>6.0420876760563385</c:v>
                </c:pt>
                <c:pt idx="445">
                  <c:v>6.0382400704225354</c:v>
                </c:pt>
                <c:pt idx="446">
                  <c:v>6.0403461267605634</c:v>
                </c:pt>
                <c:pt idx="447">
                  <c:v>6.0346036619718308</c:v>
                </c:pt>
                <c:pt idx="448">
                  <c:v>6.0344654929577466</c:v>
                </c:pt>
                <c:pt idx="449">
                  <c:v>6.039274436619718</c:v>
                </c:pt>
                <c:pt idx="450">
                  <c:v>6.0493307042253521</c:v>
                </c:pt>
                <c:pt idx="451">
                  <c:v>6.0527807746478874</c:v>
                </c:pt>
                <c:pt idx="452">
                  <c:v>6.0488752112676059</c:v>
                </c:pt>
                <c:pt idx="453">
                  <c:v>6.0430804929577464</c:v>
                </c:pt>
                <c:pt idx="454">
                  <c:v>6.0385915492957745</c:v>
                </c:pt>
                <c:pt idx="455">
                  <c:v>6.0412333098591553</c:v>
                </c:pt>
                <c:pt idx="456">
                  <c:v>6.0447041549295779</c:v>
                </c:pt>
                <c:pt idx="457">
                  <c:v>6.0518524647887322</c:v>
                </c:pt>
                <c:pt idx="458">
                  <c:v>6.0587351408450703</c:v>
                </c:pt>
                <c:pt idx="459">
                  <c:v>6.0605207042253522</c:v>
                </c:pt>
                <c:pt idx="460">
                  <c:v>6.0581478169014087</c:v>
                </c:pt>
                <c:pt idx="461">
                  <c:v>6.0562664788732397</c:v>
                </c:pt>
                <c:pt idx="462">
                  <c:v>6.0589039436619716</c:v>
                </c:pt>
                <c:pt idx="463">
                  <c:v>6.0619407746478871</c:v>
                </c:pt>
                <c:pt idx="464">
                  <c:v>6.0667684507042257</c:v>
                </c:pt>
                <c:pt idx="465">
                  <c:v>6.066686197183099</c:v>
                </c:pt>
                <c:pt idx="466">
                  <c:v>6.062850915492958</c:v>
                </c:pt>
                <c:pt idx="467">
                  <c:v>6.0553311267605636</c:v>
                </c:pt>
                <c:pt idx="468">
                  <c:v>6.0502547887323948</c:v>
                </c:pt>
                <c:pt idx="469">
                  <c:v>6.0491393661971831</c:v>
                </c:pt>
                <c:pt idx="470">
                  <c:v>6.044783309859155</c:v>
                </c:pt>
                <c:pt idx="471">
                  <c:v>6.0377569718309863</c:v>
                </c:pt>
                <c:pt idx="472">
                  <c:v>6.0366072535211268</c:v>
                </c:pt>
                <c:pt idx="473">
                  <c:v>6.0418640140845072</c:v>
                </c:pt>
                <c:pt idx="474">
                  <c:v>6.0479937323943664</c:v>
                </c:pt>
                <c:pt idx="475">
                  <c:v>6.0489635211267609</c:v>
                </c:pt>
                <c:pt idx="476">
                  <c:v>6.0427088028169011</c:v>
                </c:pt>
                <c:pt idx="477">
                  <c:v>6.0416227464788737</c:v>
                </c:pt>
                <c:pt idx="478">
                  <c:v>6.0422716197183099</c:v>
                </c:pt>
                <c:pt idx="479">
                  <c:v>6.0379763380281686</c:v>
                </c:pt>
                <c:pt idx="480">
                  <c:v>6.036088943661972</c:v>
                </c:pt>
                <c:pt idx="481">
                  <c:v>6.0421230281690139</c:v>
                </c:pt>
                <c:pt idx="482">
                  <c:v>6.0493625352112677</c:v>
                </c:pt>
                <c:pt idx="483">
                  <c:v>6.0514605633802816</c:v>
                </c:pt>
                <c:pt idx="484">
                  <c:v>6.0530949295774645</c:v>
                </c:pt>
                <c:pt idx="485">
                  <c:v>6.0549004929577466</c:v>
                </c:pt>
                <c:pt idx="486">
                  <c:v>6.0601359859154931</c:v>
                </c:pt>
                <c:pt idx="487">
                  <c:v>6.0595601408450701</c:v>
                </c:pt>
                <c:pt idx="488">
                  <c:v>6.0528904929577463</c:v>
                </c:pt>
                <c:pt idx="489">
                  <c:v>6.053198802816901</c:v>
                </c:pt>
                <c:pt idx="490">
                  <c:v>6.0558254929577462</c:v>
                </c:pt>
                <c:pt idx="491">
                  <c:v>6.055485563380282</c:v>
                </c:pt>
                <c:pt idx="492">
                  <c:v>6.0570804929577466</c:v>
                </c:pt>
                <c:pt idx="493">
                  <c:v>6.0535350000000001</c:v>
                </c:pt>
                <c:pt idx="494">
                  <c:v>6.0481899295774646</c:v>
                </c:pt>
                <c:pt idx="495">
                  <c:v>6.0517804929577466</c:v>
                </c:pt>
                <c:pt idx="496">
                  <c:v>6.0531128873239437</c:v>
                </c:pt>
                <c:pt idx="497">
                  <c:v>6.0502585211267608</c:v>
                </c:pt>
                <c:pt idx="498">
                  <c:v>6.0519308450704221</c:v>
                </c:pt>
                <c:pt idx="499">
                  <c:v>6.0570281690140844</c:v>
                </c:pt>
                <c:pt idx="500">
                  <c:v>6.0591947183098593</c:v>
                </c:pt>
                <c:pt idx="501">
                  <c:v>6.0568626760563378</c:v>
                </c:pt>
                <c:pt idx="502">
                  <c:v>6.0570579577464789</c:v>
                </c:pt>
                <c:pt idx="503">
                  <c:v>6.054586056338028</c:v>
                </c:pt>
                <c:pt idx="504">
                  <c:v>6.0566985211267603</c:v>
                </c:pt>
                <c:pt idx="505">
                  <c:v>6.0647231690140844</c:v>
                </c:pt>
                <c:pt idx="506">
                  <c:v>6.0622191549295774</c:v>
                </c:pt>
                <c:pt idx="507">
                  <c:v>6.0541804929577463</c:v>
                </c:pt>
                <c:pt idx="508">
                  <c:v>6.0484624647887326</c:v>
                </c:pt>
                <c:pt idx="509">
                  <c:v>6.0540062676056339</c:v>
                </c:pt>
                <c:pt idx="510">
                  <c:v>6.0610340845070425</c:v>
                </c:pt>
                <c:pt idx="511">
                  <c:v>6.053902887323944</c:v>
                </c:pt>
                <c:pt idx="512">
                  <c:v>6.0490230281690138</c:v>
                </c:pt>
                <c:pt idx="513">
                  <c:v>6.0502223239436619</c:v>
                </c:pt>
                <c:pt idx="514">
                  <c:v>6.0521765492957744</c:v>
                </c:pt>
                <c:pt idx="515">
                  <c:v>6.0504907042253517</c:v>
                </c:pt>
                <c:pt idx="516">
                  <c:v>6.0468802816901412</c:v>
                </c:pt>
                <c:pt idx="517">
                  <c:v>6.048923591549296</c:v>
                </c:pt>
                <c:pt idx="518">
                  <c:v>6.0517007042253521</c:v>
                </c:pt>
                <c:pt idx="519">
                  <c:v>6.0473359859154927</c:v>
                </c:pt>
                <c:pt idx="520">
                  <c:v>6.0406353521126759</c:v>
                </c:pt>
                <c:pt idx="521">
                  <c:v>6.0342347183098592</c:v>
                </c:pt>
                <c:pt idx="522">
                  <c:v>6.0344848591549294</c:v>
                </c:pt>
                <c:pt idx="523">
                  <c:v>6.0392398591549297</c:v>
                </c:pt>
                <c:pt idx="524">
                  <c:v>6.0420961971830982</c:v>
                </c:pt>
                <c:pt idx="525">
                  <c:v>6.0413283802816897</c:v>
                </c:pt>
                <c:pt idx="526">
                  <c:v>6.040498732394366</c:v>
                </c:pt>
                <c:pt idx="527">
                  <c:v>6.051322887323944</c:v>
                </c:pt>
                <c:pt idx="528">
                  <c:v>6.0621290845070419</c:v>
                </c:pt>
                <c:pt idx="529">
                  <c:v>6.0657731690140846</c:v>
                </c:pt>
                <c:pt idx="530">
                  <c:v>6.0679283098591545</c:v>
                </c:pt>
                <c:pt idx="531">
                  <c:v>6.0709767605633802</c:v>
                </c:pt>
                <c:pt idx="532">
                  <c:v>6.0711232394366199</c:v>
                </c:pt>
                <c:pt idx="533">
                  <c:v>6.0683509859154929</c:v>
                </c:pt>
                <c:pt idx="534">
                  <c:v>6.0579528873239434</c:v>
                </c:pt>
                <c:pt idx="535">
                  <c:v>6.0527565492957747</c:v>
                </c:pt>
                <c:pt idx="536">
                  <c:v>6.0505142253521127</c:v>
                </c:pt>
                <c:pt idx="537">
                  <c:v>6.0480495070422533</c:v>
                </c:pt>
                <c:pt idx="538">
                  <c:v>6.05168985915493</c:v>
                </c:pt>
                <c:pt idx="539">
                  <c:v>6.0552742253521128</c:v>
                </c:pt>
                <c:pt idx="540">
                  <c:v>6.0594508450704225</c:v>
                </c:pt>
                <c:pt idx="541">
                  <c:v>6.0592925352112674</c:v>
                </c:pt>
                <c:pt idx="542">
                  <c:v>6.0568110563380282</c:v>
                </c:pt>
                <c:pt idx="543">
                  <c:v>6.0532573943661969</c:v>
                </c:pt>
                <c:pt idx="544">
                  <c:v>6.0502614084507043</c:v>
                </c:pt>
                <c:pt idx="545">
                  <c:v>6.0453388732394364</c:v>
                </c:pt>
                <c:pt idx="546">
                  <c:v>6.0405169718309857</c:v>
                </c:pt>
                <c:pt idx="547">
                  <c:v>6.038033732394366</c:v>
                </c:pt>
                <c:pt idx="548">
                  <c:v>6.0338631690140847</c:v>
                </c:pt>
                <c:pt idx="549">
                  <c:v>6.0365369718309863</c:v>
                </c:pt>
                <c:pt idx="550">
                  <c:v>6.0416775352112673</c:v>
                </c:pt>
                <c:pt idx="551">
                  <c:v>6.0426312676056337</c:v>
                </c:pt>
                <c:pt idx="552">
                  <c:v>6.0474548591549295</c:v>
                </c:pt>
                <c:pt idx="553">
                  <c:v>6.0471010563380281</c:v>
                </c:pt>
                <c:pt idx="554">
                  <c:v>6.0439650704225354</c:v>
                </c:pt>
                <c:pt idx="555">
                  <c:v>6.0468615492957749</c:v>
                </c:pt>
                <c:pt idx="556">
                  <c:v>6.0460298591549293</c:v>
                </c:pt>
                <c:pt idx="557">
                  <c:v>6.038248943661972</c:v>
                </c:pt>
                <c:pt idx="558">
                  <c:v>6.032422394366197</c:v>
                </c:pt>
                <c:pt idx="559">
                  <c:v>6.034242323943662</c:v>
                </c:pt>
                <c:pt idx="560">
                  <c:v>6.0444013380281687</c:v>
                </c:pt>
                <c:pt idx="561">
                  <c:v>6.0521509859154934</c:v>
                </c:pt>
                <c:pt idx="562">
                  <c:v>6.0546045070422538</c:v>
                </c:pt>
                <c:pt idx="563">
                  <c:v>6.0494061971830986</c:v>
                </c:pt>
                <c:pt idx="564">
                  <c:v>6.0435520422535207</c:v>
                </c:pt>
                <c:pt idx="565">
                  <c:v>6.0382259154929576</c:v>
                </c:pt>
                <c:pt idx="566">
                  <c:v>6.0320092253521125</c:v>
                </c:pt>
                <c:pt idx="567">
                  <c:v>6.0379955633802815</c:v>
                </c:pt>
                <c:pt idx="568">
                  <c:v>6.0402741549295778</c:v>
                </c:pt>
                <c:pt idx="569">
                  <c:v>6.0407933802816904</c:v>
                </c:pt>
                <c:pt idx="570">
                  <c:v>6.0396469718309858</c:v>
                </c:pt>
                <c:pt idx="571">
                  <c:v>6.0392616901408447</c:v>
                </c:pt>
                <c:pt idx="572">
                  <c:v>6.048418098591549</c:v>
                </c:pt>
                <c:pt idx="573">
                  <c:v>6.0553614788732393</c:v>
                </c:pt>
                <c:pt idx="574">
                  <c:v>6.0554622535211271</c:v>
                </c:pt>
                <c:pt idx="575">
                  <c:v>6.0565595774647889</c:v>
                </c:pt>
                <c:pt idx="576">
                  <c:v>6.0564419718309859</c:v>
                </c:pt>
                <c:pt idx="577">
                  <c:v>6.0532230281690138</c:v>
                </c:pt>
                <c:pt idx="578">
                  <c:v>6.0511080985915493</c:v>
                </c:pt>
                <c:pt idx="579">
                  <c:v>6.053916126760563</c:v>
                </c:pt>
                <c:pt idx="580">
                  <c:v>6.055739788732394</c:v>
                </c:pt>
                <c:pt idx="581">
                  <c:v>6.0556121830985914</c:v>
                </c:pt>
                <c:pt idx="582">
                  <c:v>6.055720563380282</c:v>
                </c:pt>
                <c:pt idx="583">
                  <c:v>6.0562188028169013</c:v>
                </c:pt>
                <c:pt idx="584">
                  <c:v>6.0538944366197187</c:v>
                </c:pt>
                <c:pt idx="585">
                  <c:v>6.0490854225352111</c:v>
                </c:pt>
                <c:pt idx="586">
                  <c:v>6.0404704929577466</c:v>
                </c:pt>
                <c:pt idx="587">
                  <c:v>6.031764788732394</c:v>
                </c:pt>
                <c:pt idx="588">
                  <c:v>6.026469295774648</c:v>
                </c:pt>
                <c:pt idx="589">
                  <c:v>6.0283614084507047</c:v>
                </c:pt>
                <c:pt idx="590">
                  <c:v>6.0374034507042253</c:v>
                </c:pt>
                <c:pt idx="591">
                  <c:v>6.0445064084507045</c:v>
                </c:pt>
                <c:pt idx="592">
                  <c:v>6.0533355633802817</c:v>
                </c:pt>
                <c:pt idx="593">
                  <c:v>6.0541833098591553</c:v>
                </c:pt>
                <c:pt idx="594">
                  <c:v>6.0520957042253523</c:v>
                </c:pt>
                <c:pt idx="595">
                  <c:v>6.0607038028169011</c:v>
                </c:pt>
                <c:pt idx="596">
                  <c:v>6.0650712676056342</c:v>
                </c:pt>
                <c:pt idx="597">
                  <c:v>6.0626459154929577</c:v>
                </c:pt>
                <c:pt idx="598">
                  <c:v>6.064826126760563</c:v>
                </c:pt>
                <c:pt idx="599">
                  <c:v>6.0623935211267606</c:v>
                </c:pt>
                <c:pt idx="600">
                  <c:v>6.0634253521126764</c:v>
                </c:pt>
                <c:pt idx="601">
                  <c:v>6.067417323943662</c:v>
                </c:pt>
                <c:pt idx="602">
                  <c:v>6.0643773239436616</c:v>
                </c:pt>
                <c:pt idx="603">
                  <c:v>6.0588897887323947</c:v>
                </c:pt>
                <c:pt idx="604">
                  <c:v>6.0595322535211267</c:v>
                </c:pt>
                <c:pt idx="605">
                  <c:v>6.0574783802816903</c:v>
                </c:pt>
                <c:pt idx="606">
                  <c:v>6.0542195774647887</c:v>
                </c:pt>
                <c:pt idx="607">
                  <c:v>6.0520460563380283</c:v>
                </c:pt>
                <c:pt idx="608">
                  <c:v>6.0496121830985912</c:v>
                </c:pt>
                <c:pt idx="609">
                  <c:v>6.051970774647887</c:v>
                </c:pt>
                <c:pt idx="610">
                  <c:v>6.0463756338028167</c:v>
                </c:pt>
                <c:pt idx="611">
                  <c:v>6.04192014084507</c:v>
                </c:pt>
                <c:pt idx="612">
                  <c:v>6.0474707746478877</c:v>
                </c:pt>
                <c:pt idx="613">
                  <c:v>6.0573590845070422</c:v>
                </c:pt>
                <c:pt idx="614">
                  <c:v>6.0550797887323942</c:v>
                </c:pt>
                <c:pt idx="615">
                  <c:v>6.050825633802817</c:v>
                </c:pt>
                <c:pt idx="616">
                  <c:v>6.0464226056338024</c:v>
                </c:pt>
                <c:pt idx="617">
                  <c:v>6.0454732394366193</c:v>
                </c:pt>
                <c:pt idx="618">
                  <c:v>6.0438647887323942</c:v>
                </c:pt>
                <c:pt idx="619">
                  <c:v>6.0438706338028165</c:v>
                </c:pt>
                <c:pt idx="620">
                  <c:v>6.0384453521126762</c:v>
                </c:pt>
                <c:pt idx="621">
                  <c:v>6.0385873239436618</c:v>
                </c:pt>
                <c:pt idx="622">
                  <c:v>6.0373069014084511</c:v>
                </c:pt>
                <c:pt idx="623">
                  <c:v>6.0356630985915496</c:v>
                </c:pt>
                <c:pt idx="624">
                  <c:v>6.0345439436619719</c:v>
                </c:pt>
                <c:pt idx="625">
                  <c:v>6.0351828169014086</c:v>
                </c:pt>
                <c:pt idx="626">
                  <c:v>6.0366883098591551</c:v>
                </c:pt>
                <c:pt idx="627">
                  <c:v>6.040441056338028</c:v>
                </c:pt>
                <c:pt idx="628">
                  <c:v>6.0393221830985917</c:v>
                </c:pt>
                <c:pt idx="629">
                  <c:v>6.0345688732394365</c:v>
                </c:pt>
                <c:pt idx="630">
                  <c:v>6.0384530985915497</c:v>
                </c:pt>
                <c:pt idx="631">
                  <c:v>6.0450014788732398</c:v>
                </c:pt>
                <c:pt idx="632">
                  <c:v>6.047834788732394</c:v>
                </c:pt>
                <c:pt idx="633">
                  <c:v>6.0489961267605636</c:v>
                </c:pt>
                <c:pt idx="634">
                  <c:v>6.0474452816901412</c:v>
                </c:pt>
                <c:pt idx="635">
                  <c:v>6.0392235211267602</c:v>
                </c:pt>
                <c:pt idx="636">
                  <c:v>6.0350579577464787</c:v>
                </c:pt>
                <c:pt idx="637">
                  <c:v>6.037934788732394</c:v>
                </c:pt>
                <c:pt idx="638">
                  <c:v>6.0383216197183103</c:v>
                </c:pt>
                <c:pt idx="639">
                  <c:v>6.0327255633802821</c:v>
                </c:pt>
                <c:pt idx="640">
                  <c:v>6.0368357746478871</c:v>
                </c:pt>
                <c:pt idx="641">
                  <c:v>6.0457974647887323</c:v>
                </c:pt>
                <c:pt idx="642">
                  <c:v>6.0524091549295775</c:v>
                </c:pt>
                <c:pt idx="643">
                  <c:v>6.0465012676056338</c:v>
                </c:pt>
                <c:pt idx="644">
                  <c:v>6.0390684507042254</c:v>
                </c:pt>
                <c:pt idx="645">
                  <c:v>6.0380594366197187</c:v>
                </c:pt>
                <c:pt idx="646">
                  <c:v>6.037706126760563</c:v>
                </c:pt>
                <c:pt idx="647">
                  <c:v>6.0399414084507042</c:v>
                </c:pt>
                <c:pt idx="648">
                  <c:v>6.0419461267605632</c:v>
                </c:pt>
                <c:pt idx="649">
                  <c:v>6.0433921126760559</c:v>
                </c:pt>
                <c:pt idx="650">
                  <c:v>6.0492488028169014</c:v>
                </c:pt>
                <c:pt idx="651">
                  <c:v>6.05418323943662</c:v>
                </c:pt>
                <c:pt idx="652">
                  <c:v>6.0505219014084508</c:v>
                </c:pt>
                <c:pt idx="653">
                  <c:v>6.042537042253521</c:v>
                </c:pt>
                <c:pt idx="654">
                  <c:v>6.0415219718309858</c:v>
                </c:pt>
                <c:pt idx="655">
                  <c:v>6.0480343661971832</c:v>
                </c:pt>
                <c:pt idx="656">
                  <c:v>6.0540921126760567</c:v>
                </c:pt>
                <c:pt idx="657">
                  <c:v>6.0538566901408455</c:v>
                </c:pt>
                <c:pt idx="658">
                  <c:v>6.0486806338028165</c:v>
                </c:pt>
                <c:pt idx="659">
                  <c:v>6.0497050704225348</c:v>
                </c:pt>
                <c:pt idx="660">
                  <c:v>6.0487740140845068</c:v>
                </c:pt>
                <c:pt idx="661">
                  <c:v>6.0432662676056337</c:v>
                </c:pt>
                <c:pt idx="662">
                  <c:v>6.0429683098591553</c:v>
                </c:pt>
                <c:pt idx="663">
                  <c:v>6.0452675352112673</c:v>
                </c:pt>
                <c:pt idx="664">
                  <c:v>6.0455458450704223</c:v>
                </c:pt>
                <c:pt idx="665">
                  <c:v>6.0447346478873243</c:v>
                </c:pt>
                <c:pt idx="666">
                  <c:v>6.0491407042253522</c:v>
                </c:pt>
                <c:pt idx="667">
                  <c:v>6.0550281690140846</c:v>
                </c:pt>
                <c:pt idx="668">
                  <c:v>6.0582087323943661</c:v>
                </c:pt>
                <c:pt idx="669">
                  <c:v>6.0572677464788729</c:v>
                </c:pt>
                <c:pt idx="670">
                  <c:v>6.0501029577464784</c:v>
                </c:pt>
                <c:pt idx="671">
                  <c:v>6.045620281690141</c:v>
                </c:pt>
                <c:pt idx="672">
                  <c:v>6.0468492253521129</c:v>
                </c:pt>
                <c:pt idx="673">
                  <c:v>6.0457623943661973</c:v>
                </c:pt>
                <c:pt idx="674">
                  <c:v>6.0399238732394362</c:v>
                </c:pt>
                <c:pt idx="675">
                  <c:v>6.0426448591549295</c:v>
                </c:pt>
                <c:pt idx="676">
                  <c:v>6.0530288732394366</c:v>
                </c:pt>
                <c:pt idx="677">
                  <c:v>6.065375281690141</c:v>
                </c:pt>
                <c:pt idx="678">
                  <c:v>6.0729309859154927</c:v>
                </c:pt>
                <c:pt idx="679">
                  <c:v>6.0795690140845071</c:v>
                </c:pt>
                <c:pt idx="680">
                  <c:v>6.0794140845070421</c:v>
                </c:pt>
                <c:pt idx="681">
                  <c:v>6.0749598591549292</c:v>
                </c:pt>
                <c:pt idx="682">
                  <c:v>6.0715549295774647</c:v>
                </c:pt>
                <c:pt idx="683">
                  <c:v>6.0699270422535214</c:v>
                </c:pt>
                <c:pt idx="684">
                  <c:v>6.07067676056338</c:v>
                </c:pt>
                <c:pt idx="685">
                  <c:v>6.065300633802817</c:v>
                </c:pt>
                <c:pt idx="686">
                  <c:v>6.0627935915492959</c:v>
                </c:pt>
                <c:pt idx="687">
                  <c:v>6.0609828169014088</c:v>
                </c:pt>
                <c:pt idx="688">
                  <c:v>6.0578745070422535</c:v>
                </c:pt>
                <c:pt idx="689">
                  <c:v>6.0570328169014083</c:v>
                </c:pt>
                <c:pt idx="690">
                  <c:v>6.0607980281690139</c:v>
                </c:pt>
                <c:pt idx="691">
                  <c:v>6.0548341549295772</c:v>
                </c:pt>
                <c:pt idx="692">
                  <c:v>6.0513743661971828</c:v>
                </c:pt>
                <c:pt idx="693">
                  <c:v>6.0611273943661974</c:v>
                </c:pt>
                <c:pt idx="694">
                  <c:v>6.0609030281690144</c:v>
                </c:pt>
                <c:pt idx="695">
                  <c:v>6.0545119014084507</c:v>
                </c:pt>
                <c:pt idx="696">
                  <c:v>6.0572929577464789</c:v>
                </c:pt>
                <c:pt idx="697">
                  <c:v>6.0586056338028165</c:v>
                </c:pt>
                <c:pt idx="698">
                  <c:v>6.0523056338028169</c:v>
                </c:pt>
                <c:pt idx="699">
                  <c:v>6.0516455633802817</c:v>
                </c:pt>
                <c:pt idx="700">
                  <c:v>6.0576697887323947</c:v>
                </c:pt>
                <c:pt idx="701">
                  <c:v>6.0621097183098591</c:v>
                </c:pt>
                <c:pt idx="702">
                  <c:v>6.058495422535211</c:v>
                </c:pt>
                <c:pt idx="703">
                  <c:v>6.0500034507042253</c:v>
                </c:pt>
                <c:pt idx="704">
                  <c:v>6.0446680985915489</c:v>
                </c:pt>
                <c:pt idx="705">
                  <c:v>6.047519718309859</c:v>
                </c:pt>
                <c:pt idx="706">
                  <c:v>6.0518488028169015</c:v>
                </c:pt>
                <c:pt idx="707">
                  <c:v>6.0570858450704224</c:v>
                </c:pt>
                <c:pt idx="708">
                  <c:v>6.0570509859154926</c:v>
                </c:pt>
                <c:pt idx="709">
                  <c:v>6.0522205633802812</c:v>
                </c:pt>
                <c:pt idx="710">
                  <c:v>6.0483022535211264</c:v>
                </c:pt>
                <c:pt idx="711">
                  <c:v>6.0445004929577468</c:v>
                </c:pt>
                <c:pt idx="712">
                  <c:v>6.041242394366197</c:v>
                </c:pt>
                <c:pt idx="713">
                  <c:v>6.0444910563380283</c:v>
                </c:pt>
                <c:pt idx="714">
                  <c:v>6.0414231690140845</c:v>
                </c:pt>
                <c:pt idx="715">
                  <c:v>6.0369260563380278</c:v>
                </c:pt>
                <c:pt idx="716">
                  <c:v>6.0407863380281688</c:v>
                </c:pt>
                <c:pt idx="717">
                  <c:v>6.0453561267605638</c:v>
                </c:pt>
                <c:pt idx="718">
                  <c:v>6.0447847183098595</c:v>
                </c:pt>
                <c:pt idx="719">
                  <c:v>6.0442346478873237</c:v>
                </c:pt>
                <c:pt idx="720">
                  <c:v>6.0447716197183095</c:v>
                </c:pt>
                <c:pt idx="721">
                  <c:v>6.0537145774647891</c:v>
                </c:pt>
                <c:pt idx="722">
                  <c:v>6.0558903521126757</c:v>
                </c:pt>
                <c:pt idx="723">
                  <c:v>6.0499113380281688</c:v>
                </c:pt>
                <c:pt idx="724">
                  <c:v>6.0506453521126762</c:v>
                </c:pt>
                <c:pt idx="725">
                  <c:v>6.0527062676056342</c:v>
                </c:pt>
                <c:pt idx="726">
                  <c:v>6.0583724647887323</c:v>
                </c:pt>
                <c:pt idx="727">
                  <c:v>6.0503947183098594</c:v>
                </c:pt>
                <c:pt idx="728">
                  <c:v>6.0411435915492957</c:v>
                </c:pt>
                <c:pt idx="729">
                  <c:v>6.0354130281690139</c:v>
                </c:pt>
                <c:pt idx="730">
                  <c:v>6.0380737323943663</c:v>
                </c:pt>
                <c:pt idx="731">
                  <c:v>6.0420267605633802</c:v>
                </c:pt>
                <c:pt idx="732">
                  <c:v>6.04284</c:v>
                </c:pt>
                <c:pt idx="733">
                  <c:v>6.0444967605633799</c:v>
                </c:pt>
                <c:pt idx="734">
                  <c:v>6.0460078873239436</c:v>
                </c:pt>
                <c:pt idx="735">
                  <c:v>6.0504238028169013</c:v>
                </c:pt>
                <c:pt idx="736">
                  <c:v>6.0517258450704228</c:v>
                </c:pt>
                <c:pt idx="737">
                  <c:v>6.0502931690140844</c:v>
                </c:pt>
                <c:pt idx="738">
                  <c:v>6.0541969014084511</c:v>
                </c:pt>
                <c:pt idx="739">
                  <c:v>6.0508363380281693</c:v>
                </c:pt>
                <c:pt idx="740">
                  <c:v>6.0527397887323939</c:v>
                </c:pt>
                <c:pt idx="741">
                  <c:v>6.062838028169014</c:v>
                </c:pt>
                <c:pt idx="742">
                  <c:v>6.0695794366197182</c:v>
                </c:pt>
                <c:pt idx="743">
                  <c:v>6.0703989436619716</c:v>
                </c:pt>
                <c:pt idx="744">
                  <c:v>6.0626126760563377</c:v>
                </c:pt>
                <c:pt idx="745">
                  <c:v>6.0533892253521131</c:v>
                </c:pt>
                <c:pt idx="746">
                  <c:v>6.0438635915492958</c:v>
                </c:pt>
                <c:pt idx="747">
                  <c:v>6.0431046478873238</c:v>
                </c:pt>
                <c:pt idx="748">
                  <c:v>6.0437427464788733</c:v>
                </c:pt>
                <c:pt idx="749">
                  <c:v>6.0438281690140849</c:v>
                </c:pt>
                <c:pt idx="750">
                  <c:v>6.0499159859154927</c:v>
                </c:pt>
                <c:pt idx="751">
                  <c:v>6.0518655633802814</c:v>
                </c:pt>
                <c:pt idx="752">
                  <c:v>6.0467500000000003</c:v>
                </c:pt>
                <c:pt idx="753">
                  <c:v>6.0391373943661968</c:v>
                </c:pt>
                <c:pt idx="754">
                  <c:v>6.0332328169014087</c:v>
                </c:pt>
                <c:pt idx="755">
                  <c:v>6.0308773943661969</c:v>
                </c:pt>
                <c:pt idx="756">
                  <c:v>6.0313758450704222</c:v>
                </c:pt>
                <c:pt idx="757">
                  <c:v>6.0342556338028173</c:v>
                </c:pt>
                <c:pt idx="758">
                  <c:v>6.0413929577464787</c:v>
                </c:pt>
                <c:pt idx="759">
                  <c:v>6.0409257042253524</c:v>
                </c:pt>
                <c:pt idx="760">
                  <c:v>6.0376942957746476</c:v>
                </c:pt>
                <c:pt idx="761">
                  <c:v>6.0404183098591551</c:v>
                </c:pt>
                <c:pt idx="762">
                  <c:v>6.0436438732394366</c:v>
                </c:pt>
                <c:pt idx="763">
                  <c:v>6.0445142957746478</c:v>
                </c:pt>
                <c:pt idx="764">
                  <c:v>6.0448811267605631</c:v>
                </c:pt>
                <c:pt idx="765">
                  <c:v>6.0422733802816904</c:v>
                </c:pt>
                <c:pt idx="766">
                  <c:v>6.0373179577464793</c:v>
                </c:pt>
                <c:pt idx="767">
                  <c:v>6.0417814788732391</c:v>
                </c:pt>
                <c:pt idx="768">
                  <c:v>6.046634014084507</c:v>
                </c:pt>
                <c:pt idx="769">
                  <c:v>6.0496983098591546</c:v>
                </c:pt>
                <c:pt idx="770">
                  <c:v>6.0534253521126757</c:v>
                </c:pt>
                <c:pt idx="771">
                  <c:v>6.0589948591549296</c:v>
                </c:pt>
                <c:pt idx="772">
                  <c:v>6.058745352112676</c:v>
                </c:pt>
                <c:pt idx="773">
                  <c:v>6.0574446478873236</c:v>
                </c:pt>
                <c:pt idx="774">
                  <c:v>6.0565780985915492</c:v>
                </c:pt>
                <c:pt idx="775">
                  <c:v>6.0551870422535208</c:v>
                </c:pt>
                <c:pt idx="776">
                  <c:v>6.054609577464789</c:v>
                </c:pt>
                <c:pt idx="777">
                  <c:v>6.0547945774647891</c:v>
                </c:pt>
                <c:pt idx="778">
                  <c:v>6.0526373943661973</c:v>
                </c:pt>
                <c:pt idx="779">
                  <c:v>6.0544170422535215</c:v>
                </c:pt>
                <c:pt idx="780">
                  <c:v>6.0592309859154927</c:v>
                </c:pt>
                <c:pt idx="781">
                  <c:v>6.057586971830986</c:v>
                </c:pt>
                <c:pt idx="782">
                  <c:v>6.0547354929577466</c:v>
                </c:pt>
                <c:pt idx="783">
                  <c:v>6.0506511971830985</c:v>
                </c:pt>
                <c:pt idx="784">
                  <c:v>6.0461188028169017</c:v>
                </c:pt>
                <c:pt idx="785">
                  <c:v>6.0500978169014088</c:v>
                </c:pt>
                <c:pt idx="786">
                  <c:v>6.0546216197183096</c:v>
                </c:pt>
                <c:pt idx="787">
                  <c:v>6.0653383098591549</c:v>
                </c:pt>
                <c:pt idx="788">
                  <c:v>6.0722281690140845</c:v>
                </c:pt>
                <c:pt idx="789">
                  <c:v>6.0677226056338025</c:v>
                </c:pt>
                <c:pt idx="790">
                  <c:v>6.0625059859154931</c:v>
                </c:pt>
                <c:pt idx="791">
                  <c:v>6.0631519718309859</c:v>
                </c:pt>
                <c:pt idx="792">
                  <c:v>6.0606237323943661</c:v>
                </c:pt>
                <c:pt idx="793">
                  <c:v>6.0591164084507039</c:v>
                </c:pt>
                <c:pt idx="794">
                  <c:v>6.0585482394366199</c:v>
                </c:pt>
                <c:pt idx="795">
                  <c:v>6.0584402112676052</c:v>
                </c:pt>
                <c:pt idx="796">
                  <c:v>6.0579990845070419</c:v>
                </c:pt>
                <c:pt idx="797">
                  <c:v>6.0618210563380286</c:v>
                </c:pt>
                <c:pt idx="798">
                  <c:v>6.0599650704225354</c:v>
                </c:pt>
                <c:pt idx="799">
                  <c:v>6.0563429577464785</c:v>
                </c:pt>
                <c:pt idx="800">
                  <c:v>6.0527992253521123</c:v>
                </c:pt>
                <c:pt idx="801">
                  <c:v>6.0588406338028173</c:v>
                </c:pt>
                <c:pt idx="802">
                  <c:v>6.0617573943661975</c:v>
                </c:pt>
                <c:pt idx="803">
                  <c:v>6.0599355633802814</c:v>
                </c:pt>
                <c:pt idx="804">
                  <c:v>6.0624326056338029</c:v>
                </c:pt>
                <c:pt idx="805">
                  <c:v>6.0618812676056342</c:v>
                </c:pt>
                <c:pt idx="806">
                  <c:v>6.0595156338028167</c:v>
                </c:pt>
                <c:pt idx="807">
                  <c:v>6.0551607042253517</c:v>
                </c:pt>
                <c:pt idx="808">
                  <c:v>6.0509066197183099</c:v>
                </c:pt>
                <c:pt idx="809">
                  <c:v>6.0496770422535215</c:v>
                </c:pt>
                <c:pt idx="810">
                  <c:v>6.0523152112676053</c:v>
                </c:pt>
                <c:pt idx="811">
                  <c:v>6.0575621830985913</c:v>
                </c:pt>
                <c:pt idx="812">
                  <c:v>6.0562721126760559</c:v>
                </c:pt>
                <c:pt idx="813">
                  <c:v>6.0530456338028165</c:v>
                </c:pt>
                <c:pt idx="814">
                  <c:v>6.053683943661972</c:v>
                </c:pt>
                <c:pt idx="815">
                  <c:v>6.0474966901408447</c:v>
                </c:pt>
                <c:pt idx="816">
                  <c:v>6.0506071830985917</c:v>
                </c:pt>
                <c:pt idx="817">
                  <c:v>6.0602420422535213</c:v>
                </c:pt>
                <c:pt idx="818">
                  <c:v>6.0709288732394366</c:v>
                </c:pt>
                <c:pt idx="819">
                  <c:v>6.0691792253521131</c:v>
                </c:pt>
                <c:pt idx="820">
                  <c:v>6.0600022535211266</c:v>
                </c:pt>
                <c:pt idx="821">
                  <c:v>6.0526816901408447</c:v>
                </c:pt>
                <c:pt idx="822">
                  <c:v>6.0434257746478872</c:v>
                </c:pt>
                <c:pt idx="823">
                  <c:v>6.0340705633802818</c:v>
                </c:pt>
                <c:pt idx="824">
                  <c:v>6.0294652112676053</c:v>
                </c:pt>
                <c:pt idx="825">
                  <c:v>6.0307545774647888</c:v>
                </c:pt>
                <c:pt idx="826">
                  <c:v>6.0405373239436617</c:v>
                </c:pt>
                <c:pt idx="827">
                  <c:v>6.0474921830985915</c:v>
                </c:pt>
                <c:pt idx="828">
                  <c:v>6.0490281690140844</c:v>
                </c:pt>
                <c:pt idx="829">
                  <c:v>6.0581317605633807</c:v>
                </c:pt>
                <c:pt idx="830">
                  <c:v>6.0595210563380277</c:v>
                </c:pt>
                <c:pt idx="831">
                  <c:v>6.0464902816901409</c:v>
                </c:pt>
                <c:pt idx="832">
                  <c:v>6.0380121830985916</c:v>
                </c:pt>
                <c:pt idx="833">
                  <c:v>6.0433802816901405</c:v>
                </c:pt>
                <c:pt idx="834">
                  <c:v>6.0482484507042251</c:v>
                </c:pt>
                <c:pt idx="835">
                  <c:v>6.0527848591549294</c:v>
                </c:pt>
                <c:pt idx="836">
                  <c:v>6.0669611971830983</c:v>
                </c:pt>
                <c:pt idx="837">
                  <c:v>6.0706577464788731</c:v>
                </c:pt>
                <c:pt idx="838">
                  <c:v>6.0625740140845075</c:v>
                </c:pt>
                <c:pt idx="839">
                  <c:v>6.0570232394366199</c:v>
                </c:pt>
                <c:pt idx="840">
                  <c:v>6.0556109154929576</c:v>
                </c:pt>
                <c:pt idx="841">
                  <c:v>6.0513233802816897</c:v>
                </c:pt>
                <c:pt idx="842">
                  <c:v>6.0482710563380282</c:v>
                </c:pt>
                <c:pt idx="843">
                  <c:v>6.0539055633802814</c:v>
                </c:pt>
                <c:pt idx="844">
                  <c:v>6.0517261971830987</c:v>
                </c:pt>
                <c:pt idx="845">
                  <c:v>6.0505508450704228</c:v>
                </c:pt>
                <c:pt idx="846">
                  <c:v>6.0484794366197185</c:v>
                </c:pt>
                <c:pt idx="847">
                  <c:v>6.0450478169014081</c:v>
                </c:pt>
                <c:pt idx="848">
                  <c:v>6.0491591549295771</c:v>
                </c:pt>
                <c:pt idx="849">
                  <c:v>6.0470438732394367</c:v>
                </c:pt>
                <c:pt idx="850">
                  <c:v>6.0465682394366196</c:v>
                </c:pt>
                <c:pt idx="851">
                  <c:v>6.0435110563380281</c:v>
                </c:pt>
                <c:pt idx="852">
                  <c:v>6.0417922535211268</c:v>
                </c:pt>
                <c:pt idx="853">
                  <c:v>6.0419835915492959</c:v>
                </c:pt>
                <c:pt idx="854">
                  <c:v>6.0474723239436621</c:v>
                </c:pt>
                <c:pt idx="855">
                  <c:v>6.0487734507042257</c:v>
                </c:pt>
                <c:pt idx="856">
                  <c:v>6.0528450704225349</c:v>
                </c:pt>
                <c:pt idx="857">
                  <c:v>6.0627743661971829</c:v>
                </c:pt>
                <c:pt idx="858">
                  <c:v>6.0591293661971832</c:v>
                </c:pt>
                <c:pt idx="859">
                  <c:v>6.0484853521126762</c:v>
                </c:pt>
                <c:pt idx="860">
                  <c:v>6.0413166197183097</c:v>
                </c:pt>
                <c:pt idx="861">
                  <c:v>6.0462664788732399</c:v>
                </c:pt>
                <c:pt idx="862">
                  <c:v>6.0585167605633803</c:v>
                </c:pt>
                <c:pt idx="863">
                  <c:v>6.0601814084507044</c:v>
                </c:pt>
                <c:pt idx="864">
                  <c:v>6.0552472535211264</c:v>
                </c:pt>
                <c:pt idx="865">
                  <c:v>6.0503549999999997</c:v>
                </c:pt>
                <c:pt idx="866">
                  <c:v>6.0515760563380283</c:v>
                </c:pt>
                <c:pt idx="867">
                  <c:v>6.0556664084507039</c:v>
                </c:pt>
                <c:pt idx="868">
                  <c:v>6.0638126760563384</c:v>
                </c:pt>
                <c:pt idx="869">
                  <c:v>6.0646659154929576</c:v>
                </c:pt>
                <c:pt idx="870">
                  <c:v>6.0598935915492955</c:v>
                </c:pt>
                <c:pt idx="871">
                  <c:v>6.0535498591549297</c:v>
                </c:pt>
                <c:pt idx="872">
                  <c:v>6.0549093661971831</c:v>
                </c:pt>
                <c:pt idx="873">
                  <c:v>6.053894295774648</c:v>
                </c:pt>
                <c:pt idx="874">
                  <c:v>6.047655774647887</c:v>
                </c:pt>
                <c:pt idx="875">
                  <c:v>6.0411710563380279</c:v>
                </c:pt>
                <c:pt idx="876">
                  <c:v>6.0414893661971831</c:v>
                </c:pt>
                <c:pt idx="877">
                  <c:v>6.0430511971830985</c:v>
                </c:pt>
                <c:pt idx="878">
                  <c:v>6.0453779577464788</c:v>
                </c:pt>
                <c:pt idx="879">
                  <c:v>6.0458721126760562</c:v>
                </c:pt>
                <c:pt idx="880">
                  <c:v>6.0509678873239441</c:v>
                </c:pt>
                <c:pt idx="881">
                  <c:v>6.0572173943661971</c:v>
                </c:pt>
                <c:pt idx="882">
                  <c:v>6.0552081690140849</c:v>
                </c:pt>
                <c:pt idx="883">
                  <c:v>6.05240176056338</c:v>
                </c:pt>
                <c:pt idx="884">
                  <c:v>6.052622394366197</c:v>
                </c:pt>
                <c:pt idx="885">
                  <c:v>6.0506531690140841</c:v>
                </c:pt>
                <c:pt idx="886">
                  <c:v>6.0445011971830986</c:v>
                </c:pt>
                <c:pt idx="887">
                  <c:v>6.0394470422535207</c:v>
                </c:pt>
                <c:pt idx="888">
                  <c:v>6.0404861971830988</c:v>
                </c:pt>
                <c:pt idx="889">
                  <c:v>6.0425509859154927</c:v>
                </c:pt>
                <c:pt idx="890">
                  <c:v>6.044395985915493</c:v>
                </c:pt>
                <c:pt idx="891">
                  <c:v>6.0407703521126761</c:v>
                </c:pt>
                <c:pt idx="892">
                  <c:v>6.0372061267605632</c:v>
                </c:pt>
                <c:pt idx="893">
                  <c:v>6.038510070422535</c:v>
                </c:pt>
                <c:pt idx="894">
                  <c:v>6.0444052816901408</c:v>
                </c:pt>
                <c:pt idx="895">
                  <c:v>6.0482479577464785</c:v>
                </c:pt>
                <c:pt idx="896">
                  <c:v>6.0504561267605634</c:v>
                </c:pt>
                <c:pt idx="897">
                  <c:v>6.0570650704225351</c:v>
                </c:pt>
                <c:pt idx="898">
                  <c:v>6.0634309859154927</c:v>
                </c:pt>
                <c:pt idx="899">
                  <c:v>6.0662633802816899</c:v>
                </c:pt>
                <c:pt idx="900">
                  <c:v>6.0649267605633801</c:v>
                </c:pt>
                <c:pt idx="901">
                  <c:v>6.0655331690140848</c:v>
                </c:pt>
                <c:pt idx="902">
                  <c:v>6.0622737323943658</c:v>
                </c:pt>
                <c:pt idx="903">
                  <c:v>6.0570235211267605</c:v>
                </c:pt>
                <c:pt idx="904">
                  <c:v>6.0554073943661972</c:v>
                </c:pt>
                <c:pt idx="905">
                  <c:v>6.0515327464788733</c:v>
                </c:pt>
                <c:pt idx="906">
                  <c:v>6.047482957746479</c:v>
                </c:pt>
                <c:pt idx="907">
                  <c:v>6.0485534507042251</c:v>
                </c:pt>
                <c:pt idx="908">
                  <c:v>6.0460409154929575</c:v>
                </c:pt>
                <c:pt idx="909">
                  <c:v>6.0413392957746481</c:v>
                </c:pt>
                <c:pt idx="910">
                  <c:v>6.0426032394366196</c:v>
                </c:pt>
                <c:pt idx="911">
                  <c:v>6.0465534507042253</c:v>
                </c:pt>
                <c:pt idx="912">
                  <c:v>6.0463461267605636</c:v>
                </c:pt>
                <c:pt idx="913">
                  <c:v>6.0378728169014089</c:v>
                </c:pt>
                <c:pt idx="914">
                  <c:v>6.0390264788732395</c:v>
                </c:pt>
                <c:pt idx="915">
                  <c:v>6.0436277464788732</c:v>
                </c:pt>
                <c:pt idx="916">
                  <c:v>6.0451647183098594</c:v>
                </c:pt>
                <c:pt idx="917">
                  <c:v>6.0482460563380283</c:v>
                </c:pt>
                <c:pt idx="918">
                  <c:v>6.0449133802816899</c:v>
                </c:pt>
                <c:pt idx="919">
                  <c:v>6.0358478873239436</c:v>
                </c:pt>
                <c:pt idx="920">
                  <c:v>6.036913028169014</c:v>
                </c:pt>
                <c:pt idx="921">
                  <c:v>6.0436990845070424</c:v>
                </c:pt>
                <c:pt idx="922">
                  <c:v>6.0441189436619718</c:v>
                </c:pt>
                <c:pt idx="923">
                  <c:v>6.0449316197183096</c:v>
                </c:pt>
                <c:pt idx="924">
                  <c:v>6.046399014084507</c:v>
                </c:pt>
                <c:pt idx="925">
                  <c:v>6.0468616197183103</c:v>
                </c:pt>
                <c:pt idx="926">
                  <c:v>6.049760563380282</c:v>
                </c:pt>
                <c:pt idx="927">
                  <c:v>6.047103661971831</c:v>
                </c:pt>
                <c:pt idx="928">
                  <c:v>6.0424893661971835</c:v>
                </c:pt>
                <c:pt idx="929">
                  <c:v>6.0491769718309856</c:v>
                </c:pt>
                <c:pt idx="930">
                  <c:v>6.0520685211267606</c:v>
                </c:pt>
                <c:pt idx="931">
                  <c:v>6.0525576760563382</c:v>
                </c:pt>
                <c:pt idx="932">
                  <c:v>6.0539145774647887</c:v>
                </c:pt>
                <c:pt idx="933">
                  <c:v>6.0515810563380281</c:v>
                </c:pt>
                <c:pt idx="934">
                  <c:v>6.0539522535211265</c:v>
                </c:pt>
                <c:pt idx="935">
                  <c:v>6.0608447887323944</c:v>
                </c:pt>
                <c:pt idx="936">
                  <c:v>6.0547546478873242</c:v>
                </c:pt>
                <c:pt idx="937">
                  <c:v>6.0474979577464785</c:v>
                </c:pt>
                <c:pt idx="938">
                  <c:v>6.0519425352112677</c:v>
                </c:pt>
                <c:pt idx="939">
                  <c:v>6.0614183802816903</c:v>
                </c:pt>
                <c:pt idx="940">
                  <c:v>6.0617484507042256</c:v>
                </c:pt>
                <c:pt idx="941">
                  <c:v>6.0528076760563376</c:v>
                </c:pt>
                <c:pt idx="942">
                  <c:v>6.0515571126760559</c:v>
                </c:pt>
                <c:pt idx="943">
                  <c:v>6.0576209154929579</c:v>
                </c:pt>
                <c:pt idx="944">
                  <c:v>6.0600261267605635</c:v>
                </c:pt>
                <c:pt idx="945">
                  <c:v>6.0585957042253522</c:v>
                </c:pt>
                <c:pt idx="946">
                  <c:v>6.0520730985915492</c:v>
                </c:pt>
                <c:pt idx="947">
                  <c:v>6.0377053521126758</c:v>
                </c:pt>
                <c:pt idx="948">
                  <c:v>6.0293250704225354</c:v>
                </c:pt>
                <c:pt idx="949">
                  <c:v>6.0327278873239436</c:v>
                </c:pt>
                <c:pt idx="950">
                  <c:v>6.0397921126760563</c:v>
                </c:pt>
                <c:pt idx="951">
                  <c:v>6.0497582394366196</c:v>
                </c:pt>
                <c:pt idx="952">
                  <c:v>6.0500582394366198</c:v>
                </c:pt>
                <c:pt idx="953">
                  <c:v>6.0399511971830986</c:v>
                </c:pt>
                <c:pt idx="954">
                  <c:v>6.0352212676056336</c:v>
                </c:pt>
                <c:pt idx="955">
                  <c:v>6.0345672535211268</c:v>
                </c:pt>
                <c:pt idx="956">
                  <c:v>6.0323804225352111</c:v>
                </c:pt>
                <c:pt idx="957">
                  <c:v>6.0382026056338027</c:v>
                </c:pt>
                <c:pt idx="958">
                  <c:v>6.045574366197183</c:v>
                </c:pt>
                <c:pt idx="959">
                  <c:v>6.0494128873239434</c:v>
                </c:pt>
                <c:pt idx="960">
                  <c:v>6.0471164084507043</c:v>
                </c:pt>
                <c:pt idx="961">
                  <c:v>6.0435965492957751</c:v>
                </c:pt>
                <c:pt idx="962">
                  <c:v>6.0377585211267606</c:v>
                </c:pt>
                <c:pt idx="963">
                  <c:v>6.0346543661971834</c:v>
                </c:pt>
                <c:pt idx="964">
                  <c:v>6.0391006338028168</c:v>
                </c:pt>
                <c:pt idx="965">
                  <c:v>6.0447619014084504</c:v>
                </c:pt>
                <c:pt idx="966">
                  <c:v>6.0489231690140848</c:v>
                </c:pt>
                <c:pt idx="967">
                  <c:v>6.0526673239436617</c:v>
                </c:pt>
                <c:pt idx="968">
                  <c:v>6.0541498591549292</c:v>
                </c:pt>
                <c:pt idx="969">
                  <c:v>6.0532963380281686</c:v>
                </c:pt>
                <c:pt idx="970">
                  <c:v>6.0489183802816902</c:v>
                </c:pt>
                <c:pt idx="971">
                  <c:v>6.0445140140845073</c:v>
                </c:pt>
                <c:pt idx="972">
                  <c:v>6.0516413380281691</c:v>
                </c:pt>
                <c:pt idx="973">
                  <c:v>6.0570695774647891</c:v>
                </c:pt>
                <c:pt idx="974">
                  <c:v>6.0567955633802821</c:v>
                </c:pt>
                <c:pt idx="975">
                  <c:v>6.0495223239436617</c:v>
                </c:pt>
                <c:pt idx="976">
                  <c:v>6.0430057746478871</c:v>
                </c:pt>
                <c:pt idx="977">
                  <c:v>6.0432819718309858</c:v>
                </c:pt>
                <c:pt idx="978">
                  <c:v>6.0397316901408447</c:v>
                </c:pt>
                <c:pt idx="979">
                  <c:v>6.0371869718309856</c:v>
                </c:pt>
                <c:pt idx="980">
                  <c:v>6.0339316197183095</c:v>
                </c:pt>
                <c:pt idx="981">
                  <c:v>6.0304249295774648</c:v>
                </c:pt>
                <c:pt idx="982">
                  <c:v>6.0314546478873243</c:v>
                </c:pt>
                <c:pt idx="983">
                  <c:v>6.0423796478873237</c:v>
                </c:pt>
                <c:pt idx="984">
                  <c:v>6.0532849999999998</c:v>
                </c:pt>
                <c:pt idx="985">
                  <c:v>6.0560083098591546</c:v>
                </c:pt>
                <c:pt idx="986">
                  <c:v>6.0586097183098593</c:v>
                </c:pt>
                <c:pt idx="987">
                  <c:v>6.0598066901408449</c:v>
                </c:pt>
                <c:pt idx="988">
                  <c:v>6.0619776760563377</c:v>
                </c:pt>
                <c:pt idx="989">
                  <c:v>6.0588026056338027</c:v>
                </c:pt>
                <c:pt idx="990">
                  <c:v>6.0577498591549297</c:v>
                </c:pt>
                <c:pt idx="991">
                  <c:v>6.0571471126760565</c:v>
                </c:pt>
                <c:pt idx="992">
                  <c:v>6.0586605633802817</c:v>
                </c:pt>
                <c:pt idx="993">
                  <c:v>6.0609454225352115</c:v>
                </c:pt>
                <c:pt idx="994">
                  <c:v>6.0526532394366201</c:v>
                </c:pt>
                <c:pt idx="995">
                  <c:v>6.0443014084507043</c:v>
                </c:pt>
                <c:pt idx="996">
                  <c:v>6.0364314788732392</c:v>
                </c:pt>
                <c:pt idx="997">
                  <c:v>6.033153732394366</c:v>
                </c:pt>
                <c:pt idx="998">
                  <c:v>6.0410552816901406</c:v>
                </c:pt>
                <c:pt idx="999">
                  <c:v>6.0441502816901407</c:v>
                </c:pt>
                <c:pt idx="1000">
                  <c:v>6.0392269718309857</c:v>
                </c:pt>
                <c:pt idx="1001">
                  <c:v>6.0374928169014082</c:v>
                </c:pt>
                <c:pt idx="1002">
                  <c:v>6.0405247183098592</c:v>
                </c:pt>
                <c:pt idx="1003">
                  <c:v>6.0405654225352112</c:v>
                </c:pt>
                <c:pt idx="1004">
                  <c:v>6.0403702112676054</c:v>
                </c:pt>
                <c:pt idx="1005">
                  <c:v>6.042307464788732</c:v>
                </c:pt>
                <c:pt idx="1006">
                  <c:v>6.0424141549295776</c:v>
                </c:pt>
                <c:pt idx="1007">
                  <c:v>6.0459001408450703</c:v>
                </c:pt>
                <c:pt idx="1008">
                  <c:v>6.0493724647887328</c:v>
                </c:pt>
                <c:pt idx="1009">
                  <c:v>6.0451742957746477</c:v>
                </c:pt>
                <c:pt idx="1010">
                  <c:v>6.0391645774647884</c:v>
                </c:pt>
                <c:pt idx="1011">
                  <c:v>6.0395902112676056</c:v>
                </c:pt>
                <c:pt idx="1012">
                  <c:v>6.045663028169014</c:v>
                </c:pt>
                <c:pt idx="1013">
                  <c:v>6.0528656338028171</c:v>
                </c:pt>
                <c:pt idx="1014">
                  <c:v>6.0604441549295771</c:v>
                </c:pt>
                <c:pt idx="1015">
                  <c:v>6.0694858450704228</c:v>
                </c:pt>
                <c:pt idx="1016">
                  <c:v>6.0674022535211272</c:v>
                </c:pt>
                <c:pt idx="1017">
                  <c:v>6.0583814788732395</c:v>
                </c:pt>
                <c:pt idx="1018">
                  <c:v>6.0522845774647891</c:v>
                </c:pt>
                <c:pt idx="1019">
                  <c:v>6.0496873943661971</c:v>
                </c:pt>
                <c:pt idx="1020">
                  <c:v>6.0458109154929573</c:v>
                </c:pt>
                <c:pt idx="1021">
                  <c:v>6.0488509154929577</c:v>
                </c:pt>
                <c:pt idx="1022">
                  <c:v>6.056365281690141</c:v>
                </c:pt>
                <c:pt idx="1023">
                  <c:v>6.0544844366197186</c:v>
                </c:pt>
                <c:pt idx="1024">
                  <c:v>6.0543425352112674</c:v>
                </c:pt>
                <c:pt idx="1025">
                  <c:v>6.0550095070422536</c:v>
                </c:pt>
                <c:pt idx="1026">
                  <c:v>6.0497914084507043</c:v>
                </c:pt>
                <c:pt idx="1027">
                  <c:v>6.0428534507042251</c:v>
                </c:pt>
                <c:pt idx="1028">
                  <c:v>6.0448276056338024</c:v>
                </c:pt>
                <c:pt idx="1029">
                  <c:v>6.0516045070422537</c:v>
                </c:pt>
                <c:pt idx="1030">
                  <c:v>6.0465286619718306</c:v>
                </c:pt>
                <c:pt idx="1031">
                  <c:v>6.0400710563380278</c:v>
                </c:pt>
                <c:pt idx="1032">
                  <c:v>6.0450414084507038</c:v>
                </c:pt>
                <c:pt idx="1033">
                  <c:v>6.0490124647887322</c:v>
                </c:pt>
                <c:pt idx="1034">
                  <c:v>6.0474398591549292</c:v>
                </c:pt>
                <c:pt idx="1035">
                  <c:v>6.0441471126760566</c:v>
                </c:pt>
                <c:pt idx="1036">
                  <c:v>6.0452024647887326</c:v>
                </c:pt>
                <c:pt idx="1037">
                  <c:v>6.0510056338028173</c:v>
                </c:pt>
                <c:pt idx="1038">
                  <c:v>6.0555106338028173</c:v>
                </c:pt>
                <c:pt idx="1039">
                  <c:v>6.0587095070422539</c:v>
                </c:pt>
                <c:pt idx="1040">
                  <c:v>6.059122042253521</c:v>
                </c:pt>
                <c:pt idx="1041">
                  <c:v>6.0553352816901409</c:v>
                </c:pt>
                <c:pt idx="1042">
                  <c:v>6.0503445774647888</c:v>
                </c:pt>
                <c:pt idx="1043">
                  <c:v>6.0458518309859155</c:v>
                </c:pt>
                <c:pt idx="1044">
                  <c:v>6.0492486619718306</c:v>
                </c:pt>
                <c:pt idx="1045">
                  <c:v>6.0524142957746481</c:v>
                </c:pt>
                <c:pt idx="1046">
                  <c:v>6.0517819718309855</c:v>
                </c:pt>
                <c:pt idx="1047">
                  <c:v>6.0496902816901406</c:v>
                </c:pt>
                <c:pt idx="1048">
                  <c:v>6.0504381690140843</c:v>
                </c:pt>
                <c:pt idx="1049">
                  <c:v>6.053837183098592</c:v>
                </c:pt>
                <c:pt idx="1050">
                  <c:v>6.0575978169014082</c:v>
                </c:pt>
                <c:pt idx="1051">
                  <c:v>6.0597399999999997</c:v>
                </c:pt>
                <c:pt idx="1052">
                  <c:v>6.0581490140845071</c:v>
                </c:pt>
                <c:pt idx="1053">
                  <c:v>6.0593232394366199</c:v>
                </c:pt>
                <c:pt idx="1054">
                  <c:v>6.0586613380281689</c:v>
                </c:pt>
                <c:pt idx="1055">
                  <c:v>6.0562862676056337</c:v>
                </c:pt>
                <c:pt idx="1056">
                  <c:v>6.0531614084507046</c:v>
                </c:pt>
                <c:pt idx="1057">
                  <c:v>6.0418260563380279</c:v>
                </c:pt>
                <c:pt idx="1058">
                  <c:v>6.036678591549296</c:v>
                </c:pt>
                <c:pt idx="1059">
                  <c:v>6.0434716901408452</c:v>
                </c:pt>
                <c:pt idx="1060">
                  <c:v>6.0543788028169017</c:v>
                </c:pt>
                <c:pt idx="1061">
                  <c:v>6.0574777464788729</c:v>
                </c:pt>
                <c:pt idx="1062">
                  <c:v>6.0582707746478874</c:v>
                </c:pt>
                <c:pt idx="1063">
                  <c:v>6.0515088028169011</c:v>
                </c:pt>
                <c:pt idx="1064">
                  <c:v>6.0421035915492958</c:v>
                </c:pt>
                <c:pt idx="1065">
                  <c:v>6.0400787323943659</c:v>
                </c:pt>
                <c:pt idx="1066">
                  <c:v>6.0444347887323939</c:v>
                </c:pt>
                <c:pt idx="1067">
                  <c:v>6.0475930281690138</c:v>
                </c:pt>
                <c:pt idx="1068">
                  <c:v>6.0450808450704221</c:v>
                </c:pt>
                <c:pt idx="1069">
                  <c:v>6.0402761971830987</c:v>
                </c:pt>
                <c:pt idx="1070">
                  <c:v>6.040037323943662</c:v>
                </c:pt>
                <c:pt idx="1071">
                  <c:v>6.0460412676056334</c:v>
                </c:pt>
                <c:pt idx="1072">
                  <c:v>6.0530296478873238</c:v>
                </c:pt>
                <c:pt idx="1073">
                  <c:v>6.0587333098591554</c:v>
                </c:pt>
                <c:pt idx="1074">
                  <c:v>6.0592165492957744</c:v>
                </c:pt>
                <c:pt idx="1075">
                  <c:v>6.0504331690140845</c:v>
                </c:pt>
                <c:pt idx="1076">
                  <c:v>6.0412193661971827</c:v>
                </c:pt>
                <c:pt idx="1077">
                  <c:v>6.036245352112676</c:v>
                </c:pt>
                <c:pt idx="1078">
                  <c:v>6.0391449295774651</c:v>
                </c:pt>
                <c:pt idx="1079">
                  <c:v>6.0416080985915492</c:v>
                </c:pt>
                <c:pt idx="1080">
                  <c:v>6.0473488732394367</c:v>
                </c:pt>
                <c:pt idx="1081">
                  <c:v>6.0496683802816902</c:v>
                </c:pt>
                <c:pt idx="1082">
                  <c:v>6.0580458450704224</c:v>
                </c:pt>
                <c:pt idx="1083">
                  <c:v>6.0594475352112678</c:v>
                </c:pt>
                <c:pt idx="1084">
                  <c:v>6.0576841549295777</c:v>
                </c:pt>
                <c:pt idx="1085">
                  <c:v>6.0584273943661975</c:v>
                </c:pt>
                <c:pt idx="1086">
                  <c:v>6.0638599295774647</c:v>
                </c:pt>
                <c:pt idx="1087">
                  <c:v>6.0652185211267602</c:v>
                </c:pt>
                <c:pt idx="1088">
                  <c:v>6.0591397887323941</c:v>
                </c:pt>
                <c:pt idx="1089">
                  <c:v>6.0543066901408453</c:v>
                </c:pt>
                <c:pt idx="1090">
                  <c:v>6.0507919718309857</c:v>
                </c:pt>
                <c:pt idx="1091">
                  <c:v>6.0487161267605636</c:v>
                </c:pt>
                <c:pt idx="1092">
                  <c:v>6.0475716901408454</c:v>
                </c:pt>
                <c:pt idx="1093">
                  <c:v>6.0520391549295773</c:v>
                </c:pt>
                <c:pt idx="1094">
                  <c:v>6.0534895774647888</c:v>
                </c:pt>
                <c:pt idx="1095">
                  <c:v>6.0492556338028169</c:v>
                </c:pt>
                <c:pt idx="1096">
                  <c:v>6.0447527464788733</c:v>
                </c:pt>
                <c:pt idx="1097">
                  <c:v>6.0432077464788732</c:v>
                </c:pt>
                <c:pt idx="1098">
                  <c:v>6.0452276056338032</c:v>
                </c:pt>
                <c:pt idx="1099">
                  <c:v>6.0453738028169015</c:v>
                </c:pt>
                <c:pt idx="1100">
                  <c:v>6.0397628169014084</c:v>
                </c:pt>
                <c:pt idx="1101">
                  <c:v>6.0335390845070425</c:v>
                </c:pt>
                <c:pt idx="1102">
                  <c:v>6.0323988028169016</c:v>
                </c:pt>
                <c:pt idx="1103">
                  <c:v>6.0351773239436621</c:v>
                </c:pt>
                <c:pt idx="1104">
                  <c:v>6.0318004929577462</c:v>
                </c:pt>
                <c:pt idx="1105">
                  <c:v>6.0292888028169012</c:v>
                </c:pt>
                <c:pt idx="1106">
                  <c:v>6.0341423943661976</c:v>
                </c:pt>
                <c:pt idx="1107">
                  <c:v>6.0429400704225351</c:v>
                </c:pt>
                <c:pt idx="1108">
                  <c:v>6.048987605633803</c:v>
                </c:pt>
                <c:pt idx="1109">
                  <c:v>6.0507431690140843</c:v>
                </c:pt>
                <c:pt idx="1110">
                  <c:v>6.053347957746479</c:v>
                </c:pt>
                <c:pt idx="1111">
                  <c:v>6.0465871126760566</c:v>
                </c:pt>
                <c:pt idx="1112">
                  <c:v>6.0388192253521122</c:v>
                </c:pt>
                <c:pt idx="1113">
                  <c:v>6.0458969014084509</c:v>
                </c:pt>
                <c:pt idx="1114">
                  <c:v>6.0480271830985917</c:v>
                </c:pt>
                <c:pt idx="1115">
                  <c:v>6.0441644366197185</c:v>
                </c:pt>
                <c:pt idx="1116">
                  <c:v>6.046692816901408</c:v>
                </c:pt>
                <c:pt idx="1117">
                  <c:v>6.0480657746478874</c:v>
                </c:pt>
                <c:pt idx="1118">
                  <c:v>6.0497382394366195</c:v>
                </c:pt>
                <c:pt idx="1119">
                  <c:v>6.0499066197183096</c:v>
                </c:pt>
                <c:pt idx="1120">
                  <c:v>6.0519745070422539</c:v>
                </c:pt>
                <c:pt idx="1121">
                  <c:v>6.0566630281690141</c:v>
                </c:pt>
                <c:pt idx="1122">
                  <c:v>6.0524829577464789</c:v>
                </c:pt>
                <c:pt idx="1123">
                  <c:v>6.0488821126760559</c:v>
                </c:pt>
                <c:pt idx="1124">
                  <c:v>6.0471607042253517</c:v>
                </c:pt>
                <c:pt idx="1125">
                  <c:v>6.0490607746478871</c:v>
                </c:pt>
                <c:pt idx="1126">
                  <c:v>6.0544426056338025</c:v>
                </c:pt>
                <c:pt idx="1127">
                  <c:v>6.060181126760563</c:v>
                </c:pt>
                <c:pt idx="1128">
                  <c:v>6.0615054225352116</c:v>
                </c:pt>
                <c:pt idx="1129">
                  <c:v>6.0602757042253526</c:v>
                </c:pt>
                <c:pt idx="1130">
                  <c:v>6.0663647183098588</c:v>
                </c:pt>
                <c:pt idx="1131">
                  <c:v>6.0676469718309862</c:v>
                </c:pt>
                <c:pt idx="1132">
                  <c:v>6.0594697183098596</c:v>
                </c:pt>
                <c:pt idx="1133">
                  <c:v>6.0557196478873241</c:v>
                </c:pt>
                <c:pt idx="1134">
                  <c:v>6.0571054929577466</c:v>
                </c:pt>
                <c:pt idx="1135">
                  <c:v>6.0501507042253522</c:v>
                </c:pt>
                <c:pt idx="1136">
                  <c:v>6.0415299999999998</c:v>
                </c:pt>
                <c:pt idx="1137">
                  <c:v>6.0400227464788729</c:v>
                </c:pt>
                <c:pt idx="1138">
                  <c:v>6.0424102816901408</c:v>
                </c:pt>
                <c:pt idx="1139">
                  <c:v>6.0424533802816898</c:v>
                </c:pt>
                <c:pt idx="1140">
                  <c:v>6.045432887323944</c:v>
                </c:pt>
                <c:pt idx="1141">
                  <c:v>6.0518513380281691</c:v>
                </c:pt>
                <c:pt idx="1142">
                  <c:v>6.0516479577464786</c:v>
                </c:pt>
                <c:pt idx="1143">
                  <c:v>6.0485577464788731</c:v>
                </c:pt>
                <c:pt idx="1144">
                  <c:v>6.0492715492957743</c:v>
                </c:pt>
                <c:pt idx="1145">
                  <c:v>6.0526355633802815</c:v>
                </c:pt>
                <c:pt idx="1146">
                  <c:v>6.0534057746478878</c:v>
                </c:pt>
                <c:pt idx="1147">
                  <c:v>6.0500315492957748</c:v>
                </c:pt>
                <c:pt idx="1148">
                  <c:v>6.0568959154929578</c:v>
                </c:pt>
                <c:pt idx="1149">
                  <c:v>6.0617806338028171</c:v>
                </c:pt>
                <c:pt idx="1150">
                  <c:v>6.0560829577464785</c:v>
                </c:pt>
                <c:pt idx="1151">
                  <c:v>6.0507253521126758</c:v>
                </c:pt>
                <c:pt idx="1152">
                  <c:v>6.0492310563380283</c:v>
                </c:pt>
                <c:pt idx="1153">
                  <c:v>6.0471957746478875</c:v>
                </c:pt>
                <c:pt idx="1154">
                  <c:v>6.0468554929577465</c:v>
                </c:pt>
                <c:pt idx="1155">
                  <c:v>6.0468776056338029</c:v>
                </c:pt>
                <c:pt idx="1156">
                  <c:v>6.045941338028169</c:v>
                </c:pt>
                <c:pt idx="1157">
                  <c:v>6.0522270422535209</c:v>
                </c:pt>
                <c:pt idx="1158">
                  <c:v>6.0578807746478871</c:v>
                </c:pt>
                <c:pt idx="1159">
                  <c:v>6.052833521126761</c:v>
                </c:pt>
                <c:pt idx="1160">
                  <c:v>6.0551072535211263</c:v>
                </c:pt>
                <c:pt idx="1161">
                  <c:v>6.0625973943661968</c:v>
                </c:pt>
                <c:pt idx="1162">
                  <c:v>6.0688309859154925</c:v>
                </c:pt>
                <c:pt idx="1163">
                  <c:v>6.0659302112676059</c:v>
                </c:pt>
                <c:pt idx="1164">
                  <c:v>6.0576883802816903</c:v>
                </c:pt>
                <c:pt idx="1165">
                  <c:v>6.0537147887323943</c:v>
                </c:pt>
                <c:pt idx="1166">
                  <c:v>6.0475778169014083</c:v>
                </c:pt>
                <c:pt idx="1167">
                  <c:v>6.038379788732394</c:v>
                </c:pt>
                <c:pt idx="1168">
                  <c:v>6.0364293661971828</c:v>
                </c:pt>
                <c:pt idx="1169">
                  <c:v>6.0460413380281688</c:v>
                </c:pt>
                <c:pt idx="1170">
                  <c:v>6.0597162676056335</c:v>
                </c:pt>
                <c:pt idx="1171">
                  <c:v>6.0733633802816902</c:v>
                </c:pt>
                <c:pt idx="1172">
                  <c:v>6.0740492957746479</c:v>
                </c:pt>
                <c:pt idx="1173">
                  <c:v>6.0633945774647886</c:v>
                </c:pt>
                <c:pt idx="1174">
                  <c:v>6.0511042253521126</c:v>
                </c:pt>
                <c:pt idx="1175">
                  <c:v>6.0444824647887323</c:v>
                </c:pt>
                <c:pt idx="1176">
                  <c:v>6.0407905633802814</c:v>
                </c:pt>
                <c:pt idx="1177">
                  <c:v>6.0425724647887327</c:v>
                </c:pt>
                <c:pt idx="1178">
                  <c:v>6.0463480985915492</c:v>
                </c:pt>
                <c:pt idx="1179">
                  <c:v>6.0521525352112677</c:v>
                </c:pt>
                <c:pt idx="1180">
                  <c:v>6.0531897183098593</c:v>
                </c:pt>
                <c:pt idx="1181">
                  <c:v>6.0531181690140849</c:v>
                </c:pt>
                <c:pt idx="1182">
                  <c:v>6.0538398591549294</c:v>
                </c:pt>
                <c:pt idx="1183">
                  <c:v>6.0527835211267602</c:v>
                </c:pt>
                <c:pt idx="1184">
                  <c:v>6.0480985915492962</c:v>
                </c:pt>
                <c:pt idx="1185">
                  <c:v>6.0456202112676056</c:v>
                </c:pt>
                <c:pt idx="1186">
                  <c:v>6.0488681690140842</c:v>
                </c:pt>
                <c:pt idx="1187">
                  <c:v>6.0524565492957745</c:v>
                </c:pt>
                <c:pt idx="1188">
                  <c:v>6.0498293661971827</c:v>
                </c:pt>
                <c:pt idx="1189">
                  <c:v>6.0527496478873237</c:v>
                </c:pt>
                <c:pt idx="1190">
                  <c:v>6.0532859154929577</c:v>
                </c:pt>
                <c:pt idx="1191">
                  <c:v>6.0448002816901409</c:v>
                </c:pt>
                <c:pt idx="1192">
                  <c:v>6.0445066197183097</c:v>
                </c:pt>
                <c:pt idx="1193">
                  <c:v>6.0445840140845073</c:v>
                </c:pt>
                <c:pt idx="1194">
                  <c:v>6.0469828169014086</c:v>
                </c:pt>
                <c:pt idx="1195">
                  <c:v>6.051996549295775</c:v>
                </c:pt>
                <c:pt idx="1196">
                  <c:v>6.0515232394366194</c:v>
                </c:pt>
                <c:pt idx="1197">
                  <c:v>6.0502160563380283</c:v>
                </c:pt>
                <c:pt idx="1198">
                  <c:v>6.0529919718309859</c:v>
                </c:pt>
                <c:pt idx="1199">
                  <c:v>6.0591835915492958</c:v>
                </c:pt>
                <c:pt idx="1200">
                  <c:v>6.0619317605633807</c:v>
                </c:pt>
                <c:pt idx="1201">
                  <c:v>6.0589953521126763</c:v>
                </c:pt>
                <c:pt idx="1202">
                  <c:v>6.0579983802816901</c:v>
                </c:pt>
                <c:pt idx="1203">
                  <c:v>6.0575725352112677</c:v>
                </c:pt>
                <c:pt idx="1204">
                  <c:v>6.0620002816901408</c:v>
                </c:pt>
                <c:pt idx="1205">
                  <c:v>6.0653507746478876</c:v>
                </c:pt>
                <c:pt idx="1206">
                  <c:v>6.0678600704225349</c:v>
                </c:pt>
                <c:pt idx="1207">
                  <c:v>6.0727260563380279</c:v>
                </c:pt>
                <c:pt idx="1208">
                  <c:v>6.0715077464788729</c:v>
                </c:pt>
                <c:pt idx="1209">
                  <c:v>6.0678630281690138</c:v>
                </c:pt>
                <c:pt idx="1210">
                  <c:v>6.0634685211267607</c:v>
                </c:pt>
                <c:pt idx="1211">
                  <c:v>6.0591399295774648</c:v>
                </c:pt>
                <c:pt idx="1212">
                  <c:v>6.0586566197183096</c:v>
                </c:pt>
                <c:pt idx="1213">
                  <c:v>6.0583613380281687</c:v>
                </c:pt>
                <c:pt idx="1214">
                  <c:v>6.0630122535211264</c:v>
                </c:pt>
                <c:pt idx="1215">
                  <c:v>6.0598844366197184</c:v>
                </c:pt>
                <c:pt idx="1216">
                  <c:v>6.0554704929577463</c:v>
                </c:pt>
                <c:pt idx="1217">
                  <c:v>6.059169436619718</c:v>
                </c:pt>
                <c:pt idx="1218">
                  <c:v>6.070310352112676</c:v>
                </c:pt>
                <c:pt idx="1219">
                  <c:v>6.0793528169014088</c:v>
                </c:pt>
                <c:pt idx="1220">
                  <c:v>6.0819788732394366</c:v>
                </c:pt>
                <c:pt idx="1221">
                  <c:v>6.0950535211267605</c:v>
                </c:pt>
                <c:pt idx="1222">
                  <c:v>6.109904929577465</c:v>
                </c:pt>
                <c:pt idx="1223">
                  <c:v>6.1262838028169018</c:v>
                </c:pt>
                <c:pt idx="1224">
                  <c:v>6.1512880281690139</c:v>
                </c:pt>
                <c:pt idx="1225">
                  <c:v>6.1787401408450702</c:v>
                </c:pt>
                <c:pt idx="1226">
                  <c:v>6.2024577464788733</c:v>
                </c:pt>
                <c:pt idx="1227">
                  <c:v>6.2168830985915493</c:v>
                </c:pt>
                <c:pt idx="1228">
                  <c:v>6.2314373239436618</c:v>
                </c:pt>
                <c:pt idx="1229">
                  <c:v>6.2412514084507045</c:v>
                </c:pt>
                <c:pt idx="1230">
                  <c:v>6.2377471830985911</c:v>
                </c:pt>
                <c:pt idx="1231">
                  <c:v>6.2242190140845075</c:v>
                </c:pt>
                <c:pt idx="1232">
                  <c:v>6.2049394366197186</c:v>
                </c:pt>
                <c:pt idx="1233">
                  <c:v>6.1900640845070427</c:v>
                </c:pt>
                <c:pt idx="1234">
                  <c:v>6.1747845070422533</c:v>
                </c:pt>
                <c:pt idx="1235">
                  <c:v>6.1563591549295777</c:v>
                </c:pt>
                <c:pt idx="1236">
                  <c:v>6.1397619718309855</c:v>
                </c:pt>
                <c:pt idx="1237">
                  <c:v>6.1294626760563382</c:v>
                </c:pt>
                <c:pt idx="1238">
                  <c:v>6.1191690140845072</c:v>
                </c:pt>
                <c:pt idx="1239">
                  <c:v>6.1073394366197187</c:v>
                </c:pt>
                <c:pt idx="1240">
                  <c:v>6.0952126760563381</c:v>
                </c:pt>
                <c:pt idx="1241">
                  <c:v>6.083691549295775</c:v>
                </c:pt>
                <c:pt idx="1242">
                  <c:v>6.076907042253521</c:v>
                </c:pt>
                <c:pt idx="1243">
                  <c:v>6.0751654929577468</c:v>
                </c:pt>
                <c:pt idx="1244">
                  <c:v>6.0755133802816905</c:v>
                </c:pt>
                <c:pt idx="1245">
                  <c:v>6.0776739436619716</c:v>
                </c:pt>
                <c:pt idx="1246">
                  <c:v>6.0699802816901407</c:v>
                </c:pt>
                <c:pt idx="1247">
                  <c:v>6.0537199295774649</c:v>
                </c:pt>
                <c:pt idx="1248">
                  <c:v>6.045128802816901</c:v>
                </c:pt>
                <c:pt idx="1249">
                  <c:v>6.048362676056338</c:v>
                </c:pt>
                <c:pt idx="1250">
                  <c:v>6.0527469718309863</c:v>
                </c:pt>
                <c:pt idx="1251">
                  <c:v>6.0569022535211268</c:v>
                </c:pt>
                <c:pt idx="1252">
                  <c:v>6.0576355633802814</c:v>
                </c:pt>
                <c:pt idx="1253">
                  <c:v>6.06520823943662</c:v>
                </c:pt>
                <c:pt idx="1254">
                  <c:v>6.0692490845070424</c:v>
                </c:pt>
                <c:pt idx="1255">
                  <c:v>6.0702211971830984</c:v>
                </c:pt>
                <c:pt idx="1256">
                  <c:v>6.066153450704225</c:v>
                </c:pt>
                <c:pt idx="1257">
                  <c:v>6.0613147887323944</c:v>
                </c:pt>
                <c:pt idx="1258">
                  <c:v>6.058934436619718</c:v>
                </c:pt>
                <c:pt idx="1259">
                  <c:v>6.0679833098591551</c:v>
                </c:pt>
                <c:pt idx="1260">
                  <c:v>6.0758718309859159</c:v>
                </c:pt>
                <c:pt idx="1261">
                  <c:v>6.0771697183098592</c:v>
                </c:pt>
                <c:pt idx="1262">
                  <c:v>6.0723260563380279</c:v>
                </c:pt>
                <c:pt idx="1263">
                  <c:v>6.0674381690140846</c:v>
                </c:pt>
                <c:pt idx="1264">
                  <c:v>6.0631877464788735</c:v>
                </c:pt>
                <c:pt idx="1265">
                  <c:v>6.0558846478873241</c:v>
                </c:pt>
                <c:pt idx="1266">
                  <c:v>6.0549538732394366</c:v>
                </c:pt>
                <c:pt idx="1267">
                  <c:v>6.056430422535211</c:v>
                </c:pt>
                <c:pt idx="1268">
                  <c:v>6.0540566197183097</c:v>
                </c:pt>
                <c:pt idx="1269">
                  <c:v>6.057959154929577</c:v>
                </c:pt>
                <c:pt idx="1270">
                  <c:v>6.0656913380281692</c:v>
                </c:pt>
                <c:pt idx="1271">
                  <c:v>6.0619303521126762</c:v>
                </c:pt>
                <c:pt idx="1272">
                  <c:v>6.0600055633802814</c:v>
                </c:pt>
                <c:pt idx="1273">
                  <c:v>6.0650862676056336</c:v>
                </c:pt>
                <c:pt idx="1274">
                  <c:v>6.0600474647887328</c:v>
                </c:pt>
                <c:pt idx="1275">
                  <c:v>6.0548485211267602</c:v>
                </c:pt>
                <c:pt idx="1276">
                  <c:v>6.0576872535211264</c:v>
                </c:pt>
                <c:pt idx="1277">
                  <c:v>6.0623720422535214</c:v>
                </c:pt>
                <c:pt idx="1278">
                  <c:v>6.059023309859155</c:v>
                </c:pt>
                <c:pt idx="1279">
                  <c:v>6.0506390845070426</c:v>
                </c:pt>
                <c:pt idx="1280">
                  <c:v>6.041212535211268</c:v>
                </c:pt>
                <c:pt idx="1281">
                  <c:v>6.047289577464789</c:v>
                </c:pt>
                <c:pt idx="1282">
                  <c:v>6.0555084507042256</c:v>
                </c:pt>
                <c:pt idx="1283">
                  <c:v>6.0531027464788734</c:v>
                </c:pt>
                <c:pt idx="1284">
                  <c:v>6.053114436619718</c:v>
                </c:pt>
                <c:pt idx="1285">
                  <c:v>6.0623790140845069</c:v>
                </c:pt>
                <c:pt idx="1286">
                  <c:v>6.0641192957746481</c:v>
                </c:pt>
                <c:pt idx="1287">
                  <c:v>6.0617456338028166</c:v>
                </c:pt>
                <c:pt idx="1288">
                  <c:v>6.0623092957746483</c:v>
                </c:pt>
                <c:pt idx="1289">
                  <c:v>6.0610033802816901</c:v>
                </c:pt>
                <c:pt idx="1290">
                  <c:v>6.0583358450704221</c:v>
                </c:pt>
                <c:pt idx="1291">
                  <c:v>6.0540900000000004</c:v>
                </c:pt>
                <c:pt idx="1292">
                  <c:v>6.0465252816901405</c:v>
                </c:pt>
                <c:pt idx="1293">
                  <c:v>6.0424699999999998</c:v>
                </c:pt>
                <c:pt idx="1294">
                  <c:v>6.0349582394366195</c:v>
                </c:pt>
                <c:pt idx="1295">
                  <c:v>6.0303144366197179</c:v>
                </c:pt>
                <c:pt idx="1296">
                  <c:v>6.0355697887323947</c:v>
                </c:pt>
                <c:pt idx="1297">
                  <c:v>6.0479247183098588</c:v>
                </c:pt>
                <c:pt idx="1298">
                  <c:v>6.0558348591549294</c:v>
                </c:pt>
                <c:pt idx="1299">
                  <c:v>6.0547166901408449</c:v>
                </c:pt>
                <c:pt idx="1300">
                  <c:v>6.0536608450704223</c:v>
                </c:pt>
                <c:pt idx="1301">
                  <c:v>6.0557228873239435</c:v>
                </c:pt>
                <c:pt idx="1302">
                  <c:v>6.0545147183098589</c:v>
                </c:pt>
                <c:pt idx="1303">
                  <c:v>6.052439295774648</c:v>
                </c:pt>
                <c:pt idx="1304">
                  <c:v>6.0494864788732396</c:v>
                </c:pt>
                <c:pt idx="1305">
                  <c:v>6.0489254225352109</c:v>
                </c:pt>
                <c:pt idx="1306">
                  <c:v>6.0548035211267601</c:v>
                </c:pt>
                <c:pt idx="1307">
                  <c:v>6.0575985211267609</c:v>
                </c:pt>
                <c:pt idx="1308">
                  <c:v>6.0530182394366197</c:v>
                </c:pt>
                <c:pt idx="1309">
                  <c:v>6.0507202816901406</c:v>
                </c:pt>
                <c:pt idx="1310">
                  <c:v>6.04838338028169</c:v>
                </c:pt>
                <c:pt idx="1311">
                  <c:v>6.0508649999999999</c:v>
                </c:pt>
                <c:pt idx="1312">
                  <c:v>6.0471824647887322</c:v>
                </c:pt>
                <c:pt idx="1313">
                  <c:v>6.0429029577464792</c:v>
                </c:pt>
                <c:pt idx="1314">
                  <c:v>6.0424309154929574</c:v>
                </c:pt>
                <c:pt idx="1315">
                  <c:v>6.0439414084507046</c:v>
                </c:pt>
                <c:pt idx="1316">
                  <c:v>6.0442240140845067</c:v>
                </c:pt>
                <c:pt idx="1317">
                  <c:v>6.0482172535211269</c:v>
                </c:pt>
                <c:pt idx="1318">
                  <c:v>6.0446235915492954</c:v>
                </c:pt>
                <c:pt idx="1319">
                  <c:v>6.0421118309859159</c:v>
                </c:pt>
                <c:pt idx="1320">
                  <c:v>6.0451037323943666</c:v>
                </c:pt>
                <c:pt idx="1321">
                  <c:v>6.0496340140845071</c:v>
                </c:pt>
                <c:pt idx="1322">
                  <c:v>6.0458212676056338</c:v>
                </c:pt>
                <c:pt idx="1323">
                  <c:v>6.0456097887323947</c:v>
                </c:pt>
                <c:pt idx="1324">
                  <c:v>6.0477111267605634</c:v>
                </c:pt>
                <c:pt idx="1325">
                  <c:v>6.0462194366197179</c:v>
                </c:pt>
                <c:pt idx="1326">
                  <c:v>6.0467252816901409</c:v>
                </c:pt>
                <c:pt idx="1327">
                  <c:v>6.045224014084507</c:v>
                </c:pt>
                <c:pt idx="1328">
                  <c:v>6.0491534507042255</c:v>
                </c:pt>
                <c:pt idx="1329">
                  <c:v>6.0538188028169015</c:v>
                </c:pt>
                <c:pt idx="1330">
                  <c:v>6.0542140845070422</c:v>
                </c:pt>
                <c:pt idx="1331">
                  <c:v>6.0512760563380281</c:v>
                </c:pt>
                <c:pt idx="1332">
                  <c:v>6.0524508450704229</c:v>
                </c:pt>
                <c:pt idx="1333">
                  <c:v>6.0524116901408451</c:v>
                </c:pt>
                <c:pt idx="1334">
                  <c:v>6.0556669014084505</c:v>
                </c:pt>
                <c:pt idx="1335">
                  <c:v>6.060577042253521</c:v>
                </c:pt>
                <c:pt idx="1336">
                  <c:v>6.0632652816901409</c:v>
                </c:pt>
                <c:pt idx="1337">
                  <c:v>6.0572110563380281</c:v>
                </c:pt>
                <c:pt idx="1338">
                  <c:v>6.0587137323943665</c:v>
                </c:pt>
                <c:pt idx="1339">
                  <c:v>6.0695826056338031</c:v>
                </c:pt>
                <c:pt idx="1340">
                  <c:v>6.0702880985915497</c:v>
                </c:pt>
                <c:pt idx="1341">
                  <c:v>6.0640587323943658</c:v>
                </c:pt>
                <c:pt idx="1342">
                  <c:v>6.0549293661971832</c:v>
                </c:pt>
                <c:pt idx="1343">
                  <c:v>6.0476860563380281</c:v>
                </c:pt>
                <c:pt idx="1344">
                  <c:v>6.045640633802817</c:v>
                </c:pt>
                <c:pt idx="1345">
                  <c:v>6.0447472535211269</c:v>
                </c:pt>
                <c:pt idx="1346">
                  <c:v>6.0433916901408447</c:v>
                </c:pt>
                <c:pt idx="1347">
                  <c:v>6.0470873239436616</c:v>
                </c:pt>
                <c:pt idx="1348">
                  <c:v>6.0591644366197182</c:v>
                </c:pt>
                <c:pt idx="1349">
                  <c:v>6.07015823943662</c:v>
                </c:pt>
                <c:pt idx="1350">
                  <c:v>6.0702873239436617</c:v>
                </c:pt>
                <c:pt idx="1351">
                  <c:v>6.0690760563380284</c:v>
                </c:pt>
                <c:pt idx="1352">
                  <c:v>6.0689230281690136</c:v>
                </c:pt>
                <c:pt idx="1353">
                  <c:v>6.0673972535211265</c:v>
                </c:pt>
                <c:pt idx="1354">
                  <c:v>6.0634728169014087</c:v>
                </c:pt>
                <c:pt idx="1355">
                  <c:v>6.0577409154929578</c:v>
                </c:pt>
                <c:pt idx="1356">
                  <c:v>6.0495118309859155</c:v>
                </c:pt>
                <c:pt idx="1357">
                  <c:v>6.0489088028169018</c:v>
                </c:pt>
                <c:pt idx="1358">
                  <c:v>6.0566635211267608</c:v>
                </c:pt>
                <c:pt idx="1359">
                  <c:v>6.0662519014084504</c:v>
                </c:pt>
                <c:pt idx="1360">
                  <c:v>6.0616228169014086</c:v>
                </c:pt>
                <c:pt idx="1361">
                  <c:v>6.0550135211267602</c:v>
                </c:pt>
                <c:pt idx="1362">
                  <c:v>6.0545810563380282</c:v>
                </c:pt>
                <c:pt idx="1363">
                  <c:v>6.05239338028169</c:v>
                </c:pt>
                <c:pt idx="1364">
                  <c:v>6.0472876056338025</c:v>
                </c:pt>
                <c:pt idx="1365">
                  <c:v>6.0502938732394362</c:v>
                </c:pt>
                <c:pt idx="1366">
                  <c:v>6.054402746478873</c:v>
                </c:pt>
                <c:pt idx="1367">
                  <c:v>6.0605411971830989</c:v>
                </c:pt>
                <c:pt idx="1368">
                  <c:v>6.0672039436619718</c:v>
                </c:pt>
                <c:pt idx="1369">
                  <c:v>6.0686884507042258</c:v>
                </c:pt>
                <c:pt idx="1370">
                  <c:v>6.0656398591549294</c:v>
                </c:pt>
                <c:pt idx="1371">
                  <c:v>6.0643608450704223</c:v>
                </c:pt>
                <c:pt idx="1372">
                  <c:v>6.066312323943662</c:v>
                </c:pt>
                <c:pt idx="1373">
                  <c:v>6.0659024647887323</c:v>
                </c:pt>
                <c:pt idx="1374">
                  <c:v>6.0671439436619714</c:v>
                </c:pt>
                <c:pt idx="1375">
                  <c:v>6.0674354929577463</c:v>
                </c:pt>
                <c:pt idx="1376">
                  <c:v>6.0621181690140844</c:v>
                </c:pt>
                <c:pt idx="1377">
                  <c:v>6.0513991549295776</c:v>
                </c:pt>
                <c:pt idx="1378">
                  <c:v>6.0481485915492961</c:v>
                </c:pt>
                <c:pt idx="1379">
                  <c:v>6.050873028169014</c:v>
                </c:pt>
                <c:pt idx="1380">
                  <c:v>6.0529042957746482</c:v>
                </c:pt>
                <c:pt idx="1381">
                  <c:v>6.0582745070422535</c:v>
                </c:pt>
                <c:pt idx="1382">
                  <c:v>6.0605426760563379</c:v>
                </c:pt>
                <c:pt idx="1383">
                  <c:v>6.0606552112676058</c:v>
                </c:pt>
                <c:pt idx="1384">
                  <c:v>6.061651267605634</c:v>
                </c:pt>
                <c:pt idx="1385">
                  <c:v>6.0615929577464787</c:v>
                </c:pt>
                <c:pt idx="1386">
                  <c:v>6.0599418309859159</c:v>
                </c:pt>
                <c:pt idx="1387">
                  <c:v>6.0489678873239434</c:v>
                </c:pt>
                <c:pt idx="1388">
                  <c:v>6.0422920422535213</c:v>
                </c:pt>
                <c:pt idx="1389">
                  <c:v>6.0483805633802818</c:v>
                </c:pt>
                <c:pt idx="1390">
                  <c:v>6.0570852112676059</c:v>
                </c:pt>
                <c:pt idx="1391">
                  <c:v>6.0622721830985915</c:v>
                </c:pt>
                <c:pt idx="1392">
                  <c:v>6.0652174647887325</c:v>
                </c:pt>
                <c:pt idx="1393">
                  <c:v>6.064489225352113</c:v>
                </c:pt>
                <c:pt idx="1394">
                  <c:v>6.0631590140845066</c:v>
                </c:pt>
                <c:pt idx="1395">
                  <c:v>6.0629320422535216</c:v>
                </c:pt>
                <c:pt idx="1396">
                  <c:v>6.058503450704225</c:v>
                </c:pt>
                <c:pt idx="1397">
                  <c:v>6.0516546478873243</c:v>
                </c:pt>
                <c:pt idx="1398">
                  <c:v>6.0498066901408452</c:v>
                </c:pt>
                <c:pt idx="1399">
                  <c:v>6.0538535211267606</c:v>
                </c:pt>
                <c:pt idx="1400">
                  <c:v>6.0540279577464791</c:v>
                </c:pt>
                <c:pt idx="1401">
                  <c:v>6.0564606338028169</c:v>
                </c:pt>
                <c:pt idx="1402">
                  <c:v>6.0551661267605636</c:v>
                </c:pt>
                <c:pt idx="1403">
                  <c:v>6.0521334507042255</c:v>
                </c:pt>
                <c:pt idx="1404">
                  <c:v>6.0535688732394366</c:v>
                </c:pt>
                <c:pt idx="1405">
                  <c:v>6.0471359154929578</c:v>
                </c:pt>
                <c:pt idx="1406">
                  <c:v>6.0401628169014083</c:v>
                </c:pt>
                <c:pt idx="1407">
                  <c:v>6.0484959154929578</c:v>
                </c:pt>
                <c:pt idx="1408">
                  <c:v>6.0556983802816902</c:v>
                </c:pt>
                <c:pt idx="1409">
                  <c:v>6.055064084507042</c:v>
                </c:pt>
                <c:pt idx="1410">
                  <c:v>6.0504222535211269</c:v>
                </c:pt>
                <c:pt idx="1411">
                  <c:v>6.0428807746478874</c:v>
                </c:pt>
                <c:pt idx="1412">
                  <c:v>6.0390443661971833</c:v>
                </c:pt>
                <c:pt idx="1413">
                  <c:v>6.0370697887323947</c:v>
                </c:pt>
                <c:pt idx="1414">
                  <c:v>6.0358805633802817</c:v>
                </c:pt>
                <c:pt idx="1415">
                  <c:v>6.0409295774647891</c:v>
                </c:pt>
                <c:pt idx="1416">
                  <c:v>6.0465875352112679</c:v>
                </c:pt>
                <c:pt idx="1417">
                  <c:v>6.0499588732394365</c:v>
                </c:pt>
                <c:pt idx="1418">
                  <c:v>6.0488254225352112</c:v>
                </c:pt>
                <c:pt idx="1419">
                  <c:v>6.0493171830985917</c:v>
                </c:pt>
                <c:pt idx="1420">
                  <c:v>6.0537021126760564</c:v>
                </c:pt>
                <c:pt idx="1421">
                  <c:v>6.0569878873239436</c:v>
                </c:pt>
                <c:pt idx="1422">
                  <c:v>6.0619216197183095</c:v>
                </c:pt>
                <c:pt idx="1423">
                  <c:v>6.0657222535211268</c:v>
                </c:pt>
                <c:pt idx="1424">
                  <c:v>6.0669339436619723</c:v>
                </c:pt>
                <c:pt idx="1425">
                  <c:v>6.0670111971830982</c:v>
                </c:pt>
                <c:pt idx="1426">
                  <c:v>6.0681889436619718</c:v>
                </c:pt>
                <c:pt idx="1427">
                  <c:v>6.0684950000000004</c:v>
                </c:pt>
                <c:pt idx="1428">
                  <c:v>6.0640048591549292</c:v>
                </c:pt>
                <c:pt idx="1429">
                  <c:v>6.055346690140845</c:v>
                </c:pt>
                <c:pt idx="1430">
                  <c:v>6.0529052816901405</c:v>
                </c:pt>
                <c:pt idx="1431">
                  <c:v>6.0527341549295777</c:v>
                </c:pt>
                <c:pt idx="1432">
                  <c:v>6.0500947887323946</c:v>
                </c:pt>
                <c:pt idx="1433">
                  <c:v>6.0503047887323946</c:v>
                </c:pt>
                <c:pt idx="1434">
                  <c:v>6.0506638732394364</c:v>
                </c:pt>
                <c:pt idx="1435">
                  <c:v>6.056775563380282</c:v>
                </c:pt>
                <c:pt idx="1436">
                  <c:v>6.060033309859155</c:v>
                </c:pt>
                <c:pt idx="1437">
                  <c:v>6.0573423943661968</c:v>
                </c:pt>
                <c:pt idx="1438">
                  <c:v>6.0562267605633799</c:v>
                </c:pt>
                <c:pt idx="1439">
                  <c:v>6.0538351408450701</c:v>
                </c:pt>
                <c:pt idx="1440">
                  <c:v>6.0551692957746477</c:v>
                </c:pt>
                <c:pt idx="1441">
                  <c:v>6.0619058450704228</c:v>
                </c:pt>
                <c:pt idx="1442">
                  <c:v>6.0642134507042256</c:v>
                </c:pt>
                <c:pt idx="1443">
                  <c:v>6.0600033802816897</c:v>
                </c:pt>
                <c:pt idx="1444">
                  <c:v>6.0593115492957743</c:v>
                </c:pt>
                <c:pt idx="1445">
                  <c:v>6.055968802816901</c:v>
                </c:pt>
                <c:pt idx="1446">
                  <c:v>6.0506982394366196</c:v>
                </c:pt>
                <c:pt idx="1447">
                  <c:v>6.0475446478873236</c:v>
                </c:pt>
                <c:pt idx="1448">
                  <c:v>6.0433616197183095</c:v>
                </c:pt>
                <c:pt idx="1449">
                  <c:v>6.0446775352112674</c:v>
                </c:pt>
                <c:pt idx="1450">
                  <c:v>6.0483699295774649</c:v>
                </c:pt>
                <c:pt idx="1451">
                  <c:v>6.0463123943661969</c:v>
                </c:pt>
                <c:pt idx="1452">
                  <c:v>6.0443513380281688</c:v>
                </c:pt>
                <c:pt idx="1453">
                  <c:v>6.0456914788732394</c:v>
                </c:pt>
                <c:pt idx="1454">
                  <c:v>6.0540447183098589</c:v>
                </c:pt>
                <c:pt idx="1455">
                  <c:v>6.0626964788732396</c:v>
                </c:pt>
                <c:pt idx="1456">
                  <c:v>6.0642136619718308</c:v>
                </c:pt>
                <c:pt idx="1457">
                  <c:v>6.0575474647887324</c:v>
                </c:pt>
                <c:pt idx="1458">
                  <c:v>6.0556219014084505</c:v>
                </c:pt>
                <c:pt idx="1459">
                  <c:v>6.0587659154929581</c:v>
                </c:pt>
                <c:pt idx="1460">
                  <c:v>6.0592573943661971</c:v>
                </c:pt>
                <c:pt idx="1461">
                  <c:v>6.0624369014084509</c:v>
                </c:pt>
                <c:pt idx="1462">
                  <c:v>6.0703443661971832</c:v>
                </c:pt>
                <c:pt idx="1463">
                  <c:v>6.0734676056338026</c:v>
                </c:pt>
                <c:pt idx="1464">
                  <c:v>6.0757056338028166</c:v>
                </c:pt>
                <c:pt idx="1465">
                  <c:v>6.0779218309859155</c:v>
                </c:pt>
                <c:pt idx="1466">
                  <c:v>6.0825302816901408</c:v>
                </c:pt>
                <c:pt idx="1467">
                  <c:v>6.0809225352112675</c:v>
                </c:pt>
                <c:pt idx="1468">
                  <c:v>6.0816746478873238</c:v>
                </c:pt>
                <c:pt idx="1469">
                  <c:v>6.0798098591549294</c:v>
                </c:pt>
                <c:pt idx="1470">
                  <c:v>6.0743014084507045</c:v>
                </c:pt>
                <c:pt idx="1471">
                  <c:v>6.0634518309859153</c:v>
                </c:pt>
                <c:pt idx="1472">
                  <c:v>6.057943098591549</c:v>
                </c:pt>
                <c:pt idx="1473">
                  <c:v>6.0613011971830986</c:v>
                </c:pt>
                <c:pt idx="1474">
                  <c:v>6.0638675352112674</c:v>
                </c:pt>
                <c:pt idx="1475">
                  <c:v>6.0625222535211272</c:v>
                </c:pt>
                <c:pt idx="1476">
                  <c:v>6.0590073943661968</c:v>
                </c:pt>
                <c:pt idx="1477">
                  <c:v>6.0536645070422539</c:v>
                </c:pt>
                <c:pt idx="1478">
                  <c:v>6.054343028169014</c:v>
                </c:pt>
                <c:pt idx="1479">
                  <c:v>6.0606776056338028</c:v>
                </c:pt>
                <c:pt idx="1480">
                  <c:v>6.0708267605633806</c:v>
                </c:pt>
                <c:pt idx="1481">
                  <c:v>6.0745535211267603</c:v>
                </c:pt>
                <c:pt idx="1482">
                  <c:v>6.0699196478873239</c:v>
                </c:pt>
                <c:pt idx="1483">
                  <c:v>6.0681388732394366</c:v>
                </c:pt>
                <c:pt idx="1484">
                  <c:v>6.0670184507042251</c:v>
                </c:pt>
                <c:pt idx="1485">
                  <c:v>6.0674097887323946</c:v>
                </c:pt>
                <c:pt idx="1486">
                  <c:v>6.0598210563380279</c:v>
                </c:pt>
                <c:pt idx="1487">
                  <c:v>6.0505154225352111</c:v>
                </c:pt>
                <c:pt idx="1488">
                  <c:v>6.0565652112676061</c:v>
                </c:pt>
                <c:pt idx="1489">
                  <c:v>6.0626958450704223</c:v>
                </c:pt>
                <c:pt idx="1490">
                  <c:v>6.0563489436619715</c:v>
                </c:pt>
                <c:pt idx="1491">
                  <c:v>6.0549309154929576</c:v>
                </c:pt>
                <c:pt idx="1492">
                  <c:v>6.0613490140845068</c:v>
                </c:pt>
                <c:pt idx="1493">
                  <c:v>6.0742500000000001</c:v>
                </c:pt>
                <c:pt idx="1494">
                  <c:v>6.0820112676056342</c:v>
                </c:pt>
                <c:pt idx="1495">
                  <c:v>6.0838788732394367</c:v>
                </c:pt>
                <c:pt idx="1496">
                  <c:v>6.0797260563380284</c:v>
                </c:pt>
                <c:pt idx="1497">
                  <c:v>6.0710077464788732</c:v>
                </c:pt>
                <c:pt idx="1498">
                  <c:v>6.0656742253521125</c:v>
                </c:pt>
                <c:pt idx="1499">
                  <c:v>6.0600737323943665</c:v>
                </c:pt>
                <c:pt idx="1500">
                  <c:v>6.0566647887323946</c:v>
                </c:pt>
                <c:pt idx="1501">
                  <c:v>6.0552597183098591</c:v>
                </c:pt>
                <c:pt idx="1502">
                  <c:v>6.0567314788732398</c:v>
                </c:pt>
                <c:pt idx="1503">
                  <c:v>6.0615612676056339</c:v>
                </c:pt>
                <c:pt idx="1504">
                  <c:v>6.062110070422535</c:v>
                </c:pt>
                <c:pt idx="1505">
                  <c:v>6.0559935915492957</c:v>
                </c:pt>
                <c:pt idx="1506">
                  <c:v>6.0540609154929577</c:v>
                </c:pt>
                <c:pt idx="1507">
                  <c:v>6.0634904225352111</c:v>
                </c:pt>
                <c:pt idx="1508">
                  <c:v>6.0690157042253521</c:v>
                </c:pt>
                <c:pt idx="1509">
                  <c:v>6.0693639436619717</c:v>
                </c:pt>
                <c:pt idx="1510">
                  <c:v>6.0677129577464788</c:v>
                </c:pt>
                <c:pt idx="1511">
                  <c:v>6.0677253521126762</c:v>
                </c:pt>
                <c:pt idx="1512">
                  <c:v>6.0702391549295776</c:v>
                </c:pt>
                <c:pt idx="1513">
                  <c:v>6.068777887323944</c:v>
                </c:pt>
                <c:pt idx="1514">
                  <c:v>6.067889577464789</c:v>
                </c:pt>
                <c:pt idx="1515">
                  <c:v>6.0678854225352117</c:v>
                </c:pt>
                <c:pt idx="1516">
                  <c:v>6.0611011267605637</c:v>
                </c:pt>
                <c:pt idx="1517">
                  <c:v>6.0513420422535216</c:v>
                </c:pt>
                <c:pt idx="1518">
                  <c:v>6.0456134507042254</c:v>
                </c:pt>
                <c:pt idx="1519">
                  <c:v>6.0440983098591552</c:v>
                </c:pt>
                <c:pt idx="1520">
                  <c:v>6.0490559859154933</c:v>
                </c:pt>
                <c:pt idx="1521">
                  <c:v>6.0541961971830984</c:v>
                </c:pt>
                <c:pt idx="1522">
                  <c:v>6.0532871126760561</c:v>
                </c:pt>
                <c:pt idx="1523">
                  <c:v>6.0530216197183098</c:v>
                </c:pt>
                <c:pt idx="1524">
                  <c:v>6.0547628873239434</c:v>
                </c:pt>
                <c:pt idx="1525">
                  <c:v>6.0480296478873239</c:v>
                </c:pt>
                <c:pt idx="1526">
                  <c:v>6.0421009859154928</c:v>
                </c:pt>
                <c:pt idx="1527">
                  <c:v>6.0449927464788731</c:v>
                </c:pt>
                <c:pt idx="1528">
                  <c:v>6.0436417605633803</c:v>
                </c:pt>
                <c:pt idx="1529">
                  <c:v>6.0452420422535216</c:v>
                </c:pt>
                <c:pt idx="1530">
                  <c:v>6.0504007042253525</c:v>
                </c:pt>
                <c:pt idx="1531">
                  <c:v>6.0547050704225356</c:v>
                </c:pt>
                <c:pt idx="1532">
                  <c:v>6.0498490140845069</c:v>
                </c:pt>
                <c:pt idx="1533">
                  <c:v>6.0448078873239437</c:v>
                </c:pt>
                <c:pt idx="1534">
                  <c:v>6.0464195070422537</c:v>
                </c:pt>
                <c:pt idx="1535">
                  <c:v>6.0493885211267608</c:v>
                </c:pt>
                <c:pt idx="1536">
                  <c:v>6.0554009154929576</c:v>
                </c:pt>
                <c:pt idx="1537">
                  <c:v>6.0579538028169013</c:v>
                </c:pt>
                <c:pt idx="1538">
                  <c:v>6.0600214788732396</c:v>
                </c:pt>
                <c:pt idx="1539">
                  <c:v>6.0621900704225355</c:v>
                </c:pt>
                <c:pt idx="1540">
                  <c:v>6.0640850704225349</c:v>
                </c:pt>
                <c:pt idx="1541">
                  <c:v>6.0671277464788735</c:v>
                </c:pt>
                <c:pt idx="1542">
                  <c:v>6.0655828169014088</c:v>
                </c:pt>
                <c:pt idx="1543">
                  <c:v>6.0693378169014087</c:v>
                </c:pt>
                <c:pt idx="1544">
                  <c:v>6.0689676056338024</c:v>
                </c:pt>
                <c:pt idx="1545">
                  <c:v>6.0678358450704222</c:v>
                </c:pt>
                <c:pt idx="1546">
                  <c:v>6.0649343661971828</c:v>
                </c:pt>
                <c:pt idx="1547">
                  <c:v>6.0632346478873238</c:v>
                </c:pt>
                <c:pt idx="1548">
                  <c:v>6.070205633802817</c:v>
                </c:pt>
                <c:pt idx="1549">
                  <c:v>6.083434507042254</c:v>
                </c:pt>
                <c:pt idx="1550">
                  <c:v>6.0968147887323942</c:v>
                </c:pt>
                <c:pt idx="1551">
                  <c:v>6.0949887323943663</c:v>
                </c:pt>
                <c:pt idx="1552">
                  <c:v>6.0940450704225348</c:v>
                </c:pt>
                <c:pt idx="1553">
                  <c:v>6.0930830985915492</c:v>
                </c:pt>
                <c:pt idx="1554">
                  <c:v>6.08972676056338</c:v>
                </c:pt>
                <c:pt idx="1555">
                  <c:v>6.0841746478873242</c:v>
                </c:pt>
                <c:pt idx="1556">
                  <c:v>6.0756852112676061</c:v>
                </c:pt>
                <c:pt idx="1557">
                  <c:v>6.0673281690140843</c:v>
                </c:pt>
                <c:pt idx="1558">
                  <c:v>6.0620973239436617</c:v>
                </c:pt>
                <c:pt idx="1559">
                  <c:v>6.0613357042253524</c:v>
                </c:pt>
                <c:pt idx="1560">
                  <c:v>6.0632303521126758</c:v>
                </c:pt>
                <c:pt idx="1561">
                  <c:v>6.0725661971830984</c:v>
                </c:pt>
                <c:pt idx="1562">
                  <c:v>6.0795556338028165</c:v>
                </c:pt>
                <c:pt idx="1563">
                  <c:v>6.0813823943661971</c:v>
                </c:pt>
                <c:pt idx="1564">
                  <c:v>6.0842908450704227</c:v>
                </c:pt>
                <c:pt idx="1565">
                  <c:v>6.0833021126760567</c:v>
                </c:pt>
                <c:pt idx="1566">
                  <c:v>6.0811774647887322</c:v>
                </c:pt>
                <c:pt idx="1567">
                  <c:v>6.0797253521126757</c:v>
                </c:pt>
                <c:pt idx="1568">
                  <c:v>6.0727063380281692</c:v>
                </c:pt>
                <c:pt idx="1569">
                  <c:v>6.0709711267605631</c:v>
                </c:pt>
                <c:pt idx="1570">
                  <c:v>6.0687732394366201</c:v>
                </c:pt>
                <c:pt idx="1571">
                  <c:v>6.0609157042253523</c:v>
                </c:pt>
                <c:pt idx="1572">
                  <c:v>6.0537380281690139</c:v>
                </c:pt>
                <c:pt idx="1573">
                  <c:v>6.0470350704225355</c:v>
                </c:pt>
                <c:pt idx="1574">
                  <c:v>6.046489929577465</c:v>
                </c:pt>
                <c:pt idx="1575">
                  <c:v>6.0514603521126764</c:v>
                </c:pt>
                <c:pt idx="1576">
                  <c:v>6.0547039436619716</c:v>
                </c:pt>
                <c:pt idx="1577">
                  <c:v>6.0554877464788737</c:v>
                </c:pt>
                <c:pt idx="1578">
                  <c:v>6.058025422535211</c:v>
                </c:pt>
                <c:pt idx="1579">
                  <c:v>6.0631097887323939</c:v>
                </c:pt>
                <c:pt idx="1580">
                  <c:v>6.0682932394366196</c:v>
                </c:pt>
                <c:pt idx="1581">
                  <c:v>6.0725056338028169</c:v>
                </c:pt>
                <c:pt idx="1582">
                  <c:v>6.0759669014084503</c:v>
                </c:pt>
                <c:pt idx="1583">
                  <c:v>6.0784429577464785</c:v>
                </c:pt>
                <c:pt idx="1584">
                  <c:v>6.0821880281690142</c:v>
                </c:pt>
                <c:pt idx="1585">
                  <c:v>6.0862176056338031</c:v>
                </c:pt>
                <c:pt idx="1586">
                  <c:v>6.0841070422535211</c:v>
                </c:pt>
                <c:pt idx="1587">
                  <c:v>6.0796133802816898</c:v>
                </c:pt>
                <c:pt idx="1588">
                  <c:v>6.0756507042253522</c:v>
                </c:pt>
                <c:pt idx="1589">
                  <c:v>6.0692933802816897</c:v>
                </c:pt>
                <c:pt idx="1590">
                  <c:v>6.0674658450704229</c:v>
                </c:pt>
                <c:pt idx="1591">
                  <c:v>6.0675118309859153</c:v>
                </c:pt>
                <c:pt idx="1592">
                  <c:v>6.0659555633802817</c:v>
                </c:pt>
                <c:pt idx="1593">
                  <c:v>6.0625534507042254</c:v>
                </c:pt>
                <c:pt idx="1594">
                  <c:v>6.0577628169014082</c:v>
                </c:pt>
                <c:pt idx="1595">
                  <c:v>6.0541284507042255</c:v>
                </c:pt>
                <c:pt idx="1596">
                  <c:v>6.0572298591549298</c:v>
                </c:pt>
                <c:pt idx="1597">
                  <c:v>6.0639037323943663</c:v>
                </c:pt>
                <c:pt idx="1598">
                  <c:v>6.0676552112676054</c:v>
                </c:pt>
                <c:pt idx="1599">
                  <c:v>6.0659798591549299</c:v>
                </c:pt>
                <c:pt idx="1600">
                  <c:v>6.0642750704225357</c:v>
                </c:pt>
                <c:pt idx="1601">
                  <c:v>6.0663414788732393</c:v>
                </c:pt>
                <c:pt idx="1602">
                  <c:v>6.0744753521126764</c:v>
                </c:pt>
                <c:pt idx="1603">
                  <c:v>6.0814161971830982</c:v>
                </c:pt>
                <c:pt idx="1604">
                  <c:v>6.0811429577464793</c:v>
                </c:pt>
                <c:pt idx="1605">
                  <c:v>6.0760507042253522</c:v>
                </c:pt>
                <c:pt idx="1606">
                  <c:v>6.072254225352113</c:v>
                </c:pt>
                <c:pt idx="1607">
                  <c:v>6.0746190140845071</c:v>
                </c:pt>
                <c:pt idx="1608">
                  <c:v>6.076259154929577</c:v>
                </c:pt>
                <c:pt idx="1609">
                  <c:v>6.0734985915492956</c:v>
                </c:pt>
                <c:pt idx="1610">
                  <c:v>6.0753274647887325</c:v>
                </c:pt>
                <c:pt idx="1611">
                  <c:v>6.0782253521126757</c:v>
                </c:pt>
                <c:pt idx="1612">
                  <c:v>6.0789253521126758</c:v>
                </c:pt>
                <c:pt idx="1613">
                  <c:v>6.0790408450704225</c:v>
                </c:pt>
                <c:pt idx="1614">
                  <c:v>6.0844133802816902</c:v>
                </c:pt>
                <c:pt idx="1615">
                  <c:v>6.0859014084507042</c:v>
                </c:pt>
                <c:pt idx="1616">
                  <c:v>6.0811338028169013</c:v>
                </c:pt>
                <c:pt idx="1617">
                  <c:v>6.0779683098591546</c:v>
                </c:pt>
                <c:pt idx="1618">
                  <c:v>6.0707239436619718</c:v>
                </c:pt>
                <c:pt idx="1619">
                  <c:v>6.065102394366197</c:v>
                </c:pt>
                <c:pt idx="1620">
                  <c:v>6.0629802112676057</c:v>
                </c:pt>
                <c:pt idx="1621">
                  <c:v>6.0683435915492954</c:v>
                </c:pt>
                <c:pt idx="1622">
                  <c:v>6.0742725352112679</c:v>
                </c:pt>
                <c:pt idx="1623">
                  <c:v>6.0770563380281688</c:v>
                </c:pt>
                <c:pt idx="1624">
                  <c:v>6.075372535211268</c:v>
                </c:pt>
                <c:pt idx="1625">
                  <c:v>6.0769091549295773</c:v>
                </c:pt>
                <c:pt idx="1626">
                  <c:v>6.0866464788732397</c:v>
                </c:pt>
                <c:pt idx="1627">
                  <c:v>6.0902887323943666</c:v>
                </c:pt>
                <c:pt idx="1628">
                  <c:v>6.0914823943661975</c:v>
                </c:pt>
                <c:pt idx="1629">
                  <c:v>6.0850845070422537</c:v>
                </c:pt>
                <c:pt idx="1630">
                  <c:v>6.0830859154929575</c:v>
                </c:pt>
                <c:pt idx="1631">
                  <c:v>6.0840690140845073</c:v>
                </c:pt>
                <c:pt idx="1632">
                  <c:v>6.0811345070422531</c:v>
                </c:pt>
                <c:pt idx="1633">
                  <c:v>6.0835584507042251</c:v>
                </c:pt>
                <c:pt idx="1634">
                  <c:v>6.0889140845070422</c:v>
                </c:pt>
                <c:pt idx="1635">
                  <c:v>6.0987042253521127</c:v>
                </c:pt>
                <c:pt idx="1636">
                  <c:v>6.1076577464788731</c:v>
                </c:pt>
                <c:pt idx="1637">
                  <c:v>6.1103922535211268</c:v>
                </c:pt>
                <c:pt idx="1638">
                  <c:v>6.1113908450704226</c:v>
                </c:pt>
                <c:pt idx="1639">
                  <c:v>6.1055654929577461</c:v>
                </c:pt>
                <c:pt idx="1640">
                  <c:v>6.101117605633803</c:v>
                </c:pt>
                <c:pt idx="1641">
                  <c:v>6.1062936619718311</c:v>
                </c:pt>
                <c:pt idx="1642">
                  <c:v>6.1143542253521126</c:v>
                </c:pt>
                <c:pt idx="1643">
                  <c:v>6.1179485915492959</c:v>
                </c:pt>
                <c:pt idx="1644">
                  <c:v>6.1132626760563378</c:v>
                </c:pt>
                <c:pt idx="1645">
                  <c:v>6.1049591549295776</c:v>
                </c:pt>
                <c:pt idx="1646">
                  <c:v>6.0988591549295776</c:v>
                </c:pt>
                <c:pt idx="1647">
                  <c:v>6.0969640845070421</c:v>
                </c:pt>
                <c:pt idx="1648">
                  <c:v>6.1007056338028169</c:v>
                </c:pt>
                <c:pt idx="1649">
                  <c:v>6.1131260563380279</c:v>
                </c:pt>
                <c:pt idx="1650">
                  <c:v>6.1275070422535212</c:v>
                </c:pt>
                <c:pt idx="1651">
                  <c:v>6.1256485915492958</c:v>
                </c:pt>
                <c:pt idx="1652">
                  <c:v>6.1262661971830985</c:v>
                </c:pt>
                <c:pt idx="1653">
                  <c:v>6.1341929577464791</c:v>
                </c:pt>
                <c:pt idx="1654">
                  <c:v>6.1401711267605634</c:v>
                </c:pt>
                <c:pt idx="1655">
                  <c:v>6.1477450704225349</c:v>
                </c:pt>
                <c:pt idx="1656">
                  <c:v>6.1544626760563377</c:v>
                </c:pt>
                <c:pt idx="1657">
                  <c:v>6.1601147887323942</c:v>
                </c:pt>
                <c:pt idx="1658">
                  <c:v>6.1695760563380277</c:v>
                </c:pt>
                <c:pt idx="1659">
                  <c:v>6.1757197183098596</c:v>
                </c:pt>
                <c:pt idx="1660">
                  <c:v>6.1795661971830986</c:v>
                </c:pt>
                <c:pt idx="1661">
                  <c:v>6.1819197183098593</c:v>
                </c:pt>
                <c:pt idx="1662">
                  <c:v>6.1862281690140843</c:v>
                </c:pt>
                <c:pt idx="1663">
                  <c:v>6.1842415492957743</c:v>
                </c:pt>
                <c:pt idx="1664">
                  <c:v>6.1912598591549299</c:v>
                </c:pt>
                <c:pt idx="1665">
                  <c:v>6.1942084507042257</c:v>
                </c:pt>
                <c:pt idx="1666">
                  <c:v>6.1949218309859155</c:v>
                </c:pt>
                <c:pt idx="1667">
                  <c:v>6.1937042253521124</c:v>
                </c:pt>
                <c:pt idx="1668">
                  <c:v>6.196833098591549</c:v>
                </c:pt>
                <c:pt idx="1669">
                  <c:v>6.2064070422535211</c:v>
                </c:pt>
                <c:pt idx="1670">
                  <c:v>6.2198802816901413</c:v>
                </c:pt>
                <c:pt idx="1671">
                  <c:v>6.2379838028169017</c:v>
                </c:pt>
                <c:pt idx="1672">
                  <c:v>6.2632788732394369</c:v>
                </c:pt>
                <c:pt idx="1673">
                  <c:v>6.2785753521126759</c:v>
                </c:pt>
                <c:pt idx="1674">
                  <c:v>6.295049295774648</c:v>
                </c:pt>
                <c:pt idx="1675">
                  <c:v>6.3049943661971835</c:v>
                </c:pt>
                <c:pt idx="1676">
                  <c:v>6.3181204225352117</c:v>
                </c:pt>
                <c:pt idx="1677">
                  <c:v>6.3342316901408449</c:v>
                </c:pt>
                <c:pt idx="1678">
                  <c:v>6.3593640845070425</c:v>
                </c:pt>
                <c:pt idx="1679">
                  <c:v>6.3850133802816904</c:v>
                </c:pt>
                <c:pt idx="1680">
                  <c:v>6.4153880281690139</c:v>
                </c:pt>
                <c:pt idx="1681">
                  <c:v>6.4506274647887327</c:v>
                </c:pt>
                <c:pt idx="1682">
                  <c:v>6.4981352112676056</c:v>
                </c:pt>
                <c:pt idx="1683">
                  <c:v>6.5568767605633802</c:v>
                </c:pt>
                <c:pt idx="1684">
                  <c:v>6.640367605633803</c:v>
                </c:pt>
                <c:pt idx="1685">
                  <c:v>6.7431478873239437</c:v>
                </c:pt>
                <c:pt idx="1686">
                  <c:v>6.8737535211267602</c:v>
                </c:pt>
                <c:pt idx="1687">
                  <c:v>7.0507112676056334</c:v>
                </c:pt>
                <c:pt idx="1688">
                  <c:v>7.2803098591549293</c:v>
                </c:pt>
                <c:pt idx="1689">
                  <c:v>7.5203309859154928</c:v>
                </c:pt>
                <c:pt idx="1690">
                  <c:v>7.6959577464788733</c:v>
                </c:pt>
                <c:pt idx="1691">
                  <c:v>7.7324577464788735</c:v>
                </c:pt>
                <c:pt idx="1692">
                  <c:v>7.653091549295775</c:v>
                </c:pt>
                <c:pt idx="1693">
                  <c:v>7.5438380281690138</c:v>
                </c:pt>
                <c:pt idx="1694">
                  <c:v>7.4737816901408447</c:v>
                </c:pt>
                <c:pt idx="1695">
                  <c:v>7.4444154929577468</c:v>
                </c:pt>
                <c:pt idx="1696">
                  <c:v>7.4595915492957747</c:v>
                </c:pt>
                <c:pt idx="1697">
                  <c:v>7.512711267605634</c:v>
                </c:pt>
                <c:pt idx="1698">
                  <c:v>7.6017464788732392</c:v>
                </c:pt>
                <c:pt idx="1699">
                  <c:v>7.7113873239436623</c:v>
                </c:pt>
                <c:pt idx="1700">
                  <c:v>7.8627957746478874</c:v>
                </c:pt>
                <c:pt idx="1701">
                  <c:v>8.0549225352112686</c:v>
                </c:pt>
                <c:pt idx="1702">
                  <c:v>8.2977042253521134</c:v>
                </c:pt>
                <c:pt idx="1703">
                  <c:v>8.5866338028169018</c:v>
                </c:pt>
                <c:pt idx="1704">
                  <c:v>8.9530422535211258</c:v>
                </c:pt>
                <c:pt idx="1705">
                  <c:v>9.4058591549295762</c:v>
                </c:pt>
                <c:pt idx="1706">
                  <c:v>9.9788943661971832</c:v>
                </c:pt>
                <c:pt idx="1707">
                  <c:v>10.66942957746479</c:v>
                </c:pt>
                <c:pt idx="1708">
                  <c:v>11.51957042253521</c:v>
                </c:pt>
                <c:pt idx="1709">
                  <c:v>12.588711267605634</c:v>
                </c:pt>
                <c:pt idx="1710">
                  <c:v>14.021267605633803</c:v>
                </c:pt>
                <c:pt idx="1711">
                  <c:v>15.98725352112676</c:v>
                </c:pt>
                <c:pt idx="1712">
                  <c:v>18.801690140845071</c:v>
                </c:pt>
                <c:pt idx="1713">
                  <c:v>22.856619718309862</c:v>
                </c:pt>
                <c:pt idx="1714">
                  <c:v>28.707957746478872</c:v>
                </c:pt>
                <c:pt idx="1715">
                  <c:v>36.580211267605634</c:v>
                </c:pt>
                <c:pt idx="1716">
                  <c:v>45.453309859154928</c:v>
                </c:pt>
                <c:pt idx="1717">
                  <c:v>51.886408450704224</c:v>
                </c:pt>
                <c:pt idx="1718">
                  <c:v>52.834647887323939</c:v>
                </c:pt>
                <c:pt idx="1719">
                  <c:v>48.1256338028169</c:v>
                </c:pt>
                <c:pt idx="1720">
                  <c:v>40.604507042253523</c:v>
                </c:pt>
                <c:pt idx="1721">
                  <c:v>33.478802816901407</c:v>
                </c:pt>
                <c:pt idx="1722">
                  <c:v>27.755704225352112</c:v>
                </c:pt>
                <c:pt idx="1723">
                  <c:v>23.382323943661973</c:v>
                </c:pt>
                <c:pt idx="1724">
                  <c:v>19.949718309859154</c:v>
                </c:pt>
                <c:pt idx="1725">
                  <c:v>17.258169014084508</c:v>
                </c:pt>
                <c:pt idx="1726">
                  <c:v>15.123380281690141</c:v>
                </c:pt>
                <c:pt idx="1727">
                  <c:v>13.411338028169014</c:v>
                </c:pt>
                <c:pt idx="1728">
                  <c:v>12.012866197183099</c:v>
                </c:pt>
                <c:pt idx="1729">
                  <c:v>10.899767605633802</c:v>
                </c:pt>
                <c:pt idx="1730">
                  <c:v>10.025450704225353</c:v>
                </c:pt>
                <c:pt idx="1731">
                  <c:v>9.3557605633802829</c:v>
                </c:pt>
                <c:pt idx="1732">
                  <c:v>8.8401901408450705</c:v>
                </c:pt>
                <c:pt idx="1733">
                  <c:v>8.4601478873239433</c:v>
                </c:pt>
                <c:pt idx="1734">
                  <c:v>8.1600422535211266</c:v>
                </c:pt>
                <c:pt idx="1735">
                  <c:v>7.9321901408450701</c:v>
                </c:pt>
                <c:pt idx="1736">
                  <c:v>7.7582957746478876</c:v>
                </c:pt>
                <c:pt idx="1737">
                  <c:v>7.6328732394366199</c:v>
                </c:pt>
                <c:pt idx="1738">
                  <c:v>7.5521760563380287</c:v>
                </c:pt>
                <c:pt idx="1739">
                  <c:v>7.5277253521126761</c:v>
                </c:pt>
                <c:pt idx="1740">
                  <c:v>7.5505633802816901</c:v>
                </c:pt>
                <c:pt idx="1741">
                  <c:v>7.6394929577464783</c:v>
                </c:pt>
                <c:pt idx="1742">
                  <c:v>7.7738521126760567</c:v>
                </c:pt>
                <c:pt idx="1743">
                  <c:v>7.9191901408450702</c:v>
                </c:pt>
                <c:pt idx="1744">
                  <c:v>7.9894859154929581</c:v>
                </c:pt>
                <c:pt idx="1745">
                  <c:v>7.9295633802816905</c:v>
                </c:pt>
                <c:pt idx="1746">
                  <c:v>7.7418802816901406</c:v>
                </c:pt>
                <c:pt idx="1747">
                  <c:v>7.5117535211267601</c:v>
                </c:pt>
                <c:pt idx="1748">
                  <c:v>7.2972183098591552</c:v>
                </c:pt>
                <c:pt idx="1749">
                  <c:v>7.1221197183098592</c:v>
                </c:pt>
                <c:pt idx="1750">
                  <c:v>6.9878098591549298</c:v>
                </c:pt>
                <c:pt idx="1751">
                  <c:v>6.8855845070422532</c:v>
                </c:pt>
                <c:pt idx="1752">
                  <c:v>6.8039366197183098</c:v>
                </c:pt>
                <c:pt idx="1753">
                  <c:v>6.7395563380281693</c:v>
                </c:pt>
                <c:pt idx="1754">
                  <c:v>6.6875366197183101</c:v>
                </c:pt>
                <c:pt idx="1755">
                  <c:v>6.6460985915492961</c:v>
                </c:pt>
                <c:pt idx="1756">
                  <c:v>6.6056915492957744</c:v>
                </c:pt>
                <c:pt idx="1757">
                  <c:v>6.568655633802817</c:v>
                </c:pt>
                <c:pt idx="1758">
                  <c:v>6.5281725352112678</c:v>
                </c:pt>
                <c:pt idx="1759">
                  <c:v>6.4904154929577462</c:v>
                </c:pt>
                <c:pt idx="1760">
                  <c:v>6.4576971830985919</c:v>
                </c:pt>
                <c:pt idx="1761">
                  <c:v>6.4332014084507039</c:v>
                </c:pt>
                <c:pt idx="1762">
                  <c:v>6.4141985915492956</c:v>
                </c:pt>
                <c:pt idx="1763">
                  <c:v>6.4057119718309856</c:v>
                </c:pt>
                <c:pt idx="1764">
                  <c:v>6.3970387323943658</c:v>
                </c:pt>
                <c:pt idx="1765">
                  <c:v>6.3918809859154928</c:v>
                </c:pt>
                <c:pt idx="1766">
                  <c:v>6.3802295774647888</c:v>
                </c:pt>
                <c:pt idx="1767">
                  <c:v>6.3679161971830984</c:v>
                </c:pt>
                <c:pt idx="1768">
                  <c:v>6.3542640845070419</c:v>
                </c:pt>
                <c:pt idx="1769">
                  <c:v>6.3404943661971833</c:v>
                </c:pt>
                <c:pt idx="1770">
                  <c:v>6.3176711267605636</c:v>
                </c:pt>
                <c:pt idx="1771">
                  <c:v>6.3033133802816899</c:v>
                </c:pt>
                <c:pt idx="1772">
                  <c:v>6.2974161971830984</c:v>
                </c:pt>
                <c:pt idx="1773">
                  <c:v>6.2916633802816904</c:v>
                </c:pt>
                <c:pt idx="1774">
                  <c:v>6.285753521126761</c:v>
                </c:pt>
                <c:pt idx="1775">
                  <c:v>6.275119014084507</c:v>
                </c:pt>
                <c:pt idx="1776">
                  <c:v>6.2640683098591552</c:v>
                </c:pt>
                <c:pt idx="1777">
                  <c:v>6.2561345070422538</c:v>
                </c:pt>
                <c:pt idx="1778">
                  <c:v>6.2473950704225354</c:v>
                </c:pt>
                <c:pt idx="1779">
                  <c:v>6.2474204225352112</c:v>
                </c:pt>
                <c:pt idx="1780">
                  <c:v>6.2443478873239435</c:v>
                </c:pt>
                <c:pt idx="1781">
                  <c:v>6.2340697183098595</c:v>
                </c:pt>
                <c:pt idx="1782">
                  <c:v>6.2244774647887322</c:v>
                </c:pt>
                <c:pt idx="1783">
                  <c:v>6.2178908450704222</c:v>
                </c:pt>
                <c:pt idx="1784">
                  <c:v>6.2119795774647883</c:v>
                </c:pt>
                <c:pt idx="1785">
                  <c:v>6.2112288732394365</c:v>
                </c:pt>
                <c:pt idx="1786">
                  <c:v>6.2078753521126764</c:v>
                </c:pt>
                <c:pt idx="1787">
                  <c:v>6.2104929577464789</c:v>
                </c:pt>
                <c:pt idx="1788">
                  <c:v>6.2099795774647886</c:v>
                </c:pt>
                <c:pt idx="1789">
                  <c:v>6.2062316901408447</c:v>
                </c:pt>
                <c:pt idx="1790">
                  <c:v>6.1998464788732397</c:v>
                </c:pt>
                <c:pt idx="1791">
                  <c:v>6.1957316901408452</c:v>
                </c:pt>
                <c:pt idx="1792">
                  <c:v>6.1964809859154926</c:v>
                </c:pt>
                <c:pt idx="1793">
                  <c:v>6.1989978873239435</c:v>
                </c:pt>
                <c:pt idx="1794">
                  <c:v>6.1915295774647889</c:v>
                </c:pt>
                <c:pt idx="1795">
                  <c:v>6.1772577464788734</c:v>
                </c:pt>
                <c:pt idx="1796">
                  <c:v>6.1692957746478871</c:v>
                </c:pt>
                <c:pt idx="1797">
                  <c:v>6.1686063380281686</c:v>
                </c:pt>
                <c:pt idx="1798">
                  <c:v>6.1620169014084505</c:v>
                </c:pt>
                <c:pt idx="1799">
                  <c:v>6.1580140845070419</c:v>
                </c:pt>
                <c:pt idx="1800">
                  <c:v>6.1576253521126763</c:v>
                </c:pt>
                <c:pt idx="1801">
                  <c:v>6.1554183098591553</c:v>
                </c:pt>
                <c:pt idx="1802">
                  <c:v>6.1548457746478871</c:v>
                </c:pt>
                <c:pt idx="1803">
                  <c:v>6.1544809859154928</c:v>
                </c:pt>
                <c:pt idx="1804">
                  <c:v>6.1507352112676053</c:v>
                </c:pt>
                <c:pt idx="1805">
                  <c:v>6.1491323943661973</c:v>
                </c:pt>
                <c:pt idx="1806">
                  <c:v>6.1422781690140846</c:v>
                </c:pt>
                <c:pt idx="1807">
                  <c:v>6.1362838028169016</c:v>
                </c:pt>
                <c:pt idx="1808">
                  <c:v>6.1347640845070419</c:v>
                </c:pt>
                <c:pt idx="1809">
                  <c:v>6.1365140845070423</c:v>
                </c:pt>
                <c:pt idx="1810">
                  <c:v>6.1384140845070423</c:v>
                </c:pt>
                <c:pt idx="1811">
                  <c:v>6.1441795774647892</c:v>
                </c:pt>
                <c:pt idx="1812">
                  <c:v>6.1522239436619719</c:v>
                </c:pt>
                <c:pt idx="1813">
                  <c:v>6.1543859154929574</c:v>
                </c:pt>
                <c:pt idx="1814">
                  <c:v>6.1499690140845074</c:v>
                </c:pt>
                <c:pt idx="1815">
                  <c:v>6.1466028169014084</c:v>
                </c:pt>
                <c:pt idx="1816">
                  <c:v>6.1393908450704222</c:v>
                </c:pt>
                <c:pt idx="1817">
                  <c:v>6.127138732394366</c:v>
                </c:pt>
                <c:pt idx="1818">
                  <c:v>6.1213471830985915</c:v>
                </c:pt>
                <c:pt idx="1819">
                  <c:v>6.1246957746478872</c:v>
                </c:pt>
                <c:pt idx="1820">
                  <c:v>6.1274697183098592</c:v>
                </c:pt>
                <c:pt idx="1821">
                  <c:v>6.1234725352112678</c:v>
                </c:pt>
                <c:pt idx="1822">
                  <c:v>6.1145161971830984</c:v>
                </c:pt>
                <c:pt idx="1823">
                  <c:v>6.1043676056338025</c:v>
                </c:pt>
                <c:pt idx="1824">
                  <c:v>6.1018816901408455</c:v>
                </c:pt>
                <c:pt idx="1825">
                  <c:v>6.1001535211267601</c:v>
                </c:pt>
                <c:pt idx="1826">
                  <c:v>6.0996169014084511</c:v>
                </c:pt>
                <c:pt idx="1827">
                  <c:v>6.1023704225352109</c:v>
                </c:pt>
                <c:pt idx="1828">
                  <c:v>6.1025323943661975</c:v>
                </c:pt>
                <c:pt idx="1829">
                  <c:v>6.0976274647887321</c:v>
                </c:pt>
                <c:pt idx="1830">
                  <c:v>6.1025774647887321</c:v>
                </c:pt>
                <c:pt idx="1831">
                  <c:v>6.1043471830985911</c:v>
                </c:pt>
                <c:pt idx="1832">
                  <c:v>6.0997690140845071</c:v>
                </c:pt>
                <c:pt idx="1833">
                  <c:v>6.0963985915492955</c:v>
                </c:pt>
                <c:pt idx="1834">
                  <c:v>6.0953345070422538</c:v>
                </c:pt>
                <c:pt idx="1835">
                  <c:v>6.1035915492957749</c:v>
                </c:pt>
                <c:pt idx="1836">
                  <c:v>6.1067316901408448</c:v>
                </c:pt>
                <c:pt idx="1837">
                  <c:v>6.1029676056338031</c:v>
                </c:pt>
                <c:pt idx="1838">
                  <c:v>6.1001992957746483</c:v>
                </c:pt>
                <c:pt idx="1839">
                  <c:v>6.0959654929577463</c:v>
                </c:pt>
                <c:pt idx="1840">
                  <c:v>6.089311267605634</c:v>
                </c:pt>
                <c:pt idx="1841">
                  <c:v>6.091372535211268</c:v>
                </c:pt>
                <c:pt idx="1842">
                  <c:v>6.0919105633802815</c:v>
                </c:pt>
                <c:pt idx="1843">
                  <c:v>6.0952654929577461</c:v>
                </c:pt>
                <c:pt idx="1844">
                  <c:v>6.0968971830985916</c:v>
                </c:pt>
                <c:pt idx="1845">
                  <c:v>6.0964323943661975</c:v>
                </c:pt>
                <c:pt idx="1846">
                  <c:v>6.0942739436619719</c:v>
                </c:pt>
                <c:pt idx="1847">
                  <c:v>6.0928521126760566</c:v>
                </c:pt>
                <c:pt idx="1848">
                  <c:v>6.0913161971830982</c:v>
                </c:pt>
                <c:pt idx="1849">
                  <c:v>6.0864725352112679</c:v>
                </c:pt>
                <c:pt idx="1850">
                  <c:v>6.0757500000000002</c:v>
                </c:pt>
                <c:pt idx="1851">
                  <c:v>6.0761823943661968</c:v>
                </c:pt>
                <c:pt idx="1852">
                  <c:v>6.0737591549295775</c:v>
                </c:pt>
                <c:pt idx="1853">
                  <c:v>6.0748605633802821</c:v>
                </c:pt>
                <c:pt idx="1854">
                  <c:v>6.0716063380281691</c:v>
                </c:pt>
                <c:pt idx="1855">
                  <c:v>6.0669977464788731</c:v>
                </c:pt>
                <c:pt idx="1856">
                  <c:v>6.0729063380281687</c:v>
                </c:pt>
                <c:pt idx="1857">
                  <c:v>6.0804612676056342</c:v>
                </c:pt>
                <c:pt idx="1858">
                  <c:v>6.0838274647887323</c:v>
                </c:pt>
                <c:pt idx="1859">
                  <c:v>6.0890035211267604</c:v>
                </c:pt>
                <c:pt idx="1860">
                  <c:v>6.0965528169014087</c:v>
                </c:pt>
                <c:pt idx="1861">
                  <c:v>6.1024873239436621</c:v>
                </c:pt>
                <c:pt idx="1862">
                  <c:v>6.0936591549295773</c:v>
                </c:pt>
                <c:pt idx="1863">
                  <c:v>6.0830450704225356</c:v>
                </c:pt>
                <c:pt idx="1864">
                  <c:v>6.0851014084507042</c:v>
                </c:pt>
                <c:pt idx="1865">
                  <c:v>6.0803485915492956</c:v>
                </c:pt>
                <c:pt idx="1866">
                  <c:v>6.0732591549295778</c:v>
                </c:pt>
                <c:pt idx="1867">
                  <c:v>6.0726950704225349</c:v>
                </c:pt>
                <c:pt idx="1868">
                  <c:v>6.0726309859154926</c:v>
                </c:pt>
                <c:pt idx="1869">
                  <c:v>6.0742619718309863</c:v>
                </c:pt>
                <c:pt idx="1870">
                  <c:v>6.0744070422535215</c:v>
                </c:pt>
                <c:pt idx="1871">
                  <c:v>6.070033169014085</c:v>
                </c:pt>
                <c:pt idx="1872">
                  <c:v>6.0692000000000004</c:v>
                </c:pt>
                <c:pt idx="1873">
                  <c:v>6.0747253521126758</c:v>
                </c:pt>
                <c:pt idx="1874">
                  <c:v>6.079811267605634</c:v>
                </c:pt>
                <c:pt idx="1875">
                  <c:v>6.0761612676056336</c:v>
                </c:pt>
                <c:pt idx="1876">
                  <c:v>6.0758901408450701</c:v>
                </c:pt>
                <c:pt idx="1877">
                  <c:v>6.0779626760563383</c:v>
                </c:pt>
                <c:pt idx="1878">
                  <c:v>6.0721429577464789</c:v>
                </c:pt>
                <c:pt idx="1879">
                  <c:v>6.0667585211267605</c:v>
                </c:pt>
                <c:pt idx="1880">
                  <c:v>6.0575275352112676</c:v>
                </c:pt>
                <c:pt idx="1881">
                  <c:v>6.0546207042253517</c:v>
                </c:pt>
                <c:pt idx="1882">
                  <c:v>6.0507088028169012</c:v>
                </c:pt>
                <c:pt idx="1883">
                  <c:v>6.0472823943661975</c:v>
                </c:pt>
                <c:pt idx="1884">
                  <c:v>6.0512338732394362</c:v>
                </c:pt>
                <c:pt idx="1885">
                  <c:v>6.0500701408450706</c:v>
                </c:pt>
                <c:pt idx="1886">
                  <c:v>6.0503150000000003</c:v>
                </c:pt>
                <c:pt idx="1887">
                  <c:v>6.0501919014084509</c:v>
                </c:pt>
                <c:pt idx="1888">
                  <c:v>6.0487266197183098</c:v>
                </c:pt>
                <c:pt idx="1889">
                  <c:v>6.0559295774647888</c:v>
                </c:pt>
                <c:pt idx="1890">
                  <c:v>6.0618852112676054</c:v>
                </c:pt>
                <c:pt idx="1891">
                  <c:v>6.0607042253521124</c:v>
                </c:pt>
                <c:pt idx="1892">
                  <c:v>6.0619245774647883</c:v>
                </c:pt>
                <c:pt idx="1893">
                  <c:v>6.0677235915492957</c:v>
                </c:pt>
                <c:pt idx="1894">
                  <c:v>6.0724126760563379</c:v>
                </c:pt>
                <c:pt idx="1895">
                  <c:v>6.0757112676056337</c:v>
                </c:pt>
                <c:pt idx="1896">
                  <c:v>6.0745049295774649</c:v>
                </c:pt>
                <c:pt idx="1897">
                  <c:v>6.0703680985915494</c:v>
                </c:pt>
                <c:pt idx="1898">
                  <c:v>6.065765774647887</c:v>
                </c:pt>
                <c:pt idx="1899">
                  <c:v>6.0618452816901405</c:v>
                </c:pt>
                <c:pt idx="1900">
                  <c:v>6.0572510563380284</c:v>
                </c:pt>
                <c:pt idx="1901">
                  <c:v>6.0601208450704229</c:v>
                </c:pt>
                <c:pt idx="1902">
                  <c:v>6.0708880281690139</c:v>
                </c:pt>
                <c:pt idx="1903">
                  <c:v>6.0745338028169016</c:v>
                </c:pt>
                <c:pt idx="1904">
                  <c:v>6.0723330985915496</c:v>
                </c:pt>
                <c:pt idx="1905">
                  <c:v>6.0691873943661969</c:v>
                </c:pt>
                <c:pt idx="1906">
                  <c:v>6.0662782394366195</c:v>
                </c:pt>
                <c:pt idx="1907">
                  <c:v>6.0687005633802817</c:v>
                </c:pt>
                <c:pt idx="1908">
                  <c:v>6.0727922535211265</c:v>
                </c:pt>
                <c:pt idx="1909">
                  <c:v>6.0745683098591545</c:v>
                </c:pt>
                <c:pt idx="1910">
                  <c:v>6.0705732394366194</c:v>
                </c:pt>
                <c:pt idx="1911">
                  <c:v>6.0655334507042253</c:v>
                </c:pt>
                <c:pt idx="1912">
                  <c:v>6.0702416901408451</c:v>
                </c:pt>
                <c:pt idx="1913">
                  <c:v>6.0742774647887323</c:v>
                </c:pt>
                <c:pt idx="1914">
                  <c:v>6.0709359154929574</c:v>
                </c:pt>
                <c:pt idx="1915">
                  <c:v>6.0686706338028173</c:v>
                </c:pt>
                <c:pt idx="1916">
                  <c:v>6.0619603521126759</c:v>
                </c:pt>
                <c:pt idx="1917">
                  <c:v>6.0517745774647889</c:v>
                </c:pt>
                <c:pt idx="1918">
                  <c:v>6.0478277464788732</c:v>
                </c:pt>
                <c:pt idx="1919">
                  <c:v>6.0494390140845073</c:v>
                </c:pt>
                <c:pt idx="1920">
                  <c:v>6.0546433098591548</c:v>
                </c:pt>
                <c:pt idx="1921">
                  <c:v>6.0566661267605637</c:v>
                </c:pt>
                <c:pt idx="1922">
                  <c:v>6.0568396478873243</c:v>
                </c:pt>
                <c:pt idx="1923">
                  <c:v>6.0587145070422537</c:v>
                </c:pt>
                <c:pt idx="1924">
                  <c:v>6.064541478873239</c:v>
                </c:pt>
                <c:pt idx="1925">
                  <c:v>6.0626028873239433</c:v>
                </c:pt>
                <c:pt idx="1926">
                  <c:v>6.0546178169014082</c:v>
                </c:pt>
                <c:pt idx="1927">
                  <c:v>6.0510722535211263</c:v>
                </c:pt>
                <c:pt idx="1928">
                  <c:v>6.0518011971830985</c:v>
                </c:pt>
                <c:pt idx="1929">
                  <c:v>6.0474754929577461</c:v>
                </c:pt>
                <c:pt idx="1930">
                  <c:v>6.0489033098591554</c:v>
                </c:pt>
                <c:pt idx="1931">
                  <c:v>6.0638716901408447</c:v>
                </c:pt>
                <c:pt idx="1932">
                  <c:v>6.0725021126760561</c:v>
                </c:pt>
                <c:pt idx="1933">
                  <c:v>6.0738239436619716</c:v>
                </c:pt>
                <c:pt idx="1934">
                  <c:v>6.0704584507042254</c:v>
                </c:pt>
                <c:pt idx="1935">
                  <c:v>6.0730823943661969</c:v>
                </c:pt>
                <c:pt idx="1936">
                  <c:v>6.0743492957746481</c:v>
                </c:pt>
                <c:pt idx="1937">
                  <c:v>6.0809126760563377</c:v>
                </c:pt>
                <c:pt idx="1938">
                  <c:v>6.0902373239436622</c:v>
                </c:pt>
                <c:pt idx="1939">
                  <c:v>6.0999830985915491</c:v>
                </c:pt>
                <c:pt idx="1940">
                  <c:v>6.1181732394366195</c:v>
                </c:pt>
                <c:pt idx="1941">
                  <c:v>6.138011971830986</c:v>
                </c:pt>
                <c:pt idx="1942">
                  <c:v>6.1562415492957747</c:v>
                </c:pt>
                <c:pt idx="1943">
                  <c:v>6.1711570422535207</c:v>
                </c:pt>
                <c:pt idx="1944">
                  <c:v>6.1704218309859158</c:v>
                </c:pt>
                <c:pt idx="1945">
                  <c:v>6.1648323943661971</c:v>
                </c:pt>
                <c:pt idx="1946">
                  <c:v>6.1509338028169012</c:v>
                </c:pt>
                <c:pt idx="1947">
                  <c:v>6.1340718309859152</c:v>
                </c:pt>
                <c:pt idx="1948">
                  <c:v>6.1216007042253517</c:v>
                </c:pt>
                <c:pt idx="1949">
                  <c:v>6.1108190140845071</c:v>
                </c:pt>
                <c:pt idx="1950">
                  <c:v>6.1026359154929581</c:v>
                </c:pt>
                <c:pt idx="1951">
                  <c:v>6.0989838028169014</c:v>
                </c:pt>
                <c:pt idx="1952">
                  <c:v>6.0950943661971833</c:v>
                </c:pt>
                <c:pt idx="1953">
                  <c:v>6.0876492957746482</c:v>
                </c:pt>
                <c:pt idx="1954">
                  <c:v>6.0793211267605631</c:v>
                </c:pt>
                <c:pt idx="1955">
                  <c:v>6.0718711267605636</c:v>
                </c:pt>
                <c:pt idx="1956">
                  <c:v>6.0677712676056341</c:v>
                </c:pt>
                <c:pt idx="1957">
                  <c:v>6.061886267605634</c:v>
                </c:pt>
                <c:pt idx="1958">
                  <c:v>6.0581891549295772</c:v>
                </c:pt>
                <c:pt idx="1959">
                  <c:v>6.0639600704225352</c:v>
                </c:pt>
                <c:pt idx="1960">
                  <c:v>6.0682463380281693</c:v>
                </c:pt>
                <c:pt idx="1961">
                  <c:v>6.0629026056338029</c:v>
                </c:pt>
                <c:pt idx="1962">
                  <c:v>6.0680545774647889</c:v>
                </c:pt>
                <c:pt idx="1963">
                  <c:v>6.07421338028169</c:v>
                </c:pt>
                <c:pt idx="1964">
                  <c:v>6.0734295774647888</c:v>
                </c:pt>
                <c:pt idx="1965">
                  <c:v>6.069881408450704</c:v>
                </c:pt>
                <c:pt idx="1966">
                  <c:v>6.0628303521126758</c:v>
                </c:pt>
                <c:pt idx="1967">
                  <c:v>6.0627813380281692</c:v>
                </c:pt>
                <c:pt idx="1968">
                  <c:v>6.0652200704225354</c:v>
                </c:pt>
                <c:pt idx="1969">
                  <c:v>6.0757154929577464</c:v>
                </c:pt>
                <c:pt idx="1970">
                  <c:v>6.0827345070422538</c:v>
                </c:pt>
                <c:pt idx="1971">
                  <c:v>6.0794633802816902</c:v>
                </c:pt>
                <c:pt idx="1972">
                  <c:v>6.0703959154929574</c:v>
                </c:pt>
                <c:pt idx="1973">
                  <c:v>6.0712859154929575</c:v>
                </c:pt>
                <c:pt idx="1974">
                  <c:v>6.0782654929577467</c:v>
                </c:pt>
                <c:pt idx="1975">
                  <c:v>6.0786732394366201</c:v>
                </c:pt>
                <c:pt idx="1976">
                  <c:v>6.077319014084507</c:v>
                </c:pt>
                <c:pt idx="1977">
                  <c:v>6.0770415492957746</c:v>
                </c:pt>
                <c:pt idx="1978">
                  <c:v>6.0684768309859152</c:v>
                </c:pt>
                <c:pt idx="1979">
                  <c:v>6.0589284507042249</c:v>
                </c:pt>
                <c:pt idx="1980">
                  <c:v>6.062431690140845</c:v>
                </c:pt>
                <c:pt idx="1981">
                  <c:v>6.0658733802816904</c:v>
                </c:pt>
                <c:pt idx="1982">
                  <c:v>6.0585497183098589</c:v>
                </c:pt>
                <c:pt idx="1983">
                  <c:v>6.0594034507042256</c:v>
                </c:pt>
                <c:pt idx="1984">
                  <c:v>6.0621656338028167</c:v>
                </c:pt>
                <c:pt idx="1985">
                  <c:v>6.0581720422535215</c:v>
                </c:pt>
                <c:pt idx="1986">
                  <c:v>6.0551611971830983</c:v>
                </c:pt>
                <c:pt idx="1987">
                  <c:v>6.0554595070422534</c:v>
                </c:pt>
                <c:pt idx="1988">
                  <c:v>6.0531390140845067</c:v>
                </c:pt>
                <c:pt idx="1989">
                  <c:v>6.052451408450704</c:v>
                </c:pt>
                <c:pt idx="1990">
                  <c:v>6.0548782394366194</c:v>
                </c:pt>
                <c:pt idx="1991">
                  <c:v>6.0610984507042254</c:v>
                </c:pt>
                <c:pt idx="1992">
                  <c:v>6.0722471830985913</c:v>
                </c:pt>
                <c:pt idx="1993">
                  <c:v>6.0789394366197183</c:v>
                </c:pt>
                <c:pt idx="1994">
                  <c:v>6.0768035211267604</c:v>
                </c:pt>
                <c:pt idx="1995">
                  <c:v>6.0711464788732394</c:v>
                </c:pt>
                <c:pt idx="1996">
                  <c:v>6.0728218309859159</c:v>
                </c:pt>
                <c:pt idx="1997">
                  <c:v>6.0695833802816903</c:v>
                </c:pt>
                <c:pt idx="1998">
                  <c:v>6.062714084507042</c:v>
                </c:pt>
                <c:pt idx="1999">
                  <c:v>6.0629879577464791</c:v>
                </c:pt>
                <c:pt idx="2000">
                  <c:v>6.0657759859154927</c:v>
                </c:pt>
                <c:pt idx="2001">
                  <c:v>6.060043943661972</c:v>
                </c:pt>
                <c:pt idx="2002">
                  <c:v>6.0567345070422531</c:v>
                </c:pt>
                <c:pt idx="2003">
                  <c:v>6.0591457746478872</c:v>
                </c:pt>
                <c:pt idx="2004">
                  <c:v>6.066382112676056</c:v>
                </c:pt>
                <c:pt idx="2005">
                  <c:v>6.0637180281690144</c:v>
                </c:pt>
                <c:pt idx="2006">
                  <c:v>6.0612173943661976</c:v>
                </c:pt>
                <c:pt idx="2007">
                  <c:v>6.0602760563380285</c:v>
                </c:pt>
                <c:pt idx="2008">
                  <c:v>6.0564302112676058</c:v>
                </c:pt>
                <c:pt idx="2009">
                  <c:v>6.0534368309859152</c:v>
                </c:pt>
                <c:pt idx="2010">
                  <c:v>6.0561045070422539</c:v>
                </c:pt>
                <c:pt idx="2011">
                  <c:v>6.0574325352112677</c:v>
                </c:pt>
                <c:pt idx="2012">
                  <c:v>6.0577383098591548</c:v>
                </c:pt>
                <c:pt idx="2013">
                  <c:v>6.0559769718309857</c:v>
                </c:pt>
                <c:pt idx="2014">
                  <c:v>6.0483347887323946</c:v>
                </c:pt>
                <c:pt idx="2015">
                  <c:v>6.0428488732394365</c:v>
                </c:pt>
                <c:pt idx="2016">
                  <c:v>6.0516106338028166</c:v>
                </c:pt>
                <c:pt idx="2017">
                  <c:v>6.0549027464788736</c:v>
                </c:pt>
                <c:pt idx="2018">
                  <c:v>6.0588688028169013</c:v>
                </c:pt>
                <c:pt idx="2019">
                  <c:v>6.0632859154929575</c:v>
                </c:pt>
                <c:pt idx="2020">
                  <c:v>6.0645179577464789</c:v>
                </c:pt>
                <c:pt idx="2021">
                  <c:v>6.0586576056338028</c:v>
                </c:pt>
                <c:pt idx="2022">
                  <c:v>6.0464514084507046</c:v>
                </c:pt>
                <c:pt idx="2023">
                  <c:v>6.0358576760563381</c:v>
                </c:pt>
                <c:pt idx="2024">
                  <c:v>6.0332048591549299</c:v>
                </c:pt>
                <c:pt idx="2025">
                  <c:v>6.0360246478873236</c:v>
                </c:pt>
                <c:pt idx="2026">
                  <c:v>6.0398664084507043</c:v>
                </c:pt>
                <c:pt idx="2027">
                  <c:v>6.0468576760563382</c:v>
                </c:pt>
                <c:pt idx="2028">
                  <c:v>6.0523744366197185</c:v>
                </c:pt>
                <c:pt idx="2029">
                  <c:v>6.0519683802816902</c:v>
                </c:pt>
                <c:pt idx="2030">
                  <c:v>6.0537533098591547</c:v>
                </c:pt>
                <c:pt idx="2031">
                  <c:v>6.0563542253521128</c:v>
                </c:pt>
                <c:pt idx="2032">
                  <c:v>6.0569146478873241</c:v>
                </c:pt>
                <c:pt idx="2033">
                  <c:v>6.0542714788732397</c:v>
                </c:pt>
                <c:pt idx="2034">
                  <c:v>6.0522942253521128</c:v>
                </c:pt>
                <c:pt idx="2035">
                  <c:v>6.0517342957746481</c:v>
                </c:pt>
                <c:pt idx="2036">
                  <c:v>6.0537664788732393</c:v>
                </c:pt>
                <c:pt idx="2037">
                  <c:v>6.0482360563380277</c:v>
                </c:pt>
                <c:pt idx="2038">
                  <c:v>6.0468369014084509</c:v>
                </c:pt>
                <c:pt idx="2039">
                  <c:v>6.052784788732394</c:v>
                </c:pt>
                <c:pt idx="2040">
                  <c:v>6.0477919014084511</c:v>
                </c:pt>
                <c:pt idx="2041">
                  <c:v>6.0391769718309858</c:v>
                </c:pt>
                <c:pt idx="2042">
                  <c:v>6.0417652816901413</c:v>
                </c:pt>
                <c:pt idx="2043">
                  <c:v>6.0515915492957744</c:v>
                </c:pt>
                <c:pt idx="2044">
                  <c:v>6.0500391549295776</c:v>
                </c:pt>
                <c:pt idx="2045">
                  <c:v>6.0442891549295776</c:v>
                </c:pt>
                <c:pt idx="2046">
                  <c:v>6.0449485211267602</c:v>
                </c:pt>
                <c:pt idx="2047">
                  <c:v>6.0462002112676059</c:v>
                </c:pt>
                <c:pt idx="2048">
                  <c:v>6.043519436619718</c:v>
                </c:pt>
                <c:pt idx="2049">
                  <c:v>6.0368782394366196</c:v>
                </c:pt>
                <c:pt idx="2050">
                  <c:v>6.0340083098591553</c:v>
                </c:pt>
                <c:pt idx="2051">
                  <c:v>6.0333009154929576</c:v>
                </c:pt>
                <c:pt idx="2052">
                  <c:v>6.033245563380282</c:v>
                </c:pt>
                <c:pt idx="2053">
                  <c:v>6.0351597183098589</c:v>
                </c:pt>
                <c:pt idx="2054">
                  <c:v>6.0379640140845074</c:v>
                </c:pt>
                <c:pt idx="2055">
                  <c:v>6.0397310563380282</c:v>
                </c:pt>
                <c:pt idx="2056">
                  <c:v>6.0455469718309862</c:v>
                </c:pt>
                <c:pt idx="2057">
                  <c:v>6.0488461267605631</c:v>
                </c:pt>
                <c:pt idx="2058">
                  <c:v>6.0547353521126759</c:v>
                </c:pt>
                <c:pt idx="2059">
                  <c:v>6.0569511267605636</c:v>
                </c:pt>
                <c:pt idx="2060">
                  <c:v>6.0594021126760564</c:v>
                </c:pt>
                <c:pt idx="2061">
                  <c:v>6.0643920422535214</c:v>
                </c:pt>
                <c:pt idx="2062">
                  <c:v>6.0739521126760563</c:v>
                </c:pt>
                <c:pt idx="2063">
                  <c:v>6.0764345070422534</c:v>
                </c:pt>
                <c:pt idx="2064">
                  <c:v>6.0717978873239433</c:v>
                </c:pt>
                <c:pt idx="2065">
                  <c:v>6.0680298591549295</c:v>
                </c:pt>
                <c:pt idx="2066">
                  <c:v>6.0613078169014081</c:v>
                </c:pt>
                <c:pt idx="2067">
                  <c:v>6.0615810563380279</c:v>
                </c:pt>
                <c:pt idx="2068">
                  <c:v>6.0698671126760564</c:v>
                </c:pt>
                <c:pt idx="2069">
                  <c:v>6.0627469718309861</c:v>
                </c:pt>
                <c:pt idx="2070">
                  <c:v>6.055705070422535</c:v>
                </c:pt>
                <c:pt idx="2071">
                  <c:v>6.0545981690140849</c:v>
                </c:pt>
                <c:pt idx="2072">
                  <c:v>6.0537325352112674</c:v>
                </c:pt>
                <c:pt idx="2073">
                  <c:v>6.0538389436619715</c:v>
                </c:pt>
                <c:pt idx="2074">
                  <c:v>6.0508223239436623</c:v>
                </c:pt>
                <c:pt idx="2075">
                  <c:v>6.0531716901408448</c:v>
                </c:pt>
                <c:pt idx="2076">
                  <c:v>6.0651171830985913</c:v>
                </c:pt>
                <c:pt idx="2077">
                  <c:v>6.0637018309859156</c:v>
                </c:pt>
                <c:pt idx="2078">
                  <c:v>6.065142535211268</c:v>
                </c:pt>
                <c:pt idx="2079">
                  <c:v>6.0656438732394369</c:v>
                </c:pt>
                <c:pt idx="2080">
                  <c:v>6.0532102816901405</c:v>
                </c:pt>
                <c:pt idx="2081">
                  <c:v>6.0428328873239439</c:v>
                </c:pt>
                <c:pt idx="2082">
                  <c:v>6.0456867605633802</c:v>
                </c:pt>
                <c:pt idx="2083">
                  <c:v>6.0523382394366196</c:v>
                </c:pt>
                <c:pt idx="2084">
                  <c:v>6.0561373943661971</c:v>
                </c:pt>
                <c:pt idx="2085">
                  <c:v>6.0545488028169014</c:v>
                </c:pt>
                <c:pt idx="2086">
                  <c:v>6.0488372535211266</c:v>
                </c:pt>
                <c:pt idx="2087">
                  <c:v>6.0517037323943663</c:v>
                </c:pt>
                <c:pt idx="2088">
                  <c:v>6.0501269014084507</c:v>
                </c:pt>
                <c:pt idx="2089">
                  <c:v>6.0472239436619715</c:v>
                </c:pt>
                <c:pt idx="2090">
                  <c:v>6.0501154225352112</c:v>
                </c:pt>
                <c:pt idx="2091">
                  <c:v>6.0568504929577465</c:v>
                </c:pt>
                <c:pt idx="2092">
                  <c:v>6.0525778873239435</c:v>
                </c:pt>
                <c:pt idx="2093">
                  <c:v>6.0532291549295776</c:v>
                </c:pt>
                <c:pt idx="2094">
                  <c:v>6.0554721830985914</c:v>
                </c:pt>
                <c:pt idx="2095">
                  <c:v>6.0541600000000004</c:v>
                </c:pt>
                <c:pt idx="2096">
                  <c:v>6.057817112676056</c:v>
                </c:pt>
                <c:pt idx="2097">
                  <c:v>6.0604373239436615</c:v>
                </c:pt>
                <c:pt idx="2098">
                  <c:v>6.0593529577464791</c:v>
                </c:pt>
                <c:pt idx="2099">
                  <c:v>6.0613683802816904</c:v>
                </c:pt>
                <c:pt idx="2100">
                  <c:v>6.0623721830985913</c:v>
                </c:pt>
                <c:pt idx="2101">
                  <c:v>6.062633450704225</c:v>
                </c:pt>
                <c:pt idx="2102">
                  <c:v>6.0630978169014087</c:v>
                </c:pt>
                <c:pt idx="2103">
                  <c:v>6.0631210563380282</c:v>
                </c:pt>
                <c:pt idx="2104">
                  <c:v>6.0611311267605634</c:v>
                </c:pt>
                <c:pt idx="2105">
                  <c:v>6.0569141549295775</c:v>
                </c:pt>
                <c:pt idx="2106">
                  <c:v>6.0496018309859156</c:v>
                </c:pt>
                <c:pt idx="2107">
                  <c:v>6.0476280985915496</c:v>
                </c:pt>
                <c:pt idx="2108">
                  <c:v>6.0457979577464789</c:v>
                </c:pt>
                <c:pt idx="2109">
                  <c:v>6.0470693661971833</c:v>
                </c:pt>
                <c:pt idx="2110">
                  <c:v>6.0550700704225351</c:v>
                </c:pt>
                <c:pt idx="2111">
                  <c:v>6.0653645070422533</c:v>
                </c:pt>
                <c:pt idx="2112">
                  <c:v>6.0644690845070421</c:v>
                </c:pt>
                <c:pt idx="2113">
                  <c:v>6.0625340845070426</c:v>
                </c:pt>
                <c:pt idx="2114">
                  <c:v>6.0600718309859154</c:v>
                </c:pt>
                <c:pt idx="2115">
                  <c:v>6.0634316901408454</c:v>
                </c:pt>
                <c:pt idx="2116">
                  <c:v>6.0666809859154931</c:v>
                </c:pt>
                <c:pt idx="2117">
                  <c:v>6.0635733802816905</c:v>
                </c:pt>
                <c:pt idx="2118">
                  <c:v>6.0617015492957744</c:v>
                </c:pt>
                <c:pt idx="2119">
                  <c:v>6.0608183098591546</c:v>
                </c:pt>
                <c:pt idx="2120">
                  <c:v>6.0549976056338028</c:v>
                </c:pt>
                <c:pt idx="2121">
                  <c:v>6.0515607042253521</c:v>
                </c:pt>
                <c:pt idx="2122">
                  <c:v>6.0524138028169014</c:v>
                </c:pt>
                <c:pt idx="2123">
                  <c:v>6.0521961267605633</c:v>
                </c:pt>
                <c:pt idx="2124">
                  <c:v>6.0557186619718308</c:v>
                </c:pt>
                <c:pt idx="2125">
                  <c:v>6.0592739436619718</c:v>
                </c:pt>
                <c:pt idx="2126">
                  <c:v>6.0614854929577469</c:v>
                </c:pt>
                <c:pt idx="2127">
                  <c:v>6.0695097183098587</c:v>
                </c:pt>
                <c:pt idx="2128">
                  <c:v>6.0746112676056336</c:v>
                </c:pt>
                <c:pt idx="2129">
                  <c:v>6.068010352112676</c:v>
                </c:pt>
                <c:pt idx="2130">
                  <c:v>6.0669507042253521</c:v>
                </c:pt>
                <c:pt idx="2131">
                  <c:v>6.0672083098591552</c:v>
                </c:pt>
                <c:pt idx="2132">
                  <c:v>6.0660369014084505</c:v>
                </c:pt>
                <c:pt idx="2133">
                  <c:v>6.0690705633802819</c:v>
                </c:pt>
                <c:pt idx="2134">
                  <c:v>6.0727711267605633</c:v>
                </c:pt>
                <c:pt idx="2135">
                  <c:v>6.0646620422535209</c:v>
                </c:pt>
                <c:pt idx="2136">
                  <c:v>6.051353873239437</c:v>
                </c:pt>
                <c:pt idx="2137">
                  <c:v>6.0410907042253523</c:v>
                </c:pt>
                <c:pt idx="2138">
                  <c:v>6.0371787323943664</c:v>
                </c:pt>
                <c:pt idx="2139">
                  <c:v>6.0439240140845074</c:v>
                </c:pt>
                <c:pt idx="2140">
                  <c:v>6.0483048591549293</c:v>
                </c:pt>
                <c:pt idx="2141">
                  <c:v>6.0532342253521128</c:v>
                </c:pt>
                <c:pt idx="2142">
                  <c:v>6.0528473943661973</c:v>
                </c:pt>
                <c:pt idx="2143">
                  <c:v>6.0467586619718308</c:v>
                </c:pt>
                <c:pt idx="2144">
                  <c:v>6.0440526760563378</c:v>
                </c:pt>
                <c:pt idx="2145">
                  <c:v>6.0459639436619721</c:v>
                </c:pt>
                <c:pt idx="2146">
                  <c:v>6.0487694366197182</c:v>
                </c:pt>
                <c:pt idx="2147">
                  <c:v>6.0514969014084503</c:v>
                </c:pt>
                <c:pt idx="2148">
                  <c:v>6.0539957042253523</c:v>
                </c:pt>
                <c:pt idx="2149">
                  <c:v>6.0546514788732395</c:v>
                </c:pt>
                <c:pt idx="2150">
                  <c:v>6.0569059154929574</c:v>
                </c:pt>
                <c:pt idx="2151">
                  <c:v>6.0601217605633799</c:v>
                </c:pt>
                <c:pt idx="2152">
                  <c:v>6.0555769718309858</c:v>
                </c:pt>
                <c:pt idx="2153">
                  <c:v>6.0429223943661974</c:v>
                </c:pt>
                <c:pt idx="2154">
                  <c:v>6.0379402112676059</c:v>
                </c:pt>
                <c:pt idx="2155">
                  <c:v>6.0444393661971834</c:v>
                </c:pt>
                <c:pt idx="2156">
                  <c:v>6.0498927464788732</c:v>
                </c:pt>
                <c:pt idx="2157">
                  <c:v>6.0491515492957744</c:v>
                </c:pt>
                <c:pt idx="2158">
                  <c:v>6.0518630281690138</c:v>
                </c:pt>
                <c:pt idx="2159">
                  <c:v>6.0528354225352112</c:v>
                </c:pt>
                <c:pt idx="2160">
                  <c:v>6.0539944366197185</c:v>
                </c:pt>
                <c:pt idx="2161">
                  <c:v>6.0565983098591554</c:v>
                </c:pt>
                <c:pt idx="2162">
                  <c:v>6.0605502112676053</c:v>
                </c:pt>
                <c:pt idx="2163">
                  <c:v>6.0596080281690137</c:v>
                </c:pt>
                <c:pt idx="2164">
                  <c:v>6.0548838732394366</c:v>
                </c:pt>
                <c:pt idx="2165">
                  <c:v>6.0566362676056338</c:v>
                </c:pt>
                <c:pt idx="2166">
                  <c:v>6.0636947183098595</c:v>
                </c:pt>
                <c:pt idx="2167">
                  <c:v>6.0614276056338028</c:v>
                </c:pt>
                <c:pt idx="2168">
                  <c:v>6.0506507746478873</c:v>
                </c:pt>
                <c:pt idx="2169">
                  <c:v>6.0493033098591553</c:v>
                </c:pt>
                <c:pt idx="2170">
                  <c:v>6.0585923239436621</c:v>
                </c:pt>
                <c:pt idx="2171">
                  <c:v>6.0624311971830984</c:v>
                </c:pt>
                <c:pt idx="2172">
                  <c:v>6.0630354225352114</c:v>
                </c:pt>
                <c:pt idx="2173">
                  <c:v>6.066784929577465</c:v>
                </c:pt>
                <c:pt idx="2174">
                  <c:v>6.0726239436619718</c:v>
                </c:pt>
                <c:pt idx="2175">
                  <c:v>6.0759760563380283</c:v>
                </c:pt>
                <c:pt idx="2176">
                  <c:v>6.0780725352112679</c:v>
                </c:pt>
                <c:pt idx="2177">
                  <c:v>6.0756154929577466</c:v>
                </c:pt>
                <c:pt idx="2178">
                  <c:v>6.0741056338028168</c:v>
                </c:pt>
                <c:pt idx="2179">
                  <c:v>6.0716464788732392</c:v>
                </c:pt>
                <c:pt idx="2180">
                  <c:v>6.073224647887324</c:v>
                </c:pt>
                <c:pt idx="2181">
                  <c:v>6.0779753521126763</c:v>
                </c:pt>
                <c:pt idx="2182">
                  <c:v>6.0784007042253521</c:v>
                </c:pt>
                <c:pt idx="2183">
                  <c:v>6.0760098591549294</c:v>
                </c:pt>
                <c:pt idx="2184">
                  <c:v>6.0771197183098593</c:v>
                </c:pt>
                <c:pt idx="2185">
                  <c:v>6.0787556338028166</c:v>
                </c:pt>
                <c:pt idx="2186">
                  <c:v>6.08318661971831</c:v>
                </c:pt>
                <c:pt idx="2187">
                  <c:v>6.0923176056338031</c:v>
                </c:pt>
                <c:pt idx="2188">
                  <c:v>6.1125014084507043</c:v>
                </c:pt>
                <c:pt idx="2189">
                  <c:v>6.1376359154929574</c:v>
                </c:pt>
                <c:pt idx="2190">
                  <c:v>6.1584176056338027</c:v>
                </c:pt>
                <c:pt idx="2191">
                  <c:v>6.1771774647887323</c:v>
                </c:pt>
                <c:pt idx="2192">
                  <c:v>6.1944732394366193</c:v>
                </c:pt>
                <c:pt idx="2193">
                  <c:v>6.2129077464788729</c:v>
                </c:pt>
                <c:pt idx="2194">
                  <c:v>6.2371295774647884</c:v>
                </c:pt>
                <c:pt idx="2195">
                  <c:v>6.2550978873239433</c:v>
                </c:pt>
                <c:pt idx="2196">
                  <c:v>6.2557922535211272</c:v>
                </c:pt>
                <c:pt idx="2197">
                  <c:v>6.2452035211267605</c:v>
                </c:pt>
                <c:pt idx="2198">
                  <c:v>6.2275676056338032</c:v>
                </c:pt>
                <c:pt idx="2199">
                  <c:v>6.2019852112676057</c:v>
                </c:pt>
                <c:pt idx="2200">
                  <c:v>6.1804936619718314</c:v>
                </c:pt>
                <c:pt idx="2201">
                  <c:v>6.1621014084507042</c:v>
                </c:pt>
                <c:pt idx="2202">
                  <c:v>6.1474619718309862</c:v>
                </c:pt>
                <c:pt idx="2203">
                  <c:v>6.1361112676056342</c:v>
                </c:pt>
                <c:pt idx="2204">
                  <c:v>6.1294605633802819</c:v>
                </c:pt>
                <c:pt idx="2205">
                  <c:v>6.1256647887323945</c:v>
                </c:pt>
                <c:pt idx="2206">
                  <c:v>6.1151612676056342</c:v>
                </c:pt>
                <c:pt idx="2207">
                  <c:v>6.104945774647887</c:v>
                </c:pt>
                <c:pt idx="2208">
                  <c:v>6.0950838028169017</c:v>
                </c:pt>
                <c:pt idx="2209">
                  <c:v>6.0877450704225353</c:v>
                </c:pt>
                <c:pt idx="2210">
                  <c:v>6.0852626760563382</c:v>
                </c:pt>
                <c:pt idx="2211">
                  <c:v>6.0883823943661968</c:v>
                </c:pt>
                <c:pt idx="2212">
                  <c:v>6.0931781690140845</c:v>
                </c:pt>
                <c:pt idx="2213">
                  <c:v>6.0938232394366194</c:v>
                </c:pt>
                <c:pt idx="2214">
                  <c:v>6.0951676056338027</c:v>
                </c:pt>
                <c:pt idx="2215">
                  <c:v>6.0930063380281689</c:v>
                </c:pt>
                <c:pt idx="2216">
                  <c:v>6.0824007042253525</c:v>
                </c:pt>
                <c:pt idx="2217">
                  <c:v>6.0731697183098587</c:v>
                </c:pt>
                <c:pt idx="2218">
                  <c:v>6.0751690140845067</c:v>
                </c:pt>
                <c:pt idx="2219">
                  <c:v>6.0781795774647884</c:v>
                </c:pt>
                <c:pt idx="2220">
                  <c:v>6.0817838028169016</c:v>
                </c:pt>
                <c:pt idx="2221">
                  <c:v>6.0805288732394365</c:v>
                </c:pt>
                <c:pt idx="2222">
                  <c:v>6.0773704225352114</c:v>
                </c:pt>
                <c:pt idx="2223">
                  <c:v>6.0776852112676059</c:v>
                </c:pt>
                <c:pt idx="2224">
                  <c:v>6.0734746478873243</c:v>
                </c:pt>
                <c:pt idx="2225">
                  <c:v>6.0710443661971834</c:v>
                </c:pt>
                <c:pt idx="2226">
                  <c:v>6.0730070422535212</c:v>
                </c:pt>
                <c:pt idx="2227">
                  <c:v>6.0728654929577468</c:v>
                </c:pt>
                <c:pt idx="2228">
                  <c:v>6.0666090845070419</c:v>
                </c:pt>
                <c:pt idx="2229">
                  <c:v>6.0664476760563382</c:v>
                </c:pt>
                <c:pt idx="2230">
                  <c:v>6.0662723239436618</c:v>
                </c:pt>
                <c:pt idx="2231">
                  <c:v>6.0646207042253524</c:v>
                </c:pt>
                <c:pt idx="2232">
                  <c:v>6.0593649295774652</c:v>
                </c:pt>
                <c:pt idx="2233">
                  <c:v>6.058306901408451</c:v>
                </c:pt>
                <c:pt idx="2234">
                  <c:v>6.0597848591549299</c:v>
                </c:pt>
                <c:pt idx="2235">
                  <c:v>6.0625212676056339</c:v>
                </c:pt>
                <c:pt idx="2236">
                  <c:v>6.0678702112676053</c:v>
                </c:pt>
                <c:pt idx="2237">
                  <c:v>6.0717098591549297</c:v>
                </c:pt>
                <c:pt idx="2238">
                  <c:v>6.0735014084507046</c:v>
                </c:pt>
                <c:pt idx="2239">
                  <c:v>6.0677949295774649</c:v>
                </c:pt>
                <c:pt idx="2240">
                  <c:v>6.0587049999999998</c:v>
                </c:pt>
                <c:pt idx="2241">
                  <c:v>6.0591157746478874</c:v>
                </c:pt>
                <c:pt idx="2242">
                  <c:v>6.0597017605633798</c:v>
                </c:pt>
                <c:pt idx="2243">
                  <c:v>6.0551953521126762</c:v>
                </c:pt>
                <c:pt idx="2244">
                  <c:v>6.0617129577464786</c:v>
                </c:pt>
                <c:pt idx="2245">
                  <c:v>6.0647658450704229</c:v>
                </c:pt>
                <c:pt idx="2246">
                  <c:v>6.0579157042253522</c:v>
                </c:pt>
                <c:pt idx="2247">
                  <c:v>6.0514114084507042</c:v>
                </c:pt>
                <c:pt idx="2248">
                  <c:v>6.0478007746478877</c:v>
                </c:pt>
                <c:pt idx="2249">
                  <c:v>6.0469690845070421</c:v>
                </c:pt>
                <c:pt idx="2250">
                  <c:v>6.0496377464788731</c:v>
                </c:pt>
                <c:pt idx="2251">
                  <c:v>6.0539183098591547</c:v>
                </c:pt>
                <c:pt idx="2252">
                  <c:v>6.0605449295774649</c:v>
                </c:pt>
                <c:pt idx="2253">
                  <c:v>6.0635842253521126</c:v>
                </c:pt>
                <c:pt idx="2254">
                  <c:v>6.0598420422535213</c:v>
                </c:pt>
                <c:pt idx="2255">
                  <c:v>6.0585112676056339</c:v>
                </c:pt>
                <c:pt idx="2256">
                  <c:v>6.0564157746478875</c:v>
                </c:pt>
                <c:pt idx="2257">
                  <c:v>6.0573048591549297</c:v>
                </c:pt>
                <c:pt idx="2258">
                  <c:v>6.0592223239436622</c:v>
                </c:pt>
                <c:pt idx="2259">
                  <c:v>6.0537847887323943</c:v>
                </c:pt>
                <c:pt idx="2260">
                  <c:v>6.0526907042253519</c:v>
                </c:pt>
                <c:pt idx="2261">
                  <c:v>6.0541281690140849</c:v>
                </c:pt>
                <c:pt idx="2262">
                  <c:v>6.0547448591549298</c:v>
                </c:pt>
                <c:pt idx="2263">
                  <c:v>6.05582323943662</c:v>
                </c:pt>
                <c:pt idx="2264">
                  <c:v>6.0530408450704227</c:v>
                </c:pt>
                <c:pt idx="2265">
                  <c:v>6.0511985915492961</c:v>
                </c:pt>
                <c:pt idx="2266">
                  <c:v>6.0462047183098591</c:v>
                </c:pt>
                <c:pt idx="2267">
                  <c:v>6.0487983802816903</c:v>
                </c:pt>
                <c:pt idx="2268">
                  <c:v>6.0486026056338025</c:v>
                </c:pt>
                <c:pt idx="2269">
                  <c:v>6.0513500000000002</c:v>
                </c:pt>
                <c:pt idx="2270">
                  <c:v>6.0538447183098594</c:v>
                </c:pt>
                <c:pt idx="2271">
                  <c:v>6.0564376760563379</c:v>
                </c:pt>
                <c:pt idx="2272">
                  <c:v>6.0617310563380284</c:v>
                </c:pt>
                <c:pt idx="2273">
                  <c:v>6.0695842253521128</c:v>
                </c:pt>
                <c:pt idx="2274">
                  <c:v>6.0787866197183096</c:v>
                </c:pt>
                <c:pt idx="2275">
                  <c:v>6.0782295774647883</c:v>
                </c:pt>
                <c:pt idx="2276">
                  <c:v>6.0760795774647889</c:v>
                </c:pt>
                <c:pt idx="2277">
                  <c:v>6.068272605633803</c:v>
                </c:pt>
                <c:pt idx="2278">
                  <c:v>6.0601814084507044</c:v>
                </c:pt>
                <c:pt idx="2279">
                  <c:v>6.0554377464788729</c:v>
                </c:pt>
                <c:pt idx="2280">
                  <c:v>6.0568926760563384</c:v>
                </c:pt>
                <c:pt idx="2281">
                  <c:v>6.063369084507042</c:v>
                </c:pt>
                <c:pt idx="2282">
                  <c:v>6.0604157042253517</c:v>
                </c:pt>
                <c:pt idx="2283">
                  <c:v>6.0518242957746482</c:v>
                </c:pt>
                <c:pt idx="2284">
                  <c:v>6.0478835915492954</c:v>
                </c:pt>
                <c:pt idx="2285">
                  <c:v>6.0506454929577469</c:v>
                </c:pt>
                <c:pt idx="2286">
                  <c:v>6.0542620422535212</c:v>
                </c:pt>
                <c:pt idx="2287">
                  <c:v>6.0572154225352115</c:v>
                </c:pt>
                <c:pt idx="2288">
                  <c:v>6.0639349295774645</c:v>
                </c:pt>
                <c:pt idx="2289">
                  <c:v>6.0734676056338026</c:v>
                </c:pt>
                <c:pt idx="2290">
                  <c:v>6.0853887323943665</c:v>
                </c:pt>
                <c:pt idx="2291">
                  <c:v>6.0833190140845073</c:v>
                </c:pt>
                <c:pt idx="2292">
                  <c:v>6.0687809859154926</c:v>
                </c:pt>
                <c:pt idx="2293">
                  <c:v>6.0571066197183097</c:v>
                </c:pt>
                <c:pt idx="2294">
                  <c:v>6.0562653521126757</c:v>
                </c:pt>
                <c:pt idx="2295">
                  <c:v>6.0619895070422531</c:v>
                </c:pt>
                <c:pt idx="2296">
                  <c:v>6.0609413380281687</c:v>
                </c:pt>
                <c:pt idx="2297">
                  <c:v>6.054182676056338</c:v>
                </c:pt>
                <c:pt idx="2298">
                  <c:v>6.0534012676056337</c:v>
                </c:pt>
                <c:pt idx="2299">
                  <c:v>6.057026056338028</c:v>
                </c:pt>
                <c:pt idx="2300">
                  <c:v>6.0534617605633807</c:v>
                </c:pt>
                <c:pt idx="2301">
                  <c:v>6.0464197887323943</c:v>
                </c:pt>
                <c:pt idx="2302">
                  <c:v>6.0445666901408455</c:v>
                </c:pt>
                <c:pt idx="2303">
                  <c:v>6.0505978169014085</c:v>
                </c:pt>
                <c:pt idx="2304">
                  <c:v>6.0594709859154934</c:v>
                </c:pt>
                <c:pt idx="2305">
                  <c:v>6.0648688028169015</c:v>
                </c:pt>
                <c:pt idx="2306">
                  <c:v>6.0600869718309855</c:v>
                </c:pt>
                <c:pt idx="2307">
                  <c:v>6.0568111267605635</c:v>
                </c:pt>
                <c:pt idx="2308">
                  <c:v>6.0554957042253523</c:v>
                </c:pt>
                <c:pt idx="2309">
                  <c:v>6.0576716197183096</c:v>
                </c:pt>
                <c:pt idx="2310">
                  <c:v>6.0622283098591545</c:v>
                </c:pt>
                <c:pt idx="2311">
                  <c:v>6.0631066901408452</c:v>
                </c:pt>
                <c:pt idx="2312">
                  <c:v>6.0569927464788735</c:v>
                </c:pt>
                <c:pt idx="2313">
                  <c:v>6.0519290845070426</c:v>
                </c:pt>
                <c:pt idx="2314">
                  <c:v>6.049018028169014</c:v>
                </c:pt>
                <c:pt idx="2315">
                  <c:v>6.0437170422535207</c:v>
                </c:pt>
                <c:pt idx="2316">
                  <c:v>6.0407868309859154</c:v>
                </c:pt>
                <c:pt idx="2317">
                  <c:v>6.0443435915492953</c:v>
                </c:pt>
                <c:pt idx="2318">
                  <c:v>6.0489974647887328</c:v>
                </c:pt>
                <c:pt idx="2319">
                  <c:v>6.0477854929577468</c:v>
                </c:pt>
                <c:pt idx="2320">
                  <c:v>6.0509003521126763</c:v>
                </c:pt>
                <c:pt idx="2321">
                  <c:v>6.058811056338028</c:v>
                </c:pt>
                <c:pt idx="2322">
                  <c:v>6.0661247887323944</c:v>
                </c:pt>
                <c:pt idx="2323">
                  <c:v>6.066001901408451</c:v>
                </c:pt>
                <c:pt idx="2324">
                  <c:v>6.0605650000000004</c:v>
                </c:pt>
                <c:pt idx="2325">
                  <c:v>6.0543795774647888</c:v>
                </c:pt>
                <c:pt idx="2326">
                  <c:v>6.049364647887324</c:v>
                </c:pt>
                <c:pt idx="2327">
                  <c:v>6.0513134507042254</c:v>
                </c:pt>
                <c:pt idx="2328">
                  <c:v>6.0567809859154931</c:v>
                </c:pt>
                <c:pt idx="2329">
                  <c:v>6.0617592957746478</c:v>
                </c:pt>
                <c:pt idx="2330">
                  <c:v>6.0592900704225352</c:v>
                </c:pt>
                <c:pt idx="2331">
                  <c:v>6.0608013380281687</c:v>
                </c:pt>
                <c:pt idx="2332">
                  <c:v>6.0613516901408451</c:v>
                </c:pt>
                <c:pt idx="2333">
                  <c:v>6.0583249295774646</c:v>
                </c:pt>
                <c:pt idx="2334">
                  <c:v>6.0586891549295778</c:v>
                </c:pt>
                <c:pt idx="2335">
                  <c:v>6.054992394366197</c:v>
                </c:pt>
                <c:pt idx="2336">
                  <c:v>6.0552911971830987</c:v>
                </c:pt>
                <c:pt idx="2337">
                  <c:v>6.0552099295774644</c:v>
                </c:pt>
                <c:pt idx="2338">
                  <c:v>6.0528854225352111</c:v>
                </c:pt>
                <c:pt idx="2339">
                  <c:v>6.0554509859154928</c:v>
                </c:pt>
                <c:pt idx="2340">
                  <c:v>6.0567553521126758</c:v>
                </c:pt>
                <c:pt idx="2341">
                  <c:v>6.0545719014084511</c:v>
                </c:pt>
                <c:pt idx="2342">
                  <c:v>6.0589426760563381</c:v>
                </c:pt>
                <c:pt idx="2343">
                  <c:v>6.0654742957746475</c:v>
                </c:pt>
                <c:pt idx="2344">
                  <c:v>6.0680765492957747</c:v>
                </c:pt>
                <c:pt idx="2345">
                  <c:v>6.0649575352112679</c:v>
                </c:pt>
                <c:pt idx="2346">
                  <c:v>6.0654812676056338</c:v>
                </c:pt>
                <c:pt idx="2347">
                  <c:v>6.0682781690140848</c:v>
                </c:pt>
                <c:pt idx="2348">
                  <c:v>6.0667319718309862</c:v>
                </c:pt>
                <c:pt idx="2349">
                  <c:v>6.0617072535211269</c:v>
                </c:pt>
                <c:pt idx="2350">
                  <c:v>6.0611536619718311</c:v>
                </c:pt>
                <c:pt idx="2351">
                  <c:v>6.0597056338028166</c:v>
                </c:pt>
                <c:pt idx="2352">
                  <c:v>6.0543054225352115</c:v>
                </c:pt>
                <c:pt idx="2353">
                  <c:v>6.0576261267605638</c:v>
                </c:pt>
                <c:pt idx="2354">
                  <c:v>6.0653295070422537</c:v>
                </c:pt>
                <c:pt idx="2355">
                  <c:v>6.0623995070422536</c:v>
                </c:pt>
                <c:pt idx="2356">
                  <c:v>6.0576804225352117</c:v>
                </c:pt>
                <c:pt idx="2357">
                  <c:v>6.0606214788732391</c:v>
                </c:pt>
                <c:pt idx="2358">
                  <c:v>6.0644079577464787</c:v>
                </c:pt>
                <c:pt idx="2359">
                  <c:v>6.0583916197183099</c:v>
                </c:pt>
                <c:pt idx="2360">
                  <c:v>6.0526257746478871</c:v>
                </c:pt>
                <c:pt idx="2361">
                  <c:v>6.0515964084507043</c:v>
                </c:pt>
                <c:pt idx="2362">
                  <c:v>6.053830281690141</c:v>
                </c:pt>
                <c:pt idx="2363">
                  <c:v>6.0550945774647884</c:v>
                </c:pt>
                <c:pt idx="2364">
                  <c:v>6.0458271126760561</c:v>
                </c:pt>
                <c:pt idx="2365">
                  <c:v>6.0421566901408452</c:v>
                </c:pt>
                <c:pt idx="2366">
                  <c:v>6.0434919014084505</c:v>
                </c:pt>
                <c:pt idx="2367">
                  <c:v>6.050137605633803</c:v>
                </c:pt>
                <c:pt idx="2368">
                  <c:v>6.0564761267605638</c:v>
                </c:pt>
                <c:pt idx="2369">
                  <c:v>6.0581695774647883</c:v>
                </c:pt>
                <c:pt idx="2370">
                  <c:v>6.0585399295774645</c:v>
                </c:pt>
                <c:pt idx="2371">
                  <c:v>6.0549676760563385</c:v>
                </c:pt>
                <c:pt idx="2372">
                  <c:v>6.0567705633802813</c:v>
                </c:pt>
                <c:pt idx="2373">
                  <c:v>6.0522746478873239</c:v>
                </c:pt>
                <c:pt idx="2374">
                  <c:v>6.0397888028169016</c:v>
                </c:pt>
                <c:pt idx="2375">
                  <c:v>6.0384078873239435</c:v>
                </c:pt>
                <c:pt idx="2376">
                  <c:v>6.0484139436619717</c:v>
                </c:pt>
                <c:pt idx="2377">
                  <c:v>6.0546078169014086</c:v>
                </c:pt>
                <c:pt idx="2378">
                  <c:v>6.0561911971830984</c:v>
                </c:pt>
                <c:pt idx="2379">
                  <c:v>6.0544140845070427</c:v>
                </c:pt>
                <c:pt idx="2380">
                  <c:v>6.0541600000000004</c:v>
                </c:pt>
                <c:pt idx="2381">
                  <c:v>6.0517828873239434</c:v>
                </c:pt>
                <c:pt idx="2382">
                  <c:v>6.0510291549295774</c:v>
                </c:pt>
                <c:pt idx="2383">
                  <c:v>6.0487650704225349</c:v>
                </c:pt>
                <c:pt idx="2384">
                  <c:v>6.0470142253521129</c:v>
                </c:pt>
                <c:pt idx="2385">
                  <c:v>6.0556702112676053</c:v>
                </c:pt>
                <c:pt idx="2386">
                  <c:v>6.0646040845070424</c:v>
                </c:pt>
                <c:pt idx="2387">
                  <c:v>6.0687333098591552</c:v>
                </c:pt>
                <c:pt idx="2388">
                  <c:v>6.0695703521126765</c:v>
                </c:pt>
                <c:pt idx="2389">
                  <c:v>6.0683299999999996</c:v>
                </c:pt>
                <c:pt idx="2390">
                  <c:v>6.0619120422535211</c:v>
                </c:pt>
                <c:pt idx="2391">
                  <c:v>6.0570675352112673</c:v>
                </c:pt>
                <c:pt idx="2392">
                  <c:v>6.0580699999999998</c:v>
                </c:pt>
                <c:pt idx="2393">
                  <c:v>6.0577142253521128</c:v>
                </c:pt>
                <c:pt idx="2394">
                  <c:v>6.0566430985915494</c:v>
                </c:pt>
                <c:pt idx="2395">
                  <c:v>6.0578824647887322</c:v>
                </c:pt>
                <c:pt idx="2396">
                  <c:v>6.0658559859154932</c:v>
                </c:pt>
                <c:pt idx="2397">
                  <c:v>6.064715633802817</c:v>
                </c:pt>
                <c:pt idx="2398">
                  <c:v>6.059318591549296</c:v>
                </c:pt>
                <c:pt idx="2399">
                  <c:v>6.0541936619718308</c:v>
                </c:pt>
                <c:pt idx="2400">
                  <c:v>6.0508103521126761</c:v>
                </c:pt>
                <c:pt idx="2401">
                  <c:v>6.0498462676056342</c:v>
                </c:pt>
                <c:pt idx="2402">
                  <c:v>6.0543026056338025</c:v>
                </c:pt>
                <c:pt idx="2403">
                  <c:v>6.050835704225352</c:v>
                </c:pt>
                <c:pt idx="2404">
                  <c:v>6.0523455633802818</c:v>
                </c:pt>
                <c:pt idx="2405">
                  <c:v>6.0572458450704225</c:v>
                </c:pt>
                <c:pt idx="2406">
                  <c:v>6.0548726760563376</c:v>
                </c:pt>
                <c:pt idx="2407">
                  <c:v>6.0549089436619719</c:v>
                </c:pt>
                <c:pt idx="2408">
                  <c:v>6.0607994366197184</c:v>
                </c:pt>
                <c:pt idx="2409">
                  <c:v>6.0624483098591551</c:v>
                </c:pt>
                <c:pt idx="2410">
                  <c:v>6.0575273239436616</c:v>
                </c:pt>
                <c:pt idx="2411">
                  <c:v>6.0655106338028171</c:v>
                </c:pt>
                <c:pt idx="2412">
                  <c:v>6.0719654929577462</c:v>
                </c:pt>
                <c:pt idx="2413">
                  <c:v>6.0653692253521125</c:v>
                </c:pt>
                <c:pt idx="2414">
                  <c:v>6.0535447183098592</c:v>
                </c:pt>
                <c:pt idx="2415">
                  <c:v>6.0503276760563383</c:v>
                </c:pt>
                <c:pt idx="2416">
                  <c:v>6.0549361971830988</c:v>
                </c:pt>
                <c:pt idx="2417">
                  <c:v>6.0562304225352115</c:v>
                </c:pt>
                <c:pt idx="2418">
                  <c:v>6.0556539436619721</c:v>
                </c:pt>
                <c:pt idx="2419">
                  <c:v>6.0574893661971831</c:v>
                </c:pt>
                <c:pt idx="2420">
                  <c:v>6.0510993661971835</c:v>
                </c:pt>
                <c:pt idx="2421">
                  <c:v>6.0469562676056334</c:v>
                </c:pt>
                <c:pt idx="2422">
                  <c:v>6.0514445774647889</c:v>
                </c:pt>
                <c:pt idx="2423">
                  <c:v>6.0502099295774645</c:v>
                </c:pt>
                <c:pt idx="2424">
                  <c:v>6.0446811971830989</c:v>
                </c:pt>
                <c:pt idx="2425">
                  <c:v>6.0477086619718312</c:v>
                </c:pt>
                <c:pt idx="2426">
                  <c:v>6.0478217605633802</c:v>
                </c:pt>
                <c:pt idx="2427">
                  <c:v>6.047083873239437</c:v>
                </c:pt>
                <c:pt idx="2428">
                  <c:v>6.051848521126761</c:v>
                </c:pt>
                <c:pt idx="2429">
                  <c:v>6.0638576056338032</c:v>
                </c:pt>
                <c:pt idx="2430">
                  <c:v>6.0711985915492956</c:v>
                </c:pt>
                <c:pt idx="2431">
                  <c:v>6.0688919718309862</c:v>
                </c:pt>
                <c:pt idx="2432">
                  <c:v>6.0649996478873236</c:v>
                </c:pt>
                <c:pt idx="2433">
                  <c:v>6.0555407746478878</c:v>
                </c:pt>
                <c:pt idx="2434">
                  <c:v>6.05627176056338</c:v>
                </c:pt>
                <c:pt idx="2435">
                  <c:v>6.059658873239437</c:v>
                </c:pt>
                <c:pt idx="2436">
                  <c:v>6.0609313380281691</c:v>
                </c:pt>
                <c:pt idx="2437">
                  <c:v>6.0603419718309857</c:v>
                </c:pt>
                <c:pt idx="2438">
                  <c:v>6.0603558450704229</c:v>
                </c:pt>
                <c:pt idx="2439">
                  <c:v>6.0681341549295773</c:v>
                </c:pt>
                <c:pt idx="2440">
                  <c:v>6.066547323943662</c:v>
                </c:pt>
                <c:pt idx="2441">
                  <c:v>6.0625711971830984</c:v>
                </c:pt>
                <c:pt idx="2442">
                  <c:v>6.0628573943661968</c:v>
                </c:pt>
                <c:pt idx="2443">
                  <c:v>6.064690422535211</c:v>
                </c:pt>
                <c:pt idx="2444">
                  <c:v>6.0626146478873242</c:v>
                </c:pt>
                <c:pt idx="2445">
                  <c:v>6.0623457042253523</c:v>
                </c:pt>
                <c:pt idx="2446">
                  <c:v>6.0702119718309859</c:v>
                </c:pt>
                <c:pt idx="2447">
                  <c:v>6.0769436619718311</c:v>
                </c:pt>
                <c:pt idx="2448">
                  <c:v>6.0754169014084507</c:v>
                </c:pt>
                <c:pt idx="2449">
                  <c:v>6.073791549295775</c:v>
                </c:pt>
                <c:pt idx="2450">
                  <c:v>6.0782415492957744</c:v>
                </c:pt>
                <c:pt idx="2451">
                  <c:v>6.0780415492957749</c:v>
                </c:pt>
                <c:pt idx="2452">
                  <c:v>6.0709999999999997</c:v>
                </c:pt>
                <c:pt idx="2453">
                  <c:v>6.0622373239436618</c:v>
                </c:pt>
                <c:pt idx="2454">
                  <c:v>6.0561095070422537</c:v>
                </c:pt>
                <c:pt idx="2455">
                  <c:v>6.0567857746478877</c:v>
                </c:pt>
                <c:pt idx="2456">
                  <c:v>6.0575864788732394</c:v>
                </c:pt>
                <c:pt idx="2457">
                  <c:v>6.0571688028169017</c:v>
                </c:pt>
                <c:pt idx="2458">
                  <c:v>6.05254661971831</c:v>
                </c:pt>
                <c:pt idx="2459">
                  <c:v>6.054677323943662</c:v>
                </c:pt>
                <c:pt idx="2460">
                  <c:v>6.0664709154929577</c:v>
                </c:pt>
                <c:pt idx="2461">
                  <c:v>6.0753401408450705</c:v>
                </c:pt>
                <c:pt idx="2462">
                  <c:v>6.0738373239436623</c:v>
                </c:pt>
                <c:pt idx="2463">
                  <c:v>6.0703210563380283</c:v>
                </c:pt>
                <c:pt idx="2464">
                  <c:v>6.069896338028169</c:v>
                </c:pt>
                <c:pt idx="2465">
                  <c:v>6.0720570422535207</c:v>
                </c:pt>
                <c:pt idx="2466">
                  <c:v>6.0749218309859154</c:v>
                </c:pt>
                <c:pt idx="2467">
                  <c:v>6.06940338028169</c:v>
                </c:pt>
                <c:pt idx="2468">
                  <c:v>6.0658677464788733</c:v>
                </c:pt>
                <c:pt idx="2469">
                  <c:v>6.0597105633802819</c:v>
                </c:pt>
                <c:pt idx="2470">
                  <c:v>6.0603090140845071</c:v>
                </c:pt>
                <c:pt idx="2471">
                  <c:v>6.0625783802816899</c:v>
                </c:pt>
                <c:pt idx="2472">
                  <c:v>6.0627192957746479</c:v>
                </c:pt>
                <c:pt idx="2473">
                  <c:v>6.063058098591549</c:v>
                </c:pt>
                <c:pt idx="2474">
                  <c:v>6.0703263380281687</c:v>
                </c:pt>
                <c:pt idx="2475">
                  <c:v>6.0720676056338032</c:v>
                </c:pt>
                <c:pt idx="2476">
                  <c:v>6.0682321126760561</c:v>
                </c:pt>
                <c:pt idx="2477">
                  <c:v>6.072161267605634</c:v>
                </c:pt>
                <c:pt idx="2478">
                  <c:v>6.0719915492957748</c:v>
                </c:pt>
                <c:pt idx="2479">
                  <c:v>6.0638374647887323</c:v>
                </c:pt>
                <c:pt idx="2480">
                  <c:v>6.0603069014084507</c:v>
                </c:pt>
                <c:pt idx="2481">
                  <c:v>6.0592064788732394</c:v>
                </c:pt>
                <c:pt idx="2482">
                  <c:v>6.0579810563380283</c:v>
                </c:pt>
                <c:pt idx="2483">
                  <c:v>6.0586175352112672</c:v>
                </c:pt>
                <c:pt idx="2484">
                  <c:v>6.0572380281690137</c:v>
                </c:pt>
                <c:pt idx="2485">
                  <c:v>6.058136478873239</c:v>
                </c:pt>
                <c:pt idx="2486">
                  <c:v>6.0603034507042253</c:v>
                </c:pt>
                <c:pt idx="2487">
                  <c:v>6.068222394366197</c:v>
                </c:pt>
                <c:pt idx="2488">
                  <c:v>6.07116338028169</c:v>
                </c:pt>
                <c:pt idx="2489">
                  <c:v>6.064474295774648</c:v>
                </c:pt>
                <c:pt idx="2490">
                  <c:v>6.0545060563380284</c:v>
                </c:pt>
                <c:pt idx="2491">
                  <c:v>6.0454313380281688</c:v>
                </c:pt>
                <c:pt idx="2492">
                  <c:v>6.04897323943662</c:v>
                </c:pt>
                <c:pt idx="2493">
                  <c:v>6.0513685915492959</c:v>
                </c:pt>
                <c:pt idx="2494">
                  <c:v>6.048423521126761</c:v>
                </c:pt>
                <c:pt idx="2495">
                  <c:v>6.0548833098591546</c:v>
                </c:pt>
                <c:pt idx="2496">
                  <c:v>6.0704908450704229</c:v>
                </c:pt>
                <c:pt idx="2497">
                  <c:v>6.0772929577464785</c:v>
                </c:pt>
                <c:pt idx="2498">
                  <c:v>6.0757901408450703</c:v>
                </c:pt>
                <c:pt idx="2499">
                  <c:v>6.0697231690140843</c:v>
                </c:pt>
                <c:pt idx="2500">
                  <c:v>6.0585009154929574</c:v>
                </c:pt>
                <c:pt idx="2501">
                  <c:v>6.0572558450704221</c:v>
                </c:pt>
                <c:pt idx="2502">
                  <c:v>6.0650408450704223</c:v>
                </c:pt>
                <c:pt idx="2503">
                  <c:v>6.0610285211267607</c:v>
                </c:pt>
                <c:pt idx="2504">
                  <c:v>6.0465683802816903</c:v>
                </c:pt>
                <c:pt idx="2505">
                  <c:v>6.0442040845070419</c:v>
                </c:pt>
                <c:pt idx="2506">
                  <c:v>6.0506664788732394</c:v>
                </c:pt>
                <c:pt idx="2507">
                  <c:v>6.0585121830985917</c:v>
                </c:pt>
                <c:pt idx="2508">
                  <c:v>6.0581735211267604</c:v>
                </c:pt>
                <c:pt idx="2509">
                  <c:v>6.0603657746478872</c:v>
                </c:pt>
                <c:pt idx="2510">
                  <c:v>6.0561474647887321</c:v>
                </c:pt>
                <c:pt idx="2511">
                  <c:v>6.0522277464788736</c:v>
                </c:pt>
                <c:pt idx="2512">
                  <c:v>6.0620738028169017</c:v>
                </c:pt>
                <c:pt idx="2513">
                  <c:v>6.0706352112676054</c:v>
                </c:pt>
                <c:pt idx="2514">
                  <c:v>6.069432887323944</c:v>
                </c:pt>
                <c:pt idx="2515">
                  <c:v>6.0648122535211266</c:v>
                </c:pt>
                <c:pt idx="2516">
                  <c:v>6.0596618309859158</c:v>
                </c:pt>
                <c:pt idx="2517">
                  <c:v>6.0624576056338029</c:v>
                </c:pt>
                <c:pt idx="2518">
                  <c:v>6.0604132394366195</c:v>
                </c:pt>
                <c:pt idx="2519">
                  <c:v>6.0481605633802813</c:v>
                </c:pt>
                <c:pt idx="2520">
                  <c:v>6.0457591549295771</c:v>
                </c:pt>
                <c:pt idx="2521">
                  <c:v>6.048785633802817</c:v>
                </c:pt>
                <c:pt idx="2522">
                  <c:v>6.0518690140845068</c:v>
                </c:pt>
                <c:pt idx="2523">
                  <c:v>6.0525530985915497</c:v>
                </c:pt>
                <c:pt idx="2524">
                  <c:v>6.0498606338028171</c:v>
                </c:pt>
                <c:pt idx="2525">
                  <c:v>6.0507764788732397</c:v>
                </c:pt>
                <c:pt idx="2526">
                  <c:v>6.0496461971830984</c:v>
                </c:pt>
                <c:pt idx="2527">
                  <c:v>6.0476631690140845</c:v>
                </c:pt>
                <c:pt idx="2528">
                  <c:v>6.0433838028169014</c:v>
                </c:pt>
                <c:pt idx="2529">
                  <c:v>6.0398851408450707</c:v>
                </c:pt>
                <c:pt idx="2530">
                  <c:v>6.0441043661971827</c:v>
                </c:pt>
                <c:pt idx="2531">
                  <c:v>6.0467767605633806</c:v>
                </c:pt>
                <c:pt idx="2532">
                  <c:v>6.0462921126760563</c:v>
                </c:pt>
                <c:pt idx="2533">
                  <c:v>6.0504503521126765</c:v>
                </c:pt>
                <c:pt idx="2534">
                  <c:v>6.0459773239436618</c:v>
                </c:pt>
                <c:pt idx="2535">
                  <c:v>6.0451499295774651</c:v>
                </c:pt>
                <c:pt idx="2536">
                  <c:v>6.0477221126760563</c:v>
                </c:pt>
                <c:pt idx="2537">
                  <c:v>6.0475497887323941</c:v>
                </c:pt>
                <c:pt idx="2538">
                  <c:v>6.0491988732394368</c:v>
                </c:pt>
                <c:pt idx="2539">
                  <c:v>6.056760422535211</c:v>
                </c:pt>
                <c:pt idx="2540">
                  <c:v>6.0674957746478873</c:v>
                </c:pt>
                <c:pt idx="2541">
                  <c:v>6.0679031690140848</c:v>
                </c:pt>
                <c:pt idx="2542">
                  <c:v>6.0664207746478871</c:v>
                </c:pt>
                <c:pt idx="2543">
                  <c:v>6.0638121126760565</c:v>
                </c:pt>
                <c:pt idx="2544">
                  <c:v>6.0577440140845074</c:v>
                </c:pt>
                <c:pt idx="2545">
                  <c:v>6.0516703521126765</c:v>
                </c:pt>
                <c:pt idx="2546">
                  <c:v>6.0525612676056335</c:v>
                </c:pt>
                <c:pt idx="2547">
                  <c:v>6.0523271126760561</c:v>
                </c:pt>
                <c:pt idx="2548">
                  <c:v>6.0524979577464793</c:v>
                </c:pt>
                <c:pt idx="2549">
                  <c:v>6.0484633098591551</c:v>
                </c:pt>
                <c:pt idx="2550">
                  <c:v>6.0417885211267608</c:v>
                </c:pt>
                <c:pt idx="2551">
                  <c:v>6.049999295774648</c:v>
                </c:pt>
                <c:pt idx="2552">
                  <c:v>6.0591646478873242</c:v>
                </c:pt>
                <c:pt idx="2553">
                  <c:v>6.0646219014084508</c:v>
                </c:pt>
                <c:pt idx="2554">
                  <c:v>6.0628845070422539</c:v>
                </c:pt>
                <c:pt idx="2555">
                  <c:v>6.060194014084507</c:v>
                </c:pt>
                <c:pt idx="2556">
                  <c:v>6.0588861267605632</c:v>
                </c:pt>
                <c:pt idx="2557">
                  <c:v>6.0547823239436616</c:v>
                </c:pt>
                <c:pt idx="2558">
                  <c:v>6.0521392957746478</c:v>
                </c:pt>
                <c:pt idx="2559">
                  <c:v>6.0493430281690141</c:v>
                </c:pt>
                <c:pt idx="2560">
                  <c:v>6.0511700704225353</c:v>
                </c:pt>
                <c:pt idx="2561">
                  <c:v>6.0532255633802814</c:v>
                </c:pt>
                <c:pt idx="2562">
                  <c:v>6.0484489436619722</c:v>
                </c:pt>
                <c:pt idx="2563">
                  <c:v>6.0455709859154929</c:v>
                </c:pt>
                <c:pt idx="2564">
                  <c:v>6.0506723943661971</c:v>
                </c:pt>
                <c:pt idx="2565">
                  <c:v>6.0561951408450705</c:v>
                </c:pt>
                <c:pt idx="2566">
                  <c:v>6.059368802816901</c:v>
                </c:pt>
                <c:pt idx="2567">
                  <c:v>6.0530019718309855</c:v>
                </c:pt>
                <c:pt idx="2568">
                  <c:v>6.0458979577464786</c:v>
                </c:pt>
                <c:pt idx="2569">
                  <c:v>6.0482704225352109</c:v>
                </c:pt>
                <c:pt idx="2570">
                  <c:v>6.0504557042253522</c:v>
                </c:pt>
                <c:pt idx="2571">
                  <c:v>6.0486871830985915</c:v>
                </c:pt>
                <c:pt idx="2572">
                  <c:v>6.0437980985915489</c:v>
                </c:pt>
                <c:pt idx="2573">
                  <c:v>6.0380686619718311</c:v>
                </c:pt>
                <c:pt idx="2574">
                  <c:v>6.0388344366197186</c:v>
                </c:pt>
                <c:pt idx="2575">
                  <c:v>6.0429973943661972</c:v>
                </c:pt>
                <c:pt idx="2576">
                  <c:v>6.053758591549296</c:v>
                </c:pt>
                <c:pt idx="2577">
                  <c:v>6.0561490140845073</c:v>
                </c:pt>
                <c:pt idx="2578">
                  <c:v>6.0492473239436624</c:v>
                </c:pt>
                <c:pt idx="2579">
                  <c:v>6.0489152112676052</c:v>
                </c:pt>
                <c:pt idx="2580">
                  <c:v>6.0535060563380281</c:v>
                </c:pt>
                <c:pt idx="2581">
                  <c:v>6.056053732394366</c:v>
                </c:pt>
                <c:pt idx="2582">
                  <c:v>6.0553471126760563</c:v>
                </c:pt>
                <c:pt idx="2583">
                  <c:v>6.0553479577464788</c:v>
                </c:pt>
                <c:pt idx="2584">
                  <c:v>6.0577732394366199</c:v>
                </c:pt>
                <c:pt idx="2585">
                  <c:v>6.0571544366197188</c:v>
                </c:pt>
                <c:pt idx="2586">
                  <c:v>6.0564290845070419</c:v>
                </c:pt>
                <c:pt idx="2587">
                  <c:v>6.0560814084507042</c:v>
                </c:pt>
                <c:pt idx="2588">
                  <c:v>6.054837676056338</c:v>
                </c:pt>
                <c:pt idx="2589">
                  <c:v>6.0560271830985917</c:v>
                </c:pt>
                <c:pt idx="2590">
                  <c:v>6.0612227464788733</c:v>
                </c:pt>
                <c:pt idx="2591">
                  <c:v>6.0671523239436622</c:v>
                </c:pt>
                <c:pt idx="2592">
                  <c:v>6.066845774647887</c:v>
                </c:pt>
                <c:pt idx="2593">
                  <c:v>6.0621633802816906</c:v>
                </c:pt>
                <c:pt idx="2594">
                  <c:v>6.0639505633802813</c:v>
                </c:pt>
                <c:pt idx="2595">
                  <c:v>6.0640469718309857</c:v>
                </c:pt>
                <c:pt idx="2596">
                  <c:v>6.0597168309859155</c:v>
                </c:pt>
                <c:pt idx="2597">
                  <c:v>6.0493694366197186</c:v>
                </c:pt>
                <c:pt idx="2598">
                  <c:v>6.041200211267606</c:v>
                </c:pt>
                <c:pt idx="2599">
                  <c:v>6.0431660563380278</c:v>
                </c:pt>
                <c:pt idx="2600">
                  <c:v>6.0492319014084508</c:v>
                </c:pt>
                <c:pt idx="2601">
                  <c:v>6.0453145774647883</c:v>
                </c:pt>
                <c:pt idx="2602">
                  <c:v>6.0419923943661971</c:v>
                </c:pt>
                <c:pt idx="2603">
                  <c:v>6.0459166197183096</c:v>
                </c:pt>
                <c:pt idx="2604">
                  <c:v>6.0525710563380279</c:v>
                </c:pt>
                <c:pt idx="2605">
                  <c:v>6.055578521126761</c:v>
                </c:pt>
                <c:pt idx="2606">
                  <c:v>6.0551316901408452</c:v>
                </c:pt>
                <c:pt idx="2607">
                  <c:v>6.0511347887323943</c:v>
                </c:pt>
                <c:pt idx="2608">
                  <c:v>6.0464797887323947</c:v>
                </c:pt>
                <c:pt idx="2609">
                  <c:v>6.0468423943661973</c:v>
                </c:pt>
                <c:pt idx="2610">
                  <c:v>6.050172887323944</c:v>
                </c:pt>
                <c:pt idx="2611">
                  <c:v>6.0454426760563384</c:v>
                </c:pt>
                <c:pt idx="2612">
                  <c:v>6.0435049999999997</c:v>
                </c:pt>
                <c:pt idx="2613">
                  <c:v>6.0495549999999998</c:v>
                </c:pt>
                <c:pt idx="2614">
                  <c:v>6.0593845070422532</c:v>
                </c:pt>
                <c:pt idx="2615">
                  <c:v>6.0661538732394362</c:v>
                </c:pt>
                <c:pt idx="2616">
                  <c:v>6.066129014084507</c:v>
                </c:pt>
                <c:pt idx="2617">
                  <c:v>6.0666966197183099</c:v>
                </c:pt>
                <c:pt idx="2618">
                  <c:v>6.0609730281690144</c:v>
                </c:pt>
                <c:pt idx="2619">
                  <c:v>6.056051690140845</c:v>
                </c:pt>
                <c:pt idx="2620">
                  <c:v>6.054423661971831</c:v>
                </c:pt>
                <c:pt idx="2621">
                  <c:v>6.0548543661971834</c:v>
                </c:pt>
                <c:pt idx="2622">
                  <c:v>6.0560242253521128</c:v>
                </c:pt>
                <c:pt idx="2623">
                  <c:v>6.0564504929577465</c:v>
                </c:pt>
                <c:pt idx="2624">
                  <c:v>6.0605773239436616</c:v>
                </c:pt>
                <c:pt idx="2625">
                  <c:v>6.0603880281690143</c:v>
                </c:pt>
                <c:pt idx="2626">
                  <c:v>6.054477605633803</c:v>
                </c:pt>
                <c:pt idx="2627">
                  <c:v>6.0499068309859156</c:v>
                </c:pt>
                <c:pt idx="2628">
                  <c:v>6.0513552816901406</c:v>
                </c:pt>
                <c:pt idx="2629">
                  <c:v>6.0564992253521126</c:v>
                </c:pt>
                <c:pt idx="2630">
                  <c:v>6.0547245070422537</c:v>
                </c:pt>
                <c:pt idx="2631">
                  <c:v>6.0562692253521124</c:v>
                </c:pt>
                <c:pt idx="2632">
                  <c:v>6.0560476056338031</c:v>
                </c:pt>
                <c:pt idx="2633">
                  <c:v>6.0531171830985917</c:v>
                </c:pt>
                <c:pt idx="2634">
                  <c:v>6.0574209154929575</c:v>
                </c:pt>
                <c:pt idx="2635">
                  <c:v>6.0646283098591551</c:v>
                </c:pt>
                <c:pt idx="2636">
                  <c:v>6.0602673239436617</c:v>
                </c:pt>
                <c:pt idx="2637">
                  <c:v>6.0487176056338026</c:v>
                </c:pt>
                <c:pt idx="2638">
                  <c:v>6.0417047887323942</c:v>
                </c:pt>
                <c:pt idx="2639">
                  <c:v>6.0374062676056335</c:v>
                </c:pt>
                <c:pt idx="2640">
                  <c:v>6.0406038028169018</c:v>
                </c:pt>
                <c:pt idx="2641">
                  <c:v>6.045721267605634</c:v>
                </c:pt>
                <c:pt idx="2642">
                  <c:v>6.0445314788732398</c:v>
                </c:pt>
                <c:pt idx="2643">
                  <c:v>6.0409189436619721</c:v>
                </c:pt>
                <c:pt idx="2644">
                  <c:v>6.0381585915492959</c:v>
                </c:pt>
                <c:pt idx="2645">
                  <c:v>6.0406436619718313</c:v>
                </c:pt>
                <c:pt idx="2646">
                  <c:v>6.0509220422535215</c:v>
                </c:pt>
                <c:pt idx="2647">
                  <c:v>6.0573867605633804</c:v>
                </c:pt>
                <c:pt idx="2648">
                  <c:v>6.059279577464789</c:v>
                </c:pt>
                <c:pt idx="2649">
                  <c:v>6.0613695774647889</c:v>
                </c:pt>
                <c:pt idx="2650">
                  <c:v>6.0643726056338032</c:v>
                </c:pt>
                <c:pt idx="2651">
                  <c:v>6.0586348591549299</c:v>
                </c:pt>
                <c:pt idx="2652">
                  <c:v>6.0516097887323941</c:v>
                </c:pt>
                <c:pt idx="2653">
                  <c:v>6.0520225352112673</c:v>
                </c:pt>
                <c:pt idx="2654">
                  <c:v>6.0574020422535213</c:v>
                </c:pt>
                <c:pt idx="2655">
                  <c:v>6.0607348591549295</c:v>
                </c:pt>
                <c:pt idx="2656">
                  <c:v>6.0612723943661972</c:v>
                </c:pt>
                <c:pt idx="2657">
                  <c:v>6.0652759154929576</c:v>
                </c:pt>
                <c:pt idx="2658">
                  <c:v>6.0661199999999997</c:v>
                </c:pt>
                <c:pt idx="2659">
                  <c:v>6.0619584507042257</c:v>
                </c:pt>
                <c:pt idx="2660">
                  <c:v>6.0532278169014084</c:v>
                </c:pt>
                <c:pt idx="2661">
                  <c:v>6.047975915492958</c:v>
                </c:pt>
                <c:pt idx="2662">
                  <c:v>6.0530647887323941</c:v>
                </c:pt>
                <c:pt idx="2663">
                  <c:v>6.0537640845070424</c:v>
                </c:pt>
                <c:pt idx="2664">
                  <c:v>6.0463711267605635</c:v>
                </c:pt>
                <c:pt idx="2665">
                  <c:v>6.0518853521126763</c:v>
                </c:pt>
                <c:pt idx="2666">
                  <c:v>6.0564390845070424</c:v>
                </c:pt>
                <c:pt idx="2667">
                  <c:v>6.0576004929577465</c:v>
                </c:pt>
                <c:pt idx="2668">
                  <c:v>6.0589669718309862</c:v>
                </c:pt>
                <c:pt idx="2669">
                  <c:v>6.0603135211267603</c:v>
                </c:pt>
                <c:pt idx="2670">
                  <c:v>6.0621023239436616</c:v>
                </c:pt>
                <c:pt idx="2671">
                  <c:v>6.0573568309859152</c:v>
                </c:pt>
                <c:pt idx="2672">
                  <c:v>6.0488843661971829</c:v>
                </c:pt>
                <c:pt idx="2673">
                  <c:v>6.0418741549295776</c:v>
                </c:pt>
                <c:pt idx="2674">
                  <c:v>6.0462330985915491</c:v>
                </c:pt>
                <c:pt idx="2675">
                  <c:v>6.0522786619718314</c:v>
                </c:pt>
                <c:pt idx="2676">
                  <c:v>6.0599405633802821</c:v>
                </c:pt>
                <c:pt idx="2677">
                  <c:v>6.066479929577465</c:v>
                </c:pt>
                <c:pt idx="2678">
                  <c:v>6.0640325352112674</c:v>
                </c:pt>
                <c:pt idx="2679">
                  <c:v>6.067897605633803</c:v>
                </c:pt>
                <c:pt idx="2680">
                  <c:v>6.0734605633802818</c:v>
                </c:pt>
                <c:pt idx="2681">
                  <c:v>6.0678473239436617</c:v>
                </c:pt>
                <c:pt idx="2682">
                  <c:v>6.0577558450704228</c:v>
                </c:pt>
                <c:pt idx="2683">
                  <c:v>6.0596747887323943</c:v>
                </c:pt>
                <c:pt idx="2684">
                  <c:v>6.0619717605633801</c:v>
                </c:pt>
                <c:pt idx="2685">
                  <c:v>6.055863732394366</c:v>
                </c:pt>
                <c:pt idx="2686">
                  <c:v>6.0495999999999999</c:v>
                </c:pt>
                <c:pt idx="2687">
                  <c:v>6.0512935211267607</c:v>
                </c:pt>
                <c:pt idx="2688">
                  <c:v>6.0547011267605635</c:v>
                </c:pt>
                <c:pt idx="2689">
                  <c:v>6.0570487323943665</c:v>
                </c:pt>
                <c:pt idx="2690">
                  <c:v>6.0551994366197182</c:v>
                </c:pt>
                <c:pt idx="2691">
                  <c:v>6.0526086619718313</c:v>
                </c:pt>
                <c:pt idx="2692">
                  <c:v>6.0498606338028171</c:v>
                </c:pt>
                <c:pt idx="2693">
                  <c:v>6.0558183098591547</c:v>
                </c:pt>
                <c:pt idx="2694">
                  <c:v>6.0646265492957747</c:v>
                </c:pt>
                <c:pt idx="2695">
                  <c:v>6.0576563380281687</c:v>
                </c:pt>
                <c:pt idx="2696">
                  <c:v>6.0539266901408455</c:v>
                </c:pt>
                <c:pt idx="2697">
                  <c:v>6.0502822535211269</c:v>
                </c:pt>
                <c:pt idx="2698">
                  <c:v>6.0481660563380277</c:v>
                </c:pt>
                <c:pt idx="2699">
                  <c:v>6.0547226056338026</c:v>
                </c:pt>
                <c:pt idx="2700">
                  <c:v>6.0592745070422538</c:v>
                </c:pt>
                <c:pt idx="2701">
                  <c:v>6.0607240140845073</c:v>
                </c:pt>
                <c:pt idx="2702">
                  <c:v>6.0559217605633799</c:v>
                </c:pt>
                <c:pt idx="2703">
                  <c:v>6.0545821830985913</c:v>
                </c:pt>
                <c:pt idx="2704">
                  <c:v>6.0611100000000002</c:v>
                </c:pt>
                <c:pt idx="2705">
                  <c:v>6.0635155633802817</c:v>
                </c:pt>
                <c:pt idx="2706">
                  <c:v>6.0591761971830982</c:v>
                </c:pt>
                <c:pt idx="2707">
                  <c:v>6.0574744366197182</c:v>
                </c:pt>
                <c:pt idx="2708">
                  <c:v>6.0624573239436623</c:v>
                </c:pt>
                <c:pt idx="2709">
                  <c:v>6.0663270422535209</c:v>
                </c:pt>
                <c:pt idx="2710">
                  <c:v>6.062671549295775</c:v>
                </c:pt>
                <c:pt idx="2711">
                  <c:v>6.0618178169014083</c:v>
                </c:pt>
                <c:pt idx="2712">
                  <c:v>6.0624889436619718</c:v>
                </c:pt>
                <c:pt idx="2713">
                  <c:v>6.0572891549295775</c:v>
                </c:pt>
                <c:pt idx="2714">
                  <c:v>6.0526104929577462</c:v>
                </c:pt>
                <c:pt idx="2715">
                  <c:v>6.0543928873239441</c:v>
                </c:pt>
                <c:pt idx="2716">
                  <c:v>6.0559023239436618</c:v>
                </c:pt>
                <c:pt idx="2717">
                  <c:v>6.0594937323943663</c:v>
                </c:pt>
                <c:pt idx="2718">
                  <c:v>6.0663933098591549</c:v>
                </c:pt>
                <c:pt idx="2719">
                  <c:v>6.0684428873239433</c:v>
                </c:pt>
                <c:pt idx="2720">
                  <c:v>6.0655678169014084</c:v>
                </c:pt>
                <c:pt idx="2721">
                  <c:v>6.0642759154929582</c:v>
                </c:pt>
                <c:pt idx="2722">
                  <c:v>6.0657357746478873</c:v>
                </c:pt>
                <c:pt idx="2723">
                  <c:v>6.0673575352112676</c:v>
                </c:pt>
                <c:pt idx="2724">
                  <c:v>6.0682873239436619</c:v>
                </c:pt>
                <c:pt idx="2725">
                  <c:v>6.0660927464788736</c:v>
                </c:pt>
                <c:pt idx="2726">
                  <c:v>6.0612430281690139</c:v>
                </c:pt>
                <c:pt idx="2727">
                  <c:v>6.0576539436619719</c:v>
                </c:pt>
                <c:pt idx="2728">
                  <c:v>6.0577202816901412</c:v>
                </c:pt>
                <c:pt idx="2729">
                  <c:v>6.0589252112676055</c:v>
                </c:pt>
                <c:pt idx="2730">
                  <c:v>6.0579897183098588</c:v>
                </c:pt>
                <c:pt idx="2731">
                  <c:v>6.0583703521126759</c:v>
                </c:pt>
                <c:pt idx="2732">
                  <c:v>6.0630730985915493</c:v>
                </c:pt>
                <c:pt idx="2733">
                  <c:v>6.0606902112676053</c:v>
                </c:pt>
                <c:pt idx="2734">
                  <c:v>6.0528091549295775</c:v>
                </c:pt>
                <c:pt idx="2735">
                  <c:v>6.051759295774648</c:v>
                </c:pt>
                <c:pt idx="2736">
                  <c:v>6.0516238028169012</c:v>
                </c:pt>
                <c:pt idx="2737">
                  <c:v>6.0500299999999996</c:v>
                </c:pt>
                <c:pt idx="2738">
                  <c:v>6.0517922535211266</c:v>
                </c:pt>
                <c:pt idx="2739">
                  <c:v>6.0526327464788734</c:v>
                </c:pt>
                <c:pt idx="2740">
                  <c:v>6.0516007042253523</c:v>
                </c:pt>
                <c:pt idx="2741">
                  <c:v>6.0522802112676057</c:v>
                </c:pt>
                <c:pt idx="2742">
                  <c:v>6.0560635211267604</c:v>
                </c:pt>
                <c:pt idx="2743">
                  <c:v>6.0644656338028167</c:v>
                </c:pt>
                <c:pt idx="2744">
                  <c:v>6.0658299295774647</c:v>
                </c:pt>
                <c:pt idx="2745">
                  <c:v>6.0620912676056342</c:v>
                </c:pt>
                <c:pt idx="2746">
                  <c:v>6.0547278169014085</c:v>
                </c:pt>
                <c:pt idx="2747">
                  <c:v>6.0593112676056338</c:v>
                </c:pt>
                <c:pt idx="2748">
                  <c:v>6.0677116197183096</c:v>
                </c:pt>
                <c:pt idx="2749">
                  <c:v>6.0653133802816903</c:v>
                </c:pt>
                <c:pt idx="2750">
                  <c:v>6.0611206338028172</c:v>
                </c:pt>
                <c:pt idx="2751">
                  <c:v>6.0631454225352108</c:v>
                </c:pt>
                <c:pt idx="2752">
                  <c:v>6.0659863380281687</c:v>
                </c:pt>
                <c:pt idx="2753">
                  <c:v>6.0583880281690137</c:v>
                </c:pt>
                <c:pt idx="2754">
                  <c:v>6.05839014084507</c:v>
                </c:pt>
                <c:pt idx="2755">
                  <c:v>6.0655717605633805</c:v>
                </c:pt>
                <c:pt idx="2756">
                  <c:v>6.0643145774647884</c:v>
                </c:pt>
                <c:pt idx="2757">
                  <c:v>6.0650564788732391</c:v>
                </c:pt>
                <c:pt idx="2758">
                  <c:v>6.0648921830985918</c:v>
                </c:pt>
                <c:pt idx="2759">
                  <c:v>6.0611545070422537</c:v>
                </c:pt>
                <c:pt idx="2760">
                  <c:v>6.055103098591549</c:v>
                </c:pt>
                <c:pt idx="2761">
                  <c:v>6.0502711267605633</c:v>
                </c:pt>
                <c:pt idx="2762">
                  <c:v>6.0494374647887321</c:v>
                </c:pt>
                <c:pt idx="2763">
                  <c:v>6.048657957746479</c:v>
                </c:pt>
                <c:pt idx="2764">
                  <c:v>6.0521764788732391</c:v>
                </c:pt>
                <c:pt idx="2765">
                  <c:v>6.0578419718309862</c:v>
                </c:pt>
                <c:pt idx="2766">
                  <c:v>6.0603762676056334</c:v>
                </c:pt>
                <c:pt idx="2767">
                  <c:v>6.0607895774647886</c:v>
                </c:pt>
                <c:pt idx="2768">
                  <c:v>6.0566119718309857</c:v>
                </c:pt>
                <c:pt idx="2769">
                  <c:v>6.0464390845070426</c:v>
                </c:pt>
                <c:pt idx="2770">
                  <c:v>6.0380700000000003</c:v>
                </c:pt>
                <c:pt idx="2771">
                  <c:v>6.0397420422535211</c:v>
                </c:pt>
                <c:pt idx="2772">
                  <c:v>6.0415019718309857</c:v>
                </c:pt>
                <c:pt idx="2773">
                  <c:v>6.0460077464788728</c:v>
                </c:pt>
                <c:pt idx="2774">
                  <c:v>6.0499915492957745</c:v>
                </c:pt>
                <c:pt idx="2775">
                  <c:v>6.0520230281690139</c:v>
                </c:pt>
                <c:pt idx="2776">
                  <c:v>6.0508378169014083</c:v>
                </c:pt>
                <c:pt idx="2777">
                  <c:v>6.0481979577464786</c:v>
                </c:pt>
                <c:pt idx="2778">
                  <c:v>6.0536493661971829</c:v>
                </c:pt>
                <c:pt idx="2779">
                  <c:v>6.0569309859154927</c:v>
                </c:pt>
                <c:pt idx="2780">
                  <c:v>6.0511764788732396</c:v>
                </c:pt>
                <c:pt idx="2781">
                  <c:v>6.0499802112676058</c:v>
                </c:pt>
                <c:pt idx="2782">
                  <c:v>6.0490888732394366</c:v>
                </c:pt>
                <c:pt idx="2783">
                  <c:v>6.0510219014084505</c:v>
                </c:pt>
                <c:pt idx="2784">
                  <c:v>6.058070774647887</c:v>
                </c:pt>
                <c:pt idx="2785">
                  <c:v>6.0583999999999998</c:v>
                </c:pt>
                <c:pt idx="2786">
                  <c:v>6.0564616901408455</c:v>
                </c:pt>
                <c:pt idx="2787">
                  <c:v>6.0562193661971833</c:v>
                </c:pt>
                <c:pt idx="2788">
                  <c:v>6.056402042253521</c:v>
                </c:pt>
                <c:pt idx="2789">
                  <c:v>6.0564432394366197</c:v>
                </c:pt>
                <c:pt idx="2790">
                  <c:v>6.0587469718309857</c:v>
                </c:pt>
                <c:pt idx="2791">
                  <c:v>6.0553044366197186</c:v>
                </c:pt>
                <c:pt idx="2792">
                  <c:v>6.0522152816901409</c:v>
                </c:pt>
                <c:pt idx="2793">
                  <c:v>6.0503404225352115</c:v>
                </c:pt>
                <c:pt idx="2794">
                  <c:v>6.0486524647887325</c:v>
                </c:pt>
                <c:pt idx="2795">
                  <c:v>6.0486202816901411</c:v>
                </c:pt>
                <c:pt idx="2796">
                  <c:v>6.0503121830985913</c:v>
                </c:pt>
                <c:pt idx="2797">
                  <c:v>6.0553197183098595</c:v>
                </c:pt>
                <c:pt idx="2798">
                  <c:v>6.0645054929577462</c:v>
                </c:pt>
                <c:pt idx="2799">
                  <c:v>6.0722260563380281</c:v>
                </c:pt>
                <c:pt idx="2800">
                  <c:v>6.0641342957746476</c:v>
                </c:pt>
                <c:pt idx="2801">
                  <c:v>6.0603347887323942</c:v>
                </c:pt>
                <c:pt idx="2802">
                  <c:v>6.0623340845070421</c:v>
                </c:pt>
                <c:pt idx="2803">
                  <c:v>6.0638622535211271</c:v>
                </c:pt>
                <c:pt idx="2804">
                  <c:v>6.0644333802816899</c:v>
                </c:pt>
                <c:pt idx="2805">
                  <c:v>6.0602802112676057</c:v>
                </c:pt>
                <c:pt idx="2806">
                  <c:v>6.0584375352112678</c:v>
                </c:pt>
                <c:pt idx="2807">
                  <c:v>6.0600688732394365</c:v>
                </c:pt>
                <c:pt idx="2808">
                  <c:v>6.0545838732394364</c:v>
                </c:pt>
                <c:pt idx="2809">
                  <c:v>6.0508049295774651</c:v>
                </c:pt>
                <c:pt idx="2810">
                  <c:v>6.0481740845070426</c:v>
                </c:pt>
                <c:pt idx="2811">
                  <c:v>6.0497656338028172</c:v>
                </c:pt>
                <c:pt idx="2812">
                  <c:v>6.0567497183098595</c:v>
                </c:pt>
                <c:pt idx="2813">
                  <c:v>6.0602485211267609</c:v>
                </c:pt>
                <c:pt idx="2814">
                  <c:v>6.0598959154929579</c:v>
                </c:pt>
                <c:pt idx="2815">
                  <c:v>6.0639528169014083</c:v>
                </c:pt>
                <c:pt idx="2816">
                  <c:v>6.0670971830985918</c:v>
                </c:pt>
                <c:pt idx="2817">
                  <c:v>6.0564752816901413</c:v>
                </c:pt>
                <c:pt idx="2818">
                  <c:v>6.0499647183098588</c:v>
                </c:pt>
                <c:pt idx="2819">
                  <c:v>6.054528943661972</c:v>
                </c:pt>
                <c:pt idx="2820">
                  <c:v>6.061472816901408</c:v>
                </c:pt>
                <c:pt idx="2821">
                  <c:v>6.0583288732394367</c:v>
                </c:pt>
                <c:pt idx="2822">
                  <c:v>6.0597307746478872</c:v>
                </c:pt>
                <c:pt idx="2823">
                  <c:v>6.0632981690140841</c:v>
                </c:pt>
                <c:pt idx="2824">
                  <c:v>6.0655928873239437</c:v>
                </c:pt>
                <c:pt idx="2825">
                  <c:v>6.0741950704225349</c:v>
                </c:pt>
                <c:pt idx="2826">
                  <c:v>6.0776929577464784</c:v>
                </c:pt>
                <c:pt idx="2827">
                  <c:v>6.0736563380281687</c:v>
                </c:pt>
                <c:pt idx="2828">
                  <c:v>6.0680066901408454</c:v>
                </c:pt>
                <c:pt idx="2829">
                  <c:v>6.0646992957746475</c:v>
                </c:pt>
                <c:pt idx="2830">
                  <c:v>6.0609900704225348</c:v>
                </c:pt>
                <c:pt idx="2831">
                  <c:v>6.0652879577464791</c:v>
                </c:pt>
                <c:pt idx="2832">
                  <c:v>6.0708767605633804</c:v>
                </c:pt>
                <c:pt idx="2833">
                  <c:v>6.0722697183098591</c:v>
                </c:pt>
                <c:pt idx="2834">
                  <c:v>6.0700480281690137</c:v>
                </c:pt>
                <c:pt idx="2835">
                  <c:v>6.0634275352112672</c:v>
                </c:pt>
                <c:pt idx="2836">
                  <c:v>6.057022323943662</c:v>
                </c:pt>
                <c:pt idx="2837">
                  <c:v>6.0541314788732397</c:v>
                </c:pt>
                <c:pt idx="2838">
                  <c:v>6.0583457042253519</c:v>
                </c:pt>
                <c:pt idx="2839">
                  <c:v>6.0569281690140846</c:v>
                </c:pt>
                <c:pt idx="2840">
                  <c:v>6.0528429577464786</c:v>
                </c:pt>
                <c:pt idx="2841">
                  <c:v>6.0577599295774647</c:v>
                </c:pt>
                <c:pt idx="2842">
                  <c:v>6.0660258450704223</c:v>
                </c:pt>
                <c:pt idx="2843">
                  <c:v>6.0657265492957748</c:v>
                </c:pt>
                <c:pt idx="2844">
                  <c:v>6.0686333802816899</c:v>
                </c:pt>
                <c:pt idx="2845">
                  <c:v>6.0680194366197187</c:v>
                </c:pt>
                <c:pt idx="2846">
                  <c:v>6.0581977464788732</c:v>
                </c:pt>
                <c:pt idx="2847">
                  <c:v>6.0576672535211271</c:v>
                </c:pt>
                <c:pt idx="2848">
                  <c:v>6.0574145774647885</c:v>
                </c:pt>
                <c:pt idx="2849">
                  <c:v>6.047928309859155</c:v>
                </c:pt>
                <c:pt idx="2850">
                  <c:v>6.0476223943661971</c:v>
                </c:pt>
                <c:pt idx="2851">
                  <c:v>6.048130845070423</c:v>
                </c:pt>
                <c:pt idx="2852">
                  <c:v>6.0535607746478872</c:v>
                </c:pt>
                <c:pt idx="2853">
                  <c:v>6.0622658450704225</c:v>
                </c:pt>
                <c:pt idx="2854">
                  <c:v>6.0663517605633803</c:v>
                </c:pt>
                <c:pt idx="2855">
                  <c:v>6.0742007042253521</c:v>
                </c:pt>
                <c:pt idx="2856">
                  <c:v>6.073010563380282</c:v>
                </c:pt>
                <c:pt idx="2857">
                  <c:v>6.063171971830986</c:v>
                </c:pt>
                <c:pt idx="2858">
                  <c:v>6.0549502112676059</c:v>
                </c:pt>
                <c:pt idx="2859">
                  <c:v>6.0526418309859151</c:v>
                </c:pt>
                <c:pt idx="2860">
                  <c:v>6.0582357042253525</c:v>
                </c:pt>
                <c:pt idx="2861">
                  <c:v>6.0612476760563379</c:v>
                </c:pt>
                <c:pt idx="2862">
                  <c:v>6.054537535211268</c:v>
                </c:pt>
                <c:pt idx="2863">
                  <c:v>6.0499888732394362</c:v>
                </c:pt>
                <c:pt idx="2864">
                  <c:v>6.0484266197183096</c:v>
                </c:pt>
                <c:pt idx="2865">
                  <c:v>6.0478913380281689</c:v>
                </c:pt>
                <c:pt idx="2866">
                  <c:v>6.0420827464788731</c:v>
                </c:pt>
                <c:pt idx="2867">
                  <c:v>6.0438827464788734</c:v>
                </c:pt>
                <c:pt idx="2868">
                  <c:v>6.0473869718309858</c:v>
                </c:pt>
                <c:pt idx="2869">
                  <c:v>6.0529043661971835</c:v>
                </c:pt>
                <c:pt idx="2870">
                  <c:v>6.061400211267606</c:v>
                </c:pt>
                <c:pt idx="2871">
                  <c:v>6.0653057042253522</c:v>
                </c:pt>
                <c:pt idx="2872">
                  <c:v>6.0700252112676054</c:v>
                </c:pt>
                <c:pt idx="2873">
                  <c:v>6.0697183802816905</c:v>
                </c:pt>
                <c:pt idx="2874">
                  <c:v>6.0667129577464785</c:v>
                </c:pt>
                <c:pt idx="2875">
                  <c:v>6.0659861971830988</c:v>
                </c:pt>
                <c:pt idx="2876">
                  <c:v>6.0670312676056337</c:v>
                </c:pt>
                <c:pt idx="2877">
                  <c:v>6.0681604929577464</c:v>
                </c:pt>
                <c:pt idx="2878">
                  <c:v>6.0631229577464785</c:v>
                </c:pt>
                <c:pt idx="2879">
                  <c:v>6.060488943661972</c:v>
                </c:pt>
                <c:pt idx="2880">
                  <c:v>6.0591811267605635</c:v>
                </c:pt>
                <c:pt idx="2881">
                  <c:v>6.0516429577464788</c:v>
                </c:pt>
                <c:pt idx="2882">
                  <c:v>6.0439433802816902</c:v>
                </c:pt>
                <c:pt idx="2883">
                  <c:v>6.0449747183098594</c:v>
                </c:pt>
                <c:pt idx="2884">
                  <c:v>6.050501971830986</c:v>
                </c:pt>
                <c:pt idx="2885">
                  <c:v>6.0544140845070427</c:v>
                </c:pt>
                <c:pt idx="2886">
                  <c:v>6.0578828873239434</c:v>
                </c:pt>
                <c:pt idx="2887">
                  <c:v>6.0526995774647885</c:v>
                </c:pt>
                <c:pt idx="2888">
                  <c:v>6.0478788028169017</c:v>
                </c:pt>
                <c:pt idx="2889">
                  <c:v>6.0455774647887326</c:v>
                </c:pt>
                <c:pt idx="2890">
                  <c:v>6.0491501408450707</c:v>
                </c:pt>
                <c:pt idx="2891">
                  <c:v>6.0537559154929577</c:v>
                </c:pt>
                <c:pt idx="2892">
                  <c:v>6.0581348591549293</c:v>
                </c:pt>
                <c:pt idx="2893">
                  <c:v>6.0604010563380282</c:v>
                </c:pt>
                <c:pt idx="2894">
                  <c:v>6.0563947183098588</c:v>
                </c:pt>
                <c:pt idx="2895">
                  <c:v>6.0506906338028168</c:v>
                </c:pt>
                <c:pt idx="2896">
                  <c:v>6.0496064084507042</c:v>
                </c:pt>
                <c:pt idx="2897">
                  <c:v>6.0532803521126759</c:v>
                </c:pt>
                <c:pt idx="2898">
                  <c:v>6.055017042253521</c:v>
                </c:pt>
                <c:pt idx="2899">
                  <c:v>6.0587878873239438</c:v>
                </c:pt>
                <c:pt idx="2900">
                  <c:v>6.0586049295774647</c:v>
                </c:pt>
                <c:pt idx="2901">
                  <c:v>6.0550540845070424</c:v>
                </c:pt>
                <c:pt idx="2902">
                  <c:v>6.0599564788732394</c:v>
                </c:pt>
                <c:pt idx="2903">
                  <c:v>6.0661745070422537</c:v>
                </c:pt>
                <c:pt idx="2904">
                  <c:v>6.0652129577464793</c:v>
                </c:pt>
                <c:pt idx="2905">
                  <c:v>6.0675721830985916</c:v>
                </c:pt>
                <c:pt idx="2906">
                  <c:v>6.0678466197183099</c:v>
                </c:pt>
                <c:pt idx="2907">
                  <c:v>6.0626392253521129</c:v>
                </c:pt>
                <c:pt idx="2908">
                  <c:v>6.0544826056338028</c:v>
                </c:pt>
                <c:pt idx="2909">
                  <c:v>6.0457657746478874</c:v>
                </c:pt>
                <c:pt idx="2910">
                  <c:v>6.0400842253521123</c:v>
                </c:pt>
                <c:pt idx="2911">
                  <c:v>6.0366185915492956</c:v>
                </c:pt>
                <c:pt idx="2912">
                  <c:v>6.044706971830986</c:v>
                </c:pt>
                <c:pt idx="2913">
                  <c:v>6.0610864788732393</c:v>
                </c:pt>
                <c:pt idx="2914">
                  <c:v>6.0696321126760564</c:v>
                </c:pt>
                <c:pt idx="2915">
                  <c:v>6.073543661971831</c:v>
                </c:pt>
                <c:pt idx="2916">
                  <c:v>6.070794366197183</c:v>
                </c:pt>
                <c:pt idx="2917">
                  <c:v>6.0593504929577469</c:v>
                </c:pt>
                <c:pt idx="2918">
                  <c:v>6.0527985915492959</c:v>
                </c:pt>
                <c:pt idx="2919">
                  <c:v>6.0523604225352114</c:v>
                </c:pt>
                <c:pt idx="2920">
                  <c:v>6.0553431690140842</c:v>
                </c:pt>
                <c:pt idx="2921">
                  <c:v>6.062252676056338</c:v>
                </c:pt>
                <c:pt idx="2922">
                  <c:v>6.0579088732394366</c:v>
                </c:pt>
                <c:pt idx="2923">
                  <c:v>6.0526883802816904</c:v>
                </c:pt>
                <c:pt idx="2924">
                  <c:v>6.053235211267606</c:v>
                </c:pt>
                <c:pt idx="2925">
                  <c:v>6.0539740140845071</c:v>
                </c:pt>
                <c:pt idx="2926">
                  <c:v>6.0518001408450708</c:v>
                </c:pt>
                <c:pt idx="2927">
                  <c:v>6.0526489436619721</c:v>
                </c:pt>
                <c:pt idx="2928">
                  <c:v>6.0604311267605633</c:v>
                </c:pt>
                <c:pt idx="2929">
                  <c:v>6.0630242253521125</c:v>
                </c:pt>
                <c:pt idx="2930">
                  <c:v>6.0635035211267603</c:v>
                </c:pt>
                <c:pt idx="2931">
                  <c:v>6.0586982394366196</c:v>
                </c:pt>
                <c:pt idx="2932">
                  <c:v>6.05256323943662</c:v>
                </c:pt>
                <c:pt idx="2933">
                  <c:v>6.0505973239436619</c:v>
                </c:pt>
                <c:pt idx="2934">
                  <c:v>6.0489664788732398</c:v>
                </c:pt>
                <c:pt idx="2935">
                  <c:v>6.0482273943661973</c:v>
                </c:pt>
                <c:pt idx="2936">
                  <c:v>6.0571564788732397</c:v>
                </c:pt>
                <c:pt idx="2937">
                  <c:v>6.0623584507042256</c:v>
                </c:pt>
                <c:pt idx="2938">
                  <c:v>6.059017323943662</c:v>
                </c:pt>
                <c:pt idx="2939">
                  <c:v>6.0559742253521129</c:v>
                </c:pt>
                <c:pt idx="2940">
                  <c:v>6.0574537323943662</c:v>
                </c:pt>
                <c:pt idx="2941">
                  <c:v>6.0571332394366193</c:v>
                </c:pt>
                <c:pt idx="2942">
                  <c:v>6.0468705633802813</c:v>
                </c:pt>
                <c:pt idx="2943">
                  <c:v>6.0441685915492958</c:v>
                </c:pt>
                <c:pt idx="2944">
                  <c:v>6.043695070422535</c:v>
                </c:pt>
                <c:pt idx="2945">
                  <c:v>6.0473483802816901</c:v>
                </c:pt>
                <c:pt idx="2946">
                  <c:v>6.0502708450704228</c:v>
                </c:pt>
                <c:pt idx="2947">
                  <c:v>6.0601028873239438</c:v>
                </c:pt>
                <c:pt idx="2948">
                  <c:v>6.0710190140845066</c:v>
                </c:pt>
                <c:pt idx="2949">
                  <c:v>6.0742436619718312</c:v>
                </c:pt>
                <c:pt idx="2950">
                  <c:v>6.0688118309859158</c:v>
                </c:pt>
                <c:pt idx="2951">
                  <c:v>6.0580945070422532</c:v>
                </c:pt>
                <c:pt idx="2952">
                  <c:v>6.0589330281690144</c:v>
                </c:pt>
                <c:pt idx="2953">
                  <c:v>6.0639673943661974</c:v>
                </c:pt>
                <c:pt idx="2954">
                  <c:v>6.0650069718309858</c:v>
                </c:pt>
                <c:pt idx="2955">
                  <c:v>6.0619047887323942</c:v>
                </c:pt>
                <c:pt idx="2956">
                  <c:v>6.0589043661971829</c:v>
                </c:pt>
                <c:pt idx="2957">
                  <c:v>6.0607717605633802</c:v>
                </c:pt>
                <c:pt idx="2958">
                  <c:v>6.0650411971830982</c:v>
                </c:pt>
                <c:pt idx="2959">
                  <c:v>6.0652053521126756</c:v>
                </c:pt>
                <c:pt idx="2960">
                  <c:v>6.0598138732394364</c:v>
                </c:pt>
                <c:pt idx="2961">
                  <c:v>6.0590858450704221</c:v>
                </c:pt>
                <c:pt idx="2962">
                  <c:v>6.0621769718309864</c:v>
                </c:pt>
                <c:pt idx="2963">
                  <c:v>6.0638654225352111</c:v>
                </c:pt>
                <c:pt idx="2964">
                  <c:v>6.065729014084507</c:v>
                </c:pt>
                <c:pt idx="2965">
                  <c:v>6.0629194366197181</c:v>
                </c:pt>
                <c:pt idx="2966">
                  <c:v>6.059061197183099</c:v>
                </c:pt>
                <c:pt idx="2967">
                  <c:v>6.0600328169014084</c:v>
                </c:pt>
                <c:pt idx="2968">
                  <c:v>6.0629720422535209</c:v>
                </c:pt>
                <c:pt idx="2969">
                  <c:v>6.0610855633802814</c:v>
                </c:pt>
                <c:pt idx="2970">
                  <c:v>6.0550000704225351</c:v>
                </c:pt>
                <c:pt idx="2971">
                  <c:v>6.0524419718309863</c:v>
                </c:pt>
                <c:pt idx="2972">
                  <c:v>6.0519816197183101</c:v>
                </c:pt>
                <c:pt idx="2973">
                  <c:v>6.0527723239436622</c:v>
                </c:pt>
                <c:pt idx="2974">
                  <c:v>6.0559232394366198</c:v>
                </c:pt>
                <c:pt idx="2975">
                  <c:v>6.0565544366197184</c:v>
                </c:pt>
                <c:pt idx="2976">
                  <c:v>6.0555914084507041</c:v>
                </c:pt>
                <c:pt idx="2977">
                  <c:v>6.0642557746478873</c:v>
                </c:pt>
                <c:pt idx="2978">
                  <c:v>6.0709992957746479</c:v>
                </c:pt>
                <c:pt idx="2979">
                  <c:v>6.0697684507042258</c:v>
                </c:pt>
                <c:pt idx="2980">
                  <c:v>6.0666964788732392</c:v>
                </c:pt>
                <c:pt idx="2981">
                  <c:v>6.0712415492957748</c:v>
                </c:pt>
                <c:pt idx="2982">
                  <c:v>6.0745859154929578</c:v>
                </c:pt>
                <c:pt idx="2983">
                  <c:v>6.0754570422535208</c:v>
                </c:pt>
                <c:pt idx="2984">
                  <c:v>6.0711957746478875</c:v>
                </c:pt>
                <c:pt idx="2985">
                  <c:v>6.0597231690140845</c:v>
                </c:pt>
                <c:pt idx="2986">
                  <c:v>6.0518167605633799</c:v>
                </c:pt>
                <c:pt idx="2987">
                  <c:v>6.0482550000000002</c:v>
                </c:pt>
                <c:pt idx="2988">
                  <c:v>6.0543778873239438</c:v>
                </c:pt>
                <c:pt idx="2989">
                  <c:v>6.0579866901408455</c:v>
                </c:pt>
                <c:pt idx="2990">
                  <c:v>6.0563545774647887</c:v>
                </c:pt>
                <c:pt idx="2991">
                  <c:v>6.0480578169014088</c:v>
                </c:pt>
                <c:pt idx="2992">
                  <c:v>6.045861267605634</c:v>
                </c:pt>
                <c:pt idx="2993">
                  <c:v>6.0551253521126762</c:v>
                </c:pt>
                <c:pt idx="2994">
                  <c:v>6.0630292957746477</c:v>
                </c:pt>
                <c:pt idx="2995">
                  <c:v>6.0619185915492961</c:v>
                </c:pt>
                <c:pt idx="2996">
                  <c:v>6.061223802816901</c:v>
                </c:pt>
                <c:pt idx="2997">
                  <c:v>6.0566116197183097</c:v>
                </c:pt>
                <c:pt idx="2998">
                  <c:v>6.0553995070422539</c:v>
                </c:pt>
                <c:pt idx="2999">
                  <c:v>6.0642511971830988</c:v>
                </c:pt>
                <c:pt idx="3000">
                  <c:v>6.0630719718309862</c:v>
                </c:pt>
                <c:pt idx="3001">
                  <c:v>6.0558281690140845</c:v>
                </c:pt>
                <c:pt idx="3002">
                  <c:v>6.0567781690140849</c:v>
                </c:pt>
                <c:pt idx="3003">
                  <c:v>6.0564052112676059</c:v>
                </c:pt>
                <c:pt idx="3004">
                  <c:v>6.0573359859154934</c:v>
                </c:pt>
                <c:pt idx="3005">
                  <c:v>6.0598300704225352</c:v>
                </c:pt>
                <c:pt idx="3006">
                  <c:v>6.063561901408451</c:v>
                </c:pt>
                <c:pt idx="3007">
                  <c:v>6.0571247183098595</c:v>
                </c:pt>
                <c:pt idx="3008">
                  <c:v>6.0515704225352112</c:v>
                </c:pt>
                <c:pt idx="3009">
                  <c:v>6.0461464788732391</c:v>
                </c:pt>
                <c:pt idx="3010">
                  <c:v>6.042363450704225</c:v>
                </c:pt>
                <c:pt idx="3011">
                  <c:v>6.0475377464788735</c:v>
                </c:pt>
                <c:pt idx="3012">
                  <c:v>6.0568219718309857</c:v>
                </c:pt>
                <c:pt idx="3013">
                  <c:v>6.061834577464789</c:v>
                </c:pt>
                <c:pt idx="3014">
                  <c:v>6.0578069718309857</c:v>
                </c:pt>
                <c:pt idx="3015">
                  <c:v>6.0519668309859158</c:v>
                </c:pt>
                <c:pt idx="3016">
                  <c:v>6.0505690140845072</c:v>
                </c:pt>
                <c:pt idx="3017">
                  <c:v>6.0518460563380279</c:v>
                </c:pt>
                <c:pt idx="3018">
                  <c:v>6.0556819718309862</c:v>
                </c:pt>
                <c:pt idx="3019">
                  <c:v>6.0625114788732395</c:v>
                </c:pt>
                <c:pt idx="3020">
                  <c:v>6.0662209154929574</c:v>
                </c:pt>
                <c:pt idx="3021">
                  <c:v>6.0610557746478877</c:v>
                </c:pt>
                <c:pt idx="3022">
                  <c:v>6.0590820422535208</c:v>
                </c:pt>
                <c:pt idx="3023">
                  <c:v>6.0555055633802821</c:v>
                </c:pt>
                <c:pt idx="3024">
                  <c:v>6.0499139436619718</c:v>
                </c:pt>
                <c:pt idx="3025">
                  <c:v>6.0511857746478874</c:v>
                </c:pt>
                <c:pt idx="3026">
                  <c:v>6.053439225352113</c:v>
                </c:pt>
                <c:pt idx="3027">
                  <c:v>6.0501337323943662</c:v>
                </c:pt>
                <c:pt idx="3028">
                  <c:v>6.0459726056338026</c:v>
                </c:pt>
                <c:pt idx="3029">
                  <c:v>6.0459073239436618</c:v>
                </c:pt>
                <c:pt idx="3030">
                  <c:v>6.04968514084507</c:v>
                </c:pt>
                <c:pt idx="3031">
                  <c:v>6.0580011971830983</c:v>
                </c:pt>
                <c:pt idx="3032">
                  <c:v>6.059755</c:v>
                </c:pt>
                <c:pt idx="3033">
                  <c:v>6.0533026760563384</c:v>
                </c:pt>
                <c:pt idx="3034">
                  <c:v>6.0557122535211265</c:v>
                </c:pt>
                <c:pt idx="3035">
                  <c:v>6.0594972535211271</c:v>
                </c:pt>
                <c:pt idx="3036">
                  <c:v>6.0541210563380279</c:v>
                </c:pt>
                <c:pt idx="3037">
                  <c:v>6.0561621126760565</c:v>
                </c:pt>
                <c:pt idx="3038">
                  <c:v>6.0647348591549299</c:v>
                </c:pt>
                <c:pt idx="3039">
                  <c:v>6.0709422535211264</c:v>
                </c:pt>
                <c:pt idx="3040">
                  <c:v>6.068634718309859</c:v>
                </c:pt>
                <c:pt idx="3041">
                  <c:v>6.0680304929577469</c:v>
                </c:pt>
                <c:pt idx="3042">
                  <c:v>6.0735246478873242</c:v>
                </c:pt>
                <c:pt idx="3043">
                  <c:v>6.078831690140845</c:v>
                </c:pt>
                <c:pt idx="3044">
                  <c:v>6.0729746478873237</c:v>
                </c:pt>
                <c:pt idx="3045">
                  <c:v>6.0612893661971832</c:v>
                </c:pt>
                <c:pt idx="3046">
                  <c:v>6.057822535211268</c:v>
                </c:pt>
                <c:pt idx="3047">
                  <c:v>6.0584814084507039</c:v>
                </c:pt>
                <c:pt idx="3048">
                  <c:v>6.0631813380281692</c:v>
                </c:pt>
                <c:pt idx="3049">
                  <c:v>6.0625151408450701</c:v>
                </c:pt>
                <c:pt idx="3050">
                  <c:v>6.0567728873239437</c:v>
                </c:pt>
                <c:pt idx="3051">
                  <c:v>6.0516880985915495</c:v>
                </c:pt>
                <c:pt idx="3052">
                  <c:v>6.0600980985915491</c:v>
                </c:pt>
                <c:pt idx="3053">
                  <c:v>6.0705014084507045</c:v>
                </c:pt>
                <c:pt idx="3054">
                  <c:v>6.0707246478873236</c:v>
                </c:pt>
                <c:pt idx="3055">
                  <c:v>6.0660436619718308</c:v>
                </c:pt>
                <c:pt idx="3056">
                  <c:v>6.0666652112676056</c:v>
                </c:pt>
                <c:pt idx="3057">
                  <c:v>6.0724661971830987</c:v>
                </c:pt>
                <c:pt idx="3058">
                  <c:v>6.071612676056338</c:v>
                </c:pt>
                <c:pt idx="3059">
                  <c:v>6.0663203521126761</c:v>
                </c:pt>
                <c:pt idx="3060">
                  <c:v>6.0671974647887321</c:v>
                </c:pt>
                <c:pt idx="3061">
                  <c:v>6.0640188028169018</c:v>
                </c:pt>
                <c:pt idx="3062">
                  <c:v>6.0546293661971831</c:v>
                </c:pt>
                <c:pt idx="3063">
                  <c:v>6.0505059859154926</c:v>
                </c:pt>
                <c:pt idx="3064">
                  <c:v>6.0459741549295778</c:v>
                </c:pt>
                <c:pt idx="3065">
                  <c:v>6.0386764788732394</c:v>
                </c:pt>
                <c:pt idx="3066">
                  <c:v>6.0377238732394369</c:v>
                </c:pt>
                <c:pt idx="3067">
                  <c:v>6.039127183098592</c:v>
                </c:pt>
                <c:pt idx="3068">
                  <c:v>6.0493381690140842</c:v>
                </c:pt>
                <c:pt idx="3069">
                  <c:v>6.0491869718309861</c:v>
                </c:pt>
                <c:pt idx="3070">
                  <c:v>6.0440002112676057</c:v>
                </c:pt>
                <c:pt idx="3071">
                  <c:v>6.0447279577464785</c:v>
                </c:pt>
                <c:pt idx="3072">
                  <c:v>6.0431127464788732</c:v>
                </c:pt>
                <c:pt idx="3073">
                  <c:v>6.0455266197183102</c:v>
                </c:pt>
                <c:pt idx="3074">
                  <c:v>6.0502826056338028</c:v>
                </c:pt>
                <c:pt idx="3075">
                  <c:v>6.0532152112676059</c:v>
                </c:pt>
                <c:pt idx="3076">
                  <c:v>6.0573448591549299</c:v>
                </c:pt>
                <c:pt idx="3077">
                  <c:v>6.0635233802816906</c:v>
                </c:pt>
                <c:pt idx="3078">
                  <c:v>6.0629933802816902</c:v>
                </c:pt>
                <c:pt idx="3079">
                  <c:v>6.0618873943661971</c:v>
                </c:pt>
                <c:pt idx="3080">
                  <c:v>6.0648258450704224</c:v>
                </c:pt>
                <c:pt idx="3081">
                  <c:v>6.0634407042253518</c:v>
                </c:pt>
                <c:pt idx="3082">
                  <c:v>6.0615110563380279</c:v>
                </c:pt>
                <c:pt idx="3083">
                  <c:v>6.0516640140845066</c:v>
                </c:pt>
                <c:pt idx="3084">
                  <c:v>6.0456023239436618</c:v>
                </c:pt>
                <c:pt idx="3085">
                  <c:v>6.0484388028169018</c:v>
                </c:pt>
                <c:pt idx="3086">
                  <c:v>6.0542778169014086</c:v>
                </c:pt>
                <c:pt idx="3087">
                  <c:v>6.060060563380282</c:v>
                </c:pt>
                <c:pt idx="3088">
                  <c:v>6.0612954929577461</c:v>
                </c:pt>
                <c:pt idx="3089">
                  <c:v>6.063262676056338</c:v>
                </c:pt>
                <c:pt idx="3090">
                  <c:v>6.0639019014084505</c:v>
                </c:pt>
                <c:pt idx="3091">
                  <c:v>6.0640995070422532</c:v>
                </c:pt>
                <c:pt idx="3092">
                  <c:v>6.0697077464788736</c:v>
                </c:pt>
                <c:pt idx="3093">
                  <c:v>6.0655169014084507</c:v>
                </c:pt>
                <c:pt idx="3094">
                  <c:v>6.0553692957746481</c:v>
                </c:pt>
                <c:pt idx="3095">
                  <c:v>6.0554050000000004</c:v>
                </c:pt>
                <c:pt idx="3096">
                  <c:v>6.0672841549295775</c:v>
                </c:pt>
                <c:pt idx="3097">
                  <c:v>6.0762274647887322</c:v>
                </c:pt>
                <c:pt idx="3098">
                  <c:v>6.0682852112676056</c:v>
                </c:pt>
                <c:pt idx="3099">
                  <c:v>6.0649066901408455</c:v>
                </c:pt>
                <c:pt idx="3100">
                  <c:v>6.0623564788732391</c:v>
                </c:pt>
                <c:pt idx="3101">
                  <c:v>6.05823485915493</c:v>
                </c:pt>
                <c:pt idx="3102">
                  <c:v>6.0603384507042257</c:v>
                </c:pt>
                <c:pt idx="3103">
                  <c:v>6.0617683802816904</c:v>
                </c:pt>
                <c:pt idx="3104">
                  <c:v>6.0627466901408447</c:v>
                </c:pt>
                <c:pt idx="3105">
                  <c:v>6.0592493661971831</c:v>
                </c:pt>
                <c:pt idx="3106">
                  <c:v>6.0525312676056338</c:v>
                </c:pt>
                <c:pt idx="3107">
                  <c:v>6.0485324647887326</c:v>
                </c:pt>
                <c:pt idx="3108">
                  <c:v>6.0498310563380278</c:v>
                </c:pt>
                <c:pt idx="3109">
                  <c:v>6.0519859859154925</c:v>
                </c:pt>
                <c:pt idx="3110">
                  <c:v>6.0549747887323946</c:v>
                </c:pt>
                <c:pt idx="3111">
                  <c:v>6.0523045774647883</c:v>
                </c:pt>
                <c:pt idx="3112">
                  <c:v>6.0459914084507043</c:v>
                </c:pt>
                <c:pt idx="3113">
                  <c:v>6.0419204929577468</c:v>
                </c:pt>
                <c:pt idx="3114">
                  <c:v>6.0422188732394364</c:v>
                </c:pt>
                <c:pt idx="3115">
                  <c:v>6.0450937323943661</c:v>
                </c:pt>
                <c:pt idx="3116">
                  <c:v>6.0434242957746482</c:v>
                </c:pt>
                <c:pt idx="3117">
                  <c:v>6.0431280985915494</c:v>
                </c:pt>
                <c:pt idx="3118">
                  <c:v>6.0475881690140847</c:v>
                </c:pt>
                <c:pt idx="3119">
                  <c:v>6.049234929577465</c:v>
                </c:pt>
                <c:pt idx="3120">
                  <c:v>6.0491782394366194</c:v>
                </c:pt>
                <c:pt idx="3121">
                  <c:v>6.0544534507042256</c:v>
                </c:pt>
                <c:pt idx="3122">
                  <c:v>6.0497245774647883</c:v>
                </c:pt>
                <c:pt idx="3123">
                  <c:v>6.0462824647887325</c:v>
                </c:pt>
                <c:pt idx="3124">
                  <c:v>6.0445367605633802</c:v>
                </c:pt>
                <c:pt idx="3125">
                  <c:v>6.0480251408450707</c:v>
                </c:pt>
                <c:pt idx="3126">
                  <c:v>6.0568807746478877</c:v>
                </c:pt>
                <c:pt idx="3127">
                  <c:v>6.0639726056338032</c:v>
                </c:pt>
                <c:pt idx="3128">
                  <c:v>6.0651431690140845</c:v>
                </c:pt>
                <c:pt idx="3129">
                  <c:v>6.0586519014084503</c:v>
                </c:pt>
                <c:pt idx="3130">
                  <c:v>6.056354436619718</c:v>
                </c:pt>
                <c:pt idx="3131">
                  <c:v>6.0556895070422536</c:v>
                </c:pt>
                <c:pt idx="3132">
                  <c:v>6.0540163380281689</c:v>
                </c:pt>
                <c:pt idx="3133">
                  <c:v>6.0533449295774648</c:v>
                </c:pt>
                <c:pt idx="3134">
                  <c:v>6.0527483802816899</c:v>
                </c:pt>
                <c:pt idx="3135">
                  <c:v>6.0501954225352117</c:v>
                </c:pt>
                <c:pt idx="3136">
                  <c:v>6.0456129577464788</c:v>
                </c:pt>
                <c:pt idx="3137">
                  <c:v>6.0506825352112674</c:v>
                </c:pt>
                <c:pt idx="3138">
                  <c:v>6.0518123943661974</c:v>
                </c:pt>
                <c:pt idx="3139">
                  <c:v>6.0470415492957743</c:v>
                </c:pt>
                <c:pt idx="3140">
                  <c:v>6.0510179577464784</c:v>
                </c:pt>
                <c:pt idx="3141">
                  <c:v>6.0578424647887328</c:v>
                </c:pt>
                <c:pt idx="3142">
                  <c:v>6.0642307746478874</c:v>
                </c:pt>
                <c:pt idx="3143">
                  <c:v>6.0686028169014081</c:v>
                </c:pt>
                <c:pt idx="3144">
                  <c:v>6.0646986619718311</c:v>
                </c:pt>
                <c:pt idx="3145">
                  <c:v>6.0592730985915493</c:v>
                </c:pt>
                <c:pt idx="3146">
                  <c:v>6.068195704225352</c:v>
                </c:pt>
                <c:pt idx="3147">
                  <c:v>6.0807345070422532</c:v>
                </c:pt>
                <c:pt idx="3148">
                  <c:v>6.0833802816901406</c:v>
                </c:pt>
                <c:pt idx="3149">
                  <c:v>6.0837809859154932</c:v>
                </c:pt>
                <c:pt idx="3150">
                  <c:v>6.0871183098591546</c:v>
                </c:pt>
                <c:pt idx="3151">
                  <c:v>6.0816894366197181</c:v>
                </c:pt>
                <c:pt idx="3152">
                  <c:v>6.0719183098591554</c:v>
                </c:pt>
                <c:pt idx="3153">
                  <c:v>6.0623979577464793</c:v>
                </c:pt>
                <c:pt idx="3154">
                  <c:v>6.0516790845070423</c:v>
                </c:pt>
                <c:pt idx="3155">
                  <c:v>6.0471041549295776</c:v>
                </c:pt>
                <c:pt idx="3156">
                  <c:v>6.0461583802816898</c:v>
                </c:pt>
                <c:pt idx="3157">
                  <c:v>6.0492479577464788</c:v>
                </c:pt>
                <c:pt idx="3158">
                  <c:v>6.0547998591549295</c:v>
                </c:pt>
                <c:pt idx="3159">
                  <c:v>6.0591552112676057</c:v>
                </c:pt>
                <c:pt idx="3160">
                  <c:v>6.0595382394366197</c:v>
                </c:pt>
                <c:pt idx="3161">
                  <c:v>6.0596572535211264</c:v>
                </c:pt>
                <c:pt idx="3162">
                  <c:v>6.0656469014084511</c:v>
                </c:pt>
                <c:pt idx="3163">
                  <c:v>6.0692403521126757</c:v>
                </c:pt>
                <c:pt idx="3164">
                  <c:v>6.0623175352112675</c:v>
                </c:pt>
                <c:pt idx="3165">
                  <c:v>6.0584583802816905</c:v>
                </c:pt>
                <c:pt idx="3166">
                  <c:v>6.0589183098591546</c:v>
                </c:pt>
                <c:pt idx="3167">
                  <c:v>6.0658435211267605</c:v>
                </c:pt>
                <c:pt idx="3168">
                  <c:v>6.0716521126760563</c:v>
                </c:pt>
                <c:pt idx="3169">
                  <c:v>6.0704633802816899</c:v>
                </c:pt>
                <c:pt idx="3170">
                  <c:v>6.0704146478873238</c:v>
                </c:pt>
                <c:pt idx="3171">
                  <c:v>6.0609841549295771</c:v>
                </c:pt>
                <c:pt idx="3172">
                  <c:v>6.0549731690140849</c:v>
                </c:pt>
                <c:pt idx="3173">
                  <c:v>6.0576680281690143</c:v>
                </c:pt>
                <c:pt idx="3174">
                  <c:v>6.0574690140845071</c:v>
                </c:pt>
                <c:pt idx="3175">
                  <c:v>6.0540080985915496</c:v>
                </c:pt>
                <c:pt idx="3176">
                  <c:v>6.0455596478873241</c:v>
                </c:pt>
                <c:pt idx="3177">
                  <c:v>6.0386602112676053</c:v>
                </c:pt>
                <c:pt idx="3178">
                  <c:v>6.0442486619718307</c:v>
                </c:pt>
                <c:pt idx="3179">
                  <c:v>6.0456259859154926</c:v>
                </c:pt>
                <c:pt idx="3180">
                  <c:v>6.0420219014084511</c:v>
                </c:pt>
                <c:pt idx="3181">
                  <c:v>6.0434136619718313</c:v>
                </c:pt>
                <c:pt idx="3182">
                  <c:v>6.0463004225352108</c:v>
                </c:pt>
                <c:pt idx="3183">
                  <c:v>6.0466315492957747</c:v>
                </c:pt>
                <c:pt idx="3184">
                  <c:v>6.0440997887323942</c:v>
                </c:pt>
                <c:pt idx="3185">
                  <c:v>6.0422000000000002</c:v>
                </c:pt>
                <c:pt idx="3186">
                  <c:v>6.0421510563380281</c:v>
                </c:pt>
                <c:pt idx="3187">
                  <c:v>6.0508873943661969</c:v>
                </c:pt>
                <c:pt idx="3188">
                  <c:v>6.055884436619718</c:v>
                </c:pt>
                <c:pt idx="3189">
                  <c:v>6.0601735211267602</c:v>
                </c:pt>
                <c:pt idx="3190">
                  <c:v>6.0617049295774645</c:v>
                </c:pt>
                <c:pt idx="3191">
                  <c:v>6.0541649295774649</c:v>
                </c:pt>
                <c:pt idx="3192">
                  <c:v>6.0435002816901404</c:v>
                </c:pt>
                <c:pt idx="3193">
                  <c:v>6.0452755633802813</c:v>
                </c:pt>
                <c:pt idx="3194">
                  <c:v>6.0506495070422535</c:v>
                </c:pt>
                <c:pt idx="3195">
                  <c:v>6.0492554929577462</c:v>
                </c:pt>
                <c:pt idx="3196">
                  <c:v>6.0463081690140843</c:v>
                </c:pt>
                <c:pt idx="3197">
                  <c:v>6.0481664084507045</c:v>
                </c:pt>
                <c:pt idx="3198">
                  <c:v>6.0538114788732393</c:v>
                </c:pt>
                <c:pt idx="3199">
                  <c:v>6.0643283802816903</c:v>
                </c:pt>
                <c:pt idx="3200">
                  <c:v>6.0642992957746475</c:v>
                </c:pt>
                <c:pt idx="3201">
                  <c:v>6.0558834507042256</c:v>
                </c:pt>
                <c:pt idx="3202">
                  <c:v>6.0550333098591551</c:v>
                </c:pt>
                <c:pt idx="3203">
                  <c:v>6.0629006338028173</c:v>
                </c:pt>
                <c:pt idx="3204">
                  <c:v>6.0675079577464786</c:v>
                </c:pt>
                <c:pt idx="3205">
                  <c:v>6.0727823943661976</c:v>
                </c:pt>
                <c:pt idx="3206">
                  <c:v>6.0659579577464786</c:v>
                </c:pt>
                <c:pt idx="3207">
                  <c:v>6.0581314788732392</c:v>
                </c:pt>
                <c:pt idx="3208">
                  <c:v>6.0593273239436618</c:v>
                </c:pt>
                <c:pt idx="3209">
                  <c:v>6.0609446478873243</c:v>
                </c:pt>
                <c:pt idx="3210">
                  <c:v>6.0615469718309862</c:v>
                </c:pt>
                <c:pt idx="3211">
                  <c:v>6.0679121830985912</c:v>
                </c:pt>
                <c:pt idx="3212">
                  <c:v>6.0685081690140841</c:v>
                </c:pt>
                <c:pt idx="3213">
                  <c:v>6.0625423943661971</c:v>
                </c:pt>
                <c:pt idx="3214">
                  <c:v>6.0585085211267602</c:v>
                </c:pt>
                <c:pt idx="3215">
                  <c:v>6.0571449295774649</c:v>
                </c:pt>
                <c:pt idx="3216">
                  <c:v>6.0571654929577461</c:v>
                </c:pt>
                <c:pt idx="3217">
                  <c:v>6.0586898591549296</c:v>
                </c:pt>
                <c:pt idx="3218">
                  <c:v>6.0582625352112673</c:v>
                </c:pt>
                <c:pt idx="3219">
                  <c:v>6.0597738732394371</c:v>
                </c:pt>
                <c:pt idx="3220">
                  <c:v>6.0614855633802813</c:v>
                </c:pt>
                <c:pt idx="3221">
                  <c:v>6.0638609859154933</c:v>
                </c:pt>
                <c:pt idx="3222">
                  <c:v>6.0707901408450704</c:v>
                </c:pt>
                <c:pt idx="3223">
                  <c:v>6.0766345070422538</c:v>
                </c:pt>
                <c:pt idx="3224">
                  <c:v>6.0750021126760565</c:v>
                </c:pt>
                <c:pt idx="3225">
                  <c:v>6.0678638732394363</c:v>
                </c:pt>
                <c:pt idx="3226">
                  <c:v>6.0660603521126761</c:v>
                </c:pt>
                <c:pt idx="3227">
                  <c:v>6.0633598591549296</c:v>
                </c:pt>
                <c:pt idx="3228">
                  <c:v>6.0616752816901407</c:v>
                </c:pt>
                <c:pt idx="3229">
                  <c:v>6.0621449295774648</c:v>
                </c:pt>
                <c:pt idx="3230">
                  <c:v>6.0638449295774652</c:v>
                </c:pt>
                <c:pt idx="3231">
                  <c:v>6.061835492957746</c:v>
                </c:pt>
                <c:pt idx="3232">
                  <c:v>6.0620126760563382</c:v>
                </c:pt>
                <c:pt idx="3233">
                  <c:v>6.0632472535211264</c:v>
                </c:pt>
                <c:pt idx="3234">
                  <c:v>6.0654747887323941</c:v>
                </c:pt>
                <c:pt idx="3235">
                  <c:v>6.062298591549296</c:v>
                </c:pt>
                <c:pt idx="3236">
                  <c:v>6.0638893661971833</c:v>
                </c:pt>
                <c:pt idx="3237">
                  <c:v>6.0678816901408448</c:v>
                </c:pt>
                <c:pt idx="3238">
                  <c:v>6.0675992957746478</c:v>
                </c:pt>
                <c:pt idx="3239">
                  <c:v>6.0672419718309856</c:v>
                </c:pt>
                <c:pt idx="3240">
                  <c:v>6.0641633802816903</c:v>
                </c:pt>
                <c:pt idx="3241">
                  <c:v>6.063460352112676</c:v>
                </c:pt>
                <c:pt idx="3242">
                  <c:v>6.0630699999999997</c:v>
                </c:pt>
                <c:pt idx="3243">
                  <c:v>6.0639866901408448</c:v>
                </c:pt>
                <c:pt idx="3244">
                  <c:v>6.0671449295774647</c:v>
                </c:pt>
                <c:pt idx="3245">
                  <c:v>6.0708408450704221</c:v>
                </c:pt>
                <c:pt idx="3246">
                  <c:v>6.0762732394366195</c:v>
                </c:pt>
                <c:pt idx="3247">
                  <c:v>6.0742260563380279</c:v>
                </c:pt>
                <c:pt idx="3248">
                  <c:v>6.0680072535211265</c:v>
                </c:pt>
                <c:pt idx="3249">
                  <c:v>6.0613940140845068</c:v>
                </c:pt>
                <c:pt idx="3250">
                  <c:v>6.0530182394366197</c:v>
                </c:pt>
                <c:pt idx="3251">
                  <c:v>6.0410190140845073</c:v>
                </c:pt>
                <c:pt idx="3252">
                  <c:v>6.036186197183099</c:v>
                </c:pt>
                <c:pt idx="3253">
                  <c:v>6.0402213380281689</c:v>
                </c:pt>
                <c:pt idx="3254">
                  <c:v>6.0442793661971832</c:v>
                </c:pt>
                <c:pt idx="3255">
                  <c:v>6.0507190845070422</c:v>
                </c:pt>
                <c:pt idx="3256">
                  <c:v>6.0547209859154929</c:v>
                </c:pt>
                <c:pt idx="3257">
                  <c:v>6.0607026760563381</c:v>
                </c:pt>
                <c:pt idx="3258">
                  <c:v>6.0697317605633803</c:v>
                </c:pt>
                <c:pt idx="3259">
                  <c:v>6.0719556338028173</c:v>
                </c:pt>
                <c:pt idx="3260">
                  <c:v>6.0779260563380282</c:v>
                </c:pt>
                <c:pt idx="3261">
                  <c:v>6.0773478873239437</c:v>
                </c:pt>
                <c:pt idx="3262">
                  <c:v>6.0667299295774644</c:v>
                </c:pt>
                <c:pt idx="3263">
                  <c:v>6.0625931690140842</c:v>
                </c:pt>
                <c:pt idx="3264">
                  <c:v>6.0602530281690141</c:v>
                </c:pt>
                <c:pt idx="3265">
                  <c:v>6.0556983098591548</c:v>
                </c:pt>
                <c:pt idx="3266">
                  <c:v>6.0508438028169014</c:v>
                </c:pt>
                <c:pt idx="3267">
                  <c:v>6.0454170422535212</c:v>
                </c:pt>
                <c:pt idx="3268">
                  <c:v>6.0507680281690144</c:v>
                </c:pt>
                <c:pt idx="3269">
                  <c:v>6.0574802112676061</c:v>
                </c:pt>
                <c:pt idx="3270">
                  <c:v>6.0594769718309855</c:v>
                </c:pt>
                <c:pt idx="3271">
                  <c:v>6.0626140140845068</c:v>
                </c:pt>
                <c:pt idx="3272">
                  <c:v>6.0616992957746483</c:v>
                </c:pt>
                <c:pt idx="3273">
                  <c:v>6.0616641549295771</c:v>
                </c:pt>
                <c:pt idx="3274">
                  <c:v>6.0583613380281687</c:v>
                </c:pt>
                <c:pt idx="3275">
                  <c:v>6.0544128873239433</c:v>
                </c:pt>
                <c:pt idx="3276">
                  <c:v>6.0541269718309856</c:v>
                </c:pt>
                <c:pt idx="3277">
                  <c:v>6.0486293661971828</c:v>
                </c:pt>
                <c:pt idx="3278">
                  <c:v>6.0415407746478875</c:v>
                </c:pt>
                <c:pt idx="3279">
                  <c:v>6.0429833802816901</c:v>
                </c:pt>
                <c:pt idx="3280">
                  <c:v>6.0437102816901405</c:v>
                </c:pt>
                <c:pt idx="3281">
                  <c:v>6.051167957746479</c:v>
                </c:pt>
                <c:pt idx="3282">
                  <c:v>6.0621532394366193</c:v>
                </c:pt>
                <c:pt idx="3283">
                  <c:v>6.0669521126760566</c:v>
                </c:pt>
                <c:pt idx="3284">
                  <c:v>6.0700785211267609</c:v>
                </c:pt>
                <c:pt idx="3285">
                  <c:v>6.071110563380282</c:v>
                </c:pt>
                <c:pt idx="3286">
                  <c:v>6.0730267605633799</c:v>
                </c:pt>
                <c:pt idx="3287">
                  <c:v>6.0721323943661973</c:v>
                </c:pt>
                <c:pt idx="3288">
                  <c:v>6.0724281690140849</c:v>
                </c:pt>
                <c:pt idx="3289">
                  <c:v>6.0707584507042256</c:v>
                </c:pt>
                <c:pt idx="3290">
                  <c:v>6.0713633802816904</c:v>
                </c:pt>
                <c:pt idx="3291">
                  <c:v>6.0714788732394362</c:v>
                </c:pt>
                <c:pt idx="3292">
                  <c:v>6.0624612676056335</c:v>
                </c:pt>
                <c:pt idx="3293">
                  <c:v>6.0529015492957745</c:v>
                </c:pt>
                <c:pt idx="3294">
                  <c:v>6.0495582394366201</c:v>
                </c:pt>
                <c:pt idx="3295">
                  <c:v>6.048430985915493</c:v>
                </c:pt>
                <c:pt idx="3296">
                  <c:v>6.0488152816901408</c:v>
                </c:pt>
                <c:pt idx="3297">
                  <c:v>6.0510261971830985</c:v>
                </c:pt>
                <c:pt idx="3298">
                  <c:v>6.0569651408450706</c:v>
                </c:pt>
                <c:pt idx="3299">
                  <c:v>6.0595449295774646</c:v>
                </c:pt>
                <c:pt idx="3300">
                  <c:v>6.057819718309859</c:v>
                </c:pt>
                <c:pt idx="3301">
                  <c:v>6.0634478169014088</c:v>
                </c:pt>
                <c:pt idx="3302">
                  <c:v>6.0679557746478876</c:v>
                </c:pt>
                <c:pt idx="3303">
                  <c:v>6.0602874647887326</c:v>
                </c:pt>
                <c:pt idx="3304">
                  <c:v>6.0528765492957746</c:v>
                </c:pt>
                <c:pt idx="3305">
                  <c:v>6.0501057746478875</c:v>
                </c:pt>
                <c:pt idx="3306">
                  <c:v>6.0576299295774652</c:v>
                </c:pt>
                <c:pt idx="3307">
                  <c:v>6.059101126760563</c:v>
                </c:pt>
                <c:pt idx="3308">
                  <c:v>6.0499945774647887</c:v>
                </c:pt>
                <c:pt idx="3309">
                  <c:v>6.0425959859154927</c:v>
                </c:pt>
                <c:pt idx="3310">
                  <c:v>6.0353624647887321</c:v>
                </c:pt>
                <c:pt idx="3311">
                  <c:v>6.0357976056338032</c:v>
                </c:pt>
                <c:pt idx="3312">
                  <c:v>6.0478102112676053</c:v>
                </c:pt>
                <c:pt idx="3313">
                  <c:v>6.0613826056338027</c:v>
                </c:pt>
                <c:pt idx="3314">
                  <c:v>6.0656907746478872</c:v>
                </c:pt>
                <c:pt idx="3315">
                  <c:v>6.0642249295774651</c:v>
                </c:pt>
                <c:pt idx="3316">
                  <c:v>6.0637417605633805</c:v>
                </c:pt>
                <c:pt idx="3317">
                  <c:v>6.0679184507042256</c:v>
                </c:pt>
                <c:pt idx="3318">
                  <c:v>6.0655921830985919</c:v>
                </c:pt>
                <c:pt idx="3319">
                  <c:v>6.0580499999999997</c:v>
                </c:pt>
                <c:pt idx="3320">
                  <c:v>6.0511833098591552</c:v>
                </c:pt>
                <c:pt idx="3321">
                  <c:v>6.0507677464788729</c:v>
                </c:pt>
                <c:pt idx="3322">
                  <c:v>6.0599415492957744</c:v>
                </c:pt>
                <c:pt idx="3323">
                  <c:v>6.0628361267605637</c:v>
                </c:pt>
                <c:pt idx="3324">
                  <c:v>6.0590194366197183</c:v>
                </c:pt>
                <c:pt idx="3325">
                  <c:v>6.0516606338028165</c:v>
                </c:pt>
                <c:pt idx="3326">
                  <c:v>6.0509342253521128</c:v>
                </c:pt>
                <c:pt idx="3327">
                  <c:v>6.0555299295774647</c:v>
                </c:pt>
                <c:pt idx="3328">
                  <c:v>6.0614588732394363</c:v>
                </c:pt>
                <c:pt idx="3329">
                  <c:v>6.0648377464788732</c:v>
                </c:pt>
                <c:pt idx="3330">
                  <c:v>6.0604874647887321</c:v>
                </c:pt>
                <c:pt idx="3331">
                  <c:v>6.0573989436619717</c:v>
                </c:pt>
                <c:pt idx="3332">
                  <c:v>6.0552879577464784</c:v>
                </c:pt>
                <c:pt idx="3333">
                  <c:v>6.050611549295775</c:v>
                </c:pt>
                <c:pt idx="3334">
                  <c:v>6.0516201408450705</c:v>
                </c:pt>
                <c:pt idx="3335">
                  <c:v>6.0560341549295771</c:v>
                </c:pt>
                <c:pt idx="3336">
                  <c:v>6.056981056338028</c:v>
                </c:pt>
                <c:pt idx="3337">
                  <c:v>6.0483122535211269</c:v>
                </c:pt>
                <c:pt idx="3338">
                  <c:v>6.0413089436619716</c:v>
                </c:pt>
                <c:pt idx="3339">
                  <c:v>6.0407647183098589</c:v>
                </c:pt>
                <c:pt idx="3340">
                  <c:v>6.0441478873239438</c:v>
                </c:pt>
                <c:pt idx="3341">
                  <c:v>6.0423328873239432</c:v>
                </c:pt>
                <c:pt idx="3342">
                  <c:v>6.0417199295774644</c:v>
                </c:pt>
                <c:pt idx="3343">
                  <c:v>6.0450543661971832</c:v>
                </c:pt>
                <c:pt idx="3344">
                  <c:v>6.0482552816901407</c:v>
                </c:pt>
                <c:pt idx="3345">
                  <c:v>6.0516752816901409</c:v>
                </c:pt>
                <c:pt idx="3346">
                  <c:v>6.04877985915493</c:v>
                </c:pt>
                <c:pt idx="3347">
                  <c:v>6.0523591549295777</c:v>
                </c:pt>
                <c:pt idx="3348">
                  <c:v>6.0603969718309862</c:v>
                </c:pt>
                <c:pt idx="3349">
                  <c:v>6.0597060563380278</c:v>
                </c:pt>
                <c:pt idx="3350">
                  <c:v>6.0606480281690143</c:v>
                </c:pt>
                <c:pt idx="3351">
                  <c:v>6.0645402816901406</c:v>
                </c:pt>
                <c:pt idx="3352">
                  <c:v>6.0613197183098588</c:v>
                </c:pt>
                <c:pt idx="3353">
                  <c:v>6.0549880281690145</c:v>
                </c:pt>
                <c:pt idx="3354">
                  <c:v>6.0509827464788728</c:v>
                </c:pt>
                <c:pt idx="3355">
                  <c:v>6.0545025352112676</c:v>
                </c:pt>
                <c:pt idx="3356">
                  <c:v>6.0607221830985916</c:v>
                </c:pt>
                <c:pt idx="3357">
                  <c:v>6.0675809859154928</c:v>
                </c:pt>
                <c:pt idx="3358">
                  <c:v>6.0743380281690138</c:v>
                </c:pt>
                <c:pt idx="3359">
                  <c:v>6.0742485915492956</c:v>
                </c:pt>
                <c:pt idx="3360">
                  <c:v>6.066687676056338</c:v>
                </c:pt>
                <c:pt idx="3361">
                  <c:v>6.0613790140845074</c:v>
                </c:pt>
                <c:pt idx="3362">
                  <c:v>6.0595080281690139</c:v>
                </c:pt>
                <c:pt idx="3363">
                  <c:v>6.0568140845070424</c:v>
                </c:pt>
                <c:pt idx="3364">
                  <c:v>6.058808450704225</c:v>
                </c:pt>
                <c:pt idx="3365">
                  <c:v>6.060762394366197</c:v>
                </c:pt>
                <c:pt idx="3366">
                  <c:v>6.0634078169014085</c:v>
                </c:pt>
                <c:pt idx="3367">
                  <c:v>6.0627809154929579</c:v>
                </c:pt>
                <c:pt idx="3368">
                  <c:v>6.0592620422535211</c:v>
                </c:pt>
                <c:pt idx="3369">
                  <c:v>6.0621172535211265</c:v>
                </c:pt>
                <c:pt idx="3370">
                  <c:v>6.0617694366197181</c:v>
                </c:pt>
                <c:pt idx="3371">
                  <c:v>6.0567642253521123</c:v>
                </c:pt>
                <c:pt idx="3372">
                  <c:v>6.0543973239436619</c:v>
                </c:pt>
                <c:pt idx="3373">
                  <c:v>6.0562980281690137</c:v>
                </c:pt>
                <c:pt idx="3374">
                  <c:v>6.0539132394366195</c:v>
                </c:pt>
                <c:pt idx="3375">
                  <c:v>6.0552295774647886</c:v>
                </c:pt>
                <c:pt idx="3376">
                  <c:v>6.0620237323943664</c:v>
                </c:pt>
                <c:pt idx="3377">
                  <c:v>6.0688922535211267</c:v>
                </c:pt>
                <c:pt idx="3378">
                  <c:v>6.0697440140845069</c:v>
                </c:pt>
                <c:pt idx="3379">
                  <c:v>6.0633741549295772</c:v>
                </c:pt>
                <c:pt idx="3380">
                  <c:v>6.0612109154929579</c:v>
                </c:pt>
                <c:pt idx="3381">
                  <c:v>6.0650183098591546</c:v>
                </c:pt>
                <c:pt idx="3382">
                  <c:v>6.0577166197183097</c:v>
                </c:pt>
                <c:pt idx="3383">
                  <c:v>6.0557373943661972</c:v>
                </c:pt>
                <c:pt idx="3384">
                  <c:v>6.0622038028169012</c:v>
                </c:pt>
                <c:pt idx="3385">
                  <c:v>6.0622173239436616</c:v>
                </c:pt>
                <c:pt idx="3386">
                  <c:v>6.0609917605633798</c:v>
                </c:pt>
                <c:pt idx="3387">
                  <c:v>6.0604110563380278</c:v>
                </c:pt>
                <c:pt idx="3388">
                  <c:v>6.0599982394366201</c:v>
                </c:pt>
                <c:pt idx="3389">
                  <c:v>6.0626241549295772</c:v>
                </c:pt>
                <c:pt idx="3390">
                  <c:v>6.0627552112676053</c:v>
                </c:pt>
                <c:pt idx="3391">
                  <c:v>6.0590184507042251</c:v>
                </c:pt>
                <c:pt idx="3392">
                  <c:v>6.057366338028169</c:v>
                </c:pt>
                <c:pt idx="3393">
                  <c:v>6.0644052816901413</c:v>
                </c:pt>
                <c:pt idx="3394">
                  <c:v>6.0675879577464791</c:v>
                </c:pt>
                <c:pt idx="3395">
                  <c:v>6.0650127464788737</c:v>
                </c:pt>
                <c:pt idx="3396">
                  <c:v>6.0670419014084507</c:v>
                </c:pt>
                <c:pt idx="3397">
                  <c:v>6.0642023943661973</c:v>
                </c:pt>
                <c:pt idx="3398">
                  <c:v>6.06367838028169</c:v>
                </c:pt>
                <c:pt idx="3399">
                  <c:v>6.0615621830985917</c:v>
                </c:pt>
                <c:pt idx="3400">
                  <c:v>6.0622796478873235</c:v>
                </c:pt>
                <c:pt idx="3401">
                  <c:v>6.0635028169014085</c:v>
                </c:pt>
                <c:pt idx="3402">
                  <c:v>6.0572219718309857</c:v>
                </c:pt>
                <c:pt idx="3403">
                  <c:v>6.0557658450704226</c:v>
                </c:pt>
                <c:pt idx="3404">
                  <c:v>6.0534407746478873</c:v>
                </c:pt>
                <c:pt idx="3405">
                  <c:v>6.0478627464788737</c:v>
                </c:pt>
                <c:pt idx="3406">
                  <c:v>6.0546304225352117</c:v>
                </c:pt>
                <c:pt idx="3407">
                  <c:v>6.0591250704225352</c:v>
                </c:pt>
                <c:pt idx="3408">
                  <c:v>6.0550228169014089</c:v>
                </c:pt>
                <c:pt idx="3409">
                  <c:v>6.0549794366197185</c:v>
                </c:pt>
                <c:pt idx="3410">
                  <c:v>6.055948098591549</c:v>
                </c:pt>
                <c:pt idx="3411">
                  <c:v>6.055245704225352</c:v>
                </c:pt>
                <c:pt idx="3412">
                  <c:v>6.0547349295774646</c:v>
                </c:pt>
                <c:pt idx="3413">
                  <c:v>6.0485252112676058</c:v>
                </c:pt>
                <c:pt idx="3414">
                  <c:v>6.0420111971830988</c:v>
                </c:pt>
                <c:pt idx="3415">
                  <c:v>6.0399347183098593</c:v>
                </c:pt>
                <c:pt idx="3416">
                  <c:v>6.0430845070422539</c:v>
                </c:pt>
                <c:pt idx="3417">
                  <c:v>6.0460823239436623</c:v>
                </c:pt>
                <c:pt idx="3418">
                  <c:v>6.0451452112676058</c:v>
                </c:pt>
                <c:pt idx="3419">
                  <c:v>6.041886549295775</c:v>
                </c:pt>
                <c:pt idx="3420">
                  <c:v>6.0464078873239435</c:v>
                </c:pt>
                <c:pt idx="3421">
                  <c:v>6.0523348591549295</c:v>
                </c:pt>
                <c:pt idx="3422">
                  <c:v>6.0590348591549299</c:v>
                </c:pt>
                <c:pt idx="3423">
                  <c:v>6.0709007042253518</c:v>
                </c:pt>
                <c:pt idx="3424">
                  <c:v>6.0786091549295778</c:v>
                </c:pt>
                <c:pt idx="3425">
                  <c:v>6.0780021126760566</c:v>
                </c:pt>
                <c:pt idx="3426">
                  <c:v>6.0726873239436623</c:v>
                </c:pt>
                <c:pt idx="3427">
                  <c:v>6.064129718309859</c:v>
                </c:pt>
                <c:pt idx="3428">
                  <c:v>6.0613509859154933</c:v>
                </c:pt>
                <c:pt idx="3429">
                  <c:v>6.0611937323943659</c:v>
                </c:pt>
                <c:pt idx="3430">
                  <c:v>6.0605495070422535</c:v>
                </c:pt>
                <c:pt idx="3431">
                  <c:v>6.0581426056338028</c:v>
                </c:pt>
                <c:pt idx="3432">
                  <c:v>6.0601697887323942</c:v>
                </c:pt>
                <c:pt idx="3433">
                  <c:v>6.0613130985915493</c:v>
                </c:pt>
                <c:pt idx="3434">
                  <c:v>6.0588116901408453</c:v>
                </c:pt>
                <c:pt idx="3435">
                  <c:v>6.054720070422535</c:v>
                </c:pt>
                <c:pt idx="3436">
                  <c:v>6.0585316901408452</c:v>
                </c:pt>
                <c:pt idx="3437">
                  <c:v>6.0643087323943661</c:v>
                </c:pt>
                <c:pt idx="3438">
                  <c:v>6.0675111971830988</c:v>
                </c:pt>
                <c:pt idx="3439">
                  <c:v>6.0629102112676057</c:v>
                </c:pt>
                <c:pt idx="3440">
                  <c:v>6.0565195774647886</c:v>
                </c:pt>
                <c:pt idx="3441">
                  <c:v>6.055437957746479</c:v>
                </c:pt>
                <c:pt idx="3442">
                  <c:v>6.0525523239436616</c:v>
                </c:pt>
                <c:pt idx="3443">
                  <c:v>6.0516799295774648</c:v>
                </c:pt>
                <c:pt idx="3444">
                  <c:v>6.0502761267605631</c:v>
                </c:pt>
                <c:pt idx="3445">
                  <c:v>6.0461847183098589</c:v>
                </c:pt>
                <c:pt idx="3446">
                  <c:v>6.0495973239436616</c:v>
                </c:pt>
                <c:pt idx="3447">
                  <c:v>6.0574904225352109</c:v>
                </c:pt>
                <c:pt idx="3448">
                  <c:v>6.0688221830985913</c:v>
                </c:pt>
                <c:pt idx="3449">
                  <c:v>6.0747999999999998</c:v>
                </c:pt>
                <c:pt idx="3450">
                  <c:v>6.0746676056338025</c:v>
                </c:pt>
                <c:pt idx="3451">
                  <c:v>6.0702582394366198</c:v>
                </c:pt>
                <c:pt idx="3452">
                  <c:v>6.0645466197183096</c:v>
                </c:pt>
                <c:pt idx="3453">
                  <c:v>6.0650948591549296</c:v>
                </c:pt>
                <c:pt idx="3454">
                  <c:v>6.0629978873239434</c:v>
                </c:pt>
                <c:pt idx="3455">
                  <c:v>6.0617107042253524</c:v>
                </c:pt>
                <c:pt idx="3456">
                  <c:v>6.0522930281690144</c:v>
                </c:pt>
                <c:pt idx="3457">
                  <c:v>6.0538280985915494</c:v>
                </c:pt>
                <c:pt idx="3458">
                  <c:v>6.0582649999999996</c:v>
                </c:pt>
                <c:pt idx="3459">
                  <c:v>6.0620403521126764</c:v>
                </c:pt>
                <c:pt idx="3460">
                  <c:v>6.0652196478873242</c:v>
                </c:pt>
                <c:pt idx="3461">
                  <c:v>6.0738802816901405</c:v>
                </c:pt>
                <c:pt idx="3462">
                  <c:v>6.0788140845070426</c:v>
                </c:pt>
                <c:pt idx="3463">
                  <c:v>6.0688876056338028</c:v>
                </c:pt>
                <c:pt idx="3464">
                  <c:v>6.057413732394366</c:v>
                </c:pt>
                <c:pt idx="3465">
                  <c:v>6.0604538028169017</c:v>
                </c:pt>
                <c:pt idx="3466">
                  <c:v>6.0696105633802819</c:v>
                </c:pt>
                <c:pt idx="3467">
                  <c:v>6.071377464788732</c:v>
                </c:pt>
                <c:pt idx="3468">
                  <c:v>6.0731239436619715</c:v>
                </c:pt>
                <c:pt idx="3469">
                  <c:v>6.0747119718309861</c:v>
                </c:pt>
                <c:pt idx="3470">
                  <c:v>6.0759591549295777</c:v>
                </c:pt>
                <c:pt idx="3471">
                  <c:v>6.0775915492957751</c:v>
                </c:pt>
                <c:pt idx="3472">
                  <c:v>6.0753697183098589</c:v>
                </c:pt>
                <c:pt idx="3473">
                  <c:v>6.0747105633802816</c:v>
                </c:pt>
                <c:pt idx="3474">
                  <c:v>6.0741274647887327</c:v>
                </c:pt>
                <c:pt idx="3475">
                  <c:v>6.0693570422535208</c:v>
                </c:pt>
                <c:pt idx="3476">
                  <c:v>6.0604904929577463</c:v>
                </c:pt>
                <c:pt idx="3477">
                  <c:v>6.0574767605633806</c:v>
                </c:pt>
                <c:pt idx="3478">
                  <c:v>6.0579612676056342</c:v>
                </c:pt>
                <c:pt idx="3479">
                  <c:v>6.0605865492957749</c:v>
                </c:pt>
                <c:pt idx="3480">
                  <c:v>6.0611294366197184</c:v>
                </c:pt>
                <c:pt idx="3481">
                  <c:v>6.0591023239436623</c:v>
                </c:pt>
                <c:pt idx="3482">
                  <c:v>6.0559619718309863</c:v>
                </c:pt>
                <c:pt idx="3483">
                  <c:v>6.0566378169014081</c:v>
                </c:pt>
                <c:pt idx="3484">
                  <c:v>6.0621593661971831</c:v>
                </c:pt>
                <c:pt idx="3485">
                  <c:v>6.071764788732394</c:v>
                </c:pt>
                <c:pt idx="3486">
                  <c:v>6.0709345070422538</c:v>
                </c:pt>
                <c:pt idx="3487">
                  <c:v>6.0659439436619715</c:v>
                </c:pt>
                <c:pt idx="3488">
                  <c:v>6.0684309859154926</c:v>
                </c:pt>
                <c:pt idx="3489">
                  <c:v>6.068810563380282</c:v>
                </c:pt>
                <c:pt idx="3490">
                  <c:v>6.0642179577464788</c:v>
                </c:pt>
                <c:pt idx="3491">
                  <c:v>6.0641858450704227</c:v>
                </c:pt>
                <c:pt idx="3492">
                  <c:v>6.0596151408450707</c:v>
                </c:pt>
                <c:pt idx="3493">
                  <c:v>6.0520627464788737</c:v>
                </c:pt>
                <c:pt idx="3494">
                  <c:v>6.0535792957746475</c:v>
                </c:pt>
                <c:pt idx="3495">
                  <c:v>6.0575821830985914</c:v>
                </c:pt>
                <c:pt idx="3496">
                  <c:v>6.0602658450704228</c:v>
                </c:pt>
                <c:pt idx="3497">
                  <c:v>6.0650295070422535</c:v>
                </c:pt>
                <c:pt idx="3498">
                  <c:v>6.0608457042253523</c:v>
                </c:pt>
                <c:pt idx="3499">
                  <c:v>6.0545452816901406</c:v>
                </c:pt>
                <c:pt idx="3500">
                  <c:v>6.0496064788732395</c:v>
                </c:pt>
                <c:pt idx="3501">
                  <c:v>6.0480442957746483</c:v>
                </c:pt>
                <c:pt idx="3502">
                  <c:v>6.0572159859154926</c:v>
                </c:pt>
                <c:pt idx="3503">
                  <c:v>6.0625297887323946</c:v>
                </c:pt>
                <c:pt idx="3504">
                  <c:v>6.0630649999999999</c:v>
                </c:pt>
                <c:pt idx="3505">
                  <c:v>6.0614277464788735</c:v>
                </c:pt>
                <c:pt idx="3506">
                  <c:v>6.0638843661971835</c:v>
                </c:pt>
                <c:pt idx="3507">
                  <c:v>6.0720169014084506</c:v>
                </c:pt>
                <c:pt idx="3508">
                  <c:v>6.0732936619718307</c:v>
                </c:pt>
                <c:pt idx="3509">
                  <c:v>6.0749922535211267</c:v>
                </c:pt>
                <c:pt idx="3510">
                  <c:v>6.0693453521126761</c:v>
                </c:pt>
                <c:pt idx="3511">
                  <c:v>6.05991514084507</c:v>
                </c:pt>
                <c:pt idx="3512">
                  <c:v>6.0573629577464789</c:v>
                </c:pt>
                <c:pt idx="3513">
                  <c:v>6.0587727464788736</c:v>
                </c:pt>
                <c:pt idx="3514">
                  <c:v>6.0621182394366198</c:v>
                </c:pt>
                <c:pt idx="3515">
                  <c:v>6.0619477464788734</c:v>
                </c:pt>
                <c:pt idx="3516">
                  <c:v>6.0609925352112679</c:v>
                </c:pt>
                <c:pt idx="3517">
                  <c:v>6.0587746478873239</c:v>
                </c:pt>
                <c:pt idx="3518">
                  <c:v>6.0576228169014081</c:v>
                </c:pt>
                <c:pt idx="3519">
                  <c:v>6.0591885211267602</c:v>
                </c:pt>
                <c:pt idx="3520">
                  <c:v>6.052464295774648</c:v>
                </c:pt>
                <c:pt idx="3521">
                  <c:v>6.0500818309859152</c:v>
                </c:pt>
                <c:pt idx="3522">
                  <c:v>6.0588200704225352</c:v>
                </c:pt>
                <c:pt idx="3523">
                  <c:v>6.0683699999999998</c:v>
                </c:pt>
                <c:pt idx="3524">
                  <c:v>6.065900915492958</c:v>
                </c:pt>
                <c:pt idx="3525">
                  <c:v>6.0610752112676058</c:v>
                </c:pt>
                <c:pt idx="3526">
                  <c:v>6.0556521830985917</c:v>
                </c:pt>
                <c:pt idx="3527">
                  <c:v>6.0472944366197181</c:v>
                </c:pt>
                <c:pt idx="3528">
                  <c:v>6.0467421126760561</c:v>
                </c:pt>
                <c:pt idx="3529">
                  <c:v>6.04684176056338</c:v>
                </c:pt>
                <c:pt idx="3530">
                  <c:v>6.0477200704225353</c:v>
                </c:pt>
                <c:pt idx="3531">
                  <c:v>6.0532649295774652</c:v>
                </c:pt>
                <c:pt idx="3532">
                  <c:v>6.0612809859154932</c:v>
                </c:pt>
                <c:pt idx="3533">
                  <c:v>6.0588209154929578</c:v>
                </c:pt>
                <c:pt idx="3534">
                  <c:v>6.0490032394366198</c:v>
                </c:pt>
                <c:pt idx="3535">
                  <c:v>6.0439501408450704</c:v>
                </c:pt>
                <c:pt idx="3536">
                  <c:v>6.0503039436619721</c:v>
                </c:pt>
                <c:pt idx="3537">
                  <c:v>6.0544133098591546</c:v>
                </c:pt>
                <c:pt idx="3538">
                  <c:v>6.0549927464788729</c:v>
                </c:pt>
                <c:pt idx="3539">
                  <c:v>6.0590608450704222</c:v>
                </c:pt>
                <c:pt idx="3540">
                  <c:v>6.0636980281690143</c:v>
                </c:pt>
                <c:pt idx="3541">
                  <c:v>6.0622422535211271</c:v>
                </c:pt>
                <c:pt idx="3542">
                  <c:v>6.0614614084507039</c:v>
                </c:pt>
                <c:pt idx="3543">
                  <c:v>6.0654092957746482</c:v>
                </c:pt>
                <c:pt idx="3544">
                  <c:v>6.0634940845070426</c:v>
                </c:pt>
                <c:pt idx="3545">
                  <c:v>6.0658754929577468</c:v>
                </c:pt>
                <c:pt idx="3546">
                  <c:v>6.0712894366197183</c:v>
                </c:pt>
                <c:pt idx="3547">
                  <c:v>6.0773330985915495</c:v>
                </c:pt>
                <c:pt idx="3548">
                  <c:v>6.0756126760563376</c:v>
                </c:pt>
                <c:pt idx="3549">
                  <c:v>6.0667690140845068</c:v>
                </c:pt>
                <c:pt idx="3550">
                  <c:v>6.0622103521126762</c:v>
                </c:pt>
                <c:pt idx="3551">
                  <c:v>6.0618587323943665</c:v>
                </c:pt>
                <c:pt idx="3552">
                  <c:v>6.0620823943661968</c:v>
                </c:pt>
                <c:pt idx="3553">
                  <c:v>6.0569947887323945</c:v>
                </c:pt>
                <c:pt idx="3554">
                  <c:v>6.0521760563380278</c:v>
                </c:pt>
                <c:pt idx="3555">
                  <c:v>6.0533325352112675</c:v>
                </c:pt>
                <c:pt idx="3556">
                  <c:v>6.053038661971831</c:v>
                </c:pt>
                <c:pt idx="3557">
                  <c:v>6.0546016901408448</c:v>
                </c:pt>
                <c:pt idx="3558">
                  <c:v>6.0628200000000003</c:v>
                </c:pt>
                <c:pt idx="3559">
                  <c:v>6.0623692253521124</c:v>
                </c:pt>
                <c:pt idx="3560">
                  <c:v>6.0576267605633802</c:v>
                </c:pt>
                <c:pt idx="3561">
                  <c:v>6.057216056338028</c:v>
                </c:pt>
                <c:pt idx="3562">
                  <c:v>6.0658738028169017</c:v>
                </c:pt>
                <c:pt idx="3563">
                  <c:v>6.0709429577464791</c:v>
                </c:pt>
                <c:pt idx="3564">
                  <c:v>6.0665185915492961</c:v>
                </c:pt>
                <c:pt idx="3565">
                  <c:v>6.0588359154929581</c:v>
                </c:pt>
                <c:pt idx="3566">
                  <c:v>6.0482894366197186</c:v>
                </c:pt>
                <c:pt idx="3567">
                  <c:v>6.0469990140845074</c:v>
                </c:pt>
                <c:pt idx="3568">
                  <c:v>6.0544288028169015</c:v>
                </c:pt>
                <c:pt idx="3569">
                  <c:v>6.0588191549295773</c:v>
                </c:pt>
                <c:pt idx="3570">
                  <c:v>6.0587263380281691</c:v>
                </c:pt>
                <c:pt idx="3571">
                  <c:v>6.0566835915492954</c:v>
                </c:pt>
                <c:pt idx="3572">
                  <c:v>6.0552858450704221</c:v>
                </c:pt>
                <c:pt idx="3573">
                  <c:v>6.056845</c:v>
                </c:pt>
                <c:pt idx="3574">
                  <c:v>6.0572076056338027</c:v>
                </c:pt>
                <c:pt idx="3575">
                  <c:v>6.0681735915492956</c:v>
                </c:pt>
                <c:pt idx="3576">
                  <c:v>6.0778154929577468</c:v>
                </c:pt>
                <c:pt idx="3577">
                  <c:v>6.0743711267605631</c:v>
                </c:pt>
                <c:pt idx="3578">
                  <c:v>6.0762633802816906</c:v>
                </c:pt>
                <c:pt idx="3579">
                  <c:v>6.0778239436619721</c:v>
                </c:pt>
                <c:pt idx="3580">
                  <c:v>6.0758042253521127</c:v>
                </c:pt>
                <c:pt idx="3581">
                  <c:v>6.0689121830985915</c:v>
                </c:pt>
                <c:pt idx="3582">
                  <c:v>6.0639950704225356</c:v>
                </c:pt>
                <c:pt idx="3583">
                  <c:v>6.060982464788732</c:v>
                </c:pt>
                <c:pt idx="3584">
                  <c:v>6.0573100704225356</c:v>
                </c:pt>
                <c:pt idx="3585">
                  <c:v>6.056894647887324</c:v>
                </c:pt>
                <c:pt idx="3586">
                  <c:v>6.0578261971830987</c:v>
                </c:pt>
                <c:pt idx="3587">
                  <c:v>6.0595966901408449</c:v>
                </c:pt>
                <c:pt idx="3588">
                  <c:v>6.0638299295774649</c:v>
                </c:pt>
                <c:pt idx="3589">
                  <c:v>6.0629523943661976</c:v>
                </c:pt>
                <c:pt idx="3590">
                  <c:v>6.0584283098591545</c:v>
                </c:pt>
                <c:pt idx="3591">
                  <c:v>6.0594293661971834</c:v>
                </c:pt>
                <c:pt idx="3592">
                  <c:v>6.0627870422535208</c:v>
                </c:pt>
                <c:pt idx="3593">
                  <c:v>6.0623974647887326</c:v>
                </c:pt>
                <c:pt idx="3594">
                  <c:v>6.0633152112676054</c:v>
                </c:pt>
                <c:pt idx="3595">
                  <c:v>6.0674258450704226</c:v>
                </c:pt>
                <c:pt idx="3596">
                  <c:v>6.0694100704225349</c:v>
                </c:pt>
                <c:pt idx="3597">
                  <c:v>6.0724654929577468</c:v>
                </c:pt>
                <c:pt idx="3598">
                  <c:v>6.0776007042253521</c:v>
                </c:pt>
                <c:pt idx="3599">
                  <c:v>6.0752063380281687</c:v>
                </c:pt>
                <c:pt idx="3600">
                  <c:v>6.075688732394366</c:v>
                </c:pt>
                <c:pt idx="3601">
                  <c:v>6.072369014084507</c:v>
                </c:pt>
                <c:pt idx="3602">
                  <c:v>6.0612417605633802</c:v>
                </c:pt>
                <c:pt idx="3603">
                  <c:v>6.0595723943661968</c:v>
                </c:pt>
                <c:pt idx="3604">
                  <c:v>6.061944507042254</c:v>
                </c:pt>
                <c:pt idx="3605">
                  <c:v>6.062551901408451</c:v>
                </c:pt>
                <c:pt idx="3606">
                  <c:v>6.0626712676056336</c:v>
                </c:pt>
                <c:pt idx="3607">
                  <c:v>6.0608583098591549</c:v>
                </c:pt>
                <c:pt idx="3608">
                  <c:v>6.0623754225352116</c:v>
                </c:pt>
                <c:pt idx="3609">
                  <c:v>6.066193028169014</c:v>
                </c:pt>
                <c:pt idx="3610">
                  <c:v>6.0664889436619722</c:v>
                </c:pt>
                <c:pt idx="3611">
                  <c:v>6.0673416197183094</c:v>
                </c:pt>
                <c:pt idx="3612">
                  <c:v>6.0733443661971833</c:v>
                </c:pt>
                <c:pt idx="3613">
                  <c:v>6.0718070422535213</c:v>
                </c:pt>
                <c:pt idx="3614">
                  <c:v>6.0682945774647887</c:v>
                </c:pt>
                <c:pt idx="3615">
                  <c:v>6.0660512676056335</c:v>
                </c:pt>
                <c:pt idx="3616">
                  <c:v>6.0580131690140844</c:v>
                </c:pt>
                <c:pt idx="3617">
                  <c:v>6.05383176056338</c:v>
                </c:pt>
                <c:pt idx="3618">
                  <c:v>6.0547427464788734</c:v>
                </c:pt>
                <c:pt idx="3619">
                  <c:v>6.0630561971830987</c:v>
                </c:pt>
                <c:pt idx="3620">
                  <c:v>6.0660533098591554</c:v>
                </c:pt>
                <c:pt idx="3621">
                  <c:v>6.0550451408450705</c:v>
                </c:pt>
                <c:pt idx="3622">
                  <c:v>6.0445307746478871</c:v>
                </c:pt>
                <c:pt idx="3623">
                  <c:v>6.0468845774647884</c:v>
                </c:pt>
                <c:pt idx="3624">
                  <c:v>6.0500261267605637</c:v>
                </c:pt>
                <c:pt idx="3625">
                  <c:v>6.0413364084507046</c:v>
                </c:pt>
                <c:pt idx="3626">
                  <c:v>6.0438551408450705</c:v>
                </c:pt>
                <c:pt idx="3627">
                  <c:v>6.0566122535211271</c:v>
                </c:pt>
                <c:pt idx="3628">
                  <c:v>6.0582880985915493</c:v>
                </c:pt>
                <c:pt idx="3629">
                  <c:v>6.0605226056338024</c:v>
                </c:pt>
                <c:pt idx="3630">
                  <c:v>6.0570110563380286</c:v>
                </c:pt>
                <c:pt idx="3631">
                  <c:v>6.0552728169014083</c:v>
                </c:pt>
                <c:pt idx="3632">
                  <c:v>6.0653369718309857</c:v>
                </c:pt>
                <c:pt idx="3633">
                  <c:v>6.0713204225352113</c:v>
                </c:pt>
                <c:pt idx="3634">
                  <c:v>6.0675692957746481</c:v>
                </c:pt>
                <c:pt idx="3635">
                  <c:v>6.0615202112676059</c:v>
                </c:pt>
                <c:pt idx="3636">
                  <c:v>6.057047323943662</c:v>
                </c:pt>
                <c:pt idx="3637">
                  <c:v>6.0590487323943663</c:v>
                </c:pt>
                <c:pt idx="3638">
                  <c:v>6.0656172535211264</c:v>
                </c:pt>
                <c:pt idx="3639">
                  <c:v>6.0667635915492957</c:v>
                </c:pt>
                <c:pt idx="3640">
                  <c:v>6.0633919014084503</c:v>
                </c:pt>
                <c:pt idx="3641">
                  <c:v>6.0560093661971832</c:v>
                </c:pt>
                <c:pt idx="3642">
                  <c:v>6.0529535915492954</c:v>
                </c:pt>
                <c:pt idx="3643">
                  <c:v>6.0617575352112674</c:v>
                </c:pt>
                <c:pt idx="3644">
                  <c:v>6.0677658450704222</c:v>
                </c:pt>
                <c:pt idx="3645">
                  <c:v>6.0700946478873243</c:v>
                </c:pt>
                <c:pt idx="3646">
                  <c:v>6.0688903521126765</c:v>
                </c:pt>
                <c:pt idx="3647">
                  <c:v>6.072579577464789</c:v>
                </c:pt>
                <c:pt idx="3648">
                  <c:v>6.0791260563380281</c:v>
                </c:pt>
                <c:pt idx="3649">
                  <c:v>6.0779830985915497</c:v>
                </c:pt>
                <c:pt idx="3650">
                  <c:v>6.0774978873239434</c:v>
                </c:pt>
                <c:pt idx="3651">
                  <c:v>6.0725373239436617</c:v>
                </c:pt>
                <c:pt idx="3652">
                  <c:v>6.0646264788732394</c:v>
                </c:pt>
                <c:pt idx="3653">
                  <c:v>6.0592514788732394</c:v>
                </c:pt>
                <c:pt idx="3654">
                  <c:v>6.0624153521126765</c:v>
                </c:pt>
                <c:pt idx="3655">
                  <c:v>6.0664683802816901</c:v>
                </c:pt>
                <c:pt idx="3656">
                  <c:v>6.0717471830985916</c:v>
                </c:pt>
                <c:pt idx="3657">
                  <c:v>6.0710619718309857</c:v>
                </c:pt>
                <c:pt idx="3658">
                  <c:v>6.0614347887323943</c:v>
                </c:pt>
                <c:pt idx="3659">
                  <c:v>6.0548189436619717</c:v>
                </c:pt>
                <c:pt idx="3660">
                  <c:v>6.0551395070422531</c:v>
                </c:pt>
                <c:pt idx="3661">
                  <c:v>6.0583349999999996</c:v>
                </c:pt>
                <c:pt idx="3662">
                  <c:v>6.0654593661971834</c:v>
                </c:pt>
                <c:pt idx="3663">
                  <c:v>6.0630718309859155</c:v>
                </c:pt>
                <c:pt idx="3664">
                  <c:v>6.062455211267606</c:v>
                </c:pt>
                <c:pt idx="3665">
                  <c:v>6.0609964788732391</c:v>
                </c:pt>
                <c:pt idx="3666">
                  <c:v>6.0574124647887322</c:v>
                </c:pt>
                <c:pt idx="3667">
                  <c:v>6.054485070422535</c:v>
                </c:pt>
                <c:pt idx="3668">
                  <c:v>6.0498700000000003</c:v>
                </c:pt>
                <c:pt idx="3669">
                  <c:v>6.0479864084507042</c:v>
                </c:pt>
                <c:pt idx="3670">
                  <c:v>6.0542026760563381</c:v>
                </c:pt>
                <c:pt idx="3671">
                  <c:v>6.0597109859154932</c:v>
                </c:pt>
                <c:pt idx="3672">
                  <c:v>6.056323450704225</c:v>
                </c:pt>
                <c:pt idx="3673">
                  <c:v>6.0584935211267608</c:v>
                </c:pt>
                <c:pt idx="3674">
                  <c:v>6.0669182394366201</c:v>
                </c:pt>
                <c:pt idx="3675">
                  <c:v>6.0673609154929578</c:v>
                </c:pt>
                <c:pt idx="3676">
                  <c:v>6.0735605633802816</c:v>
                </c:pt>
                <c:pt idx="3677">
                  <c:v>6.0688161971830983</c:v>
                </c:pt>
                <c:pt idx="3678">
                  <c:v>6.0621280985915496</c:v>
                </c:pt>
                <c:pt idx="3679">
                  <c:v>6.0606938028169015</c:v>
                </c:pt>
                <c:pt idx="3680">
                  <c:v>6.0581966197183101</c:v>
                </c:pt>
                <c:pt idx="3681">
                  <c:v>6.0521647887323944</c:v>
                </c:pt>
                <c:pt idx="3682">
                  <c:v>6.0407081690140849</c:v>
                </c:pt>
                <c:pt idx="3683">
                  <c:v>6.0430992957746481</c:v>
                </c:pt>
                <c:pt idx="3684">
                  <c:v>6.0546444366197187</c:v>
                </c:pt>
                <c:pt idx="3685">
                  <c:v>6.056434718309859</c:v>
                </c:pt>
                <c:pt idx="3686">
                  <c:v>6.0572787323943658</c:v>
                </c:pt>
                <c:pt idx="3687">
                  <c:v>6.065218309859155</c:v>
                </c:pt>
                <c:pt idx="3688">
                  <c:v>6.0720288732394367</c:v>
                </c:pt>
                <c:pt idx="3689">
                  <c:v>6.0725788732394363</c:v>
                </c:pt>
                <c:pt idx="3690">
                  <c:v>6.0738971830985919</c:v>
                </c:pt>
                <c:pt idx="3691">
                  <c:v>6.0674592957746478</c:v>
                </c:pt>
                <c:pt idx="3692">
                  <c:v>6.0596806338028166</c:v>
                </c:pt>
                <c:pt idx="3693">
                  <c:v>6.059570211267606</c:v>
                </c:pt>
                <c:pt idx="3694">
                  <c:v>6.0603275352112673</c:v>
                </c:pt>
                <c:pt idx="3695">
                  <c:v>6.0628723239436617</c:v>
                </c:pt>
                <c:pt idx="3696">
                  <c:v>6.0624267605633806</c:v>
                </c:pt>
                <c:pt idx="3697">
                  <c:v>6.062267042253521</c:v>
                </c:pt>
                <c:pt idx="3698">
                  <c:v>6.0597771126760565</c:v>
                </c:pt>
                <c:pt idx="3699">
                  <c:v>6.0603542957746477</c:v>
                </c:pt>
                <c:pt idx="3700">
                  <c:v>6.0628362676056335</c:v>
                </c:pt>
                <c:pt idx="3701">
                  <c:v>6.0662272535211264</c:v>
                </c:pt>
                <c:pt idx="3702">
                  <c:v>6.0632166901408446</c:v>
                </c:pt>
                <c:pt idx="3703">
                  <c:v>6.0572359154929574</c:v>
                </c:pt>
                <c:pt idx="3704">
                  <c:v>6.053249577464789</c:v>
                </c:pt>
                <c:pt idx="3705">
                  <c:v>6.0492527464788735</c:v>
                </c:pt>
                <c:pt idx="3706">
                  <c:v>6.0475042957746483</c:v>
                </c:pt>
                <c:pt idx="3707">
                  <c:v>6.0471462676056342</c:v>
                </c:pt>
                <c:pt idx="3708">
                  <c:v>6.0515462676056337</c:v>
                </c:pt>
                <c:pt idx="3709">
                  <c:v>6.0609851408450703</c:v>
                </c:pt>
                <c:pt idx="3710">
                  <c:v>6.0692666901408447</c:v>
                </c:pt>
                <c:pt idx="3711">
                  <c:v>6.0764309859154926</c:v>
                </c:pt>
                <c:pt idx="3712">
                  <c:v>6.0794816901408453</c:v>
                </c:pt>
                <c:pt idx="3713">
                  <c:v>6.0777464788732392</c:v>
                </c:pt>
                <c:pt idx="3714">
                  <c:v>6.0710323943661972</c:v>
                </c:pt>
                <c:pt idx="3715">
                  <c:v>6.0666045774647888</c:v>
                </c:pt>
                <c:pt idx="3716">
                  <c:v>6.06165014084507</c:v>
                </c:pt>
                <c:pt idx="3717">
                  <c:v>6.0635335211267609</c:v>
                </c:pt>
                <c:pt idx="3718">
                  <c:v>6.0609052816901405</c:v>
                </c:pt>
                <c:pt idx="3719">
                  <c:v>6.059691549295775</c:v>
                </c:pt>
                <c:pt idx="3720">
                  <c:v>6.0567746478873241</c:v>
                </c:pt>
                <c:pt idx="3721">
                  <c:v>6.0586764084507045</c:v>
                </c:pt>
                <c:pt idx="3722">
                  <c:v>6.0622112676056341</c:v>
                </c:pt>
                <c:pt idx="3723">
                  <c:v>6.0582457042253521</c:v>
                </c:pt>
                <c:pt idx="3724">
                  <c:v>6.0548777464788737</c:v>
                </c:pt>
                <c:pt idx="3725">
                  <c:v>6.0530388028169018</c:v>
                </c:pt>
                <c:pt idx="3726">
                  <c:v>6.0562033802816906</c:v>
                </c:pt>
                <c:pt idx="3727">
                  <c:v>6.0599330281690138</c:v>
                </c:pt>
                <c:pt idx="3728">
                  <c:v>6.0646595070422533</c:v>
                </c:pt>
                <c:pt idx="3729">
                  <c:v>6.0673284507042258</c:v>
                </c:pt>
                <c:pt idx="3730">
                  <c:v>6.0655635211267604</c:v>
                </c:pt>
                <c:pt idx="3731">
                  <c:v>6.0631833802816901</c:v>
                </c:pt>
                <c:pt idx="3732">
                  <c:v>6.0676996478873235</c:v>
                </c:pt>
                <c:pt idx="3733">
                  <c:v>6.0717760563380283</c:v>
                </c:pt>
                <c:pt idx="3734">
                  <c:v>6.0654042957746475</c:v>
                </c:pt>
                <c:pt idx="3735">
                  <c:v>6.0549876056338032</c:v>
                </c:pt>
                <c:pt idx="3736">
                  <c:v>6.0519043661971832</c:v>
                </c:pt>
                <c:pt idx="3737">
                  <c:v>6.0514302816901404</c:v>
                </c:pt>
                <c:pt idx="3738">
                  <c:v>6.0491497183098595</c:v>
                </c:pt>
                <c:pt idx="3739">
                  <c:v>6.0489202112676059</c:v>
                </c:pt>
                <c:pt idx="3740">
                  <c:v>6.0525435211267604</c:v>
                </c:pt>
                <c:pt idx="3741">
                  <c:v>6.0523342957746475</c:v>
                </c:pt>
                <c:pt idx="3742">
                  <c:v>6.0591697183098594</c:v>
                </c:pt>
                <c:pt idx="3743">
                  <c:v>6.0699149999999999</c:v>
                </c:pt>
                <c:pt idx="3744">
                  <c:v>6.0740654929577467</c:v>
                </c:pt>
                <c:pt idx="3745">
                  <c:v>6.0718549295774649</c:v>
                </c:pt>
                <c:pt idx="3746">
                  <c:v>6.0671392957746475</c:v>
                </c:pt>
                <c:pt idx="3747">
                  <c:v>6.0602484507042256</c:v>
                </c:pt>
                <c:pt idx="3748">
                  <c:v>6.0615380985915497</c:v>
                </c:pt>
                <c:pt idx="3749">
                  <c:v>6.0633624647887325</c:v>
                </c:pt>
                <c:pt idx="3750">
                  <c:v>6.0634350704225355</c:v>
                </c:pt>
                <c:pt idx="3751">
                  <c:v>6.067620774647887</c:v>
                </c:pt>
                <c:pt idx="3752">
                  <c:v>6.0645991549295779</c:v>
                </c:pt>
                <c:pt idx="3753">
                  <c:v>6.056717323943662</c:v>
                </c:pt>
                <c:pt idx="3754">
                  <c:v>6.0506511971830985</c:v>
                </c:pt>
                <c:pt idx="3755">
                  <c:v>6.0490507746478874</c:v>
                </c:pt>
                <c:pt idx="3756">
                  <c:v>6.0448528873239438</c:v>
                </c:pt>
                <c:pt idx="3757">
                  <c:v>6.0438997887323946</c:v>
                </c:pt>
                <c:pt idx="3758">
                  <c:v>6.0503669014084505</c:v>
                </c:pt>
                <c:pt idx="3759">
                  <c:v>6.053306126760563</c:v>
                </c:pt>
                <c:pt idx="3760">
                  <c:v>6.0524914788732396</c:v>
                </c:pt>
                <c:pt idx="3761">
                  <c:v>6.0565339436619716</c:v>
                </c:pt>
                <c:pt idx="3762">
                  <c:v>6.0606014788732399</c:v>
                </c:pt>
                <c:pt idx="3763">
                  <c:v>6.0636073943661968</c:v>
                </c:pt>
                <c:pt idx="3764">
                  <c:v>6.0671919718309857</c:v>
                </c:pt>
                <c:pt idx="3765">
                  <c:v>6.0703704225352109</c:v>
                </c:pt>
                <c:pt idx="3766">
                  <c:v>6.068884647887324</c:v>
                </c:pt>
                <c:pt idx="3767">
                  <c:v>6.0682795070422539</c:v>
                </c:pt>
                <c:pt idx="3768">
                  <c:v>6.0661471830985914</c:v>
                </c:pt>
                <c:pt idx="3769">
                  <c:v>6.0646454225352109</c:v>
                </c:pt>
                <c:pt idx="3770">
                  <c:v>6.0667099999999996</c:v>
                </c:pt>
                <c:pt idx="3771">
                  <c:v>6.0706992957746477</c:v>
                </c:pt>
                <c:pt idx="3772">
                  <c:v>6.0727028169014083</c:v>
                </c:pt>
                <c:pt idx="3773">
                  <c:v>6.0711274647887326</c:v>
                </c:pt>
                <c:pt idx="3774">
                  <c:v>6.0685767605633805</c:v>
                </c:pt>
                <c:pt idx="3775">
                  <c:v>6.0650157042253525</c:v>
                </c:pt>
                <c:pt idx="3776">
                  <c:v>6.0615418309859157</c:v>
                </c:pt>
                <c:pt idx="3777">
                  <c:v>6.0622904929577466</c:v>
                </c:pt>
                <c:pt idx="3778">
                  <c:v>6.0635515492957746</c:v>
                </c:pt>
                <c:pt idx="3779">
                  <c:v>6.0653834507042257</c:v>
                </c:pt>
                <c:pt idx="3780">
                  <c:v>6.0622358450704228</c:v>
                </c:pt>
                <c:pt idx="3781">
                  <c:v>6.061477464788732</c:v>
                </c:pt>
                <c:pt idx="3782">
                  <c:v>6.0620666197183102</c:v>
                </c:pt>
                <c:pt idx="3783">
                  <c:v>6.068333450704225</c:v>
                </c:pt>
                <c:pt idx="3784">
                  <c:v>6.0760169014084511</c:v>
                </c:pt>
                <c:pt idx="3785">
                  <c:v>6.0839154929577468</c:v>
                </c:pt>
                <c:pt idx="3786">
                  <c:v>6.0849345070422531</c:v>
                </c:pt>
                <c:pt idx="3787">
                  <c:v>6.0763746478873237</c:v>
                </c:pt>
                <c:pt idx="3788">
                  <c:v>6.0607135211267602</c:v>
                </c:pt>
                <c:pt idx="3789">
                  <c:v>6.0563518309859159</c:v>
                </c:pt>
                <c:pt idx="3790">
                  <c:v>6.0587035211267608</c:v>
                </c:pt>
                <c:pt idx="3791">
                  <c:v>6.0602767605633803</c:v>
                </c:pt>
                <c:pt idx="3792">
                  <c:v>6.063095633802817</c:v>
                </c:pt>
                <c:pt idx="3793">
                  <c:v>6.0618113380281686</c:v>
                </c:pt>
                <c:pt idx="3794">
                  <c:v>6.0543502816901409</c:v>
                </c:pt>
                <c:pt idx="3795">
                  <c:v>6.0445330985915495</c:v>
                </c:pt>
                <c:pt idx="3796">
                  <c:v>6.04373</c:v>
                </c:pt>
                <c:pt idx="3797">
                  <c:v>6.0508679577464788</c:v>
                </c:pt>
                <c:pt idx="3798">
                  <c:v>6.0565654929577466</c:v>
                </c:pt>
                <c:pt idx="3799">
                  <c:v>6.061610211267606</c:v>
                </c:pt>
                <c:pt idx="3800">
                  <c:v>6.0616966901408453</c:v>
                </c:pt>
                <c:pt idx="3801">
                  <c:v>6.0611766901408455</c:v>
                </c:pt>
                <c:pt idx="3802">
                  <c:v>6.0636652112676055</c:v>
                </c:pt>
                <c:pt idx="3803">
                  <c:v>6.0600535211267603</c:v>
                </c:pt>
                <c:pt idx="3804">
                  <c:v>6.0546197183098593</c:v>
                </c:pt>
                <c:pt idx="3805">
                  <c:v>6.0566376760563383</c:v>
                </c:pt>
                <c:pt idx="3806">
                  <c:v>6.0572771126760561</c:v>
                </c:pt>
                <c:pt idx="3807">
                  <c:v>6.0518717605633805</c:v>
                </c:pt>
                <c:pt idx="3808">
                  <c:v>6.058098591549296</c:v>
                </c:pt>
                <c:pt idx="3809">
                  <c:v>6.066636549295775</c:v>
                </c:pt>
                <c:pt idx="3810">
                  <c:v>6.0662554929577466</c:v>
                </c:pt>
                <c:pt idx="3811">
                  <c:v>6.0657265492957748</c:v>
                </c:pt>
                <c:pt idx="3812">
                  <c:v>6.0626906338028173</c:v>
                </c:pt>
                <c:pt idx="3813">
                  <c:v>6.0563138028169012</c:v>
                </c:pt>
                <c:pt idx="3814">
                  <c:v>6.0522699295774647</c:v>
                </c:pt>
                <c:pt idx="3815">
                  <c:v>6.0569081690140845</c:v>
                </c:pt>
                <c:pt idx="3816">
                  <c:v>6.0588488028169012</c:v>
                </c:pt>
                <c:pt idx="3817">
                  <c:v>6.054802746478873</c:v>
                </c:pt>
                <c:pt idx="3818">
                  <c:v>6.0528924647887328</c:v>
                </c:pt>
                <c:pt idx="3819">
                  <c:v>6.0581938732394365</c:v>
                </c:pt>
                <c:pt idx="3820">
                  <c:v>6.0607696478873239</c:v>
                </c:pt>
                <c:pt idx="3821">
                  <c:v>6.0637027464788735</c:v>
                </c:pt>
                <c:pt idx="3822">
                  <c:v>6.0664556338028168</c:v>
                </c:pt>
                <c:pt idx="3823">
                  <c:v>6.0556372535211267</c:v>
                </c:pt>
                <c:pt idx="3824">
                  <c:v>6.053319014084507</c:v>
                </c:pt>
                <c:pt idx="3825">
                  <c:v>6.0566183098591546</c:v>
                </c:pt>
                <c:pt idx="3826">
                  <c:v>6.0575799999999997</c:v>
                </c:pt>
                <c:pt idx="3827">
                  <c:v>6.0602086619718314</c:v>
                </c:pt>
                <c:pt idx="3828">
                  <c:v>6.0666401408450703</c:v>
                </c:pt>
                <c:pt idx="3829">
                  <c:v>6.0659025352112677</c:v>
                </c:pt>
                <c:pt idx="3830">
                  <c:v>6.0665195774647884</c:v>
                </c:pt>
                <c:pt idx="3831">
                  <c:v>6.0699004225352109</c:v>
                </c:pt>
                <c:pt idx="3832">
                  <c:v>6.0686066197183095</c:v>
                </c:pt>
                <c:pt idx="3833">
                  <c:v>6.069217464788732</c:v>
                </c:pt>
                <c:pt idx="3834">
                  <c:v>6.0713105633802815</c:v>
                </c:pt>
                <c:pt idx="3835">
                  <c:v>6.0713070422535207</c:v>
                </c:pt>
                <c:pt idx="3836">
                  <c:v>6.0670602816901411</c:v>
                </c:pt>
                <c:pt idx="3837">
                  <c:v>6.0605454929577469</c:v>
                </c:pt>
                <c:pt idx="3838">
                  <c:v>6.0571433802816905</c:v>
                </c:pt>
                <c:pt idx="3839">
                  <c:v>6.0546785915492958</c:v>
                </c:pt>
                <c:pt idx="3840">
                  <c:v>6.0571464788732392</c:v>
                </c:pt>
                <c:pt idx="3841">
                  <c:v>6.056727957746479</c:v>
                </c:pt>
                <c:pt idx="3842">
                  <c:v>6.0572822535211266</c:v>
                </c:pt>
                <c:pt idx="3843">
                  <c:v>6.0563760563380278</c:v>
                </c:pt>
                <c:pt idx="3844">
                  <c:v>6.0564083098591546</c:v>
                </c:pt>
                <c:pt idx="3845">
                  <c:v>6.060717605633803</c:v>
                </c:pt>
                <c:pt idx="3846">
                  <c:v>6.0666530281690143</c:v>
                </c:pt>
                <c:pt idx="3847">
                  <c:v>6.0756866197183097</c:v>
                </c:pt>
                <c:pt idx="3848">
                  <c:v>6.0789429577464791</c:v>
                </c:pt>
                <c:pt idx="3849">
                  <c:v>6.0792471830985919</c:v>
                </c:pt>
                <c:pt idx="3850">
                  <c:v>6.0778197183098595</c:v>
                </c:pt>
                <c:pt idx="3851">
                  <c:v>6.0723352112676059</c:v>
                </c:pt>
                <c:pt idx="3852">
                  <c:v>6.0695537323943665</c:v>
                </c:pt>
                <c:pt idx="3853">
                  <c:v>6.0627011267605635</c:v>
                </c:pt>
                <c:pt idx="3854">
                  <c:v>6.0551478873239439</c:v>
                </c:pt>
                <c:pt idx="3855">
                  <c:v>6.0524529577464792</c:v>
                </c:pt>
                <c:pt idx="3856">
                  <c:v>6.0563118309859156</c:v>
                </c:pt>
                <c:pt idx="3857">
                  <c:v>6.0654220422535214</c:v>
                </c:pt>
                <c:pt idx="3858">
                  <c:v>6.0635875352112674</c:v>
                </c:pt>
                <c:pt idx="3859">
                  <c:v>6.0518183802816905</c:v>
                </c:pt>
                <c:pt idx="3860">
                  <c:v>6.0527684507042254</c:v>
                </c:pt>
                <c:pt idx="3861">
                  <c:v>6.0598601408450703</c:v>
                </c:pt>
                <c:pt idx="3862">
                  <c:v>6.0658547183098595</c:v>
                </c:pt>
                <c:pt idx="3863">
                  <c:v>6.0673219014084507</c:v>
                </c:pt>
                <c:pt idx="3864">
                  <c:v>6.0660264084507043</c:v>
                </c:pt>
                <c:pt idx="3865">
                  <c:v>6.0694729577464788</c:v>
                </c:pt>
                <c:pt idx="3866">
                  <c:v>6.0689041549295775</c:v>
                </c:pt>
                <c:pt idx="3867">
                  <c:v>6.069776126760563</c:v>
                </c:pt>
                <c:pt idx="3868">
                  <c:v>6.0690295774647884</c:v>
                </c:pt>
                <c:pt idx="3869">
                  <c:v>6.0670564084507044</c:v>
                </c:pt>
                <c:pt idx="3870">
                  <c:v>6.0720732394366195</c:v>
                </c:pt>
                <c:pt idx="3871">
                  <c:v>6.0811985915492954</c:v>
                </c:pt>
                <c:pt idx="3872">
                  <c:v>6.0856183098591545</c:v>
                </c:pt>
                <c:pt idx="3873">
                  <c:v>6.0829894366197186</c:v>
                </c:pt>
                <c:pt idx="3874">
                  <c:v>6.0789880281690145</c:v>
                </c:pt>
                <c:pt idx="3875">
                  <c:v>6.0750619718309862</c:v>
                </c:pt>
                <c:pt idx="3876">
                  <c:v>6.0740133802816905</c:v>
                </c:pt>
                <c:pt idx="3877">
                  <c:v>6.0703585915492955</c:v>
                </c:pt>
                <c:pt idx="3878">
                  <c:v>6.0670063380281691</c:v>
                </c:pt>
                <c:pt idx="3879">
                  <c:v>6.0686255633802819</c:v>
                </c:pt>
                <c:pt idx="3880">
                  <c:v>6.0734147887323946</c:v>
                </c:pt>
                <c:pt idx="3881">
                  <c:v>6.0702632394366196</c:v>
                </c:pt>
                <c:pt idx="3882">
                  <c:v>6.0667178873239438</c:v>
                </c:pt>
                <c:pt idx="3883">
                  <c:v>6.0604757042253521</c:v>
                </c:pt>
                <c:pt idx="3884">
                  <c:v>6.0527244366197186</c:v>
                </c:pt>
                <c:pt idx="3885">
                  <c:v>6.0547065492957746</c:v>
                </c:pt>
                <c:pt idx="3886">
                  <c:v>6.0577569718309858</c:v>
                </c:pt>
                <c:pt idx="3887">
                  <c:v>6.0577189436619721</c:v>
                </c:pt>
                <c:pt idx="3888">
                  <c:v>6.0564751408450705</c:v>
                </c:pt>
                <c:pt idx="3889">
                  <c:v>6.0560361971830989</c:v>
                </c:pt>
                <c:pt idx="3890">
                  <c:v>6.0622996478873237</c:v>
                </c:pt>
                <c:pt idx="3891">
                  <c:v>6.0647338732394367</c:v>
                </c:pt>
                <c:pt idx="3892">
                  <c:v>6.0671445774647887</c:v>
                </c:pt>
                <c:pt idx="3893">
                  <c:v>6.0651742957746482</c:v>
                </c:pt>
                <c:pt idx="3894">
                  <c:v>6.0611022535211267</c:v>
                </c:pt>
                <c:pt idx="3895">
                  <c:v>6.0636402112676056</c:v>
                </c:pt>
                <c:pt idx="3896">
                  <c:v>6.0715908450704221</c:v>
                </c:pt>
                <c:pt idx="3897">
                  <c:v>6.0709056338028171</c:v>
                </c:pt>
                <c:pt idx="3898">
                  <c:v>6.0663452816901406</c:v>
                </c:pt>
                <c:pt idx="3899">
                  <c:v>6.0596230985915494</c:v>
                </c:pt>
                <c:pt idx="3900">
                  <c:v>6.0540150704225351</c:v>
                </c:pt>
                <c:pt idx="3901">
                  <c:v>6.0502540140845067</c:v>
                </c:pt>
                <c:pt idx="3902">
                  <c:v>6.0471385211267608</c:v>
                </c:pt>
                <c:pt idx="3903">
                  <c:v>6.0478483098591553</c:v>
                </c:pt>
                <c:pt idx="3904">
                  <c:v>6.0526352112676056</c:v>
                </c:pt>
                <c:pt idx="3905">
                  <c:v>6.0510675352112679</c:v>
                </c:pt>
                <c:pt idx="3906">
                  <c:v>6.0448954225352116</c:v>
                </c:pt>
                <c:pt idx="3907">
                  <c:v>6.0433513380281694</c:v>
                </c:pt>
                <c:pt idx="3908">
                  <c:v>6.0426635915492959</c:v>
                </c:pt>
                <c:pt idx="3909">
                  <c:v>6.0450870422535212</c:v>
                </c:pt>
                <c:pt idx="3910">
                  <c:v>6.0534814788732394</c:v>
                </c:pt>
                <c:pt idx="3911">
                  <c:v>6.056059154929577</c:v>
                </c:pt>
                <c:pt idx="3912">
                  <c:v>6.052311056338028</c:v>
                </c:pt>
                <c:pt idx="3913">
                  <c:v>6.0514311971830983</c:v>
                </c:pt>
                <c:pt idx="3914">
                  <c:v>6.0504349295774649</c:v>
                </c:pt>
                <c:pt idx="3915">
                  <c:v>6.0509917605633801</c:v>
                </c:pt>
                <c:pt idx="3916">
                  <c:v>6.0551149295774644</c:v>
                </c:pt>
                <c:pt idx="3917">
                  <c:v>6.0612741549295777</c:v>
                </c:pt>
                <c:pt idx="3918">
                  <c:v>6.0616978169014084</c:v>
                </c:pt>
                <c:pt idx="3919">
                  <c:v>6.0592118309859151</c:v>
                </c:pt>
                <c:pt idx="3920">
                  <c:v>6.0611491549295771</c:v>
                </c:pt>
                <c:pt idx="3921">
                  <c:v>6.0677226760563379</c:v>
                </c:pt>
                <c:pt idx="3922">
                  <c:v>6.0680491549295779</c:v>
                </c:pt>
                <c:pt idx="3923">
                  <c:v>6.0655054225352112</c:v>
                </c:pt>
                <c:pt idx="3924">
                  <c:v>6.0625601408450702</c:v>
                </c:pt>
                <c:pt idx="3925">
                  <c:v>6.0652454225352113</c:v>
                </c:pt>
                <c:pt idx="3926">
                  <c:v>6.0630826760563377</c:v>
                </c:pt>
                <c:pt idx="3927">
                  <c:v>6.0604761267605634</c:v>
                </c:pt>
                <c:pt idx="3928">
                  <c:v>6.0622324647887327</c:v>
                </c:pt>
                <c:pt idx="3929">
                  <c:v>6.0643747183098595</c:v>
                </c:pt>
                <c:pt idx="3930">
                  <c:v>6.0662281690140842</c:v>
                </c:pt>
                <c:pt idx="3931">
                  <c:v>6.0680259859154928</c:v>
                </c:pt>
                <c:pt idx="3932">
                  <c:v>6.0600526056338024</c:v>
                </c:pt>
                <c:pt idx="3933">
                  <c:v>6.0525604929577463</c:v>
                </c:pt>
                <c:pt idx="3934">
                  <c:v>6.0492230281690142</c:v>
                </c:pt>
                <c:pt idx="3935">
                  <c:v>6.0517219014084507</c:v>
                </c:pt>
                <c:pt idx="3936">
                  <c:v>6.0557145070422536</c:v>
                </c:pt>
                <c:pt idx="3937">
                  <c:v>6.0562976056338025</c:v>
                </c:pt>
                <c:pt idx="3938">
                  <c:v>6.0614545774647883</c:v>
                </c:pt>
                <c:pt idx="3939">
                  <c:v>6.0658899295774651</c:v>
                </c:pt>
                <c:pt idx="3940">
                  <c:v>6.0631410563380284</c:v>
                </c:pt>
                <c:pt idx="3941">
                  <c:v>6.0573280281690138</c:v>
                </c:pt>
                <c:pt idx="3942">
                  <c:v>6.0476119014084508</c:v>
                </c:pt>
                <c:pt idx="3943">
                  <c:v>6.0421332394366196</c:v>
                </c:pt>
                <c:pt idx="3944">
                  <c:v>6.0526526056338028</c:v>
                </c:pt>
                <c:pt idx="3945">
                  <c:v>6.0650821830985917</c:v>
                </c:pt>
                <c:pt idx="3946">
                  <c:v>6.0682306338028171</c:v>
                </c:pt>
                <c:pt idx="3947">
                  <c:v>6.0641109859154927</c:v>
                </c:pt>
                <c:pt idx="3948">
                  <c:v>6.059336690140845</c:v>
                </c:pt>
                <c:pt idx="3949">
                  <c:v>6.0591058450704223</c:v>
                </c:pt>
                <c:pt idx="3950">
                  <c:v>6.0619629577464789</c:v>
                </c:pt>
                <c:pt idx="3951">
                  <c:v>6.063678943661972</c:v>
                </c:pt>
                <c:pt idx="3952">
                  <c:v>6.0645366901408453</c:v>
                </c:pt>
                <c:pt idx="3953">
                  <c:v>6.0683807042253521</c:v>
                </c:pt>
                <c:pt idx="3954">
                  <c:v>6.0691687323943659</c:v>
                </c:pt>
                <c:pt idx="3955">
                  <c:v>6.0650191549295771</c:v>
                </c:pt>
                <c:pt idx="3956">
                  <c:v>6.0607025352112673</c:v>
                </c:pt>
                <c:pt idx="3957">
                  <c:v>6.0627657746478869</c:v>
                </c:pt>
                <c:pt idx="3958">
                  <c:v>6.0605042957746482</c:v>
                </c:pt>
                <c:pt idx="3959">
                  <c:v>6.0615678169014089</c:v>
                </c:pt>
                <c:pt idx="3960">
                  <c:v>6.0621176760563378</c:v>
                </c:pt>
                <c:pt idx="3961">
                  <c:v>6.0639754225352114</c:v>
                </c:pt>
                <c:pt idx="3962">
                  <c:v>6.0670834507042253</c:v>
                </c:pt>
                <c:pt idx="3963">
                  <c:v>6.0696403521126765</c:v>
                </c:pt>
                <c:pt idx="3964">
                  <c:v>6.0671230985915496</c:v>
                </c:pt>
                <c:pt idx="3965">
                  <c:v>6.0632085211267608</c:v>
                </c:pt>
                <c:pt idx="3966">
                  <c:v>6.0623897183098592</c:v>
                </c:pt>
                <c:pt idx="3967">
                  <c:v>6.0645828873239438</c:v>
                </c:pt>
                <c:pt idx="3968">
                  <c:v>6.067755563380282</c:v>
                </c:pt>
                <c:pt idx="3969">
                  <c:v>6.0629598591549296</c:v>
                </c:pt>
                <c:pt idx="3970">
                  <c:v>6.0518269014084511</c:v>
                </c:pt>
                <c:pt idx="3971">
                  <c:v>6.0486643661971833</c:v>
                </c:pt>
                <c:pt idx="3972">
                  <c:v>6.0504795070422537</c:v>
                </c:pt>
                <c:pt idx="3973">
                  <c:v>6.0566311971830986</c:v>
                </c:pt>
                <c:pt idx="3974">
                  <c:v>6.0612060563380279</c:v>
                </c:pt>
                <c:pt idx="3975">
                  <c:v>6.0609371830985914</c:v>
                </c:pt>
                <c:pt idx="3976">
                  <c:v>6.0576788732394364</c:v>
                </c:pt>
                <c:pt idx="3977">
                  <c:v>6.0573914084507043</c:v>
                </c:pt>
                <c:pt idx="3978">
                  <c:v>6.0570535211267602</c:v>
                </c:pt>
                <c:pt idx="3979">
                  <c:v>6.0553216901408451</c:v>
                </c:pt>
                <c:pt idx="3980">
                  <c:v>6.0514775352112675</c:v>
                </c:pt>
                <c:pt idx="3981">
                  <c:v>6.0481828873239438</c:v>
                </c:pt>
                <c:pt idx="3982">
                  <c:v>6.05204823943662</c:v>
                </c:pt>
                <c:pt idx="3983">
                  <c:v>6.0613831690140847</c:v>
                </c:pt>
                <c:pt idx="3984">
                  <c:v>6.0743830985915492</c:v>
                </c:pt>
                <c:pt idx="3985">
                  <c:v>6.0727359154929577</c:v>
                </c:pt>
                <c:pt idx="3986">
                  <c:v>6.0651319718309855</c:v>
                </c:pt>
                <c:pt idx="3987">
                  <c:v>6.0631778873239437</c:v>
                </c:pt>
                <c:pt idx="3988">
                  <c:v>6.0616365492957742</c:v>
                </c:pt>
                <c:pt idx="3989">
                  <c:v>6.0630120422535212</c:v>
                </c:pt>
                <c:pt idx="3990">
                  <c:v>6.063711971830986</c:v>
                </c:pt>
                <c:pt idx="3991">
                  <c:v>6.0582616901408448</c:v>
                </c:pt>
                <c:pt idx="3992">
                  <c:v>6.0502481690140844</c:v>
                </c:pt>
                <c:pt idx="3993">
                  <c:v>6.0440460563380283</c:v>
                </c:pt>
                <c:pt idx="3994">
                  <c:v>6.0460094366197179</c:v>
                </c:pt>
                <c:pt idx="3995">
                  <c:v>6.0537245774647888</c:v>
                </c:pt>
                <c:pt idx="3996">
                  <c:v>6.058751901408451</c:v>
                </c:pt>
                <c:pt idx="3997">
                  <c:v>6.0557270422535208</c:v>
                </c:pt>
                <c:pt idx="3998">
                  <c:v>6.0598583802816899</c:v>
                </c:pt>
                <c:pt idx="3999">
                  <c:v>6.0604590845070421</c:v>
                </c:pt>
                <c:pt idx="4000">
                  <c:v>6.0534640140845069</c:v>
                </c:pt>
                <c:pt idx="4001">
                  <c:v>6.0511668309859159</c:v>
                </c:pt>
                <c:pt idx="4002">
                  <c:v>6.0583611267605635</c:v>
                </c:pt>
                <c:pt idx="4003">
                  <c:v>6.0629452112676052</c:v>
                </c:pt>
                <c:pt idx="4004">
                  <c:v>6.0601159859154929</c:v>
                </c:pt>
                <c:pt idx="4005">
                  <c:v>6.0639407042253524</c:v>
                </c:pt>
                <c:pt idx="4006">
                  <c:v>6.0621112676056335</c:v>
                </c:pt>
                <c:pt idx="4007">
                  <c:v>6.0594364788732396</c:v>
                </c:pt>
                <c:pt idx="4008">
                  <c:v>6.0648173239436618</c:v>
                </c:pt>
                <c:pt idx="4009">
                  <c:v>6.0659228169014083</c:v>
                </c:pt>
                <c:pt idx="4010">
                  <c:v>6.0626423239436615</c:v>
                </c:pt>
                <c:pt idx="4011">
                  <c:v>6.0555930281690138</c:v>
                </c:pt>
                <c:pt idx="4012">
                  <c:v>6.0598725352112677</c:v>
                </c:pt>
                <c:pt idx="4013">
                  <c:v>6.0643190845070425</c:v>
                </c:pt>
                <c:pt idx="4014">
                  <c:v>6.0579862676056342</c:v>
                </c:pt>
                <c:pt idx="4015">
                  <c:v>6.0521499295774648</c:v>
                </c:pt>
                <c:pt idx="4016">
                  <c:v>6.0537606338028169</c:v>
                </c:pt>
                <c:pt idx="4017">
                  <c:v>6.0614775352112673</c:v>
                </c:pt>
                <c:pt idx="4018">
                  <c:v>6.0666489436619715</c:v>
                </c:pt>
                <c:pt idx="4019">
                  <c:v>6.0652178169014084</c:v>
                </c:pt>
                <c:pt idx="4020">
                  <c:v>6.0622047183098591</c:v>
                </c:pt>
                <c:pt idx="4021">
                  <c:v>6.0670793661971834</c:v>
                </c:pt>
                <c:pt idx="4022">
                  <c:v>6.0730408450704223</c:v>
                </c:pt>
                <c:pt idx="4023">
                  <c:v>6.072707042253521</c:v>
                </c:pt>
                <c:pt idx="4024">
                  <c:v>6.0664098591549296</c:v>
                </c:pt>
                <c:pt idx="4025">
                  <c:v>6.0664640845070421</c:v>
                </c:pt>
                <c:pt idx="4026">
                  <c:v>6.0636433098591551</c:v>
                </c:pt>
                <c:pt idx="4027">
                  <c:v>6.0576216197183097</c:v>
                </c:pt>
                <c:pt idx="4028">
                  <c:v>6.0572093661971831</c:v>
                </c:pt>
                <c:pt idx="4029">
                  <c:v>6.0592683098591547</c:v>
                </c:pt>
                <c:pt idx="4030">
                  <c:v>6.0626253521126756</c:v>
                </c:pt>
                <c:pt idx="4031">
                  <c:v>6.0586559859154931</c:v>
                </c:pt>
                <c:pt idx="4032">
                  <c:v>6.0530795070422538</c:v>
                </c:pt>
                <c:pt idx="4033">
                  <c:v>6.0530476760563383</c:v>
                </c:pt>
                <c:pt idx="4034">
                  <c:v>6.060460211267606</c:v>
                </c:pt>
                <c:pt idx="4035">
                  <c:v>6.0672676760563382</c:v>
                </c:pt>
                <c:pt idx="4036">
                  <c:v>6.0619073943661972</c:v>
                </c:pt>
                <c:pt idx="4037">
                  <c:v>6.0606263380281691</c:v>
                </c:pt>
                <c:pt idx="4038">
                  <c:v>6.065474225352113</c:v>
                </c:pt>
                <c:pt idx="4039">
                  <c:v>6.0691568309859152</c:v>
                </c:pt>
                <c:pt idx="4040">
                  <c:v>6.0732985915492961</c:v>
                </c:pt>
                <c:pt idx="4041">
                  <c:v>6.0720105633802817</c:v>
                </c:pt>
                <c:pt idx="4042">
                  <c:v>6.0673509154929581</c:v>
                </c:pt>
                <c:pt idx="4043">
                  <c:v>6.0627826760563384</c:v>
                </c:pt>
                <c:pt idx="4044">
                  <c:v>6.0625889436619715</c:v>
                </c:pt>
                <c:pt idx="4045">
                  <c:v>6.0637336619718312</c:v>
                </c:pt>
                <c:pt idx="4046">
                  <c:v>6.0705359154929575</c:v>
                </c:pt>
                <c:pt idx="4047">
                  <c:v>6.0778408450704227</c:v>
                </c:pt>
                <c:pt idx="4048">
                  <c:v>6.0742450704225348</c:v>
                </c:pt>
                <c:pt idx="4049">
                  <c:v>6.064074647887324</c:v>
                </c:pt>
                <c:pt idx="4050">
                  <c:v>6.0554721830985914</c:v>
                </c:pt>
                <c:pt idx="4051">
                  <c:v>6.05349838028169</c:v>
                </c:pt>
                <c:pt idx="4052">
                  <c:v>6.0545899295774648</c:v>
                </c:pt>
                <c:pt idx="4053">
                  <c:v>6.0583549999999997</c:v>
                </c:pt>
                <c:pt idx="4054">
                  <c:v>6.0642061267605634</c:v>
                </c:pt>
                <c:pt idx="4055">
                  <c:v>6.0658668309859154</c:v>
                </c:pt>
                <c:pt idx="4056">
                  <c:v>6.0668311267605635</c:v>
                </c:pt>
                <c:pt idx="4057">
                  <c:v>6.065764295774648</c:v>
                </c:pt>
                <c:pt idx="4058">
                  <c:v>6.060016126760563</c:v>
                </c:pt>
                <c:pt idx="4059">
                  <c:v>6.0584161971830985</c:v>
                </c:pt>
                <c:pt idx="4060">
                  <c:v>6.0578547183098594</c:v>
                </c:pt>
                <c:pt idx="4061">
                  <c:v>6.0544166197183102</c:v>
                </c:pt>
                <c:pt idx="4062">
                  <c:v>6.0539921830985914</c:v>
                </c:pt>
                <c:pt idx="4063">
                  <c:v>6.054359436619718</c:v>
                </c:pt>
                <c:pt idx="4064">
                  <c:v>6.0545443661971827</c:v>
                </c:pt>
                <c:pt idx="4065">
                  <c:v>6.0594766197183096</c:v>
                </c:pt>
                <c:pt idx="4066">
                  <c:v>6.0581031690140845</c:v>
                </c:pt>
                <c:pt idx="4067">
                  <c:v>6.0519107042253522</c:v>
                </c:pt>
                <c:pt idx="4068">
                  <c:v>6.0593708450704229</c:v>
                </c:pt>
                <c:pt idx="4069">
                  <c:v>6.0670392253521124</c:v>
                </c:pt>
                <c:pt idx="4070">
                  <c:v>6.0728014084507045</c:v>
                </c:pt>
                <c:pt idx="4071">
                  <c:v>6.0752499999999996</c:v>
                </c:pt>
                <c:pt idx="4072">
                  <c:v>6.0695928169014088</c:v>
                </c:pt>
                <c:pt idx="4073">
                  <c:v>6.0630800000000002</c:v>
                </c:pt>
                <c:pt idx="4074">
                  <c:v>6.0513247183098589</c:v>
                </c:pt>
                <c:pt idx="4075">
                  <c:v>6.0455720422535215</c:v>
                </c:pt>
                <c:pt idx="4076">
                  <c:v>6.0417630281690142</c:v>
                </c:pt>
                <c:pt idx="4077">
                  <c:v>6.0419409859154927</c:v>
                </c:pt>
                <c:pt idx="4078">
                  <c:v>6.0435890845070421</c:v>
                </c:pt>
                <c:pt idx="4079">
                  <c:v>6.0423519718309855</c:v>
                </c:pt>
                <c:pt idx="4080">
                  <c:v>6.0363327464788732</c:v>
                </c:pt>
                <c:pt idx="4081">
                  <c:v>6.0285053521126759</c:v>
                </c:pt>
                <c:pt idx="4082">
                  <c:v>6.0309833098591552</c:v>
                </c:pt>
                <c:pt idx="4083">
                  <c:v>6.0418771830985918</c:v>
                </c:pt>
                <c:pt idx="4084">
                  <c:v>6.0508616197183098</c:v>
                </c:pt>
                <c:pt idx="4085">
                  <c:v>6.0605026760563376</c:v>
                </c:pt>
                <c:pt idx="4086">
                  <c:v>6.0630087323943664</c:v>
                </c:pt>
                <c:pt idx="4087">
                  <c:v>6.06307676056338</c:v>
                </c:pt>
                <c:pt idx="4088">
                  <c:v>6.068908732394366</c:v>
                </c:pt>
                <c:pt idx="4089">
                  <c:v>6.0632466901408453</c:v>
                </c:pt>
                <c:pt idx="4090">
                  <c:v>6.0536603521126757</c:v>
                </c:pt>
                <c:pt idx="4091">
                  <c:v>6.0577502112676056</c:v>
                </c:pt>
                <c:pt idx="4092">
                  <c:v>6.0663909154929581</c:v>
                </c:pt>
                <c:pt idx="4093">
                  <c:v>6.0682286619718306</c:v>
                </c:pt>
                <c:pt idx="4094">
                  <c:v>6.0697388732394364</c:v>
                </c:pt>
                <c:pt idx="4095">
                  <c:v>6.0706246478873238</c:v>
                </c:pt>
                <c:pt idx="4096">
                  <c:v>6.0595500704225351</c:v>
                </c:pt>
                <c:pt idx="4097">
                  <c:v>6.0498383098591546</c:v>
                </c:pt>
                <c:pt idx="4098">
                  <c:v>6.0447421830985917</c:v>
                </c:pt>
                <c:pt idx="4099">
                  <c:v>6.0486381690140849</c:v>
                </c:pt>
                <c:pt idx="4100">
                  <c:v>6.0596739436619718</c:v>
                </c:pt>
                <c:pt idx="4101">
                  <c:v>6.0639641549295771</c:v>
                </c:pt>
                <c:pt idx="4102">
                  <c:v>6.0676797183098587</c:v>
                </c:pt>
                <c:pt idx="4103">
                  <c:v>6.0691479577464786</c:v>
                </c:pt>
                <c:pt idx="4104">
                  <c:v>6.0626878873239436</c:v>
                </c:pt>
                <c:pt idx="4105">
                  <c:v>6.0598384507042251</c:v>
                </c:pt>
                <c:pt idx="4106">
                  <c:v>6.0588713380281689</c:v>
                </c:pt>
                <c:pt idx="4107">
                  <c:v>6.0551997887323941</c:v>
                </c:pt>
                <c:pt idx="4108">
                  <c:v>6.0542120422535213</c:v>
                </c:pt>
                <c:pt idx="4109">
                  <c:v>6.0573549295774649</c:v>
                </c:pt>
                <c:pt idx="4110">
                  <c:v>6.0626861267605632</c:v>
                </c:pt>
                <c:pt idx="4111">
                  <c:v>6.06670485915493</c:v>
                </c:pt>
                <c:pt idx="4112">
                  <c:v>6.0669599295774645</c:v>
                </c:pt>
                <c:pt idx="4113">
                  <c:v>6.0679299295774651</c:v>
                </c:pt>
                <c:pt idx="4114">
                  <c:v>6.063171971830986</c:v>
                </c:pt>
                <c:pt idx="4115">
                  <c:v>6.0581938028169011</c:v>
                </c:pt>
                <c:pt idx="4116">
                  <c:v>6.0615693661971832</c:v>
                </c:pt>
                <c:pt idx="4117">
                  <c:v>6.0702557042253522</c:v>
                </c:pt>
                <c:pt idx="4118">
                  <c:v>6.0697276760563383</c:v>
                </c:pt>
                <c:pt idx="4119">
                  <c:v>6.0661774647887325</c:v>
                </c:pt>
                <c:pt idx="4120">
                  <c:v>6.0664032394366201</c:v>
                </c:pt>
                <c:pt idx="4121">
                  <c:v>6.0640932394366196</c:v>
                </c:pt>
                <c:pt idx="4122">
                  <c:v>6.0645188732394368</c:v>
                </c:pt>
                <c:pt idx="4123">
                  <c:v>6.0659518309859157</c:v>
                </c:pt>
                <c:pt idx="4124">
                  <c:v>6.0599921126760563</c:v>
                </c:pt>
                <c:pt idx="4125">
                  <c:v>6.0542145774647889</c:v>
                </c:pt>
                <c:pt idx="4126">
                  <c:v>6.0536359859154931</c:v>
                </c:pt>
                <c:pt idx="4127">
                  <c:v>6.0623891549295772</c:v>
                </c:pt>
                <c:pt idx="4128">
                  <c:v>6.0689919718309859</c:v>
                </c:pt>
                <c:pt idx="4129">
                  <c:v>6.0623995070422536</c:v>
                </c:pt>
                <c:pt idx="4130">
                  <c:v>6.0525921830985911</c:v>
                </c:pt>
                <c:pt idx="4131">
                  <c:v>6.048224718309859</c:v>
                </c:pt>
                <c:pt idx="4132">
                  <c:v>6.0518879577464793</c:v>
                </c:pt>
                <c:pt idx="4133">
                  <c:v>6.0572678169014083</c:v>
                </c:pt>
                <c:pt idx="4134">
                  <c:v>6.0606150704225348</c:v>
                </c:pt>
                <c:pt idx="4135">
                  <c:v>6.0539968309859153</c:v>
                </c:pt>
                <c:pt idx="4136">
                  <c:v>6.0547692253521124</c:v>
                </c:pt>
                <c:pt idx="4137">
                  <c:v>6.0596226760563381</c:v>
                </c:pt>
                <c:pt idx="4138">
                  <c:v>6.0633052816901412</c:v>
                </c:pt>
                <c:pt idx="4139">
                  <c:v>6.0675230985915496</c:v>
                </c:pt>
                <c:pt idx="4140">
                  <c:v>6.0657379577464789</c:v>
                </c:pt>
                <c:pt idx="4141">
                  <c:v>6.0588685915492961</c:v>
                </c:pt>
                <c:pt idx="4142">
                  <c:v>6.0589304225352114</c:v>
                </c:pt>
                <c:pt idx="4143">
                  <c:v>6.0565233098591547</c:v>
                </c:pt>
                <c:pt idx="4144">
                  <c:v>6.0454260563380284</c:v>
                </c:pt>
                <c:pt idx="4145">
                  <c:v>6.04251</c:v>
                </c:pt>
                <c:pt idx="4146">
                  <c:v>6.053411408450704</c:v>
                </c:pt>
                <c:pt idx="4147">
                  <c:v>6.0596766901408454</c:v>
                </c:pt>
                <c:pt idx="4148">
                  <c:v>6.0585557746478873</c:v>
                </c:pt>
                <c:pt idx="4149">
                  <c:v>6.0548852816901411</c:v>
                </c:pt>
                <c:pt idx="4150">
                  <c:v>6.048914788732394</c:v>
                </c:pt>
                <c:pt idx="4151">
                  <c:v>6.0511861267605633</c:v>
                </c:pt>
                <c:pt idx="4152">
                  <c:v>6.0570714788732394</c:v>
                </c:pt>
                <c:pt idx="4153">
                  <c:v>6.056195985915493</c:v>
                </c:pt>
                <c:pt idx="4154">
                  <c:v>6.0566238732394364</c:v>
                </c:pt>
                <c:pt idx="4155">
                  <c:v>6.0567823943661976</c:v>
                </c:pt>
                <c:pt idx="4156">
                  <c:v>6.0528919014084508</c:v>
                </c:pt>
                <c:pt idx="4157">
                  <c:v>6.0485585915492956</c:v>
                </c:pt>
                <c:pt idx="4158">
                  <c:v>6.0492315492957749</c:v>
                </c:pt>
                <c:pt idx="4159">
                  <c:v>6.0587650704225355</c:v>
                </c:pt>
                <c:pt idx="4160">
                  <c:v>6.0681167605633801</c:v>
                </c:pt>
                <c:pt idx="4161">
                  <c:v>6.0712295774647886</c:v>
                </c:pt>
                <c:pt idx="4162">
                  <c:v>6.0687725352112674</c:v>
                </c:pt>
                <c:pt idx="4163">
                  <c:v>6.065982112676056</c:v>
                </c:pt>
                <c:pt idx="4164">
                  <c:v>6.0630641549295774</c:v>
                </c:pt>
                <c:pt idx="4165">
                  <c:v>6.060807746478873</c:v>
                </c:pt>
                <c:pt idx="4166">
                  <c:v>6.0650976056338024</c:v>
                </c:pt>
                <c:pt idx="4167">
                  <c:v>6.0607571126760567</c:v>
                </c:pt>
                <c:pt idx="4168">
                  <c:v>6.0530459859154933</c:v>
                </c:pt>
                <c:pt idx="4169">
                  <c:v>6.0565628169014083</c:v>
                </c:pt>
                <c:pt idx="4170">
                  <c:v>6.0644975352112676</c:v>
                </c:pt>
                <c:pt idx="4171">
                  <c:v>6.0663738732394368</c:v>
                </c:pt>
                <c:pt idx="4172">
                  <c:v>6.0709239436619722</c:v>
                </c:pt>
                <c:pt idx="4173">
                  <c:v>6.0719169014084509</c:v>
                </c:pt>
                <c:pt idx="4174">
                  <c:v>6.0610176760563377</c:v>
                </c:pt>
                <c:pt idx="4175">
                  <c:v>6.0576259154929577</c:v>
                </c:pt>
                <c:pt idx="4176">
                  <c:v>6.0637766197183103</c:v>
                </c:pt>
                <c:pt idx="4177">
                  <c:v>6.0635304225352114</c:v>
                </c:pt>
                <c:pt idx="4178">
                  <c:v>6.066147676056338</c:v>
                </c:pt>
                <c:pt idx="4179">
                  <c:v>6.0642165492957743</c:v>
                </c:pt>
                <c:pt idx="4180">
                  <c:v>6.0647766197183097</c:v>
                </c:pt>
                <c:pt idx="4181">
                  <c:v>6.0707190140845073</c:v>
                </c:pt>
                <c:pt idx="4182">
                  <c:v>6.0782556338028169</c:v>
                </c:pt>
                <c:pt idx="4183">
                  <c:v>6.0770985915492961</c:v>
                </c:pt>
                <c:pt idx="4184">
                  <c:v>6.070197605633803</c:v>
                </c:pt>
                <c:pt idx="4185">
                  <c:v>6.0680726760563379</c:v>
                </c:pt>
                <c:pt idx="4186">
                  <c:v>6.0718042253521123</c:v>
                </c:pt>
                <c:pt idx="4187">
                  <c:v>6.0784746478873242</c:v>
                </c:pt>
                <c:pt idx="4188">
                  <c:v>6.0774352112676056</c:v>
                </c:pt>
                <c:pt idx="4189">
                  <c:v>6.0739084507042254</c:v>
                </c:pt>
                <c:pt idx="4190">
                  <c:v>6.0744232394366193</c:v>
                </c:pt>
                <c:pt idx="4191">
                  <c:v>6.0713232394366194</c:v>
                </c:pt>
                <c:pt idx="4192">
                  <c:v>6.0679479577464788</c:v>
                </c:pt>
                <c:pt idx="4193">
                  <c:v>6.0668251408450704</c:v>
                </c:pt>
                <c:pt idx="4194">
                  <c:v>6.0684234507042252</c:v>
                </c:pt>
                <c:pt idx="4195">
                  <c:v>6.0658830985915495</c:v>
                </c:pt>
                <c:pt idx="4196">
                  <c:v>6.0616939436619717</c:v>
                </c:pt>
                <c:pt idx="4197">
                  <c:v>6.0596261267605636</c:v>
                </c:pt>
                <c:pt idx="4198">
                  <c:v>6.0677041549295776</c:v>
                </c:pt>
                <c:pt idx="4199">
                  <c:v>6.0697318309859156</c:v>
                </c:pt>
                <c:pt idx="4200">
                  <c:v>6.0625078169014088</c:v>
                </c:pt>
                <c:pt idx="4201">
                  <c:v>6.0620254929577468</c:v>
                </c:pt>
                <c:pt idx="4202">
                  <c:v>6.0686789436619719</c:v>
                </c:pt>
                <c:pt idx="4203">
                  <c:v>6.0736809859154928</c:v>
                </c:pt>
                <c:pt idx="4204">
                  <c:v>6.0704732394366197</c:v>
                </c:pt>
                <c:pt idx="4205">
                  <c:v>6.0707288732394362</c:v>
                </c:pt>
                <c:pt idx="4206">
                  <c:v>6.0718429577464788</c:v>
                </c:pt>
                <c:pt idx="4207">
                  <c:v>6.0686292253521126</c:v>
                </c:pt>
                <c:pt idx="4208">
                  <c:v>6.0663755633802818</c:v>
                </c:pt>
                <c:pt idx="4209">
                  <c:v>6.0640681690140843</c:v>
                </c:pt>
                <c:pt idx="4210">
                  <c:v>6.0674822535211268</c:v>
                </c:pt>
                <c:pt idx="4211">
                  <c:v>6.072461971830986</c:v>
                </c:pt>
                <c:pt idx="4212">
                  <c:v>6.0732140845070424</c:v>
                </c:pt>
                <c:pt idx="4213">
                  <c:v>6.0683726056338028</c:v>
                </c:pt>
                <c:pt idx="4214">
                  <c:v>6.0644174647887326</c:v>
                </c:pt>
                <c:pt idx="4215">
                  <c:v>6.0731859154929575</c:v>
                </c:pt>
                <c:pt idx="4216">
                  <c:v>6.0775676056338028</c:v>
                </c:pt>
                <c:pt idx="4217">
                  <c:v>6.0706345070422536</c:v>
                </c:pt>
                <c:pt idx="4218">
                  <c:v>6.0698485211267608</c:v>
                </c:pt>
                <c:pt idx="4219">
                  <c:v>6.0715577464788728</c:v>
                </c:pt>
                <c:pt idx="4220">
                  <c:v>6.0693719718309858</c:v>
                </c:pt>
                <c:pt idx="4221">
                  <c:v>6.0631944366197184</c:v>
                </c:pt>
                <c:pt idx="4222">
                  <c:v>6.0584180281690143</c:v>
                </c:pt>
                <c:pt idx="4223">
                  <c:v>6.0534623943661972</c:v>
                </c:pt>
                <c:pt idx="4224">
                  <c:v>6.0538370422535213</c:v>
                </c:pt>
                <c:pt idx="4225">
                  <c:v>6.0547053521126761</c:v>
                </c:pt>
                <c:pt idx="4226">
                  <c:v>6.0536829577464788</c:v>
                </c:pt>
                <c:pt idx="4227">
                  <c:v>6.0561145774647889</c:v>
                </c:pt>
                <c:pt idx="4228">
                  <c:v>6.0604171830985916</c:v>
                </c:pt>
                <c:pt idx="4229">
                  <c:v>6.0666633802816898</c:v>
                </c:pt>
                <c:pt idx="4230">
                  <c:v>6.0656650000000001</c:v>
                </c:pt>
                <c:pt idx="4231">
                  <c:v>6.0640101408450704</c:v>
                </c:pt>
                <c:pt idx="4232">
                  <c:v>6.0620916901408455</c:v>
                </c:pt>
                <c:pt idx="4233">
                  <c:v>6.0555536619718309</c:v>
                </c:pt>
                <c:pt idx="4234">
                  <c:v>6.0570561971830985</c:v>
                </c:pt>
                <c:pt idx="4235">
                  <c:v>6.0640140845070425</c:v>
                </c:pt>
                <c:pt idx="4236">
                  <c:v>6.0647183098591553</c:v>
                </c:pt>
                <c:pt idx="4237">
                  <c:v>6.0611455633802818</c:v>
                </c:pt>
                <c:pt idx="4238">
                  <c:v>6.0578632394366201</c:v>
                </c:pt>
                <c:pt idx="4239">
                  <c:v>6.0579751408450706</c:v>
                </c:pt>
                <c:pt idx="4240">
                  <c:v>6.0558695070422539</c:v>
                </c:pt>
                <c:pt idx="4241">
                  <c:v>6.0562300000000002</c:v>
                </c:pt>
                <c:pt idx="4242">
                  <c:v>6.0583949295774646</c:v>
                </c:pt>
                <c:pt idx="4243">
                  <c:v>6.0652390845070423</c:v>
                </c:pt>
                <c:pt idx="4244">
                  <c:v>6.069102676056338</c:v>
                </c:pt>
                <c:pt idx="4245">
                  <c:v>6.0787091549295775</c:v>
                </c:pt>
                <c:pt idx="4246">
                  <c:v>6.0783943661971831</c:v>
                </c:pt>
                <c:pt idx="4247">
                  <c:v>6.0741528169014085</c:v>
                </c:pt>
                <c:pt idx="4248">
                  <c:v>6.0687674647887322</c:v>
                </c:pt>
                <c:pt idx="4249">
                  <c:v>6.0687740845070426</c:v>
                </c:pt>
                <c:pt idx="4250">
                  <c:v>6.0698970422535208</c:v>
                </c:pt>
                <c:pt idx="4251">
                  <c:v>6.0598995070422532</c:v>
                </c:pt>
                <c:pt idx="4252">
                  <c:v>6.0580032394366201</c:v>
                </c:pt>
                <c:pt idx="4253">
                  <c:v>6.0612666197183103</c:v>
                </c:pt>
                <c:pt idx="4254">
                  <c:v>6.0623609859154932</c:v>
                </c:pt>
                <c:pt idx="4255">
                  <c:v>6.0615830281690144</c:v>
                </c:pt>
                <c:pt idx="4256">
                  <c:v>6.0586980985915497</c:v>
                </c:pt>
                <c:pt idx="4257">
                  <c:v>6.0620429577464785</c:v>
                </c:pt>
                <c:pt idx="4258">
                  <c:v>6.069438661971831</c:v>
                </c:pt>
                <c:pt idx="4259">
                  <c:v>6.0696070422535211</c:v>
                </c:pt>
                <c:pt idx="4260">
                  <c:v>6.0695806338028166</c:v>
                </c:pt>
                <c:pt idx="4261">
                  <c:v>6.0748591549295776</c:v>
                </c:pt>
                <c:pt idx="4262">
                  <c:v>6.0707838028169014</c:v>
                </c:pt>
                <c:pt idx="4263">
                  <c:v>6.0616125352112675</c:v>
                </c:pt>
                <c:pt idx="4264">
                  <c:v>6.0579632394366199</c:v>
                </c:pt>
                <c:pt idx="4265">
                  <c:v>6.052642746478873</c:v>
                </c:pt>
                <c:pt idx="4266">
                  <c:v>6.0507299999999997</c:v>
                </c:pt>
                <c:pt idx="4267">
                  <c:v>6.0468971830985918</c:v>
                </c:pt>
                <c:pt idx="4268">
                  <c:v>6.0480932394366196</c:v>
                </c:pt>
                <c:pt idx="4269">
                  <c:v>6.0537431690140844</c:v>
                </c:pt>
                <c:pt idx="4270">
                  <c:v>6.0573397887323948</c:v>
                </c:pt>
                <c:pt idx="4271">
                  <c:v>6.0554231690140847</c:v>
                </c:pt>
                <c:pt idx="4272">
                  <c:v>6.0554686619718314</c:v>
                </c:pt>
                <c:pt idx="4273">
                  <c:v>6.06094176056338</c:v>
                </c:pt>
                <c:pt idx="4274">
                  <c:v>6.0657522535211266</c:v>
                </c:pt>
                <c:pt idx="4275">
                  <c:v>6.0649512676056334</c:v>
                </c:pt>
                <c:pt idx="4276">
                  <c:v>6.0656785915492959</c:v>
                </c:pt>
                <c:pt idx="4277">
                  <c:v>6.06958985915493</c:v>
                </c:pt>
                <c:pt idx="4278">
                  <c:v>6.0736316901408447</c:v>
                </c:pt>
                <c:pt idx="4279">
                  <c:v>6.0758464788732391</c:v>
                </c:pt>
                <c:pt idx="4280">
                  <c:v>6.0727809859154931</c:v>
                </c:pt>
                <c:pt idx="4281">
                  <c:v>6.0692530985915489</c:v>
                </c:pt>
                <c:pt idx="4282">
                  <c:v>6.0614087323943666</c:v>
                </c:pt>
                <c:pt idx="4283">
                  <c:v>6.0564218309859159</c:v>
                </c:pt>
                <c:pt idx="4284">
                  <c:v>6.0527883098591548</c:v>
                </c:pt>
                <c:pt idx="4285">
                  <c:v>6.0553213380281692</c:v>
                </c:pt>
                <c:pt idx="4286">
                  <c:v>6.0672028169014087</c:v>
                </c:pt>
                <c:pt idx="4287">
                  <c:v>6.0668864084507046</c:v>
                </c:pt>
                <c:pt idx="4288">
                  <c:v>6.0660226056338029</c:v>
                </c:pt>
                <c:pt idx="4289">
                  <c:v>6.0663064084507043</c:v>
                </c:pt>
                <c:pt idx="4290">
                  <c:v>6.0630104225352115</c:v>
                </c:pt>
                <c:pt idx="4291">
                  <c:v>6.0599635211267602</c:v>
                </c:pt>
                <c:pt idx="4292">
                  <c:v>6.0628922535211265</c:v>
                </c:pt>
                <c:pt idx="4293">
                  <c:v>6.0701128169014087</c:v>
                </c:pt>
                <c:pt idx="4294">
                  <c:v>6.0692685915492959</c:v>
                </c:pt>
                <c:pt idx="4295">
                  <c:v>6.0559399999999997</c:v>
                </c:pt>
                <c:pt idx="4296">
                  <c:v>6.0554973943661974</c:v>
                </c:pt>
                <c:pt idx="4297">
                  <c:v>6.0597705633802814</c:v>
                </c:pt>
                <c:pt idx="4298">
                  <c:v>6.0609116197183095</c:v>
                </c:pt>
                <c:pt idx="4299">
                  <c:v>6.0681885211267605</c:v>
                </c:pt>
                <c:pt idx="4300">
                  <c:v>6.0707647887323946</c:v>
                </c:pt>
                <c:pt idx="4301">
                  <c:v>6.0686702112676052</c:v>
                </c:pt>
                <c:pt idx="4302">
                  <c:v>6.0708605633802817</c:v>
                </c:pt>
                <c:pt idx="4303">
                  <c:v>6.0788859154929575</c:v>
                </c:pt>
                <c:pt idx="4304">
                  <c:v>6.0823521126760562</c:v>
                </c:pt>
                <c:pt idx="4305">
                  <c:v>6.0851281690140846</c:v>
                </c:pt>
                <c:pt idx="4306">
                  <c:v>6.0777894366197183</c:v>
                </c:pt>
                <c:pt idx="4307">
                  <c:v>6.0683660563380286</c:v>
                </c:pt>
                <c:pt idx="4308">
                  <c:v>6.0674627464788733</c:v>
                </c:pt>
                <c:pt idx="4309">
                  <c:v>6.0729781690140845</c:v>
                </c:pt>
                <c:pt idx="4310">
                  <c:v>6.0757091549295774</c:v>
                </c:pt>
                <c:pt idx="4311">
                  <c:v>6.0719169014084509</c:v>
                </c:pt>
                <c:pt idx="4312">
                  <c:v>6.0684458450704222</c:v>
                </c:pt>
                <c:pt idx="4313">
                  <c:v>6.0705281690140849</c:v>
                </c:pt>
                <c:pt idx="4314">
                  <c:v>6.0777697183098596</c:v>
                </c:pt>
                <c:pt idx="4315">
                  <c:v>6.0786408450704226</c:v>
                </c:pt>
                <c:pt idx="4316">
                  <c:v>6.0725985915492959</c:v>
                </c:pt>
                <c:pt idx="4317">
                  <c:v>6.0689433098591552</c:v>
                </c:pt>
                <c:pt idx="4318">
                  <c:v>6.0654072535211263</c:v>
                </c:pt>
                <c:pt idx="4319">
                  <c:v>6.0681987323943662</c:v>
                </c:pt>
                <c:pt idx="4320">
                  <c:v>6.0760992957746476</c:v>
                </c:pt>
                <c:pt idx="4321">
                  <c:v>6.072189436619718</c:v>
                </c:pt>
                <c:pt idx="4322">
                  <c:v>6.0670015492957745</c:v>
                </c:pt>
                <c:pt idx="4323">
                  <c:v>6.0728950704225353</c:v>
                </c:pt>
                <c:pt idx="4324">
                  <c:v>6.0736781690140846</c:v>
                </c:pt>
                <c:pt idx="4325">
                  <c:v>6.0737901408450705</c:v>
                </c:pt>
                <c:pt idx="4326">
                  <c:v>6.0718028169014087</c:v>
                </c:pt>
                <c:pt idx="4327">
                  <c:v>6.0645868309859159</c:v>
                </c:pt>
                <c:pt idx="4328">
                  <c:v>6.0657183098591547</c:v>
                </c:pt>
                <c:pt idx="4329">
                  <c:v>6.0656441549295774</c:v>
                </c:pt>
                <c:pt idx="4330">
                  <c:v>6.0620256338028167</c:v>
                </c:pt>
                <c:pt idx="4331">
                  <c:v>6.0601465492957747</c:v>
                </c:pt>
                <c:pt idx="4332">
                  <c:v>6.0593807746478872</c:v>
                </c:pt>
                <c:pt idx="4333">
                  <c:v>6.0610414084507038</c:v>
                </c:pt>
                <c:pt idx="4334">
                  <c:v>6.062622816901408</c:v>
                </c:pt>
                <c:pt idx="4335">
                  <c:v>6.0631055633802813</c:v>
                </c:pt>
                <c:pt idx="4336">
                  <c:v>6.0536583098591548</c:v>
                </c:pt>
                <c:pt idx="4337">
                  <c:v>6.0452101408450707</c:v>
                </c:pt>
                <c:pt idx="4338">
                  <c:v>6.0526311267605637</c:v>
                </c:pt>
                <c:pt idx="4339">
                  <c:v>6.0536152112676058</c:v>
                </c:pt>
                <c:pt idx="4340">
                  <c:v>6.0493346478873242</c:v>
                </c:pt>
                <c:pt idx="4341">
                  <c:v>6.0565042253521124</c:v>
                </c:pt>
                <c:pt idx="4342">
                  <c:v>6.0615347183098596</c:v>
                </c:pt>
                <c:pt idx="4343">
                  <c:v>6.0538710563380285</c:v>
                </c:pt>
                <c:pt idx="4344">
                  <c:v>6.0467060563380279</c:v>
                </c:pt>
                <c:pt idx="4345">
                  <c:v>6.0517497183098587</c:v>
                </c:pt>
                <c:pt idx="4346">
                  <c:v>6.0571605633802816</c:v>
                </c:pt>
                <c:pt idx="4347">
                  <c:v>6.0566903521126765</c:v>
                </c:pt>
                <c:pt idx="4348">
                  <c:v>6.0524924647887328</c:v>
                </c:pt>
                <c:pt idx="4349">
                  <c:v>6.0357654929577462</c:v>
                </c:pt>
                <c:pt idx="4350">
                  <c:v>6.0285654225352117</c:v>
                </c:pt>
                <c:pt idx="4351">
                  <c:v>6.0396288732394368</c:v>
                </c:pt>
                <c:pt idx="4352">
                  <c:v>6.0552380985915493</c:v>
                </c:pt>
                <c:pt idx="4353">
                  <c:v>6.062195</c:v>
                </c:pt>
                <c:pt idx="4354">
                  <c:v>6.0644406338028167</c:v>
                </c:pt>
                <c:pt idx="4355">
                  <c:v>6.0653564084507039</c:v>
                </c:pt>
                <c:pt idx="4356">
                  <c:v>6.0687800000000003</c:v>
                </c:pt>
                <c:pt idx="4357">
                  <c:v>6.0693781690140849</c:v>
                </c:pt>
                <c:pt idx="4358">
                  <c:v>6.0703858450704224</c:v>
                </c:pt>
                <c:pt idx="4359">
                  <c:v>6.0664721830985915</c:v>
                </c:pt>
                <c:pt idx="4360">
                  <c:v>6.0597571830985917</c:v>
                </c:pt>
                <c:pt idx="4361">
                  <c:v>6.0653057042253522</c:v>
                </c:pt>
                <c:pt idx="4362">
                  <c:v>6.0691445774647885</c:v>
                </c:pt>
                <c:pt idx="4363">
                  <c:v>6.0641045774647884</c:v>
                </c:pt>
                <c:pt idx="4364">
                  <c:v>6.0579145070422538</c:v>
                </c:pt>
                <c:pt idx="4365">
                  <c:v>6.0646871126760562</c:v>
                </c:pt>
                <c:pt idx="4366">
                  <c:v>6.0735640845070424</c:v>
                </c:pt>
                <c:pt idx="4367">
                  <c:v>6.0754985915492954</c:v>
                </c:pt>
                <c:pt idx="4368">
                  <c:v>6.0723901408450702</c:v>
                </c:pt>
                <c:pt idx="4369">
                  <c:v>6.0709232394366195</c:v>
                </c:pt>
                <c:pt idx="4370">
                  <c:v>6.0734683098591553</c:v>
                </c:pt>
                <c:pt idx="4371">
                  <c:v>6.0796232394366196</c:v>
                </c:pt>
                <c:pt idx="4372">
                  <c:v>6.0809373239436617</c:v>
                </c:pt>
                <c:pt idx="4373">
                  <c:v>6.0742021126760566</c:v>
                </c:pt>
                <c:pt idx="4374">
                  <c:v>6.0670769014084511</c:v>
                </c:pt>
                <c:pt idx="4375">
                  <c:v>6.069019788732394</c:v>
                </c:pt>
                <c:pt idx="4376">
                  <c:v>6.0714281690140846</c:v>
                </c:pt>
                <c:pt idx="4377">
                  <c:v>6.0721478873239434</c:v>
                </c:pt>
                <c:pt idx="4378">
                  <c:v>6.078983802816901</c:v>
                </c:pt>
                <c:pt idx="4379">
                  <c:v>6.0768922535211267</c:v>
                </c:pt>
                <c:pt idx="4380">
                  <c:v>6.0745605633802819</c:v>
                </c:pt>
                <c:pt idx="4381">
                  <c:v>6.0704408450704221</c:v>
                </c:pt>
                <c:pt idx="4382">
                  <c:v>6.0675895070422534</c:v>
                </c:pt>
                <c:pt idx="4383">
                  <c:v>6.0727147887323945</c:v>
                </c:pt>
                <c:pt idx="4384">
                  <c:v>6.0798535211267604</c:v>
                </c:pt>
                <c:pt idx="4385">
                  <c:v>6.0853232394366197</c:v>
                </c:pt>
                <c:pt idx="4386">
                  <c:v>6.0861225352112678</c:v>
                </c:pt>
                <c:pt idx="4387">
                  <c:v>6.0816443661971835</c:v>
                </c:pt>
                <c:pt idx="4388">
                  <c:v>6.0795338028169015</c:v>
                </c:pt>
                <c:pt idx="4389">
                  <c:v>6.0781823943661974</c:v>
                </c:pt>
                <c:pt idx="4390">
                  <c:v>6.0734302816901407</c:v>
                </c:pt>
                <c:pt idx="4391">
                  <c:v>6.0708366197183095</c:v>
                </c:pt>
                <c:pt idx="4392">
                  <c:v>6.0655166197183101</c:v>
                </c:pt>
                <c:pt idx="4393">
                  <c:v>6.0624752816901406</c:v>
                </c:pt>
                <c:pt idx="4394">
                  <c:v>6.0685326056338029</c:v>
                </c:pt>
                <c:pt idx="4395">
                  <c:v>6.0744225352112675</c:v>
                </c:pt>
                <c:pt idx="4396">
                  <c:v>6.0745739436619717</c:v>
                </c:pt>
                <c:pt idx="4397">
                  <c:v>6.0700480281690137</c:v>
                </c:pt>
                <c:pt idx="4398">
                  <c:v>6.0647759859154933</c:v>
                </c:pt>
                <c:pt idx="4399">
                  <c:v>6.0580432394366195</c:v>
                </c:pt>
                <c:pt idx="4400">
                  <c:v>6.0598823239436621</c:v>
                </c:pt>
                <c:pt idx="4401">
                  <c:v>6.0664932394366193</c:v>
                </c:pt>
                <c:pt idx="4402">
                  <c:v>6.0690214084507046</c:v>
                </c:pt>
                <c:pt idx="4403">
                  <c:v>6.063676690140845</c:v>
                </c:pt>
                <c:pt idx="4404">
                  <c:v>6.0604176760563382</c:v>
                </c:pt>
                <c:pt idx="4405">
                  <c:v>6.0637951408450705</c:v>
                </c:pt>
                <c:pt idx="4406">
                  <c:v>6.0648994366197186</c:v>
                </c:pt>
                <c:pt idx="4407">
                  <c:v>6.0626289436619718</c:v>
                </c:pt>
                <c:pt idx="4408">
                  <c:v>6.06360838028169</c:v>
                </c:pt>
                <c:pt idx="4409">
                  <c:v>6.0621816197183103</c:v>
                </c:pt>
                <c:pt idx="4410">
                  <c:v>6.0570033098591551</c:v>
                </c:pt>
                <c:pt idx="4411">
                  <c:v>6.057504647887324</c:v>
                </c:pt>
                <c:pt idx="4412">
                  <c:v>6.0648896478873242</c:v>
                </c:pt>
                <c:pt idx="4413">
                  <c:v>6.0676470422535207</c:v>
                </c:pt>
                <c:pt idx="4414">
                  <c:v>6.0652222535211271</c:v>
                </c:pt>
                <c:pt idx="4415">
                  <c:v>6.063699084507042</c:v>
                </c:pt>
                <c:pt idx="4416">
                  <c:v>6.0623172535211269</c:v>
                </c:pt>
                <c:pt idx="4417">
                  <c:v>6.0579630985915491</c:v>
                </c:pt>
                <c:pt idx="4418">
                  <c:v>6.0522008450704226</c:v>
                </c:pt>
                <c:pt idx="4419">
                  <c:v>6.0553791549295779</c:v>
                </c:pt>
                <c:pt idx="4420">
                  <c:v>6.0556497887323948</c:v>
                </c:pt>
                <c:pt idx="4421">
                  <c:v>6.0512088732394362</c:v>
                </c:pt>
                <c:pt idx="4422">
                  <c:v>6.050572535211268</c:v>
                </c:pt>
                <c:pt idx="4423">
                  <c:v>6.0534314084507042</c:v>
                </c:pt>
                <c:pt idx="4424">
                  <c:v>6.0548740845070421</c:v>
                </c:pt>
                <c:pt idx="4425">
                  <c:v>6.0523619718309858</c:v>
                </c:pt>
                <c:pt idx="4426">
                  <c:v>6.0538973239436622</c:v>
                </c:pt>
                <c:pt idx="4427">
                  <c:v>6.0611195070422532</c:v>
                </c:pt>
                <c:pt idx="4428">
                  <c:v>6.0656401408450709</c:v>
                </c:pt>
                <c:pt idx="4429">
                  <c:v>6.0701426056338033</c:v>
                </c:pt>
                <c:pt idx="4430">
                  <c:v>6.070946478873239</c:v>
                </c:pt>
                <c:pt idx="4431">
                  <c:v>6.0691935211267607</c:v>
                </c:pt>
                <c:pt idx="4432">
                  <c:v>6.0638902112676059</c:v>
                </c:pt>
                <c:pt idx="4433">
                  <c:v>6.0607311971830988</c:v>
                </c:pt>
                <c:pt idx="4434">
                  <c:v>6.0609946478873242</c:v>
                </c:pt>
                <c:pt idx="4435">
                  <c:v>6.0650722535211266</c:v>
                </c:pt>
                <c:pt idx="4436">
                  <c:v>6.0710450704225352</c:v>
                </c:pt>
                <c:pt idx="4437">
                  <c:v>6.0788816901408449</c:v>
                </c:pt>
                <c:pt idx="4438">
                  <c:v>6.082883098591549</c:v>
                </c:pt>
                <c:pt idx="4439">
                  <c:v>6.0786253521126756</c:v>
                </c:pt>
                <c:pt idx="4440">
                  <c:v>6.0785774647887321</c:v>
                </c:pt>
                <c:pt idx="4441">
                  <c:v>6.0811338028169013</c:v>
                </c:pt>
                <c:pt idx="4442">
                  <c:v>6.0827704225352113</c:v>
                </c:pt>
                <c:pt idx="4443">
                  <c:v>6.0888922535211272</c:v>
                </c:pt>
                <c:pt idx="4444">
                  <c:v>6.0875718309859153</c:v>
                </c:pt>
                <c:pt idx="4445">
                  <c:v>6.0851126760563377</c:v>
                </c:pt>
                <c:pt idx="4446">
                  <c:v>6.0850380281690137</c:v>
                </c:pt>
                <c:pt idx="4447">
                  <c:v>6.0804823943661974</c:v>
                </c:pt>
                <c:pt idx="4448">
                  <c:v>6.0765478873239438</c:v>
                </c:pt>
                <c:pt idx="4449">
                  <c:v>6.0695175352112676</c:v>
                </c:pt>
                <c:pt idx="4450">
                  <c:v>6.0605679577464793</c:v>
                </c:pt>
                <c:pt idx="4451">
                  <c:v>6.0595994366197186</c:v>
                </c:pt>
                <c:pt idx="4452">
                  <c:v>6.0690935915492954</c:v>
                </c:pt>
                <c:pt idx="4453">
                  <c:v>6.0755852112676054</c:v>
                </c:pt>
                <c:pt idx="4454">
                  <c:v>6.0770007042253518</c:v>
                </c:pt>
                <c:pt idx="4455">
                  <c:v>6.0735323943661967</c:v>
                </c:pt>
                <c:pt idx="4456">
                  <c:v>6.0657625352112676</c:v>
                </c:pt>
                <c:pt idx="4457">
                  <c:v>6.0604609859154932</c:v>
                </c:pt>
                <c:pt idx="4458">
                  <c:v>6.0596077464788731</c:v>
                </c:pt>
                <c:pt idx="4459">
                  <c:v>6.0585262676056342</c:v>
                </c:pt>
                <c:pt idx="4460">
                  <c:v>6.0602870422535213</c:v>
                </c:pt>
                <c:pt idx="4461">
                  <c:v>6.060700985915493</c:v>
                </c:pt>
                <c:pt idx="4462">
                  <c:v>6.0581029577464784</c:v>
                </c:pt>
                <c:pt idx="4463">
                  <c:v>6.0553830281690137</c:v>
                </c:pt>
                <c:pt idx="4464">
                  <c:v>6.0596589436619714</c:v>
                </c:pt>
                <c:pt idx="4465">
                  <c:v>6.0671476760563383</c:v>
                </c:pt>
                <c:pt idx="4466">
                  <c:v>6.0675965492957751</c:v>
                </c:pt>
                <c:pt idx="4467">
                  <c:v>6.0624364788732397</c:v>
                </c:pt>
                <c:pt idx="4468">
                  <c:v>6.0616631690140848</c:v>
                </c:pt>
                <c:pt idx="4469">
                  <c:v>6.063159647887324</c:v>
                </c:pt>
                <c:pt idx="4470">
                  <c:v>6.0624405633802816</c:v>
                </c:pt>
                <c:pt idx="4471">
                  <c:v>6.05765323943662</c:v>
                </c:pt>
                <c:pt idx="4472">
                  <c:v>6.0613518309859158</c:v>
                </c:pt>
                <c:pt idx="4473">
                  <c:v>6.0708274647887324</c:v>
                </c:pt>
                <c:pt idx="4474">
                  <c:v>6.0695529577464793</c:v>
                </c:pt>
                <c:pt idx="4475">
                  <c:v>6.0616947183098588</c:v>
                </c:pt>
                <c:pt idx="4476">
                  <c:v>6.0612990845070422</c:v>
                </c:pt>
                <c:pt idx="4477">
                  <c:v>6.0643326760563383</c:v>
                </c:pt>
                <c:pt idx="4478">
                  <c:v>6.0673309859154934</c:v>
                </c:pt>
                <c:pt idx="4479">
                  <c:v>6.0678977464788728</c:v>
                </c:pt>
                <c:pt idx="4480">
                  <c:v>6.0654314084507046</c:v>
                </c:pt>
                <c:pt idx="4481">
                  <c:v>6.0681252816901408</c:v>
                </c:pt>
                <c:pt idx="4482">
                  <c:v>6.0736718309859157</c:v>
                </c:pt>
                <c:pt idx="4483">
                  <c:v>6.070530985915493</c:v>
                </c:pt>
                <c:pt idx="4484">
                  <c:v>6.0699004225352109</c:v>
                </c:pt>
                <c:pt idx="4485">
                  <c:v>6.0701263380281691</c:v>
                </c:pt>
                <c:pt idx="4486">
                  <c:v>6.0714345070422535</c:v>
                </c:pt>
                <c:pt idx="4487">
                  <c:v>6.0733373239436617</c:v>
                </c:pt>
                <c:pt idx="4488">
                  <c:v>6.0727457746478875</c:v>
                </c:pt>
                <c:pt idx="4489">
                  <c:v>6.0676802816901407</c:v>
                </c:pt>
                <c:pt idx="4490">
                  <c:v>6.061642112676056</c:v>
                </c:pt>
                <c:pt idx="4491">
                  <c:v>6.054600985915493</c:v>
                </c:pt>
                <c:pt idx="4492">
                  <c:v>6.053993028169014</c:v>
                </c:pt>
                <c:pt idx="4493">
                  <c:v>6.0561452816901404</c:v>
                </c:pt>
                <c:pt idx="4494">
                  <c:v>6.0521797887323947</c:v>
                </c:pt>
                <c:pt idx="4495">
                  <c:v>6.0509920422535215</c:v>
                </c:pt>
                <c:pt idx="4496">
                  <c:v>6.0557057042253524</c:v>
                </c:pt>
                <c:pt idx="4497">
                  <c:v>6.0620807042253517</c:v>
                </c:pt>
                <c:pt idx="4498">
                  <c:v>6.0631766197183099</c:v>
                </c:pt>
                <c:pt idx="4499">
                  <c:v>6.0585217605633801</c:v>
                </c:pt>
                <c:pt idx="4500">
                  <c:v>6.05487985915493</c:v>
                </c:pt>
                <c:pt idx="4501">
                  <c:v>6.0580726056338028</c:v>
                </c:pt>
                <c:pt idx="4502">
                  <c:v>6.0602302816901412</c:v>
                </c:pt>
                <c:pt idx="4503">
                  <c:v>6.065620563380282</c:v>
                </c:pt>
                <c:pt idx="4504">
                  <c:v>6.0731788732394367</c:v>
                </c:pt>
                <c:pt idx="4505">
                  <c:v>6.0723577464788736</c:v>
                </c:pt>
                <c:pt idx="4506">
                  <c:v>6.0640544366197187</c:v>
                </c:pt>
                <c:pt idx="4507">
                  <c:v>6.0653385915492954</c:v>
                </c:pt>
                <c:pt idx="4508">
                  <c:v>6.0699821126760565</c:v>
                </c:pt>
                <c:pt idx="4509">
                  <c:v>6.0667642957746475</c:v>
                </c:pt>
                <c:pt idx="4510">
                  <c:v>6.0626315492957747</c:v>
                </c:pt>
                <c:pt idx="4511">
                  <c:v>6.064827816901408</c:v>
                </c:pt>
                <c:pt idx="4512">
                  <c:v>6.0663252816901405</c:v>
                </c:pt>
                <c:pt idx="4513">
                  <c:v>6.0719950704225356</c:v>
                </c:pt>
                <c:pt idx="4514">
                  <c:v>6.0805330985915491</c:v>
                </c:pt>
                <c:pt idx="4515">
                  <c:v>6.0854281690140848</c:v>
                </c:pt>
                <c:pt idx="4516">
                  <c:v>6.0768767605633807</c:v>
                </c:pt>
                <c:pt idx="4517">
                  <c:v>6.0670020422535211</c:v>
                </c:pt>
                <c:pt idx="4518">
                  <c:v>6.0642361267605631</c:v>
                </c:pt>
                <c:pt idx="4519">
                  <c:v>6.0636652816901409</c:v>
                </c:pt>
                <c:pt idx="4520">
                  <c:v>6.0647615492957749</c:v>
                </c:pt>
                <c:pt idx="4521">
                  <c:v>6.0687210563380285</c:v>
                </c:pt>
                <c:pt idx="4522">
                  <c:v>6.0733373239436617</c:v>
                </c:pt>
                <c:pt idx="4523">
                  <c:v>6.0733866197183097</c:v>
                </c:pt>
                <c:pt idx="4524">
                  <c:v>6.0738901408450703</c:v>
                </c:pt>
                <c:pt idx="4525">
                  <c:v>6.0797788732394364</c:v>
                </c:pt>
                <c:pt idx="4526">
                  <c:v>6.0849577464788736</c:v>
                </c:pt>
                <c:pt idx="4527">
                  <c:v>6.086289436619718</c:v>
                </c:pt>
                <c:pt idx="4528">
                  <c:v>6.0786676056338029</c:v>
                </c:pt>
                <c:pt idx="4529">
                  <c:v>6.0695408450704225</c:v>
                </c:pt>
                <c:pt idx="4530">
                  <c:v>6.0661231690140847</c:v>
                </c:pt>
                <c:pt idx="4531">
                  <c:v>6.0666610563380283</c:v>
                </c:pt>
                <c:pt idx="4532">
                  <c:v>6.0679108450704229</c:v>
                </c:pt>
                <c:pt idx="4533">
                  <c:v>6.0709901408450708</c:v>
                </c:pt>
                <c:pt idx="4534">
                  <c:v>6.0702592957746475</c:v>
                </c:pt>
                <c:pt idx="4535">
                  <c:v>6.0681768309859159</c:v>
                </c:pt>
                <c:pt idx="4536">
                  <c:v>6.0676475352112673</c:v>
                </c:pt>
                <c:pt idx="4537">
                  <c:v>6.0729957746478878</c:v>
                </c:pt>
                <c:pt idx="4538">
                  <c:v>6.0757718309859152</c:v>
                </c:pt>
                <c:pt idx="4539">
                  <c:v>6.0772711267605635</c:v>
                </c:pt>
                <c:pt idx="4540">
                  <c:v>6.0832056338028169</c:v>
                </c:pt>
                <c:pt idx="4541">
                  <c:v>6.0870697183098592</c:v>
                </c:pt>
                <c:pt idx="4542">
                  <c:v>6.0825211267605637</c:v>
                </c:pt>
                <c:pt idx="4543">
                  <c:v>6.077796478873239</c:v>
                </c:pt>
                <c:pt idx="4544">
                  <c:v>6.0705802816901411</c:v>
                </c:pt>
                <c:pt idx="4545">
                  <c:v>6.0660177464788729</c:v>
                </c:pt>
                <c:pt idx="4546">
                  <c:v>6.0687869014084503</c:v>
                </c:pt>
                <c:pt idx="4547">
                  <c:v>6.070099788732394</c:v>
                </c:pt>
                <c:pt idx="4548">
                  <c:v>6.068589366197183</c:v>
                </c:pt>
                <c:pt idx="4549">
                  <c:v>6.0653883802816901</c:v>
                </c:pt>
                <c:pt idx="4550">
                  <c:v>6.066850070422535</c:v>
                </c:pt>
                <c:pt idx="4551">
                  <c:v>6.0707161971830983</c:v>
                </c:pt>
                <c:pt idx="4552">
                  <c:v>6.0702319718309861</c:v>
                </c:pt>
                <c:pt idx="4553">
                  <c:v>6.0688380985915495</c:v>
                </c:pt>
                <c:pt idx="4554">
                  <c:v>6.0696123943661968</c:v>
                </c:pt>
                <c:pt idx="4555">
                  <c:v>6.0728661971830986</c:v>
                </c:pt>
                <c:pt idx="4556">
                  <c:v>6.0680695070422539</c:v>
                </c:pt>
                <c:pt idx="4557">
                  <c:v>6.063849929577465</c:v>
                </c:pt>
                <c:pt idx="4558">
                  <c:v>6.069375211267606</c:v>
                </c:pt>
                <c:pt idx="4559">
                  <c:v>6.0692125352112676</c:v>
                </c:pt>
                <c:pt idx="4560">
                  <c:v>6.0693530985915496</c:v>
                </c:pt>
                <c:pt idx="4561">
                  <c:v>6.0675778873239441</c:v>
                </c:pt>
                <c:pt idx="4562">
                  <c:v>6.0659450704225355</c:v>
                </c:pt>
                <c:pt idx="4563">
                  <c:v>6.0655038732394368</c:v>
                </c:pt>
                <c:pt idx="4564">
                  <c:v>6.0646588028169015</c:v>
                </c:pt>
                <c:pt idx="4565">
                  <c:v>6.0645004929577464</c:v>
                </c:pt>
                <c:pt idx="4566">
                  <c:v>6.0710352112676054</c:v>
                </c:pt>
                <c:pt idx="4567">
                  <c:v>6.0800359154929575</c:v>
                </c:pt>
                <c:pt idx="4568">
                  <c:v>6.0813859154929579</c:v>
                </c:pt>
                <c:pt idx="4569">
                  <c:v>6.079504225352113</c:v>
                </c:pt>
                <c:pt idx="4570">
                  <c:v>6.0788992957746482</c:v>
                </c:pt>
                <c:pt idx="4571">
                  <c:v>6.079104225352113</c:v>
                </c:pt>
                <c:pt idx="4572">
                  <c:v>6.0735711267605632</c:v>
                </c:pt>
                <c:pt idx="4573">
                  <c:v>6.0712753521126759</c:v>
                </c:pt>
                <c:pt idx="4574">
                  <c:v>6.0681479577464792</c:v>
                </c:pt>
                <c:pt idx="4575">
                  <c:v>6.0664759154929575</c:v>
                </c:pt>
                <c:pt idx="4576">
                  <c:v>6.0676542253521131</c:v>
                </c:pt>
                <c:pt idx="4577">
                  <c:v>6.0695528873239439</c:v>
                </c:pt>
                <c:pt idx="4578">
                  <c:v>6.0658985211267602</c:v>
                </c:pt>
                <c:pt idx="4579">
                  <c:v>6.0648530281690141</c:v>
                </c:pt>
                <c:pt idx="4580">
                  <c:v>6.0659555633802817</c:v>
                </c:pt>
                <c:pt idx="4581">
                  <c:v>6.074938732394366</c:v>
                </c:pt>
                <c:pt idx="4582">
                  <c:v>6.0844985915492957</c:v>
                </c:pt>
                <c:pt idx="4583">
                  <c:v>6.0869253521126758</c:v>
                </c:pt>
                <c:pt idx="4584">
                  <c:v>6.0852584507042256</c:v>
                </c:pt>
                <c:pt idx="4585">
                  <c:v>6.0764373239436615</c:v>
                </c:pt>
                <c:pt idx="4586">
                  <c:v>6.0701914788732392</c:v>
                </c:pt>
                <c:pt idx="4587">
                  <c:v>6.068107605633803</c:v>
                </c:pt>
                <c:pt idx="4588">
                  <c:v>6.064704436619718</c:v>
                </c:pt>
                <c:pt idx="4589">
                  <c:v>6.0703245774647892</c:v>
                </c:pt>
                <c:pt idx="4590">
                  <c:v>6.0745556338028166</c:v>
                </c:pt>
                <c:pt idx="4591">
                  <c:v>6.0778309859154929</c:v>
                </c:pt>
                <c:pt idx="4592">
                  <c:v>6.0804676056338032</c:v>
                </c:pt>
                <c:pt idx="4593">
                  <c:v>6.0823366197183102</c:v>
                </c:pt>
                <c:pt idx="4594">
                  <c:v>6.0823654929577469</c:v>
                </c:pt>
                <c:pt idx="4595">
                  <c:v>6.075666901408451</c:v>
                </c:pt>
                <c:pt idx="4596">
                  <c:v>6.0714760563380281</c:v>
                </c:pt>
                <c:pt idx="4597">
                  <c:v>6.0697297887323947</c:v>
                </c:pt>
                <c:pt idx="4598">
                  <c:v>6.0681724647887325</c:v>
                </c:pt>
                <c:pt idx="4599">
                  <c:v>6.0661635915492962</c:v>
                </c:pt>
                <c:pt idx="4600">
                  <c:v>6.0710985915492959</c:v>
                </c:pt>
                <c:pt idx="4601">
                  <c:v>6.0863725352112672</c:v>
                </c:pt>
                <c:pt idx="4602">
                  <c:v>6.0949901408450708</c:v>
                </c:pt>
                <c:pt idx="4603">
                  <c:v>6.0950746478873237</c:v>
                </c:pt>
                <c:pt idx="4604">
                  <c:v>6.0942669014084503</c:v>
                </c:pt>
                <c:pt idx="4605">
                  <c:v>6.0947288732394362</c:v>
                </c:pt>
                <c:pt idx="4606">
                  <c:v>6.0965901408450707</c:v>
                </c:pt>
                <c:pt idx="4607">
                  <c:v>6.094416197183099</c:v>
                </c:pt>
                <c:pt idx="4608">
                  <c:v>6.0953380281690137</c:v>
                </c:pt>
                <c:pt idx="4609">
                  <c:v>6.0952718309859151</c:v>
                </c:pt>
                <c:pt idx="4610">
                  <c:v>6.0947739436619717</c:v>
                </c:pt>
                <c:pt idx="4611">
                  <c:v>6.0934408450704227</c:v>
                </c:pt>
                <c:pt idx="4612">
                  <c:v>6.0903035211267609</c:v>
                </c:pt>
                <c:pt idx="4613">
                  <c:v>6.0890647887323945</c:v>
                </c:pt>
                <c:pt idx="4614">
                  <c:v>6.0919161971830986</c:v>
                </c:pt>
                <c:pt idx="4615">
                  <c:v>6.0972485915492953</c:v>
                </c:pt>
                <c:pt idx="4616">
                  <c:v>6.1003422535211271</c:v>
                </c:pt>
                <c:pt idx="4617">
                  <c:v>6.1013295774647887</c:v>
                </c:pt>
                <c:pt idx="4618">
                  <c:v>6.0966183098591546</c:v>
                </c:pt>
                <c:pt idx="4619">
                  <c:v>6.0954788732394363</c:v>
                </c:pt>
                <c:pt idx="4620">
                  <c:v>6.0960830985915493</c:v>
                </c:pt>
                <c:pt idx="4621">
                  <c:v>6.086714084507042</c:v>
                </c:pt>
                <c:pt idx="4622">
                  <c:v>6.0763119718309859</c:v>
                </c:pt>
                <c:pt idx="4623">
                  <c:v>6.0782556338028169</c:v>
                </c:pt>
                <c:pt idx="4624">
                  <c:v>6.0903845070422538</c:v>
                </c:pt>
                <c:pt idx="4625">
                  <c:v>6.094075352112676</c:v>
                </c:pt>
                <c:pt idx="4626">
                  <c:v>6.0934957746478871</c:v>
                </c:pt>
                <c:pt idx="4627">
                  <c:v>6.0935295774647891</c:v>
                </c:pt>
                <c:pt idx="4628">
                  <c:v>6.097224647887324</c:v>
                </c:pt>
                <c:pt idx="4629">
                  <c:v>6.1007471830985915</c:v>
                </c:pt>
                <c:pt idx="4630">
                  <c:v>6.0982281690140843</c:v>
                </c:pt>
                <c:pt idx="4631">
                  <c:v>6.0961866197183099</c:v>
                </c:pt>
                <c:pt idx="4632">
                  <c:v>6.0919690140845066</c:v>
                </c:pt>
                <c:pt idx="4633">
                  <c:v>6.0867978873239439</c:v>
                </c:pt>
                <c:pt idx="4634">
                  <c:v>6.0815612676056334</c:v>
                </c:pt>
                <c:pt idx="4635">
                  <c:v>6.0778852112676054</c:v>
                </c:pt>
                <c:pt idx="4636">
                  <c:v>6.0794436619718306</c:v>
                </c:pt>
                <c:pt idx="4637">
                  <c:v>6.0786049295774651</c:v>
                </c:pt>
                <c:pt idx="4638">
                  <c:v>6.0838478873239437</c:v>
                </c:pt>
                <c:pt idx="4639">
                  <c:v>6.0891478873239437</c:v>
                </c:pt>
                <c:pt idx="4640">
                  <c:v>6.0900359154929582</c:v>
                </c:pt>
                <c:pt idx="4641">
                  <c:v>6.0923788732394364</c:v>
                </c:pt>
                <c:pt idx="4642">
                  <c:v>6.0930598591549296</c:v>
                </c:pt>
                <c:pt idx="4643">
                  <c:v>6.095497887323944</c:v>
                </c:pt>
                <c:pt idx="4644">
                  <c:v>6.0973570422535213</c:v>
                </c:pt>
                <c:pt idx="4645">
                  <c:v>6.0983697183098595</c:v>
                </c:pt>
                <c:pt idx="4646">
                  <c:v>6.0956521126760563</c:v>
                </c:pt>
                <c:pt idx="4647">
                  <c:v>6.0945809859154929</c:v>
                </c:pt>
                <c:pt idx="4648">
                  <c:v>6.0932366197183097</c:v>
                </c:pt>
                <c:pt idx="4649">
                  <c:v>6.0889936619718306</c:v>
                </c:pt>
                <c:pt idx="4650">
                  <c:v>6.0905612676056338</c:v>
                </c:pt>
                <c:pt idx="4651">
                  <c:v>6.0891161971830989</c:v>
                </c:pt>
                <c:pt idx="4652">
                  <c:v>6.0854154929577469</c:v>
                </c:pt>
                <c:pt idx="4653">
                  <c:v>6.0789239436619722</c:v>
                </c:pt>
                <c:pt idx="4654">
                  <c:v>6.0716415492957747</c:v>
                </c:pt>
                <c:pt idx="4655">
                  <c:v>6.0748478873239433</c:v>
                </c:pt>
                <c:pt idx="4656">
                  <c:v>6.0833274647887325</c:v>
                </c:pt>
                <c:pt idx="4657">
                  <c:v>6.087470422535211</c:v>
                </c:pt>
                <c:pt idx="4658">
                  <c:v>6.0912647887323947</c:v>
                </c:pt>
                <c:pt idx="4659">
                  <c:v>6.0938922535211271</c:v>
                </c:pt>
                <c:pt idx="4660">
                  <c:v>6.0924183098591547</c:v>
                </c:pt>
                <c:pt idx="4661">
                  <c:v>6.0881809859154927</c:v>
                </c:pt>
                <c:pt idx="4662">
                  <c:v>6.0799105633802819</c:v>
                </c:pt>
                <c:pt idx="4663">
                  <c:v>6.078453521126761</c:v>
                </c:pt>
                <c:pt idx="4664">
                  <c:v>6.0790697183098592</c:v>
                </c:pt>
                <c:pt idx="4665">
                  <c:v>6.074647183098592</c:v>
                </c:pt>
                <c:pt idx="4666">
                  <c:v>6.0739845070422538</c:v>
                </c:pt>
                <c:pt idx="4667">
                  <c:v>6.0749056338028167</c:v>
                </c:pt>
                <c:pt idx="4668">
                  <c:v>6.0746028169014084</c:v>
                </c:pt>
                <c:pt idx="4669">
                  <c:v>6.0726887323943659</c:v>
                </c:pt>
                <c:pt idx="4670">
                  <c:v>6.0771429577464788</c:v>
                </c:pt>
                <c:pt idx="4671">
                  <c:v>6.0876774647887322</c:v>
                </c:pt>
                <c:pt idx="4672">
                  <c:v>6.0877478873239435</c:v>
                </c:pt>
                <c:pt idx="4673">
                  <c:v>6.0838281690140841</c:v>
                </c:pt>
                <c:pt idx="4674">
                  <c:v>6.0800070422535208</c:v>
                </c:pt>
                <c:pt idx="4675">
                  <c:v>6.0812633802816904</c:v>
                </c:pt>
                <c:pt idx="4676">
                  <c:v>6.0839190140845067</c:v>
                </c:pt>
                <c:pt idx="4677">
                  <c:v>6.0902112676056337</c:v>
                </c:pt>
                <c:pt idx="4678">
                  <c:v>6.0889197183098593</c:v>
                </c:pt>
                <c:pt idx="4679">
                  <c:v>6.0816260563380284</c:v>
                </c:pt>
                <c:pt idx="4680">
                  <c:v>6.0771887323943661</c:v>
                </c:pt>
                <c:pt idx="4681">
                  <c:v>6.07116338028169</c:v>
                </c:pt>
                <c:pt idx="4682">
                  <c:v>6.0697880985915491</c:v>
                </c:pt>
                <c:pt idx="4683">
                  <c:v>6.0732507042253525</c:v>
                </c:pt>
                <c:pt idx="4684">
                  <c:v>6.0663670422535212</c:v>
                </c:pt>
                <c:pt idx="4685">
                  <c:v>6.0601377464788735</c:v>
                </c:pt>
                <c:pt idx="4686">
                  <c:v>6.0596054929577461</c:v>
                </c:pt>
                <c:pt idx="4687">
                  <c:v>6.0634356338028166</c:v>
                </c:pt>
                <c:pt idx="4688">
                  <c:v>6.0684442957746478</c:v>
                </c:pt>
                <c:pt idx="4689">
                  <c:v>6.0695085211267603</c:v>
                </c:pt>
                <c:pt idx="4690">
                  <c:v>6.06779176056338</c:v>
                </c:pt>
                <c:pt idx="4691">
                  <c:v>6.0654850704225352</c:v>
                </c:pt>
                <c:pt idx="4692">
                  <c:v>6.0650186619718314</c:v>
                </c:pt>
                <c:pt idx="4693">
                  <c:v>6.0655877464788732</c:v>
                </c:pt>
                <c:pt idx="4694">
                  <c:v>6.062335563380282</c:v>
                </c:pt>
                <c:pt idx="4695">
                  <c:v>6.0678664788732393</c:v>
                </c:pt>
                <c:pt idx="4696">
                  <c:v>6.0760922535211268</c:v>
                </c:pt>
                <c:pt idx="4697">
                  <c:v>6.079501408450704</c:v>
                </c:pt>
                <c:pt idx="4698">
                  <c:v>6.0729169014084503</c:v>
                </c:pt>
                <c:pt idx="4699">
                  <c:v>6.0669066197183099</c:v>
                </c:pt>
                <c:pt idx="4700">
                  <c:v>6.0630296478873236</c:v>
                </c:pt>
                <c:pt idx="4701">
                  <c:v>6.0558671126760562</c:v>
                </c:pt>
                <c:pt idx="4702">
                  <c:v>6.0592810563380279</c:v>
                </c:pt>
                <c:pt idx="4703">
                  <c:v>6.0707183098591546</c:v>
                </c:pt>
                <c:pt idx="4704">
                  <c:v>6.0721556338028169</c:v>
                </c:pt>
                <c:pt idx="4705">
                  <c:v>6.0683626056338031</c:v>
                </c:pt>
                <c:pt idx="4706">
                  <c:v>6.0710514084507041</c:v>
                </c:pt>
                <c:pt idx="4707">
                  <c:v>6.0766894366197182</c:v>
                </c:pt>
                <c:pt idx="4708">
                  <c:v>6.0789809859154929</c:v>
                </c:pt>
                <c:pt idx="4709">
                  <c:v>6.0772169014084509</c:v>
                </c:pt>
                <c:pt idx="4710">
                  <c:v>6.073788732394366</c:v>
                </c:pt>
                <c:pt idx="4711">
                  <c:v>6.0762788732394366</c:v>
                </c:pt>
                <c:pt idx="4712">
                  <c:v>6.0768471830985913</c:v>
                </c:pt>
                <c:pt idx="4713">
                  <c:v>6.0766507042253517</c:v>
                </c:pt>
                <c:pt idx="4714">
                  <c:v>6.0830781690140849</c:v>
                </c:pt>
                <c:pt idx="4715">
                  <c:v>6.0810598591549292</c:v>
                </c:pt>
                <c:pt idx="4716">
                  <c:v>6.0780570422535209</c:v>
                </c:pt>
                <c:pt idx="4717">
                  <c:v>6.0801415492957744</c:v>
                </c:pt>
                <c:pt idx="4718">
                  <c:v>6.0798183098591547</c:v>
                </c:pt>
                <c:pt idx="4719">
                  <c:v>6.0722443661971832</c:v>
                </c:pt>
                <c:pt idx="4720">
                  <c:v>6.0703050704225356</c:v>
                </c:pt>
                <c:pt idx="4721">
                  <c:v>6.0679754929577463</c:v>
                </c:pt>
                <c:pt idx="4722">
                  <c:v>6.0662494366197182</c:v>
                </c:pt>
                <c:pt idx="4723">
                  <c:v>6.070417676056338</c:v>
                </c:pt>
                <c:pt idx="4724">
                  <c:v>6.076507042253521</c:v>
                </c:pt>
                <c:pt idx="4725">
                  <c:v>6.0770274647887321</c:v>
                </c:pt>
                <c:pt idx="4726">
                  <c:v>6.0753809859154932</c:v>
                </c:pt>
                <c:pt idx="4727">
                  <c:v>6.0721232394366194</c:v>
                </c:pt>
                <c:pt idx="4728">
                  <c:v>6.0731345070422531</c:v>
                </c:pt>
                <c:pt idx="4729">
                  <c:v>6.0770626760563378</c:v>
                </c:pt>
                <c:pt idx="4730">
                  <c:v>6.0789084507042253</c:v>
                </c:pt>
                <c:pt idx="4731">
                  <c:v>6.085080281690141</c:v>
                </c:pt>
                <c:pt idx="4732">
                  <c:v>6.0938380281690137</c:v>
                </c:pt>
                <c:pt idx="4733">
                  <c:v>6.1009894366197184</c:v>
                </c:pt>
                <c:pt idx="4734">
                  <c:v>6.1009274647887324</c:v>
                </c:pt>
                <c:pt idx="4735">
                  <c:v>6.100516197183099</c:v>
                </c:pt>
                <c:pt idx="4736">
                  <c:v>6.1019936619718314</c:v>
                </c:pt>
                <c:pt idx="4737">
                  <c:v>6.0980887323943662</c:v>
                </c:pt>
                <c:pt idx="4738">
                  <c:v>6.0915887323943663</c:v>
                </c:pt>
                <c:pt idx="4739">
                  <c:v>6.0910112676056336</c:v>
                </c:pt>
                <c:pt idx="4740">
                  <c:v>6.0907183098591551</c:v>
                </c:pt>
                <c:pt idx="4741">
                  <c:v>6.0896549295774651</c:v>
                </c:pt>
                <c:pt idx="4742">
                  <c:v>6.0902922535211266</c:v>
                </c:pt>
                <c:pt idx="4743">
                  <c:v>6.094654929577465</c:v>
                </c:pt>
                <c:pt idx="4744">
                  <c:v>6.0991485915492953</c:v>
                </c:pt>
                <c:pt idx="4745">
                  <c:v>6.0912028169014087</c:v>
                </c:pt>
                <c:pt idx="4746">
                  <c:v>6.0843647887323939</c:v>
                </c:pt>
                <c:pt idx="4747">
                  <c:v>6.0824542253521123</c:v>
                </c:pt>
                <c:pt idx="4748">
                  <c:v>6.0813985915492959</c:v>
                </c:pt>
                <c:pt idx="4749">
                  <c:v>6.0844345070422534</c:v>
                </c:pt>
                <c:pt idx="4750">
                  <c:v>6.0848612676056337</c:v>
                </c:pt>
                <c:pt idx="4751">
                  <c:v>6.0772457746478876</c:v>
                </c:pt>
                <c:pt idx="4752">
                  <c:v>6.0667441549295775</c:v>
                </c:pt>
                <c:pt idx="4753">
                  <c:v>6.0687513380281688</c:v>
                </c:pt>
                <c:pt idx="4754">
                  <c:v>6.0766042253521126</c:v>
                </c:pt>
                <c:pt idx="4755">
                  <c:v>6.0806161971830983</c:v>
                </c:pt>
                <c:pt idx="4756">
                  <c:v>6.0842915492957745</c:v>
                </c:pt>
                <c:pt idx="4757">
                  <c:v>6.0847915492957743</c:v>
                </c:pt>
                <c:pt idx="4758">
                  <c:v>6.0898739436619715</c:v>
                </c:pt>
                <c:pt idx="4759">
                  <c:v>6.0944978873239437</c:v>
                </c:pt>
                <c:pt idx="4760">
                  <c:v>6.0895126760563381</c:v>
                </c:pt>
                <c:pt idx="4761">
                  <c:v>6.0857549295774644</c:v>
                </c:pt>
                <c:pt idx="4762">
                  <c:v>6.0859056338028168</c:v>
                </c:pt>
                <c:pt idx="4763">
                  <c:v>6.0927091549295778</c:v>
                </c:pt>
                <c:pt idx="4764">
                  <c:v>6.0979901408450701</c:v>
                </c:pt>
                <c:pt idx="4765">
                  <c:v>6.1018859154929581</c:v>
                </c:pt>
                <c:pt idx="4766">
                  <c:v>6.1027464788732395</c:v>
                </c:pt>
                <c:pt idx="4767">
                  <c:v>6.0962802816901407</c:v>
                </c:pt>
                <c:pt idx="4768">
                  <c:v>6.0930401408450701</c:v>
                </c:pt>
                <c:pt idx="4769">
                  <c:v>6.0894007042253522</c:v>
                </c:pt>
                <c:pt idx="4770">
                  <c:v>6.0846584507042252</c:v>
                </c:pt>
                <c:pt idx="4771">
                  <c:v>6.0866443661971834</c:v>
                </c:pt>
                <c:pt idx="4772">
                  <c:v>6.0924077464788731</c:v>
                </c:pt>
                <c:pt idx="4773">
                  <c:v>6.0953690140845067</c:v>
                </c:pt>
                <c:pt idx="4774">
                  <c:v>6.0926464788732391</c:v>
                </c:pt>
                <c:pt idx="4775">
                  <c:v>6.0856767605633806</c:v>
                </c:pt>
                <c:pt idx="4776">
                  <c:v>6.0881246478873239</c:v>
                </c:pt>
                <c:pt idx="4777">
                  <c:v>6.0958401408450706</c:v>
                </c:pt>
                <c:pt idx="4778">
                  <c:v>6.0946267605633802</c:v>
                </c:pt>
                <c:pt idx="4779">
                  <c:v>6.0922098591549299</c:v>
                </c:pt>
                <c:pt idx="4780">
                  <c:v>6.08680985915493</c:v>
                </c:pt>
                <c:pt idx="4781">
                  <c:v>6.0885091549295778</c:v>
                </c:pt>
                <c:pt idx="4782">
                  <c:v>6.0902809859154932</c:v>
                </c:pt>
                <c:pt idx="4783">
                  <c:v>6.0925352112676059</c:v>
                </c:pt>
                <c:pt idx="4784">
                  <c:v>6.0928619718309855</c:v>
                </c:pt>
                <c:pt idx="4785">
                  <c:v>6.0922535211267608</c:v>
                </c:pt>
                <c:pt idx="4786">
                  <c:v>6.0940042253521129</c:v>
                </c:pt>
                <c:pt idx="4787">
                  <c:v>6.098954225352113</c:v>
                </c:pt>
                <c:pt idx="4788">
                  <c:v>6.0980542253521124</c:v>
                </c:pt>
                <c:pt idx="4789">
                  <c:v>6.0930767605633802</c:v>
                </c:pt>
                <c:pt idx="4790">
                  <c:v>6.0871521126760566</c:v>
                </c:pt>
                <c:pt idx="4791">
                  <c:v>6.0858352112676055</c:v>
                </c:pt>
                <c:pt idx="4792">
                  <c:v>6.0865999999999998</c:v>
                </c:pt>
                <c:pt idx="4793">
                  <c:v>6.094745070422535</c:v>
                </c:pt>
                <c:pt idx="4794">
                  <c:v>6.1044274647887322</c:v>
                </c:pt>
                <c:pt idx="4795">
                  <c:v>6.1049901408450706</c:v>
                </c:pt>
                <c:pt idx="4796">
                  <c:v>6.1040767605633803</c:v>
                </c:pt>
                <c:pt idx="4797">
                  <c:v>6.1007591549295777</c:v>
                </c:pt>
                <c:pt idx="4798">
                  <c:v>6.0951190140845073</c:v>
                </c:pt>
                <c:pt idx="4799">
                  <c:v>6.0899725352112677</c:v>
                </c:pt>
                <c:pt idx="4800">
                  <c:v>6.0893880281690143</c:v>
                </c:pt>
                <c:pt idx="4801">
                  <c:v>6.0933246478873242</c:v>
                </c:pt>
                <c:pt idx="4802">
                  <c:v>6.0937591549295771</c:v>
                </c:pt>
                <c:pt idx="4803">
                  <c:v>6.0846338028169011</c:v>
                </c:pt>
                <c:pt idx="4804">
                  <c:v>6.0790669014084511</c:v>
                </c:pt>
                <c:pt idx="4805">
                  <c:v>6.0750549295774645</c:v>
                </c:pt>
                <c:pt idx="4806">
                  <c:v>6.0746725352112678</c:v>
                </c:pt>
                <c:pt idx="4807">
                  <c:v>6.0794633802816902</c:v>
                </c:pt>
                <c:pt idx="4808">
                  <c:v>6.0832697183098592</c:v>
                </c:pt>
                <c:pt idx="4809">
                  <c:v>6.0847056338028169</c:v>
                </c:pt>
                <c:pt idx="4810">
                  <c:v>6.0843915492957743</c:v>
                </c:pt>
                <c:pt idx="4811">
                  <c:v>6.0847704225352111</c:v>
                </c:pt>
                <c:pt idx="4812">
                  <c:v>6.08296338028169</c:v>
                </c:pt>
                <c:pt idx="4813">
                  <c:v>6.0838577464788735</c:v>
                </c:pt>
                <c:pt idx="4814">
                  <c:v>6.0847042253521124</c:v>
                </c:pt>
                <c:pt idx="4815">
                  <c:v>6.0760683098591546</c:v>
                </c:pt>
                <c:pt idx="4816">
                  <c:v>6.0668976056338026</c:v>
                </c:pt>
                <c:pt idx="4817">
                  <c:v>6.0655195070422536</c:v>
                </c:pt>
                <c:pt idx="4818">
                  <c:v>6.0678419718309859</c:v>
                </c:pt>
                <c:pt idx="4819">
                  <c:v>6.0673680985915492</c:v>
                </c:pt>
                <c:pt idx="4820">
                  <c:v>6.0689642253521123</c:v>
                </c:pt>
                <c:pt idx="4821">
                  <c:v>6.0753852112676059</c:v>
                </c:pt>
                <c:pt idx="4822">
                  <c:v>6.0803457746478875</c:v>
                </c:pt>
                <c:pt idx="4823">
                  <c:v>6.0818852112676058</c:v>
                </c:pt>
                <c:pt idx="4824">
                  <c:v>6.0812457746478872</c:v>
                </c:pt>
                <c:pt idx="4825">
                  <c:v>6.0794345070422535</c:v>
                </c:pt>
                <c:pt idx="4826">
                  <c:v>6.0810126760563383</c:v>
                </c:pt>
                <c:pt idx="4827">
                  <c:v>6.0814577464788728</c:v>
                </c:pt>
                <c:pt idx="4828">
                  <c:v>6.0825084507042257</c:v>
                </c:pt>
                <c:pt idx="4829">
                  <c:v>6.0834725352112677</c:v>
                </c:pt>
                <c:pt idx="4830">
                  <c:v>6.0867436619718314</c:v>
                </c:pt>
                <c:pt idx="4831">
                  <c:v>6.0865859154929574</c:v>
                </c:pt>
                <c:pt idx="4832">
                  <c:v>6.0830464788732392</c:v>
                </c:pt>
                <c:pt idx="4833">
                  <c:v>6.0779274647887327</c:v>
                </c:pt>
                <c:pt idx="4834">
                  <c:v>6.0784098591549292</c:v>
                </c:pt>
                <c:pt idx="4835">
                  <c:v>6.0783971830985912</c:v>
                </c:pt>
                <c:pt idx="4836">
                  <c:v>6.0766154929577461</c:v>
                </c:pt>
                <c:pt idx="4837">
                  <c:v>6.0786978873239441</c:v>
                </c:pt>
                <c:pt idx="4838">
                  <c:v>6.0798401408450706</c:v>
                </c:pt>
                <c:pt idx="4839">
                  <c:v>6.0796549295774645</c:v>
                </c:pt>
                <c:pt idx="4840">
                  <c:v>6.0821091549295776</c:v>
                </c:pt>
                <c:pt idx="4841">
                  <c:v>6.080344366197183</c:v>
                </c:pt>
                <c:pt idx="4842">
                  <c:v>6.0787429577464787</c:v>
                </c:pt>
                <c:pt idx="4843">
                  <c:v>6.0769591549295772</c:v>
                </c:pt>
                <c:pt idx="4844">
                  <c:v>6.0703845774647887</c:v>
                </c:pt>
                <c:pt idx="4845">
                  <c:v>6.066172323943662</c:v>
                </c:pt>
                <c:pt idx="4846">
                  <c:v>6.0622042253521125</c:v>
                </c:pt>
                <c:pt idx="4847">
                  <c:v>6.0545478169014082</c:v>
                </c:pt>
                <c:pt idx="4848">
                  <c:v>6.049572957746479</c:v>
                </c:pt>
                <c:pt idx="4849">
                  <c:v>6.0553754929577464</c:v>
                </c:pt>
                <c:pt idx="4850">
                  <c:v>6.0700826056338029</c:v>
                </c:pt>
                <c:pt idx="4851">
                  <c:v>6.0804161971830988</c:v>
                </c:pt>
                <c:pt idx="4852">
                  <c:v>6.0873345070422538</c:v>
                </c:pt>
                <c:pt idx="4853">
                  <c:v>6.0885176056338031</c:v>
                </c:pt>
                <c:pt idx="4854">
                  <c:v>6.0846077464788735</c:v>
                </c:pt>
                <c:pt idx="4855">
                  <c:v>6.0850253521126758</c:v>
                </c:pt>
                <c:pt idx="4856">
                  <c:v>6.0872232394366197</c:v>
                </c:pt>
                <c:pt idx="4857">
                  <c:v>6.0898345070422533</c:v>
                </c:pt>
                <c:pt idx="4858">
                  <c:v>6.0949401408450701</c:v>
                </c:pt>
                <c:pt idx="4859">
                  <c:v>6.0967852112676058</c:v>
                </c:pt>
                <c:pt idx="4860">
                  <c:v>6.1029753521126757</c:v>
                </c:pt>
                <c:pt idx="4861">
                  <c:v>6.1051204225352116</c:v>
                </c:pt>
                <c:pt idx="4862">
                  <c:v>6.0966767605633807</c:v>
                </c:pt>
                <c:pt idx="4863">
                  <c:v>6.088288732394366</c:v>
                </c:pt>
                <c:pt idx="4864">
                  <c:v>6.0812521126760561</c:v>
                </c:pt>
                <c:pt idx="4865">
                  <c:v>6.0796147887323944</c:v>
                </c:pt>
                <c:pt idx="4866">
                  <c:v>6.0838838028169011</c:v>
                </c:pt>
                <c:pt idx="4867">
                  <c:v>6.0883140845070418</c:v>
                </c:pt>
                <c:pt idx="4868">
                  <c:v>6.0886570422535211</c:v>
                </c:pt>
                <c:pt idx="4869">
                  <c:v>6.0857823943661975</c:v>
                </c:pt>
                <c:pt idx="4870">
                  <c:v>6.0815401408450702</c:v>
                </c:pt>
                <c:pt idx="4871">
                  <c:v>6.082191549295775</c:v>
                </c:pt>
                <c:pt idx="4872">
                  <c:v>6.0864366197183095</c:v>
                </c:pt>
                <c:pt idx="4873">
                  <c:v>6.0902323943661969</c:v>
                </c:pt>
                <c:pt idx="4874">
                  <c:v>6.0878873239436624</c:v>
                </c:pt>
                <c:pt idx="4875">
                  <c:v>6.0840711267605636</c:v>
                </c:pt>
                <c:pt idx="4876">
                  <c:v>6.075549295774648</c:v>
                </c:pt>
                <c:pt idx="4877">
                  <c:v>6.0686390845070424</c:v>
                </c:pt>
                <c:pt idx="4878">
                  <c:v>6.0657264084507041</c:v>
                </c:pt>
                <c:pt idx="4879">
                  <c:v>6.0609373239436621</c:v>
                </c:pt>
                <c:pt idx="4880">
                  <c:v>6.06386485915493</c:v>
                </c:pt>
                <c:pt idx="4881">
                  <c:v>6.0704345070422532</c:v>
                </c:pt>
                <c:pt idx="4882">
                  <c:v>6.0764640845070419</c:v>
                </c:pt>
                <c:pt idx="4883">
                  <c:v>6.0780521126760565</c:v>
                </c:pt>
                <c:pt idx="4884">
                  <c:v>6.0804873239436619</c:v>
                </c:pt>
                <c:pt idx="4885">
                  <c:v>6.0795950704225348</c:v>
                </c:pt>
                <c:pt idx="4886">
                  <c:v>6.0769915492957747</c:v>
                </c:pt>
                <c:pt idx="4887">
                  <c:v>6.0697914788732392</c:v>
                </c:pt>
                <c:pt idx="4888">
                  <c:v>6.0638828873239436</c:v>
                </c:pt>
                <c:pt idx="4889">
                  <c:v>6.061141126760563</c:v>
                </c:pt>
                <c:pt idx="4890">
                  <c:v>6.0649389436619714</c:v>
                </c:pt>
                <c:pt idx="4891">
                  <c:v>6.0704528169014083</c:v>
                </c:pt>
                <c:pt idx="4892">
                  <c:v>6.0782084507042251</c:v>
                </c:pt>
                <c:pt idx="4893">
                  <c:v>6.0833612676056337</c:v>
                </c:pt>
                <c:pt idx="4894">
                  <c:v>6.0849542253521127</c:v>
                </c:pt>
                <c:pt idx="4895">
                  <c:v>6.0854133802816905</c:v>
                </c:pt>
                <c:pt idx="4896">
                  <c:v>6.082883098591549</c:v>
                </c:pt>
                <c:pt idx="4897">
                  <c:v>6.0809901408450706</c:v>
                </c:pt>
                <c:pt idx="4898">
                  <c:v>6.0801535211267606</c:v>
                </c:pt>
                <c:pt idx="4899">
                  <c:v>6.0763387323943663</c:v>
                </c:pt>
                <c:pt idx="4900">
                  <c:v>6.0670853521126764</c:v>
                </c:pt>
                <c:pt idx="4901">
                  <c:v>6.06135</c:v>
                </c:pt>
                <c:pt idx="4902">
                  <c:v>6.0626190140845067</c:v>
                </c:pt>
                <c:pt idx="4903">
                  <c:v>6.065290915492958</c:v>
                </c:pt>
                <c:pt idx="4904">
                  <c:v>6.0704181690140846</c:v>
                </c:pt>
                <c:pt idx="4905">
                  <c:v>6.0748197183098593</c:v>
                </c:pt>
                <c:pt idx="4906">
                  <c:v>6.0719204225352117</c:v>
                </c:pt>
                <c:pt idx="4907">
                  <c:v>6.06744514084507</c:v>
                </c:pt>
                <c:pt idx="4908">
                  <c:v>6.0675797887323943</c:v>
                </c:pt>
                <c:pt idx="4909">
                  <c:v>6.072214084507042</c:v>
                </c:pt>
                <c:pt idx="4910">
                  <c:v>6.075905633802817</c:v>
                </c:pt>
                <c:pt idx="4911">
                  <c:v>6.0740401408450708</c:v>
                </c:pt>
                <c:pt idx="4912">
                  <c:v>6.0723915492957747</c:v>
                </c:pt>
                <c:pt idx="4913">
                  <c:v>6.0708464788732392</c:v>
                </c:pt>
                <c:pt idx="4914">
                  <c:v>6.0621792253521125</c:v>
                </c:pt>
                <c:pt idx="4915">
                  <c:v>6.0545918309859159</c:v>
                </c:pt>
                <c:pt idx="4916">
                  <c:v>6.0576411267605632</c:v>
                </c:pt>
                <c:pt idx="4917">
                  <c:v>6.0620207746478876</c:v>
                </c:pt>
                <c:pt idx="4918">
                  <c:v>6.0600297887323942</c:v>
                </c:pt>
                <c:pt idx="4919">
                  <c:v>6.0528565492957744</c:v>
                </c:pt>
                <c:pt idx="4920">
                  <c:v>6.0563088028169014</c:v>
                </c:pt>
                <c:pt idx="4921">
                  <c:v>6.0591354225352116</c:v>
                </c:pt>
                <c:pt idx="4922">
                  <c:v>6.0580782394366199</c:v>
                </c:pt>
                <c:pt idx="4923">
                  <c:v>6.0616201408450703</c:v>
                </c:pt>
                <c:pt idx="4924">
                  <c:v>6.061999577464789</c:v>
                </c:pt>
                <c:pt idx="4925">
                  <c:v>6.0594287323943661</c:v>
                </c:pt>
                <c:pt idx="4926">
                  <c:v>6.0587659154929581</c:v>
                </c:pt>
                <c:pt idx="4927">
                  <c:v>6.0581819718309857</c:v>
                </c:pt>
                <c:pt idx="4928">
                  <c:v>6.058381197183099</c:v>
                </c:pt>
                <c:pt idx="4929">
                  <c:v>6.0603869718309857</c:v>
                </c:pt>
                <c:pt idx="4930">
                  <c:v>6.0652729577464788</c:v>
                </c:pt>
                <c:pt idx="4931">
                  <c:v>6.0706654929577466</c:v>
                </c:pt>
                <c:pt idx="4932">
                  <c:v>6.0727056338028165</c:v>
                </c:pt>
                <c:pt idx="4933">
                  <c:v>6.0683102816901409</c:v>
                </c:pt>
                <c:pt idx="4934">
                  <c:v>6.0666203521126763</c:v>
                </c:pt>
                <c:pt idx="4935">
                  <c:v>6.0642935211267606</c:v>
                </c:pt>
                <c:pt idx="4936">
                  <c:v>6.0624004929577469</c:v>
                </c:pt>
                <c:pt idx="4937">
                  <c:v>6.0609771126760563</c:v>
                </c:pt>
                <c:pt idx="4938">
                  <c:v>6.0619244366197185</c:v>
                </c:pt>
                <c:pt idx="4939">
                  <c:v>6.0610560563380282</c:v>
                </c:pt>
                <c:pt idx="4940">
                  <c:v>6.057595352112676</c:v>
                </c:pt>
                <c:pt idx="4941">
                  <c:v>6.0578202112676056</c:v>
                </c:pt>
                <c:pt idx="4942">
                  <c:v>6.0666260563380279</c:v>
                </c:pt>
                <c:pt idx="4943">
                  <c:v>6.0694744366197186</c:v>
                </c:pt>
                <c:pt idx="4944">
                  <c:v>6.0684452816901411</c:v>
                </c:pt>
                <c:pt idx="4945">
                  <c:v>6.0619990845070424</c:v>
                </c:pt>
                <c:pt idx="4946">
                  <c:v>6.0549213380281692</c:v>
                </c:pt>
                <c:pt idx="4947">
                  <c:v>6.0566825352112676</c:v>
                </c:pt>
                <c:pt idx="4948">
                  <c:v>6.0624427464788733</c:v>
                </c:pt>
                <c:pt idx="4949">
                  <c:v>6.066213943661972</c:v>
                </c:pt>
                <c:pt idx="4950">
                  <c:v>6.0682090845070427</c:v>
                </c:pt>
                <c:pt idx="4951">
                  <c:v>6.068385915492958</c:v>
                </c:pt>
                <c:pt idx="4952">
                  <c:v>6.0684849999999999</c:v>
                </c:pt>
                <c:pt idx="4953">
                  <c:v>6.0682934507042257</c:v>
                </c:pt>
                <c:pt idx="4954">
                  <c:v>6.062974295774648</c:v>
                </c:pt>
                <c:pt idx="4955">
                  <c:v>6.0656309154929575</c:v>
                </c:pt>
                <c:pt idx="4956">
                  <c:v>6.0716119718309862</c:v>
                </c:pt>
                <c:pt idx="4957">
                  <c:v>6.0731183098591552</c:v>
                </c:pt>
                <c:pt idx="4958">
                  <c:v>6.0757718309859152</c:v>
                </c:pt>
                <c:pt idx="4959">
                  <c:v>6.0775556338028167</c:v>
                </c:pt>
                <c:pt idx="4960">
                  <c:v>6.06983176056338</c:v>
                </c:pt>
                <c:pt idx="4961">
                  <c:v>6.0591528169014088</c:v>
                </c:pt>
                <c:pt idx="4962">
                  <c:v>6.0499577464788734</c:v>
                </c:pt>
                <c:pt idx="4963">
                  <c:v>6.0468804225352111</c:v>
                </c:pt>
                <c:pt idx="4964">
                  <c:v>6.0545892957746483</c:v>
                </c:pt>
                <c:pt idx="4965">
                  <c:v>6.0619397183098593</c:v>
                </c:pt>
                <c:pt idx="4966">
                  <c:v>6.063938591549296</c:v>
                </c:pt>
                <c:pt idx="4967">
                  <c:v>6.0597111971830984</c:v>
                </c:pt>
                <c:pt idx="4968">
                  <c:v>6.0542563380281686</c:v>
                </c:pt>
                <c:pt idx="4969">
                  <c:v>6.0546223943661968</c:v>
                </c:pt>
                <c:pt idx="4970">
                  <c:v>6.0578982394366196</c:v>
                </c:pt>
                <c:pt idx="4971">
                  <c:v>6.0565578169014085</c:v>
                </c:pt>
                <c:pt idx="4972">
                  <c:v>6.050782887323944</c:v>
                </c:pt>
                <c:pt idx="4973">
                  <c:v>6.049424014084507</c:v>
                </c:pt>
                <c:pt idx="4974">
                  <c:v>6.0580550000000004</c:v>
                </c:pt>
                <c:pt idx="4975">
                  <c:v>6.0704514084507046</c:v>
                </c:pt>
                <c:pt idx="4976">
                  <c:v>6.0758661971830987</c:v>
                </c:pt>
                <c:pt idx="4977">
                  <c:v>6.078949295774648</c:v>
                </c:pt>
                <c:pt idx="4978">
                  <c:v>6.0778901408450707</c:v>
                </c:pt>
                <c:pt idx="4979">
                  <c:v>6.0720563380281689</c:v>
                </c:pt>
                <c:pt idx="4980">
                  <c:v>6.065170704225352</c:v>
                </c:pt>
                <c:pt idx="4981">
                  <c:v>6.0569232394366201</c:v>
                </c:pt>
                <c:pt idx="4982">
                  <c:v>6.0549156338028167</c:v>
                </c:pt>
                <c:pt idx="4983">
                  <c:v>6.0596407042253517</c:v>
                </c:pt>
                <c:pt idx="4984">
                  <c:v>6.0634183802816901</c:v>
                </c:pt>
                <c:pt idx="4985">
                  <c:v>6.0634521126760568</c:v>
                </c:pt>
                <c:pt idx="4986">
                  <c:v>6.0619544366197182</c:v>
                </c:pt>
                <c:pt idx="4987">
                  <c:v>6.0638653521126757</c:v>
                </c:pt>
                <c:pt idx="4988">
                  <c:v>6.0679847887323941</c:v>
                </c:pt>
                <c:pt idx="4989">
                  <c:v>6.0678707042253519</c:v>
                </c:pt>
                <c:pt idx="4990">
                  <c:v>6.0630908450704224</c:v>
                </c:pt>
                <c:pt idx="4991">
                  <c:v>6.0659113380281688</c:v>
                </c:pt>
                <c:pt idx="4992">
                  <c:v>6.0653810563380279</c:v>
                </c:pt>
                <c:pt idx="4993">
                  <c:v>6.0619098591549294</c:v>
                </c:pt>
                <c:pt idx="4994">
                  <c:v>6.0626528169014087</c:v>
                </c:pt>
                <c:pt idx="4995">
                  <c:v>6.062444577464789</c:v>
                </c:pt>
                <c:pt idx="4996">
                  <c:v>6.0574247183098588</c:v>
                </c:pt>
                <c:pt idx="4997">
                  <c:v>6.0521852816901411</c:v>
                </c:pt>
                <c:pt idx="4998">
                  <c:v>6.05404661971831</c:v>
                </c:pt>
                <c:pt idx="4999">
                  <c:v>6.0526930985915497</c:v>
                </c:pt>
                <c:pt idx="5000">
                  <c:v>6.0500471126760562</c:v>
                </c:pt>
                <c:pt idx="5001">
                  <c:v>6.0491911267605634</c:v>
                </c:pt>
                <c:pt idx="5002">
                  <c:v>6.0492990845070427</c:v>
                </c:pt>
                <c:pt idx="5003">
                  <c:v>6.0531982394366199</c:v>
                </c:pt>
                <c:pt idx="5004">
                  <c:v>6.0555819718309856</c:v>
                </c:pt>
                <c:pt idx="5005">
                  <c:v>6.0540994366197181</c:v>
                </c:pt>
                <c:pt idx="5006">
                  <c:v>6.0510511971830985</c:v>
                </c:pt>
                <c:pt idx="5007">
                  <c:v>6.050807535211268</c:v>
                </c:pt>
                <c:pt idx="5008">
                  <c:v>6.0520380985915496</c:v>
                </c:pt>
                <c:pt idx="5009">
                  <c:v>6.0517130281690141</c:v>
                </c:pt>
                <c:pt idx="5010">
                  <c:v>6.0554637323943661</c:v>
                </c:pt>
                <c:pt idx="5011">
                  <c:v>6.062192746478873</c:v>
                </c:pt>
                <c:pt idx="5012">
                  <c:v>6.0664603521126761</c:v>
                </c:pt>
                <c:pt idx="5013">
                  <c:v>6.0670146478873237</c:v>
                </c:pt>
                <c:pt idx="5014">
                  <c:v>6.0612215492957748</c:v>
                </c:pt>
                <c:pt idx="5015">
                  <c:v>6.0617657746478875</c:v>
                </c:pt>
                <c:pt idx="5016">
                  <c:v>6.0642548591549295</c:v>
                </c:pt>
                <c:pt idx="5017">
                  <c:v>6.0630424647887322</c:v>
                </c:pt>
                <c:pt idx="5018">
                  <c:v>6.0579059859154931</c:v>
                </c:pt>
                <c:pt idx="5019">
                  <c:v>6.0575043661971835</c:v>
                </c:pt>
                <c:pt idx="5020">
                  <c:v>6.0616919014084507</c:v>
                </c:pt>
                <c:pt idx="5021">
                  <c:v>6.0658288028169016</c:v>
                </c:pt>
                <c:pt idx="5022">
                  <c:v>6.0657724647887328</c:v>
                </c:pt>
                <c:pt idx="5023">
                  <c:v>6.0710140845070422</c:v>
                </c:pt>
                <c:pt idx="5024">
                  <c:v>6.0724014084507045</c:v>
                </c:pt>
                <c:pt idx="5025">
                  <c:v>6.0678076760563382</c:v>
                </c:pt>
                <c:pt idx="5026">
                  <c:v>6.0690462676056338</c:v>
                </c:pt>
                <c:pt idx="5027">
                  <c:v>6.0703083802816904</c:v>
                </c:pt>
                <c:pt idx="5028">
                  <c:v>6.070838028169014</c:v>
                </c:pt>
                <c:pt idx="5029">
                  <c:v>6.0703920422535207</c:v>
                </c:pt>
                <c:pt idx="5030">
                  <c:v>6.0671179577464791</c:v>
                </c:pt>
                <c:pt idx="5031">
                  <c:v>6.0676546478873243</c:v>
                </c:pt>
                <c:pt idx="5032">
                  <c:v>6.0685249295774648</c:v>
                </c:pt>
                <c:pt idx="5033">
                  <c:v>6.0646680985915493</c:v>
                </c:pt>
                <c:pt idx="5034">
                  <c:v>6.0644816197183102</c:v>
                </c:pt>
                <c:pt idx="5035">
                  <c:v>6.0712676056338024</c:v>
                </c:pt>
                <c:pt idx="5036">
                  <c:v>6.0669080281690144</c:v>
                </c:pt>
                <c:pt idx="5037">
                  <c:v>6.0592194366197187</c:v>
                </c:pt>
                <c:pt idx="5038">
                  <c:v>6.0648042253521126</c:v>
                </c:pt>
                <c:pt idx="5039">
                  <c:v>6.0734859154929577</c:v>
                </c:pt>
                <c:pt idx="5040">
                  <c:v>6.0704173943661974</c:v>
                </c:pt>
                <c:pt idx="5041">
                  <c:v>6.0628478169014084</c:v>
                </c:pt>
                <c:pt idx="5042">
                  <c:v>6.06467176056338</c:v>
                </c:pt>
                <c:pt idx="5043">
                  <c:v>6.0590833802816899</c:v>
                </c:pt>
                <c:pt idx="5044">
                  <c:v>6.0519604225352115</c:v>
                </c:pt>
                <c:pt idx="5045">
                  <c:v>6.0549189436619715</c:v>
                </c:pt>
                <c:pt idx="5046">
                  <c:v>6.0648056338028171</c:v>
                </c:pt>
                <c:pt idx="5047">
                  <c:v>6.0660549295774651</c:v>
                </c:pt>
                <c:pt idx="5048">
                  <c:v>6.0631473943661973</c:v>
                </c:pt>
                <c:pt idx="5049">
                  <c:v>6.053395352112676</c:v>
                </c:pt>
                <c:pt idx="5050">
                  <c:v>6.0519371126760566</c:v>
                </c:pt>
                <c:pt idx="5051">
                  <c:v>6.0652274647887321</c:v>
                </c:pt>
                <c:pt idx="5052">
                  <c:v>6.0773767605633804</c:v>
                </c:pt>
                <c:pt idx="5053">
                  <c:v>6.0681088028169015</c:v>
                </c:pt>
                <c:pt idx="5054">
                  <c:v>6.0585935211267605</c:v>
                </c:pt>
                <c:pt idx="5055">
                  <c:v>6.0530919718309857</c:v>
                </c:pt>
                <c:pt idx="5056">
                  <c:v>6.0529638028169011</c:v>
                </c:pt>
                <c:pt idx="5057">
                  <c:v>6.0602161971830988</c:v>
                </c:pt>
                <c:pt idx="5058">
                  <c:v>6.0654077464788729</c:v>
                </c:pt>
                <c:pt idx="5059">
                  <c:v>6.0643040845070422</c:v>
                </c:pt>
                <c:pt idx="5060">
                  <c:v>6.0626152816901406</c:v>
                </c:pt>
                <c:pt idx="5061">
                  <c:v>6.0575160563380281</c:v>
                </c:pt>
                <c:pt idx="5062">
                  <c:v>6.0531430985915495</c:v>
                </c:pt>
                <c:pt idx="5063">
                  <c:v>6.0528297183098587</c:v>
                </c:pt>
                <c:pt idx="5064">
                  <c:v>6.0606715492957743</c:v>
                </c:pt>
                <c:pt idx="5065">
                  <c:v>6.0635371126760562</c:v>
                </c:pt>
                <c:pt idx="5066">
                  <c:v>6.0550492253521124</c:v>
                </c:pt>
                <c:pt idx="5067">
                  <c:v>6.0528214788732395</c:v>
                </c:pt>
                <c:pt idx="5068">
                  <c:v>6.0616016901408454</c:v>
                </c:pt>
                <c:pt idx="5069">
                  <c:v>6.0666859154929575</c:v>
                </c:pt>
                <c:pt idx="5070">
                  <c:v>6.0649230985915494</c:v>
                </c:pt>
                <c:pt idx="5071">
                  <c:v>6.066355985915493</c:v>
                </c:pt>
                <c:pt idx="5072">
                  <c:v>6.0699542957746475</c:v>
                </c:pt>
                <c:pt idx="5073">
                  <c:v>6.0701159154929574</c:v>
                </c:pt>
                <c:pt idx="5074">
                  <c:v>6.0643042253521129</c:v>
                </c:pt>
                <c:pt idx="5075">
                  <c:v>6.0632607746478877</c:v>
                </c:pt>
                <c:pt idx="5076">
                  <c:v>6.0635602112676059</c:v>
                </c:pt>
                <c:pt idx="5077">
                  <c:v>6.060857394366197</c:v>
                </c:pt>
                <c:pt idx="5078">
                  <c:v>6.0626738732394365</c:v>
                </c:pt>
                <c:pt idx="5079">
                  <c:v>6.0668192253521127</c:v>
                </c:pt>
                <c:pt idx="5080">
                  <c:v>6.0687248591549299</c:v>
                </c:pt>
                <c:pt idx="5081">
                  <c:v>6.0709760563380284</c:v>
                </c:pt>
                <c:pt idx="5082">
                  <c:v>6.0661619718309856</c:v>
                </c:pt>
                <c:pt idx="5083">
                  <c:v>6.0586965492957745</c:v>
                </c:pt>
                <c:pt idx="5084">
                  <c:v>6.0561545070422538</c:v>
                </c:pt>
                <c:pt idx="5085">
                  <c:v>6.0518908450704227</c:v>
                </c:pt>
                <c:pt idx="5086">
                  <c:v>6.0521084507042255</c:v>
                </c:pt>
                <c:pt idx="5087">
                  <c:v>6.0545941549295774</c:v>
                </c:pt>
                <c:pt idx="5088">
                  <c:v>6.0623181690140848</c:v>
                </c:pt>
                <c:pt idx="5089">
                  <c:v>6.0692683802816898</c:v>
                </c:pt>
                <c:pt idx="5090">
                  <c:v>6.0809852112676053</c:v>
                </c:pt>
                <c:pt idx="5091">
                  <c:v>6.0851866197183098</c:v>
                </c:pt>
                <c:pt idx="5092">
                  <c:v>6.078769718309859</c:v>
                </c:pt>
                <c:pt idx="5093">
                  <c:v>6.0733845070422534</c:v>
                </c:pt>
                <c:pt idx="5094">
                  <c:v>6.0669822535211271</c:v>
                </c:pt>
                <c:pt idx="5095">
                  <c:v>6.0644590140845072</c:v>
                </c:pt>
                <c:pt idx="5096">
                  <c:v>6.0660523239436621</c:v>
                </c:pt>
                <c:pt idx="5097">
                  <c:v>6.0719760563380278</c:v>
                </c:pt>
                <c:pt idx="5098">
                  <c:v>6.0761105633802819</c:v>
                </c:pt>
                <c:pt idx="5099">
                  <c:v>6.075735211267606</c:v>
                </c:pt>
                <c:pt idx="5100">
                  <c:v>6.0708654929577461</c:v>
                </c:pt>
                <c:pt idx="5101">
                  <c:v>6.068692957746479</c:v>
                </c:pt>
                <c:pt idx="5102">
                  <c:v>6.0681359859154931</c:v>
                </c:pt>
                <c:pt idx="5103">
                  <c:v>6.0631254225352116</c:v>
                </c:pt>
                <c:pt idx="5104">
                  <c:v>6.0589599999999999</c:v>
                </c:pt>
                <c:pt idx="5105">
                  <c:v>6.0642718309859154</c:v>
                </c:pt>
                <c:pt idx="5106">
                  <c:v>6.0719035211267602</c:v>
                </c:pt>
                <c:pt idx="5107">
                  <c:v>6.073667605633803</c:v>
                </c:pt>
                <c:pt idx="5108">
                  <c:v>6.0688194366197186</c:v>
                </c:pt>
                <c:pt idx="5109">
                  <c:v>6.0692796478873241</c:v>
                </c:pt>
                <c:pt idx="5110">
                  <c:v>6.0758725352112677</c:v>
                </c:pt>
                <c:pt idx="5111">
                  <c:v>6.0769830985915494</c:v>
                </c:pt>
                <c:pt idx="5112">
                  <c:v>6.0709295774647885</c:v>
                </c:pt>
                <c:pt idx="5113">
                  <c:v>6.062448098591549</c:v>
                </c:pt>
                <c:pt idx="5114">
                  <c:v>6.0561657746478872</c:v>
                </c:pt>
                <c:pt idx="5115">
                  <c:v>6.0555317605633805</c:v>
                </c:pt>
                <c:pt idx="5116">
                  <c:v>6.0564041549295773</c:v>
                </c:pt>
                <c:pt idx="5117">
                  <c:v>6.0603423239436616</c:v>
                </c:pt>
                <c:pt idx="5118">
                  <c:v>6.0688395070422532</c:v>
                </c:pt>
                <c:pt idx="5119">
                  <c:v>6.0729140845070422</c:v>
                </c:pt>
                <c:pt idx="5120">
                  <c:v>6.0667745070422532</c:v>
                </c:pt>
                <c:pt idx="5121">
                  <c:v>6.0610358450704229</c:v>
                </c:pt>
                <c:pt idx="5122">
                  <c:v>6.0610142957746476</c:v>
                </c:pt>
                <c:pt idx="5123">
                  <c:v>6.0657552816901408</c:v>
                </c:pt>
                <c:pt idx="5124">
                  <c:v>6.0659776056338028</c:v>
                </c:pt>
                <c:pt idx="5125">
                  <c:v>6.0670763380281691</c:v>
                </c:pt>
                <c:pt idx="5126">
                  <c:v>6.0709683098591549</c:v>
                </c:pt>
                <c:pt idx="5127">
                  <c:v>6.0741338028169016</c:v>
                </c:pt>
                <c:pt idx="5128">
                  <c:v>6.0774830985915491</c:v>
                </c:pt>
                <c:pt idx="5129">
                  <c:v>6.0800626760563379</c:v>
                </c:pt>
                <c:pt idx="5130">
                  <c:v>6.0815859154929575</c:v>
                </c:pt>
                <c:pt idx="5131">
                  <c:v>6.078143661971831</c:v>
                </c:pt>
                <c:pt idx="5132">
                  <c:v>6.0725492957746479</c:v>
                </c:pt>
                <c:pt idx="5133">
                  <c:v>6.07262323943662</c:v>
                </c:pt>
                <c:pt idx="5134">
                  <c:v>6.0731746478873241</c:v>
                </c:pt>
                <c:pt idx="5135">
                  <c:v>6.0695302816901409</c:v>
                </c:pt>
                <c:pt idx="5136">
                  <c:v>6.0658086619718308</c:v>
                </c:pt>
                <c:pt idx="5137">
                  <c:v>6.0675999295774652</c:v>
                </c:pt>
                <c:pt idx="5138">
                  <c:v>6.0675709859154932</c:v>
                </c:pt>
                <c:pt idx="5139">
                  <c:v>6.0671290845070427</c:v>
                </c:pt>
                <c:pt idx="5140">
                  <c:v>6.0720295774647886</c:v>
                </c:pt>
                <c:pt idx="5141">
                  <c:v>6.0792000000000002</c:v>
                </c:pt>
                <c:pt idx="5142">
                  <c:v>6.0791330985915497</c:v>
                </c:pt>
                <c:pt idx="5143">
                  <c:v>6.0813612676056339</c:v>
                </c:pt>
                <c:pt idx="5144">
                  <c:v>6.0871211267605636</c:v>
                </c:pt>
                <c:pt idx="5145">
                  <c:v>6.0964781690140848</c:v>
                </c:pt>
                <c:pt idx="5146">
                  <c:v>6.0959964788732393</c:v>
                </c:pt>
                <c:pt idx="5147">
                  <c:v>6.0858035211267607</c:v>
                </c:pt>
                <c:pt idx="5148">
                  <c:v>6.0790232394366193</c:v>
                </c:pt>
                <c:pt idx="5149">
                  <c:v>6.0714549295774649</c:v>
                </c:pt>
                <c:pt idx="5150">
                  <c:v>6.0760507042253522</c:v>
                </c:pt>
                <c:pt idx="5151">
                  <c:v>6.0797112676056342</c:v>
                </c:pt>
                <c:pt idx="5152">
                  <c:v>6.0783239436619718</c:v>
                </c:pt>
                <c:pt idx="5153">
                  <c:v>6.0786450704225352</c:v>
                </c:pt>
                <c:pt idx="5154">
                  <c:v>6.0735739436619722</c:v>
                </c:pt>
                <c:pt idx="5155">
                  <c:v>6.0698662676056339</c:v>
                </c:pt>
                <c:pt idx="5156">
                  <c:v>6.0675150704225356</c:v>
                </c:pt>
                <c:pt idx="5157">
                  <c:v>6.0633522535211268</c:v>
                </c:pt>
                <c:pt idx="5158">
                  <c:v>6.0579543661971833</c:v>
                </c:pt>
                <c:pt idx="5159">
                  <c:v>6.054989788732394</c:v>
                </c:pt>
                <c:pt idx="5160">
                  <c:v>6.0577499295774651</c:v>
                </c:pt>
                <c:pt idx="5161">
                  <c:v>6.0668428873239435</c:v>
                </c:pt>
                <c:pt idx="5162">
                  <c:v>6.070453521126761</c:v>
                </c:pt>
                <c:pt idx="5163">
                  <c:v>6.0667627464788731</c:v>
                </c:pt>
                <c:pt idx="5164">
                  <c:v>6.0674790845070419</c:v>
                </c:pt>
                <c:pt idx="5165">
                  <c:v>6.0660457042253517</c:v>
                </c:pt>
                <c:pt idx="5166">
                  <c:v>6.0627537323943663</c:v>
                </c:pt>
                <c:pt idx="5167">
                  <c:v>6.0660319014084507</c:v>
                </c:pt>
                <c:pt idx="5168">
                  <c:v>6.0675350000000003</c:v>
                </c:pt>
                <c:pt idx="5169">
                  <c:v>6.0698409859154934</c:v>
                </c:pt>
                <c:pt idx="5170">
                  <c:v>6.0704661971830989</c:v>
                </c:pt>
                <c:pt idx="5171">
                  <c:v>6.0640071830985915</c:v>
                </c:pt>
                <c:pt idx="5172">
                  <c:v>6.0614907746478872</c:v>
                </c:pt>
                <c:pt idx="5173">
                  <c:v>6.0689699295774648</c:v>
                </c:pt>
                <c:pt idx="5174">
                  <c:v>6.0806985915492957</c:v>
                </c:pt>
                <c:pt idx="5175">
                  <c:v>6.0813605633802821</c:v>
                </c:pt>
                <c:pt idx="5176">
                  <c:v>6.0805161971830985</c:v>
                </c:pt>
                <c:pt idx="5177">
                  <c:v>6.0804119718309861</c:v>
                </c:pt>
                <c:pt idx="5178">
                  <c:v>6.0759816901408454</c:v>
                </c:pt>
                <c:pt idx="5179">
                  <c:v>6.0687630281690144</c:v>
                </c:pt>
                <c:pt idx="5180">
                  <c:v>6.0742464788732393</c:v>
                </c:pt>
                <c:pt idx="5181">
                  <c:v>6.0739521126760563</c:v>
                </c:pt>
                <c:pt idx="5182">
                  <c:v>6.0705147887323943</c:v>
                </c:pt>
                <c:pt idx="5183">
                  <c:v>6.071324647887324</c:v>
                </c:pt>
                <c:pt idx="5184">
                  <c:v>6.0676509859154928</c:v>
                </c:pt>
                <c:pt idx="5185">
                  <c:v>6.0635019014084506</c:v>
                </c:pt>
                <c:pt idx="5186">
                  <c:v>6.0590328873239434</c:v>
                </c:pt>
                <c:pt idx="5187">
                  <c:v>6.0559257746478874</c:v>
                </c:pt>
                <c:pt idx="5188">
                  <c:v>6.0539313380281694</c:v>
                </c:pt>
                <c:pt idx="5189">
                  <c:v>6.0530112676056342</c:v>
                </c:pt>
                <c:pt idx="5190">
                  <c:v>6.0556534507042254</c:v>
                </c:pt>
                <c:pt idx="5191">
                  <c:v>6.0611709154929576</c:v>
                </c:pt>
                <c:pt idx="5192">
                  <c:v>6.066159436619718</c:v>
                </c:pt>
                <c:pt idx="5193">
                  <c:v>6.0669240845070425</c:v>
                </c:pt>
                <c:pt idx="5194">
                  <c:v>6.0685971830985919</c:v>
                </c:pt>
                <c:pt idx="5195">
                  <c:v>6.0716401408450702</c:v>
                </c:pt>
                <c:pt idx="5196">
                  <c:v>6.0732683098591549</c:v>
                </c:pt>
                <c:pt idx="5197">
                  <c:v>6.0697959154929579</c:v>
                </c:pt>
                <c:pt idx="5198">
                  <c:v>6.061547676056338</c:v>
                </c:pt>
                <c:pt idx="5199">
                  <c:v>6.062163450704225</c:v>
                </c:pt>
                <c:pt idx="5200">
                  <c:v>6.0711359154929578</c:v>
                </c:pt>
                <c:pt idx="5201">
                  <c:v>6.0765584507042254</c:v>
                </c:pt>
                <c:pt idx="5202">
                  <c:v>6.0797809859154928</c:v>
                </c:pt>
                <c:pt idx="5203">
                  <c:v>6.0807119718309863</c:v>
                </c:pt>
                <c:pt idx="5204">
                  <c:v>6.0751352112676056</c:v>
                </c:pt>
                <c:pt idx="5205">
                  <c:v>6.0675052816901411</c:v>
                </c:pt>
                <c:pt idx="5206">
                  <c:v>6.0634676056338028</c:v>
                </c:pt>
                <c:pt idx="5207">
                  <c:v>6.0616390140845073</c:v>
                </c:pt>
                <c:pt idx="5208">
                  <c:v>6.0610058450704223</c:v>
                </c:pt>
                <c:pt idx="5209">
                  <c:v>6.0647004225352115</c:v>
                </c:pt>
                <c:pt idx="5210">
                  <c:v>6.0687527464788733</c:v>
                </c:pt>
                <c:pt idx="5211">
                  <c:v>6.0685553521126758</c:v>
                </c:pt>
                <c:pt idx="5212">
                  <c:v>6.0648223239436616</c:v>
                </c:pt>
                <c:pt idx="5213">
                  <c:v>6.0609318309859157</c:v>
                </c:pt>
                <c:pt idx="5214">
                  <c:v>6.0656311267605636</c:v>
                </c:pt>
                <c:pt idx="5215">
                  <c:v>6.0731014084507038</c:v>
                </c:pt>
                <c:pt idx="5216">
                  <c:v>6.0828492957746478</c:v>
                </c:pt>
                <c:pt idx="5217">
                  <c:v>6.0862288732394365</c:v>
                </c:pt>
                <c:pt idx="5218">
                  <c:v>6.0811816901408449</c:v>
                </c:pt>
                <c:pt idx="5219">
                  <c:v>6.0743767605633803</c:v>
                </c:pt>
                <c:pt idx="5220">
                  <c:v>6.0644359859154928</c:v>
                </c:pt>
                <c:pt idx="5221">
                  <c:v>6.06335676056338</c:v>
                </c:pt>
                <c:pt idx="5222">
                  <c:v>6.0657571126760566</c:v>
                </c:pt>
                <c:pt idx="5223">
                  <c:v>6.0623375352112676</c:v>
                </c:pt>
                <c:pt idx="5224">
                  <c:v>6.0638002816901411</c:v>
                </c:pt>
                <c:pt idx="5225">
                  <c:v>6.0722316901408453</c:v>
                </c:pt>
                <c:pt idx="5226">
                  <c:v>6.0825147887323947</c:v>
                </c:pt>
                <c:pt idx="5227">
                  <c:v>6.0893788732394363</c:v>
                </c:pt>
                <c:pt idx="5228">
                  <c:v>6.0903521126760563</c:v>
                </c:pt>
                <c:pt idx="5229">
                  <c:v>6.0867211267605636</c:v>
                </c:pt>
                <c:pt idx="5230">
                  <c:v>6.0822880281690139</c:v>
                </c:pt>
                <c:pt idx="5231">
                  <c:v>6.0813788732394363</c:v>
                </c:pt>
                <c:pt idx="5232">
                  <c:v>6.0851845070422534</c:v>
                </c:pt>
                <c:pt idx="5233">
                  <c:v>6.0907211267605632</c:v>
                </c:pt>
                <c:pt idx="5234">
                  <c:v>6.0904478873239434</c:v>
                </c:pt>
                <c:pt idx="5235">
                  <c:v>6.0854746478873238</c:v>
                </c:pt>
                <c:pt idx="5236">
                  <c:v>6.075341549295775</c:v>
                </c:pt>
                <c:pt idx="5237">
                  <c:v>6.0745070422535212</c:v>
                </c:pt>
                <c:pt idx="5238">
                  <c:v>6.0732161971830987</c:v>
                </c:pt>
                <c:pt idx="5239">
                  <c:v>6.0685785211267609</c:v>
                </c:pt>
                <c:pt idx="5240">
                  <c:v>6.0681358450704224</c:v>
                </c:pt>
                <c:pt idx="5241">
                  <c:v>6.0703830985915497</c:v>
                </c:pt>
                <c:pt idx="5242">
                  <c:v>6.0709830985915492</c:v>
                </c:pt>
                <c:pt idx="5243">
                  <c:v>6.0670884507042251</c:v>
                </c:pt>
                <c:pt idx="5244">
                  <c:v>6.0693176056338025</c:v>
                </c:pt>
                <c:pt idx="5245">
                  <c:v>6.0739661971830987</c:v>
                </c:pt>
                <c:pt idx="5246">
                  <c:v>6.072678873239437</c:v>
                </c:pt>
                <c:pt idx="5247">
                  <c:v>6.0672130985915489</c:v>
                </c:pt>
                <c:pt idx="5248">
                  <c:v>6.0675069718309862</c:v>
                </c:pt>
                <c:pt idx="5249">
                  <c:v>6.0757401408450704</c:v>
                </c:pt>
                <c:pt idx="5250">
                  <c:v>6.0761725352112679</c:v>
                </c:pt>
                <c:pt idx="5251">
                  <c:v>6.0722661971830982</c:v>
                </c:pt>
                <c:pt idx="5252">
                  <c:v>6.0742915492957748</c:v>
                </c:pt>
                <c:pt idx="5253">
                  <c:v>6.0784584507042254</c:v>
                </c:pt>
                <c:pt idx="5254">
                  <c:v>6.0792070422535209</c:v>
                </c:pt>
                <c:pt idx="5255">
                  <c:v>6.0770499999999998</c:v>
                </c:pt>
                <c:pt idx="5256">
                  <c:v>6.081649295774648</c:v>
                </c:pt>
                <c:pt idx="5257">
                  <c:v>6.0843964788732396</c:v>
                </c:pt>
                <c:pt idx="5258">
                  <c:v>6.0771232394366201</c:v>
                </c:pt>
                <c:pt idx="5259">
                  <c:v>6.0753718309859153</c:v>
                </c:pt>
                <c:pt idx="5260">
                  <c:v>6.076237323943662</c:v>
                </c:pt>
                <c:pt idx="5261">
                  <c:v>6.0848577464788729</c:v>
                </c:pt>
                <c:pt idx="5262">
                  <c:v>6.0865661971830987</c:v>
                </c:pt>
                <c:pt idx="5263">
                  <c:v>6.07819014084507</c:v>
                </c:pt>
                <c:pt idx="5264">
                  <c:v>6.0763091549295778</c:v>
                </c:pt>
                <c:pt idx="5265">
                  <c:v>6.0814577464788728</c:v>
                </c:pt>
                <c:pt idx="5266">
                  <c:v>6.0846760563380284</c:v>
                </c:pt>
                <c:pt idx="5267">
                  <c:v>6.0853021126760565</c:v>
                </c:pt>
                <c:pt idx="5268">
                  <c:v>6.0847422535211271</c:v>
                </c:pt>
                <c:pt idx="5269">
                  <c:v>6.0839443661971835</c:v>
                </c:pt>
                <c:pt idx="5270">
                  <c:v>6.0884260563380286</c:v>
                </c:pt>
                <c:pt idx="5271">
                  <c:v>6.0892577464788733</c:v>
                </c:pt>
                <c:pt idx="5272">
                  <c:v>6.0904697183098593</c:v>
                </c:pt>
                <c:pt idx="5273">
                  <c:v>6.0947718309859154</c:v>
                </c:pt>
                <c:pt idx="5274">
                  <c:v>6.088592253521127</c:v>
                </c:pt>
                <c:pt idx="5275">
                  <c:v>6.0844753521126762</c:v>
                </c:pt>
                <c:pt idx="5276">
                  <c:v>6.0809647887323948</c:v>
                </c:pt>
                <c:pt idx="5277">
                  <c:v>6.0783098591549294</c:v>
                </c:pt>
                <c:pt idx="5278">
                  <c:v>6.0776359154929578</c:v>
                </c:pt>
                <c:pt idx="5279">
                  <c:v>6.0793654929577468</c:v>
                </c:pt>
                <c:pt idx="5280">
                  <c:v>6.0783922535211268</c:v>
                </c:pt>
                <c:pt idx="5281">
                  <c:v>6.0774669014084504</c:v>
                </c:pt>
                <c:pt idx="5282">
                  <c:v>6.0769422535211266</c:v>
                </c:pt>
                <c:pt idx="5283">
                  <c:v>6.0716591549295771</c:v>
                </c:pt>
                <c:pt idx="5284">
                  <c:v>6.075480985915493</c:v>
                </c:pt>
                <c:pt idx="5285">
                  <c:v>6.0804338028169012</c:v>
                </c:pt>
                <c:pt idx="5286">
                  <c:v>6.08022323943662</c:v>
                </c:pt>
                <c:pt idx="5287">
                  <c:v>6.0806246478873236</c:v>
                </c:pt>
                <c:pt idx="5288">
                  <c:v>6.081906338028169</c:v>
                </c:pt>
                <c:pt idx="5289">
                  <c:v>6.0913183098591546</c:v>
                </c:pt>
                <c:pt idx="5290">
                  <c:v>6.0968676056338031</c:v>
                </c:pt>
                <c:pt idx="5291">
                  <c:v>6.0978549295774647</c:v>
                </c:pt>
                <c:pt idx="5292">
                  <c:v>6.0955380281690141</c:v>
                </c:pt>
                <c:pt idx="5293">
                  <c:v>6.0946253521126756</c:v>
                </c:pt>
                <c:pt idx="5294">
                  <c:v>6.0881633802816904</c:v>
                </c:pt>
                <c:pt idx="5295">
                  <c:v>6.0811035211267601</c:v>
                </c:pt>
                <c:pt idx="5296">
                  <c:v>6.0834169014084507</c:v>
                </c:pt>
                <c:pt idx="5297">
                  <c:v>6.0866492957746479</c:v>
                </c:pt>
                <c:pt idx="5298">
                  <c:v>6.087504225352113</c:v>
                </c:pt>
                <c:pt idx="5299">
                  <c:v>6.092752112676056</c:v>
                </c:pt>
                <c:pt idx="5300">
                  <c:v>6.0956915492957746</c:v>
                </c:pt>
                <c:pt idx="5301">
                  <c:v>6.095528873239437</c:v>
                </c:pt>
                <c:pt idx="5302">
                  <c:v>6.0997380281690141</c:v>
                </c:pt>
                <c:pt idx="5303">
                  <c:v>6.100838732394366</c:v>
                </c:pt>
                <c:pt idx="5304">
                  <c:v>6.1022457746478871</c:v>
                </c:pt>
                <c:pt idx="5305">
                  <c:v>6.1127507042253519</c:v>
                </c:pt>
                <c:pt idx="5306">
                  <c:v>6.1086028169014082</c:v>
                </c:pt>
                <c:pt idx="5307">
                  <c:v>6.0956922535211264</c:v>
                </c:pt>
                <c:pt idx="5308">
                  <c:v>6.091480985915493</c:v>
                </c:pt>
                <c:pt idx="5309">
                  <c:v>6.091549295774648</c:v>
                </c:pt>
                <c:pt idx="5310">
                  <c:v>6.0899133802816898</c:v>
                </c:pt>
                <c:pt idx="5311">
                  <c:v>6.0855612676056339</c:v>
                </c:pt>
                <c:pt idx="5312">
                  <c:v>6.0861492957746481</c:v>
                </c:pt>
                <c:pt idx="5313">
                  <c:v>6.090591549295775</c:v>
                </c:pt>
                <c:pt idx="5314">
                  <c:v>6.0955894366197185</c:v>
                </c:pt>
                <c:pt idx="5315">
                  <c:v>6.0948591549295772</c:v>
                </c:pt>
                <c:pt idx="5316">
                  <c:v>6.0967274647887324</c:v>
                </c:pt>
                <c:pt idx="5317">
                  <c:v>6.1002408450704229</c:v>
                </c:pt>
                <c:pt idx="5318">
                  <c:v>6.1015711267605637</c:v>
                </c:pt>
                <c:pt idx="5319">
                  <c:v>6.1063739436619722</c:v>
                </c:pt>
                <c:pt idx="5320">
                  <c:v>6.1001795774647887</c:v>
                </c:pt>
                <c:pt idx="5321">
                  <c:v>6.0936457746478876</c:v>
                </c:pt>
                <c:pt idx="5322">
                  <c:v>6.0906274647887324</c:v>
                </c:pt>
                <c:pt idx="5323">
                  <c:v>6.0844929577464786</c:v>
                </c:pt>
                <c:pt idx="5324">
                  <c:v>6.0799176056338027</c:v>
                </c:pt>
                <c:pt idx="5325">
                  <c:v>6.0836908450704223</c:v>
                </c:pt>
                <c:pt idx="5326">
                  <c:v>6.0962598591549293</c:v>
                </c:pt>
                <c:pt idx="5327">
                  <c:v>6.1030415492957744</c:v>
                </c:pt>
                <c:pt idx="5328">
                  <c:v>6.0986915492957747</c:v>
                </c:pt>
                <c:pt idx="5329">
                  <c:v>6.0983239436619723</c:v>
                </c:pt>
                <c:pt idx="5330">
                  <c:v>6.0941936619718309</c:v>
                </c:pt>
                <c:pt idx="5331">
                  <c:v>6.0916605633802821</c:v>
                </c:pt>
                <c:pt idx="5332">
                  <c:v>6.0898781690140842</c:v>
                </c:pt>
                <c:pt idx="5333">
                  <c:v>6.0942542253521124</c:v>
                </c:pt>
                <c:pt idx="5334">
                  <c:v>6.0964105633802816</c:v>
                </c:pt>
                <c:pt idx="5335">
                  <c:v>6.0947091549295775</c:v>
                </c:pt>
                <c:pt idx="5336">
                  <c:v>6.0893612676056339</c:v>
                </c:pt>
                <c:pt idx="5337">
                  <c:v>6.0782725352112674</c:v>
                </c:pt>
                <c:pt idx="5338">
                  <c:v>6.0668761267605635</c:v>
                </c:pt>
                <c:pt idx="5339">
                  <c:v>6.0640646478873244</c:v>
                </c:pt>
                <c:pt idx="5340">
                  <c:v>6.0721352112676055</c:v>
                </c:pt>
                <c:pt idx="5341">
                  <c:v>6.0831373239436619</c:v>
                </c:pt>
                <c:pt idx="5342">
                  <c:v>6.0852619718309855</c:v>
                </c:pt>
                <c:pt idx="5343">
                  <c:v>6.0874007042253524</c:v>
                </c:pt>
                <c:pt idx="5344">
                  <c:v>6.0883014084507039</c:v>
                </c:pt>
                <c:pt idx="5345">
                  <c:v>6.0875809859154932</c:v>
                </c:pt>
                <c:pt idx="5346">
                  <c:v>6.0906366197183095</c:v>
                </c:pt>
                <c:pt idx="5347">
                  <c:v>6.0952633802816898</c:v>
                </c:pt>
                <c:pt idx="5348">
                  <c:v>6.0954056338028169</c:v>
                </c:pt>
                <c:pt idx="5349">
                  <c:v>6.0861035211267609</c:v>
                </c:pt>
                <c:pt idx="5350">
                  <c:v>6.0844042253521131</c:v>
                </c:pt>
                <c:pt idx="5351">
                  <c:v>6.0892697183098594</c:v>
                </c:pt>
                <c:pt idx="5352">
                  <c:v>6.0868056338028165</c:v>
                </c:pt>
                <c:pt idx="5353">
                  <c:v>6.0842725352112677</c:v>
                </c:pt>
                <c:pt idx="5354">
                  <c:v>6.085811971830986</c:v>
                </c:pt>
                <c:pt idx="5355">
                  <c:v>6.0900112676056342</c:v>
                </c:pt>
                <c:pt idx="5356">
                  <c:v>6.0948049295774647</c:v>
                </c:pt>
                <c:pt idx="5357">
                  <c:v>6.0987711267605631</c:v>
                </c:pt>
                <c:pt idx="5358">
                  <c:v>6.093920422535211</c:v>
                </c:pt>
                <c:pt idx="5359">
                  <c:v>6.0903471830985918</c:v>
                </c:pt>
                <c:pt idx="5360">
                  <c:v>6.090430281690141</c:v>
                </c:pt>
                <c:pt idx="5361">
                  <c:v>6.0852345070422533</c:v>
                </c:pt>
                <c:pt idx="5362">
                  <c:v>6.0862154929577468</c:v>
                </c:pt>
                <c:pt idx="5363">
                  <c:v>6.0899612676056334</c:v>
                </c:pt>
                <c:pt idx="5364">
                  <c:v>6.0965478873239434</c:v>
                </c:pt>
                <c:pt idx="5365">
                  <c:v>6.094924647887324</c:v>
                </c:pt>
                <c:pt idx="5366">
                  <c:v>6.0839288732394365</c:v>
                </c:pt>
                <c:pt idx="5367">
                  <c:v>6.0778760563380283</c:v>
                </c:pt>
                <c:pt idx="5368">
                  <c:v>6.077966901408451</c:v>
                </c:pt>
                <c:pt idx="5369">
                  <c:v>6.0778992957746478</c:v>
                </c:pt>
                <c:pt idx="5370">
                  <c:v>6.0775154929577466</c:v>
                </c:pt>
                <c:pt idx="5371">
                  <c:v>6.0805133802816904</c:v>
                </c:pt>
                <c:pt idx="5372">
                  <c:v>6.0821309859154926</c:v>
                </c:pt>
                <c:pt idx="5373">
                  <c:v>6.0819267605633804</c:v>
                </c:pt>
                <c:pt idx="5374">
                  <c:v>6.0856380281690141</c:v>
                </c:pt>
                <c:pt idx="5375">
                  <c:v>6.0838992957746481</c:v>
                </c:pt>
                <c:pt idx="5376">
                  <c:v>6.0761725352112679</c:v>
                </c:pt>
                <c:pt idx="5377">
                  <c:v>6.0742669014084507</c:v>
                </c:pt>
                <c:pt idx="5378">
                  <c:v>6.0769577464788735</c:v>
                </c:pt>
                <c:pt idx="5379">
                  <c:v>6.079705633802817</c:v>
                </c:pt>
                <c:pt idx="5380">
                  <c:v>6.0794077464788732</c:v>
                </c:pt>
                <c:pt idx="5381">
                  <c:v>6.0838330985915494</c:v>
                </c:pt>
                <c:pt idx="5382">
                  <c:v>6.0894521126760566</c:v>
                </c:pt>
                <c:pt idx="5383">
                  <c:v>6.0886021126760568</c:v>
                </c:pt>
                <c:pt idx="5384">
                  <c:v>6.0883978873239437</c:v>
                </c:pt>
                <c:pt idx="5385">
                  <c:v>6.0883528169014083</c:v>
                </c:pt>
                <c:pt idx="5386">
                  <c:v>6.0893725352112673</c:v>
                </c:pt>
                <c:pt idx="5387">
                  <c:v>6.0918274647887323</c:v>
                </c:pt>
                <c:pt idx="5388">
                  <c:v>6.1013619718309862</c:v>
                </c:pt>
                <c:pt idx="5389">
                  <c:v>6.1009204225352116</c:v>
                </c:pt>
                <c:pt idx="5390">
                  <c:v>6.0972316901408448</c:v>
                </c:pt>
                <c:pt idx="5391">
                  <c:v>6.0919690140845066</c:v>
                </c:pt>
                <c:pt idx="5392">
                  <c:v>6.0887943661971828</c:v>
                </c:pt>
                <c:pt idx="5393">
                  <c:v>6.0907302816901412</c:v>
                </c:pt>
                <c:pt idx="5394">
                  <c:v>6.0959422535211267</c:v>
                </c:pt>
                <c:pt idx="5395">
                  <c:v>6.0973302816901409</c:v>
                </c:pt>
                <c:pt idx="5396">
                  <c:v>6.0933922535211265</c:v>
                </c:pt>
                <c:pt idx="5397">
                  <c:v>6.0857859154929574</c:v>
                </c:pt>
                <c:pt idx="5398">
                  <c:v>6.0874873239436615</c:v>
                </c:pt>
                <c:pt idx="5399">
                  <c:v>6.094230281690141</c:v>
                </c:pt>
                <c:pt idx="5400">
                  <c:v>6.0926077464788735</c:v>
                </c:pt>
                <c:pt idx="5401">
                  <c:v>6.0907964788732398</c:v>
                </c:pt>
                <c:pt idx="5402">
                  <c:v>6.090312676056338</c:v>
                </c:pt>
                <c:pt idx="5403">
                  <c:v>6.083880985915493</c:v>
                </c:pt>
                <c:pt idx="5404">
                  <c:v>6.0780697183098589</c:v>
                </c:pt>
                <c:pt idx="5405">
                  <c:v>6.0815859154929575</c:v>
                </c:pt>
                <c:pt idx="5406">
                  <c:v>6.0858971830985915</c:v>
                </c:pt>
                <c:pt idx="5407">
                  <c:v>6.0860647887323944</c:v>
                </c:pt>
                <c:pt idx="5408">
                  <c:v>6.0876774647887322</c:v>
                </c:pt>
                <c:pt idx="5409">
                  <c:v>6.0896612676056341</c:v>
                </c:pt>
                <c:pt idx="5410">
                  <c:v>6.0894732394366198</c:v>
                </c:pt>
                <c:pt idx="5411">
                  <c:v>6.0852366197183096</c:v>
                </c:pt>
                <c:pt idx="5412">
                  <c:v>6.0893070422535214</c:v>
                </c:pt>
                <c:pt idx="5413">
                  <c:v>6.0936140845070419</c:v>
                </c:pt>
                <c:pt idx="5414">
                  <c:v>6.095966197183099</c:v>
                </c:pt>
                <c:pt idx="5415">
                  <c:v>6.0963584507042254</c:v>
                </c:pt>
                <c:pt idx="5416">
                  <c:v>6.0928211267605636</c:v>
                </c:pt>
                <c:pt idx="5417">
                  <c:v>6.0960887323943664</c:v>
                </c:pt>
                <c:pt idx="5418">
                  <c:v>6.102654929577465</c:v>
                </c:pt>
                <c:pt idx="5419">
                  <c:v>6.1074992957746481</c:v>
                </c:pt>
                <c:pt idx="5420">
                  <c:v>6.1050098591549293</c:v>
                </c:pt>
                <c:pt idx="5421">
                  <c:v>6.1075021126760562</c:v>
                </c:pt>
                <c:pt idx="5422">
                  <c:v>6.1071415492957746</c:v>
                </c:pt>
                <c:pt idx="5423">
                  <c:v>6.1037309859154929</c:v>
                </c:pt>
                <c:pt idx="5424">
                  <c:v>6.1104760563380278</c:v>
                </c:pt>
                <c:pt idx="5425">
                  <c:v>6.1121345070422537</c:v>
                </c:pt>
                <c:pt idx="5426">
                  <c:v>6.1070661971830988</c:v>
                </c:pt>
                <c:pt idx="5427">
                  <c:v>6.098985211267606</c:v>
                </c:pt>
                <c:pt idx="5428">
                  <c:v>6.0896992957746479</c:v>
                </c:pt>
                <c:pt idx="5429">
                  <c:v>6.0894380281690141</c:v>
                </c:pt>
                <c:pt idx="5430">
                  <c:v>6.0845401408450703</c:v>
                </c:pt>
                <c:pt idx="5431">
                  <c:v>6.0798619718309856</c:v>
                </c:pt>
                <c:pt idx="5432">
                  <c:v>6.0828253521126765</c:v>
                </c:pt>
                <c:pt idx="5433">
                  <c:v>6.084785915492958</c:v>
                </c:pt>
                <c:pt idx="5434">
                  <c:v>6.0859169014084511</c:v>
                </c:pt>
                <c:pt idx="5435">
                  <c:v>6.0900690140845066</c:v>
                </c:pt>
                <c:pt idx="5436">
                  <c:v>6.0928183098591546</c:v>
                </c:pt>
                <c:pt idx="5437">
                  <c:v>6.089733098591549</c:v>
                </c:pt>
                <c:pt idx="5438">
                  <c:v>6.0828774647887327</c:v>
                </c:pt>
                <c:pt idx="5439">
                  <c:v>6.0830119718309863</c:v>
                </c:pt>
                <c:pt idx="5440">
                  <c:v>6.0875746478873243</c:v>
                </c:pt>
                <c:pt idx="5441">
                  <c:v>6.0893661971830984</c:v>
                </c:pt>
                <c:pt idx="5442">
                  <c:v>6.0885753521126764</c:v>
                </c:pt>
                <c:pt idx="5443">
                  <c:v>6.0918507042253518</c:v>
                </c:pt>
                <c:pt idx="5444">
                  <c:v>6.0923992957746478</c:v>
                </c:pt>
                <c:pt idx="5445">
                  <c:v>6.0867619718309856</c:v>
                </c:pt>
                <c:pt idx="5446">
                  <c:v>6.0848161971830983</c:v>
                </c:pt>
                <c:pt idx="5447">
                  <c:v>6.0923936619718306</c:v>
                </c:pt>
                <c:pt idx="5448">
                  <c:v>6.0952260563380278</c:v>
                </c:pt>
                <c:pt idx="5449">
                  <c:v>6.0954992957746477</c:v>
                </c:pt>
                <c:pt idx="5450">
                  <c:v>6.0936746478873243</c:v>
                </c:pt>
                <c:pt idx="5451">
                  <c:v>6.0932035211267603</c:v>
                </c:pt>
                <c:pt idx="5452">
                  <c:v>6.0967373239436622</c:v>
                </c:pt>
                <c:pt idx="5453">
                  <c:v>6.0960422535211265</c:v>
                </c:pt>
                <c:pt idx="5454">
                  <c:v>6.0944338028169014</c:v>
                </c:pt>
                <c:pt idx="5455">
                  <c:v>6.0946190140845067</c:v>
                </c:pt>
                <c:pt idx="5456">
                  <c:v>6.0957387323943664</c:v>
                </c:pt>
                <c:pt idx="5457">
                  <c:v>6.0931330985915491</c:v>
                </c:pt>
                <c:pt idx="5458">
                  <c:v>6.0869338028169011</c:v>
                </c:pt>
                <c:pt idx="5459">
                  <c:v>6.0817964788732395</c:v>
                </c:pt>
                <c:pt idx="5460">
                  <c:v>6.0757894366197185</c:v>
                </c:pt>
                <c:pt idx="5461">
                  <c:v>6.0674021126760564</c:v>
                </c:pt>
                <c:pt idx="5462">
                  <c:v>6.0632604929577463</c:v>
                </c:pt>
                <c:pt idx="5463">
                  <c:v>6.0631873943661976</c:v>
                </c:pt>
                <c:pt idx="5464">
                  <c:v>6.0683781690140846</c:v>
                </c:pt>
                <c:pt idx="5465">
                  <c:v>6.0746457746478875</c:v>
                </c:pt>
                <c:pt idx="5466">
                  <c:v>6.076652816901408</c:v>
                </c:pt>
                <c:pt idx="5467">
                  <c:v>6.0673520422535212</c:v>
                </c:pt>
                <c:pt idx="5468">
                  <c:v>6.0629467605633804</c:v>
                </c:pt>
                <c:pt idx="5469">
                  <c:v>6.0666547183098594</c:v>
                </c:pt>
                <c:pt idx="5470">
                  <c:v>6.0703955633802815</c:v>
                </c:pt>
                <c:pt idx="5471">
                  <c:v>6.0685750704225354</c:v>
                </c:pt>
                <c:pt idx="5472">
                  <c:v>6.067872394366197</c:v>
                </c:pt>
                <c:pt idx="5473">
                  <c:v>6.0694585211267604</c:v>
                </c:pt>
                <c:pt idx="5474">
                  <c:v>6.0683802112676055</c:v>
                </c:pt>
                <c:pt idx="5475">
                  <c:v>6.0682737323943661</c:v>
                </c:pt>
                <c:pt idx="5476">
                  <c:v>6.0688125352112676</c:v>
                </c:pt>
                <c:pt idx="5477">
                  <c:v>6.0708845070422539</c:v>
                </c:pt>
                <c:pt idx="5478">
                  <c:v>6.0739845070422538</c:v>
                </c:pt>
                <c:pt idx="5479">
                  <c:v>6.079680985915493</c:v>
                </c:pt>
                <c:pt idx="5480">
                  <c:v>6.0846830985915492</c:v>
                </c:pt>
                <c:pt idx="5481">
                  <c:v>6.0831394366197182</c:v>
                </c:pt>
                <c:pt idx="5482">
                  <c:v>6.0791338028169015</c:v>
                </c:pt>
                <c:pt idx="5483">
                  <c:v>6.0731894366197183</c:v>
                </c:pt>
                <c:pt idx="5484">
                  <c:v>6.0688072535211264</c:v>
                </c:pt>
                <c:pt idx="5485">
                  <c:v>6.0602426056338032</c:v>
                </c:pt>
                <c:pt idx="5486">
                  <c:v>6.0584742253521124</c:v>
                </c:pt>
                <c:pt idx="5487">
                  <c:v>6.0606179577464792</c:v>
                </c:pt>
                <c:pt idx="5488">
                  <c:v>6.0577366901408451</c:v>
                </c:pt>
                <c:pt idx="5489">
                  <c:v>6.0598325352112674</c:v>
                </c:pt>
                <c:pt idx="5490">
                  <c:v>6.0617735915492954</c:v>
                </c:pt>
                <c:pt idx="5491">
                  <c:v>6.0630304225352116</c:v>
                </c:pt>
                <c:pt idx="5492">
                  <c:v>6.0718147887323948</c:v>
                </c:pt>
                <c:pt idx="5493">
                  <c:v>6.0828161971830985</c:v>
                </c:pt>
                <c:pt idx="5494">
                  <c:v>6.0831436619718309</c:v>
                </c:pt>
                <c:pt idx="5495">
                  <c:v>6.0865915492957745</c:v>
                </c:pt>
                <c:pt idx="5496">
                  <c:v>6.0902647887323944</c:v>
                </c:pt>
                <c:pt idx="5497">
                  <c:v>6.0833485915492957</c:v>
                </c:pt>
                <c:pt idx="5498">
                  <c:v>6.0736563380281687</c:v>
                </c:pt>
                <c:pt idx="5499">
                  <c:v>6.072164788732394</c:v>
                </c:pt>
                <c:pt idx="5500">
                  <c:v>6.0721556338028169</c:v>
                </c:pt>
                <c:pt idx="5501">
                  <c:v>6.0711901408450704</c:v>
                </c:pt>
                <c:pt idx="5502">
                  <c:v>6.068564154929577</c:v>
                </c:pt>
                <c:pt idx="5503">
                  <c:v>6.0668809859154926</c:v>
                </c:pt>
                <c:pt idx="5504">
                  <c:v>6.0660664084507046</c:v>
                </c:pt>
                <c:pt idx="5505">
                  <c:v>6.0648504225352111</c:v>
                </c:pt>
                <c:pt idx="5506">
                  <c:v>6.0692483802816906</c:v>
                </c:pt>
                <c:pt idx="5507">
                  <c:v>6.0687281690140846</c:v>
                </c:pt>
                <c:pt idx="5508">
                  <c:v>6.0627138732394368</c:v>
                </c:pt>
                <c:pt idx="5509">
                  <c:v>6.0642308450704228</c:v>
                </c:pt>
                <c:pt idx="5510">
                  <c:v>6.0718985915492958</c:v>
                </c:pt>
                <c:pt idx="5511">
                  <c:v>6.0766070422535208</c:v>
                </c:pt>
                <c:pt idx="5512">
                  <c:v>6.0800408450704229</c:v>
                </c:pt>
                <c:pt idx="5513">
                  <c:v>6.0781957746478872</c:v>
                </c:pt>
                <c:pt idx="5514">
                  <c:v>6.0757633802816899</c:v>
                </c:pt>
                <c:pt idx="5515">
                  <c:v>6.0759330985915492</c:v>
                </c:pt>
                <c:pt idx="5516">
                  <c:v>6.0756971830985913</c:v>
                </c:pt>
                <c:pt idx="5517">
                  <c:v>6.077688028169014</c:v>
                </c:pt>
                <c:pt idx="5518">
                  <c:v>6.0838330985915494</c:v>
                </c:pt>
                <c:pt idx="5519">
                  <c:v>6.0911767605633802</c:v>
                </c:pt>
                <c:pt idx="5520">
                  <c:v>6.0855612676056339</c:v>
                </c:pt>
                <c:pt idx="5521">
                  <c:v>6.0824753521126764</c:v>
                </c:pt>
                <c:pt idx="5522">
                  <c:v>6.0853274647887323</c:v>
                </c:pt>
                <c:pt idx="5523">
                  <c:v>6.085303521126761</c:v>
                </c:pt>
                <c:pt idx="5524">
                  <c:v>6.0877485915492962</c:v>
                </c:pt>
                <c:pt idx="5525">
                  <c:v>6.0890028169014085</c:v>
                </c:pt>
                <c:pt idx="5526">
                  <c:v>6.0900577464788732</c:v>
                </c:pt>
                <c:pt idx="5527">
                  <c:v>6.0866992957746477</c:v>
                </c:pt>
                <c:pt idx="5528">
                  <c:v>6.0842957746478872</c:v>
                </c:pt>
                <c:pt idx="5529">
                  <c:v>6.078710563380282</c:v>
                </c:pt>
                <c:pt idx="5530">
                  <c:v>6.0751070422535207</c:v>
                </c:pt>
                <c:pt idx="5531">
                  <c:v>6.071727464788732</c:v>
                </c:pt>
                <c:pt idx="5532">
                  <c:v>6.0680904929577464</c:v>
                </c:pt>
                <c:pt idx="5533">
                  <c:v>6.0640411971830988</c:v>
                </c:pt>
                <c:pt idx="5534">
                  <c:v>6.0636823943661975</c:v>
                </c:pt>
                <c:pt idx="5535">
                  <c:v>6.0692947887323943</c:v>
                </c:pt>
                <c:pt idx="5536">
                  <c:v>6.0707091549295775</c:v>
                </c:pt>
                <c:pt idx="5537">
                  <c:v>6.0760711267605636</c:v>
                </c:pt>
                <c:pt idx="5538">
                  <c:v>6.0820042253521125</c:v>
                </c:pt>
                <c:pt idx="5539">
                  <c:v>6.0876950704225354</c:v>
                </c:pt>
                <c:pt idx="5540">
                  <c:v>6.0882422535211269</c:v>
                </c:pt>
                <c:pt idx="5541">
                  <c:v>6.0869387323943664</c:v>
                </c:pt>
                <c:pt idx="5542">
                  <c:v>6.0810894366197186</c:v>
                </c:pt>
                <c:pt idx="5543">
                  <c:v>6.0808577464788733</c:v>
                </c:pt>
                <c:pt idx="5544">
                  <c:v>6.0775464788732396</c:v>
                </c:pt>
                <c:pt idx="5545">
                  <c:v>6.073733098591549</c:v>
                </c:pt>
                <c:pt idx="5546">
                  <c:v>6.0701204225352114</c:v>
                </c:pt>
                <c:pt idx="5547">
                  <c:v>6.0712838028169012</c:v>
                </c:pt>
                <c:pt idx="5548">
                  <c:v>6.0728999999999997</c:v>
                </c:pt>
                <c:pt idx="5549">
                  <c:v>6.0738866197183095</c:v>
                </c:pt>
                <c:pt idx="5550">
                  <c:v>6.0817387323943661</c:v>
                </c:pt>
                <c:pt idx="5551">
                  <c:v>6.0859077464788731</c:v>
                </c:pt>
                <c:pt idx="5552">
                  <c:v>6.087795774647887</c:v>
                </c:pt>
                <c:pt idx="5553">
                  <c:v>6.0854809859154928</c:v>
                </c:pt>
                <c:pt idx="5554">
                  <c:v>6.0766387323943665</c:v>
                </c:pt>
                <c:pt idx="5555">
                  <c:v>6.07257676056338</c:v>
                </c:pt>
                <c:pt idx="5556">
                  <c:v>6.0746373239436622</c:v>
                </c:pt>
                <c:pt idx="5557">
                  <c:v>6.0783718309859154</c:v>
                </c:pt>
                <c:pt idx="5558">
                  <c:v>6.0778514084507043</c:v>
                </c:pt>
                <c:pt idx="5559">
                  <c:v>6.078022535211268</c:v>
                </c:pt>
                <c:pt idx="5560">
                  <c:v>6.0770338028169011</c:v>
                </c:pt>
                <c:pt idx="5561">
                  <c:v>6.0764359154929579</c:v>
                </c:pt>
                <c:pt idx="5562">
                  <c:v>6.0765492957746483</c:v>
                </c:pt>
                <c:pt idx="5563">
                  <c:v>6.0756105633802813</c:v>
                </c:pt>
                <c:pt idx="5564">
                  <c:v>6.0751605633802814</c:v>
                </c:pt>
                <c:pt idx="5565">
                  <c:v>6.0771197183098593</c:v>
                </c:pt>
                <c:pt idx="5566">
                  <c:v>6.0722950704225349</c:v>
                </c:pt>
                <c:pt idx="5567">
                  <c:v>6.0672306338028168</c:v>
                </c:pt>
                <c:pt idx="5568">
                  <c:v>6.0727669014084507</c:v>
                </c:pt>
                <c:pt idx="5569">
                  <c:v>6.0770535211267607</c:v>
                </c:pt>
                <c:pt idx="5570">
                  <c:v>6.0739176056338025</c:v>
                </c:pt>
                <c:pt idx="5571">
                  <c:v>6.076097887323944</c:v>
                </c:pt>
                <c:pt idx="5572">
                  <c:v>6.0752633802816902</c:v>
                </c:pt>
                <c:pt idx="5573">
                  <c:v>6.0708147887323944</c:v>
                </c:pt>
                <c:pt idx="5574">
                  <c:v>6.0662579577464788</c:v>
                </c:pt>
                <c:pt idx="5575">
                  <c:v>6.0620202112676056</c:v>
                </c:pt>
                <c:pt idx="5576">
                  <c:v>6.062157464788732</c:v>
                </c:pt>
                <c:pt idx="5577">
                  <c:v>6.0628788732394367</c:v>
                </c:pt>
                <c:pt idx="5578">
                  <c:v>6.0609641549295779</c:v>
                </c:pt>
                <c:pt idx="5579">
                  <c:v>6.0647361971830982</c:v>
                </c:pt>
                <c:pt idx="5580">
                  <c:v>6.0681138732394366</c:v>
                </c:pt>
                <c:pt idx="5581">
                  <c:v>6.0684737323943665</c:v>
                </c:pt>
                <c:pt idx="5582">
                  <c:v>6.0719725352112679</c:v>
                </c:pt>
                <c:pt idx="5583">
                  <c:v>6.0703556338028166</c:v>
                </c:pt>
                <c:pt idx="5584">
                  <c:v>6.0646818309859158</c:v>
                </c:pt>
                <c:pt idx="5585">
                  <c:v>6.0606354225352117</c:v>
                </c:pt>
                <c:pt idx="5586">
                  <c:v>6.0611612676056339</c:v>
                </c:pt>
                <c:pt idx="5587">
                  <c:v>6.064794225352113</c:v>
                </c:pt>
                <c:pt idx="5588">
                  <c:v>6.0731295774647887</c:v>
                </c:pt>
                <c:pt idx="5589">
                  <c:v>6.0780802816901405</c:v>
                </c:pt>
                <c:pt idx="5590">
                  <c:v>6.0766154929577461</c:v>
                </c:pt>
                <c:pt idx="5591">
                  <c:v>6.0796507042253518</c:v>
                </c:pt>
                <c:pt idx="5592">
                  <c:v>6.0792260563380278</c:v>
                </c:pt>
                <c:pt idx="5593">
                  <c:v>6.0767063380281687</c:v>
                </c:pt>
                <c:pt idx="5594">
                  <c:v>6.07805985915493</c:v>
                </c:pt>
                <c:pt idx="5595">
                  <c:v>6.0785514084507044</c:v>
                </c:pt>
                <c:pt idx="5596">
                  <c:v>6.0812880281690145</c:v>
                </c:pt>
                <c:pt idx="5597">
                  <c:v>6.0733943661971832</c:v>
                </c:pt>
                <c:pt idx="5598">
                  <c:v>6.0686428169014084</c:v>
                </c:pt>
                <c:pt idx="5599">
                  <c:v>6.0650221830985913</c:v>
                </c:pt>
                <c:pt idx="5600">
                  <c:v>6.061828028169014</c:v>
                </c:pt>
                <c:pt idx="5601">
                  <c:v>6.0672514084507041</c:v>
                </c:pt>
                <c:pt idx="5602">
                  <c:v>6.072099295774648</c:v>
                </c:pt>
                <c:pt idx="5603">
                  <c:v>6.0751999999999997</c:v>
                </c:pt>
                <c:pt idx="5604">
                  <c:v>6.0776154929577464</c:v>
                </c:pt>
                <c:pt idx="5605">
                  <c:v>6.0779309859154926</c:v>
                </c:pt>
                <c:pt idx="5606">
                  <c:v>6.0815176056338025</c:v>
                </c:pt>
                <c:pt idx="5607">
                  <c:v>6.080245070422535</c:v>
                </c:pt>
                <c:pt idx="5608">
                  <c:v>6.0807373239436622</c:v>
                </c:pt>
                <c:pt idx="5609">
                  <c:v>6.0799140845070418</c:v>
                </c:pt>
                <c:pt idx="5610">
                  <c:v>6.0721373239436618</c:v>
                </c:pt>
                <c:pt idx="5611">
                  <c:v>6.0618294366197185</c:v>
                </c:pt>
                <c:pt idx="5612">
                  <c:v>6.0649932394366193</c:v>
                </c:pt>
                <c:pt idx="5613">
                  <c:v>6.0733450704225351</c:v>
                </c:pt>
                <c:pt idx="5614">
                  <c:v>6.0798894366197187</c:v>
                </c:pt>
                <c:pt idx="5615">
                  <c:v>6.0826197183098589</c:v>
                </c:pt>
                <c:pt idx="5616">
                  <c:v>6.0858492957746479</c:v>
                </c:pt>
                <c:pt idx="5617">
                  <c:v>6.0893563380281694</c:v>
                </c:pt>
                <c:pt idx="5618">
                  <c:v>6.088291549295775</c:v>
                </c:pt>
                <c:pt idx="5619">
                  <c:v>6.082160563380282</c:v>
                </c:pt>
                <c:pt idx="5620">
                  <c:v>6.0828887323943661</c:v>
                </c:pt>
                <c:pt idx="5621">
                  <c:v>6.0857422535211265</c:v>
                </c:pt>
                <c:pt idx="5622">
                  <c:v>6.0860345070422532</c:v>
                </c:pt>
                <c:pt idx="5623">
                  <c:v>6.0880950704225354</c:v>
                </c:pt>
                <c:pt idx="5624">
                  <c:v>6.0859352112676053</c:v>
                </c:pt>
                <c:pt idx="5625">
                  <c:v>6.0882035211267604</c:v>
                </c:pt>
                <c:pt idx="5626">
                  <c:v>6.0891042253521128</c:v>
                </c:pt>
                <c:pt idx="5627">
                  <c:v>6.0834464788732392</c:v>
                </c:pt>
                <c:pt idx="5628">
                  <c:v>6.0797436619718308</c:v>
                </c:pt>
                <c:pt idx="5629">
                  <c:v>6.079411267605634</c:v>
                </c:pt>
                <c:pt idx="5630">
                  <c:v>6.0840443661971833</c:v>
                </c:pt>
                <c:pt idx="5631">
                  <c:v>6.0875091549295774</c:v>
                </c:pt>
                <c:pt idx="5632">
                  <c:v>6.0882380281690143</c:v>
                </c:pt>
                <c:pt idx="5633">
                  <c:v>6.0857521126760563</c:v>
                </c:pt>
                <c:pt idx="5634">
                  <c:v>6.08354014084507</c:v>
                </c:pt>
                <c:pt idx="5635">
                  <c:v>6.0890598591549292</c:v>
                </c:pt>
                <c:pt idx="5636">
                  <c:v>6.0950408450704225</c:v>
                </c:pt>
                <c:pt idx="5637">
                  <c:v>6.0891077464788737</c:v>
                </c:pt>
                <c:pt idx="5638">
                  <c:v>6.0801014084507043</c:v>
                </c:pt>
                <c:pt idx="5639">
                  <c:v>6.0782732394366201</c:v>
                </c:pt>
                <c:pt idx="5640">
                  <c:v>6.0902732394366197</c:v>
                </c:pt>
                <c:pt idx="5641">
                  <c:v>6.0947936619718313</c:v>
                </c:pt>
                <c:pt idx="5642">
                  <c:v>6.093411971830986</c:v>
                </c:pt>
                <c:pt idx="5643">
                  <c:v>6.0904746478873237</c:v>
                </c:pt>
                <c:pt idx="5644">
                  <c:v>6.0910281690140842</c:v>
                </c:pt>
                <c:pt idx="5645">
                  <c:v>6.0905880281690141</c:v>
                </c:pt>
                <c:pt idx="5646">
                  <c:v>6.089140845070423</c:v>
                </c:pt>
                <c:pt idx="5647">
                  <c:v>6.0824816901408454</c:v>
                </c:pt>
                <c:pt idx="5648">
                  <c:v>6.0761866197183103</c:v>
                </c:pt>
                <c:pt idx="5649">
                  <c:v>6.0774169014084505</c:v>
                </c:pt>
                <c:pt idx="5650">
                  <c:v>6.0827732394366194</c:v>
                </c:pt>
                <c:pt idx="5651">
                  <c:v>6.0770591549295778</c:v>
                </c:pt>
                <c:pt idx="5652">
                  <c:v>6.0692669014084508</c:v>
                </c:pt>
                <c:pt idx="5653">
                  <c:v>6.0708021126760565</c:v>
                </c:pt>
                <c:pt idx="5654">
                  <c:v>6.0788338028169013</c:v>
                </c:pt>
                <c:pt idx="5655">
                  <c:v>6.0833429577464786</c:v>
                </c:pt>
                <c:pt idx="5656">
                  <c:v>6.088037323943662</c:v>
                </c:pt>
                <c:pt idx="5657">
                  <c:v>6.0888535211267607</c:v>
                </c:pt>
                <c:pt idx="5658">
                  <c:v>6.0851809859154926</c:v>
                </c:pt>
                <c:pt idx="5659">
                  <c:v>6.089760563380282</c:v>
                </c:pt>
                <c:pt idx="5660">
                  <c:v>6.0913957746478875</c:v>
                </c:pt>
                <c:pt idx="5661">
                  <c:v>6.0872260563380278</c:v>
                </c:pt>
                <c:pt idx="5662">
                  <c:v>6.0854028169014081</c:v>
                </c:pt>
                <c:pt idx="5663">
                  <c:v>6.0850535211267607</c:v>
                </c:pt>
                <c:pt idx="5664">
                  <c:v>6.0834739436619722</c:v>
                </c:pt>
                <c:pt idx="5665">
                  <c:v>6.077858450704225</c:v>
                </c:pt>
                <c:pt idx="5666">
                  <c:v>6.0773014084507047</c:v>
                </c:pt>
                <c:pt idx="5667">
                  <c:v>6.0774352112676056</c:v>
                </c:pt>
                <c:pt idx="5668">
                  <c:v>6.0762866197183101</c:v>
                </c:pt>
                <c:pt idx="5669">
                  <c:v>6.0757169014084509</c:v>
                </c:pt>
                <c:pt idx="5670">
                  <c:v>6.0719070422535211</c:v>
                </c:pt>
                <c:pt idx="5671">
                  <c:v>6.0724978873239435</c:v>
                </c:pt>
                <c:pt idx="5672">
                  <c:v>6.0752654929577465</c:v>
                </c:pt>
                <c:pt idx="5673">
                  <c:v>6.076352112676056</c:v>
                </c:pt>
                <c:pt idx="5674">
                  <c:v>6.0771281690140846</c:v>
                </c:pt>
                <c:pt idx="5675">
                  <c:v>6.076116197183099</c:v>
                </c:pt>
                <c:pt idx="5676">
                  <c:v>6.0783978873239439</c:v>
                </c:pt>
                <c:pt idx="5677">
                  <c:v>6.0835295774647884</c:v>
                </c:pt>
                <c:pt idx="5678">
                  <c:v>6.0817992957746476</c:v>
                </c:pt>
                <c:pt idx="5679">
                  <c:v>6.0771802816901408</c:v>
                </c:pt>
                <c:pt idx="5680">
                  <c:v>6.0760281690140845</c:v>
                </c:pt>
                <c:pt idx="5681">
                  <c:v>6.0762732394366195</c:v>
                </c:pt>
                <c:pt idx="5682">
                  <c:v>6.0815852112676057</c:v>
                </c:pt>
                <c:pt idx="5683">
                  <c:v>6.086689436619718</c:v>
                </c:pt>
                <c:pt idx="5684">
                  <c:v>6.0808112676056334</c:v>
                </c:pt>
                <c:pt idx="5685">
                  <c:v>6.0830035211267601</c:v>
                </c:pt>
                <c:pt idx="5686">
                  <c:v>6.0850626760563378</c:v>
                </c:pt>
                <c:pt idx="5687">
                  <c:v>6.0841774647887323</c:v>
                </c:pt>
                <c:pt idx="5688">
                  <c:v>6.0859661971830983</c:v>
                </c:pt>
                <c:pt idx="5689">
                  <c:v>6.0852795774647888</c:v>
                </c:pt>
                <c:pt idx="5690">
                  <c:v>6.0886647887323946</c:v>
                </c:pt>
                <c:pt idx="5691">
                  <c:v>6.0850499999999998</c:v>
                </c:pt>
                <c:pt idx="5692">
                  <c:v>6.0819070422535209</c:v>
                </c:pt>
                <c:pt idx="5693">
                  <c:v>6.0843654929577466</c:v>
                </c:pt>
                <c:pt idx="5694">
                  <c:v>6.0927450704225352</c:v>
                </c:pt>
                <c:pt idx="5695">
                  <c:v>6.1007774647887327</c:v>
                </c:pt>
                <c:pt idx="5696">
                  <c:v>6.1022591549295777</c:v>
                </c:pt>
                <c:pt idx="5697">
                  <c:v>6.0954352112676053</c:v>
                </c:pt>
                <c:pt idx="5698">
                  <c:v>6.0872330985915495</c:v>
                </c:pt>
                <c:pt idx="5699">
                  <c:v>6.0827288732394367</c:v>
                </c:pt>
                <c:pt idx="5700">
                  <c:v>6.0732478873239435</c:v>
                </c:pt>
                <c:pt idx="5701">
                  <c:v>6.0739521126760563</c:v>
                </c:pt>
                <c:pt idx="5702">
                  <c:v>6.0752852112676052</c:v>
                </c:pt>
                <c:pt idx="5703">
                  <c:v>6.0719429577464785</c:v>
                </c:pt>
                <c:pt idx="5704">
                  <c:v>6.0618501408450705</c:v>
                </c:pt>
                <c:pt idx="5705">
                  <c:v>6.0614949295774645</c:v>
                </c:pt>
                <c:pt idx="5706">
                  <c:v>6.0736971830985915</c:v>
                </c:pt>
                <c:pt idx="5707">
                  <c:v>6.0788640845070425</c:v>
                </c:pt>
                <c:pt idx="5708">
                  <c:v>6.0771985915492959</c:v>
                </c:pt>
                <c:pt idx="5709">
                  <c:v>6.0705985915492962</c:v>
                </c:pt>
                <c:pt idx="5710">
                  <c:v>6.0717521126760561</c:v>
                </c:pt>
                <c:pt idx="5711">
                  <c:v>6.0793450704225354</c:v>
                </c:pt>
                <c:pt idx="5712">
                  <c:v>6.0832077464788732</c:v>
                </c:pt>
                <c:pt idx="5713">
                  <c:v>6.083911971830986</c:v>
                </c:pt>
                <c:pt idx="5714">
                  <c:v>6.0817943661971832</c:v>
                </c:pt>
                <c:pt idx="5715">
                  <c:v>6.082848591549296</c:v>
                </c:pt>
                <c:pt idx="5716">
                  <c:v>6.085</c:v>
                </c:pt>
                <c:pt idx="5717">
                  <c:v>6.0880401408450702</c:v>
                </c:pt>
                <c:pt idx="5718">
                  <c:v>6.0914218309859152</c:v>
                </c:pt>
                <c:pt idx="5719">
                  <c:v>6.0872373239436621</c:v>
                </c:pt>
                <c:pt idx="5720">
                  <c:v>6.0846288732394367</c:v>
                </c:pt>
                <c:pt idx="5721">
                  <c:v>6.0885436619718307</c:v>
                </c:pt>
                <c:pt idx="5722">
                  <c:v>6.0955387323943659</c:v>
                </c:pt>
                <c:pt idx="5723">
                  <c:v>6.0999478873239434</c:v>
                </c:pt>
                <c:pt idx="5724">
                  <c:v>6.0918647887323942</c:v>
                </c:pt>
                <c:pt idx="5725">
                  <c:v>6.0850922535211271</c:v>
                </c:pt>
                <c:pt idx="5726">
                  <c:v>6.088291549295775</c:v>
                </c:pt>
                <c:pt idx="5727">
                  <c:v>6.0899570422535207</c:v>
                </c:pt>
                <c:pt idx="5728">
                  <c:v>6.0903753521126758</c:v>
                </c:pt>
                <c:pt idx="5729">
                  <c:v>6.0876880281690138</c:v>
                </c:pt>
                <c:pt idx="5730">
                  <c:v>6.081980985915493</c:v>
                </c:pt>
                <c:pt idx="5731">
                  <c:v>6.0815225352112678</c:v>
                </c:pt>
                <c:pt idx="5732">
                  <c:v>6.0825535211267603</c:v>
                </c:pt>
                <c:pt idx="5733">
                  <c:v>6.088235915492958</c:v>
                </c:pt>
                <c:pt idx="5734">
                  <c:v>6.0930704225352113</c:v>
                </c:pt>
                <c:pt idx="5735">
                  <c:v>6.0939957746478877</c:v>
                </c:pt>
                <c:pt idx="5736">
                  <c:v>6.0968190140845069</c:v>
                </c:pt>
                <c:pt idx="5737">
                  <c:v>6.0949323943661975</c:v>
                </c:pt>
                <c:pt idx="5738">
                  <c:v>6.0909359154929579</c:v>
                </c:pt>
                <c:pt idx="5739">
                  <c:v>6.0939288732394363</c:v>
                </c:pt>
                <c:pt idx="5740">
                  <c:v>6.0911415492957746</c:v>
                </c:pt>
                <c:pt idx="5741">
                  <c:v>6.0880204225352115</c:v>
                </c:pt>
                <c:pt idx="5742">
                  <c:v>6.0904197183098594</c:v>
                </c:pt>
                <c:pt idx="5743">
                  <c:v>6.0940985915492956</c:v>
                </c:pt>
                <c:pt idx="5744">
                  <c:v>6.1006887323943664</c:v>
                </c:pt>
                <c:pt idx="5745">
                  <c:v>6.1010401408450701</c:v>
                </c:pt>
                <c:pt idx="5746">
                  <c:v>6.100181690140845</c:v>
                </c:pt>
                <c:pt idx="5747">
                  <c:v>6.0981816901408452</c:v>
                </c:pt>
                <c:pt idx="5748">
                  <c:v>6.0913478873239439</c:v>
                </c:pt>
                <c:pt idx="5749">
                  <c:v>6.0922169014084506</c:v>
                </c:pt>
                <c:pt idx="5750">
                  <c:v>6.092091549295775</c:v>
                </c:pt>
                <c:pt idx="5751">
                  <c:v>6.0939725352112672</c:v>
                </c:pt>
                <c:pt idx="5752">
                  <c:v>6.095957042253521</c:v>
                </c:pt>
                <c:pt idx="5753">
                  <c:v>6.0951281690140844</c:v>
                </c:pt>
                <c:pt idx="5754">
                  <c:v>6.0960218309859151</c:v>
                </c:pt>
                <c:pt idx="5755">
                  <c:v>6.1018049295774652</c:v>
                </c:pt>
                <c:pt idx="5756">
                  <c:v>6.1031936619718312</c:v>
                </c:pt>
                <c:pt idx="5757">
                  <c:v>6.092389436619718</c:v>
                </c:pt>
                <c:pt idx="5758">
                  <c:v>6.0845838028169013</c:v>
                </c:pt>
                <c:pt idx="5759">
                  <c:v>6.0838246478873241</c:v>
                </c:pt>
                <c:pt idx="5760">
                  <c:v>6.0813507042253523</c:v>
                </c:pt>
                <c:pt idx="5761">
                  <c:v>6.0859014084507042</c:v>
                </c:pt>
                <c:pt idx="5762">
                  <c:v>6.0910323943661968</c:v>
                </c:pt>
                <c:pt idx="5763">
                  <c:v>6.0915767605633802</c:v>
                </c:pt>
                <c:pt idx="5764">
                  <c:v>6.0950718309859155</c:v>
                </c:pt>
                <c:pt idx="5765">
                  <c:v>6.0936598591549291</c:v>
                </c:pt>
                <c:pt idx="5766">
                  <c:v>6.0916718309859155</c:v>
                </c:pt>
                <c:pt idx="5767">
                  <c:v>6.0974739436619716</c:v>
                </c:pt>
                <c:pt idx="5768">
                  <c:v>6.102335915492958</c:v>
                </c:pt>
                <c:pt idx="5769">
                  <c:v>6.1015295774647891</c:v>
                </c:pt>
                <c:pt idx="5770">
                  <c:v>6.0936873239436622</c:v>
                </c:pt>
                <c:pt idx="5771">
                  <c:v>6.0838873239436619</c:v>
                </c:pt>
                <c:pt idx="5772">
                  <c:v>6.0810119718309856</c:v>
                </c:pt>
                <c:pt idx="5773">
                  <c:v>6.0812338028169011</c:v>
                </c:pt>
                <c:pt idx="5774">
                  <c:v>6.0837246478873244</c:v>
                </c:pt>
                <c:pt idx="5775">
                  <c:v>6.0895943661971828</c:v>
                </c:pt>
                <c:pt idx="5776">
                  <c:v>6.0983443661971828</c:v>
                </c:pt>
                <c:pt idx="5777">
                  <c:v>6.1044098591549298</c:v>
                </c:pt>
                <c:pt idx="5778">
                  <c:v>6.0974788732394369</c:v>
                </c:pt>
                <c:pt idx="5779">
                  <c:v>6.0906746478873242</c:v>
                </c:pt>
                <c:pt idx="5780">
                  <c:v>6.0943133802816902</c:v>
                </c:pt>
                <c:pt idx="5781">
                  <c:v>6.107493661971831</c:v>
                </c:pt>
                <c:pt idx="5782">
                  <c:v>6.114368309859155</c:v>
                </c:pt>
                <c:pt idx="5783">
                  <c:v>6.1109119718309861</c:v>
                </c:pt>
                <c:pt idx="5784">
                  <c:v>6.1080077464788731</c:v>
                </c:pt>
                <c:pt idx="5785">
                  <c:v>6.1082225352112678</c:v>
                </c:pt>
                <c:pt idx="5786">
                  <c:v>6.1056281690140848</c:v>
                </c:pt>
                <c:pt idx="5787">
                  <c:v>6.1000852112676061</c:v>
                </c:pt>
                <c:pt idx="5788">
                  <c:v>6.0986253521126761</c:v>
                </c:pt>
                <c:pt idx="5789">
                  <c:v>6.1096549295774647</c:v>
                </c:pt>
                <c:pt idx="5790">
                  <c:v>6.122368309859155</c:v>
                </c:pt>
                <c:pt idx="5791">
                  <c:v>6.1208767605633803</c:v>
                </c:pt>
                <c:pt idx="5792">
                  <c:v>6.1170915492957745</c:v>
                </c:pt>
                <c:pt idx="5793">
                  <c:v>6.1217873239436615</c:v>
                </c:pt>
                <c:pt idx="5794">
                  <c:v>6.1292718309859158</c:v>
                </c:pt>
                <c:pt idx="5795">
                  <c:v>6.1339288732394364</c:v>
                </c:pt>
                <c:pt idx="5796">
                  <c:v>6.1272288732394369</c:v>
                </c:pt>
                <c:pt idx="5797">
                  <c:v>6.1249788732394368</c:v>
                </c:pt>
                <c:pt idx="5798">
                  <c:v>6.1243471830985916</c:v>
                </c:pt>
                <c:pt idx="5799">
                  <c:v>6.116373943661972</c:v>
                </c:pt>
                <c:pt idx="5800">
                  <c:v>6.1119056338028166</c:v>
                </c:pt>
                <c:pt idx="5801">
                  <c:v>6.1143070422535208</c:v>
                </c:pt>
                <c:pt idx="5802">
                  <c:v>6.1178126760563378</c:v>
                </c:pt>
                <c:pt idx="5803">
                  <c:v>6.1188943661971829</c:v>
                </c:pt>
                <c:pt idx="5804">
                  <c:v>6.1196028169014083</c:v>
                </c:pt>
                <c:pt idx="5805">
                  <c:v>6.1157647887323945</c:v>
                </c:pt>
                <c:pt idx="5806">
                  <c:v>6.1170176056338033</c:v>
                </c:pt>
                <c:pt idx="5807">
                  <c:v>6.1187859154929578</c:v>
                </c:pt>
                <c:pt idx="5808">
                  <c:v>6.1174176056338032</c:v>
                </c:pt>
                <c:pt idx="5809">
                  <c:v>6.1170394366197183</c:v>
                </c:pt>
                <c:pt idx="5810">
                  <c:v>6.1195464788732394</c:v>
                </c:pt>
                <c:pt idx="5811">
                  <c:v>6.1213521126760559</c:v>
                </c:pt>
                <c:pt idx="5812">
                  <c:v>6.1280176056338025</c:v>
                </c:pt>
                <c:pt idx="5813">
                  <c:v>6.1396049295774651</c:v>
                </c:pt>
                <c:pt idx="5814">
                  <c:v>6.1482070422535209</c:v>
                </c:pt>
                <c:pt idx="5815">
                  <c:v>6.1536133802816906</c:v>
                </c:pt>
                <c:pt idx="5816">
                  <c:v>6.1566887323943664</c:v>
                </c:pt>
                <c:pt idx="5817">
                  <c:v>6.1646633802816897</c:v>
                </c:pt>
                <c:pt idx="5818">
                  <c:v>6.1686302816901408</c:v>
                </c:pt>
                <c:pt idx="5819">
                  <c:v>6.1652007042253523</c:v>
                </c:pt>
                <c:pt idx="5820">
                  <c:v>6.1647683098591548</c:v>
                </c:pt>
                <c:pt idx="5821">
                  <c:v>6.1679485915492958</c:v>
                </c:pt>
                <c:pt idx="5822">
                  <c:v>6.1677098591549298</c:v>
                </c:pt>
                <c:pt idx="5823">
                  <c:v>6.173672535211268</c:v>
                </c:pt>
                <c:pt idx="5824">
                  <c:v>6.1860288732394366</c:v>
                </c:pt>
                <c:pt idx="5825">
                  <c:v>6.1834514084507042</c:v>
                </c:pt>
                <c:pt idx="5826">
                  <c:v>6.1812239436619718</c:v>
                </c:pt>
                <c:pt idx="5827">
                  <c:v>6.1795873239436618</c:v>
                </c:pt>
                <c:pt idx="5828">
                  <c:v>6.1719746478873239</c:v>
                </c:pt>
                <c:pt idx="5829">
                  <c:v>6.1734056338028171</c:v>
                </c:pt>
                <c:pt idx="5830">
                  <c:v>6.1778183098591546</c:v>
                </c:pt>
                <c:pt idx="5831">
                  <c:v>6.1758880281690143</c:v>
                </c:pt>
                <c:pt idx="5832">
                  <c:v>6.1725500000000002</c:v>
                </c:pt>
                <c:pt idx="5833">
                  <c:v>6.1685014084507044</c:v>
                </c:pt>
                <c:pt idx="5834">
                  <c:v>6.1657577464788735</c:v>
                </c:pt>
                <c:pt idx="5835">
                  <c:v>6.1574704225352113</c:v>
                </c:pt>
                <c:pt idx="5836">
                  <c:v>6.1632647887323948</c:v>
                </c:pt>
                <c:pt idx="5837">
                  <c:v>6.1649711267605634</c:v>
                </c:pt>
                <c:pt idx="5838">
                  <c:v>6.1571077464788733</c:v>
                </c:pt>
                <c:pt idx="5839">
                  <c:v>6.1518070422535214</c:v>
                </c:pt>
                <c:pt idx="5840">
                  <c:v>6.1538056338028166</c:v>
                </c:pt>
                <c:pt idx="5841">
                  <c:v>6.154951408450704</c:v>
                </c:pt>
                <c:pt idx="5842">
                  <c:v>6.1615978873239436</c:v>
                </c:pt>
                <c:pt idx="5843">
                  <c:v>6.1604795774647885</c:v>
                </c:pt>
                <c:pt idx="5844">
                  <c:v>6.1569239436619716</c:v>
                </c:pt>
                <c:pt idx="5845">
                  <c:v>6.1525640845070422</c:v>
                </c:pt>
                <c:pt idx="5846">
                  <c:v>6.147053521126761</c:v>
                </c:pt>
                <c:pt idx="5847">
                  <c:v>6.14825</c:v>
                </c:pt>
                <c:pt idx="5848">
                  <c:v>6.1482978873239436</c:v>
                </c:pt>
                <c:pt idx="5849">
                  <c:v>6.1462218309859153</c:v>
                </c:pt>
                <c:pt idx="5850">
                  <c:v>6.1435112676056338</c:v>
                </c:pt>
                <c:pt idx="5851">
                  <c:v>6.1479591549295778</c:v>
                </c:pt>
                <c:pt idx="5852">
                  <c:v>6.1565830985915495</c:v>
                </c:pt>
                <c:pt idx="5853">
                  <c:v>6.1574070422535208</c:v>
                </c:pt>
                <c:pt idx="5854">
                  <c:v>6.1474535211267609</c:v>
                </c:pt>
                <c:pt idx="5855">
                  <c:v>6.1328978873239439</c:v>
                </c:pt>
                <c:pt idx="5856">
                  <c:v>6.1285161971830986</c:v>
                </c:pt>
                <c:pt idx="5857">
                  <c:v>6.1324183098591547</c:v>
                </c:pt>
                <c:pt idx="5858">
                  <c:v>6.1355394366197187</c:v>
                </c:pt>
                <c:pt idx="5859">
                  <c:v>6.1438901408450706</c:v>
                </c:pt>
                <c:pt idx="5860">
                  <c:v>6.1479267605633803</c:v>
                </c:pt>
                <c:pt idx="5861">
                  <c:v>6.1402690140845069</c:v>
                </c:pt>
                <c:pt idx="5862">
                  <c:v>6.1345154929577461</c:v>
                </c:pt>
                <c:pt idx="5863">
                  <c:v>6.1351338028169016</c:v>
                </c:pt>
                <c:pt idx="5864">
                  <c:v>6.132367605633803</c:v>
                </c:pt>
                <c:pt idx="5865">
                  <c:v>6.1304866197183099</c:v>
                </c:pt>
                <c:pt idx="5866">
                  <c:v>6.1247626760563376</c:v>
                </c:pt>
                <c:pt idx="5867">
                  <c:v>6.1196521126760564</c:v>
                </c:pt>
                <c:pt idx="5868">
                  <c:v>6.1218204225352109</c:v>
                </c:pt>
                <c:pt idx="5869">
                  <c:v>6.1287795774647886</c:v>
                </c:pt>
                <c:pt idx="5870">
                  <c:v>6.1303640845070424</c:v>
                </c:pt>
                <c:pt idx="5871">
                  <c:v>6.1251218309859157</c:v>
                </c:pt>
                <c:pt idx="5872">
                  <c:v>6.1193880281690145</c:v>
                </c:pt>
                <c:pt idx="5873">
                  <c:v>6.1205422535211271</c:v>
                </c:pt>
                <c:pt idx="5874">
                  <c:v>6.1245929577464793</c:v>
                </c:pt>
                <c:pt idx="5875">
                  <c:v>6.1280211267605633</c:v>
                </c:pt>
                <c:pt idx="5876">
                  <c:v>6.1211985915492955</c:v>
                </c:pt>
                <c:pt idx="5877">
                  <c:v>6.1181105633802817</c:v>
                </c:pt>
                <c:pt idx="5878">
                  <c:v>6.1193570422535215</c:v>
                </c:pt>
                <c:pt idx="5879">
                  <c:v>6.1161929577464793</c:v>
                </c:pt>
                <c:pt idx="5880">
                  <c:v>6.1212260563380285</c:v>
                </c:pt>
                <c:pt idx="5881">
                  <c:v>6.1236845070422534</c:v>
                </c:pt>
                <c:pt idx="5882">
                  <c:v>6.126751408450704</c:v>
                </c:pt>
                <c:pt idx="5883">
                  <c:v>6.1330605633802815</c:v>
                </c:pt>
                <c:pt idx="5884">
                  <c:v>6.1345767605633803</c:v>
                </c:pt>
                <c:pt idx="5885">
                  <c:v>6.1340239436619717</c:v>
                </c:pt>
                <c:pt idx="5886">
                  <c:v>6.1327140845070423</c:v>
                </c:pt>
                <c:pt idx="5887">
                  <c:v>6.1362584507042257</c:v>
                </c:pt>
                <c:pt idx="5888">
                  <c:v>6.1410098591549298</c:v>
                </c:pt>
                <c:pt idx="5889">
                  <c:v>6.1469633802816901</c:v>
                </c:pt>
                <c:pt idx="5890">
                  <c:v>6.1433704225352113</c:v>
                </c:pt>
                <c:pt idx="5891">
                  <c:v>6.1272091549295773</c:v>
                </c:pt>
                <c:pt idx="5892">
                  <c:v>6.1244345070422535</c:v>
                </c:pt>
                <c:pt idx="5893">
                  <c:v>6.1359936619718312</c:v>
                </c:pt>
                <c:pt idx="5894">
                  <c:v>6.1393542253521129</c:v>
                </c:pt>
                <c:pt idx="5895">
                  <c:v>6.140101408450704</c:v>
                </c:pt>
                <c:pt idx="5896">
                  <c:v>6.1449598591549295</c:v>
                </c:pt>
                <c:pt idx="5897">
                  <c:v>6.1492394366197187</c:v>
                </c:pt>
                <c:pt idx="5898">
                  <c:v>6.1464183098591549</c:v>
                </c:pt>
                <c:pt idx="5899">
                  <c:v>6.1417985915492954</c:v>
                </c:pt>
                <c:pt idx="5900">
                  <c:v>6.142537323943662</c:v>
                </c:pt>
                <c:pt idx="5901">
                  <c:v>6.1457880281690143</c:v>
                </c:pt>
                <c:pt idx="5902">
                  <c:v>6.1502795774647891</c:v>
                </c:pt>
                <c:pt idx="5903">
                  <c:v>6.1508612676056336</c:v>
                </c:pt>
                <c:pt idx="5904">
                  <c:v>6.1521556338028169</c:v>
                </c:pt>
                <c:pt idx="5905">
                  <c:v>6.1543119718309862</c:v>
                </c:pt>
                <c:pt idx="5906">
                  <c:v>6.154142253521127</c:v>
                </c:pt>
                <c:pt idx="5907">
                  <c:v>6.1544732394366193</c:v>
                </c:pt>
                <c:pt idx="5908">
                  <c:v>6.156975352112676</c:v>
                </c:pt>
                <c:pt idx="5909">
                  <c:v>6.1599070422535211</c:v>
                </c:pt>
                <c:pt idx="5910">
                  <c:v>6.1602154929577466</c:v>
                </c:pt>
                <c:pt idx="5911">
                  <c:v>6.1518415492957743</c:v>
                </c:pt>
                <c:pt idx="5912">
                  <c:v>6.1444485915492955</c:v>
                </c:pt>
                <c:pt idx="5913">
                  <c:v>6.1459359154929576</c:v>
                </c:pt>
                <c:pt idx="5914">
                  <c:v>6.1433</c:v>
                </c:pt>
                <c:pt idx="5915">
                  <c:v>6.1407823943661972</c:v>
                </c:pt>
                <c:pt idx="5916">
                  <c:v>6.1452957746478871</c:v>
                </c:pt>
                <c:pt idx="5917">
                  <c:v>6.1539338028169013</c:v>
                </c:pt>
                <c:pt idx="5918">
                  <c:v>6.1591063380281694</c:v>
                </c:pt>
                <c:pt idx="5919">
                  <c:v>6.1586760563380283</c:v>
                </c:pt>
                <c:pt idx="5920">
                  <c:v>6.158633802816901</c:v>
                </c:pt>
                <c:pt idx="5921">
                  <c:v>6.1609267605633802</c:v>
                </c:pt>
                <c:pt idx="5922">
                  <c:v>6.1585732394366195</c:v>
                </c:pt>
                <c:pt idx="5923">
                  <c:v>6.1559232394366195</c:v>
                </c:pt>
                <c:pt idx="5924">
                  <c:v>6.1532535211267607</c:v>
                </c:pt>
                <c:pt idx="5925">
                  <c:v>6.1482077464788736</c:v>
                </c:pt>
                <c:pt idx="5926">
                  <c:v>6.1475</c:v>
                </c:pt>
                <c:pt idx="5927">
                  <c:v>6.151439436619718</c:v>
                </c:pt>
                <c:pt idx="5928">
                  <c:v>6.1557922535211267</c:v>
                </c:pt>
                <c:pt idx="5929">
                  <c:v>6.1602542253521131</c:v>
                </c:pt>
                <c:pt idx="5930">
                  <c:v>6.1685112676056342</c:v>
                </c:pt>
                <c:pt idx="5931">
                  <c:v>6.1651288732394365</c:v>
                </c:pt>
                <c:pt idx="5932">
                  <c:v>6.1530549295774648</c:v>
                </c:pt>
                <c:pt idx="5933">
                  <c:v>6.1481359154929578</c:v>
                </c:pt>
                <c:pt idx="5934">
                  <c:v>6.1493464788732393</c:v>
                </c:pt>
                <c:pt idx="5935">
                  <c:v>6.147955633802817</c:v>
                </c:pt>
                <c:pt idx="5936">
                  <c:v>6.1504577464788737</c:v>
                </c:pt>
                <c:pt idx="5937">
                  <c:v>6.1508866197183103</c:v>
                </c:pt>
                <c:pt idx="5938">
                  <c:v>6.1506845070422536</c:v>
                </c:pt>
                <c:pt idx="5939">
                  <c:v>6.1551704225352113</c:v>
                </c:pt>
                <c:pt idx="5940">
                  <c:v>6.1648612676056338</c:v>
                </c:pt>
                <c:pt idx="5941">
                  <c:v>6.1675852112676059</c:v>
                </c:pt>
                <c:pt idx="5942">
                  <c:v>6.1666077464788733</c:v>
                </c:pt>
                <c:pt idx="5943">
                  <c:v>6.1640338028169017</c:v>
                </c:pt>
                <c:pt idx="5944">
                  <c:v>6.1622514084507038</c:v>
                </c:pt>
                <c:pt idx="5945">
                  <c:v>6.162111267605634</c:v>
                </c:pt>
                <c:pt idx="5946">
                  <c:v>6.1573253521126761</c:v>
                </c:pt>
                <c:pt idx="5947">
                  <c:v>6.1549577464788729</c:v>
                </c:pt>
                <c:pt idx="5948">
                  <c:v>6.1544049295774652</c:v>
                </c:pt>
                <c:pt idx="5949">
                  <c:v>6.1548697183098593</c:v>
                </c:pt>
                <c:pt idx="5950">
                  <c:v>6.1661521126760563</c:v>
                </c:pt>
                <c:pt idx="5951">
                  <c:v>6.1706676056338026</c:v>
                </c:pt>
                <c:pt idx="5952">
                  <c:v>6.1671042253521131</c:v>
                </c:pt>
                <c:pt idx="5953">
                  <c:v>6.17061338028169</c:v>
                </c:pt>
                <c:pt idx="5954">
                  <c:v>6.1737436619718311</c:v>
                </c:pt>
                <c:pt idx="5955">
                  <c:v>6.1743190140845075</c:v>
                </c:pt>
                <c:pt idx="5956">
                  <c:v>6.1805915492957748</c:v>
                </c:pt>
                <c:pt idx="5957">
                  <c:v>6.1894133802816897</c:v>
                </c:pt>
                <c:pt idx="5958">
                  <c:v>6.1886204225352115</c:v>
                </c:pt>
                <c:pt idx="5959">
                  <c:v>6.1828901408450703</c:v>
                </c:pt>
                <c:pt idx="5960">
                  <c:v>6.1838915492957742</c:v>
                </c:pt>
                <c:pt idx="5961">
                  <c:v>6.1815014084507043</c:v>
                </c:pt>
                <c:pt idx="5962">
                  <c:v>6.1822859154929581</c:v>
                </c:pt>
                <c:pt idx="5963">
                  <c:v>6.1870697183098589</c:v>
                </c:pt>
                <c:pt idx="5964">
                  <c:v>6.1965464788732394</c:v>
                </c:pt>
                <c:pt idx="5965">
                  <c:v>6.2015049295774647</c:v>
                </c:pt>
                <c:pt idx="5966">
                  <c:v>6.197167605633803</c:v>
                </c:pt>
                <c:pt idx="5967">
                  <c:v>6.1894499999999999</c:v>
                </c:pt>
                <c:pt idx="5968">
                  <c:v>6.1861556338028167</c:v>
                </c:pt>
                <c:pt idx="5969">
                  <c:v>6.1877852112676059</c:v>
                </c:pt>
                <c:pt idx="5970">
                  <c:v>6.1903823943661971</c:v>
                </c:pt>
                <c:pt idx="5971">
                  <c:v>6.1975387323943663</c:v>
                </c:pt>
                <c:pt idx="5972">
                  <c:v>6.1879302816901411</c:v>
                </c:pt>
                <c:pt idx="5973">
                  <c:v>6.1751563380281693</c:v>
                </c:pt>
                <c:pt idx="5974">
                  <c:v>6.1761971830985916</c:v>
                </c:pt>
                <c:pt idx="5975">
                  <c:v>6.1871056338028172</c:v>
                </c:pt>
                <c:pt idx="5976">
                  <c:v>6.195946478873239</c:v>
                </c:pt>
                <c:pt idx="5977">
                  <c:v>6.2000788732394367</c:v>
                </c:pt>
                <c:pt idx="5978">
                  <c:v>6.2052633802816901</c:v>
                </c:pt>
                <c:pt idx="5979">
                  <c:v>6.2078197183098593</c:v>
                </c:pt>
                <c:pt idx="5980">
                  <c:v>6.2030380281690141</c:v>
                </c:pt>
                <c:pt idx="5981">
                  <c:v>6.2050612676056343</c:v>
                </c:pt>
                <c:pt idx="5982">
                  <c:v>6.2082957746478877</c:v>
                </c:pt>
                <c:pt idx="5983">
                  <c:v>6.2065295774647886</c:v>
                </c:pt>
                <c:pt idx="5984">
                  <c:v>6.1994556338028168</c:v>
                </c:pt>
                <c:pt idx="5985">
                  <c:v>6.195354225352113</c:v>
                </c:pt>
                <c:pt idx="5986">
                  <c:v>6.1984753521126761</c:v>
                </c:pt>
                <c:pt idx="5987">
                  <c:v>6.2012105633802816</c:v>
                </c:pt>
                <c:pt idx="5988">
                  <c:v>6.2068845070422531</c:v>
                </c:pt>
                <c:pt idx="5989">
                  <c:v>6.2067429577464788</c:v>
                </c:pt>
                <c:pt idx="5990">
                  <c:v>6.2055373239436618</c:v>
                </c:pt>
                <c:pt idx="5991">
                  <c:v>6.2092147887323943</c:v>
                </c:pt>
                <c:pt idx="5992">
                  <c:v>6.2069140845070425</c:v>
                </c:pt>
                <c:pt idx="5993">
                  <c:v>6.2067873239436615</c:v>
                </c:pt>
                <c:pt idx="5994">
                  <c:v>6.206333098591549</c:v>
                </c:pt>
                <c:pt idx="5995">
                  <c:v>6.2098316901408452</c:v>
                </c:pt>
                <c:pt idx="5996">
                  <c:v>6.21101338028169</c:v>
                </c:pt>
                <c:pt idx="5997">
                  <c:v>6.2052436619718314</c:v>
                </c:pt>
                <c:pt idx="5998">
                  <c:v>6.2004380281690139</c:v>
                </c:pt>
                <c:pt idx="5999">
                  <c:v>6.2007429577464785</c:v>
                </c:pt>
                <c:pt idx="6000">
                  <c:v>6.2016732394366194</c:v>
                </c:pt>
                <c:pt idx="6001">
                  <c:v>6.204101408450704</c:v>
                </c:pt>
                <c:pt idx="6002">
                  <c:v>6.2090239436619719</c:v>
                </c:pt>
                <c:pt idx="6003">
                  <c:v>6.2068309859154933</c:v>
                </c:pt>
                <c:pt idx="6004">
                  <c:v>6.2058485915492954</c:v>
                </c:pt>
                <c:pt idx="6005">
                  <c:v>6.2204204225352111</c:v>
                </c:pt>
                <c:pt idx="6006">
                  <c:v>6.2285767605633806</c:v>
                </c:pt>
                <c:pt idx="6007">
                  <c:v>6.2299894366197179</c:v>
                </c:pt>
                <c:pt idx="6008">
                  <c:v>6.2345936619718314</c:v>
                </c:pt>
                <c:pt idx="6009">
                  <c:v>6.2326408450704225</c:v>
                </c:pt>
                <c:pt idx="6010">
                  <c:v>6.2291964788732397</c:v>
                </c:pt>
                <c:pt idx="6011">
                  <c:v>6.2298704225352113</c:v>
                </c:pt>
                <c:pt idx="6012">
                  <c:v>6.2328112676056335</c:v>
                </c:pt>
                <c:pt idx="6013">
                  <c:v>6.237260563380282</c:v>
                </c:pt>
                <c:pt idx="6014">
                  <c:v>6.2424330985915493</c:v>
                </c:pt>
                <c:pt idx="6015">
                  <c:v>6.2461415492957748</c:v>
                </c:pt>
                <c:pt idx="6016">
                  <c:v>6.2471316901408454</c:v>
                </c:pt>
                <c:pt idx="6017">
                  <c:v>6.25198661971831</c:v>
                </c:pt>
                <c:pt idx="6018">
                  <c:v>6.2575936619718311</c:v>
                </c:pt>
                <c:pt idx="6019">
                  <c:v>6.2601830985915496</c:v>
                </c:pt>
                <c:pt idx="6020">
                  <c:v>6.2660225352112677</c:v>
                </c:pt>
                <c:pt idx="6021">
                  <c:v>6.270138028169014</c:v>
                </c:pt>
                <c:pt idx="6022">
                  <c:v>6.2682267605633806</c:v>
                </c:pt>
                <c:pt idx="6023">
                  <c:v>6.2646154929577467</c:v>
                </c:pt>
                <c:pt idx="6024">
                  <c:v>6.2625274647887323</c:v>
                </c:pt>
                <c:pt idx="6025">
                  <c:v>6.2650957746478877</c:v>
                </c:pt>
                <c:pt idx="6026">
                  <c:v>6.2675605633802816</c:v>
                </c:pt>
                <c:pt idx="6027">
                  <c:v>6.2583654929577461</c:v>
                </c:pt>
                <c:pt idx="6028">
                  <c:v>6.2516309859154928</c:v>
                </c:pt>
                <c:pt idx="6029">
                  <c:v>6.2493999999999996</c:v>
                </c:pt>
                <c:pt idx="6030">
                  <c:v>6.2454908450704227</c:v>
                </c:pt>
                <c:pt idx="6031">
                  <c:v>6.2510464788732394</c:v>
                </c:pt>
                <c:pt idx="6032">
                  <c:v>6.2590929577464784</c:v>
                </c:pt>
                <c:pt idx="6033">
                  <c:v>6.2656838028169011</c:v>
                </c:pt>
                <c:pt idx="6034">
                  <c:v>6.2717887323943664</c:v>
                </c:pt>
                <c:pt idx="6035">
                  <c:v>6.2694788732394366</c:v>
                </c:pt>
                <c:pt idx="6036">
                  <c:v>6.2683302816901412</c:v>
                </c:pt>
                <c:pt idx="6037">
                  <c:v>6.2685380281690142</c:v>
                </c:pt>
                <c:pt idx="6038">
                  <c:v>6.2671767605633804</c:v>
                </c:pt>
                <c:pt idx="6039">
                  <c:v>6.2657063380281688</c:v>
                </c:pt>
                <c:pt idx="6040">
                  <c:v>6.2639464788732395</c:v>
                </c:pt>
                <c:pt idx="6041">
                  <c:v>6.2685161971830983</c:v>
                </c:pt>
                <c:pt idx="6042">
                  <c:v>6.2736450704225355</c:v>
                </c:pt>
                <c:pt idx="6043">
                  <c:v>6.2797915492957745</c:v>
                </c:pt>
                <c:pt idx="6044">
                  <c:v>6.2831408450704229</c:v>
                </c:pt>
                <c:pt idx="6045">
                  <c:v>6.2859999999999996</c:v>
                </c:pt>
                <c:pt idx="6046">
                  <c:v>6.2885450704225354</c:v>
                </c:pt>
                <c:pt idx="6047">
                  <c:v>6.2808619718309862</c:v>
                </c:pt>
                <c:pt idx="6048">
                  <c:v>6.2742887323943659</c:v>
                </c:pt>
                <c:pt idx="6049">
                  <c:v>6.2673035211267605</c:v>
                </c:pt>
                <c:pt idx="6050">
                  <c:v>6.2621908450704229</c:v>
                </c:pt>
                <c:pt idx="6051">
                  <c:v>6.263551408450704</c:v>
                </c:pt>
                <c:pt idx="6052">
                  <c:v>6.267366901408451</c:v>
                </c:pt>
                <c:pt idx="6053">
                  <c:v>6.2651084507042256</c:v>
                </c:pt>
                <c:pt idx="6054">
                  <c:v>6.265944366197183</c:v>
                </c:pt>
                <c:pt idx="6055">
                  <c:v>6.2695535211267606</c:v>
                </c:pt>
                <c:pt idx="6056">
                  <c:v>6.2739697183098588</c:v>
                </c:pt>
                <c:pt idx="6057">
                  <c:v>6.2808281690140841</c:v>
                </c:pt>
                <c:pt idx="6058">
                  <c:v>6.2876626760563381</c:v>
                </c:pt>
                <c:pt idx="6059">
                  <c:v>6.2950887323943663</c:v>
                </c:pt>
                <c:pt idx="6060">
                  <c:v>6.2999760563380285</c:v>
                </c:pt>
                <c:pt idx="6061">
                  <c:v>6.3001577464788729</c:v>
                </c:pt>
                <c:pt idx="6062">
                  <c:v>6.2924112676056341</c:v>
                </c:pt>
                <c:pt idx="6063">
                  <c:v>6.2929140845070419</c:v>
                </c:pt>
                <c:pt idx="6064">
                  <c:v>6.3056999999999999</c:v>
                </c:pt>
                <c:pt idx="6065">
                  <c:v>6.3063373239436622</c:v>
                </c:pt>
                <c:pt idx="6066">
                  <c:v>6.3034507042253525</c:v>
                </c:pt>
                <c:pt idx="6067">
                  <c:v>6.3102105633802816</c:v>
                </c:pt>
                <c:pt idx="6068">
                  <c:v>6.3175443661971835</c:v>
                </c:pt>
                <c:pt idx="6069">
                  <c:v>6.3109957746478873</c:v>
                </c:pt>
                <c:pt idx="6070">
                  <c:v>6.3052387323943666</c:v>
                </c:pt>
                <c:pt idx="6071">
                  <c:v>6.3120028169014084</c:v>
                </c:pt>
                <c:pt idx="6072">
                  <c:v>6.3135063380281693</c:v>
                </c:pt>
                <c:pt idx="6073">
                  <c:v>6.3128450704225356</c:v>
                </c:pt>
                <c:pt idx="6074">
                  <c:v>6.3083204225352114</c:v>
                </c:pt>
                <c:pt idx="6075">
                  <c:v>6.30494014084507</c:v>
                </c:pt>
                <c:pt idx="6076">
                  <c:v>6.308145070422535</c:v>
                </c:pt>
                <c:pt idx="6077">
                  <c:v>6.3101338028169014</c:v>
                </c:pt>
                <c:pt idx="6078">
                  <c:v>6.3134971830985913</c:v>
                </c:pt>
                <c:pt idx="6079">
                  <c:v>6.3188950704225348</c:v>
                </c:pt>
                <c:pt idx="6080">
                  <c:v>6.3184133802816902</c:v>
                </c:pt>
                <c:pt idx="6081">
                  <c:v>6.3181345070422532</c:v>
                </c:pt>
                <c:pt idx="6082">
                  <c:v>6.323980985915493</c:v>
                </c:pt>
                <c:pt idx="6083">
                  <c:v>6.3278387323943663</c:v>
                </c:pt>
                <c:pt idx="6084">
                  <c:v>6.3252661971830983</c:v>
                </c:pt>
                <c:pt idx="6085">
                  <c:v>6.3283725352112672</c:v>
                </c:pt>
                <c:pt idx="6086">
                  <c:v>6.3345866197183103</c:v>
                </c:pt>
                <c:pt idx="6087">
                  <c:v>6.3363429577464787</c:v>
                </c:pt>
                <c:pt idx="6088">
                  <c:v>6.3343781690140846</c:v>
                </c:pt>
                <c:pt idx="6089">
                  <c:v>6.3322823943661968</c:v>
                </c:pt>
                <c:pt idx="6090">
                  <c:v>6.3290190140845066</c:v>
                </c:pt>
                <c:pt idx="6091">
                  <c:v>6.3356718309859152</c:v>
                </c:pt>
                <c:pt idx="6092">
                  <c:v>6.3410838028169012</c:v>
                </c:pt>
                <c:pt idx="6093">
                  <c:v>6.3377225352112676</c:v>
                </c:pt>
                <c:pt idx="6094">
                  <c:v>6.3365323943661975</c:v>
                </c:pt>
                <c:pt idx="6095">
                  <c:v>6.3424563380281693</c:v>
                </c:pt>
                <c:pt idx="6096">
                  <c:v>6.3455380281690141</c:v>
                </c:pt>
                <c:pt idx="6097">
                  <c:v>6.343154929577465</c:v>
                </c:pt>
                <c:pt idx="6098">
                  <c:v>6.3399598591549298</c:v>
                </c:pt>
                <c:pt idx="6099">
                  <c:v>6.3387802816901413</c:v>
                </c:pt>
                <c:pt idx="6100">
                  <c:v>6.3415563380281688</c:v>
                </c:pt>
                <c:pt idx="6101">
                  <c:v>6.3455316901408452</c:v>
                </c:pt>
                <c:pt idx="6102">
                  <c:v>6.346861971830986</c:v>
                </c:pt>
                <c:pt idx="6103">
                  <c:v>6.3448021126760565</c:v>
                </c:pt>
                <c:pt idx="6104">
                  <c:v>6.3450584507042258</c:v>
                </c:pt>
                <c:pt idx="6105">
                  <c:v>6.3465443661971834</c:v>
                </c:pt>
                <c:pt idx="6106">
                  <c:v>6.3438809859154928</c:v>
                </c:pt>
                <c:pt idx="6107">
                  <c:v>6.3421774647887323</c:v>
                </c:pt>
                <c:pt idx="6108">
                  <c:v>6.3498838028169011</c:v>
                </c:pt>
                <c:pt idx="6109">
                  <c:v>6.3639147887323944</c:v>
                </c:pt>
                <c:pt idx="6110">
                  <c:v>6.36912323943662</c:v>
                </c:pt>
                <c:pt idx="6111">
                  <c:v>6.3615288732394362</c:v>
                </c:pt>
                <c:pt idx="6112">
                  <c:v>6.3536126760563381</c:v>
                </c:pt>
                <c:pt idx="6113">
                  <c:v>6.3535112676056338</c:v>
                </c:pt>
                <c:pt idx="6114">
                  <c:v>6.3519204225352111</c:v>
                </c:pt>
                <c:pt idx="6115">
                  <c:v>6.344314084507042</c:v>
                </c:pt>
                <c:pt idx="6116">
                  <c:v>6.3386049295774649</c:v>
                </c:pt>
                <c:pt idx="6117">
                  <c:v>6.3382154929577466</c:v>
                </c:pt>
                <c:pt idx="6118">
                  <c:v>6.3419577464788732</c:v>
                </c:pt>
                <c:pt idx="6119">
                  <c:v>6.3487154929577461</c:v>
                </c:pt>
                <c:pt idx="6120">
                  <c:v>6.3569042253521122</c:v>
                </c:pt>
                <c:pt idx="6121">
                  <c:v>6.3589014084507038</c:v>
                </c:pt>
                <c:pt idx="6122">
                  <c:v>6.3602197183098594</c:v>
                </c:pt>
                <c:pt idx="6123">
                  <c:v>6.3667823943661972</c:v>
                </c:pt>
                <c:pt idx="6124">
                  <c:v>6.3684260563380279</c:v>
                </c:pt>
                <c:pt idx="6125">
                  <c:v>6.3689429577464791</c:v>
                </c:pt>
                <c:pt idx="6126">
                  <c:v>6.3804408450704226</c:v>
                </c:pt>
                <c:pt idx="6127">
                  <c:v>6.3861239436619721</c:v>
                </c:pt>
                <c:pt idx="6128">
                  <c:v>6.3757577464788735</c:v>
                </c:pt>
                <c:pt idx="6129">
                  <c:v>6.3691211267605636</c:v>
                </c:pt>
                <c:pt idx="6130">
                  <c:v>6.3718126760563383</c:v>
                </c:pt>
                <c:pt idx="6131">
                  <c:v>6.3776901408450701</c:v>
                </c:pt>
                <c:pt idx="6132">
                  <c:v>6.3761542253521126</c:v>
                </c:pt>
                <c:pt idx="6133">
                  <c:v>6.3700704225352114</c:v>
                </c:pt>
                <c:pt idx="6134">
                  <c:v>6.3663450704225353</c:v>
                </c:pt>
                <c:pt idx="6135">
                  <c:v>6.3688985915492955</c:v>
                </c:pt>
                <c:pt idx="6136">
                  <c:v>6.3764450704225348</c:v>
                </c:pt>
                <c:pt idx="6137">
                  <c:v>6.3843042253521123</c:v>
                </c:pt>
                <c:pt idx="6138">
                  <c:v>6.3927866197183096</c:v>
                </c:pt>
                <c:pt idx="6139">
                  <c:v>6.3940802816901412</c:v>
                </c:pt>
                <c:pt idx="6140">
                  <c:v>6.392785211267606</c:v>
                </c:pt>
                <c:pt idx="6141">
                  <c:v>6.3981485915492957</c:v>
                </c:pt>
                <c:pt idx="6142">
                  <c:v>6.3975697183098594</c:v>
                </c:pt>
                <c:pt idx="6143">
                  <c:v>6.3929915492957745</c:v>
                </c:pt>
                <c:pt idx="6144">
                  <c:v>6.3918035211267608</c:v>
                </c:pt>
                <c:pt idx="6145">
                  <c:v>6.3949718309859156</c:v>
                </c:pt>
                <c:pt idx="6146">
                  <c:v>6.3925070422535208</c:v>
                </c:pt>
                <c:pt idx="6147">
                  <c:v>6.3798732394366198</c:v>
                </c:pt>
                <c:pt idx="6148">
                  <c:v>6.3781021126760562</c:v>
                </c:pt>
                <c:pt idx="6149">
                  <c:v>6.3827852112676053</c:v>
                </c:pt>
                <c:pt idx="6150">
                  <c:v>6.3868112676056334</c:v>
                </c:pt>
                <c:pt idx="6151">
                  <c:v>6.3924943661971829</c:v>
                </c:pt>
                <c:pt idx="6152">
                  <c:v>6.3976830985915489</c:v>
                </c:pt>
                <c:pt idx="6153">
                  <c:v>6.4008802816901404</c:v>
                </c:pt>
                <c:pt idx="6154">
                  <c:v>6.4056014084507042</c:v>
                </c:pt>
                <c:pt idx="6155">
                  <c:v>6.4076852112676059</c:v>
                </c:pt>
                <c:pt idx="6156">
                  <c:v>6.4119774647887322</c:v>
                </c:pt>
                <c:pt idx="6157">
                  <c:v>6.4189042253521125</c:v>
                </c:pt>
                <c:pt idx="6158">
                  <c:v>6.4258915492957742</c:v>
                </c:pt>
                <c:pt idx="6159">
                  <c:v>6.4290330985915496</c:v>
                </c:pt>
                <c:pt idx="6160">
                  <c:v>6.4230549295774644</c:v>
                </c:pt>
                <c:pt idx="6161">
                  <c:v>6.4140690140845074</c:v>
                </c:pt>
                <c:pt idx="6162">
                  <c:v>6.4116429577464791</c:v>
                </c:pt>
                <c:pt idx="6163">
                  <c:v>6.4148521126760567</c:v>
                </c:pt>
                <c:pt idx="6164">
                  <c:v>6.4137450704225349</c:v>
                </c:pt>
                <c:pt idx="6165">
                  <c:v>6.4150654929577469</c:v>
                </c:pt>
                <c:pt idx="6166">
                  <c:v>6.4181929577464789</c:v>
                </c:pt>
                <c:pt idx="6167">
                  <c:v>6.4281239436619719</c:v>
                </c:pt>
                <c:pt idx="6168">
                  <c:v>6.4319352112676054</c:v>
                </c:pt>
                <c:pt idx="6169">
                  <c:v>6.425910563380282</c:v>
                </c:pt>
                <c:pt idx="6170">
                  <c:v>6.420626056338028</c:v>
                </c:pt>
                <c:pt idx="6171">
                  <c:v>6.4195584507042254</c:v>
                </c:pt>
                <c:pt idx="6172">
                  <c:v>6.4263500000000002</c:v>
                </c:pt>
                <c:pt idx="6173">
                  <c:v>6.4366788732394369</c:v>
                </c:pt>
                <c:pt idx="6174">
                  <c:v>6.4309274647887325</c:v>
                </c:pt>
                <c:pt idx="6175">
                  <c:v>6.4225147887323946</c:v>
                </c:pt>
                <c:pt idx="6176">
                  <c:v>6.4234</c:v>
                </c:pt>
                <c:pt idx="6177">
                  <c:v>6.4271373239436622</c:v>
                </c:pt>
                <c:pt idx="6178">
                  <c:v>6.4270598591549293</c:v>
                </c:pt>
                <c:pt idx="6179">
                  <c:v>6.4258281690140846</c:v>
                </c:pt>
                <c:pt idx="6180">
                  <c:v>6.4322014084507044</c:v>
                </c:pt>
                <c:pt idx="6181">
                  <c:v>6.4349683098591548</c:v>
                </c:pt>
                <c:pt idx="6182">
                  <c:v>6.4294500000000001</c:v>
                </c:pt>
                <c:pt idx="6183">
                  <c:v>6.424844366197183</c:v>
                </c:pt>
                <c:pt idx="6184">
                  <c:v>6.4332542253521128</c:v>
                </c:pt>
                <c:pt idx="6185">
                  <c:v>6.441129577464789</c:v>
                </c:pt>
                <c:pt idx="6186">
                  <c:v>6.4403281690140846</c:v>
                </c:pt>
                <c:pt idx="6187">
                  <c:v>6.4353253521126756</c:v>
                </c:pt>
                <c:pt idx="6188">
                  <c:v>6.4326978873239433</c:v>
                </c:pt>
                <c:pt idx="6189">
                  <c:v>6.4299309859154929</c:v>
                </c:pt>
                <c:pt idx="6190">
                  <c:v>6.4335147887323947</c:v>
                </c:pt>
                <c:pt idx="6191">
                  <c:v>6.4415133802816902</c:v>
                </c:pt>
                <c:pt idx="6192">
                  <c:v>6.4472563380281693</c:v>
                </c:pt>
                <c:pt idx="6193">
                  <c:v>6.4451838028169011</c:v>
                </c:pt>
                <c:pt idx="6194">
                  <c:v>6.4457218309859154</c:v>
                </c:pt>
                <c:pt idx="6195">
                  <c:v>6.4459908450704226</c:v>
                </c:pt>
                <c:pt idx="6196">
                  <c:v>6.4512021126760564</c:v>
                </c:pt>
                <c:pt idx="6197">
                  <c:v>6.458602112676056</c:v>
                </c:pt>
                <c:pt idx="6198">
                  <c:v>6.4582528169014086</c:v>
                </c:pt>
                <c:pt idx="6199">
                  <c:v>6.4547246478873239</c:v>
                </c:pt>
                <c:pt idx="6200">
                  <c:v>6.4522394366197187</c:v>
                </c:pt>
                <c:pt idx="6201">
                  <c:v>6.4543774647887329</c:v>
                </c:pt>
                <c:pt idx="6202">
                  <c:v>6.4601746478873237</c:v>
                </c:pt>
                <c:pt idx="6203">
                  <c:v>6.4645288732394368</c:v>
                </c:pt>
                <c:pt idx="6204">
                  <c:v>6.4587380281690141</c:v>
                </c:pt>
                <c:pt idx="6205">
                  <c:v>6.4571521126760567</c:v>
                </c:pt>
                <c:pt idx="6206">
                  <c:v>6.4595901408450702</c:v>
                </c:pt>
                <c:pt idx="6207">
                  <c:v>6.4576035211267602</c:v>
                </c:pt>
                <c:pt idx="6208">
                  <c:v>6.4507077464788729</c:v>
                </c:pt>
                <c:pt idx="6209">
                  <c:v>6.4532725352112674</c:v>
                </c:pt>
                <c:pt idx="6210">
                  <c:v>6.4550521126760563</c:v>
                </c:pt>
                <c:pt idx="6211">
                  <c:v>6.453930985915493</c:v>
                </c:pt>
                <c:pt idx="6212">
                  <c:v>6.456435211267606</c:v>
                </c:pt>
                <c:pt idx="6213">
                  <c:v>6.4591091549295774</c:v>
                </c:pt>
                <c:pt idx="6214">
                  <c:v>6.4694478873239438</c:v>
                </c:pt>
                <c:pt idx="6215">
                  <c:v>6.4815147887323947</c:v>
                </c:pt>
                <c:pt idx="6216">
                  <c:v>6.4776126760563377</c:v>
                </c:pt>
                <c:pt idx="6217">
                  <c:v>6.4731908450704223</c:v>
                </c:pt>
                <c:pt idx="6218">
                  <c:v>6.4773429577464787</c:v>
                </c:pt>
                <c:pt idx="6219">
                  <c:v>6.4835373239436622</c:v>
                </c:pt>
                <c:pt idx="6220">
                  <c:v>6.4866091549295772</c:v>
                </c:pt>
                <c:pt idx="6221">
                  <c:v>6.4836866197183101</c:v>
                </c:pt>
                <c:pt idx="6222">
                  <c:v>6.4752830985915493</c:v>
                </c:pt>
                <c:pt idx="6223">
                  <c:v>6.4723936619718305</c:v>
                </c:pt>
                <c:pt idx="6224">
                  <c:v>6.4749176056338031</c:v>
                </c:pt>
                <c:pt idx="6225">
                  <c:v>6.4721732394366196</c:v>
                </c:pt>
                <c:pt idx="6226">
                  <c:v>6.4711690140845066</c:v>
                </c:pt>
                <c:pt idx="6227">
                  <c:v>6.4714323943661975</c:v>
                </c:pt>
                <c:pt idx="6228">
                  <c:v>6.478054929577465</c:v>
                </c:pt>
                <c:pt idx="6229">
                  <c:v>6.482967605633803</c:v>
                </c:pt>
                <c:pt idx="6230">
                  <c:v>6.4832711267605632</c:v>
                </c:pt>
                <c:pt idx="6231">
                  <c:v>6.4846359154929578</c:v>
                </c:pt>
                <c:pt idx="6232">
                  <c:v>6.4845387323943662</c:v>
                </c:pt>
                <c:pt idx="6233">
                  <c:v>6.4818499999999997</c:v>
                </c:pt>
                <c:pt idx="6234">
                  <c:v>6.4792507042253522</c:v>
                </c:pt>
                <c:pt idx="6235">
                  <c:v>6.4813028169014082</c:v>
                </c:pt>
                <c:pt idx="6236">
                  <c:v>6.4882063380281689</c:v>
                </c:pt>
                <c:pt idx="6237">
                  <c:v>6.4955429577464789</c:v>
                </c:pt>
                <c:pt idx="6238">
                  <c:v>6.4989267605633803</c:v>
                </c:pt>
                <c:pt idx="6239">
                  <c:v>6.5068999999999999</c:v>
                </c:pt>
                <c:pt idx="6240">
                  <c:v>6.5117267605633806</c:v>
                </c:pt>
                <c:pt idx="6241">
                  <c:v>6.5070992957746476</c:v>
                </c:pt>
                <c:pt idx="6242">
                  <c:v>6.4981830985915492</c:v>
                </c:pt>
                <c:pt idx="6243">
                  <c:v>6.4992781690140848</c:v>
                </c:pt>
                <c:pt idx="6244">
                  <c:v>6.5036830985915497</c:v>
                </c:pt>
                <c:pt idx="6245">
                  <c:v>6.5050556338028169</c:v>
                </c:pt>
                <c:pt idx="6246">
                  <c:v>6.5095521126760563</c:v>
                </c:pt>
                <c:pt idx="6247">
                  <c:v>6.5155056338028166</c:v>
                </c:pt>
                <c:pt idx="6248">
                  <c:v>6.5194147887323943</c:v>
                </c:pt>
                <c:pt idx="6249">
                  <c:v>6.5218098591549296</c:v>
                </c:pt>
                <c:pt idx="6250">
                  <c:v>6.5175098591549299</c:v>
                </c:pt>
                <c:pt idx="6251">
                  <c:v>6.5137197183098596</c:v>
                </c:pt>
                <c:pt idx="6252">
                  <c:v>6.5148598591549298</c:v>
                </c:pt>
                <c:pt idx="6253">
                  <c:v>6.5228591549295771</c:v>
                </c:pt>
                <c:pt idx="6254">
                  <c:v>6.527927464788732</c:v>
                </c:pt>
                <c:pt idx="6255">
                  <c:v>6.528711267605634</c:v>
                </c:pt>
                <c:pt idx="6256">
                  <c:v>6.5375147887323948</c:v>
                </c:pt>
                <c:pt idx="6257">
                  <c:v>6.5455373239436616</c:v>
                </c:pt>
                <c:pt idx="6258">
                  <c:v>6.5451838028169016</c:v>
                </c:pt>
                <c:pt idx="6259">
                  <c:v>6.5346753521126759</c:v>
                </c:pt>
                <c:pt idx="6260">
                  <c:v>6.5280992957746475</c:v>
                </c:pt>
                <c:pt idx="6261">
                  <c:v>6.5280288732394371</c:v>
                </c:pt>
                <c:pt idx="6262">
                  <c:v>6.5280429577464787</c:v>
                </c:pt>
                <c:pt idx="6263">
                  <c:v>6.5367063380281687</c:v>
                </c:pt>
                <c:pt idx="6264">
                  <c:v>6.5411704225352114</c:v>
                </c:pt>
                <c:pt idx="6265">
                  <c:v>6.5353626760563381</c:v>
                </c:pt>
                <c:pt idx="6266">
                  <c:v>6.5306408450704225</c:v>
                </c:pt>
                <c:pt idx="6267">
                  <c:v>6.5307084507042257</c:v>
                </c:pt>
                <c:pt idx="6268">
                  <c:v>6.5359767605633801</c:v>
                </c:pt>
                <c:pt idx="6269">
                  <c:v>6.5426147887323944</c:v>
                </c:pt>
                <c:pt idx="6270">
                  <c:v>6.5427809859154928</c:v>
                </c:pt>
                <c:pt idx="6271">
                  <c:v>6.5419845070422538</c:v>
                </c:pt>
                <c:pt idx="6272">
                  <c:v>6.5384394366197185</c:v>
                </c:pt>
                <c:pt idx="6273">
                  <c:v>6.5377802816901411</c:v>
                </c:pt>
                <c:pt idx="6274">
                  <c:v>6.545250704225352</c:v>
                </c:pt>
                <c:pt idx="6275">
                  <c:v>6.5521640845070426</c:v>
                </c:pt>
                <c:pt idx="6276">
                  <c:v>6.5532760563380279</c:v>
                </c:pt>
                <c:pt idx="6277">
                  <c:v>6.5515654929577467</c:v>
                </c:pt>
                <c:pt idx="6278">
                  <c:v>6.5516718309859154</c:v>
                </c:pt>
                <c:pt idx="6279">
                  <c:v>6.5557781690140846</c:v>
                </c:pt>
                <c:pt idx="6280">
                  <c:v>6.5596176056338029</c:v>
                </c:pt>
                <c:pt idx="6281">
                  <c:v>6.5654443661971831</c:v>
                </c:pt>
                <c:pt idx="6282">
                  <c:v>6.5651281690140841</c:v>
                </c:pt>
                <c:pt idx="6283">
                  <c:v>6.5665943661971831</c:v>
                </c:pt>
                <c:pt idx="6284">
                  <c:v>6.5694809859154928</c:v>
                </c:pt>
                <c:pt idx="6285">
                  <c:v>6.5727711267605633</c:v>
                </c:pt>
                <c:pt idx="6286">
                  <c:v>6.5722683098591546</c:v>
                </c:pt>
                <c:pt idx="6287">
                  <c:v>6.5645429577464789</c:v>
                </c:pt>
                <c:pt idx="6288">
                  <c:v>6.5647492957746483</c:v>
                </c:pt>
                <c:pt idx="6289">
                  <c:v>6.5676105633802813</c:v>
                </c:pt>
                <c:pt idx="6290">
                  <c:v>6.5635359154929578</c:v>
                </c:pt>
                <c:pt idx="6291">
                  <c:v>6.5604260563380281</c:v>
                </c:pt>
                <c:pt idx="6292">
                  <c:v>6.5571661971830988</c:v>
                </c:pt>
                <c:pt idx="6293">
                  <c:v>6.5511795774647883</c:v>
                </c:pt>
                <c:pt idx="6294">
                  <c:v>6.5464450704225357</c:v>
                </c:pt>
                <c:pt idx="6295">
                  <c:v>6.5517676056338026</c:v>
                </c:pt>
                <c:pt idx="6296">
                  <c:v>6.5640753521126758</c:v>
                </c:pt>
                <c:pt idx="6297">
                  <c:v>6.5695387323943661</c:v>
                </c:pt>
                <c:pt idx="6298">
                  <c:v>6.5678549295774644</c:v>
                </c:pt>
                <c:pt idx="6299">
                  <c:v>6.56258661971831</c:v>
                </c:pt>
                <c:pt idx="6300">
                  <c:v>6.5601246478873243</c:v>
                </c:pt>
                <c:pt idx="6301">
                  <c:v>6.5628091549295773</c:v>
                </c:pt>
                <c:pt idx="6302">
                  <c:v>6.565720422535211</c:v>
                </c:pt>
                <c:pt idx="6303">
                  <c:v>6.5643683098591552</c:v>
                </c:pt>
                <c:pt idx="6304">
                  <c:v>6.5655739436619722</c:v>
                </c:pt>
                <c:pt idx="6305">
                  <c:v>6.5688204225352109</c:v>
                </c:pt>
                <c:pt idx="6306">
                  <c:v>6.5686436619718309</c:v>
                </c:pt>
                <c:pt idx="6307">
                  <c:v>6.5705147887323943</c:v>
                </c:pt>
                <c:pt idx="6308">
                  <c:v>6.5654774647887324</c:v>
                </c:pt>
                <c:pt idx="6309">
                  <c:v>6.5606718309859158</c:v>
                </c:pt>
                <c:pt idx="6310">
                  <c:v>6.5655978873239436</c:v>
                </c:pt>
                <c:pt idx="6311">
                  <c:v>6.5697563380281689</c:v>
                </c:pt>
                <c:pt idx="6312">
                  <c:v>6.5738183098591545</c:v>
                </c:pt>
                <c:pt idx="6313">
                  <c:v>6.5806000000000004</c:v>
                </c:pt>
                <c:pt idx="6314">
                  <c:v>6.5858711267605639</c:v>
                </c:pt>
                <c:pt idx="6315">
                  <c:v>6.5880485915492955</c:v>
                </c:pt>
                <c:pt idx="6316">
                  <c:v>6.5905873239436623</c:v>
                </c:pt>
                <c:pt idx="6317">
                  <c:v>6.5931140845070422</c:v>
                </c:pt>
                <c:pt idx="6318">
                  <c:v>6.5941584507042252</c:v>
                </c:pt>
                <c:pt idx="6319">
                  <c:v>6.5952922535211265</c:v>
                </c:pt>
                <c:pt idx="6320">
                  <c:v>6.5922190140845069</c:v>
                </c:pt>
                <c:pt idx="6321">
                  <c:v>6.5960999999999999</c:v>
                </c:pt>
                <c:pt idx="6322">
                  <c:v>6.5985021126760568</c:v>
                </c:pt>
                <c:pt idx="6323">
                  <c:v>6.5939542253521122</c:v>
                </c:pt>
                <c:pt idx="6324">
                  <c:v>6.6014887323943663</c:v>
                </c:pt>
                <c:pt idx="6325">
                  <c:v>6.6100605633802818</c:v>
                </c:pt>
                <c:pt idx="6326">
                  <c:v>6.6053147887323949</c:v>
                </c:pt>
                <c:pt idx="6327">
                  <c:v>6.6018274647887321</c:v>
                </c:pt>
                <c:pt idx="6328">
                  <c:v>6.6055492957746482</c:v>
                </c:pt>
                <c:pt idx="6329">
                  <c:v>6.6137683098591546</c:v>
                </c:pt>
                <c:pt idx="6330">
                  <c:v>6.6170894366197182</c:v>
                </c:pt>
                <c:pt idx="6331">
                  <c:v>6.6154732394366196</c:v>
                </c:pt>
                <c:pt idx="6332">
                  <c:v>6.6163239436619721</c:v>
                </c:pt>
                <c:pt idx="6333">
                  <c:v>6.6134964788732393</c:v>
                </c:pt>
                <c:pt idx="6334">
                  <c:v>6.6050929577464785</c:v>
                </c:pt>
                <c:pt idx="6335">
                  <c:v>6.5997894366197185</c:v>
                </c:pt>
                <c:pt idx="6336">
                  <c:v>6.6059260563380278</c:v>
                </c:pt>
                <c:pt idx="6337">
                  <c:v>6.6162070422535209</c:v>
                </c:pt>
                <c:pt idx="6338">
                  <c:v>6.6176830985915496</c:v>
                </c:pt>
                <c:pt idx="6339">
                  <c:v>6.6138232394366199</c:v>
                </c:pt>
                <c:pt idx="6340">
                  <c:v>6.6076169014084503</c:v>
                </c:pt>
                <c:pt idx="6341">
                  <c:v>6.6038901408450705</c:v>
                </c:pt>
                <c:pt idx="6342">
                  <c:v>6.6046725352112681</c:v>
                </c:pt>
                <c:pt idx="6343">
                  <c:v>6.6067809859154929</c:v>
                </c:pt>
                <c:pt idx="6344">
                  <c:v>6.6069535211267603</c:v>
                </c:pt>
                <c:pt idx="6345">
                  <c:v>6.6052429577464791</c:v>
                </c:pt>
                <c:pt idx="6346">
                  <c:v>6.6081239436619716</c:v>
                </c:pt>
                <c:pt idx="6347">
                  <c:v>6.6125380281690145</c:v>
                </c:pt>
                <c:pt idx="6348">
                  <c:v>6.6147429577464791</c:v>
                </c:pt>
                <c:pt idx="6349">
                  <c:v>6.6138204225352109</c:v>
                </c:pt>
                <c:pt idx="6350">
                  <c:v>6.6120443661971828</c:v>
                </c:pt>
                <c:pt idx="6351">
                  <c:v>6.6031253521126763</c:v>
                </c:pt>
                <c:pt idx="6352">
                  <c:v>6.599856338028169</c:v>
                </c:pt>
                <c:pt idx="6353">
                  <c:v>6.5999563380281687</c:v>
                </c:pt>
                <c:pt idx="6354">
                  <c:v>6.6040957746478872</c:v>
                </c:pt>
                <c:pt idx="6355">
                  <c:v>6.6123154929577463</c:v>
                </c:pt>
                <c:pt idx="6356">
                  <c:v>6.6186570422535214</c:v>
                </c:pt>
                <c:pt idx="6357">
                  <c:v>6.6221922535211268</c:v>
                </c:pt>
                <c:pt idx="6358">
                  <c:v>6.6221077464788731</c:v>
                </c:pt>
                <c:pt idx="6359">
                  <c:v>6.6211169014084508</c:v>
                </c:pt>
                <c:pt idx="6360">
                  <c:v>6.6200028169014082</c:v>
                </c:pt>
                <c:pt idx="6361">
                  <c:v>6.617145774647887</c:v>
                </c:pt>
                <c:pt idx="6362">
                  <c:v>6.6176359154929578</c:v>
                </c:pt>
                <c:pt idx="6363">
                  <c:v>6.6179654929577465</c:v>
                </c:pt>
                <c:pt idx="6364">
                  <c:v>6.6113584507042251</c:v>
                </c:pt>
                <c:pt idx="6365">
                  <c:v>6.6093507042253519</c:v>
                </c:pt>
                <c:pt idx="6366">
                  <c:v>6.6153563380281692</c:v>
                </c:pt>
                <c:pt idx="6367">
                  <c:v>6.6101422535211265</c:v>
                </c:pt>
                <c:pt idx="6368">
                  <c:v>6.6131366197183095</c:v>
                </c:pt>
                <c:pt idx="6369">
                  <c:v>6.6190690140845074</c:v>
                </c:pt>
                <c:pt idx="6370">
                  <c:v>6.6231436619718309</c:v>
                </c:pt>
                <c:pt idx="6371">
                  <c:v>6.6248732394366199</c:v>
                </c:pt>
                <c:pt idx="6372">
                  <c:v>6.6230197183098589</c:v>
                </c:pt>
                <c:pt idx="6373">
                  <c:v>6.6221528169014086</c:v>
                </c:pt>
                <c:pt idx="6374">
                  <c:v>6.621494366197183</c:v>
                </c:pt>
                <c:pt idx="6375">
                  <c:v>6.6233950704225348</c:v>
                </c:pt>
                <c:pt idx="6376">
                  <c:v>6.6223922535211273</c:v>
                </c:pt>
                <c:pt idx="6377">
                  <c:v>6.6140316901408447</c:v>
                </c:pt>
                <c:pt idx="6378">
                  <c:v>6.612468309859155</c:v>
                </c:pt>
                <c:pt idx="6379">
                  <c:v>6.613215492957746</c:v>
                </c:pt>
                <c:pt idx="6380">
                  <c:v>6.6096176056338027</c:v>
                </c:pt>
                <c:pt idx="6381">
                  <c:v>6.6055577464788735</c:v>
                </c:pt>
                <c:pt idx="6382">
                  <c:v>6.6012035211267603</c:v>
                </c:pt>
                <c:pt idx="6383">
                  <c:v>6.6043415492957749</c:v>
                </c:pt>
                <c:pt idx="6384">
                  <c:v>6.6050443661971832</c:v>
                </c:pt>
                <c:pt idx="6385">
                  <c:v>6.6089281690140842</c:v>
                </c:pt>
                <c:pt idx="6386">
                  <c:v>6.6143260563380277</c:v>
                </c:pt>
                <c:pt idx="6387">
                  <c:v>6.6112436619718311</c:v>
                </c:pt>
                <c:pt idx="6388">
                  <c:v>6.6136725352112675</c:v>
                </c:pt>
                <c:pt idx="6389">
                  <c:v>6.6181359154929575</c:v>
                </c:pt>
                <c:pt idx="6390">
                  <c:v>6.6165211267605635</c:v>
                </c:pt>
                <c:pt idx="6391">
                  <c:v>6.6210380281690142</c:v>
                </c:pt>
                <c:pt idx="6392">
                  <c:v>6.6255936619718305</c:v>
                </c:pt>
                <c:pt idx="6393">
                  <c:v>6.6178063380281689</c:v>
                </c:pt>
                <c:pt idx="6394">
                  <c:v>6.609455633802817</c:v>
                </c:pt>
                <c:pt idx="6395">
                  <c:v>6.6191612676056337</c:v>
                </c:pt>
                <c:pt idx="6396">
                  <c:v>6.6324929577464786</c:v>
                </c:pt>
                <c:pt idx="6397">
                  <c:v>6.6352352112676058</c:v>
                </c:pt>
                <c:pt idx="6398">
                  <c:v>6.6283619718309863</c:v>
                </c:pt>
                <c:pt idx="6399">
                  <c:v>6.6213556338028168</c:v>
                </c:pt>
                <c:pt idx="6400">
                  <c:v>6.6220436619718308</c:v>
                </c:pt>
                <c:pt idx="6401">
                  <c:v>6.618782394366197</c:v>
                </c:pt>
                <c:pt idx="6402">
                  <c:v>6.6153274647887326</c:v>
                </c:pt>
                <c:pt idx="6403">
                  <c:v>6.6140690140845066</c:v>
                </c:pt>
                <c:pt idx="6404">
                  <c:v>6.6112429577464784</c:v>
                </c:pt>
                <c:pt idx="6405">
                  <c:v>6.6034302816901409</c:v>
                </c:pt>
                <c:pt idx="6406">
                  <c:v>6.602831690140845</c:v>
                </c:pt>
                <c:pt idx="6407">
                  <c:v>6.6067091549295771</c:v>
                </c:pt>
                <c:pt idx="6408">
                  <c:v>6.5996725352112673</c:v>
                </c:pt>
                <c:pt idx="6409">
                  <c:v>6.5970394366197187</c:v>
                </c:pt>
                <c:pt idx="6410">
                  <c:v>6.6032683098591551</c:v>
                </c:pt>
                <c:pt idx="6411">
                  <c:v>6.6057845070422534</c:v>
                </c:pt>
                <c:pt idx="6412">
                  <c:v>6.6079098591549297</c:v>
                </c:pt>
                <c:pt idx="6413">
                  <c:v>6.611079577464789</c:v>
                </c:pt>
                <c:pt idx="6414">
                  <c:v>6.6106330985915491</c:v>
                </c:pt>
                <c:pt idx="6415">
                  <c:v>6.6122133802816903</c:v>
                </c:pt>
                <c:pt idx="6416">
                  <c:v>6.6092718309859153</c:v>
                </c:pt>
                <c:pt idx="6417">
                  <c:v>6.6041161971830986</c:v>
                </c:pt>
                <c:pt idx="6418">
                  <c:v>6.6032218309859152</c:v>
                </c:pt>
                <c:pt idx="6419">
                  <c:v>6.6019098591549294</c:v>
                </c:pt>
                <c:pt idx="6420">
                  <c:v>6.5985415492957742</c:v>
                </c:pt>
                <c:pt idx="6421">
                  <c:v>6.5960323943661976</c:v>
                </c:pt>
                <c:pt idx="6422">
                  <c:v>6.5922464788732391</c:v>
                </c:pt>
                <c:pt idx="6423">
                  <c:v>6.5884197183098596</c:v>
                </c:pt>
                <c:pt idx="6424">
                  <c:v>6.5916232394366201</c:v>
                </c:pt>
                <c:pt idx="6425">
                  <c:v>6.5946838028169017</c:v>
                </c:pt>
                <c:pt idx="6426">
                  <c:v>6.5951852112676059</c:v>
                </c:pt>
                <c:pt idx="6427">
                  <c:v>6.5941521126760563</c:v>
                </c:pt>
                <c:pt idx="6428">
                  <c:v>6.5963549295774646</c:v>
                </c:pt>
                <c:pt idx="6429">
                  <c:v>6.5941253521126759</c:v>
                </c:pt>
                <c:pt idx="6430">
                  <c:v>6.5914549295774645</c:v>
                </c:pt>
                <c:pt idx="6431">
                  <c:v>6.5958429577464788</c:v>
                </c:pt>
                <c:pt idx="6432">
                  <c:v>6.5963873239436621</c:v>
                </c:pt>
                <c:pt idx="6433">
                  <c:v>6.5962866197183097</c:v>
                </c:pt>
                <c:pt idx="6434">
                  <c:v>6.5941169014084506</c:v>
                </c:pt>
                <c:pt idx="6435">
                  <c:v>6.5873845070422536</c:v>
                </c:pt>
                <c:pt idx="6436">
                  <c:v>6.5861640845070424</c:v>
                </c:pt>
                <c:pt idx="6437">
                  <c:v>6.5846443661971836</c:v>
                </c:pt>
                <c:pt idx="6438">
                  <c:v>6.5783183098591547</c:v>
                </c:pt>
                <c:pt idx="6439">
                  <c:v>6.5799373239436623</c:v>
                </c:pt>
                <c:pt idx="6440">
                  <c:v>6.592779577464789</c:v>
                </c:pt>
                <c:pt idx="6441">
                  <c:v>6.5998943661971827</c:v>
                </c:pt>
                <c:pt idx="6442">
                  <c:v>6.6018211267605631</c:v>
                </c:pt>
                <c:pt idx="6443">
                  <c:v>6.5998521126760563</c:v>
                </c:pt>
                <c:pt idx="6444">
                  <c:v>6.5897373239436616</c:v>
                </c:pt>
                <c:pt idx="6445">
                  <c:v>6.5809915492957742</c:v>
                </c:pt>
                <c:pt idx="6446">
                  <c:v>6.5767387323943662</c:v>
                </c:pt>
                <c:pt idx="6447">
                  <c:v>6.5813373239436617</c:v>
                </c:pt>
                <c:pt idx="6448">
                  <c:v>6.5854901408450708</c:v>
                </c:pt>
                <c:pt idx="6449">
                  <c:v>6.5867556338028166</c:v>
                </c:pt>
                <c:pt idx="6450">
                  <c:v>6.5853352112676058</c:v>
                </c:pt>
                <c:pt idx="6451">
                  <c:v>6.5899007042253519</c:v>
                </c:pt>
                <c:pt idx="6452">
                  <c:v>6.590458450704225</c:v>
                </c:pt>
                <c:pt idx="6453">
                  <c:v>6.5856408450704222</c:v>
                </c:pt>
                <c:pt idx="6454">
                  <c:v>6.5856697183098589</c:v>
                </c:pt>
                <c:pt idx="6455">
                  <c:v>6.5821176056338029</c:v>
                </c:pt>
                <c:pt idx="6456">
                  <c:v>6.5736274647887321</c:v>
                </c:pt>
                <c:pt idx="6457">
                  <c:v>6.5714056338028168</c:v>
                </c:pt>
                <c:pt idx="6458">
                  <c:v>6.5707063380281694</c:v>
                </c:pt>
                <c:pt idx="6459">
                  <c:v>6.571433098591549</c:v>
                </c:pt>
                <c:pt idx="6460">
                  <c:v>6.5718971830985913</c:v>
                </c:pt>
                <c:pt idx="6461">
                  <c:v>6.5734478873239439</c:v>
                </c:pt>
                <c:pt idx="6462">
                  <c:v>6.5730640845070418</c:v>
                </c:pt>
                <c:pt idx="6463">
                  <c:v>6.5659964788732399</c:v>
                </c:pt>
                <c:pt idx="6464">
                  <c:v>6.5577443661971833</c:v>
                </c:pt>
                <c:pt idx="6465">
                  <c:v>6.5539183098591547</c:v>
                </c:pt>
                <c:pt idx="6466">
                  <c:v>6.5595197183098595</c:v>
                </c:pt>
                <c:pt idx="6467">
                  <c:v>6.563132394366197</c:v>
                </c:pt>
                <c:pt idx="6468">
                  <c:v>6.5603577464788732</c:v>
                </c:pt>
                <c:pt idx="6469">
                  <c:v>6.5582894366197184</c:v>
                </c:pt>
                <c:pt idx="6470">
                  <c:v>6.5590507042253519</c:v>
                </c:pt>
                <c:pt idx="6471">
                  <c:v>6.5618499999999997</c:v>
                </c:pt>
                <c:pt idx="6472">
                  <c:v>6.5603725352112674</c:v>
                </c:pt>
                <c:pt idx="6473">
                  <c:v>6.5505957746478876</c:v>
                </c:pt>
                <c:pt idx="6474">
                  <c:v>6.5512690140845073</c:v>
                </c:pt>
                <c:pt idx="6475">
                  <c:v>6.5548809859154931</c:v>
                </c:pt>
                <c:pt idx="6476">
                  <c:v>6.5549901408450708</c:v>
                </c:pt>
                <c:pt idx="6477">
                  <c:v>6.553049295774648</c:v>
                </c:pt>
                <c:pt idx="6478">
                  <c:v>6.5514246478873241</c:v>
                </c:pt>
                <c:pt idx="6479">
                  <c:v>6.5494169014084509</c:v>
                </c:pt>
                <c:pt idx="6480">
                  <c:v>6.5413788732394362</c:v>
                </c:pt>
                <c:pt idx="6481">
                  <c:v>6.5352542253521131</c:v>
                </c:pt>
                <c:pt idx="6482">
                  <c:v>6.5322253521126763</c:v>
                </c:pt>
                <c:pt idx="6483">
                  <c:v>6.5354894366197183</c:v>
                </c:pt>
                <c:pt idx="6484">
                  <c:v>6.5369697183098587</c:v>
                </c:pt>
                <c:pt idx="6485">
                  <c:v>6.5392661971830988</c:v>
                </c:pt>
                <c:pt idx="6486">
                  <c:v>6.5436908450704223</c:v>
                </c:pt>
                <c:pt idx="6487">
                  <c:v>6.5419471830985918</c:v>
                </c:pt>
                <c:pt idx="6488">
                  <c:v>6.5415471830985918</c:v>
                </c:pt>
                <c:pt idx="6489">
                  <c:v>6.5423859154929573</c:v>
                </c:pt>
                <c:pt idx="6490">
                  <c:v>6.539792253521127</c:v>
                </c:pt>
                <c:pt idx="6491">
                  <c:v>6.5303514084507039</c:v>
                </c:pt>
                <c:pt idx="6492">
                  <c:v>6.5194626760563379</c:v>
                </c:pt>
                <c:pt idx="6493">
                  <c:v>6.5241028169014088</c:v>
                </c:pt>
                <c:pt idx="6494">
                  <c:v>6.5330359154929578</c:v>
                </c:pt>
                <c:pt idx="6495">
                  <c:v>6.5341880281690141</c:v>
                </c:pt>
                <c:pt idx="6496">
                  <c:v>6.5254718309859152</c:v>
                </c:pt>
                <c:pt idx="6497">
                  <c:v>6.5193246478873244</c:v>
                </c:pt>
                <c:pt idx="6498">
                  <c:v>6.515460563380282</c:v>
                </c:pt>
                <c:pt idx="6499">
                  <c:v>6.5113950704225356</c:v>
                </c:pt>
                <c:pt idx="6500">
                  <c:v>6.5103436619718309</c:v>
                </c:pt>
                <c:pt idx="6501">
                  <c:v>6.5139992957746475</c:v>
                </c:pt>
                <c:pt idx="6502">
                  <c:v>6.5095774647887321</c:v>
                </c:pt>
                <c:pt idx="6503">
                  <c:v>6.5052852112676058</c:v>
                </c:pt>
                <c:pt idx="6504">
                  <c:v>6.5106204225352116</c:v>
                </c:pt>
                <c:pt idx="6505">
                  <c:v>6.5116795774647889</c:v>
                </c:pt>
                <c:pt idx="6506">
                  <c:v>6.5078161971830983</c:v>
                </c:pt>
                <c:pt idx="6507">
                  <c:v>6.5062633802816903</c:v>
                </c:pt>
                <c:pt idx="6508">
                  <c:v>6.5067669014084508</c:v>
                </c:pt>
                <c:pt idx="6509">
                  <c:v>6.5054436619718308</c:v>
                </c:pt>
                <c:pt idx="6510">
                  <c:v>6.5032197183098592</c:v>
                </c:pt>
                <c:pt idx="6511">
                  <c:v>6.5034147887323943</c:v>
                </c:pt>
                <c:pt idx="6512">
                  <c:v>6.5024915492957742</c:v>
                </c:pt>
                <c:pt idx="6513">
                  <c:v>6.4964154929577465</c:v>
                </c:pt>
                <c:pt idx="6514">
                  <c:v>6.4845211267605638</c:v>
                </c:pt>
                <c:pt idx="6515">
                  <c:v>6.4813535211267608</c:v>
                </c:pt>
                <c:pt idx="6516">
                  <c:v>6.4878647887323941</c:v>
                </c:pt>
                <c:pt idx="6517">
                  <c:v>6.4897760563380285</c:v>
                </c:pt>
                <c:pt idx="6518">
                  <c:v>6.488711267605634</c:v>
                </c:pt>
                <c:pt idx="6519">
                  <c:v>6.4882823943661974</c:v>
                </c:pt>
                <c:pt idx="6520">
                  <c:v>6.4838485915492958</c:v>
                </c:pt>
                <c:pt idx="6521">
                  <c:v>6.4787190140845068</c:v>
                </c:pt>
                <c:pt idx="6522">
                  <c:v>6.4750718309859154</c:v>
                </c:pt>
                <c:pt idx="6523">
                  <c:v>6.473845774647887</c:v>
                </c:pt>
                <c:pt idx="6524">
                  <c:v>6.4806133802816905</c:v>
                </c:pt>
                <c:pt idx="6525">
                  <c:v>6.4946964788732391</c:v>
                </c:pt>
                <c:pt idx="6526">
                  <c:v>6.4986190140845075</c:v>
                </c:pt>
                <c:pt idx="6527">
                  <c:v>6.4956669014084509</c:v>
                </c:pt>
                <c:pt idx="6528">
                  <c:v>6.4961492957746483</c:v>
                </c:pt>
                <c:pt idx="6529">
                  <c:v>6.4930802816901405</c:v>
                </c:pt>
                <c:pt idx="6530">
                  <c:v>6.4909908450704226</c:v>
                </c:pt>
                <c:pt idx="6531">
                  <c:v>6.4898063380281688</c:v>
                </c:pt>
                <c:pt idx="6532">
                  <c:v>6.4905352112676056</c:v>
                </c:pt>
                <c:pt idx="6533">
                  <c:v>6.4915633802816899</c:v>
                </c:pt>
                <c:pt idx="6534">
                  <c:v>6.4908535211267608</c:v>
                </c:pt>
                <c:pt idx="6535">
                  <c:v>6.4825985915492961</c:v>
                </c:pt>
                <c:pt idx="6536">
                  <c:v>6.480426056338028</c:v>
                </c:pt>
                <c:pt idx="6537">
                  <c:v>6.4787133802816905</c:v>
                </c:pt>
                <c:pt idx="6538">
                  <c:v>6.477800704225352</c:v>
                </c:pt>
                <c:pt idx="6539">
                  <c:v>6.4704401408450707</c:v>
                </c:pt>
                <c:pt idx="6540">
                  <c:v>6.4649950704225354</c:v>
                </c:pt>
                <c:pt idx="6541">
                  <c:v>6.4690711267605634</c:v>
                </c:pt>
                <c:pt idx="6542">
                  <c:v>6.4721077464788737</c:v>
                </c:pt>
                <c:pt idx="6543">
                  <c:v>6.4698816901408449</c:v>
                </c:pt>
                <c:pt idx="6544">
                  <c:v>6.4716690140845072</c:v>
                </c:pt>
                <c:pt idx="6545">
                  <c:v>6.4702690140845069</c:v>
                </c:pt>
                <c:pt idx="6546">
                  <c:v>6.4674802816901407</c:v>
                </c:pt>
                <c:pt idx="6547">
                  <c:v>6.4730239436619721</c:v>
                </c:pt>
                <c:pt idx="6548">
                  <c:v>6.4774838028169013</c:v>
                </c:pt>
                <c:pt idx="6549">
                  <c:v>6.4748457746478874</c:v>
                </c:pt>
                <c:pt idx="6550">
                  <c:v>6.4707823943661973</c:v>
                </c:pt>
                <c:pt idx="6551">
                  <c:v>6.4699007042253518</c:v>
                </c:pt>
                <c:pt idx="6552">
                  <c:v>6.4646049295774652</c:v>
                </c:pt>
                <c:pt idx="6553">
                  <c:v>6.4605795774647889</c:v>
                </c:pt>
                <c:pt idx="6554">
                  <c:v>6.4635795774647891</c:v>
                </c:pt>
                <c:pt idx="6555">
                  <c:v>6.4758802816901406</c:v>
                </c:pt>
                <c:pt idx="6556">
                  <c:v>6.4798640845070423</c:v>
                </c:pt>
                <c:pt idx="6557">
                  <c:v>6.4777380281690142</c:v>
                </c:pt>
                <c:pt idx="6558">
                  <c:v>6.4774450704225348</c:v>
                </c:pt>
                <c:pt idx="6559">
                  <c:v>6.4733823943661974</c:v>
                </c:pt>
                <c:pt idx="6560">
                  <c:v>6.4764859154929582</c:v>
                </c:pt>
                <c:pt idx="6561">
                  <c:v>6.480342253521127</c:v>
                </c:pt>
                <c:pt idx="6562">
                  <c:v>6.4790915492957746</c:v>
                </c:pt>
                <c:pt idx="6563">
                  <c:v>6.470990845070423</c:v>
                </c:pt>
                <c:pt idx="6564">
                  <c:v>6.4607077464788736</c:v>
                </c:pt>
                <c:pt idx="6565">
                  <c:v>6.4568338028169014</c:v>
                </c:pt>
                <c:pt idx="6566">
                  <c:v>6.4587000000000003</c:v>
                </c:pt>
                <c:pt idx="6567">
                  <c:v>6.453692253521127</c:v>
                </c:pt>
                <c:pt idx="6568">
                  <c:v>6.4453105633802821</c:v>
                </c:pt>
                <c:pt idx="6569">
                  <c:v>6.446439436619718</c:v>
                </c:pt>
                <c:pt idx="6570">
                  <c:v>6.4512598591549297</c:v>
                </c:pt>
                <c:pt idx="6571">
                  <c:v>6.4509485915492961</c:v>
                </c:pt>
                <c:pt idx="6572">
                  <c:v>6.4501309859154929</c:v>
                </c:pt>
                <c:pt idx="6573">
                  <c:v>6.4502500000000005</c:v>
                </c:pt>
                <c:pt idx="6574">
                  <c:v>6.4438098591549293</c:v>
                </c:pt>
                <c:pt idx="6575">
                  <c:v>6.4356161971830987</c:v>
                </c:pt>
                <c:pt idx="6576">
                  <c:v>6.4356485915492954</c:v>
                </c:pt>
                <c:pt idx="6577">
                  <c:v>6.4356936619718308</c:v>
                </c:pt>
                <c:pt idx="6578">
                  <c:v>6.4356809859154929</c:v>
                </c:pt>
                <c:pt idx="6579">
                  <c:v>6.436477464788732</c:v>
                </c:pt>
                <c:pt idx="6580">
                  <c:v>6.4439901408450702</c:v>
                </c:pt>
                <c:pt idx="6581">
                  <c:v>6.454048591549296</c:v>
                </c:pt>
                <c:pt idx="6582">
                  <c:v>6.4488070422535211</c:v>
                </c:pt>
                <c:pt idx="6583">
                  <c:v>6.4340845070422539</c:v>
                </c:pt>
                <c:pt idx="6584">
                  <c:v>6.42309014084507</c:v>
                </c:pt>
                <c:pt idx="6585">
                  <c:v>6.4263732394366198</c:v>
                </c:pt>
                <c:pt idx="6586">
                  <c:v>6.4321985915492954</c:v>
                </c:pt>
                <c:pt idx="6587">
                  <c:v>6.4286492957746475</c:v>
                </c:pt>
                <c:pt idx="6588">
                  <c:v>6.4272739436619721</c:v>
                </c:pt>
                <c:pt idx="6589">
                  <c:v>6.4261661971830986</c:v>
                </c:pt>
                <c:pt idx="6590">
                  <c:v>6.4256887323943666</c:v>
                </c:pt>
                <c:pt idx="6591">
                  <c:v>6.4216929577464787</c:v>
                </c:pt>
                <c:pt idx="6592">
                  <c:v>6.4209563380281693</c:v>
                </c:pt>
                <c:pt idx="6593">
                  <c:v>6.4242880281690145</c:v>
                </c:pt>
                <c:pt idx="6594">
                  <c:v>6.4227781690140846</c:v>
                </c:pt>
                <c:pt idx="6595">
                  <c:v>6.4262211267605638</c:v>
                </c:pt>
                <c:pt idx="6596">
                  <c:v>6.4304753521126763</c:v>
                </c:pt>
                <c:pt idx="6597">
                  <c:v>6.4249964788732399</c:v>
                </c:pt>
                <c:pt idx="6598">
                  <c:v>6.4336521126760564</c:v>
                </c:pt>
                <c:pt idx="6599">
                  <c:v>6.4419704225352117</c:v>
                </c:pt>
                <c:pt idx="6600">
                  <c:v>6.4384190140845075</c:v>
                </c:pt>
                <c:pt idx="6601">
                  <c:v>6.4333380281690138</c:v>
                </c:pt>
                <c:pt idx="6602">
                  <c:v>6.4341176056338032</c:v>
                </c:pt>
                <c:pt idx="6603">
                  <c:v>6.4331507042253522</c:v>
                </c:pt>
                <c:pt idx="6604">
                  <c:v>6.43931338028169</c:v>
                </c:pt>
                <c:pt idx="6605">
                  <c:v>6.4471436619718308</c:v>
                </c:pt>
                <c:pt idx="6606">
                  <c:v>6.4514119718309857</c:v>
                </c:pt>
                <c:pt idx="6607">
                  <c:v>6.4576084507042255</c:v>
                </c:pt>
                <c:pt idx="6608">
                  <c:v>6.4578345070422536</c:v>
                </c:pt>
                <c:pt idx="6609">
                  <c:v>6.4522007042253522</c:v>
                </c:pt>
                <c:pt idx="6610">
                  <c:v>6.4416225352112679</c:v>
                </c:pt>
                <c:pt idx="6611">
                  <c:v>6.4375161971830988</c:v>
                </c:pt>
                <c:pt idx="6612">
                  <c:v>6.440587323943662</c:v>
                </c:pt>
                <c:pt idx="6613">
                  <c:v>6.436892253521127</c:v>
                </c:pt>
                <c:pt idx="6614">
                  <c:v>6.4328591549295773</c:v>
                </c:pt>
                <c:pt idx="6615">
                  <c:v>6.4326302816901411</c:v>
                </c:pt>
                <c:pt idx="6616">
                  <c:v>6.4260401408450702</c:v>
                </c:pt>
                <c:pt idx="6617">
                  <c:v>6.4168295774647888</c:v>
                </c:pt>
                <c:pt idx="6618">
                  <c:v>6.4057288732394362</c:v>
                </c:pt>
                <c:pt idx="6619">
                  <c:v>6.3971978873239435</c:v>
                </c:pt>
                <c:pt idx="6620">
                  <c:v>6.3961316901408454</c:v>
                </c:pt>
                <c:pt idx="6621">
                  <c:v>6.3940267605633805</c:v>
                </c:pt>
                <c:pt idx="6622">
                  <c:v>6.3998450704225354</c:v>
                </c:pt>
                <c:pt idx="6623">
                  <c:v>6.4103725352112679</c:v>
                </c:pt>
                <c:pt idx="6624">
                  <c:v>6.4194021126760568</c:v>
                </c:pt>
                <c:pt idx="6625">
                  <c:v>6.4217781690140843</c:v>
                </c:pt>
                <c:pt idx="6626">
                  <c:v>6.4185887323943662</c:v>
                </c:pt>
                <c:pt idx="6627">
                  <c:v>6.4176535211267609</c:v>
                </c:pt>
                <c:pt idx="6628">
                  <c:v>6.4216992957746477</c:v>
                </c:pt>
                <c:pt idx="6629">
                  <c:v>6.4260943661971828</c:v>
                </c:pt>
                <c:pt idx="6630">
                  <c:v>6.4199183098591552</c:v>
                </c:pt>
                <c:pt idx="6631">
                  <c:v>6.413685915492958</c:v>
                </c:pt>
                <c:pt idx="6632">
                  <c:v>6.4083549295774649</c:v>
                </c:pt>
                <c:pt idx="6633">
                  <c:v>6.4018007042253524</c:v>
                </c:pt>
                <c:pt idx="6634">
                  <c:v>6.4016570422535208</c:v>
                </c:pt>
                <c:pt idx="6635">
                  <c:v>6.4036239436619722</c:v>
                </c:pt>
                <c:pt idx="6636">
                  <c:v>6.4060274647887328</c:v>
                </c:pt>
                <c:pt idx="6637">
                  <c:v>6.4037605633802821</c:v>
                </c:pt>
                <c:pt idx="6638">
                  <c:v>6.3942654929577465</c:v>
                </c:pt>
                <c:pt idx="6639">
                  <c:v>6.3904408450704224</c:v>
                </c:pt>
                <c:pt idx="6640">
                  <c:v>6.3955816901408449</c:v>
                </c:pt>
                <c:pt idx="6641">
                  <c:v>6.3988809859154934</c:v>
                </c:pt>
                <c:pt idx="6642">
                  <c:v>6.3975345070422538</c:v>
                </c:pt>
                <c:pt idx="6643">
                  <c:v>6.3910422535211264</c:v>
                </c:pt>
                <c:pt idx="6644">
                  <c:v>6.3918267605633803</c:v>
                </c:pt>
                <c:pt idx="6645">
                  <c:v>6.3893669014084509</c:v>
                </c:pt>
                <c:pt idx="6646">
                  <c:v>6.3823330985915492</c:v>
                </c:pt>
                <c:pt idx="6647">
                  <c:v>6.3762309859154929</c:v>
                </c:pt>
                <c:pt idx="6648">
                  <c:v>6.3722338028169014</c:v>
                </c:pt>
                <c:pt idx="6649">
                  <c:v>6.3746880281690137</c:v>
                </c:pt>
                <c:pt idx="6650">
                  <c:v>6.3826859154929574</c:v>
                </c:pt>
                <c:pt idx="6651">
                  <c:v>6.3895922535211271</c:v>
                </c:pt>
                <c:pt idx="6652">
                  <c:v>6.4061964788732393</c:v>
                </c:pt>
                <c:pt idx="6653">
                  <c:v>6.4109633802816903</c:v>
                </c:pt>
                <c:pt idx="6654">
                  <c:v>6.4058725352112678</c:v>
                </c:pt>
                <c:pt idx="6655">
                  <c:v>6.4026500000000004</c:v>
                </c:pt>
                <c:pt idx="6656">
                  <c:v>6.4005563380281689</c:v>
                </c:pt>
                <c:pt idx="6657">
                  <c:v>6.3993802816901404</c:v>
                </c:pt>
                <c:pt idx="6658">
                  <c:v>6.3990809859154929</c:v>
                </c:pt>
                <c:pt idx="6659">
                  <c:v>6.3949605633802822</c:v>
                </c:pt>
                <c:pt idx="6660">
                  <c:v>6.3901619718309863</c:v>
                </c:pt>
                <c:pt idx="6661">
                  <c:v>6.3864471830985918</c:v>
                </c:pt>
                <c:pt idx="6662">
                  <c:v>6.3869042253521124</c:v>
                </c:pt>
                <c:pt idx="6663">
                  <c:v>6.391121126760563</c:v>
                </c:pt>
                <c:pt idx="6664">
                  <c:v>6.3880345070422537</c:v>
                </c:pt>
                <c:pt idx="6665">
                  <c:v>6.3816697183098592</c:v>
                </c:pt>
                <c:pt idx="6666">
                  <c:v>6.3753978873239436</c:v>
                </c:pt>
                <c:pt idx="6667">
                  <c:v>6.3748309859154926</c:v>
                </c:pt>
                <c:pt idx="6668">
                  <c:v>6.3737070422535211</c:v>
                </c:pt>
                <c:pt idx="6669">
                  <c:v>6.3784845070422538</c:v>
                </c:pt>
                <c:pt idx="6670">
                  <c:v>6.3921485915492955</c:v>
                </c:pt>
                <c:pt idx="6671">
                  <c:v>6.3973288732394362</c:v>
                </c:pt>
                <c:pt idx="6672">
                  <c:v>6.3961246478873237</c:v>
                </c:pt>
                <c:pt idx="6673">
                  <c:v>6.386474647887324</c:v>
                </c:pt>
                <c:pt idx="6674">
                  <c:v>6.3823457746478871</c:v>
                </c:pt>
                <c:pt idx="6675">
                  <c:v>6.3861866197183099</c:v>
                </c:pt>
                <c:pt idx="6676">
                  <c:v>6.3903950704225352</c:v>
                </c:pt>
                <c:pt idx="6677">
                  <c:v>6.3955204225352116</c:v>
                </c:pt>
                <c:pt idx="6678">
                  <c:v>6.393448591549296</c:v>
                </c:pt>
                <c:pt idx="6679">
                  <c:v>6.387414084507042</c:v>
                </c:pt>
                <c:pt idx="6680">
                  <c:v>6.392295774647887</c:v>
                </c:pt>
                <c:pt idx="6681">
                  <c:v>6.3971401408450701</c:v>
                </c:pt>
                <c:pt idx="6682">
                  <c:v>6.4013394366197183</c:v>
                </c:pt>
                <c:pt idx="6683">
                  <c:v>6.4042274647887325</c:v>
                </c:pt>
                <c:pt idx="6684">
                  <c:v>6.4015683098591545</c:v>
                </c:pt>
                <c:pt idx="6685">
                  <c:v>6.3983373239436618</c:v>
                </c:pt>
                <c:pt idx="6686">
                  <c:v>6.3936190140845071</c:v>
                </c:pt>
                <c:pt idx="6687">
                  <c:v>6.3894366197183095</c:v>
                </c:pt>
                <c:pt idx="6688">
                  <c:v>6.3963887323943664</c:v>
                </c:pt>
                <c:pt idx="6689">
                  <c:v>6.4020084507042254</c:v>
                </c:pt>
                <c:pt idx="6690">
                  <c:v>6.4050352112676059</c:v>
                </c:pt>
                <c:pt idx="6691">
                  <c:v>6.4067619718309858</c:v>
                </c:pt>
                <c:pt idx="6692">
                  <c:v>6.4049774647887325</c:v>
                </c:pt>
                <c:pt idx="6693">
                  <c:v>6.405252112676056</c:v>
                </c:pt>
                <c:pt idx="6694">
                  <c:v>6.4008732394366197</c:v>
                </c:pt>
                <c:pt idx="6695">
                  <c:v>6.4053485915492958</c:v>
                </c:pt>
                <c:pt idx="6696">
                  <c:v>6.4175521126760566</c:v>
                </c:pt>
                <c:pt idx="6697">
                  <c:v>6.4184739436619722</c:v>
                </c:pt>
                <c:pt idx="6698">
                  <c:v>6.4129767605633798</c:v>
                </c:pt>
                <c:pt idx="6699">
                  <c:v>6.4131049295774645</c:v>
                </c:pt>
                <c:pt idx="6700">
                  <c:v>6.4214042253521129</c:v>
                </c:pt>
                <c:pt idx="6701">
                  <c:v>6.4287507042253518</c:v>
                </c:pt>
                <c:pt idx="6702">
                  <c:v>6.4337359154929574</c:v>
                </c:pt>
                <c:pt idx="6703">
                  <c:v>6.4335260563380281</c:v>
                </c:pt>
                <c:pt idx="6704">
                  <c:v>6.4321049295774646</c:v>
                </c:pt>
                <c:pt idx="6705">
                  <c:v>6.4285218309859156</c:v>
                </c:pt>
                <c:pt idx="6706">
                  <c:v>6.4287774647887321</c:v>
                </c:pt>
                <c:pt idx="6707">
                  <c:v>6.4387140845070423</c:v>
                </c:pt>
                <c:pt idx="6708">
                  <c:v>6.4458225352112679</c:v>
                </c:pt>
                <c:pt idx="6709">
                  <c:v>6.4514063380281694</c:v>
                </c:pt>
                <c:pt idx="6710">
                  <c:v>6.4585570422535215</c:v>
                </c:pt>
                <c:pt idx="6711">
                  <c:v>6.4618781690140841</c:v>
                </c:pt>
                <c:pt idx="6712">
                  <c:v>6.46048661971831</c:v>
                </c:pt>
                <c:pt idx="6713">
                  <c:v>6.45951338028169</c:v>
                </c:pt>
                <c:pt idx="6714">
                  <c:v>6.4613626760563383</c:v>
                </c:pt>
                <c:pt idx="6715">
                  <c:v>6.4669690140845066</c:v>
                </c:pt>
                <c:pt idx="6716">
                  <c:v>6.4752464788732391</c:v>
                </c:pt>
                <c:pt idx="6717">
                  <c:v>6.4811774647887326</c:v>
                </c:pt>
                <c:pt idx="6718">
                  <c:v>6.4904971830985918</c:v>
                </c:pt>
                <c:pt idx="6719">
                  <c:v>6.5036943661971831</c:v>
                </c:pt>
                <c:pt idx="6720">
                  <c:v>6.5102563380281691</c:v>
                </c:pt>
                <c:pt idx="6721">
                  <c:v>6.5169126760563376</c:v>
                </c:pt>
                <c:pt idx="6722">
                  <c:v>6.5212591549295773</c:v>
                </c:pt>
                <c:pt idx="6723">
                  <c:v>6.5321056338028169</c:v>
                </c:pt>
                <c:pt idx="6724">
                  <c:v>6.5467091549295775</c:v>
                </c:pt>
                <c:pt idx="6725">
                  <c:v>6.557295774647887</c:v>
                </c:pt>
                <c:pt idx="6726">
                  <c:v>6.57412676056338</c:v>
                </c:pt>
                <c:pt idx="6727">
                  <c:v>6.5907070422535208</c:v>
                </c:pt>
                <c:pt idx="6728">
                  <c:v>6.6162619718309861</c:v>
                </c:pt>
                <c:pt idx="6729">
                  <c:v>6.6416845070422532</c:v>
                </c:pt>
                <c:pt idx="6730">
                  <c:v>6.6618288732394362</c:v>
                </c:pt>
                <c:pt idx="6731">
                  <c:v>6.6869640845070419</c:v>
                </c:pt>
                <c:pt idx="6732">
                  <c:v>6.716239436619718</c:v>
                </c:pt>
                <c:pt idx="6733">
                  <c:v>6.7432394366197181</c:v>
                </c:pt>
                <c:pt idx="6734">
                  <c:v>6.7622253521126758</c:v>
                </c:pt>
                <c:pt idx="6735">
                  <c:v>6.7921056338028167</c:v>
                </c:pt>
                <c:pt idx="6736">
                  <c:v>6.8366971830985914</c:v>
                </c:pt>
                <c:pt idx="6737">
                  <c:v>6.8895070422535207</c:v>
                </c:pt>
                <c:pt idx="6738">
                  <c:v>6.9568028169014084</c:v>
                </c:pt>
                <c:pt idx="6739">
                  <c:v>7.0326056338028167</c:v>
                </c:pt>
                <c:pt idx="6740">
                  <c:v>7.114619718309859</c:v>
                </c:pt>
                <c:pt idx="6741">
                  <c:v>7.2105140845070421</c:v>
                </c:pt>
                <c:pt idx="6742">
                  <c:v>7.3271830985915489</c:v>
                </c:pt>
                <c:pt idx="6743">
                  <c:v>7.456943661971831</c:v>
                </c:pt>
                <c:pt idx="6744">
                  <c:v>7.5996338028169017</c:v>
                </c:pt>
                <c:pt idx="6745">
                  <c:v>7.747591549295775</c:v>
                </c:pt>
                <c:pt idx="6746">
                  <c:v>7.9203943661971827</c:v>
                </c:pt>
                <c:pt idx="6747">
                  <c:v>8.1271338028169016</c:v>
                </c:pt>
                <c:pt idx="6748">
                  <c:v>8.3707183098591553</c:v>
                </c:pt>
                <c:pt idx="6749">
                  <c:v>8.6453380281690144</c:v>
                </c:pt>
                <c:pt idx="6750">
                  <c:v>8.9682746478873234</c:v>
                </c:pt>
                <c:pt idx="6751">
                  <c:v>9.355014084507042</c:v>
                </c:pt>
                <c:pt idx="6752">
                  <c:v>9.829098591549295</c:v>
                </c:pt>
                <c:pt idx="6753">
                  <c:v>10.415591549295776</c:v>
                </c:pt>
                <c:pt idx="6754">
                  <c:v>11.177802816901409</c:v>
                </c:pt>
                <c:pt idx="6755">
                  <c:v>12.18500704225352</c:v>
                </c:pt>
                <c:pt idx="6756">
                  <c:v>13.539084507042254</c:v>
                </c:pt>
                <c:pt idx="6757">
                  <c:v>15.366830985915493</c:v>
                </c:pt>
                <c:pt idx="6758">
                  <c:v>17.867676056338027</c:v>
                </c:pt>
                <c:pt idx="6759">
                  <c:v>21.325633802816903</c:v>
                </c:pt>
                <c:pt idx="6760">
                  <c:v>26.117887323943663</c:v>
                </c:pt>
                <c:pt idx="6761">
                  <c:v>32.432535211267606</c:v>
                </c:pt>
                <c:pt idx="6762">
                  <c:v>39.652042253521131</c:v>
                </c:pt>
                <c:pt idx="6763">
                  <c:v>45.589929577464787</c:v>
                </c:pt>
                <c:pt idx="6764">
                  <c:v>47.797394366197182</c:v>
                </c:pt>
                <c:pt idx="6765">
                  <c:v>45.460352112676055</c:v>
                </c:pt>
                <c:pt idx="6766">
                  <c:v>39.964154929577461</c:v>
                </c:pt>
                <c:pt idx="6767">
                  <c:v>33.771690140845074</c:v>
                </c:pt>
                <c:pt idx="6768">
                  <c:v>28.296408450704227</c:v>
                </c:pt>
                <c:pt idx="6769">
                  <c:v>23.859225352112674</c:v>
                </c:pt>
                <c:pt idx="6770">
                  <c:v>20.322042253521126</c:v>
                </c:pt>
                <c:pt idx="6771">
                  <c:v>17.523521126760564</c:v>
                </c:pt>
                <c:pt idx="6772">
                  <c:v>15.320985915492956</c:v>
                </c:pt>
                <c:pt idx="6773">
                  <c:v>13.589788732394366</c:v>
                </c:pt>
                <c:pt idx="6774">
                  <c:v>12.221978873239436</c:v>
                </c:pt>
                <c:pt idx="6775">
                  <c:v>11.140788732394366</c:v>
                </c:pt>
                <c:pt idx="6776">
                  <c:v>10.282978873239436</c:v>
                </c:pt>
                <c:pt idx="6777">
                  <c:v>9.6164225352112673</c:v>
                </c:pt>
                <c:pt idx="6778">
                  <c:v>9.1031760563380288</c:v>
                </c:pt>
                <c:pt idx="6779">
                  <c:v>8.7127816901408455</c:v>
                </c:pt>
                <c:pt idx="6780">
                  <c:v>8.3973028169014086</c:v>
                </c:pt>
                <c:pt idx="6781">
                  <c:v>8.1374788732394361</c:v>
                </c:pt>
                <c:pt idx="6782">
                  <c:v>7.9232816901408452</c:v>
                </c:pt>
                <c:pt idx="6783">
                  <c:v>7.7530422535211265</c:v>
                </c:pt>
                <c:pt idx="6784">
                  <c:v>7.6108521126760564</c:v>
                </c:pt>
                <c:pt idx="6785">
                  <c:v>7.5023239436619722</c:v>
                </c:pt>
                <c:pt idx="6786">
                  <c:v>7.4122253521126762</c:v>
                </c:pt>
                <c:pt idx="6787">
                  <c:v>7.3299014084507039</c:v>
                </c:pt>
                <c:pt idx="6788">
                  <c:v>7.2523873239436618</c:v>
                </c:pt>
                <c:pt idx="6789">
                  <c:v>7.1847394366197186</c:v>
                </c:pt>
                <c:pt idx="6790">
                  <c:v>7.1264577464788736</c:v>
                </c:pt>
                <c:pt idx="6791">
                  <c:v>7.0717253521126757</c:v>
                </c:pt>
                <c:pt idx="6792">
                  <c:v>7.020169014084507</c:v>
                </c:pt>
                <c:pt idx="6793">
                  <c:v>6.9651619718309856</c:v>
                </c:pt>
                <c:pt idx="6794">
                  <c:v>6.9107042253521129</c:v>
                </c:pt>
                <c:pt idx="6795">
                  <c:v>6.8625492957746479</c:v>
                </c:pt>
                <c:pt idx="6796">
                  <c:v>6.8164788732394364</c:v>
                </c:pt>
                <c:pt idx="6797">
                  <c:v>6.7861338028169014</c:v>
                </c:pt>
                <c:pt idx="6798">
                  <c:v>6.7606690140845069</c:v>
                </c:pt>
                <c:pt idx="6799">
                  <c:v>6.7328802816901412</c:v>
                </c:pt>
                <c:pt idx="6800">
                  <c:v>6.7034816901408449</c:v>
                </c:pt>
                <c:pt idx="6801">
                  <c:v>6.6764957746478872</c:v>
                </c:pt>
                <c:pt idx="6802">
                  <c:v>6.651547887323944</c:v>
                </c:pt>
                <c:pt idx="6803">
                  <c:v>6.6283859154929576</c:v>
                </c:pt>
                <c:pt idx="6804">
                  <c:v>6.614129577464789</c:v>
                </c:pt>
                <c:pt idx="6805">
                  <c:v>6.6032859154929575</c:v>
                </c:pt>
                <c:pt idx="6806">
                  <c:v>6.5827056338028171</c:v>
                </c:pt>
                <c:pt idx="6807">
                  <c:v>6.5612859154929577</c:v>
                </c:pt>
                <c:pt idx="6808">
                  <c:v>6.5475767605633806</c:v>
                </c:pt>
                <c:pt idx="6809">
                  <c:v>6.5405605633802821</c:v>
                </c:pt>
                <c:pt idx="6810">
                  <c:v>6.5339</c:v>
                </c:pt>
                <c:pt idx="6811">
                  <c:v>6.5276035211267605</c:v>
                </c:pt>
                <c:pt idx="6812">
                  <c:v>6.5213647887323942</c:v>
                </c:pt>
                <c:pt idx="6813">
                  <c:v>6.5087260563380278</c:v>
                </c:pt>
                <c:pt idx="6814">
                  <c:v>6.4959415492957744</c:v>
                </c:pt>
                <c:pt idx="6815">
                  <c:v>6.4907873239436622</c:v>
                </c:pt>
                <c:pt idx="6816">
                  <c:v>6.4857464788732395</c:v>
                </c:pt>
                <c:pt idx="6817">
                  <c:v>6.4797014084507039</c:v>
                </c:pt>
                <c:pt idx="6818">
                  <c:v>6.4672105633802817</c:v>
                </c:pt>
                <c:pt idx="6819">
                  <c:v>6.4589197183098594</c:v>
                </c:pt>
                <c:pt idx="6820">
                  <c:v>6.4543957746478871</c:v>
                </c:pt>
                <c:pt idx="6821">
                  <c:v>6.4434253521126763</c:v>
                </c:pt>
                <c:pt idx="6822">
                  <c:v>6.4343640845070427</c:v>
                </c:pt>
                <c:pt idx="6823">
                  <c:v>6.4239140845070422</c:v>
                </c:pt>
                <c:pt idx="6824">
                  <c:v>6.4083281690140845</c:v>
                </c:pt>
                <c:pt idx="6825">
                  <c:v>6.3976281690140846</c:v>
                </c:pt>
                <c:pt idx="6826">
                  <c:v>6.3875690140845069</c:v>
                </c:pt>
                <c:pt idx="6827">
                  <c:v>6.3797859154929579</c:v>
                </c:pt>
                <c:pt idx="6828">
                  <c:v>6.3739718309859157</c:v>
                </c:pt>
                <c:pt idx="6829">
                  <c:v>6.3692147887323944</c:v>
                </c:pt>
                <c:pt idx="6830">
                  <c:v>6.3679014084507042</c:v>
                </c:pt>
                <c:pt idx="6831">
                  <c:v>6.370775352112676</c:v>
                </c:pt>
                <c:pt idx="6832">
                  <c:v>6.3696760563380286</c:v>
                </c:pt>
                <c:pt idx="6833">
                  <c:v>6.3672845070422532</c:v>
                </c:pt>
                <c:pt idx="6834">
                  <c:v>6.3576816901408453</c:v>
                </c:pt>
                <c:pt idx="6835">
                  <c:v>6.3436894366197185</c:v>
                </c:pt>
                <c:pt idx="6836">
                  <c:v>6.3376302816901404</c:v>
                </c:pt>
                <c:pt idx="6837">
                  <c:v>6.3337922535211266</c:v>
                </c:pt>
                <c:pt idx="6838">
                  <c:v>6.3214556338028167</c:v>
                </c:pt>
                <c:pt idx="6839">
                  <c:v>6.3073852112676061</c:v>
                </c:pt>
                <c:pt idx="6840">
                  <c:v>6.3016042253521123</c:v>
                </c:pt>
                <c:pt idx="6841">
                  <c:v>6.2943718309859156</c:v>
                </c:pt>
                <c:pt idx="6842">
                  <c:v>6.2956112676056337</c:v>
                </c:pt>
                <c:pt idx="6843">
                  <c:v>6.2988760563380284</c:v>
                </c:pt>
                <c:pt idx="6844">
                  <c:v>6.2942577464788734</c:v>
                </c:pt>
                <c:pt idx="6845">
                  <c:v>6.2891992957746474</c:v>
                </c:pt>
                <c:pt idx="6846">
                  <c:v>6.2839767605633803</c:v>
                </c:pt>
                <c:pt idx="6847">
                  <c:v>6.2778295774647885</c:v>
                </c:pt>
                <c:pt idx="6848">
                  <c:v>6.2776190140845074</c:v>
                </c:pt>
                <c:pt idx="6849">
                  <c:v>6.2788873239436622</c:v>
                </c:pt>
                <c:pt idx="6850">
                  <c:v>6.2728633802816898</c:v>
                </c:pt>
                <c:pt idx="6851">
                  <c:v>6.2686274647887323</c:v>
                </c:pt>
                <c:pt idx="6852">
                  <c:v>6.2748697183098594</c:v>
                </c:pt>
                <c:pt idx="6853">
                  <c:v>6.2792380281690141</c:v>
                </c:pt>
                <c:pt idx="6854">
                  <c:v>6.2828345070422538</c:v>
                </c:pt>
                <c:pt idx="6855">
                  <c:v>6.2867443661971834</c:v>
                </c:pt>
                <c:pt idx="6856">
                  <c:v>6.2831683098591551</c:v>
                </c:pt>
                <c:pt idx="6857">
                  <c:v>6.2774464788732391</c:v>
                </c:pt>
                <c:pt idx="6858">
                  <c:v>6.2709091549295772</c:v>
                </c:pt>
                <c:pt idx="6859">
                  <c:v>6.2631676056338028</c:v>
                </c:pt>
                <c:pt idx="6860">
                  <c:v>6.25075</c:v>
                </c:pt>
                <c:pt idx="6861">
                  <c:v>6.2422957746478875</c:v>
                </c:pt>
                <c:pt idx="6862">
                  <c:v>6.2413161971830986</c:v>
                </c:pt>
                <c:pt idx="6863">
                  <c:v>6.2494901408450705</c:v>
                </c:pt>
                <c:pt idx="6864">
                  <c:v>6.257166197183099</c:v>
                </c:pt>
                <c:pt idx="6865">
                  <c:v>6.2539323943661973</c:v>
                </c:pt>
                <c:pt idx="6866">
                  <c:v>6.2415781690140841</c:v>
                </c:pt>
                <c:pt idx="6867">
                  <c:v>6.2346936619718312</c:v>
                </c:pt>
                <c:pt idx="6868">
                  <c:v>6.2336352112676057</c:v>
                </c:pt>
                <c:pt idx="6869">
                  <c:v>6.2349126760563376</c:v>
                </c:pt>
                <c:pt idx="6870">
                  <c:v>6.2353338028169016</c:v>
                </c:pt>
                <c:pt idx="6871">
                  <c:v>6.2335204225352117</c:v>
                </c:pt>
                <c:pt idx="6872">
                  <c:v>6.2364619718309857</c:v>
                </c:pt>
                <c:pt idx="6873">
                  <c:v>6.2408154929577462</c:v>
                </c:pt>
                <c:pt idx="6874">
                  <c:v>6.2398950704225351</c:v>
                </c:pt>
                <c:pt idx="6875">
                  <c:v>6.2384669014084508</c:v>
                </c:pt>
                <c:pt idx="6876">
                  <c:v>6.2335704225352115</c:v>
                </c:pt>
                <c:pt idx="6877">
                  <c:v>6.2275049295774645</c:v>
                </c:pt>
                <c:pt idx="6878">
                  <c:v>6.2206492957746482</c:v>
                </c:pt>
                <c:pt idx="6879">
                  <c:v>6.2150126760563378</c:v>
                </c:pt>
                <c:pt idx="6880">
                  <c:v>6.2158007042253525</c:v>
                </c:pt>
                <c:pt idx="6881">
                  <c:v>6.2239267605633799</c:v>
                </c:pt>
                <c:pt idx="6882">
                  <c:v>6.2329443661971835</c:v>
                </c:pt>
                <c:pt idx="6883">
                  <c:v>6.2319943661971831</c:v>
                </c:pt>
                <c:pt idx="6884">
                  <c:v>6.2263633802816898</c:v>
                </c:pt>
                <c:pt idx="6885">
                  <c:v>6.2257992957746477</c:v>
                </c:pt>
                <c:pt idx="6886">
                  <c:v>6.224093661971831</c:v>
                </c:pt>
                <c:pt idx="6887">
                  <c:v>6.2269169014084511</c:v>
                </c:pt>
                <c:pt idx="6888">
                  <c:v>6.2284633802816902</c:v>
                </c:pt>
                <c:pt idx="6889">
                  <c:v>6.2250387323943661</c:v>
                </c:pt>
                <c:pt idx="6890">
                  <c:v>6.2301704225352115</c:v>
                </c:pt>
                <c:pt idx="6891">
                  <c:v>6.2295288732394365</c:v>
                </c:pt>
                <c:pt idx="6892">
                  <c:v>6.2193929577464786</c:v>
                </c:pt>
                <c:pt idx="6893">
                  <c:v>6.2068859154929577</c:v>
                </c:pt>
                <c:pt idx="6894">
                  <c:v>6.1993605633802815</c:v>
                </c:pt>
                <c:pt idx="6895">
                  <c:v>6.1996880281690139</c:v>
                </c:pt>
                <c:pt idx="6896">
                  <c:v>6.1957133802816902</c:v>
                </c:pt>
                <c:pt idx="6897">
                  <c:v>6.186411971830986</c:v>
                </c:pt>
                <c:pt idx="6898">
                  <c:v>6.1819788732394363</c:v>
                </c:pt>
                <c:pt idx="6899">
                  <c:v>6.1867507042253518</c:v>
                </c:pt>
                <c:pt idx="6900">
                  <c:v>6.1880154929577467</c:v>
                </c:pt>
                <c:pt idx="6901">
                  <c:v>6.1902683098591549</c:v>
                </c:pt>
                <c:pt idx="6902">
                  <c:v>6.1917070422535208</c:v>
                </c:pt>
                <c:pt idx="6903">
                  <c:v>6.1925563380281687</c:v>
                </c:pt>
                <c:pt idx="6904">
                  <c:v>6.1942739436619716</c:v>
                </c:pt>
                <c:pt idx="6905">
                  <c:v>6.1935549295774646</c:v>
                </c:pt>
                <c:pt idx="6906">
                  <c:v>6.1911021126760559</c:v>
                </c:pt>
                <c:pt idx="6907">
                  <c:v>6.1889436619718312</c:v>
                </c:pt>
                <c:pt idx="6908">
                  <c:v>6.1883866197183099</c:v>
                </c:pt>
                <c:pt idx="6909">
                  <c:v>6.1862387323943659</c:v>
                </c:pt>
                <c:pt idx="6910">
                  <c:v>6.1839183098591546</c:v>
                </c:pt>
                <c:pt idx="6911">
                  <c:v>6.1833028169014081</c:v>
                </c:pt>
                <c:pt idx="6912">
                  <c:v>6.1786302816901406</c:v>
                </c:pt>
                <c:pt idx="6913">
                  <c:v>6.1753507042253517</c:v>
                </c:pt>
                <c:pt idx="6914">
                  <c:v>6.1697443661971834</c:v>
                </c:pt>
                <c:pt idx="6915">
                  <c:v>6.1632422535211271</c:v>
                </c:pt>
                <c:pt idx="6916">
                  <c:v>6.1620943661971834</c:v>
                </c:pt>
                <c:pt idx="6917">
                  <c:v>6.1616366197183101</c:v>
                </c:pt>
                <c:pt idx="6918">
                  <c:v>6.1583091549295776</c:v>
                </c:pt>
                <c:pt idx="6919">
                  <c:v>6.1571985915492959</c:v>
                </c:pt>
                <c:pt idx="6920">
                  <c:v>6.1562387323943666</c:v>
                </c:pt>
                <c:pt idx="6921">
                  <c:v>6.1565788732394369</c:v>
                </c:pt>
                <c:pt idx="6922">
                  <c:v>6.15987323943662</c:v>
                </c:pt>
                <c:pt idx="6923">
                  <c:v>6.1578225352112677</c:v>
                </c:pt>
                <c:pt idx="6924">
                  <c:v>6.1591225352112673</c:v>
                </c:pt>
                <c:pt idx="6925">
                  <c:v>6.1643549295774651</c:v>
                </c:pt>
                <c:pt idx="6926">
                  <c:v>6.1662992957746479</c:v>
                </c:pt>
                <c:pt idx="6927">
                  <c:v>6.1649042253521129</c:v>
                </c:pt>
                <c:pt idx="6928">
                  <c:v>6.1644028169014087</c:v>
                </c:pt>
                <c:pt idx="6929">
                  <c:v>6.167116901408451</c:v>
                </c:pt>
                <c:pt idx="6930">
                  <c:v>6.1641077464788729</c:v>
                </c:pt>
                <c:pt idx="6931">
                  <c:v>6.157672535211268</c:v>
                </c:pt>
                <c:pt idx="6932">
                  <c:v>6.151631690140845</c:v>
                </c:pt>
                <c:pt idx="6933">
                  <c:v>6.1490753521126758</c:v>
                </c:pt>
                <c:pt idx="6934">
                  <c:v>6.14157676056338</c:v>
                </c:pt>
                <c:pt idx="6935">
                  <c:v>6.1377866197183097</c:v>
                </c:pt>
                <c:pt idx="6936">
                  <c:v>6.1461401408450707</c:v>
                </c:pt>
                <c:pt idx="6937">
                  <c:v>6.153702112676056</c:v>
                </c:pt>
                <c:pt idx="6938">
                  <c:v>6.1535725352112678</c:v>
                </c:pt>
                <c:pt idx="6939">
                  <c:v>6.152111971830986</c:v>
                </c:pt>
                <c:pt idx="6940">
                  <c:v>6.1535267605633805</c:v>
                </c:pt>
                <c:pt idx="6941">
                  <c:v>6.1560014084507042</c:v>
                </c:pt>
                <c:pt idx="6942">
                  <c:v>6.1641204225352109</c:v>
                </c:pt>
                <c:pt idx="6943">
                  <c:v>6.1692570422535216</c:v>
                </c:pt>
                <c:pt idx="6944">
                  <c:v>6.1691457746478875</c:v>
                </c:pt>
                <c:pt idx="6945">
                  <c:v>6.169593661971831</c:v>
                </c:pt>
                <c:pt idx="6946">
                  <c:v>6.1658429577464791</c:v>
                </c:pt>
                <c:pt idx="6947">
                  <c:v>6.1575978873239432</c:v>
                </c:pt>
                <c:pt idx="6948">
                  <c:v>6.1547415492957747</c:v>
                </c:pt>
                <c:pt idx="6949">
                  <c:v>6.155199295774648</c:v>
                </c:pt>
                <c:pt idx="6950">
                  <c:v>6.1543028169014082</c:v>
                </c:pt>
                <c:pt idx="6951">
                  <c:v>6.1538147887323946</c:v>
                </c:pt>
                <c:pt idx="6952">
                  <c:v>6.1565098591549292</c:v>
                </c:pt>
                <c:pt idx="6953">
                  <c:v>6.1540922535211271</c:v>
                </c:pt>
                <c:pt idx="6954">
                  <c:v>6.1449098591549296</c:v>
                </c:pt>
                <c:pt idx="6955">
                  <c:v>6.1447105633802819</c:v>
                </c:pt>
                <c:pt idx="6956">
                  <c:v>6.1525845070422536</c:v>
                </c:pt>
                <c:pt idx="6957">
                  <c:v>6.1536739436619721</c:v>
                </c:pt>
                <c:pt idx="6958">
                  <c:v>6.1507035211267604</c:v>
                </c:pt>
                <c:pt idx="6959">
                  <c:v>6.1511922535211268</c:v>
                </c:pt>
                <c:pt idx="6960">
                  <c:v>6.1551316901408448</c:v>
                </c:pt>
                <c:pt idx="6961">
                  <c:v>6.1532760563380284</c:v>
                </c:pt>
                <c:pt idx="6962">
                  <c:v>6.1458436619718313</c:v>
                </c:pt>
                <c:pt idx="6963">
                  <c:v>6.1406563380281689</c:v>
                </c:pt>
                <c:pt idx="6964">
                  <c:v>6.1368260563380286</c:v>
                </c:pt>
                <c:pt idx="6965">
                  <c:v>6.1358197183098593</c:v>
                </c:pt>
                <c:pt idx="6966">
                  <c:v>6.1408373239436616</c:v>
                </c:pt>
                <c:pt idx="6967">
                  <c:v>6.1419823943661971</c:v>
                </c:pt>
                <c:pt idx="6968">
                  <c:v>6.1389647887323946</c:v>
                </c:pt>
                <c:pt idx="6969">
                  <c:v>6.1412739436619717</c:v>
                </c:pt>
                <c:pt idx="6970">
                  <c:v>6.1464323943661974</c:v>
                </c:pt>
                <c:pt idx="6971">
                  <c:v>6.1499366197183098</c:v>
                </c:pt>
                <c:pt idx="6972">
                  <c:v>6.1444781690140848</c:v>
                </c:pt>
                <c:pt idx="6973">
                  <c:v>6.1360007042253519</c:v>
                </c:pt>
                <c:pt idx="6974">
                  <c:v>6.1322394366197184</c:v>
                </c:pt>
                <c:pt idx="6975">
                  <c:v>6.1286718309859154</c:v>
                </c:pt>
                <c:pt idx="6976">
                  <c:v>6.1282098591549294</c:v>
                </c:pt>
                <c:pt idx="6977">
                  <c:v>6.1308380281690145</c:v>
                </c:pt>
                <c:pt idx="6978">
                  <c:v>6.1381901408450705</c:v>
                </c:pt>
                <c:pt idx="6979">
                  <c:v>6.1417887323943665</c:v>
                </c:pt>
                <c:pt idx="6980">
                  <c:v>6.1377887323943661</c:v>
                </c:pt>
                <c:pt idx="6981">
                  <c:v>6.1330183098591551</c:v>
                </c:pt>
                <c:pt idx="6982">
                  <c:v>6.1345000000000001</c:v>
                </c:pt>
                <c:pt idx="6983">
                  <c:v>6.1316359154929581</c:v>
                </c:pt>
                <c:pt idx="6984">
                  <c:v>6.1275457746478876</c:v>
                </c:pt>
                <c:pt idx="6985">
                  <c:v>6.1307295774647885</c:v>
                </c:pt>
                <c:pt idx="6986">
                  <c:v>6.133052816901408</c:v>
                </c:pt>
                <c:pt idx="6987">
                  <c:v>6.1373380281690144</c:v>
                </c:pt>
                <c:pt idx="6988">
                  <c:v>6.1338077464788734</c:v>
                </c:pt>
                <c:pt idx="6989">
                  <c:v>6.1346838028169017</c:v>
                </c:pt>
                <c:pt idx="6990">
                  <c:v>6.1398288732394368</c:v>
                </c:pt>
                <c:pt idx="6991">
                  <c:v>6.1394387323943658</c:v>
                </c:pt>
                <c:pt idx="6992">
                  <c:v>6.1350140845070422</c:v>
                </c:pt>
                <c:pt idx="6993">
                  <c:v>6.1294492957746476</c:v>
                </c:pt>
                <c:pt idx="6994">
                  <c:v>6.1297345070422535</c:v>
                </c:pt>
                <c:pt idx="6995">
                  <c:v>6.1303521126760563</c:v>
                </c:pt>
                <c:pt idx="6996">
                  <c:v>6.1358943661971832</c:v>
                </c:pt>
                <c:pt idx="6997">
                  <c:v>6.134066197183099</c:v>
                </c:pt>
                <c:pt idx="6998">
                  <c:v>6.1355535211267602</c:v>
                </c:pt>
                <c:pt idx="6999">
                  <c:v>6.1392408450704226</c:v>
                </c:pt>
                <c:pt idx="7000">
                  <c:v>6.134397887323944</c:v>
                </c:pt>
                <c:pt idx="7001">
                  <c:v>6.1322246478873241</c:v>
                </c:pt>
                <c:pt idx="7002">
                  <c:v>6.1293091549295777</c:v>
                </c:pt>
                <c:pt idx="7003">
                  <c:v>6.1223105633802817</c:v>
                </c:pt>
                <c:pt idx="7004">
                  <c:v>6.1202436619718306</c:v>
                </c:pt>
                <c:pt idx="7005">
                  <c:v>6.1222056338028166</c:v>
                </c:pt>
                <c:pt idx="7006">
                  <c:v>6.1252683098591554</c:v>
                </c:pt>
                <c:pt idx="7007">
                  <c:v>6.1273830985915492</c:v>
                </c:pt>
                <c:pt idx="7008">
                  <c:v>6.1237528169014084</c:v>
                </c:pt>
                <c:pt idx="7009">
                  <c:v>6.1217556338028167</c:v>
                </c:pt>
                <c:pt idx="7010">
                  <c:v>6.1186654929577466</c:v>
                </c:pt>
                <c:pt idx="7011">
                  <c:v>6.1155112676056342</c:v>
                </c:pt>
                <c:pt idx="7012">
                  <c:v>6.1146302816901406</c:v>
                </c:pt>
                <c:pt idx="7013">
                  <c:v>6.1177929577464791</c:v>
                </c:pt>
                <c:pt idx="7014">
                  <c:v>6.1195612676056337</c:v>
                </c:pt>
                <c:pt idx="7015">
                  <c:v>6.1196823943661975</c:v>
                </c:pt>
                <c:pt idx="7016">
                  <c:v>6.1269098591549298</c:v>
                </c:pt>
                <c:pt idx="7017">
                  <c:v>6.1324838028169015</c:v>
                </c:pt>
                <c:pt idx="7018">
                  <c:v>6.1316140845070422</c:v>
                </c:pt>
                <c:pt idx="7019">
                  <c:v>6.1293246478873238</c:v>
                </c:pt>
                <c:pt idx="7020">
                  <c:v>6.1315028169014081</c:v>
                </c:pt>
                <c:pt idx="7021">
                  <c:v>6.1333035211267601</c:v>
                </c:pt>
                <c:pt idx="7022">
                  <c:v>6.1364091549295772</c:v>
                </c:pt>
                <c:pt idx="7023">
                  <c:v>6.1355908450704222</c:v>
                </c:pt>
                <c:pt idx="7024">
                  <c:v>6.1362070422535213</c:v>
                </c:pt>
                <c:pt idx="7025">
                  <c:v>6.1363190140845072</c:v>
                </c:pt>
                <c:pt idx="7026">
                  <c:v>6.1402816901408448</c:v>
                </c:pt>
                <c:pt idx="7027">
                  <c:v>6.1371021126760565</c:v>
                </c:pt>
                <c:pt idx="7028">
                  <c:v>6.1279936619718312</c:v>
                </c:pt>
                <c:pt idx="7029">
                  <c:v>6.124057746478873</c:v>
                </c:pt>
                <c:pt idx="7030">
                  <c:v>6.1209091549295778</c:v>
                </c:pt>
                <c:pt idx="7031">
                  <c:v>6.1144176056338031</c:v>
                </c:pt>
                <c:pt idx="7032">
                  <c:v>6.1148021126760561</c:v>
                </c:pt>
                <c:pt idx="7033">
                  <c:v>6.1225908450704223</c:v>
                </c:pt>
                <c:pt idx="7034">
                  <c:v>6.1266429577464789</c:v>
                </c:pt>
                <c:pt idx="7035">
                  <c:v>6.1280971830985917</c:v>
                </c:pt>
                <c:pt idx="7036">
                  <c:v>6.1259380281690143</c:v>
                </c:pt>
                <c:pt idx="7037">
                  <c:v>6.1219373239436621</c:v>
                </c:pt>
                <c:pt idx="7038">
                  <c:v>6.1111661971830982</c:v>
                </c:pt>
                <c:pt idx="7039">
                  <c:v>6.1045556338028168</c:v>
                </c:pt>
                <c:pt idx="7040">
                  <c:v>6.1139169014084507</c:v>
                </c:pt>
                <c:pt idx="7041">
                  <c:v>6.117455633802817</c:v>
                </c:pt>
                <c:pt idx="7042">
                  <c:v>6.1107316901408453</c:v>
                </c:pt>
                <c:pt idx="7043">
                  <c:v>6.1061429577464787</c:v>
                </c:pt>
                <c:pt idx="7044">
                  <c:v>6.1144330985915492</c:v>
                </c:pt>
                <c:pt idx="7045">
                  <c:v>6.1189169014084506</c:v>
                </c:pt>
                <c:pt idx="7046">
                  <c:v>6.1139619718309861</c:v>
                </c:pt>
                <c:pt idx="7047">
                  <c:v>6.1070521126760564</c:v>
                </c:pt>
                <c:pt idx="7048">
                  <c:v>6.1046866197183096</c:v>
                </c:pt>
                <c:pt idx="7049">
                  <c:v>6.0982492957746475</c:v>
                </c:pt>
                <c:pt idx="7050">
                  <c:v>6.0999232394366194</c:v>
                </c:pt>
                <c:pt idx="7051">
                  <c:v>6.112945774647887</c:v>
                </c:pt>
                <c:pt idx="7052">
                  <c:v>6.1138443661971831</c:v>
                </c:pt>
                <c:pt idx="7053">
                  <c:v>6.1142366197183096</c:v>
                </c:pt>
                <c:pt idx="7054">
                  <c:v>6.1141211267605637</c:v>
                </c:pt>
                <c:pt idx="7055">
                  <c:v>6.1086598591549297</c:v>
                </c:pt>
                <c:pt idx="7056">
                  <c:v>6.103318309859155</c:v>
                </c:pt>
                <c:pt idx="7057">
                  <c:v>6.1015922535211269</c:v>
                </c:pt>
                <c:pt idx="7058">
                  <c:v>6.1059049295774646</c:v>
                </c:pt>
                <c:pt idx="7059">
                  <c:v>6.1112781690140849</c:v>
                </c:pt>
                <c:pt idx="7060">
                  <c:v>6.1155894366197181</c:v>
                </c:pt>
                <c:pt idx="7061">
                  <c:v>6.1142725352112679</c:v>
                </c:pt>
                <c:pt idx="7062">
                  <c:v>6.1107176056338028</c:v>
                </c:pt>
                <c:pt idx="7063">
                  <c:v>6.1089394366197185</c:v>
                </c:pt>
                <c:pt idx="7064">
                  <c:v>6.1152626760563384</c:v>
                </c:pt>
                <c:pt idx="7065">
                  <c:v>6.1178154929577468</c:v>
                </c:pt>
                <c:pt idx="7066">
                  <c:v>6.1082021126760564</c:v>
                </c:pt>
                <c:pt idx="7067">
                  <c:v>6.0895084507042254</c:v>
                </c:pt>
                <c:pt idx="7068">
                  <c:v>6.0778415492957745</c:v>
                </c:pt>
                <c:pt idx="7069">
                  <c:v>6.0799845070422531</c:v>
                </c:pt>
                <c:pt idx="7070">
                  <c:v>6.0916119718309858</c:v>
                </c:pt>
                <c:pt idx="7071">
                  <c:v>6.0971809859154931</c:v>
                </c:pt>
                <c:pt idx="7072">
                  <c:v>6.0996816901408453</c:v>
                </c:pt>
                <c:pt idx="7073">
                  <c:v>6.0957084507042252</c:v>
                </c:pt>
                <c:pt idx="7074">
                  <c:v>6.0905859154929578</c:v>
                </c:pt>
                <c:pt idx="7075">
                  <c:v>6.0915197183098595</c:v>
                </c:pt>
                <c:pt idx="7076">
                  <c:v>6.0962985915492958</c:v>
                </c:pt>
                <c:pt idx="7077">
                  <c:v>6.1026887323943662</c:v>
                </c:pt>
                <c:pt idx="7078">
                  <c:v>6.1075908450704226</c:v>
                </c:pt>
                <c:pt idx="7079">
                  <c:v>6.1054640845070418</c:v>
                </c:pt>
                <c:pt idx="7080">
                  <c:v>6.0987352112676056</c:v>
                </c:pt>
                <c:pt idx="7081">
                  <c:v>6.1013295774647887</c:v>
                </c:pt>
                <c:pt idx="7082">
                  <c:v>6.1075563380281688</c:v>
                </c:pt>
                <c:pt idx="7083">
                  <c:v>6.1084492957746477</c:v>
                </c:pt>
                <c:pt idx="7084">
                  <c:v>6.1114507042253523</c:v>
                </c:pt>
                <c:pt idx="7085">
                  <c:v>6.107788028169014</c:v>
                </c:pt>
                <c:pt idx="7086">
                  <c:v>6.0954971830985913</c:v>
                </c:pt>
                <c:pt idx="7087">
                  <c:v>6.0897971830985913</c:v>
                </c:pt>
                <c:pt idx="7088">
                  <c:v>6.0866190140845067</c:v>
                </c:pt>
                <c:pt idx="7089">
                  <c:v>6.0923739436619719</c:v>
                </c:pt>
                <c:pt idx="7090">
                  <c:v>6.1035746478873243</c:v>
                </c:pt>
                <c:pt idx="7091">
                  <c:v>6.1125816901408454</c:v>
                </c:pt>
                <c:pt idx="7092">
                  <c:v>6.1140598591549296</c:v>
                </c:pt>
                <c:pt idx="7093">
                  <c:v>6.1072105633802813</c:v>
                </c:pt>
                <c:pt idx="7094">
                  <c:v>6.1063176056338024</c:v>
                </c:pt>
                <c:pt idx="7095">
                  <c:v>6.1100253521126762</c:v>
                </c:pt>
                <c:pt idx="7096">
                  <c:v>6.113054225352113</c:v>
                </c:pt>
                <c:pt idx="7097">
                  <c:v>6.1109950704225353</c:v>
                </c:pt>
                <c:pt idx="7098">
                  <c:v>6.1107176056338028</c:v>
                </c:pt>
                <c:pt idx="7099">
                  <c:v>6.1066028169014084</c:v>
                </c:pt>
                <c:pt idx="7100">
                  <c:v>6.0998084507042254</c:v>
                </c:pt>
                <c:pt idx="7101">
                  <c:v>6.0970154929577465</c:v>
                </c:pt>
                <c:pt idx="7102">
                  <c:v>6.0917535211267602</c:v>
                </c:pt>
                <c:pt idx="7103">
                  <c:v>6.0888380281690138</c:v>
                </c:pt>
                <c:pt idx="7104">
                  <c:v>6.0927246478873238</c:v>
                </c:pt>
                <c:pt idx="7105">
                  <c:v>6.0987323943661975</c:v>
                </c:pt>
                <c:pt idx="7106">
                  <c:v>6.1019985915492958</c:v>
                </c:pt>
                <c:pt idx="7107">
                  <c:v>6.1052535211267607</c:v>
                </c:pt>
                <c:pt idx="7108">
                  <c:v>6.1031514084507039</c:v>
                </c:pt>
                <c:pt idx="7109">
                  <c:v>6.0986119718309855</c:v>
                </c:pt>
                <c:pt idx="7110">
                  <c:v>6.0964894366197182</c:v>
                </c:pt>
                <c:pt idx="7111">
                  <c:v>6.1022408450704226</c:v>
                </c:pt>
                <c:pt idx="7112">
                  <c:v>6.1066577464788736</c:v>
                </c:pt>
                <c:pt idx="7113">
                  <c:v>6.1060915492957744</c:v>
                </c:pt>
                <c:pt idx="7114">
                  <c:v>6.1010570422535215</c:v>
                </c:pt>
                <c:pt idx="7115">
                  <c:v>6.0943971830985912</c:v>
                </c:pt>
                <c:pt idx="7116">
                  <c:v>6.0956246478873242</c:v>
                </c:pt>
                <c:pt idx="7117">
                  <c:v>6.0986429577464785</c:v>
                </c:pt>
                <c:pt idx="7118">
                  <c:v>6.1011514084507041</c:v>
                </c:pt>
                <c:pt idx="7119">
                  <c:v>6.1043373239436622</c:v>
                </c:pt>
                <c:pt idx="7120">
                  <c:v>6.0997028169014085</c:v>
                </c:pt>
                <c:pt idx="7121">
                  <c:v>6.1017274647887323</c:v>
                </c:pt>
                <c:pt idx="7122">
                  <c:v>6.1029345070422538</c:v>
                </c:pt>
                <c:pt idx="7123">
                  <c:v>6.0993338028169015</c:v>
                </c:pt>
                <c:pt idx="7124">
                  <c:v>6.097007746478873</c:v>
                </c:pt>
                <c:pt idx="7125">
                  <c:v>6.0982366197183095</c:v>
                </c:pt>
                <c:pt idx="7126">
                  <c:v>6.0999690140845066</c:v>
                </c:pt>
                <c:pt idx="7127">
                  <c:v>6.0998999999999999</c:v>
                </c:pt>
                <c:pt idx="7128">
                  <c:v>6.0965218309859157</c:v>
                </c:pt>
                <c:pt idx="7129">
                  <c:v>6.0934549295774652</c:v>
                </c:pt>
                <c:pt idx="7130">
                  <c:v>6.0893183098591548</c:v>
                </c:pt>
                <c:pt idx="7131">
                  <c:v>6.0870450704225352</c:v>
                </c:pt>
                <c:pt idx="7132">
                  <c:v>6.0871690140845072</c:v>
                </c:pt>
                <c:pt idx="7133">
                  <c:v>6.0881169014084504</c:v>
                </c:pt>
                <c:pt idx="7134">
                  <c:v>6.0888978873239434</c:v>
                </c:pt>
                <c:pt idx="7135">
                  <c:v>6.0885542253521123</c:v>
                </c:pt>
                <c:pt idx="7136">
                  <c:v>6.0910359154929576</c:v>
                </c:pt>
                <c:pt idx="7137">
                  <c:v>6.0891119718309863</c:v>
                </c:pt>
                <c:pt idx="7138">
                  <c:v>6.089671126760563</c:v>
                </c:pt>
                <c:pt idx="7139">
                  <c:v>6.0959669014084508</c:v>
                </c:pt>
                <c:pt idx="7140">
                  <c:v>6.0989985915492957</c:v>
                </c:pt>
                <c:pt idx="7141">
                  <c:v>6.0974788732394369</c:v>
                </c:pt>
                <c:pt idx="7142">
                  <c:v>6.0921035211267602</c:v>
                </c:pt>
                <c:pt idx="7143">
                  <c:v>6.0911323943661975</c:v>
                </c:pt>
                <c:pt idx="7144">
                  <c:v>6.088319718309859</c:v>
                </c:pt>
                <c:pt idx="7145">
                  <c:v>6.0930345070422538</c:v>
                </c:pt>
                <c:pt idx="7146">
                  <c:v>6.0968823943661974</c:v>
                </c:pt>
                <c:pt idx="7147">
                  <c:v>6.093257042253521</c:v>
                </c:pt>
                <c:pt idx="7148">
                  <c:v>6.0995197183098595</c:v>
                </c:pt>
                <c:pt idx="7149">
                  <c:v>6.1063802816901411</c:v>
                </c:pt>
                <c:pt idx="7150">
                  <c:v>6.1057549295774649</c:v>
                </c:pt>
                <c:pt idx="7151">
                  <c:v>6.098945070422535</c:v>
                </c:pt>
                <c:pt idx="7152">
                  <c:v>6.0928732394366198</c:v>
                </c:pt>
                <c:pt idx="7153">
                  <c:v>6.0933880281690138</c:v>
                </c:pt>
                <c:pt idx="7154">
                  <c:v>6.0971521126760564</c:v>
                </c:pt>
                <c:pt idx="7155">
                  <c:v>6.1035697183098589</c:v>
                </c:pt>
                <c:pt idx="7156">
                  <c:v>6.1150105633802818</c:v>
                </c:pt>
                <c:pt idx="7157">
                  <c:v>6.1157549295774647</c:v>
                </c:pt>
                <c:pt idx="7158">
                  <c:v>6.1095894366197179</c:v>
                </c:pt>
                <c:pt idx="7159">
                  <c:v>6.1035098591549293</c:v>
                </c:pt>
                <c:pt idx="7160">
                  <c:v>6.0989042253521131</c:v>
                </c:pt>
                <c:pt idx="7161">
                  <c:v>6.0930204225352114</c:v>
                </c:pt>
                <c:pt idx="7162">
                  <c:v>6.0876323943661976</c:v>
                </c:pt>
                <c:pt idx="7163">
                  <c:v>6.0902528169014083</c:v>
                </c:pt>
                <c:pt idx="7164">
                  <c:v>6.1006943661971835</c:v>
                </c:pt>
                <c:pt idx="7165">
                  <c:v>6.109245070422535</c:v>
                </c:pt>
                <c:pt idx="7166">
                  <c:v>6.1053535211267604</c:v>
                </c:pt>
                <c:pt idx="7167">
                  <c:v>6.1004394366197179</c:v>
                </c:pt>
                <c:pt idx="7168">
                  <c:v>6.0934197183098595</c:v>
                </c:pt>
                <c:pt idx="7169">
                  <c:v>6.0875690140845071</c:v>
                </c:pt>
                <c:pt idx="7170">
                  <c:v>6.0860429577464785</c:v>
                </c:pt>
                <c:pt idx="7171">
                  <c:v>6.0862218309859157</c:v>
                </c:pt>
                <c:pt idx="7172">
                  <c:v>6.0906478873239438</c:v>
                </c:pt>
                <c:pt idx="7173">
                  <c:v>6.0951654929577463</c:v>
                </c:pt>
                <c:pt idx="7174">
                  <c:v>6.098737323943662</c:v>
                </c:pt>
                <c:pt idx="7175">
                  <c:v>6.0965823943661972</c:v>
                </c:pt>
                <c:pt idx="7176">
                  <c:v>6.0871330985915497</c:v>
                </c:pt>
                <c:pt idx="7177">
                  <c:v>6.082600704225352</c:v>
                </c:pt>
                <c:pt idx="7178">
                  <c:v>6.0888880281690145</c:v>
                </c:pt>
                <c:pt idx="7179">
                  <c:v>6.0963211267605635</c:v>
                </c:pt>
                <c:pt idx="7180">
                  <c:v>6.0968936619718308</c:v>
                </c:pt>
                <c:pt idx="7181">
                  <c:v>6.0964330985915494</c:v>
                </c:pt>
                <c:pt idx="7182">
                  <c:v>6.1002514084507045</c:v>
                </c:pt>
                <c:pt idx="7183">
                  <c:v>6.1027415492957751</c:v>
                </c:pt>
                <c:pt idx="7184">
                  <c:v>6.1045288732394365</c:v>
                </c:pt>
                <c:pt idx="7185">
                  <c:v>6.1074676056338024</c:v>
                </c:pt>
                <c:pt idx="7186">
                  <c:v>6.1040070422535209</c:v>
                </c:pt>
                <c:pt idx="7187">
                  <c:v>6.0971394366197185</c:v>
                </c:pt>
                <c:pt idx="7188">
                  <c:v>6.0951549295774647</c:v>
                </c:pt>
                <c:pt idx="7189">
                  <c:v>6.0880978873239435</c:v>
                </c:pt>
                <c:pt idx="7190">
                  <c:v>6.0853436619718311</c:v>
                </c:pt>
                <c:pt idx="7191">
                  <c:v>6.0829457746478877</c:v>
                </c:pt>
                <c:pt idx="7192">
                  <c:v>6.0861507042253518</c:v>
                </c:pt>
                <c:pt idx="7193">
                  <c:v>6.0986457746478875</c:v>
                </c:pt>
                <c:pt idx="7194">
                  <c:v>6.1083457746478871</c:v>
                </c:pt>
                <c:pt idx="7195">
                  <c:v>6.1139464788732392</c:v>
                </c:pt>
                <c:pt idx="7196">
                  <c:v>6.1073746478873243</c:v>
                </c:pt>
                <c:pt idx="7197">
                  <c:v>6.1031274647887326</c:v>
                </c:pt>
                <c:pt idx="7198">
                  <c:v>6.1063845070422538</c:v>
                </c:pt>
                <c:pt idx="7199">
                  <c:v>6.1110246478873238</c:v>
                </c:pt>
                <c:pt idx="7200">
                  <c:v>6.1072133802816904</c:v>
                </c:pt>
                <c:pt idx="7201">
                  <c:v>6.1035154929577464</c:v>
                </c:pt>
                <c:pt idx="7202">
                  <c:v>6.1048774647887321</c:v>
                </c:pt>
                <c:pt idx="7203">
                  <c:v>6.0963345070422532</c:v>
                </c:pt>
                <c:pt idx="7204">
                  <c:v>6.0852239436619717</c:v>
                </c:pt>
                <c:pt idx="7205">
                  <c:v>6.0892767605633802</c:v>
                </c:pt>
                <c:pt idx="7206">
                  <c:v>6.1008253521126763</c:v>
                </c:pt>
                <c:pt idx="7207">
                  <c:v>6.1101915492957746</c:v>
                </c:pt>
                <c:pt idx="7208">
                  <c:v>6.1117753521126756</c:v>
                </c:pt>
                <c:pt idx="7209">
                  <c:v>6.1121788732394364</c:v>
                </c:pt>
                <c:pt idx="7210">
                  <c:v>6.1057598591549294</c:v>
                </c:pt>
                <c:pt idx="7211">
                  <c:v>6.0960161971830988</c:v>
                </c:pt>
                <c:pt idx="7212">
                  <c:v>6.0881098591549296</c:v>
                </c:pt>
                <c:pt idx="7213">
                  <c:v>6.0916380281690143</c:v>
                </c:pt>
                <c:pt idx="7214">
                  <c:v>6.0969359154929581</c:v>
                </c:pt>
                <c:pt idx="7215">
                  <c:v>6.0981549295774649</c:v>
                </c:pt>
                <c:pt idx="7216">
                  <c:v>6.1018161971830986</c:v>
                </c:pt>
                <c:pt idx="7217">
                  <c:v>6.1017232394366197</c:v>
                </c:pt>
                <c:pt idx="7218">
                  <c:v>6.0919478873239434</c:v>
                </c:pt>
                <c:pt idx="7219">
                  <c:v>6.0808795774647884</c:v>
                </c:pt>
                <c:pt idx="7220">
                  <c:v>6.0857549295774644</c:v>
                </c:pt>
                <c:pt idx="7221">
                  <c:v>6.1023464788732396</c:v>
                </c:pt>
                <c:pt idx="7222">
                  <c:v>6.1084014084507041</c:v>
                </c:pt>
                <c:pt idx="7223">
                  <c:v>6.1031542253521129</c:v>
                </c:pt>
                <c:pt idx="7224">
                  <c:v>6.1005901408450702</c:v>
                </c:pt>
                <c:pt idx="7225">
                  <c:v>6.0985704225352109</c:v>
                </c:pt>
                <c:pt idx="7226">
                  <c:v>6.0962718309859154</c:v>
                </c:pt>
                <c:pt idx="7227">
                  <c:v>6.0943394366197179</c:v>
                </c:pt>
                <c:pt idx="7228">
                  <c:v>6.0960014084507046</c:v>
                </c:pt>
                <c:pt idx="7229">
                  <c:v>6.1020985915492956</c:v>
                </c:pt>
                <c:pt idx="7230">
                  <c:v>6.1015929577464787</c:v>
                </c:pt>
                <c:pt idx="7231">
                  <c:v>6.1002450704225355</c:v>
                </c:pt>
                <c:pt idx="7232">
                  <c:v>6.1032161971830989</c:v>
                </c:pt>
                <c:pt idx="7233">
                  <c:v>6.1050556338028166</c:v>
                </c:pt>
                <c:pt idx="7234">
                  <c:v>6.1059676056338024</c:v>
                </c:pt>
                <c:pt idx="7235">
                  <c:v>6.1094978873239434</c:v>
                </c:pt>
                <c:pt idx="7236">
                  <c:v>6.1145929577464786</c:v>
                </c:pt>
                <c:pt idx="7237">
                  <c:v>6.1105295774647885</c:v>
                </c:pt>
                <c:pt idx="7238">
                  <c:v>6.1064253521126757</c:v>
                </c:pt>
                <c:pt idx="7239">
                  <c:v>6.11195985915493</c:v>
                </c:pt>
                <c:pt idx="7240">
                  <c:v>6.1147718309859158</c:v>
                </c:pt>
                <c:pt idx="7241">
                  <c:v>6.1121943661971834</c:v>
                </c:pt>
                <c:pt idx="7242">
                  <c:v>6.1096591549295773</c:v>
                </c:pt>
                <c:pt idx="7243">
                  <c:v>6.1084415492957742</c:v>
                </c:pt>
                <c:pt idx="7244">
                  <c:v>6.1106084507042251</c:v>
                </c:pt>
                <c:pt idx="7245">
                  <c:v>6.1152408450704225</c:v>
                </c:pt>
                <c:pt idx="7246">
                  <c:v>6.1113767605633802</c:v>
                </c:pt>
                <c:pt idx="7247">
                  <c:v>6.1115183098591546</c:v>
                </c:pt>
                <c:pt idx="7248">
                  <c:v>6.1118478873239432</c:v>
                </c:pt>
                <c:pt idx="7249">
                  <c:v>6.1138950704225348</c:v>
                </c:pt>
                <c:pt idx="7250">
                  <c:v>6.1169345070422532</c:v>
                </c:pt>
                <c:pt idx="7251">
                  <c:v>6.11116338028169</c:v>
                </c:pt>
                <c:pt idx="7252">
                  <c:v>6.108714788732394</c:v>
                </c:pt>
                <c:pt idx="7253">
                  <c:v>6.1048190140845069</c:v>
                </c:pt>
                <c:pt idx="7254">
                  <c:v>6.1068992957746477</c:v>
                </c:pt>
                <c:pt idx="7255">
                  <c:v>6.1134112676056338</c:v>
                </c:pt>
                <c:pt idx="7256">
                  <c:v>6.118196478873239</c:v>
                </c:pt>
                <c:pt idx="7257">
                  <c:v>6.1211366197183095</c:v>
                </c:pt>
                <c:pt idx="7258">
                  <c:v>6.1234274647887323</c:v>
                </c:pt>
                <c:pt idx="7259">
                  <c:v>6.1199760563380279</c:v>
                </c:pt>
                <c:pt idx="7260">
                  <c:v>6.1108732394366196</c:v>
                </c:pt>
                <c:pt idx="7261">
                  <c:v>6.1070957746478873</c:v>
                </c:pt>
                <c:pt idx="7262">
                  <c:v>6.1045971830985915</c:v>
                </c:pt>
                <c:pt idx="7263">
                  <c:v>6.1037556338028169</c:v>
                </c:pt>
                <c:pt idx="7264">
                  <c:v>6.1053253521126765</c:v>
                </c:pt>
                <c:pt idx="7265">
                  <c:v>6.1009866197183102</c:v>
                </c:pt>
                <c:pt idx="7266">
                  <c:v>6.097519014084507</c:v>
                </c:pt>
                <c:pt idx="7267">
                  <c:v>6.1034985915492959</c:v>
                </c:pt>
                <c:pt idx="7268">
                  <c:v>6.1143070422535208</c:v>
                </c:pt>
                <c:pt idx="7269">
                  <c:v>6.1172260563380281</c:v>
                </c:pt>
                <c:pt idx="7270">
                  <c:v>6.1199338028169015</c:v>
                </c:pt>
                <c:pt idx="7271">
                  <c:v>6.1142866197183094</c:v>
                </c:pt>
                <c:pt idx="7272">
                  <c:v>6.1082725352112677</c:v>
                </c:pt>
                <c:pt idx="7273">
                  <c:v>6.1034443661971833</c:v>
                </c:pt>
                <c:pt idx="7274">
                  <c:v>6.1039739436619715</c:v>
                </c:pt>
                <c:pt idx="7275">
                  <c:v>6.1127774647887323</c:v>
                </c:pt>
                <c:pt idx="7276">
                  <c:v>6.1094880281690145</c:v>
                </c:pt>
                <c:pt idx="7277">
                  <c:v>6.1083063380281688</c:v>
                </c:pt>
                <c:pt idx="7278">
                  <c:v>6.108947183098592</c:v>
                </c:pt>
                <c:pt idx="7279">
                  <c:v>6.1051049295774646</c:v>
                </c:pt>
                <c:pt idx="7280">
                  <c:v>6.1012183098591546</c:v>
                </c:pt>
                <c:pt idx="7281">
                  <c:v>6.0997422535211268</c:v>
                </c:pt>
                <c:pt idx="7282">
                  <c:v>6.0993464788732394</c:v>
                </c:pt>
                <c:pt idx="7283">
                  <c:v>6.0971725352112678</c:v>
                </c:pt>
                <c:pt idx="7284">
                  <c:v>6.0985197183098592</c:v>
                </c:pt>
                <c:pt idx="7285">
                  <c:v>6.1029521126760562</c:v>
                </c:pt>
                <c:pt idx="7286">
                  <c:v>6.1053105633802813</c:v>
                </c:pt>
                <c:pt idx="7287">
                  <c:v>6.1038443661971833</c:v>
                </c:pt>
                <c:pt idx="7288">
                  <c:v>6.1060591549295777</c:v>
                </c:pt>
                <c:pt idx="7289">
                  <c:v>6.1113971830985916</c:v>
                </c:pt>
                <c:pt idx="7290">
                  <c:v>6.1148985915492959</c:v>
                </c:pt>
                <c:pt idx="7291">
                  <c:v>6.1137429577464788</c:v>
                </c:pt>
                <c:pt idx="7292">
                  <c:v>6.112651408450704</c:v>
                </c:pt>
                <c:pt idx="7293">
                  <c:v>6.1085943661971829</c:v>
                </c:pt>
                <c:pt idx="7294">
                  <c:v>6.1108415492957748</c:v>
                </c:pt>
                <c:pt idx="7295">
                  <c:v>6.1192697183098588</c:v>
                </c:pt>
                <c:pt idx="7296">
                  <c:v>6.1143183098591551</c:v>
                </c:pt>
                <c:pt idx="7297">
                  <c:v>6.1144739436619719</c:v>
                </c:pt>
                <c:pt idx="7298">
                  <c:v>6.1139978873239436</c:v>
                </c:pt>
                <c:pt idx="7299">
                  <c:v>6.1079035211267607</c:v>
                </c:pt>
                <c:pt idx="7300">
                  <c:v>6.1078028169014082</c:v>
                </c:pt>
                <c:pt idx="7301">
                  <c:v>6.1066021126760566</c:v>
                </c:pt>
                <c:pt idx="7302">
                  <c:v>6.1072873239436616</c:v>
                </c:pt>
                <c:pt idx="7303">
                  <c:v>6.1113366197183101</c:v>
                </c:pt>
                <c:pt idx="7304">
                  <c:v>6.1152246478873238</c:v>
                </c:pt>
                <c:pt idx="7305">
                  <c:v>6.1220809859154928</c:v>
                </c:pt>
                <c:pt idx="7306">
                  <c:v>6.1260640845070427</c:v>
                </c:pt>
                <c:pt idx="7307">
                  <c:v>6.127247183098592</c:v>
                </c:pt>
                <c:pt idx="7308">
                  <c:v>6.1290528169014085</c:v>
                </c:pt>
                <c:pt idx="7309">
                  <c:v>6.128443661971831</c:v>
                </c:pt>
                <c:pt idx="7310">
                  <c:v>6.1316239436619719</c:v>
                </c:pt>
                <c:pt idx="7311">
                  <c:v>6.1343338028169017</c:v>
                </c:pt>
                <c:pt idx="7312">
                  <c:v>6.12950985915493</c:v>
                </c:pt>
                <c:pt idx="7313">
                  <c:v>6.1262084507042252</c:v>
                </c:pt>
                <c:pt idx="7314">
                  <c:v>6.1236584507042258</c:v>
                </c:pt>
                <c:pt idx="7315">
                  <c:v>6.1198760563380281</c:v>
                </c:pt>
                <c:pt idx="7316">
                  <c:v>6.121925352112676</c:v>
                </c:pt>
                <c:pt idx="7317">
                  <c:v>6.1281021126760562</c:v>
                </c:pt>
                <c:pt idx="7318">
                  <c:v>6.1329366197183095</c:v>
                </c:pt>
                <c:pt idx="7319">
                  <c:v>6.1321035211267603</c:v>
                </c:pt>
                <c:pt idx="7320">
                  <c:v>6.1350105633802814</c:v>
                </c:pt>
                <c:pt idx="7321">
                  <c:v>6.1405253521126761</c:v>
                </c:pt>
                <c:pt idx="7322">
                  <c:v>6.1444380281690139</c:v>
                </c:pt>
                <c:pt idx="7323">
                  <c:v>6.1433232394366195</c:v>
                </c:pt>
                <c:pt idx="7324">
                  <c:v>6.1378457746478876</c:v>
                </c:pt>
                <c:pt idx="7325">
                  <c:v>6.1318415492957747</c:v>
                </c:pt>
                <c:pt idx="7326">
                  <c:v>6.1276183098591552</c:v>
                </c:pt>
                <c:pt idx="7327">
                  <c:v>6.1211619718309862</c:v>
                </c:pt>
                <c:pt idx="7328">
                  <c:v>6.1152380281690144</c:v>
                </c:pt>
                <c:pt idx="7329">
                  <c:v>6.113804225352113</c:v>
                </c:pt>
                <c:pt idx="7330">
                  <c:v>6.1178999999999997</c:v>
                </c:pt>
                <c:pt idx="7331">
                  <c:v>6.1171352112676054</c:v>
                </c:pt>
                <c:pt idx="7332">
                  <c:v>6.1250795774647884</c:v>
                </c:pt>
                <c:pt idx="7333">
                  <c:v>6.135897887323944</c:v>
                </c:pt>
                <c:pt idx="7334">
                  <c:v>6.1368</c:v>
                </c:pt>
                <c:pt idx="7335">
                  <c:v>6.1348246478873243</c:v>
                </c:pt>
                <c:pt idx="7336">
                  <c:v>6.1327176056338031</c:v>
                </c:pt>
                <c:pt idx="7337">
                  <c:v>6.1298457746478876</c:v>
                </c:pt>
                <c:pt idx="7338">
                  <c:v>6.1276683098591551</c:v>
                </c:pt>
                <c:pt idx="7339">
                  <c:v>6.134395070422535</c:v>
                </c:pt>
                <c:pt idx="7340">
                  <c:v>6.1462436619718313</c:v>
                </c:pt>
                <c:pt idx="7341">
                  <c:v>6.1459746478873241</c:v>
                </c:pt>
                <c:pt idx="7342">
                  <c:v>6.1421859154929574</c:v>
                </c:pt>
                <c:pt idx="7343">
                  <c:v>6.1381647887323947</c:v>
                </c:pt>
                <c:pt idx="7344">
                  <c:v>6.1423246478873237</c:v>
                </c:pt>
                <c:pt idx="7345">
                  <c:v>6.1470718309859151</c:v>
                </c:pt>
                <c:pt idx="7346">
                  <c:v>6.1486366197183102</c:v>
                </c:pt>
                <c:pt idx="7347">
                  <c:v>6.141245070422535</c:v>
                </c:pt>
                <c:pt idx="7348">
                  <c:v>6.1388957746478869</c:v>
                </c:pt>
                <c:pt idx="7349">
                  <c:v>6.1405964788732392</c:v>
                </c:pt>
                <c:pt idx="7350">
                  <c:v>6.1415781690140845</c:v>
                </c:pt>
                <c:pt idx="7351">
                  <c:v>6.1405676056338026</c:v>
                </c:pt>
                <c:pt idx="7352">
                  <c:v>6.1358570422535212</c:v>
                </c:pt>
                <c:pt idx="7353">
                  <c:v>6.1330887323943664</c:v>
                </c:pt>
                <c:pt idx="7354">
                  <c:v>6.138160563380282</c:v>
                </c:pt>
                <c:pt idx="7355">
                  <c:v>6.1479063380281689</c:v>
                </c:pt>
                <c:pt idx="7356">
                  <c:v>6.1495619718309857</c:v>
                </c:pt>
                <c:pt idx="7357">
                  <c:v>6.1483373239436618</c:v>
                </c:pt>
                <c:pt idx="7358">
                  <c:v>6.1489112676056337</c:v>
                </c:pt>
                <c:pt idx="7359">
                  <c:v>6.1488007042253523</c:v>
                </c:pt>
                <c:pt idx="7360">
                  <c:v>6.1424084507042256</c:v>
                </c:pt>
                <c:pt idx="7361">
                  <c:v>6.1366704225352109</c:v>
                </c:pt>
                <c:pt idx="7362">
                  <c:v>6.1306943661971829</c:v>
                </c:pt>
                <c:pt idx="7363">
                  <c:v>6.1292873239436618</c:v>
                </c:pt>
                <c:pt idx="7364">
                  <c:v>6.133179577464789</c:v>
                </c:pt>
                <c:pt idx="7365">
                  <c:v>6.1334014084507045</c:v>
                </c:pt>
                <c:pt idx="7366">
                  <c:v>6.1395295774647884</c:v>
                </c:pt>
                <c:pt idx="7367">
                  <c:v>6.141635211267606</c:v>
                </c:pt>
                <c:pt idx="7368">
                  <c:v>6.1455845070422539</c:v>
                </c:pt>
                <c:pt idx="7369">
                  <c:v>6.1457366197183099</c:v>
                </c:pt>
                <c:pt idx="7370">
                  <c:v>6.1469098591549294</c:v>
                </c:pt>
                <c:pt idx="7371">
                  <c:v>6.1508450704225348</c:v>
                </c:pt>
                <c:pt idx="7372">
                  <c:v>6.1524197183098588</c:v>
                </c:pt>
                <c:pt idx="7373">
                  <c:v>6.153671126760563</c:v>
                </c:pt>
                <c:pt idx="7374">
                  <c:v>6.1496197183098591</c:v>
                </c:pt>
                <c:pt idx="7375">
                  <c:v>6.1478661971830988</c:v>
                </c:pt>
                <c:pt idx="7376">
                  <c:v>6.1473014084507041</c:v>
                </c:pt>
                <c:pt idx="7377">
                  <c:v>6.1471028169014081</c:v>
                </c:pt>
                <c:pt idx="7378">
                  <c:v>6.1509133802816898</c:v>
                </c:pt>
                <c:pt idx="7379">
                  <c:v>6.1556626760563384</c:v>
                </c:pt>
                <c:pt idx="7380">
                  <c:v>6.1528718309859158</c:v>
                </c:pt>
                <c:pt idx="7381">
                  <c:v>6.1505760563380285</c:v>
                </c:pt>
                <c:pt idx="7382">
                  <c:v>6.1473767605633807</c:v>
                </c:pt>
                <c:pt idx="7383">
                  <c:v>6.1420802816901405</c:v>
                </c:pt>
                <c:pt idx="7384">
                  <c:v>6.1467535211267608</c:v>
                </c:pt>
                <c:pt idx="7385">
                  <c:v>6.157669718309859</c:v>
                </c:pt>
                <c:pt idx="7386">
                  <c:v>6.1610267605633799</c:v>
                </c:pt>
                <c:pt idx="7387">
                  <c:v>6.1645063380281693</c:v>
                </c:pt>
                <c:pt idx="7388">
                  <c:v>6.1667647887323946</c:v>
                </c:pt>
                <c:pt idx="7389">
                  <c:v>6.1623014084507046</c:v>
                </c:pt>
                <c:pt idx="7390">
                  <c:v>6.1603281690140843</c:v>
                </c:pt>
                <c:pt idx="7391">
                  <c:v>6.166038732394366</c:v>
                </c:pt>
                <c:pt idx="7392">
                  <c:v>6.1660267605633798</c:v>
                </c:pt>
                <c:pt idx="7393">
                  <c:v>6.1643218309859158</c:v>
                </c:pt>
                <c:pt idx="7394">
                  <c:v>6.156197183098592</c:v>
                </c:pt>
                <c:pt idx="7395">
                  <c:v>6.1529260563380284</c:v>
                </c:pt>
                <c:pt idx="7396">
                  <c:v>6.156522535211268</c:v>
                </c:pt>
                <c:pt idx="7397">
                  <c:v>6.1595535211267602</c:v>
                </c:pt>
                <c:pt idx="7398">
                  <c:v>6.1619154929577462</c:v>
                </c:pt>
                <c:pt idx="7399">
                  <c:v>6.164181690140845</c:v>
                </c:pt>
                <c:pt idx="7400">
                  <c:v>6.1663514084507041</c:v>
                </c:pt>
                <c:pt idx="7401">
                  <c:v>6.1678098591549295</c:v>
                </c:pt>
                <c:pt idx="7402">
                  <c:v>6.1678802816901408</c:v>
                </c:pt>
                <c:pt idx="7403">
                  <c:v>6.1685521126760561</c:v>
                </c:pt>
                <c:pt idx="7404">
                  <c:v>6.1675971830985912</c:v>
                </c:pt>
                <c:pt idx="7405">
                  <c:v>6.1711577464788734</c:v>
                </c:pt>
                <c:pt idx="7406">
                  <c:v>6.1704091549295779</c:v>
                </c:pt>
                <c:pt idx="7407">
                  <c:v>6.1660866197183095</c:v>
                </c:pt>
                <c:pt idx="7408">
                  <c:v>6.1712183098591549</c:v>
                </c:pt>
                <c:pt idx="7409">
                  <c:v>6.1727380281690145</c:v>
                </c:pt>
                <c:pt idx="7410">
                  <c:v>6.1729147887323945</c:v>
                </c:pt>
                <c:pt idx="7411">
                  <c:v>6.1695077464788728</c:v>
                </c:pt>
                <c:pt idx="7412">
                  <c:v>6.1619211267605634</c:v>
                </c:pt>
                <c:pt idx="7413">
                  <c:v>6.160899295774648</c:v>
                </c:pt>
                <c:pt idx="7414">
                  <c:v>6.1655492957746478</c:v>
                </c:pt>
                <c:pt idx="7415">
                  <c:v>6.1674845070422535</c:v>
                </c:pt>
                <c:pt idx="7416">
                  <c:v>6.1705028169014087</c:v>
                </c:pt>
                <c:pt idx="7417">
                  <c:v>6.1715809859154929</c:v>
                </c:pt>
                <c:pt idx="7418">
                  <c:v>6.1750739436619719</c:v>
                </c:pt>
                <c:pt idx="7419">
                  <c:v>6.1760394366197184</c:v>
                </c:pt>
                <c:pt idx="7420">
                  <c:v>6.1746669014084503</c:v>
                </c:pt>
                <c:pt idx="7421">
                  <c:v>6.1814718309859158</c:v>
                </c:pt>
                <c:pt idx="7422">
                  <c:v>6.1886739436619722</c:v>
                </c:pt>
                <c:pt idx="7423">
                  <c:v>6.1878725352112678</c:v>
                </c:pt>
                <c:pt idx="7424">
                  <c:v>6.1828830985915495</c:v>
                </c:pt>
                <c:pt idx="7425">
                  <c:v>6.175547887323944</c:v>
                </c:pt>
                <c:pt idx="7426">
                  <c:v>6.1734492957746481</c:v>
                </c:pt>
                <c:pt idx="7427">
                  <c:v>6.1784859154929581</c:v>
                </c:pt>
                <c:pt idx="7428">
                  <c:v>6.1801549295774647</c:v>
                </c:pt>
                <c:pt idx="7429">
                  <c:v>6.1761014084507044</c:v>
                </c:pt>
                <c:pt idx="7430">
                  <c:v>6.1773654929577466</c:v>
                </c:pt>
                <c:pt idx="7431">
                  <c:v>6.1893542253521128</c:v>
                </c:pt>
                <c:pt idx="7432">
                  <c:v>6.2003133802816901</c:v>
                </c:pt>
                <c:pt idx="7433">
                  <c:v>6.199222535211268</c:v>
                </c:pt>
                <c:pt idx="7434">
                  <c:v>6.1921316901408447</c:v>
                </c:pt>
                <c:pt idx="7435">
                  <c:v>6.1848760563380285</c:v>
                </c:pt>
                <c:pt idx="7436">
                  <c:v>6.1795190140845069</c:v>
                </c:pt>
                <c:pt idx="7437">
                  <c:v>6.172711971830986</c:v>
                </c:pt>
                <c:pt idx="7438">
                  <c:v>6.1711690140845068</c:v>
                </c:pt>
                <c:pt idx="7439">
                  <c:v>6.1761753521126757</c:v>
                </c:pt>
                <c:pt idx="7440">
                  <c:v>6.1764330985915494</c:v>
                </c:pt>
                <c:pt idx="7441">
                  <c:v>6.1756169014084508</c:v>
                </c:pt>
                <c:pt idx="7442">
                  <c:v>6.1776507042253517</c:v>
                </c:pt>
                <c:pt idx="7443">
                  <c:v>6.1808556338028167</c:v>
                </c:pt>
                <c:pt idx="7444">
                  <c:v>6.1866070422535211</c:v>
                </c:pt>
                <c:pt idx="7445">
                  <c:v>6.1861028169014087</c:v>
                </c:pt>
                <c:pt idx="7446">
                  <c:v>6.1774901408450704</c:v>
                </c:pt>
                <c:pt idx="7447">
                  <c:v>6.1758809859154926</c:v>
                </c:pt>
                <c:pt idx="7448">
                  <c:v>6.1805112676056337</c:v>
                </c:pt>
                <c:pt idx="7449">
                  <c:v>6.1878119718309863</c:v>
                </c:pt>
                <c:pt idx="7450">
                  <c:v>6.1998978873239441</c:v>
                </c:pt>
                <c:pt idx="7451">
                  <c:v>6.2105218309859156</c:v>
                </c:pt>
                <c:pt idx="7452">
                  <c:v>6.2106556338028165</c:v>
                </c:pt>
                <c:pt idx="7453">
                  <c:v>6.2088507042253518</c:v>
                </c:pt>
                <c:pt idx="7454">
                  <c:v>6.206014084507042</c:v>
                </c:pt>
                <c:pt idx="7455">
                  <c:v>6.207910563380282</c:v>
                </c:pt>
                <c:pt idx="7456">
                  <c:v>6.2074992957746478</c:v>
                </c:pt>
                <c:pt idx="7457">
                  <c:v>6.200819014084507</c:v>
                </c:pt>
                <c:pt idx="7458">
                  <c:v>6.1960746478873236</c:v>
                </c:pt>
                <c:pt idx="7459">
                  <c:v>6.1918190140845066</c:v>
                </c:pt>
                <c:pt idx="7460">
                  <c:v>6.1880683098591547</c:v>
                </c:pt>
                <c:pt idx="7461">
                  <c:v>6.1892577464788729</c:v>
                </c:pt>
                <c:pt idx="7462">
                  <c:v>6.1966464788732392</c:v>
                </c:pt>
                <c:pt idx="7463">
                  <c:v>6.2018197183098591</c:v>
                </c:pt>
                <c:pt idx="7464">
                  <c:v>6.2046295774647886</c:v>
                </c:pt>
                <c:pt idx="7465">
                  <c:v>6.2027957746478872</c:v>
                </c:pt>
                <c:pt idx="7466">
                  <c:v>6.2077499999999999</c:v>
                </c:pt>
                <c:pt idx="7467">
                  <c:v>6.2077605633802815</c:v>
                </c:pt>
                <c:pt idx="7468">
                  <c:v>6.2010352112676053</c:v>
                </c:pt>
                <c:pt idx="7469">
                  <c:v>6.2007450704225349</c:v>
                </c:pt>
                <c:pt idx="7470">
                  <c:v>6.2012908450704227</c:v>
                </c:pt>
                <c:pt idx="7471">
                  <c:v>6.2027485915492955</c:v>
                </c:pt>
                <c:pt idx="7472">
                  <c:v>6.2059359154929581</c:v>
                </c:pt>
                <c:pt idx="7473">
                  <c:v>6.2059908450704224</c:v>
                </c:pt>
                <c:pt idx="7474">
                  <c:v>6.2039999999999997</c:v>
                </c:pt>
                <c:pt idx="7475">
                  <c:v>6.199052112676056</c:v>
                </c:pt>
                <c:pt idx="7476">
                  <c:v>6.1945500000000004</c:v>
                </c:pt>
                <c:pt idx="7477">
                  <c:v>6.1921176056338032</c:v>
                </c:pt>
                <c:pt idx="7478">
                  <c:v>6.1995845070422533</c:v>
                </c:pt>
                <c:pt idx="7479">
                  <c:v>6.2151746478873235</c:v>
                </c:pt>
                <c:pt idx="7480">
                  <c:v>6.2246661971830983</c:v>
                </c:pt>
                <c:pt idx="7481">
                  <c:v>6.2276760563380282</c:v>
                </c:pt>
                <c:pt idx="7482">
                  <c:v>6.2219739436619719</c:v>
                </c:pt>
                <c:pt idx="7483">
                  <c:v>6.2195605633802815</c:v>
                </c:pt>
                <c:pt idx="7484">
                  <c:v>6.2151176056338029</c:v>
                </c:pt>
                <c:pt idx="7485">
                  <c:v>6.2141647887323943</c:v>
                </c:pt>
                <c:pt idx="7486">
                  <c:v>6.2156873239436621</c:v>
                </c:pt>
                <c:pt idx="7487">
                  <c:v>6.2148204225352117</c:v>
                </c:pt>
                <c:pt idx="7488">
                  <c:v>6.2094302816901408</c:v>
                </c:pt>
                <c:pt idx="7489">
                  <c:v>6.2068915492957748</c:v>
                </c:pt>
                <c:pt idx="7490">
                  <c:v>6.2050450704225355</c:v>
                </c:pt>
                <c:pt idx="7491">
                  <c:v>6.2090105633802821</c:v>
                </c:pt>
                <c:pt idx="7492">
                  <c:v>6.2161514084507044</c:v>
                </c:pt>
                <c:pt idx="7493">
                  <c:v>6.214047887323944</c:v>
                </c:pt>
                <c:pt idx="7494">
                  <c:v>6.209119718309859</c:v>
                </c:pt>
                <c:pt idx="7495">
                  <c:v>6.2052816901408452</c:v>
                </c:pt>
                <c:pt idx="7496">
                  <c:v>6.2112767605633801</c:v>
                </c:pt>
                <c:pt idx="7497">
                  <c:v>6.2161535211267607</c:v>
                </c:pt>
                <c:pt idx="7498">
                  <c:v>6.216604929577465</c:v>
                </c:pt>
                <c:pt idx="7499">
                  <c:v>6.2201795774647888</c:v>
                </c:pt>
                <c:pt idx="7500">
                  <c:v>6.2210654929577469</c:v>
                </c:pt>
                <c:pt idx="7501">
                  <c:v>6.2215887323943662</c:v>
                </c:pt>
                <c:pt idx="7502">
                  <c:v>6.2253577464788732</c:v>
                </c:pt>
                <c:pt idx="7503">
                  <c:v>6.2215126760563377</c:v>
                </c:pt>
                <c:pt idx="7504">
                  <c:v>6.213499295774648</c:v>
                </c:pt>
                <c:pt idx="7505">
                  <c:v>6.2139563380281686</c:v>
                </c:pt>
                <c:pt idx="7506">
                  <c:v>6.21238661971831</c:v>
                </c:pt>
                <c:pt idx="7507">
                  <c:v>6.210694366197183</c:v>
                </c:pt>
                <c:pt idx="7508">
                  <c:v>6.2123514084507043</c:v>
                </c:pt>
                <c:pt idx="7509">
                  <c:v>6.2181415492957743</c:v>
                </c:pt>
                <c:pt idx="7510">
                  <c:v>6.2279528169014089</c:v>
                </c:pt>
                <c:pt idx="7511">
                  <c:v>6.2339894366197184</c:v>
                </c:pt>
                <c:pt idx="7512">
                  <c:v>6.2296260563380281</c:v>
                </c:pt>
                <c:pt idx="7513">
                  <c:v>6.2235218309859155</c:v>
                </c:pt>
                <c:pt idx="7514">
                  <c:v>6.2194366197183095</c:v>
                </c:pt>
                <c:pt idx="7515">
                  <c:v>6.2190415492957749</c:v>
                </c:pt>
                <c:pt idx="7516">
                  <c:v>6.2237014084507045</c:v>
                </c:pt>
                <c:pt idx="7517">
                  <c:v>6.2228739436619716</c:v>
                </c:pt>
                <c:pt idx="7518">
                  <c:v>6.2197021126760568</c:v>
                </c:pt>
                <c:pt idx="7519">
                  <c:v>6.225507042253521</c:v>
                </c:pt>
                <c:pt idx="7520">
                  <c:v>6.2400281690140842</c:v>
                </c:pt>
                <c:pt idx="7521">
                  <c:v>6.247514084507042</c:v>
                </c:pt>
                <c:pt idx="7522">
                  <c:v>6.2441669014084509</c:v>
                </c:pt>
                <c:pt idx="7523">
                  <c:v>6.2400859154929575</c:v>
                </c:pt>
                <c:pt idx="7524">
                  <c:v>6.2341028169014088</c:v>
                </c:pt>
                <c:pt idx="7525">
                  <c:v>6.2298133802816897</c:v>
                </c:pt>
                <c:pt idx="7526">
                  <c:v>6.233522535211268</c:v>
                </c:pt>
                <c:pt idx="7527">
                  <c:v>6.2397795774647884</c:v>
                </c:pt>
                <c:pt idx="7528">
                  <c:v>6.241358450704225</c:v>
                </c:pt>
                <c:pt idx="7529">
                  <c:v>6.2411549295774646</c:v>
                </c:pt>
                <c:pt idx="7530">
                  <c:v>6.2388239436619717</c:v>
                </c:pt>
                <c:pt idx="7531">
                  <c:v>6.2388021126760567</c:v>
                </c:pt>
                <c:pt idx="7532">
                  <c:v>6.2382042253521126</c:v>
                </c:pt>
                <c:pt idx="7533">
                  <c:v>6.2315838028169015</c:v>
                </c:pt>
                <c:pt idx="7534">
                  <c:v>6.2273612676056338</c:v>
                </c:pt>
                <c:pt idx="7535">
                  <c:v>6.2275521126760562</c:v>
                </c:pt>
                <c:pt idx="7536">
                  <c:v>6.2310591549295777</c:v>
                </c:pt>
                <c:pt idx="7537">
                  <c:v>6.2337732394366201</c:v>
                </c:pt>
                <c:pt idx="7538">
                  <c:v>6.2389169014084507</c:v>
                </c:pt>
                <c:pt idx="7539">
                  <c:v>6.2439183098591551</c:v>
                </c:pt>
                <c:pt idx="7540">
                  <c:v>6.2450176056338025</c:v>
                </c:pt>
                <c:pt idx="7541">
                  <c:v>6.2386894366197181</c:v>
                </c:pt>
                <c:pt idx="7542">
                  <c:v>6.2377197183098589</c:v>
                </c:pt>
                <c:pt idx="7543">
                  <c:v>6.2413704225352111</c:v>
                </c:pt>
                <c:pt idx="7544">
                  <c:v>6.2475500000000004</c:v>
                </c:pt>
                <c:pt idx="7545">
                  <c:v>6.248217605633803</c:v>
                </c:pt>
                <c:pt idx="7546">
                  <c:v>6.2489908450704226</c:v>
                </c:pt>
                <c:pt idx="7547">
                  <c:v>6.2552767605633806</c:v>
                </c:pt>
                <c:pt idx="7548">
                  <c:v>6.2508683098591549</c:v>
                </c:pt>
                <c:pt idx="7549">
                  <c:v>6.2470345070422537</c:v>
                </c:pt>
                <c:pt idx="7550">
                  <c:v>6.2493190140845067</c:v>
                </c:pt>
                <c:pt idx="7551">
                  <c:v>6.2460746478873244</c:v>
                </c:pt>
                <c:pt idx="7552">
                  <c:v>6.2459091549295778</c:v>
                </c:pt>
                <c:pt idx="7553">
                  <c:v>6.250964084507042</c:v>
                </c:pt>
                <c:pt idx="7554">
                  <c:v>6.2530457746478874</c:v>
                </c:pt>
                <c:pt idx="7555">
                  <c:v>6.2481429577464791</c:v>
                </c:pt>
                <c:pt idx="7556">
                  <c:v>6.2441598591549292</c:v>
                </c:pt>
                <c:pt idx="7557">
                  <c:v>6.2424542253521125</c:v>
                </c:pt>
                <c:pt idx="7558">
                  <c:v>6.242455633802817</c:v>
                </c:pt>
                <c:pt idx="7559">
                  <c:v>6.2464070422535212</c:v>
                </c:pt>
                <c:pt idx="7560">
                  <c:v>6.2539119718309859</c:v>
                </c:pt>
                <c:pt idx="7561">
                  <c:v>6.2616007042253523</c:v>
                </c:pt>
                <c:pt idx="7562">
                  <c:v>6.2605373239436624</c:v>
                </c:pt>
                <c:pt idx="7563">
                  <c:v>6.2592464788732398</c:v>
                </c:pt>
                <c:pt idx="7564">
                  <c:v>6.2669901408450706</c:v>
                </c:pt>
                <c:pt idx="7565">
                  <c:v>6.2700281690140844</c:v>
                </c:pt>
                <c:pt idx="7566">
                  <c:v>6.2658816901408452</c:v>
                </c:pt>
                <c:pt idx="7567">
                  <c:v>6.2602605633802817</c:v>
                </c:pt>
                <c:pt idx="7568">
                  <c:v>6.254708450704225</c:v>
                </c:pt>
                <c:pt idx="7569">
                  <c:v>6.2520443661971834</c:v>
                </c:pt>
                <c:pt idx="7570">
                  <c:v>6.2598598591549299</c:v>
                </c:pt>
                <c:pt idx="7571">
                  <c:v>6.2658598591549293</c:v>
                </c:pt>
                <c:pt idx="7572">
                  <c:v>6.2588218309859158</c:v>
                </c:pt>
                <c:pt idx="7573">
                  <c:v>6.255545070422535</c:v>
                </c:pt>
                <c:pt idx="7574">
                  <c:v>6.2556936619718311</c:v>
                </c:pt>
                <c:pt idx="7575">
                  <c:v>6.2585676056338029</c:v>
                </c:pt>
                <c:pt idx="7576">
                  <c:v>6.2580852112676055</c:v>
                </c:pt>
                <c:pt idx="7577">
                  <c:v>6.2559809859154933</c:v>
                </c:pt>
                <c:pt idx="7578">
                  <c:v>6.2577852112676053</c:v>
                </c:pt>
                <c:pt idx="7579">
                  <c:v>6.2586084507042257</c:v>
                </c:pt>
                <c:pt idx="7580">
                  <c:v>6.2610697183098587</c:v>
                </c:pt>
                <c:pt idx="7581">
                  <c:v>6.2625943661971828</c:v>
                </c:pt>
                <c:pt idx="7582">
                  <c:v>6.2668323943661974</c:v>
                </c:pt>
                <c:pt idx="7583">
                  <c:v>6.262323943661972</c:v>
                </c:pt>
                <c:pt idx="7584">
                  <c:v>6.2532232394366201</c:v>
                </c:pt>
                <c:pt idx="7585">
                  <c:v>6.2570126760563376</c:v>
                </c:pt>
                <c:pt idx="7586">
                  <c:v>6.2670838028169014</c:v>
                </c:pt>
                <c:pt idx="7587">
                  <c:v>6.2709690140845069</c:v>
                </c:pt>
                <c:pt idx="7588">
                  <c:v>6.2663408450704221</c:v>
                </c:pt>
                <c:pt idx="7589">
                  <c:v>6.2669338028169017</c:v>
                </c:pt>
                <c:pt idx="7590">
                  <c:v>6.2708316901408452</c:v>
                </c:pt>
                <c:pt idx="7591">
                  <c:v>6.2695978873239433</c:v>
                </c:pt>
                <c:pt idx="7592">
                  <c:v>6.2645485915492962</c:v>
                </c:pt>
                <c:pt idx="7593">
                  <c:v>6.2628457746478876</c:v>
                </c:pt>
                <c:pt idx="7594">
                  <c:v>6.2633246478873241</c:v>
                </c:pt>
                <c:pt idx="7595">
                  <c:v>6.2650443661971833</c:v>
                </c:pt>
                <c:pt idx="7596">
                  <c:v>6.2623633802816903</c:v>
                </c:pt>
                <c:pt idx="7597">
                  <c:v>6.2576161971830988</c:v>
                </c:pt>
                <c:pt idx="7598">
                  <c:v>6.2598823943661976</c:v>
                </c:pt>
                <c:pt idx="7599">
                  <c:v>6.2607295774647884</c:v>
                </c:pt>
                <c:pt idx="7600">
                  <c:v>6.2563274647887326</c:v>
                </c:pt>
                <c:pt idx="7601">
                  <c:v>6.2523732394366194</c:v>
                </c:pt>
                <c:pt idx="7602">
                  <c:v>6.250241549295775</c:v>
                </c:pt>
                <c:pt idx="7603">
                  <c:v>6.2493661971830985</c:v>
                </c:pt>
                <c:pt idx="7604">
                  <c:v>6.2505542253521122</c:v>
                </c:pt>
                <c:pt idx="7605">
                  <c:v>6.2582267605633799</c:v>
                </c:pt>
                <c:pt idx="7606">
                  <c:v>6.2700957746478876</c:v>
                </c:pt>
                <c:pt idx="7607">
                  <c:v>6.2737295774647883</c:v>
                </c:pt>
                <c:pt idx="7608">
                  <c:v>6.271774647887324</c:v>
                </c:pt>
                <c:pt idx="7609">
                  <c:v>6.2709077464788736</c:v>
                </c:pt>
                <c:pt idx="7610">
                  <c:v>6.2700345070422534</c:v>
                </c:pt>
                <c:pt idx="7611">
                  <c:v>6.2697605633802818</c:v>
                </c:pt>
                <c:pt idx="7612">
                  <c:v>6.2714316901408447</c:v>
                </c:pt>
                <c:pt idx="7613">
                  <c:v>6.2722570422535213</c:v>
                </c:pt>
                <c:pt idx="7614">
                  <c:v>6.2708471830985912</c:v>
                </c:pt>
                <c:pt idx="7615">
                  <c:v>6.2765295774647889</c:v>
                </c:pt>
                <c:pt idx="7616">
                  <c:v>6.2800732394366197</c:v>
                </c:pt>
                <c:pt idx="7617">
                  <c:v>6.2747366197183094</c:v>
                </c:pt>
                <c:pt idx="7618">
                  <c:v>6.2759809859154929</c:v>
                </c:pt>
                <c:pt idx="7619">
                  <c:v>6.2794697183098593</c:v>
                </c:pt>
                <c:pt idx="7620">
                  <c:v>6.2813105633802815</c:v>
                </c:pt>
                <c:pt idx="7621">
                  <c:v>6.2842894366197184</c:v>
                </c:pt>
                <c:pt idx="7622">
                  <c:v>6.2899464788732393</c:v>
                </c:pt>
                <c:pt idx="7623">
                  <c:v>6.2912457746478871</c:v>
                </c:pt>
                <c:pt idx="7624">
                  <c:v>6.2790499999999998</c:v>
                </c:pt>
                <c:pt idx="7625">
                  <c:v>6.2723457746478877</c:v>
                </c:pt>
                <c:pt idx="7626">
                  <c:v>6.2764288732394364</c:v>
                </c:pt>
                <c:pt idx="7627">
                  <c:v>6.2802528169014087</c:v>
                </c:pt>
                <c:pt idx="7628">
                  <c:v>6.2748633802816904</c:v>
                </c:pt>
                <c:pt idx="7629">
                  <c:v>6.269830985915493</c:v>
                </c:pt>
                <c:pt idx="7630">
                  <c:v>6.2706521126760562</c:v>
                </c:pt>
                <c:pt idx="7631">
                  <c:v>6.2744422535211264</c:v>
                </c:pt>
                <c:pt idx="7632">
                  <c:v>6.2799640845070419</c:v>
                </c:pt>
                <c:pt idx="7633">
                  <c:v>6.2785408450704221</c:v>
                </c:pt>
                <c:pt idx="7634">
                  <c:v>6.2756049295774652</c:v>
                </c:pt>
                <c:pt idx="7635">
                  <c:v>6.2781239436619716</c:v>
                </c:pt>
                <c:pt idx="7636">
                  <c:v>6.2875809859154934</c:v>
                </c:pt>
                <c:pt idx="7637">
                  <c:v>6.2983563380281691</c:v>
                </c:pt>
                <c:pt idx="7638">
                  <c:v>6.2969387323943664</c:v>
                </c:pt>
                <c:pt idx="7639">
                  <c:v>6.2916387323943663</c:v>
                </c:pt>
                <c:pt idx="7640">
                  <c:v>6.2944260563380281</c:v>
                </c:pt>
                <c:pt idx="7641">
                  <c:v>6.2968781690140849</c:v>
                </c:pt>
                <c:pt idx="7642">
                  <c:v>6.2903549295774646</c:v>
                </c:pt>
                <c:pt idx="7643">
                  <c:v>6.2873471830985919</c:v>
                </c:pt>
                <c:pt idx="7644">
                  <c:v>6.2961218309859159</c:v>
                </c:pt>
                <c:pt idx="7645">
                  <c:v>6.3069126760563377</c:v>
                </c:pt>
                <c:pt idx="7646">
                  <c:v>6.3073471830985914</c:v>
                </c:pt>
                <c:pt idx="7647">
                  <c:v>6.2981598591549295</c:v>
                </c:pt>
                <c:pt idx="7648">
                  <c:v>6.292514084507042</c:v>
                </c:pt>
                <c:pt idx="7649">
                  <c:v>6.2972260563380278</c:v>
                </c:pt>
                <c:pt idx="7650">
                  <c:v>6.3007992957746479</c:v>
                </c:pt>
                <c:pt idx="7651">
                  <c:v>6.302485211267606</c:v>
                </c:pt>
                <c:pt idx="7652">
                  <c:v>6.3025084507042255</c:v>
                </c:pt>
                <c:pt idx="7653">
                  <c:v>6.2918267605633806</c:v>
                </c:pt>
                <c:pt idx="7654">
                  <c:v>6.2859704225352111</c:v>
                </c:pt>
                <c:pt idx="7655">
                  <c:v>6.2807887323943659</c:v>
                </c:pt>
                <c:pt idx="7656">
                  <c:v>6.2755577464788734</c:v>
                </c:pt>
                <c:pt idx="7657">
                  <c:v>6.2754669014084508</c:v>
                </c:pt>
                <c:pt idx="7658">
                  <c:v>6.2807035211267603</c:v>
                </c:pt>
                <c:pt idx="7659">
                  <c:v>6.2858887323943664</c:v>
                </c:pt>
                <c:pt idx="7660">
                  <c:v>6.2902274647887326</c:v>
                </c:pt>
                <c:pt idx="7661">
                  <c:v>6.2890098591549295</c:v>
                </c:pt>
                <c:pt idx="7662">
                  <c:v>6.2903859154929576</c:v>
                </c:pt>
                <c:pt idx="7663">
                  <c:v>6.2930985915492954</c:v>
                </c:pt>
                <c:pt idx="7664">
                  <c:v>6.2872274647887325</c:v>
                </c:pt>
                <c:pt idx="7665">
                  <c:v>6.2841154929577465</c:v>
                </c:pt>
                <c:pt idx="7666">
                  <c:v>6.2852225352112674</c:v>
                </c:pt>
                <c:pt idx="7667">
                  <c:v>6.2861478873239438</c:v>
                </c:pt>
                <c:pt idx="7668">
                  <c:v>6.2879345070422534</c:v>
                </c:pt>
                <c:pt idx="7669">
                  <c:v>6.2902873239436623</c:v>
                </c:pt>
                <c:pt idx="7670">
                  <c:v>6.2851788732394365</c:v>
                </c:pt>
                <c:pt idx="7671">
                  <c:v>6.2831457746478874</c:v>
                </c:pt>
                <c:pt idx="7672">
                  <c:v>6.2886070422535214</c:v>
                </c:pt>
                <c:pt idx="7673">
                  <c:v>6.2935661971830985</c:v>
                </c:pt>
                <c:pt idx="7674">
                  <c:v>6.2989302816901409</c:v>
                </c:pt>
                <c:pt idx="7675">
                  <c:v>6.3028760563380279</c:v>
                </c:pt>
                <c:pt idx="7676">
                  <c:v>6.3029478873239437</c:v>
                </c:pt>
                <c:pt idx="7677">
                  <c:v>6.3097626760563381</c:v>
                </c:pt>
                <c:pt idx="7678">
                  <c:v>6.3134281690140845</c:v>
                </c:pt>
                <c:pt idx="7679">
                  <c:v>6.3077119718309858</c:v>
                </c:pt>
                <c:pt idx="7680">
                  <c:v>6.2984971830985916</c:v>
                </c:pt>
                <c:pt idx="7681">
                  <c:v>6.2897971830985915</c:v>
                </c:pt>
                <c:pt idx="7682">
                  <c:v>6.2828718309859157</c:v>
                </c:pt>
                <c:pt idx="7683">
                  <c:v>6.2829605633802821</c:v>
                </c:pt>
                <c:pt idx="7684">
                  <c:v>6.288320422535211</c:v>
                </c:pt>
                <c:pt idx="7685">
                  <c:v>6.2917556338028167</c:v>
                </c:pt>
                <c:pt idx="7686">
                  <c:v>6.2946915492957745</c:v>
                </c:pt>
                <c:pt idx="7687">
                  <c:v>6.3008725352112673</c:v>
                </c:pt>
                <c:pt idx="7688">
                  <c:v>6.3089133802816901</c:v>
                </c:pt>
                <c:pt idx="7689">
                  <c:v>6.3084063380281687</c:v>
                </c:pt>
                <c:pt idx="7690">
                  <c:v>6.3025246478873242</c:v>
                </c:pt>
                <c:pt idx="7691">
                  <c:v>6.297916197183099</c:v>
                </c:pt>
                <c:pt idx="7692">
                  <c:v>6.2984767605633802</c:v>
                </c:pt>
                <c:pt idx="7693">
                  <c:v>6.2949549295774645</c:v>
                </c:pt>
                <c:pt idx="7694">
                  <c:v>6.293297887323944</c:v>
                </c:pt>
                <c:pt idx="7695">
                  <c:v>6.2996598591549295</c:v>
                </c:pt>
                <c:pt idx="7696">
                  <c:v>6.3034591549295778</c:v>
                </c:pt>
                <c:pt idx="7697">
                  <c:v>6.3023915492957743</c:v>
                </c:pt>
                <c:pt idx="7698">
                  <c:v>6.2995063380281691</c:v>
                </c:pt>
                <c:pt idx="7699">
                  <c:v>6.2992126760563378</c:v>
                </c:pt>
                <c:pt idx="7700">
                  <c:v>6.3019781690140846</c:v>
                </c:pt>
                <c:pt idx="7701">
                  <c:v>6.3079816901408448</c:v>
                </c:pt>
                <c:pt idx="7702">
                  <c:v>6.3094197183098588</c:v>
                </c:pt>
                <c:pt idx="7703">
                  <c:v>6.3064880281690137</c:v>
                </c:pt>
                <c:pt idx="7704">
                  <c:v>6.3023992957746477</c:v>
                </c:pt>
                <c:pt idx="7705">
                  <c:v>6.2985725352112674</c:v>
                </c:pt>
                <c:pt idx="7706">
                  <c:v>6.2920140845070422</c:v>
                </c:pt>
                <c:pt idx="7707">
                  <c:v>6.2979978873239437</c:v>
                </c:pt>
                <c:pt idx="7708">
                  <c:v>6.3046345070422536</c:v>
                </c:pt>
                <c:pt idx="7709">
                  <c:v>6.3103429577464789</c:v>
                </c:pt>
                <c:pt idx="7710">
                  <c:v>6.3071140845070426</c:v>
                </c:pt>
                <c:pt idx="7711">
                  <c:v>6.2956584507042255</c:v>
                </c:pt>
                <c:pt idx="7712">
                  <c:v>6.28982323943662</c:v>
                </c:pt>
                <c:pt idx="7713">
                  <c:v>6.2895492957746475</c:v>
                </c:pt>
                <c:pt idx="7714">
                  <c:v>6.2937633802816899</c:v>
                </c:pt>
                <c:pt idx="7715">
                  <c:v>6.3030288732394366</c:v>
                </c:pt>
                <c:pt idx="7716">
                  <c:v>6.3064598591549297</c:v>
                </c:pt>
                <c:pt idx="7717">
                  <c:v>6.309750704225352</c:v>
                </c:pt>
                <c:pt idx="7718">
                  <c:v>6.3131915492957749</c:v>
                </c:pt>
                <c:pt idx="7719">
                  <c:v>6.3158147887323945</c:v>
                </c:pt>
                <c:pt idx="7720">
                  <c:v>6.3174542253521127</c:v>
                </c:pt>
                <c:pt idx="7721">
                  <c:v>6.3139915492957748</c:v>
                </c:pt>
                <c:pt idx="7722">
                  <c:v>6.3037415492957747</c:v>
                </c:pt>
                <c:pt idx="7723">
                  <c:v>6.2970507042253523</c:v>
                </c:pt>
                <c:pt idx="7724">
                  <c:v>6.2995647887323942</c:v>
                </c:pt>
                <c:pt idx="7725">
                  <c:v>6.3040556338028173</c:v>
                </c:pt>
                <c:pt idx="7726">
                  <c:v>6.3019112676056341</c:v>
                </c:pt>
                <c:pt idx="7727">
                  <c:v>6.3023204225352112</c:v>
                </c:pt>
                <c:pt idx="7728">
                  <c:v>6.3064126760563379</c:v>
                </c:pt>
                <c:pt idx="7729">
                  <c:v>6.3109612676056335</c:v>
                </c:pt>
                <c:pt idx="7730">
                  <c:v>6.305048591549296</c:v>
                </c:pt>
                <c:pt idx="7731">
                  <c:v>6.2964985915492955</c:v>
                </c:pt>
                <c:pt idx="7732">
                  <c:v>6.2947697183098592</c:v>
                </c:pt>
                <c:pt idx="7733">
                  <c:v>6.2942880281690137</c:v>
                </c:pt>
                <c:pt idx="7734">
                  <c:v>6.2942859154929574</c:v>
                </c:pt>
                <c:pt idx="7735">
                  <c:v>6.2972260563380278</c:v>
                </c:pt>
                <c:pt idx="7736">
                  <c:v>6.2985225352112675</c:v>
                </c:pt>
                <c:pt idx="7737">
                  <c:v>6.2950647887323941</c:v>
                </c:pt>
                <c:pt idx="7738">
                  <c:v>6.2942056338028172</c:v>
                </c:pt>
                <c:pt idx="7739">
                  <c:v>6.2993605633802821</c:v>
                </c:pt>
                <c:pt idx="7740">
                  <c:v>6.3053915492957744</c:v>
                </c:pt>
                <c:pt idx="7741">
                  <c:v>6.3026239436619722</c:v>
                </c:pt>
                <c:pt idx="7742">
                  <c:v>6.2994676056338026</c:v>
                </c:pt>
                <c:pt idx="7743">
                  <c:v>6.2924352112676054</c:v>
                </c:pt>
                <c:pt idx="7744">
                  <c:v>6.289885211267606</c:v>
                </c:pt>
                <c:pt idx="7745">
                  <c:v>6.2993338028169017</c:v>
                </c:pt>
                <c:pt idx="7746">
                  <c:v>6.3040619718309863</c:v>
                </c:pt>
                <c:pt idx="7747">
                  <c:v>6.30821338028169</c:v>
                </c:pt>
                <c:pt idx="7748">
                  <c:v>6.3025260563380279</c:v>
                </c:pt>
                <c:pt idx="7749">
                  <c:v>6.2929950704225348</c:v>
                </c:pt>
                <c:pt idx="7750">
                  <c:v>6.2868154929577464</c:v>
                </c:pt>
                <c:pt idx="7751">
                  <c:v>6.2859436619718307</c:v>
                </c:pt>
                <c:pt idx="7752">
                  <c:v>6.2864267605633799</c:v>
                </c:pt>
                <c:pt idx="7753">
                  <c:v>6.2844232394366193</c:v>
                </c:pt>
                <c:pt idx="7754">
                  <c:v>6.2879070422535213</c:v>
                </c:pt>
                <c:pt idx="7755">
                  <c:v>6.2927415492957746</c:v>
                </c:pt>
                <c:pt idx="7756">
                  <c:v>6.2968183098591552</c:v>
                </c:pt>
                <c:pt idx="7757">
                  <c:v>6.3039957746478876</c:v>
                </c:pt>
                <c:pt idx="7758">
                  <c:v>6.3105633802816898</c:v>
                </c:pt>
                <c:pt idx="7759">
                  <c:v>6.3051422535211268</c:v>
                </c:pt>
                <c:pt idx="7760">
                  <c:v>6.3031197183098593</c:v>
                </c:pt>
                <c:pt idx="7761">
                  <c:v>6.2974964788732395</c:v>
                </c:pt>
                <c:pt idx="7762">
                  <c:v>6.29632323943662</c:v>
                </c:pt>
                <c:pt idx="7763">
                  <c:v>6.3013225352112681</c:v>
                </c:pt>
                <c:pt idx="7764">
                  <c:v>6.303542253521127</c:v>
                </c:pt>
                <c:pt idx="7765">
                  <c:v>6.3060676056338032</c:v>
                </c:pt>
                <c:pt idx="7766">
                  <c:v>6.303799295774648</c:v>
                </c:pt>
                <c:pt idx="7767">
                  <c:v>6.3023021126760561</c:v>
                </c:pt>
                <c:pt idx="7768">
                  <c:v>6.3023464788732397</c:v>
                </c:pt>
                <c:pt idx="7769">
                  <c:v>6.2979781690140841</c:v>
                </c:pt>
                <c:pt idx="7770">
                  <c:v>6.2995542253521126</c:v>
                </c:pt>
                <c:pt idx="7771">
                  <c:v>6.3112894366197185</c:v>
                </c:pt>
                <c:pt idx="7772">
                  <c:v>6.3178950704225354</c:v>
                </c:pt>
                <c:pt idx="7773">
                  <c:v>6.3142401408450706</c:v>
                </c:pt>
                <c:pt idx="7774">
                  <c:v>6.3095507042253525</c:v>
                </c:pt>
                <c:pt idx="7775">
                  <c:v>6.3072366197183101</c:v>
                </c:pt>
                <c:pt idx="7776">
                  <c:v>6.302832394366197</c:v>
                </c:pt>
                <c:pt idx="7777">
                  <c:v>6.2951718309859155</c:v>
                </c:pt>
                <c:pt idx="7778">
                  <c:v>6.2938718309859158</c:v>
                </c:pt>
                <c:pt idx="7779">
                  <c:v>6.2895478873239439</c:v>
                </c:pt>
                <c:pt idx="7780">
                  <c:v>6.2845640845070427</c:v>
                </c:pt>
                <c:pt idx="7781">
                  <c:v>6.2881161971830988</c:v>
                </c:pt>
                <c:pt idx="7782">
                  <c:v>6.286723943661972</c:v>
                </c:pt>
                <c:pt idx="7783">
                  <c:v>6.2834126760563382</c:v>
                </c:pt>
                <c:pt idx="7784">
                  <c:v>6.281767605633803</c:v>
                </c:pt>
                <c:pt idx="7785">
                  <c:v>6.2816964788732399</c:v>
                </c:pt>
                <c:pt idx="7786">
                  <c:v>6.2831964788732391</c:v>
                </c:pt>
                <c:pt idx="7787">
                  <c:v>6.2825323943661973</c:v>
                </c:pt>
                <c:pt idx="7788">
                  <c:v>6.2808422535211266</c:v>
                </c:pt>
                <c:pt idx="7789">
                  <c:v>6.2897507042253524</c:v>
                </c:pt>
                <c:pt idx="7790">
                  <c:v>6.303889436619718</c:v>
                </c:pt>
                <c:pt idx="7791">
                  <c:v>6.3085359154929579</c:v>
                </c:pt>
                <c:pt idx="7792">
                  <c:v>6.3007415492957746</c:v>
                </c:pt>
                <c:pt idx="7793">
                  <c:v>6.2943964788732396</c:v>
                </c:pt>
                <c:pt idx="7794">
                  <c:v>6.2927873239436618</c:v>
                </c:pt>
                <c:pt idx="7795">
                  <c:v>6.2920436619718307</c:v>
                </c:pt>
                <c:pt idx="7796">
                  <c:v>6.293149295774648</c:v>
                </c:pt>
                <c:pt idx="7797">
                  <c:v>6.2939838028169017</c:v>
                </c:pt>
                <c:pt idx="7798">
                  <c:v>6.2930373239436621</c:v>
                </c:pt>
                <c:pt idx="7799">
                  <c:v>6.2937500000000002</c:v>
                </c:pt>
                <c:pt idx="7800">
                  <c:v>6.2964852112676057</c:v>
                </c:pt>
                <c:pt idx="7801">
                  <c:v>6.2979000000000003</c:v>
                </c:pt>
                <c:pt idx="7802">
                  <c:v>6.2960246478873243</c:v>
                </c:pt>
                <c:pt idx="7803">
                  <c:v>6.2939436619718307</c:v>
                </c:pt>
                <c:pt idx="7804">
                  <c:v>6.3000105633802814</c:v>
                </c:pt>
                <c:pt idx="7805">
                  <c:v>6.3039500000000004</c:v>
                </c:pt>
                <c:pt idx="7806">
                  <c:v>6.303951408450704</c:v>
                </c:pt>
                <c:pt idx="7807">
                  <c:v>6.2995626760563379</c:v>
                </c:pt>
                <c:pt idx="7808">
                  <c:v>6.2941330985915496</c:v>
                </c:pt>
                <c:pt idx="7809">
                  <c:v>6.2930781690140849</c:v>
                </c:pt>
                <c:pt idx="7810">
                  <c:v>6.2919338028169012</c:v>
                </c:pt>
                <c:pt idx="7811">
                  <c:v>6.2948140845070419</c:v>
                </c:pt>
                <c:pt idx="7812">
                  <c:v>6.2987323943661968</c:v>
                </c:pt>
                <c:pt idx="7813">
                  <c:v>6.3017563380281691</c:v>
                </c:pt>
                <c:pt idx="7814">
                  <c:v>6.3057753521126765</c:v>
                </c:pt>
                <c:pt idx="7815">
                  <c:v>6.3069971830985914</c:v>
                </c:pt>
                <c:pt idx="7816">
                  <c:v>6.3028584507042256</c:v>
                </c:pt>
                <c:pt idx="7817">
                  <c:v>6.2982302816901408</c:v>
                </c:pt>
                <c:pt idx="7818">
                  <c:v>6.2948802816901406</c:v>
                </c:pt>
                <c:pt idx="7819">
                  <c:v>6.2886535211267605</c:v>
                </c:pt>
                <c:pt idx="7820">
                  <c:v>6.2807281690140844</c:v>
                </c:pt>
                <c:pt idx="7821">
                  <c:v>6.2831767605633804</c:v>
                </c:pt>
                <c:pt idx="7822">
                  <c:v>6.2845823943661969</c:v>
                </c:pt>
                <c:pt idx="7823">
                  <c:v>6.2825711267605637</c:v>
                </c:pt>
                <c:pt idx="7824">
                  <c:v>6.280130985915493</c:v>
                </c:pt>
                <c:pt idx="7825">
                  <c:v>6.2738422535211269</c:v>
                </c:pt>
                <c:pt idx="7826">
                  <c:v>6.2687281690140848</c:v>
                </c:pt>
                <c:pt idx="7827">
                  <c:v>6.266514788732394</c:v>
                </c:pt>
                <c:pt idx="7828">
                  <c:v>6.266880281690141</c:v>
                </c:pt>
                <c:pt idx="7829">
                  <c:v>6.2725788732394365</c:v>
                </c:pt>
                <c:pt idx="7830">
                  <c:v>6.2740246478873241</c:v>
                </c:pt>
                <c:pt idx="7831">
                  <c:v>6.2778781690140848</c:v>
                </c:pt>
                <c:pt idx="7832">
                  <c:v>6.2827943661971828</c:v>
                </c:pt>
                <c:pt idx="7833">
                  <c:v>6.2829436619718306</c:v>
                </c:pt>
                <c:pt idx="7834">
                  <c:v>6.2833823943661971</c:v>
                </c:pt>
                <c:pt idx="7835">
                  <c:v>6.2758007042253521</c:v>
                </c:pt>
                <c:pt idx="7836">
                  <c:v>6.2760042253521124</c:v>
                </c:pt>
                <c:pt idx="7837">
                  <c:v>6.2829873239436616</c:v>
                </c:pt>
                <c:pt idx="7838">
                  <c:v>6.2831330985915494</c:v>
                </c:pt>
                <c:pt idx="7839">
                  <c:v>6.279033802816901</c:v>
                </c:pt>
                <c:pt idx="7840">
                  <c:v>6.2818288732394363</c:v>
                </c:pt>
                <c:pt idx="7841">
                  <c:v>6.2818457746478877</c:v>
                </c:pt>
                <c:pt idx="7842">
                  <c:v>6.2787802816901408</c:v>
                </c:pt>
                <c:pt idx="7843">
                  <c:v>6.2818795774647889</c:v>
                </c:pt>
                <c:pt idx="7844">
                  <c:v>6.2808380281690139</c:v>
                </c:pt>
                <c:pt idx="7845">
                  <c:v>6.277291549295775</c:v>
                </c:pt>
                <c:pt idx="7846">
                  <c:v>6.2733767605633801</c:v>
                </c:pt>
                <c:pt idx="7847">
                  <c:v>6.2632295774647888</c:v>
                </c:pt>
                <c:pt idx="7848">
                  <c:v>6.2535457746478871</c:v>
                </c:pt>
                <c:pt idx="7849">
                  <c:v>6.2581246478873238</c:v>
                </c:pt>
                <c:pt idx="7850">
                  <c:v>6.269229577464789</c:v>
                </c:pt>
                <c:pt idx="7851">
                  <c:v>6.2769218309859154</c:v>
                </c:pt>
                <c:pt idx="7852">
                  <c:v>6.2786323943661975</c:v>
                </c:pt>
                <c:pt idx="7853">
                  <c:v>6.2776338028169016</c:v>
                </c:pt>
                <c:pt idx="7854">
                  <c:v>6.2821401408450708</c:v>
                </c:pt>
                <c:pt idx="7855">
                  <c:v>6.2874521126760561</c:v>
                </c:pt>
                <c:pt idx="7856">
                  <c:v>6.2852253521126764</c:v>
                </c:pt>
                <c:pt idx="7857">
                  <c:v>6.2807992957746475</c:v>
                </c:pt>
                <c:pt idx="7858">
                  <c:v>6.2766211267605634</c:v>
                </c:pt>
                <c:pt idx="7859">
                  <c:v>6.2786873239436618</c:v>
                </c:pt>
                <c:pt idx="7860">
                  <c:v>6.2750647887323945</c:v>
                </c:pt>
                <c:pt idx="7861">
                  <c:v>6.2686183098591552</c:v>
                </c:pt>
                <c:pt idx="7862">
                  <c:v>6.2649161971830987</c:v>
                </c:pt>
                <c:pt idx="7863">
                  <c:v>6.2594887323943667</c:v>
                </c:pt>
                <c:pt idx="7864">
                  <c:v>6.2623915492957742</c:v>
                </c:pt>
                <c:pt idx="7865">
                  <c:v>6.2657387323943663</c:v>
                </c:pt>
                <c:pt idx="7866">
                  <c:v>6.2705570422535208</c:v>
                </c:pt>
                <c:pt idx="7867">
                  <c:v>6.2684281690140846</c:v>
                </c:pt>
                <c:pt idx="7868">
                  <c:v>6.2672260563380284</c:v>
                </c:pt>
                <c:pt idx="7869">
                  <c:v>6.2682957746478873</c:v>
                </c:pt>
                <c:pt idx="7870">
                  <c:v>6.2677626760563383</c:v>
                </c:pt>
                <c:pt idx="7871">
                  <c:v>6.2707683098591547</c:v>
                </c:pt>
                <c:pt idx="7872">
                  <c:v>6.2757485915492959</c:v>
                </c:pt>
                <c:pt idx="7873">
                  <c:v>6.2802535211267605</c:v>
                </c:pt>
                <c:pt idx="7874">
                  <c:v>6.2816957746478872</c:v>
                </c:pt>
                <c:pt idx="7875">
                  <c:v>6.2847225352112677</c:v>
                </c:pt>
                <c:pt idx="7876">
                  <c:v>6.2844471830985915</c:v>
                </c:pt>
                <c:pt idx="7877">
                  <c:v>6.2811676056338026</c:v>
                </c:pt>
                <c:pt idx="7878">
                  <c:v>6.2859077464788733</c:v>
                </c:pt>
                <c:pt idx="7879">
                  <c:v>6.284448591549296</c:v>
                </c:pt>
                <c:pt idx="7880">
                  <c:v>6.279591549295775</c:v>
                </c:pt>
                <c:pt idx="7881">
                  <c:v>6.2703056338028169</c:v>
                </c:pt>
                <c:pt idx="7882">
                  <c:v>6.2614943661971827</c:v>
                </c:pt>
                <c:pt idx="7883">
                  <c:v>6.2603845070422537</c:v>
                </c:pt>
                <c:pt idx="7884">
                  <c:v>6.2538570422535216</c:v>
                </c:pt>
                <c:pt idx="7885">
                  <c:v>6.2487908450704222</c:v>
                </c:pt>
                <c:pt idx="7886">
                  <c:v>6.2515957746478872</c:v>
                </c:pt>
                <c:pt idx="7887">
                  <c:v>6.2566499999999996</c:v>
                </c:pt>
                <c:pt idx="7888">
                  <c:v>6.2579288732394369</c:v>
                </c:pt>
                <c:pt idx="7889">
                  <c:v>6.2564000000000002</c:v>
                </c:pt>
                <c:pt idx="7890">
                  <c:v>6.2548852112676059</c:v>
                </c:pt>
                <c:pt idx="7891">
                  <c:v>6.2542070422535208</c:v>
                </c:pt>
                <c:pt idx="7892">
                  <c:v>6.2475788732394371</c:v>
                </c:pt>
                <c:pt idx="7893">
                  <c:v>6.2440373239436617</c:v>
                </c:pt>
                <c:pt idx="7894">
                  <c:v>6.2499274647887324</c:v>
                </c:pt>
                <c:pt idx="7895">
                  <c:v>6.2539366197183099</c:v>
                </c:pt>
                <c:pt idx="7896">
                  <c:v>6.2569387323943664</c:v>
                </c:pt>
                <c:pt idx="7897">
                  <c:v>6.2629577464788735</c:v>
                </c:pt>
                <c:pt idx="7898">
                  <c:v>6.2657999999999996</c:v>
                </c:pt>
                <c:pt idx="7899">
                  <c:v>6.2669605633802821</c:v>
                </c:pt>
                <c:pt idx="7900">
                  <c:v>6.2704887323943659</c:v>
                </c:pt>
                <c:pt idx="7901">
                  <c:v>6.2681500000000003</c:v>
                </c:pt>
                <c:pt idx="7902">
                  <c:v>6.2626507042253525</c:v>
                </c:pt>
                <c:pt idx="7903">
                  <c:v>6.258542253521127</c:v>
                </c:pt>
                <c:pt idx="7904">
                  <c:v>6.2566605633802821</c:v>
                </c:pt>
                <c:pt idx="7905">
                  <c:v>6.25212323943662</c:v>
                </c:pt>
                <c:pt idx="7906">
                  <c:v>6.2513077464788731</c:v>
                </c:pt>
                <c:pt idx="7907">
                  <c:v>6.2515866197183101</c:v>
                </c:pt>
                <c:pt idx="7908">
                  <c:v>6.2547535211267604</c:v>
                </c:pt>
                <c:pt idx="7909">
                  <c:v>6.2564225352112679</c:v>
                </c:pt>
                <c:pt idx="7910">
                  <c:v>6.2481971830985916</c:v>
                </c:pt>
                <c:pt idx="7911">
                  <c:v>6.2452338028169017</c:v>
                </c:pt>
                <c:pt idx="7912">
                  <c:v>6.2484943661971828</c:v>
                </c:pt>
                <c:pt idx="7913">
                  <c:v>6.2465845070422539</c:v>
                </c:pt>
                <c:pt idx="7914">
                  <c:v>6.242123943661972</c:v>
                </c:pt>
                <c:pt idx="7915">
                  <c:v>6.2363161971830987</c:v>
                </c:pt>
                <c:pt idx="7916">
                  <c:v>6.2352112676056342</c:v>
                </c:pt>
                <c:pt idx="7917">
                  <c:v>6.2379035211267606</c:v>
                </c:pt>
                <c:pt idx="7918">
                  <c:v>6.2470464788732398</c:v>
                </c:pt>
                <c:pt idx="7919">
                  <c:v>6.2552704225352116</c:v>
                </c:pt>
                <c:pt idx="7920">
                  <c:v>6.2497760563380282</c:v>
                </c:pt>
                <c:pt idx="7921">
                  <c:v>6.24266338028169</c:v>
                </c:pt>
                <c:pt idx="7922">
                  <c:v>6.2416077464788735</c:v>
                </c:pt>
                <c:pt idx="7923">
                  <c:v>6.2409035211267607</c:v>
                </c:pt>
                <c:pt idx="7924">
                  <c:v>6.2377176056338026</c:v>
                </c:pt>
                <c:pt idx="7925">
                  <c:v>6.2401760563380284</c:v>
                </c:pt>
                <c:pt idx="7926">
                  <c:v>6.2353711267605636</c:v>
                </c:pt>
                <c:pt idx="7927">
                  <c:v>6.2369105633802819</c:v>
                </c:pt>
                <c:pt idx="7928">
                  <c:v>6.2460830985915496</c:v>
                </c:pt>
                <c:pt idx="7929">
                  <c:v>6.2480654929577462</c:v>
                </c:pt>
                <c:pt idx="7930">
                  <c:v>6.2417619718309858</c:v>
                </c:pt>
                <c:pt idx="7931">
                  <c:v>6.2383077464788732</c:v>
                </c:pt>
                <c:pt idx="7932">
                  <c:v>6.238466197183099</c:v>
                </c:pt>
                <c:pt idx="7933">
                  <c:v>6.2309577464788735</c:v>
                </c:pt>
                <c:pt idx="7934">
                  <c:v>6.2325514084507043</c:v>
                </c:pt>
                <c:pt idx="7935">
                  <c:v>6.2414119718309857</c:v>
                </c:pt>
                <c:pt idx="7936">
                  <c:v>6.2407056338028166</c:v>
                </c:pt>
                <c:pt idx="7937">
                  <c:v>6.2344838028169018</c:v>
                </c:pt>
                <c:pt idx="7938">
                  <c:v>6.2258654929577464</c:v>
                </c:pt>
                <c:pt idx="7939">
                  <c:v>6.2271739436619722</c:v>
                </c:pt>
                <c:pt idx="7940">
                  <c:v>6.2382535211267607</c:v>
                </c:pt>
                <c:pt idx="7941">
                  <c:v>6.2357739436619717</c:v>
                </c:pt>
                <c:pt idx="7942">
                  <c:v>6.2301838028169012</c:v>
                </c:pt>
                <c:pt idx="7943">
                  <c:v>6.2285028169014085</c:v>
                </c:pt>
                <c:pt idx="7944">
                  <c:v>6.2283936619718308</c:v>
                </c:pt>
                <c:pt idx="7945">
                  <c:v>6.226610563380282</c:v>
                </c:pt>
                <c:pt idx="7946">
                  <c:v>6.2259028169014083</c:v>
                </c:pt>
                <c:pt idx="7947">
                  <c:v>6.2230063380281688</c:v>
                </c:pt>
                <c:pt idx="7948">
                  <c:v>6.2216704225352109</c:v>
                </c:pt>
                <c:pt idx="7949">
                  <c:v>6.228021126760563</c:v>
                </c:pt>
                <c:pt idx="7950">
                  <c:v>6.2320725352112678</c:v>
                </c:pt>
                <c:pt idx="7951">
                  <c:v>6.2301661971830988</c:v>
                </c:pt>
                <c:pt idx="7952">
                  <c:v>6.22874014084507</c:v>
                </c:pt>
                <c:pt idx="7953">
                  <c:v>6.2310619718309859</c:v>
                </c:pt>
                <c:pt idx="7954">
                  <c:v>6.2361542253521129</c:v>
                </c:pt>
                <c:pt idx="7955">
                  <c:v>6.2342028169014085</c:v>
                </c:pt>
                <c:pt idx="7956">
                  <c:v>6.2339852112676057</c:v>
                </c:pt>
                <c:pt idx="7957">
                  <c:v>6.2417035211267606</c:v>
                </c:pt>
                <c:pt idx="7958">
                  <c:v>6.2482598591549294</c:v>
                </c:pt>
                <c:pt idx="7959">
                  <c:v>6.2436873239436617</c:v>
                </c:pt>
                <c:pt idx="7960">
                  <c:v>6.2354232394366198</c:v>
                </c:pt>
                <c:pt idx="7961">
                  <c:v>6.2280126760563377</c:v>
                </c:pt>
                <c:pt idx="7962">
                  <c:v>6.2248521126760563</c:v>
                </c:pt>
                <c:pt idx="7963">
                  <c:v>6.2232309859154933</c:v>
                </c:pt>
                <c:pt idx="7964">
                  <c:v>6.2163007042253522</c:v>
                </c:pt>
                <c:pt idx="7965">
                  <c:v>6.2163901408450704</c:v>
                </c:pt>
                <c:pt idx="7966">
                  <c:v>6.2168873239436619</c:v>
                </c:pt>
                <c:pt idx="7967">
                  <c:v>6.2158690140845074</c:v>
                </c:pt>
                <c:pt idx="7968">
                  <c:v>6.2158253521126756</c:v>
                </c:pt>
                <c:pt idx="7969">
                  <c:v>6.2160239436619715</c:v>
                </c:pt>
                <c:pt idx="7970">
                  <c:v>6.2198774647887323</c:v>
                </c:pt>
                <c:pt idx="7971">
                  <c:v>6.2124091549295777</c:v>
                </c:pt>
                <c:pt idx="7972">
                  <c:v>6.2106556338028165</c:v>
                </c:pt>
                <c:pt idx="7973">
                  <c:v>6.2166556338028167</c:v>
                </c:pt>
                <c:pt idx="7974">
                  <c:v>6.2170345070422535</c:v>
                </c:pt>
                <c:pt idx="7975">
                  <c:v>6.2245394366197182</c:v>
                </c:pt>
                <c:pt idx="7976">
                  <c:v>6.2272267605633802</c:v>
                </c:pt>
                <c:pt idx="7977">
                  <c:v>6.2262500000000003</c:v>
                </c:pt>
                <c:pt idx="7978">
                  <c:v>6.2326133802816903</c:v>
                </c:pt>
                <c:pt idx="7979">
                  <c:v>6.2373887323943666</c:v>
                </c:pt>
                <c:pt idx="7980">
                  <c:v>6.2368140845070421</c:v>
                </c:pt>
                <c:pt idx="7981">
                  <c:v>6.2351605633802816</c:v>
                </c:pt>
                <c:pt idx="7982">
                  <c:v>6.2274563380281691</c:v>
                </c:pt>
                <c:pt idx="7983">
                  <c:v>6.2214718309859158</c:v>
                </c:pt>
                <c:pt idx="7984">
                  <c:v>6.2172633802816906</c:v>
                </c:pt>
                <c:pt idx="7985">
                  <c:v>6.2124028169014087</c:v>
                </c:pt>
                <c:pt idx="7986">
                  <c:v>6.2177035211267606</c:v>
                </c:pt>
                <c:pt idx="7987">
                  <c:v>6.2206936619718309</c:v>
                </c:pt>
                <c:pt idx="7988">
                  <c:v>6.2212443661971832</c:v>
                </c:pt>
                <c:pt idx="7989">
                  <c:v>6.2186457746478876</c:v>
                </c:pt>
                <c:pt idx="7990">
                  <c:v>6.2201845070422532</c:v>
                </c:pt>
                <c:pt idx="7991">
                  <c:v>6.2163049295774648</c:v>
                </c:pt>
                <c:pt idx="7992">
                  <c:v>6.2139943661971833</c:v>
                </c:pt>
                <c:pt idx="7993">
                  <c:v>6.219782394366197</c:v>
                </c:pt>
                <c:pt idx="7994">
                  <c:v>6.2223091549295777</c:v>
                </c:pt>
                <c:pt idx="7995">
                  <c:v>6.2177535211267605</c:v>
                </c:pt>
                <c:pt idx="7996">
                  <c:v>6.2121309859154934</c:v>
                </c:pt>
                <c:pt idx="7997">
                  <c:v>6.2098049295774649</c:v>
                </c:pt>
                <c:pt idx="7998">
                  <c:v>6.2131450704225353</c:v>
                </c:pt>
                <c:pt idx="7999">
                  <c:v>6.2195330985915493</c:v>
                </c:pt>
                <c:pt idx="8000">
                  <c:v>6.2214098591549298</c:v>
                </c:pt>
                <c:pt idx="8001">
                  <c:v>6.2178204225352109</c:v>
                </c:pt>
                <c:pt idx="8002">
                  <c:v>6.2121274647887326</c:v>
                </c:pt>
                <c:pt idx="8003">
                  <c:v>6.2045718309859152</c:v>
                </c:pt>
                <c:pt idx="8004">
                  <c:v>6.2029936619718313</c:v>
                </c:pt>
                <c:pt idx="8005">
                  <c:v>6.2062035211267608</c:v>
                </c:pt>
                <c:pt idx="8006">
                  <c:v>6.2085133802816905</c:v>
                </c:pt>
                <c:pt idx="8007">
                  <c:v>6.2083380281690141</c:v>
                </c:pt>
                <c:pt idx="8008">
                  <c:v>6.2074443661971834</c:v>
                </c:pt>
                <c:pt idx="8009">
                  <c:v>6.2052943661971831</c:v>
                </c:pt>
                <c:pt idx="8010">
                  <c:v>6.2017753521126764</c:v>
                </c:pt>
                <c:pt idx="8011">
                  <c:v>6.1993267605633804</c:v>
                </c:pt>
                <c:pt idx="8012">
                  <c:v>6.2021063380281687</c:v>
                </c:pt>
                <c:pt idx="8013">
                  <c:v>6.2064887323943658</c:v>
                </c:pt>
                <c:pt idx="8014">
                  <c:v>6.2070619718309858</c:v>
                </c:pt>
                <c:pt idx="8015">
                  <c:v>6.2051035211267607</c:v>
                </c:pt>
                <c:pt idx="8016">
                  <c:v>6.1991584507042257</c:v>
                </c:pt>
                <c:pt idx="8017">
                  <c:v>6.1972528169014085</c:v>
                </c:pt>
                <c:pt idx="8018">
                  <c:v>6.1982063380281689</c:v>
                </c:pt>
                <c:pt idx="8019">
                  <c:v>6.1989274647887322</c:v>
                </c:pt>
                <c:pt idx="8020">
                  <c:v>6.2000021126760565</c:v>
                </c:pt>
                <c:pt idx="8021">
                  <c:v>6.1993654929577469</c:v>
                </c:pt>
                <c:pt idx="8022">
                  <c:v>6.2029521126760567</c:v>
                </c:pt>
                <c:pt idx="8023">
                  <c:v>6.2027732394366195</c:v>
                </c:pt>
                <c:pt idx="8024">
                  <c:v>6.1972563380281693</c:v>
                </c:pt>
                <c:pt idx="8025">
                  <c:v>6.1941528169014086</c:v>
                </c:pt>
                <c:pt idx="8026">
                  <c:v>6.1950056338028165</c:v>
                </c:pt>
                <c:pt idx="8027">
                  <c:v>6.1997809859154929</c:v>
                </c:pt>
                <c:pt idx="8028">
                  <c:v>6.2065732394366195</c:v>
                </c:pt>
                <c:pt idx="8029">
                  <c:v>6.2029535211267604</c:v>
                </c:pt>
                <c:pt idx="8030">
                  <c:v>6.1962260563380278</c:v>
                </c:pt>
                <c:pt idx="8031">
                  <c:v>6.2010971830985913</c:v>
                </c:pt>
                <c:pt idx="8032">
                  <c:v>6.2050485915492954</c:v>
                </c:pt>
                <c:pt idx="8033">
                  <c:v>6.2039190140845069</c:v>
                </c:pt>
                <c:pt idx="8034">
                  <c:v>6.2023697183098587</c:v>
                </c:pt>
                <c:pt idx="8035">
                  <c:v>6.1970725352112677</c:v>
                </c:pt>
                <c:pt idx="8036">
                  <c:v>6.1932584507042252</c:v>
                </c:pt>
                <c:pt idx="8037">
                  <c:v>6.1968176056338029</c:v>
                </c:pt>
                <c:pt idx="8038">
                  <c:v>6.1976422535211269</c:v>
                </c:pt>
                <c:pt idx="8039">
                  <c:v>6.1937359154929581</c:v>
                </c:pt>
                <c:pt idx="8040">
                  <c:v>6.193956338028169</c:v>
                </c:pt>
                <c:pt idx="8041">
                  <c:v>6.1958260563380279</c:v>
                </c:pt>
                <c:pt idx="8042">
                  <c:v>6.1966542253521126</c:v>
                </c:pt>
                <c:pt idx="8043">
                  <c:v>6.1973352112676059</c:v>
                </c:pt>
                <c:pt idx="8044">
                  <c:v>6.1961366197183096</c:v>
                </c:pt>
                <c:pt idx="8045">
                  <c:v>6.1936999999999998</c:v>
                </c:pt>
                <c:pt idx="8046">
                  <c:v>6.1946591549295773</c:v>
                </c:pt>
                <c:pt idx="8047">
                  <c:v>6.1934345070422534</c:v>
                </c:pt>
                <c:pt idx="8048">
                  <c:v>6.1857373239436617</c:v>
                </c:pt>
                <c:pt idx="8049">
                  <c:v>6.1793485915492958</c:v>
                </c:pt>
                <c:pt idx="8050">
                  <c:v>6.1766436619718306</c:v>
                </c:pt>
                <c:pt idx="8051">
                  <c:v>6.1803056338028171</c:v>
                </c:pt>
                <c:pt idx="8052">
                  <c:v>6.1811218309859157</c:v>
                </c:pt>
                <c:pt idx="8053">
                  <c:v>6.1828253521126761</c:v>
                </c:pt>
                <c:pt idx="8054">
                  <c:v>6.1849704225352111</c:v>
                </c:pt>
                <c:pt idx="8055">
                  <c:v>6.1870809859154932</c:v>
                </c:pt>
                <c:pt idx="8056">
                  <c:v>6.1853035211267606</c:v>
                </c:pt>
                <c:pt idx="8057">
                  <c:v>6.1835718309859153</c:v>
                </c:pt>
                <c:pt idx="8058">
                  <c:v>6.1776436619718309</c:v>
                </c:pt>
                <c:pt idx="8059">
                  <c:v>6.1708528169014087</c:v>
                </c:pt>
                <c:pt idx="8060">
                  <c:v>6.1752859154929576</c:v>
                </c:pt>
                <c:pt idx="8061">
                  <c:v>6.1811401408450708</c:v>
                </c:pt>
                <c:pt idx="8062">
                  <c:v>6.1860676056338031</c:v>
                </c:pt>
                <c:pt idx="8063">
                  <c:v>6.1880845070422534</c:v>
                </c:pt>
                <c:pt idx="8064">
                  <c:v>6.1864852112676054</c:v>
                </c:pt>
                <c:pt idx="8065">
                  <c:v>6.1774119718309857</c:v>
                </c:pt>
                <c:pt idx="8066">
                  <c:v>6.168019014084507</c:v>
                </c:pt>
                <c:pt idx="8067">
                  <c:v>6.1648246478873236</c:v>
                </c:pt>
                <c:pt idx="8068">
                  <c:v>6.1687408450704222</c:v>
                </c:pt>
                <c:pt idx="8069">
                  <c:v>6.176635915492958</c:v>
                </c:pt>
                <c:pt idx="8070">
                  <c:v>6.1723718309859157</c:v>
                </c:pt>
                <c:pt idx="8071">
                  <c:v>6.1679309859154934</c:v>
                </c:pt>
                <c:pt idx="8072">
                  <c:v>6.1672042253521129</c:v>
                </c:pt>
                <c:pt idx="8073">
                  <c:v>6.1700359154929574</c:v>
                </c:pt>
                <c:pt idx="8074">
                  <c:v>6.1741570422535208</c:v>
                </c:pt>
                <c:pt idx="8075">
                  <c:v>6.1770408450704224</c:v>
                </c:pt>
                <c:pt idx="8076">
                  <c:v>6.1811852112676053</c:v>
                </c:pt>
                <c:pt idx="8077">
                  <c:v>6.1854887323943659</c:v>
                </c:pt>
                <c:pt idx="8078">
                  <c:v>6.1869591549295775</c:v>
                </c:pt>
                <c:pt idx="8079">
                  <c:v>6.1913380281690138</c:v>
                </c:pt>
                <c:pt idx="8080">
                  <c:v>6.1949936619718313</c:v>
                </c:pt>
                <c:pt idx="8081">
                  <c:v>6.1884077464788732</c:v>
                </c:pt>
                <c:pt idx="8082">
                  <c:v>6.1785352112676053</c:v>
                </c:pt>
                <c:pt idx="8083">
                  <c:v>6.1724316901408454</c:v>
                </c:pt>
                <c:pt idx="8084">
                  <c:v>6.1679359154929578</c:v>
                </c:pt>
                <c:pt idx="8085">
                  <c:v>6.1670154929577468</c:v>
                </c:pt>
                <c:pt idx="8086">
                  <c:v>6.1654190140845069</c:v>
                </c:pt>
                <c:pt idx="8087">
                  <c:v>6.1626781690140842</c:v>
                </c:pt>
                <c:pt idx="8088">
                  <c:v>6.1612880281690137</c:v>
                </c:pt>
                <c:pt idx="8089">
                  <c:v>6.1598943661971832</c:v>
                </c:pt>
                <c:pt idx="8090">
                  <c:v>6.1575492957746478</c:v>
                </c:pt>
                <c:pt idx="8091">
                  <c:v>6.1596239436619715</c:v>
                </c:pt>
                <c:pt idx="8092">
                  <c:v>6.166094366197183</c:v>
                </c:pt>
                <c:pt idx="8093">
                  <c:v>6.1704035211267607</c:v>
                </c:pt>
                <c:pt idx="8094">
                  <c:v>6.1687830985915495</c:v>
                </c:pt>
                <c:pt idx="8095">
                  <c:v>6.1671894366197186</c:v>
                </c:pt>
                <c:pt idx="8096">
                  <c:v>6.16685985915493</c:v>
                </c:pt>
                <c:pt idx="8097">
                  <c:v>6.1689345070422537</c:v>
                </c:pt>
                <c:pt idx="8098">
                  <c:v>6.1721457746478876</c:v>
                </c:pt>
                <c:pt idx="8099">
                  <c:v>6.1666570422535214</c:v>
                </c:pt>
                <c:pt idx="8100">
                  <c:v>6.1578049295774644</c:v>
                </c:pt>
                <c:pt idx="8101">
                  <c:v>6.1514380281690144</c:v>
                </c:pt>
                <c:pt idx="8102">
                  <c:v>6.152480985915493</c:v>
                </c:pt>
                <c:pt idx="8103">
                  <c:v>6.1533985915492959</c:v>
                </c:pt>
                <c:pt idx="8104">
                  <c:v>6.1531774647887323</c:v>
                </c:pt>
                <c:pt idx="8105">
                  <c:v>6.157793661971831</c:v>
                </c:pt>
                <c:pt idx="8106">
                  <c:v>6.1596204225352116</c:v>
                </c:pt>
                <c:pt idx="8107">
                  <c:v>6.1563352112676055</c:v>
                </c:pt>
                <c:pt idx="8108">
                  <c:v>6.1537302816901409</c:v>
                </c:pt>
                <c:pt idx="8109">
                  <c:v>6.1568549295774648</c:v>
                </c:pt>
                <c:pt idx="8110">
                  <c:v>6.1626535211267601</c:v>
                </c:pt>
                <c:pt idx="8111">
                  <c:v>6.1640260563380282</c:v>
                </c:pt>
                <c:pt idx="8112">
                  <c:v>6.1588190140845072</c:v>
                </c:pt>
                <c:pt idx="8113">
                  <c:v>6.1585161971830988</c:v>
                </c:pt>
                <c:pt idx="8114">
                  <c:v>6.1631394366197183</c:v>
                </c:pt>
                <c:pt idx="8115">
                  <c:v>6.166280281690141</c:v>
                </c:pt>
                <c:pt idx="8116">
                  <c:v>6.1650450704225355</c:v>
                </c:pt>
                <c:pt idx="8117">
                  <c:v>6.1592288732394369</c:v>
                </c:pt>
                <c:pt idx="8118">
                  <c:v>6.1591584507042256</c:v>
                </c:pt>
                <c:pt idx="8119">
                  <c:v>6.16102323943662</c:v>
                </c:pt>
                <c:pt idx="8120">
                  <c:v>6.1580718309859153</c:v>
                </c:pt>
                <c:pt idx="8121">
                  <c:v>6.1527190140845072</c:v>
                </c:pt>
                <c:pt idx="8122">
                  <c:v>6.1428556338028173</c:v>
                </c:pt>
                <c:pt idx="8123">
                  <c:v>6.138622535211268</c:v>
                </c:pt>
                <c:pt idx="8124">
                  <c:v>6.1394535211267609</c:v>
                </c:pt>
                <c:pt idx="8125">
                  <c:v>6.1413669014084507</c:v>
                </c:pt>
                <c:pt idx="8126">
                  <c:v>6.141152112676056</c:v>
                </c:pt>
                <c:pt idx="8127">
                  <c:v>6.1315626760563378</c:v>
                </c:pt>
                <c:pt idx="8128">
                  <c:v>6.1290274647887326</c:v>
                </c:pt>
                <c:pt idx="8129">
                  <c:v>6.1309718309859154</c:v>
                </c:pt>
                <c:pt idx="8130">
                  <c:v>6.1330514084507044</c:v>
                </c:pt>
                <c:pt idx="8131">
                  <c:v>6.1370112676056339</c:v>
                </c:pt>
                <c:pt idx="8132">
                  <c:v>6.145469718309859</c:v>
                </c:pt>
                <c:pt idx="8133">
                  <c:v>6.1549929577464786</c:v>
                </c:pt>
                <c:pt idx="8134">
                  <c:v>6.1535330985915495</c:v>
                </c:pt>
                <c:pt idx="8135">
                  <c:v>6.1492084507042257</c:v>
                </c:pt>
                <c:pt idx="8136">
                  <c:v>6.1447570422535209</c:v>
                </c:pt>
                <c:pt idx="8137">
                  <c:v>6.1449281690140847</c:v>
                </c:pt>
                <c:pt idx="8138">
                  <c:v>6.1466915492957748</c:v>
                </c:pt>
                <c:pt idx="8139">
                  <c:v>6.1482183098591552</c:v>
                </c:pt>
                <c:pt idx="8140">
                  <c:v>6.1536971830985916</c:v>
                </c:pt>
                <c:pt idx="8141">
                  <c:v>6.1564922535211268</c:v>
                </c:pt>
                <c:pt idx="8142">
                  <c:v>6.1510204225352112</c:v>
                </c:pt>
                <c:pt idx="8143">
                  <c:v>6.1465408450704224</c:v>
                </c:pt>
                <c:pt idx="8144">
                  <c:v>6.1493901408450702</c:v>
                </c:pt>
                <c:pt idx="8145">
                  <c:v>6.1459394366197184</c:v>
                </c:pt>
                <c:pt idx="8146">
                  <c:v>6.1425316901408449</c:v>
                </c:pt>
                <c:pt idx="8147">
                  <c:v>6.1477007042253522</c:v>
                </c:pt>
                <c:pt idx="8148">
                  <c:v>6.1452901408450709</c:v>
                </c:pt>
                <c:pt idx="8149">
                  <c:v>6.1423866197183097</c:v>
                </c:pt>
                <c:pt idx="8150">
                  <c:v>6.1424535211267601</c:v>
                </c:pt>
                <c:pt idx="8151">
                  <c:v>6.1412654929577464</c:v>
                </c:pt>
                <c:pt idx="8152">
                  <c:v>6.1330676056338032</c:v>
                </c:pt>
                <c:pt idx="8153">
                  <c:v>6.1273345070422538</c:v>
                </c:pt>
                <c:pt idx="8154">
                  <c:v>6.1303035211267609</c:v>
                </c:pt>
                <c:pt idx="8155">
                  <c:v>6.1333373239436622</c:v>
                </c:pt>
                <c:pt idx="8156">
                  <c:v>6.1332704225352117</c:v>
                </c:pt>
                <c:pt idx="8157">
                  <c:v>6.1360281690140841</c:v>
                </c:pt>
                <c:pt idx="8158">
                  <c:v>6.134992957746479</c:v>
                </c:pt>
                <c:pt idx="8159">
                  <c:v>6.1367049295774647</c:v>
                </c:pt>
                <c:pt idx="8160">
                  <c:v>6.142218309859155</c:v>
                </c:pt>
                <c:pt idx="8161">
                  <c:v>6.1425084507042254</c:v>
                </c:pt>
                <c:pt idx="8162">
                  <c:v>6.1393380281690142</c:v>
                </c:pt>
                <c:pt idx="8163">
                  <c:v>6.1348957746478874</c:v>
                </c:pt>
                <c:pt idx="8164">
                  <c:v>6.1307359154929575</c:v>
                </c:pt>
                <c:pt idx="8165">
                  <c:v>6.1283612676056336</c:v>
                </c:pt>
                <c:pt idx="8166">
                  <c:v>6.1261147887323943</c:v>
                </c:pt>
                <c:pt idx="8167">
                  <c:v>6.1230873239436621</c:v>
                </c:pt>
                <c:pt idx="8168">
                  <c:v>6.1186007042253525</c:v>
                </c:pt>
                <c:pt idx="8169">
                  <c:v>6.1243563380281687</c:v>
                </c:pt>
                <c:pt idx="8170">
                  <c:v>6.1230598591549299</c:v>
                </c:pt>
                <c:pt idx="8171">
                  <c:v>6.1185788732394366</c:v>
                </c:pt>
                <c:pt idx="8172">
                  <c:v>6.1178253521126758</c:v>
                </c:pt>
                <c:pt idx="8173">
                  <c:v>6.1197563380281688</c:v>
                </c:pt>
                <c:pt idx="8174">
                  <c:v>6.1236105633802813</c:v>
                </c:pt>
                <c:pt idx="8175">
                  <c:v>6.1240225352112674</c:v>
                </c:pt>
                <c:pt idx="8176">
                  <c:v>6.1237063380281693</c:v>
                </c:pt>
                <c:pt idx="8177">
                  <c:v>6.1229281690140844</c:v>
                </c:pt>
                <c:pt idx="8178">
                  <c:v>6.1216049295774644</c:v>
                </c:pt>
                <c:pt idx="8179">
                  <c:v>6.113500704225352</c:v>
                </c:pt>
                <c:pt idx="8180">
                  <c:v>6.1157887323943658</c:v>
                </c:pt>
                <c:pt idx="8181">
                  <c:v>6.1259866197183097</c:v>
                </c:pt>
                <c:pt idx="8182">
                  <c:v>6.1310619718309862</c:v>
                </c:pt>
                <c:pt idx="8183">
                  <c:v>6.1288725352112676</c:v>
                </c:pt>
                <c:pt idx="8184">
                  <c:v>6.1223605633802816</c:v>
                </c:pt>
                <c:pt idx="8185">
                  <c:v>6.117672535211268</c:v>
                </c:pt>
                <c:pt idx="8186">
                  <c:v>6.1146330985915496</c:v>
                </c:pt>
                <c:pt idx="8187">
                  <c:v>6.1149028169014086</c:v>
                </c:pt>
                <c:pt idx="8188">
                  <c:v>6.1174964788732398</c:v>
                </c:pt>
                <c:pt idx="8189">
                  <c:v>6.1206950704225349</c:v>
                </c:pt>
                <c:pt idx="8190">
                  <c:v>6.1203584507042255</c:v>
                </c:pt>
                <c:pt idx="8191">
                  <c:v>6.1184077464788729</c:v>
                </c:pt>
                <c:pt idx="8192">
                  <c:v>6.1183704225352109</c:v>
                </c:pt>
                <c:pt idx="8193">
                  <c:v>6.1155845070422536</c:v>
                </c:pt>
                <c:pt idx="8194">
                  <c:v>6.1202647887323947</c:v>
                </c:pt>
                <c:pt idx="8195">
                  <c:v>6.1258063380281689</c:v>
                </c:pt>
                <c:pt idx="8196">
                  <c:v>6.1216267605633803</c:v>
                </c:pt>
                <c:pt idx="8197">
                  <c:v>6.1158880281690138</c:v>
                </c:pt>
                <c:pt idx="8198">
                  <c:v>6.1140485915492961</c:v>
                </c:pt>
                <c:pt idx="8199">
                  <c:v>6.114892253521127</c:v>
                </c:pt>
                <c:pt idx="8200">
                  <c:v>6.1173105633802818</c:v>
                </c:pt>
                <c:pt idx="8201">
                  <c:v>6.1163105633802815</c:v>
                </c:pt>
                <c:pt idx="8202">
                  <c:v>6.1157443661971831</c:v>
                </c:pt>
                <c:pt idx="8203">
                  <c:v>6.1098239436619721</c:v>
                </c:pt>
                <c:pt idx="8204">
                  <c:v>6.1137105633802813</c:v>
                </c:pt>
                <c:pt idx="8205">
                  <c:v>6.1123894366197185</c:v>
                </c:pt>
                <c:pt idx="8206">
                  <c:v>6.1097718309859159</c:v>
                </c:pt>
                <c:pt idx="8207">
                  <c:v>6.1102021126760562</c:v>
                </c:pt>
                <c:pt idx="8208">
                  <c:v>6.1131908450704229</c:v>
                </c:pt>
                <c:pt idx="8209">
                  <c:v>6.1198035211267605</c:v>
                </c:pt>
                <c:pt idx="8210">
                  <c:v>6.1224436619718308</c:v>
                </c:pt>
                <c:pt idx="8211">
                  <c:v>6.1157521126760566</c:v>
                </c:pt>
                <c:pt idx="8212">
                  <c:v>6.1089105633802818</c:v>
                </c:pt>
                <c:pt idx="8213">
                  <c:v>6.1098436619718308</c:v>
                </c:pt>
                <c:pt idx="8214">
                  <c:v>6.1118535211267604</c:v>
                </c:pt>
                <c:pt idx="8215">
                  <c:v>6.1203514084507038</c:v>
                </c:pt>
                <c:pt idx="8216">
                  <c:v>6.1218464788732394</c:v>
                </c:pt>
                <c:pt idx="8217">
                  <c:v>6.1152218309859157</c:v>
                </c:pt>
                <c:pt idx="8218">
                  <c:v>6.1056316901408447</c:v>
                </c:pt>
                <c:pt idx="8219">
                  <c:v>6.1027845070422533</c:v>
                </c:pt>
                <c:pt idx="8220">
                  <c:v>6.1084788732394362</c:v>
                </c:pt>
                <c:pt idx="8221">
                  <c:v>6.1139838028169011</c:v>
                </c:pt>
                <c:pt idx="8222">
                  <c:v>6.1103338028169016</c:v>
                </c:pt>
                <c:pt idx="8223">
                  <c:v>6.1010957746478871</c:v>
                </c:pt>
                <c:pt idx="8224">
                  <c:v>6.1052549295774652</c:v>
                </c:pt>
                <c:pt idx="8225">
                  <c:v>6.1125422535211271</c:v>
                </c:pt>
                <c:pt idx="8226">
                  <c:v>6.1126443661971832</c:v>
                </c:pt>
                <c:pt idx="8227">
                  <c:v>6.1110042253521124</c:v>
                </c:pt>
                <c:pt idx="8228">
                  <c:v>6.1094105633802815</c:v>
                </c:pt>
                <c:pt idx="8229">
                  <c:v>6.110716901408451</c:v>
                </c:pt>
                <c:pt idx="8230">
                  <c:v>6.1118091549295777</c:v>
                </c:pt>
                <c:pt idx="8231">
                  <c:v>6.1097049295774646</c:v>
                </c:pt>
                <c:pt idx="8232">
                  <c:v>6.1068971830985914</c:v>
                </c:pt>
                <c:pt idx="8233">
                  <c:v>6.1094795774647883</c:v>
                </c:pt>
                <c:pt idx="8234">
                  <c:v>6.1143169014084506</c:v>
                </c:pt>
                <c:pt idx="8235">
                  <c:v>6.1171528169014087</c:v>
                </c:pt>
                <c:pt idx="8236">
                  <c:v>6.1129274647887328</c:v>
                </c:pt>
                <c:pt idx="8237">
                  <c:v>6.1062985915492956</c:v>
                </c:pt>
                <c:pt idx="8238">
                  <c:v>6.1036429577464792</c:v>
                </c:pt>
                <c:pt idx="8239">
                  <c:v>6.1026802816901409</c:v>
                </c:pt>
                <c:pt idx="8240">
                  <c:v>6.0988401408450708</c:v>
                </c:pt>
                <c:pt idx="8241">
                  <c:v>6.0948556338028173</c:v>
                </c:pt>
                <c:pt idx="8242">
                  <c:v>6.0943415492957751</c:v>
                </c:pt>
                <c:pt idx="8243">
                  <c:v>6.092153521126761</c:v>
                </c:pt>
                <c:pt idx="8244">
                  <c:v>6.0941161971830988</c:v>
                </c:pt>
                <c:pt idx="8245">
                  <c:v>6.0955190140845072</c:v>
                </c:pt>
                <c:pt idx="8246">
                  <c:v>6.0950908450704224</c:v>
                </c:pt>
                <c:pt idx="8247">
                  <c:v>6.1027809859154933</c:v>
                </c:pt>
                <c:pt idx="8248">
                  <c:v>6.1143647887323942</c:v>
                </c:pt>
                <c:pt idx="8249">
                  <c:v>6.1149394366197187</c:v>
                </c:pt>
                <c:pt idx="8250">
                  <c:v>6.1174056338028171</c:v>
                </c:pt>
                <c:pt idx="8251">
                  <c:v>6.120019014084507</c:v>
                </c:pt>
                <c:pt idx="8252">
                  <c:v>6.1150457746478875</c:v>
                </c:pt>
                <c:pt idx="8253">
                  <c:v>6.1137556338028167</c:v>
                </c:pt>
                <c:pt idx="8254">
                  <c:v>6.1199718309859152</c:v>
                </c:pt>
                <c:pt idx="8255">
                  <c:v>6.119185211267606</c:v>
                </c:pt>
                <c:pt idx="8256">
                  <c:v>6.1087640845070421</c:v>
                </c:pt>
                <c:pt idx="8257">
                  <c:v>6.1016647887323945</c:v>
                </c:pt>
                <c:pt idx="8258">
                  <c:v>6.1046077464788731</c:v>
                </c:pt>
                <c:pt idx="8259">
                  <c:v>6.1066330985915496</c:v>
                </c:pt>
                <c:pt idx="8260">
                  <c:v>6.105956338028169</c:v>
                </c:pt>
                <c:pt idx="8261">
                  <c:v>6.1025190140845069</c:v>
                </c:pt>
                <c:pt idx="8262">
                  <c:v>6.1014323943661974</c:v>
                </c:pt>
                <c:pt idx="8263">
                  <c:v>6.1053669014084511</c:v>
                </c:pt>
                <c:pt idx="8264">
                  <c:v>6.1094211267605631</c:v>
                </c:pt>
                <c:pt idx="8265">
                  <c:v>6.1085330985915496</c:v>
                </c:pt>
                <c:pt idx="8266">
                  <c:v>6.1021535211267608</c:v>
                </c:pt>
                <c:pt idx="8267">
                  <c:v>6.1026816901408454</c:v>
                </c:pt>
                <c:pt idx="8268">
                  <c:v>6.1021711267605632</c:v>
                </c:pt>
                <c:pt idx="8269">
                  <c:v>6.0989718309859153</c:v>
                </c:pt>
                <c:pt idx="8270">
                  <c:v>6.1020063380281693</c:v>
                </c:pt>
                <c:pt idx="8271">
                  <c:v>6.1082704225352114</c:v>
                </c:pt>
                <c:pt idx="8272">
                  <c:v>6.1106683098591548</c:v>
                </c:pt>
                <c:pt idx="8273">
                  <c:v>6.1119049295774648</c:v>
                </c:pt>
                <c:pt idx="8274">
                  <c:v>6.1104669014084507</c:v>
                </c:pt>
                <c:pt idx="8275">
                  <c:v>6.1042739436619717</c:v>
                </c:pt>
                <c:pt idx="8276">
                  <c:v>6.1008401408450705</c:v>
                </c:pt>
                <c:pt idx="8277">
                  <c:v>6.1001373239436623</c:v>
                </c:pt>
                <c:pt idx="8278">
                  <c:v>6.101610563380282</c:v>
                </c:pt>
                <c:pt idx="8279">
                  <c:v>6.1021457746478873</c:v>
                </c:pt>
                <c:pt idx="8280">
                  <c:v>6.1043140845070418</c:v>
                </c:pt>
                <c:pt idx="8281">
                  <c:v>6.1086795774647884</c:v>
                </c:pt>
                <c:pt idx="8282">
                  <c:v>6.1147140845070425</c:v>
                </c:pt>
                <c:pt idx="8283">
                  <c:v>6.1139021126760564</c:v>
                </c:pt>
                <c:pt idx="8284">
                  <c:v>6.1153760563380279</c:v>
                </c:pt>
                <c:pt idx="8285">
                  <c:v>6.1200943661971827</c:v>
                </c:pt>
                <c:pt idx="8286">
                  <c:v>6.1145950704225349</c:v>
                </c:pt>
                <c:pt idx="8287">
                  <c:v>6.1067964788732398</c:v>
                </c:pt>
                <c:pt idx="8288">
                  <c:v>6.0993366197183096</c:v>
                </c:pt>
                <c:pt idx="8289">
                  <c:v>6.1037866197183099</c:v>
                </c:pt>
                <c:pt idx="8290">
                  <c:v>6.1086760563380285</c:v>
                </c:pt>
                <c:pt idx="8291">
                  <c:v>6.1118063380281686</c:v>
                </c:pt>
                <c:pt idx="8292">
                  <c:v>6.1086176056338024</c:v>
                </c:pt>
                <c:pt idx="8293">
                  <c:v>6.1002464788732391</c:v>
                </c:pt>
                <c:pt idx="8294">
                  <c:v>6.1021633802816897</c:v>
                </c:pt>
                <c:pt idx="8295">
                  <c:v>6.1118880281690142</c:v>
                </c:pt>
                <c:pt idx="8296">
                  <c:v>6.1212577464788733</c:v>
                </c:pt>
                <c:pt idx="8297">
                  <c:v>6.1179154929577466</c:v>
                </c:pt>
                <c:pt idx="8298">
                  <c:v>6.1182140845070423</c:v>
                </c:pt>
                <c:pt idx="8299">
                  <c:v>6.1213042253521124</c:v>
                </c:pt>
                <c:pt idx="8300">
                  <c:v>6.1278922535211269</c:v>
                </c:pt>
                <c:pt idx="8301">
                  <c:v>6.1382084507042256</c:v>
                </c:pt>
                <c:pt idx="8302">
                  <c:v>6.1454901408450704</c:v>
                </c:pt>
                <c:pt idx="8303">
                  <c:v>6.1493478873239438</c:v>
                </c:pt>
                <c:pt idx="8304">
                  <c:v>6.1508147887323945</c:v>
                </c:pt>
                <c:pt idx="8305">
                  <c:v>6.152443661971831</c:v>
                </c:pt>
                <c:pt idx="8306">
                  <c:v>6.155462676056338</c:v>
                </c:pt>
                <c:pt idx="8307">
                  <c:v>6.1488767605633807</c:v>
                </c:pt>
                <c:pt idx="8308">
                  <c:v>6.1379542253521127</c:v>
                </c:pt>
                <c:pt idx="8309">
                  <c:v>6.1335154929577467</c:v>
                </c:pt>
                <c:pt idx="8310">
                  <c:v>6.1382584507042255</c:v>
                </c:pt>
                <c:pt idx="8311">
                  <c:v>6.1374542253521129</c:v>
                </c:pt>
                <c:pt idx="8312">
                  <c:v>6.1287232394366198</c:v>
                </c:pt>
                <c:pt idx="8313">
                  <c:v>6.1240429577464788</c:v>
                </c:pt>
                <c:pt idx="8314">
                  <c:v>6.1228225352112675</c:v>
                </c:pt>
                <c:pt idx="8315">
                  <c:v>6.1235577464788733</c:v>
                </c:pt>
                <c:pt idx="8316">
                  <c:v>6.1233950704225348</c:v>
                </c:pt>
                <c:pt idx="8317">
                  <c:v>6.1188943661971829</c:v>
                </c:pt>
                <c:pt idx="8318">
                  <c:v>6.1159007042253517</c:v>
                </c:pt>
                <c:pt idx="8319">
                  <c:v>6.1131049295774647</c:v>
                </c:pt>
                <c:pt idx="8320">
                  <c:v>6.1121901408450707</c:v>
                </c:pt>
                <c:pt idx="8321">
                  <c:v>6.1117767605633802</c:v>
                </c:pt>
                <c:pt idx="8322">
                  <c:v>6.1128661971830986</c:v>
                </c:pt>
                <c:pt idx="8323">
                  <c:v>6.109960563380282</c:v>
                </c:pt>
                <c:pt idx="8324">
                  <c:v>6.1020366197183096</c:v>
                </c:pt>
                <c:pt idx="8325">
                  <c:v>6.1040380281690139</c:v>
                </c:pt>
                <c:pt idx="8326">
                  <c:v>6.1107422535211269</c:v>
                </c:pt>
                <c:pt idx="8327">
                  <c:v>6.1134676056338026</c:v>
                </c:pt>
                <c:pt idx="8328">
                  <c:v>6.109325352112676</c:v>
                </c:pt>
                <c:pt idx="8329">
                  <c:v>6.110924647887324</c:v>
                </c:pt>
                <c:pt idx="8330">
                  <c:v>6.1114225352112674</c:v>
                </c:pt>
                <c:pt idx="8331">
                  <c:v>6.1161338028169014</c:v>
                </c:pt>
                <c:pt idx="8332">
                  <c:v>6.1247464788732398</c:v>
                </c:pt>
                <c:pt idx="8333">
                  <c:v>6.1246528169014081</c:v>
                </c:pt>
                <c:pt idx="8334">
                  <c:v>6.1105781690140848</c:v>
                </c:pt>
                <c:pt idx="8335">
                  <c:v>6.1040457746478873</c:v>
                </c:pt>
                <c:pt idx="8336">
                  <c:v>6.1132176056338032</c:v>
                </c:pt>
                <c:pt idx="8337">
                  <c:v>6.1206711267605636</c:v>
                </c:pt>
                <c:pt idx="8338">
                  <c:v>6.1181288732394368</c:v>
                </c:pt>
                <c:pt idx="8339">
                  <c:v>6.1132535211267607</c:v>
                </c:pt>
                <c:pt idx="8340">
                  <c:v>6.1116584507042253</c:v>
                </c:pt>
                <c:pt idx="8341">
                  <c:v>6.1171866197183098</c:v>
                </c:pt>
                <c:pt idx="8342">
                  <c:v>6.1195084507042257</c:v>
                </c:pt>
                <c:pt idx="8343">
                  <c:v>6.1176802816901406</c:v>
                </c:pt>
                <c:pt idx="8344">
                  <c:v>6.1194830985915489</c:v>
                </c:pt>
                <c:pt idx="8345">
                  <c:v>6.1269345070422538</c:v>
                </c:pt>
                <c:pt idx="8346">
                  <c:v>6.1333359154929576</c:v>
                </c:pt>
                <c:pt idx="8347">
                  <c:v>6.1294683098591545</c:v>
                </c:pt>
                <c:pt idx="8348">
                  <c:v>6.1183387323943661</c:v>
                </c:pt>
                <c:pt idx="8349">
                  <c:v>6.1128753521126757</c:v>
                </c:pt>
                <c:pt idx="8350">
                  <c:v>6.1162316901408449</c:v>
                </c:pt>
                <c:pt idx="8351">
                  <c:v>6.1216035211267608</c:v>
                </c:pt>
                <c:pt idx="8352">
                  <c:v>6.1233316901408452</c:v>
                </c:pt>
                <c:pt idx="8353">
                  <c:v>6.1180683098591553</c:v>
                </c:pt>
                <c:pt idx="8354">
                  <c:v>6.1146140845070427</c:v>
                </c:pt>
                <c:pt idx="8355">
                  <c:v>6.1194528169014086</c:v>
                </c:pt>
                <c:pt idx="8356">
                  <c:v>6.1210500000000003</c:v>
                </c:pt>
                <c:pt idx="8357">
                  <c:v>6.1135753521126759</c:v>
                </c:pt>
                <c:pt idx="8358">
                  <c:v>6.1128345070422538</c:v>
                </c:pt>
                <c:pt idx="8359">
                  <c:v>6.1114901408450706</c:v>
                </c:pt>
                <c:pt idx="8360">
                  <c:v>6.1093225352112679</c:v>
                </c:pt>
                <c:pt idx="8361">
                  <c:v>6.1053542253521123</c:v>
                </c:pt>
                <c:pt idx="8362">
                  <c:v>6.1002718309859159</c:v>
                </c:pt>
                <c:pt idx="8363">
                  <c:v>6.0967866197183103</c:v>
                </c:pt>
                <c:pt idx="8364">
                  <c:v>6.0973316901408454</c:v>
                </c:pt>
                <c:pt idx="8365">
                  <c:v>6.1020746478873242</c:v>
                </c:pt>
                <c:pt idx="8366">
                  <c:v>6.1116739436619723</c:v>
                </c:pt>
                <c:pt idx="8367">
                  <c:v>6.1186281690140847</c:v>
                </c:pt>
                <c:pt idx="8368">
                  <c:v>6.1160619718309857</c:v>
                </c:pt>
                <c:pt idx="8369">
                  <c:v>6.1118908450704224</c:v>
                </c:pt>
                <c:pt idx="8370">
                  <c:v>6.1157521126760566</c:v>
                </c:pt>
                <c:pt idx="8371">
                  <c:v>6.115918309859155</c:v>
                </c:pt>
                <c:pt idx="8372">
                  <c:v>6.1094514084507043</c:v>
                </c:pt>
                <c:pt idx="8373">
                  <c:v>6.1089105633802818</c:v>
                </c:pt>
                <c:pt idx="8374">
                  <c:v>6.1062035211267602</c:v>
                </c:pt>
                <c:pt idx="8375">
                  <c:v>6.1094070422535207</c:v>
                </c:pt>
                <c:pt idx="8376">
                  <c:v>6.1163345070422537</c:v>
                </c:pt>
                <c:pt idx="8377">
                  <c:v>6.1172239436619718</c:v>
                </c:pt>
                <c:pt idx="8378">
                  <c:v>6.1134190140845073</c:v>
                </c:pt>
                <c:pt idx="8379">
                  <c:v>6.112917605633803</c:v>
                </c:pt>
                <c:pt idx="8380">
                  <c:v>6.1109260563380285</c:v>
                </c:pt>
                <c:pt idx="8381">
                  <c:v>6.1053359154929581</c:v>
                </c:pt>
                <c:pt idx="8382">
                  <c:v>6.1036232394366197</c:v>
                </c:pt>
                <c:pt idx="8383">
                  <c:v>6.1098936619718307</c:v>
                </c:pt>
                <c:pt idx="8384">
                  <c:v>6.1197605633802814</c:v>
                </c:pt>
                <c:pt idx="8385">
                  <c:v>6.1203478873239439</c:v>
                </c:pt>
                <c:pt idx="8386">
                  <c:v>6.1159225352112676</c:v>
                </c:pt>
                <c:pt idx="8387">
                  <c:v>6.1185985915492962</c:v>
                </c:pt>
                <c:pt idx="8388">
                  <c:v>6.1231084507042253</c:v>
                </c:pt>
                <c:pt idx="8389">
                  <c:v>6.122529577464789</c:v>
                </c:pt>
                <c:pt idx="8390">
                  <c:v>6.1221070422535213</c:v>
                </c:pt>
                <c:pt idx="8391">
                  <c:v>6.1254499999999998</c:v>
                </c:pt>
                <c:pt idx="8392">
                  <c:v>6.1277436619718308</c:v>
                </c:pt>
                <c:pt idx="8393">
                  <c:v>6.1298429577464786</c:v>
                </c:pt>
                <c:pt idx="8394">
                  <c:v>6.1294915492957749</c:v>
                </c:pt>
                <c:pt idx="8395">
                  <c:v>6.1282760563380281</c:v>
                </c:pt>
                <c:pt idx="8396">
                  <c:v>6.1223309859154931</c:v>
                </c:pt>
                <c:pt idx="8397">
                  <c:v>6.1173753521126759</c:v>
                </c:pt>
                <c:pt idx="8398">
                  <c:v>6.1176126760563383</c:v>
                </c:pt>
                <c:pt idx="8399">
                  <c:v>6.1205492957746479</c:v>
                </c:pt>
                <c:pt idx="8400">
                  <c:v>6.1237887323943658</c:v>
                </c:pt>
                <c:pt idx="8401">
                  <c:v>6.1230056338028165</c:v>
                </c:pt>
                <c:pt idx="8402">
                  <c:v>6.1233781690140843</c:v>
                </c:pt>
                <c:pt idx="8403">
                  <c:v>6.1231859154929573</c:v>
                </c:pt>
                <c:pt idx="8404">
                  <c:v>6.1232654929577466</c:v>
                </c:pt>
                <c:pt idx="8405">
                  <c:v>6.1234232394366197</c:v>
                </c:pt>
                <c:pt idx="8406">
                  <c:v>6.1241591549295773</c:v>
                </c:pt>
                <c:pt idx="8407">
                  <c:v>6.1174598591549296</c:v>
                </c:pt>
                <c:pt idx="8408">
                  <c:v>6.1071999999999997</c:v>
                </c:pt>
                <c:pt idx="8409">
                  <c:v>6.1046056338028167</c:v>
                </c:pt>
                <c:pt idx="8410">
                  <c:v>6.1025978873239435</c:v>
                </c:pt>
                <c:pt idx="8411">
                  <c:v>6.1001429577464785</c:v>
                </c:pt>
                <c:pt idx="8412">
                  <c:v>6.1071542253521125</c:v>
                </c:pt>
                <c:pt idx="8413">
                  <c:v>6.1139556338028171</c:v>
                </c:pt>
                <c:pt idx="8414">
                  <c:v>6.126816197183099</c:v>
                </c:pt>
                <c:pt idx="8415">
                  <c:v>6.1339253521126764</c:v>
                </c:pt>
                <c:pt idx="8416">
                  <c:v>6.1340669014084508</c:v>
                </c:pt>
                <c:pt idx="8417">
                  <c:v>6.1321978873239438</c:v>
                </c:pt>
                <c:pt idx="8418">
                  <c:v>6.1241873239436622</c:v>
                </c:pt>
                <c:pt idx="8419">
                  <c:v>6.1169957746478874</c:v>
                </c:pt>
                <c:pt idx="8420">
                  <c:v>6.1158781690140849</c:v>
                </c:pt>
                <c:pt idx="8421">
                  <c:v>6.1141281690140845</c:v>
                </c:pt>
                <c:pt idx="8422">
                  <c:v>6.1088929577464786</c:v>
                </c:pt>
                <c:pt idx="8423">
                  <c:v>6.1078725352112677</c:v>
                </c:pt>
                <c:pt idx="8424">
                  <c:v>6.1180584507042255</c:v>
                </c:pt>
                <c:pt idx="8425">
                  <c:v>6.1308866197183098</c:v>
                </c:pt>
                <c:pt idx="8426">
                  <c:v>6.1343415492957742</c:v>
                </c:pt>
                <c:pt idx="8427">
                  <c:v>6.1286697183098591</c:v>
                </c:pt>
                <c:pt idx="8428">
                  <c:v>6.1188570422535209</c:v>
                </c:pt>
                <c:pt idx="8429">
                  <c:v>6.1150056338028165</c:v>
                </c:pt>
                <c:pt idx="8430">
                  <c:v>6.1187345070422534</c:v>
                </c:pt>
                <c:pt idx="8431">
                  <c:v>6.1174823943661973</c:v>
                </c:pt>
                <c:pt idx="8432">
                  <c:v>6.1081957746478874</c:v>
                </c:pt>
                <c:pt idx="8433">
                  <c:v>6.1064838028169017</c:v>
                </c:pt>
                <c:pt idx="8434">
                  <c:v>6.1105422535211265</c:v>
                </c:pt>
                <c:pt idx="8435">
                  <c:v>6.1136838028169018</c:v>
                </c:pt>
                <c:pt idx="8436">
                  <c:v>6.1085302816901406</c:v>
                </c:pt>
                <c:pt idx="8437">
                  <c:v>6.1043359154929577</c:v>
                </c:pt>
                <c:pt idx="8438">
                  <c:v>6.1048647887323941</c:v>
                </c:pt>
                <c:pt idx="8439">
                  <c:v>6.1107443661971832</c:v>
                </c:pt>
                <c:pt idx="8440">
                  <c:v>6.1166345070422539</c:v>
                </c:pt>
                <c:pt idx="8441">
                  <c:v>6.1185894366197182</c:v>
                </c:pt>
                <c:pt idx="8442">
                  <c:v>6.1162492957746482</c:v>
                </c:pt>
                <c:pt idx="8443">
                  <c:v>6.115372535211268</c:v>
                </c:pt>
                <c:pt idx="8444">
                  <c:v>6.124460563380282</c:v>
                </c:pt>
                <c:pt idx="8445">
                  <c:v>6.1317992957746483</c:v>
                </c:pt>
                <c:pt idx="8446">
                  <c:v>6.1361866197183099</c:v>
                </c:pt>
                <c:pt idx="8447">
                  <c:v>6.1396007042253524</c:v>
                </c:pt>
                <c:pt idx="8448">
                  <c:v>6.1402401408450702</c:v>
                </c:pt>
                <c:pt idx="8449">
                  <c:v>6.1349380281690138</c:v>
                </c:pt>
                <c:pt idx="8450">
                  <c:v>6.1224964788732397</c:v>
                </c:pt>
                <c:pt idx="8451">
                  <c:v>6.1147704225352113</c:v>
                </c:pt>
                <c:pt idx="8452">
                  <c:v>6.1192232394366197</c:v>
                </c:pt>
                <c:pt idx="8453">
                  <c:v>6.127269014084507</c:v>
                </c:pt>
                <c:pt idx="8454">
                  <c:v>6.126714084507042</c:v>
                </c:pt>
                <c:pt idx="8455">
                  <c:v>6.1242070422535209</c:v>
                </c:pt>
                <c:pt idx="8456">
                  <c:v>6.1190704225352111</c:v>
                </c:pt>
                <c:pt idx="8457">
                  <c:v>6.1162507042253518</c:v>
                </c:pt>
                <c:pt idx="8458">
                  <c:v>6.1165267605633806</c:v>
                </c:pt>
                <c:pt idx="8459">
                  <c:v>6.1207985915492955</c:v>
                </c:pt>
                <c:pt idx="8460">
                  <c:v>6.1257056338028173</c:v>
                </c:pt>
                <c:pt idx="8461">
                  <c:v>6.1260485915492957</c:v>
                </c:pt>
                <c:pt idx="8462">
                  <c:v>6.1217323943661972</c:v>
                </c:pt>
                <c:pt idx="8463">
                  <c:v>6.1156915492957751</c:v>
                </c:pt>
                <c:pt idx="8464">
                  <c:v>6.1130894366197186</c:v>
                </c:pt>
                <c:pt idx="8465">
                  <c:v>6.1109908450704227</c:v>
                </c:pt>
                <c:pt idx="8466">
                  <c:v>6.1090873239436618</c:v>
                </c:pt>
                <c:pt idx="8467">
                  <c:v>6.1088894366197186</c:v>
                </c:pt>
                <c:pt idx="8468">
                  <c:v>6.1099816901408452</c:v>
                </c:pt>
                <c:pt idx="8469">
                  <c:v>6.1186112676056341</c:v>
                </c:pt>
                <c:pt idx="8470">
                  <c:v>6.1212549295774652</c:v>
                </c:pt>
                <c:pt idx="8471">
                  <c:v>6.1178197183098595</c:v>
                </c:pt>
                <c:pt idx="8472">
                  <c:v>6.1119704225352116</c:v>
                </c:pt>
                <c:pt idx="8473">
                  <c:v>6.1090901408450708</c:v>
                </c:pt>
                <c:pt idx="8474">
                  <c:v>6.1063802816901411</c:v>
                </c:pt>
                <c:pt idx="8475">
                  <c:v>6.1105788732394366</c:v>
                </c:pt>
                <c:pt idx="8476">
                  <c:v>6.1179063380281686</c:v>
                </c:pt>
                <c:pt idx="8477">
                  <c:v>6.119287323943662</c:v>
                </c:pt>
                <c:pt idx="8478">
                  <c:v>6.1229577464788729</c:v>
                </c:pt>
                <c:pt idx="8479">
                  <c:v>6.1265830985915493</c:v>
                </c:pt>
                <c:pt idx="8480">
                  <c:v>6.1242535211267608</c:v>
                </c:pt>
                <c:pt idx="8481">
                  <c:v>6.1203007042253521</c:v>
                </c:pt>
                <c:pt idx="8482">
                  <c:v>6.1092619718309855</c:v>
                </c:pt>
                <c:pt idx="8483">
                  <c:v>6.1092647887323945</c:v>
                </c:pt>
                <c:pt idx="8484">
                  <c:v>6.1181788732394367</c:v>
                </c:pt>
                <c:pt idx="8485">
                  <c:v>6.115047183098592</c:v>
                </c:pt>
                <c:pt idx="8486">
                  <c:v>6.1072309859154927</c:v>
                </c:pt>
                <c:pt idx="8487">
                  <c:v>6.1123612676056336</c:v>
                </c:pt>
                <c:pt idx="8488">
                  <c:v>6.1205436619718308</c:v>
                </c:pt>
                <c:pt idx="8489">
                  <c:v>6.119839436619718</c:v>
                </c:pt>
                <c:pt idx="8490">
                  <c:v>6.12186338028169</c:v>
                </c:pt>
                <c:pt idx="8491">
                  <c:v>6.1258894366197181</c:v>
                </c:pt>
                <c:pt idx="8492">
                  <c:v>6.1230985915492955</c:v>
                </c:pt>
                <c:pt idx="8493">
                  <c:v>6.1187838028169015</c:v>
                </c:pt>
                <c:pt idx="8494">
                  <c:v>6.1197253521126758</c:v>
                </c:pt>
                <c:pt idx="8495">
                  <c:v>6.1161697183098589</c:v>
                </c:pt>
                <c:pt idx="8496">
                  <c:v>6.1145816901408452</c:v>
                </c:pt>
                <c:pt idx="8497">
                  <c:v>6.111835915492958</c:v>
                </c:pt>
                <c:pt idx="8498">
                  <c:v>6.1093394366197185</c:v>
                </c:pt>
                <c:pt idx="8499">
                  <c:v>6.1056345070422537</c:v>
                </c:pt>
                <c:pt idx="8500">
                  <c:v>6.1033908450704226</c:v>
                </c:pt>
                <c:pt idx="8501">
                  <c:v>6.1116830985915493</c:v>
                </c:pt>
                <c:pt idx="8502">
                  <c:v>6.119256338028169</c:v>
                </c:pt>
                <c:pt idx="8503">
                  <c:v>6.1183035211267605</c:v>
                </c:pt>
                <c:pt idx="8504">
                  <c:v>6.1138049295774648</c:v>
                </c:pt>
                <c:pt idx="8505">
                  <c:v>6.1132366197183101</c:v>
                </c:pt>
                <c:pt idx="8506">
                  <c:v>6.1126014084507041</c:v>
                </c:pt>
                <c:pt idx="8507">
                  <c:v>6.1073647887323945</c:v>
                </c:pt>
                <c:pt idx="8508">
                  <c:v>6.1048408450704228</c:v>
                </c:pt>
                <c:pt idx="8509">
                  <c:v>6.1069267605633799</c:v>
                </c:pt>
                <c:pt idx="8510">
                  <c:v>6.1070950704225355</c:v>
                </c:pt>
                <c:pt idx="8511">
                  <c:v>6.103411267605634</c:v>
                </c:pt>
                <c:pt idx="8512">
                  <c:v>6.0983718309859158</c:v>
                </c:pt>
                <c:pt idx="8513">
                  <c:v>6.1027570422535211</c:v>
                </c:pt>
                <c:pt idx="8514">
                  <c:v>6.1111028169014086</c:v>
                </c:pt>
                <c:pt idx="8515">
                  <c:v>6.1149021126760568</c:v>
                </c:pt>
                <c:pt idx="8516">
                  <c:v>6.11134014084507</c:v>
                </c:pt>
                <c:pt idx="8517">
                  <c:v>6.1071880281690145</c:v>
                </c:pt>
                <c:pt idx="8518">
                  <c:v>6.1091387323943662</c:v>
                </c:pt>
                <c:pt idx="8519">
                  <c:v>6.1136873239436618</c:v>
                </c:pt>
                <c:pt idx="8520">
                  <c:v>6.115223943661972</c:v>
                </c:pt>
                <c:pt idx="8521">
                  <c:v>6.1123464788732393</c:v>
                </c:pt>
                <c:pt idx="8522">
                  <c:v>6.107031690140845</c:v>
                </c:pt>
                <c:pt idx="8523">
                  <c:v>6.1050338028169016</c:v>
                </c:pt>
                <c:pt idx="8524">
                  <c:v>6.1085401408450704</c:v>
                </c:pt>
                <c:pt idx="8525">
                  <c:v>6.1139098591549299</c:v>
                </c:pt>
                <c:pt idx="8526">
                  <c:v>6.1159971830985915</c:v>
                </c:pt>
                <c:pt idx="8527">
                  <c:v>6.1182112676056342</c:v>
                </c:pt>
                <c:pt idx="8528">
                  <c:v>6.1166387323943665</c:v>
                </c:pt>
                <c:pt idx="8529">
                  <c:v>6.1167626760563376</c:v>
                </c:pt>
                <c:pt idx="8530">
                  <c:v>6.1193570422535215</c:v>
                </c:pt>
                <c:pt idx="8531">
                  <c:v>6.1216985915492961</c:v>
                </c:pt>
                <c:pt idx="8532">
                  <c:v>6.1161246478873244</c:v>
                </c:pt>
                <c:pt idx="8533">
                  <c:v>6.1103521126760567</c:v>
                </c:pt>
                <c:pt idx="8534">
                  <c:v>6.1120542253521126</c:v>
                </c:pt>
                <c:pt idx="8535">
                  <c:v>6.1092830985915496</c:v>
                </c:pt>
                <c:pt idx="8536">
                  <c:v>6.111780281690141</c:v>
                </c:pt>
                <c:pt idx="8537">
                  <c:v>6.1105246478873241</c:v>
                </c:pt>
                <c:pt idx="8538">
                  <c:v>6.1019852112676052</c:v>
                </c:pt>
                <c:pt idx="8539">
                  <c:v>6.0983274647887322</c:v>
                </c:pt>
                <c:pt idx="8540">
                  <c:v>6.0969021126760561</c:v>
                </c:pt>
                <c:pt idx="8541">
                  <c:v>6.1006485915492954</c:v>
                </c:pt>
                <c:pt idx="8542">
                  <c:v>6.1057147887323939</c:v>
                </c:pt>
                <c:pt idx="8543">
                  <c:v>6.105441549295775</c:v>
                </c:pt>
                <c:pt idx="8544">
                  <c:v>6.1014478873239435</c:v>
                </c:pt>
                <c:pt idx="8545">
                  <c:v>6.0940690140845071</c:v>
                </c:pt>
                <c:pt idx="8546">
                  <c:v>6.0946373239436618</c:v>
                </c:pt>
                <c:pt idx="8547">
                  <c:v>6.0978295774647888</c:v>
                </c:pt>
                <c:pt idx="8548">
                  <c:v>6.1046577464788729</c:v>
                </c:pt>
                <c:pt idx="8549">
                  <c:v>6.1137922535211269</c:v>
                </c:pt>
                <c:pt idx="8550">
                  <c:v>6.110199295774648</c:v>
                </c:pt>
                <c:pt idx="8551">
                  <c:v>6.1018450704225353</c:v>
                </c:pt>
                <c:pt idx="8552">
                  <c:v>6.0982711267605634</c:v>
                </c:pt>
                <c:pt idx="8553">
                  <c:v>6.1029218309859159</c:v>
                </c:pt>
                <c:pt idx="8554">
                  <c:v>6.1079661971830985</c:v>
                </c:pt>
                <c:pt idx="8555">
                  <c:v>6.1040936619718309</c:v>
                </c:pt>
                <c:pt idx="8556">
                  <c:v>6.1044556338028171</c:v>
                </c:pt>
                <c:pt idx="8557">
                  <c:v>6.1064049295774652</c:v>
                </c:pt>
                <c:pt idx="8558">
                  <c:v>6.1023753521126762</c:v>
                </c:pt>
                <c:pt idx="8559">
                  <c:v>6.1001830985915495</c:v>
                </c:pt>
                <c:pt idx="8560">
                  <c:v>6.0974704225352117</c:v>
                </c:pt>
                <c:pt idx="8561">
                  <c:v>6.0891760563380277</c:v>
                </c:pt>
                <c:pt idx="8562">
                  <c:v>6.0817274647887327</c:v>
                </c:pt>
                <c:pt idx="8563">
                  <c:v>6.0758288732394368</c:v>
                </c:pt>
                <c:pt idx="8564">
                  <c:v>6.076469718309859</c:v>
                </c:pt>
                <c:pt idx="8565">
                  <c:v>6.0827725352112676</c:v>
                </c:pt>
                <c:pt idx="8566">
                  <c:v>6.0868964788732391</c:v>
                </c:pt>
                <c:pt idx="8567">
                  <c:v>6.0819626760563379</c:v>
                </c:pt>
                <c:pt idx="8568">
                  <c:v>6.0831922535211271</c:v>
                </c:pt>
                <c:pt idx="8569">
                  <c:v>6.086227464788732</c:v>
                </c:pt>
                <c:pt idx="8570">
                  <c:v>6.0887795774647886</c:v>
                </c:pt>
                <c:pt idx="8571">
                  <c:v>6.086351408450704</c:v>
                </c:pt>
                <c:pt idx="8572">
                  <c:v>6.0791183098591546</c:v>
                </c:pt>
                <c:pt idx="8573">
                  <c:v>6.0792450704225356</c:v>
                </c:pt>
                <c:pt idx="8574">
                  <c:v>6.0854478873239435</c:v>
                </c:pt>
                <c:pt idx="8575">
                  <c:v>6.0860316901408451</c:v>
                </c:pt>
                <c:pt idx="8576">
                  <c:v>6.0870535211267605</c:v>
                </c:pt>
                <c:pt idx="8577">
                  <c:v>6.0912232394366201</c:v>
                </c:pt>
                <c:pt idx="8578">
                  <c:v>6.0912809859154926</c:v>
                </c:pt>
                <c:pt idx="8579">
                  <c:v>6.083239436619718</c:v>
                </c:pt>
                <c:pt idx="8580">
                  <c:v>6.0794683098591547</c:v>
                </c:pt>
                <c:pt idx="8581">
                  <c:v>6.0823999999999998</c:v>
                </c:pt>
                <c:pt idx="8582">
                  <c:v>6.0804711267605631</c:v>
                </c:pt>
                <c:pt idx="8583">
                  <c:v>6.0784866197183103</c:v>
                </c:pt>
                <c:pt idx="8584">
                  <c:v>6.0829767605633807</c:v>
                </c:pt>
                <c:pt idx="8585">
                  <c:v>6.0877598591549296</c:v>
                </c:pt>
                <c:pt idx="8586">
                  <c:v>6.0869669014084504</c:v>
                </c:pt>
                <c:pt idx="8587">
                  <c:v>6.0829309859154925</c:v>
                </c:pt>
                <c:pt idx="8588">
                  <c:v>6.0813563380281694</c:v>
                </c:pt>
                <c:pt idx="8589">
                  <c:v>6.0857985915492954</c:v>
                </c:pt>
                <c:pt idx="8590">
                  <c:v>6.0893683098591547</c:v>
                </c:pt>
                <c:pt idx="8591">
                  <c:v>6.0950647887323948</c:v>
                </c:pt>
                <c:pt idx="8592">
                  <c:v>6.0963570422535209</c:v>
                </c:pt>
                <c:pt idx="8593">
                  <c:v>6.0943070422535213</c:v>
                </c:pt>
                <c:pt idx="8594">
                  <c:v>6.0964042253521127</c:v>
                </c:pt>
                <c:pt idx="8595">
                  <c:v>6.0978957746478875</c:v>
                </c:pt>
                <c:pt idx="8596">
                  <c:v>6.0963267605633806</c:v>
                </c:pt>
                <c:pt idx="8597">
                  <c:v>6.093604225352113</c:v>
                </c:pt>
                <c:pt idx="8598">
                  <c:v>6.0947767605633807</c:v>
                </c:pt>
                <c:pt idx="8599">
                  <c:v>6.093982394366197</c:v>
                </c:pt>
                <c:pt idx="8600">
                  <c:v>6.0879147887323946</c:v>
                </c:pt>
                <c:pt idx="8601">
                  <c:v>6.0784457746478875</c:v>
                </c:pt>
                <c:pt idx="8602">
                  <c:v>6.0768845070422532</c:v>
                </c:pt>
                <c:pt idx="8603">
                  <c:v>6.0770281690140848</c:v>
                </c:pt>
                <c:pt idx="8604">
                  <c:v>6.0816753521126756</c:v>
                </c:pt>
                <c:pt idx="8605">
                  <c:v>6.0873838028169018</c:v>
                </c:pt>
                <c:pt idx="8606">
                  <c:v>6.0892753521126757</c:v>
                </c:pt>
                <c:pt idx="8607">
                  <c:v>6.0858683098591548</c:v>
                </c:pt>
                <c:pt idx="8608">
                  <c:v>6.0884049295774645</c:v>
                </c:pt>
                <c:pt idx="8609">
                  <c:v>6.1007654929577466</c:v>
                </c:pt>
                <c:pt idx="8610">
                  <c:v>6.1056732394366193</c:v>
                </c:pt>
                <c:pt idx="8611">
                  <c:v>6.0973964788732395</c:v>
                </c:pt>
                <c:pt idx="8612">
                  <c:v>6.0870253521126765</c:v>
                </c:pt>
                <c:pt idx="8613">
                  <c:v>6.0821676056338028</c:v>
                </c:pt>
                <c:pt idx="8614">
                  <c:v>6.0844676056338027</c:v>
                </c:pt>
                <c:pt idx="8615">
                  <c:v>6.0867795774647888</c:v>
                </c:pt>
                <c:pt idx="8616">
                  <c:v>6.0839281690140847</c:v>
                </c:pt>
                <c:pt idx="8617">
                  <c:v>6.0859077464788731</c:v>
                </c:pt>
                <c:pt idx="8618">
                  <c:v>6.0869</c:v>
                </c:pt>
                <c:pt idx="8619">
                  <c:v>6.0833838028169014</c:v>
                </c:pt>
                <c:pt idx="8620">
                  <c:v>6.0811295774647887</c:v>
                </c:pt>
                <c:pt idx="8621">
                  <c:v>6.08659014084507</c:v>
                </c:pt>
                <c:pt idx="8622">
                  <c:v>6.0884394366197183</c:v>
                </c:pt>
                <c:pt idx="8623">
                  <c:v>6.0931007042253524</c:v>
                </c:pt>
                <c:pt idx="8624">
                  <c:v>6.1006338028169012</c:v>
                </c:pt>
                <c:pt idx="8625">
                  <c:v>6.1055169014084507</c:v>
                </c:pt>
                <c:pt idx="8626">
                  <c:v>6.1048852112676055</c:v>
                </c:pt>
                <c:pt idx="8627">
                  <c:v>6.1031422535211268</c:v>
                </c:pt>
                <c:pt idx="8628">
                  <c:v>6.09777323943662</c:v>
                </c:pt>
                <c:pt idx="8629">
                  <c:v>6.0888281690140849</c:v>
                </c:pt>
                <c:pt idx="8630">
                  <c:v>6.0894640845070427</c:v>
                </c:pt>
                <c:pt idx="8631">
                  <c:v>6.09401338028169</c:v>
                </c:pt>
                <c:pt idx="8632">
                  <c:v>6.0941922535211264</c:v>
                </c:pt>
                <c:pt idx="8633">
                  <c:v>6.0897352112676053</c:v>
                </c:pt>
                <c:pt idx="8634">
                  <c:v>6.087851408450704</c:v>
                </c:pt>
                <c:pt idx="8635">
                  <c:v>6.0814760563380279</c:v>
                </c:pt>
                <c:pt idx="8636">
                  <c:v>6.0828605633802812</c:v>
                </c:pt>
                <c:pt idx="8637">
                  <c:v>6.0854563380281688</c:v>
                </c:pt>
                <c:pt idx="8638">
                  <c:v>6.0849992957746482</c:v>
                </c:pt>
                <c:pt idx="8639">
                  <c:v>6.0830528169014082</c:v>
                </c:pt>
                <c:pt idx="8640">
                  <c:v>6.0810683098591554</c:v>
                </c:pt>
                <c:pt idx="8641">
                  <c:v>6.0778218309859158</c:v>
                </c:pt>
                <c:pt idx="8642">
                  <c:v>6.0840014084507041</c:v>
                </c:pt>
                <c:pt idx="8643">
                  <c:v>6.0891577464788735</c:v>
                </c:pt>
                <c:pt idx="8644">
                  <c:v>6.0892352112676056</c:v>
                </c:pt>
                <c:pt idx="8645">
                  <c:v>6.0843753521126764</c:v>
                </c:pt>
                <c:pt idx="8646">
                  <c:v>6.0836345070422535</c:v>
                </c:pt>
                <c:pt idx="8647">
                  <c:v>6.0858063380281688</c:v>
                </c:pt>
                <c:pt idx="8648">
                  <c:v>6.084420422535211</c:v>
                </c:pt>
                <c:pt idx="8649">
                  <c:v>6.0820556338028169</c:v>
                </c:pt>
                <c:pt idx="8650">
                  <c:v>6.0815246478873242</c:v>
                </c:pt>
                <c:pt idx="8651">
                  <c:v>6.0881549295774651</c:v>
                </c:pt>
                <c:pt idx="8652">
                  <c:v>6.0912598591549294</c:v>
                </c:pt>
                <c:pt idx="8653">
                  <c:v>6.0842401408450701</c:v>
                </c:pt>
                <c:pt idx="8654">
                  <c:v>6.075973943661972</c:v>
                </c:pt>
                <c:pt idx="8655">
                  <c:v>6.0750542253521127</c:v>
                </c:pt>
                <c:pt idx="8656">
                  <c:v>6.0765309859154932</c:v>
                </c:pt>
                <c:pt idx="8657">
                  <c:v>6.0771246478873238</c:v>
                </c:pt>
                <c:pt idx="8658">
                  <c:v>6.0843457746478871</c:v>
                </c:pt>
                <c:pt idx="8659">
                  <c:v>6.0868598591549299</c:v>
                </c:pt>
                <c:pt idx="8660">
                  <c:v>6.0893838028169016</c:v>
                </c:pt>
                <c:pt idx="8661">
                  <c:v>6.0883007042253521</c:v>
                </c:pt>
                <c:pt idx="8662">
                  <c:v>6.0886112676056339</c:v>
                </c:pt>
                <c:pt idx="8663">
                  <c:v>6.0863640845070419</c:v>
                </c:pt>
                <c:pt idx="8664">
                  <c:v>6.0737140845070421</c:v>
                </c:pt>
                <c:pt idx="8665">
                  <c:v>6.0656456338028173</c:v>
                </c:pt>
                <c:pt idx="8666">
                  <c:v>6.0670938732394371</c:v>
                </c:pt>
                <c:pt idx="8667">
                  <c:v>6.0659380281690138</c:v>
                </c:pt>
                <c:pt idx="8668">
                  <c:v>6.0685054225352113</c:v>
                </c:pt>
                <c:pt idx="8669">
                  <c:v>6.0776176056338027</c:v>
                </c:pt>
                <c:pt idx="8670">
                  <c:v>6.0795415492957749</c:v>
                </c:pt>
                <c:pt idx="8671">
                  <c:v>6.0806774647887325</c:v>
                </c:pt>
                <c:pt idx="8672">
                  <c:v>6.0897528169014086</c:v>
                </c:pt>
                <c:pt idx="8673">
                  <c:v>6.085185915492958</c:v>
                </c:pt>
                <c:pt idx="8674">
                  <c:v>6.0800387323943665</c:v>
                </c:pt>
                <c:pt idx="8675">
                  <c:v>6.0815830985915493</c:v>
                </c:pt>
                <c:pt idx="8676">
                  <c:v>6.0828633802816903</c:v>
                </c:pt>
                <c:pt idx="8677">
                  <c:v>6.0900915492957743</c:v>
                </c:pt>
                <c:pt idx="8678">
                  <c:v>6.0940830985915495</c:v>
                </c:pt>
                <c:pt idx="8679">
                  <c:v>6.0987014084507045</c:v>
                </c:pt>
                <c:pt idx="8680">
                  <c:v>6.0932408450704223</c:v>
                </c:pt>
                <c:pt idx="8681">
                  <c:v>6.0853838028169012</c:v>
                </c:pt>
                <c:pt idx="8682">
                  <c:v>6.0811802816901412</c:v>
                </c:pt>
                <c:pt idx="8683">
                  <c:v>6.0805950704225351</c:v>
                </c:pt>
                <c:pt idx="8684">
                  <c:v>6.0840373239436616</c:v>
                </c:pt>
                <c:pt idx="8685">
                  <c:v>6.0832415492957743</c:v>
                </c:pt>
                <c:pt idx="8686">
                  <c:v>6.0828718309859156</c:v>
                </c:pt>
                <c:pt idx="8687">
                  <c:v>6.0910373239436622</c:v>
                </c:pt>
                <c:pt idx="8688">
                  <c:v>6.0951985915492957</c:v>
                </c:pt>
                <c:pt idx="8689">
                  <c:v>6.0916232394366201</c:v>
                </c:pt>
                <c:pt idx="8690">
                  <c:v>6.0896859154929581</c:v>
                </c:pt>
                <c:pt idx="8691">
                  <c:v>6.0864598591549299</c:v>
                </c:pt>
                <c:pt idx="8692">
                  <c:v>6.0835126760563378</c:v>
                </c:pt>
                <c:pt idx="8693">
                  <c:v>6.0761450704225348</c:v>
                </c:pt>
                <c:pt idx="8694">
                  <c:v>6.0745549295774648</c:v>
                </c:pt>
                <c:pt idx="8695">
                  <c:v>6.0746323943661968</c:v>
                </c:pt>
                <c:pt idx="8696">
                  <c:v>6.0709232394366195</c:v>
                </c:pt>
                <c:pt idx="8697">
                  <c:v>6.0707056338028167</c:v>
                </c:pt>
                <c:pt idx="8698">
                  <c:v>6.072492957746479</c:v>
                </c:pt>
                <c:pt idx="8699">
                  <c:v>6.0768830985915496</c:v>
                </c:pt>
                <c:pt idx="8700">
                  <c:v>6.0769718309859151</c:v>
                </c:pt>
                <c:pt idx="8701">
                  <c:v>6.0695395774647887</c:v>
                </c:pt>
                <c:pt idx="8702">
                  <c:v>6.0619107746478873</c:v>
                </c:pt>
                <c:pt idx="8703">
                  <c:v>6.0678234507042257</c:v>
                </c:pt>
                <c:pt idx="8704">
                  <c:v>6.0738154929577464</c:v>
                </c:pt>
                <c:pt idx="8705">
                  <c:v>6.079888732394366</c:v>
                </c:pt>
                <c:pt idx="8706">
                  <c:v>6.0839521126760561</c:v>
                </c:pt>
                <c:pt idx="8707">
                  <c:v>6.0810873239436622</c:v>
                </c:pt>
                <c:pt idx="8708">
                  <c:v>6.081702112676056</c:v>
                </c:pt>
                <c:pt idx="8709">
                  <c:v>6.0794035211267605</c:v>
                </c:pt>
                <c:pt idx="8710">
                  <c:v>6.0773204225352115</c:v>
                </c:pt>
                <c:pt idx="8711">
                  <c:v>6.0797507042253525</c:v>
                </c:pt>
                <c:pt idx="8712">
                  <c:v>6.0802084507042258</c:v>
                </c:pt>
                <c:pt idx="8713">
                  <c:v>6.0784823943661968</c:v>
                </c:pt>
                <c:pt idx="8714">
                  <c:v>6.0828507042253523</c:v>
                </c:pt>
                <c:pt idx="8715">
                  <c:v>6.0892767605633802</c:v>
                </c:pt>
                <c:pt idx="8716">
                  <c:v>6.0897598591549293</c:v>
                </c:pt>
                <c:pt idx="8717">
                  <c:v>6.0897394366197179</c:v>
                </c:pt>
                <c:pt idx="8718">
                  <c:v>6.088952112676056</c:v>
                </c:pt>
                <c:pt idx="8719">
                  <c:v>6.0912964788732396</c:v>
                </c:pt>
                <c:pt idx="8720">
                  <c:v>6.0955697183098589</c:v>
                </c:pt>
                <c:pt idx="8721">
                  <c:v>6.0965880281690144</c:v>
                </c:pt>
                <c:pt idx="8722">
                  <c:v>6.0910049295774646</c:v>
                </c:pt>
                <c:pt idx="8723">
                  <c:v>6.0860619718309863</c:v>
                </c:pt>
                <c:pt idx="8724">
                  <c:v>6.0874570422535212</c:v>
                </c:pt>
                <c:pt idx="8725">
                  <c:v>6.0901119718309857</c:v>
                </c:pt>
                <c:pt idx="8726">
                  <c:v>6.0929154929577463</c:v>
                </c:pt>
                <c:pt idx="8727">
                  <c:v>6.09061338028169</c:v>
                </c:pt>
                <c:pt idx="8728">
                  <c:v>6.0865809859154929</c:v>
                </c:pt>
                <c:pt idx="8729">
                  <c:v>6.0871070422535212</c:v>
                </c:pt>
                <c:pt idx="8730">
                  <c:v>6.0923126760563378</c:v>
                </c:pt>
                <c:pt idx="8731">
                  <c:v>6.0959422535211267</c:v>
                </c:pt>
                <c:pt idx="8732">
                  <c:v>6.0920323943661971</c:v>
                </c:pt>
                <c:pt idx="8733">
                  <c:v>6.0919147887323941</c:v>
                </c:pt>
                <c:pt idx="8734">
                  <c:v>6.0881753521126765</c:v>
                </c:pt>
                <c:pt idx="8735">
                  <c:v>6.0898746478873242</c:v>
                </c:pt>
                <c:pt idx="8736">
                  <c:v>6.1002739436619722</c:v>
                </c:pt>
                <c:pt idx="8737">
                  <c:v>6.1028978873239437</c:v>
                </c:pt>
                <c:pt idx="8738">
                  <c:v>6.0989577464788729</c:v>
                </c:pt>
                <c:pt idx="8739">
                  <c:v>6.0874309859154927</c:v>
                </c:pt>
                <c:pt idx="8740">
                  <c:v>6.077170422535211</c:v>
                </c:pt>
                <c:pt idx="8741">
                  <c:v>6.0822330985915496</c:v>
                </c:pt>
                <c:pt idx="8742">
                  <c:v>6.0906366197183095</c:v>
                </c:pt>
                <c:pt idx="8743">
                  <c:v>6.0935598591549294</c:v>
                </c:pt>
                <c:pt idx="8744">
                  <c:v>6.0935338028169017</c:v>
                </c:pt>
                <c:pt idx="8745">
                  <c:v>6.0945823943661974</c:v>
                </c:pt>
                <c:pt idx="8746">
                  <c:v>6.1030260563380283</c:v>
                </c:pt>
                <c:pt idx="8747">
                  <c:v>6.0985795774647888</c:v>
                </c:pt>
                <c:pt idx="8748">
                  <c:v>6.0974007042253522</c:v>
                </c:pt>
                <c:pt idx="8749">
                  <c:v>6.1035330985915497</c:v>
                </c:pt>
                <c:pt idx="8750">
                  <c:v>6.1073359154929578</c:v>
                </c:pt>
                <c:pt idx="8751">
                  <c:v>6.1071</c:v>
                </c:pt>
                <c:pt idx="8752">
                  <c:v>6.1033070422535207</c:v>
                </c:pt>
                <c:pt idx="8753">
                  <c:v>6.0998549295774644</c:v>
                </c:pt>
                <c:pt idx="8754">
                  <c:v>6.1049197183098594</c:v>
                </c:pt>
                <c:pt idx="8755">
                  <c:v>6.1052788732394365</c:v>
                </c:pt>
                <c:pt idx="8756">
                  <c:v>6.1049133802816904</c:v>
                </c:pt>
                <c:pt idx="8757">
                  <c:v>6.1072140845070422</c:v>
                </c:pt>
                <c:pt idx="8758">
                  <c:v>6.1059816901408448</c:v>
                </c:pt>
                <c:pt idx="8759">
                  <c:v>6.1027422535211269</c:v>
                </c:pt>
                <c:pt idx="8760">
                  <c:v>6.095346478873239</c:v>
                </c:pt>
                <c:pt idx="8761">
                  <c:v>6.0967507042253519</c:v>
                </c:pt>
                <c:pt idx="8762">
                  <c:v>6.1030042253521124</c:v>
                </c:pt>
                <c:pt idx="8763">
                  <c:v>6.1073563380281692</c:v>
                </c:pt>
                <c:pt idx="8764">
                  <c:v>6.1153985915492957</c:v>
                </c:pt>
                <c:pt idx="8765">
                  <c:v>6.1226190140845071</c:v>
                </c:pt>
                <c:pt idx="8766">
                  <c:v>6.1242007042253519</c:v>
                </c:pt>
                <c:pt idx="8767">
                  <c:v>6.123221126760563</c:v>
                </c:pt>
                <c:pt idx="8768">
                  <c:v>6.1204267605633804</c:v>
                </c:pt>
                <c:pt idx="8769">
                  <c:v>6.1226239436619716</c:v>
                </c:pt>
                <c:pt idx="8770">
                  <c:v>6.1183690140845073</c:v>
                </c:pt>
                <c:pt idx="8771">
                  <c:v>6.1154394366197184</c:v>
                </c:pt>
                <c:pt idx="8772">
                  <c:v>6.1145873239436623</c:v>
                </c:pt>
                <c:pt idx="8773">
                  <c:v>6.1186485915492961</c:v>
                </c:pt>
                <c:pt idx="8774">
                  <c:v>6.1275302816901407</c:v>
                </c:pt>
                <c:pt idx="8775">
                  <c:v>6.1326077464788735</c:v>
                </c:pt>
                <c:pt idx="8776">
                  <c:v>6.1342161971830986</c:v>
                </c:pt>
                <c:pt idx="8777">
                  <c:v>6.141030985915493</c:v>
                </c:pt>
                <c:pt idx="8778">
                  <c:v>6.1479978873239434</c:v>
                </c:pt>
                <c:pt idx="8779">
                  <c:v>6.1429070422535208</c:v>
                </c:pt>
                <c:pt idx="8780">
                  <c:v>6.1316429577464788</c:v>
                </c:pt>
                <c:pt idx="8781">
                  <c:v>6.127808450704225</c:v>
                </c:pt>
                <c:pt idx="8782">
                  <c:v>6.1282387323943661</c:v>
                </c:pt>
                <c:pt idx="8783">
                  <c:v>6.1324626760563383</c:v>
                </c:pt>
                <c:pt idx="8784">
                  <c:v>6.1357992957746479</c:v>
                </c:pt>
                <c:pt idx="8785">
                  <c:v>6.1465098591549294</c:v>
                </c:pt>
                <c:pt idx="8786">
                  <c:v>6.1593816901408447</c:v>
                </c:pt>
                <c:pt idx="8787">
                  <c:v>6.158537323943662</c:v>
                </c:pt>
                <c:pt idx="8788">
                  <c:v>6.1587211267605637</c:v>
                </c:pt>
                <c:pt idx="8789">
                  <c:v>6.163769718309859</c:v>
                </c:pt>
                <c:pt idx="8790">
                  <c:v>6.1705591549295775</c:v>
                </c:pt>
                <c:pt idx="8791">
                  <c:v>6.1784260563380284</c:v>
                </c:pt>
                <c:pt idx="8792">
                  <c:v>6.1836500000000001</c:v>
                </c:pt>
                <c:pt idx="8793">
                  <c:v>6.1973647887323944</c:v>
                </c:pt>
                <c:pt idx="8794">
                  <c:v>6.2133281690140842</c:v>
                </c:pt>
                <c:pt idx="8795">
                  <c:v>6.2301943661971828</c:v>
                </c:pt>
                <c:pt idx="8796">
                  <c:v>6.2416478873239436</c:v>
                </c:pt>
                <c:pt idx="8797">
                  <c:v>6.255102112676056</c:v>
                </c:pt>
                <c:pt idx="8798">
                  <c:v>6.272918309859155</c:v>
                </c:pt>
                <c:pt idx="8799">
                  <c:v>6.2928154929577467</c:v>
                </c:pt>
                <c:pt idx="8800">
                  <c:v>6.3220112676056335</c:v>
                </c:pt>
                <c:pt idx="8801">
                  <c:v>6.3487274647887322</c:v>
                </c:pt>
                <c:pt idx="8802">
                  <c:v>6.3738295774647886</c:v>
                </c:pt>
                <c:pt idx="8803">
                  <c:v>6.4001246478873242</c:v>
                </c:pt>
                <c:pt idx="8804">
                  <c:v>6.422017605633803</c:v>
                </c:pt>
                <c:pt idx="8805">
                  <c:v>6.4463161971830987</c:v>
                </c:pt>
                <c:pt idx="8806">
                  <c:v>6.4718394366197183</c:v>
                </c:pt>
                <c:pt idx="8807">
                  <c:v>6.5076823943661974</c:v>
                </c:pt>
                <c:pt idx="8808">
                  <c:v>6.5449450704225356</c:v>
                </c:pt>
                <c:pt idx="8809">
                  <c:v>6.5876042253521128</c:v>
                </c:pt>
                <c:pt idx="8810">
                  <c:v>6.6361577464788732</c:v>
                </c:pt>
                <c:pt idx="8811">
                  <c:v>6.7010809859154925</c:v>
                </c:pt>
                <c:pt idx="8812">
                  <c:v>6.7659788732394368</c:v>
                </c:pt>
                <c:pt idx="8813">
                  <c:v>6.8506408450704228</c:v>
                </c:pt>
                <c:pt idx="8814">
                  <c:v>6.9520633802816905</c:v>
                </c:pt>
                <c:pt idx="8815">
                  <c:v>7.0708450704225356</c:v>
                </c:pt>
                <c:pt idx="8816">
                  <c:v>7.2187042253521128</c:v>
                </c:pt>
                <c:pt idx="8817">
                  <c:v>7.411478873239437</c:v>
                </c:pt>
                <c:pt idx="8818">
                  <c:v>7.6498591549295778</c:v>
                </c:pt>
                <c:pt idx="8819">
                  <c:v>7.9639295774647891</c:v>
                </c:pt>
                <c:pt idx="8820">
                  <c:v>8.3726197183098598</c:v>
                </c:pt>
                <c:pt idx="8821">
                  <c:v>8.9287042253521136</c:v>
                </c:pt>
                <c:pt idx="8822">
                  <c:v>9.7159859154929578</c:v>
                </c:pt>
                <c:pt idx="8823">
                  <c:v>10.836795774647888</c:v>
                </c:pt>
                <c:pt idx="8824">
                  <c:v>12.443767605633802</c:v>
                </c:pt>
                <c:pt idx="8825">
                  <c:v>14.748098591549295</c:v>
                </c:pt>
                <c:pt idx="8826">
                  <c:v>17.825633802816903</c:v>
                </c:pt>
                <c:pt idx="8827">
                  <c:v>21.236549295774651</c:v>
                </c:pt>
                <c:pt idx="8828">
                  <c:v>23.588521126760565</c:v>
                </c:pt>
                <c:pt idx="8829">
                  <c:v>23.775633802816902</c:v>
                </c:pt>
                <c:pt idx="8830">
                  <c:v>21.801408450704223</c:v>
                </c:pt>
                <c:pt idx="8831">
                  <c:v>18.857112676056339</c:v>
                </c:pt>
                <c:pt idx="8832">
                  <c:v>16.137887323943662</c:v>
                </c:pt>
                <c:pt idx="8833">
                  <c:v>13.967042253521127</c:v>
                </c:pt>
                <c:pt idx="8834">
                  <c:v>12.309887323943663</c:v>
                </c:pt>
                <c:pt idx="8835">
                  <c:v>11.00606338028169</c:v>
                </c:pt>
                <c:pt idx="8836">
                  <c:v>9.9871830985915491</c:v>
                </c:pt>
                <c:pt idx="8837">
                  <c:v>9.1841267605633803</c:v>
                </c:pt>
                <c:pt idx="8838">
                  <c:v>8.5648380281690137</c:v>
                </c:pt>
                <c:pt idx="8839">
                  <c:v>8.0755281690140848</c:v>
                </c:pt>
                <c:pt idx="8840">
                  <c:v>7.6989577464788734</c:v>
                </c:pt>
                <c:pt idx="8841">
                  <c:v>7.4147535211267606</c:v>
                </c:pt>
                <c:pt idx="8842">
                  <c:v>7.2032605633802813</c:v>
                </c:pt>
                <c:pt idx="8843">
                  <c:v>7.0454154929577459</c:v>
                </c:pt>
                <c:pt idx="8844">
                  <c:v>6.9317112676056336</c:v>
                </c:pt>
                <c:pt idx="8845">
                  <c:v>6.84269014084507</c:v>
                </c:pt>
                <c:pt idx="8846">
                  <c:v>6.7647183098591555</c:v>
                </c:pt>
                <c:pt idx="8847">
                  <c:v>6.6968133802816903</c:v>
                </c:pt>
                <c:pt idx="8848">
                  <c:v>6.6545485915492959</c:v>
                </c:pt>
                <c:pt idx="8849">
                  <c:v>6.6245718309859152</c:v>
                </c:pt>
                <c:pt idx="8850">
                  <c:v>6.5980105633802815</c:v>
                </c:pt>
                <c:pt idx="8851">
                  <c:v>6.5721225352112675</c:v>
                </c:pt>
                <c:pt idx="8852">
                  <c:v>6.5379943661971831</c:v>
                </c:pt>
                <c:pt idx="8853">
                  <c:v>6.5009985915492958</c:v>
                </c:pt>
                <c:pt idx="8854">
                  <c:v>6.4670542253521131</c:v>
                </c:pt>
                <c:pt idx="8855">
                  <c:v>6.4409323943661976</c:v>
                </c:pt>
                <c:pt idx="8856">
                  <c:v>6.4175380281690142</c:v>
                </c:pt>
                <c:pt idx="8857">
                  <c:v>6.3941253521126757</c:v>
                </c:pt>
                <c:pt idx="8858">
                  <c:v>6.3708387323943665</c:v>
                </c:pt>
                <c:pt idx="8859">
                  <c:v>6.3425422535211267</c:v>
                </c:pt>
                <c:pt idx="8860">
                  <c:v>6.3172443661971833</c:v>
                </c:pt>
                <c:pt idx="8861">
                  <c:v>6.2938267605633804</c:v>
                </c:pt>
                <c:pt idx="8862">
                  <c:v>6.2780352112676052</c:v>
                </c:pt>
                <c:pt idx="8863">
                  <c:v>6.2621176056338026</c:v>
                </c:pt>
                <c:pt idx="8864">
                  <c:v>6.2559084507042257</c:v>
                </c:pt>
                <c:pt idx="8865">
                  <c:v>6.2541387323943658</c:v>
                </c:pt>
                <c:pt idx="8866">
                  <c:v>6.2515802816901411</c:v>
                </c:pt>
                <c:pt idx="8867">
                  <c:v>6.2507302816901404</c:v>
                </c:pt>
                <c:pt idx="8868">
                  <c:v>6.2438288732394369</c:v>
                </c:pt>
                <c:pt idx="8869">
                  <c:v>6.2319190140845073</c:v>
                </c:pt>
                <c:pt idx="8870">
                  <c:v>6.2177084507042251</c:v>
                </c:pt>
                <c:pt idx="8871">
                  <c:v>6.2048647887323947</c:v>
                </c:pt>
                <c:pt idx="8872">
                  <c:v>6.1970830985915493</c:v>
                </c:pt>
                <c:pt idx="8873">
                  <c:v>6.1868281690140847</c:v>
                </c:pt>
                <c:pt idx="8874">
                  <c:v>6.1797605633802819</c:v>
                </c:pt>
                <c:pt idx="8875">
                  <c:v>6.1778922535211267</c:v>
                </c:pt>
                <c:pt idx="8876">
                  <c:v>6.1778704225352117</c:v>
                </c:pt>
                <c:pt idx="8877">
                  <c:v>6.1802211267605633</c:v>
                </c:pt>
                <c:pt idx="8878">
                  <c:v>6.1783176056338025</c:v>
                </c:pt>
                <c:pt idx="8879">
                  <c:v>6.1679542253521129</c:v>
                </c:pt>
                <c:pt idx="8880">
                  <c:v>6.1628098591549296</c:v>
                </c:pt>
                <c:pt idx="8881">
                  <c:v>6.1657246478873242</c:v>
                </c:pt>
                <c:pt idx="8882">
                  <c:v>6.1670809859154927</c:v>
                </c:pt>
                <c:pt idx="8883">
                  <c:v>6.158211971830986</c:v>
                </c:pt>
                <c:pt idx="8884">
                  <c:v>6.155385211267606</c:v>
                </c:pt>
                <c:pt idx="8885">
                  <c:v>6.1527549295774646</c:v>
                </c:pt>
                <c:pt idx="8886">
                  <c:v>6.1499992957746477</c:v>
                </c:pt>
                <c:pt idx="8887">
                  <c:v>6.14732323943662</c:v>
                </c:pt>
                <c:pt idx="8888">
                  <c:v>6.1428028169014084</c:v>
                </c:pt>
                <c:pt idx="8889">
                  <c:v>6.1450225352112673</c:v>
                </c:pt>
                <c:pt idx="8890">
                  <c:v>6.1498014084507044</c:v>
                </c:pt>
                <c:pt idx="8891">
                  <c:v>6.151811267605634</c:v>
                </c:pt>
                <c:pt idx="8892">
                  <c:v>6.1479978873239434</c:v>
                </c:pt>
                <c:pt idx="8893">
                  <c:v>6.1418584507042251</c:v>
                </c:pt>
                <c:pt idx="8894">
                  <c:v>6.1395584507042251</c:v>
                </c:pt>
                <c:pt idx="8895">
                  <c:v>6.1391598591549297</c:v>
                </c:pt>
                <c:pt idx="8896">
                  <c:v>6.1361499999999998</c:v>
                </c:pt>
                <c:pt idx="8897">
                  <c:v>6.1357232394366195</c:v>
                </c:pt>
                <c:pt idx="8898">
                  <c:v>6.1389197183098592</c:v>
                </c:pt>
                <c:pt idx="8899">
                  <c:v>6.1385309859154926</c:v>
                </c:pt>
                <c:pt idx="8900">
                  <c:v>6.134692253521127</c:v>
                </c:pt>
                <c:pt idx="8901">
                  <c:v>6.1327852112676053</c:v>
                </c:pt>
                <c:pt idx="8902">
                  <c:v>6.1329478873239438</c:v>
                </c:pt>
                <c:pt idx="8903">
                  <c:v>6.1344345070422532</c:v>
                </c:pt>
                <c:pt idx="8904">
                  <c:v>6.1449514084507042</c:v>
                </c:pt>
                <c:pt idx="8905">
                  <c:v>6.1433718309859158</c:v>
                </c:pt>
                <c:pt idx="8906">
                  <c:v>6.1285288732394365</c:v>
                </c:pt>
                <c:pt idx="8907">
                  <c:v>6.1193345070422538</c:v>
                </c:pt>
                <c:pt idx="8908">
                  <c:v>6.1204697183098595</c:v>
                </c:pt>
                <c:pt idx="8909">
                  <c:v>6.114290845070423</c:v>
                </c:pt>
                <c:pt idx="8910">
                  <c:v>6.1054514084507039</c:v>
                </c:pt>
                <c:pt idx="8911">
                  <c:v>6.1030676056338029</c:v>
                </c:pt>
                <c:pt idx="8912">
                  <c:v>6.1032612676056335</c:v>
                </c:pt>
                <c:pt idx="8913">
                  <c:v>6.1025711267605631</c:v>
                </c:pt>
                <c:pt idx="8914">
                  <c:v>6.1065352112676052</c:v>
                </c:pt>
                <c:pt idx="8915">
                  <c:v>6.1151380281690138</c:v>
                </c:pt>
                <c:pt idx="8916">
                  <c:v>6.1134380281690142</c:v>
                </c:pt>
                <c:pt idx="8917">
                  <c:v>6.1099992957746476</c:v>
                </c:pt>
                <c:pt idx="8918">
                  <c:v>6.1036542253521127</c:v>
                </c:pt>
                <c:pt idx="8919">
                  <c:v>6.1015366197183099</c:v>
                </c:pt>
                <c:pt idx="8920">
                  <c:v>6.1063950704225354</c:v>
                </c:pt>
                <c:pt idx="8921">
                  <c:v>6.1066802816901404</c:v>
                </c:pt>
                <c:pt idx="8922">
                  <c:v>6.1095338028169017</c:v>
                </c:pt>
                <c:pt idx="8923">
                  <c:v>6.1099816901408452</c:v>
                </c:pt>
                <c:pt idx="8924">
                  <c:v>6.1063654929577469</c:v>
                </c:pt>
                <c:pt idx="8925">
                  <c:v>6.1006859154929574</c:v>
                </c:pt>
                <c:pt idx="8926">
                  <c:v>6.092491549295775</c:v>
                </c:pt>
                <c:pt idx="8927">
                  <c:v>6.0898478873239439</c:v>
                </c:pt>
                <c:pt idx="8928">
                  <c:v>6.0864859154929576</c:v>
                </c:pt>
                <c:pt idx="8929">
                  <c:v>6.0848302816901407</c:v>
                </c:pt>
                <c:pt idx="8930">
                  <c:v>6.0885880281690143</c:v>
                </c:pt>
                <c:pt idx="8931">
                  <c:v>6.0939795774647889</c:v>
                </c:pt>
                <c:pt idx="8932">
                  <c:v>6.0959246478873244</c:v>
                </c:pt>
                <c:pt idx="8933">
                  <c:v>6.0933549295774645</c:v>
                </c:pt>
                <c:pt idx="8934">
                  <c:v>6.0917612676056336</c:v>
                </c:pt>
                <c:pt idx="8935">
                  <c:v>6.0903866197183101</c:v>
                </c:pt>
                <c:pt idx="8936">
                  <c:v>6.0924873239436623</c:v>
                </c:pt>
                <c:pt idx="8937">
                  <c:v>6.095532394366197</c:v>
                </c:pt>
                <c:pt idx="8938">
                  <c:v>6.0972816901408446</c:v>
                </c:pt>
                <c:pt idx="8939">
                  <c:v>6.0946077464788733</c:v>
                </c:pt>
                <c:pt idx="8940">
                  <c:v>6.0965422535211271</c:v>
                </c:pt>
                <c:pt idx="8941">
                  <c:v>6.1000366197183098</c:v>
                </c:pt>
                <c:pt idx="8942">
                  <c:v>6.1011985915492959</c:v>
                </c:pt>
                <c:pt idx="8943">
                  <c:v>6.1003190140845067</c:v>
                </c:pt>
                <c:pt idx="8944">
                  <c:v>6.0970070422535212</c:v>
                </c:pt>
                <c:pt idx="8945">
                  <c:v>6.0915781690140847</c:v>
                </c:pt>
                <c:pt idx="8946">
                  <c:v>6.0900816901408454</c:v>
                </c:pt>
                <c:pt idx="8947">
                  <c:v>6.0911169014084505</c:v>
                </c:pt>
                <c:pt idx="8948">
                  <c:v>6.0926176056338024</c:v>
                </c:pt>
                <c:pt idx="8949">
                  <c:v>6.0946028169014088</c:v>
                </c:pt>
                <c:pt idx="8950">
                  <c:v>6.0958535211267604</c:v>
                </c:pt>
                <c:pt idx="8951">
                  <c:v>6.0948739436619714</c:v>
                </c:pt>
                <c:pt idx="8952">
                  <c:v>6.091701408450704</c:v>
                </c:pt>
                <c:pt idx="8953">
                  <c:v>6.0925521126760565</c:v>
                </c:pt>
                <c:pt idx="8954">
                  <c:v>6.0961507042253524</c:v>
                </c:pt>
                <c:pt idx="8955">
                  <c:v>6.0948739436619714</c:v>
                </c:pt>
                <c:pt idx="8956">
                  <c:v>6.0899838028169011</c:v>
                </c:pt>
                <c:pt idx="8957">
                  <c:v>6.0863359154929579</c:v>
                </c:pt>
                <c:pt idx="8958">
                  <c:v>6.0847197183098594</c:v>
                </c:pt>
                <c:pt idx="8959">
                  <c:v>6.0848957746478876</c:v>
                </c:pt>
                <c:pt idx="8960">
                  <c:v>6.0865746478873239</c:v>
                </c:pt>
                <c:pt idx="8961">
                  <c:v>6.0800605633802816</c:v>
                </c:pt>
                <c:pt idx="8962">
                  <c:v>6.0765260563380279</c:v>
                </c:pt>
                <c:pt idx="8963">
                  <c:v>6.0813105633802813</c:v>
                </c:pt>
                <c:pt idx="8964">
                  <c:v>6.0863809859154934</c:v>
                </c:pt>
                <c:pt idx="8965">
                  <c:v>6.0904077464788733</c:v>
                </c:pt>
                <c:pt idx="8966">
                  <c:v>6.0897401408450706</c:v>
                </c:pt>
                <c:pt idx="8967">
                  <c:v>6.0892992957746479</c:v>
                </c:pt>
                <c:pt idx="8968">
                  <c:v>6.0860676056338026</c:v>
                </c:pt>
                <c:pt idx="8969">
                  <c:v>6.0816049295774643</c:v>
                </c:pt>
                <c:pt idx="8970">
                  <c:v>6.0800288732394367</c:v>
                </c:pt>
                <c:pt idx="8971">
                  <c:v>6.0785584507042252</c:v>
                </c:pt>
                <c:pt idx="8972">
                  <c:v>6.0806971830985912</c:v>
                </c:pt>
                <c:pt idx="8973">
                  <c:v>6.0934718309859157</c:v>
                </c:pt>
                <c:pt idx="8974">
                  <c:v>6.1053964788732396</c:v>
                </c:pt>
                <c:pt idx="8975">
                  <c:v>6.1123704225352116</c:v>
                </c:pt>
                <c:pt idx="8976">
                  <c:v>6.103833098591549</c:v>
                </c:pt>
                <c:pt idx="8977">
                  <c:v>6.0895105633802817</c:v>
                </c:pt>
                <c:pt idx="8978">
                  <c:v>6.0826084507042255</c:v>
                </c:pt>
                <c:pt idx="8979">
                  <c:v>6.0835316901408447</c:v>
                </c:pt>
                <c:pt idx="8980">
                  <c:v>6.0887535211267609</c:v>
                </c:pt>
                <c:pt idx="8981">
                  <c:v>6.0812499999999998</c:v>
                </c:pt>
                <c:pt idx="8982">
                  <c:v>6.0765514084507046</c:v>
                </c:pt>
                <c:pt idx="8983">
                  <c:v>6.0778232394366194</c:v>
                </c:pt>
                <c:pt idx="8984">
                  <c:v>6.0734147887323946</c:v>
                </c:pt>
                <c:pt idx="8985">
                  <c:v>6.0750380281690139</c:v>
                </c:pt>
                <c:pt idx="8986">
                  <c:v>6.0812697183098594</c:v>
                </c:pt>
                <c:pt idx="8987">
                  <c:v>6.0769147887323944</c:v>
                </c:pt>
                <c:pt idx="8988">
                  <c:v>6.0753457746478876</c:v>
                </c:pt>
                <c:pt idx="8989">
                  <c:v>6.0761880281690139</c:v>
                </c:pt>
                <c:pt idx="8990">
                  <c:v>6.0783626760563383</c:v>
                </c:pt>
                <c:pt idx="8991">
                  <c:v>6.0801260563380284</c:v>
                </c:pt>
                <c:pt idx="8992">
                  <c:v>6.0834852112676057</c:v>
                </c:pt>
                <c:pt idx="8993">
                  <c:v>6.0820619718309858</c:v>
                </c:pt>
                <c:pt idx="8994">
                  <c:v>6.0763154929577468</c:v>
                </c:pt>
                <c:pt idx="8995">
                  <c:v>6.0681837323943659</c:v>
                </c:pt>
                <c:pt idx="8996">
                  <c:v>6.0703783098591551</c:v>
                </c:pt>
                <c:pt idx="8997">
                  <c:v>6.0693484507042257</c:v>
                </c:pt>
                <c:pt idx="8998">
                  <c:v>6.0729711267605637</c:v>
                </c:pt>
                <c:pt idx="8999">
                  <c:v>6.0785366197183102</c:v>
                </c:pt>
                <c:pt idx="9000">
                  <c:v>6.0792605633802816</c:v>
                </c:pt>
                <c:pt idx="9001">
                  <c:v>6.0819281690140841</c:v>
                </c:pt>
                <c:pt idx="9002">
                  <c:v>6.0790316901408454</c:v>
                </c:pt>
                <c:pt idx="9003">
                  <c:v>6.0738830985915495</c:v>
                </c:pt>
                <c:pt idx="9004">
                  <c:v>6.0675945774647886</c:v>
                </c:pt>
                <c:pt idx="9005">
                  <c:v>6.0643130985915494</c:v>
                </c:pt>
                <c:pt idx="9006">
                  <c:v>6.064717323943662</c:v>
                </c:pt>
                <c:pt idx="9007">
                  <c:v>6.0661383098591548</c:v>
                </c:pt>
                <c:pt idx="9008">
                  <c:v>6.0707753521126762</c:v>
                </c:pt>
                <c:pt idx="9009">
                  <c:v>6.0749380281690142</c:v>
                </c:pt>
                <c:pt idx="9010">
                  <c:v>6.0740176056338031</c:v>
                </c:pt>
                <c:pt idx="9011">
                  <c:v>6.0767978873239432</c:v>
                </c:pt>
                <c:pt idx="9012">
                  <c:v>6.0825070422535212</c:v>
                </c:pt>
                <c:pt idx="9013">
                  <c:v>6.0812732394366193</c:v>
                </c:pt>
                <c:pt idx="9014">
                  <c:v>6.0771894366197179</c:v>
                </c:pt>
                <c:pt idx="9015">
                  <c:v>6.0738408450704222</c:v>
                </c:pt>
                <c:pt idx="9016">
                  <c:v>6.0720211267605633</c:v>
                </c:pt>
                <c:pt idx="9017">
                  <c:v>6.0787267605633799</c:v>
                </c:pt>
                <c:pt idx="9018">
                  <c:v>6.0872126760563381</c:v>
                </c:pt>
                <c:pt idx="9019">
                  <c:v>6.0877464788732398</c:v>
                </c:pt>
                <c:pt idx="9020">
                  <c:v>6.0872760563380286</c:v>
                </c:pt>
                <c:pt idx="9021">
                  <c:v>6.0806042253521131</c:v>
                </c:pt>
                <c:pt idx="9022">
                  <c:v>6.0775204225352111</c:v>
                </c:pt>
                <c:pt idx="9023">
                  <c:v>6.0751499999999998</c:v>
                </c:pt>
                <c:pt idx="9024">
                  <c:v>6.0763309859154928</c:v>
                </c:pt>
                <c:pt idx="9025">
                  <c:v>6.0827239436619722</c:v>
                </c:pt>
                <c:pt idx="9026">
                  <c:v>6.0888415492957746</c:v>
                </c:pt>
                <c:pt idx="9027">
                  <c:v>6.0856612676056336</c:v>
                </c:pt>
                <c:pt idx="9028">
                  <c:v>6.0773788732394367</c:v>
                </c:pt>
                <c:pt idx="9029">
                  <c:v>6.0749739436619716</c:v>
                </c:pt>
                <c:pt idx="9030">
                  <c:v>6.0812676056338031</c:v>
                </c:pt>
                <c:pt idx="9031">
                  <c:v>6.0835147887323942</c:v>
                </c:pt>
                <c:pt idx="9032">
                  <c:v>6.0762971830985917</c:v>
                </c:pt>
                <c:pt idx="9033">
                  <c:v>6.0655271830985917</c:v>
                </c:pt>
                <c:pt idx="9034">
                  <c:v>6.0603550704225349</c:v>
                </c:pt>
                <c:pt idx="9035">
                  <c:v>6.0645142957746483</c:v>
                </c:pt>
                <c:pt idx="9036">
                  <c:v>6.0730338028169015</c:v>
                </c:pt>
                <c:pt idx="9037">
                  <c:v>6.08345</c:v>
                </c:pt>
                <c:pt idx="9038">
                  <c:v>6.0857999999999999</c:v>
                </c:pt>
                <c:pt idx="9039">
                  <c:v>6.0827345070422538</c:v>
                </c:pt>
                <c:pt idx="9040">
                  <c:v>6.0827605633802815</c:v>
                </c:pt>
                <c:pt idx="9041">
                  <c:v>6.0841091549295774</c:v>
                </c:pt>
                <c:pt idx="9042">
                  <c:v>6.0782739436619719</c:v>
                </c:pt>
                <c:pt idx="9043">
                  <c:v>6.07125</c:v>
                </c:pt>
                <c:pt idx="9044">
                  <c:v>6.066048943661972</c:v>
                </c:pt>
                <c:pt idx="9045">
                  <c:v>6.0616510563380279</c:v>
                </c:pt>
                <c:pt idx="9046">
                  <c:v>6.0587273943661968</c:v>
                </c:pt>
                <c:pt idx="9047">
                  <c:v>6.0556450000000002</c:v>
                </c:pt>
                <c:pt idx="9048">
                  <c:v>6.0624271126760565</c:v>
                </c:pt>
                <c:pt idx="9049">
                  <c:v>6.0689485915492956</c:v>
                </c:pt>
                <c:pt idx="9050">
                  <c:v>6.0710218309859156</c:v>
                </c:pt>
                <c:pt idx="9051">
                  <c:v>6.0704408450704221</c:v>
                </c:pt>
                <c:pt idx="9052">
                  <c:v>6.0719492957746475</c:v>
                </c:pt>
                <c:pt idx="9053">
                  <c:v>6.0701358450704221</c:v>
                </c:pt>
                <c:pt idx="9054">
                  <c:v>6.0678899295774649</c:v>
                </c:pt>
                <c:pt idx="9055">
                  <c:v>6.0736042253521125</c:v>
                </c:pt>
                <c:pt idx="9056">
                  <c:v>6.0793295774647884</c:v>
                </c:pt>
                <c:pt idx="9057">
                  <c:v>6.0859528169014085</c:v>
                </c:pt>
                <c:pt idx="9058">
                  <c:v>6.081525352112676</c:v>
                </c:pt>
                <c:pt idx="9059">
                  <c:v>6.068773028169014</c:v>
                </c:pt>
                <c:pt idx="9060">
                  <c:v>6.060917887323944</c:v>
                </c:pt>
                <c:pt idx="9061">
                  <c:v>6.0626142253521129</c:v>
                </c:pt>
                <c:pt idx="9062">
                  <c:v>6.068721126760563</c:v>
                </c:pt>
                <c:pt idx="9063">
                  <c:v>6.0733077464788732</c:v>
                </c:pt>
                <c:pt idx="9064">
                  <c:v>6.0733345070422535</c:v>
                </c:pt>
                <c:pt idx="9065">
                  <c:v>6.0693439436619716</c:v>
                </c:pt>
                <c:pt idx="9066">
                  <c:v>6.0674583098591546</c:v>
                </c:pt>
                <c:pt idx="9067">
                  <c:v>6.0697065492957742</c:v>
                </c:pt>
                <c:pt idx="9068">
                  <c:v>6.0781619718309861</c:v>
                </c:pt>
                <c:pt idx="9069">
                  <c:v>6.0823499999999999</c:v>
                </c:pt>
                <c:pt idx="9070">
                  <c:v>6.0747169014084506</c:v>
                </c:pt>
                <c:pt idx="9071">
                  <c:v>6.0637307746478877</c:v>
                </c:pt>
                <c:pt idx="9072">
                  <c:v>6.0629965492957743</c:v>
                </c:pt>
                <c:pt idx="9073">
                  <c:v>6.0667131690140845</c:v>
                </c:pt>
                <c:pt idx="9074">
                  <c:v>6.0681105633802819</c:v>
                </c:pt>
                <c:pt idx="9075">
                  <c:v>6.0641076056338026</c:v>
                </c:pt>
                <c:pt idx="9076">
                  <c:v>6.058561126760563</c:v>
                </c:pt>
                <c:pt idx="9077">
                  <c:v>6.0610071126760561</c:v>
                </c:pt>
                <c:pt idx="9078">
                  <c:v>6.0645482394366201</c:v>
                </c:pt>
                <c:pt idx="9079">
                  <c:v>6.065928732394366</c:v>
                </c:pt>
                <c:pt idx="9080">
                  <c:v>6.0668576056338024</c:v>
                </c:pt>
                <c:pt idx="9081">
                  <c:v>6.0633203521126759</c:v>
                </c:pt>
                <c:pt idx="9082">
                  <c:v>6.0629185915492956</c:v>
                </c:pt>
                <c:pt idx="9083">
                  <c:v>6.0688849295774645</c:v>
                </c:pt>
                <c:pt idx="9084">
                  <c:v>6.0749964788732393</c:v>
                </c:pt>
                <c:pt idx="9085">
                  <c:v>6.0783429577464787</c:v>
                </c:pt>
                <c:pt idx="9086">
                  <c:v>6.0789161971830987</c:v>
                </c:pt>
                <c:pt idx="9087">
                  <c:v>6.0774781690140847</c:v>
                </c:pt>
                <c:pt idx="9088">
                  <c:v>6.0756598591549293</c:v>
                </c:pt>
                <c:pt idx="9089">
                  <c:v>6.079466901408451</c:v>
                </c:pt>
                <c:pt idx="9090">
                  <c:v>6.0889809859154926</c:v>
                </c:pt>
                <c:pt idx="9091">
                  <c:v>6.092004929577465</c:v>
                </c:pt>
                <c:pt idx="9092">
                  <c:v>6.0888852112676055</c:v>
                </c:pt>
                <c:pt idx="9093">
                  <c:v>6.0837007042253521</c:v>
                </c:pt>
                <c:pt idx="9094">
                  <c:v>6.0775492957746478</c:v>
                </c:pt>
                <c:pt idx="9095">
                  <c:v>6.0794943661971832</c:v>
                </c:pt>
                <c:pt idx="9096">
                  <c:v>6.0774007042253517</c:v>
                </c:pt>
                <c:pt idx="9097">
                  <c:v>6.0662292957746482</c:v>
                </c:pt>
                <c:pt idx="9098">
                  <c:v>6.057929295774648</c:v>
                </c:pt>
                <c:pt idx="9099">
                  <c:v>6.0517224647887327</c:v>
                </c:pt>
                <c:pt idx="9100">
                  <c:v>6.0504224647887321</c:v>
                </c:pt>
                <c:pt idx="9101">
                  <c:v>6.0526546478873238</c:v>
                </c:pt>
                <c:pt idx="9102">
                  <c:v>6.0550492957746478</c:v>
                </c:pt>
                <c:pt idx="9103">
                  <c:v>6.0578286619718309</c:v>
                </c:pt>
                <c:pt idx="9104">
                  <c:v>6.0584223943661968</c:v>
                </c:pt>
                <c:pt idx="9105">
                  <c:v>6.0522298591549299</c:v>
                </c:pt>
                <c:pt idx="9106">
                  <c:v>6.0469985915492961</c:v>
                </c:pt>
                <c:pt idx="9107">
                  <c:v>6.0524576056338031</c:v>
                </c:pt>
                <c:pt idx="9108">
                  <c:v>6.0592507042253523</c:v>
                </c:pt>
                <c:pt idx="9109">
                  <c:v>6.057547746478873</c:v>
                </c:pt>
                <c:pt idx="9110">
                  <c:v>6.0499462676056339</c:v>
                </c:pt>
                <c:pt idx="9111">
                  <c:v>6.0478890140845074</c:v>
                </c:pt>
                <c:pt idx="9112">
                  <c:v>6.0553333802816898</c:v>
                </c:pt>
                <c:pt idx="9113">
                  <c:v>6.0601248591549295</c:v>
                </c:pt>
                <c:pt idx="9114">
                  <c:v>6.0645017605633802</c:v>
                </c:pt>
                <c:pt idx="9115">
                  <c:v>6.0627209859154929</c:v>
                </c:pt>
                <c:pt idx="9116">
                  <c:v>6.0570197887323944</c:v>
                </c:pt>
                <c:pt idx="9117">
                  <c:v>6.0572921830985917</c:v>
                </c:pt>
                <c:pt idx="9118">
                  <c:v>6.0656154225352115</c:v>
                </c:pt>
                <c:pt idx="9119">
                  <c:v>6.066219929577465</c:v>
                </c:pt>
                <c:pt idx="9120">
                  <c:v>6.0666600704225351</c:v>
                </c:pt>
                <c:pt idx="9121">
                  <c:v>6.0672928169014089</c:v>
                </c:pt>
                <c:pt idx="9122">
                  <c:v>6.0700813380281691</c:v>
                </c:pt>
                <c:pt idx="9123">
                  <c:v>6.0689299999999999</c:v>
                </c:pt>
                <c:pt idx="9124">
                  <c:v>6.0640507042253518</c:v>
                </c:pt>
                <c:pt idx="9125">
                  <c:v>6.0600145774647887</c:v>
                </c:pt>
                <c:pt idx="9126">
                  <c:v>6.0535625352112676</c:v>
                </c:pt>
                <c:pt idx="9127">
                  <c:v>6.0528448591549298</c:v>
                </c:pt>
                <c:pt idx="9128">
                  <c:v>6.0518678169014084</c:v>
                </c:pt>
                <c:pt idx="9129">
                  <c:v>6.0511403521126761</c:v>
                </c:pt>
                <c:pt idx="9130">
                  <c:v>6.0557057746478877</c:v>
                </c:pt>
                <c:pt idx="9131">
                  <c:v>6.0663604225352117</c:v>
                </c:pt>
                <c:pt idx="9132">
                  <c:v>6.0747676056338031</c:v>
                </c:pt>
                <c:pt idx="9133">
                  <c:v>6.0768309859154925</c:v>
                </c:pt>
                <c:pt idx="9134">
                  <c:v>6.072074647887324</c:v>
                </c:pt>
                <c:pt idx="9135">
                  <c:v>6.0651988028169015</c:v>
                </c:pt>
                <c:pt idx="9136">
                  <c:v>6.06032338028169</c:v>
                </c:pt>
                <c:pt idx="9137">
                  <c:v>6.0570939436619717</c:v>
                </c:pt>
                <c:pt idx="9138">
                  <c:v>6.0603400000000001</c:v>
                </c:pt>
                <c:pt idx="9139">
                  <c:v>6.0602478873239436</c:v>
                </c:pt>
                <c:pt idx="9140">
                  <c:v>6.05932176056338</c:v>
                </c:pt>
                <c:pt idx="9141">
                  <c:v>6.0611902112676059</c:v>
                </c:pt>
                <c:pt idx="9142">
                  <c:v>6.0646769014084505</c:v>
                </c:pt>
                <c:pt idx="9143">
                  <c:v>6.0668151408450708</c:v>
                </c:pt>
                <c:pt idx="9144">
                  <c:v>6.0623943661971831</c:v>
                </c:pt>
                <c:pt idx="9145">
                  <c:v>6.0580666197183097</c:v>
                </c:pt>
                <c:pt idx="9146">
                  <c:v>6.0643993661971827</c:v>
                </c:pt>
                <c:pt idx="9147">
                  <c:v>6.0689165492957748</c:v>
                </c:pt>
                <c:pt idx="9148">
                  <c:v>6.0629990140845074</c:v>
                </c:pt>
                <c:pt idx="9149">
                  <c:v>6.0636509859154932</c:v>
                </c:pt>
                <c:pt idx="9150">
                  <c:v>6.0721373239436618</c:v>
                </c:pt>
                <c:pt idx="9151">
                  <c:v>6.0756521126760568</c:v>
                </c:pt>
                <c:pt idx="9152">
                  <c:v>6.0742190140845072</c:v>
                </c:pt>
                <c:pt idx="9153">
                  <c:v>6.0684730281690138</c:v>
                </c:pt>
                <c:pt idx="9154">
                  <c:v>6.0635559154929579</c:v>
                </c:pt>
                <c:pt idx="9155">
                  <c:v>6.0591347887323943</c:v>
                </c:pt>
                <c:pt idx="9156">
                  <c:v>6.0600467605633801</c:v>
                </c:pt>
                <c:pt idx="9157">
                  <c:v>6.0680207042253524</c:v>
                </c:pt>
                <c:pt idx="9158">
                  <c:v>6.0800943661971827</c:v>
                </c:pt>
                <c:pt idx="9159">
                  <c:v>6.0810288732394362</c:v>
                </c:pt>
                <c:pt idx="9160">
                  <c:v>6.0697711267605632</c:v>
                </c:pt>
                <c:pt idx="9161">
                  <c:v>6.0610233802816902</c:v>
                </c:pt>
                <c:pt idx="9162">
                  <c:v>6.0591271830985916</c:v>
                </c:pt>
                <c:pt idx="9163">
                  <c:v>6.0658825352112675</c:v>
                </c:pt>
                <c:pt idx="9164">
                  <c:v>6.0645901408450706</c:v>
                </c:pt>
                <c:pt idx="9165">
                  <c:v>6.0576404929577468</c:v>
                </c:pt>
                <c:pt idx="9166">
                  <c:v>6.0568773239436622</c:v>
                </c:pt>
                <c:pt idx="9167">
                  <c:v>6.0494421830985914</c:v>
                </c:pt>
                <c:pt idx="9168">
                  <c:v>6.0376643661971832</c:v>
                </c:pt>
                <c:pt idx="9169">
                  <c:v>6.0351631690140843</c:v>
                </c:pt>
                <c:pt idx="9170">
                  <c:v>6.0343666901408453</c:v>
                </c:pt>
                <c:pt idx="9171">
                  <c:v>6.0379220422535207</c:v>
                </c:pt>
                <c:pt idx="9172">
                  <c:v>6.0508283802816898</c:v>
                </c:pt>
                <c:pt idx="9173">
                  <c:v>6.0616095774647887</c:v>
                </c:pt>
                <c:pt idx="9174">
                  <c:v>6.0661391549295773</c:v>
                </c:pt>
                <c:pt idx="9175">
                  <c:v>6.0654292957746483</c:v>
                </c:pt>
                <c:pt idx="9176">
                  <c:v>6.0596223239436622</c:v>
                </c:pt>
                <c:pt idx="9177">
                  <c:v>6.0575456338028166</c:v>
                </c:pt>
                <c:pt idx="9178">
                  <c:v>6.0643851408450704</c:v>
                </c:pt>
                <c:pt idx="9179">
                  <c:v>6.0692468309859153</c:v>
                </c:pt>
                <c:pt idx="9180">
                  <c:v>6.0732323943661974</c:v>
                </c:pt>
                <c:pt idx="9181">
                  <c:v>6.0744119718309859</c:v>
                </c:pt>
                <c:pt idx="9182">
                  <c:v>6.0755450704225353</c:v>
                </c:pt>
                <c:pt idx="9183">
                  <c:v>6.0746929577464792</c:v>
                </c:pt>
                <c:pt idx="9184">
                  <c:v>6.0701787323943659</c:v>
                </c:pt>
                <c:pt idx="9185">
                  <c:v>6.0710661971830984</c:v>
                </c:pt>
                <c:pt idx="9186">
                  <c:v>6.072430985915493</c:v>
                </c:pt>
                <c:pt idx="9187">
                  <c:v>6.0662206338028168</c:v>
                </c:pt>
                <c:pt idx="9188">
                  <c:v>6.058673873239437</c:v>
                </c:pt>
                <c:pt idx="9189">
                  <c:v>6.0592443661971833</c:v>
                </c:pt>
                <c:pt idx="9190">
                  <c:v>6.0657226760563381</c:v>
                </c:pt>
                <c:pt idx="9191">
                  <c:v>6.0688731690140845</c:v>
                </c:pt>
                <c:pt idx="9192">
                  <c:v>6.0723978873239437</c:v>
                </c:pt>
                <c:pt idx="9193">
                  <c:v>6.0764330985915489</c:v>
                </c:pt>
                <c:pt idx="9194">
                  <c:v>6.0693062676056337</c:v>
                </c:pt>
                <c:pt idx="9195">
                  <c:v>6.0606736619718307</c:v>
                </c:pt>
                <c:pt idx="9196">
                  <c:v>6.0610320422535215</c:v>
                </c:pt>
                <c:pt idx="9197">
                  <c:v>6.0687284507042252</c:v>
                </c:pt>
                <c:pt idx="9198">
                  <c:v>6.0688209859154929</c:v>
                </c:pt>
                <c:pt idx="9199">
                  <c:v>6.0641664084507045</c:v>
                </c:pt>
                <c:pt idx="9200">
                  <c:v>6.0582140845070427</c:v>
                </c:pt>
                <c:pt idx="9201">
                  <c:v>6.0496699295774645</c:v>
                </c:pt>
                <c:pt idx="9202">
                  <c:v>6.0477170422535211</c:v>
                </c:pt>
                <c:pt idx="9203">
                  <c:v>6.054271338028169</c:v>
                </c:pt>
                <c:pt idx="9204">
                  <c:v>6.0610288732394366</c:v>
                </c:pt>
                <c:pt idx="9205">
                  <c:v>6.0644237323943662</c:v>
                </c:pt>
                <c:pt idx="9206">
                  <c:v>6.0635701408450702</c:v>
                </c:pt>
                <c:pt idx="9207">
                  <c:v>6.067895563380282</c:v>
                </c:pt>
                <c:pt idx="9208">
                  <c:v>6.0732816901408455</c:v>
                </c:pt>
                <c:pt idx="9209">
                  <c:v>6.0725746478873237</c:v>
                </c:pt>
                <c:pt idx="9210">
                  <c:v>6.0723563380281691</c:v>
                </c:pt>
                <c:pt idx="9211">
                  <c:v>6.0681246478873243</c:v>
                </c:pt>
                <c:pt idx="9212">
                  <c:v>6.0645340845070423</c:v>
                </c:pt>
                <c:pt idx="9213">
                  <c:v>6.0647628873239441</c:v>
                </c:pt>
                <c:pt idx="9214">
                  <c:v>6.069048732394366</c:v>
                </c:pt>
                <c:pt idx="9215">
                  <c:v>6.0750950704225355</c:v>
                </c:pt>
                <c:pt idx="9216">
                  <c:v>6.0774190140845068</c:v>
                </c:pt>
                <c:pt idx="9217">
                  <c:v>6.0763936619718306</c:v>
                </c:pt>
                <c:pt idx="9218">
                  <c:v>6.077477464788732</c:v>
                </c:pt>
                <c:pt idx="9219">
                  <c:v>6.0779654929577465</c:v>
                </c:pt>
                <c:pt idx="9220">
                  <c:v>6.0729809859154926</c:v>
                </c:pt>
                <c:pt idx="9221">
                  <c:v>6.0703888028169013</c:v>
                </c:pt>
                <c:pt idx="9222">
                  <c:v>6.0662644366197185</c:v>
                </c:pt>
                <c:pt idx="9223">
                  <c:v>6.0674049999999999</c:v>
                </c:pt>
                <c:pt idx="9224">
                  <c:v>6.0653549295774649</c:v>
                </c:pt>
                <c:pt idx="9225">
                  <c:v>6.0641914788732398</c:v>
                </c:pt>
                <c:pt idx="9226">
                  <c:v>6.0595462676056338</c:v>
                </c:pt>
                <c:pt idx="9227">
                  <c:v>6.0541392957746476</c:v>
                </c:pt>
                <c:pt idx="9228">
                  <c:v>6.0516788732394362</c:v>
                </c:pt>
                <c:pt idx="9229">
                  <c:v>6.0520159859154932</c:v>
                </c:pt>
                <c:pt idx="9230">
                  <c:v>6.0529059154929579</c:v>
                </c:pt>
                <c:pt idx="9231">
                  <c:v>6.0576376760563377</c:v>
                </c:pt>
                <c:pt idx="9232">
                  <c:v>6.060175352112676</c:v>
                </c:pt>
                <c:pt idx="9233">
                  <c:v>6.0613754225352112</c:v>
                </c:pt>
                <c:pt idx="9234">
                  <c:v>6.0599847887323941</c:v>
                </c:pt>
                <c:pt idx="9235">
                  <c:v>6.0532610563380285</c:v>
                </c:pt>
                <c:pt idx="9236">
                  <c:v>6.0492954929577465</c:v>
                </c:pt>
                <c:pt idx="9237">
                  <c:v>6.0492277464788735</c:v>
                </c:pt>
                <c:pt idx="9238">
                  <c:v>6.049665352112676</c:v>
                </c:pt>
                <c:pt idx="9239">
                  <c:v>6.0511993661971832</c:v>
                </c:pt>
                <c:pt idx="9240">
                  <c:v>6.04374323943662</c:v>
                </c:pt>
                <c:pt idx="9241">
                  <c:v>6.041773802816901</c:v>
                </c:pt>
                <c:pt idx="9242">
                  <c:v>6.0497792957746475</c:v>
                </c:pt>
                <c:pt idx="9243">
                  <c:v>6.0605182394366199</c:v>
                </c:pt>
                <c:pt idx="9244">
                  <c:v>6.0682779577464787</c:v>
                </c:pt>
                <c:pt idx="9245">
                  <c:v>6.0685762676056338</c:v>
                </c:pt>
                <c:pt idx="9246">
                  <c:v>6.0627542957746483</c:v>
                </c:pt>
                <c:pt idx="9247">
                  <c:v>6.0566339436619714</c:v>
                </c:pt>
                <c:pt idx="9248">
                  <c:v>6.0600833802816902</c:v>
                </c:pt>
                <c:pt idx="9249">
                  <c:v>6.0640926760563376</c:v>
                </c:pt>
                <c:pt idx="9250">
                  <c:v>6.0648992957746479</c:v>
                </c:pt>
                <c:pt idx="9251">
                  <c:v>6.0672835915492955</c:v>
                </c:pt>
                <c:pt idx="9252">
                  <c:v>6.0676461971830982</c:v>
                </c:pt>
                <c:pt idx="9253">
                  <c:v>6.0634636619718307</c:v>
                </c:pt>
                <c:pt idx="9254">
                  <c:v>6.0653897183098593</c:v>
                </c:pt>
                <c:pt idx="9255">
                  <c:v>6.0671907042253519</c:v>
                </c:pt>
                <c:pt idx="9256">
                  <c:v>6.0690649295774648</c:v>
                </c:pt>
                <c:pt idx="9257">
                  <c:v>6.0641788732394364</c:v>
                </c:pt>
                <c:pt idx="9258">
                  <c:v>6.062042323943662</c:v>
                </c:pt>
                <c:pt idx="9259">
                  <c:v>6.0634717605633801</c:v>
                </c:pt>
                <c:pt idx="9260">
                  <c:v>6.0648208450704226</c:v>
                </c:pt>
                <c:pt idx="9261">
                  <c:v>6.066487394366197</c:v>
                </c:pt>
                <c:pt idx="9262">
                  <c:v>6.0695185915492962</c:v>
                </c:pt>
                <c:pt idx="9263">
                  <c:v>6.0671102112676056</c:v>
                </c:pt>
                <c:pt idx="9264">
                  <c:v>6.0665854225352112</c:v>
                </c:pt>
                <c:pt idx="9265">
                  <c:v>6.0664421126760564</c:v>
                </c:pt>
                <c:pt idx="9266">
                  <c:v>6.0622797183098589</c:v>
                </c:pt>
                <c:pt idx="9267">
                  <c:v>6.0618291549295771</c:v>
                </c:pt>
                <c:pt idx="9268">
                  <c:v>6.0663533098591547</c:v>
                </c:pt>
                <c:pt idx="9269">
                  <c:v>6.0608166197183095</c:v>
                </c:pt>
                <c:pt idx="9270">
                  <c:v>6.0471345070422533</c:v>
                </c:pt>
                <c:pt idx="9271">
                  <c:v>6.044729929577465</c:v>
                </c:pt>
                <c:pt idx="9272">
                  <c:v>6.0518423943661972</c:v>
                </c:pt>
                <c:pt idx="9273">
                  <c:v>6.0605797887323947</c:v>
                </c:pt>
                <c:pt idx="9274">
                  <c:v>6.0647735915492955</c:v>
                </c:pt>
                <c:pt idx="9275">
                  <c:v>6.0642949295774651</c:v>
                </c:pt>
                <c:pt idx="9276">
                  <c:v>6.0672983802816898</c:v>
                </c:pt>
                <c:pt idx="9277">
                  <c:v>6.0702128169014085</c:v>
                </c:pt>
                <c:pt idx="9278">
                  <c:v>6.0784943661971829</c:v>
                </c:pt>
                <c:pt idx="9279">
                  <c:v>6.0832964788732395</c:v>
                </c:pt>
                <c:pt idx="9280">
                  <c:v>6.0786323943661973</c:v>
                </c:pt>
                <c:pt idx="9281">
                  <c:v>6.0712922535211264</c:v>
                </c:pt>
                <c:pt idx="9282">
                  <c:v>6.0673454225352117</c:v>
                </c:pt>
                <c:pt idx="9283">
                  <c:v>6.0724091549295771</c:v>
                </c:pt>
                <c:pt idx="9284">
                  <c:v>6.07191338028169</c:v>
                </c:pt>
                <c:pt idx="9285">
                  <c:v>6.0620226760563378</c:v>
                </c:pt>
                <c:pt idx="9286">
                  <c:v>6.0581319014084505</c:v>
                </c:pt>
                <c:pt idx="9287">
                  <c:v>6.0607870422535211</c:v>
                </c:pt>
                <c:pt idx="9288">
                  <c:v>6.0645428873239435</c:v>
                </c:pt>
                <c:pt idx="9289">
                  <c:v>6.0674828873239433</c:v>
                </c:pt>
                <c:pt idx="9290">
                  <c:v>6.0673838732394367</c:v>
                </c:pt>
                <c:pt idx="9291">
                  <c:v>6.0614949999999999</c:v>
                </c:pt>
                <c:pt idx="9292">
                  <c:v>6.0615616197183098</c:v>
                </c:pt>
                <c:pt idx="9293">
                  <c:v>6.065929295774648</c:v>
                </c:pt>
                <c:pt idx="9294">
                  <c:v>6.0694663380281693</c:v>
                </c:pt>
                <c:pt idx="9295">
                  <c:v>6.0701147887323943</c:v>
                </c:pt>
                <c:pt idx="9296">
                  <c:v>6.0645440140845075</c:v>
                </c:pt>
                <c:pt idx="9297">
                  <c:v>6.061356338028169</c:v>
                </c:pt>
                <c:pt idx="9298">
                  <c:v>6.060350633802817</c:v>
                </c:pt>
                <c:pt idx="9299">
                  <c:v>6.0588583098591551</c:v>
                </c:pt>
                <c:pt idx="9300">
                  <c:v>6.0598581690140847</c:v>
                </c:pt>
                <c:pt idx="9301">
                  <c:v>6.0616935915492958</c:v>
                </c:pt>
                <c:pt idx="9302">
                  <c:v>6.0620373239436622</c:v>
                </c:pt>
                <c:pt idx="9303">
                  <c:v>6.0653495070422538</c:v>
                </c:pt>
                <c:pt idx="9304">
                  <c:v>6.0703985915492957</c:v>
                </c:pt>
                <c:pt idx="9305">
                  <c:v>6.0735056338028173</c:v>
                </c:pt>
                <c:pt idx="9306">
                  <c:v>6.0682288732394367</c:v>
                </c:pt>
                <c:pt idx="9307">
                  <c:v>6.0672998591549296</c:v>
                </c:pt>
                <c:pt idx="9308">
                  <c:v>6.0658115492957743</c:v>
                </c:pt>
                <c:pt idx="9309">
                  <c:v>6.0591964084507044</c:v>
                </c:pt>
                <c:pt idx="9310">
                  <c:v>6.0564986619718306</c:v>
                </c:pt>
                <c:pt idx="9311">
                  <c:v>6.056272323943662</c:v>
                </c:pt>
                <c:pt idx="9312">
                  <c:v>6.0590607042253524</c:v>
                </c:pt>
                <c:pt idx="9313">
                  <c:v>6.0687363380281694</c:v>
                </c:pt>
                <c:pt idx="9314">
                  <c:v>6.0782176056338031</c:v>
                </c:pt>
                <c:pt idx="9315">
                  <c:v>6.0784105633802819</c:v>
                </c:pt>
                <c:pt idx="9316">
                  <c:v>6.0722598591549293</c:v>
                </c:pt>
                <c:pt idx="9317">
                  <c:v>6.07403661971831</c:v>
                </c:pt>
                <c:pt idx="9318">
                  <c:v>6.0679525352112673</c:v>
                </c:pt>
                <c:pt idx="9319">
                  <c:v>6.0637065492957749</c:v>
                </c:pt>
                <c:pt idx="9320">
                  <c:v>6.0683040845070426</c:v>
                </c:pt>
                <c:pt idx="9321">
                  <c:v>6.071377464788732</c:v>
                </c:pt>
                <c:pt idx="9322">
                  <c:v>6.0677147183098592</c:v>
                </c:pt>
                <c:pt idx="9323">
                  <c:v>6.0592313380281686</c:v>
                </c:pt>
                <c:pt idx="9324">
                  <c:v>6.0591738732394367</c:v>
                </c:pt>
                <c:pt idx="9325">
                  <c:v>6.0641102112676055</c:v>
                </c:pt>
                <c:pt idx="9326">
                  <c:v>6.0646780985915489</c:v>
                </c:pt>
                <c:pt idx="9327">
                  <c:v>6.063540985915493</c:v>
                </c:pt>
                <c:pt idx="9328">
                  <c:v>6.066095774647887</c:v>
                </c:pt>
                <c:pt idx="9329">
                  <c:v>6.0710436619718307</c:v>
                </c:pt>
                <c:pt idx="9330">
                  <c:v>6.0755091549295779</c:v>
                </c:pt>
                <c:pt idx="9331">
                  <c:v>6.0863077464788731</c:v>
                </c:pt>
                <c:pt idx="9332">
                  <c:v>6.0912288732394364</c:v>
                </c:pt>
                <c:pt idx="9333">
                  <c:v>6.0891471830985919</c:v>
                </c:pt>
                <c:pt idx="9334">
                  <c:v>6.0871774647887325</c:v>
                </c:pt>
                <c:pt idx="9335">
                  <c:v>6.0919443661971835</c:v>
                </c:pt>
                <c:pt idx="9336">
                  <c:v>6.102530985915493</c:v>
                </c:pt>
                <c:pt idx="9337">
                  <c:v>6.1131950704225355</c:v>
                </c:pt>
                <c:pt idx="9338">
                  <c:v>6.123314084507042</c:v>
                </c:pt>
                <c:pt idx="9339">
                  <c:v>6.1299309859154931</c:v>
                </c:pt>
                <c:pt idx="9340">
                  <c:v>6.1335007042253524</c:v>
                </c:pt>
                <c:pt idx="9341">
                  <c:v>6.1283274647887325</c:v>
                </c:pt>
                <c:pt idx="9342">
                  <c:v>6.1254436619718309</c:v>
                </c:pt>
                <c:pt idx="9343">
                  <c:v>6.1242612676056334</c:v>
                </c:pt>
                <c:pt idx="9344">
                  <c:v>6.1224478873239434</c:v>
                </c:pt>
                <c:pt idx="9345">
                  <c:v>6.1240725352112673</c:v>
                </c:pt>
                <c:pt idx="9346">
                  <c:v>6.1192852112676057</c:v>
                </c:pt>
                <c:pt idx="9347">
                  <c:v>6.1076661971830983</c:v>
                </c:pt>
                <c:pt idx="9348">
                  <c:v>6.1014788732394365</c:v>
                </c:pt>
                <c:pt idx="9349">
                  <c:v>6.1023112676056339</c:v>
                </c:pt>
                <c:pt idx="9350">
                  <c:v>6.0985126760563384</c:v>
                </c:pt>
                <c:pt idx="9351">
                  <c:v>6.0928035211267604</c:v>
                </c:pt>
                <c:pt idx="9352">
                  <c:v>6.090830281690141</c:v>
                </c:pt>
                <c:pt idx="9353">
                  <c:v>6.0885556338028168</c:v>
                </c:pt>
                <c:pt idx="9354">
                  <c:v>6.0859309859154926</c:v>
                </c:pt>
                <c:pt idx="9355">
                  <c:v>6.0770380281690137</c:v>
                </c:pt>
                <c:pt idx="9356">
                  <c:v>6.0669480985915492</c:v>
                </c:pt>
                <c:pt idx="9357">
                  <c:v>6.0609737323943662</c:v>
                </c:pt>
                <c:pt idx="9358">
                  <c:v>6.0627533802816904</c:v>
                </c:pt>
                <c:pt idx="9359">
                  <c:v>6.0672719718309862</c:v>
                </c:pt>
                <c:pt idx="9360">
                  <c:v>6.0647181690140846</c:v>
                </c:pt>
                <c:pt idx="9361">
                  <c:v>6.0665063380281694</c:v>
                </c:pt>
                <c:pt idx="9362">
                  <c:v>6.0719267605633807</c:v>
                </c:pt>
                <c:pt idx="9363">
                  <c:v>6.0733316901408454</c:v>
                </c:pt>
                <c:pt idx="9364">
                  <c:v>6.0743260563380286</c:v>
                </c:pt>
                <c:pt idx="9365">
                  <c:v>6.0752809859154926</c:v>
                </c:pt>
                <c:pt idx="9366">
                  <c:v>6.0739035211267609</c:v>
                </c:pt>
                <c:pt idx="9367">
                  <c:v>6.0738500000000002</c:v>
                </c:pt>
                <c:pt idx="9368">
                  <c:v>6.0712105633802818</c:v>
                </c:pt>
                <c:pt idx="9369">
                  <c:v>6.0660680985915496</c:v>
                </c:pt>
                <c:pt idx="9370">
                  <c:v>6.0623226056338027</c:v>
                </c:pt>
                <c:pt idx="9371">
                  <c:v>6.06160161971831</c:v>
                </c:pt>
                <c:pt idx="9372">
                  <c:v>6.0627652816901412</c:v>
                </c:pt>
                <c:pt idx="9373">
                  <c:v>6.0635347183098594</c:v>
                </c:pt>
                <c:pt idx="9374">
                  <c:v>6.0677676056338026</c:v>
                </c:pt>
                <c:pt idx="9375">
                  <c:v>6.0712070422535209</c:v>
                </c:pt>
                <c:pt idx="9376">
                  <c:v>6.0692592957746481</c:v>
                </c:pt>
                <c:pt idx="9377">
                  <c:v>6.0709612676056341</c:v>
                </c:pt>
                <c:pt idx="9378">
                  <c:v>6.0745633802816901</c:v>
                </c:pt>
                <c:pt idx="9379">
                  <c:v>6.0761795774647887</c:v>
                </c:pt>
                <c:pt idx="9380">
                  <c:v>6.0643040845070422</c:v>
                </c:pt>
                <c:pt idx="9381">
                  <c:v>6.0589037323943664</c:v>
                </c:pt>
                <c:pt idx="9382">
                  <c:v>6.058329295774648</c:v>
                </c:pt>
                <c:pt idx="9383">
                  <c:v>6.0528070422535212</c:v>
                </c:pt>
                <c:pt idx="9384">
                  <c:v>6.0544750000000001</c:v>
                </c:pt>
                <c:pt idx="9385">
                  <c:v>6.0583000704225354</c:v>
                </c:pt>
                <c:pt idx="9386">
                  <c:v>6.0542069718309861</c:v>
                </c:pt>
                <c:pt idx="9387">
                  <c:v>6.0536000704225348</c:v>
                </c:pt>
                <c:pt idx="9388">
                  <c:v>6.0576169014084504</c:v>
                </c:pt>
                <c:pt idx="9389">
                  <c:v>6.0548648591549297</c:v>
                </c:pt>
                <c:pt idx="9390">
                  <c:v>6.0513119718309856</c:v>
                </c:pt>
                <c:pt idx="9391">
                  <c:v>6.0572557746478877</c:v>
                </c:pt>
                <c:pt idx="9392">
                  <c:v>6.068044507042254</c:v>
                </c:pt>
                <c:pt idx="9393">
                  <c:v>6.0750859154929575</c:v>
                </c:pt>
                <c:pt idx="9394">
                  <c:v>6.0794499999999996</c:v>
                </c:pt>
                <c:pt idx="9395">
                  <c:v>6.0789176056338032</c:v>
                </c:pt>
                <c:pt idx="9396">
                  <c:v>6.0764873239436623</c:v>
                </c:pt>
                <c:pt idx="9397">
                  <c:v>6.0700228169014085</c:v>
                </c:pt>
                <c:pt idx="9398">
                  <c:v>6.0700735211267602</c:v>
                </c:pt>
                <c:pt idx="9399">
                  <c:v>6.0726908450704222</c:v>
                </c:pt>
                <c:pt idx="9400">
                  <c:v>6.0779619718309856</c:v>
                </c:pt>
                <c:pt idx="9401">
                  <c:v>6.0748908450704224</c:v>
                </c:pt>
                <c:pt idx="9402">
                  <c:v>6.0687742957746478</c:v>
                </c:pt>
                <c:pt idx="9403">
                  <c:v>6.0669845774647886</c:v>
                </c:pt>
                <c:pt idx="9404">
                  <c:v>6.0655330985915494</c:v>
                </c:pt>
                <c:pt idx="9405">
                  <c:v>6.059584577464789</c:v>
                </c:pt>
                <c:pt idx="9406">
                  <c:v>6.0544525352112677</c:v>
                </c:pt>
                <c:pt idx="9407">
                  <c:v>6.0560671830985919</c:v>
                </c:pt>
                <c:pt idx="9408">
                  <c:v>6.0603680985915496</c:v>
                </c:pt>
                <c:pt idx="9409">
                  <c:v>6.064497253521127</c:v>
                </c:pt>
                <c:pt idx="9410">
                  <c:v>6.0621179577464792</c:v>
                </c:pt>
                <c:pt idx="9411">
                  <c:v>6.0611942253521125</c:v>
                </c:pt>
                <c:pt idx="9412">
                  <c:v>6.0579319718309863</c:v>
                </c:pt>
                <c:pt idx="9413">
                  <c:v>6.0548201408450701</c:v>
                </c:pt>
                <c:pt idx="9414">
                  <c:v>6.0564517605633803</c:v>
                </c:pt>
                <c:pt idx="9415">
                  <c:v>6.0623240140845072</c:v>
                </c:pt>
                <c:pt idx="9416">
                  <c:v>6.0670228169014084</c:v>
                </c:pt>
                <c:pt idx="9417">
                  <c:v>6.0703273943661973</c:v>
                </c:pt>
                <c:pt idx="9418">
                  <c:v>6.0660749999999997</c:v>
                </c:pt>
                <c:pt idx="9419">
                  <c:v>6.0609358450704223</c:v>
                </c:pt>
                <c:pt idx="9420">
                  <c:v>6.0565761971830989</c:v>
                </c:pt>
                <c:pt idx="9421">
                  <c:v>6.0580064788732395</c:v>
                </c:pt>
                <c:pt idx="9422">
                  <c:v>6.0611816901408453</c:v>
                </c:pt>
                <c:pt idx="9423">
                  <c:v>6.0644019014084503</c:v>
                </c:pt>
                <c:pt idx="9424">
                  <c:v>6.0664472535211269</c:v>
                </c:pt>
                <c:pt idx="9425">
                  <c:v>6.0617498591549293</c:v>
                </c:pt>
                <c:pt idx="9426">
                  <c:v>6.0521440845070424</c:v>
                </c:pt>
                <c:pt idx="9427">
                  <c:v>6.0554571126760566</c:v>
                </c:pt>
                <c:pt idx="9428">
                  <c:v>6.055942887323944</c:v>
                </c:pt>
                <c:pt idx="9429">
                  <c:v>6.0550195774647886</c:v>
                </c:pt>
                <c:pt idx="9430">
                  <c:v>6.0477081690140846</c:v>
                </c:pt>
                <c:pt idx="9431">
                  <c:v>6.0447261267605636</c:v>
                </c:pt>
                <c:pt idx="9432">
                  <c:v>6.0476533802816901</c:v>
                </c:pt>
                <c:pt idx="9433">
                  <c:v>6.0529007746478873</c:v>
                </c:pt>
                <c:pt idx="9434">
                  <c:v>6.063625</c:v>
                </c:pt>
                <c:pt idx="9435">
                  <c:v>6.0696333802816902</c:v>
                </c:pt>
                <c:pt idx="9436">
                  <c:v>6.0722042253521131</c:v>
                </c:pt>
                <c:pt idx="9437">
                  <c:v>6.0752901408450706</c:v>
                </c:pt>
                <c:pt idx="9438">
                  <c:v>6.0782845070422535</c:v>
                </c:pt>
                <c:pt idx="9439">
                  <c:v>6.0766056338028172</c:v>
                </c:pt>
                <c:pt idx="9440">
                  <c:v>6.0758591549295771</c:v>
                </c:pt>
                <c:pt idx="9441">
                  <c:v>6.080521126760563</c:v>
                </c:pt>
                <c:pt idx="9442">
                  <c:v>6.0819535211267608</c:v>
                </c:pt>
                <c:pt idx="9443">
                  <c:v>6.0802394366197179</c:v>
                </c:pt>
                <c:pt idx="9444">
                  <c:v>6.0771936619718314</c:v>
                </c:pt>
                <c:pt idx="9445">
                  <c:v>6.0762295774647885</c:v>
                </c:pt>
                <c:pt idx="9446">
                  <c:v>6.0817626760563384</c:v>
                </c:pt>
                <c:pt idx="9447">
                  <c:v>6.0854197183098595</c:v>
                </c:pt>
                <c:pt idx="9448">
                  <c:v>6.0869690140845067</c:v>
                </c:pt>
                <c:pt idx="9449">
                  <c:v>6.0785647887323941</c:v>
                </c:pt>
                <c:pt idx="9450">
                  <c:v>6.068021549295775</c:v>
                </c:pt>
                <c:pt idx="9451">
                  <c:v>6.0653783802816905</c:v>
                </c:pt>
                <c:pt idx="9452">
                  <c:v>6.0719147887323945</c:v>
                </c:pt>
                <c:pt idx="9453">
                  <c:v>6.0790140845070422</c:v>
                </c:pt>
                <c:pt idx="9454">
                  <c:v>6.0804816901408447</c:v>
                </c:pt>
                <c:pt idx="9455">
                  <c:v>6.0819056338028172</c:v>
                </c:pt>
                <c:pt idx="9456">
                  <c:v>6.0768908450704222</c:v>
                </c:pt>
                <c:pt idx="9457">
                  <c:v>6.0719457746478875</c:v>
                </c:pt>
                <c:pt idx="9458">
                  <c:v>6.07138661971831</c:v>
                </c:pt>
                <c:pt idx="9459">
                  <c:v>6.0682621126760568</c:v>
                </c:pt>
                <c:pt idx="9460">
                  <c:v>6.0651112676056336</c:v>
                </c:pt>
                <c:pt idx="9461">
                  <c:v>6.0649642957746481</c:v>
                </c:pt>
                <c:pt idx="9462">
                  <c:v>6.0727838028169012</c:v>
                </c:pt>
                <c:pt idx="9463">
                  <c:v>6.0722401408450706</c:v>
                </c:pt>
                <c:pt idx="9464">
                  <c:v>6.0726549295774648</c:v>
                </c:pt>
                <c:pt idx="9465">
                  <c:v>6.0704429577464785</c:v>
                </c:pt>
                <c:pt idx="9466">
                  <c:v>6.0693981690140841</c:v>
                </c:pt>
                <c:pt idx="9467">
                  <c:v>6.0760021126760559</c:v>
                </c:pt>
                <c:pt idx="9468">
                  <c:v>6.0711598591549292</c:v>
                </c:pt>
                <c:pt idx="9469">
                  <c:v>6.0665266197183101</c:v>
                </c:pt>
                <c:pt idx="9470">
                  <c:v>6.0741809859154934</c:v>
                </c:pt>
                <c:pt idx="9471">
                  <c:v>6.0763176056338031</c:v>
                </c:pt>
                <c:pt idx="9472">
                  <c:v>6.0734281690140843</c:v>
                </c:pt>
                <c:pt idx="9473">
                  <c:v>6.0677323943661969</c:v>
                </c:pt>
                <c:pt idx="9474">
                  <c:v>6.0574200704225349</c:v>
                </c:pt>
                <c:pt idx="9475">
                  <c:v>6.0558464788732396</c:v>
                </c:pt>
                <c:pt idx="9476">
                  <c:v>6.0561293661971831</c:v>
                </c:pt>
                <c:pt idx="9477">
                  <c:v>6.0598872535211266</c:v>
                </c:pt>
                <c:pt idx="9478">
                  <c:v>6.0636177464788732</c:v>
                </c:pt>
                <c:pt idx="9479">
                  <c:v>6.0644314084507043</c:v>
                </c:pt>
                <c:pt idx="9480">
                  <c:v>6.0573997887323943</c:v>
                </c:pt>
                <c:pt idx="9481">
                  <c:v>6.0578735211267603</c:v>
                </c:pt>
                <c:pt idx="9482">
                  <c:v>6.0620460563380281</c:v>
                </c:pt>
                <c:pt idx="9483">
                  <c:v>6.0645738028169012</c:v>
                </c:pt>
                <c:pt idx="9484">
                  <c:v>6.0685479577464791</c:v>
                </c:pt>
                <c:pt idx="9485">
                  <c:v>6.0663039436619721</c:v>
                </c:pt>
                <c:pt idx="9486">
                  <c:v>6.0618304929577462</c:v>
                </c:pt>
                <c:pt idx="9487">
                  <c:v>6.0657751408450702</c:v>
                </c:pt>
                <c:pt idx="9488">
                  <c:v>6.0698632394366197</c:v>
                </c:pt>
                <c:pt idx="9489">
                  <c:v>6.0752676056338029</c:v>
                </c:pt>
                <c:pt idx="9490">
                  <c:v>6.0779035211267605</c:v>
                </c:pt>
                <c:pt idx="9491">
                  <c:v>6.0752035211267605</c:v>
                </c:pt>
                <c:pt idx="9492">
                  <c:v>6.068465985915493</c:v>
                </c:pt>
                <c:pt idx="9493">
                  <c:v>6.0650655633802817</c:v>
                </c:pt>
                <c:pt idx="9494">
                  <c:v>6.0603315492957748</c:v>
                </c:pt>
                <c:pt idx="9495">
                  <c:v>6.0536324647887323</c:v>
                </c:pt>
                <c:pt idx="9496">
                  <c:v>6.0551616901408449</c:v>
                </c:pt>
                <c:pt idx="9497">
                  <c:v>6.0595921830985917</c:v>
                </c:pt>
                <c:pt idx="9498">
                  <c:v>6.0620507746478873</c:v>
                </c:pt>
                <c:pt idx="9499">
                  <c:v>6.0553708450704224</c:v>
                </c:pt>
                <c:pt idx="9500">
                  <c:v>6.0518064788732397</c:v>
                </c:pt>
                <c:pt idx="9501">
                  <c:v>6.0547447183098591</c:v>
                </c:pt>
                <c:pt idx="9502">
                  <c:v>6.0565107746478875</c:v>
                </c:pt>
                <c:pt idx="9503">
                  <c:v>6.0655559154929577</c:v>
                </c:pt>
                <c:pt idx="9504">
                  <c:v>6.0773725352112677</c:v>
                </c:pt>
                <c:pt idx="9505">
                  <c:v>6.0840725352112672</c:v>
                </c:pt>
                <c:pt idx="9506">
                  <c:v>6.0817901408450705</c:v>
                </c:pt>
                <c:pt idx="9507">
                  <c:v>6.0712246478873242</c:v>
                </c:pt>
                <c:pt idx="9508">
                  <c:v>6.0660849295774648</c:v>
                </c:pt>
                <c:pt idx="9509">
                  <c:v>6.0709859154929582</c:v>
                </c:pt>
                <c:pt idx="9510">
                  <c:v>6.0736809859154928</c:v>
                </c:pt>
                <c:pt idx="9511">
                  <c:v>6.0782105633802814</c:v>
                </c:pt>
                <c:pt idx="9512">
                  <c:v>6.0726943661971831</c:v>
                </c:pt>
                <c:pt idx="9513">
                  <c:v>6.0701033098591548</c:v>
                </c:pt>
                <c:pt idx="9514">
                  <c:v>6.06629514084507</c:v>
                </c:pt>
                <c:pt idx="9515">
                  <c:v>6.0660649295774647</c:v>
                </c:pt>
                <c:pt idx="9516">
                  <c:v>6.066883309859155</c:v>
                </c:pt>
                <c:pt idx="9517">
                  <c:v>6.0621920422535212</c:v>
                </c:pt>
                <c:pt idx="9518">
                  <c:v>6.0628462676056341</c:v>
                </c:pt>
                <c:pt idx="9519">
                  <c:v>6.0662757042253519</c:v>
                </c:pt>
                <c:pt idx="9520">
                  <c:v>6.0610767605633802</c:v>
                </c:pt>
                <c:pt idx="9521">
                  <c:v>6.0570540845070422</c:v>
                </c:pt>
                <c:pt idx="9522">
                  <c:v>6.0538067605633801</c:v>
                </c:pt>
                <c:pt idx="9523">
                  <c:v>6.0574704225352116</c:v>
                </c:pt>
                <c:pt idx="9524">
                  <c:v>6.0611685915492961</c:v>
                </c:pt>
                <c:pt idx="9525">
                  <c:v>6.0608216901408447</c:v>
                </c:pt>
                <c:pt idx="9526">
                  <c:v>6.054324718309859</c:v>
                </c:pt>
                <c:pt idx="9527">
                  <c:v>6.0538296478873237</c:v>
                </c:pt>
                <c:pt idx="9528">
                  <c:v>6.0631543661971827</c:v>
                </c:pt>
                <c:pt idx="9529">
                  <c:v>6.0653535211267604</c:v>
                </c:pt>
                <c:pt idx="9530">
                  <c:v>6.0691211267605638</c:v>
                </c:pt>
                <c:pt idx="9531">
                  <c:v>6.0679117605633799</c:v>
                </c:pt>
                <c:pt idx="9532">
                  <c:v>6.0638050000000003</c:v>
                </c:pt>
                <c:pt idx="9533">
                  <c:v>6.0615552816901408</c:v>
                </c:pt>
                <c:pt idx="9534">
                  <c:v>6.0648130985915492</c:v>
                </c:pt>
                <c:pt idx="9535">
                  <c:v>6.062831126760563</c:v>
                </c:pt>
                <c:pt idx="9536">
                  <c:v>6.0581405633802818</c:v>
                </c:pt>
                <c:pt idx="9537">
                  <c:v>6.0605054225352113</c:v>
                </c:pt>
                <c:pt idx="9538">
                  <c:v>6.0660943661971833</c:v>
                </c:pt>
                <c:pt idx="9539">
                  <c:v>6.0699471830985914</c:v>
                </c:pt>
                <c:pt idx="9540">
                  <c:v>6.0711887323943659</c:v>
                </c:pt>
                <c:pt idx="9541">
                  <c:v>6.0648598591549296</c:v>
                </c:pt>
                <c:pt idx="9542">
                  <c:v>6.0623195774647884</c:v>
                </c:pt>
                <c:pt idx="9543">
                  <c:v>6.0654633098591546</c:v>
                </c:pt>
                <c:pt idx="9544">
                  <c:v>6.071107746478873</c:v>
                </c:pt>
                <c:pt idx="9545">
                  <c:v>6.073426056338028</c:v>
                </c:pt>
                <c:pt idx="9546">
                  <c:v>6.0732211267605631</c:v>
                </c:pt>
                <c:pt idx="9547">
                  <c:v>6.0734478873239439</c:v>
                </c:pt>
                <c:pt idx="9548">
                  <c:v>6.0793352112676056</c:v>
                </c:pt>
                <c:pt idx="9549">
                  <c:v>6.079318309859155</c:v>
                </c:pt>
                <c:pt idx="9550">
                  <c:v>6.0721014084507043</c:v>
                </c:pt>
                <c:pt idx="9551">
                  <c:v>6.0659611971830989</c:v>
                </c:pt>
                <c:pt idx="9552">
                  <c:v>6.060795422535211</c:v>
                </c:pt>
                <c:pt idx="9553">
                  <c:v>6.0639265492957746</c:v>
                </c:pt>
                <c:pt idx="9554">
                  <c:v>6.0674745774647887</c:v>
                </c:pt>
                <c:pt idx="9555">
                  <c:v>6.0735711267605632</c:v>
                </c:pt>
                <c:pt idx="9556">
                  <c:v>6.0645480281690141</c:v>
                </c:pt>
                <c:pt idx="9557">
                  <c:v>6.0607185211267609</c:v>
                </c:pt>
                <c:pt idx="9558">
                  <c:v>6.0690270422535209</c:v>
                </c:pt>
                <c:pt idx="9559">
                  <c:v>6.0745316901408453</c:v>
                </c:pt>
                <c:pt idx="9560">
                  <c:v>6.0770471830985917</c:v>
                </c:pt>
                <c:pt idx="9561">
                  <c:v>6.0736049295774652</c:v>
                </c:pt>
                <c:pt idx="9562">
                  <c:v>6.0685837323943659</c:v>
                </c:pt>
                <c:pt idx="9563">
                  <c:v>6.065298943661972</c:v>
                </c:pt>
                <c:pt idx="9564">
                  <c:v>6.0709316901408448</c:v>
                </c:pt>
                <c:pt idx="9565">
                  <c:v>6.0708225352112679</c:v>
                </c:pt>
                <c:pt idx="9566">
                  <c:v>6.0626473943661976</c:v>
                </c:pt>
                <c:pt idx="9567">
                  <c:v>6.0585263380281686</c:v>
                </c:pt>
                <c:pt idx="9568">
                  <c:v>6.0591907042253519</c:v>
                </c:pt>
                <c:pt idx="9569">
                  <c:v>6.0619970422535214</c:v>
                </c:pt>
                <c:pt idx="9570">
                  <c:v>6.0657615492957744</c:v>
                </c:pt>
                <c:pt idx="9571">
                  <c:v>6.0739112676056335</c:v>
                </c:pt>
                <c:pt idx="9572">
                  <c:v>6.0770295774647884</c:v>
                </c:pt>
                <c:pt idx="9573">
                  <c:v>6.0729464788732397</c:v>
                </c:pt>
                <c:pt idx="9574">
                  <c:v>6.0699883098591547</c:v>
                </c:pt>
                <c:pt idx="9575">
                  <c:v>6.0669971830985912</c:v>
                </c:pt>
                <c:pt idx="9576">
                  <c:v>6.0647057042253518</c:v>
                </c:pt>
                <c:pt idx="9577">
                  <c:v>6.0601275352112678</c:v>
                </c:pt>
                <c:pt idx="9578">
                  <c:v>6.0593776056338031</c:v>
                </c:pt>
                <c:pt idx="9579">
                  <c:v>6.0601425352112672</c:v>
                </c:pt>
                <c:pt idx="9580">
                  <c:v>6.0622545070422538</c:v>
                </c:pt>
                <c:pt idx="9581">
                  <c:v>6.0601540845070421</c:v>
                </c:pt>
                <c:pt idx="9582">
                  <c:v>6.0562837323943661</c:v>
                </c:pt>
                <c:pt idx="9583">
                  <c:v>6.0597181690140847</c:v>
                </c:pt>
                <c:pt idx="9584">
                  <c:v>6.057393591549296</c:v>
                </c:pt>
                <c:pt idx="9585">
                  <c:v>6.0533573239436622</c:v>
                </c:pt>
                <c:pt idx="9586">
                  <c:v>6.0478118309859159</c:v>
                </c:pt>
                <c:pt idx="9587">
                  <c:v>6.0463766901408453</c:v>
                </c:pt>
                <c:pt idx="9588">
                  <c:v>6.0505827464788728</c:v>
                </c:pt>
                <c:pt idx="9589">
                  <c:v>6.0537439436619715</c:v>
                </c:pt>
                <c:pt idx="9590">
                  <c:v>6.0564941549295774</c:v>
                </c:pt>
                <c:pt idx="9591">
                  <c:v>6.0555497887323941</c:v>
                </c:pt>
                <c:pt idx="9592">
                  <c:v>6.05405014084507</c:v>
                </c:pt>
                <c:pt idx="9593">
                  <c:v>6.0544602112676058</c:v>
                </c:pt>
                <c:pt idx="9594">
                  <c:v>6.0521221830985912</c:v>
                </c:pt>
                <c:pt idx="9595">
                  <c:v>6.0528616197183096</c:v>
                </c:pt>
                <c:pt idx="9596">
                  <c:v>6.0617131690140846</c:v>
                </c:pt>
                <c:pt idx="9597">
                  <c:v>6.0686945070422533</c:v>
                </c:pt>
                <c:pt idx="9598">
                  <c:v>6.0661108450704226</c:v>
                </c:pt>
                <c:pt idx="9599">
                  <c:v>6.0634758450704229</c:v>
                </c:pt>
                <c:pt idx="9600">
                  <c:v>6.0651584507042253</c:v>
                </c:pt>
                <c:pt idx="9601">
                  <c:v>6.0601243661971829</c:v>
                </c:pt>
                <c:pt idx="9602">
                  <c:v>6.0595635211267602</c:v>
                </c:pt>
                <c:pt idx="9603">
                  <c:v>6.0572271830985915</c:v>
                </c:pt>
                <c:pt idx="9604">
                  <c:v>6.0557732394366202</c:v>
                </c:pt>
                <c:pt idx="9605">
                  <c:v>6.0603197887323947</c:v>
                </c:pt>
                <c:pt idx="9606">
                  <c:v>6.0637238028169014</c:v>
                </c:pt>
                <c:pt idx="9607">
                  <c:v>6.0661345774647888</c:v>
                </c:pt>
                <c:pt idx="9608">
                  <c:v>6.0707535211267603</c:v>
                </c:pt>
                <c:pt idx="9609">
                  <c:v>6.0732387323943664</c:v>
                </c:pt>
                <c:pt idx="9610">
                  <c:v>6.0719000000000003</c:v>
                </c:pt>
                <c:pt idx="9611">
                  <c:v>6.0676352816901407</c:v>
                </c:pt>
                <c:pt idx="9612">
                  <c:v>6.0645924647887322</c:v>
                </c:pt>
                <c:pt idx="9613">
                  <c:v>6.0657763380281686</c:v>
                </c:pt>
                <c:pt idx="9614">
                  <c:v>6.0601807042253517</c:v>
                </c:pt>
                <c:pt idx="9615">
                  <c:v>6.0572655633802821</c:v>
                </c:pt>
                <c:pt idx="9616">
                  <c:v>6.0671559154929575</c:v>
                </c:pt>
                <c:pt idx="9617">
                  <c:v>6.0756908450704223</c:v>
                </c:pt>
                <c:pt idx="9618">
                  <c:v>6.0735788732394367</c:v>
                </c:pt>
                <c:pt idx="9619">
                  <c:v>6.0694133098591552</c:v>
                </c:pt>
                <c:pt idx="9620">
                  <c:v>6.065435211267606</c:v>
                </c:pt>
                <c:pt idx="9621">
                  <c:v>6.0615773943661972</c:v>
                </c:pt>
                <c:pt idx="9622">
                  <c:v>6.0548123239436622</c:v>
                </c:pt>
                <c:pt idx="9623">
                  <c:v>6.0512619014084503</c:v>
                </c:pt>
                <c:pt idx="9624">
                  <c:v>6.0494218309859153</c:v>
                </c:pt>
                <c:pt idx="9625">
                  <c:v>6.0553340845070425</c:v>
                </c:pt>
                <c:pt idx="9626">
                  <c:v>6.0596388028169015</c:v>
                </c:pt>
                <c:pt idx="9627">
                  <c:v>6.0495242253521129</c:v>
                </c:pt>
                <c:pt idx="9628">
                  <c:v>6.0487697183098588</c:v>
                </c:pt>
                <c:pt idx="9629">
                  <c:v>6.0491759859154932</c:v>
                </c:pt>
                <c:pt idx="9630">
                  <c:v>6.0474579577464791</c:v>
                </c:pt>
                <c:pt idx="9631">
                  <c:v>6.0438667605633807</c:v>
                </c:pt>
                <c:pt idx="9632">
                  <c:v>6.0443454929577465</c:v>
                </c:pt>
                <c:pt idx="9633">
                  <c:v>6.0478966901408446</c:v>
                </c:pt>
                <c:pt idx="9634">
                  <c:v>6.0525163380281688</c:v>
                </c:pt>
                <c:pt idx="9635">
                  <c:v>6.0543564084507047</c:v>
                </c:pt>
                <c:pt idx="9636">
                  <c:v>6.0529878169014086</c:v>
                </c:pt>
                <c:pt idx="9637">
                  <c:v>6.0534817605633799</c:v>
                </c:pt>
                <c:pt idx="9638">
                  <c:v>6.0554339436619715</c:v>
                </c:pt>
                <c:pt idx="9639">
                  <c:v>6.0536707746478875</c:v>
                </c:pt>
                <c:pt idx="9640">
                  <c:v>6.0517401408450704</c:v>
                </c:pt>
                <c:pt idx="9641">
                  <c:v>6.0539974647887327</c:v>
                </c:pt>
                <c:pt idx="9642">
                  <c:v>6.0548338732394367</c:v>
                </c:pt>
                <c:pt idx="9643">
                  <c:v>6.0577238028169011</c:v>
                </c:pt>
                <c:pt idx="9644">
                  <c:v>6.0567060563380277</c:v>
                </c:pt>
                <c:pt idx="9645">
                  <c:v>6.0541961267605631</c:v>
                </c:pt>
                <c:pt idx="9646">
                  <c:v>6.0556488028169015</c:v>
                </c:pt>
                <c:pt idx="9647">
                  <c:v>6.0574732394366197</c:v>
                </c:pt>
                <c:pt idx="9648">
                  <c:v>6.062516056338028</c:v>
                </c:pt>
                <c:pt idx="9649">
                  <c:v>6.0650987323943664</c:v>
                </c:pt>
                <c:pt idx="9650">
                  <c:v>6.0643022535211264</c:v>
                </c:pt>
                <c:pt idx="9651">
                  <c:v>6.0673435915492959</c:v>
                </c:pt>
                <c:pt idx="9652">
                  <c:v>6.0705957746478871</c:v>
                </c:pt>
                <c:pt idx="9653">
                  <c:v>6.0651303521126758</c:v>
                </c:pt>
                <c:pt idx="9654">
                  <c:v>6.0590121126760561</c:v>
                </c:pt>
                <c:pt idx="9655">
                  <c:v>6.0547279577464792</c:v>
                </c:pt>
                <c:pt idx="9656">
                  <c:v>6.0557954929577464</c:v>
                </c:pt>
                <c:pt idx="9657">
                  <c:v>6.0558720422535215</c:v>
                </c:pt>
                <c:pt idx="9658">
                  <c:v>6.0603619718309858</c:v>
                </c:pt>
                <c:pt idx="9659">
                  <c:v>6.061813098591549</c:v>
                </c:pt>
                <c:pt idx="9660">
                  <c:v>6.0601323943661969</c:v>
                </c:pt>
                <c:pt idx="9661">
                  <c:v>6.0616821830985916</c:v>
                </c:pt>
                <c:pt idx="9662">
                  <c:v>6.0633379577464792</c:v>
                </c:pt>
                <c:pt idx="9663">
                  <c:v>6.0678633098591552</c:v>
                </c:pt>
                <c:pt idx="9664">
                  <c:v>6.0734429577464786</c:v>
                </c:pt>
                <c:pt idx="9665">
                  <c:v>6.0746246478873243</c:v>
                </c:pt>
                <c:pt idx="9666">
                  <c:v>6.0706852112676053</c:v>
                </c:pt>
                <c:pt idx="9667">
                  <c:v>6.0685594366197186</c:v>
                </c:pt>
                <c:pt idx="9668">
                  <c:v>6.0703699295774651</c:v>
                </c:pt>
                <c:pt idx="9669">
                  <c:v>6.0717901408450707</c:v>
                </c:pt>
                <c:pt idx="9670">
                  <c:v>6.0770366197183101</c:v>
                </c:pt>
                <c:pt idx="9671">
                  <c:v>6.0817845070422534</c:v>
                </c:pt>
                <c:pt idx="9672">
                  <c:v>6.0749000000000004</c:v>
                </c:pt>
                <c:pt idx="9673">
                  <c:v>6.0658070422535211</c:v>
                </c:pt>
                <c:pt idx="9674">
                  <c:v>6.062782042253521</c:v>
                </c:pt>
                <c:pt idx="9675">
                  <c:v>6.0627890140845073</c:v>
                </c:pt>
                <c:pt idx="9676">
                  <c:v>6.0638169718309856</c:v>
                </c:pt>
                <c:pt idx="9677">
                  <c:v>6.060622394366197</c:v>
                </c:pt>
                <c:pt idx="9678">
                  <c:v>6.051794577464789</c:v>
                </c:pt>
                <c:pt idx="9679">
                  <c:v>6.0483397183098591</c:v>
                </c:pt>
                <c:pt idx="9680">
                  <c:v>6.0506042253521128</c:v>
                </c:pt>
                <c:pt idx="9681">
                  <c:v>6.0536218309859153</c:v>
                </c:pt>
                <c:pt idx="9682">
                  <c:v>6.0552056338028173</c:v>
                </c:pt>
                <c:pt idx="9683">
                  <c:v>6.0556783098591547</c:v>
                </c:pt>
                <c:pt idx="9684">
                  <c:v>6.0581475352112673</c:v>
                </c:pt>
                <c:pt idx="9685">
                  <c:v>6.0587399295774649</c:v>
                </c:pt>
                <c:pt idx="9686">
                  <c:v>6.0568839436619717</c:v>
                </c:pt>
                <c:pt idx="9687">
                  <c:v>6.0532229577464784</c:v>
                </c:pt>
                <c:pt idx="9688">
                  <c:v>6.0527798591549296</c:v>
                </c:pt>
                <c:pt idx="9689">
                  <c:v>6.0522330985915493</c:v>
                </c:pt>
                <c:pt idx="9690">
                  <c:v>6.0570290845070422</c:v>
                </c:pt>
                <c:pt idx="9691">
                  <c:v>6.059476126760563</c:v>
                </c:pt>
                <c:pt idx="9692">
                  <c:v>6.0589308450704227</c:v>
                </c:pt>
                <c:pt idx="9693">
                  <c:v>6.0614130281690137</c:v>
                </c:pt>
                <c:pt idx="9694">
                  <c:v>6.0671979577464787</c:v>
                </c:pt>
                <c:pt idx="9695">
                  <c:v>6.067896478873239</c:v>
                </c:pt>
                <c:pt idx="9696">
                  <c:v>6.0603293661971831</c:v>
                </c:pt>
                <c:pt idx="9697">
                  <c:v>6.0576234507042255</c:v>
                </c:pt>
                <c:pt idx="9698">
                  <c:v>6.0536138732394367</c:v>
                </c:pt>
                <c:pt idx="9699">
                  <c:v>6.0494540140845068</c:v>
                </c:pt>
                <c:pt idx="9700">
                  <c:v>6.0497664788732397</c:v>
                </c:pt>
                <c:pt idx="9701">
                  <c:v>6.0509907042253523</c:v>
                </c:pt>
                <c:pt idx="9702">
                  <c:v>6.0496843661971829</c:v>
                </c:pt>
                <c:pt idx="9703">
                  <c:v>6.0474628873239435</c:v>
                </c:pt>
                <c:pt idx="9704">
                  <c:v>6.0445927464788731</c:v>
                </c:pt>
                <c:pt idx="9705">
                  <c:v>6.04956661971831</c:v>
                </c:pt>
                <c:pt idx="9706">
                  <c:v>6.0548106338028171</c:v>
                </c:pt>
                <c:pt idx="9707">
                  <c:v>6.0589918309859154</c:v>
                </c:pt>
                <c:pt idx="9708">
                  <c:v>6.0664245070422531</c:v>
                </c:pt>
                <c:pt idx="9709">
                  <c:v>6.0745640845070419</c:v>
                </c:pt>
                <c:pt idx="9710">
                  <c:v>6.0816654929577467</c:v>
                </c:pt>
                <c:pt idx="9711">
                  <c:v>6.0804253521126759</c:v>
                </c:pt>
                <c:pt idx="9712">
                  <c:v>6.0788295774647887</c:v>
                </c:pt>
                <c:pt idx="9713">
                  <c:v>6.0748070422535214</c:v>
                </c:pt>
                <c:pt idx="9714">
                  <c:v>6.0711183098591546</c:v>
                </c:pt>
                <c:pt idx="9715">
                  <c:v>6.0635282394366197</c:v>
                </c:pt>
                <c:pt idx="9716">
                  <c:v>6.051239436619718</c:v>
                </c:pt>
                <c:pt idx="9717">
                  <c:v>6.0491651408450702</c:v>
                </c:pt>
                <c:pt idx="9718">
                  <c:v>6.051829295774648</c:v>
                </c:pt>
                <c:pt idx="9719">
                  <c:v>6.0504419014084503</c:v>
                </c:pt>
                <c:pt idx="9720">
                  <c:v>6.0489254929577463</c:v>
                </c:pt>
                <c:pt idx="9721">
                  <c:v>6.0540252816901408</c:v>
                </c:pt>
                <c:pt idx="9722">
                  <c:v>6.0542626760563376</c:v>
                </c:pt>
                <c:pt idx="9723">
                  <c:v>6.0516617605633805</c:v>
                </c:pt>
                <c:pt idx="9724">
                  <c:v>6.0520625352112676</c:v>
                </c:pt>
                <c:pt idx="9725">
                  <c:v>6.0509802816901406</c:v>
                </c:pt>
                <c:pt idx="9726">
                  <c:v>6.0504247183098592</c:v>
                </c:pt>
                <c:pt idx="9727">
                  <c:v>6.0557603521126762</c:v>
                </c:pt>
                <c:pt idx="9728">
                  <c:v>6.0632480985915489</c:v>
                </c:pt>
                <c:pt idx="9729">
                  <c:v>6.0659790140845073</c:v>
                </c:pt>
                <c:pt idx="9730">
                  <c:v>6.0664580281690137</c:v>
                </c:pt>
                <c:pt idx="9731">
                  <c:v>6.0625357042253523</c:v>
                </c:pt>
                <c:pt idx="9732">
                  <c:v>6.0655707746478873</c:v>
                </c:pt>
                <c:pt idx="9733">
                  <c:v>6.067219295774648</c:v>
                </c:pt>
                <c:pt idx="9734">
                  <c:v>6.0654379577464788</c:v>
                </c:pt>
                <c:pt idx="9735">
                  <c:v>6.0650534507042257</c:v>
                </c:pt>
                <c:pt idx="9736">
                  <c:v>6.0688361971830984</c:v>
                </c:pt>
                <c:pt idx="9737">
                  <c:v>6.0656805633802815</c:v>
                </c:pt>
                <c:pt idx="9738">
                  <c:v>6.0654648591549298</c:v>
                </c:pt>
                <c:pt idx="9739">
                  <c:v>6.0675078873239441</c:v>
                </c:pt>
                <c:pt idx="9740">
                  <c:v>6.0660685211267609</c:v>
                </c:pt>
                <c:pt idx="9741">
                  <c:v>6.0598034507042255</c:v>
                </c:pt>
                <c:pt idx="9742">
                  <c:v>6.0517938028169018</c:v>
                </c:pt>
                <c:pt idx="9743">
                  <c:v>6.046847746478873</c:v>
                </c:pt>
                <c:pt idx="9744">
                  <c:v>6.0467488028169019</c:v>
                </c:pt>
                <c:pt idx="9745">
                  <c:v>6.0429552816901406</c:v>
                </c:pt>
                <c:pt idx="9746">
                  <c:v>6.0444414084507043</c:v>
                </c:pt>
                <c:pt idx="9747">
                  <c:v>6.0474309859154927</c:v>
                </c:pt>
                <c:pt idx="9748">
                  <c:v>6.0507132394366199</c:v>
                </c:pt>
                <c:pt idx="9749">
                  <c:v>6.0528204225352109</c:v>
                </c:pt>
                <c:pt idx="9750">
                  <c:v>6.0533423943661973</c:v>
                </c:pt>
                <c:pt idx="9751">
                  <c:v>6.0617830281690139</c:v>
                </c:pt>
                <c:pt idx="9752">
                  <c:v>6.0665416901408449</c:v>
                </c:pt>
                <c:pt idx="9753">
                  <c:v>6.0664130281690145</c:v>
                </c:pt>
                <c:pt idx="9754">
                  <c:v>6.0637919718309856</c:v>
                </c:pt>
                <c:pt idx="9755">
                  <c:v>6.0602443661971828</c:v>
                </c:pt>
                <c:pt idx="9756">
                  <c:v>6.0597741549295776</c:v>
                </c:pt>
                <c:pt idx="9757">
                  <c:v>6.0654504225352115</c:v>
                </c:pt>
                <c:pt idx="9758">
                  <c:v>6.0735521126760563</c:v>
                </c:pt>
                <c:pt idx="9759">
                  <c:v>6.0740507042253524</c:v>
                </c:pt>
                <c:pt idx="9760">
                  <c:v>6.0693519014084503</c:v>
                </c:pt>
                <c:pt idx="9761">
                  <c:v>6.0719936619718311</c:v>
                </c:pt>
                <c:pt idx="9762">
                  <c:v>6.0741281690140845</c:v>
                </c:pt>
                <c:pt idx="9763">
                  <c:v>6.0695346478873242</c:v>
                </c:pt>
                <c:pt idx="9764">
                  <c:v>6.0588691549295772</c:v>
                </c:pt>
                <c:pt idx="9765">
                  <c:v>6.0528834507042255</c:v>
                </c:pt>
                <c:pt idx="9766">
                  <c:v>6.0540456338028168</c:v>
                </c:pt>
                <c:pt idx="9767">
                  <c:v>6.0522147887323943</c:v>
                </c:pt>
                <c:pt idx="9768">
                  <c:v>6.0542831690140844</c:v>
                </c:pt>
                <c:pt idx="9769">
                  <c:v>6.0548740845070421</c:v>
                </c:pt>
                <c:pt idx="9770">
                  <c:v>6.0521781690140841</c:v>
                </c:pt>
                <c:pt idx="9771">
                  <c:v>6.0527627464788729</c:v>
                </c:pt>
                <c:pt idx="9772">
                  <c:v>6.0522704225352113</c:v>
                </c:pt>
                <c:pt idx="9773">
                  <c:v>6.0497250704225349</c:v>
                </c:pt>
                <c:pt idx="9774">
                  <c:v>6.0457523239436624</c:v>
                </c:pt>
                <c:pt idx="9775">
                  <c:v>6.0500978873239433</c:v>
                </c:pt>
                <c:pt idx="9776">
                  <c:v>6.0497298591549296</c:v>
                </c:pt>
                <c:pt idx="9777">
                  <c:v>6.049813943661972</c:v>
                </c:pt>
                <c:pt idx="9778">
                  <c:v>6.0582416901408447</c:v>
                </c:pt>
                <c:pt idx="9779">
                  <c:v>6.0605602112676058</c:v>
                </c:pt>
                <c:pt idx="9780">
                  <c:v>6.0610133098591552</c:v>
                </c:pt>
                <c:pt idx="9781">
                  <c:v>6.0659754929577465</c:v>
                </c:pt>
                <c:pt idx="9782">
                  <c:v>6.0636445774647889</c:v>
                </c:pt>
                <c:pt idx="9783">
                  <c:v>6.0498524647887324</c:v>
                </c:pt>
                <c:pt idx="9784">
                  <c:v>6.0451142253521128</c:v>
                </c:pt>
                <c:pt idx="9785">
                  <c:v>6.0496669718309857</c:v>
                </c:pt>
                <c:pt idx="9786">
                  <c:v>6.0492308450704222</c:v>
                </c:pt>
                <c:pt idx="9787">
                  <c:v>6.0469008450704225</c:v>
                </c:pt>
                <c:pt idx="9788">
                  <c:v>6.0540407746478877</c:v>
                </c:pt>
                <c:pt idx="9789">
                  <c:v>6.0588812676056341</c:v>
                </c:pt>
                <c:pt idx="9790">
                  <c:v>6.0657399295774646</c:v>
                </c:pt>
                <c:pt idx="9791">
                  <c:v>6.0773669014084506</c:v>
                </c:pt>
                <c:pt idx="9792">
                  <c:v>6.0806521126760567</c:v>
                </c:pt>
                <c:pt idx="9793">
                  <c:v>6.077688028169014</c:v>
                </c:pt>
                <c:pt idx="9794">
                  <c:v>6.0743422535211264</c:v>
                </c:pt>
                <c:pt idx="9795">
                  <c:v>6.0652671830985918</c:v>
                </c:pt>
                <c:pt idx="9796">
                  <c:v>6.0637783098591553</c:v>
                </c:pt>
                <c:pt idx="9797">
                  <c:v>6.0711394366197187</c:v>
                </c:pt>
                <c:pt idx="9798">
                  <c:v>6.0761338028169014</c:v>
                </c:pt>
                <c:pt idx="9799">
                  <c:v>6.0772098591549293</c:v>
                </c:pt>
                <c:pt idx="9800">
                  <c:v>6.0759767605633801</c:v>
                </c:pt>
                <c:pt idx="9801">
                  <c:v>6.0740161971830986</c:v>
                </c:pt>
                <c:pt idx="9802">
                  <c:v>6.0651630281690139</c:v>
                </c:pt>
                <c:pt idx="9803">
                  <c:v>6.0587752816901412</c:v>
                </c:pt>
                <c:pt idx="9804">
                  <c:v>6.0588680985915495</c:v>
                </c:pt>
                <c:pt idx="9805">
                  <c:v>6.0589595774647886</c:v>
                </c:pt>
                <c:pt idx="9806">
                  <c:v>6.0584569014084506</c:v>
                </c:pt>
                <c:pt idx="9807">
                  <c:v>6.0510440845070423</c:v>
                </c:pt>
                <c:pt idx="9808">
                  <c:v>6.0477271126760561</c:v>
                </c:pt>
                <c:pt idx="9809">
                  <c:v>6.0543788028169017</c:v>
                </c:pt>
                <c:pt idx="9810">
                  <c:v>6.0589043661971829</c:v>
                </c:pt>
                <c:pt idx="9811">
                  <c:v>6.0574022535211265</c:v>
                </c:pt>
                <c:pt idx="9812">
                  <c:v>6.0549677464788729</c:v>
                </c:pt>
                <c:pt idx="9813">
                  <c:v>6.0592789436619716</c:v>
                </c:pt>
                <c:pt idx="9814">
                  <c:v>6.0626519718309861</c:v>
                </c:pt>
                <c:pt idx="9815">
                  <c:v>6.0560415492957747</c:v>
                </c:pt>
                <c:pt idx="9816">
                  <c:v>6.0451776760563378</c:v>
                </c:pt>
                <c:pt idx="9817">
                  <c:v>6.0444378873239435</c:v>
                </c:pt>
                <c:pt idx="9818">
                  <c:v>6.0468010563380279</c:v>
                </c:pt>
                <c:pt idx="9819">
                  <c:v>6.0375535211267604</c:v>
                </c:pt>
                <c:pt idx="9820">
                  <c:v>6.0386359154929581</c:v>
                </c:pt>
                <c:pt idx="9821">
                  <c:v>6.0428697183098592</c:v>
                </c:pt>
                <c:pt idx="9822">
                  <c:v>6.0461556338028171</c:v>
                </c:pt>
                <c:pt idx="9823">
                  <c:v>6.0486845070422532</c:v>
                </c:pt>
                <c:pt idx="9824">
                  <c:v>6.0512997183098589</c:v>
                </c:pt>
                <c:pt idx="9825">
                  <c:v>6.0572541549295771</c:v>
                </c:pt>
                <c:pt idx="9826">
                  <c:v>6.0639764084507046</c:v>
                </c:pt>
                <c:pt idx="9827">
                  <c:v>6.0673888732394365</c:v>
                </c:pt>
                <c:pt idx="9828">
                  <c:v>6.0638697183098591</c:v>
                </c:pt>
                <c:pt idx="9829">
                  <c:v>6.052585633802817</c:v>
                </c:pt>
                <c:pt idx="9830">
                  <c:v>6.0520101408450708</c:v>
                </c:pt>
                <c:pt idx="9831">
                  <c:v>6.0558714788732395</c:v>
                </c:pt>
                <c:pt idx="9832">
                  <c:v>6.0549411971830986</c:v>
                </c:pt>
                <c:pt idx="9833">
                  <c:v>6.0522564788732396</c:v>
                </c:pt>
                <c:pt idx="9834">
                  <c:v>6.0539221830985914</c:v>
                </c:pt>
                <c:pt idx="9835">
                  <c:v>6.0518044366197179</c:v>
                </c:pt>
                <c:pt idx="9836">
                  <c:v>6.0518304225352111</c:v>
                </c:pt>
                <c:pt idx="9837">
                  <c:v>6.0570993661971828</c:v>
                </c:pt>
                <c:pt idx="9838">
                  <c:v>6.0591618309859152</c:v>
                </c:pt>
                <c:pt idx="9839">
                  <c:v>6.064451338028169</c:v>
                </c:pt>
                <c:pt idx="9840">
                  <c:v>6.064165563380282</c:v>
                </c:pt>
                <c:pt idx="9841">
                  <c:v>6.059163661971831</c:v>
                </c:pt>
                <c:pt idx="9842">
                  <c:v>6.0604721126760559</c:v>
                </c:pt>
                <c:pt idx="9843">
                  <c:v>6.0559660563380282</c:v>
                </c:pt>
                <c:pt idx="9844">
                  <c:v>6.0507436619718309</c:v>
                </c:pt>
                <c:pt idx="9845">
                  <c:v>6.0472495774647888</c:v>
                </c:pt>
                <c:pt idx="9846">
                  <c:v>6.0478247887323944</c:v>
                </c:pt>
                <c:pt idx="9847">
                  <c:v>6.0542930985915495</c:v>
                </c:pt>
                <c:pt idx="9848">
                  <c:v>6.0503401408450701</c:v>
                </c:pt>
                <c:pt idx="9849">
                  <c:v>6.0495285211267609</c:v>
                </c:pt>
                <c:pt idx="9850">
                  <c:v>6.052251126760563</c:v>
                </c:pt>
                <c:pt idx="9851">
                  <c:v>6.0528026056338025</c:v>
                </c:pt>
                <c:pt idx="9852">
                  <c:v>6.0526090140845072</c:v>
                </c:pt>
                <c:pt idx="9853">
                  <c:v>6.0501056338028167</c:v>
                </c:pt>
                <c:pt idx="9854">
                  <c:v>6.0509016901408454</c:v>
                </c:pt>
                <c:pt idx="9855">
                  <c:v>6.0554236619718314</c:v>
                </c:pt>
                <c:pt idx="9856">
                  <c:v>6.0585435211267606</c:v>
                </c:pt>
                <c:pt idx="9857">
                  <c:v>6.0576232394366194</c:v>
                </c:pt>
                <c:pt idx="9858">
                  <c:v>6.0548038028169016</c:v>
                </c:pt>
                <c:pt idx="9859">
                  <c:v>6.0496014084507044</c:v>
                </c:pt>
                <c:pt idx="9860">
                  <c:v>6.0433516197183099</c:v>
                </c:pt>
                <c:pt idx="9861">
                  <c:v>6.0499214788732392</c:v>
                </c:pt>
                <c:pt idx="9862">
                  <c:v>6.0547587323943661</c:v>
                </c:pt>
                <c:pt idx="9863">
                  <c:v>6.0567096478873239</c:v>
                </c:pt>
                <c:pt idx="9864">
                  <c:v>6.0573697183098592</c:v>
                </c:pt>
                <c:pt idx="9865">
                  <c:v>6.0588806338028167</c:v>
                </c:pt>
                <c:pt idx="9866">
                  <c:v>6.055738098591549</c:v>
                </c:pt>
                <c:pt idx="9867">
                  <c:v>6.0545075352112674</c:v>
                </c:pt>
                <c:pt idx="9868">
                  <c:v>6.0560726760563384</c:v>
                </c:pt>
                <c:pt idx="9869">
                  <c:v>6.0571060563380286</c:v>
                </c:pt>
                <c:pt idx="9870">
                  <c:v>6.0639246478873243</c:v>
                </c:pt>
                <c:pt idx="9871">
                  <c:v>6.0699133098591549</c:v>
                </c:pt>
                <c:pt idx="9872">
                  <c:v>6.0724725352112676</c:v>
                </c:pt>
                <c:pt idx="9873">
                  <c:v>6.0623210563380283</c:v>
                </c:pt>
                <c:pt idx="9874">
                  <c:v>6.0549178873239438</c:v>
                </c:pt>
                <c:pt idx="9875">
                  <c:v>6.0539050000000003</c:v>
                </c:pt>
                <c:pt idx="9876">
                  <c:v>6.055980211267606</c:v>
                </c:pt>
                <c:pt idx="9877">
                  <c:v>6.0628733802816903</c:v>
                </c:pt>
                <c:pt idx="9878">
                  <c:v>6.0694221830985917</c:v>
                </c:pt>
                <c:pt idx="9879">
                  <c:v>6.0725176056338031</c:v>
                </c:pt>
                <c:pt idx="9880">
                  <c:v>6.0723830985915495</c:v>
                </c:pt>
                <c:pt idx="9881">
                  <c:v>6.0677146478873238</c:v>
                </c:pt>
                <c:pt idx="9882">
                  <c:v>6.0626364084507038</c:v>
                </c:pt>
                <c:pt idx="9883">
                  <c:v>6.0559269718309858</c:v>
                </c:pt>
                <c:pt idx="9884">
                  <c:v>6.0533431690140844</c:v>
                </c:pt>
                <c:pt idx="9885">
                  <c:v>6.0529723943661971</c:v>
                </c:pt>
                <c:pt idx="9886">
                  <c:v>6.0592928873239433</c:v>
                </c:pt>
                <c:pt idx="9887">
                  <c:v>6.0585258450704229</c:v>
                </c:pt>
                <c:pt idx="9888">
                  <c:v>6.0630292253521123</c:v>
                </c:pt>
                <c:pt idx="9889">
                  <c:v>6.067615563380282</c:v>
                </c:pt>
                <c:pt idx="9890">
                  <c:v>6.073001408450704</c:v>
                </c:pt>
                <c:pt idx="9891">
                  <c:v>6.0778063380281688</c:v>
                </c:pt>
                <c:pt idx="9892">
                  <c:v>6.0706260563380283</c:v>
                </c:pt>
                <c:pt idx="9893">
                  <c:v>6.0594972535211271</c:v>
                </c:pt>
                <c:pt idx="9894">
                  <c:v>6.0538730281690141</c:v>
                </c:pt>
                <c:pt idx="9895">
                  <c:v>6.0514754225352112</c:v>
                </c:pt>
                <c:pt idx="9896">
                  <c:v>6.0526032394366194</c:v>
                </c:pt>
                <c:pt idx="9897">
                  <c:v>6.0597107746478871</c:v>
                </c:pt>
                <c:pt idx="9898">
                  <c:v>6.0621787323943659</c:v>
                </c:pt>
                <c:pt idx="9899">
                  <c:v>6.0598540845070419</c:v>
                </c:pt>
                <c:pt idx="9900">
                  <c:v>6.0567078169014081</c:v>
                </c:pt>
                <c:pt idx="9901">
                  <c:v>6.0581090845070422</c:v>
                </c:pt>
                <c:pt idx="9902">
                  <c:v>6.0579926056338032</c:v>
                </c:pt>
                <c:pt idx="9903">
                  <c:v>6.0536314084507046</c:v>
                </c:pt>
                <c:pt idx="9904">
                  <c:v>6.0477043661971832</c:v>
                </c:pt>
                <c:pt idx="9905">
                  <c:v>6.0501802112676053</c:v>
                </c:pt>
                <c:pt idx="9906">
                  <c:v>6.0526104929577462</c:v>
                </c:pt>
                <c:pt idx="9907">
                  <c:v>6.0552879577464784</c:v>
                </c:pt>
                <c:pt idx="9908">
                  <c:v>6.0595156338028167</c:v>
                </c:pt>
                <c:pt idx="9909">
                  <c:v>6.0610728169014081</c:v>
                </c:pt>
                <c:pt idx="9910">
                  <c:v>6.0646434507042253</c:v>
                </c:pt>
                <c:pt idx="9911">
                  <c:v>6.0652320422535215</c:v>
                </c:pt>
                <c:pt idx="9912">
                  <c:v>6.0646694366197185</c:v>
                </c:pt>
                <c:pt idx="9913">
                  <c:v>6.0634715492957749</c:v>
                </c:pt>
                <c:pt idx="9914">
                  <c:v>6.0618183802816903</c:v>
                </c:pt>
                <c:pt idx="9915">
                  <c:v>6.065296901408451</c:v>
                </c:pt>
                <c:pt idx="9916">
                  <c:v>6.0683666197183097</c:v>
                </c:pt>
                <c:pt idx="9917">
                  <c:v>6.0698085211267605</c:v>
                </c:pt>
                <c:pt idx="9918">
                  <c:v>6.0723253521126761</c:v>
                </c:pt>
                <c:pt idx="9919">
                  <c:v>6.075310563380282</c:v>
                </c:pt>
                <c:pt idx="9920">
                  <c:v>6.0710866197183098</c:v>
                </c:pt>
                <c:pt idx="9921">
                  <c:v>6.0688074647887325</c:v>
                </c:pt>
                <c:pt idx="9922">
                  <c:v>6.0707605633802819</c:v>
                </c:pt>
                <c:pt idx="9923">
                  <c:v>6.0703007746478876</c:v>
                </c:pt>
                <c:pt idx="9924">
                  <c:v>6.0719514084507038</c:v>
                </c:pt>
                <c:pt idx="9925">
                  <c:v>6.0736563380281687</c:v>
                </c:pt>
                <c:pt idx="9926">
                  <c:v>6.0708042253521128</c:v>
                </c:pt>
                <c:pt idx="9927">
                  <c:v>6.0676878169014081</c:v>
                </c:pt>
                <c:pt idx="9928">
                  <c:v>6.0654717605633799</c:v>
                </c:pt>
                <c:pt idx="9929">
                  <c:v>6.0618854929577468</c:v>
                </c:pt>
                <c:pt idx="9930">
                  <c:v>6.0599436619718308</c:v>
                </c:pt>
                <c:pt idx="9931">
                  <c:v>6.0593195774647883</c:v>
                </c:pt>
                <c:pt idx="9932">
                  <c:v>6.0585138732394368</c:v>
                </c:pt>
                <c:pt idx="9933">
                  <c:v>6.0606009859154932</c:v>
                </c:pt>
                <c:pt idx="9934">
                  <c:v>6.0624618309859155</c:v>
                </c:pt>
                <c:pt idx="9935">
                  <c:v>6.064575070422535</c:v>
                </c:pt>
                <c:pt idx="9936">
                  <c:v>6.069591549295775</c:v>
                </c:pt>
                <c:pt idx="9937">
                  <c:v>6.0693062676056337</c:v>
                </c:pt>
                <c:pt idx="9938">
                  <c:v>6.0598532394366194</c:v>
                </c:pt>
                <c:pt idx="9939">
                  <c:v>6.0533980985915496</c:v>
                </c:pt>
                <c:pt idx="9940">
                  <c:v>6.055449154929577</c:v>
                </c:pt>
                <c:pt idx="9941">
                  <c:v>6.0609199295774649</c:v>
                </c:pt>
                <c:pt idx="9942">
                  <c:v>6.0640753521126758</c:v>
                </c:pt>
                <c:pt idx="9943">
                  <c:v>6.0649140845070422</c:v>
                </c:pt>
                <c:pt idx="9944">
                  <c:v>6.0619599295774647</c:v>
                </c:pt>
                <c:pt idx="9945">
                  <c:v>6.0607229577464787</c:v>
                </c:pt>
                <c:pt idx="9946">
                  <c:v>6.06185323943662</c:v>
                </c:pt>
                <c:pt idx="9947">
                  <c:v>6.0623490845070425</c:v>
                </c:pt>
                <c:pt idx="9948">
                  <c:v>6.0624714084507039</c:v>
                </c:pt>
                <c:pt idx="9949">
                  <c:v>6.0614656338028166</c:v>
                </c:pt>
                <c:pt idx="9950">
                  <c:v>6.0586159859154929</c:v>
                </c:pt>
                <c:pt idx="9951">
                  <c:v>6.055917676056338</c:v>
                </c:pt>
                <c:pt idx="9952">
                  <c:v>6.0623607746478871</c:v>
                </c:pt>
                <c:pt idx="9953">
                  <c:v>6.0707774647887325</c:v>
                </c:pt>
                <c:pt idx="9954">
                  <c:v>6.0713971830985916</c:v>
                </c:pt>
                <c:pt idx="9955">
                  <c:v>6.0701652112676054</c:v>
                </c:pt>
                <c:pt idx="9956">
                  <c:v>6.0691748591549297</c:v>
                </c:pt>
                <c:pt idx="9957">
                  <c:v>6.0644810563380283</c:v>
                </c:pt>
                <c:pt idx="9958">
                  <c:v>6.0608657042253524</c:v>
                </c:pt>
                <c:pt idx="9959">
                  <c:v>6.0635952816901408</c:v>
                </c:pt>
                <c:pt idx="9960">
                  <c:v>6.0679097887323943</c:v>
                </c:pt>
                <c:pt idx="9961">
                  <c:v>6.0720190140845069</c:v>
                </c:pt>
                <c:pt idx="9962">
                  <c:v>6.06926338028169</c:v>
                </c:pt>
                <c:pt idx="9963">
                  <c:v>6.0665733098591552</c:v>
                </c:pt>
                <c:pt idx="9964">
                  <c:v>6.065035211267606</c:v>
                </c:pt>
                <c:pt idx="9965">
                  <c:v>6.062447183098592</c:v>
                </c:pt>
                <c:pt idx="9966">
                  <c:v>6.0522043661971834</c:v>
                </c:pt>
                <c:pt idx="9967">
                  <c:v>6.0450403521126761</c:v>
                </c:pt>
                <c:pt idx="9968">
                  <c:v>6.0406061267605633</c:v>
                </c:pt>
                <c:pt idx="9969">
                  <c:v>6.0434256338028165</c:v>
                </c:pt>
                <c:pt idx="9970">
                  <c:v>6.0513035915492956</c:v>
                </c:pt>
                <c:pt idx="9971">
                  <c:v>6.0550467605633802</c:v>
                </c:pt>
                <c:pt idx="9972">
                  <c:v>6.052156690140845</c:v>
                </c:pt>
                <c:pt idx="9973">
                  <c:v>6.0496604225352115</c:v>
                </c:pt>
                <c:pt idx="9974">
                  <c:v>6.048838450704225</c:v>
                </c:pt>
                <c:pt idx="9975">
                  <c:v>6.0500626760563376</c:v>
                </c:pt>
                <c:pt idx="9976">
                  <c:v>6.0542257042253524</c:v>
                </c:pt>
                <c:pt idx="9977">
                  <c:v>6.0618059154929576</c:v>
                </c:pt>
                <c:pt idx="9978">
                  <c:v>6.0626467605633803</c:v>
                </c:pt>
                <c:pt idx="9979">
                  <c:v>6.0586003521126761</c:v>
                </c:pt>
                <c:pt idx="9980">
                  <c:v>6.0559409859154929</c:v>
                </c:pt>
                <c:pt idx="9981">
                  <c:v>6.0532657746478877</c:v>
                </c:pt>
                <c:pt idx="9982">
                  <c:v>6.0499178873239439</c:v>
                </c:pt>
                <c:pt idx="9983">
                  <c:v>6.0430952112676053</c:v>
                </c:pt>
                <c:pt idx="9984">
                  <c:v>6.0442976760563383</c:v>
                </c:pt>
                <c:pt idx="9985">
                  <c:v>6.0519935211267608</c:v>
                </c:pt>
                <c:pt idx="9986">
                  <c:v>6.0565089436619717</c:v>
                </c:pt>
                <c:pt idx="9987">
                  <c:v>6.0597664788732395</c:v>
                </c:pt>
                <c:pt idx="9988">
                  <c:v>6.0606451408450708</c:v>
                </c:pt>
                <c:pt idx="9989">
                  <c:v>6.0508111267605633</c:v>
                </c:pt>
                <c:pt idx="9990">
                  <c:v>6.0492854225352115</c:v>
                </c:pt>
                <c:pt idx="9991">
                  <c:v>6.0606552816901411</c:v>
                </c:pt>
                <c:pt idx="9992">
                  <c:v>6.0649897183098593</c:v>
                </c:pt>
                <c:pt idx="9993">
                  <c:v>6.0620444366197184</c:v>
                </c:pt>
                <c:pt idx="9994">
                  <c:v>6.0557938732394367</c:v>
                </c:pt>
                <c:pt idx="9995">
                  <c:v>6.0510633098591553</c:v>
                </c:pt>
                <c:pt idx="9996">
                  <c:v>6.050974577464789</c:v>
                </c:pt>
                <c:pt idx="9997">
                  <c:v>6.0516925352112674</c:v>
                </c:pt>
                <c:pt idx="9998">
                  <c:v>6.0547349295774646</c:v>
                </c:pt>
                <c:pt idx="9999">
                  <c:v>6.0561457746478871</c:v>
                </c:pt>
                <c:pt idx="10000">
                  <c:v>6.0581385211267609</c:v>
                </c:pt>
                <c:pt idx="10001">
                  <c:v>6.0616913380281687</c:v>
                </c:pt>
                <c:pt idx="10002">
                  <c:v>6.0648303521126756</c:v>
                </c:pt>
                <c:pt idx="10003">
                  <c:v>6.0648535211267607</c:v>
                </c:pt>
                <c:pt idx="10004">
                  <c:v>6.06200161971831</c:v>
                </c:pt>
                <c:pt idx="10005">
                  <c:v>6.0612423239436621</c:v>
                </c:pt>
                <c:pt idx="10006">
                  <c:v>6.0606956338028173</c:v>
                </c:pt>
                <c:pt idx="10007">
                  <c:v>6.0604562676056339</c:v>
                </c:pt>
                <c:pt idx="10008">
                  <c:v>6.0581719718309861</c:v>
                </c:pt>
                <c:pt idx="10009">
                  <c:v>6.0555435211267605</c:v>
                </c:pt>
                <c:pt idx="10010">
                  <c:v>6.0559897887323944</c:v>
                </c:pt>
                <c:pt idx="10011">
                  <c:v>6.0499534507042254</c:v>
                </c:pt>
                <c:pt idx="10012">
                  <c:v>6.0496950704225352</c:v>
                </c:pt>
                <c:pt idx="10013">
                  <c:v>6.0562344366197181</c:v>
                </c:pt>
                <c:pt idx="10014">
                  <c:v>6.0589713380281687</c:v>
                </c:pt>
                <c:pt idx="10015">
                  <c:v>6.0579381690140846</c:v>
                </c:pt>
                <c:pt idx="10016">
                  <c:v>6.0511261971830983</c:v>
                </c:pt>
                <c:pt idx="10017">
                  <c:v>6.0544414788732395</c:v>
                </c:pt>
                <c:pt idx="10018">
                  <c:v>6.0565636619718308</c:v>
                </c:pt>
                <c:pt idx="10019">
                  <c:v>6.0564464084507046</c:v>
                </c:pt>
                <c:pt idx="10020">
                  <c:v>6.0553659859154934</c:v>
                </c:pt>
                <c:pt idx="10021">
                  <c:v>6.0522660563380279</c:v>
                </c:pt>
                <c:pt idx="10022">
                  <c:v>6.0511440845070421</c:v>
                </c:pt>
                <c:pt idx="10023">
                  <c:v>6.0514531690140849</c:v>
                </c:pt>
                <c:pt idx="10024">
                  <c:v>6.0583180281690137</c:v>
                </c:pt>
                <c:pt idx="10025">
                  <c:v>6.0644322535211268</c:v>
                </c:pt>
                <c:pt idx="10026">
                  <c:v>6.0632708450704227</c:v>
                </c:pt>
                <c:pt idx="10027">
                  <c:v>6.0549890140845068</c:v>
                </c:pt>
                <c:pt idx="10028">
                  <c:v>6.0503021830985917</c:v>
                </c:pt>
                <c:pt idx="10029">
                  <c:v>6.0490855633802818</c:v>
                </c:pt>
                <c:pt idx="10030">
                  <c:v>6.0523702112676059</c:v>
                </c:pt>
                <c:pt idx="10031">
                  <c:v>6.0567833098591546</c:v>
                </c:pt>
                <c:pt idx="10032">
                  <c:v>6.061832323943662</c:v>
                </c:pt>
                <c:pt idx="10033">
                  <c:v>6.0642061267605634</c:v>
                </c:pt>
                <c:pt idx="10034">
                  <c:v>6.0639426056338026</c:v>
                </c:pt>
                <c:pt idx="10035">
                  <c:v>6.0619681690140848</c:v>
                </c:pt>
                <c:pt idx="10036">
                  <c:v>6.0561909154929578</c:v>
                </c:pt>
                <c:pt idx="10037">
                  <c:v>6.0516026760563379</c:v>
                </c:pt>
                <c:pt idx="10038">
                  <c:v>6.052486126760563</c:v>
                </c:pt>
                <c:pt idx="10039">
                  <c:v>6.0525177464788733</c:v>
                </c:pt>
                <c:pt idx="10040">
                  <c:v>6.0563642957746477</c:v>
                </c:pt>
                <c:pt idx="10041">
                  <c:v>6.0574890140845072</c:v>
                </c:pt>
                <c:pt idx="10042">
                  <c:v>6.0521668309859153</c:v>
                </c:pt>
                <c:pt idx="10043">
                  <c:v>6.0464491549295776</c:v>
                </c:pt>
                <c:pt idx="10044">
                  <c:v>6.0498088028169015</c:v>
                </c:pt>
                <c:pt idx="10045">
                  <c:v>6.0546884507042256</c:v>
                </c:pt>
                <c:pt idx="10046">
                  <c:v>6.0587534507042253</c:v>
                </c:pt>
                <c:pt idx="10047">
                  <c:v>6.0640669014084505</c:v>
                </c:pt>
                <c:pt idx="10048">
                  <c:v>6.0663505633802819</c:v>
                </c:pt>
                <c:pt idx="10049">
                  <c:v>6.0644616197183101</c:v>
                </c:pt>
                <c:pt idx="10050">
                  <c:v>6.0575409154929574</c:v>
                </c:pt>
                <c:pt idx="10051">
                  <c:v>6.0520751408450701</c:v>
                </c:pt>
                <c:pt idx="10052">
                  <c:v>6.0490666197183103</c:v>
                </c:pt>
                <c:pt idx="10053">
                  <c:v>6.0529173943661974</c:v>
                </c:pt>
                <c:pt idx="10054">
                  <c:v>6.0595531690140847</c:v>
                </c:pt>
                <c:pt idx="10055">
                  <c:v>6.0629771830985915</c:v>
                </c:pt>
                <c:pt idx="10056">
                  <c:v>6.0593854929577464</c:v>
                </c:pt>
                <c:pt idx="10057">
                  <c:v>6.0571805633802818</c:v>
                </c:pt>
                <c:pt idx="10058">
                  <c:v>6.0567106338028172</c:v>
                </c:pt>
                <c:pt idx="10059">
                  <c:v>6.0596342957746483</c:v>
                </c:pt>
                <c:pt idx="10060">
                  <c:v>6.0659905633802813</c:v>
                </c:pt>
                <c:pt idx="10061">
                  <c:v>6.0622249999999998</c:v>
                </c:pt>
                <c:pt idx="10062">
                  <c:v>6.0568338732394364</c:v>
                </c:pt>
                <c:pt idx="10063">
                  <c:v>6.051983661971831</c:v>
                </c:pt>
                <c:pt idx="10064">
                  <c:v>6.0530066901408448</c:v>
                </c:pt>
                <c:pt idx="10065">
                  <c:v>6.0617807746478869</c:v>
                </c:pt>
                <c:pt idx="10066">
                  <c:v>6.0579935915492955</c:v>
                </c:pt>
                <c:pt idx="10067">
                  <c:v>6.0518534507042254</c:v>
                </c:pt>
                <c:pt idx="10068">
                  <c:v>6.0539598591549293</c:v>
                </c:pt>
                <c:pt idx="10069">
                  <c:v>6.065201690140845</c:v>
                </c:pt>
                <c:pt idx="10070">
                  <c:v>6.07080985915493</c:v>
                </c:pt>
                <c:pt idx="10071">
                  <c:v>6.0660121830985911</c:v>
                </c:pt>
                <c:pt idx="10072">
                  <c:v>6.0603111971830987</c:v>
                </c:pt>
                <c:pt idx="10073">
                  <c:v>6.057436901408451</c:v>
                </c:pt>
                <c:pt idx="10074">
                  <c:v>6.0524492957746476</c:v>
                </c:pt>
                <c:pt idx="10075">
                  <c:v>6.0494933098591552</c:v>
                </c:pt>
                <c:pt idx="10076">
                  <c:v>6.0496106338028168</c:v>
                </c:pt>
                <c:pt idx="10077">
                  <c:v>6.0484095070422539</c:v>
                </c:pt>
                <c:pt idx="10078">
                  <c:v>6.0521996478873241</c:v>
                </c:pt>
                <c:pt idx="10079">
                  <c:v>6.0558825352112677</c:v>
                </c:pt>
                <c:pt idx="10080">
                  <c:v>6.0630783098591552</c:v>
                </c:pt>
                <c:pt idx="10081">
                  <c:v>6.0670793661971834</c:v>
                </c:pt>
                <c:pt idx="10082">
                  <c:v>6.065267957746479</c:v>
                </c:pt>
                <c:pt idx="10083">
                  <c:v>6.06682338028169</c:v>
                </c:pt>
                <c:pt idx="10084">
                  <c:v>6.0668340845070423</c:v>
                </c:pt>
                <c:pt idx="10085">
                  <c:v>6.0640978169014081</c:v>
                </c:pt>
                <c:pt idx="10086">
                  <c:v>6.0620720422535213</c:v>
                </c:pt>
                <c:pt idx="10087">
                  <c:v>6.0630110563380279</c:v>
                </c:pt>
                <c:pt idx="10088">
                  <c:v>6.0638161971830984</c:v>
                </c:pt>
                <c:pt idx="10089">
                  <c:v>6.0617121830985914</c:v>
                </c:pt>
                <c:pt idx="10090">
                  <c:v>6.0596737323943666</c:v>
                </c:pt>
                <c:pt idx="10091">
                  <c:v>6.0618295774647883</c:v>
                </c:pt>
                <c:pt idx="10092">
                  <c:v>6.0674678169014085</c:v>
                </c:pt>
                <c:pt idx="10093">
                  <c:v>6.0719084507042256</c:v>
                </c:pt>
                <c:pt idx="10094">
                  <c:v>6.0656064084507042</c:v>
                </c:pt>
                <c:pt idx="10095">
                  <c:v>6.0603285915492959</c:v>
                </c:pt>
                <c:pt idx="10096">
                  <c:v>6.0546411971830985</c:v>
                </c:pt>
                <c:pt idx="10097">
                  <c:v>6.0488902112676053</c:v>
                </c:pt>
                <c:pt idx="10098">
                  <c:v>6.0503437323943663</c:v>
                </c:pt>
                <c:pt idx="10099">
                  <c:v>6.0589731690140844</c:v>
                </c:pt>
                <c:pt idx="10100">
                  <c:v>6.0618873943661971</c:v>
                </c:pt>
                <c:pt idx="10101">
                  <c:v>6.0615771126760567</c:v>
                </c:pt>
                <c:pt idx="10102">
                  <c:v>6.062112887323944</c:v>
                </c:pt>
                <c:pt idx="10103">
                  <c:v>6.064904154929577</c:v>
                </c:pt>
                <c:pt idx="10104">
                  <c:v>6.069175281690141</c:v>
                </c:pt>
                <c:pt idx="10105">
                  <c:v>6.0695712676056335</c:v>
                </c:pt>
                <c:pt idx="10106">
                  <c:v>6.0653869014084503</c:v>
                </c:pt>
                <c:pt idx="10107">
                  <c:v>6.0582410563380282</c:v>
                </c:pt>
                <c:pt idx="10108">
                  <c:v>6.0630633802816902</c:v>
                </c:pt>
                <c:pt idx="10109">
                  <c:v>6.0685878169014087</c:v>
                </c:pt>
                <c:pt idx="10110">
                  <c:v>6.0624025352112678</c:v>
                </c:pt>
                <c:pt idx="10111">
                  <c:v>6.0602148591549296</c:v>
                </c:pt>
                <c:pt idx="10112">
                  <c:v>6.0618117605633799</c:v>
                </c:pt>
                <c:pt idx="10113">
                  <c:v>6.06144985915493</c:v>
                </c:pt>
                <c:pt idx="10114">
                  <c:v>6.0585548591549294</c:v>
                </c:pt>
                <c:pt idx="10115">
                  <c:v>6.0435089436619718</c:v>
                </c:pt>
                <c:pt idx="10116">
                  <c:v>6.0343536619718314</c:v>
                </c:pt>
                <c:pt idx="10117">
                  <c:v>6.0407237323943663</c:v>
                </c:pt>
                <c:pt idx="10118">
                  <c:v>6.0559270422535212</c:v>
                </c:pt>
                <c:pt idx="10119">
                  <c:v>6.0657512676056342</c:v>
                </c:pt>
                <c:pt idx="10120">
                  <c:v>6.0682239436619723</c:v>
                </c:pt>
                <c:pt idx="10121">
                  <c:v>6.0707626760563382</c:v>
                </c:pt>
                <c:pt idx="10122">
                  <c:v>6.0680833802816903</c:v>
                </c:pt>
                <c:pt idx="10123">
                  <c:v>6.0611111971830987</c:v>
                </c:pt>
                <c:pt idx="10124">
                  <c:v>6.0597214788732394</c:v>
                </c:pt>
                <c:pt idx="10125">
                  <c:v>6.05552661971831</c:v>
                </c:pt>
                <c:pt idx="10126">
                  <c:v>6.0510697183098587</c:v>
                </c:pt>
                <c:pt idx="10127">
                  <c:v>6.0518430281690136</c:v>
                </c:pt>
                <c:pt idx="10128">
                  <c:v>6.0591896478873242</c:v>
                </c:pt>
                <c:pt idx="10129">
                  <c:v>6.0704436619718312</c:v>
                </c:pt>
                <c:pt idx="10130">
                  <c:v>6.070375492957746</c:v>
                </c:pt>
                <c:pt idx="10131">
                  <c:v>6.0690719718309856</c:v>
                </c:pt>
                <c:pt idx="10132">
                  <c:v>6.0682940140845067</c:v>
                </c:pt>
                <c:pt idx="10133">
                  <c:v>6.0656968309859156</c:v>
                </c:pt>
                <c:pt idx="10134">
                  <c:v>6.059955845070423</c:v>
                </c:pt>
                <c:pt idx="10135">
                  <c:v>6.0593045774647889</c:v>
                </c:pt>
                <c:pt idx="10136">
                  <c:v>6.0549578169014087</c:v>
                </c:pt>
                <c:pt idx="10137">
                  <c:v>6.0510432394366198</c:v>
                </c:pt>
                <c:pt idx="10138">
                  <c:v>6.0518069718309855</c:v>
                </c:pt>
                <c:pt idx="10139">
                  <c:v>6.0575064788732398</c:v>
                </c:pt>
                <c:pt idx="10140">
                  <c:v>6.0612580985915496</c:v>
                </c:pt>
                <c:pt idx="10141">
                  <c:v>6.0581130985915497</c:v>
                </c:pt>
                <c:pt idx="10142">
                  <c:v>6.0506845774647884</c:v>
                </c:pt>
                <c:pt idx="10143">
                  <c:v>6.0500014788732397</c:v>
                </c:pt>
                <c:pt idx="10144">
                  <c:v>6.0570548591549294</c:v>
                </c:pt>
                <c:pt idx="10145">
                  <c:v>6.0553315492957749</c:v>
                </c:pt>
                <c:pt idx="10146">
                  <c:v>6.0526859859154927</c:v>
                </c:pt>
                <c:pt idx="10147">
                  <c:v>6.0581584507042257</c:v>
                </c:pt>
                <c:pt idx="10148">
                  <c:v>6.0622680281690142</c:v>
                </c:pt>
                <c:pt idx="10149">
                  <c:v>6.0676319014084505</c:v>
                </c:pt>
                <c:pt idx="10150">
                  <c:v>6.0692252816901409</c:v>
                </c:pt>
                <c:pt idx="10151">
                  <c:v>6.0668373943661971</c:v>
                </c:pt>
                <c:pt idx="10152">
                  <c:v>6.0627985915492957</c:v>
                </c:pt>
                <c:pt idx="10153">
                  <c:v>6.0561433098591548</c:v>
                </c:pt>
                <c:pt idx="10154">
                  <c:v>6.0540112676056337</c:v>
                </c:pt>
                <c:pt idx="10155">
                  <c:v>6.0593882394366201</c:v>
                </c:pt>
                <c:pt idx="10156">
                  <c:v>6.0594853521126764</c:v>
                </c:pt>
                <c:pt idx="10157">
                  <c:v>6.0531573239436618</c:v>
                </c:pt>
                <c:pt idx="10158">
                  <c:v>6.0501572535211263</c:v>
                </c:pt>
                <c:pt idx="10159">
                  <c:v>6.056804295774648</c:v>
                </c:pt>
                <c:pt idx="10160">
                  <c:v>6.0606112676056334</c:v>
                </c:pt>
                <c:pt idx="10161">
                  <c:v>6.0620580985915495</c:v>
                </c:pt>
                <c:pt idx="10162">
                  <c:v>6.0662388732394366</c:v>
                </c:pt>
                <c:pt idx="10163">
                  <c:v>6.0605080281690142</c:v>
                </c:pt>
                <c:pt idx="10164">
                  <c:v>6.0571076056338029</c:v>
                </c:pt>
                <c:pt idx="10165">
                  <c:v>6.0587013380281691</c:v>
                </c:pt>
                <c:pt idx="10166">
                  <c:v>6.0607174647887323</c:v>
                </c:pt>
                <c:pt idx="10167">
                  <c:v>6.0645026760563381</c:v>
                </c:pt>
                <c:pt idx="10168">
                  <c:v>6.062469577464789</c:v>
                </c:pt>
                <c:pt idx="10169">
                  <c:v>6.0537120422535216</c:v>
                </c:pt>
                <c:pt idx="10170">
                  <c:v>6.0523013380281689</c:v>
                </c:pt>
                <c:pt idx="10171">
                  <c:v>6.0576829577464792</c:v>
                </c:pt>
                <c:pt idx="10172">
                  <c:v>6.0631761267605633</c:v>
                </c:pt>
                <c:pt idx="10173">
                  <c:v>6.0655502816901405</c:v>
                </c:pt>
                <c:pt idx="10174">
                  <c:v>6.062722112676056</c:v>
                </c:pt>
                <c:pt idx="10175">
                  <c:v>6.057422887323944</c:v>
                </c:pt>
                <c:pt idx="10176">
                  <c:v>6.0517062676056339</c:v>
                </c:pt>
                <c:pt idx="10177">
                  <c:v>6.0541076760563381</c:v>
                </c:pt>
                <c:pt idx="10178">
                  <c:v>6.0555029577464792</c:v>
                </c:pt>
                <c:pt idx="10179">
                  <c:v>6.0574836619718306</c:v>
                </c:pt>
                <c:pt idx="10180">
                  <c:v>6.057030915492958</c:v>
                </c:pt>
                <c:pt idx="10181">
                  <c:v>6.0539083098591551</c:v>
                </c:pt>
                <c:pt idx="10182">
                  <c:v>6.0587282394366193</c:v>
                </c:pt>
                <c:pt idx="10183">
                  <c:v>6.065264225352113</c:v>
                </c:pt>
                <c:pt idx="10184">
                  <c:v>6.0647853521126764</c:v>
                </c:pt>
                <c:pt idx="10185">
                  <c:v>6.0616238028169018</c:v>
                </c:pt>
                <c:pt idx="10186">
                  <c:v>6.0599821830985912</c:v>
                </c:pt>
                <c:pt idx="10187">
                  <c:v>6.0595438028169015</c:v>
                </c:pt>
                <c:pt idx="10188">
                  <c:v>6.0572697183098594</c:v>
                </c:pt>
                <c:pt idx="10189">
                  <c:v>6.0571957042253519</c:v>
                </c:pt>
                <c:pt idx="10190">
                  <c:v>6.0576038028169013</c:v>
                </c:pt>
                <c:pt idx="10191">
                  <c:v>6.0587261971830983</c:v>
                </c:pt>
                <c:pt idx="10192">
                  <c:v>6.0672194366197187</c:v>
                </c:pt>
                <c:pt idx="10193">
                  <c:v>6.0701166901408454</c:v>
                </c:pt>
                <c:pt idx="10194">
                  <c:v>6.0641094366197184</c:v>
                </c:pt>
                <c:pt idx="10195">
                  <c:v>6.0651052816901405</c:v>
                </c:pt>
                <c:pt idx="10196">
                  <c:v>6.0684692957746478</c:v>
                </c:pt>
                <c:pt idx="10197">
                  <c:v>6.0693043661971835</c:v>
                </c:pt>
                <c:pt idx="10198">
                  <c:v>6.0739774647887321</c:v>
                </c:pt>
                <c:pt idx="10199">
                  <c:v>6.0760830985915497</c:v>
                </c:pt>
                <c:pt idx="10200">
                  <c:v>6.0750880281690138</c:v>
                </c:pt>
                <c:pt idx="10201">
                  <c:v>6.0707070422535212</c:v>
                </c:pt>
                <c:pt idx="10202">
                  <c:v>6.0637602816901408</c:v>
                </c:pt>
                <c:pt idx="10203">
                  <c:v>6.063954436619718</c:v>
                </c:pt>
                <c:pt idx="10204">
                  <c:v>6.0653878873239435</c:v>
                </c:pt>
                <c:pt idx="10205">
                  <c:v>6.0631297183098596</c:v>
                </c:pt>
                <c:pt idx="10206">
                  <c:v>6.0633113380281687</c:v>
                </c:pt>
                <c:pt idx="10207">
                  <c:v>6.0611459154929577</c:v>
                </c:pt>
                <c:pt idx="10208">
                  <c:v>6.062043802816901</c:v>
                </c:pt>
                <c:pt idx="10209">
                  <c:v>6.0677273239436618</c:v>
                </c:pt>
                <c:pt idx="10210">
                  <c:v>6.0686626056338024</c:v>
                </c:pt>
                <c:pt idx="10211">
                  <c:v>6.0655609859154929</c:v>
                </c:pt>
                <c:pt idx="10212">
                  <c:v>6.0593314084507046</c:v>
                </c:pt>
                <c:pt idx="10213">
                  <c:v>6.0585042253521131</c:v>
                </c:pt>
                <c:pt idx="10214">
                  <c:v>6.0596497887323943</c:v>
                </c:pt>
                <c:pt idx="10215">
                  <c:v>6.0614879577464791</c:v>
                </c:pt>
                <c:pt idx="10216">
                  <c:v>6.0611505633802816</c:v>
                </c:pt>
                <c:pt idx="10217">
                  <c:v>6.0617233802816903</c:v>
                </c:pt>
                <c:pt idx="10218">
                  <c:v>6.0568271830985916</c:v>
                </c:pt>
                <c:pt idx="10219">
                  <c:v>6.0538133098591551</c:v>
                </c:pt>
                <c:pt idx="10220">
                  <c:v>6.058168591549296</c:v>
                </c:pt>
                <c:pt idx="10221">
                  <c:v>6.060307887323944</c:v>
                </c:pt>
                <c:pt idx="10222">
                  <c:v>6.0686216197183098</c:v>
                </c:pt>
                <c:pt idx="10223">
                  <c:v>6.0718443661971833</c:v>
                </c:pt>
                <c:pt idx="10224">
                  <c:v>6.0720739436619722</c:v>
                </c:pt>
                <c:pt idx="10225">
                  <c:v>6.0700532394366196</c:v>
                </c:pt>
                <c:pt idx="10226">
                  <c:v>6.0654559154929579</c:v>
                </c:pt>
                <c:pt idx="10227">
                  <c:v>6.0661244366197185</c:v>
                </c:pt>
                <c:pt idx="10228">
                  <c:v>6.0593306338028166</c:v>
                </c:pt>
                <c:pt idx="10229">
                  <c:v>6.0570536619718309</c:v>
                </c:pt>
                <c:pt idx="10230">
                  <c:v>6.0554547887323942</c:v>
                </c:pt>
                <c:pt idx="10231">
                  <c:v>6.0564978873239435</c:v>
                </c:pt>
                <c:pt idx="10232">
                  <c:v>6.0621150000000004</c:v>
                </c:pt>
                <c:pt idx="10233">
                  <c:v>6.0576077464788733</c:v>
                </c:pt>
                <c:pt idx="10234">
                  <c:v>6.0537490140845067</c:v>
                </c:pt>
                <c:pt idx="10235">
                  <c:v>6.0575219014084505</c:v>
                </c:pt>
                <c:pt idx="10236">
                  <c:v>6.0567533802816902</c:v>
                </c:pt>
                <c:pt idx="10237">
                  <c:v>6.054810985915493</c:v>
                </c:pt>
                <c:pt idx="10238">
                  <c:v>6.0562505633802814</c:v>
                </c:pt>
                <c:pt idx="10239">
                  <c:v>6.0591773239436622</c:v>
                </c:pt>
                <c:pt idx="10240">
                  <c:v>6.0648835915492958</c:v>
                </c:pt>
                <c:pt idx="10241">
                  <c:v>6.0620145070422531</c:v>
                </c:pt>
                <c:pt idx="10242">
                  <c:v>6.0551774647887324</c:v>
                </c:pt>
                <c:pt idx="10243">
                  <c:v>6.0514844366197185</c:v>
                </c:pt>
                <c:pt idx="10244">
                  <c:v>6.0536041549295776</c:v>
                </c:pt>
                <c:pt idx="10245">
                  <c:v>6.059594295774648</c:v>
                </c:pt>
                <c:pt idx="10246">
                  <c:v>6.0619788732394362</c:v>
                </c:pt>
                <c:pt idx="10247">
                  <c:v>6.0584969718309862</c:v>
                </c:pt>
                <c:pt idx="10248">
                  <c:v>6.0542111267605634</c:v>
                </c:pt>
                <c:pt idx="10249">
                  <c:v>6.0531066197183101</c:v>
                </c:pt>
                <c:pt idx="10250">
                  <c:v>6.0532967605633798</c:v>
                </c:pt>
                <c:pt idx="10251">
                  <c:v>6.0535858450704225</c:v>
                </c:pt>
                <c:pt idx="10252">
                  <c:v>6.0564188028169017</c:v>
                </c:pt>
                <c:pt idx="10253">
                  <c:v>6.0571588028169012</c:v>
                </c:pt>
                <c:pt idx="10254">
                  <c:v>6.0510314788732398</c:v>
                </c:pt>
                <c:pt idx="10255">
                  <c:v>6.0503323943661975</c:v>
                </c:pt>
                <c:pt idx="10256">
                  <c:v>6.0538760563380283</c:v>
                </c:pt>
                <c:pt idx="10257">
                  <c:v>6.0501340845070422</c:v>
                </c:pt>
                <c:pt idx="10258">
                  <c:v>6.0438922535211264</c:v>
                </c:pt>
                <c:pt idx="10259">
                  <c:v>6.0469062676056335</c:v>
                </c:pt>
                <c:pt idx="10260">
                  <c:v>6.0495001408450708</c:v>
                </c:pt>
                <c:pt idx="10261">
                  <c:v>6.0574906338028169</c:v>
                </c:pt>
                <c:pt idx="10262">
                  <c:v>6.0626249295774652</c:v>
                </c:pt>
                <c:pt idx="10263">
                  <c:v>6.0591148591549295</c:v>
                </c:pt>
                <c:pt idx="10264">
                  <c:v>6.0583448591549294</c:v>
                </c:pt>
                <c:pt idx="10265">
                  <c:v>6.0607937323943659</c:v>
                </c:pt>
                <c:pt idx="10266">
                  <c:v>6.0584556338028168</c:v>
                </c:pt>
                <c:pt idx="10267">
                  <c:v>6.0602508450704224</c:v>
                </c:pt>
                <c:pt idx="10268">
                  <c:v>6.0628646478873236</c:v>
                </c:pt>
                <c:pt idx="10269">
                  <c:v>6.0603642957746482</c:v>
                </c:pt>
                <c:pt idx="10270">
                  <c:v>6.0542313380281687</c:v>
                </c:pt>
                <c:pt idx="10271">
                  <c:v>6.0487822535211269</c:v>
                </c:pt>
                <c:pt idx="10272">
                  <c:v>6.0498379577464787</c:v>
                </c:pt>
                <c:pt idx="10273">
                  <c:v>6.0493022535211267</c:v>
                </c:pt>
                <c:pt idx="10274">
                  <c:v>6.0495123239436621</c:v>
                </c:pt>
                <c:pt idx="10275">
                  <c:v>6.0559012676056341</c:v>
                </c:pt>
                <c:pt idx="10276">
                  <c:v>6.0567131690140847</c:v>
                </c:pt>
                <c:pt idx="10277">
                  <c:v>6.0563797183098593</c:v>
                </c:pt>
                <c:pt idx="10278">
                  <c:v>6.055810352112676</c:v>
                </c:pt>
                <c:pt idx="10279">
                  <c:v>6.0545746478873239</c:v>
                </c:pt>
                <c:pt idx="10280">
                  <c:v>6.0538602816901408</c:v>
                </c:pt>
                <c:pt idx="10281">
                  <c:v>6.0525078169014082</c:v>
                </c:pt>
                <c:pt idx="10282">
                  <c:v>6.0528015492957747</c:v>
                </c:pt>
                <c:pt idx="10283">
                  <c:v>6.0614246478873239</c:v>
                </c:pt>
                <c:pt idx="10284">
                  <c:v>6.072954929577465</c:v>
                </c:pt>
                <c:pt idx="10285">
                  <c:v>6.0729908450704224</c:v>
                </c:pt>
                <c:pt idx="10286">
                  <c:v>6.0691607746478873</c:v>
                </c:pt>
                <c:pt idx="10287">
                  <c:v>6.0667605633802815</c:v>
                </c:pt>
                <c:pt idx="10288">
                  <c:v>6.0571239436619715</c:v>
                </c:pt>
                <c:pt idx="10289">
                  <c:v>6.0547783802816904</c:v>
                </c:pt>
                <c:pt idx="10290">
                  <c:v>6.0550930281690141</c:v>
                </c:pt>
                <c:pt idx="10291">
                  <c:v>6.0562169718309855</c:v>
                </c:pt>
                <c:pt idx="10292">
                  <c:v>6.0587863380281686</c:v>
                </c:pt>
                <c:pt idx="10293">
                  <c:v>6.0647378169014088</c:v>
                </c:pt>
                <c:pt idx="10294">
                  <c:v>6.0691547887323942</c:v>
                </c:pt>
                <c:pt idx="10295">
                  <c:v>6.0689252816901407</c:v>
                </c:pt>
                <c:pt idx="10296">
                  <c:v>6.0665880985915495</c:v>
                </c:pt>
                <c:pt idx="10297">
                  <c:v>6.0673819014084511</c:v>
                </c:pt>
                <c:pt idx="10298">
                  <c:v>6.0685978873239437</c:v>
                </c:pt>
                <c:pt idx="10299">
                  <c:v>6.0657733098591553</c:v>
                </c:pt>
                <c:pt idx="10300">
                  <c:v>6.0661811971830986</c:v>
                </c:pt>
                <c:pt idx="10301">
                  <c:v>6.0726084507042257</c:v>
                </c:pt>
                <c:pt idx="10302">
                  <c:v>6.0727549295774645</c:v>
                </c:pt>
                <c:pt idx="10303">
                  <c:v>6.0656801408450702</c:v>
                </c:pt>
                <c:pt idx="10304">
                  <c:v>6.0610009154929578</c:v>
                </c:pt>
                <c:pt idx="10305">
                  <c:v>6.0658783802816902</c:v>
                </c:pt>
                <c:pt idx="10306">
                  <c:v>6.0694318309859154</c:v>
                </c:pt>
                <c:pt idx="10307">
                  <c:v>6.0736274647887321</c:v>
                </c:pt>
                <c:pt idx="10308">
                  <c:v>6.0729260563380283</c:v>
                </c:pt>
                <c:pt idx="10309">
                  <c:v>6.0653467605633802</c:v>
                </c:pt>
                <c:pt idx="10310">
                  <c:v>6.0567290845070421</c:v>
                </c:pt>
                <c:pt idx="10311">
                  <c:v>6.0463185915492961</c:v>
                </c:pt>
                <c:pt idx="10312">
                  <c:v>6.0434952112676052</c:v>
                </c:pt>
                <c:pt idx="10313">
                  <c:v>6.0468177464788733</c:v>
                </c:pt>
                <c:pt idx="10314">
                  <c:v>6.0530730281690142</c:v>
                </c:pt>
                <c:pt idx="10315">
                  <c:v>6.0529889436619717</c:v>
                </c:pt>
                <c:pt idx="10316">
                  <c:v>6.050891901408451</c:v>
                </c:pt>
                <c:pt idx="10317">
                  <c:v>6.0466103521126762</c:v>
                </c:pt>
                <c:pt idx="10318">
                  <c:v>6.0484841549295778</c:v>
                </c:pt>
                <c:pt idx="10319">
                  <c:v>6.050893943661972</c:v>
                </c:pt>
                <c:pt idx="10320">
                  <c:v>6.0494081690140842</c:v>
                </c:pt>
                <c:pt idx="10321">
                  <c:v>6.0524764084507039</c:v>
                </c:pt>
                <c:pt idx="10322">
                  <c:v>6.0567093661971834</c:v>
                </c:pt>
                <c:pt idx="10323">
                  <c:v>6.0537791549295772</c:v>
                </c:pt>
                <c:pt idx="10324">
                  <c:v>6.0491126056338027</c:v>
                </c:pt>
                <c:pt idx="10325">
                  <c:v>6.0415338028169012</c:v>
                </c:pt>
                <c:pt idx="10326">
                  <c:v>6.0332382394366197</c:v>
                </c:pt>
                <c:pt idx="10327">
                  <c:v>6.0346384507042252</c:v>
                </c:pt>
                <c:pt idx="10328">
                  <c:v>6.0445923943661972</c:v>
                </c:pt>
                <c:pt idx="10329">
                  <c:v>6.0522067605633803</c:v>
                </c:pt>
                <c:pt idx="10330">
                  <c:v>6.0577220422535207</c:v>
                </c:pt>
                <c:pt idx="10331">
                  <c:v>6.0641780281690139</c:v>
                </c:pt>
                <c:pt idx="10332">
                  <c:v>6.0654733802816905</c:v>
                </c:pt>
                <c:pt idx="10333">
                  <c:v>6.067429647887324</c:v>
                </c:pt>
                <c:pt idx="10334">
                  <c:v>6.0692542957746483</c:v>
                </c:pt>
                <c:pt idx="10335">
                  <c:v>6.0685493661971828</c:v>
                </c:pt>
                <c:pt idx="10336">
                  <c:v>6.0739478873239436</c:v>
                </c:pt>
                <c:pt idx="10337">
                  <c:v>6.0725697183098593</c:v>
                </c:pt>
                <c:pt idx="10338">
                  <c:v>6.0671864084507039</c:v>
                </c:pt>
                <c:pt idx="10339">
                  <c:v>6.0589483802816897</c:v>
                </c:pt>
                <c:pt idx="10340">
                  <c:v>6.0550945070422539</c:v>
                </c:pt>
                <c:pt idx="10341">
                  <c:v>6.0609378873239432</c:v>
                </c:pt>
                <c:pt idx="10342">
                  <c:v>6.06160161971831</c:v>
                </c:pt>
                <c:pt idx="10343">
                  <c:v>6.0569136619718309</c:v>
                </c:pt>
                <c:pt idx="10344">
                  <c:v>6.0501344366197181</c:v>
                </c:pt>
                <c:pt idx="10345">
                  <c:v>6.0535050704225348</c:v>
                </c:pt>
                <c:pt idx="10346">
                  <c:v>6.0571068309859157</c:v>
                </c:pt>
                <c:pt idx="10347">
                  <c:v>6.0602115492957749</c:v>
                </c:pt>
                <c:pt idx="10348">
                  <c:v>6.0636680281690145</c:v>
                </c:pt>
                <c:pt idx="10349">
                  <c:v>6.0634583802816904</c:v>
                </c:pt>
                <c:pt idx="10350">
                  <c:v>6.0653761971830988</c:v>
                </c:pt>
                <c:pt idx="10351">
                  <c:v>6.067493873239437</c:v>
                </c:pt>
                <c:pt idx="10352">
                  <c:v>6.0703521830985911</c:v>
                </c:pt>
                <c:pt idx="10353">
                  <c:v>6.0741500000000004</c:v>
                </c:pt>
                <c:pt idx="10354">
                  <c:v>6.0691990845070425</c:v>
                </c:pt>
                <c:pt idx="10355">
                  <c:v>6.0587460563380278</c:v>
                </c:pt>
                <c:pt idx="10356">
                  <c:v>6.0542373943661971</c:v>
                </c:pt>
                <c:pt idx="10357">
                  <c:v>6.0605461267605634</c:v>
                </c:pt>
                <c:pt idx="10358">
                  <c:v>6.0637292253521125</c:v>
                </c:pt>
                <c:pt idx="10359">
                  <c:v>6.0611755633802815</c:v>
                </c:pt>
                <c:pt idx="10360">
                  <c:v>6.0574899295774651</c:v>
                </c:pt>
                <c:pt idx="10361">
                  <c:v>6.0568292957746479</c:v>
                </c:pt>
                <c:pt idx="10362">
                  <c:v>6.0544730985915489</c:v>
                </c:pt>
                <c:pt idx="10363">
                  <c:v>6.0481490140845073</c:v>
                </c:pt>
                <c:pt idx="10364">
                  <c:v>6.0496598591549295</c:v>
                </c:pt>
                <c:pt idx="10365">
                  <c:v>6.0546828873239438</c:v>
                </c:pt>
                <c:pt idx="10366">
                  <c:v>6.0617019014084503</c:v>
                </c:pt>
                <c:pt idx="10367">
                  <c:v>6.0592859859154933</c:v>
                </c:pt>
                <c:pt idx="10368">
                  <c:v>6.0492547887323944</c:v>
                </c:pt>
                <c:pt idx="10369">
                  <c:v>6.043489014084507</c:v>
                </c:pt>
                <c:pt idx="10370">
                  <c:v>6.04582485915493</c:v>
                </c:pt>
                <c:pt idx="10371">
                  <c:v>6.0477243661971833</c:v>
                </c:pt>
                <c:pt idx="10372">
                  <c:v>6.0505421126760561</c:v>
                </c:pt>
                <c:pt idx="10373">
                  <c:v>6.0563157042253524</c:v>
                </c:pt>
                <c:pt idx="10374">
                  <c:v>6.0637156338028166</c:v>
                </c:pt>
                <c:pt idx="10375">
                  <c:v>6.0636384507042251</c:v>
                </c:pt>
                <c:pt idx="10376">
                  <c:v>6.0672810563380279</c:v>
                </c:pt>
                <c:pt idx="10377">
                  <c:v>6.0685169718309862</c:v>
                </c:pt>
                <c:pt idx="10378">
                  <c:v>6.069216549295775</c:v>
                </c:pt>
                <c:pt idx="10379">
                  <c:v>6.0702950704225351</c:v>
                </c:pt>
                <c:pt idx="10380">
                  <c:v>6.0646619718309855</c:v>
                </c:pt>
                <c:pt idx="10381">
                  <c:v>6.0635026760563377</c:v>
                </c:pt>
                <c:pt idx="10382">
                  <c:v>6.0619592957746482</c:v>
                </c:pt>
                <c:pt idx="10383">
                  <c:v>6.0591342253521123</c:v>
                </c:pt>
                <c:pt idx="10384">
                  <c:v>6.0576352112676055</c:v>
                </c:pt>
                <c:pt idx="10385">
                  <c:v>6.0575064788732398</c:v>
                </c:pt>
                <c:pt idx="10386">
                  <c:v>6.0576898591549293</c:v>
                </c:pt>
                <c:pt idx="10387">
                  <c:v>6.0578930281690138</c:v>
                </c:pt>
                <c:pt idx="10388">
                  <c:v>6.056035281690141</c:v>
                </c:pt>
                <c:pt idx="10389">
                  <c:v>6.0507221830985918</c:v>
                </c:pt>
                <c:pt idx="10390">
                  <c:v>6.0490522535211264</c:v>
                </c:pt>
                <c:pt idx="10391">
                  <c:v>6.0593035211267603</c:v>
                </c:pt>
                <c:pt idx="10392">
                  <c:v>6.0625591549295779</c:v>
                </c:pt>
                <c:pt idx="10393">
                  <c:v>6.0604538732394362</c:v>
                </c:pt>
                <c:pt idx="10394">
                  <c:v>6.0581240845070425</c:v>
                </c:pt>
                <c:pt idx="10395">
                  <c:v>6.0602254929577466</c:v>
                </c:pt>
                <c:pt idx="10396">
                  <c:v>6.0651668309859152</c:v>
                </c:pt>
                <c:pt idx="10397">
                  <c:v>6.0667042253521126</c:v>
                </c:pt>
                <c:pt idx="10398">
                  <c:v>6.0641818309859152</c:v>
                </c:pt>
                <c:pt idx="10399">
                  <c:v>6.0590900000000003</c:v>
                </c:pt>
                <c:pt idx="10400">
                  <c:v>6.0588289436619718</c:v>
                </c:pt>
                <c:pt idx="10401">
                  <c:v>6.0554979577464785</c:v>
                </c:pt>
                <c:pt idx="10402">
                  <c:v>6.0481042957746478</c:v>
                </c:pt>
                <c:pt idx="10403">
                  <c:v>6.0462172535211272</c:v>
                </c:pt>
                <c:pt idx="10404">
                  <c:v>6.0440004225352109</c:v>
                </c:pt>
                <c:pt idx="10405">
                  <c:v>6.0465031690140849</c:v>
                </c:pt>
                <c:pt idx="10406">
                  <c:v>6.053003943661972</c:v>
                </c:pt>
                <c:pt idx="10407">
                  <c:v>6.0550057042253522</c:v>
                </c:pt>
                <c:pt idx="10408">
                  <c:v>6.0566977464788732</c:v>
                </c:pt>
                <c:pt idx="10409">
                  <c:v>6.053892253521127</c:v>
                </c:pt>
                <c:pt idx="10410">
                  <c:v>6.0508938028169013</c:v>
                </c:pt>
                <c:pt idx="10411">
                  <c:v>6.0455834507042256</c:v>
                </c:pt>
                <c:pt idx="10412">
                  <c:v>6.0421707042253523</c:v>
                </c:pt>
                <c:pt idx="10413">
                  <c:v>6.0450193661971827</c:v>
                </c:pt>
                <c:pt idx="10414">
                  <c:v>6.0541233098591549</c:v>
                </c:pt>
                <c:pt idx="10415">
                  <c:v>6.0597419014084508</c:v>
                </c:pt>
                <c:pt idx="10416">
                  <c:v>6.0668295070422538</c:v>
                </c:pt>
                <c:pt idx="10417">
                  <c:v>6.0657446478873238</c:v>
                </c:pt>
                <c:pt idx="10418">
                  <c:v>6.0603476760563382</c:v>
                </c:pt>
                <c:pt idx="10419">
                  <c:v>6.0567274647887324</c:v>
                </c:pt>
                <c:pt idx="10420">
                  <c:v>6.0553509154929577</c:v>
                </c:pt>
                <c:pt idx="10421">
                  <c:v>6.0581206338028171</c:v>
                </c:pt>
                <c:pt idx="10422">
                  <c:v>6.0615167605633804</c:v>
                </c:pt>
                <c:pt idx="10423">
                  <c:v>6.0526876056338033</c:v>
                </c:pt>
                <c:pt idx="10424">
                  <c:v>6.0554392253521128</c:v>
                </c:pt>
                <c:pt idx="10425">
                  <c:v>6.0686191549295776</c:v>
                </c:pt>
                <c:pt idx="10426">
                  <c:v>6.0748753521126764</c:v>
                </c:pt>
                <c:pt idx="10427">
                  <c:v>6.0697848591549297</c:v>
                </c:pt>
                <c:pt idx="10428">
                  <c:v>6.0613058450704225</c:v>
                </c:pt>
                <c:pt idx="10429">
                  <c:v>6.0564745070422532</c:v>
                </c:pt>
                <c:pt idx="10430">
                  <c:v>6.0538742957746479</c:v>
                </c:pt>
                <c:pt idx="10431">
                  <c:v>6.0580404225352114</c:v>
                </c:pt>
                <c:pt idx="10432">
                  <c:v>6.0688028873239439</c:v>
                </c:pt>
                <c:pt idx="10433">
                  <c:v>6.0675633802816904</c:v>
                </c:pt>
                <c:pt idx="10434">
                  <c:v>6.0615208450704223</c:v>
                </c:pt>
                <c:pt idx="10435">
                  <c:v>6.0667373239436619</c:v>
                </c:pt>
                <c:pt idx="10436">
                  <c:v>6.0647468309859152</c:v>
                </c:pt>
                <c:pt idx="10437">
                  <c:v>6.0600278169014086</c:v>
                </c:pt>
                <c:pt idx="10438">
                  <c:v>6.0585390845070419</c:v>
                </c:pt>
                <c:pt idx="10439">
                  <c:v>6.0580783802816898</c:v>
                </c:pt>
                <c:pt idx="10440">
                  <c:v>6.0625699295774647</c:v>
                </c:pt>
                <c:pt idx="10441">
                  <c:v>6.0614702816901405</c:v>
                </c:pt>
                <c:pt idx="10442">
                  <c:v>6.0543352816901406</c:v>
                </c:pt>
                <c:pt idx="10443">
                  <c:v>6.0531389436619722</c:v>
                </c:pt>
                <c:pt idx="10444">
                  <c:v>6.0611647183098594</c:v>
                </c:pt>
                <c:pt idx="10445">
                  <c:v>6.0635697183098589</c:v>
                </c:pt>
                <c:pt idx="10446">
                  <c:v>6.0630041549295779</c:v>
                </c:pt>
                <c:pt idx="10447">
                  <c:v>6.0649573943661972</c:v>
                </c:pt>
                <c:pt idx="10448">
                  <c:v>6.0655309859154931</c:v>
                </c:pt>
                <c:pt idx="10449">
                  <c:v>6.0662675352112672</c:v>
                </c:pt>
                <c:pt idx="10450">
                  <c:v>6.0615454929577464</c:v>
                </c:pt>
                <c:pt idx="10451">
                  <c:v>6.0570568309859159</c:v>
                </c:pt>
                <c:pt idx="10452">
                  <c:v>6.0557783802816898</c:v>
                </c:pt>
                <c:pt idx="10453">
                  <c:v>6.0516771126760567</c:v>
                </c:pt>
                <c:pt idx="10454">
                  <c:v>6.0459469718309862</c:v>
                </c:pt>
                <c:pt idx="10455">
                  <c:v>6.0421903521126756</c:v>
                </c:pt>
                <c:pt idx="10456">
                  <c:v>6.0417321126760566</c:v>
                </c:pt>
                <c:pt idx="10457">
                  <c:v>6.0496295070422539</c:v>
                </c:pt>
                <c:pt idx="10458">
                  <c:v>6.0554630985915496</c:v>
                </c:pt>
                <c:pt idx="10459">
                  <c:v>6.054660915492958</c:v>
                </c:pt>
                <c:pt idx="10460">
                  <c:v>6.0518853521126763</c:v>
                </c:pt>
                <c:pt idx="10461">
                  <c:v>6.0478894366197187</c:v>
                </c:pt>
                <c:pt idx="10462">
                  <c:v>6.0509808450704226</c:v>
                </c:pt>
                <c:pt idx="10463">
                  <c:v>6.0596324647887325</c:v>
                </c:pt>
                <c:pt idx="10464">
                  <c:v>6.0657442253521126</c:v>
                </c:pt>
                <c:pt idx="10465">
                  <c:v>6.0617299999999998</c:v>
                </c:pt>
                <c:pt idx="10466">
                  <c:v>6.0600414084507044</c:v>
                </c:pt>
                <c:pt idx="10467">
                  <c:v>6.0613384507042252</c:v>
                </c:pt>
                <c:pt idx="10468">
                  <c:v>6.0625559859154929</c:v>
                </c:pt>
                <c:pt idx="10469">
                  <c:v>6.0653859154929579</c:v>
                </c:pt>
                <c:pt idx="10470">
                  <c:v>6.0622553521126763</c:v>
                </c:pt>
                <c:pt idx="10471">
                  <c:v>6.0584449999999999</c:v>
                </c:pt>
                <c:pt idx="10472">
                  <c:v>6.0562458450704222</c:v>
                </c:pt>
                <c:pt idx="10473">
                  <c:v>6.0507847183098589</c:v>
                </c:pt>
                <c:pt idx="10474">
                  <c:v>6.045663028169014</c:v>
                </c:pt>
                <c:pt idx="10475">
                  <c:v>6.0483197887323943</c:v>
                </c:pt>
                <c:pt idx="10476">
                  <c:v>6.0516452112676058</c:v>
                </c:pt>
                <c:pt idx="10477">
                  <c:v>6.0519357042253521</c:v>
                </c:pt>
                <c:pt idx="10478">
                  <c:v>6.062017676056338</c:v>
                </c:pt>
                <c:pt idx="10479">
                  <c:v>6.0705492957746481</c:v>
                </c:pt>
                <c:pt idx="10480">
                  <c:v>6.0728387323943664</c:v>
                </c:pt>
                <c:pt idx="10481">
                  <c:v>6.0661681690140847</c:v>
                </c:pt>
                <c:pt idx="10482">
                  <c:v>6.0642704929577462</c:v>
                </c:pt>
                <c:pt idx="10483">
                  <c:v>6.0660353521126762</c:v>
                </c:pt>
                <c:pt idx="10484">
                  <c:v>6.0722218309859155</c:v>
                </c:pt>
                <c:pt idx="10485">
                  <c:v>6.0770908450704226</c:v>
                </c:pt>
                <c:pt idx="10486">
                  <c:v>6.0730802816901406</c:v>
                </c:pt>
                <c:pt idx="10487">
                  <c:v>6.0626492957746478</c:v>
                </c:pt>
                <c:pt idx="10488">
                  <c:v>6.0580235915492961</c:v>
                </c:pt>
                <c:pt idx="10489">
                  <c:v>6.0491975352112677</c:v>
                </c:pt>
                <c:pt idx="10490">
                  <c:v>6.0444990845070423</c:v>
                </c:pt>
                <c:pt idx="10491">
                  <c:v>6.0462811971830988</c:v>
                </c:pt>
                <c:pt idx="10492">
                  <c:v>6.0522291549295772</c:v>
                </c:pt>
                <c:pt idx="10493">
                  <c:v>6.0475697887323943</c:v>
                </c:pt>
                <c:pt idx="10494">
                  <c:v>6.0421870422535209</c:v>
                </c:pt>
                <c:pt idx="10495">
                  <c:v>6.0483707746478874</c:v>
                </c:pt>
                <c:pt idx="10496">
                  <c:v>6.0480556338028171</c:v>
                </c:pt>
                <c:pt idx="10497">
                  <c:v>6.0429373239436623</c:v>
                </c:pt>
                <c:pt idx="10498">
                  <c:v>6.0437202112676056</c:v>
                </c:pt>
                <c:pt idx="10499">
                  <c:v>6.0502680985915491</c:v>
                </c:pt>
                <c:pt idx="10500">
                  <c:v>6.0551971830985911</c:v>
                </c:pt>
                <c:pt idx="10501">
                  <c:v>6.0670043661971835</c:v>
                </c:pt>
                <c:pt idx="10502">
                  <c:v>6.074191549295775</c:v>
                </c:pt>
                <c:pt idx="10503">
                  <c:v>6.0695408450704225</c:v>
                </c:pt>
                <c:pt idx="10504">
                  <c:v>6.0610211971830985</c:v>
                </c:pt>
                <c:pt idx="10505">
                  <c:v>6.0574055633802821</c:v>
                </c:pt>
                <c:pt idx="10506">
                  <c:v>6.0640813380281688</c:v>
                </c:pt>
                <c:pt idx="10507">
                  <c:v>6.0678421830985911</c:v>
                </c:pt>
                <c:pt idx="10508">
                  <c:v>6.0643666197183101</c:v>
                </c:pt>
                <c:pt idx="10509">
                  <c:v>6.0630499999999996</c:v>
                </c:pt>
                <c:pt idx="10510">
                  <c:v>6.0651900704225348</c:v>
                </c:pt>
                <c:pt idx="10511">
                  <c:v>6.0656104929577461</c:v>
                </c:pt>
                <c:pt idx="10512">
                  <c:v>6.0649583098591551</c:v>
                </c:pt>
                <c:pt idx="10513">
                  <c:v>6.0608273239436619</c:v>
                </c:pt>
                <c:pt idx="10514">
                  <c:v>6.0589537323943663</c:v>
                </c:pt>
                <c:pt idx="10515">
                  <c:v>6.062057253521127</c:v>
                </c:pt>
                <c:pt idx="10516">
                  <c:v>6.0601381690140848</c:v>
                </c:pt>
                <c:pt idx="10517">
                  <c:v>6.0591646478873242</c:v>
                </c:pt>
                <c:pt idx="10518">
                  <c:v>6.0565814788732393</c:v>
                </c:pt>
                <c:pt idx="10519">
                  <c:v>6.0607515492957749</c:v>
                </c:pt>
                <c:pt idx="10520">
                  <c:v>6.066044084507042</c:v>
                </c:pt>
                <c:pt idx="10521">
                  <c:v>6.0597858450704223</c:v>
                </c:pt>
                <c:pt idx="10522">
                  <c:v>6.0607418309859158</c:v>
                </c:pt>
                <c:pt idx="10523">
                  <c:v>6.0597698591549296</c:v>
                </c:pt>
                <c:pt idx="10524">
                  <c:v>6.0571421126760567</c:v>
                </c:pt>
                <c:pt idx="10525">
                  <c:v>6.0506682394366198</c:v>
                </c:pt>
                <c:pt idx="10526">
                  <c:v>6.0532711267605634</c:v>
                </c:pt>
                <c:pt idx="10527">
                  <c:v>6.0586038732394369</c:v>
                </c:pt>
                <c:pt idx="10528">
                  <c:v>6.0586759154929579</c:v>
                </c:pt>
                <c:pt idx="10529">
                  <c:v>6.0516603521126759</c:v>
                </c:pt>
                <c:pt idx="10530">
                  <c:v>6.0455184507042254</c:v>
                </c:pt>
                <c:pt idx="10531">
                  <c:v>6.0420850704225355</c:v>
                </c:pt>
                <c:pt idx="10532">
                  <c:v>6.0453928169014084</c:v>
                </c:pt>
                <c:pt idx="10533">
                  <c:v>6.0491914084507039</c:v>
                </c:pt>
                <c:pt idx="10534">
                  <c:v>6.05092661971831</c:v>
                </c:pt>
                <c:pt idx="10535">
                  <c:v>6.0546828169014084</c:v>
                </c:pt>
                <c:pt idx="10536">
                  <c:v>6.0570942253521123</c:v>
                </c:pt>
                <c:pt idx="10537">
                  <c:v>6.0606936619718308</c:v>
                </c:pt>
                <c:pt idx="10538">
                  <c:v>6.0591575352112672</c:v>
                </c:pt>
                <c:pt idx="10539">
                  <c:v>6.0492735211267608</c:v>
                </c:pt>
                <c:pt idx="10540">
                  <c:v>6.0449271830985918</c:v>
                </c:pt>
                <c:pt idx="10541">
                  <c:v>6.0417312676056341</c:v>
                </c:pt>
                <c:pt idx="10542">
                  <c:v>6.0387814084507045</c:v>
                </c:pt>
                <c:pt idx="10543">
                  <c:v>6.0407080985915496</c:v>
                </c:pt>
                <c:pt idx="10544">
                  <c:v>6.0497271830985913</c:v>
                </c:pt>
                <c:pt idx="10545">
                  <c:v>6.0610281690140848</c:v>
                </c:pt>
                <c:pt idx="10546">
                  <c:v>6.0676738028169011</c:v>
                </c:pt>
                <c:pt idx="10547">
                  <c:v>6.0662383098591546</c:v>
                </c:pt>
                <c:pt idx="10548">
                  <c:v>6.0585369014084511</c:v>
                </c:pt>
                <c:pt idx="10549">
                  <c:v>6.0560688028169016</c:v>
                </c:pt>
                <c:pt idx="10550">
                  <c:v>6.0549130985915491</c:v>
                </c:pt>
                <c:pt idx="10551">
                  <c:v>6.0552328873239434</c:v>
                </c:pt>
                <c:pt idx="10552">
                  <c:v>6.0635400704225351</c:v>
                </c:pt>
                <c:pt idx="10553">
                  <c:v>6.0686114788732395</c:v>
                </c:pt>
                <c:pt idx="10554">
                  <c:v>6.068807746478873</c:v>
                </c:pt>
                <c:pt idx="10555">
                  <c:v>6.0688930281690139</c:v>
                </c:pt>
                <c:pt idx="10556">
                  <c:v>6.0675016901408449</c:v>
                </c:pt>
                <c:pt idx="10557">
                  <c:v>6.0642289436619716</c:v>
                </c:pt>
                <c:pt idx="10558">
                  <c:v>6.0603914788732398</c:v>
                </c:pt>
                <c:pt idx="10559">
                  <c:v>6.0595327464788733</c:v>
                </c:pt>
                <c:pt idx="10560">
                  <c:v>6.0587325352112673</c:v>
                </c:pt>
                <c:pt idx="10561">
                  <c:v>6.0581032394366199</c:v>
                </c:pt>
                <c:pt idx="10562">
                  <c:v>6.0560654929577469</c:v>
                </c:pt>
                <c:pt idx="10563">
                  <c:v>6.055377464788732</c:v>
                </c:pt>
                <c:pt idx="10564">
                  <c:v>6.0622843661971828</c:v>
                </c:pt>
                <c:pt idx="10565">
                  <c:v>6.0623059859154926</c:v>
                </c:pt>
                <c:pt idx="10566">
                  <c:v>6.0568148591549296</c:v>
                </c:pt>
                <c:pt idx="10567">
                  <c:v>6.0587980281690141</c:v>
                </c:pt>
                <c:pt idx="10568">
                  <c:v>6.0641742253521125</c:v>
                </c:pt>
                <c:pt idx="10569">
                  <c:v>6.0682547183098592</c:v>
                </c:pt>
                <c:pt idx="10570">
                  <c:v>6.0708971830985918</c:v>
                </c:pt>
                <c:pt idx="10571">
                  <c:v>6.0659991549295773</c:v>
                </c:pt>
                <c:pt idx="10572">
                  <c:v>6.0625350704225349</c:v>
                </c:pt>
                <c:pt idx="10573">
                  <c:v>6.0613957042253519</c:v>
                </c:pt>
                <c:pt idx="10574">
                  <c:v>6.0621239436619714</c:v>
                </c:pt>
                <c:pt idx="10575">
                  <c:v>6.0599938028169014</c:v>
                </c:pt>
                <c:pt idx="10576">
                  <c:v>6.0597142957746479</c:v>
                </c:pt>
                <c:pt idx="10577">
                  <c:v>6.0555942253521131</c:v>
                </c:pt>
                <c:pt idx="10578">
                  <c:v>6.050409577464789</c:v>
                </c:pt>
                <c:pt idx="10579">
                  <c:v>6.0464166197183102</c:v>
                </c:pt>
                <c:pt idx="10580">
                  <c:v>6.0433059859154934</c:v>
                </c:pt>
                <c:pt idx="10581">
                  <c:v>6.0426059859154932</c:v>
                </c:pt>
                <c:pt idx="10582">
                  <c:v>6.0429946478873235</c:v>
                </c:pt>
                <c:pt idx="10583">
                  <c:v>6.0544452816901408</c:v>
                </c:pt>
                <c:pt idx="10584">
                  <c:v>6.0697892957746475</c:v>
                </c:pt>
                <c:pt idx="10585">
                  <c:v>6.0751014084507045</c:v>
                </c:pt>
                <c:pt idx="10586">
                  <c:v>6.0708809859154931</c:v>
                </c:pt>
                <c:pt idx="10587">
                  <c:v>6.0611568309859152</c:v>
                </c:pt>
                <c:pt idx="10588">
                  <c:v>6.0527180281690143</c:v>
                </c:pt>
                <c:pt idx="10589">
                  <c:v>6.0503176056338024</c:v>
                </c:pt>
                <c:pt idx="10590">
                  <c:v>6.0482397887323947</c:v>
                </c:pt>
                <c:pt idx="10591">
                  <c:v>6.0489302112676056</c:v>
                </c:pt>
                <c:pt idx="10592">
                  <c:v>6.055187464788732</c:v>
                </c:pt>
                <c:pt idx="10593">
                  <c:v>6.0628938732394362</c:v>
                </c:pt>
                <c:pt idx="10594">
                  <c:v>6.0643586619718306</c:v>
                </c:pt>
                <c:pt idx="10595">
                  <c:v>6.066034014084507</c:v>
                </c:pt>
                <c:pt idx="10596">
                  <c:v>6.066398732394366</c:v>
                </c:pt>
                <c:pt idx="10597">
                  <c:v>6.0674571126760561</c:v>
                </c:pt>
                <c:pt idx="10598">
                  <c:v>6.0617112676056335</c:v>
                </c:pt>
                <c:pt idx="10599">
                  <c:v>6.0598828169014087</c:v>
                </c:pt>
                <c:pt idx="10600">
                  <c:v>6.0565352816901408</c:v>
                </c:pt>
                <c:pt idx="10601">
                  <c:v>6.0498595774647885</c:v>
                </c:pt>
                <c:pt idx="10602">
                  <c:v>6.0436047887323943</c:v>
                </c:pt>
                <c:pt idx="10603">
                  <c:v>6.0475569014084503</c:v>
                </c:pt>
                <c:pt idx="10604">
                  <c:v>6.052105352112676</c:v>
                </c:pt>
                <c:pt idx="10605">
                  <c:v>6.0546518309859154</c:v>
                </c:pt>
                <c:pt idx="10606">
                  <c:v>6.0541264788732398</c:v>
                </c:pt>
                <c:pt idx="10607">
                  <c:v>6.0458166197183099</c:v>
                </c:pt>
                <c:pt idx="10608">
                  <c:v>6.0447173943661969</c:v>
                </c:pt>
                <c:pt idx="10609">
                  <c:v>6.0470696478873238</c:v>
                </c:pt>
                <c:pt idx="10610">
                  <c:v>6.0444076056338032</c:v>
                </c:pt>
                <c:pt idx="10611">
                  <c:v>6.0483495070422535</c:v>
                </c:pt>
                <c:pt idx="10612">
                  <c:v>6.0603919014084511</c:v>
                </c:pt>
                <c:pt idx="10613">
                  <c:v>6.065004225352113</c:v>
                </c:pt>
                <c:pt idx="10614">
                  <c:v>6.0610064084507043</c:v>
                </c:pt>
                <c:pt idx="10615">
                  <c:v>6.0531116901408453</c:v>
                </c:pt>
                <c:pt idx="10616">
                  <c:v>6.0541204225352114</c:v>
                </c:pt>
                <c:pt idx="10617">
                  <c:v>6.0638266901408446</c:v>
                </c:pt>
                <c:pt idx="10618">
                  <c:v>6.0677280281690145</c:v>
                </c:pt>
                <c:pt idx="10619">
                  <c:v>6.0631845070422532</c:v>
                </c:pt>
                <c:pt idx="10620">
                  <c:v>6.0588608450704227</c:v>
                </c:pt>
                <c:pt idx="10621">
                  <c:v>6.0671919718309857</c:v>
                </c:pt>
                <c:pt idx="10622">
                  <c:v>6.0701188732394362</c:v>
                </c:pt>
                <c:pt idx="10623">
                  <c:v>6.066903450704225</c:v>
                </c:pt>
                <c:pt idx="10624">
                  <c:v>6.0624545774647887</c:v>
                </c:pt>
                <c:pt idx="10625">
                  <c:v>6.0649734507042252</c:v>
                </c:pt>
                <c:pt idx="10626">
                  <c:v>6.0655610563380282</c:v>
                </c:pt>
                <c:pt idx="10627">
                  <c:v>6.0582580985915495</c:v>
                </c:pt>
                <c:pt idx="10628">
                  <c:v>6.0513511267605633</c:v>
                </c:pt>
                <c:pt idx="10629">
                  <c:v>6.0514490140845068</c:v>
                </c:pt>
                <c:pt idx="10630">
                  <c:v>6.0583600704225349</c:v>
                </c:pt>
                <c:pt idx="10631">
                  <c:v>6.0669838732394368</c:v>
                </c:pt>
                <c:pt idx="10632">
                  <c:v>6.0692856338028172</c:v>
                </c:pt>
                <c:pt idx="10633">
                  <c:v>6.0681017605633807</c:v>
                </c:pt>
                <c:pt idx="10634">
                  <c:v>6.0676328169014084</c:v>
                </c:pt>
                <c:pt idx="10635">
                  <c:v>6.072558450704225</c:v>
                </c:pt>
                <c:pt idx="10636">
                  <c:v>6.0708943661971828</c:v>
                </c:pt>
                <c:pt idx="10637">
                  <c:v>6.0686890845070423</c:v>
                </c:pt>
                <c:pt idx="10638">
                  <c:v>6.0649097887323942</c:v>
                </c:pt>
                <c:pt idx="10639">
                  <c:v>6.0589470422535214</c:v>
                </c:pt>
                <c:pt idx="10640">
                  <c:v>6.0585376056338029</c:v>
                </c:pt>
                <c:pt idx="10641">
                  <c:v>6.0627393661971833</c:v>
                </c:pt>
                <c:pt idx="10642">
                  <c:v>6.0651625352112672</c:v>
                </c:pt>
                <c:pt idx="10643">
                  <c:v>6.0617589436619719</c:v>
                </c:pt>
                <c:pt idx="10644">
                  <c:v>6.0568621126760567</c:v>
                </c:pt>
                <c:pt idx="10645">
                  <c:v>6.0500152816901407</c:v>
                </c:pt>
                <c:pt idx="10646">
                  <c:v>6.0488647183098587</c:v>
                </c:pt>
                <c:pt idx="10647">
                  <c:v>6.0533588028169012</c:v>
                </c:pt>
                <c:pt idx="10648">
                  <c:v>6.0605697183098588</c:v>
                </c:pt>
                <c:pt idx="10649">
                  <c:v>6.0622465492957742</c:v>
                </c:pt>
                <c:pt idx="10650">
                  <c:v>6.0683675352112676</c:v>
                </c:pt>
                <c:pt idx="10651">
                  <c:v>6.0723218309859153</c:v>
                </c:pt>
                <c:pt idx="10652">
                  <c:v>6.0722880281690141</c:v>
                </c:pt>
                <c:pt idx="10653">
                  <c:v>6.066895422535211</c:v>
                </c:pt>
                <c:pt idx="10654">
                  <c:v>6.0612571126760564</c:v>
                </c:pt>
                <c:pt idx="10655">
                  <c:v>6.0571859154929575</c:v>
                </c:pt>
                <c:pt idx="10656">
                  <c:v>6.0537576056338027</c:v>
                </c:pt>
                <c:pt idx="10657">
                  <c:v>6.0538848591549295</c:v>
                </c:pt>
                <c:pt idx="10658">
                  <c:v>6.054629718309859</c:v>
                </c:pt>
                <c:pt idx="10659">
                  <c:v>6.0545536619718314</c:v>
                </c:pt>
                <c:pt idx="10660">
                  <c:v>6.0580022535211269</c:v>
                </c:pt>
                <c:pt idx="10661">
                  <c:v>6.0585414788732397</c:v>
                </c:pt>
                <c:pt idx="10662">
                  <c:v>6.0634272535211267</c:v>
                </c:pt>
                <c:pt idx="10663">
                  <c:v>6.0646435211267606</c:v>
                </c:pt>
                <c:pt idx="10664">
                  <c:v>6.0573667605633803</c:v>
                </c:pt>
                <c:pt idx="10665">
                  <c:v>6.0519295774647883</c:v>
                </c:pt>
                <c:pt idx="10666">
                  <c:v>6.0542658450704225</c:v>
                </c:pt>
                <c:pt idx="10667">
                  <c:v>6.056766971830986</c:v>
                </c:pt>
                <c:pt idx="10668">
                  <c:v>6.0620054225352114</c:v>
                </c:pt>
                <c:pt idx="10669">
                  <c:v>6.0647561971830983</c:v>
                </c:pt>
                <c:pt idx="10670">
                  <c:v>6.0598511971830984</c:v>
                </c:pt>
                <c:pt idx="10671">
                  <c:v>6.0545591549295779</c:v>
                </c:pt>
                <c:pt idx="10672">
                  <c:v>6.0483125352112674</c:v>
                </c:pt>
                <c:pt idx="10673">
                  <c:v>6.0462392957746482</c:v>
                </c:pt>
                <c:pt idx="10674">
                  <c:v>6.0491983098591549</c:v>
                </c:pt>
                <c:pt idx="10675">
                  <c:v>6.0526461971830985</c:v>
                </c:pt>
                <c:pt idx="10676">
                  <c:v>6.0537930985915489</c:v>
                </c:pt>
                <c:pt idx="10677">
                  <c:v>6.0624923943661972</c:v>
                </c:pt>
                <c:pt idx="10678">
                  <c:v>6.0694109859154928</c:v>
                </c:pt>
                <c:pt idx="10679">
                  <c:v>6.0641191549295774</c:v>
                </c:pt>
                <c:pt idx="10680">
                  <c:v>6.0525483802816904</c:v>
                </c:pt>
                <c:pt idx="10681">
                  <c:v>6.0524233098591553</c:v>
                </c:pt>
                <c:pt idx="10682">
                  <c:v>6.0510963380281693</c:v>
                </c:pt>
                <c:pt idx="10683">
                  <c:v>6.0510862676056334</c:v>
                </c:pt>
                <c:pt idx="10684">
                  <c:v>6.0567855633802816</c:v>
                </c:pt>
                <c:pt idx="10685">
                  <c:v>6.0565787323943665</c:v>
                </c:pt>
                <c:pt idx="10686">
                  <c:v>6.0523122535211265</c:v>
                </c:pt>
                <c:pt idx="10687">
                  <c:v>6.0510587323943659</c:v>
                </c:pt>
                <c:pt idx="10688">
                  <c:v>6.0533185211267604</c:v>
                </c:pt>
                <c:pt idx="10689">
                  <c:v>6.0594690140845069</c:v>
                </c:pt>
                <c:pt idx="10690">
                  <c:v>6.0575773239436623</c:v>
                </c:pt>
                <c:pt idx="10691">
                  <c:v>6.0559903521126763</c:v>
                </c:pt>
                <c:pt idx="10692">
                  <c:v>6.0629993661971833</c:v>
                </c:pt>
                <c:pt idx="10693">
                  <c:v>6.064155281690141</c:v>
                </c:pt>
                <c:pt idx="10694">
                  <c:v>6.0567480985915489</c:v>
                </c:pt>
                <c:pt idx="10695">
                  <c:v>6.0486049295774649</c:v>
                </c:pt>
                <c:pt idx="10696">
                  <c:v>6.0514359154929576</c:v>
                </c:pt>
                <c:pt idx="10697">
                  <c:v>6.0554916901408449</c:v>
                </c:pt>
                <c:pt idx="10698">
                  <c:v>6.0567061971830984</c:v>
                </c:pt>
                <c:pt idx="10699">
                  <c:v>6.0594966901408451</c:v>
                </c:pt>
                <c:pt idx="10700">
                  <c:v>6.0657523239436619</c:v>
                </c:pt>
                <c:pt idx="10701">
                  <c:v>6.066414788732394</c:v>
                </c:pt>
                <c:pt idx="10702">
                  <c:v>6.0602527464788736</c:v>
                </c:pt>
                <c:pt idx="10703">
                  <c:v>6.0595714788732398</c:v>
                </c:pt>
                <c:pt idx="10704">
                  <c:v>6.0602676760563376</c:v>
                </c:pt>
                <c:pt idx="10705">
                  <c:v>6.0560792253521125</c:v>
                </c:pt>
                <c:pt idx="10706">
                  <c:v>6.0529033802816903</c:v>
                </c:pt>
                <c:pt idx="10707">
                  <c:v>6.0526417605633807</c:v>
                </c:pt>
                <c:pt idx="10708">
                  <c:v>6.0492667605633805</c:v>
                </c:pt>
                <c:pt idx="10709">
                  <c:v>6.0513060563380279</c:v>
                </c:pt>
                <c:pt idx="10710">
                  <c:v>6.0550180281690142</c:v>
                </c:pt>
                <c:pt idx="10711">
                  <c:v>6.0554959859154929</c:v>
                </c:pt>
                <c:pt idx="10712">
                  <c:v>6.0531528169014086</c:v>
                </c:pt>
                <c:pt idx="10713">
                  <c:v>6.0487504929577467</c:v>
                </c:pt>
                <c:pt idx="10714">
                  <c:v>6.0491320422535209</c:v>
                </c:pt>
                <c:pt idx="10715">
                  <c:v>6.0547663380281689</c:v>
                </c:pt>
                <c:pt idx="10716">
                  <c:v>6.0676128169014083</c:v>
                </c:pt>
                <c:pt idx="10717">
                  <c:v>6.076538028169014</c:v>
                </c:pt>
                <c:pt idx="10718">
                  <c:v>6.0786936619718306</c:v>
                </c:pt>
                <c:pt idx="10719">
                  <c:v>6.0785077464788735</c:v>
                </c:pt>
                <c:pt idx="10720">
                  <c:v>6.0782598591549295</c:v>
                </c:pt>
                <c:pt idx="10721">
                  <c:v>6.0708133802816899</c:v>
                </c:pt>
                <c:pt idx="10722">
                  <c:v>6.0578889436619718</c:v>
                </c:pt>
                <c:pt idx="10723">
                  <c:v>6.0608755633802813</c:v>
                </c:pt>
                <c:pt idx="10724">
                  <c:v>6.0648912676056339</c:v>
                </c:pt>
                <c:pt idx="10725">
                  <c:v>6.0653780281690137</c:v>
                </c:pt>
                <c:pt idx="10726">
                  <c:v>6.0625747183098593</c:v>
                </c:pt>
                <c:pt idx="10727">
                  <c:v>6.0630118309859151</c:v>
                </c:pt>
                <c:pt idx="10728">
                  <c:v>6.0637473943661968</c:v>
                </c:pt>
                <c:pt idx="10729">
                  <c:v>6.0655355633802817</c:v>
                </c:pt>
                <c:pt idx="10730">
                  <c:v>6.0616028169014085</c:v>
                </c:pt>
                <c:pt idx="10731">
                  <c:v>6.058107183098592</c:v>
                </c:pt>
                <c:pt idx="10732">
                  <c:v>6.0659788028169013</c:v>
                </c:pt>
                <c:pt idx="10733">
                  <c:v>6.0687861971830985</c:v>
                </c:pt>
                <c:pt idx="10734">
                  <c:v>6.065389295774648</c:v>
                </c:pt>
                <c:pt idx="10735">
                  <c:v>6.0605462676056341</c:v>
                </c:pt>
                <c:pt idx="10736">
                  <c:v>6.0583761971830983</c:v>
                </c:pt>
                <c:pt idx="10737">
                  <c:v>6.0568674647887324</c:v>
                </c:pt>
                <c:pt idx="10738">
                  <c:v>6.0621810563380283</c:v>
                </c:pt>
                <c:pt idx="10739">
                  <c:v>6.0637916197183097</c:v>
                </c:pt>
                <c:pt idx="10740">
                  <c:v>6.0663931690140842</c:v>
                </c:pt>
                <c:pt idx="10741">
                  <c:v>6.0667464084507046</c:v>
                </c:pt>
                <c:pt idx="10742">
                  <c:v>6.067497042253521</c:v>
                </c:pt>
                <c:pt idx="10743">
                  <c:v>6.0699459154929576</c:v>
                </c:pt>
                <c:pt idx="10744">
                  <c:v>6.0677092253521128</c:v>
                </c:pt>
                <c:pt idx="10745">
                  <c:v>6.0656664084507046</c:v>
                </c:pt>
                <c:pt idx="10746">
                  <c:v>6.0622348591549295</c:v>
                </c:pt>
                <c:pt idx="10747">
                  <c:v>6.0571625352112672</c:v>
                </c:pt>
                <c:pt idx="10748">
                  <c:v>6.0597926760563379</c:v>
                </c:pt>
                <c:pt idx="10749">
                  <c:v>6.0634765492957747</c:v>
                </c:pt>
                <c:pt idx="10750">
                  <c:v>6.0654423943661975</c:v>
                </c:pt>
                <c:pt idx="10751">
                  <c:v>6.0691335915492957</c:v>
                </c:pt>
                <c:pt idx="10752">
                  <c:v>6.0675525352112674</c:v>
                </c:pt>
                <c:pt idx="10753">
                  <c:v>6.0611390845070421</c:v>
                </c:pt>
                <c:pt idx="10754">
                  <c:v>6.0553826760563378</c:v>
                </c:pt>
                <c:pt idx="10755">
                  <c:v>6.0560966197183097</c:v>
                </c:pt>
                <c:pt idx="10756">
                  <c:v>6.0664935915492961</c:v>
                </c:pt>
                <c:pt idx="10757">
                  <c:v>6.0772436619718313</c:v>
                </c:pt>
                <c:pt idx="10758">
                  <c:v>6.0766387323943665</c:v>
                </c:pt>
                <c:pt idx="10759">
                  <c:v>6.0703346478873241</c:v>
                </c:pt>
                <c:pt idx="10760">
                  <c:v>6.0662307042253518</c:v>
                </c:pt>
                <c:pt idx="10761">
                  <c:v>6.0624468309859152</c:v>
                </c:pt>
                <c:pt idx="10762">
                  <c:v>6.0576357042253521</c:v>
                </c:pt>
                <c:pt idx="10763">
                  <c:v>6.0580507042253524</c:v>
                </c:pt>
                <c:pt idx="10764">
                  <c:v>6.0527093661971829</c:v>
                </c:pt>
                <c:pt idx="10765">
                  <c:v>6.049966056338028</c:v>
                </c:pt>
                <c:pt idx="10766">
                  <c:v>6.0543236619718312</c:v>
                </c:pt>
                <c:pt idx="10767">
                  <c:v>6.0526385211267604</c:v>
                </c:pt>
                <c:pt idx="10768">
                  <c:v>6.052688098591549</c:v>
                </c:pt>
                <c:pt idx="10769">
                  <c:v>6.0576769014084508</c:v>
                </c:pt>
                <c:pt idx="10770">
                  <c:v>6.0564013380281692</c:v>
                </c:pt>
                <c:pt idx="10771">
                  <c:v>6.0571010563380279</c:v>
                </c:pt>
                <c:pt idx="10772">
                  <c:v>6.0510812676056336</c:v>
                </c:pt>
                <c:pt idx="10773">
                  <c:v>6.0447314788732394</c:v>
                </c:pt>
                <c:pt idx="10774">
                  <c:v>6.0434685915492956</c:v>
                </c:pt>
                <c:pt idx="10775">
                  <c:v>6.0475467605633799</c:v>
                </c:pt>
                <c:pt idx="10776">
                  <c:v>6.0551790140845068</c:v>
                </c:pt>
                <c:pt idx="10777">
                  <c:v>6.0647286619718308</c:v>
                </c:pt>
                <c:pt idx="10778">
                  <c:v>6.074538732394366</c:v>
                </c:pt>
                <c:pt idx="10779">
                  <c:v>6.0757316901408451</c:v>
                </c:pt>
                <c:pt idx="10780">
                  <c:v>6.065199647887324</c:v>
                </c:pt>
                <c:pt idx="10781">
                  <c:v>6.0582014084507039</c:v>
                </c:pt>
                <c:pt idx="10782">
                  <c:v>6.0629604929577461</c:v>
                </c:pt>
                <c:pt idx="10783">
                  <c:v>6.0655070422535209</c:v>
                </c:pt>
                <c:pt idx="10784">
                  <c:v>6.0585835915492954</c:v>
                </c:pt>
                <c:pt idx="10785">
                  <c:v>6.0498841549295772</c:v>
                </c:pt>
                <c:pt idx="10786">
                  <c:v>6.0458877464788729</c:v>
                </c:pt>
                <c:pt idx="10787">
                  <c:v>6.0534788028169011</c:v>
                </c:pt>
                <c:pt idx="10788">
                  <c:v>6.0555609154929577</c:v>
                </c:pt>
                <c:pt idx="10789">
                  <c:v>6.0553557746478877</c:v>
                </c:pt>
                <c:pt idx="10790">
                  <c:v>6.0538774647887328</c:v>
                </c:pt>
                <c:pt idx="10791">
                  <c:v>6.0546584507042249</c:v>
                </c:pt>
                <c:pt idx="10792">
                  <c:v>6.0580654225352113</c:v>
                </c:pt>
                <c:pt idx="10793">
                  <c:v>6.0656971830985915</c:v>
                </c:pt>
                <c:pt idx="10794">
                  <c:v>6.0733802816901408</c:v>
                </c:pt>
                <c:pt idx="10795">
                  <c:v>6.0770450704225354</c:v>
                </c:pt>
                <c:pt idx="10796">
                  <c:v>6.070040070422535</c:v>
                </c:pt>
                <c:pt idx="10797">
                  <c:v>6.066497464788732</c:v>
                </c:pt>
                <c:pt idx="10798">
                  <c:v>6.0673883802816899</c:v>
                </c:pt>
                <c:pt idx="10799">
                  <c:v>6.0687712676056336</c:v>
                </c:pt>
                <c:pt idx="10800">
                  <c:v>6.0655731690140842</c:v>
                </c:pt>
                <c:pt idx="10801">
                  <c:v>6.0577088028169017</c:v>
                </c:pt>
                <c:pt idx="10802">
                  <c:v>6.0551207746478877</c:v>
                </c:pt>
                <c:pt idx="10803">
                  <c:v>6.0525427464788732</c:v>
                </c:pt>
                <c:pt idx="10804">
                  <c:v>6.0495615492957748</c:v>
                </c:pt>
                <c:pt idx="10805">
                  <c:v>6.052022464788732</c:v>
                </c:pt>
                <c:pt idx="10806">
                  <c:v>6.054685915492958</c:v>
                </c:pt>
                <c:pt idx="10807">
                  <c:v>6.0585178169014089</c:v>
                </c:pt>
                <c:pt idx="10808">
                  <c:v>6.0637597183098588</c:v>
                </c:pt>
                <c:pt idx="10809">
                  <c:v>6.0683021126760561</c:v>
                </c:pt>
                <c:pt idx="10810">
                  <c:v>6.0791929577464785</c:v>
                </c:pt>
                <c:pt idx="10811">
                  <c:v>6.0806774647887325</c:v>
                </c:pt>
                <c:pt idx="10812">
                  <c:v>6.07518661971831</c:v>
                </c:pt>
                <c:pt idx="10813">
                  <c:v>6.0754281690140841</c:v>
                </c:pt>
                <c:pt idx="10814">
                  <c:v>6.073791549295775</c:v>
                </c:pt>
                <c:pt idx="10815">
                  <c:v>6.0741669014084509</c:v>
                </c:pt>
                <c:pt idx="10816">
                  <c:v>6.0757746478873242</c:v>
                </c:pt>
                <c:pt idx="10817">
                  <c:v>6.0738739436619715</c:v>
                </c:pt>
                <c:pt idx="10818">
                  <c:v>6.0701916197183099</c:v>
                </c:pt>
                <c:pt idx="10819">
                  <c:v>6.0679878169014083</c:v>
                </c:pt>
                <c:pt idx="10820">
                  <c:v>6.0667530985915494</c:v>
                </c:pt>
                <c:pt idx="10821">
                  <c:v>6.066999225352113</c:v>
                </c:pt>
                <c:pt idx="10822">
                  <c:v>6.0705718309859158</c:v>
                </c:pt>
                <c:pt idx="10823">
                  <c:v>6.0762957746478872</c:v>
                </c:pt>
                <c:pt idx="10824">
                  <c:v>6.0773366197183094</c:v>
                </c:pt>
                <c:pt idx="10825">
                  <c:v>6.0733492957746478</c:v>
                </c:pt>
                <c:pt idx="10826">
                  <c:v>6.0744049295774651</c:v>
                </c:pt>
                <c:pt idx="10827">
                  <c:v>6.0751528169014088</c:v>
                </c:pt>
                <c:pt idx="10828">
                  <c:v>6.0769542253521127</c:v>
                </c:pt>
                <c:pt idx="10829">
                  <c:v>6.0710133802816904</c:v>
                </c:pt>
                <c:pt idx="10830">
                  <c:v>6.0606252816901405</c:v>
                </c:pt>
                <c:pt idx="10831">
                  <c:v>6.0527941549295772</c:v>
                </c:pt>
                <c:pt idx="10832">
                  <c:v>6.0470702816901412</c:v>
                </c:pt>
                <c:pt idx="10833">
                  <c:v>6.0452242253521131</c:v>
                </c:pt>
                <c:pt idx="10834">
                  <c:v>6.0490899999999996</c:v>
                </c:pt>
                <c:pt idx="10835">
                  <c:v>6.0566610563380285</c:v>
                </c:pt>
                <c:pt idx="10836">
                  <c:v>6.0591139436619716</c:v>
                </c:pt>
                <c:pt idx="10837">
                  <c:v>6.0551971126760566</c:v>
                </c:pt>
                <c:pt idx="10838">
                  <c:v>6.0516269718309861</c:v>
                </c:pt>
                <c:pt idx="10839">
                  <c:v>6.0591411971830986</c:v>
                </c:pt>
                <c:pt idx="10840">
                  <c:v>6.0656680281690143</c:v>
                </c:pt>
                <c:pt idx="10841">
                  <c:v>6.0676797183098587</c:v>
                </c:pt>
                <c:pt idx="10842">
                  <c:v>6.072192253521127</c:v>
                </c:pt>
                <c:pt idx="10843">
                  <c:v>6.0700993661971827</c:v>
                </c:pt>
                <c:pt idx="10844">
                  <c:v>6.0665900704225351</c:v>
                </c:pt>
                <c:pt idx="10845">
                  <c:v>6.0591471830985917</c:v>
                </c:pt>
                <c:pt idx="10846">
                  <c:v>6.0540434507042251</c:v>
                </c:pt>
                <c:pt idx="10847">
                  <c:v>6.0525225352112679</c:v>
                </c:pt>
                <c:pt idx="10848">
                  <c:v>6.0552761971830984</c:v>
                </c:pt>
                <c:pt idx="10849">
                  <c:v>6.0612386619718306</c:v>
                </c:pt>
                <c:pt idx="10850">
                  <c:v>6.0582519718309857</c:v>
                </c:pt>
                <c:pt idx="10851">
                  <c:v>6.0572964788732397</c:v>
                </c:pt>
                <c:pt idx="10852">
                  <c:v>6.0616756338028166</c:v>
                </c:pt>
                <c:pt idx="10853">
                  <c:v>6.061712112676056</c:v>
                </c:pt>
                <c:pt idx="10854">
                  <c:v>6.0583304929577464</c:v>
                </c:pt>
                <c:pt idx="10855">
                  <c:v>6.0579643661971829</c:v>
                </c:pt>
                <c:pt idx="10856">
                  <c:v>6.0572463380281691</c:v>
                </c:pt>
                <c:pt idx="10857">
                  <c:v>6.0605453521126762</c:v>
                </c:pt>
                <c:pt idx="10858">
                  <c:v>6.0631154929577464</c:v>
                </c:pt>
                <c:pt idx="10859">
                  <c:v>6.0711443661971831</c:v>
                </c:pt>
                <c:pt idx="10860">
                  <c:v>6.0718774647887326</c:v>
                </c:pt>
                <c:pt idx="10861">
                  <c:v>6.0684219014084508</c:v>
                </c:pt>
                <c:pt idx="10862">
                  <c:v>6.0614459859154932</c:v>
                </c:pt>
                <c:pt idx="10863">
                  <c:v>6.0513349999999999</c:v>
                </c:pt>
                <c:pt idx="10864">
                  <c:v>6.0433100704225353</c:v>
                </c:pt>
                <c:pt idx="10865">
                  <c:v>6.0418290140845068</c:v>
                </c:pt>
                <c:pt idx="10866">
                  <c:v>6.0455972535211266</c:v>
                </c:pt>
                <c:pt idx="10867">
                  <c:v>6.0481382394366197</c:v>
                </c:pt>
                <c:pt idx="10868">
                  <c:v>6.0523876056338031</c:v>
                </c:pt>
                <c:pt idx="10869">
                  <c:v>6.0490040845070423</c:v>
                </c:pt>
                <c:pt idx="10870">
                  <c:v>6.0480022535211271</c:v>
                </c:pt>
                <c:pt idx="10871">
                  <c:v>6.0482987323943664</c:v>
                </c:pt>
                <c:pt idx="10872">
                  <c:v>6.0484328873239432</c:v>
                </c:pt>
                <c:pt idx="10873">
                  <c:v>6.0521095774647886</c:v>
                </c:pt>
                <c:pt idx="10874">
                  <c:v>6.0584230281690141</c:v>
                </c:pt>
                <c:pt idx="10875">
                  <c:v>6.0608720422535214</c:v>
                </c:pt>
                <c:pt idx="10876">
                  <c:v>6.0601866901408448</c:v>
                </c:pt>
                <c:pt idx="10877">
                  <c:v>6.0612319718309857</c:v>
                </c:pt>
                <c:pt idx="10878">
                  <c:v>6.0609902816901409</c:v>
                </c:pt>
                <c:pt idx="10879">
                  <c:v>6.0599966901408449</c:v>
                </c:pt>
                <c:pt idx="10880">
                  <c:v>6.0614847887323942</c:v>
                </c:pt>
                <c:pt idx="10881">
                  <c:v>6.0652603521126762</c:v>
                </c:pt>
                <c:pt idx="10882">
                  <c:v>6.0604681690140847</c:v>
                </c:pt>
                <c:pt idx="10883">
                  <c:v>6.0593257042253521</c:v>
                </c:pt>
                <c:pt idx="10884">
                  <c:v>6.0609101408450705</c:v>
                </c:pt>
                <c:pt idx="10885">
                  <c:v>6.0596019014084508</c:v>
                </c:pt>
                <c:pt idx="10886">
                  <c:v>6.0625028169014081</c:v>
                </c:pt>
                <c:pt idx="10887">
                  <c:v>6.0597218309859153</c:v>
                </c:pt>
                <c:pt idx="10888">
                  <c:v>6.0608744366197183</c:v>
                </c:pt>
                <c:pt idx="10889">
                  <c:v>6.0672292957746476</c:v>
                </c:pt>
                <c:pt idx="10890">
                  <c:v>6.0717330985915492</c:v>
                </c:pt>
                <c:pt idx="10891">
                  <c:v>6.0669564084507046</c:v>
                </c:pt>
                <c:pt idx="10892">
                  <c:v>6.0571154225352108</c:v>
                </c:pt>
                <c:pt idx="10893">
                  <c:v>6.0485797887323942</c:v>
                </c:pt>
                <c:pt idx="10894">
                  <c:v>6.0473426056338031</c:v>
                </c:pt>
                <c:pt idx="10895">
                  <c:v>6.0557904929577466</c:v>
                </c:pt>
                <c:pt idx="10896">
                  <c:v>6.0617857746478876</c:v>
                </c:pt>
                <c:pt idx="10897">
                  <c:v>6.0608264788732393</c:v>
                </c:pt>
                <c:pt idx="10898">
                  <c:v>6.0588908450704224</c:v>
                </c:pt>
                <c:pt idx="10899">
                  <c:v>6.0565742253521124</c:v>
                </c:pt>
                <c:pt idx="10900">
                  <c:v>6.0510000704225355</c:v>
                </c:pt>
                <c:pt idx="10901">
                  <c:v>6.0454697183098594</c:v>
                </c:pt>
                <c:pt idx="10902">
                  <c:v>6.0454783098591554</c:v>
                </c:pt>
                <c:pt idx="10903">
                  <c:v>6.0501894366197186</c:v>
                </c:pt>
                <c:pt idx="10904">
                  <c:v>6.0490844366197187</c:v>
                </c:pt>
                <c:pt idx="10905">
                  <c:v>6.049004225352113</c:v>
                </c:pt>
                <c:pt idx="10906">
                  <c:v>6.0548310563380285</c:v>
                </c:pt>
                <c:pt idx="10907">
                  <c:v>6.0597261267605633</c:v>
                </c:pt>
                <c:pt idx="10908">
                  <c:v>6.053903802816901</c:v>
                </c:pt>
                <c:pt idx="10909">
                  <c:v>6.0548568309859156</c:v>
                </c:pt>
                <c:pt idx="10910">
                  <c:v>6.0561366901408453</c:v>
                </c:pt>
                <c:pt idx="10911">
                  <c:v>6.0648914788732391</c:v>
                </c:pt>
                <c:pt idx="10912">
                  <c:v>6.0662827464788736</c:v>
                </c:pt>
                <c:pt idx="10913">
                  <c:v>6.0557203521126759</c:v>
                </c:pt>
                <c:pt idx="10914">
                  <c:v>6.0571966901408452</c:v>
                </c:pt>
                <c:pt idx="10915">
                  <c:v>6.0617528169014081</c:v>
                </c:pt>
                <c:pt idx="10916">
                  <c:v>6.0583831690140846</c:v>
                </c:pt>
                <c:pt idx="10917">
                  <c:v>6.0557841549295777</c:v>
                </c:pt>
                <c:pt idx="10918">
                  <c:v>6.0563433802816897</c:v>
                </c:pt>
                <c:pt idx="10919">
                  <c:v>6.0554164788732399</c:v>
                </c:pt>
                <c:pt idx="10920">
                  <c:v>6.0558364084507046</c:v>
                </c:pt>
                <c:pt idx="10921">
                  <c:v>6.0551868309859156</c:v>
                </c:pt>
                <c:pt idx="10922">
                  <c:v>6.0565990140845072</c:v>
                </c:pt>
                <c:pt idx="10923">
                  <c:v>6.0582618309859155</c:v>
                </c:pt>
                <c:pt idx="10924">
                  <c:v>6.0578662676056334</c:v>
                </c:pt>
                <c:pt idx="10925">
                  <c:v>6.0619852816901405</c:v>
                </c:pt>
                <c:pt idx="10926">
                  <c:v>6.071665492957746</c:v>
                </c:pt>
                <c:pt idx="10927">
                  <c:v>6.0753408450704223</c:v>
                </c:pt>
                <c:pt idx="10928">
                  <c:v>6.0737014084507042</c:v>
                </c:pt>
                <c:pt idx="10929">
                  <c:v>6.0720971830985917</c:v>
                </c:pt>
                <c:pt idx="10930">
                  <c:v>6.0687602816901407</c:v>
                </c:pt>
                <c:pt idx="10931">
                  <c:v>6.0648169718309859</c:v>
                </c:pt>
                <c:pt idx="10932">
                  <c:v>6.0632969014084503</c:v>
                </c:pt>
                <c:pt idx="10933">
                  <c:v>6.0654321830985918</c:v>
                </c:pt>
                <c:pt idx="10934">
                  <c:v>6.0589897887323945</c:v>
                </c:pt>
                <c:pt idx="10935">
                  <c:v>6.0542845070422535</c:v>
                </c:pt>
                <c:pt idx="10936">
                  <c:v>6.0590984507042256</c:v>
                </c:pt>
                <c:pt idx="10937">
                  <c:v>6.0593011267605634</c:v>
                </c:pt>
                <c:pt idx="10938">
                  <c:v>6.058015915492958</c:v>
                </c:pt>
                <c:pt idx="10939">
                  <c:v>6.0597481690140844</c:v>
                </c:pt>
                <c:pt idx="10940">
                  <c:v>6.0650106338028174</c:v>
                </c:pt>
                <c:pt idx="10941">
                  <c:v>6.0739422535211265</c:v>
                </c:pt>
                <c:pt idx="10942">
                  <c:v>6.0764781690140843</c:v>
                </c:pt>
                <c:pt idx="10943">
                  <c:v>6.0675678873239436</c:v>
                </c:pt>
                <c:pt idx="10944">
                  <c:v>6.0638962676056334</c:v>
                </c:pt>
                <c:pt idx="10945">
                  <c:v>6.0642168309859157</c:v>
                </c:pt>
                <c:pt idx="10946">
                  <c:v>6.0709936619718308</c:v>
                </c:pt>
                <c:pt idx="10947">
                  <c:v>6.0751830985915491</c:v>
                </c:pt>
                <c:pt idx="10948">
                  <c:v>6.0801823943661972</c:v>
                </c:pt>
                <c:pt idx="10949">
                  <c:v>6.0798845070422534</c:v>
                </c:pt>
                <c:pt idx="10950">
                  <c:v>6.0777845070422538</c:v>
                </c:pt>
                <c:pt idx="10951">
                  <c:v>6.0795295774647888</c:v>
                </c:pt>
                <c:pt idx="10952">
                  <c:v>6.0826373239436622</c:v>
                </c:pt>
                <c:pt idx="10953">
                  <c:v>6.0788352112676058</c:v>
                </c:pt>
                <c:pt idx="10954">
                  <c:v>6.0710450704225352</c:v>
                </c:pt>
                <c:pt idx="10955">
                  <c:v>6.0673745070422536</c:v>
                </c:pt>
                <c:pt idx="10956">
                  <c:v>6.0640123943661974</c:v>
                </c:pt>
                <c:pt idx="10957">
                  <c:v>6.0617892957746475</c:v>
                </c:pt>
                <c:pt idx="10958">
                  <c:v>6.0602090845070427</c:v>
                </c:pt>
                <c:pt idx="10959">
                  <c:v>6.0588768309859153</c:v>
                </c:pt>
                <c:pt idx="10960">
                  <c:v>6.0596811971830986</c:v>
                </c:pt>
                <c:pt idx="10961">
                  <c:v>6.0596113380281693</c:v>
                </c:pt>
                <c:pt idx="10962">
                  <c:v>6.0608929577464785</c:v>
                </c:pt>
                <c:pt idx="10963">
                  <c:v>6.0548950000000001</c:v>
                </c:pt>
                <c:pt idx="10964">
                  <c:v>6.0488877464788731</c:v>
                </c:pt>
                <c:pt idx="10965">
                  <c:v>6.0483083802816902</c:v>
                </c:pt>
                <c:pt idx="10966">
                  <c:v>6.0539115492957745</c:v>
                </c:pt>
                <c:pt idx="10967">
                  <c:v>6.0607040140845072</c:v>
                </c:pt>
                <c:pt idx="10968">
                  <c:v>6.0577300000000003</c:v>
                </c:pt>
                <c:pt idx="10969">
                  <c:v>6.0546566901408454</c:v>
                </c:pt>
                <c:pt idx="10970">
                  <c:v>6.05999</c:v>
                </c:pt>
                <c:pt idx="10971">
                  <c:v>6.0594447183098588</c:v>
                </c:pt>
                <c:pt idx="10972">
                  <c:v>6.0516251408450703</c:v>
                </c:pt>
                <c:pt idx="10973">
                  <c:v>6.0542226760563382</c:v>
                </c:pt>
                <c:pt idx="10974">
                  <c:v>6.0603978169014088</c:v>
                </c:pt>
                <c:pt idx="10975">
                  <c:v>6.0625679577464791</c:v>
                </c:pt>
                <c:pt idx="10976">
                  <c:v>6.0654970422535213</c:v>
                </c:pt>
                <c:pt idx="10977">
                  <c:v>6.0645411267605631</c:v>
                </c:pt>
                <c:pt idx="10978">
                  <c:v>6.0588123943661971</c:v>
                </c:pt>
                <c:pt idx="10979">
                  <c:v>6.0532571126760564</c:v>
                </c:pt>
                <c:pt idx="10980">
                  <c:v>6.0446295070422531</c:v>
                </c:pt>
                <c:pt idx="10981">
                  <c:v>6.0375504929577462</c:v>
                </c:pt>
                <c:pt idx="10982">
                  <c:v>6.0375550000000002</c:v>
                </c:pt>
                <c:pt idx="10983">
                  <c:v>6.045104929577465</c:v>
                </c:pt>
                <c:pt idx="10984">
                  <c:v>6.0441926056338025</c:v>
                </c:pt>
                <c:pt idx="10985">
                  <c:v>6.0399935211267604</c:v>
                </c:pt>
                <c:pt idx="10986">
                  <c:v>6.0416152816901407</c:v>
                </c:pt>
                <c:pt idx="10987">
                  <c:v>6.0462167605633805</c:v>
                </c:pt>
                <c:pt idx="10988">
                  <c:v>6.0479286619718309</c:v>
                </c:pt>
                <c:pt idx="10989">
                  <c:v>6.0431671830985918</c:v>
                </c:pt>
                <c:pt idx="10990">
                  <c:v>6.0410940845070424</c:v>
                </c:pt>
                <c:pt idx="10991">
                  <c:v>6.0502003521126761</c:v>
                </c:pt>
                <c:pt idx="10992">
                  <c:v>6.0552405633802815</c:v>
                </c:pt>
                <c:pt idx="10993">
                  <c:v>6.0591604929577461</c:v>
                </c:pt>
                <c:pt idx="10994">
                  <c:v>6.0613292253521127</c:v>
                </c:pt>
                <c:pt idx="10995">
                  <c:v>6.0558305633802814</c:v>
                </c:pt>
                <c:pt idx="10996">
                  <c:v>6.054091408450704</c:v>
                </c:pt>
                <c:pt idx="10997">
                  <c:v>6.0513109154929579</c:v>
                </c:pt>
                <c:pt idx="10998">
                  <c:v>6.0501627464788736</c:v>
                </c:pt>
                <c:pt idx="10999">
                  <c:v>6.0495934507042257</c:v>
                </c:pt>
                <c:pt idx="11000">
                  <c:v>6.0539737323943665</c:v>
                </c:pt>
                <c:pt idx="11001">
                  <c:v>6.0590650000000004</c:v>
                </c:pt>
                <c:pt idx="11002">
                  <c:v>6.0593573239436616</c:v>
                </c:pt>
                <c:pt idx="11003">
                  <c:v>6.0584571830985912</c:v>
                </c:pt>
                <c:pt idx="11004">
                  <c:v>6.0599559859154928</c:v>
                </c:pt>
                <c:pt idx="11005">
                  <c:v>6.0664359859154926</c:v>
                </c:pt>
                <c:pt idx="11006">
                  <c:v>6.0709408450704228</c:v>
                </c:pt>
                <c:pt idx="11007">
                  <c:v>6.0703811971830985</c:v>
                </c:pt>
                <c:pt idx="11008">
                  <c:v>6.0672636619718308</c:v>
                </c:pt>
                <c:pt idx="11009">
                  <c:v>6.0642978873239439</c:v>
                </c:pt>
                <c:pt idx="11010">
                  <c:v>6.0606426056338032</c:v>
                </c:pt>
                <c:pt idx="11011">
                  <c:v>6.0556369718309861</c:v>
                </c:pt>
                <c:pt idx="11012">
                  <c:v>6.0477378169014084</c:v>
                </c:pt>
                <c:pt idx="11013">
                  <c:v>6.0467194366197186</c:v>
                </c:pt>
                <c:pt idx="11014">
                  <c:v>6.0553298591549298</c:v>
                </c:pt>
                <c:pt idx="11015">
                  <c:v>6.057230633802817</c:v>
                </c:pt>
                <c:pt idx="11016">
                  <c:v>6.0553721126760562</c:v>
                </c:pt>
                <c:pt idx="11017">
                  <c:v>6.0571580985915494</c:v>
                </c:pt>
                <c:pt idx="11018">
                  <c:v>6.060429225352113</c:v>
                </c:pt>
                <c:pt idx="11019">
                  <c:v>6.0664427464788728</c:v>
                </c:pt>
                <c:pt idx="11020">
                  <c:v>6.0710619718309857</c:v>
                </c:pt>
                <c:pt idx="11021">
                  <c:v>6.0773676056338024</c:v>
                </c:pt>
                <c:pt idx="11022">
                  <c:v>6.0790978873239441</c:v>
                </c:pt>
                <c:pt idx="11023">
                  <c:v>6.072483802816901</c:v>
                </c:pt>
                <c:pt idx="11024">
                  <c:v>6.0592836619718309</c:v>
                </c:pt>
                <c:pt idx="11025">
                  <c:v>6.0527910563380285</c:v>
                </c:pt>
                <c:pt idx="11026">
                  <c:v>6.05810176056338</c:v>
                </c:pt>
                <c:pt idx="11027">
                  <c:v>6.0667164788732393</c:v>
                </c:pt>
                <c:pt idx="11028">
                  <c:v>6.071727464788732</c:v>
                </c:pt>
                <c:pt idx="11029">
                  <c:v>6.0746000000000002</c:v>
                </c:pt>
                <c:pt idx="11030">
                  <c:v>6.0739345070422539</c:v>
                </c:pt>
                <c:pt idx="11031">
                  <c:v>6.0677004929577461</c:v>
                </c:pt>
                <c:pt idx="11032">
                  <c:v>6.0589258450704229</c:v>
                </c:pt>
                <c:pt idx="11033">
                  <c:v>6.0570026760563378</c:v>
                </c:pt>
                <c:pt idx="11034">
                  <c:v>6.0551479577464793</c:v>
                </c:pt>
                <c:pt idx="11035">
                  <c:v>6.0549270422535209</c:v>
                </c:pt>
                <c:pt idx="11036">
                  <c:v>6.0583461267605632</c:v>
                </c:pt>
                <c:pt idx="11037">
                  <c:v>6.0569378169014083</c:v>
                </c:pt>
                <c:pt idx="11038">
                  <c:v>6.0519053521126764</c:v>
                </c:pt>
                <c:pt idx="11039">
                  <c:v>6.0453009859154934</c:v>
                </c:pt>
                <c:pt idx="11040">
                  <c:v>6.0428769014084507</c:v>
                </c:pt>
                <c:pt idx="11041">
                  <c:v>6.0415745070422533</c:v>
                </c:pt>
                <c:pt idx="11042">
                  <c:v>6.0459545070422536</c:v>
                </c:pt>
                <c:pt idx="11043">
                  <c:v>6.0478971126760559</c:v>
                </c:pt>
                <c:pt idx="11044">
                  <c:v>6.0460744366197181</c:v>
                </c:pt>
                <c:pt idx="11045">
                  <c:v>6.048088450704225</c:v>
                </c:pt>
                <c:pt idx="11046">
                  <c:v>6.0484638028169018</c:v>
                </c:pt>
                <c:pt idx="11047">
                  <c:v>6.0455715492957749</c:v>
                </c:pt>
                <c:pt idx="11048">
                  <c:v>6.0473581690140845</c:v>
                </c:pt>
                <c:pt idx="11049">
                  <c:v>6.0473266197183095</c:v>
                </c:pt>
                <c:pt idx="11050">
                  <c:v>6.0387422535211268</c:v>
                </c:pt>
                <c:pt idx="11051">
                  <c:v>6.0383325352112678</c:v>
                </c:pt>
                <c:pt idx="11052">
                  <c:v>6.0456539436619714</c:v>
                </c:pt>
                <c:pt idx="11053">
                  <c:v>6.0472516901408451</c:v>
                </c:pt>
                <c:pt idx="11054">
                  <c:v>6.042281338028169</c:v>
                </c:pt>
                <c:pt idx="11055">
                  <c:v>6.0423609154929574</c:v>
                </c:pt>
                <c:pt idx="11056">
                  <c:v>6.048067746478873</c:v>
                </c:pt>
                <c:pt idx="11057">
                  <c:v>6.0530545774647884</c:v>
                </c:pt>
                <c:pt idx="11058">
                  <c:v>6.0568056338028171</c:v>
                </c:pt>
                <c:pt idx="11059">
                  <c:v>6.0589632394366193</c:v>
                </c:pt>
                <c:pt idx="11060">
                  <c:v>6.0618096478873236</c:v>
                </c:pt>
                <c:pt idx="11061">
                  <c:v>6.0525606338028171</c:v>
                </c:pt>
                <c:pt idx="11062">
                  <c:v>6.0488476760563383</c:v>
                </c:pt>
                <c:pt idx="11063">
                  <c:v>6.0478778169014085</c:v>
                </c:pt>
                <c:pt idx="11064">
                  <c:v>6.044979295774648</c:v>
                </c:pt>
                <c:pt idx="11065">
                  <c:v>6.0450869718309859</c:v>
                </c:pt>
                <c:pt idx="11066">
                  <c:v>6.0443774647887327</c:v>
                </c:pt>
                <c:pt idx="11067">
                  <c:v>6.0382346478873243</c:v>
                </c:pt>
                <c:pt idx="11068">
                  <c:v>6.0359329577464793</c:v>
                </c:pt>
                <c:pt idx="11069">
                  <c:v>6.0431085211267606</c:v>
                </c:pt>
                <c:pt idx="11070">
                  <c:v>6.0474752112676056</c:v>
                </c:pt>
                <c:pt idx="11071">
                  <c:v>6.0479576760563383</c:v>
                </c:pt>
                <c:pt idx="11072">
                  <c:v>6.0469078169014088</c:v>
                </c:pt>
                <c:pt idx="11073">
                  <c:v>6.0475471126760567</c:v>
                </c:pt>
                <c:pt idx="11074">
                  <c:v>6.0461322535211268</c:v>
                </c:pt>
                <c:pt idx="11075">
                  <c:v>6.0442668309859151</c:v>
                </c:pt>
                <c:pt idx="11076">
                  <c:v>6.0465081690140847</c:v>
                </c:pt>
                <c:pt idx="11077">
                  <c:v>6.0467182394366201</c:v>
                </c:pt>
                <c:pt idx="11078">
                  <c:v>6.0476896478873243</c:v>
                </c:pt>
                <c:pt idx="11079">
                  <c:v>6.051676971830986</c:v>
                </c:pt>
                <c:pt idx="11080">
                  <c:v>6.0594232394366196</c:v>
                </c:pt>
                <c:pt idx="11081">
                  <c:v>6.0659589436619719</c:v>
                </c:pt>
                <c:pt idx="11082">
                  <c:v>6.0586323239436624</c:v>
                </c:pt>
                <c:pt idx="11083">
                  <c:v>6.0576816197183101</c:v>
                </c:pt>
                <c:pt idx="11084">
                  <c:v>6.0589030281690137</c:v>
                </c:pt>
                <c:pt idx="11085">
                  <c:v>6.0601531690140842</c:v>
                </c:pt>
                <c:pt idx="11086">
                  <c:v>6.0609194366197183</c:v>
                </c:pt>
                <c:pt idx="11087">
                  <c:v>6.0582921126760567</c:v>
                </c:pt>
                <c:pt idx="11088">
                  <c:v>6.0561245070422531</c:v>
                </c:pt>
                <c:pt idx="11089">
                  <c:v>6.0583855633802814</c:v>
                </c:pt>
                <c:pt idx="11090">
                  <c:v>6.0634743661971831</c:v>
                </c:pt>
                <c:pt idx="11091">
                  <c:v>6.0636371830985913</c:v>
                </c:pt>
                <c:pt idx="11092">
                  <c:v>6.0644531690140848</c:v>
                </c:pt>
                <c:pt idx="11093">
                  <c:v>6.0699381690140841</c:v>
                </c:pt>
                <c:pt idx="11094">
                  <c:v>6.0743873239436619</c:v>
                </c:pt>
                <c:pt idx="11095">
                  <c:v>6.0723514084507046</c:v>
                </c:pt>
                <c:pt idx="11096">
                  <c:v>6.065122183098592</c:v>
                </c:pt>
                <c:pt idx="11097">
                  <c:v>6.058890211267606</c:v>
                </c:pt>
                <c:pt idx="11098">
                  <c:v>6.0575374647887328</c:v>
                </c:pt>
                <c:pt idx="11099">
                  <c:v>6.0602598591549297</c:v>
                </c:pt>
                <c:pt idx="11100">
                  <c:v>6.0589038028169018</c:v>
                </c:pt>
                <c:pt idx="11101">
                  <c:v>6.0561648591549293</c:v>
                </c:pt>
                <c:pt idx="11102">
                  <c:v>6.0524942957746477</c:v>
                </c:pt>
                <c:pt idx="11103">
                  <c:v>6.0513144366197187</c:v>
                </c:pt>
                <c:pt idx="11104">
                  <c:v>6.0495501408450707</c:v>
                </c:pt>
                <c:pt idx="11105">
                  <c:v>6.0499392957746476</c:v>
                </c:pt>
                <c:pt idx="11106">
                  <c:v>6.0567860563380282</c:v>
                </c:pt>
                <c:pt idx="11107">
                  <c:v>6.0629414084507038</c:v>
                </c:pt>
                <c:pt idx="11108">
                  <c:v>6.0636476760563376</c:v>
                </c:pt>
                <c:pt idx="11109">
                  <c:v>6.0684394366197187</c:v>
                </c:pt>
                <c:pt idx="11110">
                  <c:v>6.0738218309859153</c:v>
                </c:pt>
                <c:pt idx="11111">
                  <c:v>6.0712725352112678</c:v>
                </c:pt>
                <c:pt idx="11112">
                  <c:v>6.0639719014084505</c:v>
                </c:pt>
                <c:pt idx="11113">
                  <c:v>6.0641048591549298</c:v>
                </c:pt>
                <c:pt idx="11114">
                  <c:v>6.0683949295774644</c:v>
                </c:pt>
                <c:pt idx="11115">
                  <c:v>6.066302605633803</c:v>
                </c:pt>
                <c:pt idx="11116">
                  <c:v>6.0624700000000002</c:v>
                </c:pt>
                <c:pt idx="11117">
                  <c:v>6.0632043661971835</c:v>
                </c:pt>
                <c:pt idx="11118">
                  <c:v>6.058599014084507</c:v>
                </c:pt>
                <c:pt idx="11119">
                  <c:v>6.0528974647887326</c:v>
                </c:pt>
                <c:pt idx="11120">
                  <c:v>6.0556728169014082</c:v>
                </c:pt>
                <c:pt idx="11121">
                  <c:v>6.0625855633802814</c:v>
                </c:pt>
                <c:pt idx="11122">
                  <c:v>6.0653053521126763</c:v>
                </c:pt>
                <c:pt idx="11123">
                  <c:v>6.0642138732394368</c:v>
                </c:pt>
                <c:pt idx="11124">
                  <c:v>6.0609810563380284</c:v>
                </c:pt>
                <c:pt idx="11125">
                  <c:v>6.0614244366197187</c:v>
                </c:pt>
                <c:pt idx="11126">
                  <c:v>6.0629541549295771</c:v>
                </c:pt>
                <c:pt idx="11127">
                  <c:v>6.0589010563380281</c:v>
                </c:pt>
                <c:pt idx="11128">
                  <c:v>6.0676729577464785</c:v>
                </c:pt>
                <c:pt idx="11129">
                  <c:v>6.0797640845070422</c:v>
                </c:pt>
                <c:pt idx="11130">
                  <c:v>6.0796901408450701</c:v>
                </c:pt>
                <c:pt idx="11131">
                  <c:v>6.0741035211267604</c:v>
                </c:pt>
                <c:pt idx="11132">
                  <c:v>6.072589436619718</c:v>
                </c:pt>
                <c:pt idx="11133">
                  <c:v>6.0712598591549298</c:v>
                </c:pt>
                <c:pt idx="11134">
                  <c:v>6.0653699999999997</c:v>
                </c:pt>
                <c:pt idx="11135">
                  <c:v>6.0588162676056339</c:v>
                </c:pt>
                <c:pt idx="11136">
                  <c:v>6.061585563380282</c:v>
                </c:pt>
                <c:pt idx="11137">
                  <c:v>6.0620309859154933</c:v>
                </c:pt>
                <c:pt idx="11138">
                  <c:v>6.0583185211267603</c:v>
                </c:pt>
                <c:pt idx="11139">
                  <c:v>6.0551735915492957</c:v>
                </c:pt>
                <c:pt idx="11140">
                  <c:v>6.0575057042253517</c:v>
                </c:pt>
                <c:pt idx="11141">
                  <c:v>6.0582376760563381</c:v>
                </c:pt>
                <c:pt idx="11142">
                  <c:v>6.0581507042253522</c:v>
                </c:pt>
                <c:pt idx="11143">
                  <c:v>6.0563517605633805</c:v>
                </c:pt>
                <c:pt idx="11144">
                  <c:v>6.0532395070422531</c:v>
                </c:pt>
                <c:pt idx="11145">
                  <c:v>6.0532377464788736</c:v>
                </c:pt>
                <c:pt idx="11146">
                  <c:v>6.0544224647887326</c:v>
                </c:pt>
                <c:pt idx="11147">
                  <c:v>6.05488676056338</c:v>
                </c:pt>
                <c:pt idx="11148">
                  <c:v>6.0555864788732396</c:v>
                </c:pt>
                <c:pt idx="11149">
                  <c:v>6.054939225352113</c:v>
                </c:pt>
                <c:pt idx="11150">
                  <c:v>6.05361338028169</c:v>
                </c:pt>
                <c:pt idx="11151">
                  <c:v>6.0545686619718309</c:v>
                </c:pt>
                <c:pt idx="11152">
                  <c:v>6.0540153521126765</c:v>
                </c:pt>
                <c:pt idx="11153">
                  <c:v>6.0473783802816898</c:v>
                </c:pt>
                <c:pt idx="11154">
                  <c:v>6.0404411267605633</c:v>
                </c:pt>
                <c:pt idx="11155">
                  <c:v>6.040595422535211</c:v>
                </c:pt>
                <c:pt idx="11156">
                  <c:v>6.0493412676056337</c:v>
                </c:pt>
                <c:pt idx="11157">
                  <c:v>6.0580318309859154</c:v>
                </c:pt>
                <c:pt idx="11158">
                  <c:v>6.0657191549295773</c:v>
                </c:pt>
                <c:pt idx="11159">
                  <c:v>6.0665738028169018</c:v>
                </c:pt>
                <c:pt idx="11160">
                  <c:v>6.0666030281690144</c:v>
                </c:pt>
                <c:pt idx="11161">
                  <c:v>6.0691552816901408</c:v>
                </c:pt>
                <c:pt idx="11162">
                  <c:v>6.0711936619718312</c:v>
                </c:pt>
                <c:pt idx="11163">
                  <c:v>6.0717401408450709</c:v>
                </c:pt>
                <c:pt idx="11164">
                  <c:v>6.069040704225352</c:v>
                </c:pt>
                <c:pt idx="11165">
                  <c:v>6.0572469718309856</c:v>
                </c:pt>
                <c:pt idx="11166">
                  <c:v>6.053051549295775</c:v>
                </c:pt>
                <c:pt idx="11167">
                  <c:v>6.0578869014084509</c:v>
                </c:pt>
                <c:pt idx="11168">
                  <c:v>6.062912323943662</c:v>
                </c:pt>
                <c:pt idx="11169">
                  <c:v>6.065900915492958</c:v>
                </c:pt>
                <c:pt idx="11170">
                  <c:v>6.066555915492958</c:v>
                </c:pt>
                <c:pt idx="11171">
                  <c:v>6.0633603521126762</c:v>
                </c:pt>
                <c:pt idx="11172">
                  <c:v>6.0655170422535214</c:v>
                </c:pt>
                <c:pt idx="11173">
                  <c:v>6.0673002816901409</c:v>
                </c:pt>
                <c:pt idx="11174">
                  <c:v>6.0638329577464791</c:v>
                </c:pt>
                <c:pt idx="11175">
                  <c:v>6.0613325352112675</c:v>
                </c:pt>
                <c:pt idx="11176">
                  <c:v>6.0640999999999998</c:v>
                </c:pt>
                <c:pt idx="11177">
                  <c:v>6.0644435211267602</c:v>
                </c:pt>
                <c:pt idx="11178">
                  <c:v>6.0617742957746481</c:v>
                </c:pt>
                <c:pt idx="11179">
                  <c:v>6.0625483098591548</c:v>
                </c:pt>
                <c:pt idx="11180">
                  <c:v>6.0647756338028165</c:v>
                </c:pt>
                <c:pt idx="11181">
                  <c:v>6.0636158450704229</c:v>
                </c:pt>
                <c:pt idx="11182">
                  <c:v>6.0680582394366196</c:v>
                </c:pt>
                <c:pt idx="11183">
                  <c:v>6.0689570422535208</c:v>
                </c:pt>
                <c:pt idx="11184">
                  <c:v>6.0575650000000003</c:v>
                </c:pt>
                <c:pt idx="11185">
                  <c:v>6.0503906338028166</c:v>
                </c:pt>
                <c:pt idx="11186">
                  <c:v>6.0436004929577463</c:v>
                </c:pt>
                <c:pt idx="11187">
                  <c:v>6.0378811267605634</c:v>
                </c:pt>
                <c:pt idx="11188">
                  <c:v>6.0376608450704223</c:v>
                </c:pt>
                <c:pt idx="11189">
                  <c:v>6.0381606338028169</c:v>
                </c:pt>
                <c:pt idx="11190">
                  <c:v>6.0442716197183097</c:v>
                </c:pt>
                <c:pt idx="11191">
                  <c:v>6.0430336619718306</c:v>
                </c:pt>
                <c:pt idx="11192">
                  <c:v>6.0421362676056338</c:v>
                </c:pt>
                <c:pt idx="11193">
                  <c:v>6.0484788028169012</c:v>
                </c:pt>
                <c:pt idx="11194">
                  <c:v>6.053032676056338</c:v>
                </c:pt>
                <c:pt idx="11195">
                  <c:v>6.052127957746479</c:v>
                </c:pt>
                <c:pt idx="11196">
                  <c:v>6.0532190845070426</c:v>
                </c:pt>
                <c:pt idx="11197">
                  <c:v>6.0583916197183099</c:v>
                </c:pt>
                <c:pt idx="11198">
                  <c:v>6.0614113380281687</c:v>
                </c:pt>
                <c:pt idx="11199">
                  <c:v>6.0642076056338032</c:v>
                </c:pt>
                <c:pt idx="11200">
                  <c:v>6.0676040845070425</c:v>
                </c:pt>
                <c:pt idx="11201">
                  <c:v>6.0651201408450701</c:v>
                </c:pt>
                <c:pt idx="11202">
                  <c:v>6.0614986619718314</c:v>
                </c:pt>
                <c:pt idx="11203">
                  <c:v>6.0579921830985919</c:v>
                </c:pt>
                <c:pt idx="11204">
                  <c:v>6.0544639436619718</c:v>
                </c:pt>
                <c:pt idx="11205">
                  <c:v>6.0559778873239436</c:v>
                </c:pt>
                <c:pt idx="11206">
                  <c:v>6.0553317605633801</c:v>
                </c:pt>
                <c:pt idx="11207">
                  <c:v>6.0590942957746483</c:v>
                </c:pt>
                <c:pt idx="11208">
                  <c:v>6.0680133802816902</c:v>
                </c:pt>
                <c:pt idx="11209">
                  <c:v>6.0716338028169012</c:v>
                </c:pt>
                <c:pt idx="11210">
                  <c:v>6.0667562676056335</c:v>
                </c:pt>
                <c:pt idx="11211">
                  <c:v>6.0623612676056338</c:v>
                </c:pt>
                <c:pt idx="11212">
                  <c:v>6.0619512676056342</c:v>
                </c:pt>
                <c:pt idx="11213">
                  <c:v>6.0604461267605636</c:v>
                </c:pt>
                <c:pt idx="11214">
                  <c:v>6.0624007746478874</c:v>
                </c:pt>
                <c:pt idx="11215">
                  <c:v>6.0688371126760563</c:v>
                </c:pt>
                <c:pt idx="11216">
                  <c:v>6.0714711267605637</c:v>
                </c:pt>
                <c:pt idx="11217">
                  <c:v>6.0691442253521126</c:v>
                </c:pt>
                <c:pt idx="11218">
                  <c:v>6.0720316901408449</c:v>
                </c:pt>
                <c:pt idx="11219">
                  <c:v>6.072127464788732</c:v>
                </c:pt>
                <c:pt idx="11220">
                  <c:v>6.0704464788732393</c:v>
                </c:pt>
                <c:pt idx="11221">
                  <c:v>6.0683243661971833</c:v>
                </c:pt>
                <c:pt idx="11222">
                  <c:v>6.0623788028169017</c:v>
                </c:pt>
                <c:pt idx="11223">
                  <c:v>6.0569167605633805</c:v>
                </c:pt>
                <c:pt idx="11224">
                  <c:v>6.061236690140845</c:v>
                </c:pt>
                <c:pt idx="11225">
                  <c:v>6.075964788732394</c:v>
                </c:pt>
                <c:pt idx="11226">
                  <c:v>6.0773894366197183</c:v>
                </c:pt>
                <c:pt idx="11227">
                  <c:v>6.0690890845070422</c:v>
                </c:pt>
                <c:pt idx="11228">
                  <c:v>6.0667552112676058</c:v>
                </c:pt>
                <c:pt idx="11229">
                  <c:v>6.0597252112676054</c:v>
                </c:pt>
                <c:pt idx="11230">
                  <c:v>6.0560917605633806</c:v>
                </c:pt>
                <c:pt idx="11231">
                  <c:v>6.0561635211267602</c:v>
                </c:pt>
                <c:pt idx="11232">
                  <c:v>6.0646726056338025</c:v>
                </c:pt>
                <c:pt idx="11233">
                  <c:v>6.0669114084507045</c:v>
                </c:pt>
                <c:pt idx="11234">
                  <c:v>6.0614800000000004</c:v>
                </c:pt>
                <c:pt idx="11235">
                  <c:v>6.0584800704225348</c:v>
                </c:pt>
                <c:pt idx="11236">
                  <c:v>6.0561195774647887</c:v>
                </c:pt>
                <c:pt idx="11237">
                  <c:v>6.0578352112676059</c:v>
                </c:pt>
                <c:pt idx="11238">
                  <c:v>6.0552728873239436</c:v>
                </c:pt>
                <c:pt idx="11239">
                  <c:v>6.0530057746478869</c:v>
                </c:pt>
                <c:pt idx="11240">
                  <c:v>6.0466825352112679</c:v>
                </c:pt>
                <c:pt idx="11241">
                  <c:v>6.0442801408450704</c:v>
                </c:pt>
                <c:pt idx="11242">
                  <c:v>6.0524871830985916</c:v>
                </c:pt>
                <c:pt idx="11243">
                  <c:v>6.0586284507042256</c:v>
                </c:pt>
                <c:pt idx="11244">
                  <c:v>6.0567480985915489</c:v>
                </c:pt>
                <c:pt idx="11245">
                  <c:v>6.0492701408450706</c:v>
                </c:pt>
                <c:pt idx="11246">
                  <c:v>6.0368330281690143</c:v>
                </c:pt>
                <c:pt idx="11247">
                  <c:v>6.0360384507042255</c:v>
                </c:pt>
                <c:pt idx="11248">
                  <c:v>6.0476026760563384</c:v>
                </c:pt>
                <c:pt idx="11249">
                  <c:v>6.0537814084507042</c:v>
                </c:pt>
                <c:pt idx="11250">
                  <c:v>6.0563911971830988</c:v>
                </c:pt>
                <c:pt idx="11251">
                  <c:v>6.058767957746479</c:v>
                </c:pt>
                <c:pt idx="11252">
                  <c:v>6.0619616901408451</c:v>
                </c:pt>
                <c:pt idx="11253">
                  <c:v>6.0703922535211268</c:v>
                </c:pt>
                <c:pt idx="11254">
                  <c:v>6.074250704225352</c:v>
                </c:pt>
                <c:pt idx="11255">
                  <c:v>6.0703288028169018</c:v>
                </c:pt>
                <c:pt idx="11256">
                  <c:v>6.0645177464788729</c:v>
                </c:pt>
                <c:pt idx="11257">
                  <c:v>6.0673671830985914</c:v>
                </c:pt>
                <c:pt idx="11258">
                  <c:v>6.0694350000000004</c:v>
                </c:pt>
                <c:pt idx="11259">
                  <c:v>6.0634199999999998</c:v>
                </c:pt>
                <c:pt idx="11260">
                  <c:v>6.0654910563380282</c:v>
                </c:pt>
                <c:pt idx="11261">
                  <c:v>6.06351</c:v>
                </c:pt>
                <c:pt idx="11262">
                  <c:v>6.0669961267605634</c:v>
                </c:pt>
                <c:pt idx="11263">
                  <c:v>6.0760443661971832</c:v>
                </c:pt>
                <c:pt idx="11264">
                  <c:v>6.0775077464788732</c:v>
                </c:pt>
                <c:pt idx="11265">
                  <c:v>6.0770035211267608</c:v>
                </c:pt>
                <c:pt idx="11266">
                  <c:v>6.0751767605633802</c:v>
                </c:pt>
                <c:pt idx="11267">
                  <c:v>6.0720154929577461</c:v>
                </c:pt>
                <c:pt idx="11268">
                  <c:v>6.0696913380281687</c:v>
                </c:pt>
                <c:pt idx="11269">
                  <c:v>6.0691546478873235</c:v>
                </c:pt>
                <c:pt idx="11270">
                  <c:v>6.0689522535211271</c:v>
                </c:pt>
                <c:pt idx="11271">
                  <c:v>6.0637876760563376</c:v>
                </c:pt>
                <c:pt idx="11272">
                  <c:v>6.0558978169014086</c:v>
                </c:pt>
                <c:pt idx="11273">
                  <c:v>6.0571662676056341</c:v>
                </c:pt>
                <c:pt idx="11274">
                  <c:v>6.0538381690140843</c:v>
                </c:pt>
                <c:pt idx="11275">
                  <c:v>6.0551250000000003</c:v>
                </c:pt>
                <c:pt idx="11276">
                  <c:v>6.062782042253521</c:v>
                </c:pt>
                <c:pt idx="11277">
                  <c:v>6.067493873239437</c:v>
                </c:pt>
                <c:pt idx="11278">
                  <c:v>6.0674850704225349</c:v>
                </c:pt>
                <c:pt idx="11279">
                  <c:v>6.0625884507042258</c:v>
                </c:pt>
                <c:pt idx="11280">
                  <c:v>6.0555868309859155</c:v>
                </c:pt>
                <c:pt idx="11281">
                  <c:v>6.0540270422535212</c:v>
                </c:pt>
                <c:pt idx="11282">
                  <c:v>6.0570788028169016</c:v>
                </c:pt>
                <c:pt idx="11283">
                  <c:v>6.0544097183098593</c:v>
                </c:pt>
                <c:pt idx="11284">
                  <c:v>6.048841267605634</c:v>
                </c:pt>
                <c:pt idx="11285">
                  <c:v>6.0475178169014088</c:v>
                </c:pt>
                <c:pt idx="11286">
                  <c:v>6.0608716197183101</c:v>
                </c:pt>
                <c:pt idx="11287">
                  <c:v>6.0674582394366201</c:v>
                </c:pt>
                <c:pt idx="11288">
                  <c:v>6.0702171830985918</c:v>
                </c:pt>
                <c:pt idx="11289">
                  <c:v>6.0719274647887325</c:v>
                </c:pt>
                <c:pt idx="11290">
                  <c:v>6.0643338732394367</c:v>
                </c:pt>
                <c:pt idx="11291">
                  <c:v>6.0583360563380282</c:v>
                </c:pt>
                <c:pt idx="11292">
                  <c:v>6.0619764788732393</c:v>
                </c:pt>
                <c:pt idx="11293">
                  <c:v>6.0604466901408447</c:v>
                </c:pt>
                <c:pt idx="11294">
                  <c:v>6.0594828169014088</c:v>
                </c:pt>
                <c:pt idx="11295">
                  <c:v>6.0565061267605635</c:v>
                </c:pt>
                <c:pt idx="11296">
                  <c:v>6.0522504225352112</c:v>
                </c:pt>
                <c:pt idx="11297">
                  <c:v>6.0510799999999998</c:v>
                </c:pt>
                <c:pt idx="11298">
                  <c:v>6.0528723239436619</c:v>
                </c:pt>
                <c:pt idx="11299">
                  <c:v>6.0487470422535212</c:v>
                </c:pt>
                <c:pt idx="11300">
                  <c:v>6.0456748591549294</c:v>
                </c:pt>
                <c:pt idx="11301">
                  <c:v>6.051064366197183</c:v>
                </c:pt>
                <c:pt idx="11302">
                  <c:v>6.0558210563380284</c:v>
                </c:pt>
                <c:pt idx="11303">
                  <c:v>6.0571568309859156</c:v>
                </c:pt>
                <c:pt idx="11304">
                  <c:v>6.0606702816901405</c:v>
                </c:pt>
                <c:pt idx="11305">
                  <c:v>6.0586376760563381</c:v>
                </c:pt>
                <c:pt idx="11306">
                  <c:v>6.055215281690141</c:v>
                </c:pt>
                <c:pt idx="11307">
                  <c:v>6.0627701408450703</c:v>
                </c:pt>
                <c:pt idx="11308">
                  <c:v>6.0658254225352115</c:v>
                </c:pt>
                <c:pt idx="11309">
                  <c:v>6.0682001408450708</c:v>
                </c:pt>
                <c:pt idx="11310">
                  <c:v>6.0727183098591553</c:v>
                </c:pt>
                <c:pt idx="11311">
                  <c:v>6.0786929577464788</c:v>
                </c:pt>
                <c:pt idx="11312">
                  <c:v>6.0753204225352109</c:v>
                </c:pt>
                <c:pt idx="11313">
                  <c:v>6.0648062676056336</c:v>
                </c:pt>
                <c:pt idx="11314">
                  <c:v>6.0536295070422534</c:v>
                </c:pt>
                <c:pt idx="11315">
                  <c:v>6.0494327464788729</c:v>
                </c:pt>
                <c:pt idx="11316">
                  <c:v>6.0506170422535215</c:v>
                </c:pt>
                <c:pt idx="11317">
                  <c:v>6.0531220422535208</c:v>
                </c:pt>
                <c:pt idx="11318">
                  <c:v>6.0535938732394365</c:v>
                </c:pt>
                <c:pt idx="11319">
                  <c:v>6.0516557746478874</c:v>
                </c:pt>
                <c:pt idx="11320">
                  <c:v>6.0458698591549291</c:v>
                </c:pt>
                <c:pt idx="11321">
                  <c:v>6.0444999295774648</c:v>
                </c:pt>
                <c:pt idx="11322">
                  <c:v>6.0446734507042255</c:v>
                </c:pt>
                <c:pt idx="11323">
                  <c:v>6.0454108450704229</c:v>
                </c:pt>
                <c:pt idx="11324">
                  <c:v>6.0461623943661973</c:v>
                </c:pt>
                <c:pt idx="11325">
                  <c:v>6.0449768309859158</c:v>
                </c:pt>
                <c:pt idx="11326">
                  <c:v>6.0525673239436619</c:v>
                </c:pt>
                <c:pt idx="11327">
                  <c:v>6.0579676056338032</c:v>
                </c:pt>
                <c:pt idx="11328">
                  <c:v>6.0585852816901404</c:v>
                </c:pt>
                <c:pt idx="11329">
                  <c:v>6.060649647887324</c:v>
                </c:pt>
                <c:pt idx="11330">
                  <c:v>6.0544533098591549</c:v>
                </c:pt>
                <c:pt idx="11331">
                  <c:v>6.0502970422535212</c:v>
                </c:pt>
                <c:pt idx="11332">
                  <c:v>6.0551416197183094</c:v>
                </c:pt>
                <c:pt idx="11333">
                  <c:v>6.0590698591549295</c:v>
                </c:pt>
                <c:pt idx="11334">
                  <c:v>6.0571239436619715</c:v>
                </c:pt>
                <c:pt idx="11335">
                  <c:v>6.0536246478873244</c:v>
                </c:pt>
                <c:pt idx="11336">
                  <c:v>6.0459386619718307</c:v>
                </c:pt>
                <c:pt idx="11337">
                  <c:v>6.0368712676056342</c:v>
                </c:pt>
                <c:pt idx="11338">
                  <c:v>6.0347693661971835</c:v>
                </c:pt>
                <c:pt idx="11339">
                  <c:v>6.0450121126760568</c:v>
                </c:pt>
                <c:pt idx="11340">
                  <c:v>6.0508967605633801</c:v>
                </c:pt>
                <c:pt idx="11341">
                  <c:v>6.0488564084507042</c:v>
                </c:pt>
                <c:pt idx="11342">
                  <c:v>6.0509340845070421</c:v>
                </c:pt>
                <c:pt idx="11343">
                  <c:v>6.0529739436619714</c:v>
                </c:pt>
                <c:pt idx="11344">
                  <c:v>6.0546602816901407</c:v>
                </c:pt>
                <c:pt idx="11345">
                  <c:v>6.0561083098591553</c:v>
                </c:pt>
                <c:pt idx="11346">
                  <c:v>6.0570728169014085</c:v>
                </c:pt>
                <c:pt idx="11347">
                  <c:v>6.0634321830985911</c:v>
                </c:pt>
                <c:pt idx="11348">
                  <c:v>6.0687071830985913</c:v>
                </c:pt>
                <c:pt idx="11349">
                  <c:v>6.0680593661971827</c:v>
                </c:pt>
                <c:pt idx="11350">
                  <c:v>6.0627085211267602</c:v>
                </c:pt>
                <c:pt idx="11351">
                  <c:v>6.0623411971830983</c:v>
                </c:pt>
                <c:pt idx="11352">
                  <c:v>6.0580445774647886</c:v>
                </c:pt>
                <c:pt idx="11353">
                  <c:v>6.056375563380282</c:v>
                </c:pt>
                <c:pt idx="11354">
                  <c:v>6.0590433802816905</c:v>
                </c:pt>
                <c:pt idx="11355">
                  <c:v>6.0584851408450708</c:v>
                </c:pt>
                <c:pt idx="11356">
                  <c:v>6.0603060563380282</c:v>
                </c:pt>
                <c:pt idx="11357">
                  <c:v>6.063950704225352</c:v>
                </c:pt>
                <c:pt idx="11358">
                  <c:v>6.061283732394366</c:v>
                </c:pt>
                <c:pt idx="11359">
                  <c:v>6.0566423943661976</c:v>
                </c:pt>
                <c:pt idx="11360">
                  <c:v>6.0580390845070422</c:v>
                </c:pt>
                <c:pt idx="11361">
                  <c:v>6.0611401408450707</c:v>
                </c:pt>
                <c:pt idx="11362">
                  <c:v>6.0644712676056338</c:v>
                </c:pt>
                <c:pt idx="11363">
                  <c:v>6.0643558450704225</c:v>
                </c:pt>
                <c:pt idx="11364">
                  <c:v>6.0636975352112676</c:v>
                </c:pt>
                <c:pt idx="11365">
                  <c:v>6.0627898591549299</c:v>
                </c:pt>
                <c:pt idx="11366">
                  <c:v>6.0620158450704222</c:v>
                </c:pt>
                <c:pt idx="11367">
                  <c:v>6.0591380281690137</c:v>
                </c:pt>
                <c:pt idx="11368">
                  <c:v>6.0583025352112676</c:v>
                </c:pt>
                <c:pt idx="11369">
                  <c:v>6.0568453521126759</c:v>
                </c:pt>
                <c:pt idx="11370">
                  <c:v>6.0571799999999998</c:v>
                </c:pt>
                <c:pt idx="11371">
                  <c:v>6.0572333802816898</c:v>
                </c:pt>
                <c:pt idx="11372">
                  <c:v>6.0536267605633807</c:v>
                </c:pt>
                <c:pt idx="11373">
                  <c:v>6.0497875352112676</c:v>
                </c:pt>
                <c:pt idx="11374">
                  <c:v>6.0521097183098593</c:v>
                </c:pt>
                <c:pt idx="11375">
                  <c:v>6.0541313380281689</c:v>
                </c:pt>
                <c:pt idx="11376">
                  <c:v>6.0529496478873241</c:v>
                </c:pt>
                <c:pt idx="11377">
                  <c:v>6.0560854929577461</c:v>
                </c:pt>
                <c:pt idx="11378">
                  <c:v>6.0618174647887324</c:v>
                </c:pt>
                <c:pt idx="11379">
                  <c:v>6.064787676056338</c:v>
                </c:pt>
                <c:pt idx="11380">
                  <c:v>6.0626190140845067</c:v>
                </c:pt>
                <c:pt idx="11381">
                  <c:v>6.0644047887323946</c:v>
                </c:pt>
                <c:pt idx="11382">
                  <c:v>6.0662973239436617</c:v>
                </c:pt>
                <c:pt idx="11383">
                  <c:v>6.0585295070422536</c:v>
                </c:pt>
                <c:pt idx="11384">
                  <c:v>6.0581845070422533</c:v>
                </c:pt>
                <c:pt idx="11385">
                  <c:v>6.0614032394366193</c:v>
                </c:pt>
                <c:pt idx="11386">
                  <c:v>6.0555192957746478</c:v>
                </c:pt>
                <c:pt idx="11387">
                  <c:v>6.0522028169014082</c:v>
                </c:pt>
                <c:pt idx="11388">
                  <c:v>6.0461690845070422</c:v>
                </c:pt>
                <c:pt idx="11389">
                  <c:v>6.0440207042253524</c:v>
                </c:pt>
                <c:pt idx="11390">
                  <c:v>6.043629577464789</c:v>
                </c:pt>
                <c:pt idx="11391">
                  <c:v>6.0430692957746475</c:v>
                </c:pt>
                <c:pt idx="11392">
                  <c:v>6.0456902112676056</c:v>
                </c:pt>
                <c:pt idx="11393">
                  <c:v>6.0490807042253518</c:v>
                </c:pt>
                <c:pt idx="11394">
                  <c:v>6.0528230985915492</c:v>
                </c:pt>
                <c:pt idx="11395">
                  <c:v>6.0539095774647889</c:v>
                </c:pt>
                <c:pt idx="11396">
                  <c:v>6.0447912676056337</c:v>
                </c:pt>
                <c:pt idx="11397">
                  <c:v>6.0428466901408449</c:v>
                </c:pt>
                <c:pt idx="11398">
                  <c:v>6.0477805633802815</c:v>
                </c:pt>
                <c:pt idx="11399">
                  <c:v>6.0414721126760567</c:v>
                </c:pt>
                <c:pt idx="11400">
                  <c:v>6.0322266901408454</c:v>
                </c:pt>
                <c:pt idx="11401">
                  <c:v>6.0348829577464791</c:v>
                </c:pt>
                <c:pt idx="11402">
                  <c:v>6.0449163380281687</c:v>
                </c:pt>
                <c:pt idx="11403">
                  <c:v>6.0486902112676058</c:v>
                </c:pt>
                <c:pt idx="11404">
                  <c:v>6.0461176056338024</c:v>
                </c:pt>
                <c:pt idx="11405">
                  <c:v>6.0469590845070424</c:v>
                </c:pt>
                <c:pt idx="11406">
                  <c:v>6.0467788028169016</c:v>
                </c:pt>
                <c:pt idx="11407">
                  <c:v>6.0502064084507046</c:v>
                </c:pt>
                <c:pt idx="11408">
                  <c:v>6.0576586619718311</c:v>
                </c:pt>
                <c:pt idx="11409">
                  <c:v>6.0635408450704222</c:v>
                </c:pt>
                <c:pt idx="11410">
                  <c:v>6.0606171126760566</c:v>
                </c:pt>
                <c:pt idx="11411">
                  <c:v>6.0582111267605629</c:v>
                </c:pt>
                <c:pt idx="11412">
                  <c:v>6.0557954929577464</c:v>
                </c:pt>
                <c:pt idx="11413">
                  <c:v>6.0537712676056339</c:v>
                </c:pt>
                <c:pt idx="11414">
                  <c:v>6.0553700704225353</c:v>
                </c:pt>
                <c:pt idx="11415">
                  <c:v>6.0556821830985914</c:v>
                </c:pt>
                <c:pt idx="11416">
                  <c:v>6.055488732394366</c:v>
                </c:pt>
                <c:pt idx="11417">
                  <c:v>6.0526626760563378</c:v>
                </c:pt>
                <c:pt idx="11418">
                  <c:v>6.0455487323943666</c:v>
                </c:pt>
                <c:pt idx="11419">
                  <c:v>6.0436733802816898</c:v>
                </c:pt>
                <c:pt idx="11420">
                  <c:v>6.0505469014084508</c:v>
                </c:pt>
                <c:pt idx="11421">
                  <c:v>6.0550640140845067</c:v>
                </c:pt>
                <c:pt idx="11422">
                  <c:v>6.0586065492957744</c:v>
                </c:pt>
                <c:pt idx="11423">
                  <c:v>6.0613395070422538</c:v>
                </c:pt>
                <c:pt idx="11424">
                  <c:v>6.0612770422535212</c:v>
                </c:pt>
                <c:pt idx="11425">
                  <c:v>6.0657953521126764</c:v>
                </c:pt>
                <c:pt idx="11426">
                  <c:v>6.0639757042253519</c:v>
                </c:pt>
                <c:pt idx="11427">
                  <c:v>6.0580874647887324</c:v>
                </c:pt>
                <c:pt idx="11428">
                  <c:v>6.0553597183098589</c:v>
                </c:pt>
                <c:pt idx="11429">
                  <c:v>6.0591644366197182</c:v>
                </c:pt>
                <c:pt idx="11430">
                  <c:v>6.0594988028169015</c:v>
                </c:pt>
                <c:pt idx="11431">
                  <c:v>6.0589128169014081</c:v>
                </c:pt>
                <c:pt idx="11432">
                  <c:v>6.054032042253521</c:v>
                </c:pt>
                <c:pt idx="11433">
                  <c:v>6.0490784507042257</c:v>
                </c:pt>
                <c:pt idx="11434">
                  <c:v>6.0456826760563382</c:v>
                </c:pt>
                <c:pt idx="11435">
                  <c:v>6.0456795774647887</c:v>
                </c:pt>
                <c:pt idx="11436">
                  <c:v>6.0429727464788732</c:v>
                </c:pt>
                <c:pt idx="11437">
                  <c:v>6.0423999999999998</c:v>
                </c:pt>
                <c:pt idx="11438">
                  <c:v>6.0436612676056338</c:v>
                </c:pt>
                <c:pt idx="11439">
                  <c:v>6.044922183098592</c:v>
                </c:pt>
                <c:pt idx="11440">
                  <c:v>6.0454302816901411</c:v>
                </c:pt>
                <c:pt idx="11441">
                  <c:v>6.0445328873239434</c:v>
                </c:pt>
                <c:pt idx="11442">
                  <c:v>6.0434452112676054</c:v>
                </c:pt>
                <c:pt idx="11443">
                  <c:v>6.0439613380281694</c:v>
                </c:pt>
                <c:pt idx="11444">
                  <c:v>6.0559279577464791</c:v>
                </c:pt>
                <c:pt idx="11445">
                  <c:v>6.0648014788732398</c:v>
                </c:pt>
                <c:pt idx="11446">
                  <c:v>6.0633945774647886</c:v>
                </c:pt>
                <c:pt idx="11447">
                  <c:v>6.067320281690141</c:v>
                </c:pt>
                <c:pt idx="11448">
                  <c:v>6.0691811971830987</c:v>
                </c:pt>
                <c:pt idx="11449">
                  <c:v>6.0659561971830982</c:v>
                </c:pt>
                <c:pt idx="11450">
                  <c:v>6.0651724647887324</c:v>
                </c:pt>
                <c:pt idx="11451">
                  <c:v>6.0654387323943659</c:v>
                </c:pt>
                <c:pt idx="11452">
                  <c:v>6.0715605633802818</c:v>
                </c:pt>
                <c:pt idx="11453">
                  <c:v>6.0715697183098589</c:v>
                </c:pt>
                <c:pt idx="11454">
                  <c:v>6.0687706338028171</c:v>
                </c:pt>
                <c:pt idx="11455">
                  <c:v>6.0630793661971829</c:v>
                </c:pt>
                <c:pt idx="11456">
                  <c:v>6.0633804929577462</c:v>
                </c:pt>
                <c:pt idx="11457">
                  <c:v>6.0674214788732392</c:v>
                </c:pt>
                <c:pt idx="11458">
                  <c:v>6.0654243661971829</c:v>
                </c:pt>
                <c:pt idx="11459">
                  <c:v>6.0650505633802814</c:v>
                </c:pt>
                <c:pt idx="11460">
                  <c:v>6.0605415492957748</c:v>
                </c:pt>
                <c:pt idx="11461">
                  <c:v>6.0487054929577466</c:v>
                </c:pt>
                <c:pt idx="11462">
                  <c:v>6.0478666901408449</c:v>
                </c:pt>
                <c:pt idx="11463">
                  <c:v>6.0532761267605633</c:v>
                </c:pt>
                <c:pt idx="11464">
                  <c:v>6.0520522535211265</c:v>
                </c:pt>
                <c:pt idx="11465">
                  <c:v>6.0552102816901412</c:v>
                </c:pt>
                <c:pt idx="11466">
                  <c:v>6.0573142957746482</c:v>
                </c:pt>
                <c:pt idx="11467">
                  <c:v>6.0528006338028169</c:v>
                </c:pt>
                <c:pt idx="11468">
                  <c:v>6.052102746478873</c:v>
                </c:pt>
                <c:pt idx="11469">
                  <c:v>6.0577851408450707</c:v>
                </c:pt>
                <c:pt idx="11470">
                  <c:v>6.0695790845070423</c:v>
                </c:pt>
                <c:pt idx="11471">
                  <c:v>6.0720809859154929</c:v>
                </c:pt>
                <c:pt idx="11472">
                  <c:v>6.0661007042253523</c:v>
                </c:pt>
                <c:pt idx="11473">
                  <c:v>6.0610440845070421</c:v>
                </c:pt>
                <c:pt idx="11474">
                  <c:v>6.0612248591549296</c:v>
                </c:pt>
                <c:pt idx="11475">
                  <c:v>6.0528121830985917</c:v>
                </c:pt>
                <c:pt idx="11476">
                  <c:v>6.0468516901408451</c:v>
                </c:pt>
                <c:pt idx="11477">
                  <c:v>6.0467307746478873</c:v>
                </c:pt>
                <c:pt idx="11478">
                  <c:v>6.046839718309859</c:v>
                </c:pt>
                <c:pt idx="11479">
                  <c:v>6.0494485915492957</c:v>
                </c:pt>
                <c:pt idx="11480">
                  <c:v>6.0576035915492961</c:v>
                </c:pt>
                <c:pt idx="11481">
                  <c:v>6.0597128873239434</c:v>
                </c:pt>
                <c:pt idx="11482">
                  <c:v>6.0560448591549294</c:v>
                </c:pt>
                <c:pt idx="11483">
                  <c:v>6.0498422535211267</c:v>
                </c:pt>
                <c:pt idx="11484">
                  <c:v>6.0460585915492961</c:v>
                </c:pt>
                <c:pt idx="11485">
                  <c:v>6.0505611971830984</c:v>
                </c:pt>
                <c:pt idx="11486">
                  <c:v>6.0516913380281689</c:v>
                </c:pt>
                <c:pt idx="11487">
                  <c:v>6.0523599295774648</c:v>
                </c:pt>
                <c:pt idx="11488">
                  <c:v>6.0584264084507042</c:v>
                </c:pt>
                <c:pt idx="11489">
                  <c:v>6.0652761971830982</c:v>
                </c:pt>
                <c:pt idx="11490">
                  <c:v>6.0654071126760565</c:v>
                </c:pt>
                <c:pt idx="11491">
                  <c:v>6.0621193661971828</c:v>
                </c:pt>
                <c:pt idx="11492">
                  <c:v>6.0563512676056339</c:v>
                </c:pt>
                <c:pt idx="11493">
                  <c:v>6.0439742253521125</c:v>
                </c:pt>
                <c:pt idx="11494">
                  <c:v>6.0398969014084507</c:v>
                </c:pt>
                <c:pt idx="11495">
                  <c:v>6.0385704225352113</c:v>
                </c:pt>
                <c:pt idx="11496">
                  <c:v>6.042289929577465</c:v>
                </c:pt>
                <c:pt idx="11497">
                  <c:v>6.0557678169014082</c:v>
                </c:pt>
                <c:pt idx="11498">
                  <c:v>6.0605643661971831</c:v>
                </c:pt>
                <c:pt idx="11499">
                  <c:v>6.0581109859154934</c:v>
                </c:pt>
                <c:pt idx="11500">
                  <c:v>6.0518573239436622</c:v>
                </c:pt>
                <c:pt idx="11501">
                  <c:v>6.0489073239436619</c:v>
                </c:pt>
                <c:pt idx="11502">
                  <c:v>6.044486126760563</c:v>
                </c:pt>
                <c:pt idx="11503">
                  <c:v>6.0444661267605637</c:v>
                </c:pt>
                <c:pt idx="11504">
                  <c:v>6.0514937323943663</c:v>
                </c:pt>
                <c:pt idx="11505">
                  <c:v>6.0498051408450708</c:v>
                </c:pt>
                <c:pt idx="11506">
                  <c:v>6.0470679577464788</c:v>
                </c:pt>
                <c:pt idx="11507">
                  <c:v>6.0544579577464788</c:v>
                </c:pt>
                <c:pt idx="11508">
                  <c:v>6.0630391549295775</c:v>
                </c:pt>
                <c:pt idx="11509">
                  <c:v>6.0665266901408454</c:v>
                </c:pt>
                <c:pt idx="11510">
                  <c:v>6.06837676056338</c:v>
                </c:pt>
                <c:pt idx="11511">
                  <c:v>6.0688578873239436</c:v>
                </c:pt>
                <c:pt idx="11512">
                  <c:v>6.0709647887323941</c:v>
                </c:pt>
                <c:pt idx="11513">
                  <c:v>6.0721887323943662</c:v>
                </c:pt>
                <c:pt idx="11514">
                  <c:v>6.0716626760563379</c:v>
                </c:pt>
                <c:pt idx="11515">
                  <c:v>6.0634800000000002</c:v>
                </c:pt>
                <c:pt idx="11516">
                  <c:v>6.0585496478873235</c:v>
                </c:pt>
                <c:pt idx="11517">
                  <c:v>6.0547153521126758</c:v>
                </c:pt>
                <c:pt idx="11518">
                  <c:v>6.0575224647887325</c:v>
                </c:pt>
                <c:pt idx="11519">
                  <c:v>6.0611126056338032</c:v>
                </c:pt>
                <c:pt idx="11520">
                  <c:v>6.0577019014084508</c:v>
                </c:pt>
                <c:pt idx="11521">
                  <c:v>6.0568471126760564</c:v>
                </c:pt>
                <c:pt idx="11522">
                  <c:v>6.054578591549296</c:v>
                </c:pt>
                <c:pt idx="11523">
                  <c:v>6.0580490845070418</c:v>
                </c:pt>
                <c:pt idx="11524">
                  <c:v>6.0566792253521129</c:v>
                </c:pt>
                <c:pt idx="11525">
                  <c:v>6.0546471830985915</c:v>
                </c:pt>
                <c:pt idx="11526">
                  <c:v>6.0495156338028169</c:v>
                </c:pt>
                <c:pt idx="11527">
                  <c:v>6.0441911267605635</c:v>
                </c:pt>
                <c:pt idx="11528">
                  <c:v>6.0488949295774646</c:v>
                </c:pt>
                <c:pt idx="11529">
                  <c:v>6.0556640845070424</c:v>
                </c:pt>
                <c:pt idx="11530">
                  <c:v>6.0605126760563381</c:v>
                </c:pt>
                <c:pt idx="11531">
                  <c:v>6.0628688028169018</c:v>
                </c:pt>
                <c:pt idx="11532">
                  <c:v>6.0567016901408453</c:v>
                </c:pt>
                <c:pt idx="11533">
                  <c:v>6.0523861971830986</c:v>
                </c:pt>
                <c:pt idx="11534">
                  <c:v>6.0569230985915494</c:v>
                </c:pt>
                <c:pt idx="11535">
                  <c:v>6.0644416901408453</c:v>
                </c:pt>
                <c:pt idx="11536">
                  <c:v>6.0605982394366196</c:v>
                </c:pt>
                <c:pt idx="11537">
                  <c:v>6.0546974647887328</c:v>
                </c:pt>
                <c:pt idx="11538">
                  <c:v>6.0588537323943665</c:v>
                </c:pt>
                <c:pt idx="11539">
                  <c:v>6.0621102112676057</c:v>
                </c:pt>
                <c:pt idx="11540">
                  <c:v>6.0629223239436616</c:v>
                </c:pt>
                <c:pt idx="11541">
                  <c:v>6.0653654225352112</c:v>
                </c:pt>
                <c:pt idx="11542">
                  <c:v>6.069763802816901</c:v>
                </c:pt>
                <c:pt idx="11543">
                  <c:v>6.069255352112676</c:v>
                </c:pt>
                <c:pt idx="11544">
                  <c:v>6.0669843661971834</c:v>
                </c:pt>
                <c:pt idx="11545">
                  <c:v>6.0666547183098594</c:v>
                </c:pt>
                <c:pt idx="11546">
                  <c:v>6.0597058450704226</c:v>
                </c:pt>
                <c:pt idx="11547">
                  <c:v>6.0550783802816905</c:v>
                </c:pt>
                <c:pt idx="11548">
                  <c:v>6.0580350000000003</c:v>
                </c:pt>
                <c:pt idx="11549">
                  <c:v>6.0617383098591553</c:v>
                </c:pt>
                <c:pt idx="11550">
                  <c:v>6.0689184507042251</c:v>
                </c:pt>
                <c:pt idx="11551">
                  <c:v>6.0698396478873242</c:v>
                </c:pt>
                <c:pt idx="11552">
                  <c:v>6.0622871126760565</c:v>
                </c:pt>
                <c:pt idx="11553">
                  <c:v>6.064319366197183</c:v>
                </c:pt>
                <c:pt idx="11554">
                  <c:v>6.0690206338028165</c:v>
                </c:pt>
                <c:pt idx="11555">
                  <c:v>6.0680671830985915</c:v>
                </c:pt>
                <c:pt idx="11556">
                  <c:v>6.0614201408450707</c:v>
                </c:pt>
                <c:pt idx="11557">
                  <c:v>6.0527621830985918</c:v>
                </c:pt>
                <c:pt idx="11558">
                  <c:v>6.0496583098591552</c:v>
                </c:pt>
                <c:pt idx="11559">
                  <c:v>6.0530259859154931</c:v>
                </c:pt>
                <c:pt idx="11560">
                  <c:v>6.0579261971830984</c:v>
                </c:pt>
                <c:pt idx="11561">
                  <c:v>6.0605533098591549</c:v>
                </c:pt>
                <c:pt idx="11562">
                  <c:v>6.0580801408450702</c:v>
                </c:pt>
                <c:pt idx="11563">
                  <c:v>6.0538337323943665</c:v>
                </c:pt>
                <c:pt idx="11564">
                  <c:v>6.0547649295774644</c:v>
                </c:pt>
                <c:pt idx="11565">
                  <c:v>6.0570014788732394</c:v>
                </c:pt>
                <c:pt idx="11566">
                  <c:v>6.0625552816901411</c:v>
                </c:pt>
                <c:pt idx="11567">
                  <c:v>6.0694523943661975</c:v>
                </c:pt>
                <c:pt idx="11568">
                  <c:v>6.0672421126760563</c:v>
                </c:pt>
                <c:pt idx="11569">
                  <c:v>6.0655085915492961</c:v>
                </c:pt>
                <c:pt idx="11570">
                  <c:v>6.06160161971831</c:v>
                </c:pt>
                <c:pt idx="11571">
                  <c:v>6.0586806338028172</c:v>
                </c:pt>
                <c:pt idx="11572">
                  <c:v>6.0580031690140848</c:v>
                </c:pt>
                <c:pt idx="11573">
                  <c:v>6.0565530281690139</c:v>
                </c:pt>
                <c:pt idx="11574">
                  <c:v>6.0555754929577468</c:v>
                </c:pt>
                <c:pt idx="11575">
                  <c:v>6.0523133802816904</c:v>
                </c:pt>
                <c:pt idx="11576">
                  <c:v>6.0556952112676052</c:v>
                </c:pt>
                <c:pt idx="11577">
                  <c:v>6.0595468309859157</c:v>
                </c:pt>
                <c:pt idx="11578">
                  <c:v>6.059724577464789</c:v>
                </c:pt>
                <c:pt idx="11579">
                  <c:v>6.0619899295774644</c:v>
                </c:pt>
                <c:pt idx="11580">
                  <c:v>6.0617150704225349</c:v>
                </c:pt>
                <c:pt idx="11581">
                  <c:v>6.0596934507042253</c:v>
                </c:pt>
                <c:pt idx="11582">
                  <c:v>6.059296197183099</c:v>
                </c:pt>
                <c:pt idx="11583">
                  <c:v>6.0604564084507047</c:v>
                </c:pt>
                <c:pt idx="11584">
                  <c:v>6.057309225352113</c:v>
                </c:pt>
                <c:pt idx="11585">
                  <c:v>6.0546006338028171</c:v>
                </c:pt>
                <c:pt idx="11586">
                  <c:v>6.0604564084507047</c:v>
                </c:pt>
                <c:pt idx="11587">
                  <c:v>6.0639691549295778</c:v>
                </c:pt>
                <c:pt idx="11588">
                  <c:v>6.0593483098591552</c:v>
                </c:pt>
                <c:pt idx="11589">
                  <c:v>6.0562483802816898</c:v>
                </c:pt>
                <c:pt idx="11590">
                  <c:v>6.0524128873239436</c:v>
                </c:pt>
                <c:pt idx="11591">
                  <c:v>6.053638943661972</c:v>
                </c:pt>
                <c:pt idx="11592">
                  <c:v>6.052389647887324</c:v>
                </c:pt>
                <c:pt idx="11593">
                  <c:v>6.0470229577464787</c:v>
                </c:pt>
                <c:pt idx="11594">
                  <c:v>6.0441355633802818</c:v>
                </c:pt>
                <c:pt idx="11595">
                  <c:v>6.0388879577464785</c:v>
                </c:pt>
                <c:pt idx="11596">
                  <c:v>6.0346105633802818</c:v>
                </c:pt>
                <c:pt idx="11597">
                  <c:v>6.0420444366197179</c:v>
                </c:pt>
                <c:pt idx="11598">
                  <c:v>6.0521219014084506</c:v>
                </c:pt>
                <c:pt idx="11599">
                  <c:v>6.0586902816901409</c:v>
                </c:pt>
                <c:pt idx="11600">
                  <c:v>6.0608085211267602</c:v>
                </c:pt>
                <c:pt idx="11601">
                  <c:v>6.0579440845070422</c:v>
                </c:pt>
                <c:pt idx="11602">
                  <c:v>6.0612920422535215</c:v>
                </c:pt>
                <c:pt idx="11603">
                  <c:v>6.070856338028169</c:v>
                </c:pt>
                <c:pt idx="11604">
                  <c:v>6.070082253521127</c:v>
                </c:pt>
                <c:pt idx="11605">
                  <c:v>6.0618536619718313</c:v>
                </c:pt>
                <c:pt idx="11606">
                  <c:v>6.0589368309859157</c:v>
                </c:pt>
                <c:pt idx="11607">
                  <c:v>6.0617195070422536</c:v>
                </c:pt>
                <c:pt idx="11608">
                  <c:v>6.0631192957746478</c:v>
                </c:pt>
                <c:pt idx="11609">
                  <c:v>6.0609388732394365</c:v>
                </c:pt>
                <c:pt idx="11610">
                  <c:v>6.0601045774647888</c:v>
                </c:pt>
                <c:pt idx="11611">
                  <c:v>6.049345422535211</c:v>
                </c:pt>
                <c:pt idx="11612">
                  <c:v>6.0416593661971829</c:v>
                </c:pt>
                <c:pt idx="11613">
                  <c:v>6.043385774647887</c:v>
                </c:pt>
                <c:pt idx="11614">
                  <c:v>6.043831338028169</c:v>
                </c:pt>
                <c:pt idx="11615">
                  <c:v>6.0419630985915491</c:v>
                </c:pt>
                <c:pt idx="11616">
                  <c:v>6.0421627464788736</c:v>
                </c:pt>
                <c:pt idx="11617">
                  <c:v>6.0451207042253525</c:v>
                </c:pt>
                <c:pt idx="11618">
                  <c:v>6.0489284507042251</c:v>
                </c:pt>
                <c:pt idx="11619">
                  <c:v>6.0483186619718312</c:v>
                </c:pt>
                <c:pt idx="11620">
                  <c:v>6.0530164084507039</c:v>
                </c:pt>
                <c:pt idx="11621">
                  <c:v>6.0599511971830982</c:v>
                </c:pt>
                <c:pt idx="11622">
                  <c:v>6.0650159154929577</c:v>
                </c:pt>
                <c:pt idx="11623">
                  <c:v>6.071039436619718</c:v>
                </c:pt>
                <c:pt idx="11624">
                  <c:v>6.0752211267605638</c:v>
                </c:pt>
                <c:pt idx="11625">
                  <c:v>6.0711816901408451</c:v>
                </c:pt>
                <c:pt idx="11626">
                  <c:v>6.0617983098591548</c:v>
                </c:pt>
                <c:pt idx="11627">
                  <c:v>6.0512222535211269</c:v>
                </c:pt>
                <c:pt idx="11628">
                  <c:v>6.0515049295774652</c:v>
                </c:pt>
                <c:pt idx="11629">
                  <c:v>6.0578250704225356</c:v>
                </c:pt>
                <c:pt idx="11630">
                  <c:v>6.064265985915493</c:v>
                </c:pt>
                <c:pt idx="11631">
                  <c:v>6.0677304929577467</c:v>
                </c:pt>
                <c:pt idx="11632">
                  <c:v>6.0684138732394368</c:v>
                </c:pt>
                <c:pt idx="11633">
                  <c:v>6.0628905633802814</c:v>
                </c:pt>
                <c:pt idx="11634">
                  <c:v>6.0542163380281693</c:v>
                </c:pt>
                <c:pt idx="11635">
                  <c:v>6.0503722535211271</c:v>
                </c:pt>
                <c:pt idx="11636">
                  <c:v>6.0483836619718314</c:v>
                </c:pt>
                <c:pt idx="11637">
                  <c:v>6.0464221830985911</c:v>
                </c:pt>
                <c:pt idx="11638">
                  <c:v>6.0457966901408451</c:v>
                </c:pt>
                <c:pt idx="11639">
                  <c:v>6.0447633802816902</c:v>
                </c:pt>
                <c:pt idx="11640">
                  <c:v>6.0433624647887321</c:v>
                </c:pt>
                <c:pt idx="11641">
                  <c:v>6.0421279577464793</c:v>
                </c:pt>
                <c:pt idx="11642">
                  <c:v>6.0357242957746475</c:v>
                </c:pt>
                <c:pt idx="11643">
                  <c:v>6.0356819014084504</c:v>
                </c:pt>
                <c:pt idx="11644">
                  <c:v>6.044453098591549</c:v>
                </c:pt>
                <c:pt idx="11645">
                  <c:v>6.0486042957746475</c:v>
                </c:pt>
                <c:pt idx="11646">
                  <c:v>6.0474716197183103</c:v>
                </c:pt>
                <c:pt idx="11647">
                  <c:v>6.046983450704225</c:v>
                </c:pt>
                <c:pt idx="11648">
                  <c:v>6.0533500704225354</c:v>
                </c:pt>
                <c:pt idx="11649">
                  <c:v>6.0560066901408449</c:v>
                </c:pt>
                <c:pt idx="11650">
                  <c:v>6.0594362676056335</c:v>
                </c:pt>
                <c:pt idx="11651">
                  <c:v>6.0601245070422536</c:v>
                </c:pt>
                <c:pt idx="11652">
                  <c:v>6.0581088028169017</c:v>
                </c:pt>
                <c:pt idx="11653">
                  <c:v>6.06036985915493</c:v>
                </c:pt>
                <c:pt idx="11654">
                  <c:v>6.0633892253521129</c:v>
                </c:pt>
                <c:pt idx="11655">
                  <c:v>6.0608164084507044</c:v>
                </c:pt>
                <c:pt idx="11656">
                  <c:v>6.0609358450704223</c:v>
                </c:pt>
                <c:pt idx="11657">
                  <c:v>6.0642962676056342</c:v>
                </c:pt>
                <c:pt idx="11658">
                  <c:v>6.0693798591549299</c:v>
                </c:pt>
                <c:pt idx="11659">
                  <c:v>6.0714760563380281</c:v>
                </c:pt>
                <c:pt idx="11660">
                  <c:v>6.0690905633802821</c:v>
                </c:pt>
                <c:pt idx="11661">
                  <c:v>6.0642487323943666</c:v>
                </c:pt>
                <c:pt idx="11662">
                  <c:v>6.0610866901408453</c:v>
                </c:pt>
                <c:pt idx="11663">
                  <c:v>6.0592409859154932</c:v>
                </c:pt>
                <c:pt idx="11664">
                  <c:v>6.0571779577464788</c:v>
                </c:pt>
                <c:pt idx="11665">
                  <c:v>6.0578939436619716</c:v>
                </c:pt>
                <c:pt idx="11666">
                  <c:v>6.0551449999999996</c:v>
                </c:pt>
                <c:pt idx="11667">
                  <c:v>6.0465658450704227</c:v>
                </c:pt>
                <c:pt idx="11668">
                  <c:v>6.0430518309859158</c:v>
                </c:pt>
                <c:pt idx="11669">
                  <c:v>6.0419785211267607</c:v>
                </c:pt>
                <c:pt idx="11670">
                  <c:v>6.0453057746478871</c:v>
                </c:pt>
                <c:pt idx="11671">
                  <c:v>6.049407394366197</c:v>
                </c:pt>
                <c:pt idx="11672">
                  <c:v>6.0418658450704221</c:v>
                </c:pt>
                <c:pt idx="11673">
                  <c:v>6.0388141549295771</c:v>
                </c:pt>
                <c:pt idx="11674">
                  <c:v>6.0457458450704227</c:v>
                </c:pt>
                <c:pt idx="11675">
                  <c:v>6.0538324647887327</c:v>
                </c:pt>
                <c:pt idx="11676">
                  <c:v>6.0450704225352112</c:v>
                </c:pt>
                <c:pt idx="11677">
                  <c:v>6.0432044366197184</c:v>
                </c:pt>
                <c:pt idx="11678">
                  <c:v>6.0497895774647885</c:v>
                </c:pt>
                <c:pt idx="11679">
                  <c:v>6.0511193661971827</c:v>
                </c:pt>
                <c:pt idx="11680">
                  <c:v>6.0462664788732399</c:v>
                </c:pt>
                <c:pt idx="11681">
                  <c:v>6.039331197183099</c:v>
                </c:pt>
                <c:pt idx="11682">
                  <c:v>6.035373661971831</c:v>
                </c:pt>
                <c:pt idx="11683">
                  <c:v>6.0376404929577463</c:v>
                </c:pt>
                <c:pt idx="11684">
                  <c:v>6.0456711267605634</c:v>
                </c:pt>
                <c:pt idx="11685">
                  <c:v>6.0546904225352112</c:v>
                </c:pt>
                <c:pt idx="11686">
                  <c:v>6.0602689436619714</c:v>
                </c:pt>
                <c:pt idx="11687">
                  <c:v>6.0592990140845071</c:v>
                </c:pt>
                <c:pt idx="11688">
                  <c:v>6.0529398591549297</c:v>
                </c:pt>
                <c:pt idx="11689">
                  <c:v>6.0507424647887325</c:v>
                </c:pt>
                <c:pt idx="11690">
                  <c:v>6.0508278169014087</c:v>
                </c:pt>
                <c:pt idx="11691">
                  <c:v>6.048920774647887</c:v>
                </c:pt>
                <c:pt idx="11692">
                  <c:v>6.04074661971831</c:v>
                </c:pt>
                <c:pt idx="11693">
                  <c:v>6.038600985915493</c:v>
                </c:pt>
                <c:pt idx="11694">
                  <c:v>6.0435586619718311</c:v>
                </c:pt>
                <c:pt idx="11695">
                  <c:v>6.0413959859154929</c:v>
                </c:pt>
                <c:pt idx="11696">
                  <c:v>6.0445804929577465</c:v>
                </c:pt>
                <c:pt idx="11697">
                  <c:v>6.0546772535211266</c:v>
                </c:pt>
                <c:pt idx="11698">
                  <c:v>6.0638326056338032</c:v>
                </c:pt>
                <c:pt idx="11699">
                  <c:v>6.0660798591549296</c:v>
                </c:pt>
                <c:pt idx="11700">
                  <c:v>6.0633064788732396</c:v>
                </c:pt>
                <c:pt idx="11701">
                  <c:v>6.0599283098591545</c:v>
                </c:pt>
                <c:pt idx="11702">
                  <c:v>6.062326971830986</c:v>
                </c:pt>
                <c:pt idx="11703">
                  <c:v>6.0614642957746483</c:v>
                </c:pt>
                <c:pt idx="11704">
                  <c:v>6.0543078169014084</c:v>
                </c:pt>
                <c:pt idx="11705">
                  <c:v>6.0465351408450703</c:v>
                </c:pt>
                <c:pt idx="11706">
                  <c:v>6.0503473239436616</c:v>
                </c:pt>
                <c:pt idx="11707">
                  <c:v>6.0478721830985913</c:v>
                </c:pt>
                <c:pt idx="11708">
                  <c:v>6.0437594366197187</c:v>
                </c:pt>
                <c:pt idx="11709">
                  <c:v>6.0461607746478876</c:v>
                </c:pt>
                <c:pt idx="11710">
                  <c:v>6.0516222535211268</c:v>
                </c:pt>
                <c:pt idx="11711">
                  <c:v>6.0534629577464791</c:v>
                </c:pt>
                <c:pt idx="11712">
                  <c:v>6.0550492957746478</c:v>
                </c:pt>
                <c:pt idx="11713">
                  <c:v>6.0552211267605633</c:v>
                </c:pt>
                <c:pt idx="11714">
                  <c:v>6.0503118309859154</c:v>
                </c:pt>
                <c:pt idx="11715">
                  <c:v>6.0458482394366193</c:v>
                </c:pt>
                <c:pt idx="11716">
                  <c:v>6.0469591549295778</c:v>
                </c:pt>
                <c:pt idx="11717">
                  <c:v>6.048121126760563</c:v>
                </c:pt>
                <c:pt idx="11718">
                  <c:v>6.0511864788732392</c:v>
                </c:pt>
                <c:pt idx="11719">
                  <c:v>6.0574672535211267</c:v>
                </c:pt>
                <c:pt idx="11720">
                  <c:v>6.0608770422535212</c:v>
                </c:pt>
                <c:pt idx="11721">
                  <c:v>6.0654402816901412</c:v>
                </c:pt>
                <c:pt idx="11722">
                  <c:v>6.0750288732394369</c:v>
                </c:pt>
                <c:pt idx="11723">
                  <c:v>6.080437323943662</c:v>
                </c:pt>
                <c:pt idx="11724">
                  <c:v>6.0832281690140846</c:v>
                </c:pt>
                <c:pt idx="11725">
                  <c:v>6.0818852112676058</c:v>
                </c:pt>
                <c:pt idx="11726">
                  <c:v>6.0743140845070425</c:v>
                </c:pt>
                <c:pt idx="11727">
                  <c:v>6.0691377464788729</c:v>
                </c:pt>
                <c:pt idx="11728">
                  <c:v>6.06154823943662</c:v>
                </c:pt>
                <c:pt idx="11729">
                  <c:v>6.0546401408450707</c:v>
                </c:pt>
                <c:pt idx="11730">
                  <c:v>6.0607456338028172</c:v>
                </c:pt>
                <c:pt idx="11731">
                  <c:v>6.0649269718309862</c:v>
                </c:pt>
                <c:pt idx="11732">
                  <c:v>6.0630833802816904</c:v>
                </c:pt>
                <c:pt idx="11733">
                  <c:v>6.0565825352112679</c:v>
                </c:pt>
                <c:pt idx="11734">
                  <c:v>6.0501540845070423</c:v>
                </c:pt>
                <c:pt idx="11735">
                  <c:v>6.0513152816901412</c:v>
                </c:pt>
                <c:pt idx="11736">
                  <c:v>6.0542496478873238</c:v>
                </c:pt>
                <c:pt idx="11737">
                  <c:v>6.0606688732394369</c:v>
                </c:pt>
                <c:pt idx="11738">
                  <c:v>6.0650283802816904</c:v>
                </c:pt>
                <c:pt idx="11739">
                  <c:v>6.0663197183098596</c:v>
                </c:pt>
                <c:pt idx="11740">
                  <c:v>6.0615445070422531</c:v>
                </c:pt>
                <c:pt idx="11741">
                  <c:v>6.0542288028169011</c:v>
                </c:pt>
                <c:pt idx="11742">
                  <c:v>6.0532824647887322</c:v>
                </c:pt>
                <c:pt idx="11743">
                  <c:v>6.0578744366197181</c:v>
                </c:pt>
                <c:pt idx="11744">
                  <c:v>6.061393873239437</c:v>
                </c:pt>
                <c:pt idx="11745">
                  <c:v>6.0643366197183095</c:v>
                </c:pt>
                <c:pt idx="11746">
                  <c:v>6.064897253521127</c:v>
                </c:pt>
                <c:pt idx="11747">
                  <c:v>6.0639490845070423</c:v>
                </c:pt>
                <c:pt idx="11748">
                  <c:v>6.0582269718309858</c:v>
                </c:pt>
                <c:pt idx="11749">
                  <c:v>6.0536381690140848</c:v>
                </c:pt>
                <c:pt idx="11750">
                  <c:v>6.0525329577464788</c:v>
                </c:pt>
                <c:pt idx="11751">
                  <c:v>6.0551212676056334</c:v>
                </c:pt>
                <c:pt idx="11752">
                  <c:v>6.0537364084507042</c:v>
                </c:pt>
                <c:pt idx="11753">
                  <c:v>6.0554576056338032</c:v>
                </c:pt>
                <c:pt idx="11754">
                  <c:v>6.0585151408450706</c:v>
                </c:pt>
                <c:pt idx="11755">
                  <c:v>6.0579888732394362</c:v>
                </c:pt>
                <c:pt idx="11756">
                  <c:v>6.0559631690140847</c:v>
                </c:pt>
                <c:pt idx="11757">
                  <c:v>6.0569167605633805</c:v>
                </c:pt>
                <c:pt idx="11758">
                  <c:v>6.0588140140845068</c:v>
                </c:pt>
                <c:pt idx="11759">
                  <c:v>6.058392957746479</c:v>
                </c:pt>
                <c:pt idx="11760">
                  <c:v>6.0530814084507041</c:v>
                </c:pt>
                <c:pt idx="11761">
                  <c:v>6.0463595774647887</c:v>
                </c:pt>
                <c:pt idx="11762">
                  <c:v>6.0531481690140847</c:v>
                </c:pt>
                <c:pt idx="11763">
                  <c:v>6.0633787323943658</c:v>
                </c:pt>
                <c:pt idx="11764">
                  <c:v>6.0640445070422535</c:v>
                </c:pt>
                <c:pt idx="11765">
                  <c:v>6.0617519014084511</c:v>
                </c:pt>
                <c:pt idx="11766">
                  <c:v>6.0629869014084505</c:v>
                </c:pt>
                <c:pt idx="11767">
                  <c:v>6.0677457042253522</c:v>
                </c:pt>
                <c:pt idx="11768">
                  <c:v>6.0630957746478877</c:v>
                </c:pt>
                <c:pt idx="11769">
                  <c:v>6.0611866197183097</c:v>
                </c:pt>
                <c:pt idx="11770">
                  <c:v>6.063230211267606</c:v>
                </c:pt>
                <c:pt idx="11771">
                  <c:v>6.0606769718309863</c:v>
                </c:pt>
                <c:pt idx="11772">
                  <c:v>6.055523450704225</c:v>
                </c:pt>
                <c:pt idx="11773">
                  <c:v>6.0540099999999999</c:v>
                </c:pt>
                <c:pt idx="11774">
                  <c:v>6.056577323943662</c:v>
                </c:pt>
                <c:pt idx="11775">
                  <c:v>6.0593871830985915</c:v>
                </c:pt>
                <c:pt idx="11776">
                  <c:v>6.0591095774647883</c:v>
                </c:pt>
                <c:pt idx="11777">
                  <c:v>6.0626385915492955</c:v>
                </c:pt>
                <c:pt idx="11778">
                  <c:v>6.0690081690140847</c:v>
                </c:pt>
                <c:pt idx="11779">
                  <c:v>6.072461971830986</c:v>
                </c:pt>
                <c:pt idx="11780">
                  <c:v>6.0673258450704228</c:v>
                </c:pt>
                <c:pt idx="11781">
                  <c:v>6.062112676056338</c:v>
                </c:pt>
                <c:pt idx="11782">
                  <c:v>6.0593557746478872</c:v>
                </c:pt>
                <c:pt idx="11783">
                  <c:v>6.0584573943661972</c:v>
                </c:pt>
                <c:pt idx="11784">
                  <c:v>6.0586617605633801</c:v>
                </c:pt>
                <c:pt idx="11785">
                  <c:v>6.0556410563380281</c:v>
                </c:pt>
                <c:pt idx="11786">
                  <c:v>6.056075774647887</c:v>
                </c:pt>
                <c:pt idx="11787">
                  <c:v>6.0561176056338031</c:v>
                </c:pt>
                <c:pt idx="11788">
                  <c:v>6.0547775352112678</c:v>
                </c:pt>
                <c:pt idx="11789">
                  <c:v>6.0586869718309861</c:v>
                </c:pt>
                <c:pt idx="11790">
                  <c:v>6.0669334507042256</c:v>
                </c:pt>
                <c:pt idx="11791">
                  <c:v>6.0720838028169011</c:v>
                </c:pt>
                <c:pt idx="11792">
                  <c:v>6.0704830985915494</c:v>
                </c:pt>
                <c:pt idx="11793">
                  <c:v>6.0683464084507044</c:v>
                </c:pt>
                <c:pt idx="11794">
                  <c:v>6.0719267605633807</c:v>
                </c:pt>
                <c:pt idx="11795">
                  <c:v>6.0691087323943664</c:v>
                </c:pt>
                <c:pt idx="11796">
                  <c:v>6.0633562676056334</c:v>
                </c:pt>
                <c:pt idx="11797">
                  <c:v>6.0618795774647891</c:v>
                </c:pt>
                <c:pt idx="11798">
                  <c:v>6.0638905633802818</c:v>
                </c:pt>
                <c:pt idx="11799">
                  <c:v>6.0613418309859153</c:v>
                </c:pt>
                <c:pt idx="11800">
                  <c:v>6.0525223239436619</c:v>
                </c:pt>
                <c:pt idx="11801">
                  <c:v>6.0502973239436617</c:v>
                </c:pt>
                <c:pt idx="11802">
                  <c:v>6.0582404225352109</c:v>
                </c:pt>
                <c:pt idx="11803">
                  <c:v>6.0571761971830984</c:v>
                </c:pt>
                <c:pt idx="11804">
                  <c:v>6.0592330281690137</c:v>
                </c:pt>
                <c:pt idx="11805">
                  <c:v>6.0671293661971832</c:v>
                </c:pt>
                <c:pt idx="11806">
                  <c:v>6.0622782394366199</c:v>
                </c:pt>
                <c:pt idx="11807">
                  <c:v>6.0525307042253518</c:v>
                </c:pt>
                <c:pt idx="11808">
                  <c:v>6.0460955633802813</c:v>
                </c:pt>
                <c:pt idx="11809">
                  <c:v>6.0511683098591549</c:v>
                </c:pt>
                <c:pt idx="11810">
                  <c:v>6.0618870422535212</c:v>
                </c:pt>
                <c:pt idx="11811">
                  <c:v>6.0660821830985912</c:v>
                </c:pt>
                <c:pt idx="11812">
                  <c:v>6.0667499999999999</c:v>
                </c:pt>
                <c:pt idx="11813">
                  <c:v>6.0624817605633803</c:v>
                </c:pt>
                <c:pt idx="11814">
                  <c:v>6.0577828873239437</c:v>
                </c:pt>
                <c:pt idx="11815">
                  <c:v>6.0624261267605632</c:v>
                </c:pt>
                <c:pt idx="11816">
                  <c:v>6.061914436619718</c:v>
                </c:pt>
                <c:pt idx="11817">
                  <c:v>6.0610369014084506</c:v>
                </c:pt>
                <c:pt idx="11818">
                  <c:v>6.0570679577464785</c:v>
                </c:pt>
                <c:pt idx="11819">
                  <c:v>6.0583442957746483</c:v>
                </c:pt>
                <c:pt idx="11820">
                  <c:v>6.0656685211267609</c:v>
                </c:pt>
                <c:pt idx="11821">
                  <c:v>6.0650984507042249</c:v>
                </c:pt>
                <c:pt idx="11822">
                  <c:v>6.0608180985915494</c:v>
                </c:pt>
                <c:pt idx="11823">
                  <c:v>6.0564295774647885</c:v>
                </c:pt>
                <c:pt idx="11824">
                  <c:v>6.055705633802817</c:v>
                </c:pt>
                <c:pt idx="11825">
                  <c:v>6.0538552112676056</c:v>
                </c:pt>
                <c:pt idx="11826">
                  <c:v>6.0557907042253518</c:v>
                </c:pt>
                <c:pt idx="11827">
                  <c:v>6.0651666901408454</c:v>
                </c:pt>
                <c:pt idx="11828">
                  <c:v>6.0729450704225352</c:v>
                </c:pt>
                <c:pt idx="11829">
                  <c:v>6.0636802816901412</c:v>
                </c:pt>
                <c:pt idx="11830">
                  <c:v>6.0509846478873239</c:v>
                </c:pt>
                <c:pt idx="11831">
                  <c:v>6.0528494366197183</c:v>
                </c:pt>
                <c:pt idx="11832">
                  <c:v>6.0556171830985912</c:v>
                </c:pt>
                <c:pt idx="11833">
                  <c:v>6.0542204225352112</c:v>
                </c:pt>
                <c:pt idx="11834">
                  <c:v>6.0497361971830985</c:v>
                </c:pt>
                <c:pt idx="11835">
                  <c:v>6.0492519718309863</c:v>
                </c:pt>
                <c:pt idx="11836">
                  <c:v>6.0548424647887327</c:v>
                </c:pt>
                <c:pt idx="11837">
                  <c:v>6.0591390140845069</c:v>
                </c:pt>
                <c:pt idx="11838">
                  <c:v>6.0548221126760566</c:v>
                </c:pt>
                <c:pt idx="11839">
                  <c:v>6.0523844366197181</c:v>
                </c:pt>
                <c:pt idx="11840">
                  <c:v>6.0523335211267604</c:v>
                </c:pt>
                <c:pt idx="11841">
                  <c:v>6.0590580985915494</c:v>
                </c:pt>
                <c:pt idx="11842">
                  <c:v>6.061758591549296</c:v>
                </c:pt>
                <c:pt idx="11843">
                  <c:v>6.0560017605633805</c:v>
                </c:pt>
                <c:pt idx="11844">
                  <c:v>6.0511528169014088</c:v>
                </c:pt>
                <c:pt idx="11845">
                  <c:v>6.053393873239437</c:v>
                </c:pt>
                <c:pt idx="11846">
                  <c:v>6.05268176056338</c:v>
                </c:pt>
                <c:pt idx="11847">
                  <c:v>6.0500904929577466</c:v>
                </c:pt>
                <c:pt idx="11848">
                  <c:v>6.0586209859154927</c:v>
                </c:pt>
                <c:pt idx="11849">
                  <c:v>6.0638131690140842</c:v>
                </c:pt>
                <c:pt idx="11850">
                  <c:v>6.0611575352112679</c:v>
                </c:pt>
                <c:pt idx="11851">
                  <c:v>6.0574958450704228</c:v>
                </c:pt>
                <c:pt idx="11852">
                  <c:v>6.0504578169014085</c:v>
                </c:pt>
                <c:pt idx="11853">
                  <c:v>6.0451687323943659</c:v>
                </c:pt>
                <c:pt idx="11854">
                  <c:v>6.046620211267606</c:v>
                </c:pt>
                <c:pt idx="11855">
                  <c:v>6.0447442253521126</c:v>
                </c:pt>
                <c:pt idx="11856">
                  <c:v>6.0437927464788732</c:v>
                </c:pt>
                <c:pt idx="11857">
                  <c:v>6.0482487323943666</c:v>
                </c:pt>
                <c:pt idx="11858">
                  <c:v>6.0566663380281689</c:v>
                </c:pt>
                <c:pt idx="11859">
                  <c:v>6.0619897887323946</c:v>
                </c:pt>
                <c:pt idx="11860">
                  <c:v>6.0673433802816898</c:v>
                </c:pt>
                <c:pt idx="11861">
                  <c:v>6.0645222535211269</c:v>
                </c:pt>
                <c:pt idx="11862">
                  <c:v>6.0578345774647886</c:v>
                </c:pt>
                <c:pt idx="11863">
                  <c:v>6.0526555633802817</c:v>
                </c:pt>
                <c:pt idx="11864">
                  <c:v>6.0488975352112675</c:v>
                </c:pt>
                <c:pt idx="11865">
                  <c:v>6.0504589436619716</c:v>
                </c:pt>
                <c:pt idx="11866">
                  <c:v>6.0551901408450703</c:v>
                </c:pt>
                <c:pt idx="11867">
                  <c:v>6.0583816197183102</c:v>
                </c:pt>
                <c:pt idx="11868">
                  <c:v>6.0582423943661974</c:v>
                </c:pt>
                <c:pt idx="11869">
                  <c:v>6.0564216901408452</c:v>
                </c:pt>
                <c:pt idx="11870">
                  <c:v>6.0602079577464787</c:v>
                </c:pt>
                <c:pt idx="11871">
                  <c:v>6.0607668309859157</c:v>
                </c:pt>
                <c:pt idx="11872">
                  <c:v>6.0536221830985912</c:v>
                </c:pt>
                <c:pt idx="11873">
                  <c:v>6.0508495774647884</c:v>
                </c:pt>
                <c:pt idx="11874">
                  <c:v>6.0589854929577465</c:v>
                </c:pt>
                <c:pt idx="11875">
                  <c:v>6.0622889436619722</c:v>
                </c:pt>
                <c:pt idx="11876">
                  <c:v>6.0593066901408452</c:v>
                </c:pt>
                <c:pt idx="11877">
                  <c:v>6.0546852816901406</c:v>
                </c:pt>
                <c:pt idx="11878">
                  <c:v>6.0619596478873241</c:v>
                </c:pt>
                <c:pt idx="11879">
                  <c:v>6.0675175352112678</c:v>
                </c:pt>
                <c:pt idx="11880">
                  <c:v>6.0619945070422538</c:v>
                </c:pt>
                <c:pt idx="11881">
                  <c:v>6.0605273239436617</c:v>
                </c:pt>
                <c:pt idx="11882">
                  <c:v>6.0584975352112673</c:v>
                </c:pt>
                <c:pt idx="11883">
                  <c:v>6.0608876760563382</c:v>
                </c:pt>
                <c:pt idx="11884">
                  <c:v>6.0647953521126761</c:v>
                </c:pt>
                <c:pt idx="11885">
                  <c:v>6.0619960563380282</c:v>
                </c:pt>
                <c:pt idx="11886">
                  <c:v>6.0572947183098593</c:v>
                </c:pt>
                <c:pt idx="11887">
                  <c:v>6.0560775352112675</c:v>
                </c:pt>
                <c:pt idx="11888">
                  <c:v>6.0501292253521131</c:v>
                </c:pt>
                <c:pt idx="11889">
                  <c:v>6.0472316901408449</c:v>
                </c:pt>
                <c:pt idx="11890">
                  <c:v>6.048554366197183</c:v>
                </c:pt>
                <c:pt idx="11891">
                  <c:v>6.0516925352112674</c:v>
                </c:pt>
                <c:pt idx="11892">
                  <c:v>6.0509420422535207</c:v>
                </c:pt>
                <c:pt idx="11893">
                  <c:v>6.0475709859154927</c:v>
                </c:pt>
                <c:pt idx="11894">
                  <c:v>6.0429568309859159</c:v>
                </c:pt>
                <c:pt idx="11895">
                  <c:v>6.0457225352112678</c:v>
                </c:pt>
                <c:pt idx="11896">
                  <c:v>6.0523001408450705</c:v>
                </c:pt>
                <c:pt idx="11897">
                  <c:v>6.0554349295774648</c:v>
                </c:pt>
                <c:pt idx="11898">
                  <c:v>6.0596391549295774</c:v>
                </c:pt>
                <c:pt idx="11899">
                  <c:v>6.0629980985915495</c:v>
                </c:pt>
                <c:pt idx="11900">
                  <c:v>6.0649441549295773</c:v>
                </c:pt>
                <c:pt idx="11901">
                  <c:v>6.0622817605633799</c:v>
                </c:pt>
                <c:pt idx="11902">
                  <c:v>6.0614101408450702</c:v>
                </c:pt>
                <c:pt idx="11903">
                  <c:v>6.063815</c:v>
                </c:pt>
                <c:pt idx="11904">
                  <c:v>6.0657071126760567</c:v>
                </c:pt>
                <c:pt idx="11905">
                  <c:v>6.0695054929577461</c:v>
                </c:pt>
                <c:pt idx="11906">
                  <c:v>6.0726260563380281</c:v>
                </c:pt>
                <c:pt idx="11907">
                  <c:v>6.0714281690140846</c:v>
                </c:pt>
                <c:pt idx="11908">
                  <c:v>6.0641330281690138</c:v>
                </c:pt>
                <c:pt idx="11909">
                  <c:v>6.0517630985915494</c:v>
                </c:pt>
                <c:pt idx="11910">
                  <c:v>6.0445638732394364</c:v>
                </c:pt>
                <c:pt idx="11911">
                  <c:v>6.0490130985915496</c:v>
                </c:pt>
                <c:pt idx="11912">
                  <c:v>6.0515185915492955</c:v>
                </c:pt>
                <c:pt idx="11913">
                  <c:v>6.0569460563380284</c:v>
                </c:pt>
                <c:pt idx="11914">
                  <c:v>6.0655433802816905</c:v>
                </c:pt>
                <c:pt idx="11915">
                  <c:v>6.0628431690140845</c:v>
                </c:pt>
                <c:pt idx="11916">
                  <c:v>6.0598511971830984</c:v>
                </c:pt>
                <c:pt idx="11917">
                  <c:v>6.0541014084507045</c:v>
                </c:pt>
                <c:pt idx="11918">
                  <c:v>6.0517857042253524</c:v>
                </c:pt>
                <c:pt idx="11919">
                  <c:v>6.0555216197183102</c:v>
                </c:pt>
                <c:pt idx="11920">
                  <c:v>6.0543733802816906</c:v>
                </c:pt>
                <c:pt idx="11921">
                  <c:v>6.050543591549296</c:v>
                </c:pt>
                <c:pt idx="11922">
                  <c:v>6.0457254929577466</c:v>
                </c:pt>
                <c:pt idx="11923">
                  <c:v>6.044774154929577</c:v>
                </c:pt>
                <c:pt idx="11924">
                  <c:v>6.0512519718309861</c:v>
                </c:pt>
                <c:pt idx="11925">
                  <c:v>6.0568056338028171</c:v>
                </c:pt>
                <c:pt idx="11926">
                  <c:v>6.058815352112676</c:v>
                </c:pt>
                <c:pt idx="11927">
                  <c:v>6.0619314788732392</c:v>
                </c:pt>
                <c:pt idx="11928">
                  <c:v>6.0694376056338024</c:v>
                </c:pt>
                <c:pt idx="11929">
                  <c:v>6.0748823943661971</c:v>
                </c:pt>
                <c:pt idx="11930">
                  <c:v>6.0659844366197184</c:v>
                </c:pt>
                <c:pt idx="11931">
                  <c:v>6.0661655633802818</c:v>
                </c:pt>
                <c:pt idx="11932">
                  <c:v>6.0667746478873239</c:v>
                </c:pt>
                <c:pt idx="11933">
                  <c:v>6.0695076056338024</c:v>
                </c:pt>
                <c:pt idx="11934">
                  <c:v>6.0732049295774644</c:v>
                </c:pt>
                <c:pt idx="11935">
                  <c:v>6.0628414788732394</c:v>
                </c:pt>
                <c:pt idx="11936">
                  <c:v>6.0508350704225355</c:v>
                </c:pt>
                <c:pt idx="11937">
                  <c:v>6.0460707746478874</c:v>
                </c:pt>
                <c:pt idx="11938">
                  <c:v>6.0491821126760561</c:v>
                </c:pt>
                <c:pt idx="11939">
                  <c:v>6.0581194366197186</c:v>
                </c:pt>
                <c:pt idx="11940">
                  <c:v>6.0583762676056336</c:v>
                </c:pt>
                <c:pt idx="11941">
                  <c:v>6.0531871830985917</c:v>
                </c:pt>
                <c:pt idx="11942">
                  <c:v>6.0510959859154934</c:v>
                </c:pt>
                <c:pt idx="11943">
                  <c:v>6.0514226760563377</c:v>
                </c:pt>
                <c:pt idx="11944">
                  <c:v>6.0502180985915492</c:v>
                </c:pt>
                <c:pt idx="11945">
                  <c:v>6.0471627464788735</c:v>
                </c:pt>
                <c:pt idx="11946">
                  <c:v>6.0476915492957746</c:v>
                </c:pt>
                <c:pt idx="11947">
                  <c:v>6.0455106338028166</c:v>
                </c:pt>
                <c:pt idx="11948">
                  <c:v>6.0357269718309858</c:v>
                </c:pt>
                <c:pt idx="11949">
                  <c:v>6.0292477464788732</c:v>
                </c:pt>
                <c:pt idx="11950">
                  <c:v>6.0390307042253522</c:v>
                </c:pt>
                <c:pt idx="11951">
                  <c:v>6.0504760563380282</c:v>
                </c:pt>
                <c:pt idx="11952">
                  <c:v>6.0592277464788733</c:v>
                </c:pt>
                <c:pt idx="11953">
                  <c:v>6.0608405633802818</c:v>
                </c:pt>
                <c:pt idx="11954">
                  <c:v>6.0627744366197183</c:v>
                </c:pt>
                <c:pt idx="11955">
                  <c:v>6.0657610563380278</c:v>
                </c:pt>
                <c:pt idx="11956">
                  <c:v>6.0531193661971834</c:v>
                </c:pt>
                <c:pt idx="11957">
                  <c:v>6.0459500000000004</c:v>
                </c:pt>
                <c:pt idx="11958">
                  <c:v>6.0472431690140844</c:v>
                </c:pt>
                <c:pt idx="11959">
                  <c:v>6.0504565492957747</c:v>
                </c:pt>
                <c:pt idx="11960">
                  <c:v>6.054593521126761</c:v>
                </c:pt>
                <c:pt idx="11961">
                  <c:v>6.0511409859154925</c:v>
                </c:pt>
                <c:pt idx="11962">
                  <c:v>6.0497164788732398</c:v>
                </c:pt>
                <c:pt idx="11963">
                  <c:v>6.0561216197183096</c:v>
                </c:pt>
                <c:pt idx="11964">
                  <c:v>6.0555819718309856</c:v>
                </c:pt>
                <c:pt idx="11965">
                  <c:v>6.0578012676056341</c:v>
                </c:pt>
                <c:pt idx="11966">
                  <c:v>6.061785281690141</c:v>
                </c:pt>
                <c:pt idx="11967">
                  <c:v>6.0623343661971827</c:v>
                </c:pt>
                <c:pt idx="11968">
                  <c:v>6.060969225352113</c:v>
                </c:pt>
                <c:pt idx="11969">
                  <c:v>6.0580769718309861</c:v>
                </c:pt>
                <c:pt idx="11970">
                  <c:v>6.0586256338028166</c:v>
                </c:pt>
                <c:pt idx="11971">
                  <c:v>6.0621788732394366</c:v>
                </c:pt>
                <c:pt idx="11972">
                  <c:v>6.0702926760563383</c:v>
                </c:pt>
                <c:pt idx="11973">
                  <c:v>6.0747894366197182</c:v>
                </c:pt>
                <c:pt idx="11974">
                  <c:v>6.0734197183098591</c:v>
                </c:pt>
                <c:pt idx="11975">
                  <c:v>6.0697385915492958</c:v>
                </c:pt>
                <c:pt idx="11976">
                  <c:v>6.060020422535211</c:v>
                </c:pt>
                <c:pt idx="11977">
                  <c:v>6.055336971830986</c:v>
                </c:pt>
                <c:pt idx="11978">
                  <c:v>6.0542312676056342</c:v>
                </c:pt>
                <c:pt idx="11979">
                  <c:v>6.0521891549295779</c:v>
                </c:pt>
                <c:pt idx="11980">
                  <c:v>6.0502163380281688</c:v>
                </c:pt>
                <c:pt idx="11981">
                  <c:v>6.0528316197183099</c:v>
                </c:pt>
                <c:pt idx="11982">
                  <c:v>6.0555004929577461</c:v>
                </c:pt>
                <c:pt idx="11983">
                  <c:v>6.0502333098591548</c:v>
                </c:pt>
                <c:pt idx="11984">
                  <c:v>6.0498877464788734</c:v>
                </c:pt>
                <c:pt idx="11985">
                  <c:v>6.0510989436619722</c:v>
                </c:pt>
                <c:pt idx="11986">
                  <c:v>6.0546229577464787</c:v>
                </c:pt>
                <c:pt idx="11987">
                  <c:v>6.0617757746478871</c:v>
                </c:pt>
                <c:pt idx="11988">
                  <c:v>6.0674395070422538</c:v>
                </c:pt>
                <c:pt idx="11989">
                  <c:v>6.0665492253521123</c:v>
                </c:pt>
                <c:pt idx="11990">
                  <c:v>6.0648554225352109</c:v>
                </c:pt>
                <c:pt idx="11991">
                  <c:v>6.0643062676056338</c:v>
                </c:pt>
                <c:pt idx="11992">
                  <c:v>6.0637224647887322</c:v>
                </c:pt>
                <c:pt idx="11993">
                  <c:v>6.0599002112676059</c:v>
                </c:pt>
                <c:pt idx="11994">
                  <c:v>6.054817887323944</c:v>
                </c:pt>
                <c:pt idx="11995">
                  <c:v>6.0565395070422534</c:v>
                </c:pt>
                <c:pt idx="11996">
                  <c:v>6.0510469718309858</c:v>
                </c:pt>
                <c:pt idx="11997">
                  <c:v>6.0435702816901404</c:v>
                </c:pt>
                <c:pt idx="11998">
                  <c:v>6.0382476760563382</c:v>
                </c:pt>
                <c:pt idx="11999">
                  <c:v>6.040966690140845</c:v>
                </c:pt>
                <c:pt idx="12000">
                  <c:v>6.0487033802816903</c:v>
                </c:pt>
                <c:pt idx="12001">
                  <c:v>6.0529004929577468</c:v>
                </c:pt>
                <c:pt idx="12002">
                  <c:v>6.0557192253521128</c:v>
                </c:pt>
                <c:pt idx="12003">
                  <c:v>6.0609990140845067</c:v>
                </c:pt>
                <c:pt idx="12004">
                  <c:v>6.0665000704225349</c:v>
                </c:pt>
                <c:pt idx="12005">
                  <c:v>6.0653795070422536</c:v>
                </c:pt>
                <c:pt idx="12006">
                  <c:v>6.0653580281690145</c:v>
                </c:pt>
                <c:pt idx="12007">
                  <c:v>6.0667516901408449</c:v>
                </c:pt>
                <c:pt idx="12008">
                  <c:v>6.0639961267605633</c:v>
                </c:pt>
                <c:pt idx="12009">
                  <c:v>6.0623514788732393</c:v>
                </c:pt>
                <c:pt idx="12010">
                  <c:v>6.0582200704225349</c:v>
                </c:pt>
                <c:pt idx="12011">
                  <c:v>6.0524449295774652</c:v>
                </c:pt>
                <c:pt idx="12012">
                  <c:v>6.0556231690140843</c:v>
                </c:pt>
                <c:pt idx="12013">
                  <c:v>6.0576594366197183</c:v>
                </c:pt>
                <c:pt idx="12014">
                  <c:v>6.0505402816901412</c:v>
                </c:pt>
                <c:pt idx="12015">
                  <c:v>6.0486280281690137</c:v>
                </c:pt>
                <c:pt idx="12016">
                  <c:v>6.0533145774647883</c:v>
                </c:pt>
                <c:pt idx="12017">
                  <c:v>6.0579573943661975</c:v>
                </c:pt>
                <c:pt idx="12018">
                  <c:v>6.0607823239436618</c:v>
                </c:pt>
                <c:pt idx="12019">
                  <c:v>6.0546716197183095</c:v>
                </c:pt>
                <c:pt idx="12020">
                  <c:v>6.0543052112676055</c:v>
                </c:pt>
                <c:pt idx="12021">
                  <c:v>6.0601711267605634</c:v>
                </c:pt>
                <c:pt idx="12022">
                  <c:v>6.0628217605633807</c:v>
                </c:pt>
                <c:pt idx="12023">
                  <c:v>6.0618959154929577</c:v>
                </c:pt>
                <c:pt idx="12024">
                  <c:v>6.0568637323943664</c:v>
                </c:pt>
                <c:pt idx="12025">
                  <c:v>6.0540568309859157</c:v>
                </c:pt>
                <c:pt idx="12026">
                  <c:v>6.057010563380282</c:v>
                </c:pt>
                <c:pt idx="12027">
                  <c:v>6.0615540845070424</c:v>
                </c:pt>
                <c:pt idx="12028">
                  <c:v>6.0661880281690141</c:v>
                </c:pt>
                <c:pt idx="12029">
                  <c:v>6.0668380985915489</c:v>
                </c:pt>
                <c:pt idx="12030">
                  <c:v>6.0654273943661972</c:v>
                </c:pt>
                <c:pt idx="12031">
                  <c:v>6.0582894366197184</c:v>
                </c:pt>
                <c:pt idx="12032">
                  <c:v>6.0564855633802814</c:v>
                </c:pt>
                <c:pt idx="12033">
                  <c:v>6.0534979577464787</c:v>
                </c:pt>
                <c:pt idx="12034">
                  <c:v>6.0480026760563383</c:v>
                </c:pt>
                <c:pt idx="12035">
                  <c:v>6.0525145070422539</c:v>
                </c:pt>
                <c:pt idx="12036">
                  <c:v>6.0559423943661974</c:v>
                </c:pt>
                <c:pt idx="12037">
                  <c:v>6.0541949295774646</c:v>
                </c:pt>
                <c:pt idx="12038">
                  <c:v>6.0583814084507042</c:v>
                </c:pt>
                <c:pt idx="12039">
                  <c:v>6.0628591549295772</c:v>
                </c:pt>
                <c:pt idx="12040">
                  <c:v>6.0576462676056337</c:v>
                </c:pt>
                <c:pt idx="12041">
                  <c:v>6.0497391549295774</c:v>
                </c:pt>
                <c:pt idx="12042">
                  <c:v>6.0484983802816901</c:v>
                </c:pt>
                <c:pt idx="12043">
                  <c:v>6.0548657746478876</c:v>
                </c:pt>
                <c:pt idx="12044">
                  <c:v>6.0625273943661968</c:v>
                </c:pt>
                <c:pt idx="12045">
                  <c:v>6.0652741549295772</c:v>
                </c:pt>
                <c:pt idx="12046">
                  <c:v>6.0763725352112674</c:v>
                </c:pt>
                <c:pt idx="12047">
                  <c:v>6.0787767605633807</c:v>
                </c:pt>
                <c:pt idx="12048">
                  <c:v>6.0684276760563378</c:v>
                </c:pt>
                <c:pt idx="12049">
                  <c:v>6.0572531690140847</c:v>
                </c:pt>
                <c:pt idx="12050">
                  <c:v>6.0502602816901412</c:v>
                </c:pt>
                <c:pt idx="12051">
                  <c:v>6.0476188732394363</c:v>
                </c:pt>
                <c:pt idx="12052">
                  <c:v>6.0433189436619719</c:v>
                </c:pt>
                <c:pt idx="12053">
                  <c:v>6.044309014084507</c:v>
                </c:pt>
                <c:pt idx="12054">
                  <c:v>6.0503452112676053</c:v>
                </c:pt>
                <c:pt idx="12055">
                  <c:v>6.0517296478873241</c:v>
                </c:pt>
                <c:pt idx="12056">
                  <c:v>6.051833028169014</c:v>
                </c:pt>
                <c:pt idx="12057">
                  <c:v>6.049252464788732</c:v>
                </c:pt>
                <c:pt idx="12058">
                  <c:v>6.0524454929577463</c:v>
                </c:pt>
                <c:pt idx="12059">
                  <c:v>6.0537819014084508</c:v>
                </c:pt>
                <c:pt idx="12060">
                  <c:v>6.0560365492957748</c:v>
                </c:pt>
                <c:pt idx="12061">
                  <c:v>6.0641566197183101</c:v>
                </c:pt>
                <c:pt idx="12062">
                  <c:v>6.0627592957746481</c:v>
                </c:pt>
                <c:pt idx="12063">
                  <c:v>6.053686549295775</c:v>
                </c:pt>
                <c:pt idx="12064">
                  <c:v>6.0536646478873237</c:v>
                </c:pt>
                <c:pt idx="12065">
                  <c:v>6.05529161971831</c:v>
                </c:pt>
                <c:pt idx="12066">
                  <c:v>6.0542711971830983</c:v>
                </c:pt>
                <c:pt idx="12067">
                  <c:v>6.0567130985915494</c:v>
                </c:pt>
                <c:pt idx="12068">
                  <c:v>6.062700281690141</c:v>
                </c:pt>
                <c:pt idx="12069">
                  <c:v>6.0605431690140845</c:v>
                </c:pt>
                <c:pt idx="12070">
                  <c:v>6.0560607746478876</c:v>
                </c:pt>
                <c:pt idx="12071">
                  <c:v>6.0510002112676053</c:v>
                </c:pt>
                <c:pt idx="12072">
                  <c:v>6.0443544366197184</c:v>
                </c:pt>
                <c:pt idx="12073">
                  <c:v>6.0490755633802813</c:v>
                </c:pt>
                <c:pt idx="12074">
                  <c:v>6.0453949295774647</c:v>
                </c:pt>
                <c:pt idx="12075">
                  <c:v>6.0359903521126759</c:v>
                </c:pt>
                <c:pt idx="12076">
                  <c:v>6.0352619718309857</c:v>
                </c:pt>
                <c:pt idx="12077">
                  <c:v>6.0397588732394363</c:v>
                </c:pt>
                <c:pt idx="12078">
                  <c:v>6.0457259859154933</c:v>
                </c:pt>
                <c:pt idx="12079">
                  <c:v>6.0547287323943664</c:v>
                </c:pt>
                <c:pt idx="12080">
                  <c:v>6.0630361267605632</c:v>
                </c:pt>
                <c:pt idx="12081">
                  <c:v>6.0624739436619715</c:v>
                </c:pt>
                <c:pt idx="12082">
                  <c:v>6.0548950704225355</c:v>
                </c:pt>
                <c:pt idx="12083">
                  <c:v>6.0502490845070422</c:v>
                </c:pt>
                <c:pt idx="12084">
                  <c:v>6.0501285915492957</c:v>
                </c:pt>
                <c:pt idx="12085">
                  <c:v>6.052073802816901</c:v>
                </c:pt>
                <c:pt idx="12086">
                  <c:v>6.0601597183098592</c:v>
                </c:pt>
                <c:pt idx="12087">
                  <c:v>6.0631866901408449</c:v>
                </c:pt>
                <c:pt idx="12088">
                  <c:v>6.0627328873239437</c:v>
                </c:pt>
                <c:pt idx="12089">
                  <c:v>6.0608837323943661</c:v>
                </c:pt>
                <c:pt idx="12090">
                  <c:v>6.0601503521126761</c:v>
                </c:pt>
                <c:pt idx="12091">
                  <c:v>6.0644878873239438</c:v>
                </c:pt>
                <c:pt idx="12092">
                  <c:v>6.0740232394366194</c:v>
                </c:pt>
                <c:pt idx="12093">
                  <c:v>6.079773943661972</c:v>
                </c:pt>
                <c:pt idx="12094">
                  <c:v>6.0859105633802812</c:v>
                </c:pt>
                <c:pt idx="12095">
                  <c:v>6.0866957746478869</c:v>
                </c:pt>
                <c:pt idx="12096">
                  <c:v>6.0840218309859155</c:v>
                </c:pt>
                <c:pt idx="12097">
                  <c:v>6.0858908450704226</c:v>
                </c:pt>
                <c:pt idx="12098">
                  <c:v>6.083487323943662</c:v>
                </c:pt>
                <c:pt idx="12099">
                  <c:v>6.0753711267605635</c:v>
                </c:pt>
                <c:pt idx="12100">
                  <c:v>6.0663437323943663</c:v>
                </c:pt>
                <c:pt idx="12101">
                  <c:v>6.0566207746478877</c:v>
                </c:pt>
                <c:pt idx="12102">
                  <c:v>6.0535733802816898</c:v>
                </c:pt>
                <c:pt idx="12103">
                  <c:v>6.0591190845070422</c:v>
                </c:pt>
                <c:pt idx="12104">
                  <c:v>6.0683148591549294</c:v>
                </c:pt>
                <c:pt idx="12105">
                  <c:v>6.0697201408450701</c:v>
                </c:pt>
                <c:pt idx="12106">
                  <c:v>6.0669069718309858</c:v>
                </c:pt>
                <c:pt idx="12107">
                  <c:v>6.0658469014084506</c:v>
                </c:pt>
                <c:pt idx="12108">
                  <c:v>6.0685958450704227</c:v>
                </c:pt>
                <c:pt idx="12109">
                  <c:v>6.0739232394366196</c:v>
                </c:pt>
                <c:pt idx="12110">
                  <c:v>6.0760985915492958</c:v>
                </c:pt>
                <c:pt idx="12111">
                  <c:v>6.0772732394366198</c:v>
                </c:pt>
                <c:pt idx="12112">
                  <c:v>6.0716542253521126</c:v>
                </c:pt>
                <c:pt idx="12113">
                  <c:v>6.0662747183098595</c:v>
                </c:pt>
                <c:pt idx="12114">
                  <c:v>6.0601524647887324</c:v>
                </c:pt>
                <c:pt idx="12115">
                  <c:v>6.0608000704225349</c:v>
                </c:pt>
                <c:pt idx="12116">
                  <c:v>6.0622476760563382</c:v>
                </c:pt>
                <c:pt idx="12117">
                  <c:v>6.0592433802816901</c:v>
                </c:pt>
                <c:pt idx="12118">
                  <c:v>6.0571522535211271</c:v>
                </c:pt>
                <c:pt idx="12119">
                  <c:v>6.0554833802816903</c:v>
                </c:pt>
                <c:pt idx="12120">
                  <c:v>6.0593393661971833</c:v>
                </c:pt>
                <c:pt idx="12121">
                  <c:v>6.0627557746478873</c:v>
                </c:pt>
                <c:pt idx="12122">
                  <c:v>6.0556633098591552</c:v>
                </c:pt>
                <c:pt idx="12123">
                  <c:v>6.050350211267606</c:v>
                </c:pt>
                <c:pt idx="12124">
                  <c:v>6.0513886619718313</c:v>
                </c:pt>
                <c:pt idx="12125">
                  <c:v>6.0531709154929576</c:v>
                </c:pt>
                <c:pt idx="12126">
                  <c:v>6.0552745774647887</c:v>
                </c:pt>
                <c:pt idx="12127">
                  <c:v>6.0580188732394369</c:v>
                </c:pt>
                <c:pt idx="12128">
                  <c:v>6.0611856338028165</c:v>
                </c:pt>
                <c:pt idx="12129">
                  <c:v>6.0638604929577467</c:v>
                </c:pt>
                <c:pt idx="12130">
                  <c:v>6.0640654929577469</c:v>
                </c:pt>
                <c:pt idx="12131">
                  <c:v>6.0634755633802815</c:v>
                </c:pt>
                <c:pt idx="12132">
                  <c:v>6.06500514084507</c:v>
                </c:pt>
                <c:pt idx="12133">
                  <c:v>6.0654666901408447</c:v>
                </c:pt>
                <c:pt idx="12134">
                  <c:v>6.0620295070422534</c:v>
                </c:pt>
                <c:pt idx="12135">
                  <c:v>6.0632430985915491</c:v>
                </c:pt>
                <c:pt idx="12136">
                  <c:v>6.0679411267605632</c:v>
                </c:pt>
                <c:pt idx="12137">
                  <c:v>6.0656517605633802</c:v>
                </c:pt>
                <c:pt idx="12138">
                  <c:v>6.0591181690140843</c:v>
                </c:pt>
                <c:pt idx="12139">
                  <c:v>6.061724436619718</c:v>
                </c:pt>
                <c:pt idx="12140">
                  <c:v>6.0696636619718314</c:v>
                </c:pt>
                <c:pt idx="12141">
                  <c:v>6.0652090140845072</c:v>
                </c:pt>
                <c:pt idx="12142">
                  <c:v>6.0656604225352115</c:v>
                </c:pt>
                <c:pt idx="12143">
                  <c:v>6.0726225352112673</c:v>
                </c:pt>
                <c:pt idx="12144">
                  <c:v>6.0718281690140845</c:v>
                </c:pt>
                <c:pt idx="12145">
                  <c:v>6.0640449295774648</c:v>
                </c:pt>
                <c:pt idx="12146">
                  <c:v>6.0555216197183102</c:v>
                </c:pt>
                <c:pt idx="12147">
                  <c:v>6.0525461971830987</c:v>
                </c:pt>
                <c:pt idx="12148">
                  <c:v>6.0551154929577464</c:v>
                </c:pt>
                <c:pt idx="12149">
                  <c:v>6.0623949295774651</c:v>
                </c:pt>
                <c:pt idx="12150">
                  <c:v>6.0677965492957746</c:v>
                </c:pt>
                <c:pt idx="12151">
                  <c:v>6.0655235915492955</c:v>
                </c:pt>
                <c:pt idx="12152">
                  <c:v>6.0577571830985919</c:v>
                </c:pt>
                <c:pt idx="12153">
                  <c:v>6.0488782394366201</c:v>
                </c:pt>
                <c:pt idx="12154">
                  <c:v>6.0391292253521129</c:v>
                </c:pt>
                <c:pt idx="12155">
                  <c:v>6.0275857746478874</c:v>
                </c:pt>
                <c:pt idx="12156">
                  <c:v>6.0261909154929576</c:v>
                </c:pt>
                <c:pt idx="12157">
                  <c:v>6.0304320422535209</c:v>
                </c:pt>
                <c:pt idx="12158">
                  <c:v>6.0454347183098589</c:v>
                </c:pt>
                <c:pt idx="12159">
                  <c:v>6.0567464084507039</c:v>
                </c:pt>
                <c:pt idx="12160">
                  <c:v>6.0603838732394362</c:v>
                </c:pt>
                <c:pt idx="12161">
                  <c:v>6.0623177464788736</c:v>
                </c:pt>
                <c:pt idx="12162">
                  <c:v>6.0598249295774647</c:v>
                </c:pt>
                <c:pt idx="12163">
                  <c:v>6.0637758450704222</c:v>
                </c:pt>
                <c:pt idx="12164">
                  <c:v>6.066811056338028</c:v>
                </c:pt>
                <c:pt idx="12165">
                  <c:v>6.0642454929577463</c:v>
                </c:pt>
                <c:pt idx="12166">
                  <c:v>6.0605464788732393</c:v>
                </c:pt>
                <c:pt idx="12167">
                  <c:v>6.059616126760563</c:v>
                </c:pt>
                <c:pt idx="12168">
                  <c:v>6.0564041549295773</c:v>
                </c:pt>
                <c:pt idx="12169">
                  <c:v>6.0515976056338028</c:v>
                </c:pt>
                <c:pt idx="12170">
                  <c:v>6.0510446478873243</c:v>
                </c:pt>
                <c:pt idx="12171">
                  <c:v>6.0576925352112676</c:v>
                </c:pt>
                <c:pt idx="12172">
                  <c:v>6.0627240140845071</c:v>
                </c:pt>
                <c:pt idx="12173">
                  <c:v>6.0588752112676056</c:v>
                </c:pt>
                <c:pt idx="12174">
                  <c:v>6.0529216901408454</c:v>
                </c:pt>
                <c:pt idx="12175">
                  <c:v>6.0508761267605635</c:v>
                </c:pt>
                <c:pt idx="12176">
                  <c:v>6.0518917605633806</c:v>
                </c:pt>
                <c:pt idx="12177">
                  <c:v>6.0482167605633803</c:v>
                </c:pt>
                <c:pt idx="12178">
                  <c:v>6.0486910563380283</c:v>
                </c:pt>
                <c:pt idx="12179">
                  <c:v>6.051169647887324</c:v>
                </c:pt>
                <c:pt idx="12180">
                  <c:v>6.0477378873239438</c:v>
                </c:pt>
                <c:pt idx="12181">
                  <c:v>6.0471394366197186</c:v>
                </c:pt>
                <c:pt idx="12182">
                  <c:v>6.0426157746478877</c:v>
                </c:pt>
                <c:pt idx="12183">
                  <c:v>6.0403375352112674</c:v>
                </c:pt>
                <c:pt idx="12184">
                  <c:v>6.0447466197183095</c:v>
                </c:pt>
                <c:pt idx="12185">
                  <c:v>6.052225211267606</c:v>
                </c:pt>
                <c:pt idx="12186">
                  <c:v>6.0580892253521128</c:v>
                </c:pt>
                <c:pt idx="12187">
                  <c:v>6.0593621126760562</c:v>
                </c:pt>
                <c:pt idx="12188">
                  <c:v>6.0628095774647885</c:v>
                </c:pt>
                <c:pt idx="12189">
                  <c:v>6.0670250000000001</c:v>
                </c:pt>
                <c:pt idx="12190">
                  <c:v>6.0713302816901411</c:v>
                </c:pt>
                <c:pt idx="12191">
                  <c:v>6.0679964788732397</c:v>
                </c:pt>
                <c:pt idx="12192">
                  <c:v>6.0588482394366201</c:v>
                </c:pt>
                <c:pt idx="12193">
                  <c:v>6.0547202112676057</c:v>
                </c:pt>
                <c:pt idx="12194">
                  <c:v>6.0542681690140849</c:v>
                </c:pt>
                <c:pt idx="12195">
                  <c:v>6.0600057746478875</c:v>
                </c:pt>
                <c:pt idx="12196">
                  <c:v>6.0679016197183095</c:v>
                </c:pt>
                <c:pt idx="12197">
                  <c:v>6.0762169014084506</c:v>
                </c:pt>
                <c:pt idx="12198">
                  <c:v>6.0777640845070424</c:v>
                </c:pt>
                <c:pt idx="12199">
                  <c:v>6.0746908450704229</c:v>
                </c:pt>
                <c:pt idx="12200">
                  <c:v>6.0783570422535211</c:v>
                </c:pt>
                <c:pt idx="12201">
                  <c:v>6.0801633802816903</c:v>
                </c:pt>
                <c:pt idx="12202">
                  <c:v>6.0751147887323942</c:v>
                </c:pt>
                <c:pt idx="12203">
                  <c:v>6.0745084507042257</c:v>
                </c:pt>
                <c:pt idx="12204">
                  <c:v>6.0734028169014085</c:v>
                </c:pt>
                <c:pt idx="12205">
                  <c:v>6.0682938028169016</c:v>
                </c:pt>
                <c:pt idx="12206">
                  <c:v>6.0660129577464792</c:v>
                </c:pt>
                <c:pt idx="12207">
                  <c:v>6.0611980281690139</c:v>
                </c:pt>
                <c:pt idx="12208">
                  <c:v>6.0524027464788732</c:v>
                </c:pt>
                <c:pt idx="12209">
                  <c:v>6.049990704225352</c:v>
                </c:pt>
                <c:pt idx="12210">
                  <c:v>6.0511161971830987</c:v>
                </c:pt>
                <c:pt idx="12211">
                  <c:v>6.0549964788732398</c:v>
                </c:pt>
                <c:pt idx="12212">
                  <c:v>6.0530853521126762</c:v>
                </c:pt>
                <c:pt idx="12213">
                  <c:v>6.0493287323943665</c:v>
                </c:pt>
                <c:pt idx="12214">
                  <c:v>6.0515654225352113</c:v>
                </c:pt>
                <c:pt idx="12215">
                  <c:v>6.0538181690140842</c:v>
                </c:pt>
                <c:pt idx="12216">
                  <c:v>6.0475927464788732</c:v>
                </c:pt>
                <c:pt idx="12217">
                  <c:v>6.0417167605633804</c:v>
                </c:pt>
                <c:pt idx="12218">
                  <c:v>6.0427397183098588</c:v>
                </c:pt>
                <c:pt idx="12219">
                  <c:v>6.0497307746478874</c:v>
                </c:pt>
                <c:pt idx="12220">
                  <c:v>6.0521019014084505</c:v>
                </c:pt>
                <c:pt idx="12221">
                  <c:v>6.048850774647887</c:v>
                </c:pt>
                <c:pt idx="12222">
                  <c:v>6.0436841549295774</c:v>
                </c:pt>
                <c:pt idx="12223">
                  <c:v>6.042767957746479</c:v>
                </c:pt>
                <c:pt idx="12224">
                  <c:v>6.0526249999999999</c:v>
                </c:pt>
                <c:pt idx="12225">
                  <c:v>6.0622438028169015</c:v>
                </c:pt>
                <c:pt idx="12226">
                  <c:v>6.060028450704225</c:v>
                </c:pt>
                <c:pt idx="12227">
                  <c:v>6.0529948591549294</c:v>
                </c:pt>
                <c:pt idx="12228">
                  <c:v>6.0519393661971828</c:v>
                </c:pt>
                <c:pt idx="12229">
                  <c:v>6.0544585211267608</c:v>
                </c:pt>
                <c:pt idx="12230">
                  <c:v>6.0561197887323948</c:v>
                </c:pt>
                <c:pt idx="12231">
                  <c:v>6.052990492957746</c:v>
                </c:pt>
                <c:pt idx="12232">
                  <c:v>6.0498656338028169</c:v>
                </c:pt>
                <c:pt idx="12233">
                  <c:v>6.0511604929577461</c:v>
                </c:pt>
                <c:pt idx="12234">
                  <c:v>6.0514192957746475</c:v>
                </c:pt>
                <c:pt idx="12235">
                  <c:v>6.0567636619718312</c:v>
                </c:pt>
                <c:pt idx="12236">
                  <c:v>6.0592410563380286</c:v>
                </c:pt>
                <c:pt idx="12237">
                  <c:v>6.0598665492957746</c:v>
                </c:pt>
                <c:pt idx="12238">
                  <c:v>6.0574414084507042</c:v>
                </c:pt>
                <c:pt idx="12239">
                  <c:v>6.0534585915492958</c:v>
                </c:pt>
                <c:pt idx="12240">
                  <c:v>6.0478684507042253</c:v>
                </c:pt>
                <c:pt idx="12241">
                  <c:v>6.0499759154929578</c:v>
                </c:pt>
                <c:pt idx="12242">
                  <c:v>6.059328098591549</c:v>
                </c:pt>
                <c:pt idx="12243">
                  <c:v>6.0645131690140843</c:v>
                </c:pt>
                <c:pt idx="12244">
                  <c:v>6.059417535211268</c:v>
                </c:pt>
                <c:pt idx="12245">
                  <c:v>6.0547166197183095</c:v>
                </c:pt>
                <c:pt idx="12246">
                  <c:v>6.059395492957746</c:v>
                </c:pt>
                <c:pt idx="12247">
                  <c:v>6.0632148591549297</c:v>
                </c:pt>
                <c:pt idx="12248">
                  <c:v>6.0658317605633805</c:v>
                </c:pt>
                <c:pt idx="12249">
                  <c:v>6.0577307042253521</c:v>
                </c:pt>
                <c:pt idx="12250">
                  <c:v>6.0525550704225353</c:v>
                </c:pt>
                <c:pt idx="12251">
                  <c:v>6.0556762676056337</c:v>
                </c:pt>
                <c:pt idx="12252">
                  <c:v>6.0556592957746478</c:v>
                </c:pt>
                <c:pt idx="12253">
                  <c:v>6.0529617605633801</c:v>
                </c:pt>
                <c:pt idx="12254">
                  <c:v>6.0549986619718306</c:v>
                </c:pt>
                <c:pt idx="12255">
                  <c:v>6.0621356338028169</c:v>
                </c:pt>
                <c:pt idx="12256">
                  <c:v>6.0656152112676054</c:v>
                </c:pt>
                <c:pt idx="12257">
                  <c:v>6.0598976760563383</c:v>
                </c:pt>
                <c:pt idx="12258">
                  <c:v>6.0504087323943665</c:v>
                </c:pt>
                <c:pt idx="12259">
                  <c:v>6.0472031690140842</c:v>
                </c:pt>
                <c:pt idx="12260">
                  <c:v>6.0491882394366199</c:v>
                </c:pt>
                <c:pt idx="12261">
                  <c:v>6.0500480985915495</c:v>
                </c:pt>
                <c:pt idx="12262">
                  <c:v>6.0492837323943665</c:v>
                </c:pt>
                <c:pt idx="12263">
                  <c:v>6.0485717605633802</c:v>
                </c:pt>
                <c:pt idx="12264">
                  <c:v>6.0401740140845073</c:v>
                </c:pt>
                <c:pt idx="12265">
                  <c:v>6.0414467605633799</c:v>
                </c:pt>
                <c:pt idx="12266">
                  <c:v>6.0504554225352116</c:v>
                </c:pt>
                <c:pt idx="12267">
                  <c:v>6.0597961971830987</c:v>
                </c:pt>
                <c:pt idx="12268">
                  <c:v>6.0634702816901411</c:v>
                </c:pt>
                <c:pt idx="12269">
                  <c:v>6.0556742253521127</c:v>
                </c:pt>
                <c:pt idx="12270">
                  <c:v>6.0546310563380281</c:v>
                </c:pt>
                <c:pt idx="12271">
                  <c:v>6.0533473943661971</c:v>
                </c:pt>
                <c:pt idx="12272">
                  <c:v>6.0538573943661973</c:v>
                </c:pt>
                <c:pt idx="12273">
                  <c:v>6.0599219014084511</c:v>
                </c:pt>
                <c:pt idx="12274">
                  <c:v>6.0584113380281694</c:v>
                </c:pt>
                <c:pt idx="12275">
                  <c:v>6.0509860563380284</c:v>
                </c:pt>
                <c:pt idx="12276">
                  <c:v>6.0442337323943658</c:v>
                </c:pt>
                <c:pt idx="12277">
                  <c:v>6.0444133802816902</c:v>
                </c:pt>
                <c:pt idx="12278">
                  <c:v>6.0502009859154926</c:v>
                </c:pt>
                <c:pt idx="12279">
                  <c:v>6.0514037323943661</c:v>
                </c:pt>
                <c:pt idx="12280">
                  <c:v>6.0511420422535211</c:v>
                </c:pt>
                <c:pt idx="12281">
                  <c:v>6.0579309859154931</c:v>
                </c:pt>
                <c:pt idx="12282">
                  <c:v>6.0648311267605637</c:v>
                </c:pt>
                <c:pt idx="12283">
                  <c:v>6.0618741549295772</c:v>
                </c:pt>
                <c:pt idx="12284">
                  <c:v>6.062982323943662</c:v>
                </c:pt>
                <c:pt idx="12285">
                  <c:v>6.0654646478873238</c:v>
                </c:pt>
                <c:pt idx="12286">
                  <c:v>6.0684059154929582</c:v>
                </c:pt>
                <c:pt idx="12287">
                  <c:v>6.0687576056338024</c:v>
                </c:pt>
                <c:pt idx="12288">
                  <c:v>6.0608033098591552</c:v>
                </c:pt>
                <c:pt idx="12289">
                  <c:v>6.0527206338028172</c:v>
                </c:pt>
                <c:pt idx="12290">
                  <c:v>6.0513820422535209</c:v>
                </c:pt>
                <c:pt idx="12291">
                  <c:v>6.0583904225352114</c:v>
                </c:pt>
                <c:pt idx="12292">
                  <c:v>6.0606106338028169</c:v>
                </c:pt>
                <c:pt idx="12293">
                  <c:v>6.0589939436619717</c:v>
                </c:pt>
                <c:pt idx="12294">
                  <c:v>6.0630497887323944</c:v>
                </c:pt>
                <c:pt idx="12295">
                  <c:v>6.0712478873239437</c:v>
                </c:pt>
                <c:pt idx="12296">
                  <c:v>6.0695323943661972</c:v>
                </c:pt>
                <c:pt idx="12297">
                  <c:v>6.064114225352113</c:v>
                </c:pt>
                <c:pt idx="12298">
                  <c:v>6.0544120422535208</c:v>
                </c:pt>
                <c:pt idx="12299">
                  <c:v>6.047598873239437</c:v>
                </c:pt>
                <c:pt idx="12300">
                  <c:v>6.0518047183098593</c:v>
                </c:pt>
                <c:pt idx="12301">
                  <c:v>6.0503454225352113</c:v>
                </c:pt>
                <c:pt idx="12302">
                  <c:v>6.0480269718309856</c:v>
                </c:pt>
                <c:pt idx="12303">
                  <c:v>6.0441032394366196</c:v>
                </c:pt>
                <c:pt idx="12304">
                  <c:v>6.0431310563380283</c:v>
                </c:pt>
                <c:pt idx="12305">
                  <c:v>6.0417880281690142</c:v>
                </c:pt>
                <c:pt idx="12306">
                  <c:v>6.0390673239436623</c:v>
                </c:pt>
                <c:pt idx="12307">
                  <c:v>6.0424033802816899</c:v>
                </c:pt>
                <c:pt idx="12308">
                  <c:v>6.0420340845070424</c:v>
                </c:pt>
                <c:pt idx="12309">
                  <c:v>6.0432254929577462</c:v>
                </c:pt>
                <c:pt idx="12310">
                  <c:v>6.0507878873239438</c:v>
                </c:pt>
                <c:pt idx="12311">
                  <c:v>6.0538028169014089</c:v>
                </c:pt>
                <c:pt idx="12312">
                  <c:v>6.0491083802816901</c:v>
                </c:pt>
                <c:pt idx="12313">
                  <c:v>6.0529728873239437</c:v>
                </c:pt>
                <c:pt idx="12314">
                  <c:v>6.0626938028169013</c:v>
                </c:pt>
                <c:pt idx="12315">
                  <c:v>6.0668685915492961</c:v>
                </c:pt>
                <c:pt idx="12316">
                  <c:v>6.0626107042253521</c:v>
                </c:pt>
                <c:pt idx="12317">
                  <c:v>6.0538563380281687</c:v>
                </c:pt>
                <c:pt idx="12318">
                  <c:v>6.0542757746478877</c:v>
                </c:pt>
                <c:pt idx="12319">
                  <c:v>6.0524342253521128</c:v>
                </c:pt>
                <c:pt idx="12320">
                  <c:v>6.0499932394366196</c:v>
                </c:pt>
                <c:pt idx="12321">
                  <c:v>6.0529950704225355</c:v>
                </c:pt>
                <c:pt idx="12322">
                  <c:v>6.0609941549295776</c:v>
                </c:pt>
                <c:pt idx="12323">
                  <c:v>6.067105422535211</c:v>
                </c:pt>
                <c:pt idx="12324">
                  <c:v>6.0671033098591547</c:v>
                </c:pt>
                <c:pt idx="12325">
                  <c:v>6.0681954929577469</c:v>
                </c:pt>
                <c:pt idx="12326">
                  <c:v>6.0691555633802814</c:v>
                </c:pt>
                <c:pt idx="12327">
                  <c:v>6.0643185915492959</c:v>
                </c:pt>
                <c:pt idx="12328">
                  <c:v>6.0615512676056342</c:v>
                </c:pt>
                <c:pt idx="12329">
                  <c:v>6.059682957746479</c:v>
                </c:pt>
                <c:pt idx="12330">
                  <c:v>6.0573064788732394</c:v>
                </c:pt>
                <c:pt idx="12331">
                  <c:v>6.0567384507042252</c:v>
                </c:pt>
                <c:pt idx="12332">
                  <c:v>6.0531569718309859</c:v>
                </c:pt>
                <c:pt idx="12333">
                  <c:v>6.05538176056338</c:v>
                </c:pt>
                <c:pt idx="12334">
                  <c:v>6.0574127464788736</c:v>
                </c:pt>
                <c:pt idx="12335">
                  <c:v>6.0568783802816899</c:v>
                </c:pt>
                <c:pt idx="12336">
                  <c:v>6.0554066197183101</c:v>
                </c:pt>
                <c:pt idx="12337">
                  <c:v>6.0566875352112675</c:v>
                </c:pt>
                <c:pt idx="12338">
                  <c:v>6.0558654225352111</c:v>
                </c:pt>
                <c:pt idx="12339">
                  <c:v>6.0584916197183096</c:v>
                </c:pt>
                <c:pt idx="12340">
                  <c:v>6.0612635211267607</c:v>
                </c:pt>
                <c:pt idx="12341">
                  <c:v>6.0613682394366197</c:v>
                </c:pt>
                <c:pt idx="12342">
                  <c:v>6.0617277464788728</c:v>
                </c:pt>
                <c:pt idx="12343">
                  <c:v>6.0649478169014088</c:v>
                </c:pt>
                <c:pt idx="12344">
                  <c:v>6.0694245070422532</c:v>
                </c:pt>
                <c:pt idx="12345">
                  <c:v>6.0666438732394363</c:v>
                </c:pt>
                <c:pt idx="12346">
                  <c:v>6.0605018309859151</c:v>
                </c:pt>
                <c:pt idx="12347">
                  <c:v>6.0663942957746482</c:v>
                </c:pt>
                <c:pt idx="12348">
                  <c:v>6.0732591549295778</c:v>
                </c:pt>
                <c:pt idx="12349">
                  <c:v>6.0681090140845066</c:v>
                </c:pt>
                <c:pt idx="12350">
                  <c:v>6.0583147183098589</c:v>
                </c:pt>
                <c:pt idx="12351">
                  <c:v>6.0530933802816902</c:v>
                </c:pt>
                <c:pt idx="12352">
                  <c:v>6.0534856338028167</c:v>
                </c:pt>
                <c:pt idx="12353">
                  <c:v>6.0576732394366193</c:v>
                </c:pt>
                <c:pt idx="12354">
                  <c:v>6.0573088028169018</c:v>
                </c:pt>
                <c:pt idx="12355">
                  <c:v>6.057906901408451</c:v>
                </c:pt>
                <c:pt idx="12356">
                  <c:v>6.0596406338028173</c:v>
                </c:pt>
                <c:pt idx="12357">
                  <c:v>6.0627111267605631</c:v>
                </c:pt>
                <c:pt idx="12358">
                  <c:v>6.0671849295774649</c:v>
                </c:pt>
                <c:pt idx="12359">
                  <c:v>6.0596925352112674</c:v>
                </c:pt>
                <c:pt idx="12360">
                  <c:v>6.0570926056338026</c:v>
                </c:pt>
                <c:pt idx="12361">
                  <c:v>6.056632746478873</c:v>
                </c:pt>
                <c:pt idx="12362">
                  <c:v>6.0605110563380284</c:v>
                </c:pt>
                <c:pt idx="12363">
                  <c:v>6.0712683098591551</c:v>
                </c:pt>
                <c:pt idx="12364">
                  <c:v>6.0751563380281688</c:v>
                </c:pt>
                <c:pt idx="12365">
                  <c:v>6.0603139436619715</c:v>
                </c:pt>
                <c:pt idx="12366">
                  <c:v>6.0497857042253518</c:v>
                </c:pt>
                <c:pt idx="12367">
                  <c:v>6.0515430985915497</c:v>
                </c:pt>
                <c:pt idx="12368">
                  <c:v>6.0599289436619719</c:v>
                </c:pt>
                <c:pt idx="12369">
                  <c:v>6.0613192253521131</c:v>
                </c:pt>
                <c:pt idx="12370">
                  <c:v>6.0561190845070421</c:v>
                </c:pt>
                <c:pt idx="12371">
                  <c:v>6.057687746478873</c:v>
                </c:pt>
                <c:pt idx="12372">
                  <c:v>6.0574759859154925</c:v>
                </c:pt>
                <c:pt idx="12373">
                  <c:v>6.0617980281690143</c:v>
                </c:pt>
                <c:pt idx="12374">
                  <c:v>6.0644479577464789</c:v>
                </c:pt>
                <c:pt idx="12375">
                  <c:v>6.0599867605633806</c:v>
                </c:pt>
                <c:pt idx="12376">
                  <c:v>6.0625235915492954</c:v>
                </c:pt>
                <c:pt idx="12377">
                  <c:v>6.0645663380281691</c:v>
                </c:pt>
                <c:pt idx="12378">
                  <c:v>6.0591485211267608</c:v>
                </c:pt>
                <c:pt idx="12379">
                  <c:v>6.0571668309859152</c:v>
                </c:pt>
                <c:pt idx="12380">
                  <c:v>6.0622435211267609</c:v>
                </c:pt>
                <c:pt idx="12381">
                  <c:v>6.068107042253521</c:v>
                </c:pt>
                <c:pt idx="12382">
                  <c:v>6.063767042253521</c:v>
                </c:pt>
                <c:pt idx="12383">
                  <c:v>6.0514907042253521</c:v>
                </c:pt>
                <c:pt idx="12384">
                  <c:v>6.0481415492957744</c:v>
                </c:pt>
                <c:pt idx="12385">
                  <c:v>6.047388873239437</c:v>
                </c:pt>
                <c:pt idx="12386">
                  <c:v>6.0554497887323944</c:v>
                </c:pt>
                <c:pt idx="12387">
                  <c:v>6.0595197183098595</c:v>
                </c:pt>
                <c:pt idx="12388">
                  <c:v>6.0569962676056335</c:v>
                </c:pt>
                <c:pt idx="12389">
                  <c:v>6.0582031690140843</c:v>
                </c:pt>
                <c:pt idx="12390">
                  <c:v>6.0558484507042252</c:v>
                </c:pt>
                <c:pt idx="12391">
                  <c:v>6.0567594366197186</c:v>
                </c:pt>
                <c:pt idx="12392">
                  <c:v>6.0559546478873241</c:v>
                </c:pt>
                <c:pt idx="12393">
                  <c:v>6.0520518309859153</c:v>
                </c:pt>
                <c:pt idx="12394">
                  <c:v>6.0541754929577465</c:v>
                </c:pt>
                <c:pt idx="12395">
                  <c:v>6.0573612676056339</c:v>
                </c:pt>
                <c:pt idx="12396">
                  <c:v>6.0648772535211268</c:v>
                </c:pt>
                <c:pt idx="12397">
                  <c:v>6.065144014084507</c:v>
                </c:pt>
                <c:pt idx="12398">
                  <c:v>6.0563854225352109</c:v>
                </c:pt>
                <c:pt idx="12399">
                  <c:v>6.0509707746478876</c:v>
                </c:pt>
                <c:pt idx="12400">
                  <c:v>6.0488109154929575</c:v>
                </c:pt>
                <c:pt idx="12401">
                  <c:v>6.0474447887323945</c:v>
                </c:pt>
                <c:pt idx="12402">
                  <c:v>6.0512185211267608</c:v>
                </c:pt>
                <c:pt idx="12403">
                  <c:v>6.0586796478873239</c:v>
                </c:pt>
                <c:pt idx="12404">
                  <c:v>6.0652717605633804</c:v>
                </c:pt>
                <c:pt idx="12405">
                  <c:v>6.0717683098591548</c:v>
                </c:pt>
                <c:pt idx="12406">
                  <c:v>6.0701833098591553</c:v>
                </c:pt>
                <c:pt idx="12407">
                  <c:v>6.0657309154929582</c:v>
                </c:pt>
                <c:pt idx="12408">
                  <c:v>6.0594020422535211</c:v>
                </c:pt>
                <c:pt idx="12409">
                  <c:v>6.0540031690140843</c:v>
                </c:pt>
                <c:pt idx="12410">
                  <c:v>6.0640231690140842</c:v>
                </c:pt>
                <c:pt idx="12411">
                  <c:v>6.0740873239436617</c:v>
                </c:pt>
                <c:pt idx="12412">
                  <c:v>6.074182394366197</c:v>
                </c:pt>
                <c:pt idx="12413">
                  <c:v>6.0726042253521131</c:v>
                </c:pt>
                <c:pt idx="12414">
                  <c:v>6.073035211267606</c:v>
                </c:pt>
                <c:pt idx="12415">
                  <c:v>6.072585915492958</c:v>
                </c:pt>
                <c:pt idx="12416">
                  <c:v>6.0739647887323942</c:v>
                </c:pt>
                <c:pt idx="12417">
                  <c:v>6.0674344366197186</c:v>
                </c:pt>
                <c:pt idx="12418">
                  <c:v>6.0587360563380281</c:v>
                </c:pt>
                <c:pt idx="12419">
                  <c:v>6.0530322535211267</c:v>
                </c:pt>
                <c:pt idx="12420">
                  <c:v>6.0557365492957747</c:v>
                </c:pt>
                <c:pt idx="12421">
                  <c:v>6.058351126760563</c:v>
                </c:pt>
                <c:pt idx="12422">
                  <c:v>6.0532390845070418</c:v>
                </c:pt>
                <c:pt idx="12423">
                  <c:v>6.0527700704225351</c:v>
                </c:pt>
                <c:pt idx="12424">
                  <c:v>6.0544487323943663</c:v>
                </c:pt>
                <c:pt idx="12425">
                  <c:v>6.050613591549296</c:v>
                </c:pt>
                <c:pt idx="12426">
                  <c:v>6.0485321126760567</c:v>
                </c:pt>
                <c:pt idx="12427">
                  <c:v>6.0498832394366193</c:v>
                </c:pt>
                <c:pt idx="12428">
                  <c:v>6.0569381690140842</c:v>
                </c:pt>
                <c:pt idx="12429">
                  <c:v>6.0596788028169017</c:v>
                </c:pt>
                <c:pt idx="12430">
                  <c:v>6.0581976760563379</c:v>
                </c:pt>
                <c:pt idx="12431">
                  <c:v>6.057333098591549</c:v>
                </c:pt>
                <c:pt idx="12432">
                  <c:v>6.0587920422535211</c:v>
                </c:pt>
                <c:pt idx="12433">
                  <c:v>6.0608029577464793</c:v>
                </c:pt>
                <c:pt idx="12434">
                  <c:v>6.0599044366197186</c:v>
                </c:pt>
                <c:pt idx="12435">
                  <c:v>6.0520802816901407</c:v>
                </c:pt>
                <c:pt idx="12436">
                  <c:v>6.0472180985915491</c:v>
                </c:pt>
                <c:pt idx="12437">
                  <c:v>6.0513176056338027</c:v>
                </c:pt>
                <c:pt idx="12438">
                  <c:v>6.0597392253521125</c:v>
                </c:pt>
                <c:pt idx="12439">
                  <c:v>6.0617626056338025</c:v>
                </c:pt>
                <c:pt idx="12440">
                  <c:v>6.0677705633802814</c:v>
                </c:pt>
                <c:pt idx="12441">
                  <c:v>6.0687413380281692</c:v>
                </c:pt>
                <c:pt idx="12442">
                  <c:v>6.0626066901408446</c:v>
                </c:pt>
                <c:pt idx="12443">
                  <c:v>6.0611297183098589</c:v>
                </c:pt>
                <c:pt idx="12444">
                  <c:v>6.0567051408450707</c:v>
                </c:pt>
                <c:pt idx="12445">
                  <c:v>6.0585289436619716</c:v>
                </c:pt>
                <c:pt idx="12446">
                  <c:v>6.0669010563380281</c:v>
                </c:pt>
                <c:pt idx="12447">
                  <c:v>6.0681594366197187</c:v>
                </c:pt>
                <c:pt idx="12448">
                  <c:v>6.0608251408450702</c:v>
                </c:pt>
                <c:pt idx="12449">
                  <c:v>6.0573966197183102</c:v>
                </c:pt>
                <c:pt idx="12450">
                  <c:v>6.0637717605633803</c:v>
                </c:pt>
                <c:pt idx="12451">
                  <c:v>6.0688838028169014</c:v>
                </c:pt>
                <c:pt idx="12452">
                  <c:v>6.0644140140845071</c:v>
                </c:pt>
                <c:pt idx="12453">
                  <c:v>6.0611033098591554</c:v>
                </c:pt>
                <c:pt idx="12454">
                  <c:v>6.0606645070422536</c:v>
                </c:pt>
                <c:pt idx="12455">
                  <c:v>6.0598299295774645</c:v>
                </c:pt>
                <c:pt idx="12456">
                  <c:v>6.0566104225352113</c:v>
                </c:pt>
                <c:pt idx="12457">
                  <c:v>6.0538698591549291</c:v>
                </c:pt>
                <c:pt idx="12458">
                  <c:v>6.0568369014084507</c:v>
                </c:pt>
                <c:pt idx="12459">
                  <c:v>6.0613769014084511</c:v>
                </c:pt>
                <c:pt idx="12460">
                  <c:v>6.0542656338028165</c:v>
                </c:pt>
                <c:pt idx="12461">
                  <c:v>6.0510267605633805</c:v>
                </c:pt>
                <c:pt idx="12462">
                  <c:v>6.0488000704225353</c:v>
                </c:pt>
                <c:pt idx="12463">
                  <c:v>6.0483970422535211</c:v>
                </c:pt>
                <c:pt idx="12464">
                  <c:v>6.0442846478873236</c:v>
                </c:pt>
                <c:pt idx="12465">
                  <c:v>6.0500244366197187</c:v>
                </c:pt>
                <c:pt idx="12466">
                  <c:v>6.0521984507042257</c:v>
                </c:pt>
                <c:pt idx="12467">
                  <c:v>6.0447269718309862</c:v>
                </c:pt>
                <c:pt idx="12468">
                  <c:v>6.0413266901408447</c:v>
                </c:pt>
                <c:pt idx="12469">
                  <c:v>6.0534030985915495</c:v>
                </c:pt>
                <c:pt idx="12470">
                  <c:v>6.0685030985915489</c:v>
                </c:pt>
                <c:pt idx="12471">
                  <c:v>6.0777830985915493</c:v>
                </c:pt>
                <c:pt idx="12472">
                  <c:v>6.0744471830985916</c:v>
                </c:pt>
                <c:pt idx="12473">
                  <c:v>6.0683872535211272</c:v>
                </c:pt>
                <c:pt idx="12474">
                  <c:v>6.0638276760563379</c:v>
                </c:pt>
                <c:pt idx="12475">
                  <c:v>6.0604452816901411</c:v>
                </c:pt>
                <c:pt idx="12476">
                  <c:v>6.0613138732394365</c:v>
                </c:pt>
                <c:pt idx="12477">
                  <c:v>6.0577405633802819</c:v>
                </c:pt>
                <c:pt idx="12478">
                  <c:v>6.056600281690141</c:v>
                </c:pt>
                <c:pt idx="12479">
                  <c:v>6.0549048591549299</c:v>
                </c:pt>
                <c:pt idx="12480">
                  <c:v>6.0504155633802821</c:v>
                </c:pt>
                <c:pt idx="12481">
                  <c:v>6.045890563380282</c:v>
                </c:pt>
                <c:pt idx="12482">
                  <c:v>6.0477608450704228</c:v>
                </c:pt>
                <c:pt idx="12483">
                  <c:v>6.0543059859154926</c:v>
                </c:pt>
                <c:pt idx="12484">
                  <c:v>6.0593226056338025</c:v>
                </c:pt>
                <c:pt idx="12485">
                  <c:v>6.0586539436619722</c:v>
                </c:pt>
                <c:pt idx="12486">
                  <c:v>6.0563066901408451</c:v>
                </c:pt>
                <c:pt idx="12487">
                  <c:v>6.0528135211267609</c:v>
                </c:pt>
                <c:pt idx="12488">
                  <c:v>6.0517619014084509</c:v>
                </c:pt>
                <c:pt idx="12489">
                  <c:v>6.0546775352112672</c:v>
                </c:pt>
                <c:pt idx="12490">
                  <c:v>6.0564529577464787</c:v>
                </c:pt>
                <c:pt idx="12491">
                  <c:v>6.059494788732394</c:v>
                </c:pt>
                <c:pt idx="12492">
                  <c:v>6.0566171830985915</c:v>
                </c:pt>
                <c:pt idx="12493">
                  <c:v>6.0535835915492955</c:v>
                </c:pt>
                <c:pt idx="12494">
                  <c:v>6.0606349295774651</c:v>
                </c:pt>
                <c:pt idx="12495">
                  <c:v>6.0673961267605634</c:v>
                </c:pt>
                <c:pt idx="12496">
                  <c:v>6.0700601408450705</c:v>
                </c:pt>
                <c:pt idx="12497">
                  <c:v>6.0653094366197182</c:v>
                </c:pt>
                <c:pt idx="12498">
                  <c:v>6.0653585915492956</c:v>
                </c:pt>
                <c:pt idx="12499">
                  <c:v>6.0614284507042253</c:v>
                </c:pt>
                <c:pt idx="12500">
                  <c:v>6.0576269718309863</c:v>
                </c:pt>
                <c:pt idx="12501">
                  <c:v>6.0673317605633805</c:v>
                </c:pt>
                <c:pt idx="12502">
                  <c:v>6.0664723943661976</c:v>
                </c:pt>
                <c:pt idx="12503">
                  <c:v>6.0634590845070422</c:v>
                </c:pt>
                <c:pt idx="12504">
                  <c:v>6.0701915492957745</c:v>
                </c:pt>
                <c:pt idx="12505">
                  <c:v>6.0757098591549292</c:v>
                </c:pt>
                <c:pt idx="12506">
                  <c:v>6.0719760563380278</c:v>
                </c:pt>
                <c:pt idx="12507">
                  <c:v>6.0646159859154931</c:v>
                </c:pt>
                <c:pt idx="12508">
                  <c:v>6.0565716197183095</c:v>
                </c:pt>
                <c:pt idx="12509">
                  <c:v>6.0521831690140848</c:v>
                </c:pt>
                <c:pt idx="12510">
                  <c:v>6.0501259859154928</c:v>
                </c:pt>
                <c:pt idx="12511">
                  <c:v>6.0608671830985914</c:v>
                </c:pt>
                <c:pt idx="12512">
                  <c:v>6.0670129577464786</c:v>
                </c:pt>
                <c:pt idx="12513">
                  <c:v>6.0668287323943666</c:v>
                </c:pt>
                <c:pt idx="12514">
                  <c:v>6.0623153521126758</c:v>
                </c:pt>
                <c:pt idx="12515">
                  <c:v>6.0561710563380284</c:v>
                </c:pt>
                <c:pt idx="12516">
                  <c:v>6.0466575352112679</c:v>
                </c:pt>
                <c:pt idx="12517">
                  <c:v>6.0435279577464787</c:v>
                </c:pt>
                <c:pt idx="12518">
                  <c:v>6.0499402112676055</c:v>
                </c:pt>
                <c:pt idx="12519">
                  <c:v>6.056420352112676</c:v>
                </c:pt>
                <c:pt idx="12520">
                  <c:v>6.0614702816901405</c:v>
                </c:pt>
                <c:pt idx="12521">
                  <c:v>6.0658545774647887</c:v>
                </c:pt>
                <c:pt idx="12522">
                  <c:v>6.0662547183098594</c:v>
                </c:pt>
                <c:pt idx="12523">
                  <c:v>6.0653664084507044</c:v>
                </c:pt>
                <c:pt idx="12524">
                  <c:v>6.0658878873239432</c:v>
                </c:pt>
                <c:pt idx="12525">
                  <c:v>6.0652057042253524</c:v>
                </c:pt>
                <c:pt idx="12526">
                  <c:v>6.0657678873239433</c:v>
                </c:pt>
                <c:pt idx="12527">
                  <c:v>6.0683930281690142</c:v>
                </c:pt>
                <c:pt idx="12528">
                  <c:v>6.0722901408450705</c:v>
                </c:pt>
                <c:pt idx="12529">
                  <c:v>6.0715647887323945</c:v>
                </c:pt>
                <c:pt idx="12530">
                  <c:v>6.0643646478873237</c:v>
                </c:pt>
                <c:pt idx="12531">
                  <c:v>6.0606560563380283</c:v>
                </c:pt>
                <c:pt idx="12532">
                  <c:v>6.0587635211267603</c:v>
                </c:pt>
                <c:pt idx="12533">
                  <c:v>6.0533316197183096</c:v>
                </c:pt>
                <c:pt idx="12534">
                  <c:v>6.05206</c:v>
                </c:pt>
                <c:pt idx="12535">
                  <c:v>6.0565505633802816</c:v>
                </c:pt>
                <c:pt idx="12536">
                  <c:v>6.0604928169014087</c:v>
                </c:pt>
                <c:pt idx="12537">
                  <c:v>6.0594021126760564</c:v>
                </c:pt>
                <c:pt idx="12538">
                  <c:v>6.0582242957746475</c:v>
                </c:pt>
                <c:pt idx="12539">
                  <c:v>6.0638271830985913</c:v>
                </c:pt>
                <c:pt idx="12540">
                  <c:v>6.0709647887323941</c:v>
                </c:pt>
                <c:pt idx="12541">
                  <c:v>6.0768309859154925</c:v>
                </c:pt>
                <c:pt idx="12542">
                  <c:v>6.0702621830985919</c:v>
                </c:pt>
                <c:pt idx="12543">
                  <c:v>6.0608498591549296</c:v>
                </c:pt>
                <c:pt idx="12544">
                  <c:v>6.057264788732394</c:v>
                </c:pt>
                <c:pt idx="12545">
                  <c:v>6.0591100704225349</c:v>
                </c:pt>
                <c:pt idx="12546">
                  <c:v>6.0624035915492955</c:v>
                </c:pt>
                <c:pt idx="12547">
                  <c:v>6.0624552816901405</c:v>
                </c:pt>
                <c:pt idx="12548">
                  <c:v>6.0598627464788732</c:v>
                </c:pt>
                <c:pt idx="12549">
                  <c:v>6.0544606338028171</c:v>
                </c:pt>
                <c:pt idx="12550">
                  <c:v>6.0519629577464791</c:v>
                </c:pt>
                <c:pt idx="12551">
                  <c:v>6.0531970422535215</c:v>
                </c:pt>
                <c:pt idx="12552">
                  <c:v>6.0560334507042253</c:v>
                </c:pt>
                <c:pt idx="12553">
                  <c:v>6.0639833098591547</c:v>
                </c:pt>
                <c:pt idx="12554">
                  <c:v>6.0686449295774647</c:v>
                </c:pt>
                <c:pt idx="12555">
                  <c:v>6.0605318309859157</c:v>
                </c:pt>
                <c:pt idx="12556">
                  <c:v>6.0572561267605636</c:v>
                </c:pt>
                <c:pt idx="12557">
                  <c:v>6.0564517605633803</c:v>
                </c:pt>
                <c:pt idx="12558">
                  <c:v>6.0534897183098595</c:v>
                </c:pt>
                <c:pt idx="12559">
                  <c:v>6.0534207746478872</c:v>
                </c:pt>
                <c:pt idx="12560">
                  <c:v>6.0558631690140849</c:v>
                </c:pt>
                <c:pt idx="12561">
                  <c:v>6.0556721126760564</c:v>
                </c:pt>
                <c:pt idx="12562">
                  <c:v>6.0571177464788732</c:v>
                </c:pt>
                <c:pt idx="12563">
                  <c:v>6.0540744366197181</c:v>
                </c:pt>
                <c:pt idx="12564">
                  <c:v>6.0521178873239441</c:v>
                </c:pt>
                <c:pt idx="12565">
                  <c:v>6.0557315492957748</c:v>
                </c:pt>
                <c:pt idx="12566">
                  <c:v>6.0616035915492956</c:v>
                </c:pt>
                <c:pt idx="12567">
                  <c:v>6.0612202112676057</c:v>
                </c:pt>
                <c:pt idx="12568">
                  <c:v>6.0621161267605634</c:v>
                </c:pt>
                <c:pt idx="12569">
                  <c:v>6.0620971830985919</c:v>
                </c:pt>
                <c:pt idx="12570">
                  <c:v>6.0648064788732396</c:v>
                </c:pt>
                <c:pt idx="12571">
                  <c:v>6.0632642957746476</c:v>
                </c:pt>
                <c:pt idx="12572">
                  <c:v>6.0593755633802813</c:v>
                </c:pt>
                <c:pt idx="12573">
                  <c:v>6.0623174647887321</c:v>
                </c:pt>
                <c:pt idx="12574">
                  <c:v>6.0626721830985915</c:v>
                </c:pt>
                <c:pt idx="12575">
                  <c:v>6.0613159859154928</c:v>
                </c:pt>
                <c:pt idx="12576">
                  <c:v>6.0636569014084509</c:v>
                </c:pt>
                <c:pt idx="12577">
                  <c:v>6.0713823943661973</c:v>
                </c:pt>
                <c:pt idx="12578">
                  <c:v>6.0734330985915497</c:v>
                </c:pt>
                <c:pt idx="12579">
                  <c:v>6.0704661971830989</c:v>
                </c:pt>
                <c:pt idx="12580">
                  <c:v>6.0680314788732392</c:v>
                </c:pt>
                <c:pt idx="12581">
                  <c:v>6.0605526760563384</c:v>
                </c:pt>
                <c:pt idx="12582">
                  <c:v>6.0517335915492954</c:v>
                </c:pt>
                <c:pt idx="12583">
                  <c:v>6.0490223943661974</c:v>
                </c:pt>
                <c:pt idx="12584">
                  <c:v>6.042555352112676</c:v>
                </c:pt>
                <c:pt idx="12585">
                  <c:v>6.0424573943661972</c:v>
                </c:pt>
                <c:pt idx="12586">
                  <c:v>6.0446907746478873</c:v>
                </c:pt>
                <c:pt idx="12587">
                  <c:v>6.0439470422535209</c:v>
                </c:pt>
                <c:pt idx="12588">
                  <c:v>6.0441078169014082</c:v>
                </c:pt>
                <c:pt idx="12589">
                  <c:v>6.0507757042253525</c:v>
                </c:pt>
                <c:pt idx="12590">
                  <c:v>6.0511348591549297</c:v>
                </c:pt>
                <c:pt idx="12591">
                  <c:v>6.0499826056338026</c:v>
                </c:pt>
                <c:pt idx="12592">
                  <c:v>6.0597211267605635</c:v>
                </c:pt>
                <c:pt idx="12593">
                  <c:v>6.0666657042253522</c:v>
                </c:pt>
                <c:pt idx="12594">
                  <c:v>6.064179366197183</c:v>
                </c:pt>
                <c:pt idx="12595">
                  <c:v>6.0558037323943665</c:v>
                </c:pt>
                <c:pt idx="12596">
                  <c:v>6.0513338028169015</c:v>
                </c:pt>
                <c:pt idx="12597">
                  <c:v>6.0499334507042253</c:v>
                </c:pt>
                <c:pt idx="12598">
                  <c:v>6.0463219718309862</c:v>
                </c:pt>
                <c:pt idx="12599">
                  <c:v>6.0453305633802819</c:v>
                </c:pt>
                <c:pt idx="12600">
                  <c:v>6.0466125352112678</c:v>
                </c:pt>
                <c:pt idx="12601">
                  <c:v>6.0539957042253523</c:v>
                </c:pt>
                <c:pt idx="12602">
                  <c:v>6.0584080281690138</c:v>
                </c:pt>
                <c:pt idx="12603">
                  <c:v>6.0599961971830982</c:v>
                </c:pt>
                <c:pt idx="12604">
                  <c:v>6.0603539436619718</c:v>
                </c:pt>
                <c:pt idx="12605">
                  <c:v>6.0631575352112677</c:v>
                </c:pt>
                <c:pt idx="12606">
                  <c:v>6.0655018309859159</c:v>
                </c:pt>
                <c:pt idx="12607">
                  <c:v>6.0594923239436618</c:v>
                </c:pt>
                <c:pt idx="12608">
                  <c:v>6.0555456338028169</c:v>
                </c:pt>
                <c:pt idx="12609">
                  <c:v>6.050985774647887</c:v>
                </c:pt>
                <c:pt idx="12610">
                  <c:v>6.0486572535211272</c:v>
                </c:pt>
                <c:pt idx="12611">
                  <c:v>6.0490045774647889</c:v>
                </c:pt>
                <c:pt idx="12612">
                  <c:v>6.0476771830985916</c:v>
                </c:pt>
                <c:pt idx="12613">
                  <c:v>6.0546889436619722</c:v>
                </c:pt>
                <c:pt idx="12614">
                  <c:v>6.0658540140845068</c:v>
                </c:pt>
                <c:pt idx="12615">
                  <c:v>6.0702544366197184</c:v>
                </c:pt>
                <c:pt idx="12616">
                  <c:v>6.0642127464788729</c:v>
                </c:pt>
                <c:pt idx="12617">
                  <c:v>6.0543273943661973</c:v>
                </c:pt>
                <c:pt idx="12618">
                  <c:v>6.0522951408450707</c:v>
                </c:pt>
                <c:pt idx="12619">
                  <c:v>6.0564896478873242</c:v>
                </c:pt>
                <c:pt idx="12620">
                  <c:v>6.0607731690140847</c:v>
                </c:pt>
                <c:pt idx="12621">
                  <c:v>6.0613662676056341</c:v>
                </c:pt>
                <c:pt idx="12622">
                  <c:v>6.0575571126760561</c:v>
                </c:pt>
                <c:pt idx="12623">
                  <c:v>6.0521014084507039</c:v>
                </c:pt>
                <c:pt idx="12624">
                  <c:v>6.0538523239436621</c:v>
                </c:pt>
                <c:pt idx="12625">
                  <c:v>6.0585282394366198</c:v>
                </c:pt>
                <c:pt idx="12626">
                  <c:v>6.0587710563380286</c:v>
                </c:pt>
                <c:pt idx="12627">
                  <c:v>6.0564638028169018</c:v>
                </c:pt>
                <c:pt idx="12628">
                  <c:v>6.0521681690140845</c:v>
                </c:pt>
                <c:pt idx="12629">
                  <c:v>6.0511443661971835</c:v>
                </c:pt>
                <c:pt idx="12630">
                  <c:v>6.0609062676056338</c:v>
                </c:pt>
                <c:pt idx="12631">
                  <c:v>6.0647470422535212</c:v>
                </c:pt>
                <c:pt idx="12632">
                  <c:v>6.0668218309859157</c:v>
                </c:pt>
                <c:pt idx="12633">
                  <c:v>6.0645129577464791</c:v>
                </c:pt>
                <c:pt idx="12634">
                  <c:v>6.0512804225352115</c:v>
                </c:pt>
                <c:pt idx="12635">
                  <c:v>6.0472737323943662</c:v>
                </c:pt>
                <c:pt idx="12636">
                  <c:v>6.047611197183099</c:v>
                </c:pt>
                <c:pt idx="12637">
                  <c:v>6.0502116197183096</c:v>
                </c:pt>
                <c:pt idx="12638">
                  <c:v>6.0623276760563378</c:v>
                </c:pt>
                <c:pt idx="12639">
                  <c:v>6.0762352112676057</c:v>
                </c:pt>
                <c:pt idx="12640">
                  <c:v>6.0786330985915491</c:v>
                </c:pt>
                <c:pt idx="12641">
                  <c:v>6.0724042253521127</c:v>
                </c:pt>
                <c:pt idx="12642">
                  <c:v>6.0678297183098593</c:v>
                </c:pt>
                <c:pt idx="12643">
                  <c:v>6.066062746478873</c:v>
                </c:pt>
                <c:pt idx="12644">
                  <c:v>6.0690312676056335</c:v>
                </c:pt>
                <c:pt idx="12645">
                  <c:v>6.0700183802816898</c:v>
                </c:pt>
                <c:pt idx="12646">
                  <c:v>6.076144366197183</c:v>
                </c:pt>
                <c:pt idx="12647">
                  <c:v>6.0777007042253519</c:v>
                </c:pt>
                <c:pt idx="12648">
                  <c:v>6.0749443661971831</c:v>
                </c:pt>
                <c:pt idx="12649">
                  <c:v>6.0773471830985919</c:v>
                </c:pt>
                <c:pt idx="12650">
                  <c:v>6.074414788732394</c:v>
                </c:pt>
                <c:pt idx="12651">
                  <c:v>6.0631573239436616</c:v>
                </c:pt>
                <c:pt idx="12652">
                  <c:v>6.0590950000000001</c:v>
                </c:pt>
                <c:pt idx="12653">
                  <c:v>6.0568159154929582</c:v>
                </c:pt>
                <c:pt idx="12654">
                  <c:v>6.0561830281690137</c:v>
                </c:pt>
                <c:pt idx="12655">
                  <c:v>6.0581503521126763</c:v>
                </c:pt>
                <c:pt idx="12656">
                  <c:v>6.0602256338028173</c:v>
                </c:pt>
                <c:pt idx="12657">
                  <c:v>6.057959718309859</c:v>
                </c:pt>
                <c:pt idx="12658">
                  <c:v>6.0528411971830982</c:v>
                </c:pt>
                <c:pt idx="12659">
                  <c:v>6.0580721830985915</c:v>
                </c:pt>
                <c:pt idx="12660">
                  <c:v>6.0629130281690138</c:v>
                </c:pt>
                <c:pt idx="12661">
                  <c:v>6.0704500000000001</c:v>
                </c:pt>
                <c:pt idx="12662">
                  <c:v>6.0761767605633805</c:v>
                </c:pt>
                <c:pt idx="12663">
                  <c:v>6.067190915492958</c:v>
                </c:pt>
                <c:pt idx="12664">
                  <c:v>6.0569108450704228</c:v>
                </c:pt>
                <c:pt idx="12665">
                  <c:v>6.0568696478873241</c:v>
                </c:pt>
                <c:pt idx="12666">
                  <c:v>6.059786549295775</c:v>
                </c:pt>
                <c:pt idx="12667">
                  <c:v>6.0603381690140843</c:v>
                </c:pt>
                <c:pt idx="12668">
                  <c:v>6.0621385915492958</c:v>
                </c:pt>
                <c:pt idx="12669">
                  <c:v>6.0683264788732396</c:v>
                </c:pt>
                <c:pt idx="12670">
                  <c:v>6.067987746478873</c:v>
                </c:pt>
                <c:pt idx="12671">
                  <c:v>6.066718661971831</c:v>
                </c:pt>
                <c:pt idx="12672">
                  <c:v>6.064902464788732</c:v>
                </c:pt>
                <c:pt idx="12673">
                  <c:v>6.0625686619718309</c:v>
                </c:pt>
                <c:pt idx="12674">
                  <c:v>6.0645857746478873</c:v>
                </c:pt>
                <c:pt idx="12675">
                  <c:v>6.0667711971830984</c:v>
                </c:pt>
                <c:pt idx="12676">
                  <c:v>6.0690547183098591</c:v>
                </c:pt>
                <c:pt idx="12677">
                  <c:v>6.0667716197183097</c:v>
                </c:pt>
                <c:pt idx="12678">
                  <c:v>6.0587663380281693</c:v>
                </c:pt>
                <c:pt idx="12679">
                  <c:v>6.0561107746478875</c:v>
                </c:pt>
                <c:pt idx="12680">
                  <c:v>6.0577785915492957</c:v>
                </c:pt>
                <c:pt idx="12681">
                  <c:v>6.0574556338028165</c:v>
                </c:pt>
                <c:pt idx="12682">
                  <c:v>6.0552767605633804</c:v>
                </c:pt>
                <c:pt idx="12683">
                  <c:v>6.0496295070422539</c:v>
                </c:pt>
                <c:pt idx="12684">
                  <c:v>6.045255563380282</c:v>
                </c:pt>
                <c:pt idx="12685">
                  <c:v>6.0502135211267607</c:v>
                </c:pt>
                <c:pt idx="12686">
                  <c:v>6.053308732394366</c:v>
                </c:pt>
                <c:pt idx="12687">
                  <c:v>6.0544454225352116</c:v>
                </c:pt>
                <c:pt idx="12688">
                  <c:v>6.0591891549295775</c:v>
                </c:pt>
                <c:pt idx="12689">
                  <c:v>6.0616984507042257</c:v>
                </c:pt>
                <c:pt idx="12690">
                  <c:v>6.0588291549295779</c:v>
                </c:pt>
                <c:pt idx="12691">
                  <c:v>6.0591457042253518</c:v>
                </c:pt>
                <c:pt idx="12692">
                  <c:v>6.071594366197183</c:v>
                </c:pt>
                <c:pt idx="12693">
                  <c:v>6.0767556338028168</c:v>
                </c:pt>
                <c:pt idx="12694">
                  <c:v>6.0703469014084508</c:v>
                </c:pt>
                <c:pt idx="12695">
                  <c:v>6.067266901408451</c:v>
                </c:pt>
                <c:pt idx="12696">
                  <c:v>6.0701614084507041</c:v>
                </c:pt>
                <c:pt idx="12697">
                  <c:v>6.0720922535211264</c:v>
                </c:pt>
                <c:pt idx="12698">
                  <c:v>6.0703154225352112</c:v>
                </c:pt>
                <c:pt idx="12699">
                  <c:v>6.0685404225352109</c:v>
                </c:pt>
                <c:pt idx="12700">
                  <c:v>6.0650230985915492</c:v>
                </c:pt>
                <c:pt idx="12701">
                  <c:v>6.0654942253521122</c:v>
                </c:pt>
                <c:pt idx="12702">
                  <c:v>6.0659546478873239</c:v>
                </c:pt>
                <c:pt idx="12703">
                  <c:v>6.0654884507042253</c:v>
                </c:pt>
                <c:pt idx="12704">
                  <c:v>6.0736999999999997</c:v>
                </c:pt>
                <c:pt idx="12705">
                  <c:v>6.0786563380281686</c:v>
                </c:pt>
                <c:pt idx="12706">
                  <c:v>6.0744908450704225</c:v>
                </c:pt>
                <c:pt idx="12707">
                  <c:v>6.067072957746479</c:v>
                </c:pt>
                <c:pt idx="12708">
                  <c:v>6.0599369014084505</c:v>
                </c:pt>
                <c:pt idx="12709">
                  <c:v>6.0556707746478873</c:v>
                </c:pt>
                <c:pt idx="12710">
                  <c:v>6.0582065492957744</c:v>
                </c:pt>
                <c:pt idx="12711">
                  <c:v>6.0622081690140845</c:v>
                </c:pt>
                <c:pt idx="12712">
                  <c:v>6.061158098591549</c:v>
                </c:pt>
                <c:pt idx="12713">
                  <c:v>6.0622477464788735</c:v>
                </c:pt>
                <c:pt idx="12714">
                  <c:v>6.0643701408450701</c:v>
                </c:pt>
                <c:pt idx="12715">
                  <c:v>6.0708964788732391</c:v>
                </c:pt>
                <c:pt idx="12716">
                  <c:v>6.0748873239436616</c:v>
                </c:pt>
                <c:pt idx="12717">
                  <c:v>6.0712014084507047</c:v>
                </c:pt>
                <c:pt idx="12718">
                  <c:v>6.0689234507042258</c:v>
                </c:pt>
                <c:pt idx="12719">
                  <c:v>6.0607755633802816</c:v>
                </c:pt>
                <c:pt idx="12720">
                  <c:v>6.0521302112676052</c:v>
                </c:pt>
                <c:pt idx="12721">
                  <c:v>6.046874436619718</c:v>
                </c:pt>
                <c:pt idx="12722">
                  <c:v>6.0494722535211265</c:v>
                </c:pt>
                <c:pt idx="12723">
                  <c:v>6.0577724647887328</c:v>
                </c:pt>
                <c:pt idx="12724">
                  <c:v>6.0636336619718314</c:v>
                </c:pt>
                <c:pt idx="12725">
                  <c:v>6.068319436619718</c:v>
                </c:pt>
                <c:pt idx="12726">
                  <c:v>6.0706330985915491</c:v>
                </c:pt>
                <c:pt idx="12727">
                  <c:v>6.0710077464788732</c:v>
                </c:pt>
                <c:pt idx="12728">
                  <c:v>6.0712640845070425</c:v>
                </c:pt>
                <c:pt idx="12729">
                  <c:v>6.0630598591549294</c:v>
                </c:pt>
                <c:pt idx="12730">
                  <c:v>6.0592655633802819</c:v>
                </c:pt>
                <c:pt idx="12731">
                  <c:v>6.0509295070422535</c:v>
                </c:pt>
                <c:pt idx="12732">
                  <c:v>6.0467365492957743</c:v>
                </c:pt>
                <c:pt idx="12733">
                  <c:v>6.0499114084507042</c:v>
                </c:pt>
                <c:pt idx="12734">
                  <c:v>6.0570521126760566</c:v>
                </c:pt>
                <c:pt idx="12735">
                  <c:v>6.0634639436619722</c:v>
                </c:pt>
                <c:pt idx="12736">
                  <c:v>6.0670732394366196</c:v>
                </c:pt>
                <c:pt idx="12737">
                  <c:v>6.0696469014084506</c:v>
                </c:pt>
                <c:pt idx="12738">
                  <c:v>6.0720978873239435</c:v>
                </c:pt>
                <c:pt idx="12739">
                  <c:v>6.0771450704225352</c:v>
                </c:pt>
                <c:pt idx="12740">
                  <c:v>6.077564084507042</c:v>
                </c:pt>
                <c:pt idx="12741">
                  <c:v>6.0718028169014087</c:v>
                </c:pt>
                <c:pt idx="12742">
                  <c:v>6.0631316901408452</c:v>
                </c:pt>
                <c:pt idx="12743">
                  <c:v>6.0614076056338027</c:v>
                </c:pt>
                <c:pt idx="12744">
                  <c:v>6.0603410563380278</c:v>
                </c:pt>
                <c:pt idx="12745">
                  <c:v>6.059752957746479</c:v>
                </c:pt>
                <c:pt idx="12746">
                  <c:v>6.0599192253521128</c:v>
                </c:pt>
                <c:pt idx="12747">
                  <c:v>6.0630175352112676</c:v>
                </c:pt>
                <c:pt idx="12748">
                  <c:v>6.0644680985915489</c:v>
                </c:pt>
                <c:pt idx="12749">
                  <c:v>6.0642511971830988</c:v>
                </c:pt>
                <c:pt idx="12750">
                  <c:v>6.0670767605633804</c:v>
                </c:pt>
                <c:pt idx="12751">
                  <c:v>6.0714260563380282</c:v>
                </c:pt>
                <c:pt idx="12752">
                  <c:v>6.0719253521126761</c:v>
                </c:pt>
                <c:pt idx="12753">
                  <c:v>6.0675726056338029</c:v>
                </c:pt>
                <c:pt idx="12754">
                  <c:v>6.0703795070422535</c:v>
                </c:pt>
                <c:pt idx="12755">
                  <c:v>6.0729380281690144</c:v>
                </c:pt>
                <c:pt idx="12756">
                  <c:v>6.0741338028169016</c:v>
                </c:pt>
                <c:pt idx="12757">
                  <c:v>6.0713514084507043</c:v>
                </c:pt>
                <c:pt idx="12758">
                  <c:v>6.0615904929577464</c:v>
                </c:pt>
                <c:pt idx="12759">
                  <c:v>6.0604042253521131</c:v>
                </c:pt>
                <c:pt idx="12760">
                  <c:v>6.0709521126760562</c:v>
                </c:pt>
                <c:pt idx="12761">
                  <c:v>6.0762647887323942</c:v>
                </c:pt>
                <c:pt idx="12762">
                  <c:v>6.0696440845070425</c:v>
                </c:pt>
                <c:pt idx="12763">
                  <c:v>6.0604442253521125</c:v>
                </c:pt>
                <c:pt idx="12764">
                  <c:v>6.0507891549295776</c:v>
                </c:pt>
                <c:pt idx="12765">
                  <c:v>6.0515883802816903</c:v>
                </c:pt>
                <c:pt idx="12766">
                  <c:v>6.0563038028169016</c:v>
                </c:pt>
                <c:pt idx="12767">
                  <c:v>6.0560578169014088</c:v>
                </c:pt>
                <c:pt idx="12768">
                  <c:v>6.0541318309859156</c:v>
                </c:pt>
                <c:pt idx="12769">
                  <c:v>6.0563352112676059</c:v>
                </c:pt>
                <c:pt idx="12770">
                  <c:v>6.0631664084507042</c:v>
                </c:pt>
                <c:pt idx="12771">
                  <c:v>6.069417746478873</c:v>
                </c:pt>
                <c:pt idx="12772">
                  <c:v>6.0697320422535208</c:v>
                </c:pt>
                <c:pt idx="12773">
                  <c:v>6.0698505633802817</c:v>
                </c:pt>
                <c:pt idx="12774">
                  <c:v>6.074430281690141</c:v>
                </c:pt>
                <c:pt idx="12775">
                  <c:v>6.0771633802816902</c:v>
                </c:pt>
                <c:pt idx="12776">
                  <c:v>6.0744281690140847</c:v>
                </c:pt>
                <c:pt idx="12777">
                  <c:v>6.0736161971830986</c:v>
                </c:pt>
                <c:pt idx="12778">
                  <c:v>6.0727838028169012</c:v>
                </c:pt>
                <c:pt idx="12779">
                  <c:v>6.0676369718309857</c:v>
                </c:pt>
                <c:pt idx="12780">
                  <c:v>6.0653926760563381</c:v>
                </c:pt>
                <c:pt idx="12781">
                  <c:v>6.061286338028169</c:v>
                </c:pt>
                <c:pt idx="12782">
                  <c:v>6.0569895070422533</c:v>
                </c:pt>
                <c:pt idx="12783">
                  <c:v>6.0500292957746478</c:v>
                </c:pt>
                <c:pt idx="12784">
                  <c:v>6.0439697183098593</c:v>
                </c:pt>
                <c:pt idx="12785">
                  <c:v>6.0423802816901411</c:v>
                </c:pt>
                <c:pt idx="12786">
                  <c:v>6.0444201408450704</c:v>
                </c:pt>
                <c:pt idx="12787">
                  <c:v>6.0429403521126757</c:v>
                </c:pt>
                <c:pt idx="12788">
                  <c:v>6.0505886619718314</c:v>
                </c:pt>
                <c:pt idx="12789">
                  <c:v>6.0607226056338028</c:v>
                </c:pt>
                <c:pt idx="12790">
                  <c:v>6.066677042253521</c:v>
                </c:pt>
                <c:pt idx="12791">
                  <c:v>6.0633044366197186</c:v>
                </c:pt>
                <c:pt idx="12792">
                  <c:v>6.0611602816901406</c:v>
                </c:pt>
                <c:pt idx="12793">
                  <c:v>6.0673793661971835</c:v>
                </c:pt>
                <c:pt idx="12794">
                  <c:v>6.0744415492957744</c:v>
                </c:pt>
                <c:pt idx="12795">
                  <c:v>6.0800394366197184</c:v>
                </c:pt>
                <c:pt idx="12796">
                  <c:v>6.0792732394366196</c:v>
                </c:pt>
                <c:pt idx="12797">
                  <c:v>6.069577535211268</c:v>
                </c:pt>
                <c:pt idx="12798">
                  <c:v>6.0677030281690136</c:v>
                </c:pt>
                <c:pt idx="12799">
                  <c:v>6.0718147887323948</c:v>
                </c:pt>
                <c:pt idx="12800">
                  <c:v>6.0709436619718309</c:v>
                </c:pt>
                <c:pt idx="12801">
                  <c:v>6.0721281690140847</c:v>
                </c:pt>
                <c:pt idx="12802">
                  <c:v>6.0749394366197187</c:v>
                </c:pt>
                <c:pt idx="12803">
                  <c:v>6.0768521126760566</c:v>
                </c:pt>
                <c:pt idx="12804">
                  <c:v>6.0776253521126762</c:v>
                </c:pt>
                <c:pt idx="12805">
                  <c:v>6.071820422535211</c:v>
                </c:pt>
                <c:pt idx="12806">
                  <c:v>6.066536478873239</c:v>
                </c:pt>
                <c:pt idx="12807">
                  <c:v>6.0689858450704222</c:v>
                </c:pt>
                <c:pt idx="12808">
                  <c:v>6.0748978873239441</c:v>
                </c:pt>
                <c:pt idx="12809">
                  <c:v>6.0752204225352111</c:v>
                </c:pt>
                <c:pt idx="12810">
                  <c:v>6.0699953521126764</c:v>
                </c:pt>
                <c:pt idx="12811">
                  <c:v>6.0620945070422536</c:v>
                </c:pt>
                <c:pt idx="12812">
                  <c:v>6.0593644366197186</c:v>
                </c:pt>
                <c:pt idx="12813">
                  <c:v>6.0646421126760561</c:v>
                </c:pt>
                <c:pt idx="12814">
                  <c:v>6.0632940845070422</c:v>
                </c:pt>
                <c:pt idx="12815">
                  <c:v>6.0532961267605634</c:v>
                </c:pt>
                <c:pt idx="12816">
                  <c:v>6.0551257746478875</c:v>
                </c:pt>
                <c:pt idx="12817">
                  <c:v>6.0623439436619719</c:v>
                </c:pt>
                <c:pt idx="12818">
                  <c:v>6.062977464788732</c:v>
                </c:pt>
                <c:pt idx="12819">
                  <c:v>6.0595063380281688</c:v>
                </c:pt>
                <c:pt idx="12820">
                  <c:v>6.0545200000000001</c:v>
                </c:pt>
                <c:pt idx="12821">
                  <c:v>6.0525164084507042</c:v>
                </c:pt>
                <c:pt idx="12822">
                  <c:v>6.0581154225352112</c:v>
                </c:pt>
                <c:pt idx="12823">
                  <c:v>6.0682695070422534</c:v>
                </c:pt>
                <c:pt idx="12824">
                  <c:v>6.0687564788732393</c:v>
                </c:pt>
                <c:pt idx="12825">
                  <c:v>6.0688269014084506</c:v>
                </c:pt>
                <c:pt idx="12826">
                  <c:v>6.0708000000000002</c:v>
                </c:pt>
                <c:pt idx="12827">
                  <c:v>6.0687192957746481</c:v>
                </c:pt>
                <c:pt idx="12828">
                  <c:v>6.0639926760563378</c:v>
                </c:pt>
                <c:pt idx="12829">
                  <c:v>6.0656379577464792</c:v>
                </c:pt>
                <c:pt idx="12830">
                  <c:v>6.0653490845070426</c:v>
                </c:pt>
                <c:pt idx="12831">
                  <c:v>6.0673607042253517</c:v>
                </c:pt>
                <c:pt idx="12832">
                  <c:v>6.0670054225352112</c:v>
                </c:pt>
                <c:pt idx="12833">
                  <c:v>6.0630542957746476</c:v>
                </c:pt>
                <c:pt idx="12834">
                  <c:v>6.0635823943661968</c:v>
                </c:pt>
                <c:pt idx="12835">
                  <c:v>6.0620293661971827</c:v>
                </c:pt>
                <c:pt idx="12836">
                  <c:v>6.0668738028169011</c:v>
                </c:pt>
                <c:pt idx="12837">
                  <c:v>6.0696811971830984</c:v>
                </c:pt>
                <c:pt idx="12838">
                  <c:v>6.0779556338028167</c:v>
                </c:pt>
                <c:pt idx="12839">
                  <c:v>6.0801619718309858</c:v>
                </c:pt>
                <c:pt idx="12840">
                  <c:v>6.0808197183098596</c:v>
                </c:pt>
                <c:pt idx="12841">
                  <c:v>6.0841711267605634</c:v>
                </c:pt>
                <c:pt idx="12842">
                  <c:v>6.0859183098591547</c:v>
                </c:pt>
                <c:pt idx="12843">
                  <c:v>6.0832274647887328</c:v>
                </c:pt>
                <c:pt idx="12844">
                  <c:v>6.0789239436619722</c:v>
                </c:pt>
                <c:pt idx="12845">
                  <c:v>6.0721880281690144</c:v>
                </c:pt>
                <c:pt idx="12846">
                  <c:v>6.0653372535211272</c:v>
                </c:pt>
                <c:pt idx="12847">
                  <c:v>6.064867957746479</c:v>
                </c:pt>
                <c:pt idx="12848">
                  <c:v>6.06309823943662</c:v>
                </c:pt>
                <c:pt idx="12849">
                  <c:v>6.0622094366197183</c:v>
                </c:pt>
                <c:pt idx="12850">
                  <c:v>6.0585521830985911</c:v>
                </c:pt>
                <c:pt idx="12851">
                  <c:v>6.0534784507042252</c:v>
                </c:pt>
                <c:pt idx="12852">
                  <c:v>6.055036267605634</c:v>
                </c:pt>
                <c:pt idx="12853">
                  <c:v>6.059377394366197</c:v>
                </c:pt>
                <c:pt idx="12854">
                  <c:v>6.0648614788732393</c:v>
                </c:pt>
                <c:pt idx="12855">
                  <c:v>6.0735781690140849</c:v>
                </c:pt>
                <c:pt idx="12856">
                  <c:v>6.0736866197183099</c:v>
                </c:pt>
                <c:pt idx="12857">
                  <c:v>6.0673702112676056</c:v>
                </c:pt>
                <c:pt idx="12858">
                  <c:v>6.0632086619718306</c:v>
                </c:pt>
                <c:pt idx="12859">
                  <c:v>6.0559361971830983</c:v>
                </c:pt>
                <c:pt idx="12860">
                  <c:v>6.0515469718309856</c:v>
                </c:pt>
                <c:pt idx="12861">
                  <c:v>6.057819718309859</c:v>
                </c:pt>
                <c:pt idx="12862">
                  <c:v>6.0604297183098588</c:v>
                </c:pt>
                <c:pt idx="12863">
                  <c:v>6.0632001408450709</c:v>
                </c:pt>
                <c:pt idx="12864">
                  <c:v>6.0695966197183102</c:v>
                </c:pt>
                <c:pt idx="12865">
                  <c:v>6.0764253521126763</c:v>
                </c:pt>
                <c:pt idx="12866">
                  <c:v>6.0750239436619715</c:v>
                </c:pt>
                <c:pt idx="12867">
                  <c:v>6.0641299999999996</c:v>
                </c:pt>
                <c:pt idx="12868">
                  <c:v>6.05514323943662</c:v>
                </c:pt>
                <c:pt idx="12869">
                  <c:v>6.0546706338028171</c:v>
                </c:pt>
                <c:pt idx="12870">
                  <c:v>6.0565964084507042</c:v>
                </c:pt>
                <c:pt idx="12871">
                  <c:v>6.0579411971830988</c:v>
                </c:pt>
                <c:pt idx="12872">
                  <c:v>6.0535800704225355</c:v>
                </c:pt>
                <c:pt idx="12873">
                  <c:v>6.047266408450704</c:v>
                </c:pt>
                <c:pt idx="12874">
                  <c:v>6.052356408450704</c:v>
                </c:pt>
                <c:pt idx="12875">
                  <c:v>6.0582500000000001</c:v>
                </c:pt>
                <c:pt idx="12876">
                  <c:v>6.0653578873239438</c:v>
                </c:pt>
                <c:pt idx="12877">
                  <c:v>6.0744197183098594</c:v>
                </c:pt>
                <c:pt idx="12878">
                  <c:v>6.0660585211267604</c:v>
                </c:pt>
                <c:pt idx="12879">
                  <c:v>6.0625318309859155</c:v>
                </c:pt>
                <c:pt idx="12880">
                  <c:v>6.0625210563380278</c:v>
                </c:pt>
                <c:pt idx="12881">
                  <c:v>6.0576718309859157</c:v>
                </c:pt>
                <c:pt idx="12882">
                  <c:v>6.0553745774647885</c:v>
                </c:pt>
                <c:pt idx="12883">
                  <c:v>6.0544386619718313</c:v>
                </c:pt>
                <c:pt idx="12884">
                  <c:v>6.0537472535211272</c:v>
                </c:pt>
                <c:pt idx="12885">
                  <c:v>6.057241267605634</c:v>
                </c:pt>
                <c:pt idx="12886">
                  <c:v>6.0589002816901409</c:v>
                </c:pt>
                <c:pt idx="12887">
                  <c:v>6.0567447183098588</c:v>
                </c:pt>
                <c:pt idx="12888">
                  <c:v>6.052210633802817</c:v>
                </c:pt>
                <c:pt idx="12889">
                  <c:v>6.0587779577464786</c:v>
                </c:pt>
                <c:pt idx="12890">
                  <c:v>6.0716845070422538</c:v>
                </c:pt>
                <c:pt idx="12891">
                  <c:v>6.0774077464788734</c:v>
                </c:pt>
                <c:pt idx="12892">
                  <c:v>6.0785394366197183</c:v>
                </c:pt>
                <c:pt idx="12893">
                  <c:v>6.0702182394366195</c:v>
                </c:pt>
                <c:pt idx="12894">
                  <c:v>6.0611719014084509</c:v>
                </c:pt>
                <c:pt idx="12895">
                  <c:v>6.0544123239436622</c:v>
                </c:pt>
                <c:pt idx="12896">
                  <c:v>6.049570915492958</c:v>
                </c:pt>
                <c:pt idx="12897">
                  <c:v>6.0457364084507041</c:v>
                </c:pt>
                <c:pt idx="12898">
                  <c:v>6.052437605633803</c:v>
                </c:pt>
                <c:pt idx="12899">
                  <c:v>6.0559952112676054</c:v>
                </c:pt>
                <c:pt idx="12900">
                  <c:v>6.0542470422535208</c:v>
                </c:pt>
                <c:pt idx="12901">
                  <c:v>6.0562549295774648</c:v>
                </c:pt>
                <c:pt idx="12902">
                  <c:v>6.0566476056338026</c:v>
                </c:pt>
                <c:pt idx="12903">
                  <c:v>6.0585094366197181</c:v>
                </c:pt>
                <c:pt idx="12904">
                  <c:v>6.0607885915492954</c:v>
                </c:pt>
                <c:pt idx="12905">
                  <c:v>6.0563022535211264</c:v>
                </c:pt>
                <c:pt idx="12906">
                  <c:v>6.0536455633802815</c:v>
                </c:pt>
                <c:pt idx="12907">
                  <c:v>6.0563609154929576</c:v>
                </c:pt>
                <c:pt idx="12908">
                  <c:v>6.0599985211267606</c:v>
                </c:pt>
                <c:pt idx="12909">
                  <c:v>6.0648839436619717</c:v>
                </c:pt>
                <c:pt idx="12910">
                  <c:v>6.0605601408450704</c:v>
                </c:pt>
                <c:pt idx="12911">
                  <c:v>6.0582166901408447</c:v>
                </c:pt>
                <c:pt idx="12912">
                  <c:v>6.0636325352112674</c:v>
                </c:pt>
                <c:pt idx="12913">
                  <c:v>6.0669438732394365</c:v>
                </c:pt>
                <c:pt idx="12914">
                  <c:v>6.0686787323943658</c:v>
                </c:pt>
                <c:pt idx="12915">
                  <c:v>6.0660651408450708</c:v>
                </c:pt>
                <c:pt idx="12916">
                  <c:v>6.066883873239437</c:v>
                </c:pt>
                <c:pt idx="12917">
                  <c:v>6.0674933802816904</c:v>
                </c:pt>
                <c:pt idx="12918">
                  <c:v>6.0675888028169016</c:v>
                </c:pt>
                <c:pt idx="12919">
                  <c:v>6.0635816197183097</c:v>
                </c:pt>
                <c:pt idx="12920">
                  <c:v>6.0573795774647889</c:v>
                </c:pt>
                <c:pt idx="12921">
                  <c:v>6.0581473943661974</c:v>
                </c:pt>
                <c:pt idx="12922">
                  <c:v>6.0558436619718305</c:v>
                </c:pt>
                <c:pt idx="12923">
                  <c:v>6.0528656338028171</c:v>
                </c:pt>
                <c:pt idx="12924">
                  <c:v>6.051598591549296</c:v>
                </c:pt>
                <c:pt idx="12925">
                  <c:v>6.0567134507042253</c:v>
                </c:pt>
                <c:pt idx="12926">
                  <c:v>6.0701332394366201</c:v>
                </c:pt>
                <c:pt idx="12927">
                  <c:v>6.0714809859154926</c:v>
                </c:pt>
                <c:pt idx="12928">
                  <c:v>6.064197464788732</c:v>
                </c:pt>
                <c:pt idx="12929">
                  <c:v>6.0648224647887323</c:v>
                </c:pt>
                <c:pt idx="12930">
                  <c:v>6.0649214084507044</c:v>
                </c:pt>
                <c:pt idx="12931">
                  <c:v>6.0668014788732396</c:v>
                </c:pt>
                <c:pt idx="12932">
                  <c:v>6.0692134507042255</c:v>
                </c:pt>
                <c:pt idx="12933">
                  <c:v>6.0697330985915494</c:v>
                </c:pt>
                <c:pt idx="12934">
                  <c:v>6.0634205633802818</c:v>
                </c:pt>
                <c:pt idx="12935">
                  <c:v>6.061332816901408</c:v>
                </c:pt>
                <c:pt idx="12936">
                  <c:v>6.0610824647887327</c:v>
                </c:pt>
                <c:pt idx="12937">
                  <c:v>6.0573695774647884</c:v>
                </c:pt>
                <c:pt idx="12938">
                  <c:v>6.0577169014084511</c:v>
                </c:pt>
                <c:pt idx="12939">
                  <c:v>6.0561097183098589</c:v>
                </c:pt>
                <c:pt idx="12940">
                  <c:v>6.0510469718309858</c:v>
                </c:pt>
                <c:pt idx="12941">
                  <c:v>6.0508461971830982</c:v>
                </c:pt>
                <c:pt idx="12942">
                  <c:v>6.0610319014084508</c:v>
                </c:pt>
                <c:pt idx="12943">
                  <c:v>6.069642676056338</c:v>
                </c:pt>
                <c:pt idx="12944">
                  <c:v>6.0706507042253524</c:v>
                </c:pt>
                <c:pt idx="12945">
                  <c:v>6.0687411267605631</c:v>
                </c:pt>
                <c:pt idx="12946">
                  <c:v>6.061758591549296</c:v>
                </c:pt>
                <c:pt idx="12947">
                  <c:v>6.0533349999999997</c:v>
                </c:pt>
                <c:pt idx="12948">
                  <c:v>6.0549545070422539</c:v>
                </c:pt>
                <c:pt idx="12949">
                  <c:v>6.0710718309859155</c:v>
                </c:pt>
                <c:pt idx="12950">
                  <c:v>6.077898591549296</c:v>
                </c:pt>
                <c:pt idx="12951">
                  <c:v>6.0741014084507041</c:v>
                </c:pt>
                <c:pt idx="12952">
                  <c:v>6.0725640845070421</c:v>
                </c:pt>
                <c:pt idx="12953">
                  <c:v>6.070453521126761</c:v>
                </c:pt>
                <c:pt idx="12954">
                  <c:v>6.0626287323943666</c:v>
                </c:pt>
                <c:pt idx="12955">
                  <c:v>6.0576176760563376</c:v>
                </c:pt>
                <c:pt idx="12956">
                  <c:v>6.0554685915492961</c:v>
                </c:pt>
                <c:pt idx="12957">
                  <c:v>6.0484958450704225</c:v>
                </c:pt>
                <c:pt idx="12958">
                  <c:v>6.047159647887324</c:v>
                </c:pt>
                <c:pt idx="12959">
                  <c:v>6.05613176056338</c:v>
                </c:pt>
                <c:pt idx="12960">
                  <c:v>6.0626044366197185</c:v>
                </c:pt>
                <c:pt idx="12961">
                  <c:v>6.0621513380281691</c:v>
                </c:pt>
                <c:pt idx="12962">
                  <c:v>6.0583450704225354</c:v>
                </c:pt>
                <c:pt idx="12963">
                  <c:v>6.0571983098591549</c:v>
                </c:pt>
                <c:pt idx="12964">
                  <c:v>6.0599513380281689</c:v>
                </c:pt>
                <c:pt idx="12965">
                  <c:v>6.0605923239436619</c:v>
                </c:pt>
                <c:pt idx="12966">
                  <c:v>6.059290774647887</c:v>
                </c:pt>
                <c:pt idx="12967">
                  <c:v>6.0560951408450707</c:v>
                </c:pt>
                <c:pt idx="12968">
                  <c:v>6.0524833098591548</c:v>
                </c:pt>
                <c:pt idx="12969">
                  <c:v>6.0530728169014081</c:v>
                </c:pt>
                <c:pt idx="12970">
                  <c:v>6.0588202816901404</c:v>
                </c:pt>
                <c:pt idx="12971">
                  <c:v>6.0654596478873239</c:v>
                </c:pt>
                <c:pt idx="12972">
                  <c:v>6.067186056338028</c:v>
                </c:pt>
                <c:pt idx="12973">
                  <c:v>6.0671032394366193</c:v>
                </c:pt>
                <c:pt idx="12974">
                  <c:v>6.0660938028169014</c:v>
                </c:pt>
                <c:pt idx="12975">
                  <c:v>6.0703224647887328</c:v>
                </c:pt>
                <c:pt idx="12976">
                  <c:v>6.0706964788732396</c:v>
                </c:pt>
                <c:pt idx="12977">
                  <c:v>6.0689504225352113</c:v>
                </c:pt>
                <c:pt idx="12978">
                  <c:v>6.0717183098591549</c:v>
                </c:pt>
                <c:pt idx="12979">
                  <c:v>6.0707070422535212</c:v>
                </c:pt>
                <c:pt idx="12980">
                  <c:v>6.0659671126760566</c:v>
                </c:pt>
                <c:pt idx="12981">
                  <c:v>6.063859436619718</c:v>
                </c:pt>
                <c:pt idx="12982">
                  <c:v>6.0640469014084504</c:v>
                </c:pt>
                <c:pt idx="12983">
                  <c:v>6.0600873943661968</c:v>
                </c:pt>
                <c:pt idx="12984">
                  <c:v>6.0578600704225352</c:v>
                </c:pt>
                <c:pt idx="12985">
                  <c:v>6.0535291549295778</c:v>
                </c:pt>
                <c:pt idx="12986">
                  <c:v>6.0494135915492961</c:v>
                </c:pt>
                <c:pt idx="12987">
                  <c:v>6.0497330281690145</c:v>
                </c:pt>
                <c:pt idx="12988">
                  <c:v>6.0503133098591553</c:v>
                </c:pt>
                <c:pt idx="12989">
                  <c:v>6.0582627464788734</c:v>
                </c:pt>
                <c:pt idx="12990">
                  <c:v>6.063688450704225</c:v>
                </c:pt>
                <c:pt idx="12991">
                  <c:v>6.0644018309859158</c:v>
                </c:pt>
                <c:pt idx="12992">
                  <c:v>6.0591105633802815</c:v>
                </c:pt>
                <c:pt idx="12993">
                  <c:v>6.0520670422535208</c:v>
                </c:pt>
                <c:pt idx="12994">
                  <c:v>6.0556156338028169</c:v>
                </c:pt>
                <c:pt idx="12995">
                  <c:v>6.0592020422535215</c:v>
                </c:pt>
                <c:pt idx="12996">
                  <c:v>6.0572730281690141</c:v>
                </c:pt>
                <c:pt idx="12997">
                  <c:v>6.0575544366197187</c:v>
                </c:pt>
                <c:pt idx="12998">
                  <c:v>6.0620369718309863</c:v>
                </c:pt>
                <c:pt idx="12999">
                  <c:v>6.0668296478873236</c:v>
                </c:pt>
                <c:pt idx="13000">
                  <c:v>6.0712302816901405</c:v>
                </c:pt>
                <c:pt idx="13001">
                  <c:v>6.066430845070423</c:v>
                </c:pt>
                <c:pt idx="13002">
                  <c:v>6.0657908450704223</c:v>
                </c:pt>
                <c:pt idx="13003">
                  <c:v>6.0620788732394368</c:v>
                </c:pt>
                <c:pt idx="13004">
                  <c:v>6.0628109859154931</c:v>
                </c:pt>
                <c:pt idx="13005">
                  <c:v>6.0676020422535215</c:v>
                </c:pt>
                <c:pt idx="13006">
                  <c:v>6.0721866197183099</c:v>
                </c:pt>
                <c:pt idx="13007">
                  <c:v>6.0748739436619719</c:v>
                </c:pt>
                <c:pt idx="13008">
                  <c:v>6.0718239436619719</c:v>
                </c:pt>
                <c:pt idx="13009">
                  <c:v>6.0618010563380285</c:v>
                </c:pt>
                <c:pt idx="13010">
                  <c:v>6.0615864788732399</c:v>
                </c:pt>
                <c:pt idx="13011">
                  <c:v>6.0604550704225355</c:v>
                </c:pt>
                <c:pt idx="13012">
                  <c:v>6.060356971830986</c:v>
                </c:pt>
                <c:pt idx="13013">
                  <c:v>6.0658647183098591</c:v>
                </c:pt>
                <c:pt idx="13014">
                  <c:v>6.0656870422535212</c:v>
                </c:pt>
                <c:pt idx="13015">
                  <c:v>6.0634455633802817</c:v>
                </c:pt>
                <c:pt idx="13016">
                  <c:v>6.0631744366197182</c:v>
                </c:pt>
                <c:pt idx="13017">
                  <c:v>6.0652554929577462</c:v>
                </c:pt>
                <c:pt idx="13018">
                  <c:v>6.0617999295774645</c:v>
                </c:pt>
                <c:pt idx="13019">
                  <c:v>6.0572449295774646</c:v>
                </c:pt>
                <c:pt idx="13020">
                  <c:v>6.0591597183098589</c:v>
                </c:pt>
                <c:pt idx="13021">
                  <c:v>6.0677423943661974</c:v>
                </c:pt>
                <c:pt idx="13022">
                  <c:v>6.0755035211267607</c:v>
                </c:pt>
                <c:pt idx="13023">
                  <c:v>6.0739464788732391</c:v>
                </c:pt>
                <c:pt idx="13024">
                  <c:v>6.0709950704225353</c:v>
                </c:pt>
                <c:pt idx="13025">
                  <c:v>6.0724471830985918</c:v>
                </c:pt>
                <c:pt idx="13026">
                  <c:v>6.0708042253521128</c:v>
                </c:pt>
                <c:pt idx="13027">
                  <c:v>6.0668788732394363</c:v>
                </c:pt>
                <c:pt idx="13028">
                  <c:v>6.0630143661971827</c:v>
                </c:pt>
                <c:pt idx="13029">
                  <c:v>6.0689399295774651</c:v>
                </c:pt>
                <c:pt idx="13030">
                  <c:v>6.0675728873239434</c:v>
                </c:pt>
                <c:pt idx="13031">
                  <c:v>6.065570915492958</c:v>
                </c:pt>
                <c:pt idx="13032">
                  <c:v>6.0609036619718308</c:v>
                </c:pt>
                <c:pt idx="13033">
                  <c:v>6.0533112676056335</c:v>
                </c:pt>
                <c:pt idx="13034">
                  <c:v>6.0503859154929573</c:v>
                </c:pt>
                <c:pt idx="13035">
                  <c:v>6.0516720422535215</c:v>
                </c:pt>
                <c:pt idx="13036">
                  <c:v>6.0547302816901407</c:v>
                </c:pt>
                <c:pt idx="13037">
                  <c:v>6.0524449999999996</c:v>
                </c:pt>
                <c:pt idx="13038">
                  <c:v>6.0469071126760561</c:v>
                </c:pt>
                <c:pt idx="13039">
                  <c:v>6.0478809859154934</c:v>
                </c:pt>
                <c:pt idx="13040">
                  <c:v>6.056931971830986</c:v>
                </c:pt>
                <c:pt idx="13041">
                  <c:v>6.0545897183098596</c:v>
                </c:pt>
                <c:pt idx="13042">
                  <c:v>6.0455933098591546</c:v>
                </c:pt>
                <c:pt idx="13043">
                  <c:v>6.0493119014084504</c:v>
                </c:pt>
                <c:pt idx="13044">
                  <c:v>6.0596388028169015</c:v>
                </c:pt>
                <c:pt idx="13045">
                  <c:v>6.0621835915492959</c:v>
                </c:pt>
                <c:pt idx="13046">
                  <c:v>6.0607580281690137</c:v>
                </c:pt>
                <c:pt idx="13047">
                  <c:v>6.0591881690140843</c:v>
                </c:pt>
                <c:pt idx="13048">
                  <c:v>6.0519135915492956</c:v>
                </c:pt>
                <c:pt idx="13049">
                  <c:v>6.0553866197183099</c:v>
                </c:pt>
                <c:pt idx="13050">
                  <c:v>6.0600230281690139</c:v>
                </c:pt>
                <c:pt idx="13051">
                  <c:v>6.0632950000000001</c:v>
                </c:pt>
                <c:pt idx="13052">
                  <c:v>6.0643083802816902</c:v>
                </c:pt>
                <c:pt idx="13053">
                  <c:v>6.0616185915492959</c:v>
                </c:pt>
                <c:pt idx="13054">
                  <c:v>6.0619537323943664</c:v>
                </c:pt>
                <c:pt idx="13055">
                  <c:v>6.0643628169014088</c:v>
                </c:pt>
                <c:pt idx="13056">
                  <c:v>6.068223521126761</c:v>
                </c:pt>
                <c:pt idx="13057">
                  <c:v>6.0708147887323944</c:v>
                </c:pt>
                <c:pt idx="13058">
                  <c:v>6.0697952816901406</c:v>
                </c:pt>
                <c:pt idx="13059">
                  <c:v>6.0643148591549298</c:v>
                </c:pt>
                <c:pt idx="13060">
                  <c:v>6.0586945774647889</c:v>
                </c:pt>
                <c:pt idx="13061">
                  <c:v>6.0579248591549293</c:v>
                </c:pt>
                <c:pt idx="13062">
                  <c:v>6.0526243661971835</c:v>
                </c:pt>
                <c:pt idx="13063">
                  <c:v>6.0526336619718313</c:v>
                </c:pt>
                <c:pt idx="13064">
                  <c:v>6.0571287323943661</c:v>
                </c:pt>
                <c:pt idx="13065">
                  <c:v>6.0646294366197182</c:v>
                </c:pt>
                <c:pt idx="13066">
                  <c:v>6.0659460563380279</c:v>
                </c:pt>
                <c:pt idx="13067">
                  <c:v>6.0614731690140848</c:v>
                </c:pt>
                <c:pt idx="13068">
                  <c:v>6.0608242253521123</c:v>
                </c:pt>
                <c:pt idx="13069">
                  <c:v>6.0617004929577467</c:v>
                </c:pt>
                <c:pt idx="13070">
                  <c:v>6.0548554929577465</c:v>
                </c:pt>
                <c:pt idx="13071">
                  <c:v>6.0513740140845069</c:v>
                </c:pt>
                <c:pt idx="13072">
                  <c:v>6.0501100704225355</c:v>
                </c:pt>
                <c:pt idx="13073">
                  <c:v>6.0505219718309862</c:v>
                </c:pt>
                <c:pt idx="13074">
                  <c:v>6.0485413380281692</c:v>
                </c:pt>
                <c:pt idx="13075">
                  <c:v>6.0482334507042257</c:v>
                </c:pt>
                <c:pt idx="13076">
                  <c:v>6.0521429577464785</c:v>
                </c:pt>
                <c:pt idx="13077">
                  <c:v>6.0590648591549296</c:v>
                </c:pt>
                <c:pt idx="13078">
                  <c:v>6.0644167605633799</c:v>
                </c:pt>
                <c:pt idx="13079">
                  <c:v>6.0644007746478872</c:v>
                </c:pt>
                <c:pt idx="13080">
                  <c:v>6.0655208450704228</c:v>
                </c:pt>
                <c:pt idx="13081">
                  <c:v>6.0736908450704226</c:v>
                </c:pt>
                <c:pt idx="13082">
                  <c:v>6.0845964788732392</c:v>
                </c:pt>
                <c:pt idx="13083">
                  <c:v>6.0838950704225354</c:v>
                </c:pt>
                <c:pt idx="13084">
                  <c:v>6.078267605633803</c:v>
                </c:pt>
                <c:pt idx="13085">
                  <c:v>6.0709063380281689</c:v>
                </c:pt>
                <c:pt idx="13086">
                  <c:v>6.0582683098591552</c:v>
                </c:pt>
                <c:pt idx="13087">
                  <c:v>6.0511656338028166</c:v>
                </c:pt>
                <c:pt idx="13088">
                  <c:v>6.0503362676056334</c:v>
                </c:pt>
                <c:pt idx="13089">
                  <c:v>6.0553692253521127</c:v>
                </c:pt>
                <c:pt idx="13090">
                  <c:v>6.0692095070422534</c:v>
                </c:pt>
                <c:pt idx="13091">
                  <c:v>6.0774464788732399</c:v>
                </c:pt>
                <c:pt idx="13092">
                  <c:v>6.0763718309859156</c:v>
                </c:pt>
                <c:pt idx="13093">
                  <c:v>6.073996478873239</c:v>
                </c:pt>
                <c:pt idx="13094">
                  <c:v>6.0764457746478877</c:v>
                </c:pt>
                <c:pt idx="13095">
                  <c:v>6.0756492957746477</c:v>
                </c:pt>
                <c:pt idx="13096">
                  <c:v>6.0700863380281689</c:v>
                </c:pt>
                <c:pt idx="13097">
                  <c:v>6.0713204225352113</c:v>
                </c:pt>
                <c:pt idx="13098">
                  <c:v>6.0699222535211268</c:v>
                </c:pt>
                <c:pt idx="13099">
                  <c:v>6.0658880985915493</c:v>
                </c:pt>
                <c:pt idx="13100">
                  <c:v>6.064480070422535</c:v>
                </c:pt>
                <c:pt idx="13101">
                  <c:v>6.0697819014084509</c:v>
                </c:pt>
                <c:pt idx="13102">
                  <c:v>6.0736133802816905</c:v>
                </c:pt>
                <c:pt idx="13103">
                  <c:v>6.0687859859154933</c:v>
                </c:pt>
                <c:pt idx="13104">
                  <c:v>6.0708612676056335</c:v>
                </c:pt>
                <c:pt idx="13105">
                  <c:v>6.074585211267606</c:v>
                </c:pt>
                <c:pt idx="13106">
                  <c:v>6.0712619718309861</c:v>
                </c:pt>
                <c:pt idx="13107">
                  <c:v>6.0712830985915494</c:v>
                </c:pt>
                <c:pt idx="13108">
                  <c:v>6.0757295774647888</c:v>
                </c:pt>
                <c:pt idx="13109">
                  <c:v>6.0791316901408452</c:v>
                </c:pt>
                <c:pt idx="13110">
                  <c:v>6.0802570422535211</c:v>
                </c:pt>
                <c:pt idx="13111">
                  <c:v>6.0793204225352113</c:v>
                </c:pt>
                <c:pt idx="13112">
                  <c:v>6.0784169014084508</c:v>
                </c:pt>
                <c:pt idx="13113">
                  <c:v>6.0743887323943664</c:v>
                </c:pt>
                <c:pt idx="13114">
                  <c:v>6.0711429577464786</c:v>
                </c:pt>
                <c:pt idx="13115">
                  <c:v>6.0694078169014087</c:v>
                </c:pt>
                <c:pt idx="13116">
                  <c:v>6.072892957746479</c:v>
                </c:pt>
                <c:pt idx="13117">
                  <c:v>6.0707704225352117</c:v>
                </c:pt>
                <c:pt idx="13118">
                  <c:v>6.0649068309859153</c:v>
                </c:pt>
                <c:pt idx="13119">
                  <c:v>6.0625517605633803</c:v>
                </c:pt>
                <c:pt idx="13120">
                  <c:v>6.0651235915492956</c:v>
                </c:pt>
                <c:pt idx="13121">
                  <c:v>6.0647018309859151</c:v>
                </c:pt>
                <c:pt idx="13122">
                  <c:v>6.0645822535211265</c:v>
                </c:pt>
                <c:pt idx="13123">
                  <c:v>6.0632079577464788</c:v>
                </c:pt>
                <c:pt idx="13124">
                  <c:v>6.0645213380281691</c:v>
                </c:pt>
                <c:pt idx="13125">
                  <c:v>6.0657914084507043</c:v>
                </c:pt>
                <c:pt idx="13126">
                  <c:v>6.0661688028169012</c:v>
                </c:pt>
                <c:pt idx="13127">
                  <c:v>6.0661383802816902</c:v>
                </c:pt>
                <c:pt idx="13128">
                  <c:v>6.0640109859154929</c:v>
                </c:pt>
                <c:pt idx="13129">
                  <c:v>6.0678831690140846</c:v>
                </c:pt>
                <c:pt idx="13130">
                  <c:v>6.0768887323943659</c:v>
                </c:pt>
                <c:pt idx="13131">
                  <c:v>6.0776373239436623</c:v>
                </c:pt>
                <c:pt idx="13132">
                  <c:v>6.0725232394366193</c:v>
                </c:pt>
                <c:pt idx="13133">
                  <c:v>6.0688566901408452</c:v>
                </c:pt>
                <c:pt idx="13134">
                  <c:v>6.071070422535211</c:v>
                </c:pt>
                <c:pt idx="13135">
                  <c:v>6.0726985915492957</c:v>
                </c:pt>
                <c:pt idx="13136">
                  <c:v>6.0737908450704223</c:v>
                </c:pt>
                <c:pt idx="13137">
                  <c:v>6.0762936619718309</c:v>
                </c:pt>
                <c:pt idx="13138">
                  <c:v>6.0753816901408451</c:v>
                </c:pt>
                <c:pt idx="13139">
                  <c:v>6.0717169014084504</c:v>
                </c:pt>
                <c:pt idx="13140">
                  <c:v>6.0665032394366198</c:v>
                </c:pt>
                <c:pt idx="13141">
                  <c:v>6.0642244366197184</c:v>
                </c:pt>
                <c:pt idx="13142">
                  <c:v>6.0666280281690144</c:v>
                </c:pt>
                <c:pt idx="13143">
                  <c:v>6.0706345070422536</c:v>
                </c:pt>
                <c:pt idx="13144">
                  <c:v>6.0720239436619714</c:v>
                </c:pt>
                <c:pt idx="13145">
                  <c:v>6.0683155633802821</c:v>
                </c:pt>
                <c:pt idx="13146">
                  <c:v>6.0623788028169017</c:v>
                </c:pt>
                <c:pt idx="13147">
                  <c:v>6.0600824647887324</c:v>
                </c:pt>
                <c:pt idx="13148">
                  <c:v>6.0594355633802817</c:v>
                </c:pt>
                <c:pt idx="13149">
                  <c:v>6.0598186619718311</c:v>
                </c:pt>
                <c:pt idx="13150">
                  <c:v>6.0646378873239435</c:v>
                </c:pt>
                <c:pt idx="13151">
                  <c:v>6.0672719014084509</c:v>
                </c:pt>
                <c:pt idx="13152">
                  <c:v>6.0676042957746477</c:v>
                </c:pt>
                <c:pt idx="13153">
                  <c:v>6.0647988732394369</c:v>
                </c:pt>
                <c:pt idx="13154">
                  <c:v>6.0657381690140841</c:v>
                </c:pt>
                <c:pt idx="13155">
                  <c:v>6.0670180985915492</c:v>
                </c:pt>
                <c:pt idx="13156">
                  <c:v>6.0625474647887323</c:v>
                </c:pt>
                <c:pt idx="13157">
                  <c:v>6.0559895774647892</c:v>
                </c:pt>
                <c:pt idx="13158">
                  <c:v>6.0495002112676053</c:v>
                </c:pt>
                <c:pt idx="13159">
                  <c:v>6.0461133098591553</c:v>
                </c:pt>
                <c:pt idx="13160">
                  <c:v>6.0453559154929577</c:v>
                </c:pt>
                <c:pt idx="13161">
                  <c:v>6.0500321126760559</c:v>
                </c:pt>
                <c:pt idx="13162">
                  <c:v>6.058726126760563</c:v>
                </c:pt>
                <c:pt idx="13163">
                  <c:v>6.0663500704225353</c:v>
                </c:pt>
                <c:pt idx="13164">
                  <c:v>6.0654602112676059</c:v>
                </c:pt>
                <c:pt idx="13165">
                  <c:v>6.0634376056338031</c:v>
                </c:pt>
                <c:pt idx="13166">
                  <c:v>6.0685382394366201</c:v>
                </c:pt>
                <c:pt idx="13167">
                  <c:v>6.0707239436619718</c:v>
                </c:pt>
                <c:pt idx="13168">
                  <c:v>6.0672455633802818</c:v>
                </c:pt>
                <c:pt idx="13169">
                  <c:v>6.0706063380281687</c:v>
                </c:pt>
                <c:pt idx="13170">
                  <c:v>6.0790345070422536</c:v>
                </c:pt>
                <c:pt idx="13171">
                  <c:v>6.0850880281690145</c:v>
                </c:pt>
                <c:pt idx="13172">
                  <c:v>6.0818366197183096</c:v>
                </c:pt>
                <c:pt idx="13173">
                  <c:v>6.0789950704225353</c:v>
                </c:pt>
                <c:pt idx="13174">
                  <c:v>6.0766021126760563</c:v>
                </c:pt>
                <c:pt idx="13175">
                  <c:v>6.0761950704225356</c:v>
                </c:pt>
                <c:pt idx="13176">
                  <c:v>6.0763654929577466</c:v>
                </c:pt>
                <c:pt idx="13177">
                  <c:v>6.0777394366197184</c:v>
                </c:pt>
                <c:pt idx="13178">
                  <c:v>6.0828880281690143</c:v>
                </c:pt>
                <c:pt idx="13179">
                  <c:v>6.0805732394366201</c:v>
                </c:pt>
                <c:pt idx="13180">
                  <c:v>6.0766345070422538</c:v>
                </c:pt>
                <c:pt idx="13181">
                  <c:v>6.0774295774647884</c:v>
                </c:pt>
                <c:pt idx="13182">
                  <c:v>6.0807176056338026</c:v>
                </c:pt>
                <c:pt idx="13183">
                  <c:v>6.0796739436619722</c:v>
                </c:pt>
                <c:pt idx="13184">
                  <c:v>6.0760957746478876</c:v>
                </c:pt>
                <c:pt idx="13185">
                  <c:v>6.0768880281690141</c:v>
                </c:pt>
                <c:pt idx="13186">
                  <c:v>6.0762239436619723</c:v>
                </c:pt>
                <c:pt idx="13187">
                  <c:v>6.0774697183098594</c:v>
                </c:pt>
                <c:pt idx="13188">
                  <c:v>6.0763338028169018</c:v>
                </c:pt>
                <c:pt idx="13189">
                  <c:v>6.0712105633802818</c:v>
                </c:pt>
                <c:pt idx="13190">
                  <c:v>6.0655900704225356</c:v>
                </c:pt>
                <c:pt idx="13191">
                  <c:v>6.0590054929577466</c:v>
                </c:pt>
                <c:pt idx="13192">
                  <c:v>6.0664034507042253</c:v>
                </c:pt>
                <c:pt idx="13193">
                  <c:v>6.0687776056338025</c:v>
                </c:pt>
                <c:pt idx="13194">
                  <c:v>6.0696404929577463</c:v>
                </c:pt>
                <c:pt idx="13195">
                  <c:v>6.0692514788732392</c:v>
                </c:pt>
                <c:pt idx="13196">
                  <c:v>6.0686399295774649</c:v>
                </c:pt>
                <c:pt idx="13197">
                  <c:v>6.0680687323943658</c:v>
                </c:pt>
                <c:pt idx="13198">
                  <c:v>6.0708908450704229</c:v>
                </c:pt>
                <c:pt idx="13199">
                  <c:v>6.0776133802816901</c:v>
                </c:pt>
                <c:pt idx="13200">
                  <c:v>6.0783964788732394</c:v>
                </c:pt>
                <c:pt idx="13201">
                  <c:v>6.0729823943661971</c:v>
                </c:pt>
                <c:pt idx="13202">
                  <c:v>6.071687323943662</c:v>
                </c:pt>
                <c:pt idx="13203">
                  <c:v>6.065889154929577</c:v>
                </c:pt>
                <c:pt idx="13204">
                  <c:v>6.0601821830985916</c:v>
                </c:pt>
                <c:pt idx="13205">
                  <c:v>6.0545928169014083</c:v>
                </c:pt>
                <c:pt idx="13206">
                  <c:v>6.0514846478873237</c:v>
                </c:pt>
                <c:pt idx="13207">
                  <c:v>6.0507361267605635</c:v>
                </c:pt>
                <c:pt idx="13208">
                  <c:v>6.0485434507042255</c:v>
                </c:pt>
                <c:pt idx="13209">
                  <c:v>6.0457519014084511</c:v>
                </c:pt>
                <c:pt idx="13210">
                  <c:v>6.0427085211267606</c:v>
                </c:pt>
                <c:pt idx="13211">
                  <c:v>6.0451841549295775</c:v>
                </c:pt>
                <c:pt idx="13212">
                  <c:v>6.0487956338028166</c:v>
                </c:pt>
                <c:pt idx="13213">
                  <c:v>6.0568033802816901</c:v>
                </c:pt>
                <c:pt idx="13214">
                  <c:v>6.0589132394366194</c:v>
                </c:pt>
                <c:pt idx="13215">
                  <c:v>6.0600147887323947</c:v>
                </c:pt>
                <c:pt idx="13216">
                  <c:v>6.061329647887324</c:v>
                </c:pt>
                <c:pt idx="13217">
                  <c:v>6.0663908450704227</c:v>
                </c:pt>
                <c:pt idx="13218">
                  <c:v>6.0715992957746483</c:v>
                </c:pt>
                <c:pt idx="13219">
                  <c:v>6.0670951408450708</c:v>
                </c:pt>
                <c:pt idx="13220">
                  <c:v>6.064066056338028</c:v>
                </c:pt>
                <c:pt idx="13221">
                  <c:v>6.0666827464788735</c:v>
                </c:pt>
                <c:pt idx="13222">
                  <c:v>6.0662556338028173</c:v>
                </c:pt>
                <c:pt idx="13223">
                  <c:v>6.0631610563380285</c:v>
                </c:pt>
                <c:pt idx="13224">
                  <c:v>6.0627164788732397</c:v>
                </c:pt>
                <c:pt idx="13225">
                  <c:v>6.0677734507042249</c:v>
                </c:pt>
                <c:pt idx="13226">
                  <c:v>6.0734309859154934</c:v>
                </c:pt>
                <c:pt idx="13227">
                  <c:v>6.0733654929577465</c:v>
                </c:pt>
                <c:pt idx="13228">
                  <c:v>6.0669241549295778</c:v>
                </c:pt>
                <c:pt idx="13229">
                  <c:v>6.0625911971830986</c:v>
                </c:pt>
                <c:pt idx="13230">
                  <c:v>6.0608358450704225</c:v>
                </c:pt>
                <c:pt idx="13231">
                  <c:v>6.0554770422535213</c:v>
                </c:pt>
                <c:pt idx="13232">
                  <c:v>6.051901901408451</c:v>
                </c:pt>
                <c:pt idx="13233">
                  <c:v>6.0530799999999996</c:v>
                </c:pt>
                <c:pt idx="13234">
                  <c:v>6.0561786619718312</c:v>
                </c:pt>
                <c:pt idx="13235">
                  <c:v>6.0564822535211267</c:v>
                </c:pt>
                <c:pt idx="13236">
                  <c:v>6.0580336619718311</c:v>
                </c:pt>
                <c:pt idx="13237">
                  <c:v>6.0540547183098594</c:v>
                </c:pt>
                <c:pt idx="13238">
                  <c:v>6.0450527464788735</c:v>
                </c:pt>
                <c:pt idx="13239">
                  <c:v>6.0418403521126764</c:v>
                </c:pt>
                <c:pt idx="13240">
                  <c:v>6.0405969718309862</c:v>
                </c:pt>
                <c:pt idx="13241">
                  <c:v>6.0408992253521125</c:v>
                </c:pt>
                <c:pt idx="13242">
                  <c:v>6.0452359154929578</c:v>
                </c:pt>
                <c:pt idx="13243">
                  <c:v>6.0459144366197179</c:v>
                </c:pt>
                <c:pt idx="13244">
                  <c:v>6.0452784507042256</c:v>
                </c:pt>
                <c:pt idx="13245">
                  <c:v>6.050396126760563</c:v>
                </c:pt>
                <c:pt idx="13246">
                  <c:v>6.0526101408450703</c:v>
                </c:pt>
                <c:pt idx="13247">
                  <c:v>6.0578984507042257</c:v>
                </c:pt>
                <c:pt idx="13248">
                  <c:v>6.0626697183098592</c:v>
                </c:pt>
                <c:pt idx="13249">
                  <c:v>6.0636135211267606</c:v>
                </c:pt>
                <c:pt idx="13250">
                  <c:v>6.0584164084507046</c:v>
                </c:pt>
                <c:pt idx="13251">
                  <c:v>6.0534538732394365</c:v>
                </c:pt>
                <c:pt idx="13252">
                  <c:v>6.0478301408450701</c:v>
                </c:pt>
                <c:pt idx="13253">
                  <c:v>6.0445662676056342</c:v>
                </c:pt>
                <c:pt idx="13254">
                  <c:v>6.0448635915492961</c:v>
                </c:pt>
                <c:pt idx="13255">
                  <c:v>6.0454195774647888</c:v>
                </c:pt>
                <c:pt idx="13256">
                  <c:v>6.0537400000000003</c:v>
                </c:pt>
                <c:pt idx="13257">
                  <c:v>6.0586617605633801</c:v>
                </c:pt>
                <c:pt idx="13258">
                  <c:v>6.0645049999999996</c:v>
                </c:pt>
                <c:pt idx="13259">
                  <c:v>6.0665457042253523</c:v>
                </c:pt>
                <c:pt idx="13260">
                  <c:v>6.063026197183099</c:v>
                </c:pt>
                <c:pt idx="13261">
                  <c:v>6.0599307042253523</c:v>
                </c:pt>
                <c:pt idx="13262">
                  <c:v>6.0580109859154927</c:v>
                </c:pt>
                <c:pt idx="13263">
                  <c:v>6.0564249999999999</c:v>
                </c:pt>
                <c:pt idx="13264">
                  <c:v>6.0530838028169018</c:v>
                </c:pt>
                <c:pt idx="13265">
                  <c:v>6.0549909859154933</c:v>
                </c:pt>
                <c:pt idx="13266">
                  <c:v>6.058413098591549</c:v>
                </c:pt>
                <c:pt idx="13267">
                  <c:v>6.0623814788732391</c:v>
                </c:pt>
                <c:pt idx="13268">
                  <c:v>6.0675357042253522</c:v>
                </c:pt>
                <c:pt idx="13269">
                  <c:v>6.0676104929577468</c:v>
                </c:pt>
                <c:pt idx="13270">
                  <c:v>6.066625704225352</c:v>
                </c:pt>
                <c:pt idx="13271">
                  <c:v>6.0654838028169014</c:v>
                </c:pt>
                <c:pt idx="13272">
                  <c:v>6.0599682394366194</c:v>
                </c:pt>
                <c:pt idx="13273">
                  <c:v>6.0575659154929573</c:v>
                </c:pt>
                <c:pt idx="13274">
                  <c:v>6.05364323943662</c:v>
                </c:pt>
                <c:pt idx="13275">
                  <c:v>6.0510340845070418</c:v>
                </c:pt>
                <c:pt idx="13276">
                  <c:v>6.051204718309859</c:v>
                </c:pt>
                <c:pt idx="13277">
                  <c:v>6.0503933802816903</c:v>
                </c:pt>
                <c:pt idx="13278">
                  <c:v>6.0496352816901409</c:v>
                </c:pt>
                <c:pt idx="13279">
                  <c:v>6.0523859859154934</c:v>
                </c:pt>
                <c:pt idx="13280">
                  <c:v>6.0531011267605637</c:v>
                </c:pt>
                <c:pt idx="13281">
                  <c:v>6.0507359859154928</c:v>
                </c:pt>
                <c:pt idx="13282">
                  <c:v>6.045317535211268</c:v>
                </c:pt>
                <c:pt idx="13283">
                  <c:v>6.0418935915492957</c:v>
                </c:pt>
                <c:pt idx="13284">
                  <c:v>6.0470066197183101</c:v>
                </c:pt>
                <c:pt idx="13285">
                  <c:v>6.0449352112676058</c:v>
                </c:pt>
                <c:pt idx="13286">
                  <c:v>6.0536754225352114</c:v>
                </c:pt>
                <c:pt idx="13287">
                  <c:v>6.0650701408450702</c:v>
                </c:pt>
                <c:pt idx="13288">
                  <c:v>6.0647830985915494</c:v>
                </c:pt>
                <c:pt idx="13289">
                  <c:v>6.0624238028169017</c:v>
                </c:pt>
                <c:pt idx="13290">
                  <c:v>6.0562423239436622</c:v>
                </c:pt>
                <c:pt idx="13291">
                  <c:v>6.0568873239436618</c:v>
                </c:pt>
                <c:pt idx="13292">
                  <c:v>6.0587905633802821</c:v>
                </c:pt>
                <c:pt idx="13293">
                  <c:v>6.0582812676056337</c:v>
                </c:pt>
                <c:pt idx="13294">
                  <c:v>6.0627561971830985</c:v>
                </c:pt>
                <c:pt idx="13295">
                  <c:v>6.0699417605633803</c:v>
                </c:pt>
                <c:pt idx="13296">
                  <c:v>6.0685709859154926</c:v>
                </c:pt>
                <c:pt idx="13297">
                  <c:v>6.0652441549295775</c:v>
                </c:pt>
                <c:pt idx="13298">
                  <c:v>6.0642521126760567</c:v>
                </c:pt>
                <c:pt idx="13299">
                  <c:v>6.0589897183098591</c:v>
                </c:pt>
                <c:pt idx="13300">
                  <c:v>6.0615878169014081</c:v>
                </c:pt>
                <c:pt idx="13301">
                  <c:v>6.0711161971830983</c:v>
                </c:pt>
                <c:pt idx="13302">
                  <c:v>6.066092253521127</c:v>
                </c:pt>
                <c:pt idx="13303">
                  <c:v>6.0600394366197179</c:v>
                </c:pt>
                <c:pt idx="13304">
                  <c:v>6.0571214788732393</c:v>
                </c:pt>
                <c:pt idx="13305">
                  <c:v>6.0569122535211264</c:v>
                </c:pt>
                <c:pt idx="13306">
                  <c:v>6.0600006338028169</c:v>
                </c:pt>
                <c:pt idx="13307">
                  <c:v>6.0669013380281687</c:v>
                </c:pt>
                <c:pt idx="13308">
                  <c:v>6.06476323943662</c:v>
                </c:pt>
                <c:pt idx="13309">
                  <c:v>6.0669472535211266</c:v>
                </c:pt>
                <c:pt idx="13310">
                  <c:v>6.0690497887323946</c:v>
                </c:pt>
                <c:pt idx="13311">
                  <c:v>6.0640583802816899</c:v>
                </c:pt>
                <c:pt idx="13312">
                  <c:v>6.0600426760563382</c:v>
                </c:pt>
                <c:pt idx="13313">
                  <c:v>6.0589116901408451</c:v>
                </c:pt>
                <c:pt idx="13314">
                  <c:v>6.0631151408450705</c:v>
                </c:pt>
                <c:pt idx="13315">
                  <c:v>6.0702273239436622</c:v>
                </c:pt>
                <c:pt idx="13316">
                  <c:v>6.0716352112676057</c:v>
                </c:pt>
                <c:pt idx="13317">
                  <c:v>6.0680388028169014</c:v>
                </c:pt>
                <c:pt idx="13318">
                  <c:v>6.0663148591549296</c:v>
                </c:pt>
                <c:pt idx="13319">
                  <c:v>6.0641702816901413</c:v>
                </c:pt>
                <c:pt idx="13320">
                  <c:v>6.0652445774647887</c:v>
                </c:pt>
                <c:pt idx="13321">
                  <c:v>6.0709352112676056</c:v>
                </c:pt>
                <c:pt idx="13322">
                  <c:v>6.0758422535211265</c:v>
                </c:pt>
                <c:pt idx="13323">
                  <c:v>6.0743014084507045</c:v>
                </c:pt>
                <c:pt idx="13324">
                  <c:v>6.0719063380281693</c:v>
                </c:pt>
                <c:pt idx="13325">
                  <c:v>6.0678035915492954</c:v>
                </c:pt>
                <c:pt idx="13326">
                  <c:v>6.0683159859154934</c:v>
                </c:pt>
                <c:pt idx="13327">
                  <c:v>6.0736204225352113</c:v>
                </c:pt>
                <c:pt idx="13328">
                  <c:v>6.0735133802816899</c:v>
                </c:pt>
                <c:pt idx="13329">
                  <c:v>6.0681809859154932</c:v>
                </c:pt>
                <c:pt idx="13330">
                  <c:v>6.0657560563380279</c:v>
                </c:pt>
                <c:pt idx="13331">
                  <c:v>6.0678200000000002</c:v>
                </c:pt>
                <c:pt idx="13332">
                  <c:v>6.0676400704225353</c:v>
                </c:pt>
                <c:pt idx="13333">
                  <c:v>6.0605590140845074</c:v>
                </c:pt>
                <c:pt idx="13334">
                  <c:v>6.0560424647887325</c:v>
                </c:pt>
                <c:pt idx="13335">
                  <c:v>6.0564819014084508</c:v>
                </c:pt>
                <c:pt idx="13336">
                  <c:v>6.0575404929577461</c:v>
                </c:pt>
                <c:pt idx="13337">
                  <c:v>6.0600165492957743</c:v>
                </c:pt>
                <c:pt idx="13338">
                  <c:v>6.0523716901408449</c:v>
                </c:pt>
                <c:pt idx="13339">
                  <c:v>6.045776901408451</c:v>
                </c:pt>
                <c:pt idx="13340">
                  <c:v>6.0462452816901404</c:v>
                </c:pt>
                <c:pt idx="13341">
                  <c:v>6.049995563380282</c:v>
                </c:pt>
                <c:pt idx="13342">
                  <c:v>6.0561809154929573</c:v>
                </c:pt>
                <c:pt idx="13343">
                  <c:v>6.0620812676056337</c:v>
                </c:pt>
                <c:pt idx="13344">
                  <c:v>6.0666935211267603</c:v>
                </c:pt>
                <c:pt idx="13345">
                  <c:v>6.0642323239436617</c:v>
                </c:pt>
                <c:pt idx="13346">
                  <c:v>6.0675100704225349</c:v>
                </c:pt>
                <c:pt idx="13347">
                  <c:v>6.0794007042253524</c:v>
                </c:pt>
                <c:pt idx="13348">
                  <c:v>6.0815880281690138</c:v>
                </c:pt>
                <c:pt idx="13349">
                  <c:v>6.0695097183098587</c:v>
                </c:pt>
                <c:pt idx="13350">
                  <c:v>6.0630311971830988</c:v>
                </c:pt>
                <c:pt idx="13351">
                  <c:v>6.061957746478873</c:v>
                </c:pt>
                <c:pt idx="13352">
                  <c:v>6.060210070422535</c:v>
                </c:pt>
                <c:pt idx="13353">
                  <c:v>6.0533611267605636</c:v>
                </c:pt>
                <c:pt idx="13354">
                  <c:v>6.0530478169014081</c:v>
                </c:pt>
                <c:pt idx="13355">
                  <c:v>6.0568994366197186</c:v>
                </c:pt>
                <c:pt idx="13356">
                  <c:v>6.0574614084507044</c:v>
                </c:pt>
                <c:pt idx="13357">
                  <c:v>6.057282535211268</c:v>
                </c:pt>
                <c:pt idx="13358">
                  <c:v>6.0592804225352115</c:v>
                </c:pt>
                <c:pt idx="13359">
                  <c:v>6.0581507746478875</c:v>
                </c:pt>
                <c:pt idx="13360">
                  <c:v>6.0561455633802819</c:v>
                </c:pt>
                <c:pt idx="13361">
                  <c:v>6.052499225352113</c:v>
                </c:pt>
                <c:pt idx="13362">
                  <c:v>6.052237323943662</c:v>
                </c:pt>
                <c:pt idx="13363">
                  <c:v>6.0457600704225349</c:v>
                </c:pt>
                <c:pt idx="13364">
                  <c:v>6.0400423239436618</c:v>
                </c:pt>
                <c:pt idx="13365">
                  <c:v>6.0474998591549296</c:v>
                </c:pt>
                <c:pt idx="13366">
                  <c:v>6.0551427464788734</c:v>
                </c:pt>
                <c:pt idx="13367">
                  <c:v>6.0609955633802821</c:v>
                </c:pt>
                <c:pt idx="13368">
                  <c:v>6.0653080985915491</c:v>
                </c:pt>
                <c:pt idx="13369">
                  <c:v>6.0679794366197184</c:v>
                </c:pt>
                <c:pt idx="13370">
                  <c:v>6.071566197183099</c:v>
                </c:pt>
                <c:pt idx="13371">
                  <c:v>6.0700833098591547</c:v>
                </c:pt>
                <c:pt idx="13372">
                  <c:v>6.0639148591549299</c:v>
                </c:pt>
                <c:pt idx="13373">
                  <c:v>6.063072676056338</c:v>
                </c:pt>
                <c:pt idx="13374">
                  <c:v>6.0676900704225352</c:v>
                </c:pt>
                <c:pt idx="13375">
                  <c:v>6.0653283802816897</c:v>
                </c:pt>
                <c:pt idx="13376">
                  <c:v>6.0555926760563379</c:v>
                </c:pt>
                <c:pt idx="13377">
                  <c:v>6.0559820422535209</c:v>
                </c:pt>
                <c:pt idx="13378">
                  <c:v>6.0574169718309863</c:v>
                </c:pt>
                <c:pt idx="13379">
                  <c:v>6.0524360563380277</c:v>
                </c:pt>
                <c:pt idx="13380">
                  <c:v>6.049566056338028</c:v>
                </c:pt>
                <c:pt idx="13381">
                  <c:v>6.0515828873239439</c:v>
                </c:pt>
                <c:pt idx="13382">
                  <c:v>6.0538212676056338</c:v>
                </c:pt>
                <c:pt idx="13383">
                  <c:v>6.0615397183098594</c:v>
                </c:pt>
                <c:pt idx="13384">
                  <c:v>6.0651086619718306</c:v>
                </c:pt>
                <c:pt idx="13385">
                  <c:v>6.0624983802816903</c:v>
                </c:pt>
                <c:pt idx="13386">
                  <c:v>6.0592954929577463</c:v>
                </c:pt>
                <c:pt idx="13387">
                  <c:v>6.059940915492958</c:v>
                </c:pt>
                <c:pt idx="13388">
                  <c:v>6.0645992253521124</c:v>
                </c:pt>
                <c:pt idx="13389">
                  <c:v>6.0673358450704225</c:v>
                </c:pt>
                <c:pt idx="13390">
                  <c:v>6.0719619718309863</c:v>
                </c:pt>
                <c:pt idx="13391">
                  <c:v>6.0786760563380282</c:v>
                </c:pt>
                <c:pt idx="13392">
                  <c:v>6.0791802816901406</c:v>
                </c:pt>
                <c:pt idx="13393">
                  <c:v>6.0805429577464789</c:v>
                </c:pt>
                <c:pt idx="13394">
                  <c:v>6.0867556338028166</c:v>
                </c:pt>
                <c:pt idx="13395">
                  <c:v>6.0859866197183097</c:v>
                </c:pt>
                <c:pt idx="13396">
                  <c:v>6.0796084507042254</c:v>
                </c:pt>
                <c:pt idx="13397">
                  <c:v>6.0707049295774649</c:v>
                </c:pt>
                <c:pt idx="13398">
                  <c:v>6.0669916197183102</c:v>
                </c:pt>
                <c:pt idx="13399">
                  <c:v>6.0701953521126759</c:v>
                </c:pt>
                <c:pt idx="13400">
                  <c:v>6.0705809859154929</c:v>
                </c:pt>
                <c:pt idx="13401">
                  <c:v>6.0667656338028166</c:v>
                </c:pt>
                <c:pt idx="13402">
                  <c:v>6.0650563380281692</c:v>
                </c:pt>
                <c:pt idx="13403">
                  <c:v>6.0634011267605636</c:v>
                </c:pt>
                <c:pt idx="13404">
                  <c:v>6.0601129577464787</c:v>
                </c:pt>
                <c:pt idx="13405">
                  <c:v>6.0613829577464786</c:v>
                </c:pt>
                <c:pt idx="13406">
                  <c:v>6.0654602112676059</c:v>
                </c:pt>
                <c:pt idx="13407">
                  <c:v>6.0574172535211268</c:v>
                </c:pt>
                <c:pt idx="13408">
                  <c:v>6.0515466197183096</c:v>
                </c:pt>
                <c:pt idx="13409">
                  <c:v>6.045555704225352</c:v>
                </c:pt>
                <c:pt idx="13410">
                  <c:v>6.0391702112676056</c:v>
                </c:pt>
                <c:pt idx="13411">
                  <c:v>6.0434511971830984</c:v>
                </c:pt>
                <c:pt idx="13412">
                  <c:v>6.0524695774647883</c:v>
                </c:pt>
                <c:pt idx="13413">
                  <c:v>6.0557763380281688</c:v>
                </c:pt>
                <c:pt idx="13414">
                  <c:v>6.0547914788732395</c:v>
                </c:pt>
                <c:pt idx="13415">
                  <c:v>6.0561004225352111</c:v>
                </c:pt>
                <c:pt idx="13416">
                  <c:v>6.0587055633802818</c:v>
                </c:pt>
                <c:pt idx="13417">
                  <c:v>6.0556697183098596</c:v>
                </c:pt>
                <c:pt idx="13418">
                  <c:v>6.0508564788732393</c:v>
                </c:pt>
                <c:pt idx="13419">
                  <c:v>6.053632605633803</c:v>
                </c:pt>
                <c:pt idx="13420">
                  <c:v>6.0586756338028165</c:v>
                </c:pt>
                <c:pt idx="13421">
                  <c:v>6.0569175352112676</c:v>
                </c:pt>
                <c:pt idx="13422">
                  <c:v>6.0580512676056335</c:v>
                </c:pt>
                <c:pt idx="13423">
                  <c:v>6.0613404225352117</c:v>
                </c:pt>
                <c:pt idx="13424">
                  <c:v>6.0611446478873239</c:v>
                </c:pt>
                <c:pt idx="13425">
                  <c:v>6.0566729577464793</c:v>
                </c:pt>
                <c:pt idx="13426">
                  <c:v>6.0560421126760566</c:v>
                </c:pt>
                <c:pt idx="13427">
                  <c:v>6.053196197183099</c:v>
                </c:pt>
                <c:pt idx="13428">
                  <c:v>6.0556608450704221</c:v>
                </c:pt>
                <c:pt idx="13429">
                  <c:v>6.0585842957746481</c:v>
                </c:pt>
                <c:pt idx="13430">
                  <c:v>6.0536549295774646</c:v>
                </c:pt>
                <c:pt idx="13431">
                  <c:v>6.0541615492957748</c:v>
                </c:pt>
                <c:pt idx="13432">
                  <c:v>6.0560226760563376</c:v>
                </c:pt>
                <c:pt idx="13433">
                  <c:v>6.0538406338028166</c:v>
                </c:pt>
                <c:pt idx="13434">
                  <c:v>6.0530846478873244</c:v>
                </c:pt>
                <c:pt idx="13435">
                  <c:v>6.0538133802816905</c:v>
                </c:pt>
                <c:pt idx="13436">
                  <c:v>6.0500238732394367</c:v>
                </c:pt>
                <c:pt idx="13437">
                  <c:v>6.0465803521126764</c:v>
                </c:pt>
                <c:pt idx="13438">
                  <c:v>6.0483358450704223</c:v>
                </c:pt>
                <c:pt idx="13439">
                  <c:v>6.0528735211267604</c:v>
                </c:pt>
                <c:pt idx="13440">
                  <c:v>6.0507504929577465</c:v>
                </c:pt>
                <c:pt idx="13441">
                  <c:v>6.0511424647887324</c:v>
                </c:pt>
                <c:pt idx="13442">
                  <c:v>6.0547253521126763</c:v>
                </c:pt>
                <c:pt idx="13443">
                  <c:v>6.0547605633802819</c:v>
                </c:pt>
                <c:pt idx="13444">
                  <c:v>6.0562799295774647</c:v>
                </c:pt>
                <c:pt idx="13445">
                  <c:v>6.05888161971831</c:v>
                </c:pt>
                <c:pt idx="13446">
                  <c:v>6.0652516901408449</c:v>
                </c:pt>
                <c:pt idx="13447">
                  <c:v>6.0743133802816898</c:v>
                </c:pt>
                <c:pt idx="13448">
                  <c:v>6.0799190140845072</c:v>
                </c:pt>
                <c:pt idx="13449">
                  <c:v>6.0762394366197183</c:v>
                </c:pt>
                <c:pt idx="13450">
                  <c:v>6.0666211971830988</c:v>
                </c:pt>
                <c:pt idx="13451">
                  <c:v>6.0586657746478876</c:v>
                </c:pt>
                <c:pt idx="13452">
                  <c:v>6.0560000704225354</c:v>
                </c:pt>
                <c:pt idx="13453">
                  <c:v>6.0595730281690141</c:v>
                </c:pt>
                <c:pt idx="13454">
                  <c:v>6.0661925352112673</c:v>
                </c:pt>
                <c:pt idx="13455">
                  <c:v>6.0696173943661975</c:v>
                </c:pt>
                <c:pt idx="13456">
                  <c:v>6.0752387323943662</c:v>
                </c:pt>
                <c:pt idx="13457">
                  <c:v>6.0781429577464792</c:v>
                </c:pt>
                <c:pt idx="13458">
                  <c:v>6.0712338028169013</c:v>
                </c:pt>
                <c:pt idx="13459">
                  <c:v>6.0607800000000003</c:v>
                </c:pt>
                <c:pt idx="13460">
                  <c:v>6.0563264788732392</c:v>
                </c:pt>
                <c:pt idx="13461">
                  <c:v>6.0540200000000004</c:v>
                </c:pt>
                <c:pt idx="13462">
                  <c:v>6.053523591549296</c:v>
                </c:pt>
                <c:pt idx="13463">
                  <c:v>6.0583548591549299</c:v>
                </c:pt>
                <c:pt idx="13464">
                  <c:v>6.0615964084507041</c:v>
                </c:pt>
                <c:pt idx="13465">
                  <c:v>6.0598822535211267</c:v>
                </c:pt>
                <c:pt idx="13466">
                  <c:v>6.061780985915493</c:v>
                </c:pt>
                <c:pt idx="13467">
                  <c:v>6.0690905633802821</c:v>
                </c:pt>
                <c:pt idx="13468">
                  <c:v>6.0688140140845075</c:v>
                </c:pt>
                <c:pt idx="13469">
                  <c:v>6.0578419718309862</c:v>
                </c:pt>
                <c:pt idx="13470">
                  <c:v>6.0559875352112673</c:v>
                </c:pt>
                <c:pt idx="13471">
                  <c:v>6.0644454929577467</c:v>
                </c:pt>
                <c:pt idx="13472">
                  <c:v>6.0677668309859154</c:v>
                </c:pt>
                <c:pt idx="13473">
                  <c:v>6.0692474647887327</c:v>
                </c:pt>
                <c:pt idx="13474">
                  <c:v>6.0732415492957745</c:v>
                </c:pt>
                <c:pt idx="13475">
                  <c:v>6.067868309859155</c:v>
                </c:pt>
                <c:pt idx="13476">
                  <c:v>6.0591132394366198</c:v>
                </c:pt>
                <c:pt idx="13477">
                  <c:v>6.0568977464788736</c:v>
                </c:pt>
                <c:pt idx="13478">
                  <c:v>6.0579405633802814</c:v>
                </c:pt>
                <c:pt idx="13479">
                  <c:v>6.0546270422535216</c:v>
                </c:pt>
                <c:pt idx="13480">
                  <c:v>6.050873028169014</c:v>
                </c:pt>
                <c:pt idx="13481">
                  <c:v>6.0565278873239441</c:v>
                </c:pt>
                <c:pt idx="13482">
                  <c:v>6.061369225352113</c:v>
                </c:pt>
                <c:pt idx="13483">
                  <c:v>6.0624799295774645</c:v>
                </c:pt>
                <c:pt idx="13484">
                  <c:v>6.0578011971830987</c:v>
                </c:pt>
                <c:pt idx="13485">
                  <c:v>6.0566531690140843</c:v>
                </c:pt>
                <c:pt idx="13486">
                  <c:v>6.0638735211267605</c:v>
                </c:pt>
                <c:pt idx="13487">
                  <c:v>6.0637037323943659</c:v>
                </c:pt>
                <c:pt idx="13488">
                  <c:v>6.0562569718309858</c:v>
                </c:pt>
                <c:pt idx="13489">
                  <c:v>6.054275070422535</c:v>
                </c:pt>
                <c:pt idx="13490">
                  <c:v>6.0567252816901407</c:v>
                </c:pt>
                <c:pt idx="13491">
                  <c:v>6.0613352112676058</c:v>
                </c:pt>
                <c:pt idx="13492">
                  <c:v>6.0630688028169013</c:v>
                </c:pt>
                <c:pt idx="13493">
                  <c:v>6.0634891549295773</c:v>
                </c:pt>
                <c:pt idx="13494">
                  <c:v>6.0670352816901412</c:v>
                </c:pt>
                <c:pt idx="13495">
                  <c:v>6.0692246478873235</c:v>
                </c:pt>
                <c:pt idx="13496">
                  <c:v>6.0621741549295773</c:v>
                </c:pt>
                <c:pt idx="13497">
                  <c:v>6.0573190845070419</c:v>
                </c:pt>
                <c:pt idx="13498">
                  <c:v>6.0575581690140847</c:v>
                </c:pt>
                <c:pt idx="13499">
                  <c:v>6.058972535211268</c:v>
                </c:pt>
                <c:pt idx="13500">
                  <c:v>6.0598117605633801</c:v>
                </c:pt>
                <c:pt idx="13501">
                  <c:v>6.0605011971830987</c:v>
                </c:pt>
                <c:pt idx="13502">
                  <c:v>6.0626914788732398</c:v>
                </c:pt>
                <c:pt idx="13503">
                  <c:v>6.0654458450704229</c:v>
                </c:pt>
                <c:pt idx="13504">
                  <c:v>6.0672191549295773</c:v>
                </c:pt>
                <c:pt idx="13505">
                  <c:v>6.0635206338028169</c:v>
                </c:pt>
                <c:pt idx="13506">
                  <c:v>6.0628269014084504</c:v>
                </c:pt>
                <c:pt idx="13507">
                  <c:v>6.0665836619718307</c:v>
                </c:pt>
                <c:pt idx="13508">
                  <c:v>6.0711154929577464</c:v>
                </c:pt>
                <c:pt idx="13509">
                  <c:v>6.0796852112676056</c:v>
                </c:pt>
                <c:pt idx="13510">
                  <c:v>6.0804359154929575</c:v>
                </c:pt>
                <c:pt idx="13511">
                  <c:v>6.0710943661971832</c:v>
                </c:pt>
                <c:pt idx="13512">
                  <c:v>6.0680423943661967</c:v>
                </c:pt>
                <c:pt idx="13513">
                  <c:v>6.0686605633802815</c:v>
                </c:pt>
                <c:pt idx="13514">
                  <c:v>6.0683254929577464</c:v>
                </c:pt>
                <c:pt idx="13515">
                  <c:v>6.0706929577464788</c:v>
                </c:pt>
                <c:pt idx="13516">
                  <c:v>6.0713964788732397</c:v>
                </c:pt>
                <c:pt idx="13517">
                  <c:v>6.0744338028169018</c:v>
                </c:pt>
                <c:pt idx="13518">
                  <c:v>6.0762140845070425</c:v>
                </c:pt>
                <c:pt idx="13519">
                  <c:v>6.0709830985915492</c:v>
                </c:pt>
                <c:pt idx="13520">
                  <c:v>6.0630557746478875</c:v>
                </c:pt>
                <c:pt idx="13521">
                  <c:v>6.0583532394366193</c:v>
                </c:pt>
                <c:pt idx="13522">
                  <c:v>6.0589169718309863</c:v>
                </c:pt>
                <c:pt idx="13523">
                  <c:v>6.0585052816901408</c:v>
                </c:pt>
                <c:pt idx="13524">
                  <c:v>6.0580311267605635</c:v>
                </c:pt>
                <c:pt idx="13525">
                  <c:v>6.058322957746479</c:v>
                </c:pt>
                <c:pt idx="13526">
                  <c:v>6.0647557746478871</c:v>
                </c:pt>
                <c:pt idx="13527">
                  <c:v>6.0711915492957749</c:v>
                </c:pt>
                <c:pt idx="13528">
                  <c:v>6.072307042253521</c:v>
                </c:pt>
                <c:pt idx="13529">
                  <c:v>6.068375070422535</c:v>
                </c:pt>
                <c:pt idx="13530">
                  <c:v>6.0655204929577469</c:v>
                </c:pt>
                <c:pt idx="13531">
                  <c:v>6.0678453521126761</c:v>
                </c:pt>
                <c:pt idx="13532">
                  <c:v>6.0684789436619715</c:v>
                </c:pt>
                <c:pt idx="13533">
                  <c:v>6.0642929577464786</c:v>
                </c:pt>
                <c:pt idx="13534">
                  <c:v>6.0585764084507039</c:v>
                </c:pt>
                <c:pt idx="13535">
                  <c:v>6.0557257042253525</c:v>
                </c:pt>
                <c:pt idx="13536">
                  <c:v>6.0542021830985915</c:v>
                </c:pt>
                <c:pt idx="13537">
                  <c:v>6.0607718309859155</c:v>
                </c:pt>
                <c:pt idx="13538">
                  <c:v>6.0647457042253521</c:v>
                </c:pt>
                <c:pt idx="13539">
                  <c:v>6.0671509154929577</c:v>
                </c:pt>
                <c:pt idx="13540">
                  <c:v>6.0674978169014082</c:v>
                </c:pt>
                <c:pt idx="13541">
                  <c:v>6.0728598591549297</c:v>
                </c:pt>
                <c:pt idx="13542">
                  <c:v>6.0721880281690144</c:v>
                </c:pt>
                <c:pt idx="13543">
                  <c:v>6.0689457746478874</c:v>
                </c:pt>
                <c:pt idx="13544">
                  <c:v>6.0647062676056338</c:v>
                </c:pt>
                <c:pt idx="13545">
                  <c:v>6.0584156338028166</c:v>
                </c:pt>
                <c:pt idx="13546">
                  <c:v>6.0566819718309857</c:v>
                </c:pt>
                <c:pt idx="13547">
                  <c:v>6.06088485915493</c:v>
                </c:pt>
                <c:pt idx="13548">
                  <c:v>6.0662692957746476</c:v>
                </c:pt>
                <c:pt idx="13549">
                  <c:v>6.0629008450704225</c:v>
                </c:pt>
                <c:pt idx="13550">
                  <c:v>6.0585992957746475</c:v>
                </c:pt>
                <c:pt idx="13551">
                  <c:v>6.0614192253521129</c:v>
                </c:pt>
                <c:pt idx="13552">
                  <c:v>6.069968591549296</c:v>
                </c:pt>
                <c:pt idx="13553">
                  <c:v>6.0749528169014084</c:v>
                </c:pt>
                <c:pt idx="13554">
                  <c:v>6.0723640845070426</c:v>
                </c:pt>
                <c:pt idx="13555">
                  <c:v>6.067469225352113</c:v>
                </c:pt>
                <c:pt idx="13556">
                  <c:v>6.062520352112676</c:v>
                </c:pt>
                <c:pt idx="13557">
                  <c:v>6.0623324647887324</c:v>
                </c:pt>
                <c:pt idx="13558">
                  <c:v>6.0674962676056339</c:v>
                </c:pt>
                <c:pt idx="13559">
                  <c:v>6.066294014084507</c:v>
                </c:pt>
                <c:pt idx="13560">
                  <c:v>6.0607752112676057</c:v>
                </c:pt>
                <c:pt idx="13561">
                  <c:v>6.0589821830985917</c:v>
                </c:pt>
                <c:pt idx="13562">
                  <c:v>6.0572976760563382</c:v>
                </c:pt>
                <c:pt idx="13563">
                  <c:v>6.0587626056338024</c:v>
                </c:pt>
                <c:pt idx="13564">
                  <c:v>6.0539914788732396</c:v>
                </c:pt>
                <c:pt idx="13565">
                  <c:v>6.0489428873239435</c:v>
                </c:pt>
                <c:pt idx="13566">
                  <c:v>6.0504342957746475</c:v>
                </c:pt>
                <c:pt idx="13567">
                  <c:v>6.0515268309859156</c:v>
                </c:pt>
                <c:pt idx="13568">
                  <c:v>6.05418323943662</c:v>
                </c:pt>
                <c:pt idx="13569">
                  <c:v>6.0601976056338032</c:v>
                </c:pt>
                <c:pt idx="13570">
                  <c:v>6.0667430985915489</c:v>
                </c:pt>
                <c:pt idx="13571">
                  <c:v>6.0662445070422537</c:v>
                </c:pt>
                <c:pt idx="13572">
                  <c:v>6.0631969718309859</c:v>
                </c:pt>
                <c:pt idx="13573">
                  <c:v>6.0614885211267602</c:v>
                </c:pt>
                <c:pt idx="13574">
                  <c:v>6.0488272535211269</c:v>
                </c:pt>
                <c:pt idx="13575">
                  <c:v>6.0453790140845074</c:v>
                </c:pt>
                <c:pt idx="13576">
                  <c:v>6.0503660563380279</c:v>
                </c:pt>
                <c:pt idx="13577">
                  <c:v>6.0523948591549299</c:v>
                </c:pt>
                <c:pt idx="13578">
                  <c:v>6.0475615492957751</c:v>
                </c:pt>
                <c:pt idx="13579">
                  <c:v>6.0509438732394365</c:v>
                </c:pt>
                <c:pt idx="13580">
                  <c:v>6.0558796478873242</c:v>
                </c:pt>
                <c:pt idx="13581">
                  <c:v>6.0554249999999996</c:v>
                </c:pt>
                <c:pt idx="13582">
                  <c:v>6.0586713380281694</c:v>
                </c:pt>
                <c:pt idx="13583">
                  <c:v>6.0631740845070423</c:v>
                </c:pt>
                <c:pt idx="13584">
                  <c:v>6.0650738028169018</c:v>
                </c:pt>
                <c:pt idx="13585">
                  <c:v>6.0670685915492957</c:v>
                </c:pt>
                <c:pt idx="13586">
                  <c:v>6.0645582394366198</c:v>
                </c:pt>
                <c:pt idx="13587">
                  <c:v>6.0611320422535213</c:v>
                </c:pt>
                <c:pt idx="13588">
                  <c:v>6.0600388028169014</c:v>
                </c:pt>
                <c:pt idx="13589">
                  <c:v>6.0566375352112676</c:v>
                </c:pt>
                <c:pt idx="13590">
                  <c:v>6.0517899999999996</c:v>
                </c:pt>
                <c:pt idx="13591">
                  <c:v>6.054515492957746</c:v>
                </c:pt>
                <c:pt idx="13592">
                  <c:v>6.0584249295774644</c:v>
                </c:pt>
                <c:pt idx="13593">
                  <c:v>6.0564777464788735</c:v>
                </c:pt>
                <c:pt idx="13594">
                  <c:v>6.0546051408450703</c:v>
                </c:pt>
                <c:pt idx="13595">
                  <c:v>6.057793028169014</c:v>
                </c:pt>
                <c:pt idx="13596">
                  <c:v>6.0636214788732392</c:v>
                </c:pt>
                <c:pt idx="13597">
                  <c:v>6.0634622535211271</c:v>
                </c:pt>
                <c:pt idx="13598">
                  <c:v>6.0610099295774651</c:v>
                </c:pt>
                <c:pt idx="13599">
                  <c:v>6.0600928169014088</c:v>
                </c:pt>
                <c:pt idx="13600">
                  <c:v>6.0584237323943659</c:v>
                </c:pt>
                <c:pt idx="13601">
                  <c:v>6.0561640140845068</c:v>
                </c:pt>
                <c:pt idx="13602">
                  <c:v>6.0565452112676059</c:v>
                </c:pt>
                <c:pt idx="13603">
                  <c:v>6.0632770422535209</c:v>
                </c:pt>
                <c:pt idx="13604">
                  <c:v>6.0650411267605637</c:v>
                </c:pt>
                <c:pt idx="13605">
                  <c:v>6.0523927464788736</c:v>
                </c:pt>
                <c:pt idx="13606">
                  <c:v>6.0414569718309856</c:v>
                </c:pt>
                <c:pt idx="13607">
                  <c:v>6.0349178873239433</c:v>
                </c:pt>
                <c:pt idx="13608">
                  <c:v>6.0368902816901411</c:v>
                </c:pt>
                <c:pt idx="13609">
                  <c:v>6.0447073943661973</c:v>
                </c:pt>
                <c:pt idx="13610">
                  <c:v>6.0485780985915492</c:v>
                </c:pt>
                <c:pt idx="13611">
                  <c:v>6.0547342253521128</c:v>
                </c:pt>
                <c:pt idx="13612">
                  <c:v>6.0587085211267606</c:v>
                </c:pt>
                <c:pt idx="13613">
                  <c:v>6.0563134507042253</c:v>
                </c:pt>
                <c:pt idx="13614">
                  <c:v>6.0577518309859153</c:v>
                </c:pt>
                <c:pt idx="13615">
                  <c:v>6.0566738028169018</c:v>
                </c:pt>
                <c:pt idx="13616">
                  <c:v>6.0553384507042249</c:v>
                </c:pt>
                <c:pt idx="13617">
                  <c:v>6.0496591549295777</c:v>
                </c:pt>
                <c:pt idx="13618">
                  <c:v>6.0469014084507045</c:v>
                </c:pt>
                <c:pt idx="13619">
                  <c:v>6.053758028169014</c:v>
                </c:pt>
                <c:pt idx="13620">
                  <c:v>6.0580527464788734</c:v>
                </c:pt>
                <c:pt idx="13621">
                  <c:v>6.0592906338028172</c:v>
                </c:pt>
                <c:pt idx="13622">
                  <c:v>6.0583825352112672</c:v>
                </c:pt>
                <c:pt idx="13623">
                  <c:v>6.0651667605633799</c:v>
                </c:pt>
                <c:pt idx="13624">
                  <c:v>6.0777091549295772</c:v>
                </c:pt>
                <c:pt idx="13625">
                  <c:v>6.0795464788732394</c:v>
                </c:pt>
                <c:pt idx="13626">
                  <c:v>6.0736154929577468</c:v>
                </c:pt>
                <c:pt idx="13627">
                  <c:v>6.0618827464788732</c:v>
                </c:pt>
                <c:pt idx="13628">
                  <c:v>6.0520566901408452</c:v>
                </c:pt>
                <c:pt idx="13629">
                  <c:v>6.0512632394366195</c:v>
                </c:pt>
                <c:pt idx="13630">
                  <c:v>6.054584929577465</c:v>
                </c:pt>
                <c:pt idx="13631">
                  <c:v>6.0546904929577465</c:v>
                </c:pt>
                <c:pt idx="13632">
                  <c:v>6.048156408450704</c:v>
                </c:pt>
                <c:pt idx="13633">
                  <c:v>6.0417107746478873</c:v>
                </c:pt>
                <c:pt idx="13634">
                  <c:v>6.0486270422535213</c:v>
                </c:pt>
                <c:pt idx="13635">
                  <c:v>6.0502700000000003</c:v>
                </c:pt>
                <c:pt idx="13636">
                  <c:v>6.0470279577464785</c:v>
                </c:pt>
                <c:pt idx="13637">
                  <c:v>6.0531055633802815</c:v>
                </c:pt>
                <c:pt idx="13638">
                  <c:v>6.0625249295774646</c:v>
                </c:pt>
                <c:pt idx="13639">
                  <c:v>6.0622488028169013</c:v>
                </c:pt>
                <c:pt idx="13640">
                  <c:v>6.0633151408450701</c:v>
                </c:pt>
                <c:pt idx="13641">
                  <c:v>6.0645561971830988</c:v>
                </c:pt>
                <c:pt idx="13642">
                  <c:v>6.0579280985915496</c:v>
                </c:pt>
                <c:pt idx="13643">
                  <c:v>6.0497283098591552</c:v>
                </c:pt>
                <c:pt idx="13644">
                  <c:v>6.0528291549295776</c:v>
                </c:pt>
                <c:pt idx="13645">
                  <c:v>6.0633699295774646</c:v>
                </c:pt>
                <c:pt idx="13646">
                  <c:v>6.067392887323944</c:v>
                </c:pt>
                <c:pt idx="13647">
                  <c:v>6.0677497183098588</c:v>
                </c:pt>
                <c:pt idx="13648">
                  <c:v>6.0721084507042251</c:v>
                </c:pt>
                <c:pt idx="13649">
                  <c:v>6.071039436619718</c:v>
                </c:pt>
                <c:pt idx="13650">
                  <c:v>6.0680509859154927</c:v>
                </c:pt>
                <c:pt idx="13651">
                  <c:v>6.0669771126760565</c:v>
                </c:pt>
                <c:pt idx="13652">
                  <c:v>6.0633447887323948</c:v>
                </c:pt>
                <c:pt idx="13653">
                  <c:v>6.0622600704225356</c:v>
                </c:pt>
                <c:pt idx="13654">
                  <c:v>6.0635227464788732</c:v>
                </c:pt>
                <c:pt idx="13655">
                  <c:v>6.0661882394366193</c:v>
                </c:pt>
                <c:pt idx="13656">
                  <c:v>6.0653209859154931</c:v>
                </c:pt>
                <c:pt idx="13657">
                  <c:v>6.0650754929577468</c:v>
                </c:pt>
                <c:pt idx="13658">
                  <c:v>6.067623028169014</c:v>
                </c:pt>
                <c:pt idx="13659">
                  <c:v>6.0638873943661968</c:v>
                </c:pt>
                <c:pt idx="13660">
                  <c:v>6.0617197183098588</c:v>
                </c:pt>
                <c:pt idx="13661">
                  <c:v>6.0646976056338024</c:v>
                </c:pt>
                <c:pt idx="13662">
                  <c:v>6.0693459154929581</c:v>
                </c:pt>
                <c:pt idx="13663">
                  <c:v>6.0750176056338026</c:v>
                </c:pt>
                <c:pt idx="13664">
                  <c:v>6.0716570422535208</c:v>
                </c:pt>
                <c:pt idx="13665">
                  <c:v>6.0631283098591551</c:v>
                </c:pt>
                <c:pt idx="13666">
                  <c:v>6.0611719014084509</c:v>
                </c:pt>
                <c:pt idx="13667">
                  <c:v>6.0646440140845073</c:v>
                </c:pt>
                <c:pt idx="13668">
                  <c:v>6.068962112676056</c:v>
                </c:pt>
                <c:pt idx="13669">
                  <c:v>6.0692276056338024</c:v>
                </c:pt>
                <c:pt idx="13670">
                  <c:v>6.0635747887323941</c:v>
                </c:pt>
                <c:pt idx="13671">
                  <c:v>6.0555339436619722</c:v>
                </c:pt>
                <c:pt idx="13672">
                  <c:v>6.0594921126760566</c:v>
                </c:pt>
                <c:pt idx="13673">
                  <c:v>6.0704971830985919</c:v>
                </c:pt>
                <c:pt idx="13674">
                  <c:v>6.0761415492957749</c:v>
                </c:pt>
                <c:pt idx="13675">
                  <c:v>6.0733070422535214</c:v>
                </c:pt>
                <c:pt idx="13676">
                  <c:v>6.0681800704225353</c:v>
                </c:pt>
                <c:pt idx="13677">
                  <c:v>6.070493661971831</c:v>
                </c:pt>
                <c:pt idx="13678">
                  <c:v>6.0717197183098595</c:v>
                </c:pt>
                <c:pt idx="13679">
                  <c:v>6.0679885915492955</c:v>
                </c:pt>
                <c:pt idx="13680">
                  <c:v>6.0667683802816903</c:v>
                </c:pt>
                <c:pt idx="13681">
                  <c:v>6.0661342957746482</c:v>
                </c:pt>
                <c:pt idx="13682">
                  <c:v>6.0630368309859151</c:v>
                </c:pt>
                <c:pt idx="13683">
                  <c:v>6.0645590845070423</c:v>
                </c:pt>
                <c:pt idx="13684">
                  <c:v>6.0673245070422537</c:v>
                </c:pt>
                <c:pt idx="13685">
                  <c:v>6.06898676056338</c:v>
                </c:pt>
                <c:pt idx="13686">
                  <c:v>6.0700689436619717</c:v>
                </c:pt>
                <c:pt idx="13687">
                  <c:v>6.0682302816901412</c:v>
                </c:pt>
                <c:pt idx="13688">
                  <c:v>6.0655578169014088</c:v>
                </c:pt>
                <c:pt idx="13689">
                  <c:v>6.0645187323943661</c:v>
                </c:pt>
                <c:pt idx="13690">
                  <c:v>6.0627576056338031</c:v>
                </c:pt>
                <c:pt idx="13691">
                  <c:v>6.0599171126760565</c:v>
                </c:pt>
                <c:pt idx="13692">
                  <c:v>6.0558323239436618</c:v>
                </c:pt>
                <c:pt idx="13693">
                  <c:v>6.0546737323943658</c:v>
                </c:pt>
                <c:pt idx="13694">
                  <c:v>6.0577592253521129</c:v>
                </c:pt>
                <c:pt idx="13695">
                  <c:v>6.06049323943662</c:v>
                </c:pt>
                <c:pt idx="13696">
                  <c:v>6.0588383802816903</c:v>
                </c:pt>
                <c:pt idx="13697">
                  <c:v>6.0539783098591551</c:v>
                </c:pt>
                <c:pt idx="13698">
                  <c:v>6.0541742957746481</c:v>
                </c:pt>
                <c:pt idx="13699">
                  <c:v>6.0636891549295777</c:v>
                </c:pt>
                <c:pt idx="13700">
                  <c:v>6.070108943661972</c:v>
                </c:pt>
                <c:pt idx="13701">
                  <c:v>6.0676878169014081</c:v>
                </c:pt>
                <c:pt idx="13702">
                  <c:v>6.0665454929577463</c:v>
                </c:pt>
                <c:pt idx="13703">
                  <c:v>6.0610409154929581</c:v>
                </c:pt>
                <c:pt idx="13704">
                  <c:v>6.0578104929577465</c:v>
                </c:pt>
                <c:pt idx="13705">
                  <c:v>6.0583061267605638</c:v>
                </c:pt>
                <c:pt idx="13706">
                  <c:v>6.0588388028169016</c:v>
                </c:pt>
                <c:pt idx="13707">
                  <c:v>6.0574628873239433</c:v>
                </c:pt>
                <c:pt idx="13708">
                  <c:v>6.0600197887323946</c:v>
                </c:pt>
                <c:pt idx="13709">
                  <c:v>6.0590042253521128</c:v>
                </c:pt>
                <c:pt idx="13710">
                  <c:v>6.0547965492957747</c:v>
                </c:pt>
                <c:pt idx="13711">
                  <c:v>6.0540903521126763</c:v>
                </c:pt>
                <c:pt idx="13712">
                  <c:v>6.0494184507042252</c:v>
                </c:pt>
                <c:pt idx="13713">
                  <c:v>6.0458613380281694</c:v>
                </c:pt>
                <c:pt idx="13714">
                  <c:v>6.0432326760563377</c:v>
                </c:pt>
                <c:pt idx="13715">
                  <c:v>6.0421645070422532</c:v>
                </c:pt>
                <c:pt idx="13716">
                  <c:v>6.0512901408450706</c:v>
                </c:pt>
                <c:pt idx="13717">
                  <c:v>6.0576121126760567</c:v>
                </c:pt>
                <c:pt idx="13718">
                  <c:v>6.0597416197183103</c:v>
                </c:pt>
                <c:pt idx="13719">
                  <c:v>6.0544452816901408</c:v>
                </c:pt>
                <c:pt idx="13720">
                  <c:v>6.0484804225352109</c:v>
                </c:pt>
                <c:pt idx="13721">
                  <c:v>6.0499209859154925</c:v>
                </c:pt>
                <c:pt idx="13722">
                  <c:v>6.0489710563380283</c:v>
                </c:pt>
                <c:pt idx="13723">
                  <c:v>6.0501212676056335</c:v>
                </c:pt>
                <c:pt idx="13724">
                  <c:v>6.0583024647887322</c:v>
                </c:pt>
                <c:pt idx="13725">
                  <c:v>6.0642791549295776</c:v>
                </c:pt>
                <c:pt idx="13726">
                  <c:v>6.0608287323943664</c:v>
                </c:pt>
                <c:pt idx="13727">
                  <c:v>6.0571474647887324</c:v>
                </c:pt>
                <c:pt idx="13728">
                  <c:v>6.0544407746478877</c:v>
                </c:pt>
                <c:pt idx="13729">
                  <c:v>6.0540952112676054</c:v>
                </c:pt>
                <c:pt idx="13730">
                  <c:v>6.0580904225352112</c:v>
                </c:pt>
                <c:pt idx="13731">
                  <c:v>6.0591727464788736</c:v>
                </c:pt>
                <c:pt idx="13732">
                  <c:v>6.0539756338028168</c:v>
                </c:pt>
                <c:pt idx="13733">
                  <c:v>6.0545652816901407</c:v>
                </c:pt>
                <c:pt idx="13734">
                  <c:v>6.0592257042253523</c:v>
                </c:pt>
                <c:pt idx="13735">
                  <c:v>6.0609883098591553</c:v>
                </c:pt>
                <c:pt idx="13736">
                  <c:v>6.0588102816901408</c:v>
                </c:pt>
                <c:pt idx="13737">
                  <c:v>6.0594461971830986</c:v>
                </c:pt>
                <c:pt idx="13738">
                  <c:v>6.0620104225352112</c:v>
                </c:pt>
                <c:pt idx="13739">
                  <c:v>6.0605079577464789</c:v>
                </c:pt>
                <c:pt idx="13740">
                  <c:v>6.05437176056338</c:v>
                </c:pt>
                <c:pt idx="13741">
                  <c:v>6.0526279577464788</c:v>
                </c:pt>
                <c:pt idx="13742">
                  <c:v>6.0585174647887321</c:v>
                </c:pt>
                <c:pt idx="13743">
                  <c:v>6.0622785915492958</c:v>
                </c:pt>
                <c:pt idx="13744">
                  <c:v>6.0697764084507044</c:v>
                </c:pt>
                <c:pt idx="13745">
                  <c:v>6.0669650704225351</c:v>
                </c:pt>
                <c:pt idx="13746">
                  <c:v>6.0582089436619722</c:v>
                </c:pt>
                <c:pt idx="13747">
                  <c:v>6.0554284507042251</c:v>
                </c:pt>
                <c:pt idx="13748">
                  <c:v>6.0541457746478873</c:v>
                </c:pt>
                <c:pt idx="13749">
                  <c:v>6.0559750704225355</c:v>
                </c:pt>
                <c:pt idx="13750">
                  <c:v>6.054877042253521</c:v>
                </c:pt>
                <c:pt idx="13751">
                  <c:v>6.0551731690140844</c:v>
                </c:pt>
                <c:pt idx="13752">
                  <c:v>6.0586037323943662</c:v>
                </c:pt>
                <c:pt idx="13753">
                  <c:v>6.0646352112676052</c:v>
                </c:pt>
                <c:pt idx="13754">
                  <c:v>6.0660302112676057</c:v>
                </c:pt>
                <c:pt idx="13755">
                  <c:v>6.0621335211267606</c:v>
                </c:pt>
                <c:pt idx="13756">
                  <c:v>6.0642899295774644</c:v>
                </c:pt>
                <c:pt idx="13757">
                  <c:v>6.0647854225352109</c:v>
                </c:pt>
                <c:pt idx="13758">
                  <c:v>6.0604230985915493</c:v>
                </c:pt>
                <c:pt idx="13759">
                  <c:v>6.0545271126760563</c:v>
                </c:pt>
                <c:pt idx="13760">
                  <c:v>6.056087535211268</c:v>
                </c:pt>
                <c:pt idx="13761">
                  <c:v>6.0545857746478875</c:v>
                </c:pt>
                <c:pt idx="13762">
                  <c:v>6.0517306338028165</c:v>
                </c:pt>
                <c:pt idx="13763">
                  <c:v>6.0549567605633801</c:v>
                </c:pt>
                <c:pt idx="13764">
                  <c:v>6.0633780985915493</c:v>
                </c:pt>
                <c:pt idx="13765">
                  <c:v>6.0685426760563379</c:v>
                </c:pt>
                <c:pt idx="13766">
                  <c:v>6.0635087323943662</c:v>
                </c:pt>
                <c:pt idx="13767">
                  <c:v>6.0584368309859151</c:v>
                </c:pt>
                <c:pt idx="13768">
                  <c:v>6.0569411267605631</c:v>
                </c:pt>
                <c:pt idx="13769">
                  <c:v>6.0640273239436624</c:v>
                </c:pt>
                <c:pt idx="13770">
                  <c:v>6.0699769014084506</c:v>
                </c:pt>
                <c:pt idx="13771">
                  <c:v>6.0743521126760562</c:v>
                </c:pt>
                <c:pt idx="13772">
                  <c:v>6.0732169014084505</c:v>
                </c:pt>
                <c:pt idx="13773">
                  <c:v>6.0668934507042254</c:v>
                </c:pt>
                <c:pt idx="13774">
                  <c:v>6.0615328169014084</c:v>
                </c:pt>
                <c:pt idx="13775">
                  <c:v>6.0575360563380283</c:v>
                </c:pt>
                <c:pt idx="13776">
                  <c:v>6.053448732394366</c:v>
                </c:pt>
                <c:pt idx="13777">
                  <c:v>6.0532285211267602</c:v>
                </c:pt>
                <c:pt idx="13778">
                  <c:v>6.0460850704225351</c:v>
                </c:pt>
                <c:pt idx="13779">
                  <c:v>6.0338788028169015</c:v>
                </c:pt>
                <c:pt idx="13780">
                  <c:v>6.0406730985915491</c:v>
                </c:pt>
                <c:pt idx="13781">
                  <c:v>6.062087112676056</c:v>
                </c:pt>
                <c:pt idx="13782">
                  <c:v>6.0732345070422538</c:v>
                </c:pt>
                <c:pt idx="13783">
                  <c:v>6.0770732394366194</c:v>
                </c:pt>
                <c:pt idx="13784">
                  <c:v>6.0813415492957743</c:v>
                </c:pt>
                <c:pt idx="13785">
                  <c:v>6.0782725352112674</c:v>
                </c:pt>
                <c:pt idx="13786">
                  <c:v>6.0708760563380277</c:v>
                </c:pt>
                <c:pt idx="13787">
                  <c:v>6.067402957746479</c:v>
                </c:pt>
                <c:pt idx="13788">
                  <c:v>6.0626265492957749</c:v>
                </c:pt>
                <c:pt idx="13789">
                  <c:v>6.057698028169014</c:v>
                </c:pt>
                <c:pt idx="13790">
                  <c:v>6.0601386619718314</c:v>
                </c:pt>
                <c:pt idx="13791">
                  <c:v>6.0665279577464792</c:v>
                </c:pt>
                <c:pt idx="13792">
                  <c:v>6.0635286619718309</c:v>
                </c:pt>
                <c:pt idx="13793">
                  <c:v>6.0561271126760561</c:v>
                </c:pt>
                <c:pt idx="13794">
                  <c:v>6.0466897887323947</c:v>
                </c:pt>
                <c:pt idx="13795">
                  <c:v>6.0436326760563377</c:v>
                </c:pt>
                <c:pt idx="13796">
                  <c:v>6.0502923239436619</c:v>
                </c:pt>
                <c:pt idx="13797">
                  <c:v>6.0599554929577462</c:v>
                </c:pt>
                <c:pt idx="13798">
                  <c:v>6.071866901408451</c:v>
                </c:pt>
                <c:pt idx="13799">
                  <c:v>6.0766999999999998</c:v>
                </c:pt>
                <c:pt idx="13800">
                  <c:v>6.0729119718309859</c:v>
                </c:pt>
                <c:pt idx="13801">
                  <c:v>6.0672671830985916</c:v>
                </c:pt>
                <c:pt idx="13802">
                  <c:v>6.0640883098591551</c:v>
                </c:pt>
                <c:pt idx="13803">
                  <c:v>6.0591973943661968</c:v>
                </c:pt>
                <c:pt idx="13804">
                  <c:v>6.0577764788732393</c:v>
                </c:pt>
                <c:pt idx="13805">
                  <c:v>6.063707112676056</c:v>
                </c:pt>
                <c:pt idx="13806">
                  <c:v>6.0673740140845069</c:v>
                </c:pt>
                <c:pt idx="13807">
                  <c:v>6.0753640845070427</c:v>
                </c:pt>
                <c:pt idx="13808">
                  <c:v>6.0803345070422532</c:v>
                </c:pt>
                <c:pt idx="13809">
                  <c:v>6.0757345070422533</c:v>
                </c:pt>
                <c:pt idx="13810">
                  <c:v>6.069843521126761</c:v>
                </c:pt>
                <c:pt idx="13811">
                  <c:v>6.0697446478873243</c:v>
                </c:pt>
                <c:pt idx="13812">
                  <c:v>6.0691309859154927</c:v>
                </c:pt>
                <c:pt idx="13813">
                  <c:v>6.0679740845070427</c:v>
                </c:pt>
                <c:pt idx="13814">
                  <c:v>6.0701695070422534</c:v>
                </c:pt>
                <c:pt idx="13815">
                  <c:v>6.0776915492957748</c:v>
                </c:pt>
                <c:pt idx="13816">
                  <c:v>6.0843732394366201</c:v>
                </c:pt>
                <c:pt idx="13817">
                  <c:v>6.0812084507042252</c:v>
                </c:pt>
                <c:pt idx="13818">
                  <c:v>6.0760007042253523</c:v>
                </c:pt>
                <c:pt idx="13819">
                  <c:v>6.065012605633803</c:v>
                </c:pt>
                <c:pt idx="13820">
                  <c:v>6.0575423943661972</c:v>
                </c:pt>
                <c:pt idx="13821">
                  <c:v>6.0556685915492956</c:v>
                </c:pt>
                <c:pt idx="13822">
                  <c:v>6.0569055633802815</c:v>
                </c:pt>
                <c:pt idx="13823">
                  <c:v>6.0530295774647884</c:v>
                </c:pt>
                <c:pt idx="13824">
                  <c:v>6.0499080985915494</c:v>
                </c:pt>
                <c:pt idx="13825">
                  <c:v>6.0496654929577467</c:v>
                </c:pt>
                <c:pt idx="13826">
                  <c:v>6.049745422535211</c:v>
                </c:pt>
                <c:pt idx="13827">
                  <c:v>6.05778985915493</c:v>
                </c:pt>
                <c:pt idx="13828">
                  <c:v>6.0682711267605631</c:v>
                </c:pt>
                <c:pt idx="13829">
                  <c:v>6.0681903521126763</c:v>
                </c:pt>
                <c:pt idx="13830">
                  <c:v>6.0664652112676052</c:v>
                </c:pt>
                <c:pt idx="13831">
                  <c:v>6.0659914084507038</c:v>
                </c:pt>
                <c:pt idx="13832">
                  <c:v>6.0633601408450701</c:v>
                </c:pt>
                <c:pt idx="13833">
                  <c:v>6.0659599999999996</c:v>
                </c:pt>
                <c:pt idx="13834">
                  <c:v>6.06452338028169</c:v>
                </c:pt>
                <c:pt idx="13835">
                  <c:v>6.0683538732394364</c:v>
                </c:pt>
                <c:pt idx="13836">
                  <c:v>6.0714795774647889</c:v>
                </c:pt>
                <c:pt idx="13837">
                  <c:v>6.0683699999999998</c:v>
                </c:pt>
                <c:pt idx="13838">
                  <c:v>6.0667721126760563</c:v>
                </c:pt>
                <c:pt idx="13839">
                  <c:v>6.0672533098591552</c:v>
                </c:pt>
                <c:pt idx="13840">
                  <c:v>6.0643313380281691</c:v>
                </c:pt>
                <c:pt idx="13841">
                  <c:v>6.0552321126760562</c:v>
                </c:pt>
                <c:pt idx="13842">
                  <c:v>6.0483466901408454</c:v>
                </c:pt>
                <c:pt idx="13843">
                  <c:v>6.0485799295774649</c:v>
                </c:pt>
                <c:pt idx="13844">
                  <c:v>6.0473390140845069</c:v>
                </c:pt>
                <c:pt idx="13845">
                  <c:v>6.0456489436619716</c:v>
                </c:pt>
                <c:pt idx="13846">
                  <c:v>6.0517013380281686</c:v>
                </c:pt>
                <c:pt idx="13847">
                  <c:v>6.0516713380281688</c:v>
                </c:pt>
                <c:pt idx="13848">
                  <c:v>6.0502654225352117</c:v>
                </c:pt>
                <c:pt idx="13849">
                  <c:v>6.0537353521126764</c:v>
                </c:pt>
                <c:pt idx="13850">
                  <c:v>6.0537411971830988</c:v>
                </c:pt>
                <c:pt idx="13851">
                  <c:v>6.0478369014084503</c:v>
                </c:pt>
                <c:pt idx="13852">
                  <c:v>6.0442475352112677</c:v>
                </c:pt>
                <c:pt idx="13853">
                  <c:v>6.0484454225352113</c:v>
                </c:pt>
                <c:pt idx="13854">
                  <c:v>6.0551211971830989</c:v>
                </c:pt>
                <c:pt idx="13855">
                  <c:v>6.0553061267605637</c:v>
                </c:pt>
                <c:pt idx="13856">
                  <c:v>6.0544647887323944</c:v>
                </c:pt>
                <c:pt idx="13857">
                  <c:v>6.0537849295774651</c:v>
                </c:pt>
                <c:pt idx="13858">
                  <c:v>6.0537464084507047</c:v>
                </c:pt>
                <c:pt idx="13859">
                  <c:v>6.0613479577464791</c:v>
                </c:pt>
                <c:pt idx="13860">
                  <c:v>6.0652711971830984</c:v>
                </c:pt>
                <c:pt idx="13861">
                  <c:v>6.0644333098591545</c:v>
                </c:pt>
                <c:pt idx="13862">
                  <c:v>6.0641588732394363</c:v>
                </c:pt>
                <c:pt idx="13863">
                  <c:v>6.0571616901408447</c:v>
                </c:pt>
                <c:pt idx="13864">
                  <c:v>6.0549664788732391</c:v>
                </c:pt>
                <c:pt idx="13865">
                  <c:v>6.0640030281690143</c:v>
                </c:pt>
                <c:pt idx="13866">
                  <c:v>6.0691511267605636</c:v>
                </c:pt>
                <c:pt idx="13867">
                  <c:v>6.0657954929577462</c:v>
                </c:pt>
                <c:pt idx="13868">
                  <c:v>6.0660064788732395</c:v>
                </c:pt>
                <c:pt idx="13869">
                  <c:v>6.0717999999999996</c:v>
                </c:pt>
                <c:pt idx="13870">
                  <c:v>6.0737492957746477</c:v>
                </c:pt>
                <c:pt idx="13871">
                  <c:v>6.0714507042253523</c:v>
                </c:pt>
                <c:pt idx="13872">
                  <c:v>6.0619135915492954</c:v>
                </c:pt>
                <c:pt idx="13873">
                  <c:v>6.0610327464788734</c:v>
                </c:pt>
                <c:pt idx="13874">
                  <c:v>6.0637461971830984</c:v>
                </c:pt>
                <c:pt idx="13875">
                  <c:v>6.0572400704225355</c:v>
                </c:pt>
                <c:pt idx="13876">
                  <c:v>6.0525014084507038</c:v>
                </c:pt>
                <c:pt idx="13877">
                  <c:v>6.0561831690140844</c:v>
                </c:pt>
                <c:pt idx="13878">
                  <c:v>6.0595350000000003</c:v>
                </c:pt>
                <c:pt idx="13879">
                  <c:v>6.0586325352112675</c:v>
                </c:pt>
                <c:pt idx="13880">
                  <c:v>6.0543882394366193</c:v>
                </c:pt>
                <c:pt idx="13881">
                  <c:v>6.0554387323943661</c:v>
                </c:pt>
                <c:pt idx="13882">
                  <c:v>6.060392253521127</c:v>
                </c:pt>
                <c:pt idx="13883">
                  <c:v>6.0613059154929578</c:v>
                </c:pt>
                <c:pt idx="13884">
                  <c:v>6.0657920422535208</c:v>
                </c:pt>
                <c:pt idx="13885">
                  <c:v>6.0759471830985916</c:v>
                </c:pt>
                <c:pt idx="13886">
                  <c:v>6.0818154929577464</c:v>
                </c:pt>
                <c:pt idx="13887">
                  <c:v>6.0762267605633804</c:v>
                </c:pt>
                <c:pt idx="13888">
                  <c:v>6.0690926760563384</c:v>
                </c:pt>
                <c:pt idx="13889">
                  <c:v>6.0694649295774648</c:v>
                </c:pt>
                <c:pt idx="13890">
                  <c:v>6.0715978873239438</c:v>
                </c:pt>
                <c:pt idx="13891">
                  <c:v>6.0642212676056335</c:v>
                </c:pt>
                <c:pt idx="13892">
                  <c:v>6.063293309859155</c:v>
                </c:pt>
                <c:pt idx="13893">
                  <c:v>6.0697410563380281</c:v>
                </c:pt>
                <c:pt idx="13894">
                  <c:v>6.0767246478873238</c:v>
                </c:pt>
                <c:pt idx="13895">
                  <c:v>6.0781429577464792</c:v>
                </c:pt>
                <c:pt idx="13896">
                  <c:v>6.0647023239436617</c:v>
                </c:pt>
                <c:pt idx="13897">
                  <c:v>6.0515437323943662</c:v>
                </c:pt>
                <c:pt idx="13898">
                  <c:v>6.0497261267605635</c:v>
                </c:pt>
                <c:pt idx="13899">
                  <c:v>6.0515650000000001</c:v>
                </c:pt>
                <c:pt idx="13900">
                  <c:v>6.0573602816901406</c:v>
                </c:pt>
                <c:pt idx="13901">
                  <c:v>6.06151985915493</c:v>
                </c:pt>
                <c:pt idx="13902">
                  <c:v>6.0656427464788729</c:v>
                </c:pt>
                <c:pt idx="13903">
                  <c:v>6.0637785915492959</c:v>
                </c:pt>
                <c:pt idx="13904">
                  <c:v>6.0599549295774651</c:v>
                </c:pt>
                <c:pt idx="13905">
                  <c:v>6.0565754929577462</c:v>
                </c:pt>
                <c:pt idx="13906">
                  <c:v>6.0559220422535214</c:v>
                </c:pt>
                <c:pt idx="13907">
                  <c:v>6.0599752816901411</c:v>
                </c:pt>
                <c:pt idx="13908">
                  <c:v>6.0688247183098589</c:v>
                </c:pt>
                <c:pt idx="13909">
                  <c:v>6.0712366197183094</c:v>
                </c:pt>
                <c:pt idx="13910">
                  <c:v>6.0683286619718313</c:v>
                </c:pt>
                <c:pt idx="13911">
                  <c:v>6.0739070422535208</c:v>
                </c:pt>
                <c:pt idx="13912">
                  <c:v>6.0770330985915493</c:v>
                </c:pt>
                <c:pt idx="13913">
                  <c:v>6.0702617605633806</c:v>
                </c:pt>
                <c:pt idx="13914">
                  <c:v>6.0649321126760567</c:v>
                </c:pt>
                <c:pt idx="13915">
                  <c:v>6.0596632394366194</c:v>
                </c:pt>
                <c:pt idx="13916">
                  <c:v>6.0560008450704226</c:v>
                </c:pt>
                <c:pt idx="13917">
                  <c:v>6.0556442957746475</c:v>
                </c:pt>
                <c:pt idx="13918">
                  <c:v>6.0585690140845072</c:v>
                </c:pt>
                <c:pt idx="13919">
                  <c:v>6.0624078873239435</c:v>
                </c:pt>
                <c:pt idx="13920">
                  <c:v>6.0643093661971834</c:v>
                </c:pt>
                <c:pt idx="13921">
                  <c:v>6.0677994366197181</c:v>
                </c:pt>
                <c:pt idx="13922">
                  <c:v>6.0752880281690143</c:v>
                </c:pt>
                <c:pt idx="13923">
                  <c:v>6.0785859154929573</c:v>
                </c:pt>
                <c:pt idx="13924">
                  <c:v>6.0740147887323941</c:v>
                </c:pt>
                <c:pt idx="13925">
                  <c:v>6.0709507042253525</c:v>
                </c:pt>
                <c:pt idx="13926">
                  <c:v>6.0637356338028168</c:v>
                </c:pt>
                <c:pt idx="13927">
                  <c:v>6.0633674647887323</c:v>
                </c:pt>
                <c:pt idx="13928">
                  <c:v>6.0677202112676056</c:v>
                </c:pt>
                <c:pt idx="13929">
                  <c:v>6.0690055633802817</c:v>
                </c:pt>
                <c:pt idx="13930">
                  <c:v>6.0720338028169012</c:v>
                </c:pt>
                <c:pt idx="13931">
                  <c:v>6.069794788732394</c:v>
                </c:pt>
                <c:pt idx="13932">
                  <c:v>6.0646814084507046</c:v>
                </c:pt>
                <c:pt idx="13933">
                  <c:v>6.0680500000000004</c:v>
                </c:pt>
                <c:pt idx="13934">
                  <c:v>6.0677783098591549</c:v>
                </c:pt>
                <c:pt idx="13935">
                  <c:v>6.0565461971830983</c:v>
                </c:pt>
                <c:pt idx="13936">
                  <c:v>6.0493854929577466</c:v>
                </c:pt>
                <c:pt idx="13937">
                  <c:v>6.0471781690140842</c:v>
                </c:pt>
                <c:pt idx="13938">
                  <c:v>6.0444280985915491</c:v>
                </c:pt>
                <c:pt idx="13939">
                  <c:v>6.0440332394366196</c:v>
                </c:pt>
                <c:pt idx="13940">
                  <c:v>6.052472887323944</c:v>
                </c:pt>
                <c:pt idx="13941">
                  <c:v>6.0602583098591554</c:v>
                </c:pt>
                <c:pt idx="13942">
                  <c:v>6.0578230281690137</c:v>
                </c:pt>
                <c:pt idx="13943">
                  <c:v>6.0565160563380278</c:v>
                </c:pt>
                <c:pt idx="13944">
                  <c:v>6.0615118309859151</c:v>
                </c:pt>
                <c:pt idx="13945">
                  <c:v>6.0624425352112672</c:v>
                </c:pt>
                <c:pt idx="13946">
                  <c:v>6.0628542957746481</c:v>
                </c:pt>
                <c:pt idx="13947">
                  <c:v>6.0640430281690136</c:v>
                </c:pt>
                <c:pt idx="13948">
                  <c:v>6.066604436619718</c:v>
                </c:pt>
                <c:pt idx="13949">
                  <c:v>6.0673203521126764</c:v>
                </c:pt>
                <c:pt idx="13950">
                  <c:v>6.0631690140845071</c:v>
                </c:pt>
                <c:pt idx="13951">
                  <c:v>6.0585547887323941</c:v>
                </c:pt>
                <c:pt idx="13952">
                  <c:v>6.0558656338028172</c:v>
                </c:pt>
                <c:pt idx="13953">
                  <c:v>6.055719436619718</c:v>
                </c:pt>
                <c:pt idx="13954">
                  <c:v>6.0567123239436622</c:v>
                </c:pt>
                <c:pt idx="13955">
                  <c:v>6.0575078873239434</c:v>
                </c:pt>
                <c:pt idx="13956">
                  <c:v>6.0585694366197185</c:v>
                </c:pt>
                <c:pt idx="13957">
                  <c:v>6.0594309154929578</c:v>
                </c:pt>
                <c:pt idx="13958">
                  <c:v>6.0608159154929577</c:v>
                </c:pt>
                <c:pt idx="13959">
                  <c:v>6.0585090845070422</c:v>
                </c:pt>
                <c:pt idx="13960">
                  <c:v>6.0535824647887324</c:v>
                </c:pt>
                <c:pt idx="13961">
                  <c:v>6.0572984507042253</c:v>
                </c:pt>
                <c:pt idx="13962">
                  <c:v>6.0642100000000001</c:v>
                </c:pt>
                <c:pt idx="13963">
                  <c:v>6.0629689436619723</c:v>
                </c:pt>
                <c:pt idx="13964">
                  <c:v>6.0580586619718311</c:v>
                </c:pt>
                <c:pt idx="13965">
                  <c:v>6.0532718309859153</c:v>
                </c:pt>
                <c:pt idx="13966">
                  <c:v>6.0501599295774646</c:v>
                </c:pt>
                <c:pt idx="13967">
                  <c:v>6.0562871830985916</c:v>
                </c:pt>
                <c:pt idx="13968">
                  <c:v>6.0629329577464786</c:v>
                </c:pt>
                <c:pt idx="13969">
                  <c:v>6.0639559154929579</c:v>
                </c:pt>
                <c:pt idx="13970">
                  <c:v>6.0616435211267605</c:v>
                </c:pt>
                <c:pt idx="13971">
                  <c:v>6.0598364084507041</c:v>
                </c:pt>
                <c:pt idx="13972">
                  <c:v>6.0512047887323943</c:v>
                </c:pt>
                <c:pt idx="13973">
                  <c:v>6.0479575352112676</c:v>
                </c:pt>
                <c:pt idx="13974">
                  <c:v>6.0464750704225354</c:v>
                </c:pt>
                <c:pt idx="13975">
                  <c:v>6.0487584507042254</c:v>
                </c:pt>
                <c:pt idx="13976">
                  <c:v>6.0514738732394369</c:v>
                </c:pt>
                <c:pt idx="13977">
                  <c:v>6.0538880281690144</c:v>
                </c:pt>
                <c:pt idx="13978">
                  <c:v>6.054742464788732</c:v>
                </c:pt>
                <c:pt idx="13979">
                  <c:v>6.0493763380281687</c:v>
                </c:pt>
                <c:pt idx="13980">
                  <c:v>6.0447159859154933</c:v>
                </c:pt>
                <c:pt idx="13981">
                  <c:v>6.047664366197183</c:v>
                </c:pt>
                <c:pt idx="13982">
                  <c:v>6.0514269014084503</c:v>
                </c:pt>
                <c:pt idx="13983">
                  <c:v>6.0488554929577463</c:v>
                </c:pt>
                <c:pt idx="13984">
                  <c:v>6.0517098591549292</c:v>
                </c:pt>
                <c:pt idx="13985">
                  <c:v>6.0581721830985913</c:v>
                </c:pt>
                <c:pt idx="13986">
                  <c:v>6.0659051408450706</c:v>
                </c:pt>
                <c:pt idx="13987">
                  <c:v>6.0680176056338029</c:v>
                </c:pt>
                <c:pt idx="13988">
                  <c:v>6.0635052112676053</c:v>
                </c:pt>
                <c:pt idx="13989">
                  <c:v>6.0573259859154929</c:v>
                </c:pt>
                <c:pt idx="13990">
                  <c:v>6.0578280281690144</c:v>
                </c:pt>
                <c:pt idx="13991">
                  <c:v>6.0678157042253522</c:v>
                </c:pt>
                <c:pt idx="13992">
                  <c:v>6.0740436619718308</c:v>
                </c:pt>
                <c:pt idx="13993">
                  <c:v>6.079594366197183</c:v>
                </c:pt>
                <c:pt idx="13994">
                  <c:v>6.0759345070422537</c:v>
                </c:pt>
                <c:pt idx="13995">
                  <c:v>6.0737260563380282</c:v>
                </c:pt>
                <c:pt idx="13996">
                  <c:v>6.0766436619718309</c:v>
                </c:pt>
                <c:pt idx="13997">
                  <c:v>6.0817401408450706</c:v>
                </c:pt>
                <c:pt idx="13998">
                  <c:v>6.0849288732394369</c:v>
                </c:pt>
                <c:pt idx="13999">
                  <c:v>6.081094366197183</c:v>
                </c:pt>
                <c:pt idx="14000">
                  <c:v>6.073131690140845</c:v>
                </c:pt>
                <c:pt idx="14001">
                  <c:v>6.0689284507042256</c:v>
                </c:pt>
                <c:pt idx="14002">
                  <c:v>6.0756190140845074</c:v>
                </c:pt>
                <c:pt idx="14003">
                  <c:v>6.0784330985915496</c:v>
                </c:pt>
                <c:pt idx="14004">
                  <c:v>6.0758732394366195</c:v>
                </c:pt>
                <c:pt idx="14005">
                  <c:v>6.0650588732394368</c:v>
                </c:pt>
                <c:pt idx="14006">
                  <c:v>6.0557538028169011</c:v>
                </c:pt>
                <c:pt idx="14007">
                  <c:v>6.0523088732394363</c:v>
                </c:pt>
                <c:pt idx="14008">
                  <c:v>6.0541493661971835</c:v>
                </c:pt>
                <c:pt idx="14009">
                  <c:v>6.0629882394366197</c:v>
                </c:pt>
                <c:pt idx="14010">
                  <c:v>6.0663428873239438</c:v>
                </c:pt>
                <c:pt idx="14011">
                  <c:v>6.0620159154929576</c:v>
                </c:pt>
                <c:pt idx="14012">
                  <c:v>6.05577338028169</c:v>
                </c:pt>
                <c:pt idx="14013">
                  <c:v>6.0519250704225351</c:v>
                </c:pt>
                <c:pt idx="14014">
                  <c:v>6.048268591549296</c:v>
                </c:pt>
                <c:pt idx="14015">
                  <c:v>6.0480441549295776</c:v>
                </c:pt>
                <c:pt idx="14016">
                  <c:v>6.0466088028169018</c:v>
                </c:pt>
                <c:pt idx="14017">
                  <c:v>6.0476476056338031</c:v>
                </c:pt>
                <c:pt idx="14018">
                  <c:v>6.0558841549295774</c:v>
                </c:pt>
                <c:pt idx="14019">
                  <c:v>6.0579271126760563</c:v>
                </c:pt>
                <c:pt idx="14020">
                  <c:v>6.0585340140845068</c:v>
                </c:pt>
                <c:pt idx="14021">
                  <c:v>6.0616351408450706</c:v>
                </c:pt>
                <c:pt idx="14022">
                  <c:v>6.0630429577464788</c:v>
                </c:pt>
                <c:pt idx="14023">
                  <c:v>6.0660466197183096</c:v>
                </c:pt>
                <c:pt idx="14024">
                  <c:v>6.0625131690140845</c:v>
                </c:pt>
                <c:pt idx="14025">
                  <c:v>6.0551280281690145</c:v>
                </c:pt>
                <c:pt idx="14026">
                  <c:v>6.0542497183098591</c:v>
                </c:pt>
                <c:pt idx="14027">
                  <c:v>6.0538104225352116</c:v>
                </c:pt>
                <c:pt idx="14028">
                  <c:v>6.0495564788732397</c:v>
                </c:pt>
                <c:pt idx="14029">
                  <c:v>6.0441459154929573</c:v>
                </c:pt>
                <c:pt idx="14030">
                  <c:v>6.0454540845070426</c:v>
                </c:pt>
                <c:pt idx="14031">
                  <c:v>6.0481604929577468</c:v>
                </c:pt>
                <c:pt idx="14032">
                  <c:v>6.0504754225352109</c:v>
                </c:pt>
                <c:pt idx="14033">
                  <c:v>6.0544895070422537</c:v>
                </c:pt>
                <c:pt idx="14034">
                  <c:v>6.0550330281690137</c:v>
                </c:pt>
                <c:pt idx="14035">
                  <c:v>6.0480446478873242</c:v>
                </c:pt>
                <c:pt idx="14036">
                  <c:v>6.0456316197183098</c:v>
                </c:pt>
                <c:pt idx="14037">
                  <c:v>6.0445993661971835</c:v>
                </c:pt>
                <c:pt idx="14038">
                  <c:v>6.0548685915492957</c:v>
                </c:pt>
                <c:pt idx="14039">
                  <c:v>6.0639619718309863</c:v>
                </c:pt>
                <c:pt idx="14040">
                  <c:v>6.0690266901408449</c:v>
                </c:pt>
                <c:pt idx="14041">
                  <c:v>6.0707359154929579</c:v>
                </c:pt>
                <c:pt idx="14042">
                  <c:v>6.0650565492957744</c:v>
                </c:pt>
                <c:pt idx="14043">
                  <c:v>6.0640966901408451</c:v>
                </c:pt>
                <c:pt idx="14044">
                  <c:v>6.0623805633802821</c:v>
                </c:pt>
                <c:pt idx="14045">
                  <c:v>6.0545237323943661</c:v>
                </c:pt>
                <c:pt idx="14046">
                  <c:v>6.0511402112676054</c:v>
                </c:pt>
                <c:pt idx="14047">
                  <c:v>6.0569008450704223</c:v>
                </c:pt>
                <c:pt idx="14048">
                  <c:v>6.0667469718309857</c:v>
                </c:pt>
                <c:pt idx="14049">
                  <c:v>6.0718676056338028</c:v>
                </c:pt>
                <c:pt idx="14050">
                  <c:v>6.0715464788732394</c:v>
                </c:pt>
                <c:pt idx="14051">
                  <c:v>6.0670176760563379</c:v>
                </c:pt>
                <c:pt idx="14052">
                  <c:v>6.0625184507042249</c:v>
                </c:pt>
                <c:pt idx="14053">
                  <c:v>6.0556573239436622</c:v>
                </c:pt>
                <c:pt idx="14054">
                  <c:v>6.0546159859154933</c:v>
                </c:pt>
                <c:pt idx="14055">
                  <c:v>6.0550108450704228</c:v>
                </c:pt>
                <c:pt idx="14056">
                  <c:v>6.0558997887323942</c:v>
                </c:pt>
                <c:pt idx="14057">
                  <c:v>6.0620500000000002</c:v>
                </c:pt>
                <c:pt idx="14058">
                  <c:v>6.0640447183098596</c:v>
                </c:pt>
                <c:pt idx="14059">
                  <c:v>6.0689493661971827</c:v>
                </c:pt>
                <c:pt idx="14060">
                  <c:v>6.0674662676056341</c:v>
                </c:pt>
                <c:pt idx="14061">
                  <c:v>6.0670497183098595</c:v>
                </c:pt>
                <c:pt idx="14062">
                  <c:v>6.0700990140845068</c:v>
                </c:pt>
                <c:pt idx="14063">
                  <c:v>6.0652137323943665</c:v>
                </c:pt>
                <c:pt idx="14064">
                  <c:v>6.0623838732394368</c:v>
                </c:pt>
                <c:pt idx="14065">
                  <c:v>6.0663643661971829</c:v>
                </c:pt>
                <c:pt idx="14066">
                  <c:v>6.0650284507042258</c:v>
                </c:pt>
                <c:pt idx="14067">
                  <c:v>6.0635580985915496</c:v>
                </c:pt>
                <c:pt idx="14068">
                  <c:v>6.0671525352112674</c:v>
                </c:pt>
                <c:pt idx="14069">
                  <c:v>6.0673465492957748</c:v>
                </c:pt>
                <c:pt idx="14070">
                  <c:v>6.0630518309859154</c:v>
                </c:pt>
                <c:pt idx="14071">
                  <c:v>6.0608838732394368</c:v>
                </c:pt>
                <c:pt idx="14072">
                  <c:v>6.0580872535211272</c:v>
                </c:pt>
                <c:pt idx="14073">
                  <c:v>6.0536029577464792</c:v>
                </c:pt>
                <c:pt idx="14074">
                  <c:v>6.0466963380281689</c:v>
                </c:pt>
                <c:pt idx="14075">
                  <c:v>6.0375141549295774</c:v>
                </c:pt>
                <c:pt idx="14076">
                  <c:v>6.0412591549295778</c:v>
                </c:pt>
                <c:pt idx="14077">
                  <c:v>6.0549173943661971</c:v>
                </c:pt>
                <c:pt idx="14078">
                  <c:v>6.0578111971830984</c:v>
                </c:pt>
                <c:pt idx="14079">
                  <c:v>6.0628730985915489</c:v>
                </c:pt>
                <c:pt idx="14080">
                  <c:v>6.0666943661971828</c:v>
                </c:pt>
                <c:pt idx="14081">
                  <c:v>6.0612560563380278</c:v>
                </c:pt>
                <c:pt idx="14082">
                  <c:v>6.0540661267605635</c:v>
                </c:pt>
                <c:pt idx="14083">
                  <c:v>6.0582662676056334</c:v>
                </c:pt>
                <c:pt idx="14084">
                  <c:v>6.057378450704225</c:v>
                </c:pt>
                <c:pt idx="14085">
                  <c:v>6.0532161971830982</c:v>
                </c:pt>
                <c:pt idx="14086">
                  <c:v>6.0548619718309862</c:v>
                </c:pt>
                <c:pt idx="14087">
                  <c:v>6.0560656338028167</c:v>
                </c:pt>
                <c:pt idx="14088">
                  <c:v>6.054346197183099</c:v>
                </c:pt>
                <c:pt idx="14089">
                  <c:v>6.0546027464788734</c:v>
                </c:pt>
                <c:pt idx="14090">
                  <c:v>6.0543235211267605</c:v>
                </c:pt>
                <c:pt idx="14091">
                  <c:v>6.0536207746478876</c:v>
                </c:pt>
                <c:pt idx="14092">
                  <c:v>6.050260422535211</c:v>
                </c:pt>
                <c:pt idx="14093">
                  <c:v>6.0507859154929573</c:v>
                </c:pt>
                <c:pt idx="14094">
                  <c:v>6.0558928169014088</c:v>
                </c:pt>
                <c:pt idx="14095">
                  <c:v>6.0597939436619717</c:v>
                </c:pt>
                <c:pt idx="14096">
                  <c:v>6.0593008450704229</c:v>
                </c:pt>
                <c:pt idx="14097">
                  <c:v>6.0602654225352115</c:v>
                </c:pt>
                <c:pt idx="14098">
                  <c:v>6.0617507042253518</c:v>
                </c:pt>
                <c:pt idx="14099">
                  <c:v>6.0495720422535211</c:v>
                </c:pt>
                <c:pt idx="14100">
                  <c:v>6.044727676056338</c:v>
                </c:pt>
                <c:pt idx="14101">
                  <c:v>6.044336056338028</c:v>
                </c:pt>
                <c:pt idx="14102">
                  <c:v>6.0360397887323947</c:v>
                </c:pt>
                <c:pt idx="14103">
                  <c:v>6.0341618309859157</c:v>
                </c:pt>
                <c:pt idx="14104">
                  <c:v>6.0353131690140849</c:v>
                </c:pt>
                <c:pt idx="14105">
                  <c:v>6.0385729577464788</c:v>
                </c:pt>
                <c:pt idx="14106">
                  <c:v>6.046112676056338</c:v>
                </c:pt>
                <c:pt idx="14107">
                  <c:v>6.0531324647887326</c:v>
                </c:pt>
                <c:pt idx="14108">
                  <c:v>6.059012464788732</c:v>
                </c:pt>
                <c:pt idx="14109">
                  <c:v>6.0575879577464793</c:v>
                </c:pt>
                <c:pt idx="14110">
                  <c:v>6.0554135915492955</c:v>
                </c:pt>
                <c:pt idx="14111">
                  <c:v>6.0631955633802814</c:v>
                </c:pt>
                <c:pt idx="14112">
                  <c:v>6.0683647887323939</c:v>
                </c:pt>
                <c:pt idx="14113">
                  <c:v>6.0678577464788734</c:v>
                </c:pt>
                <c:pt idx="14114">
                  <c:v>6.0624221126760567</c:v>
                </c:pt>
                <c:pt idx="14115">
                  <c:v>6.0547919014084508</c:v>
                </c:pt>
                <c:pt idx="14116">
                  <c:v>6.0476488028169015</c:v>
                </c:pt>
                <c:pt idx="14117">
                  <c:v>6.0470576760563377</c:v>
                </c:pt>
                <c:pt idx="14118">
                  <c:v>6.0545388732394363</c:v>
                </c:pt>
                <c:pt idx="14119">
                  <c:v>6.0547294366197182</c:v>
                </c:pt>
                <c:pt idx="14120">
                  <c:v>6.0537988732394368</c:v>
                </c:pt>
                <c:pt idx="14121">
                  <c:v>6.060213802816901</c:v>
                </c:pt>
                <c:pt idx="14122">
                  <c:v>6.065387042253521</c:v>
                </c:pt>
                <c:pt idx="14123">
                  <c:v>6.0699339436619715</c:v>
                </c:pt>
                <c:pt idx="14124">
                  <c:v>6.0730485915492958</c:v>
                </c:pt>
                <c:pt idx="14125">
                  <c:v>6.0714943661971832</c:v>
                </c:pt>
                <c:pt idx="14126">
                  <c:v>6.0673257746478875</c:v>
                </c:pt>
                <c:pt idx="14127">
                  <c:v>6.0629663380281693</c:v>
                </c:pt>
                <c:pt idx="14128">
                  <c:v>6.0611085211267604</c:v>
                </c:pt>
                <c:pt idx="14129">
                  <c:v>6.0595732394366193</c:v>
                </c:pt>
                <c:pt idx="14130">
                  <c:v>6.0588052112676056</c:v>
                </c:pt>
                <c:pt idx="14131">
                  <c:v>6.0641135915492956</c:v>
                </c:pt>
                <c:pt idx="14132">
                  <c:v>6.06567338028169</c:v>
                </c:pt>
                <c:pt idx="14133">
                  <c:v>6.0658116197183096</c:v>
                </c:pt>
                <c:pt idx="14134">
                  <c:v>6.065638661971831</c:v>
                </c:pt>
                <c:pt idx="14135">
                  <c:v>6.0653266197183102</c:v>
                </c:pt>
                <c:pt idx="14136">
                  <c:v>6.0603422535211271</c:v>
                </c:pt>
                <c:pt idx="14137">
                  <c:v>6.0521640845070426</c:v>
                </c:pt>
                <c:pt idx="14138">
                  <c:v>6.0469662676056339</c:v>
                </c:pt>
                <c:pt idx="14139">
                  <c:v>6.0459667605633802</c:v>
                </c:pt>
                <c:pt idx="14140">
                  <c:v>6.0480906338028166</c:v>
                </c:pt>
                <c:pt idx="14141">
                  <c:v>6.0531711267605637</c:v>
                </c:pt>
                <c:pt idx="14142">
                  <c:v>6.0620442253521123</c:v>
                </c:pt>
                <c:pt idx="14143">
                  <c:v>6.0646830985915496</c:v>
                </c:pt>
                <c:pt idx="14144">
                  <c:v>6.0569995070422538</c:v>
                </c:pt>
                <c:pt idx="14145">
                  <c:v>6.0588485211267606</c:v>
                </c:pt>
                <c:pt idx="14146">
                  <c:v>6.0615933802816899</c:v>
                </c:pt>
                <c:pt idx="14147">
                  <c:v>6.0618683098591548</c:v>
                </c:pt>
                <c:pt idx="14148">
                  <c:v>6.0645333098591552</c:v>
                </c:pt>
                <c:pt idx="14149">
                  <c:v>6.0590079577464788</c:v>
                </c:pt>
                <c:pt idx="14150">
                  <c:v>6.0565548591549296</c:v>
                </c:pt>
                <c:pt idx="14151">
                  <c:v>6.060814295774648</c:v>
                </c:pt>
                <c:pt idx="14152">
                  <c:v>6.0613496478873241</c:v>
                </c:pt>
                <c:pt idx="14153">
                  <c:v>6.0566285915492957</c:v>
                </c:pt>
                <c:pt idx="14154">
                  <c:v>6.0531252816901411</c:v>
                </c:pt>
                <c:pt idx="14155">
                  <c:v>6.0529665492957747</c:v>
                </c:pt>
                <c:pt idx="14156">
                  <c:v>6.05391838028169</c:v>
                </c:pt>
                <c:pt idx="14157">
                  <c:v>6.0600507042253522</c:v>
                </c:pt>
                <c:pt idx="14158">
                  <c:v>6.0631059154929581</c:v>
                </c:pt>
                <c:pt idx="14159">
                  <c:v>6.0579199295774648</c:v>
                </c:pt>
                <c:pt idx="14160">
                  <c:v>6.0576395070422535</c:v>
                </c:pt>
                <c:pt idx="14161">
                  <c:v>6.0629971830985916</c:v>
                </c:pt>
                <c:pt idx="14162">
                  <c:v>6.0637316197183102</c:v>
                </c:pt>
                <c:pt idx="14163">
                  <c:v>6.0594326760563382</c:v>
                </c:pt>
                <c:pt idx="14164">
                  <c:v>6.062015422535211</c:v>
                </c:pt>
                <c:pt idx="14165">
                  <c:v>6.0641487323943659</c:v>
                </c:pt>
                <c:pt idx="14166">
                  <c:v>6.0627305633802813</c:v>
                </c:pt>
                <c:pt idx="14167">
                  <c:v>6.0668433802816901</c:v>
                </c:pt>
                <c:pt idx="14168">
                  <c:v>6.0721816901408454</c:v>
                </c:pt>
                <c:pt idx="14169">
                  <c:v>6.0727492957746483</c:v>
                </c:pt>
                <c:pt idx="14170">
                  <c:v>6.0675490845070419</c:v>
                </c:pt>
                <c:pt idx="14171">
                  <c:v>6.0623348591549293</c:v>
                </c:pt>
                <c:pt idx="14172">
                  <c:v>6.0512235211267607</c:v>
                </c:pt>
                <c:pt idx="14173">
                  <c:v>6.049148873239437</c:v>
                </c:pt>
                <c:pt idx="14174">
                  <c:v>6.0537656338028167</c:v>
                </c:pt>
                <c:pt idx="14175">
                  <c:v>6.0539524647887326</c:v>
                </c:pt>
                <c:pt idx="14176">
                  <c:v>6.0552725352112677</c:v>
                </c:pt>
                <c:pt idx="14177">
                  <c:v>6.0619817605633806</c:v>
                </c:pt>
                <c:pt idx="14178">
                  <c:v>6.0697515492957743</c:v>
                </c:pt>
                <c:pt idx="14179">
                  <c:v>6.0642885915492961</c:v>
                </c:pt>
                <c:pt idx="14180">
                  <c:v>6.0537000000000001</c:v>
                </c:pt>
                <c:pt idx="14181">
                  <c:v>6.0469395070422536</c:v>
                </c:pt>
                <c:pt idx="14182">
                  <c:v>6.0449008450704227</c:v>
                </c:pt>
                <c:pt idx="14183">
                  <c:v>6.043889225352113</c:v>
                </c:pt>
                <c:pt idx="14184">
                  <c:v>6.0440386619718307</c:v>
                </c:pt>
                <c:pt idx="14185">
                  <c:v>6.0401016197183095</c:v>
                </c:pt>
                <c:pt idx="14186">
                  <c:v>6.0389033098591547</c:v>
                </c:pt>
                <c:pt idx="14187">
                  <c:v>6.0456511971830986</c:v>
                </c:pt>
                <c:pt idx="14188">
                  <c:v>6.0541532394366193</c:v>
                </c:pt>
                <c:pt idx="14189">
                  <c:v>6.0490607746478871</c:v>
                </c:pt>
                <c:pt idx="14190">
                  <c:v>6.0476558450704223</c:v>
                </c:pt>
                <c:pt idx="14191">
                  <c:v>6.0629431690140843</c:v>
                </c:pt>
                <c:pt idx="14192">
                  <c:v>6.0659791549295772</c:v>
                </c:pt>
                <c:pt idx="14193">
                  <c:v>6.0581948591549297</c:v>
                </c:pt>
                <c:pt idx="14194">
                  <c:v>6.0562805633802821</c:v>
                </c:pt>
                <c:pt idx="14195">
                  <c:v>6.0545930281690143</c:v>
                </c:pt>
                <c:pt idx="14196">
                  <c:v>6.0478938732394365</c:v>
                </c:pt>
                <c:pt idx="14197">
                  <c:v>6.0381718309859158</c:v>
                </c:pt>
                <c:pt idx="14198">
                  <c:v>6.03339676056338</c:v>
                </c:pt>
                <c:pt idx="14199">
                  <c:v>6.0386833802816904</c:v>
                </c:pt>
                <c:pt idx="14200">
                  <c:v>6.0485038028169011</c:v>
                </c:pt>
                <c:pt idx="14201">
                  <c:v>6.0474704929577463</c:v>
                </c:pt>
                <c:pt idx="14202">
                  <c:v>6.0445085211267608</c:v>
                </c:pt>
                <c:pt idx="14203">
                  <c:v>6.0456335915492954</c:v>
                </c:pt>
                <c:pt idx="14204">
                  <c:v>6.0499252816901405</c:v>
                </c:pt>
                <c:pt idx="14205">
                  <c:v>6.05424838028169</c:v>
                </c:pt>
                <c:pt idx="14206">
                  <c:v>6.0566118309859158</c:v>
                </c:pt>
                <c:pt idx="14207">
                  <c:v>6.0575309154929577</c:v>
                </c:pt>
                <c:pt idx="14208">
                  <c:v>6.0563926760563378</c:v>
                </c:pt>
                <c:pt idx="14209">
                  <c:v>6.0547342957746482</c:v>
                </c:pt>
                <c:pt idx="14210">
                  <c:v>6.057408521126761</c:v>
                </c:pt>
                <c:pt idx="14211">
                  <c:v>6.0557724647887321</c:v>
                </c:pt>
                <c:pt idx="14212">
                  <c:v>6.0598797183098592</c:v>
                </c:pt>
                <c:pt idx="14213">
                  <c:v>6.0685836619718314</c:v>
                </c:pt>
                <c:pt idx="14214">
                  <c:v>6.069959436619718</c:v>
                </c:pt>
                <c:pt idx="14215">
                  <c:v>6.0642019014084507</c:v>
                </c:pt>
                <c:pt idx="14216">
                  <c:v>6.0601933802816905</c:v>
                </c:pt>
                <c:pt idx="14217">
                  <c:v>6.0620307042253518</c:v>
                </c:pt>
                <c:pt idx="14218">
                  <c:v>6.0582764788732391</c:v>
                </c:pt>
                <c:pt idx="14219">
                  <c:v>6.0559921126760567</c:v>
                </c:pt>
                <c:pt idx="14220">
                  <c:v>6.0551368309859157</c:v>
                </c:pt>
                <c:pt idx="14221">
                  <c:v>6.0593328169014082</c:v>
                </c:pt>
                <c:pt idx="14222">
                  <c:v>6.0608294366197182</c:v>
                </c:pt>
                <c:pt idx="14223">
                  <c:v>6.0552617605633801</c:v>
                </c:pt>
                <c:pt idx="14224">
                  <c:v>6.0518714788732391</c:v>
                </c:pt>
                <c:pt idx="14225">
                  <c:v>6.0522413380281694</c:v>
                </c:pt>
                <c:pt idx="14226">
                  <c:v>6.0553974647887321</c:v>
                </c:pt>
                <c:pt idx="14227">
                  <c:v>6.056964647887324</c:v>
                </c:pt>
                <c:pt idx="14228">
                  <c:v>6.0564075352112674</c:v>
                </c:pt>
                <c:pt idx="14229">
                  <c:v>6.0574614084507044</c:v>
                </c:pt>
                <c:pt idx="14230">
                  <c:v>6.059429647887324</c:v>
                </c:pt>
                <c:pt idx="14231">
                  <c:v>6.0612256338028168</c:v>
                </c:pt>
                <c:pt idx="14232">
                  <c:v>6.0588126056338032</c:v>
                </c:pt>
                <c:pt idx="14233">
                  <c:v>6.0578085211267609</c:v>
                </c:pt>
                <c:pt idx="14234">
                  <c:v>6.0588267605633801</c:v>
                </c:pt>
                <c:pt idx="14235">
                  <c:v>6.0590854225352109</c:v>
                </c:pt>
                <c:pt idx="14236">
                  <c:v>6.0654913380281688</c:v>
                </c:pt>
                <c:pt idx="14237">
                  <c:v>6.0742190140845072</c:v>
                </c:pt>
                <c:pt idx="14238">
                  <c:v>6.0781542253521126</c:v>
                </c:pt>
                <c:pt idx="14239">
                  <c:v>6.0728133802816897</c:v>
                </c:pt>
                <c:pt idx="14240">
                  <c:v>6.0638773943661972</c:v>
                </c:pt>
                <c:pt idx="14241">
                  <c:v>6.0604014084507041</c:v>
                </c:pt>
                <c:pt idx="14242">
                  <c:v>6.0619334507042257</c:v>
                </c:pt>
                <c:pt idx="14243">
                  <c:v>6.0629549999999997</c:v>
                </c:pt>
                <c:pt idx="14244">
                  <c:v>6.0647175352112672</c:v>
                </c:pt>
                <c:pt idx="14245">
                  <c:v>6.0639711971830987</c:v>
                </c:pt>
                <c:pt idx="14246">
                  <c:v>6.0651465492957746</c:v>
                </c:pt>
                <c:pt idx="14247">
                  <c:v>6.0678285211267609</c:v>
                </c:pt>
                <c:pt idx="14248">
                  <c:v>6.0636738732394369</c:v>
                </c:pt>
                <c:pt idx="14249">
                  <c:v>6.0593138028169014</c:v>
                </c:pt>
                <c:pt idx="14250">
                  <c:v>6.0578588028169014</c:v>
                </c:pt>
                <c:pt idx="14251">
                  <c:v>6.058081971830986</c:v>
                </c:pt>
                <c:pt idx="14252">
                  <c:v>6.0609678169014085</c:v>
                </c:pt>
                <c:pt idx="14253">
                  <c:v>6.0608178169014089</c:v>
                </c:pt>
                <c:pt idx="14254">
                  <c:v>6.0558541549295777</c:v>
                </c:pt>
                <c:pt idx="14255">
                  <c:v>6.0511794366197185</c:v>
                </c:pt>
                <c:pt idx="14256">
                  <c:v>6.0496223943661969</c:v>
                </c:pt>
                <c:pt idx="14257">
                  <c:v>6.0501369718309856</c:v>
                </c:pt>
                <c:pt idx="14258">
                  <c:v>6.0462473943661976</c:v>
                </c:pt>
                <c:pt idx="14259">
                  <c:v>6.0399359859154931</c:v>
                </c:pt>
                <c:pt idx="14260">
                  <c:v>6.0352822535211263</c:v>
                </c:pt>
                <c:pt idx="14261">
                  <c:v>6.0403338028169014</c:v>
                </c:pt>
                <c:pt idx="14262">
                  <c:v>6.0475488732394362</c:v>
                </c:pt>
                <c:pt idx="14263">
                  <c:v>6.0453838732394365</c:v>
                </c:pt>
                <c:pt idx="14264">
                  <c:v>6.0508264084507042</c:v>
                </c:pt>
                <c:pt idx="14265">
                  <c:v>6.0580017605633802</c:v>
                </c:pt>
                <c:pt idx="14266">
                  <c:v>6.0585873239436623</c:v>
                </c:pt>
                <c:pt idx="14267">
                  <c:v>6.0523557042253522</c:v>
                </c:pt>
                <c:pt idx="14268">
                  <c:v>6.0502824647887321</c:v>
                </c:pt>
                <c:pt idx="14269">
                  <c:v>6.0578647183098591</c:v>
                </c:pt>
                <c:pt idx="14270">
                  <c:v>6.0617296478873239</c:v>
                </c:pt>
                <c:pt idx="14271">
                  <c:v>6.0683408450704226</c:v>
                </c:pt>
                <c:pt idx="14272">
                  <c:v>6.0701085915492961</c:v>
                </c:pt>
                <c:pt idx="14273">
                  <c:v>6.0687864788732391</c:v>
                </c:pt>
                <c:pt idx="14274">
                  <c:v>6.071519718309859</c:v>
                </c:pt>
                <c:pt idx="14275">
                  <c:v>6.0728338028169011</c:v>
                </c:pt>
                <c:pt idx="14276">
                  <c:v>6.067831338028169</c:v>
                </c:pt>
                <c:pt idx="14277">
                  <c:v>6.0606401408450701</c:v>
                </c:pt>
                <c:pt idx="14278">
                  <c:v>6.060097323943662</c:v>
                </c:pt>
                <c:pt idx="14279">
                  <c:v>6.0617557042253525</c:v>
                </c:pt>
                <c:pt idx="14280">
                  <c:v>6.0642193661971833</c:v>
                </c:pt>
                <c:pt idx="14281">
                  <c:v>6.0636478873239437</c:v>
                </c:pt>
                <c:pt idx="14282">
                  <c:v>6.0600549295774648</c:v>
                </c:pt>
                <c:pt idx="14283">
                  <c:v>6.0591614084507039</c:v>
                </c:pt>
                <c:pt idx="14284">
                  <c:v>6.0650852112676059</c:v>
                </c:pt>
                <c:pt idx="14285">
                  <c:v>6.0657740845070425</c:v>
                </c:pt>
                <c:pt idx="14286">
                  <c:v>6.0598368309859154</c:v>
                </c:pt>
                <c:pt idx="14287">
                  <c:v>6.0527233098591546</c:v>
                </c:pt>
                <c:pt idx="14288">
                  <c:v>6.0520722535211267</c:v>
                </c:pt>
                <c:pt idx="14289">
                  <c:v>6.0548977464788729</c:v>
                </c:pt>
                <c:pt idx="14290">
                  <c:v>6.0562487323943666</c:v>
                </c:pt>
                <c:pt idx="14291">
                  <c:v>6.0588402112676061</c:v>
                </c:pt>
                <c:pt idx="14292">
                  <c:v>6.0618576056338025</c:v>
                </c:pt>
                <c:pt idx="14293">
                  <c:v>6.0643243661971828</c:v>
                </c:pt>
                <c:pt idx="14294">
                  <c:v>6.063536126760563</c:v>
                </c:pt>
                <c:pt idx="14295">
                  <c:v>6.0537890845070423</c:v>
                </c:pt>
                <c:pt idx="14296">
                  <c:v>6.0522421126760566</c:v>
                </c:pt>
                <c:pt idx="14297">
                  <c:v>6.058191549295775</c:v>
                </c:pt>
                <c:pt idx="14298">
                  <c:v>6.0672604929577467</c:v>
                </c:pt>
                <c:pt idx="14299">
                  <c:v>6.0705443661971827</c:v>
                </c:pt>
                <c:pt idx="14300">
                  <c:v>6.0699406338028172</c:v>
                </c:pt>
                <c:pt idx="14301">
                  <c:v>6.0679678169014082</c:v>
                </c:pt>
                <c:pt idx="14302">
                  <c:v>6.0552478873239437</c:v>
                </c:pt>
                <c:pt idx="14303">
                  <c:v>6.0490326760563384</c:v>
                </c:pt>
                <c:pt idx="14304">
                  <c:v>6.0511875352112678</c:v>
                </c:pt>
                <c:pt idx="14305">
                  <c:v>6.0550071830985912</c:v>
                </c:pt>
                <c:pt idx="14306">
                  <c:v>6.0576630985915489</c:v>
                </c:pt>
                <c:pt idx="14307">
                  <c:v>6.0539973943661973</c:v>
                </c:pt>
                <c:pt idx="14308">
                  <c:v>6.0513107746478871</c:v>
                </c:pt>
                <c:pt idx="14309">
                  <c:v>6.0604871126760562</c:v>
                </c:pt>
                <c:pt idx="14310">
                  <c:v>6.0699876760563383</c:v>
                </c:pt>
                <c:pt idx="14311">
                  <c:v>6.0648509154929577</c:v>
                </c:pt>
                <c:pt idx="14312">
                  <c:v>6.0549367605633799</c:v>
                </c:pt>
                <c:pt idx="14313">
                  <c:v>6.0502543661971835</c:v>
                </c:pt>
                <c:pt idx="14314">
                  <c:v>6.0472644366197184</c:v>
                </c:pt>
                <c:pt idx="14315">
                  <c:v>6.047256338028169</c:v>
                </c:pt>
                <c:pt idx="14316">
                  <c:v>6.0529526760563384</c:v>
                </c:pt>
                <c:pt idx="14317">
                  <c:v>6.0547233098591553</c:v>
                </c:pt>
                <c:pt idx="14318">
                  <c:v>6.0563349295774644</c:v>
                </c:pt>
                <c:pt idx="14319">
                  <c:v>6.0509374647887322</c:v>
                </c:pt>
                <c:pt idx="14320">
                  <c:v>6.0523272535211268</c:v>
                </c:pt>
                <c:pt idx="14321">
                  <c:v>6.0590655633802815</c:v>
                </c:pt>
                <c:pt idx="14322">
                  <c:v>6.0590406338028169</c:v>
                </c:pt>
                <c:pt idx="14323">
                  <c:v>6.0553067605633801</c:v>
                </c:pt>
                <c:pt idx="14324">
                  <c:v>6.0527883802816902</c:v>
                </c:pt>
                <c:pt idx="14325">
                  <c:v>6.0570342253521128</c:v>
                </c:pt>
                <c:pt idx="14326">
                  <c:v>6.0609142253521124</c:v>
                </c:pt>
                <c:pt idx="14327">
                  <c:v>6.0600591549295775</c:v>
                </c:pt>
                <c:pt idx="14328">
                  <c:v>6.0563550704225353</c:v>
                </c:pt>
                <c:pt idx="14329">
                  <c:v>6.0483963380281693</c:v>
                </c:pt>
                <c:pt idx="14330">
                  <c:v>6.0449823943661976</c:v>
                </c:pt>
                <c:pt idx="14331">
                  <c:v>6.0448355633802819</c:v>
                </c:pt>
                <c:pt idx="14332">
                  <c:v>6.0510302816901405</c:v>
                </c:pt>
                <c:pt idx="14333">
                  <c:v>6.0580294366197185</c:v>
                </c:pt>
                <c:pt idx="14334">
                  <c:v>6.0528213380281688</c:v>
                </c:pt>
                <c:pt idx="14335">
                  <c:v>6.0479510563380279</c:v>
                </c:pt>
                <c:pt idx="14336">
                  <c:v>6.0487427464788732</c:v>
                </c:pt>
                <c:pt idx="14337">
                  <c:v>6.0520991549295777</c:v>
                </c:pt>
                <c:pt idx="14338">
                  <c:v>6.0564130281690138</c:v>
                </c:pt>
                <c:pt idx="14339">
                  <c:v>6.0557668309859158</c:v>
                </c:pt>
                <c:pt idx="14340">
                  <c:v>6.0615973943661974</c:v>
                </c:pt>
                <c:pt idx="14341">
                  <c:v>6.0604526056338024</c:v>
                </c:pt>
                <c:pt idx="14342">
                  <c:v>6.0517483802816905</c:v>
                </c:pt>
                <c:pt idx="14343">
                  <c:v>6.0538064084507042</c:v>
                </c:pt>
                <c:pt idx="14344">
                  <c:v>6.0567676760563378</c:v>
                </c:pt>
                <c:pt idx="14345">
                  <c:v>6.057644647887324</c:v>
                </c:pt>
                <c:pt idx="14346">
                  <c:v>6.0533288028169014</c:v>
                </c:pt>
                <c:pt idx="14347">
                  <c:v>6.0518654225352115</c:v>
                </c:pt>
                <c:pt idx="14348">
                  <c:v>6.0560914084507038</c:v>
                </c:pt>
                <c:pt idx="14349">
                  <c:v>6.0563975352112678</c:v>
                </c:pt>
                <c:pt idx="14350">
                  <c:v>6.0521674647887327</c:v>
                </c:pt>
                <c:pt idx="14351">
                  <c:v>6.053852464788732</c:v>
                </c:pt>
                <c:pt idx="14352">
                  <c:v>6.0594526056338029</c:v>
                </c:pt>
                <c:pt idx="14353">
                  <c:v>6.056127464788732</c:v>
                </c:pt>
                <c:pt idx="14354">
                  <c:v>6.0561685915492962</c:v>
                </c:pt>
                <c:pt idx="14355">
                  <c:v>6.0566185211267607</c:v>
                </c:pt>
                <c:pt idx="14356">
                  <c:v>6.0504557042253522</c:v>
                </c:pt>
                <c:pt idx="14357">
                  <c:v>6.0501612676056338</c:v>
                </c:pt>
                <c:pt idx="14358">
                  <c:v>6.0561823943661972</c:v>
                </c:pt>
                <c:pt idx="14359">
                  <c:v>6.0621288028169014</c:v>
                </c:pt>
                <c:pt idx="14360">
                  <c:v>6.0624549999999999</c:v>
                </c:pt>
                <c:pt idx="14361">
                  <c:v>6.0633826760563378</c:v>
                </c:pt>
                <c:pt idx="14362">
                  <c:v>6.0653107746478874</c:v>
                </c:pt>
                <c:pt idx="14363">
                  <c:v>6.0615145774647887</c:v>
                </c:pt>
                <c:pt idx="14364">
                  <c:v>6.055418732394366</c:v>
                </c:pt>
                <c:pt idx="14365">
                  <c:v>6.0573616197183098</c:v>
                </c:pt>
                <c:pt idx="14366">
                  <c:v>6.0618895070422534</c:v>
                </c:pt>
                <c:pt idx="14367">
                  <c:v>6.0610366901408455</c:v>
                </c:pt>
                <c:pt idx="14368">
                  <c:v>6.0599562676056342</c:v>
                </c:pt>
                <c:pt idx="14369">
                  <c:v>6.0607072535211266</c:v>
                </c:pt>
                <c:pt idx="14370">
                  <c:v>6.0647690845070423</c:v>
                </c:pt>
                <c:pt idx="14371">
                  <c:v>6.0614371830985911</c:v>
                </c:pt>
                <c:pt idx="14372">
                  <c:v>6.0603484507042253</c:v>
                </c:pt>
                <c:pt idx="14373">
                  <c:v>6.0615524647887327</c:v>
                </c:pt>
                <c:pt idx="14374">
                  <c:v>6.0544459859154927</c:v>
                </c:pt>
                <c:pt idx="14375">
                  <c:v>6.0513420422535216</c:v>
                </c:pt>
                <c:pt idx="14376">
                  <c:v>6.0563328873239435</c:v>
                </c:pt>
                <c:pt idx="14377">
                  <c:v>6.0579682394366197</c:v>
                </c:pt>
                <c:pt idx="14378">
                  <c:v>6.0544698591549295</c:v>
                </c:pt>
                <c:pt idx="14379">
                  <c:v>6.0504745774647883</c:v>
                </c:pt>
                <c:pt idx="14380">
                  <c:v>6.0468654929577461</c:v>
                </c:pt>
                <c:pt idx="14381">
                  <c:v>6.0434987323943661</c:v>
                </c:pt>
                <c:pt idx="14382">
                  <c:v>6.0549524647887321</c:v>
                </c:pt>
                <c:pt idx="14383">
                  <c:v>6.0691029577464786</c:v>
                </c:pt>
                <c:pt idx="14384">
                  <c:v>6.0659974647887323</c:v>
                </c:pt>
                <c:pt idx="14385">
                  <c:v>6.0592039436619718</c:v>
                </c:pt>
                <c:pt idx="14386">
                  <c:v>6.05490823943662</c:v>
                </c:pt>
                <c:pt idx="14387">
                  <c:v>6.0544902816901409</c:v>
                </c:pt>
                <c:pt idx="14388">
                  <c:v>6.0609364788732396</c:v>
                </c:pt>
                <c:pt idx="14389">
                  <c:v>6.0663023239436615</c:v>
                </c:pt>
                <c:pt idx="14390">
                  <c:v>6.0686021126760563</c:v>
                </c:pt>
                <c:pt idx="14391">
                  <c:v>6.0699900704225351</c:v>
                </c:pt>
                <c:pt idx="14392">
                  <c:v>6.0622186619718308</c:v>
                </c:pt>
                <c:pt idx="14393">
                  <c:v>6.058067605633803</c:v>
                </c:pt>
                <c:pt idx="14394">
                  <c:v>6.056621197183099</c:v>
                </c:pt>
                <c:pt idx="14395">
                  <c:v>6.0522061267605638</c:v>
                </c:pt>
                <c:pt idx="14396">
                  <c:v>6.0487959859154934</c:v>
                </c:pt>
                <c:pt idx="14397">
                  <c:v>6.0522885915492957</c:v>
                </c:pt>
                <c:pt idx="14398">
                  <c:v>6.0595064084507042</c:v>
                </c:pt>
                <c:pt idx="14399">
                  <c:v>6.0589566197183098</c:v>
                </c:pt>
                <c:pt idx="14400">
                  <c:v>6.0563116197183096</c:v>
                </c:pt>
                <c:pt idx="14401">
                  <c:v>6.0562552112676054</c:v>
                </c:pt>
                <c:pt idx="14402">
                  <c:v>6.0569679577464788</c:v>
                </c:pt>
                <c:pt idx="14403">
                  <c:v>6.0545019718309856</c:v>
                </c:pt>
                <c:pt idx="14404">
                  <c:v>6.0554972535211267</c:v>
                </c:pt>
                <c:pt idx="14405">
                  <c:v>6.0533096478873238</c:v>
                </c:pt>
                <c:pt idx="14406">
                  <c:v>6.0514307042253517</c:v>
                </c:pt>
                <c:pt idx="14407">
                  <c:v>6.0543864084507044</c:v>
                </c:pt>
                <c:pt idx="14408">
                  <c:v>6.0511430985915489</c:v>
                </c:pt>
                <c:pt idx="14409">
                  <c:v>6.053298661971831</c:v>
                </c:pt>
                <c:pt idx="14410">
                  <c:v>6.0613576056338028</c:v>
                </c:pt>
                <c:pt idx="14411">
                  <c:v>6.0620169718309862</c:v>
                </c:pt>
                <c:pt idx="14412">
                  <c:v>6.0540795070422533</c:v>
                </c:pt>
                <c:pt idx="14413">
                  <c:v>6.0555197887323944</c:v>
                </c:pt>
                <c:pt idx="14414">
                  <c:v>6.061294929577465</c:v>
                </c:pt>
                <c:pt idx="14415">
                  <c:v>6.0576788732394364</c:v>
                </c:pt>
                <c:pt idx="14416">
                  <c:v>6.0528580281690143</c:v>
                </c:pt>
                <c:pt idx="14417">
                  <c:v>6.0547371830985917</c:v>
                </c:pt>
                <c:pt idx="14418">
                  <c:v>6.0596340140845069</c:v>
                </c:pt>
                <c:pt idx="14419">
                  <c:v>6.0614035915492961</c:v>
                </c:pt>
                <c:pt idx="14420">
                  <c:v>6.0630773239436619</c:v>
                </c:pt>
                <c:pt idx="14421">
                  <c:v>6.0703812676056339</c:v>
                </c:pt>
                <c:pt idx="14422">
                  <c:v>6.0704781690140841</c:v>
                </c:pt>
                <c:pt idx="14423">
                  <c:v>6.0674104929577464</c:v>
                </c:pt>
                <c:pt idx="14424">
                  <c:v>6.0662338732394367</c:v>
                </c:pt>
                <c:pt idx="14425">
                  <c:v>6.067835633802817</c:v>
                </c:pt>
                <c:pt idx="14426">
                  <c:v>6.0673715492957747</c:v>
                </c:pt>
                <c:pt idx="14427">
                  <c:v>6.0684270422535214</c:v>
                </c:pt>
                <c:pt idx="14428">
                  <c:v>6.0648413380281694</c:v>
                </c:pt>
                <c:pt idx="14429">
                  <c:v>6.0588818309859152</c:v>
                </c:pt>
                <c:pt idx="14430">
                  <c:v>6.0600373239436616</c:v>
                </c:pt>
                <c:pt idx="14431">
                  <c:v>6.0599014788732397</c:v>
                </c:pt>
                <c:pt idx="14432">
                  <c:v>6.0563735915492956</c:v>
                </c:pt>
                <c:pt idx="14433">
                  <c:v>6.0580380281690145</c:v>
                </c:pt>
                <c:pt idx="14434">
                  <c:v>6.0587632394366198</c:v>
                </c:pt>
                <c:pt idx="14435">
                  <c:v>6.0580797887323943</c:v>
                </c:pt>
                <c:pt idx="14436">
                  <c:v>6.0613094366197187</c:v>
                </c:pt>
                <c:pt idx="14437">
                  <c:v>6.059963309859155</c:v>
                </c:pt>
                <c:pt idx="14438">
                  <c:v>6.0567051408450707</c:v>
                </c:pt>
                <c:pt idx="14439">
                  <c:v>6.0643028169014084</c:v>
                </c:pt>
                <c:pt idx="14440">
                  <c:v>6.067958450704225</c:v>
                </c:pt>
                <c:pt idx="14441">
                  <c:v>6.066901408450704</c:v>
                </c:pt>
                <c:pt idx="14442">
                  <c:v>6.062055</c:v>
                </c:pt>
                <c:pt idx="14443">
                  <c:v>6.0557227464788737</c:v>
                </c:pt>
                <c:pt idx="14444">
                  <c:v>6.0571373943661975</c:v>
                </c:pt>
                <c:pt idx="14445">
                  <c:v>6.0601217605633799</c:v>
                </c:pt>
                <c:pt idx="14446">
                  <c:v>6.061584436619718</c:v>
                </c:pt>
                <c:pt idx="14447">
                  <c:v>6.0591084507042252</c:v>
                </c:pt>
                <c:pt idx="14448">
                  <c:v>6.0511592957746476</c:v>
                </c:pt>
                <c:pt idx="14449">
                  <c:v>6.0418223943661973</c:v>
                </c:pt>
                <c:pt idx="14450">
                  <c:v>6.0437204929577462</c:v>
                </c:pt>
                <c:pt idx="14451">
                  <c:v>6.0468160563380282</c:v>
                </c:pt>
                <c:pt idx="14452">
                  <c:v>6.0565154929577467</c:v>
                </c:pt>
                <c:pt idx="14453">
                  <c:v>6.0667666197183099</c:v>
                </c:pt>
                <c:pt idx="14454">
                  <c:v>6.0699969718309861</c:v>
                </c:pt>
                <c:pt idx="14455">
                  <c:v>6.0646340140845068</c:v>
                </c:pt>
                <c:pt idx="14456">
                  <c:v>6.0633688732394369</c:v>
                </c:pt>
                <c:pt idx="14457">
                  <c:v>6.0699466197183103</c:v>
                </c:pt>
                <c:pt idx="14458">
                  <c:v>6.0651036619718308</c:v>
                </c:pt>
                <c:pt idx="14459">
                  <c:v>6.057286267605634</c:v>
                </c:pt>
                <c:pt idx="14460">
                  <c:v>6.0557432394366195</c:v>
                </c:pt>
                <c:pt idx="14461">
                  <c:v>6.0531838028169016</c:v>
                </c:pt>
                <c:pt idx="14462">
                  <c:v>6.0528739436619716</c:v>
                </c:pt>
                <c:pt idx="14463">
                  <c:v>6.0477245774647885</c:v>
                </c:pt>
                <c:pt idx="14464">
                  <c:v>6.0447738028169011</c:v>
                </c:pt>
                <c:pt idx="14465">
                  <c:v>6.05326823943662</c:v>
                </c:pt>
                <c:pt idx="14466">
                  <c:v>6.0580743661971832</c:v>
                </c:pt>
                <c:pt idx="14467">
                  <c:v>6.061259084507042</c:v>
                </c:pt>
                <c:pt idx="14468">
                  <c:v>6.0655510563380286</c:v>
                </c:pt>
                <c:pt idx="14469">
                  <c:v>6.062948732394366</c:v>
                </c:pt>
                <c:pt idx="14470">
                  <c:v>6.0608351408450707</c:v>
                </c:pt>
                <c:pt idx="14471">
                  <c:v>6.0642222535211268</c:v>
                </c:pt>
                <c:pt idx="14472">
                  <c:v>6.0637600704225356</c:v>
                </c:pt>
                <c:pt idx="14473">
                  <c:v>6.060457957746479</c:v>
                </c:pt>
                <c:pt idx="14474">
                  <c:v>6.0573432394366193</c:v>
                </c:pt>
                <c:pt idx="14475">
                  <c:v>6.0595973943661976</c:v>
                </c:pt>
                <c:pt idx="14476">
                  <c:v>6.0642238028169011</c:v>
                </c:pt>
                <c:pt idx="14477">
                  <c:v>6.0659254929577466</c:v>
                </c:pt>
                <c:pt idx="14478">
                  <c:v>6.062347112676056</c:v>
                </c:pt>
                <c:pt idx="14479">
                  <c:v>6.0588343661971829</c:v>
                </c:pt>
                <c:pt idx="14480">
                  <c:v>6.0525043661971827</c:v>
                </c:pt>
                <c:pt idx="14481">
                  <c:v>6.0510882394366199</c:v>
                </c:pt>
                <c:pt idx="14482">
                  <c:v>6.049469366197183</c:v>
                </c:pt>
                <c:pt idx="14483">
                  <c:v>6.0414545774647888</c:v>
                </c:pt>
                <c:pt idx="14484">
                  <c:v>6.0404107042253523</c:v>
                </c:pt>
                <c:pt idx="14485">
                  <c:v>6.0455308450704228</c:v>
                </c:pt>
                <c:pt idx="14486">
                  <c:v>6.0473566197183102</c:v>
                </c:pt>
                <c:pt idx="14487">
                  <c:v>6.0433274647887325</c:v>
                </c:pt>
                <c:pt idx="14488">
                  <c:v>6.0403149999999997</c:v>
                </c:pt>
                <c:pt idx="14489">
                  <c:v>6.0478592957746482</c:v>
                </c:pt>
                <c:pt idx="14490">
                  <c:v>6.0581861971830984</c:v>
                </c:pt>
                <c:pt idx="14491">
                  <c:v>6.0643215492957747</c:v>
                </c:pt>
                <c:pt idx="14492">
                  <c:v>6.0647388028169011</c:v>
                </c:pt>
                <c:pt idx="14493">
                  <c:v>6.0652650000000001</c:v>
                </c:pt>
                <c:pt idx="14494">
                  <c:v>6.0678161971830988</c:v>
                </c:pt>
                <c:pt idx="14495">
                  <c:v>6.0672363380281693</c:v>
                </c:pt>
                <c:pt idx="14496">
                  <c:v>6.0693213380281694</c:v>
                </c:pt>
                <c:pt idx="14497">
                  <c:v>6.068435</c:v>
                </c:pt>
                <c:pt idx="14498">
                  <c:v>6.070992957746479</c:v>
                </c:pt>
                <c:pt idx="14499">
                  <c:v>6.0728999999999997</c:v>
                </c:pt>
                <c:pt idx="14500">
                  <c:v>6.0677590845070419</c:v>
                </c:pt>
                <c:pt idx="14501">
                  <c:v>6.0631209154929575</c:v>
                </c:pt>
                <c:pt idx="14502">
                  <c:v>6.0604966197183101</c:v>
                </c:pt>
                <c:pt idx="14503">
                  <c:v>6.0644619014084507</c:v>
                </c:pt>
                <c:pt idx="14504">
                  <c:v>6.0639610563380284</c:v>
                </c:pt>
                <c:pt idx="14505">
                  <c:v>6.0523712676056336</c:v>
                </c:pt>
                <c:pt idx="14506">
                  <c:v>6.0504102112676055</c:v>
                </c:pt>
                <c:pt idx="14507">
                  <c:v>6.0545873239436618</c:v>
                </c:pt>
                <c:pt idx="14508">
                  <c:v>6.0506635915492959</c:v>
                </c:pt>
                <c:pt idx="14509">
                  <c:v>6.0431977464788735</c:v>
                </c:pt>
                <c:pt idx="14510">
                  <c:v>6.0443175352112677</c:v>
                </c:pt>
                <c:pt idx="14511">
                  <c:v>6.0479631690140847</c:v>
                </c:pt>
                <c:pt idx="14512">
                  <c:v>6.0464240845070423</c:v>
                </c:pt>
                <c:pt idx="14513">
                  <c:v>6.0430345070422531</c:v>
                </c:pt>
                <c:pt idx="14514">
                  <c:v>6.0433659859154929</c:v>
                </c:pt>
                <c:pt idx="14515">
                  <c:v>6.0443480281690141</c:v>
                </c:pt>
                <c:pt idx="14516">
                  <c:v>6.0490056338028166</c:v>
                </c:pt>
                <c:pt idx="14517">
                  <c:v>6.0603324647887327</c:v>
                </c:pt>
                <c:pt idx="14518">
                  <c:v>6.0657035915492958</c:v>
                </c:pt>
                <c:pt idx="14519">
                  <c:v>6.0659687323943663</c:v>
                </c:pt>
                <c:pt idx="14520">
                  <c:v>6.0624949295774648</c:v>
                </c:pt>
                <c:pt idx="14521">
                  <c:v>6.0620562676056338</c:v>
                </c:pt>
                <c:pt idx="14522">
                  <c:v>6.0607136619718309</c:v>
                </c:pt>
                <c:pt idx="14523">
                  <c:v>6.0594859154929575</c:v>
                </c:pt>
                <c:pt idx="14524">
                  <c:v>6.059886971830986</c:v>
                </c:pt>
                <c:pt idx="14525">
                  <c:v>6.061006549295775</c:v>
                </c:pt>
                <c:pt idx="14526">
                  <c:v>6.0635536619718309</c:v>
                </c:pt>
                <c:pt idx="14527">
                  <c:v>6.0588727464788734</c:v>
                </c:pt>
                <c:pt idx="14528">
                  <c:v>6.0520343661971827</c:v>
                </c:pt>
                <c:pt idx="14529">
                  <c:v>6.0549909859154933</c:v>
                </c:pt>
                <c:pt idx="14530">
                  <c:v>6.0557516197183094</c:v>
                </c:pt>
                <c:pt idx="14531">
                  <c:v>6.0601416197183102</c:v>
                </c:pt>
                <c:pt idx="14532">
                  <c:v>6.0674481690140842</c:v>
                </c:pt>
                <c:pt idx="14533">
                  <c:v>6.0655979577464789</c:v>
                </c:pt>
                <c:pt idx="14534">
                  <c:v>6.0661464788732395</c:v>
                </c:pt>
                <c:pt idx="14535">
                  <c:v>6.064237042253521</c:v>
                </c:pt>
                <c:pt idx="14536">
                  <c:v>6.0623878873239434</c:v>
                </c:pt>
                <c:pt idx="14537">
                  <c:v>6.0616709154929573</c:v>
                </c:pt>
                <c:pt idx="14538">
                  <c:v>6.0635866901408448</c:v>
                </c:pt>
                <c:pt idx="14539">
                  <c:v>6.0680149999999999</c:v>
                </c:pt>
                <c:pt idx="14540">
                  <c:v>6.06749161971831</c:v>
                </c:pt>
                <c:pt idx="14541">
                  <c:v>6.0674822535211268</c:v>
                </c:pt>
                <c:pt idx="14542">
                  <c:v>6.0660526056338027</c:v>
                </c:pt>
                <c:pt idx="14543">
                  <c:v>6.0625728873239435</c:v>
                </c:pt>
                <c:pt idx="14544">
                  <c:v>6.0586597183098592</c:v>
                </c:pt>
                <c:pt idx="14545">
                  <c:v>6.0617042253521127</c:v>
                </c:pt>
                <c:pt idx="14546">
                  <c:v>6.0645047887323944</c:v>
                </c:pt>
                <c:pt idx="14547">
                  <c:v>6.0622057042253523</c:v>
                </c:pt>
                <c:pt idx="14548">
                  <c:v>6.0585973239436619</c:v>
                </c:pt>
                <c:pt idx="14549">
                  <c:v>6.0565679577464788</c:v>
                </c:pt>
                <c:pt idx="14550">
                  <c:v>6.0607706338028171</c:v>
                </c:pt>
                <c:pt idx="14551">
                  <c:v>6.0662467605633799</c:v>
                </c:pt>
                <c:pt idx="14552">
                  <c:v>6.0599722535211269</c:v>
                </c:pt>
                <c:pt idx="14553">
                  <c:v>6.0568914084507046</c:v>
                </c:pt>
                <c:pt idx="14554">
                  <c:v>6.060840422535211</c:v>
                </c:pt>
                <c:pt idx="14555">
                  <c:v>6.0634151408450707</c:v>
                </c:pt>
                <c:pt idx="14556">
                  <c:v>6.0610503521126757</c:v>
                </c:pt>
                <c:pt idx="14557">
                  <c:v>6.0589547183098595</c:v>
                </c:pt>
                <c:pt idx="14558">
                  <c:v>6.0570447887323944</c:v>
                </c:pt>
                <c:pt idx="14559">
                  <c:v>6.0565371126760565</c:v>
                </c:pt>
                <c:pt idx="14560">
                  <c:v>6.0539442253521125</c:v>
                </c:pt>
                <c:pt idx="14561">
                  <c:v>6.0534334507042251</c:v>
                </c:pt>
                <c:pt idx="14562">
                  <c:v>6.0621971830985917</c:v>
                </c:pt>
                <c:pt idx="14563">
                  <c:v>6.0721042253521125</c:v>
                </c:pt>
                <c:pt idx="14564">
                  <c:v>6.0762570422535207</c:v>
                </c:pt>
                <c:pt idx="14565">
                  <c:v>6.069057887323944</c:v>
                </c:pt>
                <c:pt idx="14566">
                  <c:v>6.0588568309859152</c:v>
                </c:pt>
                <c:pt idx="14567">
                  <c:v>6.0578028873239438</c:v>
                </c:pt>
                <c:pt idx="14568">
                  <c:v>6.0591303521126765</c:v>
                </c:pt>
                <c:pt idx="14569">
                  <c:v>6.0604182394366193</c:v>
                </c:pt>
                <c:pt idx="14570">
                  <c:v>6.0647245774647889</c:v>
                </c:pt>
                <c:pt idx="14571">
                  <c:v>6.0645320422535214</c:v>
                </c:pt>
                <c:pt idx="14572">
                  <c:v>6.057247253521127</c:v>
                </c:pt>
                <c:pt idx="14573">
                  <c:v>6.0540338028169014</c:v>
                </c:pt>
                <c:pt idx="14574">
                  <c:v>6.0524585915492954</c:v>
                </c:pt>
                <c:pt idx="14575">
                  <c:v>6.0555350704225352</c:v>
                </c:pt>
                <c:pt idx="14576">
                  <c:v>6.0663766197183095</c:v>
                </c:pt>
                <c:pt idx="14577">
                  <c:v>6.0712218309859152</c:v>
                </c:pt>
                <c:pt idx="14578">
                  <c:v>6.0690461267605631</c:v>
                </c:pt>
                <c:pt idx="14579">
                  <c:v>6.0644016197183097</c:v>
                </c:pt>
                <c:pt idx="14580">
                  <c:v>6.0573388732394369</c:v>
                </c:pt>
                <c:pt idx="14581">
                  <c:v>6.0475450704225349</c:v>
                </c:pt>
                <c:pt idx="14582">
                  <c:v>6.047057183098592</c:v>
                </c:pt>
                <c:pt idx="14583">
                  <c:v>6.0469001408450707</c:v>
                </c:pt>
                <c:pt idx="14584">
                  <c:v>6.0432344366197182</c:v>
                </c:pt>
                <c:pt idx="14585">
                  <c:v>6.0451163380281692</c:v>
                </c:pt>
                <c:pt idx="14586">
                  <c:v>6.042783802816901</c:v>
                </c:pt>
                <c:pt idx="14587">
                  <c:v>6.0404734507042255</c:v>
                </c:pt>
                <c:pt idx="14588">
                  <c:v>6.0455933098591546</c:v>
                </c:pt>
                <c:pt idx="14589">
                  <c:v>6.0609283098591549</c:v>
                </c:pt>
                <c:pt idx="14590">
                  <c:v>6.0698740140845073</c:v>
                </c:pt>
                <c:pt idx="14591">
                  <c:v>6.0725697183098593</c:v>
                </c:pt>
                <c:pt idx="14592">
                  <c:v>6.0731901408450701</c:v>
                </c:pt>
                <c:pt idx="14593">
                  <c:v>6.0720070422535208</c:v>
                </c:pt>
                <c:pt idx="14594">
                  <c:v>6.0696740845070423</c:v>
                </c:pt>
                <c:pt idx="14595">
                  <c:v>6.0683758450704222</c:v>
                </c:pt>
                <c:pt idx="14596">
                  <c:v>6.0643635211267606</c:v>
                </c:pt>
                <c:pt idx="14597">
                  <c:v>6.0597149295774644</c:v>
                </c:pt>
                <c:pt idx="14598">
                  <c:v>6.0643945070422536</c:v>
                </c:pt>
                <c:pt idx="14599">
                  <c:v>6.0675188732394369</c:v>
                </c:pt>
                <c:pt idx="14600">
                  <c:v>6.0696947183098588</c:v>
                </c:pt>
                <c:pt idx="14601">
                  <c:v>6.0698069718309862</c:v>
                </c:pt>
                <c:pt idx="14602">
                  <c:v>6.0619222535211268</c:v>
                </c:pt>
                <c:pt idx="14603">
                  <c:v>6.0594182394366198</c:v>
                </c:pt>
                <c:pt idx="14604">
                  <c:v>6.0611093661971829</c:v>
                </c:pt>
                <c:pt idx="14605">
                  <c:v>6.0659107042253524</c:v>
                </c:pt>
                <c:pt idx="14606">
                  <c:v>6.0677419014084508</c:v>
                </c:pt>
                <c:pt idx="14607">
                  <c:v>6.0657257042253523</c:v>
                </c:pt>
                <c:pt idx="14608">
                  <c:v>6.055851408450704</c:v>
                </c:pt>
                <c:pt idx="14609">
                  <c:v>6.0506582394366193</c:v>
                </c:pt>
                <c:pt idx="14610">
                  <c:v>6.0555877464788734</c:v>
                </c:pt>
                <c:pt idx="14611">
                  <c:v>6.0618643661971827</c:v>
                </c:pt>
                <c:pt idx="14612">
                  <c:v>6.0637108450704229</c:v>
                </c:pt>
                <c:pt idx="14613">
                  <c:v>6.0602317605633802</c:v>
                </c:pt>
                <c:pt idx="14614">
                  <c:v>6.0597915492957748</c:v>
                </c:pt>
                <c:pt idx="14615">
                  <c:v>6.058980563380282</c:v>
                </c:pt>
                <c:pt idx="14616">
                  <c:v>6.0615858450704225</c:v>
                </c:pt>
                <c:pt idx="14617">
                  <c:v>6.0653561267605633</c:v>
                </c:pt>
                <c:pt idx="14618">
                  <c:v>6.063266408450704</c:v>
                </c:pt>
                <c:pt idx="14619">
                  <c:v>6.0621085211267607</c:v>
                </c:pt>
                <c:pt idx="14620">
                  <c:v>6.065812253521127</c:v>
                </c:pt>
                <c:pt idx="14621">
                  <c:v>6.069457887323944</c:v>
                </c:pt>
                <c:pt idx="14622">
                  <c:v>6.0684879577464788</c:v>
                </c:pt>
                <c:pt idx="14623">
                  <c:v>6.0640524647887322</c:v>
                </c:pt>
                <c:pt idx="14624">
                  <c:v>6.0566401408450705</c:v>
                </c:pt>
                <c:pt idx="14625">
                  <c:v>6.0480947887323939</c:v>
                </c:pt>
                <c:pt idx="14626">
                  <c:v>6.0550760563380281</c:v>
                </c:pt>
                <c:pt idx="14627">
                  <c:v>6.06343161971831</c:v>
                </c:pt>
                <c:pt idx="14628">
                  <c:v>6.0627830985915496</c:v>
                </c:pt>
                <c:pt idx="14629">
                  <c:v>6.0693161267605635</c:v>
                </c:pt>
                <c:pt idx="14630">
                  <c:v>6.0829007042253522</c:v>
                </c:pt>
                <c:pt idx="14631">
                  <c:v>6.0884098591549298</c:v>
                </c:pt>
                <c:pt idx="14632">
                  <c:v>6.0836633802816902</c:v>
                </c:pt>
                <c:pt idx="14633">
                  <c:v>6.0710007042253524</c:v>
                </c:pt>
                <c:pt idx="14634">
                  <c:v>6.0614804225352117</c:v>
                </c:pt>
                <c:pt idx="14635">
                  <c:v>6.0541304929577464</c:v>
                </c:pt>
                <c:pt idx="14636">
                  <c:v>6.054457253521127</c:v>
                </c:pt>
                <c:pt idx="14637">
                  <c:v>6.0583415492957746</c:v>
                </c:pt>
                <c:pt idx="14638">
                  <c:v>6.058664718309859</c:v>
                </c:pt>
                <c:pt idx="14639">
                  <c:v>6.0601611267605637</c:v>
                </c:pt>
                <c:pt idx="14640">
                  <c:v>6.0610385915492957</c:v>
                </c:pt>
                <c:pt idx="14641">
                  <c:v>6.0577821830985918</c:v>
                </c:pt>
                <c:pt idx="14642">
                  <c:v>6.0608474647887327</c:v>
                </c:pt>
                <c:pt idx="14643">
                  <c:v>6.0611509859154928</c:v>
                </c:pt>
                <c:pt idx="14644">
                  <c:v>6.0594464084507038</c:v>
                </c:pt>
                <c:pt idx="14645">
                  <c:v>6.0581633802816901</c:v>
                </c:pt>
                <c:pt idx="14646">
                  <c:v>6.056058028169014</c:v>
                </c:pt>
                <c:pt idx="14647">
                  <c:v>6.0477888732394369</c:v>
                </c:pt>
                <c:pt idx="14648">
                  <c:v>6.0471873239436622</c:v>
                </c:pt>
                <c:pt idx="14649">
                  <c:v>6.0542909859154932</c:v>
                </c:pt>
                <c:pt idx="14650">
                  <c:v>6.0577228169014088</c:v>
                </c:pt>
                <c:pt idx="14651">
                  <c:v>6.0578952112676054</c:v>
                </c:pt>
                <c:pt idx="14652">
                  <c:v>6.0610387323943664</c:v>
                </c:pt>
                <c:pt idx="14653">
                  <c:v>6.0653796478873243</c:v>
                </c:pt>
                <c:pt idx="14654">
                  <c:v>6.067175985915493</c:v>
                </c:pt>
                <c:pt idx="14655">
                  <c:v>6.0667988732394367</c:v>
                </c:pt>
                <c:pt idx="14656">
                  <c:v>6.0661561267605633</c:v>
                </c:pt>
                <c:pt idx="14657">
                  <c:v>6.0653478169014088</c:v>
                </c:pt>
                <c:pt idx="14658">
                  <c:v>6.0635602816901413</c:v>
                </c:pt>
                <c:pt idx="14659">
                  <c:v>6.0685946478873243</c:v>
                </c:pt>
                <c:pt idx="14660">
                  <c:v>6.0649692253521126</c:v>
                </c:pt>
                <c:pt idx="14661">
                  <c:v>6.0595278169014088</c:v>
                </c:pt>
                <c:pt idx="14662">
                  <c:v>6.0621716197183098</c:v>
                </c:pt>
                <c:pt idx="14663">
                  <c:v>6.0687242253521125</c:v>
                </c:pt>
                <c:pt idx="14664">
                  <c:v>6.0700912676056342</c:v>
                </c:pt>
                <c:pt idx="14665">
                  <c:v>6.063969366197183</c:v>
                </c:pt>
                <c:pt idx="14666">
                  <c:v>6.0520886619718306</c:v>
                </c:pt>
                <c:pt idx="14667">
                  <c:v>6.0462243661971833</c:v>
                </c:pt>
                <c:pt idx="14668">
                  <c:v>6.047784225352113</c:v>
                </c:pt>
                <c:pt idx="14669">
                  <c:v>6.0573735211267605</c:v>
                </c:pt>
                <c:pt idx="14670">
                  <c:v>6.0641339436619717</c:v>
                </c:pt>
                <c:pt idx="14671">
                  <c:v>6.066092253521127</c:v>
                </c:pt>
                <c:pt idx="14672">
                  <c:v>6.0659108450704222</c:v>
                </c:pt>
                <c:pt idx="14673">
                  <c:v>6.0609980281690143</c:v>
                </c:pt>
                <c:pt idx="14674">
                  <c:v>6.0554223239436622</c:v>
                </c:pt>
                <c:pt idx="14675">
                  <c:v>6.0562698591549298</c:v>
                </c:pt>
                <c:pt idx="14676">
                  <c:v>6.0609954929577468</c:v>
                </c:pt>
                <c:pt idx="14677">
                  <c:v>6.0588664788732398</c:v>
                </c:pt>
                <c:pt idx="14678">
                  <c:v>6.0574559859154933</c:v>
                </c:pt>
                <c:pt idx="14679">
                  <c:v>6.063166197183099</c:v>
                </c:pt>
                <c:pt idx="14680">
                  <c:v>6.0668781690140845</c:v>
                </c:pt>
                <c:pt idx="14681">
                  <c:v>6.0706936619718306</c:v>
                </c:pt>
                <c:pt idx="14682">
                  <c:v>6.0736288732394366</c:v>
                </c:pt>
                <c:pt idx="14683">
                  <c:v>6.0690767605633802</c:v>
                </c:pt>
                <c:pt idx="14684">
                  <c:v>6.0610413380281694</c:v>
                </c:pt>
                <c:pt idx="14685">
                  <c:v>6.0537923943661971</c:v>
                </c:pt>
                <c:pt idx="14686">
                  <c:v>6.0630083098591552</c:v>
                </c:pt>
                <c:pt idx="14687">
                  <c:v>6.069475985915493</c:v>
                </c:pt>
                <c:pt idx="14688">
                  <c:v>6.0677911267605635</c:v>
                </c:pt>
                <c:pt idx="14689">
                  <c:v>6.0650445070422538</c:v>
                </c:pt>
                <c:pt idx="14690">
                  <c:v>6.0634976760563379</c:v>
                </c:pt>
                <c:pt idx="14691">
                  <c:v>6.0590692957746475</c:v>
                </c:pt>
                <c:pt idx="14692">
                  <c:v>6.060954647887324</c:v>
                </c:pt>
                <c:pt idx="14693">
                  <c:v>6.0656716197183096</c:v>
                </c:pt>
                <c:pt idx="14694">
                  <c:v>6.0681485211267603</c:v>
                </c:pt>
                <c:pt idx="14695">
                  <c:v>6.0722176056338029</c:v>
                </c:pt>
                <c:pt idx="14696">
                  <c:v>6.0724422535211264</c:v>
                </c:pt>
                <c:pt idx="14697">
                  <c:v>6.074238028169014</c:v>
                </c:pt>
                <c:pt idx="14698">
                  <c:v>6.0779683098591546</c:v>
                </c:pt>
                <c:pt idx="14699">
                  <c:v>6.0764612676056338</c:v>
                </c:pt>
                <c:pt idx="14700">
                  <c:v>6.0751471830985917</c:v>
                </c:pt>
                <c:pt idx="14701">
                  <c:v>6.0760661971830983</c:v>
                </c:pt>
                <c:pt idx="14702">
                  <c:v>6.0723950704225356</c:v>
                </c:pt>
                <c:pt idx="14703">
                  <c:v>6.068359225352113</c:v>
                </c:pt>
                <c:pt idx="14704">
                  <c:v>6.0697795774647885</c:v>
                </c:pt>
                <c:pt idx="14705">
                  <c:v>6.0692468309859153</c:v>
                </c:pt>
                <c:pt idx="14706">
                  <c:v>6.0638420422535209</c:v>
                </c:pt>
                <c:pt idx="14707">
                  <c:v>6.0564890845070423</c:v>
                </c:pt>
                <c:pt idx="14708">
                  <c:v>6.0576186619718309</c:v>
                </c:pt>
                <c:pt idx="14709">
                  <c:v>6.0635810563380286</c:v>
                </c:pt>
                <c:pt idx="14710">
                  <c:v>6.0684554225352114</c:v>
                </c:pt>
                <c:pt idx="14711">
                  <c:v>6.0705056338028172</c:v>
                </c:pt>
                <c:pt idx="14712">
                  <c:v>6.0706957746478869</c:v>
                </c:pt>
                <c:pt idx="14713">
                  <c:v>6.072492957746479</c:v>
                </c:pt>
                <c:pt idx="14714">
                  <c:v>6.0677821126760563</c:v>
                </c:pt>
                <c:pt idx="14715">
                  <c:v>6.0612557746478872</c:v>
                </c:pt>
                <c:pt idx="14716">
                  <c:v>6.062545352112676</c:v>
                </c:pt>
                <c:pt idx="14717">
                  <c:v>6.0678108450704222</c:v>
                </c:pt>
                <c:pt idx="14718">
                  <c:v>6.0765077464788728</c:v>
                </c:pt>
                <c:pt idx="14719">
                  <c:v>6.0802429577464787</c:v>
                </c:pt>
                <c:pt idx="14720">
                  <c:v>6.077102112676056</c:v>
                </c:pt>
                <c:pt idx="14721">
                  <c:v>6.0676899999999998</c:v>
                </c:pt>
                <c:pt idx="14722">
                  <c:v>6.056385070422535</c:v>
                </c:pt>
                <c:pt idx="14723">
                  <c:v>6.0564181690140844</c:v>
                </c:pt>
                <c:pt idx="14724">
                  <c:v>6.0613585211267607</c:v>
                </c:pt>
                <c:pt idx="14725">
                  <c:v>6.0623019014084507</c:v>
                </c:pt>
                <c:pt idx="14726">
                  <c:v>6.0633258450704224</c:v>
                </c:pt>
                <c:pt idx="14727">
                  <c:v>6.0714133802816903</c:v>
                </c:pt>
                <c:pt idx="14728">
                  <c:v>6.070924647887324</c:v>
                </c:pt>
                <c:pt idx="14729">
                  <c:v>6.0693785915492962</c:v>
                </c:pt>
                <c:pt idx="14730">
                  <c:v>6.0726091549295775</c:v>
                </c:pt>
                <c:pt idx="14731">
                  <c:v>6.0670187323943665</c:v>
                </c:pt>
                <c:pt idx="14732">
                  <c:v>6.0570401408450705</c:v>
                </c:pt>
                <c:pt idx="14733">
                  <c:v>6.0582392957746478</c:v>
                </c:pt>
                <c:pt idx="14734">
                  <c:v>6.0559246478873243</c:v>
                </c:pt>
                <c:pt idx="14735">
                  <c:v>6.0549402112676054</c:v>
                </c:pt>
                <c:pt idx="14736">
                  <c:v>6.0626846478873242</c:v>
                </c:pt>
                <c:pt idx="14737">
                  <c:v>6.0676122535211263</c:v>
                </c:pt>
                <c:pt idx="14738">
                  <c:v>6.0617042253521127</c:v>
                </c:pt>
                <c:pt idx="14739">
                  <c:v>6.0596547887323942</c:v>
                </c:pt>
                <c:pt idx="14740">
                  <c:v>6.0642852816901405</c:v>
                </c:pt>
                <c:pt idx="14741">
                  <c:v>6.0642362676056338</c:v>
                </c:pt>
                <c:pt idx="14742">
                  <c:v>6.0635554225352113</c:v>
                </c:pt>
                <c:pt idx="14743">
                  <c:v>6.0613822535211268</c:v>
                </c:pt>
                <c:pt idx="14744">
                  <c:v>6.0592085915492957</c:v>
                </c:pt>
                <c:pt idx="14745">
                  <c:v>6.0611545070422537</c:v>
                </c:pt>
                <c:pt idx="14746">
                  <c:v>6.0611549295774649</c:v>
                </c:pt>
                <c:pt idx="14747">
                  <c:v>6.0628785211267608</c:v>
                </c:pt>
                <c:pt idx="14748">
                  <c:v>6.0688169718309863</c:v>
                </c:pt>
                <c:pt idx="14749">
                  <c:v>6.0773795774647885</c:v>
                </c:pt>
                <c:pt idx="14750">
                  <c:v>6.0799852112676058</c:v>
                </c:pt>
                <c:pt idx="14751">
                  <c:v>6.0650340140845067</c:v>
                </c:pt>
                <c:pt idx="14752">
                  <c:v>6.0525028169014083</c:v>
                </c:pt>
                <c:pt idx="14753">
                  <c:v>6.0592417605633804</c:v>
                </c:pt>
                <c:pt idx="14754">
                  <c:v>6.0643181690140846</c:v>
                </c:pt>
                <c:pt idx="14755">
                  <c:v>6.0692419014084509</c:v>
                </c:pt>
                <c:pt idx="14756">
                  <c:v>6.0715521126760565</c:v>
                </c:pt>
                <c:pt idx="14757">
                  <c:v>6.0694486619718306</c:v>
                </c:pt>
                <c:pt idx="14758">
                  <c:v>6.0726028169014086</c:v>
                </c:pt>
                <c:pt idx="14759">
                  <c:v>6.0736211267605631</c:v>
                </c:pt>
                <c:pt idx="14760">
                  <c:v>6.0689931690140844</c:v>
                </c:pt>
                <c:pt idx="14761">
                  <c:v>6.0644127464788733</c:v>
                </c:pt>
                <c:pt idx="14762">
                  <c:v>6.061012535211268</c:v>
                </c:pt>
                <c:pt idx="14763">
                  <c:v>6.0587682394366196</c:v>
                </c:pt>
                <c:pt idx="14764">
                  <c:v>6.0655711267605632</c:v>
                </c:pt>
                <c:pt idx="14765">
                  <c:v>6.0740859154929581</c:v>
                </c:pt>
                <c:pt idx="14766">
                  <c:v>6.079203521126761</c:v>
                </c:pt>
                <c:pt idx="14767">
                  <c:v>6.0755422535211263</c:v>
                </c:pt>
                <c:pt idx="14768">
                  <c:v>6.0688980985915491</c:v>
                </c:pt>
                <c:pt idx="14769">
                  <c:v>6.0651672535211265</c:v>
                </c:pt>
                <c:pt idx="14770">
                  <c:v>6.0646177464788735</c:v>
                </c:pt>
                <c:pt idx="14771">
                  <c:v>6.0630069014084507</c:v>
                </c:pt>
                <c:pt idx="14772">
                  <c:v>6.0653132394366196</c:v>
                </c:pt>
                <c:pt idx="14773">
                  <c:v>6.0727669014084507</c:v>
                </c:pt>
                <c:pt idx="14774">
                  <c:v>6.0791211267605636</c:v>
                </c:pt>
                <c:pt idx="14775">
                  <c:v>6.08071338028169</c:v>
                </c:pt>
                <c:pt idx="14776">
                  <c:v>6.0817176056338029</c:v>
                </c:pt>
                <c:pt idx="14777">
                  <c:v>6.0818098591549292</c:v>
                </c:pt>
                <c:pt idx="14778">
                  <c:v>6.0791098591549293</c:v>
                </c:pt>
                <c:pt idx="14779">
                  <c:v>6.0811788732394367</c:v>
                </c:pt>
                <c:pt idx="14780">
                  <c:v>6.0829330985915497</c:v>
                </c:pt>
                <c:pt idx="14781">
                  <c:v>6.0797605633802814</c:v>
                </c:pt>
                <c:pt idx="14782">
                  <c:v>6.0750359154929576</c:v>
                </c:pt>
                <c:pt idx="14783">
                  <c:v>6.0752028169014087</c:v>
                </c:pt>
                <c:pt idx="14784">
                  <c:v>6.0801042253521125</c:v>
                </c:pt>
                <c:pt idx="14785">
                  <c:v>6.075301408450704</c:v>
                </c:pt>
                <c:pt idx="14786">
                  <c:v>6.0688197183098591</c:v>
                </c:pt>
                <c:pt idx="14787">
                  <c:v>6.0684464788732395</c:v>
                </c:pt>
                <c:pt idx="14788">
                  <c:v>6.0641301408450703</c:v>
                </c:pt>
                <c:pt idx="14789">
                  <c:v>6.0604966197183101</c:v>
                </c:pt>
                <c:pt idx="14790">
                  <c:v>6.0594419014084506</c:v>
                </c:pt>
                <c:pt idx="14791">
                  <c:v>6.0564466901408451</c:v>
                </c:pt>
                <c:pt idx="14792">
                  <c:v>6.061846690140845</c:v>
                </c:pt>
                <c:pt idx="14793">
                  <c:v>6.0623130281690143</c:v>
                </c:pt>
                <c:pt idx="14794">
                  <c:v>6.0576990845070426</c:v>
                </c:pt>
                <c:pt idx="14795">
                  <c:v>6.0604829577464789</c:v>
                </c:pt>
                <c:pt idx="14796">
                  <c:v>6.0656492253521126</c:v>
                </c:pt>
                <c:pt idx="14797">
                  <c:v>6.0687635915492955</c:v>
                </c:pt>
                <c:pt idx="14798">
                  <c:v>6.0746845070422539</c:v>
                </c:pt>
                <c:pt idx="14799">
                  <c:v>6.0824661971830984</c:v>
                </c:pt>
                <c:pt idx="14800">
                  <c:v>6.0851408450704225</c:v>
                </c:pt>
                <c:pt idx="14801">
                  <c:v>6.0840753521126762</c:v>
                </c:pt>
                <c:pt idx="14802">
                  <c:v>6.0820345070422537</c:v>
                </c:pt>
                <c:pt idx="14803">
                  <c:v>6.0704309859154932</c:v>
                </c:pt>
                <c:pt idx="14804">
                  <c:v>6.0629075352112674</c:v>
                </c:pt>
                <c:pt idx="14805">
                  <c:v>6.0615880985915496</c:v>
                </c:pt>
                <c:pt idx="14806">
                  <c:v>6.0595376056338024</c:v>
                </c:pt>
                <c:pt idx="14807">
                  <c:v>6.0618373239436618</c:v>
                </c:pt>
                <c:pt idx="14808">
                  <c:v>6.0660167605633806</c:v>
                </c:pt>
                <c:pt idx="14809">
                  <c:v>6.0734070422535211</c:v>
                </c:pt>
                <c:pt idx="14810">
                  <c:v>6.0736570422535214</c:v>
                </c:pt>
                <c:pt idx="14811">
                  <c:v>6.070630281690141</c:v>
                </c:pt>
                <c:pt idx="14812">
                  <c:v>6.0697099295774644</c:v>
                </c:pt>
                <c:pt idx="14813">
                  <c:v>6.0643772535211271</c:v>
                </c:pt>
                <c:pt idx="14814">
                  <c:v>6.0657716901408447</c:v>
                </c:pt>
                <c:pt idx="14815">
                  <c:v>6.0715725352112679</c:v>
                </c:pt>
                <c:pt idx="14816">
                  <c:v>6.0767443661971834</c:v>
                </c:pt>
                <c:pt idx="14817">
                  <c:v>6.0792126760563381</c:v>
                </c:pt>
                <c:pt idx="14818">
                  <c:v>6.0804105633802816</c:v>
                </c:pt>
                <c:pt idx="14819">
                  <c:v>6.0829408450704223</c:v>
                </c:pt>
                <c:pt idx="14820">
                  <c:v>6.0870338028169018</c:v>
                </c:pt>
                <c:pt idx="14821">
                  <c:v>6.0912612676056339</c:v>
                </c:pt>
                <c:pt idx="14822">
                  <c:v>6.0936521126760566</c:v>
                </c:pt>
                <c:pt idx="14823">
                  <c:v>6.0938598591549296</c:v>
                </c:pt>
                <c:pt idx="14824">
                  <c:v>6.0871133802816901</c:v>
                </c:pt>
                <c:pt idx="14825">
                  <c:v>6.0736281690140848</c:v>
                </c:pt>
                <c:pt idx="14826">
                  <c:v>6.0653153521126759</c:v>
                </c:pt>
                <c:pt idx="14827">
                  <c:v>6.0677638028169012</c:v>
                </c:pt>
                <c:pt idx="14828">
                  <c:v>6.0743443661971828</c:v>
                </c:pt>
                <c:pt idx="14829">
                  <c:v>6.0765119718309863</c:v>
                </c:pt>
                <c:pt idx="14830">
                  <c:v>6.0719809859154932</c:v>
                </c:pt>
                <c:pt idx="14831">
                  <c:v>6.0669893661971832</c:v>
                </c:pt>
                <c:pt idx="14832">
                  <c:v>6.0718964788732395</c:v>
                </c:pt>
                <c:pt idx="14833">
                  <c:v>6.077557746478873</c:v>
                </c:pt>
                <c:pt idx="14834">
                  <c:v>6.0843542253521123</c:v>
                </c:pt>
                <c:pt idx="14835">
                  <c:v>6.0894802816901406</c:v>
                </c:pt>
                <c:pt idx="14836">
                  <c:v>6.0870626760563384</c:v>
                </c:pt>
                <c:pt idx="14837">
                  <c:v>6.0802676056338028</c:v>
                </c:pt>
                <c:pt idx="14838">
                  <c:v>6.0765204225352116</c:v>
                </c:pt>
                <c:pt idx="14839">
                  <c:v>6.0711845070422532</c:v>
                </c:pt>
                <c:pt idx="14840">
                  <c:v>6.0704001408450701</c:v>
                </c:pt>
                <c:pt idx="14841">
                  <c:v>6.0737436619718306</c:v>
                </c:pt>
                <c:pt idx="14842">
                  <c:v>6.0750957746478873</c:v>
                </c:pt>
                <c:pt idx="14843">
                  <c:v>6.0765732394366196</c:v>
                </c:pt>
                <c:pt idx="14844">
                  <c:v>6.0724626760563378</c:v>
                </c:pt>
                <c:pt idx="14845">
                  <c:v>6.0664195774647887</c:v>
                </c:pt>
                <c:pt idx="14846">
                  <c:v>6.0667776056338028</c:v>
                </c:pt>
                <c:pt idx="14847">
                  <c:v>6.0710401408450707</c:v>
                </c:pt>
                <c:pt idx="14848">
                  <c:v>6.0747549295774652</c:v>
                </c:pt>
                <c:pt idx="14849">
                  <c:v>6.0771612676056339</c:v>
                </c:pt>
                <c:pt idx="14850">
                  <c:v>6.0770105633802816</c:v>
                </c:pt>
                <c:pt idx="14851">
                  <c:v>6.0740999999999996</c:v>
                </c:pt>
                <c:pt idx="14852">
                  <c:v>6.0744816901408454</c:v>
                </c:pt>
                <c:pt idx="14853">
                  <c:v>6.07823661971831</c:v>
                </c:pt>
                <c:pt idx="14854">
                  <c:v>6.072861971830986</c:v>
                </c:pt>
                <c:pt idx="14855">
                  <c:v>6.0698527464788734</c:v>
                </c:pt>
                <c:pt idx="14856">
                  <c:v>6.0729077464788732</c:v>
                </c:pt>
                <c:pt idx="14857">
                  <c:v>6.0754112676056335</c:v>
                </c:pt>
                <c:pt idx="14858">
                  <c:v>6.0818978873239438</c:v>
                </c:pt>
                <c:pt idx="14859">
                  <c:v>6.0885323943661973</c:v>
                </c:pt>
                <c:pt idx="14860">
                  <c:v>6.0929767605633804</c:v>
                </c:pt>
                <c:pt idx="14861">
                  <c:v>6.0949119718309861</c:v>
                </c:pt>
                <c:pt idx="14862">
                  <c:v>6.0922521126760563</c:v>
                </c:pt>
                <c:pt idx="14863">
                  <c:v>6.0905028169014086</c:v>
                </c:pt>
                <c:pt idx="14864">
                  <c:v>6.0864415492957749</c:v>
                </c:pt>
                <c:pt idx="14865">
                  <c:v>6.0869978873239434</c:v>
                </c:pt>
                <c:pt idx="14866">
                  <c:v>6.0840408450704224</c:v>
                </c:pt>
                <c:pt idx="14867">
                  <c:v>6.0808950704225353</c:v>
                </c:pt>
                <c:pt idx="14868">
                  <c:v>6.0862084507042251</c:v>
                </c:pt>
                <c:pt idx="14869">
                  <c:v>6.0813352112676053</c:v>
                </c:pt>
                <c:pt idx="14870">
                  <c:v>6.0697075352112675</c:v>
                </c:pt>
                <c:pt idx="14871">
                  <c:v>6.0695152112676061</c:v>
                </c:pt>
                <c:pt idx="14872">
                  <c:v>6.0735387323943666</c:v>
                </c:pt>
                <c:pt idx="14873">
                  <c:v>6.0752345070422535</c:v>
                </c:pt>
                <c:pt idx="14874">
                  <c:v>6.0762781690140848</c:v>
                </c:pt>
                <c:pt idx="14875">
                  <c:v>6.0787218309859155</c:v>
                </c:pt>
                <c:pt idx="14876">
                  <c:v>6.0755415492957745</c:v>
                </c:pt>
                <c:pt idx="14877">
                  <c:v>6.0742542253521128</c:v>
                </c:pt>
                <c:pt idx="14878">
                  <c:v>6.0725169014084504</c:v>
                </c:pt>
                <c:pt idx="14879">
                  <c:v>6.0740507042253524</c:v>
                </c:pt>
                <c:pt idx="14880">
                  <c:v>6.0822866197183103</c:v>
                </c:pt>
                <c:pt idx="14881">
                  <c:v>6.0859535211267604</c:v>
                </c:pt>
                <c:pt idx="14882">
                  <c:v>6.0902985915492955</c:v>
                </c:pt>
                <c:pt idx="14883">
                  <c:v>6.0895239436619715</c:v>
                </c:pt>
                <c:pt idx="14884">
                  <c:v>6.0801154929577468</c:v>
                </c:pt>
                <c:pt idx="14885">
                  <c:v>6.0716612676056334</c:v>
                </c:pt>
                <c:pt idx="14886">
                  <c:v>6.0662004225352115</c:v>
                </c:pt>
                <c:pt idx="14887">
                  <c:v>6.0625062676056336</c:v>
                </c:pt>
                <c:pt idx="14888">
                  <c:v>6.0608673943661975</c:v>
                </c:pt>
                <c:pt idx="14889">
                  <c:v>6.062749366197183</c:v>
                </c:pt>
                <c:pt idx="14890">
                  <c:v>6.0637037323943659</c:v>
                </c:pt>
                <c:pt idx="14891">
                  <c:v>6.0653616197183098</c:v>
                </c:pt>
                <c:pt idx="14892">
                  <c:v>6.0623710563380282</c:v>
                </c:pt>
                <c:pt idx="14893">
                  <c:v>6.0535628873239435</c:v>
                </c:pt>
                <c:pt idx="14894">
                  <c:v>6.05366676056338</c:v>
                </c:pt>
                <c:pt idx="14895">
                  <c:v>6.0606317605633802</c:v>
                </c:pt>
                <c:pt idx="14896">
                  <c:v>6.0664328873239439</c:v>
                </c:pt>
                <c:pt idx="14897">
                  <c:v>6.070422535211268</c:v>
                </c:pt>
                <c:pt idx="14898">
                  <c:v>6.0686751408450705</c:v>
                </c:pt>
                <c:pt idx="14899">
                  <c:v>6.0643254225352115</c:v>
                </c:pt>
                <c:pt idx="14900">
                  <c:v>6.0614254929577465</c:v>
                </c:pt>
                <c:pt idx="14901">
                  <c:v>6.0655231690140843</c:v>
                </c:pt>
                <c:pt idx="14902">
                  <c:v>6.0686702816901406</c:v>
                </c:pt>
                <c:pt idx="14903">
                  <c:v>6.0686280281690141</c:v>
                </c:pt>
                <c:pt idx="14904">
                  <c:v>6.0626104225352115</c:v>
                </c:pt>
                <c:pt idx="14905">
                  <c:v>6.0633828873239439</c:v>
                </c:pt>
                <c:pt idx="14906">
                  <c:v>6.0680361971830985</c:v>
                </c:pt>
                <c:pt idx="14907">
                  <c:v>6.0733830985915489</c:v>
                </c:pt>
                <c:pt idx="14908">
                  <c:v>6.0714338028169017</c:v>
                </c:pt>
                <c:pt idx="14909">
                  <c:v>6.0666838028169012</c:v>
                </c:pt>
                <c:pt idx="14910">
                  <c:v>6.0699565492957746</c:v>
                </c:pt>
                <c:pt idx="14911">
                  <c:v>6.0691825352112678</c:v>
                </c:pt>
                <c:pt idx="14912">
                  <c:v>6.0624271830985919</c:v>
                </c:pt>
                <c:pt idx="14913">
                  <c:v>6.0580440140845067</c:v>
                </c:pt>
                <c:pt idx="14914">
                  <c:v>6.056882323943662</c:v>
                </c:pt>
                <c:pt idx="14915">
                  <c:v>6.0585333802816903</c:v>
                </c:pt>
                <c:pt idx="14916">
                  <c:v>6.0634573943661971</c:v>
                </c:pt>
                <c:pt idx="14917">
                  <c:v>6.0713507042253525</c:v>
                </c:pt>
                <c:pt idx="14918">
                  <c:v>6.0734521126760566</c:v>
                </c:pt>
                <c:pt idx="14919">
                  <c:v>6.0725316901408455</c:v>
                </c:pt>
                <c:pt idx="14920">
                  <c:v>6.0722077464788731</c:v>
                </c:pt>
                <c:pt idx="14921">
                  <c:v>6.0685380985915494</c:v>
                </c:pt>
                <c:pt idx="14922">
                  <c:v>6.0661602816901405</c:v>
                </c:pt>
                <c:pt idx="14923">
                  <c:v>6.0753366197183096</c:v>
                </c:pt>
                <c:pt idx="14924">
                  <c:v>6.0832105633802813</c:v>
                </c:pt>
                <c:pt idx="14925">
                  <c:v>6.0861725352112677</c:v>
                </c:pt>
                <c:pt idx="14926">
                  <c:v>6.0862373239436618</c:v>
                </c:pt>
                <c:pt idx="14927">
                  <c:v>6.0771274647887328</c:v>
                </c:pt>
                <c:pt idx="14928">
                  <c:v>6.0740774647887328</c:v>
                </c:pt>
                <c:pt idx="14929">
                  <c:v>6.0772584507042255</c:v>
                </c:pt>
                <c:pt idx="14930">
                  <c:v>6.0846485915492954</c:v>
                </c:pt>
                <c:pt idx="14931">
                  <c:v>6.0911352112676056</c:v>
                </c:pt>
                <c:pt idx="14932">
                  <c:v>6.0918992957746481</c:v>
                </c:pt>
                <c:pt idx="14933">
                  <c:v>6.0855380281690143</c:v>
                </c:pt>
                <c:pt idx="14934">
                  <c:v>6.0741739436619717</c:v>
                </c:pt>
                <c:pt idx="14935">
                  <c:v>6.0635597183098593</c:v>
                </c:pt>
                <c:pt idx="14936">
                  <c:v>6.0610245070422533</c:v>
                </c:pt>
                <c:pt idx="14937">
                  <c:v>6.0569344366197182</c:v>
                </c:pt>
                <c:pt idx="14938">
                  <c:v>6.0576605633802814</c:v>
                </c:pt>
                <c:pt idx="14939">
                  <c:v>6.0608168309859156</c:v>
                </c:pt>
                <c:pt idx="14940">
                  <c:v>6.064208098591549</c:v>
                </c:pt>
                <c:pt idx="14941">
                  <c:v>6.0625927464788729</c:v>
                </c:pt>
                <c:pt idx="14942">
                  <c:v>6.0610343661971831</c:v>
                </c:pt>
                <c:pt idx="14943">
                  <c:v>6.0618636619718309</c:v>
                </c:pt>
                <c:pt idx="14944">
                  <c:v>6.0641309154929575</c:v>
                </c:pt>
                <c:pt idx="14945">
                  <c:v>6.0664782394366199</c:v>
                </c:pt>
                <c:pt idx="14946">
                  <c:v>6.0644911971830986</c:v>
                </c:pt>
                <c:pt idx="14947">
                  <c:v>6.0679556338028169</c:v>
                </c:pt>
                <c:pt idx="14948">
                  <c:v>6.0725901408450706</c:v>
                </c:pt>
                <c:pt idx="14949">
                  <c:v>6.070083943661972</c:v>
                </c:pt>
                <c:pt idx="14950">
                  <c:v>6.0617608450704221</c:v>
                </c:pt>
                <c:pt idx="14951">
                  <c:v>6.0587880281690145</c:v>
                </c:pt>
                <c:pt idx="14952">
                  <c:v>6.0678846478873236</c:v>
                </c:pt>
                <c:pt idx="14953">
                  <c:v>6.0743028169014082</c:v>
                </c:pt>
                <c:pt idx="14954">
                  <c:v>6.073804225352113</c:v>
                </c:pt>
                <c:pt idx="14955">
                  <c:v>6.0814443661971831</c:v>
                </c:pt>
                <c:pt idx="14956">
                  <c:v>6.0899295774647886</c:v>
                </c:pt>
                <c:pt idx="14957">
                  <c:v>6.0922605633802815</c:v>
                </c:pt>
                <c:pt idx="14958">
                  <c:v>6.0932549295774647</c:v>
                </c:pt>
                <c:pt idx="14959">
                  <c:v>6.0949957746478871</c:v>
                </c:pt>
                <c:pt idx="14960">
                  <c:v>6.0932070422535212</c:v>
                </c:pt>
                <c:pt idx="14961">
                  <c:v>6.0900267605633802</c:v>
                </c:pt>
                <c:pt idx="14962">
                  <c:v>6.0854654929577467</c:v>
                </c:pt>
                <c:pt idx="14963">
                  <c:v>6.0851612676056339</c:v>
                </c:pt>
                <c:pt idx="14964">
                  <c:v>6.0869669014084504</c:v>
                </c:pt>
                <c:pt idx="14965">
                  <c:v>6.0889683098591547</c:v>
                </c:pt>
                <c:pt idx="14966">
                  <c:v>6.091487323943662</c:v>
                </c:pt>
                <c:pt idx="14967">
                  <c:v>6.0896781690140847</c:v>
                </c:pt>
                <c:pt idx="14968">
                  <c:v>6.0875401408450704</c:v>
                </c:pt>
                <c:pt idx="14969">
                  <c:v>6.0839035211267607</c:v>
                </c:pt>
                <c:pt idx="14970">
                  <c:v>6.0754211267605633</c:v>
                </c:pt>
                <c:pt idx="14971">
                  <c:v>6.0650394366197187</c:v>
                </c:pt>
                <c:pt idx="14972">
                  <c:v>6.0648097887323944</c:v>
                </c:pt>
                <c:pt idx="14973">
                  <c:v>6.0683129577464792</c:v>
                </c:pt>
                <c:pt idx="14974">
                  <c:v>6.0705436619718309</c:v>
                </c:pt>
                <c:pt idx="14975">
                  <c:v>6.0726873239436623</c:v>
                </c:pt>
                <c:pt idx="14976">
                  <c:v>6.0753281690140843</c:v>
                </c:pt>
                <c:pt idx="14977">
                  <c:v>6.0773323943661968</c:v>
                </c:pt>
                <c:pt idx="14978">
                  <c:v>6.077083802816901</c:v>
                </c:pt>
                <c:pt idx="14979">
                  <c:v>6.0797605633802814</c:v>
                </c:pt>
                <c:pt idx="14980">
                  <c:v>6.0806978873239439</c:v>
                </c:pt>
                <c:pt idx="14981">
                  <c:v>6.0829619718309855</c:v>
                </c:pt>
                <c:pt idx="14982">
                  <c:v>6.0817992957746476</c:v>
                </c:pt>
                <c:pt idx="14983">
                  <c:v>6.0797908450704226</c:v>
                </c:pt>
                <c:pt idx="14984">
                  <c:v>6.0804154929577461</c:v>
                </c:pt>
                <c:pt idx="14985">
                  <c:v>6.077957746478873</c:v>
                </c:pt>
                <c:pt idx="14986">
                  <c:v>6.074972535211268</c:v>
                </c:pt>
                <c:pt idx="14987">
                  <c:v>6.0733774647887326</c:v>
                </c:pt>
                <c:pt idx="14988">
                  <c:v>6.07195985915493</c:v>
                </c:pt>
                <c:pt idx="14989">
                  <c:v>6.0643438732394364</c:v>
                </c:pt>
                <c:pt idx="14990">
                  <c:v>6.059247464788732</c:v>
                </c:pt>
                <c:pt idx="14991">
                  <c:v>6.0664381690140843</c:v>
                </c:pt>
                <c:pt idx="14992">
                  <c:v>6.0716978873239436</c:v>
                </c:pt>
                <c:pt idx="14993">
                  <c:v>6.0696882394366201</c:v>
                </c:pt>
                <c:pt idx="14994">
                  <c:v>6.0742549295774646</c:v>
                </c:pt>
                <c:pt idx="14995">
                  <c:v>6.0808781690140847</c:v>
                </c:pt>
                <c:pt idx="14996">
                  <c:v>6.0756394366197179</c:v>
                </c:pt>
                <c:pt idx="14997">
                  <c:v>6.0774063380281689</c:v>
                </c:pt>
                <c:pt idx="14998">
                  <c:v>6.0856542253521129</c:v>
                </c:pt>
                <c:pt idx="14999">
                  <c:v>6.0862570422535214</c:v>
                </c:pt>
                <c:pt idx="15000">
                  <c:v>6.0825767605633807</c:v>
                </c:pt>
                <c:pt idx="15001">
                  <c:v>6.0771781690140845</c:v>
                </c:pt>
                <c:pt idx="15002">
                  <c:v>6.0780669014084507</c:v>
                </c:pt>
                <c:pt idx="15003">
                  <c:v>6.0821873239436623</c:v>
                </c:pt>
                <c:pt idx="15004">
                  <c:v>6.081125352112676</c:v>
                </c:pt>
                <c:pt idx="15005">
                  <c:v>6.0768380281690142</c:v>
                </c:pt>
                <c:pt idx="15006">
                  <c:v>6.0775091549295777</c:v>
                </c:pt>
                <c:pt idx="15007">
                  <c:v>6.078745070422535</c:v>
                </c:pt>
                <c:pt idx="15008">
                  <c:v>6.069924718309859</c:v>
                </c:pt>
                <c:pt idx="15009">
                  <c:v>6.0669033802816905</c:v>
                </c:pt>
                <c:pt idx="15010">
                  <c:v>6.0737028169014087</c:v>
                </c:pt>
                <c:pt idx="15011">
                  <c:v>6.0765042253521129</c:v>
                </c:pt>
                <c:pt idx="15012">
                  <c:v>6.0748633802816903</c:v>
                </c:pt>
                <c:pt idx="15013">
                  <c:v>6.06863323943662</c:v>
                </c:pt>
                <c:pt idx="15014">
                  <c:v>6.0664709154929577</c:v>
                </c:pt>
                <c:pt idx="15015">
                  <c:v>6.0749084507042257</c:v>
                </c:pt>
                <c:pt idx="15016">
                  <c:v>6.0811021126760565</c:v>
                </c:pt>
                <c:pt idx="15017">
                  <c:v>6.0784028169014084</c:v>
                </c:pt>
                <c:pt idx="15018">
                  <c:v>6.0690233802816902</c:v>
                </c:pt>
                <c:pt idx="15019">
                  <c:v>6.0671373239436619</c:v>
                </c:pt>
                <c:pt idx="15020">
                  <c:v>6.0673755633802813</c:v>
                </c:pt>
                <c:pt idx="15021">
                  <c:v>6.0683497183098591</c:v>
                </c:pt>
                <c:pt idx="15022">
                  <c:v>6.0699961267605635</c:v>
                </c:pt>
                <c:pt idx="15023">
                  <c:v>6.0641083098591553</c:v>
                </c:pt>
                <c:pt idx="15024">
                  <c:v>6.0627165492957751</c:v>
                </c:pt>
                <c:pt idx="15025">
                  <c:v>6.0645365492957746</c:v>
                </c:pt>
                <c:pt idx="15026">
                  <c:v>6.0634014084507042</c:v>
                </c:pt>
                <c:pt idx="15027">
                  <c:v>6.0542568309859153</c:v>
                </c:pt>
                <c:pt idx="15028">
                  <c:v>6.0511464788732399</c:v>
                </c:pt>
                <c:pt idx="15029">
                  <c:v>6.0506958450704227</c:v>
                </c:pt>
                <c:pt idx="15030">
                  <c:v>6.0473247183098593</c:v>
                </c:pt>
                <c:pt idx="15031">
                  <c:v>6.0506295070422533</c:v>
                </c:pt>
                <c:pt idx="15032">
                  <c:v>6.0601071830985918</c:v>
                </c:pt>
                <c:pt idx="15033">
                  <c:v>6.0644257042253518</c:v>
                </c:pt>
                <c:pt idx="15034">
                  <c:v>6.0608145070422532</c:v>
                </c:pt>
                <c:pt idx="15035">
                  <c:v>6.0563364788732397</c:v>
                </c:pt>
                <c:pt idx="15036">
                  <c:v>6.0584152816901407</c:v>
                </c:pt>
                <c:pt idx="15037">
                  <c:v>6.0658158450704223</c:v>
                </c:pt>
                <c:pt idx="15038">
                  <c:v>6.0714366197183098</c:v>
                </c:pt>
                <c:pt idx="15039">
                  <c:v>6.066660422535211</c:v>
                </c:pt>
                <c:pt idx="15040">
                  <c:v>6.0625831690140846</c:v>
                </c:pt>
                <c:pt idx="15041">
                  <c:v>6.0632756338028173</c:v>
                </c:pt>
                <c:pt idx="15042">
                  <c:v>6.0693220422535212</c:v>
                </c:pt>
                <c:pt idx="15043">
                  <c:v>6.0747190140845069</c:v>
                </c:pt>
                <c:pt idx="15044">
                  <c:v>6.0735133802816899</c:v>
                </c:pt>
                <c:pt idx="15045">
                  <c:v>6.0730556338028165</c:v>
                </c:pt>
                <c:pt idx="15046">
                  <c:v>6.0722408450704224</c:v>
                </c:pt>
                <c:pt idx="15047">
                  <c:v>6.0689334507042254</c:v>
                </c:pt>
                <c:pt idx="15048">
                  <c:v>6.0645854225352114</c:v>
                </c:pt>
                <c:pt idx="15049">
                  <c:v>6.0615765492957747</c:v>
                </c:pt>
                <c:pt idx="15050">
                  <c:v>6.0581552112676054</c:v>
                </c:pt>
                <c:pt idx="15051">
                  <c:v>6.0582435915492958</c:v>
                </c:pt>
                <c:pt idx="15052">
                  <c:v>6.0642766901408454</c:v>
                </c:pt>
                <c:pt idx="15053">
                  <c:v>6.0646400704225352</c:v>
                </c:pt>
                <c:pt idx="15054">
                  <c:v>6.0657960563380282</c:v>
                </c:pt>
                <c:pt idx="15055">
                  <c:v>6.0678454929577468</c:v>
                </c:pt>
                <c:pt idx="15056">
                  <c:v>6.0686307746478869</c:v>
                </c:pt>
                <c:pt idx="15057">
                  <c:v>6.067915704225352</c:v>
                </c:pt>
                <c:pt idx="15058">
                  <c:v>6.0695003521126765</c:v>
                </c:pt>
                <c:pt idx="15059">
                  <c:v>6.0693651408450702</c:v>
                </c:pt>
                <c:pt idx="15060">
                  <c:v>6.0622570422535214</c:v>
                </c:pt>
                <c:pt idx="15061">
                  <c:v>6.057663309859155</c:v>
                </c:pt>
                <c:pt idx="15062">
                  <c:v>6.0581660563380284</c:v>
                </c:pt>
                <c:pt idx="15063">
                  <c:v>6.0634479577464786</c:v>
                </c:pt>
                <c:pt idx="15064">
                  <c:v>6.0683061971830989</c:v>
                </c:pt>
                <c:pt idx="15065">
                  <c:v>6.0656042957746479</c:v>
                </c:pt>
                <c:pt idx="15066">
                  <c:v>6.0635481690140844</c:v>
                </c:pt>
                <c:pt idx="15067">
                  <c:v>6.0617802112676058</c:v>
                </c:pt>
                <c:pt idx="15068">
                  <c:v>6.0631885211267607</c:v>
                </c:pt>
                <c:pt idx="15069">
                  <c:v>6.0596718309859154</c:v>
                </c:pt>
                <c:pt idx="15070">
                  <c:v>6.0622610563380279</c:v>
                </c:pt>
                <c:pt idx="15071">
                  <c:v>6.060434436619718</c:v>
                </c:pt>
                <c:pt idx="15072">
                  <c:v>6.0534327464788733</c:v>
                </c:pt>
                <c:pt idx="15073">
                  <c:v>6.0538643661971827</c:v>
                </c:pt>
                <c:pt idx="15074">
                  <c:v>6.0584868309859159</c:v>
                </c:pt>
                <c:pt idx="15075">
                  <c:v>6.060404014084507</c:v>
                </c:pt>
                <c:pt idx="15076">
                  <c:v>6.0600154225352112</c:v>
                </c:pt>
                <c:pt idx="15077">
                  <c:v>6.0626275352112673</c:v>
                </c:pt>
                <c:pt idx="15078">
                  <c:v>6.0608766197183099</c:v>
                </c:pt>
                <c:pt idx="15079">
                  <c:v>6.0592885915492953</c:v>
                </c:pt>
                <c:pt idx="15080">
                  <c:v>6.0543943661971831</c:v>
                </c:pt>
                <c:pt idx="15081">
                  <c:v>6.0450354929577461</c:v>
                </c:pt>
                <c:pt idx="15082">
                  <c:v>6.0427851408450701</c:v>
                </c:pt>
                <c:pt idx="15083">
                  <c:v>6.0422447887323942</c:v>
                </c:pt>
                <c:pt idx="15084">
                  <c:v>6.041258802816901</c:v>
                </c:pt>
                <c:pt idx="15085">
                  <c:v>6.0507741549295773</c:v>
                </c:pt>
                <c:pt idx="15086">
                  <c:v>6.0599742253521125</c:v>
                </c:pt>
                <c:pt idx="15087">
                  <c:v>6.0594347183098591</c:v>
                </c:pt>
                <c:pt idx="15088">
                  <c:v>6.0594407746478876</c:v>
                </c:pt>
                <c:pt idx="15089">
                  <c:v>6.0594798591549299</c:v>
                </c:pt>
                <c:pt idx="15090">
                  <c:v>6.0554656338028172</c:v>
                </c:pt>
                <c:pt idx="15091">
                  <c:v>6.0597669718309861</c:v>
                </c:pt>
                <c:pt idx="15092">
                  <c:v>6.066364014084507</c:v>
                </c:pt>
                <c:pt idx="15093">
                  <c:v>6.0694280985915494</c:v>
                </c:pt>
                <c:pt idx="15094">
                  <c:v>6.0737866197183097</c:v>
                </c:pt>
                <c:pt idx="15095">
                  <c:v>6.0776795774647887</c:v>
                </c:pt>
                <c:pt idx="15096">
                  <c:v>6.0759781690140846</c:v>
                </c:pt>
                <c:pt idx="15097">
                  <c:v>6.0753563380281692</c:v>
                </c:pt>
                <c:pt idx="15098">
                  <c:v>6.0759908450704225</c:v>
                </c:pt>
                <c:pt idx="15099">
                  <c:v>6.0713063380281689</c:v>
                </c:pt>
                <c:pt idx="15100">
                  <c:v>6.0663928873239437</c:v>
                </c:pt>
                <c:pt idx="15101">
                  <c:v>6.0660030985915494</c:v>
                </c:pt>
                <c:pt idx="15102">
                  <c:v>6.0709992957746479</c:v>
                </c:pt>
                <c:pt idx="15103">
                  <c:v>6.0699699295774652</c:v>
                </c:pt>
                <c:pt idx="15104">
                  <c:v>6.0703998591549295</c:v>
                </c:pt>
                <c:pt idx="15105">
                  <c:v>6.0726943661971831</c:v>
                </c:pt>
                <c:pt idx="15106">
                  <c:v>6.0662579577464788</c:v>
                </c:pt>
                <c:pt idx="15107">
                  <c:v>6.0537468309859159</c:v>
                </c:pt>
                <c:pt idx="15108">
                  <c:v>6.0443430985915496</c:v>
                </c:pt>
                <c:pt idx="15109">
                  <c:v>6.0397684507042255</c:v>
                </c:pt>
                <c:pt idx="15110">
                  <c:v>6.0395298591549293</c:v>
                </c:pt>
                <c:pt idx="15111">
                  <c:v>6.0447283802816898</c:v>
                </c:pt>
                <c:pt idx="15112">
                  <c:v>6.0464083098591548</c:v>
                </c:pt>
                <c:pt idx="15113">
                  <c:v>6.0479137323943659</c:v>
                </c:pt>
                <c:pt idx="15114">
                  <c:v>6.0456649999999996</c:v>
                </c:pt>
                <c:pt idx="15115">
                  <c:v>6.0465116901408447</c:v>
                </c:pt>
                <c:pt idx="15116">
                  <c:v>6.0501128873239436</c:v>
                </c:pt>
                <c:pt idx="15117">
                  <c:v>6.0547331690140842</c:v>
                </c:pt>
                <c:pt idx="15118">
                  <c:v>6.0541086619718314</c:v>
                </c:pt>
                <c:pt idx="15119">
                  <c:v>6.0483464788732393</c:v>
                </c:pt>
                <c:pt idx="15120">
                  <c:v>6.0478708450704222</c:v>
                </c:pt>
                <c:pt idx="15121">
                  <c:v>6.0497751408450702</c:v>
                </c:pt>
                <c:pt idx="15122">
                  <c:v>6.0507197183098596</c:v>
                </c:pt>
                <c:pt idx="15123">
                  <c:v>6.0515781690140846</c:v>
                </c:pt>
                <c:pt idx="15124">
                  <c:v>6.0536439436619718</c:v>
                </c:pt>
                <c:pt idx="15125">
                  <c:v>6.0575014084507046</c:v>
                </c:pt>
                <c:pt idx="15126">
                  <c:v>6.0551666197183103</c:v>
                </c:pt>
                <c:pt idx="15127">
                  <c:v>6.0536996478873242</c:v>
                </c:pt>
                <c:pt idx="15128">
                  <c:v>6.0591701408450707</c:v>
                </c:pt>
                <c:pt idx="15129">
                  <c:v>6.0696890140845072</c:v>
                </c:pt>
                <c:pt idx="15130">
                  <c:v>6.0765373239436622</c:v>
                </c:pt>
                <c:pt idx="15131">
                  <c:v>6.0748429577464789</c:v>
                </c:pt>
                <c:pt idx="15132">
                  <c:v>6.0653013380281688</c:v>
                </c:pt>
                <c:pt idx="15133">
                  <c:v>6.0552900000000003</c:v>
                </c:pt>
                <c:pt idx="15134">
                  <c:v>6.0434995774647886</c:v>
                </c:pt>
                <c:pt idx="15135">
                  <c:v>6.0391316197183098</c:v>
                </c:pt>
                <c:pt idx="15136">
                  <c:v>6.0401097887323942</c:v>
                </c:pt>
                <c:pt idx="15137">
                  <c:v>6.0438975352112676</c:v>
                </c:pt>
                <c:pt idx="15138">
                  <c:v>6.049321549295775</c:v>
                </c:pt>
                <c:pt idx="15139">
                  <c:v>6.0551015492957747</c:v>
                </c:pt>
                <c:pt idx="15140">
                  <c:v>6.0586573239436623</c:v>
                </c:pt>
                <c:pt idx="15141">
                  <c:v>6.0575319718309864</c:v>
                </c:pt>
                <c:pt idx="15142">
                  <c:v>6.0570059154929581</c:v>
                </c:pt>
                <c:pt idx="15143">
                  <c:v>6.0533954929577467</c:v>
                </c:pt>
                <c:pt idx="15144">
                  <c:v>6.0474847887323939</c:v>
                </c:pt>
                <c:pt idx="15145">
                  <c:v>6.0528156338028172</c:v>
                </c:pt>
                <c:pt idx="15146">
                  <c:v>6.0550600704225355</c:v>
                </c:pt>
                <c:pt idx="15147">
                  <c:v>6.0545795774647884</c:v>
                </c:pt>
                <c:pt idx="15148">
                  <c:v>6.0570204225352109</c:v>
                </c:pt>
                <c:pt idx="15149">
                  <c:v>6.0558132394366195</c:v>
                </c:pt>
                <c:pt idx="15150">
                  <c:v>6.0581585915492955</c:v>
                </c:pt>
                <c:pt idx="15151">
                  <c:v>6.0618933098591548</c:v>
                </c:pt>
                <c:pt idx="15152">
                  <c:v>6.0594322535211269</c:v>
                </c:pt>
                <c:pt idx="15153">
                  <c:v>6.0507343661971831</c:v>
                </c:pt>
                <c:pt idx="15154">
                  <c:v>6.0451183098591548</c:v>
                </c:pt>
                <c:pt idx="15155">
                  <c:v>6.0447118309859151</c:v>
                </c:pt>
                <c:pt idx="15156">
                  <c:v>6.0452958450704228</c:v>
                </c:pt>
                <c:pt idx="15157">
                  <c:v>6.0446063380281689</c:v>
                </c:pt>
                <c:pt idx="15158">
                  <c:v>6.045962253521127</c:v>
                </c:pt>
                <c:pt idx="15159">
                  <c:v>6.049423450704225</c:v>
                </c:pt>
                <c:pt idx="15160">
                  <c:v>6.0562210563380283</c:v>
                </c:pt>
                <c:pt idx="15161">
                  <c:v>6.0604451408450704</c:v>
                </c:pt>
                <c:pt idx="15162">
                  <c:v>6.066352816901408</c:v>
                </c:pt>
                <c:pt idx="15163">
                  <c:v>6.0709422535211264</c:v>
                </c:pt>
                <c:pt idx="15164">
                  <c:v>6.0653921830985915</c:v>
                </c:pt>
                <c:pt idx="15165">
                  <c:v>6.0642623239436624</c:v>
                </c:pt>
                <c:pt idx="15166">
                  <c:v>6.0717316901408447</c:v>
                </c:pt>
                <c:pt idx="15167">
                  <c:v>6.075279577464789</c:v>
                </c:pt>
                <c:pt idx="15168">
                  <c:v>6.0781316901408449</c:v>
                </c:pt>
                <c:pt idx="15169">
                  <c:v>6.077226056338028</c:v>
                </c:pt>
                <c:pt idx="15170">
                  <c:v>6.0690723943661968</c:v>
                </c:pt>
                <c:pt idx="15171">
                  <c:v>6.0620972535211264</c:v>
                </c:pt>
                <c:pt idx="15172">
                  <c:v>6.0572115492957748</c:v>
                </c:pt>
                <c:pt idx="15173">
                  <c:v>6.0532872535211268</c:v>
                </c:pt>
                <c:pt idx="15174">
                  <c:v>6.0515328169014087</c:v>
                </c:pt>
                <c:pt idx="15175">
                  <c:v>6.0506659859154928</c:v>
                </c:pt>
                <c:pt idx="15176">
                  <c:v>6.0455876056338029</c:v>
                </c:pt>
                <c:pt idx="15177">
                  <c:v>6.0423447183098595</c:v>
                </c:pt>
                <c:pt idx="15178">
                  <c:v>6.0446759154929577</c:v>
                </c:pt>
                <c:pt idx="15179">
                  <c:v>6.0497776760563378</c:v>
                </c:pt>
                <c:pt idx="15180">
                  <c:v>6.0578056338028166</c:v>
                </c:pt>
                <c:pt idx="15181">
                  <c:v>6.0576816901408455</c:v>
                </c:pt>
                <c:pt idx="15182">
                  <c:v>6.0552911971830987</c:v>
                </c:pt>
                <c:pt idx="15183">
                  <c:v>6.0572912676056339</c:v>
                </c:pt>
                <c:pt idx="15184">
                  <c:v>6.057176690140845</c:v>
                </c:pt>
                <c:pt idx="15185">
                  <c:v>6.0595078169014087</c:v>
                </c:pt>
                <c:pt idx="15186">
                  <c:v>6.0585407042253525</c:v>
                </c:pt>
                <c:pt idx="15187">
                  <c:v>6.058561690140845</c:v>
                </c:pt>
                <c:pt idx="15188">
                  <c:v>6.0612597887323947</c:v>
                </c:pt>
                <c:pt idx="15189">
                  <c:v>6.0686471830985917</c:v>
                </c:pt>
                <c:pt idx="15190">
                  <c:v>6.0752204225352111</c:v>
                </c:pt>
                <c:pt idx="15191">
                  <c:v>6.0758218309859151</c:v>
                </c:pt>
                <c:pt idx="15192">
                  <c:v>6.0714401408450707</c:v>
                </c:pt>
                <c:pt idx="15193">
                  <c:v>6.0657342957746483</c:v>
                </c:pt>
                <c:pt idx="15194">
                  <c:v>6.0656391549295776</c:v>
                </c:pt>
                <c:pt idx="15195">
                  <c:v>6.0633488732394367</c:v>
                </c:pt>
                <c:pt idx="15196">
                  <c:v>6.0601393661971832</c:v>
                </c:pt>
                <c:pt idx="15197">
                  <c:v>6.060923661971831</c:v>
                </c:pt>
                <c:pt idx="15198">
                  <c:v>6.0618721126760562</c:v>
                </c:pt>
                <c:pt idx="15199">
                  <c:v>6.0586621830985914</c:v>
                </c:pt>
                <c:pt idx="15200">
                  <c:v>6.0492761267605637</c:v>
                </c:pt>
                <c:pt idx="15201">
                  <c:v>6.050922323943662</c:v>
                </c:pt>
                <c:pt idx="15202">
                  <c:v>6.0587554225352109</c:v>
                </c:pt>
                <c:pt idx="15203">
                  <c:v>6.0634648591549292</c:v>
                </c:pt>
                <c:pt idx="15204">
                  <c:v>6.0672643661971835</c:v>
                </c:pt>
                <c:pt idx="15205">
                  <c:v>6.0711000000000004</c:v>
                </c:pt>
                <c:pt idx="15206">
                  <c:v>6.0731521126760564</c:v>
                </c:pt>
                <c:pt idx="15207">
                  <c:v>6.0702428873239436</c:v>
                </c:pt>
                <c:pt idx="15208">
                  <c:v>6.0675240845070419</c:v>
                </c:pt>
                <c:pt idx="15209">
                  <c:v>6.0673578169014082</c:v>
                </c:pt>
                <c:pt idx="15210">
                  <c:v>6.0696809154929579</c:v>
                </c:pt>
                <c:pt idx="15211">
                  <c:v>6.0730781690140843</c:v>
                </c:pt>
                <c:pt idx="15212">
                  <c:v>6.0772084507042257</c:v>
                </c:pt>
                <c:pt idx="15213">
                  <c:v>6.0749774647887325</c:v>
                </c:pt>
                <c:pt idx="15214">
                  <c:v>6.0661621830985917</c:v>
                </c:pt>
                <c:pt idx="15215">
                  <c:v>6.0579669718309859</c:v>
                </c:pt>
                <c:pt idx="15216">
                  <c:v>6.058782887323944</c:v>
                </c:pt>
                <c:pt idx="15217">
                  <c:v>6.0649602112676053</c:v>
                </c:pt>
                <c:pt idx="15218">
                  <c:v>6.0680107746478873</c:v>
                </c:pt>
                <c:pt idx="15219">
                  <c:v>6.0661763380281686</c:v>
                </c:pt>
                <c:pt idx="15220">
                  <c:v>6.0634579577464791</c:v>
                </c:pt>
                <c:pt idx="15221">
                  <c:v>6.0614507042253525</c:v>
                </c:pt>
                <c:pt idx="15222">
                  <c:v>6.0603980985915493</c:v>
                </c:pt>
                <c:pt idx="15223">
                  <c:v>6.0550570422535213</c:v>
                </c:pt>
                <c:pt idx="15224">
                  <c:v>6.0548128873239433</c:v>
                </c:pt>
                <c:pt idx="15225">
                  <c:v>6.0634380985915497</c:v>
                </c:pt>
                <c:pt idx="15226">
                  <c:v>6.0724746478873239</c:v>
                </c:pt>
                <c:pt idx="15227">
                  <c:v>6.0770098591549297</c:v>
                </c:pt>
                <c:pt idx="15228">
                  <c:v>6.0774584507042251</c:v>
                </c:pt>
                <c:pt idx="15229">
                  <c:v>6.0731387323943657</c:v>
                </c:pt>
                <c:pt idx="15230">
                  <c:v>6.0623311971830987</c:v>
                </c:pt>
                <c:pt idx="15231">
                  <c:v>6.0549680281690144</c:v>
                </c:pt>
                <c:pt idx="15232">
                  <c:v>6.052228732394366</c:v>
                </c:pt>
                <c:pt idx="15233">
                  <c:v>6.0505111971830985</c:v>
                </c:pt>
                <c:pt idx="15234">
                  <c:v>6.0515259859154931</c:v>
                </c:pt>
                <c:pt idx="15235">
                  <c:v>6.050141901408451</c:v>
                </c:pt>
                <c:pt idx="15236">
                  <c:v>6.0536289436619715</c:v>
                </c:pt>
                <c:pt idx="15237">
                  <c:v>6.0585334507042257</c:v>
                </c:pt>
                <c:pt idx="15238">
                  <c:v>6.0625995070422531</c:v>
                </c:pt>
                <c:pt idx="15239">
                  <c:v>6.0589359154929578</c:v>
                </c:pt>
                <c:pt idx="15240">
                  <c:v>6.0580140845070423</c:v>
                </c:pt>
                <c:pt idx="15241">
                  <c:v>6.0605814788732397</c:v>
                </c:pt>
                <c:pt idx="15242">
                  <c:v>6.0582261971830986</c:v>
                </c:pt>
                <c:pt idx="15243">
                  <c:v>6.0583606338028169</c:v>
                </c:pt>
                <c:pt idx="15244">
                  <c:v>6.0616886619718313</c:v>
                </c:pt>
                <c:pt idx="15245">
                  <c:v>6.0642276056338025</c:v>
                </c:pt>
                <c:pt idx="15246">
                  <c:v>6.0649093661971829</c:v>
                </c:pt>
                <c:pt idx="15247">
                  <c:v>6.0618855633802813</c:v>
                </c:pt>
                <c:pt idx="15248">
                  <c:v>6.0578235211267604</c:v>
                </c:pt>
                <c:pt idx="15249">
                  <c:v>6.0543409154929577</c:v>
                </c:pt>
                <c:pt idx="15250">
                  <c:v>6.0508027464788734</c:v>
                </c:pt>
                <c:pt idx="15251">
                  <c:v>6.0498630985915494</c:v>
                </c:pt>
                <c:pt idx="15252">
                  <c:v>6.0485764084507041</c:v>
                </c:pt>
                <c:pt idx="15253">
                  <c:v>6.048161267605634</c:v>
                </c:pt>
                <c:pt idx="15254">
                  <c:v>6.0439502816901411</c:v>
                </c:pt>
                <c:pt idx="15255">
                  <c:v>6.03509161971831</c:v>
                </c:pt>
                <c:pt idx="15256">
                  <c:v>6.0291447887323946</c:v>
                </c:pt>
                <c:pt idx="15257">
                  <c:v>6.0346714084507038</c:v>
                </c:pt>
                <c:pt idx="15258">
                  <c:v>6.0425647887323946</c:v>
                </c:pt>
                <c:pt idx="15259">
                  <c:v>6.0480704225352113</c:v>
                </c:pt>
                <c:pt idx="15260">
                  <c:v>6.0501021830985913</c:v>
                </c:pt>
                <c:pt idx="15261">
                  <c:v>6.0483910563380281</c:v>
                </c:pt>
                <c:pt idx="15262">
                  <c:v>6.0539131690140842</c:v>
                </c:pt>
                <c:pt idx="15263">
                  <c:v>6.0596633802816902</c:v>
                </c:pt>
                <c:pt idx="15264">
                  <c:v>6.0613113380281689</c:v>
                </c:pt>
                <c:pt idx="15265">
                  <c:v>6.0571290140845067</c:v>
                </c:pt>
                <c:pt idx="15266">
                  <c:v>6.0503296478873239</c:v>
                </c:pt>
                <c:pt idx="15267">
                  <c:v>6.0510896478873235</c:v>
                </c:pt>
                <c:pt idx="15268">
                  <c:v>6.0543667605633802</c:v>
                </c:pt>
                <c:pt idx="15269">
                  <c:v>6.049201901408451</c:v>
                </c:pt>
                <c:pt idx="15270">
                  <c:v>6.0492624647887325</c:v>
                </c:pt>
                <c:pt idx="15271">
                  <c:v>6.0578528169014083</c:v>
                </c:pt>
                <c:pt idx="15272">
                  <c:v>6.0577997183098589</c:v>
                </c:pt>
                <c:pt idx="15273">
                  <c:v>6.0470392957746482</c:v>
                </c:pt>
                <c:pt idx="15274">
                  <c:v>6.0482399295774645</c:v>
                </c:pt>
                <c:pt idx="15275">
                  <c:v>6.0566111971830985</c:v>
                </c:pt>
                <c:pt idx="15276">
                  <c:v>6.0523057042253523</c:v>
                </c:pt>
                <c:pt idx="15277">
                  <c:v>6.0407495070422534</c:v>
                </c:pt>
                <c:pt idx="15278">
                  <c:v>6.0374207042253518</c:v>
                </c:pt>
                <c:pt idx="15279">
                  <c:v>6.036542535211268</c:v>
                </c:pt>
                <c:pt idx="15280">
                  <c:v>6.0373298591549291</c:v>
                </c:pt>
                <c:pt idx="15281">
                  <c:v>6.0405281690140846</c:v>
                </c:pt>
                <c:pt idx="15282">
                  <c:v>6.0426637323943666</c:v>
                </c:pt>
                <c:pt idx="15283">
                  <c:v>6.0444680985915493</c:v>
                </c:pt>
                <c:pt idx="15284">
                  <c:v>6.0477107746478875</c:v>
                </c:pt>
                <c:pt idx="15285">
                  <c:v>6.0509373943661968</c:v>
                </c:pt>
                <c:pt idx="15286">
                  <c:v>6.0497702112676057</c:v>
                </c:pt>
                <c:pt idx="15287">
                  <c:v>6.0493740845070425</c:v>
                </c:pt>
                <c:pt idx="15288">
                  <c:v>6.0551090845070421</c:v>
                </c:pt>
                <c:pt idx="15289">
                  <c:v>6.0595823239436619</c:v>
                </c:pt>
                <c:pt idx="15290">
                  <c:v>6.0601566197183097</c:v>
                </c:pt>
                <c:pt idx="15291">
                  <c:v>6.0625758450704224</c:v>
                </c:pt>
                <c:pt idx="15292">
                  <c:v>6.065362042253521</c:v>
                </c:pt>
                <c:pt idx="15293">
                  <c:v>6.0656169718309858</c:v>
                </c:pt>
                <c:pt idx="15294">
                  <c:v>6.0653307042253521</c:v>
                </c:pt>
                <c:pt idx="15295">
                  <c:v>6.0660428873239436</c:v>
                </c:pt>
                <c:pt idx="15296">
                  <c:v>6.0681352112676059</c:v>
                </c:pt>
                <c:pt idx="15297">
                  <c:v>6.0722084507042258</c:v>
                </c:pt>
                <c:pt idx="15298">
                  <c:v>6.0679407746478873</c:v>
                </c:pt>
                <c:pt idx="15299">
                  <c:v>6.0605097183098593</c:v>
                </c:pt>
                <c:pt idx="15300">
                  <c:v>6.0587245774647887</c:v>
                </c:pt>
                <c:pt idx="15301">
                  <c:v>6.0538607746478874</c:v>
                </c:pt>
                <c:pt idx="15302">
                  <c:v>6.0526195774647888</c:v>
                </c:pt>
                <c:pt idx="15303">
                  <c:v>6.0485046478873237</c:v>
                </c:pt>
                <c:pt idx="15304">
                  <c:v>6.0470642957746481</c:v>
                </c:pt>
                <c:pt idx="15305">
                  <c:v>6.0496771830985914</c:v>
                </c:pt>
                <c:pt idx="15306">
                  <c:v>6.0504537323943666</c:v>
                </c:pt>
                <c:pt idx="15307">
                  <c:v>6.0563213380281686</c:v>
                </c:pt>
                <c:pt idx="15308">
                  <c:v>6.0656457042253518</c:v>
                </c:pt>
                <c:pt idx="15309">
                  <c:v>6.0654107746478871</c:v>
                </c:pt>
                <c:pt idx="15310">
                  <c:v>6.063362183098592</c:v>
                </c:pt>
                <c:pt idx="15311">
                  <c:v>6.058825633802817</c:v>
                </c:pt>
                <c:pt idx="15312">
                  <c:v>6.0573840140845068</c:v>
                </c:pt>
                <c:pt idx="15313">
                  <c:v>6.063971056338028</c:v>
                </c:pt>
                <c:pt idx="15314">
                  <c:v>6.0611490845070426</c:v>
                </c:pt>
                <c:pt idx="15315">
                  <c:v>6.0598185915492957</c:v>
                </c:pt>
                <c:pt idx="15316">
                  <c:v>6.0625580281690139</c:v>
                </c:pt>
                <c:pt idx="15317">
                  <c:v>6.0621052816901404</c:v>
                </c:pt>
                <c:pt idx="15318">
                  <c:v>6.0585316197183099</c:v>
                </c:pt>
                <c:pt idx="15319">
                  <c:v>6.0590758450704225</c:v>
                </c:pt>
                <c:pt idx="15320">
                  <c:v>6.0607292253521123</c:v>
                </c:pt>
                <c:pt idx="15321">
                  <c:v>6.0654624647887321</c:v>
                </c:pt>
                <c:pt idx="15322">
                  <c:v>6.0698366901408454</c:v>
                </c:pt>
                <c:pt idx="15323">
                  <c:v>6.0677149295774644</c:v>
                </c:pt>
                <c:pt idx="15324">
                  <c:v>6.0676200704225352</c:v>
                </c:pt>
                <c:pt idx="15325">
                  <c:v>6.0679773239436621</c:v>
                </c:pt>
                <c:pt idx="15326">
                  <c:v>6.0601035915492956</c:v>
                </c:pt>
                <c:pt idx="15327">
                  <c:v>6.055282464788732</c:v>
                </c:pt>
                <c:pt idx="15328">
                  <c:v>6.0557730985915494</c:v>
                </c:pt>
                <c:pt idx="15329">
                  <c:v>6.0576264084507043</c:v>
                </c:pt>
                <c:pt idx="15330">
                  <c:v>6.0596832394366196</c:v>
                </c:pt>
                <c:pt idx="15331">
                  <c:v>6.0691092253521131</c:v>
                </c:pt>
                <c:pt idx="15332">
                  <c:v>6.0749000000000004</c:v>
                </c:pt>
                <c:pt idx="15333">
                  <c:v>6.0747471830985917</c:v>
                </c:pt>
                <c:pt idx="15334">
                  <c:v>6.0710845070422534</c:v>
                </c:pt>
                <c:pt idx="15335">
                  <c:v>6.0655663380281695</c:v>
                </c:pt>
                <c:pt idx="15336">
                  <c:v>6.0597596478873239</c:v>
                </c:pt>
                <c:pt idx="15337">
                  <c:v>6.0563862676056335</c:v>
                </c:pt>
                <c:pt idx="15338">
                  <c:v>6.052778450704225</c:v>
                </c:pt>
                <c:pt idx="15339">
                  <c:v>6.0500074647887327</c:v>
                </c:pt>
                <c:pt idx="15340">
                  <c:v>6.054122394366197</c:v>
                </c:pt>
                <c:pt idx="15341">
                  <c:v>6.0567502112676053</c:v>
                </c:pt>
                <c:pt idx="15342">
                  <c:v>6.0593675352112673</c:v>
                </c:pt>
                <c:pt idx="15343">
                  <c:v>6.0672073943661973</c:v>
                </c:pt>
                <c:pt idx="15344">
                  <c:v>6.0731176056338025</c:v>
                </c:pt>
                <c:pt idx="15345">
                  <c:v>6.0692667605633801</c:v>
                </c:pt>
                <c:pt idx="15346">
                  <c:v>6.0638436619718306</c:v>
                </c:pt>
                <c:pt idx="15347">
                  <c:v>6.0611840845070422</c:v>
                </c:pt>
                <c:pt idx="15348">
                  <c:v>6.0553208450704226</c:v>
                </c:pt>
                <c:pt idx="15349">
                  <c:v>6.0508488028169012</c:v>
                </c:pt>
                <c:pt idx="15350">
                  <c:v>6.0505842253521127</c:v>
                </c:pt>
                <c:pt idx="15351">
                  <c:v>6.0494990845070422</c:v>
                </c:pt>
                <c:pt idx="15352">
                  <c:v>6.0450783098591545</c:v>
                </c:pt>
                <c:pt idx="15353">
                  <c:v>6.0436667605633803</c:v>
                </c:pt>
                <c:pt idx="15354">
                  <c:v>6.0520965492957748</c:v>
                </c:pt>
                <c:pt idx="15355">
                  <c:v>6.0623245070422538</c:v>
                </c:pt>
                <c:pt idx="15356">
                  <c:v>6.0594445774647889</c:v>
                </c:pt>
                <c:pt idx="15357">
                  <c:v>6.0554719014084508</c:v>
                </c:pt>
                <c:pt idx="15358">
                  <c:v>6.0575605633802816</c:v>
                </c:pt>
                <c:pt idx="15359">
                  <c:v>6.0628083098591548</c:v>
                </c:pt>
                <c:pt idx="15360">
                  <c:v>6.0720936619718309</c:v>
                </c:pt>
                <c:pt idx="15361">
                  <c:v>6.0744042253521124</c:v>
                </c:pt>
                <c:pt idx="15362">
                  <c:v>6.0683651408450707</c:v>
                </c:pt>
                <c:pt idx="15363">
                  <c:v>6.0699854225352112</c:v>
                </c:pt>
                <c:pt idx="15364">
                  <c:v>6.0728922535211272</c:v>
                </c:pt>
                <c:pt idx="15365">
                  <c:v>6.0688009859154928</c:v>
                </c:pt>
                <c:pt idx="15366">
                  <c:v>6.0623416197183095</c:v>
                </c:pt>
                <c:pt idx="15367">
                  <c:v>6.060899225352113</c:v>
                </c:pt>
                <c:pt idx="15368">
                  <c:v>6.0583494366197179</c:v>
                </c:pt>
                <c:pt idx="15369">
                  <c:v>6.0571090140845074</c:v>
                </c:pt>
                <c:pt idx="15370">
                  <c:v>6.0599566901408455</c:v>
                </c:pt>
                <c:pt idx="15371">
                  <c:v>6.0658099295774646</c:v>
                </c:pt>
                <c:pt idx="15372">
                  <c:v>6.0641404929577467</c:v>
                </c:pt>
                <c:pt idx="15373">
                  <c:v>6.0624740845070422</c:v>
                </c:pt>
                <c:pt idx="15374">
                  <c:v>6.0662595774647885</c:v>
                </c:pt>
                <c:pt idx="15375">
                  <c:v>6.0647664788732394</c:v>
                </c:pt>
                <c:pt idx="15376">
                  <c:v>6.0598081690140848</c:v>
                </c:pt>
                <c:pt idx="15377">
                  <c:v>6.0635500704225356</c:v>
                </c:pt>
                <c:pt idx="15378">
                  <c:v>6.0640909154929581</c:v>
                </c:pt>
                <c:pt idx="15379">
                  <c:v>6.0594604225352109</c:v>
                </c:pt>
                <c:pt idx="15380">
                  <c:v>6.0562021126760559</c:v>
                </c:pt>
                <c:pt idx="15381">
                  <c:v>6.0540152816901411</c:v>
                </c:pt>
                <c:pt idx="15382">
                  <c:v>6.0609285915492954</c:v>
                </c:pt>
                <c:pt idx="15383">
                  <c:v>6.0634654225352111</c:v>
                </c:pt>
                <c:pt idx="15384">
                  <c:v>6.0554409859154932</c:v>
                </c:pt>
                <c:pt idx="15385">
                  <c:v>6.0534083098591553</c:v>
                </c:pt>
                <c:pt idx="15386">
                  <c:v>6.0587596478873236</c:v>
                </c:pt>
                <c:pt idx="15387">
                  <c:v>6.0629340140845072</c:v>
                </c:pt>
                <c:pt idx="15388">
                  <c:v>6.0638607746478872</c:v>
                </c:pt>
                <c:pt idx="15389">
                  <c:v>6.0666360563380284</c:v>
                </c:pt>
                <c:pt idx="15390">
                  <c:v>6.0643192957746477</c:v>
                </c:pt>
                <c:pt idx="15391">
                  <c:v>6.0576335915492958</c:v>
                </c:pt>
                <c:pt idx="15392">
                  <c:v>6.0593791549295775</c:v>
                </c:pt>
                <c:pt idx="15393">
                  <c:v>6.0601776760563384</c:v>
                </c:pt>
                <c:pt idx="15394">
                  <c:v>6.0592545070422537</c:v>
                </c:pt>
                <c:pt idx="15395">
                  <c:v>6.0572113380281687</c:v>
                </c:pt>
                <c:pt idx="15396">
                  <c:v>6.0560380985915492</c:v>
                </c:pt>
                <c:pt idx="15397">
                  <c:v>6.0539759154929573</c:v>
                </c:pt>
                <c:pt idx="15398">
                  <c:v>6.0573980281690138</c:v>
                </c:pt>
                <c:pt idx="15399">
                  <c:v>6.0647774647887323</c:v>
                </c:pt>
                <c:pt idx="15400">
                  <c:v>6.0666576056338029</c:v>
                </c:pt>
                <c:pt idx="15401">
                  <c:v>6.0676191549295773</c:v>
                </c:pt>
                <c:pt idx="15402">
                  <c:v>6.0655016197183098</c:v>
                </c:pt>
                <c:pt idx="15403">
                  <c:v>6.0674688028169017</c:v>
                </c:pt>
                <c:pt idx="15404">
                  <c:v>6.0705788732394366</c:v>
                </c:pt>
                <c:pt idx="15405">
                  <c:v>6.0706070422535214</c:v>
                </c:pt>
                <c:pt idx="15406">
                  <c:v>6.0662410563380282</c:v>
                </c:pt>
                <c:pt idx="15407">
                  <c:v>6.0637800704225349</c:v>
                </c:pt>
                <c:pt idx="15408">
                  <c:v>6.061495774647887</c:v>
                </c:pt>
                <c:pt idx="15409">
                  <c:v>6.0611533098591552</c:v>
                </c:pt>
                <c:pt idx="15410">
                  <c:v>6.0636975352112676</c:v>
                </c:pt>
                <c:pt idx="15411">
                  <c:v>6.0692976056338033</c:v>
                </c:pt>
                <c:pt idx="15412">
                  <c:v>6.0729605633802821</c:v>
                </c:pt>
                <c:pt idx="15413">
                  <c:v>6.0731929577464792</c:v>
                </c:pt>
                <c:pt idx="15414">
                  <c:v>6.0698427464788729</c:v>
                </c:pt>
                <c:pt idx="15415">
                  <c:v>6.0625188732394371</c:v>
                </c:pt>
                <c:pt idx="15416">
                  <c:v>6.0595182394366196</c:v>
                </c:pt>
                <c:pt idx="15417">
                  <c:v>6.0591645774647889</c:v>
                </c:pt>
                <c:pt idx="15418">
                  <c:v>6.0649349295774648</c:v>
                </c:pt>
                <c:pt idx="15419">
                  <c:v>6.0660138732394362</c:v>
                </c:pt>
                <c:pt idx="15420">
                  <c:v>6.0650890140845073</c:v>
                </c:pt>
                <c:pt idx="15421">
                  <c:v>6.0705922535211272</c:v>
                </c:pt>
                <c:pt idx="15422">
                  <c:v>6.0668392957746482</c:v>
                </c:pt>
                <c:pt idx="15423">
                  <c:v>6.064692112676056</c:v>
                </c:pt>
                <c:pt idx="15424">
                  <c:v>6.0690264788732398</c:v>
                </c:pt>
                <c:pt idx="15425">
                  <c:v>6.0737007042253524</c:v>
                </c:pt>
                <c:pt idx="15426">
                  <c:v>6.0709366197183101</c:v>
                </c:pt>
                <c:pt idx="15427">
                  <c:v>6.0719542253521128</c:v>
                </c:pt>
                <c:pt idx="15428">
                  <c:v>6.0686314084507043</c:v>
                </c:pt>
                <c:pt idx="15429">
                  <c:v>6.0657493661971831</c:v>
                </c:pt>
                <c:pt idx="15430">
                  <c:v>6.0637428169014083</c:v>
                </c:pt>
                <c:pt idx="15431">
                  <c:v>6.0623840140845067</c:v>
                </c:pt>
                <c:pt idx="15432">
                  <c:v>6.0658895070422538</c:v>
                </c:pt>
                <c:pt idx="15433">
                  <c:v>6.0625878873239438</c:v>
                </c:pt>
                <c:pt idx="15434">
                  <c:v>6.0650386619718306</c:v>
                </c:pt>
                <c:pt idx="15435">
                  <c:v>6.063851408450704</c:v>
                </c:pt>
                <c:pt idx="15436">
                  <c:v>6.0625430281690145</c:v>
                </c:pt>
                <c:pt idx="15437">
                  <c:v>6.0667035915492962</c:v>
                </c:pt>
                <c:pt idx="15438">
                  <c:v>6.0663492253521127</c:v>
                </c:pt>
                <c:pt idx="15439">
                  <c:v>6.059829295774648</c:v>
                </c:pt>
                <c:pt idx="15440">
                  <c:v>6.0460522535211272</c:v>
                </c:pt>
                <c:pt idx="15441">
                  <c:v>6.0361487323943663</c:v>
                </c:pt>
                <c:pt idx="15442">
                  <c:v>6.0397448591549292</c:v>
                </c:pt>
                <c:pt idx="15443">
                  <c:v>6.047814436619718</c:v>
                </c:pt>
                <c:pt idx="15444">
                  <c:v>6.052499014084507</c:v>
                </c:pt>
                <c:pt idx="15445">
                  <c:v>6.0555641549295771</c:v>
                </c:pt>
                <c:pt idx="15446">
                  <c:v>6.0577268309859154</c:v>
                </c:pt>
                <c:pt idx="15447">
                  <c:v>6.056045915492958</c:v>
                </c:pt>
                <c:pt idx="15448">
                  <c:v>6.0555297183098595</c:v>
                </c:pt>
                <c:pt idx="15449">
                  <c:v>6.0544207746478875</c:v>
                </c:pt>
                <c:pt idx="15450">
                  <c:v>6.0553071830985914</c:v>
                </c:pt>
                <c:pt idx="15451">
                  <c:v>6.0573938028169012</c:v>
                </c:pt>
                <c:pt idx="15452">
                  <c:v>6.0578295070422534</c:v>
                </c:pt>
                <c:pt idx="15453">
                  <c:v>6.0559278873239437</c:v>
                </c:pt>
                <c:pt idx="15454">
                  <c:v>6.0586307042253518</c:v>
                </c:pt>
                <c:pt idx="15455">
                  <c:v>6.0640782394366202</c:v>
                </c:pt>
                <c:pt idx="15456">
                  <c:v>6.0688458450704221</c:v>
                </c:pt>
                <c:pt idx="15457">
                  <c:v>6.0647145070422539</c:v>
                </c:pt>
                <c:pt idx="15458">
                  <c:v>6.0580240845070419</c:v>
                </c:pt>
                <c:pt idx="15459">
                  <c:v>6.0583423943661971</c:v>
                </c:pt>
                <c:pt idx="15460">
                  <c:v>6.0616244366197183</c:v>
                </c:pt>
                <c:pt idx="15461">
                  <c:v>6.062992957746479</c:v>
                </c:pt>
                <c:pt idx="15462">
                  <c:v>6.0589097183098595</c:v>
                </c:pt>
                <c:pt idx="15463">
                  <c:v>6.0567604929577463</c:v>
                </c:pt>
                <c:pt idx="15464">
                  <c:v>6.0542764788732395</c:v>
                </c:pt>
                <c:pt idx="15465">
                  <c:v>6.0495435915492957</c:v>
                </c:pt>
                <c:pt idx="15466">
                  <c:v>6.0489475352112674</c:v>
                </c:pt>
                <c:pt idx="15467">
                  <c:v>6.0396523239436624</c:v>
                </c:pt>
                <c:pt idx="15468">
                  <c:v>6.034299436619718</c:v>
                </c:pt>
                <c:pt idx="15469">
                  <c:v>6.0343695070422534</c:v>
                </c:pt>
                <c:pt idx="15470">
                  <c:v>6.0369156338028169</c:v>
                </c:pt>
                <c:pt idx="15471">
                  <c:v>6.0459336619718309</c:v>
                </c:pt>
                <c:pt idx="15472">
                  <c:v>6.0529592957746479</c:v>
                </c:pt>
                <c:pt idx="15473">
                  <c:v>6.0545659154929581</c:v>
                </c:pt>
                <c:pt idx="15474">
                  <c:v>6.0595571830985913</c:v>
                </c:pt>
                <c:pt idx="15475">
                  <c:v>6.0662988028169016</c:v>
                </c:pt>
                <c:pt idx="15476">
                  <c:v>6.0647637323943666</c:v>
                </c:pt>
                <c:pt idx="15477">
                  <c:v>6.0627795070422534</c:v>
                </c:pt>
                <c:pt idx="15478">
                  <c:v>6.0533093661971833</c:v>
                </c:pt>
                <c:pt idx="15479">
                  <c:v>6.0473382394366197</c:v>
                </c:pt>
                <c:pt idx="15480">
                  <c:v>6.0471695070422538</c:v>
                </c:pt>
                <c:pt idx="15481">
                  <c:v>6.0480078169014089</c:v>
                </c:pt>
                <c:pt idx="15482">
                  <c:v>6.0525582394366193</c:v>
                </c:pt>
                <c:pt idx="15483">
                  <c:v>6.0584597183098587</c:v>
                </c:pt>
                <c:pt idx="15484">
                  <c:v>6.06147823943662</c:v>
                </c:pt>
                <c:pt idx="15485">
                  <c:v>6.0616626056338028</c:v>
                </c:pt>
                <c:pt idx="15486">
                  <c:v>6.0591625352112679</c:v>
                </c:pt>
                <c:pt idx="15487">
                  <c:v>6.0533997887323947</c:v>
                </c:pt>
                <c:pt idx="15488">
                  <c:v>6.0499702112676053</c:v>
                </c:pt>
                <c:pt idx="15489">
                  <c:v>6.0494793661971835</c:v>
                </c:pt>
                <c:pt idx="15490">
                  <c:v>6.0472218309859151</c:v>
                </c:pt>
                <c:pt idx="15491">
                  <c:v>6.0406631690140848</c:v>
                </c:pt>
                <c:pt idx="15492">
                  <c:v>6.039520845070423</c:v>
                </c:pt>
                <c:pt idx="15493">
                  <c:v>6.0447546478873235</c:v>
                </c:pt>
                <c:pt idx="15494">
                  <c:v>6.0434497183098594</c:v>
                </c:pt>
                <c:pt idx="15495">
                  <c:v>6.0423099999999996</c:v>
                </c:pt>
                <c:pt idx="15496">
                  <c:v>6.0491507746478872</c:v>
                </c:pt>
                <c:pt idx="15497">
                  <c:v>6.0487463380281694</c:v>
                </c:pt>
                <c:pt idx="15498">
                  <c:v>6.0459502112676056</c:v>
                </c:pt>
                <c:pt idx="15499">
                  <c:v>6.0527871126760564</c:v>
                </c:pt>
                <c:pt idx="15500">
                  <c:v>6.057704366197183</c:v>
                </c:pt>
                <c:pt idx="15501">
                  <c:v>6.0611316901408454</c:v>
                </c:pt>
                <c:pt idx="15502">
                  <c:v>6.0616213380281687</c:v>
                </c:pt>
                <c:pt idx="15503">
                  <c:v>6.0570263380281686</c:v>
                </c:pt>
                <c:pt idx="15504">
                  <c:v>6.0579294366197187</c:v>
                </c:pt>
                <c:pt idx="15505">
                  <c:v>6.0552368309859155</c:v>
                </c:pt>
                <c:pt idx="15506">
                  <c:v>6.05055161971831</c:v>
                </c:pt>
                <c:pt idx="15507">
                  <c:v>6.0482229577464786</c:v>
                </c:pt>
                <c:pt idx="15508">
                  <c:v>6.0528587323943661</c:v>
                </c:pt>
                <c:pt idx="15509">
                  <c:v>6.0571183802816897</c:v>
                </c:pt>
                <c:pt idx="15510">
                  <c:v>6.0600352112676052</c:v>
                </c:pt>
                <c:pt idx="15511">
                  <c:v>6.0559295774647888</c:v>
                </c:pt>
                <c:pt idx="15512">
                  <c:v>6.0564059154929577</c:v>
                </c:pt>
                <c:pt idx="15513">
                  <c:v>6.0565497183098591</c:v>
                </c:pt>
                <c:pt idx="15514">
                  <c:v>6.0599496478873238</c:v>
                </c:pt>
                <c:pt idx="15515">
                  <c:v>6.0659271126760563</c:v>
                </c:pt>
                <c:pt idx="15516">
                  <c:v>6.0755725352112675</c:v>
                </c:pt>
                <c:pt idx="15517">
                  <c:v>6.081649295774648</c:v>
                </c:pt>
                <c:pt idx="15518">
                  <c:v>6.0707485915492958</c:v>
                </c:pt>
                <c:pt idx="15519">
                  <c:v>6.064274577464789</c:v>
                </c:pt>
                <c:pt idx="15520">
                  <c:v>6.0649602112676053</c:v>
                </c:pt>
                <c:pt idx="15521">
                  <c:v>6.0615027464788733</c:v>
                </c:pt>
                <c:pt idx="15522">
                  <c:v>6.0583104929577463</c:v>
                </c:pt>
                <c:pt idx="15523">
                  <c:v>6.0637037323943659</c:v>
                </c:pt>
                <c:pt idx="15524">
                  <c:v>6.0616402816901411</c:v>
                </c:pt>
                <c:pt idx="15525">
                  <c:v>6.0485578169014085</c:v>
                </c:pt>
                <c:pt idx="15526">
                  <c:v>6.0424011267605637</c:v>
                </c:pt>
                <c:pt idx="15527">
                  <c:v>6.0417958450704221</c:v>
                </c:pt>
                <c:pt idx="15528">
                  <c:v>6.0371475352112673</c:v>
                </c:pt>
                <c:pt idx="15529">
                  <c:v>6.0395661267605636</c:v>
                </c:pt>
                <c:pt idx="15530">
                  <c:v>6.0495621830985913</c:v>
                </c:pt>
                <c:pt idx="15531">
                  <c:v>6.060138591549296</c:v>
                </c:pt>
                <c:pt idx="15532">
                  <c:v>6.0625216197183098</c:v>
                </c:pt>
                <c:pt idx="15533">
                  <c:v>6.060358661971831</c:v>
                </c:pt>
                <c:pt idx="15534">
                  <c:v>6.0560719718309857</c:v>
                </c:pt>
                <c:pt idx="15535">
                  <c:v>6.0554890845070419</c:v>
                </c:pt>
                <c:pt idx="15536">
                  <c:v>6.0574836619718306</c:v>
                </c:pt>
                <c:pt idx="15537">
                  <c:v>6.0618450704225353</c:v>
                </c:pt>
                <c:pt idx="15538">
                  <c:v>6.0667641549295777</c:v>
                </c:pt>
                <c:pt idx="15539">
                  <c:v>6.067167957746479</c:v>
                </c:pt>
                <c:pt idx="15540">
                  <c:v>6.064398309859155</c:v>
                </c:pt>
                <c:pt idx="15541">
                  <c:v>6.0655385211267605</c:v>
                </c:pt>
                <c:pt idx="15542">
                  <c:v>6.0604569014084504</c:v>
                </c:pt>
                <c:pt idx="15543">
                  <c:v>6.052507042253521</c:v>
                </c:pt>
                <c:pt idx="15544">
                  <c:v>6.0503579577464786</c:v>
                </c:pt>
                <c:pt idx="15545">
                  <c:v>6.0532044366197182</c:v>
                </c:pt>
                <c:pt idx="15546">
                  <c:v>6.0571359154929576</c:v>
                </c:pt>
                <c:pt idx="15547">
                  <c:v>6.0623868309859157</c:v>
                </c:pt>
                <c:pt idx="15548">
                  <c:v>6.0703113380281692</c:v>
                </c:pt>
                <c:pt idx="15549">
                  <c:v>6.0767633802816903</c:v>
                </c:pt>
                <c:pt idx="15550">
                  <c:v>6.0697947183098595</c:v>
                </c:pt>
                <c:pt idx="15551">
                  <c:v>6.0519589436619716</c:v>
                </c:pt>
                <c:pt idx="15552">
                  <c:v>6.0509802816901406</c:v>
                </c:pt>
                <c:pt idx="15553">
                  <c:v>6.0592970422535215</c:v>
                </c:pt>
                <c:pt idx="15554">
                  <c:v>6.0616311971830985</c:v>
                </c:pt>
                <c:pt idx="15555">
                  <c:v>6.0555661267605636</c:v>
                </c:pt>
                <c:pt idx="15556">
                  <c:v>6.0466534507042251</c:v>
                </c:pt>
                <c:pt idx="15557">
                  <c:v>6.0487469718309859</c:v>
                </c:pt>
                <c:pt idx="15558">
                  <c:v>6.0577197887323946</c:v>
                </c:pt>
                <c:pt idx="15559">
                  <c:v>6.0634507042253523</c:v>
                </c:pt>
                <c:pt idx="15560">
                  <c:v>6.0672504929577462</c:v>
                </c:pt>
                <c:pt idx="15561">
                  <c:v>6.0642976056338025</c:v>
                </c:pt>
                <c:pt idx="15562">
                  <c:v>6.0569341549295777</c:v>
                </c:pt>
                <c:pt idx="15563">
                  <c:v>6.053728732394366</c:v>
                </c:pt>
                <c:pt idx="15564">
                  <c:v>6.0471509154929581</c:v>
                </c:pt>
                <c:pt idx="15565">
                  <c:v>6.0449043661971835</c:v>
                </c:pt>
                <c:pt idx="15566">
                  <c:v>6.0501481690140846</c:v>
                </c:pt>
                <c:pt idx="15567">
                  <c:v>6.0584247183098592</c:v>
                </c:pt>
                <c:pt idx="15568">
                  <c:v>6.0635342957746481</c:v>
                </c:pt>
                <c:pt idx="15569">
                  <c:v>6.0589445774647883</c:v>
                </c:pt>
                <c:pt idx="15570">
                  <c:v>6.0603823239436618</c:v>
                </c:pt>
                <c:pt idx="15571">
                  <c:v>6.0708802816901413</c:v>
                </c:pt>
                <c:pt idx="15572">
                  <c:v>6.0712338028169013</c:v>
                </c:pt>
                <c:pt idx="15573">
                  <c:v>6.0598284507042255</c:v>
                </c:pt>
                <c:pt idx="15574">
                  <c:v>6.0495992253521127</c:v>
                </c:pt>
                <c:pt idx="15575">
                  <c:v>6.0527157746478872</c:v>
                </c:pt>
                <c:pt idx="15576">
                  <c:v>6.0632254225352114</c:v>
                </c:pt>
                <c:pt idx="15577">
                  <c:v>6.0678521126760563</c:v>
                </c:pt>
                <c:pt idx="15578">
                  <c:v>6.0650858450704224</c:v>
                </c:pt>
                <c:pt idx="15579">
                  <c:v>6.0539486619718312</c:v>
                </c:pt>
                <c:pt idx="15580">
                  <c:v>6.0491428169014085</c:v>
                </c:pt>
                <c:pt idx="15581">
                  <c:v>6.0492720422535209</c:v>
                </c:pt>
                <c:pt idx="15582">
                  <c:v>6.0526092253521124</c:v>
                </c:pt>
                <c:pt idx="15583">
                  <c:v>6.0625993661971833</c:v>
                </c:pt>
                <c:pt idx="15584">
                  <c:v>6.0671495070422532</c:v>
                </c:pt>
                <c:pt idx="15585">
                  <c:v>6.0699342253521129</c:v>
                </c:pt>
                <c:pt idx="15586">
                  <c:v>6.066796126760563</c:v>
                </c:pt>
                <c:pt idx="15587">
                  <c:v>6.0592113380281694</c:v>
                </c:pt>
                <c:pt idx="15588">
                  <c:v>6.0543633802816901</c:v>
                </c:pt>
                <c:pt idx="15589">
                  <c:v>6.0579093661971832</c:v>
                </c:pt>
                <c:pt idx="15590">
                  <c:v>6.0616334507042255</c:v>
                </c:pt>
                <c:pt idx="15591">
                  <c:v>6.0583397887323942</c:v>
                </c:pt>
                <c:pt idx="15592">
                  <c:v>6.0585080281690145</c:v>
                </c:pt>
                <c:pt idx="15593">
                  <c:v>6.0595871126760565</c:v>
                </c:pt>
                <c:pt idx="15594">
                  <c:v>6.0578485211267603</c:v>
                </c:pt>
                <c:pt idx="15595">
                  <c:v>6.0623013380281687</c:v>
                </c:pt>
                <c:pt idx="15596">
                  <c:v>6.060896971830986</c:v>
                </c:pt>
                <c:pt idx="15597">
                  <c:v>6.0588912676056337</c:v>
                </c:pt>
                <c:pt idx="15598">
                  <c:v>6.0575163380281687</c:v>
                </c:pt>
                <c:pt idx="15599">
                  <c:v>6.0529890140845071</c:v>
                </c:pt>
                <c:pt idx="15600">
                  <c:v>6.0563278169014083</c:v>
                </c:pt>
                <c:pt idx="15601">
                  <c:v>6.0545798591549298</c:v>
                </c:pt>
                <c:pt idx="15602">
                  <c:v>6.0489226056338028</c:v>
                </c:pt>
                <c:pt idx="15603">
                  <c:v>6.0482953521126763</c:v>
                </c:pt>
                <c:pt idx="15604">
                  <c:v>6.0513602112676059</c:v>
                </c:pt>
                <c:pt idx="15605">
                  <c:v>6.0540309154929579</c:v>
                </c:pt>
                <c:pt idx="15606">
                  <c:v>6.052464295774648</c:v>
                </c:pt>
                <c:pt idx="15607">
                  <c:v>6.0561573943661973</c:v>
                </c:pt>
                <c:pt idx="15608">
                  <c:v>6.0671878169014084</c:v>
                </c:pt>
                <c:pt idx="15609">
                  <c:v>6.0701664084507039</c:v>
                </c:pt>
                <c:pt idx="15610">
                  <c:v>6.0661673943661976</c:v>
                </c:pt>
                <c:pt idx="15611">
                  <c:v>6.0640470422535211</c:v>
                </c:pt>
                <c:pt idx="15612">
                  <c:v>6.0647080985915496</c:v>
                </c:pt>
                <c:pt idx="15613">
                  <c:v>6.0659519718309856</c:v>
                </c:pt>
                <c:pt idx="15614">
                  <c:v>6.0628198591549296</c:v>
                </c:pt>
                <c:pt idx="15615">
                  <c:v>6.0591320422535215</c:v>
                </c:pt>
                <c:pt idx="15616">
                  <c:v>6.0645122535211264</c:v>
                </c:pt>
                <c:pt idx="15617">
                  <c:v>6.0647340845070419</c:v>
                </c:pt>
                <c:pt idx="15618">
                  <c:v>6.0554340845070422</c:v>
                </c:pt>
                <c:pt idx="15619">
                  <c:v>6.0522258450704225</c:v>
                </c:pt>
                <c:pt idx="15620">
                  <c:v>6.0556702816901407</c:v>
                </c:pt>
                <c:pt idx="15621">
                  <c:v>6.0549247183098593</c:v>
                </c:pt>
                <c:pt idx="15622">
                  <c:v>6.0522092957746478</c:v>
                </c:pt>
                <c:pt idx="15623">
                  <c:v>6.0612290845070422</c:v>
                </c:pt>
                <c:pt idx="15624">
                  <c:v>6.0735408450704229</c:v>
                </c:pt>
                <c:pt idx="15625">
                  <c:v>6.0765901408450702</c:v>
                </c:pt>
                <c:pt idx="15626">
                  <c:v>6.0699334507042257</c:v>
                </c:pt>
                <c:pt idx="15627">
                  <c:v>6.0598892957746475</c:v>
                </c:pt>
                <c:pt idx="15628">
                  <c:v>6.0611579577464791</c:v>
                </c:pt>
                <c:pt idx="15629">
                  <c:v>6.0662685915492958</c:v>
                </c:pt>
                <c:pt idx="15630">
                  <c:v>6.0658639436619719</c:v>
                </c:pt>
                <c:pt idx="15631">
                  <c:v>6.0626492957746478</c:v>
                </c:pt>
                <c:pt idx="15632">
                  <c:v>6.0686890140845069</c:v>
                </c:pt>
                <c:pt idx="15633">
                  <c:v>6.0742077464788728</c:v>
                </c:pt>
                <c:pt idx="15634">
                  <c:v>6.0653338028169017</c:v>
                </c:pt>
                <c:pt idx="15635">
                  <c:v>6.0571930281690145</c:v>
                </c:pt>
                <c:pt idx="15636">
                  <c:v>6.0576712676056337</c:v>
                </c:pt>
                <c:pt idx="15637">
                  <c:v>6.0605638732394365</c:v>
                </c:pt>
                <c:pt idx="15638">
                  <c:v>6.0640204929577468</c:v>
                </c:pt>
                <c:pt idx="15639">
                  <c:v>6.0671894366197181</c:v>
                </c:pt>
                <c:pt idx="15640">
                  <c:v>6.0717732394366202</c:v>
                </c:pt>
                <c:pt idx="15641">
                  <c:v>6.0721183098591549</c:v>
                </c:pt>
                <c:pt idx="15642">
                  <c:v>6.0741112676056339</c:v>
                </c:pt>
                <c:pt idx="15643">
                  <c:v>6.0714499999999996</c:v>
                </c:pt>
                <c:pt idx="15644">
                  <c:v>6.0635811971830984</c:v>
                </c:pt>
                <c:pt idx="15645">
                  <c:v>6.0601132394366193</c:v>
                </c:pt>
                <c:pt idx="15646">
                  <c:v>6.0627864084507044</c:v>
                </c:pt>
                <c:pt idx="15647">
                  <c:v>6.0665306338028167</c:v>
                </c:pt>
                <c:pt idx="15648">
                  <c:v>6.0646825352112677</c:v>
                </c:pt>
                <c:pt idx="15649">
                  <c:v>6.0617323943661976</c:v>
                </c:pt>
                <c:pt idx="15650">
                  <c:v>6.0604259154929574</c:v>
                </c:pt>
                <c:pt idx="15651">
                  <c:v>6.0561362676056341</c:v>
                </c:pt>
                <c:pt idx="15652">
                  <c:v>6.058462394366197</c:v>
                </c:pt>
                <c:pt idx="15653">
                  <c:v>6.0597807746478871</c:v>
                </c:pt>
                <c:pt idx="15654">
                  <c:v>6.0557257042253525</c:v>
                </c:pt>
                <c:pt idx="15655">
                  <c:v>6.0524152816901404</c:v>
                </c:pt>
                <c:pt idx="15656">
                  <c:v>6.047470070422535</c:v>
                </c:pt>
                <c:pt idx="15657">
                  <c:v>6.0496514788732396</c:v>
                </c:pt>
                <c:pt idx="15658">
                  <c:v>6.05418323943662</c:v>
                </c:pt>
                <c:pt idx="15659">
                  <c:v>6.0574089436619722</c:v>
                </c:pt>
                <c:pt idx="15660">
                  <c:v>6.0572222535211271</c:v>
                </c:pt>
                <c:pt idx="15661">
                  <c:v>6.0461241549295774</c:v>
                </c:pt>
                <c:pt idx="15662">
                  <c:v>6.0416152816901407</c:v>
                </c:pt>
                <c:pt idx="15663">
                  <c:v>6.0511996478873238</c:v>
                </c:pt>
                <c:pt idx="15664">
                  <c:v>6.0566808450704226</c:v>
                </c:pt>
                <c:pt idx="15665">
                  <c:v>6.0536269014084505</c:v>
                </c:pt>
                <c:pt idx="15666">
                  <c:v>6.0513640140845073</c:v>
                </c:pt>
                <c:pt idx="15667">
                  <c:v>6.0560604929577462</c:v>
                </c:pt>
                <c:pt idx="15668">
                  <c:v>6.0655080985915495</c:v>
                </c:pt>
                <c:pt idx="15669">
                  <c:v>6.065553732394366</c:v>
                </c:pt>
                <c:pt idx="15670">
                  <c:v>6.0689340140845074</c:v>
                </c:pt>
                <c:pt idx="15671">
                  <c:v>6.0722387323943661</c:v>
                </c:pt>
                <c:pt idx="15672">
                  <c:v>6.0635004929577461</c:v>
                </c:pt>
                <c:pt idx="15673">
                  <c:v>6.050554225352113</c:v>
                </c:pt>
                <c:pt idx="15674">
                  <c:v>6.044838732394366</c:v>
                </c:pt>
                <c:pt idx="15675">
                  <c:v>6.0480603521126763</c:v>
                </c:pt>
                <c:pt idx="15676">
                  <c:v>6.0454881690140843</c:v>
                </c:pt>
                <c:pt idx="15677">
                  <c:v>6.0390273943661974</c:v>
                </c:pt>
                <c:pt idx="15678">
                  <c:v>6.0404480985915496</c:v>
                </c:pt>
                <c:pt idx="15679">
                  <c:v>6.0492234507042255</c:v>
                </c:pt>
                <c:pt idx="15680">
                  <c:v>6.0574647183098591</c:v>
                </c:pt>
                <c:pt idx="15681">
                  <c:v>6.0537822535211268</c:v>
                </c:pt>
                <c:pt idx="15682">
                  <c:v>6.0481697183098593</c:v>
                </c:pt>
                <c:pt idx="15683">
                  <c:v>6.0538725352112674</c:v>
                </c:pt>
                <c:pt idx="15684">
                  <c:v>6.0577623239436615</c:v>
                </c:pt>
                <c:pt idx="15685">
                  <c:v>6.0574723943661972</c:v>
                </c:pt>
                <c:pt idx="15686">
                  <c:v>6.0492340845070425</c:v>
                </c:pt>
                <c:pt idx="15687">
                  <c:v>6.0464152112676057</c:v>
                </c:pt>
                <c:pt idx="15688">
                  <c:v>6.0508014788732396</c:v>
                </c:pt>
                <c:pt idx="15689">
                  <c:v>6.0532525352112678</c:v>
                </c:pt>
                <c:pt idx="15690">
                  <c:v>6.0535650704225352</c:v>
                </c:pt>
                <c:pt idx="15691">
                  <c:v>6.0579848591549297</c:v>
                </c:pt>
                <c:pt idx="15692">
                  <c:v>6.0625460563380278</c:v>
                </c:pt>
                <c:pt idx="15693">
                  <c:v>6.0678978873239435</c:v>
                </c:pt>
                <c:pt idx="15694">
                  <c:v>6.0716443661971828</c:v>
                </c:pt>
                <c:pt idx="15695">
                  <c:v>6.0709035211267608</c:v>
                </c:pt>
                <c:pt idx="15696">
                  <c:v>6.0635626056338028</c:v>
                </c:pt>
                <c:pt idx="15697">
                  <c:v>6.0612585211267609</c:v>
                </c:pt>
                <c:pt idx="15698">
                  <c:v>6.0672695774647885</c:v>
                </c:pt>
                <c:pt idx="15699">
                  <c:v>6.0639488732394362</c:v>
                </c:pt>
                <c:pt idx="15700">
                  <c:v>6.0612740845070423</c:v>
                </c:pt>
                <c:pt idx="15701">
                  <c:v>6.0622884507042256</c:v>
                </c:pt>
                <c:pt idx="15702">
                  <c:v>6.0598548591549299</c:v>
                </c:pt>
                <c:pt idx="15703">
                  <c:v>6.0596454929577463</c:v>
                </c:pt>
                <c:pt idx="15704">
                  <c:v>6.0665342957746482</c:v>
                </c:pt>
                <c:pt idx="15705">
                  <c:v>6.0673642253521125</c:v>
                </c:pt>
                <c:pt idx="15706">
                  <c:v>6.0706739436619719</c:v>
                </c:pt>
                <c:pt idx="15707">
                  <c:v>6.0709232394366195</c:v>
                </c:pt>
                <c:pt idx="15708">
                  <c:v>6.0663015492957744</c:v>
                </c:pt>
                <c:pt idx="15709">
                  <c:v>6.0620178873239441</c:v>
                </c:pt>
                <c:pt idx="15710">
                  <c:v>6.0600435211267607</c:v>
                </c:pt>
                <c:pt idx="15711">
                  <c:v>6.0600233098591545</c:v>
                </c:pt>
                <c:pt idx="15712">
                  <c:v>6.0647226056338024</c:v>
                </c:pt>
                <c:pt idx="15713">
                  <c:v>6.0619409154929578</c:v>
                </c:pt>
                <c:pt idx="15714">
                  <c:v>6.0554728873239441</c:v>
                </c:pt>
                <c:pt idx="15715">
                  <c:v>6.0511949999999999</c:v>
                </c:pt>
                <c:pt idx="15716">
                  <c:v>6.0475185915492959</c:v>
                </c:pt>
                <c:pt idx="15717">
                  <c:v>6.0456533098591549</c:v>
                </c:pt>
                <c:pt idx="15718">
                  <c:v>6.0481739436619719</c:v>
                </c:pt>
                <c:pt idx="15719">
                  <c:v>6.0522794366197186</c:v>
                </c:pt>
                <c:pt idx="15720">
                  <c:v>6.0524366197183097</c:v>
                </c:pt>
                <c:pt idx="15721">
                  <c:v>6.0485926760563382</c:v>
                </c:pt>
                <c:pt idx="15722">
                  <c:v>6.0472819718309863</c:v>
                </c:pt>
                <c:pt idx="15723">
                  <c:v>6.0550199295774645</c:v>
                </c:pt>
                <c:pt idx="15724">
                  <c:v>6.0637684507042255</c:v>
                </c:pt>
                <c:pt idx="15725">
                  <c:v>6.064545774647887</c:v>
                </c:pt>
                <c:pt idx="15726">
                  <c:v>6.062263309859155</c:v>
                </c:pt>
                <c:pt idx="15727">
                  <c:v>6.0643715492957746</c:v>
                </c:pt>
                <c:pt idx="15728">
                  <c:v>6.0623030985915491</c:v>
                </c:pt>
                <c:pt idx="15729">
                  <c:v>6.0569676760563382</c:v>
                </c:pt>
                <c:pt idx="15730">
                  <c:v>6.0494448591549297</c:v>
                </c:pt>
                <c:pt idx="15731">
                  <c:v>6.0402129577464789</c:v>
                </c:pt>
                <c:pt idx="15732">
                  <c:v>6.0400057042253525</c:v>
                </c:pt>
                <c:pt idx="15733">
                  <c:v>6.0459768309859152</c:v>
                </c:pt>
                <c:pt idx="15734">
                  <c:v>6.052297253521127</c:v>
                </c:pt>
                <c:pt idx="15735">
                  <c:v>6.0584040845070426</c:v>
                </c:pt>
                <c:pt idx="15736">
                  <c:v>6.0618538732394365</c:v>
                </c:pt>
                <c:pt idx="15737">
                  <c:v>6.0600320422535212</c:v>
                </c:pt>
                <c:pt idx="15738">
                  <c:v>6.0587775352112674</c:v>
                </c:pt>
                <c:pt idx="15739">
                  <c:v>6.0591742957746479</c:v>
                </c:pt>
                <c:pt idx="15740">
                  <c:v>6.0654966901408454</c:v>
                </c:pt>
                <c:pt idx="15741">
                  <c:v>6.0670719014084504</c:v>
                </c:pt>
                <c:pt idx="15742">
                  <c:v>6.0627043661971829</c:v>
                </c:pt>
                <c:pt idx="15743">
                  <c:v>6.0545218309859159</c:v>
                </c:pt>
                <c:pt idx="15744">
                  <c:v>6.053257042253521</c:v>
                </c:pt>
                <c:pt idx="15745">
                  <c:v>6.0581463380281688</c:v>
                </c:pt>
                <c:pt idx="15746">
                  <c:v>6.0618221830985917</c:v>
                </c:pt>
                <c:pt idx="15747">
                  <c:v>6.0623583098591549</c:v>
                </c:pt>
                <c:pt idx="15748">
                  <c:v>6.0580042253521125</c:v>
                </c:pt>
                <c:pt idx="15749">
                  <c:v>6.0529799999999998</c:v>
                </c:pt>
                <c:pt idx="15750">
                  <c:v>6.0552458450704227</c:v>
                </c:pt>
                <c:pt idx="15751">
                  <c:v>6.0584078169014086</c:v>
                </c:pt>
                <c:pt idx="15752">
                  <c:v>6.0618849295774648</c:v>
                </c:pt>
                <c:pt idx="15753">
                  <c:v>6.0664175352112677</c:v>
                </c:pt>
                <c:pt idx="15754">
                  <c:v>6.0657826056338031</c:v>
                </c:pt>
                <c:pt idx="15755">
                  <c:v>6.0749507042253521</c:v>
                </c:pt>
                <c:pt idx="15756">
                  <c:v>6.0812760563380284</c:v>
                </c:pt>
                <c:pt idx="15757">
                  <c:v>6.0759035211267607</c:v>
                </c:pt>
                <c:pt idx="15758">
                  <c:v>6.0661946478873237</c:v>
                </c:pt>
                <c:pt idx="15759">
                  <c:v>6.059329788732394</c:v>
                </c:pt>
                <c:pt idx="15760">
                  <c:v>6.057966056338028</c:v>
                </c:pt>
                <c:pt idx="15761">
                  <c:v>6.0528007042253522</c:v>
                </c:pt>
                <c:pt idx="15762">
                  <c:v>6.0491779577464788</c:v>
                </c:pt>
                <c:pt idx="15763">
                  <c:v>6.0547931690140846</c:v>
                </c:pt>
                <c:pt idx="15764">
                  <c:v>6.0591204225352113</c:v>
                </c:pt>
                <c:pt idx="15765">
                  <c:v>6.0588388732394369</c:v>
                </c:pt>
                <c:pt idx="15766">
                  <c:v>6.0538266901408448</c:v>
                </c:pt>
                <c:pt idx="15767">
                  <c:v>6.0490903521126764</c:v>
                </c:pt>
                <c:pt idx="15768">
                  <c:v>6.0524447887323944</c:v>
                </c:pt>
                <c:pt idx="15769">
                  <c:v>6.0621416901408454</c:v>
                </c:pt>
                <c:pt idx="15770">
                  <c:v>6.0712154929577462</c:v>
                </c:pt>
                <c:pt idx="15771">
                  <c:v>6.0704018309859151</c:v>
                </c:pt>
                <c:pt idx="15772">
                  <c:v>6.057546267605634</c:v>
                </c:pt>
                <c:pt idx="15773">
                  <c:v>6.054576901408451</c:v>
                </c:pt>
                <c:pt idx="15774">
                  <c:v>6.059367887323944</c:v>
                </c:pt>
                <c:pt idx="15775">
                  <c:v>6.0586123239436622</c:v>
                </c:pt>
                <c:pt idx="15776">
                  <c:v>6.0602619014084507</c:v>
                </c:pt>
                <c:pt idx="15777">
                  <c:v>6.0617157746478876</c:v>
                </c:pt>
                <c:pt idx="15778">
                  <c:v>6.0642921830985914</c:v>
                </c:pt>
                <c:pt idx="15779">
                  <c:v>6.0675544366197185</c:v>
                </c:pt>
                <c:pt idx="15780">
                  <c:v>6.066228309859155</c:v>
                </c:pt>
                <c:pt idx="15781">
                  <c:v>6.0680124647887324</c:v>
                </c:pt>
                <c:pt idx="15782">
                  <c:v>6.0703416901408449</c:v>
                </c:pt>
                <c:pt idx="15783">
                  <c:v>6.0734605633802818</c:v>
                </c:pt>
                <c:pt idx="15784">
                  <c:v>6.0729570422535213</c:v>
                </c:pt>
                <c:pt idx="15785">
                  <c:v>6.0662863380281689</c:v>
                </c:pt>
                <c:pt idx="15786">
                  <c:v>6.0653079577464792</c:v>
                </c:pt>
                <c:pt idx="15787">
                  <c:v>6.06330823943662</c:v>
                </c:pt>
                <c:pt idx="15788">
                  <c:v>6.0595190845070421</c:v>
                </c:pt>
                <c:pt idx="15789">
                  <c:v>6.0584378169014084</c:v>
                </c:pt>
                <c:pt idx="15790">
                  <c:v>6.0640940140845068</c:v>
                </c:pt>
                <c:pt idx="15791">
                  <c:v>6.0657022535211267</c:v>
                </c:pt>
                <c:pt idx="15792">
                  <c:v>6.0613858450704221</c:v>
                </c:pt>
                <c:pt idx="15793">
                  <c:v>6.0597092957746481</c:v>
                </c:pt>
                <c:pt idx="15794">
                  <c:v>6.062248943661972</c:v>
                </c:pt>
                <c:pt idx="15795">
                  <c:v>6.0662775352112677</c:v>
                </c:pt>
                <c:pt idx="15796">
                  <c:v>6.0690373239436619</c:v>
                </c:pt>
                <c:pt idx="15797">
                  <c:v>6.0646033802816905</c:v>
                </c:pt>
                <c:pt idx="15798">
                  <c:v>6.0599092957746477</c:v>
                </c:pt>
                <c:pt idx="15799">
                  <c:v>6.0605820422535208</c:v>
                </c:pt>
                <c:pt idx="15800">
                  <c:v>6.058277605633803</c:v>
                </c:pt>
                <c:pt idx="15801">
                  <c:v>6.0548602112676058</c:v>
                </c:pt>
                <c:pt idx="15802">
                  <c:v>6.0535680985915494</c:v>
                </c:pt>
                <c:pt idx="15803">
                  <c:v>6.0525028873239437</c:v>
                </c:pt>
                <c:pt idx="15804">
                  <c:v>6.0574151408450705</c:v>
                </c:pt>
                <c:pt idx="15805">
                  <c:v>6.058237464788732</c:v>
                </c:pt>
                <c:pt idx="15806">
                  <c:v>6.0549388732394362</c:v>
                </c:pt>
                <c:pt idx="15807">
                  <c:v>6.0570257746478875</c:v>
                </c:pt>
                <c:pt idx="15808">
                  <c:v>6.067703661971831</c:v>
                </c:pt>
                <c:pt idx="15809">
                  <c:v>6.0763492957746479</c:v>
                </c:pt>
                <c:pt idx="15810">
                  <c:v>6.0714816901408453</c:v>
                </c:pt>
                <c:pt idx="15811">
                  <c:v>6.0666869014084508</c:v>
                </c:pt>
                <c:pt idx="15812">
                  <c:v>6.0660292253521124</c:v>
                </c:pt>
                <c:pt idx="15813">
                  <c:v>6.0621000704225354</c:v>
                </c:pt>
                <c:pt idx="15814">
                  <c:v>6.0588051408450703</c:v>
                </c:pt>
                <c:pt idx="15815">
                  <c:v>6.0575397887323943</c:v>
                </c:pt>
                <c:pt idx="15816">
                  <c:v>6.0582392957746478</c:v>
                </c:pt>
                <c:pt idx="15817">
                  <c:v>6.0536344366197179</c:v>
                </c:pt>
                <c:pt idx="15818">
                  <c:v>6.0503814084507042</c:v>
                </c:pt>
                <c:pt idx="15819">
                  <c:v>6.0544090140845075</c:v>
                </c:pt>
                <c:pt idx="15820">
                  <c:v>6.0533284507042255</c:v>
                </c:pt>
                <c:pt idx="15821">
                  <c:v>6.052760915492958</c:v>
                </c:pt>
                <c:pt idx="15822">
                  <c:v>6.0561105633802814</c:v>
                </c:pt>
                <c:pt idx="15823">
                  <c:v>6.0554761971830988</c:v>
                </c:pt>
                <c:pt idx="15824">
                  <c:v>6.0559855633802817</c:v>
                </c:pt>
                <c:pt idx="15825">
                  <c:v>6.0578800704225353</c:v>
                </c:pt>
                <c:pt idx="15826">
                  <c:v>6.05961014084507</c:v>
                </c:pt>
                <c:pt idx="15827">
                  <c:v>6.0618442253521128</c:v>
                </c:pt>
                <c:pt idx="15828">
                  <c:v>6.0621708450704226</c:v>
                </c:pt>
                <c:pt idx="15829">
                  <c:v>6.0622929577464788</c:v>
                </c:pt>
                <c:pt idx="15830">
                  <c:v>6.0672983802816898</c:v>
                </c:pt>
                <c:pt idx="15831">
                  <c:v>6.0678710563380278</c:v>
                </c:pt>
                <c:pt idx="15832">
                  <c:v>6.062089718309859</c:v>
                </c:pt>
                <c:pt idx="15833">
                  <c:v>6.0557680281690143</c:v>
                </c:pt>
                <c:pt idx="15834">
                  <c:v>6.0512318309859152</c:v>
                </c:pt>
                <c:pt idx="15835">
                  <c:v>6.0542910563380286</c:v>
                </c:pt>
                <c:pt idx="15836">
                  <c:v>6.0595980985915494</c:v>
                </c:pt>
                <c:pt idx="15837">
                  <c:v>6.0603924647887322</c:v>
                </c:pt>
                <c:pt idx="15838">
                  <c:v>6.0568756338028171</c:v>
                </c:pt>
                <c:pt idx="15839">
                  <c:v>6.061797605633803</c:v>
                </c:pt>
                <c:pt idx="15840">
                  <c:v>6.063608943661972</c:v>
                </c:pt>
                <c:pt idx="15841">
                  <c:v>6.0653206338028172</c:v>
                </c:pt>
                <c:pt idx="15842">
                  <c:v>6.0650116901408451</c:v>
                </c:pt>
                <c:pt idx="15843">
                  <c:v>6.061578661971831</c:v>
                </c:pt>
                <c:pt idx="15844">
                  <c:v>6.0565389436619714</c:v>
                </c:pt>
                <c:pt idx="15845">
                  <c:v>6.0547052112676054</c:v>
                </c:pt>
                <c:pt idx="15846">
                  <c:v>6.0522178169014085</c:v>
                </c:pt>
                <c:pt idx="15847">
                  <c:v>6.0504809859154927</c:v>
                </c:pt>
                <c:pt idx="15848">
                  <c:v>6.0519926056338029</c:v>
                </c:pt>
                <c:pt idx="15849">
                  <c:v>6.0554806338028166</c:v>
                </c:pt>
                <c:pt idx="15850">
                  <c:v>6.0570363380281691</c:v>
                </c:pt>
                <c:pt idx="15851">
                  <c:v>6.0543313380281694</c:v>
                </c:pt>
                <c:pt idx="15852">
                  <c:v>6.0506162676056334</c:v>
                </c:pt>
                <c:pt idx="15853">
                  <c:v>6.0453213380281694</c:v>
                </c:pt>
                <c:pt idx="15854">
                  <c:v>6.0480226760563376</c:v>
                </c:pt>
                <c:pt idx="15855">
                  <c:v>6.0545876056338024</c:v>
                </c:pt>
                <c:pt idx="15856">
                  <c:v>6.0537380985915492</c:v>
                </c:pt>
                <c:pt idx="15857">
                  <c:v>6.0521851408450704</c:v>
                </c:pt>
                <c:pt idx="15858">
                  <c:v>6.0532114084507045</c:v>
                </c:pt>
                <c:pt idx="15859">
                  <c:v>6.0541242957746482</c:v>
                </c:pt>
                <c:pt idx="15860">
                  <c:v>6.0572654225352114</c:v>
                </c:pt>
                <c:pt idx="15861">
                  <c:v>6.057144577464789</c:v>
                </c:pt>
                <c:pt idx="15862">
                  <c:v>6.060390211267606</c:v>
                </c:pt>
                <c:pt idx="15863">
                  <c:v>6.0619440845070418</c:v>
                </c:pt>
                <c:pt idx="15864">
                  <c:v>6.0526199295774648</c:v>
                </c:pt>
                <c:pt idx="15865">
                  <c:v>6.0484397183098588</c:v>
                </c:pt>
                <c:pt idx="15866">
                  <c:v>6.0500076760563379</c:v>
                </c:pt>
                <c:pt idx="15867">
                  <c:v>6.0501142253521127</c:v>
                </c:pt>
                <c:pt idx="15868">
                  <c:v>6.0489002112676058</c:v>
                </c:pt>
                <c:pt idx="15869">
                  <c:v>6.0497911267605637</c:v>
                </c:pt>
                <c:pt idx="15870">
                  <c:v>6.0476245070422534</c:v>
                </c:pt>
                <c:pt idx="15871">
                  <c:v>6.0429668309859155</c:v>
                </c:pt>
                <c:pt idx="15872">
                  <c:v>6.0419731690140841</c:v>
                </c:pt>
                <c:pt idx="15873">
                  <c:v>6.0522144366197184</c:v>
                </c:pt>
                <c:pt idx="15874">
                  <c:v>6.0550105633802813</c:v>
                </c:pt>
                <c:pt idx="15875">
                  <c:v>6.0513387323943659</c:v>
                </c:pt>
                <c:pt idx="15876">
                  <c:v>6.0457176760563378</c:v>
                </c:pt>
                <c:pt idx="15877">
                  <c:v>6.0386979577464786</c:v>
                </c:pt>
                <c:pt idx="15878">
                  <c:v>6.0380410563380282</c:v>
                </c:pt>
                <c:pt idx="15879">
                  <c:v>6.0438767605633803</c:v>
                </c:pt>
                <c:pt idx="15880">
                  <c:v>6.0520176056338029</c:v>
                </c:pt>
                <c:pt idx="15881">
                  <c:v>6.0549784507042252</c:v>
                </c:pt>
                <c:pt idx="15882">
                  <c:v>6.0547773239436617</c:v>
                </c:pt>
                <c:pt idx="15883">
                  <c:v>6.0537939436619714</c:v>
                </c:pt>
                <c:pt idx="15884">
                  <c:v>6.0517138732394367</c:v>
                </c:pt>
                <c:pt idx="15885">
                  <c:v>6.0584158450704226</c:v>
                </c:pt>
                <c:pt idx="15886">
                  <c:v>6.0596940140845073</c:v>
                </c:pt>
                <c:pt idx="15887">
                  <c:v>6.0569978873239441</c:v>
                </c:pt>
                <c:pt idx="15888">
                  <c:v>6.0598598591549298</c:v>
                </c:pt>
                <c:pt idx="15889">
                  <c:v>6.0539804225352114</c:v>
                </c:pt>
                <c:pt idx="15890">
                  <c:v>6.0507998591549299</c:v>
                </c:pt>
                <c:pt idx="15891">
                  <c:v>6.0554432394366193</c:v>
                </c:pt>
                <c:pt idx="15892">
                  <c:v>6.0637464788732398</c:v>
                </c:pt>
                <c:pt idx="15893">
                  <c:v>6.0674357746478877</c:v>
                </c:pt>
                <c:pt idx="15894">
                  <c:v>6.0647305633802819</c:v>
                </c:pt>
                <c:pt idx="15895">
                  <c:v>6.0588433802816901</c:v>
                </c:pt>
                <c:pt idx="15896">
                  <c:v>6.0553530985915494</c:v>
                </c:pt>
                <c:pt idx="15897">
                  <c:v>6.059685</c:v>
                </c:pt>
                <c:pt idx="15898">
                  <c:v>6.0587271126760562</c:v>
                </c:pt>
                <c:pt idx="15899">
                  <c:v>6.0572571830985913</c:v>
                </c:pt>
                <c:pt idx="15900">
                  <c:v>6.0557321830985913</c:v>
                </c:pt>
                <c:pt idx="15901">
                  <c:v>6.057430915492958</c:v>
                </c:pt>
                <c:pt idx="15902">
                  <c:v>6.0583121830985913</c:v>
                </c:pt>
                <c:pt idx="15903">
                  <c:v>6.0536761267605632</c:v>
                </c:pt>
                <c:pt idx="15904">
                  <c:v>6.058243802816901</c:v>
                </c:pt>
                <c:pt idx="15905">
                  <c:v>6.0673890140845073</c:v>
                </c:pt>
                <c:pt idx="15906">
                  <c:v>6.0612288028169017</c:v>
                </c:pt>
                <c:pt idx="15907">
                  <c:v>6.0568663380281693</c:v>
                </c:pt>
                <c:pt idx="15908">
                  <c:v>6.0581771126760566</c:v>
                </c:pt>
                <c:pt idx="15909">
                  <c:v>6.0624888028169011</c:v>
                </c:pt>
                <c:pt idx="15910">
                  <c:v>6.0638745070422537</c:v>
                </c:pt>
                <c:pt idx="15911">
                  <c:v>6.0639692957746476</c:v>
                </c:pt>
                <c:pt idx="15912">
                  <c:v>6.0606949999999999</c:v>
                </c:pt>
                <c:pt idx="15913">
                  <c:v>6.0604286619718311</c:v>
                </c:pt>
                <c:pt idx="15914">
                  <c:v>6.0585911267605637</c:v>
                </c:pt>
                <c:pt idx="15915">
                  <c:v>6.0498685211267604</c:v>
                </c:pt>
                <c:pt idx="15916">
                  <c:v>6.053335070422535</c:v>
                </c:pt>
                <c:pt idx="15917">
                  <c:v>6.0570357042253518</c:v>
                </c:pt>
                <c:pt idx="15918">
                  <c:v>6.0559345774647886</c:v>
                </c:pt>
                <c:pt idx="15919">
                  <c:v>6.0562158450704224</c:v>
                </c:pt>
                <c:pt idx="15920">
                  <c:v>6.0548183802816897</c:v>
                </c:pt>
                <c:pt idx="15921">
                  <c:v>6.0557609154929581</c:v>
                </c:pt>
                <c:pt idx="15922">
                  <c:v>6.0535471830985914</c:v>
                </c:pt>
                <c:pt idx="15923">
                  <c:v>6.052762957746479</c:v>
                </c:pt>
                <c:pt idx="15924">
                  <c:v>6.0610749295774644</c:v>
                </c:pt>
                <c:pt idx="15925">
                  <c:v>6.065588450704225</c:v>
                </c:pt>
                <c:pt idx="15926">
                  <c:v>6.0607845774647888</c:v>
                </c:pt>
                <c:pt idx="15927">
                  <c:v>6.0591872535211264</c:v>
                </c:pt>
                <c:pt idx="15928">
                  <c:v>6.0619847183098594</c:v>
                </c:pt>
                <c:pt idx="15929">
                  <c:v>6.0657211267605637</c:v>
                </c:pt>
                <c:pt idx="15930">
                  <c:v>6.068892112676056</c:v>
                </c:pt>
                <c:pt idx="15931">
                  <c:v>6.0742316901408451</c:v>
                </c:pt>
                <c:pt idx="15932">
                  <c:v>6.0822190140845072</c:v>
                </c:pt>
                <c:pt idx="15933">
                  <c:v>6.0826359154929577</c:v>
                </c:pt>
                <c:pt idx="15934">
                  <c:v>6.0755147887323941</c:v>
                </c:pt>
                <c:pt idx="15935">
                  <c:v>6.0715098591549292</c:v>
                </c:pt>
                <c:pt idx="15936">
                  <c:v>6.0722704225352109</c:v>
                </c:pt>
                <c:pt idx="15937">
                  <c:v>6.0696434507042252</c:v>
                </c:pt>
                <c:pt idx="15938">
                  <c:v>6.0644734507042255</c:v>
                </c:pt>
                <c:pt idx="15939">
                  <c:v>6.0566330281690144</c:v>
                </c:pt>
                <c:pt idx="15940">
                  <c:v>6.0600178873239434</c:v>
                </c:pt>
                <c:pt idx="15941">
                  <c:v>6.072945774647887</c:v>
                </c:pt>
                <c:pt idx="15942">
                  <c:v>6.0748105633802814</c:v>
                </c:pt>
                <c:pt idx="15943">
                  <c:v>6.0766711267605631</c:v>
                </c:pt>
                <c:pt idx="15944">
                  <c:v>6.0783436619718314</c:v>
                </c:pt>
                <c:pt idx="15945">
                  <c:v>6.0771718309859155</c:v>
                </c:pt>
                <c:pt idx="15946">
                  <c:v>6.0750218309859152</c:v>
                </c:pt>
                <c:pt idx="15947">
                  <c:v>6.0682795070422539</c:v>
                </c:pt>
                <c:pt idx="15948">
                  <c:v>6.0664803521126762</c:v>
                </c:pt>
                <c:pt idx="15949">
                  <c:v>6.0670905633802814</c:v>
                </c:pt>
                <c:pt idx="15950">
                  <c:v>6.0666607042253524</c:v>
                </c:pt>
                <c:pt idx="15951">
                  <c:v>6.0710492957746478</c:v>
                </c:pt>
                <c:pt idx="15952">
                  <c:v>6.0731246478873242</c:v>
                </c:pt>
                <c:pt idx="15953">
                  <c:v>6.065255070422535</c:v>
                </c:pt>
                <c:pt idx="15954">
                  <c:v>6.0624967605633806</c:v>
                </c:pt>
                <c:pt idx="15955">
                  <c:v>6.0607204225352111</c:v>
                </c:pt>
                <c:pt idx="15956">
                  <c:v>6.0615369718309857</c:v>
                </c:pt>
                <c:pt idx="15957">
                  <c:v>6.0599889436619723</c:v>
                </c:pt>
                <c:pt idx="15958">
                  <c:v>6.0610316901408448</c:v>
                </c:pt>
                <c:pt idx="15959">
                  <c:v>6.0601088028169015</c:v>
                </c:pt>
                <c:pt idx="15960">
                  <c:v>6.0543983802816905</c:v>
                </c:pt>
                <c:pt idx="15961">
                  <c:v>6.0553841549295777</c:v>
                </c:pt>
                <c:pt idx="15962">
                  <c:v>6.0542733098591546</c:v>
                </c:pt>
                <c:pt idx="15963">
                  <c:v>6.0490887323943658</c:v>
                </c:pt>
                <c:pt idx="15964">
                  <c:v>6.0521972535211264</c:v>
                </c:pt>
                <c:pt idx="15965">
                  <c:v>6.0565787323943665</c:v>
                </c:pt>
                <c:pt idx="15966">
                  <c:v>6.0607304929577461</c:v>
                </c:pt>
                <c:pt idx="15967">
                  <c:v>6.064778169014085</c:v>
                </c:pt>
                <c:pt idx="15968">
                  <c:v>6.0636902112676054</c:v>
                </c:pt>
                <c:pt idx="15969">
                  <c:v>6.0739591549295771</c:v>
                </c:pt>
                <c:pt idx="15970">
                  <c:v>6.0802035211267604</c:v>
                </c:pt>
                <c:pt idx="15971">
                  <c:v>6.0786640845070421</c:v>
                </c:pt>
                <c:pt idx="15972">
                  <c:v>6.0772992957746474</c:v>
                </c:pt>
                <c:pt idx="15973">
                  <c:v>6.0778450704225353</c:v>
                </c:pt>
                <c:pt idx="15974">
                  <c:v>6.0704338028169014</c:v>
                </c:pt>
                <c:pt idx="15975">
                  <c:v>6.0629504225352111</c:v>
                </c:pt>
                <c:pt idx="15976">
                  <c:v>6.0646459859154929</c:v>
                </c:pt>
                <c:pt idx="15977">
                  <c:v>6.0661812676056339</c:v>
                </c:pt>
                <c:pt idx="15978">
                  <c:v>6.05961014084507</c:v>
                </c:pt>
                <c:pt idx="15979">
                  <c:v>6.0594580985915494</c:v>
                </c:pt>
                <c:pt idx="15980">
                  <c:v>6.0628990140845067</c:v>
                </c:pt>
                <c:pt idx="15981">
                  <c:v>6.0625310563380284</c:v>
                </c:pt>
                <c:pt idx="15982">
                  <c:v>6.0637400000000001</c:v>
                </c:pt>
                <c:pt idx="15983">
                  <c:v>6.0573074647887326</c:v>
                </c:pt>
                <c:pt idx="15984">
                  <c:v>6.0485355633802813</c:v>
                </c:pt>
                <c:pt idx="15985">
                  <c:v>6.0524225352112673</c:v>
                </c:pt>
                <c:pt idx="15986">
                  <c:v>6.058545633802817</c:v>
                </c:pt>
                <c:pt idx="15987">
                  <c:v>6.0638004225352109</c:v>
                </c:pt>
                <c:pt idx="15988">
                  <c:v>6.0736661971830985</c:v>
                </c:pt>
                <c:pt idx="15989">
                  <c:v>6.0742584507042254</c:v>
                </c:pt>
                <c:pt idx="15990">
                  <c:v>6.0687166197183098</c:v>
                </c:pt>
                <c:pt idx="15991">
                  <c:v>6.0658905633802815</c:v>
                </c:pt>
                <c:pt idx="15992">
                  <c:v>6.0656528169014088</c:v>
                </c:pt>
                <c:pt idx="15993">
                  <c:v>6.0652002816901405</c:v>
                </c:pt>
                <c:pt idx="15994">
                  <c:v>6.0605830281690141</c:v>
                </c:pt>
                <c:pt idx="15995">
                  <c:v>6.0603689436619721</c:v>
                </c:pt>
                <c:pt idx="15996">
                  <c:v>6.0607706338028171</c:v>
                </c:pt>
                <c:pt idx="15997">
                  <c:v>6.0533918309859152</c:v>
                </c:pt>
                <c:pt idx="15998">
                  <c:v>6.0462811971830988</c:v>
                </c:pt>
                <c:pt idx="15999">
                  <c:v>6.0474416197183096</c:v>
                </c:pt>
                <c:pt idx="16000">
                  <c:v>6.0577258450704221</c:v>
                </c:pt>
                <c:pt idx="16001">
                  <c:v>6.0576342253521123</c:v>
                </c:pt>
                <c:pt idx="16002">
                  <c:v>6.048698661971831</c:v>
                </c:pt>
                <c:pt idx="16003">
                  <c:v>6.0491554929577465</c:v>
                </c:pt>
                <c:pt idx="16004">
                  <c:v>6.0551199999999996</c:v>
                </c:pt>
                <c:pt idx="16005">
                  <c:v>6.0626519718309861</c:v>
                </c:pt>
                <c:pt idx="16006">
                  <c:v>6.0691369718309858</c:v>
                </c:pt>
                <c:pt idx="16007">
                  <c:v>6.0662858450704222</c:v>
                </c:pt>
                <c:pt idx="16008">
                  <c:v>6.0646923239436621</c:v>
                </c:pt>
                <c:pt idx="16009">
                  <c:v>6.0655447183098588</c:v>
                </c:pt>
                <c:pt idx="16010">
                  <c:v>6.0633261267605638</c:v>
                </c:pt>
                <c:pt idx="16011">
                  <c:v>6.0639999295774647</c:v>
                </c:pt>
                <c:pt idx="16012">
                  <c:v>6.0669208450704222</c:v>
                </c:pt>
                <c:pt idx="16013">
                  <c:v>6.0746619718309862</c:v>
                </c:pt>
                <c:pt idx="16014">
                  <c:v>6.0716021126760564</c:v>
                </c:pt>
                <c:pt idx="16015">
                  <c:v>6.0628759154929579</c:v>
                </c:pt>
                <c:pt idx="16016">
                  <c:v>6.0591673239436616</c:v>
                </c:pt>
                <c:pt idx="16017">
                  <c:v>6.0668277464788734</c:v>
                </c:pt>
                <c:pt idx="16018">
                  <c:v>6.0734690140845071</c:v>
                </c:pt>
                <c:pt idx="16019">
                  <c:v>6.0675022535211269</c:v>
                </c:pt>
                <c:pt idx="16020">
                  <c:v>6.0607890140845067</c:v>
                </c:pt>
                <c:pt idx="16021">
                  <c:v>6.0589069718309858</c:v>
                </c:pt>
                <c:pt idx="16022">
                  <c:v>6.0613909154929582</c:v>
                </c:pt>
                <c:pt idx="16023">
                  <c:v>6.0608864788732397</c:v>
                </c:pt>
                <c:pt idx="16024">
                  <c:v>6.0565207042253517</c:v>
                </c:pt>
                <c:pt idx="16025">
                  <c:v>6.0459574647887324</c:v>
                </c:pt>
                <c:pt idx="16026">
                  <c:v>6.0409461267605638</c:v>
                </c:pt>
                <c:pt idx="16027">
                  <c:v>6.0497014788732395</c:v>
                </c:pt>
                <c:pt idx="16028">
                  <c:v>6.0559081690140841</c:v>
                </c:pt>
                <c:pt idx="16029">
                  <c:v>6.053164647887324</c:v>
                </c:pt>
                <c:pt idx="16030">
                  <c:v>6.0551169014084509</c:v>
                </c:pt>
                <c:pt idx="16031">
                  <c:v>6.0555007042253521</c:v>
                </c:pt>
                <c:pt idx="16032">
                  <c:v>6.0559376760563381</c:v>
                </c:pt>
                <c:pt idx="16033">
                  <c:v>6.061230352112676</c:v>
                </c:pt>
                <c:pt idx="16034">
                  <c:v>6.0650386619718306</c:v>
                </c:pt>
                <c:pt idx="16035">
                  <c:v>6.0611178873239435</c:v>
                </c:pt>
                <c:pt idx="16036">
                  <c:v>6.0614627464788731</c:v>
                </c:pt>
                <c:pt idx="16037">
                  <c:v>6.0643947183098588</c:v>
                </c:pt>
                <c:pt idx="16038">
                  <c:v>6.0694583098591552</c:v>
                </c:pt>
                <c:pt idx="16039">
                  <c:v>6.0712711267605632</c:v>
                </c:pt>
                <c:pt idx="16040">
                  <c:v>6.0629518309859156</c:v>
                </c:pt>
                <c:pt idx="16041">
                  <c:v>6.0558688732394366</c:v>
                </c:pt>
                <c:pt idx="16042">
                  <c:v>6.0516528169014085</c:v>
                </c:pt>
                <c:pt idx="16043">
                  <c:v>6.0516840845070421</c:v>
                </c:pt>
                <c:pt idx="16044">
                  <c:v>6.0536743661971828</c:v>
                </c:pt>
                <c:pt idx="16045">
                  <c:v>6.0522067605633803</c:v>
                </c:pt>
                <c:pt idx="16046">
                  <c:v>6.0529404929577462</c:v>
                </c:pt>
                <c:pt idx="16047">
                  <c:v>6.0625716197183097</c:v>
                </c:pt>
                <c:pt idx="16048">
                  <c:v>6.0639547887323948</c:v>
                </c:pt>
                <c:pt idx="16049">
                  <c:v>6.0616827464788736</c:v>
                </c:pt>
                <c:pt idx="16050">
                  <c:v>6.0633531690140847</c:v>
                </c:pt>
                <c:pt idx="16051">
                  <c:v>6.0605829577464787</c:v>
                </c:pt>
                <c:pt idx="16052">
                  <c:v>6.0579758450704224</c:v>
                </c:pt>
                <c:pt idx="16053">
                  <c:v>6.0559676056338025</c:v>
                </c:pt>
                <c:pt idx="16054">
                  <c:v>6.0581414788732397</c:v>
                </c:pt>
                <c:pt idx="16055">
                  <c:v>6.0643309154929579</c:v>
                </c:pt>
                <c:pt idx="16056">
                  <c:v>6.0619762676056341</c:v>
                </c:pt>
                <c:pt idx="16057">
                  <c:v>6.0638230985915493</c:v>
                </c:pt>
                <c:pt idx="16058">
                  <c:v>6.060779014084507</c:v>
                </c:pt>
                <c:pt idx="16059">
                  <c:v>6.057645211267606</c:v>
                </c:pt>
                <c:pt idx="16060">
                  <c:v>6.0578719718309859</c:v>
                </c:pt>
                <c:pt idx="16061">
                  <c:v>6.0579737323943661</c:v>
                </c:pt>
                <c:pt idx="16062">
                  <c:v>6.0588995070422538</c:v>
                </c:pt>
                <c:pt idx="16063">
                  <c:v>6.0543687323943658</c:v>
                </c:pt>
                <c:pt idx="16064">
                  <c:v>6.04856014084507</c:v>
                </c:pt>
                <c:pt idx="16065">
                  <c:v>6.049792464788732</c:v>
                </c:pt>
                <c:pt idx="16066">
                  <c:v>6.0510099999999998</c:v>
                </c:pt>
                <c:pt idx="16067">
                  <c:v>6.0512290140845071</c:v>
                </c:pt>
                <c:pt idx="16068">
                  <c:v>6.0600683802816899</c:v>
                </c:pt>
                <c:pt idx="16069">
                  <c:v>6.0675368309859152</c:v>
                </c:pt>
                <c:pt idx="16070">
                  <c:v>6.0672447183098592</c:v>
                </c:pt>
                <c:pt idx="16071">
                  <c:v>6.0621067605633803</c:v>
                </c:pt>
                <c:pt idx="16072">
                  <c:v>6.0570382394366193</c:v>
                </c:pt>
                <c:pt idx="16073">
                  <c:v>6.0553712676056337</c:v>
                </c:pt>
                <c:pt idx="16074">
                  <c:v>6.0605901408450702</c:v>
                </c:pt>
                <c:pt idx="16075">
                  <c:v>6.0648846478873235</c:v>
                </c:pt>
                <c:pt idx="16076">
                  <c:v>6.0646519014084506</c:v>
                </c:pt>
                <c:pt idx="16077">
                  <c:v>6.0613665492957747</c:v>
                </c:pt>
                <c:pt idx="16078">
                  <c:v>6.0581132394366195</c:v>
                </c:pt>
                <c:pt idx="16079">
                  <c:v>6.0588335915492957</c:v>
                </c:pt>
                <c:pt idx="16080">
                  <c:v>6.0639416197183102</c:v>
                </c:pt>
                <c:pt idx="16081">
                  <c:v>6.0640642957746476</c:v>
                </c:pt>
                <c:pt idx="16082">
                  <c:v>6.0646278169014085</c:v>
                </c:pt>
                <c:pt idx="16083">
                  <c:v>6.0652114084507041</c:v>
                </c:pt>
                <c:pt idx="16084">
                  <c:v>6.0590043661971835</c:v>
                </c:pt>
                <c:pt idx="16085">
                  <c:v>6.0485174647887323</c:v>
                </c:pt>
                <c:pt idx="16086">
                  <c:v>6.0460457746478875</c:v>
                </c:pt>
                <c:pt idx="16087">
                  <c:v>6.0533551408450705</c:v>
                </c:pt>
                <c:pt idx="16088">
                  <c:v>6.0548293661971835</c:v>
                </c:pt>
                <c:pt idx="16089">
                  <c:v>6.0505726760563379</c:v>
                </c:pt>
                <c:pt idx="16090">
                  <c:v>6.0544029577464791</c:v>
                </c:pt>
                <c:pt idx="16091">
                  <c:v>6.060433309859155</c:v>
                </c:pt>
                <c:pt idx="16092">
                  <c:v>6.0540288028169016</c:v>
                </c:pt>
                <c:pt idx="16093">
                  <c:v>6.0504195070422533</c:v>
                </c:pt>
                <c:pt idx="16094">
                  <c:v>6.0521164788732396</c:v>
                </c:pt>
                <c:pt idx="16095">
                  <c:v>6.0538929577464788</c:v>
                </c:pt>
                <c:pt idx="16096">
                  <c:v>6.0583675352112678</c:v>
                </c:pt>
                <c:pt idx="16097">
                  <c:v>6.055701901408451</c:v>
                </c:pt>
                <c:pt idx="16098">
                  <c:v>6.0573785211267603</c:v>
                </c:pt>
                <c:pt idx="16099">
                  <c:v>6.0599172535211263</c:v>
                </c:pt>
                <c:pt idx="16100">
                  <c:v>6.0634393661971835</c:v>
                </c:pt>
                <c:pt idx="16101">
                  <c:v>6.0609043661971835</c:v>
                </c:pt>
                <c:pt idx="16102">
                  <c:v>6.0577303521126762</c:v>
                </c:pt>
                <c:pt idx="16103">
                  <c:v>6.0499761971830983</c:v>
                </c:pt>
                <c:pt idx="16104">
                  <c:v>6.0388703521126761</c:v>
                </c:pt>
                <c:pt idx="16105">
                  <c:v>6.0395207746478876</c:v>
                </c:pt>
                <c:pt idx="16106">
                  <c:v>6.0482007042253523</c:v>
                </c:pt>
                <c:pt idx="16107">
                  <c:v>6.0467345070422533</c:v>
                </c:pt>
                <c:pt idx="16108">
                  <c:v>6.0405949999999997</c:v>
                </c:pt>
                <c:pt idx="16109">
                  <c:v>6.0387628873239434</c:v>
                </c:pt>
                <c:pt idx="16110">
                  <c:v>6.0371561267605633</c:v>
                </c:pt>
                <c:pt idx="16111">
                  <c:v>6.0433039436619715</c:v>
                </c:pt>
                <c:pt idx="16112">
                  <c:v>6.0509440140845072</c:v>
                </c:pt>
                <c:pt idx="16113">
                  <c:v>6.0535234507042253</c:v>
                </c:pt>
                <c:pt idx="16114">
                  <c:v>6.0530947887323947</c:v>
                </c:pt>
                <c:pt idx="16115">
                  <c:v>6.0572361267605634</c:v>
                </c:pt>
                <c:pt idx="16116">
                  <c:v>6.0660557746478876</c:v>
                </c:pt>
                <c:pt idx="16117">
                  <c:v>6.0657347183098596</c:v>
                </c:pt>
                <c:pt idx="16118">
                  <c:v>6.0631688028169011</c:v>
                </c:pt>
                <c:pt idx="16119">
                  <c:v>6.0642730985915492</c:v>
                </c:pt>
                <c:pt idx="16120">
                  <c:v>6.062627112676056</c:v>
                </c:pt>
                <c:pt idx="16121">
                  <c:v>6.0613485915492955</c:v>
                </c:pt>
                <c:pt idx="16122">
                  <c:v>6.0597513380281693</c:v>
                </c:pt>
                <c:pt idx="16123">
                  <c:v>6.0651338732394366</c:v>
                </c:pt>
                <c:pt idx="16124">
                  <c:v>6.0676490140845072</c:v>
                </c:pt>
                <c:pt idx="16125">
                  <c:v>6.0681533802816903</c:v>
                </c:pt>
                <c:pt idx="16126">
                  <c:v>6.0718112676056339</c:v>
                </c:pt>
                <c:pt idx="16127">
                  <c:v>6.0665737323943665</c:v>
                </c:pt>
                <c:pt idx="16128">
                  <c:v>6.0604662676056336</c:v>
                </c:pt>
                <c:pt idx="16129">
                  <c:v>6.0582110563380285</c:v>
                </c:pt>
                <c:pt idx="16130">
                  <c:v>6.0647501408450708</c:v>
                </c:pt>
                <c:pt idx="16131">
                  <c:v>6.074547887323944</c:v>
                </c:pt>
                <c:pt idx="16132">
                  <c:v>6.076723943661972</c:v>
                </c:pt>
                <c:pt idx="16133">
                  <c:v>6.0721042253521125</c:v>
                </c:pt>
                <c:pt idx="16134">
                  <c:v>6.07134014084507</c:v>
                </c:pt>
                <c:pt idx="16135">
                  <c:v>6.0747</c:v>
                </c:pt>
                <c:pt idx="16136">
                  <c:v>6.0705612676056342</c:v>
                </c:pt>
                <c:pt idx="16137">
                  <c:v>6.0649906338028172</c:v>
                </c:pt>
                <c:pt idx="16138">
                  <c:v>6.0628842253521125</c:v>
                </c:pt>
                <c:pt idx="16139">
                  <c:v>6.0604800000000001</c:v>
                </c:pt>
                <c:pt idx="16140">
                  <c:v>6.057807605633803</c:v>
                </c:pt>
                <c:pt idx="16141">
                  <c:v>6.0509007042253522</c:v>
                </c:pt>
                <c:pt idx="16142">
                  <c:v>6.0525702816901408</c:v>
                </c:pt>
                <c:pt idx="16143">
                  <c:v>6.0590594366197186</c:v>
                </c:pt>
                <c:pt idx="16144">
                  <c:v>6.058420211267606</c:v>
                </c:pt>
                <c:pt idx="16145">
                  <c:v>6.0621389436619717</c:v>
                </c:pt>
                <c:pt idx="16146">
                  <c:v>6.0667132394366199</c:v>
                </c:pt>
                <c:pt idx="16147">
                  <c:v>6.0726190140845073</c:v>
                </c:pt>
                <c:pt idx="16148">
                  <c:v>6.0667302112676058</c:v>
                </c:pt>
                <c:pt idx="16149">
                  <c:v>6.0567894366197184</c:v>
                </c:pt>
                <c:pt idx="16150">
                  <c:v>6.0460807042253517</c:v>
                </c:pt>
                <c:pt idx="16151">
                  <c:v>6.0375728169014087</c:v>
                </c:pt>
                <c:pt idx="16152">
                  <c:v>6.037651267605634</c:v>
                </c:pt>
                <c:pt idx="16153">
                  <c:v>6.0396760563380285</c:v>
                </c:pt>
                <c:pt idx="16154">
                  <c:v>6.0438620422535214</c:v>
                </c:pt>
                <c:pt idx="16155">
                  <c:v>6.0509712676056342</c:v>
                </c:pt>
                <c:pt idx="16156">
                  <c:v>6.0564121830985913</c:v>
                </c:pt>
                <c:pt idx="16157">
                  <c:v>6.0611845774647888</c:v>
                </c:pt>
                <c:pt idx="16158">
                  <c:v>6.0622708450704224</c:v>
                </c:pt>
                <c:pt idx="16159">
                  <c:v>6.064310774647887</c:v>
                </c:pt>
                <c:pt idx="16160">
                  <c:v>6.0646747887323942</c:v>
                </c:pt>
                <c:pt idx="16161">
                  <c:v>6.063333802816901</c:v>
                </c:pt>
                <c:pt idx="16162">
                  <c:v>6.0725154929577467</c:v>
                </c:pt>
                <c:pt idx="16163">
                  <c:v>6.0802838028169015</c:v>
                </c:pt>
                <c:pt idx="16164">
                  <c:v>6.0767408450704226</c:v>
                </c:pt>
                <c:pt idx="16165">
                  <c:v>6.0700092253521127</c:v>
                </c:pt>
                <c:pt idx="16166">
                  <c:v>6.0579490140845067</c:v>
                </c:pt>
                <c:pt idx="16167">
                  <c:v>6.0537402112676055</c:v>
                </c:pt>
                <c:pt idx="16168">
                  <c:v>6.055991408450704</c:v>
                </c:pt>
                <c:pt idx="16169">
                  <c:v>6.055810352112676</c:v>
                </c:pt>
                <c:pt idx="16170">
                  <c:v>6.0549510563380284</c:v>
                </c:pt>
                <c:pt idx="16171">
                  <c:v>6.0513247887323942</c:v>
                </c:pt>
                <c:pt idx="16172">
                  <c:v>6.0501854225352112</c:v>
                </c:pt>
                <c:pt idx="16173">
                  <c:v>6.0509257042253521</c:v>
                </c:pt>
                <c:pt idx="16174">
                  <c:v>6.0586761971830985</c:v>
                </c:pt>
                <c:pt idx="16175">
                  <c:v>6.0636533098591547</c:v>
                </c:pt>
                <c:pt idx="16176">
                  <c:v>6.0591245774647886</c:v>
                </c:pt>
                <c:pt idx="16177">
                  <c:v>6.0579181690140844</c:v>
                </c:pt>
                <c:pt idx="16178">
                  <c:v>6.0550431690140849</c:v>
                </c:pt>
                <c:pt idx="16179">
                  <c:v>6.0529666901408454</c:v>
                </c:pt>
                <c:pt idx="16180">
                  <c:v>6.0517678169014086</c:v>
                </c:pt>
                <c:pt idx="16181">
                  <c:v>6.0526165492957746</c:v>
                </c:pt>
                <c:pt idx="16182">
                  <c:v>6.0567192957746476</c:v>
                </c:pt>
                <c:pt idx="16183">
                  <c:v>6.0564264084507045</c:v>
                </c:pt>
                <c:pt idx="16184">
                  <c:v>6.0566794366197181</c:v>
                </c:pt>
                <c:pt idx="16185">
                  <c:v>6.06265661971831</c:v>
                </c:pt>
                <c:pt idx="16186">
                  <c:v>6.0683180281690143</c:v>
                </c:pt>
                <c:pt idx="16187">
                  <c:v>6.0654107746478871</c:v>
                </c:pt>
                <c:pt idx="16188">
                  <c:v>6.0645783802816897</c:v>
                </c:pt>
                <c:pt idx="16189">
                  <c:v>6.062357394366197</c:v>
                </c:pt>
                <c:pt idx="16190">
                  <c:v>6.0642145070422533</c:v>
                </c:pt>
                <c:pt idx="16191">
                  <c:v>6.0695535211267604</c:v>
                </c:pt>
                <c:pt idx="16192">
                  <c:v>6.066390704225352</c:v>
                </c:pt>
                <c:pt idx="16193">
                  <c:v>6.0555187323943658</c:v>
                </c:pt>
                <c:pt idx="16194">
                  <c:v>6.0511038028169013</c:v>
                </c:pt>
                <c:pt idx="16195">
                  <c:v>6.055786267605634</c:v>
                </c:pt>
                <c:pt idx="16196">
                  <c:v>6.0579561971830982</c:v>
                </c:pt>
                <c:pt idx="16197">
                  <c:v>6.0590005633802813</c:v>
                </c:pt>
                <c:pt idx="16198">
                  <c:v>6.0551990845070423</c:v>
                </c:pt>
                <c:pt idx="16199">
                  <c:v>6.0554378169014083</c:v>
                </c:pt>
                <c:pt idx="16200">
                  <c:v>6.0557595070422536</c:v>
                </c:pt>
                <c:pt idx="16201">
                  <c:v>6.0572247887323947</c:v>
                </c:pt>
                <c:pt idx="16202">
                  <c:v>6.0597370422535208</c:v>
                </c:pt>
                <c:pt idx="16203">
                  <c:v>6.0582552816901405</c:v>
                </c:pt>
                <c:pt idx="16204">
                  <c:v>6.0621309154929577</c:v>
                </c:pt>
                <c:pt idx="16205">
                  <c:v>6.0641690140845075</c:v>
                </c:pt>
                <c:pt idx="16206">
                  <c:v>6.0589776056338032</c:v>
                </c:pt>
                <c:pt idx="16207">
                  <c:v>6.0548420422535214</c:v>
                </c:pt>
                <c:pt idx="16208">
                  <c:v>6.0513864084507043</c:v>
                </c:pt>
                <c:pt idx="16209">
                  <c:v>6.0394535915492957</c:v>
                </c:pt>
                <c:pt idx="16210">
                  <c:v>6.0329874647887323</c:v>
                </c:pt>
                <c:pt idx="16211">
                  <c:v>6.0358694366197181</c:v>
                </c:pt>
                <c:pt idx="16212">
                  <c:v>6.0408740140845074</c:v>
                </c:pt>
                <c:pt idx="16213">
                  <c:v>6.0461303521126757</c:v>
                </c:pt>
                <c:pt idx="16214">
                  <c:v>6.0526762676056336</c:v>
                </c:pt>
                <c:pt idx="16215">
                  <c:v>6.0591015492957743</c:v>
                </c:pt>
                <c:pt idx="16216">
                  <c:v>6.0556844366197184</c:v>
                </c:pt>
                <c:pt idx="16217">
                  <c:v>6.0490758450704227</c:v>
                </c:pt>
                <c:pt idx="16218">
                  <c:v>6.0491364084507042</c:v>
                </c:pt>
                <c:pt idx="16219">
                  <c:v>6.0513454225352117</c:v>
                </c:pt>
                <c:pt idx="16220">
                  <c:v>6.0545001408450707</c:v>
                </c:pt>
                <c:pt idx="16221">
                  <c:v>6.0535188732394367</c:v>
                </c:pt>
                <c:pt idx="16222">
                  <c:v>6.0503016901408451</c:v>
                </c:pt>
                <c:pt idx="16223">
                  <c:v>6.0492980985915494</c:v>
                </c:pt>
                <c:pt idx="16224">
                  <c:v>6.0481152112676053</c:v>
                </c:pt>
                <c:pt idx="16225">
                  <c:v>6.0486141549295773</c:v>
                </c:pt>
                <c:pt idx="16226">
                  <c:v>6.0550435211267608</c:v>
                </c:pt>
                <c:pt idx="16227">
                  <c:v>6.0645475352112674</c:v>
                </c:pt>
                <c:pt idx="16228">
                  <c:v>6.0713985915492961</c:v>
                </c:pt>
                <c:pt idx="16229">
                  <c:v>6.0714007042253524</c:v>
                </c:pt>
                <c:pt idx="16230">
                  <c:v>6.0672100704225356</c:v>
                </c:pt>
                <c:pt idx="16231">
                  <c:v>6.0592278169014087</c:v>
                </c:pt>
                <c:pt idx="16232">
                  <c:v>6.05261176056338</c:v>
                </c:pt>
                <c:pt idx="16233">
                  <c:v>6.0589038732394362</c:v>
                </c:pt>
                <c:pt idx="16234">
                  <c:v>6.0681980985915489</c:v>
                </c:pt>
                <c:pt idx="16235">
                  <c:v>6.0656415492957745</c:v>
                </c:pt>
                <c:pt idx="16236">
                  <c:v>6.0643128169014089</c:v>
                </c:pt>
                <c:pt idx="16237">
                  <c:v>6.0621516197183096</c:v>
                </c:pt>
                <c:pt idx="16238">
                  <c:v>6.0586638028169011</c:v>
                </c:pt>
                <c:pt idx="16239">
                  <c:v>6.0601069014084503</c:v>
                </c:pt>
                <c:pt idx="16240">
                  <c:v>6.0588945774647884</c:v>
                </c:pt>
                <c:pt idx="16241">
                  <c:v>6.0534611971830987</c:v>
                </c:pt>
                <c:pt idx="16242">
                  <c:v>6.0460452816901409</c:v>
                </c:pt>
                <c:pt idx="16243">
                  <c:v>6.0474991549295778</c:v>
                </c:pt>
                <c:pt idx="16244">
                  <c:v>6.053608521126761</c:v>
                </c:pt>
                <c:pt idx="16245">
                  <c:v>6.0577900704225351</c:v>
                </c:pt>
                <c:pt idx="16246">
                  <c:v>6.0607483802816899</c:v>
                </c:pt>
                <c:pt idx="16247">
                  <c:v>6.0622640845070421</c:v>
                </c:pt>
                <c:pt idx="16248">
                  <c:v>6.0655793661971833</c:v>
                </c:pt>
                <c:pt idx="16249">
                  <c:v>6.0680790140845069</c:v>
                </c:pt>
                <c:pt idx="16250">
                  <c:v>6.0668587323943663</c:v>
                </c:pt>
                <c:pt idx="16251">
                  <c:v>6.0616904929577462</c:v>
                </c:pt>
                <c:pt idx="16252">
                  <c:v>6.0563834507042253</c:v>
                </c:pt>
                <c:pt idx="16253">
                  <c:v>6.0555333098591548</c:v>
                </c:pt>
                <c:pt idx="16254">
                  <c:v>6.0529879577464785</c:v>
                </c:pt>
                <c:pt idx="16255">
                  <c:v>6.0499834507042252</c:v>
                </c:pt>
                <c:pt idx="16256">
                  <c:v>6.0544072535211271</c:v>
                </c:pt>
                <c:pt idx="16257">
                  <c:v>6.0642090140845069</c:v>
                </c:pt>
                <c:pt idx="16258">
                  <c:v>6.0655616901408447</c:v>
                </c:pt>
                <c:pt idx="16259">
                  <c:v>6.0627204225352109</c:v>
                </c:pt>
                <c:pt idx="16260">
                  <c:v>6.0635919014084507</c:v>
                </c:pt>
                <c:pt idx="16261">
                  <c:v>6.0625648591549295</c:v>
                </c:pt>
                <c:pt idx="16262">
                  <c:v>6.0621000704225354</c:v>
                </c:pt>
                <c:pt idx="16263">
                  <c:v>6.0608972535211265</c:v>
                </c:pt>
                <c:pt idx="16264">
                  <c:v>6.0591747183098592</c:v>
                </c:pt>
                <c:pt idx="16265">
                  <c:v>6.055700774647887</c:v>
                </c:pt>
                <c:pt idx="16266">
                  <c:v>6.056453943661972</c:v>
                </c:pt>
                <c:pt idx="16267">
                  <c:v>6.0618717605633803</c:v>
                </c:pt>
                <c:pt idx="16268">
                  <c:v>6.0630959154929576</c:v>
                </c:pt>
                <c:pt idx="16269">
                  <c:v>6.0641688028169014</c:v>
                </c:pt>
                <c:pt idx="16270">
                  <c:v>6.0640500704225353</c:v>
                </c:pt>
                <c:pt idx="16271">
                  <c:v>6.0589454225352108</c:v>
                </c:pt>
                <c:pt idx="16272">
                  <c:v>6.0558519014084506</c:v>
                </c:pt>
                <c:pt idx="16273">
                  <c:v>6.0544511267605632</c:v>
                </c:pt>
                <c:pt idx="16274">
                  <c:v>6.0554969014084508</c:v>
                </c:pt>
                <c:pt idx="16275">
                  <c:v>6.0618838028169018</c:v>
                </c:pt>
                <c:pt idx="16276">
                  <c:v>6.0644484507042256</c:v>
                </c:pt>
                <c:pt idx="16277">
                  <c:v>6.0672463380281689</c:v>
                </c:pt>
                <c:pt idx="16278">
                  <c:v>6.0697764788732398</c:v>
                </c:pt>
                <c:pt idx="16279">
                  <c:v>6.0695392957746481</c:v>
                </c:pt>
                <c:pt idx="16280">
                  <c:v>6.0689827464788735</c:v>
                </c:pt>
                <c:pt idx="16281">
                  <c:v>6.0646752112676054</c:v>
                </c:pt>
                <c:pt idx="16282">
                  <c:v>6.0586058450704225</c:v>
                </c:pt>
                <c:pt idx="16283">
                  <c:v>6.0520293661971829</c:v>
                </c:pt>
                <c:pt idx="16284">
                  <c:v>6.053017746478873</c:v>
                </c:pt>
                <c:pt idx="16285">
                  <c:v>6.0552197183098588</c:v>
                </c:pt>
                <c:pt idx="16286">
                  <c:v>6.053577535211268</c:v>
                </c:pt>
                <c:pt idx="16287">
                  <c:v>6.0568714788732398</c:v>
                </c:pt>
                <c:pt idx="16288">
                  <c:v>6.0605919014084506</c:v>
                </c:pt>
                <c:pt idx="16289">
                  <c:v>6.0581399999999999</c:v>
                </c:pt>
                <c:pt idx="16290">
                  <c:v>6.0636020422535211</c:v>
                </c:pt>
                <c:pt idx="16291">
                  <c:v>6.0677561971830984</c:v>
                </c:pt>
                <c:pt idx="16292">
                  <c:v>6.0629016197183097</c:v>
                </c:pt>
                <c:pt idx="16293">
                  <c:v>6.0619536619718311</c:v>
                </c:pt>
                <c:pt idx="16294">
                  <c:v>6.0698682394366195</c:v>
                </c:pt>
                <c:pt idx="16295">
                  <c:v>6.0732450704225354</c:v>
                </c:pt>
                <c:pt idx="16296">
                  <c:v>6.0740154929577468</c:v>
                </c:pt>
                <c:pt idx="16297">
                  <c:v>6.0733577464788731</c:v>
                </c:pt>
                <c:pt idx="16298">
                  <c:v>6.0674913380281694</c:v>
                </c:pt>
                <c:pt idx="16299">
                  <c:v>6.0570418309859155</c:v>
                </c:pt>
                <c:pt idx="16300">
                  <c:v>6.0506859859154929</c:v>
                </c:pt>
                <c:pt idx="16301">
                  <c:v>6.0490490845070424</c:v>
                </c:pt>
                <c:pt idx="16302">
                  <c:v>6.0489918309859156</c:v>
                </c:pt>
                <c:pt idx="16303">
                  <c:v>6.0492083098591554</c:v>
                </c:pt>
                <c:pt idx="16304">
                  <c:v>6.0436427464788736</c:v>
                </c:pt>
                <c:pt idx="16305">
                  <c:v>6.0415661267605634</c:v>
                </c:pt>
                <c:pt idx="16306">
                  <c:v>6.0402015492957748</c:v>
                </c:pt>
                <c:pt idx="16307">
                  <c:v>6.043647676056338</c:v>
                </c:pt>
                <c:pt idx="16308">
                  <c:v>6.0503607042253522</c:v>
                </c:pt>
                <c:pt idx="16309">
                  <c:v>6.0530069718309862</c:v>
                </c:pt>
                <c:pt idx="16310">
                  <c:v>6.0517740845070422</c:v>
                </c:pt>
                <c:pt idx="16311">
                  <c:v>6.0512323239436618</c:v>
                </c:pt>
                <c:pt idx="16312">
                  <c:v>6.0547428873239433</c:v>
                </c:pt>
                <c:pt idx="16313">
                  <c:v>6.0580442253521127</c:v>
                </c:pt>
                <c:pt idx="16314">
                  <c:v>6.0608597183098594</c:v>
                </c:pt>
                <c:pt idx="16315">
                  <c:v>6.0536583802816901</c:v>
                </c:pt>
                <c:pt idx="16316">
                  <c:v>6.0516767605633799</c:v>
                </c:pt>
                <c:pt idx="16317">
                  <c:v>6.0521137323943659</c:v>
                </c:pt>
                <c:pt idx="16318">
                  <c:v>6.0535861971830984</c:v>
                </c:pt>
                <c:pt idx="16319">
                  <c:v>6.0656511267605637</c:v>
                </c:pt>
                <c:pt idx="16320">
                  <c:v>6.0714007042253524</c:v>
                </c:pt>
                <c:pt idx="16321">
                  <c:v>6.0628526760563384</c:v>
                </c:pt>
                <c:pt idx="16322">
                  <c:v>6.0613868309859154</c:v>
                </c:pt>
                <c:pt idx="16323">
                  <c:v>6.0651464084507039</c:v>
                </c:pt>
                <c:pt idx="16324">
                  <c:v>6.0633383802816905</c:v>
                </c:pt>
                <c:pt idx="16325">
                  <c:v>6.059542394366197</c:v>
                </c:pt>
                <c:pt idx="16326">
                  <c:v>6.0569182394366194</c:v>
                </c:pt>
                <c:pt idx="16327">
                  <c:v>6.0611479577464786</c:v>
                </c:pt>
                <c:pt idx="16328">
                  <c:v>6.0624171830985913</c:v>
                </c:pt>
                <c:pt idx="16329">
                  <c:v>6.0614628873239438</c:v>
                </c:pt>
                <c:pt idx="16330">
                  <c:v>6.0637259859154931</c:v>
                </c:pt>
                <c:pt idx="16331">
                  <c:v>6.0660699999999999</c:v>
                </c:pt>
                <c:pt idx="16332">
                  <c:v>6.0685404225352109</c:v>
                </c:pt>
                <c:pt idx="16333">
                  <c:v>6.0662484507042258</c:v>
                </c:pt>
                <c:pt idx="16334">
                  <c:v>6.0646600704225353</c:v>
                </c:pt>
                <c:pt idx="16335">
                  <c:v>6.0681740845070422</c:v>
                </c:pt>
                <c:pt idx="16336">
                  <c:v>6.0662593661971833</c:v>
                </c:pt>
                <c:pt idx="16337">
                  <c:v>6.0664602112676054</c:v>
                </c:pt>
                <c:pt idx="16338">
                  <c:v>6.0680100704225355</c:v>
                </c:pt>
                <c:pt idx="16339">
                  <c:v>6.0663322535211268</c:v>
                </c:pt>
                <c:pt idx="16340">
                  <c:v>6.0607551408450702</c:v>
                </c:pt>
                <c:pt idx="16341">
                  <c:v>6.0545984507042254</c:v>
                </c:pt>
                <c:pt idx="16342">
                  <c:v>6.0550258450704222</c:v>
                </c:pt>
                <c:pt idx="16343">
                  <c:v>6.0532840140845074</c:v>
                </c:pt>
                <c:pt idx="16344">
                  <c:v>6.0468015492957745</c:v>
                </c:pt>
                <c:pt idx="16345">
                  <c:v>6.0523071830985913</c:v>
                </c:pt>
                <c:pt idx="16346">
                  <c:v>6.0610664788732391</c:v>
                </c:pt>
                <c:pt idx="16347">
                  <c:v>6.0660861267605632</c:v>
                </c:pt>
                <c:pt idx="16348">
                  <c:v>6.0681160563380283</c:v>
                </c:pt>
                <c:pt idx="16349">
                  <c:v>6.0633073239436621</c:v>
                </c:pt>
                <c:pt idx="16350">
                  <c:v>6.0556763380281691</c:v>
                </c:pt>
                <c:pt idx="16351">
                  <c:v>6.0552114084507043</c:v>
                </c:pt>
                <c:pt idx="16352">
                  <c:v>6.0606758450704223</c:v>
                </c:pt>
                <c:pt idx="16353">
                  <c:v>6.0581902112676058</c:v>
                </c:pt>
                <c:pt idx="16354">
                  <c:v>6.0576406338028166</c:v>
                </c:pt>
                <c:pt idx="16355">
                  <c:v>6.0573516197183102</c:v>
                </c:pt>
                <c:pt idx="16356">
                  <c:v>6.0563210563380281</c:v>
                </c:pt>
                <c:pt idx="16357">
                  <c:v>6.0562311971830987</c:v>
                </c:pt>
                <c:pt idx="16358">
                  <c:v>6.0590403521126763</c:v>
                </c:pt>
                <c:pt idx="16359">
                  <c:v>6.0562791549295776</c:v>
                </c:pt>
                <c:pt idx="16360">
                  <c:v>6.0640900704225356</c:v>
                </c:pt>
                <c:pt idx="16361">
                  <c:v>6.0754612676056334</c:v>
                </c:pt>
                <c:pt idx="16362">
                  <c:v>6.0745992957746475</c:v>
                </c:pt>
                <c:pt idx="16363">
                  <c:v>6.0738359154929578</c:v>
                </c:pt>
                <c:pt idx="16364">
                  <c:v>6.076531690140845</c:v>
                </c:pt>
                <c:pt idx="16365">
                  <c:v>6.0724795774647884</c:v>
                </c:pt>
                <c:pt idx="16366">
                  <c:v>6.0665396478873239</c:v>
                </c:pt>
                <c:pt idx="16367">
                  <c:v>6.0608636619718306</c:v>
                </c:pt>
                <c:pt idx="16368">
                  <c:v>6.0510016197183099</c:v>
                </c:pt>
                <c:pt idx="16369">
                  <c:v>6.0442236619718308</c:v>
                </c:pt>
                <c:pt idx="16370">
                  <c:v>6.0494942253521131</c:v>
                </c:pt>
                <c:pt idx="16371">
                  <c:v>6.0546775352112672</c:v>
                </c:pt>
                <c:pt idx="16372">
                  <c:v>6.0574970422535213</c:v>
                </c:pt>
                <c:pt idx="16373">
                  <c:v>6.059318591549296</c:v>
                </c:pt>
                <c:pt idx="16374">
                  <c:v>6.0559254929577468</c:v>
                </c:pt>
                <c:pt idx="16375">
                  <c:v>6.0593644366197186</c:v>
                </c:pt>
                <c:pt idx="16376">
                  <c:v>6.0613259859154933</c:v>
                </c:pt>
                <c:pt idx="16377">
                  <c:v>6.0645710563380284</c:v>
                </c:pt>
                <c:pt idx="16378">
                  <c:v>6.064132535211268</c:v>
                </c:pt>
                <c:pt idx="16379">
                  <c:v>6.0601916197183101</c:v>
                </c:pt>
                <c:pt idx="16380">
                  <c:v>6.0589380281690142</c:v>
                </c:pt>
                <c:pt idx="16381">
                  <c:v>6.0589560563380278</c:v>
                </c:pt>
                <c:pt idx="16382">
                  <c:v>6.0620040845070422</c:v>
                </c:pt>
                <c:pt idx="16383">
                  <c:v>6.0620921830985912</c:v>
                </c:pt>
                <c:pt idx="16384">
                  <c:v>6.0580256338028171</c:v>
                </c:pt>
                <c:pt idx="16385">
                  <c:v>6.0573861267605631</c:v>
                </c:pt>
                <c:pt idx="16386">
                  <c:v>6.0609808450704223</c:v>
                </c:pt>
                <c:pt idx="16387">
                  <c:v>6.0616278169014084</c:v>
                </c:pt>
                <c:pt idx="16388">
                  <c:v>6.0571261267605632</c:v>
                </c:pt>
                <c:pt idx="16389">
                  <c:v>6.0590663380281686</c:v>
                </c:pt>
                <c:pt idx="16390">
                  <c:v>6.0666135211267607</c:v>
                </c:pt>
                <c:pt idx="16391">
                  <c:v>6.0692011267605634</c:v>
                </c:pt>
                <c:pt idx="16392">
                  <c:v>6.0678958450704226</c:v>
                </c:pt>
                <c:pt idx="16393">
                  <c:v>6.0635694366197184</c:v>
                </c:pt>
                <c:pt idx="16394">
                  <c:v>6.0616063380281693</c:v>
                </c:pt>
                <c:pt idx="16395">
                  <c:v>6.0649348591549295</c:v>
                </c:pt>
                <c:pt idx="16396">
                  <c:v>6.0681426760563379</c:v>
                </c:pt>
                <c:pt idx="16397">
                  <c:v>6.0629357042253522</c:v>
                </c:pt>
                <c:pt idx="16398">
                  <c:v>6.0534583802816897</c:v>
                </c:pt>
                <c:pt idx="16399">
                  <c:v>6.0513845774647885</c:v>
                </c:pt>
                <c:pt idx="16400">
                  <c:v>6.0596452816901412</c:v>
                </c:pt>
                <c:pt idx="16401">
                  <c:v>6.0717154929577468</c:v>
                </c:pt>
                <c:pt idx="16402">
                  <c:v>6.0743802816901411</c:v>
                </c:pt>
                <c:pt idx="16403">
                  <c:v>6.0757239436619717</c:v>
                </c:pt>
                <c:pt idx="16404">
                  <c:v>6.0758112676056335</c:v>
                </c:pt>
                <c:pt idx="16405">
                  <c:v>6.0754401408450702</c:v>
                </c:pt>
                <c:pt idx="16406">
                  <c:v>6.0750014084507038</c:v>
                </c:pt>
                <c:pt idx="16407">
                  <c:v>6.0700232394366198</c:v>
                </c:pt>
                <c:pt idx="16408">
                  <c:v>6.062125563380282</c:v>
                </c:pt>
                <c:pt idx="16409">
                  <c:v>6.0592522535211266</c:v>
                </c:pt>
                <c:pt idx="16410">
                  <c:v>6.0560860563380281</c:v>
                </c:pt>
                <c:pt idx="16411">
                  <c:v>6.054429436619718</c:v>
                </c:pt>
                <c:pt idx="16412">
                  <c:v>6.0526985211267608</c:v>
                </c:pt>
                <c:pt idx="16413">
                  <c:v>6.0501636619718306</c:v>
                </c:pt>
                <c:pt idx="16414">
                  <c:v>6.0548880985915492</c:v>
                </c:pt>
                <c:pt idx="16415">
                  <c:v>6.0684442253521125</c:v>
                </c:pt>
                <c:pt idx="16416">
                  <c:v>6.0762570422535207</c:v>
                </c:pt>
                <c:pt idx="16417">
                  <c:v>6.076637323943662</c:v>
                </c:pt>
                <c:pt idx="16418">
                  <c:v>6.0784091549295773</c:v>
                </c:pt>
                <c:pt idx="16419">
                  <c:v>6.0752239436619719</c:v>
                </c:pt>
                <c:pt idx="16420">
                  <c:v>6.0641671126760563</c:v>
                </c:pt>
                <c:pt idx="16421">
                  <c:v>6.0619836619718308</c:v>
                </c:pt>
                <c:pt idx="16422">
                  <c:v>6.0681915492957748</c:v>
                </c:pt>
                <c:pt idx="16423">
                  <c:v>6.0692789436619714</c:v>
                </c:pt>
                <c:pt idx="16424">
                  <c:v>6.0659878169014085</c:v>
                </c:pt>
                <c:pt idx="16425">
                  <c:v>6.0606129577464785</c:v>
                </c:pt>
                <c:pt idx="16426">
                  <c:v>6.0580388028169017</c:v>
                </c:pt>
                <c:pt idx="16427">
                  <c:v>6.0612815492957743</c:v>
                </c:pt>
                <c:pt idx="16428">
                  <c:v>6.0618650704225354</c:v>
                </c:pt>
                <c:pt idx="16429">
                  <c:v>6.0602302816901412</c:v>
                </c:pt>
                <c:pt idx="16430">
                  <c:v>6.0618709859154931</c:v>
                </c:pt>
                <c:pt idx="16431">
                  <c:v>6.0619783802816904</c:v>
                </c:pt>
                <c:pt idx="16432">
                  <c:v>6.0637081690140846</c:v>
                </c:pt>
                <c:pt idx="16433">
                  <c:v>6.0732563380281688</c:v>
                </c:pt>
                <c:pt idx="16434">
                  <c:v>6.0718767605633799</c:v>
                </c:pt>
                <c:pt idx="16435">
                  <c:v>6.0591469014084511</c:v>
                </c:pt>
                <c:pt idx="16436">
                  <c:v>6.0542697183098593</c:v>
                </c:pt>
                <c:pt idx="16437">
                  <c:v>6.0516541549295777</c:v>
                </c:pt>
                <c:pt idx="16438">
                  <c:v>6.0471380281690141</c:v>
                </c:pt>
                <c:pt idx="16439">
                  <c:v>6.0415669014084505</c:v>
                </c:pt>
                <c:pt idx="16440">
                  <c:v>6.0406394366197187</c:v>
                </c:pt>
                <c:pt idx="16441">
                  <c:v>6.043981408450704</c:v>
                </c:pt>
                <c:pt idx="16442">
                  <c:v>6.0511341549295778</c:v>
                </c:pt>
                <c:pt idx="16443">
                  <c:v>6.0584661971830984</c:v>
                </c:pt>
                <c:pt idx="16444">
                  <c:v>6.0593855633802818</c:v>
                </c:pt>
                <c:pt idx="16445">
                  <c:v>6.0539425352112675</c:v>
                </c:pt>
                <c:pt idx="16446">
                  <c:v>6.0498886619718313</c:v>
                </c:pt>
                <c:pt idx="16447">
                  <c:v>6.050625704225352</c:v>
                </c:pt>
                <c:pt idx="16448">
                  <c:v>6.0530357042253522</c:v>
                </c:pt>
                <c:pt idx="16449">
                  <c:v>6.0572642957746483</c:v>
                </c:pt>
                <c:pt idx="16450">
                  <c:v>6.0664010563380284</c:v>
                </c:pt>
                <c:pt idx="16451">
                  <c:v>6.0710246478873238</c:v>
                </c:pt>
                <c:pt idx="16452">
                  <c:v>6.0671882394366197</c:v>
                </c:pt>
                <c:pt idx="16453">
                  <c:v>6.0634178873239435</c:v>
                </c:pt>
                <c:pt idx="16454">
                  <c:v>6.0617754225352112</c:v>
                </c:pt>
                <c:pt idx="16455">
                  <c:v>6.0576642253521129</c:v>
                </c:pt>
                <c:pt idx="16456">
                  <c:v>6.0649076056338025</c:v>
                </c:pt>
                <c:pt idx="16457">
                  <c:v>6.0664804225352116</c:v>
                </c:pt>
                <c:pt idx="16458">
                  <c:v>6.0650792957746482</c:v>
                </c:pt>
                <c:pt idx="16459">
                  <c:v>6.0631764788732392</c:v>
                </c:pt>
                <c:pt idx="16460">
                  <c:v>6.0626485211267607</c:v>
                </c:pt>
                <c:pt idx="16461">
                  <c:v>6.0649655633802819</c:v>
                </c:pt>
                <c:pt idx="16462">
                  <c:v>6.0638193661971833</c:v>
                </c:pt>
                <c:pt idx="16463">
                  <c:v>6.0643240140845069</c:v>
                </c:pt>
                <c:pt idx="16464">
                  <c:v>6.0710570422535213</c:v>
                </c:pt>
                <c:pt idx="16465">
                  <c:v>6.0658251408450701</c:v>
                </c:pt>
                <c:pt idx="16466">
                  <c:v>6.0594286619718307</c:v>
                </c:pt>
                <c:pt idx="16467">
                  <c:v>6.0639935211267604</c:v>
                </c:pt>
                <c:pt idx="16468">
                  <c:v>6.0666269718309858</c:v>
                </c:pt>
                <c:pt idx="16469">
                  <c:v>6.0647566197183096</c:v>
                </c:pt>
                <c:pt idx="16470">
                  <c:v>6.0619036619718312</c:v>
                </c:pt>
                <c:pt idx="16471">
                  <c:v>6.0605935915492957</c:v>
                </c:pt>
                <c:pt idx="16472">
                  <c:v>6.0589427464788734</c:v>
                </c:pt>
                <c:pt idx="16473">
                  <c:v>6.0586496478873242</c:v>
                </c:pt>
                <c:pt idx="16474">
                  <c:v>6.0578349295774645</c:v>
                </c:pt>
                <c:pt idx="16475">
                  <c:v>6.0554453521126756</c:v>
                </c:pt>
                <c:pt idx="16476">
                  <c:v>6.0550350704225355</c:v>
                </c:pt>
                <c:pt idx="16477">
                  <c:v>6.0515330281690138</c:v>
                </c:pt>
                <c:pt idx="16478">
                  <c:v>6.0483596478873238</c:v>
                </c:pt>
                <c:pt idx="16479">
                  <c:v>6.0511510563380284</c:v>
                </c:pt>
                <c:pt idx="16480">
                  <c:v>6.0536720422535213</c:v>
                </c:pt>
                <c:pt idx="16481">
                  <c:v>6.0525900000000004</c:v>
                </c:pt>
                <c:pt idx="16482">
                  <c:v>6.0464415492957748</c:v>
                </c:pt>
                <c:pt idx="16483">
                  <c:v>6.0425888028169013</c:v>
                </c:pt>
                <c:pt idx="16484">
                  <c:v>6.0500378873239438</c:v>
                </c:pt>
                <c:pt idx="16485">
                  <c:v>6.0490328169014083</c:v>
                </c:pt>
                <c:pt idx="16486">
                  <c:v>6.0386019718309862</c:v>
                </c:pt>
                <c:pt idx="16487">
                  <c:v>6.041017464788732</c:v>
                </c:pt>
                <c:pt idx="16488">
                  <c:v>6.0519402816901406</c:v>
                </c:pt>
                <c:pt idx="16489">
                  <c:v>6.0643378873239433</c:v>
                </c:pt>
                <c:pt idx="16490">
                  <c:v>6.0685434507042251</c:v>
                </c:pt>
                <c:pt idx="16491">
                  <c:v>6.0615678169014089</c:v>
                </c:pt>
                <c:pt idx="16492">
                  <c:v>6.0513270422535212</c:v>
                </c:pt>
                <c:pt idx="16493">
                  <c:v>6.0503824647887328</c:v>
                </c:pt>
                <c:pt idx="16494">
                  <c:v>6.0569579577464792</c:v>
                </c:pt>
                <c:pt idx="16495">
                  <c:v>6.061954014084507</c:v>
                </c:pt>
                <c:pt idx="16496">
                  <c:v>6.0610471126760563</c:v>
                </c:pt>
                <c:pt idx="16497">
                  <c:v>6.0599146478873243</c:v>
                </c:pt>
                <c:pt idx="16498">
                  <c:v>6.0593597887323947</c:v>
                </c:pt>
                <c:pt idx="16499">
                  <c:v>6.052031267605634</c:v>
                </c:pt>
                <c:pt idx="16500">
                  <c:v>6.0449297183098594</c:v>
                </c:pt>
                <c:pt idx="16501">
                  <c:v>6.0415352112676057</c:v>
                </c:pt>
                <c:pt idx="16502">
                  <c:v>6.0380136619718314</c:v>
                </c:pt>
                <c:pt idx="16503">
                  <c:v>6.0323200000000003</c:v>
                </c:pt>
                <c:pt idx="16504">
                  <c:v>6.0343730281690142</c:v>
                </c:pt>
                <c:pt idx="16505">
                  <c:v>6.0417029577464785</c:v>
                </c:pt>
                <c:pt idx="16506">
                  <c:v>6.0370494366197187</c:v>
                </c:pt>
                <c:pt idx="16507">
                  <c:v>6.0335133802816898</c:v>
                </c:pt>
                <c:pt idx="16508">
                  <c:v>6.0389926760563384</c:v>
                </c:pt>
                <c:pt idx="16509">
                  <c:v>6.0468367605633802</c:v>
                </c:pt>
                <c:pt idx="16510">
                  <c:v>6.0548153521126764</c:v>
                </c:pt>
                <c:pt idx="16511">
                  <c:v>6.052700422535211</c:v>
                </c:pt>
                <c:pt idx="16512">
                  <c:v>6.0522960563380286</c:v>
                </c:pt>
                <c:pt idx="16513">
                  <c:v>6.0609590845070427</c:v>
                </c:pt>
                <c:pt idx="16514">
                  <c:v>6.0676350000000001</c:v>
                </c:pt>
                <c:pt idx="16515">
                  <c:v>6.0675760563380283</c:v>
                </c:pt>
                <c:pt idx="16516">
                  <c:v>6.0649588732394371</c:v>
                </c:pt>
                <c:pt idx="16517">
                  <c:v>6.0647758450704226</c:v>
                </c:pt>
                <c:pt idx="16518">
                  <c:v>6.0650242253521123</c:v>
                </c:pt>
                <c:pt idx="16519">
                  <c:v>6.0662619718309863</c:v>
                </c:pt>
                <c:pt idx="16520">
                  <c:v>6.0644588732394364</c:v>
                </c:pt>
                <c:pt idx="16521">
                  <c:v>6.0642807746478873</c:v>
                </c:pt>
                <c:pt idx="16522">
                  <c:v>6.0688190140845073</c:v>
                </c:pt>
                <c:pt idx="16523">
                  <c:v>6.0723112676056337</c:v>
                </c:pt>
                <c:pt idx="16524">
                  <c:v>6.0687691549295772</c:v>
                </c:pt>
                <c:pt idx="16525">
                  <c:v>6.0565372535211264</c:v>
                </c:pt>
                <c:pt idx="16526">
                  <c:v>6.0579288028169014</c:v>
                </c:pt>
                <c:pt idx="16527">
                  <c:v>6.0620547887323948</c:v>
                </c:pt>
                <c:pt idx="16528">
                  <c:v>6.0608441549295771</c:v>
                </c:pt>
                <c:pt idx="16529">
                  <c:v>6.0631102816901405</c:v>
                </c:pt>
                <c:pt idx="16530">
                  <c:v>6.0646269014084506</c:v>
                </c:pt>
                <c:pt idx="16531">
                  <c:v>6.0614790845070425</c:v>
                </c:pt>
                <c:pt idx="16532">
                  <c:v>6.0573965492957749</c:v>
                </c:pt>
                <c:pt idx="16533">
                  <c:v>6.0558297887323942</c:v>
                </c:pt>
                <c:pt idx="16534">
                  <c:v>6.0591981690140848</c:v>
                </c:pt>
                <c:pt idx="16535">
                  <c:v>6.0706563380281686</c:v>
                </c:pt>
                <c:pt idx="16536">
                  <c:v>6.0769957746478873</c:v>
                </c:pt>
                <c:pt idx="16537">
                  <c:v>6.0746169014084508</c:v>
                </c:pt>
                <c:pt idx="16538">
                  <c:v>6.0695769014084506</c:v>
                </c:pt>
                <c:pt idx="16539">
                  <c:v>6.0707035211267604</c:v>
                </c:pt>
                <c:pt idx="16540">
                  <c:v>6.0650540140845068</c:v>
                </c:pt>
                <c:pt idx="16541">
                  <c:v>6.0591288732394366</c:v>
                </c:pt>
                <c:pt idx="16542">
                  <c:v>6.0567226760563377</c:v>
                </c:pt>
                <c:pt idx="16543">
                  <c:v>6.0570997183098587</c:v>
                </c:pt>
                <c:pt idx="16544">
                  <c:v>6.0623890845070418</c:v>
                </c:pt>
                <c:pt idx="16545">
                  <c:v>6.0623962676056342</c:v>
                </c:pt>
                <c:pt idx="16546">
                  <c:v>6.0571275352112677</c:v>
                </c:pt>
                <c:pt idx="16547">
                  <c:v>6.0509509859154926</c:v>
                </c:pt>
                <c:pt idx="16548">
                  <c:v>6.0481803521126762</c:v>
                </c:pt>
                <c:pt idx="16549">
                  <c:v>6.0525444366197183</c:v>
                </c:pt>
                <c:pt idx="16550">
                  <c:v>6.0532129577464788</c:v>
                </c:pt>
                <c:pt idx="16551">
                  <c:v>6.0498953521126762</c:v>
                </c:pt>
                <c:pt idx="16552">
                  <c:v>6.0464289436619723</c:v>
                </c:pt>
                <c:pt idx="16553">
                  <c:v>6.0445134507042253</c:v>
                </c:pt>
                <c:pt idx="16554">
                  <c:v>6.0417920422535207</c:v>
                </c:pt>
                <c:pt idx="16555">
                  <c:v>6.0496778873239441</c:v>
                </c:pt>
                <c:pt idx="16556">
                  <c:v>6.0634842957746482</c:v>
                </c:pt>
                <c:pt idx="16557">
                  <c:v>6.068905</c:v>
                </c:pt>
                <c:pt idx="16558">
                  <c:v>6.0688161267605638</c:v>
                </c:pt>
                <c:pt idx="16559">
                  <c:v>6.0670383802816898</c:v>
                </c:pt>
                <c:pt idx="16560">
                  <c:v>6.0688585915492954</c:v>
                </c:pt>
                <c:pt idx="16561">
                  <c:v>6.0712408450704229</c:v>
                </c:pt>
                <c:pt idx="16562">
                  <c:v>6.0679695774647886</c:v>
                </c:pt>
                <c:pt idx="16563">
                  <c:v>6.0614025352112675</c:v>
                </c:pt>
                <c:pt idx="16564">
                  <c:v>6.0584852816901407</c:v>
                </c:pt>
                <c:pt idx="16565">
                  <c:v>6.0579742253521127</c:v>
                </c:pt>
                <c:pt idx="16566">
                  <c:v>6.0592152112676052</c:v>
                </c:pt>
                <c:pt idx="16567">
                  <c:v>6.0627222535211267</c:v>
                </c:pt>
                <c:pt idx="16568">
                  <c:v>6.0671826056338025</c:v>
                </c:pt>
                <c:pt idx="16569">
                  <c:v>6.0731802816901412</c:v>
                </c:pt>
                <c:pt idx="16570">
                  <c:v>6.0689090140845074</c:v>
                </c:pt>
                <c:pt idx="16571">
                  <c:v>6.0608595070422533</c:v>
                </c:pt>
                <c:pt idx="16572">
                  <c:v>6.0555354225352112</c:v>
                </c:pt>
                <c:pt idx="16573">
                  <c:v>6.0519176760563385</c:v>
                </c:pt>
                <c:pt idx="16574">
                  <c:v>6.0489091549295777</c:v>
                </c:pt>
                <c:pt idx="16575">
                  <c:v>6.0538141549295776</c:v>
                </c:pt>
                <c:pt idx="16576">
                  <c:v>6.0625696478873241</c:v>
                </c:pt>
                <c:pt idx="16577">
                  <c:v>6.0639110563380285</c:v>
                </c:pt>
                <c:pt idx="16578">
                  <c:v>6.0614801408450703</c:v>
                </c:pt>
                <c:pt idx="16579">
                  <c:v>6.0570691549295779</c:v>
                </c:pt>
                <c:pt idx="16580">
                  <c:v>6.0520455633802817</c:v>
                </c:pt>
                <c:pt idx="16581">
                  <c:v>6.0496899295774647</c:v>
                </c:pt>
                <c:pt idx="16582">
                  <c:v>6.0582194366197184</c:v>
                </c:pt>
                <c:pt idx="16583">
                  <c:v>6.0675854929577469</c:v>
                </c:pt>
                <c:pt idx="16584">
                  <c:v>6.0605969718309858</c:v>
                </c:pt>
                <c:pt idx="16585">
                  <c:v>6.056075211267606</c:v>
                </c:pt>
                <c:pt idx="16586">
                  <c:v>6.0585636619718306</c:v>
                </c:pt>
                <c:pt idx="16587">
                  <c:v>6.0529511971830985</c:v>
                </c:pt>
                <c:pt idx="16588">
                  <c:v>6.047414436619718</c:v>
                </c:pt>
                <c:pt idx="16589">
                  <c:v>6.049333661971831</c:v>
                </c:pt>
                <c:pt idx="16590">
                  <c:v>6.0559370422535208</c:v>
                </c:pt>
                <c:pt idx="16591">
                  <c:v>6.0594823239436622</c:v>
                </c:pt>
                <c:pt idx="16592">
                  <c:v>6.0619016901408447</c:v>
                </c:pt>
                <c:pt idx="16593">
                  <c:v>6.0612438028169011</c:v>
                </c:pt>
                <c:pt idx="16594">
                  <c:v>6.0576120422535213</c:v>
                </c:pt>
                <c:pt idx="16595">
                  <c:v>6.0608874647887321</c:v>
                </c:pt>
                <c:pt idx="16596">
                  <c:v>6.0606016197183097</c:v>
                </c:pt>
                <c:pt idx="16597">
                  <c:v>6.0613133802816899</c:v>
                </c:pt>
                <c:pt idx="16598">
                  <c:v>6.0583161971830988</c:v>
                </c:pt>
                <c:pt idx="16599">
                  <c:v>6.0558840140845067</c:v>
                </c:pt>
                <c:pt idx="16600">
                  <c:v>6.0564957042253518</c:v>
                </c:pt>
                <c:pt idx="16601">
                  <c:v>6.0627338028169016</c:v>
                </c:pt>
                <c:pt idx="16602">
                  <c:v>6.066538732394366</c:v>
                </c:pt>
                <c:pt idx="16603">
                  <c:v>6.0624724647887325</c:v>
                </c:pt>
                <c:pt idx="16604">
                  <c:v>6.0578766901408452</c:v>
                </c:pt>
                <c:pt idx="16605">
                  <c:v>6.0550530985915492</c:v>
                </c:pt>
                <c:pt idx="16606">
                  <c:v>6.0526416901408453</c:v>
                </c:pt>
                <c:pt idx="16607">
                  <c:v>6.0497458450704222</c:v>
                </c:pt>
                <c:pt idx="16608">
                  <c:v>6.0450466901408451</c:v>
                </c:pt>
                <c:pt idx="16609">
                  <c:v>6.0422938732394362</c:v>
                </c:pt>
                <c:pt idx="16610">
                  <c:v>6.0441250000000002</c:v>
                </c:pt>
                <c:pt idx="16611">
                  <c:v>6.0489744366197185</c:v>
                </c:pt>
                <c:pt idx="16612">
                  <c:v>6.0574685211267605</c:v>
                </c:pt>
                <c:pt idx="16613">
                  <c:v>6.0618605633802813</c:v>
                </c:pt>
                <c:pt idx="16614">
                  <c:v>6.0600453521126765</c:v>
                </c:pt>
                <c:pt idx="16615">
                  <c:v>6.064729647887324</c:v>
                </c:pt>
                <c:pt idx="16616">
                  <c:v>6.0716408450704229</c:v>
                </c:pt>
                <c:pt idx="16617">
                  <c:v>6.0656197887323939</c:v>
                </c:pt>
                <c:pt idx="16618">
                  <c:v>6.0635704225352116</c:v>
                </c:pt>
                <c:pt idx="16619">
                  <c:v>6.0632849295774651</c:v>
                </c:pt>
                <c:pt idx="16620">
                  <c:v>6.0634076760563378</c:v>
                </c:pt>
                <c:pt idx="16621">
                  <c:v>6.0636922535211264</c:v>
                </c:pt>
                <c:pt idx="16622">
                  <c:v>6.0605172535211267</c:v>
                </c:pt>
                <c:pt idx="16623">
                  <c:v>6.0617155633802815</c:v>
                </c:pt>
                <c:pt idx="16624">
                  <c:v>6.0662645774647883</c:v>
                </c:pt>
                <c:pt idx="16625">
                  <c:v>6.0641301408450703</c:v>
                </c:pt>
                <c:pt idx="16626">
                  <c:v>6.0631164788732397</c:v>
                </c:pt>
                <c:pt idx="16627">
                  <c:v>6.062813028169014</c:v>
                </c:pt>
                <c:pt idx="16628">
                  <c:v>6.0555491549295777</c:v>
                </c:pt>
                <c:pt idx="16629">
                  <c:v>6.0506819718309863</c:v>
                </c:pt>
                <c:pt idx="16630">
                  <c:v>6.0472269718309857</c:v>
                </c:pt>
                <c:pt idx="16631">
                  <c:v>6.049424014084507</c:v>
                </c:pt>
                <c:pt idx="16632">
                  <c:v>6.0530604225352116</c:v>
                </c:pt>
                <c:pt idx="16633">
                  <c:v>6.0566668309859155</c:v>
                </c:pt>
                <c:pt idx="16634">
                  <c:v>6.0615237323943658</c:v>
                </c:pt>
                <c:pt idx="16635">
                  <c:v>6.0705126760563379</c:v>
                </c:pt>
                <c:pt idx="16636">
                  <c:v>6.074098591549296</c:v>
                </c:pt>
                <c:pt idx="16637">
                  <c:v>6.0701248591549293</c:v>
                </c:pt>
                <c:pt idx="16638">
                  <c:v>6.0686709859154933</c:v>
                </c:pt>
                <c:pt idx="16639">
                  <c:v>6.0680114084507046</c:v>
                </c:pt>
                <c:pt idx="16640">
                  <c:v>6.0616045774647889</c:v>
                </c:pt>
                <c:pt idx="16641">
                  <c:v>6.0607559154929573</c:v>
                </c:pt>
                <c:pt idx="16642">
                  <c:v>6.0635312676056339</c:v>
                </c:pt>
                <c:pt idx="16643">
                  <c:v>6.0614931690140841</c:v>
                </c:pt>
                <c:pt idx="16644">
                  <c:v>6.0604566901408452</c:v>
                </c:pt>
                <c:pt idx="16645">
                  <c:v>6.0650268309859152</c:v>
                </c:pt>
                <c:pt idx="16646">
                  <c:v>6.0670616197183103</c:v>
                </c:pt>
                <c:pt idx="16647">
                  <c:v>6.0669465492957748</c:v>
                </c:pt>
                <c:pt idx="16648">
                  <c:v>6.0598533098591547</c:v>
                </c:pt>
                <c:pt idx="16649">
                  <c:v>6.0595195774647888</c:v>
                </c:pt>
                <c:pt idx="16650">
                  <c:v>6.0645640140845067</c:v>
                </c:pt>
                <c:pt idx="16651">
                  <c:v>6.0634791549295777</c:v>
                </c:pt>
                <c:pt idx="16652">
                  <c:v>6.0676825352112678</c:v>
                </c:pt>
                <c:pt idx="16653">
                  <c:v>6.0732661971830986</c:v>
                </c:pt>
                <c:pt idx="16654">
                  <c:v>6.0751098591549297</c:v>
                </c:pt>
                <c:pt idx="16655">
                  <c:v>6.0755507042253525</c:v>
                </c:pt>
                <c:pt idx="16656">
                  <c:v>6.0765640845070426</c:v>
                </c:pt>
                <c:pt idx="16657">
                  <c:v>6.0700785915492954</c:v>
                </c:pt>
                <c:pt idx="16658">
                  <c:v>6.0638228873239433</c:v>
                </c:pt>
                <c:pt idx="16659">
                  <c:v>6.0567950000000002</c:v>
                </c:pt>
                <c:pt idx="16660">
                  <c:v>6.0479717605633807</c:v>
                </c:pt>
                <c:pt idx="16661">
                  <c:v>6.0497450704225351</c:v>
                </c:pt>
                <c:pt idx="16662">
                  <c:v>6.0506226056338024</c:v>
                </c:pt>
                <c:pt idx="16663">
                  <c:v>6.0485535211267605</c:v>
                </c:pt>
                <c:pt idx="16664">
                  <c:v>6.050990070422535</c:v>
                </c:pt>
                <c:pt idx="16665">
                  <c:v>6.0558446478873238</c:v>
                </c:pt>
                <c:pt idx="16666">
                  <c:v>6.0606868309859152</c:v>
                </c:pt>
                <c:pt idx="16667">
                  <c:v>6.0714866197183097</c:v>
                </c:pt>
                <c:pt idx="16668">
                  <c:v>6.0739176056338025</c:v>
                </c:pt>
                <c:pt idx="16669">
                  <c:v>6.0701173239436619</c:v>
                </c:pt>
                <c:pt idx="16670">
                  <c:v>6.0662313380281692</c:v>
                </c:pt>
                <c:pt idx="16671">
                  <c:v>6.0561373943661971</c:v>
                </c:pt>
                <c:pt idx="16672">
                  <c:v>6.0499193661971828</c:v>
                </c:pt>
                <c:pt idx="16673">
                  <c:v>6.0582069718309857</c:v>
                </c:pt>
                <c:pt idx="16674">
                  <c:v>6.0610803521126764</c:v>
                </c:pt>
                <c:pt idx="16675">
                  <c:v>6.0554816901408453</c:v>
                </c:pt>
                <c:pt idx="16676">
                  <c:v>6.0540510563380279</c:v>
                </c:pt>
                <c:pt idx="16677">
                  <c:v>6.0552704929577468</c:v>
                </c:pt>
                <c:pt idx="16678">
                  <c:v>6.0534126760563378</c:v>
                </c:pt>
                <c:pt idx="16679">
                  <c:v>6.0526063380281689</c:v>
                </c:pt>
                <c:pt idx="16680">
                  <c:v>6.0608297887323941</c:v>
                </c:pt>
                <c:pt idx="16681">
                  <c:v>6.0676306338028168</c:v>
                </c:pt>
                <c:pt idx="16682">
                  <c:v>6.0631567605633805</c:v>
                </c:pt>
                <c:pt idx="16683">
                  <c:v>6.0547087323943662</c:v>
                </c:pt>
                <c:pt idx="16684">
                  <c:v>6.0502547887323948</c:v>
                </c:pt>
                <c:pt idx="16685">
                  <c:v>6.0489079577464793</c:v>
                </c:pt>
                <c:pt idx="16686">
                  <c:v>6.051449436619718</c:v>
                </c:pt>
                <c:pt idx="16687">
                  <c:v>6.0503999295774644</c:v>
                </c:pt>
                <c:pt idx="16688">
                  <c:v>6.0502319014084511</c:v>
                </c:pt>
                <c:pt idx="16689">
                  <c:v>6.0557938028169014</c:v>
                </c:pt>
                <c:pt idx="16690">
                  <c:v>6.0564779577464787</c:v>
                </c:pt>
                <c:pt idx="16691">
                  <c:v>6.0539300000000003</c:v>
                </c:pt>
                <c:pt idx="16692">
                  <c:v>6.0490519014084505</c:v>
                </c:pt>
                <c:pt idx="16693">
                  <c:v>6.0484978169014081</c:v>
                </c:pt>
                <c:pt idx="16694">
                  <c:v>6.0462804225352116</c:v>
                </c:pt>
                <c:pt idx="16695">
                  <c:v>6.0455604225352113</c:v>
                </c:pt>
                <c:pt idx="16696">
                  <c:v>6.0490861971830983</c:v>
                </c:pt>
                <c:pt idx="16697">
                  <c:v>6.0523763380281688</c:v>
                </c:pt>
                <c:pt idx="16698">
                  <c:v>6.0534913380281692</c:v>
                </c:pt>
                <c:pt idx="16699">
                  <c:v>6.0535838028169016</c:v>
                </c:pt>
                <c:pt idx="16700">
                  <c:v>6.0477930281690142</c:v>
                </c:pt>
                <c:pt idx="16701">
                  <c:v>6.0442452112676053</c:v>
                </c:pt>
                <c:pt idx="16702">
                  <c:v>6.0448742957746475</c:v>
                </c:pt>
                <c:pt idx="16703">
                  <c:v>6.0476415492957747</c:v>
                </c:pt>
                <c:pt idx="16704">
                  <c:v>6.0525214788732393</c:v>
                </c:pt>
                <c:pt idx="16705">
                  <c:v>6.0555074647887324</c:v>
                </c:pt>
                <c:pt idx="16706">
                  <c:v>6.0579693661971827</c:v>
                </c:pt>
                <c:pt idx="16707">
                  <c:v>6.0619052816901409</c:v>
                </c:pt>
                <c:pt idx="16708">
                  <c:v>6.0636972535211271</c:v>
                </c:pt>
                <c:pt idx="16709">
                  <c:v>6.0631514084507039</c:v>
                </c:pt>
                <c:pt idx="16710">
                  <c:v>6.05909161971831</c:v>
                </c:pt>
                <c:pt idx="16711">
                  <c:v>6.0595068309859155</c:v>
                </c:pt>
                <c:pt idx="16712">
                  <c:v>6.0582307042253518</c:v>
                </c:pt>
                <c:pt idx="16713">
                  <c:v>6.055574225352113</c:v>
                </c:pt>
                <c:pt idx="16714">
                  <c:v>6.0562142253521127</c:v>
                </c:pt>
                <c:pt idx="16715">
                  <c:v>6.0606052816901412</c:v>
                </c:pt>
                <c:pt idx="16716">
                  <c:v>6.0659413380281686</c:v>
                </c:pt>
                <c:pt idx="16717">
                  <c:v>6.0687718309859155</c:v>
                </c:pt>
                <c:pt idx="16718">
                  <c:v>6.0671007746478871</c:v>
                </c:pt>
                <c:pt idx="16719">
                  <c:v>6.0622909154929578</c:v>
                </c:pt>
                <c:pt idx="16720">
                  <c:v>6.0607288028169011</c:v>
                </c:pt>
                <c:pt idx="16721">
                  <c:v>6.0566132394366194</c:v>
                </c:pt>
                <c:pt idx="16722">
                  <c:v>6.0610386619718311</c:v>
                </c:pt>
                <c:pt idx="16723">
                  <c:v>6.0670615492957749</c:v>
                </c:pt>
                <c:pt idx="16724">
                  <c:v>6.0651133098591545</c:v>
                </c:pt>
                <c:pt idx="16725">
                  <c:v>6.0622928873239434</c:v>
                </c:pt>
                <c:pt idx="16726">
                  <c:v>6.0657677464788735</c:v>
                </c:pt>
                <c:pt idx="16727">
                  <c:v>6.0642329577464791</c:v>
                </c:pt>
                <c:pt idx="16728">
                  <c:v>6.0561392957746483</c:v>
                </c:pt>
                <c:pt idx="16729">
                  <c:v>6.050407323943662</c:v>
                </c:pt>
                <c:pt idx="16730">
                  <c:v>6.0552617605633801</c:v>
                </c:pt>
                <c:pt idx="16731">
                  <c:v>6.0590220422535213</c:v>
                </c:pt>
                <c:pt idx="16732">
                  <c:v>6.0552359154929576</c:v>
                </c:pt>
                <c:pt idx="16733">
                  <c:v>6.0572578169014086</c:v>
                </c:pt>
                <c:pt idx="16734">
                  <c:v>6.0596880985915496</c:v>
                </c:pt>
                <c:pt idx="16735">
                  <c:v>6.0578679577464785</c:v>
                </c:pt>
                <c:pt idx="16736">
                  <c:v>6.0575154225352117</c:v>
                </c:pt>
                <c:pt idx="16737">
                  <c:v>6.0605105633802818</c:v>
                </c:pt>
                <c:pt idx="16738">
                  <c:v>6.0657204929577464</c:v>
                </c:pt>
                <c:pt idx="16739">
                  <c:v>6.0666447183098589</c:v>
                </c:pt>
                <c:pt idx="16740">
                  <c:v>6.0638678873239433</c:v>
                </c:pt>
                <c:pt idx="16741">
                  <c:v>6.0655547183098593</c:v>
                </c:pt>
                <c:pt idx="16742">
                  <c:v>6.0655928873239437</c:v>
                </c:pt>
                <c:pt idx="16743">
                  <c:v>6.0572431690140842</c:v>
                </c:pt>
                <c:pt idx="16744">
                  <c:v>6.0549683098591549</c:v>
                </c:pt>
                <c:pt idx="16745">
                  <c:v>6.0552236619718309</c:v>
                </c:pt>
                <c:pt idx="16746">
                  <c:v>6.0591174647887325</c:v>
                </c:pt>
                <c:pt idx="16747">
                  <c:v>6.0620431690140846</c:v>
                </c:pt>
                <c:pt idx="16748">
                  <c:v>6.0637288732394365</c:v>
                </c:pt>
                <c:pt idx="16749">
                  <c:v>6.0610960563380285</c:v>
                </c:pt>
                <c:pt idx="16750">
                  <c:v>6.0574250000000003</c:v>
                </c:pt>
                <c:pt idx="16751">
                  <c:v>6.0547638732394367</c:v>
                </c:pt>
                <c:pt idx="16752">
                  <c:v>6.0570011971830988</c:v>
                </c:pt>
                <c:pt idx="16753">
                  <c:v>6.0579257746478872</c:v>
                </c:pt>
                <c:pt idx="16754">
                  <c:v>6.0568739436619721</c:v>
                </c:pt>
                <c:pt idx="16755">
                  <c:v>6.0651435915492957</c:v>
                </c:pt>
                <c:pt idx="16756">
                  <c:v>6.068314225352113</c:v>
                </c:pt>
                <c:pt idx="16757">
                  <c:v>6.0603609154929581</c:v>
                </c:pt>
                <c:pt idx="16758">
                  <c:v>6.0500991549295771</c:v>
                </c:pt>
                <c:pt idx="16759">
                  <c:v>6.0438936619718309</c:v>
                </c:pt>
                <c:pt idx="16760">
                  <c:v>6.0503252816901405</c:v>
                </c:pt>
                <c:pt idx="16761">
                  <c:v>6.0536478873239439</c:v>
                </c:pt>
                <c:pt idx="16762">
                  <c:v>6.0517340140845066</c:v>
                </c:pt>
                <c:pt idx="16763">
                  <c:v>6.0547731690140845</c:v>
                </c:pt>
                <c:pt idx="16764">
                  <c:v>6.0587430281690144</c:v>
                </c:pt>
                <c:pt idx="16765">
                  <c:v>6.0603199295774646</c:v>
                </c:pt>
                <c:pt idx="16766">
                  <c:v>6.0628641549295779</c:v>
                </c:pt>
                <c:pt idx="16767">
                  <c:v>6.0623257042253522</c:v>
                </c:pt>
                <c:pt idx="16768">
                  <c:v>6.0553640140845069</c:v>
                </c:pt>
                <c:pt idx="16769">
                  <c:v>6.0478821126760565</c:v>
                </c:pt>
                <c:pt idx="16770">
                  <c:v>6.0518910563380279</c:v>
                </c:pt>
                <c:pt idx="16771">
                  <c:v>6.0593888028169012</c:v>
                </c:pt>
                <c:pt idx="16772">
                  <c:v>6.0621344366197185</c:v>
                </c:pt>
                <c:pt idx="16773">
                  <c:v>6.0592792253521131</c:v>
                </c:pt>
                <c:pt idx="16774">
                  <c:v>6.052890633802817</c:v>
                </c:pt>
                <c:pt idx="16775">
                  <c:v>6.0483576056338029</c:v>
                </c:pt>
                <c:pt idx="16776">
                  <c:v>6.0492984507042253</c:v>
                </c:pt>
                <c:pt idx="16777">
                  <c:v>6.0513477464788732</c:v>
                </c:pt>
                <c:pt idx="16778">
                  <c:v>6.0549728169014081</c:v>
                </c:pt>
                <c:pt idx="16779">
                  <c:v>6.0573093661971829</c:v>
                </c:pt>
                <c:pt idx="16780">
                  <c:v>6.0510279577464789</c:v>
                </c:pt>
                <c:pt idx="16781">
                  <c:v>6.0480369718309861</c:v>
                </c:pt>
                <c:pt idx="16782">
                  <c:v>6.0494068309859159</c:v>
                </c:pt>
                <c:pt idx="16783">
                  <c:v>6.0530183802816904</c:v>
                </c:pt>
                <c:pt idx="16784">
                  <c:v>6.0616431690140846</c:v>
                </c:pt>
                <c:pt idx="16785">
                  <c:v>6.0669186619718314</c:v>
                </c:pt>
                <c:pt idx="16786">
                  <c:v>6.067613521126761</c:v>
                </c:pt>
                <c:pt idx="16787">
                  <c:v>6.072830985915493</c:v>
                </c:pt>
                <c:pt idx="16788">
                  <c:v>6.0748422535211271</c:v>
                </c:pt>
                <c:pt idx="16789">
                  <c:v>6.0751387323943664</c:v>
                </c:pt>
                <c:pt idx="16790">
                  <c:v>6.067545</c:v>
                </c:pt>
                <c:pt idx="16791">
                  <c:v>6.0573833802816903</c:v>
                </c:pt>
                <c:pt idx="16792">
                  <c:v>6.0503070422535208</c:v>
                </c:pt>
                <c:pt idx="16793">
                  <c:v>6.0421233098591554</c:v>
                </c:pt>
                <c:pt idx="16794">
                  <c:v>6.0369828169014088</c:v>
                </c:pt>
                <c:pt idx="16795">
                  <c:v>6.0342200704225348</c:v>
                </c:pt>
                <c:pt idx="16796">
                  <c:v>6.0395293661971827</c:v>
                </c:pt>
                <c:pt idx="16797">
                  <c:v>6.0442362676056334</c:v>
                </c:pt>
                <c:pt idx="16798">
                  <c:v>6.0521207042253522</c:v>
                </c:pt>
                <c:pt idx="16799">
                  <c:v>6.0604183098591546</c:v>
                </c:pt>
                <c:pt idx="16800">
                  <c:v>6.0632247183098595</c:v>
                </c:pt>
                <c:pt idx="16801">
                  <c:v>6.0592751408450702</c:v>
                </c:pt>
                <c:pt idx="16802">
                  <c:v>6.0562557746478873</c:v>
                </c:pt>
                <c:pt idx="16803">
                  <c:v>6.0599387323943663</c:v>
                </c:pt>
                <c:pt idx="16804">
                  <c:v>6.0605366901408448</c:v>
                </c:pt>
                <c:pt idx="16805">
                  <c:v>6.0533163380281687</c:v>
                </c:pt>
                <c:pt idx="16806">
                  <c:v>6.047552746478873</c:v>
                </c:pt>
                <c:pt idx="16807">
                  <c:v>6.0438778873239434</c:v>
                </c:pt>
                <c:pt idx="16808">
                  <c:v>6.045129929577465</c:v>
                </c:pt>
                <c:pt idx="16809">
                  <c:v>6.0438176760563378</c:v>
                </c:pt>
                <c:pt idx="16810">
                  <c:v>6.0408536619718314</c:v>
                </c:pt>
                <c:pt idx="16811">
                  <c:v>6.0345885211267607</c:v>
                </c:pt>
                <c:pt idx="16812">
                  <c:v>6.0372050000000002</c:v>
                </c:pt>
                <c:pt idx="16813">
                  <c:v>6.0458691549295773</c:v>
                </c:pt>
                <c:pt idx="16814">
                  <c:v>6.0466862676056339</c:v>
                </c:pt>
                <c:pt idx="16815">
                  <c:v>6.0465176760563377</c:v>
                </c:pt>
                <c:pt idx="16816">
                  <c:v>6.0469485211267608</c:v>
                </c:pt>
                <c:pt idx="16817">
                  <c:v>6.046285352112676</c:v>
                </c:pt>
                <c:pt idx="16818">
                  <c:v>6.0474647183098593</c:v>
                </c:pt>
                <c:pt idx="16819">
                  <c:v>6.0473085211267605</c:v>
                </c:pt>
                <c:pt idx="16820">
                  <c:v>6.0537214084507038</c:v>
                </c:pt>
                <c:pt idx="16821">
                  <c:v>6.0611909859154931</c:v>
                </c:pt>
                <c:pt idx="16822">
                  <c:v>6.0685256338028166</c:v>
                </c:pt>
                <c:pt idx="16823">
                  <c:v>6.0718788732394362</c:v>
                </c:pt>
                <c:pt idx="16824">
                  <c:v>6.0710323943661972</c:v>
                </c:pt>
                <c:pt idx="16825">
                  <c:v>6.0708521126760564</c:v>
                </c:pt>
                <c:pt idx="16826">
                  <c:v>6.0677497183098588</c:v>
                </c:pt>
                <c:pt idx="16827">
                  <c:v>6.066890211267606</c:v>
                </c:pt>
                <c:pt idx="16828">
                  <c:v>6.0610221126760564</c:v>
                </c:pt>
                <c:pt idx="16829">
                  <c:v>6.065772676056338</c:v>
                </c:pt>
                <c:pt idx="16830">
                  <c:v>6.0700801408450706</c:v>
                </c:pt>
                <c:pt idx="16831">
                  <c:v>6.0703681690140847</c:v>
                </c:pt>
                <c:pt idx="16832">
                  <c:v>6.0749436619718313</c:v>
                </c:pt>
                <c:pt idx="16833">
                  <c:v>6.0700235915492957</c:v>
                </c:pt>
                <c:pt idx="16834">
                  <c:v>6.0580717605633803</c:v>
                </c:pt>
                <c:pt idx="16835">
                  <c:v>6.0500102816901409</c:v>
                </c:pt>
                <c:pt idx="16836">
                  <c:v>6.0535369014084504</c:v>
                </c:pt>
                <c:pt idx="16837">
                  <c:v>6.0582452816901409</c:v>
                </c:pt>
                <c:pt idx="16838">
                  <c:v>6.0541058450704224</c:v>
                </c:pt>
                <c:pt idx="16839">
                  <c:v>6.0495359859154929</c:v>
                </c:pt>
                <c:pt idx="16840">
                  <c:v>6.0521323239436624</c:v>
                </c:pt>
                <c:pt idx="16841">
                  <c:v>6.0603188732394369</c:v>
                </c:pt>
                <c:pt idx="16842">
                  <c:v>6.0681668309859154</c:v>
                </c:pt>
                <c:pt idx="16843">
                  <c:v>6.0684410563380284</c:v>
                </c:pt>
                <c:pt idx="16844">
                  <c:v>6.0628705633802813</c:v>
                </c:pt>
                <c:pt idx="16845">
                  <c:v>6.0656961267605638</c:v>
                </c:pt>
                <c:pt idx="16846">
                  <c:v>6.068797112676056</c:v>
                </c:pt>
                <c:pt idx="16847">
                  <c:v>6.0659543661971833</c:v>
                </c:pt>
                <c:pt idx="16848">
                  <c:v>6.0583292253521126</c:v>
                </c:pt>
                <c:pt idx="16849">
                  <c:v>6.0505434507042253</c:v>
                </c:pt>
                <c:pt idx="16850">
                  <c:v>6.0525476760563377</c:v>
                </c:pt>
                <c:pt idx="16851">
                  <c:v>6.0600088028169017</c:v>
                </c:pt>
                <c:pt idx="16852">
                  <c:v>6.0682858450704229</c:v>
                </c:pt>
                <c:pt idx="16853">
                  <c:v>6.0724753521126758</c:v>
                </c:pt>
                <c:pt idx="16854">
                  <c:v>6.0709260563380285</c:v>
                </c:pt>
                <c:pt idx="16855">
                  <c:v>6.0695833802816903</c:v>
                </c:pt>
                <c:pt idx="16856">
                  <c:v>6.0658895774647883</c:v>
                </c:pt>
                <c:pt idx="16857">
                  <c:v>6.0657146478873241</c:v>
                </c:pt>
                <c:pt idx="16858">
                  <c:v>6.0678685211267602</c:v>
                </c:pt>
                <c:pt idx="16859">
                  <c:v>6.0615934507042253</c:v>
                </c:pt>
                <c:pt idx="16860">
                  <c:v>6.049364084507042</c:v>
                </c:pt>
                <c:pt idx="16861">
                  <c:v>6.0528945774647891</c:v>
                </c:pt>
                <c:pt idx="16862">
                  <c:v>6.0613387323943666</c:v>
                </c:pt>
                <c:pt idx="16863">
                  <c:v>6.0677697183098589</c:v>
                </c:pt>
                <c:pt idx="16864">
                  <c:v>6.0740556338028169</c:v>
                </c:pt>
                <c:pt idx="16865">
                  <c:v>6.0762908450704227</c:v>
                </c:pt>
                <c:pt idx="16866">
                  <c:v>6.0735218309859151</c:v>
                </c:pt>
                <c:pt idx="16867">
                  <c:v>6.0588055633802815</c:v>
                </c:pt>
                <c:pt idx="16868">
                  <c:v>6.0492180281690144</c:v>
                </c:pt>
                <c:pt idx="16869">
                  <c:v>6.0506576760563382</c:v>
                </c:pt>
                <c:pt idx="16870">
                  <c:v>6.0515150000000002</c:v>
                </c:pt>
                <c:pt idx="16871">
                  <c:v>6.0474328169014084</c:v>
                </c:pt>
                <c:pt idx="16872">
                  <c:v>6.047231338028169</c:v>
                </c:pt>
                <c:pt idx="16873">
                  <c:v>6.0470195774647886</c:v>
                </c:pt>
                <c:pt idx="16874">
                  <c:v>6.0410721830985912</c:v>
                </c:pt>
                <c:pt idx="16875">
                  <c:v>6.0417433098591546</c:v>
                </c:pt>
                <c:pt idx="16876">
                  <c:v>6.0477138732394362</c:v>
                </c:pt>
                <c:pt idx="16877">
                  <c:v>6.0520339436619714</c:v>
                </c:pt>
                <c:pt idx="16878">
                  <c:v>6.0537548591549299</c:v>
                </c:pt>
                <c:pt idx="16879">
                  <c:v>6.0565182394366195</c:v>
                </c:pt>
                <c:pt idx="16880">
                  <c:v>6.0568967605633803</c:v>
                </c:pt>
                <c:pt idx="16881">
                  <c:v>6.0608339436619723</c:v>
                </c:pt>
                <c:pt idx="16882">
                  <c:v>6.0631947183098589</c:v>
                </c:pt>
                <c:pt idx="16883">
                  <c:v>6.0596971830985913</c:v>
                </c:pt>
                <c:pt idx="16884">
                  <c:v>6.0569504225352109</c:v>
                </c:pt>
                <c:pt idx="16885">
                  <c:v>6.0530514788732397</c:v>
                </c:pt>
                <c:pt idx="16886">
                  <c:v>6.0558485211267605</c:v>
                </c:pt>
                <c:pt idx="16887">
                  <c:v>6.0655885211267604</c:v>
                </c:pt>
                <c:pt idx="16888">
                  <c:v>6.0652812676056342</c:v>
                </c:pt>
                <c:pt idx="16889">
                  <c:v>6.0612214788732395</c:v>
                </c:pt>
                <c:pt idx="16890">
                  <c:v>6.065729577464789</c:v>
                </c:pt>
                <c:pt idx="16891">
                  <c:v>6.0654939436619717</c:v>
                </c:pt>
                <c:pt idx="16892">
                  <c:v>6.0564882394366197</c:v>
                </c:pt>
                <c:pt idx="16893">
                  <c:v>6.0537429577464792</c:v>
                </c:pt>
                <c:pt idx="16894">
                  <c:v>6.0603490845070427</c:v>
                </c:pt>
                <c:pt idx="16895">
                  <c:v>6.0627628169014081</c:v>
                </c:pt>
                <c:pt idx="16896">
                  <c:v>6.0630840140845068</c:v>
                </c:pt>
                <c:pt idx="16897">
                  <c:v>6.0637669718309857</c:v>
                </c:pt>
                <c:pt idx="16898">
                  <c:v>6.0626271830985914</c:v>
                </c:pt>
                <c:pt idx="16899">
                  <c:v>6.0595417605633806</c:v>
                </c:pt>
                <c:pt idx="16900">
                  <c:v>6.0625845070422537</c:v>
                </c:pt>
                <c:pt idx="16901">
                  <c:v>6.064021267605634</c:v>
                </c:pt>
                <c:pt idx="16902">
                  <c:v>6.0649046478873236</c:v>
                </c:pt>
                <c:pt idx="16903">
                  <c:v>6.0658069718309857</c:v>
                </c:pt>
                <c:pt idx="16904">
                  <c:v>6.0622178169014083</c:v>
                </c:pt>
                <c:pt idx="16905">
                  <c:v>6.0526076056338027</c:v>
                </c:pt>
                <c:pt idx="16906">
                  <c:v>6.0520342957746482</c:v>
                </c:pt>
                <c:pt idx="16907">
                  <c:v>6.0481880281690144</c:v>
                </c:pt>
                <c:pt idx="16908">
                  <c:v>6.0430294366197179</c:v>
                </c:pt>
                <c:pt idx="16909">
                  <c:v>6.047149577464789</c:v>
                </c:pt>
                <c:pt idx="16910">
                  <c:v>6.0525513380281692</c:v>
                </c:pt>
                <c:pt idx="16911">
                  <c:v>6.0527550000000003</c:v>
                </c:pt>
                <c:pt idx="16912">
                  <c:v>6.051517746478873</c:v>
                </c:pt>
                <c:pt idx="16913">
                  <c:v>6.051744929577465</c:v>
                </c:pt>
                <c:pt idx="16914">
                  <c:v>6.0553876056338032</c:v>
                </c:pt>
                <c:pt idx="16915">
                  <c:v>6.0579719014084503</c:v>
                </c:pt>
                <c:pt idx="16916">
                  <c:v>6.0652723239436623</c:v>
                </c:pt>
                <c:pt idx="16917">
                  <c:v>6.0666682394366198</c:v>
                </c:pt>
                <c:pt idx="16918">
                  <c:v>6.0640854929577461</c:v>
                </c:pt>
                <c:pt idx="16919">
                  <c:v>6.0601330985915496</c:v>
                </c:pt>
                <c:pt idx="16920">
                  <c:v>6.0504521830985913</c:v>
                </c:pt>
                <c:pt idx="16921">
                  <c:v>6.0547115492957744</c:v>
                </c:pt>
                <c:pt idx="16922">
                  <c:v>6.0590880281690138</c:v>
                </c:pt>
                <c:pt idx="16923">
                  <c:v>6.0575995774647886</c:v>
                </c:pt>
                <c:pt idx="16924">
                  <c:v>6.0571121126760561</c:v>
                </c:pt>
                <c:pt idx="16925">
                  <c:v>6.0609267605633805</c:v>
                </c:pt>
                <c:pt idx="16926">
                  <c:v>6.0637797887323943</c:v>
                </c:pt>
                <c:pt idx="16927">
                  <c:v>6.0644547183098592</c:v>
                </c:pt>
                <c:pt idx="16928">
                  <c:v>6.0621961267605631</c:v>
                </c:pt>
                <c:pt idx="16929">
                  <c:v>6.0612337323943661</c:v>
                </c:pt>
                <c:pt idx="16930">
                  <c:v>6.0628640845070425</c:v>
                </c:pt>
                <c:pt idx="16931">
                  <c:v>6.0642402112676059</c:v>
                </c:pt>
                <c:pt idx="16932">
                  <c:v>6.0654013380281686</c:v>
                </c:pt>
                <c:pt idx="16933">
                  <c:v>6.0635147183098592</c:v>
                </c:pt>
                <c:pt idx="16934">
                  <c:v>6.0539269014084507</c:v>
                </c:pt>
                <c:pt idx="16935">
                  <c:v>6.0541402816901408</c:v>
                </c:pt>
                <c:pt idx="16936">
                  <c:v>6.0635984507042258</c:v>
                </c:pt>
                <c:pt idx="16937">
                  <c:v>6.0754985915492954</c:v>
                </c:pt>
                <c:pt idx="16938">
                  <c:v>6.0837859154929577</c:v>
                </c:pt>
                <c:pt idx="16939">
                  <c:v>6.0814929577464785</c:v>
                </c:pt>
                <c:pt idx="16940">
                  <c:v>6.0713330985915492</c:v>
                </c:pt>
                <c:pt idx="16941">
                  <c:v>6.0687884507042256</c:v>
                </c:pt>
                <c:pt idx="16942">
                  <c:v>6.0717753521126765</c:v>
                </c:pt>
                <c:pt idx="16943">
                  <c:v>6.0728140845070424</c:v>
                </c:pt>
                <c:pt idx="16944">
                  <c:v>6.0731845070422539</c:v>
                </c:pt>
                <c:pt idx="16945">
                  <c:v>6.0756774647887326</c:v>
                </c:pt>
                <c:pt idx="16946">
                  <c:v>6.077442957746479</c:v>
                </c:pt>
                <c:pt idx="16947">
                  <c:v>6.0799056338028166</c:v>
                </c:pt>
                <c:pt idx="16948">
                  <c:v>6.0763197183098594</c:v>
                </c:pt>
                <c:pt idx="16949">
                  <c:v>6.0649190140845066</c:v>
                </c:pt>
                <c:pt idx="16950">
                  <c:v>6.0566539436619715</c:v>
                </c:pt>
                <c:pt idx="16951">
                  <c:v>6.0533989436619722</c:v>
                </c:pt>
                <c:pt idx="16952">
                  <c:v>6.0600212676056335</c:v>
                </c:pt>
                <c:pt idx="16953">
                  <c:v>6.0666116197183095</c:v>
                </c:pt>
                <c:pt idx="16954">
                  <c:v>6.0670673943661972</c:v>
                </c:pt>
                <c:pt idx="16955">
                  <c:v>6.0660062676056334</c:v>
                </c:pt>
                <c:pt idx="16956">
                  <c:v>6.0601347887323946</c:v>
                </c:pt>
                <c:pt idx="16957">
                  <c:v>6.0637046478873238</c:v>
                </c:pt>
                <c:pt idx="16958">
                  <c:v>6.0751302816901411</c:v>
                </c:pt>
                <c:pt idx="16959">
                  <c:v>6.0851936619718305</c:v>
                </c:pt>
                <c:pt idx="16960">
                  <c:v>6.0924274647887326</c:v>
                </c:pt>
                <c:pt idx="16961">
                  <c:v>6.089094366197183</c:v>
                </c:pt>
                <c:pt idx="16962">
                  <c:v>6.0859239436619719</c:v>
                </c:pt>
                <c:pt idx="16963">
                  <c:v>6.085418309859155</c:v>
                </c:pt>
                <c:pt idx="16964">
                  <c:v>6.0838795774647885</c:v>
                </c:pt>
                <c:pt idx="16965">
                  <c:v>6.083007042253521</c:v>
                </c:pt>
                <c:pt idx="16966">
                  <c:v>6.0816471830985916</c:v>
                </c:pt>
                <c:pt idx="16967">
                  <c:v>6.07708661971831</c:v>
                </c:pt>
                <c:pt idx="16968">
                  <c:v>6.0706281690140846</c:v>
                </c:pt>
                <c:pt idx="16969">
                  <c:v>6.0627526760563377</c:v>
                </c:pt>
                <c:pt idx="16970">
                  <c:v>6.0623492957746477</c:v>
                </c:pt>
                <c:pt idx="16971">
                  <c:v>6.0600678169014088</c:v>
                </c:pt>
                <c:pt idx="16972">
                  <c:v>6.0548314084507044</c:v>
                </c:pt>
                <c:pt idx="16973">
                  <c:v>6.0505419718309863</c:v>
                </c:pt>
                <c:pt idx="16974">
                  <c:v>6.0519236619718306</c:v>
                </c:pt>
                <c:pt idx="16975">
                  <c:v>6.0576022535211269</c:v>
                </c:pt>
                <c:pt idx="16976">
                  <c:v>6.055528873239437</c:v>
                </c:pt>
                <c:pt idx="16977">
                  <c:v>6.0584318309859153</c:v>
                </c:pt>
                <c:pt idx="16978">
                  <c:v>6.0659538732394367</c:v>
                </c:pt>
                <c:pt idx="16979">
                  <c:v>6.0647026760563376</c:v>
                </c:pt>
                <c:pt idx="16980">
                  <c:v>6.0548667605633799</c:v>
                </c:pt>
                <c:pt idx="16981">
                  <c:v>6.0487673943661973</c:v>
                </c:pt>
                <c:pt idx="16982">
                  <c:v>6.0522065492957751</c:v>
                </c:pt>
                <c:pt idx="16983">
                  <c:v>6.0517356338028172</c:v>
                </c:pt>
                <c:pt idx="16984">
                  <c:v>6.0487164084507041</c:v>
                </c:pt>
                <c:pt idx="16985">
                  <c:v>6.0521568309859157</c:v>
                </c:pt>
                <c:pt idx="16986">
                  <c:v>6.0611531690140845</c:v>
                </c:pt>
                <c:pt idx="16987">
                  <c:v>6.0627997183098588</c:v>
                </c:pt>
                <c:pt idx="16988">
                  <c:v>6.0561990140845072</c:v>
                </c:pt>
                <c:pt idx="16989">
                  <c:v>6.0507762676056336</c:v>
                </c:pt>
                <c:pt idx="16990">
                  <c:v>6.0487669014084506</c:v>
                </c:pt>
                <c:pt idx="16991">
                  <c:v>6.0513771830985918</c:v>
                </c:pt>
                <c:pt idx="16992">
                  <c:v>6.0639126760563382</c:v>
                </c:pt>
                <c:pt idx="16993">
                  <c:v>6.0695954929577463</c:v>
                </c:pt>
                <c:pt idx="16994">
                  <c:v>6.0761732394366197</c:v>
                </c:pt>
                <c:pt idx="16995">
                  <c:v>6.0804408450704228</c:v>
                </c:pt>
                <c:pt idx="16996">
                  <c:v>6.0710971830985914</c:v>
                </c:pt>
                <c:pt idx="16997">
                  <c:v>6.0620944366197183</c:v>
                </c:pt>
                <c:pt idx="16998">
                  <c:v>6.0636587323943658</c:v>
                </c:pt>
                <c:pt idx="16999">
                  <c:v>6.0640709859154933</c:v>
                </c:pt>
                <c:pt idx="17000">
                  <c:v>6.0639216901408455</c:v>
                </c:pt>
                <c:pt idx="17001">
                  <c:v>6.0660023943661976</c:v>
                </c:pt>
                <c:pt idx="17002">
                  <c:v>6.0598402112676055</c:v>
                </c:pt>
                <c:pt idx="17003">
                  <c:v>6.0578764084507046</c:v>
                </c:pt>
                <c:pt idx="17004">
                  <c:v>6.0578307746478872</c:v>
                </c:pt>
                <c:pt idx="17005">
                  <c:v>6.059415845070423</c:v>
                </c:pt>
                <c:pt idx="17006">
                  <c:v>6.0538969014084509</c:v>
                </c:pt>
                <c:pt idx="17007">
                  <c:v>6.0467603521126758</c:v>
                </c:pt>
                <c:pt idx="17008">
                  <c:v>6.0530521126760561</c:v>
                </c:pt>
                <c:pt idx="17009">
                  <c:v>6.0615130985915489</c:v>
                </c:pt>
                <c:pt idx="17010">
                  <c:v>6.0643292253521128</c:v>
                </c:pt>
                <c:pt idx="17011">
                  <c:v>6.0608657746478869</c:v>
                </c:pt>
                <c:pt idx="17012">
                  <c:v>6.0593619718309863</c:v>
                </c:pt>
                <c:pt idx="17013">
                  <c:v>6.0633449295774646</c:v>
                </c:pt>
                <c:pt idx="17014">
                  <c:v>6.0650008450704229</c:v>
                </c:pt>
                <c:pt idx="17015">
                  <c:v>6.0631606338028172</c:v>
                </c:pt>
                <c:pt idx="17016">
                  <c:v>6.0581576760563376</c:v>
                </c:pt>
                <c:pt idx="17017">
                  <c:v>6.0524156338028172</c:v>
                </c:pt>
                <c:pt idx="17018">
                  <c:v>6.0542880985915497</c:v>
                </c:pt>
                <c:pt idx="17019">
                  <c:v>6.0601381690140848</c:v>
                </c:pt>
                <c:pt idx="17020">
                  <c:v>6.0605278169014083</c:v>
                </c:pt>
                <c:pt idx="17021">
                  <c:v>6.0603387323943663</c:v>
                </c:pt>
                <c:pt idx="17022">
                  <c:v>6.0587155633802814</c:v>
                </c:pt>
                <c:pt idx="17023">
                  <c:v>6.0544104225352111</c:v>
                </c:pt>
                <c:pt idx="17024">
                  <c:v>6.0516392253521127</c:v>
                </c:pt>
                <c:pt idx="17025">
                  <c:v>6.0484835915492958</c:v>
                </c:pt>
                <c:pt idx="17026">
                  <c:v>6.0454471126760563</c:v>
                </c:pt>
                <c:pt idx="17027">
                  <c:v>6.0472257042253519</c:v>
                </c:pt>
                <c:pt idx="17028">
                  <c:v>6.050037183098592</c:v>
                </c:pt>
                <c:pt idx="17029">
                  <c:v>6.0547679577464786</c:v>
                </c:pt>
                <c:pt idx="17030">
                  <c:v>6.0583385211267604</c:v>
                </c:pt>
                <c:pt idx="17031">
                  <c:v>6.0576437323943662</c:v>
                </c:pt>
                <c:pt idx="17032">
                  <c:v>6.0518247183098595</c:v>
                </c:pt>
                <c:pt idx="17033">
                  <c:v>6.0451960563380283</c:v>
                </c:pt>
                <c:pt idx="17034">
                  <c:v>6.0476772535211269</c:v>
                </c:pt>
                <c:pt idx="17035">
                  <c:v>6.0567534507042255</c:v>
                </c:pt>
                <c:pt idx="17036">
                  <c:v>6.06262338028169</c:v>
                </c:pt>
                <c:pt idx="17037">
                  <c:v>6.0663501408450706</c:v>
                </c:pt>
                <c:pt idx="17038">
                  <c:v>6.0698807746478876</c:v>
                </c:pt>
                <c:pt idx="17039">
                  <c:v>6.0734908450704221</c:v>
                </c:pt>
                <c:pt idx="17040">
                  <c:v>6.0689523943661969</c:v>
                </c:pt>
                <c:pt idx="17041">
                  <c:v>6.0599249295774644</c:v>
                </c:pt>
                <c:pt idx="17042">
                  <c:v>6.0499164788732394</c:v>
                </c:pt>
                <c:pt idx="17043">
                  <c:v>6.0508760563380282</c:v>
                </c:pt>
                <c:pt idx="17044">
                  <c:v>6.0528750704225356</c:v>
                </c:pt>
                <c:pt idx="17045">
                  <c:v>6.0531665492957742</c:v>
                </c:pt>
                <c:pt idx="17046">
                  <c:v>6.0534465492957743</c:v>
                </c:pt>
                <c:pt idx="17047">
                  <c:v>6.0504536619718312</c:v>
                </c:pt>
                <c:pt idx="17048">
                  <c:v>6.054753873239437</c:v>
                </c:pt>
                <c:pt idx="17049">
                  <c:v>6.0594971830985918</c:v>
                </c:pt>
                <c:pt idx="17050">
                  <c:v>6.0625280985915495</c:v>
                </c:pt>
                <c:pt idx="17051">
                  <c:v>6.0624280281690144</c:v>
                </c:pt>
                <c:pt idx="17052">
                  <c:v>6.0608613380281691</c:v>
                </c:pt>
                <c:pt idx="17053">
                  <c:v>6.0640531690140849</c:v>
                </c:pt>
                <c:pt idx="17054">
                  <c:v>6.065568661971831</c:v>
                </c:pt>
                <c:pt idx="17055">
                  <c:v>6.0615436619718306</c:v>
                </c:pt>
                <c:pt idx="17056">
                  <c:v>6.0645164788732391</c:v>
                </c:pt>
                <c:pt idx="17057">
                  <c:v>6.0678119718309862</c:v>
                </c:pt>
                <c:pt idx="17058">
                  <c:v>6.067466056338028</c:v>
                </c:pt>
                <c:pt idx="17059">
                  <c:v>6.0673311267605632</c:v>
                </c:pt>
                <c:pt idx="17060">
                  <c:v>6.0574046478873242</c:v>
                </c:pt>
                <c:pt idx="17061">
                  <c:v>6.0471797183098595</c:v>
                </c:pt>
                <c:pt idx="17062">
                  <c:v>6.0421488732394364</c:v>
                </c:pt>
                <c:pt idx="17063">
                  <c:v>6.0432969718309861</c:v>
                </c:pt>
                <c:pt idx="17064">
                  <c:v>6.0448904929577463</c:v>
                </c:pt>
                <c:pt idx="17065">
                  <c:v>6.0455342253521129</c:v>
                </c:pt>
                <c:pt idx="17066">
                  <c:v>6.053772605633803</c:v>
                </c:pt>
                <c:pt idx="17067">
                  <c:v>6.0635733098591551</c:v>
                </c:pt>
                <c:pt idx="17068">
                  <c:v>6.0646547183098596</c:v>
                </c:pt>
                <c:pt idx="17069">
                  <c:v>6.0652896478873242</c:v>
                </c:pt>
                <c:pt idx="17070">
                  <c:v>6.0699698591549298</c:v>
                </c:pt>
                <c:pt idx="17071">
                  <c:v>6.0709661971830986</c:v>
                </c:pt>
                <c:pt idx="17072">
                  <c:v>6.0670616197183103</c:v>
                </c:pt>
                <c:pt idx="17073">
                  <c:v>6.0628528873239436</c:v>
                </c:pt>
                <c:pt idx="17074">
                  <c:v>6.0618869718309858</c:v>
                </c:pt>
                <c:pt idx="17075">
                  <c:v>6.058784577464789</c:v>
                </c:pt>
                <c:pt idx="17076">
                  <c:v>6.0516869014084511</c:v>
                </c:pt>
                <c:pt idx="17077">
                  <c:v>6.0487238028169017</c:v>
                </c:pt>
                <c:pt idx="17078">
                  <c:v>6.0503563380281689</c:v>
                </c:pt>
                <c:pt idx="17079">
                  <c:v>6.0515348591549296</c:v>
                </c:pt>
                <c:pt idx="17080">
                  <c:v>6.0495843661971831</c:v>
                </c:pt>
                <c:pt idx="17081">
                  <c:v>6.050320915492958</c:v>
                </c:pt>
                <c:pt idx="17082">
                  <c:v>6.0486626056338029</c:v>
                </c:pt>
                <c:pt idx="17083">
                  <c:v>6.0493118309859151</c:v>
                </c:pt>
                <c:pt idx="17084">
                  <c:v>6.0468126056338027</c:v>
                </c:pt>
                <c:pt idx="17085">
                  <c:v>6.0401569014084506</c:v>
                </c:pt>
                <c:pt idx="17086">
                  <c:v>6.0534694366197179</c:v>
                </c:pt>
                <c:pt idx="17087">
                  <c:v>6.0702733802816899</c:v>
                </c:pt>
                <c:pt idx="17088">
                  <c:v>6.0657974647887327</c:v>
                </c:pt>
                <c:pt idx="17089">
                  <c:v>6.0582971830985919</c:v>
                </c:pt>
                <c:pt idx="17090">
                  <c:v>6.0546634507042256</c:v>
                </c:pt>
                <c:pt idx="17091">
                  <c:v>6.0562570422535211</c:v>
                </c:pt>
                <c:pt idx="17092">
                  <c:v>6.0615557746478874</c:v>
                </c:pt>
                <c:pt idx="17093">
                  <c:v>6.0619680985915494</c:v>
                </c:pt>
                <c:pt idx="17094">
                  <c:v>6.0605702112676054</c:v>
                </c:pt>
                <c:pt idx="17095">
                  <c:v>6.0586564084507044</c:v>
                </c:pt>
                <c:pt idx="17096">
                  <c:v>6.0603999999999996</c:v>
                </c:pt>
                <c:pt idx="17097">
                  <c:v>6.0605174647887328</c:v>
                </c:pt>
                <c:pt idx="17098">
                  <c:v>6.0574828169014081</c:v>
                </c:pt>
                <c:pt idx="17099">
                  <c:v>6.0525875352112672</c:v>
                </c:pt>
                <c:pt idx="17100">
                  <c:v>6.0551493661971829</c:v>
                </c:pt>
                <c:pt idx="17101">
                  <c:v>6.0641917605633804</c:v>
                </c:pt>
                <c:pt idx="17102">
                  <c:v>6.0681026056338032</c:v>
                </c:pt>
                <c:pt idx="17103">
                  <c:v>6.0651256338028166</c:v>
                </c:pt>
                <c:pt idx="17104">
                  <c:v>6.062427394366197</c:v>
                </c:pt>
                <c:pt idx="17105">
                  <c:v>6.064230704225352</c:v>
                </c:pt>
                <c:pt idx="17106">
                  <c:v>6.0666930281690137</c:v>
                </c:pt>
                <c:pt idx="17107">
                  <c:v>6.0632487323943662</c:v>
                </c:pt>
                <c:pt idx="17108">
                  <c:v>6.0585042253521131</c:v>
                </c:pt>
                <c:pt idx="17109">
                  <c:v>6.0519871126760565</c:v>
                </c:pt>
                <c:pt idx="17110">
                  <c:v>6.0471765492957745</c:v>
                </c:pt>
                <c:pt idx="17111">
                  <c:v>6.0477022535211269</c:v>
                </c:pt>
                <c:pt idx="17112">
                  <c:v>6.0477176760563385</c:v>
                </c:pt>
                <c:pt idx="17113">
                  <c:v>6.0503081690140847</c:v>
                </c:pt>
                <c:pt idx="17114">
                  <c:v>6.0560254225352113</c:v>
                </c:pt>
                <c:pt idx="17115">
                  <c:v>6.0606308450704223</c:v>
                </c:pt>
                <c:pt idx="17116">
                  <c:v>6.0613099295774644</c:v>
                </c:pt>
                <c:pt idx="17117">
                  <c:v>6.0578872535211268</c:v>
                </c:pt>
                <c:pt idx="17118">
                  <c:v>6.0612768309859151</c:v>
                </c:pt>
                <c:pt idx="17119">
                  <c:v>6.0610397887323941</c:v>
                </c:pt>
                <c:pt idx="17120">
                  <c:v>6.0580717605633803</c:v>
                </c:pt>
                <c:pt idx="17121">
                  <c:v>6.0608522535211264</c:v>
                </c:pt>
                <c:pt idx="17122">
                  <c:v>6.0598523239436624</c:v>
                </c:pt>
                <c:pt idx="17123">
                  <c:v>6.0572488732394367</c:v>
                </c:pt>
                <c:pt idx="17124">
                  <c:v>6.0547211267605636</c:v>
                </c:pt>
                <c:pt idx="17125">
                  <c:v>6.0548556338028172</c:v>
                </c:pt>
                <c:pt idx="17126">
                  <c:v>6.0472257746478872</c:v>
                </c:pt>
                <c:pt idx="17127">
                  <c:v>6.0434528873239435</c:v>
                </c:pt>
                <c:pt idx="17128">
                  <c:v>6.0453207746478874</c:v>
                </c:pt>
                <c:pt idx="17129">
                  <c:v>6.0478707746478877</c:v>
                </c:pt>
                <c:pt idx="17130">
                  <c:v>6.0507767605633802</c:v>
                </c:pt>
                <c:pt idx="17131">
                  <c:v>6.0519704929577465</c:v>
                </c:pt>
                <c:pt idx="17132">
                  <c:v>6.0576018309859156</c:v>
                </c:pt>
                <c:pt idx="17133">
                  <c:v>6.0597732394366197</c:v>
                </c:pt>
                <c:pt idx="17134">
                  <c:v>6.0609671126760567</c:v>
                </c:pt>
                <c:pt idx="17135">
                  <c:v>6.0587190140845069</c:v>
                </c:pt>
                <c:pt idx="17136">
                  <c:v>6.0604416901408449</c:v>
                </c:pt>
                <c:pt idx="17137">
                  <c:v>6.0668920422535209</c:v>
                </c:pt>
                <c:pt idx="17138">
                  <c:v>6.072012676056338</c:v>
                </c:pt>
                <c:pt idx="17139">
                  <c:v>6.0732767605633802</c:v>
                </c:pt>
                <c:pt idx="17140">
                  <c:v>6.0687419718309856</c:v>
                </c:pt>
                <c:pt idx="17141">
                  <c:v>6.0657424647887321</c:v>
                </c:pt>
                <c:pt idx="17142">
                  <c:v>6.0623876760563382</c:v>
                </c:pt>
                <c:pt idx="17143">
                  <c:v>6.0615929577464787</c:v>
                </c:pt>
                <c:pt idx="17144">
                  <c:v>6.0564873943661972</c:v>
                </c:pt>
                <c:pt idx="17145">
                  <c:v>6.0549045774647885</c:v>
                </c:pt>
                <c:pt idx="17146">
                  <c:v>6.0511287323943659</c:v>
                </c:pt>
                <c:pt idx="17147">
                  <c:v>6.0470997183098589</c:v>
                </c:pt>
                <c:pt idx="17148">
                  <c:v>6.058462957746479</c:v>
                </c:pt>
                <c:pt idx="17149">
                  <c:v>6.0678363380281688</c:v>
                </c:pt>
                <c:pt idx="17150">
                  <c:v>6.0745894366197186</c:v>
                </c:pt>
                <c:pt idx="17151">
                  <c:v>6.0696890140845072</c:v>
                </c:pt>
                <c:pt idx="17152">
                  <c:v>6.0619411971830983</c:v>
                </c:pt>
                <c:pt idx="17153">
                  <c:v>6.0631378169014081</c:v>
                </c:pt>
                <c:pt idx="17154">
                  <c:v>6.0713154929577469</c:v>
                </c:pt>
                <c:pt idx="17155">
                  <c:v>6.0808654929577468</c:v>
                </c:pt>
                <c:pt idx="17156">
                  <c:v>6.0776007042253521</c:v>
                </c:pt>
                <c:pt idx="17157">
                  <c:v>6.0695211267605638</c:v>
                </c:pt>
                <c:pt idx="17158">
                  <c:v>6.0680440845070427</c:v>
                </c:pt>
                <c:pt idx="17159">
                  <c:v>6.0703376760563383</c:v>
                </c:pt>
                <c:pt idx="17160">
                  <c:v>6.069838661971831</c:v>
                </c:pt>
                <c:pt idx="17161">
                  <c:v>6.0616105633802819</c:v>
                </c:pt>
                <c:pt idx="17162">
                  <c:v>6.0533633802816897</c:v>
                </c:pt>
                <c:pt idx="17163">
                  <c:v>6.0498221126760567</c:v>
                </c:pt>
                <c:pt idx="17164">
                  <c:v>6.0535667605633803</c:v>
                </c:pt>
                <c:pt idx="17165">
                  <c:v>6.0607869014084503</c:v>
                </c:pt>
                <c:pt idx="17166">
                  <c:v>6.0675785211267605</c:v>
                </c:pt>
                <c:pt idx="17167">
                  <c:v>6.0690602816901409</c:v>
                </c:pt>
                <c:pt idx="17168">
                  <c:v>6.0612514084507039</c:v>
                </c:pt>
                <c:pt idx="17169">
                  <c:v>6.0587517605633803</c:v>
                </c:pt>
                <c:pt idx="17170">
                  <c:v>6.0574076760563385</c:v>
                </c:pt>
                <c:pt idx="17171">
                  <c:v>6.0550169718309856</c:v>
                </c:pt>
                <c:pt idx="17172">
                  <c:v>6.0514192253521131</c:v>
                </c:pt>
                <c:pt idx="17173">
                  <c:v>6.0477393661971828</c:v>
                </c:pt>
                <c:pt idx="17174">
                  <c:v>6.0603954929577464</c:v>
                </c:pt>
                <c:pt idx="17175">
                  <c:v>6.0740147887323941</c:v>
                </c:pt>
                <c:pt idx="17176">
                  <c:v>6.0790443661971834</c:v>
                </c:pt>
                <c:pt idx="17177">
                  <c:v>6.0763281690140847</c:v>
                </c:pt>
                <c:pt idx="17178">
                  <c:v>6.0748901408450706</c:v>
                </c:pt>
                <c:pt idx="17179">
                  <c:v>6.0726922535211267</c:v>
                </c:pt>
                <c:pt idx="17180">
                  <c:v>6.0724535211267607</c:v>
                </c:pt>
                <c:pt idx="17181">
                  <c:v>6.0624874647887328</c:v>
                </c:pt>
                <c:pt idx="17182">
                  <c:v>6.0480964788732399</c:v>
                </c:pt>
                <c:pt idx="17183">
                  <c:v>6.0486342957746482</c:v>
                </c:pt>
                <c:pt idx="17184">
                  <c:v>6.0553334507042251</c:v>
                </c:pt>
                <c:pt idx="17185">
                  <c:v>6.0572709154929578</c:v>
                </c:pt>
                <c:pt idx="17186">
                  <c:v>6.0618049999999997</c:v>
                </c:pt>
                <c:pt idx="17187">
                  <c:v>6.0656816197183101</c:v>
                </c:pt>
                <c:pt idx="17188">
                  <c:v>6.0619091549295776</c:v>
                </c:pt>
                <c:pt idx="17189">
                  <c:v>6.052173873239437</c:v>
                </c:pt>
                <c:pt idx="17190">
                  <c:v>6.0444966197183101</c:v>
                </c:pt>
                <c:pt idx="17191">
                  <c:v>6.038562535211268</c:v>
                </c:pt>
                <c:pt idx="17192">
                  <c:v>6.0424277464788734</c:v>
                </c:pt>
                <c:pt idx="17193">
                  <c:v>6.0508735211267606</c:v>
                </c:pt>
                <c:pt idx="17194">
                  <c:v>6.0591430281690144</c:v>
                </c:pt>
                <c:pt idx="17195">
                  <c:v>6.0606390845070424</c:v>
                </c:pt>
                <c:pt idx="17196">
                  <c:v>6.056950281690141</c:v>
                </c:pt>
                <c:pt idx="17197">
                  <c:v>6.0546438732394368</c:v>
                </c:pt>
                <c:pt idx="17198">
                  <c:v>6.0545778873239433</c:v>
                </c:pt>
                <c:pt idx="17199">
                  <c:v>6.0535427464788736</c:v>
                </c:pt>
                <c:pt idx="17200">
                  <c:v>6.0520566901408452</c:v>
                </c:pt>
                <c:pt idx="17201">
                  <c:v>6.05269838028169</c:v>
                </c:pt>
                <c:pt idx="17202">
                  <c:v>6.0492721126760562</c:v>
                </c:pt>
                <c:pt idx="17203">
                  <c:v>6.0461980985915496</c:v>
                </c:pt>
                <c:pt idx="17204">
                  <c:v>6.0531364084507047</c:v>
                </c:pt>
                <c:pt idx="17205">
                  <c:v>6.0627568309859159</c:v>
                </c:pt>
                <c:pt idx="17206">
                  <c:v>6.0596014084507042</c:v>
                </c:pt>
                <c:pt idx="17207">
                  <c:v>6.0533530985915496</c:v>
                </c:pt>
                <c:pt idx="17208">
                  <c:v>6.0552637323943665</c:v>
                </c:pt>
                <c:pt idx="17209">
                  <c:v>6.0593216901408447</c:v>
                </c:pt>
                <c:pt idx="17210">
                  <c:v>6.0661830985915497</c:v>
                </c:pt>
                <c:pt idx="17211">
                  <c:v>6.0636577464788735</c:v>
                </c:pt>
                <c:pt idx="17212">
                  <c:v>6.0538066901408447</c:v>
                </c:pt>
                <c:pt idx="17213">
                  <c:v>6.0514645070422537</c:v>
                </c:pt>
                <c:pt idx="17214">
                  <c:v>6.0566309154929581</c:v>
                </c:pt>
                <c:pt idx="17215">
                  <c:v>6.0536524647887324</c:v>
                </c:pt>
                <c:pt idx="17216">
                  <c:v>6.0456810563380285</c:v>
                </c:pt>
                <c:pt idx="17217">
                  <c:v>6.0482518309859152</c:v>
                </c:pt>
                <c:pt idx="17218">
                  <c:v>6.0545701408450707</c:v>
                </c:pt>
                <c:pt idx="17219">
                  <c:v>6.0587219014084503</c:v>
                </c:pt>
                <c:pt idx="17220">
                  <c:v>6.0629433802816903</c:v>
                </c:pt>
                <c:pt idx="17221">
                  <c:v>6.0672581690140843</c:v>
                </c:pt>
                <c:pt idx="17222">
                  <c:v>6.0669479577464784</c:v>
                </c:pt>
                <c:pt idx="17223">
                  <c:v>6.0578054929577467</c:v>
                </c:pt>
                <c:pt idx="17224">
                  <c:v>6.052397676056338</c:v>
                </c:pt>
                <c:pt idx="17225">
                  <c:v>6.0495985915492954</c:v>
                </c:pt>
                <c:pt idx="17226">
                  <c:v>6.04216485915493</c:v>
                </c:pt>
                <c:pt idx="17227">
                  <c:v>6.0391621830985915</c:v>
                </c:pt>
                <c:pt idx="17228">
                  <c:v>6.0515742253521125</c:v>
                </c:pt>
                <c:pt idx="17229">
                  <c:v>6.0589123943661969</c:v>
                </c:pt>
                <c:pt idx="17230">
                  <c:v>6.0501375352112676</c:v>
                </c:pt>
                <c:pt idx="17231">
                  <c:v>6.0495856338028169</c:v>
                </c:pt>
                <c:pt idx="17232">
                  <c:v>6.0504678873239435</c:v>
                </c:pt>
                <c:pt idx="17233">
                  <c:v>6.0534619718309859</c:v>
                </c:pt>
                <c:pt idx="17234">
                  <c:v>6.0588010563380283</c:v>
                </c:pt>
                <c:pt idx="17235">
                  <c:v>6.066707464788732</c:v>
                </c:pt>
                <c:pt idx="17236">
                  <c:v>6.0710387323943662</c:v>
                </c:pt>
                <c:pt idx="17237">
                  <c:v>6.0726894366197186</c:v>
                </c:pt>
                <c:pt idx="17238">
                  <c:v>6.0727908450704229</c:v>
                </c:pt>
                <c:pt idx="17239">
                  <c:v>6.0726345070422534</c:v>
                </c:pt>
                <c:pt idx="17240">
                  <c:v>6.0744690140845075</c:v>
                </c:pt>
                <c:pt idx="17241">
                  <c:v>6.0677173943661975</c:v>
                </c:pt>
                <c:pt idx="17242">
                  <c:v>6.060642746478873</c:v>
                </c:pt>
                <c:pt idx="17243">
                  <c:v>6.0611033802816898</c:v>
                </c:pt>
                <c:pt idx="17244">
                  <c:v>6.0640030281690143</c:v>
                </c:pt>
                <c:pt idx="17245">
                  <c:v>6.0609916901408454</c:v>
                </c:pt>
                <c:pt idx="17246">
                  <c:v>6.0530595070422537</c:v>
                </c:pt>
                <c:pt idx="17247">
                  <c:v>6.0472819718309863</c:v>
                </c:pt>
                <c:pt idx="17248">
                  <c:v>6.0477769718309862</c:v>
                </c:pt>
                <c:pt idx="17249">
                  <c:v>6.0489761267605635</c:v>
                </c:pt>
                <c:pt idx="17250">
                  <c:v>6.0496614788732392</c:v>
                </c:pt>
                <c:pt idx="17251">
                  <c:v>6.057865070422535</c:v>
                </c:pt>
                <c:pt idx="17252">
                  <c:v>6.0632676760563378</c:v>
                </c:pt>
                <c:pt idx="17253">
                  <c:v>6.0650971830985911</c:v>
                </c:pt>
                <c:pt idx="17254">
                  <c:v>6.0667191549295776</c:v>
                </c:pt>
                <c:pt idx="17255">
                  <c:v>6.0652271126760562</c:v>
                </c:pt>
                <c:pt idx="17256">
                  <c:v>6.0609859859154929</c:v>
                </c:pt>
                <c:pt idx="17257">
                  <c:v>6.0577329577464791</c:v>
                </c:pt>
                <c:pt idx="17258">
                  <c:v>6.0489515492957748</c:v>
                </c:pt>
                <c:pt idx="17259">
                  <c:v>6.0409585915492956</c:v>
                </c:pt>
                <c:pt idx="17260">
                  <c:v>6.0410847887323946</c:v>
                </c:pt>
                <c:pt idx="17261">
                  <c:v>6.0412023943661968</c:v>
                </c:pt>
                <c:pt idx="17262">
                  <c:v>6.0428515492957748</c:v>
                </c:pt>
                <c:pt idx="17263">
                  <c:v>6.0525786619718307</c:v>
                </c:pt>
                <c:pt idx="17264">
                  <c:v>6.0603475352112675</c:v>
                </c:pt>
                <c:pt idx="17265">
                  <c:v>6.068342605633803</c:v>
                </c:pt>
                <c:pt idx="17266">
                  <c:v>6.0716380281690139</c:v>
                </c:pt>
                <c:pt idx="17267">
                  <c:v>6.0650382394366193</c:v>
                </c:pt>
                <c:pt idx="17268">
                  <c:v>6.0597611971830982</c:v>
                </c:pt>
                <c:pt idx="17269">
                  <c:v>6.064824084507042</c:v>
                </c:pt>
                <c:pt idx="17270">
                  <c:v>6.0666787323943661</c:v>
                </c:pt>
                <c:pt idx="17271">
                  <c:v>6.0625102112676057</c:v>
                </c:pt>
                <c:pt idx="17272">
                  <c:v>6.0607063380281687</c:v>
                </c:pt>
                <c:pt idx="17273">
                  <c:v>6.0658304929577467</c:v>
                </c:pt>
                <c:pt idx="17274">
                  <c:v>6.0651357042253524</c:v>
                </c:pt>
                <c:pt idx="17275">
                  <c:v>6.0663658450704228</c:v>
                </c:pt>
                <c:pt idx="17276">
                  <c:v>6.0675755633802817</c:v>
                </c:pt>
                <c:pt idx="17277">
                  <c:v>6.0686397183098588</c:v>
                </c:pt>
                <c:pt idx="17278">
                  <c:v>6.0664469718309864</c:v>
                </c:pt>
                <c:pt idx="17279">
                  <c:v>6.0597986619718309</c:v>
                </c:pt>
                <c:pt idx="17280">
                  <c:v>6.0553707042253517</c:v>
                </c:pt>
                <c:pt idx="17281">
                  <c:v>6.0513280281690145</c:v>
                </c:pt>
                <c:pt idx="17282">
                  <c:v>6.052268309859155</c:v>
                </c:pt>
                <c:pt idx="17283">
                  <c:v>6.0543877464788736</c:v>
                </c:pt>
                <c:pt idx="17284">
                  <c:v>6.059056338028169</c:v>
                </c:pt>
                <c:pt idx="17285">
                  <c:v>6.0638467605633801</c:v>
                </c:pt>
                <c:pt idx="17286">
                  <c:v>6.0629818309859154</c:v>
                </c:pt>
                <c:pt idx="17287">
                  <c:v>6.0570754225352115</c:v>
                </c:pt>
                <c:pt idx="17288">
                  <c:v>6.0576710563380285</c:v>
                </c:pt>
                <c:pt idx="17289">
                  <c:v>6.0603554929577461</c:v>
                </c:pt>
                <c:pt idx="17290">
                  <c:v>6.0661807042253519</c:v>
                </c:pt>
                <c:pt idx="17291">
                  <c:v>6.060894366197183</c:v>
                </c:pt>
                <c:pt idx="17292">
                  <c:v>6.0583427464788731</c:v>
                </c:pt>
                <c:pt idx="17293">
                  <c:v>6.0591731690140849</c:v>
                </c:pt>
                <c:pt idx="17294">
                  <c:v>6.0592304225352116</c:v>
                </c:pt>
                <c:pt idx="17295">
                  <c:v>6.0607889436619722</c:v>
                </c:pt>
                <c:pt idx="17296">
                  <c:v>6.0633742253521126</c:v>
                </c:pt>
                <c:pt idx="17297">
                  <c:v>6.0658485211267603</c:v>
                </c:pt>
                <c:pt idx="17298">
                  <c:v>6.0664097887323942</c:v>
                </c:pt>
                <c:pt idx="17299">
                  <c:v>6.0629192957746483</c:v>
                </c:pt>
                <c:pt idx="17300">
                  <c:v>6.0605391549295771</c:v>
                </c:pt>
                <c:pt idx="17301">
                  <c:v>6.0613335915492961</c:v>
                </c:pt>
                <c:pt idx="17302">
                  <c:v>6.0569123239436617</c:v>
                </c:pt>
                <c:pt idx="17303">
                  <c:v>6.0507973239436623</c:v>
                </c:pt>
                <c:pt idx="17304">
                  <c:v>6.0538984507042253</c:v>
                </c:pt>
                <c:pt idx="17305">
                  <c:v>6.0617107042253524</c:v>
                </c:pt>
                <c:pt idx="17306">
                  <c:v>6.0650412676056336</c:v>
                </c:pt>
                <c:pt idx="17307">
                  <c:v>6.0591109859154928</c:v>
                </c:pt>
                <c:pt idx="17308">
                  <c:v>6.0584721830985915</c:v>
                </c:pt>
                <c:pt idx="17309">
                  <c:v>6.0591109154929574</c:v>
                </c:pt>
                <c:pt idx="17310">
                  <c:v>6.0543261267605635</c:v>
                </c:pt>
                <c:pt idx="17311">
                  <c:v>6.0519477464788736</c:v>
                </c:pt>
                <c:pt idx="17312">
                  <c:v>6.0573020422535215</c:v>
                </c:pt>
                <c:pt idx="17313">
                  <c:v>6.0617935915492955</c:v>
                </c:pt>
                <c:pt idx="17314">
                  <c:v>6.0625956338028173</c:v>
                </c:pt>
                <c:pt idx="17315">
                  <c:v>6.0578920422535214</c:v>
                </c:pt>
                <c:pt idx="17316">
                  <c:v>6.0514825352112673</c:v>
                </c:pt>
                <c:pt idx="17317">
                  <c:v>6.0484749295774645</c:v>
                </c:pt>
                <c:pt idx="17318">
                  <c:v>6.0480576056338027</c:v>
                </c:pt>
                <c:pt idx="17319">
                  <c:v>6.0494204225352108</c:v>
                </c:pt>
                <c:pt idx="17320">
                  <c:v>6.0531371126760565</c:v>
                </c:pt>
                <c:pt idx="17321">
                  <c:v>6.0653307042253521</c:v>
                </c:pt>
                <c:pt idx="17322">
                  <c:v>6.0752626760563384</c:v>
                </c:pt>
                <c:pt idx="17323">
                  <c:v>6.0765338028169014</c:v>
                </c:pt>
                <c:pt idx="17324">
                  <c:v>6.0714063380281686</c:v>
                </c:pt>
                <c:pt idx="17325">
                  <c:v>6.060849014084507</c:v>
                </c:pt>
                <c:pt idx="17326">
                  <c:v>6.0555890140845072</c:v>
                </c:pt>
                <c:pt idx="17327">
                  <c:v>6.0581145774647887</c:v>
                </c:pt>
                <c:pt idx="17328">
                  <c:v>6.0607059154929575</c:v>
                </c:pt>
                <c:pt idx="17329">
                  <c:v>6.0616823239436624</c:v>
                </c:pt>
                <c:pt idx="17330">
                  <c:v>6.0578109154929578</c:v>
                </c:pt>
                <c:pt idx="17331">
                  <c:v>6.0515004929577465</c:v>
                </c:pt>
                <c:pt idx="17332">
                  <c:v>6.0404269718309855</c:v>
                </c:pt>
                <c:pt idx="17333">
                  <c:v>6.0382263380281689</c:v>
                </c:pt>
                <c:pt idx="17334">
                  <c:v>6.0475211267605635</c:v>
                </c:pt>
                <c:pt idx="17335">
                  <c:v>6.055027887323944</c:v>
                </c:pt>
                <c:pt idx="17336">
                  <c:v>6.058741267605634</c:v>
                </c:pt>
                <c:pt idx="17337">
                  <c:v>6.0567663380281687</c:v>
                </c:pt>
                <c:pt idx="17338">
                  <c:v>6.059015281690141</c:v>
                </c:pt>
                <c:pt idx="17339">
                  <c:v>6.0569358450704227</c:v>
                </c:pt>
                <c:pt idx="17340">
                  <c:v>6.0509876056338028</c:v>
                </c:pt>
                <c:pt idx="17341">
                  <c:v>6.0495444366197182</c:v>
                </c:pt>
                <c:pt idx="17342">
                  <c:v>6.0484812676056334</c:v>
                </c:pt>
                <c:pt idx="17343">
                  <c:v>6.0534468309859157</c:v>
                </c:pt>
                <c:pt idx="17344">
                  <c:v>6.0499069718309864</c:v>
                </c:pt>
                <c:pt idx="17345">
                  <c:v>6.0521573943661968</c:v>
                </c:pt>
                <c:pt idx="17346">
                  <c:v>6.0578085211267609</c:v>
                </c:pt>
                <c:pt idx="17347">
                  <c:v>6.0596789436619716</c:v>
                </c:pt>
                <c:pt idx="17348">
                  <c:v>6.058289718309859</c:v>
                </c:pt>
                <c:pt idx="17349">
                  <c:v>6.0617621830985913</c:v>
                </c:pt>
                <c:pt idx="17350">
                  <c:v>6.0599630281690144</c:v>
                </c:pt>
                <c:pt idx="17351">
                  <c:v>6.0540782394366195</c:v>
                </c:pt>
                <c:pt idx="17352">
                  <c:v>6.0551028169014085</c:v>
                </c:pt>
                <c:pt idx="17353">
                  <c:v>6.061902887323944</c:v>
                </c:pt>
                <c:pt idx="17354">
                  <c:v>6.0668567605633799</c:v>
                </c:pt>
                <c:pt idx="17355">
                  <c:v>6.0648936619718308</c:v>
                </c:pt>
                <c:pt idx="17356">
                  <c:v>6.0589252816901409</c:v>
                </c:pt>
                <c:pt idx="17357">
                  <c:v>6.0611538732394363</c:v>
                </c:pt>
                <c:pt idx="17358">
                  <c:v>6.0624540140845067</c:v>
                </c:pt>
                <c:pt idx="17359">
                  <c:v>6.0586628169014087</c:v>
                </c:pt>
                <c:pt idx="17360">
                  <c:v>6.0564242957746481</c:v>
                </c:pt>
                <c:pt idx="17361">
                  <c:v>6.0593697887323943</c:v>
                </c:pt>
                <c:pt idx="17362">
                  <c:v>6.0603271830985914</c:v>
                </c:pt>
                <c:pt idx="17363">
                  <c:v>6.0590779577464788</c:v>
                </c:pt>
                <c:pt idx="17364">
                  <c:v>6.0559259859154926</c:v>
                </c:pt>
                <c:pt idx="17365">
                  <c:v>6.0542000704225352</c:v>
                </c:pt>
                <c:pt idx="17366">
                  <c:v>6.0509687323943666</c:v>
                </c:pt>
                <c:pt idx="17367">
                  <c:v>6.0516664084507044</c:v>
                </c:pt>
                <c:pt idx="17368">
                  <c:v>6.0553048591549299</c:v>
                </c:pt>
                <c:pt idx="17369">
                  <c:v>6.056584788732394</c:v>
                </c:pt>
                <c:pt idx="17370">
                  <c:v>6.0577020422535215</c:v>
                </c:pt>
                <c:pt idx="17371">
                  <c:v>6.0559911267605635</c:v>
                </c:pt>
                <c:pt idx="17372">
                  <c:v>6.0480957042253518</c:v>
                </c:pt>
                <c:pt idx="17373">
                  <c:v>6.0410469014084507</c:v>
                </c:pt>
                <c:pt idx="17374">
                  <c:v>6.0399323239436615</c:v>
                </c:pt>
                <c:pt idx="17375">
                  <c:v>6.0402626056338029</c:v>
                </c:pt>
                <c:pt idx="17376">
                  <c:v>6.0430959859154934</c:v>
                </c:pt>
                <c:pt idx="17377">
                  <c:v>6.0465121126760559</c:v>
                </c:pt>
                <c:pt idx="17378">
                  <c:v>6.0498952816901408</c:v>
                </c:pt>
                <c:pt idx="17379">
                  <c:v>6.0511667605633805</c:v>
                </c:pt>
                <c:pt idx="17380">
                  <c:v>6.0534030985915495</c:v>
                </c:pt>
                <c:pt idx="17381">
                  <c:v>6.0572095070422538</c:v>
                </c:pt>
                <c:pt idx="17382">
                  <c:v>6.0586783802816901</c:v>
                </c:pt>
                <c:pt idx="17383">
                  <c:v>6.0505606338028173</c:v>
                </c:pt>
                <c:pt idx="17384">
                  <c:v>6.0437488732394362</c:v>
                </c:pt>
                <c:pt idx="17385">
                  <c:v>6.0450554225352109</c:v>
                </c:pt>
                <c:pt idx="17386">
                  <c:v>6.051892746478873</c:v>
                </c:pt>
                <c:pt idx="17387">
                  <c:v>6.0577901408450705</c:v>
                </c:pt>
                <c:pt idx="17388">
                  <c:v>6.0629369014084507</c:v>
                </c:pt>
                <c:pt idx="17389">
                  <c:v>6.0611010563380283</c:v>
                </c:pt>
                <c:pt idx="17390">
                  <c:v>6.063048028169014</c:v>
                </c:pt>
                <c:pt idx="17391">
                  <c:v>6.0601890845070425</c:v>
                </c:pt>
                <c:pt idx="17392">
                  <c:v>6.0535003521126765</c:v>
                </c:pt>
                <c:pt idx="17393">
                  <c:v>6.0483399999999996</c:v>
                </c:pt>
                <c:pt idx="17394">
                  <c:v>6.048461971830986</c:v>
                </c:pt>
                <c:pt idx="17395">
                  <c:v>6.0503588028169011</c:v>
                </c:pt>
                <c:pt idx="17396">
                  <c:v>6.0512991549295778</c:v>
                </c:pt>
                <c:pt idx="17397">
                  <c:v>6.0525709859154926</c:v>
                </c:pt>
                <c:pt idx="17398">
                  <c:v>6.0516089436619716</c:v>
                </c:pt>
                <c:pt idx="17399">
                  <c:v>6.0580914788732398</c:v>
                </c:pt>
                <c:pt idx="17400">
                  <c:v>6.0604795774647888</c:v>
                </c:pt>
                <c:pt idx="17401">
                  <c:v>6.0625135915492958</c:v>
                </c:pt>
                <c:pt idx="17402">
                  <c:v>6.0593009859154927</c:v>
                </c:pt>
                <c:pt idx="17403">
                  <c:v>6.0532365492957743</c:v>
                </c:pt>
                <c:pt idx="17404">
                  <c:v>6.05419985915493</c:v>
                </c:pt>
                <c:pt idx="17405">
                  <c:v>6.0535721830985914</c:v>
                </c:pt>
                <c:pt idx="17406">
                  <c:v>6.048546901408451</c:v>
                </c:pt>
                <c:pt idx="17407">
                  <c:v>6.0493763380281687</c:v>
                </c:pt>
                <c:pt idx="17408">
                  <c:v>6.049352535211268</c:v>
                </c:pt>
                <c:pt idx="17409">
                  <c:v>6.0557852112676054</c:v>
                </c:pt>
                <c:pt idx="17410">
                  <c:v>6.058740704225352</c:v>
                </c:pt>
                <c:pt idx="17411">
                  <c:v>6.0601488028169017</c:v>
                </c:pt>
                <c:pt idx="17412">
                  <c:v>6.0606091549295771</c:v>
                </c:pt>
                <c:pt idx="17413">
                  <c:v>6.0576651408450708</c:v>
                </c:pt>
                <c:pt idx="17414">
                  <c:v>6.057471971830986</c:v>
                </c:pt>
                <c:pt idx="17415">
                  <c:v>6.0602838732394364</c:v>
                </c:pt>
                <c:pt idx="17416">
                  <c:v>6.0593164788732397</c:v>
                </c:pt>
                <c:pt idx="17417">
                  <c:v>6.0579121830985914</c:v>
                </c:pt>
                <c:pt idx="17418">
                  <c:v>6.0590280281690143</c:v>
                </c:pt>
                <c:pt idx="17419">
                  <c:v>6.0623399295774645</c:v>
                </c:pt>
                <c:pt idx="17420">
                  <c:v>6.0611805633802813</c:v>
                </c:pt>
                <c:pt idx="17421">
                  <c:v>6.0651771126760563</c:v>
                </c:pt>
                <c:pt idx="17422">
                  <c:v>6.0713190140845068</c:v>
                </c:pt>
                <c:pt idx="17423">
                  <c:v>6.0726239436619718</c:v>
                </c:pt>
                <c:pt idx="17424">
                  <c:v>6.0667038028169014</c:v>
                </c:pt>
                <c:pt idx="17425">
                  <c:v>6.0627433802816899</c:v>
                </c:pt>
                <c:pt idx="17426">
                  <c:v>6.0615403521126758</c:v>
                </c:pt>
                <c:pt idx="17427">
                  <c:v>6.0620738028169017</c:v>
                </c:pt>
                <c:pt idx="17428">
                  <c:v>6.0605924647887326</c:v>
                </c:pt>
                <c:pt idx="17429">
                  <c:v>6.0597318309859158</c:v>
                </c:pt>
                <c:pt idx="17430">
                  <c:v>6.0623814788732391</c:v>
                </c:pt>
                <c:pt idx="17431">
                  <c:v>6.068342042253521</c:v>
                </c:pt>
                <c:pt idx="17432">
                  <c:v>6.068510774647887</c:v>
                </c:pt>
                <c:pt idx="17433">
                  <c:v>6.0677271830985919</c:v>
                </c:pt>
                <c:pt idx="17434">
                  <c:v>6.0676619718309857</c:v>
                </c:pt>
                <c:pt idx="17435">
                  <c:v>6.0655995774647886</c:v>
                </c:pt>
                <c:pt idx="17436">
                  <c:v>6.0636027464788729</c:v>
                </c:pt>
                <c:pt idx="17437">
                  <c:v>6.0601924647887326</c:v>
                </c:pt>
                <c:pt idx="17438">
                  <c:v>6.059559577464789</c:v>
                </c:pt>
                <c:pt idx="17439">
                  <c:v>6.0661192253521126</c:v>
                </c:pt>
                <c:pt idx="17440">
                  <c:v>6.0620583802816901</c:v>
                </c:pt>
                <c:pt idx="17441">
                  <c:v>6.0506263380281693</c:v>
                </c:pt>
                <c:pt idx="17442">
                  <c:v>6.0510147887323944</c:v>
                </c:pt>
                <c:pt idx="17443">
                  <c:v>6.0556100704225351</c:v>
                </c:pt>
                <c:pt idx="17444">
                  <c:v>6.0566079577464791</c:v>
                </c:pt>
                <c:pt idx="17445">
                  <c:v>6.054150211267606</c:v>
                </c:pt>
                <c:pt idx="17446">
                  <c:v>6.0577681690140848</c:v>
                </c:pt>
                <c:pt idx="17447">
                  <c:v>6.0541979577464788</c:v>
                </c:pt>
                <c:pt idx="17448">
                  <c:v>6.0516327464788731</c:v>
                </c:pt>
                <c:pt idx="17449">
                  <c:v>6.0561895774647887</c:v>
                </c:pt>
                <c:pt idx="17450">
                  <c:v>6.0584785211267604</c:v>
                </c:pt>
                <c:pt idx="17451">
                  <c:v>6.0581523943661972</c:v>
                </c:pt>
                <c:pt idx="17452">
                  <c:v>6.0603513380281688</c:v>
                </c:pt>
                <c:pt idx="17453">
                  <c:v>6.0623714084507041</c:v>
                </c:pt>
                <c:pt idx="17454">
                  <c:v>6.0599743661971832</c:v>
                </c:pt>
                <c:pt idx="17455">
                  <c:v>6.0609773943661969</c:v>
                </c:pt>
                <c:pt idx="17456">
                  <c:v>6.0608635211267607</c:v>
                </c:pt>
                <c:pt idx="17457">
                  <c:v>6.0530564788732395</c:v>
                </c:pt>
                <c:pt idx="17458">
                  <c:v>6.0452974647887325</c:v>
                </c:pt>
                <c:pt idx="17459">
                  <c:v>6.0401366901408453</c:v>
                </c:pt>
                <c:pt idx="17460">
                  <c:v>6.0349478873239439</c:v>
                </c:pt>
                <c:pt idx="17461">
                  <c:v>6.0362688028169016</c:v>
                </c:pt>
                <c:pt idx="17462">
                  <c:v>6.0401636619718309</c:v>
                </c:pt>
                <c:pt idx="17463">
                  <c:v>6.0361231690140844</c:v>
                </c:pt>
                <c:pt idx="17464">
                  <c:v>6.0343202816901407</c:v>
                </c:pt>
                <c:pt idx="17465">
                  <c:v>6.0449243661971828</c:v>
                </c:pt>
                <c:pt idx="17466">
                  <c:v>6.0602900000000002</c:v>
                </c:pt>
                <c:pt idx="17467">
                  <c:v>6.0660445070422533</c:v>
                </c:pt>
                <c:pt idx="17468">
                  <c:v>6.0654229577464784</c:v>
                </c:pt>
                <c:pt idx="17469">
                  <c:v>6.0613149999999996</c:v>
                </c:pt>
                <c:pt idx="17470">
                  <c:v>6.0572095070422538</c:v>
                </c:pt>
                <c:pt idx="17471">
                  <c:v>6.0586839436619719</c:v>
                </c:pt>
                <c:pt idx="17472">
                  <c:v>6.0674604225352109</c:v>
                </c:pt>
                <c:pt idx="17473">
                  <c:v>6.071497887323944</c:v>
                </c:pt>
                <c:pt idx="17474">
                  <c:v>6.0706394366197181</c:v>
                </c:pt>
                <c:pt idx="17475">
                  <c:v>6.0648125352112672</c:v>
                </c:pt>
                <c:pt idx="17476">
                  <c:v>6.0622526056338026</c:v>
                </c:pt>
                <c:pt idx="17477">
                  <c:v>6.0619029577464785</c:v>
                </c:pt>
                <c:pt idx="17478">
                  <c:v>6.0515462676056337</c:v>
                </c:pt>
                <c:pt idx="17479">
                  <c:v>6.0459197887323946</c:v>
                </c:pt>
                <c:pt idx="17480">
                  <c:v>6.0533271830985917</c:v>
                </c:pt>
                <c:pt idx="17481">
                  <c:v>6.0635553521126759</c:v>
                </c:pt>
                <c:pt idx="17482">
                  <c:v>6.0676147887323948</c:v>
                </c:pt>
                <c:pt idx="17483">
                  <c:v>6.0718521126760567</c:v>
                </c:pt>
                <c:pt idx="17484">
                  <c:v>6.0733204225352111</c:v>
                </c:pt>
                <c:pt idx="17485">
                  <c:v>6.0732859154929582</c:v>
                </c:pt>
                <c:pt idx="17486">
                  <c:v>6.071349295774648</c:v>
                </c:pt>
                <c:pt idx="17487">
                  <c:v>6.0651364084507042</c:v>
                </c:pt>
                <c:pt idx="17488">
                  <c:v>6.0553518309859156</c:v>
                </c:pt>
                <c:pt idx="17489">
                  <c:v>6.0513983802816904</c:v>
                </c:pt>
                <c:pt idx="17490">
                  <c:v>6.0543871830985916</c:v>
                </c:pt>
                <c:pt idx="17491">
                  <c:v>6.0569809859154926</c:v>
                </c:pt>
                <c:pt idx="17492">
                  <c:v>6.0554702816901411</c:v>
                </c:pt>
                <c:pt idx="17493">
                  <c:v>6.0546497887323945</c:v>
                </c:pt>
                <c:pt idx="17494">
                  <c:v>6.0569374647887324</c:v>
                </c:pt>
                <c:pt idx="17495">
                  <c:v>6.0660161267605632</c:v>
                </c:pt>
                <c:pt idx="17496">
                  <c:v>6.0704219014084506</c:v>
                </c:pt>
                <c:pt idx="17497">
                  <c:v>6.0691927464788735</c:v>
                </c:pt>
                <c:pt idx="17498">
                  <c:v>6.0648581690140846</c:v>
                </c:pt>
                <c:pt idx="17499">
                  <c:v>6.0575252112676052</c:v>
                </c:pt>
                <c:pt idx="17500">
                  <c:v>6.0516004225352109</c:v>
                </c:pt>
                <c:pt idx="17501">
                  <c:v>6.0468874647887327</c:v>
                </c:pt>
                <c:pt idx="17502">
                  <c:v>6.0446871126760566</c:v>
                </c:pt>
                <c:pt idx="17503">
                  <c:v>6.0527514084507041</c:v>
                </c:pt>
                <c:pt idx="17504">
                  <c:v>6.0603225352112675</c:v>
                </c:pt>
                <c:pt idx="17505">
                  <c:v>6.0593509859154926</c:v>
                </c:pt>
                <c:pt idx="17506">
                  <c:v>6.0572699295774646</c:v>
                </c:pt>
                <c:pt idx="17507">
                  <c:v>6.0612304929577467</c:v>
                </c:pt>
                <c:pt idx="17508">
                  <c:v>6.0641823239436619</c:v>
                </c:pt>
                <c:pt idx="17509">
                  <c:v>6.0616745774647889</c:v>
                </c:pt>
                <c:pt idx="17510">
                  <c:v>6.0598060563380285</c:v>
                </c:pt>
                <c:pt idx="17511">
                  <c:v>6.0531434507042254</c:v>
                </c:pt>
                <c:pt idx="17512">
                  <c:v>6.0431880281690145</c:v>
                </c:pt>
                <c:pt idx="17513">
                  <c:v>6.0441407042253523</c:v>
                </c:pt>
                <c:pt idx="17514">
                  <c:v>6.0488115492957748</c:v>
                </c:pt>
                <c:pt idx="17515">
                  <c:v>6.0572589436619717</c:v>
                </c:pt>
                <c:pt idx="17516">
                  <c:v>6.0659261971830984</c:v>
                </c:pt>
                <c:pt idx="17517">
                  <c:v>6.0675240845070419</c:v>
                </c:pt>
                <c:pt idx="17518">
                  <c:v>6.0657092957746475</c:v>
                </c:pt>
                <c:pt idx="17519">
                  <c:v>6.0637642957746483</c:v>
                </c:pt>
                <c:pt idx="17520">
                  <c:v>6.0626949295774644</c:v>
                </c:pt>
                <c:pt idx="17521">
                  <c:v>6.0570907042253523</c:v>
                </c:pt>
                <c:pt idx="17522">
                  <c:v>6.0563997183098595</c:v>
                </c:pt>
                <c:pt idx="17523">
                  <c:v>6.0622477464788735</c:v>
                </c:pt>
                <c:pt idx="17524">
                  <c:v>6.0639254929577469</c:v>
                </c:pt>
                <c:pt idx="17525">
                  <c:v>6.0597616901408449</c:v>
                </c:pt>
                <c:pt idx="17526">
                  <c:v>6.052046197183099</c:v>
                </c:pt>
                <c:pt idx="17527">
                  <c:v>6.0469640140845069</c:v>
                </c:pt>
                <c:pt idx="17528">
                  <c:v>6.0525029577464791</c:v>
                </c:pt>
                <c:pt idx="17529">
                  <c:v>6.0572249999999999</c:v>
                </c:pt>
                <c:pt idx="17530">
                  <c:v>6.0606348591549297</c:v>
                </c:pt>
                <c:pt idx="17531">
                  <c:v>6.0687776056338025</c:v>
                </c:pt>
                <c:pt idx="17532">
                  <c:v>6.076352112676056</c:v>
                </c:pt>
                <c:pt idx="17533">
                  <c:v>6.0777992957746481</c:v>
                </c:pt>
                <c:pt idx="17534">
                  <c:v>6.0834014084507047</c:v>
                </c:pt>
                <c:pt idx="17535">
                  <c:v>6.0758957746478872</c:v>
                </c:pt>
                <c:pt idx="17536">
                  <c:v>6.0595887323943662</c:v>
                </c:pt>
                <c:pt idx="17537">
                  <c:v>6.0490104929577466</c:v>
                </c:pt>
                <c:pt idx="17538">
                  <c:v>6.0472154225352117</c:v>
                </c:pt>
                <c:pt idx="17539">
                  <c:v>6.0476780985915495</c:v>
                </c:pt>
                <c:pt idx="17540">
                  <c:v>6.0472605633802816</c:v>
                </c:pt>
                <c:pt idx="17541">
                  <c:v>6.048938521126761</c:v>
                </c:pt>
                <c:pt idx="17542">
                  <c:v>6.0520794366197181</c:v>
                </c:pt>
                <c:pt idx="17543">
                  <c:v>6.0531481690140847</c:v>
                </c:pt>
                <c:pt idx="17544">
                  <c:v>6.0515061267605637</c:v>
                </c:pt>
                <c:pt idx="17545">
                  <c:v>6.0491616197183102</c:v>
                </c:pt>
                <c:pt idx="17546">
                  <c:v>6.0439755633802816</c:v>
                </c:pt>
                <c:pt idx="17547">
                  <c:v>6.0414446478873236</c:v>
                </c:pt>
                <c:pt idx="17548">
                  <c:v>6.0454801408450702</c:v>
                </c:pt>
                <c:pt idx="17549">
                  <c:v>6.0532436619718313</c:v>
                </c:pt>
                <c:pt idx="17550">
                  <c:v>6.0578148591549299</c:v>
                </c:pt>
                <c:pt idx="17551">
                  <c:v>6.0558883802816901</c:v>
                </c:pt>
                <c:pt idx="17552">
                  <c:v>6.0535998591549296</c:v>
                </c:pt>
                <c:pt idx="17553">
                  <c:v>6.0602377464788733</c:v>
                </c:pt>
                <c:pt idx="17554">
                  <c:v>6.058914295774648</c:v>
                </c:pt>
                <c:pt idx="17555">
                  <c:v>6.0588866901408451</c:v>
                </c:pt>
                <c:pt idx="17556">
                  <c:v>6.060511901408451</c:v>
                </c:pt>
                <c:pt idx="17557">
                  <c:v>6.0596089436619716</c:v>
                </c:pt>
                <c:pt idx="17558">
                  <c:v>6.0572190845070422</c:v>
                </c:pt>
                <c:pt idx="17559">
                  <c:v>6.0556064084507044</c:v>
                </c:pt>
                <c:pt idx="17560">
                  <c:v>6.0534153521126761</c:v>
                </c:pt>
                <c:pt idx="17561">
                  <c:v>6.0528561267605632</c:v>
                </c:pt>
                <c:pt idx="17562">
                  <c:v>6.05676323943662</c:v>
                </c:pt>
                <c:pt idx="17563">
                  <c:v>6.0551044366197182</c:v>
                </c:pt>
                <c:pt idx="17564">
                  <c:v>6.0477229577464788</c:v>
                </c:pt>
                <c:pt idx="17565">
                  <c:v>6.0413798591549295</c:v>
                </c:pt>
                <c:pt idx="17566">
                  <c:v>6.0417902112676058</c:v>
                </c:pt>
                <c:pt idx="17567">
                  <c:v>6.0431518309859156</c:v>
                </c:pt>
                <c:pt idx="17568">
                  <c:v>6.0444266901408454</c:v>
                </c:pt>
                <c:pt idx="17569">
                  <c:v>6.0453154225352117</c:v>
                </c:pt>
                <c:pt idx="17570">
                  <c:v>6.0500437323943661</c:v>
                </c:pt>
                <c:pt idx="17571">
                  <c:v>6.0540407042253523</c:v>
                </c:pt>
                <c:pt idx="17572">
                  <c:v>6.0530400000000002</c:v>
                </c:pt>
                <c:pt idx="17573">
                  <c:v>6.052564718309859</c:v>
                </c:pt>
                <c:pt idx="17574">
                  <c:v>6.0504433098591548</c:v>
                </c:pt>
                <c:pt idx="17575">
                  <c:v>6.0547899999999997</c:v>
                </c:pt>
                <c:pt idx="17576">
                  <c:v>6.0581309154929581</c:v>
                </c:pt>
                <c:pt idx="17577">
                  <c:v>6.0589413380281689</c:v>
                </c:pt>
                <c:pt idx="17578">
                  <c:v>6.0575461971830986</c:v>
                </c:pt>
                <c:pt idx="17579">
                  <c:v>6.0609157746478877</c:v>
                </c:pt>
                <c:pt idx="17580">
                  <c:v>6.0588242253521125</c:v>
                </c:pt>
                <c:pt idx="17581">
                  <c:v>6.0505384507042255</c:v>
                </c:pt>
                <c:pt idx="17582">
                  <c:v>6.0426151408450703</c:v>
                </c:pt>
                <c:pt idx="17583">
                  <c:v>6.0437261267605633</c:v>
                </c:pt>
                <c:pt idx="17584">
                  <c:v>6.0547701408450703</c:v>
                </c:pt>
                <c:pt idx="17585">
                  <c:v>6.0622807042253521</c:v>
                </c:pt>
                <c:pt idx="17586">
                  <c:v>6.0691880985915496</c:v>
                </c:pt>
                <c:pt idx="17587">
                  <c:v>6.0714161971830984</c:v>
                </c:pt>
                <c:pt idx="17588">
                  <c:v>6.0689735211267601</c:v>
                </c:pt>
                <c:pt idx="17589">
                  <c:v>6.0634528873239439</c:v>
                </c:pt>
                <c:pt idx="17590">
                  <c:v>6.0574583802816901</c:v>
                </c:pt>
                <c:pt idx="17591">
                  <c:v>6.0566912676056335</c:v>
                </c:pt>
                <c:pt idx="17592">
                  <c:v>6.0575095774647885</c:v>
                </c:pt>
                <c:pt idx="17593">
                  <c:v>6.054269295774648</c:v>
                </c:pt>
                <c:pt idx="17594">
                  <c:v>6.0572682394366195</c:v>
                </c:pt>
                <c:pt idx="17595">
                  <c:v>6.0539376760563384</c:v>
                </c:pt>
                <c:pt idx="17596">
                  <c:v>6.0552459154929581</c:v>
                </c:pt>
                <c:pt idx="17597">
                  <c:v>6.0564372535211266</c:v>
                </c:pt>
                <c:pt idx="17598">
                  <c:v>6.0594980985915496</c:v>
                </c:pt>
                <c:pt idx="17599">
                  <c:v>6.06454</c:v>
                </c:pt>
                <c:pt idx="17600">
                  <c:v>6.0625714788732399</c:v>
                </c:pt>
                <c:pt idx="17601">
                  <c:v>6.0557485211267608</c:v>
                </c:pt>
                <c:pt idx="17602">
                  <c:v>6.0572404929577468</c:v>
                </c:pt>
                <c:pt idx="17603">
                  <c:v>6.0574110563380286</c:v>
                </c:pt>
                <c:pt idx="17604">
                  <c:v>6.0579562676056335</c:v>
                </c:pt>
                <c:pt idx="17605">
                  <c:v>6.0641809154929573</c:v>
                </c:pt>
                <c:pt idx="17606">
                  <c:v>6.0662232394366198</c:v>
                </c:pt>
                <c:pt idx="17607">
                  <c:v>6.0654515492957746</c:v>
                </c:pt>
                <c:pt idx="17608">
                  <c:v>6.0635477464788732</c:v>
                </c:pt>
                <c:pt idx="17609">
                  <c:v>6.0647341549295772</c:v>
                </c:pt>
                <c:pt idx="17610">
                  <c:v>6.067007253521127</c:v>
                </c:pt>
                <c:pt idx="17611">
                  <c:v>6.0670049295774646</c:v>
                </c:pt>
                <c:pt idx="17612">
                  <c:v>6.0654827464788736</c:v>
                </c:pt>
                <c:pt idx="17613">
                  <c:v>6.0721190140845067</c:v>
                </c:pt>
                <c:pt idx="17614">
                  <c:v>6.0712591549295771</c:v>
                </c:pt>
                <c:pt idx="17615">
                  <c:v>6.0652290845070427</c:v>
                </c:pt>
                <c:pt idx="17616">
                  <c:v>6.0682035915492953</c:v>
                </c:pt>
                <c:pt idx="17617">
                  <c:v>6.0741112676056339</c:v>
                </c:pt>
                <c:pt idx="17618">
                  <c:v>6.0811521126760564</c:v>
                </c:pt>
                <c:pt idx="17619">
                  <c:v>6.0906725352112678</c:v>
                </c:pt>
                <c:pt idx="17620">
                  <c:v>6.090569718309859</c:v>
                </c:pt>
                <c:pt idx="17621">
                  <c:v>6.0868802816901413</c:v>
                </c:pt>
                <c:pt idx="17622">
                  <c:v>6.0784922535211265</c:v>
                </c:pt>
                <c:pt idx="17623">
                  <c:v>6.0703298591549295</c:v>
                </c:pt>
                <c:pt idx="17624">
                  <c:v>6.0643898591549297</c:v>
                </c:pt>
                <c:pt idx="17625">
                  <c:v>6.0579768309859157</c:v>
                </c:pt>
                <c:pt idx="17626">
                  <c:v>6.0522219718309858</c:v>
                </c:pt>
                <c:pt idx="17627">
                  <c:v>6.0477703521126758</c:v>
                </c:pt>
                <c:pt idx="17628">
                  <c:v>6.0518366197183102</c:v>
                </c:pt>
                <c:pt idx="17629">
                  <c:v>6.0562269014084507</c:v>
                </c:pt>
                <c:pt idx="17630">
                  <c:v>6.0536280985915489</c:v>
                </c:pt>
                <c:pt idx="17631">
                  <c:v>6.0552110563380284</c:v>
                </c:pt>
                <c:pt idx="17632">
                  <c:v>6.0620579577464788</c:v>
                </c:pt>
                <c:pt idx="17633">
                  <c:v>6.0632073943661968</c:v>
                </c:pt>
                <c:pt idx="17634">
                  <c:v>6.0595172535211264</c:v>
                </c:pt>
                <c:pt idx="17635">
                  <c:v>6.0591761267605637</c:v>
                </c:pt>
                <c:pt idx="17636">
                  <c:v>6.0620545070422533</c:v>
                </c:pt>
                <c:pt idx="17637">
                  <c:v>6.0646902816901411</c:v>
                </c:pt>
                <c:pt idx="17638">
                  <c:v>6.0665155633802819</c:v>
                </c:pt>
                <c:pt idx="17639">
                  <c:v>6.0625618309859153</c:v>
                </c:pt>
                <c:pt idx="17640">
                  <c:v>6.0599556338028169</c:v>
                </c:pt>
                <c:pt idx="17641">
                  <c:v>6.0587176760563377</c:v>
                </c:pt>
                <c:pt idx="17642">
                  <c:v>6.0588345774647889</c:v>
                </c:pt>
                <c:pt idx="17643">
                  <c:v>6.0553264084507044</c:v>
                </c:pt>
                <c:pt idx="17644">
                  <c:v>6.0481342957746476</c:v>
                </c:pt>
                <c:pt idx="17645">
                  <c:v>6.0471065492957745</c:v>
                </c:pt>
                <c:pt idx="17646">
                  <c:v>6.0467314084507038</c:v>
                </c:pt>
                <c:pt idx="17647">
                  <c:v>6.0445805633802818</c:v>
                </c:pt>
                <c:pt idx="17648">
                  <c:v>6.0504780985915492</c:v>
                </c:pt>
                <c:pt idx="17649">
                  <c:v>6.0586424647887327</c:v>
                </c:pt>
                <c:pt idx="17650">
                  <c:v>6.0630612676056339</c:v>
                </c:pt>
                <c:pt idx="17651">
                  <c:v>6.0610602816901409</c:v>
                </c:pt>
                <c:pt idx="17652">
                  <c:v>6.0587359154929574</c:v>
                </c:pt>
                <c:pt idx="17653">
                  <c:v>6.0558369014084503</c:v>
                </c:pt>
                <c:pt idx="17654">
                  <c:v>6.0566855633802819</c:v>
                </c:pt>
                <c:pt idx="17655">
                  <c:v>6.0630719718309862</c:v>
                </c:pt>
                <c:pt idx="17656">
                  <c:v>6.0642672535211268</c:v>
                </c:pt>
                <c:pt idx="17657">
                  <c:v>6.061078591549296</c:v>
                </c:pt>
                <c:pt idx="17658">
                  <c:v>6.0570843661971834</c:v>
                </c:pt>
                <c:pt idx="17659">
                  <c:v>6.0465916197183098</c:v>
                </c:pt>
                <c:pt idx="17660">
                  <c:v>6.0436479577464786</c:v>
                </c:pt>
                <c:pt idx="17661">
                  <c:v>6.0418560563380286</c:v>
                </c:pt>
                <c:pt idx="17662">
                  <c:v>6.0463030281690138</c:v>
                </c:pt>
                <c:pt idx="17663">
                  <c:v>6.0507093661971831</c:v>
                </c:pt>
                <c:pt idx="17664">
                  <c:v>6.0535512676056342</c:v>
                </c:pt>
                <c:pt idx="17665">
                  <c:v>6.0619292957746476</c:v>
                </c:pt>
                <c:pt idx="17666">
                  <c:v>6.0707394366197187</c:v>
                </c:pt>
                <c:pt idx="17667">
                  <c:v>6.0713690140845067</c:v>
                </c:pt>
                <c:pt idx="17668">
                  <c:v>6.0675021830985916</c:v>
                </c:pt>
                <c:pt idx="17669">
                  <c:v>6.0696640140845073</c:v>
                </c:pt>
                <c:pt idx="17670">
                  <c:v>6.0686984507042254</c:v>
                </c:pt>
                <c:pt idx="17671">
                  <c:v>6.0626866197183098</c:v>
                </c:pt>
                <c:pt idx="17672">
                  <c:v>6.054841971830986</c:v>
                </c:pt>
                <c:pt idx="17673">
                  <c:v>6.0452090845070421</c:v>
                </c:pt>
                <c:pt idx="17674">
                  <c:v>6.0470438028169013</c:v>
                </c:pt>
                <c:pt idx="17675">
                  <c:v>6.0545469014084503</c:v>
                </c:pt>
                <c:pt idx="17676">
                  <c:v>6.0589739436619716</c:v>
                </c:pt>
                <c:pt idx="17677">
                  <c:v>6.0577878873239435</c:v>
                </c:pt>
                <c:pt idx="17678">
                  <c:v>6.0532316901408452</c:v>
                </c:pt>
                <c:pt idx="17679">
                  <c:v>6.0473917605633805</c:v>
                </c:pt>
                <c:pt idx="17680">
                  <c:v>6.0453928169014084</c:v>
                </c:pt>
                <c:pt idx="17681">
                  <c:v>6.0453306338028172</c:v>
                </c:pt>
                <c:pt idx="17682">
                  <c:v>6.0420123943661972</c:v>
                </c:pt>
                <c:pt idx="17683">
                  <c:v>6.042351338028169</c:v>
                </c:pt>
                <c:pt idx="17684">
                  <c:v>6.0461448591549294</c:v>
                </c:pt>
                <c:pt idx="17685">
                  <c:v>6.0464233802816905</c:v>
                </c:pt>
                <c:pt idx="17686">
                  <c:v>6.0398488028169011</c:v>
                </c:pt>
                <c:pt idx="17687">
                  <c:v>6.0400033098591548</c:v>
                </c:pt>
                <c:pt idx="17688">
                  <c:v>6.0444371126760563</c:v>
                </c:pt>
                <c:pt idx="17689">
                  <c:v>6.050590633802817</c:v>
                </c:pt>
                <c:pt idx="17690">
                  <c:v>6.0550491549295771</c:v>
                </c:pt>
                <c:pt idx="17691">
                  <c:v>6.0543438028169012</c:v>
                </c:pt>
                <c:pt idx="17692">
                  <c:v>6.0517770422535211</c:v>
                </c:pt>
                <c:pt idx="17693">
                  <c:v>6.0471978873239438</c:v>
                </c:pt>
                <c:pt idx="17694">
                  <c:v>6.0497500000000004</c:v>
                </c:pt>
                <c:pt idx="17695">
                  <c:v>6.051387464788732</c:v>
                </c:pt>
                <c:pt idx="17696">
                  <c:v>6.0495097183098592</c:v>
                </c:pt>
                <c:pt idx="17697">
                  <c:v>6.0496378169014084</c:v>
                </c:pt>
                <c:pt idx="17698">
                  <c:v>6.0428005633802817</c:v>
                </c:pt>
                <c:pt idx="17699">
                  <c:v>6.0428745774647883</c:v>
                </c:pt>
                <c:pt idx="17700">
                  <c:v>6.0549083802816899</c:v>
                </c:pt>
                <c:pt idx="17701">
                  <c:v>6.0624680985915491</c:v>
                </c:pt>
                <c:pt idx="17702">
                  <c:v>6.0707894366197186</c:v>
                </c:pt>
                <c:pt idx="17703">
                  <c:v>6.0686980985915495</c:v>
                </c:pt>
                <c:pt idx="17704">
                  <c:v>6.0666323943661968</c:v>
                </c:pt>
                <c:pt idx="17705">
                  <c:v>6.0684811267605632</c:v>
                </c:pt>
                <c:pt idx="17706">
                  <c:v>6.0663285915492962</c:v>
                </c:pt>
                <c:pt idx="17707">
                  <c:v>6.058528661971831</c:v>
                </c:pt>
                <c:pt idx="17708">
                  <c:v>6.0605904225352116</c:v>
                </c:pt>
                <c:pt idx="17709">
                  <c:v>6.0680838732394369</c:v>
                </c:pt>
                <c:pt idx="17710">
                  <c:v>6.0719190140845072</c:v>
                </c:pt>
                <c:pt idx="17711">
                  <c:v>6.070617605633803</c:v>
                </c:pt>
                <c:pt idx="17712">
                  <c:v>6.073004225352113</c:v>
                </c:pt>
                <c:pt idx="17713">
                  <c:v>6.0711161971830983</c:v>
                </c:pt>
                <c:pt idx="17714">
                  <c:v>6.0664971830985914</c:v>
                </c:pt>
                <c:pt idx="17715">
                  <c:v>6.0623995070422536</c:v>
                </c:pt>
                <c:pt idx="17716">
                  <c:v>6.0586485211267602</c:v>
                </c:pt>
                <c:pt idx="17717">
                  <c:v>6.0569585915492956</c:v>
                </c:pt>
                <c:pt idx="17718">
                  <c:v>6.0523916197183096</c:v>
                </c:pt>
                <c:pt idx="17719">
                  <c:v>6.047960422535211</c:v>
                </c:pt>
                <c:pt idx="17720">
                  <c:v>6.0517188732394365</c:v>
                </c:pt>
                <c:pt idx="17721">
                  <c:v>6.0565245070422531</c:v>
                </c:pt>
                <c:pt idx="17722">
                  <c:v>6.0561241549295772</c:v>
                </c:pt>
                <c:pt idx="17723">
                  <c:v>6.0595221830985917</c:v>
                </c:pt>
                <c:pt idx="17724">
                  <c:v>6.0600243661971831</c:v>
                </c:pt>
                <c:pt idx="17725">
                  <c:v>6.0608976760563378</c:v>
                </c:pt>
                <c:pt idx="17726">
                  <c:v>6.0662980985915489</c:v>
                </c:pt>
                <c:pt idx="17727">
                  <c:v>6.0727387323943658</c:v>
                </c:pt>
                <c:pt idx="17728">
                  <c:v>6.0792084507042254</c:v>
                </c:pt>
                <c:pt idx="17729">
                  <c:v>6.0751781690140847</c:v>
                </c:pt>
                <c:pt idx="17730">
                  <c:v>6.0711647887323945</c:v>
                </c:pt>
                <c:pt idx="17731">
                  <c:v>6.0666501408450708</c:v>
                </c:pt>
                <c:pt idx="17732">
                  <c:v>6.0586345774647885</c:v>
                </c:pt>
                <c:pt idx="17733">
                  <c:v>6.0569711267605637</c:v>
                </c:pt>
                <c:pt idx="17734">
                  <c:v>6.0628308450704225</c:v>
                </c:pt>
                <c:pt idx="17735">
                  <c:v>6.0672971830985913</c:v>
                </c:pt>
                <c:pt idx="17736">
                  <c:v>6.0658213380281687</c:v>
                </c:pt>
                <c:pt idx="17737">
                  <c:v>6.0596121830985918</c:v>
                </c:pt>
                <c:pt idx="17738">
                  <c:v>6.0636874647887327</c:v>
                </c:pt>
                <c:pt idx="17739">
                  <c:v>6.0703150704225353</c:v>
                </c:pt>
                <c:pt idx="17740">
                  <c:v>6.0705753521126757</c:v>
                </c:pt>
                <c:pt idx="17741">
                  <c:v>6.0660597887323942</c:v>
                </c:pt>
                <c:pt idx="17742">
                  <c:v>6.0684384507042255</c:v>
                </c:pt>
                <c:pt idx="17743">
                  <c:v>6.0697999999999999</c:v>
                </c:pt>
                <c:pt idx="17744">
                  <c:v>6.0704633802816899</c:v>
                </c:pt>
                <c:pt idx="17745">
                  <c:v>6.0702357042253521</c:v>
                </c:pt>
                <c:pt idx="17746">
                  <c:v>6.0633844366197183</c:v>
                </c:pt>
                <c:pt idx="17747">
                  <c:v>6.0582288732394369</c:v>
                </c:pt>
                <c:pt idx="17748">
                  <c:v>6.0528509154929582</c:v>
                </c:pt>
                <c:pt idx="17749">
                  <c:v>6.0542064084507041</c:v>
                </c:pt>
                <c:pt idx="17750">
                  <c:v>6.0626200704225353</c:v>
                </c:pt>
                <c:pt idx="17751">
                  <c:v>6.0600965492957748</c:v>
                </c:pt>
                <c:pt idx="17752">
                  <c:v>6.0543940140845072</c:v>
                </c:pt>
                <c:pt idx="17753">
                  <c:v>6.0512173943661969</c:v>
                </c:pt>
                <c:pt idx="17754">
                  <c:v>6.0531774647887326</c:v>
                </c:pt>
                <c:pt idx="17755">
                  <c:v>6.0562383802816901</c:v>
                </c:pt>
                <c:pt idx="17756">
                  <c:v>6.0620867605633801</c:v>
                </c:pt>
                <c:pt idx="17757">
                  <c:v>6.057807957746479</c:v>
                </c:pt>
                <c:pt idx="17758">
                  <c:v>6.053593591549296</c:v>
                </c:pt>
                <c:pt idx="17759">
                  <c:v>6.0540610563380284</c:v>
                </c:pt>
                <c:pt idx="17760">
                  <c:v>6.0510156338028169</c:v>
                </c:pt>
                <c:pt idx="17761">
                  <c:v>6.0419696478873242</c:v>
                </c:pt>
                <c:pt idx="17762">
                  <c:v>6.0350664788732393</c:v>
                </c:pt>
                <c:pt idx="17763">
                  <c:v>6.0466624647887324</c:v>
                </c:pt>
                <c:pt idx="17764">
                  <c:v>6.0580079577464785</c:v>
                </c:pt>
                <c:pt idx="17765">
                  <c:v>6.0581592957746482</c:v>
                </c:pt>
                <c:pt idx="17766">
                  <c:v>6.0597928873239439</c:v>
                </c:pt>
                <c:pt idx="17767">
                  <c:v>6.0589505633802814</c:v>
                </c:pt>
                <c:pt idx="17768">
                  <c:v>6.0552513380281692</c:v>
                </c:pt>
                <c:pt idx="17769">
                  <c:v>6.0619255633802815</c:v>
                </c:pt>
                <c:pt idx="17770">
                  <c:v>6.0679608450704228</c:v>
                </c:pt>
                <c:pt idx="17771">
                  <c:v>6.0659571126760561</c:v>
                </c:pt>
                <c:pt idx="17772">
                  <c:v>6.065871056338028</c:v>
                </c:pt>
                <c:pt idx="17773">
                  <c:v>6.0669104929577466</c:v>
                </c:pt>
                <c:pt idx="17774">
                  <c:v>6.0678416901408454</c:v>
                </c:pt>
                <c:pt idx="17775">
                  <c:v>6.0623121830985918</c:v>
                </c:pt>
                <c:pt idx="17776">
                  <c:v>6.0583262676056338</c:v>
                </c:pt>
                <c:pt idx="17777">
                  <c:v>6.0531884507042255</c:v>
                </c:pt>
                <c:pt idx="17778">
                  <c:v>6.0507883802816904</c:v>
                </c:pt>
                <c:pt idx="17779">
                  <c:v>6.0553369014084506</c:v>
                </c:pt>
                <c:pt idx="17780">
                  <c:v>6.0577897887323946</c:v>
                </c:pt>
                <c:pt idx="17781">
                  <c:v>6.0538616901408453</c:v>
                </c:pt>
                <c:pt idx="17782">
                  <c:v>6.0560900704225356</c:v>
                </c:pt>
                <c:pt idx="17783">
                  <c:v>6.0623936619718313</c:v>
                </c:pt>
                <c:pt idx="17784">
                  <c:v>6.0653251408450704</c:v>
                </c:pt>
                <c:pt idx="17785">
                  <c:v>6.0673869718309863</c:v>
                </c:pt>
                <c:pt idx="17786">
                  <c:v>6.0645516901408447</c:v>
                </c:pt>
                <c:pt idx="17787">
                  <c:v>6.0611538732394363</c:v>
                </c:pt>
                <c:pt idx="17788">
                  <c:v>6.0630110563380279</c:v>
                </c:pt>
                <c:pt idx="17789">
                  <c:v>6.062419929577465</c:v>
                </c:pt>
                <c:pt idx="17790">
                  <c:v>6.0555264084507039</c:v>
                </c:pt>
                <c:pt idx="17791">
                  <c:v>6.0477981690140847</c:v>
                </c:pt>
                <c:pt idx="17792">
                  <c:v>6.0456180985915493</c:v>
                </c:pt>
                <c:pt idx="17793">
                  <c:v>6.048236478873239</c:v>
                </c:pt>
                <c:pt idx="17794">
                  <c:v>6.0537453521126761</c:v>
                </c:pt>
                <c:pt idx="17795">
                  <c:v>6.0604969014084507</c:v>
                </c:pt>
                <c:pt idx="17796">
                  <c:v>6.0597754225352114</c:v>
                </c:pt>
                <c:pt idx="17797">
                  <c:v>6.0529999999999999</c:v>
                </c:pt>
                <c:pt idx="17798">
                  <c:v>6.0431147887323942</c:v>
                </c:pt>
                <c:pt idx="17799">
                  <c:v>6.0454286619718314</c:v>
                </c:pt>
                <c:pt idx="17800">
                  <c:v>6.0524971126760567</c:v>
                </c:pt>
                <c:pt idx="17801">
                  <c:v>6.0607625352112677</c:v>
                </c:pt>
                <c:pt idx="17802">
                  <c:v>6.067827605633803</c:v>
                </c:pt>
                <c:pt idx="17803">
                  <c:v>6.0695179577464788</c:v>
                </c:pt>
                <c:pt idx="17804">
                  <c:v>6.0642330985915489</c:v>
                </c:pt>
                <c:pt idx="17805">
                  <c:v>6.0611471830985915</c:v>
                </c:pt>
                <c:pt idx="17806">
                  <c:v>6.0578354929577465</c:v>
                </c:pt>
                <c:pt idx="17807">
                  <c:v>6.0535746478873236</c:v>
                </c:pt>
                <c:pt idx="17808">
                  <c:v>6.0594456338028166</c:v>
                </c:pt>
                <c:pt idx="17809">
                  <c:v>6.0715035211267603</c:v>
                </c:pt>
                <c:pt idx="17810">
                  <c:v>6.0760992957746476</c:v>
                </c:pt>
                <c:pt idx="17811">
                  <c:v>6.0773014084507047</c:v>
                </c:pt>
                <c:pt idx="17812">
                  <c:v>6.0789119718309861</c:v>
                </c:pt>
                <c:pt idx="17813">
                  <c:v>6.0778915492957744</c:v>
                </c:pt>
                <c:pt idx="17814">
                  <c:v>6.0702457746478871</c:v>
                </c:pt>
                <c:pt idx="17815">
                  <c:v>6.0642119718309857</c:v>
                </c:pt>
                <c:pt idx="17816">
                  <c:v>6.0572376760563378</c:v>
                </c:pt>
                <c:pt idx="17817">
                  <c:v>6.0516572535211264</c:v>
                </c:pt>
                <c:pt idx="17818">
                  <c:v>6.0547581690140841</c:v>
                </c:pt>
                <c:pt idx="17819">
                  <c:v>6.0507728169014081</c:v>
                </c:pt>
                <c:pt idx="17820">
                  <c:v>6.0434978873239436</c:v>
                </c:pt>
                <c:pt idx="17821">
                  <c:v>6.0409811267605633</c:v>
                </c:pt>
                <c:pt idx="17822">
                  <c:v>6.0421721830985913</c:v>
                </c:pt>
                <c:pt idx="17823">
                  <c:v>6.0482673239436622</c:v>
                </c:pt>
                <c:pt idx="17824">
                  <c:v>6.0594921830985919</c:v>
                </c:pt>
                <c:pt idx="17825">
                  <c:v>6.0616421830985914</c:v>
                </c:pt>
                <c:pt idx="17826">
                  <c:v>6.0547373943661968</c:v>
                </c:pt>
                <c:pt idx="17827">
                  <c:v>6.0549003521126759</c:v>
                </c:pt>
                <c:pt idx="17828">
                  <c:v>6.0590062676056338</c:v>
                </c:pt>
                <c:pt idx="17829">
                  <c:v>6.0593494366197183</c:v>
                </c:pt>
                <c:pt idx="17830">
                  <c:v>6.058170070422535</c:v>
                </c:pt>
                <c:pt idx="17831">
                  <c:v>6.0542315492957748</c:v>
                </c:pt>
                <c:pt idx="17832">
                  <c:v>6.0457534507042254</c:v>
                </c:pt>
                <c:pt idx="17833">
                  <c:v>6.0408088732394365</c:v>
                </c:pt>
                <c:pt idx="17834">
                  <c:v>6.0374747183098592</c:v>
                </c:pt>
                <c:pt idx="17835">
                  <c:v>6.0401127464788731</c:v>
                </c:pt>
                <c:pt idx="17836">
                  <c:v>6.0439292957746478</c:v>
                </c:pt>
                <c:pt idx="17837">
                  <c:v>6.0476491549295774</c:v>
                </c:pt>
                <c:pt idx="17838">
                  <c:v>6.0495242253521129</c:v>
                </c:pt>
                <c:pt idx="17839">
                  <c:v>6.0541897887323941</c:v>
                </c:pt>
                <c:pt idx="17840">
                  <c:v>6.0496900704225354</c:v>
                </c:pt>
                <c:pt idx="17841">
                  <c:v>6.0463492253521123</c:v>
                </c:pt>
                <c:pt idx="17842">
                  <c:v>6.0504001408450705</c:v>
                </c:pt>
                <c:pt idx="17843">
                  <c:v>6.0517128873239434</c:v>
                </c:pt>
                <c:pt idx="17844">
                  <c:v>6.0580405633802821</c:v>
                </c:pt>
                <c:pt idx="17845">
                  <c:v>6.0650241549295778</c:v>
                </c:pt>
                <c:pt idx="17846">
                  <c:v>6.0641307042253523</c:v>
                </c:pt>
                <c:pt idx="17847">
                  <c:v>6.0563341549295773</c:v>
                </c:pt>
                <c:pt idx="17848">
                  <c:v>6.0569840845070422</c:v>
                </c:pt>
                <c:pt idx="17849">
                  <c:v>6.0608066901408453</c:v>
                </c:pt>
                <c:pt idx="17850">
                  <c:v>6.0615652816901404</c:v>
                </c:pt>
                <c:pt idx="17851">
                  <c:v>6.0628822535211269</c:v>
                </c:pt>
                <c:pt idx="17852">
                  <c:v>6.0648027464788736</c:v>
                </c:pt>
                <c:pt idx="17853">
                  <c:v>6.0737316901408454</c:v>
                </c:pt>
                <c:pt idx="17854">
                  <c:v>6.0713549295774651</c:v>
                </c:pt>
                <c:pt idx="17855">
                  <c:v>6.0656298591549298</c:v>
                </c:pt>
                <c:pt idx="17856">
                  <c:v>6.0608472535211266</c:v>
                </c:pt>
                <c:pt idx="17857">
                  <c:v>6.0502250000000002</c:v>
                </c:pt>
                <c:pt idx="17858">
                  <c:v>6.0458047183098591</c:v>
                </c:pt>
                <c:pt idx="17859">
                  <c:v>6.0454440845070421</c:v>
                </c:pt>
                <c:pt idx="17860">
                  <c:v>6.0529181690140845</c:v>
                </c:pt>
                <c:pt idx="17861">
                  <c:v>6.0643779577464789</c:v>
                </c:pt>
                <c:pt idx="17862">
                  <c:v>6.0654583802816902</c:v>
                </c:pt>
                <c:pt idx="17863">
                  <c:v>6.0628118309859156</c:v>
                </c:pt>
                <c:pt idx="17864">
                  <c:v>6.0616302816901406</c:v>
                </c:pt>
                <c:pt idx="17865">
                  <c:v>6.0573967605633801</c:v>
                </c:pt>
                <c:pt idx="17866">
                  <c:v>6.0549423943661971</c:v>
                </c:pt>
                <c:pt idx="17867">
                  <c:v>6.0598045774647886</c:v>
                </c:pt>
                <c:pt idx="17868">
                  <c:v>6.0614656338028166</c:v>
                </c:pt>
                <c:pt idx="17869">
                  <c:v>6.0560157042253522</c:v>
                </c:pt>
                <c:pt idx="17870">
                  <c:v>6.0562742957746476</c:v>
                </c:pt>
                <c:pt idx="17871">
                  <c:v>6.065209718309859</c:v>
                </c:pt>
                <c:pt idx="17872">
                  <c:v>6.0682288028169014</c:v>
                </c:pt>
                <c:pt idx="17873">
                  <c:v>6.0659544366197187</c:v>
                </c:pt>
                <c:pt idx="17874">
                  <c:v>6.0681481690140844</c:v>
                </c:pt>
                <c:pt idx="17875">
                  <c:v>6.0663888028169017</c:v>
                </c:pt>
                <c:pt idx="17876">
                  <c:v>6.0610526760563381</c:v>
                </c:pt>
                <c:pt idx="17877">
                  <c:v>6.0550914084507044</c:v>
                </c:pt>
                <c:pt idx="17878">
                  <c:v>6.0513284507042258</c:v>
                </c:pt>
                <c:pt idx="17879">
                  <c:v>6.053717535211268</c:v>
                </c:pt>
                <c:pt idx="17880">
                  <c:v>6.0496364084507039</c:v>
                </c:pt>
                <c:pt idx="17881">
                  <c:v>6.0469411267605633</c:v>
                </c:pt>
                <c:pt idx="17882">
                  <c:v>6.0549327464788734</c:v>
                </c:pt>
                <c:pt idx="17883">
                  <c:v>6.0627051408450701</c:v>
                </c:pt>
                <c:pt idx="17884">
                  <c:v>6.0639951408450701</c:v>
                </c:pt>
                <c:pt idx="17885">
                  <c:v>6.0612259154929573</c:v>
                </c:pt>
                <c:pt idx="17886">
                  <c:v>6.0597530281690144</c:v>
                </c:pt>
                <c:pt idx="17887">
                  <c:v>6.0647745070422534</c:v>
                </c:pt>
                <c:pt idx="17888">
                  <c:v>6.0670997183098594</c:v>
                </c:pt>
                <c:pt idx="17889">
                  <c:v>6.0657032394366199</c:v>
                </c:pt>
                <c:pt idx="17890">
                  <c:v>6.0614028873239434</c:v>
                </c:pt>
                <c:pt idx="17891">
                  <c:v>6.0556401408450702</c:v>
                </c:pt>
                <c:pt idx="17892">
                  <c:v>6.0502362676056336</c:v>
                </c:pt>
                <c:pt idx="17893">
                  <c:v>6.0504743661971832</c:v>
                </c:pt>
                <c:pt idx="17894">
                  <c:v>6.0457045070422533</c:v>
                </c:pt>
                <c:pt idx="17895">
                  <c:v>6.0421531690140844</c:v>
                </c:pt>
                <c:pt idx="17896">
                  <c:v>6.0403816901408449</c:v>
                </c:pt>
                <c:pt idx="17897">
                  <c:v>6.0459971830985912</c:v>
                </c:pt>
                <c:pt idx="17898">
                  <c:v>6.05269838028169</c:v>
                </c:pt>
                <c:pt idx="17899">
                  <c:v>6.0583857042253522</c:v>
                </c:pt>
                <c:pt idx="17900">
                  <c:v>6.0567615492957749</c:v>
                </c:pt>
                <c:pt idx="17901">
                  <c:v>6.0539566197183099</c:v>
                </c:pt>
                <c:pt idx="17902">
                  <c:v>6.0594317605633803</c:v>
                </c:pt>
                <c:pt idx="17903">
                  <c:v>6.0631277464788731</c:v>
                </c:pt>
                <c:pt idx="17904">
                  <c:v>6.0656073943661974</c:v>
                </c:pt>
                <c:pt idx="17905">
                  <c:v>6.0650989436619716</c:v>
                </c:pt>
                <c:pt idx="17906">
                  <c:v>6.0666808450704224</c:v>
                </c:pt>
                <c:pt idx="17907">
                  <c:v>6.0609019014084504</c:v>
                </c:pt>
                <c:pt idx="17908">
                  <c:v>6.0577395070422533</c:v>
                </c:pt>
                <c:pt idx="17909">
                  <c:v>6.0617814788732396</c:v>
                </c:pt>
                <c:pt idx="17910">
                  <c:v>6.0639778169014082</c:v>
                </c:pt>
                <c:pt idx="17911">
                  <c:v>6.0629615492957747</c:v>
                </c:pt>
                <c:pt idx="17912">
                  <c:v>6.05521676056338</c:v>
                </c:pt>
                <c:pt idx="17913">
                  <c:v>6.0516393661971835</c:v>
                </c:pt>
                <c:pt idx="17914">
                  <c:v>6.0552650704225348</c:v>
                </c:pt>
                <c:pt idx="17915">
                  <c:v>6.0616803521126759</c:v>
                </c:pt>
                <c:pt idx="17916">
                  <c:v>6.0598735915492954</c:v>
                </c:pt>
                <c:pt idx="17917">
                  <c:v>6.0551675352112673</c:v>
                </c:pt>
                <c:pt idx="17918">
                  <c:v>6.0529330281690141</c:v>
                </c:pt>
                <c:pt idx="17919">
                  <c:v>6.0467494366197183</c:v>
                </c:pt>
                <c:pt idx="17920">
                  <c:v>6.0509970422535213</c:v>
                </c:pt>
                <c:pt idx="17921">
                  <c:v>6.0631668309859155</c:v>
                </c:pt>
                <c:pt idx="17922">
                  <c:v>6.0630823239436618</c:v>
                </c:pt>
                <c:pt idx="17923">
                  <c:v>6.0604529577464792</c:v>
                </c:pt>
                <c:pt idx="17924">
                  <c:v>6.0593758450704227</c:v>
                </c:pt>
                <c:pt idx="17925">
                  <c:v>6.0559019014084505</c:v>
                </c:pt>
                <c:pt idx="17926">
                  <c:v>6.0538626056338032</c:v>
                </c:pt>
                <c:pt idx="17927">
                  <c:v>6.0567272535211272</c:v>
                </c:pt>
                <c:pt idx="17928">
                  <c:v>6.0573143661971827</c:v>
                </c:pt>
                <c:pt idx="17929">
                  <c:v>6.0596538732394363</c:v>
                </c:pt>
                <c:pt idx="17930">
                  <c:v>6.0624140140845073</c:v>
                </c:pt>
                <c:pt idx="17931">
                  <c:v>6.0629749295774644</c:v>
                </c:pt>
                <c:pt idx="17932">
                  <c:v>6.0584576056338024</c:v>
                </c:pt>
                <c:pt idx="17933">
                  <c:v>6.0540438732394364</c:v>
                </c:pt>
                <c:pt idx="17934">
                  <c:v>6.0550048591549297</c:v>
                </c:pt>
                <c:pt idx="17935">
                  <c:v>6.0544655633802815</c:v>
                </c:pt>
                <c:pt idx="17936">
                  <c:v>6.0484509859154931</c:v>
                </c:pt>
                <c:pt idx="17937">
                  <c:v>6.0502379577464787</c:v>
                </c:pt>
                <c:pt idx="17938">
                  <c:v>6.0539512676056342</c:v>
                </c:pt>
                <c:pt idx="17939">
                  <c:v>6.0516653521126758</c:v>
                </c:pt>
                <c:pt idx="17940">
                  <c:v>6.0450929577464789</c:v>
                </c:pt>
                <c:pt idx="17941">
                  <c:v>6.042559647887324</c:v>
                </c:pt>
                <c:pt idx="17942">
                  <c:v>6.0472333098591546</c:v>
                </c:pt>
                <c:pt idx="17943">
                  <c:v>6.0459900704225351</c:v>
                </c:pt>
                <c:pt idx="17944">
                  <c:v>6.0470234507042253</c:v>
                </c:pt>
                <c:pt idx="17945">
                  <c:v>6.0481566901408454</c:v>
                </c:pt>
                <c:pt idx="17946">
                  <c:v>6.0502059154929579</c:v>
                </c:pt>
                <c:pt idx="17947">
                  <c:v>6.056154718309859</c:v>
                </c:pt>
                <c:pt idx="17948">
                  <c:v>6.0578627464788735</c:v>
                </c:pt>
                <c:pt idx="17949">
                  <c:v>6.057236408450704</c:v>
                </c:pt>
                <c:pt idx="17950">
                  <c:v>6.0540674647887327</c:v>
                </c:pt>
                <c:pt idx="17951">
                  <c:v>6.0514446478873243</c:v>
                </c:pt>
                <c:pt idx="17952">
                  <c:v>6.052830915492958</c:v>
                </c:pt>
                <c:pt idx="17953">
                  <c:v>6.0568484507042255</c:v>
                </c:pt>
                <c:pt idx="17954">
                  <c:v>6.0531592957746483</c:v>
                </c:pt>
                <c:pt idx="17955">
                  <c:v>6.0519146478873243</c:v>
                </c:pt>
                <c:pt idx="17956">
                  <c:v>6.0527063380281687</c:v>
                </c:pt>
                <c:pt idx="17957">
                  <c:v>6.0509529577464791</c:v>
                </c:pt>
                <c:pt idx="17958">
                  <c:v>6.0493099295774648</c:v>
                </c:pt>
                <c:pt idx="17959">
                  <c:v>6.0522682394366196</c:v>
                </c:pt>
                <c:pt idx="17960">
                  <c:v>6.0515060563380283</c:v>
                </c:pt>
                <c:pt idx="17961">
                  <c:v>6.0462864084507046</c:v>
                </c:pt>
                <c:pt idx="17962">
                  <c:v>6.0476135211267605</c:v>
                </c:pt>
                <c:pt idx="17963">
                  <c:v>6.0542352112676054</c:v>
                </c:pt>
                <c:pt idx="17964">
                  <c:v>6.0619200704225351</c:v>
                </c:pt>
                <c:pt idx="17965">
                  <c:v>6.0610483802816901</c:v>
                </c:pt>
                <c:pt idx="17966">
                  <c:v>6.0583052816901413</c:v>
                </c:pt>
                <c:pt idx="17967">
                  <c:v>6.0582989436619714</c:v>
                </c:pt>
                <c:pt idx="17968">
                  <c:v>6.0487466901408453</c:v>
                </c:pt>
                <c:pt idx="17969">
                  <c:v>6.0402173943661968</c:v>
                </c:pt>
                <c:pt idx="17970">
                  <c:v>6.0461511971830983</c:v>
                </c:pt>
                <c:pt idx="17971">
                  <c:v>6.0560074647887321</c:v>
                </c:pt>
                <c:pt idx="17972">
                  <c:v>6.0605069014084503</c:v>
                </c:pt>
                <c:pt idx="17973">
                  <c:v>6.0629085211267606</c:v>
                </c:pt>
                <c:pt idx="17974">
                  <c:v>6.0621435915492956</c:v>
                </c:pt>
                <c:pt idx="17975">
                  <c:v>6.0590532394366194</c:v>
                </c:pt>
                <c:pt idx="17976">
                  <c:v>6.0554864084507045</c:v>
                </c:pt>
                <c:pt idx="17977">
                  <c:v>6.0509771126760565</c:v>
                </c:pt>
                <c:pt idx="17978">
                  <c:v>6.045337112676056</c:v>
                </c:pt>
                <c:pt idx="17979">
                  <c:v>6.0477108450704229</c:v>
                </c:pt>
                <c:pt idx="17980">
                  <c:v>6.0547776056338032</c:v>
                </c:pt>
                <c:pt idx="17981">
                  <c:v>6.0568933098591549</c:v>
                </c:pt>
                <c:pt idx="17982">
                  <c:v>6.0470329577464792</c:v>
                </c:pt>
                <c:pt idx="17983">
                  <c:v>6.0426221830985911</c:v>
                </c:pt>
                <c:pt idx="17984">
                  <c:v>6.0472488732394369</c:v>
                </c:pt>
                <c:pt idx="17985">
                  <c:v>6.0524800000000001</c:v>
                </c:pt>
                <c:pt idx="17986">
                  <c:v>6.0522667605633806</c:v>
                </c:pt>
                <c:pt idx="17987">
                  <c:v>6.0537614788732395</c:v>
                </c:pt>
                <c:pt idx="17988">
                  <c:v>6.060101056338028</c:v>
                </c:pt>
                <c:pt idx="17989">
                  <c:v>6.0624269718309858</c:v>
                </c:pt>
                <c:pt idx="17990">
                  <c:v>6.0608426760563381</c:v>
                </c:pt>
                <c:pt idx="17991">
                  <c:v>6.0580557746478876</c:v>
                </c:pt>
                <c:pt idx="17992">
                  <c:v>6.0561465492957742</c:v>
                </c:pt>
                <c:pt idx="17993">
                  <c:v>6.0505497183098589</c:v>
                </c:pt>
                <c:pt idx="17994">
                  <c:v>6.0410519718309859</c:v>
                </c:pt>
                <c:pt idx="17995">
                  <c:v>6.04195823943662</c:v>
                </c:pt>
                <c:pt idx="17996">
                  <c:v>6.0504242957746479</c:v>
                </c:pt>
                <c:pt idx="17997">
                  <c:v>6.0593413380281689</c:v>
                </c:pt>
                <c:pt idx="17998">
                  <c:v>6.0632323239436623</c:v>
                </c:pt>
                <c:pt idx="17999">
                  <c:v>6.0614952816901404</c:v>
                </c:pt>
                <c:pt idx="18000">
                  <c:v>6.0621172535211265</c:v>
                </c:pt>
                <c:pt idx="18001">
                  <c:v>6.067724577464789</c:v>
                </c:pt>
                <c:pt idx="18002">
                  <c:v>6.0703465492957749</c:v>
                </c:pt>
                <c:pt idx="18003">
                  <c:v>6.0664229577464788</c:v>
                </c:pt>
                <c:pt idx="18004">
                  <c:v>6.0556915492957746</c:v>
                </c:pt>
                <c:pt idx="18005">
                  <c:v>6.0441940845070423</c:v>
                </c:pt>
                <c:pt idx="18006">
                  <c:v>6.0376738732394371</c:v>
                </c:pt>
                <c:pt idx="18007">
                  <c:v>6.035480422535211</c:v>
                </c:pt>
                <c:pt idx="18008">
                  <c:v>6.0402386619718307</c:v>
                </c:pt>
                <c:pt idx="18009">
                  <c:v>6.0495514084507045</c:v>
                </c:pt>
                <c:pt idx="18010">
                  <c:v>6.0554159154929579</c:v>
                </c:pt>
                <c:pt idx="18011">
                  <c:v>6.0595473943661968</c:v>
                </c:pt>
                <c:pt idx="18012">
                  <c:v>6.0643678169014086</c:v>
                </c:pt>
                <c:pt idx="18013">
                  <c:v>6.0519290140845072</c:v>
                </c:pt>
                <c:pt idx="18014">
                  <c:v>6.0425447887323944</c:v>
                </c:pt>
                <c:pt idx="18015">
                  <c:v>6.0478513380281687</c:v>
                </c:pt>
                <c:pt idx="18016">
                  <c:v>6.0543983802816905</c:v>
                </c:pt>
                <c:pt idx="18017">
                  <c:v>6.0618999295774652</c:v>
                </c:pt>
                <c:pt idx="18018">
                  <c:v>6.0685773239436616</c:v>
                </c:pt>
                <c:pt idx="18019">
                  <c:v>6.0707218309859154</c:v>
                </c:pt>
                <c:pt idx="18020">
                  <c:v>6.0648682394366196</c:v>
                </c:pt>
                <c:pt idx="18021">
                  <c:v>6.0609961267605632</c:v>
                </c:pt>
                <c:pt idx="18022">
                  <c:v>6.0573161971830984</c:v>
                </c:pt>
                <c:pt idx="18023">
                  <c:v>6.0536275352112678</c:v>
                </c:pt>
                <c:pt idx="18024">
                  <c:v>6.0553977464788735</c:v>
                </c:pt>
                <c:pt idx="18025">
                  <c:v>6.0495997183098593</c:v>
                </c:pt>
                <c:pt idx="18026">
                  <c:v>6.0498197887323943</c:v>
                </c:pt>
                <c:pt idx="18027">
                  <c:v>6.0575892253521131</c:v>
                </c:pt>
                <c:pt idx="18028">
                  <c:v>6.0621484507042256</c:v>
                </c:pt>
                <c:pt idx="18029">
                  <c:v>6.0594474647887324</c:v>
                </c:pt>
                <c:pt idx="18030">
                  <c:v>6.0573712676056335</c:v>
                </c:pt>
                <c:pt idx="18031">
                  <c:v>6.0606136619718312</c:v>
                </c:pt>
                <c:pt idx="18032">
                  <c:v>6.0568524647887321</c:v>
                </c:pt>
                <c:pt idx="18033">
                  <c:v>6.0553464788732398</c:v>
                </c:pt>
                <c:pt idx="18034">
                  <c:v>6.0573280985915492</c:v>
                </c:pt>
                <c:pt idx="18035">
                  <c:v>6.0553484507042254</c:v>
                </c:pt>
                <c:pt idx="18036">
                  <c:v>6.0583457746478873</c:v>
                </c:pt>
                <c:pt idx="18037">
                  <c:v>6.0592631690140841</c:v>
                </c:pt>
                <c:pt idx="18038">
                  <c:v>6.0554735915492959</c:v>
                </c:pt>
                <c:pt idx="18039">
                  <c:v>6.0614657042253519</c:v>
                </c:pt>
                <c:pt idx="18040">
                  <c:v>6.071464084507042</c:v>
                </c:pt>
                <c:pt idx="18041">
                  <c:v>6.0733415492957743</c:v>
                </c:pt>
                <c:pt idx="18042">
                  <c:v>6.0712838028169012</c:v>
                </c:pt>
                <c:pt idx="18043">
                  <c:v>6.0606528873239434</c:v>
                </c:pt>
                <c:pt idx="18044">
                  <c:v>6.0567219718309859</c:v>
                </c:pt>
                <c:pt idx="18045">
                  <c:v>6.0610882394366197</c:v>
                </c:pt>
                <c:pt idx="18046">
                  <c:v>6.0627302112676054</c:v>
                </c:pt>
                <c:pt idx="18047">
                  <c:v>6.0658463380281686</c:v>
                </c:pt>
                <c:pt idx="18048">
                  <c:v>6.0657698591549298</c:v>
                </c:pt>
                <c:pt idx="18049">
                  <c:v>6.0670239436619715</c:v>
                </c:pt>
                <c:pt idx="18050">
                  <c:v>6.06543838028169</c:v>
                </c:pt>
                <c:pt idx="18051">
                  <c:v>6.0691692253521126</c:v>
                </c:pt>
                <c:pt idx="18052">
                  <c:v>6.0712514084507045</c:v>
                </c:pt>
                <c:pt idx="18053">
                  <c:v>6.0700419718309861</c:v>
                </c:pt>
                <c:pt idx="18054">
                  <c:v>6.0641040140845073</c:v>
                </c:pt>
                <c:pt idx="18055">
                  <c:v>6.061531056338028</c:v>
                </c:pt>
                <c:pt idx="18056">
                  <c:v>6.0643415492957748</c:v>
                </c:pt>
                <c:pt idx="18057">
                  <c:v>6.0697130985915493</c:v>
                </c:pt>
                <c:pt idx="18058">
                  <c:v>6.0682471126760564</c:v>
                </c:pt>
                <c:pt idx="18059">
                  <c:v>6.0630184507042255</c:v>
                </c:pt>
                <c:pt idx="18060">
                  <c:v>6.0659455633802821</c:v>
                </c:pt>
                <c:pt idx="18061">
                  <c:v>6.061654436619718</c:v>
                </c:pt>
                <c:pt idx="18062">
                  <c:v>6.0626481690140848</c:v>
                </c:pt>
                <c:pt idx="18063">
                  <c:v>6.0603026056338027</c:v>
                </c:pt>
                <c:pt idx="18064">
                  <c:v>6.0589773239436617</c:v>
                </c:pt>
                <c:pt idx="18065">
                  <c:v>6.059001830985915</c:v>
                </c:pt>
                <c:pt idx="18066">
                  <c:v>6.0588930985915495</c:v>
                </c:pt>
                <c:pt idx="18067">
                  <c:v>6.0625642957746475</c:v>
                </c:pt>
                <c:pt idx="18068">
                  <c:v>6.0641519014084508</c:v>
                </c:pt>
                <c:pt idx="18069">
                  <c:v>6.0595275352112674</c:v>
                </c:pt>
                <c:pt idx="18070">
                  <c:v>6.0558442957746479</c:v>
                </c:pt>
                <c:pt idx="18071">
                  <c:v>6.0550755633802815</c:v>
                </c:pt>
                <c:pt idx="18072">
                  <c:v>6.0568649295774648</c:v>
                </c:pt>
                <c:pt idx="18073">
                  <c:v>6.0595019718309855</c:v>
                </c:pt>
                <c:pt idx="18074">
                  <c:v>6.0561852112676053</c:v>
                </c:pt>
                <c:pt idx="18075">
                  <c:v>6.056414366197183</c:v>
                </c:pt>
                <c:pt idx="18076">
                  <c:v>6.0563586619718306</c:v>
                </c:pt>
                <c:pt idx="18077">
                  <c:v>6.0540833098591547</c:v>
                </c:pt>
                <c:pt idx="18078">
                  <c:v>6.0525435211267604</c:v>
                </c:pt>
                <c:pt idx="18079">
                  <c:v>6.0553442957746482</c:v>
                </c:pt>
                <c:pt idx="18080">
                  <c:v>6.060308802816901</c:v>
                </c:pt>
                <c:pt idx="18081">
                  <c:v>6.0597734507042258</c:v>
                </c:pt>
                <c:pt idx="18082">
                  <c:v>6.0543399295774645</c:v>
                </c:pt>
                <c:pt idx="18083">
                  <c:v>6.0574206338028169</c:v>
                </c:pt>
                <c:pt idx="18084">
                  <c:v>6.0600338028169016</c:v>
                </c:pt>
                <c:pt idx="18085">
                  <c:v>6.0596300704225357</c:v>
                </c:pt>
                <c:pt idx="18086">
                  <c:v>6.0542424647887323</c:v>
                </c:pt>
                <c:pt idx="18087">
                  <c:v>6.0466191549295774</c:v>
                </c:pt>
                <c:pt idx="18088">
                  <c:v>6.0496738028169013</c:v>
                </c:pt>
                <c:pt idx="18089">
                  <c:v>6.0581028169014086</c:v>
                </c:pt>
                <c:pt idx="18090">
                  <c:v>6.0661409859154931</c:v>
                </c:pt>
                <c:pt idx="18091">
                  <c:v>6.0624247887323941</c:v>
                </c:pt>
                <c:pt idx="18092">
                  <c:v>6.0565092253521131</c:v>
                </c:pt>
                <c:pt idx="18093">
                  <c:v>6.0501835915492954</c:v>
                </c:pt>
                <c:pt idx="18094">
                  <c:v>6.0377117605633801</c:v>
                </c:pt>
                <c:pt idx="18095">
                  <c:v>6.0389830985915491</c:v>
                </c:pt>
                <c:pt idx="18096">
                  <c:v>6.0442768309859156</c:v>
                </c:pt>
                <c:pt idx="18097">
                  <c:v>6.047627605633803</c:v>
                </c:pt>
                <c:pt idx="18098">
                  <c:v>6.0490068309859151</c:v>
                </c:pt>
                <c:pt idx="18099">
                  <c:v>6.053434929577465</c:v>
                </c:pt>
                <c:pt idx="18100">
                  <c:v>6.061677957746479</c:v>
                </c:pt>
                <c:pt idx="18101">
                  <c:v>6.0684101408450708</c:v>
                </c:pt>
                <c:pt idx="18102">
                  <c:v>6.0661960563380282</c:v>
                </c:pt>
                <c:pt idx="18103">
                  <c:v>6.0626002112676058</c:v>
                </c:pt>
                <c:pt idx="18104">
                  <c:v>6.065613450704225</c:v>
                </c:pt>
                <c:pt idx="18105">
                  <c:v>6.0640894366197182</c:v>
                </c:pt>
                <c:pt idx="18106">
                  <c:v>6.0572744366197186</c:v>
                </c:pt>
                <c:pt idx="18107">
                  <c:v>6.0515911971830985</c:v>
                </c:pt>
                <c:pt idx="18108">
                  <c:v>6.0473278873239433</c:v>
                </c:pt>
                <c:pt idx="18109">
                  <c:v>6.0490665492957749</c:v>
                </c:pt>
                <c:pt idx="18110">
                  <c:v>6.0547112676056338</c:v>
                </c:pt>
                <c:pt idx="18111">
                  <c:v>6.0605669014084507</c:v>
                </c:pt>
                <c:pt idx="18112">
                  <c:v>6.068486690140845</c:v>
                </c:pt>
                <c:pt idx="18113">
                  <c:v>6.0681264084507038</c:v>
                </c:pt>
                <c:pt idx="18114">
                  <c:v>6.0671318309859155</c:v>
                </c:pt>
                <c:pt idx="18115">
                  <c:v>6.0659029577464789</c:v>
                </c:pt>
                <c:pt idx="18116">
                  <c:v>6.0668638732394369</c:v>
                </c:pt>
                <c:pt idx="18117">
                  <c:v>6.0682804929577463</c:v>
                </c:pt>
                <c:pt idx="18118">
                  <c:v>6.0753373239436623</c:v>
                </c:pt>
                <c:pt idx="18119">
                  <c:v>6.0747218309859159</c:v>
                </c:pt>
                <c:pt idx="18120">
                  <c:v>6.0693696478873242</c:v>
                </c:pt>
                <c:pt idx="18121">
                  <c:v>6.067483028169014</c:v>
                </c:pt>
                <c:pt idx="18122">
                  <c:v>6.0656314788732395</c:v>
                </c:pt>
                <c:pt idx="18123">
                  <c:v>6.0578554225352113</c:v>
                </c:pt>
                <c:pt idx="18124">
                  <c:v>6.0560523943661968</c:v>
                </c:pt>
                <c:pt idx="18125">
                  <c:v>6.0631156338028172</c:v>
                </c:pt>
                <c:pt idx="18126">
                  <c:v>6.0651924647887325</c:v>
                </c:pt>
                <c:pt idx="18127">
                  <c:v>6.0563983802816903</c:v>
                </c:pt>
                <c:pt idx="18128">
                  <c:v>6.0522211267605632</c:v>
                </c:pt>
                <c:pt idx="18129">
                  <c:v>6.0571163380281687</c:v>
                </c:pt>
                <c:pt idx="18130">
                  <c:v>6.0555252112676055</c:v>
                </c:pt>
                <c:pt idx="18131">
                  <c:v>6.0483730985915489</c:v>
                </c:pt>
                <c:pt idx="18132">
                  <c:v>6.04841176056338</c:v>
                </c:pt>
                <c:pt idx="18133">
                  <c:v>6.0482781690140843</c:v>
                </c:pt>
                <c:pt idx="18134">
                  <c:v>6.0487393661971831</c:v>
                </c:pt>
                <c:pt idx="18135">
                  <c:v>6.0585502112676055</c:v>
                </c:pt>
                <c:pt idx="18136">
                  <c:v>6.0652244366197179</c:v>
                </c:pt>
                <c:pt idx="18137">
                  <c:v>6.0629826056338025</c:v>
                </c:pt>
                <c:pt idx="18138">
                  <c:v>6.0585271126760567</c:v>
                </c:pt>
                <c:pt idx="18139">
                  <c:v>6.0601654225352108</c:v>
                </c:pt>
                <c:pt idx="18140">
                  <c:v>6.0656484507042254</c:v>
                </c:pt>
                <c:pt idx="18141">
                  <c:v>6.068062253521127</c:v>
                </c:pt>
                <c:pt idx="18142">
                  <c:v>6.0651476056338032</c:v>
                </c:pt>
                <c:pt idx="18143">
                  <c:v>6.0586823943661976</c:v>
                </c:pt>
                <c:pt idx="18144">
                  <c:v>6.0507466197183097</c:v>
                </c:pt>
                <c:pt idx="18145">
                  <c:v>6.0448252112676055</c:v>
                </c:pt>
                <c:pt idx="18146">
                  <c:v>6.0442219718309858</c:v>
                </c:pt>
                <c:pt idx="18147">
                  <c:v>6.0477673943661969</c:v>
                </c:pt>
                <c:pt idx="18148">
                  <c:v>6.0529139436619719</c:v>
                </c:pt>
                <c:pt idx="18149">
                  <c:v>6.0559623239436622</c:v>
                </c:pt>
                <c:pt idx="18150">
                  <c:v>6.0544528169014082</c:v>
                </c:pt>
                <c:pt idx="18151">
                  <c:v>6.0563440845070424</c:v>
                </c:pt>
                <c:pt idx="18152">
                  <c:v>6.0671371830985912</c:v>
                </c:pt>
                <c:pt idx="18153">
                  <c:v>6.0710056338028169</c:v>
                </c:pt>
                <c:pt idx="18154">
                  <c:v>6.0697915492957746</c:v>
                </c:pt>
                <c:pt idx="18155">
                  <c:v>6.0639728873239438</c:v>
                </c:pt>
                <c:pt idx="18156">
                  <c:v>6.0537967605633805</c:v>
                </c:pt>
                <c:pt idx="18157">
                  <c:v>6.0506214788732393</c:v>
                </c:pt>
                <c:pt idx="18158">
                  <c:v>6.04630176056338</c:v>
                </c:pt>
                <c:pt idx="18159">
                  <c:v>6.044824366197183</c:v>
                </c:pt>
                <c:pt idx="18160">
                  <c:v>6.0391095070422534</c:v>
                </c:pt>
                <c:pt idx="18161">
                  <c:v>6.0408907042253519</c:v>
                </c:pt>
                <c:pt idx="18162">
                  <c:v>6.0570388028169013</c:v>
                </c:pt>
                <c:pt idx="18163">
                  <c:v>6.0669578169014082</c:v>
                </c:pt>
                <c:pt idx="18164">
                  <c:v>6.0721133802816905</c:v>
                </c:pt>
                <c:pt idx="18165">
                  <c:v>6.0704246478873243</c:v>
                </c:pt>
                <c:pt idx="18166">
                  <c:v>6.0644623239436619</c:v>
                </c:pt>
                <c:pt idx="18167">
                  <c:v>6.0550762676056342</c:v>
                </c:pt>
                <c:pt idx="18168">
                  <c:v>6.0518070422535208</c:v>
                </c:pt>
                <c:pt idx="18169">
                  <c:v>6.0532630281690141</c:v>
                </c:pt>
                <c:pt idx="18170">
                  <c:v>6.0512969718309861</c:v>
                </c:pt>
                <c:pt idx="18171">
                  <c:v>6.0495343661971832</c:v>
                </c:pt>
                <c:pt idx="18172">
                  <c:v>6.0503811267605636</c:v>
                </c:pt>
                <c:pt idx="18173">
                  <c:v>6.0580091549295778</c:v>
                </c:pt>
                <c:pt idx="18174">
                  <c:v>6.0602064084507044</c:v>
                </c:pt>
                <c:pt idx="18175">
                  <c:v>6.0602787323943659</c:v>
                </c:pt>
                <c:pt idx="18176">
                  <c:v>6.0653407042253518</c:v>
                </c:pt>
                <c:pt idx="18177">
                  <c:v>6.0714816901408453</c:v>
                </c:pt>
                <c:pt idx="18178">
                  <c:v>6.0724119718309861</c:v>
                </c:pt>
                <c:pt idx="18179">
                  <c:v>6.0657050704225348</c:v>
                </c:pt>
                <c:pt idx="18180">
                  <c:v>6.0610854929577469</c:v>
                </c:pt>
                <c:pt idx="18181">
                  <c:v>6.0640905633802813</c:v>
                </c:pt>
                <c:pt idx="18182">
                  <c:v>6.0574310563380278</c:v>
                </c:pt>
                <c:pt idx="18183">
                  <c:v>6.055652253521127</c:v>
                </c:pt>
                <c:pt idx="18184">
                  <c:v>6.0585989436619716</c:v>
                </c:pt>
                <c:pt idx="18185">
                  <c:v>6.0537403521126762</c:v>
                </c:pt>
                <c:pt idx="18186">
                  <c:v>6.0511536619718314</c:v>
                </c:pt>
                <c:pt idx="18187">
                  <c:v>6.0493304929577461</c:v>
                </c:pt>
                <c:pt idx="18188">
                  <c:v>6.0481359859154926</c:v>
                </c:pt>
                <c:pt idx="18189">
                  <c:v>6.0453152112676056</c:v>
                </c:pt>
                <c:pt idx="18190">
                  <c:v>6.045600492957746</c:v>
                </c:pt>
                <c:pt idx="18191">
                  <c:v>6.0498984507042257</c:v>
                </c:pt>
                <c:pt idx="18192">
                  <c:v>6.0509679577464786</c:v>
                </c:pt>
                <c:pt idx="18193">
                  <c:v>6.0495058450704224</c:v>
                </c:pt>
                <c:pt idx="18194">
                  <c:v>6.0511447887323948</c:v>
                </c:pt>
                <c:pt idx="18195">
                  <c:v>6.0539755633802814</c:v>
                </c:pt>
                <c:pt idx="18196">
                  <c:v>6.060972746478873</c:v>
                </c:pt>
                <c:pt idx="18197">
                  <c:v>6.0661662676056336</c:v>
                </c:pt>
                <c:pt idx="18198">
                  <c:v>6.0690216197183098</c:v>
                </c:pt>
                <c:pt idx="18199">
                  <c:v>6.0697296478873239</c:v>
                </c:pt>
                <c:pt idx="18200">
                  <c:v>6.0651310563380285</c:v>
                </c:pt>
                <c:pt idx="18201">
                  <c:v>6.0531067605633799</c:v>
                </c:pt>
                <c:pt idx="18202">
                  <c:v>6.0487135211267606</c:v>
                </c:pt>
                <c:pt idx="18203">
                  <c:v>6.0507710563380286</c:v>
                </c:pt>
                <c:pt idx="18204">
                  <c:v>6.0514726056338031</c:v>
                </c:pt>
                <c:pt idx="18205">
                  <c:v>6.0533499295774646</c:v>
                </c:pt>
                <c:pt idx="18206">
                  <c:v>6.0536947887323942</c:v>
                </c:pt>
                <c:pt idx="18207">
                  <c:v>6.0539169718309855</c:v>
                </c:pt>
                <c:pt idx="18208">
                  <c:v>6.0600926056338027</c:v>
                </c:pt>
                <c:pt idx="18209">
                  <c:v>6.0621285211267608</c:v>
                </c:pt>
                <c:pt idx="18210">
                  <c:v>6.0560242957746482</c:v>
                </c:pt>
                <c:pt idx="18211">
                  <c:v>6.055433873239437</c:v>
                </c:pt>
                <c:pt idx="18212">
                  <c:v>6.0561546478873236</c:v>
                </c:pt>
                <c:pt idx="18213">
                  <c:v>6.0568440845070421</c:v>
                </c:pt>
                <c:pt idx="18214">
                  <c:v>6.059427605633803</c:v>
                </c:pt>
                <c:pt idx="18215">
                  <c:v>6.0587139436619717</c:v>
                </c:pt>
                <c:pt idx="18216">
                  <c:v>6.0601915492957747</c:v>
                </c:pt>
                <c:pt idx="18217">
                  <c:v>6.0539207746478869</c:v>
                </c:pt>
                <c:pt idx="18218">
                  <c:v>6.0481680281690142</c:v>
                </c:pt>
                <c:pt idx="18219">
                  <c:v>6.0503890845070423</c:v>
                </c:pt>
                <c:pt idx="18220">
                  <c:v>6.05216323943662</c:v>
                </c:pt>
                <c:pt idx="18221">
                  <c:v>6.0544889436619718</c:v>
                </c:pt>
                <c:pt idx="18222">
                  <c:v>6.0551491549295777</c:v>
                </c:pt>
                <c:pt idx="18223">
                  <c:v>6.0562725352112672</c:v>
                </c:pt>
                <c:pt idx="18224">
                  <c:v>6.0605998591549293</c:v>
                </c:pt>
                <c:pt idx="18225">
                  <c:v>6.0721704225352111</c:v>
                </c:pt>
                <c:pt idx="18226">
                  <c:v>6.0732915492957744</c:v>
                </c:pt>
                <c:pt idx="18227">
                  <c:v>6.0625104225352109</c:v>
                </c:pt>
                <c:pt idx="18228">
                  <c:v>6.0599978169014088</c:v>
                </c:pt>
                <c:pt idx="18229">
                  <c:v>6.0609733802816903</c:v>
                </c:pt>
                <c:pt idx="18230">
                  <c:v>6.0538025352112674</c:v>
                </c:pt>
                <c:pt idx="18231">
                  <c:v>6.0473374647887326</c:v>
                </c:pt>
                <c:pt idx="18232">
                  <c:v>6.0516125352112677</c:v>
                </c:pt>
                <c:pt idx="18233">
                  <c:v>6.0566380281690142</c:v>
                </c:pt>
                <c:pt idx="18234">
                  <c:v>6.0621274647887322</c:v>
                </c:pt>
                <c:pt idx="18235">
                  <c:v>6.0600756338028168</c:v>
                </c:pt>
                <c:pt idx="18236">
                  <c:v>6.0606873943661972</c:v>
                </c:pt>
                <c:pt idx="18237">
                  <c:v>6.0591350000000004</c:v>
                </c:pt>
                <c:pt idx="18238">
                  <c:v>6.0519483098591547</c:v>
                </c:pt>
                <c:pt idx="18239">
                  <c:v>6.0546180281690143</c:v>
                </c:pt>
                <c:pt idx="18240">
                  <c:v>6.0576971126760562</c:v>
                </c:pt>
                <c:pt idx="18241">
                  <c:v>6.0549383098591552</c:v>
                </c:pt>
                <c:pt idx="18242">
                  <c:v>6.0564069718309863</c:v>
                </c:pt>
                <c:pt idx="18243">
                  <c:v>6.0546225352112675</c:v>
                </c:pt>
                <c:pt idx="18244">
                  <c:v>6.0541051408450706</c:v>
                </c:pt>
                <c:pt idx="18245">
                  <c:v>6.0579390845070424</c:v>
                </c:pt>
                <c:pt idx="18246">
                  <c:v>6.0575799295774644</c:v>
                </c:pt>
                <c:pt idx="18247">
                  <c:v>6.0521111971830983</c:v>
                </c:pt>
                <c:pt idx="18248">
                  <c:v>6.0460711267605634</c:v>
                </c:pt>
                <c:pt idx="18249">
                  <c:v>6.0472966901408451</c:v>
                </c:pt>
                <c:pt idx="18250">
                  <c:v>6.0559006338028167</c:v>
                </c:pt>
                <c:pt idx="18251">
                  <c:v>6.0558690845070426</c:v>
                </c:pt>
                <c:pt idx="18252">
                  <c:v>6.0502781690140841</c:v>
                </c:pt>
                <c:pt idx="18253">
                  <c:v>6.0503928169014083</c:v>
                </c:pt>
                <c:pt idx="18254">
                  <c:v>6.051030211267606</c:v>
                </c:pt>
                <c:pt idx="18255">
                  <c:v>6.0481424647887323</c:v>
                </c:pt>
                <c:pt idx="18256">
                  <c:v>6.0438941549295775</c:v>
                </c:pt>
                <c:pt idx="18257">
                  <c:v>6.0442202112676053</c:v>
                </c:pt>
                <c:pt idx="18258">
                  <c:v>6.0491877464788733</c:v>
                </c:pt>
                <c:pt idx="18259">
                  <c:v>6.0621604929577462</c:v>
                </c:pt>
                <c:pt idx="18260">
                  <c:v>6.067352746478873</c:v>
                </c:pt>
                <c:pt idx="18261">
                  <c:v>6.0638890140845074</c:v>
                </c:pt>
                <c:pt idx="18262">
                  <c:v>6.0613209859154926</c:v>
                </c:pt>
                <c:pt idx="18263">
                  <c:v>6.0681480281690137</c:v>
                </c:pt>
                <c:pt idx="18264">
                  <c:v>6.0729338028169018</c:v>
                </c:pt>
                <c:pt idx="18265">
                  <c:v>6.0703684507042253</c:v>
                </c:pt>
                <c:pt idx="18266">
                  <c:v>6.0637128169014085</c:v>
                </c:pt>
                <c:pt idx="18267">
                  <c:v>6.0572048591549299</c:v>
                </c:pt>
                <c:pt idx="18268">
                  <c:v>6.0617865492957748</c:v>
                </c:pt>
                <c:pt idx="18269">
                  <c:v>6.0627253521126763</c:v>
                </c:pt>
                <c:pt idx="18270">
                  <c:v>6.0636570422535208</c:v>
                </c:pt>
                <c:pt idx="18271">
                  <c:v>6.061216549295775</c:v>
                </c:pt>
                <c:pt idx="18272">
                  <c:v>6.0495863380281687</c:v>
                </c:pt>
                <c:pt idx="18273">
                  <c:v>6.0498921126760568</c:v>
                </c:pt>
                <c:pt idx="18274">
                  <c:v>6.0502803521126758</c:v>
                </c:pt>
                <c:pt idx="18275">
                  <c:v>6.0503583802816898</c:v>
                </c:pt>
                <c:pt idx="18276">
                  <c:v>6.0474036619718312</c:v>
                </c:pt>
                <c:pt idx="18277">
                  <c:v>6.0466446478873239</c:v>
                </c:pt>
                <c:pt idx="18278">
                  <c:v>6.0500638028169016</c:v>
                </c:pt>
                <c:pt idx="18279">
                  <c:v>6.051596901408451</c:v>
                </c:pt>
                <c:pt idx="18280">
                  <c:v>6.0579168309859153</c:v>
                </c:pt>
                <c:pt idx="18281">
                  <c:v>6.0640309154929577</c:v>
                </c:pt>
                <c:pt idx="18282">
                  <c:v>6.0613328873239434</c:v>
                </c:pt>
                <c:pt idx="18283">
                  <c:v>6.0607423943661969</c:v>
                </c:pt>
                <c:pt idx="18284">
                  <c:v>6.056748873239437</c:v>
                </c:pt>
                <c:pt idx="18285">
                  <c:v>6.0545290845070419</c:v>
                </c:pt>
                <c:pt idx="18286">
                  <c:v>6.0600821126760565</c:v>
                </c:pt>
                <c:pt idx="18287">
                  <c:v>6.0647823943661976</c:v>
                </c:pt>
                <c:pt idx="18288">
                  <c:v>6.065346549295775</c:v>
                </c:pt>
                <c:pt idx="18289">
                  <c:v>6.0633565492957748</c:v>
                </c:pt>
                <c:pt idx="18290">
                  <c:v>6.0668441549295773</c:v>
                </c:pt>
                <c:pt idx="18291">
                  <c:v>6.0649673239436623</c:v>
                </c:pt>
                <c:pt idx="18292">
                  <c:v>6.061700352112676</c:v>
                </c:pt>
                <c:pt idx="18293">
                  <c:v>6.0543850704225353</c:v>
                </c:pt>
                <c:pt idx="18294">
                  <c:v>6.0441734507042257</c:v>
                </c:pt>
                <c:pt idx="18295">
                  <c:v>6.0483816901408449</c:v>
                </c:pt>
                <c:pt idx="18296">
                  <c:v>6.0539285211267604</c:v>
                </c:pt>
                <c:pt idx="18297">
                  <c:v>6.0514150000000004</c:v>
                </c:pt>
                <c:pt idx="18298">
                  <c:v>6.0483920422535213</c:v>
                </c:pt>
                <c:pt idx="18299">
                  <c:v>6.0492616901408454</c:v>
                </c:pt>
                <c:pt idx="18300">
                  <c:v>6.0564530985915495</c:v>
                </c:pt>
                <c:pt idx="18301">
                  <c:v>6.0581646478873239</c:v>
                </c:pt>
                <c:pt idx="18302">
                  <c:v>6.0564812676056334</c:v>
                </c:pt>
                <c:pt idx="18303">
                  <c:v>6.0663257746478871</c:v>
                </c:pt>
                <c:pt idx="18304">
                  <c:v>6.0749239436619717</c:v>
                </c:pt>
                <c:pt idx="18305">
                  <c:v>6.0795401408450704</c:v>
                </c:pt>
                <c:pt idx="18306">
                  <c:v>6.072483802816901</c:v>
                </c:pt>
                <c:pt idx="18307">
                  <c:v>6.0588556338028168</c:v>
                </c:pt>
                <c:pt idx="18308">
                  <c:v>6.0587251408450706</c:v>
                </c:pt>
                <c:pt idx="18309">
                  <c:v>6.0600324647887325</c:v>
                </c:pt>
                <c:pt idx="18310">
                  <c:v>6.059762464788732</c:v>
                </c:pt>
                <c:pt idx="18311">
                  <c:v>6.0632385915492959</c:v>
                </c:pt>
                <c:pt idx="18312">
                  <c:v>6.0673676056338026</c:v>
                </c:pt>
                <c:pt idx="18313">
                  <c:v>6.0689454929577469</c:v>
                </c:pt>
                <c:pt idx="18314">
                  <c:v>6.0696832394366194</c:v>
                </c:pt>
                <c:pt idx="18315">
                  <c:v>6.0668081690140845</c:v>
                </c:pt>
                <c:pt idx="18316">
                  <c:v>6.0637228873239435</c:v>
                </c:pt>
                <c:pt idx="18317">
                  <c:v>6.0681761267605632</c:v>
                </c:pt>
                <c:pt idx="18318">
                  <c:v>6.0738704225352116</c:v>
                </c:pt>
                <c:pt idx="18319">
                  <c:v>6.0748070422535214</c:v>
                </c:pt>
                <c:pt idx="18320">
                  <c:v>6.0679018309859156</c:v>
                </c:pt>
                <c:pt idx="18321">
                  <c:v>6.0625151408450701</c:v>
                </c:pt>
                <c:pt idx="18322">
                  <c:v>6.0682068309859156</c:v>
                </c:pt>
                <c:pt idx="18323">
                  <c:v>6.0749598591549292</c:v>
                </c:pt>
                <c:pt idx="18324">
                  <c:v>6.0728739436619721</c:v>
                </c:pt>
                <c:pt idx="18325">
                  <c:v>6.0583308450704223</c:v>
                </c:pt>
                <c:pt idx="18326">
                  <c:v>6.0479379577464787</c:v>
                </c:pt>
                <c:pt idx="18327">
                  <c:v>6.0492261267605638</c:v>
                </c:pt>
                <c:pt idx="18328">
                  <c:v>6.0519961971830982</c:v>
                </c:pt>
                <c:pt idx="18329">
                  <c:v>6.0567117605633802</c:v>
                </c:pt>
                <c:pt idx="18330">
                  <c:v>6.0561134507042258</c:v>
                </c:pt>
                <c:pt idx="18331">
                  <c:v>6.0456614788732397</c:v>
                </c:pt>
                <c:pt idx="18332">
                  <c:v>6.0418051408450708</c:v>
                </c:pt>
                <c:pt idx="18333">
                  <c:v>6.042139084507042</c:v>
                </c:pt>
                <c:pt idx="18334">
                  <c:v>6.0496906338028165</c:v>
                </c:pt>
                <c:pt idx="18335">
                  <c:v>6.0495076760563382</c:v>
                </c:pt>
                <c:pt idx="18336">
                  <c:v>6.0523826760563377</c:v>
                </c:pt>
                <c:pt idx="18337">
                  <c:v>6.0570159859154931</c:v>
                </c:pt>
                <c:pt idx="18338">
                  <c:v>6.0603359154929581</c:v>
                </c:pt>
                <c:pt idx="18339">
                  <c:v>6.056391971830986</c:v>
                </c:pt>
                <c:pt idx="18340">
                  <c:v>6.0519038732394366</c:v>
                </c:pt>
                <c:pt idx="18341">
                  <c:v>6.0543088028169016</c:v>
                </c:pt>
                <c:pt idx="18342">
                  <c:v>6.0574673943661974</c:v>
                </c:pt>
                <c:pt idx="18343">
                  <c:v>6.0594915492957746</c:v>
                </c:pt>
                <c:pt idx="18344">
                  <c:v>6.0593355633802819</c:v>
                </c:pt>
                <c:pt idx="18345">
                  <c:v>6.0634355633802821</c:v>
                </c:pt>
                <c:pt idx="18346">
                  <c:v>6.0622788732394364</c:v>
                </c:pt>
                <c:pt idx="18347">
                  <c:v>6.0556402816901409</c:v>
                </c:pt>
                <c:pt idx="18348">
                  <c:v>6.0523404929577467</c:v>
                </c:pt>
                <c:pt idx="18349">
                  <c:v>6.0528330281690144</c:v>
                </c:pt>
                <c:pt idx="18350">
                  <c:v>6.0560971126760563</c:v>
                </c:pt>
                <c:pt idx="18351">
                  <c:v>6.0651983098591549</c:v>
                </c:pt>
                <c:pt idx="18352">
                  <c:v>6.0721197183098594</c:v>
                </c:pt>
                <c:pt idx="18353">
                  <c:v>6.075040845070423</c:v>
                </c:pt>
                <c:pt idx="18354">
                  <c:v>6.0746211267605634</c:v>
                </c:pt>
                <c:pt idx="18355">
                  <c:v>6.0738274647887325</c:v>
                </c:pt>
                <c:pt idx="18356">
                  <c:v>6.0671526056338028</c:v>
                </c:pt>
                <c:pt idx="18357">
                  <c:v>6.0600266197183101</c:v>
                </c:pt>
                <c:pt idx="18358">
                  <c:v>6.0578913380281687</c:v>
                </c:pt>
                <c:pt idx="18359">
                  <c:v>6.0561863380281693</c:v>
                </c:pt>
                <c:pt idx="18360">
                  <c:v>6.0577565492957746</c:v>
                </c:pt>
                <c:pt idx="18361">
                  <c:v>6.0641883098591549</c:v>
                </c:pt>
                <c:pt idx="18362">
                  <c:v>6.0679001408450706</c:v>
                </c:pt>
                <c:pt idx="18363">
                  <c:v>6.0654572535211271</c:v>
                </c:pt>
                <c:pt idx="18364">
                  <c:v>6.0609142957746478</c:v>
                </c:pt>
                <c:pt idx="18365">
                  <c:v>6.0621664084507039</c:v>
                </c:pt>
                <c:pt idx="18366">
                  <c:v>6.0694833098591552</c:v>
                </c:pt>
                <c:pt idx="18367">
                  <c:v>6.0793626760563377</c:v>
                </c:pt>
                <c:pt idx="18368">
                  <c:v>6.0787500000000003</c:v>
                </c:pt>
                <c:pt idx="18369">
                  <c:v>6.0729915492957742</c:v>
                </c:pt>
                <c:pt idx="18370">
                  <c:v>6.0736746478873238</c:v>
                </c:pt>
                <c:pt idx="18371">
                  <c:v>6.0682785211267607</c:v>
                </c:pt>
                <c:pt idx="18372">
                  <c:v>6.0631701408450702</c:v>
                </c:pt>
                <c:pt idx="18373">
                  <c:v>6.0610369014084506</c:v>
                </c:pt>
                <c:pt idx="18374">
                  <c:v>6.0648932394366195</c:v>
                </c:pt>
                <c:pt idx="18375">
                  <c:v>6.0668207042253517</c:v>
                </c:pt>
                <c:pt idx="18376">
                  <c:v>6.0612395774647885</c:v>
                </c:pt>
                <c:pt idx="18377">
                  <c:v>6.055031971830986</c:v>
                </c:pt>
                <c:pt idx="18378">
                  <c:v>6.0550923943661976</c:v>
                </c:pt>
                <c:pt idx="18379">
                  <c:v>6.0608939436619718</c:v>
                </c:pt>
                <c:pt idx="18380">
                  <c:v>6.0654728169014085</c:v>
                </c:pt>
                <c:pt idx="18381">
                  <c:v>6.0649107746478874</c:v>
                </c:pt>
                <c:pt idx="18382">
                  <c:v>6.0615021830985913</c:v>
                </c:pt>
                <c:pt idx="18383">
                  <c:v>6.0511028169014081</c:v>
                </c:pt>
                <c:pt idx="18384">
                  <c:v>6.0456295774647888</c:v>
                </c:pt>
                <c:pt idx="18385">
                  <c:v>6.049162676056338</c:v>
                </c:pt>
                <c:pt idx="18386">
                  <c:v>6.051715985915493</c:v>
                </c:pt>
                <c:pt idx="18387">
                  <c:v>6.0578991549295775</c:v>
                </c:pt>
                <c:pt idx="18388">
                  <c:v>6.0574334507042256</c:v>
                </c:pt>
                <c:pt idx="18389">
                  <c:v>6.0563959859154926</c:v>
                </c:pt>
                <c:pt idx="18390">
                  <c:v>6.0536833098591547</c:v>
                </c:pt>
                <c:pt idx="18391">
                  <c:v>6.0549402112676054</c:v>
                </c:pt>
                <c:pt idx="18392">
                  <c:v>6.0546807042253521</c:v>
                </c:pt>
                <c:pt idx="18393">
                  <c:v>6.0546702816901412</c:v>
                </c:pt>
                <c:pt idx="18394">
                  <c:v>6.0536966901408453</c:v>
                </c:pt>
                <c:pt idx="18395">
                  <c:v>6.0528602816901405</c:v>
                </c:pt>
                <c:pt idx="18396">
                  <c:v>6.0600185211267608</c:v>
                </c:pt>
                <c:pt idx="18397">
                  <c:v>6.0591938732394368</c:v>
                </c:pt>
                <c:pt idx="18398">
                  <c:v>6.0468330281690141</c:v>
                </c:pt>
                <c:pt idx="18399">
                  <c:v>6.0382801408450701</c:v>
                </c:pt>
                <c:pt idx="18400">
                  <c:v>6.0350216901408453</c:v>
                </c:pt>
                <c:pt idx="18401">
                  <c:v>6.034683591549296</c:v>
                </c:pt>
                <c:pt idx="18402">
                  <c:v>6.0387063380281694</c:v>
                </c:pt>
                <c:pt idx="18403">
                  <c:v>6.0478959859154928</c:v>
                </c:pt>
                <c:pt idx="18404">
                  <c:v>6.0599514084507042</c:v>
                </c:pt>
                <c:pt idx="18405">
                  <c:v>6.0753422535211268</c:v>
                </c:pt>
                <c:pt idx="18406">
                  <c:v>6.0832894366197179</c:v>
                </c:pt>
                <c:pt idx="18407">
                  <c:v>6.0793957746478871</c:v>
                </c:pt>
                <c:pt idx="18408">
                  <c:v>6.0714901408450705</c:v>
                </c:pt>
                <c:pt idx="18409">
                  <c:v>6.0674492957746482</c:v>
                </c:pt>
                <c:pt idx="18410">
                  <c:v>6.0663406338028167</c:v>
                </c:pt>
                <c:pt idx="18411">
                  <c:v>6.0597228873239439</c:v>
                </c:pt>
                <c:pt idx="18412">
                  <c:v>6.0563627464788734</c:v>
                </c:pt>
                <c:pt idx="18413">
                  <c:v>6.0569499999999996</c:v>
                </c:pt>
                <c:pt idx="18414">
                  <c:v>6.0535213380281689</c:v>
                </c:pt>
                <c:pt idx="18415">
                  <c:v>6.0526618309859153</c:v>
                </c:pt>
                <c:pt idx="18416">
                  <c:v>6.0543733098591552</c:v>
                </c:pt>
                <c:pt idx="18417">
                  <c:v>6.0518712676056339</c:v>
                </c:pt>
                <c:pt idx="18418">
                  <c:v>6.0518455633802821</c:v>
                </c:pt>
                <c:pt idx="18419">
                  <c:v>6.0567534507042255</c:v>
                </c:pt>
                <c:pt idx="18420">
                  <c:v>6.0655154929577462</c:v>
                </c:pt>
                <c:pt idx="18421">
                  <c:v>6.0729535211267605</c:v>
                </c:pt>
                <c:pt idx="18422">
                  <c:v>6.0777753521126758</c:v>
                </c:pt>
                <c:pt idx="18423">
                  <c:v>6.0750035211267601</c:v>
                </c:pt>
                <c:pt idx="18424">
                  <c:v>6.0698907746478872</c:v>
                </c:pt>
                <c:pt idx="18425">
                  <c:v>6.0608242957746477</c:v>
                </c:pt>
                <c:pt idx="18426">
                  <c:v>6.0537739436619722</c:v>
                </c:pt>
                <c:pt idx="18427">
                  <c:v>6.0514639436619717</c:v>
                </c:pt>
                <c:pt idx="18428">
                  <c:v>6.0511586619718312</c:v>
                </c:pt>
                <c:pt idx="18429">
                  <c:v>6.0475335915492954</c:v>
                </c:pt>
                <c:pt idx="18430">
                  <c:v>6.0464622535211268</c:v>
                </c:pt>
                <c:pt idx="18431">
                  <c:v>6.0531472535211268</c:v>
                </c:pt>
                <c:pt idx="18432">
                  <c:v>6.0614898591549293</c:v>
                </c:pt>
                <c:pt idx="18433">
                  <c:v>6.0684416197183095</c:v>
                </c:pt>
                <c:pt idx="18434">
                  <c:v>6.0750795774647885</c:v>
                </c:pt>
                <c:pt idx="18435">
                  <c:v>6.0763873239436617</c:v>
                </c:pt>
                <c:pt idx="18436">
                  <c:v>6.075233098591549</c:v>
                </c:pt>
                <c:pt idx="18437">
                  <c:v>6.0661178169014081</c:v>
                </c:pt>
                <c:pt idx="18438">
                  <c:v>6.0626654929577466</c:v>
                </c:pt>
                <c:pt idx="18439">
                  <c:v>6.0682738028169014</c:v>
                </c:pt>
                <c:pt idx="18440">
                  <c:v>6.0732845070422536</c:v>
                </c:pt>
                <c:pt idx="18441">
                  <c:v>6.0724436619718309</c:v>
                </c:pt>
                <c:pt idx="18442">
                  <c:v>6.0645057042253523</c:v>
                </c:pt>
                <c:pt idx="18443">
                  <c:v>6.0610293661971832</c:v>
                </c:pt>
                <c:pt idx="18444">
                  <c:v>6.0585405633802818</c:v>
                </c:pt>
                <c:pt idx="18445">
                  <c:v>6.0613139436619718</c:v>
                </c:pt>
                <c:pt idx="18446">
                  <c:v>6.0634125352112678</c:v>
                </c:pt>
                <c:pt idx="18447">
                  <c:v>6.0639237323943664</c:v>
                </c:pt>
                <c:pt idx="18448">
                  <c:v>6.0658531690140842</c:v>
                </c:pt>
                <c:pt idx="18449">
                  <c:v>6.0684495774647891</c:v>
                </c:pt>
                <c:pt idx="18450">
                  <c:v>6.0708577464788736</c:v>
                </c:pt>
                <c:pt idx="18451">
                  <c:v>6.0712415492957748</c:v>
                </c:pt>
                <c:pt idx="18452">
                  <c:v>6.0653814788732392</c:v>
                </c:pt>
                <c:pt idx="18453">
                  <c:v>6.0630895774647886</c:v>
                </c:pt>
                <c:pt idx="18454">
                  <c:v>6.0626350000000002</c:v>
                </c:pt>
                <c:pt idx="18455">
                  <c:v>6.0585020422535214</c:v>
                </c:pt>
                <c:pt idx="18456">
                  <c:v>6.0596462676056335</c:v>
                </c:pt>
                <c:pt idx="18457">
                  <c:v>6.0624195774647891</c:v>
                </c:pt>
                <c:pt idx="18458">
                  <c:v>6.0589088732394369</c:v>
                </c:pt>
                <c:pt idx="18459">
                  <c:v>6.0489102816901408</c:v>
                </c:pt>
                <c:pt idx="18460">
                  <c:v>6.039612112676056</c:v>
                </c:pt>
                <c:pt idx="18461">
                  <c:v>6.0405030985915493</c:v>
                </c:pt>
                <c:pt idx="18462">
                  <c:v>6.0457585211267606</c:v>
                </c:pt>
                <c:pt idx="18463">
                  <c:v>6.0535052816901409</c:v>
                </c:pt>
                <c:pt idx="18464">
                  <c:v>6.0634645774647886</c:v>
                </c:pt>
                <c:pt idx="18465">
                  <c:v>6.0645940845070418</c:v>
                </c:pt>
                <c:pt idx="18466">
                  <c:v>6.0675544366197185</c:v>
                </c:pt>
                <c:pt idx="18467">
                  <c:v>6.0749767605633807</c:v>
                </c:pt>
                <c:pt idx="18468">
                  <c:v>6.0729366197183099</c:v>
                </c:pt>
                <c:pt idx="18469">
                  <c:v>6.0624160563380283</c:v>
                </c:pt>
                <c:pt idx="18470">
                  <c:v>6.054081690140845</c:v>
                </c:pt>
                <c:pt idx="18471">
                  <c:v>6.0508671126760563</c:v>
                </c:pt>
                <c:pt idx="18472">
                  <c:v>6.0501436619718314</c:v>
                </c:pt>
                <c:pt idx="18473">
                  <c:v>6.0515887323943662</c:v>
                </c:pt>
                <c:pt idx="18474">
                  <c:v>6.0555805633802819</c:v>
                </c:pt>
                <c:pt idx="18475">
                  <c:v>6.0556609859154928</c:v>
                </c:pt>
                <c:pt idx="18476">
                  <c:v>6.0611929577464787</c:v>
                </c:pt>
                <c:pt idx="18477">
                  <c:v>6.0696026056338024</c:v>
                </c:pt>
                <c:pt idx="18478">
                  <c:v>6.07447676056338</c:v>
                </c:pt>
                <c:pt idx="18479">
                  <c:v>6.0750591549295772</c:v>
                </c:pt>
                <c:pt idx="18480">
                  <c:v>6.0714035211267605</c:v>
                </c:pt>
                <c:pt idx="18481">
                  <c:v>6.0680030985915492</c:v>
                </c:pt>
                <c:pt idx="18482">
                  <c:v>6.0625535915492961</c:v>
                </c:pt>
                <c:pt idx="18483">
                  <c:v>6.0622962676056336</c:v>
                </c:pt>
                <c:pt idx="18484">
                  <c:v>6.0662327464788737</c:v>
                </c:pt>
                <c:pt idx="18485">
                  <c:v>6.0700351408450706</c:v>
                </c:pt>
                <c:pt idx="18486">
                  <c:v>6.0674611267605636</c:v>
                </c:pt>
                <c:pt idx="18487">
                  <c:v>6.0599919718309856</c:v>
                </c:pt>
                <c:pt idx="18488">
                  <c:v>6.0598357746478877</c:v>
                </c:pt>
                <c:pt idx="18489">
                  <c:v>6.066783802816901</c:v>
                </c:pt>
                <c:pt idx="18490">
                  <c:v>6.0664931690140849</c:v>
                </c:pt>
                <c:pt idx="18491">
                  <c:v>6.0613714084507047</c:v>
                </c:pt>
                <c:pt idx="18492">
                  <c:v>6.0554210563380284</c:v>
                </c:pt>
                <c:pt idx="18493">
                  <c:v>6.0534416197183099</c:v>
                </c:pt>
                <c:pt idx="18494">
                  <c:v>6.0554326760563377</c:v>
                </c:pt>
                <c:pt idx="18495">
                  <c:v>6.0590392957746477</c:v>
                </c:pt>
                <c:pt idx="18496">
                  <c:v>6.0627711971830989</c:v>
                </c:pt>
                <c:pt idx="18497">
                  <c:v>6.0607102816901408</c:v>
                </c:pt>
                <c:pt idx="18498">
                  <c:v>6.0559470422535213</c:v>
                </c:pt>
                <c:pt idx="18499">
                  <c:v>6.0588696478873239</c:v>
                </c:pt>
                <c:pt idx="18500">
                  <c:v>6.0595555633802816</c:v>
                </c:pt>
                <c:pt idx="18501">
                  <c:v>6.0558502816901409</c:v>
                </c:pt>
                <c:pt idx="18502">
                  <c:v>6.0521911971830988</c:v>
                </c:pt>
                <c:pt idx="18503">
                  <c:v>6.0536344366197179</c:v>
                </c:pt>
                <c:pt idx="18504">
                  <c:v>6.0544392253521124</c:v>
                </c:pt>
                <c:pt idx="18505">
                  <c:v>6.0565628169014083</c:v>
                </c:pt>
                <c:pt idx="18506">
                  <c:v>6.0583592253521124</c:v>
                </c:pt>
                <c:pt idx="18507">
                  <c:v>6.0497863380281691</c:v>
                </c:pt>
                <c:pt idx="18508">
                  <c:v>6.0445366197183095</c:v>
                </c:pt>
                <c:pt idx="18509">
                  <c:v>6.0476898591549295</c:v>
                </c:pt>
                <c:pt idx="18510">
                  <c:v>6.0504747183098591</c:v>
                </c:pt>
                <c:pt idx="18511">
                  <c:v>6.0466587323943664</c:v>
                </c:pt>
                <c:pt idx="18512">
                  <c:v>6.0396959154929579</c:v>
                </c:pt>
                <c:pt idx="18513">
                  <c:v>6.0416133098591551</c:v>
                </c:pt>
                <c:pt idx="18514">
                  <c:v>6.0490149295774645</c:v>
                </c:pt>
                <c:pt idx="18515">
                  <c:v>6.0553853521126761</c:v>
                </c:pt>
                <c:pt idx="18516">
                  <c:v>6.0619434507042254</c:v>
                </c:pt>
                <c:pt idx="18517">
                  <c:v>6.0602011267605631</c:v>
                </c:pt>
                <c:pt idx="18518">
                  <c:v>6.0624752112676052</c:v>
                </c:pt>
                <c:pt idx="18519">
                  <c:v>6.0606960563380285</c:v>
                </c:pt>
                <c:pt idx="18520">
                  <c:v>6.0595667605633805</c:v>
                </c:pt>
                <c:pt idx="18521">
                  <c:v>6.0645386619718309</c:v>
                </c:pt>
                <c:pt idx="18522">
                  <c:v>6.0682206338028166</c:v>
                </c:pt>
                <c:pt idx="18523">
                  <c:v>6.0692535915492956</c:v>
                </c:pt>
                <c:pt idx="18524">
                  <c:v>6.0662954929577468</c:v>
                </c:pt>
                <c:pt idx="18525">
                  <c:v>6.0595973943661976</c:v>
                </c:pt>
                <c:pt idx="18526">
                  <c:v>6.05692338028169</c:v>
                </c:pt>
                <c:pt idx="18527">
                  <c:v>6.0581959154929574</c:v>
                </c:pt>
                <c:pt idx="18528">
                  <c:v>6.0640836619718312</c:v>
                </c:pt>
                <c:pt idx="18529">
                  <c:v>6.065020070422535</c:v>
                </c:pt>
                <c:pt idx="18530">
                  <c:v>6.0659074647887321</c:v>
                </c:pt>
                <c:pt idx="18531">
                  <c:v>6.0590391549295779</c:v>
                </c:pt>
                <c:pt idx="18532">
                  <c:v>6.0536876056338027</c:v>
                </c:pt>
                <c:pt idx="18533">
                  <c:v>6.0565539436619718</c:v>
                </c:pt>
                <c:pt idx="18534">
                  <c:v>6.0547125352112676</c:v>
                </c:pt>
                <c:pt idx="18535">
                  <c:v>6.0502828873239434</c:v>
                </c:pt>
                <c:pt idx="18536">
                  <c:v>6.0472783098591547</c:v>
                </c:pt>
                <c:pt idx="18537">
                  <c:v>6.0505445774647884</c:v>
                </c:pt>
                <c:pt idx="18538">
                  <c:v>6.0555441549295779</c:v>
                </c:pt>
                <c:pt idx="18539">
                  <c:v>6.0623199999999997</c:v>
                </c:pt>
                <c:pt idx="18540">
                  <c:v>6.066736971830986</c:v>
                </c:pt>
                <c:pt idx="18541">
                  <c:v>6.0651968309859159</c:v>
                </c:pt>
                <c:pt idx="18542">
                  <c:v>6.0645087323943665</c:v>
                </c:pt>
                <c:pt idx="18543">
                  <c:v>6.0588625352112677</c:v>
                </c:pt>
                <c:pt idx="18544">
                  <c:v>6.0589833098591548</c:v>
                </c:pt>
                <c:pt idx="18545">
                  <c:v>6.062049225352113</c:v>
                </c:pt>
                <c:pt idx="18546">
                  <c:v>6.0653809859154926</c:v>
                </c:pt>
                <c:pt idx="18547">
                  <c:v>6.0696943661971829</c:v>
                </c:pt>
                <c:pt idx="18548">
                  <c:v>6.0679650000000001</c:v>
                </c:pt>
                <c:pt idx="18549">
                  <c:v>6.0643999295774647</c:v>
                </c:pt>
                <c:pt idx="18550">
                  <c:v>6.0716345070422539</c:v>
                </c:pt>
                <c:pt idx="18551">
                  <c:v>6.0832690140845074</c:v>
                </c:pt>
                <c:pt idx="18552">
                  <c:v>6.0867316901408453</c:v>
                </c:pt>
                <c:pt idx="18553">
                  <c:v>6.0795007042253522</c:v>
                </c:pt>
                <c:pt idx="18554">
                  <c:v>6.0734563380281692</c:v>
                </c:pt>
                <c:pt idx="18555">
                  <c:v>6.0627318309859151</c:v>
                </c:pt>
                <c:pt idx="18556">
                  <c:v>6.057815422535211</c:v>
                </c:pt>
                <c:pt idx="18557">
                  <c:v>6.0561654225352113</c:v>
                </c:pt>
                <c:pt idx="18558">
                  <c:v>6.0480054225352111</c:v>
                </c:pt>
                <c:pt idx="18559">
                  <c:v>6.0523085915492958</c:v>
                </c:pt>
                <c:pt idx="18560">
                  <c:v>6.0606106338028169</c:v>
                </c:pt>
                <c:pt idx="18561">
                  <c:v>6.058820774647887</c:v>
                </c:pt>
                <c:pt idx="18562">
                  <c:v>6.053209436619718</c:v>
                </c:pt>
                <c:pt idx="18563">
                  <c:v>6.049284014084507</c:v>
                </c:pt>
                <c:pt idx="18564">
                  <c:v>6.0475529577464791</c:v>
                </c:pt>
                <c:pt idx="18565">
                  <c:v>6.0448342253521128</c:v>
                </c:pt>
                <c:pt idx="18566">
                  <c:v>6.0409234507042253</c:v>
                </c:pt>
                <c:pt idx="18567">
                  <c:v>6.0475390845070418</c:v>
                </c:pt>
                <c:pt idx="18568">
                  <c:v>6.0508288028169011</c:v>
                </c:pt>
                <c:pt idx="18569">
                  <c:v>6.0529419014084507</c:v>
                </c:pt>
                <c:pt idx="18570">
                  <c:v>6.0572161267605633</c:v>
                </c:pt>
                <c:pt idx="18571">
                  <c:v>6.0546516197183102</c:v>
                </c:pt>
                <c:pt idx="18572">
                  <c:v>6.0539670422535208</c:v>
                </c:pt>
                <c:pt idx="18573">
                  <c:v>6.0503978873239435</c:v>
                </c:pt>
                <c:pt idx="18574">
                  <c:v>6.0475090845070421</c:v>
                </c:pt>
                <c:pt idx="18575">
                  <c:v>6.0520566197183099</c:v>
                </c:pt>
                <c:pt idx="18576">
                  <c:v>6.0589459154929575</c:v>
                </c:pt>
                <c:pt idx="18577">
                  <c:v>6.0686519718309855</c:v>
                </c:pt>
                <c:pt idx="18578">
                  <c:v>6.0734380281690141</c:v>
                </c:pt>
                <c:pt idx="18579">
                  <c:v>6.0728429577464791</c:v>
                </c:pt>
                <c:pt idx="18580">
                  <c:v>6.0730619718309855</c:v>
                </c:pt>
                <c:pt idx="18581">
                  <c:v>6.070230845070423</c:v>
                </c:pt>
                <c:pt idx="18582">
                  <c:v>6.0734098591549293</c:v>
                </c:pt>
                <c:pt idx="18583">
                  <c:v>6.0763408450704226</c:v>
                </c:pt>
                <c:pt idx="18584">
                  <c:v>6.0757471830985912</c:v>
                </c:pt>
                <c:pt idx="18585">
                  <c:v>6.0728992957746479</c:v>
                </c:pt>
                <c:pt idx="18586">
                  <c:v>6.070101478873239</c:v>
                </c:pt>
                <c:pt idx="18587">
                  <c:v>6.0727816901408449</c:v>
                </c:pt>
                <c:pt idx="18588">
                  <c:v>6.0656848591549295</c:v>
                </c:pt>
                <c:pt idx="18589">
                  <c:v>6.061959436619718</c:v>
                </c:pt>
                <c:pt idx="18590">
                  <c:v>6.0606814788732395</c:v>
                </c:pt>
                <c:pt idx="18591">
                  <c:v>6.0663359859154928</c:v>
                </c:pt>
                <c:pt idx="18592">
                  <c:v>6.065628591549296</c:v>
                </c:pt>
                <c:pt idx="18593">
                  <c:v>6.0613189436619717</c:v>
                </c:pt>
                <c:pt idx="18594">
                  <c:v>6.0621890845070423</c:v>
                </c:pt>
                <c:pt idx="18595">
                  <c:v>6.0653903521126757</c:v>
                </c:pt>
                <c:pt idx="18596">
                  <c:v>6.0665323239436617</c:v>
                </c:pt>
                <c:pt idx="18597">
                  <c:v>6.0624209859154927</c:v>
                </c:pt>
                <c:pt idx="18598">
                  <c:v>6.0639211971830989</c:v>
                </c:pt>
                <c:pt idx="18599">
                  <c:v>6.0702935915492962</c:v>
                </c:pt>
                <c:pt idx="18600">
                  <c:v>6.0692471126760568</c:v>
                </c:pt>
                <c:pt idx="18601">
                  <c:v>6.0663797183098591</c:v>
                </c:pt>
                <c:pt idx="18602">
                  <c:v>6.0610435211267601</c:v>
                </c:pt>
                <c:pt idx="18603">
                  <c:v>6.0502319718309856</c:v>
                </c:pt>
                <c:pt idx="18604">
                  <c:v>6.0455863380281691</c:v>
                </c:pt>
                <c:pt idx="18605">
                  <c:v>6.0500757042253523</c:v>
                </c:pt>
                <c:pt idx="18606">
                  <c:v>6.0542468309859157</c:v>
                </c:pt>
                <c:pt idx="18607">
                  <c:v>6.0556509859154932</c:v>
                </c:pt>
                <c:pt idx="18608">
                  <c:v>6.0580325352112672</c:v>
                </c:pt>
                <c:pt idx="18609">
                  <c:v>6.0633997183098591</c:v>
                </c:pt>
                <c:pt idx="18610">
                  <c:v>6.0671248591549292</c:v>
                </c:pt>
                <c:pt idx="18611">
                  <c:v>6.0637211971830984</c:v>
                </c:pt>
                <c:pt idx="18612">
                  <c:v>6.0550035211267605</c:v>
                </c:pt>
                <c:pt idx="18613">
                  <c:v>6.052327676056338</c:v>
                </c:pt>
                <c:pt idx="18614">
                  <c:v>6.0554790845070423</c:v>
                </c:pt>
                <c:pt idx="18615">
                  <c:v>6.0631222535211267</c:v>
                </c:pt>
                <c:pt idx="18616">
                  <c:v>6.0745908450704222</c:v>
                </c:pt>
                <c:pt idx="18617">
                  <c:v>6.0769915492957747</c:v>
                </c:pt>
                <c:pt idx="18618">
                  <c:v>6.0637411267605632</c:v>
                </c:pt>
                <c:pt idx="18619">
                  <c:v>6.0639007746478875</c:v>
                </c:pt>
                <c:pt idx="18620">
                  <c:v>6.0677988028169016</c:v>
                </c:pt>
                <c:pt idx="18621">
                  <c:v>6.0681924647887326</c:v>
                </c:pt>
                <c:pt idx="18622">
                  <c:v>6.0678596478873237</c:v>
                </c:pt>
                <c:pt idx="18623">
                  <c:v>6.0626948591549299</c:v>
                </c:pt>
                <c:pt idx="18624">
                  <c:v>6.0611757042253522</c:v>
                </c:pt>
                <c:pt idx="18625">
                  <c:v>6.0653304225352116</c:v>
                </c:pt>
                <c:pt idx="18626">
                  <c:v>6.0711647887323945</c:v>
                </c:pt>
                <c:pt idx="18627">
                  <c:v>6.0736640845070422</c:v>
                </c:pt>
                <c:pt idx="18628">
                  <c:v>6.0680630985915496</c:v>
                </c:pt>
                <c:pt idx="18629">
                  <c:v>6.0670943661971828</c:v>
                </c:pt>
                <c:pt idx="18630">
                  <c:v>6.0717323943661974</c:v>
                </c:pt>
                <c:pt idx="18631">
                  <c:v>6.0669723943661973</c:v>
                </c:pt>
                <c:pt idx="18632">
                  <c:v>6.0601478169014085</c:v>
                </c:pt>
                <c:pt idx="18633">
                  <c:v>6.0599303521126764</c:v>
                </c:pt>
                <c:pt idx="18634">
                  <c:v>6.070102605633803</c:v>
                </c:pt>
                <c:pt idx="18635">
                  <c:v>6.0713408450704227</c:v>
                </c:pt>
                <c:pt idx="18636">
                  <c:v>6.0672490140845072</c:v>
                </c:pt>
                <c:pt idx="18637">
                  <c:v>6.0707190140845073</c:v>
                </c:pt>
                <c:pt idx="18638">
                  <c:v>6.074848591549296</c:v>
                </c:pt>
                <c:pt idx="18639">
                  <c:v>6.0745577464788729</c:v>
                </c:pt>
                <c:pt idx="18640">
                  <c:v>6.0672857042253519</c:v>
                </c:pt>
                <c:pt idx="18641">
                  <c:v>6.0630804225352115</c:v>
                </c:pt>
                <c:pt idx="18642">
                  <c:v>6.0652481690140849</c:v>
                </c:pt>
                <c:pt idx="18643">
                  <c:v>6.0626167605633805</c:v>
                </c:pt>
                <c:pt idx="18644">
                  <c:v>6.0558278873239439</c:v>
                </c:pt>
                <c:pt idx="18645">
                  <c:v>6.0590254929577467</c:v>
                </c:pt>
                <c:pt idx="18646">
                  <c:v>6.0643026056338032</c:v>
                </c:pt>
                <c:pt idx="18647">
                  <c:v>6.0618800000000004</c:v>
                </c:pt>
                <c:pt idx="18648">
                  <c:v>6.0545646478873243</c:v>
                </c:pt>
                <c:pt idx="18649">
                  <c:v>6.0525922535211265</c:v>
                </c:pt>
                <c:pt idx="18650">
                  <c:v>6.0562454225352109</c:v>
                </c:pt>
                <c:pt idx="18651">
                  <c:v>6.0587135211267604</c:v>
                </c:pt>
                <c:pt idx="18652">
                  <c:v>6.058453802816901</c:v>
                </c:pt>
                <c:pt idx="18653">
                  <c:v>6.0616163380281689</c:v>
                </c:pt>
                <c:pt idx="18654">
                  <c:v>6.0653490845070426</c:v>
                </c:pt>
                <c:pt idx="18655">
                  <c:v>6.0626355633802813</c:v>
                </c:pt>
                <c:pt idx="18656">
                  <c:v>6.0582367605633802</c:v>
                </c:pt>
                <c:pt idx="18657">
                  <c:v>6.0516314084507039</c:v>
                </c:pt>
                <c:pt idx="18658">
                  <c:v>6.0477758450704222</c:v>
                </c:pt>
                <c:pt idx="18659">
                  <c:v>6.0524716901408446</c:v>
                </c:pt>
                <c:pt idx="18660">
                  <c:v>6.0611499999999996</c:v>
                </c:pt>
                <c:pt idx="18661">
                  <c:v>6.0709521126760562</c:v>
                </c:pt>
                <c:pt idx="18662">
                  <c:v>6.0765654929577462</c:v>
                </c:pt>
                <c:pt idx="18663">
                  <c:v>6.0757478873239439</c:v>
                </c:pt>
                <c:pt idx="18664">
                  <c:v>6.0696120422535209</c:v>
                </c:pt>
                <c:pt idx="18665">
                  <c:v>6.0649355633802813</c:v>
                </c:pt>
                <c:pt idx="18666">
                  <c:v>6.0644236619718308</c:v>
                </c:pt>
                <c:pt idx="18667">
                  <c:v>6.0640954929577466</c:v>
                </c:pt>
                <c:pt idx="18668">
                  <c:v>6.0610684507042256</c:v>
                </c:pt>
                <c:pt idx="18669">
                  <c:v>6.0583756338028172</c:v>
                </c:pt>
                <c:pt idx="18670">
                  <c:v>6.0601808450704224</c:v>
                </c:pt>
                <c:pt idx="18671">
                  <c:v>6.0557826760563378</c:v>
                </c:pt>
                <c:pt idx="18672">
                  <c:v>6.0476797183098592</c:v>
                </c:pt>
                <c:pt idx="18673">
                  <c:v>6.0483180281690139</c:v>
                </c:pt>
                <c:pt idx="18674">
                  <c:v>6.0556247183098595</c:v>
                </c:pt>
                <c:pt idx="18675">
                  <c:v>6.0636917605633807</c:v>
                </c:pt>
                <c:pt idx="18676">
                  <c:v>6.064053943661972</c:v>
                </c:pt>
                <c:pt idx="18677">
                  <c:v>6.0608071830985919</c:v>
                </c:pt>
                <c:pt idx="18678">
                  <c:v>6.0624025352112678</c:v>
                </c:pt>
                <c:pt idx="18679">
                  <c:v>6.0601140140845073</c:v>
                </c:pt>
                <c:pt idx="18680">
                  <c:v>6.0520919718309862</c:v>
                </c:pt>
                <c:pt idx="18681">
                  <c:v>6.0434957746478872</c:v>
                </c:pt>
                <c:pt idx="18682">
                  <c:v>6.0470257746478877</c:v>
                </c:pt>
                <c:pt idx="18683">
                  <c:v>6.0553043661971833</c:v>
                </c:pt>
                <c:pt idx="18684">
                  <c:v>6.0567205633802814</c:v>
                </c:pt>
                <c:pt idx="18685">
                  <c:v>6.0553688028169015</c:v>
                </c:pt>
                <c:pt idx="18686">
                  <c:v>6.0576002816901404</c:v>
                </c:pt>
                <c:pt idx="18687">
                  <c:v>6.0584063380281687</c:v>
                </c:pt>
                <c:pt idx="18688">
                  <c:v>6.0583968309859157</c:v>
                </c:pt>
                <c:pt idx="18689">
                  <c:v>6.0613571126760561</c:v>
                </c:pt>
                <c:pt idx="18690">
                  <c:v>6.0578973943661971</c:v>
                </c:pt>
                <c:pt idx="18691">
                  <c:v>6.0521585915492961</c:v>
                </c:pt>
                <c:pt idx="18692">
                  <c:v>6.0455585915492955</c:v>
                </c:pt>
                <c:pt idx="18693">
                  <c:v>6.0413947887323944</c:v>
                </c:pt>
                <c:pt idx="18694">
                  <c:v>6.0453183098591552</c:v>
                </c:pt>
                <c:pt idx="18695">
                  <c:v>6.0475746478873242</c:v>
                </c:pt>
                <c:pt idx="18696">
                  <c:v>6.0436116197183098</c:v>
                </c:pt>
                <c:pt idx="18697">
                  <c:v>6.0431021830985916</c:v>
                </c:pt>
                <c:pt idx="18698">
                  <c:v>6.0408478169014082</c:v>
                </c:pt>
                <c:pt idx="18699">
                  <c:v>6.040728521126761</c:v>
                </c:pt>
                <c:pt idx="18700">
                  <c:v>6.0475245070422536</c:v>
                </c:pt>
                <c:pt idx="18701">
                  <c:v>6.0565454929577465</c:v>
                </c:pt>
                <c:pt idx="18702">
                  <c:v>6.0621583802816899</c:v>
                </c:pt>
                <c:pt idx="18703">
                  <c:v>6.0533997183098593</c:v>
                </c:pt>
                <c:pt idx="18704">
                  <c:v>6.046543309859155</c:v>
                </c:pt>
                <c:pt idx="18705">
                  <c:v>6.0438850000000004</c:v>
                </c:pt>
                <c:pt idx="18706">
                  <c:v>6.0435641549295775</c:v>
                </c:pt>
                <c:pt idx="18707">
                  <c:v>6.0414913380281687</c:v>
                </c:pt>
                <c:pt idx="18708">
                  <c:v>6.0352115492957745</c:v>
                </c:pt>
                <c:pt idx="18709">
                  <c:v>6.0361338732394367</c:v>
                </c:pt>
                <c:pt idx="18710">
                  <c:v>6.0359335915492958</c:v>
                </c:pt>
                <c:pt idx="18711">
                  <c:v>6.0386092957746476</c:v>
                </c:pt>
                <c:pt idx="18712">
                  <c:v>6.0409395774647887</c:v>
                </c:pt>
                <c:pt idx="18713">
                  <c:v>6.0454257042253525</c:v>
                </c:pt>
                <c:pt idx="18714">
                  <c:v>6.0482919718309862</c:v>
                </c:pt>
                <c:pt idx="18715">
                  <c:v>6.0479362676056336</c:v>
                </c:pt>
                <c:pt idx="18716">
                  <c:v>6.0543454929577463</c:v>
                </c:pt>
                <c:pt idx="18717">
                  <c:v>6.0605969014084504</c:v>
                </c:pt>
                <c:pt idx="18718">
                  <c:v>6.0580324647887327</c:v>
                </c:pt>
                <c:pt idx="18719">
                  <c:v>6.0572852112676054</c:v>
                </c:pt>
                <c:pt idx="18720">
                  <c:v>6.0589380985915495</c:v>
                </c:pt>
                <c:pt idx="18721">
                  <c:v>6.0622538028169011</c:v>
                </c:pt>
                <c:pt idx="18722">
                  <c:v>6.0614245070422532</c:v>
                </c:pt>
                <c:pt idx="18723">
                  <c:v>6.0558462676056335</c:v>
                </c:pt>
                <c:pt idx="18724">
                  <c:v>6.0505462676056334</c:v>
                </c:pt>
                <c:pt idx="18725">
                  <c:v>6.0471233802816897</c:v>
                </c:pt>
                <c:pt idx="18726">
                  <c:v>6.0495668309859152</c:v>
                </c:pt>
                <c:pt idx="18727">
                  <c:v>6.0513178873239433</c:v>
                </c:pt>
                <c:pt idx="18728">
                  <c:v>6.0508649295774646</c:v>
                </c:pt>
                <c:pt idx="18729">
                  <c:v>6.0461286619718306</c:v>
                </c:pt>
                <c:pt idx="18730">
                  <c:v>6.0413507042253523</c:v>
                </c:pt>
                <c:pt idx="18731">
                  <c:v>6.0411217605633807</c:v>
                </c:pt>
                <c:pt idx="18732">
                  <c:v>6.0460066901408451</c:v>
                </c:pt>
                <c:pt idx="18733">
                  <c:v>6.0456127464788736</c:v>
                </c:pt>
                <c:pt idx="18734">
                  <c:v>6.0503402112676055</c:v>
                </c:pt>
                <c:pt idx="18735">
                  <c:v>6.0634475352112673</c:v>
                </c:pt>
                <c:pt idx="18736">
                  <c:v>6.0691925352112674</c:v>
                </c:pt>
                <c:pt idx="18737">
                  <c:v>6.0690879577464791</c:v>
                </c:pt>
                <c:pt idx="18738">
                  <c:v>6.0631916901408447</c:v>
                </c:pt>
                <c:pt idx="18739">
                  <c:v>6.0638846478873241</c:v>
                </c:pt>
                <c:pt idx="18740">
                  <c:v>6.0693672535211265</c:v>
                </c:pt>
                <c:pt idx="18741">
                  <c:v>6.0684238732394364</c:v>
                </c:pt>
                <c:pt idx="18742">
                  <c:v>6.063851971830986</c:v>
                </c:pt>
                <c:pt idx="18743">
                  <c:v>6.0602306338028171</c:v>
                </c:pt>
                <c:pt idx="18744">
                  <c:v>6.0556344366197186</c:v>
                </c:pt>
                <c:pt idx="18745">
                  <c:v>6.0556919014084505</c:v>
                </c:pt>
                <c:pt idx="18746">
                  <c:v>6.0621054929577465</c:v>
                </c:pt>
                <c:pt idx="18747">
                  <c:v>6.0686282394366193</c:v>
                </c:pt>
                <c:pt idx="18748">
                  <c:v>6.0641872535211263</c:v>
                </c:pt>
                <c:pt idx="18749">
                  <c:v>6.0520183098591547</c:v>
                </c:pt>
                <c:pt idx="18750">
                  <c:v>6.0434332394366201</c:v>
                </c:pt>
                <c:pt idx="18751">
                  <c:v>6.0423330985915493</c:v>
                </c:pt>
                <c:pt idx="18752">
                  <c:v>6.0435204225352113</c:v>
                </c:pt>
                <c:pt idx="18753">
                  <c:v>6.048621197183099</c:v>
                </c:pt>
                <c:pt idx="18754">
                  <c:v>6.0528443661971831</c:v>
                </c:pt>
                <c:pt idx="18755">
                  <c:v>6.0547763380281694</c:v>
                </c:pt>
                <c:pt idx="18756">
                  <c:v>6.0530632394366197</c:v>
                </c:pt>
                <c:pt idx="18757">
                  <c:v>6.0528007746478876</c:v>
                </c:pt>
                <c:pt idx="18758">
                  <c:v>6.0482571126760565</c:v>
                </c:pt>
                <c:pt idx="18759">
                  <c:v>6.0469378169014085</c:v>
                </c:pt>
                <c:pt idx="18760">
                  <c:v>6.0522872535211265</c:v>
                </c:pt>
                <c:pt idx="18761">
                  <c:v>6.0531673239436623</c:v>
                </c:pt>
                <c:pt idx="18762">
                  <c:v>6.0548821126760561</c:v>
                </c:pt>
                <c:pt idx="18763">
                  <c:v>6.0543916901408448</c:v>
                </c:pt>
                <c:pt idx="18764">
                  <c:v>6.0500989436619719</c:v>
                </c:pt>
                <c:pt idx="18765">
                  <c:v>6.0506699295774649</c:v>
                </c:pt>
                <c:pt idx="18766">
                  <c:v>6.0510699295774648</c:v>
                </c:pt>
                <c:pt idx="18767">
                  <c:v>6.0514559154929577</c:v>
                </c:pt>
                <c:pt idx="18768">
                  <c:v>6.0606952816901405</c:v>
                </c:pt>
                <c:pt idx="18769">
                  <c:v>6.065518450704225</c:v>
                </c:pt>
                <c:pt idx="18770">
                  <c:v>6.063375422535211</c:v>
                </c:pt>
                <c:pt idx="18771">
                  <c:v>6.0693284507042256</c:v>
                </c:pt>
                <c:pt idx="18772">
                  <c:v>6.0738485915492957</c:v>
                </c:pt>
                <c:pt idx="18773">
                  <c:v>6.0733753521126763</c:v>
                </c:pt>
                <c:pt idx="18774">
                  <c:v>6.0695677464788735</c:v>
                </c:pt>
                <c:pt idx="18775">
                  <c:v>6.0603296478873236</c:v>
                </c:pt>
                <c:pt idx="18776">
                  <c:v>6.0544128873239433</c:v>
                </c:pt>
                <c:pt idx="18777">
                  <c:v>6.0581367605633805</c:v>
                </c:pt>
                <c:pt idx="18778">
                  <c:v>6.0705161971830988</c:v>
                </c:pt>
                <c:pt idx="18779">
                  <c:v>6.0781415492957747</c:v>
                </c:pt>
                <c:pt idx="18780">
                  <c:v>6.064517394366197</c:v>
                </c:pt>
                <c:pt idx="18781">
                  <c:v>6.0498322535211271</c:v>
                </c:pt>
                <c:pt idx="18782">
                  <c:v>6.0472640140845071</c:v>
                </c:pt>
                <c:pt idx="18783">
                  <c:v>6.0432011267605636</c:v>
                </c:pt>
                <c:pt idx="18784">
                  <c:v>6.0475757746478873</c:v>
                </c:pt>
                <c:pt idx="18785">
                  <c:v>6.05220485915493</c:v>
                </c:pt>
                <c:pt idx="18786">
                  <c:v>6.0495230281690144</c:v>
                </c:pt>
                <c:pt idx="18787">
                  <c:v>6.0459392253521127</c:v>
                </c:pt>
                <c:pt idx="18788">
                  <c:v>6.0427514084507044</c:v>
                </c:pt>
                <c:pt idx="18789">
                  <c:v>6.044614366197183</c:v>
                </c:pt>
                <c:pt idx="18790">
                  <c:v>6.0513081690140842</c:v>
                </c:pt>
                <c:pt idx="18791">
                  <c:v>6.058548802816901</c:v>
                </c:pt>
                <c:pt idx="18792">
                  <c:v>6.0700081690140841</c:v>
                </c:pt>
                <c:pt idx="18793">
                  <c:v>6.0779225352112674</c:v>
                </c:pt>
                <c:pt idx="18794">
                  <c:v>6.0743809859154929</c:v>
                </c:pt>
                <c:pt idx="18795">
                  <c:v>6.0701113380281688</c:v>
                </c:pt>
                <c:pt idx="18796">
                  <c:v>6.0716105633802817</c:v>
                </c:pt>
                <c:pt idx="18797">
                  <c:v>6.0677914788732394</c:v>
                </c:pt>
                <c:pt idx="18798">
                  <c:v>6.0691921830985915</c:v>
                </c:pt>
                <c:pt idx="18799">
                  <c:v>6.0727718309859151</c:v>
                </c:pt>
                <c:pt idx="18800">
                  <c:v>6.0674648591549296</c:v>
                </c:pt>
                <c:pt idx="18801">
                  <c:v>6.0587147887323942</c:v>
                </c:pt>
                <c:pt idx="18802">
                  <c:v>6.0569368309859151</c:v>
                </c:pt>
                <c:pt idx="18803">
                  <c:v>6.0564865492957747</c:v>
                </c:pt>
                <c:pt idx="18804">
                  <c:v>6.0570812676056338</c:v>
                </c:pt>
                <c:pt idx="18805">
                  <c:v>6.0577867605633804</c:v>
                </c:pt>
                <c:pt idx="18806">
                  <c:v>6.054139577464789</c:v>
                </c:pt>
                <c:pt idx="18807">
                  <c:v>6.0565056338028169</c:v>
                </c:pt>
                <c:pt idx="18808">
                  <c:v>6.0700399999999997</c:v>
                </c:pt>
                <c:pt idx="18809">
                  <c:v>6.078264788732394</c:v>
                </c:pt>
                <c:pt idx="18810">
                  <c:v>6.0765584507042254</c:v>
                </c:pt>
                <c:pt idx="18811">
                  <c:v>6.0676707746478877</c:v>
                </c:pt>
                <c:pt idx="18812">
                  <c:v>6.0597687323943665</c:v>
                </c:pt>
                <c:pt idx="18813">
                  <c:v>6.0544881690140846</c:v>
                </c:pt>
                <c:pt idx="18814">
                  <c:v>6.0587073943661975</c:v>
                </c:pt>
                <c:pt idx="18815">
                  <c:v>6.0619541549295777</c:v>
                </c:pt>
                <c:pt idx="18816">
                  <c:v>6.0584256338028171</c:v>
                </c:pt>
                <c:pt idx="18817">
                  <c:v>6.057020633802817</c:v>
                </c:pt>
                <c:pt idx="18818">
                  <c:v>6.0514904225352115</c:v>
                </c:pt>
                <c:pt idx="18819">
                  <c:v>6.0477909859154932</c:v>
                </c:pt>
                <c:pt idx="18820">
                  <c:v>6.0527482394366201</c:v>
                </c:pt>
                <c:pt idx="18821">
                  <c:v>6.0610176760563377</c:v>
                </c:pt>
                <c:pt idx="18822">
                  <c:v>6.0660559154929574</c:v>
                </c:pt>
                <c:pt idx="18823">
                  <c:v>6.0674804929577464</c:v>
                </c:pt>
                <c:pt idx="18824">
                  <c:v>6.0684758450704228</c:v>
                </c:pt>
                <c:pt idx="18825">
                  <c:v>6.0748894366197179</c:v>
                </c:pt>
                <c:pt idx="18826">
                  <c:v>6.0748605633802821</c:v>
                </c:pt>
                <c:pt idx="18827">
                  <c:v>6.0720999999999998</c:v>
                </c:pt>
                <c:pt idx="18828">
                  <c:v>6.0690021126760563</c:v>
                </c:pt>
                <c:pt idx="18829">
                  <c:v>6.0614130985915491</c:v>
                </c:pt>
                <c:pt idx="18830">
                  <c:v>6.0563777464788728</c:v>
                </c:pt>
                <c:pt idx="18831">
                  <c:v>6.0579309154929577</c:v>
                </c:pt>
                <c:pt idx="18832">
                  <c:v>6.0562135915492954</c:v>
                </c:pt>
                <c:pt idx="18833">
                  <c:v>6.0557054929577463</c:v>
                </c:pt>
                <c:pt idx="18834">
                  <c:v>6.0575564788732397</c:v>
                </c:pt>
                <c:pt idx="18835">
                  <c:v>6.0515485915492961</c:v>
                </c:pt>
                <c:pt idx="18836">
                  <c:v>6.0472410563380281</c:v>
                </c:pt>
                <c:pt idx="18837">
                  <c:v>6.0505269014084506</c:v>
                </c:pt>
                <c:pt idx="18838">
                  <c:v>6.0548478169014084</c:v>
                </c:pt>
                <c:pt idx="18839">
                  <c:v>6.0542945070422531</c:v>
                </c:pt>
                <c:pt idx="18840">
                  <c:v>6.0503445774647888</c:v>
                </c:pt>
                <c:pt idx="18841">
                  <c:v>6.0501897183098592</c:v>
                </c:pt>
                <c:pt idx="18842">
                  <c:v>6.0521030985915489</c:v>
                </c:pt>
                <c:pt idx="18843">
                  <c:v>6.0586347887323946</c:v>
                </c:pt>
                <c:pt idx="18844">
                  <c:v>6.06215338028169</c:v>
                </c:pt>
                <c:pt idx="18845">
                  <c:v>6.0594169014084507</c:v>
                </c:pt>
                <c:pt idx="18846">
                  <c:v>6.0584755633802816</c:v>
                </c:pt>
                <c:pt idx="18847">
                  <c:v>6.0634951408450704</c:v>
                </c:pt>
                <c:pt idx="18848">
                  <c:v>6.0656588028169018</c:v>
                </c:pt>
                <c:pt idx="18849">
                  <c:v>6.0611594366197181</c:v>
                </c:pt>
                <c:pt idx="18850">
                  <c:v>6.0495570422535208</c:v>
                </c:pt>
                <c:pt idx="18851">
                  <c:v>6.0453048591549292</c:v>
                </c:pt>
                <c:pt idx="18852">
                  <c:v>6.0463640140845074</c:v>
                </c:pt>
                <c:pt idx="18853">
                  <c:v>6.0547895774647884</c:v>
                </c:pt>
                <c:pt idx="18854">
                  <c:v>6.0615446478873238</c:v>
                </c:pt>
                <c:pt idx="18855">
                  <c:v>6.0639097183098594</c:v>
                </c:pt>
                <c:pt idx="18856">
                  <c:v>6.0624852816901411</c:v>
                </c:pt>
                <c:pt idx="18857">
                  <c:v>6.0571728873239437</c:v>
                </c:pt>
                <c:pt idx="18858">
                  <c:v>6.0586957746478873</c:v>
                </c:pt>
                <c:pt idx="18859">
                  <c:v>6.0696445774647891</c:v>
                </c:pt>
                <c:pt idx="18860">
                  <c:v>6.0699874647887322</c:v>
                </c:pt>
                <c:pt idx="18861">
                  <c:v>6.0611208450704224</c:v>
                </c:pt>
                <c:pt idx="18862">
                  <c:v>6.054559366197183</c:v>
                </c:pt>
                <c:pt idx="18863">
                  <c:v>6.0466409154929579</c:v>
                </c:pt>
                <c:pt idx="18864">
                  <c:v>6.0515112676056342</c:v>
                </c:pt>
                <c:pt idx="18865">
                  <c:v>6.0565461267605638</c:v>
                </c:pt>
                <c:pt idx="18866">
                  <c:v>6.0633762676056335</c:v>
                </c:pt>
                <c:pt idx="18867">
                  <c:v>6.0729098591549295</c:v>
                </c:pt>
                <c:pt idx="18868">
                  <c:v>6.0708732394366196</c:v>
                </c:pt>
                <c:pt idx="18869">
                  <c:v>6.0694881690140843</c:v>
                </c:pt>
                <c:pt idx="18870">
                  <c:v>6.0670801408450705</c:v>
                </c:pt>
                <c:pt idx="18871">
                  <c:v>6.061423732394366</c:v>
                </c:pt>
                <c:pt idx="18872">
                  <c:v>6.0560807746478877</c:v>
                </c:pt>
                <c:pt idx="18873">
                  <c:v>6.0573409859154932</c:v>
                </c:pt>
                <c:pt idx="18874">
                  <c:v>6.0589751408450701</c:v>
                </c:pt>
                <c:pt idx="18875">
                  <c:v>6.0611992957746477</c:v>
                </c:pt>
                <c:pt idx="18876">
                  <c:v>6.0621547887323946</c:v>
                </c:pt>
                <c:pt idx="18877">
                  <c:v>6.0564834507042251</c:v>
                </c:pt>
                <c:pt idx="18878">
                  <c:v>6.0505053521126761</c:v>
                </c:pt>
                <c:pt idx="18879">
                  <c:v>6.0471116197183097</c:v>
                </c:pt>
                <c:pt idx="18880">
                  <c:v>6.0499676056338032</c:v>
                </c:pt>
                <c:pt idx="18881">
                  <c:v>6.054059295774648</c:v>
                </c:pt>
                <c:pt idx="18882">
                  <c:v>6.0570797183098595</c:v>
                </c:pt>
                <c:pt idx="18883">
                  <c:v>6.0588230985915494</c:v>
                </c:pt>
                <c:pt idx="18884">
                  <c:v>6.0575209154929581</c:v>
                </c:pt>
                <c:pt idx="18885">
                  <c:v>6.0496749295774652</c:v>
                </c:pt>
                <c:pt idx="18886">
                  <c:v>6.0464213380281686</c:v>
                </c:pt>
                <c:pt idx="18887">
                  <c:v>6.0429631690140848</c:v>
                </c:pt>
                <c:pt idx="18888">
                  <c:v>6.0411171126760568</c:v>
                </c:pt>
                <c:pt idx="18889">
                  <c:v>6.0446999295774644</c:v>
                </c:pt>
                <c:pt idx="18890">
                  <c:v>6.0482954225352117</c:v>
                </c:pt>
                <c:pt idx="18891">
                  <c:v>6.0527262676056335</c:v>
                </c:pt>
                <c:pt idx="18892">
                  <c:v>6.0579402112676055</c:v>
                </c:pt>
                <c:pt idx="18893">
                  <c:v>6.0593994366197181</c:v>
                </c:pt>
                <c:pt idx="18894">
                  <c:v>6.0567582394366193</c:v>
                </c:pt>
                <c:pt idx="18895">
                  <c:v>6.0515548591549297</c:v>
                </c:pt>
                <c:pt idx="18896">
                  <c:v>6.0496035211267607</c:v>
                </c:pt>
                <c:pt idx="18897">
                  <c:v>6.0501697183098591</c:v>
                </c:pt>
                <c:pt idx="18898">
                  <c:v>6.0500462676056337</c:v>
                </c:pt>
                <c:pt idx="18899">
                  <c:v>6.0472098591549299</c:v>
                </c:pt>
                <c:pt idx="18900">
                  <c:v>6.0467023239436619</c:v>
                </c:pt>
                <c:pt idx="18901">
                  <c:v>6.0469055633802817</c:v>
                </c:pt>
                <c:pt idx="18902">
                  <c:v>6.0420876760563385</c:v>
                </c:pt>
                <c:pt idx="18903">
                  <c:v>6.0421914788732396</c:v>
                </c:pt>
                <c:pt idx="18904">
                  <c:v>6.0471390845070419</c:v>
                </c:pt>
                <c:pt idx="18905">
                  <c:v>6.0534284507042253</c:v>
                </c:pt>
                <c:pt idx="18906">
                  <c:v>6.0588871126760564</c:v>
                </c:pt>
                <c:pt idx="18907">
                  <c:v>6.0588344366197182</c:v>
                </c:pt>
                <c:pt idx="18908">
                  <c:v>6.0641249999999998</c:v>
                </c:pt>
                <c:pt idx="18909">
                  <c:v>6.0681966901408453</c:v>
                </c:pt>
                <c:pt idx="18910">
                  <c:v>6.071519718309859</c:v>
                </c:pt>
                <c:pt idx="18911">
                  <c:v>6.0763105633802814</c:v>
                </c:pt>
                <c:pt idx="18912">
                  <c:v>6.0760598591549293</c:v>
                </c:pt>
                <c:pt idx="18913">
                  <c:v>6.0741246478873236</c:v>
                </c:pt>
                <c:pt idx="18914">
                  <c:v>6.0740774647887328</c:v>
                </c:pt>
                <c:pt idx="18915">
                  <c:v>6.0699865492957743</c:v>
                </c:pt>
                <c:pt idx="18916">
                  <c:v>6.0639632394366201</c:v>
                </c:pt>
                <c:pt idx="18917">
                  <c:v>6.0599173239436617</c:v>
                </c:pt>
                <c:pt idx="18918">
                  <c:v>6.053304084507042</c:v>
                </c:pt>
                <c:pt idx="18919">
                  <c:v>6.0494464788732394</c:v>
                </c:pt>
                <c:pt idx="18920">
                  <c:v>6.0506852112676057</c:v>
                </c:pt>
                <c:pt idx="18921">
                  <c:v>6.0598280281690142</c:v>
                </c:pt>
                <c:pt idx="18922">
                  <c:v>6.0659726760563384</c:v>
                </c:pt>
                <c:pt idx="18923">
                  <c:v>6.0657264788732395</c:v>
                </c:pt>
                <c:pt idx="18924">
                  <c:v>6.0605737323943663</c:v>
                </c:pt>
                <c:pt idx="18925">
                  <c:v>6.0602376760563379</c:v>
                </c:pt>
                <c:pt idx="18926">
                  <c:v>6.071656338028169</c:v>
                </c:pt>
                <c:pt idx="18927">
                  <c:v>6.0752774647887327</c:v>
                </c:pt>
                <c:pt idx="18928">
                  <c:v>6.0675097887323943</c:v>
                </c:pt>
                <c:pt idx="18929">
                  <c:v>6.0656707042253517</c:v>
                </c:pt>
                <c:pt idx="18930">
                  <c:v>6.0682642253521131</c:v>
                </c:pt>
                <c:pt idx="18931">
                  <c:v>6.0650434507042252</c:v>
                </c:pt>
                <c:pt idx="18932">
                  <c:v>6.068262535211268</c:v>
                </c:pt>
                <c:pt idx="18933">
                  <c:v>6.0703171126760562</c:v>
                </c:pt>
                <c:pt idx="18934">
                  <c:v>6.0734711267605634</c:v>
                </c:pt>
                <c:pt idx="18935">
                  <c:v>6.0769485915492956</c:v>
                </c:pt>
                <c:pt idx="18936">
                  <c:v>6.0704901408450702</c:v>
                </c:pt>
                <c:pt idx="18937">
                  <c:v>6.0622872535211272</c:v>
                </c:pt>
                <c:pt idx="18938">
                  <c:v>6.057886549295775</c:v>
                </c:pt>
                <c:pt idx="18939">
                  <c:v>6.0582093661971834</c:v>
                </c:pt>
                <c:pt idx="18940">
                  <c:v>6.0649707042253524</c:v>
                </c:pt>
                <c:pt idx="18941">
                  <c:v>6.0734211267605636</c:v>
                </c:pt>
                <c:pt idx="18942">
                  <c:v>6.0752373239436617</c:v>
                </c:pt>
                <c:pt idx="18943">
                  <c:v>6.0719985915492956</c:v>
                </c:pt>
                <c:pt idx="18944">
                  <c:v>6.0673758450704227</c:v>
                </c:pt>
                <c:pt idx="18945">
                  <c:v>6.06132161971831</c:v>
                </c:pt>
                <c:pt idx="18946">
                  <c:v>6.0591719718309855</c:v>
                </c:pt>
                <c:pt idx="18947">
                  <c:v>6.0517452112676056</c:v>
                </c:pt>
                <c:pt idx="18948">
                  <c:v>6.04754323943662</c:v>
                </c:pt>
                <c:pt idx="18949">
                  <c:v>6.048985352112676</c:v>
                </c:pt>
                <c:pt idx="18950">
                  <c:v>6.0552603521126764</c:v>
                </c:pt>
                <c:pt idx="18951">
                  <c:v>6.0575445774647889</c:v>
                </c:pt>
                <c:pt idx="18952">
                  <c:v>6.0516576056338032</c:v>
                </c:pt>
                <c:pt idx="18953">
                  <c:v>6.0458008450704224</c:v>
                </c:pt>
                <c:pt idx="18954">
                  <c:v>6.0480137323943666</c:v>
                </c:pt>
                <c:pt idx="18955">
                  <c:v>6.054846056338028</c:v>
                </c:pt>
                <c:pt idx="18956">
                  <c:v>6.0598364788732395</c:v>
                </c:pt>
                <c:pt idx="18957">
                  <c:v>6.0609447887323942</c:v>
                </c:pt>
                <c:pt idx="18958">
                  <c:v>6.0597338732394368</c:v>
                </c:pt>
                <c:pt idx="18959">
                  <c:v>6.0607989436619718</c:v>
                </c:pt>
                <c:pt idx="18960">
                  <c:v>6.0645107042253521</c:v>
                </c:pt>
                <c:pt idx="18961">
                  <c:v>6.0588681690140849</c:v>
                </c:pt>
                <c:pt idx="18962">
                  <c:v>6.0540907746478876</c:v>
                </c:pt>
                <c:pt idx="18963">
                  <c:v>6.0506969014084504</c:v>
                </c:pt>
                <c:pt idx="18964">
                  <c:v>6.0493822535211264</c:v>
                </c:pt>
                <c:pt idx="18965">
                  <c:v>6.0455535211267604</c:v>
                </c:pt>
                <c:pt idx="18966">
                  <c:v>6.045154577464789</c:v>
                </c:pt>
                <c:pt idx="18967">
                  <c:v>6.0466505633802816</c:v>
                </c:pt>
                <c:pt idx="18968">
                  <c:v>6.0504004929577464</c:v>
                </c:pt>
                <c:pt idx="18969">
                  <c:v>6.058976267605634</c:v>
                </c:pt>
                <c:pt idx="18970">
                  <c:v>6.0618832394366198</c:v>
                </c:pt>
                <c:pt idx="18971">
                  <c:v>6.0615061971830988</c:v>
                </c:pt>
                <c:pt idx="18972">
                  <c:v>6.0621940845070421</c:v>
                </c:pt>
                <c:pt idx="18973">
                  <c:v>6.0651752816901405</c:v>
                </c:pt>
                <c:pt idx="18974">
                  <c:v>6.0627644366197186</c:v>
                </c:pt>
                <c:pt idx="18975">
                  <c:v>6.0527619718309857</c:v>
                </c:pt>
                <c:pt idx="18976">
                  <c:v>6.0456066901408452</c:v>
                </c:pt>
                <c:pt idx="18977">
                  <c:v>6.0478406338028172</c:v>
                </c:pt>
                <c:pt idx="18978">
                  <c:v>6.049821408450704</c:v>
                </c:pt>
                <c:pt idx="18979">
                  <c:v>6.0540684507042251</c:v>
                </c:pt>
                <c:pt idx="18980">
                  <c:v>6.058835704225352</c:v>
                </c:pt>
                <c:pt idx="18981">
                  <c:v>6.0611941549295771</c:v>
                </c:pt>
                <c:pt idx="18982">
                  <c:v>6.0587740845070419</c:v>
                </c:pt>
                <c:pt idx="18983">
                  <c:v>6.0593747183098587</c:v>
                </c:pt>
                <c:pt idx="18984">
                  <c:v>6.0597968309859152</c:v>
                </c:pt>
                <c:pt idx="18985">
                  <c:v>6.0589489436619717</c:v>
                </c:pt>
                <c:pt idx="18986">
                  <c:v>6.0599775352112673</c:v>
                </c:pt>
                <c:pt idx="18987">
                  <c:v>6.0602221830985918</c:v>
                </c:pt>
                <c:pt idx="18988">
                  <c:v>6.0600140140845067</c:v>
                </c:pt>
                <c:pt idx="18989">
                  <c:v>6.063127183098592</c:v>
                </c:pt>
                <c:pt idx="18990">
                  <c:v>6.0648200704225355</c:v>
                </c:pt>
                <c:pt idx="18991">
                  <c:v>6.0691149295774647</c:v>
                </c:pt>
                <c:pt idx="18992">
                  <c:v>6.0712028169014083</c:v>
                </c:pt>
                <c:pt idx="18993">
                  <c:v>6.0656546478873237</c:v>
                </c:pt>
                <c:pt idx="18994">
                  <c:v>6.0618909154929579</c:v>
                </c:pt>
                <c:pt idx="18995">
                  <c:v>6.0655340140845073</c:v>
                </c:pt>
                <c:pt idx="18996">
                  <c:v>6.0645595070422535</c:v>
                </c:pt>
                <c:pt idx="18997">
                  <c:v>6.0585869718309855</c:v>
                </c:pt>
                <c:pt idx="18998">
                  <c:v>6.0558724647887328</c:v>
                </c:pt>
                <c:pt idx="18999">
                  <c:v>6.0529409859154928</c:v>
                </c:pt>
                <c:pt idx="19000">
                  <c:v>6.0491918309859152</c:v>
                </c:pt>
                <c:pt idx="19001">
                  <c:v>6.0474598591549293</c:v>
                </c:pt>
                <c:pt idx="19002">
                  <c:v>6.0437183802816898</c:v>
                </c:pt>
                <c:pt idx="19003">
                  <c:v>6.0403561971830984</c:v>
                </c:pt>
                <c:pt idx="19004">
                  <c:v>6.0418475352112679</c:v>
                </c:pt>
                <c:pt idx="19005">
                  <c:v>6.0514669718309859</c:v>
                </c:pt>
                <c:pt idx="19006">
                  <c:v>6.0562654225352111</c:v>
                </c:pt>
                <c:pt idx="19007">
                  <c:v>6.0584381690140843</c:v>
                </c:pt>
                <c:pt idx="19008">
                  <c:v>6.063509436619718</c:v>
                </c:pt>
                <c:pt idx="19009">
                  <c:v>6.0633557042253523</c:v>
                </c:pt>
                <c:pt idx="19010">
                  <c:v>6.0599273239436622</c:v>
                </c:pt>
                <c:pt idx="19011">
                  <c:v>6.0638869014084511</c:v>
                </c:pt>
                <c:pt idx="19012">
                  <c:v>6.0705514084507044</c:v>
                </c:pt>
                <c:pt idx="19013">
                  <c:v>6.0708767605633804</c:v>
                </c:pt>
                <c:pt idx="19014">
                  <c:v>6.0562874647887321</c:v>
                </c:pt>
                <c:pt idx="19015">
                  <c:v>6.046500563380282</c:v>
                </c:pt>
                <c:pt idx="19016">
                  <c:v>6.0498516901408452</c:v>
                </c:pt>
                <c:pt idx="19017">
                  <c:v>6.0540861971830982</c:v>
                </c:pt>
                <c:pt idx="19018">
                  <c:v>6.0527683802816901</c:v>
                </c:pt>
                <c:pt idx="19019">
                  <c:v>6.0529793661971834</c:v>
                </c:pt>
                <c:pt idx="19020">
                  <c:v>6.0601610563380284</c:v>
                </c:pt>
                <c:pt idx="19021">
                  <c:v>6.0594745070422533</c:v>
                </c:pt>
                <c:pt idx="19022">
                  <c:v>6.0570418309859155</c:v>
                </c:pt>
                <c:pt idx="19023">
                  <c:v>6.0516539436619716</c:v>
                </c:pt>
                <c:pt idx="19024">
                  <c:v>6.0511815492957748</c:v>
                </c:pt>
                <c:pt idx="19025">
                  <c:v>6.0554750000000004</c:v>
                </c:pt>
                <c:pt idx="19026">
                  <c:v>6.05891485915493</c:v>
                </c:pt>
                <c:pt idx="19027">
                  <c:v>6.063786267605634</c:v>
                </c:pt>
                <c:pt idx="19028">
                  <c:v>6.0715676056338026</c:v>
                </c:pt>
                <c:pt idx="19029">
                  <c:v>6.0761880281690139</c:v>
                </c:pt>
                <c:pt idx="19030">
                  <c:v>6.0800169014084506</c:v>
                </c:pt>
                <c:pt idx="19031">
                  <c:v>6.087039436619718</c:v>
                </c:pt>
                <c:pt idx="19032">
                  <c:v>6.0911732394366194</c:v>
                </c:pt>
                <c:pt idx="19033">
                  <c:v>6.0808669014084504</c:v>
                </c:pt>
                <c:pt idx="19034">
                  <c:v>6.0734394366197186</c:v>
                </c:pt>
                <c:pt idx="19035">
                  <c:v>6.0708140845070426</c:v>
                </c:pt>
                <c:pt idx="19036">
                  <c:v>6.0708957746478873</c:v>
                </c:pt>
                <c:pt idx="19037">
                  <c:v>6.0699523239436619</c:v>
                </c:pt>
                <c:pt idx="19038">
                  <c:v>6.0714415492957743</c:v>
                </c:pt>
                <c:pt idx="19039">
                  <c:v>6.0683074647887327</c:v>
                </c:pt>
                <c:pt idx="19040">
                  <c:v>6.0644882394366197</c:v>
                </c:pt>
                <c:pt idx="19041">
                  <c:v>6.0664846478873242</c:v>
                </c:pt>
                <c:pt idx="19042">
                  <c:v>6.0675641549295776</c:v>
                </c:pt>
                <c:pt idx="19043">
                  <c:v>6.0682130985915492</c:v>
                </c:pt>
                <c:pt idx="19044">
                  <c:v>6.069637816901408</c:v>
                </c:pt>
                <c:pt idx="19045">
                  <c:v>6.0650370422535209</c:v>
                </c:pt>
                <c:pt idx="19046">
                  <c:v>6.0573821126760565</c:v>
                </c:pt>
                <c:pt idx="19047">
                  <c:v>6.0630380281690144</c:v>
                </c:pt>
                <c:pt idx="19048">
                  <c:v>6.0717992957746478</c:v>
                </c:pt>
                <c:pt idx="19049">
                  <c:v>6.0714661971830983</c:v>
                </c:pt>
                <c:pt idx="19050">
                  <c:v>6.0649321830985912</c:v>
                </c:pt>
                <c:pt idx="19051">
                  <c:v>6.0592761267605635</c:v>
                </c:pt>
                <c:pt idx="19052">
                  <c:v>6.0598595070422538</c:v>
                </c:pt>
                <c:pt idx="19053">
                  <c:v>6.062050704225352</c:v>
                </c:pt>
                <c:pt idx="19054">
                  <c:v>6.0675130281690137</c:v>
                </c:pt>
                <c:pt idx="19055">
                  <c:v>6.0685990140845067</c:v>
                </c:pt>
                <c:pt idx="19056">
                  <c:v>6.0662931690140844</c:v>
                </c:pt>
                <c:pt idx="19057">
                  <c:v>6.0590011267605632</c:v>
                </c:pt>
                <c:pt idx="19058">
                  <c:v>6.0534801408450702</c:v>
                </c:pt>
                <c:pt idx="19059">
                  <c:v>6.0572511267605638</c:v>
                </c:pt>
                <c:pt idx="19060">
                  <c:v>6.0636626056338025</c:v>
                </c:pt>
                <c:pt idx="19061">
                  <c:v>6.0613180281690138</c:v>
                </c:pt>
                <c:pt idx="19062">
                  <c:v>6.0529964084507046</c:v>
                </c:pt>
                <c:pt idx="19063">
                  <c:v>6.0511892957746483</c:v>
                </c:pt>
                <c:pt idx="19064">
                  <c:v>6.0564572535211267</c:v>
                </c:pt>
                <c:pt idx="19065">
                  <c:v>6.0639948591549295</c:v>
                </c:pt>
                <c:pt idx="19066">
                  <c:v>6.0663480281690143</c:v>
                </c:pt>
                <c:pt idx="19067">
                  <c:v>6.0612276760563377</c:v>
                </c:pt>
                <c:pt idx="19068">
                  <c:v>6.0574304929577467</c:v>
                </c:pt>
                <c:pt idx="19069">
                  <c:v>6.0592229577464787</c:v>
                </c:pt>
                <c:pt idx="19070">
                  <c:v>6.0559619014084509</c:v>
                </c:pt>
                <c:pt idx="19071">
                  <c:v>6.0536371830985916</c:v>
                </c:pt>
                <c:pt idx="19072">
                  <c:v>6.0580847183098587</c:v>
                </c:pt>
                <c:pt idx="19073">
                  <c:v>6.0610380985915491</c:v>
                </c:pt>
                <c:pt idx="19074">
                  <c:v>6.0611378169014083</c:v>
                </c:pt>
                <c:pt idx="19075">
                  <c:v>6.0570735211267603</c:v>
                </c:pt>
                <c:pt idx="19076">
                  <c:v>6.0548968309859159</c:v>
                </c:pt>
                <c:pt idx="19077">
                  <c:v>6.0553055633802817</c:v>
                </c:pt>
                <c:pt idx="19078">
                  <c:v>6.0516109859154934</c:v>
                </c:pt>
                <c:pt idx="19079">
                  <c:v>6.050034577464789</c:v>
                </c:pt>
                <c:pt idx="19080">
                  <c:v>6.055762746478873</c:v>
                </c:pt>
                <c:pt idx="19081">
                  <c:v>6.0611470422535207</c:v>
                </c:pt>
                <c:pt idx="19082">
                  <c:v>6.059849436619718</c:v>
                </c:pt>
                <c:pt idx="19083">
                  <c:v>6.0598953521126759</c:v>
                </c:pt>
                <c:pt idx="19084">
                  <c:v>6.0630284507042251</c:v>
                </c:pt>
                <c:pt idx="19085">
                  <c:v>6.0675376056338024</c:v>
                </c:pt>
                <c:pt idx="19086">
                  <c:v>6.0664416197183098</c:v>
                </c:pt>
                <c:pt idx="19087">
                  <c:v>6.0593522535211264</c:v>
                </c:pt>
                <c:pt idx="19088">
                  <c:v>6.0498849999999997</c:v>
                </c:pt>
                <c:pt idx="19089">
                  <c:v>6.0440432394366201</c:v>
                </c:pt>
                <c:pt idx="19090">
                  <c:v>6.0447590845070422</c:v>
                </c:pt>
                <c:pt idx="19091">
                  <c:v>6.0508183802816902</c:v>
                </c:pt>
                <c:pt idx="19092">
                  <c:v>6.0602102112676057</c:v>
                </c:pt>
                <c:pt idx="19093">
                  <c:v>6.0674298591549292</c:v>
                </c:pt>
                <c:pt idx="19094">
                  <c:v>6.0631454929577462</c:v>
                </c:pt>
                <c:pt idx="19095">
                  <c:v>6.056527112676056</c:v>
                </c:pt>
                <c:pt idx="19096">
                  <c:v>6.0522909154929581</c:v>
                </c:pt>
                <c:pt idx="19097">
                  <c:v>6.0485865492957744</c:v>
                </c:pt>
                <c:pt idx="19098">
                  <c:v>6.0533473239436617</c:v>
                </c:pt>
                <c:pt idx="19099">
                  <c:v>6.0652295774647884</c:v>
                </c:pt>
                <c:pt idx="19100">
                  <c:v>6.0712901408450701</c:v>
                </c:pt>
                <c:pt idx="19101">
                  <c:v>6.074160563380282</c:v>
                </c:pt>
                <c:pt idx="19102">
                  <c:v>6.0706098591549296</c:v>
                </c:pt>
                <c:pt idx="19103">
                  <c:v>6.0607237323943659</c:v>
                </c:pt>
                <c:pt idx="19104">
                  <c:v>6.0578692253521123</c:v>
                </c:pt>
                <c:pt idx="19105">
                  <c:v>6.0610634507042249</c:v>
                </c:pt>
                <c:pt idx="19106">
                  <c:v>6.0656510563380284</c:v>
                </c:pt>
                <c:pt idx="19107">
                  <c:v>6.0704366197183095</c:v>
                </c:pt>
                <c:pt idx="19108">
                  <c:v>6.0713669014084504</c:v>
                </c:pt>
                <c:pt idx="19109">
                  <c:v>6.0758795774647885</c:v>
                </c:pt>
                <c:pt idx="19110">
                  <c:v>6.0761429577464785</c:v>
                </c:pt>
                <c:pt idx="19111">
                  <c:v>6.0706950704225351</c:v>
                </c:pt>
                <c:pt idx="19112">
                  <c:v>6.0705190140845069</c:v>
                </c:pt>
                <c:pt idx="19113">
                  <c:v>6.0675671830985918</c:v>
                </c:pt>
                <c:pt idx="19114">
                  <c:v>6.0550230985915494</c:v>
                </c:pt>
                <c:pt idx="19115">
                  <c:v>6.0494623239436622</c:v>
                </c:pt>
                <c:pt idx="19116">
                  <c:v>6.0518323943661976</c:v>
                </c:pt>
                <c:pt idx="19117">
                  <c:v>6.0550157746478872</c:v>
                </c:pt>
                <c:pt idx="19118">
                  <c:v>6.0573409154929578</c:v>
                </c:pt>
                <c:pt idx="19119">
                  <c:v>6.0620526760563385</c:v>
                </c:pt>
                <c:pt idx="19120">
                  <c:v>6.0630481690140847</c:v>
                </c:pt>
                <c:pt idx="19121">
                  <c:v>6.0562680985915494</c:v>
                </c:pt>
                <c:pt idx="19122">
                  <c:v>6.0619522535211265</c:v>
                </c:pt>
                <c:pt idx="19123">
                  <c:v>6.070732394366197</c:v>
                </c:pt>
                <c:pt idx="19124">
                  <c:v>6.0651680281690137</c:v>
                </c:pt>
                <c:pt idx="19125">
                  <c:v>6.0635173943661975</c:v>
                </c:pt>
                <c:pt idx="19126">
                  <c:v>6.0667183802816904</c:v>
                </c:pt>
                <c:pt idx="19127">
                  <c:v>6.0709450704225354</c:v>
                </c:pt>
                <c:pt idx="19128">
                  <c:v>6.0741584507042257</c:v>
                </c:pt>
                <c:pt idx="19129">
                  <c:v>6.0752169014084503</c:v>
                </c:pt>
                <c:pt idx="19130">
                  <c:v>6.0701302112676059</c:v>
                </c:pt>
                <c:pt idx="19131">
                  <c:v>6.0619274647887327</c:v>
                </c:pt>
                <c:pt idx="19132">
                  <c:v>6.0564178873239438</c:v>
                </c:pt>
                <c:pt idx="19133">
                  <c:v>6.053770352112676</c:v>
                </c:pt>
                <c:pt idx="19134">
                  <c:v>6.0531621830985918</c:v>
                </c:pt>
                <c:pt idx="19135">
                  <c:v>6.0534043661971833</c:v>
                </c:pt>
                <c:pt idx="19136">
                  <c:v>6.0607412676056338</c:v>
                </c:pt>
                <c:pt idx="19137">
                  <c:v>6.0673285915492956</c:v>
                </c:pt>
                <c:pt idx="19138">
                  <c:v>6.0676492253521124</c:v>
                </c:pt>
                <c:pt idx="19139">
                  <c:v>6.0622243661971833</c:v>
                </c:pt>
                <c:pt idx="19140">
                  <c:v>6.053945070422535</c:v>
                </c:pt>
                <c:pt idx="19141">
                  <c:v>6.0535905633802818</c:v>
                </c:pt>
                <c:pt idx="19142">
                  <c:v>6.0577321126760566</c:v>
                </c:pt>
                <c:pt idx="19143">
                  <c:v>6.0639700704225348</c:v>
                </c:pt>
                <c:pt idx="19144">
                  <c:v>6.0706788732394363</c:v>
                </c:pt>
                <c:pt idx="19145">
                  <c:v>6.0679370422535213</c:v>
                </c:pt>
                <c:pt idx="19146">
                  <c:v>6.066116126760563</c:v>
                </c:pt>
                <c:pt idx="19147">
                  <c:v>6.0666168309859154</c:v>
                </c:pt>
                <c:pt idx="19148">
                  <c:v>6.069844084507042</c:v>
                </c:pt>
                <c:pt idx="19149">
                  <c:v>6.0723042253521129</c:v>
                </c:pt>
                <c:pt idx="19150">
                  <c:v>6.0675764084507042</c:v>
                </c:pt>
                <c:pt idx="19151">
                  <c:v>6.0582264084507038</c:v>
                </c:pt>
                <c:pt idx="19152">
                  <c:v>6.051635915492958</c:v>
                </c:pt>
                <c:pt idx="19153">
                  <c:v>6.0568409859154926</c:v>
                </c:pt>
                <c:pt idx="19154">
                  <c:v>6.053373521126761</c:v>
                </c:pt>
                <c:pt idx="19155">
                  <c:v>6.0513951408450701</c:v>
                </c:pt>
                <c:pt idx="19156">
                  <c:v>6.0648861971830987</c:v>
                </c:pt>
                <c:pt idx="19157">
                  <c:v>6.0714647887323947</c:v>
                </c:pt>
                <c:pt idx="19158">
                  <c:v>6.0756866197183097</c:v>
                </c:pt>
                <c:pt idx="19159">
                  <c:v>6.0829507042253521</c:v>
                </c:pt>
                <c:pt idx="19160">
                  <c:v>6.080921126760563</c:v>
                </c:pt>
                <c:pt idx="19161">
                  <c:v>6.0749126760563383</c:v>
                </c:pt>
                <c:pt idx="19162">
                  <c:v>6.0690721126760563</c:v>
                </c:pt>
                <c:pt idx="19163">
                  <c:v>6.0622350000000003</c:v>
                </c:pt>
                <c:pt idx="19164">
                  <c:v>6.0547694366197184</c:v>
                </c:pt>
                <c:pt idx="19165">
                  <c:v>6.0574591549295773</c:v>
                </c:pt>
                <c:pt idx="19166">
                  <c:v>6.0617000704225354</c:v>
                </c:pt>
                <c:pt idx="19167">
                  <c:v>6.0602585915492959</c:v>
                </c:pt>
                <c:pt idx="19168">
                  <c:v>6.0578965492957746</c:v>
                </c:pt>
                <c:pt idx="19169">
                  <c:v>6.0591584507042251</c:v>
                </c:pt>
                <c:pt idx="19170">
                  <c:v>6.0705718309859158</c:v>
                </c:pt>
                <c:pt idx="19171">
                  <c:v>6.0718809859154925</c:v>
                </c:pt>
                <c:pt idx="19172">
                  <c:v>6.0608089436619714</c:v>
                </c:pt>
                <c:pt idx="19173">
                  <c:v>6.0525402112676057</c:v>
                </c:pt>
                <c:pt idx="19174">
                  <c:v>6.0533590140845073</c:v>
                </c:pt>
                <c:pt idx="19175">
                  <c:v>6.0599149295774648</c:v>
                </c:pt>
                <c:pt idx="19176">
                  <c:v>6.0682661267605633</c:v>
                </c:pt>
                <c:pt idx="19177">
                  <c:v>6.0732408450704227</c:v>
                </c:pt>
                <c:pt idx="19178">
                  <c:v>6.0720999999999998</c:v>
                </c:pt>
                <c:pt idx="19179">
                  <c:v>6.0671245070422533</c:v>
                </c:pt>
                <c:pt idx="19180">
                  <c:v>6.0662046478873242</c:v>
                </c:pt>
                <c:pt idx="19181">
                  <c:v>6.0655638732394364</c:v>
                </c:pt>
                <c:pt idx="19182">
                  <c:v>6.063423028169014</c:v>
                </c:pt>
                <c:pt idx="19183">
                  <c:v>6.060093028169014</c:v>
                </c:pt>
                <c:pt idx="19184">
                  <c:v>6.0672038028169011</c:v>
                </c:pt>
                <c:pt idx="19185">
                  <c:v>6.0722873239436623</c:v>
                </c:pt>
                <c:pt idx="19186">
                  <c:v>6.0705316901408448</c:v>
                </c:pt>
                <c:pt idx="19187">
                  <c:v>6.0602208450704227</c:v>
                </c:pt>
                <c:pt idx="19188">
                  <c:v>6.0547656338028171</c:v>
                </c:pt>
                <c:pt idx="19189">
                  <c:v>6.0567528873239436</c:v>
                </c:pt>
                <c:pt idx="19190">
                  <c:v>6.0576726056338028</c:v>
                </c:pt>
                <c:pt idx="19191">
                  <c:v>6.0586000704225356</c:v>
                </c:pt>
                <c:pt idx="19192">
                  <c:v>6.0578709154929573</c:v>
                </c:pt>
                <c:pt idx="19193">
                  <c:v>6.0565923239436623</c:v>
                </c:pt>
                <c:pt idx="19194">
                  <c:v>6.0616520422535212</c:v>
                </c:pt>
                <c:pt idx="19195">
                  <c:v>6.0603026056338027</c:v>
                </c:pt>
                <c:pt idx="19196">
                  <c:v>6.0524332394366196</c:v>
                </c:pt>
                <c:pt idx="19197">
                  <c:v>6.0557909859154933</c:v>
                </c:pt>
                <c:pt idx="19198">
                  <c:v>6.0613894366197183</c:v>
                </c:pt>
                <c:pt idx="19199">
                  <c:v>6.0602273239436624</c:v>
                </c:pt>
                <c:pt idx="19200">
                  <c:v>6.0544730985915489</c:v>
                </c:pt>
                <c:pt idx="19201">
                  <c:v>6.0447869014084503</c:v>
                </c:pt>
                <c:pt idx="19202">
                  <c:v>6.045446690140845</c:v>
                </c:pt>
                <c:pt idx="19203">
                  <c:v>6.0479508450704227</c:v>
                </c:pt>
                <c:pt idx="19204">
                  <c:v>6.0491160563380282</c:v>
                </c:pt>
                <c:pt idx="19205">
                  <c:v>6.0520194366197186</c:v>
                </c:pt>
                <c:pt idx="19206">
                  <c:v>6.0585869718309855</c:v>
                </c:pt>
                <c:pt idx="19207">
                  <c:v>6.0654537323943662</c:v>
                </c:pt>
                <c:pt idx="19208">
                  <c:v>6.064772746478873</c:v>
                </c:pt>
                <c:pt idx="19209">
                  <c:v>6.0570617605633803</c:v>
                </c:pt>
                <c:pt idx="19210">
                  <c:v>6.0487938732394362</c:v>
                </c:pt>
                <c:pt idx="19211">
                  <c:v>6.0458533802816898</c:v>
                </c:pt>
                <c:pt idx="19212">
                  <c:v>6.0380061267605631</c:v>
                </c:pt>
                <c:pt idx="19213">
                  <c:v>6.0324190845070422</c:v>
                </c:pt>
                <c:pt idx="19214">
                  <c:v>6.0349804929577466</c:v>
                </c:pt>
                <c:pt idx="19215">
                  <c:v>6.0370518309859156</c:v>
                </c:pt>
                <c:pt idx="19216">
                  <c:v>6.0447341549295777</c:v>
                </c:pt>
                <c:pt idx="19217">
                  <c:v>6.0499721126760564</c:v>
                </c:pt>
                <c:pt idx="19218">
                  <c:v>6.0536004225352116</c:v>
                </c:pt>
                <c:pt idx="19219">
                  <c:v>6.0641305633802816</c:v>
                </c:pt>
                <c:pt idx="19220">
                  <c:v>6.0637954225352111</c:v>
                </c:pt>
                <c:pt idx="19221">
                  <c:v>6.058502535211268</c:v>
                </c:pt>
                <c:pt idx="19222">
                  <c:v>6.0581771830985911</c:v>
                </c:pt>
                <c:pt idx="19223">
                  <c:v>6.0577011267605636</c:v>
                </c:pt>
                <c:pt idx="19224">
                  <c:v>6.0549907746478873</c:v>
                </c:pt>
                <c:pt idx="19225">
                  <c:v>6.0586757042253518</c:v>
                </c:pt>
                <c:pt idx="19226">
                  <c:v>6.0650899999999996</c:v>
                </c:pt>
                <c:pt idx="19227">
                  <c:v>6.069871126760563</c:v>
                </c:pt>
                <c:pt idx="19228">
                  <c:v>6.0726401408450705</c:v>
                </c:pt>
                <c:pt idx="19229">
                  <c:v>6.0696383098591546</c:v>
                </c:pt>
                <c:pt idx="19230">
                  <c:v>6.0661638028169014</c:v>
                </c:pt>
                <c:pt idx="19231">
                  <c:v>6.0594700000000001</c:v>
                </c:pt>
                <c:pt idx="19232">
                  <c:v>6.0466992957746477</c:v>
                </c:pt>
                <c:pt idx="19233">
                  <c:v>6.0400824647887328</c:v>
                </c:pt>
                <c:pt idx="19234">
                  <c:v>6.040927887323944</c:v>
                </c:pt>
                <c:pt idx="19235">
                  <c:v>6.0478090140845069</c:v>
                </c:pt>
                <c:pt idx="19236">
                  <c:v>6.0557245774647885</c:v>
                </c:pt>
                <c:pt idx="19237">
                  <c:v>6.0627091549295775</c:v>
                </c:pt>
                <c:pt idx="19238">
                  <c:v>6.0628900000000003</c:v>
                </c:pt>
                <c:pt idx="19239">
                  <c:v>6.0607059154929575</c:v>
                </c:pt>
                <c:pt idx="19240">
                  <c:v>6.0551833098591548</c:v>
                </c:pt>
                <c:pt idx="19241">
                  <c:v>6.0510349295774644</c:v>
                </c:pt>
                <c:pt idx="19242">
                  <c:v>6.0522977464788736</c:v>
                </c:pt>
                <c:pt idx="19243">
                  <c:v>6.0628542253521127</c:v>
                </c:pt>
                <c:pt idx="19244">
                  <c:v>6.0719950704225356</c:v>
                </c:pt>
                <c:pt idx="19245">
                  <c:v>6.0732661971830986</c:v>
                </c:pt>
                <c:pt idx="19246">
                  <c:v>6.0681777464788729</c:v>
                </c:pt>
                <c:pt idx="19247">
                  <c:v>6.0613361267605637</c:v>
                </c:pt>
                <c:pt idx="19248">
                  <c:v>6.056047957746479</c:v>
                </c:pt>
                <c:pt idx="19249">
                  <c:v>6.0602829577464785</c:v>
                </c:pt>
                <c:pt idx="19250">
                  <c:v>6.0651507042253519</c:v>
                </c:pt>
                <c:pt idx="19251">
                  <c:v>6.0644407042253521</c:v>
                </c:pt>
                <c:pt idx="19252">
                  <c:v>6.0604482394366199</c:v>
                </c:pt>
                <c:pt idx="19253">
                  <c:v>6.053527323943662</c:v>
                </c:pt>
                <c:pt idx="19254">
                  <c:v>6.0470716197183094</c:v>
                </c:pt>
                <c:pt idx="19255">
                  <c:v>6.0505668309859155</c:v>
                </c:pt>
                <c:pt idx="19256">
                  <c:v>6.053945422535211</c:v>
                </c:pt>
                <c:pt idx="19257">
                  <c:v>6.0550387323943662</c:v>
                </c:pt>
                <c:pt idx="19258">
                  <c:v>6.048449084507042</c:v>
                </c:pt>
                <c:pt idx="19259">
                  <c:v>6.0433866197183095</c:v>
                </c:pt>
                <c:pt idx="19260">
                  <c:v>6.0466718309859155</c:v>
                </c:pt>
                <c:pt idx="19261">
                  <c:v>6.0504574647887326</c:v>
                </c:pt>
                <c:pt idx="19262">
                  <c:v>6.0498282394366196</c:v>
                </c:pt>
                <c:pt idx="19263">
                  <c:v>6.0467550000000001</c:v>
                </c:pt>
                <c:pt idx="19264">
                  <c:v>6.0447696478873238</c:v>
                </c:pt>
                <c:pt idx="19265">
                  <c:v>6.050126408450704</c:v>
                </c:pt>
                <c:pt idx="19266">
                  <c:v>6.0598286619718307</c:v>
                </c:pt>
                <c:pt idx="19267">
                  <c:v>6.0685036619718309</c:v>
                </c:pt>
                <c:pt idx="19268">
                  <c:v>6.0672550000000003</c:v>
                </c:pt>
                <c:pt idx="19269">
                  <c:v>6.0611604929577467</c:v>
                </c:pt>
                <c:pt idx="19270">
                  <c:v>6.0641033802816899</c:v>
                </c:pt>
                <c:pt idx="19271">
                  <c:v>6.0673003521126763</c:v>
                </c:pt>
                <c:pt idx="19272">
                  <c:v>6.0696559154929579</c:v>
                </c:pt>
                <c:pt idx="19273">
                  <c:v>6.0725070422535214</c:v>
                </c:pt>
                <c:pt idx="19274">
                  <c:v>6.0713704225352112</c:v>
                </c:pt>
                <c:pt idx="19275">
                  <c:v>6.0644323239436622</c:v>
                </c:pt>
                <c:pt idx="19276">
                  <c:v>6.0615037323943666</c:v>
                </c:pt>
                <c:pt idx="19277">
                  <c:v>6.055017042253521</c:v>
                </c:pt>
                <c:pt idx="19278">
                  <c:v>6.0440124647887323</c:v>
                </c:pt>
                <c:pt idx="19279">
                  <c:v>6.0372130281690142</c:v>
                </c:pt>
                <c:pt idx="19280">
                  <c:v>6.0433114788732398</c:v>
                </c:pt>
                <c:pt idx="19281">
                  <c:v>6.0491192253521131</c:v>
                </c:pt>
                <c:pt idx="19282">
                  <c:v>6.0519516901408448</c:v>
                </c:pt>
                <c:pt idx="19283">
                  <c:v>6.0604921830985914</c:v>
                </c:pt>
                <c:pt idx="19284">
                  <c:v>6.0664970422535207</c:v>
                </c:pt>
                <c:pt idx="19285">
                  <c:v>6.0636372535211267</c:v>
                </c:pt>
                <c:pt idx="19286">
                  <c:v>6.06450676056338</c:v>
                </c:pt>
                <c:pt idx="19287">
                  <c:v>6.0640749999999999</c:v>
                </c:pt>
                <c:pt idx="19288">
                  <c:v>6.0582143661971832</c:v>
                </c:pt>
                <c:pt idx="19289">
                  <c:v>6.0519020422535208</c:v>
                </c:pt>
                <c:pt idx="19290">
                  <c:v>6.0494964084507039</c:v>
                </c:pt>
                <c:pt idx="19291">
                  <c:v>6.0530566197183102</c:v>
                </c:pt>
                <c:pt idx="19292">
                  <c:v>6.0618530985915493</c:v>
                </c:pt>
                <c:pt idx="19293">
                  <c:v>6.0595138732394362</c:v>
                </c:pt>
                <c:pt idx="19294">
                  <c:v>6.0552080985915495</c:v>
                </c:pt>
                <c:pt idx="19295">
                  <c:v>6.0554820422535212</c:v>
                </c:pt>
                <c:pt idx="19296">
                  <c:v>6.0536316901408451</c:v>
                </c:pt>
                <c:pt idx="19297">
                  <c:v>6.0522125352112672</c:v>
                </c:pt>
                <c:pt idx="19298">
                  <c:v>6.0548566901408449</c:v>
                </c:pt>
                <c:pt idx="19299">
                  <c:v>6.0564094366197185</c:v>
                </c:pt>
                <c:pt idx="19300">
                  <c:v>6.0544757042253519</c:v>
                </c:pt>
                <c:pt idx="19301">
                  <c:v>6.048631267605634</c:v>
                </c:pt>
                <c:pt idx="19302">
                  <c:v>6.0462926760563382</c:v>
                </c:pt>
                <c:pt idx="19303">
                  <c:v>6.0519628169014084</c:v>
                </c:pt>
                <c:pt idx="19304">
                  <c:v>6.056261690140845</c:v>
                </c:pt>
                <c:pt idx="19305">
                  <c:v>6.0600537323943664</c:v>
                </c:pt>
                <c:pt idx="19306">
                  <c:v>6.0584066901408447</c:v>
                </c:pt>
                <c:pt idx="19307">
                  <c:v>6.0578463380281686</c:v>
                </c:pt>
                <c:pt idx="19308">
                  <c:v>6.0569116197183099</c:v>
                </c:pt>
                <c:pt idx="19309">
                  <c:v>6.0552552816901413</c:v>
                </c:pt>
                <c:pt idx="19310">
                  <c:v>6.0566299295774648</c:v>
                </c:pt>
                <c:pt idx="19311">
                  <c:v>6.0554009154929576</c:v>
                </c:pt>
                <c:pt idx="19312">
                  <c:v>6.0543285211267603</c:v>
                </c:pt>
                <c:pt idx="19313">
                  <c:v>6.0522016901408451</c:v>
                </c:pt>
                <c:pt idx="19314">
                  <c:v>6.0597936619718311</c:v>
                </c:pt>
                <c:pt idx="19315">
                  <c:v>6.0675172535211264</c:v>
                </c:pt>
                <c:pt idx="19316">
                  <c:v>6.072985915492958</c:v>
                </c:pt>
                <c:pt idx="19317">
                  <c:v>6.0773169014084507</c:v>
                </c:pt>
                <c:pt idx="19318">
                  <c:v>6.0718007042253523</c:v>
                </c:pt>
                <c:pt idx="19319">
                  <c:v>6.0638252112676057</c:v>
                </c:pt>
                <c:pt idx="19320">
                  <c:v>6.0653141549295775</c:v>
                </c:pt>
                <c:pt idx="19321">
                  <c:v>6.0721478873239434</c:v>
                </c:pt>
                <c:pt idx="19322">
                  <c:v>6.069331338028169</c:v>
                </c:pt>
                <c:pt idx="19323">
                  <c:v>6.0636725352112677</c:v>
                </c:pt>
                <c:pt idx="19324">
                  <c:v>6.0570529577464791</c:v>
                </c:pt>
                <c:pt idx="19325">
                  <c:v>6.0483464084507039</c:v>
                </c:pt>
                <c:pt idx="19326">
                  <c:v>6.0432346478873242</c:v>
                </c:pt>
                <c:pt idx="19327">
                  <c:v>6.0394497887323944</c:v>
                </c:pt>
                <c:pt idx="19328">
                  <c:v>6.0449905633802814</c:v>
                </c:pt>
                <c:pt idx="19329">
                  <c:v>6.0552297183098593</c:v>
                </c:pt>
                <c:pt idx="19330">
                  <c:v>6.0596504225352117</c:v>
                </c:pt>
                <c:pt idx="19331">
                  <c:v>6.0532807746478872</c:v>
                </c:pt>
                <c:pt idx="19332">
                  <c:v>6.0521038028169016</c:v>
                </c:pt>
                <c:pt idx="19333">
                  <c:v>6.0570530985915489</c:v>
                </c:pt>
                <c:pt idx="19334">
                  <c:v>6.0583146478873235</c:v>
                </c:pt>
                <c:pt idx="19335">
                  <c:v>6.0584023943661975</c:v>
                </c:pt>
                <c:pt idx="19336">
                  <c:v>6.056355211267606</c:v>
                </c:pt>
                <c:pt idx="19337">
                  <c:v>6.0540623239436622</c:v>
                </c:pt>
                <c:pt idx="19338">
                  <c:v>6.0556455633802813</c:v>
                </c:pt>
                <c:pt idx="19339">
                  <c:v>6.0567217605633799</c:v>
                </c:pt>
                <c:pt idx="19340">
                  <c:v>6.054309788732394</c:v>
                </c:pt>
                <c:pt idx="19341">
                  <c:v>6.0493558450704228</c:v>
                </c:pt>
                <c:pt idx="19342">
                  <c:v>6.0514957042253519</c:v>
                </c:pt>
                <c:pt idx="19343">
                  <c:v>6.0616425352112673</c:v>
                </c:pt>
                <c:pt idx="19344">
                  <c:v>6.0645747887323944</c:v>
                </c:pt>
                <c:pt idx="19345">
                  <c:v>6.0607439436619721</c:v>
                </c:pt>
                <c:pt idx="19346">
                  <c:v>6.0634697183098591</c:v>
                </c:pt>
                <c:pt idx="19347">
                  <c:v>6.068700422535211</c:v>
                </c:pt>
                <c:pt idx="19348">
                  <c:v>6.0732809859154928</c:v>
                </c:pt>
                <c:pt idx="19349">
                  <c:v>6.0738274647887325</c:v>
                </c:pt>
                <c:pt idx="19350">
                  <c:v>6.0697196478873243</c:v>
                </c:pt>
                <c:pt idx="19351">
                  <c:v>6.0675108450704229</c:v>
                </c:pt>
                <c:pt idx="19352">
                  <c:v>6.0699014084507041</c:v>
                </c:pt>
                <c:pt idx="19353">
                  <c:v>6.0677017605633807</c:v>
                </c:pt>
                <c:pt idx="19354">
                  <c:v>6.0591878169014084</c:v>
                </c:pt>
                <c:pt idx="19355">
                  <c:v>6.0545210563380278</c:v>
                </c:pt>
                <c:pt idx="19356">
                  <c:v>6.0447081690140845</c:v>
                </c:pt>
                <c:pt idx="19357">
                  <c:v>6.0410603521126758</c:v>
                </c:pt>
                <c:pt idx="19358">
                  <c:v>6.0392761971830984</c:v>
                </c:pt>
                <c:pt idx="19359">
                  <c:v>6.0358235915492955</c:v>
                </c:pt>
                <c:pt idx="19360">
                  <c:v>6.0439359859154926</c:v>
                </c:pt>
                <c:pt idx="19361">
                  <c:v>6.0528799295774647</c:v>
                </c:pt>
                <c:pt idx="19362">
                  <c:v>6.0606845774647891</c:v>
                </c:pt>
                <c:pt idx="19363">
                  <c:v>6.0619871830985916</c:v>
                </c:pt>
                <c:pt idx="19364">
                  <c:v>6.0591726056338029</c:v>
                </c:pt>
                <c:pt idx="19365">
                  <c:v>6.0608946478873236</c:v>
                </c:pt>
                <c:pt idx="19366">
                  <c:v>6.0651236619718309</c:v>
                </c:pt>
                <c:pt idx="19367">
                  <c:v>6.0677651408450703</c:v>
                </c:pt>
                <c:pt idx="19368">
                  <c:v>6.0679473239436623</c:v>
                </c:pt>
                <c:pt idx="19369">
                  <c:v>6.0658964084507039</c:v>
                </c:pt>
                <c:pt idx="19370">
                  <c:v>6.0656186619718309</c:v>
                </c:pt>
                <c:pt idx="19371">
                  <c:v>6.0666091549295773</c:v>
                </c:pt>
                <c:pt idx="19372">
                  <c:v>6.0658438732394364</c:v>
                </c:pt>
                <c:pt idx="19373">
                  <c:v>6.0637260563380284</c:v>
                </c:pt>
                <c:pt idx="19374">
                  <c:v>6.0627731690140845</c:v>
                </c:pt>
                <c:pt idx="19375">
                  <c:v>6.0662340140845075</c:v>
                </c:pt>
                <c:pt idx="19376">
                  <c:v>6.0695314084507039</c:v>
                </c:pt>
                <c:pt idx="19377">
                  <c:v>6.0704704225352115</c:v>
                </c:pt>
                <c:pt idx="19378">
                  <c:v>6.0751429577464791</c:v>
                </c:pt>
                <c:pt idx="19379">
                  <c:v>6.0867915492957749</c:v>
                </c:pt>
                <c:pt idx="19380">
                  <c:v>6.0880098591549299</c:v>
                </c:pt>
                <c:pt idx="19381">
                  <c:v>6.0806802816901406</c:v>
                </c:pt>
                <c:pt idx="19382">
                  <c:v>6.0747338028169011</c:v>
                </c:pt>
                <c:pt idx="19383">
                  <c:v>6.0752450704225351</c:v>
                </c:pt>
                <c:pt idx="19384">
                  <c:v>6.0766690140845068</c:v>
                </c:pt>
                <c:pt idx="19385">
                  <c:v>6.0751049295774644</c:v>
                </c:pt>
                <c:pt idx="19386">
                  <c:v>6.075040845070423</c:v>
                </c:pt>
                <c:pt idx="19387">
                  <c:v>6.0753697183098589</c:v>
                </c:pt>
                <c:pt idx="19388">
                  <c:v>6.0771450704225352</c:v>
                </c:pt>
                <c:pt idx="19389">
                  <c:v>6.0669495070422537</c:v>
                </c:pt>
                <c:pt idx="19390">
                  <c:v>6.0475942957746476</c:v>
                </c:pt>
                <c:pt idx="19391">
                  <c:v>6.040455633802817</c:v>
                </c:pt>
                <c:pt idx="19392">
                  <c:v>6.0412874647887325</c:v>
                </c:pt>
                <c:pt idx="19393">
                  <c:v>6.0428969718309862</c:v>
                </c:pt>
                <c:pt idx="19394">
                  <c:v>6.0446880281690145</c:v>
                </c:pt>
                <c:pt idx="19395">
                  <c:v>6.0455119718309858</c:v>
                </c:pt>
                <c:pt idx="19396">
                  <c:v>6.04594338028169</c:v>
                </c:pt>
                <c:pt idx="19397">
                  <c:v>6.0449430985915491</c:v>
                </c:pt>
                <c:pt idx="19398">
                  <c:v>6.0476086619718306</c:v>
                </c:pt>
                <c:pt idx="19399">
                  <c:v>6.0507595070422537</c:v>
                </c:pt>
                <c:pt idx="19400">
                  <c:v>6.0504652112676061</c:v>
                </c:pt>
                <c:pt idx="19401">
                  <c:v>6.0535084507042249</c:v>
                </c:pt>
                <c:pt idx="19402">
                  <c:v>6.0611072535211266</c:v>
                </c:pt>
                <c:pt idx="19403">
                  <c:v>6.0710091549295777</c:v>
                </c:pt>
                <c:pt idx="19404">
                  <c:v>6.0707683098591545</c:v>
                </c:pt>
                <c:pt idx="19405">
                  <c:v>6.0690783802816899</c:v>
                </c:pt>
                <c:pt idx="19406">
                  <c:v>6.0672897183098593</c:v>
                </c:pt>
                <c:pt idx="19407">
                  <c:v>6.0686419718309859</c:v>
                </c:pt>
                <c:pt idx="19408">
                  <c:v>6.0692175352112674</c:v>
                </c:pt>
                <c:pt idx="19409">
                  <c:v>6.0602442253521129</c:v>
                </c:pt>
                <c:pt idx="19410">
                  <c:v>6.0539690140845073</c:v>
                </c:pt>
                <c:pt idx="19411">
                  <c:v>6.0560449295774648</c:v>
                </c:pt>
                <c:pt idx="19412">
                  <c:v>6.0531297887323943</c:v>
                </c:pt>
                <c:pt idx="19413">
                  <c:v>6.0552142957746478</c:v>
                </c:pt>
                <c:pt idx="19414">
                  <c:v>6.0575000704225355</c:v>
                </c:pt>
                <c:pt idx="19415">
                  <c:v>6.0565785211267604</c:v>
                </c:pt>
                <c:pt idx="19416">
                  <c:v>6.0537864788732394</c:v>
                </c:pt>
                <c:pt idx="19417">
                  <c:v>6.0464847183098591</c:v>
                </c:pt>
                <c:pt idx="19418">
                  <c:v>6.0417911267605637</c:v>
                </c:pt>
                <c:pt idx="19419">
                  <c:v>6.041582464788732</c:v>
                </c:pt>
                <c:pt idx="19420">
                  <c:v>6.0423130281690138</c:v>
                </c:pt>
                <c:pt idx="19421">
                  <c:v>6.0393481690140849</c:v>
                </c:pt>
                <c:pt idx="19422">
                  <c:v>6.0410911971830989</c:v>
                </c:pt>
                <c:pt idx="19423">
                  <c:v>6.0512088028169018</c:v>
                </c:pt>
                <c:pt idx="19424">
                  <c:v>6.0513123943661968</c:v>
                </c:pt>
                <c:pt idx="19425">
                  <c:v>6.0493309154929573</c:v>
                </c:pt>
                <c:pt idx="19426">
                  <c:v>6.0589655633802817</c:v>
                </c:pt>
                <c:pt idx="19427">
                  <c:v>6.0627454225352109</c:v>
                </c:pt>
                <c:pt idx="19428">
                  <c:v>6.0562725352112672</c:v>
                </c:pt>
                <c:pt idx="19429">
                  <c:v>6.0473588732394363</c:v>
                </c:pt>
                <c:pt idx="19430">
                  <c:v>6.0447519014084508</c:v>
                </c:pt>
                <c:pt idx="19431">
                  <c:v>6.0473270422535208</c:v>
                </c:pt>
                <c:pt idx="19432">
                  <c:v>6.056410070422535</c:v>
                </c:pt>
                <c:pt idx="19433">
                  <c:v>6.0623316197183099</c:v>
                </c:pt>
                <c:pt idx="19434">
                  <c:v>6.060932253521127</c:v>
                </c:pt>
                <c:pt idx="19435">
                  <c:v>6.067002957746479</c:v>
                </c:pt>
                <c:pt idx="19436">
                  <c:v>6.07138661971831</c:v>
                </c:pt>
                <c:pt idx="19437">
                  <c:v>6.0638394366197179</c:v>
                </c:pt>
                <c:pt idx="19438">
                  <c:v>6.0550988732394364</c:v>
                </c:pt>
                <c:pt idx="19439">
                  <c:v>6.0489859154929579</c:v>
                </c:pt>
                <c:pt idx="19440">
                  <c:v>6.0507377464788732</c:v>
                </c:pt>
                <c:pt idx="19441">
                  <c:v>6.0621981690140849</c:v>
                </c:pt>
                <c:pt idx="19442">
                  <c:v>6.0711112676056338</c:v>
                </c:pt>
                <c:pt idx="19443">
                  <c:v>6.0701159859154927</c:v>
                </c:pt>
                <c:pt idx="19444">
                  <c:v>6.0702485211267607</c:v>
                </c:pt>
                <c:pt idx="19445">
                  <c:v>6.0688456338028169</c:v>
                </c:pt>
                <c:pt idx="19446">
                  <c:v>6.0684862676056337</c:v>
                </c:pt>
                <c:pt idx="19447">
                  <c:v>6.0704894366197184</c:v>
                </c:pt>
                <c:pt idx="19448">
                  <c:v>6.0667564788732395</c:v>
                </c:pt>
                <c:pt idx="19449">
                  <c:v>6.0635455633802815</c:v>
                </c:pt>
                <c:pt idx="19450">
                  <c:v>6.0612276056338033</c:v>
                </c:pt>
                <c:pt idx="19451">
                  <c:v>6.0715035211267603</c:v>
                </c:pt>
                <c:pt idx="19452">
                  <c:v>6.0733838028169016</c:v>
                </c:pt>
                <c:pt idx="19453">
                  <c:v>6.067223028169014</c:v>
                </c:pt>
                <c:pt idx="19454">
                  <c:v>6.0653330281690145</c:v>
                </c:pt>
                <c:pt idx="19455">
                  <c:v>6.0680547887323941</c:v>
                </c:pt>
                <c:pt idx="19456">
                  <c:v>6.0716183098591552</c:v>
                </c:pt>
                <c:pt idx="19457">
                  <c:v>6.0745049295774649</c:v>
                </c:pt>
                <c:pt idx="19458">
                  <c:v>6.0747873239436618</c:v>
                </c:pt>
                <c:pt idx="19459">
                  <c:v>6.0727767605633804</c:v>
                </c:pt>
                <c:pt idx="19460">
                  <c:v>6.0668186619718307</c:v>
                </c:pt>
                <c:pt idx="19461">
                  <c:v>6.0628695774647889</c:v>
                </c:pt>
                <c:pt idx="19462">
                  <c:v>6.0656050704225351</c:v>
                </c:pt>
                <c:pt idx="19463">
                  <c:v>6.0704485915492956</c:v>
                </c:pt>
                <c:pt idx="19464">
                  <c:v>6.0680776760563377</c:v>
                </c:pt>
                <c:pt idx="19465">
                  <c:v>6.062027746478873</c:v>
                </c:pt>
                <c:pt idx="19466">
                  <c:v>6.0550490140845072</c:v>
                </c:pt>
                <c:pt idx="19467">
                  <c:v>6.0506937323943664</c:v>
                </c:pt>
                <c:pt idx="19468">
                  <c:v>6.0533836619718313</c:v>
                </c:pt>
                <c:pt idx="19469">
                  <c:v>6.0542580281690137</c:v>
                </c:pt>
                <c:pt idx="19470">
                  <c:v>6.0548209859154927</c:v>
                </c:pt>
                <c:pt idx="19471">
                  <c:v>6.0570004225352116</c:v>
                </c:pt>
                <c:pt idx="19472">
                  <c:v>6.0547327464788729</c:v>
                </c:pt>
                <c:pt idx="19473">
                  <c:v>6.051033943661972</c:v>
                </c:pt>
                <c:pt idx="19474">
                  <c:v>6.0530061267605637</c:v>
                </c:pt>
                <c:pt idx="19475">
                  <c:v>6.0595510563380284</c:v>
                </c:pt>
                <c:pt idx="19476">
                  <c:v>6.0628597183098591</c:v>
                </c:pt>
                <c:pt idx="19477">
                  <c:v>6.0623212676056335</c:v>
                </c:pt>
                <c:pt idx="19478">
                  <c:v>6.0615590845070422</c:v>
                </c:pt>
                <c:pt idx="19479">
                  <c:v>6.0640395774647891</c:v>
                </c:pt>
                <c:pt idx="19480">
                  <c:v>6.0641730985915494</c:v>
                </c:pt>
                <c:pt idx="19481">
                  <c:v>6.0645444366197179</c:v>
                </c:pt>
                <c:pt idx="19482">
                  <c:v>6.0653251408450704</c:v>
                </c:pt>
                <c:pt idx="19483">
                  <c:v>6.0656849295774649</c:v>
                </c:pt>
                <c:pt idx="19484">
                  <c:v>6.0579810563380283</c:v>
                </c:pt>
                <c:pt idx="19485">
                  <c:v>6.0542856338028166</c:v>
                </c:pt>
                <c:pt idx="19486">
                  <c:v>6.056863661971831</c:v>
                </c:pt>
                <c:pt idx="19487">
                  <c:v>6.0554921830985915</c:v>
                </c:pt>
                <c:pt idx="19488">
                  <c:v>6.0527750704225349</c:v>
                </c:pt>
                <c:pt idx="19489">
                  <c:v>6.0545557746478877</c:v>
                </c:pt>
                <c:pt idx="19490">
                  <c:v>6.059491056338028</c:v>
                </c:pt>
                <c:pt idx="19491">
                  <c:v>6.0692482394366198</c:v>
                </c:pt>
                <c:pt idx="19492">
                  <c:v>6.07690985915493</c:v>
                </c:pt>
                <c:pt idx="19493">
                  <c:v>6.0743542253521126</c:v>
                </c:pt>
                <c:pt idx="19494">
                  <c:v>6.068831267605634</c:v>
                </c:pt>
                <c:pt idx="19495">
                  <c:v>6.0649223239436623</c:v>
                </c:pt>
                <c:pt idx="19496">
                  <c:v>6.0630980985915492</c:v>
                </c:pt>
                <c:pt idx="19497">
                  <c:v>6.06153161971831</c:v>
                </c:pt>
                <c:pt idx="19498">
                  <c:v>6.0536516901408453</c:v>
                </c:pt>
                <c:pt idx="19499">
                  <c:v>6.0539980985915491</c:v>
                </c:pt>
                <c:pt idx="19500">
                  <c:v>6.0649402112676061</c:v>
                </c:pt>
                <c:pt idx="19501">
                  <c:v>6.0596485915492959</c:v>
                </c:pt>
                <c:pt idx="19502">
                  <c:v>6.0558436619718305</c:v>
                </c:pt>
                <c:pt idx="19503">
                  <c:v>6.059581971830986</c:v>
                </c:pt>
                <c:pt idx="19504">
                  <c:v>6.0588187323943661</c:v>
                </c:pt>
                <c:pt idx="19505">
                  <c:v>6.0646873943661967</c:v>
                </c:pt>
                <c:pt idx="19506">
                  <c:v>6.0675654929577467</c:v>
                </c:pt>
                <c:pt idx="19507">
                  <c:v>6.0651280985915497</c:v>
                </c:pt>
                <c:pt idx="19508">
                  <c:v>6.0567992253521128</c:v>
                </c:pt>
                <c:pt idx="19509">
                  <c:v>6.0573183802816901</c:v>
                </c:pt>
                <c:pt idx="19510">
                  <c:v>6.0540777464788729</c:v>
                </c:pt>
                <c:pt idx="19511">
                  <c:v>6.0517043661971828</c:v>
                </c:pt>
                <c:pt idx="19512">
                  <c:v>6.0610154225352115</c:v>
                </c:pt>
                <c:pt idx="19513">
                  <c:v>6.0678808450704222</c:v>
                </c:pt>
                <c:pt idx="19514">
                  <c:v>6.070583802816901</c:v>
                </c:pt>
                <c:pt idx="19515">
                  <c:v>6.0731556338028172</c:v>
                </c:pt>
                <c:pt idx="19516">
                  <c:v>6.0769239436619715</c:v>
                </c:pt>
                <c:pt idx="19517">
                  <c:v>6.0801866197183099</c:v>
                </c:pt>
                <c:pt idx="19518">
                  <c:v>6.0818873239436622</c:v>
                </c:pt>
                <c:pt idx="19519">
                  <c:v>6.0758309859154931</c:v>
                </c:pt>
                <c:pt idx="19520">
                  <c:v>6.0659776760563382</c:v>
                </c:pt>
                <c:pt idx="19521">
                  <c:v>6.0594452816901407</c:v>
                </c:pt>
                <c:pt idx="19522">
                  <c:v>6.0606401408450701</c:v>
                </c:pt>
                <c:pt idx="19523">
                  <c:v>6.0583690845070421</c:v>
                </c:pt>
                <c:pt idx="19524">
                  <c:v>6.0544160563380283</c:v>
                </c:pt>
                <c:pt idx="19525">
                  <c:v>6.054196690140845</c:v>
                </c:pt>
                <c:pt idx="19526">
                  <c:v>6.0528080281690144</c:v>
                </c:pt>
                <c:pt idx="19527">
                  <c:v>6.0554598591549293</c:v>
                </c:pt>
                <c:pt idx="19528">
                  <c:v>6.0579269014084511</c:v>
                </c:pt>
                <c:pt idx="19529">
                  <c:v>6.0565520422535215</c:v>
                </c:pt>
                <c:pt idx="19530">
                  <c:v>6.0568859859154927</c:v>
                </c:pt>
                <c:pt idx="19531">
                  <c:v>6.0544469718309859</c:v>
                </c:pt>
                <c:pt idx="19532">
                  <c:v>6.0519104225352116</c:v>
                </c:pt>
                <c:pt idx="19533">
                  <c:v>6.0517004225352116</c:v>
                </c:pt>
                <c:pt idx="19534">
                  <c:v>6.0532275352112679</c:v>
                </c:pt>
                <c:pt idx="19535">
                  <c:v>6.0544554225352112</c:v>
                </c:pt>
                <c:pt idx="19536">
                  <c:v>6.0555987323943663</c:v>
                </c:pt>
                <c:pt idx="19537">
                  <c:v>6.0537379577464785</c:v>
                </c:pt>
                <c:pt idx="19538">
                  <c:v>6.0552559154929577</c:v>
                </c:pt>
                <c:pt idx="19539">
                  <c:v>6.0568290845070418</c:v>
                </c:pt>
                <c:pt idx="19540">
                  <c:v>6.0521190845070425</c:v>
                </c:pt>
                <c:pt idx="19541">
                  <c:v>6.0431900000000001</c:v>
                </c:pt>
                <c:pt idx="19542">
                  <c:v>6.0393583098591552</c:v>
                </c:pt>
                <c:pt idx="19543">
                  <c:v>6.0481782394366199</c:v>
                </c:pt>
                <c:pt idx="19544">
                  <c:v>6.0564575352112673</c:v>
                </c:pt>
                <c:pt idx="19545">
                  <c:v>6.0538611267605633</c:v>
                </c:pt>
                <c:pt idx="19546">
                  <c:v>6.0455012676056334</c:v>
                </c:pt>
                <c:pt idx="19547">
                  <c:v>6.037457535211268</c:v>
                </c:pt>
                <c:pt idx="19548">
                  <c:v>6.0393614788732393</c:v>
                </c:pt>
                <c:pt idx="19549">
                  <c:v>6.0433066901408452</c:v>
                </c:pt>
                <c:pt idx="19550">
                  <c:v>6.0438213380281693</c:v>
                </c:pt>
                <c:pt idx="19551">
                  <c:v>6.0422919014084506</c:v>
                </c:pt>
                <c:pt idx="19552">
                  <c:v>6.0435597183098588</c:v>
                </c:pt>
                <c:pt idx="19553">
                  <c:v>6.051212746478873</c:v>
                </c:pt>
                <c:pt idx="19554">
                  <c:v>6.054295985915493</c:v>
                </c:pt>
                <c:pt idx="19555">
                  <c:v>6.0534453521126759</c:v>
                </c:pt>
                <c:pt idx="19556">
                  <c:v>6.0570428169014088</c:v>
                </c:pt>
                <c:pt idx="19557">
                  <c:v>6.0558633098591548</c:v>
                </c:pt>
                <c:pt idx="19558">
                  <c:v>6.0497046478873235</c:v>
                </c:pt>
                <c:pt idx="19559">
                  <c:v>6.042579788732394</c:v>
                </c:pt>
                <c:pt idx="19560">
                  <c:v>6.041653028169014</c:v>
                </c:pt>
                <c:pt idx="19561">
                  <c:v>6.0419918309859151</c:v>
                </c:pt>
                <c:pt idx="19562">
                  <c:v>6.0455557746478874</c:v>
                </c:pt>
                <c:pt idx="19563">
                  <c:v>6.0547729577464793</c:v>
                </c:pt>
                <c:pt idx="19564">
                  <c:v>6.0569677464788736</c:v>
                </c:pt>
                <c:pt idx="19565">
                  <c:v>6.0528177464788735</c:v>
                </c:pt>
                <c:pt idx="19566">
                  <c:v>6.0528505633802814</c:v>
                </c:pt>
                <c:pt idx="19567">
                  <c:v>6.0554512676056342</c:v>
                </c:pt>
                <c:pt idx="19568">
                  <c:v>6.0629270422535209</c:v>
                </c:pt>
                <c:pt idx="19569">
                  <c:v>6.0702703521126757</c:v>
                </c:pt>
                <c:pt idx="19570">
                  <c:v>6.0726577464788729</c:v>
                </c:pt>
                <c:pt idx="19571">
                  <c:v>6.0720415492957747</c:v>
                </c:pt>
                <c:pt idx="19572">
                  <c:v>6.0642373239436616</c:v>
                </c:pt>
                <c:pt idx="19573">
                  <c:v>6.0555395774647884</c:v>
                </c:pt>
                <c:pt idx="19574">
                  <c:v>6.0593636619718314</c:v>
                </c:pt>
                <c:pt idx="19575">
                  <c:v>6.0662960563380279</c:v>
                </c:pt>
                <c:pt idx="19576">
                  <c:v>6.0592723943661975</c:v>
                </c:pt>
                <c:pt idx="19577">
                  <c:v>6.0488919718309857</c:v>
                </c:pt>
                <c:pt idx="19578">
                  <c:v>6.0484119014084508</c:v>
                </c:pt>
                <c:pt idx="19579">
                  <c:v>6.0586462676056341</c:v>
                </c:pt>
                <c:pt idx="19580">
                  <c:v>6.0672413380281691</c:v>
                </c:pt>
                <c:pt idx="19581">
                  <c:v>6.0631509154929581</c:v>
                </c:pt>
                <c:pt idx="19582">
                  <c:v>6.0538570422535214</c:v>
                </c:pt>
                <c:pt idx="19583">
                  <c:v>6.0458281690140847</c:v>
                </c:pt>
                <c:pt idx="19584">
                  <c:v>6.0424047887323944</c:v>
                </c:pt>
                <c:pt idx="19585">
                  <c:v>6.0497593661971827</c:v>
                </c:pt>
                <c:pt idx="19586">
                  <c:v>6.0592326056338024</c:v>
                </c:pt>
                <c:pt idx="19587">
                  <c:v>6.0571515492957744</c:v>
                </c:pt>
                <c:pt idx="19588">
                  <c:v>6.0545411971830987</c:v>
                </c:pt>
                <c:pt idx="19589">
                  <c:v>6.055696478873239</c:v>
                </c:pt>
                <c:pt idx="19590">
                  <c:v>6.0552588732394366</c:v>
                </c:pt>
                <c:pt idx="19591">
                  <c:v>6.0538754225352109</c:v>
                </c:pt>
                <c:pt idx="19592">
                  <c:v>6.047990281690141</c:v>
                </c:pt>
                <c:pt idx="19593">
                  <c:v>6.0492239436619721</c:v>
                </c:pt>
                <c:pt idx="19594">
                  <c:v>6.0609742253521128</c:v>
                </c:pt>
                <c:pt idx="19595">
                  <c:v>6.0672595070422535</c:v>
                </c:pt>
                <c:pt idx="19596">
                  <c:v>6.0644233098591549</c:v>
                </c:pt>
                <c:pt idx="19597">
                  <c:v>6.0577276056338025</c:v>
                </c:pt>
                <c:pt idx="19598">
                  <c:v>6.0560548591549299</c:v>
                </c:pt>
                <c:pt idx="19599">
                  <c:v>6.057205422535211</c:v>
                </c:pt>
                <c:pt idx="19600">
                  <c:v>6.0548857746478877</c:v>
                </c:pt>
                <c:pt idx="19601">
                  <c:v>6.0559338732394368</c:v>
                </c:pt>
                <c:pt idx="19602">
                  <c:v>6.0615553521126762</c:v>
                </c:pt>
                <c:pt idx="19603">
                  <c:v>6.0621968309859158</c:v>
                </c:pt>
                <c:pt idx="19604">
                  <c:v>6.0580620422535212</c:v>
                </c:pt>
                <c:pt idx="19605">
                  <c:v>6.0578402112676057</c:v>
                </c:pt>
                <c:pt idx="19606">
                  <c:v>6.0632759859154932</c:v>
                </c:pt>
                <c:pt idx="19607">
                  <c:v>6.0672007042253524</c:v>
                </c:pt>
                <c:pt idx="19608">
                  <c:v>6.0692157042253525</c:v>
                </c:pt>
                <c:pt idx="19609">
                  <c:v>6.0709521126760562</c:v>
                </c:pt>
                <c:pt idx="19610">
                  <c:v>6.0631920422535215</c:v>
                </c:pt>
                <c:pt idx="19611">
                  <c:v>6.0581399295774645</c:v>
                </c:pt>
                <c:pt idx="19612">
                  <c:v>6.0559440845070425</c:v>
                </c:pt>
                <c:pt idx="19613">
                  <c:v>6.0517769014084504</c:v>
                </c:pt>
                <c:pt idx="19614">
                  <c:v>6.0595302816901411</c:v>
                </c:pt>
                <c:pt idx="19615">
                  <c:v>6.0677382394366202</c:v>
                </c:pt>
                <c:pt idx="19616">
                  <c:v>6.0706126760563377</c:v>
                </c:pt>
                <c:pt idx="19617">
                  <c:v>6.0695065492957747</c:v>
                </c:pt>
                <c:pt idx="19618">
                  <c:v>6.0667971126760563</c:v>
                </c:pt>
                <c:pt idx="19619">
                  <c:v>6.0636779577464788</c:v>
                </c:pt>
                <c:pt idx="19620">
                  <c:v>6.0666812676056336</c:v>
                </c:pt>
                <c:pt idx="19621">
                  <c:v>6.0675509154929577</c:v>
                </c:pt>
                <c:pt idx="19622">
                  <c:v>6.0669153521126757</c:v>
                </c:pt>
                <c:pt idx="19623">
                  <c:v>6.0646840140845066</c:v>
                </c:pt>
                <c:pt idx="19624">
                  <c:v>6.0555402816901411</c:v>
                </c:pt>
                <c:pt idx="19625">
                  <c:v>6.0549463380281692</c:v>
                </c:pt>
                <c:pt idx="19626">
                  <c:v>6.0547749295774649</c:v>
                </c:pt>
                <c:pt idx="19627">
                  <c:v>6.0506506338028165</c:v>
                </c:pt>
                <c:pt idx="19628">
                  <c:v>6.0468407746478876</c:v>
                </c:pt>
                <c:pt idx="19629">
                  <c:v>6.0474826056338031</c:v>
                </c:pt>
                <c:pt idx="19630">
                  <c:v>6.0527007042253524</c:v>
                </c:pt>
                <c:pt idx="19631">
                  <c:v>6.0571268309859159</c:v>
                </c:pt>
                <c:pt idx="19632">
                  <c:v>6.0572788028169011</c:v>
                </c:pt>
                <c:pt idx="19633">
                  <c:v>6.05352676056338</c:v>
                </c:pt>
                <c:pt idx="19634">
                  <c:v>6.0558773239436618</c:v>
                </c:pt>
                <c:pt idx="19635">
                  <c:v>6.0488876056338032</c:v>
                </c:pt>
                <c:pt idx="19636">
                  <c:v>6.0437675352112672</c:v>
                </c:pt>
                <c:pt idx="19637">
                  <c:v>6.048879718309859</c:v>
                </c:pt>
                <c:pt idx="19638">
                  <c:v>6.055097112676056</c:v>
                </c:pt>
                <c:pt idx="19639">
                  <c:v>6.0567327464788736</c:v>
                </c:pt>
                <c:pt idx="19640">
                  <c:v>6.0548961267605632</c:v>
                </c:pt>
                <c:pt idx="19641">
                  <c:v>6.0542162676056339</c:v>
                </c:pt>
                <c:pt idx="19642">
                  <c:v>6.0531283802816898</c:v>
                </c:pt>
                <c:pt idx="19643">
                  <c:v>6.0495573943661975</c:v>
                </c:pt>
                <c:pt idx="19644">
                  <c:v>6.047262887323944</c:v>
                </c:pt>
                <c:pt idx="19645">
                  <c:v>6.0490604929577465</c:v>
                </c:pt>
                <c:pt idx="19646">
                  <c:v>6.0529289436619722</c:v>
                </c:pt>
                <c:pt idx="19647">
                  <c:v>6.0582585915492961</c:v>
                </c:pt>
                <c:pt idx="19648">
                  <c:v>6.0596865492957743</c:v>
                </c:pt>
                <c:pt idx="19649">
                  <c:v>6.0676759859154927</c:v>
                </c:pt>
                <c:pt idx="19650">
                  <c:v>6.0758352112676057</c:v>
                </c:pt>
                <c:pt idx="19651">
                  <c:v>6.0772563380281692</c:v>
                </c:pt>
                <c:pt idx="19652">
                  <c:v>6.0763197183098594</c:v>
                </c:pt>
                <c:pt idx="19653">
                  <c:v>6.0719042253521129</c:v>
                </c:pt>
                <c:pt idx="19654">
                  <c:v>6.0615369718309857</c:v>
                </c:pt>
                <c:pt idx="19655">
                  <c:v>6.0556666901408454</c:v>
                </c:pt>
                <c:pt idx="19656">
                  <c:v>6.0601964788732392</c:v>
                </c:pt>
                <c:pt idx="19657">
                  <c:v>6.0611768309859153</c:v>
                </c:pt>
                <c:pt idx="19658">
                  <c:v>6.0555862676056336</c:v>
                </c:pt>
                <c:pt idx="19659">
                  <c:v>6.0464095774647886</c:v>
                </c:pt>
                <c:pt idx="19660">
                  <c:v>6.0506966901408452</c:v>
                </c:pt>
                <c:pt idx="19661">
                  <c:v>6.0512296478873235</c:v>
                </c:pt>
                <c:pt idx="19662">
                  <c:v>6.0533152112676056</c:v>
                </c:pt>
                <c:pt idx="19663">
                  <c:v>6.0577926760563381</c:v>
                </c:pt>
                <c:pt idx="19664">
                  <c:v>6.0610400000000002</c:v>
                </c:pt>
                <c:pt idx="19665">
                  <c:v>6.0586031690140842</c:v>
                </c:pt>
                <c:pt idx="19666">
                  <c:v>6.0563859154929576</c:v>
                </c:pt>
                <c:pt idx="19667">
                  <c:v>6.0582217605633799</c:v>
                </c:pt>
                <c:pt idx="19668">
                  <c:v>6.0676539436619716</c:v>
                </c:pt>
                <c:pt idx="19669">
                  <c:v>6.0735345070422539</c:v>
                </c:pt>
                <c:pt idx="19670">
                  <c:v>6.064239084507042</c:v>
                </c:pt>
                <c:pt idx="19671">
                  <c:v>6.0526835915492958</c:v>
                </c:pt>
                <c:pt idx="19672">
                  <c:v>6.0493750704225349</c:v>
                </c:pt>
                <c:pt idx="19673">
                  <c:v>6.0511113380281687</c:v>
                </c:pt>
                <c:pt idx="19674">
                  <c:v>6.053271971830986</c:v>
                </c:pt>
                <c:pt idx="19675">
                  <c:v>6.0534146478873243</c:v>
                </c:pt>
                <c:pt idx="19676">
                  <c:v>6.0486565492957745</c:v>
                </c:pt>
                <c:pt idx="19677">
                  <c:v>6.0465530281690141</c:v>
                </c:pt>
                <c:pt idx="19678">
                  <c:v>6.0426566197183096</c:v>
                </c:pt>
                <c:pt idx="19679">
                  <c:v>6.0410064788732392</c:v>
                </c:pt>
                <c:pt idx="19680">
                  <c:v>6.0469938028169015</c:v>
                </c:pt>
                <c:pt idx="19681">
                  <c:v>6.0489585915492956</c:v>
                </c:pt>
                <c:pt idx="19682">
                  <c:v>6.0385345070422538</c:v>
                </c:pt>
                <c:pt idx="19683">
                  <c:v>6.0343134507042251</c:v>
                </c:pt>
                <c:pt idx="19684">
                  <c:v>6.0404076056338027</c:v>
                </c:pt>
                <c:pt idx="19685">
                  <c:v>6.0469983098591547</c:v>
                </c:pt>
                <c:pt idx="19686">
                  <c:v>6.0530352816901409</c:v>
                </c:pt>
                <c:pt idx="19687">
                  <c:v>6.06229</c:v>
                </c:pt>
                <c:pt idx="19688">
                  <c:v>6.0664140140845069</c:v>
                </c:pt>
                <c:pt idx="19689">
                  <c:v>6.0660047183098591</c:v>
                </c:pt>
                <c:pt idx="19690">
                  <c:v>6.0610331690140846</c:v>
                </c:pt>
                <c:pt idx="19691">
                  <c:v>6.0598669718309859</c:v>
                </c:pt>
                <c:pt idx="19692">
                  <c:v>6.0647126760563381</c:v>
                </c:pt>
                <c:pt idx="19693">
                  <c:v>6.0618763380281688</c:v>
                </c:pt>
                <c:pt idx="19694">
                  <c:v>6.0563504225352114</c:v>
                </c:pt>
                <c:pt idx="19695">
                  <c:v>6.0557175352112678</c:v>
                </c:pt>
                <c:pt idx="19696">
                  <c:v>6.0494269718309859</c:v>
                </c:pt>
                <c:pt idx="19697">
                  <c:v>6.0411588732394366</c:v>
                </c:pt>
                <c:pt idx="19698">
                  <c:v>6.0429874647887321</c:v>
                </c:pt>
                <c:pt idx="19699">
                  <c:v>6.0501490845070425</c:v>
                </c:pt>
                <c:pt idx="19700">
                  <c:v>6.0619788028169017</c:v>
                </c:pt>
                <c:pt idx="19701">
                  <c:v>6.0602269014084511</c:v>
                </c:pt>
                <c:pt idx="19702">
                  <c:v>6.0543770422535212</c:v>
                </c:pt>
                <c:pt idx="19703">
                  <c:v>6.057761478873239</c:v>
                </c:pt>
                <c:pt idx="19704">
                  <c:v>6.0600576056338031</c:v>
                </c:pt>
                <c:pt idx="19705">
                  <c:v>6.061743661971831</c:v>
                </c:pt>
                <c:pt idx="19706">
                  <c:v>6.0621280985915496</c:v>
                </c:pt>
                <c:pt idx="19707">
                  <c:v>6.0617670422535213</c:v>
                </c:pt>
                <c:pt idx="19708">
                  <c:v>6.0632133802816899</c:v>
                </c:pt>
                <c:pt idx="19709">
                  <c:v>6.0559368309859156</c:v>
                </c:pt>
                <c:pt idx="19710">
                  <c:v>6.0493880281690142</c:v>
                </c:pt>
                <c:pt idx="19711">
                  <c:v>6.0554289436619717</c:v>
                </c:pt>
                <c:pt idx="19712">
                  <c:v>6.0650746478873243</c:v>
                </c:pt>
                <c:pt idx="19713">
                  <c:v>6.0703135915492954</c:v>
                </c:pt>
                <c:pt idx="19714">
                  <c:v>6.066282816901408</c:v>
                </c:pt>
                <c:pt idx="19715">
                  <c:v>6.0628106338028172</c:v>
                </c:pt>
                <c:pt idx="19716">
                  <c:v>6.0611038028169011</c:v>
                </c:pt>
                <c:pt idx="19717">
                  <c:v>6.0513257746478875</c:v>
                </c:pt>
                <c:pt idx="19718">
                  <c:v>6.0468531690140841</c:v>
                </c:pt>
                <c:pt idx="19719">
                  <c:v>6.0533461971830986</c:v>
                </c:pt>
                <c:pt idx="19720">
                  <c:v>6.0528528169014084</c:v>
                </c:pt>
                <c:pt idx="19721">
                  <c:v>6.0465628873239439</c:v>
                </c:pt>
                <c:pt idx="19722">
                  <c:v>6.0404301408450705</c:v>
                </c:pt>
                <c:pt idx="19723">
                  <c:v>6.0496690140845066</c:v>
                </c:pt>
                <c:pt idx="19724">
                  <c:v>6.0567198591549296</c:v>
                </c:pt>
                <c:pt idx="19725">
                  <c:v>6.0567628873239441</c:v>
                </c:pt>
                <c:pt idx="19726">
                  <c:v>6.0578291549295775</c:v>
                </c:pt>
                <c:pt idx="19727">
                  <c:v>6.0557620422535212</c:v>
                </c:pt>
                <c:pt idx="19728">
                  <c:v>6.052572746478873</c:v>
                </c:pt>
                <c:pt idx="19729">
                  <c:v>6.0550916197183096</c:v>
                </c:pt>
                <c:pt idx="19730">
                  <c:v>6.0635332394366195</c:v>
                </c:pt>
                <c:pt idx="19731">
                  <c:v>6.071371126760563</c:v>
                </c:pt>
                <c:pt idx="19732">
                  <c:v>6.0710436619718307</c:v>
                </c:pt>
                <c:pt idx="19733">
                  <c:v>6.0685972535211263</c:v>
                </c:pt>
                <c:pt idx="19734">
                  <c:v>6.068832394366197</c:v>
                </c:pt>
                <c:pt idx="19735">
                  <c:v>6.0625937323943662</c:v>
                </c:pt>
                <c:pt idx="19736">
                  <c:v>6.0603294366197185</c:v>
                </c:pt>
                <c:pt idx="19737">
                  <c:v>6.0617092253521125</c:v>
                </c:pt>
                <c:pt idx="19738">
                  <c:v>6.0647651408450702</c:v>
                </c:pt>
                <c:pt idx="19739">
                  <c:v>6.0664961267605637</c:v>
                </c:pt>
                <c:pt idx="19740">
                  <c:v>6.064382816901408</c:v>
                </c:pt>
                <c:pt idx="19741">
                  <c:v>6.0673681690140846</c:v>
                </c:pt>
                <c:pt idx="19742">
                  <c:v>6.069780985915493</c:v>
                </c:pt>
                <c:pt idx="19743">
                  <c:v>6.0664465492957742</c:v>
                </c:pt>
                <c:pt idx="19744">
                  <c:v>6.0704069718309857</c:v>
                </c:pt>
                <c:pt idx="19745">
                  <c:v>6.0781401408450701</c:v>
                </c:pt>
                <c:pt idx="19746">
                  <c:v>6.0791098591549293</c:v>
                </c:pt>
                <c:pt idx="19747">
                  <c:v>6.0759640845070422</c:v>
                </c:pt>
                <c:pt idx="19748">
                  <c:v>6.0736070422535215</c:v>
                </c:pt>
                <c:pt idx="19749">
                  <c:v>6.0722669014084509</c:v>
                </c:pt>
                <c:pt idx="19750">
                  <c:v>6.0746809859154931</c:v>
                </c:pt>
                <c:pt idx="19751">
                  <c:v>6.0674308450704224</c:v>
                </c:pt>
                <c:pt idx="19752">
                  <c:v>6.0616026056338033</c:v>
                </c:pt>
                <c:pt idx="19753">
                  <c:v>6.0611197183098593</c:v>
                </c:pt>
                <c:pt idx="19754">
                  <c:v>6.0611423943661968</c:v>
                </c:pt>
                <c:pt idx="19755">
                  <c:v>6.0621341549295771</c:v>
                </c:pt>
                <c:pt idx="19756">
                  <c:v>6.0628785211267608</c:v>
                </c:pt>
                <c:pt idx="19757">
                  <c:v>6.0656688732394368</c:v>
                </c:pt>
                <c:pt idx="19758">
                  <c:v>6.0673358450704225</c:v>
                </c:pt>
                <c:pt idx="19759">
                  <c:v>6.0630915492957751</c:v>
                </c:pt>
                <c:pt idx="19760">
                  <c:v>6.0602950704225353</c:v>
                </c:pt>
                <c:pt idx="19761">
                  <c:v>6.0622268309859155</c:v>
                </c:pt>
                <c:pt idx="19762">
                  <c:v>6.0587151408450701</c:v>
                </c:pt>
                <c:pt idx="19763">
                  <c:v>6.0540373239436622</c:v>
                </c:pt>
                <c:pt idx="19764">
                  <c:v>6.0539697887323944</c:v>
                </c:pt>
                <c:pt idx="19765">
                  <c:v>6.0544617605633801</c:v>
                </c:pt>
                <c:pt idx="19766">
                  <c:v>6.0513418309859155</c:v>
                </c:pt>
                <c:pt idx="19767">
                  <c:v>6.0506214788732393</c:v>
                </c:pt>
                <c:pt idx="19768">
                  <c:v>6.0471024647887326</c:v>
                </c:pt>
                <c:pt idx="19769">
                  <c:v>6.0477745070422539</c:v>
                </c:pt>
                <c:pt idx="19770">
                  <c:v>6.0527318309859153</c:v>
                </c:pt>
                <c:pt idx="19771">
                  <c:v>6.0499192957746475</c:v>
                </c:pt>
                <c:pt idx="19772">
                  <c:v>6.0515687323943661</c:v>
                </c:pt>
                <c:pt idx="19773">
                  <c:v>6.0505815492957744</c:v>
                </c:pt>
                <c:pt idx="19774">
                  <c:v>6.0414563380281692</c:v>
                </c:pt>
                <c:pt idx="19775">
                  <c:v>6.0370499999999998</c:v>
                </c:pt>
                <c:pt idx="19776">
                  <c:v>6.0441806338028172</c:v>
                </c:pt>
                <c:pt idx="19777">
                  <c:v>6.0581849295774646</c:v>
                </c:pt>
                <c:pt idx="19778">
                  <c:v>6.0672067605633799</c:v>
                </c:pt>
                <c:pt idx="19779">
                  <c:v>6.0713873239436618</c:v>
                </c:pt>
                <c:pt idx="19780">
                  <c:v>6.068274647887324</c:v>
                </c:pt>
                <c:pt idx="19781">
                  <c:v>6.0576777464788734</c:v>
                </c:pt>
                <c:pt idx="19782">
                  <c:v>6.0553893661971827</c:v>
                </c:pt>
                <c:pt idx="19783">
                  <c:v>6.0484217605633805</c:v>
                </c:pt>
                <c:pt idx="19784">
                  <c:v>6.0369385211267605</c:v>
                </c:pt>
                <c:pt idx="19785">
                  <c:v>6.0325563380281686</c:v>
                </c:pt>
                <c:pt idx="19786">
                  <c:v>6.0357103521126758</c:v>
                </c:pt>
                <c:pt idx="19787">
                  <c:v>6.0429050000000002</c:v>
                </c:pt>
                <c:pt idx="19788">
                  <c:v>6.04521</c:v>
                </c:pt>
                <c:pt idx="19789">
                  <c:v>6.0482384507042255</c:v>
                </c:pt>
                <c:pt idx="19790">
                  <c:v>6.0530776056338027</c:v>
                </c:pt>
                <c:pt idx="19791">
                  <c:v>6.0557002816901404</c:v>
                </c:pt>
                <c:pt idx="19792">
                  <c:v>6.053406197183099</c:v>
                </c:pt>
                <c:pt idx="19793">
                  <c:v>6.0479035211267602</c:v>
                </c:pt>
                <c:pt idx="19794">
                  <c:v>6.0432750704225349</c:v>
                </c:pt>
                <c:pt idx="19795">
                  <c:v>6.0438119014084508</c:v>
                </c:pt>
                <c:pt idx="19796">
                  <c:v>6.0484233098591549</c:v>
                </c:pt>
                <c:pt idx="19797">
                  <c:v>6.0528113380281692</c:v>
                </c:pt>
                <c:pt idx="19798">
                  <c:v>6.0559338028169014</c:v>
                </c:pt>
                <c:pt idx="19799">
                  <c:v>6.0503529577464787</c:v>
                </c:pt>
                <c:pt idx="19800">
                  <c:v>6.0439985211267606</c:v>
                </c:pt>
                <c:pt idx="19801">
                  <c:v>6.0486201408450704</c:v>
                </c:pt>
                <c:pt idx="19802">
                  <c:v>6.0492540845070426</c:v>
                </c:pt>
                <c:pt idx="19803">
                  <c:v>6.0556033802816902</c:v>
                </c:pt>
                <c:pt idx="19804">
                  <c:v>6.0652929577464789</c:v>
                </c:pt>
                <c:pt idx="19805">
                  <c:v>6.0697241549295775</c:v>
                </c:pt>
                <c:pt idx="19806">
                  <c:v>6.0661673239436622</c:v>
                </c:pt>
                <c:pt idx="19807">
                  <c:v>6.0567985915492955</c:v>
                </c:pt>
                <c:pt idx="19808">
                  <c:v>6.0539357042253519</c:v>
                </c:pt>
                <c:pt idx="19809">
                  <c:v>6.0590573943661976</c:v>
                </c:pt>
                <c:pt idx="19810">
                  <c:v>6.0645702112676059</c:v>
                </c:pt>
                <c:pt idx="19811">
                  <c:v>6.0726640845070419</c:v>
                </c:pt>
                <c:pt idx="19812">
                  <c:v>6.0704802816901404</c:v>
                </c:pt>
                <c:pt idx="19813">
                  <c:v>6.0640177464788731</c:v>
                </c:pt>
                <c:pt idx="19814">
                  <c:v>6.0624276760563376</c:v>
                </c:pt>
                <c:pt idx="19815">
                  <c:v>6.0674614084507041</c:v>
                </c:pt>
                <c:pt idx="19816">
                  <c:v>6.0697408450704229</c:v>
                </c:pt>
                <c:pt idx="19817">
                  <c:v>6.066128450704225</c:v>
                </c:pt>
                <c:pt idx="19818">
                  <c:v>6.0595542957746478</c:v>
                </c:pt>
                <c:pt idx="19819">
                  <c:v>6.0511062676056335</c:v>
                </c:pt>
                <c:pt idx="19820">
                  <c:v>6.0476602112676057</c:v>
                </c:pt>
                <c:pt idx="19821">
                  <c:v>6.0463549295774648</c:v>
                </c:pt>
                <c:pt idx="19822">
                  <c:v>6.053775211267606</c:v>
                </c:pt>
                <c:pt idx="19823">
                  <c:v>6.060779014084507</c:v>
                </c:pt>
                <c:pt idx="19824">
                  <c:v>6.066244929577465</c:v>
                </c:pt>
                <c:pt idx="19825">
                  <c:v>6.06700014084507</c:v>
                </c:pt>
                <c:pt idx="19826">
                  <c:v>6.060435</c:v>
                </c:pt>
                <c:pt idx="19827">
                  <c:v>6.0593969014084506</c:v>
                </c:pt>
                <c:pt idx="19828">
                  <c:v>6.0630151408450708</c:v>
                </c:pt>
                <c:pt idx="19829">
                  <c:v>6.0631023943661972</c:v>
                </c:pt>
                <c:pt idx="19830">
                  <c:v>6.0523714788732397</c:v>
                </c:pt>
                <c:pt idx="19831">
                  <c:v>6.049107253521127</c:v>
                </c:pt>
                <c:pt idx="19832">
                  <c:v>6.0543213380281689</c:v>
                </c:pt>
                <c:pt idx="19833">
                  <c:v>6.0554677464788735</c:v>
                </c:pt>
                <c:pt idx="19834">
                  <c:v>6.0482691549295771</c:v>
                </c:pt>
                <c:pt idx="19835">
                  <c:v>6.0407923239436618</c:v>
                </c:pt>
                <c:pt idx="19836">
                  <c:v>6.0325148591549294</c:v>
                </c:pt>
                <c:pt idx="19837">
                  <c:v>6.0353861267605637</c:v>
                </c:pt>
                <c:pt idx="19838">
                  <c:v>6.0430537323943661</c:v>
                </c:pt>
                <c:pt idx="19839">
                  <c:v>6.0400666901408453</c:v>
                </c:pt>
                <c:pt idx="19840">
                  <c:v>6.0444240140845071</c:v>
                </c:pt>
                <c:pt idx="19841">
                  <c:v>6.0475669014084508</c:v>
                </c:pt>
                <c:pt idx="19842">
                  <c:v>6.0480966197183097</c:v>
                </c:pt>
                <c:pt idx="19843">
                  <c:v>6.0472808450704223</c:v>
                </c:pt>
                <c:pt idx="19844">
                  <c:v>6.0483980281690144</c:v>
                </c:pt>
                <c:pt idx="19845">
                  <c:v>6.0521416197183102</c:v>
                </c:pt>
                <c:pt idx="19846">
                  <c:v>6.0513233802816897</c:v>
                </c:pt>
                <c:pt idx="19847">
                  <c:v>6.0483821830985915</c:v>
                </c:pt>
                <c:pt idx="19848">
                  <c:v>6.0530148591549295</c:v>
                </c:pt>
                <c:pt idx="19849">
                  <c:v>6.0584645774647887</c:v>
                </c:pt>
                <c:pt idx="19850">
                  <c:v>6.0586061971830985</c:v>
                </c:pt>
                <c:pt idx="19851">
                  <c:v>6.0578380985915494</c:v>
                </c:pt>
                <c:pt idx="19852">
                  <c:v>6.0521912676056342</c:v>
                </c:pt>
                <c:pt idx="19853">
                  <c:v>6.0472773943661968</c:v>
                </c:pt>
                <c:pt idx="19854">
                  <c:v>6.0467987323943664</c:v>
                </c:pt>
                <c:pt idx="19855">
                  <c:v>6.043227323943662</c:v>
                </c:pt>
                <c:pt idx="19856">
                  <c:v>6.0429917605633801</c:v>
                </c:pt>
                <c:pt idx="19857">
                  <c:v>6.0442082394366201</c:v>
                </c:pt>
                <c:pt idx="19858">
                  <c:v>6.04263823943662</c:v>
                </c:pt>
                <c:pt idx="19859">
                  <c:v>6.0476942253521129</c:v>
                </c:pt>
                <c:pt idx="19860">
                  <c:v>6.0541959154929579</c:v>
                </c:pt>
                <c:pt idx="19861">
                  <c:v>6.0562988028169018</c:v>
                </c:pt>
                <c:pt idx="19862">
                  <c:v>6.0502929577464792</c:v>
                </c:pt>
                <c:pt idx="19863">
                  <c:v>6.0419902112676054</c:v>
                </c:pt>
                <c:pt idx="19864">
                  <c:v>6.0437526056338031</c:v>
                </c:pt>
                <c:pt idx="19865">
                  <c:v>6.0465876056338024</c:v>
                </c:pt>
                <c:pt idx="19866">
                  <c:v>6.0482921830985914</c:v>
                </c:pt>
                <c:pt idx="19867">
                  <c:v>6.0507873239436618</c:v>
                </c:pt>
                <c:pt idx="19868">
                  <c:v>6.0539132394366195</c:v>
                </c:pt>
                <c:pt idx="19869">
                  <c:v>6.0536826056338029</c:v>
                </c:pt>
                <c:pt idx="19870">
                  <c:v>6.0556820422535207</c:v>
                </c:pt>
                <c:pt idx="19871">
                  <c:v>6.0590474647887325</c:v>
                </c:pt>
                <c:pt idx="19872">
                  <c:v>6.0641014788732397</c:v>
                </c:pt>
                <c:pt idx="19873">
                  <c:v>6.0658384507042253</c:v>
                </c:pt>
                <c:pt idx="19874">
                  <c:v>6.061778943661972</c:v>
                </c:pt>
                <c:pt idx="19875">
                  <c:v>6.0517453521126763</c:v>
                </c:pt>
                <c:pt idx="19876">
                  <c:v>6.047096197183099</c:v>
                </c:pt>
                <c:pt idx="19877">
                  <c:v>6.0441720422535212</c:v>
                </c:pt>
                <c:pt idx="19878">
                  <c:v>6.0455779577464792</c:v>
                </c:pt>
                <c:pt idx="19879">
                  <c:v>6.0481997887323944</c:v>
                </c:pt>
                <c:pt idx="19880">
                  <c:v>6.0498410563380283</c:v>
                </c:pt>
                <c:pt idx="19881">
                  <c:v>6.0486794366197181</c:v>
                </c:pt>
                <c:pt idx="19882">
                  <c:v>6.0541403521126762</c:v>
                </c:pt>
                <c:pt idx="19883">
                  <c:v>6.0643465492957747</c:v>
                </c:pt>
                <c:pt idx="19884">
                  <c:v>6.0656855633802813</c:v>
                </c:pt>
                <c:pt idx="19885">
                  <c:v>6.0632634507042251</c:v>
                </c:pt>
                <c:pt idx="19886">
                  <c:v>6.0635313380281692</c:v>
                </c:pt>
                <c:pt idx="19887">
                  <c:v>6.0642466197183102</c:v>
                </c:pt>
                <c:pt idx="19888">
                  <c:v>6.0632234507042257</c:v>
                </c:pt>
                <c:pt idx="19889">
                  <c:v>6.0653395774647887</c:v>
                </c:pt>
                <c:pt idx="19890">
                  <c:v>6.0655885915492957</c:v>
                </c:pt>
                <c:pt idx="19891">
                  <c:v>6.0642188028169013</c:v>
                </c:pt>
                <c:pt idx="19892">
                  <c:v>6.0598316901408449</c:v>
                </c:pt>
                <c:pt idx="19893">
                  <c:v>6.056945774647887</c:v>
                </c:pt>
                <c:pt idx="19894">
                  <c:v>6.0570058450704227</c:v>
                </c:pt>
                <c:pt idx="19895">
                  <c:v>6.0576214084507045</c:v>
                </c:pt>
                <c:pt idx="19896">
                  <c:v>6.0594821830985914</c:v>
                </c:pt>
                <c:pt idx="19897">
                  <c:v>6.0666883802816898</c:v>
                </c:pt>
                <c:pt idx="19898">
                  <c:v>6.0713387323943664</c:v>
                </c:pt>
                <c:pt idx="19899">
                  <c:v>6.0673658450704222</c:v>
                </c:pt>
                <c:pt idx="19900">
                  <c:v>6.0600454929577463</c:v>
                </c:pt>
                <c:pt idx="19901">
                  <c:v>6.0511790845070426</c:v>
                </c:pt>
                <c:pt idx="19902">
                  <c:v>6.0443839436619715</c:v>
                </c:pt>
                <c:pt idx="19903">
                  <c:v>6.0481483098591546</c:v>
                </c:pt>
                <c:pt idx="19904">
                  <c:v>6.0515064788732396</c:v>
                </c:pt>
                <c:pt idx="19905">
                  <c:v>6.0569711971830982</c:v>
                </c:pt>
                <c:pt idx="19906">
                  <c:v>6.0615274647887327</c:v>
                </c:pt>
                <c:pt idx="19907">
                  <c:v>6.0542557746478876</c:v>
                </c:pt>
                <c:pt idx="19908">
                  <c:v>6.0492832394366198</c:v>
                </c:pt>
                <c:pt idx="19909">
                  <c:v>6.0542228169014081</c:v>
                </c:pt>
                <c:pt idx="19910">
                  <c:v>6.0549387323943664</c:v>
                </c:pt>
                <c:pt idx="19911">
                  <c:v>6.053852464788732</c:v>
                </c:pt>
                <c:pt idx="19912">
                  <c:v>6.0539961267605635</c:v>
                </c:pt>
                <c:pt idx="19913">
                  <c:v>6.0548923239436618</c:v>
                </c:pt>
                <c:pt idx="19914">
                  <c:v>6.0473892957746482</c:v>
                </c:pt>
                <c:pt idx="19915">
                  <c:v>6.0431674647887323</c:v>
                </c:pt>
                <c:pt idx="19916">
                  <c:v>6.0519128873239438</c:v>
                </c:pt>
                <c:pt idx="19917">
                  <c:v>6.0539202112676058</c:v>
                </c:pt>
                <c:pt idx="19918">
                  <c:v>6.0510490140845068</c:v>
                </c:pt>
                <c:pt idx="19919">
                  <c:v>6.0541432394366197</c:v>
                </c:pt>
                <c:pt idx="19920">
                  <c:v>6.056246197183099</c:v>
                </c:pt>
                <c:pt idx="19921">
                  <c:v>6.0526033098591547</c:v>
                </c:pt>
                <c:pt idx="19922">
                  <c:v>6.0498129577464788</c:v>
                </c:pt>
                <c:pt idx="19923">
                  <c:v>6.0522810563380283</c:v>
                </c:pt>
                <c:pt idx="19924">
                  <c:v>6.0547502816901408</c:v>
                </c:pt>
                <c:pt idx="19925">
                  <c:v>6.0551912676056334</c:v>
                </c:pt>
                <c:pt idx="19926">
                  <c:v>6.0481699295774645</c:v>
                </c:pt>
                <c:pt idx="19927">
                  <c:v>6.0448497183098588</c:v>
                </c:pt>
                <c:pt idx="19928">
                  <c:v>6.0542996478873237</c:v>
                </c:pt>
                <c:pt idx="19929">
                  <c:v>6.0594820422535207</c:v>
                </c:pt>
                <c:pt idx="19930">
                  <c:v>6.0604147887323947</c:v>
                </c:pt>
                <c:pt idx="19931">
                  <c:v>6.0582428169014086</c:v>
                </c:pt>
                <c:pt idx="19932">
                  <c:v>6.0483907746478875</c:v>
                </c:pt>
                <c:pt idx="19933">
                  <c:v>6.0429544366197181</c:v>
                </c:pt>
                <c:pt idx="19934">
                  <c:v>6.0529471830985919</c:v>
                </c:pt>
                <c:pt idx="19935">
                  <c:v>6.0608153521126757</c:v>
                </c:pt>
                <c:pt idx="19936">
                  <c:v>6.0652741549295772</c:v>
                </c:pt>
                <c:pt idx="19937">
                  <c:v>6.0624829577464787</c:v>
                </c:pt>
                <c:pt idx="19938">
                  <c:v>6.0580204929577466</c:v>
                </c:pt>
                <c:pt idx="19939">
                  <c:v>6.059092183098592</c:v>
                </c:pt>
                <c:pt idx="19940">
                  <c:v>6.0609549999999999</c:v>
                </c:pt>
                <c:pt idx="19941">
                  <c:v>6.0611496478873237</c:v>
                </c:pt>
                <c:pt idx="19942">
                  <c:v>6.0637370422535213</c:v>
                </c:pt>
                <c:pt idx="19943">
                  <c:v>6.0707521126760566</c:v>
                </c:pt>
                <c:pt idx="19944">
                  <c:v>6.072195774647887</c:v>
                </c:pt>
                <c:pt idx="19945">
                  <c:v>6.0726049295774649</c:v>
                </c:pt>
                <c:pt idx="19946">
                  <c:v>6.0723950704225356</c:v>
                </c:pt>
                <c:pt idx="19947">
                  <c:v>6.0707732394366198</c:v>
                </c:pt>
                <c:pt idx="19948">
                  <c:v>6.0707014084507041</c:v>
                </c:pt>
                <c:pt idx="19949">
                  <c:v>6.067361338028169</c:v>
                </c:pt>
                <c:pt idx="19950">
                  <c:v>6.0657017605633801</c:v>
                </c:pt>
                <c:pt idx="19951">
                  <c:v>6.0583435211267602</c:v>
                </c:pt>
                <c:pt idx="19952">
                  <c:v>6.0537635211267604</c:v>
                </c:pt>
                <c:pt idx="19953">
                  <c:v>6.0550994366197184</c:v>
                </c:pt>
                <c:pt idx="19954">
                  <c:v>6.0569908450704224</c:v>
                </c:pt>
                <c:pt idx="19955">
                  <c:v>6.05690676056338</c:v>
                </c:pt>
                <c:pt idx="19956">
                  <c:v>6.0535505633802815</c:v>
                </c:pt>
                <c:pt idx="19957">
                  <c:v>6.055021901408451</c:v>
                </c:pt>
                <c:pt idx="19958">
                  <c:v>6.0632964084507046</c:v>
                </c:pt>
                <c:pt idx="19959">
                  <c:v>6.070469014084507</c:v>
                </c:pt>
                <c:pt idx="19960">
                  <c:v>6.0715302816901406</c:v>
                </c:pt>
                <c:pt idx="19961">
                  <c:v>6.0710323943661972</c:v>
                </c:pt>
                <c:pt idx="19962">
                  <c:v>6.0672876760563383</c:v>
                </c:pt>
                <c:pt idx="19963">
                  <c:v>6.062032042253521</c:v>
                </c:pt>
                <c:pt idx="19964">
                  <c:v>6.0596955633802816</c:v>
                </c:pt>
                <c:pt idx="19965">
                  <c:v>6.0589228169014087</c:v>
                </c:pt>
                <c:pt idx="19966">
                  <c:v>6.0593904225352109</c:v>
                </c:pt>
                <c:pt idx="19967">
                  <c:v>6.0611648591549292</c:v>
                </c:pt>
                <c:pt idx="19968">
                  <c:v>6.0626928873239434</c:v>
                </c:pt>
                <c:pt idx="19969">
                  <c:v>6.0646720422535214</c:v>
                </c:pt>
                <c:pt idx="19970">
                  <c:v>6.070111197183099</c:v>
                </c:pt>
                <c:pt idx="19971">
                  <c:v>6.0767218309859157</c:v>
                </c:pt>
                <c:pt idx="19972">
                  <c:v>6.0751514084507043</c:v>
                </c:pt>
                <c:pt idx="19973">
                  <c:v>6.0713070422535207</c:v>
                </c:pt>
                <c:pt idx="19974">
                  <c:v>6.0662452816901409</c:v>
                </c:pt>
                <c:pt idx="19975">
                  <c:v>6.0595053521126765</c:v>
                </c:pt>
                <c:pt idx="19976">
                  <c:v>6.0603392957746482</c:v>
                </c:pt>
                <c:pt idx="19977">
                  <c:v>6.059907676056338</c:v>
                </c:pt>
                <c:pt idx="19978">
                  <c:v>6.0541549295774644</c:v>
                </c:pt>
                <c:pt idx="19979">
                  <c:v>6.0562362676056338</c:v>
                </c:pt>
                <c:pt idx="19980">
                  <c:v>6.0565916197183096</c:v>
                </c:pt>
                <c:pt idx="19981">
                  <c:v>6.0575558450704223</c:v>
                </c:pt>
                <c:pt idx="19982">
                  <c:v>6.0592797183098588</c:v>
                </c:pt>
                <c:pt idx="19983">
                  <c:v>6.0562942253521124</c:v>
                </c:pt>
                <c:pt idx="19984">
                  <c:v>6.0481766901408447</c:v>
                </c:pt>
                <c:pt idx="19985">
                  <c:v>6.0449599295774652</c:v>
                </c:pt>
                <c:pt idx="19986">
                  <c:v>6.0458293661971831</c:v>
                </c:pt>
                <c:pt idx="19987">
                  <c:v>6.0535095774647889</c:v>
                </c:pt>
                <c:pt idx="19988">
                  <c:v>6.0562165492957742</c:v>
                </c:pt>
                <c:pt idx="19989">
                  <c:v>6.0580010563380284</c:v>
                </c:pt>
                <c:pt idx="19990">
                  <c:v>6.0654397887323945</c:v>
                </c:pt>
                <c:pt idx="19991">
                  <c:v>6.0690153521126762</c:v>
                </c:pt>
                <c:pt idx="19992">
                  <c:v>6.0678316901408449</c:v>
                </c:pt>
                <c:pt idx="19993">
                  <c:v>6.0610953521126758</c:v>
                </c:pt>
                <c:pt idx="19994">
                  <c:v>6.0521709154929582</c:v>
                </c:pt>
                <c:pt idx="19995">
                  <c:v>6.0489639436619722</c:v>
                </c:pt>
                <c:pt idx="19996">
                  <c:v>6.0520995070422536</c:v>
                </c:pt>
                <c:pt idx="19997">
                  <c:v>6.0585480281690138</c:v>
                </c:pt>
                <c:pt idx="19998">
                  <c:v>6.0619448591549299</c:v>
                </c:pt>
                <c:pt idx="19999">
                  <c:v>6.0612914084507041</c:v>
                </c:pt>
                <c:pt idx="20000">
                  <c:v>6.0595230985915496</c:v>
                </c:pt>
                <c:pt idx="20001">
                  <c:v>6.0596154929577466</c:v>
                </c:pt>
                <c:pt idx="20002">
                  <c:v>6.0606083098591546</c:v>
                </c:pt>
                <c:pt idx="20003">
                  <c:v>6.0567906338028168</c:v>
                </c:pt>
                <c:pt idx="20004">
                  <c:v>6.0496397183098596</c:v>
                </c:pt>
                <c:pt idx="20005">
                  <c:v>6.0543864084507044</c:v>
                </c:pt>
                <c:pt idx="20006">
                  <c:v>6.0586073943661969</c:v>
                </c:pt>
                <c:pt idx="20007">
                  <c:v>6.0519488732394366</c:v>
                </c:pt>
                <c:pt idx="20008">
                  <c:v>6.0455809859154925</c:v>
                </c:pt>
                <c:pt idx="20009">
                  <c:v>6.0472038028169015</c:v>
                </c:pt>
                <c:pt idx="20010">
                  <c:v>6.0450409154929581</c:v>
                </c:pt>
                <c:pt idx="20011">
                  <c:v>6.0422238732394362</c:v>
                </c:pt>
                <c:pt idx="20012">
                  <c:v>6.0481890140845067</c:v>
                </c:pt>
                <c:pt idx="20013">
                  <c:v>6.0537921830985919</c:v>
                </c:pt>
                <c:pt idx="20014">
                  <c:v>6.0505297183098588</c:v>
                </c:pt>
                <c:pt idx="20015">
                  <c:v>6.0489264084507042</c:v>
                </c:pt>
                <c:pt idx="20016">
                  <c:v>6.050694225352113</c:v>
                </c:pt>
                <c:pt idx="20017">
                  <c:v>6.0554929577464787</c:v>
                </c:pt>
                <c:pt idx="20018">
                  <c:v>6.0644695070422534</c:v>
                </c:pt>
                <c:pt idx="20019">
                  <c:v>6.0677705633802814</c:v>
                </c:pt>
                <c:pt idx="20020">
                  <c:v>6.067359084507042</c:v>
                </c:pt>
                <c:pt idx="20021">
                  <c:v>6.0702139436619715</c:v>
                </c:pt>
                <c:pt idx="20022">
                  <c:v>6.0704992957746482</c:v>
                </c:pt>
                <c:pt idx="20023">
                  <c:v>6.0691738732394365</c:v>
                </c:pt>
                <c:pt idx="20024">
                  <c:v>6.0676203521126757</c:v>
                </c:pt>
                <c:pt idx="20025">
                  <c:v>6.0682592957746477</c:v>
                </c:pt>
                <c:pt idx="20026">
                  <c:v>6.0630126056338032</c:v>
                </c:pt>
                <c:pt idx="20027">
                  <c:v>6.0582045774647888</c:v>
                </c:pt>
                <c:pt idx="20028">
                  <c:v>6.0539120422535211</c:v>
                </c:pt>
                <c:pt idx="20029">
                  <c:v>6.0508915492957742</c:v>
                </c:pt>
                <c:pt idx="20030">
                  <c:v>6.0489273943661974</c:v>
                </c:pt>
                <c:pt idx="20031">
                  <c:v>6.0523266197183094</c:v>
                </c:pt>
                <c:pt idx="20032">
                  <c:v>6.0608352816901405</c:v>
                </c:pt>
                <c:pt idx="20033">
                  <c:v>6.0632652112676055</c:v>
                </c:pt>
                <c:pt idx="20034">
                  <c:v>6.0610813380281687</c:v>
                </c:pt>
                <c:pt idx="20035">
                  <c:v>6.0574316197183098</c:v>
                </c:pt>
                <c:pt idx="20036">
                  <c:v>6.0600315492957746</c:v>
                </c:pt>
                <c:pt idx="20037">
                  <c:v>6.0582528169014083</c:v>
                </c:pt>
                <c:pt idx="20038">
                  <c:v>6.0488511971830983</c:v>
                </c:pt>
                <c:pt idx="20039">
                  <c:v>6.0447013380281689</c:v>
                </c:pt>
                <c:pt idx="20040">
                  <c:v>6.0468946478873242</c:v>
                </c:pt>
                <c:pt idx="20041">
                  <c:v>6.0464647887323943</c:v>
                </c:pt>
                <c:pt idx="20042">
                  <c:v>6.0478035915492958</c:v>
                </c:pt>
                <c:pt idx="20043">
                  <c:v>6.0514727464788729</c:v>
                </c:pt>
                <c:pt idx="20044">
                  <c:v>6.0531473943661975</c:v>
                </c:pt>
                <c:pt idx="20045">
                  <c:v>6.049127605633803</c:v>
                </c:pt>
                <c:pt idx="20046">
                  <c:v>6.0433061971830986</c:v>
                </c:pt>
                <c:pt idx="20047">
                  <c:v>6.0450255633802819</c:v>
                </c:pt>
                <c:pt idx="20048">
                  <c:v>6.0491360563380283</c:v>
                </c:pt>
                <c:pt idx="20049">
                  <c:v>6.0555929577464784</c:v>
                </c:pt>
                <c:pt idx="20050">
                  <c:v>6.0578000704225357</c:v>
                </c:pt>
                <c:pt idx="20051">
                  <c:v>6.0560014084507046</c:v>
                </c:pt>
                <c:pt idx="20052">
                  <c:v>6.0497038732394364</c:v>
                </c:pt>
                <c:pt idx="20053">
                  <c:v>6.0439926760563383</c:v>
                </c:pt>
                <c:pt idx="20054">
                  <c:v>6.0418852112676058</c:v>
                </c:pt>
                <c:pt idx="20055">
                  <c:v>6.042864084507042</c:v>
                </c:pt>
                <c:pt idx="20056">
                  <c:v>6.0437374647887321</c:v>
                </c:pt>
                <c:pt idx="20057">
                  <c:v>6.0423976056338029</c:v>
                </c:pt>
                <c:pt idx="20058">
                  <c:v>6.0482051408450701</c:v>
                </c:pt>
                <c:pt idx="20059">
                  <c:v>6.0560123943661974</c:v>
                </c:pt>
                <c:pt idx="20060">
                  <c:v>6.0580016901408449</c:v>
                </c:pt>
                <c:pt idx="20061">
                  <c:v>6.057304366197183</c:v>
                </c:pt>
                <c:pt idx="20062">
                  <c:v>6.054405</c:v>
                </c:pt>
                <c:pt idx="20063">
                  <c:v>6.0548597183098591</c:v>
                </c:pt>
                <c:pt idx="20064">
                  <c:v>6.0545709154929579</c:v>
                </c:pt>
                <c:pt idx="20065">
                  <c:v>6.054027746478873</c:v>
                </c:pt>
                <c:pt idx="20066">
                  <c:v>6.0586381690140847</c:v>
                </c:pt>
                <c:pt idx="20067">
                  <c:v>6.0664501408450704</c:v>
                </c:pt>
                <c:pt idx="20068">
                  <c:v>6.0650231690140846</c:v>
                </c:pt>
                <c:pt idx="20069">
                  <c:v>6.0609455633802813</c:v>
                </c:pt>
                <c:pt idx="20070">
                  <c:v>6.0533647887323943</c:v>
                </c:pt>
                <c:pt idx="20071">
                  <c:v>6.0565763380281687</c:v>
                </c:pt>
                <c:pt idx="20072">
                  <c:v>6.0635370422535209</c:v>
                </c:pt>
                <c:pt idx="20073">
                  <c:v>6.0664150000000001</c:v>
                </c:pt>
                <c:pt idx="20074">
                  <c:v>6.0648262676056337</c:v>
                </c:pt>
                <c:pt idx="20075">
                  <c:v>6.0582253521126761</c:v>
                </c:pt>
                <c:pt idx="20076">
                  <c:v>6.0500798591549296</c:v>
                </c:pt>
                <c:pt idx="20077">
                  <c:v>6.0469703521126759</c:v>
                </c:pt>
                <c:pt idx="20078">
                  <c:v>6.0586759154929579</c:v>
                </c:pt>
                <c:pt idx="20079">
                  <c:v>6.0689852816901411</c:v>
                </c:pt>
                <c:pt idx="20080">
                  <c:v>6.0739492957746481</c:v>
                </c:pt>
                <c:pt idx="20081">
                  <c:v>6.071488732394366</c:v>
                </c:pt>
                <c:pt idx="20082">
                  <c:v>6.0662100704225352</c:v>
                </c:pt>
                <c:pt idx="20083">
                  <c:v>6.0684573239436617</c:v>
                </c:pt>
                <c:pt idx="20084">
                  <c:v>6.0685828169014089</c:v>
                </c:pt>
                <c:pt idx="20085">
                  <c:v>6.0664538028169011</c:v>
                </c:pt>
                <c:pt idx="20086">
                  <c:v>6.0695065492957747</c:v>
                </c:pt>
                <c:pt idx="20087">
                  <c:v>6.0744253521126756</c:v>
                </c:pt>
                <c:pt idx="20088">
                  <c:v>6.0717788732394364</c:v>
                </c:pt>
                <c:pt idx="20089">
                  <c:v>6.0713422535211263</c:v>
                </c:pt>
                <c:pt idx="20090">
                  <c:v>6.0741521126760567</c:v>
                </c:pt>
                <c:pt idx="20091">
                  <c:v>6.0720908450704227</c:v>
                </c:pt>
                <c:pt idx="20092">
                  <c:v>6.0623219718309862</c:v>
                </c:pt>
                <c:pt idx="20093">
                  <c:v>6.0552303521126758</c:v>
                </c:pt>
                <c:pt idx="20094">
                  <c:v>6.0577338028169017</c:v>
                </c:pt>
                <c:pt idx="20095">
                  <c:v>6.0584132394366197</c:v>
                </c:pt>
                <c:pt idx="20096">
                  <c:v>6.0619299295774649</c:v>
                </c:pt>
                <c:pt idx="20097">
                  <c:v>6.0596124647887324</c:v>
                </c:pt>
                <c:pt idx="20098">
                  <c:v>6.0669331690140842</c:v>
                </c:pt>
                <c:pt idx="20099">
                  <c:v>6.0751352112676056</c:v>
                </c:pt>
                <c:pt idx="20100">
                  <c:v>6.0725471830985915</c:v>
                </c:pt>
                <c:pt idx="20101">
                  <c:v>6.0633979577464787</c:v>
                </c:pt>
                <c:pt idx="20102">
                  <c:v>6.0595042253521125</c:v>
                </c:pt>
                <c:pt idx="20103">
                  <c:v>6.0631697887323943</c:v>
                </c:pt>
                <c:pt idx="20104">
                  <c:v>6.0641369014084505</c:v>
                </c:pt>
                <c:pt idx="20105">
                  <c:v>6.0669446478873237</c:v>
                </c:pt>
                <c:pt idx="20106">
                  <c:v>6.0626151408450708</c:v>
                </c:pt>
                <c:pt idx="20107">
                  <c:v>6.054988309859155</c:v>
                </c:pt>
                <c:pt idx="20108">
                  <c:v>6.0554709859154929</c:v>
                </c:pt>
                <c:pt idx="20109">
                  <c:v>6.0566485915492958</c:v>
                </c:pt>
                <c:pt idx="20110">
                  <c:v>6.0504539436619718</c:v>
                </c:pt>
                <c:pt idx="20111">
                  <c:v>6.0475287323943663</c:v>
                </c:pt>
                <c:pt idx="20112">
                  <c:v>6.0542449295774645</c:v>
                </c:pt>
                <c:pt idx="20113">
                  <c:v>6.0609590845070427</c:v>
                </c:pt>
                <c:pt idx="20114">
                  <c:v>6.0640261971830984</c:v>
                </c:pt>
                <c:pt idx="20115">
                  <c:v>6.0600067605633807</c:v>
                </c:pt>
                <c:pt idx="20116">
                  <c:v>6.0504140845070422</c:v>
                </c:pt>
                <c:pt idx="20117">
                  <c:v>6.0519873239436617</c:v>
                </c:pt>
                <c:pt idx="20118">
                  <c:v>6.0608405633802818</c:v>
                </c:pt>
                <c:pt idx="20119">
                  <c:v>6.0639347887323947</c:v>
                </c:pt>
                <c:pt idx="20120">
                  <c:v>6.0634716901408447</c:v>
                </c:pt>
                <c:pt idx="20121">
                  <c:v>6.066646056338028</c:v>
                </c:pt>
                <c:pt idx="20122">
                  <c:v>6.0695797183098588</c:v>
                </c:pt>
                <c:pt idx="20123">
                  <c:v>6.0657865492957743</c:v>
                </c:pt>
                <c:pt idx="20124">
                  <c:v>6.0651342957746479</c:v>
                </c:pt>
                <c:pt idx="20125">
                  <c:v>6.0665973239436619</c:v>
                </c:pt>
                <c:pt idx="20126">
                  <c:v>6.0662407746478877</c:v>
                </c:pt>
                <c:pt idx="20127">
                  <c:v>6.0645530281690139</c:v>
                </c:pt>
                <c:pt idx="20128">
                  <c:v>6.0657752816901409</c:v>
                </c:pt>
                <c:pt idx="20129">
                  <c:v>6.0698233802816901</c:v>
                </c:pt>
                <c:pt idx="20130">
                  <c:v>6.0704584507042254</c:v>
                </c:pt>
                <c:pt idx="20131">
                  <c:v>6.0624768309859158</c:v>
                </c:pt>
                <c:pt idx="20132">
                  <c:v>6.0657035915492958</c:v>
                </c:pt>
                <c:pt idx="20133">
                  <c:v>6.0671755633802817</c:v>
                </c:pt>
                <c:pt idx="20134">
                  <c:v>6.072037323943662</c:v>
                </c:pt>
                <c:pt idx="20135">
                  <c:v>6.0734147887323946</c:v>
                </c:pt>
                <c:pt idx="20136">
                  <c:v>6.0674883802816906</c:v>
                </c:pt>
                <c:pt idx="20137">
                  <c:v>6.0651626056338026</c:v>
                </c:pt>
                <c:pt idx="20138">
                  <c:v>6.0699876760563383</c:v>
                </c:pt>
                <c:pt idx="20139">
                  <c:v>6.0706838028169017</c:v>
                </c:pt>
                <c:pt idx="20140">
                  <c:v>6.0705492957746481</c:v>
                </c:pt>
                <c:pt idx="20141">
                  <c:v>6.0725225352112675</c:v>
                </c:pt>
                <c:pt idx="20142">
                  <c:v>6.065577253521127</c:v>
                </c:pt>
                <c:pt idx="20143">
                  <c:v>6.0631659859154929</c:v>
                </c:pt>
                <c:pt idx="20144">
                  <c:v>6.063167112676056</c:v>
                </c:pt>
                <c:pt idx="20145">
                  <c:v>6.0559307746478872</c:v>
                </c:pt>
                <c:pt idx="20146">
                  <c:v>6.0526530281690141</c:v>
                </c:pt>
                <c:pt idx="20147">
                  <c:v>6.0504626056338031</c:v>
                </c:pt>
                <c:pt idx="20148">
                  <c:v>6.0557826760563378</c:v>
                </c:pt>
                <c:pt idx="20149">
                  <c:v>6.0641795070422537</c:v>
                </c:pt>
                <c:pt idx="20150">
                  <c:v>6.0649555633802814</c:v>
                </c:pt>
                <c:pt idx="20151">
                  <c:v>6.0625823943661974</c:v>
                </c:pt>
                <c:pt idx="20152">
                  <c:v>6.0715647887323945</c:v>
                </c:pt>
                <c:pt idx="20153">
                  <c:v>6.0762626760563379</c:v>
                </c:pt>
                <c:pt idx="20154">
                  <c:v>6.0731323943661968</c:v>
                </c:pt>
                <c:pt idx="20155">
                  <c:v>6.0684554929577468</c:v>
                </c:pt>
                <c:pt idx="20156">
                  <c:v>6.0661154225352112</c:v>
                </c:pt>
                <c:pt idx="20157">
                  <c:v>6.0598100704225351</c:v>
                </c:pt>
                <c:pt idx="20158">
                  <c:v>6.0550185915492953</c:v>
                </c:pt>
                <c:pt idx="20159">
                  <c:v>6.0610767605633802</c:v>
                </c:pt>
                <c:pt idx="20160">
                  <c:v>6.0654585211267609</c:v>
                </c:pt>
                <c:pt idx="20161">
                  <c:v>6.0604521830985911</c:v>
                </c:pt>
                <c:pt idx="20162">
                  <c:v>6.0553107042253522</c:v>
                </c:pt>
                <c:pt idx="20163">
                  <c:v>6.0536328873239436</c:v>
                </c:pt>
                <c:pt idx="20164">
                  <c:v>6.0519647183098595</c:v>
                </c:pt>
                <c:pt idx="20165">
                  <c:v>6.0510674647887326</c:v>
                </c:pt>
                <c:pt idx="20166">
                  <c:v>6.0504978169014088</c:v>
                </c:pt>
                <c:pt idx="20167">
                  <c:v>6.0530004225352112</c:v>
                </c:pt>
                <c:pt idx="20168">
                  <c:v>6.0536700704225348</c:v>
                </c:pt>
                <c:pt idx="20169">
                  <c:v>6.0564553521126765</c:v>
                </c:pt>
                <c:pt idx="20170">
                  <c:v>6.0595952112676059</c:v>
                </c:pt>
                <c:pt idx="20171">
                  <c:v>6.0592283802816898</c:v>
                </c:pt>
                <c:pt idx="20172">
                  <c:v>6.0590111267605637</c:v>
                </c:pt>
                <c:pt idx="20173">
                  <c:v>6.0566432394366201</c:v>
                </c:pt>
                <c:pt idx="20174">
                  <c:v>6.0608433802816899</c:v>
                </c:pt>
                <c:pt idx="20175">
                  <c:v>6.0697495070422534</c:v>
                </c:pt>
                <c:pt idx="20176">
                  <c:v>6.0676871830985917</c:v>
                </c:pt>
                <c:pt idx="20177">
                  <c:v>6.0614704929577465</c:v>
                </c:pt>
                <c:pt idx="20178">
                  <c:v>6.0592572535211264</c:v>
                </c:pt>
                <c:pt idx="20179">
                  <c:v>6.0550966197183103</c:v>
                </c:pt>
                <c:pt idx="20180">
                  <c:v>6.054842535211268</c:v>
                </c:pt>
                <c:pt idx="20181">
                  <c:v>6.0543771126760566</c:v>
                </c:pt>
                <c:pt idx="20182">
                  <c:v>6.0537548591549299</c:v>
                </c:pt>
                <c:pt idx="20183">
                  <c:v>6.0580045774647884</c:v>
                </c:pt>
                <c:pt idx="20184">
                  <c:v>6.0610588732394364</c:v>
                </c:pt>
                <c:pt idx="20185">
                  <c:v>6.0570449295774651</c:v>
                </c:pt>
                <c:pt idx="20186">
                  <c:v>6.058885352112676</c:v>
                </c:pt>
                <c:pt idx="20187">
                  <c:v>6.064164436619718</c:v>
                </c:pt>
                <c:pt idx="20188">
                  <c:v>6.0676666197183096</c:v>
                </c:pt>
                <c:pt idx="20189">
                  <c:v>6.0656361267605634</c:v>
                </c:pt>
                <c:pt idx="20190">
                  <c:v>6.061716408450704</c:v>
                </c:pt>
                <c:pt idx="20191">
                  <c:v>6.0657957746478877</c:v>
                </c:pt>
                <c:pt idx="20192">
                  <c:v>6.0675345070422537</c:v>
                </c:pt>
                <c:pt idx="20193">
                  <c:v>6.0622140845070422</c:v>
                </c:pt>
                <c:pt idx="20194">
                  <c:v>6.0546530985915492</c:v>
                </c:pt>
                <c:pt idx="20195">
                  <c:v>6.057057042253521</c:v>
                </c:pt>
                <c:pt idx="20196">
                  <c:v>6.0606172535211265</c:v>
                </c:pt>
                <c:pt idx="20197">
                  <c:v>6.0600404225352111</c:v>
                </c:pt>
                <c:pt idx="20198">
                  <c:v>6.0564421830985919</c:v>
                </c:pt>
                <c:pt idx="20199">
                  <c:v>6.0590572535211269</c:v>
                </c:pt>
                <c:pt idx="20200">
                  <c:v>6.0622553521126763</c:v>
                </c:pt>
                <c:pt idx="20201">
                  <c:v>6.0607646478873241</c:v>
                </c:pt>
                <c:pt idx="20202">
                  <c:v>6.0594042253521128</c:v>
                </c:pt>
                <c:pt idx="20203">
                  <c:v>6.0570181690140847</c:v>
                </c:pt>
                <c:pt idx="20204">
                  <c:v>6.0636225352112678</c:v>
                </c:pt>
                <c:pt idx="20205">
                  <c:v>6.0728985915492961</c:v>
                </c:pt>
                <c:pt idx="20206">
                  <c:v>6.0740619718309858</c:v>
                </c:pt>
                <c:pt idx="20207">
                  <c:v>6.061276267605634</c:v>
                </c:pt>
                <c:pt idx="20208">
                  <c:v>6.0544836619718314</c:v>
                </c:pt>
                <c:pt idx="20209">
                  <c:v>6.0528800704225354</c:v>
                </c:pt>
                <c:pt idx="20210">
                  <c:v>6.0614792957746477</c:v>
                </c:pt>
                <c:pt idx="20211">
                  <c:v>6.072251408450704</c:v>
                </c:pt>
                <c:pt idx="20212">
                  <c:v>6.0712767605633804</c:v>
                </c:pt>
                <c:pt idx="20213">
                  <c:v>6.0662123239436623</c:v>
                </c:pt>
                <c:pt idx="20214">
                  <c:v>6.0627607042253517</c:v>
                </c:pt>
                <c:pt idx="20215">
                  <c:v>6.0629971126760562</c:v>
                </c:pt>
                <c:pt idx="20216">
                  <c:v>6.0621152112676056</c:v>
                </c:pt>
                <c:pt idx="20217">
                  <c:v>6.0613924647887325</c:v>
                </c:pt>
                <c:pt idx="20218">
                  <c:v>6.0614681690140841</c:v>
                </c:pt>
                <c:pt idx="20219">
                  <c:v>6.0598652112676055</c:v>
                </c:pt>
                <c:pt idx="20220">
                  <c:v>6.058589507042254</c:v>
                </c:pt>
                <c:pt idx="20221">
                  <c:v>6.05606661971831</c:v>
                </c:pt>
                <c:pt idx="20222">
                  <c:v>6.0572592957746476</c:v>
                </c:pt>
                <c:pt idx="20223">
                  <c:v>6.0590396478873236</c:v>
                </c:pt>
                <c:pt idx="20224">
                  <c:v>6.0566778873239437</c:v>
                </c:pt>
                <c:pt idx="20225">
                  <c:v>6.059616126760563</c:v>
                </c:pt>
                <c:pt idx="20226">
                  <c:v>6.0598523239436624</c:v>
                </c:pt>
                <c:pt idx="20227">
                  <c:v>6.0605683098591552</c:v>
                </c:pt>
                <c:pt idx="20228">
                  <c:v>6.0582766901408451</c:v>
                </c:pt>
                <c:pt idx="20229">
                  <c:v>6.0559460563380281</c:v>
                </c:pt>
                <c:pt idx="20230">
                  <c:v>6.0540226760563378</c:v>
                </c:pt>
                <c:pt idx="20231">
                  <c:v>6.050327253521127</c:v>
                </c:pt>
                <c:pt idx="20232">
                  <c:v>6.0478759859154927</c:v>
                </c:pt>
                <c:pt idx="20233">
                  <c:v>6.0454892957746482</c:v>
                </c:pt>
                <c:pt idx="20234">
                  <c:v>6.0458719718309863</c:v>
                </c:pt>
                <c:pt idx="20235">
                  <c:v>6.0465664084507038</c:v>
                </c:pt>
                <c:pt idx="20236">
                  <c:v>6.049164929577465</c:v>
                </c:pt>
                <c:pt idx="20237">
                  <c:v>6.0458540140845072</c:v>
                </c:pt>
                <c:pt idx="20238">
                  <c:v>6.0419760563380285</c:v>
                </c:pt>
                <c:pt idx="20239">
                  <c:v>6.0396498591549292</c:v>
                </c:pt>
                <c:pt idx="20240">
                  <c:v>6.0431597887323942</c:v>
                </c:pt>
                <c:pt idx="20241">
                  <c:v>6.0462619014084504</c:v>
                </c:pt>
                <c:pt idx="20242">
                  <c:v>6.0460233098591551</c:v>
                </c:pt>
                <c:pt idx="20243">
                  <c:v>6.0452476056338025</c:v>
                </c:pt>
                <c:pt idx="20244">
                  <c:v>6.0479304225352113</c:v>
                </c:pt>
                <c:pt idx="20245">
                  <c:v>6.057717253521127</c:v>
                </c:pt>
                <c:pt idx="20246">
                  <c:v>6.0626834507042258</c:v>
                </c:pt>
                <c:pt idx="20247">
                  <c:v>6.0577378169014082</c:v>
                </c:pt>
                <c:pt idx="20248">
                  <c:v>6.0521650704225349</c:v>
                </c:pt>
                <c:pt idx="20249">
                  <c:v>6.0499415492957747</c:v>
                </c:pt>
                <c:pt idx="20250">
                  <c:v>6.0443894366197179</c:v>
                </c:pt>
                <c:pt idx="20251">
                  <c:v>6.0398873239436623</c:v>
                </c:pt>
                <c:pt idx="20252">
                  <c:v>6.0381348591549298</c:v>
                </c:pt>
                <c:pt idx="20253">
                  <c:v>6.0441414084507041</c:v>
                </c:pt>
                <c:pt idx="20254">
                  <c:v>6.0525040845070421</c:v>
                </c:pt>
                <c:pt idx="20255">
                  <c:v>6.0617386619718312</c:v>
                </c:pt>
                <c:pt idx="20256">
                  <c:v>6.0649160563380278</c:v>
                </c:pt>
                <c:pt idx="20257">
                  <c:v>6.0645751408450703</c:v>
                </c:pt>
                <c:pt idx="20258">
                  <c:v>6.059303661971831</c:v>
                </c:pt>
                <c:pt idx="20259">
                  <c:v>6.0537587323943658</c:v>
                </c:pt>
                <c:pt idx="20260">
                  <c:v>6.0519298591549298</c:v>
                </c:pt>
                <c:pt idx="20261">
                  <c:v>6.0560492957746481</c:v>
                </c:pt>
                <c:pt idx="20262">
                  <c:v>6.0626416901408451</c:v>
                </c:pt>
                <c:pt idx="20263">
                  <c:v>6.0600045070422537</c:v>
                </c:pt>
                <c:pt idx="20264">
                  <c:v>6.0557228169014081</c:v>
                </c:pt>
                <c:pt idx="20265">
                  <c:v>6.0548319014084511</c:v>
                </c:pt>
                <c:pt idx="20266">
                  <c:v>6.0535969718309861</c:v>
                </c:pt>
                <c:pt idx="20267">
                  <c:v>6.0547755633802813</c:v>
                </c:pt>
                <c:pt idx="20268">
                  <c:v>6.0595476760563383</c:v>
                </c:pt>
                <c:pt idx="20269">
                  <c:v>6.0563360563380284</c:v>
                </c:pt>
                <c:pt idx="20270">
                  <c:v>6.0543999295774649</c:v>
                </c:pt>
                <c:pt idx="20271">
                  <c:v>6.0602852112676056</c:v>
                </c:pt>
                <c:pt idx="20272">
                  <c:v>6.065852746478873</c:v>
                </c:pt>
                <c:pt idx="20273">
                  <c:v>6.0705507042253517</c:v>
                </c:pt>
                <c:pt idx="20274">
                  <c:v>6.0675790140845072</c:v>
                </c:pt>
                <c:pt idx="20275">
                  <c:v>6.0610910563380278</c:v>
                </c:pt>
                <c:pt idx="20276">
                  <c:v>6.0600261267605635</c:v>
                </c:pt>
                <c:pt idx="20277">
                  <c:v>6.0578600704225352</c:v>
                </c:pt>
                <c:pt idx="20278">
                  <c:v>6.0559500000000002</c:v>
                </c:pt>
                <c:pt idx="20279">
                  <c:v>6.0574519014084505</c:v>
                </c:pt>
                <c:pt idx="20280">
                  <c:v>6.0594221830985919</c:v>
                </c:pt>
                <c:pt idx="20281">
                  <c:v>6.0604190845070427</c:v>
                </c:pt>
                <c:pt idx="20282">
                  <c:v>6.0607344366197182</c:v>
                </c:pt>
                <c:pt idx="20283">
                  <c:v>6.0633501408450705</c:v>
                </c:pt>
                <c:pt idx="20284">
                  <c:v>6.0620394366197186</c:v>
                </c:pt>
                <c:pt idx="20285">
                  <c:v>6.0603109859154927</c:v>
                </c:pt>
                <c:pt idx="20286">
                  <c:v>6.0613171830985912</c:v>
                </c:pt>
                <c:pt idx="20287">
                  <c:v>6.0577204929577464</c:v>
                </c:pt>
                <c:pt idx="20288">
                  <c:v>6.0563516901408452</c:v>
                </c:pt>
                <c:pt idx="20289">
                  <c:v>6.0522947887323948</c:v>
                </c:pt>
                <c:pt idx="20290">
                  <c:v>6.0520491549295778</c:v>
                </c:pt>
                <c:pt idx="20291">
                  <c:v>6.0603761267605636</c:v>
                </c:pt>
                <c:pt idx="20292">
                  <c:v>6.0625650704225356</c:v>
                </c:pt>
                <c:pt idx="20293">
                  <c:v>6.0610784507042252</c:v>
                </c:pt>
                <c:pt idx="20294">
                  <c:v>6.055138943661972</c:v>
                </c:pt>
                <c:pt idx="20295">
                  <c:v>6.0492210563380278</c:v>
                </c:pt>
                <c:pt idx="20296">
                  <c:v>6.0484861971830988</c:v>
                </c:pt>
                <c:pt idx="20297">
                  <c:v>6.0449890845070424</c:v>
                </c:pt>
                <c:pt idx="20298">
                  <c:v>6.0474041549295778</c:v>
                </c:pt>
                <c:pt idx="20299">
                  <c:v>6.0531537323943665</c:v>
                </c:pt>
                <c:pt idx="20300">
                  <c:v>6.0576400000000001</c:v>
                </c:pt>
                <c:pt idx="20301">
                  <c:v>6.0542786619718312</c:v>
                </c:pt>
                <c:pt idx="20302">
                  <c:v>6.0536945070422536</c:v>
                </c:pt>
                <c:pt idx="20303">
                  <c:v>6.0588113380281694</c:v>
                </c:pt>
                <c:pt idx="20304">
                  <c:v>6.0631801408450707</c:v>
                </c:pt>
                <c:pt idx="20305">
                  <c:v>6.0583654225352115</c:v>
                </c:pt>
                <c:pt idx="20306">
                  <c:v>6.0568380281690137</c:v>
                </c:pt>
                <c:pt idx="20307">
                  <c:v>6.056305563380282</c:v>
                </c:pt>
                <c:pt idx="20308">
                  <c:v>6.0527656338028173</c:v>
                </c:pt>
                <c:pt idx="20309">
                  <c:v>6.0533865492957748</c:v>
                </c:pt>
                <c:pt idx="20310">
                  <c:v>6.0568964084507044</c:v>
                </c:pt>
                <c:pt idx="20311">
                  <c:v>6.0632984507042256</c:v>
                </c:pt>
                <c:pt idx="20312">
                  <c:v>6.0713394366197182</c:v>
                </c:pt>
                <c:pt idx="20313">
                  <c:v>6.0714697183098592</c:v>
                </c:pt>
                <c:pt idx="20314">
                  <c:v>6.0654451408450702</c:v>
                </c:pt>
                <c:pt idx="20315">
                  <c:v>6.065698028169014</c:v>
                </c:pt>
                <c:pt idx="20316">
                  <c:v>6.0741007042253523</c:v>
                </c:pt>
                <c:pt idx="20317">
                  <c:v>6.0852373239436623</c:v>
                </c:pt>
                <c:pt idx="20318">
                  <c:v>6.0801577464788732</c:v>
                </c:pt>
                <c:pt idx="20319">
                  <c:v>6.070310915492958</c:v>
                </c:pt>
                <c:pt idx="20320">
                  <c:v>6.0703834507042256</c:v>
                </c:pt>
                <c:pt idx="20321">
                  <c:v>6.0744112676056341</c:v>
                </c:pt>
                <c:pt idx="20322">
                  <c:v>6.0670966197183098</c:v>
                </c:pt>
                <c:pt idx="20323">
                  <c:v>6.0601347887323946</c:v>
                </c:pt>
                <c:pt idx="20324">
                  <c:v>6.0554942957746478</c:v>
                </c:pt>
                <c:pt idx="20325">
                  <c:v>6.046527253521127</c:v>
                </c:pt>
                <c:pt idx="20326">
                  <c:v>6.0482956338028169</c:v>
                </c:pt>
                <c:pt idx="20327">
                  <c:v>6.0522333098591545</c:v>
                </c:pt>
                <c:pt idx="20328">
                  <c:v>6.0571503521126759</c:v>
                </c:pt>
                <c:pt idx="20329">
                  <c:v>6.0651852112676057</c:v>
                </c:pt>
                <c:pt idx="20330">
                  <c:v>6.0721633802816903</c:v>
                </c:pt>
                <c:pt idx="20331">
                  <c:v>6.0707936619718312</c:v>
                </c:pt>
                <c:pt idx="20332">
                  <c:v>6.0601930985915491</c:v>
                </c:pt>
                <c:pt idx="20333">
                  <c:v>6.055738098591549</c:v>
                </c:pt>
                <c:pt idx="20334">
                  <c:v>6.0549379577464792</c:v>
                </c:pt>
                <c:pt idx="20335">
                  <c:v>6.0580021830985915</c:v>
                </c:pt>
                <c:pt idx="20336">
                  <c:v>6.0596805633802813</c:v>
                </c:pt>
                <c:pt idx="20337">
                  <c:v>6.0624207042253522</c:v>
                </c:pt>
                <c:pt idx="20338">
                  <c:v>6.0678669014084505</c:v>
                </c:pt>
                <c:pt idx="20339">
                  <c:v>6.0755281690140848</c:v>
                </c:pt>
                <c:pt idx="20340">
                  <c:v>6.0780535211267601</c:v>
                </c:pt>
                <c:pt idx="20341">
                  <c:v>6.0694206338028165</c:v>
                </c:pt>
                <c:pt idx="20342">
                  <c:v>6.0695159154929579</c:v>
                </c:pt>
                <c:pt idx="20343">
                  <c:v>6.0677702112676055</c:v>
                </c:pt>
                <c:pt idx="20344">
                  <c:v>6.0610025352112675</c:v>
                </c:pt>
                <c:pt idx="20345">
                  <c:v>6.0614585915492958</c:v>
                </c:pt>
                <c:pt idx="20346">
                  <c:v>6.0638449295774652</c:v>
                </c:pt>
                <c:pt idx="20347">
                  <c:v>6.0676832394366196</c:v>
                </c:pt>
                <c:pt idx="20348">
                  <c:v>6.0651961267605632</c:v>
                </c:pt>
                <c:pt idx="20349">
                  <c:v>6.0580081690140846</c:v>
                </c:pt>
                <c:pt idx="20350">
                  <c:v>6.0523111971830987</c:v>
                </c:pt>
                <c:pt idx="20351">
                  <c:v>6.0525219718309859</c:v>
                </c:pt>
                <c:pt idx="20352">
                  <c:v>6.0489547887323942</c:v>
                </c:pt>
                <c:pt idx="20353">
                  <c:v>6.0441669014084507</c:v>
                </c:pt>
                <c:pt idx="20354">
                  <c:v>6.0337980281690138</c:v>
                </c:pt>
                <c:pt idx="20355">
                  <c:v>6.0367707746478869</c:v>
                </c:pt>
                <c:pt idx="20356">
                  <c:v>6.0469910563380278</c:v>
                </c:pt>
                <c:pt idx="20357">
                  <c:v>6.0532316901408452</c:v>
                </c:pt>
                <c:pt idx="20358">
                  <c:v>6.0529485915492955</c:v>
                </c:pt>
                <c:pt idx="20359">
                  <c:v>6.049692042253521</c:v>
                </c:pt>
                <c:pt idx="20360">
                  <c:v>6.0493408450704225</c:v>
                </c:pt>
                <c:pt idx="20361">
                  <c:v>6.0519701408450706</c:v>
                </c:pt>
                <c:pt idx="20362">
                  <c:v>6.0576692253521127</c:v>
                </c:pt>
                <c:pt idx="20363">
                  <c:v>6.0569929577464787</c:v>
                </c:pt>
                <c:pt idx="20364">
                  <c:v>6.0575812676056335</c:v>
                </c:pt>
                <c:pt idx="20365">
                  <c:v>6.0593201408450703</c:v>
                </c:pt>
                <c:pt idx="20366">
                  <c:v>6.0600919014084509</c:v>
                </c:pt>
                <c:pt idx="20367">
                  <c:v>6.0544511267605632</c:v>
                </c:pt>
                <c:pt idx="20368">
                  <c:v>6.0511440845070421</c:v>
                </c:pt>
                <c:pt idx="20369">
                  <c:v>6.0520734507042251</c:v>
                </c:pt>
                <c:pt idx="20370">
                  <c:v>6.058962816901408</c:v>
                </c:pt>
                <c:pt idx="20371">
                  <c:v>6.0622472535211269</c:v>
                </c:pt>
                <c:pt idx="20372">
                  <c:v>6.0622285211267606</c:v>
                </c:pt>
                <c:pt idx="20373">
                  <c:v>6.0598405633802814</c:v>
                </c:pt>
                <c:pt idx="20374">
                  <c:v>6.0572516901408449</c:v>
                </c:pt>
                <c:pt idx="20375">
                  <c:v>6.0569745774647883</c:v>
                </c:pt>
                <c:pt idx="20376">
                  <c:v>6.0626419014084503</c:v>
                </c:pt>
                <c:pt idx="20377">
                  <c:v>6.0651484507042257</c:v>
                </c:pt>
                <c:pt idx="20378">
                  <c:v>6.0598683802816904</c:v>
                </c:pt>
                <c:pt idx="20379">
                  <c:v>6.0559177464788734</c:v>
                </c:pt>
                <c:pt idx="20380">
                  <c:v>6.055052887323944</c:v>
                </c:pt>
                <c:pt idx="20381">
                  <c:v>6.0539473239436621</c:v>
                </c:pt>
                <c:pt idx="20382">
                  <c:v>6.0537823943661975</c:v>
                </c:pt>
                <c:pt idx="20383">
                  <c:v>6.0560150704225348</c:v>
                </c:pt>
                <c:pt idx="20384">
                  <c:v>6.0609696478873243</c:v>
                </c:pt>
                <c:pt idx="20385">
                  <c:v>6.0586088732394368</c:v>
                </c:pt>
                <c:pt idx="20386">
                  <c:v>6.0546499295774652</c:v>
                </c:pt>
                <c:pt idx="20387">
                  <c:v>6.0563554225352112</c:v>
                </c:pt>
                <c:pt idx="20388">
                  <c:v>6.0596528169014086</c:v>
                </c:pt>
                <c:pt idx="20389">
                  <c:v>6.0655644366197183</c:v>
                </c:pt>
                <c:pt idx="20390">
                  <c:v>6.0626195070422533</c:v>
                </c:pt>
                <c:pt idx="20391">
                  <c:v>6.058120985915493</c:v>
                </c:pt>
                <c:pt idx="20392">
                  <c:v>6.0559920422535214</c:v>
                </c:pt>
                <c:pt idx="20393">
                  <c:v>6.0553383802816905</c:v>
                </c:pt>
                <c:pt idx="20394">
                  <c:v>6.0504164788732391</c:v>
                </c:pt>
                <c:pt idx="20395">
                  <c:v>6.050014225352113</c:v>
                </c:pt>
                <c:pt idx="20396">
                  <c:v>6.0515264084507043</c:v>
                </c:pt>
                <c:pt idx="20397">
                  <c:v>6.0562724647887327</c:v>
                </c:pt>
                <c:pt idx="20398">
                  <c:v>6.059332957746479</c:v>
                </c:pt>
                <c:pt idx="20399">
                  <c:v>6.0523872535211272</c:v>
                </c:pt>
                <c:pt idx="20400">
                  <c:v>6.046101478873239</c:v>
                </c:pt>
                <c:pt idx="20401">
                  <c:v>6.0546407746478872</c:v>
                </c:pt>
                <c:pt idx="20402">
                  <c:v>6.0608585915492954</c:v>
                </c:pt>
                <c:pt idx="20403">
                  <c:v>6.0619905633802817</c:v>
                </c:pt>
                <c:pt idx="20404">
                  <c:v>6.0621197887323941</c:v>
                </c:pt>
                <c:pt idx="20405">
                  <c:v>6.0644523239436623</c:v>
                </c:pt>
                <c:pt idx="20406">
                  <c:v>6.0655240140845068</c:v>
                </c:pt>
                <c:pt idx="20407">
                  <c:v>6.0628061267605631</c:v>
                </c:pt>
                <c:pt idx="20408">
                  <c:v>6.0591878169014084</c:v>
                </c:pt>
                <c:pt idx="20409">
                  <c:v>6.0538619718309858</c:v>
                </c:pt>
                <c:pt idx="20410">
                  <c:v>6.0530275352112675</c:v>
                </c:pt>
                <c:pt idx="20411">
                  <c:v>6.0559441549295778</c:v>
                </c:pt>
                <c:pt idx="20412">
                  <c:v>6.0584690845070419</c:v>
                </c:pt>
                <c:pt idx="20413">
                  <c:v>6.0549709154929579</c:v>
                </c:pt>
                <c:pt idx="20414">
                  <c:v>6.0607436619718307</c:v>
                </c:pt>
                <c:pt idx="20415">
                  <c:v>6.0703864788732398</c:v>
                </c:pt>
                <c:pt idx="20416">
                  <c:v>6.0688591549295774</c:v>
                </c:pt>
                <c:pt idx="20417">
                  <c:v>6.0646540845070422</c:v>
                </c:pt>
                <c:pt idx="20418">
                  <c:v>6.0599966197183095</c:v>
                </c:pt>
                <c:pt idx="20419">
                  <c:v>6.059528591549296</c:v>
                </c:pt>
                <c:pt idx="20420">
                  <c:v>6.0540230281690137</c:v>
                </c:pt>
                <c:pt idx="20421">
                  <c:v>6.0486502112676055</c:v>
                </c:pt>
                <c:pt idx="20422">
                  <c:v>6.0483004929577469</c:v>
                </c:pt>
                <c:pt idx="20423">
                  <c:v>6.0554595774647888</c:v>
                </c:pt>
                <c:pt idx="20424">
                  <c:v>6.0641534507042252</c:v>
                </c:pt>
                <c:pt idx="20425">
                  <c:v>6.0636071830985916</c:v>
                </c:pt>
                <c:pt idx="20426">
                  <c:v>6.0622223239436623</c:v>
                </c:pt>
                <c:pt idx="20427">
                  <c:v>6.0655127464788734</c:v>
                </c:pt>
                <c:pt idx="20428">
                  <c:v>6.0723323943661969</c:v>
                </c:pt>
                <c:pt idx="20429">
                  <c:v>6.0750084507042255</c:v>
                </c:pt>
                <c:pt idx="20430">
                  <c:v>6.0768176056338028</c:v>
                </c:pt>
                <c:pt idx="20431">
                  <c:v>6.0781056338028172</c:v>
                </c:pt>
                <c:pt idx="20432">
                  <c:v>6.0728450704225354</c:v>
                </c:pt>
                <c:pt idx="20433">
                  <c:v>6.0672848591549293</c:v>
                </c:pt>
                <c:pt idx="20434">
                  <c:v>6.0654783802816903</c:v>
                </c:pt>
                <c:pt idx="20435">
                  <c:v>6.0680559859154926</c:v>
                </c:pt>
                <c:pt idx="20436">
                  <c:v>6.0636219014084505</c:v>
                </c:pt>
                <c:pt idx="20437">
                  <c:v>6.0665762676056341</c:v>
                </c:pt>
                <c:pt idx="20438">
                  <c:v>6.0754197183098588</c:v>
                </c:pt>
                <c:pt idx="20439">
                  <c:v>6.0809169014084503</c:v>
                </c:pt>
                <c:pt idx="20440">
                  <c:v>6.0832654929577465</c:v>
                </c:pt>
                <c:pt idx="20441">
                  <c:v>6.0761450704225348</c:v>
                </c:pt>
                <c:pt idx="20442">
                  <c:v>6.070679577464789</c:v>
                </c:pt>
                <c:pt idx="20443">
                  <c:v>6.0722753521126762</c:v>
                </c:pt>
                <c:pt idx="20444">
                  <c:v>6.0692333098591549</c:v>
                </c:pt>
                <c:pt idx="20445">
                  <c:v>6.066543028169014</c:v>
                </c:pt>
                <c:pt idx="20446">
                  <c:v>6.0657265492957748</c:v>
                </c:pt>
                <c:pt idx="20447">
                  <c:v>6.0591256338028172</c:v>
                </c:pt>
                <c:pt idx="20448">
                  <c:v>6.0514710563380278</c:v>
                </c:pt>
                <c:pt idx="20449">
                  <c:v>6.0506491549295776</c:v>
                </c:pt>
                <c:pt idx="20450">
                  <c:v>6.0518854225352117</c:v>
                </c:pt>
                <c:pt idx="20451">
                  <c:v>6.0510997887323947</c:v>
                </c:pt>
                <c:pt idx="20452">
                  <c:v>6.0489452816901412</c:v>
                </c:pt>
                <c:pt idx="20453">
                  <c:v>6.0575189436619716</c:v>
                </c:pt>
                <c:pt idx="20454">
                  <c:v>6.0660689436619721</c:v>
                </c:pt>
                <c:pt idx="20455">
                  <c:v>6.0625789436619719</c:v>
                </c:pt>
                <c:pt idx="20456">
                  <c:v>6.0572890845070422</c:v>
                </c:pt>
                <c:pt idx="20457">
                  <c:v>6.0610713380281691</c:v>
                </c:pt>
                <c:pt idx="20458">
                  <c:v>6.0670819014084509</c:v>
                </c:pt>
                <c:pt idx="20459">
                  <c:v>6.0669976760563378</c:v>
                </c:pt>
                <c:pt idx="20460">
                  <c:v>6.0559946478873243</c:v>
                </c:pt>
                <c:pt idx="20461">
                  <c:v>6.0515576056338025</c:v>
                </c:pt>
                <c:pt idx="20462">
                  <c:v>6.0583302816901412</c:v>
                </c:pt>
                <c:pt idx="20463">
                  <c:v>6.0610746478873239</c:v>
                </c:pt>
                <c:pt idx="20464">
                  <c:v>6.0578528873239437</c:v>
                </c:pt>
                <c:pt idx="20465">
                  <c:v>6.0510554225352111</c:v>
                </c:pt>
                <c:pt idx="20466">
                  <c:v>6.0490903521126764</c:v>
                </c:pt>
                <c:pt idx="20467">
                  <c:v>6.0514538028169014</c:v>
                </c:pt>
                <c:pt idx="20468">
                  <c:v>6.0488865492957746</c:v>
                </c:pt>
                <c:pt idx="20469">
                  <c:v>6.0515459859154932</c:v>
                </c:pt>
                <c:pt idx="20470">
                  <c:v>6.0492454225352112</c:v>
                </c:pt>
                <c:pt idx="20471">
                  <c:v>6.0455392253521127</c:v>
                </c:pt>
                <c:pt idx="20472">
                  <c:v>6.0484226760563384</c:v>
                </c:pt>
                <c:pt idx="20473">
                  <c:v>6.0524164084507044</c:v>
                </c:pt>
                <c:pt idx="20474">
                  <c:v>6.0574846478873239</c:v>
                </c:pt>
                <c:pt idx="20475">
                  <c:v>6.0568724647887322</c:v>
                </c:pt>
                <c:pt idx="20476">
                  <c:v>6.0490166197183095</c:v>
                </c:pt>
                <c:pt idx="20477">
                  <c:v>6.0498662676056334</c:v>
                </c:pt>
                <c:pt idx="20478">
                  <c:v>6.0591845070422536</c:v>
                </c:pt>
                <c:pt idx="20479">
                  <c:v>6.0630839436619715</c:v>
                </c:pt>
                <c:pt idx="20480">
                  <c:v>6.0633940140845066</c:v>
                </c:pt>
                <c:pt idx="20481">
                  <c:v>6.0623085915492956</c:v>
                </c:pt>
                <c:pt idx="20482">
                  <c:v>6.0614095774647891</c:v>
                </c:pt>
                <c:pt idx="20483">
                  <c:v>6.0632994366197179</c:v>
                </c:pt>
                <c:pt idx="20484">
                  <c:v>6.0660219718309856</c:v>
                </c:pt>
                <c:pt idx="20485">
                  <c:v>6.0637041549295772</c:v>
                </c:pt>
                <c:pt idx="20486">
                  <c:v>6.058988591549296</c:v>
                </c:pt>
                <c:pt idx="20487">
                  <c:v>6.051829295774648</c:v>
                </c:pt>
                <c:pt idx="20488">
                  <c:v>6.0506439436619717</c:v>
                </c:pt>
                <c:pt idx="20489">
                  <c:v>6.0552106338028171</c:v>
                </c:pt>
                <c:pt idx="20490">
                  <c:v>6.0663019014084512</c:v>
                </c:pt>
                <c:pt idx="20491">
                  <c:v>6.0723563380281691</c:v>
                </c:pt>
                <c:pt idx="20492">
                  <c:v>6.0704683098591552</c:v>
                </c:pt>
                <c:pt idx="20493">
                  <c:v>6.0688738028169018</c:v>
                </c:pt>
                <c:pt idx="20494">
                  <c:v>6.0698816197183101</c:v>
                </c:pt>
                <c:pt idx="20495">
                  <c:v>6.0600687323943658</c:v>
                </c:pt>
                <c:pt idx="20496">
                  <c:v>6.0474607746478872</c:v>
                </c:pt>
                <c:pt idx="20497">
                  <c:v>6.043468661971831</c:v>
                </c:pt>
                <c:pt idx="20498">
                  <c:v>6.0500503521126756</c:v>
                </c:pt>
                <c:pt idx="20499">
                  <c:v>6.0595379577464792</c:v>
                </c:pt>
                <c:pt idx="20500">
                  <c:v>6.0561152816901407</c:v>
                </c:pt>
                <c:pt idx="20501">
                  <c:v>6.0487212676056341</c:v>
                </c:pt>
                <c:pt idx="20502">
                  <c:v>6.0410940140845071</c:v>
                </c:pt>
                <c:pt idx="20503">
                  <c:v>6.0473215492957744</c:v>
                </c:pt>
                <c:pt idx="20504">
                  <c:v>6.0566057746478874</c:v>
                </c:pt>
                <c:pt idx="20505">
                  <c:v>6.056358732394366</c:v>
                </c:pt>
                <c:pt idx="20506">
                  <c:v>6.0554925352112674</c:v>
                </c:pt>
                <c:pt idx="20507">
                  <c:v>6.0571638732394364</c:v>
                </c:pt>
                <c:pt idx="20508">
                  <c:v>6.0537326760563381</c:v>
                </c:pt>
                <c:pt idx="20509">
                  <c:v>6.0477226056338029</c:v>
                </c:pt>
                <c:pt idx="20510">
                  <c:v>6.0420083098591553</c:v>
                </c:pt>
                <c:pt idx="20511">
                  <c:v>6.0479475352112679</c:v>
                </c:pt>
                <c:pt idx="20512">
                  <c:v>6.0581604929577466</c:v>
                </c:pt>
                <c:pt idx="20513">
                  <c:v>6.0586910563380281</c:v>
                </c:pt>
                <c:pt idx="20514">
                  <c:v>6.0562955633802815</c:v>
                </c:pt>
                <c:pt idx="20515">
                  <c:v>6.0551326056338031</c:v>
                </c:pt>
                <c:pt idx="20516">
                  <c:v>6.0521355633802818</c:v>
                </c:pt>
                <c:pt idx="20517">
                  <c:v>6.0474286619718312</c:v>
                </c:pt>
                <c:pt idx="20518">
                  <c:v>6.0515495070422531</c:v>
                </c:pt>
                <c:pt idx="20519">
                  <c:v>6.0508855633802821</c:v>
                </c:pt>
                <c:pt idx="20520">
                  <c:v>6.0442985915492962</c:v>
                </c:pt>
                <c:pt idx="20521">
                  <c:v>6.0442482394366195</c:v>
                </c:pt>
                <c:pt idx="20522">
                  <c:v>6.0487780985915496</c:v>
                </c:pt>
                <c:pt idx="20523">
                  <c:v>6.0509490845070424</c:v>
                </c:pt>
                <c:pt idx="20524">
                  <c:v>6.0528140845070419</c:v>
                </c:pt>
                <c:pt idx="20525">
                  <c:v>6.0526385211267604</c:v>
                </c:pt>
                <c:pt idx="20526">
                  <c:v>6.04700323943662</c:v>
                </c:pt>
                <c:pt idx="20527">
                  <c:v>6.0518809154929576</c:v>
                </c:pt>
                <c:pt idx="20528">
                  <c:v>6.0580583098591552</c:v>
                </c:pt>
                <c:pt idx="20529">
                  <c:v>6.0563707746478874</c:v>
                </c:pt>
                <c:pt idx="20530">
                  <c:v>6.0547173943661976</c:v>
                </c:pt>
                <c:pt idx="20531">
                  <c:v>6.0513059859154925</c:v>
                </c:pt>
                <c:pt idx="20532">
                  <c:v>6.0543692253521124</c:v>
                </c:pt>
                <c:pt idx="20533">
                  <c:v>6.0563192253521123</c:v>
                </c:pt>
                <c:pt idx="20534">
                  <c:v>6.0568918309859159</c:v>
                </c:pt>
                <c:pt idx="20535">
                  <c:v>6.0560738732394368</c:v>
                </c:pt>
                <c:pt idx="20536">
                  <c:v>6.0566640140845074</c:v>
                </c:pt>
                <c:pt idx="20537">
                  <c:v>6.0545278169014081</c:v>
                </c:pt>
                <c:pt idx="20538">
                  <c:v>6.0466918309859157</c:v>
                </c:pt>
                <c:pt idx="20539">
                  <c:v>6.0479330281690142</c:v>
                </c:pt>
                <c:pt idx="20540">
                  <c:v>6.0499547887323946</c:v>
                </c:pt>
                <c:pt idx="20541">
                  <c:v>6.0475680281690138</c:v>
                </c:pt>
                <c:pt idx="20542">
                  <c:v>6.052051408450704</c:v>
                </c:pt>
                <c:pt idx="20543">
                  <c:v>6.0582921830985912</c:v>
                </c:pt>
                <c:pt idx="20544">
                  <c:v>6.0574936619718311</c:v>
                </c:pt>
                <c:pt idx="20545">
                  <c:v>6.0563992253521128</c:v>
                </c:pt>
                <c:pt idx="20546">
                  <c:v>6.0541497887323947</c:v>
                </c:pt>
                <c:pt idx="20547">
                  <c:v>6.0602611971830989</c:v>
                </c:pt>
                <c:pt idx="20548">
                  <c:v>6.0702289436619719</c:v>
                </c:pt>
                <c:pt idx="20549">
                  <c:v>6.0664931690140849</c:v>
                </c:pt>
                <c:pt idx="20550">
                  <c:v>6.0564937323943662</c:v>
                </c:pt>
                <c:pt idx="20551">
                  <c:v>6.0490192253521124</c:v>
                </c:pt>
                <c:pt idx="20552">
                  <c:v>6.0488333098591553</c:v>
                </c:pt>
                <c:pt idx="20553">
                  <c:v>6.0455596478873241</c:v>
                </c:pt>
                <c:pt idx="20554">
                  <c:v>6.0403728169014084</c:v>
                </c:pt>
                <c:pt idx="20555">
                  <c:v>6.0472259859154933</c:v>
                </c:pt>
                <c:pt idx="20556">
                  <c:v>6.0552419014084506</c:v>
                </c:pt>
                <c:pt idx="20557">
                  <c:v>6.0563285915492955</c:v>
                </c:pt>
                <c:pt idx="20558">
                  <c:v>6.0548553521126758</c:v>
                </c:pt>
                <c:pt idx="20559">
                  <c:v>6.056478028169014</c:v>
                </c:pt>
                <c:pt idx="20560">
                  <c:v>6.0586050704225354</c:v>
                </c:pt>
                <c:pt idx="20561">
                  <c:v>6.0660357042253521</c:v>
                </c:pt>
                <c:pt idx="20562">
                  <c:v>6.0703258450704229</c:v>
                </c:pt>
                <c:pt idx="20563">
                  <c:v>6.0632989436619722</c:v>
                </c:pt>
                <c:pt idx="20564">
                  <c:v>6.0567084507042255</c:v>
                </c:pt>
                <c:pt idx="20565">
                  <c:v>6.0532124647887322</c:v>
                </c:pt>
                <c:pt idx="20566">
                  <c:v>6.0511461971830984</c:v>
                </c:pt>
                <c:pt idx="20567">
                  <c:v>6.0511882394366197</c:v>
                </c:pt>
                <c:pt idx="20568">
                  <c:v>6.0503600704225349</c:v>
                </c:pt>
                <c:pt idx="20569">
                  <c:v>6.0500538732394364</c:v>
                </c:pt>
                <c:pt idx="20570">
                  <c:v>6.0567785915492962</c:v>
                </c:pt>
                <c:pt idx="20571">
                  <c:v>6.0548699295774648</c:v>
                </c:pt>
                <c:pt idx="20572">
                  <c:v>6.0500994366197185</c:v>
                </c:pt>
                <c:pt idx="20573">
                  <c:v>6.0456093661971835</c:v>
                </c:pt>
                <c:pt idx="20574">
                  <c:v>6.0403826056338028</c:v>
                </c:pt>
                <c:pt idx="20575">
                  <c:v>6.0403349295774644</c:v>
                </c:pt>
                <c:pt idx="20576">
                  <c:v>6.0492257042253517</c:v>
                </c:pt>
                <c:pt idx="20577">
                  <c:v>6.060521971830986</c:v>
                </c:pt>
                <c:pt idx="20578">
                  <c:v>6.0696590845070419</c:v>
                </c:pt>
                <c:pt idx="20579">
                  <c:v>6.0719823943661968</c:v>
                </c:pt>
                <c:pt idx="20580">
                  <c:v>6.0718964788732395</c:v>
                </c:pt>
                <c:pt idx="20581">
                  <c:v>6.0705387323943665</c:v>
                </c:pt>
                <c:pt idx="20582">
                  <c:v>6.0644209859154934</c:v>
                </c:pt>
                <c:pt idx="20583">
                  <c:v>6.0594122535211268</c:v>
                </c:pt>
                <c:pt idx="20584">
                  <c:v>6.0608957042253522</c:v>
                </c:pt>
                <c:pt idx="20585">
                  <c:v>6.0591212676056339</c:v>
                </c:pt>
                <c:pt idx="20586">
                  <c:v>6.0565083802816897</c:v>
                </c:pt>
                <c:pt idx="20587">
                  <c:v>6.0590752112676061</c:v>
                </c:pt>
                <c:pt idx="20588">
                  <c:v>6.065416549295775</c:v>
                </c:pt>
                <c:pt idx="20589">
                  <c:v>6.0637321830985913</c:v>
                </c:pt>
                <c:pt idx="20590">
                  <c:v>6.0612961971830988</c:v>
                </c:pt>
                <c:pt idx="20591">
                  <c:v>6.0597487323943664</c:v>
                </c:pt>
                <c:pt idx="20592">
                  <c:v>6.0576816901408455</c:v>
                </c:pt>
                <c:pt idx="20593">
                  <c:v>6.0582907746478876</c:v>
                </c:pt>
                <c:pt idx="20594">
                  <c:v>6.0632965492957744</c:v>
                </c:pt>
                <c:pt idx="20595">
                  <c:v>6.0628806338028172</c:v>
                </c:pt>
                <c:pt idx="20596">
                  <c:v>6.0562480985915492</c:v>
                </c:pt>
                <c:pt idx="20597">
                  <c:v>6.0546426760563383</c:v>
                </c:pt>
                <c:pt idx="20598">
                  <c:v>6.0574352816901404</c:v>
                </c:pt>
                <c:pt idx="20599">
                  <c:v>6.0646701408450703</c:v>
                </c:pt>
                <c:pt idx="20600">
                  <c:v>6.0645148591549294</c:v>
                </c:pt>
                <c:pt idx="20601">
                  <c:v>6.0621160563380281</c:v>
                </c:pt>
                <c:pt idx="20602">
                  <c:v>6.0622562676056342</c:v>
                </c:pt>
                <c:pt idx="20603">
                  <c:v>6.0619817605633806</c:v>
                </c:pt>
                <c:pt idx="20604">
                  <c:v>6.0636147887323943</c:v>
                </c:pt>
                <c:pt idx="20605">
                  <c:v>6.0574014788732393</c:v>
                </c:pt>
                <c:pt idx="20606">
                  <c:v>6.0470125352112678</c:v>
                </c:pt>
                <c:pt idx="20607">
                  <c:v>6.0467418309859156</c:v>
                </c:pt>
                <c:pt idx="20608">
                  <c:v>6.0467046478873243</c:v>
                </c:pt>
                <c:pt idx="20609">
                  <c:v>6.0457383802816898</c:v>
                </c:pt>
                <c:pt idx="20610">
                  <c:v>6.0480627464788732</c:v>
                </c:pt>
                <c:pt idx="20611">
                  <c:v>6.0492446478873241</c:v>
                </c:pt>
                <c:pt idx="20612">
                  <c:v>6.056939436619718</c:v>
                </c:pt>
                <c:pt idx="20613">
                  <c:v>6.0683688028169014</c:v>
                </c:pt>
                <c:pt idx="20614">
                  <c:v>6.0719528169014083</c:v>
                </c:pt>
                <c:pt idx="20615">
                  <c:v>6.072945774647887</c:v>
                </c:pt>
                <c:pt idx="20616">
                  <c:v>6.068267746478873</c:v>
                </c:pt>
                <c:pt idx="20617">
                  <c:v>6.0623303521126761</c:v>
                </c:pt>
                <c:pt idx="20618">
                  <c:v>6.0606824647887327</c:v>
                </c:pt>
                <c:pt idx="20619">
                  <c:v>6.0646228169014087</c:v>
                </c:pt>
                <c:pt idx="20620">
                  <c:v>6.066843732394366</c:v>
                </c:pt>
                <c:pt idx="20621">
                  <c:v>6.0654072535211263</c:v>
                </c:pt>
                <c:pt idx="20622">
                  <c:v>6.0705197183098596</c:v>
                </c:pt>
                <c:pt idx="20623">
                  <c:v>6.0774021126760562</c:v>
                </c:pt>
                <c:pt idx="20624">
                  <c:v>6.0757809859154932</c:v>
                </c:pt>
                <c:pt idx="20625">
                  <c:v>6.0705049295774645</c:v>
                </c:pt>
                <c:pt idx="20626">
                  <c:v>6.0605245774647889</c:v>
                </c:pt>
                <c:pt idx="20627">
                  <c:v>6.0502625352112673</c:v>
                </c:pt>
                <c:pt idx="20628">
                  <c:v>6.0512492957746478</c:v>
                </c:pt>
                <c:pt idx="20629">
                  <c:v>6.052484647887324</c:v>
                </c:pt>
                <c:pt idx="20630">
                  <c:v>6.0501489436619718</c:v>
                </c:pt>
                <c:pt idx="20631">
                  <c:v>6.0472276760563384</c:v>
                </c:pt>
                <c:pt idx="20632">
                  <c:v>6.0459217605633802</c:v>
                </c:pt>
                <c:pt idx="20633">
                  <c:v>6.046316338028169</c:v>
                </c:pt>
                <c:pt idx="20634">
                  <c:v>6.0551937323943665</c:v>
                </c:pt>
                <c:pt idx="20635">
                  <c:v>6.0629703521126759</c:v>
                </c:pt>
                <c:pt idx="20636">
                  <c:v>6.0659920422535212</c:v>
                </c:pt>
                <c:pt idx="20637">
                  <c:v>6.068511338028169</c:v>
                </c:pt>
                <c:pt idx="20638">
                  <c:v>6.0705169014084506</c:v>
                </c:pt>
                <c:pt idx="20639">
                  <c:v>6.0693247183098595</c:v>
                </c:pt>
                <c:pt idx="20640">
                  <c:v>6.0662021830985919</c:v>
                </c:pt>
                <c:pt idx="20641">
                  <c:v>6.0594859859154928</c:v>
                </c:pt>
                <c:pt idx="20642">
                  <c:v>6.0512014788732396</c:v>
                </c:pt>
                <c:pt idx="20643">
                  <c:v>6.0428279577464785</c:v>
                </c:pt>
                <c:pt idx="20644">
                  <c:v>6.0419903521126761</c:v>
                </c:pt>
                <c:pt idx="20645">
                  <c:v>6.0449669014084506</c:v>
                </c:pt>
                <c:pt idx="20646">
                  <c:v>6.0511529577464787</c:v>
                </c:pt>
                <c:pt idx="20647">
                  <c:v>6.0555323943661969</c:v>
                </c:pt>
                <c:pt idx="20648">
                  <c:v>6.0546105633802814</c:v>
                </c:pt>
                <c:pt idx="20649">
                  <c:v>6.0496597183098588</c:v>
                </c:pt>
                <c:pt idx="20650">
                  <c:v>6.0531649999999999</c:v>
                </c:pt>
                <c:pt idx="20651">
                  <c:v>6.0598916197183099</c:v>
                </c:pt>
                <c:pt idx="20652">
                  <c:v>6.0643217605633799</c:v>
                </c:pt>
                <c:pt idx="20653">
                  <c:v>6.065426056338028</c:v>
                </c:pt>
                <c:pt idx="20654">
                  <c:v>6.062454084507042</c:v>
                </c:pt>
                <c:pt idx="20655">
                  <c:v>6.0611507042253523</c:v>
                </c:pt>
                <c:pt idx="20656">
                  <c:v>6.0648871830985911</c:v>
                </c:pt>
                <c:pt idx="20657">
                  <c:v>6.0606007746478872</c:v>
                </c:pt>
                <c:pt idx="20658">
                  <c:v>6.0543644366197187</c:v>
                </c:pt>
                <c:pt idx="20659">
                  <c:v>6.0541523239436623</c:v>
                </c:pt>
                <c:pt idx="20660">
                  <c:v>6.0588030281690139</c:v>
                </c:pt>
                <c:pt idx="20661">
                  <c:v>6.0671529577464787</c:v>
                </c:pt>
                <c:pt idx="20662">
                  <c:v>6.0658833098591547</c:v>
                </c:pt>
                <c:pt idx="20663">
                  <c:v>6.0578558450704225</c:v>
                </c:pt>
                <c:pt idx="20664">
                  <c:v>6.0524877464788736</c:v>
                </c:pt>
                <c:pt idx="20665">
                  <c:v>6.0505905633802817</c:v>
                </c:pt>
                <c:pt idx="20666">
                  <c:v>6.0524307746478874</c:v>
                </c:pt>
                <c:pt idx="20667">
                  <c:v>6.0496755633802817</c:v>
                </c:pt>
                <c:pt idx="20668">
                  <c:v>6.0470002816901411</c:v>
                </c:pt>
                <c:pt idx="20669">
                  <c:v>6.0508565492957747</c:v>
                </c:pt>
                <c:pt idx="20670">
                  <c:v>6.0562210563380283</c:v>
                </c:pt>
                <c:pt idx="20671">
                  <c:v>6.056123732394366</c:v>
                </c:pt>
                <c:pt idx="20672">
                  <c:v>6.0434851408450703</c:v>
                </c:pt>
                <c:pt idx="20673">
                  <c:v>6.0382237323943659</c:v>
                </c:pt>
                <c:pt idx="20674">
                  <c:v>6.0387285915492956</c:v>
                </c:pt>
                <c:pt idx="20675">
                  <c:v>6.0435981690140848</c:v>
                </c:pt>
                <c:pt idx="20676">
                  <c:v>6.0494375352112675</c:v>
                </c:pt>
                <c:pt idx="20677">
                  <c:v>6.0507957746478871</c:v>
                </c:pt>
                <c:pt idx="20678">
                  <c:v>6.0514200000000002</c:v>
                </c:pt>
                <c:pt idx="20679">
                  <c:v>6.0565160563380278</c:v>
                </c:pt>
                <c:pt idx="20680">
                  <c:v>6.0571002112676053</c:v>
                </c:pt>
                <c:pt idx="20681">
                  <c:v>6.0499633098591552</c:v>
                </c:pt>
                <c:pt idx="20682">
                  <c:v>6.0472521126760563</c:v>
                </c:pt>
                <c:pt idx="20683">
                  <c:v>6.0487863380281688</c:v>
                </c:pt>
                <c:pt idx="20684">
                  <c:v>6.0530570422535215</c:v>
                </c:pt>
                <c:pt idx="20685">
                  <c:v>6.0545364084507041</c:v>
                </c:pt>
                <c:pt idx="20686">
                  <c:v>6.0507547183098591</c:v>
                </c:pt>
                <c:pt idx="20687">
                  <c:v>6.0515798591549297</c:v>
                </c:pt>
                <c:pt idx="20688">
                  <c:v>6.0496970422535208</c:v>
                </c:pt>
                <c:pt idx="20689">
                  <c:v>6.047581690140845</c:v>
                </c:pt>
                <c:pt idx="20690">
                  <c:v>6.0554066901408454</c:v>
                </c:pt>
                <c:pt idx="20691">
                  <c:v>6.0669939436619718</c:v>
                </c:pt>
                <c:pt idx="20692">
                  <c:v>6.0705521126760562</c:v>
                </c:pt>
                <c:pt idx="20693">
                  <c:v>6.0683585915492957</c:v>
                </c:pt>
                <c:pt idx="20694">
                  <c:v>6.0621216901408452</c:v>
                </c:pt>
                <c:pt idx="20695">
                  <c:v>6.0598147887323943</c:v>
                </c:pt>
                <c:pt idx="20696">
                  <c:v>6.0568641549295776</c:v>
                </c:pt>
                <c:pt idx="20697">
                  <c:v>6.0531077464788732</c:v>
                </c:pt>
                <c:pt idx="20698">
                  <c:v>6.0572726056338029</c:v>
                </c:pt>
                <c:pt idx="20699">
                  <c:v>6.0662783802816902</c:v>
                </c:pt>
                <c:pt idx="20700">
                  <c:v>6.0707619718309855</c:v>
                </c:pt>
                <c:pt idx="20701">
                  <c:v>6.0716697183098596</c:v>
                </c:pt>
                <c:pt idx="20702">
                  <c:v>6.0726007042253523</c:v>
                </c:pt>
                <c:pt idx="20703">
                  <c:v>6.0658894366197185</c:v>
                </c:pt>
                <c:pt idx="20704">
                  <c:v>6.0650959859154927</c:v>
                </c:pt>
                <c:pt idx="20705">
                  <c:v>6.0716380281690139</c:v>
                </c:pt>
                <c:pt idx="20706">
                  <c:v>6.0730866197183095</c:v>
                </c:pt>
                <c:pt idx="20707">
                  <c:v>6.0661530281690137</c:v>
                </c:pt>
                <c:pt idx="20708">
                  <c:v>6.058802464788732</c:v>
                </c:pt>
                <c:pt idx="20709">
                  <c:v>6.0581057042253521</c:v>
                </c:pt>
                <c:pt idx="20710">
                  <c:v>6.0613424647887326</c:v>
                </c:pt>
                <c:pt idx="20711">
                  <c:v>6.0605085211267609</c:v>
                </c:pt>
                <c:pt idx="20712">
                  <c:v>6.0641568309859153</c:v>
                </c:pt>
                <c:pt idx="20713">
                  <c:v>6.0705908450704227</c:v>
                </c:pt>
                <c:pt idx="20714">
                  <c:v>6.0725753521126764</c:v>
                </c:pt>
                <c:pt idx="20715">
                  <c:v>6.0674920422535212</c:v>
                </c:pt>
                <c:pt idx="20716">
                  <c:v>6.0624885211267605</c:v>
                </c:pt>
                <c:pt idx="20717">
                  <c:v>6.0637373239436618</c:v>
                </c:pt>
                <c:pt idx="20718">
                  <c:v>6.064824647887324</c:v>
                </c:pt>
                <c:pt idx="20719">
                  <c:v>6.06312661971831</c:v>
                </c:pt>
                <c:pt idx="20720">
                  <c:v>6.0596127464788729</c:v>
                </c:pt>
                <c:pt idx="20721">
                  <c:v>6.059254577464789</c:v>
                </c:pt>
                <c:pt idx="20722">
                  <c:v>6.0636856338028169</c:v>
                </c:pt>
                <c:pt idx="20723">
                  <c:v>6.0684054929577469</c:v>
                </c:pt>
                <c:pt idx="20724">
                  <c:v>6.0678564788732396</c:v>
                </c:pt>
                <c:pt idx="20725">
                  <c:v>6.0663776760563382</c:v>
                </c:pt>
                <c:pt idx="20726">
                  <c:v>6.0684605633802819</c:v>
                </c:pt>
                <c:pt idx="20727">
                  <c:v>6.0709887323943663</c:v>
                </c:pt>
                <c:pt idx="20728">
                  <c:v>6.0687171126760564</c:v>
                </c:pt>
                <c:pt idx="20729">
                  <c:v>6.0599599295774649</c:v>
                </c:pt>
                <c:pt idx="20730">
                  <c:v>6.0539560563380279</c:v>
                </c:pt>
                <c:pt idx="20731">
                  <c:v>6.0533328873239434</c:v>
                </c:pt>
                <c:pt idx="20732">
                  <c:v>6.0576158450704227</c:v>
                </c:pt>
                <c:pt idx="20733">
                  <c:v>6.0521745774647888</c:v>
                </c:pt>
                <c:pt idx="20734">
                  <c:v>6.0424261267605637</c:v>
                </c:pt>
                <c:pt idx="20735">
                  <c:v>6.0453905633802814</c:v>
                </c:pt>
                <c:pt idx="20736">
                  <c:v>6.0477321830985913</c:v>
                </c:pt>
                <c:pt idx="20737">
                  <c:v>6.0498728873239438</c:v>
                </c:pt>
                <c:pt idx="20738">
                  <c:v>6.0491144366197185</c:v>
                </c:pt>
                <c:pt idx="20739">
                  <c:v>6.0512159859154933</c:v>
                </c:pt>
                <c:pt idx="20740">
                  <c:v>6.0557947887323946</c:v>
                </c:pt>
                <c:pt idx="20741">
                  <c:v>6.0639604225352111</c:v>
                </c:pt>
                <c:pt idx="20742">
                  <c:v>6.063767042253521</c:v>
                </c:pt>
                <c:pt idx="20743">
                  <c:v>6.0600793661971828</c:v>
                </c:pt>
                <c:pt idx="20744">
                  <c:v>6.0664132394366197</c:v>
                </c:pt>
                <c:pt idx="20745">
                  <c:v>6.0711767605633806</c:v>
                </c:pt>
                <c:pt idx="20746">
                  <c:v>6.0649297183098589</c:v>
                </c:pt>
                <c:pt idx="20747">
                  <c:v>6.0581302112676054</c:v>
                </c:pt>
                <c:pt idx="20748">
                  <c:v>6.0581900704225351</c:v>
                </c:pt>
                <c:pt idx="20749">
                  <c:v>6.0594378169014087</c:v>
                </c:pt>
                <c:pt idx="20750">
                  <c:v>6.061681690140845</c:v>
                </c:pt>
                <c:pt idx="20751">
                  <c:v>6.0672677464788736</c:v>
                </c:pt>
                <c:pt idx="20752">
                  <c:v>6.0727063380281692</c:v>
                </c:pt>
                <c:pt idx="20753">
                  <c:v>6.0715464788732394</c:v>
                </c:pt>
                <c:pt idx="20754">
                  <c:v>6.0680237323943658</c:v>
                </c:pt>
                <c:pt idx="20755">
                  <c:v>6.0646278873239439</c:v>
                </c:pt>
                <c:pt idx="20756">
                  <c:v>6.0682659154929581</c:v>
                </c:pt>
                <c:pt idx="20757">
                  <c:v>6.0691806338028167</c:v>
                </c:pt>
                <c:pt idx="20758">
                  <c:v>6.0652492253521126</c:v>
                </c:pt>
                <c:pt idx="20759">
                  <c:v>6.0637314084507041</c:v>
                </c:pt>
                <c:pt idx="20760">
                  <c:v>6.062975774647887</c:v>
                </c:pt>
                <c:pt idx="20761">
                  <c:v>6.0620121126760562</c:v>
                </c:pt>
                <c:pt idx="20762">
                  <c:v>6.0677718309859152</c:v>
                </c:pt>
                <c:pt idx="20763">
                  <c:v>6.0726147887323947</c:v>
                </c:pt>
                <c:pt idx="20764">
                  <c:v>6.0675733098591547</c:v>
                </c:pt>
                <c:pt idx="20765">
                  <c:v>6.0645657746478872</c:v>
                </c:pt>
                <c:pt idx="20766">
                  <c:v>6.0602815492957749</c:v>
                </c:pt>
                <c:pt idx="20767">
                  <c:v>6.0569311267605634</c:v>
                </c:pt>
                <c:pt idx="20768">
                  <c:v>6.056755211267606</c:v>
                </c:pt>
                <c:pt idx="20769">
                  <c:v>6.0578689436619717</c:v>
                </c:pt>
                <c:pt idx="20770">
                  <c:v>6.0569612676056339</c:v>
                </c:pt>
                <c:pt idx="20771">
                  <c:v>6.0542458450704224</c:v>
                </c:pt>
                <c:pt idx="20772">
                  <c:v>6.0532517605633807</c:v>
                </c:pt>
                <c:pt idx="20773">
                  <c:v>6.0523933098591547</c:v>
                </c:pt>
                <c:pt idx="20774">
                  <c:v>6.0477998591549298</c:v>
                </c:pt>
                <c:pt idx="20775">
                  <c:v>6.0478757746478875</c:v>
                </c:pt>
                <c:pt idx="20776">
                  <c:v>6.0454906338028165</c:v>
                </c:pt>
                <c:pt idx="20777">
                  <c:v>6.0429881690140848</c:v>
                </c:pt>
                <c:pt idx="20778">
                  <c:v>6.0443075352112672</c:v>
                </c:pt>
                <c:pt idx="20779">
                  <c:v>6.0512117605633806</c:v>
                </c:pt>
                <c:pt idx="20780">
                  <c:v>6.0603893661971835</c:v>
                </c:pt>
                <c:pt idx="20781">
                  <c:v>6.066978873239437</c:v>
                </c:pt>
                <c:pt idx="20782">
                  <c:v>6.0692215492957748</c:v>
                </c:pt>
                <c:pt idx="20783">
                  <c:v>6.0678395070422537</c:v>
                </c:pt>
                <c:pt idx="20784">
                  <c:v>6.0594123943661975</c:v>
                </c:pt>
                <c:pt idx="20785">
                  <c:v>6.0561830281690137</c:v>
                </c:pt>
                <c:pt idx="20786">
                  <c:v>6.0610840845070424</c:v>
                </c:pt>
                <c:pt idx="20787">
                  <c:v>6.0648666901408452</c:v>
                </c:pt>
                <c:pt idx="20788">
                  <c:v>6.0588194366197179</c:v>
                </c:pt>
                <c:pt idx="20789">
                  <c:v>6.0581978873239439</c:v>
                </c:pt>
                <c:pt idx="20790">
                  <c:v>6.0634061971830988</c:v>
                </c:pt>
                <c:pt idx="20791">
                  <c:v>6.0632561267605638</c:v>
                </c:pt>
                <c:pt idx="20792">
                  <c:v>6.0585273239436619</c:v>
                </c:pt>
                <c:pt idx="20793">
                  <c:v>6.0561744366197185</c:v>
                </c:pt>
                <c:pt idx="20794">
                  <c:v>6.0610009859154932</c:v>
                </c:pt>
                <c:pt idx="20795">
                  <c:v>6.0679157746478873</c:v>
                </c:pt>
                <c:pt idx="20796">
                  <c:v>6.0626352816901408</c:v>
                </c:pt>
                <c:pt idx="20797">
                  <c:v>6.0505328169014083</c:v>
                </c:pt>
                <c:pt idx="20798">
                  <c:v>6.042910563380282</c:v>
                </c:pt>
                <c:pt idx="20799">
                  <c:v>6.0355276056338028</c:v>
                </c:pt>
                <c:pt idx="20800">
                  <c:v>6.0308482394366196</c:v>
                </c:pt>
                <c:pt idx="20801">
                  <c:v>6.0357172535211268</c:v>
                </c:pt>
                <c:pt idx="20802">
                  <c:v>6.0398154225352112</c:v>
                </c:pt>
                <c:pt idx="20803">
                  <c:v>6.0398340140845068</c:v>
                </c:pt>
                <c:pt idx="20804">
                  <c:v>6.0406300704225355</c:v>
                </c:pt>
                <c:pt idx="20805">
                  <c:v>6.0443412676056338</c:v>
                </c:pt>
                <c:pt idx="20806">
                  <c:v>6.0485320422535214</c:v>
                </c:pt>
                <c:pt idx="20807">
                  <c:v>6.0501615492957743</c:v>
                </c:pt>
                <c:pt idx="20808">
                  <c:v>6.0496057746478877</c:v>
                </c:pt>
                <c:pt idx="20809">
                  <c:v>6.0515117605633799</c:v>
                </c:pt>
                <c:pt idx="20810">
                  <c:v>6.0521504225352114</c:v>
                </c:pt>
                <c:pt idx="20811">
                  <c:v>6.0493258450704221</c:v>
                </c:pt>
                <c:pt idx="20812">
                  <c:v>6.0478176056338029</c:v>
                </c:pt>
                <c:pt idx="20813">
                  <c:v>6.0543427464788735</c:v>
                </c:pt>
                <c:pt idx="20814">
                  <c:v>6.0575063380281691</c:v>
                </c:pt>
                <c:pt idx="20815">
                  <c:v>6.0565080985915491</c:v>
                </c:pt>
                <c:pt idx="20816">
                  <c:v>6.0569214788732397</c:v>
                </c:pt>
                <c:pt idx="20817">
                  <c:v>6.0533879577464793</c:v>
                </c:pt>
                <c:pt idx="20818">
                  <c:v>6.0432899295774645</c:v>
                </c:pt>
                <c:pt idx="20819">
                  <c:v>6.0408803521126764</c:v>
                </c:pt>
                <c:pt idx="20820">
                  <c:v>6.047305985915493</c:v>
                </c:pt>
                <c:pt idx="20821">
                  <c:v>6.050594366197183</c:v>
                </c:pt>
                <c:pt idx="20822">
                  <c:v>6.0556976760563384</c:v>
                </c:pt>
                <c:pt idx="20823">
                  <c:v>6.0529766901408451</c:v>
                </c:pt>
                <c:pt idx="20824">
                  <c:v>6.0487313380281691</c:v>
                </c:pt>
                <c:pt idx="20825">
                  <c:v>6.0478359859154933</c:v>
                </c:pt>
                <c:pt idx="20826">
                  <c:v>6.0506989436619723</c:v>
                </c:pt>
                <c:pt idx="20827">
                  <c:v>6.0517035211267602</c:v>
                </c:pt>
                <c:pt idx="20828">
                  <c:v>6.0545756338028172</c:v>
                </c:pt>
                <c:pt idx="20829">
                  <c:v>6.0550718309859155</c:v>
                </c:pt>
                <c:pt idx="20830">
                  <c:v>6.0582092253521127</c:v>
                </c:pt>
                <c:pt idx="20831">
                  <c:v>6.0685465492957746</c:v>
                </c:pt>
                <c:pt idx="20832">
                  <c:v>6.0687690845070419</c:v>
                </c:pt>
                <c:pt idx="20833">
                  <c:v>6.0572945070422533</c:v>
                </c:pt>
                <c:pt idx="20834">
                  <c:v>6.0465102112676057</c:v>
                </c:pt>
                <c:pt idx="20835">
                  <c:v>6.0443102112676055</c:v>
                </c:pt>
                <c:pt idx="20836">
                  <c:v>6.0489920422535208</c:v>
                </c:pt>
                <c:pt idx="20837">
                  <c:v>6.0500100704225348</c:v>
                </c:pt>
                <c:pt idx="20838">
                  <c:v>6.0546797887323942</c:v>
                </c:pt>
                <c:pt idx="20839">
                  <c:v>6.0567490140845068</c:v>
                </c:pt>
                <c:pt idx="20840">
                  <c:v>6.056134577464789</c:v>
                </c:pt>
                <c:pt idx="20841">
                  <c:v>6.0576383098591551</c:v>
                </c:pt>
                <c:pt idx="20842">
                  <c:v>6.0613492957746482</c:v>
                </c:pt>
                <c:pt idx="20843">
                  <c:v>6.0607287323943666</c:v>
                </c:pt>
                <c:pt idx="20844">
                  <c:v>6.0582314788732399</c:v>
                </c:pt>
                <c:pt idx="20845">
                  <c:v>6.0543848591549292</c:v>
                </c:pt>
                <c:pt idx="20846">
                  <c:v>6.0492976056338028</c:v>
                </c:pt>
                <c:pt idx="20847">
                  <c:v>6.0469035211267608</c:v>
                </c:pt>
                <c:pt idx="20848">
                  <c:v>6.0483708450704228</c:v>
                </c:pt>
                <c:pt idx="20849">
                  <c:v>6.0469964084507044</c:v>
                </c:pt>
                <c:pt idx="20850">
                  <c:v>6.0475443661971831</c:v>
                </c:pt>
                <c:pt idx="20851">
                  <c:v>6.0483423943661974</c:v>
                </c:pt>
                <c:pt idx="20852">
                  <c:v>6.0502244366197182</c:v>
                </c:pt>
                <c:pt idx="20853">
                  <c:v>6.0523643661971835</c:v>
                </c:pt>
                <c:pt idx="20854">
                  <c:v>6.054877253521127</c:v>
                </c:pt>
                <c:pt idx="20855">
                  <c:v>6.0555352816901404</c:v>
                </c:pt>
                <c:pt idx="20856">
                  <c:v>6.0499825352112673</c:v>
                </c:pt>
                <c:pt idx="20857">
                  <c:v>6.0378781690140846</c:v>
                </c:pt>
                <c:pt idx="20858">
                  <c:v>6.0367512676056334</c:v>
                </c:pt>
                <c:pt idx="20859">
                  <c:v>6.0516983098591552</c:v>
                </c:pt>
                <c:pt idx="20860">
                  <c:v>6.0696683098591553</c:v>
                </c:pt>
                <c:pt idx="20861">
                  <c:v>6.0676145774647887</c:v>
                </c:pt>
                <c:pt idx="20862">
                  <c:v>6.0635266901408453</c:v>
                </c:pt>
                <c:pt idx="20863">
                  <c:v>6.0680505633802815</c:v>
                </c:pt>
                <c:pt idx="20864">
                  <c:v>6.0644573943661975</c:v>
                </c:pt>
                <c:pt idx="20865">
                  <c:v>6.0641495774647884</c:v>
                </c:pt>
                <c:pt idx="20866">
                  <c:v>6.0677195070422538</c:v>
                </c:pt>
                <c:pt idx="20867">
                  <c:v>6.0663787323943659</c:v>
                </c:pt>
                <c:pt idx="20868">
                  <c:v>6.0636383802816898</c:v>
                </c:pt>
                <c:pt idx="20869">
                  <c:v>6.0594586619718314</c:v>
                </c:pt>
                <c:pt idx="20870">
                  <c:v>6.064888098591549</c:v>
                </c:pt>
                <c:pt idx="20871">
                  <c:v>6.0672792957746475</c:v>
                </c:pt>
                <c:pt idx="20872">
                  <c:v>6.068777323943662</c:v>
                </c:pt>
                <c:pt idx="20873">
                  <c:v>6.0639337323943661</c:v>
                </c:pt>
                <c:pt idx="20874">
                  <c:v>6.0593090845070421</c:v>
                </c:pt>
                <c:pt idx="20875">
                  <c:v>6.0556329577464787</c:v>
                </c:pt>
                <c:pt idx="20876">
                  <c:v>6.0544123943661976</c:v>
                </c:pt>
                <c:pt idx="20877">
                  <c:v>6.057762605633803</c:v>
                </c:pt>
                <c:pt idx="20878">
                  <c:v>6.0591847183098588</c:v>
                </c:pt>
                <c:pt idx="20879">
                  <c:v>6.0542483098591546</c:v>
                </c:pt>
                <c:pt idx="20880">
                  <c:v>6.0447316197183101</c:v>
                </c:pt>
                <c:pt idx="20881">
                  <c:v>6.0403099295774645</c:v>
                </c:pt>
                <c:pt idx="20882">
                  <c:v>6.0506891549295778</c:v>
                </c:pt>
                <c:pt idx="20883">
                  <c:v>6.0565927464788736</c:v>
                </c:pt>
                <c:pt idx="20884">
                  <c:v>6.0553118309859153</c:v>
                </c:pt>
                <c:pt idx="20885">
                  <c:v>6.0530897183098595</c:v>
                </c:pt>
                <c:pt idx="20886">
                  <c:v>6.0499771830985916</c:v>
                </c:pt>
                <c:pt idx="20887">
                  <c:v>6.0459078169014084</c:v>
                </c:pt>
                <c:pt idx="20888">
                  <c:v>6.0448349295774646</c:v>
                </c:pt>
                <c:pt idx="20889">
                  <c:v>6.0425340845070421</c:v>
                </c:pt>
                <c:pt idx="20890">
                  <c:v>6.0400578169014087</c:v>
                </c:pt>
                <c:pt idx="20891">
                  <c:v>6.0427116197183102</c:v>
                </c:pt>
                <c:pt idx="20892">
                  <c:v>6.041202816901408</c:v>
                </c:pt>
                <c:pt idx="20893">
                  <c:v>6.0450890845070422</c:v>
                </c:pt>
                <c:pt idx="20894">
                  <c:v>6.0515352816901409</c:v>
                </c:pt>
                <c:pt idx="20895">
                  <c:v>6.0516446478873238</c:v>
                </c:pt>
                <c:pt idx="20896">
                  <c:v>6.0465437323943663</c:v>
                </c:pt>
                <c:pt idx="20897">
                  <c:v>6.049170915492958</c:v>
                </c:pt>
                <c:pt idx="20898">
                  <c:v>6.0537420422535213</c:v>
                </c:pt>
                <c:pt idx="20899">
                  <c:v>6.0576507042253525</c:v>
                </c:pt>
                <c:pt idx="20900">
                  <c:v>6.0586458450704228</c:v>
                </c:pt>
                <c:pt idx="20901">
                  <c:v>6.0576031690140848</c:v>
                </c:pt>
                <c:pt idx="20902">
                  <c:v>6.0571223943661971</c:v>
                </c:pt>
                <c:pt idx="20903">
                  <c:v>6.0604240140845071</c:v>
                </c:pt>
                <c:pt idx="20904">
                  <c:v>6.0596902112676059</c:v>
                </c:pt>
                <c:pt idx="20905">
                  <c:v>6.0525142253521125</c:v>
                </c:pt>
                <c:pt idx="20906">
                  <c:v>6.0528710563380281</c:v>
                </c:pt>
                <c:pt idx="20907">
                  <c:v>6.053900281690141</c:v>
                </c:pt>
                <c:pt idx="20908">
                  <c:v>6.05560838028169</c:v>
                </c:pt>
                <c:pt idx="20909">
                  <c:v>6.0546037323943658</c:v>
                </c:pt>
                <c:pt idx="20910">
                  <c:v>6.0480442957746483</c:v>
                </c:pt>
                <c:pt idx="20911">
                  <c:v>6.0439359859154926</c:v>
                </c:pt>
                <c:pt idx="20912">
                  <c:v>6.0436856338028173</c:v>
                </c:pt>
                <c:pt idx="20913">
                  <c:v>6.0371974647887328</c:v>
                </c:pt>
                <c:pt idx="20914">
                  <c:v>6.0313231690140849</c:v>
                </c:pt>
                <c:pt idx="20915">
                  <c:v>6.0372062676056339</c:v>
                </c:pt>
                <c:pt idx="20916">
                  <c:v>6.0421785915492956</c:v>
                </c:pt>
                <c:pt idx="20917">
                  <c:v>6.0455127464788729</c:v>
                </c:pt>
                <c:pt idx="20918">
                  <c:v>6.0436467605633801</c:v>
                </c:pt>
                <c:pt idx="20919">
                  <c:v>6.0448130281690142</c:v>
                </c:pt>
                <c:pt idx="20920">
                  <c:v>6.0566480985915492</c:v>
                </c:pt>
                <c:pt idx="20921">
                  <c:v>6.0633180985915489</c:v>
                </c:pt>
                <c:pt idx="20922">
                  <c:v>6.0648814788732395</c:v>
                </c:pt>
                <c:pt idx="20923">
                  <c:v>6.0689821126760561</c:v>
                </c:pt>
                <c:pt idx="20924">
                  <c:v>6.0641607746478874</c:v>
                </c:pt>
                <c:pt idx="20925">
                  <c:v>6.0566038732394363</c:v>
                </c:pt>
                <c:pt idx="20926">
                  <c:v>6.0521621830985914</c:v>
                </c:pt>
                <c:pt idx="20927">
                  <c:v>6.0544106338028172</c:v>
                </c:pt>
                <c:pt idx="20928">
                  <c:v>6.0584128873239438</c:v>
                </c:pt>
                <c:pt idx="20929">
                  <c:v>6.0603978873239432</c:v>
                </c:pt>
                <c:pt idx="20930">
                  <c:v>6.0612398591549299</c:v>
                </c:pt>
                <c:pt idx="20931">
                  <c:v>6.0594521830985917</c:v>
                </c:pt>
                <c:pt idx="20932">
                  <c:v>6.0577800000000002</c:v>
                </c:pt>
                <c:pt idx="20933">
                  <c:v>6.0611687323943659</c:v>
                </c:pt>
                <c:pt idx="20934">
                  <c:v>6.0617700704225355</c:v>
                </c:pt>
                <c:pt idx="20935">
                  <c:v>6.0620688732394363</c:v>
                </c:pt>
                <c:pt idx="20936">
                  <c:v>6.0645580281690137</c:v>
                </c:pt>
                <c:pt idx="20937">
                  <c:v>6.064240774647887</c:v>
                </c:pt>
                <c:pt idx="20938">
                  <c:v>6.0580345070422537</c:v>
                </c:pt>
                <c:pt idx="20939">
                  <c:v>6.0540381690140848</c:v>
                </c:pt>
                <c:pt idx="20940">
                  <c:v>6.0489718309859155</c:v>
                </c:pt>
                <c:pt idx="20941">
                  <c:v>6.046233450704225</c:v>
                </c:pt>
                <c:pt idx="20942">
                  <c:v>6.0411791549295772</c:v>
                </c:pt>
                <c:pt idx="20943">
                  <c:v>6.038541267605634</c:v>
                </c:pt>
                <c:pt idx="20944">
                  <c:v>6.0372695070422537</c:v>
                </c:pt>
                <c:pt idx="20945">
                  <c:v>6.0404319718309862</c:v>
                </c:pt>
                <c:pt idx="20946">
                  <c:v>6.0459238028169011</c:v>
                </c:pt>
                <c:pt idx="20947">
                  <c:v>6.0471890140845073</c:v>
                </c:pt>
                <c:pt idx="20948">
                  <c:v>6.0452390140845074</c:v>
                </c:pt>
                <c:pt idx="20949">
                  <c:v>6.0482124647887323</c:v>
                </c:pt>
                <c:pt idx="20950">
                  <c:v>6.0448176760563381</c:v>
                </c:pt>
                <c:pt idx="20951">
                  <c:v>6.0407776056338029</c:v>
                </c:pt>
                <c:pt idx="20952">
                  <c:v>6.0440657042253525</c:v>
                </c:pt>
                <c:pt idx="20953">
                  <c:v>6.0468625352112673</c:v>
                </c:pt>
                <c:pt idx="20954">
                  <c:v>6.0497922535211268</c:v>
                </c:pt>
                <c:pt idx="20955">
                  <c:v>6.0559268309859151</c:v>
                </c:pt>
                <c:pt idx="20956">
                  <c:v>6.0585728873239439</c:v>
                </c:pt>
                <c:pt idx="20957">
                  <c:v>6.0586311971830984</c:v>
                </c:pt>
                <c:pt idx="20958">
                  <c:v>6.0638178873239434</c:v>
                </c:pt>
                <c:pt idx="20959">
                  <c:v>6.0710718309859155</c:v>
                </c:pt>
                <c:pt idx="20960">
                  <c:v>6.0701316197183095</c:v>
                </c:pt>
                <c:pt idx="20961">
                  <c:v>6.0638268309859154</c:v>
                </c:pt>
                <c:pt idx="20962">
                  <c:v>6.0586823239436622</c:v>
                </c:pt>
                <c:pt idx="20963">
                  <c:v>6.0552687323943664</c:v>
                </c:pt>
                <c:pt idx="20964">
                  <c:v>6.0549093661971831</c:v>
                </c:pt>
                <c:pt idx="20965">
                  <c:v>6.0503374647887327</c:v>
                </c:pt>
                <c:pt idx="20966">
                  <c:v>6.0483163380281688</c:v>
                </c:pt>
                <c:pt idx="20967">
                  <c:v>6.0516021830985913</c:v>
                </c:pt>
                <c:pt idx="20968">
                  <c:v>6.0547552112676053</c:v>
                </c:pt>
                <c:pt idx="20969">
                  <c:v>6.054958802816901</c:v>
                </c:pt>
                <c:pt idx="20970">
                  <c:v>6.054015633802817</c:v>
                </c:pt>
                <c:pt idx="20971">
                  <c:v>6.0481716197183095</c:v>
                </c:pt>
                <c:pt idx="20972">
                  <c:v>6.0446950704225353</c:v>
                </c:pt>
                <c:pt idx="20973">
                  <c:v>6.0450376056338024</c:v>
                </c:pt>
                <c:pt idx="20974">
                  <c:v>6.0465930281690143</c:v>
                </c:pt>
                <c:pt idx="20975">
                  <c:v>6.0519146478873243</c:v>
                </c:pt>
                <c:pt idx="20976">
                  <c:v>6.0513334507042256</c:v>
                </c:pt>
                <c:pt idx="20977">
                  <c:v>6.0494251408450701</c:v>
                </c:pt>
                <c:pt idx="20978">
                  <c:v>6.0571919014084505</c:v>
                </c:pt>
                <c:pt idx="20979">
                  <c:v>6.059522605633803</c:v>
                </c:pt>
                <c:pt idx="20980">
                  <c:v>6.0524149295774645</c:v>
                </c:pt>
                <c:pt idx="20981">
                  <c:v>6.0475171126760561</c:v>
                </c:pt>
                <c:pt idx="20982">
                  <c:v>6.0472168309859153</c:v>
                </c:pt>
                <c:pt idx="20983">
                  <c:v>6.0508668309859157</c:v>
                </c:pt>
                <c:pt idx="20984">
                  <c:v>6.0463541549295776</c:v>
                </c:pt>
                <c:pt idx="20985">
                  <c:v>6.0434846478873236</c:v>
                </c:pt>
                <c:pt idx="20986">
                  <c:v>6.0374365492957747</c:v>
                </c:pt>
                <c:pt idx="20987">
                  <c:v>6.0360933098591545</c:v>
                </c:pt>
                <c:pt idx="20988">
                  <c:v>6.0402644366197187</c:v>
                </c:pt>
                <c:pt idx="20989">
                  <c:v>6.04063985915493</c:v>
                </c:pt>
                <c:pt idx="20990">
                  <c:v>6.0442107746478877</c:v>
                </c:pt>
                <c:pt idx="20991">
                  <c:v>6.0522481690140841</c:v>
                </c:pt>
                <c:pt idx="20992">
                  <c:v>6.0587255633802819</c:v>
                </c:pt>
                <c:pt idx="20993">
                  <c:v>6.0638233098591545</c:v>
                </c:pt>
                <c:pt idx="20994">
                  <c:v>6.0603208450704225</c:v>
                </c:pt>
                <c:pt idx="20995">
                  <c:v>6.0508471126760561</c:v>
                </c:pt>
                <c:pt idx="20996">
                  <c:v>6.0398220422535207</c:v>
                </c:pt>
                <c:pt idx="20997">
                  <c:v>6.0408326056338026</c:v>
                </c:pt>
                <c:pt idx="20998">
                  <c:v>6.046673591549296</c:v>
                </c:pt>
                <c:pt idx="20999">
                  <c:v>6.0546631690140842</c:v>
                </c:pt>
                <c:pt idx="21000">
                  <c:v>6.059241690140845</c:v>
                </c:pt>
                <c:pt idx="21001">
                  <c:v>6.0596957042253523</c:v>
                </c:pt>
                <c:pt idx="21002">
                  <c:v>6.0674272535211271</c:v>
                </c:pt>
                <c:pt idx="21003">
                  <c:v>6.0661430985915494</c:v>
                </c:pt>
                <c:pt idx="21004">
                  <c:v>6.0575560563380284</c:v>
                </c:pt>
                <c:pt idx="21005">
                  <c:v>6.0555999295774647</c:v>
                </c:pt>
                <c:pt idx="21006">
                  <c:v>6.0582469718309859</c:v>
                </c:pt>
                <c:pt idx="21007">
                  <c:v>6.0595847183098588</c:v>
                </c:pt>
                <c:pt idx="21008">
                  <c:v>6.0598715492957744</c:v>
                </c:pt>
                <c:pt idx="21009">
                  <c:v>6.054195</c:v>
                </c:pt>
                <c:pt idx="21010">
                  <c:v>6.0563194366197184</c:v>
                </c:pt>
                <c:pt idx="21011">
                  <c:v>6.0561047183098591</c:v>
                </c:pt>
                <c:pt idx="21012">
                  <c:v>6.0518238732394369</c:v>
                </c:pt>
                <c:pt idx="21013">
                  <c:v>6.0543350704225354</c:v>
                </c:pt>
                <c:pt idx="21014">
                  <c:v>6.0541085211267607</c:v>
                </c:pt>
                <c:pt idx="21015">
                  <c:v>6.0518809859154929</c:v>
                </c:pt>
                <c:pt idx="21016">
                  <c:v>6.046775704225352</c:v>
                </c:pt>
                <c:pt idx="21017">
                  <c:v>6.042520070422535</c:v>
                </c:pt>
                <c:pt idx="21018">
                  <c:v>6.0475673943661974</c:v>
                </c:pt>
                <c:pt idx="21019">
                  <c:v>6.0588823239436618</c:v>
                </c:pt>
                <c:pt idx="21020">
                  <c:v>6.0645163380281693</c:v>
                </c:pt>
                <c:pt idx="21021">
                  <c:v>6.0562133098591548</c:v>
                </c:pt>
                <c:pt idx="21022">
                  <c:v>6.0480285915492962</c:v>
                </c:pt>
                <c:pt idx="21023">
                  <c:v>6.0450045774647885</c:v>
                </c:pt>
                <c:pt idx="21024">
                  <c:v>6.045100422535211</c:v>
                </c:pt>
                <c:pt idx="21025">
                  <c:v>6.0489568309859152</c:v>
                </c:pt>
                <c:pt idx="21026">
                  <c:v>6.0556824647887328</c:v>
                </c:pt>
                <c:pt idx="21027">
                  <c:v>6.0613355633802817</c:v>
                </c:pt>
                <c:pt idx="21028">
                  <c:v>6.0633973239436623</c:v>
                </c:pt>
                <c:pt idx="21029">
                  <c:v>6.0627838732394368</c:v>
                </c:pt>
                <c:pt idx="21030">
                  <c:v>6.0597340140845066</c:v>
                </c:pt>
                <c:pt idx="21031">
                  <c:v>6.0578935915492957</c:v>
                </c:pt>
                <c:pt idx="21032">
                  <c:v>6.0560454929577467</c:v>
                </c:pt>
                <c:pt idx="21033">
                  <c:v>6.0567508450704226</c:v>
                </c:pt>
                <c:pt idx="21034">
                  <c:v>6.0538550000000004</c:v>
                </c:pt>
                <c:pt idx="21035">
                  <c:v>6.0555185915492959</c:v>
                </c:pt>
                <c:pt idx="21036">
                  <c:v>6.0593755633802813</c:v>
                </c:pt>
                <c:pt idx="21037">
                  <c:v>6.0589946478873236</c:v>
                </c:pt>
                <c:pt idx="21038">
                  <c:v>6.0615730985915492</c:v>
                </c:pt>
                <c:pt idx="21039">
                  <c:v>6.0609918309859152</c:v>
                </c:pt>
                <c:pt idx="21040">
                  <c:v>6.0610301408450704</c:v>
                </c:pt>
                <c:pt idx="21041">
                  <c:v>6.0680138732394369</c:v>
                </c:pt>
                <c:pt idx="21042">
                  <c:v>6.0717302816901411</c:v>
                </c:pt>
                <c:pt idx="21043">
                  <c:v>6.0618357746478875</c:v>
                </c:pt>
                <c:pt idx="21044">
                  <c:v>6.0524175352112675</c:v>
                </c:pt>
                <c:pt idx="21045">
                  <c:v>6.0490619718309855</c:v>
                </c:pt>
                <c:pt idx="21046">
                  <c:v>6.0499319718309863</c:v>
                </c:pt>
                <c:pt idx="21047">
                  <c:v>6.0572583802816897</c:v>
                </c:pt>
                <c:pt idx="21048">
                  <c:v>6.0650152112676059</c:v>
                </c:pt>
                <c:pt idx="21049">
                  <c:v>6.0669919014084508</c:v>
                </c:pt>
                <c:pt idx="21050">
                  <c:v>6.0680053521126762</c:v>
                </c:pt>
                <c:pt idx="21051">
                  <c:v>6.0674330985915494</c:v>
                </c:pt>
                <c:pt idx="21052">
                  <c:v>6.0590842253521124</c:v>
                </c:pt>
                <c:pt idx="21053">
                  <c:v>6.0534644366197181</c:v>
                </c:pt>
                <c:pt idx="21054">
                  <c:v>6.0546792957746476</c:v>
                </c:pt>
                <c:pt idx="21055">
                  <c:v>6.0552380281690139</c:v>
                </c:pt>
                <c:pt idx="21056">
                  <c:v>6.0622358450704228</c:v>
                </c:pt>
                <c:pt idx="21057">
                  <c:v>6.062106901408451</c:v>
                </c:pt>
                <c:pt idx="21058">
                  <c:v>6.0574811971830984</c:v>
                </c:pt>
                <c:pt idx="21059">
                  <c:v>6.0560126056338026</c:v>
                </c:pt>
                <c:pt idx="21060">
                  <c:v>6.0584303521126763</c:v>
                </c:pt>
                <c:pt idx="21061">
                  <c:v>6.0611400704225353</c:v>
                </c:pt>
                <c:pt idx="21062">
                  <c:v>6.060831267605634</c:v>
                </c:pt>
                <c:pt idx="21063">
                  <c:v>6.0518381690140846</c:v>
                </c:pt>
                <c:pt idx="21064">
                  <c:v>6.044322816901408</c:v>
                </c:pt>
                <c:pt idx="21065">
                  <c:v>6.0414085915492954</c:v>
                </c:pt>
                <c:pt idx="21066">
                  <c:v>6.0399664788732395</c:v>
                </c:pt>
                <c:pt idx="21067">
                  <c:v>6.04162485915493</c:v>
                </c:pt>
                <c:pt idx="21068">
                  <c:v>6.0487013380281693</c:v>
                </c:pt>
                <c:pt idx="21069">
                  <c:v>6.0596867605633804</c:v>
                </c:pt>
                <c:pt idx="21070">
                  <c:v>6.0697119014084508</c:v>
                </c:pt>
                <c:pt idx="21071">
                  <c:v>6.0648920422535211</c:v>
                </c:pt>
                <c:pt idx="21072">
                  <c:v>6.0596522535211266</c:v>
                </c:pt>
                <c:pt idx="21073">
                  <c:v>6.062854647887324</c:v>
                </c:pt>
                <c:pt idx="21074">
                  <c:v>6.0667432394366196</c:v>
                </c:pt>
                <c:pt idx="21075">
                  <c:v>6.0632673943661972</c:v>
                </c:pt>
                <c:pt idx="21076">
                  <c:v>6.0562176056338028</c:v>
                </c:pt>
                <c:pt idx="21077">
                  <c:v>6.0577734507042251</c:v>
                </c:pt>
                <c:pt idx="21078">
                  <c:v>6.0630546478873235</c:v>
                </c:pt>
                <c:pt idx="21079">
                  <c:v>6.0606740845070419</c:v>
                </c:pt>
                <c:pt idx="21080">
                  <c:v>6.0513108450704225</c:v>
                </c:pt>
                <c:pt idx="21081">
                  <c:v>6.0515221830985917</c:v>
                </c:pt>
                <c:pt idx="21082">
                  <c:v>6.059747535211268</c:v>
                </c:pt>
                <c:pt idx="21083">
                  <c:v>6.0555810563380286</c:v>
                </c:pt>
                <c:pt idx="21084">
                  <c:v>6.047154788732394</c:v>
                </c:pt>
                <c:pt idx="21085">
                  <c:v>6.0487610563380283</c:v>
                </c:pt>
                <c:pt idx="21086">
                  <c:v>6.0639230281690137</c:v>
                </c:pt>
                <c:pt idx="21087">
                  <c:v>6.0782852112676053</c:v>
                </c:pt>
                <c:pt idx="21088">
                  <c:v>6.0833049295774648</c:v>
                </c:pt>
                <c:pt idx="21089">
                  <c:v>6.0791133802816901</c:v>
                </c:pt>
                <c:pt idx="21090">
                  <c:v>6.0709</c:v>
                </c:pt>
                <c:pt idx="21091">
                  <c:v>6.0642318309859151</c:v>
                </c:pt>
                <c:pt idx="21092">
                  <c:v>6.0589398591549299</c:v>
                </c:pt>
                <c:pt idx="21093">
                  <c:v>6.0565198591549292</c:v>
                </c:pt>
                <c:pt idx="21094">
                  <c:v>6.0583808450704222</c:v>
                </c:pt>
                <c:pt idx="21095">
                  <c:v>6.0651220422535213</c:v>
                </c:pt>
                <c:pt idx="21096">
                  <c:v>6.0680914788732396</c:v>
                </c:pt>
                <c:pt idx="21097">
                  <c:v>6.0616628873239433</c:v>
                </c:pt>
                <c:pt idx="21098">
                  <c:v>6.0601757746478873</c:v>
                </c:pt>
                <c:pt idx="21099">
                  <c:v>6.0605134507042253</c:v>
                </c:pt>
                <c:pt idx="21100">
                  <c:v>6.0586980985915497</c:v>
                </c:pt>
                <c:pt idx="21101">
                  <c:v>6.0627130281690143</c:v>
                </c:pt>
                <c:pt idx="21102">
                  <c:v>6.0648278873239434</c:v>
                </c:pt>
                <c:pt idx="21103">
                  <c:v>6.0623111971830985</c:v>
                </c:pt>
                <c:pt idx="21104">
                  <c:v>6.0563754929577467</c:v>
                </c:pt>
                <c:pt idx="21105">
                  <c:v>6.0583798591549298</c:v>
                </c:pt>
                <c:pt idx="21106">
                  <c:v>6.0672131690140843</c:v>
                </c:pt>
                <c:pt idx="21107">
                  <c:v>6.0704163380281688</c:v>
                </c:pt>
                <c:pt idx="21108">
                  <c:v>6.063942887323944</c:v>
                </c:pt>
                <c:pt idx="21109">
                  <c:v>6.0579654225352115</c:v>
                </c:pt>
                <c:pt idx="21110">
                  <c:v>6.0584332394366198</c:v>
                </c:pt>
                <c:pt idx="21111">
                  <c:v>6.0543702112676057</c:v>
                </c:pt>
                <c:pt idx="21112">
                  <c:v>6.0511633802816904</c:v>
                </c:pt>
                <c:pt idx="21113">
                  <c:v>6.0475661267605636</c:v>
                </c:pt>
                <c:pt idx="21114">
                  <c:v>6.0465492253521127</c:v>
                </c:pt>
                <c:pt idx="21115">
                  <c:v>6.0513942253521122</c:v>
                </c:pt>
                <c:pt idx="21116">
                  <c:v>6.0528937323943666</c:v>
                </c:pt>
                <c:pt idx="21117">
                  <c:v>6.0517625352112674</c:v>
                </c:pt>
                <c:pt idx="21118">
                  <c:v>6.052305070422535</c:v>
                </c:pt>
                <c:pt idx="21119">
                  <c:v>6.0532931690140845</c:v>
                </c:pt>
                <c:pt idx="21120">
                  <c:v>6.0565854225352114</c:v>
                </c:pt>
                <c:pt idx="21121">
                  <c:v>6.0598259859154933</c:v>
                </c:pt>
                <c:pt idx="21122">
                  <c:v>6.0642892253521126</c:v>
                </c:pt>
                <c:pt idx="21123">
                  <c:v>6.0698035915492961</c:v>
                </c:pt>
                <c:pt idx="21124">
                  <c:v>6.0695828873239437</c:v>
                </c:pt>
                <c:pt idx="21125">
                  <c:v>6.0611819014084505</c:v>
                </c:pt>
                <c:pt idx="21126">
                  <c:v>6.0545141549295778</c:v>
                </c:pt>
                <c:pt idx="21127">
                  <c:v>6.0536325352112677</c:v>
                </c:pt>
                <c:pt idx="21128">
                  <c:v>6.0505071830985919</c:v>
                </c:pt>
                <c:pt idx="21129">
                  <c:v>6.0519917605633804</c:v>
                </c:pt>
                <c:pt idx="21130">
                  <c:v>6.0558948591549298</c:v>
                </c:pt>
                <c:pt idx="21131">
                  <c:v>6.0535938732394365</c:v>
                </c:pt>
                <c:pt idx="21132">
                  <c:v>6.05125176056338</c:v>
                </c:pt>
                <c:pt idx="21133">
                  <c:v>6.0512375352112677</c:v>
                </c:pt>
                <c:pt idx="21134">
                  <c:v>6.0551944366197183</c:v>
                </c:pt>
                <c:pt idx="21135">
                  <c:v>6.0579394366197183</c:v>
                </c:pt>
                <c:pt idx="21136">
                  <c:v>6.0664977464788734</c:v>
                </c:pt>
                <c:pt idx="21137">
                  <c:v>6.0743422535211264</c:v>
                </c:pt>
                <c:pt idx="21138">
                  <c:v>6.0706140845070422</c:v>
                </c:pt>
                <c:pt idx="21139">
                  <c:v>6.0638102112676053</c:v>
                </c:pt>
                <c:pt idx="21140">
                  <c:v>6.056992816901408</c:v>
                </c:pt>
                <c:pt idx="21141">
                  <c:v>6.0554254225352109</c:v>
                </c:pt>
                <c:pt idx="21142">
                  <c:v>6.0533293661971834</c:v>
                </c:pt>
                <c:pt idx="21143">
                  <c:v>6.0526382394366198</c:v>
                </c:pt>
                <c:pt idx="21144">
                  <c:v>6.0564718309859158</c:v>
                </c:pt>
                <c:pt idx="21145">
                  <c:v>6.0618721126760562</c:v>
                </c:pt>
                <c:pt idx="21146">
                  <c:v>6.0653196478873239</c:v>
                </c:pt>
                <c:pt idx="21147">
                  <c:v>6.0639970422535212</c:v>
                </c:pt>
                <c:pt idx="21148">
                  <c:v>6.0658885915492959</c:v>
                </c:pt>
                <c:pt idx="21149">
                  <c:v>6.0728887323943663</c:v>
                </c:pt>
                <c:pt idx="21150">
                  <c:v>6.0724408450704228</c:v>
                </c:pt>
                <c:pt idx="21151">
                  <c:v>6.0628644366197184</c:v>
                </c:pt>
                <c:pt idx="21152">
                  <c:v>6.055364788732394</c:v>
                </c:pt>
                <c:pt idx="21153">
                  <c:v>6.0502580281690141</c:v>
                </c:pt>
                <c:pt idx="21154">
                  <c:v>6.0489206338028172</c:v>
                </c:pt>
                <c:pt idx="21155">
                  <c:v>6.0556607042253523</c:v>
                </c:pt>
                <c:pt idx="21156">
                  <c:v>6.0526921126760564</c:v>
                </c:pt>
                <c:pt idx="21157">
                  <c:v>6.0473633802816904</c:v>
                </c:pt>
                <c:pt idx="21158">
                  <c:v>6.048517605633803</c:v>
                </c:pt>
                <c:pt idx="21159">
                  <c:v>6.0479822535211269</c:v>
                </c:pt>
                <c:pt idx="21160">
                  <c:v>6.0471454929577462</c:v>
                </c:pt>
                <c:pt idx="21161">
                  <c:v>6.050313802816901</c:v>
                </c:pt>
                <c:pt idx="21162">
                  <c:v>6.0622695774647886</c:v>
                </c:pt>
                <c:pt idx="21163">
                  <c:v>6.0709147887323942</c:v>
                </c:pt>
                <c:pt idx="21164">
                  <c:v>6.0670875352112672</c:v>
                </c:pt>
                <c:pt idx="21165">
                  <c:v>6.0610230985915496</c:v>
                </c:pt>
                <c:pt idx="21166">
                  <c:v>6.0599564788732394</c:v>
                </c:pt>
                <c:pt idx="21167">
                  <c:v>6.0638740140845071</c:v>
                </c:pt>
                <c:pt idx="21168">
                  <c:v>6.0661330985915489</c:v>
                </c:pt>
                <c:pt idx="21169">
                  <c:v>6.0677897887323944</c:v>
                </c:pt>
                <c:pt idx="21170">
                  <c:v>6.0659012676056339</c:v>
                </c:pt>
                <c:pt idx="21171">
                  <c:v>6.0626179577464789</c:v>
                </c:pt>
                <c:pt idx="21172">
                  <c:v>6.0575507746478872</c:v>
                </c:pt>
                <c:pt idx="21173">
                  <c:v>6.0516721830985913</c:v>
                </c:pt>
                <c:pt idx="21174">
                  <c:v>6.044639014084507</c:v>
                </c:pt>
                <c:pt idx="21175">
                  <c:v>6.042114084507042</c:v>
                </c:pt>
                <c:pt idx="21176">
                  <c:v>6.0432996478873235</c:v>
                </c:pt>
                <c:pt idx="21177">
                  <c:v>6.0494476760563378</c:v>
                </c:pt>
                <c:pt idx="21178">
                  <c:v>6.0561090845070424</c:v>
                </c:pt>
                <c:pt idx="21179">
                  <c:v>6.0629856338028167</c:v>
                </c:pt>
                <c:pt idx="21180">
                  <c:v>6.0627455633802816</c:v>
                </c:pt>
                <c:pt idx="21181">
                  <c:v>6.0572154225352115</c:v>
                </c:pt>
                <c:pt idx="21182">
                  <c:v>6.0602641549295777</c:v>
                </c:pt>
                <c:pt idx="21183">
                  <c:v>6.0634472535211268</c:v>
                </c:pt>
                <c:pt idx="21184">
                  <c:v>6.0612950704225348</c:v>
                </c:pt>
                <c:pt idx="21185">
                  <c:v>6.0625591549295779</c:v>
                </c:pt>
                <c:pt idx="21186">
                  <c:v>6.0652807746478876</c:v>
                </c:pt>
                <c:pt idx="21187">
                  <c:v>6.0697286619718307</c:v>
                </c:pt>
                <c:pt idx="21188">
                  <c:v>6.0727345070422531</c:v>
                </c:pt>
                <c:pt idx="21189">
                  <c:v>6.0724823943661974</c:v>
                </c:pt>
                <c:pt idx="21190">
                  <c:v>6.0723239436619716</c:v>
                </c:pt>
                <c:pt idx="21191">
                  <c:v>6.0710478873239433</c:v>
                </c:pt>
                <c:pt idx="21192">
                  <c:v>6.0657587323943662</c:v>
                </c:pt>
                <c:pt idx="21193">
                  <c:v>6.0624782394366195</c:v>
                </c:pt>
                <c:pt idx="21194">
                  <c:v>6.0607263380281688</c:v>
                </c:pt>
                <c:pt idx="21195">
                  <c:v>6.0557085915492959</c:v>
                </c:pt>
                <c:pt idx="21196">
                  <c:v>6.0564938028169015</c:v>
                </c:pt>
                <c:pt idx="21197">
                  <c:v>6.059296197183099</c:v>
                </c:pt>
                <c:pt idx="21198">
                  <c:v>6.0589942957746477</c:v>
                </c:pt>
                <c:pt idx="21199">
                  <c:v>6.0600837323943662</c:v>
                </c:pt>
                <c:pt idx="21200">
                  <c:v>6.057557464788732</c:v>
                </c:pt>
                <c:pt idx="21201">
                  <c:v>6.0568854225352116</c:v>
                </c:pt>
                <c:pt idx="21202">
                  <c:v>6.0576685211267609</c:v>
                </c:pt>
                <c:pt idx="21203">
                  <c:v>6.0619757042253521</c:v>
                </c:pt>
                <c:pt idx="21204">
                  <c:v>6.0611888028169014</c:v>
                </c:pt>
                <c:pt idx="21205">
                  <c:v>6.0550249999999997</c:v>
                </c:pt>
                <c:pt idx="21206">
                  <c:v>6.0466302816901409</c:v>
                </c:pt>
                <c:pt idx="21207">
                  <c:v>6.0409040140845072</c:v>
                </c:pt>
                <c:pt idx="21208">
                  <c:v>6.0442604929577461</c:v>
                </c:pt>
                <c:pt idx="21209">
                  <c:v>6.0454936619718307</c:v>
                </c:pt>
                <c:pt idx="21210">
                  <c:v>6.0476250704225354</c:v>
                </c:pt>
                <c:pt idx="21211">
                  <c:v>6.0522018309859158</c:v>
                </c:pt>
                <c:pt idx="21212">
                  <c:v>6.0570628873239434</c:v>
                </c:pt>
                <c:pt idx="21213">
                  <c:v>6.0578551408450707</c:v>
                </c:pt>
                <c:pt idx="21214">
                  <c:v>6.0539527464788732</c:v>
                </c:pt>
                <c:pt idx="21215">
                  <c:v>6.0556303521126758</c:v>
                </c:pt>
                <c:pt idx="21216">
                  <c:v>6.0550239436619719</c:v>
                </c:pt>
                <c:pt idx="21217">
                  <c:v>6.050182957746479</c:v>
                </c:pt>
                <c:pt idx="21218">
                  <c:v>6.0526228169014082</c:v>
                </c:pt>
                <c:pt idx="21219">
                  <c:v>6.0500700704225352</c:v>
                </c:pt>
                <c:pt idx="21220">
                  <c:v>6.0453523239436624</c:v>
                </c:pt>
                <c:pt idx="21221">
                  <c:v>6.0397746478873238</c:v>
                </c:pt>
                <c:pt idx="21222">
                  <c:v>6.0374109154929574</c:v>
                </c:pt>
                <c:pt idx="21223">
                  <c:v>6.0490657746478877</c:v>
                </c:pt>
                <c:pt idx="21224">
                  <c:v>6.0604483802816898</c:v>
                </c:pt>
                <c:pt idx="21225">
                  <c:v>6.069294929577465</c:v>
                </c:pt>
                <c:pt idx="21226">
                  <c:v>6.0705640845070423</c:v>
                </c:pt>
                <c:pt idx="21227">
                  <c:v>6.0692506338028167</c:v>
                </c:pt>
                <c:pt idx="21228">
                  <c:v>6.0707859154929578</c:v>
                </c:pt>
                <c:pt idx="21229">
                  <c:v>6.0712711267605632</c:v>
                </c:pt>
                <c:pt idx="21230">
                  <c:v>6.0628569718309855</c:v>
                </c:pt>
                <c:pt idx="21231">
                  <c:v>6.0527703521126757</c:v>
                </c:pt>
                <c:pt idx="21232">
                  <c:v>6.048626971830986</c:v>
                </c:pt>
                <c:pt idx="21233">
                  <c:v>6.0503150704225348</c:v>
                </c:pt>
                <c:pt idx="21234">
                  <c:v>6.0573918309859156</c:v>
                </c:pt>
                <c:pt idx="21235">
                  <c:v>6.0577200704225351</c:v>
                </c:pt>
                <c:pt idx="21236">
                  <c:v>6.0551831690140849</c:v>
                </c:pt>
                <c:pt idx="21237">
                  <c:v>6.0601629577464786</c:v>
                </c:pt>
                <c:pt idx="21238">
                  <c:v>6.0642566901408452</c:v>
                </c:pt>
                <c:pt idx="21239">
                  <c:v>6.0603502112676058</c:v>
                </c:pt>
                <c:pt idx="21240">
                  <c:v>6.0564313380281689</c:v>
                </c:pt>
                <c:pt idx="21241">
                  <c:v>6.051304225352113</c:v>
                </c:pt>
                <c:pt idx="21242">
                  <c:v>6.0452937323943665</c:v>
                </c:pt>
                <c:pt idx="21243">
                  <c:v>6.0492769014084509</c:v>
                </c:pt>
                <c:pt idx="21244">
                  <c:v>6.055107394366197</c:v>
                </c:pt>
                <c:pt idx="21245">
                  <c:v>6.0597371830985916</c:v>
                </c:pt>
                <c:pt idx="21246">
                  <c:v>6.0606733098591548</c:v>
                </c:pt>
                <c:pt idx="21247">
                  <c:v>6.0595346478873235</c:v>
                </c:pt>
                <c:pt idx="21248">
                  <c:v>6.0614016197183096</c:v>
                </c:pt>
                <c:pt idx="21249">
                  <c:v>6.065497183098592</c:v>
                </c:pt>
                <c:pt idx="21250">
                  <c:v>6.0675190845070421</c:v>
                </c:pt>
                <c:pt idx="21251">
                  <c:v>6.0697004225352114</c:v>
                </c:pt>
                <c:pt idx="21252">
                  <c:v>6.0743281690140849</c:v>
                </c:pt>
                <c:pt idx="21253">
                  <c:v>6.0772676056338026</c:v>
                </c:pt>
                <c:pt idx="21254">
                  <c:v>6.0716577464788735</c:v>
                </c:pt>
                <c:pt idx="21255">
                  <c:v>6.0623825352112677</c:v>
                </c:pt>
                <c:pt idx="21256">
                  <c:v>6.0601002816901408</c:v>
                </c:pt>
                <c:pt idx="21257">
                  <c:v>6.0600453521126765</c:v>
                </c:pt>
                <c:pt idx="21258">
                  <c:v>6.0638145774647887</c:v>
                </c:pt>
                <c:pt idx="21259">
                  <c:v>6.0584052112676057</c:v>
                </c:pt>
                <c:pt idx="21260">
                  <c:v>6.056456197183099</c:v>
                </c:pt>
                <c:pt idx="21261">
                  <c:v>6.0563669014084507</c:v>
                </c:pt>
                <c:pt idx="21262">
                  <c:v>6.0602346478873237</c:v>
                </c:pt>
                <c:pt idx="21263">
                  <c:v>6.0640506338028173</c:v>
                </c:pt>
                <c:pt idx="21264">
                  <c:v>6.0656264788732397</c:v>
                </c:pt>
                <c:pt idx="21265">
                  <c:v>6.0618999999999996</c:v>
                </c:pt>
                <c:pt idx="21266">
                  <c:v>6.0531980985915492</c:v>
                </c:pt>
                <c:pt idx="21267">
                  <c:v>6.0480154929577461</c:v>
                </c:pt>
                <c:pt idx="21268">
                  <c:v>6.0408465492957744</c:v>
                </c:pt>
                <c:pt idx="21269">
                  <c:v>6.0367050704225349</c:v>
                </c:pt>
                <c:pt idx="21270">
                  <c:v>6.0419066197183096</c:v>
                </c:pt>
                <c:pt idx="21271">
                  <c:v>6.0535516901408455</c:v>
                </c:pt>
                <c:pt idx="21272">
                  <c:v>6.0538268309859156</c:v>
                </c:pt>
                <c:pt idx="21273">
                  <c:v>6.0494720422535213</c:v>
                </c:pt>
                <c:pt idx="21274">
                  <c:v>6.0494640140845073</c:v>
                </c:pt>
                <c:pt idx="21275">
                  <c:v>6.053686549295775</c:v>
                </c:pt>
                <c:pt idx="21276">
                  <c:v>6.0591228873239436</c:v>
                </c:pt>
                <c:pt idx="21277">
                  <c:v>6.0682984507042255</c:v>
                </c:pt>
                <c:pt idx="21278">
                  <c:v>6.0723309859154933</c:v>
                </c:pt>
                <c:pt idx="21279">
                  <c:v>6.0739845070422538</c:v>
                </c:pt>
                <c:pt idx="21280">
                  <c:v>6.0753147887323946</c:v>
                </c:pt>
                <c:pt idx="21281">
                  <c:v>6.068406056338028</c:v>
                </c:pt>
                <c:pt idx="21282">
                  <c:v>6.0582509859154934</c:v>
                </c:pt>
                <c:pt idx="21283">
                  <c:v>6.0508366197183099</c:v>
                </c:pt>
                <c:pt idx="21284">
                  <c:v>6.0541654225352115</c:v>
                </c:pt>
                <c:pt idx="21285">
                  <c:v>6.059735774647887</c:v>
                </c:pt>
                <c:pt idx="21286">
                  <c:v>6.0617151408450702</c:v>
                </c:pt>
                <c:pt idx="21287">
                  <c:v>6.0641978169014088</c:v>
                </c:pt>
                <c:pt idx="21288">
                  <c:v>6.06786661971831</c:v>
                </c:pt>
                <c:pt idx="21289">
                  <c:v>6.0665029577464793</c:v>
                </c:pt>
                <c:pt idx="21290">
                  <c:v>6.0604244366197184</c:v>
                </c:pt>
                <c:pt idx="21291">
                  <c:v>6.0493362676056339</c:v>
                </c:pt>
                <c:pt idx="21292">
                  <c:v>6.0499863380281687</c:v>
                </c:pt>
                <c:pt idx="21293">
                  <c:v>6.0563895774647891</c:v>
                </c:pt>
                <c:pt idx="21294">
                  <c:v>6.0599543661971831</c:v>
                </c:pt>
                <c:pt idx="21295">
                  <c:v>6.0607553521126762</c:v>
                </c:pt>
                <c:pt idx="21296">
                  <c:v>6.0623714788732395</c:v>
                </c:pt>
                <c:pt idx="21297">
                  <c:v>6.0659576760563381</c:v>
                </c:pt>
                <c:pt idx="21298">
                  <c:v>6.0627519014084505</c:v>
                </c:pt>
                <c:pt idx="21299">
                  <c:v>6.0617198591549295</c:v>
                </c:pt>
                <c:pt idx="21300">
                  <c:v>6.0638575352112678</c:v>
                </c:pt>
                <c:pt idx="21301">
                  <c:v>6.0640863380281687</c:v>
                </c:pt>
                <c:pt idx="21302">
                  <c:v>6.0612621126760562</c:v>
                </c:pt>
                <c:pt idx="21303">
                  <c:v>6.057594788732394</c:v>
                </c:pt>
                <c:pt idx="21304">
                  <c:v>6.0571864084507041</c:v>
                </c:pt>
                <c:pt idx="21305">
                  <c:v>6.0675646478873242</c:v>
                </c:pt>
                <c:pt idx="21306">
                  <c:v>6.0708028169014083</c:v>
                </c:pt>
                <c:pt idx="21307">
                  <c:v>6.0748556338028168</c:v>
                </c:pt>
                <c:pt idx="21308">
                  <c:v>6.0736570422535214</c:v>
                </c:pt>
                <c:pt idx="21309">
                  <c:v>6.0665305633802813</c:v>
                </c:pt>
                <c:pt idx="21310">
                  <c:v>6.0604627464788736</c:v>
                </c:pt>
                <c:pt idx="21311">
                  <c:v>6.0509636619718306</c:v>
                </c:pt>
                <c:pt idx="21312">
                  <c:v>6.0506261971830986</c:v>
                </c:pt>
                <c:pt idx="21313">
                  <c:v>6.0515301408450703</c:v>
                </c:pt>
                <c:pt idx="21314">
                  <c:v>6.0520169718309855</c:v>
                </c:pt>
                <c:pt idx="21315">
                  <c:v>6.0459165492957743</c:v>
                </c:pt>
                <c:pt idx="21316">
                  <c:v>6.040100774647887</c:v>
                </c:pt>
                <c:pt idx="21317">
                  <c:v>6.0404241549295774</c:v>
                </c:pt>
                <c:pt idx="21318">
                  <c:v>6.0466745774647883</c:v>
                </c:pt>
                <c:pt idx="21319">
                  <c:v>6.0523845070422535</c:v>
                </c:pt>
                <c:pt idx="21320">
                  <c:v>6.052181338028169</c:v>
                </c:pt>
                <c:pt idx="21321">
                  <c:v>6.0564136619718312</c:v>
                </c:pt>
                <c:pt idx="21322">
                  <c:v>6.0579127464788733</c:v>
                </c:pt>
                <c:pt idx="21323">
                  <c:v>6.0562834507042256</c:v>
                </c:pt>
                <c:pt idx="21324">
                  <c:v>6.0560303521126757</c:v>
                </c:pt>
                <c:pt idx="21325">
                  <c:v>6.0494210563380282</c:v>
                </c:pt>
                <c:pt idx="21326">
                  <c:v>6.0457890845070423</c:v>
                </c:pt>
                <c:pt idx="21327">
                  <c:v>6.055192323943662</c:v>
                </c:pt>
                <c:pt idx="21328">
                  <c:v>6.0605165492957749</c:v>
                </c:pt>
                <c:pt idx="21329">
                  <c:v>6.0602483802816902</c:v>
                </c:pt>
                <c:pt idx="21330">
                  <c:v>6.0571245774647888</c:v>
                </c:pt>
                <c:pt idx="21331">
                  <c:v>6.0563536619718308</c:v>
                </c:pt>
                <c:pt idx="21332">
                  <c:v>6.0553930985915496</c:v>
                </c:pt>
                <c:pt idx="21333">
                  <c:v>6.0566247183098589</c:v>
                </c:pt>
                <c:pt idx="21334">
                  <c:v>6.0524556338028166</c:v>
                </c:pt>
                <c:pt idx="21335">
                  <c:v>6.0454049295774652</c:v>
                </c:pt>
                <c:pt idx="21336">
                  <c:v>6.0474963380281688</c:v>
                </c:pt>
                <c:pt idx="21337">
                  <c:v>6.050596971830986</c:v>
                </c:pt>
                <c:pt idx="21338">
                  <c:v>6.0485294366197184</c:v>
                </c:pt>
                <c:pt idx="21339">
                  <c:v>6.0475305633802821</c:v>
                </c:pt>
                <c:pt idx="21340">
                  <c:v>6.0556410563380281</c:v>
                </c:pt>
                <c:pt idx="21341">
                  <c:v>6.064494436619718</c:v>
                </c:pt>
                <c:pt idx="21342">
                  <c:v>6.0661920422535207</c:v>
                </c:pt>
                <c:pt idx="21343">
                  <c:v>6.0675159859154926</c:v>
                </c:pt>
                <c:pt idx="21344">
                  <c:v>6.0690452112676052</c:v>
                </c:pt>
                <c:pt idx="21345">
                  <c:v>6.0714901408450705</c:v>
                </c:pt>
                <c:pt idx="21346">
                  <c:v>6.0734387323943659</c:v>
                </c:pt>
                <c:pt idx="21347">
                  <c:v>6.0736204225352113</c:v>
                </c:pt>
                <c:pt idx="21348">
                  <c:v>6.0700264788732392</c:v>
                </c:pt>
                <c:pt idx="21349">
                  <c:v>6.0620999295774647</c:v>
                </c:pt>
                <c:pt idx="21350">
                  <c:v>6.0583212676056339</c:v>
                </c:pt>
                <c:pt idx="21351">
                  <c:v>6.0582242957746475</c:v>
                </c:pt>
                <c:pt idx="21352">
                  <c:v>6.0616423943661975</c:v>
                </c:pt>
                <c:pt idx="21353">
                  <c:v>6.061924154929577</c:v>
                </c:pt>
                <c:pt idx="21354">
                  <c:v>6.0626356338028167</c:v>
                </c:pt>
                <c:pt idx="21355">
                  <c:v>6.0664283802816898</c:v>
                </c:pt>
                <c:pt idx="21356">
                  <c:v>6.0610264084507044</c:v>
                </c:pt>
                <c:pt idx="21357">
                  <c:v>6.0506435915492958</c:v>
                </c:pt>
                <c:pt idx="21358">
                  <c:v>6.0413753521126763</c:v>
                </c:pt>
                <c:pt idx="21359">
                  <c:v>6.0374566197183102</c:v>
                </c:pt>
                <c:pt idx="21360">
                  <c:v>6.0371157746478872</c:v>
                </c:pt>
                <c:pt idx="21361">
                  <c:v>6.0328230281690143</c:v>
                </c:pt>
                <c:pt idx="21362">
                  <c:v>6.0340487323943659</c:v>
                </c:pt>
                <c:pt idx="21363">
                  <c:v>6.041989225352113</c:v>
                </c:pt>
                <c:pt idx="21364">
                  <c:v>6.0444647887323946</c:v>
                </c:pt>
                <c:pt idx="21365">
                  <c:v>6.0397147887323941</c:v>
                </c:pt>
                <c:pt idx="21366">
                  <c:v>6.0342267605633806</c:v>
                </c:pt>
                <c:pt idx="21367">
                  <c:v>6.0309975352112675</c:v>
                </c:pt>
                <c:pt idx="21368">
                  <c:v>6.0341228873239441</c:v>
                </c:pt>
                <c:pt idx="21369">
                  <c:v>6.0396958450704226</c:v>
                </c:pt>
                <c:pt idx="21370">
                  <c:v>6.0450481690140849</c:v>
                </c:pt>
                <c:pt idx="21371">
                  <c:v>6.0538769014084508</c:v>
                </c:pt>
                <c:pt idx="21372">
                  <c:v>6.0610780985915493</c:v>
                </c:pt>
                <c:pt idx="21373">
                  <c:v>6.0599435211267609</c:v>
                </c:pt>
                <c:pt idx="21374">
                  <c:v>6.0550963380281688</c:v>
                </c:pt>
                <c:pt idx="21375">
                  <c:v>6.0612335915492954</c:v>
                </c:pt>
                <c:pt idx="21376">
                  <c:v>6.0693748591549292</c:v>
                </c:pt>
                <c:pt idx="21377">
                  <c:v>6.0689376056338027</c:v>
                </c:pt>
                <c:pt idx="21378">
                  <c:v>6.0631139436619721</c:v>
                </c:pt>
                <c:pt idx="21379">
                  <c:v>6.0555401408450704</c:v>
                </c:pt>
                <c:pt idx="21380">
                  <c:v>6.0524802112676053</c:v>
                </c:pt>
                <c:pt idx="21381">
                  <c:v>6.0497423943661968</c:v>
                </c:pt>
                <c:pt idx="21382">
                  <c:v>6.0530977464788736</c:v>
                </c:pt>
                <c:pt idx="21383">
                  <c:v>6.0559605633802818</c:v>
                </c:pt>
                <c:pt idx="21384">
                  <c:v>6.0607531690140846</c:v>
                </c:pt>
                <c:pt idx="21385">
                  <c:v>6.0642913380281689</c:v>
                </c:pt>
                <c:pt idx="21386">
                  <c:v>6.0647866901408447</c:v>
                </c:pt>
                <c:pt idx="21387">
                  <c:v>6.0606914084507046</c:v>
                </c:pt>
                <c:pt idx="21388">
                  <c:v>6.0600423943661976</c:v>
                </c:pt>
                <c:pt idx="21389">
                  <c:v>6.0696998591549294</c:v>
                </c:pt>
                <c:pt idx="21390">
                  <c:v>6.0780183098591554</c:v>
                </c:pt>
                <c:pt idx="21391">
                  <c:v>6.0823007042253519</c:v>
                </c:pt>
                <c:pt idx="21392">
                  <c:v>6.0793669014084504</c:v>
                </c:pt>
                <c:pt idx="21393">
                  <c:v>6.0731190140845071</c:v>
                </c:pt>
                <c:pt idx="21394">
                  <c:v>6.0744204225352112</c:v>
                </c:pt>
                <c:pt idx="21395">
                  <c:v>6.0729140845070422</c:v>
                </c:pt>
                <c:pt idx="21396">
                  <c:v>6.0649501408450703</c:v>
                </c:pt>
                <c:pt idx="21397">
                  <c:v>6.0561699295774645</c:v>
                </c:pt>
                <c:pt idx="21398">
                  <c:v>6.0477854225352115</c:v>
                </c:pt>
                <c:pt idx="21399">
                  <c:v>6.0406472535211266</c:v>
                </c:pt>
                <c:pt idx="21400">
                  <c:v>6.0428983098591553</c:v>
                </c:pt>
                <c:pt idx="21401">
                  <c:v>6.049150563380282</c:v>
                </c:pt>
                <c:pt idx="21402">
                  <c:v>6.0497707746478877</c:v>
                </c:pt>
                <c:pt idx="21403">
                  <c:v>6.0479974647887325</c:v>
                </c:pt>
                <c:pt idx="21404">
                  <c:v>6.0501588028169015</c:v>
                </c:pt>
                <c:pt idx="21405">
                  <c:v>6.0474350704225355</c:v>
                </c:pt>
                <c:pt idx="21406">
                  <c:v>6.0455259859154928</c:v>
                </c:pt>
                <c:pt idx="21407">
                  <c:v>6.050747042253521</c:v>
                </c:pt>
                <c:pt idx="21408">
                  <c:v>6.0557539436619718</c:v>
                </c:pt>
                <c:pt idx="21409">
                  <c:v>6.0588714788732396</c:v>
                </c:pt>
                <c:pt idx="21410">
                  <c:v>6.0675561971830989</c:v>
                </c:pt>
                <c:pt idx="21411">
                  <c:v>6.0724605633802815</c:v>
                </c:pt>
                <c:pt idx="21412">
                  <c:v>6.0691830985915489</c:v>
                </c:pt>
                <c:pt idx="21413">
                  <c:v>6.0595187323943662</c:v>
                </c:pt>
                <c:pt idx="21414">
                  <c:v>6.0459322535211264</c:v>
                </c:pt>
                <c:pt idx="21415">
                  <c:v>6.0371128873239437</c:v>
                </c:pt>
                <c:pt idx="21416">
                  <c:v>6.0354750704225353</c:v>
                </c:pt>
                <c:pt idx="21417">
                  <c:v>6.0398379577464789</c:v>
                </c:pt>
                <c:pt idx="21418">
                  <c:v>6.0508114084507039</c:v>
                </c:pt>
                <c:pt idx="21419">
                  <c:v>6.0576459154929578</c:v>
                </c:pt>
                <c:pt idx="21420">
                  <c:v>6.0572488732394367</c:v>
                </c:pt>
                <c:pt idx="21421">
                  <c:v>6.0589607746478871</c:v>
                </c:pt>
                <c:pt idx="21422">
                  <c:v>6.0560681690140843</c:v>
                </c:pt>
                <c:pt idx="21423">
                  <c:v>6.0484907746478873</c:v>
                </c:pt>
                <c:pt idx="21424">
                  <c:v>6.044036478873239</c:v>
                </c:pt>
                <c:pt idx="21425">
                  <c:v>6.0414385211267607</c:v>
                </c:pt>
                <c:pt idx="21426">
                  <c:v>6.0428852816901406</c:v>
                </c:pt>
                <c:pt idx="21427">
                  <c:v>6.048408028169014</c:v>
                </c:pt>
                <c:pt idx="21428">
                  <c:v>6.0484740140845075</c:v>
                </c:pt>
                <c:pt idx="21429">
                  <c:v>6.0497607746478872</c:v>
                </c:pt>
                <c:pt idx="21430">
                  <c:v>6.0533238028169016</c:v>
                </c:pt>
                <c:pt idx="21431">
                  <c:v>6.0540276056338032</c:v>
                </c:pt>
                <c:pt idx="21432">
                  <c:v>6.0591630281690136</c:v>
                </c:pt>
                <c:pt idx="21433">
                  <c:v>6.0641226056338029</c:v>
                </c:pt>
                <c:pt idx="21434">
                  <c:v>6.0623391549295773</c:v>
                </c:pt>
                <c:pt idx="21435">
                  <c:v>6.0553130281690137</c:v>
                </c:pt>
                <c:pt idx="21436">
                  <c:v>6.0522932394366196</c:v>
                </c:pt>
                <c:pt idx="21437">
                  <c:v>6.0653892253521127</c:v>
                </c:pt>
                <c:pt idx="21438">
                  <c:v>6.0750577464788735</c:v>
                </c:pt>
                <c:pt idx="21439">
                  <c:v>6.0715316901408451</c:v>
                </c:pt>
                <c:pt idx="21440">
                  <c:v>6.0714661971830983</c:v>
                </c:pt>
                <c:pt idx="21441">
                  <c:v>6.0742633802816899</c:v>
                </c:pt>
                <c:pt idx="21442">
                  <c:v>6.0687525352112672</c:v>
                </c:pt>
                <c:pt idx="21443">
                  <c:v>6.0590021830985918</c:v>
                </c:pt>
                <c:pt idx="21444">
                  <c:v>6.053364929577465</c:v>
                </c:pt>
                <c:pt idx="21445">
                  <c:v>6.0510896478873235</c:v>
                </c:pt>
                <c:pt idx="21446">
                  <c:v>6.0515101408450702</c:v>
                </c:pt>
                <c:pt idx="21447">
                  <c:v>6.0522750704225352</c:v>
                </c:pt>
                <c:pt idx="21448">
                  <c:v>6.0562505633802814</c:v>
                </c:pt>
                <c:pt idx="21449">
                  <c:v>6.0619245774647883</c:v>
                </c:pt>
                <c:pt idx="21450">
                  <c:v>6.0645429577464789</c:v>
                </c:pt>
                <c:pt idx="21451">
                  <c:v>6.0651797887323946</c:v>
                </c:pt>
                <c:pt idx="21452">
                  <c:v>6.0597013380281686</c:v>
                </c:pt>
                <c:pt idx="21453">
                  <c:v>6.0550449999999998</c:v>
                </c:pt>
                <c:pt idx="21454">
                  <c:v>6.0558821126760565</c:v>
                </c:pt>
                <c:pt idx="21455">
                  <c:v>6.0556985915492954</c:v>
                </c:pt>
                <c:pt idx="21456">
                  <c:v>6.054368028169014</c:v>
                </c:pt>
                <c:pt idx="21457">
                  <c:v>6.0486919014084508</c:v>
                </c:pt>
                <c:pt idx="21458">
                  <c:v>6.0472214084507039</c:v>
                </c:pt>
                <c:pt idx="21459">
                  <c:v>6.0544596478873238</c:v>
                </c:pt>
                <c:pt idx="21460">
                  <c:v>6.0673773239436617</c:v>
                </c:pt>
                <c:pt idx="21461">
                  <c:v>6.0681834507042254</c:v>
                </c:pt>
                <c:pt idx="21462">
                  <c:v>6.0597383098591546</c:v>
                </c:pt>
                <c:pt idx="21463">
                  <c:v>6.0656096478873236</c:v>
                </c:pt>
                <c:pt idx="21464">
                  <c:v>6.0680166197183096</c:v>
                </c:pt>
                <c:pt idx="21465">
                  <c:v>6.0629342253521123</c:v>
                </c:pt>
                <c:pt idx="21466">
                  <c:v>6.0603711971830982</c:v>
                </c:pt>
                <c:pt idx="21467">
                  <c:v>6.0643640140845072</c:v>
                </c:pt>
                <c:pt idx="21468">
                  <c:v>6.0630418309859158</c:v>
                </c:pt>
                <c:pt idx="21469">
                  <c:v>6.0646283098591551</c:v>
                </c:pt>
                <c:pt idx="21470">
                  <c:v>6.0648795774647883</c:v>
                </c:pt>
                <c:pt idx="21471">
                  <c:v>6.065079788732394</c:v>
                </c:pt>
                <c:pt idx="21472">
                  <c:v>6.0620768309859159</c:v>
                </c:pt>
                <c:pt idx="21473">
                  <c:v>6.0630135915492955</c:v>
                </c:pt>
                <c:pt idx="21474">
                  <c:v>6.0647999295774646</c:v>
                </c:pt>
                <c:pt idx="21475">
                  <c:v>6.0632923239436618</c:v>
                </c:pt>
                <c:pt idx="21476">
                  <c:v>6.0586821126760562</c:v>
                </c:pt>
                <c:pt idx="21477">
                  <c:v>6.0529652816901409</c:v>
                </c:pt>
                <c:pt idx="21478">
                  <c:v>6.0516990140845071</c:v>
                </c:pt>
                <c:pt idx="21479">
                  <c:v>6.0559483802816905</c:v>
                </c:pt>
                <c:pt idx="21480">
                  <c:v>6.049887464788732</c:v>
                </c:pt>
                <c:pt idx="21481">
                  <c:v>6.0433355633802819</c:v>
                </c:pt>
                <c:pt idx="21482">
                  <c:v>6.0519733098591546</c:v>
                </c:pt>
                <c:pt idx="21483">
                  <c:v>6.0642488732394364</c:v>
                </c:pt>
                <c:pt idx="21484">
                  <c:v>6.070197042253521</c:v>
                </c:pt>
                <c:pt idx="21485">
                  <c:v>6.0651511971830985</c:v>
                </c:pt>
                <c:pt idx="21486">
                  <c:v>6.0534569718309861</c:v>
                </c:pt>
                <c:pt idx="21487">
                  <c:v>6.0437638028169012</c:v>
                </c:pt>
                <c:pt idx="21488">
                  <c:v>6.0469511267605638</c:v>
                </c:pt>
                <c:pt idx="21489">
                  <c:v>6.058992112676056</c:v>
                </c:pt>
                <c:pt idx="21490">
                  <c:v>6.0681928873239439</c:v>
                </c:pt>
                <c:pt idx="21491">
                  <c:v>6.0695916901408449</c:v>
                </c:pt>
                <c:pt idx="21492">
                  <c:v>6.0652950704225352</c:v>
                </c:pt>
                <c:pt idx="21493">
                  <c:v>6.0543369718309856</c:v>
                </c:pt>
                <c:pt idx="21494">
                  <c:v>6.051276971830986</c:v>
                </c:pt>
                <c:pt idx="21495">
                  <c:v>6.0509350704225353</c:v>
                </c:pt>
                <c:pt idx="21496">
                  <c:v>6.0563935915492957</c:v>
                </c:pt>
                <c:pt idx="21497">
                  <c:v>6.0581463380281688</c:v>
                </c:pt>
                <c:pt idx="21498">
                  <c:v>6.0614668309859159</c:v>
                </c:pt>
                <c:pt idx="21499">
                  <c:v>6.0694791549295779</c:v>
                </c:pt>
                <c:pt idx="21500">
                  <c:v>6.073466197183099</c:v>
                </c:pt>
                <c:pt idx="21501">
                  <c:v>6.0706161971830985</c:v>
                </c:pt>
                <c:pt idx="21502">
                  <c:v>6.0580807042253522</c:v>
                </c:pt>
                <c:pt idx="21503">
                  <c:v>6.0512126760563376</c:v>
                </c:pt>
                <c:pt idx="21504">
                  <c:v>6.0510840140845072</c:v>
                </c:pt>
                <c:pt idx="21505">
                  <c:v>6.050847464788732</c:v>
                </c:pt>
                <c:pt idx="21506">
                  <c:v>6.0556814084507042</c:v>
                </c:pt>
                <c:pt idx="21507">
                  <c:v>6.0593842253521126</c:v>
                </c:pt>
                <c:pt idx="21508">
                  <c:v>6.0558247887323944</c:v>
                </c:pt>
                <c:pt idx="21509">
                  <c:v>6.0501123239436616</c:v>
                </c:pt>
                <c:pt idx="21510">
                  <c:v>6.0504741549295771</c:v>
                </c:pt>
                <c:pt idx="21511">
                  <c:v>6.0568961971830984</c:v>
                </c:pt>
                <c:pt idx="21512">
                  <c:v>6.0604811971830985</c:v>
                </c:pt>
                <c:pt idx="21513">
                  <c:v>6.0575323239436623</c:v>
                </c:pt>
                <c:pt idx="21514">
                  <c:v>6.0515875352112678</c:v>
                </c:pt>
                <c:pt idx="21515">
                  <c:v>6.0491596478873237</c:v>
                </c:pt>
                <c:pt idx="21516">
                  <c:v>6.0458907746478872</c:v>
                </c:pt>
                <c:pt idx="21517">
                  <c:v>6.0543135915492954</c:v>
                </c:pt>
                <c:pt idx="21518">
                  <c:v>6.0622766197183102</c:v>
                </c:pt>
                <c:pt idx="21519">
                  <c:v>6.0577447887323945</c:v>
                </c:pt>
                <c:pt idx="21520">
                  <c:v>6.0561032394366201</c:v>
                </c:pt>
                <c:pt idx="21521">
                  <c:v>6.0573228873239433</c:v>
                </c:pt>
                <c:pt idx="21522">
                  <c:v>6.0521101408450706</c:v>
                </c:pt>
                <c:pt idx="21523">
                  <c:v>6.0485688028169013</c:v>
                </c:pt>
                <c:pt idx="21524">
                  <c:v>6.0485402816901406</c:v>
                </c:pt>
                <c:pt idx="21525">
                  <c:v>6.0484530985915494</c:v>
                </c:pt>
                <c:pt idx="21526">
                  <c:v>6.0399049295774647</c:v>
                </c:pt>
                <c:pt idx="21527">
                  <c:v>6.0378730281690141</c:v>
                </c:pt>
                <c:pt idx="21528">
                  <c:v>6.0415842957746477</c:v>
                </c:pt>
                <c:pt idx="21529">
                  <c:v>6.0530365492957747</c:v>
                </c:pt>
                <c:pt idx="21530">
                  <c:v>6.0615583802816904</c:v>
                </c:pt>
                <c:pt idx="21531">
                  <c:v>6.0586272535211272</c:v>
                </c:pt>
                <c:pt idx="21532">
                  <c:v>6.0560038732394368</c:v>
                </c:pt>
                <c:pt idx="21533">
                  <c:v>6.0554287323943665</c:v>
                </c:pt>
                <c:pt idx="21534">
                  <c:v>6.0575469718309858</c:v>
                </c:pt>
                <c:pt idx="21535">
                  <c:v>6.0557236619718307</c:v>
                </c:pt>
                <c:pt idx="21536">
                  <c:v>6.0527960563380283</c:v>
                </c:pt>
                <c:pt idx="21537">
                  <c:v>6.0502520422535211</c:v>
                </c:pt>
                <c:pt idx="21538">
                  <c:v>6.0491114788732396</c:v>
                </c:pt>
                <c:pt idx="21539">
                  <c:v>6.0441733802816904</c:v>
                </c:pt>
                <c:pt idx="21540">
                  <c:v>6.0425210563380283</c:v>
                </c:pt>
                <c:pt idx="21541">
                  <c:v>6.0439934507042254</c:v>
                </c:pt>
                <c:pt idx="21542">
                  <c:v>6.0487159859154929</c:v>
                </c:pt>
                <c:pt idx="21543">
                  <c:v>6.0520918309859155</c:v>
                </c:pt>
                <c:pt idx="21544">
                  <c:v>6.0570757746478874</c:v>
                </c:pt>
                <c:pt idx="21545">
                  <c:v>6.0616498591549295</c:v>
                </c:pt>
                <c:pt idx="21546">
                  <c:v>6.0659458450704227</c:v>
                </c:pt>
                <c:pt idx="21547">
                  <c:v>6.0630251408450704</c:v>
                </c:pt>
                <c:pt idx="21548">
                  <c:v>6.0519998591549298</c:v>
                </c:pt>
                <c:pt idx="21549">
                  <c:v>6.0453170422535214</c:v>
                </c:pt>
                <c:pt idx="21550">
                  <c:v>6.0463810563380278</c:v>
                </c:pt>
                <c:pt idx="21551">
                  <c:v>6.0471190140845072</c:v>
                </c:pt>
                <c:pt idx="21552">
                  <c:v>6.0448159154929577</c:v>
                </c:pt>
                <c:pt idx="21553">
                  <c:v>6.0428524647887327</c:v>
                </c:pt>
                <c:pt idx="21554">
                  <c:v>6.0452259154929582</c:v>
                </c:pt>
                <c:pt idx="21555">
                  <c:v>6.0525068309859158</c:v>
                </c:pt>
                <c:pt idx="21556">
                  <c:v>6.0546992253521124</c:v>
                </c:pt>
                <c:pt idx="21557">
                  <c:v>6.0519876760563385</c:v>
                </c:pt>
                <c:pt idx="21558">
                  <c:v>6.0500306338028169</c:v>
                </c:pt>
                <c:pt idx="21559">
                  <c:v>6.0460709154929582</c:v>
                </c:pt>
                <c:pt idx="21560">
                  <c:v>6.0485499295774652</c:v>
                </c:pt>
                <c:pt idx="21561">
                  <c:v>6.0535841549295775</c:v>
                </c:pt>
                <c:pt idx="21562">
                  <c:v>6.0528276760563378</c:v>
                </c:pt>
                <c:pt idx="21563">
                  <c:v>6.0505837323943661</c:v>
                </c:pt>
                <c:pt idx="21564">
                  <c:v>6.0488564084507042</c:v>
                </c:pt>
                <c:pt idx="21565">
                  <c:v>6.0443661267605631</c:v>
                </c:pt>
                <c:pt idx="21566">
                  <c:v>6.0460835211267607</c:v>
                </c:pt>
                <c:pt idx="21567">
                  <c:v>6.0514738732394369</c:v>
                </c:pt>
                <c:pt idx="21568">
                  <c:v>6.0546871830985918</c:v>
                </c:pt>
                <c:pt idx="21569">
                  <c:v>6.0605030985915489</c:v>
                </c:pt>
                <c:pt idx="21570">
                  <c:v>6.0608058450704227</c:v>
                </c:pt>
                <c:pt idx="21571">
                  <c:v>6.0586350704225351</c:v>
                </c:pt>
                <c:pt idx="21572">
                  <c:v>6.0566656338028171</c:v>
                </c:pt>
                <c:pt idx="21573">
                  <c:v>6.0580957042253525</c:v>
                </c:pt>
                <c:pt idx="21574">
                  <c:v>6.0565007042253525</c:v>
                </c:pt>
                <c:pt idx="21575">
                  <c:v>6.0492800000000004</c:v>
                </c:pt>
                <c:pt idx="21576">
                  <c:v>6.0488772535211268</c:v>
                </c:pt>
                <c:pt idx="21577">
                  <c:v>6.0522605633802815</c:v>
                </c:pt>
                <c:pt idx="21578">
                  <c:v>6.0536489436619716</c:v>
                </c:pt>
                <c:pt idx="21579">
                  <c:v>6.053593028169014</c:v>
                </c:pt>
                <c:pt idx="21580">
                  <c:v>6.0498788732394368</c:v>
                </c:pt>
                <c:pt idx="21581">
                  <c:v>6.047136126760563</c:v>
                </c:pt>
                <c:pt idx="21582">
                  <c:v>6.0456488732394362</c:v>
                </c:pt>
                <c:pt idx="21583">
                  <c:v>6.0512859154929579</c:v>
                </c:pt>
                <c:pt idx="21584">
                  <c:v>6.0540445774647891</c:v>
                </c:pt>
                <c:pt idx="21585">
                  <c:v>6.0533684507042249</c:v>
                </c:pt>
                <c:pt idx="21586">
                  <c:v>6.0566726760563379</c:v>
                </c:pt>
                <c:pt idx="21587">
                  <c:v>6.0602154929577461</c:v>
                </c:pt>
                <c:pt idx="21588">
                  <c:v>6.0592893661971834</c:v>
                </c:pt>
                <c:pt idx="21589">
                  <c:v>6.0513700000000004</c:v>
                </c:pt>
                <c:pt idx="21590">
                  <c:v>6.0429187323943658</c:v>
                </c:pt>
                <c:pt idx="21591">
                  <c:v>6.0390227464788735</c:v>
                </c:pt>
                <c:pt idx="21592">
                  <c:v>6.041728450704225</c:v>
                </c:pt>
                <c:pt idx="21593">
                  <c:v>6.0477398591549294</c:v>
                </c:pt>
                <c:pt idx="21594">
                  <c:v>6.049350281690141</c:v>
                </c:pt>
                <c:pt idx="21595">
                  <c:v>6.0465471126760564</c:v>
                </c:pt>
                <c:pt idx="21596">
                  <c:v>6.0477347887323942</c:v>
                </c:pt>
                <c:pt idx="21597">
                  <c:v>6.0488170422535212</c:v>
                </c:pt>
                <c:pt idx="21598">
                  <c:v>6.0465645070422536</c:v>
                </c:pt>
                <c:pt idx="21599">
                  <c:v>6.0482757746478875</c:v>
                </c:pt>
                <c:pt idx="21600">
                  <c:v>6.0582391549295771</c:v>
                </c:pt>
                <c:pt idx="21601">
                  <c:v>6.063894718309859</c:v>
                </c:pt>
                <c:pt idx="21602">
                  <c:v>6.0680157042253517</c:v>
                </c:pt>
                <c:pt idx="21603">
                  <c:v>6.0723669014084507</c:v>
                </c:pt>
                <c:pt idx="21604">
                  <c:v>6.0712345070422531</c:v>
                </c:pt>
                <c:pt idx="21605">
                  <c:v>6.0702154929577468</c:v>
                </c:pt>
                <c:pt idx="21606">
                  <c:v>6.0661900704225351</c:v>
                </c:pt>
                <c:pt idx="21607">
                  <c:v>6.0639261971830987</c:v>
                </c:pt>
                <c:pt idx="21608">
                  <c:v>6.0614790140845072</c:v>
                </c:pt>
                <c:pt idx="21609">
                  <c:v>6.0570162676056336</c:v>
                </c:pt>
                <c:pt idx="21610">
                  <c:v>6.0549187323943663</c:v>
                </c:pt>
                <c:pt idx="21611">
                  <c:v>6.0581050704225357</c:v>
                </c:pt>
                <c:pt idx="21612">
                  <c:v>6.0627609859154932</c:v>
                </c:pt>
                <c:pt idx="21613">
                  <c:v>6.0595650000000001</c:v>
                </c:pt>
                <c:pt idx="21614">
                  <c:v>6.0604159154929578</c:v>
                </c:pt>
                <c:pt idx="21615">
                  <c:v>6.0582471126760566</c:v>
                </c:pt>
                <c:pt idx="21616">
                  <c:v>6.0503214788732391</c:v>
                </c:pt>
                <c:pt idx="21617">
                  <c:v>6.0496195774647887</c:v>
                </c:pt>
                <c:pt idx="21618">
                  <c:v>6.0501412676056336</c:v>
                </c:pt>
                <c:pt idx="21619">
                  <c:v>6.0533475352112678</c:v>
                </c:pt>
                <c:pt idx="21620">
                  <c:v>6.0570702816901409</c:v>
                </c:pt>
                <c:pt idx="21621">
                  <c:v>6.0615833098591549</c:v>
                </c:pt>
                <c:pt idx="21622">
                  <c:v>6.0573613380281692</c:v>
                </c:pt>
                <c:pt idx="21623">
                  <c:v>6.0532636619718314</c:v>
                </c:pt>
                <c:pt idx="21624">
                  <c:v>6.0597012676056341</c:v>
                </c:pt>
                <c:pt idx="21625">
                  <c:v>6.0627745070422536</c:v>
                </c:pt>
                <c:pt idx="21626">
                  <c:v>6.0560269014084511</c:v>
                </c:pt>
                <c:pt idx="21627">
                  <c:v>6.0512990140845071</c:v>
                </c:pt>
                <c:pt idx="21628">
                  <c:v>6.0534548591549298</c:v>
                </c:pt>
                <c:pt idx="21629">
                  <c:v>6.0552781690140849</c:v>
                </c:pt>
                <c:pt idx="21630">
                  <c:v>6.0573738028169011</c:v>
                </c:pt>
                <c:pt idx="21631">
                  <c:v>6.0628133802816899</c:v>
                </c:pt>
                <c:pt idx="21632">
                  <c:v>6.0637586619718311</c:v>
                </c:pt>
                <c:pt idx="21633">
                  <c:v>6.0603989436619718</c:v>
                </c:pt>
                <c:pt idx="21634">
                  <c:v>6.0585941549295779</c:v>
                </c:pt>
                <c:pt idx="21635">
                  <c:v>6.0540936619718311</c:v>
                </c:pt>
                <c:pt idx="21636">
                  <c:v>6.0589156338028172</c:v>
                </c:pt>
                <c:pt idx="21637">
                  <c:v>6.0652414084507038</c:v>
                </c:pt>
                <c:pt idx="21638">
                  <c:v>6.0683111971830987</c:v>
                </c:pt>
                <c:pt idx="21639">
                  <c:v>6.0714295774647891</c:v>
                </c:pt>
                <c:pt idx="21640">
                  <c:v>6.0648833098591552</c:v>
                </c:pt>
                <c:pt idx="21641">
                  <c:v>6.058563943661972</c:v>
                </c:pt>
                <c:pt idx="21642">
                  <c:v>6.0589644366197186</c:v>
                </c:pt>
                <c:pt idx="21643">
                  <c:v>6.0599764084507042</c:v>
                </c:pt>
                <c:pt idx="21644">
                  <c:v>6.0570373239436623</c:v>
                </c:pt>
                <c:pt idx="21645">
                  <c:v>6.0509532394366197</c:v>
                </c:pt>
                <c:pt idx="21646">
                  <c:v>6.0497081690140844</c:v>
                </c:pt>
                <c:pt idx="21647">
                  <c:v>6.0558625352112676</c:v>
                </c:pt>
                <c:pt idx="21648">
                  <c:v>6.060223521126761</c:v>
                </c:pt>
                <c:pt idx="21649">
                  <c:v>6.0582411971830989</c:v>
                </c:pt>
                <c:pt idx="21650">
                  <c:v>6.0546728169014088</c:v>
                </c:pt>
                <c:pt idx="21651">
                  <c:v>6.0609133802816899</c:v>
                </c:pt>
                <c:pt idx="21652">
                  <c:v>6.0653888732394368</c:v>
                </c:pt>
                <c:pt idx="21653">
                  <c:v>6.0711838028169014</c:v>
                </c:pt>
                <c:pt idx="21654">
                  <c:v>6.0742845070422531</c:v>
                </c:pt>
                <c:pt idx="21655">
                  <c:v>6.0722070422535213</c:v>
                </c:pt>
                <c:pt idx="21656">
                  <c:v>6.0697909154929581</c:v>
                </c:pt>
                <c:pt idx="21657">
                  <c:v>6.0661389436619721</c:v>
                </c:pt>
                <c:pt idx="21658">
                  <c:v>6.0605706338028167</c:v>
                </c:pt>
                <c:pt idx="21659">
                  <c:v>6.0567538028169015</c:v>
                </c:pt>
                <c:pt idx="21660">
                  <c:v>6.0586676760563378</c:v>
                </c:pt>
                <c:pt idx="21661">
                  <c:v>6.0627591549295774</c:v>
                </c:pt>
                <c:pt idx="21662">
                  <c:v>6.0652726056338029</c:v>
                </c:pt>
                <c:pt idx="21663">
                  <c:v>6.0651714788732392</c:v>
                </c:pt>
                <c:pt idx="21664">
                  <c:v>6.0676056338028168</c:v>
                </c:pt>
                <c:pt idx="21665">
                  <c:v>6.0636418309859152</c:v>
                </c:pt>
                <c:pt idx="21666">
                  <c:v>6.0644376056338025</c:v>
                </c:pt>
                <c:pt idx="21667">
                  <c:v>6.0687083802816906</c:v>
                </c:pt>
                <c:pt idx="21668">
                  <c:v>6.0715161971830982</c:v>
                </c:pt>
                <c:pt idx="21669">
                  <c:v>6.074405633802817</c:v>
                </c:pt>
                <c:pt idx="21670">
                  <c:v>6.0761021126760566</c:v>
                </c:pt>
                <c:pt idx="21671">
                  <c:v>6.0726225352112673</c:v>
                </c:pt>
                <c:pt idx="21672">
                  <c:v>6.0698303521126764</c:v>
                </c:pt>
                <c:pt idx="21673">
                  <c:v>6.0727633802816898</c:v>
                </c:pt>
                <c:pt idx="21674">
                  <c:v>6.0735781690140849</c:v>
                </c:pt>
                <c:pt idx="21675">
                  <c:v>6.0652943661971834</c:v>
                </c:pt>
                <c:pt idx="21676">
                  <c:v>6.0582621830985914</c:v>
                </c:pt>
                <c:pt idx="21677">
                  <c:v>6.0573660563380285</c:v>
                </c:pt>
                <c:pt idx="21678">
                  <c:v>6.0544909154929574</c:v>
                </c:pt>
                <c:pt idx="21679">
                  <c:v>6.0499285915492962</c:v>
                </c:pt>
                <c:pt idx="21680">
                  <c:v>6.053273661971831</c:v>
                </c:pt>
                <c:pt idx="21681">
                  <c:v>6.0576863380281694</c:v>
                </c:pt>
                <c:pt idx="21682">
                  <c:v>6.0560310563380284</c:v>
                </c:pt>
                <c:pt idx="21683">
                  <c:v>6.0508411267605631</c:v>
                </c:pt>
                <c:pt idx="21684">
                  <c:v>6.0447676760563382</c:v>
                </c:pt>
                <c:pt idx="21685">
                  <c:v>6.0448444366197185</c:v>
                </c:pt>
                <c:pt idx="21686">
                  <c:v>6.0483028169014084</c:v>
                </c:pt>
                <c:pt idx="21687">
                  <c:v>6.0506871830985913</c:v>
                </c:pt>
                <c:pt idx="21688">
                  <c:v>6.053218028169014</c:v>
                </c:pt>
                <c:pt idx="21689">
                  <c:v>6.0514330985915494</c:v>
                </c:pt>
                <c:pt idx="21690">
                  <c:v>6.055960985915493</c:v>
                </c:pt>
                <c:pt idx="21691">
                  <c:v>6.058623661971831</c:v>
                </c:pt>
                <c:pt idx="21692">
                  <c:v>6.0551129577464788</c:v>
                </c:pt>
                <c:pt idx="21693">
                  <c:v>6.0521930985915491</c:v>
                </c:pt>
                <c:pt idx="21694">
                  <c:v>6.0499854929577461</c:v>
                </c:pt>
                <c:pt idx="21695">
                  <c:v>6.047674084507042</c:v>
                </c:pt>
                <c:pt idx="21696">
                  <c:v>6.0511397183098588</c:v>
                </c:pt>
                <c:pt idx="21697">
                  <c:v>6.0560663380281694</c:v>
                </c:pt>
                <c:pt idx="21698">
                  <c:v>6.0542476760563382</c:v>
                </c:pt>
                <c:pt idx="21699">
                  <c:v>6.0474789436619716</c:v>
                </c:pt>
                <c:pt idx="21700">
                  <c:v>6.0327194366197183</c:v>
                </c:pt>
                <c:pt idx="21701">
                  <c:v>6.0277542253521128</c:v>
                </c:pt>
                <c:pt idx="21702">
                  <c:v>6.031515985915493</c:v>
                </c:pt>
                <c:pt idx="21703">
                  <c:v>6.034164295774648</c:v>
                </c:pt>
                <c:pt idx="21704">
                  <c:v>6.0358166197183101</c:v>
                </c:pt>
                <c:pt idx="21705">
                  <c:v>6.0371690140845073</c:v>
                </c:pt>
                <c:pt idx="21706">
                  <c:v>6.0434076760563382</c:v>
                </c:pt>
                <c:pt idx="21707">
                  <c:v>6.0498561267605631</c:v>
                </c:pt>
                <c:pt idx="21708">
                  <c:v>6.0627271830985912</c:v>
                </c:pt>
                <c:pt idx="21709">
                  <c:v>6.0698990845070426</c:v>
                </c:pt>
                <c:pt idx="21710">
                  <c:v>6.0672785211267604</c:v>
                </c:pt>
                <c:pt idx="21711">
                  <c:v>6.0648133098591552</c:v>
                </c:pt>
                <c:pt idx="21712">
                  <c:v>6.0709894366197181</c:v>
                </c:pt>
                <c:pt idx="21713">
                  <c:v>6.0768936619718312</c:v>
                </c:pt>
                <c:pt idx="21714">
                  <c:v>6.0731521126760564</c:v>
                </c:pt>
                <c:pt idx="21715">
                  <c:v>6.06836985915493</c:v>
                </c:pt>
                <c:pt idx="21716">
                  <c:v>6.0656200704225354</c:v>
                </c:pt>
                <c:pt idx="21717">
                  <c:v>6.0625267605633804</c:v>
                </c:pt>
                <c:pt idx="21718">
                  <c:v>6.0601252112676054</c:v>
                </c:pt>
                <c:pt idx="21719">
                  <c:v>6.0578852816901412</c:v>
                </c:pt>
                <c:pt idx="21720">
                  <c:v>6.0571102816901412</c:v>
                </c:pt>
                <c:pt idx="21721">
                  <c:v>6.0592924647887321</c:v>
                </c:pt>
                <c:pt idx="21722">
                  <c:v>6.0634774647887326</c:v>
                </c:pt>
                <c:pt idx="21723">
                  <c:v>6.0686569718309862</c:v>
                </c:pt>
                <c:pt idx="21724">
                  <c:v>6.0726035211267604</c:v>
                </c:pt>
                <c:pt idx="21725">
                  <c:v>6.0669138732394368</c:v>
                </c:pt>
                <c:pt idx="21726">
                  <c:v>6.0643851408450704</c:v>
                </c:pt>
                <c:pt idx="21727">
                  <c:v>6.063641408450704</c:v>
                </c:pt>
                <c:pt idx="21728">
                  <c:v>6.0612308450704226</c:v>
                </c:pt>
                <c:pt idx="21729">
                  <c:v>6.0572764084507043</c:v>
                </c:pt>
                <c:pt idx="21730">
                  <c:v>6.0561235211267608</c:v>
                </c:pt>
                <c:pt idx="21731">
                  <c:v>6.0586149295774652</c:v>
                </c:pt>
                <c:pt idx="21732">
                  <c:v>6.0607864788732391</c:v>
                </c:pt>
                <c:pt idx="21733">
                  <c:v>6.0606876760563377</c:v>
                </c:pt>
                <c:pt idx="21734">
                  <c:v>6.0655545774647885</c:v>
                </c:pt>
                <c:pt idx="21735">
                  <c:v>6.0676071830985912</c:v>
                </c:pt>
                <c:pt idx="21736">
                  <c:v>6.062336478873239</c:v>
                </c:pt>
                <c:pt idx="21737">
                  <c:v>6.0584780985915492</c:v>
                </c:pt>
                <c:pt idx="21738">
                  <c:v>6.0584400704225354</c:v>
                </c:pt>
                <c:pt idx="21739">
                  <c:v>6.058522676056338</c:v>
                </c:pt>
                <c:pt idx="21740">
                  <c:v>6.0574628873239433</c:v>
                </c:pt>
                <c:pt idx="21741">
                  <c:v>6.0571988028169015</c:v>
                </c:pt>
                <c:pt idx="21742">
                  <c:v>6.0587769014084509</c:v>
                </c:pt>
                <c:pt idx="21743">
                  <c:v>6.0626422535211271</c:v>
                </c:pt>
                <c:pt idx="21744">
                  <c:v>6.0657607746478872</c:v>
                </c:pt>
                <c:pt idx="21745">
                  <c:v>6.0643085915492954</c:v>
                </c:pt>
                <c:pt idx="21746">
                  <c:v>6.0676878169014081</c:v>
                </c:pt>
                <c:pt idx="21747">
                  <c:v>6.0669230985915492</c:v>
                </c:pt>
                <c:pt idx="21748">
                  <c:v>6.0651311971830983</c:v>
                </c:pt>
                <c:pt idx="21749">
                  <c:v>6.0611723943661975</c:v>
                </c:pt>
                <c:pt idx="21750">
                  <c:v>6.0606723943661969</c:v>
                </c:pt>
                <c:pt idx="21751">
                  <c:v>6.0611949295774652</c:v>
                </c:pt>
                <c:pt idx="21752">
                  <c:v>6.0616319014084503</c:v>
                </c:pt>
                <c:pt idx="21753">
                  <c:v>6.0637077464788733</c:v>
                </c:pt>
                <c:pt idx="21754">
                  <c:v>6.0629102112676057</c:v>
                </c:pt>
                <c:pt idx="21755">
                  <c:v>6.0662383802816899</c:v>
                </c:pt>
                <c:pt idx="21756">
                  <c:v>6.0703416901408449</c:v>
                </c:pt>
                <c:pt idx="21757">
                  <c:v>6.060905</c:v>
                </c:pt>
                <c:pt idx="21758">
                  <c:v>6.0536285211267602</c:v>
                </c:pt>
                <c:pt idx="21759">
                  <c:v>6.0562195070422531</c:v>
                </c:pt>
                <c:pt idx="21760">
                  <c:v>6.0563549999999999</c:v>
                </c:pt>
                <c:pt idx="21761">
                  <c:v>6.0556169014084507</c:v>
                </c:pt>
                <c:pt idx="21762">
                  <c:v>6.0532230985915492</c:v>
                </c:pt>
                <c:pt idx="21763">
                  <c:v>6.0496690140845066</c:v>
                </c:pt>
                <c:pt idx="21764">
                  <c:v>6.0501128169014082</c:v>
                </c:pt>
                <c:pt idx="21765">
                  <c:v>6.0549331690140846</c:v>
                </c:pt>
                <c:pt idx="21766">
                  <c:v>6.0573314084507039</c:v>
                </c:pt>
                <c:pt idx="21767">
                  <c:v>6.063687535211268</c:v>
                </c:pt>
                <c:pt idx="21768">
                  <c:v>6.0664388028169016</c:v>
                </c:pt>
                <c:pt idx="21769">
                  <c:v>6.0670680281690137</c:v>
                </c:pt>
                <c:pt idx="21770">
                  <c:v>6.0697245774647888</c:v>
                </c:pt>
                <c:pt idx="21771">
                  <c:v>6.06865823943662</c:v>
                </c:pt>
                <c:pt idx="21772">
                  <c:v>6.0616872535211268</c:v>
                </c:pt>
                <c:pt idx="21773">
                  <c:v>6.0577393661971835</c:v>
                </c:pt>
                <c:pt idx="21774">
                  <c:v>6.0556790845070418</c:v>
                </c:pt>
                <c:pt idx="21775">
                  <c:v>6.0555188028169011</c:v>
                </c:pt>
                <c:pt idx="21776">
                  <c:v>6.0547678169014088</c:v>
                </c:pt>
                <c:pt idx="21777">
                  <c:v>6.0591695070422533</c:v>
                </c:pt>
                <c:pt idx="21778">
                  <c:v>6.0594634507042251</c:v>
                </c:pt>
                <c:pt idx="21779">
                  <c:v>6.0532971830985911</c:v>
                </c:pt>
                <c:pt idx="21780">
                  <c:v>6.0465950704225353</c:v>
                </c:pt>
                <c:pt idx="21781">
                  <c:v>6.0501198591549299</c:v>
                </c:pt>
                <c:pt idx="21782">
                  <c:v>6.0522388732394363</c:v>
                </c:pt>
                <c:pt idx="21783">
                  <c:v>6.0509988028169017</c:v>
                </c:pt>
                <c:pt idx="21784">
                  <c:v>6.0532356338028173</c:v>
                </c:pt>
                <c:pt idx="21785">
                  <c:v>6.0477134507042249</c:v>
                </c:pt>
                <c:pt idx="21786">
                  <c:v>6.0466935915492961</c:v>
                </c:pt>
                <c:pt idx="21787">
                  <c:v>6.0566014788732394</c:v>
                </c:pt>
                <c:pt idx="21788">
                  <c:v>6.0639252816901408</c:v>
                </c:pt>
                <c:pt idx="21789">
                  <c:v>6.0688514084507039</c:v>
                </c:pt>
                <c:pt idx="21790">
                  <c:v>6.0666455633802814</c:v>
                </c:pt>
                <c:pt idx="21791">
                  <c:v>6.062072183098592</c:v>
                </c:pt>
                <c:pt idx="21792">
                  <c:v>6.0575707746478873</c:v>
                </c:pt>
                <c:pt idx="21793">
                  <c:v>6.058846549295775</c:v>
                </c:pt>
                <c:pt idx="21794">
                  <c:v>6.0652365492957747</c:v>
                </c:pt>
                <c:pt idx="21795">
                  <c:v>6.064550070422535</c:v>
                </c:pt>
                <c:pt idx="21796">
                  <c:v>6.0630940140845073</c:v>
                </c:pt>
                <c:pt idx="21797">
                  <c:v>6.0588035211267606</c:v>
                </c:pt>
                <c:pt idx="21798">
                  <c:v>6.0486635211267608</c:v>
                </c:pt>
                <c:pt idx="21799">
                  <c:v>6.0471498591549295</c:v>
                </c:pt>
                <c:pt idx="21800">
                  <c:v>6.0530156338028167</c:v>
                </c:pt>
                <c:pt idx="21801">
                  <c:v>6.0588875352112677</c:v>
                </c:pt>
                <c:pt idx="21802">
                  <c:v>6.0642423943661976</c:v>
                </c:pt>
                <c:pt idx="21803">
                  <c:v>6.0609340140845074</c:v>
                </c:pt>
                <c:pt idx="21804">
                  <c:v>6.0607034507042252</c:v>
                </c:pt>
                <c:pt idx="21805">
                  <c:v>6.0618976760563381</c:v>
                </c:pt>
                <c:pt idx="21806">
                  <c:v>6.0667771126760561</c:v>
                </c:pt>
                <c:pt idx="21807">
                  <c:v>6.0712330985915495</c:v>
                </c:pt>
                <c:pt idx="21808">
                  <c:v>6.0668188732394368</c:v>
                </c:pt>
                <c:pt idx="21809">
                  <c:v>6.0608178169014089</c:v>
                </c:pt>
                <c:pt idx="21810">
                  <c:v>6.0610629577464792</c:v>
                </c:pt>
                <c:pt idx="21811">
                  <c:v>6.0628424647887327</c:v>
                </c:pt>
                <c:pt idx="21812">
                  <c:v>6.0598428873239438</c:v>
                </c:pt>
                <c:pt idx="21813">
                  <c:v>6.0595478873239434</c:v>
                </c:pt>
                <c:pt idx="21814">
                  <c:v>6.0621612676056342</c:v>
                </c:pt>
                <c:pt idx="21815">
                  <c:v>6.0638354225352114</c:v>
                </c:pt>
                <c:pt idx="21816">
                  <c:v>6.0667891549295776</c:v>
                </c:pt>
                <c:pt idx="21817">
                  <c:v>6.069941901408451</c:v>
                </c:pt>
                <c:pt idx="21818">
                  <c:v>6.0683602112676054</c:v>
                </c:pt>
                <c:pt idx="21819">
                  <c:v>6.0696152816901412</c:v>
                </c:pt>
                <c:pt idx="21820">
                  <c:v>6.0708288732394369</c:v>
                </c:pt>
                <c:pt idx="21821">
                  <c:v>6.0791971830985911</c:v>
                </c:pt>
                <c:pt idx="21822">
                  <c:v>6.0855570422535212</c:v>
                </c:pt>
                <c:pt idx="21823">
                  <c:v>6.0762049295774645</c:v>
                </c:pt>
                <c:pt idx="21824">
                  <c:v>6.0705380281690138</c:v>
                </c:pt>
                <c:pt idx="21825">
                  <c:v>6.0662245070422536</c:v>
                </c:pt>
                <c:pt idx="21826">
                  <c:v>6.0567094366197187</c:v>
                </c:pt>
                <c:pt idx="21827">
                  <c:v>6.0500835915492956</c:v>
                </c:pt>
                <c:pt idx="21828">
                  <c:v>6.0515124647887326</c:v>
                </c:pt>
                <c:pt idx="21829">
                  <c:v>6.0582538732394369</c:v>
                </c:pt>
                <c:pt idx="21830">
                  <c:v>6.0603856338028166</c:v>
                </c:pt>
                <c:pt idx="21831">
                  <c:v>6.0635796478873241</c:v>
                </c:pt>
                <c:pt idx="21832">
                  <c:v>6.0704408450704221</c:v>
                </c:pt>
                <c:pt idx="21833">
                  <c:v>6.0683045774647884</c:v>
                </c:pt>
                <c:pt idx="21834">
                  <c:v>6.0686868309859152</c:v>
                </c:pt>
                <c:pt idx="21835">
                  <c:v>6.0706161971830985</c:v>
                </c:pt>
                <c:pt idx="21836">
                  <c:v>6.063748943661972</c:v>
                </c:pt>
                <c:pt idx="21837">
                  <c:v>6.0504416901408451</c:v>
                </c:pt>
                <c:pt idx="21838">
                  <c:v>6.0440988028169018</c:v>
                </c:pt>
                <c:pt idx="21839">
                  <c:v>6.0486545070422535</c:v>
                </c:pt>
                <c:pt idx="21840">
                  <c:v>6.0563413380281688</c:v>
                </c:pt>
                <c:pt idx="21841">
                  <c:v>6.0581096478873242</c:v>
                </c:pt>
                <c:pt idx="21842">
                  <c:v>6.0541488732394368</c:v>
                </c:pt>
                <c:pt idx="21843">
                  <c:v>6.0510796478873239</c:v>
                </c:pt>
                <c:pt idx="21844">
                  <c:v>6.0534314084507042</c:v>
                </c:pt>
                <c:pt idx="21845">
                  <c:v>6.0584987323943658</c:v>
                </c:pt>
                <c:pt idx="21846">
                  <c:v>6.06517985915493</c:v>
                </c:pt>
                <c:pt idx="21847">
                  <c:v>6.0657931690140847</c:v>
                </c:pt>
                <c:pt idx="21848">
                  <c:v>6.0599148591549294</c:v>
                </c:pt>
                <c:pt idx="21849">
                  <c:v>6.0577569014084505</c:v>
                </c:pt>
                <c:pt idx="21850">
                  <c:v>6.0526971830985916</c:v>
                </c:pt>
                <c:pt idx="21851">
                  <c:v>6.0529226056338032</c:v>
                </c:pt>
                <c:pt idx="21852">
                  <c:v>6.0576538028169011</c:v>
                </c:pt>
                <c:pt idx="21853">
                  <c:v>6.0598909859154926</c:v>
                </c:pt>
                <c:pt idx="21854">
                  <c:v>6.0592073239436619</c:v>
                </c:pt>
                <c:pt idx="21855">
                  <c:v>6.0666663380281687</c:v>
                </c:pt>
                <c:pt idx="21856">
                  <c:v>6.0685250000000002</c:v>
                </c:pt>
                <c:pt idx="21857">
                  <c:v>6.0581783098591551</c:v>
                </c:pt>
                <c:pt idx="21858">
                  <c:v>6.0490196478873237</c:v>
                </c:pt>
                <c:pt idx="21859">
                  <c:v>6.0472796478873239</c:v>
                </c:pt>
                <c:pt idx="21860">
                  <c:v>6.0476657746478875</c:v>
                </c:pt>
                <c:pt idx="21861">
                  <c:v>6.046273591549296</c:v>
                </c:pt>
                <c:pt idx="21862">
                  <c:v>6.0487932394366197</c:v>
                </c:pt>
                <c:pt idx="21863">
                  <c:v>6.0563485915492956</c:v>
                </c:pt>
                <c:pt idx="21864">
                  <c:v>6.0549988732394366</c:v>
                </c:pt>
                <c:pt idx="21865">
                  <c:v>6.0575538028169014</c:v>
                </c:pt>
                <c:pt idx="21866">
                  <c:v>6.0615082394366198</c:v>
                </c:pt>
                <c:pt idx="21867">
                  <c:v>6.0621369014084507</c:v>
                </c:pt>
                <c:pt idx="21868">
                  <c:v>6.0628304225352112</c:v>
                </c:pt>
                <c:pt idx="21869">
                  <c:v>6.064985915492958</c:v>
                </c:pt>
                <c:pt idx="21870">
                  <c:v>6.0659719014084503</c:v>
                </c:pt>
                <c:pt idx="21871">
                  <c:v>6.0666366901408448</c:v>
                </c:pt>
                <c:pt idx="21872">
                  <c:v>6.0714542253521131</c:v>
                </c:pt>
                <c:pt idx="21873">
                  <c:v>6.0694038732394366</c:v>
                </c:pt>
                <c:pt idx="21874">
                  <c:v>6.0644407042253521</c:v>
                </c:pt>
                <c:pt idx="21875">
                  <c:v>6.0607728873239433</c:v>
                </c:pt>
                <c:pt idx="21876">
                  <c:v>6.0613900000000003</c:v>
                </c:pt>
                <c:pt idx="21877">
                  <c:v>6.0579288732394367</c:v>
                </c:pt>
                <c:pt idx="21878">
                  <c:v>6.056190211267606</c:v>
                </c:pt>
                <c:pt idx="21879">
                  <c:v>6.0579861971830988</c:v>
                </c:pt>
                <c:pt idx="21880">
                  <c:v>6.0559332394366194</c:v>
                </c:pt>
                <c:pt idx="21881">
                  <c:v>6.0548627464788733</c:v>
                </c:pt>
                <c:pt idx="21882">
                  <c:v>6.0571055633802819</c:v>
                </c:pt>
                <c:pt idx="21883">
                  <c:v>6.0609371126760561</c:v>
                </c:pt>
                <c:pt idx="21884">
                  <c:v>6.0617112676056335</c:v>
                </c:pt>
                <c:pt idx="21885">
                  <c:v>6.0645759859154929</c:v>
                </c:pt>
                <c:pt idx="21886">
                  <c:v>6.0683490845070427</c:v>
                </c:pt>
                <c:pt idx="21887">
                  <c:v>6.0738373239436623</c:v>
                </c:pt>
                <c:pt idx="21888">
                  <c:v>6.0762112676056335</c:v>
                </c:pt>
                <c:pt idx="21889">
                  <c:v>6.0710669014084511</c:v>
                </c:pt>
                <c:pt idx="21890">
                  <c:v>6.059898169014085</c:v>
                </c:pt>
                <c:pt idx="21891">
                  <c:v>6.0471324647887323</c:v>
                </c:pt>
                <c:pt idx="21892">
                  <c:v>6.0476204225352115</c:v>
                </c:pt>
                <c:pt idx="21893">
                  <c:v>6.0573194366197187</c:v>
                </c:pt>
                <c:pt idx="21894">
                  <c:v>6.0629016197183097</c:v>
                </c:pt>
                <c:pt idx="21895">
                  <c:v>6.0627600704225353</c:v>
                </c:pt>
                <c:pt idx="21896">
                  <c:v>6.0647542957746481</c:v>
                </c:pt>
                <c:pt idx="21897">
                  <c:v>6.0730619718309855</c:v>
                </c:pt>
                <c:pt idx="21898">
                  <c:v>6.0757922535211266</c:v>
                </c:pt>
                <c:pt idx="21899">
                  <c:v>6.0685392957746478</c:v>
                </c:pt>
                <c:pt idx="21900">
                  <c:v>6.0552746478873241</c:v>
                </c:pt>
                <c:pt idx="21901">
                  <c:v>6.0447581690140844</c:v>
                </c:pt>
                <c:pt idx="21902">
                  <c:v>6.0461028169014082</c:v>
                </c:pt>
                <c:pt idx="21903">
                  <c:v>6.0542893661971835</c:v>
                </c:pt>
                <c:pt idx="21904">
                  <c:v>6.0558664788732397</c:v>
                </c:pt>
                <c:pt idx="21905">
                  <c:v>6.0476400000000003</c:v>
                </c:pt>
                <c:pt idx="21906">
                  <c:v>6.0451693661971833</c:v>
                </c:pt>
                <c:pt idx="21907">
                  <c:v>6.0526003521126759</c:v>
                </c:pt>
                <c:pt idx="21908">
                  <c:v>6.0615880281690142</c:v>
                </c:pt>
                <c:pt idx="21909">
                  <c:v>6.063333802816901</c:v>
                </c:pt>
                <c:pt idx="21910">
                  <c:v>6.0598949295774647</c:v>
                </c:pt>
                <c:pt idx="21911">
                  <c:v>6.0574328169014082</c:v>
                </c:pt>
                <c:pt idx="21912">
                  <c:v>6.0529179577464785</c:v>
                </c:pt>
                <c:pt idx="21913">
                  <c:v>6.0402476056338026</c:v>
                </c:pt>
                <c:pt idx="21914">
                  <c:v>6.0323886619718312</c:v>
                </c:pt>
                <c:pt idx="21915">
                  <c:v>6.0327004225352114</c:v>
                </c:pt>
                <c:pt idx="21916">
                  <c:v>6.0358647183098588</c:v>
                </c:pt>
                <c:pt idx="21917">
                  <c:v>6.0348085211267604</c:v>
                </c:pt>
                <c:pt idx="21918">
                  <c:v>6.0411417605633799</c:v>
                </c:pt>
                <c:pt idx="21919">
                  <c:v>6.0451483098591545</c:v>
                </c:pt>
                <c:pt idx="21920">
                  <c:v>6.0502541549295774</c:v>
                </c:pt>
                <c:pt idx="21921">
                  <c:v>6.0541519014084511</c:v>
                </c:pt>
                <c:pt idx="21922">
                  <c:v>6.0521110563380285</c:v>
                </c:pt>
                <c:pt idx="21923">
                  <c:v>6.0577285915492958</c:v>
                </c:pt>
                <c:pt idx="21924">
                  <c:v>6.0639941549295777</c:v>
                </c:pt>
                <c:pt idx="21925">
                  <c:v>6.0636499295774646</c:v>
                </c:pt>
                <c:pt idx="21926">
                  <c:v>6.0615568309859151</c:v>
                </c:pt>
                <c:pt idx="21927">
                  <c:v>6.0590577464788735</c:v>
                </c:pt>
                <c:pt idx="21928">
                  <c:v>6.0578054225352114</c:v>
                </c:pt>
                <c:pt idx="21929">
                  <c:v>6.0583228169014083</c:v>
                </c:pt>
                <c:pt idx="21930">
                  <c:v>6.0592148591549293</c:v>
                </c:pt>
                <c:pt idx="21931">
                  <c:v>6.0583781690140848</c:v>
                </c:pt>
                <c:pt idx="21932">
                  <c:v>6.0555220422535214</c:v>
                </c:pt>
                <c:pt idx="21933">
                  <c:v>6.0632578873239433</c:v>
                </c:pt>
                <c:pt idx="21934">
                  <c:v>6.0715176056338027</c:v>
                </c:pt>
                <c:pt idx="21935">
                  <c:v>6.0722176056338029</c:v>
                </c:pt>
                <c:pt idx="21936">
                  <c:v>6.06948176056338</c:v>
                </c:pt>
                <c:pt idx="21937">
                  <c:v>6.0644276760563383</c:v>
                </c:pt>
                <c:pt idx="21938">
                  <c:v>6.0677429577464785</c:v>
                </c:pt>
                <c:pt idx="21939">
                  <c:v>6.0689387323943658</c:v>
                </c:pt>
                <c:pt idx="21940">
                  <c:v>6.0641658450704226</c:v>
                </c:pt>
                <c:pt idx="21941">
                  <c:v>6.0645074647887327</c:v>
                </c:pt>
                <c:pt idx="21942">
                  <c:v>6.067215</c:v>
                </c:pt>
                <c:pt idx="21943">
                  <c:v>6.0720415492957747</c:v>
                </c:pt>
                <c:pt idx="21944">
                  <c:v>6.0677185211267606</c:v>
                </c:pt>
                <c:pt idx="21945">
                  <c:v>6.0653794366197182</c:v>
                </c:pt>
                <c:pt idx="21946">
                  <c:v>6.0710478873239433</c:v>
                </c:pt>
                <c:pt idx="21947">
                  <c:v>6.0743183098591551</c:v>
                </c:pt>
                <c:pt idx="21948">
                  <c:v>6.0698904225352113</c:v>
                </c:pt>
                <c:pt idx="21949">
                  <c:v>6.0610284507042254</c:v>
                </c:pt>
                <c:pt idx="21950">
                  <c:v>6.0597207746478876</c:v>
                </c:pt>
                <c:pt idx="21951">
                  <c:v>6.0645150704225355</c:v>
                </c:pt>
                <c:pt idx="21952">
                  <c:v>6.0698889436619714</c:v>
                </c:pt>
                <c:pt idx="21953">
                  <c:v>6.0668598591549294</c:v>
                </c:pt>
                <c:pt idx="21954">
                  <c:v>6.0588700704225351</c:v>
                </c:pt>
                <c:pt idx="21955">
                  <c:v>6.060402323943662</c:v>
                </c:pt>
                <c:pt idx="21956">
                  <c:v>6.068070070422535</c:v>
                </c:pt>
                <c:pt idx="21957">
                  <c:v>6.0703905633802817</c:v>
                </c:pt>
                <c:pt idx="21958">
                  <c:v>6.0621216197183099</c:v>
                </c:pt>
                <c:pt idx="21959">
                  <c:v>6.0591023943661968</c:v>
                </c:pt>
                <c:pt idx="21960">
                  <c:v>6.0612506338028167</c:v>
                </c:pt>
                <c:pt idx="21961">
                  <c:v>6.0619296478873244</c:v>
                </c:pt>
                <c:pt idx="21962">
                  <c:v>6.0578276056338032</c:v>
                </c:pt>
                <c:pt idx="21963">
                  <c:v>6.0582973943661971</c:v>
                </c:pt>
                <c:pt idx="21964">
                  <c:v>6.0611561971830987</c:v>
                </c:pt>
                <c:pt idx="21965">
                  <c:v>6.0623652112676059</c:v>
                </c:pt>
                <c:pt idx="21966">
                  <c:v>6.0663342957746478</c:v>
                </c:pt>
                <c:pt idx="21967">
                  <c:v>6.0655381690140846</c:v>
                </c:pt>
                <c:pt idx="21968">
                  <c:v>6.0586226760563378</c:v>
                </c:pt>
                <c:pt idx="21969">
                  <c:v>6.0561442957746481</c:v>
                </c:pt>
                <c:pt idx="21970">
                  <c:v>6.0584465492957751</c:v>
                </c:pt>
                <c:pt idx="21971">
                  <c:v>6.0550033802816898</c:v>
                </c:pt>
                <c:pt idx="21972">
                  <c:v>6.0526990845070419</c:v>
                </c:pt>
                <c:pt idx="21973">
                  <c:v>6.059470352112676</c:v>
                </c:pt>
                <c:pt idx="21974">
                  <c:v>6.0632492957746482</c:v>
                </c:pt>
                <c:pt idx="21975">
                  <c:v>6.0624148591549298</c:v>
                </c:pt>
                <c:pt idx="21976">
                  <c:v>6.0627816197183098</c:v>
                </c:pt>
                <c:pt idx="21977">
                  <c:v>6.0642114084507046</c:v>
                </c:pt>
                <c:pt idx="21978">
                  <c:v>6.0639271830985919</c:v>
                </c:pt>
                <c:pt idx="21979">
                  <c:v>6.0676312676056341</c:v>
                </c:pt>
                <c:pt idx="21980">
                  <c:v>6.0651923943661972</c:v>
                </c:pt>
                <c:pt idx="21981">
                  <c:v>6.0682510563380285</c:v>
                </c:pt>
                <c:pt idx="21982">
                  <c:v>6.074454929577465</c:v>
                </c:pt>
                <c:pt idx="21983">
                  <c:v>6.0713408450704227</c:v>
                </c:pt>
                <c:pt idx="21984">
                  <c:v>6.0654306338028166</c:v>
                </c:pt>
                <c:pt idx="21985">
                  <c:v>6.0609116901408449</c:v>
                </c:pt>
                <c:pt idx="21986">
                  <c:v>6.0578436619718312</c:v>
                </c:pt>
                <c:pt idx="21987">
                  <c:v>6.057301197183099</c:v>
                </c:pt>
                <c:pt idx="21988">
                  <c:v>6.0520629577464788</c:v>
                </c:pt>
                <c:pt idx="21989">
                  <c:v>6.0495161267605635</c:v>
                </c:pt>
                <c:pt idx="21990">
                  <c:v>6.050983169014085</c:v>
                </c:pt>
                <c:pt idx="21991">
                  <c:v>6.0573085211267603</c:v>
                </c:pt>
                <c:pt idx="21992">
                  <c:v>6.0659717605633805</c:v>
                </c:pt>
                <c:pt idx="21993">
                  <c:v>6.0648354225352117</c:v>
                </c:pt>
                <c:pt idx="21994">
                  <c:v>6.0643445070422537</c:v>
                </c:pt>
                <c:pt idx="21995">
                  <c:v>6.0586383802816899</c:v>
                </c:pt>
                <c:pt idx="21996">
                  <c:v>6.0513431690140846</c:v>
                </c:pt>
                <c:pt idx="21997">
                  <c:v>6.0575135915492959</c:v>
                </c:pt>
                <c:pt idx="21998">
                  <c:v>6.0649857042253519</c:v>
                </c:pt>
                <c:pt idx="21999">
                  <c:v>6.0704739436619715</c:v>
                </c:pt>
                <c:pt idx="22000">
                  <c:v>6.0712816901408448</c:v>
                </c:pt>
                <c:pt idx="22001">
                  <c:v>6.0735999999999999</c:v>
                </c:pt>
                <c:pt idx="22002">
                  <c:v>6.073333098591549</c:v>
                </c:pt>
                <c:pt idx="22003">
                  <c:v>6.069552535211268</c:v>
                </c:pt>
                <c:pt idx="22004">
                  <c:v>6.0692902112676057</c:v>
                </c:pt>
                <c:pt idx="22005">
                  <c:v>6.0615207042253525</c:v>
                </c:pt>
                <c:pt idx="22006">
                  <c:v>6.0537685915492956</c:v>
                </c:pt>
                <c:pt idx="22007">
                  <c:v>6.0543541549295776</c:v>
                </c:pt>
                <c:pt idx="22008">
                  <c:v>6.0549552816901411</c:v>
                </c:pt>
                <c:pt idx="22009">
                  <c:v>6.0584061267605636</c:v>
                </c:pt>
                <c:pt idx="22010">
                  <c:v>6.0609934507042258</c:v>
                </c:pt>
                <c:pt idx="22011">
                  <c:v>6.0631107746478872</c:v>
                </c:pt>
                <c:pt idx="22012">
                  <c:v>6.0698030985915494</c:v>
                </c:pt>
                <c:pt idx="22013">
                  <c:v>6.0694108450704229</c:v>
                </c:pt>
                <c:pt idx="22014">
                  <c:v>6.0630890140845066</c:v>
                </c:pt>
                <c:pt idx="22015">
                  <c:v>6.0593444366197184</c:v>
                </c:pt>
                <c:pt idx="22016">
                  <c:v>6.0579816901408448</c:v>
                </c:pt>
                <c:pt idx="22017">
                  <c:v>6.0610892957746483</c:v>
                </c:pt>
                <c:pt idx="22018">
                  <c:v>6.0691614788732391</c:v>
                </c:pt>
                <c:pt idx="22019">
                  <c:v>6.0739091549295772</c:v>
                </c:pt>
                <c:pt idx="22020">
                  <c:v>6.0724492957746481</c:v>
                </c:pt>
                <c:pt idx="22021">
                  <c:v>6.0713830985915491</c:v>
                </c:pt>
                <c:pt idx="22022">
                  <c:v>6.0689407746478876</c:v>
                </c:pt>
                <c:pt idx="22023">
                  <c:v>6.0707809859154933</c:v>
                </c:pt>
                <c:pt idx="22024">
                  <c:v>6.06982485915493</c:v>
                </c:pt>
                <c:pt idx="22025">
                  <c:v>6.0688357746478871</c:v>
                </c:pt>
                <c:pt idx="22026">
                  <c:v>6.0663627464788732</c:v>
                </c:pt>
                <c:pt idx="22027">
                  <c:v>6.0649569718309859</c:v>
                </c:pt>
                <c:pt idx="22028">
                  <c:v>6.0628283098591549</c:v>
                </c:pt>
                <c:pt idx="22029">
                  <c:v>6.0578745070422535</c:v>
                </c:pt>
                <c:pt idx="22030">
                  <c:v>6.0524497183098589</c:v>
                </c:pt>
                <c:pt idx="22031">
                  <c:v>6.0544516901408452</c:v>
                </c:pt>
                <c:pt idx="22032">
                  <c:v>6.0573823943661971</c:v>
                </c:pt>
                <c:pt idx="22033">
                  <c:v>6.056249929577465</c:v>
                </c:pt>
                <c:pt idx="22034">
                  <c:v>6.0549422535211264</c:v>
                </c:pt>
                <c:pt idx="22035">
                  <c:v>6.0523552112676056</c:v>
                </c:pt>
                <c:pt idx="22036">
                  <c:v>6.0513316901408452</c:v>
                </c:pt>
                <c:pt idx="22037">
                  <c:v>6.0536961971830987</c:v>
                </c:pt>
                <c:pt idx="22038">
                  <c:v>6.0544452112676055</c:v>
                </c:pt>
                <c:pt idx="22039">
                  <c:v>6.0599459154929578</c:v>
                </c:pt>
                <c:pt idx="22040">
                  <c:v>6.0591063380281689</c:v>
                </c:pt>
                <c:pt idx="22041">
                  <c:v>6.0534507042253525</c:v>
                </c:pt>
                <c:pt idx="22042">
                  <c:v>6.0514947183098595</c:v>
                </c:pt>
                <c:pt idx="22043">
                  <c:v>6.0467270422535213</c:v>
                </c:pt>
                <c:pt idx="22044">
                  <c:v>6.0428161267605631</c:v>
                </c:pt>
                <c:pt idx="22045">
                  <c:v>6.0486255633802815</c:v>
                </c:pt>
                <c:pt idx="22046">
                  <c:v>6.0515996478873237</c:v>
                </c:pt>
                <c:pt idx="22047">
                  <c:v>6.0478867605633804</c:v>
                </c:pt>
                <c:pt idx="22048">
                  <c:v>6.046683873239437</c:v>
                </c:pt>
                <c:pt idx="22049">
                  <c:v>6.0518312676056336</c:v>
                </c:pt>
                <c:pt idx="22050">
                  <c:v>6.0608776760563376</c:v>
                </c:pt>
                <c:pt idx="22051">
                  <c:v>6.0704067605633805</c:v>
                </c:pt>
                <c:pt idx="22052">
                  <c:v>6.0695382394366195</c:v>
                </c:pt>
                <c:pt idx="22053">
                  <c:v>6.0598299295774645</c:v>
                </c:pt>
                <c:pt idx="22054">
                  <c:v>6.0595278873239433</c:v>
                </c:pt>
                <c:pt idx="22055">
                  <c:v>6.0645027464788734</c:v>
                </c:pt>
                <c:pt idx="22056">
                  <c:v>6.0716352112676057</c:v>
                </c:pt>
                <c:pt idx="22057">
                  <c:v>6.0743887323943664</c:v>
                </c:pt>
                <c:pt idx="22058">
                  <c:v>6.07209014084507</c:v>
                </c:pt>
                <c:pt idx="22059">
                  <c:v>6.0587211267605632</c:v>
                </c:pt>
                <c:pt idx="22060">
                  <c:v>6.0469730985915495</c:v>
                </c:pt>
                <c:pt idx="22061">
                  <c:v>6.0434823943661975</c:v>
                </c:pt>
                <c:pt idx="22062">
                  <c:v>6.0407336619718306</c:v>
                </c:pt>
                <c:pt idx="22063">
                  <c:v>6.0472479577464791</c:v>
                </c:pt>
                <c:pt idx="22064">
                  <c:v>6.0533930281690145</c:v>
                </c:pt>
                <c:pt idx="22065">
                  <c:v>6.0547946478873236</c:v>
                </c:pt>
                <c:pt idx="22066">
                  <c:v>6.0556940845070422</c:v>
                </c:pt>
                <c:pt idx="22067">
                  <c:v>6.0538617605633807</c:v>
                </c:pt>
                <c:pt idx="22068">
                  <c:v>6.0577928169014088</c:v>
                </c:pt>
                <c:pt idx="22069">
                  <c:v>6.0600626056338029</c:v>
                </c:pt>
                <c:pt idx="22070">
                  <c:v>6.0614710563380285</c:v>
                </c:pt>
                <c:pt idx="22071">
                  <c:v>6.0645869014084504</c:v>
                </c:pt>
                <c:pt idx="22072">
                  <c:v>6.0659508450704225</c:v>
                </c:pt>
                <c:pt idx="22073">
                  <c:v>6.0616252112676055</c:v>
                </c:pt>
                <c:pt idx="22074">
                  <c:v>6.0543486619718312</c:v>
                </c:pt>
                <c:pt idx="22075">
                  <c:v>6.0536604929577464</c:v>
                </c:pt>
                <c:pt idx="22076">
                  <c:v>6.0608616197183096</c:v>
                </c:pt>
                <c:pt idx="22077">
                  <c:v>6.0655292253521127</c:v>
                </c:pt>
                <c:pt idx="22078">
                  <c:v>6.0639184507042252</c:v>
                </c:pt>
                <c:pt idx="22079">
                  <c:v>6.0589542957746483</c:v>
                </c:pt>
                <c:pt idx="22080">
                  <c:v>6.0580907746478871</c:v>
                </c:pt>
                <c:pt idx="22081">
                  <c:v>6.0574569014084503</c:v>
                </c:pt>
                <c:pt idx="22082">
                  <c:v>6.0595954225352111</c:v>
                </c:pt>
                <c:pt idx="22083">
                  <c:v>6.0537263380281692</c:v>
                </c:pt>
                <c:pt idx="22084">
                  <c:v>6.0505528873239438</c:v>
                </c:pt>
                <c:pt idx="22085">
                  <c:v>6.0496216197183097</c:v>
                </c:pt>
                <c:pt idx="22086">
                  <c:v>6.0535819718309858</c:v>
                </c:pt>
                <c:pt idx="22087">
                  <c:v>6.0571440845070423</c:v>
                </c:pt>
                <c:pt idx="22088">
                  <c:v>6.0569600704225355</c:v>
                </c:pt>
                <c:pt idx="22089">
                  <c:v>6.0512793661971829</c:v>
                </c:pt>
                <c:pt idx="22090">
                  <c:v>6.0504047887323944</c:v>
                </c:pt>
                <c:pt idx="22091">
                  <c:v>6.0576176760563376</c:v>
                </c:pt>
                <c:pt idx="22092">
                  <c:v>6.0634390140845067</c:v>
                </c:pt>
                <c:pt idx="22093">
                  <c:v>6.0653518309859153</c:v>
                </c:pt>
                <c:pt idx="22094">
                  <c:v>6.0600371830985917</c:v>
                </c:pt>
                <c:pt idx="22095">
                  <c:v>6.0547207042253524</c:v>
                </c:pt>
                <c:pt idx="22096">
                  <c:v>6.055654295774648</c:v>
                </c:pt>
                <c:pt idx="22097">
                  <c:v>6.0586363380281689</c:v>
                </c:pt>
                <c:pt idx="22098">
                  <c:v>6.0532516197183099</c:v>
                </c:pt>
                <c:pt idx="22099">
                  <c:v>6.0445791549295773</c:v>
                </c:pt>
                <c:pt idx="22100">
                  <c:v>6.0484374647887327</c:v>
                </c:pt>
                <c:pt idx="22101">
                  <c:v>6.0545826056338026</c:v>
                </c:pt>
                <c:pt idx="22102">
                  <c:v>6.0582672535211266</c:v>
                </c:pt>
                <c:pt idx="22103">
                  <c:v>6.0640937323943662</c:v>
                </c:pt>
                <c:pt idx="22104">
                  <c:v>6.0675224647887323</c:v>
                </c:pt>
                <c:pt idx="22105">
                  <c:v>6.066142816901408</c:v>
                </c:pt>
                <c:pt idx="22106">
                  <c:v>6.0588486619718314</c:v>
                </c:pt>
                <c:pt idx="22107">
                  <c:v>6.0522421126760566</c:v>
                </c:pt>
                <c:pt idx="22108">
                  <c:v>6.0520427464788735</c:v>
                </c:pt>
                <c:pt idx="22109">
                  <c:v>6.0528819014084503</c:v>
                </c:pt>
                <c:pt idx="22110">
                  <c:v>6.0533457746478874</c:v>
                </c:pt>
                <c:pt idx="22111">
                  <c:v>6.0567557746478871</c:v>
                </c:pt>
                <c:pt idx="22112">
                  <c:v>6.0568475352112676</c:v>
                </c:pt>
                <c:pt idx="22113">
                  <c:v>6.0535057042253522</c:v>
                </c:pt>
                <c:pt idx="22114">
                  <c:v>6.0532192957746478</c:v>
                </c:pt>
                <c:pt idx="22115">
                  <c:v>6.0537295070422532</c:v>
                </c:pt>
                <c:pt idx="22116">
                  <c:v>6.056900985915493</c:v>
                </c:pt>
                <c:pt idx="22117">
                  <c:v>6.0578114084507044</c:v>
                </c:pt>
                <c:pt idx="22118">
                  <c:v>6.0558035211267605</c:v>
                </c:pt>
                <c:pt idx="22119">
                  <c:v>6.0479129577464787</c:v>
                </c:pt>
                <c:pt idx="22120">
                  <c:v>6.0407407746478876</c:v>
                </c:pt>
                <c:pt idx="22121">
                  <c:v>6.0467139436619721</c:v>
                </c:pt>
                <c:pt idx="22122">
                  <c:v>6.0529304929577465</c:v>
                </c:pt>
                <c:pt idx="22123">
                  <c:v>6.0545495774647886</c:v>
                </c:pt>
                <c:pt idx="22124">
                  <c:v>6.0544847887323945</c:v>
                </c:pt>
                <c:pt idx="22125">
                  <c:v>6.0561794366197184</c:v>
                </c:pt>
                <c:pt idx="22126">
                  <c:v>6.0579185915492957</c:v>
                </c:pt>
                <c:pt idx="22127">
                  <c:v>6.0573017605633801</c:v>
                </c:pt>
                <c:pt idx="22128">
                  <c:v>6.0554271830985913</c:v>
                </c:pt>
                <c:pt idx="22129">
                  <c:v>6.0596365492957744</c:v>
                </c:pt>
                <c:pt idx="22130">
                  <c:v>6.0652361267605635</c:v>
                </c:pt>
                <c:pt idx="22131">
                  <c:v>6.0705507042253517</c:v>
                </c:pt>
                <c:pt idx="22132">
                  <c:v>6.0677300704225354</c:v>
                </c:pt>
                <c:pt idx="22133">
                  <c:v>6.0650464084507041</c:v>
                </c:pt>
                <c:pt idx="22134">
                  <c:v>6.0631530281690145</c:v>
                </c:pt>
                <c:pt idx="22135">
                  <c:v>6.0584546478873236</c:v>
                </c:pt>
                <c:pt idx="22136">
                  <c:v>6.0497474647887328</c:v>
                </c:pt>
                <c:pt idx="22137">
                  <c:v>6.0485616901408452</c:v>
                </c:pt>
                <c:pt idx="22138">
                  <c:v>6.0480750704225352</c:v>
                </c:pt>
                <c:pt idx="22139">
                  <c:v>6.0475599295774645</c:v>
                </c:pt>
                <c:pt idx="22140">
                  <c:v>6.0540564788732398</c:v>
                </c:pt>
                <c:pt idx="22141">
                  <c:v>6.0615794366197182</c:v>
                </c:pt>
                <c:pt idx="22142">
                  <c:v>6.065004225352113</c:v>
                </c:pt>
                <c:pt idx="22143">
                  <c:v>6.0645328169014086</c:v>
                </c:pt>
                <c:pt idx="22144">
                  <c:v>6.0625788028169012</c:v>
                </c:pt>
                <c:pt idx="22145">
                  <c:v>6.0616153521126757</c:v>
                </c:pt>
                <c:pt idx="22146">
                  <c:v>6.0572337323943666</c:v>
                </c:pt>
                <c:pt idx="22147">
                  <c:v>6.0557650704225354</c:v>
                </c:pt>
                <c:pt idx="22148">
                  <c:v>6.0599802112676056</c:v>
                </c:pt>
                <c:pt idx="22149">
                  <c:v>6.0613493661971827</c:v>
                </c:pt>
                <c:pt idx="22150">
                  <c:v>6.0632502112676052</c:v>
                </c:pt>
                <c:pt idx="22151">
                  <c:v>6.0607078169014086</c:v>
                </c:pt>
                <c:pt idx="22152">
                  <c:v>6.0530488732394367</c:v>
                </c:pt>
                <c:pt idx="22153">
                  <c:v>6.054429436619718</c:v>
                </c:pt>
                <c:pt idx="22154">
                  <c:v>6.058750774647887</c:v>
                </c:pt>
                <c:pt idx="22155">
                  <c:v>6.060517676056338</c:v>
                </c:pt>
                <c:pt idx="22156">
                  <c:v>6.060414084507042</c:v>
                </c:pt>
                <c:pt idx="22157">
                  <c:v>6.058808450704225</c:v>
                </c:pt>
                <c:pt idx="22158">
                  <c:v>6.0495625352112672</c:v>
                </c:pt>
                <c:pt idx="22159">
                  <c:v>6.047077535211268</c:v>
                </c:pt>
                <c:pt idx="22160">
                  <c:v>6.0488763380281689</c:v>
                </c:pt>
                <c:pt idx="22161">
                  <c:v>6.0540780985915497</c:v>
                </c:pt>
                <c:pt idx="22162">
                  <c:v>6.0577764788732393</c:v>
                </c:pt>
                <c:pt idx="22163">
                  <c:v>6.0561356338028167</c:v>
                </c:pt>
                <c:pt idx="22164">
                  <c:v>6.0551978169014085</c:v>
                </c:pt>
                <c:pt idx="22165">
                  <c:v>6.0604216901408448</c:v>
                </c:pt>
                <c:pt idx="22166">
                  <c:v>6.0719309859154933</c:v>
                </c:pt>
                <c:pt idx="22167">
                  <c:v>6.0755225352112676</c:v>
                </c:pt>
                <c:pt idx="22168">
                  <c:v>6.075964788732394</c:v>
                </c:pt>
                <c:pt idx="22169">
                  <c:v>6.0793809859154928</c:v>
                </c:pt>
                <c:pt idx="22170">
                  <c:v>6.0819577464788734</c:v>
                </c:pt>
                <c:pt idx="22171">
                  <c:v>6.0816330985915492</c:v>
                </c:pt>
                <c:pt idx="22172">
                  <c:v>6.0796154929577462</c:v>
                </c:pt>
                <c:pt idx="22173">
                  <c:v>6.0771514084507041</c:v>
                </c:pt>
                <c:pt idx="22174">
                  <c:v>6.0768380281690142</c:v>
                </c:pt>
                <c:pt idx="22175">
                  <c:v>6.0781014084507046</c:v>
                </c:pt>
                <c:pt idx="22176">
                  <c:v>6.0739908450704228</c:v>
                </c:pt>
                <c:pt idx="22177">
                  <c:v>6.0635483802816905</c:v>
                </c:pt>
                <c:pt idx="22178">
                  <c:v>6.0630983802816898</c:v>
                </c:pt>
                <c:pt idx="22179">
                  <c:v>6.0673981690140844</c:v>
                </c:pt>
                <c:pt idx="22180">
                  <c:v>6.0634257042253523</c:v>
                </c:pt>
                <c:pt idx="22181">
                  <c:v>6.0601108450704224</c:v>
                </c:pt>
                <c:pt idx="22182">
                  <c:v>6.0606766197183095</c:v>
                </c:pt>
                <c:pt idx="22183">
                  <c:v>6.0582857042253524</c:v>
                </c:pt>
                <c:pt idx="22184">
                  <c:v>6.0570627464788735</c:v>
                </c:pt>
                <c:pt idx="22185">
                  <c:v>6.0599986619718313</c:v>
                </c:pt>
                <c:pt idx="22186">
                  <c:v>6.0574853521126757</c:v>
                </c:pt>
                <c:pt idx="22187">
                  <c:v>6.0512411971830984</c:v>
                </c:pt>
                <c:pt idx="22188">
                  <c:v>6.0571160563380282</c:v>
                </c:pt>
                <c:pt idx="22189">
                  <c:v>6.066521197183099</c:v>
                </c:pt>
                <c:pt idx="22190">
                  <c:v>6.0680854225352112</c:v>
                </c:pt>
                <c:pt idx="22191">
                  <c:v>6.058551056338028</c:v>
                </c:pt>
                <c:pt idx="22192">
                  <c:v>6.0588711971830982</c:v>
                </c:pt>
                <c:pt idx="22193">
                  <c:v>6.0654047887323941</c:v>
                </c:pt>
                <c:pt idx="22194">
                  <c:v>6.0653147887323939</c:v>
                </c:pt>
                <c:pt idx="22195">
                  <c:v>6.0626062676056334</c:v>
                </c:pt>
                <c:pt idx="22196">
                  <c:v>6.0651575352112674</c:v>
                </c:pt>
                <c:pt idx="22197">
                  <c:v>6.0709598591549296</c:v>
                </c:pt>
                <c:pt idx="22198">
                  <c:v>6.0722978873239439</c:v>
                </c:pt>
                <c:pt idx="22199">
                  <c:v>6.070132464788732</c:v>
                </c:pt>
                <c:pt idx="22200">
                  <c:v>6.0666554225352112</c:v>
                </c:pt>
                <c:pt idx="22201">
                  <c:v>6.0643909859154927</c:v>
                </c:pt>
                <c:pt idx="22202">
                  <c:v>6.0638945070422539</c:v>
                </c:pt>
                <c:pt idx="22203">
                  <c:v>6.0639595774647885</c:v>
                </c:pt>
                <c:pt idx="22204">
                  <c:v>6.06741676056338</c:v>
                </c:pt>
                <c:pt idx="22205">
                  <c:v>6.0704732394366197</c:v>
                </c:pt>
                <c:pt idx="22206">
                  <c:v>6.0704121126760562</c:v>
                </c:pt>
                <c:pt idx="22207">
                  <c:v>6.0656121830985912</c:v>
                </c:pt>
                <c:pt idx="22208">
                  <c:v>6.0672158450704226</c:v>
                </c:pt>
                <c:pt idx="22209">
                  <c:v>6.0643983802816903</c:v>
                </c:pt>
                <c:pt idx="22210">
                  <c:v>6.059183450704225</c:v>
                </c:pt>
                <c:pt idx="22211">
                  <c:v>6.063141549295775</c:v>
                </c:pt>
                <c:pt idx="22212">
                  <c:v>6.0674506338028174</c:v>
                </c:pt>
                <c:pt idx="22213">
                  <c:v>6.0705408450704228</c:v>
                </c:pt>
                <c:pt idx="22214">
                  <c:v>6.061271408450704</c:v>
                </c:pt>
                <c:pt idx="22215">
                  <c:v>6.0551222535211267</c:v>
                </c:pt>
                <c:pt idx="22216">
                  <c:v>6.0558308450704228</c:v>
                </c:pt>
                <c:pt idx="22217">
                  <c:v>6.0594306338028172</c:v>
                </c:pt>
                <c:pt idx="22218">
                  <c:v>6.0553346478873236</c:v>
                </c:pt>
                <c:pt idx="22219">
                  <c:v>6.0549355633802815</c:v>
                </c:pt>
                <c:pt idx="22220">
                  <c:v>6.056733943661972</c:v>
                </c:pt>
                <c:pt idx="22221">
                  <c:v>6.0575810563380283</c:v>
                </c:pt>
                <c:pt idx="22222">
                  <c:v>6.0619388732394368</c:v>
                </c:pt>
                <c:pt idx="22223">
                  <c:v>6.0646311267605633</c:v>
                </c:pt>
                <c:pt idx="22224">
                  <c:v>6.0710408450704225</c:v>
                </c:pt>
                <c:pt idx="22225">
                  <c:v>6.0757091549295774</c:v>
                </c:pt>
                <c:pt idx="22226">
                  <c:v>6.0750091549295773</c:v>
                </c:pt>
                <c:pt idx="22227">
                  <c:v>6.0731492957746482</c:v>
                </c:pt>
                <c:pt idx="22228">
                  <c:v>6.0718704225352109</c:v>
                </c:pt>
                <c:pt idx="22229">
                  <c:v>6.0715676056338026</c:v>
                </c:pt>
                <c:pt idx="22230">
                  <c:v>6.0675718309859157</c:v>
                </c:pt>
                <c:pt idx="22231">
                  <c:v>6.0627340845070421</c:v>
                </c:pt>
                <c:pt idx="22232">
                  <c:v>6.0626136619718309</c:v>
                </c:pt>
                <c:pt idx="22233">
                  <c:v>6.0680914788732396</c:v>
                </c:pt>
                <c:pt idx="22234">
                  <c:v>6.0695680281690141</c:v>
                </c:pt>
                <c:pt idx="22235">
                  <c:v>6.0643733802816904</c:v>
                </c:pt>
                <c:pt idx="22236">
                  <c:v>6.0685462676056341</c:v>
                </c:pt>
                <c:pt idx="22237">
                  <c:v>6.0764880281690141</c:v>
                </c:pt>
                <c:pt idx="22238">
                  <c:v>6.0783690140845072</c:v>
                </c:pt>
                <c:pt idx="22239">
                  <c:v>6.0732161971830987</c:v>
                </c:pt>
                <c:pt idx="22240">
                  <c:v>6.071773943661972</c:v>
                </c:pt>
                <c:pt idx="22241">
                  <c:v>6.0706535211267605</c:v>
                </c:pt>
                <c:pt idx="22242">
                  <c:v>6.0679035211267607</c:v>
                </c:pt>
                <c:pt idx="22243">
                  <c:v>6.0732936619718307</c:v>
                </c:pt>
                <c:pt idx="22244">
                  <c:v>6.076940845070423</c:v>
                </c:pt>
                <c:pt idx="22245">
                  <c:v>6.0749838028169014</c:v>
                </c:pt>
                <c:pt idx="22246">
                  <c:v>6.0776950704225357</c:v>
                </c:pt>
                <c:pt idx="22247">
                  <c:v>6.0792140845070426</c:v>
                </c:pt>
                <c:pt idx="22248">
                  <c:v>6.0782295774647883</c:v>
                </c:pt>
                <c:pt idx="22249">
                  <c:v>6.0667436619718309</c:v>
                </c:pt>
                <c:pt idx="22250">
                  <c:v>6.0592634507042256</c:v>
                </c:pt>
                <c:pt idx="22251">
                  <c:v>6.0600633098591548</c:v>
                </c:pt>
                <c:pt idx="22252">
                  <c:v>6.0680964084507041</c:v>
                </c:pt>
                <c:pt idx="22253">
                  <c:v>6.0750464788732392</c:v>
                </c:pt>
                <c:pt idx="22254">
                  <c:v>6.081401408450704</c:v>
                </c:pt>
                <c:pt idx="22255">
                  <c:v>6.0841669014084507</c:v>
                </c:pt>
                <c:pt idx="22256">
                  <c:v>6.0816809859154928</c:v>
                </c:pt>
                <c:pt idx="22257">
                  <c:v>6.0801619718309858</c:v>
                </c:pt>
                <c:pt idx="22258">
                  <c:v>6.0792711267605632</c:v>
                </c:pt>
                <c:pt idx="22259">
                  <c:v>6.0780943661971829</c:v>
                </c:pt>
                <c:pt idx="22260">
                  <c:v>6.0768500000000003</c:v>
                </c:pt>
                <c:pt idx="22261">
                  <c:v>6.0802169014084511</c:v>
                </c:pt>
                <c:pt idx="22262">
                  <c:v>6.0796915492957746</c:v>
                </c:pt>
                <c:pt idx="22263">
                  <c:v>6.0790626760563384</c:v>
                </c:pt>
                <c:pt idx="22264">
                  <c:v>6.0808401408450701</c:v>
                </c:pt>
                <c:pt idx="22265">
                  <c:v>6.0777943661971827</c:v>
                </c:pt>
                <c:pt idx="22266">
                  <c:v>6.0781366197183102</c:v>
                </c:pt>
                <c:pt idx="22267">
                  <c:v>6.0772359154929578</c:v>
                </c:pt>
                <c:pt idx="22268">
                  <c:v>6.0769922535211265</c:v>
                </c:pt>
                <c:pt idx="22269">
                  <c:v>6.0786957746478869</c:v>
                </c:pt>
                <c:pt idx="22270">
                  <c:v>6.0752211267605638</c:v>
                </c:pt>
                <c:pt idx="22271">
                  <c:v>6.0752133802816903</c:v>
                </c:pt>
                <c:pt idx="22272">
                  <c:v>6.08022676056338</c:v>
                </c:pt>
                <c:pt idx="22273">
                  <c:v>6.0813894366197179</c:v>
                </c:pt>
                <c:pt idx="22274">
                  <c:v>6.0820640845070422</c:v>
                </c:pt>
                <c:pt idx="22275">
                  <c:v>6.0805464788732397</c:v>
                </c:pt>
                <c:pt idx="22276">
                  <c:v>6.0766964788732398</c:v>
                </c:pt>
                <c:pt idx="22277">
                  <c:v>6.0685985211267601</c:v>
                </c:pt>
                <c:pt idx="22278">
                  <c:v>6.0618942253521126</c:v>
                </c:pt>
                <c:pt idx="22279">
                  <c:v>6.0614381690140844</c:v>
                </c:pt>
                <c:pt idx="22280">
                  <c:v>6.0624773943661969</c:v>
                </c:pt>
                <c:pt idx="22281">
                  <c:v>6.062518661971831</c:v>
                </c:pt>
                <c:pt idx="22282">
                  <c:v>6.0582309154929579</c:v>
                </c:pt>
                <c:pt idx="22283">
                  <c:v>6.0541525352112675</c:v>
                </c:pt>
                <c:pt idx="22284">
                  <c:v>6.056752605633803</c:v>
                </c:pt>
                <c:pt idx="22285">
                  <c:v>6.063832746478873</c:v>
                </c:pt>
                <c:pt idx="22286">
                  <c:v>6.0725507042253524</c:v>
                </c:pt>
                <c:pt idx="22287">
                  <c:v>6.0763169014084504</c:v>
                </c:pt>
                <c:pt idx="22288">
                  <c:v>6.0742190140845072</c:v>
                </c:pt>
                <c:pt idx="22289">
                  <c:v>6.0601883802816898</c:v>
                </c:pt>
                <c:pt idx="22290">
                  <c:v>6.0502507042253519</c:v>
                </c:pt>
                <c:pt idx="22291">
                  <c:v>6.0497710563380283</c:v>
                </c:pt>
                <c:pt idx="22292">
                  <c:v>6.0605102112676059</c:v>
                </c:pt>
                <c:pt idx="22293">
                  <c:v>6.0720514084507045</c:v>
                </c:pt>
                <c:pt idx="22294">
                  <c:v>6.0747429577464791</c:v>
                </c:pt>
                <c:pt idx="22295">
                  <c:v>6.0775401408450707</c:v>
                </c:pt>
                <c:pt idx="22296">
                  <c:v>6.0739978873239435</c:v>
                </c:pt>
                <c:pt idx="22297">
                  <c:v>6.066848028169014</c:v>
                </c:pt>
                <c:pt idx="22298">
                  <c:v>6.0665662676056336</c:v>
                </c:pt>
                <c:pt idx="22299">
                  <c:v>6.0760154929577466</c:v>
                </c:pt>
                <c:pt idx="22300">
                  <c:v>6.083961267605634</c:v>
                </c:pt>
                <c:pt idx="22301">
                  <c:v>6.0876767605633804</c:v>
                </c:pt>
                <c:pt idx="22302">
                  <c:v>6.0870697183098592</c:v>
                </c:pt>
                <c:pt idx="22303">
                  <c:v>6.0913492957746476</c:v>
                </c:pt>
                <c:pt idx="22304">
                  <c:v>6.0885985915492959</c:v>
                </c:pt>
                <c:pt idx="22305">
                  <c:v>6.0813091549295777</c:v>
                </c:pt>
                <c:pt idx="22306">
                  <c:v>6.0730852112676059</c:v>
                </c:pt>
                <c:pt idx="22307">
                  <c:v>6.0682748591549291</c:v>
                </c:pt>
                <c:pt idx="22308">
                  <c:v>6.0648791549295771</c:v>
                </c:pt>
                <c:pt idx="22309">
                  <c:v>6.0651320422535209</c:v>
                </c:pt>
                <c:pt idx="22310">
                  <c:v>6.0720612676056334</c:v>
                </c:pt>
                <c:pt idx="22311">
                  <c:v>6.0756880281690142</c:v>
                </c:pt>
                <c:pt idx="22312">
                  <c:v>6.0756676056338028</c:v>
                </c:pt>
                <c:pt idx="22313">
                  <c:v>6.0720633802816906</c:v>
                </c:pt>
                <c:pt idx="22314">
                  <c:v>6.070961971830986</c:v>
                </c:pt>
                <c:pt idx="22315">
                  <c:v>6.0693488732394369</c:v>
                </c:pt>
                <c:pt idx="22316">
                  <c:v>6.0649720422535207</c:v>
                </c:pt>
                <c:pt idx="22317">
                  <c:v>6.0570410563380284</c:v>
                </c:pt>
                <c:pt idx="22318">
                  <c:v>6.0569526760563379</c:v>
                </c:pt>
                <c:pt idx="22319">
                  <c:v>6.0670782394366194</c:v>
                </c:pt>
                <c:pt idx="22320">
                  <c:v>6.0732936619718307</c:v>
                </c:pt>
                <c:pt idx="22321">
                  <c:v>6.0734345070422533</c:v>
                </c:pt>
                <c:pt idx="22322">
                  <c:v>6.0750690140845069</c:v>
                </c:pt>
                <c:pt idx="22323">
                  <c:v>6.07355</c:v>
                </c:pt>
                <c:pt idx="22324">
                  <c:v>6.0680004225352109</c:v>
                </c:pt>
                <c:pt idx="22325">
                  <c:v>6.0656852816901408</c:v>
                </c:pt>
                <c:pt idx="22326">
                  <c:v>6.0633773239436621</c:v>
                </c:pt>
                <c:pt idx="22327">
                  <c:v>6.0672610563380278</c:v>
                </c:pt>
                <c:pt idx="22328">
                  <c:v>6.0730197183098591</c:v>
                </c:pt>
                <c:pt idx="22329">
                  <c:v>6.0726584507042256</c:v>
                </c:pt>
                <c:pt idx="22330">
                  <c:v>6.0758908450704228</c:v>
                </c:pt>
                <c:pt idx="22331">
                  <c:v>6.0770098591549297</c:v>
                </c:pt>
                <c:pt idx="22332">
                  <c:v>6.0813507042253523</c:v>
                </c:pt>
                <c:pt idx="22333">
                  <c:v>6.0876830985915493</c:v>
                </c:pt>
                <c:pt idx="22334">
                  <c:v>6.0888591549295779</c:v>
                </c:pt>
                <c:pt idx="22335">
                  <c:v>6.0822788732394368</c:v>
                </c:pt>
                <c:pt idx="22336">
                  <c:v>6.0750436619718311</c:v>
                </c:pt>
                <c:pt idx="22337">
                  <c:v>6.0768845070422532</c:v>
                </c:pt>
                <c:pt idx="22338">
                  <c:v>6.0789978873239434</c:v>
                </c:pt>
                <c:pt idx="22339">
                  <c:v>6.0694021126760562</c:v>
                </c:pt>
                <c:pt idx="22340">
                  <c:v>6.0589171126760561</c:v>
                </c:pt>
                <c:pt idx="22341">
                  <c:v>6.0592488028169011</c:v>
                </c:pt>
                <c:pt idx="22342">
                  <c:v>6.0618592957746475</c:v>
                </c:pt>
                <c:pt idx="22343">
                  <c:v>6.0576677464788728</c:v>
                </c:pt>
                <c:pt idx="22344">
                  <c:v>6.0544765492957744</c:v>
                </c:pt>
                <c:pt idx="22345">
                  <c:v>6.0534797887323943</c:v>
                </c:pt>
                <c:pt idx="22346">
                  <c:v>6.0586535211267609</c:v>
                </c:pt>
                <c:pt idx="22347">
                  <c:v>6.0607857746478873</c:v>
                </c:pt>
                <c:pt idx="22348">
                  <c:v>6.0598324647887321</c:v>
                </c:pt>
                <c:pt idx="22349">
                  <c:v>6.0621332394366201</c:v>
                </c:pt>
                <c:pt idx="22350">
                  <c:v>6.0747119718309861</c:v>
                </c:pt>
                <c:pt idx="22351">
                  <c:v>6.0800943661971827</c:v>
                </c:pt>
                <c:pt idx="22352">
                  <c:v>6.0801415492957744</c:v>
                </c:pt>
                <c:pt idx="22353">
                  <c:v>6.0771922535211269</c:v>
                </c:pt>
                <c:pt idx="22354">
                  <c:v>6.0716147887323944</c:v>
                </c:pt>
                <c:pt idx="22355">
                  <c:v>6.0684198591549299</c:v>
                </c:pt>
                <c:pt idx="22356">
                  <c:v>6.0755204225352113</c:v>
                </c:pt>
                <c:pt idx="22357">
                  <c:v>6.0804725352112676</c:v>
                </c:pt>
                <c:pt idx="22358">
                  <c:v>6.0812035211267608</c:v>
                </c:pt>
                <c:pt idx="22359">
                  <c:v>6.0783359154929579</c:v>
                </c:pt>
                <c:pt idx="22360">
                  <c:v>6.0758492957746482</c:v>
                </c:pt>
                <c:pt idx="22361">
                  <c:v>6.0725591549295777</c:v>
                </c:pt>
                <c:pt idx="22362">
                  <c:v>6.0750133802816899</c:v>
                </c:pt>
                <c:pt idx="22363">
                  <c:v>6.0770612676056341</c:v>
                </c:pt>
                <c:pt idx="22364">
                  <c:v>6.0786035211267606</c:v>
                </c:pt>
                <c:pt idx="22365">
                  <c:v>6.0740654929577467</c:v>
                </c:pt>
                <c:pt idx="22366">
                  <c:v>6.068861126760563</c:v>
                </c:pt>
                <c:pt idx="22367">
                  <c:v>6.0760084507042258</c:v>
                </c:pt>
                <c:pt idx="22368">
                  <c:v>6.0835394366197182</c:v>
                </c:pt>
                <c:pt idx="22369">
                  <c:v>6.09357323943662</c:v>
                </c:pt>
                <c:pt idx="22370">
                  <c:v>6.0994380281690139</c:v>
                </c:pt>
                <c:pt idx="22371">
                  <c:v>6.0934450704225354</c:v>
                </c:pt>
                <c:pt idx="22372">
                  <c:v>6.0910859154929575</c:v>
                </c:pt>
                <c:pt idx="22373">
                  <c:v>6.0891330985915495</c:v>
                </c:pt>
                <c:pt idx="22374">
                  <c:v>6.0828380281690144</c:v>
                </c:pt>
                <c:pt idx="22375">
                  <c:v>6.0742760563380278</c:v>
                </c:pt>
                <c:pt idx="22376">
                  <c:v>6.0724584507042252</c:v>
                </c:pt>
                <c:pt idx="22377">
                  <c:v>6.0769929577464792</c:v>
                </c:pt>
                <c:pt idx="22378">
                  <c:v>6.0859647887323947</c:v>
                </c:pt>
                <c:pt idx="22379">
                  <c:v>6.0899133802816898</c:v>
                </c:pt>
                <c:pt idx="22380">
                  <c:v>6.0911591549295778</c:v>
                </c:pt>
                <c:pt idx="22381">
                  <c:v>6.0938978873239433</c:v>
                </c:pt>
                <c:pt idx="22382">
                  <c:v>6.0957683098591549</c:v>
                </c:pt>
                <c:pt idx="22383">
                  <c:v>6.0937119718309862</c:v>
                </c:pt>
                <c:pt idx="22384">
                  <c:v>6.0974140845070419</c:v>
                </c:pt>
                <c:pt idx="22385">
                  <c:v>6.1016077464788729</c:v>
                </c:pt>
                <c:pt idx="22386">
                  <c:v>6.1009366197183095</c:v>
                </c:pt>
                <c:pt idx="22387">
                  <c:v>6.1021042253521127</c:v>
                </c:pt>
                <c:pt idx="22388">
                  <c:v>6.1052260563380285</c:v>
                </c:pt>
                <c:pt idx="22389">
                  <c:v>6.1015683098591547</c:v>
                </c:pt>
                <c:pt idx="22390">
                  <c:v>6.0930563380281688</c:v>
                </c:pt>
                <c:pt idx="22391">
                  <c:v>6.0917345070422533</c:v>
                </c:pt>
                <c:pt idx="22392">
                  <c:v>6.0897492957746477</c:v>
                </c:pt>
                <c:pt idx="22393">
                  <c:v>6.0930154929577469</c:v>
                </c:pt>
                <c:pt idx="22394">
                  <c:v>6.0992295774647891</c:v>
                </c:pt>
                <c:pt idx="22395">
                  <c:v>6.0996584507042257</c:v>
                </c:pt>
                <c:pt idx="22396">
                  <c:v>6.0954260563380283</c:v>
                </c:pt>
                <c:pt idx="22397">
                  <c:v>6.0945485915492954</c:v>
                </c:pt>
                <c:pt idx="22398">
                  <c:v>6.0938816901408455</c:v>
                </c:pt>
                <c:pt idx="22399">
                  <c:v>6.1009542253521127</c:v>
                </c:pt>
                <c:pt idx="22400">
                  <c:v>6.1084619718309856</c:v>
                </c:pt>
                <c:pt idx="22401">
                  <c:v>6.1083774647887328</c:v>
                </c:pt>
                <c:pt idx="22402">
                  <c:v>6.1062274647887325</c:v>
                </c:pt>
                <c:pt idx="22403">
                  <c:v>6.1067302816901412</c:v>
                </c:pt>
                <c:pt idx="22404">
                  <c:v>6.1108281690140842</c:v>
                </c:pt>
                <c:pt idx="22405">
                  <c:v>6.1110507042253523</c:v>
                </c:pt>
                <c:pt idx="22406">
                  <c:v>6.1094443661971827</c:v>
                </c:pt>
                <c:pt idx="22407">
                  <c:v>6.1093697183098588</c:v>
                </c:pt>
                <c:pt idx="22408">
                  <c:v>6.1024922535211266</c:v>
                </c:pt>
                <c:pt idx="22409">
                  <c:v>6.1021718309859159</c:v>
                </c:pt>
                <c:pt idx="22410">
                  <c:v>6.1097830985915493</c:v>
                </c:pt>
                <c:pt idx="22411">
                  <c:v>6.1121760563380283</c:v>
                </c:pt>
                <c:pt idx="22412">
                  <c:v>6.106133098591549</c:v>
                </c:pt>
                <c:pt idx="22413">
                  <c:v>6.1052978873239434</c:v>
                </c:pt>
                <c:pt idx="22414">
                  <c:v>6.1073359154929578</c:v>
                </c:pt>
                <c:pt idx="22415">
                  <c:v>6.1072626760563384</c:v>
                </c:pt>
                <c:pt idx="22416">
                  <c:v>6.1057211267605638</c:v>
                </c:pt>
                <c:pt idx="22417">
                  <c:v>6.1071499999999999</c:v>
                </c:pt>
                <c:pt idx="22418">
                  <c:v>6.1043084507042256</c:v>
                </c:pt>
                <c:pt idx="22419">
                  <c:v>6.1035985915492956</c:v>
                </c:pt>
                <c:pt idx="22420">
                  <c:v>6.0986338028169014</c:v>
                </c:pt>
                <c:pt idx="22421">
                  <c:v>6.0936563380281692</c:v>
                </c:pt>
                <c:pt idx="22422">
                  <c:v>6.1008492957746476</c:v>
                </c:pt>
                <c:pt idx="22423">
                  <c:v>6.1100521126760565</c:v>
                </c:pt>
                <c:pt idx="22424">
                  <c:v>6.1120591549295771</c:v>
                </c:pt>
                <c:pt idx="22425">
                  <c:v>6.1123929577464793</c:v>
                </c:pt>
                <c:pt idx="22426">
                  <c:v>6.1133154929577467</c:v>
                </c:pt>
                <c:pt idx="22427">
                  <c:v>6.1154809859154931</c:v>
                </c:pt>
                <c:pt idx="22428">
                  <c:v>6.1095401408450707</c:v>
                </c:pt>
                <c:pt idx="22429">
                  <c:v>6.1118014084507042</c:v>
                </c:pt>
                <c:pt idx="22430">
                  <c:v>6.113261971830986</c:v>
                </c:pt>
                <c:pt idx="22431">
                  <c:v>6.110561971830986</c:v>
                </c:pt>
                <c:pt idx="22432">
                  <c:v>6.1072894366197179</c:v>
                </c:pt>
                <c:pt idx="22433">
                  <c:v>6.1109154929577461</c:v>
                </c:pt>
                <c:pt idx="22434">
                  <c:v>6.1177408450704229</c:v>
                </c:pt>
                <c:pt idx="22435">
                  <c:v>6.1189380281690138</c:v>
                </c:pt>
                <c:pt idx="22436">
                  <c:v>6.1136232394366194</c:v>
                </c:pt>
                <c:pt idx="22437">
                  <c:v>6.1119105633802819</c:v>
                </c:pt>
                <c:pt idx="22438">
                  <c:v>6.1108908450704229</c:v>
                </c:pt>
                <c:pt idx="22439">
                  <c:v>6.1175739436619718</c:v>
                </c:pt>
                <c:pt idx="22440">
                  <c:v>6.1277161971830987</c:v>
                </c:pt>
                <c:pt idx="22441">
                  <c:v>6.1312633802816903</c:v>
                </c:pt>
                <c:pt idx="22442">
                  <c:v>6.1346711267605638</c:v>
                </c:pt>
                <c:pt idx="22443">
                  <c:v>6.1354894366197179</c:v>
                </c:pt>
                <c:pt idx="22444">
                  <c:v>6.1315725352112675</c:v>
                </c:pt>
                <c:pt idx="22445">
                  <c:v>6.1256957746478875</c:v>
                </c:pt>
                <c:pt idx="22446">
                  <c:v>6.1288443661971828</c:v>
                </c:pt>
                <c:pt idx="22447">
                  <c:v>6.1332345070422534</c:v>
                </c:pt>
                <c:pt idx="22448">
                  <c:v>6.1325767605633805</c:v>
                </c:pt>
                <c:pt idx="22449">
                  <c:v>6.1274887323943661</c:v>
                </c:pt>
                <c:pt idx="22450">
                  <c:v>6.1247732394366201</c:v>
                </c:pt>
                <c:pt idx="22451">
                  <c:v>6.1261922535211264</c:v>
                </c:pt>
                <c:pt idx="22452">
                  <c:v>6.1279302816901406</c:v>
                </c:pt>
                <c:pt idx="22453">
                  <c:v>6.1289507042253524</c:v>
                </c:pt>
                <c:pt idx="22454">
                  <c:v>6.1278373239436617</c:v>
                </c:pt>
                <c:pt idx="22455">
                  <c:v>6.1324443661971832</c:v>
                </c:pt>
                <c:pt idx="22456">
                  <c:v>6.1416161971830983</c:v>
                </c:pt>
                <c:pt idx="22457">
                  <c:v>6.1456239436619722</c:v>
                </c:pt>
                <c:pt idx="22458">
                  <c:v>6.1477450704225349</c:v>
                </c:pt>
                <c:pt idx="22459">
                  <c:v>6.147716901408451</c:v>
                </c:pt>
                <c:pt idx="22460">
                  <c:v>6.1464788732394364</c:v>
                </c:pt>
                <c:pt idx="22461">
                  <c:v>6.1468077464788733</c:v>
                </c:pt>
                <c:pt idx="22462">
                  <c:v>6.1444535211267608</c:v>
                </c:pt>
                <c:pt idx="22463">
                  <c:v>6.1402669014084506</c:v>
                </c:pt>
                <c:pt idx="22464">
                  <c:v>6.1389323943661971</c:v>
                </c:pt>
                <c:pt idx="22465">
                  <c:v>6.1481415492957749</c:v>
                </c:pt>
                <c:pt idx="22466">
                  <c:v>6.1592190140845071</c:v>
                </c:pt>
                <c:pt idx="22467">
                  <c:v>6.1572225352112673</c:v>
                </c:pt>
                <c:pt idx="22468">
                  <c:v>6.1521612676056341</c:v>
                </c:pt>
                <c:pt idx="22469">
                  <c:v>6.1505732394366195</c:v>
                </c:pt>
                <c:pt idx="22470">
                  <c:v>6.1437274647887321</c:v>
                </c:pt>
                <c:pt idx="22471">
                  <c:v>6.1457056338028169</c:v>
                </c:pt>
                <c:pt idx="22472">
                  <c:v>6.151417605633803</c:v>
                </c:pt>
                <c:pt idx="22473">
                  <c:v>6.1519753521126761</c:v>
                </c:pt>
                <c:pt idx="22474">
                  <c:v>6.1511992957746475</c:v>
                </c:pt>
                <c:pt idx="22475">
                  <c:v>6.1548563380281687</c:v>
                </c:pt>
                <c:pt idx="22476">
                  <c:v>6.1590007042253525</c:v>
                </c:pt>
                <c:pt idx="22477">
                  <c:v>6.1609746478873237</c:v>
                </c:pt>
                <c:pt idx="22478">
                  <c:v>6.1600274647887323</c:v>
                </c:pt>
                <c:pt idx="22479">
                  <c:v>6.1592387323943658</c:v>
                </c:pt>
                <c:pt idx="22480">
                  <c:v>6.1600880281690138</c:v>
                </c:pt>
                <c:pt idx="22481">
                  <c:v>6.1546429577464785</c:v>
                </c:pt>
                <c:pt idx="22482">
                  <c:v>6.1452535211267607</c:v>
                </c:pt>
                <c:pt idx="22483">
                  <c:v>6.1379373239436621</c:v>
                </c:pt>
                <c:pt idx="22484">
                  <c:v>6.1345605633802816</c:v>
                </c:pt>
                <c:pt idx="22485">
                  <c:v>6.1356535211267609</c:v>
                </c:pt>
                <c:pt idx="22486">
                  <c:v>6.14347676056338</c:v>
                </c:pt>
                <c:pt idx="22487">
                  <c:v>6.1512387323943658</c:v>
                </c:pt>
                <c:pt idx="22488">
                  <c:v>6.1506309859154928</c:v>
                </c:pt>
                <c:pt idx="22489">
                  <c:v>6.1488345070422534</c:v>
                </c:pt>
                <c:pt idx="22490">
                  <c:v>6.1522563380281694</c:v>
                </c:pt>
                <c:pt idx="22491">
                  <c:v>6.1561225352112672</c:v>
                </c:pt>
                <c:pt idx="22492">
                  <c:v>6.15275985915493</c:v>
                </c:pt>
                <c:pt idx="22493">
                  <c:v>6.1464147887323941</c:v>
                </c:pt>
                <c:pt idx="22494">
                  <c:v>6.1453218309859157</c:v>
                </c:pt>
                <c:pt idx="22495">
                  <c:v>6.1470992957746482</c:v>
                </c:pt>
                <c:pt idx="22496">
                  <c:v>6.1454049295774649</c:v>
                </c:pt>
                <c:pt idx="22497">
                  <c:v>6.1498218309859158</c:v>
                </c:pt>
                <c:pt idx="22498">
                  <c:v>6.1569309859154933</c:v>
                </c:pt>
                <c:pt idx="22499">
                  <c:v>6.1609802816901409</c:v>
                </c:pt>
                <c:pt idx="22500">
                  <c:v>6.1634119718309863</c:v>
                </c:pt>
                <c:pt idx="22501">
                  <c:v>6.1647147887323941</c:v>
                </c:pt>
                <c:pt idx="22502">
                  <c:v>6.1657232394366197</c:v>
                </c:pt>
                <c:pt idx="22503">
                  <c:v>6.1642218309859151</c:v>
                </c:pt>
                <c:pt idx="22504">
                  <c:v>6.168102816901408</c:v>
                </c:pt>
                <c:pt idx="22505">
                  <c:v>6.168093661971831</c:v>
                </c:pt>
                <c:pt idx="22506">
                  <c:v>6.1623697183098596</c:v>
                </c:pt>
                <c:pt idx="22507">
                  <c:v>6.1564619718309856</c:v>
                </c:pt>
                <c:pt idx="22508">
                  <c:v>6.1502964788732397</c:v>
                </c:pt>
                <c:pt idx="22509">
                  <c:v>6.1520845070422538</c:v>
                </c:pt>
                <c:pt idx="22510">
                  <c:v>6.1628964788732397</c:v>
                </c:pt>
                <c:pt idx="22511">
                  <c:v>6.1734732394366194</c:v>
                </c:pt>
                <c:pt idx="22512">
                  <c:v>6.1848908450704227</c:v>
                </c:pt>
                <c:pt idx="22513">
                  <c:v>6.1811253521126757</c:v>
                </c:pt>
                <c:pt idx="22514">
                  <c:v>6.166450704225352</c:v>
                </c:pt>
                <c:pt idx="22515">
                  <c:v>6.1599267605633798</c:v>
                </c:pt>
                <c:pt idx="22516">
                  <c:v>6.1578387323943664</c:v>
                </c:pt>
                <c:pt idx="22517">
                  <c:v>6.1592521126760564</c:v>
                </c:pt>
                <c:pt idx="22518">
                  <c:v>6.1552802816901409</c:v>
                </c:pt>
                <c:pt idx="22519">
                  <c:v>6.1486661971830987</c:v>
                </c:pt>
                <c:pt idx="22520">
                  <c:v>6.1460732394366193</c:v>
                </c:pt>
                <c:pt idx="22521">
                  <c:v>6.1454056338028167</c:v>
                </c:pt>
                <c:pt idx="22522">
                  <c:v>6.14727676056338</c:v>
                </c:pt>
                <c:pt idx="22523">
                  <c:v>6.1563274647887321</c:v>
                </c:pt>
                <c:pt idx="22524">
                  <c:v>6.1647521126760561</c:v>
                </c:pt>
                <c:pt idx="22525">
                  <c:v>6.166233802816901</c:v>
                </c:pt>
                <c:pt idx="22526">
                  <c:v>6.1587500000000004</c:v>
                </c:pt>
                <c:pt idx="22527">
                  <c:v>6.1591274647887326</c:v>
                </c:pt>
                <c:pt idx="22528">
                  <c:v>6.1671176056338028</c:v>
                </c:pt>
                <c:pt idx="22529">
                  <c:v>6.1679401408450705</c:v>
                </c:pt>
                <c:pt idx="22530">
                  <c:v>6.1653732394366196</c:v>
                </c:pt>
                <c:pt idx="22531">
                  <c:v>6.1679669014084508</c:v>
                </c:pt>
                <c:pt idx="22532">
                  <c:v>6.1677746478873239</c:v>
                </c:pt>
                <c:pt idx="22533">
                  <c:v>6.1633718309859153</c:v>
                </c:pt>
                <c:pt idx="22534">
                  <c:v>6.1658274647887321</c:v>
                </c:pt>
                <c:pt idx="22535">
                  <c:v>6.1698654929577463</c:v>
                </c:pt>
                <c:pt idx="22536">
                  <c:v>6.1659711267605637</c:v>
                </c:pt>
                <c:pt idx="22537">
                  <c:v>6.1634112676056336</c:v>
                </c:pt>
                <c:pt idx="22538">
                  <c:v>6.1573704225352115</c:v>
                </c:pt>
                <c:pt idx="22539">
                  <c:v>6.1489605633802817</c:v>
                </c:pt>
                <c:pt idx="22540">
                  <c:v>6.1431253521126763</c:v>
                </c:pt>
                <c:pt idx="22541">
                  <c:v>6.1437795774647883</c:v>
                </c:pt>
                <c:pt idx="22542">
                  <c:v>6.1533387323943662</c:v>
                </c:pt>
                <c:pt idx="22543">
                  <c:v>6.1647345070422537</c:v>
                </c:pt>
                <c:pt idx="22544">
                  <c:v>6.1665767605633803</c:v>
                </c:pt>
                <c:pt idx="22545">
                  <c:v>6.1681788732394365</c:v>
                </c:pt>
                <c:pt idx="22546">
                  <c:v>6.1702528169014084</c:v>
                </c:pt>
                <c:pt idx="22547">
                  <c:v>6.1696063380281689</c:v>
                </c:pt>
                <c:pt idx="22548">
                  <c:v>6.1675507042253521</c:v>
                </c:pt>
                <c:pt idx="22549">
                  <c:v>6.1659225352112674</c:v>
                </c:pt>
                <c:pt idx="22550">
                  <c:v>6.1676732394366196</c:v>
                </c:pt>
                <c:pt idx="22551">
                  <c:v>6.1730704225352113</c:v>
                </c:pt>
                <c:pt idx="22552">
                  <c:v>6.1762781690140844</c:v>
                </c:pt>
                <c:pt idx="22553">
                  <c:v>6.1718823943661976</c:v>
                </c:pt>
                <c:pt idx="22554">
                  <c:v>6.1706366197183096</c:v>
                </c:pt>
                <c:pt idx="22555">
                  <c:v>6.1653091549295773</c:v>
                </c:pt>
                <c:pt idx="22556">
                  <c:v>6.168195774647887</c:v>
                </c:pt>
                <c:pt idx="22557">
                  <c:v>6.1730795774647884</c:v>
                </c:pt>
                <c:pt idx="22558">
                  <c:v>6.1711021126760564</c:v>
                </c:pt>
                <c:pt idx="22559">
                  <c:v>6.1729943661971829</c:v>
                </c:pt>
                <c:pt idx="22560">
                  <c:v>6.1676359154929576</c:v>
                </c:pt>
                <c:pt idx="22561">
                  <c:v>6.1677922535211271</c:v>
                </c:pt>
                <c:pt idx="22562">
                  <c:v>6.1748676056338025</c:v>
                </c:pt>
                <c:pt idx="22563">
                  <c:v>6.1797809859154933</c:v>
                </c:pt>
                <c:pt idx="22564">
                  <c:v>6.1730598591549297</c:v>
                </c:pt>
                <c:pt idx="22565">
                  <c:v>6.1682598591549294</c:v>
                </c:pt>
                <c:pt idx="22566">
                  <c:v>6.1711422535211264</c:v>
                </c:pt>
                <c:pt idx="22567">
                  <c:v>6.1717640845070418</c:v>
                </c:pt>
                <c:pt idx="22568">
                  <c:v>6.1722985915492954</c:v>
                </c:pt>
                <c:pt idx="22569">
                  <c:v>6.1772852112676055</c:v>
                </c:pt>
                <c:pt idx="22570">
                  <c:v>6.1848661971830987</c:v>
                </c:pt>
                <c:pt idx="22571">
                  <c:v>6.189161267605634</c:v>
                </c:pt>
                <c:pt idx="22572">
                  <c:v>6.1853232394366193</c:v>
                </c:pt>
                <c:pt idx="22573">
                  <c:v>6.1790035211267602</c:v>
                </c:pt>
                <c:pt idx="22574">
                  <c:v>6.177261971830986</c:v>
                </c:pt>
                <c:pt idx="22575">
                  <c:v>6.1794802816901413</c:v>
                </c:pt>
                <c:pt idx="22576">
                  <c:v>6.1747943661971831</c:v>
                </c:pt>
                <c:pt idx="22577">
                  <c:v>6.1700028169014081</c:v>
                </c:pt>
                <c:pt idx="22578">
                  <c:v>6.1678866197183098</c:v>
                </c:pt>
                <c:pt idx="22579">
                  <c:v>6.167114084507042</c:v>
                </c:pt>
                <c:pt idx="22580">
                  <c:v>6.1674936619718306</c:v>
                </c:pt>
                <c:pt idx="22581">
                  <c:v>6.1621542253521131</c:v>
                </c:pt>
                <c:pt idx="22582">
                  <c:v>6.1618443661971831</c:v>
                </c:pt>
                <c:pt idx="22583">
                  <c:v>6.1625845070422534</c:v>
                </c:pt>
                <c:pt idx="22584">
                  <c:v>6.1626253521126761</c:v>
                </c:pt>
                <c:pt idx="22585">
                  <c:v>6.1650450704225355</c:v>
                </c:pt>
                <c:pt idx="22586">
                  <c:v>6.1707697183098595</c:v>
                </c:pt>
                <c:pt idx="22587">
                  <c:v>6.1741507042253518</c:v>
                </c:pt>
                <c:pt idx="22588">
                  <c:v>6.1746746478873238</c:v>
                </c:pt>
                <c:pt idx="22589">
                  <c:v>6.1703739436619722</c:v>
                </c:pt>
                <c:pt idx="22590">
                  <c:v>6.1664147887323946</c:v>
                </c:pt>
                <c:pt idx="22591">
                  <c:v>6.1669359154929575</c:v>
                </c:pt>
                <c:pt idx="22592">
                  <c:v>6.1702654929577463</c:v>
                </c:pt>
                <c:pt idx="22593">
                  <c:v>6.1697514084507041</c:v>
                </c:pt>
                <c:pt idx="22594">
                  <c:v>6.1643260563380284</c:v>
                </c:pt>
                <c:pt idx="22595">
                  <c:v>6.1593478873239436</c:v>
                </c:pt>
                <c:pt idx="22596">
                  <c:v>6.1581288732394368</c:v>
                </c:pt>
                <c:pt idx="22597">
                  <c:v>6.1553795774647888</c:v>
                </c:pt>
                <c:pt idx="22598">
                  <c:v>6.1615866197183102</c:v>
                </c:pt>
                <c:pt idx="22599">
                  <c:v>6.169993661971831</c:v>
                </c:pt>
                <c:pt idx="22600">
                  <c:v>6.1676281690140842</c:v>
                </c:pt>
                <c:pt idx="22601">
                  <c:v>6.1623154929577462</c:v>
                </c:pt>
                <c:pt idx="22602">
                  <c:v>6.162564084507042</c:v>
                </c:pt>
                <c:pt idx="22603">
                  <c:v>6.1655408450704225</c:v>
                </c:pt>
                <c:pt idx="22604">
                  <c:v>6.1597338028169011</c:v>
                </c:pt>
                <c:pt idx="22605">
                  <c:v>6.1591746478873244</c:v>
                </c:pt>
                <c:pt idx="22606">
                  <c:v>6.164064084507042</c:v>
                </c:pt>
                <c:pt idx="22607">
                  <c:v>6.1677105633802816</c:v>
                </c:pt>
                <c:pt idx="22608">
                  <c:v>6.1680577464788735</c:v>
                </c:pt>
                <c:pt idx="22609">
                  <c:v>6.1616936619718308</c:v>
                </c:pt>
                <c:pt idx="22610">
                  <c:v>6.1565154929577464</c:v>
                </c:pt>
                <c:pt idx="22611">
                  <c:v>6.1572521126760567</c:v>
                </c:pt>
                <c:pt idx="22612">
                  <c:v>6.1569626760563381</c:v>
                </c:pt>
                <c:pt idx="22613">
                  <c:v>6.1566028169014082</c:v>
                </c:pt>
                <c:pt idx="22614">
                  <c:v>6.1625753521126763</c:v>
                </c:pt>
                <c:pt idx="22615">
                  <c:v>6.1703042253521128</c:v>
                </c:pt>
                <c:pt idx="22616">
                  <c:v>6.1786746478873242</c:v>
                </c:pt>
                <c:pt idx="22617">
                  <c:v>6.1788478873239434</c:v>
                </c:pt>
                <c:pt idx="22618">
                  <c:v>6.1713802816901406</c:v>
                </c:pt>
                <c:pt idx="22619">
                  <c:v>6.1664922535211266</c:v>
                </c:pt>
                <c:pt idx="22620">
                  <c:v>6.1660809859154933</c:v>
                </c:pt>
                <c:pt idx="22621">
                  <c:v>6.1614739436619717</c:v>
                </c:pt>
                <c:pt idx="22622">
                  <c:v>6.1584500000000002</c:v>
                </c:pt>
                <c:pt idx="22623">
                  <c:v>6.1642528169014081</c:v>
                </c:pt>
                <c:pt idx="22624">
                  <c:v>6.1775345070422532</c:v>
                </c:pt>
                <c:pt idx="22625">
                  <c:v>6.177708450704225</c:v>
                </c:pt>
                <c:pt idx="22626">
                  <c:v>6.1737028169014083</c:v>
                </c:pt>
                <c:pt idx="22627">
                  <c:v>6.173276056338028</c:v>
                </c:pt>
                <c:pt idx="22628">
                  <c:v>6.172637323943662</c:v>
                </c:pt>
                <c:pt idx="22629">
                  <c:v>6.165583098591549</c:v>
                </c:pt>
                <c:pt idx="22630">
                  <c:v>6.1597316901408448</c:v>
                </c:pt>
                <c:pt idx="22631">
                  <c:v>6.1636471830985915</c:v>
                </c:pt>
                <c:pt idx="22632">
                  <c:v>6.1701626760563384</c:v>
                </c:pt>
                <c:pt idx="22633">
                  <c:v>6.1782218309859154</c:v>
                </c:pt>
                <c:pt idx="22634">
                  <c:v>6.1832464788732393</c:v>
                </c:pt>
                <c:pt idx="22635">
                  <c:v>6.1791394366197183</c:v>
                </c:pt>
                <c:pt idx="22636">
                  <c:v>6.1747802816901407</c:v>
                </c:pt>
                <c:pt idx="22637">
                  <c:v>6.1728422535211269</c:v>
                </c:pt>
                <c:pt idx="22638">
                  <c:v>6.1735070422535214</c:v>
                </c:pt>
                <c:pt idx="22639">
                  <c:v>6.1677971830985916</c:v>
                </c:pt>
                <c:pt idx="22640">
                  <c:v>6.1652563380281693</c:v>
                </c:pt>
                <c:pt idx="22641">
                  <c:v>6.1628408450704226</c:v>
                </c:pt>
                <c:pt idx="22642">
                  <c:v>6.1674690140845074</c:v>
                </c:pt>
                <c:pt idx="22643">
                  <c:v>6.1734760563380284</c:v>
                </c:pt>
                <c:pt idx="22644">
                  <c:v>6.1683873239436622</c:v>
                </c:pt>
                <c:pt idx="22645">
                  <c:v>6.1647535211267606</c:v>
                </c:pt>
                <c:pt idx="22646">
                  <c:v>6.1637690140845072</c:v>
                </c:pt>
                <c:pt idx="22647">
                  <c:v>6.1638373239436621</c:v>
                </c:pt>
                <c:pt idx="22648">
                  <c:v>6.1617211267605629</c:v>
                </c:pt>
                <c:pt idx="22649">
                  <c:v>6.1646267605633804</c:v>
                </c:pt>
                <c:pt idx="22650">
                  <c:v>6.1693274647887328</c:v>
                </c:pt>
                <c:pt idx="22651">
                  <c:v>6.1691746478873242</c:v>
                </c:pt>
                <c:pt idx="22652">
                  <c:v>6.1721471830985912</c:v>
                </c:pt>
                <c:pt idx="22653">
                  <c:v>6.1769788732394364</c:v>
                </c:pt>
                <c:pt idx="22654">
                  <c:v>6.1781507042253523</c:v>
                </c:pt>
                <c:pt idx="22655">
                  <c:v>6.1840753521126759</c:v>
                </c:pt>
                <c:pt idx="22656">
                  <c:v>6.1810345070422539</c:v>
                </c:pt>
                <c:pt idx="22657">
                  <c:v>6.1680514084507045</c:v>
                </c:pt>
                <c:pt idx="22658">
                  <c:v>6.1644450704225351</c:v>
                </c:pt>
                <c:pt idx="22659">
                  <c:v>6.1709880281690142</c:v>
                </c:pt>
                <c:pt idx="22660">
                  <c:v>6.1772014084507045</c:v>
                </c:pt>
                <c:pt idx="22661">
                  <c:v>6.1720007042253524</c:v>
                </c:pt>
                <c:pt idx="22662">
                  <c:v>6.1694781690140843</c:v>
                </c:pt>
                <c:pt idx="22663">
                  <c:v>6.1711211267605632</c:v>
                </c:pt>
                <c:pt idx="22664">
                  <c:v>6.1727788732394364</c:v>
                </c:pt>
                <c:pt idx="22665">
                  <c:v>6.1703929577464791</c:v>
                </c:pt>
                <c:pt idx="22666">
                  <c:v>6.1704542253521124</c:v>
                </c:pt>
                <c:pt idx="22667">
                  <c:v>6.1707880281690137</c:v>
                </c:pt>
                <c:pt idx="22668">
                  <c:v>6.1651190140845067</c:v>
                </c:pt>
                <c:pt idx="22669">
                  <c:v>6.1587007042253523</c:v>
                </c:pt>
                <c:pt idx="22670">
                  <c:v>6.1541415492957743</c:v>
                </c:pt>
                <c:pt idx="22671">
                  <c:v>6.1585330985915494</c:v>
                </c:pt>
                <c:pt idx="22672">
                  <c:v>6.1652915492957749</c:v>
                </c:pt>
                <c:pt idx="22673">
                  <c:v>6.1664077464788729</c:v>
                </c:pt>
                <c:pt idx="22674">
                  <c:v>6.1616577464788733</c:v>
                </c:pt>
                <c:pt idx="22675">
                  <c:v>6.1540169014084505</c:v>
                </c:pt>
                <c:pt idx="22676">
                  <c:v>6.1594971830985914</c:v>
                </c:pt>
                <c:pt idx="22677">
                  <c:v>6.1698936619718312</c:v>
                </c:pt>
                <c:pt idx="22678">
                  <c:v>6.1784239436619721</c:v>
                </c:pt>
                <c:pt idx="22679">
                  <c:v>6.1807422535211272</c:v>
                </c:pt>
                <c:pt idx="22680">
                  <c:v>6.1763535211267602</c:v>
                </c:pt>
                <c:pt idx="22681">
                  <c:v>6.1668176056338027</c:v>
                </c:pt>
                <c:pt idx="22682">
                  <c:v>6.156758450704225</c:v>
                </c:pt>
                <c:pt idx="22683">
                  <c:v>6.1559253521126758</c:v>
                </c:pt>
                <c:pt idx="22684">
                  <c:v>6.1621936619718314</c:v>
                </c:pt>
                <c:pt idx="22685">
                  <c:v>6.1644211267605638</c:v>
                </c:pt>
                <c:pt idx="22686">
                  <c:v>6.1748345070422532</c:v>
                </c:pt>
                <c:pt idx="22687">
                  <c:v>6.1835612676056337</c:v>
                </c:pt>
                <c:pt idx="22688">
                  <c:v>6.1848464788732391</c:v>
                </c:pt>
                <c:pt idx="22689">
                  <c:v>6.1818992957746479</c:v>
                </c:pt>
                <c:pt idx="22690">
                  <c:v>6.1748838028169013</c:v>
                </c:pt>
                <c:pt idx="22691">
                  <c:v>6.1652964788732394</c:v>
                </c:pt>
                <c:pt idx="22692">
                  <c:v>6.1605556338028169</c:v>
                </c:pt>
                <c:pt idx="22693">
                  <c:v>6.1588894366197184</c:v>
                </c:pt>
                <c:pt idx="22694">
                  <c:v>6.1561232394366199</c:v>
                </c:pt>
                <c:pt idx="22695">
                  <c:v>6.1613183098591549</c:v>
                </c:pt>
                <c:pt idx="22696">
                  <c:v>6.1625704225352109</c:v>
                </c:pt>
                <c:pt idx="22697">
                  <c:v>6.1607880281690139</c:v>
                </c:pt>
                <c:pt idx="22698">
                  <c:v>6.1634753521126759</c:v>
                </c:pt>
                <c:pt idx="22699">
                  <c:v>6.1644119718309858</c:v>
                </c:pt>
                <c:pt idx="22700">
                  <c:v>6.1686809859154925</c:v>
                </c:pt>
                <c:pt idx="22701">
                  <c:v>6.1750887323943662</c:v>
                </c:pt>
                <c:pt idx="22702">
                  <c:v>6.1751330985915489</c:v>
                </c:pt>
                <c:pt idx="22703">
                  <c:v>6.1704795774647891</c:v>
                </c:pt>
                <c:pt idx="22704">
                  <c:v>6.1705492957746477</c:v>
                </c:pt>
                <c:pt idx="22705">
                  <c:v>6.1696880281690145</c:v>
                </c:pt>
                <c:pt idx="22706">
                  <c:v>6.1670429577464789</c:v>
                </c:pt>
                <c:pt idx="22707">
                  <c:v>6.1586549295774651</c:v>
                </c:pt>
                <c:pt idx="22708">
                  <c:v>6.1573514084507046</c:v>
                </c:pt>
                <c:pt idx="22709">
                  <c:v>6.1666760563380283</c:v>
                </c:pt>
                <c:pt idx="22710">
                  <c:v>6.1761619718309859</c:v>
                </c:pt>
                <c:pt idx="22711">
                  <c:v>6.1813408450704221</c:v>
                </c:pt>
                <c:pt idx="22712">
                  <c:v>6.1770612676056338</c:v>
                </c:pt>
                <c:pt idx="22713">
                  <c:v>6.1770063380281695</c:v>
                </c:pt>
                <c:pt idx="22714">
                  <c:v>6.1835302816901407</c:v>
                </c:pt>
                <c:pt idx="22715">
                  <c:v>6.1889232394366198</c:v>
                </c:pt>
                <c:pt idx="22716">
                  <c:v>6.1850063380281686</c:v>
                </c:pt>
                <c:pt idx="22717">
                  <c:v>6.17636338028169</c:v>
                </c:pt>
                <c:pt idx="22718">
                  <c:v>6.1696845070422537</c:v>
                </c:pt>
                <c:pt idx="22719">
                  <c:v>6.1749943661971827</c:v>
                </c:pt>
                <c:pt idx="22720">
                  <c:v>6.1840922535211265</c:v>
                </c:pt>
                <c:pt idx="22721">
                  <c:v>6.1900098591549293</c:v>
                </c:pt>
                <c:pt idx="22722">
                  <c:v>6.1883133802816905</c:v>
                </c:pt>
                <c:pt idx="22723">
                  <c:v>6.183116901408451</c:v>
                </c:pt>
                <c:pt idx="22724">
                  <c:v>6.1825584507042253</c:v>
                </c:pt>
                <c:pt idx="22725">
                  <c:v>6.1851514084507047</c:v>
                </c:pt>
                <c:pt idx="22726">
                  <c:v>6.1879697183098594</c:v>
                </c:pt>
                <c:pt idx="22727">
                  <c:v>6.1884852112676061</c:v>
                </c:pt>
                <c:pt idx="22728">
                  <c:v>6.1810570422535207</c:v>
                </c:pt>
                <c:pt idx="22729">
                  <c:v>6.1807288732394365</c:v>
                </c:pt>
                <c:pt idx="22730">
                  <c:v>6.1886999999999999</c:v>
                </c:pt>
                <c:pt idx="22731">
                  <c:v>6.1935704225352115</c:v>
                </c:pt>
                <c:pt idx="22732">
                  <c:v>6.1950021126760566</c:v>
                </c:pt>
                <c:pt idx="22733">
                  <c:v>6.190959154929577</c:v>
                </c:pt>
                <c:pt idx="22734">
                  <c:v>6.1875380281690138</c:v>
                </c:pt>
                <c:pt idx="22735">
                  <c:v>6.1931302816901406</c:v>
                </c:pt>
                <c:pt idx="22736">
                  <c:v>6.2014521126760567</c:v>
                </c:pt>
                <c:pt idx="22737">
                  <c:v>6.1991112676056339</c:v>
                </c:pt>
                <c:pt idx="22738">
                  <c:v>6.1933140845070422</c:v>
                </c:pt>
                <c:pt idx="22739">
                  <c:v>6.1874542253521128</c:v>
                </c:pt>
                <c:pt idx="22740">
                  <c:v>6.189192253521127</c:v>
                </c:pt>
                <c:pt idx="22741">
                  <c:v>6.1935260563380279</c:v>
                </c:pt>
                <c:pt idx="22742">
                  <c:v>6.1934845070422533</c:v>
                </c:pt>
                <c:pt idx="22743">
                  <c:v>6.1917838028169019</c:v>
                </c:pt>
                <c:pt idx="22744">
                  <c:v>6.1962140845070426</c:v>
                </c:pt>
                <c:pt idx="22745">
                  <c:v>6.2040077464788732</c:v>
                </c:pt>
                <c:pt idx="22746">
                  <c:v>6.2080915492957747</c:v>
                </c:pt>
                <c:pt idx="22747">
                  <c:v>6.2113690140845073</c:v>
                </c:pt>
                <c:pt idx="22748">
                  <c:v>6.2165725352112675</c:v>
                </c:pt>
                <c:pt idx="22749">
                  <c:v>6.2164915492957746</c:v>
                </c:pt>
                <c:pt idx="22750">
                  <c:v>6.2155746478873244</c:v>
                </c:pt>
                <c:pt idx="22751">
                  <c:v>6.2240091549295773</c:v>
                </c:pt>
                <c:pt idx="22752">
                  <c:v>6.230045070422535</c:v>
                </c:pt>
                <c:pt idx="22753">
                  <c:v>6.2281485915492958</c:v>
                </c:pt>
                <c:pt idx="22754">
                  <c:v>6.2243514084507039</c:v>
                </c:pt>
                <c:pt idx="22755">
                  <c:v>6.2243901408450704</c:v>
                </c:pt>
                <c:pt idx="22756">
                  <c:v>6.2237978873239435</c:v>
                </c:pt>
                <c:pt idx="22757">
                  <c:v>6.2253725352112674</c:v>
                </c:pt>
                <c:pt idx="22758">
                  <c:v>6.2271281690140849</c:v>
                </c:pt>
                <c:pt idx="22759">
                  <c:v>6.2321887323943663</c:v>
                </c:pt>
                <c:pt idx="22760">
                  <c:v>6.2303190140845066</c:v>
                </c:pt>
                <c:pt idx="22761">
                  <c:v>6.2304992957746475</c:v>
                </c:pt>
                <c:pt idx="22762">
                  <c:v>6.2362725352112678</c:v>
                </c:pt>
                <c:pt idx="22763">
                  <c:v>6.2465556338028172</c:v>
                </c:pt>
                <c:pt idx="22764">
                  <c:v>6.2539330985915491</c:v>
                </c:pt>
                <c:pt idx="22765">
                  <c:v>6.2602077464788728</c:v>
                </c:pt>
                <c:pt idx="22766">
                  <c:v>6.2692028169014087</c:v>
                </c:pt>
                <c:pt idx="22767">
                  <c:v>6.2742028169014086</c:v>
                </c:pt>
                <c:pt idx="22768">
                  <c:v>6.272022535211268</c:v>
                </c:pt>
                <c:pt idx="22769">
                  <c:v>6.2734732394366199</c:v>
                </c:pt>
                <c:pt idx="22770">
                  <c:v>6.2725</c:v>
                </c:pt>
                <c:pt idx="22771">
                  <c:v>6.2680204225352112</c:v>
                </c:pt>
                <c:pt idx="22772">
                  <c:v>6.2687584507042251</c:v>
                </c:pt>
                <c:pt idx="22773">
                  <c:v>6.2666450704225349</c:v>
                </c:pt>
                <c:pt idx="22774">
                  <c:v>6.2650922535211269</c:v>
                </c:pt>
                <c:pt idx="22775">
                  <c:v>6.2695718309859156</c:v>
                </c:pt>
                <c:pt idx="22776">
                  <c:v>6.2720457746478875</c:v>
                </c:pt>
                <c:pt idx="22777">
                  <c:v>6.2724147887323944</c:v>
                </c:pt>
                <c:pt idx="22778">
                  <c:v>6.2758908450704229</c:v>
                </c:pt>
                <c:pt idx="22779">
                  <c:v>6.2852859154929579</c:v>
                </c:pt>
                <c:pt idx="22780">
                  <c:v>6.2907225352112679</c:v>
                </c:pt>
                <c:pt idx="22781">
                  <c:v>6.2988795774647883</c:v>
                </c:pt>
                <c:pt idx="22782">
                  <c:v>6.3112507042253521</c:v>
                </c:pt>
                <c:pt idx="22783">
                  <c:v>6.3141316901408455</c:v>
                </c:pt>
                <c:pt idx="22784">
                  <c:v>6.308454929577465</c:v>
                </c:pt>
                <c:pt idx="22785">
                  <c:v>6.3039274647887327</c:v>
                </c:pt>
                <c:pt idx="22786">
                  <c:v>6.3122901408450707</c:v>
                </c:pt>
                <c:pt idx="22787">
                  <c:v>6.3228577464788733</c:v>
                </c:pt>
                <c:pt idx="22788">
                  <c:v>6.3275154929577466</c:v>
                </c:pt>
                <c:pt idx="22789">
                  <c:v>6.3320359154929573</c:v>
                </c:pt>
                <c:pt idx="22790">
                  <c:v>6.3337450704225349</c:v>
                </c:pt>
                <c:pt idx="22791">
                  <c:v>6.3395605633802816</c:v>
                </c:pt>
                <c:pt idx="22792">
                  <c:v>6.3431190140845066</c:v>
                </c:pt>
                <c:pt idx="22793">
                  <c:v>6.3472781690140847</c:v>
                </c:pt>
                <c:pt idx="22794">
                  <c:v>6.3474302816901407</c:v>
                </c:pt>
                <c:pt idx="22795">
                  <c:v>6.3432711267605635</c:v>
                </c:pt>
                <c:pt idx="22796">
                  <c:v>6.3405408450704224</c:v>
                </c:pt>
                <c:pt idx="22797">
                  <c:v>6.3489732394366198</c:v>
                </c:pt>
                <c:pt idx="22798">
                  <c:v>6.3590795774647884</c:v>
                </c:pt>
                <c:pt idx="22799">
                  <c:v>6.3623528169014083</c:v>
                </c:pt>
                <c:pt idx="22800">
                  <c:v>6.3554866197183095</c:v>
                </c:pt>
                <c:pt idx="22801">
                  <c:v>6.3557197183098593</c:v>
                </c:pt>
                <c:pt idx="22802">
                  <c:v>6.3591338028169018</c:v>
                </c:pt>
                <c:pt idx="22803">
                  <c:v>6.364761971830986</c:v>
                </c:pt>
                <c:pt idx="22804">
                  <c:v>6.3706281690140845</c:v>
                </c:pt>
                <c:pt idx="22805">
                  <c:v>6.3720992957746478</c:v>
                </c:pt>
                <c:pt idx="22806">
                  <c:v>6.376692253521127</c:v>
                </c:pt>
                <c:pt idx="22807">
                  <c:v>6.383694366197183</c:v>
                </c:pt>
                <c:pt idx="22808">
                  <c:v>6.3876985915492961</c:v>
                </c:pt>
                <c:pt idx="22809">
                  <c:v>6.3881035211267605</c:v>
                </c:pt>
                <c:pt idx="22810">
                  <c:v>6.3925253521126759</c:v>
                </c:pt>
                <c:pt idx="22811">
                  <c:v>6.3957964788732395</c:v>
                </c:pt>
                <c:pt idx="22812">
                  <c:v>6.4010809859154927</c:v>
                </c:pt>
                <c:pt idx="22813">
                  <c:v>6.4057500000000003</c:v>
                </c:pt>
                <c:pt idx="22814">
                  <c:v>6.3985239436619716</c:v>
                </c:pt>
                <c:pt idx="22815">
                  <c:v>6.3908633802816901</c:v>
                </c:pt>
                <c:pt idx="22816">
                  <c:v>6.3948880281690137</c:v>
                </c:pt>
                <c:pt idx="22817">
                  <c:v>6.3978957746478873</c:v>
                </c:pt>
                <c:pt idx="22818">
                  <c:v>6.3970781690140841</c:v>
                </c:pt>
                <c:pt idx="22819">
                  <c:v>6.3978521126760564</c:v>
                </c:pt>
                <c:pt idx="22820">
                  <c:v>6.4065154929577464</c:v>
                </c:pt>
                <c:pt idx="22821">
                  <c:v>6.4142866197183102</c:v>
                </c:pt>
                <c:pt idx="22822">
                  <c:v>6.4160563380281692</c:v>
                </c:pt>
                <c:pt idx="22823">
                  <c:v>6.4177845070422537</c:v>
                </c:pt>
                <c:pt idx="22824">
                  <c:v>6.4180056338028173</c:v>
                </c:pt>
                <c:pt idx="22825">
                  <c:v>6.4248436619718312</c:v>
                </c:pt>
                <c:pt idx="22826">
                  <c:v>6.433176056338028</c:v>
                </c:pt>
                <c:pt idx="22827">
                  <c:v>6.4316281690140844</c:v>
                </c:pt>
                <c:pt idx="22828">
                  <c:v>6.4345288732394366</c:v>
                </c:pt>
                <c:pt idx="22829">
                  <c:v>6.4333190140845069</c:v>
                </c:pt>
                <c:pt idx="22830">
                  <c:v>6.4301915492957749</c:v>
                </c:pt>
                <c:pt idx="22831">
                  <c:v>6.4260612676056335</c:v>
                </c:pt>
                <c:pt idx="22832">
                  <c:v>6.4265176056338031</c:v>
                </c:pt>
                <c:pt idx="22833">
                  <c:v>6.4310014084507046</c:v>
                </c:pt>
                <c:pt idx="22834">
                  <c:v>6.4403985915492958</c:v>
                </c:pt>
                <c:pt idx="22835">
                  <c:v>6.4439908450704229</c:v>
                </c:pt>
                <c:pt idx="22836">
                  <c:v>6.4392746478873235</c:v>
                </c:pt>
                <c:pt idx="22837">
                  <c:v>6.4366183098591545</c:v>
                </c:pt>
                <c:pt idx="22838">
                  <c:v>6.4352239436619723</c:v>
                </c:pt>
                <c:pt idx="22839">
                  <c:v>6.4389633802816899</c:v>
                </c:pt>
                <c:pt idx="22840">
                  <c:v>6.4419704225352117</c:v>
                </c:pt>
                <c:pt idx="22841">
                  <c:v>6.4369760563380281</c:v>
                </c:pt>
                <c:pt idx="22842">
                  <c:v>6.4297267605633799</c:v>
                </c:pt>
                <c:pt idx="22843">
                  <c:v>6.4266894366197187</c:v>
                </c:pt>
                <c:pt idx="22844">
                  <c:v>6.4271176056338026</c:v>
                </c:pt>
                <c:pt idx="22845">
                  <c:v>6.4346507042253522</c:v>
                </c:pt>
                <c:pt idx="22846">
                  <c:v>6.4414964788732396</c:v>
                </c:pt>
                <c:pt idx="22847">
                  <c:v>6.4477753521126759</c:v>
                </c:pt>
                <c:pt idx="22848">
                  <c:v>6.4472521126760567</c:v>
                </c:pt>
                <c:pt idx="22849">
                  <c:v>6.4479450704225352</c:v>
                </c:pt>
                <c:pt idx="22850">
                  <c:v>6.4534049295774647</c:v>
                </c:pt>
                <c:pt idx="22851">
                  <c:v>6.4588014084507046</c:v>
                </c:pt>
                <c:pt idx="22852">
                  <c:v>6.4605943661971832</c:v>
                </c:pt>
                <c:pt idx="22853">
                  <c:v>6.456140845070423</c:v>
                </c:pt>
                <c:pt idx="22854">
                  <c:v>6.4494598591549295</c:v>
                </c:pt>
                <c:pt idx="22855">
                  <c:v>6.4418584507042249</c:v>
                </c:pt>
                <c:pt idx="22856">
                  <c:v>6.4393859154929576</c:v>
                </c:pt>
                <c:pt idx="22857">
                  <c:v>6.4457316901408452</c:v>
                </c:pt>
                <c:pt idx="22858">
                  <c:v>6.45151338028169</c:v>
                </c:pt>
                <c:pt idx="22859">
                  <c:v>6.4558739436619721</c:v>
                </c:pt>
                <c:pt idx="22860">
                  <c:v>6.4604767605633802</c:v>
                </c:pt>
                <c:pt idx="22861">
                  <c:v>6.4574753521126764</c:v>
                </c:pt>
                <c:pt idx="22862">
                  <c:v>6.4553415492957749</c:v>
                </c:pt>
                <c:pt idx="22863">
                  <c:v>6.4490288732394365</c:v>
                </c:pt>
                <c:pt idx="22864">
                  <c:v>6.4420619718309862</c:v>
                </c:pt>
                <c:pt idx="22865">
                  <c:v>6.4409338028169012</c:v>
                </c:pt>
                <c:pt idx="22866">
                  <c:v>6.4492676056338025</c:v>
                </c:pt>
                <c:pt idx="22867">
                  <c:v>6.4513316901408455</c:v>
                </c:pt>
                <c:pt idx="22868">
                  <c:v>6.4474873239436619</c:v>
                </c:pt>
                <c:pt idx="22869">
                  <c:v>6.4405260563380278</c:v>
                </c:pt>
                <c:pt idx="22870">
                  <c:v>6.4339211267605636</c:v>
                </c:pt>
                <c:pt idx="22871">
                  <c:v>6.4309232394366198</c:v>
                </c:pt>
                <c:pt idx="22872">
                  <c:v>6.4300126760563376</c:v>
                </c:pt>
                <c:pt idx="22873">
                  <c:v>6.4310316901408449</c:v>
                </c:pt>
                <c:pt idx="22874">
                  <c:v>6.4257591549295778</c:v>
                </c:pt>
                <c:pt idx="22875">
                  <c:v>6.4218661971830988</c:v>
                </c:pt>
                <c:pt idx="22876">
                  <c:v>6.4217584507042256</c:v>
                </c:pt>
                <c:pt idx="22877">
                  <c:v>6.4236774647887325</c:v>
                </c:pt>
                <c:pt idx="22878">
                  <c:v>6.4215190140845069</c:v>
                </c:pt>
                <c:pt idx="22879">
                  <c:v>6.4216295774647891</c:v>
                </c:pt>
                <c:pt idx="22880">
                  <c:v>6.4281408450704225</c:v>
                </c:pt>
                <c:pt idx="22881">
                  <c:v>6.4317359154929576</c:v>
                </c:pt>
                <c:pt idx="22882">
                  <c:v>6.4331190140845074</c:v>
                </c:pt>
                <c:pt idx="22883">
                  <c:v>6.433576056338028</c:v>
                </c:pt>
                <c:pt idx="22884">
                  <c:v>6.4321211267605634</c:v>
                </c:pt>
                <c:pt idx="22885">
                  <c:v>6.4281211267605638</c:v>
                </c:pt>
                <c:pt idx="22886">
                  <c:v>6.4263274647887325</c:v>
                </c:pt>
                <c:pt idx="22887">
                  <c:v>6.4299394366197182</c:v>
                </c:pt>
                <c:pt idx="22888">
                  <c:v>6.428166901408451</c:v>
                </c:pt>
                <c:pt idx="22889">
                  <c:v>6.4242457746478872</c:v>
                </c:pt>
                <c:pt idx="22890">
                  <c:v>6.4213091549295775</c:v>
                </c:pt>
                <c:pt idx="22891">
                  <c:v>6.4212091549295778</c:v>
                </c:pt>
                <c:pt idx="22892">
                  <c:v>6.4184535211267608</c:v>
                </c:pt>
                <c:pt idx="22893">
                  <c:v>6.4117154929577467</c:v>
                </c:pt>
                <c:pt idx="22894">
                  <c:v>6.4165091549295772</c:v>
                </c:pt>
                <c:pt idx="22895">
                  <c:v>6.4266436619718306</c:v>
                </c:pt>
                <c:pt idx="22896">
                  <c:v>6.4246690140845066</c:v>
                </c:pt>
                <c:pt idx="22897">
                  <c:v>6.4108887323943664</c:v>
                </c:pt>
                <c:pt idx="22898">
                  <c:v>6.4020669014084506</c:v>
                </c:pt>
                <c:pt idx="22899">
                  <c:v>6.3981436619718313</c:v>
                </c:pt>
                <c:pt idx="22900">
                  <c:v>6.3955450704225356</c:v>
                </c:pt>
                <c:pt idx="22901">
                  <c:v>6.3982697183098587</c:v>
                </c:pt>
                <c:pt idx="22902">
                  <c:v>6.4011795774647888</c:v>
                </c:pt>
                <c:pt idx="22903">
                  <c:v>6.4018760563380281</c:v>
                </c:pt>
                <c:pt idx="22904">
                  <c:v>6.4019535211267602</c:v>
                </c:pt>
                <c:pt idx="22905">
                  <c:v>6.4057809859154933</c:v>
                </c:pt>
                <c:pt idx="22906">
                  <c:v>6.4093535211267607</c:v>
                </c:pt>
                <c:pt idx="22907">
                  <c:v>6.4088063380281692</c:v>
                </c:pt>
                <c:pt idx="22908">
                  <c:v>6.4117992957746477</c:v>
                </c:pt>
                <c:pt idx="22909">
                  <c:v>6.4112887323943664</c:v>
                </c:pt>
                <c:pt idx="22910">
                  <c:v>6.4062929577464791</c:v>
                </c:pt>
                <c:pt idx="22911">
                  <c:v>6.4052260563380283</c:v>
                </c:pt>
                <c:pt idx="22912">
                  <c:v>6.4058760563380286</c:v>
                </c:pt>
                <c:pt idx="22913">
                  <c:v>6.4051070422535208</c:v>
                </c:pt>
                <c:pt idx="22914">
                  <c:v>6.4028943661971827</c:v>
                </c:pt>
                <c:pt idx="22915">
                  <c:v>6.4034063380281694</c:v>
                </c:pt>
                <c:pt idx="22916">
                  <c:v>6.4051767605633803</c:v>
                </c:pt>
                <c:pt idx="22917">
                  <c:v>6.4101605633802814</c:v>
                </c:pt>
                <c:pt idx="22918">
                  <c:v>6.4119591549295771</c:v>
                </c:pt>
                <c:pt idx="22919">
                  <c:v>6.4112591549295779</c:v>
                </c:pt>
                <c:pt idx="22920">
                  <c:v>6.4121274647887327</c:v>
                </c:pt>
                <c:pt idx="22921">
                  <c:v>6.4183169014084509</c:v>
                </c:pt>
                <c:pt idx="22922">
                  <c:v>6.4207309859154931</c:v>
                </c:pt>
                <c:pt idx="22923">
                  <c:v>6.4135704225352113</c:v>
                </c:pt>
                <c:pt idx="22924">
                  <c:v>6.4036436619718309</c:v>
                </c:pt>
                <c:pt idx="22925">
                  <c:v>6.3952253521126758</c:v>
                </c:pt>
                <c:pt idx="22926">
                  <c:v>6.393014788732394</c:v>
                </c:pt>
                <c:pt idx="22927">
                  <c:v>6.3942014084507042</c:v>
                </c:pt>
                <c:pt idx="22928">
                  <c:v>6.3979436619718308</c:v>
                </c:pt>
                <c:pt idx="22929">
                  <c:v>6.3989823943661968</c:v>
                </c:pt>
                <c:pt idx="22930">
                  <c:v>6.3975338028169011</c:v>
                </c:pt>
                <c:pt idx="22931">
                  <c:v>6.3995718309859155</c:v>
                </c:pt>
                <c:pt idx="22932">
                  <c:v>6.4040640845070422</c:v>
                </c:pt>
                <c:pt idx="22933">
                  <c:v>6.4123302816901404</c:v>
                </c:pt>
                <c:pt idx="22934">
                  <c:v>6.415316197183099</c:v>
                </c:pt>
                <c:pt idx="22935">
                  <c:v>6.4197429577464789</c:v>
                </c:pt>
                <c:pt idx="22936">
                  <c:v>6.4231028169014088</c:v>
                </c:pt>
                <c:pt idx="22937">
                  <c:v>6.4242549295774651</c:v>
                </c:pt>
                <c:pt idx="22938">
                  <c:v>6.4194457746478877</c:v>
                </c:pt>
                <c:pt idx="22939">
                  <c:v>6.4133640845070419</c:v>
                </c:pt>
                <c:pt idx="22940">
                  <c:v>6.407061971830986</c:v>
                </c:pt>
                <c:pt idx="22941">
                  <c:v>6.3999542253521122</c:v>
                </c:pt>
                <c:pt idx="22942">
                  <c:v>6.3983852112676054</c:v>
                </c:pt>
                <c:pt idx="22943">
                  <c:v>6.3991042253521124</c:v>
                </c:pt>
                <c:pt idx="22944">
                  <c:v>6.4034309859154925</c:v>
                </c:pt>
                <c:pt idx="22945">
                  <c:v>6.4080936619718312</c:v>
                </c:pt>
                <c:pt idx="22946">
                  <c:v>6.4092084507042255</c:v>
                </c:pt>
                <c:pt idx="22947">
                  <c:v>6.4083253521126764</c:v>
                </c:pt>
                <c:pt idx="22948">
                  <c:v>6.4109816901408454</c:v>
                </c:pt>
                <c:pt idx="22949">
                  <c:v>6.4045260563380282</c:v>
                </c:pt>
                <c:pt idx="22950">
                  <c:v>6.3984288732394363</c:v>
                </c:pt>
                <c:pt idx="22951">
                  <c:v>6.4056387323943662</c:v>
                </c:pt>
                <c:pt idx="22952">
                  <c:v>6.410031690140845</c:v>
                </c:pt>
                <c:pt idx="22953">
                  <c:v>6.4116718309859158</c:v>
                </c:pt>
                <c:pt idx="22954">
                  <c:v>6.4071725352112674</c:v>
                </c:pt>
                <c:pt idx="22955">
                  <c:v>6.4021612676056341</c:v>
                </c:pt>
                <c:pt idx="22956">
                  <c:v>6.3994288732394367</c:v>
                </c:pt>
                <c:pt idx="22957">
                  <c:v>6.3926859154929581</c:v>
                </c:pt>
                <c:pt idx="22958">
                  <c:v>6.3867661971830989</c:v>
                </c:pt>
                <c:pt idx="22959">
                  <c:v>6.3849161971830988</c:v>
                </c:pt>
                <c:pt idx="22960">
                  <c:v>6.3924894366197185</c:v>
                </c:pt>
                <c:pt idx="22961">
                  <c:v>6.4007669014084509</c:v>
                </c:pt>
                <c:pt idx="22962">
                  <c:v>6.4050007042253521</c:v>
                </c:pt>
                <c:pt idx="22963">
                  <c:v>6.4091570422535211</c:v>
                </c:pt>
                <c:pt idx="22964">
                  <c:v>6.4112584507042252</c:v>
                </c:pt>
                <c:pt idx="22965">
                  <c:v>6.4094978873239441</c:v>
                </c:pt>
                <c:pt idx="22966">
                  <c:v>6.4098007042253524</c:v>
                </c:pt>
                <c:pt idx="22967">
                  <c:v>6.4172816901408449</c:v>
                </c:pt>
                <c:pt idx="22968">
                  <c:v>6.4213866197183096</c:v>
                </c:pt>
                <c:pt idx="22969">
                  <c:v>6.4187894366197185</c:v>
                </c:pt>
                <c:pt idx="22970">
                  <c:v>6.4089852112676056</c:v>
                </c:pt>
                <c:pt idx="22971">
                  <c:v>6.4044007042253526</c:v>
                </c:pt>
                <c:pt idx="22972">
                  <c:v>6.412166901408451</c:v>
                </c:pt>
                <c:pt idx="22973">
                  <c:v>6.4223323943661974</c:v>
                </c:pt>
                <c:pt idx="22974">
                  <c:v>6.424766901408451</c:v>
                </c:pt>
                <c:pt idx="22975">
                  <c:v>6.425510563380282</c:v>
                </c:pt>
                <c:pt idx="22976">
                  <c:v>6.4267915492957748</c:v>
                </c:pt>
                <c:pt idx="22977">
                  <c:v>6.4220408450704225</c:v>
                </c:pt>
                <c:pt idx="22978">
                  <c:v>6.4172147887323945</c:v>
                </c:pt>
                <c:pt idx="22979">
                  <c:v>6.4104887323943665</c:v>
                </c:pt>
                <c:pt idx="22980">
                  <c:v>6.4075774647887327</c:v>
                </c:pt>
                <c:pt idx="22981">
                  <c:v>6.4117873239436616</c:v>
                </c:pt>
                <c:pt idx="22982">
                  <c:v>6.4151528169014087</c:v>
                </c:pt>
                <c:pt idx="22983">
                  <c:v>6.4146753521126758</c:v>
                </c:pt>
                <c:pt idx="22984">
                  <c:v>6.4166070422535215</c:v>
                </c:pt>
                <c:pt idx="22985">
                  <c:v>6.4207429577464792</c:v>
                </c:pt>
                <c:pt idx="22986">
                  <c:v>6.4142204225352115</c:v>
                </c:pt>
                <c:pt idx="22987">
                  <c:v>6.4069056338028165</c:v>
                </c:pt>
                <c:pt idx="22988">
                  <c:v>6.4016380281690139</c:v>
                </c:pt>
                <c:pt idx="22989">
                  <c:v>6.3991739436619719</c:v>
                </c:pt>
                <c:pt idx="22990">
                  <c:v>6.3935154929577465</c:v>
                </c:pt>
                <c:pt idx="22991">
                  <c:v>6.3864838028169011</c:v>
                </c:pt>
                <c:pt idx="22992">
                  <c:v>6.3801450704225351</c:v>
                </c:pt>
                <c:pt idx="22993">
                  <c:v>6.3842464788732398</c:v>
                </c:pt>
                <c:pt idx="22994">
                  <c:v>6.3944077464788736</c:v>
                </c:pt>
                <c:pt idx="22995">
                  <c:v>6.400642957746479</c:v>
                </c:pt>
                <c:pt idx="22996">
                  <c:v>6.4070809859154929</c:v>
                </c:pt>
                <c:pt idx="22997">
                  <c:v>6.4089845070422538</c:v>
                </c:pt>
                <c:pt idx="22998">
                  <c:v>6.4088204225352108</c:v>
                </c:pt>
                <c:pt idx="22999">
                  <c:v>6.406575352112676</c:v>
                </c:pt>
                <c:pt idx="23000">
                  <c:v>6.405407042253521</c:v>
                </c:pt>
                <c:pt idx="23001">
                  <c:v>6.4030732394366199</c:v>
                </c:pt>
                <c:pt idx="23002">
                  <c:v>6.4013457746478872</c:v>
                </c:pt>
                <c:pt idx="23003">
                  <c:v>6.4054154929577463</c:v>
                </c:pt>
                <c:pt idx="23004">
                  <c:v>6.4139985915492961</c:v>
                </c:pt>
                <c:pt idx="23005">
                  <c:v>6.4144725352112673</c:v>
                </c:pt>
                <c:pt idx="23006">
                  <c:v>6.40921338028169</c:v>
                </c:pt>
                <c:pt idx="23007">
                  <c:v>6.4088985915492955</c:v>
                </c:pt>
                <c:pt idx="23008">
                  <c:v>6.4045126760563384</c:v>
                </c:pt>
                <c:pt idx="23009">
                  <c:v>6.393926056338028</c:v>
                </c:pt>
                <c:pt idx="23010">
                  <c:v>6.3865330985915492</c:v>
                </c:pt>
                <c:pt idx="23011">
                  <c:v>6.3854380281690144</c:v>
                </c:pt>
                <c:pt idx="23012">
                  <c:v>6.3810957746478874</c:v>
                </c:pt>
                <c:pt idx="23013">
                  <c:v>6.3813366197183097</c:v>
                </c:pt>
                <c:pt idx="23014">
                  <c:v>6.3887873239436619</c:v>
                </c:pt>
                <c:pt idx="23015">
                  <c:v>6.3952126760563379</c:v>
                </c:pt>
                <c:pt idx="23016">
                  <c:v>6.3944957746478872</c:v>
                </c:pt>
                <c:pt idx="23017">
                  <c:v>6.3868514084507044</c:v>
                </c:pt>
                <c:pt idx="23018">
                  <c:v>6.3852366197183095</c:v>
                </c:pt>
                <c:pt idx="23019">
                  <c:v>6.3858802816901408</c:v>
                </c:pt>
                <c:pt idx="23020">
                  <c:v>6.3867823943661968</c:v>
                </c:pt>
                <c:pt idx="23021">
                  <c:v>6.3875514084507046</c:v>
                </c:pt>
                <c:pt idx="23022">
                  <c:v>6.3888697183098593</c:v>
                </c:pt>
                <c:pt idx="23023">
                  <c:v>6.3875140845070426</c:v>
                </c:pt>
                <c:pt idx="23024">
                  <c:v>6.381431690140845</c:v>
                </c:pt>
                <c:pt idx="23025">
                  <c:v>6.3754654929577468</c:v>
                </c:pt>
                <c:pt idx="23026">
                  <c:v>6.3680154929577464</c:v>
                </c:pt>
                <c:pt idx="23027">
                  <c:v>6.3643866197183101</c:v>
                </c:pt>
                <c:pt idx="23028">
                  <c:v>6.3682577464788732</c:v>
                </c:pt>
                <c:pt idx="23029">
                  <c:v>6.3741521126760565</c:v>
                </c:pt>
                <c:pt idx="23030">
                  <c:v>6.3873070422535214</c:v>
                </c:pt>
                <c:pt idx="23031">
                  <c:v>6.3953788732394363</c:v>
                </c:pt>
                <c:pt idx="23032">
                  <c:v>6.3933584507042251</c:v>
                </c:pt>
                <c:pt idx="23033">
                  <c:v>6.3859232394366199</c:v>
                </c:pt>
                <c:pt idx="23034">
                  <c:v>6.381270422535211</c:v>
                </c:pt>
                <c:pt idx="23035">
                  <c:v>6.387745774647887</c:v>
                </c:pt>
                <c:pt idx="23036">
                  <c:v>6.3930464788732397</c:v>
                </c:pt>
                <c:pt idx="23037">
                  <c:v>6.3826908450704227</c:v>
                </c:pt>
                <c:pt idx="23038">
                  <c:v>6.3786507042253522</c:v>
                </c:pt>
                <c:pt idx="23039">
                  <c:v>6.3768535211267601</c:v>
                </c:pt>
                <c:pt idx="23040">
                  <c:v>6.3790619718309856</c:v>
                </c:pt>
                <c:pt idx="23041">
                  <c:v>6.3838169014084505</c:v>
                </c:pt>
                <c:pt idx="23042">
                  <c:v>6.3856063380281691</c:v>
                </c:pt>
                <c:pt idx="23043">
                  <c:v>6.3832823943661969</c:v>
                </c:pt>
                <c:pt idx="23044">
                  <c:v>6.3821640845070426</c:v>
                </c:pt>
                <c:pt idx="23045">
                  <c:v>6.3780288732394368</c:v>
                </c:pt>
                <c:pt idx="23046">
                  <c:v>6.3823633802816904</c:v>
                </c:pt>
                <c:pt idx="23047">
                  <c:v>6.3880999999999997</c:v>
                </c:pt>
                <c:pt idx="23048">
                  <c:v>6.386468309859155</c:v>
                </c:pt>
                <c:pt idx="23049">
                  <c:v>6.382057746478873</c:v>
                </c:pt>
                <c:pt idx="23050">
                  <c:v>6.3727971830985917</c:v>
                </c:pt>
                <c:pt idx="23051">
                  <c:v>6.3656098591549295</c:v>
                </c:pt>
                <c:pt idx="23052">
                  <c:v>6.3662767605633803</c:v>
                </c:pt>
                <c:pt idx="23053">
                  <c:v>6.3716718309859157</c:v>
                </c:pt>
                <c:pt idx="23054">
                  <c:v>6.3751042253521124</c:v>
                </c:pt>
                <c:pt idx="23055">
                  <c:v>6.3781852112676054</c:v>
                </c:pt>
                <c:pt idx="23056">
                  <c:v>6.3810359154929577</c:v>
                </c:pt>
                <c:pt idx="23057">
                  <c:v>6.3752464788732395</c:v>
                </c:pt>
                <c:pt idx="23058">
                  <c:v>6.3708014084507045</c:v>
                </c:pt>
                <c:pt idx="23059">
                  <c:v>6.3697014084507044</c:v>
                </c:pt>
                <c:pt idx="23060">
                  <c:v>6.3695471830985912</c:v>
                </c:pt>
                <c:pt idx="23061">
                  <c:v>6.3702542253521131</c:v>
                </c:pt>
                <c:pt idx="23062">
                  <c:v>6.3715492957746482</c:v>
                </c:pt>
                <c:pt idx="23063">
                  <c:v>6.3705654929577467</c:v>
                </c:pt>
                <c:pt idx="23064">
                  <c:v>6.3651676056338031</c:v>
                </c:pt>
                <c:pt idx="23065">
                  <c:v>6.3609190140845069</c:v>
                </c:pt>
                <c:pt idx="23066">
                  <c:v>6.3607042253521131</c:v>
                </c:pt>
                <c:pt idx="23067">
                  <c:v>6.3649838028169015</c:v>
                </c:pt>
                <c:pt idx="23068">
                  <c:v>6.3659063380281689</c:v>
                </c:pt>
                <c:pt idx="23069">
                  <c:v>6.3601464788732391</c:v>
                </c:pt>
                <c:pt idx="23070">
                  <c:v>6.3562577464788736</c:v>
                </c:pt>
                <c:pt idx="23071">
                  <c:v>6.3560964788732397</c:v>
                </c:pt>
                <c:pt idx="23072">
                  <c:v>6.3562669014084507</c:v>
                </c:pt>
                <c:pt idx="23073">
                  <c:v>6.3539845070422531</c:v>
                </c:pt>
                <c:pt idx="23074">
                  <c:v>6.3469288732394364</c:v>
                </c:pt>
                <c:pt idx="23075">
                  <c:v>6.3463809859154932</c:v>
                </c:pt>
                <c:pt idx="23076">
                  <c:v>6.354319718309859</c:v>
                </c:pt>
                <c:pt idx="23077">
                  <c:v>6.3611274647887326</c:v>
                </c:pt>
                <c:pt idx="23078">
                  <c:v>6.3686471830985916</c:v>
                </c:pt>
                <c:pt idx="23079">
                  <c:v>6.3732260563380283</c:v>
                </c:pt>
                <c:pt idx="23080">
                  <c:v>6.3723556338028171</c:v>
                </c:pt>
                <c:pt idx="23081">
                  <c:v>6.3635042253521128</c:v>
                </c:pt>
                <c:pt idx="23082">
                  <c:v>6.3540345070422539</c:v>
                </c:pt>
                <c:pt idx="23083">
                  <c:v>6.3511281690140846</c:v>
                </c:pt>
                <c:pt idx="23084">
                  <c:v>6.3575084507042252</c:v>
                </c:pt>
                <c:pt idx="23085">
                  <c:v>6.3681619718309861</c:v>
                </c:pt>
                <c:pt idx="23086">
                  <c:v>6.3723908450704227</c:v>
                </c:pt>
                <c:pt idx="23087">
                  <c:v>6.3714119718309856</c:v>
                </c:pt>
                <c:pt idx="23088">
                  <c:v>6.3675873239436616</c:v>
                </c:pt>
                <c:pt idx="23089">
                  <c:v>6.3686084507042251</c:v>
                </c:pt>
                <c:pt idx="23090">
                  <c:v>6.3657894366197185</c:v>
                </c:pt>
                <c:pt idx="23091">
                  <c:v>6.3604084507042256</c:v>
                </c:pt>
                <c:pt idx="23092">
                  <c:v>6.3590492957746481</c:v>
                </c:pt>
                <c:pt idx="23093">
                  <c:v>6.3551056338028165</c:v>
                </c:pt>
                <c:pt idx="23094">
                  <c:v>6.3523753521126762</c:v>
                </c:pt>
                <c:pt idx="23095">
                  <c:v>6.3549281690140846</c:v>
                </c:pt>
                <c:pt idx="23096">
                  <c:v>6.3570021126760565</c:v>
                </c:pt>
                <c:pt idx="23097">
                  <c:v>6.357750704225352</c:v>
                </c:pt>
                <c:pt idx="23098">
                  <c:v>6.3620077464788736</c:v>
                </c:pt>
                <c:pt idx="23099">
                  <c:v>6.3636549295774651</c:v>
                </c:pt>
                <c:pt idx="23100">
                  <c:v>6.3605140845070425</c:v>
                </c:pt>
                <c:pt idx="23101">
                  <c:v>6.3582774647887321</c:v>
                </c:pt>
                <c:pt idx="23102">
                  <c:v>6.3550619718309855</c:v>
                </c:pt>
                <c:pt idx="23103">
                  <c:v>6.3577683098591553</c:v>
                </c:pt>
                <c:pt idx="23104">
                  <c:v>6.3627915492957747</c:v>
                </c:pt>
                <c:pt idx="23105">
                  <c:v>6.3679746478873236</c:v>
                </c:pt>
                <c:pt idx="23106">
                  <c:v>6.3657408450704223</c:v>
                </c:pt>
                <c:pt idx="23107">
                  <c:v>6.3609873239436618</c:v>
                </c:pt>
                <c:pt idx="23108">
                  <c:v>6.3618295774647891</c:v>
                </c:pt>
                <c:pt idx="23109">
                  <c:v>6.3586802816901411</c:v>
                </c:pt>
                <c:pt idx="23110">
                  <c:v>6.3579542253521124</c:v>
                </c:pt>
                <c:pt idx="23111">
                  <c:v>6.3659654929577467</c:v>
                </c:pt>
                <c:pt idx="23112">
                  <c:v>6.3718126760563383</c:v>
                </c:pt>
                <c:pt idx="23113">
                  <c:v>6.3732021126760561</c:v>
                </c:pt>
                <c:pt idx="23114">
                  <c:v>6.3690838028169017</c:v>
                </c:pt>
                <c:pt idx="23115">
                  <c:v>6.3731443661971827</c:v>
                </c:pt>
                <c:pt idx="23116">
                  <c:v>6.3837330985915495</c:v>
                </c:pt>
                <c:pt idx="23117">
                  <c:v>6.385445774647887</c:v>
                </c:pt>
                <c:pt idx="23118">
                  <c:v>6.3844929577464793</c:v>
                </c:pt>
                <c:pt idx="23119">
                  <c:v>6.3838239436619721</c:v>
                </c:pt>
                <c:pt idx="23120">
                  <c:v>6.382820422535211</c:v>
                </c:pt>
                <c:pt idx="23121">
                  <c:v>6.382066901408451</c:v>
                </c:pt>
                <c:pt idx="23122">
                  <c:v>6.3812415492957744</c:v>
                </c:pt>
                <c:pt idx="23123">
                  <c:v>6.3809345070422534</c:v>
                </c:pt>
                <c:pt idx="23124">
                  <c:v>6.3908014084507041</c:v>
                </c:pt>
                <c:pt idx="23125">
                  <c:v>6.3852119718309854</c:v>
                </c:pt>
                <c:pt idx="23126">
                  <c:v>6.3744401408450706</c:v>
                </c:pt>
                <c:pt idx="23127">
                  <c:v>6.3689605633802815</c:v>
                </c:pt>
                <c:pt idx="23128">
                  <c:v>6.3695084507042257</c:v>
                </c:pt>
                <c:pt idx="23129">
                  <c:v>6.3800521126760561</c:v>
                </c:pt>
                <c:pt idx="23130">
                  <c:v>6.394496478873239</c:v>
                </c:pt>
                <c:pt idx="23131">
                  <c:v>6.4053612676056337</c:v>
                </c:pt>
                <c:pt idx="23132">
                  <c:v>6.3959176056338025</c:v>
                </c:pt>
                <c:pt idx="23133">
                  <c:v>6.3879218309859152</c:v>
                </c:pt>
                <c:pt idx="23134">
                  <c:v>6.385625352112676</c:v>
                </c:pt>
                <c:pt idx="23135">
                  <c:v>6.3874563380281693</c:v>
                </c:pt>
                <c:pt idx="23136">
                  <c:v>6.3905485915492957</c:v>
                </c:pt>
                <c:pt idx="23137">
                  <c:v>6.3923154929577466</c:v>
                </c:pt>
                <c:pt idx="23138">
                  <c:v>6.3938225352112674</c:v>
                </c:pt>
                <c:pt idx="23139">
                  <c:v>6.3896190140845075</c:v>
                </c:pt>
                <c:pt idx="23140">
                  <c:v>6.3905246478873243</c:v>
                </c:pt>
                <c:pt idx="23141">
                  <c:v>6.3980690140845073</c:v>
                </c:pt>
                <c:pt idx="23142">
                  <c:v>6.3983774647887328</c:v>
                </c:pt>
                <c:pt idx="23143">
                  <c:v>6.3904633802816901</c:v>
                </c:pt>
                <c:pt idx="23144">
                  <c:v>6.3903690140845066</c:v>
                </c:pt>
                <c:pt idx="23145">
                  <c:v>6.3908690140845072</c:v>
                </c:pt>
                <c:pt idx="23146">
                  <c:v>6.3954070422535212</c:v>
                </c:pt>
                <c:pt idx="23147">
                  <c:v>6.408630281690141</c:v>
                </c:pt>
                <c:pt idx="23148">
                  <c:v>6.4129478873239441</c:v>
                </c:pt>
                <c:pt idx="23149">
                  <c:v>6.4204901408450707</c:v>
                </c:pt>
                <c:pt idx="23150">
                  <c:v>6.4301408450704223</c:v>
                </c:pt>
                <c:pt idx="23151">
                  <c:v>6.4336091549295773</c:v>
                </c:pt>
                <c:pt idx="23152">
                  <c:v>6.4310612676056333</c:v>
                </c:pt>
                <c:pt idx="23153">
                  <c:v>6.4347380281690141</c:v>
                </c:pt>
                <c:pt idx="23154">
                  <c:v>6.4406295774647884</c:v>
                </c:pt>
                <c:pt idx="23155">
                  <c:v>6.4453767605633807</c:v>
                </c:pt>
                <c:pt idx="23156">
                  <c:v>6.4473014084507039</c:v>
                </c:pt>
                <c:pt idx="23157">
                  <c:v>6.4471880281690144</c:v>
                </c:pt>
                <c:pt idx="23158">
                  <c:v>6.4471154929577468</c:v>
                </c:pt>
                <c:pt idx="23159">
                  <c:v>6.4461887323943659</c:v>
                </c:pt>
                <c:pt idx="23160">
                  <c:v>6.4387316901408447</c:v>
                </c:pt>
                <c:pt idx="23161">
                  <c:v>6.4354669014084509</c:v>
                </c:pt>
                <c:pt idx="23162">
                  <c:v>6.432001408450704</c:v>
                </c:pt>
                <c:pt idx="23163">
                  <c:v>6.4309295774647888</c:v>
                </c:pt>
                <c:pt idx="23164">
                  <c:v>6.4403190140845075</c:v>
                </c:pt>
                <c:pt idx="23165">
                  <c:v>6.4543387323943664</c:v>
                </c:pt>
                <c:pt idx="23166">
                  <c:v>6.4621535211267602</c:v>
                </c:pt>
                <c:pt idx="23167">
                  <c:v>6.4619521126760562</c:v>
                </c:pt>
                <c:pt idx="23168">
                  <c:v>6.4613788732394362</c:v>
                </c:pt>
                <c:pt idx="23169">
                  <c:v>6.4627725352112675</c:v>
                </c:pt>
                <c:pt idx="23170">
                  <c:v>6.467885211267606</c:v>
                </c:pt>
                <c:pt idx="23171">
                  <c:v>6.4736190140845071</c:v>
                </c:pt>
                <c:pt idx="23172">
                  <c:v>6.4795028169014088</c:v>
                </c:pt>
                <c:pt idx="23173">
                  <c:v>6.4795169014084504</c:v>
                </c:pt>
                <c:pt idx="23174">
                  <c:v>6.4740119718309863</c:v>
                </c:pt>
                <c:pt idx="23175">
                  <c:v>6.4746028169014087</c:v>
                </c:pt>
                <c:pt idx="23176">
                  <c:v>6.4828669014084506</c:v>
                </c:pt>
                <c:pt idx="23177">
                  <c:v>6.4890725352112675</c:v>
                </c:pt>
                <c:pt idx="23178">
                  <c:v>6.4860852112676053</c:v>
                </c:pt>
                <c:pt idx="23179">
                  <c:v>6.4753415492957744</c:v>
                </c:pt>
                <c:pt idx="23180">
                  <c:v>6.4738119718309859</c:v>
                </c:pt>
                <c:pt idx="23181">
                  <c:v>6.4787591549295778</c:v>
                </c:pt>
                <c:pt idx="23182">
                  <c:v>6.4862697183098597</c:v>
                </c:pt>
                <c:pt idx="23183">
                  <c:v>6.4888978873239438</c:v>
                </c:pt>
                <c:pt idx="23184">
                  <c:v>6.4942218309859152</c:v>
                </c:pt>
                <c:pt idx="23185">
                  <c:v>6.4991176056338027</c:v>
                </c:pt>
                <c:pt idx="23186">
                  <c:v>6.5068577464788735</c:v>
                </c:pt>
                <c:pt idx="23187">
                  <c:v>6.5068380281690139</c:v>
                </c:pt>
                <c:pt idx="23188">
                  <c:v>6.4976345070422532</c:v>
                </c:pt>
                <c:pt idx="23189">
                  <c:v>6.4979471830985913</c:v>
                </c:pt>
                <c:pt idx="23190">
                  <c:v>6.5010838028169013</c:v>
                </c:pt>
                <c:pt idx="23191">
                  <c:v>6.5082774647887325</c:v>
                </c:pt>
                <c:pt idx="23192">
                  <c:v>6.5150309859154927</c:v>
                </c:pt>
                <c:pt idx="23193">
                  <c:v>6.520469718309859</c:v>
                </c:pt>
                <c:pt idx="23194">
                  <c:v>6.5196936619718313</c:v>
                </c:pt>
                <c:pt idx="23195">
                  <c:v>6.516006338028169</c:v>
                </c:pt>
                <c:pt idx="23196">
                  <c:v>6.5204598591549292</c:v>
                </c:pt>
                <c:pt idx="23197">
                  <c:v>6.5276288732394363</c:v>
                </c:pt>
                <c:pt idx="23198">
                  <c:v>6.5254809859154932</c:v>
                </c:pt>
                <c:pt idx="23199">
                  <c:v>6.5176415492957744</c:v>
                </c:pt>
                <c:pt idx="23200">
                  <c:v>6.505951408450704</c:v>
                </c:pt>
                <c:pt idx="23201">
                  <c:v>6.499327464788732</c:v>
                </c:pt>
                <c:pt idx="23202">
                  <c:v>6.5000795774647884</c:v>
                </c:pt>
                <c:pt idx="23203">
                  <c:v>6.50486338028169</c:v>
                </c:pt>
                <c:pt idx="23204">
                  <c:v>6.5142140845070422</c:v>
                </c:pt>
                <c:pt idx="23205">
                  <c:v>6.5221816901408456</c:v>
                </c:pt>
                <c:pt idx="23206">
                  <c:v>6.5267788732394365</c:v>
                </c:pt>
                <c:pt idx="23207">
                  <c:v>6.5264492957746478</c:v>
                </c:pt>
                <c:pt idx="23208">
                  <c:v>6.5234598591549293</c:v>
                </c:pt>
                <c:pt idx="23209">
                  <c:v>6.5270760563380286</c:v>
                </c:pt>
                <c:pt idx="23210">
                  <c:v>6.5286345070422538</c:v>
                </c:pt>
                <c:pt idx="23211">
                  <c:v>6.5263830985915492</c:v>
                </c:pt>
                <c:pt idx="23212">
                  <c:v>6.5235408450704222</c:v>
                </c:pt>
                <c:pt idx="23213">
                  <c:v>6.5220232394366198</c:v>
                </c:pt>
                <c:pt idx="23214">
                  <c:v>6.5290436619718308</c:v>
                </c:pt>
                <c:pt idx="23215">
                  <c:v>6.532300704225352</c:v>
                </c:pt>
                <c:pt idx="23216">
                  <c:v>6.5317457746478871</c:v>
                </c:pt>
                <c:pt idx="23217">
                  <c:v>6.5311112676056338</c:v>
                </c:pt>
                <c:pt idx="23218">
                  <c:v>6.53306338028169</c:v>
                </c:pt>
                <c:pt idx="23219">
                  <c:v>6.5425852112676059</c:v>
                </c:pt>
                <c:pt idx="23220">
                  <c:v>6.5516901408450705</c:v>
                </c:pt>
                <c:pt idx="23221">
                  <c:v>6.5575633802816906</c:v>
                </c:pt>
                <c:pt idx="23222">
                  <c:v>6.5548443661971829</c:v>
                </c:pt>
                <c:pt idx="23223">
                  <c:v>6.5447781690140845</c:v>
                </c:pt>
                <c:pt idx="23224">
                  <c:v>6.5362112676056334</c:v>
                </c:pt>
                <c:pt idx="23225">
                  <c:v>6.5344725352112674</c:v>
                </c:pt>
                <c:pt idx="23226">
                  <c:v>6.5328584507042251</c:v>
                </c:pt>
                <c:pt idx="23227">
                  <c:v>6.5347894366197181</c:v>
                </c:pt>
                <c:pt idx="23228">
                  <c:v>6.5367169014084503</c:v>
                </c:pt>
                <c:pt idx="23229">
                  <c:v>6.5394457746478878</c:v>
                </c:pt>
                <c:pt idx="23230">
                  <c:v>6.5434936619718309</c:v>
                </c:pt>
                <c:pt idx="23231">
                  <c:v>6.5494718309859152</c:v>
                </c:pt>
                <c:pt idx="23232">
                  <c:v>6.5475908450704221</c:v>
                </c:pt>
                <c:pt idx="23233">
                  <c:v>6.540824647887324</c:v>
                </c:pt>
                <c:pt idx="23234">
                  <c:v>6.5467605633802819</c:v>
                </c:pt>
                <c:pt idx="23235">
                  <c:v>6.5487211267605634</c:v>
                </c:pt>
                <c:pt idx="23236">
                  <c:v>6.5455619718309856</c:v>
                </c:pt>
                <c:pt idx="23237">
                  <c:v>6.5445161971830981</c:v>
                </c:pt>
                <c:pt idx="23238">
                  <c:v>6.541211971830986</c:v>
                </c:pt>
                <c:pt idx="23239">
                  <c:v>6.5429112676056338</c:v>
                </c:pt>
                <c:pt idx="23240">
                  <c:v>6.5441802816901404</c:v>
                </c:pt>
                <c:pt idx="23241">
                  <c:v>6.5437429577464785</c:v>
                </c:pt>
                <c:pt idx="23242">
                  <c:v>6.5450964788732398</c:v>
                </c:pt>
                <c:pt idx="23243">
                  <c:v>6.5443535211267605</c:v>
                </c:pt>
                <c:pt idx="23244">
                  <c:v>6.539758450704225</c:v>
                </c:pt>
                <c:pt idx="23245">
                  <c:v>6.5360246478873236</c:v>
                </c:pt>
                <c:pt idx="23246">
                  <c:v>6.5381239436619722</c:v>
                </c:pt>
                <c:pt idx="23247">
                  <c:v>6.5420021126760561</c:v>
                </c:pt>
                <c:pt idx="23248">
                  <c:v>6.5465408450704228</c:v>
                </c:pt>
                <c:pt idx="23249">
                  <c:v>6.5480161971830988</c:v>
                </c:pt>
                <c:pt idx="23250">
                  <c:v>6.5453338028169012</c:v>
                </c:pt>
                <c:pt idx="23251">
                  <c:v>6.5474035211267605</c:v>
                </c:pt>
                <c:pt idx="23252">
                  <c:v>6.5434140845070425</c:v>
                </c:pt>
                <c:pt idx="23253">
                  <c:v>6.5384732394366196</c:v>
                </c:pt>
                <c:pt idx="23254">
                  <c:v>6.545511267605634</c:v>
                </c:pt>
                <c:pt idx="23255">
                  <c:v>6.54888661971831</c:v>
                </c:pt>
                <c:pt idx="23256">
                  <c:v>6.5437915492957748</c:v>
                </c:pt>
                <c:pt idx="23257">
                  <c:v>6.5343126760563379</c:v>
                </c:pt>
                <c:pt idx="23258">
                  <c:v>6.5320570422535216</c:v>
                </c:pt>
                <c:pt idx="23259">
                  <c:v>6.5329232394366201</c:v>
                </c:pt>
                <c:pt idx="23260">
                  <c:v>6.5334598591549291</c:v>
                </c:pt>
                <c:pt idx="23261">
                  <c:v>6.5316471830985918</c:v>
                </c:pt>
                <c:pt idx="23262">
                  <c:v>6.5274788732394367</c:v>
                </c:pt>
                <c:pt idx="23263">
                  <c:v>6.5195690140845066</c:v>
                </c:pt>
                <c:pt idx="23264">
                  <c:v>6.5149838028169018</c:v>
                </c:pt>
                <c:pt idx="23265">
                  <c:v>6.51569014084507</c:v>
                </c:pt>
                <c:pt idx="23266">
                  <c:v>6.5136985915492955</c:v>
                </c:pt>
                <c:pt idx="23267">
                  <c:v>6.5148845070422539</c:v>
                </c:pt>
                <c:pt idx="23268">
                  <c:v>6.5214809859154927</c:v>
                </c:pt>
                <c:pt idx="23269">
                  <c:v>6.5241422535211271</c:v>
                </c:pt>
                <c:pt idx="23270">
                  <c:v>6.5218943661971833</c:v>
                </c:pt>
                <c:pt idx="23271">
                  <c:v>6.5155661971830989</c:v>
                </c:pt>
                <c:pt idx="23272">
                  <c:v>6.517791549295775</c:v>
                </c:pt>
                <c:pt idx="23273">
                  <c:v>6.5163063380281692</c:v>
                </c:pt>
                <c:pt idx="23274">
                  <c:v>6.511722535211268</c:v>
                </c:pt>
                <c:pt idx="23275">
                  <c:v>6.5101211267605636</c:v>
                </c:pt>
                <c:pt idx="23276">
                  <c:v>6.5064950704225355</c:v>
                </c:pt>
                <c:pt idx="23277">
                  <c:v>6.5044084507042257</c:v>
                </c:pt>
                <c:pt idx="23278">
                  <c:v>6.508393661971831</c:v>
                </c:pt>
                <c:pt idx="23279">
                  <c:v>6.511074647887324</c:v>
                </c:pt>
                <c:pt idx="23280">
                  <c:v>6.5168112676056342</c:v>
                </c:pt>
                <c:pt idx="23281">
                  <c:v>6.5250732394366198</c:v>
                </c:pt>
                <c:pt idx="23282">
                  <c:v>6.5300267605633806</c:v>
                </c:pt>
                <c:pt idx="23283">
                  <c:v>6.5347760563380284</c:v>
                </c:pt>
                <c:pt idx="23284">
                  <c:v>6.5371211267605638</c:v>
                </c:pt>
                <c:pt idx="23285">
                  <c:v>6.5361767605633805</c:v>
                </c:pt>
                <c:pt idx="23286">
                  <c:v>6.5263401408450701</c:v>
                </c:pt>
                <c:pt idx="23287">
                  <c:v>6.5166063380281694</c:v>
                </c:pt>
                <c:pt idx="23288">
                  <c:v>6.5116774647887326</c:v>
                </c:pt>
                <c:pt idx="23289">
                  <c:v>6.5121866197183103</c:v>
                </c:pt>
                <c:pt idx="23290">
                  <c:v>6.5124690140845072</c:v>
                </c:pt>
                <c:pt idx="23291">
                  <c:v>6.5072992957746481</c:v>
                </c:pt>
                <c:pt idx="23292">
                  <c:v>6.5030197183098588</c:v>
                </c:pt>
                <c:pt idx="23293">
                  <c:v>6.5011014084507046</c:v>
                </c:pt>
                <c:pt idx="23294">
                  <c:v>6.5031999999999996</c:v>
                </c:pt>
                <c:pt idx="23295">
                  <c:v>6.5087971830985918</c:v>
                </c:pt>
                <c:pt idx="23296">
                  <c:v>6.515126056338028</c:v>
                </c:pt>
                <c:pt idx="23297">
                  <c:v>6.5207922535211269</c:v>
                </c:pt>
                <c:pt idx="23298">
                  <c:v>6.5153866197183099</c:v>
                </c:pt>
                <c:pt idx="23299">
                  <c:v>6.5056394366197186</c:v>
                </c:pt>
                <c:pt idx="23300">
                  <c:v>6.4974732394366201</c:v>
                </c:pt>
                <c:pt idx="23301">
                  <c:v>6.4922809859154933</c:v>
                </c:pt>
                <c:pt idx="23302">
                  <c:v>6.4936464788732398</c:v>
                </c:pt>
                <c:pt idx="23303">
                  <c:v>6.4980415492957748</c:v>
                </c:pt>
                <c:pt idx="23304">
                  <c:v>6.4929570422535212</c:v>
                </c:pt>
                <c:pt idx="23305">
                  <c:v>6.4827295774647888</c:v>
                </c:pt>
                <c:pt idx="23306">
                  <c:v>6.4789654929577463</c:v>
                </c:pt>
                <c:pt idx="23307">
                  <c:v>6.4829323943661974</c:v>
                </c:pt>
                <c:pt idx="23308">
                  <c:v>6.489916901408451</c:v>
                </c:pt>
                <c:pt idx="23309">
                  <c:v>6.4864098591549295</c:v>
                </c:pt>
                <c:pt idx="23310">
                  <c:v>6.4810605633802814</c:v>
                </c:pt>
                <c:pt idx="23311">
                  <c:v>6.4795176056338031</c:v>
                </c:pt>
                <c:pt idx="23312">
                  <c:v>6.4818499999999997</c:v>
                </c:pt>
                <c:pt idx="23313">
                  <c:v>6.4903556338028165</c:v>
                </c:pt>
                <c:pt idx="23314">
                  <c:v>6.4880873239436623</c:v>
                </c:pt>
                <c:pt idx="23315">
                  <c:v>6.4806330985915492</c:v>
                </c:pt>
                <c:pt idx="23316">
                  <c:v>6.474555633802817</c:v>
                </c:pt>
                <c:pt idx="23317">
                  <c:v>6.4665591549295778</c:v>
                </c:pt>
                <c:pt idx="23318">
                  <c:v>6.4624373239436617</c:v>
                </c:pt>
                <c:pt idx="23319">
                  <c:v>6.4627873239436617</c:v>
                </c:pt>
                <c:pt idx="23320">
                  <c:v>6.4637767605633805</c:v>
                </c:pt>
                <c:pt idx="23321">
                  <c:v>6.4635260563380283</c:v>
                </c:pt>
                <c:pt idx="23322">
                  <c:v>6.4690105633802819</c:v>
                </c:pt>
                <c:pt idx="23323">
                  <c:v>6.4738739436619719</c:v>
                </c:pt>
                <c:pt idx="23324">
                  <c:v>6.4719295774647883</c:v>
                </c:pt>
                <c:pt idx="23325">
                  <c:v>6.4730169014084504</c:v>
                </c:pt>
                <c:pt idx="23326">
                  <c:v>6.4754253521126763</c:v>
                </c:pt>
                <c:pt idx="23327">
                  <c:v>6.4794098591549298</c:v>
                </c:pt>
                <c:pt idx="23328">
                  <c:v>6.4772098591549296</c:v>
                </c:pt>
                <c:pt idx="23329">
                  <c:v>6.4704281690140846</c:v>
                </c:pt>
                <c:pt idx="23330">
                  <c:v>6.4625366197183096</c:v>
                </c:pt>
                <c:pt idx="23331">
                  <c:v>6.450062676056338</c:v>
                </c:pt>
                <c:pt idx="23332">
                  <c:v>6.4518288732394362</c:v>
                </c:pt>
                <c:pt idx="23333">
                  <c:v>6.456134507042254</c:v>
                </c:pt>
                <c:pt idx="23334">
                  <c:v>6.4562570422535215</c:v>
                </c:pt>
                <c:pt idx="23335">
                  <c:v>6.4550676056338032</c:v>
                </c:pt>
                <c:pt idx="23336">
                  <c:v>6.4560422535211268</c:v>
                </c:pt>
                <c:pt idx="23337">
                  <c:v>6.457870422535211</c:v>
                </c:pt>
                <c:pt idx="23338">
                  <c:v>6.4619908450704227</c:v>
                </c:pt>
                <c:pt idx="23339">
                  <c:v>6.468867605633803</c:v>
                </c:pt>
                <c:pt idx="23340">
                  <c:v>6.4716978873239439</c:v>
                </c:pt>
                <c:pt idx="23341">
                  <c:v>6.4654091549295778</c:v>
                </c:pt>
                <c:pt idx="23342">
                  <c:v>6.4594302816901408</c:v>
                </c:pt>
                <c:pt idx="23343">
                  <c:v>6.4562760563380284</c:v>
                </c:pt>
                <c:pt idx="23344">
                  <c:v>6.4567281690140845</c:v>
                </c:pt>
                <c:pt idx="23345">
                  <c:v>6.4548781690140844</c:v>
                </c:pt>
                <c:pt idx="23346">
                  <c:v>6.447245070422535</c:v>
                </c:pt>
                <c:pt idx="23347">
                  <c:v>6.4369056338028168</c:v>
                </c:pt>
                <c:pt idx="23348">
                  <c:v>6.4309126760563382</c:v>
                </c:pt>
                <c:pt idx="23349">
                  <c:v>6.4290887323943666</c:v>
                </c:pt>
                <c:pt idx="23350">
                  <c:v>6.4217225352112672</c:v>
                </c:pt>
                <c:pt idx="23351">
                  <c:v>6.4275422535211266</c:v>
                </c:pt>
                <c:pt idx="23352">
                  <c:v>6.4332507042253519</c:v>
                </c:pt>
                <c:pt idx="23353">
                  <c:v>6.4286147887323946</c:v>
                </c:pt>
                <c:pt idx="23354">
                  <c:v>6.4254556338028168</c:v>
                </c:pt>
                <c:pt idx="23355">
                  <c:v>6.4228112676056339</c:v>
                </c:pt>
                <c:pt idx="23356">
                  <c:v>6.4190218309859155</c:v>
                </c:pt>
                <c:pt idx="23357">
                  <c:v>6.4136267605633801</c:v>
                </c:pt>
                <c:pt idx="23358">
                  <c:v>6.4109619718309858</c:v>
                </c:pt>
                <c:pt idx="23359">
                  <c:v>6.4094922535211269</c:v>
                </c:pt>
                <c:pt idx="23360">
                  <c:v>6.4168718309859152</c:v>
                </c:pt>
                <c:pt idx="23361">
                  <c:v>6.4242471830985917</c:v>
                </c:pt>
                <c:pt idx="23362">
                  <c:v>6.4298901408450702</c:v>
                </c:pt>
                <c:pt idx="23363">
                  <c:v>6.4276267605633803</c:v>
                </c:pt>
                <c:pt idx="23364">
                  <c:v>6.4216598591549294</c:v>
                </c:pt>
                <c:pt idx="23365">
                  <c:v>6.4165232394366196</c:v>
                </c:pt>
                <c:pt idx="23366">
                  <c:v>6.4146183098591552</c:v>
                </c:pt>
                <c:pt idx="23367">
                  <c:v>6.4155838028169017</c:v>
                </c:pt>
                <c:pt idx="23368">
                  <c:v>6.4131978873239435</c:v>
                </c:pt>
                <c:pt idx="23369">
                  <c:v>6.4088140845070418</c:v>
                </c:pt>
                <c:pt idx="23370">
                  <c:v>6.406550704225352</c:v>
                </c:pt>
                <c:pt idx="23371">
                  <c:v>6.4051647887323941</c:v>
                </c:pt>
                <c:pt idx="23372">
                  <c:v>6.3964823943661973</c:v>
                </c:pt>
                <c:pt idx="23373">
                  <c:v>6.3922809859154928</c:v>
                </c:pt>
                <c:pt idx="23374">
                  <c:v>6.3931485915492958</c:v>
                </c:pt>
                <c:pt idx="23375">
                  <c:v>6.3964830985915491</c:v>
                </c:pt>
                <c:pt idx="23376">
                  <c:v>6.4014246478873238</c:v>
                </c:pt>
                <c:pt idx="23377">
                  <c:v>6.4085429577464792</c:v>
                </c:pt>
                <c:pt idx="23378">
                  <c:v>6.4104605633802816</c:v>
                </c:pt>
                <c:pt idx="23379">
                  <c:v>6.401244366197183</c:v>
                </c:pt>
                <c:pt idx="23380">
                  <c:v>6.3991809859154927</c:v>
                </c:pt>
                <c:pt idx="23381">
                  <c:v>6.399362676056338</c:v>
                </c:pt>
                <c:pt idx="23382">
                  <c:v>6.3905711267605634</c:v>
                </c:pt>
                <c:pt idx="23383">
                  <c:v>6.3748570422535211</c:v>
                </c:pt>
                <c:pt idx="23384">
                  <c:v>6.3668535211267603</c:v>
                </c:pt>
                <c:pt idx="23385">
                  <c:v>6.3692176056338026</c:v>
                </c:pt>
                <c:pt idx="23386">
                  <c:v>6.3707725352112679</c:v>
                </c:pt>
                <c:pt idx="23387">
                  <c:v>6.3683422535211269</c:v>
                </c:pt>
                <c:pt idx="23388">
                  <c:v>6.3668992957746475</c:v>
                </c:pt>
                <c:pt idx="23389">
                  <c:v>6.3679387323943661</c:v>
                </c:pt>
                <c:pt idx="23390">
                  <c:v>6.3700345070422539</c:v>
                </c:pt>
                <c:pt idx="23391">
                  <c:v>6.367241549295775</c:v>
                </c:pt>
                <c:pt idx="23392">
                  <c:v>6.3643028169014082</c:v>
                </c:pt>
                <c:pt idx="23393">
                  <c:v>6.3542394366197179</c:v>
                </c:pt>
                <c:pt idx="23394">
                  <c:v>6.3508239436619718</c:v>
                </c:pt>
                <c:pt idx="23395">
                  <c:v>6.3597704225352114</c:v>
                </c:pt>
                <c:pt idx="23396">
                  <c:v>6.3649746478873244</c:v>
                </c:pt>
                <c:pt idx="23397">
                  <c:v>6.3656091549295777</c:v>
                </c:pt>
                <c:pt idx="23398">
                  <c:v>6.363742253521127</c:v>
                </c:pt>
                <c:pt idx="23399">
                  <c:v>6.3670823943661974</c:v>
                </c:pt>
                <c:pt idx="23400">
                  <c:v>6.3645556338028166</c:v>
                </c:pt>
                <c:pt idx="23401">
                  <c:v>6.3563478873239436</c:v>
                </c:pt>
                <c:pt idx="23402">
                  <c:v>6.3545014084507043</c:v>
                </c:pt>
                <c:pt idx="23403">
                  <c:v>6.3516380281690141</c:v>
                </c:pt>
                <c:pt idx="23404">
                  <c:v>6.3481190140845074</c:v>
                </c:pt>
                <c:pt idx="23405">
                  <c:v>6.345950704225352</c:v>
                </c:pt>
                <c:pt idx="23406">
                  <c:v>6.3443992957746476</c:v>
                </c:pt>
                <c:pt idx="23407">
                  <c:v>6.33805</c:v>
                </c:pt>
                <c:pt idx="23408">
                  <c:v>6.3379190140845072</c:v>
                </c:pt>
                <c:pt idx="23409">
                  <c:v>6.3355739436619718</c:v>
                </c:pt>
                <c:pt idx="23410">
                  <c:v>6.3317091549295776</c:v>
                </c:pt>
                <c:pt idx="23411">
                  <c:v>6.328661267605634</c:v>
                </c:pt>
                <c:pt idx="23412">
                  <c:v>6.3245619718309856</c:v>
                </c:pt>
                <c:pt idx="23413">
                  <c:v>6.3242274647887324</c:v>
                </c:pt>
                <c:pt idx="23414">
                  <c:v>6.3262549295774644</c:v>
                </c:pt>
                <c:pt idx="23415">
                  <c:v>6.3210535211267604</c:v>
                </c:pt>
                <c:pt idx="23416">
                  <c:v>6.316157746478873</c:v>
                </c:pt>
                <c:pt idx="23417">
                  <c:v>6.3221105633802814</c:v>
                </c:pt>
                <c:pt idx="23418">
                  <c:v>6.3244570422535213</c:v>
                </c:pt>
                <c:pt idx="23419">
                  <c:v>6.3228964788732398</c:v>
                </c:pt>
                <c:pt idx="23420">
                  <c:v>6.3257633802816899</c:v>
                </c:pt>
                <c:pt idx="23421">
                  <c:v>6.3267957746478878</c:v>
                </c:pt>
                <c:pt idx="23422">
                  <c:v>6.3197781690140848</c:v>
                </c:pt>
                <c:pt idx="23423">
                  <c:v>6.3099267605633802</c:v>
                </c:pt>
                <c:pt idx="23424">
                  <c:v>6.3045232394366195</c:v>
                </c:pt>
                <c:pt idx="23425">
                  <c:v>6.3023711267605638</c:v>
                </c:pt>
                <c:pt idx="23426">
                  <c:v>6.3034232394366194</c:v>
                </c:pt>
                <c:pt idx="23427">
                  <c:v>6.3034436619718308</c:v>
                </c:pt>
                <c:pt idx="23428">
                  <c:v>6.3110549295774652</c:v>
                </c:pt>
                <c:pt idx="23429">
                  <c:v>6.3196809859154932</c:v>
                </c:pt>
                <c:pt idx="23430">
                  <c:v>6.3184035211267604</c:v>
                </c:pt>
                <c:pt idx="23431">
                  <c:v>6.3104704225352108</c:v>
                </c:pt>
                <c:pt idx="23432">
                  <c:v>6.3081704225352109</c:v>
                </c:pt>
                <c:pt idx="23433">
                  <c:v>6.3144</c:v>
                </c:pt>
                <c:pt idx="23434">
                  <c:v>6.3184049295774649</c:v>
                </c:pt>
                <c:pt idx="23435">
                  <c:v>6.3125478873239436</c:v>
                </c:pt>
                <c:pt idx="23436">
                  <c:v>6.3006746478873241</c:v>
                </c:pt>
                <c:pt idx="23437">
                  <c:v>6.2925535211267603</c:v>
                </c:pt>
                <c:pt idx="23438">
                  <c:v>6.2851401408450709</c:v>
                </c:pt>
                <c:pt idx="23439">
                  <c:v>6.2856880281690142</c:v>
                </c:pt>
                <c:pt idx="23440">
                  <c:v>6.2939105633802814</c:v>
                </c:pt>
                <c:pt idx="23441">
                  <c:v>6.2994246478873244</c:v>
                </c:pt>
                <c:pt idx="23442">
                  <c:v>6.3010211267605634</c:v>
                </c:pt>
                <c:pt idx="23443">
                  <c:v>6.299295774647887</c:v>
                </c:pt>
                <c:pt idx="23444">
                  <c:v>6.2929866197183095</c:v>
                </c:pt>
                <c:pt idx="23445">
                  <c:v>6.2965359154929574</c:v>
                </c:pt>
                <c:pt idx="23446">
                  <c:v>6.3021105633802819</c:v>
                </c:pt>
                <c:pt idx="23447">
                  <c:v>6.2982035211267604</c:v>
                </c:pt>
                <c:pt idx="23448">
                  <c:v>6.2894063380281686</c:v>
                </c:pt>
                <c:pt idx="23449">
                  <c:v>6.2814929577464786</c:v>
                </c:pt>
                <c:pt idx="23450">
                  <c:v>6.2808838028169012</c:v>
                </c:pt>
                <c:pt idx="23451">
                  <c:v>6.2910450704225349</c:v>
                </c:pt>
                <c:pt idx="23452">
                  <c:v>6.2980112676056335</c:v>
                </c:pt>
                <c:pt idx="23453">
                  <c:v>6.2996176056338031</c:v>
                </c:pt>
                <c:pt idx="23454">
                  <c:v>6.2944767605633807</c:v>
                </c:pt>
                <c:pt idx="23455">
                  <c:v>6.2904408450704228</c:v>
                </c:pt>
                <c:pt idx="23456">
                  <c:v>6.2878267605633802</c:v>
                </c:pt>
                <c:pt idx="23457">
                  <c:v>6.2822225352112673</c:v>
                </c:pt>
                <c:pt idx="23458">
                  <c:v>6.2746260563380281</c:v>
                </c:pt>
                <c:pt idx="23459">
                  <c:v>6.2631281690140845</c:v>
                </c:pt>
                <c:pt idx="23460">
                  <c:v>6.255080281690141</c:v>
                </c:pt>
                <c:pt idx="23461">
                  <c:v>6.2605056338028167</c:v>
                </c:pt>
                <c:pt idx="23462">
                  <c:v>6.2699492957746479</c:v>
                </c:pt>
                <c:pt idx="23463">
                  <c:v>6.2681922535211267</c:v>
                </c:pt>
                <c:pt idx="23464">
                  <c:v>6.2616225352112673</c:v>
                </c:pt>
                <c:pt idx="23465">
                  <c:v>6.258483802816901</c:v>
                </c:pt>
                <c:pt idx="23466">
                  <c:v>6.2607288732394366</c:v>
                </c:pt>
                <c:pt idx="23467">
                  <c:v>6.2627401408450707</c:v>
                </c:pt>
                <c:pt idx="23468">
                  <c:v>6.2710528169014088</c:v>
                </c:pt>
                <c:pt idx="23469">
                  <c:v>6.2802225352112675</c:v>
                </c:pt>
                <c:pt idx="23470">
                  <c:v>6.280310563380282</c:v>
                </c:pt>
                <c:pt idx="23471">
                  <c:v>6.2704260563380281</c:v>
                </c:pt>
                <c:pt idx="23472">
                  <c:v>6.2596760563380283</c:v>
                </c:pt>
                <c:pt idx="23473">
                  <c:v>6.2507000000000001</c:v>
                </c:pt>
                <c:pt idx="23474">
                  <c:v>6.2446612676056334</c:v>
                </c:pt>
                <c:pt idx="23475">
                  <c:v>6.245769014084507</c:v>
                </c:pt>
                <c:pt idx="23476">
                  <c:v>6.2513971830985913</c:v>
                </c:pt>
                <c:pt idx="23477">
                  <c:v>6.2618647887323942</c:v>
                </c:pt>
                <c:pt idx="23478">
                  <c:v>6.2637443661971828</c:v>
                </c:pt>
                <c:pt idx="23479">
                  <c:v>6.2606436619718311</c:v>
                </c:pt>
                <c:pt idx="23480">
                  <c:v>6.2626753521126757</c:v>
                </c:pt>
                <c:pt idx="23481">
                  <c:v>6.2637774647887321</c:v>
                </c:pt>
                <c:pt idx="23482">
                  <c:v>6.2587774647887322</c:v>
                </c:pt>
                <c:pt idx="23483">
                  <c:v>6.2589471830985914</c:v>
                </c:pt>
                <c:pt idx="23484">
                  <c:v>6.2606056338028173</c:v>
                </c:pt>
                <c:pt idx="23485">
                  <c:v>6.2634485915492961</c:v>
                </c:pt>
                <c:pt idx="23486">
                  <c:v>6.2660535211267607</c:v>
                </c:pt>
                <c:pt idx="23487">
                  <c:v>6.2634281690140847</c:v>
                </c:pt>
                <c:pt idx="23488">
                  <c:v>6.2603422535211264</c:v>
                </c:pt>
                <c:pt idx="23489">
                  <c:v>6.2599535211267607</c:v>
                </c:pt>
                <c:pt idx="23490">
                  <c:v>6.2627225352112674</c:v>
                </c:pt>
                <c:pt idx="23491">
                  <c:v>6.258362676056338</c:v>
                </c:pt>
                <c:pt idx="23492">
                  <c:v>6.2556992957746482</c:v>
                </c:pt>
                <c:pt idx="23493">
                  <c:v>6.2536838028169015</c:v>
                </c:pt>
                <c:pt idx="23494">
                  <c:v>6.2509697183098591</c:v>
                </c:pt>
                <c:pt idx="23495">
                  <c:v>6.2538626760563378</c:v>
                </c:pt>
                <c:pt idx="23496">
                  <c:v>6.2549450704225356</c:v>
                </c:pt>
                <c:pt idx="23497">
                  <c:v>6.2519605633802815</c:v>
                </c:pt>
                <c:pt idx="23498">
                  <c:v>6.2427577464788735</c:v>
                </c:pt>
                <c:pt idx="23499">
                  <c:v>6.2409330985915492</c:v>
                </c:pt>
                <c:pt idx="23500">
                  <c:v>6.2379323943661973</c:v>
                </c:pt>
                <c:pt idx="23501">
                  <c:v>6.2293478873239438</c:v>
                </c:pt>
                <c:pt idx="23502">
                  <c:v>6.2238739436619719</c:v>
                </c:pt>
                <c:pt idx="23503">
                  <c:v>6.230314788732394</c:v>
                </c:pt>
                <c:pt idx="23504">
                  <c:v>6.2340429577464791</c:v>
                </c:pt>
                <c:pt idx="23505">
                  <c:v>6.2350302816901406</c:v>
                </c:pt>
                <c:pt idx="23506">
                  <c:v>6.2379633802816903</c:v>
                </c:pt>
                <c:pt idx="23507">
                  <c:v>6.2405316901408447</c:v>
                </c:pt>
                <c:pt idx="23508">
                  <c:v>6.2400514084507046</c:v>
                </c:pt>
                <c:pt idx="23509">
                  <c:v>6.2360007042253525</c:v>
                </c:pt>
                <c:pt idx="23510">
                  <c:v>6.2408619718309861</c:v>
                </c:pt>
                <c:pt idx="23511">
                  <c:v>6.2468563380281692</c:v>
                </c:pt>
                <c:pt idx="23512">
                  <c:v>6.2426901408450703</c:v>
                </c:pt>
                <c:pt idx="23513">
                  <c:v>6.2317246478873241</c:v>
                </c:pt>
                <c:pt idx="23514">
                  <c:v>6.2289788732394369</c:v>
                </c:pt>
                <c:pt idx="23515">
                  <c:v>6.2338922535211267</c:v>
                </c:pt>
                <c:pt idx="23516">
                  <c:v>6.2388704225352116</c:v>
                </c:pt>
                <c:pt idx="23517">
                  <c:v>6.2334802816901407</c:v>
                </c:pt>
                <c:pt idx="23518">
                  <c:v>6.2196246478873238</c:v>
                </c:pt>
                <c:pt idx="23519">
                  <c:v>6.2151732394366199</c:v>
                </c:pt>
                <c:pt idx="23520">
                  <c:v>6.217854225352113</c:v>
                </c:pt>
                <c:pt idx="23521">
                  <c:v>6.222246478873239</c:v>
                </c:pt>
                <c:pt idx="23522">
                  <c:v>6.2252915492957746</c:v>
                </c:pt>
                <c:pt idx="23523">
                  <c:v>6.2276563380281686</c:v>
                </c:pt>
                <c:pt idx="23524">
                  <c:v>6.2360873239436616</c:v>
                </c:pt>
                <c:pt idx="23525">
                  <c:v>6.2354246478873243</c:v>
                </c:pt>
                <c:pt idx="23526">
                  <c:v>6.2387077464788732</c:v>
                </c:pt>
                <c:pt idx="23527">
                  <c:v>6.2439640845070423</c:v>
                </c:pt>
                <c:pt idx="23528">
                  <c:v>6.2401711267605631</c:v>
                </c:pt>
                <c:pt idx="23529">
                  <c:v>6.2352387323943663</c:v>
                </c:pt>
                <c:pt idx="23530">
                  <c:v>6.2361873239436623</c:v>
                </c:pt>
                <c:pt idx="23531">
                  <c:v>6.2353169014084511</c:v>
                </c:pt>
                <c:pt idx="23532">
                  <c:v>6.2293943661971829</c:v>
                </c:pt>
                <c:pt idx="23533">
                  <c:v>6.2277830985915497</c:v>
                </c:pt>
                <c:pt idx="23534">
                  <c:v>6.2311746478873236</c:v>
                </c:pt>
                <c:pt idx="23535">
                  <c:v>6.2298922535211272</c:v>
                </c:pt>
                <c:pt idx="23536">
                  <c:v>6.2233169014084506</c:v>
                </c:pt>
                <c:pt idx="23537">
                  <c:v>6.2268499999999998</c:v>
                </c:pt>
                <c:pt idx="23538">
                  <c:v>6.2300971830985912</c:v>
                </c:pt>
                <c:pt idx="23539">
                  <c:v>6.223281690140845</c:v>
                </c:pt>
                <c:pt idx="23540">
                  <c:v>6.2142323943661975</c:v>
                </c:pt>
                <c:pt idx="23541">
                  <c:v>6.2136683098591545</c:v>
                </c:pt>
                <c:pt idx="23542">
                  <c:v>6.2157781690140848</c:v>
                </c:pt>
                <c:pt idx="23543">
                  <c:v>6.2197147887323947</c:v>
                </c:pt>
                <c:pt idx="23544">
                  <c:v>6.2219605633802821</c:v>
                </c:pt>
                <c:pt idx="23545">
                  <c:v>6.2246690140845073</c:v>
                </c:pt>
                <c:pt idx="23546">
                  <c:v>6.2212845070422533</c:v>
                </c:pt>
                <c:pt idx="23547">
                  <c:v>6.2154746478873237</c:v>
                </c:pt>
                <c:pt idx="23548">
                  <c:v>6.2176654929577468</c:v>
                </c:pt>
                <c:pt idx="23549">
                  <c:v>6.2189316901408453</c:v>
                </c:pt>
                <c:pt idx="23550">
                  <c:v>6.214974647887324</c:v>
                </c:pt>
                <c:pt idx="23551">
                  <c:v>6.2126964788732391</c:v>
                </c:pt>
                <c:pt idx="23552">
                  <c:v>6.2057366197183095</c:v>
                </c:pt>
                <c:pt idx="23553">
                  <c:v>6.2101499999999996</c:v>
                </c:pt>
                <c:pt idx="23554">
                  <c:v>6.2149654929577469</c:v>
                </c:pt>
                <c:pt idx="23555">
                  <c:v>6.2221429577464793</c:v>
                </c:pt>
                <c:pt idx="23556">
                  <c:v>6.2276112676056341</c:v>
                </c:pt>
                <c:pt idx="23557">
                  <c:v>6.2262845070422532</c:v>
                </c:pt>
                <c:pt idx="23558">
                  <c:v>6.2164922535211264</c:v>
                </c:pt>
                <c:pt idx="23559">
                  <c:v>6.2180281690140848</c:v>
                </c:pt>
                <c:pt idx="23560">
                  <c:v>6.2262147887323946</c:v>
                </c:pt>
                <c:pt idx="23561">
                  <c:v>6.2230732394366193</c:v>
                </c:pt>
                <c:pt idx="23562">
                  <c:v>6.2146859154929581</c:v>
                </c:pt>
                <c:pt idx="23563">
                  <c:v>6.207901408450704</c:v>
                </c:pt>
                <c:pt idx="23564">
                  <c:v>6.2083049295774648</c:v>
                </c:pt>
                <c:pt idx="23565">
                  <c:v>6.2054753521126758</c:v>
                </c:pt>
                <c:pt idx="23566">
                  <c:v>6.2020359154929574</c:v>
                </c:pt>
                <c:pt idx="23567">
                  <c:v>6.2042176056338025</c:v>
                </c:pt>
                <c:pt idx="23568">
                  <c:v>6.2076605633802817</c:v>
                </c:pt>
                <c:pt idx="23569">
                  <c:v>6.2098732394366198</c:v>
                </c:pt>
                <c:pt idx="23570">
                  <c:v>6.2137950704225355</c:v>
                </c:pt>
                <c:pt idx="23571">
                  <c:v>6.212535211267606</c:v>
                </c:pt>
                <c:pt idx="23572">
                  <c:v>6.1989528169014081</c:v>
                </c:pt>
                <c:pt idx="23573">
                  <c:v>6.1836330985915495</c:v>
                </c:pt>
                <c:pt idx="23574">
                  <c:v>6.1757232394366195</c:v>
                </c:pt>
                <c:pt idx="23575">
                  <c:v>6.1723894366197181</c:v>
                </c:pt>
                <c:pt idx="23576">
                  <c:v>6.1730323943661976</c:v>
                </c:pt>
                <c:pt idx="23577">
                  <c:v>6.1776964788732398</c:v>
                </c:pt>
                <c:pt idx="23578">
                  <c:v>6.185383098591549</c:v>
                </c:pt>
                <c:pt idx="23579">
                  <c:v>6.1889528169014083</c:v>
                </c:pt>
                <c:pt idx="23580">
                  <c:v>6.1904267605633807</c:v>
                </c:pt>
                <c:pt idx="23581">
                  <c:v>6.1909394366197184</c:v>
                </c:pt>
                <c:pt idx="23582">
                  <c:v>6.1908457746478875</c:v>
                </c:pt>
                <c:pt idx="23583">
                  <c:v>6.1877711267605635</c:v>
                </c:pt>
                <c:pt idx="23584">
                  <c:v>6.1862154929577464</c:v>
                </c:pt>
                <c:pt idx="23585">
                  <c:v>6.1836633802816898</c:v>
                </c:pt>
                <c:pt idx="23586">
                  <c:v>6.1811281690140847</c:v>
                </c:pt>
                <c:pt idx="23587">
                  <c:v>6.1757978873239434</c:v>
                </c:pt>
                <c:pt idx="23588">
                  <c:v>6.1720239436619719</c:v>
                </c:pt>
                <c:pt idx="23589">
                  <c:v>6.1736852112676059</c:v>
                </c:pt>
                <c:pt idx="23590">
                  <c:v>6.1778021126760567</c:v>
                </c:pt>
                <c:pt idx="23591">
                  <c:v>6.1872725352112674</c:v>
                </c:pt>
                <c:pt idx="23592">
                  <c:v>6.191777464788732</c:v>
                </c:pt>
                <c:pt idx="23593">
                  <c:v>6.1901957746478873</c:v>
                </c:pt>
                <c:pt idx="23594">
                  <c:v>6.1906021126760562</c:v>
                </c:pt>
                <c:pt idx="23595">
                  <c:v>6.1873809859154933</c:v>
                </c:pt>
                <c:pt idx="23596">
                  <c:v>6.1805457746478876</c:v>
                </c:pt>
                <c:pt idx="23597">
                  <c:v>6.181616901408451</c:v>
                </c:pt>
                <c:pt idx="23598">
                  <c:v>6.1829866197183101</c:v>
                </c:pt>
                <c:pt idx="23599">
                  <c:v>6.1829246478873241</c:v>
                </c:pt>
                <c:pt idx="23600">
                  <c:v>6.1817345070422531</c:v>
                </c:pt>
                <c:pt idx="23601">
                  <c:v>6.1835922535211267</c:v>
                </c:pt>
                <c:pt idx="23602">
                  <c:v>6.1788253521126757</c:v>
                </c:pt>
                <c:pt idx="23603">
                  <c:v>6.1691584507042254</c:v>
                </c:pt>
                <c:pt idx="23604">
                  <c:v>6.1637936619718312</c:v>
                </c:pt>
                <c:pt idx="23605">
                  <c:v>6.1610119718309857</c:v>
                </c:pt>
                <c:pt idx="23606">
                  <c:v>6.1606126760563384</c:v>
                </c:pt>
                <c:pt idx="23607">
                  <c:v>6.1669316901408449</c:v>
                </c:pt>
                <c:pt idx="23608">
                  <c:v>6.1767190140845072</c:v>
                </c:pt>
                <c:pt idx="23609">
                  <c:v>6.1806704225352114</c:v>
                </c:pt>
                <c:pt idx="23610">
                  <c:v>6.1819619718309857</c:v>
                </c:pt>
                <c:pt idx="23611">
                  <c:v>6.1825535211267608</c:v>
                </c:pt>
                <c:pt idx="23612">
                  <c:v>6.181725352112676</c:v>
                </c:pt>
                <c:pt idx="23613">
                  <c:v>6.1770500000000004</c:v>
                </c:pt>
                <c:pt idx="23614">
                  <c:v>6.172398591549296</c:v>
                </c:pt>
                <c:pt idx="23615">
                  <c:v>6.1713802816901406</c:v>
                </c:pt>
                <c:pt idx="23616">
                  <c:v>6.1735063380281687</c:v>
                </c:pt>
                <c:pt idx="23617">
                  <c:v>6.1705176056338029</c:v>
                </c:pt>
                <c:pt idx="23618">
                  <c:v>6.1619718309859159</c:v>
                </c:pt>
                <c:pt idx="23619">
                  <c:v>6.1547859154929574</c:v>
                </c:pt>
                <c:pt idx="23620">
                  <c:v>6.154675352112676</c:v>
                </c:pt>
                <c:pt idx="23621">
                  <c:v>6.1596457746478874</c:v>
                </c:pt>
                <c:pt idx="23622">
                  <c:v>6.1610521126760567</c:v>
                </c:pt>
                <c:pt idx="23623">
                  <c:v>6.1577570422535208</c:v>
                </c:pt>
                <c:pt idx="23624">
                  <c:v>6.1534985915492957</c:v>
                </c:pt>
                <c:pt idx="23625">
                  <c:v>6.1569936619718311</c:v>
                </c:pt>
                <c:pt idx="23626">
                  <c:v>6.1659873239436616</c:v>
                </c:pt>
                <c:pt idx="23627">
                  <c:v>6.1663070422535213</c:v>
                </c:pt>
                <c:pt idx="23628">
                  <c:v>6.1567415492957744</c:v>
                </c:pt>
                <c:pt idx="23629">
                  <c:v>6.1541429577464788</c:v>
                </c:pt>
                <c:pt idx="23630">
                  <c:v>6.1595838028169014</c:v>
                </c:pt>
                <c:pt idx="23631">
                  <c:v>6.16747676056338</c:v>
                </c:pt>
                <c:pt idx="23632">
                  <c:v>6.1633112676056339</c:v>
                </c:pt>
                <c:pt idx="23633">
                  <c:v>6.154759154929577</c:v>
                </c:pt>
                <c:pt idx="23634">
                  <c:v>6.1448140845070425</c:v>
                </c:pt>
                <c:pt idx="23635">
                  <c:v>6.1419098591549295</c:v>
                </c:pt>
                <c:pt idx="23636">
                  <c:v>6.1408725352112672</c:v>
                </c:pt>
                <c:pt idx="23637">
                  <c:v>6.1445760563380283</c:v>
                </c:pt>
                <c:pt idx="23638">
                  <c:v>6.149130281690141</c:v>
                </c:pt>
                <c:pt idx="23639">
                  <c:v>6.1544528169014088</c:v>
                </c:pt>
                <c:pt idx="23640">
                  <c:v>6.1520901408450701</c:v>
                </c:pt>
                <c:pt idx="23641">
                  <c:v>6.146411971830986</c:v>
                </c:pt>
                <c:pt idx="23642">
                  <c:v>6.1489619718309863</c:v>
                </c:pt>
                <c:pt idx="23643">
                  <c:v>6.1474443661971829</c:v>
                </c:pt>
                <c:pt idx="23644">
                  <c:v>6.1391295774647885</c:v>
                </c:pt>
                <c:pt idx="23645">
                  <c:v>6.1390542253521128</c:v>
                </c:pt>
                <c:pt idx="23646">
                  <c:v>6.1451852112676058</c:v>
                </c:pt>
                <c:pt idx="23647">
                  <c:v>6.146297183098592</c:v>
                </c:pt>
                <c:pt idx="23648">
                  <c:v>6.1458964788732393</c:v>
                </c:pt>
                <c:pt idx="23649">
                  <c:v>6.1456316901408448</c:v>
                </c:pt>
                <c:pt idx="23650">
                  <c:v>6.1414633802816905</c:v>
                </c:pt>
                <c:pt idx="23651">
                  <c:v>6.1389753521126762</c:v>
                </c:pt>
                <c:pt idx="23652">
                  <c:v>6.142302112676056</c:v>
                </c:pt>
                <c:pt idx="23653">
                  <c:v>6.1439056338028166</c:v>
                </c:pt>
                <c:pt idx="23654">
                  <c:v>6.1387246478873241</c:v>
                </c:pt>
                <c:pt idx="23655">
                  <c:v>6.1321443661971831</c:v>
                </c:pt>
                <c:pt idx="23656">
                  <c:v>6.1267070422535213</c:v>
                </c:pt>
                <c:pt idx="23657">
                  <c:v>6.127414788732394</c:v>
                </c:pt>
                <c:pt idx="23658">
                  <c:v>6.118561971830986</c:v>
                </c:pt>
                <c:pt idx="23659">
                  <c:v>6.1155957746478871</c:v>
                </c:pt>
                <c:pt idx="23660">
                  <c:v>6.1254507042253525</c:v>
                </c:pt>
                <c:pt idx="23661">
                  <c:v>6.1346626760563376</c:v>
                </c:pt>
                <c:pt idx="23662">
                  <c:v>6.1345295774647886</c:v>
                </c:pt>
                <c:pt idx="23663">
                  <c:v>6.1325746478873242</c:v>
                </c:pt>
                <c:pt idx="23664">
                  <c:v>6.1337943661971828</c:v>
                </c:pt>
                <c:pt idx="23665">
                  <c:v>6.1329246478873243</c:v>
                </c:pt>
                <c:pt idx="23666">
                  <c:v>6.1254767605633802</c:v>
                </c:pt>
                <c:pt idx="23667">
                  <c:v>6.1206021126760559</c:v>
                </c:pt>
                <c:pt idx="23668">
                  <c:v>6.1270507042253524</c:v>
                </c:pt>
                <c:pt idx="23669">
                  <c:v>6.1288802816901411</c:v>
                </c:pt>
                <c:pt idx="23670">
                  <c:v>6.1285007042253525</c:v>
                </c:pt>
                <c:pt idx="23671">
                  <c:v>6.1249830985915494</c:v>
                </c:pt>
                <c:pt idx="23672">
                  <c:v>6.1249683098591552</c:v>
                </c:pt>
                <c:pt idx="23673">
                  <c:v>6.1274042253521124</c:v>
                </c:pt>
                <c:pt idx="23674">
                  <c:v>6.1299711267605632</c:v>
                </c:pt>
                <c:pt idx="23675">
                  <c:v>6.1363056338028166</c:v>
                </c:pt>
                <c:pt idx="23676">
                  <c:v>6.1325915492957748</c:v>
                </c:pt>
                <c:pt idx="23677">
                  <c:v>6.1280985915492954</c:v>
                </c:pt>
                <c:pt idx="23678">
                  <c:v>6.1261133802816898</c:v>
                </c:pt>
                <c:pt idx="23679">
                  <c:v>6.1207105633802819</c:v>
                </c:pt>
                <c:pt idx="23680">
                  <c:v>6.1155288732394366</c:v>
                </c:pt>
                <c:pt idx="23681">
                  <c:v>6.1138359154929578</c:v>
                </c:pt>
                <c:pt idx="23682">
                  <c:v>6.1146394366197185</c:v>
                </c:pt>
                <c:pt idx="23683">
                  <c:v>6.1129154929577467</c:v>
                </c:pt>
                <c:pt idx="23684">
                  <c:v>6.1149288732394362</c:v>
                </c:pt>
                <c:pt idx="23685">
                  <c:v>6.112527464788732</c:v>
                </c:pt>
                <c:pt idx="23686">
                  <c:v>6.113169014084507</c:v>
                </c:pt>
                <c:pt idx="23687">
                  <c:v>6.1126260563380281</c:v>
                </c:pt>
                <c:pt idx="23688">
                  <c:v>6.1117760563380283</c:v>
                </c:pt>
                <c:pt idx="23689">
                  <c:v>6.1147936619718308</c:v>
                </c:pt>
                <c:pt idx="23690">
                  <c:v>6.1240147887323948</c:v>
                </c:pt>
                <c:pt idx="23691">
                  <c:v>6.1374823943661969</c:v>
                </c:pt>
                <c:pt idx="23692">
                  <c:v>6.1446971830985913</c:v>
                </c:pt>
                <c:pt idx="23693">
                  <c:v>6.1429288732394367</c:v>
                </c:pt>
                <c:pt idx="23694">
                  <c:v>6.1326274647887322</c:v>
                </c:pt>
                <c:pt idx="23695">
                  <c:v>6.1221816901408452</c:v>
                </c:pt>
                <c:pt idx="23696">
                  <c:v>6.1194507042253523</c:v>
                </c:pt>
                <c:pt idx="23697">
                  <c:v>6.1214147887323946</c:v>
                </c:pt>
                <c:pt idx="23698">
                  <c:v>6.1220591549295778</c:v>
                </c:pt>
                <c:pt idx="23699">
                  <c:v>6.1181711267605632</c:v>
                </c:pt>
                <c:pt idx="23700">
                  <c:v>6.1129063380281687</c:v>
                </c:pt>
                <c:pt idx="23701">
                  <c:v>6.111538732394366</c:v>
                </c:pt>
                <c:pt idx="23702">
                  <c:v>6.110568309859155</c:v>
                </c:pt>
                <c:pt idx="23703">
                  <c:v>6.1101359154929575</c:v>
                </c:pt>
                <c:pt idx="23704">
                  <c:v>6.1108584507042254</c:v>
                </c:pt>
                <c:pt idx="23705">
                  <c:v>6.1162549295774644</c:v>
                </c:pt>
                <c:pt idx="23706">
                  <c:v>6.12137676056338</c:v>
                </c:pt>
                <c:pt idx="23707">
                  <c:v>6.1214373239436624</c:v>
                </c:pt>
                <c:pt idx="23708">
                  <c:v>6.1184126760563382</c:v>
                </c:pt>
                <c:pt idx="23709">
                  <c:v>6.1144119718309859</c:v>
                </c:pt>
                <c:pt idx="23710">
                  <c:v>6.1070732394366196</c:v>
                </c:pt>
                <c:pt idx="23711">
                  <c:v>6.1059140845070425</c:v>
                </c:pt>
                <c:pt idx="23712">
                  <c:v>6.1070859154929575</c:v>
                </c:pt>
                <c:pt idx="23713">
                  <c:v>6.1096591549295773</c:v>
                </c:pt>
                <c:pt idx="23714">
                  <c:v>6.1197788732394365</c:v>
                </c:pt>
                <c:pt idx="23715">
                  <c:v>6.1216345070422538</c:v>
                </c:pt>
                <c:pt idx="23716">
                  <c:v>6.1199732394366197</c:v>
                </c:pt>
                <c:pt idx="23717">
                  <c:v>6.1193070422535207</c:v>
                </c:pt>
                <c:pt idx="23718">
                  <c:v>6.1132274647887321</c:v>
                </c:pt>
                <c:pt idx="23719">
                  <c:v>6.111101408450704</c:v>
                </c:pt>
                <c:pt idx="23720">
                  <c:v>6.1197971830985916</c:v>
                </c:pt>
                <c:pt idx="23721">
                  <c:v>6.1254823943661973</c:v>
                </c:pt>
                <c:pt idx="23722">
                  <c:v>6.1246802816901411</c:v>
                </c:pt>
                <c:pt idx="23723">
                  <c:v>6.123971126760563</c:v>
                </c:pt>
                <c:pt idx="23724">
                  <c:v>6.1270971830985914</c:v>
                </c:pt>
                <c:pt idx="23725">
                  <c:v>6.1198718309859155</c:v>
                </c:pt>
                <c:pt idx="23726">
                  <c:v>6.1161267605633807</c:v>
                </c:pt>
                <c:pt idx="23727">
                  <c:v>6.1229746478873244</c:v>
                </c:pt>
                <c:pt idx="23728">
                  <c:v>6.1266661971830985</c:v>
                </c:pt>
                <c:pt idx="23729">
                  <c:v>6.1249549295774646</c:v>
                </c:pt>
                <c:pt idx="23730">
                  <c:v>6.1218521126760566</c:v>
                </c:pt>
                <c:pt idx="23731">
                  <c:v>6.1162450704225355</c:v>
                </c:pt>
                <c:pt idx="23732">
                  <c:v>6.117117605633803</c:v>
                </c:pt>
                <c:pt idx="23733">
                  <c:v>6.1192852112676057</c:v>
                </c:pt>
                <c:pt idx="23734">
                  <c:v>6.1205239436619721</c:v>
                </c:pt>
                <c:pt idx="23735">
                  <c:v>6.1211950704225355</c:v>
                </c:pt>
                <c:pt idx="23736">
                  <c:v>6.1177774647887322</c:v>
                </c:pt>
                <c:pt idx="23737">
                  <c:v>6.1176112676056338</c:v>
                </c:pt>
                <c:pt idx="23738">
                  <c:v>6.1171274647887328</c:v>
                </c:pt>
                <c:pt idx="23739">
                  <c:v>6.1132647887323941</c:v>
                </c:pt>
                <c:pt idx="23740">
                  <c:v>6.1110936619718306</c:v>
                </c:pt>
                <c:pt idx="23741">
                  <c:v>6.1183281690140845</c:v>
                </c:pt>
                <c:pt idx="23742">
                  <c:v>6.1212598591549297</c:v>
                </c:pt>
                <c:pt idx="23743">
                  <c:v>6.1191429577464787</c:v>
                </c:pt>
                <c:pt idx="23744">
                  <c:v>6.1142457746478875</c:v>
                </c:pt>
                <c:pt idx="23745">
                  <c:v>6.1092612676056337</c:v>
                </c:pt>
                <c:pt idx="23746">
                  <c:v>6.1036838028169011</c:v>
                </c:pt>
                <c:pt idx="23747">
                  <c:v>6.1053654929577466</c:v>
                </c:pt>
                <c:pt idx="23748">
                  <c:v>6.1074464788732392</c:v>
                </c:pt>
                <c:pt idx="23749">
                  <c:v>6.1030711267605637</c:v>
                </c:pt>
                <c:pt idx="23750">
                  <c:v>6.1037852112676054</c:v>
                </c:pt>
                <c:pt idx="23751">
                  <c:v>6.1057549295774649</c:v>
                </c:pt>
                <c:pt idx="23752">
                  <c:v>6.0986274647887324</c:v>
                </c:pt>
                <c:pt idx="23753">
                  <c:v>6.0854415492957745</c:v>
                </c:pt>
                <c:pt idx="23754">
                  <c:v>6.0842007042253519</c:v>
                </c:pt>
                <c:pt idx="23755">
                  <c:v>6.0867176056338028</c:v>
                </c:pt>
                <c:pt idx="23756">
                  <c:v>6.0901316901408453</c:v>
                </c:pt>
                <c:pt idx="23757">
                  <c:v>6.0968408450704228</c:v>
                </c:pt>
                <c:pt idx="23758">
                  <c:v>6.0981661971830983</c:v>
                </c:pt>
                <c:pt idx="23759">
                  <c:v>6.0947190140845073</c:v>
                </c:pt>
                <c:pt idx="23760">
                  <c:v>6.0934316901408447</c:v>
                </c:pt>
                <c:pt idx="23761">
                  <c:v>6.0956267605633805</c:v>
                </c:pt>
                <c:pt idx="23762">
                  <c:v>6.1043788732394368</c:v>
                </c:pt>
                <c:pt idx="23763">
                  <c:v>6.108692957746479</c:v>
                </c:pt>
                <c:pt idx="23764">
                  <c:v>6.1048922535211272</c:v>
                </c:pt>
                <c:pt idx="23765">
                  <c:v>6.0990908450704229</c:v>
                </c:pt>
                <c:pt idx="23766">
                  <c:v>6.0991873239436618</c:v>
                </c:pt>
                <c:pt idx="23767">
                  <c:v>6.1008859154929578</c:v>
                </c:pt>
                <c:pt idx="23768">
                  <c:v>6.0939725352112672</c:v>
                </c:pt>
                <c:pt idx="23769">
                  <c:v>6.088647887323944</c:v>
                </c:pt>
                <c:pt idx="23770">
                  <c:v>6.0886380281690142</c:v>
                </c:pt>
                <c:pt idx="23771">
                  <c:v>6.0923063380281688</c:v>
                </c:pt>
                <c:pt idx="23772">
                  <c:v>6.0936176056338027</c:v>
                </c:pt>
                <c:pt idx="23773">
                  <c:v>6.0937288732394368</c:v>
                </c:pt>
                <c:pt idx="23774">
                  <c:v>6.0964640845070424</c:v>
                </c:pt>
                <c:pt idx="23775">
                  <c:v>6.0993295774647889</c:v>
                </c:pt>
                <c:pt idx="23776">
                  <c:v>6.096824647887324</c:v>
                </c:pt>
                <c:pt idx="23777">
                  <c:v>6.0923288732394365</c:v>
                </c:pt>
                <c:pt idx="23778">
                  <c:v>6.0932260563380281</c:v>
                </c:pt>
                <c:pt idx="23779">
                  <c:v>6.0914929577464791</c:v>
                </c:pt>
                <c:pt idx="23780">
                  <c:v>6.0919669014084503</c:v>
                </c:pt>
                <c:pt idx="23781">
                  <c:v>6.0905859154929578</c:v>
                </c:pt>
                <c:pt idx="23782">
                  <c:v>6.0933140845070426</c:v>
                </c:pt>
                <c:pt idx="23783">
                  <c:v>6.0919197183098595</c:v>
                </c:pt>
                <c:pt idx="23784">
                  <c:v>6.0893922535211269</c:v>
                </c:pt>
                <c:pt idx="23785">
                  <c:v>6.0930563380281688</c:v>
                </c:pt>
                <c:pt idx="23786">
                  <c:v>6.0936021126760567</c:v>
                </c:pt>
                <c:pt idx="23787">
                  <c:v>6.0913507042253521</c:v>
                </c:pt>
                <c:pt idx="23788">
                  <c:v>6.0950626760563384</c:v>
                </c:pt>
                <c:pt idx="23789">
                  <c:v>6.0994584507042253</c:v>
                </c:pt>
                <c:pt idx="23790">
                  <c:v>6.0995718309859157</c:v>
                </c:pt>
                <c:pt idx="23791">
                  <c:v>6.0937647887323942</c:v>
                </c:pt>
                <c:pt idx="23792">
                  <c:v>6.0942598591549295</c:v>
                </c:pt>
                <c:pt idx="23793">
                  <c:v>6.0981007042253523</c:v>
                </c:pt>
                <c:pt idx="23794">
                  <c:v>6.1019852112676052</c:v>
                </c:pt>
                <c:pt idx="23795">
                  <c:v>6.111808450704225</c:v>
                </c:pt>
                <c:pt idx="23796">
                  <c:v>6.1139915492957746</c:v>
                </c:pt>
                <c:pt idx="23797">
                  <c:v>6.1071964788732398</c:v>
                </c:pt>
                <c:pt idx="23798">
                  <c:v>6.1073098591549293</c:v>
                </c:pt>
                <c:pt idx="23799">
                  <c:v>6.111030281690141</c:v>
                </c:pt>
                <c:pt idx="23800">
                  <c:v>6.1131711267605633</c:v>
                </c:pt>
                <c:pt idx="23801">
                  <c:v>6.1101591549295771</c:v>
                </c:pt>
                <c:pt idx="23802">
                  <c:v>6.1041732394366193</c:v>
                </c:pt>
                <c:pt idx="23803">
                  <c:v>6.1038683098591546</c:v>
                </c:pt>
                <c:pt idx="23804">
                  <c:v>6.1083866197183099</c:v>
                </c:pt>
                <c:pt idx="23805">
                  <c:v>6.118537323943662</c:v>
                </c:pt>
                <c:pt idx="23806">
                  <c:v>6.1192985915492955</c:v>
                </c:pt>
                <c:pt idx="23807">
                  <c:v>6.1130500000000003</c:v>
                </c:pt>
                <c:pt idx="23808">
                  <c:v>6.1085323943661969</c:v>
                </c:pt>
                <c:pt idx="23809">
                  <c:v>6.1103739436619717</c:v>
                </c:pt>
                <c:pt idx="23810">
                  <c:v>6.1131366197183095</c:v>
                </c:pt>
                <c:pt idx="23811">
                  <c:v>6.1152105633802814</c:v>
                </c:pt>
                <c:pt idx="23812">
                  <c:v>6.1164739436619717</c:v>
                </c:pt>
                <c:pt idx="23813">
                  <c:v>6.112028169014085</c:v>
                </c:pt>
                <c:pt idx="23814">
                  <c:v>6.1077218309859154</c:v>
                </c:pt>
                <c:pt idx="23815">
                  <c:v>6.1060028169014089</c:v>
                </c:pt>
                <c:pt idx="23816">
                  <c:v>6.1036408450704229</c:v>
                </c:pt>
                <c:pt idx="23817">
                  <c:v>6.1009633802816898</c:v>
                </c:pt>
                <c:pt idx="23818">
                  <c:v>6.1063866197183101</c:v>
                </c:pt>
                <c:pt idx="23819">
                  <c:v>6.1071626760563378</c:v>
                </c:pt>
                <c:pt idx="23820">
                  <c:v>6.1109161971830988</c:v>
                </c:pt>
                <c:pt idx="23821">
                  <c:v>6.1173781690140849</c:v>
                </c:pt>
                <c:pt idx="23822">
                  <c:v>6.1217499999999996</c:v>
                </c:pt>
                <c:pt idx="23823">
                  <c:v>6.1228901408450707</c:v>
                </c:pt>
                <c:pt idx="23824">
                  <c:v>6.1222211267605635</c:v>
                </c:pt>
                <c:pt idx="23825">
                  <c:v>6.1241985915492956</c:v>
                </c:pt>
                <c:pt idx="23826">
                  <c:v>6.1247992957746478</c:v>
                </c:pt>
                <c:pt idx="23827">
                  <c:v>6.1210521126760566</c:v>
                </c:pt>
                <c:pt idx="23828">
                  <c:v>6.1182147887323941</c:v>
                </c:pt>
                <c:pt idx="23829">
                  <c:v>6.1158901408450701</c:v>
                </c:pt>
                <c:pt idx="23830">
                  <c:v>6.1079873239436617</c:v>
                </c:pt>
                <c:pt idx="23831">
                  <c:v>6.1003999999999996</c:v>
                </c:pt>
                <c:pt idx="23832">
                  <c:v>6.0969619718309858</c:v>
                </c:pt>
                <c:pt idx="23833">
                  <c:v>6.0972154929577469</c:v>
                </c:pt>
                <c:pt idx="23834">
                  <c:v>6.0987028169014081</c:v>
                </c:pt>
                <c:pt idx="23835">
                  <c:v>6.0977774647887326</c:v>
                </c:pt>
                <c:pt idx="23836">
                  <c:v>6.095178873239437</c:v>
                </c:pt>
                <c:pt idx="23837">
                  <c:v>6.0977295774647891</c:v>
                </c:pt>
                <c:pt idx="23838">
                  <c:v>6.0996971830985913</c:v>
                </c:pt>
                <c:pt idx="23839">
                  <c:v>6.1031626760563382</c:v>
                </c:pt>
                <c:pt idx="23840">
                  <c:v>6.1039450704225349</c:v>
                </c:pt>
                <c:pt idx="23841">
                  <c:v>6.1010267605633803</c:v>
                </c:pt>
                <c:pt idx="23842">
                  <c:v>6.1004352112676052</c:v>
                </c:pt>
                <c:pt idx="23843">
                  <c:v>6.1027253521126763</c:v>
                </c:pt>
                <c:pt idx="23844">
                  <c:v>6.111079577464789</c:v>
                </c:pt>
                <c:pt idx="23845">
                  <c:v>6.1135929577464792</c:v>
                </c:pt>
                <c:pt idx="23846">
                  <c:v>6.109514788732394</c:v>
                </c:pt>
                <c:pt idx="23847">
                  <c:v>6.1065739436619717</c:v>
                </c:pt>
                <c:pt idx="23848">
                  <c:v>6.1027767605633807</c:v>
                </c:pt>
                <c:pt idx="23849">
                  <c:v>6.1026330985915491</c:v>
                </c:pt>
                <c:pt idx="23850">
                  <c:v>6.1069929577464785</c:v>
                </c:pt>
                <c:pt idx="23851">
                  <c:v>6.1137915492957751</c:v>
                </c:pt>
                <c:pt idx="23852">
                  <c:v>6.1203485915492957</c:v>
                </c:pt>
                <c:pt idx="23853">
                  <c:v>6.1226556338028173</c:v>
                </c:pt>
                <c:pt idx="23854">
                  <c:v>6.1250669014084504</c:v>
                </c:pt>
                <c:pt idx="23855">
                  <c:v>6.1222302816901406</c:v>
                </c:pt>
                <c:pt idx="23856">
                  <c:v>6.120958450704225</c:v>
                </c:pt>
                <c:pt idx="23857">
                  <c:v>6.1216950704225352</c:v>
                </c:pt>
                <c:pt idx="23858">
                  <c:v>6.1228091549295778</c:v>
                </c:pt>
                <c:pt idx="23859">
                  <c:v>6.1183246478873237</c:v>
                </c:pt>
                <c:pt idx="23860">
                  <c:v>6.1111007042253522</c:v>
                </c:pt>
                <c:pt idx="23861">
                  <c:v>6.1045394366197181</c:v>
                </c:pt>
                <c:pt idx="23862">
                  <c:v>6.0989816901408451</c:v>
                </c:pt>
                <c:pt idx="23863">
                  <c:v>6.0972894366197181</c:v>
                </c:pt>
                <c:pt idx="23864">
                  <c:v>6.102376056338028</c:v>
                </c:pt>
                <c:pt idx="23865">
                  <c:v>6.1070605633802817</c:v>
                </c:pt>
                <c:pt idx="23866">
                  <c:v>6.1067267605633804</c:v>
                </c:pt>
                <c:pt idx="23867">
                  <c:v>6.106250704225352</c:v>
                </c:pt>
                <c:pt idx="23868">
                  <c:v>6.1086253521126759</c:v>
                </c:pt>
                <c:pt idx="23869">
                  <c:v>6.1114887323943661</c:v>
                </c:pt>
                <c:pt idx="23870">
                  <c:v>6.1160485915492959</c:v>
                </c:pt>
                <c:pt idx="23871">
                  <c:v>6.1206260563380281</c:v>
                </c:pt>
                <c:pt idx="23872">
                  <c:v>6.1202161971830984</c:v>
                </c:pt>
                <c:pt idx="23873">
                  <c:v>6.1174239436619722</c:v>
                </c:pt>
                <c:pt idx="23874">
                  <c:v>6.1149401408450705</c:v>
                </c:pt>
                <c:pt idx="23875">
                  <c:v>6.1080338028169017</c:v>
                </c:pt>
                <c:pt idx="23876">
                  <c:v>6.1025190140845069</c:v>
                </c:pt>
                <c:pt idx="23877">
                  <c:v>6.0951838028169014</c:v>
                </c:pt>
                <c:pt idx="23878">
                  <c:v>6.0910500000000001</c:v>
                </c:pt>
                <c:pt idx="23879">
                  <c:v>6.0929654929577461</c:v>
                </c:pt>
                <c:pt idx="23880">
                  <c:v>6.0989457746478877</c:v>
                </c:pt>
                <c:pt idx="23881">
                  <c:v>6.102137323943662</c:v>
                </c:pt>
                <c:pt idx="23882">
                  <c:v>6.0954598591549294</c:v>
                </c:pt>
                <c:pt idx="23883">
                  <c:v>6.0906232394366198</c:v>
                </c:pt>
                <c:pt idx="23884">
                  <c:v>6.0898718309859152</c:v>
                </c:pt>
                <c:pt idx="23885">
                  <c:v>6.0929408450704221</c:v>
                </c:pt>
                <c:pt idx="23886">
                  <c:v>6.1033056338028171</c:v>
                </c:pt>
                <c:pt idx="23887">
                  <c:v>6.1135112676056336</c:v>
                </c:pt>
                <c:pt idx="23888">
                  <c:v>6.1181401408450702</c:v>
                </c:pt>
                <c:pt idx="23889">
                  <c:v>6.1117253521126758</c:v>
                </c:pt>
                <c:pt idx="23890">
                  <c:v>6.108066901408451</c:v>
                </c:pt>
                <c:pt idx="23891">
                  <c:v>6.1049330985915491</c:v>
                </c:pt>
                <c:pt idx="23892">
                  <c:v>6.104111971830986</c:v>
                </c:pt>
                <c:pt idx="23893">
                  <c:v>6.1049964788732396</c:v>
                </c:pt>
                <c:pt idx="23894">
                  <c:v>6.1038140845070421</c:v>
                </c:pt>
                <c:pt idx="23895">
                  <c:v>6.1024943661971829</c:v>
                </c:pt>
                <c:pt idx="23896">
                  <c:v>6.1014014084507044</c:v>
                </c:pt>
                <c:pt idx="23897">
                  <c:v>6.0981570422535212</c:v>
                </c:pt>
                <c:pt idx="23898">
                  <c:v>6.0894492957746476</c:v>
                </c:pt>
                <c:pt idx="23899">
                  <c:v>6.0884971830985917</c:v>
                </c:pt>
                <c:pt idx="23900">
                  <c:v>6.0958260563380282</c:v>
                </c:pt>
                <c:pt idx="23901">
                  <c:v>6.103897887323944</c:v>
                </c:pt>
                <c:pt idx="23902">
                  <c:v>6.1052732394366194</c:v>
                </c:pt>
                <c:pt idx="23903">
                  <c:v>6.0990781690140849</c:v>
                </c:pt>
                <c:pt idx="23904">
                  <c:v>6.1013500000000001</c:v>
                </c:pt>
                <c:pt idx="23905">
                  <c:v>6.1029908450704227</c:v>
                </c:pt>
                <c:pt idx="23906">
                  <c:v>6.1043204225352117</c:v>
                </c:pt>
                <c:pt idx="23907">
                  <c:v>6.1058887323943658</c:v>
                </c:pt>
                <c:pt idx="23908">
                  <c:v>6.1054950704225348</c:v>
                </c:pt>
                <c:pt idx="23909">
                  <c:v>6.1065591549295775</c:v>
                </c:pt>
                <c:pt idx="23910">
                  <c:v>6.1040676056338032</c:v>
                </c:pt>
                <c:pt idx="23911">
                  <c:v>6.103138732394366</c:v>
                </c:pt>
                <c:pt idx="23912">
                  <c:v>6.1050964788732394</c:v>
                </c:pt>
                <c:pt idx="23913">
                  <c:v>6.1055225352112679</c:v>
                </c:pt>
                <c:pt idx="23914">
                  <c:v>6.1035098591549293</c:v>
                </c:pt>
                <c:pt idx="23915">
                  <c:v>6.1017387323943666</c:v>
                </c:pt>
                <c:pt idx="23916">
                  <c:v>6.0963359154929577</c:v>
                </c:pt>
                <c:pt idx="23917">
                  <c:v>6.0963084507042256</c:v>
                </c:pt>
                <c:pt idx="23918">
                  <c:v>6.097410563380282</c:v>
                </c:pt>
                <c:pt idx="23919">
                  <c:v>6.1012929577464785</c:v>
                </c:pt>
                <c:pt idx="23920">
                  <c:v>6.1023894366197187</c:v>
                </c:pt>
                <c:pt idx="23921">
                  <c:v>6.1030753521126764</c:v>
                </c:pt>
                <c:pt idx="23922">
                  <c:v>6.1055774647887322</c:v>
                </c:pt>
                <c:pt idx="23923">
                  <c:v>6.1119133802816901</c:v>
                </c:pt>
                <c:pt idx="23924">
                  <c:v>6.1173197183098589</c:v>
                </c:pt>
                <c:pt idx="23925">
                  <c:v>6.1088309859154926</c:v>
                </c:pt>
                <c:pt idx="23926">
                  <c:v>6.1002781690140848</c:v>
                </c:pt>
                <c:pt idx="23927">
                  <c:v>6.0994950704225355</c:v>
                </c:pt>
                <c:pt idx="23928">
                  <c:v>6.0998577464788735</c:v>
                </c:pt>
                <c:pt idx="23929">
                  <c:v>6.0986760563380278</c:v>
                </c:pt>
                <c:pt idx="23930">
                  <c:v>6.1020126760563382</c:v>
                </c:pt>
                <c:pt idx="23931">
                  <c:v>6.1072415492957743</c:v>
                </c:pt>
                <c:pt idx="23932">
                  <c:v>6.1044774647887321</c:v>
                </c:pt>
                <c:pt idx="23933">
                  <c:v>6.098792957746479</c:v>
                </c:pt>
                <c:pt idx="23934">
                  <c:v>6.1060112676056342</c:v>
                </c:pt>
                <c:pt idx="23935">
                  <c:v>6.1162669014084505</c:v>
                </c:pt>
                <c:pt idx="23936">
                  <c:v>6.1167281690140847</c:v>
                </c:pt>
                <c:pt idx="23937">
                  <c:v>6.114288028169014</c:v>
                </c:pt>
                <c:pt idx="23938">
                  <c:v>6.110289436619718</c:v>
                </c:pt>
                <c:pt idx="23939">
                  <c:v>6.1077859154929577</c:v>
                </c:pt>
                <c:pt idx="23940">
                  <c:v>6.1063260563380286</c:v>
                </c:pt>
                <c:pt idx="23941">
                  <c:v>6.1040647887323942</c:v>
                </c:pt>
                <c:pt idx="23942">
                  <c:v>6.0946802816901409</c:v>
                </c:pt>
                <c:pt idx="23943">
                  <c:v>6.0906436619718312</c:v>
                </c:pt>
                <c:pt idx="23944">
                  <c:v>6.0921330985915496</c:v>
                </c:pt>
                <c:pt idx="23945">
                  <c:v>6.0907915492957745</c:v>
                </c:pt>
                <c:pt idx="23946">
                  <c:v>6.0936760563380279</c:v>
                </c:pt>
                <c:pt idx="23947">
                  <c:v>6.0959725352112679</c:v>
                </c:pt>
                <c:pt idx="23948">
                  <c:v>6.0952366197183094</c:v>
                </c:pt>
                <c:pt idx="23949">
                  <c:v>6.0911683098591549</c:v>
                </c:pt>
                <c:pt idx="23950">
                  <c:v>6.0900415492957745</c:v>
                </c:pt>
                <c:pt idx="23951">
                  <c:v>6.0937105633802817</c:v>
                </c:pt>
                <c:pt idx="23952">
                  <c:v>6.0908246478873238</c:v>
                </c:pt>
                <c:pt idx="23953">
                  <c:v>6.0858330985915492</c:v>
                </c:pt>
                <c:pt idx="23954">
                  <c:v>6.0832943661971832</c:v>
                </c:pt>
                <c:pt idx="23955">
                  <c:v>6.0863169014084511</c:v>
                </c:pt>
                <c:pt idx="23956">
                  <c:v>6.0940640845070426</c:v>
                </c:pt>
                <c:pt idx="23957">
                  <c:v>6.0989464788732395</c:v>
                </c:pt>
                <c:pt idx="23958">
                  <c:v>6.1002704225352113</c:v>
                </c:pt>
                <c:pt idx="23959">
                  <c:v>6.1032521126760564</c:v>
                </c:pt>
                <c:pt idx="23960">
                  <c:v>6.1006042253521127</c:v>
                </c:pt>
                <c:pt idx="23961">
                  <c:v>6.0966429577464787</c:v>
                </c:pt>
                <c:pt idx="23962">
                  <c:v>6.0961091549295778</c:v>
                </c:pt>
                <c:pt idx="23963">
                  <c:v>6.0936626760563382</c:v>
                </c:pt>
                <c:pt idx="23964">
                  <c:v>6.0881169014084504</c:v>
                </c:pt>
                <c:pt idx="23965">
                  <c:v>6.0850253521126758</c:v>
                </c:pt>
                <c:pt idx="23966">
                  <c:v>6.0852732394366198</c:v>
                </c:pt>
                <c:pt idx="23967">
                  <c:v>6.0879429577464785</c:v>
                </c:pt>
                <c:pt idx="23968">
                  <c:v>6.0878105633802813</c:v>
                </c:pt>
                <c:pt idx="23969">
                  <c:v>6.0914112676056336</c:v>
                </c:pt>
                <c:pt idx="23970">
                  <c:v>6.0928366197183097</c:v>
                </c:pt>
                <c:pt idx="23971">
                  <c:v>6.0902605633802818</c:v>
                </c:pt>
                <c:pt idx="23972">
                  <c:v>6.0928753521126762</c:v>
                </c:pt>
                <c:pt idx="23973">
                  <c:v>6.0959697183098589</c:v>
                </c:pt>
                <c:pt idx="23974">
                  <c:v>6.0922732394366195</c:v>
                </c:pt>
                <c:pt idx="23975">
                  <c:v>6.0860007042253521</c:v>
                </c:pt>
                <c:pt idx="23976">
                  <c:v>6.0899119718309862</c:v>
                </c:pt>
                <c:pt idx="23977">
                  <c:v>6.1048239436619722</c:v>
                </c:pt>
                <c:pt idx="23978">
                  <c:v>6.1117760563380283</c:v>
                </c:pt>
                <c:pt idx="23979">
                  <c:v>6.1033316901408448</c:v>
                </c:pt>
                <c:pt idx="23980">
                  <c:v>6.0930274647887321</c:v>
                </c:pt>
                <c:pt idx="23981">
                  <c:v>6.0964</c:v>
                </c:pt>
                <c:pt idx="23982">
                  <c:v>6.0983204225352114</c:v>
                </c:pt>
                <c:pt idx="23983">
                  <c:v>6.0977971830985913</c:v>
                </c:pt>
                <c:pt idx="23984">
                  <c:v>6.1000302816901408</c:v>
                </c:pt>
                <c:pt idx="23985">
                  <c:v>6.1059077464788736</c:v>
                </c:pt>
                <c:pt idx="23986">
                  <c:v>6.1078753521126758</c:v>
                </c:pt>
                <c:pt idx="23987">
                  <c:v>6.1002816901408448</c:v>
                </c:pt>
                <c:pt idx="23988">
                  <c:v>6.0985366197183097</c:v>
                </c:pt>
                <c:pt idx="23989">
                  <c:v>6.100507042253521</c:v>
                </c:pt>
                <c:pt idx="23990">
                  <c:v>6.0979274647887323</c:v>
                </c:pt>
                <c:pt idx="23991">
                  <c:v>6.0987028169014081</c:v>
                </c:pt>
                <c:pt idx="23992">
                  <c:v>6.0981169014084511</c:v>
                </c:pt>
                <c:pt idx="23993">
                  <c:v>6.0942014084507043</c:v>
                </c:pt>
                <c:pt idx="23994">
                  <c:v>6.0958957746478877</c:v>
                </c:pt>
                <c:pt idx="23995">
                  <c:v>6.098275352112676</c:v>
                </c:pt>
                <c:pt idx="23996">
                  <c:v>6.0961112676056342</c:v>
                </c:pt>
                <c:pt idx="23997">
                  <c:v>6.0959957746478874</c:v>
                </c:pt>
                <c:pt idx="23998">
                  <c:v>6.098823943661972</c:v>
                </c:pt>
                <c:pt idx="23999">
                  <c:v>6.1036992957746481</c:v>
                </c:pt>
                <c:pt idx="24000">
                  <c:v>6.1147908450704227</c:v>
                </c:pt>
                <c:pt idx="24001">
                  <c:v>6.1200528169014081</c:v>
                </c:pt>
                <c:pt idx="24002">
                  <c:v>6.1147978873239435</c:v>
                </c:pt>
                <c:pt idx="24003">
                  <c:v>6.1116394366197184</c:v>
                </c:pt>
                <c:pt idx="24004">
                  <c:v>6.1087669014084511</c:v>
                </c:pt>
                <c:pt idx="24005">
                  <c:v>6.106560563380282</c:v>
                </c:pt>
                <c:pt idx="24006">
                  <c:v>6.1048978873239435</c:v>
                </c:pt>
                <c:pt idx="24007">
                  <c:v>6.0981471830985914</c:v>
                </c:pt>
                <c:pt idx="24008">
                  <c:v>6.0919373239436618</c:v>
                </c:pt>
                <c:pt idx="24009">
                  <c:v>6.08791338028169</c:v>
                </c:pt>
                <c:pt idx="24010">
                  <c:v>6.0925000000000002</c:v>
                </c:pt>
                <c:pt idx="24011">
                  <c:v>6.0959140845070419</c:v>
                </c:pt>
                <c:pt idx="24012">
                  <c:v>6.093511267605634</c:v>
                </c:pt>
                <c:pt idx="24013">
                  <c:v>6.092274647887324</c:v>
                </c:pt>
                <c:pt idx="24014">
                  <c:v>6.0931781690140845</c:v>
                </c:pt>
                <c:pt idx="24015">
                  <c:v>6.093502112676056</c:v>
                </c:pt>
                <c:pt idx="24016">
                  <c:v>6.0961063380281688</c:v>
                </c:pt>
                <c:pt idx="24017">
                  <c:v>6.0978070422535211</c:v>
                </c:pt>
                <c:pt idx="24018">
                  <c:v>6.0960253521126759</c:v>
                </c:pt>
                <c:pt idx="24019">
                  <c:v>6.095864084507042</c:v>
                </c:pt>
                <c:pt idx="24020">
                  <c:v>6.0933950704225355</c:v>
                </c:pt>
                <c:pt idx="24021">
                  <c:v>6.0956711267605632</c:v>
                </c:pt>
                <c:pt idx="24022">
                  <c:v>6.100305633802817</c:v>
                </c:pt>
                <c:pt idx="24023">
                  <c:v>6.1024211267605635</c:v>
                </c:pt>
                <c:pt idx="24024">
                  <c:v>6.1052549295774652</c:v>
                </c:pt>
                <c:pt idx="24025">
                  <c:v>6.1075295774647884</c:v>
                </c:pt>
                <c:pt idx="24026">
                  <c:v>6.1116056338028173</c:v>
                </c:pt>
                <c:pt idx="24027">
                  <c:v>6.1146816901408449</c:v>
                </c:pt>
                <c:pt idx="24028">
                  <c:v>6.1127415492957748</c:v>
                </c:pt>
                <c:pt idx="24029">
                  <c:v>6.1066204225352116</c:v>
                </c:pt>
                <c:pt idx="24030">
                  <c:v>6.1008401408450705</c:v>
                </c:pt>
                <c:pt idx="24031">
                  <c:v>6.0918598591549298</c:v>
                </c:pt>
                <c:pt idx="24032">
                  <c:v>6.0957098591549297</c:v>
                </c:pt>
                <c:pt idx="24033">
                  <c:v>6.1090035211267608</c:v>
                </c:pt>
                <c:pt idx="24034">
                  <c:v>6.1078316901408449</c:v>
                </c:pt>
                <c:pt idx="24035">
                  <c:v>6.103842253521127</c:v>
                </c:pt>
                <c:pt idx="24036">
                  <c:v>6.1058450704225349</c:v>
                </c:pt>
                <c:pt idx="24037">
                  <c:v>6.1009957746478873</c:v>
                </c:pt>
                <c:pt idx="24038">
                  <c:v>6.0955507042253521</c:v>
                </c:pt>
                <c:pt idx="24039">
                  <c:v>6.0927880281690143</c:v>
                </c:pt>
                <c:pt idx="24040">
                  <c:v>6.0894535211267602</c:v>
                </c:pt>
                <c:pt idx="24041">
                  <c:v>6.0862183098591549</c:v>
                </c:pt>
                <c:pt idx="24042">
                  <c:v>6.0853922535211264</c:v>
                </c:pt>
                <c:pt idx="24043">
                  <c:v>6.0874922535211269</c:v>
                </c:pt>
                <c:pt idx="24044">
                  <c:v>6.0921859154929576</c:v>
                </c:pt>
                <c:pt idx="24045">
                  <c:v>6.0965457746478871</c:v>
                </c:pt>
                <c:pt idx="24046">
                  <c:v>6.0989471830985913</c:v>
                </c:pt>
                <c:pt idx="24047">
                  <c:v>6.0975683098591551</c:v>
                </c:pt>
                <c:pt idx="24048">
                  <c:v>6.0930422535211264</c:v>
                </c:pt>
                <c:pt idx="24049">
                  <c:v>6.0880204225352115</c:v>
                </c:pt>
                <c:pt idx="24050">
                  <c:v>6.0889401408450707</c:v>
                </c:pt>
                <c:pt idx="24051">
                  <c:v>6.0930225352112677</c:v>
                </c:pt>
                <c:pt idx="24052">
                  <c:v>6.0905415492957751</c:v>
                </c:pt>
                <c:pt idx="24053">
                  <c:v>6.0811591549295771</c:v>
                </c:pt>
                <c:pt idx="24054">
                  <c:v>6.0838373239436621</c:v>
                </c:pt>
                <c:pt idx="24055">
                  <c:v>6.0921112676056337</c:v>
                </c:pt>
                <c:pt idx="24056">
                  <c:v>6.0892274647887321</c:v>
                </c:pt>
                <c:pt idx="24057">
                  <c:v>6.0837767605633806</c:v>
                </c:pt>
                <c:pt idx="24058">
                  <c:v>6.0824063380281688</c:v>
                </c:pt>
                <c:pt idx="24059">
                  <c:v>6.0813471830985915</c:v>
                </c:pt>
                <c:pt idx="24060">
                  <c:v>6.0839077464788733</c:v>
                </c:pt>
                <c:pt idx="24061">
                  <c:v>6.0925866197183103</c:v>
                </c:pt>
                <c:pt idx="24062">
                  <c:v>6.0972260563380285</c:v>
                </c:pt>
                <c:pt idx="24063">
                  <c:v>6.0935464788732396</c:v>
                </c:pt>
                <c:pt idx="24064">
                  <c:v>6.0923063380281688</c:v>
                </c:pt>
                <c:pt idx="24065">
                  <c:v>6.0926330985915493</c:v>
                </c:pt>
                <c:pt idx="24066">
                  <c:v>6.0931288732394364</c:v>
                </c:pt>
                <c:pt idx="24067">
                  <c:v>6.0951732394366198</c:v>
                </c:pt>
                <c:pt idx="24068">
                  <c:v>6.0992478873239433</c:v>
                </c:pt>
                <c:pt idx="24069">
                  <c:v>6.102137323943662</c:v>
                </c:pt>
                <c:pt idx="24070">
                  <c:v>6.1054218309859154</c:v>
                </c:pt>
                <c:pt idx="24071">
                  <c:v>6.1042373239436616</c:v>
                </c:pt>
                <c:pt idx="24072">
                  <c:v>6.1060838028169018</c:v>
                </c:pt>
                <c:pt idx="24073">
                  <c:v>6.1058683098591553</c:v>
                </c:pt>
                <c:pt idx="24074">
                  <c:v>6.1005922535211266</c:v>
                </c:pt>
                <c:pt idx="24075">
                  <c:v>6.0974485915492957</c:v>
                </c:pt>
                <c:pt idx="24076">
                  <c:v>6.093811971830986</c:v>
                </c:pt>
                <c:pt idx="24077">
                  <c:v>6.0874971830985913</c:v>
                </c:pt>
                <c:pt idx="24078">
                  <c:v>6.0924112676056339</c:v>
                </c:pt>
                <c:pt idx="24079">
                  <c:v>6.0978887323943658</c:v>
                </c:pt>
                <c:pt idx="24080">
                  <c:v>6.0933788732394367</c:v>
                </c:pt>
                <c:pt idx="24081">
                  <c:v>6.0936542253521129</c:v>
                </c:pt>
                <c:pt idx="24082">
                  <c:v>6.1005830985915495</c:v>
                </c:pt>
                <c:pt idx="24083">
                  <c:v>6.1076823943661971</c:v>
                </c:pt>
                <c:pt idx="24084">
                  <c:v>6.1045422535211271</c:v>
                </c:pt>
                <c:pt idx="24085">
                  <c:v>6.0929964788732391</c:v>
                </c:pt>
                <c:pt idx="24086">
                  <c:v>6.0861598591549297</c:v>
                </c:pt>
                <c:pt idx="24087">
                  <c:v>6.0853598591549298</c:v>
                </c:pt>
                <c:pt idx="24088">
                  <c:v>6.0861176056338024</c:v>
                </c:pt>
                <c:pt idx="24089">
                  <c:v>6.0924528169014085</c:v>
                </c:pt>
                <c:pt idx="24090">
                  <c:v>6.0978669014084508</c:v>
                </c:pt>
                <c:pt idx="24091">
                  <c:v>6.0952908450704228</c:v>
                </c:pt>
                <c:pt idx="24092">
                  <c:v>6.0880091549295772</c:v>
                </c:pt>
                <c:pt idx="24093">
                  <c:v>6.0893204225352111</c:v>
                </c:pt>
                <c:pt idx="24094">
                  <c:v>6.0877161971830986</c:v>
                </c:pt>
                <c:pt idx="24095">
                  <c:v>6.0878007042253524</c:v>
                </c:pt>
                <c:pt idx="24096">
                  <c:v>6.099726056338028</c:v>
                </c:pt>
                <c:pt idx="24097">
                  <c:v>6.1060640845070422</c:v>
                </c:pt>
                <c:pt idx="24098">
                  <c:v>6.1073739436619716</c:v>
                </c:pt>
                <c:pt idx="24099">
                  <c:v>6.1051852112676057</c:v>
                </c:pt>
                <c:pt idx="24100">
                  <c:v>6.1036619718309861</c:v>
                </c:pt>
                <c:pt idx="24101">
                  <c:v>6.1051028169014083</c:v>
                </c:pt>
                <c:pt idx="24102">
                  <c:v>6.1034654929577465</c:v>
                </c:pt>
                <c:pt idx="24103">
                  <c:v>6.0992528169014086</c:v>
                </c:pt>
                <c:pt idx="24104">
                  <c:v>6.0944992957746482</c:v>
                </c:pt>
                <c:pt idx="24105">
                  <c:v>6.0892056338028171</c:v>
                </c:pt>
                <c:pt idx="24106">
                  <c:v>6.0806859154929578</c:v>
                </c:pt>
                <c:pt idx="24107">
                  <c:v>6.0834126760563381</c:v>
                </c:pt>
                <c:pt idx="24108">
                  <c:v>6.0954492957746478</c:v>
                </c:pt>
                <c:pt idx="24109">
                  <c:v>6.1049140845070422</c:v>
                </c:pt>
                <c:pt idx="24110">
                  <c:v>6.1069500000000003</c:v>
                </c:pt>
                <c:pt idx="24111">
                  <c:v>6.1156605633802821</c:v>
                </c:pt>
                <c:pt idx="24112">
                  <c:v>6.1194049295774651</c:v>
                </c:pt>
                <c:pt idx="24113">
                  <c:v>6.1186873239436617</c:v>
                </c:pt>
                <c:pt idx="24114">
                  <c:v>6.1155387323943664</c:v>
                </c:pt>
                <c:pt idx="24115">
                  <c:v>6.1060380281690136</c:v>
                </c:pt>
                <c:pt idx="24116">
                  <c:v>6.1011746478873237</c:v>
                </c:pt>
                <c:pt idx="24117">
                  <c:v>6.1014457746478872</c:v>
                </c:pt>
                <c:pt idx="24118">
                  <c:v>6.1031816901408451</c:v>
                </c:pt>
                <c:pt idx="24119">
                  <c:v>6.0984323943661973</c:v>
                </c:pt>
                <c:pt idx="24120">
                  <c:v>6.0948619718309862</c:v>
                </c:pt>
                <c:pt idx="24121">
                  <c:v>6.0904225352112675</c:v>
                </c:pt>
                <c:pt idx="24122">
                  <c:v>6.0852422535211268</c:v>
                </c:pt>
                <c:pt idx="24123">
                  <c:v>6.0899936619718309</c:v>
                </c:pt>
                <c:pt idx="24124">
                  <c:v>6.0979119718309862</c:v>
                </c:pt>
                <c:pt idx="24125">
                  <c:v>6.1028028169014084</c:v>
                </c:pt>
                <c:pt idx="24126">
                  <c:v>6.1021802816901412</c:v>
                </c:pt>
                <c:pt idx="24127">
                  <c:v>6.0991570422535215</c:v>
                </c:pt>
                <c:pt idx="24128">
                  <c:v>6.1006971830985917</c:v>
                </c:pt>
                <c:pt idx="24129">
                  <c:v>6.1045929577464788</c:v>
                </c:pt>
                <c:pt idx="24130">
                  <c:v>6.1043084507042256</c:v>
                </c:pt>
                <c:pt idx="24131">
                  <c:v>6.1050929577464785</c:v>
                </c:pt>
                <c:pt idx="24132">
                  <c:v>6.1059246478873241</c:v>
                </c:pt>
                <c:pt idx="24133">
                  <c:v>6.101300704225352</c:v>
                </c:pt>
                <c:pt idx="24134">
                  <c:v>6.0968112676056334</c:v>
                </c:pt>
                <c:pt idx="24135">
                  <c:v>6.0967021126760566</c:v>
                </c:pt>
                <c:pt idx="24136">
                  <c:v>6.097169014084507</c:v>
                </c:pt>
                <c:pt idx="24137">
                  <c:v>6.0951112676056338</c:v>
                </c:pt>
                <c:pt idx="24138">
                  <c:v>6.0931253521126765</c:v>
                </c:pt>
                <c:pt idx="24139">
                  <c:v>6.0938007042253517</c:v>
                </c:pt>
                <c:pt idx="24140">
                  <c:v>6.0894084507042257</c:v>
                </c:pt>
                <c:pt idx="24141">
                  <c:v>6.0865387323943665</c:v>
                </c:pt>
                <c:pt idx="24142">
                  <c:v>6.0913464788732394</c:v>
                </c:pt>
                <c:pt idx="24143">
                  <c:v>6.0953140845070424</c:v>
                </c:pt>
                <c:pt idx="24144">
                  <c:v>6.1002774647887321</c:v>
                </c:pt>
                <c:pt idx="24145">
                  <c:v>6.0987126760563379</c:v>
                </c:pt>
                <c:pt idx="24146">
                  <c:v>6.1004112676056339</c:v>
                </c:pt>
                <c:pt idx="24147">
                  <c:v>6.099998591549296</c:v>
                </c:pt>
                <c:pt idx="24148">
                  <c:v>6.0929105633802818</c:v>
                </c:pt>
                <c:pt idx="24149">
                  <c:v>6.0831133802816906</c:v>
                </c:pt>
                <c:pt idx="24150">
                  <c:v>6.0845042253521129</c:v>
                </c:pt>
                <c:pt idx="24151">
                  <c:v>6.0869028169014081</c:v>
                </c:pt>
                <c:pt idx="24152">
                  <c:v>6.0912591549295776</c:v>
                </c:pt>
                <c:pt idx="24153">
                  <c:v>6.0987521126760562</c:v>
                </c:pt>
                <c:pt idx="24154">
                  <c:v>6.1020021126760566</c:v>
                </c:pt>
                <c:pt idx="24155">
                  <c:v>6.1037436619718308</c:v>
                </c:pt>
                <c:pt idx="24156">
                  <c:v>6.1001612676056336</c:v>
                </c:pt>
                <c:pt idx="24157">
                  <c:v>6.0979112676056335</c:v>
                </c:pt>
                <c:pt idx="24158">
                  <c:v>6.0924619718309856</c:v>
                </c:pt>
                <c:pt idx="24159">
                  <c:v>6.0816443661971835</c:v>
                </c:pt>
                <c:pt idx="24160">
                  <c:v>6.0774274647887321</c:v>
                </c:pt>
                <c:pt idx="24161">
                  <c:v>6.0804098591549298</c:v>
                </c:pt>
                <c:pt idx="24162">
                  <c:v>6.088939436619718</c:v>
                </c:pt>
                <c:pt idx="24163">
                  <c:v>6.0911661971830986</c:v>
                </c:pt>
                <c:pt idx="24164">
                  <c:v>6.0905464788732395</c:v>
                </c:pt>
                <c:pt idx="24165">
                  <c:v>6.0927725352112674</c:v>
                </c:pt>
                <c:pt idx="24166">
                  <c:v>6.0911612676056341</c:v>
                </c:pt>
                <c:pt idx="24167">
                  <c:v>6.0858014084507044</c:v>
                </c:pt>
                <c:pt idx="24168">
                  <c:v>6.0880000000000001</c:v>
                </c:pt>
                <c:pt idx="24169">
                  <c:v>6.0918246478873241</c:v>
                </c:pt>
                <c:pt idx="24170">
                  <c:v>6.0939697183098591</c:v>
                </c:pt>
                <c:pt idx="24171">
                  <c:v>6.0897063380281686</c:v>
                </c:pt>
                <c:pt idx="24172">
                  <c:v>6.0828352112676054</c:v>
                </c:pt>
                <c:pt idx="24173">
                  <c:v>6.0754154929577462</c:v>
                </c:pt>
                <c:pt idx="24174">
                  <c:v>6.0722500000000004</c:v>
                </c:pt>
                <c:pt idx="24175">
                  <c:v>6.0678419718309859</c:v>
                </c:pt>
                <c:pt idx="24176">
                  <c:v>6.064234788732394</c:v>
                </c:pt>
                <c:pt idx="24177">
                  <c:v>6.0675461971830984</c:v>
                </c:pt>
                <c:pt idx="24178">
                  <c:v>6.0751591549295778</c:v>
                </c:pt>
                <c:pt idx="24179">
                  <c:v>6.0829908450704222</c:v>
                </c:pt>
                <c:pt idx="24180">
                  <c:v>6.0885415492957744</c:v>
                </c:pt>
                <c:pt idx="24181">
                  <c:v>6.0925528169014083</c:v>
                </c:pt>
                <c:pt idx="24182">
                  <c:v>6.0968316901408448</c:v>
                </c:pt>
                <c:pt idx="24183">
                  <c:v>6.1012542253521129</c:v>
                </c:pt>
                <c:pt idx="24184">
                  <c:v>6.1020964788732392</c:v>
                </c:pt>
                <c:pt idx="24185">
                  <c:v>6.1005084507042255</c:v>
                </c:pt>
                <c:pt idx="24186">
                  <c:v>6.095835915492958</c:v>
                </c:pt>
                <c:pt idx="24187">
                  <c:v>6.0934598591549296</c:v>
                </c:pt>
                <c:pt idx="24188">
                  <c:v>6.0955232394366199</c:v>
                </c:pt>
                <c:pt idx="24189">
                  <c:v>6.1021429577464792</c:v>
                </c:pt>
                <c:pt idx="24190">
                  <c:v>6.1037922535211271</c:v>
                </c:pt>
                <c:pt idx="24191">
                  <c:v>6.0977042253521123</c:v>
                </c:pt>
                <c:pt idx="24192">
                  <c:v>6.096744366197183</c:v>
                </c:pt>
                <c:pt idx="24193">
                  <c:v>6.1029901408450709</c:v>
                </c:pt>
                <c:pt idx="24194">
                  <c:v>6.1032830985915494</c:v>
                </c:pt>
                <c:pt idx="24195">
                  <c:v>6.1015809859154926</c:v>
                </c:pt>
                <c:pt idx="24196">
                  <c:v>6.0984161971830986</c:v>
                </c:pt>
                <c:pt idx="24197">
                  <c:v>6.0925661971830989</c:v>
                </c:pt>
                <c:pt idx="24198">
                  <c:v>6.0914366197183103</c:v>
                </c:pt>
                <c:pt idx="24199">
                  <c:v>6.0925147887323945</c:v>
                </c:pt>
                <c:pt idx="24200">
                  <c:v>6.0945112676056334</c:v>
                </c:pt>
                <c:pt idx="24201">
                  <c:v>6.0931232394366202</c:v>
                </c:pt>
                <c:pt idx="24202">
                  <c:v>6.0918084507042254</c:v>
                </c:pt>
                <c:pt idx="24203">
                  <c:v>6.0916633802816902</c:v>
                </c:pt>
                <c:pt idx="24204">
                  <c:v>6.0966711267605636</c:v>
                </c:pt>
                <c:pt idx="24205">
                  <c:v>6.1054295774647889</c:v>
                </c:pt>
                <c:pt idx="24206">
                  <c:v>6.1074894366197183</c:v>
                </c:pt>
                <c:pt idx="24207">
                  <c:v>6.1062450704225348</c:v>
                </c:pt>
                <c:pt idx="24208">
                  <c:v>6.101024647887324</c:v>
                </c:pt>
                <c:pt idx="24209">
                  <c:v>6.0982647887323944</c:v>
                </c:pt>
                <c:pt idx="24210">
                  <c:v>6.0937725352112677</c:v>
                </c:pt>
                <c:pt idx="24211">
                  <c:v>6.0901098591549294</c:v>
                </c:pt>
                <c:pt idx="24212">
                  <c:v>6.0921542253521128</c:v>
                </c:pt>
                <c:pt idx="24213">
                  <c:v>6.0976612676056341</c:v>
                </c:pt>
                <c:pt idx="24214">
                  <c:v>6.1020711267605634</c:v>
                </c:pt>
                <c:pt idx="24215">
                  <c:v>6.1056295774647884</c:v>
                </c:pt>
                <c:pt idx="24216">
                  <c:v>6.1011739436619719</c:v>
                </c:pt>
                <c:pt idx="24217">
                  <c:v>6.1016577464788728</c:v>
                </c:pt>
                <c:pt idx="24218">
                  <c:v>6.1098021126760562</c:v>
                </c:pt>
                <c:pt idx="24219">
                  <c:v>6.105673943661972</c:v>
                </c:pt>
                <c:pt idx="24220">
                  <c:v>6.1025147887323943</c:v>
                </c:pt>
                <c:pt idx="24221">
                  <c:v>6.1055845070422539</c:v>
                </c:pt>
                <c:pt idx="24222">
                  <c:v>6.111864084507042</c:v>
                </c:pt>
                <c:pt idx="24223">
                  <c:v>6.1156570422535212</c:v>
                </c:pt>
                <c:pt idx="24224">
                  <c:v>6.1112084507042255</c:v>
                </c:pt>
                <c:pt idx="24225">
                  <c:v>6.1082492957746481</c:v>
                </c:pt>
                <c:pt idx="24226">
                  <c:v>6.1122943661971831</c:v>
                </c:pt>
                <c:pt idx="24227">
                  <c:v>6.1128007042253518</c:v>
                </c:pt>
                <c:pt idx="24228">
                  <c:v>6.1116725352112677</c:v>
                </c:pt>
                <c:pt idx="24229">
                  <c:v>6.1160676056338028</c:v>
                </c:pt>
                <c:pt idx="24230">
                  <c:v>6.1142654929577462</c:v>
                </c:pt>
                <c:pt idx="24231">
                  <c:v>6.1088176056338028</c:v>
                </c:pt>
                <c:pt idx="24232">
                  <c:v>6.1077232394366199</c:v>
                </c:pt>
                <c:pt idx="24233">
                  <c:v>6.1059816901408448</c:v>
                </c:pt>
                <c:pt idx="24234">
                  <c:v>6.1032816901408449</c:v>
                </c:pt>
                <c:pt idx="24235">
                  <c:v>6.10537323943662</c:v>
                </c:pt>
                <c:pt idx="24236">
                  <c:v>6.1095992957746477</c:v>
                </c:pt>
                <c:pt idx="24237">
                  <c:v>6.1125316901408446</c:v>
                </c:pt>
                <c:pt idx="24238">
                  <c:v>6.1054985915492956</c:v>
                </c:pt>
                <c:pt idx="24239">
                  <c:v>6.0985971830985912</c:v>
                </c:pt>
                <c:pt idx="24240">
                  <c:v>6.1026943661971833</c:v>
                </c:pt>
                <c:pt idx="24241">
                  <c:v>6.1041070422535215</c:v>
                </c:pt>
                <c:pt idx="24242">
                  <c:v>6.104099295774648</c:v>
                </c:pt>
                <c:pt idx="24243">
                  <c:v>6.1034323943661972</c:v>
                </c:pt>
                <c:pt idx="24244">
                  <c:v>6.097364084507042</c:v>
                </c:pt>
                <c:pt idx="24245">
                  <c:v>6.0952119718309863</c:v>
                </c:pt>
                <c:pt idx="24246">
                  <c:v>6.0924661971830982</c:v>
                </c:pt>
                <c:pt idx="24247">
                  <c:v>6.0981943661971831</c:v>
                </c:pt>
                <c:pt idx="24248">
                  <c:v>6.1066570422535209</c:v>
                </c:pt>
                <c:pt idx="24249">
                  <c:v>6.112930281690141</c:v>
                </c:pt>
                <c:pt idx="24250">
                  <c:v>6.1230359154929577</c:v>
                </c:pt>
                <c:pt idx="24251">
                  <c:v>6.1261253521126759</c:v>
                </c:pt>
                <c:pt idx="24252">
                  <c:v>6.1221443661971833</c:v>
                </c:pt>
                <c:pt idx="24253">
                  <c:v>6.1155626760563377</c:v>
                </c:pt>
                <c:pt idx="24254">
                  <c:v>6.1093485915492955</c:v>
                </c:pt>
                <c:pt idx="24255">
                  <c:v>6.1092021126760567</c:v>
                </c:pt>
                <c:pt idx="24256">
                  <c:v>6.1049654929577466</c:v>
                </c:pt>
                <c:pt idx="24257">
                  <c:v>6.1012028169014085</c:v>
                </c:pt>
                <c:pt idx="24258">
                  <c:v>6.1021359154929575</c:v>
                </c:pt>
                <c:pt idx="24259">
                  <c:v>6.1088774647887325</c:v>
                </c:pt>
                <c:pt idx="24260">
                  <c:v>6.1151697183098594</c:v>
                </c:pt>
                <c:pt idx="24261">
                  <c:v>6.1150429577464784</c:v>
                </c:pt>
                <c:pt idx="24262">
                  <c:v>6.1080147887323948</c:v>
                </c:pt>
                <c:pt idx="24263">
                  <c:v>6.1043823943661968</c:v>
                </c:pt>
                <c:pt idx="24264">
                  <c:v>6.10785</c:v>
                </c:pt>
                <c:pt idx="24265">
                  <c:v>6.1080464788732396</c:v>
                </c:pt>
                <c:pt idx="24266">
                  <c:v>6.1091330985915491</c:v>
                </c:pt>
                <c:pt idx="24267">
                  <c:v>6.1129140845070422</c:v>
                </c:pt>
                <c:pt idx="24268">
                  <c:v>6.1187647887323946</c:v>
                </c:pt>
                <c:pt idx="24269">
                  <c:v>6.1222584507042255</c:v>
                </c:pt>
                <c:pt idx="24270">
                  <c:v>6.1227316901408448</c:v>
                </c:pt>
                <c:pt idx="24271">
                  <c:v>6.1215908450704228</c:v>
                </c:pt>
                <c:pt idx="24272">
                  <c:v>6.1177443661971829</c:v>
                </c:pt>
                <c:pt idx="24273">
                  <c:v>6.1176338028169015</c:v>
                </c:pt>
                <c:pt idx="24274">
                  <c:v>6.1194739436619718</c:v>
                </c:pt>
                <c:pt idx="24275">
                  <c:v>6.1258225352112676</c:v>
                </c:pt>
                <c:pt idx="24276">
                  <c:v>6.1334021126760563</c:v>
                </c:pt>
                <c:pt idx="24277">
                  <c:v>6.1335985915492959</c:v>
                </c:pt>
                <c:pt idx="24278">
                  <c:v>6.1320507042253523</c:v>
                </c:pt>
                <c:pt idx="24279">
                  <c:v>6.1481492957746475</c:v>
                </c:pt>
                <c:pt idx="24280">
                  <c:v>6.1640401408450707</c:v>
                </c:pt>
                <c:pt idx="24281">
                  <c:v>6.1631781690140848</c:v>
                </c:pt>
                <c:pt idx="24282">
                  <c:v>6.1496309859154934</c:v>
                </c:pt>
                <c:pt idx="24283">
                  <c:v>6.1418232394366195</c:v>
                </c:pt>
                <c:pt idx="24284">
                  <c:v>6.141148591549296</c:v>
                </c:pt>
                <c:pt idx="24285">
                  <c:v>6.1410077464788735</c:v>
                </c:pt>
                <c:pt idx="24286">
                  <c:v>6.1425845070422538</c:v>
                </c:pt>
                <c:pt idx="24287">
                  <c:v>6.1474929577464792</c:v>
                </c:pt>
                <c:pt idx="24288">
                  <c:v>6.1543049295774646</c:v>
                </c:pt>
                <c:pt idx="24289">
                  <c:v>6.154281690140845</c:v>
                </c:pt>
                <c:pt idx="24290">
                  <c:v>6.1495119718309859</c:v>
                </c:pt>
                <c:pt idx="24291">
                  <c:v>6.1507429577464787</c:v>
                </c:pt>
                <c:pt idx="24292">
                  <c:v>6.1576704225352117</c:v>
                </c:pt>
                <c:pt idx="24293">
                  <c:v>6.1638514084507046</c:v>
                </c:pt>
                <c:pt idx="24294">
                  <c:v>6.1644443661971833</c:v>
                </c:pt>
                <c:pt idx="24295">
                  <c:v>6.1677788732394365</c:v>
                </c:pt>
                <c:pt idx="24296">
                  <c:v>6.169500704225352</c:v>
                </c:pt>
                <c:pt idx="24297">
                  <c:v>6.1684077464788736</c:v>
                </c:pt>
                <c:pt idx="24298">
                  <c:v>6.1636056338028169</c:v>
                </c:pt>
                <c:pt idx="24299">
                  <c:v>6.1556880281690143</c:v>
                </c:pt>
                <c:pt idx="24300">
                  <c:v>6.1490042253521127</c:v>
                </c:pt>
                <c:pt idx="24301">
                  <c:v>6.1529126760563377</c:v>
                </c:pt>
                <c:pt idx="24302">
                  <c:v>6.1581556338028172</c:v>
                </c:pt>
                <c:pt idx="24303">
                  <c:v>6.1548042253521125</c:v>
                </c:pt>
                <c:pt idx="24304">
                  <c:v>6.1522711267605636</c:v>
                </c:pt>
                <c:pt idx="24305">
                  <c:v>6.1584239436619717</c:v>
                </c:pt>
                <c:pt idx="24306">
                  <c:v>6.1613816901408454</c:v>
                </c:pt>
                <c:pt idx="24307">
                  <c:v>6.1619950704225355</c:v>
                </c:pt>
                <c:pt idx="24308">
                  <c:v>6.1621338028169017</c:v>
                </c:pt>
                <c:pt idx="24309">
                  <c:v>6.1623330985915494</c:v>
                </c:pt>
                <c:pt idx="24310">
                  <c:v>6.1677549295774652</c:v>
                </c:pt>
                <c:pt idx="24311">
                  <c:v>6.1683549295774647</c:v>
                </c:pt>
                <c:pt idx="24312">
                  <c:v>6.1676605633802817</c:v>
                </c:pt>
                <c:pt idx="24313">
                  <c:v>6.1715077464788735</c:v>
                </c:pt>
                <c:pt idx="24314">
                  <c:v>6.1738697183098594</c:v>
                </c:pt>
                <c:pt idx="24315">
                  <c:v>6.1780415492957745</c:v>
                </c:pt>
                <c:pt idx="24316">
                  <c:v>6.1808112676056339</c:v>
                </c:pt>
                <c:pt idx="24317">
                  <c:v>6.1860901408450708</c:v>
                </c:pt>
                <c:pt idx="24318">
                  <c:v>6.1915408450704223</c:v>
                </c:pt>
                <c:pt idx="24319">
                  <c:v>6.1864633802816904</c:v>
                </c:pt>
                <c:pt idx="24320">
                  <c:v>6.1825323943661976</c:v>
                </c:pt>
                <c:pt idx="24321">
                  <c:v>6.1889521126760565</c:v>
                </c:pt>
                <c:pt idx="24322">
                  <c:v>6.1892830985915497</c:v>
                </c:pt>
                <c:pt idx="24323">
                  <c:v>6.1899612676056339</c:v>
                </c:pt>
                <c:pt idx="24324">
                  <c:v>6.1948802816901409</c:v>
                </c:pt>
                <c:pt idx="24325">
                  <c:v>6.1944725352112675</c:v>
                </c:pt>
                <c:pt idx="24326">
                  <c:v>6.1891838028169017</c:v>
                </c:pt>
                <c:pt idx="24327">
                  <c:v>6.1852943661971835</c:v>
                </c:pt>
                <c:pt idx="24328">
                  <c:v>6.1851809859154931</c:v>
                </c:pt>
                <c:pt idx="24329">
                  <c:v>6.1863457746478874</c:v>
                </c:pt>
                <c:pt idx="24330">
                  <c:v>6.1906746478873238</c:v>
                </c:pt>
                <c:pt idx="24331">
                  <c:v>6.1903345070422535</c:v>
                </c:pt>
                <c:pt idx="24332">
                  <c:v>6.185438732394366</c:v>
                </c:pt>
                <c:pt idx="24333">
                  <c:v>6.1885077464788729</c:v>
                </c:pt>
                <c:pt idx="24334">
                  <c:v>6.1949126760563384</c:v>
                </c:pt>
                <c:pt idx="24335">
                  <c:v>6.1977732394366196</c:v>
                </c:pt>
                <c:pt idx="24336">
                  <c:v>6.2053232394366198</c:v>
                </c:pt>
                <c:pt idx="24337">
                  <c:v>6.2101049295774651</c:v>
                </c:pt>
                <c:pt idx="24338">
                  <c:v>6.2097647887323948</c:v>
                </c:pt>
                <c:pt idx="24339">
                  <c:v>6.2173077464788733</c:v>
                </c:pt>
                <c:pt idx="24340">
                  <c:v>6.2251338028169014</c:v>
                </c:pt>
                <c:pt idx="24341">
                  <c:v>6.2230732394366193</c:v>
                </c:pt>
                <c:pt idx="24342">
                  <c:v>6.2216422535211269</c:v>
                </c:pt>
                <c:pt idx="24343">
                  <c:v>6.2237387323943665</c:v>
                </c:pt>
                <c:pt idx="24344">
                  <c:v>6.2259035211267602</c:v>
                </c:pt>
                <c:pt idx="24345">
                  <c:v>6.226046478873239</c:v>
                </c:pt>
                <c:pt idx="24346">
                  <c:v>6.2275598591549297</c:v>
                </c:pt>
                <c:pt idx="24347">
                  <c:v>6.2294556338028171</c:v>
                </c:pt>
                <c:pt idx="24348">
                  <c:v>6.2285274647887325</c:v>
                </c:pt>
                <c:pt idx="24349">
                  <c:v>6.2311838028169015</c:v>
                </c:pt>
                <c:pt idx="24350">
                  <c:v>6.2364626760563384</c:v>
                </c:pt>
                <c:pt idx="24351">
                  <c:v>6.2368612676056339</c:v>
                </c:pt>
                <c:pt idx="24352">
                  <c:v>6.2335338028169014</c:v>
                </c:pt>
                <c:pt idx="24353">
                  <c:v>6.2337795774647891</c:v>
                </c:pt>
                <c:pt idx="24354">
                  <c:v>6.239011971830986</c:v>
                </c:pt>
                <c:pt idx="24355">
                  <c:v>6.2413133802816905</c:v>
                </c:pt>
                <c:pt idx="24356">
                  <c:v>6.2430232394366199</c:v>
                </c:pt>
                <c:pt idx="24357">
                  <c:v>6.2439485915492954</c:v>
                </c:pt>
                <c:pt idx="24358">
                  <c:v>6.2459021126760561</c:v>
                </c:pt>
                <c:pt idx="24359">
                  <c:v>6.2456697183098591</c:v>
                </c:pt>
                <c:pt idx="24360">
                  <c:v>6.245830985915493</c:v>
                </c:pt>
                <c:pt idx="24361">
                  <c:v>6.2473887323943664</c:v>
                </c:pt>
                <c:pt idx="24362">
                  <c:v>6.2553218309859151</c:v>
                </c:pt>
                <c:pt idx="24363">
                  <c:v>6.2614077464788735</c:v>
                </c:pt>
                <c:pt idx="24364">
                  <c:v>6.2603873239436618</c:v>
                </c:pt>
                <c:pt idx="24365">
                  <c:v>6.2617169014084508</c:v>
                </c:pt>
                <c:pt idx="24366">
                  <c:v>6.2626669014084504</c:v>
                </c:pt>
                <c:pt idx="24367">
                  <c:v>6.2655936619718311</c:v>
                </c:pt>
                <c:pt idx="24368">
                  <c:v>6.2711612676056339</c:v>
                </c:pt>
                <c:pt idx="24369">
                  <c:v>6.2693633802816899</c:v>
                </c:pt>
                <c:pt idx="24370">
                  <c:v>6.2704880281690141</c:v>
                </c:pt>
                <c:pt idx="24371">
                  <c:v>6.2772753521126763</c:v>
                </c:pt>
                <c:pt idx="24372">
                  <c:v>6.2839485915492954</c:v>
                </c:pt>
                <c:pt idx="24373">
                  <c:v>6.2915112676056335</c:v>
                </c:pt>
                <c:pt idx="24374">
                  <c:v>6.2913274647887327</c:v>
                </c:pt>
                <c:pt idx="24375">
                  <c:v>6.2951246478873237</c:v>
                </c:pt>
                <c:pt idx="24376">
                  <c:v>6.297014788732394</c:v>
                </c:pt>
                <c:pt idx="24377">
                  <c:v>6.2892507042253518</c:v>
                </c:pt>
                <c:pt idx="24378">
                  <c:v>6.2909894366197179</c:v>
                </c:pt>
                <c:pt idx="24379">
                  <c:v>6.290554929577465</c:v>
                </c:pt>
                <c:pt idx="24380">
                  <c:v>6.2910612676056337</c:v>
                </c:pt>
                <c:pt idx="24381">
                  <c:v>6.2972345070422531</c:v>
                </c:pt>
                <c:pt idx="24382">
                  <c:v>6.29680985915493</c:v>
                </c:pt>
                <c:pt idx="24383">
                  <c:v>6.2954302816901411</c:v>
                </c:pt>
                <c:pt idx="24384">
                  <c:v>6.2982739436619717</c:v>
                </c:pt>
                <c:pt idx="24385">
                  <c:v>6.3015852112676054</c:v>
                </c:pt>
                <c:pt idx="24386">
                  <c:v>6.302088732394366</c:v>
                </c:pt>
                <c:pt idx="24387">
                  <c:v>6.297033098591549</c:v>
                </c:pt>
                <c:pt idx="24388">
                  <c:v>6.2948866197183095</c:v>
                </c:pt>
                <c:pt idx="24389">
                  <c:v>6.2971556338028165</c:v>
                </c:pt>
                <c:pt idx="24390">
                  <c:v>6.2988521126760562</c:v>
                </c:pt>
                <c:pt idx="24391">
                  <c:v>6.300895070422535</c:v>
                </c:pt>
                <c:pt idx="24392">
                  <c:v>6.3059985915492955</c:v>
                </c:pt>
                <c:pt idx="24393">
                  <c:v>6.3114260563380284</c:v>
                </c:pt>
                <c:pt idx="24394">
                  <c:v>6.317270422535211</c:v>
                </c:pt>
                <c:pt idx="24395">
                  <c:v>6.3189352112676058</c:v>
                </c:pt>
                <c:pt idx="24396">
                  <c:v>6.3150676056338026</c:v>
                </c:pt>
                <c:pt idx="24397">
                  <c:v>6.3089845070422532</c:v>
                </c:pt>
                <c:pt idx="24398">
                  <c:v>6.3054133802816903</c:v>
                </c:pt>
                <c:pt idx="24399">
                  <c:v>6.3097007042253521</c:v>
                </c:pt>
                <c:pt idx="24400">
                  <c:v>6.3186598591549297</c:v>
                </c:pt>
                <c:pt idx="24401">
                  <c:v>6.3174218309859151</c:v>
                </c:pt>
                <c:pt idx="24402">
                  <c:v>6.3129302816901411</c:v>
                </c:pt>
                <c:pt idx="24403">
                  <c:v>6.3137302816901411</c:v>
                </c:pt>
                <c:pt idx="24404">
                  <c:v>6.3087535211267607</c:v>
                </c:pt>
                <c:pt idx="24405">
                  <c:v>6.3042711267605638</c:v>
                </c:pt>
                <c:pt idx="24406">
                  <c:v>6.3085619718309855</c:v>
                </c:pt>
                <c:pt idx="24407">
                  <c:v>6.3109507042253519</c:v>
                </c:pt>
                <c:pt idx="24408">
                  <c:v>6.3146197183098591</c:v>
                </c:pt>
                <c:pt idx="24409">
                  <c:v>6.3194619718309859</c:v>
                </c:pt>
                <c:pt idx="24410">
                  <c:v>6.3204598591549299</c:v>
                </c:pt>
                <c:pt idx="24411">
                  <c:v>6.326035915492958</c:v>
                </c:pt>
                <c:pt idx="24412">
                  <c:v>6.3309281690140846</c:v>
                </c:pt>
                <c:pt idx="24413">
                  <c:v>6.3373084507042252</c:v>
                </c:pt>
                <c:pt idx="24414">
                  <c:v>6.3380922535211264</c:v>
                </c:pt>
                <c:pt idx="24415">
                  <c:v>6.3360514084507038</c:v>
                </c:pt>
                <c:pt idx="24416">
                  <c:v>6.3274767605633802</c:v>
                </c:pt>
                <c:pt idx="24417">
                  <c:v>6.3214098591549295</c:v>
                </c:pt>
                <c:pt idx="24418">
                  <c:v>6.3185415492957748</c:v>
                </c:pt>
                <c:pt idx="24419">
                  <c:v>6.3195063380281686</c:v>
                </c:pt>
                <c:pt idx="24420">
                  <c:v>6.3254767605633804</c:v>
                </c:pt>
                <c:pt idx="24421">
                  <c:v>6.3346366197183102</c:v>
                </c:pt>
                <c:pt idx="24422">
                  <c:v>6.3450366197183099</c:v>
                </c:pt>
                <c:pt idx="24423">
                  <c:v>6.3421591549295773</c:v>
                </c:pt>
                <c:pt idx="24424">
                  <c:v>6.3332042253521124</c:v>
                </c:pt>
                <c:pt idx="24425">
                  <c:v>6.3260422535211269</c:v>
                </c:pt>
                <c:pt idx="24426">
                  <c:v>6.3272760563380279</c:v>
                </c:pt>
                <c:pt idx="24427">
                  <c:v>6.3273295774647886</c:v>
                </c:pt>
                <c:pt idx="24428">
                  <c:v>6.3238746478873242</c:v>
                </c:pt>
                <c:pt idx="24429">
                  <c:v>6.3236725352112675</c:v>
                </c:pt>
                <c:pt idx="24430">
                  <c:v>6.3288000000000002</c:v>
                </c:pt>
                <c:pt idx="24431">
                  <c:v>6.3418845070422538</c:v>
                </c:pt>
                <c:pt idx="24432">
                  <c:v>6.3567633802816905</c:v>
                </c:pt>
                <c:pt idx="24433">
                  <c:v>6.3671105633802814</c:v>
                </c:pt>
                <c:pt idx="24434">
                  <c:v>6.37221338028169</c:v>
                </c:pt>
                <c:pt idx="24435">
                  <c:v>6.3696556338028172</c:v>
                </c:pt>
                <c:pt idx="24436">
                  <c:v>6.3682183098591549</c:v>
                </c:pt>
                <c:pt idx="24437">
                  <c:v>6.3612338028169013</c:v>
                </c:pt>
                <c:pt idx="24438">
                  <c:v>6.360335915492958</c:v>
                </c:pt>
                <c:pt idx="24439">
                  <c:v>6.3648485915492961</c:v>
                </c:pt>
                <c:pt idx="24440">
                  <c:v>6.3606345070422536</c:v>
                </c:pt>
                <c:pt idx="24441">
                  <c:v>6.359331690140845</c:v>
                </c:pt>
                <c:pt idx="24442">
                  <c:v>6.365304225352113</c:v>
                </c:pt>
                <c:pt idx="24443">
                  <c:v>6.364941549295775</c:v>
                </c:pt>
                <c:pt idx="24444">
                  <c:v>6.3537380281690137</c:v>
                </c:pt>
                <c:pt idx="24445">
                  <c:v>6.3556781690140847</c:v>
                </c:pt>
                <c:pt idx="24446">
                  <c:v>6.3651429577464791</c:v>
                </c:pt>
                <c:pt idx="24447">
                  <c:v>6.366150704225352</c:v>
                </c:pt>
                <c:pt idx="24448">
                  <c:v>6.3617112676056342</c:v>
                </c:pt>
                <c:pt idx="24449">
                  <c:v>6.356166901408451</c:v>
                </c:pt>
                <c:pt idx="24450">
                  <c:v>6.3525492957746481</c:v>
                </c:pt>
                <c:pt idx="24451">
                  <c:v>6.3542880281690142</c:v>
                </c:pt>
                <c:pt idx="24452">
                  <c:v>6.3556443661971826</c:v>
                </c:pt>
                <c:pt idx="24453">
                  <c:v>6.3516908450704221</c:v>
                </c:pt>
                <c:pt idx="24454">
                  <c:v>6.3495007042253517</c:v>
                </c:pt>
                <c:pt idx="24455">
                  <c:v>6.35183661971831</c:v>
                </c:pt>
                <c:pt idx="24456">
                  <c:v>6.359114788732394</c:v>
                </c:pt>
                <c:pt idx="24457">
                  <c:v>6.3695971830985911</c:v>
                </c:pt>
                <c:pt idx="24458">
                  <c:v>6.3717267605633801</c:v>
                </c:pt>
                <c:pt idx="24459">
                  <c:v>6.3732760563380282</c:v>
                </c:pt>
                <c:pt idx="24460">
                  <c:v>6.3733042253521131</c:v>
                </c:pt>
                <c:pt idx="24461">
                  <c:v>6.375809154929577</c:v>
                </c:pt>
                <c:pt idx="24462">
                  <c:v>6.3787352112676059</c:v>
                </c:pt>
                <c:pt idx="24463">
                  <c:v>6.3795584507042253</c:v>
                </c:pt>
                <c:pt idx="24464">
                  <c:v>6.374969014084507</c:v>
                </c:pt>
                <c:pt idx="24465">
                  <c:v>6.3750112676056334</c:v>
                </c:pt>
                <c:pt idx="24466">
                  <c:v>6.3735647887323941</c:v>
                </c:pt>
                <c:pt idx="24467">
                  <c:v>6.3686316901408446</c:v>
                </c:pt>
                <c:pt idx="24468">
                  <c:v>6.3714823943661969</c:v>
                </c:pt>
                <c:pt idx="24469">
                  <c:v>6.3784964788732399</c:v>
                </c:pt>
                <c:pt idx="24470">
                  <c:v>6.383719014084507</c:v>
                </c:pt>
                <c:pt idx="24471">
                  <c:v>6.3789260563380283</c:v>
                </c:pt>
                <c:pt idx="24472">
                  <c:v>6.3704957746478872</c:v>
                </c:pt>
                <c:pt idx="24473">
                  <c:v>6.3629091549295778</c:v>
                </c:pt>
                <c:pt idx="24474">
                  <c:v>6.3567612676056342</c:v>
                </c:pt>
                <c:pt idx="24475">
                  <c:v>6.3541035211267607</c:v>
                </c:pt>
                <c:pt idx="24476">
                  <c:v>6.3589492957746483</c:v>
                </c:pt>
                <c:pt idx="24477">
                  <c:v>6.3621478873239434</c:v>
                </c:pt>
                <c:pt idx="24478">
                  <c:v>6.3657619718309855</c:v>
                </c:pt>
                <c:pt idx="24479">
                  <c:v>6.366358450704225</c:v>
                </c:pt>
                <c:pt idx="24480">
                  <c:v>6.3677774647887322</c:v>
                </c:pt>
                <c:pt idx="24481">
                  <c:v>6.3631774647887323</c:v>
                </c:pt>
                <c:pt idx="24482">
                  <c:v>6.3629091549295778</c:v>
                </c:pt>
                <c:pt idx="24483">
                  <c:v>6.3657683098591553</c:v>
                </c:pt>
                <c:pt idx="24484">
                  <c:v>6.369176056338028</c:v>
                </c:pt>
                <c:pt idx="24485">
                  <c:v>6.3739112676056333</c:v>
                </c:pt>
                <c:pt idx="24486">
                  <c:v>6.3823183098591549</c:v>
                </c:pt>
                <c:pt idx="24487">
                  <c:v>6.3850359154929581</c:v>
                </c:pt>
                <c:pt idx="24488">
                  <c:v>6.3842816901408455</c:v>
                </c:pt>
                <c:pt idx="24489">
                  <c:v>6.3794676056338027</c:v>
                </c:pt>
                <c:pt idx="24490">
                  <c:v>6.3787781690140841</c:v>
                </c:pt>
                <c:pt idx="24491">
                  <c:v>6.3789887323943661</c:v>
                </c:pt>
                <c:pt idx="24492">
                  <c:v>6.3744246478873237</c:v>
                </c:pt>
                <c:pt idx="24493">
                  <c:v>6.3770894366197179</c:v>
                </c:pt>
                <c:pt idx="24494">
                  <c:v>6.3764978873239437</c:v>
                </c:pt>
                <c:pt idx="24495">
                  <c:v>6.3769985915492962</c:v>
                </c:pt>
                <c:pt idx="24496">
                  <c:v>6.3770133802816904</c:v>
                </c:pt>
                <c:pt idx="24497">
                  <c:v>6.3839633802816902</c:v>
                </c:pt>
                <c:pt idx="24498">
                  <c:v>6.3890253521126761</c:v>
                </c:pt>
                <c:pt idx="24499">
                  <c:v>6.386496478873239</c:v>
                </c:pt>
                <c:pt idx="24500">
                  <c:v>6.3841323943661976</c:v>
                </c:pt>
                <c:pt idx="24501">
                  <c:v>6.3838788732394365</c:v>
                </c:pt>
                <c:pt idx="24502">
                  <c:v>6.3852549295774645</c:v>
                </c:pt>
                <c:pt idx="24503">
                  <c:v>6.3972626760563385</c:v>
                </c:pt>
                <c:pt idx="24504">
                  <c:v>6.4001718309859159</c:v>
                </c:pt>
                <c:pt idx="24505">
                  <c:v>6.3889028169014086</c:v>
                </c:pt>
                <c:pt idx="24506">
                  <c:v>6.389106338028169</c:v>
                </c:pt>
                <c:pt idx="24507">
                  <c:v>6.3942281690140845</c:v>
                </c:pt>
                <c:pt idx="24508">
                  <c:v>6.3912739436619717</c:v>
                </c:pt>
                <c:pt idx="24509">
                  <c:v>6.3899169014084505</c:v>
                </c:pt>
                <c:pt idx="24510">
                  <c:v>6.3938809859154926</c:v>
                </c:pt>
                <c:pt idx="24511">
                  <c:v>6.3992084507042257</c:v>
                </c:pt>
                <c:pt idx="24512">
                  <c:v>6.3998260563380285</c:v>
                </c:pt>
                <c:pt idx="24513">
                  <c:v>6.3988654929577464</c:v>
                </c:pt>
                <c:pt idx="24514">
                  <c:v>6.3873718309859155</c:v>
                </c:pt>
                <c:pt idx="24515">
                  <c:v>6.3772816901408449</c:v>
                </c:pt>
                <c:pt idx="24516">
                  <c:v>6.3819161971830987</c:v>
                </c:pt>
                <c:pt idx="24517">
                  <c:v>6.3880683098591549</c:v>
                </c:pt>
                <c:pt idx="24518">
                  <c:v>6.391154929577465</c:v>
                </c:pt>
                <c:pt idx="24519">
                  <c:v>6.3955598591549299</c:v>
                </c:pt>
                <c:pt idx="24520">
                  <c:v>6.4014288732394364</c:v>
                </c:pt>
                <c:pt idx="24521">
                  <c:v>6.4004070422535211</c:v>
                </c:pt>
                <c:pt idx="24522">
                  <c:v>6.4035753521126759</c:v>
                </c:pt>
                <c:pt idx="24523">
                  <c:v>6.4066936619718309</c:v>
                </c:pt>
                <c:pt idx="24524">
                  <c:v>6.4050661971830989</c:v>
                </c:pt>
                <c:pt idx="24525">
                  <c:v>6.4133936619718312</c:v>
                </c:pt>
                <c:pt idx="24526">
                  <c:v>6.4212957746478869</c:v>
                </c:pt>
                <c:pt idx="24527">
                  <c:v>6.4270830985915488</c:v>
                </c:pt>
                <c:pt idx="24528">
                  <c:v>6.4250535211267605</c:v>
                </c:pt>
                <c:pt idx="24529">
                  <c:v>6.4148943661971831</c:v>
                </c:pt>
                <c:pt idx="24530">
                  <c:v>6.4108767605633803</c:v>
                </c:pt>
                <c:pt idx="24531">
                  <c:v>6.4172528169014083</c:v>
                </c:pt>
                <c:pt idx="24532">
                  <c:v>6.4178654929577466</c:v>
                </c:pt>
                <c:pt idx="24533">
                  <c:v>6.4153338028169014</c:v>
                </c:pt>
                <c:pt idx="24534">
                  <c:v>6.4152781690140843</c:v>
                </c:pt>
                <c:pt idx="24535">
                  <c:v>6.4135</c:v>
                </c:pt>
                <c:pt idx="24536">
                  <c:v>6.4084457746478876</c:v>
                </c:pt>
                <c:pt idx="24537">
                  <c:v>6.4093521126760562</c:v>
                </c:pt>
                <c:pt idx="24538">
                  <c:v>6.4103021126760567</c:v>
                </c:pt>
                <c:pt idx="24539">
                  <c:v>6.415393661971831</c:v>
                </c:pt>
                <c:pt idx="24540">
                  <c:v>6.4201760563380281</c:v>
                </c:pt>
                <c:pt idx="24541">
                  <c:v>6.4293711267605635</c:v>
                </c:pt>
                <c:pt idx="24542">
                  <c:v>6.4330640845070421</c:v>
                </c:pt>
                <c:pt idx="24543">
                  <c:v>6.426753521126761</c:v>
                </c:pt>
                <c:pt idx="24544">
                  <c:v>6.4184330985915494</c:v>
                </c:pt>
                <c:pt idx="24545">
                  <c:v>6.409671830985916</c:v>
                </c:pt>
                <c:pt idx="24546">
                  <c:v>6.4078936619718307</c:v>
                </c:pt>
                <c:pt idx="24547">
                  <c:v>6.4106380281690143</c:v>
                </c:pt>
                <c:pt idx="24548">
                  <c:v>6.4206823943661968</c:v>
                </c:pt>
                <c:pt idx="24549">
                  <c:v>6.4275901408450702</c:v>
                </c:pt>
                <c:pt idx="24550">
                  <c:v>6.4253154929577461</c:v>
                </c:pt>
                <c:pt idx="24551">
                  <c:v>6.4265542253521124</c:v>
                </c:pt>
                <c:pt idx="24552">
                  <c:v>6.435150704225352</c:v>
                </c:pt>
                <c:pt idx="24553">
                  <c:v>6.4394056338028172</c:v>
                </c:pt>
                <c:pt idx="24554">
                  <c:v>6.44081338028169</c:v>
                </c:pt>
                <c:pt idx="24555">
                  <c:v>6.4417176056338032</c:v>
                </c:pt>
                <c:pt idx="24556">
                  <c:v>6.4400492957746476</c:v>
                </c:pt>
                <c:pt idx="24557">
                  <c:v>6.4371260563380286</c:v>
                </c:pt>
                <c:pt idx="24558">
                  <c:v>6.431037323943662</c:v>
                </c:pt>
                <c:pt idx="24559">
                  <c:v>6.4236429577464786</c:v>
                </c:pt>
                <c:pt idx="24560">
                  <c:v>6.4155323943661973</c:v>
                </c:pt>
                <c:pt idx="24561">
                  <c:v>6.4170802816901409</c:v>
                </c:pt>
                <c:pt idx="24562">
                  <c:v>6.423189436619718</c:v>
                </c:pt>
                <c:pt idx="24563">
                  <c:v>6.4293704225352108</c:v>
                </c:pt>
                <c:pt idx="24564">
                  <c:v>6.4313169014084508</c:v>
                </c:pt>
                <c:pt idx="24565">
                  <c:v>6.4375014084507045</c:v>
                </c:pt>
                <c:pt idx="24566">
                  <c:v>6.4411549295774648</c:v>
                </c:pt>
                <c:pt idx="24567">
                  <c:v>6.4397429577464784</c:v>
                </c:pt>
                <c:pt idx="24568">
                  <c:v>6.4388591549295775</c:v>
                </c:pt>
                <c:pt idx="24569">
                  <c:v>6.4327676056338028</c:v>
                </c:pt>
                <c:pt idx="24570">
                  <c:v>6.439762676056338</c:v>
                </c:pt>
                <c:pt idx="24571">
                  <c:v>6.4499838028169014</c:v>
                </c:pt>
                <c:pt idx="24572">
                  <c:v>6.4553746478873242</c:v>
                </c:pt>
                <c:pt idx="24573">
                  <c:v>6.4563500000000005</c:v>
                </c:pt>
                <c:pt idx="24574">
                  <c:v>6.4606373239436623</c:v>
                </c:pt>
                <c:pt idx="24575">
                  <c:v>6.4685915492957751</c:v>
                </c:pt>
                <c:pt idx="24576">
                  <c:v>6.4740133802816899</c:v>
                </c:pt>
                <c:pt idx="24577">
                  <c:v>6.4676964788732398</c:v>
                </c:pt>
                <c:pt idx="24578">
                  <c:v>6.4613485915492959</c:v>
                </c:pt>
                <c:pt idx="24579">
                  <c:v>6.4611654929577469</c:v>
                </c:pt>
                <c:pt idx="24580">
                  <c:v>6.4639936619718306</c:v>
                </c:pt>
                <c:pt idx="24581">
                  <c:v>6.4728859154929577</c:v>
                </c:pt>
                <c:pt idx="24582">
                  <c:v>6.4798359154929575</c:v>
                </c:pt>
                <c:pt idx="24583">
                  <c:v>6.4880774647887325</c:v>
                </c:pt>
                <c:pt idx="24584">
                  <c:v>6.4918535211267603</c:v>
                </c:pt>
                <c:pt idx="24585">
                  <c:v>6.494485915492958</c:v>
                </c:pt>
                <c:pt idx="24586">
                  <c:v>6.5011514084507045</c:v>
                </c:pt>
                <c:pt idx="24587">
                  <c:v>6.5004091549295779</c:v>
                </c:pt>
                <c:pt idx="24588">
                  <c:v>6.4959464788732397</c:v>
                </c:pt>
                <c:pt idx="24589">
                  <c:v>6.4976873239436621</c:v>
                </c:pt>
                <c:pt idx="24590">
                  <c:v>6.507367605633803</c:v>
                </c:pt>
                <c:pt idx="24591">
                  <c:v>6.5103450704225354</c:v>
                </c:pt>
                <c:pt idx="24592">
                  <c:v>6.5146373239436617</c:v>
                </c:pt>
                <c:pt idx="24593">
                  <c:v>6.5167570422535208</c:v>
                </c:pt>
                <c:pt idx="24594">
                  <c:v>6.5107478873239435</c:v>
                </c:pt>
                <c:pt idx="24595">
                  <c:v>6.514000704225352</c:v>
                </c:pt>
                <c:pt idx="24596">
                  <c:v>6.528029577464789</c:v>
                </c:pt>
                <c:pt idx="24597">
                  <c:v>6.5413253521126764</c:v>
                </c:pt>
                <c:pt idx="24598">
                  <c:v>6.5452753521126761</c:v>
                </c:pt>
                <c:pt idx="24599">
                  <c:v>6.5555767605633806</c:v>
                </c:pt>
                <c:pt idx="24600">
                  <c:v>6.5595169014084505</c:v>
                </c:pt>
                <c:pt idx="24601">
                  <c:v>6.5623225352112673</c:v>
                </c:pt>
                <c:pt idx="24602">
                  <c:v>6.5686845070422537</c:v>
                </c:pt>
                <c:pt idx="24603">
                  <c:v>6.5769119718309863</c:v>
                </c:pt>
                <c:pt idx="24604">
                  <c:v>6.584147183098592</c:v>
                </c:pt>
                <c:pt idx="24605">
                  <c:v>6.591766197183099</c:v>
                </c:pt>
                <c:pt idx="24606">
                  <c:v>6.5952767605633804</c:v>
                </c:pt>
                <c:pt idx="24607">
                  <c:v>6.5921014084507039</c:v>
                </c:pt>
                <c:pt idx="24608">
                  <c:v>6.5931232394366202</c:v>
                </c:pt>
                <c:pt idx="24609">
                  <c:v>6.6023478873239441</c:v>
                </c:pt>
                <c:pt idx="24610">
                  <c:v>6.5985908450704223</c:v>
                </c:pt>
                <c:pt idx="24611">
                  <c:v>6.5990992957746482</c:v>
                </c:pt>
                <c:pt idx="24612">
                  <c:v>6.6117295774647884</c:v>
                </c:pt>
                <c:pt idx="24613">
                  <c:v>6.6236873239436616</c:v>
                </c:pt>
                <c:pt idx="24614">
                  <c:v>6.6333640845070425</c:v>
                </c:pt>
                <c:pt idx="24615">
                  <c:v>6.6409211267605635</c:v>
                </c:pt>
                <c:pt idx="24616">
                  <c:v>6.655316901408451</c:v>
                </c:pt>
                <c:pt idx="24617">
                  <c:v>6.6721514084507039</c:v>
                </c:pt>
                <c:pt idx="24618">
                  <c:v>6.6855394366197185</c:v>
                </c:pt>
                <c:pt idx="24619">
                  <c:v>6.6968507042253522</c:v>
                </c:pt>
                <c:pt idx="24620">
                  <c:v>6.7124014084507042</c:v>
                </c:pt>
                <c:pt idx="24621">
                  <c:v>6.7325140845070424</c:v>
                </c:pt>
                <c:pt idx="24622">
                  <c:v>6.7646056338028169</c:v>
                </c:pt>
                <c:pt idx="24623">
                  <c:v>6.805070422535211</c:v>
                </c:pt>
                <c:pt idx="24624">
                  <c:v>6.840640845070423</c:v>
                </c:pt>
                <c:pt idx="24625">
                  <c:v>6.8605422535211265</c:v>
                </c:pt>
                <c:pt idx="24626">
                  <c:v>6.8619929577464784</c:v>
                </c:pt>
                <c:pt idx="24627">
                  <c:v>6.8388802816901411</c:v>
                </c:pt>
                <c:pt idx="24628">
                  <c:v>6.8106901408450709</c:v>
                </c:pt>
                <c:pt idx="24629">
                  <c:v>6.7846760563380286</c:v>
                </c:pt>
                <c:pt idx="24630">
                  <c:v>6.7646408450704225</c:v>
                </c:pt>
                <c:pt idx="24631">
                  <c:v>6.7513732394366199</c:v>
                </c:pt>
                <c:pt idx="24632">
                  <c:v>6.736330985915493</c:v>
                </c:pt>
                <c:pt idx="24633">
                  <c:v>6.726774647887324</c:v>
                </c:pt>
                <c:pt idx="24634">
                  <c:v>6.7310281690140847</c:v>
                </c:pt>
                <c:pt idx="24635">
                  <c:v>6.736070422535211</c:v>
                </c:pt>
                <c:pt idx="24636">
                  <c:v>6.735035211267606</c:v>
                </c:pt>
                <c:pt idx="24637">
                  <c:v>6.7298802816901411</c:v>
                </c:pt>
                <c:pt idx="24638">
                  <c:v>6.7248802816901412</c:v>
                </c:pt>
                <c:pt idx="24639">
                  <c:v>6.7212816901408452</c:v>
                </c:pt>
                <c:pt idx="24640">
                  <c:v>6.7218732394366194</c:v>
                </c:pt>
                <c:pt idx="24641">
                  <c:v>6.7253591549295777</c:v>
                </c:pt>
                <c:pt idx="24642">
                  <c:v>6.7285985915492956</c:v>
                </c:pt>
                <c:pt idx="24643">
                  <c:v>6.7297323943661969</c:v>
                </c:pt>
                <c:pt idx="24644">
                  <c:v>6.7270000000000003</c:v>
                </c:pt>
                <c:pt idx="24645">
                  <c:v>6.7209084507042256</c:v>
                </c:pt>
                <c:pt idx="24646">
                  <c:v>6.7236549295774646</c:v>
                </c:pt>
                <c:pt idx="24647">
                  <c:v>6.7269225352112674</c:v>
                </c:pt>
                <c:pt idx="24648">
                  <c:v>6.7291901408450707</c:v>
                </c:pt>
                <c:pt idx="24649">
                  <c:v>6.7358732394366196</c:v>
                </c:pt>
                <c:pt idx="24650">
                  <c:v>6.7480633802816898</c:v>
                </c:pt>
                <c:pt idx="24651">
                  <c:v>6.7596126760563378</c:v>
                </c:pt>
                <c:pt idx="24652">
                  <c:v>6.7620492957746476</c:v>
                </c:pt>
                <c:pt idx="24653">
                  <c:v>6.7650140845070421</c:v>
                </c:pt>
                <c:pt idx="24654">
                  <c:v>6.7716901408450703</c:v>
                </c:pt>
                <c:pt idx="24655">
                  <c:v>6.7742887323943659</c:v>
                </c:pt>
                <c:pt idx="24656">
                  <c:v>6.7780070422535212</c:v>
                </c:pt>
                <c:pt idx="24657">
                  <c:v>6.7789999999999999</c:v>
                </c:pt>
                <c:pt idx="24658">
                  <c:v>6.7806478873239433</c:v>
                </c:pt>
                <c:pt idx="24659">
                  <c:v>6.7851619718309859</c:v>
                </c:pt>
                <c:pt idx="24660">
                  <c:v>6.7851478873239435</c:v>
                </c:pt>
                <c:pt idx="24661">
                  <c:v>6.7847535211267607</c:v>
                </c:pt>
                <c:pt idx="24662">
                  <c:v>6.789950704225352</c:v>
                </c:pt>
                <c:pt idx="24663">
                  <c:v>6.7922464788732393</c:v>
                </c:pt>
                <c:pt idx="24664">
                  <c:v>6.8002323943661969</c:v>
                </c:pt>
                <c:pt idx="24665">
                  <c:v>6.8079507042253518</c:v>
                </c:pt>
                <c:pt idx="24666">
                  <c:v>6.8113521126760563</c:v>
                </c:pt>
                <c:pt idx="24667">
                  <c:v>6.8180211267605637</c:v>
                </c:pt>
                <c:pt idx="24668">
                  <c:v>6.8260563380281694</c:v>
                </c:pt>
                <c:pt idx="24669">
                  <c:v>6.8286338028169018</c:v>
                </c:pt>
                <c:pt idx="24670">
                  <c:v>6.8240281690140847</c:v>
                </c:pt>
                <c:pt idx="24671">
                  <c:v>6.816901408450704</c:v>
                </c:pt>
                <c:pt idx="24672">
                  <c:v>6.8161338028169016</c:v>
                </c:pt>
                <c:pt idx="24673">
                  <c:v>6.8245352112676052</c:v>
                </c:pt>
                <c:pt idx="24674">
                  <c:v>6.839711267605634</c:v>
                </c:pt>
                <c:pt idx="24675">
                  <c:v>6.8491126760563379</c:v>
                </c:pt>
                <c:pt idx="24676">
                  <c:v>6.8502605633802816</c:v>
                </c:pt>
                <c:pt idx="24677">
                  <c:v>6.8505915492957747</c:v>
                </c:pt>
                <c:pt idx="24678">
                  <c:v>6.8526126760563377</c:v>
                </c:pt>
                <c:pt idx="24679">
                  <c:v>6.8451549295774647</c:v>
                </c:pt>
                <c:pt idx="24680">
                  <c:v>6.8399929577464791</c:v>
                </c:pt>
                <c:pt idx="24681">
                  <c:v>6.8374929577464787</c:v>
                </c:pt>
                <c:pt idx="24682">
                  <c:v>6.8432746478873243</c:v>
                </c:pt>
                <c:pt idx="24683">
                  <c:v>6.8481126760563384</c:v>
                </c:pt>
                <c:pt idx="24684">
                  <c:v>6.8503873239436617</c:v>
                </c:pt>
                <c:pt idx="24685">
                  <c:v>6.8563943661971827</c:v>
                </c:pt>
                <c:pt idx="24686">
                  <c:v>6.8615704225352117</c:v>
                </c:pt>
                <c:pt idx="24687">
                  <c:v>6.8645774647887325</c:v>
                </c:pt>
                <c:pt idx="24688">
                  <c:v>6.8703943661971829</c:v>
                </c:pt>
                <c:pt idx="24689">
                  <c:v>6.8800845070422536</c:v>
                </c:pt>
                <c:pt idx="24690">
                  <c:v>6.8883098591549299</c:v>
                </c:pt>
                <c:pt idx="24691">
                  <c:v>6.8919225352112674</c:v>
                </c:pt>
                <c:pt idx="24692">
                  <c:v>6.8922816901408446</c:v>
                </c:pt>
                <c:pt idx="24693">
                  <c:v>6.8931549295774648</c:v>
                </c:pt>
                <c:pt idx="24694">
                  <c:v>6.901485915492958</c:v>
                </c:pt>
                <c:pt idx="24695">
                  <c:v>6.9004295774647888</c:v>
                </c:pt>
                <c:pt idx="24696">
                  <c:v>6.8981760563380279</c:v>
                </c:pt>
                <c:pt idx="24697">
                  <c:v>6.906042253521127</c:v>
                </c:pt>
                <c:pt idx="24698">
                  <c:v>6.9168873239436621</c:v>
                </c:pt>
                <c:pt idx="24699">
                  <c:v>6.925823943661972</c:v>
                </c:pt>
                <c:pt idx="24700">
                  <c:v>6.9287957746478872</c:v>
                </c:pt>
                <c:pt idx="24701">
                  <c:v>6.9270774647887325</c:v>
                </c:pt>
                <c:pt idx="24702">
                  <c:v>6.9260000000000002</c:v>
                </c:pt>
                <c:pt idx="24703">
                  <c:v>6.9299436619718309</c:v>
                </c:pt>
                <c:pt idx="24704">
                  <c:v>6.9303591549295778</c:v>
                </c:pt>
                <c:pt idx="24705">
                  <c:v>6.9303309859154929</c:v>
                </c:pt>
                <c:pt idx="24706">
                  <c:v>6.9358732394366198</c:v>
                </c:pt>
                <c:pt idx="24707">
                  <c:v>6.9424154929577462</c:v>
                </c:pt>
                <c:pt idx="24708">
                  <c:v>6.9376690140845074</c:v>
                </c:pt>
                <c:pt idx="24709">
                  <c:v>6.9368521126760561</c:v>
                </c:pt>
                <c:pt idx="24710">
                  <c:v>6.9458661971830988</c:v>
                </c:pt>
                <c:pt idx="24711">
                  <c:v>6.9496056338028165</c:v>
                </c:pt>
                <c:pt idx="24712">
                  <c:v>6.948788732394366</c:v>
                </c:pt>
                <c:pt idx="24713">
                  <c:v>6.9510211267605637</c:v>
                </c:pt>
                <c:pt idx="24714">
                  <c:v>6.9554084507042253</c:v>
                </c:pt>
                <c:pt idx="24715">
                  <c:v>6.9608309859154929</c:v>
                </c:pt>
                <c:pt idx="24716">
                  <c:v>6.9629084507042256</c:v>
                </c:pt>
                <c:pt idx="24717">
                  <c:v>6.9600633802816905</c:v>
                </c:pt>
                <c:pt idx="24718">
                  <c:v>6.9589436619718308</c:v>
                </c:pt>
                <c:pt idx="24719">
                  <c:v>6.9602957746478875</c:v>
                </c:pt>
                <c:pt idx="24720">
                  <c:v>6.9599225352112679</c:v>
                </c:pt>
                <c:pt idx="24721">
                  <c:v>6.9616197183098594</c:v>
                </c:pt>
                <c:pt idx="24722">
                  <c:v>6.9643028169014087</c:v>
                </c:pt>
                <c:pt idx="24723">
                  <c:v>6.9680211267605632</c:v>
                </c:pt>
                <c:pt idx="24724">
                  <c:v>6.9695281690140849</c:v>
                </c:pt>
                <c:pt idx="24725">
                  <c:v>6.9668732394366195</c:v>
                </c:pt>
                <c:pt idx="24726">
                  <c:v>6.9682042253521121</c:v>
                </c:pt>
                <c:pt idx="24727">
                  <c:v>6.9664366197183103</c:v>
                </c:pt>
                <c:pt idx="24728">
                  <c:v>6.9650774647887328</c:v>
                </c:pt>
                <c:pt idx="24729">
                  <c:v>6.9696126760563377</c:v>
                </c:pt>
                <c:pt idx="24730">
                  <c:v>6.9737535211267607</c:v>
                </c:pt>
                <c:pt idx="24731">
                  <c:v>6.9737746478873239</c:v>
                </c:pt>
                <c:pt idx="24732">
                  <c:v>6.9751126760563382</c:v>
                </c:pt>
                <c:pt idx="24733">
                  <c:v>6.9730845070422536</c:v>
                </c:pt>
                <c:pt idx="24734">
                  <c:v>6.9675985915492955</c:v>
                </c:pt>
                <c:pt idx="24735">
                  <c:v>6.9720352112676061</c:v>
                </c:pt>
                <c:pt idx="24736">
                  <c:v>6.9777323943661971</c:v>
                </c:pt>
                <c:pt idx="24737">
                  <c:v>6.9813098591549299</c:v>
                </c:pt>
                <c:pt idx="24738">
                  <c:v>6.9895281690140845</c:v>
                </c:pt>
                <c:pt idx="24739">
                  <c:v>6.9941619718309855</c:v>
                </c:pt>
                <c:pt idx="24740">
                  <c:v>6.9935422535211265</c:v>
                </c:pt>
                <c:pt idx="24741">
                  <c:v>6.9988943661971827</c:v>
                </c:pt>
                <c:pt idx="24742">
                  <c:v>6.9957887323943666</c:v>
                </c:pt>
                <c:pt idx="24743">
                  <c:v>6.9913802816901409</c:v>
                </c:pt>
                <c:pt idx="24744">
                  <c:v>6.9889084507042254</c:v>
                </c:pt>
                <c:pt idx="24745">
                  <c:v>6.9844295774647884</c:v>
                </c:pt>
                <c:pt idx="24746">
                  <c:v>6.9864295774647891</c:v>
                </c:pt>
                <c:pt idx="24747">
                  <c:v>6.9901126760563379</c:v>
                </c:pt>
                <c:pt idx="24748">
                  <c:v>6.9886690140845076</c:v>
                </c:pt>
                <c:pt idx="24749">
                  <c:v>6.9838591549295774</c:v>
                </c:pt>
                <c:pt idx="24750">
                  <c:v>6.9872183098591547</c:v>
                </c:pt>
                <c:pt idx="24751">
                  <c:v>6.9968873239436622</c:v>
                </c:pt>
                <c:pt idx="24752">
                  <c:v>6.9947112676056342</c:v>
                </c:pt>
                <c:pt idx="24753">
                  <c:v>6.9970915492957744</c:v>
                </c:pt>
                <c:pt idx="24754">
                  <c:v>7.0053098591549299</c:v>
                </c:pt>
                <c:pt idx="24755">
                  <c:v>7.0004084507042252</c:v>
                </c:pt>
                <c:pt idx="24756">
                  <c:v>6.9943591549295778</c:v>
                </c:pt>
                <c:pt idx="24757">
                  <c:v>6.989852112676056</c:v>
                </c:pt>
                <c:pt idx="24758">
                  <c:v>6.9880211267605636</c:v>
                </c:pt>
                <c:pt idx="24759">
                  <c:v>6.9927042253521128</c:v>
                </c:pt>
                <c:pt idx="24760">
                  <c:v>6.9964154929577465</c:v>
                </c:pt>
                <c:pt idx="24761">
                  <c:v>7.0046760563380284</c:v>
                </c:pt>
                <c:pt idx="24762">
                  <c:v>7.0118521126760562</c:v>
                </c:pt>
                <c:pt idx="24763">
                  <c:v>7.0110352112676058</c:v>
                </c:pt>
                <c:pt idx="24764">
                  <c:v>6.998704225352113</c:v>
                </c:pt>
                <c:pt idx="24765">
                  <c:v>6.991816901408451</c:v>
                </c:pt>
                <c:pt idx="24766">
                  <c:v>6.9886971830985916</c:v>
                </c:pt>
                <c:pt idx="24767">
                  <c:v>6.9847042253521128</c:v>
                </c:pt>
                <c:pt idx="24768">
                  <c:v>6.9847957746478873</c:v>
                </c:pt>
                <c:pt idx="24769">
                  <c:v>6.9846619718309864</c:v>
                </c:pt>
                <c:pt idx="24770">
                  <c:v>6.9939859154929582</c:v>
                </c:pt>
                <c:pt idx="24771">
                  <c:v>7.0003239436619715</c:v>
                </c:pt>
                <c:pt idx="24772">
                  <c:v>6.993528169014084</c:v>
                </c:pt>
                <c:pt idx="24773">
                  <c:v>6.9918802816901406</c:v>
                </c:pt>
                <c:pt idx="24774">
                  <c:v>6.9941971830985912</c:v>
                </c:pt>
                <c:pt idx="24775">
                  <c:v>6.9936690140845066</c:v>
                </c:pt>
                <c:pt idx="24776">
                  <c:v>6.9926126760563383</c:v>
                </c:pt>
                <c:pt idx="24777">
                  <c:v>6.9963521126760559</c:v>
                </c:pt>
                <c:pt idx="24778">
                  <c:v>6.9966056338028171</c:v>
                </c:pt>
                <c:pt idx="24779">
                  <c:v>6.9916971830985917</c:v>
                </c:pt>
                <c:pt idx="24780">
                  <c:v>6.9875563380281687</c:v>
                </c:pt>
                <c:pt idx="24781">
                  <c:v>6.9856338028169009</c:v>
                </c:pt>
                <c:pt idx="24782">
                  <c:v>6.9887816901408453</c:v>
                </c:pt>
                <c:pt idx="24783">
                  <c:v>6.9918521126760567</c:v>
                </c:pt>
                <c:pt idx="24784">
                  <c:v>6.987443661971831</c:v>
                </c:pt>
                <c:pt idx="24785">
                  <c:v>6.9827957746478875</c:v>
                </c:pt>
                <c:pt idx="24786">
                  <c:v>6.9805633802816907</c:v>
                </c:pt>
                <c:pt idx="24787">
                  <c:v>6.9779295774647885</c:v>
                </c:pt>
                <c:pt idx="24788">
                  <c:v>6.9795633802816903</c:v>
                </c:pt>
                <c:pt idx="24789">
                  <c:v>6.9762183098591546</c:v>
                </c:pt>
                <c:pt idx="24790">
                  <c:v>6.9716549295774648</c:v>
                </c:pt>
                <c:pt idx="24791">
                  <c:v>6.9706619718309861</c:v>
                </c:pt>
                <c:pt idx="24792">
                  <c:v>6.9770704225352116</c:v>
                </c:pt>
                <c:pt idx="24793">
                  <c:v>6.9809999999999999</c:v>
                </c:pt>
                <c:pt idx="24794">
                  <c:v>6.98430985915493</c:v>
                </c:pt>
                <c:pt idx="24795">
                  <c:v>6.9851549295774653</c:v>
                </c:pt>
                <c:pt idx="24796">
                  <c:v>6.9802746478873239</c:v>
                </c:pt>
                <c:pt idx="24797">
                  <c:v>6.9690281690140843</c:v>
                </c:pt>
                <c:pt idx="24798">
                  <c:v>6.9668028169014082</c:v>
                </c:pt>
                <c:pt idx="24799">
                  <c:v>6.9751830985915495</c:v>
                </c:pt>
                <c:pt idx="24800">
                  <c:v>6.982704225352113</c:v>
                </c:pt>
                <c:pt idx="24801">
                  <c:v>6.9847887323943665</c:v>
                </c:pt>
                <c:pt idx="24802">
                  <c:v>6.9866830985915493</c:v>
                </c:pt>
                <c:pt idx="24803">
                  <c:v>6.9872394366197188</c:v>
                </c:pt>
                <c:pt idx="24804">
                  <c:v>6.9863591549295778</c:v>
                </c:pt>
                <c:pt idx="24805">
                  <c:v>6.9780070422535214</c:v>
                </c:pt>
                <c:pt idx="24806">
                  <c:v>6.9704507042253523</c:v>
                </c:pt>
                <c:pt idx="24807">
                  <c:v>6.9654154929577468</c:v>
                </c:pt>
                <c:pt idx="24808">
                  <c:v>6.9657957746478871</c:v>
                </c:pt>
                <c:pt idx="24809">
                  <c:v>6.9736549295774646</c:v>
                </c:pt>
                <c:pt idx="24810">
                  <c:v>6.9787112676056342</c:v>
                </c:pt>
                <c:pt idx="24811">
                  <c:v>6.9705211267605636</c:v>
                </c:pt>
                <c:pt idx="24812">
                  <c:v>6.9601690140845074</c:v>
                </c:pt>
                <c:pt idx="24813">
                  <c:v>6.9536126760563377</c:v>
                </c:pt>
                <c:pt idx="24814">
                  <c:v>6.9490774647887328</c:v>
                </c:pt>
                <c:pt idx="24815">
                  <c:v>6.9532253521126757</c:v>
                </c:pt>
                <c:pt idx="24816">
                  <c:v>6.9514577464788729</c:v>
                </c:pt>
                <c:pt idx="24817">
                  <c:v>6.9448450704225353</c:v>
                </c:pt>
                <c:pt idx="24818">
                  <c:v>6.9395352112676054</c:v>
                </c:pt>
                <c:pt idx="24819">
                  <c:v>6.9355915492957747</c:v>
                </c:pt>
                <c:pt idx="24820">
                  <c:v>6.932295774647887</c:v>
                </c:pt>
                <c:pt idx="24821">
                  <c:v>6.9264154929577462</c:v>
                </c:pt>
                <c:pt idx="24822">
                  <c:v>6.9252394366197185</c:v>
                </c:pt>
                <c:pt idx="24823">
                  <c:v>6.9236267605633799</c:v>
                </c:pt>
                <c:pt idx="24824">
                  <c:v>6.9221197183098591</c:v>
                </c:pt>
                <c:pt idx="24825">
                  <c:v>6.9247746478873236</c:v>
                </c:pt>
                <c:pt idx="24826">
                  <c:v>6.9240422535211268</c:v>
                </c:pt>
                <c:pt idx="24827">
                  <c:v>6.9310563380281689</c:v>
                </c:pt>
                <c:pt idx="24828">
                  <c:v>6.9374436619718312</c:v>
                </c:pt>
                <c:pt idx="24829">
                  <c:v>6.9393521126760564</c:v>
                </c:pt>
                <c:pt idx="24830">
                  <c:v>6.9374084507042255</c:v>
                </c:pt>
                <c:pt idx="24831">
                  <c:v>6.9336338028169013</c:v>
                </c:pt>
                <c:pt idx="24832">
                  <c:v>6.9350633802816901</c:v>
                </c:pt>
                <c:pt idx="24833">
                  <c:v>6.9422887323943661</c:v>
                </c:pt>
                <c:pt idx="24834">
                  <c:v>6.9479929577464787</c:v>
                </c:pt>
                <c:pt idx="24835">
                  <c:v>6.9495985915492957</c:v>
                </c:pt>
                <c:pt idx="24836">
                  <c:v>6.9458661971830988</c:v>
                </c:pt>
                <c:pt idx="24837">
                  <c:v>6.9424225352112678</c:v>
                </c:pt>
                <c:pt idx="24838">
                  <c:v>6.9426901408450705</c:v>
                </c:pt>
                <c:pt idx="24839">
                  <c:v>6.9494788732394364</c:v>
                </c:pt>
                <c:pt idx="24840">
                  <c:v>6.9531619718309861</c:v>
                </c:pt>
                <c:pt idx="24841">
                  <c:v>6.9465985915492956</c:v>
                </c:pt>
                <c:pt idx="24842">
                  <c:v>6.9450422535211267</c:v>
                </c:pt>
                <c:pt idx="24843">
                  <c:v>6.9444295774647884</c:v>
                </c:pt>
                <c:pt idx="24844">
                  <c:v>6.9441549295774649</c:v>
                </c:pt>
                <c:pt idx="24845">
                  <c:v>6.9383028169014089</c:v>
                </c:pt>
                <c:pt idx="24846">
                  <c:v>6.9373521126760567</c:v>
                </c:pt>
                <c:pt idx="24847">
                  <c:v>6.9472535211267603</c:v>
                </c:pt>
                <c:pt idx="24848">
                  <c:v>6.955338028169014</c:v>
                </c:pt>
                <c:pt idx="24849">
                  <c:v>6.9557042253521129</c:v>
                </c:pt>
                <c:pt idx="24850">
                  <c:v>6.9543380281690137</c:v>
                </c:pt>
                <c:pt idx="24851">
                  <c:v>6.955676056338028</c:v>
                </c:pt>
                <c:pt idx="24852">
                  <c:v>6.9520774647887329</c:v>
                </c:pt>
                <c:pt idx="24853">
                  <c:v>6.949640845070423</c:v>
                </c:pt>
                <c:pt idx="24854">
                  <c:v>6.9465774647887324</c:v>
                </c:pt>
                <c:pt idx="24855">
                  <c:v>6.9473169014084508</c:v>
                </c:pt>
                <c:pt idx="24856">
                  <c:v>6.952542253521127</c:v>
                </c:pt>
                <c:pt idx="24857">
                  <c:v>6.9535140845070424</c:v>
                </c:pt>
                <c:pt idx="24858">
                  <c:v>6.9584366197183094</c:v>
                </c:pt>
                <c:pt idx="24859">
                  <c:v>6.9645845070422538</c:v>
                </c:pt>
                <c:pt idx="24860">
                  <c:v>6.9674154929577465</c:v>
                </c:pt>
                <c:pt idx="24861">
                  <c:v>6.9628521126760567</c:v>
                </c:pt>
                <c:pt idx="24862">
                  <c:v>6.9532394366197181</c:v>
                </c:pt>
                <c:pt idx="24863">
                  <c:v>6.945732394366197</c:v>
                </c:pt>
                <c:pt idx="24864">
                  <c:v>6.9443309859154931</c:v>
                </c:pt>
                <c:pt idx="24865">
                  <c:v>6.9499084507042248</c:v>
                </c:pt>
                <c:pt idx="24866">
                  <c:v>6.9586408450704225</c:v>
                </c:pt>
                <c:pt idx="24867">
                  <c:v>6.9659859154929578</c:v>
                </c:pt>
                <c:pt idx="24868">
                  <c:v>6.9661760563380284</c:v>
                </c:pt>
                <c:pt idx="24869">
                  <c:v>6.9655633802816901</c:v>
                </c:pt>
                <c:pt idx="24870">
                  <c:v>6.9678873239436623</c:v>
                </c:pt>
                <c:pt idx="24871">
                  <c:v>6.9701267605633799</c:v>
                </c:pt>
                <c:pt idx="24872">
                  <c:v>6.9738661971830984</c:v>
                </c:pt>
                <c:pt idx="24873">
                  <c:v>6.9731760563380281</c:v>
                </c:pt>
                <c:pt idx="24874">
                  <c:v>6.972866197183099</c:v>
                </c:pt>
                <c:pt idx="24875">
                  <c:v>6.9753380281690145</c:v>
                </c:pt>
                <c:pt idx="24876">
                  <c:v>6.9797323943661969</c:v>
                </c:pt>
                <c:pt idx="24877">
                  <c:v>6.979443661971831</c:v>
                </c:pt>
                <c:pt idx="24878">
                  <c:v>6.9809929577464791</c:v>
                </c:pt>
                <c:pt idx="24879">
                  <c:v>6.9785140845070419</c:v>
                </c:pt>
                <c:pt idx="24880">
                  <c:v>6.9784507042253523</c:v>
                </c:pt>
                <c:pt idx="24881">
                  <c:v>6.9803873239436616</c:v>
                </c:pt>
                <c:pt idx="24882">
                  <c:v>6.9817183098591551</c:v>
                </c:pt>
                <c:pt idx="24883">
                  <c:v>6.9814577464788732</c:v>
                </c:pt>
                <c:pt idx="24884">
                  <c:v>6.9820774647887323</c:v>
                </c:pt>
                <c:pt idx="24885">
                  <c:v>6.9831408450704222</c:v>
                </c:pt>
                <c:pt idx="24886">
                  <c:v>6.9812464788732393</c:v>
                </c:pt>
                <c:pt idx="24887">
                  <c:v>6.9827887323943658</c:v>
                </c:pt>
                <c:pt idx="24888">
                  <c:v>6.9812746478873242</c:v>
                </c:pt>
                <c:pt idx="24889">
                  <c:v>6.9754859154929578</c:v>
                </c:pt>
                <c:pt idx="24890">
                  <c:v>6.9752676056338032</c:v>
                </c:pt>
                <c:pt idx="24891">
                  <c:v>6.9753661971830985</c:v>
                </c:pt>
                <c:pt idx="24892">
                  <c:v>6.9738661971830984</c:v>
                </c:pt>
                <c:pt idx="24893">
                  <c:v>6.9757957746478869</c:v>
                </c:pt>
                <c:pt idx="24894">
                  <c:v>6.9811197183098592</c:v>
                </c:pt>
                <c:pt idx="24895">
                  <c:v>6.9935704225352113</c:v>
                </c:pt>
                <c:pt idx="24896">
                  <c:v>7.0047535211267604</c:v>
                </c:pt>
                <c:pt idx="24897">
                  <c:v>7.0113943661971829</c:v>
                </c:pt>
                <c:pt idx="24898">
                  <c:v>7.0128098591549293</c:v>
                </c:pt>
                <c:pt idx="24899">
                  <c:v>7.0156971830985917</c:v>
                </c:pt>
                <c:pt idx="24900">
                  <c:v>7.0112746478873245</c:v>
                </c:pt>
                <c:pt idx="24901">
                  <c:v>7.0091408450704229</c:v>
                </c:pt>
                <c:pt idx="24902">
                  <c:v>7.0058380281690145</c:v>
                </c:pt>
                <c:pt idx="24903">
                  <c:v>6.9970140845070423</c:v>
                </c:pt>
                <c:pt idx="24904">
                  <c:v>6.9953098591549292</c:v>
                </c:pt>
                <c:pt idx="24905">
                  <c:v>6.9922676056338027</c:v>
                </c:pt>
                <c:pt idx="24906">
                  <c:v>6.9892042253521129</c:v>
                </c:pt>
                <c:pt idx="24907">
                  <c:v>6.9861197183098591</c:v>
                </c:pt>
                <c:pt idx="24908">
                  <c:v>6.9846197183098591</c:v>
                </c:pt>
                <c:pt idx="24909">
                  <c:v>6.9822746478873237</c:v>
                </c:pt>
                <c:pt idx="24910">
                  <c:v>6.984542253521127</c:v>
                </c:pt>
                <c:pt idx="24911">
                  <c:v>6.9866760563380286</c:v>
                </c:pt>
                <c:pt idx="24912">
                  <c:v>6.9860281690140846</c:v>
                </c:pt>
                <c:pt idx="24913">
                  <c:v>6.9867887323943663</c:v>
                </c:pt>
                <c:pt idx="24914">
                  <c:v>6.9840845070422537</c:v>
                </c:pt>
                <c:pt idx="24915">
                  <c:v>6.978070422535211</c:v>
                </c:pt>
                <c:pt idx="24916">
                  <c:v>6.9785211267605636</c:v>
                </c:pt>
                <c:pt idx="24917">
                  <c:v>6.9856126760563377</c:v>
                </c:pt>
                <c:pt idx="24918">
                  <c:v>6.9866267605633805</c:v>
                </c:pt>
                <c:pt idx="24919">
                  <c:v>6.9859436619718309</c:v>
                </c:pt>
                <c:pt idx="24920">
                  <c:v>6.9835563380281691</c:v>
                </c:pt>
                <c:pt idx="24921">
                  <c:v>6.9886619718309859</c:v>
                </c:pt>
                <c:pt idx="24922">
                  <c:v>6.9973732394366195</c:v>
                </c:pt>
                <c:pt idx="24923">
                  <c:v>6.9986408450704225</c:v>
                </c:pt>
                <c:pt idx="24924">
                  <c:v>7</c:v>
                </c:pt>
                <c:pt idx="24925">
                  <c:v>6.9992535211267608</c:v>
                </c:pt>
                <c:pt idx="24926">
                  <c:v>6.9948943661971832</c:v>
                </c:pt>
                <c:pt idx="24927">
                  <c:v>6.9926478873239439</c:v>
                </c:pt>
                <c:pt idx="24928">
                  <c:v>6.9925774647887327</c:v>
                </c:pt>
                <c:pt idx="24929">
                  <c:v>6.9910563380281694</c:v>
                </c:pt>
                <c:pt idx="24930">
                  <c:v>6.988246478873239</c:v>
                </c:pt>
                <c:pt idx="24931">
                  <c:v>6.9874084507042253</c:v>
                </c:pt>
                <c:pt idx="24932">
                  <c:v>6.9806619718309859</c:v>
                </c:pt>
                <c:pt idx="24933">
                  <c:v>6.9773169014084511</c:v>
                </c:pt>
                <c:pt idx="24934">
                  <c:v>6.976154929577465</c:v>
                </c:pt>
                <c:pt idx="24935">
                  <c:v>6.9750704225352109</c:v>
                </c:pt>
                <c:pt idx="24936">
                  <c:v>6.9740845070422539</c:v>
                </c:pt>
                <c:pt idx="24937">
                  <c:v>6.9693591549295775</c:v>
                </c:pt>
                <c:pt idx="24938">
                  <c:v>6.9626690140845069</c:v>
                </c:pt>
                <c:pt idx="24939">
                  <c:v>6.9621126760563383</c:v>
                </c:pt>
                <c:pt idx="24940">
                  <c:v>6.961992957746479</c:v>
                </c:pt>
                <c:pt idx="24941">
                  <c:v>6.9555845070422535</c:v>
                </c:pt>
                <c:pt idx="24942">
                  <c:v>6.9545492957746475</c:v>
                </c:pt>
                <c:pt idx="24943">
                  <c:v>6.961528169014084</c:v>
                </c:pt>
                <c:pt idx="24944">
                  <c:v>6.9616408450704226</c:v>
                </c:pt>
                <c:pt idx="24945">
                  <c:v>6.9558732394366194</c:v>
                </c:pt>
                <c:pt idx="24946">
                  <c:v>6.9559436619718307</c:v>
                </c:pt>
                <c:pt idx="24947">
                  <c:v>6.9578661971830984</c:v>
                </c:pt>
                <c:pt idx="24948">
                  <c:v>6.9551478873239434</c:v>
                </c:pt>
                <c:pt idx="24949">
                  <c:v>6.9515915492957747</c:v>
                </c:pt>
                <c:pt idx="24950">
                  <c:v>6.9436971830985916</c:v>
                </c:pt>
                <c:pt idx="24951">
                  <c:v>6.939183098591549</c:v>
                </c:pt>
                <c:pt idx="24952">
                  <c:v>6.9374366197183104</c:v>
                </c:pt>
                <c:pt idx="24953">
                  <c:v>6.9378169014084508</c:v>
                </c:pt>
                <c:pt idx="24954">
                  <c:v>6.9410422535211271</c:v>
                </c:pt>
                <c:pt idx="24955">
                  <c:v>6.9388028169014087</c:v>
                </c:pt>
                <c:pt idx="24956">
                  <c:v>6.9365211267605638</c:v>
                </c:pt>
                <c:pt idx="24957">
                  <c:v>6.9440352112676056</c:v>
                </c:pt>
                <c:pt idx="24958">
                  <c:v>6.9493591549295779</c:v>
                </c:pt>
                <c:pt idx="24959">
                  <c:v>6.9485000000000001</c:v>
                </c:pt>
                <c:pt idx="24960">
                  <c:v>6.9408380281690141</c:v>
                </c:pt>
                <c:pt idx="24961">
                  <c:v>6.9325281690140841</c:v>
                </c:pt>
                <c:pt idx="24962">
                  <c:v>6.9318380281690137</c:v>
                </c:pt>
                <c:pt idx="24963">
                  <c:v>6.9336971830985918</c:v>
                </c:pt>
                <c:pt idx="24964">
                  <c:v>6.9344225352112678</c:v>
                </c:pt>
                <c:pt idx="24965">
                  <c:v>6.9263239436619717</c:v>
                </c:pt>
                <c:pt idx="24966">
                  <c:v>6.9129507042253522</c:v>
                </c:pt>
                <c:pt idx="24967">
                  <c:v>6.906845070422535</c:v>
                </c:pt>
                <c:pt idx="24968">
                  <c:v>6.9056619718309857</c:v>
                </c:pt>
                <c:pt idx="24969">
                  <c:v>6.9035633802816898</c:v>
                </c:pt>
                <c:pt idx="24970">
                  <c:v>6.9091126760563384</c:v>
                </c:pt>
                <c:pt idx="24971">
                  <c:v>6.9076056338028167</c:v>
                </c:pt>
                <c:pt idx="24972">
                  <c:v>6.9017746478873239</c:v>
                </c:pt>
                <c:pt idx="24973">
                  <c:v>6.8990070422535208</c:v>
                </c:pt>
                <c:pt idx="24974">
                  <c:v>6.89206338028169</c:v>
                </c:pt>
                <c:pt idx="24975">
                  <c:v>6.8913591549295772</c:v>
                </c:pt>
                <c:pt idx="24976">
                  <c:v>6.8911408450704226</c:v>
                </c:pt>
                <c:pt idx="24977">
                  <c:v>6.8854436619718307</c:v>
                </c:pt>
                <c:pt idx="24978">
                  <c:v>6.8784647887323942</c:v>
                </c:pt>
                <c:pt idx="24979">
                  <c:v>6.8650915492957747</c:v>
                </c:pt>
                <c:pt idx="24980">
                  <c:v>6.8550774647887325</c:v>
                </c:pt>
                <c:pt idx="24981">
                  <c:v>6.8564718309859156</c:v>
                </c:pt>
                <c:pt idx="24982">
                  <c:v>6.8635140845070426</c:v>
                </c:pt>
                <c:pt idx="24983">
                  <c:v>6.8605704225352113</c:v>
                </c:pt>
                <c:pt idx="24984">
                  <c:v>6.8574436619718311</c:v>
                </c:pt>
                <c:pt idx="24985">
                  <c:v>6.8601338028169012</c:v>
                </c:pt>
                <c:pt idx="24986">
                  <c:v>6.8541267605633802</c:v>
                </c:pt>
                <c:pt idx="24987">
                  <c:v>6.8464154929577461</c:v>
                </c:pt>
                <c:pt idx="24988">
                  <c:v>6.8427887323943661</c:v>
                </c:pt>
                <c:pt idx="24989">
                  <c:v>6.8393802816901408</c:v>
                </c:pt>
                <c:pt idx="24990">
                  <c:v>6.8328169014084503</c:v>
                </c:pt>
                <c:pt idx="24991">
                  <c:v>6.8276971830985911</c:v>
                </c:pt>
                <c:pt idx="24992">
                  <c:v>6.8275140845070421</c:v>
                </c:pt>
                <c:pt idx="24993">
                  <c:v>6.8212042253521128</c:v>
                </c:pt>
                <c:pt idx="24994">
                  <c:v>6.8126971830985914</c:v>
                </c:pt>
                <c:pt idx="24995">
                  <c:v>6.8119225352112673</c:v>
                </c:pt>
                <c:pt idx="24996">
                  <c:v>6.811049295774648</c:v>
                </c:pt>
                <c:pt idx="24997">
                  <c:v>6.807401408450704</c:v>
                </c:pt>
                <c:pt idx="24998">
                  <c:v>6.8045281690140849</c:v>
                </c:pt>
                <c:pt idx="24999">
                  <c:v>6.7962957746478878</c:v>
                </c:pt>
                <c:pt idx="25000">
                  <c:v>6.7891549295774647</c:v>
                </c:pt>
                <c:pt idx="25001">
                  <c:v>6.7887676056338027</c:v>
                </c:pt>
                <c:pt idx="25002">
                  <c:v>6.7816549295774653</c:v>
                </c:pt>
                <c:pt idx="25003">
                  <c:v>6.7780985915492957</c:v>
                </c:pt>
                <c:pt idx="25004">
                  <c:v>6.771823943661972</c:v>
                </c:pt>
                <c:pt idx="25005">
                  <c:v>6.7600774647887327</c:v>
                </c:pt>
                <c:pt idx="25006">
                  <c:v>6.7532746478873236</c:v>
                </c:pt>
                <c:pt idx="25007">
                  <c:v>6.7524999999999995</c:v>
                </c:pt>
                <c:pt idx="25008">
                  <c:v>6.7497464788732398</c:v>
                </c:pt>
                <c:pt idx="25009">
                  <c:v>6.7479507042253521</c:v>
                </c:pt>
                <c:pt idx="25010">
                  <c:v>6.7437746478873244</c:v>
                </c:pt>
                <c:pt idx="25011">
                  <c:v>6.7333943661971833</c:v>
                </c:pt>
                <c:pt idx="25012">
                  <c:v>6.7273309859154926</c:v>
                </c:pt>
                <c:pt idx="25013">
                  <c:v>6.7299647887323939</c:v>
                </c:pt>
                <c:pt idx="25014">
                  <c:v>6.7309084507042254</c:v>
                </c:pt>
                <c:pt idx="25015">
                  <c:v>6.7311408450704224</c:v>
                </c:pt>
                <c:pt idx="25016">
                  <c:v>6.726929577464789</c:v>
                </c:pt>
                <c:pt idx="25017">
                  <c:v>6.7197746478873235</c:v>
                </c:pt>
                <c:pt idx="25018">
                  <c:v>6.7096830985915492</c:v>
                </c:pt>
                <c:pt idx="25019">
                  <c:v>6.6908838028169013</c:v>
                </c:pt>
                <c:pt idx="25020">
                  <c:v>6.678328169014085</c:v>
                </c:pt>
                <c:pt idx="25021">
                  <c:v>6.6763035211267603</c:v>
                </c:pt>
                <c:pt idx="25022">
                  <c:v>6.6759640845070418</c:v>
                </c:pt>
                <c:pt idx="25023">
                  <c:v>6.6764049295774646</c:v>
                </c:pt>
                <c:pt idx="25024">
                  <c:v>6.6781281690140846</c:v>
                </c:pt>
                <c:pt idx="25025">
                  <c:v>6.6777577464788731</c:v>
                </c:pt>
                <c:pt idx="25026">
                  <c:v>6.6735401408450707</c:v>
                </c:pt>
                <c:pt idx="25027">
                  <c:v>6.66739014084507</c:v>
                </c:pt>
                <c:pt idx="25028">
                  <c:v>6.6657366197183094</c:v>
                </c:pt>
                <c:pt idx="25029">
                  <c:v>6.6655246478873238</c:v>
                </c:pt>
                <c:pt idx="25030">
                  <c:v>6.6603669014084508</c:v>
                </c:pt>
                <c:pt idx="25031">
                  <c:v>6.6509563380281689</c:v>
                </c:pt>
                <c:pt idx="25032">
                  <c:v>6.6393352112676052</c:v>
                </c:pt>
                <c:pt idx="25033">
                  <c:v>6.6345457746478873</c:v>
                </c:pt>
                <c:pt idx="25034">
                  <c:v>6.6337056338028173</c:v>
                </c:pt>
                <c:pt idx="25035">
                  <c:v>6.6236338028169017</c:v>
                </c:pt>
                <c:pt idx="25036">
                  <c:v>6.6128211267605632</c:v>
                </c:pt>
                <c:pt idx="25037">
                  <c:v>6.6101204225352115</c:v>
                </c:pt>
                <c:pt idx="25038">
                  <c:v>6.6053035211267606</c:v>
                </c:pt>
                <c:pt idx="25039">
                  <c:v>6.6007992957746477</c:v>
                </c:pt>
                <c:pt idx="25040">
                  <c:v>6.5973183098591548</c:v>
                </c:pt>
                <c:pt idx="25041">
                  <c:v>6.5900999999999996</c:v>
                </c:pt>
                <c:pt idx="25042">
                  <c:v>6.5838119718309862</c:v>
                </c:pt>
                <c:pt idx="25043">
                  <c:v>6.5819161971830988</c:v>
                </c:pt>
                <c:pt idx="25044">
                  <c:v>6.5804563380281689</c:v>
                </c:pt>
                <c:pt idx="25045">
                  <c:v>6.5786161971830985</c:v>
                </c:pt>
                <c:pt idx="25046">
                  <c:v>6.5730859154929577</c:v>
                </c:pt>
                <c:pt idx="25047">
                  <c:v>6.5654929577464785</c:v>
                </c:pt>
                <c:pt idx="25048">
                  <c:v>6.5570816901408451</c:v>
                </c:pt>
                <c:pt idx="25049">
                  <c:v>6.5549957746478871</c:v>
                </c:pt>
                <c:pt idx="25050">
                  <c:v>6.5512718309859155</c:v>
                </c:pt>
                <c:pt idx="25051">
                  <c:v>6.5374633802816904</c:v>
                </c:pt>
                <c:pt idx="25052">
                  <c:v>6.5302232394366193</c:v>
                </c:pt>
                <c:pt idx="25053">
                  <c:v>6.5244098591549298</c:v>
                </c:pt>
                <c:pt idx="25054">
                  <c:v>6.5198380281690138</c:v>
                </c:pt>
                <c:pt idx="25055">
                  <c:v>6.5153042253521125</c:v>
                </c:pt>
                <c:pt idx="25056">
                  <c:v>6.5071830985915495</c:v>
                </c:pt>
                <c:pt idx="25057">
                  <c:v>6.5046591549295778</c:v>
                </c:pt>
                <c:pt idx="25058">
                  <c:v>6.5094718309859152</c:v>
                </c:pt>
                <c:pt idx="25059">
                  <c:v>6.5120873239436623</c:v>
                </c:pt>
                <c:pt idx="25060">
                  <c:v>6.4998000000000005</c:v>
                </c:pt>
                <c:pt idx="25061">
                  <c:v>6.4847225352112678</c:v>
                </c:pt>
                <c:pt idx="25062">
                  <c:v>6.4785823943661969</c:v>
                </c:pt>
                <c:pt idx="25063">
                  <c:v>6.479505633802817</c:v>
                </c:pt>
                <c:pt idx="25064">
                  <c:v>6.4788507042253523</c:v>
                </c:pt>
                <c:pt idx="25065">
                  <c:v>6.4765063380281687</c:v>
                </c:pt>
                <c:pt idx="25066">
                  <c:v>6.4675943661971829</c:v>
                </c:pt>
                <c:pt idx="25067">
                  <c:v>6.4591746478873242</c:v>
                </c:pt>
                <c:pt idx="25068">
                  <c:v>6.4557119718309863</c:v>
                </c:pt>
                <c:pt idx="25069">
                  <c:v>6.4540746478873237</c:v>
                </c:pt>
                <c:pt idx="25070">
                  <c:v>6.4497457746478872</c:v>
                </c:pt>
                <c:pt idx="25071">
                  <c:v>6.4362007042253522</c:v>
                </c:pt>
                <c:pt idx="25072">
                  <c:v>6.4283514084507045</c:v>
                </c:pt>
                <c:pt idx="25073">
                  <c:v>6.4298140845070426</c:v>
                </c:pt>
                <c:pt idx="25074">
                  <c:v>6.4299021126760563</c:v>
                </c:pt>
                <c:pt idx="25075">
                  <c:v>6.4180823943661975</c:v>
                </c:pt>
                <c:pt idx="25076">
                  <c:v>6.4120669014084504</c:v>
                </c:pt>
                <c:pt idx="25077">
                  <c:v>6.4130598591549299</c:v>
                </c:pt>
                <c:pt idx="25078">
                  <c:v>6.410003521126761</c:v>
                </c:pt>
                <c:pt idx="25079">
                  <c:v>6.4060154929577466</c:v>
                </c:pt>
                <c:pt idx="25080">
                  <c:v>6.4034408450704223</c:v>
                </c:pt>
                <c:pt idx="25081">
                  <c:v>6.3965929577464786</c:v>
                </c:pt>
                <c:pt idx="25082">
                  <c:v>6.3840704225352116</c:v>
                </c:pt>
                <c:pt idx="25083">
                  <c:v>6.3771549295774648</c:v>
                </c:pt>
                <c:pt idx="25084">
                  <c:v>6.3782246478873237</c:v>
                </c:pt>
                <c:pt idx="25085">
                  <c:v>6.3749302816901405</c:v>
                </c:pt>
                <c:pt idx="25086">
                  <c:v>6.370682394366197</c:v>
                </c:pt>
                <c:pt idx="25087">
                  <c:v>6.3700943661971827</c:v>
                </c:pt>
                <c:pt idx="25088">
                  <c:v>6.3673612676056335</c:v>
                </c:pt>
                <c:pt idx="25089">
                  <c:v>6.3636070422535216</c:v>
                </c:pt>
                <c:pt idx="25090">
                  <c:v>6.3559457746478873</c:v>
                </c:pt>
                <c:pt idx="25091">
                  <c:v>6.3469197183098593</c:v>
                </c:pt>
                <c:pt idx="25092">
                  <c:v>6.3367676056338027</c:v>
                </c:pt>
                <c:pt idx="25093">
                  <c:v>6.3267626760563385</c:v>
                </c:pt>
                <c:pt idx="25094">
                  <c:v>6.3259422535211272</c:v>
                </c:pt>
                <c:pt idx="25095">
                  <c:v>6.3300021126760564</c:v>
                </c:pt>
                <c:pt idx="25096">
                  <c:v>6.3329521126760566</c:v>
                </c:pt>
                <c:pt idx="25097">
                  <c:v>6.3389204225352112</c:v>
                </c:pt>
                <c:pt idx="25098">
                  <c:v>6.3391232394366197</c:v>
                </c:pt>
                <c:pt idx="25099">
                  <c:v>6.3290042253521124</c:v>
                </c:pt>
                <c:pt idx="25100">
                  <c:v>6.3235119718309862</c:v>
                </c:pt>
                <c:pt idx="25101">
                  <c:v>6.3248316901408455</c:v>
                </c:pt>
                <c:pt idx="25102">
                  <c:v>6.3205788732394366</c:v>
                </c:pt>
                <c:pt idx="25103">
                  <c:v>6.3152830985915491</c:v>
                </c:pt>
                <c:pt idx="25104">
                  <c:v>6.3144978873239435</c:v>
                </c:pt>
                <c:pt idx="25105">
                  <c:v>6.3114105633802815</c:v>
                </c:pt>
                <c:pt idx="25106">
                  <c:v>6.3077450704225351</c:v>
                </c:pt>
                <c:pt idx="25107">
                  <c:v>6.306030985915493</c:v>
                </c:pt>
                <c:pt idx="25108">
                  <c:v>6.3028133802816901</c:v>
                </c:pt>
                <c:pt idx="25109">
                  <c:v>6.3006084507042255</c:v>
                </c:pt>
                <c:pt idx="25110">
                  <c:v>6.3001394366197179</c:v>
                </c:pt>
                <c:pt idx="25111">
                  <c:v>6.2958563380281687</c:v>
                </c:pt>
                <c:pt idx="25112">
                  <c:v>6.2882253521126756</c:v>
                </c:pt>
                <c:pt idx="25113">
                  <c:v>6.2761253521126763</c:v>
                </c:pt>
                <c:pt idx="25114">
                  <c:v>6.2759007042253518</c:v>
                </c:pt>
                <c:pt idx="25115">
                  <c:v>6.2805654929577468</c:v>
                </c:pt>
                <c:pt idx="25116">
                  <c:v>6.2770457746478874</c:v>
                </c:pt>
                <c:pt idx="25117">
                  <c:v>6.2706809859154928</c:v>
                </c:pt>
                <c:pt idx="25118">
                  <c:v>6.2704732394366198</c:v>
                </c:pt>
                <c:pt idx="25119">
                  <c:v>6.2695225352112676</c:v>
                </c:pt>
                <c:pt idx="25120">
                  <c:v>6.2600971830985914</c:v>
                </c:pt>
                <c:pt idx="25121">
                  <c:v>6.2610971830985918</c:v>
                </c:pt>
                <c:pt idx="25122">
                  <c:v>6.2668725352112675</c:v>
                </c:pt>
                <c:pt idx="25123">
                  <c:v>6.2667774647887322</c:v>
                </c:pt>
                <c:pt idx="25124">
                  <c:v>6.2618239436619723</c:v>
                </c:pt>
                <c:pt idx="25125">
                  <c:v>6.2659028169014084</c:v>
                </c:pt>
                <c:pt idx="25126">
                  <c:v>6.2709690140845069</c:v>
                </c:pt>
                <c:pt idx="25127">
                  <c:v>6.267847183098592</c:v>
                </c:pt>
                <c:pt idx="25128">
                  <c:v>6.2610781690140849</c:v>
                </c:pt>
                <c:pt idx="25129">
                  <c:v>6.2584436619718309</c:v>
                </c:pt>
                <c:pt idx="25130">
                  <c:v>6.2558415492957744</c:v>
                </c:pt>
                <c:pt idx="25131">
                  <c:v>6.2570056338028168</c:v>
                </c:pt>
                <c:pt idx="25132">
                  <c:v>6.2524584507042249</c:v>
                </c:pt>
                <c:pt idx="25133">
                  <c:v>6.2407830985915496</c:v>
                </c:pt>
                <c:pt idx="25134">
                  <c:v>6.2337633802816903</c:v>
                </c:pt>
                <c:pt idx="25135">
                  <c:v>6.2258922535211267</c:v>
                </c:pt>
                <c:pt idx="25136">
                  <c:v>6.2186112676056338</c:v>
                </c:pt>
                <c:pt idx="25137">
                  <c:v>6.2228549295774647</c:v>
                </c:pt>
                <c:pt idx="25138">
                  <c:v>6.2324781690140849</c:v>
                </c:pt>
                <c:pt idx="25139">
                  <c:v>6.2354866197183103</c:v>
                </c:pt>
                <c:pt idx="25140">
                  <c:v>6.2317964788732398</c:v>
                </c:pt>
                <c:pt idx="25141">
                  <c:v>6.228448591549296</c:v>
                </c:pt>
                <c:pt idx="25142">
                  <c:v>6.2297781690140841</c:v>
                </c:pt>
                <c:pt idx="25143">
                  <c:v>6.2305725352112677</c:v>
                </c:pt>
                <c:pt idx="25144">
                  <c:v>6.2273338028169016</c:v>
                </c:pt>
                <c:pt idx="25145">
                  <c:v>6.223102112676056</c:v>
                </c:pt>
                <c:pt idx="25146">
                  <c:v>6.2230549295774651</c:v>
                </c:pt>
                <c:pt idx="25147">
                  <c:v>6.2243028169014085</c:v>
                </c:pt>
                <c:pt idx="25148">
                  <c:v>6.2218830985915492</c:v>
                </c:pt>
                <c:pt idx="25149">
                  <c:v>6.2148838028169013</c:v>
                </c:pt>
                <c:pt idx="25150">
                  <c:v>6.2109957746478877</c:v>
                </c:pt>
                <c:pt idx="25151">
                  <c:v>6.2148859154929577</c:v>
                </c:pt>
                <c:pt idx="25152">
                  <c:v>6.2183577464788735</c:v>
                </c:pt>
                <c:pt idx="25153">
                  <c:v>6.2182330985915497</c:v>
                </c:pt>
                <c:pt idx="25154">
                  <c:v>6.2185908450704224</c:v>
                </c:pt>
                <c:pt idx="25155">
                  <c:v>6.2238119718309859</c:v>
                </c:pt>
                <c:pt idx="25156">
                  <c:v>6.22582323943662</c:v>
                </c:pt>
                <c:pt idx="25157">
                  <c:v>6.2249239436619721</c:v>
                </c:pt>
                <c:pt idx="25158">
                  <c:v>6.2232246478873243</c:v>
                </c:pt>
                <c:pt idx="25159">
                  <c:v>6.2182802816901406</c:v>
                </c:pt>
                <c:pt idx="25160">
                  <c:v>6.2200760563380282</c:v>
                </c:pt>
                <c:pt idx="25161">
                  <c:v>6.2208795774647889</c:v>
                </c:pt>
                <c:pt idx="25162">
                  <c:v>6.2175929577464792</c:v>
                </c:pt>
                <c:pt idx="25163">
                  <c:v>6.2128802816901407</c:v>
                </c:pt>
                <c:pt idx="25164">
                  <c:v>6.2080887323943665</c:v>
                </c:pt>
                <c:pt idx="25165">
                  <c:v>6.2078302816901409</c:v>
                </c:pt>
                <c:pt idx="25166">
                  <c:v>6.2048873239436624</c:v>
                </c:pt>
                <c:pt idx="25167">
                  <c:v>6.2002725352112673</c:v>
                </c:pt>
                <c:pt idx="25168">
                  <c:v>6.1971978873239433</c:v>
                </c:pt>
                <c:pt idx="25169">
                  <c:v>6.2010521126760567</c:v>
                </c:pt>
                <c:pt idx="25170">
                  <c:v>6.2052394366197179</c:v>
                </c:pt>
                <c:pt idx="25171">
                  <c:v>6.2023204225352115</c:v>
                </c:pt>
                <c:pt idx="25172">
                  <c:v>6.2039359154929574</c:v>
                </c:pt>
                <c:pt idx="25173">
                  <c:v>6.2048711267605636</c:v>
                </c:pt>
                <c:pt idx="25174">
                  <c:v>6.1951281690140849</c:v>
                </c:pt>
                <c:pt idx="25175">
                  <c:v>6.187351408450704</c:v>
                </c:pt>
                <c:pt idx="25176">
                  <c:v>6.1876781690140845</c:v>
                </c:pt>
                <c:pt idx="25177">
                  <c:v>6.1920598591549298</c:v>
                </c:pt>
                <c:pt idx="25178">
                  <c:v>6.1941169014084512</c:v>
                </c:pt>
                <c:pt idx="25179">
                  <c:v>6.1899169014084503</c:v>
                </c:pt>
                <c:pt idx="25180">
                  <c:v>6.1937901408450706</c:v>
                </c:pt>
                <c:pt idx="25181">
                  <c:v>6.1977436619718311</c:v>
                </c:pt>
                <c:pt idx="25182">
                  <c:v>6.196107746478873</c:v>
                </c:pt>
                <c:pt idx="25183">
                  <c:v>6.1913647887323942</c:v>
                </c:pt>
                <c:pt idx="25184">
                  <c:v>6.1830161971830986</c:v>
                </c:pt>
                <c:pt idx="25185">
                  <c:v>6.1868154929577468</c:v>
                </c:pt>
                <c:pt idx="25186">
                  <c:v>6.1926035211267605</c:v>
                </c:pt>
                <c:pt idx="25187">
                  <c:v>6.1904929577464785</c:v>
                </c:pt>
                <c:pt idx="25188">
                  <c:v>6.1871471830985918</c:v>
                </c:pt>
                <c:pt idx="25189">
                  <c:v>6.1868049295774652</c:v>
                </c:pt>
                <c:pt idx="25190">
                  <c:v>6.188526056338028</c:v>
                </c:pt>
                <c:pt idx="25191">
                  <c:v>6.183514084507042</c:v>
                </c:pt>
                <c:pt idx="25192">
                  <c:v>6.1806415492957747</c:v>
                </c:pt>
                <c:pt idx="25193">
                  <c:v>6.1800626760563384</c:v>
                </c:pt>
                <c:pt idx="25194">
                  <c:v>6.179292253521127</c:v>
                </c:pt>
                <c:pt idx="25195">
                  <c:v>6.1838140845070422</c:v>
                </c:pt>
                <c:pt idx="25196">
                  <c:v>6.1821788732394367</c:v>
                </c:pt>
                <c:pt idx="25197">
                  <c:v>6.1787626760563379</c:v>
                </c:pt>
                <c:pt idx="25198">
                  <c:v>6.1806274647887323</c:v>
                </c:pt>
                <c:pt idx="25199">
                  <c:v>6.1845507042253525</c:v>
                </c:pt>
                <c:pt idx="25200">
                  <c:v>6.1876985915492959</c:v>
                </c:pt>
                <c:pt idx="25201">
                  <c:v>6.1861197183098593</c:v>
                </c:pt>
                <c:pt idx="25202">
                  <c:v>6.1880492957746478</c:v>
                </c:pt>
                <c:pt idx="25203">
                  <c:v>6.1952070422535215</c:v>
                </c:pt>
                <c:pt idx="25204">
                  <c:v>6.1974894366197182</c:v>
                </c:pt>
                <c:pt idx="25205">
                  <c:v>6.1960936619718314</c:v>
                </c:pt>
                <c:pt idx="25206">
                  <c:v>6.1920000000000002</c:v>
                </c:pt>
                <c:pt idx="25207">
                  <c:v>6.1860457746478872</c:v>
                </c:pt>
                <c:pt idx="25208">
                  <c:v>6.1804697183098591</c:v>
                </c:pt>
                <c:pt idx="25209">
                  <c:v>6.1723084507042252</c:v>
                </c:pt>
                <c:pt idx="25210">
                  <c:v>6.1748978873239437</c:v>
                </c:pt>
                <c:pt idx="25211">
                  <c:v>6.1803697183098594</c:v>
                </c:pt>
                <c:pt idx="25212">
                  <c:v>6.1805697183098589</c:v>
                </c:pt>
                <c:pt idx="25213">
                  <c:v>6.1801521126760566</c:v>
                </c:pt>
                <c:pt idx="25214">
                  <c:v>6.1793549295774648</c:v>
                </c:pt>
                <c:pt idx="25215">
                  <c:v>6.1813732394366196</c:v>
                </c:pt>
                <c:pt idx="25216">
                  <c:v>6.1796373239436617</c:v>
                </c:pt>
                <c:pt idx="25217">
                  <c:v>6.1760323943661968</c:v>
                </c:pt>
                <c:pt idx="25218">
                  <c:v>6.1743971830985913</c:v>
                </c:pt>
                <c:pt idx="25219">
                  <c:v>6.1716880281690143</c:v>
                </c:pt>
                <c:pt idx="25220">
                  <c:v>6.1703330985915494</c:v>
                </c:pt>
                <c:pt idx="25221">
                  <c:v>6.1705845070422534</c:v>
                </c:pt>
                <c:pt idx="25222">
                  <c:v>6.1716478873239433</c:v>
                </c:pt>
                <c:pt idx="25223">
                  <c:v>6.1742373239436619</c:v>
                </c:pt>
                <c:pt idx="25224">
                  <c:v>6.1765922535211271</c:v>
                </c:pt>
                <c:pt idx="25225">
                  <c:v>6.1731640845070421</c:v>
                </c:pt>
                <c:pt idx="25226">
                  <c:v>6.1674232394366193</c:v>
                </c:pt>
                <c:pt idx="25227">
                  <c:v>6.1649098591549292</c:v>
                </c:pt>
                <c:pt idx="25228">
                  <c:v>6.1632443661971834</c:v>
                </c:pt>
                <c:pt idx="25229">
                  <c:v>6.1656133802816901</c:v>
                </c:pt>
                <c:pt idx="25230">
                  <c:v>6.1611823943661967</c:v>
                </c:pt>
                <c:pt idx="25231">
                  <c:v>6.1579260563380283</c:v>
                </c:pt>
                <c:pt idx="25232">
                  <c:v>6.1638661971830988</c:v>
                </c:pt>
                <c:pt idx="25233">
                  <c:v>6.1698676056338027</c:v>
                </c:pt>
                <c:pt idx="25234">
                  <c:v>6.1768316901408449</c:v>
                </c:pt>
                <c:pt idx="25235">
                  <c:v>6.182435211267606</c:v>
                </c:pt>
                <c:pt idx="25236">
                  <c:v>6.1841795774647892</c:v>
                </c:pt>
                <c:pt idx="25237">
                  <c:v>6.1805063380281693</c:v>
                </c:pt>
                <c:pt idx="25238">
                  <c:v>6.1723809859154928</c:v>
                </c:pt>
                <c:pt idx="25239">
                  <c:v>6.160350704225352</c:v>
                </c:pt>
                <c:pt idx="25240">
                  <c:v>6.1555070422535207</c:v>
                </c:pt>
                <c:pt idx="25241">
                  <c:v>6.161206338028169</c:v>
                </c:pt>
                <c:pt idx="25242">
                  <c:v>6.1725626760563381</c:v>
                </c:pt>
                <c:pt idx="25243">
                  <c:v>6.1758922535211269</c:v>
                </c:pt>
                <c:pt idx="25244">
                  <c:v>6.1805190140845072</c:v>
                </c:pt>
                <c:pt idx="25245">
                  <c:v>6.1806999999999999</c:v>
                </c:pt>
                <c:pt idx="25246">
                  <c:v>6.1813584507042254</c:v>
                </c:pt>
                <c:pt idx="25247">
                  <c:v>6.1856809859154929</c:v>
                </c:pt>
                <c:pt idx="25248">
                  <c:v>6.1797739436619716</c:v>
                </c:pt>
                <c:pt idx="25249">
                  <c:v>6.1759253521126762</c:v>
                </c:pt>
                <c:pt idx="25250">
                  <c:v>6.1740288732394371</c:v>
                </c:pt>
                <c:pt idx="25251">
                  <c:v>6.1717739436619716</c:v>
                </c:pt>
                <c:pt idx="25252">
                  <c:v>6.1677936619718308</c:v>
                </c:pt>
                <c:pt idx="25253">
                  <c:v>6.1654640845070423</c:v>
                </c:pt>
                <c:pt idx="25254">
                  <c:v>6.1669887323943664</c:v>
                </c:pt>
                <c:pt idx="25255">
                  <c:v>6.166937323943662</c:v>
                </c:pt>
                <c:pt idx="25256">
                  <c:v>6.1686683098591546</c:v>
                </c:pt>
                <c:pt idx="25257">
                  <c:v>6.1803584507042251</c:v>
                </c:pt>
                <c:pt idx="25258">
                  <c:v>6.1940267605633803</c:v>
                </c:pt>
                <c:pt idx="25259">
                  <c:v>6.192003521126761</c:v>
                </c:pt>
                <c:pt idx="25260">
                  <c:v>6.1881091549295775</c:v>
                </c:pt>
                <c:pt idx="25261">
                  <c:v>6.1862746478873243</c:v>
                </c:pt>
                <c:pt idx="25262">
                  <c:v>6.1784936619718307</c:v>
                </c:pt>
                <c:pt idx="25263">
                  <c:v>6.173787323943662</c:v>
                </c:pt>
                <c:pt idx="25264">
                  <c:v>6.1715683098591549</c:v>
                </c:pt>
                <c:pt idx="25265">
                  <c:v>6.1722380281690139</c:v>
                </c:pt>
                <c:pt idx="25266">
                  <c:v>6.1757598591549296</c:v>
                </c:pt>
                <c:pt idx="25267">
                  <c:v>6.1761211267605631</c:v>
                </c:pt>
                <c:pt idx="25268">
                  <c:v>6.1805105633802819</c:v>
                </c:pt>
                <c:pt idx="25269">
                  <c:v>6.1795690140845068</c:v>
                </c:pt>
                <c:pt idx="25270">
                  <c:v>6.1709704225352109</c:v>
                </c:pt>
                <c:pt idx="25271">
                  <c:v>6.1640140845070421</c:v>
                </c:pt>
                <c:pt idx="25272">
                  <c:v>6.1663126760563376</c:v>
                </c:pt>
                <c:pt idx="25273">
                  <c:v>6.1701901408450706</c:v>
                </c:pt>
                <c:pt idx="25274">
                  <c:v>6.1652211267605637</c:v>
                </c:pt>
                <c:pt idx="25275">
                  <c:v>6.1629063380281686</c:v>
                </c:pt>
                <c:pt idx="25276">
                  <c:v>6.1660549295774647</c:v>
                </c:pt>
                <c:pt idx="25277">
                  <c:v>6.1691640845070426</c:v>
                </c:pt>
                <c:pt idx="25278">
                  <c:v>6.1715957746478871</c:v>
                </c:pt>
                <c:pt idx="25279">
                  <c:v>6.1810887323943664</c:v>
                </c:pt>
                <c:pt idx="25280">
                  <c:v>6.1914105633802814</c:v>
                </c:pt>
                <c:pt idx="25281">
                  <c:v>6.1963795774647883</c:v>
                </c:pt>
                <c:pt idx="25282">
                  <c:v>6.1939056338028173</c:v>
                </c:pt>
                <c:pt idx="25283">
                  <c:v>6.1957577464788729</c:v>
                </c:pt>
                <c:pt idx="25284">
                  <c:v>6.1951887323943664</c:v>
                </c:pt>
                <c:pt idx="25285">
                  <c:v>6.1878683098591551</c:v>
                </c:pt>
                <c:pt idx="25286">
                  <c:v>6.1803936619718307</c:v>
                </c:pt>
                <c:pt idx="25287">
                  <c:v>6.1779373239436621</c:v>
                </c:pt>
                <c:pt idx="25288">
                  <c:v>6.1725830985915495</c:v>
                </c:pt>
                <c:pt idx="25289">
                  <c:v>6.1717457746478877</c:v>
                </c:pt>
                <c:pt idx="25290">
                  <c:v>6.174543661971831</c:v>
                </c:pt>
                <c:pt idx="25291">
                  <c:v>6.1729281690140843</c:v>
                </c:pt>
                <c:pt idx="25292">
                  <c:v>6.1697542253521123</c:v>
                </c:pt>
                <c:pt idx="25293">
                  <c:v>6.1677373239436619</c:v>
                </c:pt>
                <c:pt idx="25294">
                  <c:v>6.1684450704225355</c:v>
                </c:pt>
                <c:pt idx="25295">
                  <c:v>6.1690612676056338</c:v>
                </c:pt>
                <c:pt idx="25296">
                  <c:v>6.1614239436619718</c:v>
                </c:pt>
                <c:pt idx="25297">
                  <c:v>6.1536690140845067</c:v>
                </c:pt>
                <c:pt idx="25298">
                  <c:v>6.151485915492958</c:v>
                </c:pt>
                <c:pt idx="25299">
                  <c:v>6.1519429577464786</c:v>
                </c:pt>
                <c:pt idx="25300">
                  <c:v>6.1508028169014084</c:v>
                </c:pt>
                <c:pt idx="25301">
                  <c:v>6.1532021126760563</c:v>
                </c:pt>
                <c:pt idx="25302">
                  <c:v>6.1622697183098589</c:v>
                </c:pt>
                <c:pt idx="25303">
                  <c:v>6.1675985915492957</c:v>
                </c:pt>
                <c:pt idx="25304">
                  <c:v>6.1592330985915495</c:v>
                </c:pt>
                <c:pt idx="25305">
                  <c:v>6.1607000000000003</c:v>
                </c:pt>
                <c:pt idx="25306">
                  <c:v>6.1653119718309863</c:v>
                </c:pt>
                <c:pt idx="25307">
                  <c:v>6.1593035211267608</c:v>
                </c:pt>
                <c:pt idx="25308">
                  <c:v>6.1536704225352112</c:v>
                </c:pt>
                <c:pt idx="25309">
                  <c:v>6.1576211267605636</c:v>
                </c:pt>
                <c:pt idx="25310">
                  <c:v>6.1626922535211266</c:v>
                </c:pt>
                <c:pt idx="25311">
                  <c:v>6.1659985915492959</c:v>
                </c:pt>
                <c:pt idx="25312">
                  <c:v>6.1723929577464789</c:v>
                </c:pt>
                <c:pt idx="25313">
                  <c:v>6.1747507042253522</c:v>
                </c:pt>
                <c:pt idx="25314">
                  <c:v>6.1727323943661974</c:v>
                </c:pt>
                <c:pt idx="25315">
                  <c:v>6.1727464788732398</c:v>
                </c:pt>
                <c:pt idx="25316">
                  <c:v>6.1708549295774651</c:v>
                </c:pt>
                <c:pt idx="25317">
                  <c:v>6.1695556338028172</c:v>
                </c:pt>
                <c:pt idx="25318">
                  <c:v>6.1660359154929578</c:v>
                </c:pt>
                <c:pt idx="25319">
                  <c:v>6.1613232394366193</c:v>
                </c:pt>
                <c:pt idx="25320">
                  <c:v>6.1625422535211269</c:v>
                </c:pt>
                <c:pt idx="25321">
                  <c:v>6.1645943661971829</c:v>
                </c:pt>
                <c:pt idx="25322">
                  <c:v>6.1729957746478874</c:v>
                </c:pt>
                <c:pt idx="25323">
                  <c:v>6.1800183098591548</c:v>
                </c:pt>
                <c:pt idx="25324">
                  <c:v>6.1788133802816905</c:v>
                </c:pt>
                <c:pt idx="25325">
                  <c:v>6.1761309859154929</c:v>
                </c:pt>
                <c:pt idx="25326">
                  <c:v>6.1718690140845069</c:v>
                </c:pt>
                <c:pt idx="25327">
                  <c:v>6.1675218309859154</c:v>
                </c:pt>
                <c:pt idx="25328">
                  <c:v>6.1615281690140842</c:v>
                </c:pt>
                <c:pt idx="25329">
                  <c:v>6.1583542253521131</c:v>
                </c:pt>
                <c:pt idx="25330">
                  <c:v>6.1703112676056335</c:v>
                </c:pt>
                <c:pt idx="25331">
                  <c:v>6.1761619718309859</c:v>
                </c:pt>
                <c:pt idx="25332">
                  <c:v>6.1741204225352115</c:v>
                </c:pt>
                <c:pt idx="25333">
                  <c:v>6.177029577464789</c:v>
                </c:pt>
                <c:pt idx="25334">
                  <c:v>6.1766760563380281</c:v>
                </c:pt>
                <c:pt idx="25335">
                  <c:v>6.1742788732394365</c:v>
                </c:pt>
                <c:pt idx="25336">
                  <c:v>6.1719359154929574</c:v>
                </c:pt>
                <c:pt idx="25337">
                  <c:v>6.171385211267606</c:v>
                </c:pt>
                <c:pt idx="25338">
                  <c:v>6.1728478873239441</c:v>
                </c:pt>
                <c:pt idx="25339">
                  <c:v>6.1720316901408454</c:v>
                </c:pt>
                <c:pt idx="25340">
                  <c:v>6.1727239436619721</c:v>
                </c:pt>
                <c:pt idx="25341">
                  <c:v>6.1729732394366197</c:v>
                </c:pt>
                <c:pt idx="25342">
                  <c:v>6.1769845070422535</c:v>
                </c:pt>
                <c:pt idx="25343">
                  <c:v>6.1758492957746478</c:v>
                </c:pt>
                <c:pt idx="25344">
                  <c:v>6.1680281690140841</c:v>
                </c:pt>
                <c:pt idx="25345">
                  <c:v>6.1637309859154925</c:v>
                </c:pt>
                <c:pt idx="25346">
                  <c:v>6.1608211267605633</c:v>
                </c:pt>
                <c:pt idx="25347">
                  <c:v>6.1575204225352111</c:v>
                </c:pt>
                <c:pt idx="25348">
                  <c:v>6.1571908450704225</c:v>
                </c:pt>
                <c:pt idx="25349">
                  <c:v>6.160505633802817</c:v>
                </c:pt>
                <c:pt idx="25350">
                  <c:v>6.1584147887323946</c:v>
                </c:pt>
                <c:pt idx="25351">
                  <c:v>6.1516908450704229</c:v>
                </c:pt>
                <c:pt idx="25352">
                  <c:v>6.1522197183098593</c:v>
                </c:pt>
                <c:pt idx="25353">
                  <c:v>6.1654211267605632</c:v>
                </c:pt>
                <c:pt idx="25354">
                  <c:v>6.1714478873239438</c:v>
                </c:pt>
                <c:pt idx="25355">
                  <c:v>6.1677584507042251</c:v>
                </c:pt>
                <c:pt idx="25356">
                  <c:v>6.1650021126760564</c:v>
                </c:pt>
                <c:pt idx="25357">
                  <c:v>6.1664028169014085</c:v>
                </c:pt>
                <c:pt idx="25358">
                  <c:v>6.1614894366197186</c:v>
                </c:pt>
                <c:pt idx="25359">
                  <c:v>6.1502732394366193</c:v>
                </c:pt>
                <c:pt idx="25360">
                  <c:v>6.141179577464789</c:v>
                </c:pt>
                <c:pt idx="25361">
                  <c:v>6.1422542253521124</c:v>
                </c:pt>
                <c:pt idx="25362">
                  <c:v>6.1482119718309862</c:v>
                </c:pt>
                <c:pt idx="25363">
                  <c:v>6.152567605633803</c:v>
                </c:pt>
                <c:pt idx="25364">
                  <c:v>6.157579577464789</c:v>
                </c:pt>
                <c:pt idx="25365">
                  <c:v>6.1589274647887322</c:v>
                </c:pt>
                <c:pt idx="25366">
                  <c:v>6.153401408450704</c:v>
                </c:pt>
                <c:pt idx="25367">
                  <c:v>6.1449880281690143</c:v>
                </c:pt>
                <c:pt idx="25368">
                  <c:v>6.1462105633802819</c:v>
                </c:pt>
                <c:pt idx="25369">
                  <c:v>6.1509232394366196</c:v>
                </c:pt>
                <c:pt idx="25370">
                  <c:v>6.1511359154929579</c:v>
                </c:pt>
                <c:pt idx="25371">
                  <c:v>6.1555507042253517</c:v>
                </c:pt>
                <c:pt idx="25372">
                  <c:v>6.1571267605633802</c:v>
                </c:pt>
                <c:pt idx="25373">
                  <c:v>6.1502323943661974</c:v>
                </c:pt>
                <c:pt idx="25374">
                  <c:v>6.1499633802816902</c:v>
                </c:pt>
                <c:pt idx="25375">
                  <c:v>6.1512091549295773</c:v>
                </c:pt>
                <c:pt idx="25376">
                  <c:v>6.1500007042253522</c:v>
                </c:pt>
                <c:pt idx="25377">
                  <c:v>6.150961971830986</c:v>
                </c:pt>
                <c:pt idx="25378">
                  <c:v>6.149347183098592</c:v>
                </c:pt>
                <c:pt idx="25379">
                  <c:v>6.1515485915492958</c:v>
                </c:pt>
                <c:pt idx="25380">
                  <c:v>6.1589633802816905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3-FC34-4E50-8FBC-CFB495C70B4F}"/>
            </c:ext>
          </c:extLst>
        </c:ser>
        <c:ser>
          <c:idx val="4"/>
          <c:order val="4"/>
          <c:tx>
            <c:strRef>
              <c:f>'For plotting'!$F$1</c:f>
              <c:strCache>
                <c:ptCount val="1"/>
                <c:pt idx="0">
                  <c:v>0.7% w/w R2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'For plotting'!$A$2:$A$25382</c:f>
              <c:numCache>
                <c:formatCode>General</c:formatCode>
                <c:ptCount val="25381"/>
                <c:pt idx="0">
                  <c:v>-0.499971</c:v>
                </c:pt>
                <c:pt idx="1">
                  <c:v>-0.49966500000000003</c:v>
                </c:pt>
                <c:pt idx="2">
                  <c:v>-0.49936000000000003</c:v>
                </c:pt>
                <c:pt idx="3">
                  <c:v>-0.499054</c:v>
                </c:pt>
                <c:pt idx="4">
                  <c:v>-0.498749</c:v>
                </c:pt>
                <c:pt idx="5">
                  <c:v>-0.498444</c:v>
                </c:pt>
                <c:pt idx="6">
                  <c:v>-0.49813800000000003</c:v>
                </c:pt>
                <c:pt idx="7">
                  <c:v>-0.49783300000000003</c:v>
                </c:pt>
                <c:pt idx="8">
                  <c:v>-0.497527</c:v>
                </c:pt>
                <c:pt idx="9">
                  <c:v>-0.497222</c:v>
                </c:pt>
                <c:pt idx="10">
                  <c:v>-0.496917</c:v>
                </c:pt>
                <c:pt idx="11">
                  <c:v>-0.49661100000000002</c:v>
                </c:pt>
                <c:pt idx="12">
                  <c:v>-0.49630600000000002</c:v>
                </c:pt>
                <c:pt idx="13">
                  <c:v>-0.496</c:v>
                </c:pt>
                <c:pt idx="14">
                  <c:v>-0.495695</c:v>
                </c:pt>
                <c:pt idx="15">
                  <c:v>-0.49539</c:v>
                </c:pt>
                <c:pt idx="16">
                  <c:v>-0.49508400000000002</c:v>
                </c:pt>
                <c:pt idx="17">
                  <c:v>-0.49477900000000002</c:v>
                </c:pt>
                <c:pt idx="18">
                  <c:v>-0.494473</c:v>
                </c:pt>
                <c:pt idx="19">
                  <c:v>-0.494168</c:v>
                </c:pt>
                <c:pt idx="20">
                  <c:v>-0.493863</c:v>
                </c:pt>
                <c:pt idx="21">
                  <c:v>-0.49355700000000002</c:v>
                </c:pt>
                <c:pt idx="22">
                  <c:v>-0.49325200000000002</c:v>
                </c:pt>
                <c:pt idx="23">
                  <c:v>-0.492946</c:v>
                </c:pt>
                <c:pt idx="24">
                  <c:v>-0.492641</c:v>
                </c:pt>
                <c:pt idx="25">
                  <c:v>-0.492336</c:v>
                </c:pt>
                <c:pt idx="26">
                  <c:v>-0.49203000000000002</c:v>
                </c:pt>
                <c:pt idx="27">
                  <c:v>-0.49172500000000002</c:v>
                </c:pt>
                <c:pt idx="28">
                  <c:v>-0.49141899999999999</c:v>
                </c:pt>
                <c:pt idx="29">
                  <c:v>-0.49111399999999999</c:v>
                </c:pt>
                <c:pt idx="30">
                  <c:v>-0.490809</c:v>
                </c:pt>
                <c:pt idx="31">
                  <c:v>-0.49050300000000002</c:v>
                </c:pt>
                <c:pt idx="32">
                  <c:v>-0.49019800000000002</c:v>
                </c:pt>
                <c:pt idx="33">
                  <c:v>-0.48989199999999999</c:v>
                </c:pt>
                <c:pt idx="34">
                  <c:v>-0.48958699999999999</c:v>
                </c:pt>
                <c:pt idx="35">
                  <c:v>-0.48928199999999999</c:v>
                </c:pt>
                <c:pt idx="36">
                  <c:v>-0.48897600000000002</c:v>
                </c:pt>
                <c:pt idx="37">
                  <c:v>-0.48867100000000002</c:v>
                </c:pt>
                <c:pt idx="38">
                  <c:v>-0.48836499999999999</c:v>
                </c:pt>
                <c:pt idx="39">
                  <c:v>-0.48805999999999999</c:v>
                </c:pt>
                <c:pt idx="40">
                  <c:v>-0.48775499999999999</c:v>
                </c:pt>
                <c:pt idx="41">
                  <c:v>-0.48744900000000002</c:v>
                </c:pt>
                <c:pt idx="42">
                  <c:v>-0.48714400000000002</c:v>
                </c:pt>
                <c:pt idx="43">
                  <c:v>-0.48683799999999999</c:v>
                </c:pt>
                <c:pt idx="44">
                  <c:v>-0.48653299999999999</c:v>
                </c:pt>
                <c:pt idx="45">
                  <c:v>-0.48622799999999999</c:v>
                </c:pt>
                <c:pt idx="46">
                  <c:v>-0.48592200000000002</c:v>
                </c:pt>
                <c:pt idx="47">
                  <c:v>-0.48561700000000002</c:v>
                </c:pt>
                <c:pt idx="48">
                  <c:v>-0.48531099999999999</c:v>
                </c:pt>
                <c:pt idx="49">
                  <c:v>-0.48500599999999999</c:v>
                </c:pt>
                <c:pt idx="50">
                  <c:v>-0.48470099999999999</c:v>
                </c:pt>
                <c:pt idx="51">
                  <c:v>-0.48439500000000002</c:v>
                </c:pt>
                <c:pt idx="52">
                  <c:v>-0.48409000000000002</c:v>
                </c:pt>
                <c:pt idx="53">
                  <c:v>-0.48378399999999999</c:v>
                </c:pt>
                <c:pt idx="54">
                  <c:v>-0.48347899999999999</c:v>
                </c:pt>
                <c:pt idx="55">
                  <c:v>-0.48317399999999999</c:v>
                </c:pt>
                <c:pt idx="56">
                  <c:v>-0.48286800000000002</c:v>
                </c:pt>
                <c:pt idx="57">
                  <c:v>-0.48256300000000002</c:v>
                </c:pt>
                <c:pt idx="58">
                  <c:v>-0.48225699999999999</c:v>
                </c:pt>
                <c:pt idx="59">
                  <c:v>-0.48195199999999999</c:v>
                </c:pt>
                <c:pt idx="60">
                  <c:v>-0.48164699999999999</c:v>
                </c:pt>
                <c:pt idx="61">
                  <c:v>-0.48134100000000002</c:v>
                </c:pt>
                <c:pt idx="62">
                  <c:v>-0.48103600000000002</c:v>
                </c:pt>
                <c:pt idx="63">
                  <c:v>-0.48072999999999999</c:v>
                </c:pt>
                <c:pt idx="64">
                  <c:v>-0.48042499999999999</c:v>
                </c:pt>
                <c:pt idx="65">
                  <c:v>-0.48011999999999999</c:v>
                </c:pt>
                <c:pt idx="66">
                  <c:v>-0.47981400000000002</c:v>
                </c:pt>
                <c:pt idx="67">
                  <c:v>-0.47950900000000002</c:v>
                </c:pt>
                <c:pt idx="68">
                  <c:v>-0.47920299999999999</c:v>
                </c:pt>
                <c:pt idx="69">
                  <c:v>-0.47889799999999999</c:v>
                </c:pt>
                <c:pt idx="70">
                  <c:v>-0.47859299999999999</c:v>
                </c:pt>
                <c:pt idx="71">
                  <c:v>-0.47828700000000002</c:v>
                </c:pt>
                <c:pt idx="72">
                  <c:v>-0.47798200000000002</c:v>
                </c:pt>
                <c:pt idx="73">
                  <c:v>-0.47767599999999999</c:v>
                </c:pt>
                <c:pt idx="74">
                  <c:v>-0.47737099999999999</c:v>
                </c:pt>
                <c:pt idx="75">
                  <c:v>-0.47706599999999999</c:v>
                </c:pt>
                <c:pt idx="76">
                  <c:v>-0.47676000000000002</c:v>
                </c:pt>
                <c:pt idx="77">
                  <c:v>-0.47645500000000002</c:v>
                </c:pt>
                <c:pt idx="78">
                  <c:v>-0.47614899999999999</c:v>
                </c:pt>
                <c:pt idx="79">
                  <c:v>-0.47584399999999999</c:v>
                </c:pt>
                <c:pt idx="80">
                  <c:v>-0.47553899999999999</c:v>
                </c:pt>
                <c:pt idx="81">
                  <c:v>-0.47523300000000002</c:v>
                </c:pt>
                <c:pt idx="82">
                  <c:v>-0.47492800000000002</c:v>
                </c:pt>
                <c:pt idx="83">
                  <c:v>-0.47462300000000002</c:v>
                </c:pt>
                <c:pt idx="84">
                  <c:v>-0.47431699999999999</c:v>
                </c:pt>
                <c:pt idx="85">
                  <c:v>-0.47401199999999999</c:v>
                </c:pt>
                <c:pt idx="86">
                  <c:v>-0.47370600000000002</c:v>
                </c:pt>
                <c:pt idx="87">
                  <c:v>-0.47340100000000002</c:v>
                </c:pt>
                <c:pt idx="88">
                  <c:v>-0.47309600000000002</c:v>
                </c:pt>
                <c:pt idx="89">
                  <c:v>-0.47278999999999999</c:v>
                </c:pt>
                <c:pt idx="90">
                  <c:v>-0.47248499999999999</c:v>
                </c:pt>
                <c:pt idx="91">
                  <c:v>-0.47217900000000002</c:v>
                </c:pt>
                <c:pt idx="92">
                  <c:v>-0.47187400000000002</c:v>
                </c:pt>
                <c:pt idx="93">
                  <c:v>-0.47156900000000002</c:v>
                </c:pt>
                <c:pt idx="94">
                  <c:v>-0.47126299999999999</c:v>
                </c:pt>
                <c:pt idx="95">
                  <c:v>-0.47095799999999999</c:v>
                </c:pt>
                <c:pt idx="96">
                  <c:v>-0.47065200000000001</c:v>
                </c:pt>
                <c:pt idx="97">
                  <c:v>-0.47034700000000002</c:v>
                </c:pt>
                <c:pt idx="98">
                  <c:v>-0.47004200000000002</c:v>
                </c:pt>
                <c:pt idx="99">
                  <c:v>-0.46973599999999999</c:v>
                </c:pt>
                <c:pt idx="100">
                  <c:v>-0.46943099999999999</c:v>
                </c:pt>
                <c:pt idx="101">
                  <c:v>-0.46912500000000001</c:v>
                </c:pt>
                <c:pt idx="102">
                  <c:v>-0.46882000000000001</c:v>
                </c:pt>
                <c:pt idx="103">
                  <c:v>-0.46851500000000001</c:v>
                </c:pt>
                <c:pt idx="104">
                  <c:v>-0.46820899999999999</c:v>
                </c:pt>
                <c:pt idx="105">
                  <c:v>-0.46790399999999999</c:v>
                </c:pt>
                <c:pt idx="106">
                  <c:v>-0.46759800000000001</c:v>
                </c:pt>
                <c:pt idx="107">
                  <c:v>-0.46729300000000001</c:v>
                </c:pt>
                <c:pt idx="108">
                  <c:v>-0.46698800000000001</c:v>
                </c:pt>
                <c:pt idx="109">
                  <c:v>-0.46668199999999999</c:v>
                </c:pt>
                <c:pt idx="110">
                  <c:v>-0.46637699999999999</c:v>
                </c:pt>
                <c:pt idx="111">
                  <c:v>-0.46607100000000001</c:v>
                </c:pt>
                <c:pt idx="112">
                  <c:v>-0.46576600000000001</c:v>
                </c:pt>
                <c:pt idx="113">
                  <c:v>-0.46546100000000001</c:v>
                </c:pt>
                <c:pt idx="114">
                  <c:v>-0.46515499999999999</c:v>
                </c:pt>
                <c:pt idx="115">
                  <c:v>-0.46484999999999999</c:v>
                </c:pt>
                <c:pt idx="116">
                  <c:v>-0.46454400000000001</c:v>
                </c:pt>
                <c:pt idx="117">
                  <c:v>-0.46423900000000001</c:v>
                </c:pt>
                <c:pt idx="118">
                  <c:v>-0.46393400000000001</c:v>
                </c:pt>
                <c:pt idx="119">
                  <c:v>-0.46362799999999998</c:v>
                </c:pt>
                <c:pt idx="120">
                  <c:v>-0.46332299999999998</c:v>
                </c:pt>
                <c:pt idx="121">
                  <c:v>-0.46301700000000001</c:v>
                </c:pt>
                <c:pt idx="122">
                  <c:v>-0.46271200000000001</c:v>
                </c:pt>
                <c:pt idx="123">
                  <c:v>-0.46240700000000001</c:v>
                </c:pt>
                <c:pt idx="124">
                  <c:v>-0.46210099999999998</c:v>
                </c:pt>
                <c:pt idx="125">
                  <c:v>-0.46179599999999998</c:v>
                </c:pt>
                <c:pt idx="126">
                  <c:v>-0.46149000000000001</c:v>
                </c:pt>
                <c:pt idx="127">
                  <c:v>-0.46118500000000001</c:v>
                </c:pt>
                <c:pt idx="128">
                  <c:v>-0.46088000000000001</c:v>
                </c:pt>
                <c:pt idx="129">
                  <c:v>-0.46057399999999998</c:v>
                </c:pt>
                <c:pt idx="130">
                  <c:v>-0.46026899999999998</c:v>
                </c:pt>
                <c:pt idx="131">
                  <c:v>-0.45996300000000001</c:v>
                </c:pt>
                <c:pt idx="132">
                  <c:v>-0.45965800000000001</c:v>
                </c:pt>
                <c:pt idx="133">
                  <c:v>-0.45935300000000001</c:v>
                </c:pt>
                <c:pt idx="134">
                  <c:v>-0.45904699999999998</c:v>
                </c:pt>
                <c:pt idx="135">
                  <c:v>-0.45874199999999998</c:v>
                </c:pt>
                <c:pt idx="136">
                  <c:v>-0.45843600000000001</c:v>
                </c:pt>
                <c:pt idx="137">
                  <c:v>-0.45813100000000001</c:v>
                </c:pt>
                <c:pt idx="138">
                  <c:v>-0.45782600000000001</c:v>
                </c:pt>
                <c:pt idx="139">
                  <c:v>-0.45751999999999998</c:v>
                </c:pt>
                <c:pt idx="140">
                  <c:v>-0.45721499999999998</c:v>
                </c:pt>
                <c:pt idx="141">
                  <c:v>-0.45690900000000001</c:v>
                </c:pt>
                <c:pt idx="142">
                  <c:v>-0.45660400000000001</c:v>
                </c:pt>
                <c:pt idx="143">
                  <c:v>-0.45629900000000001</c:v>
                </c:pt>
                <c:pt idx="144">
                  <c:v>-0.45599299999999998</c:v>
                </c:pt>
                <c:pt idx="145">
                  <c:v>-0.45568799999999998</c:v>
                </c:pt>
                <c:pt idx="146">
                  <c:v>-0.45538200000000001</c:v>
                </c:pt>
                <c:pt idx="147">
                  <c:v>-0.45507700000000001</c:v>
                </c:pt>
                <c:pt idx="148">
                  <c:v>-0.45477200000000001</c:v>
                </c:pt>
                <c:pt idx="149">
                  <c:v>-0.45446599999999998</c:v>
                </c:pt>
                <c:pt idx="150">
                  <c:v>-0.45416099999999998</c:v>
                </c:pt>
                <c:pt idx="151">
                  <c:v>-0.45385500000000001</c:v>
                </c:pt>
                <c:pt idx="152">
                  <c:v>-0.45355000000000001</c:v>
                </c:pt>
                <c:pt idx="153">
                  <c:v>-0.45324500000000001</c:v>
                </c:pt>
                <c:pt idx="154">
                  <c:v>-0.45293899999999998</c:v>
                </c:pt>
                <c:pt idx="155">
                  <c:v>-0.45263399999999998</c:v>
                </c:pt>
                <c:pt idx="156">
                  <c:v>-0.45232800000000001</c:v>
                </c:pt>
                <c:pt idx="157">
                  <c:v>-0.45202300000000001</c:v>
                </c:pt>
                <c:pt idx="158">
                  <c:v>-0.45171800000000001</c:v>
                </c:pt>
                <c:pt idx="159">
                  <c:v>-0.45141199999999998</c:v>
                </c:pt>
                <c:pt idx="160">
                  <c:v>-0.45110699999999998</c:v>
                </c:pt>
                <c:pt idx="161">
                  <c:v>-0.45080100000000001</c:v>
                </c:pt>
                <c:pt idx="162">
                  <c:v>-0.45049600000000001</c:v>
                </c:pt>
                <c:pt idx="163">
                  <c:v>-0.45019100000000001</c:v>
                </c:pt>
                <c:pt idx="164">
                  <c:v>-0.44988499999999998</c:v>
                </c:pt>
                <c:pt idx="165">
                  <c:v>-0.44957999999999998</c:v>
                </c:pt>
                <c:pt idx="166">
                  <c:v>-0.44927400000000001</c:v>
                </c:pt>
                <c:pt idx="167">
                  <c:v>-0.44896900000000001</c:v>
                </c:pt>
                <c:pt idx="168">
                  <c:v>-0.44866400000000001</c:v>
                </c:pt>
                <c:pt idx="169">
                  <c:v>-0.44835799999999998</c:v>
                </c:pt>
                <c:pt idx="170">
                  <c:v>-0.44805299999999998</c:v>
                </c:pt>
                <c:pt idx="171">
                  <c:v>-0.44774799999999998</c:v>
                </c:pt>
                <c:pt idx="172">
                  <c:v>-0.44744200000000001</c:v>
                </c:pt>
                <c:pt idx="173">
                  <c:v>-0.44713700000000001</c:v>
                </c:pt>
                <c:pt idx="174">
                  <c:v>-0.44683099999999998</c:v>
                </c:pt>
                <c:pt idx="175">
                  <c:v>-0.44652599999999998</c:v>
                </c:pt>
                <c:pt idx="176">
                  <c:v>-0.44622099999999998</c:v>
                </c:pt>
                <c:pt idx="177">
                  <c:v>-0.44591500000000001</c:v>
                </c:pt>
                <c:pt idx="178">
                  <c:v>-0.44561000000000001</c:v>
                </c:pt>
                <c:pt idx="179">
                  <c:v>-0.44530399999999998</c:v>
                </c:pt>
                <c:pt idx="180">
                  <c:v>-0.44499899999999998</c:v>
                </c:pt>
                <c:pt idx="181">
                  <c:v>-0.44469399999999998</c:v>
                </c:pt>
                <c:pt idx="182">
                  <c:v>-0.44438800000000001</c:v>
                </c:pt>
                <c:pt idx="183">
                  <c:v>-0.44408300000000001</c:v>
                </c:pt>
                <c:pt idx="184">
                  <c:v>-0.44377699999999998</c:v>
                </c:pt>
                <c:pt idx="185">
                  <c:v>-0.44347199999999998</c:v>
                </c:pt>
                <c:pt idx="186">
                  <c:v>-0.44316699999999998</c:v>
                </c:pt>
                <c:pt idx="187">
                  <c:v>-0.442861</c:v>
                </c:pt>
                <c:pt idx="188">
                  <c:v>-0.442556</c:v>
                </c:pt>
                <c:pt idx="189">
                  <c:v>-0.44224999999999998</c:v>
                </c:pt>
                <c:pt idx="190">
                  <c:v>-0.44194499999999998</c:v>
                </c:pt>
                <c:pt idx="191">
                  <c:v>-0.44163999999999998</c:v>
                </c:pt>
                <c:pt idx="192">
                  <c:v>-0.441334</c:v>
                </c:pt>
                <c:pt idx="193">
                  <c:v>-0.441029</c:v>
                </c:pt>
                <c:pt idx="194">
                  <c:v>-0.44072299999999998</c:v>
                </c:pt>
                <c:pt idx="195">
                  <c:v>-0.44041799999999998</c:v>
                </c:pt>
                <c:pt idx="196">
                  <c:v>-0.44011299999999998</c:v>
                </c:pt>
                <c:pt idx="197">
                  <c:v>-0.439807</c:v>
                </c:pt>
                <c:pt idx="198">
                  <c:v>-0.439502</c:v>
                </c:pt>
                <c:pt idx="199">
                  <c:v>-0.43919599999999998</c:v>
                </c:pt>
                <c:pt idx="200">
                  <c:v>-0.43889099999999998</c:v>
                </c:pt>
                <c:pt idx="201">
                  <c:v>-0.43858599999999998</c:v>
                </c:pt>
                <c:pt idx="202">
                  <c:v>-0.43828</c:v>
                </c:pt>
                <c:pt idx="203">
                  <c:v>-0.437975</c:v>
                </c:pt>
                <c:pt idx="204">
                  <c:v>-0.43766899999999997</c:v>
                </c:pt>
                <c:pt idx="205">
                  <c:v>-0.43736399999999998</c:v>
                </c:pt>
                <c:pt idx="206">
                  <c:v>-0.43705899999999998</c:v>
                </c:pt>
                <c:pt idx="207">
                  <c:v>-0.436753</c:v>
                </c:pt>
                <c:pt idx="208">
                  <c:v>-0.436448</c:v>
                </c:pt>
                <c:pt idx="209">
                  <c:v>-0.43614199999999997</c:v>
                </c:pt>
                <c:pt idx="210">
                  <c:v>-0.43583699999999997</c:v>
                </c:pt>
                <c:pt idx="211">
                  <c:v>-0.43553199999999997</c:v>
                </c:pt>
                <c:pt idx="212">
                  <c:v>-0.435226</c:v>
                </c:pt>
                <c:pt idx="213">
                  <c:v>-0.434921</c:v>
                </c:pt>
                <c:pt idx="214">
                  <c:v>-0.43461499999999997</c:v>
                </c:pt>
                <c:pt idx="215">
                  <c:v>-0.43430999999999997</c:v>
                </c:pt>
                <c:pt idx="216">
                  <c:v>-0.43400499999999997</c:v>
                </c:pt>
                <c:pt idx="217">
                  <c:v>-0.433699</c:v>
                </c:pt>
                <c:pt idx="218">
                  <c:v>-0.433394</c:v>
                </c:pt>
                <c:pt idx="219">
                  <c:v>-0.43308799999999997</c:v>
                </c:pt>
                <c:pt idx="220">
                  <c:v>-0.43278299999999997</c:v>
                </c:pt>
                <c:pt idx="221">
                  <c:v>-0.43247799999999997</c:v>
                </c:pt>
                <c:pt idx="222">
                  <c:v>-0.432172</c:v>
                </c:pt>
                <c:pt idx="223">
                  <c:v>-0.431867</c:v>
                </c:pt>
                <c:pt idx="224">
                  <c:v>-0.43156099999999997</c:v>
                </c:pt>
                <c:pt idx="225">
                  <c:v>-0.43125599999999997</c:v>
                </c:pt>
                <c:pt idx="226">
                  <c:v>-0.43095099999999997</c:v>
                </c:pt>
                <c:pt idx="227">
                  <c:v>-0.430645</c:v>
                </c:pt>
                <c:pt idx="228">
                  <c:v>-0.43034</c:v>
                </c:pt>
                <c:pt idx="229">
                  <c:v>-0.43003400000000003</c:v>
                </c:pt>
                <c:pt idx="230">
                  <c:v>-0.42972900000000003</c:v>
                </c:pt>
                <c:pt idx="231">
                  <c:v>-0.42942399999999997</c:v>
                </c:pt>
                <c:pt idx="232">
                  <c:v>-0.429118</c:v>
                </c:pt>
                <c:pt idx="233">
                  <c:v>-0.428813</c:v>
                </c:pt>
                <c:pt idx="234">
                  <c:v>-0.42850700000000003</c:v>
                </c:pt>
                <c:pt idx="235">
                  <c:v>-0.42820200000000003</c:v>
                </c:pt>
                <c:pt idx="236">
                  <c:v>-0.42789700000000003</c:v>
                </c:pt>
                <c:pt idx="237">
                  <c:v>-0.427591</c:v>
                </c:pt>
                <c:pt idx="238">
                  <c:v>-0.427286</c:v>
                </c:pt>
                <c:pt idx="239">
                  <c:v>-0.42698000000000003</c:v>
                </c:pt>
                <c:pt idx="240">
                  <c:v>-0.42667500000000003</c:v>
                </c:pt>
                <c:pt idx="241">
                  <c:v>-0.42637000000000003</c:v>
                </c:pt>
                <c:pt idx="242">
                  <c:v>-0.426064</c:v>
                </c:pt>
                <c:pt idx="243">
                  <c:v>-0.425759</c:v>
                </c:pt>
                <c:pt idx="244">
                  <c:v>-0.42545300000000003</c:v>
                </c:pt>
                <c:pt idx="245">
                  <c:v>-0.42514800000000003</c:v>
                </c:pt>
                <c:pt idx="246">
                  <c:v>-0.42484300000000003</c:v>
                </c:pt>
                <c:pt idx="247">
                  <c:v>-0.424537</c:v>
                </c:pt>
                <c:pt idx="248">
                  <c:v>-0.424232</c:v>
                </c:pt>
                <c:pt idx="249">
                  <c:v>-0.42392600000000003</c:v>
                </c:pt>
                <c:pt idx="250">
                  <c:v>-0.42362100000000003</c:v>
                </c:pt>
                <c:pt idx="251">
                  <c:v>-0.42331600000000003</c:v>
                </c:pt>
                <c:pt idx="252">
                  <c:v>-0.42301</c:v>
                </c:pt>
                <c:pt idx="253">
                  <c:v>-0.422705</c:v>
                </c:pt>
                <c:pt idx="254">
                  <c:v>-0.4224</c:v>
                </c:pt>
                <c:pt idx="255">
                  <c:v>-0.42209400000000002</c:v>
                </c:pt>
                <c:pt idx="256">
                  <c:v>-0.42178900000000003</c:v>
                </c:pt>
                <c:pt idx="257">
                  <c:v>-0.421483</c:v>
                </c:pt>
                <c:pt idx="258">
                  <c:v>-0.421178</c:v>
                </c:pt>
                <c:pt idx="259">
                  <c:v>-0.420873</c:v>
                </c:pt>
                <c:pt idx="260">
                  <c:v>-0.42056700000000002</c:v>
                </c:pt>
                <c:pt idx="261">
                  <c:v>-0.42026200000000002</c:v>
                </c:pt>
                <c:pt idx="262">
                  <c:v>-0.419956</c:v>
                </c:pt>
                <c:pt idx="263">
                  <c:v>-0.419651</c:v>
                </c:pt>
                <c:pt idx="264">
                  <c:v>-0.419346</c:v>
                </c:pt>
                <c:pt idx="265">
                  <c:v>-0.41904000000000002</c:v>
                </c:pt>
                <c:pt idx="266">
                  <c:v>-0.41873500000000002</c:v>
                </c:pt>
                <c:pt idx="267">
                  <c:v>-0.418429</c:v>
                </c:pt>
                <c:pt idx="268">
                  <c:v>-0.418124</c:v>
                </c:pt>
                <c:pt idx="269">
                  <c:v>-0.417819</c:v>
                </c:pt>
                <c:pt idx="270">
                  <c:v>-0.41751300000000002</c:v>
                </c:pt>
                <c:pt idx="271">
                  <c:v>-0.41720800000000002</c:v>
                </c:pt>
                <c:pt idx="272">
                  <c:v>-0.41690199999999999</c:v>
                </c:pt>
                <c:pt idx="273">
                  <c:v>-0.416597</c:v>
                </c:pt>
                <c:pt idx="274">
                  <c:v>-0.416292</c:v>
                </c:pt>
                <c:pt idx="275">
                  <c:v>-0.41598600000000002</c:v>
                </c:pt>
                <c:pt idx="276">
                  <c:v>-0.41568100000000002</c:v>
                </c:pt>
                <c:pt idx="277">
                  <c:v>-0.41537499999999999</c:v>
                </c:pt>
                <c:pt idx="278">
                  <c:v>-0.41506999999999999</c:v>
                </c:pt>
                <c:pt idx="279">
                  <c:v>-0.41476499999999999</c:v>
                </c:pt>
                <c:pt idx="280">
                  <c:v>-0.41445900000000002</c:v>
                </c:pt>
                <c:pt idx="281">
                  <c:v>-0.41415400000000002</c:v>
                </c:pt>
                <c:pt idx="282">
                  <c:v>-0.41384799999999999</c:v>
                </c:pt>
                <c:pt idx="283">
                  <c:v>-0.41354299999999999</c:v>
                </c:pt>
                <c:pt idx="284">
                  <c:v>-0.41323799999999999</c:v>
                </c:pt>
                <c:pt idx="285">
                  <c:v>-0.41293200000000002</c:v>
                </c:pt>
                <c:pt idx="286">
                  <c:v>-0.41262700000000002</c:v>
                </c:pt>
                <c:pt idx="287">
                  <c:v>-0.41232099999999999</c:v>
                </c:pt>
                <c:pt idx="288">
                  <c:v>-0.41201599999999999</c:v>
                </c:pt>
                <c:pt idx="289">
                  <c:v>-0.41171099999999999</c:v>
                </c:pt>
                <c:pt idx="290">
                  <c:v>-0.41140500000000002</c:v>
                </c:pt>
                <c:pt idx="291">
                  <c:v>-0.41110000000000002</c:v>
                </c:pt>
                <c:pt idx="292">
                  <c:v>-0.41079399999999999</c:v>
                </c:pt>
                <c:pt idx="293">
                  <c:v>-0.41048899999999999</c:v>
                </c:pt>
                <c:pt idx="294">
                  <c:v>-0.41018399999999999</c:v>
                </c:pt>
                <c:pt idx="295">
                  <c:v>-0.40987800000000002</c:v>
                </c:pt>
                <c:pt idx="296">
                  <c:v>-0.40957300000000002</c:v>
                </c:pt>
                <c:pt idx="297">
                  <c:v>-0.40926699999999999</c:v>
                </c:pt>
                <c:pt idx="298">
                  <c:v>-0.40896199999999999</c:v>
                </c:pt>
                <c:pt idx="299">
                  <c:v>-0.40865699999999999</c:v>
                </c:pt>
                <c:pt idx="300">
                  <c:v>-0.40835100000000002</c:v>
                </c:pt>
                <c:pt idx="301">
                  <c:v>-0.40804600000000002</c:v>
                </c:pt>
                <c:pt idx="302">
                  <c:v>-0.40773999999999999</c:v>
                </c:pt>
                <c:pt idx="303">
                  <c:v>-0.40743499999999999</c:v>
                </c:pt>
                <c:pt idx="304">
                  <c:v>-0.40712999999999999</c:v>
                </c:pt>
                <c:pt idx="305">
                  <c:v>-0.40682400000000002</c:v>
                </c:pt>
                <c:pt idx="306">
                  <c:v>-0.40651900000000002</c:v>
                </c:pt>
                <c:pt idx="307">
                  <c:v>-0.40621299999999999</c:v>
                </c:pt>
                <c:pt idx="308">
                  <c:v>-0.40590799999999999</c:v>
                </c:pt>
                <c:pt idx="309">
                  <c:v>-0.40560299999999999</c:v>
                </c:pt>
                <c:pt idx="310">
                  <c:v>-0.40529700000000002</c:v>
                </c:pt>
                <c:pt idx="311">
                  <c:v>-0.40499200000000002</c:v>
                </c:pt>
                <c:pt idx="312">
                  <c:v>-0.40468599999999999</c:v>
                </c:pt>
                <c:pt idx="313">
                  <c:v>-0.40438099999999999</c:v>
                </c:pt>
                <c:pt idx="314">
                  <c:v>-0.40407599999999999</c:v>
                </c:pt>
                <c:pt idx="315">
                  <c:v>-0.40377000000000002</c:v>
                </c:pt>
                <c:pt idx="316">
                  <c:v>-0.40346500000000002</c:v>
                </c:pt>
                <c:pt idx="317">
                  <c:v>-0.40315899999999999</c:v>
                </c:pt>
                <c:pt idx="318">
                  <c:v>-0.40285399999999999</c:v>
                </c:pt>
                <c:pt idx="319">
                  <c:v>-0.40254899999999999</c:v>
                </c:pt>
                <c:pt idx="320">
                  <c:v>-0.40224300000000002</c:v>
                </c:pt>
                <c:pt idx="321">
                  <c:v>-0.40193800000000002</c:v>
                </c:pt>
                <c:pt idx="322">
                  <c:v>-0.40163199999999999</c:v>
                </c:pt>
                <c:pt idx="323">
                  <c:v>-0.40132699999999999</c:v>
                </c:pt>
                <c:pt idx="324">
                  <c:v>-0.40102199999999999</c:v>
                </c:pt>
                <c:pt idx="325">
                  <c:v>-0.40071600000000002</c:v>
                </c:pt>
                <c:pt idx="326">
                  <c:v>-0.40041100000000002</c:v>
                </c:pt>
                <c:pt idx="327">
                  <c:v>-0.40010499999999999</c:v>
                </c:pt>
                <c:pt idx="328">
                  <c:v>-0.39979999999999999</c:v>
                </c:pt>
                <c:pt idx="329">
                  <c:v>-0.39949499999999999</c:v>
                </c:pt>
                <c:pt idx="330">
                  <c:v>-0.39918900000000002</c:v>
                </c:pt>
                <c:pt idx="331">
                  <c:v>-0.39888400000000002</c:v>
                </c:pt>
                <c:pt idx="332">
                  <c:v>-0.39857799999999999</c:v>
                </c:pt>
                <c:pt idx="333">
                  <c:v>-0.39827299999999999</c:v>
                </c:pt>
                <c:pt idx="334">
                  <c:v>-0.39796799999999999</c:v>
                </c:pt>
                <c:pt idx="335">
                  <c:v>-0.39766200000000002</c:v>
                </c:pt>
                <c:pt idx="336">
                  <c:v>-0.39735700000000002</c:v>
                </c:pt>
                <c:pt idx="337">
                  <c:v>-0.39705200000000002</c:v>
                </c:pt>
                <c:pt idx="338">
                  <c:v>-0.39674599999999999</c:v>
                </c:pt>
                <c:pt idx="339">
                  <c:v>-0.39644099999999999</c:v>
                </c:pt>
                <c:pt idx="340">
                  <c:v>-0.39613500000000001</c:v>
                </c:pt>
                <c:pt idx="341">
                  <c:v>-0.39583000000000002</c:v>
                </c:pt>
                <c:pt idx="342">
                  <c:v>-0.39552500000000002</c:v>
                </c:pt>
                <c:pt idx="343">
                  <c:v>-0.39521899999999999</c:v>
                </c:pt>
                <c:pt idx="344">
                  <c:v>-0.39491399999999999</c:v>
                </c:pt>
                <c:pt idx="345">
                  <c:v>-0.39460800000000001</c:v>
                </c:pt>
                <c:pt idx="346">
                  <c:v>-0.39430300000000001</c:v>
                </c:pt>
                <c:pt idx="347">
                  <c:v>-0.39399800000000001</c:v>
                </c:pt>
                <c:pt idx="348">
                  <c:v>-0.39369199999999999</c:v>
                </c:pt>
                <c:pt idx="349">
                  <c:v>-0.39338699999999999</c:v>
                </c:pt>
                <c:pt idx="350">
                  <c:v>-0.39308100000000001</c:v>
                </c:pt>
                <c:pt idx="351">
                  <c:v>-0.39277600000000001</c:v>
                </c:pt>
                <c:pt idx="352">
                  <c:v>-0.39247100000000001</c:v>
                </c:pt>
                <c:pt idx="353">
                  <c:v>-0.39216499999999999</c:v>
                </c:pt>
                <c:pt idx="354">
                  <c:v>-0.39185999999999999</c:v>
                </c:pt>
                <c:pt idx="355">
                  <c:v>-0.39155400000000001</c:v>
                </c:pt>
                <c:pt idx="356">
                  <c:v>-0.39124900000000001</c:v>
                </c:pt>
                <c:pt idx="357">
                  <c:v>-0.39094400000000001</c:v>
                </c:pt>
                <c:pt idx="358">
                  <c:v>-0.39063799999999999</c:v>
                </c:pt>
                <c:pt idx="359">
                  <c:v>-0.39033299999999999</c:v>
                </c:pt>
                <c:pt idx="360">
                  <c:v>-0.39002700000000001</c:v>
                </c:pt>
                <c:pt idx="361">
                  <c:v>-0.38972200000000001</c:v>
                </c:pt>
                <c:pt idx="362">
                  <c:v>-0.38941700000000001</c:v>
                </c:pt>
                <c:pt idx="363">
                  <c:v>-0.38911099999999998</c:v>
                </c:pt>
                <c:pt idx="364">
                  <c:v>-0.38880599999999998</c:v>
                </c:pt>
                <c:pt idx="365">
                  <c:v>-0.38850000000000001</c:v>
                </c:pt>
                <c:pt idx="366">
                  <c:v>-0.38819500000000001</c:v>
                </c:pt>
                <c:pt idx="367">
                  <c:v>-0.38789000000000001</c:v>
                </c:pt>
                <c:pt idx="368">
                  <c:v>-0.38758399999999998</c:v>
                </c:pt>
                <c:pt idx="369">
                  <c:v>-0.38727899999999998</c:v>
                </c:pt>
                <c:pt idx="370">
                  <c:v>-0.38697300000000001</c:v>
                </c:pt>
                <c:pt idx="371">
                  <c:v>-0.38666800000000001</c:v>
                </c:pt>
                <c:pt idx="372">
                  <c:v>-0.38636300000000001</c:v>
                </c:pt>
                <c:pt idx="373">
                  <c:v>-0.38605699999999998</c:v>
                </c:pt>
                <c:pt idx="374">
                  <c:v>-0.38575199999999998</c:v>
                </c:pt>
                <c:pt idx="375">
                  <c:v>-0.38544600000000001</c:v>
                </c:pt>
                <c:pt idx="376">
                  <c:v>-0.38514100000000001</c:v>
                </c:pt>
                <c:pt idx="377">
                  <c:v>-0.38483600000000001</c:v>
                </c:pt>
                <c:pt idx="378">
                  <c:v>-0.38452999999999998</c:v>
                </c:pt>
                <c:pt idx="379">
                  <c:v>-0.38422499999999998</c:v>
                </c:pt>
                <c:pt idx="380">
                  <c:v>-0.38391900000000001</c:v>
                </c:pt>
                <c:pt idx="381">
                  <c:v>-0.38361400000000001</c:v>
                </c:pt>
                <c:pt idx="382">
                  <c:v>-0.38330900000000001</c:v>
                </c:pt>
                <c:pt idx="383">
                  <c:v>-0.38300299999999998</c:v>
                </c:pt>
                <c:pt idx="384">
                  <c:v>-0.38269799999999998</c:v>
                </c:pt>
                <c:pt idx="385">
                  <c:v>-0.38239200000000001</c:v>
                </c:pt>
                <c:pt idx="386">
                  <c:v>-0.38208700000000001</c:v>
                </c:pt>
                <c:pt idx="387">
                  <c:v>-0.38178200000000001</c:v>
                </c:pt>
                <c:pt idx="388">
                  <c:v>-0.38147599999999998</c:v>
                </c:pt>
                <c:pt idx="389">
                  <c:v>-0.38117099999999998</c:v>
                </c:pt>
                <c:pt idx="390">
                  <c:v>-0.38086500000000001</c:v>
                </c:pt>
                <c:pt idx="391">
                  <c:v>-0.38056000000000001</c:v>
                </c:pt>
                <c:pt idx="392">
                  <c:v>-0.38025500000000001</c:v>
                </c:pt>
                <c:pt idx="393">
                  <c:v>-0.37994899999999998</c:v>
                </c:pt>
                <c:pt idx="394">
                  <c:v>-0.37964399999999998</c:v>
                </c:pt>
                <c:pt idx="395">
                  <c:v>-0.37933800000000001</c:v>
                </c:pt>
                <c:pt idx="396">
                  <c:v>-0.37903300000000001</c:v>
                </c:pt>
                <c:pt idx="397">
                  <c:v>-0.37872800000000001</c:v>
                </c:pt>
                <c:pt idx="398">
                  <c:v>-0.37842199999999998</c:v>
                </c:pt>
                <c:pt idx="399">
                  <c:v>-0.37811699999999998</c:v>
                </c:pt>
                <c:pt idx="400">
                  <c:v>-0.37781100000000001</c:v>
                </c:pt>
                <c:pt idx="401">
                  <c:v>-0.37750600000000001</c:v>
                </c:pt>
                <c:pt idx="402">
                  <c:v>-0.37720100000000001</c:v>
                </c:pt>
                <c:pt idx="403">
                  <c:v>-0.37689499999999998</c:v>
                </c:pt>
                <c:pt idx="404">
                  <c:v>-0.37658999999999998</c:v>
                </c:pt>
                <c:pt idx="405">
                  <c:v>-0.37628400000000001</c:v>
                </c:pt>
                <c:pt idx="406">
                  <c:v>-0.37597900000000001</c:v>
                </c:pt>
                <c:pt idx="407">
                  <c:v>-0.37567400000000001</c:v>
                </c:pt>
                <c:pt idx="408">
                  <c:v>-0.37536799999999998</c:v>
                </c:pt>
                <c:pt idx="409">
                  <c:v>-0.37506299999999998</c:v>
                </c:pt>
                <c:pt idx="410">
                  <c:v>-0.37475700000000001</c:v>
                </c:pt>
                <c:pt idx="411">
                  <c:v>-0.37445200000000001</c:v>
                </c:pt>
                <c:pt idx="412">
                  <c:v>-0.37414700000000001</c:v>
                </c:pt>
                <c:pt idx="413">
                  <c:v>-0.37384099999999998</c:v>
                </c:pt>
                <c:pt idx="414">
                  <c:v>-0.37353599999999998</c:v>
                </c:pt>
                <c:pt idx="415">
                  <c:v>-0.37323000000000001</c:v>
                </c:pt>
                <c:pt idx="416">
                  <c:v>-0.37292500000000001</c:v>
                </c:pt>
                <c:pt idx="417">
                  <c:v>-0.37262000000000001</c:v>
                </c:pt>
                <c:pt idx="418">
                  <c:v>-0.37231399999999998</c:v>
                </c:pt>
                <c:pt idx="419">
                  <c:v>-0.37200899999999998</c:v>
                </c:pt>
                <c:pt idx="420">
                  <c:v>-0.37170399999999998</c:v>
                </c:pt>
                <c:pt idx="421">
                  <c:v>-0.37139800000000001</c:v>
                </c:pt>
                <c:pt idx="422">
                  <c:v>-0.37109300000000001</c:v>
                </c:pt>
                <c:pt idx="423">
                  <c:v>-0.37078699999999998</c:v>
                </c:pt>
                <c:pt idx="424">
                  <c:v>-0.37048199999999998</c:v>
                </c:pt>
                <c:pt idx="425">
                  <c:v>-0.37017699999999998</c:v>
                </c:pt>
                <c:pt idx="426">
                  <c:v>-0.36987100000000001</c:v>
                </c:pt>
                <c:pt idx="427">
                  <c:v>-0.36956600000000001</c:v>
                </c:pt>
                <c:pt idx="428">
                  <c:v>-0.36925999999999998</c:v>
                </c:pt>
                <c:pt idx="429">
                  <c:v>-0.36895499999999998</c:v>
                </c:pt>
                <c:pt idx="430">
                  <c:v>-0.36864999999999998</c:v>
                </c:pt>
                <c:pt idx="431">
                  <c:v>-0.368344</c:v>
                </c:pt>
                <c:pt idx="432">
                  <c:v>-0.36803900000000001</c:v>
                </c:pt>
                <c:pt idx="433">
                  <c:v>-0.36773299999999998</c:v>
                </c:pt>
                <c:pt idx="434">
                  <c:v>-0.36742799999999998</c:v>
                </c:pt>
                <c:pt idx="435">
                  <c:v>-0.36712299999999998</c:v>
                </c:pt>
                <c:pt idx="436">
                  <c:v>-0.366817</c:v>
                </c:pt>
                <c:pt idx="437">
                  <c:v>-0.366512</c:v>
                </c:pt>
                <c:pt idx="438">
                  <c:v>-0.36620599999999998</c:v>
                </c:pt>
                <c:pt idx="439">
                  <c:v>-0.36590099999999998</c:v>
                </c:pt>
                <c:pt idx="440">
                  <c:v>-0.36559599999999998</c:v>
                </c:pt>
                <c:pt idx="441">
                  <c:v>-0.36529</c:v>
                </c:pt>
                <c:pt idx="442">
                  <c:v>-0.364985</c:v>
                </c:pt>
                <c:pt idx="443">
                  <c:v>-0.36467899999999998</c:v>
                </c:pt>
                <c:pt idx="444">
                  <c:v>-0.36437399999999998</c:v>
                </c:pt>
                <c:pt idx="445">
                  <c:v>-0.36406899999999998</c:v>
                </c:pt>
                <c:pt idx="446">
                  <c:v>-0.363763</c:v>
                </c:pt>
                <c:pt idx="447">
                  <c:v>-0.363458</c:v>
                </c:pt>
                <c:pt idx="448">
                  <c:v>-0.36315199999999997</c:v>
                </c:pt>
                <c:pt idx="449">
                  <c:v>-0.36284699999999998</c:v>
                </c:pt>
                <c:pt idx="450">
                  <c:v>-0.36254199999999998</c:v>
                </c:pt>
                <c:pt idx="451">
                  <c:v>-0.362236</c:v>
                </c:pt>
                <c:pt idx="452">
                  <c:v>-0.361931</c:v>
                </c:pt>
                <c:pt idx="453">
                  <c:v>-0.36162499999999997</c:v>
                </c:pt>
                <c:pt idx="454">
                  <c:v>-0.36131999999999997</c:v>
                </c:pt>
                <c:pt idx="455">
                  <c:v>-0.36101499999999997</c:v>
                </c:pt>
                <c:pt idx="456">
                  <c:v>-0.360709</c:v>
                </c:pt>
                <c:pt idx="457">
                  <c:v>-0.360404</c:v>
                </c:pt>
                <c:pt idx="458">
                  <c:v>-0.36009799999999997</c:v>
                </c:pt>
                <c:pt idx="459">
                  <c:v>-0.35979299999999997</c:v>
                </c:pt>
                <c:pt idx="460">
                  <c:v>-0.35948799999999997</c:v>
                </c:pt>
                <c:pt idx="461">
                  <c:v>-0.359182</c:v>
                </c:pt>
                <c:pt idx="462">
                  <c:v>-0.358877</c:v>
                </c:pt>
                <c:pt idx="463">
                  <c:v>-0.35857099999999997</c:v>
                </c:pt>
                <c:pt idx="464">
                  <c:v>-0.35826599999999997</c:v>
                </c:pt>
                <c:pt idx="465">
                  <c:v>-0.35796099999999997</c:v>
                </c:pt>
                <c:pt idx="466">
                  <c:v>-0.357655</c:v>
                </c:pt>
                <c:pt idx="467">
                  <c:v>-0.35735</c:v>
                </c:pt>
                <c:pt idx="468">
                  <c:v>-0.35704399999999997</c:v>
                </c:pt>
                <c:pt idx="469">
                  <c:v>-0.35673899999999997</c:v>
                </c:pt>
                <c:pt idx="470">
                  <c:v>-0.35643399999999997</c:v>
                </c:pt>
                <c:pt idx="471">
                  <c:v>-0.356128</c:v>
                </c:pt>
                <c:pt idx="472">
                  <c:v>-0.355823</c:v>
                </c:pt>
                <c:pt idx="473">
                  <c:v>-0.35551700000000003</c:v>
                </c:pt>
                <c:pt idx="474">
                  <c:v>-0.35521200000000003</c:v>
                </c:pt>
                <c:pt idx="475">
                  <c:v>-0.35490699999999997</c:v>
                </c:pt>
                <c:pt idx="476">
                  <c:v>-0.354601</c:v>
                </c:pt>
                <c:pt idx="477">
                  <c:v>-0.354296</c:v>
                </c:pt>
                <c:pt idx="478">
                  <c:v>-0.35399000000000003</c:v>
                </c:pt>
                <c:pt idx="479">
                  <c:v>-0.35368500000000003</c:v>
                </c:pt>
                <c:pt idx="480">
                  <c:v>-0.35338000000000003</c:v>
                </c:pt>
                <c:pt idx="481">
                  <c:v>-0.353074</c:v>
                </c:pt>
                <c:pt idx="482">
                  <c:v>-0.352769</c:v>
                </c:pt>
                <c:pt idx="483">
                  <c:v>-0.35246300000000003</c:v>
                </c:pt>
                <c:pt idx="484">
                  <c:v>-0.35215800000000003</c:v>
                </c:pt>
                <c:pt idx="485">
                  <c:v>-0.35185300000000003</c:v>
                </c:pt>
                <c:pt idx="486">
                  <c:v>-0.351547</c:v>
                </c:pt>
                <c:pt idx="487">
                  <c:v>-0.351242</c:v>
                </c:pt>
                <c:pt idx="488">
                  <c:v>-0.35093600000000003</c:v>
                </c:pt>
                <c:pt idx="489">
                  <c:v>-0.35063100000000003</c:v>
                </c:pt>
                <c:pt idx="490">
                  <c:v>-0.35032600000000003</c:v>
                </c:pt>
                <c:pt idx="491">
                  <c:v>-0.35002</c:v>
                </c:pt>
                <c:pt idx="492">
                  <c:v>-0.349715</c:v>
                </c:pt>
                <c:pt idx="493">
                  <c:v>-0.34940900000000003</c:v>
                </c:pt>
                <c:pt idx="494">
                  <c:v>-0.34910400000000003</c:v>
                </c:pt>
                <c:pt idx="495">
                  <c:v>-0.34879900000000003</c:v>
                </c:pt>
                <c:pt idx="496">
                  <c:v>-0.348493</c:v>
                </c:pt>
                <c:pt idx="497">
                  <c:v>-0.348188</c:v>
                </c:pt>
                <c:pt idx="498">
                  <c:v>-0.34788200000000002</c:v>
                </c:pt>
                <c:pt idx="499">
                  <c:v>-0.34757700000000002</c:v>
                </c:pt>
                <c:pt idx="500">
                  <c:v>-0.34727200000000003</c:v>
                </c:pt>
                <c:pt idx="501">
                  <c:v>-0.346966</c:v>
                </c:pt>
                <c:pt idx="502">
                  <c:v>-0.346661</c:v>
                </c:pt>
                <c:pt idx="503">
                  <c:v>-0.34635500000000002</c:v>
                </c:pt>
                <c:pt idx="504">
                  <c:v>-0.34605000000000002</c:v>
                </c:pt>
                <c:pt idx="505">
                  <c:v>-0.34574500000000002</c:v>
                </c:pt>
                <c:pt idx="506">
                  <c:v>-0.345439</c:v>
                </c:pt>
                <c:pt idx="507">
                  <c:v>-0.345134</c:v>
                </c:pt>
                <c:pt idx="508">
                  <c:v>-0.344829</c:v>
                </c:pt>
                <c:pt idx="509">
                  <c:v>-0.34452300000000002</c:v>
                </c:pt>
                <c:pt idx="510">
                  <c:v>-0.34421800000000002</c:v>
                </c:pt>
                <c:pt idx="511">
                  <c:v>-0.343912</c:v>
                </c:pt>
                <c:pt idx="512">
                  <c:v>-0.343607</c:v>
                </c:pt>
                <c:pt idx="513">
                  <c:v>-0.343302</c:v>
                </c:pt>
                <c:pt idx="514">
                  <c:v>-0.34299600000000002</c:v>
                </c:pt>
                <c:pt idx="515">
                  <c:v>-0.34269100000000002</c:v>
                </c:pt>
                <c:pt idx="516">
                  <c:v>-0.34238499999999999</c:v>
                </c:pt>
                <c:pt idx="517">
                  <c:v>-0.34208</c:v>
                </c:pt>
                <c:pt idx="518">
                  <c:v>-0.341775</c:v>
                </c:pt>
                <c:pt idx="519">
                  <c:v>-0.34146900000000002</c:v>
                </c:pt>
                <c:pt idx="520">
                  <c:v>-0.34116400000000002</c:v>
                </c:pt>
                <c:pt idx="521">
                  <c:v>-0.34085799999999999</c:v>
                </c:pt>
                <c:pt idx="522">
                  <c:v>-0.34055299999999999</c:v>
                </c:pt>
                <c:pt idx="523">
                  <c:v>-0.34024799999999999</c:v>
                </c:pt>
                <c:pt idx="524">
                  <c:v>-0.33994200000000002</c:v>
                </c:pt>
                <c:pt idx="525">
                  <c:v>-0.33963700000000002</c:v>
                </c:pt>
                <c:pt idx="526">
                  <c:v>-0.33933099999999999</c:v>
                </c:pt>
                <c:pt idx="527">
                  <c:v>-0.33902599999999999</c:v>
                </c:pt>
                <c:pt idx="528">
                  <c:v>-0.33872099999999999</c:v>
                </c:pt>
                <c:pt idx="529">
                  <c:v>-0.33841500000000002</c:v>
                </c:pt>
                <c:pt idx="530">
                  <c:v>-0.33811000000000002</c:v>
                </c:pt>
                <c:pt idx="531">
                  <c:v>-0.33780399999999999</c:v>
                </c:pt>
                <c:pt idx="532">
                  <c:v>-0.33749899999999999</c:v>
                </c:pt>
                <c:pt idx="533">
                  <c:v>-0.33719399999999999</c:v>
                </c:pt>
                <c:pt idx="534">
                  <c:v>-0.33688800000000002</c:v>
                </c:pt>
                <c:pt idx="535">
                  <c:v>-0.33658300000000002</c:v>
                </c:pt>
                <c:pt idx="536">
                  <c:v>-0.33627699999999999</c:v>
                </c:pt>
                <c:pt idx="537">
                  <c:v>-0.33597199999999999</c:v>
                </c:pt>
                <c:pt idx="538">
                  <c:v>-0.33566699999999999</c:v>
                </c:pt>
                <c:pt idx="539">
                  <c:v>-0.33536100000000002</c:v>
                </c:pt>
                <c:pt idx="540">
                  <c:v>-0.33505600000000002</c:v>
                </c:pt>
                <c:pt idx="541">
                  <c:v>-0.33474999999999999</c:v>
                </c:pt>
                <c:pt idx="542">
                  <c:v>-0.33444499999999999</c:v>
                </c:pt>
                <c:pt idx="543">
                  <c:v>-0.33413999999999999</c:v>
                </c:pt>
                <c:pt idx="544">
                  <c:v>-0.33383400000000002</c:v>
                </c:pt>
                <c:pt idx="545">
                  <c:v>-0.33352900000000002</c:v>
                </c:pt>
                <c:pt idx="546">
                  <c:v>-0.33322299999999999</c:v>
                </c:pt>
                <c:pt idx="547">
                  <c:v>-0.33291799999999999</c:v>
                </c:pt>
                <c:pt idx="548">
                  <c:v>-0.33261299999999999</c:v>
                </c:pt>
                <c:pt idx="549">
                  <c:v>-0.33230700000000002</c:v>
                </c:pt>
                <c:pt idx="550">
                  <c:v>-0.33200200000000002</c:v>
                </c:pt>
                <c:pt idx="551">
                  <c:v>-0.33169599999999999</c:v>
                </c:pt>
                <c:pt idx="552">
                  <c:v>-0.33139099999999999</c:v>
                </c:pt>
                <c:pt idx="553">
                  <c:v>-0.33108599999999999</c:v>
                </c:pt>
                <c:pt idx="554">
                  <c:v>-0.33078000000000002</c:v>
                </c:pt>
                <c:pt idx="555">
                  <c:v>-0.33047500000000002</c:v>
                </c:pt>
                <c:pt idx="556">
                  <c:v>-0.33016899999999999</c:v>
                </c:pt>
                <c:pt idx="557">
                  <c:v>-0.32986399999999999</c:v>
                </c:pt>
                <c:pt idx="558">
                  <c:v>-0.32955899999999999</c:v>
                </c:pt>
                <c:pt idx="559">
                  <c:v>-0.32925300000000002</c:v>
                </c:pt>
                <c:pt idx="560">
                  <c:v>-0.32894800000000002</c:v>
                </c:pt>
                <c:pt idx="561">
                  <c:v>-0.32864199999999999</c:v>
                </c:pt>
                <c:pt idx="562">
                  <c:v>-0.32833699999999999</c:v>
                </c:pt>
                <c:pt idx="563">
                  <c:v>-0.32803199999999999</c:v>
                </c:pt>
                <c:pt idx="564">
                  <c:v>-0.32772600000000002</c:v>
                </c:pt>
                <c:pt idx="565">
                  <c:v>-0.32742100000000002</c:v>
                </c:pt>
                <c:pt idx="566">
                  <c:v>-0.32711499999999999</c:v>
                </c:pt>
                <c:pt idx="567">
                  <c:v>-0.32680999999999999</c:v>
                </c:pt>
                <c:pt idx="568">
                  <c:v>-0.32650499999999999</c:v>
                </c:pt>
                <c:pt idx="569">
                  <c:v>-0.32619900000000002</c:v>
                </c:pt>
                <c:pt idx="570">
                  <c:v>-0.32589400000000002</c:v>
                </c:pt>
                <c:pt idx="571">
                  <c:v>-0.32558799999999999</c:v>
                </c:pt>
                <c:pt idx="572">
                  <c:v>-0.32528299999999999</c:v>
                </c:pt>
                <c:pt idx="573">
                  <c:v>-0.32497799999999999</c:v>
                </c:pt>
                <c:pt idx="574">
                  <c:v>-0.32467200000000002</c:v>
                </c:pt>
                <c:pt idx="575">
                  <c:v>-0.32436700000000002</c:v>
                </c:pt>
                <c:pt idx="576">
                  <c:v>-0.32406099999999999</c:v>
                </c:pt>
                <c:pt idx="577">
                  <c:v>-0.32375599999999999</c:v>
                </c:pt>
                <c:pt idx="578">
                  <c:v>-0.32345099999999999</c:v>
                </c:pt>
                <c:pt idx="579">
                  <c:v>-0.32314500000000002</c:v>
                </c:pt>
                <c:pt idx="580">
                  <c:v>-0.32284000000000002</c:v>
                </c:pt>
                <c:pt idx="581">
                  <c:v>-0.32253399999999999</c:v>
                </c:pt>
                <c:pt idx="582">
                  <c:v>-0.32222899999999999</c:v>
                </c:pt>
                <c:pt idx="583">
                  <c:v>-0.32192399999999999</c:v>
                </c:pt>
                <c:pt idx="584">
                  <c:v>-0.32161800000000001</c:v>
                </c:pt>
                <c:pt idx="585">
                  <c:v>-0.32131300000000002</c:v>
                </c:pt>
                <c:pt idx="586">
                  <c:v>-0.32100699999999999</c:v>
                </c:pt>
                <c:pt idx="587">
                  <c:v>-0.32070199999999999</c:v>
                </c:pt>
                <c:pt idx="588">
                  <c:v>-0.32039699999999999</c:v>
                </c:pt>
                <c:pt idx="589">
                  <c:v>-0.32009100000000001</c:v>
                </c:pt>
                <c:pt idx="590">
                  <c:v>-0.31978600000000001</c:v>
                </c:pt>
                <c:pt idx="591">
                  <c:v>-0.31948100000000001</c:v>
                </c:pt>
                <c:pt idx="592">
                  <c:v>-0.31917499999999999</c:v>
                </c:pt>
                <c:pt idx="593">
                  <c:v>-0.31886999999999999</c:v>
                </c:pt>
                <c:pt idx="594">
                  <c:v>-0.31856400000000001</c:v>
                </c:pt>
                <c:pt idx="595">
                  <c:v>-0.31825900000000001</c:v>
                </c:pt>
                <c:pt idx="596">
                  <c:v>-0.31795400000000001</c:v>
                </c:pt>
                <c:pt idx="597">
                  <c:v>-0.31764799999999999</c:v>
                </c:pt>
                <c:pt idx="598">
                  <c:v>-0.31734299999999999</c:v>
                </c:pt>
                <c:pt idx="599">
                  <c:v>-0.31703700000000001</c:v>
                </c:pt>
                <c:pt idx="600">
                  <c:v>-0.31673200000000001</c:v>
                </c:pt>
                <c:pt idx="601">
                  <c:v>-0.31642700000000001</c:v>
                </c:pt>
                <c:pt idx="602">
                  <c:v>-0.31612099999999999</c:v>
                </c:pt>
                <c:pt idx="603">
                  <c:v>-0.31581599999999999</c:v>
                </c:pt>
                <c:pt idx="604">
                  <c:v>-0.31551000000000001</c:v>
                </c:pt>
                <c:pt idx="605">
                  <c:v>-0.31520500000000001</c:v>
                </c:pt>
                <c:pt idx="606">
                  <c:v>-0.31490000000000001</c:v>
                </c:pt>
                <c:pt idx="607">
                  <c:v>-0.31459399999999998</c:v>
                </c:pt>
                <c:pt idx="608">
                  <c:v>-0.31428899999999999</c:v>
                </c:pt>
                <c:pt idx="609">
                  <c:v>-0.31398300000000001</c:v>
                </c:pt>
                <c:pt idx="610">
                  <c:v>-0.31367800000000001</c:v>
                </c:pt>
                <c:pt idx="611">
                  <c:v>-0.31337300000000001</c:v>
                </c:pt>
                <c:pt idx="612">
                  <c:v>-0.31306699999999998</c:v>
                </c:pt>
                <c:pt idx="613">
                  <c:v>-0.31276199999999998</c:v>
                </c:pt>
                <c:pt idx="614">
                  <c:v>-0.31245600000000001</c:v>
                </c:pt>
                <c:pt idx="615">
                  <c:v>-0.31215100000000001</c:v>
                </c:pt>
                <c:pt idx="616">
                  <c:v>-0.31184600000000001</c:v>
                </c:pt>
                <c:pt idx="617">
                  <c:v>-0.31153999999999998</c:v>
                </c:pt>
                <c:pt idx="618">
                  <c:v>-0.31123499999999998</c:v>
                </c:pt>
                <c:pt idx="619">
                  <c:v>-0.31092900000000001</c:v>
                </c:pt>
                <c:pt idx="620">
                  <c:v>-0.31062400000000001</c:v>
                </c:pt>
                <c:pt idx="621">
                  <c:v>-0.31031900000000001</c:v>
                </c:pt>
                <c:pt idx="622">
                  <c:v>-0.31001299999999998</c:v>
                </c:pt>
                <c:pt idx="623">
                  <c:v>-0.30970799999999998</c:v>
                </c:pt>
                <c:pt idx="624">
                  <c:v>-0.30940200000000001</c:v>
                </c:pt>
                <c:pt idx="625">
                  <c:v>-0.30909700000000001</c:v>
                </c:pt>
                <c:pt idx="626">
                  <c:v>-0.30879200000000001</c:v>
                </c:pt>
                <c:pt idx="627">
                  <c:v>-0.30848599999999998</c:v>
                </c:pt>
                <c:pt idx="628">
                  <c:v>-0.30818099999999998</c:v>
                </c:pt>
                <c:pt idx="629">
                  <c:v>-0.30787500000000001</c:v>
                </c:pt>
                <c:pt idx="630">
                  <c:v>-0.30757000000000001</c:v>
                </c:pt>
                <c:pt idx="631">
                  <c:v>-0.30726500000000001</c:v>
                </c:pt>
                <c:pt idx="632">
                  <c:v>-0.30695899999999998</c:v>
                </c:pt>
                <c:pt idx="633">
                  <c:v>-0.30665399999999998</c:v>
                </c:pt>
                <c:pt idx="634">
                  <c:v>-0.30634800000000001</c:v>
                </c:pt>
                <c:pt idx="635">
                  <c:v>-0.30604300000000001</c:v>
                </c:pt>
                <c:pt idx="636">
                  <c:v>-0.30573800000000001</c:v>
                </c:pt>
                <c:pt idx="637">
                  <c:v>-0.30543199999999998</c:v>
                </c:pt>
                <c:pt idx="638">
                  <c:v>-0.30512699999999998</c:v>
                </c:pt>
                <c:pt idx="639">
                  <c:v>-0.30482100000000001</c:v>
                </c:pt>
                <c:pt idx="640">
                  <c:v>-0.30451600000000001</c:v>
                </c:pt>
                <c:pt idx="641">
                  <c:v>-0.30421100000000001</c:v>
                </c:pt>
                <c:pt idx="642">
                  <c:v>-0.30390499999999998</c:v>
                </c:pt>
                <c:pt idx="643">
                  <c:v>-0.30359999999999998</c:v>
                </c:pt>
                <c:pt idx="644">
                  <c:v>-0.30329400000000001</c:v>
                </c:pt>
                <c:pt idx="645">
                  <c:v>-0.30298900000000001</c:v>
                </c:pt>
                <c:pt idx="646">
                  <c:v>-0.30268400000000001</c:v>
                </c:pt>
                <c:pt idx="647">
                  <c:v>-0.30237799999999998</c:v>
                </c:pt>
                <c:pt idx="648">
                  <c:v>-0.30207299999999998</c:v>
                </c:pt>
                <c:pt idx="649">
                  <c:v>-0.30176700000000001</c:v>
                </c:pt>
                <c:pt idx="650">
                  <c:v>-0.30146200000000001</c:v>
                </c:pt>
                <c:pt idx="651">
                  <c:v>-0.30115700000000001</c:v>
                </c:pt>
                <c:pt idx="652">
                  <c:v>-0.30085099999999998</c:v>
                </c:pt>
                <c:pt idx="653">
                  <c:v>-0.30054599999999998</c:v>
                </c:pt>
                <c:pt idx="654">
                  <c:v>-0.30024000000000001</c:v>
                </c:pt>
                <c:pt idx="655">
                  <c:v>-0.29993500000000001</c:v>
                </c:pt>
                <c:pt idx="656">
                  <c:v>-0.29963000000000001</c:v>
                </c:pt>
                <c:pt idx="657">
                  <c:v>-0.29932399999999998</c:v>
                </c:pt>
                <c:pt idx="658">
                  <c:v>-0.29901899999999998</c:v>
                </c:pt>
                <c:pt idx="659">
                  <c:v>-0.29871300000000001</c:v>
                </c:pt>
                <c:pt idx="660">
                  <c:v>-0.29840800000000001</c:v>
                </c:pt>
                <c:pt idx="661">
                  <c:v>-0.29810300000000001</c:v>
                </c:pt>
                <c:pt idx="662">
                  <c:v>-0.29779699999999998</c:v>
                </c:pt>
                <c:pt idx="663">
                  <c:v>-0.29749199999999998</c:v>
                </c:pt>
                <c:pt idx="664">
                  <c:v>-0.29718600000000001</c:v>
                </c:pt>
                <c:pt idx="665">
                  <c:v>-0.29688100000000001</c:v>
                </c:pt>
                <c:pt idx="666">
                  <c:v>-0.29657600000000001</c:v>
                </c:pt>
                <c:pt idx="667">
                  <c:v>-0.29626999999999998</c:v>
                </c:pt>
                <c:pt idx="668">
                  <c:v>-0.29596499999999998</c:v>
                </c:pt>
                <c:pt idx="669">
                  <c:v>-0.29565900000000001</c:v>
                </c:pt>
                <c:pt idx="670">
                  <c:v>-0.29535400000000001</c:v>
                </c:pt>
                <c:pt idx="671">
                  <c:v>-0.29504900000000001</c:v>
                </c:pt>
                <c:pt idx="672">
                  <c:v>-0.29474299999999998</c:v>
                </c:pt>
                <c:pt idx="673">
                  <c:v>-0.29443799999999998</c:v>
                </c:pt>
                <c:pt idx="674">
                  <c:v>-0.29413299999999998</c:v>
                </c:pt>
                <c:pt idx="675">
                  <c:v>-0.293827</c:v>
                </c:pt>
                <c:pt idx="676">
                  <c:v>-0.29352200000000001</c:v>
                </c:pt>
                <c:pt idx="677">
                  <c:v>-0.29321599999999998</c:v>
                </c:pt>
                <c:pt idx="678">
                  <c:v>-0.29291099999999998</c:v>
                </c:pt>
                <c:pt idx="679">
                  <c:v>-0.29260599999999998</c:v>
                </c:pt>
                <c:pt idx="680">
                  <c:v>-0.2923</c:v>
                </c:pt>
                <c:pt idx="681">
                  <c:v>-0.291995</c:v>
                </c:pt>
                <c:pt idx="682">
                  <c:v>-0.29168899999999998</c:v>
                </c:pt>
                <c:pt idx="683">
                  <c:v>-0.29138399999999998</c:v>
                </c:pt>
                <c:pt idx="684">
                  <c:v>-0.29107899999999998</c:v>
                </c:pt>
                <c:pt idx="685">
                  <c:v>-0.290773</c:v>
                </c:pt>
                <c:pt idx="686">
                  <c:v>-0.290468</c:v>
                </c:pt>
                <c:pt idx="687">
                  <c:v>-0.29016199999999998</c:v>
                </c:pt>
                <c:pt idx="688">
                  <c:v>-0.28985699999999998</c:v>
                </c:pt>
                <c:pt idx="689">
                  <c:v>-0.28955199999999998</c:v>
                </c:pt>
                <c:pt idx="690">
                  <c:v>-0.289246</c:v>
                </c:pt>
                <c:pt idx="691">
                  <c:v>-0.288941</c:v>
                </c:pt>
                <c:pt idx="692">
                  <c:v>-0.28863499999999997</c:v>
                </c:pt>
                <c:pt idx="693">
                  <c:v>-0.28832999999999998</c:v>
                </c:pt>
                <c:pt idx="694">
                  <c:v>-0.28802499999999998</c:v>
                </c:pt>
                <c:pt idx="695">
                  <c:v>-0.287719</c:v>
                </c:pt>
                <c:pt idx="696">
                  <c:v>-0.287414</c:v>
                </c:pt>
                <c:pt idx="697">
                  <c:v>-0.28710799999999997</c:v>
                </c:pt>
                <c:pt idx="698">
                  <c:v>-0.28680299999999997</c:v>
                </c:pt>
                <c:pt idx="699">
                  <c:v>-0.28649799999999997</c:v>
                </c:pt>
                <c:pt idx="700">
                  <c:v>-0.286192</c:v>
                </c:pt>
                <c:pt idx="701">
                  <c:v>-0.285887</c:v>
                </c:pt>
                <c:pt idx="702">
                  <c:v>-0.28558099999999997</c:v>
                </c:pt>
                <c:pt idx="703">
                  <c:v>-0.28527599999999997</c:v>
                </c:pt>
                <c:pt idx="704">
                  <c:v>-0.28497099999999997</c:v>
                </c:pt>
                <c:pt idx="705">
                  <c:v>-0.284665</c:v>
                </c:pt>
                <c:pt idx="706">
                  <c:v>-0.28436</c:v>
                </c:pt>
                <c:pt idx="707">
                  <c:v>-0.28405399999999997</c:v>
                </c:pt>
                <c:pt idx="708">
                  <c:v>-0.28374899999999997</c:v>
                </c:pt>
                <c:pt idx="709">
                  <c:v>-0.28344399999999997</c:v>
                </c:pt>
                <c:pt idx="710">
                  <c:v>-0.283138</c:v>
                </c:pt>
                <c:pt idx="711">
                  <c:v>-0.282833</c:v>
                </c:pt>
                <c:pt idx="712">
                  <c:v>-0.28252699999999997</c:v>
                </c:pt>
                <c:pt idx="713">
                  <c:v>-0.28222199999999997</c:v>
                </c:pt>
                <c:pt idx="714">
                  <c:v>-0.28191699999999997</c:v>
                </c:pt>
                <c:pt idx="715">
                  <c:v>-0.281611</c:v>
                </c:pt>
                <c:pt idx="716">
                  <c:v>-0.281306</c:v>
                </c:pt>
                <c:pt idx="717">
                  <c:v>-0.28100000000000003</c:v>
                </c:pt>
                <c:pt idx="718">
                  <c:v>-0.28069499999999997</c:v>
                </c:pt>
                <c:pt idx="719">
                  <c:v>-0.28038999999999997</c:v>
                </c:pt>
                <c:pt idx="720">
                  <c:v>-0.280084</c:v>
                </c:pt>
                <c:pt idx="721">
                  <c:v>-0.279779</c:v>
                </c:pt>
                <c:pt idx="722">
                  <c:v>-0.27947300000000003</c:v>
                </c:pt>
                <c:pt idx="723">
                  <c:v>-0.27916800000000003</c:v>
                </c:pt>
                <c:pt idx="724">
                  <c:v>-0.27886300000000003</c:v>
                </c:pt>
                <c:pt idx="725">
                  <c:v>-0.278557</c:v>
                </c:pt>
                <c:pt idx="726">
                  <c:v>-0.278252</c:v>
                </c:pt>
                <c:pt idx="727">
                  <c:v>-0.27794600000000003</c:v>
                </c:pt>
                <c:pt idx="728">
                  <c:v>-0.27764100000000003</c:v>
                </c:pt>
                <c:pt idx="729">
                  <c:v>-0.27733600000000003</c:v>
                </c:pt>
                <c:pt idx="730">
                  <c:v>-0.27703</c:v>
                </c:pt>
                <c:pt idx="731">
                  <c:v>-0.276725</c:v>
                </c:pt>
                <c:pt idx="732">
                  <c:v>-0.27641900000000003</c:v>
                </c:pt>
                <c:pt idx="733">
                  <c:v>-0.27611400000000003</c:v>
                </c:pt>
                <c:pt idx="734">
                  <c:v>-0.27580900000000003</c:v>
                </c:pt>
                <c:pt idx="735">
                  <c:v>-0.275503</c:v>
                </c:pt>
                <c:pt idx="736">
                  <c:v>-0.275198</c:v>
                </c:pt>
                <c:pt idx="737">
                  <c:v>-0.27489200000000003</c:v>
                </c:pt>
                <c:pt idx="738">
                  <c:v>-0.27458700000000003</c:v>
                </c:pt>
                <c:pt idx="739">
                  <c:v>-0.27428200000000003</c:v>
                </c:pt>
                <c:pt idx="740">
                  <c:v>-0.273976</c:v>
                </c:pt>
                <c:pt idx="741">
                  <c:v>-0.273671</c:v>
                </c:pt>
                <c:pt idx="742">
                  <c:v>-0.27336500000000002</c:v>
                </c:pt>
                <c:pt idx="743">
                  <c:v>-0.27306000000000002</c:v>
                </c:pt>
                <c:pt idx="744">
                  <c:v>-0.27275500000000003</c:v>
                </c:pt>
                <c:pt idx="745">
                  <c:v>-0.272449</c:v>
                </c:pt>
                <c:pt idx="746">
                  <c:v>-0.272144</c:v>
                </c:pt>
                <c:pt idx="747">
                  <c:v>-0.27183800000000002</c:v>
                </c:pt>
                <c:pt idx="748">
                  <c:v>-0.27153300000000002</c:v>
                </c:pt>
                <c:pt idx="749">
                  <c:v>-0.27122800000000002</c:v>
                </c:pt>
                <c:pt idx="750">
                  <c:v>-0.270922</c:v>
                </c:pt>
                <c:pt idx="751">
                  <c:v>-0.270617</c:v>
                </c:pt>
                <c:pt idx="752">
                  <c:v>-0.27031100000000002</c:v>
                </c:pt>
                <c:pt idx="753">
                  <c:v>-0.27000600000000002</c:v>
                </c:pt>
                <c:pt idx="754">
                  <c:v>-0.26970100000000002</c:v>
                </c:pt>
                <c:pt idx="755">
                  <c:v>-0.269395</c:v>
                </c:pt>
                <c:pt idx="756">
                  <c:v>-0.26909</c:v>
                </c:pt>
                <c:pt idx="757">
                  <c:v>-0.268785</c:v>
                </c:pt>
                <c:pt idx="758">
                  <c:v>-0.26847900000000002</c:v>
                </c:pt>
                <c:pt idx="759">
                  <c:v>-0.26817400000000002</c:v>
                </c:pt>
                <c:pt idx="760">
                  <c:v>-0.26786799999999999</c:v>
                </c:pt>
                <c:pt idx="761">
                  <c:v>-0.267563</c:v>
                </c:pt>
                <c:pt idx="762">
                  <c:v>-0.267258</c:v>
                </c:pt>
                <c:pt idx="763">
                  <c:v>-0.26695200000000002</c:v>
                </c:pt>
                <c:pt idx="764">
                  <c:v>-0.26664700000000002</c:v>
                </c:pt>
                <c:pt idx="765">
                  <c:v>-0.26634099999999999</c:v>
                </c:pt>
                <c:pt idx="766">
                  <c:v>-0.26603599999999999</c:v>
                </c:pt>
                <c:pt idx="767">
                  <c:v>-0.26573099999999999</c:v>
                </c:pt>
                <c:pt idx="768">
                  <c:v>-0.26542500000000002</c:v>
                </c:pt>
                <c:pt idx="769">
                  <c:v>-0.26512000000000002</c:v>
                </c:pt>
                <c:pt idx="770">
                  <c:v>-0.26481399999999999</c:v>
                </c:pt>
                <c:pt idx="771">
                  <c:v>-0.26450899999999999</c:v>
                </c:pt>
                <c:pt idx="772">
                  <c:v>-0.26420399999999999</c:v>
                </c:pt>
                <c:pt idx="773">
                  <c:v>-0.26389800000000002</c:v>
                </c:pt>
                <c:pt idx="774">
                  <c:v>-0.26359300000000002</c:v>
                </c:pt>
                <c:pt idx="775">
                  <c:v>-0.26328699999999999</c:v>
                </c:pt>
                <c:pt idx="776">
                  <c:v>-0.26298199999999999</c:v>
                </c:pt>
                <c:pt idx="777">
                  <c:v>-0.26267699999999999</c:v>
                </c:pt>
                <c:pt idx="778">
                  <c:v>-0.26237100000000002</c:v>
                </c:pt>
                <c:pt idx="779">
                  <c:v>-0.26206600000000002</c:v>
                </c:pt>
                <c:pt idx="780">
                  <c:v>-0.26175999999999999</c:v>
                </c:pt>
                <c:pt idx="781">
                  <c:v>-0.26145499999999999</c:v>
                </c:pt>
                <c:pt idx="782">
                  <c:v>-0.26114999999999999</c:v>
                </c:pt>
                <c:pt idx="783">
                  <c:v>-0.26084400000000002</c:v>
                </c:pt>
                <c:pt idx="784">
                  <c:v>-0.26053900000000002</c:v>
                </c:pt>
                <c:pt idx="785">
                  <c:v>-0.26023299999999999</c:v>
                </c:pt>
                <c:pt idx="786">
                  <c:v>-0.25992799999999999</c:v>
                </c:pt>
                <c:pt idx="787">
                  <c:v>-0.25962299999999999</c:v>
                </c:pt>
                <c:pt idx="788">
                  <c:v>-0.25931700000000002</c:v>
                </c:pt>
                <c:pt idx="789">
                  <c:v>-0.25901200000000002</c:v>
                </c:pt>
                <c:pt idx="790">
                  <c:v>-0.25870599999999999</c:v>
                </c:pt>
                <c:pt idx="791">
                  <c:v>-0.25840099999999999</c:v>
                </c:pt>
                <c:pt idx="792">
                  <c:v>-0.25809599999999999</c:v>
                </c:pt>
                <c:pt idx="793">
                  <c:v>-0.25779000000000002</c:v>
                </c:pt>
                <c:pt idx="794">
                  <c:v>-0.25748500000000002</c:v>
                </c:pt>
                <c:pt idx="795">
                  <c:v>-0.25717899999999999</c:v>
                </c:pt>
                <c:pt idx="796">
                  <c:v>-0.25687399999999999</c:v>
                </c:pt>
                <c:pt idx="797">
                  <c:v>-0.25656899999999999</c:v>
                </c:pt>
                <c:pt idx="798">
                  <c:v>-0.25626300000000002</c:v>
                </c:pt>
                <c:pt idx="799">
                  <c:v>-0.25595800000000002</c:v>
                </c:pt>
                <c:pt idx="800">
                  <c:v>-0.25565199999999999</c:v>
                </c:pt>
                <c:pt idx="801">
                  <c:v>-0.25534699999999999</c:v>
                </c:pt>
                <c:pt idx="802">
                  <c:v>-0.25504199999999999</c:v>
                </c:pt>
                <c:pt idx="803">
                  <c:v>-0.25473600000000002</c:v>
                </c:pt>
                <c:pt idx="804">
                  <c:v>-0.25443100000000002</c:v>
                </c:pt>
                <c:pt idx="805">
                  <c:v>-0.25412499999999999</c:v>
                </c:pt>
                <c:pt idx="806">
                  <c:v>-0.25381999999999999</c:v>
                </c:pt>
                <c:pt idx="807">
                  <c:v>-0.25351499999999999</c:v>
                </c:pt>
                <c:pt idx="808">
                  <c:v>-0.25320900000000002</c:v>
                </c:pt>
                <c:pt idx="809">
                  <c:v>-0.25290400000000002</c:v>
                </c:pt>
                <c:pt idx="810">
                  <c:v>-0.25259799999999999</c:v>
                </c:pt>
                <c:pt idx="811">
                  <c:v>-0.25229299999999999</c:v>
                </c:pt>
                <c:pt idx="812">
                  <c:v>-0.25198799999999999</c:v>
                </c:pt>
                <c:pt idx="813">
                  <c:v>-0.25168200000000002</c:v>
                </c:pt>
                <c:pt idx="814">
                  <c:v>-0.25137700000000002</c:v>
                </c:pt>
                <c:pt idx="815">
                  <c:v>-0.25107099999999999</c:v>
                </c:pt>
                <c:pt idx="816">
                  <c:v>-0.25076599999999999</c:v>
                </c:pt>
                <c:pt idx="817">
                  <c:v>-0.25046099999999999</c:v>
                </c:pt>
                <c:pt idx="818">
                  <c:v>-0.25015500000000002</c:v>
                </c:pt>
                <c:pt idx="819">
                  <c:v>-0.24984999999999999</c:v>
                </c:pt>
                <c:pt idx="820">
                  <c:v>-0.24954399999999999</c:v>
                </c:pt>
                <c:pt idx="821">
                  <c:v>-0.24923899999999999</c:v>
                </c:pt>
                <c:pt idx="822">
                  <c:v>-0.24893399999999999</c:v>
                </c:pt>
                <c:pt idx="823">
                  <c:v>-0.24862799999999999</c:v>
                </c:pt>
                <c:pt idx="824">
                  <c:v>-0.24832299999999999</c:v>
                </c:pt>
                <c:pt idx="825">
                  <c:v>-0.24801699999999999</c:v>
                </c:pt>
                <c:pt idx="826">
                  <c:v>-0.24771199999999999</c:v>
                </c:pt>
                <c:pt idx="827">
                  <c:v>-0.24740699999999999</c:v>
                </c:pt>
                <c:pt idx="828">
                  <c:v>-0.24710099999999999</c:v>
                </c:pt>
                <c:pt idx="829">
                  <c:v>-0.24679599999999999</c:v>
                </c:pt>
                <c:pt idx="830">
                  <c:v>-0.24648999999999999</c:v>
                </c:pt>
                <c:pt idx="831">
                  <c:v>-0.24618499999999999</c:v>
                </c:pt>
                <c:pt idx="832">
                  <c:v>-0.24587999999999999</c:v>
                </c:pt>
                <c:pt idx="833">
                  <c:v>-0.24557399999999999</c:v>
                </c:pt>
                <c:pt idx="834">
                  <c:v>-0.24526899999999999</c:v>
                </c:pt>
                <c:pt idx="835">
                  <c:v>-0.24496299999999999</c:v>
                </c:pt>
                <c:pt idx="836">
                  <c:v>-0.24465799999999999</c:v>
                </c:pt>
                <c:pt idx="837">
                  <c:v>-0.24435299999999999</c:v>
                </c:pt>
                <c:pt idx="838">
                  <c:v>-0.24404699999999999</c:v>
                </c:pt>
                <c:pt idx="839">
                  <c:v>-0.24374199999999999</c:v>
                </c:pt>
                <c:pt idx="840">
                  <c:v>-0.24343699999999999</c:v>
                </c:pt>
                <c:pt idx="841">
                  <c:v>-0.24313100000000001</c:v>
                </c:pt>
                <c:pt idx="842">
                  <c:v>-0.24282599999999999</c:v>
                </c:pt>
                <c:pt idx="843">
                  <c:v>-0.24252000000000001</c:v>
                </c:pt>
                <c:pt idx="844">
                  <c:v>-0.24221500000000001</c:v>
                </c:pt>
                <c:pt idx="845">
                  <c:v>-0.24190999999999999</c:v>
                </c:pt>
                <c:pt idx="846">
                  <c:v>-0.24160400000000001</c:v>
                </c:pt>
                <c:pt idx="847">
                  <c:v>-0.24129900000000001</c:v>
                </c:pt>
                <c:pt idx="848">
                  <c:v>-0.24099300000000001</c:v>
                </c:pt>
                <c:pt idx="849">
                  <c:v>-0.24068800000000001</c:v>
                </c:pt>
                <c:pt idx="850">
                  <c:v>-0.24038300000000001</c:v>
                </c:pt>
                <c:pt idx="851">
                  <c:v>-0.24007700000000001</c:v>
                </c:pt>
                <c:pt idx="852">
                  <c:v>-0.23977200000000001</c:v>
                </c:pt>
                <c:pt idx="853">
                  <c:v>-0.23946600000000001</c:v>
                </c:pt>
                <c:pt idx="854">
                  <c:v>-0.23916100000000001</c:v>
                </c:pt>
                <c:pt idx="855">
                  <c:v>-0.23885600000000001</c:v>
                </c:pt>
                <c:pt idx="856">
                  <c:v>-0.23855000000000001</c:v>
                </c:pt>
                <c:pt idx="857">
                  <c:v>-0.23824500000000001</c:v>
                </c:pt>
                <c:pt idx="858">
                  <c:v>-0.23793900000000001</c:v>
                </c:pt>
                <c:pt idx="859">
                  <c:v>-0.23763400000000001</c:v>
                </c:pt>
                <c:pt idx="860">
                  <c:v>-0.23732900000000001</c:v>
                </c:pt>
                <c:pt idx="861">
                  <c:v>-0.23702300000000001</c:v>
                </c:pt>
                <c:pt idx="862">
                  <c:v>-0.23671800000000001</c:v>
                </c:pt>
                <c:pt idx="863">
                  <c:v>-0.23641200000000001</c:v>
                </c:pt>
                <c:pt idx="864">
                  <c:v>-0.23610700000000001</c:v>
                </c:pt>
                <c:pt idx="865">
                  <c:v>-0.23580200000000001</c:v>
                </c:pt>
                <c:pt idx="866">
                  <c:v>-0.23549600000000001</c:v>
                </c:pt>
                <c:pt idx="867">
                  <c:v>-0.23519100000000001</c:v>
                </c:pt>
                <c:pt idx="868">
                  <c:v>-0.23488500000000001</c:v>
                </c:pt>
                <c:pt idx="869">
                  <c:v>-0.23458000000000001</c:v>
                </c:pt>
                <c:pt idx="870">
                  <c:v>-0.23427500000000001</c:v>
                </c:pt>
                <c:pt idx="871">
                  <c:v>-0.23396900000000001</c:v>
                </c:pt>
                <c:pt idx="872">
                  <c:v>-0.23366400000000001</c:v>
                </c:pt>
                <c:pt idx="873">
                  <c:v>-0.23335800000000001</c:v>
                </c:pt>
                <c:pt idx="874">
                  <c:v>-0.23305300000000001</c:v>
                </c:pt>
                <c:pt idx="875">
                  <c:v>-0.23274800000000001</c:v>
                </c:pt>
                <c:pt idx="876">
                  <c:v>-0.23244200000000001</c:v>
                </c:pt>
                <c:pt idx="877">
                  <c:v>-0.23213700000000001</c:v>
                </c:pt>
                <c:pt idx="878">
                  <c:v>-0.23183100000000001</c:v>
                </c:pt>
                <c:pt idx="879">
                  <c:v>-0.23152600000000001</c:v>
                </c:pt>
                <c:pt idx="880">
                  <c:v>-0.23122100000000001</c:v>
                </c:pt>
                <c:pt idx="881">
                  <c:v>-0.23091500000000001</c:v>
                </c:pt>
                <c:pt idx="882">
                  <c:v>-0.23061000000000001</c:v>
                </c:pt>
                <c:pt idx="883">
                  <c:v>-0.23030400000000001</c:v>
                </c:pt>
                <c:pt idx="884">
                  <c:v>-0.22999900000000001</c:v>
                </c:pt>
                <c:pt idx="885">
                  <c:v>-0.22969400000000001</c:v>
                </c:pt>
                <c:pt idx="886">
                  <c:v>-0.22938800000000001</c:v>
                </c:pt>
                <c:pt idx="887">
                  <c:v>-0.22908300000000001</c:v>
                </c:pt>
                <c:pt idx="888">
                  <c:v>-0.22877700000000001</c:v>
                </c:pt>
                <c:pt idx="889">
                  <c:v>-0.22847200000000001</c:v>
                </c:pt>
                <c:pt idx="890">
                  <c:v>-0.22816700000000001</c:v>
                </c:pt>
                <c:pt idx="891">
                  <c:v>-0.22786100000000001</c:v>
                </c:pt>
                <c:pt idx="892">
                  <c:v>-0.22755600000000001</c:v>
                </c:pt>
                <c:pt idx="893">
                  <c:v>-0.22725000000000001</c:v>
                </c:pt>
                <c:pt idx="894">
                  <c:v>-0.22694500000000001</c:v>
                </c:pt>
                <c:pt idx="895">
                  <c:v>-0.22664000000000001</c:v>
                </c:pt>
                <c:pt idx="896">
                  <c:v>-0.22633400000000001</c:v>
                </c:pt>
                <c:pt idx="897">
                  <c:v>-0.22602900000000001</c:v>
                </c:pt>
                <c:pt idx="898">
                  <c:v>-0.22572300000000001</c:v>
                </c:pt>
                <c:pt idx="899">
                  <c:v>-0.22541800000000001</c:v>
                </c:pt>
                <c:pt idx="900">
                  <c:v>-0.22511300000000001</c:v>
                </c:pt>
                <c:pt idx="901">
                  <c:v>-0.22480700000000001</c:v>
                </c:pt>
                <c:pt idx="902">
                  <c:v>-0.22450200000000001</c:v>
                </c:pt>
                <c:pt idx="903">
                  <c:v>-0.22419600000000001</c:v>
                </c:pt>
                <c:pt idx="904">
                  <c:v>-0.22389100000000001</c:v>
                </c:pt>
                <c:pt idx="905">
                  <c:v>-0.22358600000000001</c:v>
                </c:pt>
                <c:pt idx="906">
                  <c:v>-0.22328000000000001</c:v>
                </c:pt>
                <c:pt idx="907">
                  <c:v>-0.22297500000000001</c:v>
                </c:pt>
                <c:pt idx="908">
                  <c:v>-0.22266900000000001</c:v>
                </c:pt>
                <c:pt idx="909">
                  <c:v>-0.22236400000000001</c:v>
                </c:pt>
                <c:pt idx="910">
                  <c:v>-0.22205900000000001</c:v>
                </c:pt>
                <c:pt idx="911">
                  <c:v>-0.22175300000000001</c:v>
                </c:pt>
                <c:pt idx="912">
                  <c:v>-0.22144800000000001</c:v>
                </c:pt>
                <c:pt idx="913">
                  <c:v>-0.22114200000000001</c:v>
                </c:pt>
                <c:pt idx="914">
                  <c:v>-0.22083700000000001</c:v>
                </c:pt>
                <c:pt idx="915">
                  <c:v>-0.22053200000000001</c:v>
                </c:pt>
                <c:pt idx="916">
                  <c:v>-0.22022600000000001</c:v>
                </c:pt>
                <c:pt idx="917">
                  <c:v>-0.21992100000000001</c:v>
                </c:pt>
                <c:pt idx="918">
                  <c:v>-0.219615</c:v>
                </c:pt>
                <c:pt idx="919">
                  <c:v>-0.21931</c:v>
                </c:pt>
                <c:pt idx="920">
                  <c:v>-0.21900500000000001</c:v>
                </c:pt>
                <c:pt idx="921">
                  <c:v>-0.218699</c:v>
                </c:pt>
                <c:pt idx="922">
                  <c:v>-0.218394</c:v>
                </c:pt>
                <c:pt idx="923">
                  <c:v>-0.218088</c:v>
                </c:pt>
                <c:pt idx="924">
                  <c:v>-0.217783</c:v>
                </c:pt>
                <c:pt idx="925">
                  <c:v>-0.217478</c:v>
                </c:pt>
                <c:pt idx="926">
                  <c:v>-0.217172</c:v>
                </c:pt>
                <c:pt idx="927">
                  <c:v>-0.216867</c:v>
                </c:pt>
                <c:pt idx="928">
                  <c:v>-0.216562</c:v>
                </c:pt>
                <c:pt idx="929">
                  <c:v>-0.216256</c:v>
                </c:pt>
                <c:pt idx="930">
                  <c:v>-0.215951</c:v>
                </c:pt>
                <c:pt idx="931">
                  <c:v>-0.215645</c:v>
                </c:pt>
                <c:pt idx="932">
                  <c:v>-0.21534</c:v>
                </c:pt>
                <c:pt idx="933">
                  <c:v>-0.215035</c:v>
                </c:pt>
                <c:pt idx="934">
                  <c:v>-0.214729</c:v>
                </c:pt>
                <c:pt idx="935">
                  <c:v>-0.214424</c:v>
                </c:pt>
                <c:pt idx="936">
                  <c:v>-0.214118</c:v>
                </c:pt>
                <c:pt idx="937">
                  <c:v>-0.213813</c:v>
                </c:pt>
                <c:pt idx="938">
                  <c:v>-0.213508</c:v>
                </c:pt>
                <c:pt idx="939">
                  <c:v>-0.213202</c:v>
                </c:pt>
                <c:pt idx="940">
                  <c:v>-0.212897</c:v>
                </c:pt>
                <c:pt idx="941">
                  <c:v>-0.212591</c:v>
                </c:pt>
                <c:pt idx="942">
                  <c:v>-0.212286</c:v>
                </c:pt>
                <c:pt idx="943">
                  <c:v>-0.211981</c:v>
                </c:pt>
                <c:pt idx="944">
                  <c:v>-0.211675</c:v>
                </c:pt>
                <c:pt idx="945">
                  <c:v>-0.21137</c:v>
                </c:pt>
                <c:pt idx="946">
                  <c:v>-0.211064</c:v>
                </c:pt>
                <c:pt idx="947">
                  <c:v>-0.210759</c:v>
                </c:pt>
                <c:pt idx="948">
                  <c:v>-0.210454</c:v>
                </c:pt>
                <c:pt idx="949">
                  <c:v>-0.210148</c:v>
                </c:pt>
                <c:pt idx="950">
                  <c:v>-0.209843</c:v>
                </c:pt>
                <c:pt idx="951">
                  <c:v>-0.209537</c:v>
                </c:pt>
                <c:pt idx="952">
                  <c:v>-0.209232</c:v>
                </c:pt>
                <c:pt idx="953">
                  <c:v>-0.208927</c:v>
                </c:pt>
                <c:pt idx="954">
                  <c:v>-0.208621</c:v>
                </c:pt>
                <c:pt idx="955">
                  <c:v>-0.208316</c:v>
                </c:pt>
                <c:pt idx="956">
                  <c:v>-0.20801</c:v>
                </c:pt>
                <c:pt idx="957">
                  <c:v>-0.207705</c:v>
                </c:pt>
                <c:pt idx="958">
                  <c:v>-0.2074</c:v>
                </c:pt>
                <c:pt idx="959">
                  <c:v>-0.207094</c:v>
                </c:pt>
                <c:pt idx="960">
                  <c:v>-0.206789</c:v>
                </c:pt>
                <c:pt idx="961">
                  <c:v>-0.206483</c:v>
                </c:pt>
                <c:pt idx="962">
                  <c:v>-0.206178</c:v>
                </c:pt>
                <c:pt idx="963">
                  <c:v>-0.205873</c:v>
                </c:pt>
                <c:pt idx="964">
                  <c:v>-0.205567</c:v>
                </c:pt>
                <c:pt idx="965">
                  <c:v>-0.205262</c:v>
                </c:pt>
                <c:pt idx="966">
                  <c:v>-0.204956</c:v>
                </c:pt>
                <c:pt idx="967">
                  <c:v>-0.204651</c:v>
                </c:pt>
                <c:pt idx="968">
                  <c:v>-0.204346</c:v>
                </c:pt>
                <c:pt idx="969">
                  <c:v>-0.20404</c:v>
                </c:pt>
                <c:pt idx="970">
                  <c:v>-0.203735</c:v>
                </c:pt>
                <c:pt idx="971">
                  <c:v>-0.203429</c:v>
                </c:pt>
                <c:pt idx="972">
                  <c:v>-0.203124</c:v>
                </c:pt>
                <c:pt idx="973">
                  <c:v>-0.202819</c:v>
                </c:pt>
                <c:pt idx="974">
                  <c:v>-0.202513</c:v>
                </c:pt>
                <c:pt idx="975">
                  <c:v>-0.202208</c:v>
                </c:pt>
                <c:pt idx="976">
                  <c:v>-0.201902</c:v>
                </c:pt>
                <c:pt idx="977">
                  <c:v>-0.201597</c:v>
                </c:pt>
                <c:pt idx="978">
                  <c:v>-0.201292</c:v>
                </c:pt>
                <c:pt idx="979">
                  <c:v>-0.200986</c:v>
                </c:pt>
                <c:pt idx="980">
                  <c:v>-0.200681</c:v>
                </c:pt>
                <c:pt idx="981">
                  <c:v>-0.200375</c:v>
                </c:pt>
                <c:pt idx="982">
                  <c:v>-0.20007</c:v>
                </c:pt>
                <c:pt idx="983">
                  <c:v>-0.199765</c:v>
                </c:pt>
                <c:pt idx="984">
                  <c:v>-0.199459</c:v>
                </c:pt>
                <c:pt idx="985">
                  <c:v>-0.199154</c:v>
                </c:pt>
                <c:pt idx="986">
                  <c:v>-0.198848</c:v>
                </c:pt>
                <c:pt idx="987">
                  <c:v>-0.198543</c:v>
                </c:pt>
                <c:pt idx="988">
                  <c:v>-0.198238</c:v>
                </c:pt>
                <c:pt idx="989">
                  <c:v>-0.197932</c:v>
                </c:pt>
                <c:pt idx="990">
                  <c:v>-0.197627</c:v>
                </c:pt>
                <c:pt idx="991">
                  <c:v>-0.197321</c:v>
                </c:pt>
                <c:pt idx="992">
                  <c:v>-0.197016</c:v>
                </c:pt>
                <c:pt idx="993">
                  <c:v>-0.196711</c:v>
                </c:pt>
                <c:pt idx="994">
                  <c:v>-0.196405</c:v>
                </c:pt>
                <c:pt idx="995">
                  <c:v>-0.1961</c:v>
                </c:pt>
                <c:pt idx="996">
                  <c:v>-0.195794</c:v>
                </c:pt>
                <c:pt idx="997">
                  <c:v>-0.195489</c:v>
                </c:pt>
                <c:pt idx="998">
                  <c:v>-0.195184</c:v>
                </c:pt>
                <c:pt idx="999">
                  <c:v>-0.194878</c:v>
                </c:pt>
                <c:pt idx="1000">
                  <c:v>-0.194573</c:v>
                </c:pt>
                <c:pt idx="1001">
                  <c:v>-0.194267</c:v>
                </c:pt>
                <c:pt idx="1002">
                  <c:v>-0.193962</c:v>
                </c:pt>
                <c:pt idx="1003">
                  <c:v>-0.193657</c:v>
                </c:pt>
                <c:pt idx="1004">
                  <c:v>-0.193351</c:v>
                </c:pt>
                <c:pt idx="1005">
                  <c:v>-0.193046</c:v>
                </c:pt>
                <c:pt idx="1006">
                  <c:v>-0.19273999999999999</c:v>
                </c:pt>
                <c:pt idx="1007">
                  <c:v>-0.19243499999999999</c:v>
                </c:pt>
                <c:pt idx="1008">
                  <c:v>-0.19213</c:v>
                </c:pt>
                <c:pt idx="1009">
                  <c:v>-0.19182399999999999</c:v>
                </c:pt>
                <c:pt idx="1010">
                  <c:v>-0.19151899999999999</c:v>
                </c:pt>
                <c:pt idx="1011">
                  <c:v>-0.191214</c:v>
                </c:pt>
                <c:pt idx="1012">
                  <c:v>-0.19090799999999999</c:v>
                </c:pt>
                <c:pt idx="1013">
                  <c:v>-0.19060299999999999</c:v>
                </c:pt>
                <c:pt idx="1014">
                  <c:v>-0.19029699999999999</c:v>
                </c:pt>
                <c:pt idx="1015">
                  <c:v>-0.18999199999999999</c:v>
                </c:pt>
                <c:pt idx="1016">
                  <c:v>-0.18968699999999999</c:v>
                </c:pt>
                <c:pt idx="1017">
                  <c:v>-0.18938099999999999</c:v>
                </c:pt>
                <c:pt idx="1018">
                  <c:v>-0.18907599999999999</c:v>
                </c:pt>
                <c:pt idx="1019">
                  <c:v>-0.18876999999999999</c:v>
                </c:pt>
                <c:pt idx="1020">
                  <c:v>-0.18846499999999999</c:v>
                </c:pt>
                <c:pt idx="1021">
                  <c:v>-0.18815999999999999</c:v>
                </c:pt>
                <c:pt idx="1022">
                  <c:v>-0.18785399999999999</c:v>
                </c:pt>
                <c:pt idx="1023">
                  <c:v>-0.18754899999999999</c:v>
                </c:pt>
                <c:pt idx="1024">
                  <c:v>-0.18724299999999999</c:v>
                </c:pt>
                <c:pt idx="1025">
                  <c:v>-0.18693799999999999</c:v>
                </c:pt>
                <c:pt idx="1026">
                  <c:v>-0.18663299999999999</c:v>
                </c:pt>
                <c:pt idx="1027">
                  <c:v>-0.18632699999999999</c:v>
                </c:pt>
                <c:pt idx="1028">
                  <c:v>-0.18602199999999999</c:v>
                </c:pt>
                <c:pt idx="1029">
                  <c:v>-0.18571599999999999</c:v>
                </c:pt>
                <c:pt idx="1030">
                  <c:v>-0.18541099999999999</c:v>
                </c:pt>
                <c:pt idx="1031">
                  <c:v>-0.18510599999999999</c:v>
                </c:pt>
                <c:pt idx="1032">
                  <c:v>-0.18479999999999999</c:v>
                </c:pt>
                <c:pt idx="1033">
                  <c:v>-0.18449499999999999</c:v>
                </c:pt>
                <c:pt idx="1034">
                  <c:v>-0.18418899999999999</c:v>
                </c:pt>
                <c:pt idx="1035">
                  <c:v>-0.18388399999999999</c:v>
                </c:pt>
                <c:pt idx="1036">
                  <c:v>-0.18357899999999999</c:v>
                </c:pt>
                <c:pt idx="1037">
                  <c:v>-0.18327299999999999</c:v>
                </c:pt>
                <c:pt idx="1038">
                  <c:v>-0.18296799999999999</c:v>
                </c:pt>
                <c:pt idx="1039">
                  <c:v>-0.18266199999999999</c:v>
                </c:pt>
                <c:pt idx="1040">
                  <c:v>-0.18235699999999999</c:v>
                </c:pt>
                <c:pt idx="1041">
                  <c:v>-0.18205199999999999</c:v>
                </c:pt>
                <c:pt idx="1042">
                  <c:v>-0.18174599999999999</c:v>
                </c:pt>
                <c:pt idx="1043">
                  <c:v>-0.18144099999999999</c:v>
                </c:pt>
                <c:pt idx="1044">
                  <c:v>-0.18113499999999999</c:v>
                </c:pt>
                <c:pt idx="1045">
                  <c:v>-0.18082999999999999</c:v>
                </c:pt>
                <c:pt idx="1046">
                  <c:v>-0.18052499999999999</c:v>
                </c:pt>
                <c:pt idx="1047">
                  <c:v>-0.18021899999999999</c:v>
                </c:pt>
                <c:pt idx="1048">
                  <c:v>-0.17991399999999999</c:v>
                </c:pt>
                <c:pt idx="1049">
                  <c:v>-0.17960799999999999</c:v>
                </c:pt>
                <c:pt idx="1050">
                  <c:v>-0.17930299999999999</c:v>
                </c:pt>
                <c:pt idx="1051">
                  <c:v>-0.17899799999999999</c:v>
                </c:pt>
                <c:pt idx="1052">
                  <c:v>-0.17869199999999999</c:v>
                </c:pt>
                <c:pt idx="1053">
                  <c:v>-0.17838699999999999</c:v>
                </c:pt>
                <c:pt idx="1054">
                  <c:v>-0.17808099999999999</c:v>
                </c:pt>
                <c:pt idx="1055">
                  <c:v>-0.17777599999999999</c:v>
                </c:pt>
                <c:pt idx="1056">
                  <c:v>-0.17747099999999999</c:v>
                </c:pt>
                <c:pt idx="1057">
                  <c:v>-0.17716499999999999</c:v>
                </c:pt>
                <c:pt idx="1058">
                  <c:v>-0.17685999999999999</c:v>
                </c:pt>
                <c:pt idx="1059">
                  <c:v>-0.17655399999999999</c:v>
                </c:pt>
                <c:pt idx="1060">
                  <c:v>-0.17624899999999999</c:v>
                </c:pt>
                <c:pt idx="1061">
                  <c:v>-0.17594399999999999</c:v>
                </c:pt>
                <c:pt idx="1062">
                  <c:v>-0.17563799999999999</c:v>
                </c:pt>
                <c:pt idx="1063">
                  <c:v>-0.17533299999999999</c:v>
                </c:pt>
                <c:pt idx="1064">
                  <c:v>-0.17502699999999999</c:v>
                </c:pt>
                <c:pt idx="1065">
                  <c:v>-0.17472199999999999</c:v>
                </c:pt>
                <c:pt idx="1066">
                  <c:v>-0.17441699999999999</c:v>
                </c:pt>
                <c:pt idx="1067">
                  <c:v>-0.17411099999999999</c:v>
                </c:pt>
                <c:pt idx="1068">
                  <c:v>-0.17380599999999999</c:v>
                </c:pt>
                <c:pt idx="1069">
                  <c:v>-0.17349999999999999</c:v>
                </c:pt>
                <c:pt idx="1070">
                  <c:v>-0.17319499999999999</c:v>
                </c:pt>
                <c:pt idx="1071">
                  <c:v>-0.17288999999999999</c:v>
                </c:pt>
                <c:pt idx="1072">
                  <c:v>-0.17258399999999999</c:v>
                </c:pt>
                <c:pt idx="1073">
                  <c:v>-0.17227899999999999</c:v>
                </c:pt>
                <c:pt idx="1074">
                  <c:v>-0.17197299999999999</c:v>
                </c:pt>
                <c:pt idx="1075">
                  <c:v>-0.17166799999999999</c:v>
                </c:pt>
                <c:pt idx="1076">
                  <c:v>-0.17136299999999999</c:v>
                </c:pt>
                <c:pt idx="1077">
                  <c:v>-0.17105699999999999</c:v>
                </c:pt>
                <c:pt idx="1078">
                  <c:v>-0.17075199999999999</c:v>
                </c:pt>
                <c:pt idx="1079">
                  <c:v>-0.17044599999999999</c:v>
                </c:pt>
                <c:pt idx="1080">
                  <c:v>-0.17014099999999999</c:v>
                </c:pt>
                <c:pt idx="1081">
                  <c:v>-0.16983599999999999</c:v>
                </c:pt>
                <c:pt idx="1082">
                  <c:v>-0.16952999999999999</c:v>
                </c:pt>
                <c:pt idx="1083">
                  <c:v>-0.16922499999999999</c:v>
                </c:pt>
                <c:pt idx="1084">
                  <c:v>-0.16891900000000001</c:v>
                </c:pt>
                <c:pt idx="1085">
                  <c:v>-0.16861400000000001</c:v>
                </c:pt>
                <c:pt idx="1086">
                  <c:v>-0.16830899999999999</c:v>
                </c:pt>
                <c:pt idx="1087">
                  <c:v>-0.16800300000000001</c:v>
                </c:pt>
                <c:pt idx="1088">
                  <c:v>-0.16769800000000001</c:v>
                </c:pt>
                <c:pt idx="1089">
                  <c:v>-0.16739200000000001</c:v>
                </c:pt>
                <c:pt idx="1090">
                  <c:v>-0.16708700000000001</c:v>
                </c:pt>
                <c:pt idx="1091">
                  <c:v>-0.16678200000000001</c:v>
                </c:pt>
                <c:pt idx="1092">
                  <c:v>-0.16647600000000001</c:v>
                </c:pt>
                <c:pt idx="1093">
                  <c:v>-0.16617100000000001</c:v>
                </c:pt>
                <c:pt idx="1094">
                  <c:v>-0.16586600000000001</c:v>
                </c:pt>
                <c:pt idx="1095">
                  <c:v>-0.16556000000000001</c:v>
                </c:pt>
                <c:pt idx="1096">
                  <c:v>-0.16525500000000001</c:v>
                </c:pt>
                <c:pt idx="1097">
                  <c:v>-0.16494900000000001</c:v>
                </c:pt>
                <c:pt idx="1098">
                  <c:v>-0.16464400000000001</c:v>
                </c:pt>
                <c:pt idx="1099">
                  <c:v>-0.16433900000000001</c:v>
                </c:pt>
                <c:pt idx="1100">
                  <c:v>-0.16403300000000001</c:v>
                </c:pt>
                <c:pt idx="1101">
                  <c:v>-0.16372800000000001</c:v>
                </c:pt>
                <c:pt idx="1102">
                  <c:v>-0.16342200000000001</c:v>
                </c:pt>
                <c:pt idx="1103">
                  <c:v>-0.16311700000000001</c:v>
                </c:pt>
                <c:pt idx="1104">
                  <c:v>-0.16281200000000001</c:v>
                </c:pt>
                <c:pt idx="1105">
                  <c:v>-0.16250600000000001</c:v>
                </c:pt>
                <c:pt idx="1106">
                  <c:v>-0.16220100000000001</c:v>
                </c:pt>
                <c:pt idx="1107">
                  <c:v>-0.16189500000000001</c:v>
                </c:pt>
                <c:pt idx="1108">
                  <c:v>-0.16159000000000001</c:v>
                </c:pt>
                <c:pt idx="1109">
                  <c:v>-0.16128500000000001</c:v>
                </c:pt>
                <c:pt idx="1110">
                  <c:v>-0.16097900000000001</c:v>
                </c:pt>
                <c:pt idx="1111">
                  <c:v>-0.16067400000000001</c:v>
                </c:pt>
                <c:pt idx="1112">
                  <c:v>-0.16036800000000001</c:v>
                </c:pt>
                <c:pt idx="1113">
                  <c:v>-0.16006300000000001</c:v>
                </c:pt>
                <c:pt idx="1114">
                  <c:v>-0.15975800000000001</c:v>
                </c:pt>
                <c:pt idx="1115">
                  <c:v>-0.15945200000000001</c:v>
                </c:pt>
                <c:pt idx="1116">
                  <c:v>-0.15914700000000001</c:v>
                </c:pt>
                <c:pt idx="1117">
                  <c:v>-0.15884100000000001</c:v>
                </c:pt>
                <c:pt idx="1118">
                  <c:v>-0.15853600000000001</c:v>
                </c:pt>
                <c:pt idx="1119">
                  <c:v>-0.15823100000000001</c:v>
                </c:pt>
                <c:pt idx="1120">
                  <c:v>-0.15792500000000001</c:v>
                </c:pt>
                <c:pt idx="1121">
                  <c:v>-0.15762000000000001</c:v>
                </c:pt>
                <c:pt idx="1122">
                  <c:v>-0.15731400000000001</c:v>
                </c:pt>
                <c:pt idx="1123">
                  <c:v>-0.15700900000000001</c:v>
                </c:pt>
                <c:pt idx="1124">
                  <c:v>-0.15670400000000001</c:v>
                </c:pt>
                <c:pt idx="1125">
                  <c:v>-0.15639800000000001</c:v>
                </c:pt>
                <c:pt idx="1126">
                  <c:v>-0.15609300000000001</c:v>
                </c:pt>
                <c:pt idx="1127">
                  <c:v>-0.15578700000000001</c:v>
                </c:pt>
                <c:pt idx="1128">
                  <c:v>-0.15548200000000001</c:v>
                </c:pt>
                <c:pt idx="1129">
                  <c:v>-0.15517700000000001</c:v>
                </c:pt>
                <c:pt idx="1130">
                  <c:v>-0.15487100000000001</c:v>
                </c:pt>
                <c:pt idx="1131">
                  <c:v>-0.15456600000000001</c:v>
                </c:pt>
                <c:pt idx="1132">
                  <c:v>-0.15426000000000001</c:v>
                </c:pt>
                <c:pt idx="1133">
                  <c:v>-0.15395500000000001</c:v>
                </c:pt>
                <c:pt idx="1134">
                  <c:v>-0.15365000000000001</c:v>
                </c:pt>
                <c:pt idx="1135">
                  <c:v>-0.15334400000000001</c:v>
                </c:pt>
                <c:pt idx="1136">
                  <c:v>-0.15303900000000001</c:v>
                </c:pt>
                <c:pt idx="1137">
                  <c:v>-0.15273300000000001</c:v>
                </c:pt>
                <c:pt idx="1138">
                  <c:v>-0.15242800000000001</c:v>
                </c:pt>
                <c:pt idx="1139">
                  <c:v>-0.15212300000000001</c:v>
                </c:pt>
                <c:pt idx="1140">
                  <c:v>-0.15181700000000001</c:v>
                </c:pt>
                <c:pt idx="1141">
                  <c:v>-0.15151200000000001</c:v>
                </c:pt>
                <c:pt idx="1142">
                  <c:v>-0.15120600000000001</c:v>
                </c:pt>
                <c:pt idx="1143">
                  <c:v>-0.15090100000000001</c:v>
                </c:pt>
                <c:pt idx="1144">
                  <c:v>-0.15059600000000001</c:v>
                </c:pt>
                <c:pt idx="1145">
                  <c:v>-0.15029000000000001</c:v>
                </c:pt>
                <c:pt idx="1146">
                  <c:v>-0.14998500000000001</c:v>
                </c:pt>
                <c:pt idx="1147">
                  <c:v>-0.14967900000000001</c:v>
                </c:pt>
                <c:pt idx="1148">
                  <c:v>-0.14937400000000001</c:v>
                </c:pt>
                <c:pt idx="1149">
                  <c:v>-0.14906900000000001</c:v>
                </c:pt>
                <c:pt idx="1150">
                  <c:v>-0.14876300000000001</c:v>
                </c:pt>
                <c:pt idx="1151">
                  <c:v>-0.14845800000000001</c:v>
                </c:pt>
                <c:pt idx="1152">
                  <c:v>-0.14815200000000001</c:v>
                </c:pt>
                <c:pt idx="1153">
                  <c:v>-0.14784700000000001</c:v>
                </c:pt>
                <c:pt idx="1154">
                  <c:v>-0.14754200000000001</c:v>
                </c:pt>
                <c:pt idx="1155">
                  <c:v>-0.14723600000000001</c:v>
                </c:pt>
                <c:pt idx="1156">
                  <c:v>-0.14693100000000001</c:v>
                </c:pt>
                <c:pt idx="1157">
                  <c:v>-0.14662500000000001</c:v>
                </c:pt>
                <c:pt idx="1158">
                  <c:v>-0.14632000000000001</c:v>
                </c:pt>
                <c:pt idx="1159">
                  <c:v>-0.14601500000000001</c:v>
                </c:pt>
                <c:pt idx="1160">
                  <c:v>-0.14570900000000001</c:v>
                </c:pt>
                <c:pt idx="1161">
                  <c:v>-0.14540400000000001</c:v>
                </c:pt>
                <c:pt idx="1162">
                  <c:v>-0.145098</c:v>
                </c:pt>
                <c:pt idx="1163">
                  <c:v>-0.14479300000000001</c:v>
                </c:pt>
                <c:pt idx="1164">
                  <c:v>-0.14448800000000001</c:v>
                </c:pt>
                <c:pt idx="1165">
                  <c:v>-0.144182</c:v>
                </c:pt>
                <c:pt idx="1166">
                  <c:v>-0.143877</c:v>
                </c:pt>
                <c:pt idx="1167">
                  <c:v>-0.143571</c:v>
                </c:pt>
                <c:pt idx="1168">
                  <c:v>-0.143266</c:v>
                </c:pt>
                <c:pt idx="1169">
                  <c:v>-0.142961</c:v>
                </c:pt>
                <c:pt idx="1170">
                  <c:v>-0.142655</c:v>
                </c:pt>
                <c:pt idx="1171">
                  <c:v>-0.14235</c:v>
                </c:pt>
                <c:pt idx="1172">
                  <c:v>-0.142044</c:v>
                </c:pt>
                <c:pt idx="1173">
                  <c:v>-0.141739</c:v>
                </c:pt>
                <c:pt idx="1174">
                  <c:v>-0.141434</c:v>
                </c:pt>
                <c:pt idx="1175">
                  <c:v>-0.141128</c:v>
                </c:pt>
                <c:pt idx="1176">
                  <c:v>-0.140823</c:v>
                </c:pt>
                <c:pt idx="1177">
                  <c:v>-0.140518</c:v>
                </c:pt>
                <c:pt idx="1178">
                  <c:v>-0.140212</c:v>
                </c:pt>
                <c:pt idx="1179">
                  <c:v>-0.139907</c:v>
                </c:pt>
                <c:pt idx="1180">
                  <c:v>-0.139601</c:v>
                </c:pt>
                <c:pt idx="1181">
                  <c:v>-0.139296</c:v>
                </c:pt>
                <c:pt idx="1182">
                  <c:v>-0.138991</c:v>
                </c:pt>
                <c:pt idx="1183">
                  <c:v>-0.138685</c:v>
                </c:pt>
                <c:pt idx="1184">
                  <c:v>-0.13838</c:v>
                </c:pt>
                <c:pt idx="1185">
                  <c:v>-0.138074</c:v>
                </c:pt>
                <c:pt idx="1186">
                  <c:v>-0.137769</c:v>
                </c:pt>
                <c:pt idx="1187">
                  <c:v>-0.137464</c:v>
                </c:pt>
                <c:pt idx="1188">
                  <c:v>-0.137158</c:v>
                </c:pt>
                <c:pt idx="1189">
                  <c:v>-0.136853</c:v>
                </c:pt>
                <c:pt idx="1190">
                  <c:v>-0.136547</c:v>
                </c:pt>
                <c:pt idx="1191">
                  <c:v>-0.136242</c:v>
                </c:pt>
                <c:pt idx="1192">
                  <c:v>-0.135937</c:v>
                </c:pt>
                <c:pt idx="1193">
                  <c:v>-0.135631</c:v>
                </c:pt>
                <c:pt idx="1194">
                  <c:v>-0.135326</c:v>
                </c:pt>
                <c:pt idx="1195">
                  <c:v>-0.13502</c:v>
                </c:pt>
                <c:pt idx="1196">
                  <c:v>-0.134715</c:v>
                </c:pt>
                <c:pt idx="1197">
                  <c:v>-0.13441</c:v>
                </c:pt>
                <c:pt idx="1198">
                  <c:v>-0.134104</c:v>
                </c:pt>
                <c:pt idx="1199">
                  <c:v>-0.133799</c:v>
                </c:pt>
                <c:pt idx="1200">
                  <c:v>-0.133493</c:v>
                </c:pt>
                <c:pt idx="1201">
                  <c:v>-0.133188</c:v>
                </c:pt>
                <c:pt idx="1202">
                  <c:v>-0.132883</c:v>
                </c:pt>
                <c:pt idx="1203">
                  <c:v>-0.132577</c:v>
                </c:pt>
                <c:pt idx="1204">
                  <c:v>-0.132272</c:v>
                </c:pt>
                <c:pt idx="1205">
                  <c:v>-0.131966</c:v>
                </c:pt>
                <c:pt idx="1206">
                  <c:v>-0.131661</c:v>
                </c:pt>
                <c:pt idx="1207">
                  <c:v>-0.131356</c:v>
                </c:pt>
                <c:pt idx="1208">
                  <c:v>-0.13105</c:v>
                </c:pt>
                <c:pt idx="1209">
                  <c:v>-0.130745</c:v>
                </c:pt>
                <c:pt idx="1210">
                  <c:v>-0.130439</c:v>
                </c:pt>
                <c:pt idx="1211">
                  <c:v>-0.130134</c:v>
                </c:pt>
                <c:pt idx="1212">
                  <c:v>-0.129829</c:v>
                </c:pt>
                <c:pt idx="1213">
                  <c:v>-0.129523</c:v>
                </c:pt>
                <c:pt idx="1214">
                  <c:v>-0.129218</c:v>
                </c:pt>
                <c:pt idx="1215">
                  <c:v>-0.128912</c:v>
                </c:pt>
                <c:pt idx="1216">
                  <c:v>-0.128607</c:v>
                </c:pt>
                <c:pt idx="1217">
                  <c:v>-0.128302</c:v>
                </c:pt>
                <c:pt idx="1218">
                  <c:v>-0.127996</c:v>
                </c:pt>
                <c:pt idx="1219">
                  <c:v>-0.127691</c:v>
                </c:pt>
                <c:pt idx="1220">
                  <c:v>-0.127385</c:v>
                </c:pt>
                <c:pt idx="1221">
                  <c:v>-0.12708</c:v>
                </c:pt>
                <c:pt idx="1222">
                  <c:v>-0.126775</c:v>
                </c:pt>
                <c:pt idx="1223">
                  <c:v>-0.126469</c:v>
                </c:pt>
                <c:pt idx="1224">
                  <c:v>-0.126164</c:v>
                </c:pt>
                <c:pt idx="1225">
                  <c:v>-0.125858</c:v>
                </c:pt>
                <c:pt idx="1226">
                  <c:v>-0.125553</c:v>
                </c:pt>
                <c:pt idx="1227">
                  <c:v>-0.125248</c:v>
                </c:pt>
                <c:pt idx="1228">
                  <c:v>-0.124942</c:v>
                </c:pt>
                <c:pt idx="1229">
                  <c:v>-0.124637</c:v>
                </c:pt>
                <c:pt idx="1230">
                  <c:v>-0.124331</c:v>
                </c:pt>
                <c:pt idx="1231">
                  <c:v>-0.124026</c:v>
                </c:pt>
                <c:pt idx="1232">
                  <c:v>-0.123721</c:v>
                </c:pt>
                <c:pt idx="1233">
                  <c:v>-0.123415</c:v>
                </c:pt>
                <c:pt idx="1234">
                  <c:v>-0.12311</c:v>
                </c:pt>
                <c:pt idx="1235">
                  <c:v>-0.122804</c:v>
                </c:pt>
                <c:pt idx="1236">
                  <c:v>-0.122499</c:v>
                </c:pt>
                <c:pt idx="1237">
                  <c:v>-0.122194</c:v>
                </c:pt>
                <c:pt idx="1238">
                  <c:v>-0.121888</c:v>
                </c:pt>
                <c:pt idx="1239">
                  <c:v>-0.121583</c:v>
                </c:pt>
                <c:pt idx="1240">
                  <c:v>-0.121277</c:v>
                </c:pt>
                <c:pt idx="1241">
                  <c:v>-0.120972</c:v>
                </c:pt>
                <c:pt idx="1242">
                  <c:v>-0.120667</c:v>
                </c:pt>
                <c:pt idx="1243">
                  <c:v>-0.120361</c:v>
                </c:pt>
                <c:pt idx="1244">
                  <c:v>-0.120056</c:v>
                </c:pt>
                <c:pt idx="1245">
                  <c:v>-0.11975</c:v>
                </c:pt>
                <c:pt idx="1246">
                  <c:v>-0.119445</c:v>
                </c:pt>
                <c:pt idx="1247">
                  <c:v>-0.11914</c:v>
                </c:pt>
                <c:pt idx="1248">
                  <c:v>-0.118834</c:v>
                </c:pt>
                <c:pt idx="1249">
                  <c:v>-0.118529</c:v>
                </c:pt>
                <c:pt idx="1250">
                  <c:v>-0.11822299999999999</c:v>
                </c:pt>
                <c:pt idx="1251">
                  <c:v>-0.117918</c:v>
                </c:pt>
                <c:pt idx="1252">
                  <c:v>-0.117613</c:v>
                </c:pt>
                <c:pt idx="1253">
                  <c:v>-0.11730699999999999</c:v>
                </c:pt>
                <c:pt idx="1254">
                  <c:v>-0.11700199999999999</c:v>
                </c:pt>
                <c:pt idx="1255">
                  <c:v>-0.11669599999999999</c:v>
                </c:pt>
                <c:pt idx="1256">
                  <c:v>-0.11639099999999999</c:v>
                </c:pt>
                <c:pt idx="1257">
                  <c:v>-0.11608599999999999</c:v>
                </c:pt>
                <c:pt idx="1258">
                  <c:v>-0.11577999999999999</c:v>
                </c:pt>
                <c:pt idx="1259">
                  <c:v>-0.11547499999999999</c:v>
                </c:pt>
                <c:pt idx="1260">
                  <c:v>-0.11516999999999999</c:v>
                </c:pt>
                <c:pt idx="1261">
                  <c:v>-0.11486399999999999</c:v>
                </c:pt>
                <c:pt idx="1262">
                  <c:v>-0.11455899999999999</c:v>
                </c:pt>
                <c:pt idx="1263">
                  <c:v>-0.11425299999999999</c:v>
                </c:pt>
                <c:pt idx="1264">
                  <c:v>-0.11394799999999999</c:v>
                </c:pt>
                <c:pt idx="1265">
                  <c:v>-0.11364299999999999</c:v>
                </c:pt>
                <c:pt idx="1266">
                  <c:v>-0.11333699999999999</c:v>
                </c:pt>
                <c:pt idx="1267">
                  <c:v>-0.11303199999999999</c:v>
                </c:pt>
                <c:pt idx="1268">
                  <c:v>-0.11272600000000001</c:v>
                </c:pt>
                <c:pt idx="1269">
                  <c:v>-0.11242099999999999</c:v>
                </c:pt>
                <c:pt idx="1270">
                  <c:v>-0.11211599999999999</c:v>
                </c:pt>
                <c:pt idx="1271">
                  <c:v>-0.11181000000000001</c:v>
                </c:pt>
                <c:pt idx="1272">
                  <c:v>-0.11150500000000001</c:v>
                </c:pt>
                <c:pt idx="1273">
                  <c:v>-0.11119900000000001</c:v>
                </c:pt>
                <c:pt idx="1274">
                  <c:v>-0.11089400000000001</c:v>
                </c:pt>
                <c:pt idx="1275">
                  <c:v>-0.11058900000000001</c:v>
                </c:pt>
                <c:pt idx="1276">
                  <c:v>-0.11028300000000001</c:v>
                </c:pt>
                <c:pt idx="1277">
                  <c:v>-0.10997800000000001</c:v>
                </c:pt>
                <c:pt idx="1278">
                  <c:v>-0.10967200000000001</c:v>
                </c:pt>
                <c:pt idx="1279">
                  <c:v>-0.10936700000000001</c:v>
                </c:pt>
                <c:pt idx="1280">
                  <c:v>-0.10906200000000001</c:v>
                </c:pt>
                <c:pt idx="1281">
                  <c:v>-0.10875600000000001</c:v>
                </c:pt>
                <c:pt idx="1282">
                  <c:v>-0.10845100000000001</c:v>
                </c:pt>
                <c:pt idx="1283">
                  <c:v>-0.10814500000000001</c:v>
                </c:pt>
                <c:pt idx="1284">
                  <c:v>-0.10784000000000001</c:v>
                </c:pt>
                <c:pt idx="1285">
                  <c:v>-0.10753500000000001</c:v>
                </c:pt>
                <c:pt idx="1286">
                  <c:v>-0.107229</c:v>
                </c:pt>
                <c:pt idx="1287">
                  <c:v>-0.10692400000000001</c:v>
                </c:pt>
                <c:pt idx="1288">
                  <c:v>-0.106618</c:v>
                </c:pt>
                <c:pt idx="1289">
                  <c:v>-0.106313</c:v>
                </c:pt>
                <c:pt idx="1290">
                  <c:v>-0.10600800000000001</c:v>
                </c:pt>
                <c:pt idx="1291">
                  <c:v>-0.105702</c:v>
                </c:pt>
                <c:pt idx="1292">
                  <c:v>-0.105397</c:v>
                </c:pt>
                <c:pt idx="1293">
                  <c:v>-0.105091</c:v>
                </c:pt>
                <c:pt idx="1294">
                  <c:v>-0.104786</c:v>
                </c:pt>
                <c:pt idx="1295">
                  <c:v>-0.104481</c:v>
                </c:pt>
                <c:pt idx="1296">
                  <c:v>-0.104175</c:v>
                </c:pt>
                <c:pt idx="1297">
                  <c:v>-0.10387</c:v>
                </c:pt>
                <c:pt idx="1298">
                  <c:v>-0.103564</c:v>
                </c:pt>
                <c:pt idx="1299">
                  <c:v>-0.103259</c:v>
                </c:pt>
                <c:pt idx="1300">
                  <c:v>-0.102954</c:v>
                </c:pt>
                <c:pt idx="1301">
                  <c:v>-0.102648</c:v>
                </c:pt>
                <c:pt idx="1302">
                  <c:v>-0.102343</c:v>
                </c:pt>
                <c:pt idx="1303">
                  <c:v>-0.102037</c:v>
                </c:pt>
                <c:pt idx="1304">
                  <c:v>-0.101732</c:v>
                </c:pt>
                <c:pt idx="1305">
                  <c:v>-0.101427</c:v>
                </c:pt>
                <c:pt idx="1306">
                  <c:v>-0.101121</c:v>
                </c:pt>
                <c:pt idx="1307">
                  <c:v>-0.100816</c:v>
                </c:pt>
                <c:pt idx="1308">
                  <c:v>-0.10051</c:v>
                </c:pt>
                <c:pt idx="1309">
                  <c:v>-0.100205</c:v>
                </c:pt>
                <c:pt idx="1310">
                  <c:v>-9.9899600000000005E-2</c:v>
                </c:pt>
                <c:pt idx="1311">
                  <c:v>-9.9594199999999994E-2</c:v>
                </c:pt>
                <c:pt idx="1312">
                  <c:v>-9.9288799999999997E-2</c:v>
                </c:pt>
                <c:pt idx="1313">
                  <c:v>-9.8983399999999999E-2</c:v>
                </c:pt>
                <c:pt idx="1314">
                  <c:v>-9.8678000000000002E-2</c:v>
                </c:pt>
                <c:pt idx="1315">
                  <c:v>-9.8372600000000004E-2</c:v>
                </c:pt>
                <c:pt idx="1316">
                  <c:v>-9.8067199999999993E-2</c:v>
                </c:pt>
                <c:pt idx="1317">
                  <c:v>-9.7761799999999996E-2</c:v>
                </c:pt>
                <c:pt idx="1318">
                  <c:v>-9.7456399999999999E-2</c:v>
                </c:pt>
                <c:pt idx="1319">
                  <c:v>-9.7151000000000001E-2</c:v>
                </c:pt>
                <c:pt idx="1320">
                  <c:v>-9.6845600000000004E-2</c:v>
                </c:pt>
                <c:pt idx="1321">
                  <c:v>-9.6540200000000007E-2</c:v>
                </c:pt>
                <c:pt idx="1322">
                  <c:v>-9.6234799999999995E-2</c:v>
                </c:pt>
                <c:pt idx="1323">
                  <c:v>-9.5929399999999998E-2</c:v>
                </c:pt>
                <c:pt idx="1324">
                  <c:v>-9.5624100000000004E-2</c:v>
                </c:pt>
                <c:pt idx="1325">
                  <c:v>-9.5318700000000006E-2</c:v>
                </c:pt>
                <c:pt idx="1326">
                  <c:v>-9.5013299999999995E-2</c:v>
                </c:pt>
                <c:pt idx="1327">
                  <c:v>-9.4707899999999998E-2</c:v>
                </c:pt>
                <c:pt idx="1328">
                  <c:v>-9.44025E-2</c:v>
                </c:pt>
                <c:pt idx="1329">
                  <c:v>-9.4097100000000003E-2</c:v>
                </c:pt>
                <c:pt idx="1330">
                  <c:v>-9.3791700000000006E-2</c:v>
                </c:pt>
                <c:pt idx="1331">
                  <c:v>-9.3486299999999994E-2</c:v>
                </c:pt>
                <c:pt idx="1332">
                  <c:v>-9.3180899999999997E-2</c:v>
                </c:pt>
                <c:pt idx="1333">
                  <c:v>-9.28755E-2</c:v>
                </c:pt>
                <c:pt idx="1334">
                  <c:v>-9.2570100000000002E-2</c:v>
                </c:pt>
                <c:pt idx="1335">
                  <c:v>-9.2264700000000005E-2</c:v>
                </c:pt>
                <c:pt idx="1336">
                  <c:v>-9.1959299999999994E-2</c:v>
                </c:pt>
                <c:pt idx="1337">
                  <c:v>-9.1653899999999996E-2</c:v>
                </c:pt>
                <c:pt idx="1338">
                  <c:v>-9.1348499999999999E-2</c:v>
                </c:pt>
                <c:pt idx="1339">
                  <c:v>-9.1043100000000002E-2</c:v>
                </c:pt>
                <c:pt idx="1340">
                  <c:v>-9.0737700000000004E-2</c:v>
                </c:pt>
                <c:pt idx="1341">
                  <c:v>-9.0432299999999993E-2</c:v>
                </c:pt>
                <c:pt idx="1342">
                  <c:v>-9.0126899999999996E-2</c:v>
                </c:pt>
                <c:pt idx="1343">
                  <c:v>-8.9821499999999999E-2</c:v>
                </c:pt>
                <c:pt idx="1344">
                  <c:v>-8.9516100000000001E-2</c:v>
                </c:pt>
                <c:pt idx="1345">
                  <c:v>-8.9210700000000004E-2</c:v>
                </c:pt>
                <c:pt idx="1346">
                  <c:v>-8.8905300000000007E-2</c:v>
                </c:pt>
                <c:pt idx="1347">
                  <c:v>-8.8599899999999995E-2</c:v>
                </c:pt>
                <c:pt idx="1348">
                  <c:v>-8.8294499999999998E-2</c:v>
                </c:pt>
                <c:pt idx="1349">
                  <c:v>-8.7989100000000001E-2</c:v>
                </c:pt>
                <c:pt idx="1350">
                  <c:v>-8.7683700000000003E-2</c:v>
                </c:pt>
                <c:pt idx="1351">
                  <c:v>-8.7378300000000006E-2</c:v>
                </c:pt>
                <c:pt idx="1352">
                  <c:v>-8.7072899999999995E-2</c:v>
                </c:pt>
                <c:pt idx="1353">
                  <c:v>-8.6767499999999997E-2</c:v>
                </c:pt>
                <c:pt idx="1354">
                  <c:v>-8.64621E-2</c:v>
                </c:pt>
                <c:pt idx="1355">
                  <c:v>-8.6156700000000003E-2</c:v>
                </c:pt>
                <c:pt idx="1356">
                  <c:v>-8.5851300000000005E-2</c:v>
                </c:pt>
                <c:pt idx="1357">
                  <c:v>-8.5545899999999994E-2</c:v>
                </c:pt>
                <c:pt idx="1358">
                  <c:v>-8.5240499999999997E-2</c:v>
                </c:pt>
                <c:pt idx="1359">
                  <c:v>-8.4935099999999999E-2</c:v>
                </c:pt>
                <c:pt idx="1360">
                  <c:v>-8.4629700000000002E-2</c:v>
                </c:pt>
                <c:pt idx="1361">
                  <c:v>-8.4324300000000005E-2</c:v>
                </c:pt>
                <c:pt idx="1362">
                  <c:v>-8.4018899999999994E-2</c:v>
                </c:pt>
                <c:pt idx="1363">
                  <c:v>-8.3713499999999996E-2</c:v>
                </c:pt>
                <c:pt idx="1364">
                  <c:v>-8.3408099999999999E-2</c:v>
                </c:pt>
                <c:pt idx="1365">
                  <c:v>-8.3102700000000002E-2</c:v>
                </c:pt>
                <c:pt idx="1366">
                  <c:v>-8.2797399999999993E-2</c:v>
                </c:pt>
                <c:pt idx="1367">
                  <c:v>-8.2491999999999996E-2</c:v>
                </c:pt>
                <c:pt idx="1368">
                  <c:v>-8.2186599999999999E-2</c:v>
                </c:pt>
                <c:pt idx="1369">
                  <c:v>-8.1881200000000001E-2</c:v>
                </c:pt>
                <c:pt idx="1370">
                  <c:v>-8.1575800000000004E-2</c:v>
                </c:pt>
                <c:pt idx="1371">
                  <c:v>-8.1270400000000007E-2</c:v>
                </c:pt>
                <c:pt idx="1372">
                  <c:v>-8.0964999999999995E-2</c:v>
                </c:pt>
                <c:pt idx="1373">
                  <c:v>-8.0659599999999998E-2</c:v>
                </c:pt>
                <c:pt idx="1374">
                  <c:v>-8.0354200000000001E-2</c:v>
                </c:pt>
                <c:pt idx="1375">
                  <c:v>-8.0048800000000003E-2</c:v>
                </c:pt>
                <c:pt idx="1376">
                  <c:v>-7.9743400000000006E-2</c:v>
                </c:pt>
                <c:pt idx="1377">
                  <c:v>-7.9437999999999995E-2</c:v>
                </c:pt>
                <c:pt idx="1378">
                  <c:v>-7.9132599999999997E-2</c:v>
                </c:pt>
                <c:pt idx="1379">
                  <c:v>-7.88272E-2</c:v>
                </c:pt>
                <c:pt idx="1380">
                  <c:v>-7.8521800000000003E-2</c:v>
                </c:pt>
                <c:pt idx="1381">
                  <c:v>-7.8216400000000005E-2</c:v>
                </c:pt>
                <c:pt idx="1382">
                  <c:v>-7.7910999999999994E-2</c:v>
                </c:pt>
                <c:pt idx="1383">
                  <c:v>-7.7605599999999997E-2</c:v>
                </c:pt>
                <c:pt idx="1384">
                  <c:v>-7.7300199999999999E-2</c:v>
                </c:pt>
                <c:pt idx="1385">
                  <c:v>-7.6994800000000002E-2</c:v>
                </c:pt>
                <c:pt idx="1386">
                  <c:v>-7.6689400000000005E-2</c:v>
                </c:pt>
                <c:pt idx="1387">
                  <c:v>-7.6383999999999994E-2</c:v>
                </c:pt>
                <c:pt idx="1388">
                  <c:v>-7.6078599999999996E-2</c:v>
                </c:pt>
                <c:pt idx="1389">
                  <c:v>-7.5773199999999999E-2</c:v>
                </c:pt>
                <c:pt idx="1390">
                  <c:v>-7.5467800000000002E-2</c:v>
                </c:pt>
                <c:pt idx="1391">
                  <c:v>-7.5162400000000004E-2</c:v>
                </c:pt>
                <c:pt idx="1392">
                  <c:v>-7.4857000000000007E-2</c:v>
                </c:pt>
                <c:pt idx="1393">
                  <c:v>-7.4551599999999996E-2</c:v>
                </c:pt>
                <c:pt idx="1394">
                  <c:v>-7.4246199999999998E-2</c:v>
                </c:pt>
                <c:pt idx="1395">
                  <c:v>-7.3940800000000001E-2</c:v>
                </c:pt>
                <c:pt idx="1396">
                  <c:v>-7.3635400000000004E-2</c:v>
                </c:pt>
                <c:pt idx="1397">
                  <c:v>-7.3330000000000006E-2</c:v>
                </c:pt>
                <c:pt idx="1398">
                  <c:v>-7.3024599999999995E-2</c:v>
                </c:pt>
                <c:pt idx="1399">
                  <c:v>-7.2719199999999998E-2</c:v>
                </c:pt>
                <c:pt idx="1400">
                  <c:v>-7.24138E-2</c:v>
                </c:pt>
                <c:pt idx="1401">
                  <c:v>-7.2108400000000003E-2</c:v>
                </c:pt>
                <c:pt idx="1402">
                  <c:v>-7.1803000000000006E-2</c:v>
                </c:pt>
                <c:pt idx="1403">
                  <c:v>-7.1497599999999994E-2</c:v>
                </c:pt>
                <c:pt idx="1404">
                  <c:v>-7.1192199999999997E-2</c:v>
                </c:pt>
                <c:pt idx="1405">
                  <c:v>-7.08868E-2</c:v>
                </c:pt>
                <c:pt idx="1406">
                  <c:v>-7.0581400000000002E-2</c:v>
                </c:pt>
                <c:pt idx="1407">
                  <c:v>-7.0276000000000005E-2</c:v>
                </c:pt>
                <c:pt idx="1408">
                  <c:v>-6.9970699999999997E-2</c:v>
                </c:pt>
                <c:pt idx="1409">
                  <c:v>-6.9665299999999999E-2</c:v>
                </c:pt>
                <c:pt idx="1410">
                  <c:v>-6.9359900000000002E-2</c:v>
                </c:pt>
                <c:pt idx="1411">
                  <c:v>-6.9054500000000005E-2</c:v>
                </c:pt>
                <c:pt idx="1412">
                  <c:v>-6.8749099999999994E-2</c:v>
                </c:pt>
                <c:pt idx="1413">
                  <c:v>-6.8443699999999996E-2</c:v>
                </c:pt>
                <c:pt idx="1414">
                  <c:v>-6.8138299999999999E-2</c:v>
                </c:pt>
                <c:pt idx="1415">
                  <c:v>-6.7832900000000002E-2</c:v>
                </c:pt>
                <c:pt idx="1416">
                  <c:v>-6.7527500000000004E-2</c:v>
                </c:pt>
                <c:pt idx="1417">
                  <c:v>-6.7222100000000007E-2</c:v>
                </c:pt>
                <c:pt idx="1418">
                  <c:v>-6.6916699999999996E-2</c:v>
                </c:pt>
                <c:pt idx="1419">
                  <c:v>-6.6611299999999998E-2</c:v>
                </c:pt>
                <c:pt idx="1420">
                  <c:v>-6.6305900000000001E-2</c:v>
                </c:pt>
                <c:pt idx="1421">
                  <c:v>-6.6000500000000004E-2</c:v>
                </c:pt>
                <c:pt idx="1422">
                  <c:v>-6.5695100000000006E-2</c:v>
                </c:pt>
                <c:pt idx="1423">
                  <c:v>-6.5389699999999995E-2</c:v>
                </c:pt>
                <c:pt idx="1424">
                  <c:v>-6.5084299999999998E-2</c:v>
                </c:pt>
                <c:pt idx="1425">
                  <c:v>-6.47789E-2</c:v>
                </c:pt>
                <c:pt idx="1426">
                  <c:v>-6.4473500000000003E-2</c:v>
                </c:pt>
                <c:pt idx="1427">
                  <c:v>-6.4168100000000006E-2</c:v>
                </c:pt>
                <c:pt idx="1428">
                  <c:v>-6.3862699999999994E-2</c:v>
                </c:pt>
                <c:pt idx="1429">
                  <c:v>-6.3557299999999997E-2</c:v>
                </c:pt>
                <c:pt idx="1430">
                  <c:v>-6.32519E-2</c:v>
                </c:pt>
                <c:pt idx="1431">
                  <c:v>-6.2946500000000002E-2</c:v>
                </c:pt>
                <c:pt idx="1432">
                  <c:v>-6.2641100000000005E-2</c:v>
                </c:pt>
                <c:pt idx="1433">
                  <c:v>-6.2335700000000001E-2</c:v>
                </c:pt>
                <c:pt idx="1434">
                  <c:v>-6.2030299999999997E-2</c:v>
                </c:pt>
                <c:pt idx="1435">
                  <c:v>-6.1724899999999999E-2</c:v>
                </c:pt>
                <c:pt idx="1436">
                  <c:v>-6.1419500000000002E-2</c:v>
                </c:pt>
                <c:pt idx="1437">
                  <c:v>-6.1114099999999998E-2</c:v>
                </c:pt>
                <c:pt idx="1438">
                  <c:v>-6.08087E-2</c:v>
                </c:pt>
                <c:pt idx="1439">
                  <c:v>-6.0503300000000003E-2</c:v>
                </c:pt>
                <c:pt idx="1440">
                  <c:v>-6.0197899999999999E-2</c:v>
                </c:pt>
                <c:pt idx="1441">
                  <c:v>-5.9892500000000001E-2</c:v>
                </c:pt>
                <c:pt idx="1442">
                  <c:v>-5.9587099999999997E-2</c:v>
                </c:pt>
                <c:pt idx="1443">
                  <c:v>-5.92817E-2</c:v>
                </c:pt>
                <c:pt idx="1444">
                  <c:v>-5.8976300000000002E-2</c:v>
                </c:pt>
                <c:pt idx="1445">
                  <c:v>-5.8670899999999998E-2</c:v>
                </c:pt>
                <c:pt idx="1446">
                  <c:v>-5.8365500000000001E-2</c:v>
                </c:pt>
                <c:pt idx="1447">
                  <c:v>-5.8060100000000003E-2</c:v>
                </c:pt>
                <c:pt idx="1448">
                  <c:v>-5.7754699999999999E-2</c:v>
                </c:pt>
                <c:pt idx="1449">
                  <c:v>-5.7449300000000002E-2</c:v>
                </c:pt>
                <c:pt idx="1450">
                  <c:v>-5.7144E-2</c:v>
                </c:pt>
                <c:pt idx="1451">
                  <c:v>-5.6838600000000003E-2</c:v>
                </c:pt>
                <c:pt idx="1452">
                  <c:v>-5.6533199999999999E-2</c:v>
                </c:pt>
                <c:pt idx="1453">
                  <c:v>-5.6227800000000001E-2</c:v>
                </c:pt>
                <c:pt idx="1454">
                  <c:v>-5.5922399999999997E-2</c:v>
                </c:pt>
                <c:pt idx="1455">
                  <c:v>-5.5617E-2</c:v>
                </c:pt>
                <c:pt idx="1456">
                  <c:v>-5.5311600000000002E-2</c:v>
                </c:pt>
                <c:pt idx="1457">
                  <c:v>-5.5006199999999998E-2</c:v>
                </c:pt>
                <c:pt idx="1458">
                  <c:v>-5.4700800000000001E-2</c:v>
                </c:pt>
                <c:pt idx="1459">
                  <c:v>-5.4395399999999997E-2</c:v>
                </c:pt>
                <c:pt idx="1460">
                  <c:v>-5.4089999999999999E-2</c:v>
                </c:pt>
                <c:pt idx="1461">
                  <c:v>-5.3784600000000002E-2</c:v>
                </c:pt>
                <c:pt idx="1462">
                  <c:v>-5.3479199999999998E-2</c:v>
                </c:pt>
                <c:pt idx="1463">
                  <c:v>-5.31738E-2</c:v>
                </c:pt>
                <c:pt idx="1464">
                  <c:v>-5.2868400000000003E-2</c:v>
                </c:pt>
                <c:pt idx="1465">
                  <c:v>-5.2562999999999999E-2</c:v>
                </c:pt>
                <c:pt idx="1466">
                  <c:v>-5.2257600000000001E-2</c:v>
                </c:pt>
                <c:pt idx="1467">
                  <c:v>-5.1952199999999997E-2</c:v>
                </c:pt>
                <c:pt idx="1468">
                  <c:v>-5.16468E-2</c:v>
                </c:pt>
                <c:pt idx="1469">
                  <c:v>-5.1341400000000002E-2</c:v>
                </c:pt>
                <c:pt idx="1470">
                  <c:v>-5.1035999999999998E-2</c:v>
                </c:pt>
                <c:pt idx="1471">
                  <c:v>-5.0730600000000001E-2</c:v>
                </c:pt>
                <c:pt idx="1472">
                  <c:v>-5.0425200000000003E-2</c:v>
                </c:pt>
                <c:pt idx="1473">
                  <c:v>-5.0119799999999999E-2</c:v>
                </c:pt>
                <c:pt idx="1474">
                  <c:v>-4.9814400000000002E-2</c:v>
                </c:pt>
                <c:pt idx="1475">
                  <c:v>-4.9508999999999997E-2</c:v>
                </c:pt>
                <c:pt idx="1476">
                  <c:v>-4.92036E-2</c:v>
                </c:pt>
                <c:pt idx="1477">
                  <c:v>-4.8898200000000003E-2</c:v>
                </c:pt>
                <c:pt idx="1478">
                  <c:v>-4.8592799999999998E-2</c:v>
                </c:pt>
                <c:pt idx="1479">
                  <c:v>-4.8287400000000001E-2</c:v>
                </c:pt>
                <c:pt idx="1480">
                  <c:v>-4.7981999999999997E-2</c:v>
                </c:pt>
                <c:pt idx="1481">
                  <c:v>-4.76766E-2</c:v>
                </c:pt>
                <c:pt idx="1482">
                  <c:v>-4.7371200000000002E-2</c:v>
                </c:pt>
                <c:pt idx="1483">
                  <c:v>-4.7065799999999998E-2</c:v>
                </c:pt>
                <c:pt idx="1484">
                  <c:v>-4.6760400000000001E-2</c:v>
                </c:pt>
                <c:pt idx="1485">
                  <c:v>-4.6455000000000003E-2</c:v>
                </c:pt>
                <c:pt idx="1486">
                  <c:v>-4.6149599999999999E-2</c:v>
                </c:pt>
                <c:pt idx="1487">
                  <c:v>-4.5844200000000002E-2</c:v>
                </c:pt>
                <c:pt idx="1488">
                  <c:v>-4.5538799999999997E-2</c:v>
                </c:pt>
                <c:pt idx="1489">
                  <c:v>-4.52334E-2</c:v>
                </c:pt>
                <c:pt idx="1490">
                  <c:v>-4.4928000000000003E-2</c:v>
                </c:pt>
                <c:pt idx="1491">
                  <c:v>-4.4622599999999998E-2</c:v>
                </c:pt>
                <c:pt idx="1492">
                  <c:v>-4.4317299999999997E-2</c:v>
                </c:pt>
                <c:pt idx="1493">
                  <c:v>-4.40119E-2</c:v>
                </c:pt>
                <c:pt idx="1494">
                  <c:v>-4.3706500000000002E-2</c:v>
                </c:pt>
                <c:pt idx="1495">
                  <c:v>-4.3401099999999998E-2</c:v>
                </c:pt>
                <c:pt idx="1496">
                  <c:v>-4.3095700000000001E-2</c:v>
                </c:pt>
                <c:pt idx="1497">
                  <c:v>-4.2790300000000003E-2</c:v>
                </c:pt>
                <c:pt idx="1498">
                  <c:v>-4.2484899999999999E-2</c:v>
                </c:pt>
                <c:pt idx="1499">
                  <c:v>-4.2179500000000002E-2</c:v>
                </c:pt>
                <c:pt idx="1500">
                  <c:v>-4.1874099999999997E-2</c:v>
                </c:pt>
                <c:pt idx="1501">
                  <c:v>-4.15687E-2</c:v>
                </c:pt>
                <c:pt idx="1502">
                  <c:v>-4.1263300000000003E-2</c:v>
                </c:pt>
                <c:pt idx="1503">
                  <c:v>-4.0957899999999998E-2</c:v>
                </c:pt>
                <c:pt idx="1504">
                  <c:v>-4.0652500000000001E-2</c:v>
                </c:pt>
                <c:pt idx="1505">
                  <c:v>-4.0347099999999997E-2</c:v>
                </c:pt>
                <c:pt idx="1506">
                  <c:v>-4.00417E-2</c:v>
                </c:pt>
                <c:pt idx="1507">
                  <c:v>-3.9736300000000002E-2</c:v>
                </c:pt>
                <c:pt idx="1508">
                  <c:v>-3.9430899999999998E-2</c:v>
                </c:pt>
                <c:pt idx="1509">
                  <c:v>-3.9125500000000001E-2</c:v>
                </c:pt>
                <c:pt idx="1510">
                  <c:v>-3.8820100000000003E-2</c:v>
                </c:pt>
                <c:pt idx="1511">
                  <c:v>-3.8514699999999999E-2</c:v>
                </c:pt>
                <c:pt idx="1512">
                  <c:v>-3.8209300000000002E-2</c:v>
                </c:pt>
                <c:pt idx="1513">
                  <c:v>-3.7903899999999997E-2</c:v>
                </c:pt>
                <c:pt idx="1514">
                  <c:v>-3.75985E-2</c:v>
                </c:pt>
                <c:pt idx="1515">
                  <c:v>-3.7293100000000003E-2</c:v>
                </c:pt>
                <c:pt idx="1516">
                  <c:v>-3.6987699999999998E-2</c:v>
                </c:pt>
                <c:pt idx="1517">
                  <c:v>-3.6682300000000001E-2</c:v>
                </c:pt>
                <c:pt idx="1518">
                  <c:v>-3.6376899999999997E-2</c:v>
                </c:pt>
                <c:pt idx="1519">
                  <c:v>-3.6071499999999999E-2</c:v>
                </c:pt>
                <c:pt idx="1520">
                  <c:v>-3.5766100000000002E-2</c:v>
                </c:pt>
                <c:pt idx="1521">
                  <c:v>-3.5460699999999998E-2</c:v>
                </c:pt>
                <c:pt idx="1522">
                  <c:v>-3.51553E-2</c:v>
                </c:pt>
                <c:pt idx="1523">
                  <c:v>-3.4849900000000003E-2</c:v>
                </c:pt>
                <c:pt idx="1524">
                  <c:v>-3.4544499999999999E-2</c:v>
                </c:pt>
                <c:pt idx="1525">
                  <c:v>-3.4239100000000001E-2</c:v>
                </c:pt>
                <c:pt idx="1526">
                  <c:v>-3.3933699999999997E-2</c:v>
                </c:pt>
                <c:pt idx="1527">
                  <c:v>-3.36283E-2</c:v>
                </c:pt>
                <c:pt idx="1528">
                  <c:v>-3.3322900000000003E-2</c:v>
                </c:pt>
                <c:pt idx="1529">
                  <c:v>-3.3017499999999998E-2</c:v>
                </c:pt>
                <c:pt idx="1530">
                  <c:v>-3.2712100000000001E-2</c:v>
                </c:pt>
                <c:pt idx="1531">
                  <c:v>-3.2406699999999997E-2</c:v>
                </c:pt>
                <c:pt idx="1532">
                  <c:v>-3.2101299999999999E-2</c:v>
                </c:pt>
                <c:pt idx="1533">
                  <c:v>-3.1795900000000002E-2</c:v>
                </c:pt>
                <c:pt idx="1534">
                  <c:v>-3.1490600000000001E-2</c:v>
                </c:pt>
                <c:pt idx="1535">
                  <c:v>-3.11852E-2</c:v>
                </c:pt>
                <c:pt idx="1536">
                  <c:v>-3.0879799999999999E-2</c:v>
                </c:pt>
                <c:pt idx="1537">
                  <c:v>-3.0574400000000002E-2</c:v>
                </c:pt>
                <c:pt idx="1538">
                  <c:v>-3.0269000000000001E-2</c:v>
                </c:pt>
                <c:pt idx="1539">
                  <c:v>-2.99636E-2</c:v>
                </c:pt>
                <c:pt idx="1540">
                  <c:v>-2.9658199999999999E-2</c:v>
                </c:pt>
                <c:pt idx="1541">
                  <c:v>-2.9352799999999998E-2</c:v>
                </c:pt>
                <c:pt idx="1542">
                  <c:v>-2.9047400000000001E-2</c:v>
                </c:pt>
                <c:pt idx="1543">
                  <c:v>-2.8742E-2</c:v>
                </c:pt>
                <c:pt idx="1544">
                  <c:v>-2.8436599999999999E-2</c:v>
                </c:pt>
                <c:pt idx="1545">
                  <c:v>-2.8131199999999999E-2</c:v>
                </c:pt>
                <c:pt idx="1546">
                  <c:v>-2.7825800000000001E-2</c:v>
                </c:pt>
                <c:pt idx="1547">
                  <c:v>-2.75204E-2</c:v>
                </c:pt>
                <c:pt idx="1548">
                  <c:v>-2.7215E-2</c:v>
                </c:pt>
                <c:pt idx="1549">
                  <c:v>-2.6909599999999999E-2</c:v>
                </c:pt>
                <c:pt idx="1550">
                  <c:v>-2.6604200000000001E-2</c:v>
                </c:pt>
                <c:pt idx="1551">
                  <c:v>-2.6298800000000001E-2</c:v>
                </c:pt>
                <c:pt idx="1552">
                  <c:v>-2.59934E-2</c:v>
                </c:pt>
                <c:pt idx="1553">
                  <c:v>-2.5687999999999999E-2</c:v>
                </c:pt>
                <c:pt idx="1554">
                  <c:v>-2.5382600000000002E-2</c:v>
                </c:pt>
                <c:pt idx="1555">
                  <c:v>-2.5077200000000001E-2</c:v>
                </c:pt>
                <c:pt idx="1556">
                  <c:v>-2.47718E-2</c:v>
                </c:pt>
                <c:pt idx="1557">
                  <c:v>-2.4466399999999999E-2</c:v>
                </c:pt>
                <c:pt idx="1558">
                  <c:v>-2.4160999999999998E-2</c:v>
                </c:pt>
                <c:pt idx="1559">
                  <c:v>-2.3855600000000001E-2</c:v>
                </c:pt>
                <c:pt idx="1560">
                  <c:v>-2.35502E-2</c:v>
                </c:pt>
                <c:pt idx="1561">
                  <c:v>-2.3244799999999999E-2</c:v>
                </c:pt>
                <c:pt idx="1562">
                  <c:v>-2.2939399999999999E-2</c:v>
                </c:pt>
                <c:pt idx="1563">
                  <c:v>-2.2634000000000001E-2</c:v>
                </c:pt>
                <c:pt idx="1564">
                  <c:v>-2.2328600000000001E-2</c:v>
                </c:pt>
                <c:pt idx="1565">
                  <c:v>-2.20232E-2</c:v>
                </c:pt>
                <c:pt idx="1566">
                  <c:v>-2.1717799999999999E-2</c:v>
                </c:pt>
                <c:pt idx="1567">
                  <c:v>-2.1412400000000002E-2</c:v>
                </c:pt>
                <c:pt idx="1568">
                  <c:v>-2.1107000000000001E-2</c:v>
                </c:pt>
                <c:pt idx="1569">
                  <c:v>-2.08016E-2</c:v>
                </c:pt>
                <c:pt idx="1570">
                  <c:v>-2.0496199999999999E-2</c:v>
                </c:pt>
                <c:pt idx="1571">
                  <c:v>-2.0190799999999998E-2</c:v>
                </c:pt>
                <c:pt idx="1572">
                  <c:v>-1.9885400000000001E-2</c:v>
                </c:pt>
                <c:pt idx="1573">
                  <c:v>-1.958E-2</c:v>
                </c:pt>
                <c:pt idx="1574">
                  <c:v>-1.9274599999999999E-2</c:v>
                </c:pt>
                <c:pt idx="1575">
                  <c:v>-1.8969199999999999E-2</c:v>
                </c:pt>
                <c:pt idx="1576">
                  <c:v>-1.8663900000000001E-2</c:v>
                </c:pt>
                <c:pt idx="1577">
                  <c:v>-1.83585E-2</c:v>
                </c:pt>
                <c:pt idx="1578">
                  <c:v>-1.8053099999999999E-2</c:v>
                </c:pt>
                <c:pt idx="1579">
                  <c:v>-1.7747700000000002E-2</c:v>
                </c:pt>
                <c:pt idx="1580">
                  <c:v>-1.7442300000000001E-2</c:v>
                </c:pt>
                <c:pt idx="1581">
                  <c:v>-1.71369E-2</c:v>
                </c:pt>
                <c:pt idx="1582">
                  <c:v>-1.6831499999999999E-2</c:v>
                </c:pt>
                <c:pt idx="1583">
                  <c:v>-1.6526099999999998E-2</c:v>
                </c:pt>
                <c:pt idx="1584">
                  <c:v>-1.6220700000000001E-2</c:v>
                </c:pt>
                <c:pt idx="1585">
                  <c:v>-1.59153E-2</c:v>
                </c:pt>
                <c:pt idx="1586">
                  <c:v>-1.5609899999999999E-2</c:v>
                </c:pt>
                <c:pt idx="1587">
                  <c:v>-1.53045E-2</c:v>
                </c:pt>
                <c:pt idx="1588">
                  <c:v>-1.49991E-2</c:v>
                </c:pt>
                <c:pt idx="1589">
                  <c:v>-1.4693700000000001E-2</c:v>
                </c:pt>
                <c:pt idx="1590">
                  <c:v>-1.43883E-2</c:v>
                </c:pt>
                <c:pt idx="1591">
                  <c:v>-1.4082900000000001E-2</c:v>
                </c:pt>
                <c:pt idx="1592">
                  <c:v>-1.37775E-2</c:v>
                </c:pt>
                <c:pt idx="1593">
                  <c:v>-1.3472100000000001E-2</c:v>
                </c:pt>
                <c:pt idx="1594">
                  <c:v>-1.31667E-2</c:v>
                </c:pt>
                <c:pt idx="1595">
                  <c:v>-1.2861300000000001E-2</c:v>
                </c:pt>
                <c:pt idx="1596">
                  <c:v>-1.25559E-2</c:v>
                </c:pt>
                <c:pt idx="1597">
                  <c:v>-1.2250499999999999E-2</c:v>
                </c:pt>
                <c:pt idx="1598">
                  <c:v>-1.19451E-2</c:v>
                </c:pt>
                <c:pt idx="1599">
                  <c:v>-1.1639699999999999E-2</c:v>
                </c:pt>
                <c:pt idx="1600">
                  <c:v>-1.13343E-2</c:v>
                </c:pt>
                <c:pt idx="1601">
                  <c:v>-1.1028899999999999E-2</c:v>
                </c:pt>
                <c:pt idx="1602">
                  <c:v>-1.07235E-2</c:v>
                </c:pt>
                <c:pt idx="1603">
                  <c:v>-1.04181E-2</c:v>
                </c:pt>
                <c:pt idx="1604">
                  <c:v>-1.0112700000000001E-2</c:v>
                </c:pt>
                <c:pt idx="1605">
                  <c:v>-9.8073199999999996E-3</c:v>
                </c:pt>
                <c:pt idx="1606">
                  <c:v>-9.5019200000000005E-3</c:v>
                </c:pt>
                <c:pt idx="1607">
                  <c:v>-9.1965299999999996E-3</c:v>
                </c:pt>
                <c:pt idx="1608">
                  <c:v>-8.8911300000000006E-3</c:v>
                </c:pt>
                <c:pt idx="1609">
                  <c:v>-8.5857299999999998E-3</c:v>
                </c:pt>
                <c:pt idx="1610">
                  <c:v>-8.2803300000000007E-3</c:v>
                </c:pt>
                <c:pt idx="1611">
                  <c:v>-7.9749299999999999E-3</c:v>
                </c:pt>
                <c:pt idx="1612">
                  <c:v>-7.6695399999999999E-3</c:v>
                </c:pt>
                <c:pt idx="1613">
                  <c:v>-7.3641399999999999E-3</c:v>
                </c:pt>
                <c:pt idx="1614">
                  <c:v>-7.05874E-3</c:v>
                </c:pt>
                <c:pt idx="1615">
                  <c:v>-6.75334E-3</c:v>
                </c:pt>
                <c:pt idx="1616">
                  <c:v>-6.44795E-3</c:v>
                </c:pt>
                <c:pt idx="1617">
                  <c:v>-6.1425500000000001E-3</c:v>
                </c:pt>
                <c:pt idx="1618">
                  <c:v>-5.8371500000000002E-3</c:v>
                </c:pt>
                <c:pt idx="1619">
                  <c:v>-5.5317500000000002E-3</c:v>
                </c:pt>
                <c:pt idx="1620">
                  <c:v>-5.2263600000000002E-3</c:v>
                </c:pt>
                <c:pt idx="1621">
                  <c:v>-4.9209600000000003E-3</c:v>
                </c:pt>
                <c:pt idx="1622">
                  <c:v>-4.6155600000000003E-3</c:v>
                </c:pt>
                <c:pt idx="1623">
                  <c:v>-4.3101600000000004E-3</c:v>
                </c:pt>
                <c:pt idx="1624">
                  <c:v>-4.0047700000000004E-3</c:v>
                </c:pt>
                <c:pt idx="1625">
                  <c:v>-3.69937E-3</c:v>
                </c:pt>
                <c:pt idx="1626">
                  <c:v>-3.3939700000000001E-3</c:v>
                </c:pt>
                <c:pt idx="1627">
                  <c:v>-3.0885700000000001E-3</c:v>
                </c:pt>
                <c:pt idx="1628">
                  <c:v>-2.7831800000000001E-3</c:v>
                </c:pt>
                <c:pt idx="1629">
                  <c:v>-2.4777800000000002E-3</c:v>
                </c:pt>
                <c:pt idx="1630">
                  <c:v>-2.1723799999999998E-3</c:v>
                </c:pt>
                <c:pt idx="1631">
                  <c:v>-1.8669800000000001E-3</c:v>
                </c:pt>
                <c:pt idx="1632">
                  <c:v>-1.5615799999999999E-3</c:v>
                </c:pt>
                <c:pt idx="1633">
                  <c:v>-1.2561899999999999E-3</c:v>
                </c:pt>
                <c:pt idx="1634">
                  <c:v>-9.5078899999999995E-4</c:v>
                </c:pt>
                <c:pt idx="1635">
                  <c:v>-6.4539199999999995E-4</c:v>
                </c:pt>
                <c:pt idx="1636">
                  <c:v>-3.3999399999999998E-4</c:v>
                </c:pt>
                <c:pt idx="1637" formatCode="0.00E+00">
                  <c:v>-3.45965E-5</c:v>
                </c:pt>
                <c:pt idx="1638">
                  <c:v>2.7080099999999998E-4</c:v>
                </c:pt>
                <c:pt idx="1639">
                  <c:v>5.76199E-4</c:v>
                </c:pt>
                <c:pt idx="1640">
                  <c:v>8.8159600000000001E-4</c:v>
                </c:pt>
                <c:pt idx="1641">
                  <c:v>1.18699E-3</c:v>
                </c:pt>
                <c:pt idx="1642">
                  <c:v>1.4923899999999999E-3</c:v>
                </c:pt>
                <c:pt idx="1643">
                  <c:v>1.7977900000000001E-3</c:v>
                </c:pt>
                <c:pt idx="1644">
                  <c:v>2.10319E-3</c:v>
                </c:pt>
                <c:pt idx="1645">
                  <c:v>2.40858E-3</c:v>
                </c:pt>
                <c:pt idx="1646">
                  <c:v>2.71398E-3</c:v>
                </c:pt>
                <c:pt idx="1647">
                  <c:v>3.0193799999999999E-3</c:v>
                </c:pt>
                <c:pt idx="1648">
                  <c:v>3.3247799999999998E-3</c:v>
                </c:pt>
                <c:pt idx="1649">
                  <c:v>3.6301699999999998E-3</c:v>
                </c:pt>
                <c:pt idx="1650">
                  <c:v>3.9355700000000002E-3</c:v>
                </c:pt>
                <c:pt idx="1651">
                  <c:v>4.2409700000000002E-3</c:v>
                </c:pt>
                <c:pt idx="1652">
                  <c:v>4.5463700000000001E-3</c:v>
                </c:pt>
                <c:pt idx="1653">
                  <c:v>4.85177E-3</c:v>
                </c:pt>
                <c:pt idx="1654">
                  <c:v>5.15716E-3</c:v>
                </c:pt>
                <c:pt idx="1655">
                  <c:v>5.46256E-3</c:v>
                </c:pt>
                <c:pt idx="1656">
                  <c:v>5.7679599999999999E-3</c:v>
                </c:pt>
                <c:pt idx="1657">
                  <c:v>6.0733599999999999E-3</c:v>
                </c:pt>
                <c:pt idx="1658">
                  <c:v>6.3787499999999999E-3</c:v>
                </c:pt>
                <c:pt idx="1659">
                  <c:v>6.6841499999999998E-3</c:v>
                </c:pt>
                <c:pt idx="1660">
                  <c:v>6.9895499999999998E-3</c:v>
                </c:pt>
                <c:pt idx="1661">
                  <c:v>7.2949499999999997E-3</c:v>
                </c:pt>
                <c:pt idx="1662">
                  <c:v>7.6003399999999997E-3</c:v>
                </c:pt>
                <c:pt idx="1663">
                  <c:v>7.9057399999999996E-3</c:v>
                </c:pt>
                <c:pt idx="1664">
                  <c:v>8.2111400000000005E-3</c:v>
                </c:pt>
                <c:pt idx="1665">
                  <c:v>8.5165399999999995E-3</c:v>
                </c:pt>
                <c:pt idx="1666">
                  <c:v>8.8219300000000004E-3</c:v>
                </c:pt>
                <c:pt idx="1667">
                  <c:v>9.1273299999999995E-3</c:v>
                </c:pt>
                <c:pt idx="1668">
                  <c:v>9.4327300000000003E-3</c:v>
                </c:pt>
                <c:pt idx="1669">
                  <c:v>9.7381299999999994E-3</c:v>
                </c:pt>
                <c:pt idx="1670">
                  <c:v>1.00435E-2</c:v>
                </c:pt>
                <c:pt idx="1671">
                  <c:v>1.0348899999999999E-2</c:v>
                </c:pt>
                <c:pt idx="1672">
                  <c:v>1.06543E-2</c:v>
                </c:pt>
                <c:pt idx="1673">
                  <c:v>1.0959699999999999E-2</c:v>
                </c:pt>
                <c:pt idx="1674">
                  <c:v>1.12651E-2</c:v>
                </c:pt>
                <c:pt idx="1675">
                  <c:v>1.1570499999999999E-2</c:v>
                </c:pt>
                <c:pt idx="1676">
                  <c:v>1.18759E-2</c:v>
                </c:pt>
                <c:pt idx="1677">
                  <c:v>1.2181300000000001E-2</c:v>
                </c:pt>
                <c:pt idx="1678">
                  <c:v>1.24867E-2</c:v>
                </c:pt>
                <c:pt idx="1679">
                  <c:v>1.2792100000000001E-2</c:v>
                </c:pt>
                <c:pt idx="1680">
                  <c:v>1.30975E-2</c:v>
                </c:pt>
                <c:pt idx="1681">
                  <c:v>1.3402900000000001E-2</c:v>
                </c:pt>
                <c:pt idx="1682">
                  <c:v>1.37083E-2</c:v>
                </c:pt>
                <c:pt idx="1683">
                  <c:v>1.40137E-2</c:v>
                </c:pt>
                <c:pt idx="1684">
                  <c:v>1.43191E-2</c:v>
                </c:pt>
                <c:pt idx="1685">
                  <c:v>1.46245E-2</c:v>
                </c:pt>
                <c:pt idx="1686">
                  <c:v>1.4929899999999999E-2</c:v>
                </c:pt>
                <c:pt idx="1687">
                  <c:v>1.52353E-2</c:v>
                </c:pt>
                <c:pt idx="1688">
                  <c:v>1.5540699999999999E-2</c:v>
                </c:pt>
                <c:pt idx="1689">
                  <c:v>1.5846099999999998E-2</c:v>
                </c:pt>
                <c:pt idx="1690">
                  <c:v>1.6151499999999999E-2</c:v>
                </c:pt>
                <c:pt idx="1691">
                  <c:v>1.64569E-2</c:v>
                </c:pt>
                <c:pt idx="1692">
                  <c:v>1.6762300000000001E-2</c:v>
                </c:pt>
                <c:pt idx="1693">
                  <c:v>1.7067700000000002E-2</c:v>
                </c:pt>
                <c:pt idx="1694">
                  <c:v>1.7373099999999999E-2</c:v>
                </c:pt>
                <c:pt idx="1695">
                  <c:v>1.76785E-2</c:v>
                </c:pt>
                <c:pt idx="1696">
                  <c:v>1.7983900000000001E-2</c:v>
                </c:pt>
                <c:pt idx="1697">
                  <c:v>1.8289300000000001E-2</c:v>
                </c:pt>
                <c:pt idx="1698">
                  <c:v>1.8594699999999999E-2</c:v>
                </c:pt>
                <c:pt idx="1699">
                  <c:v>1.89001E-2</c:v>
                </c:pt>
                <c:pt idx="1700">
                  <c:v>1.92055E-2</c:v>
                </c:pt>
                <c:pt idx="1701">
                  <c:v>1.9510900000000001E-2</c:v>
                </c:pt>
                <c:pt idx="1702">
                  <c:v>1.9816199999999999E-2</c:v>
                </c:pt>
                <c:pt idx="1703">
                  <c:v>2.01216E-2</c:v>
                </c:pt>
                <c:pt idx="1704">
                  <c:v>2.0427000000000001E-2</c:v>
                </c:pt>
                <c:pt idx="1705">
                  <c:v>2.0732400000000002E-2</c:v>
                </c:pt>
                <c:pt idx="1706">
                  <c:v>2.1037799999999999E-2</c:v>
                </c:pt>
                <c:pt idx="1707">
                  <c:v>2.13432E-2</c:v>
                </c:pt>
                <c:pt idx="1708">
                  <c:v>2.16486E-2</c:v>
                </c:pt>
                <c:pt idx="1709">
                  <c:v>2.1954000000000001E-2</c:v>
                </c:pt>
                <c:pt idx="1710">
                  <c:v>2.2259399999999999E-2</c:v>
                </c:pt>
                <c:pt idx="1711">
                  <c:v>2.2564799999999999E-2</c:v>
                </c:pt>
                <c:pt idx="1712">
                  <c:v>2.28702E-2</c:v>
                </c:pt>
                <c:pt idx="1713">
                  <c:v>2.3175600000000001E-2</c:v>
                </c:pt>
                <c:pt idx="1714">
                  <c:v>2.3480999999999998E-2</c:v>
                </c:pt>
                <c:pt idx="1715">
                  <c:v>2.3786399999999999E-2</c:v>
                </c:pt>
                <c:pt idx="1716">
                  <c:v>2.40918E-2</c:v>
                </c:pt>
                <c:pt idx="1717">
                  <c:v>2.4397200000000001E-2</c:v>
                </c:pt>
                <c:pt idx="1718">
                  <c:v>2.4702600000000002E-2</c:v>
                </c:pt>
                <c:pt idx="1719">
                  <c:v>2.5007999999999999E-2</c:v>
                </c:pt>
                <c:pt idx="1720">
                  <c:v>2.53134E-2</c:v>
                </c:pt>
                <c:pt idx="1721">
                  <c:v>2.5618800000000001E-2</c:v>
                </c:pt>
                <c:pt idx="1722">
                  <c:v>2.5924200000000001E-2</c:v>
                </c:pt>
                <c:pt idx="1723">
                  <c:v>2.6229599999999999E-2</c:v>
                </c:pt>
                <c:pt idx="1724">
                  <c:v>2.6535E-2</c:v>
                </c:pt>
                <c:pt idx="1725">
                  <c:v>2.68404E-2</c:v>
                </c:pt>
                <c:pt idx="1726">
                  <c:v>2.7145800000000001E-2</c:v>
                </c:pt>
                <c:pt idx="1727">
                  <c:v>2.7451199999999999E-2</c:v>
                </c:pt>
                <c:pt idx="1728">
                  <c:v>2.7756599999999999E-2</c:v>
                </c:pt>
                <c:pt idx="1729">
                  <c:v>2.8062E-2</c:v>
                </c:pt>
                <c:pt idx="1730">
                  <c:v>2.8367400000000001E-2</c:v>
                </c:pt>
                <c:pt idx="1731">
                  <c:v>2.8672799999999998E-2</c:v>
                </c:pt>
                <c:pt idx="1732">
                  <c:v>2.8978199999999999E-2</c:v>
                </c:pt>
                <c:pt idx="1733">
                  <c:v>2.92836E-2</c:v>
                </c:pt>
                <c:pt idx="1734">
                  <c:v>2.9589000000000001E-2</c:v>
                </c:pt>
                <c:pt idx="1735">
                  <c:v>2.9894400000000002E-2</c:v>
                </c:pt>
                <c:pt idx="1736">
                  <c:v>3.0199799999999999E-2</c:v>
                </c:pt>
                <c:pt idx="1737">
                  <c:v>3.05052E-2</c:v>
                </c:pt>
                <c:pt idx="1738">
                  <c:v>3.08106E-2</c:v>
                </c:pt>
                <c:pt idx="1739">
                  <c:v>3.1116000000000001E-2</c:v>
                </c:pt>
                <c:pt idx="1740">
                  <c:v>3.1421400000000002E-2</c:v>
                </c:pt>
                <c:pt idx="1741">
                  <c:v>3.1726799999999999E-2</c:v>
                </c:pt>
                <c:pt idx="1742">
                  <c:v>3.2032199999999997E-2</c:v>
                </c:pt>
                <c:pt idx="1743">
                  <c:v>3.2337600000000001E-2</c:v>
                </c:pt>
                <c:pt idx="1744">
                  <c:v>3.2642900000000002E-2</c:v>
                </c:pt>
                <c:pt idx="1745">
                  <c:v>3.29483E-2</c:v>
                </c:pt>
                <c:pt idx="1746">
                  <c:v>3.3253699999999997E-2</c:v>
                </c:pt>
                <c:pt idx="1747">
                  <c:v>3.3559100000000001E-2</c:v>
                </c:pt>
                <c:pt idx="1748">
                  <c:v>3.3864499999999999E-2</c:v>
                </c:pt>
                <c:pt idx="1749">
                  <c:v>3.4169900000000003E-2</c:v>
                </c:pt>
                <c:pt idx="1750">
                  <c:v>3.44753E-2</c:v>
                </c:pt>
                <c:pt idx="1751">
                  <c:v>3.4780699999999998E-2</c:v>
                </c:pt>
                <c:pt idx="1752">
                  <c:v>3.5086100000000002E-2</c:v>
                </c:pt>
                <c:pt idx="1753">
                  <c:v>3.5391499999999999E-2</c:v>
                </c:pt>
                <c:pt idx="1754">
                  <c:v>3.5696899999999997E-2</c:v>
                </c:pt>
                <c:pt idx="1755">
                  <c:v>3.6002300000000001E-2</c:v>
                </c:pt>
                <c:pt idx="1756">
                  <c:v>3.6307699999999998E-2</c:v>
                </c:pt>
                <c:pt idx="1757">
                  <c:v>3.6613100000000003E-2</c:v>
                </c:pt>
                <c:pt idx="1758">
                  <c:v>3.69185E-2</c:v>
                </c:pt>
                <c:pt idx="1759">
                  <c:v>3.7223899999999997E-2</c:v>
                </c:pt>
                <c:pt idx="1760">
                  <c:v>3.7529300000000002E-2</c:v>
                </c:pt>
                <c:pt idx="1761">
                  <c:v>3.7834699999999999E-2</c:v>
                </c:pt>
                <c:pt idx="1762">
                  <c:v>3.8140100000000003E-2</c:v>
                </c:pt>
                <c:pt idx="1763">
                  <c:v>3.8445500000000001E-2</c:v>
                </c:pt>
                <c:pt idx="1764">
                  <c:v>3.8750899999999998E-2</c:v>
                </c:pt>
                <c:pt idx="1765">
                  <c:v>3.9056300000000002E-2</c:v>
                </c:pt>
                <c:pt idx="1766">
                  <c:v>3.9361699999999999E-2</c:v>
                </c:pt>
                <c:pt idx="1767">
                  <c:v>3.9667099999999997E-2</c:v>
                </c:pt>
                <c:pt idx="1768">
                  <c:v>3.9972500000000001E-2</c:v>
                </c:pt>
                <c:pt idx="1769">
                  <c:v>4.0277899999999998E-2</c:v>
                </c:pt>
                <c:pt idx="1770">
                  <c:v>4.0583300000000003E-2</c:v>
                </c:pt>
                <c:pt idx="1771">
                  <c:v>4.08887E-2</c:v>
                </c:pt>
                <c:pt idx="1772">
                  <c:v>4.1194099999999997E-2</c:v>
                </c:pt>
                <c:pt idx="1773">
                  <c:v>4.1499500000000002E-2</c:v>
                </c:pt>
                <c:pt idx="1774">
                  <c:v>4.1804899999999999E-2</c:v>
                </c:pt>
                <c:pt idx="1775">
                  <c:v>4.2110300000000003E-2</c:v>
                </c:pt>
                <c:pt idx="1776">
                  <c:v>4.2415700000000001E-2</c:v>
                </c:pt>
                <c:pt idx="1777">
                  <c:v>4.2721099999999998E-2</c:v>
                </c:pt>
                <c:pt idx="1778">
                  <c:v>4.3026500000000002E-2</c:v>
                </c:pt>
                <c:pt idx="1779">
                  <c:v>4.33319E-2</c:v>
                </c:pt>
                <c:pt idx="1780">
                  <c:v>4.3637299999999997E-2</c:v>
                </c:pt>
                <c:pt idx="1781">
                  <c:v>4.3942700000000001E-2</c:v>
                </c:pt>
                <c:pt idx="1782">
                  <c:v>4.4248099999999999E-2</c:v>
                </c:pt>
                <c:pt idx="1783">
                  <c:v>4.4553500000000003E-2</c:v>
                </c:pt>
                <c:pt idx="1784">
                  <c:v>4.48589E-2</c:v>
                </c:pt>
                <c:pt idx="1785">
                  <c:v>4.5164299999999998E-2</c:v>
                </c:pt>
                <c:pt idx="1786">
                  <c:v>4.5469599999999999E-2</c:v>
                </c:pt>
                <c:pt idx="1787">
                  <c:v>4.5775000000000003E-2</c:v>
                </c:pt>
                <c:pt idx="1788">
                  <c:v>4.6080400000000001E-2</c:v>
                </c:pt>
                <c:pt idx="1789">
                  <c:v>4.6385799999999998E-2</c:v>
                </c:pt>
                <c:pt idx="1790">
                  <c:v>4.6691200000000002E-2</c:v>
                </c:pt>
                <c:pt idx="1791">
                  <c:v>4.6996599999999999E-2</c:v>
                </c:pt>
                <c:pt idx="1792">
                  <c:v>4.7301999999999997E-2</c:v>
                </c:pt>
                <c:pt idx="1793">
                  <c:v>4.7607400000000001E-2</c:v>
                </c:pt>
                <c:pt idx="1794">
                  <c:v>4.7912799999999998E-2</c:v>
                </c:pt>
                <c:pt idx="1795">
                  <c:v>4.8218200000000003E-2</c:v>
                </c:pt>
                <c:pt idx="1796">
                  <c:v>4.85236E-2</c:v>
                </c:pt>
                <c:pt idx="1797">
                  <c:v>4.8828999999999997E-2</c:v>
                </c:pt>
                <c:pt idx="1798">
                  <c:v>4.9134400000000002E-2</c:v>
                </c:pt>
                <c:pt idx="1799">
                  <c:v>4.9439799999999999E-2</c:v>
                </c:pt>
                <c:pt idx="1800">
                  <c:v>4.9745200000000003E-2</c:v>
                </c:pt>
                <c:pt idx="1801">
                  <c:v>5.0050600000000001E-2</c:v>
                </c:pt>
                <c:pt idx="1802">
                  <c:v>5.0355999999999998E-2</c:v>
                </c:pt>
                <c:pt idx="1803">
                  <c:v>5.0661400000000002E-2</c:v>
                </c:pt>
                <c:pt idx="1804">
                  <c:v>5.09668E-2</c:v>
                </c:pt>
                <c:pt idx="1805">
                  <c:v>5.1272199999999997E-2</c:v>
                </c:pt>
                <c:pt idx="1806">
                  <c:v>5.1577600000000001E-2</c:v>
                </c:pt>
                <c:pt idx="1807">
                  <c:v>5.1882999999999999E-2</c:v>
                </c:pt>
                <c:pt idx="1808">
                  <c:v>5.2188400000000003E-2</c:v>
                </c:pt>
                <c:pt idx="1809">
                  <c:v>5.24938E-2</c:v>
                </c:pt>
                <c:pt idx="1810">
                  <c:v>5.2799199999999998E-2</c:v>
                </c:pt>
                <c:pt idx="1811">
                  <c:v>5.3104600000000002E-2</c:v>
                </c:pt>
                <c:pt idx="1812">
                  <c:v>5.3409999999999999E-2</c:v>
                </c:pt>
                <c:pt idx="1813">
                  <c:v>5.3715400000000003E-2</c:v>
                </c:pt>
                <c:pt idx="1814">
                  <c:v>5.4020800000000001E-2</c:v>
                </c:pt>
                <c:pt idx="1815">
                  <c:v>5.4326199999999998E-2</c:v>
                </c:pt>
                <c:pt idx="1816">
                  <c:v>5.4631600000000002E-2</c:v>
                </c:pt>
                <c:pt idx="1817">
                  <c:v>5.4937E-2</c:v>
                </c:pt>
                <c:pt idx="1818">
                  <c:v>5.5242399999999997E-2</c:v>
                </c:pt>
                <c:pt idx="1819">
                  <c:v>5.5547800000000001E-2</c:v>
                </c:pt>
                <c:pt idx="1820">
                  <c:v>5.5853199999999999E-2</c:v>
                </c:pt>
                <c:pt idx="1821">
                  <c:v>5.6158600000000003E-2</c:v>
                </c:pt>
                <c:pt idx="1822">
                  <c:v>5.6464E-2</c:v>
                </c:pt>
                <c:pt idx="1823">
                  <c:v>5.6769399999999998E-2</c:v>
                </c:pt>
                <c:pt idx="1824">
                  <c:v>5.7074800000000002E-2</c:v>
                </c:pt>
                <c:pt idx="1825">
                  <c:v>5.7380199999999999E-2</c:v>
                </c:pt>
                <c:pt idx="1826">
                  <c:v>5.7685599999999997E-2</c:v>
                </c:pt>
                <c:pt idx="1827">
                  <c:v>5.7991000000000001E-2</c:v>
                </c:pt>
                <c:pt idx="1828">
                  <c:v>5.8296300000000002E-2</c:v>
                </c:pt>
                <c:pt idx="1829">
                  <c:v>5.86017E-2</c:v>
                </c:pt>
                <c:pt idx="1830">
                  <c:v>5.8907099999999997E-2</c:v>
                </c:pt>
                <c:pt idx="1831">
                  <c:v>5.9212500000000001E-2</c:v>
                </c:pt>
                <c:pt idx="1832">
                  <c:v>5.9517899999999999E-2</c:v>
                </c:pt>
                <c:pt idx="1833">
                  <c:v>5.9823300000000003E-2</c:v>
                </c:pt>
                <c:pt idx="1834">
                  <c:v>6.01287E-2</c:v>
                </c:pt>
                <c:pt idx="1835">
                  <c:v>6.0434099999999998E-2</c:v>
                </c:pt>
                <c:pt idx="1836">
                  <c:v>6.0739500000000002E-2</c:v>
                </c:pt>
                <c:pt idx="1837">
                  <c:v>6.1044899999999999E-2</c:v>
                </c:pt>
                <c:pt idx="1838">
                  <c:v>6.1350300000000003E-2</c:v>
                </c:pt>
                <c:pt idx="1839">
                  <c:v>6.1655700000000001E-2</c:v>
                </c:pt>
                <c:pt idx="1840">
                  <c:v>6.1961099999999998E-2</c:v>
                </c:pt>
                <c:pt idx="1841">
                  <c:v>6.2266500000000002E-2</c:v>
                </c:pt>
                <c:pt idx="1842">
                  <c:v>6.25719E-2</c:v>
                </c:pt>
                <c:pt idx="1843">
                  <c:v>6.2877299999999997E-2</c:v>
                </c:pt>
                <c:pt idx="1844">
                  <c:v>6.3182699999999994E-2</c:v>
                </c:pt>
                <c:pt idx="1845">
                  <c:v>6.3488100000000006E-2</c:v>
                </c:pt>
                <c:pt idx="1846">
                  <c:v>6.3793500000000003E-2</c:v>
                </c:pt>
                <c:pt idx="1847">
                  <c:v>6.40989E-2</c:v>
                </c:pt>
                <c:pt idx="1848">
                  <c:v>6.4404299999999998E-2</c:v>
                </c:pt>
                <c:pt idx="1849">
                  <c:v>6.4709699999999995E-2</c:v>
                </c:pt>
                <c:pt idx="1850">
                  <c:v>6.5015100000000006E-2</c:v>
                </c:pt>
                <c:pt idx="1851">
                  <c:v>6.5320500000000004E-2</c:v>
                </c:pt>
                <c:pt idx="1852">
                  <c:v>6.5625900000000001E-2</c:v>
                </c:pt>
                <c:pt idx="1853">
                  <c:v>6.5931299999999998E-2</c:v>
                </c:pt>
                <c:pt idx="1854">
                  <c:v>6.6236699999999996E-2</c:v>
                </c:pt>
                <c:pt idx="1855">
                  <c:v>6.6542100000000007E-2</c:v>
                </c:pt>
                <c:pt idx="1856">
                  <c:v>6.6847500000000004E-2</c:v>
                </c:pt>
                <c:pt idx="1857">
                  <c:v>6.7152900000000001E-2</c:v>
                </c:pt>
                <c:pt idx="1858">
                  <c:v>6.7458299999999999E-2</c:v>
                </c:pt>
                <c:pt idx="1859">
                  <c:v>6.7763699999999996E-2</c:v>
                </c:pt>
                <c:pt idx="1860">
                  <c:v>6.8069099999999993E-2</c:v>
                </c:pt>
                <c:pt idx="1861">
                  <c:v>6.8374500000000005E-2</c:v>
                </c:pt>
                <c:pt idx="1862">
                  <c:v>6.8679900000000002E-2</c:v>
                </c:pt>
                <c:pt idx="1863">
                  <c:v>6.8985299999999999E-2</c:v>
                </c:pt>
                <c:pt idx="1864">
                  <c:v>6.9290699999999997E-2</c:v>
                </c:pt>
                <c:pt idx="1865">
                  <c:v>6.9596099999999994E-2</c:v>
                </c:pt>
                <c:pt idx="1866">
                  <c:v>6.9901500000000005E-2</c:v>
                </c:pt>
                <c:pt idx="1867">
                  <c:v>7.0206900000000003E-2</c:v>
                </c:pt>
                <c:pt idx="1868">
                  <c:v>7.05123E-2</c:v>
                </c:pt>
                <c:pt idx="1869">
                  <c:v>7.0817699999999997E-2</c:v>
                </c:pt>
                <c:pt idx="1870">
                  <c:v>7.1123000000000006E-2</c:v>
                </c:pt>
                <c:pt idx="1871">
                  <c:v>7.1428400000000003E-2</c:v>
                </c:pt>
                <c:pt idx="1872">
                  <c:v>7.17338E-2</c:v>
                </c:pt>
                <c:pt idx="1873">
                  <c:v>7.2039199999999998E-2</c:v>
                </c:pt>
                <c:pt idx="1874">
                  <c:v>7.2344599999999995E-2</c:v>
                </c:pt>
                <c:pt idx="1875">
                  <c:v>7.2650000000000006E-2</c:v>
                </c:pt>
                <c:pt idx="1876">
                  <c:v>7.2955400000000004E-2</c:v>
                </c:pt>
                <c:pt idx="1877">
                  <c:v>7.3260800000000001E-2</c:v>
                </c:pt>
                <c:pt idx="1878">
                  <c:v>7.3566199999999998E-2</c:v>
                </c:pt>
                <c:pt idx="1879">
                  <c:v>7.3871599999999996E-2</c:v>
                </c:pt>
                <c:pt idx="1880">
                  <c:v>7.4177000000000007E-2</c:v>
                </c:pt>
                <c:pt idx="1881">
                  <c:v>7.4482400000000004E-2</c:v>
                </c:pt>
                <c:pt idx="1882">
                  <c:v>7.4787800000000001E-2</c:v>
                </c:pt>
                <c:pt idx="1883">
                  <c:v>7.5093199999999999E-2</c:v>
                </c:pt>
                <c:pt idx="1884">
                  <c:v>7.5398599999999996E-2</c:v>
                </c:pt>
                <c:pt idx="1885">
                  <c:v>7.5703999999999994E-2</c:v>
                </c:pt>
                <c:pt idx="1886">
                  <c:v>7.6009400000000005E-2</c:v>
                </c:pt>
                <c:pt idx="1887">
                  <c:v>7.6314800000000002E-2</c:v>
                </c:pt>
                <c:pt idx="1888">
                  <c:v>7.6620199999999999E-2</c:v>
                </c:pt>
                <c:pt idx="1889">
                  <c:v>7.6925599999999997E-2</c:v>
                </c:pt>
                <c:pt idx="1890">
                  <c:v>7.7230999999999994E-2</c:v>
                </c:pt>
                <c:pt idx="1891">
                  <c:v>7.7536400000000005E-2</c:v>
                </c:pt>
                <c:pt idx="1892">
                  <c:v>7.7841800000000003E-2</c:v>
                </c:pt>
                <c:pt idx="1893">
                  <c:v>7.81472E-2</c:v>
                </c:pt>
                <c:pt idx="1894">
                  <c:v>7.8452599999999997E-2</c:v>
                </c:pt>
                <c:pt idx="1895">
                  <c:v>7.8757999999999995E-2</c:v>
                </c:pt>
                <c:pt idx="1896">
                  <c:v>7.9063400000000006E-2</c:v>
                </c:pt>
                <c:pt idx="1897">
                  <c:v>7.9368800000000003E-2</c:v>
                </c:pt>
                <c:pt idx="1898">
                  <c:v>7.9674200000000001E-2</c:v>
                </c:pt>
                <c:pt idx="1899">
                  <c:v>7.9979599999999998E-2</c:v>
                </c:pt>
                <c:pt idx="1900">
                  <c:v>8.0284999999999995E-2</c:v>
                </c:pt>
                <c:pt idx="1901">
                  <c:v>8.0590400000000006E-2</c:v>
                </c:pt>
                <c:pt idx="1902">
                  <c:v>8.0895800000000004E-2</c:v>
                </c:pt>
                <c:pt idx="1903">
                  <c:v>8.1201200000000001E-2</c:v>
                </c:pt>
                <c:pt idx="1904">
                  <c:v>8.1506599999999998E-2</c:v>
                </c:pt>
                <c:pt idx="1905">
                  <c:v>8.1811999999999996E-2</c:v>
                </c:pt>
                <c:pt idx="1906">
                  <c:v>8.2117399999999993E-2</c:v>
                </c:pt>
                <c:pt idx="1907">
                  <c:v>8.2422800000000004E-2</c:v>
                </c:pt>
                <c:pt idx="1908">
                  <c:v>8.2728200000000002E-2</c:v>
                </c:pt>
                <c:pt idx="1909">
                  <c:v>8.3033599999999999E-2</c:v>
                </c:pt>
                <c:pt idx="1910">
                  <c:v>8.3338999999999996E-2</c:v>
                </c:pt>
                <c:pt idx="1911">
                  <c:v>8.3644399999999994E-2</c:v>
                </c:pt>
                <c:pt idx="1912">
                  <c:v>8.3949700000000002E-2</c:v>
                </c:pt>
                <c:pt idx="1913">
                  <c:v>8.4255099999999999E-2</c:v>
                </c:pt>
                <c:pt idx="1914">
                  <c:v>8.4560499999999997E-2</c:v>
                </c:pt>
                <c:pt idx="1915">
                  <c:v>8.4865899999999994E-2</c:v>
                </c:pt>
                <c:pt idx="1916">
                  <c:v>8.5171300000000005E-2</c:v>
                </c:pt>
                <c:pt idx="1917">
                  <c:v>8.5476700000000003E-2</c:v>
                </c:pt>
                <c:pt idx="1918">
                  <c:v>8.57821E-2</c:v>
                </c:pt>
                <c:pt idx="1919">
                  <c:v>8.6087499999999997E-2</c:v>
                </c:pt>
                <c:pt idx="1920">
                  <c:v>8.6392899999999995E-2</c:v>
                </c:pt>
                <c:pt idx="1921">
                  <c:v>8.6698300000000006E-2</c:v>
                </c:pt>
                <c:pt idx="1922">
                  <c:v>8.7003700000000003E-2</c:v>
                </c:pt>
                <c:pt idx="1923">
                  <c:v>8.7309100000000001E-2</c:v>
                </c:pt>
                <c:pt idx="1924">
                  <c:v>8.7614499999999998E-2</c:v>
                </c:pt>
                <c:pt idx="1925">
                  <c:v>8.7919899999999995E-2</c:v>
                </c:pt>
                <c:pt idx="1926">
                  <c:v>8.8225300000000006E-2</c:v>
                </c:pt>
                <c:pt idx="1927">
                  <c:v>8.8530700000000004E-2</c:v>
                </c:pt>
                <c:pt idx="1928">
                  <c:v>8.8836100000000001E-2</c:v>
                </c:pt>
                <c:pt idx="1929">
                  <c:v>8.9141499999999999E-2</c:v>
                </c:pt>
                <c:pt idx="1930">
                  <c:v>8.9446899999999996E-2</c:v>
                </c:pt>
                <c:pt idx="1931">
                  <c:v>8.9752299999999993E-2</c:v>
                </c:pt>
                <c:pt idx="1932">
                  <c:v>9.0057700000000004E-2</c:v>
                </c:pt>
                <c:pt idx="1933">
                  <c:v>9.0363100000000002E-2</c:v>
                </c:pt>
                <c:pt idx="1934">
                  <c:v>9.0668499999999999E-2</c:v>
                </c:pt>
                <c:pt idx="1935">
                  <c:v>9.0973899999999996E-2</c:v>
                </c:pt>
                <c:pt idx="1936">
                  <c:v>9.1279299999999994E-2</c:v>
                </c:pt>
                <c:pt idx="1937">
                  <c:v>9.1584700000000005E-2</c:v>
                </c:pt>
                <c:pt idx="1938">
                  <c:v>9.1890100000000002E-2</c:v>
                </c:pt>
                <c:pt idx="1939">
                  <c:v>9.21955E-2</c:v>
                </c:pt>
                <c:pt idx="1940">
                  <c:v>9.2500899999999997E-2</c:v>
                </c:pt>
                <c:pt idx="1941">
                  <c:v>9.2806299999999994E-2</c:v>
                </c:pt>
                <c:pt idx="1942">
                  <c:v>9.3111700000000006E-2</c:v>
                </c:pt>
                <c:pt idx="1943">
                  <c:v>9.3417100000000003E-2</c:v>
                </c:pt>
                <c:pt idx="1944">
                  <c:v>9.37225E-2</c:v>
                </c:pt>
                <c:pt idx="1945">
                  <c:v>9.4027899999999998E-2</c:v>
                </c:pt>
                <c:pt idx="1946">
                  <c:v>9.4333299999999995E-2</c:v>
                </c:pt>
                <c:pt idx="1947">
                  <c:v>9.4638700000000006E-2</c:v>
                </c:pt>
                <c:pt idx="1948">
                  <c:v>9.4944100000000003E-2</c:v>
                </c:pt>
                <c:pt idx="1949">
                  <c:v>9.5249500000000001E-2</c:v>
                </c:pt>
                <c:pt idx="1950">
                  <c:v>9.5554899999999998E-2</c:v>
                </c:pt>
                <c:pt idx="1951">
                  <c:v>9.5860299999999996E-2</c:v>
                </c:pt>
                <c:pt idx="1952">
                  <c:v>9.6165700000000007E-2</c:v>
                </c:pt>
                <c:pt idx="1953">
                  <c:v>9.6471100000000004E-2</c:v>
                </c:pt>
                <c:pt idx="1954">
                  <c:v>9.6776399999999999E-2</c:v>
                </c:pt>
                <c:pt idx="1955">
                  <c:v>9.7081799999999996E-2</c:v>
                </c:pt>
                <c:pt idx="1956">
                  <c:v>9.7387199999999993E-2</c:v>
                </c:pt>
                <c:pt idx="1957">
                  <c:v>9.7692600000000004E-2</c:v>
                </c:pt>
                <c:pt idx="1958">
                  <c:v>9.7998000000000002E-2</c:v>
                </c:pt>
                <c:pt idx="1959">
                  <c:v>9.8303399999999999E-2</c:v>
                </c:pt>
                <c:pt idx="1960">
                  <c:v>9.8608799999999996E-2</c:v>
                </c:pt>
                <c:pt idx="1961">
                  <c:v>9.8914199999999994E-2</c:v>
                </c:pt>
                <c:pt idx="1962">
                  <c:v>9.9219600000000005E-2</c:v>
                </c:pt>
                <c:pt idx="1963">
                  <c:v>9.9525000000000002E-2</c:v>
                </c:pt>
                <c:pt idx="1964">
                  <c:v>9.98304E-2</c:v>
                </c:pt>
                <c:pt idx="1965">
                  <c:v>0.100136</c:v>
                </c:pt>
                <c:pt idx="1966">
                  <c:v>0.100441</c:v>
                </c:pt>
                <c:pt idx="1967">
                  <c:v>0.100747</c:v>
                </c:pt>
                <c:pt idx="1968">
                  <c:v>0.101052</c:v>
                </c:pt>
                <c:pt idx="1969">
                  <c:v>0.101357</c:v>
                </c:pt>
                <c:pt idx="1970">
                  <c:v>0.101663</c:v>
                </c:pt>
                <c:pt idx="1971">
                  <c:v>0.101968</c:v>
                </c:pt>
                <c:pt idx="1972">
                  <c:v>0.102274</c:v>
                </c:pt>
                <c:pt idx="1973">
                  <c:v>0.102579</c:v>
                </c:pt>
                <c:pt idx="1974">
                  <c:v>0.102884</c:v>
                </c:pt>
                <c:pt idx="1975">
                  <c:v>0.10319</c:v>
                </c:pt>
                <c:pt idx="1976">
                  <c:v>0.103495</c:v>
                </c:pt>
                <c:pt idx="1977">
                  <c:v>0.103801</c:v>
                </c:pt>
                <c:pt idx="1978">
                  <c:v>0.104106</c:v>
                </c:pt>
                <c:pt idx="1979">
                  <c:v>0.104411</c:v>
                </c:pt>
                <c:pt idx="1980">
                  <c:v>0.104717</c:v>
                </c:pt>
                <c:pt idx="1981">
                  <c:v>0.105022</c:v>
                </c:pt>
                <c:pt idx="1982">
                  <c:v>0.105328</c:v>
                </c:pt>
                <c:pt idx="1983">
                  <c:v>0.105633</c:v>
                </c:pt>
                <c:pt idx="1984">
                  <c:v>0.105938</c:v>
                </c:pt>
                <c:pt idx="1985">
                  <c:v>0.10624400000000001</c:v>
                </c:pt>
                <c:pt idx="1986">
                  <c:v>0.106549</c:v>
                </c:pt>
                <c:pt idx="1987">
                  <c:v>0.10685500000000001</c:v>
                </c:pt>
                <c:pt idx="1988">
                  <c:v>0.10716000000000001</c:v>
                </c:pt>
                <c:pt idx="1989">
                  <c:v>0.107465</c:v>
                </c:pt>
                <c:pt idx="1990">
                  <c:v>0.10777100000000001</c:v>
                </c:pt>
                <c:pt idx="1991">
                  <c:v>0.10807600000000001</c:v>
                </c:pt>
                <c:pt idx="1992">
                  <c:v>0.10838200000000001</c:v>
                </c:pt>
                <c:pt idx="1993">
                  <c:v>0.10868700000000001</c:v>
                </c:pt>
                <c:pt idx="1994">
                  <c:v>0.10899200000000001</c:v>
                </c:pt>
                <c:pt idx="1995">
                  <c:v>0.10929800000000001</c:v>
                </c:pt>
                <c:pt idx="1996">
                  <c:v>0.10960300000000001</c:v>
                </c:pt>
                <c:pt idx="1997">
                  <c:v>0.10990900000000001</c:v>
                </c:pt>
                <c:pt idx="1998">
                  <c:v>0.11021400000000001</c:v>
                </c:pt>
                <c:pt idx="1999">
                  <c:v>0.11051900000000001</c:v>
                </c:pt>
                <c:pt idx="2000">
                  <c:v>0.11082500000000001</c:v>
                </c:pt>
                <c:pt idx="2001">
                  <c:v>0.11113000000000001</c:v>
                </c:pt>
                <c:pt idx="2002">
                  <c:v>0.11143599999999999</c:v>
                </c:pt>
                <c:pt idx="2003">
                  <c:v>0.11174099999999999</c:v>
                </c:pt>
                <c:pt idx="2004">
                  <c:v>0.11204600000000001</c:v>
                </c:pt>
                <c:pt idx="2005">
                  <c:v>0.11235199999999999</c:v>
                </c:pt>
                <c:pt idx="2006">
                  <c:v>0.11265699999999999</c:v>
                </c:pt>
                <c:pt idx="2007">
                  <c:v>0.11296299999999999</c:v>
                </c:pt>
                <c:pt idx="2008">
                  <c:v>0.11326799999999999</c:v>
                </c:pt>
                <c:pt idx="2009">
                  <c:v>0.11357299999999999</c:v>
                </c:pt>
                <c:pt idx="2010">
                  <c:v>0.11387899999999999</c:v>
                </c:pt>
                <c:pt idx="2011">
                  <c:v>0.11418399999999999</c:v>
                </c:pt>
                <c:pt idx="2012">
                  <c:v>0.11448999999999999</c:v>
                </c:pt>
                <c:pt idx="2013">
                  <c:v>0.11479499999999999</c:v>
                </c:pt>
                <c:pt idx="2014">
                  <c:v>0.11509999999999999</c:v>
                </c:pt>
                <c:pt idx="2015">
                  <c:v>0.11540599999999999</c:v>
                </c:pt>
                <c:pt idx="2016">
                  <c:v>0.11571099999999999</c:v>
                </c:pt>
                <c:pt idx="2017">
                  <c:v>0.11601599999999999</c:v>
                </c:pt>
                <c:pt idx="2018">
                  <c:v>0.11632199999999999</c:v>
                </c:pt>
                <c:pt idx="2019">
                  <c:v>0.11662699999999999</c:v>
                </c:pt>
                <c:pt idx="2020">
                  <c:v>0.116933</c:v>
                </c:pt>
                <c:pt idx="2021">
                  <c:v>0.11723799999999999</c:v>
                </c:pt>
                <c:pt idx="2022">
                  <c:v>0.11754299999999999</c:v>
                </c:pt>
                <c:pt idx="2023">
                  <c:v>0.117849</c:v>
                </c:pt>
                <c:pt idx="2024">
                  <c:v>0.118154</c:v>
                </c:pt>
                <c:pt idx="2025">
                  <c:v>0.11846</c:v>
                </c:pt>
                <c:pt idx="2026">
                  <c:v>0.118765</c:v>
                </c:pt>
                <c:pt idx="2027">
                  <c:v>0.11907</c:v>
                </c:pt>
                <c:pt idx="2028">
                  <c:v>0.119376</c:v>
                </c:pt>
                <c:pt idx="2029">
                  <c:v>0.119681</c:v>
                </c:pt>
                <c:pt idx="2030">
                  <c:v>0.119987</c:v>
                </c:pt>
                <c:pt idx="2031">
                  <c:v>0.120292</c:v>
                </c:pt>
                <c:pt idx="2032">
                  <c:v>0.120597</c:v>
                </c:pt>
                <c:pt idx="2033">
                  <c:v>0.120903</c:v>
                </c:pt>
                <c:pt idx="2034">
                  <c:v>0.121208</c:v>
                </c:pt>
                <c:pt idx="2035">
                  <c:v>0.121514</c:v>
                </c:pt>
                <c:pt idx="2036">
                  <c:v>0.121819</c:v>
                </c:pt>
                <c:pt idx="2037">
                  <c:v>0.122124</c:v>
                </c:pt>
                <c:pt idx="2038">
                  <c:v>0.12243</c:v>
                </c:pt>
                <c:pt idx="2039">
                  <c:v>0.122735</c:v>
                </c:pt>
                <c:pt idx="2040">
                  <c:v>0.123041</c:v>
                </c:pt>
                <c:pt idx="2041">
                  <c:v>0.123346</c:v>
                </c:pt>
                <c:pt idx="2042">
                  <c:v>0.123651</c:v>
                </c:pt>
                <c:pt idx="2043">
                  <c:v>0.123957</c:v>
                </c:pt>
                <c:pt idx="2044">
                  <c:v>0.124262</c:v>
                </c:pt>
                <c:pt idx="2045">
                  <c:v>0.124568</c:v>
                </c:pt>
                <c:pt idx="2046">
                  <c:v>0.124873</c:v>
                </c:pt>
                <c:pt idx="2047">
                  <c:v>0.12517800000000001</c:v>
                </c:pt>
                <c:pt idx="2048">
                  <c:v>0.12548400000000001</c:v>
                </c:pt>
                <c:pt idx="2049">
                  <c:v>0.12578900000000001</c:v>
                </c:pt>
                <c:pt idx="2050">
                  <c:v>0.12609500000000001</c:v>
                </c:pt>
                <c:pt idx="2051">
                  <c:v>0.12640000000000001</c:v>
                </c:pt>
                <c:pt idx="2052">
                  <c:v>0.12670500000000001</c:v>
                </c:pt>
                <c:pt idx="2053">
                  <c:v>0.12701100000000001</c:v>
                </c:pt>
                <c:pt idx="2054">
                  <c:v>0.12731600000000001</c:v>
                </c:pt>
                <c:pt idx="2055">
                  <c:v>0.12762200000000001</c:v>
                </c:pt>
                <c:pt idx="2056">
                  <c:v>0.12792700000000001</c:v>
                </c:pt>
                <c:pt idx="2057">
                  <c:v>0.12823200000000001</c:v>
                </c:pt>
                <c:pt idx="2058">
                  <c:v>0.12853800000000001</c:v>
                </c:pt>
                <c:pt idx="2059">
                  <c:v>0.12884300000000001</c:v>
                </c:pt>
                <c:pt idx="2060">
                  <c:v>0.12914900000000001</c:v>
                </c:pt>
                <c:pt idx="2061">
                  <c:v>0.12945400000000001</c:v>
                </c:pt>
                <c:pt idx="2062">
                  <c:v>0.12975900000000001</c:v>
                </c:pt>
                <c:pt idx="2063">
                  <c:v>0.13006499999999999</c:v>
                </c:pt>
                <c:pt idx="2064">
                  <c:v>0.13037000000000001</c:v>
                </c:pt>
                <c:pt idx="2065">
                  <c:v>0.13067599999999999</c:v>
                </c:pt>
                <c:pt idx="2066">
                  <c:v>0.13098099999999999</c:v>
                </c:pt>
                <c:pt idx="2067">
                  <c:v>0.13128600000000001</c:v>
                </c:pt>
                <c:pt idx="2068">
                  <c:v>0.13159199999999999</c:v>
                </c:pt>
                <c:pt idx="2069">
                  <c:v>0.13189699999999999</c:v>
                </c:pt>
                <c:pt idx="2070">
                  <c:v>0.13220299999999999</c:v>
                </c:pt>
                <c:pt idx="2071">
                  <c:v>0.13250799999999999</c:v>
                </c:pt>
                <c:pt idx="2072">
                  <c:v>0.13281299999999999</c:v>
                </c:pt>
                <c:pt idx="2073">
                  <c:v>0.13311899999999999</c:v>
                </c:pt>
                <c:pt idx="2074">
                  <c:v>0.13342399999999999</c:v>
                </c:pt>
                <c:pt idx="2075">
                  <c:v>0.13372999999999999</c:v>
                </c:pt>
                <c:pt idx="2076">
                  <c:v>0.13403499999999999</c:v>
                </c:pt>
                <c:pt idx="2077">
                  <c:v>0.13433999999999999</c:v>
                </c:pt>
                <c:pt idx="2078">
                  <c:v>0.13464599999999999</c:v>
                </c:pt>
                <c:pt idx="2079">
                  <c:v>0.13495099999999999</c:v>
                </c:pt>
                <c:pt idx="2080">
                  <c:v>0.13525699999999999</c:v>
                </c:pt>
                <c:pt idx="2081">
                  <c:v>0.13556199999999999</c:v>
                </c:pt>
                <c:pt idx="2082">
                  <c:v>0.13586699999999999</c:v>
                </c:pt>
                <c:pt idx="2083">
                  <c:v>0.13617299999999999</c:v>
                </c:pt>
                <c:pt idx="2084">
                  <c:v>0.13647799999999999</c:v>
                </c:pt>
                <c:pt idx="2085">
                  <c:v>0.13678399999999999</c:v>
                </c:pt>
                <c:pt idx="2086">
                  <c:v>0.13708899999999999</c:v>
                </c:pt>
                <c:pt idx="2087">
                  <c:v>0.13739399999999999</c:v>
                </c:pt>
                <c:pt idx="2088">
                  <c:v>0.13769999999999999</c:v>
                </c:pt>
                <c:pt idx="2089">
                  <c:v>0.13800499999999999</c:v>
                </c:pt>
                <c:pt idx="2090">
                  <c:v>0.13831099999999999</c:v>
                </c:pt>
                <c:pt idx="2091">
                  <c:v>0.13861599999999999</c:v>
                </c:pt>
                <c:pt idx="2092">
                  <c:v>0.13892099999999999</c:v>
                </c:pt>
                <c:pt idx="2093">
                  <c:v>0.13922699999999999</c:v>
                </c:pt>
                <c:pt idx="2094">
                  <c:v>0.13953199999999999</c:v>
                </c:pt>
                <c:pt idx="2095">
                  <c:v>0.13983799999999999</c:v>
                </c:pt>
                <c:pt idx="2096">
                  <c:v>0.14014299999999999</c:v>
                </c:pt>
                <c:pt idx="2097">
                  <c:v>0.14044799999999999</c:v>
                </c:pt>
                <c:pt idx="2098">
                  <c:v>0.14075399999999999</c:v>
                </c:pt>
                <c:pt idx="2099">
                  <c:v>0.14105899999999999</c:v>
                </c:pt>
                <c:pt idx="2100">
                  <c:v>0.14136499999999999</c:v>
                </c:pt>
                <c:pt idx="2101">
                  <c:v>0.14166999999999999</c:v>
                </c:pt>
                <c:pt idx="2102">
                  <c:v>0.14197499999999999</c:v>
                </c:pt>
                <c:pt idx="2103">
                  <c:v>0.14228099999999999</c:v>
                </c:pt>
                <c:pt idx="2104">
                  <c:v>0.14258599999999999</c:v>
                </c:pt>
                <c:pt idx="2105">
                  <c:v>0.14289099999999999</c:v>
                </c:pt>
                <c:pt idx="2106">
                  <c:v>0.14319699999999999</c:v>
                </c:pt>
                <c:pt idx="2107">
                  <c:v>0.14350199999999999</c:v>
                </c:pt>
                <c:pt idx="2108">
                  <c:v>0.14380799999999999</c:v>
                </c:pt>
                <c:pt idx="2109">
                  <c:v>0.14411299999999999</c:v>
                </c:pt>
                <c:pt idx="2110">
                  <c:v>0.14441799999999999</c:v>
                </c:pt>
                <c:pt idx="2111">
                  <c:v>0.14472399999999999</c:v>
                </c:pt>
                <c:pt idx="2112">
                  <c:v>0.14502899999999999</c:v>
                </c:pt>
                <c:pt idx="2113">
                  <c:v>0.14533499999999999</c:v>
                </c:pt>
                <c:pt idx="2114">
                  <c:v>0.14563999999999999</c:v>
                </c:pt>
                <c:pt idx="2115">
                  <c:v>0.14594499999999999</c:v>
                </c:pt>
                <c:pt idx="2116">
                  <c:v>0.14625099999999999</c:v>
                </c:pt>
                <c:pt idx="2117">
                  <c:v>0.14655599999999999</c:v>
                </c:pt>
                <c:pt idx="2118">
                  <c:v>0.14686199999999999</c:v>
                </c:pt>
                <c:pt idx="2119">
                  <c:v>0.14716699999999999</c:v>
                </c:pt>
                <c:pt idx="2120">
                  <c:v>0.14747199999999999</c:v>
                </c:pt>
                <c:pt idx="2121">
                  <c:v>0.14777799999999999</c:v>
                </c:pt>
                <c:pt idx="2122">
                  <c:v>0.14808299999999999</c:v>
                </c:pt>
                <c:pt idx="2123">
                  <c:v>0.14838899999999999</c:v>
                </c:pt>
                <c:pt idx="2124">
                  <c:v>0.14869399999999999</c:v>
                </c:pt>
                <c:pt idx="2125">
                  <c:v>0.14899899999999999</c:v>
                </c:pt>
                <c:pt idx="2126">
                  <c:v>0.14930499999999999</c:v>
                </c:pt>
                <c:pt idx="2127">
                  <c:v>0.14960999999999999</c:v>
                </c:pt>
                <c:pt idx="2128">
                  <c:v>0.14991599999999999</c:v>
                </c:pt>
                <c:pt idx="2129">
                  <c:v>0.15022099999999999</c:v>
                </c:pt>
                <c:pt idx="2130">
                  <c:v>0.15052599999999999</c:v>
                </c:pt>
                <c:pt idx="2131">
                  <c:v>0.15083199999999999</c:v>
                </c:pt>
                <c:pt idx="2132">
                  <c:v>0.15113699999999999</c:v>
                </c:pt>
                <c:pt idx="2133">
                  <c:v>0.15144299999999999</c:v>
                </c:pt>
                <c:pt idx="2134">
                  <c:v>0.15174799999999999</c:v>
                </c:pt>
                <c:pt idx="2135">
                  <c:v>0.15205299999999999</c:v>
                </c:pt>
                <c:pt idx="2136">
                  <c:v>0.15235899999999999</c:v>
                </c:pt>
                <c:pt idx="2137">
                  <c:v>0.15266399999999999</c:v>
                </c:pt>
                <c:pt idx="2138">
                  <c:v>0.15296999999999999</c:v>
                </c:pt>
                <c:pt idx="2139">
                  <c:v>0.15327499999999999</c:v>
                </c:pt>
                <c:pt idx="2140">
                  <c:v>0.15357999999999999</c:v>
                </c:pt>
                <c:pt idx="2141">
                  <c:v>0.153886</c:v>
                </c:pt>
                <c:pt idx="2142">
                  <c:v>0.15419099999999999</c:v>
                </c:pt>
                <c:pt idx="2143">
                  <c:v>0.154497</c:v>
                </c:pt>
                <c:pt idx="2144">
                  <c:v>0.154802</c:v>
                </c:pt>
                <c:pt idx="2145">
                  <c:v>0.15510699999999999</c:v>
                </c:pt>
                <c:pt idx="2146">
                  <c:v>0.155413</c:v>
                </c:pt>
                <c:pt idx="2147">
                  <c:v>0.155718</c:v>
                </c:pt>
                <c:pt idx="2148">
                  <c:v>0.156024</c:v>
                </c:pt>
                <c:pt idx="2149">
                  <c:v>0.156329</c:v>
                </c:pt>
                <c:pt idx="2150">
                  <c:v>0.156634</c:v>
                </c:pt>
                <c:pt idx="2151">
                  <c:v>0.15694</c:v>
                </c:pt>
                <c:pt idx="2152">
                  <c:v>0.157245</c:v>
                </c:pt>
                <c:pt idx="2153">
                  <c:v>0.157551</c:v>
                </c:pt>
                <c:pt idx="2154">
                  <c:v>0.157856</c:v>
                </c:pt>
                <c:pt idx="2155">
                  <c:v>0.158161</c:v>
                </c:pt>
                <c:pt idx="2156">
                  <c:v>0.158467</c:v>
                </c:pt>
                <c:pt idx="2157">
                  <c:v>0.158772</c:v>
                </c:pt>
                <c:pt idx="2158">
                  <c:v>0.159078</c:v>
                </c:pt>
                <c:pt idx="2159">
                  <c:v>0.159383</c:v>
                </c:pt>
                <c:pt idx="2160">
                  <c:v>0.159688</c:v>
                </c:pt>
                <c:pt idx="2161">
                  <c:v>0.159994</c:v>
                </c:pt>
                <c:pt idx="2162">
                  <c:v>0.160299</c:v>
                </c:pt>
                <c:pt idx="2163">
                  <c:v>0.160605</c:v>
                </c:pt>
                <c:pt idx="2164">
                  <c:v>0.16091</c:v>
                </c:pt>
                <c:pt idx="2165">
                  <c:v>0.161215</c:v>
                </c:pt>
                <c:pt idx="2166">
                  <c:v>0.161521</c:v>
                </c:pt>
                <c:pt idx="2167">
                  <c:v>0.161826</c:v>
                </c:pt>
                <c:pt idx="2168">
                  <c:v>0.162132</c:v>
                </c:pt>
                <c:pt idx="2169">
                  <c:v>0.162437</c:v>
                </c:pt>
                <c:pt idx="2170">
                  <c:v>0.162742</c:v>
                </c:pt>
                <c:pt idx="2171">
                  <c:v>0.163048</c:v>
                </c:pt>
                <c:pt idx="2172">
                  <c:v>0.163353</c:v>
                </c:pt>
                <c:pt idx="2173">
                  <c:v>0.163659</c:v>
                </c:pt>
                <c:pt idx="2174">
                  <c:v>0.163964</c:v>
                </c:pt>
                <c:pt idx="2175">
                  <c:v>0.164269</c:v>
                </c:pt>
                <c:pt idx="2176">
                  <c:v>0.164575</c:v>
                </c:pt>
                <c:pt idx="2177">
                  <c:v>0.16488</c:v>
                </c:pt>
                <c:pt idx="2178">
                  <c:v>0.165186</c:v>
                </c:pt>
                <c:pt idx="2179">
                  <c:v>0.165491</c:v>
                </c:pt>
                <c:pt idx="2180">
                  <c:v>0.165796</c:v>
                </c:pt>
                <c:pt idx="2181">
                  <c:v>0.166102</c:v>
                </c:pt>
                <c:pt idx="2182">
                  <c:v>0.166407</c:v>
                </c:pt>
                <c:pt idx="2183">
                  <c:v>0.166713</c:v>
                </c:pt>
                <c:pt idx="2184">
                  <c:v>0.167018</c:v>
                </c:pt>
                <c:pt idx="2185">
                  <c:v>0.167323</c:v>
                </c:pt>
                <c:pt idx="2186">
                  <c:v>0.167629</c:v>
                </c:pt>
                <c:pt idx="2187">
                  <c:v>0.167934</c:v>
                </c:pt>
                <c:pt idx="2188">
                  <c:v>0.168239</c:v>
                </c:pt>
                <c:pt idx="2189">
                  <c:v>0.168545</c:v>
                </c:pt>
                <c:pt idx="2190">
                  <c:v>0.16885</c:v>
                </c:pt>
                <c:pt idx="2191">
                  <c:v>0.169156</c:v>
                </c:pt>
                <c:pt idx="2192">
                  <c:v>0.169461</c:v>
                </c:pt>
                <c:pt idx="2193">
                  <c:v>0.169766</c:v>
                </c:pt>
                <c:pt idx="2194">
                  <c:v>0.170072</c:v>
                </c:pt>
                <c:pt idx="2195">
                  <c:v>0.170377</c:v>
                </c:pt>
                <c:pt idx="2196">
                  <c:v>0.170683</c:v>
                </c:pt>
                <c:pt idx="2197">
                  <c:v>0.170988</c:v>
                </c:pt>
                <c:pt idx="2198">
                  <c:v>0.171293</c:v>
                </c:pt>
                <c:pt idx="2199">
                  <c:v>0.171599</c:v>
                </c:pt>
                <c:pt idx="2200">
                  <c:v>0.171904</c:v>
                </c:pt>
                <c:pt idx="2201">
                  <c:v>0.17221</c:v>
                </c:pt>
                <c:pt idx="2202">
                  <c:v>0.172515</c:v>
                </c:pt>
                <c:pt idx="2203">
                  <c:v>0.17282</c:v>
                </c:pt>
                <c:pt idx="2204">
                  <c:v>0.173126</c:v>
                </c:pt>
                <c:pt idx="2205">
                  <c:v>0.173431</c:v>
                </c:pt>
                <c:pt idx="2206">
                  <c:v>0.173737</c:v>
                </c:pt>
                <c:pt idx="2207">
                  <c:v>0.174042</c:v>
                </c:pt>
                <c:pt idx="2208">
                  <c:v>0.174347</c:v>
                </c:pt>
                <c:pt idx="2209">
                  <c:v>0.174653</c:v>
                </c:pt>
                <c:pt idx="2210">
                  <c:v>0.174958</c:v>
                </c:pt>
                <c:pt idx="2211">
                  <c:v>0.175264</c:v>
                </c:pt>
                <c:pt idx="2212">
                  <c:v>0.175569</c:v>
                </c:pt>
                <c:pt idx="2213">
                  <c:v>0.175874</c:v>
                </c:pt>
                <c:pt idx="2214">
                  <c:v>0.17618</c:v>
                </c:pt>
                <c:pt idx="2215">
                  <c:v>0.176485</c:v>
                </c:pt>
                <c:pt idx="2216">
                  <c:v>0.176791</c:v>
                </c:pt>
                <c:pt idx="2217">
                  <c:v>0.177096</c:v>
                </c:pt>
                <c:pt idx="2218">
                  <c:v>0.177401</c:v>
                </c:pt>
                <c:pt idx="2219">
                  <c:v>0.177707</c:v>
                </c:pt>
                <c:pt idx="2220">
                  <c:v>0.178012</c:v>
                </c:pt>
                <c:pt idx="2221">
                  <c:v>0.178318</c:v>
                </c:pt>
                <c:pt idx="2222">
                  <c:v>0.178623</c:v>
                </c:pt>
                <c:pt idx="2223">
                  <c:v>0.178928</c:v>
                </c:pt>
                <c:pt idx="2224">
                  <c:v>0.179234</c:v>
                </c:pt>
                <c:pt idx="2225">
                  <c:v>0.179539</c:v>
                </c:pt>
                <c:pt idx="2226">
                  <c:v>0.179845</c:v>
                </c:pt>
                <c:pt idx="2227">
                  <c:v>0.18015</c:v>
                </c:pt>
                <c:pt idx="2228">
                  <c:v>0.180455</c:v>
                </c:pt>
                <c:pt idx="2229">
                  <c:v>0.18076100000000001</c:v>
                </c:pt>
                <c:pt idx="2230">
                  <c:v>0.181066</c:v>
                </c:pt>
                <c:pt idx="2231">
                  <c:v>0.18137200000000001</c:v>
                </c:pt>
                <c:pt idx="2232">
                  <c:v>0.18167700000000001</c:v>
                </c:pt>
                <c:pt idx="2233">
                  <c:v>0.181982</c:v>
                </c:pt>
                <c:pt idx="2234">
                  <c:v>0.18228800000000001</c:v>
                </c:pt>
                <c:pt idx="2235">
                  <c:v>0.18259300000000001</c:v>
                </c:pt>
                <c:pt idx="2236">
                  <c:v>0.18289900000000001</c:v>
                </c:pt>
                <c:pt idx="2237">
                  <c:v>0.18320400000000001</c:v>
                </c:pt>
                <c:pt idx="2238">
                  <c:v>0.18350900000000001</c:v>
                </c:pt>
                <c:pt idx="2239">
                  <c:v>0.18381500000000001</c:v>
                </c:pt>
                <c:pt idx="2240">
                  <c:v>0.18412000000000001</c:v>
                </c:pt>
                <c:pt idx="2241">
                  <c:v>0.18442600000000001</c:v>
                </c:pt>
                <c:pt idx="2242">
                  <c:v>0.18473100000000001</c:v>
                </c:pt>
                <c:pt idx="2243">
                  <c:v>0.18503600000000001</c:v>
                </c:pt>
                <c:pt idx="2244">
                  <c:v>0.18534200000000001</c:v>
                </c:pt>
                <c:pt idx="2245">
                  <c:v>0.18564700000000001</c:v>
                </c:pt>
                <c:pt idx="2246">
                  <c:v>0.18595300000000001</c:v>
                </c:pt>
                <c:pt idx="2247">
                  <c:v>0.18625800000000001</c:v>
                </c:pt>
                <c:pt idx="2248">
                  <c:v>0.18656300000000001</c:v>
                </c:pt>
                <c:pt idx="2249">
                  <c:v>0.18686900000000001</c:v>
                </c:pt>
                <c:pt idx="2250">
                  <c:v>0.18717400000000001</c:v>
                </c:pt>
                <c:pt idx="2251">
                  <c:v>0.18748000000000001</c:v>
                </c:pt>
                <c:pt idx="2252">
                  <c:v>0.18778500000000001</c:v>
                </c:pt>
                <c:pt idx="2253">
                  <c:v>0.18809000000000001</c:v>
                </c:pt>
                <c:pt idx="2254">
                  <c:v>0.18839600000000001</c:v>
                </c:pt>
                <c:pt idx="2255">
                  <c:v>0.18870100000000001</c:v>
                </c:pt>
                <c:pt idx="2256">
                  <c:v>0.18900700000000001</c:v>
                </c:pt>
                <c:pt idx="2257">
                  <c:v>0.18931200000000001</c:v>
                </c:pt>
                <c:pt idx="2258">
                  <c:v>0.18961700000000001</c:v>
                </c:pt>
                <c:pt idx="2259">
                  <c:v>0.18992300000000001</c:v>
                </c:pt>
                <c:pt idx="2260">
                  <c:v>0.19022800000000001</c:v>
                </c:pt>
                <c:pt idx="2261">
                  <c:v>0.19053400000000001</c:v>
                </c:pt>
                <c:pt idx="2262">
                  <c:v>0.19083900000000001</c:v>
                </c:pt>
                <c:pt idx="2263">
                  <c:v>0.19114400000000001</c:v>
                </c:pt>
                <c:pt idx="2264">
                  <c:v>0.19145000000000001</c:v>
                </c:pt>
                <c:pt idx="2265">
                  <c:v>0.19175500000000001</c:v>
                </c:pt>
                <c:pt idx="2266">
                  <c:v>0.19206100000000001</c:v>
                </c:pt>
                <c:pt idx="2267">
                  <c:v>0.19236600000000001</c:v>
                </c:pt>
                <c:pt idx="2268">
                  <c:v>0.19267100000000001</c:v>
                </c:pt>
                <c:pt idx="2269">
                  <c:v>0.19297700000000001</c:v>
                </c:pt>
                <c:pt idx="2270">
                  <c:v>0.19328200000000001</c:v>
                </c:pt>
                <c:pt idx="2271">
                  <c:v>0.19358700000000001</c:v>
                </c:pt>
                <c:pt idx="2272">
                  <c:v>0.19389300000000001</c:v>
                </c:pt>
                <c:pt idx="2273">
                  <c:v>0.19419800000000001</c:v>
                </c:pt>
                <c:pt idx="2274">
                  <c:v>0.19450400000000001</c:v>
                </c:pt>
                <c:pt idx="2275">
                  <c:v>0.19480900000000001</c:v>
                </c:pt>
                <c:pt idx="2276">
                  <c:v>0.19511400000000001</c:v>
                </c:pt>
                <c:pt idx="2277">
                  <c:v>0.19542000000000001</c:v>
                </c:pt>
                <c:pt idx="2278">
                  <c:v>0.19572500000000001</c:v>
                </c:pt>
                <c:pt idx="2279">
                  <c:v>0.19603100000000001</c:v>
                </c:pt>
                <c:pt idx="2280">
                  <c:v>0.19633600000000001</c:v>
                </c:pt>
                <c:pt idx="2281">
                  <c:v>0.19664100000000001</c:v>
                </c:pt>
                <c:pt idx="2282">
                  <c:v>0.19694700000000001</c:v>
                </c:pt>
                <c:pt idx="2283">
                  <c:v>0.19725200000000001</c:v>
                </c:pt>
                <c:pt idx="2284">
                  <c:v>0.19755800000000001</c:v>
                </c:pt>
                <c:pt idx="2285">
                  <c:v>0.19786300000000001</c:v>
                </c:pt>
                <c:pt idx="2286">
                  <c:v>0.19816800000000001</c:v>
                </c:pt>
                <c:pt idx="2287">
                  <c:v>0.19847400000000001</c:v>
                </c:pt>
                <c:pt idx="2288">
                  <c:v>0.19877900000000001</c:v>
                </c:pt>
                <c:pt idx="2289">
                  <c:v>0.19908500000000001</c:v>
                </c:pt>
                <c:pt idx="2290">
                  <c:v>0.19939000000000001</c:v>
                </c:pt>
                <c:pt idx="2291">
                  <c:v>0.19969500000000001</c:v>
                </c:pt>
                <c:pt idx="2292">
                  <c:v>0.20000100000000001</c:v>
                </c:pt>
                <c:pt idx="2293">
                  <c:v>0.20030600000000001</c:v>
                </c:pt>
                <c:pt idx="2294">
                  <c:v>0.20061200000000001</c:v>
                </c:pt>
                <c:pt idx="2295">
                  <c:v>0.20091700000000001</c:v>
                </c:pt>
                <c:pt idx="2296">
                  <c:v>0.20122200000000001</c:v>
                </c:pt>
                <c:pt idx="2297">
                  <c:v>0.20152800000000001</c:v>
                </c:pt>
                <c:pt idx="2298">
                  <c:v>0.20183300000000001</c:v>
                </c:pt>
                <c:pt idx="2299">
                  <c:v>0.20213900000000001</c:v>
                </c:pt>
                <c:pt idx="2300">
                  <c:v>0.20244400000000001</c:v>
                </c:pt>
                <c:pt idx="2301">
                  <c:v>0.20274900000000001</c:v>
                </c:pt>
                <c:pt idx="2302">
                  <c:v>0.20305500000000001</c:v>
                </c:pt>
                <c:pt idx="2303">
                  <c:v>0.20336000000000001</c:v>
                </c:pt>
                <c:pt idx="2304">
                  <c:v>0.20366600000000001</c:v>
                </c:pt>
                <c:pt idx="2305">
                  <c:v>0.20397100000000001</c:v>
                </c:pt>
                <c:pt idx="2306">
                  <c:v>0.20427600000000001</c:v>
                </c:pt>
                <c:pt idx="2307">
                  <c:v>0.20458200000000001</c:v>
                </c:pt>
                <c:pt idx="2308">
                  <c:v>0.20488700000000001</c:v>
                </c:pt>
                <c:pt idx="2309">
                  <c:v>0.20519299999999999</c:v>
                </c:pt>
                <c:pt idx="2310">
                  <c:v>0.20549799999999999</c:v>
                </c:pt>
                <c:pt idx="2311">
                  <c:v>0.20580300000000001</c:v>
                </c:pt>
                <c:pt idx="2312">
                  <c:v>0.20610899999999999</c:v>
                </c:pt>
                <c:pt idx="2313">
                  <c:v>0.20641399999999999</c:v>
                </c:pt>
                <c:pt idx="2314">
                  <c:v>0.20671999999999999</c:v>
                </c:pt>
                <c:pt idx="2315">
                  <c:v>0.20702499999999999</c:v>
                </c:pt>
                <c:pt idx="2316">
                  <c:v>0.20732999999999999</c:v>
                </c:pt>
                <c:pt idx="2317">
                  <c:v>0.20763599999999999</c:v>
                </c:pt>
                <c:pt idx="2318">
                  <c:v>0.20794099999999999</c:v>
                </c:pt>
                <c:pt idx="2319">
                  <c:v>0.20824699999999999</c:v>
                </c:pt>
                <c:pt idx="2320">
                  <c:v>0.20855199999999999</c:v>
                </c:pt>
                <c:pt idx="2321">
                  <c:v>0.20885699999999999</c:v>
                </c:pt>
                <c:pt idx="2322">
                  <c:v>0.20916299999999999</c:v>
                </c:pt>
                <c:pt idx="2323">
                  <c:v>0.20946799999999999</c:v>
                </c:pt>
                <c:pt idx="2324">
                  <c:v>0.20977399999999999</c:v>
                </c:pt>
                <c:pt idx="2325">
                  <c:v>0.21007899999999999</c:v>
                </c:pt>
                <c:pt idx="2326">
                  <c:v>0.21038399999999999</c:v>
                </c:pt>
                <c:pt idx="2327">
                  <c:v>0.21068999999999999</c:v>
                </c:pt>
                <c:pt idx="2328">
                  <c:v>0.21099499999999999</c:v>
                </c:pt>
                <c:pt idx="2329">
                  <c:v>0.21130099999999999</c:v>
                </c:pt>
                <c:pt idx="2330">
                  <c:v>0.21160599999999999</c:v>
                </c:pt>
                <c:pt idx="2331">
                  <c:v>0.21191099999999999</c:v>
                </c:pt>
                <c:pt idx="2332">
                  <c:v>0.21221699999999999</c:v>
                </c:pt>
                <c:pt idx="2333">
                  <c:v>0.21252199999999999</c:v>
                </c:pt>
                <c:pt idx="2334">
                  <c:v>0.21282799999999999</c:v>
                </c:pt>
                <c:pt idx="2335">
                  <c:v>0.21313299999999999</c:v>
                </c:pt>
                <c:pt idx="2336">
                  <c:v>0.21343799999999999</c:v>
                </c:pt>
                <c:pt idx="2337">
                  <c:v>0.21374399999999999</c:v>
                </c:pt>
                <c:pt idx="2338">
                  <c:v>0.21404899999999999</c:v>
                </c:pt>
                <c:pt idx="2339">
                  <c:v>0.21435499999999999</c:v>
                </c:pt>
                <c:pt idx="2340">
                  <c:v>0.21465999999999999</c:v>
                </c:pt>
                <c:pt idx="2341">
                  <c:v>0.21496499999999999</c:v>
                </c:pt>
                <c:pt idx="2342">
                  <c:v>0.21527099999999999</c:v>
                </c:pt>
                <c:pt idx="2343">
                  <c:v>0.21557599999999999</c:v>
                </c:pt>
                <c:pt idx="2344">
                  <c:v>0.21588199999999999</c:v>
                </c:pt>
                <c:pt idx="2345">
                  <c:v>0.21618699999999999</c:v>
                </c:pt>
                <c:pt idx="2346">
                  <c:v>0.21649199999999999</c:v>
                </c:pt>
                <c:pt idx="2347">
                  <c:v>0.21679799999999999</c:v>
                </c:pt>
                <c:pt idx="2348">
                  <c:v>0.21710299999999999</c:v>
                </c:pt>
                <c:pt idx="2349">
                  <c:v>0.21740899999999999</c:v>
                </c:pt>
                <c:pt idx="2350">
                  <c:v>0.21771399999999999</c:v>
                </c:pt>
                <c:pt idx="2351">
                  <c:v>0.21801899999999999</c:v>
                </c:pt>
                <c:pt idx="2352">
                  <c:v>0.21832499999999999</c:v>
                </c:pt>
                <c:pt idx="2353">
                  <c:v>0.21862999999999999</c:v>
                </c:pt>
                <c:pt idx="2354">
                  <c:v>0.21893499999999999</c:v>
                </c:pt>
                <c:pt idx="2355">
                  <c:v>0.21924099999999999</c:v>
                </c:pt>
                <c:pt idx="2356">
                  <c:v>0.21954599999999999</c:v>
                </c:pt>
                <c:pt idx="2357">
                  <c:v>0.21985199999999999</c:v>
                </c:pt>
                <c:pt idx="2358">
                  <c:v>0.22015699999999999</c:v>
                </c:pt>
                <c:pt idx="2359">
                  <c:v>0.22046199999999999</c:v>
                </c:pt>
                <c:pt idx="2360">
                  <c:v>0.22076799999999999</c:v>
                </c:pt>
                <c:pt idx="2361">
                  <c:v>0.22107299999999999</c:v>
                </c:pt>
                <c:pt idx="2362">
                  <c:v>0.22137899999999999</c:v>
                </c:pt>
                <c:pt idx="2363">
                  <c:v>0.22168399999999999</c:v>
                </c:pt>
                <c:pt idx="2364">
                  <c:v>0.22198899999999999</c:v>
                </c:pt>
                <c:pt idx="2365">
                  <c:v>0.22229499999999999</c:v>
                </c:pt>
                <c:pt idx="2366">
                  <c:v>0.22259999999999999</c:v>
                </c:pt>
                <c:pt idx="2367">
                  <c:v>0.22290599999999999</c:v>
                </c:pt>
                <c:pt idx="2368">
                  <c:v>0.22321099999999999</c:v>
                </c:pt>
                <c:pt idx="2369">
                  <c:v>0.22351599999999999</c:v>
                </c:pt>
                <c:pt idx="2370">
                  <c:v>0.22382199999999999</c:v>
                </c:pt>
                <c:pt idx="2371">
                  <c:v>0.22412699999999999</c:v>
                </c:pt>
                <c:pt idx="2372">
                  <c:v>0.22443299999999999</c:v>
                </c:pt>
                <c:pt idx="2373">
                  <c:v>0.22473799999999999</c:v>
                </c:pt>
                <c:pt idx="2374">
                  <c:v>0.22504299999999999</c:v>
                </c:pt>
                <c:pt idx="2375">
                  <c:v>0.22534899999999999</c:v>
                </c:pt>
                <c:pt idx="2376">
                  <c:v>0.22565399999999999</c:v>
                </c:pt>
                <c:pt idx="2377">
                  <c:v>0.22595999999999999</c:v>
                </c:pt>
                <c:pt idx="2378">
                  <c:v>0.22626499999999999</c:v>
                </c:pt>
                <c:pt idx="2379">
                  <c:v>0.22656999999999999</c:v>
                </c:pt>
                <c:pt idx="2380">
                  <c:v>0.22687599999999999</c:v>
                </c:pt>
                <c:pt idx="2381">
                  <c:v>0.22718099999999999</c:v>
                </c:pt>
                <c:pt idx="2382">
                  <c:v>0.22748699999999999</c:v>
                </c:pt>
                <c:pt idx="2383">
                  <c:v>0.22779199999999999</c:v>
                </c:pt>
                <c:pt idx="2384">
                  <c:v>0.22809699999999999</c:v>
                </c:pt>
                <c:pt idx="2385">
                  <c:v>0.22840299999999999</c:v>
                </c:pt>
                <c:pt idx="2386">
                  <c:v>0.22870799999999999</c:v>
                </c:pt>
                <c:pt idx="2387">
                  <c:v>0.229014</c:v>
                </c:pt>
                <c:pt idx="2388">
                  <c:v>0.229319</c:v>
                </c:pt>
                <c:pt idx="2389">
                  <c:v>0.22962399999999999</c:v>
                </c:pt>
                <c:pt idx="2390">
                  <c:v>0.22993</c:v>
                </c:pt>
                <c:pt idx="2391">
                  <c:v>0.230235</c:v>
                </c:pt>
                <c:pt idx="2392">
                  <c:v>0.230541</c:v>
                </c:pt>
                <c:pt idx="2393">
                  <c:v>0.230846</c:v>
                </c:pt>
                <c:pt idx="2394">
                  <c:v>0.231151</c:v>
                </c:pt>
                <c:pt idx="2395">
                  <c:v>0.231457</c:v>
                </c:pt>
                <c:pt idx="2396">
                  <c:v>0.231762</c:v>
                </c:pt>
                <c:pt idx="2397">
                  <c:v>0.232068</c:v>
                </c:pt>
                <c:pt idx="2398">
                  <c:v>0.232373</c:v>
                </c:pt>
                <c:pt idx="2399">
                  <c:v>0.232678</c:v>
                </c:pt>
                <c:pt idx="2400">
                  <c:v>0.232984</c:v>
                </c:pt>
                <c:pt idx="2401">
                  <c:v>0.233289</c:v>
                </c:pt>
                <c:pt idx="2402">
                  <c:v>0.233595</c:v>
                </c:pt>
                <c:pt idx="2403">
                  <c:v>0.2339</c:v>
                </c:pt>
                <c:pt idx="2404">
                  <c:v>0.234205</c:v>
                </c:pt>
                <c:pt idx="2405">
                  <c:v>0.234511</c:v>
                </c:pt>
                <c:pt idx="2406">
                  <c:v>0.234816</c:v>
                </c:pt>
                <c:pt idx="2407">
                  <c:v>0.235122</c:v>
                </c:pt>
                <c:pt idx="2408">
                  <c:v>0.235427</c:v>
                </c:pt>
                <c:pt idx="2409">
                  <c:v>0.235732</c:v>
                </c:pt>
                <c:pt idx="2410">
                  <c:v>0.236038</c:v>
                </c:pt>
                <c:pt idx="2411">
                  <c:v>0.236343</c:v>
                </c:pt>
                <c:pt idx="2412">
                  <c:v>0.236649</c:v>
                </c:pt>
                <c:pt idx="2413">
                  <c:v>0.236954</c:v>
                </c:pt>
                <c:pt idx="2414">
                  <c:v>0.237259</c:v>
                </c:pt>
                <c:pt idx="2415">
                  <c:v>0.237565</c:v>
                </c:pt>
                <c:pt idx="2416">
                  <c:v>0.23787</c:v>
                </c:pt>
                <c:pt idx="2417">
                  <c:v>0.238176</c:v>
                </c:pt>
                <c:pt idx="2418">
                  <c:v>0.238481</c:v>
                </c:pt>
                <c:pt idx="2419">
                  <c:v>0.238786</c:v>
                </c:pt>
                <c:pt idx="2420">
                  <c:v>0.239092</c:v>
                </c:pt>
                <c:pt idx="2421">
                  <c:v>0.239397</c:v>
                </c:pt>
                <c:pt idx="2422">
                  <c:v>0.239703</c:v>
                </c:pt>
                <c:pt idx="2423">
                  <c:v>0.240008</c:v>
                </c:pt>
                <c:pt idx="2424">
                  <c:v>0.240313</c:v>
                </c:pt>
                <c:pt idx="2425">
                  <c:v>0.240619</c:v>
                </c:pt>
                <c:pt idx="2426">
                  <c:v>0.240924</c:v>
                </c:pt>
                <c:pt idx="2427">
                  <c:v>0.24123</c:v>
                </c:pt>
                <c:pt idx="2428">
                  <c:v>0.241535</c:v>
                </c:pt>
                <c:pt idx="2429">
                  <c:v>0.24184</c:v>
                </c:pt>
                <c:pt idx="2430">
                  <c:v>0.242146</c:v>
                </c:pt>
                <c:pt idx="2431">
                  <c:v>0.242451</c:v>
                </c:pt>
                <c:pt idx="2432">
                  <c:v>0.242757</c:v>
                </c:pt>
                <c:pt idx="2433">
                  <c:v>0.243062</c:v>
                </c:pt>
                <c:pt idx="2434">
                  <c:v>0.243367</c:v>
                </c:pt>
                <c:pt idx="2435">
                  <c:v>0.243673</c:v>
                </c:pt>
                <c:pt idx="2436">
                  <c:v>0.243978</c:v>
                </c:pt>
                <c:pt idx="2437">
                  <c:v>0.244284</c:v>
                </c:pt>
                <c:pt idx="2438">
                  <c:v>0.244589</c:v>
                </c:pt>
                <c:pt idx="2439">
                  <c:v>0.244894</c:v>
                </c:pt>
                <c:pt idx="2440">
                  <c:v>0.2452</c:v>
                </c:pt>
                <c:pt idx="2441">
                  <c:v>0.245505</c:v>
                </c:pt>
                <c:pt idx="2442">
                  <c:v>0.24581</c:v>
                </c:pt>
                <c:pt idx="2443">
                  <c:v>0.246116</c:v>
                </c:pt>
                <c:pt idx="2444">
                  <c:v>0.246421</c:v>
                </c:pt>
                <c:pt idx="2445">
                  <c:v>0.246727</c:v>
                </c:pt>
                <c:pt idx="2446">
                  <c:v>0.247032</c:v>
                </c:pt>
                <c:pt idx="2447">
                  <c:v>0.247337</c:v>
                </c:pt>
                <c:pt idx="2448">
                  <c:v>0.247643</c:v>
                </c:pt>
                <c:pt idx="2449">
                  <c:v>0.247948</c:v>
                </c:pt>
                <c:pt idx="2450">
                  <c:v>0.248254</c:v>
                </c:pt>
                <c:pt idx="2451">
                  <c:v>0.248559</c:v>
                </c:pt>
                <c:pt idx="2452">
                  <c:v>0.248864</c:v>
                </c:pt>
                <c:pt idx="2453">
                  <c:v>0.24917</c:v>
                </c:pt>
                <c:pt idx="2454">
                  <c:v>0.249475</c:v>
                </c:pt>
                <c:pt idx="2455">
                  <c:v>0.249781</c:v>
                </c:pt>
                <c:pt idx="2456">
                  <c:v>0.25008599999999997</c:v>
                </c:pt>
                <c:pt idx="2457">
                  <c:v>0.25039099999999997</c:v>
                </c:pt>
                <c:pt idx="2458">
                  <c:v>0.250697</c:v>
                </c:pt>
                <c:pt idx="2459">
                  <c:v>0.251002</c:v>
                </c:pt>
                <c:pt idx="2460">
                  <c:v>0.25130799999999998</c:v>
                </c:pt>
                <c:pt idx="2461">
                  <c:v>0.25161299999999998</c:v>
                </c:pt>
                <c:pt idx="2462">
                  <c:v>0.25191799999999998</c:v>
                </c:pt>
                <c:pt idx="2463">
                  <c:v>0.252224</c:v>
                </c:pt>
                <c:pt idx="2464">
                  <c:v>0.252529</c:v>
                </c:pt>
                <c:pt idx="2465">
                  <c:v>0.25283499999999998</c:v>
                </c:pt>
                <c:pt idx="2466">
                  <c:v>0.25313999999999998</c:v>
                </c:pt>
                <c:pt idx="2467">
                  <c:v>0.25344499999999998</c:v>
                </c:pt>
                <c:pt idx="2468">
                  <c:v>0.253751</c:v>
                </c:pt>
                <c:pt idx="2469">
                  <c:v>0.254056</c:v>
                </c:pt>
                <c:pt idx="2470">
                  <c:v>0.25436199999999998</c:v>
                </c:pt>
                <c:pt idx="2471">
                  <c:v>0.25466699999999998</c:v>
                </c:pt>
                <c:pt idx="2472">
                  <c:v>0.25497199999999998</c:v>
                </c:pt>
                <c:pt idx="2473">
                  <c:v>0.255278</c:v>
                </c:pt>
                <c:pt idx="2474">
                  <c:v>0.255583</c:v>
                </c:pt>
                <c:pt idx="2475">
                  <c:v>0.25588899999999998</c:v>
                </c:pt>
                <c:pt idx="2476">
                  <c:v>0.25619399999999998</c:v>
                </c:pt>
                <c:pt idx="2477">
                  <c:v>0.25649899999999998</c:v>
                </c:pt>
                <c:pt idx="2478">
                  <c:v>0.25680500000000001</c:v>
                </c:pt>
                <c:pt idx="2479">
                  <c:v>0.25711000000000001</c:v>
                </c:pt>
                <c:pt idx="2480">
                  <c:v>0.25741599999999998</c:v>
                </c:pt>
                <c:pt idx="2481">
                  <c:v>0.25772099999999998</c:v>
                </c:pt>
                <c:pt idx="2482">
                  <c:v>0.25802599999999998</c:v>
                </c:pt>
                <c:pt idx="2483">
                  <c:v>0.25833200000000001</c:v>
                </c:pt>
                <c:pt idx="2484">
                  <c:v>0.25863700000000001</c:v>
                </c:pt>
                <c:pt idx="2485">
                  <c:v>0.25894299999999998</c:v>
                </c:pt>
                <c:pt idx="2486">
                  <c:v>0.25924799999999998</c:v>
                </c:pt>
                <c:pt idx="2487">
                  <c:v>0.25955299999999998</c:v>
                </c:pt>
                <c:pt idx="2488">
                  <c:v>0.25985900000000001</c:v>
                </c:pt>
                <c:pt idx="2489">
                  <c:v>0.26016400000000001</c:v>
                </c:pt>
                <c:pt idx="2490">
                  <c:v>0.26046999999999998</c:v>
                </c:pt>
                <c:pt idx="2491">
                  <c:v>0.26077499999999998</c:v>
                </c:pt>
                <c:pt idx="2492">
                  <c:v>0.26107999999999998</c:v>
                </c:pt>
                <c:pt idx="2493">
                  <c:v>0.26138600000000001</c:v>
                </c:pt>
                <c:pt idx="2494">
                  <c:v>0.26169100000000001</c:v>
                </c:pt>
                <c:pt idx="2495">
                  <c:v>0.26199699999999998</c:v>
                </c:pt>
                <c:pt idx="2496">
                  <c:v>0.26230199999999998</c:v>
                </c:pt>
                <c:pt idx="2497">
                  <c:v>0.26260699999999998</c:v>
                </c:pt>
                <c:pt idx="2498">
                  <c:v>0.26291300000000001</c:v>
                </c:pt>
                <c:pt idx="2499">
                  <c:v>0.26321800000000001</c:v>
                </c:pt>
                <c:pt idx="2500">
                  <c:v>0.26352399999999998</c:v>
                </c:pt>
                <c:pt idx="2501">
                  <c:v>0.26382899999999998</c:v>
                </c:pt>
                <c:pt idx="2502">
                  <c:v>0.26413399999999998</c:v>
                </c:pt>
                <c:pt idx="2503">
                  <c:v>0.26444000000000001</c:v>
                </c:pt>
                <c:pt idx="2504">
                  <c:v>0.26474500000000001</c:v>
                </c:pt>
                <c:pt idx="2505">
                  <c:v>0.26505099999999998</c:v>
                </c:pt>
                <c:pt idx="2506">
                  <c:v>0.26535599999999998</c:v>
                </c:pt>
                <c:pt idx="2507">
                  <c:v>0.26566099999999998</c:v>
                </c:pt>
                <c:pt idx="2508">
                  <c:v>0.26596700000000001</c:v>
                </c:pt>
                <c:pt idx="2509">
                  <c:v>0.26627200000000001</c:v>
                </c:pt>
                <c:pt idx="2510">
                  <c:v>0.26657799999999998</c:v>
                </c:pt>
                <c:pt idx="2511">
                  <c:v>0.26688299999999998</c:v>
                </c:pt>
                <c:pt idx="2512">
                  <c:v>0.26718799999999998</c:v>
                </c:pt>
                <c:pt idx="2513">
                  <c:v>0.26749400000000001</c:v>
                </c:pt>
                <c:pt idx="2514">
                  <c:v>0.26779900000000001</c:v>
                </c:pt>
                <c:pt idx="2515">
                  <c:v>0.26810499999999998</c:v>
                </c:pt>
                <c:pt idx="2516">
                  <c:v>0.26840999999999998</c:v>
                </c:pt>
                <c:pt idx="2517">
                  <c:v>0.26871499999999998</c:v>
                </c:pt>
                <c:pt idx="2518">
                  <c:v>0.26902100000000001</c:v>
                </c:pt>
                <c:pt idx="2519">
                  <c:v>0.26932600000000001</c:v>
                </c:pt>
                <c:pt idx="2520">
                  <c:v>0.26963199999999998</c:v>
                </c:pt>
                <c:pt idx="2521">
                  <c:v>0.26993699999999998</c:v>
                </c:pt>
                <c:pt idx="2522">
                  <c:v>0.27024199999999998</c:v>
                </c:pt>
                <c:pt idx="2523">
                  <c:v>0.27054800000000001</c:v>
                </c:pt>
                <c:pt idx="2524">
                  <c:v>0.27085300000000001</c:v>
                </c:pt>
                <c:pt idx="2525">
                  <c:v>0.27115800000000001</c:v>
                </c:pt>
                <c:pt idx="2526">
                  <c:v>0.27146399999999998</c:v>
                </c:pt>
                <c:pt idx="2527">
                  <c:v>0.27176899999999998</c:v>
                </c:pt>
                <c:pt idx="2528">
                  <c:v>0.27207500000000001</c:v>
                </c:pt>
                <c:pt idx="2529">
                  <c:v>0.27238000000000001</c:v>
                </c:pt>
                <c:pt idx="2530">
                  <c:v>0.27268500000000001</c:v>
                </c:pt>
                <c:pt idx="2531">
                  <c:v>0.27299099999999998</c:v>
                </c:pt>
                <c:pt idx="2532">
                  <c:v>0.27329599999999998</c:v>
                </c:pt>
                <c:pt idx="2533">
                  <c:v>0.27360200000000001</c:v>
                </c:pt>
                <c:pt idx="2534">
                  <c:v>0.27390700000000001</c:v>
                </c:pt>
                <c:pt idx="2535">
                  <c:v>0.27421200000000001</c:v>
                </c:pt>
                <c:pt idx="2536">
                  <c:v>0.27451799999999998</c:v>
                </c:pt>
                <c:pt idx="2537">
                  <c:v>0.27482299999999998</c:v>
                </c:pt>
                <c:pt idx="2538">
                  <c:v>0.27512900000000001</c:v>
                </c:pt>
                <c:pt idx="2539">
                  <c:v>0.27543400000000001</c:v>
                </c:pt>
                <c:pt idx="2540">
                  <c:v>0.27573900000000001</c:v>
                </c:pt>
                <c:pt idx="2541">
                  <c:v>0.27604499999999998</c:v>
                </c:pt>
                <c:pt idx="2542">
                  <c:v>0.27634999999999998</c:v>
                </c:pt>
                <c:pt idx="2543">
                  <c:v>0.27665600000000001</c:v>
                </c:pt>
                <c:pt idx="2544">
                  <c:v>0.27696100000000001</c:v>
                </c:pt>
                <c:pt idx="2545">
                  <c:v>0.27726600000000001</c:v>
                </c:pt>
                <c:pt idx="2546">
                  <c:v>0.27757199999999999</c:v>
                </c:pt>
                <c:pt idx="2547">
                  <c:v>0.27787699999999999</c:v>
                </c:pt>
                <c:pt idx="2548">
                  <c:v>0.27818300000000001</c:v>
                </c:pt>
                <c:pt idx="2549">
                  <c:v>0.27848800000000001</c:v>
                </c:pt>
                <c:pt idx="2550">
                  <c:v>0.27879300000000001</c:v>
                </c:pt>
                <c:pt idx="2551">
                  <c:v>0.27909899999999999</c:v>
                </c:pt>
                <c:pt idx="2552">
                  <c:v>0.27940399999999999</c:v>
                </c:pt>
                <c:pt idx="2553">
                  <c:v>0.27971000000000001</c:v>
                </c:pt>
                <c:pt idx="2554">
                  <c:v>0.28001500000000001</c:v>
                </c:pt>
                <c:pt idx="2555">
                  <c:v>0.28032000000000001</c:v>
                </c:pt>
                <c:pt idx="2556">
                  <c:v>0.28062599999999999</c:v>
                </c:pt>
                <c:pt idx="2557">
                  <c:v>0.28093099999999999</c:v>
                </c:pt>
                <c:pt idx="2558">
                  <c:v>0.28123700000000001</c:v>
                </c:pt>
                <c:pt idx="2559">
                  <c:v>0.28154200000000001</c:v>
                </c:pt>
                <c:pt idx="2560">
                  <c:v>0.28184700000000001</c:v>
                </c:pt>
                <c:pt idx="2561">
                  <c:v>0.28215299999999999</c:v>
                </c:pt>
                <c:pt idx="2562">
                  <c:v>0.28245799999999999</c:v>
                </c:pt>
                <c:pt idx="2563">
                  <c:v>0.28276400000000002</c:v>
                </c:pt>
                <c:pt idx="2564">
                  <c:v>0.28306900000000002</c:v>
                </c:pt>
                <c:pt idx="2565">
                  <c:v>0.28337400000000001</c:v>
                </c:pt>
                <c:pt idx="2566">
                  <c:v>0.28367999999999999</c:v>
                </c:pt>
                <c:pt idx="2567">
                  <c:v>0.28398499999999999</c:v>
                </c:pt>
                <c:pt idx="2568">
                  <c:v>0.28429100000000002</c:v>
                </c:pt>
                <c:pt idx="2569">
                  <c:v>0.28459600000000002</c:v>
                </c:pt>
                <c:pt idx="2570">
                  <c:v>0.28490100000000002</c:v>
                </c:pt>
                <c:pt idx="2571">
                  <c:v>0.28520699999999999</c:v>
                </c:pt>
                <c:pt idx="2572">
                  <c:v>0.28551199999999999</c:v>
                </c:pt>
                <c:pt idx="2573">
                  <c:v>0.28581800000000002</c:v>
                </c:pt>
                <c:pt idx="2574">
                  <c:v>0.28612300000000002</c:v>
                </c:pt>
                <c:pt idx="2575">
                  <c:v>0.28642800000000002</c:v>
                </c:pt>
                <c:pt idx="2576">
                  <c:v>0.28673399999999999</c:v>
                </c:pt>
                <c:pt idx="2577">
                  <c:v>0.28703899999999999</c:v>
                </c:pt>
                <c:pt idx="2578">
                  <c:v>0.28734500000000002</c:v>
                </c:pt>
                <c:pt idx="2579">
                  <c:v>0.28765000000000002</c:v>
                </c:pt>
                <c:pt idx="2580">
                  <c:v>0.28795500000000002</c:v>
                </c:pt>
                <c:pt idx="2581">
                  <c:v>0.28826099999999999</c:v>
                </c:pt>
                <c:pt idx="2582">
                  <c:v>0.28856599999999999</c:v>
                </c:pt>
                <c:pt idx="2583">
                  <c:v>0.28887200000000002</c:v>
                </c:pt>
                <c:pt idx="2584">
                  <c:v>0.28917700000000002</c:v>
                </c:pt>
                <c:pt idx="2585">
                  <c:v>0.28948200000000002</c:v>
                </c:pt>
                <c:pt idx="2586">
                  <c:v>0.28978799999999999</c:v>
                </c:pt>
                <c:pt idx="2587">
                  <c:v>0.29009299999999999</c:v>
                </c:pt>
                <c:pt idx="2588">
                  <c:v>0.29039900000000002</c:v>
                </c:pt>
                <c:pt idx="2589">
                  <c:v>0.29070400000000002</c:v>
                </c:pt>
                <c:pt idx="2590">
                  <c:v>0.29100900000000002</c:v>
                </c:pt>
                <c:pt idx="2591">
                  <c:v>0.29131499999999999</c:v>
                </c:pt>
                <c:pt idx="2592">
                  <c:v>0.29161999999999999</c:v>
                </c:pt>
                <c:pt idx="2593">
                  <c:v>0.29192600000000002</c:v>
                </c:pt>
                <c:pt idx="2594">
                  <c:v>0.29223100000000002</c:v>
                </c:pt>
                <c:pt idx="2595">
                  <c:v>0.29253600000000002</c:v>
                </c:pt>
                <c:pt idx="2596">
                  <c:v>0.29284199999999999</c:v>
                </c:pt>
                <c:pt idx="2597">
                  <c:v>0.29314699999999999</c:v>
                </c:pt>
                <c:pt idx="2598">
                  <c:v>0.29345300000000002</c:v>
                </c:pt>
                <c:pt idx="2599">
                  <c:v>0.29375800000000002</c:v>
                </c:pt>
                <c:pt idx="2600">
                  <c:v>0.29406300000000002</c:v>
                </c:pt>
                <c:pt idx="2601">
                  <c:v>0.29436899999999999</c:v>
                </c:pt>
                <c:pt idx="2602">
                  <c:v>0.29467399999999999</c:v>
                </c:pt>
                <c:pt idx="2603">
                  <c:v>0.29498000000000002</c:v>
                </c:pt>
                <c:pt idx="2604">
                  <c:v>0.29528500000000002</c:v>
                </c:pt>
                <c:pt idx="2605">
                  <c:v>0.29559000000000002</c:v>
                </c:pt>
                <c:pt idx="2606">
                  <c:v>0.29589599999999999</c:v>
                </c:pt>
                <c:pt idx="2607">
                  <c:v>0.29620099999999999</c:v>
                </c:pt>
                <c:pt idx="2608">
                  <c:v>0.29650599999999999</c:v>
                </c:pt>
                <c:pt idx="2609">
                  <c:v>0.29681200000000002</c:v>
                </c:pt>
                <c:pt idx="2610">
                  <c:v>0.29711700000000002</c:v>
                </c:pt>
                <c:pt idx="2611">
                  <c:v>0.29742299999999999</c:v>
                </c:pt>
                <c:pt idx="2612">
                  <c:v>0.29772799999999999</c:v>
                </c:pt>
                <c:pt idx="2613">
                  <c:v>0.29803299999999999</c:v>
                </c:pt>
                <c:pt idx="2614">
                  <c:v>0.29833900000000002</c:v>
                </c:pt>
                <c:pt idx="2615">
                  <c:v>0.29864400000000002</c:v>
                </c:pt>
                <c:pt idx="2616">
                  <c:v>0.29894999999999999</c:v>
                </c:pt>
                <c:pt idx="2617">
                  <c:v>0.29925499999999999</c:v>
                </c:pt>
                <c:pt idx="2618">
                  <c:v>0.29955999999999999</c:v>
                </c:pt>
                <c:pt idx="2619">
                  <c:v>0.29986600000000002</c:v>
                </c:pt>
                <c:pt idx="2620">
                  <c:v>0.30017100000000002</c:v>
                </c:pt>
                <c:pt idx="2621">
                  <c:v>0.30047699999999999</c:v>
                </c:pt>
                <c:pt idx="2622">
                  <c:v>0.30078199999999999</c:v>
                </c:pt>
                <c:pt idx="2623">
                  <c:v>0.30108699999999999</c:v>
                </c:pt>
                <c:pt idx="2624">
                  <c:v>0.30139300000000002</c:v>
                </c:pt>
                <c:pt idx="2625">
                  <c:v>0.30169800000000002</c:v>
                </c:pt>
                <c:pt idx="2626">
                  <c:v>0.30200399999999999</c:v>
                </c:pt>
                <c:pt idx="2627">
                  <c:v>0.30230899999999999</c:v>
                </c:pt>
                <c:pt idx="2628">
                  <c:v>0.30261399999999999</c:v>
                </c:pt>
                <c:pt idx="2629">
                  <c:v>0.30292000000000002</c:v>
                </c:pt>
                <c:pt idx="2630">
                  <c:v>0.30322500000000002</c:v>
                </c:pt>
                <c:pt idx="2631">
                  <c:v>0.303531</c:v>
                </c:pt>
                <c:pt idx="2632">
                  <c:v>0.30383599999999999</c:v>
                </c:pt>
                <c:pt idx="2633">
                  <c:v>0.30414099999999999</c:v>
                </c:pt>
                <c:pt idx="2634">
                  <c:v>0.30444700000000002</c:v>
                </c:pt>
                <c:pt idx="2635">
                  <c:v>0.30475200000000002</c:v>
                </c:pt>
                <c:pt idx="2636">
                  <c:v>0.305058</c:v>
                </c:pt>
                <c:pt idx="2637">
                  <c:v>0.305363</c:v>
                </c:pt>
                <c:pt idx="2638">
                  <c:v>0.305668</c:v>
                </c:pt>
                <c:pt idx="2639">
                  <c:v>0.30597400000000002</c:v>
                </c:pt>
                <c:pt idx="2640">
                  <c:v>0.30627900000000002</c:v>
                </c:pt>
                <c:pt idx="2641">
                  <c:v>0.306585</c:v>
                </c:pt>
                <c:pt idx="2642">
                  <c:v>0.30689</c:v>
                </c:pt>
                <c:pt idx="2643">
                  <c:v>0.307195</c:v>
                </c:pt>
                <c:pt idx="2644">
                  <c:v>0.30750100000000002</c:v>
                </c:pt>
                <c:pt idx="2645">
                  <c:v>0.30780600000000002</c:v>
                </c:pt>
                <c:pt idx="2646">
                  <c:v>0.308112</c:v>
                </c:pt>
                <c:pt idx="2647">
                  <c:v>0.308417</c:v>
                </c:pt>
                <c:pt idx="2648">
                  <c:v>0.308722</c:v>
                </c:pt>
                <c:pt idx="2649">
                  <c:v>0.30902800000000002</c:v>
                </c:pt>
                <c:pt idx="2650">
                  <c:v>0.30933300000000002</c:v>
                </c:pt>
                <c:pt idx="2651">
                  <c:v>0.309639</c:v>
                </c:pt>
                <c:pt idx="2652">
                  <c:v>0.309944</c:v>
                </c:pt>
                <c:pt idx="2653">
                  <c:v>0.310249</c:v>
                </c:pt>
                <c:pt idx="2654">
                  <c:v>0.31055500000000003</c:v>
                </c:pt>
                <c:pt idx="2655">
                  <c:v>0.31086000000000003</c:v>
                </c:pt>
                <c:pt idx="2656">
                  <c:v>0.311166</c:v>
                </c:pt>
                <c:pt idx="2657">
                  <c:v>0.311471</c:v>
                </c:pt>
                <c:pt idx="2658">
                  <c:v>0.311776</c:v>
                </c:pt>
                <c:pt idx="2659">
                  <c:v>0.31208200000000003</c:v>
                </c:pt>
                <c:pt idx="2660">
                  <c:v>0.31238700000000003</c:v>
                </c:pt>
                <c:pt idx="2661">
                  <c:v>0.312693</c:v>
                </c:pt>
                <c:pt idx="2662">
                  <c:v>0.312998</c:v>
                </c:pt>
                <c:pt idx="2663">
                  <c:v>0.313303</c:v>
                </c:pt>
                <c:pt idx="2664">
                  <c:v>0.31360900000000003</c:v>
                </c:pt>
                <c:pt idx="2665">
                  <c:v>0.31391400000000003</c:v>
                </c:pt>
                <c:pt idx="2666">
                  <c:v>0.31422</c:v>
                </c:pt>
                <c:pt idx="2667">
                  <c:v>0.314525</c:v>
                </c:pt>
                <c:pt idx="2668">
                  <c:v>0.31483</c:v>
                </c:pt>
                <c:pt idx="2669">
                  <c:v>0.31513600000000003</c:v>
                </c:pt>
                <c:pt idx="2670">
                  <c:v>0.31544100000000003</c:v>
                </c:pt>
                <c:pt idx="2671">
                  <c:v>0.315747</c:v>
                </c:pt>
                <c:pt idx="2672">
                  <c:v>0.316052</c:v>
                </c:pt>
                <c:pt idx="2673">
                  <c:v>0.316357</c:v>
                </c:pt>
                <c:pt idx="2674">
                  <c:v>0.31666299999999997</c:v>
                </c:pt>
                <c:pt idx="2675">
                  <c:v>0.31696800000000003</c:v>
                </c:pt>
                <c:pt idx="2676">
                  <c:v>0.317274</c:v>
                </c:pt>
                <c:pt idx="2677">
                  <c:v>0.317579</c:v>
                </c:pt>
                <c:pt idx="2678">
                  <c:v>0.317884</c:v>
                </c:pt>
                <c:pt idx="2679">
                  <c:v>0.31818999999999997</c:v>
                </c:pt>
                <c:pt idx="2680">
                  <c:v>0.31849499999999997</c:v>
                </c:pt>
                <c:pt idx="2681">
                  <c:v>0.318801</c:v>
                </c:pt>
                <c:pt idx="2682">
                  <c:v>0.319106</c:v>
                </c:pt>
                <c:pt idx="2683">
                  <c:v>0.319411</c:v>
                </c:pt>
                <c:pt idx="2684">
                  <c:v>0.31971699999999997</c:v>
                </c:pt>
                <c:pt idx="2685">
                  <c:v>0.32002199999999997</c:v>
                </c:pt>
                <c:pt idx="2686">
                  <c:v>0.320328</c:v>
                </c:pt>
                <c:pt idx="2687">
                  <c:v>0.320633</c:v>
                </c:pt>
                <c:pt idx="2688">
                  <c:v>0.320938</c:v>
                </c:pt>
                <c:pt idx="2689">
                  <c:v>0.32124399999999997</c:v>
                </c:pt>
                <c:pt idx="2690">
                  <c:v>0.32154899999999997</c:v>
                </c:pt>
                <c:pt idx="2691">
                  <c:v>0.32185399999999997</c:v>
                </c:pt>
                <c:pt idx="2692">
                  <c:v>0.32216</c:v>
                </c:pt>
                <c:pt idx="2693">
                  <c:v>0.322465</c:v>
                </c:pt>
                <c:pt idx="2694">
                  <c:v>0.32277099999999997</c:v>
                </c:pt>
                <c:pt idx="2695">
                  <c:v>0.32307599999999997</c:v>
                </c:pt>
                <c:pt idx="2696">
                  <c:v>0.32338099999999997</c:v>
                </c:pt>
                <c:pt idx="2697">
                  <c:v>0.323687</c:v>
                </c:pt>
                <c:pt idx="2698">
                  <c:v>0.323992</c:v>
                </c:pt>
                <c:pt idx="2699">
                  <c:v>0.32429799999999998</c:v>
                </c:pt>
                <c:pt idx="2700">
                  <c:v>0.32460299999999997</c:v>
                </c:pt>
                <c:pt idx="2701">
                  <c:v>0.32490799999999997</c:v>
                </c:pt>
                <c:pt idx="2702">
                  <c:v>0.325214</c:v>
                </c:pt>
                <c:pt idx="2703">
                  <c:v>0.325519</c:v>
                </c:pt>
                <c:pt idx="2704">
                  <c:v>0.32582499999999998</c:v>
                </c:pt>
                <c:pt idx="2705">
                  <c:v>0.32612999999999998</c:v>
                </c:pt>
                <c:pt idx="2706">
                  <c:v>0.32643499999999998</c:v>
                </c:pt>
                <c:pt idx="2707">
                  <c:v>0.326741</c:v>
                </c:pt>
                <c:pt idx="2708">
                  <c:v>0.327046</c:v>
                </c:pt>
                <c:pt idx="2709">
                  <c:v>0.32735199999999998</c:v>
                </c:pt>
                <c:pt idx="2710">
                  <c:v>0.32765699999999998</c:v>
                </c:pt>
                <c:pt idx="2711">
                  <c:v>0.32796199999999998</c:v>
                </c:pt>
                <c:pt idx="2712">
                  <c:v>0.328268</c:v>
                </c:pt>
                <c:pt idx="2713">
                  <c:v>0.328573</c:v>
                </c:pt>
                <c:pt idx="2714">
                  <c:v>0.32887899999999998</c:v>
                </c:pt>
                <c:pt idx="2715">
                  <c:v>0.32918399999999998</c:v>
                </c:pt>
                <c:pt idx="2716">
                  <c:v>0.32948899999999998</c:v>
                </c:pt>
                <c:pt idx="2717">
                  <c:v>0.329795</c:v>
                </c:pt>
                <c:pt idx="2718">
                  <c:v>0.3301</c:v>
                </c:pt>
                <c:pt idx="2719">
                  <c:v>0.33040599999999998</c:v>
                </c:pt>
                <c:pt idx="2720">
                  <c:v>0.33071099999999998</c:v>
                </c:pt>
                <c:pt idx="2721">
                  <c:v>0.33101599999999998</c:v>
                </c:pt>
                <c:pt idx="2722">
                  <c:v>0.33132200000000001</c:v>
                </c:pt>
                <c:pt idx="2723">
                  <c:v>0.33162700000000001</c:v>
                </c:pt>
                <c:pt idx="2724">
                  <c:v>0.33193299999999998</c:v>
                </c:pt>
                <c:pt idx="2725">
                  <c:v>0.33223799999999998</c:v>
                </c:pt>
                <c:pt idx="2726">
                  <c:v>0.33254299999999998</c:v>
                </c:pt>
                <c:pt idx="2727">
                  <c:v>0.33284900000000001</c:v>
                </c:pt>
                <c:pt idx="2728">
                  <c:v>0.33315400000000001</c:v>
                </c:pt>
                <c:pt idx="2729">
                  <c:v>0.33345999999999998</c:v>
                </c:pt>
                <c:pt idx="2730">
                  <c:v>0.33376499999999998</c:v>
                </c:pt>
                <c:pt idx="2731">
                  <c:v>0.33406999999999998</c:v>
                </c:pt>
                <c:pt idx="2732">
                  <c:v>0.33437600000000001</c:v>
                </c:pt>
                <c:pt idx="2733">
                  <c:v>0.33468100000000001</c:v>
                </c:pt>
                <c:pt idx="2734">
                  <c:v>0.33498699999999998</c:v>
                </c:pt>
                <c:pt idx="2735">
                  <c:v>0.33529199999999998</c:v>
                </c:pt>
                <c:pt idx="2736">
                  <c:v>0.33559699999999998</c:v>
                </c:pt>
                <c:pt idx="2737">
                  <c:v>0.33590300000000001</c:v>
                </c:pt>
                <c:pt idx="2738">
                  <c:v>0.33620800000000001</c:v>
                </c:pt>
                <c:pt idx="2739">
                  <c:v>0.33651399999999998</c:v>
                </c:pt>
                <c:pt idx="2740">
                  <c:v>0.33681899999999998</c:v>
                </c:pt>
                <c:pt idx="2741">
                  <c:v>0.33712399999999998</c:v>
                </c:pt>
                <c:pt idx="2742">
                  <c:v>0.33743000000000001</c:v>
                </c:pt>
                <c:pt idx="2743">
                  <c:v>0.33773500000000001</c:v>
                </c:pt>
                <c:pt idx="2744">
                  <c:v>0.33804099999999998</c:v>
                </c:pt>
                <c:pt idx="2745">
                  <c:v>0.33834599999999998</c:v>
                </c:pt>
                <c:pt idx="2746">
                  <c:v>0.33865099999999998</c:v>
                </c:pt>
                <c:pt idx="2747">
                  <c:v>0.33895700000000001</c:v>
                </c:pt>
                <c:pt idx="2748">
                  <c:v>0.33926200000000001</c:v>
                </c:pt>
                <c:pt idx="2749">
                  <c:v>0.33956799999999998</c:v>
                </c:pt>
                <c:pt idx="2750">
                  <c:v>0.33987299999999998</c:v>
                </c:pt>
                <c:pt idx="2751">
                  <c:v>0.34017799999999998</c:v>
                </c:pt>
                <c:pt idx="2752">
                  <c:v>0.34048400000000001</c:v>
                </c:pt>
                <c:pt idx="2753">
                  <c:v>0.34078900000000001</c:v>
                </c:pt>
                <c:pt idx="2754">
                  <c:v>0.34109499999999998</c:v>
                </c:pt>
                <c:pt idx="2755">
                  <c:v>0.34139999999999998</c:v>
                </c:pt>
                <c:pt idx="2756">
                  <c:v>0.34170499999999998</c:v>
                </c:pt>
                <c:pt idx="2757">
                  <c:v>0.34201100000000001</c:v>
                </c:pt>
                <c:pt idx="2758">
                  <c:v>0.34231600000000001</c:v>
                </c:pt>
                <c:pt idx="2759">
                  <c:v>0.34262199999999998</c:v>
                </c:pt>
                <c:pt idx="2760">
                  <c:v>0.34292699999999998</c:v>
                </c:pt>
                <c:pt idx="2761">
                  <c:v>0.34323199999999998</c:v>
                </c:pt>
                <c:pt idx="2762">
                  <c:v>0.34353800000000001</c:v>
                </c:pt>
                <c:pt idx="2763">
                  <c:v>0.34384300000000001</c:v>
                </c:pt>
                <c:pt idx="2764">
                  <c:v>0.34414899999999998</c:v>
                </c:pt>
                <c:pt idx="2765">
                  <c:v>0.34445399999999998</c:v>
                </c:pt>
                <c:pt idx="2766">
                  <c:v>0.34475899999999998</c:v>
                </c:pt>
                <c:pt idx="2767">
                  <c:v>0.34506500000000001</c:v>
                </c:pt>
                <c:pt idx="2768">
                  <c:v>0.34537000000000001</c:v>
                </c:pt>
                <c:pt idx="2769">
                  <c:v>0.34567599999999998</c:v>
                </c:pt>
                <c:pt idx="2770">
                  <c:v>0.34598099999999998</c:v>
                </c:pt>
                <c:pt idx="2771">
                  <c:v>0.34628599999999998</c:v>
                </c:pt>
                <c:pt idx="2772">
                  <c:v>0.34659200000000001</c:v>
                </c:pt>
                <c:pt idx="2773">
                  <c:v>0.34689700000000001</c:v>
                </c:pt>
                <c:pt idx="2774">
                  <c:v>0.34720200000000001</c:v>
                </c:pt>
                <c:pt idx="2775">
                  <c:v>0.34750799999999998</c:v>
                </c:pt>
                <c:pt idx="2776">
                  <c:v>0.34781299999999998</c:v>
                </c:pt>
                <c:pt idx="2777">
                  <c:v>0.34811900000000001</c:v>
                </c:pt>
                <c:pt idx="2778">
                  <c:v>0.34842400000000001</c:v>
                </c:pt>
                <c:pt idx="2779">
                  <c:v>0.34872900000000001</c:v>
                </c:pt>
                <c:pt idx="2780">
                  <c:v>0.34903499999999998</c:v>
                </c:pt>
                <c:pt idx="2781">
                  <c:v>0.34933999999999998</c:v>
                </c:pt>
                <c:pt idx="2782">
                  <c:v>0.34964600000000001</c:v>
                </c:pt>
                <c:pt idx="2783">
                  <c:v>0.34995100000000001</c:v>
                </c:pt>
                <c:pt idx="2784">
                  <c:v>0.35025600000000001</c:v>
                </c:pt>
                <c:pt idx="2785">
                  <c:v>0.35056199999999998</c:v>
                </c:pt>
                <c:pt idx="2786">
                  <c:v>0.35086699999999998</c:v>
                </c:pt>
                <c:pt idx="2787">
                  <c:v>0.35117300000000001</c:v>
                </c:pt>
                <c:pt idx="2788">
                  <c:v>0.35147800000000001</c:v>
                </c:pt>
                <c:pt idx="2789">
                  <c:v>0.35178300000000001</c:v>
                </c:pt>
                <c:pt idx="2790">
                  <c:v>0.35208899999999999</c:v>
                </c:pt>
                <c:pt idx="2791">
                  <c:v>0.35239399999999999</c:v>
                </c:pt>
                <c:pt idx="2792">
                  <c:v>0.35270000000000001</c:v>
                </c:pt>
                <c:pt idx="2793">
                  <c:v>0.35300500000000001</c:v>
                </c:pt>
                <c:pt idx="2794">
                  <c:v>0.35331000000000001</c:v>
                </c:pt>
                <c:pt idx="2795">
                  <c:v>0.35361599999999999</c:v>
                </c:pt>
                <c:pt idx="2796">
                  <c:v>0.35392099999999999</c:v>
                </c:pt>
                <c:pt idx="2797">
                  <c:v>0.35422700000000001</c:v>
                </c:pt>
                <c:pt idx="2798">
                  <c:v>0.35453200000000001</c:v>
                </c:pt>
                <c:pt idx="2799">
                  <c:v>0.35483700000000001</c:v>
                </c:pt>
                <c:pt idx="2800">
                  <c:v>0.35514299999999999</c:v>
                </c:pt>
                <c:pt idx="2801">
                  <c:v>0.35544799999999999</c:v>
                </c:pt>
                <c:pt idx="2802">
                  <c:v>0.35575400000000001</c:v>
                </c:pt>
                <c:pt idx="2803">
                  <c:v>0.35605900000000001</c:v>
                </c:pt>
                <c:pt idx="2804">
                  <c:v>0.35636400000000001</c:v>
                </c:pt>
                <c:pt idx="2805">
                  <c:v>0.35666999999999999</c:v>
                </c:pt>
                <c:pt idx="2806">
                  <c:v>0.35697499999999999</c:v>
                </c:pt>
                <c:pt idx="2807">
                  <c:v>0.35728100000000002</c:v>
                </c:pt>
                <c:pt idx="2808">
                  <c:v>0.35758600000000001</c:v>
                </c:pt>
                <c:pt idx="2809">
                  <c:v>0.35789100000000001</c:v>
                </c:pt>
                <c:pt idx="2810">
                  <c:v>0.35819699999999999</c:v>
                </c:pt>
                <c:pt idx="2811">
                  <c:v>0.35850199999999999</c:v>
                </c:pt>
                <c:pt idx="2812">
                  <c:v>0.35880800000000002</c:v>
                </c:pt>
                <c:pt idx="2813">
                  <c:v>0.35911300000000002</c:v>
                </c:pt>
                <c:pt idx="2814">
                  <c:v>0.35941800000000002</c:v>
                </c:pt>
                <c:pt idx="2815">
                  <c:v>0.35972399999999999</c:v>
                </c:pt>
                <c:pt idx="2816">
                  <c:v>0.36002899999999999</c:v>
                </c:pt>
                <c:pt idx="2817">
                  <c:v>0.36033500000000002</c:v>
                </c:pt>
                <c:pt idx="2818">
                  <c:v>0.36064000000000002</c:v>
                </c:pt>
                <c:pt idx="2819">
                  <c:v>0.36094500000000002</c:v>
                </c:pt>
                <c:pt idx="2820">
                  <c:v>0.36125099999999999</c:v>
                </c:pt>
                <c:pt idx="2821">
                  <c:v>0.36155599999999999</c:v>
                </c:pt>
                <c:pt idx="2822">
                  <c:v>0.36186200000000002</c:v>
                </c:pt>
                <c:pt idx="2823">
                  <c:v>0.36216700000000002</c:v>
                </c:pt>
                <c:pt idx="2824">
                  <c:v>0.36247200000000002</c:v>
                </c:pt>
                <c:pt idx="2825">
                  <c:v>0.36277799999999999</c:v>
                </c:pt>
                <c:pt idx="2826">
                  <c:v>0.36308299999999999</c:v>
                </c:pt>
                <c:pt idx="2827">
                  <c:v>0.36338900000000002</c:v>
                </c:pt>
                <c:pt idx="2828">
                  <c:v>0.36369400000000002</c:v>
                </c:pt>
                <c:pt idx="2829">
                  <c:v>0.36399900000000002</c:v>
                </c:pt>
                <c:pt idx="2830">
                  <c:v>0.36430499999999999</c:v>
                </c:pt>
                <c:pt idx="2831">
                  <c:v>0.36460999999999999</c:v>
                </c:pt>
                <c:pt idx="2832">
                  <c:v>0.36491600000000002</c:v>
                </c:pt>
                <c:pt idx="2833">
                  <c:v>0.36522100000000002</c:v>
                </c:pt>
                <c:pt idx="2834">
                  <c:v>0.36552600000000002</c:v>
                </c:pt>
                <c:pt idx="2835">
                  <c:v>0.36583199999999999</c:v>
                </c:pt>
                <c:pt idx="2836">
                  <c:v>0.36613699999999999</c:v>
                </c:pt>
                <c:pt idx="2837">
                  <c:v>0.36644300000000002</c:v>
                </c:pt>
                <c:pt idx="2838">
                  <c:v>0.36674800000000002</c:v>
                </c:pt>
                <c:pt idx="2839">
                  <c:v>0.36705300000000002</c:v>
                </c:pt>
                <c:pt idx="2840">
                  <c:v>0.36735899999999999</c:v>
                </c:pt>
                <c:pt idx="2841">
                  <c:v>0.36766399999999999</c:v>
                </c:pt>
                <c:pt idx="2842">
                  <c:v>0.36797000000000002</c:v>
                </c:pt>
                <c:pt idx="2843">
                  <c:v>0.36827500000000002</c:v>
                </c:pt>
                <c:pt idx="2844">
                  <c:v>0.36858000000000002</c:v>
                </c:pt>
                <c:pt idx="2845">
                  <c:v>0.36888599999999999</c:v>
                </c:pt>
                <c:pt idx="2846">
                  <c:v>0.36919099999999999</c:v>
                </c:pt>
                <c:pt idx="2847">
                  <c:v>0.36949700000000002</c:v>
                </c:pt>
                <c:pt idx="2848">
                  <c:v>0.36980200000000002</c:v>
                </c:pt>
                <c:pt idx="2849">
                  <c:v>0.37010700000000002</c:v>
                </c:pt>
                <c:pt idx="2850">
                  <c:v>0.37041299999999999</c:v>
                </c:pt>
                <c:pt idx="2851">
                  <c:v>0.37071799999999999</c:v>
                </c:pt>
                <c:pt idx="2852">
                  <c:v>0.37102400000000002</c:v>
                </c:pt>
                <c:pt idx="2853">
                  <c:v>0.37132900000000002</c:v>
                </c:pt>
                <c:pt idx="2854">
                  <c:v>0.37163400000000002</c:v>
                </c:pt>
                <c:pt idx="2855">
                  <c:v>0.37193999999999999</c:v>
                </c:pt>
                <c:pt idx="2856">
                  <c:v>0.37224499999999999</c:v>
                </c:pt>
                <c:pt idx="2857">
                  <c:v>0.37255100000000002</c:v>
                </c:pt>
                <c:pt idx="2858">
                  <c:v>0.37285600000000002</c:v>
                </c:pt>
                <c:pt idx="2859">
                  <c:v>0.37316100000000002</c:v>
                </c:pt>
                <c:pt idx="2860">
                  <c:v>0.37346699999999999</c:v>
                </c:pt>
                <c:pt idx="2861">
                  <c:v>0.37377199999999999</c:v>
                </c:pt>
                <c:pt idx="2862">
                  <c:v>0.37407699999999999</c:v>
                </c:pt>
                <c:pt idx="2863">
                  <c:v>0.37438300000000002</c:v>
                </c:pt>
                <c:pt idx="2864">
                  <c:v>0.37468800000000002</c:v>
                </c:pt>
                <c:pt idx="2865">
                  <c:v>0.37499399999999999</c:v>
                </c:pt>
                <c:pt idx="2866">
                  <c:v>0.37529899999999999</c:v>
                </c:pt>
                <c:pt idx="2867">
                  <c:v>0.37560399999999999</c:v>
                </c:pt>
                <c:pt idx="2868">
                  <c:v>0.37591000000000002</c:v>
                </c:pt>
                <c:pt idx="2869">
                  <c:v>0.37621500000000002</c:v>
                </c:pt>
                <c:pt idx="2870">
                  <c:v>0.37652099999999999</c:v>
                </c:pt>
                <c:pt idx="2871">
                  <c:v>0.37682599999999999</c:v>
                </c:pt>
                <c:pt idx="2872">
                  <c:v>0.37713099999999999</c:v>
                </c:pt>
                <c:pt idx="2873">
                  <c:v>0.37743700000000002</c:v>
                </c:pt>
                <c:pt idx="2874">
                  <c:v>0.37774200000000002</c:v>
                </c:pt>
                <c:pt idx="2875">
                  <c:v>0.378048</c:v>
                </c:pt>
                <c:pt idx="2876">
                  <c:v>0.37835299999999999</c:v>
                </c:pt>
                <c:pt idx="2877">
                  <c:v>0.37865799999999999</c:v>
                </c:pt>
                <c:pt idx="2878">
                  <c:v>0.37896400000000002</c:v>
                </c:pt>
                <c:pt idx="2879">
                  <c:v>0.37926900000000002</c:v>
                </c:pt>
                <c:pt idx="2880">
                  <c:v>0.379575</c:v>
                </c:pt>
                <c:pt idx="2881">
                  <c:v>0.37988</c:v>
                </c:pt>
                <c:pt idx="2882">
                  <c:v>0.380185</c:v>
                </c:pt>
                <c:pt idx="2883">
                  <c:v>0.38049100000000002</c:v>
                </c:pt>
                <c:pt idx="2884">
                  <c:v>0.38079600000000002</c:v>
                </c:pt>
                <c:pt idx="2885">
                  <c:v>0.381102</c:v>
                </c:pt>
                <c:pt idx="2886">
                  <c:v>0.381407</c:v>
                </c:pt>
                <c:pt idx="2887">
                  <c:v>0.381712</c:v>
                </c:pt>
                <c:pt idx="2888">
                  <c:v>0.38201800000000002</c:v>
                </c:pt>
                <c:pt idx="2889">
                  <c:v>0.38232300000000002</c:v>
                </c:pt>
                <c:pt idx="2890">
                  <c:v>0.382629</c:v>
                </c:pt>
                <c:pt idx="2891">
                  <c:v>0.382934</c:v>
                </c:pt>
                <c:pt idx="2892">
                  <c:v>0.383239</c:v>
                </c:pt>
                <c:pt idx="2893">
                  <c:v>0.38354500000000002</c:v>
                </c:pt>
                <c:pt idx="2894">
                  <c:v>0.38385000000000002</c:v>
                </c:pt>
                <c:pt idx="2895">
                  <c:v>0.384156</c:v>
                </c:pt>
                <c:pt idx="2896">
                  <c:v>0.384461</c:v>
                </c:pt>
                <c:pt idx="2897">
                  <c:v>0.384766</c:v>
                </c:pt>
                <c:pt idx="2898">
                  <c:v>0.38507200000000003</c:v>
                </c:pt>
                <c:pt idx="2899">
                  <c:v>0.38537700000000003</c:v>
                </c:pt>
                <c:pt idx="2900">
                  <c:v>0.385683</c:v>
                </c:pt>
                <c:pt idx="2901">
                  <c:v>0.385988</c:v>
                </c:pt>
                <c:pt idx="2902">
                  <c:v>0.386293</c:v>
                </c:pt>
                <c:pt idx="2903">
                  <c:v>0.38659900000000003</c:v>
                </c:pt>
                <c:pt idx="2904">
                  <c:v>0.38690400000000003</c:v>
                </c:pt>
                <c:pt idx="2905">
                  <c:v>0.38721</c:v>
                </c:pt>
                <c:pt idx="2906">
                  <c:v>0.387515</c:v>
                </c:pt>
                <c:pt idx="2907">
                  <c:v>0.38782</c:v>
                </c:pt>
                <c:pt idx="2908">
                  <c:v>0.38812600000000003</c:v>
                </c:pt>
                <c:pt idx="2909">
                  <c:v>0.38843100000000003</c:v>
                </c:pt>
                <c:pt idx="2910">
                  <c:v>0.388737</c:v>
                </c:pt>
                <c:pt idx="2911">
                  <c:v>0.389042</c:v>
                </c:pt>
                <c:pt idx="2912">
                  <c:v>0.389347</c:v>
                </c:pt>
                <c:pt idx="2913">
                  <c:v>0.38965300000000003</c:v>
                </c:pt>
                <c:pt idx="2914">
                  <c:v>0.38995800000000003</c:v>
                </c:pt>
                <c:pt idx="2915">
                  <c:v>0.390264</c:v>
                </c:pt>
                <c:pt idx="2916">
                  <c:v>0.390569</c:v>
                </c:pt>
                <c:pt idx="2917">
                  <c:v>0.390874</c:v>
                </c:pt>
                <c:pt idx="2918">
                  <c:v>0.39118000000000003</c:v>
                </c:pt>
                <c:pt idx="2919">
                  <c:v>0.39148500000000003</c:v>
                </c:pt>
                <c:pt idx="2920">
                  <c:v>0.391791</c:v>
                </c:pt>
                <c:pt idx="2921">
                  <c:v>0.392096</c:v>
                </c:pt>
                <c:pt idx="2922">
                  <c:v>0.392401</c:v>
                </c:pt>
                <c:pt idx="2923">
                  <c:v>0.39270699999999997</c:v>
                </c:pt>
                <c:pt idx="2924">
                  <c:v>0.39301199999999997</c:v>
                </c:pt>
                <c:pt idx="2925">
                  <c:v>0.393318</c:v>
                </c:pt>
                <c:pt idx="2926">
                  <c:v>0.393623</c:v>
                </c:pt>
                <c:pt idx="2927">
                  <c:v>0.393928</c:v>
                </c:pt>
                <c:pt idx="2928">
                  <c:v>0.39423399999999997</c:v>
                </c:pt>
                <c:pt idx="2929">
                  <c:v>0.39453899999999997</c:v>
                </c:pt>
                <c:pt idx="2930">
                  <c:v>0.394845</c:v>
                </c:pt>
                <c:pt idx="2931">
                  <c:v>0.39515</c:v>
                </c:pt>
                <c:pt idx="2932">
                  <c:v>0.395455</c:v>
                </c:pt>
                <c:pt idx="2933">
                  <c:v>0.39576099999999997</c:v>
                </c:pt>
                <c:pt idx="2934">
                  <c:v>0.39606599999999997</c:v>
                </c:pt>
                <c:pt idx="2935">
                  <c:v>0.396372</c:v>
                </c:pt>
                <c:pt idx="2936">
                  <c:v>0.396677</c:v>
                </c:pt>
                <c:pt idx="2937">
                  <c:v>0.396982</c:v>
                </c:pt>
                <c:pt idx="2938">
                  <c:v>0.39728799999999997</c:v>
                </c:pt>
                <c:pt idx="2939">
                  <c:v>0.39759299999999997</c:v>
                </c:pt>
                <c:pt idx="2940">
                  <c:v>0.397899</c:v>
                </c:pt>
                <c:pt idx="2941">
                  <c:v>0.398204</c:v>
                </c:pt>
                <c:pt idx="2942">
                  <c:v>0.398509</c:v>
                </c:pt>
                <c:pt idx="2943">
                  <c:v>0.39881499999999998</c:v>
                </c:pt>
                <c:pt idx="2944">
                  <c:v>0.39911999999999997</c:v>
                </c:pt>
                <c:pt idx="2945">
                  <c:v>0.39942499999999997</c:v>
                </c:pt>
                <c:pt idx="2946">
                  <c:v>0.399731</c:v>
                </c:pt>
                <c:pt idx="2947">
                  <c:v>0.400036</c:v>
                </c:pt>
                <c:pt idx="2948">
                  <c:v>0.40034199999999998</c:v>
                </c:pt>
                <c:pt idx="2949">
                  <c:v>0.40064699999999998</c:v>
                </c:pt>
                <c:pt idx="2950">
                  <c:v>0.40095199999999998</c:v>
                </c:pt>
                <c:pt idx="2951">
                  <c:v>0.401258</c:v>
                </c:pt>
                <c:pt idx="2952">
                  <c:v>0.401563</c:v>
                </c:pt>
                <c:pt idx="2953">
                  <c:v>0.40186899999999998</c:v>
                </c:pt>
                <c:pt idx="2954">
                  <c:v>0.40217399999999998</c:v>
                </c:pt>
                <c:pt idx="2955">
                  <c:v>0.40247899999999998</c:v>
                </c:pt>
                <c:pt idx="2956">
                  <c:v>0.402785</c:v>
                </c:pt>
                <c:pt idx="2957">
                  <c:v>0.40309</c:v>
                </c:pt>
                <c:pt idx="2958">
                  <c:v>0.40339599999999998</c:v>
                </c:pt>
                <c:pt idx="2959">
                  <c:v>0.40370099999999998</c:v>
                </c:pt>
                <c:pt idx="2960">
                  <c:v>0.40400599999999998</c:v>
                </c:pt>
                <c:pt idx="2961">
                  <c:v>0.404312</c:v>
                </c:pt>
                <c:pt idx="2962">
                  <c:v>0.404617</c:v>
                </c:pt>
                <c:pt idx="2963">
                  <c:v>0.40492299999999998</c:v>
                </c:pt>
                <c:pt idx="2964">
                  <c:v>0.40522799999999998</c:v>
                </c:pt>
                <c:pt idx="2965">
                  <c:v>0.40553299999999998</c:v>
                </c:pt>
                <c:pt idx="2966">
                  <c:v>0.40583900000000001</c:v>
                </c:pt>
                <c:pt idx="2967">
                  <c:v>0.40614400000000001</c:v>
                </c:pt>
                <c:pt idx="2968">
                  <c:v>0.40644999999999998</c:v>
                </c:pt>
                <c:pt idx="2969">
                  <c:v>0.40675499999999998</c:v>
                </c:pt>
                <c:pt idx="2970">
                  <c:v>0.40705999999999998</c:v>
                </c:pt>
                <c:pt idx="2971">
                  <c:v>0.40736600000000001</c:v>
                </c:pt>
                <c:pt idx="2972">
                  <c:v>0.40767100000000001</c:v>
                </c:pt>
                <c:pt idx="2973">
                  <c:v>0.40797699999999998</c:v>
                </c:pt>
                <c:pt idx="2974">
                  <c:v>0.40828199999999998</c:v>
                </c:pt>
                <c:pt idx="2975">
                  <c:v>0.40858699999999998</c:v>
                </c:pt>
                <c:pt idx="2976">
                  <c:v>0.40889300000000001</c:v>
                </c:pt>
                <c:pt idx="2977">
                  <c:v>0.40919800000000001</c:v>
                </c:pt>
                <c:pt idx="2978">
                  <c:v>0.40950399999999998</c:v>
                </c:pt>
                <c:pt idx="2979">
                  <c:v>0.40980899999999998</c:v>
                </c:pt>
                <c:pt idx="2980">
                  <c:v>0.41011399999999998</c:v>
                </c:pt>
                <c:pt idx="2981">
                  <c:v>0.41042000000000001</c:v>
                </c:pt>
                <c:pt idx="2982">
                  <c:v>0.41072500000000001</c:v>
                </c:pt>
                <c:pt idx="2983">
                  <c:v>0.41103099999999998</c:v>
                </c:pt>
                <c:pt idx="2984">
                  <c:v>0.41133599999999998</c:v>
                </c:pt>
                <c:pt idx="2985">
                  <c:v>0.41164099999999998</c:v>
                </c:pt>
                <c:pt idx="2986">
                  <c:v>0.41194700000000001</c:v>
                </c:pt>
                <c:pt idx="2987">
                  <c:v>0.41225200000000001</c:v>
                </c:pt>
                <c:pt idx="2988">
                  <c:v>0.41255799999999998</c:v>
                </c:pt>
                <c:pt idx="2989">
                  <c:v>0.41286299999999998</c:v>
                </c:pt>
                <c:pt idx="2990">
                  <c:v>0.41316799999999998</c:v>
                </c:pt>
                <c:pt idx="2991">
                  <c:v>0.41347400000000001</c:v>
                </c:pt>
                <c:pt idx="2992">
                  <c:v>0.41377900000000001</c:v>
                </c:pt>
                <c:pt idx="2993">
                  <c:v>0.41408499999999998</c:v>
                </c:pt>
                <c:pt idx="2994">
                  <c:v>0.41438999999999998</c:v>
                </c:pt>
                <c:pt idx="2995">
                  <c:v>0.41469499999999998</c:v>
                </c:pt>
                <c:pt idx="2996">
                  <c:v>0.41500100000000001</c:v>
                </c:pt>
                <c:pt idx="2997">
                  <c:v>0.41530600000000001</c:v>
                </c:pt>
                <c:pt idx="2998">
                  <c:v>0.41561199999999998</c:v>
                </c:pt>
                <c:pt idx="2999">
                  <c:v>0.41591699999999998</c:v>
                </c:pt>
                <c:pt idx="3000">
                  <c:v>0.41622199999999998</c:v>
                </c:pt>
                <c:pt idx="3001">
                  <c:v>0.41652800000000001</c:v>
                </c:pt>
                <c:pt idx="3002">
                  <c:v>0.41683300000000001</c:v>
                </c:pt>
                <c:pt idx="3003">
                  <c:v>0.41713899999999998</c:v>
                </c:pt>
                <c:pt idx="3004">
                  <c:v>0.41744399999999998</c:v>
                </c:pt>
                <c:pt idx="3005">
                  <c:v>0.41774899999999998</c:v>
                </c:pt>
                <c:pt idx="3006">
                  <c:v>0.41805500000000001</c:v>
                </c:pt>
                <c:pt idx="3007">
                  <c:v>0.41836000000000001</c:v>
                </c:pt>
                <c:pt idx="3008">
                  <c:v>0.41866599999999998</c:v>
                </c:pt>
                <c:pt idx="3009">
                  <c:v>0.41897099999999998</c:v>
                </c:pt>
                <c:pt idx="3010">
                  <c:v>0.41927599999999998</c:v>
                </c:pt>
                <c:pt idx="3011">
                  <c:v>0.41958200000000001</c:v>
                </c:pt>
                <c:pt idx="3012">
                  <c:v>0.41988700000000001</c:v>
                </c:pt>
                <c:pt idx="3013">
                  <c:v>0.42019299999999998</c:v>
                </c:pt>
                <c:pt idx="3014">
                  <c:v>0.42049799999999998</c:v>
                </c:pt>
                <c:pt idx="3015">
                  <c:v>0.42080299999999998</c:v>
                </c:pt>
                <c:pt idx="3016">
                  <c:v>0.42110900000000001</c:v>
                </c:pt>
                <c:pt idx="3017">
                  <c:v>0.42141400000000001</c:v>
                </c:pt>
                <c:pt idx="3018">
                  <c:v>0.42171999999999998</c:v>
                </c:pt>
                <c:pt idx="3019">
                  <c:v>0.42202499999999998</c:v>
                </c:pt>
                <c:pt idx="3020">
                  <c:v>0.42232999999999998</c:v>
                </c:pt>
                <c:pt idx="3021">
                  <c:v>0.42263600000000001</c:v>
                </c:pt>
                <c:pt idx="3022">
                  <c:v>0.42294100000000001</c:v>
                </c:pt>
                <c:pt idx="3023">
                  <c:v>0.42324699999999998</c:v>
                </c:pt>
                <c:pt idx="3024">
                  <c:v>0.42355199999999998</c:v>
                </c:pt>
                <c:pt idx="3025">
                  <c:v>0.42385699999999998</c:v>
                </c:pt>
                <c:pt idx="3026">
                  <c:v>0.42416300000000001</c:v>
                </c:pt>
                <c:pt idx="3027">
                  <c:v>0.42446800000000001</c:v>
                </c:pt>
                <c:pt idx="3028">
                  <c:v>0.42477300000000001</c:v>
                </c:pt>
                <c:pt idx="3029">
                  <c:v>0.42507899999999998</c:v>
                </c:pt>
                <c:pt idx="3030">
                  <c:v>0.42538399999999998</c:v>
                </c:pt>
                <c:pt idx="3031">
                  <c:v>0.42569000000000001</c:v>
                </c:pt>
                <c:pt idx="3032">
                  <c:v>0.42599500000000001</c:v>
                </c:pt>
                <c:pt idx="3033">
                  <c:v>0.42630000000000001</c:v>
                </c:pt>
                <c:pt idx="3034">
                  <c:v>0.42660599999999999</c:v>
                </c:pt>
                <c:pt idx="3035">
                  <c:v>0.42691099999999998</c:v>
                </c:pt>
                <c:pt idx="3036">
                  <c:v>0.42721700000000001</c:v>
                </c:pt>
                <c:pt idx="3037">
                  <c:v>0.42752200000000001</c:v>
                </c:pt>
                <c:pt idx="3038">
                  <c:v>0.42782700000000001</c:v>
                </c:pt>
                <c:pt idx="3039">
                  <c:v>0.42813299999999999</c:v>
                </c:pt>
                <c:pt idx="3040">
                  <c:v>0.42843799999999999</c:v>
                </c:pt>
                <c:pt idx="3041">
                  <c:v>0.42874400000000001</c:v>
                </c:pt>
                <c:pt idx="3042">
                  <c:v>0.42904900000000001</c:v>
                </c:pt>
                <c:pt idx="3043">
                  <c:v>0.42935400000000001</c:v>
                </c:pt>
                <c:pt idx="3044">
                  <c:v>0.42965999999999999</c:v>
                </c:pt>
                <c:pt idx="3045">
                  <c:v>0.42996499999999999</c:v>
                </c:pt>
                <c:pt idx="3046">
                  <c:v>0.43027100000000001</c:v>
                </c:pt>
                <c:pt idx="3047">
                  <c:v>0.43057600000000001</c:v>
                </c:pt>
                <c:pt idx="3048">
                  <c:v>0.43088100000000001</c:v>
                </c:pt>
                <c:pt idx="3049">
                  <c:v>0.43118699999999999</c:v>
                </c:pt>
                <c:pt idx="3050">
                  <c:v>0.43149199999999999</c:v>
                </c:pt>
                <c:pt idx="3051">
                  <c:v>0.43179800000000002</c:v>
                </c:pt>
                <c:pt idx="3052">
                  <c:v>0.43210300000000001</c:v>
                </c:pt>
                <c:pt idx="3053">
                  <c:v>0.43240800000000001</c:v>
                </c:pt>
                <c:pt idx="3054">
                  <c:v>0.43271399999999999</c:v>
                </c:pt>
                <c:pt idx="3055">
                  <c:v>0.43301899999999999</c:v>
                </c:pt>
                <c:pt idx="3056">
                  <c:v>0.43332500000000002</c:v>
                </c:pt>
                <c:pt idx="3057">
                  <c:v>0.43363000000000002</c:v>
                </c:pt>
                <c:pt idx="3058">
                  <c:v>0.43393500000000002</c:v>
                </c:pt>
                <c:pt idx="3059">
                  <c:v>0.43424099999999999</c:v>
                </c:pt>
                <c:pt idx="3060">
                  <c:v>0.43454599999999999</c:v>
                </c:pt>
                <c:pt idx="3061">
                  <c:v>0.43485200000000002</c:v>
                </c:pt>
                <c:pt idx="3062">
                  <c:v>0.43515700000000002</c:v>
                </c:pt>
                <c:pt idx="3063">
                  <c:v>0.43546200000000002</c:v>
                </c:pt>
                <c:pt idx="3064">
                  <c:v>0.43576799999999999</c:v>
                </c:pt>
                <c:pt idx="3065">
                  <c:v>0.43607299999999999</c:v>
                </c:pt>
                <c:pt idx="3066">
                  <c:v>0.43637900000000002</c:v>
                </c:pt>
                <c:pt idx="3067">
                  <c:v>0.43668400000000002</c:v>
                </c:pt>
                <c:pt idx="3068">
                  <c:v>0.43698900000000002</c:v>
                </c:pt>
                <c:pt idx="3069">
                  <c:v>0.43729499999999999</c:v>
                </c:pt>
                <c:pt idx="3070">
                  <c:v>0.43759999999999999</c:v>
                </c:pt>
                <c:pt idx="3071">
                  <c:v>0.43790600000000002</c:v>
                </c:pt>
                <c:pt idx="3072">
                  <c:v>0.43821100000000002</c:v>
                </c:pt>
                <c:pt idx="3073">
                  <c:v>0.43851600000000002</c:v>
                </c:pt>
                <c:pt idx="3074">
                  <c:v>0.43882199999999999</c:v>
                </c:pt>
                <c:pt idx="3075">
                  <c:v>0.43912699999999999</c:v>
                </c:pt>
                <c:pt idx="3076">
                  <c:v>0.43943300000000002</c:v>
                </c:pt>
                <c:pt idx="3077">
                  <c:v>0.43973800000000002</c:v>
                </c:pt>
                <c:pt idx="3078">
                  <c:v>0.44004300000000002</c:v>
                </c:pt>
                <c:pt idx="3079">
                  <c:v>0.44034899999999999</c:v>
                </c:pt>
                <c:pt idx="3080">
                  <c:v>0.44065399999999999</c:v>
                </c:pt>
                <c:pt idx="3081">
                  <c:v>0.44096000000000002</c:v>
                </c:pt>
                <c:pt idx="3082">
                  <c:v>0.44126500000000002</c:v>
                </c:pt>
                <c:pt idx="3083">
                  <c:v>0.44157000000000002</c:v>
                </c:pt>
                <c:pt idx="3084">
                  <c:v>0.44187599999999999</c:v>
                </c:pt>
                <c:pt idx="3085">
                  <c:v>0.44218099999999999</c:v>
                </c:pt>
                <c:pt idx="3086">
                  <c:v>0.44248700000000002</c:v>
                </c:pt>
                <c:pt idx="3087">
                  <c:v>0.44279200000000002</c:v>
                </c:pt>
                <c:pt idx="3088">
                  <c:v>0.44309700000000002</c:v>
                </c:pt>
                <c:pt idx="3089">
                  <c:v>0.44340299999999999</c:v>
                </c:pt>
                <c:pt idx="3090">
                  <c:v>0.44370799999999999</c:v>
                </c:pt>
                <c:pt idx="3091">
                  <c:v>0.44401400000000002</c:v>
                </c:pt>
                <c:pt idx="3092">
                  <c:v>0.44431900000000002</c:v>
                </c:pt>
                <c:pt idx="3093">
                  <c:v>0.44462400000000002</c:v>
                </c:pt>
                <c:pt idx="3094">
                  <c:v>0.44492999999999999</c:v>
                </c:pt>
                <c:pt idx="3095">
                  <c:v>0.44523499999999999</c:v>
                </c:pt>
                <c:pt idx="3096">
                  <c:v>0.44554100000000002</c:v>
                </c:pt>
                <c:pt idx="3097">
                  <c:v>0.44584600000000002</c:v>
                </c:pt>
                <c:pt idx="3098">
                  <c:v>0.44615100000000002</c:v>
                </c:pt>
                <c:pt idx="3099">
                  <c:v>0.44645699999999999</c:v>
                </c:pt>
                <c:pt idx="3100">
                  <c:v>0.44676199999999999</c:v>
                </c:pt>
                <c:pt idx="3101">
                  <c:v>0.44706800000000002</c:v>
                </c:pt>
                <c:pt idx="3102">
                  <c:v>0.44737300000000002</c:v>
                </c:pt>
                <c:pt idx="3103">
                  <c:v>0.44767800000000002</c:v>
                </c:pt>
                <c:pt idx="3104">
                  <c:v>0.44798399999999999</c:v>
                </c:pt>
                <c:pt idx="3105">
                  <c:v>0.44828899999999999</c:v>
                </c:pt>
                <c:pt idx="3106">
                  <c:v>0.44859500000000002</c:v>
                </c:pt>
                <c:pt idx="3107">
                  <c:v>0.44890000000000002</c:v>
                </c:pt>
                <c:pt idx="3108">
                  <c:v>0.44920500000000002</c:v>
                </c:pt>
                <c:pt idx="3109">
                  <c:v>0.44951099999999999</c:v>
                </c:pt>
                <c:pt idx="3110">
                  <c:v>0.44981599999999999</c:v>
                </c:pt>
                <c:pt idx="3111">
                  <c:v>0.45012099999999999</c:v>
                </c:pt>
                <c:pt idx="3112">
                  <c:v>0.45042700000000002</c:v>
                </c:pt>
                <c:pt idx="3113">
                  <c:v>0.45073200000000002</c:v>
                </c:pt>
                <c:pt idx="3114">
                  <c:v>0.45103799999999999</c:v>
                </c:pt>
                <c:pt idx="3115">
                  <c:v>0.45134299999999999</c:v>
                </c:pt>
                <c:pt idx="3116">
                  <c:v>0.45164799999999999</c:v>
                </c:pt>
                <c:pt idx="3117">
                  <c:v>0.45195400000000002</c:v>
                </c:pt>
                <c:pt idx="3118">
                  <c:v>0.45225900000000002</c:v>
                </c:pt>
                <c:pt idx="3119">
                  <c:v>0.452565</c:v>
                </c:pt>
                <c:pt idx="3120">
                  <c:v>0.45286999999999999</c:v>
                </c:pt>
                <c:pt idx="3121">
                  <c:v>0.45317499999999999</c:v>
                </c:pt>
                <c:pt idx="3122">
                  <c:v>0.45348100000000002</c:v>
                </c:pt>
                <c:pt idx="3123">
                  <c:v>0.45378600000000002</c:v>
                </c:pt>
                <c:pt idx="3124">
                  <c:v>0.454092</c:v>
                </c:pt>
                <c:pt idx="3125">
                  <c:v>0.454397</c:v>
                </c:pt>
                <c:pt idx="3126">
                  <c:v>0.454702</c:v>
                </c:pt>
                <c:pt idx="3127">
                  <c:v>0.45500800000000002</c:v>
                </c:pt>
                <c:pt idx="3128">
                  <c:v>0.45531300000000002</c:v>
                </c:pt>
                <c:pt idx="3129">
                  <c:v>0.455619</c:v>
                </c:pt>
                <c:pt idx="3130">
                  <c:v>0.455924</c:v>
                </c:pt>
                <c:pt idx="3131">
                  <c:v>0.456229</c:v>
                </c:pt>
                <c:pt idx="3132">
                  <c:v>0.45653500000000002</c:v>
                </c:pt>
                <c:pt idx="3133">
                  <c:v>0.45684000000000002</c:v>
                </c:pt>
                <c:pt idx="3134">
                  <c:v>0.457146</c:v>
                </c:pt>
                <c:pt idx="3135">
                  <c:v>0.457451</c:v>
                </c:pt>
                <c:pt idx="3136">
                  <c:v>0.457756</c:v>
                </c:pt>
                <c:pt idx="3137">
                  <c:v>0.45806200000000002</c:v>
                </c:pt>
                <c:pt idx="3138">
                  <c:v>0.45836700000000002</c:v>
                </c:pt>
                <c:pt idx="3139">
                  <c:v>0.458673</c:v>
                </c:pt>
                <c:pt idx="3140">
                  <c:v>0.458978</c:v>
                </c:pt>
                <c:pt idx="3141">
                  <c:v>0.459283</c:v>
                </c:pt>
                <c:pt idx="3142">
                  <c:v>0.45958900000000003</c:v>
                </c:pt>
                <c:pt idx="3143">
                  <c:v>0.45989400000000002</c:v>
                </c:pt>
                <c:pt idx="3144">
                  <c:v>0.4602</c:v>
                </c:pt>
                <c:pt idx="3145">
                  <c:v>0.460505</c:v>
                </c:pt>
                <c:pt idx="3146">
                  <c:v>0.46081</c:v>
                </c:pt>
                <c:pt idx="3147">
                  <c:v>0.46111600000000003</c:v>
                </c:pt>
                <c:pt idx="3148">
                  <c:v>0.46142100000000003</c:v>
                </c:pt>
                <c:pt idx="3149">
                  <c:v>0.461727</c:v>
                </c:pt>
                <c:pt idx="3150">
                  <c:v>0.462032</c:v>
                </c:pt>
                <c:pt idx="3151">
                  <c:v>0.462337</c:v>
                </c:pt>
                <c:pt idx="3152">
                  <c:v>0.46264300000000003</c:v>
                </c:pt>
                <c:pt idx="3153">
                  <c:v>0.46294800000000003</c:v>
                </c:pt>
                <c:pt idx="3154">
                  <c:v>0.463254</c:v>
                </c:pt>
                <c:pt idx="3155">
                  <c:v>0.463559</c:v>
                </c:pt>
                <c:pt idx="3156">
                  <c:v>0.463864</c:v>
                </c:pt>
                <c:pt idx="3157">
                  <c:v>0.46417000000000003</c:v>
                </c:pt>
                <c:pt idx="3158">
                  <c:v>0.46447500000000003</c:v>
                </c:pt>
                <c:pt idx="3159">
                  <c:v>0.464781</c:v>
                </c:pt>
                <c:pt idx="3160">
                  <c:v>0.465086</c:v>
                </c:pt>
                <c:pt idx="3161">
                  <c:v>0.465391</c:v>
                </c:pt>
                <c:pt idx="3162">
                  <c:v>0.46569700000000003</c:v>
                </c:pt>
                <c:pt idx="3163">
                  <c:v>0.46600200000000003</c:v>
                </c:pt>
                <c:pt idx="3164">
                  <c:v>0.466308</c:v>
                </c:pt>
                <c:pt idx="3165">
                  <c:v>0.466613</c:v>
                </c:pt>
                <c:pt idx="3166">
                  <c:v>0.466918</c:v>
                </c:pt>
                <c:pt idx="3167">
                  <c:v>0.46722399999999997</c:v>
                </c:pt>
                <c:pt idx="3168">
                  <c:v>0.46752899999999997</c:v>
                </c:pt>
                <c:pt idx="3169">
                  <c:v>0.467835</c:v>
                </c:pt>
                <c:pt idx="3170">
                  <c:v>0.46814</c:v>
                </c:pt>
                <c:pt idx="3171">
                  <c:v>0.468445</c:v>
                </c:pt>
                <c:pt idx="3172">
                  <c:v>0.46875099999999997</c:v>
                </c:pt>
                <c:pt idx="3173">
                  <c:v>0.46905599999999997</c:v>
                </c:pt>
                <c:pt idx="3174">
                  <c:v>0.469362</c:v>
                </c:pt>
                <c:pt idx="3175">
                  <c:v>0.469667</c:v>
                </c:pt>
                <c:pt idx="3176">
                  <c:v>0.469972</c:v>
                </c:pt>
                <c:pt idx="3177">
                  <c:v>0.47027799999999997</c:v>
                </c:pt>
                <c:pt idx="3178">
                  <c:v>0.47058299999999997</c:v>
                </c:pt>
                <c:pt idx="3179">
                  <c:v>0.470889</c:v>
                </c:pt>
                <c:pt idx="3180">
                  <c:v>0.471194</c:v>
                </c:pt>
                <c:pt idx="3181">
                  <c:v>0.471499</c:v>
                </c:pt>
                <c:pt idx="3182">
                  <c:v>0.47180499999999997</c:v>
                </c:pt>
                <c:pt idx="3183">
                  <c:v>0.47210999999999997</c:v>
                </c:pt>
                <c:pt idx="3184">
                  <c:v>0.472416</c:v>
                </c:pt>
                <c:pt idx="3185">
                  <c:v>0.472721</c:v>
                </c:pt>
                <c:pt idx="3186">
                  <c:v>0.473026</c:v>
                </c:pt>
                <c:pt idx="3187">
                  <c:v>0.47333199999999997</c:v>
                </c:pt>
                <c:pt idx="3188">
                  <c:v>0.47363699999999997</c:v>
                </c:pt>
                <c:pt idx="3189">
                  <c:v>0.473943</c:v>
                </c:pt>
                <c:pt idx="3190">
                  <c:v>0.474248</c:v>
                </c:pt>
                <c:pt idx="3191">
                  <c:v>0.474553</c:v>
                </c:pt>
                <c:pt idx="3192">
                  <c:v>0.47485899999999998</c:v>
                </c:pt>
                <c:pt idx="3193">
                  <c:v>0.47516399999999998</c:v>
                </c:pt>
                <c:pt idx="3194">
                  <c:v>0.47547</c:v>
                </c:pt>
                <c:pt idx="3195">
                  <c:v>0.475775</c:v>
                </c:pt>
                <c:pt idx="3196">
                  <c:v>0.47608</c:v>
                </c:pt>
                <c:pt idx="3197">
                  <c:v>0.47638599999999998</c:v>
                </c:pt>
                <c:pt idx="3198">
                  <c:v>0.47669099999999998</c:v>
                </c:pt>
                <c:pt idx="3199">
                  <c:v>0.47699599999999998</c:v>
                </c:pt>
                <c:pt idx="3200">
                  <c:v>0.477302</c:v>
                </c:pt>
                <c:pt idx="3201">
                  <c:v>0.477607</c:v>
                </c:pt>
                <c:pt idx="3202">
                  <c:v>0.47791299999999998</c:v>
                </c:pt>
                <c:pt idx="3203">
                  <c:v>0.47821799999999998</c:v>
                </c:pt>
                <c:pt idx="3204">
                  <c:v>0.47852299999999998</c:v>
                </c:pt>
                <c:pt idx="3205">
                  <c:v>0.478829</c:v>
                </c:pt>
                <c:pt idx="3206">
                  <c:v>0.479134</c:v>
                </c:pt>
                <c:pt idx="3207">
                  <c:v>0.47943999999999998</c:v>
                </c:pt>
                <c:pt idx="3208">
                  <c:v>0.47974499999999998</c:v>
                </c:pt>
                <c:pt idx="3209">
                  <c:v>0.48004999999999998</c:v>
                </c:pt>
                <c:pt idx="3210">
                  <c:v>0.48035600000000001</c:v>
                </c:pt>
                <c:pt idx="3211">
                  <c:v>0.480661</c:v>
                </c:pt>
                <c:pt idx="3212">
                  <c:v>0.48096699999999998</c:v>
                </c:pt>
                <c:pt idx="3213">
                  <c:v>0.48127199999999998</c:v>
                </c:pt>
                <c:pt idx="3214">
                  <c:v>0.48157699999999998</c:v>
                </c:pt>
                <c:pt idx="3215">
                  <c:v>0.48188300000000001</c:v>
                </c:pt>
                <c:pt idx="3216">
                  <c:v>0.48218800000000001</c:v>
                </c:pt>
                <c:pt idx="3217">
                  <c:v>0.48249399999999998</c:v>
                </c:pt>
                <c:pt idx="3218">
                  <c:v>0.48279899999999998</c:v>
                </c:pt>
                <c:pt idx="3219">
                  <c:v>0.48310399999999998</c:v>
                </c:pt>
                <c:pt idx="3220">
                  <c:v>0.48341000000000001</c:v>
                </c:pt>
                <c:pt idx="3221">
                  <c:v>0.48371500000000001</c:v>
                </c:pt>
                <c:pt idx="3222">
                  <c:v>0.48402099999999998</c:v>
                </c:pt>
                <c:pt idx="3223">
                  <c:v>0.48432599999999998</c:v>
                </c:pt>
                <c:pt idx="3224">
                  <c:v>0.48463099999999998</c:v>
                </c:pt>
                <c:pt idx="3225">
                  <c:v>0.48493700000000001</c:v>
                </c:pt>
                <c:pt idx="3226">
                  <c:v>0.48524200000000001</c:v>
                </c:pt>
                <c:pt idx="3227">
                  <c:v>0.48554799999999998</c:v>
                </c:pt>
                <c:pt idx="3228">
                  <c:v>0.48585299999999998</c:v>
                </c:pt>
                <c:pt idx="3229">
                  <c:v>0.48615799999999998</c:v>
                </c:pt>
                <c:pt idx="3230">
                  <c:v>0.48646400000000001</c:v>
                </c:pt>
                <c:pt idx="3231">
                  <c:v>0.48676900000000001</c:v>
                </c:pt>
                <c:pt idx="3232">
                  <c:v>0.48707499999999998</c:v>
                </c:pt>
                <c:pt idx="3233">
                  <c:v>0.48737999999999998</c:v>
                </c:pt>
                <c:pt idx="3234">
                  <c:v>0.48768499999999998</c:v>
                </c:pt>
                <c:pt idx="3235">
                  <c:v>0.48799100000000001</c:v>
                </c:pt>
                <c:pt idx="3236">
                  <c:v>0.48829600000000001</c:v>
                </c:pt>
                <c:pt idx="3237">
                  <c:v>0.48860199999999998</c:v>
                </c:pt>
                <c:pt idx="3238">
                  <c:v>0.48890699999999998</c:v>
                </c:pt>
                <c:pt idx="3239">
                  <c:v>0.48921199999999998</c:v>
                </c:pt>
                <c:pt idx="3240">
                  <c:v>0.48951800000000001</c:v>
                </c:pt>
                <c:pt idx="3241">
                  <c:v>0.48982300000000001</c:v>
                </c:pt>
                <c:pt idx="3242">
                  <c:v>0.49012899999999998</c:v>
                </c:pt>
                <c:pt idx="3243">
                  <c:v>0.49043399999999998</c:v>
                </c:pt>
                <c:pt idx="3244">
                  <c:v>0.49073899999999998</c:v>
                </c:pt>
                <c:pt idx="3245">
                  <c:v>0.49104500000000001</c:v>
                </c:pt>
                <c:pt idx="3246">
                  <c:v>0.49135000000000001</c:v>
                </c:pt>
                <c:pt idx="3247">
                  <c:v>0.49165599999999998</c:v>
                </c:pt>
                <c:pt idx="3248">
                  <c:v>0.49196099999999998</c:v>
                </c:pt>
                <c:pt idx="3249">
                  <c:v>0.49226599999999998</c:v>
                </c:pt>
                <c:pt idx="3250">
                  <c:v>0.49257200000000001</c:v>
                </c:pt>
                <c:pt idx="3251">
                  <c:v>0.49287700000000001</c:v>
                </c:pt>
                <c:pt idx="3252">
                  <c:v>0.49318299999999998</c:v>
                </c:pt>
                <c:pt idx="3253">
                  <c:v>0.49348799999999998</c:v>
                </c:pt>
                <c:pt idx="3254">
                  <c:v>0.49379299999999998</c:v>
                </c:pt>
                <c:pt idx="3255">
                  <c:v>0.49409900000000001</c:v>
                </c:pt>
                <c:pt idx="3256">
                  <c:v>0.49440400000000001</c:v>
                </c:pt>
                <c:pt idx="3257">
                  <c:v>0.49470999999999998</c:v>
                </c:pt>
                <c:pt idx="3258">
                  <c:v>0.49501499999999998</c:v>
                </c:pt>
                <c:pt idx="3259">
                  <c:v>0.49531999999999998</c:v>
                </c:pt>
                <c:pt idx="3260">
                  <c:v>0.49562600000000001</c:v>
                </c:pt>
                <c:pt idx="3261">
                  <c:v>0.49593100000000001</c:v>
                </c:pt>
                <c:pt idx="3262">
                  <c:v>0.49623699999999998</c:v>
                </c:pt>
                <c:pt idx="3263">
                  <c:v>0.49654199999999998</c:v>
                </c:pt>
                <c:pt idx="3264">
                  <c:v>0.49684699999999998</c:v>
                </c:pt>
                <c:pt idx="3265">
                  <c:v>0.49715300000000001</c:v>
                </c:pt>
                <c:pt idx="3266">
                  <c:v>0.49745800000000001</c:v>
                </c:pt>
                <c:pt idx="3267">
                  <c:v>0.49776399999999998</c:v>
                </c:pt>
                <c:pt idx="3268">
                  <c:v>0.49806899999999998</c:v>
                </c:pt>
                <c:pt idx="3269">
                  <c:v>0.49837399999999998</c:v>
                </c:pt>
                <c:pt idx="3270">
                  <c:v>0.49868000000000001</c:v>
                </c:pt>
                <c:pt idx="3271">
                  <c:v>0.49898500000000001</c:v>
                </c:pt>
                <c:pt idx="3272">
                  <c:v>0.49929099999999998</c:v>
                </c:pt>
                <c:pt idx="3273">
                  <c:v>0.49959599999999998</c:v>
                </c:pt>
                <c:pt idx="3274">
                  <c:v>0.49990099999999998</c:v>
                </c:pt>
                <c:pt idx="3275">
                  <c:v>0.50020699999999996</c:v>
                </c:pt>
                <c:pt idx="3276">
                  <c:v>0.50051199999999996</c:v>
                </c:pt>
                <c:pt idx="3277">
                  <c:v>0.50081799999999999</c:v>
                </c:pt>
                <c:pt idx="3278">
                  <c:v>0.50112299999999999</c:v>
                </c:pt>
                <c:pt idx="3279">
                  <c:v>0.50142799999999998</c:v>
                </c:pt>
                <c:pt idx="3280">
                  <c:v>0.50173400000000001</c:v>
                </c:pt>
                <c:pt idx="3281">
                  <c:v>0.50203900000000001</c:v>
                </c:pt>
                <c:pt idx="3282">
                  <c:v>0.50234400000000001</c:v>
                </c:pt>
                <c:pt idx="3283">
                  <c:v>0.50265000000000004</c:v>
                </c:pt>
                <c:pt idx="3284">
                  <c:v>0.50295500000000004</c:v>
                </c:pt>
                <c:pt idx="3285">
                  <c:v>0.50326099999999996</c:v>
                </c:pt>
                <c:pt idx="3286">
                  <c:v>0.50356599999999996</c:v>
                </c:pt>
                <c:pt idx="3287">
                  <c:v>0.50387099999999996</c:v>
                </c:pt>
                <c:pt idx="3288">
                  <c:v>0.50417699999999999</c:v>
                </c:pt>
                <c:pt idx="3289">
                  <c:v>0.50448199999999999</c:v>
                </c:pt>
                <c:pt idx="3290">
                  <c:v>0.50478800000000001</c:v>
                </c:pt>
                <c:pt idx="3291">
                  <c:v>0.50509300000000001</c:v>
                </c:pt>
                <c:pt idx="3292">
                  <c:v>0.50539800000000001</c:v>
                </c:pt>
                <c:pt idx="3293">
                  <c:v>0.50570400000000004</c:v>
                </c:pt>
                <c:pt idx="3294">
                  <c:v>0.50600900000000004</c:v>
                </c:pt>
                <c:pt idx="3295">
                  <c:v>0.50631499999999996</c:v>
                </c:pt>
                <c:pt idx="3296">
                  <c:v>0.50661999999999996</c:v>
                </c:pt>
                <c:pt idx="3297">
                  <c:v>0.50692499999999996</c:v>
                </c:pt>
                <c:pt idx="3298">
                  <c:v>0.50723099999999999</c:v>
                </c:pt>
                <c:pt idx="3299">
                  <c:v>0.50753599999999999</c:v>
                </c:pt>
                <c:pt idx="3300">
                  <c:v>0.50784200000000002</c:v>
                </c:pt>
                <c:pt idx="3301">
                  <c:v>0.50814700000000002</c:v>
                </c:pt>
                <c:pt idx="3302">
                  <c:v>0.50845200000000002</c:v>
                </c:pt>
                <c:pt idx="3303">
                  <c:v>0.50875800000000004</c:v>
                </c:pt>
                <c:pt idx="3304">
                  <c:v>0.50906300000000004</c:v>
                </c:pt>
                <c:pt idx="3305">
                  <c:v>0.50936899999999996</c:v>
                </c:pt>
                <c:pt idx="3306">
                  <c:v>0.50967399999999996</c:v>
                </c:pt>
                <c:pt idx="3307">
                  <c:v>0.50997899999999996</c:v>
                </c:pt>
                <c:pt idx="3308">
                  <c:v>0.51028499999999999</c:v>
                </c:pt>
                <c:pt idx="3309">
                  <c:v>0.51058999999999999</c:v>
                </c:pt>
                <c:pt idx="3310">
                  <c:v>0.51089600000000002</c:v>
                </c:pt>
                <c:pt idx="3311">
                  <c:v>0.51120100000000002</c:v>
                </c:pt>
                <c:pt idx="3312">
                  <c:v>0.51150600000000002</c:v>
                </c:pt>
                <c:pt idx="3313">
                  <c:v>0.51181200000000004</c:v>
                </c:pt>
                <c:pt idx="3314">
                  <c:v>0.51211700000000004</c:v>
                </c:pt>
                <c:pt idx="3315">
                  <c:v>0.51242299999999996</c:v>
                </c:pt>
                <c:pt idx="3316">
                  <c:v>0.51272799999999996</c:v>
                </c:pt>
                <c:pt idx="3317">
                  <c:v>0.51303299999999996</c:v>
                </c:pt>
                <c:pt idx="3318">
                  <c:v>0.51333899999999999</c:v>
                </c:pt>
                <c:pt idx="3319">
                  <c:v>0.51364399999999999</c:v>
                </c:pt>
                <c:pt idx="3320">
                  <c:v>0.51395000000000002</c:v>
                </c:pt>
                <c:pt idx="3321">
                  <c:v>0.51425500000000002</c:v>
                </c:pt>
                <c:pt idx="3322">
                  <c:v>0.51456000000000002</c:v>
                </c:pt>
                <c:pt idx="3323">
                  <c:v>0.51486600000000005</c:v>
                </c:pt>
                <c:pt idx="3324">
                  <c:v>0.51517100000000005</c:v>
                </c:pt>
                <c:pt idx="3325">
                  <c:v>0.51547699999999996</c:v>
                </c:pt>
                <c:pt idx="3326">
                  <c:v>0.51578199999999996</c:v>
                </c:pt>
                <c:pt idx="3327">
                  <c:v>0.51608699999999996</c:v>
                </c:pt>
                <c:pt idx="3328">
                  <c:v>0.51639299999999999</c:v>
                </c:pt>
                <c:pt idx="3329">
                  <c:v>0.51669799999999999</c:v>
                </c:pt>
                <c:pt idx="3330">
                  <c:v>0.51700400000000002</c:v>
                </c:pt>
                <c:pt idx="3331">
                  <c:v>0.51730900000000002</c:v>
                </c:pt>
                <c:pt idx="3332">
                  <c:v>0.51761400000000002</c:v>
                </c:pt>
                <c:pt idx="3333">
                  <c:v>0.51792000000000005</c:v>
                </c:pt>
                <c:pt idx="3334">
                  <c:v>0.51822500000000005</c:v>
                </c:pt>
                <c:pt idx="3335">
                  <c:v>0.51853099999999996</c:v>
                </c:pt>
                <c:pt idx="3336">
                  <c:v>0.51883599999999996</c:v>
                </c:pt>
                <c:pt idx="3337">
                  <c:v>0.51914099999999996</c:v>
                </c:pt>
                <c:pt idx="3338">
                  <c:v>0.51944699999999999</c:v>
                </c:pt>
                <c:pt idx="3339">
                  <c:v>0.51975199999999999</c:v>
                </c:pt>
                <c:pt idx="3340">
                  <c:v>0.52005800000000002</c:v>
                </c:pt>
                <c:pt idx="3341">
                  <c:v>0.52036300000000002</c:v>
                </c:pt>
                <c:pt idx="3342">
                  <c:v>0.52066800000000002</c:v>
                </c:pt>
                <c:pt idx="3343">
                  <c:v>0.52097400000000005</c:v>
                </c:pt>
                <c:pt idx="3344">
                  <c:v>0.52127900000000005</c:v>
                </c:pt>
                <c:pt idx="3345">
                  <c:v>0.52158499999999997</c:v>
                </c:pt>
                <c:pt idx="3346">
                  <c:v>0.52188999999999997</c:v>
                </c:pt>
                <c:pt idx="3347">
                  <c:v>0.52219499999999996</c:v>
                </c:pt>
                <c:pt idx="3348">
                  <c:v>0.52250099999999999</c:v>
                </c:pt>
                <c:pt idx="3349">
                  <c:v>0.52280599999999999</c:v>
                </c:pt>
                <c:pt idx="3350">
                  <c:v>0.52311200000000002</c:v>
                </c:pt>
                <c:pt idx="3351">
                  <c:v>0.52341700000000002</c:v>
                </c:pt>
                <c:pt idx="3352">
                  <c:v>0.52372200000000002</c:v>
                </c:pt>
                <c:pt idx="3353">
                  <c:v>0.52402800000000005</c:v>
                </c:pt>
                <c:pt idx="3354">
                  <c:v>0.52433300000000005</c:v>
                </c:pt>
                <c:pt idx="3355">
                  <c:v>0.52463899999999997</c:v>
                </c:pt>
                <c:pt idx="3356">
                  <c:v>0.52494399999999997</c:v>
                </c:pt>
                <c:pt idx="3357">
                  <c:v>0.52524899999999997</c:v>
                </c:pt>
                <c:pt idx="3358">
                  <c:v>0.52555499999999999</c:v>
                </c:pt>
                <c:pt idx="3359">
                  <c:v>0.52585999999999999</c:v>
                </c:pt>
                <c:pt idx="3360">
                  <c:v>0.52616600000000002</c:v>
                </c:pt>
                <c:pt idx="3361">
                  <c:v>0.52647100000000002</c:v>
                </c:pt>
                <c:pt idx="3362">
                  <c:v>0.52677600000000002</c:v>
                </c:pt>
                <c:pt idx="3363">
                  <c:v>0.52708200000000005</c:v>
                </c:pt>
                <c:pt idx="3364">
                  <c:v>0.52738700000000005</c:v>
                </c:pt>
                <c:pt idx="3365">
                  <c:v>0.52769200000000005</c:v>
                </c:pt>
                <c:pt idx="3366">
                  <c:v>0.52799799999999997</c:v>
                </c:pt>
                <c:pt idx="3367">
                  <c:v>0.52830299999999997</c:v>
                </c:pt>
                <c:pt idx="3368">
                  <c:v>0.528609</c:v>
                </c:pt>
                <c:pt idx="3369">
                  <c:v>0.528914</c:v>
                </c:pt>
                <c:pt idx="3370">
                  <c:v>0.52921899999999999</c:v>
                </c:pt>
                <c:pt idx="3371">
                  <c:v>0.52952500000000002</c:v>
                </c:pt>
                <c:pt idx="3372">
                  <c:v>0.52983000000000002</c:v>
                </c:pt>
                <c:pt idx="3373">
                  <c:v>0.53013600000000005</c:v>
                </c:pt>
                <c:pt idx="3374">
                  <c:v>0.53044100000000005</c:v>
                </c:pt>
                <c:pt idx="3375">
                  <c:v>0.53074600000000005</c:v>
                </c:pt>
                <c:pt idx="3376">
                  <c:v>0.53105199999999997</c:v>
                </c:pt>
                <c:pt idx="3377">
                  <c:v>0.53135699999999997</c:v>
                </c:pt>
                <c:pt idx="3378">
                  <c:v>0.531663</c:v>
                </c:pt>
                <c:pt idx="3379">
                  <c:v>0.531968</c:v>
                </c:pt>
                <c:pt idx="3380">
                  <c:v>0.532273</c:v>
                </c:pt>
                <c:pt idx="3381">
                  <c:v>0.53257900000000002</c:v>
                </c:pt>
                <c:pt idx="3382">
                  <c:v>0.53288400000000002</c:v>
                </c:pt>
                <c:pt idx="3383">
                  <c:v>0.53319000000000005</c:v>
                </c:pt>
                <c:pt idx="3384">
                  <c:v>0.53349500000000005</c:v>
                </c:pt>
                <c:pt idx="3385">
                  <c:v>0.53380000000000005</c:v>
                </c:pt>
                <c:pt idx="3386">
                  <c:v>0.53410599999999997</c:v>
                </c:pt>
                <c:pt idx="3387">
                  <c:v>0.53441099999999997</c:v>
                </c:pt>
                <c:pt idx="3388">
                  <c:v>0.534717</c:v>
                </c:pt>
                <c:pt idx="3389">
                  <c:v>0.535022</c:v>
                </c:pt>
                <c:pt idx="3390">
                  <c:v>0.535327</c:v>
                </c:pt>
                <c:pt idx="3391">
                  <c:v>0.53563300000000003</c:v>
                </c:pt>
                <c:pt idx="3392">
                  <c:v>0.53593800000000003</c:v>
                </c:pt>
                <c:pt idx="3393">
                  <c:v>0.53624400000000005</c:v>
                </c:pt>
                <c:pt idx="3394">
                  <c:v>0.53654900000000005</c:v>
                </c:pt>
                <c:pt idx="3395">
                  <c:v>0.53685400000000005</c:v>
                </c:pt>
                <c:pt idx="3396">
                  <c:v>0.53715999999999997</c:v>
                </c:pt>
                <c:pt idx="3397">
                  <c:v>0.53746499999999997</c:v>
                </c:pt>
                <c:pt idx="3398">
                  <c:v>0.537771</c:v>
                </c:pt>
                <c:pt idx="3399">
                  <c:v>0.538076</c:v>
                </c:pt>
                <c:pt idx="3400">
                  <c:v>0.538381</c:v>
                </c:pt>
                <c:pt idx="3401">
                  <c:v>0.53868700000000003</c:v>
                </c:pt>
                <c:pt idx="3402">
                  <c:v>0.53899200000000003</c:v>
                </c:pt>
                <c:pt idx="3403">
                  <c:v>0.53929800000000006</c:v>
                </c:pt>
                <c:pt idx="3404">
                  <c:v>0.53960300000000005</c:v>
                </c:pt>
                <c:pt idx="3405">
                  <c:v>0.53990800000000005</c:v>
                </c:pt>
                <c:pt idx="3406">
                  <c:v>0.54021399999999997</c:v>
                </c:pt>
                <c:pt idx="3407">
                  <c:v>0.54051899999999997</c:v>
                </c:pt>
                <c:pt idx="3408">
                  <c:v>0.540825</c:v>
                </c:pt>
                <c:pt idx="3409">
                  <c:v>0.54113</c:v>
                </c:pt>
                <c:pt idx="3410">
                  <c:v>0.541435</c:v>
                </c:pt>
                <c:pt idx="3411">
                  <c:v>0.54174100000000003</c:v>
                </c:pt>
                <c:pt idx="3412">
                  <c:v>0.54204600000000003</c:v>
                </c:pt>
                <c:pt idx="3413">
                  <c:v>0.54235199999999995</c:v>
                </c:pt>
                <c:pt idx="3414">
                  <c:v>0.54265699999999994</c:v>
                </c:pt>
                <c:pt idx="3415">
                  <c:v>0.54296199999999994</c:v>
                </c:pt>
                <c:pt idx="3416">
                  <c:v>0.54326799999999997</c:v>
                </c:pt>
                <c:pt idx="3417">
                  <c:v>0.54357299999999997</c:v>
                </c:pt>
                <c:pt idx="3418">
                  <c:v>0.543879</c:v>
                </c:pt>
                <c:pt idx="3419">
                  <c:v>0.544184</c:v>
                </c:pt>
                <c:pt idx="3420">
                  <c:v>0.544489</c:v>
                </c:pt>
                <c:pt idx="3421">
                  <c:v>0.54479500000000003</c:v>
                </c:pt>
                <c:pt idx="3422">
                  <c:v>0.54510000000000003</c:v>
                </c:pt>
                <c:pt idx="3423">
                  <c:v>0.54540599999999995</c:v>
                </c:pt>
                <c:pt idx="3424">
                  <c:v>0.54571099999999995</c:v>
                </c:pt>
                <c:pt idx="3425">
                  <c:v>0.54601599999999995</c:v>
                </c:pt>
                <c:pt idx="3426">
                  <c:v>0.54632199999999997</c:v>
                </c:pt>
                <c:pt idx="3427">
                  <c:v>0.54662699999999997</c:v>
                </c:pt>
                <c:pt idx="3428">
                  <c:v>0.546933</c:v>
                </c:pt>
                <c:pt idx="3429">
                  <c:v>0.547238</c:v>
                </c:pt>
                <c:pt idx="3430">
                  <c:v>0.547543</c:v>
                </c:pt>
                <c:pt idx="3431">
                  <c:v>0.54784900000000003</c:v>
                </c:pt>
                <c:pt idx="3432">
                  <c:v>0.54815400000000003</c:v>
                </c:pt>
                <c:pt idx="3433">
                  <c:v>0.54845999999999995</c:v>
                </c:pt>
                <c:pt idx="3434">
                  <c:v>0.54876499999999995</c:v>
                </c:pt>
                <c:pt idx="3435">
                  <c:v>0.54906999999999995</c:v>
                </c:pt>
                <c:pt idx="3436">
                  <c:v>0.54937599999999998</c:v>
                </c:pt>
                <c:pt idx="3437">
                  <c:v>0.54968099999999998</c:v>
                </c:pt>
                <c:pt idx="3438">
                  <c:v>0.549987</c:v>
                </c:pt>
                <c:pt idx="3439">
                  <c:v>0.550292</c:v>
                </c:pt>
                <c:pt idx="3440">
                  <c:v>0.550597</c:v>
                </c:pt>
                <c:pt idx="3441">
                  <c:v>0.55090300000000003</c:v>
                </c:pt>
                <c:pt idx="3442">
                  <c:v>0.55120800000000003</c:v>
                </c:pt>
                <c:pt idx="3443">
                  <c:v>0.55151399999999995</c:v>
                </c:pt>
                <c:pt idx="3444">
                  <c:v>0.55181899999999995</c:v>
                </c:pt>
                <c:pt idx="3445">
                  <c:v>0.55212399999999995</c:v>
                </c:pt>
                <c:pt idx="3446">
                  <c:v>0.55242999999999998</c:v>
                </c:pt>
                <c:pt idx="3447">
                  <c:v>0.55273499999999998</c:v>
                </c:pt>
                <c:pt idx="3448">
                  <c:v>0.55303999999999998</c:v>
                </c:pt>
                <c:pt idx="3449">
                  <c:v>0.553346</c:v>
                </c:pt>
                <c:pt idx="3450">
                  <c:v>0.553651</c:v>
                </c:pt>
                <c:pt idx="3451">
                  <c:v>0.55395700000000003</c:v>
                </c:pt>
                <c:pt idx="3452">
                  <c:v>0.55426200000000003</c:v>
                </c:pt>
                <c:pt idx="3453">
                  <c:v>0.55456700000000003</c:v>
                </c:pt>
                <c:pt idx="3454">
                  <c:v>0.55487299999999995</c:v>
                </c:pt>
                <c:pt idx="3455">
                  <c:v>0.55517799999999995</c:v>
                </c:pt>
                <c:pt idx="3456">
                  <c:v>0.55548399999999998</c:v>
                </c:pt>
                <c:pt idx="3457">
                  <c:v>0.55578899999999998</c:v>
                </c:pt>
                <c:pt idx="3458">
                  <c:v>0.55609399999999998</c:v>
                </c:pt>
                <c:pt idx="3459">
                  <c:v>0.55640000000000001</c:v>
                </c:pt>
                <c:pt idx="3460">
                  <c:v>0.55670500000000001</c:v>
                </c:pt>
                <c:pt idx="3461">
                  <c:v>0.55701100000000003</c:v>
                </c:pt>
                <c:pt idx="3462">
                  <c:v>0.55731600000000003</c:v>
                </c:pt>
                <c:pt idx="3463">
                  <c:v>0.55762100000000003</c:v>
                </c:pt>
                <c:pt idx="3464">
                  <c:v>0.55792699999999995</c:v>
                </c:pt>
                <c:pt idx="3465">
                  <c:v>0.55823199999999995</c:v>
                </c:pt>
                <c:pt idx="3466">
                  <c:v>0.55853799999999998</c:v>
                </c:pt>
                <c:pt idx="3467">
                  <c:v>0.55884299999999998</c:v>
                </c:pt>
                <c:pt idx="3468">
                  <c:v>0.55914799999999998</c:v>
                </c:pt>
                <c:pt idx="3469">
                  <c:v>0.55945400000000001</c:v>
                </c:pt>
                <c:pt idx="3470">
                  <c:v>0.55975900000000001</c:v>
                </c:pt>
                <c:pt idx="3471">
                  <c:v>0.56006500000000004</c:v>
                </c:pt>
                <c:pt idx="3472">
                  <c:v>0.56037000000000003</c:v>
                </c:pt>
                <c:pt idx="3473">
                  <c:v>0.56067500000000003</c:v>
                </c:pt>
                <c:pt idx="3474">
                  <c:v>0.56098099999999995</c:v>
                </c:pt>
                <c:pt idx="3475">
                  <c:v>0.56128599999999995</c:v>
                </c:pt>
                <c:pt idx="3476">
                  <c:v>0.56159199999999998</c:v>
                </c:pt>
                <c:pt idx="3477">
                  <c:v>0.56189699999999998</c:v>
                </c:pt>
                <c:pt idx="3478">
                  <c:v>0.56220199999999998</c:v>
                </c:pt>
                <c:pt idx="3479">
                  <c:v>0.56250800000000001</c:v>
                </c:pt>
                <c:pt idx="3480">
                  <c:v>0.56281300000000001</c:v>
                </c:pt>
                <c:pt idx="3481">
                  <c:v>0.56311900000000004</c:v>
                </c:pt>
                <c:pt idx="3482">
                  <c:v>0.56342400000000004</c:v>
                </c:pt>
                <c:pt idx="3483">
                  <c:v>0.56372900000000004</c:v>
                </c:pt>
                <c:pt idx="3484">
                  <c:v>0.56403499999999995</c:v>
                </c:pt>
                <c:pt idx="3485">
                  <c:v>0.56433999999999995</c:v>
                </c:pt>
                <c:pt idx="3486">
                  <c:v>0.56464599999999998</c:v>
                </c:pt>
                <c:pt idx="3487">
                  <c:v>0.56495099999999998</c:v>
                </c:pt>
                <c:pt idx="3488">
                  <c:v>0.56525599999999998</c:v>
                </c:pt>
                <c:pt idx="3489">
                  <c:v>0.56556200000000001</c:v>
                </c:pt>
                <c:pt idx="3490">
                  <c:v>0.56586700000000001</c:v>
                </c:pt>
                <c:pt idx="3491">
                  <c:v>0.56617300000000004</c:v>
                </c:pt>
                <c:pt idx="3492">
                  <c:v>0.56647800000000004</c:v>
                </c:pt>
                <c:pt idx="3493">
                  <c:v>0.56678300000000004</c:v>
                </c:pt>
                <c:pt idx="3494">
                  <c:v>0.56708899999999995</c:v>
                </c:pt>
                <c:pt idx="3495">
                  <c:v>0.56739399999999995</c:v>
                </c:pt>
                <c:pt idx="3496">
                  <c:v>0.56769999999999998</c:v>
                </c:pt>
                <c:pt idx="3497">
                  <c:v>0.56800499999999998</c:v>
                </c:pt>
                <c:pt idx="3498">
                  <c:v>0.56830999999999998</c:v>
                </c:pt>
                <c:pt idx="3499">
                  <c:v>0.56861600000000001</c:v>
                </c:pt>
                <c:pt idx="3500">
                  <c:v>0.56892100000000001</c:v>
                </c:pt>
                <c:pt idx="3501">
                  <c:v>0.56922700000000004</c:v>
                </c:pt>
                <c:pt idx="3502">
                  <c:v>0.56953200000000004</c:v>
                </c:pt>
                <c:pt idx="3503">
                  <c:v>0.56983700000000004</c:v>
                </c:pt>
                <c:pt idx="3504">
                  <c:v>0.57014299999999996</c:v>
                </c:pt>
                <c:pt idx="3505">
                  <c:v>0.57044799999999996</c:v>
                </c:pt>
                <c:pt idx="3506">
                  <c:v>0.57075399999999998</c:v>
                </c:pt>
                <c:pt idx="3507">
                  <c:v>0.57105899999999998</c:v>
                </c:pt>
                <c:pt idx="3508">
                  <c:v>0.57136399999999998</c:v>
                </c:pt>
                <c:pt idx="3509">
                  <c:v>0.57167000000000001</c:v>
                </c:pt>
                <c:pt idx="3510">
                  <c:v>0.57197500000000001</c:v>
                </c:pt>
                <c:pt idx="3511">
                  <c:v>0.57228100000000004</c:v>
                </c:pt>
                <c:pt idx="3512">
                  <c:v>0.57258600000000004</c:v>
                </c:pt>
                <c:pt idx="3513">
                  <c:v>0.57289100000000004</c:v>
                </c:pt>
                <c:pt idx="3514">
                  <c:v>0.57319699999999996</c:v>
                </c:pt>
                <c:pt idx="3515">
                  <c:v>0.57350199999999996</c:v>
                </c:pt>
                <c:pt idx="3516">
                  <c:v>0.57380799999999998</c:v>
                </c:pt>
                <c:pt idx="3517">
                  <c:v>0.57411299999999998</c:v>
                </c:pt>
                <c:pt idx="3518">
                  <c:v>0.57441799999999998</c:v>
                </c:pt>
                <c:pt idx="3519">
                  <c:v>0.57472400000000001</c:v>
                </c:pt>
                <c:pt idx="3520">
                  <c:v>0.57502900000000001</c:v>
                </c:pt>
                <c:pt idx="3521">
                  <c:v>0.57533500000000004</c:v>
                </c:pt>
                <c:pt idx="3522">
                  <c:v>0.57564000000000004</c:v>
                </c:pt>
                <c:pt idx="3523">
                  <c:v>0.57594500000000004</c:v>
                </c:pt>
                <c:pt idx="3524">
                  <c:v>0.57625099999999996</c:v>
                </c:pt>
                <c:pt idx="3525">
                  <c:v>0.57655599999999996</c:v>
                </c:pt>
                <c:pt idx="3526">
                  <c:v>0.57686199999999999</c:v>
                </c:pt>
                <c:pt idx="3527">
                  <c:v>0.57716699999999999</c:v>
                </c:pt>
                <c:pt idx="3528">
                  <c:v>0.57747199999999999</c:v>
                </c:pt>
                <c:pt idx="3529">
                  <c:v>0.57777800000000001</c:v>
                </c:pt>
                <c:pt idx="3530">
                  <c:v>0.57808300000000001</c:v>
                </c:pt>
                <c:pt idx="3531">
                  <c:v>0.57838800000000001</c:v>
                </c:pt>
                <c:pt idx="3532">
                  <c:v>0.57869400000000004</c:v>
                </c:pt>
                <c:pt idx="3533">
                  <c:v>0.57899900000000004</c:v>
                </c:pt>
                <c:pt idx="3534">
                  <c:v>0.57930499999999996</c:v>
                </c:pt>
                <c:pt idx="3535">
                  <c:v>0.57960999999999996</c:v>
                </c:pt>
                <c:pt idx="3536">
                  <c:v>0.57991499999999996</c:v>
                </c:pt>
                <c:pt idx="3537">
                  <c:v>0.58022099999999999</c:v>
                </c:pt>
                <c:pt idx="3538">
                  <c:v>0.58052599999999999</c:v>
                </c:pt>
                <c:pt idx="3539">
                  <c:v>0.58083200000000001</c:v>
                </c:pt>
                <c:pt idx="3540">
                  <c:v>0.58113700000000001</c:v>
                </c:pt>
                <c:pt idx="3541">
                  <c:v>0.58144200000000001</c:v>
                </c:pt>
                <c:pt idx="3542">
                  <c:v>0.58174800000000004</c:v>
                </c:pt>
                <c:pt idx="3543">
                  <c:v>0.58205300000000004</c:v>
                </c:pt>
                <c:pt idx="3544">
                  <c:v>0.58235899999999996</c:v>
                </c:pt>
                <c:pt idx="3545">
                  <c:v>0.58266399999999996</c:v>
                </c:pt>
                <c:pt idx="3546">
                  <c:v>0.58296899999999996</c:v>
                </c:pt>
                <c:pt idx="3547">
                  <c:v>0.58327499999999999</c:v>
                </c:pt>
                <c:pt idx="3548">
                  <c:v>0.58357999999999999</c:v>
                </c:pt>
                <c:pt idx="3549">
                  <c:v>0.58388600000000002</c:v>
                </c:pt>
                <c:pt idx="3550">
                  <c:v>0.58419100000000002</c:v>
                </c:pt>
                <c:pt idx="3551">
                  <c:v>0.58449600000000002</c:v>
                </c:pt>
                <c:pt idx="3552">
                  <c:v>0.58480200000000004</c:v>
                </c:pt>
                <c:pt idx="3553">
                  <c:v>0.58510700000000004</c:v>
                </c:pt>
                <c:pt idx="3554">
                  <c:v>0.58541299999999996</c:v>
                </c:pt>
                <c:pt idx="3555">
                  <c:v>0.58571799999999996</c:v>
                </c:pt>
                <c:pt idx="3556">
                  <c:v>0.58602299999999996</c:v>
                </c:pt>
                <c:pt idx="3557">
                  <c:v>0.58632899999999999</c:v>
                </c:pt>
                <c:pt idx="3558">
                  <c:v>0.58663399999999999</c:v>
                </c:pt>
                <c:pt idx="3559">
                  <c:v>0.58694000000000002</c:v>
                </c:pt>
                <c:pt idx="3560">
                  <c:v>0.58724500000000002</c:v>
                </c:pt>
                <c:pt idx="3561">
                  <c:v>0.58755000000000002</c:v>
                </c:pt>
                <c:pt idx="3562">
                  <c:v>0.58785600000000005</c:v>
                </c:pt>
                <c:pt idx="3563">
                  <c:v>0.58816100000000004</c:v>
                </c:pt>
                <c:pt idx="3564">
                  <c:v>0.58846699999999996</c:v>
                </c:pt>
                <c:pt idx="3565">
                  <c:v>0.58877199999999996</c:v>
                </c:pt>
                <c:pt idx="3566">
                  <c:v>0.58907699999999996</c:v>
                </c:pt>
                <c:pt idx="3567">
                  <c:v>0.58938299999999999</c:v>
                </c:pt>
                <c:pt idx="3568">
                  <c:v>0.58968799999999999</c:v>
                </c:pt>
                <c:pt idx="3569">
                  <c:v>0.58999400000000002</c:v>
                </c:pt>
                <c:pt idx="3570">
                  <c:v>0.59029900000000002</c:v>
                </c:pt>
                <c:pt idx="3571">
                  <c:v>0.59060400000000002</c:v>
                </c:pt>
                <c:pt idx="3572">
                  <c:v>0.59091000000000005</c:v>
                </c:pt>
                <c:pt idx="3573">
                  <c:v>0.59121500000000005</c:v>
                </c:pt>
                <c:pt idx="3574">
                  <c:v>0.59152099999999996</c:v>
                </c:pt>
                <c:pt idx="3575">
                  <c:v>0.59182599999999996</c:v>
                </c:pt>
                <c:pt idx="3576">
                  <c:v>0.59213099999999996</c:v>
                </c:pt>
                <c:pt idx="3577">
                  <c:v>0.59243699999999999</c:v>
                </c:pt>
                <c:pt idx="3578">
                  <c:v>0.59274199999999999</c:v>
                </c:pt>
                <c:pt idx="3579">
                  <c:v>0.59304800000000002</c:v>
                </c:pt>
                <c:pt idx="3580">
                  <c:v>0.59335300000000002</c:v>
                </c:pt>
                <c:pt idx="3581">
                  <c:v>0.59365800000000002</c:v>
                </c:pt>
                <c:pt idx="3582">
                  <c:v>0.59396400000000005</c:v>
                </c:pt>
                <c:pt idx="3583">
                  <c:v>0.59426900000000005</c:v>
                </c:pt>
                <c:pt idx="3584">
                  <c:v>0.59457499999999996</c:v>
                </c:pt>
                <c:pt idx="3585">
                  <c:v>0.59487999999999996</c:v>
                </c:pt>
                <c:pt idx="3586">
                  <c:v>0.59518499999999996</c:v>
                </c:pt>
                <c:pt idx="3587">
                  <c:v>0.59549099999999999</c:v>
                </c:pt>
                <c:pt idx="3588">
                  <c:v>0.59579599999999999</c:v>
                </c:pt>
                <c:pt idx="3589">
                  <c:v>0.59610200000000002</c:v>
                </c:pt>
                <c:pt idx="3590">
                  <c:v>0.59640700000000002</c:v>
                </c:pt>
                <c:pt idx="3591">
                  <c:v>0.59671200000000002</c:v>
                </c:pt>
                <c:pt idx="3592">
                  <c:v>0.59701800000000005</c:v>
                </c:pt>
                <c:pt idx="3593">
                  <c:v>0.59732300000000005</c:v>
                </c:pt>
                <c:pt idx="3594">
                  <c:v>0.59762899999999997</c:v>
                </c:pt>
                <c:pt idx="3595">
                  <c:v>0.59793399999999997</c:v>
                </c:pt>
                <c:pt idx="3596">
                  <c:v>0.59823899999999997</c:v>
                </c:pt>
                <c:pt idx="3597">
                  <c:v>0.59854499999999999</c:v>
                </c:pt>
                <c:pt idx="3598">
                  <c:v>0.59884999999999999</c:v>
                </c:pt>
                <c:pt idx="3599">
                  <c:v>0.59915600000000002</c:v>
                </c:pt>
                <c:pt idx="3600">
                  <c:v>0.59946100000000002</c:v>
                </c:pt>
                <c:pt idx="3601">
                  <c:v>0.59976600000000002</c:v>
                </c:pt>
                <c:pt idx="3602">
                  <c:v>0.60007200000000005</c:v>
                </c:pt>
                <c:pt idx="3603">
                  <c:v>0.60037700000000005</c:v>
                </c:pt>
                <c:pt idx="3604">
                  <c:v>0.60068299999999997</c:v>
                </c:pt>
                <c:pt idx="3605">
                  <c:v>0.60098799999999997</c:v>
                </c:pt>
                <c:pt idx="3606">
                  <c:v>0.60129299999999997</c:v>
                </c:pt>
                <c:pt idx="3607">
                  <c:v>0.60159899999999999</c:v>
                </c:pt>
                <c:pt idx="3608">
                  <c:v>0.60190399999999999</c:v>
                </c:pt>
                <c:pt idx="3609">
                  <c:v>0.60221000000000002</c:v>
                </c:pt>
                <c:pt idx="3610">
                  <c:v>0.60251500000000002</c:v>
                </c:pt>
                <c:pt idx="3611">
                  <c:v>0.60282000000000002</c:v>
                </c:pt>
                <c:pt idx="3612">
                  <c:v>0.60312600000000005</c:v>
                </c:pt>
                <c:pt idx="3613">
                  <c:v>0.60343100000000005</c:v>
                </c:pt>
                <c:pt idx="3614">
                  <c:v>0.60373699999999997</c:v>
                </c:pt>
                <c:pt idx="3615">
                  <c:v>0.60404199999999997</c:v>
                </c:pt>
                <c:pt idx="3616">
                  <c:v>0.60434699999999997</c:v>
                </c:pt>
                <c:pt idx="3617">
                  <c:v>0.604653</c:v>
                </c:pt>
                <c:pt idx="3618">
                  <c:v>0.604958</c:v>
                </c:pt>
                <c:pt idx="3619">
                  <c:v>0.605263</c:v>
                </c:pt>
                <c:pt idx="3620">
                  <c:v>0.60556900000000002</c:v>
                </c:pt>
                <c:pt idx="3621">
                  <c:v>0.60587400000000002</c:v>
                </c:pt>
                <c:pt idx="3622">
                  <c:v>0.60618000000000005</c:v>
                </c:pt>
                <c:pt idx="3623">
                  <c:v>0.60648500000000005</c:v>
                </c:pt>
                <c:pt idx="3624">
                  <c:v>0.60679000000000005</c:v>
                </c:pt>
                <c:pt idx="3625">
                  <c:v>0.60709599999999997</c:v>
                </c:pt>
                <c:pt idx="3626">
                  <c:v>0.60740099999999997</c:v>
                </c:pt>
                <c:pt idx="3627">
                  <c:v>0.607707</c:v>
                </c:pt>
                <c:pt idx="3628">
                  <c:v>0.608012</c:v>
                </c:pt>
                <c:pt idx="3629">
                  <c:v>0.608317</c:v>
                </c:pt>
                <c:pt idx="3630">
                  <c:v>0.60862300000000003</c:v>
                </c:pt>
                <c:pt idx="3631">
                  <c:v>0.60892800000000002</c:v>
                </c:pt>
                <c:pt idx="3632">
                  <c:v>0.60923400000000005</c:v>
                </c:pt>
                <c:pt idx="3633">
                  <c:v>0.60953900000000005</c:v>
                </c:pt>
                <c:pt idx="3634">
                  <c:v>0.60984400000000005</c:v>
                </c:pt>
                <c:pt idx="3635">
                  <c:v>0.61014999999999997</c:v>
                </c:pt>
                <c:pt idx="3636">
                  <c:v>0.61045499999999997</c:v>
                </c:pt>
                <c:pt idx="3637">
                  <c:v>0.610761</c:v>
                </c:pt>
                <c:pt idx="3638">
                  <c:v>0.611066</c:v>
                </c:pt>
                <c:pt idx="3639">
                  <c:v>0.611371</c:v>
                </c:pt>
                <c:pt idx="3640">
                  <c:v>0.61167700000000003</c:v>
                </c:pt>
                <c:pt idx="3641">
                  <c:v>0.61198200000000003</c:v>
                </c:pt>
                <c:pt idx="3642">
                  <c:v>0.61228800000000005</c:v>
                </c:pt>
                <c:pt idx="3643">
                  <c:v>0.61259300000000005</c:v>
                </c:pt>
                <c:pt idx="3644">
                  <c:v>0.61289800000000005</c:v>
                </c:pt>
                <c:pt idx="3645">
                  <c:v>0.61320399999999997</c:v>
                </c:pt>
                <c:pt idx="3646">
                  <c:v>0.61350899999999997</c:v>
                </c:pt>
                <c:pt idx="3647">
                  <c:v>0.613815</c:v>
                </c:pt>
                <c:pt idx="3648">
                  <c:v>0.61412</c:v>
                </c:pt>
                <c:pt idx="3649">
                  <c:v>0.614425</c:v>
                </c:pt>
                <c:pt idx="3650">
                  <c:v>0.61473100000000003</c:v>
                </c:pt>
                <c:pt idx="3651">
                  <c:v>0.61503600000000003</c:v>
                </c:pt>
                <c:pt idx="3652">
                  <c:v>0.61534199999999994</c:v>
                </c:pt>
                <c:pt idx="3653">
                  <c:v>0.61564700000000006</c:v>
                </c:pt>
                <c:pt idx="3654">
                  <c:v>0.61595200000000006</c:v>
                </c:pt>
                <c:pt idx="3655">
                  <c:v>0.61625799999999997</c:v>
                </c:pt>
                <c:pt idx="3656">
                  <c:v>0.61656299999999997</c:v>
                </c:pt>
                <c:pt idx="3657">
                  <c:v>0.616869</c:v>
                </c:pt>
                <c:pt idx="3658">
                  <c:v>0.617174</c:v>
                </c:pt>
                <c:pt idx="3659">
                  <c:v>0.617479</c:v>
                </c:pt>
                <c:pt idx="3660">
                  <c:v>0.61778500000000003</c:v>
                </c:pt>
                <c:pt idx="3661">
                  <c:v>0.61809000000000003</c:v>
                </c:pt>
                <c:pt idx="3662">
                  <c:v>0.61839599999999995</c:v>
                </c:pt>
                <c:pt idx="3663">
                  <c:v>0.61870099999999995</c:v>
                </c:pt>
                <c:pt idx="3664">
                  <c:v>0.61900599999999995</c:v>
                </c:pt>
                <c:pt idx="3665">
                  <c:v>0.61931199999999997</c:v>
                </c:pt>
                <c:pt idx="3666">
                  <c:v>0.61961699999999997</c:v>
                </c:pt>
                <c:pt idx="3667">
                  <c:v>0.619923</c:v>
                </c:pt>
                <c:pt idx="3668">
                  <c:v>0.620228</c:v>
                </c:pt>
                <c:pt idx="3669">
                  <c:v>0.620533</c:v>
                </c:pt>
                <c:pt idx="3670">
                  <c:v>0.62083900000000003</c:v>
                </c:pt>
                <c:pt idx="3671">
                  <c:v>0.62114400000000003</c:v>
                </c:pt>
                <c:pt idx="3672">
                  <c:v>0.62144999999999995</c:v>
                </c:pt>
                <c:pt idx="3673">
                  <c:v>0.62175499999999995</c:v>
                </c:pt>
                <c:pt idx="3674">
                  <c:v>0.62205999999999995</c:v>
                </c:pt>
                <c:pt idx="3675">
                  <c:v>0.62236599999999997</c:v>
                </c:pt>
                <c:pt idx="3676">
                  <c:v>0.62267099999999997</c:v>
                </c:pt>
                <c:pt idx="3677">
                  <c:v>0.622977</c:v>
                </c:pt>
                <c:pt idx="3678">
                  <c:v>0.623282</c:v>
                </c:pt>
                <c:pt idx="3679">
                  <c:v>0.623587</c:v>
                </c:pt>
                <c:pt idx="3680">
                  <c:v>0.62389300000000003</c:v>
                </c:pt>
                <c:pt idx="3681">
                  <c:v>0.62419800000000003</c:v>
                </c:pt>
                <c:pt idx="3682">
                  <c:v>0.62450399999999995</c:v>
                </c:pt>
                <c:pt idx="3683">
                  <c:v>0.62480899999999995</c:v>
                </c:pt>
                <c:pt idx="3684">
                  <c:v>0.62511399999999995</c:v>
                </c:pt>
                <c:pt idx="3685">
                  <c:v>0.62541999999999998</c:v>
                </c:pt>
                <c:pt idx="3686">
                  <c:v>0.62572499999999998</c:v>
                </c:pt>
                <c:pt idx="3687">
                  <c:v>0.626031</c:v>
                </c:pt>
                <c:pt idx="3688">
                  <c:v>0.626336</c:v>
                </c:pt>
                <c:pt idx="3689">
                  <c:v>0.626641</c:v>
                </c:pt>
                <c:pt idx="3690">
                  <c:v>0.62694700000000003</c:v>
                </c:pt>
                <c:pt idx="3691">
                  <c:v>0.62725200000000003</c:v>
                </c:pt>
                <c:pt idx="3692">
                  <c:v>0.62755799999999995</c:v>
                </c:pt>
                <c:pt idx="3693">
                  <c:v>0.62786299999999995</c:v>
                </c:pt>
                <c:pt idx="3694">
                  <c:v>0.62816799999999995</c:v>
                </c:pt>
                <c:pt idx="3695">
                  <c:v>0.62847399999999998</c:v>
                </c:pt>
                <c:pt idx="3696">
                  <c:v>0.62877899999999998</c:v>
                </c:pt>
                <c:pt idx="3697">
                  <c:v>0.62908500000000001</c:v>
                </c:pt>
                <c:pt idx="3698">
                  <c:v>0.62939000000000001</c:v>
                </c:pt>
                <c:pt idx="3699">
                  <c:v>0.629695</c:v>
                </c:pt>
                <c:pt idx="3700">
                  <c:v>0.63000100000000003</c:v>
                </c:pt>
                <c:pt idx="3701">
                  <c:v>0.63030600000000003</c:v>
                </c:pt>
                <c:pt idx="3702">
                  <c:v>0.63061100000000003</c:v>
                </c:pt>
                <c:pt idx="3703">
                  <c:v>0.63091699999999995</c:v>
                </c:pt>
                <c:pt idx="3704">
                  <c:v>0.63122199999999995</c:v>
                </c:pt>
                <c:pt idx="3705">
                  <c:v>0.63152799999999998</c:v>
                </c:pt>
                <c:pt idx="3706">
                  <c:v>0.63183299999999998</c:v>
                </c:pt>
                <c:pt idx="3707">
                  <c:v>0.63213799999999998</c:v>
                </c:pt>
                <c:pt idx="3708">
                  <c:v>0.63244400000000001</c:v>
                </c:pt>
                <c:pt idx="3709">
                  <c:v>0.63274900000000001</c:v>
                </c:pt>
                <c:pt idx="3710">
                  <c:v>0.63305500000000003</c:v>
                </c:pt>
                <c:pt idx="3711">
                  <c:v>0.63336000000000003</c:v>
                </c:pt>
                <c:pt idx="3712">
                  <c:v>0.63366500000000003</c:v>
                </c:pt>
                <c:pt idx="3713">
                  <c:v>0.63397099999999995</c:v>
                </c:pt>
                <c:pt idx="3714">
                  <c:v>0.63427599999999995</c:v>
                </c:pt>
                <c:pt idx="3715">
                  <c:v>0.63458199999999998</c:v>
                </c:pt>
                <c:pt idx="3716">
                  <c:v>0.63488699999999998</c:v>
                </c:pt>
                <c:pt idx="3717">
                  <c:v>0.63519199999999998</c:v>
                </c:pt>
                <c:pt idx="3718">
                  <c:v>0.63549800000000001</c:v>
                </c:pt>
                <c:pt idx="3719">
                  <c:v>0.63580300000000001</c:v>
                </c:pt>
                <c:pt idx="3720">
                  <c:v>0.63610900000000004</c:v>
                </c:pt>
                <c:pt idx="3721">
                  <c:v>0.63641400000000004</c:v>
                </c:pt>
                <c:pt idx="3722">
                  <c:v>0.63671900000000003</c:v>
                </c:pt>
                <c:pt idx="3723">
                  <c:v>0.63702499999999995</c:v>
                </c:pt>
                <c:pt idx="3724">
                  <c:v>0.63732999999999995</c:v>
                </c:pt>
                <c:pt idx="3725">
                  <c:v>0.63763599999999998</c:v>
                </c:pt>
                <c:pt idx="3726">
                  <c:v>0.63794099999999998</c:v>
                </c:pt>
                <c:pt idx="3727">
                  <c:v>0.63824599999999998</c:v>
                </c:pt>
                <c:pt idx="3728">
                  <c:v>0.63855200000000001</c:v>
                </c:pt>
                <c:pt idx="3729">
                  <c:v>0.63885700000000001</c:v>
                </c:pt>
                <c:pt idx="3730">
                  <c:v>0.63916300000000004</c:v>
                </c:pt>
                <c:pt idx="3731">
                  <c:v>0.63946800000000004</c:v>
                </c:pt>
                <c:pt idx="3732">
                  <c:v>0.63977300000000004</c:v>
                </c:pt>
                <c:pt idx="3733">
                  <c:v>0.64007899999999995</c:v>
                </c:pt>
                <c:pt idx="3734">
                  <c:v>0.64038399999999995</c:v>
                </c:pt>
                <c:pt idx="3735">
                  <c:v>0.64068999999999998</c:v>
                </c:pt>
                <c:pt idx="3736">
                  <c:v>0.64099499999999998</c:v>
                </c:pt>
                <c:pt idx="3737">
                  <c:v>0.64129999999999998</c:v>
                </c:pt>
                <c:pt idx="3738">
                  <c:v>0.64160600000000001</c:v>
                </c:pt>
                <c:pt idx="3739">
                  <c:v>0.64191100000000001</c:v>
                </c:pt>
                <c:pt idx="3740">
                  <c:v>0.64221700000000004</c:v>
                </c:pt>
                <c:pt idx="3741">
                  <c:v>0.64252200000000004</c:v>
                </c:pt>
                <c:pt idx="3742">
                  <c:v>0.64282700000000004</c:v>
                </c:pt>
                <c:pt idx="3743">
                  <c:v>0.64313299999999995</c:v>
                </c:pt>
                <c:pt idx="3744">
                  <c:v>0.64343799999999995</c:v>
                </c:pt>
                <c:pt idx="3745">
                  <c:v>0.64374399999999998</c:v>
                </c:pt>
                <c:pt idx="3746">
                  <c:v>0.64404899999999998</c:v>
                </c:pt>
                <c:pt idx="3747">
                  <c:v>0.64435399999999998</c:v>
                </c:pt>
                <c:pt idx="3748">
                  <c:v>0.64466000000000001</c:v>
                </c:pt>
                <c:pt idx="3749">
                  <c:v>0.64496500000000001</c:v>
                </c:pt>
                <c:pt idx="3750">
                  <c:v>0.64527100000000004</c:v>
                </c:pt>
                <c:pt idx="3751">
                  <c:v>0.64557600000000004</c:v>
                </c:pt>
                <c:pt idx="3752">
                  <c:v>0.64588100000000004</c:v>
                </c:pt>
                <c:pt idx="3753">
                  <c:v>0.64618699999999996</c:v>
                </c:pt>
                <c:pt idx="3754">
                  <c:v>0.64649199999999996</c:v>
                </c:pt>
                <c:pt idx="3755">
                  <c:v>0.64679799999999998</c:v>
                </c:pt>
                <c:pt idx="3756">
                  <c:v>0.64710299999999998</c:v>
                </c:pt>
                <c:pt idx="3757">
                  <c:v>0.64740799999999998</c:v>
                </c:pt>
                <c:pt idx="3758">
                  <c:v>0.64771400000000001</c:v>
                </c:pt>
                <c:pt idx="3759">
                  <c:v>0.64801900000000001</c:v>
                </c:pt>
                <c:pt idx="3760">
                  <c:v>0.64832500000000004</c:v>
                </c:pt>
                <c:pt idx="3761">
                  <c:v>0.64863000000000004</c:v>
                </c:pt>
                <c:pt idx="3762">
                  <c:v>0.64893500000000004</c:v>
                </c:pt>
                <c:pt idx="3763">
                  <c:v>0.64924099999999996</c:v>
                </c:pt>
                <c:pt idx="3764">
                  <c:v>0.64954599999999996</c:v>
                </c:pt>
                <c:pt idx="3765">
                  <c:v>0.64985199999999999</c:v>
                </c:pt>
                <c:pt idx="3766">
                  <c:v>0.65015699999999998</c:v>
                </c:pt>
                <c:pt idx="3767">
                  <c:v>0.65046199999999998</c:v>
                </c:pt>
                <c:pt idx="3768">
                  <c:v>0.65076800000000001</c:v>
                </c:pt>
                <c:pt idx="3769">
                  <c:v>0.65107300000000001</c:v>
                </c:pt>
                <c:pt idx="3770">
                  <c:v>0.65137900000000004</c:v>
                </c:pt>
                <c:pt idx="3771">
                  <c:v>0.65168400000000004</c:v>
                </c:pt>
                <c:pt idx="3772">
                  <c:v>0.65198900000000004</c:v>
                </c:pt>
                <c:pt idx="3773">
                  <c:v>0.65229499999999996</c:v>
                </c:pt>
                <c:pt idx="3774">
                  <c:v>0.65259999999999996</c:v>
                </c:pt>
                <c:pt idx="3775">
                  <c:v>0.65290599999999999</c:v>
                </c:pt>
                <c:pt idx="3776">
                  <c:v>0.65321099999999999</c:v>
                </c:pt>
                <c:pt idx="3777">
                  <c:v>0.65351599999999999</c:v>
                </c:pt>
                <c:pt idx="3778">
                  <c:v>0.65382200000000001</c:v>
                </c:pt>
                <c:pt idx="3779">
                  <c:v>0.65412700000000001</c:v>
                </c:pt>
                <c:pt idx="3780">
                  <c:v>0.65443300000000004</c:v>
                </c:pt>
                <c:pt idx="3781">
                  <c:v>0.65473800000000004</c:v>
                </c:pt>
                <c:pt idx="3782">
                  <c:v>0.65504300000000004</c:v>
                </c:pt>
                <c:pt idx="3783">
                  <c:v>0.65534899999999996</c:v>
                </c:pt>
                <c:pt idx="3784">
                  <c:v>0.65565399999999996</c:v>
                </c:pt>
                <c:pt idx="3785">
                  <c:v>0.65595899999999996</c:v>
                </c:pt>
                <c:pt idx="3786">
                  <c:v>0.65626499999999999</c:v>
                </c:pt>
                <c:pt idx="3787">
                  <c:v>0.65656999999999999</c:v>
                </c:pt>
                <c:pt idx="3788">
                  <c:v>0.65687600000000002</c:v>
                </c:pt>
                <c:pt idx="3789">
                  <c:v>0.65718100000000002</c:v>
                </c:pt>
                <c:pt idx="3790">
                  <c:v>0.65748600000000001</c:v>
                </c:pt>
                <c:pt idx="3791">
                  <c:v>0.65779200000000004</c:v>
                </c:pt>
                <c:pt idx="3792">
                  <c:v>0.65809700000000004</c:v>
                </c:pt>
                <c:pt idx="3793">
                  <c:v>0.65840299999999996</c:v>
                </c:pt>
                <c:pt idx="3794">
                  <c:v>0.65870799999999996</c:v>
                </c:pt>
                <c:pt idx="3795">
                  <c:v>0.65901299999999996</c:v>
                </c:pt>
                <c:pt idx="3796">
                  <c:v>0.65931899999999999</c:v>
                </c:pt>
                <c:pt idx="3797">
                  <c:v>0.65962399999999999</c:v>
                </c:pt>
                <c:pt idx="3798">
                  <c:v>0.65993000000000002</c:v>
                </c:pt>
                <c:pt idx="3799">
                  <c:v>0.66023500000000002</c:v>
                </c:pt>
                <c:pt idx="3800">
                  <c:v>0.66054000000000002</c:v>
                </c:pt>
                <c:pt idx="3801">
                  <c:v>0.66084600000000004</c:v>
                </c:pt>
                <c:pt idx="3802">
                  <c:v>0.66115100000000004</c:v>
                </c:pt>
                <c:pt idx="3803">
                  <c:v>0.66145699999999996</c:v>
                </c:pt>
                <c:pt idx="3804">
                  <c:v>0.66176199999999996</c:v>
                </c:pt>
                <c:pt idx="3805">
                  <c:v>0.66206699999999996</c:v>
                </c:pt>
                <c:pt idx="3806">
                  <c:v>0.66237299999999999</c:v>
                </c:pt>
                <c:pt idx="3807">
                  <c:v>0.66267799999999999</c:v>
                </c:pt>
                <c:pt idx="3808">
                  <c:v>0.66298400000000002</c:v>
                </c:pt>
                <c:pt idx="3809">
                  <c:v>0.66328900000000002</c:v>
                </c:pt>
                <c:pt idx="3810">
                  <c:v>0.66359400000000002</c:v>
                </c:pt>
                <c:pt idx="3811">
                  <c:v>0.66390000000000005</c:v>
                </c:pt>
                <c:pt idx="3812">
                  <c:v>0.66420500000000005</c:v>
                </c:pt>
                <c:pt idx="3813">
                  <c:v>0.66451099999999996</c:v>
                </c:pt>
                <c:pt idx="3814">
                  <c:v>0.66481599999999996</c:v>
                </c:pt>
                <c:pt idx="3815">
                  <c:v>0.66512099999999996</c:v>
                </c:pt>
                <c:pt idx="3816">
                  <c:v>0.66542699999999999</c:v>
                </c:pt>
                <c:pt idx="3817">
                  <c:v>0.66573199999999999</c:v>
                </c:pt>
                <c:pt idx="3818">
                  <c:v>0.66603800000000002</c:v>
                </c:pt>
                <c:pt idx="3819">
                  <c:v>0.66634300000000002</c:v>
                </c:pt>
                <c:pt idx="3820">
                  <c:v>0.66664800000000002</c:v>
                </c:pt>
                <c:pt idx="3821">
                  <c:v>0.66695400000000005</c:v>
                </c:pt>
                <c:pt idx="3822">
                  <c:v>0.66725900000000005</c:v>
                </c:pt>
                <c:pt idx="3823">
                  <c:v>0.66756499999999996</c:v>
                </c:pt>
                <c:pt idx="3824">
                  <c:v>0.66786999999999996</c:v>
                </c:pt>
                <c:pt idx="3825">
                  <c:v>0.66817499999999996</c:v>
                </c:pt>
                <c:pt idx="3826">
                  <c:v>0.66848099999999999</c:v>
                </c:pt>
                <c:pt idx="3827">
                  <c:v>0.66878599999999999</c:v>
                </c:pt>
                <c:pt idx="3828">
                  <c:v>0.66909200000000002</c:v>
                </c:pt>
                <c:pt idx="3829">
                  <c:v>0.66939700000000002</c:v>
                </c:pt>
                <c:pt idx="3830">
                  <c:v>0.66970200000000002</c:v>
                </c:pt>
                <c:pt idx="3831">
                  <c:v>0.67000800000000005</c:v>
                </c:pt>
                <c:pt idx="3832">
                  <c:v>0.67031300000000005</c:v>
                </c:pt>
                <c:pt idx="3833">
                  <c:v>0.67061899999999997</c:v>
                </c:pt>
                <c:pt idx="3834">
                  <c:v>0.67092399999999996</c:v>
                </c:pt>
                <c:pt idx="3835">
                  <c:v>0.67122899999999996</c:v>
                </c:pt>
                <c:pt idx="3836">
                  <c:v>0.67153499999999999</c:v>
                </c:pt>
                <c:pt idx="3837">
                  <c:v>0.67183999999999999</c:v>
                </c:pt>
                <c:pt idx="3838">
                  <c:v>0.67214600000000002</c:v>
                </c:pt>
                <c:pt idx="3839">
                  <c:v>0.67245100000000002</c:v>
                </c:pt>
                <c:pt idx="3840">
                  <c:v>0.67275600000000002</c:v>
                </c:pt>
                <c:pt idx="3841">
                  <c:v>0.67306200000000005</c:v>
                </c:pt>
                <c:pt idx="3842">
                  <c:v>0.67336700000000005</c:v>
                </c:pt>
                <c:pt idx="3843">
                  <c:v>0.67367299999999997</c:v>
                </c:pt>
                <c:pt idx="3844">
                  <c:v>0.67397799999999997</c:v>
                </c:pt>
                <c:pt idx="3845">
                  <c:v>0.67428299999999997</c:v>
                </c:pt>
                <c:pt idx="3846">
                  <c:v>0.67458899999999999</c:v>
                </c:pt>
                <c:pt idx="3847">
                  <c:v>0.67489399999999999</c:v>
                </c:pt>
                <c:pt idx="3848">
                  <c:v>0.67520000000000002</c:v>
                </c:pt>
                <c:pt idx="3849">
                  <c:v>0.67550500000000002</c:v>
                </c:pt>
                <c:pt idx="3850">
                  <c:v>0.67581000000000002</c:v>
                </c:pt>
                <c:pt idx="3851">
                  <c:v>0.67611600000000005</c:v>
                </c:pt>
                <c:pt idx="3852">
                  <c:v>0.67642100000000005</c:v>
                </c:pt>
                <c:pt idx="3853">
                  <c:v>0.67672699999999997</c:v>
                </c:pt>
                <c:pt idx="3854">
                  <c:v>0.67703199999999997</c:v>
                </c:pt>
                <c:pt idx="3855">
                  <c:v>0.67733699999999997</c:v>
                </c:pt>
                <c:pt idx="3856">
                  <c:v>0.677643</c:v>
                </c:pt>
                <c:pt idx="3857">
                  <c:v>0.677948</c:v>
                </c:pt>
                <c:pt idx="3858">
                  <c:v>0.67825400000000002</c:v>
                </c:pt>
                <c:pt idx="3859">
                  <c:v>0.67855900000000002</c:v>
                </c:pt>
                <c:pt idx="3860">
                  <c:v>0.67886400000000002</c:v>
                </c:pt>
                <c:pt idx="3861">
                  <c:v>0.67917000000000005</c:v>
                </c:pt>
                <c:pt idx="3862">
                  <c:v>0.67947500000000005</c:v>
                </c:pt>
                <c:pt idx="3863">
                  <c:v>0.67978099999999997</c:v>
                </c:pt>
                <c:pt idx="3864">
                  <c:v>0.68008599999999997</c:v>
                </c:pt>
                <c:pt idx="3865">
                  <c:v>0.68039099999999997</c:v>
                </c:pt>
                <c:pt idx="3866">
                  <c:v>0.680697</c:v>
                </c:pt>
                <c:pt idx="3867">
                  <c:v>0.681002</c:v>
                </c:pt>
                <c:pt idx="3868">
                  <c:v>0.681307</c:v>
                </c:pt>
                <c:pt idx="3869">
                  <c:v>0.68161300000000002</c:v>
                </c:pt>
                <c:pt idx="3870">
                  <c:v>0.68191800000000002</c:v>
                </c:pt>
                <c:pt idx="3871">
                  <c:v>0.68222400000000005</c:v>
                </c:pt>
                <c:pt idx="3872">
                  <c:v>0.68252900000000005</c:v>
                </c:pt>
                <c:pt idx="3873">
                  <c:v>0.68283400000000005</c:v>
                </c:pt>
                <c:pt idx="3874">
                  <c:v>0.68313999999999997</c:v>
                </c:pt>
                <c:pt idx="3875">
                  <c:v>0.68344499999999997</c:v>
                </c:pt>
                <c:pt idx="3876">
                  <c:v>0.683751</c:v>
                </c:pt>
                <c:pt idx="3877">
                  <c:v>0.684056</c:v>
                </c:pt>
                <c:pt idx="3878">
                  <c:v>0.684361</c:v>
                </c:pt>
                <c:pt idx="3879">
                  <c:v>0.68466700000000003</c:v>
                </c:pt>
                <c:pt idx="3880">
                  <c:v>0.68497200000000003</c:v>
                </c:pt>
                <c:pt idx="3881">
                  <c:v>0.68527800000000005</c:v>
                </c:pt>
                <c:pt idx="3882">
                  <c:v>0.68558300000000005</c:v>
                </c:pt>
                <c:pt idx="3883">
                  <c:v>0.68588800000000005</c:v>
                </c:pt>
                <c:pt idx="3884">
                  <c:v>0.68619399999999997</c:v>
                </c:pt>
                <c:pt idx="3885">
                  <c:v>0.68649899999999997</c:v>
                </c:pt>
                <c:pt idx="3886">
                  <c:v>0.686805</c:v>
                </c:pt>
                <c:pt idx="3887">
                  <c:v>0.68711</c:v>
                </c:pt>
                <c:pt idx="3888">
                  <c:v>0.687415</c:v>
                </c:pt>
                <c:pt idx="3889">
                  <c:v>0.68772100000000003</c:v>
                </c:pt>
                <c:pt idx="3890">
                  <c:v>0.68802600000000003</c:v>
                </c:pt>
                <c:pt idx="3891">
                  <c:v>0.68833200000000005</c:v>
                </c:pt>
                <c:pt idx="3892">
                  <c:v>0.68863700000000005</c:v>
                </c:pt>
                <c:pt idx="3893">
                  <c:v>0.68894200000000005</c:v>
                </c:pt>
                <c:pt idx="3894">
                  <c:v>0.68924799999999997</c:v>
                </c:pt>
                <c:pt idx="3895">
                  <c:v>0.68955299999999997</c:v>
                </c:pt>
                <c:pt idx="3896">
                  <c:v>0.689859</c:v>
                </c:pt>
                <c:pt idx="3897">
                  <c:v>0.690164</c:v>
                </c:pt>
                <c:pt idx="3898">
                  <c:v>0.690469</c:v>
                </c:pt>
                <c:pt idx="3899">
                  <c:v>0.69077500000000003</c:v>
                </c:pt>
                <c:pt idx="3900">
                  <c:v>0.69108000000000003</c:v>
                </c:pt>
                <c:pt idx="3901">
                  <c:v>0.69138599999999995</c:v>
                </c:pt>
                <c:pt idx="3902">
                  <c:v>0.69169099999999994</c:v>
                </c:pt>
                <c:pt idx="3903">
                  <c:v>0.69199600000000006</c:v>
                </c:pt>
                <c:pt idx="3904">
                  <c:v>0.69230199999999997</c:v>
                </c:pt>
                <c:pt idx="3905">
                  <c:v>0.69260699999999997</c:v>
                </c:pt>
                <c:pt idx="3906">
                  <c:v>0.692913</c:v>
                </c:pt>
                <c:pt idx="3907">
                  <c:v>0.693218</c:v>
                </c:pt>
                <c:pt idx="3908">
                  <c:v>0.693523</c:v>
                </c:pt>
                <c:pt idx="3909">
                  <c:v>0.69382900000000003</c:v>
                </c:pt>
                <c:pt idx="3910">
                  <c:v>0.69413400000000003</c:v>
                </c:pt>
                <c:pt idx="3911">
                  <c:v>0.69443999999999995</c:v>
                </c:pt>
                <c:pt idx="3912">
                  <c:v>0.69474499999999995</c:v>
                </c:pt>
                <c:pt idx="3913">
                  <c:v>0.69504999999999995</c:v>
                </c:pt>
                <c:pt idx="3914">
                  <c:v>0.69535599999999997</c:v>
                </c:pt>
                <c:pt idx="3915">
                  <c:v>0.69566099999999997</c:v>
                </c:pt>
                <c:pt idx="3916">
                  <c:v>0.695967</c:v>
                </c:pt>
                <c:pt idx="3917">
                  <c:v>0.696272</c:v>
                </c:pt>
                <c:pt idx="3918">
                  <c:v>0.696577</c:v>
                </c:pt>
                <c:pt idx="3919">
                  <c:v>0.69688300000000003</c:v>
                </c:pt>
                <c:pt idx="3920">
                  <c:v>0.69718800000000003</c:v>
                </c:pt>
                <c:pt idx="3921">
                  <c:v>0.69749399999999995</c:v>
                </c:pt>
                <c:pt idx="3922">
                  <c:v>0.69779899999999995</c:v>
                </c:pt>
                <c:pt idx="3923">
                  <c:v>0.69810399999999995</c:v>
                </c:pt>
                <c:pt idx="3924">
                  <c:v>0.69840999999999998</c:v>
                </c:pt>
                <c:pt idx="3925">
                  <c:v>0.69871499999999997</c:v>
                </c:pt>
                <c:pt idx="3926">
                  <c:v>0.699021</c:v>
                </c:pt>
                <c:pt idx="3927">
                  <c:v>0.699326</c:v>
                </c:pt>
                <c:pt idx="3928">
                  <c:v>0.699631</c:v>
                </c:pt>
                <c:pt idx="3929">
                  <c:v>0.69993700000000003</c:v>
                </c:pt>
                <c:pt idx="3930">
                  <c:v>0.70024200000000003</c:v>
                </c:pt>
                <c:pt idx="3931">
                  <c:v>0.70054799999999995</c:v>
                </c:pt>
                <c:pt idx="3932">
                  <c:v>0.70085299999999995</c:v>
                </c:pt>
                <c:pt idx="3933">
                  <c:v>0.70115799999999995</c:v>
                </c:pt>
                <c:pt idx="3934">
                  <c:v>0.70146399999999998</c:v>
                </c:pt>
                <c:pt idx="3935">
                  <c:v>0.70176899999999998</c:v>
                </c:pt>
                <c:pt idx="3936">
                  <c:v>0.702075</c:v>
                </c:pt>
                <c:pt idx="3937">
                  <c:v>0.70238</c:v>
                </c:pt>
                <c:pt idx="3938">
                  <c:v>0.702685</c:v>
                </c:pt>
                <c:pt idx="3939">
                  <c:v>0.70299100000000003</c:v>
                </c:pt>
                <c:pt idx="3940">
                  <c:v>0.70329600000000003</c:v>
                </c:pt>
                <c:pt idx="3941">
                  <c:v>0.70360199999999995</c:v>
                </c:pt>
                <c:pt idx="3942">
                  <c:v>0.70390699999999995</c:v>
                </c:pt>
                <c:pt idx="3943">
                  <c:v>0.70421199999999995</c:v>
                </c:pt>
                <c:pt idx="3944">
                  <c:v>0.70451799999999998</c:v>
                </c:pt>
                <c:pt idx="3945">
                  <c:v>0.70482299999999998</c:v>
                </c:pt>
                <c:pt idx="3946">
                  <c:v>0.70512900000000001</c:v>
                </c:pt>
                <c:pt idx="3947">
                  <c:v>0.70543400000000001</c:v>
                </c:pt>
                <c:pt idx="3948">
                  <c:v>0.70573900000000001</c:v>
                </c:pt>
                <c:pt idx="3949">
                  <c:v>0.70604500000000003</c:v>
                </c:pt>
                <c:pt idx="3950">
                  <c:v>0.70635000000000003</c:v>
                </c:pt>
                <c:pt idx="3951">
                  <c:v>0.70665599999999995</c:v>
                </c:pt>
                <c:pt idx="3952">
                  <c:v>0.70696099999999995</c:v>
                </c:pt>
                <c:pt idx="3953">
                  <c:v>0.70726599999999995</c:v>
                </c:pt>
                <c:pt idx="3954">
                  <c:v>0.70757199999999998</c:v>
                </c:pt>
                <c:pt idx="3955">
                  <c:v>0.70787699999999998</c:v>
                </c:pt>
                <c:pt idx="3956">
                  <c:v>0.70818199999999998</c:v>
                </c:pt>
                <c:pt idx="3957">
                  <c:v>0.70848800000000001</c:v>
                </c:pt>
                <c:pt idx="3958">
                  <c:v>0.70879300000000001</c:v>
                </c:pt>
                <c:pt idx="3959">
                  <c:v>0.70909900000000003</c:v>
                </c:pt>
                <c:pt idx="3960">
                  <c:v>0.70940400000000003</c:v>
                </c:pt>
                <c:pt idx="3961">
                  <c:v>0.70970900000000003</c:v>
                </c:pt>
                <c:pt idx="3962">
                  <c:v>0.71001499999999995</c:v>
                </c:pt>
                <c:pt idx="3963">
                  <c:v>0.71031999999999995</c:v>
                </c:pt>
                <c:pt idx="3964">
                  <c:v>0.71062599999999998</c:v>
                </c:pt>
                <c:pt idx="3965">
                  <c:v>0.71093099999999998</c:v>
                </c:pt>
                <c:pt idx="3966">
                  <c:v>0.71123599999999998</c:v>
                </c:pt>
                <c:pt idx="3967">
                  <c:v>0.71154200000000001</c:v>
                </c:pt>
                <c:pt idx="3968">
                  <c:v>0.71184700000000001</c:v>
                </c:pt>
                <c:pt idx="3969">
                  <c:v>0.71215300000000004</c:v>
                </c:pt>
                <c:pt idx="3970">
                  <c:v>0.71245800000000004</c:v>
                </c:pt>
                <c:pt idx="3971">
                  <c:v>0.71276300000000004</c:v>
                </c:pt>
                <c:pt idx="3972">
                  <c:v>0.71306899999999995</c:v>
                </c:pt>
                <c:pt idx="3973">
                  <c:v>0.71337399999999995</c:v>
                </c:pt>
                <c:pt idx="3974">
                  <c:v>0.71367999999999998</c:v>
                </c:pt>
                <c:pt idx="3975">
                  <c:v>0.71398499999999998</c:v>
                </c:pt>
                <c:pt idx="3976">
                  <c:v>0.71428999999999998</c:v>
                </c:pt>
                <c:pt idx="3977">
                  <c:v>0.71459600000000001</c:v>
                </c:pt>
                <c:pt idx="3978">
                  <c:v>0.71490100000000001</c:v>
                </c:pt>
                <c:pt idx="3979">
                  <c:v>0.71520700000000004</c:v>
                </c:pt>
                <c:pt idx="3980">
                  <c:v>0.71551200000000004</c:v>
                </c:pt>
                <c:pt idx="3981">
                  <c:v>0.71581700000000004</c:v>
                </c:pt>
                <c:pt idx="3982">
                  <c:v>0.71612299999999995</c:v>
                </c:pt>
                <c:pt idx="3983">
                  <c:v>0.71642799999999995</c:v>
                </c:pt>
                <c:pt idx="3984">
                  <c:v>0.71673399999999998</c:v>
                </c:pt>
                <c:pt idx="3985">
                  <c:v>0.71703899999999998</c:v>
                </c:pt>
                <c:pt idx="3986">
                  <c:v>0.71734399999999998</c:v>
                </c:pt>
                <c:pt idx="3987">
                  <c:v>0.71765000000000001</c:v>
                </c:pt>
                <c:pt idx="3988">
                  <c:v>0.71795500000000001</c:v>
                </c:pt>
                <c:pt idx="3989">
                  <c:v>0.71826100000000004</c:v>
                </c:pt>
                <c:pt idx="3990">
                  <c:v>0.71856600000000004</c:v>
                </c:pt>
                <c:pt idx="3991">
                  <c:v>0.71887100000000004</c:v>
                </c:pt>
                <c:pt idx="3992">
                  <c:v>0.71917699999999996</c:v>
                </c:pt>
                <c:pt idx="3993">
                  <c:v>0.71948199999999995</c:v>
                </c:pt>
                <c:pt idx="3994">
                  <c:v>0.71978799999999998</c:v>
                </c:pt>
                <c:pt idx="3995">
                  <c:v>0.72009299999999998</c:v>
                </c:pt>
                <c:pt idx="3996">
                  <c:v>0.72039799999999998</c:v>
                </c:pt>
                <c:pt idx="3997">
                  <c:v>0.72070400000000001</c:v>
                </c:pt>
                <c:pt idx="3998">
                  <c:v>0.72100900000000001</c:v>
                </c:pt>
                <c:pt idx="3999">
                  <c:v>0.72131500000000004</c:v>
                </c:pt>
                <c:pt idx="4000">
                  <c:v>0.72162000000000004</c:v>
                </c:pt>
                <c:pt idx="4001">
                  <c:v>0.72192500000000004</c:v>
                </c:pt>
                <c:pt idx="4002">
                  <c:v>0.72223099999999996</c:v>
                </c:pt>
                <c:pt idx="4003">
                  <c:v>0.72253599999999996</c:v>
                </c:pt>
                <c:pt idx="4004">
                  <c:v>0.72284199999999998</c:v>
                </c:pt>
                <c:pt idx="4005">
                  <c:v>0.72314699999999998</c:v>
                </c:pt>
                <c:pt idx="4006">
                  <c:v>0.72345199999999998</c:v>
                </c:pt>
                <c:pt idx="4007">
                  <c:v>0.72375800000000001</c:v>
                </c:pt>
                <c:pt idx="4008">
                  <c:v>0.72406300000000001</c:v>
                </c:pt>
                <c:pt idx="4009">
                  <c:v>0.72436900000000004</c:v>
                </c:pt>
                <c:pt idx="4010">
                  <c:v>0.72467400000000004</c:v>
                </c:pt>
                <c:pt idx="4011">
                  <c:v>0.72497900000000004</c:v>
                </c:pt>
                <c:pt idx="4012">
                  <c:v>0.72528499999999996</c:v>
                </c:pt>
                <c:pt idx="4013">
                  <c:v>0.72558999999999996</c:v>
                </c:pt>
                <c:pt idx="4014">
                  <c:v>0.72589599999999999</c:v>
                </c:pt>
                <c:pt idx="4015">
                  <c:v>0.72620099999999999</c:v>
                </c:pt>
                <c:pt idx="4016">
                  <c:v>0.72650599999999999</c:v>
                </c:pt>
                <c:pt idx="4017">
                  <c:v>0.72681200000000001</c:v>
                </c:pt>
                <c:pt idx="4018">
                  <c:v>0.72711700000000001</c:v>
                </c:pt>
                <c:pt idx="4019">
                  <c:v>0.72742300000000004</c:v>
                </c:pt>
                <c:pt idx="4020">
                  <c:v>0.72772800000000004</c:v>
                </c:pt>
                <c:pt idx="4021">
                  <c:v>0.72803300000000004</c:v>
                </c:pt>
                <c:pt idx="4022">
                  <c:v>0.72833899999999996</c:v>
                </c:pt>
                <c:pt idx="4023">
                  <c:v>0.72864399999999996</c:v>
                </c:pt>
                <c:pt idx="4024">
                  <c:v>0.72894999999999999</c:v>
                </c:pt>
                <c:pt idx="4025">
                  <c:v>0.72925499999999999</c:v>
                </c:pt>
                <c:pt idx="4026">
                  <c:v>0.72955999999999999</c:v>
                </c:pt>
                <c:pt idx="4027">
                  <c:v>0.72986600000000001</c:v>
                </c:pt>
                <c:pt idx="4028">
                  <c:v>0.73017100000000001</c:v>
                </c:pt>
                <c:pt idx="4029">
                  <c:v>0.73047700000000004</c:v>
                </c:pt>
                <c:pt idx="4030">
                  <c:v>0.73078200000000004</c:v>
                </c:pt>
                <c:pt idx="4031">
                  <c:v>0.73108700000000004</c:v>
                </c:pt>
                <c:pt idx="4032">
                  <c:v>0.73139299999999996</c:v>
                </c:pt>
                <c:pt idx="4033">
                  <c:v>0.73169799999999996</c:v>
                </c:pt>
                <c:pt idx="4034">
                  <c:v>0.73200399999999999</c:v>
                </c:pt>
                <c:pt idx="4035">
                  <c:v>0.73230899999999999</c:v>
                </c:pt>
                <c:pt idx="4036">
                  <c:v>0.73261399999999999</c:v>
                </c:pt>
                <c:pt idx="4037">
                  <c:v>0.73292000000000002</c:v>
                </c:pt>
                <c:pt idx="4038">
                  <c:v>0.73322500000000002</c:v>
                </c:pt>
                <c:pt idx="4039">
                  <c:v>0.73353000000000002</c:v>
                </c:pt>
                <c:pt idx="4040">
                  <c:v>0.73383600000000004</c:v>
                </c:pt>
                <c:pt idx="4041">
                  <c:v>0.73414100000000004</c:v>
                </c:pt>
                <c:pt idx="4042">
                  <c:v>0.73444699999999996</c:v>
                </c:pt>
                <c:pt idx="4043">
                  <c:v>0.73475199999999996</c:v>
                </c:pt>
                <c:pt idx="4044">
                  <c:v>0.73505699999999996</c:v>
                </c:pt>
                <c:pt idx="4045">
                  <c:v>0.73536299999999999</c:v>
                </c:pt>
                <c:pt idx="4046">
                  <c:v>0.73566799999999999</c:v>
                </c:pt>
                <c:pt idx="4047">
                  <c:v>0.73597400000000002</c:v>
                </c:pt>
                <c:pt idx="4048">
                  <c:v>0.73627900000000002</c:v>
                </c:pt>
                <c:pt idx="4049">
                  <c:v>0.73658400000000002</c:v>
                </c:pt>
                <c:pt idx="4050">
                  <c:v>0.73689000000000004</c:v>
                </c:pt>
                <c:pt idx="4051">
                  <c:v>0.73719500000000004</c:v>
                </c:pt>
                <c:pt idx="4052">
                  <c:v>0.73750099999999996</c:v>
                </c:pt>
                <c:pt idx="4053">
                  <c:v>0.73780599999999996</c:v>
                </c:pt>
                <c:pt idx="4054">
                  <c:v>0.73811099999999996</c:v>
                </c:pt>
                <c:pt idx="4055">
                  <c:v>0.73841699999999999</c:v>
                </c:pt>
                <c:pt idx="4056">
                  <c:v>0.73872199999999999</c:v>
                </c:pt>
                <c:pt idx="4057">
                  <c:v>0.73902800000000002</c:v>
                </c:pt>
                <c:pt idx="4058">
                  <c:v>0.73933300000000002</c:v>
                </c:pt>
                <c:pt idx="4059">
                  <c:v>0.73963800000000002</c:v>
                </c:pt>
                <c:pt idx="4060">
                  <c:v>0.73994400000000005</c:v>
                </c:pt>
                <c:pt idx="4061">
                  <c:v>0.74024900000000005</c:v>
                </c:pt>
                <c:pt idx="4062">
                  <c:v>0.74055499999999996</c:v>
                </c:pt>
                <c:pt idx="4063">
                  <c:v>0.74085999999999996</c:v>
                </c:pt>
                <c:pt idx="4064">
                  <c:v>0.74116499999999996</c:v>
                </c:pt>
                <c:pt idx="4065">
                  <c:v>0.74147099999999999</c:v>
                </c:pt>
                <c:pt idx="4066">
                  <c:v>0.74177599999999999</c:v>
                </c:pt>
                <c:pt idx="4067">
                  <c:v>0.74208200000000002</c:v>
                </c:pt>
                <c:pt idx="4068">
                  <c:v>0.74238700000000002</c:v>
                </c:pt>
                <c:pt idx="4069">
                  <c:v>0.74269200000000002</c:v>
                </c:pt>
                <c:pt idx="4070">
                  <c:v>0.74299800000000005</c:v>
                </c:pt>
                <c:pt idx="4071">
                  <c:v>0.74330300000000005</c:v>
                </c:pt>
                <c:pt idx="4072">
                  <c:v>0.74360899999999996</c:v>
                </c:pt>
                <c:pt idx="4073">
                  <c:v>0.74391399999999996</c:v>
                </c:pt>
                <c:pt idx="4074">
                  <c:v>0.74421899999999996</c:v>
                </c:pt>
                <c:pt idx="4075">
                  <c:v>0.74452499999999999</c:v>
                </c:pt>
                <c:pt idx="4076">
                  <c:v>0.74482999999999999</c:v>
                </c:pt>
                <c:pt idx="4077">
                  <c:v>0.74513600000000002</c:v>
                </c:pt>
                <c:pt idx="4078">
                  <c:v>0.74544100000000002</c:v>
                </c:pt>
                <c:pt idx="4079">
                  <c:v>0.74574600000000002</c:v>
                </c:pt>
                <c:pt idx="4080">
                  <c:v>0.74605200000000005</c:v>
                </c:pt>
                <c:pt idx="4081">
                  <c:v>0.74635700000000005</c:v>
                </c:pt>
                <c:pt idx="4082">
                  <c:v>0.74666299999999997</c:v>
                </c:pt>
                <c:pt idx="4083">
                  <c:v>0.74696799999999997</c:v>
                </c:pt>
                <c:pt idx="4084">
                  <c:v>0.74727299999999997</c:v>
                </c:pt>
                <c:pt idx="4085">
                  <c:v>0.74757899999999999</c:v>
                </c:pt>
                <c:pt idx="4086">
                  <c:v>0.74788399999999999</c:v>
                </c:pt>
                <c:pt idx="4087">
                  <c:v>0.74819000000000002</c:v>
                </c:pt>
                <c:pt idx="4088">
                  <c:v>0.74849500000000002</c:v>
                </c:pt>
                <c:pt idx="4089">
                  <c:v>0.74880000000000002</c:v>
                </c:pt>
                <c:pt idx="4090">
                  <c:v>0.74910600000000005</c:v>
                </c:pt>
                <c:pt idx="4091">
                  <c:v>0.74941100000000005</c:v>
                </c:pt>
                <c:pt idx="4092">
                  <c:v>0.74971699999999997</c:v>
                </c:pt>
                <c:pt idx="4093">
                  <c:v>0.75002199999999997</c:v>
                </c:pt>
                <c:pt idx="4094">
                  <c:v>0.75032699999999997</c:v>
                </c:pt>
                <c:pt idx="4095">
                  <c:v>0.75063299999999999</c:v>
                </c:pt>
                <c:pt idx="4096">
                  <c:v>0.75093799999999999</c:v>
                </c:pt>
                <c:pt idx="4097">
                  <c:v>0.75124400000000002</c:v>
                </c:pt>
                <c:pt idx="4098">
                  <c:v>0.75154900000000002</c:v>
                </c:pt>
                <c:pt idx="4099">
                  <c:v>0.75185400000000002</c:v>
                </c:pt>
                <c:pt idx="4100">
                  <c:v>0.75216000000000005</c:v>
                </c:pt>
                <c:pt idx="4101">
                  <c:v>0.75246500000000005</c:v>
                </c:pt>
                <c:pt idx="4102">
                  <c:v>0.75277099999999997</c:v>
                </c:pt>
                <c:pt idx="4103">
                  <c:v>0.75307599999999997</c:v>
                </c:pt>
                <c:pt idx="4104">
                  <c:v>0.75338099999999997</c:v>
                </c:pt>
                <c:pt idx="4105">
                  <c:v>0.753687</c:v>
                </c:pt>
                <c:pt idx="4106">
                  <c:v>0.753992</c:v>
                </c:pt>
                <c:pt idx="4107">
                  <c:v>0.75429800000000002</c:v>
                </c:pt>
                <c:pt idx="4108">
                  <c:v>0.75460300000000002</c:v>
                </c:pt>
                <c:pt idx="4109">
                  <c:v>0.75490800000000002</c:v>
                </c:pt>
                <c:pt idx="4110">
                  <c:v>0.75521400000000005</c:v>
                </c:pt>
                <c:pt idx="4111">
                  <c:v>0.75551900000000005</c:v>
                </c:pt>
                <c:pt idx="4112">
                  <c:v>0.75582499999999997</c:v>
                </c:pt>
                <c:pt idx="4113">
                  <c:v>0.75612999999999997</c:v>
                </c:pt>
                <c:pt idx="4114">
                  <c:v>0.75643499999999997</c:v>
                </c:pt>
                <c:pt idx="4115">
                  <c:v>0.756741</c:v>
                </c:pt>
                <c:pt idx="4116">
                  <c:v>0.757046</c:v>
                </c:pt>
                <c:pt idx="4117">
                  <c:v>0.75735200000000003</c:v>
                </c:pt>
                <c:pt idx="4118">
                  <c:v>0.75765700000000002</c:v>
                </c:pt>
                <c:pt idx="4119">
                  <c:v>0.75796200000000002</c:v>
                </c:pt>
                <c:pt idx="4120">
                  <c:v>0.75826800000000005</c:v>
                </c:pt>
                <c:pt idx="4121">
                  <c:v>0.75857300000000005</c:v>
                </c:pt>
                <c:pt idx="4122">
                  <c:v>0.75887800000000005</c:v>
                </c:pt>
                <c:pt idx="4123">
                  <c:v>0.75918399999999997</c:v>
                </c:pt>
                <c:pt idx="4124">
                  <c:v>0.75948899999999997</c:v>
                </c:pt>
                <c:pt idx="4125">
                  <c:v>0.759795</c:v>
                </c:pt>
                <c:pt idx="4126">
                  <c:v>0.7601</c:v>
                </c:pt>
                <c:pt idx="4127">
                  <c:v>0.760405</c:v>
                </c:pt>
                <c:pt idx="4128">
                  <c:v>0.76071100000000003</c:v>
                </c:pt>
                <c:pt idx="4129">
                  <c:v>0.76101600000000003</c:v>
                </c:pt>
                <c:pt idx="4130">
                  <c:v>0.76132200000000005</c:v>
                </c:pt>
                <c:pt idx="4131">
                  <c:v>0.76162700000000005</c:v>
                </c:pt>
                <c:pt idx="4132">
                  <c:v>0.76193200000000005</c:v>
                </c:pt>
                <c:pt idx="4133">
                  <c:v>0.76223799999999997</c:v>
                </c:pt>
                <c:pt idx="4134">
                  <c:v>0.76254299999999997</c:v>
                </c:pt>
                <c:pt idx="4135">
                  <c:v>0.762849</c:v>
                </c:pt>
                <c:pt idx="4136">
                  <c:v>0.763154</c:v>
                </c:pt>
                <c:pt idx="4137">
                  <c:v>0.763459</c:v>
                </c:pt>
                <c:pt idx="4138">
                  <c:v>0.76376500000000003</c:v>
                </c:pt>
                <c:pt idx="4139">
                  <c:v>0.76407000000000003</c:v>
                </c:pt>
                <c:pt idx="4140">
                  <c:v>0.76437600000000006</c:v>
                </c:pt>
                <c:pt idx="4141">
                  <c:v>0.76468100000000006</c:v>
                </c:pt>
                <c:pt idx="4142">
                  <c:v>0.76498600000000005</c:v>
                </c:pt>
                <c:pt idx="4143">
                  <c:v>0.76529199999999997</c:v>
                </c:pt>
                <c:pt idx="4144">
                  <c:v>0.76559699999999997</c:v>
                </c:pt>
                <c:pt idx="4145">
                  <c:v>0.765903</c:v>
                </c:pt>
                <c:pt idx="4146">
                  <c:v>0.766208</c:v>
                </c:pt>
                <c:pt idx="4147">
                  <c:v>0.766513</c:v>
                </c:pt>
                <c:pt idx="4148">
                  <c:v>0.76681900000000003</c:v>
                </c:pt>
                <c:pt idx="4149">
                  <c:v>0.76712400000000003</c:v>
                </c:pt>
                <c:pt idx="4150">
                  <c:v>0.76742999999999995</c:v>
                </c:pt>
                <c:pt idx="4151">
                  <c:v>0.76773499999999995</c:v>
                </c:pt>
                <c:pt idx="4152">
                  <c:v>0.76803999999999994</c:v>
                </c:pt>
                <c:pt idx="4153">
                  <c:v>0.76834599999999997</c:v>
                </c:pt>
                <c:pt idx="4154">
                  <c:v>0.76865099999999997</c:v>
                </c:pt>
                <c:pt idx="4155">
                  <c:v>0.768957</c:v>
                </c:pt>
                <c:pt idx="4156">
                  <c:v>0.769262</c:v>
                </c:pt>
                <c:pt idx="4157">
                  <c:v>0.769567</c:v>
                </c:pt>
                <c:pt idx="4158">
                  <c:v>0.76987300000000003</c:v>
                </c:pt>
                <c:pt idx="4159">
                  <c:v>0.77017800000000003</c:v>
                </c:pt>
                <c:pt idx="4160">
                  <c:v>0.77048399999999995</c:v>
                </c:pt>
                <c:pt idx="4161">
                  <c:v>0.77078899999999995</c:v>
                </c:pt>
                <c:pt idx="4162">
                  <c:v>0.77109399999999995</c:v>
                </c:pt>
                <c:pt idx="4163">
                  <c:v>0.77139999999999997</c:v>
                </c:pt>
                <c:pt idx="4164">
                  <c:v>0.77170499999999997</c:v>
                </c:pt>
                <c:pt idx="4165">
                  <c:v>0.772011</c:v>
                </c:pt>
                <c:pt idx="4166">
                  <c:v>0.772316</c:v>
                </c:pt>
                <c:pt idx="4167">
                  <c:v>0.772621</c:v>
                </c:pt>
                <c:pt idx="4168">
                  <c:v>0.77292700000000003</c:v>
                </c:pt>
                <c:pt idx="4169">
                  <c:v>0.77323200000000003</c:v>
                </c:pt>
                <c:pt idx="4170">
                  <c:v>0.77353799999999995</c:v>
                </c:pt>
                <c:pt idx="4171">
                  <c:v>0.77384299999999995</c:v>
                </c:pt>
                <c:pt idx="4172">
                  <c:v>0.77414799999999995</c:v>
                </c:pt>
                <c:pt idx="4173">
                  <c:v>0.77445399999999998</c:v>
                </c:pt>
                <c:pt idx="4174">
                  <c:v>0.77475899999999998</c:v>
                </c:pt>
                <c:pt idx="4175">
                  <c:v>0.775065</c:v>
                </c:pt>
                <c:pt idx="4176">
                  <c:v>0.77537</c:v>
                </c:pt>
                <c:pt idx="4177">
                  <c:v>0.775675</c:v>
                </c:pt>
                <c:pt idx="4178">
                  <c:v>0.77598100000000003</c:v>
                </c:pt>
                <c:pt idx="4179">
                  <c:v>0.77628600000000003</c:v>
                </c:pt>
                <c:pt idx="4180">
                  <c:v>0.77659199999999995</c:v>
                </c:pt>
                <c:pt idx="4181">
                  <c:v>0.77689699999999995</c:v>
                </c:pt>
                <c:pt idx="4182">
                  <c:v>0.77720199999999995</c:v>
                </c:pt>
                <c:pt idx="4183">
                  <c:v>0.77750799999999998</c:v>
                </c:pt>
                <c:pt idx="4184">
                  <c:v>0.77781299999999998</c:v>
                </c:pt>
                <c:pt idx="4185">
                  <c:v>0.77811900000000001</c:v>
                </c:pt>
                <c:pt idx="4186">
                  <c:v>0.778424</c:v>
                </c:pt>
                <c:pt idx="4187">
                  <c:v>0.778729</c:v>
                </c:pt>
                <c:pt idx="4188">
                  <c:v>0.77903500000000003</c:v>
                </c:pt>
                <c:pt idx="4189">
                  <c:v>0.77934000000000003</c:v>
                </c:pt>
                <c:pt idx="4190">
                  <c:v>0.77964599999999995</c:v>
                </c:pt>
                <c:pt idx="4191">
                  <c:v>0.77995099999999995</c:v>
                </c:pt>
                <c:pt idx="4192">
                  <c:v>0.78025599999999995</c:v>
                </c:pt>
                <c:pt idx="4193">
                  <c:v>0.78056199999999998</c:v>
                </c:pt>
                <c:pt idx="4194">
                  <c:v>0.78086699999999998</c:v>
                </c:pt>
                <c:pt idx="4195">
                  <c:v>0.78117300000000001</c:v>
                </c:pt>
                <c:pt idx="4196">
                  <c:v>0.78147800000000001</c:v>
                </c:pt>
                <c:pt idx="4197">
                  <c:v>0.78178300000000001</c:v>
                </c:pt>
                <c:pt idx="4198">
                  <c:v>0.78208900000000003</c:v>
                </c:pt>
                <c:pt idx="4199">
                  <c:v>0.78239400000000003</c:v>
                </c:pt>
                <c:pt idx="4200">
                  <c:v>0.78269999999999995</c:v>
                </c:pt>
                <c:pt idx="4201">
                  <c:v>0.78300499999999995</c:v>
                </c:pt>
                <c:pt idx="4202">
                  <c:v>0.78330999999999995</c:v>
                </c:pt>
                <c:pt idx="4203">
                  <c:v>0.78361599999999998</c:v>
                </c:pt>
                <c:pt idx="4204">
                  <c:v>0.78392099999999998</c:v>
                </c:pt>
                <c:pt idx="4205">
                  <c:v>0.78422599999999998</c:v>
                </c:pt>
                <c:pt idx="4206">
                  <c:v>0.78453200000000001</c:v>
                </c:pt>
                <c:pt idx="4207">
                  <c:v>0.78483700000000001</c:v>
                </c:pt>
                <c:pt idx="4208">
                  <c:v>0.78514300000000004</c:v>
                </c:pt>
                <c:pt idx="4209">
                  <c:v>0.78544800000000004</c:v>
                </c:pt>
                <c:pt idx="4210">
                  <c:v>0.78575300000000003</c:v>
                </c:pt>
                <c:pt idx="4211">
                  <c:v>0.78605899999999995</c:v>
                </c:pt>
                <c:pt idx="4212">
                  <c:v>0.78636399999999995</c:v>
                </c:pt>
                <c:pt idx="4213">
                  <c:v>0.78666999999999998</c:v>
                </c:pt>
                <c:pt idx="4214">
                  <c:v>0.78697499999999998</c:v>
                </c:pt>
                <c:pt idx="4215">
                  <c:v>0.78727999999999998</c:v>
                </c:pt>
                <c:pt idx="4216">
                  <c:v>0.78758600000000001</c:v>
                </c:pt>
                <c:pt idx="4217">
                  <c:v>0.78789100000000001</c:v>
                </c:pt>
                <c:pt idx="4218">
                  <c:v>0.78819700000000004</c:v>
                </c:pt>
                <c:pt idx="4219">
                  <c:v>0.78850200000000004</c:v>
                </c:pt>
                <c:pt idx="4220">
                  <c:v>0.78880700000000004</c:v>
                </c:pt>
                <c:pt idx="4221">
                  <c:v>0.78911299999999995</c:v>
                </c:pt>
                <c:pt idx="4222">
                  <c:v>0.78941799999999995</c:v>
                </c:pt>
                <c:pt idx="4223">
                  <c:v>0.78972399999999998</c:v>
                </c:pt>
                <c:pt idx="4224">
                  <c:v>0.79002899999999998</c:v>
                </c:pt>
                <c:pt idx="4225">
                  <c:v>0.79033399999999998</c:v>
                </c:pt>
                <c:pt idx="4226">
                  <c:v>0.79064000000000001</c:v>
                </c:pt>
                <c:pt idx="4227">
                  <c:v>0.79094500000000001</c:v>
                </c:pt>
                <c:pt idx="4228">
                  <c:v>0.79125100000000004</c:v>
                </c:pt>
                <c:pt idx="4229">
                  <c:v>0.79155600000000004</c:v>
                </c:pt>
                <c:pt idx="4230">
                  <c:v>0.79186100000000004</c:v>
                </c:pt>
                <c:pt idx="4231">
                  <c:v>0.79216699999999995</c:v>
                </c:pt>
                <c:pt idx="4232">
                  <c:v>0.79247199999999995</c:v>
                </c:pt>
                <c:pt idx="4233">
                  <c:v>0.79277799999999998</c:v>
                </c:pt>
                <c:pt idx="4234">
                  <c:v>0.79308299999999998</c:v>
                </c:pt>
                <c:pt idx="4235">
                  <c:v>0.79338799999999998</c:v>
                </c:pt>
                <c:pt idx="4236">
                  <c:v>0.79369400000000001</c:v>
                </c:pt>
                <c:pt idx="4237">
                  <c:v>0.79399900000000001</c:v>
                </c:pt>
                <c:pt idx="4238">
                  <c:v>0.79430500000000004</c:v>
                </c:pt>
                <c:pt idx="4239">
                  <c:v>0.79461000000000004</c:v>
                </c:pt>
                <c:pt idx="4240">
                  <c:v>0.79491500000000004</c:v>
                </c:pt>
                <c:pt idx="4241">
                  <c:v>0.79522099999999996</c:v>
                </c:pt>
                <c:pt idx="4242">
                  <c:v>0.79552599999999996</c:v>
                </c:pt>
                <c:pt idx="4243">
                  <c:v>0.79583199999999998</c:v>
                </c:pt>
                <c:pt idx="4244">
                  <c:v>0.79613699999999998</c:v>
                </c:pt>
                <c:pt idx="4245">
                  <c:v>0.79644199999999998</c:v>
                </c:pt>
                <c:pt idx="4246">
                  <c:v>0.79674800000000001</c:v>
                </c:pt>
                <c:pt idx="4247">
                  <c:v>0.79705300000000001</c:v>
                </c:pt>
                <c:pt idx="4248">
                  <c:v>0.79735900000000004</c:v>
                </c:pt>
                <c:pt idx="4249">
                  <c:v>0.79766400000000004</c:v>
                </c:pt>
                <c:pt idx="4250">
                  <c:v>0.79796900000000004</c:v>
                </c:pt>
                <c:pt idx="4251">
                  <c:v>0.79827499999999996</c:v>
                </c:pt>
                <c:pt idx="4252">
                  <c:v>0.79857999999999996</c:v>
                </c:pt>
                <c:pt idx="4253">
                  <c:v>0.79888599999999999</c:v>
                </c:pt>
                <c:pt idx="4254">
                  <c:v>0.79919099999999998</c:v>
                </c:pt>
                <c:pt idx="4255">
                  <c:v>0.79949599999999998</c:v>
                </c:pt>
                <c:pt idx="4256">
                  <c:v>0.79980200000000001</c:v>
                </c:pt>
                <c:pt idx="4257">
                  <c:v>0.80010700000000001</c:v>
                </c:pt>
                <c:pt idx="4258">
                  <c:v>0.80041300000000004</c:v>
                </c:pt>
                <c:pt idx="4259">
                  <c:v>0.80071800000000004</c:v>
                </c:pt>
                <c:pt idx="4260">
                  <c:v>0.80102300000000004</c:v>
                </c:pt>
                <c:pt idx="4261">
                  <c:v>0.80132899999999996</c:v>
                </c:pt>
                <c:pt idx="4262">
                  <c:v>0.80163399999999996</c:v>
                </c:pt>
                <c:pt idx="4263">
                  <c:v>0.80193999999999999</c:v>
                </c:pt>
                <c:pt idx="4264">
                  <c:v>0.80224499999999999</c:v>
                </c:pt>
                <c:pt idx="4265">
                  <c:v>0.80254999999999999</c:v>
                </c:pt>
                <c:pt idx="4266">
                  <c:v>0.80285600000000001</c:v>
                </c:pt>
                <c:pt idx="4267">
                  <c:v>0.80316100000000001</c:v>
                </c:pt>
                <c:pt idx="4268">
                  <c:v>0.80346700000000004</c:v>
                </c:pt>
                <c:pt idx="4269">
                  <c:v>0.80377200000000004</c:v>
                </c:pt>
                <c:pt idx="4270">
                  <c:v>0.80407700000000004</c:v>
                </c:pt>
                <c:pt idx="4271">
                  <c:v>0.80438299999999996</c:v>
                </c:pt>
                <c:pt idx="4272">
                  <c:v>0.80468799999999996</c:v>
                </c:pt>
                <c:pt idx="4273">
                  <c:v>0.80499399999999999</c:v>
                </c:pt>
                <c:pt idx="4274">
                  <c:v>0.80529899999999999</c:v>
                </c:pt>
                <c:pt idx="4275">
                  <c:v>0.80560399999999999</c:v>
                </c:pt>
                <c:pt idx="4276">
                  <c:v>0.80591000000000002</c:v>
                </c:pt>
                <c:pt idx="4277">
                  <c:v>0.80621500000000001</c:v>
                </c:pt>
                <c:pt idx="4278">
                  <c:v>0.80652100000000004</c:v>
                </c:pt>
                <c:pt idx="4279">
                  <c:v>0.80682600000000004</c:v>
                </c:pt>
                <c:pt idx="4280">
                  <c:v>0.80713100000000004</c:v>
                </c:pt>
                <c:pt idx="4281">
                  <c:v>0.80743699999999996</c:v>
                </c:pt>
                <c:pt idx="4282">
                  <c:v>0.80774199999999996</c:v>
                </c:pt>
                <c:pt idx="4283">
                  <c:v>0.80804799999999999</c:v>
                </c:pt>
                <c:pt idx="4284">
                  <c:v>0.80835299999999999</c:v>
                </c:pt>
                <c:pt idx="4285">
                  <c:v>0.80865799999999999</c:v>
                </c:pt>
                <c:pt idx="4286">
                  <c:v>0.80896400000000002</c:v>
                </c:pt>
                <c:pt idx="4287">
                  <c:v>0.80926900000000002</c:v>
                </c:pt>
                <c:pt idx="4288">
                  <c:v>0.80957400000000002</c:v>
                </c:pt>
                <c:pt idx="4289">
                  <c:v>0.80988000000000004</c:v>
                </c:pt>
                <c:pt idx="4290">
                  <c:v>0.81018500000000004</c:v>
                </c:pt>
                <c:pt idx="4291">
                  <c:v>0.81049099999999996</c:v>
                </c:pt>
                <c:pt idx="4292">
                  <c:v>0.81079599999999996</c:v>
                </c:pt>
                <c:pt idx="4293">
                  <c:v>0.81110099999999996</c:v>
                </c:pt>
                <c:pt idx="4294">
                  <c:v>0.81140699999999999</c:v>
                </c:pt>
                <c:pt idx="4295">
                  <c:v>0.81171199999999999</c:v>
                </c:pt>
                <c:pt idx="4296">
                  <c:v>0.81201800000000002</c:v>
                </c:pt>
                <c:pt idx="4297">
                  <c:v>0.81232300000000002</c:v>
                </c:pt>
                <c:pt idx="4298">
                  <c:v>0.81262800000000002</c:v>
                </c:pt>
                <c:pt idx="4299">
                  <c:v>0.81293400000000005</c:v>
                </c:pt>
                <c:pt idx="4300">
                  <c:v>0.81323900000000005</c:v>
                </c:pt>
                <c:pt idx="4301">
                  <c:v>0.81354499999999996</c:v>
                </c:pt>
                <c:pt idx="4302">
                  <c:v>0.81384999999999996</c:v>
                </c:pt>
                <c:pt idx="4303">
                  <c:v>0.81415499999999996</c:v>
                </c:pt>
                <c:pt idx="4304">
                  <c:v>0.81446099999999999</c:v>
                </c:pt>
                <c:pt idx="4305">
                  <c:v>0.81476599999999999</c:v>
                </c:pt>
                <c:pt idx="4306">
                  <c:v>0.81507200000000002</c:v>
                </c:pt>
                <c:pt idx="4307">
                  <c:v>0.81537700000000002</c:v>
                </c:pt>
                <c:pt idx="4308">
                  <c:v>0.81568200000000002</c:v>
                </c:pt>
                <c:pt idx="4309">
                  <c:v>0.81598800000000005</c:v>
                </c:pt>
                <c:pt idx="4310">
                  <c:v>0.81629300000000005</c:v>
                </c:pt>
                <c:pt idx="4311">
                  <c:v>0.81659899999999996</c:v>
                </c:pt>
                <c:pt idx="4312">
                  <c:v>0.81690399999999996</c:v>
                </c:pt>
                <c:pt idx="4313">
                  <c:v>0.81720899999999996</c:v>
                </c:pt>
                <c:pt idx="4314">
                  <c:v>0.81751499999999999</c:v>
                </c:pt>
                <c:pt idx="4315">
                  <c:v>0.81781999999999999</c:v>
                </c:pt>
                <c:pt idx="4316">
                  <c:v>0.81812600000000002</c:v>
                </c:pt>
                <c:pt idx="4317">
                  <c:v>0.81843100000000002</c:v>
                </c:pt>
                <c:pt idx="4318">
                  <c:v>0.81873600000000002</c:v>
                </c:pt>
                <c:pt idx="4319">
                  <c:v>0.81904200000000005</c:v>
                </c:pt>
                <c:pt idx="4320">
                  <c:v>0.81934700000000005</c:v>
                </c:pt>
                <c:pt idx="4321">
                  <c:v>0.81965299999999996</c:v>
                </c:pt>
                <c:pt idx="4322">
                  <c:v>0.81995799999999996</c:v>
                </c:pt>
                <c:pt idx="4323">
                  <c:v>0.82026299999999996</c:v>
                </c:pt>
                <c:pt idx="4324">
                  <c:v>0.82056899999999999</c:v>
                </c:pt>
                <c:pt idx="4325">
                  <c:v>0.82087399999999999</c:v>
                </c:pt>
                <c:pt idx="4326">
                  <c:v>0.82118000000000002</c:v>
                </c:pt>
                <c:pt idx="4327">
                  <c:v>0.82148500000000002</c:v>
                </c:pt>
                <c:pt idx="4328">
                  <c:v>0.82179000000000002</c:v>
                </c:pt>
                <c:pt idx="4329">
                  <c:v>0.82209600000000005</c:v>
                </c:pt>
                <c:pt idx="4330">
                  <c:v>0.82240100000000005</c:v>
                </c:pt>
                <c:pt idx="4331">
                  <c:v>0.82270699999999997</c:v>
                </c:pt>
                <c:pt idx="4332">
                  <c:v>0.82301199999999997</c:v>
                </c:pt>
                <c:pt idx="4333">
                  <c:v>0.82331699999999997</c:v>
                </c:pt>
                <c:pt idx="4334">
                  <c:v>0.82362299999999999</c:v>
                </c:pt>
                <c:pt idx="4335">
                  <c:v>0.82392799999999999</c:v>
                </c:pt>
                <c:pt idx="4336">
                  <c:v>0.82423400000000002</c:v>
                </c:pt>
                <c:pt idx="4337">
                  <c:v>0.82453900000000002</c:v>
                </c:pt>
                <c:pt idx="4338">
                  <c:v>0.82484400000000002</c:v>
                </c:pt>
                <c:pt idx="4339">
                  <c:v>0.82515000000000005</c:v>
                </c:pt>
                <c:pt idx="4340">
                  <c:v>0.82545500000000005</c:v>
                </c:pt>
                <c:pt idx="4341">
                  <c:v>0.82576099999999997</c:v>
                </c:pt>
                <c:pt idx="4342">
                  <c:v>0.82606599999999997</c:v>
                </c:pt>
                <c:pt idx="4343">
                  <c:v>0.82637099999999997</c:v>
                </c:pt>
                <c:pt idx="4344">
                  <c:v>0.826677</c:v>
                </c:pt>
                <c:pt idx="4345">
                  <c:v>0.82698199999999999</c:v>
                </c:pt>
                <c:pt idx="4346">
                  <c:v>0.82728800000000002</c:v>
                </c:pt>
                <c:pt idx="4347">
                  <c:v>0.82759300000000002</c:v>
                </c:pt>
                <c:pt idx="4348">
                  <c:v>0.82789800000000002</c:v>
                </c:pt>
                <c:pt idx="4349">
                  <c:v>0.82820400000000005</c:v>
                </c:pt>
                <c:pt idx="4350">
                  <c:v>0.82850900000000005</c:v>
                </c:pt>
                <c:pt idx="4351">
                  <c:v>0.82881499999999997</c:v>
                </c:pt>
                <c:pt idx="4352">
                  <c:v>0.82911999999999997</c:v>
                </c:pt>
                <c:pt idx="4353">
                  <c:v>0.82942499999999997</c:v>
                </c:pt>
                <c:pt idx="4354">
                  <c:v>0.829731</c:v>
                </c:pt>
                <c:pt idx="4355">
                  <c:v>0.830036</c:v>
                </c:pt>
                <c:pt idx="4356">
                  <c:v>0.83034200000000002</c:v>
                </c:pt>
                <c:pt idx="4357">
                  <c:v>0.83064700000000002</c:v>
                </c:pt>
                <c:pt idx="4358">
                  <c:v>0.83095200000000002</c:v>
                </c:pt>
                <c:pt idx="4359">
                  <c:v>0.83125800000000005</c:v>
                </c:pt>
                <c:pt idx="4360">
                  <c:v>0.83156300000000005</c:v>
                </c:pt>
                <c:pt idx="4361">
                  <c:v>0.83186899999999997</c:v>
                </c:pt>
                <c:pt idx="4362">
                  <c:v>0.83217399999999997</c:v>
                </c:pt>
                <c:pt idx="4363">
                  <c:v>0.83247899999999997</c:v>
                </c:pt>
                <c:pt idx="4364">
                  <c:v>0.832785</c:v>
                </c:pt>
                <c:pt idx="4365">
                  <c:v>0.83309</c:v>
                </c:pt>
                <c:pt idx="4366">
                  <c:v>0.83339600000000003</c:v>
                </c:pt>
                <c:pt idx="4367">
                  <c:v>0.83370100000000003</c:v>
                </c:pt>
                <c:pt idx="4368">
                  <c:v>0.83400600000000003</c:v>
                </c:pt>
                <c:pt idx="4369">
                  <c:v>0.83431200000000005</c:v>
                </c:pt>
                <c:pt idx="4370">
                  <c:v>0.83461700000000005</c:v>
                </c:pt>
                <c:pt idx="4371">
                  <c:v>0.83492299999999997</c:v>
                </c:pt>
                <c:pt idx="4372">
                  <c:v>0.83522799999999997</c:v>
                </c:pt>
                <c:pt idx="4373">
                  <c:v>0.83553299999999997</c:v>
                </c:pt>
                <c:pt idx="4374">
                  <c:v>0.835839</c:v>
                </c:pt>
                <c:pt idx="4375">
                  <c:v>0.836144</c:v>
                </c:pt>
                <c:pt idx="4376">
                  <c:v>0.836449</c:v>
                </c:pt>
                <c:pt idx="4377">
                  <c:v>0.83675500000000003</c:v>
                </c:pt>
                <c:pt idx="4378">
                  <c:v>0.83706000000000003</c:v>
                </c:pt>
                <c:pt idx="4379">
                  <c:v>0.83736600000000005</c:v>
                </c:pt>
                <c:pt idx="4380">
                  <c:v>0.83767100000000005</c:v>
                </c:pt>
                <c:pt idx="4381">
                  <c:v>0.83797600000000005</c:v>
                </c:pt>
                <c:pt idx="4382">
                  <c:v>0.83828199999999997</c:v>
                </c:pt>
                <c:pt idx="4383">
                  <c:v>0.83858699999999997</c:v>
                </c:pt>
                <c:pt idx="4384">
                  <c:v>0.838893</c:v>
                </c:pt>
                <c:pt idx="4385">
                  <c:v>0.839198</c:v>
                </c:pt>
                <c:pt idx="4386">
                  <c:v>0.839503</c:v>
                </c:pt>
                <c:pt idx="4387">
                  <c:v>0.83980900000000003</c:v>
                </c:pt>
                <c:pt idx="4388">
                  <c:v>0.84011400000000003</c:v>
                </c:pt>
                <c:pt idx="4389">
                  <c:v>0.84041999999999994</c:v>
                </c:pt>
                <c:pt idx="4390">
                  <c:v>0.84072499999999994</c:v>
                </c:pt>
                <c:pt idx="4391">
                  <c:v>0.84103000000000006</c:v>
                </c:pt>
                <c:pt idx="4392">
                  <c:v>0.84133599999999997</c:v>
                </c:pt>
                <c:pt idx="4393">
                  <c:v>0.84164099999999997</c:v>
                </c:pt>
                <c:pt idx="4394">
                  <c:v>0.841947</c:v>
                </c:pt>
                <c:pt idx="4395">
                  <c:v>0.842252</c:v>
                </c:pt>
                <c:pt idx="4396">
                  <c:v>0.842557</c:v>
                </c:pt>
                <c:pt idx="4397">
                  <c:v>0.84286300000000003</c:v>
                </c:pt>
                <c:pt idx="4398">
                  <c:v>0.84316800000000003</c:v>
                </c:pt>
                <c:pt idx="4399">
                  <c:v>0.84347399999999995</c:v>
                </c:pt>
                <c:pt idx="4400">
                  <c:v>0.84377899999999995</c:v>
                </c:pt>
                <c:pt idx="4401">
                  <c:v>0.84408399999999995</c:v>
                </c:pt>
                <c:pt idx="4402">
                  <c:v>0.84438999999999997</c:v>
                </c:pt>
                <c:pt idx="4403">
                  <c:v>0.84469499999999997</c:v>
                </c:pt>
                <c:pt idx="4404">
                  <c:v>0.845001</c:v>
                </c:pt>
                <c:pt idx="4405">
                  <c:v>0.845306</c:v>
                </c:pt>
                <c:pt idx="4406">
                  <c:v>0.845611</c:v>
                </c:pt>
                <c:pt idx="4407">
                  <c:v>0.84591700000000003</c:v>
                </c:pt>
                <c:pt idx="4408">
                  <c:v>0.84622200000000003</c:v>
                </c:pt>
                <c:pt idx="4409">
                  <c:v>0.84652799999999995</c:v>
                </c:pt>
                <c:pt idx="4410">
                  <c:v>0.84683299999999995</c:v>
                </c:pt>
                <c:pt idx="4411">
                  <c:v>0.84713799999999995</c:v>
                </c:pt>
                <c:pt idx="4412">
                  <c:v>0.84744399999999998</c:v>
                </c:pt>
                <c:pt idx="4413">
                  <c:v>0.84774899999999997</c:v>
                </c:pt>
                <c:pt idx="4414">
                  <c:v>0.848055</c:v>
                </c:pt>
                <c:pt idx="4415">
                  <c:v>0.84836</c:v>
                </c:pt>
                <c:pt idx="4416">
                  <c:v>0.848665</c:v>
                </c:pt>
                <c:pt idx="4417">
                  <c:v>0.84897100000000003</c:v>
                </c:pt>
                <c:pt idx="4418">
                  <c:v>0.84927600000000003</c:v>
                </c:pt>
                <c:pt idx="4419">
                  <c:v>0.84958199999999995</c:v>
                </c:pt>
                <c:pt idx="4420">
                  <c:v>0.84988699999999995</c:v>
                </c:pt>
                <c:pt idx="4421">
                  <c:v>0.85019199999999995</c:v>
                </c:pt>
                <c:pt idx="4422">
                  <c:v>0.85049799999999998</c:v>
                </c:pt>
                <c:pt idx="4423">
                  <c:v>0.85080299999999998</c:v>
                </c:pt>
                <c:pt idx="4424">
                  <c:v>0.851109</c:v>
                </c:pt>
                <c:pt idx="4425">
                  <c:v>0.851414</c:v>
                </c:pt>
                <c:pt idx="4426">
                  <c:v>0.851719</c:v>
                </c:pt>
                <c:pt idx="4427">
                  <c:v>0.85202500000000003</c:v>
                </c:pt>
                <c:pt idx="4428">
                  <c:v>0.85233000000000003</c:v>
                </c:pt>
                <c:pt idx="4429">
                  <c:v>0.85263599999999995</c:v>
                </c:pt>
                <c:pt idx="4430">
                  <c:v>0.85294099999999995</c:v>
                </c:pt>
                <c:pt idx="4431">
                  <c:v>0.85324599999999995</c:v>
                </c:pt>
                <c:pt idx="4432">
                  <c:v>0.85355199999999998</c:v>
                </c:pt>
                <c:pt idx="4433">
                  <c:v>0.85385699999999998</c:v>
                </c:pt>
                <c:pt idx="4434">
                  <c:v>0.85416300000000001</c:v>
                </c:pt>
                <c:pt idx="4435">
                  <c:v>0.85446800000000001</c:v>
                </c:pt>
                <c:pt idx="4436">
                  <c:v>0.85477300000000001</c:v>
                </c:pt>
                <c:pt idx="4437">
                  <c:v>0.85507900000000003</c:v>
                </c:pt>
                <c:pt idx="4438">
                  <c:v>0.85538400000000003</c:v>
                </c:pt>
                <c:pt idx="4439">
                  <c:v>0.85568999999999995</c:v>
                </c:pt>
                <c:pt idx="4440">
                  <c:v>0.85599499999999995</c:v>
                </c:pt>
                <c:pt idx="4441">
                  <c:v>0.85629999999999995</c:v>
                </c:pt>
                <c:pt idx="4442">
                  <c:v>0.85660599999999998</c:v>
                </c:pt>
                <c:pt idx="4443">
                  <c:v>0.85691099999999998</c:v>
                </c:pt>
                <c:pt idx="4444">
                  <c:v>0.85721700000000001</c:v>
                </c:pt>
                <c:pt idx="4445">
                  <c:v>0.85752200000000001</c:v>
                </c:pt>
                <c:pt idx="4446">
                  <c:v>0.85782700000000001</c:v>
                </c:pt>
                <c:pt idx="4447">
                  <c:v>0.85813300000000003</c:v>
                </c:pt>
                <c:pt idx="4448">
                  <c:v>0.85843800000000003</c:v>
                </c:pt>
                <c:pt idx="4449">
                  <c:v>0.85874399999999995</c:v>
                </c:pt>
                <c:pt idx="4450">
                  <c:v>0.85904899999999995</c:v>
                </c:pt>
                <c:pt idx="4451">
                  <c:v>0.85935399999999995</c:v>
                </c:pt>
                <c:pt idx="4452">
                  <c:v>0.85965999999999998</c:v>
                </c:pt>
                <c:pt idx="4453">
                  <c:v>0.85996499999999998</c:v>
                </c:pt>
                <c:pt idx="4454">
                  <c:v>0.86027100000000001</c:v>
                </c:pt>
                <c:pt idx="4455">
                  <c:v>0.86057600000000001</c:v>
                </c:pt>
                <c:pt idx="4456">
                  <c:v>0.86088100000000001</c:v>
                </c:pt>
                <c:pt idx="4457">
                  <c:v>0.86118700000000004</c:v>
                </c:pt>
                <c:pt idx="4458">
                  <c:v>0.86149200000000004</c:v>
                </c:pt>
                <c:pt idx="4459">
                  <c:v>0.86179700000000004</c:v>
                </c:pt>
                <c:pt idx="4460">
                  <c:v>0.86210299999999995</c:v>
                </c:pt>
                <c:pt idx="4461">
                  <c:v>0.86240799999999995</c:v>
                </c:pt>
                <c:pt idx="4462">
                  <c:v>0.86271399999999998</c:v>
                </c:pt>
                <c:pt idx="4463">
                  <c:v>0.86301899999999998</c:v>
                </c:pt>
                <c:pt idx="4464">
                  <c:v>0.86332399999999998</c:v>
                </c:pt>
                <c:pt idx="4465">
                  <c:v>0.86363000000000001</c:v>
                </c:pt>
                <c:pt idx="4466">
                  <c:v>0.86393500000000001</c:v>
                </c:pt>
                <c:pt idx="4467">
                  <c:v>0.86424100000000004</c:v>
                </c:pt>
                <c:pt idx="4468">
                  <c:v>0.86454600000000004</c:v>
                </c:pt>
                <c:pt idx="4469">
                  <c:v>0.86485100000000004</c:v>
                </c:pt>
                <c:pt idx="4470">
                  <c:v>0.86515699999999995</c:v>
                </c:pt>
                <c:pt idx="4471">
                  <c:v>0.86546199999999995</c:v>
                </c:pt>
                <c:pt idx="4472">
                  <c:v>0.86576799999999998</c:v>
                </c:pt>
                <c:pt idx="4473">
                  <c:v>0.86607299999999998</c:v>
                </c:pt>
                <c:pt idx="4474">
                  <c:v>0.86637799999999998</c:v>
                </c:pt>
                <c:pt idx="4475">
                  <c:v>0.86668400000000001</c:v>
                </c:pt>
                <c:pt idx="4476">
                  <c:v>0.86698900000000001</c:v>
                </c:pt>
                <c:pt idx="4477">
                  <c:v>0.86729500000000004</c:v>
                </c:pt>
                <c:pt idx="4478">
                  <c:v>0.86760000000000004</c:v>
                </c:pt>
                <c:pt idx="4479">
                  <c:v>0.86790500000000004</c:v>
                </c:pt>
                <c:pt idx="4480">
                  <c:v>0.86821099999999996</c:v>
                </c:pt>
                <c:pt idx="4481">
                  <c:v>0.86851599999999995</c:v>
                </c:pt>
                <c:pt idx="4482">
                  <c:v>0.86882199999999998</c:v>
                </c:pt>
                <c:pt idx="4483">
                  <c:v>0.86912699999999998</c:v>
                </c:pt>
                <c:pt idx="4484">
                  <c:v>0.86943199999999998</c:v>
                </c:pt>
                <c:pt idx="4485">
                  <c:v>0.86973800000000001</c:v>
                </c:pt>
                <c:pt idx="4486">
                  <c:v>0.87004300000000001</c:v>
                </c:pt>
                <c:pt idx="4487">
                  <c:v>0.87034900000000004</c:v>
                </c:pt>
                <c:pt idx="4488">
                  <c:v>0.87065400000000004</c:v>
                </c:pt>
                <c:pt idx="4489">
                  <c:v>0.87095900000000004</c:v>
                </c:pt>
                <c:pt idx="4490">
                  <c:v>0.87126499999999996</c:v>
                </c:pt>
                <c:pt idx="4491">
                  <c:v>0.87156999999999996</c:v>
                </c:pt>
                <c:pt idx="4492">
                  <c:v>0.87187599999999998</c:v>
                </c:pt>
                <c:pt idx="4493">
                  <c:v>0.87218099999999998</c:v>
                </c:pt>
                <c:pt idx="4494">
                  <c:v>0.87248599999999998</c:v>
                </c:pt>
                <c:pt idx="4495">
                  <c:v>0.87279200000000001</c:v>
                </c:pt>
                <c:pt idx="4496">
                  <c:v>0.87309700000000001</c:v>
                </c:pt>
                <c:pt idx="4497">
                  <c:v>0.87340300000000004</c:v>
                </c:pt>
                <c:pt idx="4498">
                  <c:v>0.87370800000000004</c:v>
                </c:pt>
                <c:pt idx="4499">
                  <c:v>0.87401300000000004</c:v>
                </c:pt>
                <c:pt idx="4500">
                  <c:v>0.87431899999999996</c:v>
                </c:pt>
                <c:pt idx="4501">
                  <c:v>0.87462399999999996</c:v>
                </c:pt>
                <c:pt idx="4502">
                  <c:v>0.87492999999999999</c:v>
                </c:pt>
                <c:pt idx="4503">
                  <c:v>0.87523499999999999</c:v>
                </c:pt>
                <c:pt idx="4504">
                  <c:v>0.87553999999999998</c:v>
                </c:pt>
                <c:pt idx="4505">
                  <c:v>0.87584600000000001</c:v>
                </c:pt>
                <c:pt idx="4506">
                  <c:v>0.87615100000000001</c:v>
                </c:pt>
                <c:pt idx="4507">
                  <c:v>0.87645700000000004</c:v>
                </c:pt>
                <c:pt idx="4508">
                  <c:v>0.87676200000000004</c:v>
                </c:pt>
                <c:pt idx="4509">
                  <c:v>0.87706700000000004</c:v>
                </c:pt>
                <c:pt idx="4510">
                  <c:v>0.87737299999999996</c:v>
                </c:pt>
                <c:pt idx="4511">
                  <c:v>0.87767799999999996</c:v>
                </c:pt>
                <c:pt idx="4512">
                  <c:v>0.87798399999999999</c:v>
                </c:pt>
                <c:pt idx="4513">
                  <c:v>0.87828899999999999</c:v>
                </c:pt>
                <c:pt idx="4514">
                  <c:v>0.87859399999999999</c:v>
                </c:pt>
                <c:pt idx="4515">
                  <c:v>0.87890000000000001</c:v>
                </c:pt>
                <c:pt idx="4516">
                  <c:v>0.87920500000000001</c:v>
                </c:pt>
                <c:pt idx="4517">
                  <c:v>0.87951100000000004</c:v>
                </c:pt>
                <c:pt idx="4518">
                  <c:v>0.87981600000000004</c:v>
                </c:pt>
                <c:pt idx="4519">
                  <c:v>0.88012100000000004</c:v>
                </c:pt>
                <c:pt idx="4520">
                  <c:v>0.88042699999999996</c:v>
                </c:pt>
                <c:pt idx="4521">
                  <c:v>0.88073199999999996</c:v>
                </c:pt>
                <c:pt idx="4522">
                  <c:v>0.88103799999999999</c:v>
                </c:pt>
                <c:pt idx="4523">
                  <c:v>0.88134299999999999</c:v>
                </c:pt>
                <c:pt idx="4524">
                  <c:v>0.88164799999999999</c:v>
                </c:pt>
                <c:pt idx="4525">
                  <c:v>0.88195400000000002</c:v>
                </c:pt>
                <c:pt idx="4526">
                  <c:v>0.88225900000000002</c:v>
                </c:pt>
                <c:pt idx="4527">
                  <c:v>0.88256500000000004</c:v>
                </c:pt>
                <c:pt idx="4528">
                  <c:v>0.88287000000000004</c:v>
                </c:pt>
                <c:pt idx="4529">
                  <c:v>0.88317500000000004</c:v>
                </c:pt>
                <c:pt idx="4530">
                  <c:v>0.88348099999999996</c:v>
                </c:pt>
                <c:pt idx="4531">
                  <c:v>0.88378599999999996</c:v>
                </c:pt>
                <c:pt idx="4532">
                  <c:v>0.88409199999999999</c:v>
                </c:pt>
                <c:pt idx="4533">
                  <c:v>0.88439699999999999</c:v>
                </c:pt>
                <c:pt idx="4534">
                  <c:v>0.88470199999999999</c:v>
                </c:pt>
                <c:pt idx="4535">
                  <c:v>0.88500800000000002</c:v>
                </c:pt>
                <c:pt idx="4536">
                  <c:v>0.88531300000000002</c:v>
                </c:pt>
                <c:pt idx="4537">
                  <c:v>0.88561900000000005</c:v>
                </c:pt>
                <c:pt idx="4538">
                  <c:v>0.88592400000000004</c:v>
                </c:pt>
                <c:pt idx="4539">
                  <c:v>0.88622900000000004</c:v>
                </c:pt>
                <c:pt idx="4540">
                  <c:v>0.88653499999999996</c:v>
                </c:pt>
                <c:pt idx="4541">
                  <c:v>0.88683999999999996</c:v>
                </c:pt>
                <c:pt idx="4542">
                  <c:v>0.88714499999999996</c:v>
                </c:pt>
                <c:pt idx="4543">
                  <c:v>0.88745099999999999</c:v>
                </c:pt>
                <c:pt idx="4544">
                  <c:v>0.88775599999999999</c:v>
                </c:pt>
                <c:pt idx="4545">
                  <c:v>0.88806200000000002</c:v>
                </c:pt>
                <c:pt idx="4546">
                  <c:v>0.88836700000000002</c:v>
                </c:pt>
                <c:pt idx="4547">
                  <c:v>0.88867200000000002</c:v>
                </c:pt>
                <c:pt idx="4548">
                  <c:v>0.88897800000000005</c:v>
                </c:pt>
                <c:pt idx="4549">
                  <c:v>0.88928300000000005</c:v>
                </c:pt>
                <c:pt idx="4550">
                  <c:v>0.88958899999999996</c:v>
                </c:pt>
                <c:pt idx="4551">
                  <c:v>0.88989399999999996</c:v>
                </c:pt>
                <c:pt idx="4552">
                  <c:v>0.89019899999999996</c:v>
                </c:pt>
                <c:pt idx="4553">
                  <c:v>0.89050499999999999</c:v>
                </c:pt>
                <c:pt idx="4554">
                  <c:v>0.89080999999999999</c:v>
                </c:pt>
                <c:pt idx="4555">
                  <c:v>0.89111600000000002</c:v>
                </c:pt>
                <c:pt idx="4556">
                  <c:v>0.89142100000000002</c:v>
                </c:pt>
                <c:pt idx="4557">
                  <c:v>0.89172600000000002</c:v>
                </c:pt>
                <c:pt idx="4558">
                  <c:v>0.89203200000000005</c:v>
                </c:pt>
                <c:pt idx="4559">
                  <c:v>0.89233700000000005</c:v>
                </c:pt>
                <c:pt idx="4560">
                  <c:v>0.89264299999999996</c:v>
                </c:pt>
                <c:pt idx="4561">
                  <c:v>0.89294799999999996</c:v>
                </c:pt>
                <c:pt idx="4562">
                  <c:v>0.89325299999999996</c:v>
                </c:pt>
                <c:pt idx="4563">
                  <c:v>0.89355899999999999</c:v>
                </c:pt>
                <c:pt idx="4564">
                  <c:v>0.89386399999999999</c:v>
                </c:pt>
                <c:pt idx="4565">
                  <c:v>0.89417000000000002</c:v>
                </c:pt>
                <c:pt idx="4566">
                  <c:v>0.89447500000000002</c:v>
                </c:pt>
                <c:pt idx="4567">
                  <c:v>0.89478000000000002</c:v>
                </c:pt>
                <c:pt idx="4568">
                  <c:v>0.89508600000000005</c:v>
                </c:pt>
                <c:pt idx="4569">
                  <c:v>0.89539100000000005</c:v>
                </c:pt>
                <c:pt idx="4570">
                  <c:v>0.89569699999999997</c:v>
                </c:pt>
                <c:pt idx="4571">
                  <c:v>0.89600199999999997</c:v>
                </c:pt>
                <c:pt idx="4572">
                  <c:v>0.89630699999999996</c:v>
                </c:pt>
                <c:pt idx="4573">
                  <c:v>0.89661299999999999</c:v>
                </c:pt>
                <c:pt idx="4574">
                  <c:v>0.89691799999999999</c:v>
                </c:pt>
                <c:pt idx="4575">
                  <c:v>0.89722400000000002</c:v>
                </c:pt>
                <c:pt idx="4576">
                  <c:v>0.89752900000000002</c:v>
                </c:pt>
                <c:pt idx="4577">
                  <c:v>0.89783400000000002</c:v>
                </c:pt>
                <c:pt idx="4578">
                  <c:v>0.89814000000000005</c:v>
                </c:pt>
                <c:pt idx="4579">
                  <c:v>0.89844500000000005</c:v>
                </c:pt>
                <c:pt idx="4580">
                  <c:v>0.89875099999999997</c:v>
                </c:pt>
                <c:pt idx="4581">
                  <c:v>0.89905599999999997</c:v>
                </c:pt>
                <c:pt idx="4582">
                  <c:v>0.89936099999999997</c:v>
                </c:pt>
                <c:pt idx="4583">
                  <c:v>0.89966699999999999</c:v>
                </c:pt>
                <c:pt idx="4584">
                  <c:v>0.89997199999999999</c:v>
                </c:pt>
                <c:pt idx="4585">
                  <c:v>0.90027800000000002</c:v>
                </c:pt>
                <c:pt idx="4586">
                  <c:v>0.90058300000000002</c:v>
                </c:pt>
                <c:pt idx="4587">
                  <c:v>0.90088800000000002</c:v>
                </c:pt>
                <c:pt idx="4588">
                  <c:v>0.90119400000000005</c:v>
                </c:pt>
                <c:pt idx="4589">
                  <c:v>0.90149900000000005</c:v>
                </c:pt>
                <c:pt idx="4590">
                  <c:v>0.90180499999999997</c:v>
                </c:pt>
                <c:pt idx="4591">
                  <c:v>0.90210999999999997</c:v>
                </c:pt>
                <c:pt idx="4592">
                  <c:v>0.90241499999999997</c:v>
                </c:pt>
                <c:pt idx="4593">
                  <c:v>0.902721</c:v>
                </c:pt>
                <c:pt idx="4594">
                  <c:v>0.903026</c:v>
                </c:pt>
                <c:pt idx="4595">
                  <c:v>0.90333200000000002</c:v>
                </c:pt>
                <c:pt idx="4596">
                  <c:v>0.90363700000000002</c:v>
                </c:pt>
                <c:pt idx="4597">
                  <c:v>0.90394200000000002</c:v>
                </c:pt>
                <c:pt idx="4598">
                  <c:v>0.90424800000000005</c:v>
                </c:pt>
                <c:pt idx="4599">
                  <c:v>0.90455300000000005</c:v>
                </c:pt>
                <c:pt idx="4600">
                  <c:v>0.90485899999999997</c:v>
                </c:pt>
                <c:pt idx="4601">
                  <c:v>0.90516399999999997</c:v>
                </c:pt>
                <c:pt idx="4602">
                  <c:v>0.90546899999999997</c:v>
                </c:pt>
                <c:pt idx="4603">
                  <c:v>0.905775</c:v>
                </c:pt>
                <c:pt idx="4604">
                  <c:v>0.90608</c:v>
                </c:pt>
                <c:pt idx="4605">
                  <c:v>0.90638600000000002</c:v>
                </c:pt>
                <c:pt idx="4606">
                  <c:v>0.90669100000000002</c:v>
                </c:pt>
                <c:pt idx="4607">
                  <c:v>0.90699600000000002</c:v>
                </c:pt>
                <c:pt idx="4608">
                  <c:v>0.90730200000000005</c:v>
                </c:pt>
                <c:pt idx="4609">
                  <c:v>0.90760700000000005</c:v>
                </c:pt>
                <c:pt idx="4610">
                  <c:v>0.90791299999999997</c:v>
                </c:pt>
                <c:pt idx="4611">
                  <c:v>0.90821799999999997</c:v>
                </c:pt>
                <c:pt idx="4612">
                  <c:v>0.90852299999999997</c:v>
                </c:pt>
                <c:pt idx="4613">
                  <c:v>0.908829</c:v>
                </c:pt>
                <c:pt idx="4614">
                  <c:v>0.909134</c:v>
                </c:pt>
                <c:pt idx="4615">
                  <c:v>0.90944000000000003</c:v>
                </c:pt>
                <c:pt idx="4616">
                  <c:v>0.90974500000000003</c:v>
                </c:pt>
                <c:pt idx="4617">
                  <c:v>0.91005000000000003</c:v>
                </c:pt>
                <c:pt idx="4618">
                  <c:v>0.91035600000000005</c:v>
                </c:pt>
                <c:pt idx="4619">
                  <c:v>0.91066100000000005</c:v>
                </c:pt>
                <c:pt idx="4620">
                  <c:v>0.91096699999999997</c:v>
                </c:pt>
                <c:pt idx="4621">
                  <c:v>0.91127199999999997</c:v>
                </c:pt>
                <c:pt idx="4622">
                  <c:v>0.91157699999999997</c:v>
                </c:pt>
                <c:pt idx="4623">
                  <c:v>0.911883</c:v>
                </c:pt>
                <c:pt idx="4624">
                  <c:v>0.912188</c:v>
                </c:pt>
                <c:pt idx="4625">
                  <c:v>0.912493</c:v>
                </c:pt>
                <c:pt idx="4626">
                  <c:v>0.91279900000000003</c:v>
                </c:pt>
                <c:pt idx="4627">
                  <c:v>0.91310400000000003</c:v>
                </c:pt>
                <c:pt idx="4628">
                  <c:v>0.91341000000000006</c:v>
                </c:pt>
                <c:pt idx="4629">
                  <c:v>0.91371500000000005</c:v>
                </c:pt>
                <c:pt idx="4630">
                  <c:v>0.91402000000000005</c:v>
                </c:pt>
                <c:pt idx="4631">
                  <c:v>0.91432599999999997</c:v>
                </c:pt>
                <c:pt idx="4632">
                  <c:v>0.91463099999999997</c:v>
                </c:pt>
                <c:pt idx="4633">
                  <c:v>0.914937</c:v>
                </c:pt>
                <c:pt idx="4634">
                  <c:v>0.915242</c:v>
                </c:pt>
                <c:pt idx="4635">
                  <c:v>0.915547</c:v>
                </c:pt>
                <c:pt idx="4636">
                  <c:v>0.91585300000000003</c:v>
                </c:pt>
                <c:pt idx="4637">
                  <c:v>0.91615800000000003</c:v>
                </c:pt>
                <c:pt idx="4638">
                  <c:v>0.91646399999999995</c:v>
                </c:pt>
                <c:pt idx="4639">
                  <c:v>0.91676899999999995</c:v>
                </c:pt>
                <c:pt idx="4640">
                  <c:v>0.91707399999999994</c:v>
                </c:pt>
                <c:pt idx="4641">
                  <c:v>0.91737999999999997</c:v>
                </c:pt>
                <c:pt idx="4642">
                  <c:v>0.91768499999999997</c:v>
                </c:pt>
                <c:pt idx="4643">
                  <c:v>0.917991</c:v>
                </c:pt>
                <c:pt idx="4644">
                  <c:v>0.918296</c:v>
                </c:pt>
                <c:pt idx="4645">
                  <c:v>0.918601</c:v>
                </c:pt>
                <c:pt idx="4646">
                  <c:v>0.91890700000000003</c:v>
                </c:pt>
                <c:pt idx="4647">
                  <c:v>0.91921200000000003</c:v>
                </c:pt>
                <c:pt idx="4648">
                  <c:v>0.91951799999999995</c:v>
                </c:pt>
                <c:pt idx="4649">
                  <c:v>0.91982299999999995</c:v>
                </c:pt>
                <c:pt idx="4650">
                  <c:v>0.92012799999999995</c:v>
                </c:pt>
                <c:pt idx="4651">
                  <c:v>0.92043399999999997</c:v>
                </c:pt>
                <c:pt idx="4652">
                  <c:v>0.92073899999999997</c:v>
                </c:pt>
                <c:pt idx="4653">
                  <c:v>0.921045</c:v>
                </c:pt>
                <c:pt idx="4654">
                  <c:v>0.92135</c:v>
                </c:pt>
                <c:pt idx="4655">
                  <c:v>0.921655</c:v>
                </c:pt>
                <c:pt idx="4656">
                  <c:v>0.92196100000000003</c:v>
                </c:pt>
                <c:pt idx="4657">
                  <c:v>0.92226600000000003</c:v>
                </c:pt>
                <c:pt idx="4658">
                  <c:v>0.92257199999999995</c:v>
                </c:pt>
                <c:pt idx="4659">
                  <c:v>0.92287699999999995</c:v>
                </c:pt>
                <c:pt idx="4660">
                  <c:v>0.92318199999999995</c:v>
                </c:pt>
                <c:pt idx="4661">
                  <c:v>0.92348799999999998</c:v>
                </c:pt>
                <c:pt idx="4662">
                  <c:v>0.92379299999999998</c:v>
                </c:pt>
                <c:pt idx="4663">
                  <c:v>0.924099</c:v>
                </c:pt>
                <c:pt idx="4664">
                  <c:v>0.924404</c:v>
                </c:pt>
                <c:pt idx="4665">
                  <c:v>0.924709</c:v>
                </c:pt>
                <c:pt idx="4666">
                  <c:v>0.92501500000000003</c:v>
                </c:pt>
                <c:pt idx="4667">
                  <c:v>0.92532000000000003</c:v>
                </c:pt>
                <c:pt idx="4668">
                  <c:v>0.92562599999999995</c:v>
                </c:pt>
                <c:pt idx="4669">
                  <c:v>0.92593099999999995</c:v>
                </c:pt>
                <c:pt idx="4670">
                  <c:v>0.92623599999999995</c:v>
                </c:pt>
                <c:pt idx="4671">
                  <c:v>0.92654199999999998</c:v>
                </c:pt>
                <c:pt idx="4672">
                  <c:v>0.92684699999999998</c:v>
                </c:pt>
                <c:pt idx="4673">
                  <c:v>0.927153</c:v>
                </c:pt>
                <c:pt idx="4674">
                  <c:v>0.927458</c:v>
                </c:pt>
                <c:pt idx="4675">
                  <c:v>0.927763</c:v>
                </c:pt>
                <c:pt idx="4676">
                  <c:v>0.92806900000000003</c:v>
                </c:pt>
                <c:pt idx="4677">
                  <c:v>0.92837400000000003</c:v>
                </c:pt>
                <c:pt idx="4678">
                  <c:v>0.92867999999999995</c:v>
                </c:pt>
                <c:pt idx="4679">
                  <c:v>0.92898499999999995</c:v>
                </c:pt>
                <c:pt idx="4680">
                  <c:v>0.92928999999999995</c:v>
                </c:pt>
                <c:pt idx="4681">
                  <c:v>0.92959599999999998</c:v>
                </c:pt>
                <c:pt idx="4682">
                  <c:v>0.92990099999999998</c:v>
                </c:pt>
                <c:pt idx="4683">
                  <c:v>0.93020700000000001</c:v>
                </c:pt>
                <c:pt idx="4684">
                  <c:v>0.93051200000000001</c:v>
                </c:pt>
                <c:pt idx="4685">
                  <c:v>0.93081700000000001</c:v>
                </c:pt>
                <c:pt idx="4686">
                  <c:v>0.93112300000000003</c:v>
                </c:pt>
                <c:pt idx="4687">
                  <c:v>0.93142800000000003</c:v>
                </c:pt>
                <c:pt idx="4688">
                  <c:v>0.93173399999999995</c:v>
                </c:pt>
                <c:pt idx="4689">
                  <c:v>0.93203899999999995</c:v>
                </c:pt>
                <c:pt idx="4690">
                  <c:v>0.93234399999999995</c:v>
                </c:pt>
                <c:pt idx="4691">
                  <c:v>0.93264999999999998</c:v>
                </c:pt>
                <c:pt idx="4692">
                  <c:v>0.93295499999999998</c:v>
                </c:pt>
                <c:pt idx="4693">
                  <c:v>0.93326100000000001</c:v>
                </c:pt>
                <c:pt idx="4694">
                  <c:v>0.93356600000000001</c:v>
                </c:pt>
                <c:pt idx="4695">
                  <c:v>0.93387100000000001</c:v>
                </c:pt>
                <c:pt idx="4696">
                  <c:v>0.93417700000000004</c:v>
                </c:pt>
                <c:pt idx="4697">
                  <c:v>0.93448200000000003</c:v>
                </c:pt>
                <c:pt idx="4698">
                  <c:v>0.93478799999999995</c:v>
                </c:pt>
                <c:pt idx="4699">
                  <c:v>0.93509299999999995</c:v>
                </c:pt>
                <c:pt idx="4700">
                  <c:v>0.93539799999999995</c:v>
                </c:pt>
                <c:pt idx="4701">
                  <c:v>0.93570399999999998</c:v>
                </c:pt>
                <c:pt idx="4702">
                  <c:v>0.93600899999999998</c:v>
                </c:pt>
                <c:pt idx="4703">
                  <c:v>0.93631500000000001</c:v>
                </c:pt>
                <c:pt idx="4704">
                  <c:v>0.93662000000000001</c:v>
                </c:pt>
                <c:pt idx="4705">
                  <c:v>0.93692500000000001</c:v>
                </c:pt>
                <c:pt idx="4706">
                  <c:v>0.93723100000000004</c:v>
                </c:pt>
                <c:pt idx="4707">
                  <c:v>0.93753600000000004</c:v>
                </c:pt>
                <c:pt idx="4708">
                  <c:v>0.93784199999999995</c:v>
                </c:pt>
                <c:pt idx="4709">
                  <c:v>0.93814699999999995</c:v>
                </c:pt>
                <c:pt idx="4710">
                  <c:v>0.93845199999999995</c:v>
                </c:pt>
                <c:pt idx="4711">
                  <c:v>0.93875799999999998</c:v>
                </c:pt>
                <c:pt idx="4712">
                  <c:v>0.93906299999999998</c:v>
                </c:pt>
                <c:pt idx="4713">
                  <c:v>0.93936799999999998</c:v>
                </c:pt>
                <c:pt idx="4714">
                  <c:v>0.93967400000000001</c:v>
                </c:pt>
                <c:pt idx="4715">
                  <c:v>0.93997900000000001</c:v>
                </c:pt>
                <c:pt idx="4716">
                  <c:v>0.94028500000000004</c:v>
                </c:pt>
                <c:pt idx="4717">
                  <c:v>0.94059000000000004</c:v>
                </c:pt>
                <c:pt idx="4718">
                  <c:v>0.94089500000000004</c:v>
                </c:pt>
                <c:pt idx="4719">
                  <c:v>0.94120099999999995</c:v>
                </c:pt>
                <c:pt idx="4720">
                  <c:v>0.94150599999999995</c:v>
                </c:pt>
                <c:pt idx="4721">
                  <c:v>0.94181199999999998</c:v>
                </c:pt>
                <c:pt idx="4722">
                  <c:v>0.94211699999999998</c:v>
                </c:pt>
                <c:pt idx="4723">
                  <c:v>0.94242199999999998</c:v>
                </c:pt>
                <c:pt idx="4724">
                  <c:v>0.94272800000000001</c:v>
                </c:pt>
                <c:pt idx="4725">
                  <c:v>0.94303300000000001</c:v>
                </c:pt>
                <c:pt idx="4726">
                  <c:v>0.94333900000000004</c:v>
                </c:pt>
                <c:pt idx="4727">
                  <c:v>0.94364400000000004</c:v>
                </c:pt>
                <c:pt idx="4728">
                  <c:v>0.94394900000000004</c:v>
                </c:pt>
                <c:pt idx="4729">
                  <c:v>0.94425499999999996</c:v>
                </c:pt>
                <c:pt idx="4730">
                  <c:v>0.94455999999999996</c:v>
                </c:pt>
                <c:pt idx="4731">
                  <c:v>0.94486599999999998</c:v>
                </c:pt>
                <c:pt idx="4732">
                  <c:v>0.94517099999999998</c:v>
                </c:pt>
                <c:pt idx="4733">
                  <c:v>0.94547599999999998</c:v>
                </c:pt>
                <c:pt idx="4734">
                  <c:v>0.94578200000000001</c:v>
                </c:pt>
                <c:pt idx="4735">
                  <c:v>0.94608700000000001</c:v>
                </c:pt>
                <c:pt idx="4736">
                  <c:v>0.94639300000000004</c:v>
                </c:pt>
                <c:pt idx="4737">
                  <c:v>0.94669800000000004</c:v>
                </c:pt>
                <c:pt idx="4738">
                  <c:v>0.94700300000000004</c:v>
                </c:pt>
                <c:pt idx="4739">
                  <c:v>0.94730899999999996</c:v>
                </c:pt>
                <c:pt idx="4740">
                  <c:v>0.94761399999999996</c:v>
                </c:pt>
                <c:pt idx="4741">
                  <c:v>0.94791999999999998</c:v>
                </c:pt>
                <c:pt idx="4742">
                  <c:v>0.94822499999999998</c:v>
                </c:pt>
                <c:pt idx="4743">
                  <c:v>0.94852999999999998</c:v>
                </c:pt>
                <c:pt idx="4744">
                  <c:v>0.94883600000000001</c:v>
                </c:pt>
                <c:pt idx="4745">
                  <c:v>0.94914100000000001</c:v>
                </c:pt>
                <c:pt idx="4746">
                  <c:v>0.94944700000000004</c:v>
                </c:pt>
                <c:pt idx="4747">
                  <c:v>0.94975200000000004</c:v>
                </c:pt>
                <c:pt idx="4748">
                  <c:v>0.95005700000000004</c:v>
                </c:pt>
                <c:pt idx="4749">
                  <c:v>0.95036299999999996</c:v>
                </c:pt>
                <c:pt idx="4750">
                  <c:v>0.95066799999999996</c:v>
                </c:pt>
                <c:pt idx="4751">
                  <c:v>0.95097399999999999</c:v>
                </c:pt>
                <c:pt idx="4752">
                  <c:v>0.95127899999999999</c:v>
                </c:pt>
                <c:pt idx="4753">
                  <c:v>0.95158399999999999</c:v>
                </c:pt>
                <c:pt idx="4754">
                  <c:v>0.95189000000000001</c:v>
                </c:pt>
                <c:pt idx="4755">
                  <c:v>0.95219500000000001</c:v>
                </c:pt>
                <c:pt idx="4756">
                  <c:v>0.95250100000000004</c:v>
                </c:pt>
                <c:pt idx="4757">
                  <c:v>0.95280600000000004</c:v>
                </c:pt>
                <c:pt idx="4758">
                  <c:v>0.95311100000000004</c:v>
                </c:pt>
                <c:pt idx="4759">
                  <c:v>0.95341699999999996</c:v>
                </c:pt>
                <c:pt idx="4760">
                  <c:v>0.95372199999999996</c:v>
                </c:pt>
                <c:pt idx="4761">
                  <c:v>0.95402799999999999</c:v>
                </c:pt>
                <c:pt idx="4762">
                  <c:v>0.95433299999999999</c:v>
                </c:pt>
                <c:pt idx="4763">
                  <c:v>0.95463799999999999</c:v>
                </c:pt>
                <c:pt idx="4764">
                  <c:v>0.95494400000000002</c:v>
                </c:pt>
                <c:pt idx="4765">
                  <c:v>0.95524900000000001</c:v>
                </c:pt>
                <c:pt idx="4766">
                  <c:v>0.95555500000000004</c:v>
                </c:pt>
                <c:pt idx="4767">
                  <c:v>0.95586000000000004</c:v>
                </c:pt>
                <c:pt idx="4768">
                  <c:v>0.95616500000000004</c:v>
                </c:pt>
                <c:pt idx="4769">
                  <c:v>0.95647099999999996</c:v>
                </c:pt>
                <c:pt idx="4770">
                  <c:v>0.95677599999999996</c:v>
                </c:pt>
                <c:pt idx="4771">
                  <c:v>0.95708199999999999</c:v>
                </c:pt>
                <c:pt idx="4772">
                  <c:v>0.95738699999999999</c:v>
                </c:pt>
                <c:pt idx="4773">
                  <c:v>0.95769199999999999</c:v>
                </c:pt>
                <c:pt idx="4774">
                  <c:v>0.95799800000000002</c:v>
                </c:pt>
                <c:pt idx="4775">
                  <c:v>0.95830300000000002</c:v>
                </c:pt>
                <c:pt idx="4776">
                  <c:v>0.95860900000000004</c:v>
                </c:pt>
                <c:pt idx="4777">
                  <c:v>0.95891400000000004</c:v>
                </c:pt>
                <c:pt idx="4778">
                  <c:v>0.95921900000000004</c:v>
                </c:pt>
                <c:pt idx="4779">
                  <c:v>0.95952499999999996</c:v>
                </c:pt>
                <c:pt idx="4780">
                  <c:v>0.95982999999999996</c:v>
                </c:pt>
                <c:pt idx="4781">
                  <c:v>0.96013599999999999</c:v>
                </c:pt>
                <c:pt idx="4782">
                  <c:v>0.96044099999999999</c:v>
                </c:pt>
                <c:pt idx="4783">
                  <c:v>0.96074599999999999</c:v>
                </c:pt>
                <c:pt idx="4784">
                  <c:v>0.96105200000000002</c:v>
                </c:pt>
                <c:pt idx="4785">
                  <c:v>0.96135700000000002</c:v>
                </c:pt>
                <c:pt idx="4786">
                  <c:v>0.96166300000000005</c:v>
                </c:pt>
                <c:pt idx="4787">
                  <c:v>0.96196800000000005</c:v>
                </c:pt>
                <c:pt idx="4788">
                  <c:v>0.96227300000000004</c:v>
                </c:pt>
                <c:pt idx="4789">
                  <c:v>0.96257899999999996</c:v>
                </c:pt>
                <c:pt idx="4790">
                  <c:v>0.96288399999999996</c:v>
                </c:pt>
                <c:pt idx="4791">
                  <c:v>0.96318999999999999</c:v>
                </c:pt>
                <c:pt idx="4792">
                  <c:v>0.96349499999999999</c:v>
                </c:pt>
                <c:pt idx="4793">
                  <c:v>0.96379999999999999</c:v>
                </c:pt>
                <c:pt idx="4794">
                  <c:v>0.96410600000000002</c:v>
                </c:pt>
                <c:pt idx="4795">
                  <c:v>0.96441100000000002</c:v>
                </c:pt>
                <c:pt idx="4796">
                  <c:v>0.96471600000000002</c:v>
                </c:pt>
                <c:pt idx="4797">
                  <c:v>0.96502200000000005</c:v>
                </c:pt>
                <c:pt idx="4798">
                  <c:v>0.96532700000000005</c:v>
                </c:pt>
                <c:pt idx="4799">
                  <c:v>0.96563299999999996</c:v>
                </c:pt>
                <c:pt idx="4800">
                  <c:v>0.96593799999999996</c:v>
                </c:pt>
                <c:pt idx="4801">
                  <c:v>0.96624299999999996</c:v>
                </c:pt>
                <c:pt idx="4802">
                  <c:v>0.96654899999999999</c:v>
                </c:pt>
                <c:pt idx="4803">
                  <c:v>0.96685399999999999</c:v>
                </c:pt>
                <c:pt idx="4804">
                  <c:v>0.96716000000000002</c:v>
                </c:pt>
                <c:pt idx="4805">
                  <c:v>0.96746500000000002</c:v>
                </c:pt>
                <c:pt idx="4806">
                  <c:v>0.96777000000000002</c:v>
                </c:pt>
                <c:pt idx="4807">
                  <c:v>0.96807600000000005</c:v>
                </c:pt>
                <c:pt idx="4808">
                  <c:v>0.96838100000000005</c:v>
                </c:pt>
                <c:pt idx="4809">
                  <c:v>0.96868699999999996</c:v>
                </c:pt>
                <c:pt idx="4810">
                  <c:v>0.96899199999999996</c:v>
                </c:pt>
                <c:pt idx="4811">
                  <c:v>0.96929699999999996</c:v>
                </c:pt>
                <c:pt idx="4812">
                  <c:v>0.96960299999999999</c:v>
                </c:pt>
                <c:pt idx="4813">
                  <c:v>0.96990799999999999</c:v>
                </c:pt>
                <c:pt idx="4814">
                  <c:v>0.97021400000000002</c:v>
                </c:pt>
                <c:pt idx="4815">
                  <c:v>0.97051900000000002</c:v>
                </c:pt>
                <c:pt idx="4816">
                  <c:v>0.97082400000000002</c:v>
                </c:pt>
                <c:pt idx="4817">
                  <c:v>0.97113000000000005</c:v>
                </c:pt>
                <c:pt idx="4818">
                  <c:v>0.97143500000000005</c:v>
                </c:pt>
                <c:pt idx="4819">
                  <c:v>0.97174099999999997</c:v>
                </c:pt>
                <c:pt idx="4820">
                  <c:v>0.97204599999999997</c:v>
                </c:pt>
                <c:pt idx="4821">
                  <c:v>0.97235099999999997</c:v>
                </c:pt>
                <c:pt idx="4822">
                  <c:v>0.97265699999999999</c:v>
                </c:pt>
                <c:pt idx="4823">
                  <c:v>0.97296199999999999</c:v>
                </c:pt>
                <c:pt idx="4824">
                  <c:v>0.97326800000000002</c:v>
                </c:pt>
                <c:pt idx="4825">
                  <c:v>0.97357300000000002</c:v>
                </c:pt>
                <c:pt idx="4826">
                  <c:v>0.97387800000000002</c:v>
                </c:pt>
                <c:pt idx="4827">
                  <c:v>0.97418400000000005</c:v>
                </c:pt>
                <c:pt idx="4828">
                  <c:v>0.97448900000000005</c:v>
                </c:pt>
                <c:pt idx="4829">
                  <c:v>0.97479499999999997</c:v>
                </c:pt>
                <c:pt idx="4830">
                  <c:v>0.97509999999999997</c:v>
                </c:pt>
                <c:pt idx="4831">
                  <c:v>0.97540499999999997</c:v>
                </c:pt>
                <c:pt idx="4832">
                  <c:v>0.97571099999999999</c:v>
                </c:pt>
                <c:pt idx="4833">
                  <c:v>0.97601599999999999</c:v>
                </c:pt>
                <c:pt idx="4834">
                  <c:v>0.97632200000000002</c:v>
                </c:pt>
                <c:pt idx="4835">
                  <c:v>0.97662700000000002</c:v>
                </c:pt>
                <c:pt idx="4836">
                  <c:v>0.97693200000000002</c:v>
                </c:pt>
                <c:pt idx="4837">
                  <c:v>0.97723800000000005</c:v>
                </c:pt>
                <c:pt idx="4838">
                  <c:v>0.97754300000000005</c:v>
                </c:pt>
                <c:pt idx="4839">
                  <c:v>0.97784899999999997</c:v>
                </c:pt>
                <c:pt idx="4840">
                  <c:v>0.97815399999999997</c:v>
                </c:pt>
                <c:pt idx="4841">
                  <c:v>0.97845899999999997</c:v>
                </c:pt>
                <c:pt idx="4842">
                  <c:v>0.978765</c:v>
                </c:pt>
                <c:pt idx="4843">
                  <c:v>0.97907</c:v>
                </c:pt>
                <c:pt idx="4844">
                  <c:v>0.97937600000000002</c:v>
                </c:pt>
                <c:pt idx="4845">
                  <c:v>0.97968100000000002</c:v>
                </c:pt>
                <c:pt idx="4846">
                  <c:v>0.97998600000000002</c:v>
                </c:pt>
                <c:pt idx="4847">
                  <c:v>0.98029200000000005</c:v>
                </c:pt>
                <c:pt idx="4848">
                  <c:v>0.98059700000000005</c:v>
                </c:pt>
                <c:pt idx="4849">
                  <c:v>0.98090299999999997</c:v>
                </c:pt>
                <c:pt idx="4850">
                  <c:v>0.98120799999999997</c:v>
                </c:pt>
                <c:pt idx="4851">
                  <c:v>0.98151299999999997</c:v>
                </c:pt>
                <c:pt idx="4852">
                  <c:v>0.981819</c:v>
                </c:pt>
                <c:pt idx="4853">
                  <c:v>0.982124</c:v>
                </c:pt>
                <c:pt idx="4854">
                  <c:v>0.98243000000000003</c:v>
                </c:pt>
                <c:pt idx="4855">
                  <c:v>0.98273500000000003</c:v>
                </c:pt>
                <c:pt idx="4856">
                  <c:v>0.98304000000000002</c:v>
                </c:pt>
                <c:pt idx="4857">
                  <c:v>0.98334600000000005</c:v>
                </c:pt>
                <c:pt idx="4858">
                  <c:v>0.98365100000000005</c:v>
                </c:pt>
                <c:pt idx="4859">
                  <c:v>0.98395699999999997</c:v>
                </c:pt>
                <c:pt idx="4860">
                  <c:v>0.98426199999999997</c:v>
                </c:pt>
                <c:pt idx="4861">
                  <c:v>0.98456699999999997</c:v>
                </c:pt>
                <c:pt idx="4862">
                  <c:v>0.984873</c:v>
                </c:pt>
                <c:pt idx="4863">
                  <c:v>0.985178</c:v>
                </c:pt>
                <c:pt idx="4864">
                  <c:v>0.98548400000000003</c:v>
                </c:pt>
                <c:pt idx="4865">
                  <c:v>0.98578900000000003</c:v>
                </c:pt>
                <c:pt idx="4866">
                  <c:v>0.98609400000000003</c:v>
                </c:pt>
                <c:pt idx="4867">
                  <c:v>0.98640000000000005</c:v>
                </c:pt>
                <c:pt idx="4868">
                  <c:v>0.98670500000000005</c:v>
                </c:pt>
                <c:pt idx="4869">
                  <c:v>0.98701099999999997</c:v>
                </c:pt>
                <c:pt idx="4870">
                  <c:v>0.98731599999999997</c:v>
                </c:pt>
                <c:pt idx="4871">
                  <c:v>0.98762099999999997</c:v>
                </c:pt>
                <c:pt idx="4872">
                  <c:v>0.987927</c:v>
                </c:pt>
                <c:pt idx="4873">
                  <c:v>0.988232</c:v>
                </c:pt>
                <c:pt idx="4874">
                  <c:v>0.98853800000000003</c:v>
                </c:pt>
                <c:pt idx="4875">
                  <c:v>0.98884300000000003</c:v>
                </c:pt>
                <c:pt idx="4876">
                  <c:v>0.98914800000000003</c:v>
                </c:pt>
                <c:pt idx="4877">
                  <c:v>0.98945399999999994</c:v>
                </c:pt>
                <c:pt idx="4878">
                  <c:v>0.98975900000000006</c:v>
                </c:pt>
                <c:pt idx="4879">
                  <c:v>0.99006400000000006</c:v>
                </c:pt>
                <c:pt idx="4880">
                  <c:v>0.99036999999999997</c:v>
                </c:pt>
                <c:pt idx="4881">
                  <c:v>0.99067499999999997</c:v>
                </c:pt>
                <c:pt idx="4882">
                  <c:v>0.990981</c:v>
                </c:pt>
                <c:pt idx="4883">
                  <c:v>0.991286</c:v>
                </c:pt>
                <c:pt idx="4884">
                  <c:v>0.991591</c:v>
                </c:pt>
                <c:pt idx="4885">
                  <c:v>0.99189700000000003</c:v>
                </c:pt>
                <c:pt idx="4886">
                  <c:v>0.99220200000000003</c:v>
                </c:pt>
                <c:pt idx="4887">
                  <c:v>0.99250799999999995</c:v>
                </c:pt>
                <c:pt idx="4888">
                  <c:v>0.99281299999999995</c:v>
                </c:pt>
                <c:pt idx="4889">
                  <c:v>0.99311799999999995</c:v>
                </c:pt>
                <c:pt idx="4890">
                  <c:v>0.99342399999999997</c:v>
                </c:pt>
                <c:pt idx="4891">
                  <c:v>0.99372899999999997</c:v>
                </c:pt>
                <c:pt idx="4892">
                  <c:v>0.994035</c:v>
                </c:pt>
                <c:pt idx="4893">
                  <c:v>0.99434</c:v>
                </c:pt>
                <c:pt idx="4894">
                  <c:v>0.994645</c:v>
                </c:pt>
                <c:pt idx="4895">
                  <c:v>0.99495100000000003</c:v>
                </c:pt>
                <c:pt idx="4896">
                  <c:v>0.99525600000000003</c:v>
                </c:pt>
                <c:pt idx="4897">
                  <c:v>0.99556199999999995</c:v>
                </c:pt>
                <c:pt idx="4898">
                  <c:v>0.99586699999999995</c:v>
                </c:pt>
                <c:pt idx="4899">
                  <c:v>0.99617199999999995</c:v>
                </c:pt>
                <c:pt idx="4900">
                  <c:v>0.99647799999999997</c:v>
                </c:pt>
                <c:pt idx="4901">
                  <c:v>0.99678299999999997</c:v>
                </c:pt>
                <c:pt idx="4902">
                  <c:v>0.997089</c:v>
                </c:pt>
                <c:pt idx="4903">
                  <c:v>0.997394</c:v>
                </c:pt>
                <c:pt idx="4904">
                  <c:v>0.997699</c:v>
                </c:pt>
                <c:pt idx="4905">
                  <c:v>0.99800500000000003</c:v>
                </c:pt>
                <c:pt idx="4906">
                  <c:v>0.99831000000000003</c:v>
                </c:pt>
                <c:pt idx="4907">
                  <c:v>0.99861599999999995</c:v>
                </c:pt>
                <c:pt idx="4908">
                  <c:v>0.99892099999999995</c:v>
                </c:pt>
                <c:pt idx="4909">
                  <c:v>0.99922599999999995</c:v>
                </c:pt>
                <c:pt idx="4910">
                  <c:v>0.99953199999999998</c:v>
                </c:pt>
                <c:pt idx="4911">
                  <c:v>0.99983699999999998</c:v>
                </c:pt>
                <c:pt idx="4912">
                  <c:v>1.00014</c:v>
                </c:pt>
                <c:pt idx="4913">
                  <c:v>1.0004500000000001</c:v>
                </c:pt>
                <c:pt idx="4914">
                  <c:v>1.00075</c:v>
                </c:pt>
                <c:pt idx="4915">
                  <c:v>1.0010600000000001</c:v>
                </c:pt>
                <c:pt idx="4916">
                  <c:v>1.00136</c:v>
                </c:pt>
                <c:pt idx="4917">
                  <c:v>1.0016700000000001</c:v>
                </c:pt>
                <c:pt idx="4918">
                  <c:v>1.0019800000000001</c:v>
                </c:pt>
                <c:pt idx="4919">
                  <c:v>1.0022800000000001</c:v>
                </c:pt>
                <c:pt idx="4920">
                  <c:v>1.0025900000000001</c:v>
                </c:pt>
                <c:pt idx="4921">
                  <c:v>1.0028900000000001</c:v>
                </c:pt>
                <c:pt idx="4922">
                  <c:v>1.0032000000000001</c:v>
                </c:pt>
                <c:pt idx="4923">
                  <c:v>1.0035000000000001</c:v>
                </c:pt>
                <c:pt idx="4924">
                  <c:v>1.0038100000000001</c:v>
                </c:pt>
                <c:pt idx="4925">
                  <c:v>1.0041100000000001</c:v>
                </c:pt>
                <c:pt idx="4926">
                  <c:v>1.0044200000000001</c:v>
                </c:pt>
                <c:pt idx="4927">
                  <c:v>1.0047200000000001</c:v>
                </c:pt>
                <c:pt idx="4928">
                  <c:v>1.0050300000000001</c:v>
                </c:pt>
                <c:pt idx="4929">
                  <c:v>1.0053300000000001</c:v>
                </c:pt>
                <c:pt idx="4930">
                  <c:v>1.0056400000000001</c:v>
                </c:pt>
                <c:pt idx="4931">
                  <c:v>1.0059499999999999</c:v>
                </c:pt>
                <c:pt idx="4932">
                  <c:v>1.0062500000000001</c:v>
                </c:pt>
                <c:pt idx="4933">
                  <c:v>1.0065599999999999</c:v>
                </c:pt>
                <c:pt idx="4934">
                  <c:v>1.0068600000000001</c:v>
                </c:pt>
                <c:pt idx="4935">
                  <c:v>1.0071699999999999</c:v>
                </c:pt>
                <c:pt idx="4936">
                  <c:v>1.0074700000000001</c:v>
                </c:pt>
                <c:pt idx="4937">
                  <c:v>1.0077799999999999</c:v>
                </c:pt>
                <c:pt idx="4938">
                  <c:v>1.0080800000000001</c:v>
                </c:pt>
                <c:pt idx="4939">
                  <c:v>1.0083899999999999</c:v>
                </c:pt>
                <c:pt idx="4940">
                  <c:v>1.0086900000000001</c:v>
                </c:pt>
                <c:pt idx="4941">
                  <c:v>1.0089999999999999</c:v>
                </c:pt>
                <c:pt idx="4942">
                  <c:v>1.0093000000000001</c:v>
                </c:pt>
                <c:pt idx="4943">
                  <c:v>1.0096099999999999</c:v>
                </c:pt>
                <c:pt idx="4944">
                  <c:v>1.0099199999999999</c:v>
                </c:pt>
                <c:pt idx="4945">
                  <c:v>1.0102199999999999</c:v>
                </c:pt>
                <c:pt idx="4946">
                  <c:v>1.0105299999999999</c:v>
                </c:pt>
                <c:pt idx="4947">
                  <c:v>1.0108299999999999</c:v>
                </c:pt>
                <c:pt idx="4948">
                  <c:v>1.0111399999999999</c:v>
                </c:pt>
                <c:pt idx="4949">
                  <c:v>1.0114399999999999</c:v>
                </c:pt>
                <c:pt idx="4950">
                  <c:v>1.0117499999999999</c:v>
                </c:pt>
                <c:pt idx="4951">
                  <c:v>1.0120499999999999</c:v>
                </c:pt>
                <c:pt idx="4952">
                  <c:v>1.0123599999999999</c:v>
                </c:pt>
                <c:pt idx="4953">
                  <c:v>1.0126599999999999</c:v>
                </c:pt>
                <c:pt idx="4954">
                  <c:v>1.0129699999999999</c:v>
                </c:pt>
                <c:pt idx="4955">
                  <c:v>1.0132699999999999</c:v>
                </c:pt>
                <c:pt idx="4956">
                  <c:v>1.0135799999999999</c:v>
                </c:pt>
                <c:pt idx="4957">
                  <c:v>1.01389</c:v>
                </c:pt>
                <c:pt idx="4958">
                  <c:v>1.0141899999999999</c:v>
                </c:pt>
                <c:pt idx="4959">
                  <c:v>1.0145</c:v>
                </c:pt>
                <c:pt idx="4960">
                  <c:v>1.0147999999999999</c:v>
                </c:pt>
                <c:pt idx="4961">
                  <c:v>1.01511</c:v>
                </c:pt>
                <c:pt idx="4962">
                  <c:v>1.0154099999999999</c:v>
                </c:pt>
                <c:pt idx="4963">
                  <c:v>1.01572</c:v>
                </c:pt>
                <c:pt idx="4964">
                  <c:v>1.0160199999999999</c:v>
                </c:pt>
                <c:pt idx="4965">
                  <c:v>1.01633</c:v>
                </c:pt>
                <c:pt idx="4966">
                  <c:v>1.0166299999999999</c:v>
                </c:pt>
                <c:pt idx="4967">
                  <c:v>1.01694</c:v>
                </c:pt>
                <c:pt idx="4968">
                  <c:v>1.0172399999999999</c:v>
                </c:pt>
                <c:pt idx="4969">
                  <c:v>1.01755</c:v>
                </c:pt>
                <c:pt idx="4970">
                  <c:v>1.01786</c:v>
                </c:pt>
                <c:pt idx="4971">
                  <c:v>1.01816</c:v>
                </c:pt>
                <c:pt idx="4972">
                  <c:v>1.01847</c:v>
                </c:pt>
                <c:pt idx="4973">
                  <c:v>1.01877</c:v>
                </c:pt>
                <c:pt idx="4974">
                  <c:v>1.01908</c:v>
                </c:pt>
                <c:pt idx="4975">
                  <c:v>1.01938</c:v>
                </c:pt>
                <c:pt idx="4976">
                  <c:v>1.01969</c:v>
                </c:pt>
                <c:pt idx="4977">
                  <c:v>1.01999</c:v>
                </c:pt>
                <c:pt idx="4978">
                  <c:v>1.0203</c:v>
                </c:pt>
                <c:pt idx="4979">
                  <c:v>1.0206</c:v>
                </c:pt>
                <c:pt idx="4980">
                  <c:v>1.02091</c:v>
                </c:pt>
                <c:pt idx="4981">
                  <c:v>1.02122</c:v>
                </c:pt>
                <c:pt idx="4982">
                  <c:v>1.02152</c:v>
                </c:pt>
                <c:pt idx="4983">
                  <c:v>1.02183</c:v>
                </c:pt>
                <c:pt idx="4984">
                  <c:v>1.02213</c:v>
                </c:pt>
                <c:pt idx="4985">
                  <c:v>1.02244</c:v>
                </c:pt>
                <c:pt idx="4986">
                  <c:v>1.02274</c:v>
                </c:pt>
                <c:pt idx="4987">
                  <c:v>1.02305</c:v>
                </c:pt>
                <c:pt idx="4988">
                  <c:v>1.02335</c:v>
                </c:pt>
                <c:pt idx="4989">
                  <c:v>1.02366</c:v>
                </c:pt>
                <c:pt idx="4990">
                  <c:v>1.02396</c:v>
                </c:pt>
                <c:pt idx="4991">
                  <c:v>1.02427</c:v>
                </c:pt>
                <c:pt idx="4992">
                  <c:v>1.02457</c:v>
                </c:pt>
                <c:pt idx="4993">
                  <c:v>1.02488</c:v>
                </c:pt>
                <c:pt idx="4994">
                  <c:v>1.02519</c:v>
                </c:pt>
                <c:pt idx="4995">
                  <c:v>1.02549</c:v>
                </c:pt>
                <c:pt idx="4996">
                  <c:v>1.0258</c:v>
                </c:pt>
                <c:pt idx="4997">
                  <c:v>1.0261</c:v>
                </c:pt>
                <c:pt idx="4998">
                  <c:v>1.02641</c:v>
                </c:pt>
                <c:pt idx="4999">
                  <c:v>1.02671</c:v>
                </c:pt>
                <c:pt idx="5000">
                  <c:v>1.02702</c:v>
                </c:pt>
                <c:pt idx="5001">
                  <c:v>1.02732</c:v>
                </c:pt>
                <c:pt idx="5002">
                  <c:v>1.02763</c:v>
                </c:pt>
                <c:pt idx="5003">
                  <c:v>1.02793</c:v>
                </c:pt>
                <c:pt idx="5004">
                  <c:v>1.02824</c:v>
                </c:pt>
                <c:pt idx="5005">
                  <c:v>1.02854</c:v>
                </c:pt>
                <c:pt idx="5006">
                  <c:v>1.02885</c:v>
                </c:pt>
                <c:pt idx="5007">
                  <c:v>1.0291600000000001</c:v>
                </c:pt>
                <c:pt idx="5008">
                  <c:v>1.02946</c:v>
                </c:pt>
                <c:pt idx="5009">
                  <c:v>1.0297700000000001</c:v>
                </c:pt>
                <c:pt idx="5010">
                  <c:v>1.03007</c:v>
                </c:pt>
                <c:pt idx="5011">
                  <c:v>1.0303800000000001</c:v>
                </c:pt>
                <c:pt idx="5012">
                  <c:v>1.03068</c:v>
                </c:pt>
                <c:pt idx="5013">
                  <c:v>1.0309900000000001</c:v>
                </c:pt>
                <c:pt idx="5014">
                  <c:v>1.03129</c:v>
                </c:pt>
                <c:pt idx="5015">
                  <c:v>1.0316000000000001</c:v>
                </c:pt>
                <c:pt idx="5016">
                  <c:v>1.0319</c:v>
                </c:pt>
                <c:pt idx="5017">
                  <c:v>1.0322100000000001</c:v>
                </c:pt>
                <c:pt idx="5018">
                  <c:v>1.03251</c:v>
                </c:pt>
                <c:pt idx="5019">
                  <c:v>1.0328200000000001</c:v>
                </c:pt>
                <c:pt idx="5020">
                  <c:v>1.0331300000000001</c:v>
                </c:pt>
                <c:pt idx="5021">
                  <c:v>1.0334300000000001</c:v>
                </c:pt>
                <c:pt idx="5022">
                  <c:v>1.0337400000000001</c:v>
                </c:pt>
                <c:pt idx="5023">
                  <c:v>1.0340400000000001</c:v>
                </c:pt>
                <c:pt idx="5024">
                  <c:v>1.0343500000000001</c:v>
                </c:pt>
                <c:pt idx="5025">
                  <c:v>1.0346500000000001</c:v>
                </c:pt>
                <c:pt idx="5026">
                  <c:v>1.0349600000000001</c:v>
                </c:pt>
                <c:pt idx="5027">
                  <c:v>1.0352600000000001</c:v>
                </c:pt>
                <c:pt idx="5028">
                  <c:v>1.0355700000000001</c:v>
                </c:pt>
                <c:pt idx="5029">
                  <c:v>1.0358700000000001</c:v>
                </c:pt>
                <c:pt idx="5030">
                  <c:v>1.0361800000000001</c:v>
                </c:pt>
                <c:pt idx="5031">
                  <c:v>1.0364800000000001</c:v>
                </c:pt>
                <c:pt idx="5032">
                  <c:v>1.0367900000000001</c:v>
                </c:pt>
                <c:pt idx="5033">
                  <c:v>1.0370999999999999</c:v>
                </c:pt>
                <c:pt idx="5034">
                  <c:v>1.0374000000000001</c:v>
                </c:pt>
                <c:pt idx="5035">
                  <c:v>1.0377099999999999</c:v>
                </c:pt>
                <c:pt idx="5036">
                  <c:v>1.0380100000000001</c:v>
                </c:pt>
                <c:pt idx="5037">
                  <c:v>1.0383199999999999</c:v>
                </c:pt>
                <c:pt idx="5038">
                  <c:v>1.0386200000000001</c:v>
                </c:pt>
                <c:pt idx="5039">
                  <c:v>1.0389299999999999</c:v>
                </c:pt>
                <c:pt idx="5040">
                  <c:v>1.0392300000000001</c:v>
                </c:pt>
                <c:pt idx="5041">
                  <c:v>1.0395399999999999</c:v>
                </c:pt>
                <c:pt idx="5042">
                  <c:v>1.0398400000000001</c:v>
                </c:pt>
                <c:pt idx="5043">
                  <c:v>1.0401499999999999</c:v>
                </c:pt>
                <c:pt idx="5044">
                  <c:v>1.0404599999999999</c:v>
                </c:pt>
                <c:pt idx="5045">
                  <c:v>1.0407599999999999</c:v>
                </c:pt>
                <c:pt idx="5046">
                  <c:v>1.0410699999999999</c:v>
                </c:pt>
                <c:pt idx="5047">
                  <c:v>1.0413699999999999</c:v>
                </c:pt>
                <c:pt idx="5048">
                  <c:v>1.0416799999999999</c:v>
                </c:pt>
                <c:pt idx="5049">
                  <c:v>1.0419799999999999</c:v>
                </c:pt>
                <c:pt idx="5050">
                  <c:v>1.0422899999999999</c:v>
                </c:pt>
                <c:pt idx="5051">
                  <c:v>1.0425899999999999</c:v>
                </c:pt>
                <c:pt idx="5052">
                  <c:v>1.0428999999999999</c:v>
                </c:pt>
                <c:pt idx="5053">
                  <c:v>1.0431999999999999</c:v>
                </c:pt>
                <c:pt idx="5054">
                  <c:v>1.0435099999999999</c:v>
                </c:pt>
                <c:pt idx="5055">
                  <c:v>1.0438099999999999</c:v>
                </c:pt>
                <c:pt idx="5056">
                  <c:v>1.0441199999999999</c:v>
                </c:pt>
                <c:pt idx="5057">
                  <c:v>1.04443</c:v>
                </c:pt>
                <c:pt idx="5058">
                  <c:v>1.0447299999999999</c:v>
                </c:pt>
                <c:pt idx="5059">
                  <c:v>1.04504</c:v>
                </c:pt>
                <c:pt idx="5060">
                  <c:v>1.0453399999999999</c:v>
                </c:pt>
                <c:pt idx="5061">
                  <c:v>1.04565</c:v>
                </c:pt>
                <c:pt idx="5062">
                  <c:v>1.0459499999999999</c:v>
                </c:pt>
                <c:pt idx="5063">
                  <c:v>1.04626</c:v>
                </c:pt>
                <c:pt idx="5064">
                  <c:v>1.0465599999999999</c:v>
                </c:pt>
                <c:pt idx="5065">
                  <c:v>1.04687</c:v>
                </c:pt>
                <c:pt idx="5066">
                  <c:v>1.0471699999999999</c:v>
                </c:pt>
                <c:pt idx="5067">
                  <c:v>1.04748</c:v>
                </c:pt>
                <c:pt idx="5068">
                  <c:v>1.0477799999999999</c:v>
                </c:pt>
                <c:pt idx="5069">
                  <c:v>1.04809</c:v>
                </c:pt>
                <c:pt idx="5070">
                  <c:v>1.0484</c:v>
                </c:pt>
                <c:pt idx="5071">
                  <c:v>1.0487</c:v>
                </c:pt>
                <c:pt idx="5072">
                  <c:v>1.04901</c:v>
                </c:pt>
                <c:pt idx="5073">
                  <c:v>1.04931</c:v>
                </c:pt>
                <c:pt idx="5074">
                  <c:v>1.04962</c:v>
                </c:pt>
                <c:pt idx="5075">
                  <c:v>1.04992</c:v>
                </c:pt>
                <c:pt idx="5076">
                  <c:v>1.05023</c:v>
                </c:pt>
                <c:pt idx="5077">
                  <c:v>1.05053</c:v>
                </c:pt>
                <c:pt idx="5078">
                  <c:v>1.05084</c:v>
                </c:pt>
                <c:pt idx="5079">
                  <c:v>1.05114</c:v>
                </c:pt>
                <c:pt idx="5080">
                  <c:v>1.05145</c:v>
                </c:pt>
                <c:pt idx="5081">
                  <c:v>1.05175</c:v>
                </c:pt>
                <c:pt idx="5082">
                  <c:v>1.05206</c:v>
                </c:pt>
                <c:pt idx="5083">
                  <c:v>1.05237</c:v>
                </c:pt>
                <c:pt idx="5084">
                  <c:v>1.05267</c:v>
                </c:pt>
                <c:pt idx="5085">
                  <c:v>1.05298</c:v>
                </c:pt>
                <c:pt idx="5086">
                  <c:v>1.05328</c:v>
                </c:pt>
                <c:pt idx="5087">
                  <c:v>1.05359</c:v>
                </c:pt>
                <c:pt idx="5088">
                  <c:v>1.05389</c:v>
                </c:pt>
                <c:pt idx="5089">
                  <c:v>1.0542</c:v>
                </c:pt>
                <c:pt idx="5090">
                  <c:v>1.0545</c:v>
                </c:pt>
                <c:pt idx="5091">
                  <c:v>1.05481</c:v>
                </c:pt>
                <c:pt idx="5092">
                  <c:v>1.05511</c:v>
                </c:pt>
                <c:pt idx="5093">
                  <c:v>1.05542</c:v>
                </c:pt>
                <c:pt idx="5094">
                  <c:v>1.05572</c:v>
                </c:pt>
                <c:pt idx="5095">
                  <c:v>1.05603</c:v>
                </c:pt>
                <c:pt idx="5096">
                  <c:v>1.0563400000000001</c:v>
                </c:pt>
                <c:pt idx="5097">
                  <c:v>1.05664</c:v>
                </c:pt>
                <c:pt idx="5098">
                  <c:v>1.0569500000000001</c:v>
                </c:pt>
                <c:pt idx="5099">
                  <c:v>1.05725</c:v>
                </c:pt>
                <c:pt idx="5100">
                  <c:v>1.0575600000000001</c:v>
                </c:pt>
                <c:pt idx="5101">
                  <c:v>1.05786</c:v>
                </c:pt>
                <c:pt idx="5102">
                  <c:v>1.0581700000000001</c:v>
                </c:pt>
                <c:pt idx="5103">
                  <c:v>1.05847</c:v>
                </c:pt>
                <c:pt idx="5104">
                  <c:v>1.0587800000000001</c:v>
                </c:pt>
                <c:pt idx="5105">
                  <c:v>1.05908</c:v>
                </c:pt>
                <c:pt idx="5106">
                  <c:v>1.0593900000000001</c:v>
                </c:pt>
                <c:pt idx="5107">
                  <c:v>1.0597000000000001</c:v>
                </c:pt>
                <c:pt idx="5108">
                  <c:v>1.06</c:v>
                </c:pt>
                <c:pt idx="5109">
                  <c:v>1.0603100000000001</c:v>
                </c:pt>
                <c:pt idx="5110">
                  <c:v>1.0606100000000001</c:v>
                </c:pt>
                <c:pt idx="5111">
                  <c:v>1.0609200000000001</c:v>
                </c:pt>
                <c:pt idx="5112">
                  <c:v>1.0612200000000001</c:v>
                </c:pt>
                <c:pt idx="5113">
                  <c:v>1.0615300000000001</c:v>
                </c:pt>
                <c:pt idx="5114">
                  <c:v>1.0618300000000001</c:v>
                </c:pt>
                <c:pt idx="5115">
                  <c:v>1.0621400000000001</c:v>
                </c:pt>
                <c:pt idx="5116">
                  <c:v>1.0624400000000001</c:v>
                </c:pt>
                <c:pt idx="5117">
                  <c:v>1.0627500000000001</c:v>
                </c:pt>
                <c:pt idx="5118">
                  <c:v>1.0630500000000001</c:v>
                </c:pt>
                <c:pt idx="5119">
                  <c:v>1.0633600000000001</c:v>
                </c:pt>
                <c:pt idx="5120">
                  <c:v>1.0636699999999999</c:v>
                </c:pt>
                <c:pt idx="5121">
                  <c:v>1.0639700000000001</c:v>
                </c:pt>
                <c:pt idx="5122">
                  <c:v>1.0642799999999999</c:v>
                </c:pt>
                <c:pt idx="5123">
                  <c:v>1.0645800000000001</c:v>
                </c:pt>
                <c:pt idx="5124">
                  <c:v>1.0648899999999999</c:v>
                </c:pt>
                <c:pt idx="5125">
                  <c:v>1.0651900000000001</c:v>
                </c:pt>
                <c:pt idx="5126">
                  <c:v>1.0654999999999999</c:v>
                </c:pt>
                <c:pt idx="5127">
                  <c:v>1.0658000000000001</c:v>
                </c:pt>
                <c:pt idx="5128">
                  <c:v>1.0661099999999999</c:v>
                </c:pt>
                <c:pt idx="5129">
                  <c:v>1.0664100000000001</c:v>
                </c:pt>
                <c:pt idx="5130">
                  <c:v>1.0667199999999999</c:v>
                </c:pt>
                <c:pt idx="5131">
                  <c:v>1.0670200000000001</c:v>
                </c:pt>
                <c:pt idx="5132">
                  <c:v>1.0673299999999999</c:v>
                </c:pt>
                <c:pt idx="5133">
                  <c:v>1.0676399999999999</c:v>
                </c:pt>
                <c:pt idx="5134">
                  <c:v>1.0679399999999999</c:v>
                </c:pt>
                <c:pt idx="5135">
                  <c:v>1.0682499999999999</c:v>
                </c:pt>
                <c:pt idx="5136">
                  <c:v>1.0685500000000001</c:v>
                </c:pt>
                <c:pt idx="5137">
                  <c:v>1.0688599999999999</c:v>
                </c:pt>
                <c:pt idx="5138">
                  <c:v>1.0691600000000001</c:v>
                </c:pt>
                <c:pt idx="5139">
                  <c:v>1.0694699999999999</c:v>
                </c:pt>
                <c:pt idx="5140">
                  <c:v>1.0697700000000001</c:v>
                </c:pt>
                <c:pt idx="5141">
                  <c:v>1.0700799999999999</c:v>
                </c:pt>
                <c:pt idx="5142">
                  <c:v>1.0703800000000001</c:v>
                </c:pt>
                <c:pt idx="5143">
                  <c:v>1.0706899999999999</c:v>
                </c:pt>
                <c:pt idx="5144">
                  <c:v>1.0709900000000001</c:v>
                </c:pt>
                <c:pt idx="5145">
                  <c:v>1.0712999999999999</c:v>
                </c:pt>
                <c:pt idx="5146">
                  <c:v>1.07161</c:v>
                </c:pt>
                <c:pt idx="5147">
                  <c:v>1.0719099999999999</c:v>
                </c:pt>
                <c:pt idx="5148">
                  <c:v>1.07222</c:v>
                </c:pt>
                <c:pt idx="5149">
                  <c:v>1.0725199999999999</c:v>
                </c:pt>
                <c:pt idx="5150">
                  <c:v>1.07283</c:v>
                </c:pt>
                <c:pt idx="5151">
                  <c:v>1.0731299999999999</c:v>
                </c:pt>
                <c:pt idx="5152">
                  <c:v>1.0734399999999999</c:v>
                </c:pt>
                <c:pt idx="5153">
                  <c:v>1.0737399999999999</c:v>
                </c:pt>
                <c:pt idx="5154">
                  <c:v>1.0740499999999999</c:v>
                </c:pt>
                <c:pt idx="5155">
                  <c:v>1.0743499999999999</c:v>
                </c:pt>
                <c:pt idx="5156">
                  <c:v>1.0746599999999999</c:v>
                </c:pt>
                <c:pt idx="5157">
                  <c:v>1.07497</c:v>
                </c:pt>
                <c:pt idx="5158">
                  <c:v>1.0752699999999999</c:v>
                </c:pt>
                <c:pt idx="5159">
                  <c:v>1.07558</c:v>
                </c:pt>
                <c:pt idx="5160">
                  <c:v>1.0758799999999999</c:v>
                </c:pt>
                <c:pt idx="5161">
                  <c:v>1.07619</c:v>
                </c:pt>
                <c:pt idx="5162">
                  <c:v>1.0764899999999999</c:v>
                </c:pt>
                <c:pt idx="5163">
                  <c:v>1.0768</c:v>
                </c:pt>
                <c:pt idx="5164">
                  <c:v>1.0770999999999999</c:v>
                </c:pt>
                <c:pt idx="5165">
                  <c:v>1.07741</c:v>
                </c:pt>
                <c:pt idx="5166">
                  <c:v>1.0777099999999999</c:v>
                </c:pt>
                <c:pt idx="5167">
                  <c:v>1.07802</c:v>
                </c:pt>
                <c:pt idx="5168">
                  <c:v>1.0783199999999999</c:v>
                </c:pt>
                <c:pt idx="5169">
                  <c:v>1.07863</c:v>
                </c:pt>
                <c:pt idx="5170">
                  <c:v>1.07894</c:v>
                </c:pt>
                <c:pt idx="5171">
                  <c:v>1.07924</c:v>
                </c:pt>
                <c:pt idx="5172">
                  <c:v>1.07955</c:v>
                </c:pt>
                <c:pt idx="5173">
                  <c:v>1.07985</c:v>
                </c:pt>
                <c:pt idx="5174">
                  <c:v>1.08016</c:v>
                </c:pt>
                <c:pt idx="5175">
                  <c:v>1.08046</c:v>
                </c:pt>
                <c:pt idx="5176">
                  <c:v>1.08077</c:v>
                </c:pt>
                <c:pt idx="5177">
                  <c:v>1.08107</c:v>
                </c:pt>
                <c:pt idx="5178">
                  <c:v>1.08138</c:v>
                </c:pt>
                <c:pt idx="5179">
                  <c:v>1.08168</c:v>
                </c:pt>
                <c:pt idx="5180">
                  <c:v>1.08199</c:v>
                </c:pt>
                <c:pt idx="5181">
                  <c:v>1.08229</c:v>
                </c:pt>
                <c:pt idx="5182">
                  <c:v>1.0826</c:v>
                </c:pt>
                <c:pt idx="5183">
                  <c:v>1.08291</c:v>
                </c:pt>
                <c:pt idx="5184">
                  <c:v>1.08321</c:v>
                </c:pt>
                <c:pt idx="5185">
                  <c:v>1.08352</c:v>
                </c:pt>
                <c:pt idx="5186">
                  <c:v>1.08382</c:v>
                </c:pt>
                <c:pt idx="5187">
                  <c:v>1.08413</c:v>
                </c:pt>
                <c:pt idx="5188">
                  <c:v>1.08443</c:v>
                </c:pt>
                <c:pt idx="5189">
                  <c:v>1.08474</c:v>
                </c:pt>
                <c:pt idx="5190">
                  <c:v>1.08504</c:v>
                </c:pt>
                <c:pt idx="5191">
                  <c:v>1.08535</c:v>
                </c:pt>
                <c:pt idx="5192">
                  <c:v>1.08565</c:v>
                </c:pt>
                <c:pt idx="5193">
                  <c:v>1.08596</c:v>
                </c:pt>
                <c:pt idx="5194">
                  <c:v>1.08626</c:v>
                </c:pt>
                <c:pt idx="5195">
                  <c:v>1.08657</c:v>
                </c:pt>
                <c:pt idx="5196">
                  <c:v>1.0868800000000001</c:v>
                </c:pt>
                <c:pt idx="5197">
                  <c:v>1.08718</c:v>
                </c:pt>
                <c:pt idx="5198">
                  <c:v>1.0874900000000001</c:v>
                </c:pt>
                <c:pt idx="5199">
                  <c:v>1.08779</c:v>
                </c:pt>
                <c:pt idx="5200">
                  <c:v>1.0881000000000001</c:v>
                </c:pt>
                <c:pt idx="5201">
                  <c:v>1.0884</c:v>
                </c:pt>
                <c:pt idx="5202">
                  <c:v>1.0887100000000001</c:v>
                </c:pt>
                <c:pt idx="5203">
                  <c:v>1.08901</c:v>
                </c:pt>
                <c:pt idx="5204">
                  <c:v>1.0893200000000001</c:v>
                </c:pt>
                <c:pt idx="5205">
                  <c:v>1.08962</c:v>
                </c:pt>
                <c:pt idx="5206">
                  <c:v>1.0899300000000001</c:v>
                </c:pt>
                <c:pt idx="5207">
                  <c:v>1.09023</c:v>
                </c:pt>
                <c:pt idx="5208">
                  <c:v>1.0905400000000001</c:v>
                </c:pt>
                <c:pt idx="5209">
                  <c:v>1.0908500000000001</c:v>
                </c:pt>
                <c:pt idx="5210">
                  <c:v>1.0911500000000001</c:v>
                </c:pt>
                <c:pt idx="5211">
                  <c:v>1.0914600000000001</c:v>
                </c:pt>
                <c:pt idx="5212">
                  <c:v>1.0917600000000001</c:v>
                </c:pt>
                <c:pt idx="5213">
                  <c:v>1.0920700000000001</c:v>
                </c:pt>
                <c:pt idx="5214">
                  <c:v>1.0923700000000001</c:v>
                </c:pt>
                <c:pt idx="5215">
                  <c:v>1.0926800000000001</c:v>
                </c:pt>
                <c:pt idx="5216">
                  <c:v>1.0929800000000001</c:v>
                </c:pt>
                <c:pt idx="5217">
                  <c:v>1.0932900000000001</c:v>
                </c:pt>
                <c:pt idx="5218">
                  <c:v>1.0935900000000001</c:v>
                </c:pt>
                <c:pt idx="5219">
                  <c:v>1.0939000000000001</c:v>
                </c:pt>
                <c:pt idx="5220">
                  <c:v>1.0942099999999999</c:v>
                </c:pt>
                <c:pt idx="5221">
                  <c:v>1.0945100000000001</c:v>
                </c:pt>
                <c:pt idx="5222">
                  <c:v>1.0948199999999999</c:v>
                </c:pt>
                <c:pt idx="5223">
                  <c:v>1.0951200000000001</c:v>
                </c:pt>
                <c:pt idx="5224">
                  <c:v>1.0954299999999999</c:v>
                </c:pt>
                <c:pt idx="5225">
                  <c:v>1.0957300000000001</c:v>
                </c:pt>
                <c:pt idx="5226">
                  <c:v>1.0960399999999999</c:v>
                </c:pt>
                <c:pt idx="5227">
                  <c:v>1.0963400000000001</c:v>
                </c:pt>
                <c:pt idx="5228">
                  <c:v>1.0966499999999999</c:v>
                </c:pt>
                <c:pt idx="5229">
                  <c:v>1.0969500000000001</c:v>
                </c:pt>
                <c:pt idx="5230">
                  <c:v>1.0972599999999999</c:v>
                </c:pt>
                <c:pt idx="5231">
                  <c:v>1.0975600000000001</c:v>
                </c:pt>
                <c:pt idx="5232">
                  <c:v>1.0978699999999999</c:v>
                </c:pt>
                <c:pt idx="5233">
                  <c:v>1.0981799999999999</c:v>
                </c:pt>
                <c:pt idx="5234">
                  <c:v>1.0984799999999999</c:v>
                </c:pt>
                <c:pt idx="5235">
                  <c:v>1.0987899999999999</c:v>
                </c:pt>
                <c:pt idx="5236">
                  <c:v>1.0990899999999999</c:v>
                </c:pt>
                <c:pt idx="5237">
                  <c:v>1.0993999999999999</c:v>
                </c:pt>
                <c:pt idx="5238">
                  <c:v>1.0996999999999999</c:v>
                </c:pt>
                <c:pt idx="5239">
                  <c:v>1.1000099999999999</c:v>
                </c:pt>
                <c:pt idx="5240">
                  <c:v>1.1003099999999999</c:v>
                </c:pt>
                <c:pt idx="5241">
                  <c:v>1.1006199999999999</c:v>
                </c:pt>
                <c:pt idx="5242">
                  <c:v>1.1009199999999999</c:v>
                </c:pt>
                <c:pt idx="5243">
                  <c:v>1.1012299999999999</c:v>
                </c:pt>
                <c:pt idx="5244">
                  <c:v>1.1015299999999999</c:v>
                </c:pt>
                <c:pt idx="5245">
                  <c:v>1.1018399999999999</c:v>
                </c:pt>
                <c:pt idx="5246">
                  <c:v>1.10215</c:v>
                </c:pt>
                <c:pt idx="5247">
                  <c:v>1.1024499999999999</c:v>
                </c:pt>
                <c:pt idx="5248">
                  <c:v>1.10276</c:v>
                </c:pt>
                <c:pt idx="5249">
                  <c:v>1.1030599999999999</c:v>
                </c:pt>
                <c:pt idx="5250">
                  <c:v>1.10337</c:v>
                </c:pt>
                <c:pt idx="5251">
                  <c:v>1.1036699999999999</c:v>
                </c:pt>
                <c:pt idx="5252">
                  <c:v>1.10398</c:v>
                </c:pt>
                <c:pt idx="5253">
                  <c:v>1.1042799999999999</c:v>
                </c:pt>
                <c:pt idx="5254">
                  <c:v>1.10459</c:v>
                </c:pt>
                <c:pt idx="5255">
                  <c:v>1.1048899999999999</c:v>
                </c:pt>
                <c:pt idx="5256">
                  <c:v>1.1052</c:v>
                </c:pt>
                <c:pt idx="5257">
                  <c:v>1.1054999999999999</c:v>
                </c:pt>
                <c:pt idx="5258">
                  <c:v>1.10581</c:v>
                </c:pt>
                <c:pt idx="5259">
                  <c:v>1.10612</c:v>
                </c:pt>
                <c:pt idx="5260">
                  <c:v>1.10642</c:v>
                </c:pt>
                <c:pt idx="5261">
                  <c:v>1.10673</c:v>
                </c:pt>
                <c:pt idx="5262">
                  <c:v>1.10703</c:v>
                </c:pt>
                <c:pt idx="5263">
                  <c:v>1.10734</c:v>
                </c:pt>
                <c:pt idx="5264">
                  <c:v>1.10764</c:v>
                </c:pt>
                <c:pt idx="5265">
                  <c:v>1.10795</c:v>
                </c:pt>
                <c:pt idx="5266">
                  <c:v>1.10825</c:v>
                </c:pt>
                <c:pt idx="5267">
                  <c:v>1.10856</c:v>
                </c:pt>
                <c:pt idx="5268">
                  <c:v>1.10886</c:v>
                </c:pt>
                <c:pt idx="5269">
                  <c:v>1.10917</c:v>
                </c:pt>
                <c:pt idx="5270">
                  <c:v>1.10947</c:v>
                </c:pt>
                <c:pt idx="5271">
                  <c:v>1.10978</c:v>
                </c:pt>
                <c:pt idx="5272">
                  <c:v>1.11009</c:v>
                </c:pt>
                <c:pt idx="5273">
                  <c:v>1.11039</c:v>
                </c:pt>
                <c:pt idx="5274">
                  <c:v>1.1107</c:v>
                </c:pt>
                <c:pt idx="5275">
                  <c:v>1.111</c:v>
                </c:pt>
                <c:pt idx="5276">
                  <c:v>1.11131</c:v>
                </c:pt>
                <c:pt idx="5277">
                  <c:v>1.11161</c:v>
                </c:pt>
                <c:pt idx="5278">
                  <c:v>1.11192</c:v>
                </c:pt>
                <c:pt idx="5279">
                  <c:v>1.11222</c:v>
                </c:pt>
                <c:pt idx="5280">
                  <c:v>1.11253</c:v>
                </c:pt>
                <c:pt idx="5281">
                  <c:v>1.11283</c:v>
                </c:pt>
                <c:pt idx="5282">
                  <c:v>1.11314</c:v>
                </c:pt>
                <c:pt idx="5283">
                  <c:v>1.1134500000000001</c:v>
                </c:pt>
                <c:pt idx="5284">
                  <c:v>1.11375</c:v>
                </c:pt>
                <c:pt idx="5285">
                  <c:v>1.1140600000000001</c:v>
                </c:pt>
                <c:pt idx="5286">
                  <c:v>1.11436</c:v>
                </c:pt>
                <c:pt idx="5287">
                  <c:v>1.11467</c:v>
                </c:pt>
                <c:pt idx="5288">
                  <c:v>1.11497</c:v>
                </c:pt>
                <c:pt idx="5289">
                  <c:v>1.11528</c:v>
                </c:pt>
                <c:pt idx="5290">
                  <c:v>1.11558</c:v>
                </c:pt>
                <c:pt idx="5291">
                  <c:v>1.11589</c:v>
                </c:pt>
                <c:pt idx="5292">
                  <c:v>1.11619</c:v>
                </c:pt>
                <c:pt idx="5293">
                  <c:v>1.1165</c:v>
                </c:pt>
                <c:pt idx="5294">
                  <c:v>1.1168</c:v>
                </c:pt>
                <c:pt idx="5295">
                  <c:v>1.11711</c:v>
                </c:pt>
                <c:pt idx="5296">
                  <c:v>1.1174200000000001</c:v>
                </c:pt>
                <c:pt idx="5297">
                  <c:v>1.11772</c:v>
                </c:pt>
                <c:pt idx="5298">
                  <c:v>1.1180300000000001</c:v>
                </c:pt>
                <c:pt idx="5299">
                  <c:v>1.11833</c:v>
                </c:pt>
                <c:pt idx="5300">
                  <c:v>1.1186400000000001</c:v>
                </c:pt>
                <c:pt idx="5301">
                  <c:v>1.11894</c:v>
                </c:pt>
                <c:pt idx="5302">
                  <c:v>1.1192500000000001</c:v>
                </c:pt>
                <c:pt idx="5303">
                  <c:v>1.11955</c:v>
                </c:pt>
                <c:pt idx="5304">
                  <c:v>1.1198600000000001</c:v>
                </c:pt>
                <c:pt idx="5305">
                  <c:v>1.12016</c:v>
                </c:pt>
                <c:pt idx="5306">
                  <c:v>1.1204700000000001</c:v>
                </c:pt>
                <c:pt idx="5307">
                  <c:v>1.12077</c:v>
                </c:pt>
                <c:pt idx="5308">
                  <c:v>1.1210800000000001</c:v>
                </c:pt>
                <c:pt idx="5309">
                  <c:v>1.1213900000000001</c:v>
                </c:pt>
                <c:pt idx="5310">
                  <c:v>1.1216900000000001</c:v>
                </c:pt>
                <c:pt idx="5311">
                  <c:v>1.1220000000000001</c:v>
                </c:pt>
                <c:pt idx="5312">
                  <c:v>1.1223000000000001</c:v>
                </c:pt>
                <c:pt idx="5313">
                  <c:v>1.1226100000000001</c:v>
                </c:pt>
                <c:pt idx="5314">
                  <c:v>1.1229100000000001</c:v>
                </c:pt>
                <c:pt idx="5315">
                  <c:v>1.1232200000000001</c:v>
                </c:pt>
                <c:pt idx="5316">
                  <c:v>1.1235200000000001</c:v>
                </c:pt>
                <c:pt idx="5317">
                  <c:v>1.1238300000000001</c:v>
                </c:pt>
                <c:pt idx="5318">
                  <c:v>1.1241300000000001</c:v>
                </c:pt>
                <c:pt idx="5319">
                  <c:v>1.1244400000000001</c:v>
                </c:pt>
                <c:pt idx="5320">
                  <c:v>1.1247400000000001</c:v>
                </c:pt>
                <c:pt idx="5321">
                  <c:v>1.1250500000000001</c:v>
                </c:pt>
                <c:pt idx="5322">
                  <c:v>1.1253599999999999</c:v>
                </c:pt>
                <c:pt idx="5323">
                  <c:v>1.1256600000000001</c:v>
                </c:pt>
                <c:pt idx="5324">
                  <c:v>1.1259699999999999</c:v>
                </c:pt>
                <c:pt idx="5325">
                  <c:v>1.1262700000000001</c:v>
                </c:pt>
                <c:pt idx="5326">
                  <c:v>1.1265799999999999</c:v>
                </c:pt>
                <c:pt idx="5327">
                  <c:v>1.1268800000000001</c:v>
                </c:pt>
                <c:pt idx="5328">
                  <c:v>1.1271899999999999</c:v>
                </c:pt>
                <c:pt idx="5329">
                  <c:v>1.1274900000000001</c:v>
                </c:pt>
                <c:pt idx="5330">
                  <c:v>1.1277999999999999</c:v>
                </c:pt>
                <c:pt idx="5331">
                  <c:v>1.1281000000000001</c:v>
                </c:pt>
                <c:pt idx="5332">
                  <c:v>1.1284099999999999</c:v>
                </c:pt>
                <c:pt idx="5333">
                  <c:v>1.1287199999999999</c:v>
                </c:pt>
                <c:pt idx="5334">
                  <c:v>1.1290199999999999</c:v>
                </c:pt>
                <c:pt idx="5335">
                  <c:v>1.1293299999999999</c:v>
                </c:pt>
                <c:pt idx="5336">
                  <c:v>1.1296299999999999</c:v>
                </c:pt>
                <c:pt idx="5337">
                  <c:v>1.1299399999999999</c:v>
                </c:pt>
                <c:pt idx="5338">
                  <c:v>1.1302399999999999</c:v>
                </c:pt>
                <c:pt idx="5339">
                  <c:v>1.1305499999999999</c:v>
                </c:pt>
                <c:pt idx="5340">
                  <c:v>1.1308499999999999</c:v>
                </c:pt>
                <c:pt idx="5341">
                  <c:v>1.1311599999999999</c:v>
                </c:pt>
                <c:pt idx="5342">
                  <c:v>1.1314599999999999</c:v>
                </c:pt>
                <c:pt idx="5343">
                  <c:v>1.1317699999999999</c:v>
                </c:pt>
                <c:pt idx="5344">
                  <c:v>1.1320699999999999</c:v>
                </c:pt>
                <c:pt idx="5345">
                  <c:v>1.1323799999999999</c:v>
                </c:pt>
                <c:pt idx="5346">
                  <c:v>1.13269</c:v>
                </c:pt>
                <c:pt idx="5347">
                  <c:v>1.1329899999999999</c:v>
                </c:pt>
                <c:pt idx="5348">
                  <c:v>1.1333</c:v>
                </c:pt>
                <c:pt idx="5349">
                  <c:v>1.1335999999999999</c:v>
                </c:pt>
                <c:pt idx="5350">
                  <c:v>1.13391</c:v>
                </c:pt>
                <c:pt idx="5351">
                  <c:v>1.1342099999999999</c:v>
                </c:pt>
                <c:pt idx="5352">
                  <c:v>1.13452</c:v>
                </c:pt>
                <c:pt idx="5353">
                  <c:v>1.1348199999999999</c:v>
                </c:pt>
                <c:pt idx="5354">
                  <c:v>1.13513</c:v>
                </c:pt>
                <c:pt idx="5355">
                  <c:v>1.1354299999999999</c:v>
                </c:pt>
                <c:pt idx="5356">
                  <c:v>1.13574</c:v>
                </c:pt>
                <c:pt idx="5357">
                  <c:v>1.1360399999999999</c:v>
                </c:pt>
                <c:pt idx="5358">
                  <c:v>1.13635</c:v>
                </c:pt>
                <c:pt idx="5359">
                  <c:v>1.13666</c:v>
                </c:pt>
                <c:pt idx="5360">
                  <c:v>1.13696</c:v>
                </c:pt>
                <c:pt idx="5361">
                  <c:v>1.13727</c:v>
                </c:pt>
                <c:pt idx="5362">
                  <c:v>1.13757</c:v>
                </c:pt>
                <c:pt idx="5363">
                  <c:v>1.13788</c:v>
                </c:pt>
                <c:pt idx="5364">
                  <c:v>1.13818</c:v>
                </c:pt>
                <c:pt idx="5365">
                  <c:v>1.13849</c:v>
                </c:pt>
                <c:pt idx="5366">
                  <c:v>1.13879</c:v>
                </c:pt>
                <c:pt idx="5367">
                  <c:v>1.1391</c:v>
                </c:pt>
                <c:pt idx="5368">
                  <c:v>1.1394</c:v>
                </c:pt>
                <c:pt idx="5369">
                  <c:v>1.13971</c:v>
                </c:pt>
                <c:pt idx="5370">
                  <c:v>1.14001</c:v>
                </c:pt>
                <c:pt idx="5371">
                  <c:v>1.14032</c:v>
                </c:pt>
                <c:pt idx="5372">
                  <c:v>1.14063</c:v>
                </c:pt>
                <c:pt idx="5373">
                  <c:v>1.14093</c:v>
                </c:pt>
                <c:pt idx="5374">
                  <c:v>1.14124</c:v>
                </c:pt>
                <c:pt idx="5375">
                  <c:v>1.14154</c:v>
                </c:pt>
                <c:pt idx="5376">
                  <c:v>1.14185</c:v>
                </c:pt>
                <c:pt idx="5377">
                  <c:v>1.14215</c:v>
                </c:pt>
                <c:pt idx="5378">
                  <c:v>1.14246</c:v>
                </c:pt>
                <c:pt idx="5379">
                  <c:v>1.14276</c:v>
                </c:pt>
                <c:pt idx="5380">
                  <c:v>1.14307</c:v>
                </c:pt>
                <c:pt idx="5381">
                  <c:v>1.14337</c:v>
                </c:pt>
                <c:pt idx="5382">
                  <c:v>1.14368</c:v>
                </c:pt>
                <c:pt idx="5383">
                  <c:v>1.14398</c:v>
                </c:pt>
                <c:pt idx="5384">
                  <c:v>1.14429</c:v>
                </c:pt>
                <c:pt idx="5385">
                  <c:v>1.1446000000000001</c:v>
                </c:pt>
                <c:pt idx="5386">
                  <c:v>1.1449</c:v>
                </c:pt>
                <c:pt idx="5387">
                  <c:v>1.1452100000000001</c:v>
                </c:pt>
                <c:pt idx="5388">
                  <c:v>1.14551</c:v>
                </c:pt>
                <c:pt idx="5389">
                  <c:v>1.1458200000000001</c:v>
                </c:pt>
                <c:pt idx="5390">
                  <c:v>1.14612</c:v>
                </c:pt>
                <c:pt idx="5391">
                  <c:v>1.1464300000000001</c:v>
                </c:pt>
                <c:pt idx="5392">
                  <c:v>1.14673</c:v>
                </c:pt>
                <c:pt idx="5393">
                  <c:v>1.1470400000000001</c:v>
                </c:pt>
                <c:pt idx="5394">
                  <c:v>1.14734</c:v>
                </c:pt>
                <c:pt idx="5395">
                  <c:v>1.1476500000000001</c:v>
                </c:pt>
                <c:pt idx="5396">
                  <c:v>1.1479600000000001</c:v>
                </c:pt>
                <c:pt idx="5397">
                  <c:v>1.1482600000000001</c:v>
                </c:pt>
                <c:pt idx="5398">
                  <c:v>1.1485700000000001</c:v>
                </c:pt>
                <c:pt idx="5399">
                  <c:v>1.1488700000000001</c:v>
                </c:pt>
                <c:pt idx="5400">
                  <c:v>1.1491800000000001</c:v>
                </c:pt>
                <c:pt idx="5401">
                  <c:v>1.1494800000000001</c:v>
                </c:pt>
                <c:pt idx="5402">
                  <c:v>1.1497900000000001</c:v>
                </c:pt>
                <c:pt idx="5403">
                  <c:v>1.1500900000000001</c:v>
                </c:pt>
                <c:pt idx="5404">
                  <c:v>1.1504000000000001</c:v>
                </c:pt>
                <c:pt idx="5405">
                  <c:v>1.1507000000000001</c:v>
                </c:pt>
                <c:pt idx="5406">
                  <c:v>1.1510100000000001</c:v>
                </c:pt>
                <c:pt idx="5407">
                  <c:v>1.1513100000000001</c:v>
                </c:pt>
                <c:pt idx="5408">
                  <c:v>1.1516200000000001</c:v>
                </c:pt>
                <c:pt idx="5409">
                  <c:v>1.1519299999999999</c:v>
                </c:pt>
                <c:pt idx="5410">
                  <c:v>1.1522300000000001</c:v>
                </c:pt>
                <c:pt idx="5411">
                  <c:v>1.1525399999999999</c:v>
                </c:pt>
                <c:pt idx="5412">
                  <c:v>1.1528400000000001</c:v>
                </c:pt>
                <c:pt idx="5413">
                  <c:v>1.1531499999999999</c:v>
                </c:pt>
                <c:pt idx="5414">
                  <c:v>1.1534500000000001</c:v>
                </c:pt>
                <c:pt idx="5415">
                  <c:v>1.1537599999999999</c:v>
                </c:pt>
                <c:pt idx="5416">
                  <c:v>1.1540600000000001</c:v>
                </c:pt>
                <c:pt idx="5417">
                  <c:v>1.1543699999999999</c:v>
                </c:pt>
                <c:pt idx="5418">
                  <c:v>1.1546700000000001</c:v>
                </c:pt>
                <c:pt idx="5419">
                  <c:v>1.1549799999999999</c:v>
                </c:pt>
                <c:pt idx="5420">
                  <c:v>1.1552800000000001</c:v>
                </c:pt>
                <c:pt idx="5421">
                  <c:v>1.1555899999999999</c:v>
                </c:pt>
                <c:pt idx="5422">
                  <c:v>1.1558999999999999</c:v>
                </c:pt>
                <c:pt idx="5423">
                  <c:v>1.1561999999999999</c:v>
                </c:pt>
                <c:pt idx="5424">
                  <c:v>1.1565099999999999</c:v>
                </c:pt>
                <c:pt idx="5425">
                  <c:v>1.1568099999999999</c:v>
                </c:pt>
                <c:pt idx="5426">
                  <c:v>1.1571199999999999</c:v>
                </c:pt>
                <c:pt idx="5427">
                  <c:v>1.1574199999999999</c:v>
                </c:pt>
                <c:pt idx="5428">
                  <c:v>1.1577299999999999</c:v>
                </c:pt>
                <c:pt idx="5429">
                  <c:v>1.1580299999999999</c:v>
                </c:pt>
                <c:pt idx="5430">
                  <c:v>1.1583399999999999</c:v>
                </c:pt>
                <c:pt idx="5431">
                  <c:v>1.1586399999999999</c:v>
                </c:pt>
                <c:pt idx="5432">
                  <c:v>1.1589499999999999</c:v>
                </c:pt>
                <c:pt idx="5433">
                  <c:v>1.1592499999999999</c:v>
                </c:pt>
                <c:pt idx="5434">
                  <c:v>1.1595599999999999</c:v>
                </c:pt>
                <c:pt idx="5435">
                  <c:v>1.15987</c:v>
                </c:pt>
                <c:pt idx="5436">
                  <c:v>1.1601699999999999</c:v>
                </c:pt>
                <c:pt idx="5437">
                  <c:v>1.16048</c:v>
                </c:pt>
                <c:pt idx="5438">
                  <c:v>1.1607799999999999</c:v>
                </c:pt>
                <c:pt idx="5439">
                  <c:v>1.16109</c:v>
                </c:pt>
                <c:pt idx="5440">
                  <c:v>1.1613899999999999</c:v>
                </c:pt>
                <c:pt idx="5441">
                  <c:v>1.1617</c:v>
                </c:pt>
                <c:pt idx="5442">
                  <c:v>1.1619999999999999</c:v>
                </c:pt>
                <c:pt idx="5443">
                  <c:v>1.16231</c:v>
                </c:pt>
                <c:pt idx="5444">
                  <c:v>1.1626099999999999</c:v>
                </c:pt>
                <c:pt idx="5445">
                  <c:v>1.16292</c:v>
                </c:pt>
                <c:pt idx="5446">
                  <c:v>1.1632199999999999</c:v>
                </c:pt>
                <c:pt idx="5447">
                  <c:v>1.16353</c:v>
                </c:pt>
                <c:pt idx="5448">
                  <c:v>1.16384</c:v>
                </c:pt>
                <c:pt idx="5449">
                  <c:v>1.16414</c:v>
                </c:pt>
                <c:pt idx="5450">
                  <c:v>1.16445</c:v>
                </c:pt>
                <c:pt idx="5451">
                  <c:v>1.16475</c:v>
                </c:pt>
                <c:pt idx="5452">
                  <c:v>1.16506</c:v>
                </c:pt>
                <c:pt idx="5453">
                  <c:v>1.16536</c:v>
                </c:pt>
                <c:pt idx="5454">
                  <c:v>1.16567</c:v>
                </c:pt>
                <c:pt idx="5455">
                  <c:v>1.16597</c:v>
                </c:pt>
                <c:pt idx="5456">
                  <c:v>1.16628</c:v>
                </c:pt>
                <c:pt idx="5457">
                  <c:v>1.16658</c:v>
                </c:pt>
                <c:pt idx="5458">
                  <c:v>1.16689</c:v>
                </c:pt>
                <c:pt idx="5459">
                  <c:v>1.1672</c:v>
                </c:pt>
                <c:pt idx="5460">
                  <c:v>1.1675</c:v>
                </c:pt>
                <c:pt idx="5461">
                  <c:v>1.16781</c:v>
                </c:pt>
                <c:pt idx="5462">
                  <c:v>1.16811</c:v>
                </c:pt>
                <c:pt idx="5463">
                  <c:v>1.16842</c:v>
                </c:pt>
                <c:pt idx="5464">
                  <c:v>1.16872</c:v>
                </c:pt>
                <c:pt idx="5465">
                  <c:v>1.16903</c:v>
                </c:pt>
                <c:pt idx="5466">
                  <c:v>1.16933</c:v>
                </c:pt>
                <c:pt idx="5467">
                  <c:v>1.16964</c:v>
                </c:pt>
                <c:pt idx="5468">
                  <c:v>1.16994</c:v>
                </c:pt>
                <c:pt idx="5469">
                  <c:v>1.17025</c:v>
                </c:pt>
                <c:pt idx="5470">
                  <c:v>1.17055</c:v>
                </c:pt>
                <c:pt idx="5471">
                  <c:v>1.17086</c:v>
                </c:pt>
                <c:pt idx="5472">
                  <c:v>1.17117</c:v>
                </c:pt>
                <c:pt idx="5473">
                  <c:v>1.17147</c:v>
                </c:pt>
                <c:pt idx="5474">
                  <c:v>1.17178</c:v>
                </c:pt>
                <c:pt idx="5475">
                  <c:v>1.17208</c:v>
                </c:pt>
                <c:pt idx="5476">
                  <c:v>1.17239</c:v>
                </c:pt>
                <c:pt idx="5477">
                  <c:v>1.17269</c:v>
                </c:pt>
                <c:pt idx="5478">
                  <c:v>1.173</c:v>
                </c:pt>
                <c:pt idx="5479">
                  <c:v>1.1733</c:v>
                </c:pt>
                <c:pt idx="5480">
                  <c:v>1.17361</c:v>
                </c:pt>
                <c:pt idx="5481">
                  <c:v>1.17391</c:v>
                </c:pt>
                <c:pt idx="5482">
                  <c:v>1.17422</c:v>
                </c:pt>
                <c:pt idx="5483">
                  <c:v>1.17452</c:v>
                </c:pt>
                <c:pt idx="5484">
                  <c:v>1.17483</c:v>
                </c:pt>
                <c:pt idx="5485">
                  <c:v>1.1751400000000001</c:v>
                </c:pt>
                <c:pt idx="5486">
                  <c:v>1.17544</c:v>
                </c:pt>
                <c:pt idx="5487">
                  <c:v>1.1757500000000001</c:v>
                </c:pt>
                <c:pt idx="5488">
                  <c:v>1.17605</c:v>
                </c:pt>
                <c:pt idx="5489">
                  <c:v>1.1763600000000001</c:v>
                </c:pt>
                <c:pt idx="5490">
                  <c:v>1.17666</c:v>
                </c:pt>
                <c:pt idx="5491">
                  <c:v>1.1769700000000001</c:v>
                </c:pt>
                <c:pt idx="5492">
                  <c:v>1.17727</c:v>
                </c:pt>
                <c:pt idx="5493">
                  <c:v>1.1775800000000001</c:v>
                </c:pt>
                <c:pt idx="5494">
                  <c:v>1.17788</c:v>
                </c:pt>
                <c:pt idx="5495">
                  <c:v>1.1781900000000001</c:v>
                </c:pt>
                <c:pt idx="5496">
                  <c:v>1.17849</c:v>
                </c:pt>
                <c:pt idx="5497">
                  <c:v>1.1788000000000001</c:v>
                </c:pt>
                <c:pt idx="5498">
                  <c:v>1.1791100000000001</c:v>
                </c:pt>
                <c:pt idx="5499">
                  <c:v>1.1794100000000001</c:v>
                </c:pt>
                <c:pt idx="5500">
                  <c:v>1.1797200000000001</c:v>
                </c:pt>
                <c:pt idx="5501">
                  <c:v>1.1800200000000001</c:v>
                </c:pt>
                <c:pt idx="5502">
                  <c:v>1.1803300000000001</c:v>
                </c:pt>
                <c:pt idx="5503">
                  <c:v>1.1806300000000001</c:v>
                </c:pt>
                <c:pt idx="5504">
                  <c:v>1.1809400000000001</c:v>
                </c:pt>
                <c:pt idx="5505">
                  <c:v>1.1812400000000001</c:v>
                </c:pt>
                <c:pt idx="5506">
                  <c:v>1.1815500000000001</c:v>
                </c:pt>
                <c:pt idx="5507">
                  <c:v>1.1818500000000001</c:v>
                </c:pt>
                <c:pt idx="5508">
                  <c:v>1.1821600000000001</c:v>
                </c:pt>
                <c:pt idx="5509">
                  <c:v>1.1824600000000001</c:v>
                </c:pt>
                <c:pt idx="5510">
                  <c:v>1.1827700000000001</c:v>
                </c:pt>
                <c:pt idx="5511">
                  <c:v>1.1830799999999999</c:v>
                </c:pt>
                <c:pt idx="5512">
                  <c:v>1.1833800000000001</c:v>
                </c:pt>
                <c:pt idx="5513">
                  <c:v>1.1836899999999999</c:v>
                </c:pt>
                <c:pt idx="5514">
                  <c:v>1.1839900000000001</c:v>
                </c:pt>
                <c:pt idx="5515">
                  <c:v>1.1842999999999999</c:v>
                </c:pt>
                <c:pt idx="5516">
                  <c:v>1.1846000000000001</c:v>
                </c:pt>
                <c:pt idx="5517">
                  <c:v>1.1849099999999999</c:v>
                </c:pt>
                <c:pt idx="5518">
                  <c:v>1.1852100000000001</c:v>
                </c:pt>
                <c:pt idx="5519">
                  <c:v>1.1855199999999999</c:v>
                </c:pt>
                <c:pt idx="5520">
                  <c:v>1.1858200000000001</c:v>
                </c:pt>
                <c:pt idx="5521">
                  <c:v>1.1861299999999999</c:v>
                </c:pt>
                <c:pt idx="5522">
                  <c:v>1.1864399999999999</c:v>
                </c:pt>
                <c:pt idx="5523">
                  <c:v>1.1867399999999999</c:v>
                </c:pt>
                <c:pt idx="5524">
                  <c:v>1.1870499999999999</c:v>
                </c:pt>
                <c:pt idx="5525">
                  <c:v>1.1873499999999999</c:v>
                </c:pt>
                <c:pt idx="5526">
                  <c:v>1.1876599999999999</c:v>
                </c:pt>
                <c:pt idx="5527">
                  <c:v>1.1879599999999999</c:v>
                </c:pt>
                <c:pt idx="5528">
                  <c:v>1.1882699999999999</c:v>
                </c:pt>
                <c:pt idx="5529">
                  <c:v>1.1885699999999999</c:v>
                </c:pt>
                <c:pt idx="5530">
                  <c:v>1.1888799999999999</c:v>
                </c:pt>
                <c:pt idx="5531">
                  <c:v>1.1891799999999999</c:v>
                </c:pt>
                <c:pt idx="5532">
                  <c:v>1.1894899999999999</c:v>
                </c:pt>
                <c:pt idx="5533">
                  <c:v>1.1897899999999999</c:v>
                </c:pt>
                <c:pt idx="5534">
                  <c:v>1.1900999999999999</c:v>
                </c:pt>
                <c:pt idx="5535">
                  <c:v>1.19041</c:v>
                </c:pt>
                <c:pt idx="5536">
                  <c:v>1.1907099999999999</c:v>
                </c:pt>
                <c:pt idx="5537">
                  <c:v>1.19102</c:v>
                </c:pt>
                <c:pt idx="5538">
                  <c:v>1.1913199999999999</c:v>
                </c:pt>
                <c:pt idx="5539">
                  <c:v>1.19163</c:v>
                </c:pt>
                <c:pt idx="5540">
                  <c:v>1.1919299999999999</c:v>
                </c:pt>
                <c:pt idx="5541">
                  <c:v>1.19224</c:v>
                </c:pt>
                <c:pt idx="5542">
                  <c:v>1.1925399999999999</c:v>
                </c:pt>
                <c:pt idx="5543">
                  <c:v>1.19285</c:v>
                </c:pt>
                <c:pt idx="5544">
                  <c:v>1.1931499999999999</c:v>
                </c:pt>
                <c:pt idx="5545">
                  <c:v>1.19346</c:v>
                </c:pt>
                <c:pt idx="5546">
                  <c:v>1.1937599999999999</c:v>
                </c:pt>
                <c:pt idx="5547">
                  <c:v>1.19407</c:v>
                </c:pt>
                <c:pt idx="5548">
                  <c:v>1.19438</c:v>
                </c:pt>
                <c:pt idx="5549">
                  <c:v>1.19468</c:v>
                </c:pt>
                <c:pt idx="5550">
                  <c:v>1.19499</c:v>
                </c:pt>
                <c:pt idx="5551">
                  <c:v>1.19529</c:v>
                </c:pt>
                <c:pt idx="5552">
                  <c:v>1.1956</c:v>
                </c:pt>
                <c:pt idx="5553">
                  <c:v>1.1959</c:v>
                </c:pt>
                <c:pt idx="5554">
                  <c:v>1.19621</c:v>
                </c:pt>
                <c:pt idx="5555">
                  <c:v>1.19651</c:v>
                </c:pt>
                <c:pt idx="5556">
                  <c:v>1.19682</c:v>
                </c:pt>
                <c:pt idx="5557">
                  <c:v>1.19712</c:v>
                </c:pt>
                <c:pt idx="5558">
                  <c:v>1.19743</c:v>
                </c:pt>
                <c:pt idx="5559">
                  <c:v>1.19773</c:v>
                </c:pt>
                <c:pt idx="5560">
                  <c:v>1.19804</c:v>
                </c:pt>
                <c:pt idx="5561">
                  <c:v>1.19835</c:v>
                </c:pt>
                <c:pt idx="5562">
                  <c:v>1.19865</c:v>
                </c:pt>
                <c:pt idx="5563">
                  <c:v>1.19896</c:v>
                </c:pt>
                <c:pt idx="5564">
                  <c:v>1.19926</c:v>
                </c:pt>
                <c:pt idx="5565">
                  <c:v>1.19957</c:v>
                </c:pt>
                <c:pt idx="5566">
                  <c:v>1.19987</c:v>
                </c:pt>
                <c:pt idx="5567">
                  <c:v>1.20018</c:v>
                </c:pt>
                <c:pt idx="5568">
                  <c:v>1.20048</c:v>
                </c:pt>
                <c:pt idx="5569">
                  <c:v>1.20079</c:v>
                </c:pt>
                <c:pt idx="5570">
                  <c:v>1.20109</c:v>
                </c:pt>
                <c:pt idx="5571">
                  <c:v>1.2014</c:v>
                </c:pt>
                <c:pt idx="5572">
                  <c:v>1.2017100000000001</c:v>
                </c:pt>
                <c:pt idx="5573">
                  <c:v>1.20201</c:v>
                </c:pt>
                <c:pt idx="5574">
                  <c:v>1.2023200000000001</c:v>
                </c:pt>
                <c:pt idx="5575">
                  <c:v>1.20262</c:v>
                </c:pt>
                <c:pt idx="5576">
                  <c:v>1.2029300000000001</c:v>
                </c:pt>
                <c:pt idx="5577">
                  <c:v>1.20323</c:v>
                </c:pt>
                <c:pt idx="5578">
                  <c:v>1.2035400000000001</c:v>
                </c:pt>
                <c:pt idx="5579">
                  <c:v>1.20384</c:v>
                </c:pt>
                <c:pt idx="5580">
                  <c:v>1.2041500000000001</c:v>
                </c:pt>
                <c:pt idx="5581">
                  <c:v>1.20445</c:v>
                </c:pt>
                <c:pt idx="5582">
                  <c:v>1.2047600000000001</c:v>
                </c:pt>
                <c:pt idx="5583">
                  <c:v>1.20506</c:v>
                </c:pt>
                <c:pt idx="5584">
                  <c:v>1.2053700000000001</c:v>
                </c:pt>
                <c:pt idx="5585">
                  <c:v>1.2056800000000001</c:v>
                </c:pt>
                <c:pt idx="5586">
                  <c:v>1.2059800000000001</c:v>
                </c:pt>
                <c:pt idx="5587">
                  <c:v>1.2062900000000001</c:v>
                </c:pt>
                <c:pt idx="5588">
                  <c:v>1.2065900000000001</c:v>
                </c:pt>
                <c:pt idx="5589">
                  <c:v>1.2069000000000001</c:v>
                </c:pt>
                <c:pt idx="5590">
                  <c:v>1.2072000000000001</c:v>
                </c:pt>
                <c:pt idx="5591">
                  <c:v>1.2075100000000001</c:v>
                </c:pt>
                <c:pt idx="5592">
                  <c:v>1.2078100000000001</c:v>
                </c:pt>
                <c:pt idx="5593">
                  <c:v>1.2081200000000001</c:v>
                </c:pt>
                <c:pt idx="5594">
                  <c:v>1.20842</c:v>
                </c:pt>
                <c:pt idx="5595">
                  <c:v>1.2087300000000001</c:v>
                </c:pt>
                <c:pt idx="5596">
                  <c:v>1.20903</c:v>
                </c:pt>
                <c:pt idx="5597">
                  <c:v>1.2093400000000001</c:v>
                </c:pt>
                <c:pt idx="5598">
                  <c:v>1.2096499999999999</c:v>
                </c:pt>
                <c:pt idx="5599">
                  <c:v>1.2099500000000001</c:v>
                </c:pt>
                <c:pt idx="5600">
                  <c:v>1.2102599999999999</c:v>
                </c:pt>
                <c:pt idx="5601">
                  <c:v>1.2105600000000001</c:v>
                </c:pt>
                <c:pt idx="5602">
                  <c:v>1.2108699999999999</c:v>
                </c:pt>
                <c:pt idx="5603">
                  <c:v>1.2111700000000001</c:v>
                </c:pt>
                <c:pt idx="5604">
                  <c:v>1.2114799999999999</c:v>
                </c:pt>
                <c:pt idx="5605">
                  <c:v>1.2117800000000001</c:v>
                </c:pt>
                <c:pt idx="5606">
                  <c:v>1.2120899999999999</c:v>
                </c:pt>
                <c:pt idx="5607">
                  <c:v>1.2123900000000001</c:v>
                </c:pt>
                <c:pt idx="5608">
                  <c:v>1.2126999999999999</c:v>
                </c:pt>
                <c:pt idx="5609">
                  <c:v>1.2130000000000001</c:v>
                </c:pt>
                <c:pt idx="5610">
                  <c:v>1.2133100000000001</c:v>
                </c:pt>
                <c:pt idx="5611">
                  <c:v>1.2136199999999999</c:v>
                </c:pt>
                <c:pt idx="5612">
                  <c:v>1.2139200000000001</c:v>
                </c:pt>
                <c:pt idx="5613">
                  <c:v>1.2142299999999999</c:v>
                </c:pt>
                <c:pt idx="5614">
                  <c:v>1.2145300000000001</c:v>
                </c:pt>
                <c:pt idx="5615">
                  <c:v>1.2148399999999999</c:v>
                </c:pt>
                <c:pt idx="5616">
                  <c:v>1.2151400000000001</c:v>
                </c:pt>
                <c:pt idx="5617">
                  <c:v>1.2154499999999999</c:v>
                </c:pt>
                <c:pt idx="5618">
                  <c:v>1.2157500000000001</c:v>
                </c:pt>
                <c:pt idx="5619">
                  <c:v>1.2160599999999999</c:v>
                </c:pt>
                <c:pt idx="5620">
                  <c:v>1.2163600000000001</c:v>
                </c:pt>
                <c:pt idx="5621">
                  <c:v>1.2166699999999999</c:v>
                </c:pt>
                <c:pt idx="5622">
                  <c:v>1.2169700000000001</c:v>
                </c:pt>
                <c:pt idx="5623">
                  <c:v>1.2172799999999999</c:v>
                </c:pt>
                <c:pt idx="5624">
                  <c:v>1.21759</c:v>
                </c:pt>
                <c:pt idx="5625">
                  <c:v>1.2178899999999999</c:v>
                </c:pt>
                <c:pt idx="5626">
                  <c:v>1.2181999999999999</c:v>
                </c:pt>
                <c:pt idx="5627">
                  <c:v>1.2184999999999999</c:v>
                </c:pt>
                <c:pt idx="5628">
                  <c:v>1.2188099999999999</c:v>
                </c:pt>
                <c:pt idx="5629">
                  <c:v>1.2191099999999999</c:v>
                </c:pt>
                <c:pt idx="5630">
                  <c:v>1.2194199999999999</c:v>
                </c:pt>
                <c:pt idx="5631">
                  <c:v>1.2197199999999999</c:v>
                </c:pt>
                <c:pt idx="5632">
                  <c:v>1.2200299999999999</c:v>
                </c:pt>
                <c:pt idx="5633">
                  <c:v>1.2203299999999999</c:v>
                </c:pt>
                <c:pt idx="5634">
                  <c:v>1.2206399999999999</c:v>
                </c:pt>
                <c:pt idx="5635">
                  <c:v>1.22095</c:v>
                </c:pt>
                <c:pt idx="5636">
                  <c:v>1.2212499999999999</c:v>
                </c:pt>
                <c:pt idx="5637">
                  <c:v>1.22156</c:v>
                </c:pt>
                <c:pt idx="5638">
                  <c:v>1.2218599999999999</c:v>
                </c:pt>
                <c:pt idx="5639">
                  <c:v>1.22217</c:v>
                </c:pt>
                <c:pt idx="5640">
                  <c:v>1.2224699999999999</c:v>
                </c:pt>
                <c:pt idx="5641">
                  <c:v>1.22278</c:v>
                </c:pt>
                <c:pt idx="5642">
                  <c:v>1.2230799999999999</c:v>
                </c:pt>
                <c:pt idx="5643">
                  <c:v>1.22339</c:v>
                </c:pt>
                <c:pt idx="5644">
                  <c:v>1.2236899999999999</c:v>
                </c:pt>
                <c:pt idx="5645">
                  <c:v>1.224</c:v>
                </c:pt>
                <c:pt idx="5646">
                  <c:v>1.2242999999999999</c:v>
                </c:pt>
                <c:pt idx="5647">
                  <c:v>1.22461</c:v>
                </c:pt>
                <c:pt idx="5648">
                  <c:v>1.22492</c:v>
                </c:pt>
                <c:pt idx="5649">
                  <c:v>1.22522</c:v>
                </c:pt>
                <c:pt idx="5650">
                  <c:v>1.22553</c:v>
                </c:pt>
                <c:pt idx="5651">
                  <c:v>1.22583</c:v>
                </c:pt>
                <c:pt idx="5652">
                  <c:v>1.22614</c:v>
                </c:pt>
                <c:pt idx="5653">
                  <c:v>1.22644</c:v>
                </c:pt>
                <c:pt idx="5654">
                  <c:v>1.22675</c:v>
                </c:pt>
                <c:pt idx="5655">
                  <c:v>1.22705</c:v>
                </c:pt>
                <c:pt idx="5656">
                  <c:v>1.22736</c:v>
                </c:pt>
                <c:pt idx="5657">
                  <c:v>1.22766</c:v>
                </c:pt>
                <c:pt idx="5658">
                  <c:v>1.22797</c:v>
                </c:pt>
                <c:pt idx="5659">
                  <c:v>1.22827</c:v>
                </c:pt>
                <c:pt idx="5660">
                  <c:v>1.22858</c:v>
                </c:pt>
                <c:pt idx="5661">
                  <c:v>1.22889</c:v>
                </c:pt>
                <c:pt idx="5662">
                  <c:v>1.22919</c:v>
                </c:pt>
                <c:pt idx="5663">
                  <c:v>1.2295</c:v>
                </c:pt>
                <c:pt idx="5664">
                  <c:v>1.2298</c:v>
                </c:pt>
                <c:pt idx="5665">
                  <c:v>1.23011</c:v>
                </c:pt>
                <c:pt idx="5666">
                  <c:v>1.23041</c:v>
                </c:pt>
                <c:pt idx="5667">
                  <c:v>1.23072</c:v>
                </c:pt>
                <c:pt idx="5668">
                  <c:v>1.23102</c:v>
                </c:pt>
                <c:pt idx="5669">
                  <c:v>1.23133</c:v>
                </c:pt>
                <c:pt idx="5670">
                  <c:v>1.23163</c:v>
                </c:pt>
                <c:pt idx="5671">
                  <c:v>1.23194</c:v>
                </c:pt>
                <c:pt idx="5672">
                  <c:v>1.23224</c:v>
                </c:pt>
                <c:pt idx="5673">
                  <c:v>1.23255</c:v>
                </c:pt>
                <c:pt idx="5674">
                  <c:v>1.2328600000000001</c:v>
                </c:pt>
                <c:pt idx="5675">
                  <c:v>1.23316</c:v>
                </c:pt>
                <c:pt idx="5676">
                  <c:v>1.2334700000000001</c:v>
                </c:pt>
                <c:pt idx="5677">
                  <c:v>1.23377</c:v>
                </c:pt>
                <c:pt idx="5678">
                  <c:v>1.2340800000000001</c:v>
                </c:pt>
                <c:pt idx="5679">
                  <c:v>1.23438</c:v>
                </c:pt>
                <c:pt idx="5680">
                  <c:v>1.2346900000000001</c:v>
                </c:pt>
                <c:pt idx="5681">
                  <c:v>1.23499</c:v>
                </c:pt>
                <c:pt idx="5682">
                  <c:v>1.2353000000000001</c:v>
                </c:pt>
                <c:pt idx="5683">
                  <c:v>1.2356</c:v>
                </c:pt>
                <c:pt idx="5684">
                  <c:v>1.2359100000000001</c:v>
                </c:pt>
                <c:pt idx="5685">
                  <c:v>1.23621</c:v>
                </c:pt>
                <c:pt idx="5686">
                  <c:v>1.2365200000000001</c:v>
                </c:pt>
                <c:pt idx="5687">
                  <c:v>1.2368300000000001</c:v>
                </c:pt>
                <c:pt idx="5688">
                  <c:v>1.2371300000000001</c:v>
                </c:pt>
                <c:pt idx="5689">
                  <c:v>1.2374400000000001</c:v>
                </c:pt>
                <c:pt idx="5690">
                  <c:v>1.2377400000000001</c:v>
                </c:pt>
                <c:pt idx="5691">
                  <c:v>1.2380500000000001</c:v>
                </c:pt>
                <c:pt idx="5692">
                  <c:v>1.2383500000000001</c:v>
                </c:pt>
                <c:pt idx="5693">
                  <c:v>1.2386600000000001</c:v>
                </c:pt>
                <c:pt idx="5694">
                  <c:v>1.2389600000000001</c:v>
                </c:pt>
                <c:pt idx="5695">
                  <c:v>1.2392700000000001</c:v>
                </c:pt>
                <c:pt idx="5696">
                  <c:v>1.2395700000000001</c:v>
                </c:pt>
                <c:pt idx="5697">
                  <c:v>1.2398800000000001</c:v>
                </c:pt>
                <c:pt idx="5698">
                  <c:v>1.2401899999999999</c:v>
                </c:pt>
                <c:pt idx="5699">
                  <c:v>1.2404900000000001</c:v>
                </c:pt>
                <c:pt idx="5700">
                  <c:v>1.2407999999999999</c:v>
                </c:pt>
                <c:pt idx="5701">
                  <c:v>1.2411000000000001</c:v>
                </c:pt>
                <c:pt idx="5702">
                  <c:v>1.2414099999999999</c:v>
                </c:pt>
                <c:pt idx="5703">
                  <c:v>1.2417100000000001</c:v>
                </c:pt>
                <c:pt idx="5704">
                  <c:v>1.2420199999999999</c:v>
                </c:pt>
                <c:pt idx="5705">
                  <c:v>1.2423200000000001</c:v>
                </c:pt>
                <c:pt idx="5706">
                  <c:v>1.2426299999999999</c:v>
                </c:pt>
                <c:pt idx="5707">
                  <c:v>1.2429300000000001</c:v>
                </c:pt>
                <c:pt idx="5708">
                  <c:v>1.2432399999999999</c:v>
                </c:pt>
                <c:pt idx="5709">
                  <c:v>1.2435400000000001</c:v>
                </c:pt>
                <c:pt idx="5710">
                  <c:v>1.2438499999999999</c:v>
                </c:pt>
                <c:pt idx="5711">
                  <c:v>1.2441599999999999</c:v>
                </c:pt>
                <c:pt idx="5712">
                  <c:v>1.2444599999999999</c:v>
                </c:pt>
                <c:pt idx="5713">
                  <c:v>1.2447699999999999</c:v>
                </c:pt>
                <c:pt idx="5714">
                  <c:v>1.2450699999999999</c:v>
                </c:pt>
                <c:pt idx="5715">
                  <c:v>1.2453799999999999</c:v>
                </c:pt>
                <c:pt idx="5716">
                  <c:v>1.2456799999999999</c:v>
                </c:pt>
                <c:pt idx="5717">
                  <c:v>1.2459899999999999</c:v>
                </c:pt>
                <c:pt idx="5718">
                  <c:v>1.2462899999999999</c:v>
                </c:pt>
                <c:pt idx="5719">
                  <c:v>1.2465999999999999</c:v>
                </c:pt>
                <c:pt idx="5720">
                  <c:v>1.2468999999999999</c:v>
                </c:pt>
                <c:pt idx="5721">
                  <c:v>1.2472099999999999</c:v>
                </c:pt>
                <c:pt idx="5722">
                  <c:v>1.2475099999999999</c:v>
                </c:pt>
                <c:pt idx="5723">
                  <c:v>1.2478199999999999</c:v>
                </c:pt>
                <c:pt idx="5724">
                  <c:v>1.24813</c:v>
                </c:pt>
                <c:pt idx="5725">
                  <c:v>1.2484299999999999</c:v>
                </c:pt>
                <c:pt idx="5726">
                  <c:v>1.24874</c:v>
                </c:pt>
                <c:pt idx="5727">
                  <c:v>1.2490399999999999</c:v>
                </c:pt>
                <c:pt idx="5728">
                  <c:v>1.24935</c:v>
                </c:pt>
                <c:pt idx="5729">
                  <c:v>1.2496499999999999</c:v>
                </c:pt>
                <c:pt idx="5730">
                  <c:v>1.24996</c:v>
                </c:pt>
                <c:pt idx="5731">
                  <c:v>1.2502599999999999</c:v>
                </c:pt>
                <c:pt idx="5732">
                  <c:v>1.25057</c:v>
                </c:pt>
                <c:pt idx="5733">
                  <c:v>1.2508699999999999</c:v>
                </c:pt>
                <c:pt idx="5734">
                  <c:v>1.25118</c:v>
                </c:pt>
                <c:pt idx="5735">
                  <c:v>1.2514799999999999</c:v>
                </c:pt>
                <c:pt idx="5736">
                  <c:v>1.25179</c:v>
                </c:pt>
                <c:pt idx="5737">
                  <c:v>1.2521</c:v>
                </c:pt>
                <c:pt idx="5738">
                  <c:v>1.2524</c:v>
                </c:pt>
                <c:pt idx="5739">
                  <c:v>1.25271</c:v>
                </c:pt>
                <c:pt idx="5740">
                  <c:v>1.25301</c:v>
                </c:pt>
                <c:pt idx="5741">
                  <c:v>1.25332</c:v>
                </c:pt>
                <c:pt idx="5742">
                  <c:v>1.25362</c:v>
                </c:pt>
                <c:pt idx="5743">
                  <c:v>1.25393</c:v>
                </c:pt>
                <c:pt idx="5744">
                  <c:v>1.25423</c:v>
                </c:pt>
                <c:pt idx="5745">
                  <c:v>1.25454</c:v>
                </c:pt>
                <c:pt idx="5746">
                  <c:v>1.25484</c:v>
                </c:pt>
                <c:pt idx="5747">
                  <c:v>1.25515</c:v>
                </c:pt>
                <c:pt idx="5748">
                  <c:v>1.25546</c:v>
                </c:pt>
                <c:pt idx="5749">
                  <c:v>1.25576</c:v>
                </c:pt>
                <c:pt idx="5750">
                  <c:v>1.25607</c:v>
                </c:pt>
                <c:pt idx="5751">
                  <c:v>1.25637</c:v>
                </c:pt>
                <c:pt idx="5752">
                  <c:v>1.25668</c:v>
                </c:pt>
                <c:pt idx="5753">
                  <c:v>1.25698</c:v>
                </c:pt>
                <c:pt idx="5754">
                  <c:v>1.25729</c:v>
                </c:pt>
                <c:pt idx="5755">
                  <c:v>1.25759</c:v>
                </c:pt>
                <c:pt idx="5756">
                  <c:v>1.2579</c:v>
                </c:pt>
                <c:pt idx="5757">
                  <c:v>1.2582</c:v>
                </c:pt>
                <c:pt idx="5758">
                  <c:v>1.25851</c:v>
                </c:pt>
                <c:pt idx="5759">
                  <c:v>1.25881</c:v>
                </c:pt>
                <c:pt idx="5760">
                  <c:v>1.25912</c:v>
                </c:pt>
                <c:pt idx="5761">
                  <c:v>1.25943</c:v>
                </c:pt>
                <c:pt idx="5762">
                  <c:v>1.25973</c:v>
                </c:pt>
                <c:pt idx="5763">
                  <c:v>1.26004</c:v>
                </c:pt>
                <c:pt idx="5764">
                  <c:v>1.26034</c:v>
                </c:pt>
                <c:pt idx="5765">
                  <c:v>1.26065</c:v>
                </c:pt>
                <c:pt idx="5766">
                  <c:v>1.26095</c:v>
                </c:pt>
                <c:pt idx="5767">
                  <c:v>1.26126</c:v>
                </c:pt>
                <c:pt idx="5768">
                  <c:v>1.26156</c:v>
                </c:pt>
                <c:pt idx="5769">
                  <c:v>1.26187</c:v>
                </c:pt>
                <c:pt idx="5770">
                  <c:v>1.26217</c:v>
                </c:pt>
                <c:pt idx="5771">
                  <c:v>1.26248</c:v>
                </c:pt>
                <c:pt idx="5772">
                  <c:v>1.26278</c:v>
                </c:pt>
                <c:pt idx="5773">
                  <c:v>1.26309</c:v>
                </c:pt>
                <c:pt idx="5774">
                  <c:v>1.2634000000000001</c:v>
                </c:pt>
                <c:pt idx="5775">
                  <c:v>1.2637</c:v>
                </c:pt>
                <c:pt idx="5776">
                  <c:v>1.2640100000000001</c:v>
                </c:pt>
                <c:pt idx="5777">
                  <c:v>1.26431</c:v>
                </c:pt>
                <c:pt idx="5778">
                  <c:v>1.2646200000000001</c:v>
                </c:pt>
                <c:pt idx="5779">
                  <c:v>1.26492</c:v>
                </c:pt>
                <c:pt idx="5780">
                  <c:v>1.2652300000000001</c:v>
                </c:pt>
                <c:pt idx="5781">
                  <c:v>1.26553</c:v>
                </c:pt>
                <c:pt idx="5782">
                  <c:v>1.2658400000000001</c:v>
                </c:pt>
                <c:pt idx="5783">
                  <c:v>1.26614</c:v>
                </c:pt>
                <c:pt idx="5784">
                  <c:v>1.2664500000000001</c:v>
                </c:pt>
                <c:pt idx="5785">
                  <c:v>1.26675</c:v>
                </c:pt>
                <c:pt idx="5786">
                  <c:v>1.2670600000000001</c:v>
                </c:pt>
                <c:pt idx="5787">
                  <c:v>1.2673700000000001</c:v>
                </c:pt>
                <c:pt idx="5788">
                  <c:v>1.2676700000000001</c:v>
                </c:pt>
                <c:pt idx="5789">
                  <c:v>1.2679800000000001</c:v>
                </c:pt>
                <c:pt idx="5790">
                  <c:v>1.2682800000000001</c:v>
                </c:pt>
                <c:pt idx="5791">
                  <c:v>1.2685900000000001</c:v>
                </c:pt>
                <c:pt idx="5792">
                  <c:v>1.2688900000000001</c:v>
                </c:pt>
                <c:pt idx="5793">
                  <c:v>1.2692000000000001</c:v>
                </c:pt>
                <c:pt idx="5794">
                  <c:v>1.2695000000000001</c:v>
                </c:pt>
                <c:pt idx="5795">
                  <c:v>1.2698100000000001</c:v>
                </c:pt>
                <c:pt idx="5796">
                  <c:v>1.2701100000000001</c:v>
                </c:pt>
                <c:pt idx="5797">
                  <c:v>1.2704200000000001</c:v>
                </c:pt>
                <c:pt idx="5798">
                  <c:v>1.2707200000000001</c:v>
                </c:pt>
                <c:pt idx="5799">
                  <c:v>1.2710300000000001</c:v>
                </c:pt>
                <c:pt idx="5800">
                  <c:v>1.2713399999999999</c:v>
                </c:pt>
                <c:pt idx="5801">
                  <c:v>1.2716400000000001</c:v>
                </c:pt>
                <c:pt idx="5802">
                  <c:v>1.2719499999999999</c:v>
                </c:pt>
                <c:pt idx="5803">
                  <c:v>1.2722500000000001</c:v>
                </c:pt>
                <c:pt idx="5804">
                  <c:v>1.2725599999999999</c:v>
                </c:pt>
                <c:pt idx="5805">
                  <c:v>1.2728600000000001</c:v>
                </c:pt>
                <c:pt idx="5806">
                  <c:v>1.2731699999999999</c:v>
                </c:pt>
                <c:pt idx="5807">
                  <c:v>1.2734700000000001</c:v>
                </c:pt>
                <c:pt idx="5808">
                  <c:v>1.2737799999999999</c:v>
                </c:pt>
                <c:pt idx="5809">
                  <c:v>1.2740800000000001</c:v>
                </c:pt>
                <c:pt idx="5810">
                  <c:v>1.2743899999999999</c:v>
                </c:pt>
                <c:pt idx="5811">
                  <c:v>1.2746999999999999</c:v>
                </c:pt>
                <c:pt idx="5812">
                  <c:v>1.2749999999999999</c:v>
                </c:pt>
                <c:pt idx="5813">
                  <c:v>1.2753099999999999</c:v>
                </c:pt>
                <c:pt idx="5814">
                  <c:v>1.2756099999999999</c:v>
                </c:pt>
                <c:pt idx="5815">
                  <c:v>1.2759199999999999</c:v>
                </c:pt>
                <c:pt idx="5816">
                  <c:v>1.2762199999999999</c:v>
                </c:pt>
                <c:pt idx="5817">
                  <c:v>1.2765299999999999</c:v>
                </c:pt>
                <c:pt idx="5818">
                  <c:v>1.2768299999999999</c:v>
                </c:pt>
                <c:pt idx="5819">
                  <c:v>1.2771399999999999</c:v>
                </c:pt>
                <c:pt idx="5820">
                  <c:v>1.2774399999999999</c:v>
                </c:pt>
                <c:pt idx="5821">
                  <c:v>1.2777499999999999</c:v>
                </c:pt>
                <c:pt idx="5822">
                  <c:v>1.2780499999999999</c:v>
                </c:pt>
                <c:pt idx="5823">
                  <c:v>1.2783599999999999</c:v>
                </c:pt>
                <c:pt idx="5824">
                  <c:v>1.27867</c:v>
                </c:pt>
                <c:pt idx="5825">
                  <c:v>1.2789699999999999</c:v>
                </c:pt>
                <c:pt idx="5826">
                  <c:v>1.27928</c:v>
                </c:pt>
                <c:pt idx="5827">
                  <c:v>1.2795799999999999</c:v>
                </c:pt>
                <c:pt idx="5828">
                  <c:v>1.27989</c:v>
                </c:pt>
                <c:pt idx="5829">
                  <c:v>1.2801899999999999</c:v>
                </c:pt>
                <c:pt idx="5830">
                  <c:v>1.2805</c:v>
                </c:pt>
                <c:pt idx="5831">
                  <c:v>1.2807999999999999</c:v>
                </c:pt>
                <c:pt idx="5832">
                  <c:v>1.28111</c:v>
                </c:pt>
                <c:pt idx="5833">
                  <c:v>1.2814099999999999</c:v>
                </c:pt>
                <c:pt idx="5834">
                  <c:v>1.28172</c:v>
                </c:pt>
                <c:pt idx="5835">
                  <c:v>1.2820199999999999</c:v>
                </c:pt>
                <c:pt idx="5836">
                  <c:v>1.28233</c:v>
                </c:pt>
                <c:pt idx="5837">
                  <c:v>1.28264</c:v>
                </c:pt>
                <c:pt idx="5838">
                  <c:v>1.28294</c:v>
                </c:pt>
                <c:pt idx="5839">
                  <c:v>1.28325</c:v>
                </c:pt>
                <c:pt idx="5840">
                  <c:v>1.28355</c:v>
                </c:pt>
                <c:pt idx="5841">
                  <c:v>1.28386</c:v>
                </c:pt>
                <c:pt idx="5842">
                  <c:v>1.28416</c:v>
                </c:pt>
                <c:pt idx="5843">
                  <c:v>1.28447</c:v>
                </c:pt>
                <c:pt idx="5844">
                  <c:v>1.28477</c:v>
                </c:pt>
                <c:pt idx="5845">
                  <c:v>1.28508</c:v>
                </c:pt>
                <c:pt idx="5846">
                  <c:v>1.28538</c:v>
                </c:pt>
                <c:pt idx="5847">
                  <c:v>1.28569</c:v>
                </c:pt>
                <c:pt idx="5848">
                  <c:v>1.28599</c:v>
                </c:pt>
                <c:pt idx="5849">
                  <c:v>1.2863</c:v>
                </c:pt>
                <c:pt idx="5850">
                  <c:v>1.28661</c:v>
                </c:pt>
                <c:pt idx="5851">
                  <c:v>1.28691</c:v>
                </c:pt>
                <c:pt idx="5852">
                  <c:v>1.28722</c:v>
                </c:pt>
                <c:pt idx="5853">
                  <c:v>1.28752</c:v>
                </c:pt>
                <c:pt idx="5854">
                  <c:v>1.28783</c:v>
                </c:pt>
                <c:pt idx="5855">
                  <c:v>1.28813</c:v>
                </c:pt>
                <c:pt idx="5856">
                  <c:v>1.28844</c:v>
                </c:pt>
                <c:pt idx="5857">
                  <c:v>1.28874</c:v>
                </c:pt>
                <c:pt idx="5858">
                  <c:v>1.28905</c:v>
                </c:pt>
                <c:pt idx="5859">
                  <c:v>1.28935</c:v>
                </c:pt>
                <c:pt idx="5860">
                  <c:v>1.28966</c:v>
                </c:pt>
                <c:pt idx="5861">
                  <c:v>1.28996</c:v>
                </c:pt>
                <c:pt idx="5862">
                  <c:v>1.29027</c:v>
                </c:pt>
                <c:pt idx="5863">
                  <c:v>1.2905800000000001</c:v>
                </c:pt>
                <c:pt idx="5864">
                  <c:v>1.29088</c:v>
                </c:pt>
                <c:pt idx="5865">
                  <c:v>1.2911900000000001</c:v>
                </c:pt>
                <c:pt idx="5866">
                  <c:v>1.29149</c:v>
                </c:pt>
                <c:pt idx="5867">
                  <c:v>1.2918000000000001</c:v>
                </c:pt>
                <c:pt idx="5868">
                  <c:v>1.2921</c:v>
                </c:pt>
                <c:pt idx="5869">
                  <c:v>1.2924100000000001</c:v>
                </c:pt>
                <c:pt idx="5870">
                  <c:v>1.29271</c:v>
                </c:pt>
                <c:pt idx="5871">
                  <c:v>1.2930200000000001</c:v>
                </c:pt>
                <c:pt idx="5872">
                  <c:v>1.29332</c:v>
                </c:pt>
                <c:pt idx="5873">
                  <c:v>1.2936300000000001</c:v>
                </c:pt>
                <c:pt idx="5874">
                  <c:v>1.2939400000000001</c:v>
                </c:pt>
                <c:pt idx="5875">
                  <c:v>1.2942400000000001</c:v>
                </c:pt>
                <c:pt idx="5876">
                  <c:v>1.2945500000000001</c:v>
                </c:pt>
                <c:pt idx="5877">
                  <c:v>1.2948500000000001</c:v>
                </c:pt>
                <c:pt idx="5878">
                  <c:v>1.2951600000000001</c:v>
                </c:pt>
                <c:pt idx="5879">
                  <c:v>1.2954600000000001</c:v>
                </c:pt>
                <c:pt idx="5880">
                  <c:v>1.2957700000000001</c:v>
                </c:pt>
                <c:pt idx="5881">
                  <c:v>1.2960700000000001</c:v>
                </c:pt>
                <c:pt idx="5882">
                  <c:v>1.2963800000000001</c:v>
                </c:pt>
                <c:pt idx="5883">
                  <c:v>1.2966800000000001</c:v>
                </c:pt>
                <c:pt idx="5884">
                  <c:v>1.2969900000000001</c:v>
                </c:pt>
                <c:pt idx="5885">
                  <c:v>1.2972900000000001</c:v>
                </c:pt>
                <c:pt idx="5886">
                  <c:v>1.2976000000000001</c:v>
                </c:pt>
                <c:pt idx="5887">
                  <c:v>1.2979099999999999</c:v>
                </c:pt>
                <c:pt idx="5888">
                  <c:v>1.2982100000000001</c:v>
                </c:pt>
                <c:pt idx="5889">
                  <c:v>1.2985199999999999</c:v>
                </c:pt>
                <c:pt idx="5890">
                  <c:v>1.2988200000000001</c:v>
                </c:pt>
                <c:pt idx="5891">
                  <c:v>1.2991299999999999</c:v>
                </c:pt>
                <c:pt idx="5892">
                  <c:v>1.2994300000000001</c:v>
                </c:pt>
                <c:pt idx="5893">
                  <c:v>1.2997399999999999</c:v>
                </c:pt>
                <c:pt idx="5894">
                  <c:v>1.3000400000000001</c:v>
                </c:pt>
                <c:pt idx="5895">
                  <c:v>1.3003499999999999</c:v>
                </c:pt>
                <c:pt idx="5896">
                  <c:v>1.3006500000000001</c:v>
                </c:pt>
                <c:pt idx="5897">
                  <c:v>1.3009599999999999</c:v>
                </c:pt>
                <c:pt idx="5898">
                  <c:v>1.3012600000000001</c:v>
                </c:pt>
                <c:pt idx="5899">
                  <c:v>1.3015699999999999</c:v>
                </c:pt>
                <c:pt idx="5900">
                  <c:v>1.3018799999999999</c:v>
                </c:pt>
                <c:pt idx="5901">
                  <c:v>1.3021799999999999</c:v>
                </c:pt>
                <c:pt idx="5902">
                  <c:v>1.3024899999999999</c:v>
                </c:pt>
                <c:pt idx="5903">
                  <c:v>1.3027899999999999</c:v>
                </c:pt>
                <c:pt idx="5904">
                  <c:v>1.3030999999999999</c:v>
                </c:pt>
                <c:pt idx="5905">
                  <c:v>1.3033999999999999</c:v>
                </c:pt>
                <c:pt idx="5906">
                  <c:v>1.3037099999999999</c:v>
                </c:pt>
                <c:pt idx="5907">
                  <c:v>1.3040099999999999</c:v>
                </c:pt>
                <c:pt idx="5908">
                  <c:v>1.3043199999999999</c:v>
                </c:pt>
                <c:pt idx="5909">
                  <c:v>1.3046199999999999</c:v>
                </c:pt>
                <c:pt idx="5910">
                  <c:v>1.3049299999999999</c:v>
                </c:pt>
                <c:pt idx="5911">
                  <c:v>1.3052299999999999</c:v>
                </c:pt>
                <c:pt idx="5912">
                  <c:v>1.3055399999999999</c:v>
                </c:pt>
                <c:pt idx="5913">
                  <c:v>1.30585</c:v>
                </c:pt>
                <c:pt idx="5914">
                  <c:v>1.3061499999999999</c:v>
                </c:pt>
                <c:pt idx="5915">
                  <c:v>1.30646</c:v>
                </c:pt>
                <c:pt idx="5916">
                  <c:v>1.3067599999999999</c:v>
                </c:pt>
                <c:pt idx="5917">
                  <c:v>1.30707</c:v>
                </c:pt>
                <c:pt idx="5918">
                  <c:v>1.3073699999999999</c:v>
                </c:pt>
                <c:pt idx="5919">
                  <c:v>1.30768</c:v>
                </c:pt>
                <c:pt idx="5920">
                  <c:v>1.3079799999999999</c:v>
                </c:pt>
                <c:pt idx="5921">
                  <c:v>1.30829</c:v>
                </c:pt>
                <c:pt idx="5922">
                  <c:v>1.3085899999999999</c:v>
                </c:pt>
                <c:pt idx="5923">
                  <c:v>1.3089</c:v>
                </c:pt>
                <c:pt idx="5924">
                  <c:v>1.30921</c:v>
                </c:pt>
                <c:pt idx="5925">
                  <c:v>1.30951</c:v>
                </c:pt>
                <c:pt idx="5926">
                  <c:v>1.30982</c:v>
                </c:pt>
                <c:pt idx="5927">
                  <c:v>1.31012</c:v>
                </c:pt>
                <c:pt idx="5928">
                  <c:v>1.31043</c:v>
                </c:pt>
                <c:pt idx="5929">
                  <c:v>1.31073</c:v>
                </c:pt>
                <c:pt idx="5930">
                  <c:v>1.31104</c:v>
                </c:pt>
                <c:pt idx="5931">
                  <c:v>1.31134</c:v>
                </c:pt>
                <c:pt idx="5932">
                  <c:v>1.31165</c:v>
                </c:pt>
                <c:pt idx="5933">
                  <c:v>1.3119499999999999</c:v>
                </c:pt>
                <c:pt idx="5934">
                  <c:v>1.31226</c:v>
                </c:pt>
                <c:pt idx="5935">
                  <c:v>1.3125599999999999</c:v>
                </c:pt>
                <c:pt idx="5936">
                  <c:v>1.31287</c:v>
                </c:pt>
                <c:pt idx="5937">
                  <c:v>1.31318</c:v>
                </c:pt>
                <c:pt idx="5938">
                  <c:v>1.31348</c:v>
                </c:pt>
                <c:pt idx="5939">
                  <c:v>1.31379</c:v>
                </c:pt>
                <c:pt idx="5940">
                  <c:v>1.31409</c:v>
                </c:pt>
                <c:pt idx="5941">
                  <c:v>1.3144</c:v>
                </c:pt>
                <c:pt idx="5942">
                  <c:v>1.3147</c:v>
                </c:pt>
                <c:pt idx="5943">
                  <c:v>1.31501</c:v>
                </c:pt>
                <c:pt idx="5944">
                  <c:v>1.31531</c:v>
                </c:pt>
                <c:pt idx="5945">
                  <c:v>1.31562</c:v>
                </c:pt>
                <c:pt idx="5946">
                  <c:v>1.31592</c:v>
                </c:pt>
                <c:pt idx="5947">
                  <c:v>1.31623</c:v>
                </c:pt>
                <c:pt idx="5948">
                  <c:v>1.31653</c:v>
                </c:pt>
                <c:pt idx="5949">
                  <c:v>1.31684</c:v>
                </c:pt>
                <c:pt idx="5950">
                  <c:v>1.31715</c:v>
                </c:pt>
                <c:pt idx="5951">
                  <c:v>1.31745</c:v>
                </c:pt>
                <c:pt idx="5952">
                  <c:v>1.31776</c:v>
                </c:pt>
                <c:pt idx="5953">
                  <c:v>1.31806</c:v>
                </c:pt>
                <c:pt idx="5954">
                  <c:v>1.31837</c:v>
                </c:pt>
                <c:pt idx="5955">
                  <c:v>1.31867</c:v>
                </c:pt>
                <c:pt idx="5956">
                  <c:v>1.31898</c:v>
                </c:pt>
                <c:pt idx="5957">
                  <c:v>1.31928</c:v>
                </c:pt>
                <c:pt idx="5958">
                  <c:v>1.31959</c:v>
                </c:pt>
                <c:pt idx="5959">
                  <c:v>1.31989</c:v>
                </c:pt>
                <c:pt idx="5960">
                  <c:v>1.3202</c:v>
                </c:pt>
                <c:pt idx="5961">
                  <c:v>1.3205</c:v>
                </c:pt>
                <c:pt idx="5962">
                  <c:v>1.32081</c:v>
                </c:pt>
                <c:pt idx="5963">
                  <c:v>1.3211200000000001</c:v>
                </c:pt>
                <c:pt idx="5964">
                  <c:v>1.32142</c:v>
                </c:pt>
                <c:pt idx="5965">
                  <c:v>1.3217300000000001</c:v>
                </c:pt>
                <c:pt idx="5966">
                  <c:v>1.32203</c:v>
                </c:pt>
                <c:pt idx="5967">
                  <c:v>1.3223400000000001</c:v>
                </c:pt>
                <c:pt idx="5968">
                  <c:v>1.32264</c:v>
                </c:pt>
                <c:pt idx="5969">
                  <c:v>1.3229500000000001</c:v>
                </c:pt>
                <c:pt idx="5970">
                  <c:v>1.32325</c:v>
                </c:pt>
                <c:pt idx="5971">
                  <c:v>1.3235600000000001</c:v>
                </c:pt>
                <c:pt idx="5972">
                  <c:v>1.32386</c:v>
                </c:pt>
                <c:pt idx="5973">
                  <c:v>1.3241700000000001</c:v>
                </c:pt>
                <c:pt idx="5974">
                  <c:v>1.32447</c:v>
                </c:pt>
                <c:pt idx="5975">
                  <c:v>1.3247800000000001</c:v>
                </c:pt>
                <c:pt idx="5976">
                  <c:v>1.3250900000000001</c:v>
                </c:pt>
                <c:pt idx="5977">
                  <c:v>1.3253900000000001</c:v>
                </c:pt>
                <c:pt idx="5978">
                  <c:v>1.3257000000000001</c:v>
                </c:pt>
                <c:pt idx="5979">
                  <c:v>1.3260000000000001</c:v>
                </c:pt>
                <c:pt idx="5980">
                  <c:v>1.3263100000000001</c:v>
                </c:pt>
                <c:pt idx="5981">
                  <c:v>1.3266100000000001</c:v>
                </c:pt>
                <c:pt idx="5982">
                  <c:v>1.3269200000000001</c:v>
                </c:pt>
                <c:pt idx="5983">
                  <c:v>1.3272200000000001</c:v>
                </c:pt>
                <c:pt idx="5984">
                  <c:v>1.3275300000000001</c:v>
                </c:pt>
                <c:pt idx="5985">
                  <c:v>1.3278300000000001</c:v>
                </c:pt>
                <c:pt idx="5986">
                  <c:v>1.3281400000000001</c:v>
                </c:pt>
                <c:pt idx="5987">
                  <c:v>1.3284499999999999</c:v>
                </c:pt>
                <c:pt idx="5988">
                  <c:v>1.3287500000000001</c:v>
                </c:pt>
                <c:pt idx="5989">
                  <c:v>1.3290599999999999</c:v>
                </c:pt>
                <c:pt idx="5990">
                  <c:v>1.3293600000000001</c:v>
                </c:pt>
                <c:pt idx="5991">
                  <c:v>1.3296699999999999</c:v>
                </c:pt>
                <c:pt idx="5992">
                  <c:v>1.3299700000000001</c:v>
                </c:pt>
                <c:pt idx="5993">
                  <c:v>1.3302799999999999</c:v>
                </c:pt>
                <c:pt idx="5994">
                  <c:v>1.3305800000000001</c:v>
                </c:pt>
                <c:pt idx="5995">
                  <c:v>1.3308899999999999</c:v>
                </c:pt>
                <c:pt idx="5996">
                  <c:v>1.3311900000000001</c:v>
                </c:pt>
                <c:pt idx="5997">
                  <c:v>1.3314999999999999</c:v>
                </c:pt>
                <c:pt idx="5998">
                  <c:v>1.3318000000000001</c:v>
                </c:pt>
                <c:pt idx="5999">
                  <c:v>1.3321099999999999</c:v>
                </c:pt>
                <c:pt idx="6000">
                  <c:v>1.3324199999999999</c:v>
                </c:pt>
                <c:pt idx="6001">
                  <c:v>1.3327199999999999</c:v>
                </c:pt>
                <c:pt idx="6002">
                  <c:v>1.3330299999999999</c:v>
                </c:pt>
                <c:pt idx="6003">
                  <c:v>1.3333299999999999</c:v>
                </c:pt>
                <c:pt idx="6004">
                  <c:v>1.3336399999999999</c:v>
                </c:pt>
                <c:pt idx="6005">
                  <c:v>1.3339399999999999</c:v>
                </c:pt>
                <c:pt idx="6006">
                  <c:v>1.3342499999999999</c:v>
                </c:pt>
                <c:pt idx="6007">
                  <c:v>1.3345499999999999</c:v>
                </c:pt>
                <c:pt idx="6008">
                  <c:v>1.3348599999999999</c:v>
                </c:pt>
                <c:pt idx="6009">
                  <c:v>1.3351599999999999</c:v>
                </c:pt>
                <c:pt idx="6010">
                  <c:v>1.3354699999999999</c:v>
                </c:pt>
                <c:pt idx="6011">
                  <c:v>1.3357699999999999</c:v>
                </c:pt>
                <c:pt idx="6012">
                  <c:v>1.3360799999999999</c:v>
                </c:pt>
                <c:pt idx="6013">
                  <c:v>1.33639</c:v>
                </c:pt>
                <c:pt idx="6014">
                  <c:v>1.3366899999999999</c:v>
                </c:pt>
                <c:pt idx="6015">
                  <c:v>1.337</c:v>
                </c:pt>
                <c:pt idx="6016">
                  <c:v>1.3372999999999999</c:v>
                </c:pt>
                <c:pt idx="6017">
                  <c:v>1.33761</c:v>
                </c:pt>
                <c:pt idx="6018">
                  <c:v>1.3379099999999999</c:v>
                </c:pt>
                <c:pt idx="6019">
                  <c:v>1.33822</c:v>
                </c:pt>
                <c:pt idx="6020">
                  <c:v>1.3385199999999999</c:v>
                </c:pt>
                <c:pt idx="6021">
                  <c:v>1.33883</c:v>
                </c:pt>
                <c:pt idx="6022">
                  <c:v>1.3391299999999999</c:v>
                </c:pt>
                <c:pt idx="6023">
                  <c:v>1.33944</c:v>
                </c:pt>
                <c:pt idx="6024">
                  <c:v>1.3397399999999999</c:v>
                </c:pt>
                <c:pt idx="6025">
                  <c:v>1.34005</c:v>
                </c:pt>
                <c:pt idx="6026">
                  <c:v>1.34036</c:v>
                </c:pt>
                <c:pt idx="6027">
                  <c:v>1.34066</c:v>
                </c:pt>
                <c:pt idx="6028">
                  <c:v>1.34097</c:v>
                </c:pt>
                <c:pt idx="6029">
                  <c:v>1.34127</c:v>
                </c:pt>
                <c:pt idx="6030">
                  <c:v>1.34158</c:v>
                </c:pt>
                <c:pt idx="6031">
                  <c:v>1.34188</c:v>
                </c:pt>
                <c:pt idx="6032">
                  <c:v>1.34219</c:v>
                </c:pt>
                <c:pt idx="6033">
                  <c:v>1.34249</c:v>
                </c:pt>
                <c:pt idx="6034">
                  <c:v>1.3428</c:v>
                </c:pt>
                <c:pt idx="6035">
                  <c:v>1.3431</c:v>
                </c:pt>
                <c:pt idx="6036">
                  <c:v>1.34341</c:v>
                </c:pt>
                <c:pt idx="6037">
                  <c:v>1.34371</c:v>
                </c:pt>
                <c:pt idx="6038">
                  <c:v>1.34402</c:v>
                </c:pt>
                <c:pt idx="6039">
                  <c:v>1.34433</c:v>
                </c:pt>
                <c:pt idx="6040">
                  <c:v>1.34463</c:v>
                </c:pt>
                <c:pt idx="6041">
                  <c:v>1.34494</c:v>
                </c:pt>
                <c:pt idx="6042">
                  <c:v>1.34524</c:v>
                </c:pt>
                <c:pt idx="6043">
                  <c:v>1.34555</c:v>
                </c:pt>
                <c:pt idx="6044">
                  <c:v>1.34585</c:v>
                </c:pt>
                <c:pt idx="6045">
                  <c:v>1.34616</c:v>
                </c:pt>
                <c:pt idx="6046">
                  <c:v>1.34646</c:v>
                </c:pt>
                <c:pt idx="6047">
                  <c:v>1.34677</c:v>
                </c:pt>
                <c:pt idx="6048">
                  <c:v>1.34707</c:v>
                </c:pt>
                <c:pt idx="6049">
                  <c:v>1.34738</c:v>
                </c:pt>
                <c:pt idx="6050">
                  <c:v>1.3476900000000001</c:v>
                </c:pt>
                <c:pt idx="6051">
                  <c:v>1.34799</c:v>
                </c:pt>
                <c:pt idx="6052">
                  <c:v>1.3483000000000001</c:v>
                </c:pt>
                <c:pt idx="6053">
                  <c:v>1.3486</c:v>
                </c:pt>
                <c:pt idx="6054">
                  <c:v>1.3489100000000001</c:v>
                </c:pt>
                <c:pt idx="6055">
                  <c:v>1.34921</c:v>
                </c:pt>
                <c:pt idx="6056">
                  <c:v>1.3495200000000001</c:v>
                </c:pt>
                <c:pt idx="6057">
                  <c:v>1.34982</c:v>
                </c:pt>
                <c:pt idx="6058">
                  <c:v>1.3501300000000001</c:v>
                </c:pt>
                <c:pt idx="6059">
                  <c:v>1.35043</c:v>
                </c:pt>
                <c:pt idx="6060">
                  <c:v>1.3507400000000001</c:v>
                </c:pt>
                <c:pt idx="6061">
                  <c:v>1.35104</c:v>
                </c:pt>
                <c:pt idx="6062">
                  <c:v>1.3513500000000001</c:v>
                </c:pt>
                <c:pt idx="6063">
                  <c:v>1.3516600000000001</c:v>
                </c:pt>
                <c:pt idx="6064">
                  <c:v>1.3519600000000001</c:v>
                </c:pt>
                <c:pt idx="6065">
                  <c:v>1.3522700000000001</c:v>
                </c:pt>
                <c:pt idx="6066">
                  <c:v>1.3525700000000001</c:v>
                </c:pt>
                <c:pt idx="6067">
                  <c:v>1.3528800000000001</c:v>
                </c:pt>
                <c:pt idx="6068">
                  <c:v>1.35318</c:v>
                </c:pt>
                <c:pt idx="6069">
                  <c:v>1.3534900000000001</c:v>
                </c:pt>
                <c:pt idx="6070">
                  <c:v>1.35379</c:v>
                </c:pt>
                <c:pt idx="6071">
                  <c:v>1.3541000000000001</c:v>
                </c:pt>
                <c:pt idx="6072">
                  <c:v>1.3544</c:v>
                </c:pt>
                <c:pt idx="6073">
                  <c:v>1.3547100000000001</c:v>
                </c:pt>
                <c:pt idx="6074">
                  <c:v>1.35501</c:v>
                </c:pt>
                <c:pt idx="6075">
                  <c:v>1.3553200000000001</c:v>
                </c:pt>
                <c:pt idx="6076">
                  <c:v>1.3556299999999999</c:v>
                </c:pt>
                <c:pt idx="6077">
                  <c:v>1.3559300000000001</c:v>
                </c:pt>
                <c:pt idx="6078">
                  <c:v>1.3562399999999999</c:v>
                </c:pt>
                <c:pt idx="6079">
                  <c:v>1.3565400000000001</c:v>
                </c:pt>
                <c:pt idx="6080">
                  <c:v>1.3568499999999999</c:v>
                </c:pt>
                <c:pt idx="6081">
                  <c:v>1.3571500000000001</c:v>
                </c:pt>
                <c:pt idx="6082">
                  <c:v>1.3574600000000001</c:v>
                </c:pt>
                <c:pt idx="6083">
                  <c:v>1.3577600000000001</c:v>
                </c:pt>
                <c:pt idx="6084">
                  <c:v>1.3580700000000001</c:v>
                </c:pt>
                <c:pt idx="6085">
                  <c:v>1.3583700000000001</c:v>
                </c:pt>
                <c:pt idx="6086">
                  <c:v>1.3586800000000001</c:v>
                </c:pt>
                <c:pt idx="6087">
                  <c:v>1.3589800000000001</c:v>
                </c:pt>
                <c:pt idx="6088">
                  <c:v>1.3592900000000001</c:v>
                </c:pt>
                <c:pt idx="6089">
                  <c:v>1.3595999999999999</c:v>
                </c:pt>
                <c:pt idx="6090">
                  <c:v>1.3599000000000001</c:v>
                </c:pt>
                <c:pt idx="6091">
                  <c:v>1.3602099999999999</c:v>
                </c:pt>
                <c:pt idx="6092">
                  <c:v>1.3605100000000001</c:v>
                </c:pt>
                <c:pt idx="6093">
                  <c:v>1.3608199999999999</c:v>
                </c:pt>
                <c:pt idx="6094">
                  <c:v>1.3611200000000001</c:v>
                </c:pt>
                <c:pt idx="6095">
                  <c:v>1.3614299999999999</c:v>
                </c:pt>
                <c:pt idx="6096">
                  <c:v>1.3617300000000001</c:v>
                </c:pt>
                <c:pt idx="6097">
                  <c:v>1.3620399999999999</c:v>
                </c:pt>
                <c:pt idx="6098">
                  <c:v>1.3623400000000001</c:v>
                </c:pt>
                <c:pt idx="6099">
                  <c:v>1.3626499999999999</c:v>
                </c:pt>
                <c:pt idx="6100">
                  <c:v>1.3629500000000001</c:v>
                </c:pt>
                <c:pt idx="6101">
                  <c:v>1.3632599999999999</c:v>
                </c:pt>
                <c:pt idx="6102">
                  <c:v>1.3635699999999999</c:v>
                </c:pt>
                <c:pt idx="6103">
                  <c:v>1.3638699999999999</c:v>
                </c:pt>
                <c:pt idx="6104">
                  <c:v>1.3641799999999999</c:v>
                </c:pt>
                <c:pt idx="6105">
                  <c:v>1.3644799999999999</c:v>
                </c:pt>
                <c:pt idx="6106">
                  <c:v>1.3647899999999999</c:v>
                </c:pt>
                <c:pt idx="6107">
                  <c:v>1.3650899999999999</c:v>
                </c:pt>
                <c:pt idx="6108">
                  <c:v>1.3653999999999999</c:v>
                </c:pt>
                <c:pt idx="6109">
                  <c:v>1.3656999999999999</c:v>
                </c:pt>
                <c:pt idx="6110">
                  <c:v>1.3660099999999999</c:v>
                </c:pt>
                <c:pt idx="6111">
                  <c:v>1.3663099999999999</c:v>
                </c:pt>
                <c:pt idx="6112">
                  <c:v>1.3666199999999999</c:v>
                </c:pt>
                <c:pt idx="6113">
                  <c:v>1.36693</c:v>
                </c:pt>
                <c:pt idx="6114">
                  <c:v>1.3672299999999999</c:v>
                </c:pt>
                <c:pt idx="6115">
                  <c:v>1.36754</c:v>
                </c:pt>
                <c:pt idx="6116">
                  <c:v>1.3678399999999999</c:v>
                </c:pt>
                <c:pt idx="6117">
                  <c:v>1.36815</c:v>
                </c:pt>
                <c:pt idx="6118">
                  <c:v>1.3684499999999999</c:v>
                </c:pt>
                <c:pt idx="6119">
                  <c:v>1.36876</c:v>
                </c:pt>
                <c:pt idx="6120">
                  <c:v>1.3690599999999999</c:v>
                </c:pt>
                <c:pt idx="6121">
                  <c:v>1.36937</c:v>
                </c:pt>
                <c:pt idx="6122">
                  <c:v>1.3696699999999999</c:v>
                </c:pt>
                <c:pt idx="6123">
                  <c:v>1.36998</c:v>
                </c:pt>
                <c:pt idx="6124">
                  <c:v>1.3702799999999999</c:v>
                </c:pt>
                <c:pt idx="6125">
                  <c:v>1.37059</c:v>
                </c:pt>
                <c:pt idx="6126">
                  <c:v>1.3709</c:v>
                </c:pt>
                <c:pt idx="6127">
                  <c:v>1.3712</c:v>
                </c:pt>
                <c:pt idx="6128">
                  <c:v>1.37151</c:v>
                </c:pt>
                <c:pt idx="6129">
                  <c:v>1.37181</c:v>
                </c:pt>
                <c:pt idx="6130">
                  <c:v>1.37212</c:v>
                </c:pt>
                <c:pt idx="6131">
                  <c:v>1.37242</c:v>
                </c:pt>
                <c:pt idx="6132">
                  <c:v>1.37273</c:v>
                </c:pt>
                <c:pt idx="6133">
                  <c:v>1.37303</c:v>
                </c:pt>
                <c:pt idx="6134">
                  <c:v>1.37334</c:v>
                </c:pt>
                <c:pt idx="6135">
                  <c:v>1.37364</c:v>
                </c:pt>
                <c:pt idx="6136">
                  <c:v>1.37395</c:v>
                </c:pt>
                <c:pt idx="6137">
                  <c:v>1.37425</c:v>
                </c:pt>
                <c:pt idx="6138">
                  <c:v>1.37456</c:v>
                </c:pt>
                <c:pt idx="6139">
                  <c:v>1.37487</c:v>
                </c:pt>
                <c:pt idx="6140">
                  <c:v>1.37517</c:v>
                </c:pt>
                <c:pt idx="6141">
                  <c:v>1.37548</c:v>
                </c:pt>
                <c:pt idx="6142">
                  <c:v>1.37578</c:v>
                </c:pt>
                <c:pt idx="6143">
                  <c:v>1.37609</c:v>
                </c:pt>
                <c:pt idx="6144">
                  <c:v>1.37639</c:v>
                </c:pt>
                <c:pt idx="6145">
                  <c:v>1.3767</c:v>
                </c:pt>
                <c:pt idx="6146">
                  <c:v>1.377</c:v>
                </c:pt>
                <c:pt idx="6147">
                  <c:v>1.37731</c:v>
                </c:pt>
                <c:pt idx="6148">
                  <c:v>1.37761</c:v>
                </c:pt>
                <c:pt idx="6149">
                  <c:v>1.37792</c:v>
                </c:pt>
                <c:pt idx="6150">
                  <c:v>1.37822</c:v>
                </c:pt>
                <c:pt idx="6151">
                  <c:v>1.37853</c:v>
                </c:pt>
                <c:pt idx="6152">
                  <c:v>1.3788400000000001</c:v>
                </c:pt>
                <c:pt idx="6153">
                  <c:v>1.37914</c:v>
                </c:pt>
                <c:pt idx="6154">
                  <c:v>1.3794500000000001</c:v>
                </c:pt>
                <c:pt idx="6155">
                  <c:v>1.37975</c:v>
                </c:pt>
                <c:pt idx="6156">
                  <c:v>1.3800600000000001</c:v>
                </c:pt>
                <c:pt idx="6157">
                  <c:v>1.38036</c:v>
                </c:pt>
                <c:pt idx="6158">
                  <c:v>1.3806700000000001</c:v>
                </c:pt>
                <c:pt idx="6159">
                  <c:v>1.38097</c:v>
                </c:pt>
                <c:pt idx="6160">
                  <c:v>1.3812800000000001</c:v>
                </c:pt>
                <c:pt idx="6161">
                  <c:v>1.38158</c:v>
                </c:pt>
                <c:pt idx="6162">
                  <c:v>1.3818900000000001</c:v>
                </c:pt>
                <c:pt idx="6163">
                  <c:v>1.3822000000000001</c:v>
                </c:pt>
                <c:pt idx="6164">
                  <c:v>1.3825000000000001</c:v>
                </c:pt>
                <c:pt idx="6165">
                  <c:v>1.3828100000000001</c:v>
                </c:pt>
                <c:pt idx="6166">
                  <c:v>1.3831100000000001</c:v>
                </c:pt>
                <c:pt idx="6167">
                  <c:v>1.3834200000000001</c:v>
                </c:pt>
                <c:pt idx="6168">
                  <c:v>1.3837200000000001</c:v>
                </c:pt>
                <c:pt idx="6169">
                  <c:v>1.3840300000000001</c:v>
                </c:pt>
                <c:pt idx="6170">
                  <c:v>1.3843300000000001</c:v>
                </c:pt>
                <c:pt idx="6171">
                  <c:v>1.3846400000000001</c:v>
                </c:pt>
                <c:pt idx="6172">
                  <c:v>1.3849400000000001</c:v>
                </c:pt>
                <c:pt idx="6173">
                  <c:v>1.3852500000000001</c:v>
                </c:pt>
                <c:pt idx="6174">
                  <c:v>1.3855500000000001</c:v>
                </c:pt>
                <c:pt idx="6175">
                  <c:v>1.3858600000000001</c:v>
                </c:pt>
                <c:pt idx="6176">
                  <c:v>1.3861699999999999</c:v>
                </c:pt>
                <c:pt idx="6177">
                  <c:v>1.3864700000000001</c:v>
                </c:pt>
                <c:pt idx="6178">
                  <c:v>1.3867799999999999</c:v>
                </c:pt>
                <c:pt idx="6179">
                  <c:v>1.3870800000000001</c:v>
                </c:pt>
                <c:pt idx="6180">
                  <c:v>1.3873899999999999</c:v>
                </c:pt>
                <c:pt idx="6181">
                  <c:v>1.3876900000000001</c:v>
                </c:pt>
                <c:pt idx="6182">
                  <c:v>1.3879999999999999</c:v>
                </c:pt>
                <c:pt idx="6183">
                  <c:v>1.3883000000000001</c:v>
                </c:pt>
                <c:pt idx="6184">
                  <c:v>1.3886099999999999</c:v>
                </c:pt>
                <c:pt idx="6185">
                  <c:v>1.3889100000000001</c:v>
                </c:pt>
                <c:pt idx="6186">
                  <c:v>1.3892199999999999</c:v>
                </c:pt>
                <c:pt idx="6187">
                  <c:v>1.3895200000000001</c:v>
                </c:pt>
                <c:pt idx="6188">
                  <c:v>1.3898299999999999</c:v>
                </c:pt>
                <c:pt idx="6189">
                  <c:v>1.3901399999999999</c:v>
                </c:pt>
                <c:pt idx="6190">
                  <c:v>1.3904399999999999</c:v>
                </c:pt>
                <c:pt idx="6191">
                  <c:v>1.3907499999999999</c:v>
                </c:pt>
                <c:pt idx="6192">
                  <c:v>1.3910499999999999</c:v>
                </c:pt>
                <c:pt idx="6193">
                  <c:v>1.3913599999999999</c:v>
                </c:pt>
                <c:pt idx="6194">
                  <c:v>1.3916599999999999</c:v>
                </c:pt>
                <c:pt idx="6195">
                  <c:v>1.3919699999999999</c:v>
                </c:pt>
                <c:pt idx="6196">
                  <c:v>1.3922699999999999</c:v>
                </c:pt>
                <c:pt idx="6197">
                  <c:v>1.3925799999999999</c:v>
                </c:pt>
                <c:pt idx="6198">
                  <c:v>1.3928799999999999</c:v>
                </c:pt>
                <c:pt idx="6199">
                  <c:v>1.3931899999999999</c:v>
                </c:pt>
                <c:pt idx="6200">
                  <c:v>1.3934899999999999</c:v>
                </c:pt>
                <c:pt idx="6201">
                  <c:v>1.3937999999999999</c:v>
                </c:pt>
                <c:pt idx="6202">
                  <c:v>1.39411</c:v>
                </c:pt>
                <c:pt idx="6203">
                  <c:v>1.3944099999999999</c:v>
                </c:pt>
                <c:pt idx="6204">
                  <c:v>1.39472</c:v>
                </c:pt>
                <c:pt idx="6205">
                  <c:v>1.3950199999999999</c:v>
                </c:pt>
                <c:pt idx="6206">
                  <c:v>1.39533</c:v>
                </c:pt>
                <c:pt idx="6207">
                  <c:v>1.3956299999999999</c:v>
                </c:pt>
                <c:pt idx="6208">
                  <c:v>1.39594</c:v>
                </c:pt>
                <c:pt idx="6209">
                  <c:v>1.3962399999999999</c:v>
                </c:pt>
                <c:pt idx="6210">
                  <c:v>1.39655</c:v>
                </c:pt>
                <c:pt idx="6211">
                  <c:v>1.3968499999999999</c:v>
                </c:pt>
                <c:pt idx="6212">
                  <c:v>1.39716</c:v>
                </c:pt>
                <c:pt idx="6213">
                  <c:v>1.3974599999999999</c:v>
                </c:pt>
                <c:pt idx="6214">
                  <c:v>1.39777</c:v>
                </c:pt>
                <c:pt idx="6215">
                  <c:v>1.39808</c:v>
                </c:pt>
                <c:pt idx="6216">
                  <c:v>1.39838</c:v>
                </c:pt>
                <c:pt idx="6217">
                  <c:v>1.39869</c:v>
                </c:pt>
                <c:pt idx="6218">
                  <c:v>1.39899</c:v>
                </c:pt>
                <c:pt idx="6219">
                  <c:v>1.3993</c:v>
                </c:pt>
                <c:pt idx="6220">
                  <c:v>1.3996</c:v>
                </c:pt>
                <c:pt idx="6221">
                  <c:v>1.39991</c:v>
                </c:pt>
                <c:pt idx="6222">
                  <c:v>1.40021</c:v>
                </c:pt>
                <c:pt idx="6223">
                  <c:v>1.40052</c:v>
                </c:pt>
                <c:pt idx="6224">
                  <c:v>1.40082</c:v>
                </c:pt>
                <c:pt idx="6225">
                  <c:v>1.40113</c:v>
                </c:pt>
                <c:pt idx="6226">
                  <c:v>1.40144</c:v>
                </c:pt>
                <c:pt idx="6227">
                  <c:v>1.40174</c:v>
                </c:pt>
                <c:pt idx="6228">
                  <c:v>1.40205</c:v>
                </c:pt>
                <c:pt idx="6229">
                  <c:v>1.40235</c:v>
                </c:pt>
                <c:pt idx="6230">
                  <c:v>1.40266</c:v>
                </c:pt>
                <c:pt idx="6231">
                  <c:v>1.40296</c:v>
                </c:pt>
                <c:pt idx="6232">
                  <c:v>1.40327</c:v>
                </c:pt>
                <c:pt idx="6233">
                  <c:v>1.40357</c:v>
                </c:pt>
                <c:pt idx="6234">
                  <c:v>1.40388</c:v>
                </c:pt>
                <c:pt idx="6235">
                  <c:v>1.40418</c:v>
                </c:pt>
                <c:pt idx="6236">
                  <c:v>1.40449</c:v>
                </c:pt>
                <c:pt idx="6237">
                  <c:v>1.40479</c:v>
                </c:pt>
                <c:pt idx="6238">
                  <c:v>1.4051</c:v>
                </c:pt>
                <c:pt idx="6239">
                  <c:v>1.40541</c:v>
                </c:pt>
                <c:pt idx="6240">
                  <c:v>1.40571</c:v>
                </c:pt>
                <c:pt idx="6241">
                  <c:v>1.40602</c:v>
                </c:pt>
                <c:pt idx="6242">
                  <c:v>1.40632</c:v>
                </c:pt>
                <c:pt idx="6243">
                  <c:v>1.40663</c:v>
                </c:pt>
                <c:pt idx="6244">
                  <c:v>1.40693</c:v>
                </c:pt>
                <c:pt idx="6245">
                  <c:v>1.40724</c:v>
                </c:pt>
                <c:pt idx="6246">
                  <c:v>1.40754</c:v>
                </c:pt>
                <c:pt idx="6247">
                  <c:v>1.40785</c:v>
                </c:pt>
                <c:pt idx="6248">
                  <c:v>1.40815</c:v>
                </c:pt>
                <c:pt idx="6249">
                  <c:v>1.40846</c:v>
                </c:pt>
                <c:pt idx="6250">
                  <c:v>1.40876</c:v>
                </c:pt>
                <c:pt idx="6251">
                  <c:v>1.40907</c:v>
                </c:pt>
                <c:pt idx="6252">
                  <c:v>1.4093800000000001</c:v>
                </c:pt>
                <c:pt idx="6253">
                  <c:v>1.40968</c:v>
                </c:pt>
                <c:pt idx="6254">
                  <c:v>1.4099900000000001</c:v>
                </c:pt>
                <c:pt idx="6255">
                  <c:v>1.41029</c:v>
                </c:pt>
                <c:pt idx="6256">
                  <c:v>1.4106000000000001</c:v>
                </c:pt>
                <c:pt idx="6257">
                  <c:v>1.4109</c:v>
                </c:pt>
                <c:pt idx="6258">
                  <c:v>1.4112100000000001</c:v>
                </c:pt>
                <c:pt idx="6259">
                  <c:v>1.41151</c:v>
                </c:pt>
                <c:pt idx="6260">
                  <c:v>1.4118200000000001</c:v>
                </c:pt>
                <c:pt idx="6261">
                  <c:v>1.41212</c:v>
                </c:pt>
                <c:pt idx="6262">
                  <c:v>1.4124300000000001</c:v>
                </c:pt>
                <c:pt idx="6263">
                  <c:v>1.41273</c:v>
                </c:pt>
                <c:pt idx="6264">
                  <c:v>1.4130400000000001</c:v>
                </c:pt>
                <c:pt idx="6265">
                  <c:v>1.4133500000000001</c:v>
                </c:pt>
                <c:pt idx="6266">
                  <c:v>1.4136500000000001</c:v>
                </c:pt>
                <c:pt idx="6267">
                  <c:v>1.4139600000000001</c:v>
                </c:pt>
                <c:pt idx="6268">
                  <c:v>1.4142600000000001</c:v>
                </c:pt>
                <c:pt idx="6269">
                  <c:v>1.4145700000000001</c:v>
                </c:pt>
                <c:pt idx="6270">
                  <c:v>1.4148700000000001</c:v>
                </c:pt>
                <c:pt idx="6271">
                  <c:v>1.4151800000000001</c:v>
                </c:pt>
                <c:pt idx="6272">
                  <c:v>1.4154800000000001</c:v>
                </c:pt>
                <c:pt idx="6273">
                  <c:v>1.4157900000000001</c:v>
                </c:pt>
                <c:pt idx="6274">
                  <c:v>1.4160900000000001</c:v>
                </c:pt>
                <c:pt idx="6275">
                  <c:v>1.4164000000000001</c:v>
                </c:pt>
                <c:pt idx="6276">
                  <c:v>1.4167000000000001</c:v>
                </c:pt>
                <c:pt idx="6277">
                  <c:v>1.4170100000000001</c:v>
                </c:pt>
                <c:pt idx="6278">
                  <c:v>1.4173199999999999</c:v>
                </c:pt>
                <c:pt idx="6279">
                  <c:v>1.4176200000000001</c:v>
                </c:pt>
                <c:pt idx="6280">
                  <c:v>1.4179299999999999</c:v>
                </c:pt>
                <c:pt idx="6281">
                  <c:v>1.4182300000000001</c:v>
                </c:pt>
                <c:pt idx="6282">
                  <c:v>1.4185399999999999</c:v>
                </c:pt>
                <c:pt idx="6283">
                  <c:v>1.4188400000000001</c:v>
                </c:pt>
                <c:pt idx="6284">
                  <c:v>1.4191499999999999</c:v>
                </c:pt>
                <c:pt idx="6285">
                  <c:v>1.4194500000000001</c:v>
                </c:pt>
                <c:pt idx="6286">
                  <c:v>1.4197599999999999</c:v>
                </c:pt>
                <c:pt idx="6287">
                  <c:v>1.4200600000000001</c:v>
                </c:pt>
                <c:pt idx="6288">
                  <c:v>1.4203699999999999</c:v>
                </c:pt>
                <c:pt idx="6289">
                  <c:v>1.4206799999999999</c:v>
                </c:pt>
                <c:pt idx="6290">
                  <c:v>1.4209799999999999</c:v>
                </c:pt>
                <c:pt idx="6291">
                  <c:v>1.4212899999999999</c:v>
                </c:pt>
                <c:pt idx="6292">
                  <c:v>1.4215899999999999</c:v>
                </c:pt>
                <c:pt idx="6293">
                  <c:v>1.4218999999999999</c:v>
                </c:pt>
                <c:pt idx="6294">
                  <c:v>1.4221999999999999</c:v>
                </c:pt>
                <c:pt idx="6295">
                  <c:v>1.4225099999999999</c:v>
                </c:pt>
                <c:pt idx="6296">
                  <c:v>1.4228099999999999</c:v>
                </c:pt>
                <c:pt idx="6297">
                  <c:v>1.4231199999999999</c:v>
                </c:pt>
                <c:pt idx="6298">
                  <c:v>1.4234199999999999</c:v>
                </c:pt>
                <c:pt idx="6299">
                  <c:v>1.4237299999999999</c:v>
                </c:pt>
                <c:pt idx="6300">
                  <c:v>1.4240299999999999</c:v>
                </c:pt>
                <c:pt idx="6301">
                  <c:v>1.4243399999999999</c:v>
                </c:pt>
                <c:pt idx="6302">
                  <c:v>1.42465</c:v>
                </c:pt>
                <c:pt idx="6303">
                  <c:v>1.4249499999999999</c:v>
                </c:pt>
                <c:pt idx="6304">
                  <c:v>1.42526</c:v>
                </c:pt>
                <c:pt idx="6305">
                  <c:v>1.4255599999999999</c:v>
                </c:pt>
                <c:pt idx="6306">
                  <c:v>1.42587</c:v>
                </c:pt>
                <c:pt idx="6307">
                  <c:v>1.4261699999999999</c:v>
                </c:pt>
                <c:pt idx="6308">
                  <c:v>1.42648</c:v>
                </c:pt>
                <c:pt idx="6309">
                  <c:v>1.4267799999999999</c:v>
                </c:pt>
                <c:pt idx="6310">
                  <c:v>1.42709</c:v>
                </c:pt>
                <c:pt idx="6311">
                  <c:v>1.4273899999999999</c:v>
                </c:pt>
                <c:pt idx="6312">
                  <c:v>1.4277</c:v>
                </c:pt>
                <c:pt idx="6313">
                  <c:v>1.4279999999999999</c:v>
                </c:pt>
                <c:pt idx="6314">
                  <c:v>1.42831</c:v>
                </c:pt>
                <c:pt idx="6315">
                  <c:v>1.42862</c:v>
                </c:pt>
                <c:pt idx="6316">
                  <c:v>1.42892</c:v>
                </c:pt>
                <c:pt idx="6317">
                  <c:v>1.42923</c:v>
                </c:pt>
                <c:pt idx="6318">
                  <c:v>1.42953</c:v>
                </c:pt>
                <c:pt idx="6319">
                  <c:v>1.42984</c:v>
                </c:pt>
                <c:pt idx="6320">
                  <c:v>1.43014</c:v>
                </c:pt>
                <c:pt idx="6321">
                  <c:v>1.43045</c:v>
                </c:pt>
                <c:pt idx="6322">
                  <c:v>1.43075</c:v>
                </c:pt>
                <c:pt idx="6323">
                  <c:v>1.43106</c:v>
                </c:pt>
                <c:pt idx="6324">
                  <c:v>1.43136</c:v>
                </c:pt>
                <c:pt idx="6325">
                  <c:v>1.43167</c:v>
                </c:pt>
                <c:pt idx="6326">
                  <c:v>1.43197</c:v>
                </c:pt>
                <c:pt idx="6327">
                  <c:v>1.43228</c:v>
                </c:pt>
                <c:pt idx="6328">
                  <c:v>1.43259</c:v>
                </c:pt>
                <c:pt idx="6329">
                  <c:v>1.43289</c:v>
                </c:pt>
                <c:pt idx="6330">
                  <c:v>1.4332</c:v>
                </c:pt>
                <c:pt idx="6331">
                  <c:v>1.4335</c:v>
                </c:pt>
                <c:pt idx="6332">
                  <c:v>1.43381</c:v>
                </c:pt>
                <c:pt idx="6333">
                  <c:v>1.43411</c:v>
                </c:pt>
                <c:pt idx="6334">
                  <c:v>1.43442</c:v>
                </c:pt>
                <c:pt idx="6335">
                  <c:v>1.43472</c:v>
                </c:pt>
                <c:pt idx="6336">
                  <c:v>1.43503</c:v>
                </c:pt>
                <c:pt idx="6337">
                  <c:v>1.43533</c:v>
                </c:pt>
                <c:pt idx="6338">
                  <c:v>1.43564</c:v>
                </c:pt>
                <c:pt idx="6339">
                  <c:v>1.4359500000000001</c:v>
                </c:pt>
                <c:pt idx="6340">
                  <c:v>1.43625</c:v>
                </c:pt>
                <c:pt idx="6341">
                  <c:v>1.4365600000000001</c:v>
                </c:pt>
                <c:pt idx="6342">
                  <c:v>1.43686</c:v>
                </c:pt>
                <c:pt idx="6343">
                  <c:v>1.4371700000000001</c:v>
                </c:pt>
                <c:pt idx="6344">
                  <c:v>1.43747</c:v>
                </c:pt>
                <c:pt idx="6345">
                  <c:v>1.4377800000000001</c:v>
                </c:pt>
                <c:pt idx="6346">
                  <c:v>1.43808</c:v>
                </c:pt>
                <c:pt idx="6347">
                  <c:v>1.4383900000000001</c:v>
                </c:pt>
                <c:pt idx="6348">
                  <c:v>1.43869</c:v>
                </c:pt>
                <c:pt idx="6349">
                  <c:v>1.4390000000000001</c:v>
                </c:pt>
                <c:pt idx="6350">
                  <c:v>1.4393</c:v>
                </c:pt>
                <c:pt idx="6351">
                  <c:v>1.4396100000000001</c:v>
                </c:pt>
                <c:pt idx="6352">
                  <c:v>1.4399200000000001</c:v>
                </c:pt>
                <c:pt idx="6353">
                  <c:v>1.4402200000000001</c:v>
                </c:pt>
                <c:pt idx="6354">
                  <c:v>1.4405300000000001</c:v>
                </c:pt>
                <c:pt idx="6355">
                  <c:v>1.4408300000000001</c:v>
                </c:pt>
                <c:pt idx="6356">
                  <c:v>1.4411400000000001</c:v>
                </c:pt>
                <c:pt idx="6357">
                  <c:v>1.4414400000000001</c:v>
                </c:pt>
                <c:pt idx="6358">
                  <c:v>1.4417500000000001</c:v>
                </c:pt>
                <c:pt idx="6359">
                  <c:v>1.4420500000000001</c:v>
                </c:pt>
                <c:pt idx="6360">
                  <c:v>1.4423600000000001</c:v>
                </c:pt>
                <c:pt idx="6361">
                  <c:v>1.4426600000000001</c:v>
                </c:pt>
                <c:pt idx="6362">
                  <c:v>1.4429700000000001</c:v>
                </c:pt>
                <c:pt idx="6363">
                  <c:v>1.4432700000000001</c:v>
                </c:pt>
                <c:pt idx="6364">
                  <c:v>1.4435800000000001</c:v>
                </c:pt>
                <c:pt idx="6365">
                  <c:v>1.4438899999999999</c:v>
                </c:pt>
                <c:pt idx="6366">
                  <c:v>1.4441900000000001</c:v>
                </c:pt>
                <c:pt idx="6367">
                  <c:v>1.4444999999999999</c:v>
                </c:pt>
                <c:pt idx="6368">
                  <c:v>1.4448000000000001</c:v>
                </c:pt>
                <c:pt idx="6369">
                  <c:v>1.4451099999999999</c:v>
                </c:pt>
                <c:pt idx="6370">
                  <c:v>1.4454100000000001</c:v>
                </c:pt>
                <c:pt idx="6371">
                  <c:v>1.4457199999999999</c:v>
                </c:pt>
                <c:pt idx="6372">
                  <c:v>1.4460200000000001</c:v>
                </c:pt>
                <c:pt idx="6373">
                  <c:v>1.4463299999999999</c:v>
                </c:pt>
                <c:pt idx="6374">
                  <c:v>1.4466300000000001</c:v>
                </c:pt>
                <c:pt idx="6375">
                  <c:v>1.4469399999999999</c:v>
                </c:pt>
                <c:pt idx="6376">
                  <c:v>1.4472400000000001</c:v>
                </c:pt>
                <c:pt idx="6377">
                  <c:v>1.4475499999999999</c:v>
                </c:pt>
                <c:pt idx="6378">
                  <c:v>1.4478599999999999</c:v>
                </c:pt>
                <c:pt idx="6379">
                  <c:v>1.4481599999999999</c:v>
                </c:pt>
                <c:pt idx="6380">
                  <c:v>1.4484699999999999</c:v>
                </c:pt>
                <c:pt idx="6381">
                  <c:v>1.4487699999999999</c:v>
                </c:pt>
                <c:pt idx="6382">
                  <c:v>1.4490799999999999</c:v>
                </c:pt>
                <c:pt idx="6383">
                  <c:v>1.4493799999999999</c:v>
                </c:pt>
                <c:pt idx="6384">
                  <c:v>1.4496899999999999</c:v>
                </c:pt>
                <c:pt idx="6385">
                  <c:v>1.4499899999999999</c:v>
                </c:pt>
                <c:pt idx="6386">
                  <c:v>1.4502999999999999</c:v>
                </c:pt>
                <c:pt idx="6387">
                  <c:v>1.4505999999999999</c:v>
                </c:pt>
                <c:pt idx="6388">
                  <c:v>1.4509099999999999</c:v>
                </c:pt>
                <c:pt idx="6389">
                  <c:v>1.4512100000000001</c:v>
                </c:pt>
                <c:pt idx="6390">
                  <c:v>1.4515199999999999</c:v>
                </c:pt>
                <c:pt idx="6391">
                  <c:v>1.45183</c:v>
                </c:pt>
                <c:pt idx="6392">
                  <c:v>1.4521299999999999</c:v>
                </c:pt>
                <c:pt idx="6393">
                  <c:v>1.45244</c:v>
                </c:pt>
                <c:pt idx="6394">
                  <c:v>1.4527399999999999</c:v>
                </c:pt>
                <c:pt idx="6395">
                  <c:v>1.45305</c:v>
                </c:pt>
                <c:pt idx="6396">
                  <c:v>1.4533499999999999</c:v>
                </c:pt>
                <c:pt idx="6397">
                  <c:v>1.45366</c:v>
                </c:pt>
                <c:pt idx="6398">
                  <c:v>1.4539599999999999</c:v>
                </c:pt>
                <c:pt idx="6399">
                  <c:v>1.45427</c:v>
                </c:pt>
                <c:pt idx="6400">
                  <c:v>1.4545699999999999</c:v>
                </c:pt>
                <c:pt idx="6401">
                  <c:v>1.45488</c:v>
                </c:pt>
                <c:pt idx="6402">
                  <c:v>1.45519</c:v>
                </c:pt>
                <c:pt idx="6403">
                  <c:v>1.45549</c:v>
                </c:pt>
                <c:pt idx="6404">
                  <c:v>1.4558</c:v>
                </c:pt>
                <c:pt idx="6405">
                  <c:v>1.4560999999999999</c:v>
                </c:pt>
                <c:pt idx="6406">
                  <c:v>1.45641</c:v>
                </c:pt>
                <c:pt idx="6407">
                  <c:v>1.4567099999999999</c:v>
                </c:pt>
                <c:pt idx="6408">
                  <c:v>1.45702</c:v>
                </c:pt>
                <c:pt idx="6409">
                  <c:v>1.4573199999999999</c:v>
                </c:pt>
                <c:pt idx="6410">
                  <c:v>1.45763</c:v>
                </c:pt>
                <c:pt idx="6411">
                  <c:v>1.4579299999999999</c:v>
                </c:pt>
                <c:pt idx="6412">
                  <c:v>1.45824</c:v>
                </c:pt>
                <c:pt idx="6413">
                  <c:v>1.4585399999999999</c:v>
                </c:pt>
                <c:pt idx="6414">
                  <c:v>1.45885</c:v>
                </c:pt>
                <c:pt idx="6415">
                  <c:v>1.45916</c:v>
                </c:pt>
                <c:pt idx="6416">
                  <c:v>1.45946</c:v>
                </c:pt>
                <c:pt idx="6417">
                  <c:v>1.45977</c:v>
                </c:pt>
                <c:pt idx="6418">
                  <c:v>1.46007</c:v>
                </c:pt>
                <c:pt idx="6419">
                  <c:v>1.46038</c:v>
                </c:pt>
                <c:pt idx="6420">
                  <c:v>1.46068</c:v>
                </c:pt>
                <c:pt idx="6421">
                  <c:v>1.46099</c:v>
                </c:pt>
                <c:pt idx="6422">
                  <c:v>1.46129</c:v>
                </c:pt>
                <c:pt idx="6423">
                  <c:v>1.4616</c:v>
                </c:pt>
                <c:pt idx="6424">
                  <c:v>1.4619</c:v>
                </c:pt>
                <c:pt idx="6425">
                  <c:v>1.46221</c:v>
                </c:pt>
                <c:pt idx="6426">
                  <c:v>1.46251</c:v>
                </c:pt>
                <c:pt idx="6427">
                  <c:v>1.46282</c:v>
                </c:pt>
                <c:pt idx="6428">
                  <c:v>1.46313</c:v>
                </c:pt>
                <c:pt idx="6429">
                  <c:v>1.46343</c:v>
                </c:pt>
                <c:pt idx="6430">
                  <c:v>1.46374</c:v>
                </c:pt>
                <c:pt idx="6431">
                  <c:v>1.46404</c:v>
                </c:pt>
                <c:pt idx="6432">
                  <c:v>1.46435</c:v>
                </c:pt>
                <c:pt idx="6433">
                  <c:v>1.46465</c:v>
                </c:pt>
                <c:pt idx="6434">
                  <c:v>1.46496</c:v>
                </c:pt>
                <c:pt idx="6435">
                  <c:v>1.46526</c:v>
                </c:pt>
                <c:pt idx="6436">
                  <c:v>1.46557</c:v>
                </c:pt>
                <c:pt idx="6437">
                  <c:v>1.46587</c:v>
                </c:pt>
                <c:pt idx="6438">
                  <c:v>1.46618</c:v>
                </c:pt>
                <c:pt idx="6439">
                  <c:v>1.46648</c:v>
                </c:pt>
                <c:pt idx="6440">
                  <c:v>1.46679</c:v>
                </c:pt>
                <c:pt idx="6441">
                  <c:v>1.4671000000000001</c:v>
                </c:pt>
                <c:pt idx="6442">
                  <c:v>1.4674</c:v>
                </c:pt>
                <c:pt idx="6443">
                  <c:v>1.4677100000000001</c:v>
                </c:pt>
                <c:pt idx="6444">
                  <c:v>1.46801</c:v>
                </c:pt>
                <c:pt idx="6445">
                  <c:v>1.4683200000000001</c:v>
                </c:pt>
                <c:pt idx="6446">
                  <c:v>1.46862</c:v>
                </c:pt>
                <c:pt idx="6447">
                  <c:v>1.4689300000000001</c:v>
                </c:pt>
                <c:pt idx="6448">
                  <c:v>1.46923</c:v>
                </c:pt>
                <c:pt idx="6449">
                  <c:v>1.4695400000000001</c:v>
                </c:pt>
                <c:pt idx="6450">
                  <c:v>1.46984</c:v>
                </c:pt>
                <c:pt idx="6451">
                  <c:v>1.4701500000000001</c:v>
                </c:pt>
                <c:pt idx="6452">
                  <c:v>1.47045</c:v>
                </c:pt>
                <c:pt idx="6453">
                  <c:v>1.4707600000000001</c:v>
                </c:pt>
                <c:pt idx="6454">
                  <c:v>1.4710700000000001</c:v>
                </c:pt>
                <c:pt idx="6455">
                  <c:v>1.4713700000000001</c:v>
                </c:pt>
                <c:pt idx="6456">
                  <c:v>1.4716800000000001</c:v>
                </c:pt>
                <c:pt idx="6457">
                  <c:v>1.4719800000000001</c:v>
                </c:pt>
                <c:pt idx="6458">
                  <c:v>1.4722900000000001</c:v>
                </c:pt>
                <c:pt idx="6459">
                  <c:v>1.4725900000000001</c:v>
                </c:pt>
                <c:pt idx="6460">
                  <c:v>1.4729000000000001</c:v>
                </c:pt>
                <c:pt idx="6461">
                  <c:v>1.4732000000000001</c:v>
                </c:pt>
                <c:pt idx="6462">
                  <c:v>1.4735100000000001</c:v>
                </c:pt>
                <c:pt idx="6463">
                  <c:v>1.4738100000000001</c:v>
                </c:pt>
                <c:pt idx="6464">
                  <c:v>1.4741200000000001</c:v>
                </c:pt>
                <c:pt idx="6465">
                  <c:v>1.4744299999999999</c:v>
                </c:pt>
                <c:pt idx="6466">
                  <c:v>1.4747300000000001</c:v>
                </c:pt>
                <c:pt idx="6467">
                  <c:v>1.4750399999999999</c:v>
                </c:pt>
                <c:pt idx="6468">
                  <c:v>1.4753400000000001</c:v>
                </c:pt>
                <c:pt idx="6469">
                  <c:v>1.4756499999999999</c:v>
                </c:pt>
                <c:pt idx="6470">
                  <c:v>1.4759500000000001</c:v>
                </c:pt>
                <c:pt idx="6471">
                  <c:v>1.4762599999999999</c:v>
                </c:pt>
                <c:pt idx="6472">
                  <c:v>1.4765600000000001</c:v>
                </c:pt>
                <c:pt idx="6473">
                  <c:v>1.4768699999999999</c:v>
                </c:pt>
                <c:pt idx="6474">
                  <c:v>1.4771700000000001</c:v>
                </c:pt>
                <c:pt idx="6475">
                  <c:v>1.4774799999999999</c:v>
                </c:pt>
                <c:pt idx="6476">
                  <c:v>1.4777800000000001</c:v>
                </c:pt>
                <c:pt idx="6477">
                  <c:v>1.4780899999999999</c:v>
                </c:pt>
                <c:pt idx="6478">
                  <c:v>1.4783999999999999</c:v>
                </c:pt>
                <c:pt idx="6479">
                  <c:v>1.4786999999999999</c:v>
                </c:pt>
                <c:pt idx="6480">
                  <c:v>1.4790099999999999</c:v>
                </c:pt>
                <c:pt idx="6481">
                  <c:v>1.4793099999999999</c:v>
                </c:pt>
                <c:pt idx="6482">
                  <c:v>1.4796199999999999</c:v>
                </c:pt>
                <c:pt idx="6483">
                  <c:v>1.4799199999999999</c:v>
                </c:pt>
                <c:pt idx="6484">
                  <c:v>1.4802299999999999</c:v>
                </c:pt>
                <c:pt idx="6485">
                  <c:v>1.4805299999999999</c:v>
                </c:pt>
                <c:pt idx="6486">
                  <c:v>1.4808399999999999</c:v>
                </c:pt>
                <c:pt idx="6487">
                  <c:v>1.4811399999999999</c:v>
                </c:pt>
                <c:pt idx="6488">
                  <c:v>1.4814499999999999</c:v>
                </c:pt>
                <c:pt idx="6489">
                  <c:v>1.4817499999999999</c:v>
                </c:pt>
                <c:pt idx="6490">
                  <c:v>1.4820599999999999</c:v>
                </c:pt>
                <c:pt idx="6491">
                  <c:v>1.48237</c:v>
                </c:pt>
                <c:pt idx="6492">
                  <c:v>1.4826699999999999</c:v>
                </c:pt>
                <c:pt idx="6493">
                  <c:v>1.48298</c:v>
                </c:pt>
                <c:pt idx="6494">
                  <c:v>1.4832799999999999</c:v>
                </c:pt>
                <c:pt idx="6495">
                  <c:v>1.48359</c:v>
                </c:pt>
                <c:pt idx="6496">
                  <c:v>1.4838899999999999</c:v>
                </c:pt>
                <c:pt idx="6497">
                  <c:v>1.4842</c:v>
                </c:pt>
                <c:pt idx="6498">
                  <c:v>1.4844999999999999</c:v>
                </c:pt>
                <c:pt idx="6499">
                  <c:v>1.48481</c:v>
                </c:pt>
                <c:pt idx="6500">
                  <c:v>1.4851099999999999</c:v>
                </c:pt>
                <c:pt idx="6501">
                  <c:v>1.48542</c:v>
                </c:pt>
                <c:pt idx="6502">
                  <c:v>1.4857199999999999</c:v>
                </c:pt>
                <c:pt idx="6503">
                  <c:v>1.48603</c:v>
                </c:pt>
                <c:pt idx="6504">
                  <c:v>1.48634</c:v>
                </c:pt>
                <c:pt idx="6505">
                  <c:v>1.48664</c:v>
                </c:pt>
                <c:pt idx="6506">
                  <c:v>1.48695</c:v>
                </c:pt>
                <c:pt idx="6507">
                  <c:v>1.48725</c:v>
                </c:pt>
                <c:pt idx="6508">
                  <c:v>1.48756</c:v>
                </c:pt>
                <c:pt idx="6509">
                  <c:v>1.48786</c:v>
                </c:pt>
                <c:pt idx="6510">
                  <c:v>1.48817</c:v>
                </c:pt>
                <c:pt idx="6511">
                  <c:v>1.48847</c:v>
                </c:pt>
                <c:pt idx="6512">
                  <c:v>1.48878</c:v>
                </c:pt>
                <c:pt idx="6513">
                  <c:v>1.48908</c:v>
                </c:pt>
                <c:pt idx="6514">
                  <c:v>1.48939</c:v>
                </c:pt>
                <c:pt idx="6515">
                  <c:v>1.4897</c:v>
                </c:pt>
                <c:pt idx="6516">
                  <c:v>1.49</c:v>
                </c:pt>
                <c:pt idx="6517">
                  <c:v>1.49031</c:v>
                </c:pt>
                <c:pt idx="6518">
                  <c:v>1.49061</c:v>
                </c:pt>
                <c:pt idx="6519">
                  <c:v>1.49092</c:v>
                </c:pt>
                <c:pt idx="6520">
                  <c:v>1.49122</c:v>
                </c:pt>
                <c:pt idx="6521">
                  <c:v>1.49153</c:v>
                </c:pt>
                <c:pt idx="6522">
                  <c:v>1.49183</c:v>
                </c:pt>
                <c:pt idx="6523">
                  <c:v>1.49214</c:v>
                </c:pt>
                <c:pt idx="6524">
                  <c:v>1.49244</c:v>
                </c:pt>
                <c:pt idx="6525">
                  <c:v>1.49275</c:v>
                </c:pt>
                <c:pt idx="6526">
                  <c:v>1.49305</c:v>
                </c:pt>
                <c:pt idx="6527">
                  <c:v>1.49336</c:v>
                </c:pt>
                <c:pt idx="6528">
                  <c:v>1.4936700000000001</c:v>
                </c:pt>
                <c:pt idx="6529">
                  <c:v>1.49397</c:v>
                </c:pt>
                <c:pt idx="6530">
                  <c:v>1.4942800000000001</c:v>
                </c:pt>
                <c:pt idx="6531">
                  <c:v>1.49458</c:v>
                </c:pt>
                <c:pt idx="6532">
                  <c:v>1.4948900000000001</c:v>
                </c:pt>
                <c:pt idx="6533">
                  <c:v>1.49519</c:v>
                </c:pt>
                <c:pt idx="6534">
                  <c:v>1.4955000000000001</c:v>
                </c:pt>
                <c:pt idx="6535">
                  <c:v>1.4958</c:v>
                </c:pt>
                <c:pt idx="6536">
                  <c:v>1.4961100000000001</c:v>
                </c:pt>
                <c:pt idx="6537">
                  <c:v>1.49641</c:v>
                </c:pt>
                <c:pt idx="6538">
                  <c:v>1.4967200000000001</c:v>
                </c:pt>
                <c:pt idx="6539">
                  <c:v>1.49702</c:v>
                </c:pt>
                <c:pt idx="6540">
                  <c:v>1.49733</c:v>
                </c:pt>
                <c:pt idx="6541">
                  <c:v>1.4976400000000001</c:v>
                </c:pt>
                <c:pt idx="6542">
                  <c:v>1.49794</c:v>
                </c:pt>
                <c:pt idx="6543">
                  <c:v>1.4982500000000001</c:v>
                </c:pt>
                <c:pt idx="6544">
                  <c:v>1.49855</c:v>
                </c:pt>
                <c:pt idx="6545">
                  <c:v>1.4988600000000001</c:v>
                </c:pt>
                <c:pt idx="6546">
                  <c:v>1.49916</c:v>
                </c:pt>
                <c:pt idx="6547">
                  <c:v>1.4994700000000001</c:v>
                </c:pt>
                <c:pt idx="6548">
                  <c:v>1.49977</c:v>
                </c:pt>
                <c:pt idx="6549">
                  <c:v>1.5000800000000001</c:v>
                </c:pt>
                <c:pt idx="6550">
                  <c:v>1.50038</c:v>
                </c:pt>
                <c:pt idx="6551">
                  <c:v>1.5006900000000001</c:v>
                </c:pt>
                <c:pt idx="6552">
                  <c:v>1.50099</c:v>
                </c:pt>
                <c:pt idx="6553">
                  <c:v>1.5013000000000001</c:v>
                </c:pt>
                <c:pt idx="6554">
                  <c:v>1.5016099999999999</c:v>
                </c:pt>
                <c:pt idx="6555">
                  <c:v>1.5019100000000001</c:v>
                </c:pt>
                <c:pt idx="6556">
                  <c:v>1.5022200000000001</c:v>
                </c:pt>
                <c:pt idx="6557">
                  <c:v>1.5025200000000001</c:v>
                </c:pt>
                <c:pt idx="6558">
                  <c:v>1.5028300000000001</c:v>
                </c:pt>
                <c:pt idx="6559">
                  <c:v>1.5031300000000001</c:v>
                </c:pt>
                <c:pt idx="6560">
                  <c:v>1.5034400000000001</c:v>
                </c:pt>
                <c:pt idx="6561">
                  <c:v>1.5037400000000001</c:v>
                </c:pt>
                <c:pt idx="6562">
                  <c:v>1.5040500000000001</c:v>
                </c:pt>
                <c:pt idx="6563">
                  <c:v>1.5043500000000001</c:v>
                </c:pt>
                <c:pt idx="6564">
                  <c:v>1.5046600000000001</c:v>
                </c:pt>
                <c:pt idx="6565">
                  <c:v>1.5049600000000001</c:v>
                </c:pt>
                <c:pt idx="6566">
                  <c:v>1.5052700000000001</c:v>
                </c:pt>
                <c:pt idx="6567">
                  <c:v>1.5055799999999999</c:v>
                </c:pt>
                <c:pt idx="6568">
                  <c:v>1.5058800000000001</c:v>
                </c:pt>
                <c:pt idx="6569">
                  <c:v>1.5061899999999999</c:v>
                </c:pt>
                <c:pt idx="6570">
                  <c:v>1.5064900000000001</c:v>
                </c:pt>
                <c:pt idx="6571">
                  <c:v>1.5067999999999999</c:v>
                </c:pt>
                <c:pt idx="6572">
                  <c:v>1.5071000000000001</c:v>
                </c:pt>
                <c:pt idx="6573">
                  <c:v>1.5074099999999999</c:v>
                </c:pt>
                <c:pt idx="6574">
                  <c:v>1.5077100000000001</c:v>
                </c:pt>
                <c:pt idx="6575">
                  <c:v>1.5080199999999999</c:v>
                </c:pt>
                <c:pt idx="6576">
                  <c:v>1.5083200000000001</c:v>
                </c:pt>
                <c:pt idx="6577">
                  <c:v>1.5086299999999999</c:v>
                </c:pt>
                <c:pt idx="6578">
                  <c:v>1.5089399999999999</c:v>
                </c:pt>
                <c:pt idx="6579">
                  <c:v>1.5092399999999999</c:v>
                </c:pt>
                <c:pt idx="6580">
                  <c:v>1.5095499999999999</c:v>
                </c:pt>
                <c:pt idx="6581">
                  <c:v>1.5098499999999999</c:v>
                </c:pt>
                <c:pt idx="6582">
                  <c:v>1.5101599999999999</c:v>
                </c:pt>
                <c:pt idx="6583">
                  <c:v>1.5104599999999999</c:v>
                </c:pt>
                <c:pt idx="6584">
                  <c:v>1.5107699999999999</c:v>
                </c:pt>
                <c:pt idx="6585">
                  <c:v>1.5110699999999999</c:v>
                </c:pt>
                <c:pt idx="6586">
                  <c:v>1.5113799999999999</c:v>
                </c:pt>
                <c:pt idx="6587">
                  <c:v>1.5116799999999999</c:v>
                </c:pt>
                <c:pt idx="6588">
                  <c:v>1.5119899999999999</c:v>
                </c:pt>
                <c:pt idx="6589">
                  <c:v>1.5122899999999999</c:v>
                </c:pt>
                <c:pt idx="6590">
                  <c:v>1.5125999999999999</c:v>
                </c:pt>
                <c:pt idx="6591">
                  <c:v>1.51291</c:v>
                </c:pt>
                <c:pt idx="6592">
                  <c:v>1.5132099999999999</c:v>
                </c:pt>
                <c:pt idx="6593">
                  <c:v>1.51352</c:v>
                </c:pt>
                <c:pt idx="6594">
                  <c:v>1.5138199999999999</c:v>
                </c:pt>
                <c:pt idx="6595">
                  <c:v>1.51413</c:v>
                </c:pt>
                <c:pt idx="6596">
                  <c:v>1.5144299999999999</c:v>
                </c:pt>
                <c:pt idx="6597">
                  <c:v>1.51474</c:v>
                </c:pt>
                <c:pt idx="6598">
                  <c:v>1.5150399999999999</c:v>
                </c:pt>
                <c:pt idx="6599">
                  <c:v>1.51535</c:v>
                </c:pt>
                <c:pt idx="6600">
                  <c:v>1.5156499999999999</c:v>
                </c:pt>
                <c:pt idx="6601">
                  <c:v>1.51596</c:v>
                </c:pt>
                <c:pt idx="6602">
                  <c:v>1.5162599999999999</c:v>
                </c:pt>
                <c:pt idx="6603">
                  <c:v>1.51657</c:v>
                </c:pt>
                <c:pt idx="6604">
                  <c:v>1.51688</c:v>
                </c:pt>
                <c:pt idx="6605">
                  <c:v>1.51718</c:v>
                </c:pt>
                <c:pt idx="6606">
                  <c:v>1.51749</c:v>
                </c:pt>
                <c:pt idx="6607">
                  <c:v>1.51779</c:v>
                </c:pt>
                <c:pt idx="6608">
                  <c:v>1.5181</c:v>
                </c:pt>
                <c:pt idx="6609">
                  <c:v>1.5184</c:v>
                </c:pt>
                <c:pt idx="6610">
                  <c:v>1.51871</c:v>
                </c:pt>
                <c:pt idx="6611">
                  <c:v>1.51901</c:v>
                </c:pt>
                <c:pt idx="6612">
                  <c:v>1.51932</c:v>
                </c:pt>
                <c:pt idx="6613">
                  <c:v>1.51962</c:v>
                </c:pt>
                <c:pt idx="6614">
                  <c:v>1.51993</c:v>
                </c:pt>
                <c:pt idx="6615">
                  <c:v>1.52023</c:v>
                </c:pt>
                <c:pt idx="6616">
                  <c:v>1.52054</c:v>
                </c:pt>
                <c:pt idx="6617">
                  <c:v>1.52085</c:v>
                </c:pt>
                <c:pt idx="6618">
                  <c:v>1.52115</c:v>
                </c:pt>
                <c:pt idx="6619">
                  <c:v>1.52146</c:v>
                </c:pt>
                <c:pt idx="6620">
                  <c:v>1.52176</c:v>
                </c:pt>
                <c:pt idx="6621">
                  <c:v>1.52207</c:v>
                </c:pt>
                <c:pt idx="6622">
                  <c:v>1.52237</c:v>
                </c:pt>
                <c:pt idx="6623">
                  <c:v>1.52268</c:v>
                </c:pt>
                <c:pt idx="6624">
                  <c:v>1.52298</c:v>
                </c:pt>
                <c:pt idx="6625">
                  <c:v>1.52329</c:v>
                </c:pt>
                <c:pt idx="6626">
                  <c:v>1.52359</c:v>
                </c:pt>
                <c:pt idx="6627">
                  <c:v>1.5239</c:v>
                </c:pt>
                <c:pt idx="6628">
                  <c:v>1.5242</c:v>
                </c:pt>
                <c:pt idx="6629">
                  <c:v>1.52451</c:v>
                </c:pt>
                <c:pt idx="6630">
                  <c:v>1.5248200000000001</c:v>
                </c:pt>
                <c:pt idx="6631">
                  <c:v>1.52512</c:v>
                </c:pt>
                <c:pt idx="6632">
                  <c:v>1.5254300000000001</c:v>
                </c:pt>
                <c:pt idx="6633">
                  <c:v>1.52573</c:v>
                </c:pt>
                <c:pt idx="6634">
                  <c:v>1.5260400000000001</c:v>
                </c:pt>
                <c:pt idx="6635">
                  <c:v>1.52634</c:v>
                </c:pt>
                <c:pt idx="6636">
                  <c:v>1.5266500000000001</c:v>
                </c:pt>
                <c:pt idx="6637">
                  <c:v>1.52695</c:v>
                </c:pt>
                <c:pt idx="6638">
                  <c:v>1.5272600000000001</c:v>
                </c:pt>
                <c:pt idx="6639">
                  <c:v>1.52756</c:v>
                </c:pt>
                <c:pt idx="6640">
                  <c:v>1.5278700000000001</c:v>
                </c:pt>
                <c:pt idx="6641">
                  <c:v>1.5281800000000001</c:v>
                </c:pt>
                <c:pt idx="6642">
                  <c:v>1.5284800000000001</c:v>
                </c:pt>
                <c:pt idx="6643">
                  <c:v>1.5287900000000001</c:v>
                </c:pt>
                <c:pt idx="6644">
                  <c:v>1.5290900000000001</c:v>
                </c:pt>
                <c:pt idx="6645">
                  <c:v>1.5294000000000001</c:v>
                </c:pt>
                <c:pt idx="6646">
                  <c:v>1.5297000000000001</c:v>
                </c:pt>
                <c:pt idx="6647">
                  <c:v>1.5300100000000001</c:v>
                </c:pt>
                <c:pt idx="6648">
                  <c:v>1.5303100000000001</c:v>
                </c:pt>
                <c:pt idx="6649">
                  <c:v>1.5306200000000001</c:v>
                </c:pt>
                <c:pt idx="6650">
                  <c:v>1.5309200000000001</c:v>
                </c:pt>
                <c:pt idx="6651">
                  <c:v>1.5312300000000001</c:v>
                </c:pt>
                <c:pt idx="6652">
                  <c:v>1.5315300000000001</c:v>
                </c:pt>
                <c:pt idx="6653">
                  <c:v>1.5318400000000001</c:v>
                </c:pt>
                <c:pt idx="6654">
                  <c:v>1.5321499999999999</c:v>
                </c:pt>
                <c:pt idx="6655">
                  <c:v>1.5324500000000001</c:v>
                </c:pt>
                <c:pt idx="6656">
                  <c:v>1.5327599999999999</c:v>
                </c:pt>
                <c:pt idx="6657">
                  <c:v>1.5330600000000001</c:v>
                </c:pt>
                <c:pt idx="6658">
                  <c:v>1.5333699999999999</c:v>
                </c:pt>
                <c:pt idx="6659">
                  <c:v>1.5336700000000001</c:v>
                </c:pt>
                <c:pt idx="6660">
                  <c:v>1.5339799999999999</c:v>
                </c:pt>
                <c:pt idx="6661">
                  <c:v>1.5342800000000001</c:v>
                </c:pt>
                <c:pt idx="6662">
                  <c:v>1.5345899999999999</c:v>
                </c:pt>
                <c:pt idx="6663">
                  <c:v>1.5348900000000001</c:v>
                </c:pt>
                <c:pt idx="6664">
                  <c:v>1.5351999999999999</c:v>
                </c:pt>
                <c:pt idx="6665">
                  <c:v>1.5355000000000001</c:v>
                </c:pt>
                <c:pt idx="6666">
                  <c:v>1.5358099999999999</c:v>
                </c:pt>
                <c:pt idx="6667">
                  <c:v>1.5361199999999999</c:v>
                </c:pt>
                <c:pt idx="6668">
                  <c:v>1.5364199999999999</c:v>
                </c:pt>
                <c:pt idx="6669">
                  <c:v>1.5367299999999999</c:v>
                </c:pt>
                <c:pt idx="6670">
                  <c:v>1.5370299999999999</c:v>
                </c:pt>
                <c:pt idx="6671">
                  <c:v>1.5373399999999999</c:v>
                </c:pt>
                <c:pt idx="6672">
                  <c:v>1.5376399999999999</c:v>
                </c:pt>
                <c:pt idx="6673">
                  <c:v>1.5379499999999999</c:v>
                </c:pt>
                <c:pt idx="6674">
                  <c:v>1.5382499999999999</c:v>
                </c:pt>
                <c:pt idx="6675">
                  <c:v>1.5385599999999999</c:v>
                </c:pt>
                <c:pt idx="6676">
                  <c:v>1.5388599999999999</c:v>
                </c:pt>
                <c:pt idx="6677">
                  <c:v>1.5391699999999999</c:v>
                </c:pt>
                <c:pt idx="6678">
                  <c:v>1.5394699999999999</c:v>
                </c:pt>
                <c:pt idx="6679">
                  <c:v>1.5397799999999999</c:v>
                </c:pt>
                <c:pt idx="6680">
                  <c:v>1.54009</c:v>
                </c:pt>
                <c:pt idx="6681">
                  <c:v>1.5403899999999999</c:v>
                </c:pt>
                <c:pt idx="6682">
                  <c:v>1.5407</c:v>
                </c:pt>
                <c:pt idx="6683">
                  <c:v>1.5409999999999999</c:v>
                </c:pt>
                <c:pt idx="6684">
                  <c:v>1.54131</c:v>
                </c:pt>
                <c:pt idx="6685">
                  <c:v>1.5416099999999999</c:v>
                </c:pt>
                <c:pt idx="6686">
                  <c:v>1.54192</c:v>
                </c:pt>
                <c:pt idx="6687">
                  <c:v>1.5422199999999999</c:v>
                </c:pt>
                <c:pt idx="6688">
                  <c:v>1.54253</c:v>
                </c:pt>
                <c:pt idx="6689">
                  <c:v>1.5428299999999999</c:v>
                </c:pt>
                <c:pt idx="6690">
                  <c:v>1.54314</c:v>
                </c:pt>
                <c:pt idx="6691">
                  <c:v>1.5434399999999999</c:v>
                </c:pt>
                <c:pt idx="6692">
                  <c:v>1.54375</c:v>
                </c:pt>
                <c:pt idx="6693">
                  <c:v>1.54406</c:v>
                </c:pt>
                <c:pt idx="6694">
                  <c:v>1.54436</c:v>
                </c:pt>
                <c:pt idx="6695">
                  <c:v>1.54467</c:v>
                </c:pt>
                <c:pt idx="6696">
                  <c:v>1.54497</c:v>
                </c:pt>
                <c:pt idx="6697">
                  <c:v>1.54528</c:v>
                </c:pt>
                <c:pt idx="6698">
                  <c:v>1.54558</c:v>
                </c:pt>
                <c:pt idx="6699">
                  <c:v>1.54589</c:v>
                </c:pt>
                <c:pt idx="6700">
                  <c:v>1.54619</c:v>
                </c:pt>
                <c:pt idx="6701">
                  <c:v>1.5465</c:v>
                </c:pt>
                <c:pt idx="6702">
                  <c:v>1.5468</c:v>
                </c:pt>
                <c:pt idx="6703">
                  <c:v>1.54711</c:v>
                </c:pt>
                <c:pt idx="6704">
                  <c:v>1.54742</c:v>
                </c:pt>
                <c:pt idx="6705">
                  <c:v>1.54772</c:v>
                </c:pt>
                <c:pt idx="6706">
                  <c:v>1.54803</c:v>
                </c:pt>
                <c:pt idx="6707">
                  <c:v>1.54833</c:v>
                </c:pt>
                <c:pt idx="6708">
                  <c:v>1.54864</c:v>
                </c:pt>
                <c:pt idx="6709">
                  <c:v>1.54894</c:v>
                </c:pt>
                <c:pt idx="6710">
                  <c:v>1.54925</c:v>
                </c:pt>
                <c:pt idx="6711">
                  <c:v>1.54955</c:v>
                </c:pt>
                <c:pt idx="6712">
                  <c:v>1.54986</c:v>
                </c:pt>
                <c:pt idx="6713">
                  <c:v>1.55016</c:v>
                </c:pt>
                <c:pt idx="6714">
                  <c:v>1.55047</c:v>
                </c:pt>
                <c:pt idx="6715">
                  <c:v>1.55077</c:v>
                </c:pt>
                <c:pt idx="6716">
                  <c:v>1.55108</c:v>
                </c:pt>
                <c:pt idx="6717">
                  <c:v>1.55139</c:v>
                </c:pt>
                <c:pt idx="6718">
                  <c:v>1.55169</c:v>
                </c:pt>
                <c:pt idx="6719">
                  <c:v>1.552</c:v>
                </c:pt>
                <c:pt idx="6720">
                  <c:v>1.5523</c:v>
                </c:pt>
                <c:pt idx="6721">
                  <c:v>1.55261</c:v>
                </c:pt>
                <c:pt idx="6722">
                  <c:v>1.55291</c:v>
                </c:pt>
                <c:pt idx="6723">
                  <c:v>1.55322</c:v>
                </c:pt>
                <c:pt idx="6724">
                  <c:v>1.55352</c:v>
                </c:pt>
                <c:pt idx="6725">
                  <c:v>1.55383</c:v>
                </c:pt>
                <c:pt idx="6726">
                  <c:v>1.55413</c:v>
                </c:pt>
                <c:pt idx="6727">
                  <c:v>1.55444</c:v>
                </c:pt>
                <c:pt idx="6728">
                  <c:v>1.55474</c:v>
                </c:pt>
                <c:pt idx="6729">
                  <c:v>1.55505</c:v>
                </c:pt>
                <c:pt idx="6730">
                  <c:v>1.5553600000000001</c:v>
                </c:pt>
                <c:pt idx="6731">
                  <c:v>1.55566</c:v>
                </c:pt>
                <c:pt idx="6732">
                  <c:v>1.5559700000000001</c:v>
                </c:pt>
                <c:pt idx="6733">
                  <c:v>1.55627</c:v>
                </c:pt>
                <c:pt idx="6734">
                  <c:v>1.5565800000000001</c:v>
                </c:pt>
                <c:pt idx="6735">
                  <c:v>1.55688</c:v>
                </c:pt>
                <c:pt idx="6736">
                  <c:v>1.5571900000000001</c:v>
                </c:pt>
                <c:pt idx="6737">
                  <c:v>1.55749</c:v>
                </c:pt>
                <c:pt idx="6738">
                  <c:v>1.5578000000000001</c:v>
                </c:pt>
                <c:pt idx="6739">
                  <c:v>1.5581</c:v>
                </c:pt>
                <c:pt idx="6740">
                  <c:v>1.5584100000000001</c:v>
                </c:pt>
                <c:pt idx="6741">
                  <c:v>1.55871</c:v>
                </c:pt>
                <c:pt idx="6742">
                  <c:v>1.5590200000000001</c:v>
                </c:pt>
                <c:pt idx="6743">
                  <c:v>1.5593300000000001</c:v>
                </c:pt>
                <c:pt idx="6744">
                  <c:v>1.5596300000000001</c:v>
                </c:pt>
                <c:pt idx="6745">
                  <c:v>1.5599400000000001</c:v>
                </c:pt>
                <c:pt idx="6746">
                  <c:v>1.5602400000000001</c:v>
                </c:pt>
                <c:pt idx="6747">
                  <c:v>1.5605500000000001</c:v>
                </c:pt>
                <c:pt idx="6748">
                  <c:v>1.5608500000000001</c:v>
                </c:pt>
                <c:pt idx="6749">
                  <c:v>1.5611600000000001</c:v>
                </c:pt>
                <c:pt idx="6750">
                  <c:v>1.5614600000000001</c:v>
                </c:pt>
                <c:pt idx="6751">
                  <c:v>1.5617700000000001</c:v>
                </c:pt>
                <c:pt idx="6752">
                  <c:v>1.5620700000000001</c:v>
                </c:pt>
                <c:pt idx="6753">
                  <c:v>1.5623800000000001</c:v>
                </c:pt>
                <c:pt idx="6754">
                  <c:v>1.5626899999999999</c:v>
                </c:pt>
                <c:pt idx="6755">
                  <c:v>1.5629900000000001</c:v>
                </c:pt>
                <c:pt idx="6756">
                  <c:v>1.5632999999999999</c:v>
                </c:pt>
                <c:pt idx="6757">
                  <c:v>1.5636000000000001</c:v>
                </c:pt>
                <c:pt idx="6758">
                  <c:v>1.5639099999999999</c:v>
                </c:pt>
                <c:pt idx="6759">
                  <c:v>1.5642100000000001</c:v>
                </c:pt>
                <c:pt idx="6760">
                  <c:v>1.5645199999999999</c:v>
                </c:pt>
                <c:pt idx="6761">
                  <c:v>1.5648200000000001</c:v>
                </c:pt>
                <c:pt idx="6762">
                  <c:v>1.5651299999999999</c:v>
                </c:pt>
                <c:pt idx="6763">
                  <c:v>1.5654300000000001</c:v>
                </c:pt>
                <c:pt idx="6764">
                  <c:v>1.5657399999999999</c:v>
                </c:pt>
                <c:pt idx="6765">
                  <c:v>1.5660400000000001</c:v>
                </c:pt>
                <c:pt idx="6766">
                  <c:v>1.5663499999999999</c:v>
                </c:pt>
                <c:pt idx="6767">
                  <c:v>1.5666599999999999</c:v>
                </c:pt>
                <c:pt idx="6768">
                  <c:v>1.5669599999999999</c:v>
                </c:pt>
                <c:pt idx="6769">
                  <c:v>1.5672699999999999</c:v>
                </c:pt>
                <c:pt idx="6770">
                  <c:v>1.5675699999999999</c:v>
                </c:pt>
                <c:pt idx="6771">
                  <c:v>1.5678799999999999</c:v>
                </c:pt>
                <c:pt idx="6772">
                  <c:v>1.5681799999999999</c:v>
                </c:pt>
                <c:pt idx="6773">
                  <c:v>1.5684899999999999</c:v>
                </c:pt>
                <c:pt idx="6774">
                  <c:v>1.5687899999999999</c:v>
                </c:pt>
                <c:pt idx="6775">
                  <c:v>1.5690999999999999</c:v>
                </c:pt>
                <c:pt idx="6776">
                  <c:v>1.5693999999999999</c:v>
                </c:pt>
                <c:pt idx="6777">
                  <c:v>1.5697099999999999</c:v>
                </c:pt>
                <c:pt idx="6778">
                  <c:v>1.5700099999999999</c:v>
                </c:pt>
                <c:pt idx="6779">
                  <c:v>1.5703199999999999</c:v>
                </c:pt>
                <c:pt idx="6780">
                  <c:v>1.57063</c:v>
                </c:pt>
                <c:pt idx="6781">
                  <c:v>1.5709299999999999</c:v>
                </c:pt>
                <c:pt idx="6782">
                  <c:v>1.57124</c:v>
                </c:pt>
                <c:pt idx="6783">
                  <c:v>1.5715399999999999</c:v>
                </c:pt>
                <c:pt idx="6784">
                  <c:v>1.57185</c:v>
                </c:pt>
                <c:pt idx="6785">
                  <c:v>1.5721499999999999</c:v>
                </c:pt>
                <c:pt idx="6786">
                  <c:v>1.57246</c:v>
                </c:pt>
                <c:pt idx="6787">
                  <c:v>1.5727599999999999</c:v>
                </c:pt>
                <c:pt idx="6788">
                  <c:v>1.57307</c:v>
                </c:pt>
                <c:pt idx="6789">
                  <c:v>1.5733699999999999</c:v>
                </c:pt>
                <c:pt idx="6790">
                  <c:v>1.57368</c:v>
                </c:pt>
                <c:pt idx="6791">
                  <c:v>1.5739799999999999</c:v>
                </c:pt>
                <c:pt idx="6792">
                  <c:v>1.57429</c:v>
                </c:pt>
                <c:pt idx="6793">
                  <c:v>1.5746</c:v>
                </c:pt>
                <c:pt idx="6794">
                  <c:v>1.5749</c:v>
                </c:pt>
                <c:pt idx="6795">
                  <c:v>1.57521</c:v>
                </c:pt>
                <c:pt idx="6796">
                  <c:v>1.57551</c:v>
                </c:pt>
                <c:pt idx="6797">
                  <c:v>1.57582</c:v>
                </c:pt>
                <c:pt idx="6798">
                  <c:v>1.57612</c:v>
                </c:pt>
                <c:pt idx="6799">
                  <c:v>1.57643</c:v>
                </c:pt>
                <c:pt idx="6800">
                  <c:v>1.57673</c:v>
                </c:pt>
                <c:pt idx="6801">
                  <c:v>1.57704</c:v>
                </c:pt>
                <c:pt idx="6802">
                  <c:v>1.57734</c:v>
                </c:pt>
                <c:pt idx="6803">
                  <c:v>1.57765</c:v>
                </c:pt>
                <c:pt idx="6804">
                  <c:v>1.57795</c:v>
                </c:pt>
                <c:pt idx="6805">
                  <c:v>1.57826</c:v>
                </c:pt>
                <c:pt idx="6806">
                  <c:v>1.57857</c:v>
                </c:pt>
                <c:pt idx="6807">
                  <c:v>1.57887</c:v>
                </c:pt>
                <c:pt idx="6808">
                  <c:v>1.57918</c:v>
                </c:pt>
                <c:pt idx="6809">
                  <c:v>1.57948</c:v>
                </c:pt>
                <c:pt idx="6810">
                  <c:v>1.57979</c:v>
                </c:pt>
                <c:pt idx="6811">
                  <c:v>1.58009</c:v>
                </c:pt>
                <c:pt idx="6812">
                  <c:v>1.5804</c:v>
                </c:pt>
                <c:pt idx="6813">
                  <c:v>1.5807</c:v>
                </c:pt>
                <c:pt idx="6814">
                  <c:v>1.58101</c:v>
                </c:pt>
                <c:pt idx="6815">
                  <c:v>1.58131</c:v>
                </c:pt>
                <c:pt idx="6816">
                  <c:v>1.58162</c:v>
                </c:pt>
                <c:pt idx="6817">
                  <c:v>1.5819300000000001</c:v>
                </c:pt>
                <c:pt idx="6818">
                  <c:v>1.58223</c:v>
                </c:pt>
                <c:pt idx="6819">
                  <c:v>1.5825400000000001</c:v>
                </c:pt>
                <c:pt idx="6820">
                  <c:v>1.58284</c:v>
                </c:pt>
                <c:pt idx="6821">
                  <c:v>1.5831500000000001</c:v>
                </c:pt>
                <c:pt idx="6822">
                  <c:v>1.58345</c:v>
                </c:pt>
                <c:pt idx="6823">
                  <c:v>1.5837600000000001</c:v>
                </c:pt>
                <c:pt idx="6824">
                  <c:v>1.58406</c:v>
                </c:pt>
                <c:pt idx="6825">
                  <c:v>1.5843700000000001</c:v>
                </c:pt>
                <c:pt idx="6826">
                  <c:v>1.58467</c:v>
                </c:pt>
                <c:pt idx="6827">
                  <c:v>1.5849800000000001</c:v>
                </c:pt>
                <c:pt idx="6828">
                  <c:v>1.58528</c:v>
                </c:pt>
                <c:pt idx="6829">
                  <c:v>1.5855900000000001</c:v>
                </c:pt>
                <c:pt idx="6830">
                  <c:v>1.5859000000000001</c:v>
                </c:pt>
                <c:pt idx="6831">
                  <c:v>1.5862000000000001</c:v>
                </c:pt>
                <c:pt idx="6832">
                  <c:v>1.5865100000000001</c:v>
                </c:pt>
                <c:pt idx="6833">
                  <c:v>1.5868100000000001</c:v>
                </c:pt>
                <c:pt idx="6834">
                  <c:v>1.5871200000000001</c:v>
                </c:pt>
                <c:pt idx="6835">
                  <c:v>1.5874200000000001</c:v>
                </c:pt>
                <c:pt idx="6836">
                  <c:v>1.5877300000000001</c:v>
                </c:pt>
                <c:pt idx="6837">
                  <c:v>1.5880300000000001</c:v>
                </c:pt>
                <c:pt idx="6838">
                  <c:v>1.5883400000000001</c:v>
                </c:pt>
                <c:pt idx="6839">
                  <c:v>1.5886400000000001</c:v>
                </c:pt>
                <c:pt idx="6840">
                  <c:v>1.5889500000000001</c:v>
                </c:pt>
                <c:pt idx="6841">
                  <c:v>1.5892500000000001</c:v>
                </c:pt>
                <c:pt idx="6842">
                  <c:v>1.5895600000000001</c:v>
                </c:pt>
                <c:pt idx="6843">
                  <c:v>1.5898699999999999</c:v>
                </c:pt>
                <c:pt idx="6844">
                  <c:v>1.5901700000000001</c:v>
                </c:pt>
                <c:pt idx="6845">
                  <c:v>1.5904799999999999</c:v>
                </c:pt>
                <c:pt idx="6846">
                  <c:v>1.5907800000000001</c:v>
                </c:pt>
                <c:pt idx="6847">
                  <c:v>1.5910899999999999</c:v>
                </c:pt>
                <c:pt idx="6848">
                  <c:v>1.5913900000000001</c:v>
                </c:pt>
                <c:pt idx="6849">
                  <c:v>1.5916999999999999</c:v>
                </c:pt>
                <c:pt idx="6850">
                  <c:v>1.5920000000000001</c:v>
                </c:pt>
                <c:pt idx="6851">
                  <c:v>1.5923099999999999</c:v>
                </c:pt>
                <c:pt idx="6852">
                  <c:v>1.5926100000000001</c:v>
                </c:pt>
                <c:pt idx="6853">
                  <c:v>1.5929199999999999</c:v>
                </c:pt>
                <c:pt idx="6854">
                  <c:v>1.5932200000000001</c:v>
                </c:pt>
                <c:pt idx="6855">
                  <c:v>1.5935299999999999</c:v>
                </c:pt>
                <c:pt idx="6856">
                  <c:v>1.5938399999999999</c:v>
                </c:pt>
                <c:pt idx="6857">
                  <c:v>1.5941399999999999</c:v>
                </c:pt>
                <c:pt idx="6858">
                  <c:v>1.5944499999999999</c:v>
                </c:pt>
                <c:pt idx="6859">
                  <c:v>1.5947499999999999</c:v>
                </c:pt>
                <c:pt idx="6860">
                  <c:v>1.5950599999999999</c:v>
                </c:pt>
                <c:pt idx="6861">
                  <c:v>1.5953599999999999</c:v>
                </c:pt>
                <c:pt idx="6862">
                  <c:v>1.5956699999999999</c:v>
                </c:pt>
                <c:pt idx="6863">
                  <c:v>1.5959700000000001</c:v>
                </c:pt>
                <c:pt idx="6864">
                  <c:v>1.5962799999999999</c:v>
                </c:pt>
                <c:pt idx="6865">
                  <c:v>1.5965800000000001</c:v>
                </c:pt>
                <c:pt idx="6866">
                  <c:v>1.5968899999999999</c:v>
                </c:pt>
                <c:pt idx="6867">
                  <c:v>1.5971900000000001</c:v>
                </c:pt>
                <c:pt idx="6868">
                  <c:v>1.5974999999999999</c:v>
                </c:pt>
                <c:pt idx="6869">
                  <c:v>1.59781</c:v>
                </c:pt>
                <c:pt idx="6870">
                  <c:v>1.5981099999999999</c:v>
                </c:pt>
                <c:pt idx="6871">
                  <c:v>1.59842</c:v>
                </c:pt>
                <c:pt idx="6872">
                  <c:v>1.5987199999999999</c:v>
                </c:pt>
                <c:pt idx="6873">
                  <c:v>1.59903</c:v>
                </c:pt>
                <c:pt idx="6874">
                  <c:v>1.5993299999999999</c:v>
                </c:pt>
                <c:pt idx="6875">
                  <c:v>1.59964</c:v>
                </c:pt>
                <c:pt idx="6876">
                  <c:v>1.5999399999999999</c:v>
                </c:pt>
                <c:pt idx="6877">
                  <c:v>1.60025</c:v>
                </c:pt>
                <c:pt idx="6878">
                  <c:v>1.6005499999999999</c:v>
                </c:pt>
                <c:pt idx="6879">
                  <c:v>1.6008599999999999</c:v>
                </c:pt>
                <c:pt idx="6880">
                  <c:v>1.60117</c:v>
                </c:pt>
                <c:pt idx="6881">
                  <c:v>1.6014699999999999</c:v>
                </c:pt>
                <c:pt idx="6882">
                  <c:v>1.60178</c:v>
                </c:pt>
                <c:pt idx="6883">
                  <c:v>1.6020799999999999</c:v>
                </c:pt>
                <c:pt idx="6884">
                  <c:v>1.60239</c:v>
                </c:pt>
                <c:pt idx="6885">
                  <c:v>1.6026899999999999</c:v>
                </c:pt>
                <c:pt idx="6886">
                  <c:v>1.603</c:v>
                </c:pt>
                <c:pt idx="6887">
                  <c:v>1.6032999999999999</c:v>
                </c:pt>
                <c:pt idx="6888">
                  <c:v>1.60361</c:v>
                </c:pt>
                <c:pt idx="6889">
                  <c:v>1.6039099999999999</c:v>
                </c:pt>
                <c:pt idx="6890">
                  <c:v>1.60422</c:v>
                </c:pt>
                <c:pt idx="6891">
                  <c:v>1.6045199999999999</c:v>
                </c:pt>
                <c:pt idx="6892">
                  <c:v>1.60483</c:v>
                </c:pt>
                <c:pt idx="6893">
                  <c:v>1.60514</c:v>
                </c:pt>
                <c:pt idx="6894">
                  <c:v>1.60544</c:v>
                </c:pt>
                <c:pt idx="6895">
                  <c:v>1.60575</c:v>
                </c:pt>
                <c:pt idx="6896">
                  <c:v>1.60605</c:v>
                </c:pt>
                <c:pt idx="6897">
                  <c:v>1.60636</c:v>
                </c:pt>
                <c:pt idx="6898">
                  <c:v>1.60666</c:v>
                </c:pt>
                <c:pt idx="6899">
                  <c:v>1.60697</c:v>
                </c:pt>
                <c:pt idx="6900">
                  <c:v>1.60727</c:v>
                </c:pt>
                <c:pt idx="6901">
                  <c:v>1.60758</c:v>
                </c:pt>
                <c:pt idx="6902">
                  <c:v>1.60788</c:v>
                </c:pt>
                <c:pt idx="6903">
                  <c:v>1.60819</c:v>
                </c:pt>
                <c:pt idx="6904">
                  <c:v>1.60849</c:v>
                </c:pt>
                <c:pt idx="6905">
                  <c:v>1.6088</c:v>
                </c:pt>
                <c:pt idx="6906">
                  <c:v>1.60911</c:v>
                </c:pt>
                <c:pt idx="6907">
                  <c:v>1.60941</c:v>
                </c:pt>
                <c:pt idx="6908">
                  <c:v>1.60972</c:v>
                </c:pt>
                <c:pt idx="6909">
                  <c:v>1.61002</c:v>
                </c:pt>
                <c:pt idx="6910">
                  <c:v>1.61033</c:v>
                </c:pt>
                <c:pt idx="6911">
                  <c:v>1.61063</c:v>
                </c:pt>
                <c:pt idx="6912">
                  <c:v>1.61094</c:v>
                </c:pt>
                <c:pt idx="6913">
                  <c:v>1.61124</c:v>
                </c:pt>
                <c:pt idx="6914">
                  <c:v>1.61155</c:v>
                </c:pt>
                <c:pt idx="6915">
                  <c:v>1.61185</c:v>
                </c:pt>
                <c:pt idx="6916">
                  <c:v>1.61216</c:v>
                </c:pt>
                <c:pt idx="6917">
                  <c:v>1.61246</c:v>
                </c:pt>
                <c:pt idx="6918">
                  <c:v>1.61277</c:v>
                </c:pt>
                <c:pt idx="6919">
                  <c:v>1.6130800000000001</c:v>
                </c:pt>
                <c:pt idx="6920">
                  <c:v>1.61338</c:v>
                </c:pt>
                <c:pt idx="6921">
                  <c:v>1.6136900000000001</c:v>
                </c:pt>
                <c:pt idx="6922">
                  <c:v>1.61399</c:v>
                </c:pt>
                <c:pt idx="6923">
                  <c:v>1.6143000000000001</c:v>
                </c:pt>
                <c:pt idx="6924">
                  <c:v>1.6146</c:v>
                </c:pt>
                <c:pt idx="6925">
                  <c:v>1.6149100000000001</c:v>
                </c:pt>
                <c:pt idx="6926">
                  <c:v>1.61521</c:v>
                </c:pt>
                <c:pt idx="6927">
                  <c:v>1.6155200000000001</c:v>
                </c:pt>
                <c:pt idx="6928">
                  <c:v>1.61582</c:v>
                </c:pt>
                <c:pt idx="6929">
                  <c:v>1.6161300000000001</c:v>
                </c:pt>
                <c:pt idx="6930">
                  <c:v>1.6164400000000001</c:v>
                </c:pt>
                <c:pt idx="6931">
                  <c:v>1.6167400000000001</c:v>
                </c:pt>
                <c:pt idx="6932">
                  <c:v>1.6170500000000001</c:v>
                </c:pt>
                <c:pt idx="6933">
                  <c:v>1.6173500000000001</c:v>
                </c:pt>
                <c:pt idx="6934">
                  <c:v>1.6176600000000001</c:v>
                </c:pt>
                <c:pt idx="6935">
                  <c:v>1.6179600000000001</c:v>
                </c:pt>
                <c:pt idx="6936">
                  <c:v>1.6182700000000001</c:v>
                </c:pt>
                <c:pt idx="6937">
                  <c:v>1.6185700000000001</c:v>
                </c:pt>
                <c:pt idx="6938">
                  <c:v>1.6188800000000001</c:v>
                </c:pt>
                <c:pt idx="6939">
                  <c:v>1.6191800000000001</c:v>
                </c:pt>
                <c:pt idx="6940">
                  <c:v>1.6194900000000001</c:v>
                </c:pt>
                <c:pt idx="6941">
                  <c:v>1.6197900000000001</c:v>
                </c:pt>
                <c:pt idx="6942">
                  <c:v>1.6201000000000001</c:v>
                </c:pt>
                <c:pt idx="6943">
                  <c:v>1.6204099999999999</c:v>
                </c:pt>
                <c:pt idx="6944">
                  <c:v>1.6207100000000001</c:v>
                </c:pt>
                <c:pt idx="6945">
                  <c:v>1.6210199999999999</c:v>
                </c:pt>
                <c:pt idx="6946">
                  <c:v>1.6213200000000001</c:v>
                </c:pt>
                <c:pt idx="6947">
                  <c:v>1.6216299999999999</c:v>
                </c:pt>
                <c:pt idx="6948">
                  <c:v>1.6219300000000001</c:v>
                </c:pt>
                <c:pt idx="6949">
                  <c:v>1.6222399999999999</c:v>
                </c:pt>
                <c:pt idx="6950">
                  <c:v>1.6225400000000001</c:v>
                </c:pt>
                <c:pt idx="6951">
                  <c:v>1.6228499999999999</c:v>
                </c:pt>
                <c:pt idx="6952">
                  <c:v>1.6231500000000001</c:v>
                </c:pt>
                <c:pt idx="6953">
                  <c:v>1.6234599999999999</c:v>
                </c:pt>
                <c:pt idx="6954">
                  <c:v>1.6237600000000001</c:v>
                </c:pt>
                <c:pt idx="6955">
                  <c:v>1.6240699999999999</c:v>
                </c:pt>
                <c:pt idx="6956">
                  <c:v>1.6243799999999999</c:v>
                </c:pt>
                <c:pt idx="6957">
                  <c:v>1.6246799999999999</c:v>
                </c:pt>
                <c:pt idx="6958">
                  <c:v>1.6249899999999999</c:v>
                </c:pt>
                <c:pt idx="6959">
                  <c:v>1.6252899999999999</c:v>
                </c:pt>
                <c:pt idx="6960">
                  <c:v>1.6255999999999999</c:v>
                </c:pt>
                <c:pt idx="6961">
                  <c:v>1.6258999999999999</c:v>
                </c:pt>
                <c:pt idx="6962">
                  <c:v>1.6262099999999999</c:v>
                </c:pt>
                <c:pt idx="6963">
                  <c:v>1.6265099999999999</c:v>
                </c:pt>
                <c:pt idx="6964">
                  <c:v>1.6268199999999999</c:v>
                </c:pt>
                <c:pt idx="6965">
                  <c:v>1.6271199999999999</c:v>
                </c:pt>
                <c:pt idx="6966">
                  <c:v>1.6274299999999999</c:v>
                </c:pt>
                <c:pt idx="6967">
                  <c:v>1.6277299999999999</c:v>
                </c:pt>
                <c:pt idx="6968">
                  <c:v>1.6280399999999999</c:v>
                </c:pt>
                <c:pt idx="6969">
                  <c:v>1.62835</c:v>
                </c:pt>
                <c:pt idx="6970">
                  <c:v>1.6286499999999999</c:v>
                </c:pt>
                <c:pt idx="6971">
                  <c:v>1.62896</c:v>
                </c:pt>
                <c:pt idx="6972">
                  <c:v>1.6292599999999999</c:v>
                </c:pt>
                <c:pt idx="6973">
                  <c:v>1.62957</c:v>
                </c:pt>
                <c:pt idx="6974">
                  <c:v>1.6298699999999999</c:v>
                </c:pt>
                <c:pt idx="6975">
                  <c:v>1.63018</c:v>
                </c:pt>
                <c:pt idx="6976">
                  <c:v>1.6304799999999999</c:v>
                </c:pt>
                <c:pt idx="6977">
                  <c:v>1.63079</c:v>
                </c:pt>
                <c:pt idx="6978">
                  <c:v>1.6310899999999999</c:v>
                </c:pt>
                <c:pt idx="6979">
                  <c:v>1.6314</c:v>
                </c:pt>
                <c:pt idx="6980">
                  <c:v>1.6316999999999999</c:v>
                </c:pt>
                <c:pt idx="6981">
                  <c:v>1.63201</c:v>
                </c:pt>
                <c:pt idx="6982">
                  <c:v>1.63232</c:v>
                </c:pt>
                <c:pt idx="6983">
                  <c:v>1.63262</c:v>
                </c:pt>
                <c:pt idx="6984">
                  <c:v>1.63293</c:v>
                </c:pt>
                <c:pt idx="6985">
                  <c:v>1.63323</c:v>
                </c:pt>
                <c:pt idx="6986">
                  <c:v>1.63354</c:v>
                </c:pt>
                <c:pt idx="6987">
                  <c:v>1.63384</c:v>
                </c:pt>
                <c:pt idx="6988">
                  <c:v>1.63415</c:v>
                </c:pt>
                <c:pt idx="6989">
                  <c:v>1.63445</c:v>
                </c:pt>
                <c:pt idx="6990">
                  <c:v>1.63476</c:v>
                </c:pt>
                <c:pt idx="6991">
                  <c:v>1.63506</c:v>
                </c:pt>
                <c:pt idx="6992">
                  <c:v>1.63537</c:v>
                </c:pt>
                <c:pt idx="6993">
                  <c:v>1.63568</c:v>
                </c:pt>
                <c:pt idx="6994">
                  <c:v>1.63598</c:v>
                </c:pt>
                <c:pt idx="6995">
                  <c:v>1.63629</c:v>
                </c:pt>
                <c:pt idx="6996">
                  <c:v>1.63659</c:v>
                </c:pt>
                <c:pt idx="6997">
                  <c:v>1.6369</c:v>
                </c:pt>
                <c:pt idx="6998">
                  <c:v>1.6372</c:v>
                </c:pt>
                <c:pt idx="6999">
                  <c:v>1.63751</c:v>
                </c:pt>
                <c:pt idx="7000">
                  <c:v>1.63781</c:v>
                </c:pt>
                <c:pt idx="7001">
                  <c:v>1.63812</c:v>
                </c:pt>
                <c:pt idx="7002">
                  <c:v>1.63842</c:v>
                </c:pt>
                <c:pt idx="7003">
                  <c:v>1.63873</c:v>
                </c:pt>
                <c:pt idx="7004">
                  <c:v>1.63903</c:v>
                </c:pt>
                <c:pt idx="7005">
                  <c:v>1.63934</c:v>
                </c:pt>
                <c:pt idx="7006">
                  <c:v>1.6396500000000001</c:v>
                </c:pt>
                <c:pt idx="7007">
                  <c:v>1.63995</c:v>
                </c:pt>
                <c:pt idx="7008">
                  <c:v>1.6402600000000001</c:v>
                </c:pt>
                <c:pt idx="7009">
                  <c:v>1.64056</c:v>
                </c:pt>
                <c:pt idx="7010">
                  <c:v>1.6408700000000001</c:v>
                </c:pt>
                <c:pt idx="7011">
                  <c:v>1.64117</c:v>
                </c:pt>
                <c:pt idx="7012">
                  <c:v>1.6414800000000001</c:v>
                </c:pt>
                <c:pt idx="7013">
                  <c:v>1.64178</c:v>
                </c:pt>
                <c:pt idx="7014">
                  <c:v>1.64209</c:v>
                </c:pt>
                <c:pt idx="7015">
                  <c:v>1.64239</c:v>
                </c:pt>
                <c:pt idx="7016">
                  <c:v>1.6427</c:v>
                </c:pt>
                <c:pt idx="7017">
                  <c:v>1.643</c:v>
                </c:pt>
                <c:pt idx="7018">
                  <c:v>1.64331</c:v>
                </c:pt>
                <c:pt idx="7019">
                  <c:v>1.6436200000000001</c:v>
                </c:pt>
                <c:pt idx="7020">
                  <c:v>1.64392</c:v>
                </c:pt>
                <c:pt idx="7021">
                  <c:v>1.6442300000000001</c:v>
                </c:pt>
                <c:pt idx="7022">
                  <c:v>1.64453</c:v>
                </c:pt>
                <c:pt idx="7023">
                  <c:v>1.6448400000000001</c:v>
                </c:pt>
                <c:pt idx="7024">
                  <c:v>1.64514</c:v>
                </c:pt>
                <c:pt idx="7025">
                  <c:v>1.6454500000000001</c:v>
                </c:pt>
                <c:pt idx="7026">
                  <c:v>1.64575</c:v>
                </c:pt>
                <c:pt idx="7027">
                  <c:v>1.6460600000000001</c:v>
                </c:pt>
                <c:pt idx="7028">
                  <c:v>1.64636</c:v>
                </c:pt>
                <c:pt idx="7029">
                  <c:v>1.6466700000000001</c:v>
                </c:pt>
                <c:pt idx="7030">
                  <c:v>1.64697</c:v>
                </c:pt>
                <c:pt idx="7031">
                  <c:v>1.6472800000000001</c:v>
                </c:pt>
                <c:pt idx="7032">
                  <c:v>1.6475900000000001</c:v>
                </c:pt>
                <c:pt idx="7033">
                  <c:v>1.6478900000000001</c:v>
                </c:pt>
                <c:pt idx="7034">
                  <c:v>1.6482000000000001</c:v>
                </c:pt>
                <c:pt idx="7035">
                  <c:v>1.6485000000000001</c:v>
                </c:pt>
                <c:pt idx="7036">
                  <c:v>1.6488100000000001</c:v>
                </c:pt>
                <c:pt idx="7037">
                  <c:v>1.6491100000000001</c:v>
                </c:pt>
                <c:pt idx="7038">
                  <c:v>1.6494200000000001</c:v>
                </c:pt>
                <c:pt idx="7039">
                  <c:v>1.6497200000000001</c:v>
                </c:pt>
                <c:pt idx="7040">
                  <c:v>1.6500300000000001</c:v>
                </c:pt>
                <c:pt idx="7041">
                  <c:v>1.6503300000000001</c:v>
                </c:pt>
                <c:pt idx="7042">
                  <c:v>1.6506400000000001</c:v>
                </c:pt>
                <c:pt idx="7043">
                  <c:v>1.6509400000000001</c:v>
                </c:pt>
                <c:pt idx="7044">
                  <c:v>1.6512500000000001</c:v>
                </c:pt>
                <c:pt idx="7045">
                  <c:v>1.6515599999999999</c:v>
                </c:pt>
                <c:pt idx="7046">
                  <c:v>1.6518600000000001</c:v>
                </c:pt>
                <c:pt idx="7047">
                  <c:v>1.6521699999999999</c:v>
                </c:pt>
                <c:pt idx="7048">
                  <c:v>1.6524700000000001</c:v>
                </c:pt>
                <c:pt idx="7049">
                  <c:v>1.6527799999999999</c:v>
                </c:pt>
                <c:pt idx="7050">
                  <c:v>1.6530800000000001</c:v>
                </c:pt>
                <c:pt idx="7051">
                  <c:v>1.6533899999999999</c:v>
                </c:pt>
                <c:pt idx="7052">
                  <c:v>1.6536900000000001</c:v>
                </c:pt>
                <c:pt idx="7053">
                  <c:v>1.6539999999999999</c:v>
                </c:pt>
                <c:pt idx="7054">
                  <c:v>1.6543000000000001</c:v>
                </c:pt>
                <c:pt idx="7055">
                  <c:v>1.6546099999999999</c:v>
                </c:pt>
                <c:pt idx="7056">
                  <c:v>1.6549199999999999</c:v>
                </c:pt>
                <c:pt idx="7057">
                  <c:v>1.6552199999999999</c:v>
                </c:pt>
                <c:pt idx="7058">
                  <c:v>1.6555299999999999</c:v>
                </c:pt>
                <c:pt idx="7059">
                  <c:v>1.6558299999999999</c:v>
                </c:pt>
                <c:pt idx="7060">
                  <c:v>1.6561399999999999</c:v>
                </c:pt>
                <c:pt idx="7061">
                  <c:v>1.6564399999999999</c:v>
                </c:pt>
                <c:pt idx="7062">
                  <c:v>1.6567499999999999</c:v>
                </c:pt>
                <c:pt idx="7063">
                  <c:v>1.6570499999999999</c:v>
                </c:pt>
                <c:pt idx="7064">
                  <c:v>1.6573599999999999</c:v>
                </c:pt>
                <c:pt idx="7065">
                  <c:v>1.6576599999999999</c:v>
                </c:pt>
                <c:pt idx="7066">
                  <c:v>1.6579699999999999</c:v>
                </c:pt>
                <c:pt idx="7067">
                  <c:v>1.6582699999999999</c:v>
                </c:pt>
                <c:pt idx="7068">
                  <c:v>1.6585799999999999</c:v>
                </c:pt>
                <c:pt idx="7069">
                  <c:v>1.65889</c:v>
                </c:pt>
                <c:pt idx="7070">
                  <c:v>1.6591899999999999</c:v>
                </c:pt>
                <c:pt idx="7071">
                  <c:v>1.6595</c:v>
                </c:pt>
                <c:pt idx="7072">
                  <c:v>1.6597999999999999</c:v>
                </c:pt>
                <c:pt idx="7073">
                  <c:v>1.66011</c:v>
                </c:pt>
                <c:pt idx="7074">
                  <c:v>1.6604099999999999</c:v>
                </c:pt>
                <c:pt idx="7075">
                  <c:v>1.66072</c:v>
                </c:pt>
                <c:pt idx="7076">
                  <c:v>1.6610199999999999</c:v>
                </c:pt>
                <c:pt idx="7077">
                  <c:v>1.66133</c:v>
                </c:pt>
                <c:pt idx="7078">
                  <c:v>1.6616299999999999</c:v>
                </c:pt>
                <c:pt idx="7079">
                  <c:v>1.66194</c:v>
                </c:pt>
                <c:pt idx="7080">
                  <c:v>1.6622399999999999</c:v>
                </c:pt>
                <c:pt idx="7081">
                  <c:v>1.66255</c:v>
                </c:pt>
                <c:pt idx="7082">
                  <c:v>1.66286</c:v>
                </c:pt>
                <c:pt idx="7083">
                  <c:v>1.66316</c:v>
                </c:pt>
                <c:pt idx="7084">
                  <c:v>1.66347</c:v>
                </c:pt>
                <c:pt idx="7085">
                  <c:v>1.66377</c:v>
                </c:pt>
                <c:pt idx="7086">
                  <c:v>1.66408</c:v>
                </c:pt>
                <c:pt idx="7087">
                  <c:v>1.66438</c:v>
                </c:pt>
                <c:pt idx="7088">
                  <c:v>1.66469</c:v>
                </c:pt>
                <c:pt idx="7089">
                  <c:v>1.66499</c:v>
                </c:pt>
                <c:pt idx="7090">
                  <c:v>1.6653</c:v>
                </c:pt>
                <c:pt idx="7091">
                  <c:v>1.6656</c:v>
                </c:pt>
                <c:pt idx="7092">
                  <c:v>1.66591</c:v>
                </c:pt>
                <c:pt idx="7093">
                  <c:v>1.66621</c:v>
                </c:pt>
                <c:pt idx="7094">
                  <c:v>1.66652</c:v>
                </c:pt>
                <c:pt idx="7095">
                  <c:v>1.66683</c:v>
                </c:pt>
                <c:pt idx="7096">
                  <c:v>1.66713</c:v>
                </c:pt>
                <c:pt idx="7097">
                  <c:v>1.66744</c:v>
                </c:pt>
                <c:pt idx="7098">
                  <c:v>1.66774</c:v>
                </c:pt>
                <c:pt idx="7099">
                  <c:v>1.66805</c:v>
                </c:pt>
                <c:pt idx="7100">
                  <c:v>1.66835</c:v>
                </c:pt>
                <c:pt idx="7101">
                  <c:v>1.66866</c:v>
                </c:pt>
                <c:pt idx="7102">
                  <c:v>1.66896</c:v>
                </c:pt>
                <c:pt idx="7103">
                  <c:v>1.66927</c:v>
                </c:pt>
                <c:pt idx="7104">
                  <c:v>1.66957</c:v>
                </c:pt>
                <c:pt idx="7105">
                  <c:v>1.66988</c:v>
                </c:pt>
                <c:pt idx="7106">
                  <c:v>1.67018</c:v>
                </c:pt>
                <c:pt idx="7107">
                  <c:v>1.67049</c:v>
                </c:pt>
                <c:pt idx="7108">
                  <c:v>1.6708000000000001</c:v>
                </c:pt>
                <c:pt idx="7109">
                  <c:v>1.6711</c:v>
                </c:pt>
                <c:pt idx="7110">
                  <c:v>1.6714100000000001</c:v>
                </c:pt>
                <c:pt idx="7111">
                  <c:v>1.67171</c:v>
                </c:pt>
                <c:pt idx="7112">
                  <c:v>1.6720200000000001</c:v>
                </c:pt>
                <c:pt idx="7113">
                  <c:v>1.67232</c:v>
                </c:pt>
                <c:pt idx="7114">
                  <c:v>1.6726300000000001</c:v>
                </c:pt>
                <c:pt idx="7115">
                  <c:v>1.67293</c:v>
                </c:pt>
                <c:pt idx="7116">
                  <c:v>1.6732400000000001</c:v>
                </c:pt>
                <c:pt idx="7117">
                  <c:v>1.67354</c:v>
                </c:pt>
                <c:pt idx="7118">
                  <c:v>1.6738500000000001</c:v>
                </c:pt>
                <c:pt idx="7119">
                  <c:v>1.6741600000000001</c:v>
                </c:pt>
                <c:pt idx="7120">
                  <c:v>1.6744600000000001</c:v>
                </c:pt>
                <c:pt idx="7121">
                  <c:v>1.6747700000000001</c:v>
                </c:pt>
                <c:pt idx="7122">
                  <c:v>1.6750700000000001</c:v>
                </c:pt>
                <c:pt idx="7123">
                  <c:v>1.6753800000000001</c:v>
                </c:pt>
                <c:pt idx="7124">
                  <c:v>1.6756800000000001</c:v>
                </c:pt>
                <c:pt idx="7125">
                  <c:v>1.6759900000000001</c:v>
                </c:pt>
                <c:pt idx="7126">
                  <c:v>1.6762900000000001</c:v>
                </c:pt>
                <c:pt idx="7127">
                  <c:v>1.6766000000000001</c:v>
                </c:pt>
                <c:pt idx="7128">
                  <c:v>1.6769000000000001</c:v>
                </c:pt>
                <c:pt idx="7129">
                  <c:v>1.6772100000000001</c:v>
                </c:pt>
                <c:pt idx="7130">
                  <c:v>1.6775100000000001</c:v>
                </c:pt>
                <c:pt idx="7131">
                  <c:v>1.6778200000000001</c:v>
                </c:pt>
                <c:pt idx="7132">
                  <c:v>1.6781299999999999</c:v>
                </c:pt>
                <c:pt idx="7133">
                  <c:v>1.6784300000000001</c:v>
                </c:pt>
                <c:pt idx="7134">
                  <c:v>1.6787399999999999</c:v>
                </c:pt>
                <c:pt idx="7135">
                  <c:v>1.6790400000000001</c:v>
                </c:pt>
                <c:pt idx="7136">
                  <c:v>1.6793499999999999</c:v>
                </c:pt>
                <c:pt idx="7137">
                  <c:v>1.6796500000000001</c:v>
                </c:pt>
                <c:pt idx="7138">
                  <c:v>1.6799599999999999</c:v>
                </c:pt>
                <c:pt idx="7139">
                  <c:v>1.6802600000000001</c:v>
                </c:pt>
                <c:pt idx="7140">
                  <c:v>1.6805699999999999</c:v>
                </c:pt>
                <c:pt idx="7141">
                  <c:v>1.6808700000000001</c:v>
                </c:pt>
                <c:pt idx="7142">
                  <c:v>1.6811799999999999</c:v>
                </c:pt>
                <c:pt idx="7143">
                  <c:v>1.6814800000000001</c:v>
                </c:pt>
                <c:pt idx="7144">
                  <c:v>1.6817899999999999</c:v>
                </c:pt>
                <c:pt idx="7145">
                  <c:v>1.6820999999999999</c:v>
                </c:pt>
                <c:pt idx="7146">
                  <c:v>1.6823999999999999</c:v>
                </c:pt>
                <c:pt idx="7147">
                  <c:v>1.6827099999999999</c:v>
                </c:pt>
                <c:pt idx="7148">
                  <c:v>1.6830099999999999</c:v>
                </c:pt>
                <c:pt idx="7149">
                  <c:v>1.6833199999999999</c:v>
                </c:pt>
                <c:pt idx="7150">
                  <c:v>1.6836199999999999</c:v>
                </c:pt>
                <c:pt idx="7151">
                  <c:v>1.6839299999999999</c:v>
                </c:pt>
                <c:pt idx="7152">
                  <c:v>1.6842299999999999</c:v>
                </c:pt>
                <c:pt idx="7153">
                  <c:v>1.6845399999999999</c:v>
                </c:pt>
                <c:pt idx="7154">
                  <c:v>1.6848399999999999</c:v>
                </c:pt>
                <c:pt idx="7155">
                  <c:v>1.6851499999999999</c:v>
                </c:pt>
                <c:pt idx="7156">
                  <c:v>1.6854499999999999</c:v>
                </c:pt>
                <c:pt idx="7157">
                  <c:v>1.6857599999999999</c:v>
                </c:pt>
                <c:pt idx="7158">
                  <c:v>1.68607</c:v>
                </c:pt>
                <c:pt idx="7159">
                  <c:v>1.6863699999999999</c:v>
                </c:pt>
                <c:pt idx="7160">
                  <c:v>1.68668</c:v>
                </c:pt>
                <c:pt idx="7161">
                  <c:v>1.6869799999999999</c:v>
                </c:pt>
                <c:pt idx="7162">
                  <c:v>1.68729</c:v>
                </c:pt>
                <c:pt idx="7163">
                  <c:v>1.6875899999999999</c:v>
                </c:pt>
                <c:pt idx="7164">
                  <c:v>1.6879</c:v>
                </c:pt>
                <c:pt idx="7165">
                  <c:v>1.6881999999999999</c:v>
                </c:pt>
                <c:pt idx="7166">
                  <c:v>1.68851</c:v>
                </c:pt>
                <c:pt idx="7167">
                  <c:v>1.6888099999999999</c:v>
                </c:pt>
                <c:pt idx="7168">
                  <c:v>1.68912</c:v>
                </c:pt>
                <c:pt idx="7169">
                  <c:v>1.68943</c:v>
                </c:pt>
                <c:pt idx="7170">
                  <c:v>1.68973</c:v>
                </c:pt>
                <c:pt idx="7171">
                  <c:v>1.69004</c:v>
                </c:pt>
                <c:pt idx="7172">
                  <c:v>1.69034</c:v>
                </c:pt>
                <c:pt idx="7173">
                  <c:v>1.69065</c:v>
                </c:pt>
                <c:pt idx="7174">
                  <c:v>1.69095</c:v>
                </c:pt>
                <c:pt idx="7175">
                  <c:v>1.69126</c:v>
                </c:pt>
                <c:pt idx="7176">
                  <c:v>1.69156</c:v>
                </c:pt>
                <c:pt idx="7177">
                  <c:v>1.69187</c:v>
                </c:pt>
                <c:pt idx="7178">
                  <c:v>1.69217</c:v>
                </c:pt>
                <c:pt idx="7179">
                  <c:v>1.69248</c:v>
                </c:pt>
                <c:pt idx="7180">
                  <c:v>1.69278</c:v>
                </c:pt>
                <c:pt idx="7181">
                  <c:v>1.69309</c:v>
                </c:pt>
                <c:pt idx="7182">
                  <c:v>1.6934</c:v>
                </c:pt>
                <c:pt idx="7183">
                  <c:v>1.6937</c:v>
                </c:pt>
                <c:pt idx="7184">
                  <c:v>1.69401</c:v>
                </c:pt>
                <c:pt idx="7185">
                  <c:v>1.69431</c:v>
                </c:pt>
                <c:pt idx="7186">
                  <c:v>1.69462</c:v>
                </c:pt>
                <c:pt idx="7187">
                  <c:v>1.69492</c:v>
                </c:pt>
                <c:pt idx="7188">
                  <c:v>1.69523</c:v>
                </c:pt>
                <c:pt idx="7189">
                  <c:v>1.69553</c:v>
                </c:pt>
                <c:pt idx="7190">
                  <c:v>1.69584</c:v>
                </c:pt>
                <c:pt idx="7191">
                  <c:v>1.69614</c:v>
                </c:pt>
                <c:pt idx="7192">
                  <c:v>1.69645</c:v>
                </c:pt>
                <c:pt idx="7193">
                  <c:v>1.69675</c:v>
                </c:pt>
                <c:pt idx="7194">
                  <c:v>1.69706</c:v>
                </c:pt>
                <c:pt idx="7195">
                  <c:v>1.69737</c:v>
                </c:pt>
                <c:pt idx="7196">
                  <c:v>1.69767</c:v>
                </c:pt>
                <c:pt idx="7197">
                  <c:v>1.69798</c:v>
                </c:pt>
                <c:pt idx="7198">
                  <c:v>1.69828</c:v>
                </c:pt>
                <c:pt idx="7199">
                  <c:v>1.69859</c:v>
                </c:pt>
                <c:pt idx="7200">
                  <c:v>1.69889</c:v>
                </c:pt>
                <c:pt idx="7201">
                  <c:v>1.6992</c:v>
                </c:pt>
                <c:pt idx="7202">
                  <c:v>1.6995</c:v>
                </c:pt>
                <c:pt idx="7203">
                  <c:v>1.69981</c:v>
                </c:pt>
                <c:pt idx="7204">
                  <c:v>1.70011</c:v>
                </c:pt>
                <c:pt idx="7205">
                  <c:v>1.70042</c:v>
                </c:pt>
                <c:pt idx="7206">
                  <c:v>1.70072</c:v>
                </c:pt>
                <c:pt idx="7207">
                  <c:v>1.70103</c:v>
                </c:pt>
                <c:pt idx="7208">
                  <c:v>1.7013400000000001</c:v>
                </c:pt>
                <c:pt idx="7209">
                  <c:v>1.70164</c:v>
                </c:pt>
                <c:pt idx="7210">
                  <c:v>1.7019500000000001</c:v>
                </c:pt>
                <c:pt idx="7211">
                  <c:v>1.70225</c:v>
                </c:pt>
                <c:pt idx="7212">
                  <c:v>1.7025600000000001</c:v>
                </c:pt>
                <c:pt idx="7213">
                  <c:v>1.70286</c:v>
                </c:pt>
                <c:pt idx="7214">
                  <c:v>1.7031700000000001</c:v>
                </c:pt>
                <c:pt idx="7215">
                  <c:v>1.70347</c:v>
                </c:pt>
                <c:pt idx="7216">
                  <c:v>1.7037800000000001</c:v>
                </c:pt>
                <c:pt idx="7217">
                  <c:v>1.70408</c:v>
                </c:pt>
                <c:pt idx="7218">
                  <c:v>1.7043900000000001</c:v>
                </c:pt>
                <c:pt idx="7219">
                  <c:v>1.70469</c:v>
                </c:pt>
                <c:pt idx="7220">
                  <c:v>1.7050000000000001</c:v>
                </c:pt>
                <c:pt idx="7221">
                  <c:v>1.7053100000000001</c:v>
                </c:pt>
                <c:pt idx="7222">
                  <c:v>1.7056100000000001</c:v>
                </c:pt>
                <c:pt idx="7223">
                  <c:v>1.7059200000000001</c:v>
                </c:pt>
                <c:pt idx="7224">
                  <c:v>1.7062200000000001</c:v>
                </c:pt>
                <c:pt idx="7225">
                  <c:v>1.7065300000000001</c:v>
                </c:pt>
                <c:pt idx="7226">
                  <c:v>1.7068300000000001</c:v>
                </c:pt>
                <c:pt idx="7227">
                  <c:v>1.7071400000000001</c:v>
                </c:pt>
                <c:pt idx="7228">
                  <c:v>1.7074400000000001</c:v>
                </c:pt>
                <c:pt idx="7229">
                  <c:v>1.7077500000000001</c:v>
                </c:pt>
                <c:pt idx="7230">
                  <c:v>1.7080500000000001</c:v>
                </c:pt>
                <c:pt idx="7231">
                  <c:v>1.7083600000000001</c:v>
                </c:pt>
                <c:pt idx="7232">
                  <c:v>1.7086699999999999</c:v>
                </c:pt>
                <c:pt idx="7233">
                  <c:v>1.7089700000000001</c:v>
                </c:pt>
                <c:pt idx="7234">
                  <c:v>1.7092799999999999</c:v>
                </c:pt>
                <c:pt idx="7235">
                  <c:v>1.7095800000000001</c:v>
                </c:pt>
                <c:pt idx="7236">
                  <c:v>1.7098899999999999</c:v>
                </c:pt>
                <c:pt idx="7237">
                  <c:v>1.7101900000000001</c:v>
                </c:pt>
                <c:pt idx="7238">
                  <c:v>1.7104999999999999</c:v>
                </c:pt>
                <c:pt idx="7239">
                  <c:v>1.7108000000000001</c:v>
                </c:pt>
                <c:pt idx="7240">
                  <c:v>1.7111099999999999</c:v>
                </c:pt>
                <c:pt idx="7241">
                  <c:v>1.7114100000000001</c:v>
                </c:pt>
                <c:pt idx="7242">
                  <c:v>1.7117199999999999</c:v>
                </c:pt>
                <c:pt idx="7243">
                  <c:v>1.7120200000000001</c:v>
                </c:pt>
                <c:pt idx="7244">
                  <c:v>1.7123299999999999</c:v>
                </c:pt>
                <c:pt idx="7245">
                  <c:v>1.7126399999999999</c:v>
                </c:pt>
                <c:pt idx="7246">
                  <c:v>1.7129399999999999</c:v>
                </c:pt>
                <c:pt idx="7247">
                  <c:v>1.7132499999999999</c:v>
                </c:pt>
                <c:pt idx="7248">
                  <c:v>1.7135499999999999</c:v>
                </c:pt>
                <c:pt idx="7249">
                  <c:v>1.7138599999999999</c:v>
                </c:pt>
                <c:pt idx="7250">
                  <c:v>1.7141599999999999</c:v>
                </c:pt>
                <c:pt idx="7251">
                  <c:v>1.7144699999999999</c:v>
                </c:pt>
                <c:pt idx="7252">
                  <c:v>1.7147699999999999</c:v>
                </c:pt>
                <c:pt idx="7253">
                  <c:v>1.7150799999999999</c:v>
                </c:pt>
                <c:pt idx="7254">
                  <c:v>1.7153799999999999</c:v>
                </c:pt>
                <c:pt idx="7255">
                  <c:v>1.7156899999999999</c:v>
                </c:pt>
                <c:pt idx="7256">
                  <c:v>1.7159899999999999</c:v>
                </c:pt>
                <c:pt idx="7257">
                  <c:v>1.7162999999999999</c:v>
                </c:pt>
                <c:pt idx="7258">
                  <c:v>1.71661</c:v>
                </c:pt>
                <c:pt idx="7259">
                  <c:v>1.7169099999999999</c:v>
                </c:pt>
                <c:pt idx="7260">
                  <c:v>1.71722</c:v>
                </c:pt>
                <c:pt idx="7261">
                  <c:v>1.7175199999999999</c:v>
                </c:pt>
                <c:pt idx="7262">
                  <c:v>1.71783</c:v>
                </c:pt>
                <c:pt idx="7263">
                  <c:v>1.7181299999999999</c:v>
                </c:pt>
                <c:pt idx="7264">
                  <c:v>1.71844</c:v>
                </c:pt>
                <c:pt idx="7265">
                  <c:v>1.7187399999999999</c:v>
                </c:pt>
                <c:pt idx="7266">
                  <c:v>1.71905</c:v>
                </c:pt>
                <c:pt idx="7267">
                  <c:v>1.7193499999999999</c:v>
                </c:pt>
                <c:pt idx="7268">
                  <c:v>1.71966</c:v>
                </c:pt>
                <c:pt idx="7269">
                  <c:v>1.7199599999999999</c:v>
                </c:pt>
                <c:pt idx="7270">
                  <c:v>1.72027</c:v>
                </c:pt>
                <c:pt idx="7271">
                  <c:v>1.72058</c:v>
                </c:pt>
                <c:pt idx="7272">
                  <c:v>1.72088</c:v>
                </c:pt>
                <c:pt idx="7273">
                  <c:v>1.72119</c:v>
                </c:pt>
                <c:pt idx="7274">
                  <c:v>1.72149</c:v>
                </c:pt>
                <c:pt idx="7275">
                  <c:v>1.7218</c:v>
                </c:pt>
                <c:pt idx="7276">
                  <c:v>1.7221</c:v>
                </c:pt>
                <c:pt idx="7277">
                  <c:v>1.72241</c:v>
                </c:pt>
                <c:pt idx="7278">
                  <c:v>1.72271</c:v>
                </c:pt>
                <c:pt idx="7279">
                  <c:v>1.72302</c:v>
                </c:pt>
                <c:pt idx="7280">
                  <c:v>1.72332</c:v>
                </c:pt>
                <c:pt idx="7281">
                  <c:v>1.72363</c:v>
                </c:pt>
                <c:pt idx="7282">
                  <c:v>1.72393</c:v>
                </c:pt>
                <c:pt idx="7283">
                  <c:v>1.72424</c:v>
                </c:pt>
                <c:pt idx="7284">
                  <c:v>1.72455</c:v>
                </c:pt>
                <c:pt idx="7285">
                  <c:v>1.72485</c:v>
                </c:pt>
                <c:pt idx="7286">
                  <c:v>1.72516</c:v>
                </c:pt>
                <c:pt idx="7287">
                  <c:v>1.72546</c:v>
                </c:pt>
                <c:pt idx="7288">
                  <c:v>1.72577</c:v>
                </c:pt>
                <c:pt idx="7289">
                  <c:v>1.72607</c:v>
                </c:pt>
                <c:pt idx="7290">
                  <c:v>1.72638</c:v>
                </c:pt>
                <c:pt idx="7291">
                  <c:v>1.72668</c:v>
                </c:pt>
                <c:pt idx="7292">
                  <c:v>1.72699</c:v>
                </c:pt>
                <c:pt idx="7293">
                  <c:v>1.72729</c:v>
                </c:pt>
                <c:pt idx="7294">
                  <c:v>1.7276</c:v>
                </c:pt>
                <c:pt idx="7295">
                  <c:v>1.7279100000000001</c:v>
                </c:pt>
                <c:pt idx="7296">
                  <c:v>1.72821</c:v>
                </c:pt>
                <c:pt idx="7297">
                  <c:v>1.7285200000000001</c:v>
                </c:pt>
                <c:pt idx="7298">
                  <c:v>1.72882</c:v>
                </c:pt>
                <c:pt idx="7299">
                  <c:v>1.7291300000000001</c:v>
                </c:pt>
                <c:pt idx="7300">
                  <c:v>1.72943</c:v>
                </c:pt>
                <c:pt idx="7301">
                  <c:v>1.7297400000000001</c:v>
                </c:pt>
                <c:pt idx="7302">
                  <c:v>1.73004</c:v>
                </c:pt>
                <c:pt idx="7303">
                  <c:v>1.7303500000000001</c:v>
                </c:pt>
                <c:pt idx="7304">
                  <c:v>1.73065</c:v>
                </c:pt>
                <c:pt idx="7305">
                  <c:v>1.7309600000000001</c:v>
                </c:pt>
                <c:pt idx="7306">
                  <c:v>1.73126</c:v>
                </c:pt>
                <c:pt idx="7307">
                  <c:v>1.7315700000000001</c:v>
                </c:pt>
                <c:pt idx="7308">
                  <c:v>1.7318800000000001</c:v>
                </c:pt>
                <c:pt idx="7309">
                  <c:v>1.7321800000000001</c:v>
                </c:pt>
                <c:pt idx="7310">
                  <c:v>1.7324900000000001</c:v>
                </c:pt>
                <c:pt idx="7311">
                  <c:v>1.7327900000000001</c:v>
                </c:pt>
                <c:pt idx="7312">
                  <c:v>1.7331000000000001</c:v>
                </c:pt>
                <c:pt idx="7313">
                  <c:v>1.7334000000000001</c:v>
                </c:pt>
                <c:pt idx="7314">
                  <c:v>1.7337100000000001</c:v>
                </c:pt>
                <c:pt idx="7315">
                  <c:v>1.7340100000000001</c:v>
                </c:pt>
                <c:pt idx="7316">
                  <c:v>1.7343200000000001</c:v>
                </c:pt>
                <c:pt idx="7317">
                  <c:v>1.7346200000000001</c:v>
                </c:pt>
                <c:pt idx="7318">
                  <c:v>1.7349300000000001</c:v>
                </c:pt>
                <c:pt idx="7319">
                  <c:v>1.7352300000000001</c:v>
                </c:pt>
                <c:pt idx="7320">
                  <c:v>1.7355400000000001</c:v>
                </c:pt>
                <c:pt idx="7321">
                  <c:v>1.7358499999999999</c:v>
                </c:pt>
                <c:pt idx="7322">
                  <c:v>1.7361500000000001</c:v>
                </c:pt>
                <c:pt idx="7323">
                  <c:v>1.7364599999999999</c:v>
                </c:pt>
                <c:pt idx="7324">
                  <c:v>1.7367600000000001</c:v>
                </c:pt>
                <c:pt idx="7325">
                  <c:v>1.7370699999999999</c:v>
                </c:pt>
                <c:pt idx="7326">
                  <c:v>1.7373700000000001</c:v>
                </c:pt>
                <c:pt idx="7327">
                  <c:v>1.7376799999999999</c:v>
                </c:pt>
                <c:pt idx="7328">
                  <c:v>1.7379800000000001</c:v>
                </c:pt>
                <c:pt idx="7329">
                  <c:v>1.7382899999999999</c:v>
                </c:pt>
                <c:pt idx="7330">
                  <c:v>1.7385900000000001</c:v>
                </c:pt>
                <c:pt idx="7331">
                  <c:v>1.7388999999999999</c:v>
                </c:pt>
                <c:pt idx="7332">
                  <c:v>1.7392000000000001</c:v>
                </c:pt>
                <c:pt idx="7333">
                  <c:v>1.7395099999999999</c:v>
                </c:pt>
                <c:pt idx="7334">
                  <c:v>1.7398199999999999</c:v>
                </c:pt>
                <c:pt idx="7335">
                  <c:v>1.7401199999999999</c:v>
                </c:pt>
                <c:pt idx="7336">
                  <c:v>1.7404299999999999</c:v>
                </c:pt>
                <c:pt idx="7337">
                  <c:v>1.7407300000000001</c:v>
                </c:pt>
                <c:pt idx="7338">
                  <c:v>1.7410399999999999</c:v>
                </c:pt>
                <c:pt idx="7339">
                  <c:v>1.7413400000000001</c:v>
                </c:pt>
                <c:pt idx="7340">
                  <c:v>1.7416499999999999</c:v>
                </c:pt>
                <c:pt idx="7341">
                  <c:v>1.7419500000000001</c:v>
                </c:pt>
                <c:pt idx="7342">
                  <c:v>1.7422599999999999</c:v>
                </c:pt>
                <c:pt idx="7343">
                  <c:v>1.7425600000000001</c:v>
                </c:pt>
                <c:pt idx="7344">
                  <c:v>1.7428699999999999</c:v>
                </c:pt>
                <c:pt idx="7345">
                  <c:v>1.74318</c:v>
                </c:pt>
                <c:pt idx="7346">
                  <c:v>1.7434799999999999</c:v>
                </c:pt>
                <c:pt idx="7347">
                  <c:v>1.74379</c:v>
                </c:pt>
                <c:pt idx="7348">
                  <c:v>1.7440899999999999</c:v>
                </c:pt>
                <c:pt idx="7349">
                  <c:v>1.7444</c:v>
                </c:pt>
                <c:pt idx="7350">
                  <c:v>1.7446999999999999</c:v>
                </c:pt>
                <c:pt idx="7351">
                  <c:v>1.74501</c:v>
                </c:pt>
                <c:pt idx="7352">
                  <c:v>1.7453099999999999</c:v>
                </c:pt>
                <c:pt idx="7353">
                  <c:v>1.7456199999999999</c:v>
                </c:pt>
                <c:pt idx="7354">
                  <c:v>1.7459199999999999</c:v>
                </c:pt>
                <c:pt idx="7355">
                  <c:v>1.7462299999999999</c:v>
                </c:pt>
                <c:pt idx="7356">
                  <c:v>1.7465299999999999</c:v>
                </c:pt>
                <c:pt idx="7357">
                  <c:v>1.7468399999999999</c:v>
                </c:pt>
                <c:pt idx="7358">
                  <c:v>1.74715</c:v>
                </c:pt>
                <c:pt idx="7359">
                  <c:v>1.7474499999999999</c:v>
                </c:pt>
                <c:pt idx="7360">
                  <c:v>1.74776</c:v>
                </c:pt>
                <c:pt idx="7361">
                  <c:v>1.7480599999999999</c:v>
                </c:pt>
                <c:pt idx="7362">
                  <c:v>1.74837</c:v>
                </c:pt>
                <c:pt idx="7363">
                  <c:v>1.7486699999999999</c:v>
                </c:pt>
                <c:pt idx="7364">
                  <c:v>1.74898</c:v>
                </c:pt>
                <c:pt idx="7365">
                  <c:v>1.7492799999999999</c:v>
                </c:pt>
                <c:pt idx="7366">
                  <c:v>1.74959</c:v>
                </c:pt>
                <c:pt idx="7367">
                  <c:v>1.7498899999999999</c:v>
                </c:pt>
                <c:pt idx="7368">
                  <c:v>1.7502</c:v>
                </c:pt>
                <c:pt idx="7369">
                  <c:v>1.7504999999999999</c:v>
                </c:pt>
                <c:pt idx="7370">
                  <c:v>1.75081</c:v>
                </c:pt>
                <c:pt idx="7371">
                  <c:v>1.75112</c:v>
                </c:pt>
                <c:pt idx="7372">
                  <c:v>1.75142</c:v>
                </c:pt>
                <c:pt idx="7373">
                  <c:v>1.75173</c:v>
                </c:pt>
                <c:pt idx="7374">
                  <c:v>1.75203</c:v>
                </c:pt>
                <c:pt idx="7375">
                  <c:v>1.75234</c:v>
                </c:pt>
                <c:pt idx="7376">
                  <c:v>1.75264</c:v>
                </c:pt>
                <c:pt idx="7377">
                  <c:v>1.75295</c:v>
                </c:pt>
                <c:pt idx="7378">
                  <c:v>1.75325</c:v>
                </c:pt>
                <c:pt idx="7379">
                  <c:v>1.75356</c:v>
                </c:pt>
                <c:pt idx="7380">
                  <c:v>1.75386</c:v>
                </c:pt>
                <c:pt idx="7381">
                  <c:v>1.75417</c:v>
                </c:pt>
                <c:pt idx="7382">
                  <c:v>1.75447</c:v>
                </c:pt>
                <c:pt idx="7383">
                  <c:v>1.75478</c:v>
                </c:pt>
                <c:pt idx="7384">
                  <c:v>1.75509</c:v>
                </c:pt>
                <c:pt idx="7385">
                  <c:v>1.75539</c:v>
                </c:pt>
                <c:pt idx="7386">
                  <c:v>1.7557</c:v>
                </c:pt>
                <c:pt idx="7387">
                  <c:v>1.756</c:v>
                </c:pt>
                <c:pt idx="7388">
                  <c:v>1.75631</c:v>
                </c:pt>
                <c:pt idx="7389">
                  <c:v>1.75661</c:v>
                </c:pt>
                <c:pt idx="7390">
                  <c:v>1.75692</c:v>
                </c:pt>
                <c:pt idx="7391">
                  <c:v>1.75722</c:v>
                </c:pt>
                <c:pt idx="7392">
                  <c:v>1.75753</c:v>
                </c:pt>
                <c:pt idx="7393">
                  <c:v>1.75783</c:v>
                </c:pt>
                <c:pt idx="7394">
                  <c:v>1.75814</c:v>
                </c:pt>
                <c:pt idx="7395">
                  <c:v>1.75844</c:v>
                </c:pt>
                <c:pt idx="7396">
                  <c:v>1.75875</c:v>
                </c:pt>
                <c:pt idx="7397">
                  <c:v>1.7590600000000001</c:v>
                </c:pt>
                <c:pt idx="7398">
                  <c:v>1.75936</c:v>
                </c:pt>
                <c:pt idx="7399">
                  <c:v>1.7596700000000001</c:v>
                </c:pt>
                <c:pt idx="7400">
                  <c:v>1.75997</c:v>
                </c:pt>
                <c:pt idx="7401">
                  <c:v>1.7602800000000001</c:v>
                </c:pt>
                <c:pt idx="7402">
                  <c:v>1.76058</c:v>
                </c:pt>
                <c:pt idx="7403">
                  <c:v>1.7608900000000001</c:v>
                </c:pt>
                <c:pt idx="7404">
                  <c:v>1.76119</c:v>
                </c:pt>
                <c:pt idx="7405">
                  <c:v>1.7615000000000001</c:v>
                </c:pt>
                <c:pt idx="7406">
                  <c:v>1.7618</c:v>
                </c:pt>
                <c:pt idx="7407">
                  <c:v>1.7621100000000001</c:v>
                </c:pt>
                <c:pt idx="7408">
                  <c:v>1.7624200000000001</c:v>
                </c:pt>
                <c:pt idx="7409">
                  <c:v>1.7627200000000001</c:v>
                </c:pt>
                <c:pt idx="7410">
                  <c:v>1.7630300000000001</c:v>
                </c:pt>
                <c:pt idx="7411">
                  <c:v>1.7633300000000001</c:v>
                </c:pt>
                <c:pt idx="7412">
                  <c:v>1.7636400000000001</c:v>
                </c:pt>
                <c:pt idx="7413">
                  <c:v>1.7639400000000001</c:v>
                </c:pt>
                <c:pt idx="7414">
                  <c:v>1.7642500000000001</c:v>
                </c:pt>
                <c:pt idx="7415">
                  <c:v>1.7645500000000001</c:v>
                </c:pt>
                <c:pt idx="7416">
                  <c:v>1.7648600000000001</c:v>
                </c:pt>
                <c:pt idx="7417">
                  <c:v>1.7651600000000001</c:v>
                </c:pt>
                <c:pt idx="7418">
                  <c:v>1.7654700000000001</c:v>
                </c:pt>
                <c:pt idx="7419">
                  <c:v>1.7657700000000001</c:v>
                </c:pt>
                <c:pt idx="7420">
                  <c:v>1.7660800000000001</c:v>
                </c:pt>
                <c:pt idx="7421">
                  <c:v>1.7663899999999999</c:v>
                </c:pt>
                <c:pt idx="7422">
                  <c:v>1.7666900000000001</c:v>
                </c:pt>
                <c:pt idx="7423">
                  <c:v>1.7669999999999999</c:v>
                </c:pt>
                <c:pt idx="7424">
                  <c:v>1.7673000000000001</c:v>
                </c:pt>
                <c:pt idx="7425">
                  <c:v>1.7676099999999999</c:v>
                </c:pt>
                <c:pt idx="7426">
                  <c:v>1.7679100000000001</c:v>
                </c:pt>
                <c:pt idx="7427">
                  <c:v>1.7682199999999999</c:v>
                </c:pt>
                <c:pt idx="7428">
                  <c:v>1.7685200000000001</c:v>
                </c:pt>
                <c:pt idx="7429">
                  <c:v>1.7688299999999999</c:v>
                </c:pt>
                <c:pt idx="7430">
                  <c:v>1.7691300000000001</c:v>
                </c:pt>
                <c:pt idx="7431">
                  <c:v>1.7694399999999999</c:v>
                </c:pt>
                <c:pt idx="7432">
                  <c:v>1.7697400000000001</c:v>
                </c:pt>
                <c:pt idx="7433">
                  <c:v>1.7700499999999999</c:v>
                </c:pt>
                <c:pt idx="7434">
                  <c:v>1.7703599999999999</c:v>
                </c:pt>
                <c:pt idx="7435">
                  <c:v>1.7706599999999999</c:v>
                </c:pt>
                <c:pt idx="7436">
                  <c:v>1.7709699999999999</c:v>
                </c:pt>
                <c:pt idx="7437">
                  <c:v>1.7712699999999999</c:v>
                </c:pt>
                <c:pt idx="7438">
                  <c:v>1.7715799999999999</c:v>
                </c:pt>
                <c:pt idx="7439">
                  <c:v>1.7718799999999999</c:v>
                </c:pt>
                <c:pt idx="7440">
                  <c:v>1.7721899999999999</c:v>
                </c:pt>
                <c:pt idx="7441">
                  <c:v>1.7724899999999999</c:v>
                </c:pt>
                <c:pt idx="7442">
                  <c:v>1.7727999999999999</c:v>
                </c:pt>
                <c:pt idx="7443">
                  <c:v>1.7730999999999999</c:v>
                </c:pt>
                <c:pt idx="7444">
                  <c:v>1.7734099999999999</c:v>
                </c:pt>
                <c:pt idx="7445">
                  <c:v>1.7737099999999999</c:v>
                </c:pt>
                <c:pt idx="7446">
                  <c:v>1.7740199999999999</c:v>
                </c:pt>
                <c:pt idx="7447">
                  <c:v>1.77433</c:v>
                </c:pt>
                <c:pt idx="7448">
                  <c:v>1.7746299999999999</c:v>
                </c:pt>
                <c:pt idx="7449">
                  <c:v>1.77494</c:v>
                </c:pt>
                <c:pt idx="7450">
                  <c:v>1.7752399999999999</c:v>
                </c:pt>
                <c:pt idx="7451">
                  <c:v>1.77555</c:v>
                </c:pt>
                <c:pt idx="7452">
                  <c:v>1.7758499999999999</c:v>
                </c:pt>
                <c:pt idx="7453">
                  <c:v>1.77616</c:v>
                </c:pt>
                <c:pt idx="7454">
                  <c:v>1.7764599999999999</c:v>
                </c:pt>
                <c:pt idx="7455">
                  <c:v>1.77677</c:v>
                </c:pt>
                <c:pt idx="7456">
                  <c:v>1.7770699999999999</c:v>
                </c:pt>
                <c:pt idx="7457">
                  <c:v>1.77738</c:v>
                </c:pt>
                <c:pt idx="7458">
                  <c:v>1.7776799999999999</c:v>
                </c:pt>
                <c:pt idx="7459">
                  <c:v>1.77799</c:v>
                </c:pt>
                <c:pt idx="7460">
                  <c:v>1.7783</c:v>
                </c:pt>
                <c:pt idx="7461">
                  <c:v>1.7786</c:v>
                </c:pt>
                <c:pt idx="7462">
                  <c:v>1.77891</c:v>
                </c:pt>
                <c:pt idx="7463">
                  <c:v>1.77921</c:v>
                </c:pt>
                <c:pt idx="7464">
                  <c:v>1.77952</c:v>
                </c:pt>
                <c:pt idx="7465">
                  <c:v>1.77982</c:v>
                </c:pt>
                <c:pt idx="7466">
                  <c:v>1.78013</c:v>
                </c:pt>
                <c:pt idx="7467">
                  <c:v>1.78043</c:v>
                </c:pt>
                <c:pt idx="7468">
                  <c:v>1.78074</c:v>
                </c:pt>
                <c:pt idx="7469">
                  <c:v>1.78104</c:v>
                </c:pt>
                <c:pt idx="7470">
                  <c:v>1.78135</c:v>
                </c:pt>
                <c:pt idx="7471">
                  <c:v>1.78166</c:v>
                </c:pt>
                <c:pt idx="7472">
                  <c:v>1.78196</c:v>
                </c:pt>
                <c:pt idx="7473">
                  <c:v>1.78227</c:v>
                </c:pt>
                <c:pt idx="7474">
                  <c:v>1.78257</c:v>
                </c:pt>
                <c:pt idx="7475">
                  <c:v>1.78288</c:v>
                </c:pt>
                <c:pt idx="7476">
                  <c:v>1.78318</c:v>
                </c:pt>
                <c:pt idx="7477">
                  <c:v>1.78349</c:v>
                </c:pt>
                <c:pt idx="7478">
                  <c:v>1.78379</c:v>
                </c:pt>
                <c:pt idx="7479">
                  <c:v>1.7841</c:v>
                </c:pt>
                <c:pt idx="7480">
                  <c:v>1.7844</c:v>
                </c:pt>
                <c:pt idx="7481">
                  <c:v>1.78471</c:v>
                </c:pt>
                <c:pt idx="7482">
                  <c:v>1.78501</c:v>
                </c:pt>
                <c:pt idx="7483">
                  <c:v>1.78532</c:v>
                </c:pt>
                <c:pt idx="7484">
                  <c:v>1.7856300000000001</c:v>
                </c:pt>
                <c:pt idx="7485">
                  <c:v>1.78593</c:v>
                </c:pt>
                <c:pt idx="7486">
                  <c:v>1.78624</c:v>
                </c:pt>
                <c:pt idx="7487">
                  <c:v>1.78654</c:v>
                </c:pt>
                <c:pt idx="7488">
                  <c:v>1.78685</c:v>
                </c:pt>
                <c:pt idx="7489">
                  <c:v>1.78715</c:v>
                </c:pt>
                <c:pt idx="7490">
                  <c:v>1.78746</c:v>
                </c:pt>
                <c:pt idx="7491">
                  <c:v>1.78776</c:v>
                </c:pt>
                <c:pt idx="7492">
                  <c:v>1.78807</c:v>
                </c:pt>
                <c:pt idx="7493">
                  <c:v>1.78837</c:v>
                </c:pt>
                <c:pt idx="7494">
                  <c:v>1.78868</c:v>
                </c:pt>
                <c:pt idx="7495">
                  <c:v>1.78898</c:v>
                </c:pt>
                <c:pt idx="7496">
                  <c:v>1.78929</c:v>
                </c:pt>
                <c:pt idx="7497">
                  <c:v>1.7896000000000001</c:v>
                </c:pt>
                <c:pt idx="7498">
                  <c:v>1.7899</c:v>
                </c:pt>
                <c:pt idx="7499">
                  <c:v>1.7902100000000001</c:v>
                </c:pt>
                <c:pt idx="7500">
                  <c:v>1.79051</c:v>
                </c:pt>
                <c:pt idx="7501">
                  <c:v>1.7908200000000001</c:v>
                </c:pt>
                <c:pt idx="7502">
                  <c:v>1.79112</c:v>
                </c:pt>
                <c:pt idx="7503">
                  <c:v>1.7914300000000001</c:v>
                </c:pt>
                <c:pt idx="7504">
                  <c:v>1.79173</c:v>
                </c:pt>
                <c:pt idx="7505">
                  <c:v>1.7920400000000001</c:v>
                </c:pt>
                <c:pt idx="7506">
                  <c:v>1.79234</c:v>
                </c:pt>
                <c:pt idx="7507">
                  <c:v>1.7926500000000001</c:v>
                </c:pt>
                <c:pt idx="7508">
                  <c:v>1.79295</c:v>
                </c:pt>
                <c:pt idx="7509">
                  <c:v>1.7932600000000001</c:v>
                </c:pt>
                <c:pt idx="7510">
                  <c:v>1.7935700000000001</c:v>
                </c:pt>
                <c:pt idx="7511">
                  <c:v>1.7938700000000001</c:v>
                </c:pt>
                <c:pt idx="7512">
                  <c:v>1.7941800000000001</c:v>
                </c:pt>
                <c:pt idx="7513">
                  <c:v>1.7944800000000001</c:v>
                </c:pt>
                <c:pt idx="7514">
                  <c:v>1.7947900000000001</c:v>
                </c:pt>
                <c:pt idx="7515">
                  <c:v>1.7950900000000001</c:v>
                </c:pt>
                <c:pt idx="7516">
                  <c:v>1.7954000000000001</c:v>
                </c:pt>
                <c:pt idx="7517">
                  <c:v>1.7957000000000001</c:v>
                </c:pt>
                <c:pt idx="7518">
                  <c:v>1.7960100000000001</c:v>
                </c:pt>
                <c:pt idx="7519">
                  <c:v>1.7963100000000001</c:v>
                </c:pt>
                <c:pt idx="7520">
                  <c:v>1.7966200000000001</c:v>
                </c:pt>
                <c:pt idx="7521">
                  <c:v>1.7969299999999999</c:v>
                </c:pt>
                <c:pt idx="7522">
                  <c:v>1.7972300000000001</c:v>
                </c:pt>
                <c:pt idx="7523">
                  <c:v>1.7975399999999999</c:v>
                </c:pt>
                <c:pt idx="7524">
                  <c:v>1.7978400000000001</c:v>
                </c:pt>
                <c:pt idx="7525">
                  <c:v>1.7981499999999999</c:v>
                </c:pt>
                <c:pt idx="7526">
                  <c:v>1.7984500000000001</c:v>
                </c:pt>
                <c:pt idx="7527">
                  <c:v>1.7987599999999999</c:v>
                </c:pt>
                <c:pt idx="7528">
                  <c:v>1.7990600000000001</c:v>
                </c:pt>
                <c:pt idx="7529">
                  <c:v>1.7993699999999999</c:v>
                </c:pt>
                <c:pt idx="7530">
                  <c:v>1.7996700000000001</c:v>
                </c:pt>
                <c:pt idx="7531">
                  <c:v>1.7999799999999999</c:v>
                </c:pt>
                <c:pt idx="7532">
                  <c:v>1.8002800000000001</c:v>
                </c:pt>
                <c:pt idx="7533">
                  <c:v>1.8005899999999999</c:v>
                </c:pt>
                <c:pt idx="7534">
                  <c:v>1.8008999999999999</c:v>
                </c:pt>
                <c:pt idx="7535">
                  <c:v>1.8011999999999999</c:v>
                </c:pt>
                <c:pt idx="7536">
                  <c:v>1.8015099999999999</c:v>
                </c:pt>
                <c:pt idx="7537">
                  <c:v>1.8018099999999999</c:v>
                </c:pt>
                <c:pt idx="7538">
                  <c:v>1.8021199999999999</c:v>
                </c:pt>
                <c:pt idx="7539">
                  <c:v>1.8024199999999999</c:v>
                </c:pt>
                <c:pt idx="7540">
                  <c:v>1.8027299999999999</c:v>
                </c:pt>
                <c:pt idx="7541">
                  <c:v>1.8030299999999999</c:v>
                </c:pt>
                <c:pt idx="7542">
                  <c:v>1.8033399999999999</c:v>
                </c:pt>
                <c:pt idx="7543">
                  <c:v>1.8036399999999999</c:v>
                </c:pt>
                <c:pt idx="7544">
                  <c:v>1.8039499999999999</c:v>
                </c:pt>
                <c:pt idx="7545">
                  <c:v>1.8042499999999999</c:v>
                </c:pt>
                <c:pt idx="7546">
                  <c:v>1.8045599999999999</c:v>
                </c:pt>
                <c:pt idx="7547">
                  <c:v>1.80487</c:v>
                </c:pt>
                <c:pt idx="7548">
                  <c:v>1.8051699999999999</c:v>
                </c:pt>
                <c:pt idx="7549">
                  <c:v>1.80548</c:v>
                </c:pt>
                <c:pt idx="7550">
                  <c:v>1.8057799999999999</c:v>
                </c:pt>
                <c:pt idx="7551">
                  <c:v>1.80609</c:v>
                </c:pt>
                <c:pt idx="7552">
                  <c:v>1.8063899999999999</c:v>
                </c:pt>
                <c:pt idx="7553">
                  <c:v>1.8067</c:v>
                </c:pt>
                <c:pt idx="7554">
                  <c:v>1.8069999999999999</c:v>
                </c:pt>
                <c:pt idx="7555">
                  <c:v>1.80731</c:v>
                </c:pt>
                <c:pt idx="7556">
                  <c:v>1.8076099999999999</c:v>
                </c:pt>
                <c:pt idx="7557">
                  <c:v>1.80792</c:v>
                </c:pt>
                <c:pt idx="7558">
                  <c:v>1.8082199999999999</c:v>
                </c:pt>
                <c:pt idx="7559">
                  <c:v>1.80853</c:v>
                </c:pt>
                <c:pt idx="7560">
                  <c:v>1.80884</c:v>
                </c:pt>
                <c:pt idx="7561">
                  <c:v>1.80914</c:v>
                </c:pt>
                <c:pt idx="7562">
                  <c:v>1.80945</c:v>
                </c:pt>
                <c:pt idx="7563">
                  <c:v>1.80975</c:v>
                </c:pt>
                <c:pt idx="7564">
                  <c:v>1.81006</c:v>
                </c:pt>
                <c:pt idx="7565">
                  <c:v>1.81036</c:v>
                </c:pt>
                <c:pt idx="7566">
                  <c:v>1.81067</c:v>
                </c:pt>
                <c:pt idx="7567">
                  <c:v>1.81097</c:v>
                </c:pt>
                <c:pt idx="7568">
                  <c:v>1.81128</c:v>
                </c:pt>
                <c:pt idx="7569">
                  <c:v>1.81158</c:v>
                </c:pt>
                <c:pt idx="7570">
                  <c:v>1.81189</c:v>
                </c:pt>
                <c:pt idx="7571">
                  <c:v>1.81219</c:v>
                </c:pt>
                <c:pt idx="7572">
                  <c:v>1.8125</c:v>
                </c:pt>
                <c:pt idx="7573">
                  <c:v>1.81281</c:v>
                </c:pt>
                <c:pt idx="7574">
                  <c:v>1.81311</c:v>
                </c:pt>
                <c:pt idx="7575">
                  <c:v>1.81342</c:v>
                </c:pt>
                <c:pt idx="7576">
                  <c:v>1.81372</c:v>
                </c:pt>
                <c:pt idx="7577">
                  <c:v>1.81403</c:v>
                </c:pt>
                <c:pt idx="7578">
                  <c:v>1.81433</c:v>
                </c:pt>
                <c:pt idx="7579">
                  <c:v>1.81464</c:v>
                </c:pt>
                <c:pt idx="7580">
                  <c:v>1.81494</c:v>
                </c:pt>
                <c:pt idx="7581">
                  <c:v>1.81525</c:v>
                </c:pt>
                <c:pt idx="7582">
                  <c:v>1.81555</c:v>
                </c:pt>
                <c:pt idx="7583">
                  <c:v>1.81586</c:v>
                </c:pt>
                <c:pt idx="7584">
                  <c:v>1.8161700000000001</c:v>
                </c:pt>
                <c:pt idx="7585">
                  <c:v>1.81647</c:v>
                </c:pt>
                <c:pt idx="7586">
                  <c:v>1.8167800000000001</c:v>
                </c:pt>
                <c:pt idx="7587">
                  <c:v>1.81708</c:v>
                </c:pt>
                <c:pt idx="7588">
                  <c:v>1.8173900000000001</c:v>
                </c:pt>
                <c:pt idx="7589">
                  <c:v>1.81769</c:v>
                </c:pt>
                <c:pt idx="7590">
                  <c:v>1.8180000000000001</c:v>
                </c:pt>
                <c:pt idx="7591">
                  <c:v>1.8183</c:v>
                </c:pt>
                <c:pt idx="7592">
                  <c:v>1.8186100000000001</c:v>
                </c:pt>
                <c:pt idx="7593">
                  <c:v>1.81891</c:v>
                </c:pt>
                <c:pt idx="7594">
                  <c:v>1.8192200000000001</c:v>
                </c:pt>
                <c:pt idx="7595">
                  <c:v>1.81952</c:v>
                </c:pt>
                <c:pt idx="7596">
                  <c:v>1.8198300000000001</c:v>
                </c:pt>
                <c:pt idx="7597">
                  <c:v>1.8201400000000001</c:v>
                </c:pt>
                <c:pt idx="7598">
                  <c:v>1.8204400000000001</c:v>
                </c:pt>
                <c:pt idx="7599">
                  <c:v>1.8207500000000001</c:v>
                </c:pt>
                <c:pt idx="7600">
                  <c:v>1.8210500000000001</c:v>
                </c:pt>
                <c:pt idx="7601">
                  <c:v>1.8213600000000001</c:v>
                </c:pt>
                <c:pt idx="7602">
                  <c:v>1.8216600000000001</c:v>
                </c:pt>
                <c:pt idx="7603">
                  <c:v>1.8219700000000001</c:v>
                </c:pt>
                <c:pt idx="7604">
                  <c:v>1.8222700000000001</c:v>
                </c:pt>
                <c:pt idx="7605">
                  <c:v>1.8225800000000001</c:v>
                </c:pt>
                <c:pt idx="7606">
                  <c:v>1.8228800000000001</c:v>
                </c:pt>
                <c:pt idx="7607">
                  <c:v>1.8231900000000001</c:v>
                </c:pt>
                <c:pt idx="7608">
                  <c:v>1.8234900000000001</c:v>
                </c:pt>
                <c:pt idx="7609">
                  <c:v>1.8238000000000001</c:v>
                </c:pt>
                <c:pt idx="7610">
                  <c:v>1.8241099999999999</c:v>
                </c:pt>
                <c:pt idx="7611">
                  <c:v>1.8244100000000001</c:v>
                </c:pt>
                <c:pt idx="7612">
                  <c:v>1.8247199999999999</c:v>
                </c:pt>
                <c:pt idx="7613">
                  <c:v>1.8250200000000001</c:v>
                </c:pt>
                <c:pt idx="7614">
                  <c:v>1.8253299999999999</c:v>
                </c:pt>
                <c:pt idx="7615">
                  <c:v>1.8256300000000001</c:v>
                </c:pt>
                <c:pt idx="7616">
                  <c:v>1.8259399999999999</c:v>
                </c:pt>
                <c:pt idx="7617">
                  <c:v>1.8262400000000001</c:v>
                </c:pt>
                <c:pt idx="7618">
                  <c:v>1.8265499999999999</c:v>
                </c:pt>
                <c:pt idx="7619">
                  <c:v>1.8268500000000001</c:v>
                </c:pt>
                <c:pt idx="7620">
                  <c:v>1.8271599999999999</c:v>
                </c:pt>
                <c:pt idx="7621">
                  <c:v>1.8274600000000001</c:v>
                </c:pt>
                <c:pt idx="7622">
                  <c:v>1.8277699999999999</c:v>
                </c:pt>
                <c:pt idx="7623">
                  <c:v>1.8280799999999999</c:v>
                </c:pt>
                <c:pt idx="7624">
                  <c:v>1.8283799999999999</c:v>
                </c:pt>
                <c:pt idx="7625">
                  <c:v>1.8286899999999999</c:v>
                </c:pt>
                <c:pt idx="7626">
                  <c:v>1.8289899999999999</c:v>
                </c:pt>
                <c:pt idx="7627">
                  <c:v>1.8292999999999999</c:v>
                </c:pt>
                <c:pt idx="7628">
                  <c:v>1.8295999999999999</c:v>
                </c:pt>
                <c:pt idx="7629">
                  <c:v>1.8299099999999999</c:v>
                </c:pt>
                <c:pt idx="7630">
                  <c:v>1.8302099999999999</c:v>
                </c:pt>
                <c:pt idx="7631">
                  <c:v>1.8305199999999999</c:v>
                </c:pt>
                <c:pt idx="7632">
                  <c:v>1.8308199999999999</c:v>
                </c:pt>
                <c:pt idx="7633">
                  <c:v>1.8311299999999999</c:v>
                </c:pt>
                <c:pt idx="7634">
                  <c:v>1.8314299999999999</c:v>
                </c:pt>
                <c:pt idx="7635">
                  <c:v>1.8317399999999999</c:v>
                </c:pt>
                <c:pt idx="7636">
                  <c:v>1.83205</c:v>
                </c:pt>
                <c:pt idx="7637">
                  <c:v>1.8323499999999999</c:v>
                </c:pt>
                <c:pt idx="7638">
                  <c:v>1.83266</c:v>
                </c:pt>
                <c:pt idx="7639">
                  <c:v>1.8329599999999999</c:v>
                </c:pt>
                <c:pt idx="7640">
                  <c:v>1.83327</c:v>
                </c:pt>
                <c:pt idx="7641">
                  <c:v>1.8335699999999999</c:v>
                </c:pt>
                <c:pt idx="7642">
                  <c:v>1.83388</c:v>
                </c:pt>
                <c:pt idx="7643">
                  <c:v>1.8341799999999999</c:v>
                </c:pt>
                <c:pt idx="7644">
                  <c:v>1.83449</c:v>
                </c:pt>
                <c:pt idx="7645">
                  <c:v>1.8347899999999999</c:v>
                </c:pt>
                <c:pt idx="7646">
                  <c:v>1.8351</c:v>
                </c:pt>
                <c:pt idx="7647">
                  <c:v>1.83541</c:v>
                </c:pt>
                <c:pt idx="7648">
                  <c:v>1.83571</c:v>
                </c:pt>
                <c:pt idx="7649">
                  <c:v>1.83602</c:v>
                </c:pt>
                <c:pt idx="7650">
                  <c:v>1.83632</c:v>
                </c:pt>
                <c:pt idx="7651">
                  <c:v>1.83663</c:v>
                </c:pt>
                <c:pt idx="7652">
                  <c:v>1.83693</c:v>
                </c:pt>
                <c:pt idx="7653">
                  <c:v>1.83724</c:v>
                </c:pt>
                <c:pt idx="7654">
                  <c:v>1.83754</c:v>
                </c:pt>
                <c:pt idx="7655">
                  <c:v>1.83785</c:v>
                </c:pt>
                <c:pt idx="7656">
                  <c:v>1.83815</c:v>
                </c:pt>
                <c:pt idx="7657">
                  <c:v>1.83846</c:v>
                </c:pt>
                <c:pt idx="7658">
                  <c:v>1.83876</c:v>
                </c:pt>
                <c:pt idx="7659">
                  <c:v>1.83907</c:v>
                </c:pt>
                <c:pt idx="7660">
                  <c:v>1.83938</c:v>
                </c:pt>
                <c:pt idx="7661">
                  <c:v>1.83968</c:v>
                </c:pt>
                <c:pt idx="7662">
                  <c:v>1.83999</c:v>
                </c:pt>
                <c:pt idx="7663">
                  <c:v>1.84029</c:v>
                </c:pt>
                <c:pt idx="7664">
                  <c:v>1.8406</c:v>
                </c:pt>
                <c:pt idx="7665">
                  <c:v>1.8409</c:v>
                </c:pt>
                <c:pt idx="7666">
                  <c:v>1.84121</c:v>
                </c:pt>
                <c:pt idx="7667">
                  <c:v>1.84151</c:v>
                </c:pt>
                <c:pt idx="7668">
                  <c:v>1.84182</c:v>
                </c:pt>
                <c:pt idx="7669">
                  <c:v>1.84212</c:v>
                </c:pt>
                <c:pt idx="7670">
                  <c:v>1.84243</c:v>
                </c:pt>
                <c:pt idx="7671">
                  <c:v>1.84273</c:v>
                </c:pt>
                <c:pt idx="7672">
                  <c:v>1.84304</c:v>
                </c:pt>
                <c:pt idx="7673">
                  <c:v>1.84335</c:v>
                </c:pt>
                <c:pt idx="7674">
                  <c:v>1.84365</c:v>
                </c:pt>
                <c:pt idx="7675">
                  <c:v>1.84396</c:v>
                </c:pt>
                <c:pt idx="7676">
                  <c:v>1.84426</c:v>
                </c:pt>
                <c:pt idx="7677">
                  <c:v>1.84457</c:v>
                </c:pt>
                <c:pt idx="7678">
                  <c:v>1.84487</c:v>
                </c:pt>
                <c:pt idx="7679">
                  <c:v>1.84518</c:v>
                </c:pt>
                <c:pt idx="7680">
                  <c:v>1.84548</c:v>
                </c:pt>
                <c:pt idx="7681">
                  <c:v>1.84579</c:v>
                </c:pt>
                <c:pt idx="7682">
                  <c:v>1.84609</c:v>
                </c:pt>
                <c:pt idx="7683">
                  <c:v>1.8464</c:v>
                </c:pt>
                <c:pt idx="7684">
                  <c:v>1.8467</c:v>
                </c:pt>
                <c:pt idx="7685">
                  <c:v>1.84701</c:v>
                </c:pt>
                <c:pt idx="7686">
                  <c:v>1.8473200000000001</c:v>
                </c:pt>
                <c:pt idx="7687">
                  <c:v>1.84762</c:v>
                </c:pt>
                <c:pt idx="7688">
                  <c:v>1.8479300000000001</c:v>
                </c:pt>
                <c:pt idx="7689">
                  <c:v>1.84823</c:v>
                </c:pt>
                <c:pt idx="7690">
                  <c:v>1.8485400000000001</c:v>
                </c:pt>
                <c:pt idx="7691">
                  <c:v>1.84884</c:v>
                </c:pt>
                <c:pt idx="7692">
                  <c:v>1.8491500000000001</c:v>
                </c:pt>
                <c:pt idx="7693">
                  <c:v>1.84945</c:v>
                </c:pt>
                <c:pt idx="7694">
                  <c:v>1.8497600000000001</c:v>
                </c:pt>
                <c:pt idx="7695">
                  <c:v>1.85006</c:v>
                </c:pt>
                <c:pt idx="7696">
                  <c:v>1.8503700000000001</c:v>
                </c:pt>
                <c:pt idx="7697">
                  <c:v>1.85067</c:v>
                </c:pt>
                <c:pt idx="7698">
                  <c:v>1.8509800000000001</c:v>
                </c:pt>
                <c:pt idx="7699">
                  <c:v>1.8512900000000001</c:v>
                </c:pt>
                <c:pt idx="7700">
                  <c:v>1.8515900000000001</c:v>
                </c:pt>
                <c:pt idx="7701">
                  <c:v>1.8519000000000001</c:v>
                </c:pt>
                <c:pt idx="7702">
                  <c:v>1.8522000000000001</c:v>
                </c:pt>
                <c:pt idx="7703">
                  <c:v>1.8525100000000001</c:v>
                </c:pt>
                <c:pt idx="7704">
                  <c:v>1.8528100000000001</c:v>
                </c:pt>
                <c:pt idx="7705">
                  <c:v>1.8531200000000001</c:v>
                </c:pt>
                <c:pt idx="7706">
                  <c:v>1.8534200000000001</c:v>
                </c:pt>
                <c:pt idx="7707">
                  <c:v>1.8537300000000001</c:v>
                </c:pt>
                <c:pt idx="7708">
                  <c:v>1.8540300000000001</c:v>
                </c:pt>
                <c:pt idx="7709">
                  <c:v>1.8543400000000001</c:v>
                </c:pt>
                <c:pt idx="7710">
                  <c:v>1.8546499999999999</c:v>
                </c:pt>
                <c:pt idx="7711">
                  <c:v>1.8549500000000001</c:v>
                </c:pt>
                <c:pt idx="7712">
                  <c:v>1.8552599999999999</c:v>
                </c:pt>
                <c:pt idx="7713">
                  <c:v>1.8555600000000001</c:v>
                </c:pt>
                <c:pt idx="7714">
                  <c:v>1.8558699999999999</c:v>
                </c:pt>
                <c:pt idx="7715">
                  <c:v>1.8561700000000001</c:v>
                </c:pt>
                <c:pt idx="7716">
                  <c:v>1.8564799999999999</c:v>
                </c:pt>
                <c:pt idx="7717">
                  <c:v>1.8567800000000001</c:v>
                </c:pt>
                <c:pt idx="7718">
                  <c:v>1.8570899999999999</c:v>
                </c:pt>
                <c:pt idx="7719">
                  <c:v>1.8573900000000001</c:v>
                </c:pt>
                <c:pt idx="7720">
                  <c:v>1.8576999999999999</c:v>
                </c:pt>
                <c:pt idx="7721">
                  <c:v>1.8580000000000001</c:v>
                </c:pt>
                <c:pt idx="7722">
                  <c:v>1.8583099999999999</c:v>
                </c:pt>
                <c:pt idx="7723">
                  <c:v>1.8586199999999999</c:v>
                </c:pt>
                <c:pt idx="7724">
                  <c:v>1.8589199999999999</c:v>
                </c:pt>
                <c:pt idx="7725">
                  <c:v>1.8592299999999999</c:v>
                </c:pt>
                <c:pt idx="7726">
                  <c:v>1.8595299999999999</c:v>
                </c:pt>
                <c:pt idx="7727">
                  <c:v>1.8598399999999999</c:v>
                </c:pt>
                <c:pt idx="7728">
                  <c:v>1.8601399999999999</c:v>
                </c:pt>
                <c:pt idx="7729">
                  <c:v>1.8604499999999999</c:v>
                </c:pt>
                <c:pt idx="7730">
                  <c:v>1.8607499999999999</c:v>
                </c:pt>
                <c:pt idx="7731">
                  <c:v>1.8610599999999999</c:v>
                </c:pt>
                <c:pt idx="7732">
                  <c:v>1.8613599999999999</c:v>
                </c:pt>
                <c:pt idx="7733">
                  <c:v>1.8616699999999999</c:v>
                </c:pt>
                <c:pt idx="7734">
                  <c:v>1.8619699999999999</c:v>
                </c:pt>
                <c:pt idx="7735">
                  <c:v>1.8622799999999999</c:v>
                </c:pt>
                <c:pt idx="7736">
                  <c:v>1.86259</c:v>
                </c:pt>
                <c:pt idx="7737">
                  <c:v>1.8628899999999999</c:v>
                </c:pt>
                <c:pt idx="7738">
                  <c:v>1.8632</c:v>
                </c:pt>
                <c:pt idx="7739">
                  <c:v>1.8634999999999999</c:v>
                </c:pt>
                <c:pt idx="7740">
                  <c:v>1.86381</c:v>
                </c:pt>
                <c:pt idx="7741">
                  <c:v>1.8641099999999999</c:v>
                </c:pt>
                <c:pt idx="7742">
                  <c:v>1.86442</c:v>
                </c:pt>
                <c:pt idx="7743">
                  <c:v>1.8647199999999999</c:v>
                </c:pt>
                <c:pt idx="7744">
                  <c:v>1.86503</c:v>
                </c:pt>
                <c:pt idx="7745">
                  <c:v>1.8653299999999999</c:v>
                </c:pt>
                <c:pt idx="7746">
                  <c:v>1.86564</c:v>
                </c:pt>
                <c:pt idx="7747">
                  <c:v>1.8659399999999999</c:v>
                </c:pt>
                <c:pt idx="7748">
                  <c:v>1.86625</c:v>
                </c:pt>
                <c:pt idx="7749">
                  <c:v>1.86656</c:v>
                </c:pt>
                <c:pt idx="7750">
                  <c:v>1.86686</c:v>
                </c:pt>
                <c:pt idx="7751">
                  <c:v>1.86717</c:v>
                </c:pt>
                <c:pt idx="7752">
                  <c:v>1.86747</c:v>
                </c:pt>
                <c:pt idx="7753">
                  <c:v>1.86778</c:v>
                </c:pt>
                <c:pt idx="7754">
                  <c:v>1.86808</c:v>
                </c:pt>
                <c:pt idx="7755">
                  <c:v>1.86839</c:v>
                </c:pt>
                <c:pt idx="7756">
                  <c:v>1.86869</c:v>
                </c:pt>
                <c:pt idx="7757">
                  <c:v>1.869</c:v>
                </c:pt>
                <c:pt idx="7758">
                  <c:v>1.8693</c:v>
                </c:pt>
                <c:pt idx="7759">
                  <c:v>1.86961</c:v>
                </c:pt>
                <c:pt idx="7760">
                  <c:v>1.86992</c:v>
                </c:pt>
                <c:pt idx="7761">
                  <c:v>1.87022</c:v>
                </c:pt>
                <c:pt idx="7762">
                  <c:v>1.87053</c:v>
                </c:pt>
                <c:pt idx="7763">
                  <c:v>1.87083</c:v>
                </c:pt>
                <c:pt idx="7764">
                  <c:v>1.87114</c:v>
                </c:pt>
                <c:pt idx="7765">
                  <c:v>1.87144</c:v>
                </c:pt>
                <c:pt idx="7766">
                  <c:v>1.87175</c:v>
                </c:pt>
                <c:pt idx="7767">
                  <c:v>1.87205</c:v>
                </c:pt>
                <c:pt idx="7768">
                  <c:v>1.87236</c:v>
                </c:pt>
                <c:pt idx="7769">
                  <c:v>1.87266</c:v>
                </c:pt>
                <c:pt idx="7770">
                  <c:v>1.87297</c:v>
                </c:pt>
                <c:pt idx="7771">
                  <c:v>1.87327</c:v>
                </c:pt>
                <c:pt idx="7772">
                  <c:v>1.87358</c:v>
                </c:pt>
                <c:pt idx="7773">
                  <c:v>1.8738900000000001</c:v>
                </c:pt>
                <c:pt idx="7774">
                  <c:v>1.87419</c:v>
                </c:pt>
                <c:pt idx="7775">
                  <c:v>1.8745000000000001</c:v>
                </c:pt>
                <c:pt idx="7776">
                  <c:v>1.8748</c:v>
                </c:pt>
                <c:pt idx="7777">
                  <c:v>1.8751100000000001</c:v>
                </c:pt>
                <c:pt idx="7778">
                  <c:v>1.87541</c:v>
                </c:pt>
                <c:pt idx="7779">
                  <c:v>1.8757200000000001</c:v>
                </c:pt>
                <c:pt idx="7780">
                  <c:v>1.87602</c:v>
                </c:pt>
                <c:pt idx="7781">
                  <c:v>1.8763300000000001</c:v>
                </c:pt>
                <c:pt idx="7782">
                  <c:v>1.87663</c:v>
                </c:pt>
                <c:pt idx="7783">
                  <c:v>1.8769400000000001</c:v>
                </c:pt>
                <c:pt idx="7784">
                  <c:v>1.87724</c:v>
                </c:pt>
                <c:pt idx="7785">
                  <c:v>1.8775500000000001</c:v>
                </c:pt>
                <c:pt idx="7786">
                  <c:v>1.8778600000000001</c:v>
                </c:pt>
                <c:pt idx="7787">
                  <c:v>1.8781600000000001</c:v>
                </c:pt>
                <c:pt idx="7788">
                  <c:v>1.8784700000000001</c:v>
                </c:pt>
                <c:pt idx="7789">
                  <c:v>1.8787700000000001</c:v>
                </c:pt>
                <c:pt idx="7790">
                  <c:v>1.8790800000000001</c:v>
                </c:pt>
                <c:pt idx="7791">
                  <c:v>1.8793800000000001</c:v>
                </c:pt>
                <c:pt idx="7792">
                  <c:v>1.8796900000000001</c:v>
                </c:pt>
                <c:pt idx="7793">
                  <c:v>1.87999</c:v>
                </c:pt>
                <c:pt idx="7794">
                  <c:v>1.8803000000000001</c:v>
                </c:pt>
                <c:pt idx="7795">
                  <c:v>1.8806</c:v>
                </c:pt>
                <c:pt idx="7796">
                  <c:v>1.8809100000000001</c:v>
                </c:pt>
                <c:pt idx="7797">
                  <c:v>1.88121</c:v>
                </c:pt>
                <c:pt idx="7798">
                  <c:v>1.8815200000000001</c:v>
                </c:pt>
                <c:pt idx="7799">
                  <c:v>1.8818299999999999</c:v>
                </c:pt>
                <c:pt idx="7800">
                  <c:v>1.8821300000000001</c:v>
                </c:pt>
                <c:pt idx="7801">
                  <c:v>1.8824399999999999</c:v>
                </c:pt>
                <c:pt idx="7802">
                  <c:v>1.8827400000000001</c:v>
                </c:pt>
                <c:pt idx="7803">
                  <c:v>1.8830499999999999</c:v>
                </c:pt>
                <c:pt idx="7804">
                  <c:v>1.8833500000000001</c:v>
                </c:pt>
                <c:pt idx="7805">
                  <c:v>1.8836599999999999</c:v>
                </c:pt>
                <c:pt idx="7806">
                  <c:v>1.8839600000000001</c:v>
                </c:pt>
                <c:pt idx="7807">
                  <c:v>1.8842699999999999</c:v>
                </c:pt>
                <c:pt idx="7808">
                  <c:v>1.8845700000000001</c:v>
                </c:pt>
                <c:pt idx="7809">
                  <c:v>1.8848800000000001</c:v>
                </c:pt>
                <c:pt idx="7810">
                  <c:v>1.8851800000000001</c:v>
                </c:pt>
                <c:pt idx="7811">
                  <c:v>1.8854900000000001</c:v>
                </c:pt>
                <c:pt idx="7812">
                  <c:v>1.8857999999999999</c:v>
                </c:pt>
                <c:pt idx="7813">
                  <c:v>1.8861000000000001</c:v>
                </c:pt>
                <c:pt idx="7814">
                  <c:v>1.8864099999999999</c:v>
                </c:pt>
                <c:pt idx="7815">
                  <c:v>1.8867100000000001</c:v>
                </c:pt>
                <c:pt idx="7816">
                  <c:v>1.8870199999999999</c:v>
                </c:pt>
                <c:pt idx="7817">
                  <c:v>1.8873200000000001</c:v>
                </c:pt>
                <c:pt idx="7818">
                  <c:v>1.8876299999999999</c:v>
                </c:pt>
                <c:pt idx="7819">
                  <c:v>1.8879300000000001</c:v>
                </c:pt>
                <c:pt idx="7820">
                  <c:v>1.8882399999999999</c:v>
                </c:pt>
                <c:pt idx="7821">
                  <c:v>1.8885400000000001</c:v>
                </c:pt>
                <c:pt idx="7822">
                  <c:v>1.8888499999999999</c:v>
                </c:pt>
                <c:pt idx="7823">
                  <c:v>1.88916</c:v>
                </c:pt>
                <c:pt idx="7824">
                  <c:v>1.8894599999999999</c:v>
                </c:pt>
                <c:pt idx="7825">
                  <c:v>1.8897699999999999</c:v>
                </c:pt>
                <c:pt idx="7826">
                  <c:v>1.8900699999999999</c:v>
                </c:pt>
                <c:pt idx="7827">
                  <c:v>1.8903799999999999</c:v>
                </c:pt>
                <c:pt idx="7828">
                  <c:v>1.8906799999999999</c:v>
                </c:pt>
                <c:pt idx="7829">
                  <c:v>1.8909899999999999</c:v>
                </c:pt>
                <c:pt idx="7830">
                  <c:v>1.8912899999999999</c:v>
                </c:pt>
                <c:pt idx="7831">
                  <c:v>1.8915999999999999</c:v>
                </c:pt>
                <c:pt idx="7832">
                  <c:v>1.8918999999999999</c:v>
                </c:pt>
                <c:pt idx="7833">
                  <c:v>1.8922099999999999</c:v>
                </c:pt>
                <c:pt idx="7834">
                  <c:v>1.8925099999999999</c:v>
                </c:pt>
                <c:pt idx="7835">
                  <c:v>1.8928199999999999</c:v>
                </c:pt>
                <c:pt idx="7836">
                  <c:v>1.89313</c:v>
                </c:pt>
                <c:pt idx="7837">
                  <c:v>1.8934299999999999</c:v>
                </c:pt>
                <c:pt idx="7838">
                  <c:v>1.89374</c:v>
                </c:pt>
                <c:pt idx="7839">
                  <c:v>1.8940399999999999</c:v>
                </c:pt>
                <c:pt idx="7840">
                  <c:v>1.89435</c:v>
                </c:pt>
                <c:pt idx="7841">
                  <c:v>1.8946499999999999</c:v>
                </c:pt>
                <c:pt idx="7842">
                  <c:v>1.89496</c:v>
                </c:pt>
                <c:pt idx="7843">
                  <c:v>1.8952599999999999</c:v>
                </c:pt>
                <c:pt idx="7844">
                  <c:v>1.89557</c:v>
                </c:pt>
                <c:pt idx="7845">
                  <c:v>1.8958699999999999</c:v>
                </c:pt>
                <c:pt idx="7846">
                  <c:v>1.89618</c:v>
                </c:pt>
                <c:pt idx="7847">
                  <c:v>1.8964799999999999</c:v>
                </c:pt>
                <c:pt idx="7848">
                  <c:v>1.89679</c:v>
                </c:pt>
                <c:pt idx="7849">
                  <c:v>1.8971</c:v>
                </c:pt>
                <c:pt idx="7850">
                  <c:v>1.8974</c:v>
                </c:pt>
                <c:pt idx="7851">
                  <c:v>1.89771</c:v>
                </c:pt>
                <c:pt idx="7852">
                  <c:v>1.89801</c:v>
                </c:pt>
                <c:pt idx="7853">
                  <c:v>1.89832</c:v>
                </c:pt>
                <c:pt idx="7854">
                  <c:v>1.89862</c:v>
                </c:pt>
                <c:pt idx="7855">
                  <c:v>1.89893</c:v>
                </c:pt>
                <c:pt idx="7856">
                  <c:v>1.89923</c:v>
                </c:pt>
                <c:pt idx="7857">
                  <c:v>1.89954</c:v>
                </c:pt>
                <c:pt idx="7858">
                  <c:v>1.89984</c:v>
                </c:pt>
                <c:pt idx="7859">
                  <c:v>1.90015</c:v>
                </c:pt>
                <c:pt idx="7860">
                  <c:v>1.90045</c:v>
                </c:pt>
                <c:pt idx="7861">
                  <c:v>1.90076</c:v>
                </c:pt>
                <c:pt idx="7862">
                  <c:v>1.90107</c:v>
                </c:pt>
                <c:pt idx="7863">
                  <c:v>1.90137</c:v>
                </c:pt>
                <c:pt idx="7864">
                  <c:v>1.90168</c:v>
                </c:pt>
                <c:pt idx="7865">
                  <c:v>1.90198</c:v>
                </c:pt>
                <c:pt idx="7866">
                  <c:v>1.90229</c:v>
                </c:pt>
                <c:pt idx="7867">
                  <c:v>1.90259</c:v>
                </c:pt>
                <c:pt idx="7868">
                  <c:v>1.9029</c:v>
                </c:pt>
                <c:pt idx="7869">
                  <c:v>1.9032</c:v>
                </c:pt>
                <c:pt idx="7870">
                  <c:v>1.90351</c:v>
                </c:pt>
                <c:pt idx="7871">
                  <c:v>1.90381</c:v>
                </c:pt>
                <c:pt idx="7872">
                  <c:v>1.90412</c:v>
                </c:pt>
                <c:pt idx="7873">
                  <c:v>1.90442</c:v>
                </c:pt>
                <c:pt idx="7874">
                  <c:v>1.90473</c:v>
                </c:pt>
                <c:pt idx="7875">
                  <c:v>1.9050400000000001</c:v>
                </c:pt>
                <c:pt idx="7876">
                  <c:v>1.90534</c:v>
                </c:pt>
                <c:pt idx="7877">
                  <c:v>1.9056500000000001</c:v>
                </c:pt>
                <c:pt idx="7878">
                  <c:v>1.90595</c:v>
                </c:pt>
                <c:pt idx="7879">
                  <c:v>1.9062600000000001</c:v>
                </c:pt>
                <c:pt idx="7880">
                  <c:v>1.90656</c:v>
                </c:pt>
                <c:pt idx="7881">
                  <c:v>1.9068700000000001</c:v>
                </c:pt>
                <c:pt idx="7882">
                  <c:v>1.90717</c:v>
                </c:pt>
                <c:pt idx="7883">
                  <c:v>1.9074800000000001</c:v>
                </c:pt>
                <c:pt idx="7884">
                  <c:v>1.90778</c:v>
                </c:pt>
                <c:pt idx="7885">
                  <c:v>1.9080900000000001</c:v>
                </c:pt>
                <c:pt idx="7886">
                  <c:v>1.9084000000000001</c:v>
                </c:pt>
                <c:pt idx="7887">
                  <c:v>1.9087000000000001</c:v>
                </c:pt>
                <c:pt idx="7888">
                  <c:v>1.9090100000000001</c:v>
                </c:pt>
                <c:pt idx="7889">
                  <c:v>1.9093100000000001</c:v>
                </c:pt>
                <c:pt idx="7890">
                  <c:v>1.9096200000000001</c:v>
                </c:pt>
                <c:pt idx="7891">
                  <c:v>1.9099200000000001</c:v>
                </c:pt>
                <c:pt idx="7892">
                  <c:v>1.9102300000000001</c:v>
                </c:pt>
                <c:pt idx="7893">
                  <c:v>1.9105300000000001</c:v>
                </c:pt>
                <c:pt idx="7894">
                  <c:v>1.9108400000000001</c:v>
                </c:pt>
                <c:pt idx="7895">
                  <c:v>1.9111400000000001</c:v>
                </c:pt>
                <c:pt idx="7896">
                  <c:v>1.9114500000000001</c:v>
                </c:pt>
                <c:pt idx="7897">
                  <c:v>1.9117500000000001</c:v>
                </c:pt>
                <c:pt idx="7898">
                  <c:v>1.9120600000000001</c:v>
                </c:pt>
                <c:pt idx="7899">
                  <c:v>1.9123699999999999</c:v>
                </c:pt>
                <c:pt idx="7900">
                  <c:v>1.9126700000000001</c:v>
                </c:pt>
                <c:pt idx="7901">
                  <c:v>1.9129799999999999</c:v>
                </c:pt>
                <c:pt idx="7902">
                  <c:v>1.9132800000000001</c:v>
                </c:pt>
                <c:pt idx="7903">
                  <c:v>1.9135899999999999</c:v>
                </c:pt>
                <c:pt idx="7904">
                  <c:v>1.9138900000000001</c:v>
                </c:pt>
                <c:pt idx="7905">
                  <c:v>1.9141999999999999</c:v>
                </c:pt>
                <c:pt idx="7906">
                  <c:v>1.9145000000000001</c:v>
                </c:pt>
                <c:pt idx="7907">
                  <c:v>1.9148099999999999</c:v>
                </c:pt>
                <c:pt idx="7908">
                  <c:v>1.9151100000000001</c:v>
                </c:pt>
                <c:pt idx="7909">
                  <c:v>1.9154199999999999</c:v>
                </c:pt>
                <c:pt idx="7910">
                  <c:v>1.9157200000000001</c:v>
                </c:pt>
                <c:pt idx="7911">
                  <c:v>1.9160299999999999</c:v>
                </c:pt>
                <c:pt idx="7912">
                  <c:v>1.9163399999999999</c:v>
                </c:pt>
                <c:pt idx="7913">
                  <c:v>1.9166399999999999</c:v>
                </c:pt>
                <c:pt idx="7914">
                  <c:v>1.9169499999999999</c:v>
                </c:pt>
                <c:pt idx="7915">
                  <c:v>1.9172499999999999</c:v>
                </c:pt>
                <c:pt idx="7916">
                  <c:v>1.9175599999999999</c:v>
                </c:pt>
                <c:pt idx="7917">
                  <c:v>1.9178599999999999</c:v>
                </c:pt>
                <c:pt idx="7918">
                  <c:v>1.9181699999999999</c:v>
                </c:pt>
                <c:pt idx="7919">
                  <c:v>1.9184699999999999</c:v>
                </c:pt>
                <c:pt idx="7920">
                  <c:v>1.9187799999999999</c:v>
                </c:pt>
                <c:pt idx="7921">
                  <c:v>1.9190799999999999</c:v>
                </c:pt>
                <c:pt idx="7922">
                  <c:v>1.9193899999999999</c:v>
                </c:pt>
                <c:pt idx="7923">
                  <c:v>1.9196899999999999</c:v>
                </c:pt>
                <c:pt idx="7924">
                  <c:v>1.92</c:v>
                </c:pt>
                <c:pt idx="7925">
                  <c:v>1.92031</c:v>
                </c:pt>
                <c:pt idx="7926">
                  <c:v>1.9206099999999999</c:v>
                </c:pt>
                <c:pt idx="7927">
                  <c:v>1.92092</c:v>
                </c:pt>
                <c:pt idx="7928">
                  <c:v>1.9212199999999999</c:v>
                </c:pt>
                <c:pt idx="7929">
                  <c:v>1.92153</c:v>
                </c:pt>
                <c:pt idx="7930">
                  <c:v>1.9218299999999999</c:v>
                </c:pt>
                <c:pt idx="7931">
                  <c:v>1.92214</c:v>
                </c:pt>
                <c:pt idx="7932">
                  <c:v>1.9224399999999999</c:v>
                </c:pt>
                <c:pt idx="7933">
                  <c:v>1.92275</c:v>
                </c:pt>
                <c:pt idx="7934">
                  <c:v>1.9230499999999999</c:v>
                </c:pt>
                <c:pt idx="7935">
                  <c:v>1.92336</c:v>
                </c:pt>
                <c:pt idx="7936">
                  <c:v>1.92367</c:v>
                </c:pt>
                <c:pt idx="7937">
                  <c:v>1.92397</c:v>
                </c:pt>
                <c:pt idx="7938">
                  <c:v>1.92428</c:v>
                </c:pt>
                <c:pt idx="7939">
                  <c:v>1.92458</c:v>
                </c:pt>
                <c:pt idx="7940">
                  <c:v>1.92489</c:v>
                </c:pt>
                <c:pt idx="7941">
                  <c:v>1.92519</c:v>
                </c:pt>
                <c:pt idx="7942">
                  <c:v>1.9255</c:v>
                </c:pt>
                <c:pt idx="7943">
                  <c:v>1.9258</c:v>
                </c:pt>
                <c:pt idx="7944">
                  <c:v>1.92611</c:v>
                </c:pt>
                <c:pt idx="7945">
                  <c:v>1.92641</c:v>
                </c:pt>
                <c:pt idx="7946">
                  <c:v>1.92672</c:v>
                </c:pt>
                <c:pt idx="7947">
                  <c:v>1.92702</c:v>
                </c:pt>
                <c:pt idx="7948">
                  <c:v>1.92733</c:v>
                </c:pt>
                <c:pt idx="7949">
                  <c:v>1.92764</c:v>
                </c:pt>
                <c:pt idx="7950">
                  <c:v>1.92794</c:v>
                </c:pt>
                <c:pt idx="7951">
                  <c:v>1.92825</c:v>
                </c:pt>
                <c:pt idx="7952">
                  <c:v>1.92855</c:v>
                </c:pt>
                <c:pt idx="7953">
                  <c:v>1.92886</c:v>
                </c:pt>
                <c:pt idx="7954">
                  <c:v>1.92916</c:v>
                </c:pt>
                <c:pt idx="7955">
                  <c:v>1.92947</c:v>
                </c:pt>
                <c:pt idx="7956">
                  <c:v>1.92977</c:v>
                </c:pt>
                <c:pt idx="7957">
                  <c:v>1.93008</c:v>
                </c:pt>
                <c:pt idx="7958">
                  <c:v>1.93038</c:v>
                </c:pt>
                <c:pt idx="7959">
                  <c:v>1.93069</c:v>
                </c:pt>
                <c:pt idx="7960">
                  <c:v>1.93099</c:v>
                </c:pt>
                <c:pt idx="7961">
                  <c:v>1.9313</c:v>
                </c:pt>
                <c:pt idx="7962">
                  <c:v>1.93161</c:v>
                </c:pt>
                <c:pt idx="7963">
                  <c:v>1.93191</c:v>
                </c:pt>
                <c:pt idx="7964">
                  <c:v>1.93222</c:v>
                </c:pt>
                <c:pt idx="7965">
                  <c:v>1.93252</c:v>
                </c:pt>
                <c:pt idx="7966">
                  <c:v>1.93283</c:v>
                </c:pt>
                <c:pt idx="7967">
                  <c:v>1.93313</c:v>
                </c:pt>
                <c:pt idx="7968">
                  <c:v>1.93344</c:v>
                </c:pt>
                <c:pt idx="7969">
                  <c:v>1.93374</c:v>
                </c:pt>
                <c:pt idx="7970">
                  <c:v>1.93405</c:v>
                </c:pt>
                <c:pt idx="7971">
                  <c:v>1.93435</c:v>
                </c:pt>
                <c:pt idx="7972">
                  <c:v>1.93466</c:v>
                </c:pt>
                <c:pt idx="7973">
                  <c:v>1.93496</c:v>
                </c:pt>
                <c:pt idx="7974">
                  <c:v>1.93527</c:v>
                </c:pt>
                <c:pt idx="7975">
                  <c:v>1.9355800000000001</c:v>
                </c:pt>
                <c:pt idx="7976">
                  <c:v>1.93588</c:v>
                </c:pt>
                <c:pt idx="7977">
                  <c:v>1.9361900000000001</c:v>
                </c:pt>
                <c:pt idx="7978">
                  <c:v>1.93649</c:v>
                </c:pt>
                <c:pt idx="7979">
                  <c:v>1.9368000000000001</c:v>
                </c:pt>
                <c:pt idx="7980">
                  <c:v>1.9371</c:v>
                </c:pt>
                <c:pt idx="7981">
                  <c:v>1.9374100000000001</c:v>
                </c:pt>
                <c:pt idx="7982">
                  <c:v>1.93771</c:v>
                </c:pt>
                <c:pt idx="7983">
                  <c:v>1.9380200000000001</c:v>
                </c:pt>
                <c:pt idx="7984">
                  <c:v>1.93832</c:v>
                </c:pt>
                <c:pt idx="7985">
                  <c:v>1.9386300000000001</c:v>
                </c:pt>
                <c:pt idx="7986">
                  <c:v>1.93893</c:v>
                </c:pt>
                <c:pt idx="7987">
                  <c:v>1.9392400000000001</c:v>
                </c:pt>
                <c:pt idx="7988">
                  <c:v>1.9395500000000001</c:v>
                </c:pt>
                <c:pt idx="7989">
                  <c:v>1.9398500000000001</c:v>
                </c:pt>
                <c:pt idx="7990">
                  <c:v>1.9401600000000001</c:v>
                </c:pt>
                <c:pt idx="7991">
                  <c:v>1.9404600000000001</c:v>
                </c:pt>
                <c:pt idx="7992">
                  <c:v>1.9407700000000001</c:v>
                </c:pt>
                <c:pt idx="7993">
                  <c:v>1.9410700000000001</c:v>
                </c:pt>
                <c:pt idx="7994">
                  <c:v>1.9413800000000001</c:v>
                </c:pt>
                <c:pt idx="7995">
                  <c:v>1.9416800000000001</c:v>
                </c:pt>
                <c:pt idx="7996">
                  <c:v>1.9419900000000001</c:v>
                </c:pt>
                <c:pt idx="7997">
                  <c:v>1.9422900000000001</c:v>
                </c:pt>
                <c:pt idx="7998">
                  <c:v>1.9426000000000001</c:v>
                </c:pt>
                <c:pt idx="7999">
                  <c:v>1.9429099999999999</c:v>
                </c:pt>
                <c:pt idx="8000">
                  <c:v>1.9432100000000001</c:v>
                </c:pt>
                <c:pt idx="8001">
                  <c:v>1.9435199999999999</c:v>
                </c:pt>
                <c:pt idx="8002">
                  <c:v>1.9438200000000001</c:v>
                </c:pt>
                <c:pt idx="8003">
                  <c:v>1.9441299999999999</c:v>
                </c:pt>
                <c:pt idx="8004">
                  <c:v>1.9444300000000001</c:v>
                </c:pt>
                <c:pt idx="8005">
                  <c:v>1.9447399999999999</c:v>
                </c:pt>
                <c:pt idx="8006">
                  <c:v>1.9450400000000001</c:v>
                </c:pt>
                <c:pt idx="8007">
                  <c:v>1.9453499999999999</c:v>
                </c:pt>
                <c:pt idx="8008">
                  <c:v>1.9456500000000001</c:v>
                </c:pt>
                <c:pt idx="8009">
                  <c:v>1.9459599999999999</c:v>
                </c:pt>
                <c:pt idx="8010">
                  <c:v>1.9462600000000001</c:v>
                </c:pt>
                <c:pt idx="8011">
                  <c:v>1.9465699999999999</c:v>
                </c:pt>
                <c:pt idx="8012">
                  <c:v>1.9468799999999999</c:v>
                </c:pt>
                <c:pt idx="8013">
                  <c:v>1.9471799999999999</c:v>
                </c:pt>
                <c:pt idx="8014">
                  <c:v>1.9474899999999999</c:v>
                </c:pt>
                <c:pt idx="8015">
                  <c:v>1.9477899999999999</c:v>
                </c:pt>
                <c:pt idx="8016">
                  <c:v>1.9480999999999999</c:v>
                </c:pt>
                <c:pt idx="8017">
                  <c:v>1.9483999999999999</c:v>
                </c:pt>
                <c:pt idx="8018">
                  <c:v>1.9487099999999999</c:v>
                </c:pt>
                <c:pt idx="8019">
                  <c:v>1.9490099999999999</c:v>
                </c:pt>
                <c:pt idx="8020">
                  <c:v>1.9493199999999999</c:v>
                </c:pt>
                <c:pt idx="8021">
                  <c:v>1.9496199999999999</c:v>
                </c:pt>
                <c:pt idx="8022">
                  <c:v>1.9499299999999999</c:v>
                </c:pt>
                <c:pt idx="8023">
                  <c:v>1.9502299999999999</c:v>
                </c:pt>
                <c:pt idx="8024">
                  <c:v>1.9505399999999999</c:v>
                </c:pt>
                <c:pt idx="8025">
                  <c:v>1.95085</c:v>
                </c:pt>
                <c:pt idx="8026">
                  <c:v>1.9511499999999999</c:v>
                </c:pt>
                <c:pt idx="8027">
                  <c:v>1.95146</c:v>
                </c:pt>
                <c:pt idx="8028">
                  <c:v>1.9517599999999999</c:v>
                </c:pt>
                <c:pt idx="8029">
                  <c:v>1.95207</c:v>
                </c:pt>
                <c:pt idx="8030">
                  <c:v>1.9523699999999999</c:v>
                </c:pt>
                <c:pt idx="8031">
                  <c:v>1.95268</c:v>
                </c:pt>
                <c:pt idx="8032">
                  <c:v>1.9529799999999999</c:v>
                </c:pt>
                <c:pt idx="8033">
                  <c:v>1.95329</c:v>
                </c:pt>
                <c:pt idx="8034">
                  <c:v>1.9535899999999999</c:v>
                </c:pt>
                <c:pt idx="8035">
                  <c:v>1.9539</c:v>
                </c:pt>
                <c:pt idx="8036">
                  <c:v>1.9541999999999999</c:v>
                </c:pt>
                <c:pt idx="8037">
                  <c:v>1.95451</c:v>
                </c:pt>
                <c:pt idx="8038">
                  <c:v>1.95482</c:v>
                </c:pt>
                <c:pt idx="8039">
                  <c:v>1.95512</c:v>
                </c:pt>
                <c:pt idx="8040">
                  <c:v>1.95543</c:v>
                </c:pt>
                <c:pt idx="8041">
                  <c:v>1.95573</c:v>
                </c:pt>
                <c:pt idx="8042">
                  <c:v>1.95604</c:v>
                </c:pt>
                <c:pt idx="8043">
                  <c:v>1.95634</c:v>
                </c:pt>
                <c:pt idx="8044">
                  <c:v>1.95665</c:v>
                </c:pt>
                <c:pt idx="8045">
                  <c:v>1.95695</c:v>
                </c:pt>
                <c:pt idx="8046">
                  <c:v>1.95726</c:v>
                </c:pt>
                <c:pt idx="8047">
                  <c:v>1.95756</c:v>
                </c:pt>
                <c:pt idx="8048">
                  <c:v>1.95787</c:v>
                </c:pt>
                <c:pt idx="8049">
                  <c:v>1.95817</c:v>
                </c:pt>
                <c:pt idx="8050">
                  <c:v>1.95848</c:v>
                </c:pt>
                <c:pt idx="8051">
                  <c:v>1.95879</c:v>
                </c:pt>
                <c:pt idx="8052">
                  <c:v>1.95909</c:v>
                </c:pt>
                <c:pt idx="8053">
                  <c:v>1.9594</c:v>
                </c:pt>
                <c:pt idx="8054">
                  <c:v>1.9597</c:v>
                </c:pt>
                <c:pt idx="8055">
                  <c:v>1.96001</c:v>
                </c:pt>
                <c:pt idx="8056">
                  <c:v>1.96031</c:v>
                </c:pt>
                <c:pt idx="8057">
                  <c:v>1.96062</c:v>
                </c:pt>
                <c:pt idx="8058">
                  <c:v>1.96092</c:v>
                </c:pt>
                <c:pt idx="8059">
                  <c:v>1.96123</c:v>
                </c:pt>
                <c:pt idx="8060">
                  <c:v>1.96153</c:v>
                </c:pt>
                <c:pt idx="8061">
                  <c:v>1.96184</c:v>
                </c:pt>
                <c:pt idx="8062">
                  <c:v>1.9621500000000001</c:v>
                </c:pt>
                <c:pt idx="8063">
                  <c:v>1.96245</c:v>
                </c:pt>
                <c:pt idx="8064">
                  <c:v>1.9627600000000001</c:v>
                </c:pt>
                <c:pt idx="8065">
                  <c:v>1.96306</c:v>
                </c:pt>
                <c:pt idx="8066">
                  <c:v>1.9633700000000001</c:v>
                </c:pt>
                <c:pt idx="8067">
                  <c:v>1.96367</c:v>
                </c:pt>
                <c:pt idx="8068">
                  <c:v>1.9639800000000001</c:v>
                </c:pt>
                <c:pt idx="8069">
                  <c:v>1.96428</c:v>
                </c:pt>
                <c:pt idx="8070">
                  <c:v>1.9645900000000001</c:v>
                </c:pt>
                <c:pt idx="8071">
                  <c:v>1.96489</c:v>
                </c:pt>
                <c:pt idx="8072">
                  <c:v>1.9652000000000001</c:v>
                </c:pt>
                <c:pt idx="8073">
                  <c:v>1.9655</c:v>
                </c:pt>
                <c:pt idx="8074">
                  <c:v>1.9658100000000001</c:v>
                </c:pt>
                <c:pt idx="8075">
                  <c:v>1.9661200000000001</c:v>
                </c:pt>
                <c:pt idx="8076">
                  <c:v>1.9664200000000001</c:v>
                </c:pt>
                <c:pt idx="8077">
                  <c:v>1.9667300000000001</c:v>
                </c:pt>
                <c:pt idx="8078">
                  <c:v>1.9670300000000001</c:v>
                </c:pt>
                <c:pt idx="8079">
                  <c:v>1.9673400000000001</c:v>
                </c:pt>
                <c:pt idx="8080">
                  <c:v>1.9676400000000001</c:v>
                </c:pt>
                <c:pt idx="8081">
                  <c:v>1.9679500000000001</c:v>
                </c:pt>
                <c:pt idx="8082">
                  <c:v>1.9682500000000001</c:v>
                </c:pt>
                <c:pt idx="8083">
                  <c:v>1.9685600000000001</c:v>
                </c:pt>
                <c:pt idx="8084">
                  <c:v>1.9688600000000001</c:v>
                </c:pt>
                <c:pt idx="8085">
                  <c:v>1.9691700000000001</c:v>
                </c:pt>
                <c:pt idx="8086">
                  <c:v>1.9694700000000001</c:v>
                </c:pt>
                <c:pt idx="8087">
                  <c:v>1.9697800000000001</c:v>
                </c:pt>
                <c:pt idx="8088">
                  <c:v>1.9700899999999999</c:v>
                </c:pt>
                <c:pt idx="8089">
                  <c:v>1.9703900000000001</c:v>
                </c:pt>
                <c:pt idx="8090">
                  <c:v>1.9706999999999999</c:v>
                </c:pt>
                <c:pt idx="8091">
                  <c:v>1.9710000000000001</c:v>
                </c:pt>
                <c:pt idx="8092">
                  <c:v>1.9713099999999999</c:v>
                </c:pt>
                <c:pt idx="8093">
                  <c:v>1.9716100000000001</c:v>
                </c:pt>
                <c:pt idx="8094">
                  <c:v>1.9719199999999999</c:v>
                </c:pt>
                <c:pt idx="8095">
                  <c:v>1.9722200000000001</c:v>
                </c:pt>
                <c:pt idx="8096">
                  <c:v>1.9725299999999999</c:v>
                </c:pt>
                <c:pt idx="8097">
                  <c:v>1.9728300000000001</c:v>
                </c:pt>
                <c:pt idx="8098">
                  <c:v>1.9731399999999999</c:v>
                </c:pt>
                <c:pt idx="8099">
                  <c:v>1.9734400000000001</c:v>
                </c:pt>
                <c:pt idx="8100">
                  <c:v>1.9737499999999999</c:v>
                </c:pt>
                <c:pt idx="8101">
                  <c:v>1.9740599999999999</c:v>
                </c:pt>
                <c:pt idx="8102">
                  <c:v>1.9743599999999999</c:v>
                </c:pt>
                <c:pt idx="8103">
                  <c:v>1.9746699999999999</c:v>
                </c:pt>
                <c:pt idx="8104">
                  <c:v>1.9749699999999999</c:v>
                </c:pt>
                <c:pt idx="8105">
                  <c:v>1.9752799999999999</c:v>
                </c:pt>
                <c:pt idx="8106">
                  <c:v>1.9755799999999999</c:v>
                </c:pt>
                <c:pt idx="8107">
                  <c:v>1.9758899999999999</c:v>
                </c:pt>
                <c:pt idx="8108">
                  <c:v>1.9761899999999999</c:v>
                </c:pt>
                <c:pt idx="8109">
                  <c:v>1.9764999999999999</c:v>
                </c:pt>
                <c:pt idx="8110">
                  <c:v>1.9767999999999999</c:v>
                </c:pt>
                <c:pt idx="8111">
                  <c:v>1.9771099999999999</c:v>
                </c:pt>
                <c:pt idx="8112">
                  <c:v>1.97742</c:v>
                </c:pt>
                <c:pt idx="8113">
                  <c:v>1.9777199999999999</c:v>
                </c:pt>
                <c:pt idx="8114">
                  <c:v>1.97803</c:v>
                </c:pt>
                <c:pt idx="8115">
                  <c:v>1.9783299999999999</c:v>
                </c:pt>
                <c:pt idx="8116">
                  <c:v>1.97864</c:v>
                </c:pt>
                <c:pt idx="8117">
                  <c:v>1.9789399999999999</c:v>
                </c:pt>
                <c:pt idx="8118">
                  <c:v>1.97925</c:v>
                </c:pt>
                <c:pt idx="8119">
                  <c:v>1.9795499999999999</c:v>
                </c:pt>
                <c:pt idx="8120">
                  <c:v>1.97986</c:v>
                </c:pt>
                <c:pt idx="8121">
                  <c:v>1.9801599999999999</c:v>
                </c:pt>
                <c:pt idx="8122">
                  <c:v>1.98047</c:v>
                </c:pt>
                <c:pt idx="8123">
                  <c:v>1.9807699999999999</c:v>
                </c:pt>
                <c:pt idx="8124">
                  <c:v>1.98108</c:v>
                </c:pt>
                <c:pt idx="8125">
                  <c:v>1.98139</c:v>
                </c:pt>
                <c:pt idx="8126">
                  <c:v>1.98169</c:v>
                </c:pt>
                <c:pt idx="8127">
                  <c:v>1.982</c:v>
                </c:pt>
                <c:pt idx="8128">
                  <c:v>1.9823</c:v>
                </c:pt>
                <c:pt idx="8129">
                  <c:v>1.98261</c:v>
                </c:pt>
                <c:pt idx="8130">
                  <c:v>1.98291</c:v>
                </c:pt>
                <c:pt idx="8131">
                  <c:v>1.98322</c:v>
                </c:pt>
                <c:pt idx="8132">
                  <c:v>1.9835199999999999</c:v>
                </c:pt>
                <c:pt idx="8133">
                  <c:v>1.98383</c:v>
                </c:pt>
                <c:pt idx="8134">
                  <c:v>1.9841299999999999</c:v>
                </c:pt>
                <c:pt idx="8135">
                  <c:v>1.98444</c:v>
                </c:pt>
                <c:pt idx="8136">
                  <c:v>1.9847399999999999</c:v>
                </c:pt>
                <c:pt idx="8137">
                  <c:v>1.98505</c:v>
                </c:pt>
                <c:pt idx="8138">
                  <c:v>1.98536</c:v>
                </c:pt>
                <c:pt idx="8139">
                  <c:v>1.98566</c:v>
                </c:pt>
                <c:pt idx="8140">
                  <c:v>1.98597</c:v>
                </c:pt>
                <c:pt idx="8141">
                  <c:v>1.98627</c:v>
                </c:pt>
                <c:pt idx="8142">
                  <c:v>1.98658</c:v>
                </c:pt>
                <c:pt idx="8143">
                  <c:v>1.98688</c:v>
                </c:pt>
                <c:pt idx="8144">
                  <c:v>1.98719</c:v>
                </c:pt>
                <c:pt idx="8145">
                  <c:v>1.98749</c:v>
                </c:pt>
                <c:pt idx="8146">
                  <c:v>1.9878</c:v>
                </c:pt>
                <c:pt idx="8147">
                  <c:v>1.9881</c:v>
                </c:pt>
                <c:pt idx="8148">
                  <c:v>1.98841</c:v>
                </c:pt>
                <c:pt idx="8149">
                  <c:v>1.98871</c:v>
                </c:pt>
                <c:pt idx="8150">
                  <c:v>1.98902</c:v>
                </c:pt>
                <c:pt idx="8151">
                  <c:v>1.98933</c:v>
                </c:pt>
                <c:pt idx="8152">
                  <c:v>1.98963</c:v>
                </c:pt>
                <c:pt idx="8153">
                  <c:v>1.98994</c:v>
                </c:pt>
                <c:pt idx="8154">
                  <c:v>1.99024</c:v>
                </c:pt>
                <c:pt idx="8155">
                  <c:v>1.99055</c:v>
                </c:pt>
                <c:pt idx="8156">
                  <c:v>1.99085</c:v>
                </c:pt>
                <c:pt idx="8157">
                  <c:v>1.99116</c:v>
                </c:pt>
                <c:pt idx="8158">
                  <c:v>1.99146</c:v>
                </c:pt>
                <c:pt idx="8159">
                  <c:v>1.99177</c:v>
                </c:pt>
                <c:pt idx="8160">
                  <c:v>1.99207</c:v>
                </c:pt>
                <c:pt idx="8161">
                  <c:v>1.99238</c:v>
                </c:pt>
                <c:pt idx="8162">
                  <c:v>1.99268</c:v>
                </c:pt>
                <c:pt idx="8163">
                  <c:v>1.99299</c:v>
                </c:pt>
                <c:pt idx="8164">
                  <c:v>1.9933000000000001</c:v>
                </c:pt>
                <c:pt idx="8165">
                  <c:v>1.9936</c:v>
                </c:pt>
                <c:pt idx="8166">
                  <c:v>1.9939100000000001</c:v>
                </c:pt>
                <c:pt idx="8167">
                  <c:v>1.99421</c:v>
                </c:pt>
                <c:pt idx="8168">
                  <c:v>1.9945200000000001</c:v>
                </c:pt>
                <c:pt idx="8169">
                  <c:v>1.99482</c:v>
                </c:pt>
                <c:pt idx="8170">
                  <c:v>1.9951300000000001</c:v>
                </c:pt>
                <c:pt idx="8171">
                  <c:v>1.99543</c:v>
                </c:pt>
                <c:pt idx="8172">
                  <c:v>1.9957400000000001</c:v>
                </c:pt>
                <c:pt idx="8173">
                  <c:v>1.99604</c:v>
                </c:pt>
                <c:pt idx="8174">
                  <c:v>1.9963500000000001</c:v>
                </c:pt>
                <c:pt idx="8175">
                  <c:v>1.9966600000000001</c:v>
                </c:pt>
                <c:pt idx="8176">
                  <c:v>1.9969600000000001</c:v>
                </c:pt>
                <c:pt idx="8177">
                  <c:v>1.9972700000000001</c:v>
                </c:pt>
                <c:pt idx="8178">
                  <c:v>1.9975700000000001</c:v>
                </c:pt>
                <c:pt idx="8179">
                  <c:v>1.9978800000000001</c:v>
                </c:pt>
                <c:pt idx="8180">
                  <c:v>1.9981800000000001</c:v>
                </c:pt>
                <c:pt idx="8181">
                  <c:v>1.9984900000000001</c:v>
                </c:pt>
                <c:pt idx="8182">
                  <c:v>1.9987900000000001</c:v>
                </c:pt>
                <c:pt idx="8183">
                  <c:v>1.9991000000000001</c:v>
                </c:pt>
                <c:pt idx="8184">
                  <c:v>1.9994000000000001</c:v>
                </c:pt>
                <c:pt idx="8185">
                  <c:v>1.9997100000000001</c:v>
                </c:pt>
                <c:pt idx="8186">
                  <c:v>2.0000100000000001</c:v>
                </c:pt>
                <c:pt idx="8187">
                  <c:v>2.0003199999999999</c:v>
                </c:pt>
                <c:pt idx="8188">
                  <c:v>2.0006300000000001</c:v>
                </c:pt>
                <c:pt idx="8189">
                  <c:v>2.0009299999999999</c:v>
                </c:pt>
                <c:pt idx="8190">
                  <c:v>2.0012400000000001</c:v>
                </c:pt>
                <c:pt idx="8191">
                  <c:v>2.0015399999999999</c:v>
                </c:pt>
                <c:pt idx="8192">
                  <c:v>2.0018500000000001</c:v>
                </c:pt>
                <c:pt idx="8193">
                  <c:v>2.0021499999999999</c:v>
                </c:pt>
                <c:pt idx="8194">
                  <c:v>2.0024600000000001</c:v>
                </c:pt>
                <c:pt idx="8195">
                  <c:v>2.0027599999999999</c:v>
                </c:pt>
                <c:pt idx="8196">
                  <c:v>2.0030700000000001</c:v>
                </c:pt>
                <c:pt idx="8197">
                  <c:v>2.0033699999999999</c:v>
                </c:pt>
                <c:pt idx="8198">
                  <c:v>2.0036800000000001</c:v>
                </c:pt>
                <c:pt idx="8199">
                  <c:v>2.0039799999999999</c:v>
                </c:pt>
                <c:pt idx="8200">
                  <c:v>2.0042900000000001</c:v>
                </c:pt>
                <c:pt idx="8201">
                  <c:v>2.0045999999999999</c:v>
                </c:pt>
                <c:pt idx="8202">
                  <c:v>2.0049000000000001</c:v>
                </c:pt>
                <c:pt idx="8203">
                  <c:v>2.0052099999999999</c:v>
                </c:pt>
                <c:pt idx="8204">
                  <c:v>2.0055100000000001</c:v>
                </c:pt>
                <c:pt idx="8205">
                  <c:v>2.0058199999999999</c:v>
                </c:pt>
                <c:pt idx="8206">
                  <c:v>2.0061200000000001</c:v>
                </c:pt>
                <c:pt idx="8207">
                  <c:v>2.0064299999999999</c:v>
                </c:pt>
                <c:pt idx="8208">
                  <c:v>2.0067300000000001</c:v>
                </c:pt>
                <c:pt idx="8209">
                  <c:v>2.0070399999999999</c:v>
                </c:pt>
                <c:pt idx="8210">
                  <c:v>2.0073400000000001</c:v>
                </c:pt>
                <c:pt idx="8211">
                  <c:v>2.0076499999999999</c:v>
                </c:pt>
                <c:pt idx="8212">
                  <c:v>2.0079500000000001</c:v>
                </c:pt>
                <c:pt idx="8213">
                  <c:v>2.0082599999999999</c:v>
                </c:pt>
                <c:pt idx="8214">
                  <c:v>2.0085700000000002</c:v>
                </c:pt>
                <c:pt idx="8215">
                  <c:v>2.0088699999999999</c:v>
                </c:pt>
                <c:pt idx="8216">
                  <c:v>2.0091800000000002</c:v>
                </c:pt>
                <c:pt idx="8217">
                  <c:v>2.0094799999999999</c:v>
                </c:pt>
                <c:pt idx="8218">
                  <c:v>2.0097900000000002</c:v>
                </c:pt>
                <c:pt idx="8219">
                  <c:v>2.0100899999999999</c:v>
                </c:pt>
                <c:pt idx="8220">
                  <c:v>2.0104000000000002</c:v>
                </c:pt>
                <c:pt idx="8221">
                  <c:v>2.0106999999999999</c:v>
                </c:pt>
                <c:pt idx="8222">
                  <c:v>2.0110100000000002</c:v>
                </c:pt>
                <c:pt idx="8223">
                  <c:v>2.0113099999999999</c:v>
                </c:pt>
                <c:pt idx="8224">
                  <c:v>2.0116200000000002</c:v>
                </c:pt>
                <c:pt idx="8225">
                  <c:v>2.0119199999999999</c:v>
                </c:pt>
                <c:pt idx="8226">
                  <c:v>2.0122300000000002</c:v>
                </c:pt>
                <c:pt idx="8227">
                  <c:v>2.01254</c:v>
                </c:pt>
                <c:pt idx="8228">
                  <c:v>2.0128400000000002</c:v>
                </c:pt>
                <c:pt idx="8229">
                  <c:v>2.01315</c:v>
                </c:pt>
                <c:pt idx="8230">
                  <c:v>2.0134500000000002</c:v>
                </c:pt>
                <c:pt idx="8231">
                  <c:v>2.01376</c:v>
                </c:pt>
                <c:pt idx="8232">
                  <c:v>2.0140600000000002</c:v>
                </c:pt>
                <c:pt idx="8233">
                  <c:v>2.01437</c:v>
                </c:pt>
                <c:pt idx="8234">
                  <c:v>2.0146700000000002</c:v>
                </c:pt>
                <c:pt idx="8235">
                  <c:v>2.01498</c:v>
                </c:pt>
                <c:pt idx="8236">
                  <c:v>2.0152800000000002</c:v>
                </c:pt>
                <c:pt idx="8237">
                  <c:v>2.01559</c:v>
                </c:pt>
                <c:pt idx="8238">
                  <c:v>2.0158999999999998</c:v>
                </c:pt>
                <c:pt idx="8239">
                  <c:v>2.0162</c:v>
                </c:pt>
                <c:pt idx="8240">
                  <c:v>2.0165099999999998</c:v>
                </c:pt>
                <c:pt idx="8241">
                  <c:v>2.01681</c:v>
                </c:pt>
                <c:pt idx="8242">
                  <c:v>2.0171199999999998</c:v>
                </c:pt>
                <c:pt idx="8243">
                  <c:v>2.01742</c:v>
                </c:pt>
                <c:pt idx="8244">
                  <c:v>2.0177299999999998</c:v>
                </c:pt>
                <c:pt idx="8245">
                  <c:v>2.01803</c:v>
                </c:pt>
                <c:pt idx="8246">
                  <c:v>2.0183399999999998</c:v>
                </c:pt>
                <c:pt idx="8247">
                  <c:v>2.01864</c:v>
                </c:pt>
                <c:pt idx="8248">
                  <c:v>2.0189499999999998</c:v>
                </c:pt>
                <c:pt idx="8249">
                  <c:v>2.01925</c:v>
                </c:pt>
                <c:pt idx="8250">
                  <c:v>2.0195599999999998</c:v>
                </c:pt>
                <c:pt idx="8251">
                  <c:v>2.0198700000000001</c:v>
                </c:pt>
                <c:pt idx="8252">
                  <c:v>2.0201699999999998</c:v>
                </c:pt>
                <c:pt idx="8253">
                  <c:v>2.0204800000000001</c:v>
                </c:pt>
                <c:pt idx="8254">
                  <c:v>2.0207799999999998</c:v>
                </c:pt>
                <c:pt idx="8255">
                  <c:v>2.0210900000000001</c:v>
                </c:pt>
                <c:pt idx="8256">
                  <c:v>2.0213899999999998</c:v>
                </c:pt>
                <c:pt idx="8257">
                  <c:v>2.0217000000000001</c:v>
                </c:pt>
                <c:pt idx="8258">
                  <c:v>2.0219999999999998</c:v>
                </c:pt>
                <c:pt idx="8259">
                  <c:v>2.0223100000000001</c:v>
                </c:pt>
                <c:pt idx="8260">
                  <c:v>2.0226099999999998</c:v>
                </c:pt>
                <c:pt idx="8261">
                  <c:v>2.0229200000000001</c:v>
                </c:pt>
                <c:pt idx="8262">
                  <c:v>2.0232199999999998</c:v>
                </c:pt>
                <c:pt idx="8263">
                  <c:v>2.0235300000000001</c:v>
                </c:pt>
                <c:pt idx="8264">
                  <c:v>2.0238399999999999</c:v>
                </c:pt>
                <c:pt idx="8265">
                  <c:v>2.0241400000000001</c:v>
                </c:pt>
                <c:pt idx="8266">
                  <c:v>2.0244499999999999</c:v>
                </c:pt>
                <c:pt idx="8267">
                  <c:v>2.02475</c:v>
                </c:pt>
                <c:pt idx="8268">
                  <c:v>2.0250599999999999</c:v>
                </c:pt>
                <c:pt idx="8269">
                  <c:v>2.02536</c:v>
                </c:pt>
                <c:pt idx="8270">
                  <c:v>2.0256699999999999</c:v>
                </c:pt>
                <c:pt idx="8271">
                  <c:v>2.02597</c:v>
                </c:pt>
                <c:pt idx="8272">
                  <c:v>2.0262799999999999</c:v>
                </c:pt>
                <c:pt idx="8273">
                  <c:v>2.02658</c:v>
                </c:pt>
                <c:pt idx="8274">
                  <c:v>2.0268899999999999</c:v>
                </c:pt>
                <c:pt idx="8275">
                  <c:v>2.02719</c:v>
                </c:pt>
                <c:pt idx="8276">
                  <c:v>2.0274999999999999</c:v>
                </c:pt>
                <c:pt idx="8277">
                  <c:v>2.0278100000000001</c:v>
                </c:pt>
                <c:pt idx="8278">
                  <c:v>2.0281099999999999</c:v>
                </c:pt>
                <c:pt idx="8279">
                  <c:v>2.0284200000000001</c:v>
                </c:pt>
                <c:pt idx="8280">
                  <c:v>2.0287199999999999</c:v>
                </c:pt>
                <c:pt idx="8281">
                  <c:v>2.0290300000000001</c:v>
                </c:pt>
                <c:pt idx="8282">
                  <c:v>2.0293299999999999</c:v>
                </c:pt>
                <c:pt idx="8283">
                  <c:v>2.0296400000000001</c:v>
                </c:pt>
                <c:pt idx="8284">
                  <c:v>2.0299399999999999</c:v>
                </c:pt>
                <c:pt idx="8285">
                  <c:v>2.0302500000000001</c:v>
                </c:pt>
                <c:pt idx="8286">
                  <c:v>2.0305499999999999</c:v>
                </c:pt>
                <c:pt idx="8287">
                  <c:v>2.0308600000000001</c:v>
                </c:pt>
                <c:pt idx="8288">
                  <c:v>2.0311599999999999</c:v>
                </c:pt>
                <c:pt idx="8289">
                  <c:v>2.0314700000000001</c:v>
                </c:pt>
                <c:pt idx="8290">
                  <c:v>2.0317799999999999</c:v>
                </c:pt>
                <c:pt idx="8291">
                  <c:v>2.0320800000000001</c:v>
                </c:pt>
                <c:pt idx="8292">
                  <c:v>2.0323899999999999</c:v>
                </c:pt>
                <c:pt idx="8293">
                  <c:v>2.0326900000000001</c:v>
                </c:pt>
                <c:pt idx="8294">
                  <c:v>2.0329999999999999</c:v>
                </c:pt>
                <c:pt idx="8295">
                  <c:v>2.0333000000000001</c:v>
                </c:pt>
                <c:pt idx="8296">
                  <c:v>2.0336099999999999</c:v>
                </c:pt>
                <c:pt idx="8297">
                  <c:v>2.0339100000000001</c:v>
                </c:pt>
                <c:pt idx="8298">
                  <c:v>2.0342199999999999</c:v>
                </c:pt>
                <c:pt idx="8299">
                  <c:v>2.0345200000000001</c:v>
                </c:pt>
                <c:pt idx="8300">
                  <c:v>2.0348299999999999</c:v>
                </c:pt>
                <c:pt idx="8301">
                  <c:v>2.0351400000000002</c:v>
                </c:pt>
                <c:pt idx="8302">
                  <c:v>2.0354399999999999</c:v>
                </c:pt>
                <c:pt idx="8303">
                  <c:v>2.0357500000000002</c:v>
                </c:pt>
                <c:pt idx="8304">
                  <c:v>2.0360499999999999</c:v>
                </c:pt>
                <c:pt idx="8305">
                  <c:v>2.0363600000000002</c:v>
                </c:pt>
                <c:pt idx="8306">
                  <c:v>2.0366599999999999</c:v>
                </c:pt>
                <c:pt idx="8307">
                  <c:v>2.0369700000000002</c:v>
                </c:pt>
                <c:pt idx="8308">
                  <c:v>2.0372699999999999</c:v>
                </c:pt>
                <c:pt idx="8309">
                  <c:v>2.0375800000000002</c:v>
                </c:pt>
                <c:pt idx="8310">
                  <c:v>2.0378799999999999</c:v>
                </c:pt>
                <c:pt idx="8311">
                  <c:v>2.0381900000000002</c:v>
                </c:pt>
                <c:pt idx="8312">
                  <c:v>2.0384899999999999</c:v>
                </c:pt>
                <c:pt idx="8313">
                  <c:v>2.0388000000000002</c:v>
                </c:pt>
                <c:pt idx="8314">
                  <c:v>2.03911</c:v>
                </c:pt>
                <c:pt idx="8315">
                  <c:v>2.0394100000000002</c:v>
                </c:pt>
                <c:pt idx="8316">
                  <c:v>2.03972</c:v>
                </c:pt>
                <c:pt idx="8317">
                  <c:v>2.0400200000000002</c:v>
                </c:pt>
                <c:pt idx="8318">
                  <c:v>2.04033</c:v>
                </c:pt>
                <c:pt idx="8319">
                  <c:v>2.0406300000000002</c:v>
                </c:pt>
                <c:pt idx="8320">
                  <c:v>2.04094</c:v>
                </c:pt>
                <c:pt idx="8321">
                  <c:v>2.0412400000000002</c:v>
                </c:pt>
                <c:pt idx="8322">
                  <c:v>2.04155</c:v>
                </c:pt>
                <c:pt idx="8323">
                  <c:v>2.0418500000000002</c:v>
                </c:pt>
                <c:pt idx="8324">
                  <c:v>2.04216</c:v>
                </c:pt>
                <c:pt idx="8325">
                  <c:v>2.0424600000000002</c:v>
                </c:pt>
                <c:pt idx="8326">
                  <c:v>2.04277</c:v>
                </c:pt>
                <c:pt idx="8327">
                  <c:v>2.0430799999999998</c:v>
                </c:pt>
                <c:pt idx="8328">
                  <c:v>2.04338</c:v>
                </c:pt>
                <c:pt idx="8329">
                  <c:v>2.0436899999999998</c:v>
                </c:pt>
                <c:pt idx="8330">
                  <c:v>2.04399</c:v>
                </c:pt>
                <c:pt idx="8331">
                  <c:v>2.0442999999999998</c:v>
                </c:pt>
                <c:pt idx="8332">
                  <c:v>2.0446</c:v>
                </c:pt>
                <c:pt idx="8333">
                  <c:v>2.0449099999999998</c:v>
                </c:pt>
                <c:pt idx="8334">
                  <c:v>2.04521</c:v>
                </c:pt>
                <c:pt idx="8335">
                  <c:v>2.0455199999999998</c:v>
                </c:pt>
                <c:pt idx="8336">
                  <c:v>2.04582</c:v>
                </c:pt>
                <c:pt idx="8337">
                  <c:v>2.0461299999999998</c:v>
                </c:pt>
                <c:pt idx="8338">
                  <c:v>2.04643</c:v>
                </c:pt>
                <c:pt idx="8339">
                  <c:v>2.0467399999999998</c:v>
                </c:pt>
                <c:pt idx="8340">
                  <c:v>2.04705</c:v>
                </c:pt>
                <c:pt idx="8341">
                  <c:v>2.0473499999999998</c:v>
                </c:pt>
                <c:pt idx="8342">
                  <c:v>2.04766</c:v>
                </c:pt>
                <c:pt idx="8343">
                  <c:v>2.0479599999999998</c:v>
                </c:pt>
                <c:pt idx="8344">
                  <c:v>2.04827</c:v>
                </c:pt>
                <c:pt idx="8345">
                  <c:v>2.0485699999999998</c:v>
                </c:pt>
                <c:pt idx="8346">
                  <c:v>2.04888</c:v>
                </c:pt>
                <c:pt idx="8347">
                  <c:v>2.0491799999999998</c:v>
                </c:pt>
                <c:pt idx="8348">
                  <c:v>2.04949</c:v>
                </c:pt>
                <c:pt idx="8349">
                  <c:v>2.0497899999999998</c:v>
                </c:pt>
                <c:pt idx="8350">
                  <c:v>2.0501</c:v>
                </c:pt>
                <c:pt idx="8351">
                  <c:v>2.0504099999999998</c:v>
                </c:pt>
                <c:pt idx="8352">
                  <c:v>2.05071</c:v>
                </c:pt>
                <c:pt idx="8353">
                  <c:v>2.0510199999999998</c:v>
                </c:pt>
                <c:pt idx="8354">
                  <c:v>2.05132</c:v>
                </c:pt>
                <c:pt idx="8355">
                  <c:v>2.0516299999999998</c:v>
                </c:pt>
                <c:pt idx="8356">
                  <c:v>2.05193</c:v>
                </c:pt>
                <c:pt idx="8357">
                  <c:v>2.0522399999999998</c:v>
                </c:pt>
                <c:pt idx="8358">
                  <c:v>2.05254</c:v>
                </c:pt>
                <c:pt idx="8359">
                  <c:v>2.0528499999999998</c:v>
                </c:pt>
                <c:pt idx="8360">
                  <c:v>2.05315</c:v>
                </c:pt>
                <c:pt idx="8361">
                  <c:v>2.0534599999999998</c:v>
                </c:pt>
                <c:pt idx="8362">
                  <c:v>2.05376</c:v>
                </c:pt>
                <c:pt idx="8363">
                  <c:v>2.0540699999999998</c:v>
                </c:pt>
                <c:pt idx="8364">
                  <c:v>2.0543800000000001</c:v>
                </c:pt>
                <c:pt idx="8365">
                  <c:v>2.0546799999999998</c:v>
                </c:pt>
                <c:pt idx="8366">
                  <c:v>2.0549900000000001</c:v>
                </c:pt>
                <c:pt idx="8367">
                  <c:v>2.0552899999999998</c:v>
                </c:pt>
                <c:pt idx="8368">
                  <c:v>2.0556000000000001</c:v>
                </c:pt>
                <c:pt idx="8369">
                  <c:v>2.0558999999999998</c:v>
                </c:pt>
                <c:pt idx="8370">
                  <c:v>2.0562100000000001</c:v>
                </c:pt>
                <c:pt idx="8371">
                  <c:v>2.0565099999999998</c:v>
                </c:pt>
                <c:pt idx="8372">
                  <c:v>2.0568200000000001</c:v>
                </c:pt>
                <c:pt idx="8373">
                  <c:v>2.0571199999999998</c:v>
                </c:pt>
                <c:pt idx="8374">
                  <c:v>2.0574300000000001</c:v>
                </c:pt>
                <c:pt idx="8375">
                  <c:v>2.0577299999999998</c:v>
                </c:pt>
                <c:pt idx="8376">
                  <c:v>2.0580400000000001</c:v>
                </c:pt>
                <c:pt idx="8377">
                  <c:v>2.0583499999999999</c:v>
                </c:pt>
                <c:pt idx="8378">
                  <c:v>2.0586500000000001</c:v>
                </c:pt>
                <c:pt idx="8379">
                  <c:v>2.0589599999999999</c:v>
                </c:pt>
                <c:pt idx="8380">
                  <c:v>2.0592600000000001</c:v>
                </c:pt>
                <c:pt idx="8381">
                  <c:v>2.0595699999999999</c:v>
                </c:pt>
                <c:pt idx="8382">
                  <c:v>2.0598700000000001</c:v>
                </c:pt>
                <c:pt idx="8383">
                  <c:v>2.0601799999999999</c:v>
                </c:pt>
                <c:pt idx="8384">
                  <c:v>2.0604800000000001</c:v>
                </c:pt>
                <c:pt idx="8385">
                  <c:v>2.0607899999999999</c:v>
                </c:pt>
                <c:pt idx="8386">
                  <c:v>2.0610900000000001</c:v>
                </c:pt>
                <c:pt idx="8387">
                  <c:v>2.0613999999999999</c:v>
                </c:pt>
                <c:pt idx="8388">
                  <c:v>2.0617000000000001</c:v>
                </c:pt>
                <c:pt idx="8389">
                  <c:v>2.0620099999999999</c:v>
                </c:pt>
                <c:pt idx="8390">
                  <c:v>2.0623200000000002</c:v>
                </c:pt>
                <c:pt idx="8391">
                  <c:v>2.0626199999999999</c:v>
                </c:pt>
                <c:pt idx="8392">
                  <c:v>2.0629300000000002</c:v>
                </c:pt>
                <c:pt idx="8393">
                  <c:v>2.0632299999999999</c:v>
                </c:pt>
                <c:pt idx="8394">
                  <c:v>2.0635400000000002</c:v>
                </c:pt>
                <c:pt idx="8395">
                  <c:v>2.0638399999999999</c:v>
                </c:pt>
                <c:pt idx="8396">
                  <c:v>2.0641500000000002</c:v>
                </c:pt>
                <c:pt idx="8397">
                  <c:v>2.0644499999999999</c:v>
                </c:pt>
                <c:pt idx="8398">
                  <c:v>2.0647600000000002</c:v>
                </c:pt>
                <c:pt idx="8399">
                  <c:v>2.0650599999999999</c:v>
                </c:pt>
                <c:pt idx="8400">
                  <c:v>2.0653700000000002</c:v>
                </c:pt>
                <c:pt idx="8401">
                  <c:v>2.0656699999999999</c:v>
                </c:pt>
                <c:pt idx="8402">
                  <c:v>2.0659800000000001</c:v>
                </c:pt>
                <c:pt idx="8403">
                  <c:v>2.06629</c:v>
                </c:pt>
                <c:pt idx="8404">
                  <c:v>2.0665900000000001</c:v>
                </c:pt>
                <c:pt idx="8405">
                  <c:v>2.0669</c:v>
                </c:pt>
                <c:pt idx="8406">
                  <c:v>2.0672000000000001</c:v>
                </c:pt>
                <c:pt idx="8407">
                  <c:v>2.06751</c:v>
                </c:pt>
                <c:pt idx="8408">
                  <c:v>2.0678100000000001</c:v>
                </c:pt>
                <c:pt idx="8409">
                  <c:v>2.06812</c:v>
                </c:pt>
                <c:pt idx="8410">
                  <c:v>2.0684200000000001</c:v>
                </c:pt>
                <c:pt idx="8411">
                  <c:v>2.06873</c:v>
                </c:pt>
                <c:pt idx="8412">
                  <c:v>2.0690300000000001</c:v>
                </c:pt>
                <c:pt idx="8413">
                  <c:v>2.06934</c:v>
                </c:pt>
                <c:pt idx="8414">
                  <c:v>2.0696500000000002</c:v>
                </c:pt>
                <c:pt idx="8415">
                  <c:v>2.06995</c:v>
                </c:pt>
                <c:pt idx="8416">
                  <c:v>2.0702600000000002</c:v>
                </c:pt>
                <c:pt idx="8417">
                  <c:v>2.07056</c:v>
                </c:pt>
                <c:pt idx="8418">
                  <c:v>2.0708700000000002</c:v>
                </c:pt>
                <c:pt idx="8419">
                  <c:v>2.07117</c:v>
                </c:pt>
                <c:pt idx="8420">
                  <c:v>2.0714800000000002</c:v>
                </c:pt>
                <c:pt idx="8421">
                  <c:v>2.07178</c:v>
                </c:pt>
                <c:pt idx="8422">
                  <c:v>2.0720900000000002</c:v>
                </c:pt>
                <c:pt idx="8423">
                  <c:v>2.07239</c:v>
                </c:pt>
                <c:pt idx="8424">
                  <c:v>2.0727000000000002</c:v>
                </c:pt>
                <c:pt idx="8425">
                  <c:v>2.073</c:v>
                </c:pt>
                <c:pt idx="8426">
                  <c:v>2.0733100000000002</c:v>
                </c:pt>
                <c:pt idx="8427">
                  <c:v>2.07362</c:v>
                </c:pt>
                <c:pt idx="8428">
                  <c:v>2.0739200000000002</c:v>
                </c:pt>
                <c:pt idx="8429">
                  <c:v>2.07423</c:v>
                </c:pt>
                <c:pt idx="8430">
                  <c:v>2.0745300000000002</c:v>
                </c:pt>
                <c:pt idx="8431">
                  <c:v>2.07484</c:v>
                </c:pt>
                <c:pt idx="8432">
                  <c:v>2.0751400000000002</c:v>
                </c:pt>
                <c:pt idx="8433">
                  <c:v>2.07545</c:v>
                </c:pt>
                <c:pt idx="8434">
                  <c:v>2.0757500000000002</c:v>
                </c:pt>
                <c:pt idx="8435">
                  <c:v>2.07606</c:v>
                </c:pt>
                <c:pt idx="8436">
                  <c:v>2.0763600000000002</c:v>
                </c:pt>
                <c:pt idx="8437">
                  <c:v>2.07667</c:v>
                </c:pt>
                <c:pt idx="8438">
                  <c:v>2.0769700000000002</c:v>
                </c:pt>
                <c:pt idx="8439">
                  <c:v>2.07728</c:v>
                </c:pt>
                <c:pt idx="8440">
                  <c:v>2.0775899999999998</c:v>
                </c:pt>
                <c:pt idx="8441">
                  <c:v>2.07789</c:v>
                </c:pt>
                <c:pt idx="8442">
                  <c:v>2.0781999999999998</c:v>
                </c:pt>
                <c:pt idx="8443">
                  <c:v>2.0785</c:v>
                </c:pt>
                <c:pt idx="8444">
                  <c:v>2.0788099999999998</c:v>
                </c:pt>
                <c:pt idx="8445">
                  <c:v>2.07911</c:v>
                </c:pt>
                <c:pt idx="8446">
                  <c:v>2.0794199999999998</c:v>
                </c:pt>
                <c:pt idx="8447">
                  <c:v>2.07972</c:v>
                </c:pt>
                <c:pt idx="8448">
                  <c:v>2.0800299999999998</c:v>
                </c:pt>
                <c:pt idx="8449">
                  <c:v>2.08033</c:v>
                </c:pt>
                <c:pt idx="8450">
                  <c:v>2.0806399999999998</c:v>
                </c:pt>
                <c:pt idx="8451">
                  <c:v>2.08094</c:v>
                </c:pt>
                <c:pt idx="8452">
                  <c:v>2.0812499999999998</c:v>
                </c:pt>
                <c:pt idx="8453">
                  <c:v>2.0815600000000001</c:v>
                </c:pt>
                <c:pt idx="8454">
                  <c:v>2.0818599999999998</c:v>
                </c:pt>
                <c:pt idx="8455">
                  <c:v>2.0821700000000001</c:v>
                </c:pt>
                <c:pt idx="8456">
                  <c:v>2.0824699999999998</c:v>
                </c:pt>
                <c:pt idx="8457">
                  <c:v>2.0827800000000001</c:v>
                </c:pt>
                <c:pt idx="8458">
                  <c:v>2.0830799999999998</c:v>
                </c:pt>
                <c:pt idx="8459">
                  <c:v>2.0833900000000001</c:v>
                </c:pt>
                <c:pt idx="8460">
                  <c:v>2.0836899999999998</c:v>
                </c:pt>
                <c:pt idx="8461">
                  <c:v>2.0840000000000001</c:v>
                </c:pt>
                <c:pt idx="8462">
                  <c:v>2.0842999999999998</c:v>
                </c:pt>
                <c:pt idx="8463">
                  <c:v>2.0846100000000001</c:v>
                </c:pt>
                <c:pt idx="8464">
                  <c:v>2.0849099999999998</c:v>
                </c:pt>
                <c:pt idx="8465">
                  <c:v>2.0852200000000001</c:v>
                </c:pt>
                <c:pt idx="8466">
                  <c:v>2.0855299999999999</c:v>
                </c:pt>
                <c:pt idx="8467">
                  <c:v>2.0858300000000001</c:v>
                </c:pt>
                <c:pt idx="8468">
                  <c:v>2.0861399999999999</c:v>
                </c:pt>
                <c:pt idx="8469">
                  <c:v>2.0864400000000001</c:v>
                </c:pt>
                <c:pt idx="8470">
                  <c:v>2.0867499999999999</c:v>
                </c:pt>
                <c:pt idx="8471">
                  <c:v>2.0870500000000001</c:v>
                </c:pt>
                <c:pt idx="8472">
                  <c:v>2.0873599999999999</c:v>
                </c:pt>
                <c:pt idx="8473">
                  <c:v>2.0876600000000001</c:v>
                </c:pt>
                <c:pt idx="8474">
                  <c:v>2.0879699999999999</c:v>
                </c:pt>
                <c:pt idx="8475">
                  <c:v>2.0882700000000001</c:v>
                </c:pt>
                <c:pt idx="8476">
                  <c:v>2.0885799999999999</c:v>
                </c:pt>
                <c:pt idx="8477">
                  <c:v>2.0888900000000001</c:v>
                </c:pt>
                <c:pt idx="8478">
                  <c:v>2.0891899999999999</c:v>
                </c:pt>
                <c:pt idx="8479">
                  <c:v>2.0895000000000001</c:v>
                </c:pt>
                <c:pt idx="8480">
                  <c:v>2.0897999999999999</c:v>
                </c:pt>
                <c:pt idx="8481">
                  <c:v>2.0901100000000001</c:v>
                </c:pt>
                <c:pt idx="8482">
                  <c:v>2.0904099999999999</c:v>
                </c:pt>
                <c:pt idx="8483">
                  <c:v>2.0907200000000001</c:v>
                </c:pt>
                <c:pt idx="8484">
                  <c:v>2.0910199999999999</c:v>
                </c:pt>
                <c:pt idx="8485">
                  <c:v>2.0913300000000001</c:v>
                </c:pt>
                <c:pt idx="8486">
                  <c:v>2.0916299999999999</c:v>
                </c:pt>
                <c:pt idx="8487">
                  <c:v>2.0919400000000001</c:v>
                </c:pt>
                <c:pt idx="8488">
                  <c:v>2.0922399999999999</c:v>
                </c:pt>
                <c:pt idx="8489">
                  <c:v>2.0925500000000001</c:v>
                </c:pt>
                <c:pt idx="8490">
                  <c:v>2.0928599999999999</c:v>
                </c:pt>
                <c:pt idx="8491">
                  <c:v>2.0931600000000001</c:v>
                </c:pt>
                <c:pt idx="8492">
                  <c:v>2.0934699999999999</c:v>
                </c:pt>
                <c:pt idx="8493">
                  <c:v>2.0937700000000001</c:v>
                </c:pt>
                <c:pt idx="8494">
                  <c:v>2.0940799999999999</c:v>
                </c:pt>
                <c:pt idx="8495">
                  <c:v>2.0943800000000001</c:v>
                </c:pt>
                <c:pt idx="8496">
                  <c:v>2.0946899999999999</c:v>
                </c:pt>
                <c:pt idx="8497">
                  <c:v>2.0949900000000001</c:v>
                </c:pt>
                <c:pt idx="8498">
                  <c:v>2.0952999999999999</c:v>
                </c:pt>
                <c:pt idx="8499">
                  <c:v>2.0956000000000001</c:v>
                </c:pt>
                <c:pt idx="8500">
                  <c:v>2.0959099999999999</c:v>
                </c:pt>
                <c:pt idx="8501">
                  <c:v>2.0962100000000001</c:v>
                </c:pt>
                <c:pt idx="8502">
                  <c:v>2.0965199999999999</c:v>
                </c:pt>
                <c:pt idx="8503">
                  <c:v>2.0968300000000002</c:v>
                </c:pt>
                <c:pt idx="8504">
                  <c:v>2.0971299999999999</c:v>
                </c:pt>
                <c:pt idx="8505">
                  <c:v>2.0974400000000002</c:v>
                </c:pt>
                <c:pt idx="8506">
                  <c:v>2.0977399999999999</c:v>
                </c:pt>
                <c:pt idx="8507">
                  <c:v>2.0980500000000002</c:v>
                </c:pt>
                <c:pt idx="8508">
                  <c:v>2.0983499999999999</c:v>
                </c:pt>
                <c:pt idx="8509">
                  <c:v>2.0986600000000002</c:v>
                </c:pt>
                <c:pt idx="8510">
                  <c:v>2.0989599999999999</c:v>
                </c:pt>
                <c:pt idx="8511">
                  <c:v>2.0992700000000002</c:v>
                </c:pt>
                <c:pt idx="8512">
                  <c:v>2.0995699999999999</c:v>
                </c:pt>
                <c:pt idx="8513">
                  <c:v>2.0998800000000002</c:v>
                </c:pt>
                <c:pt idx="8514">
                  <c:v>2.1001799999999999</c:v>
                </c:pt>
                <c:pt idx="8515">
                  <c:v>2.1004900000000002</c:v>
                </c:pt>
                <c:pt idx="8516">
                  <c:v>2.1008</c:v>
                </c:pt>
                <c:pt idx="8517">
                  <c:v>2.1011000000000002</c:v>
                </c:pt>
                <c:pt idx="8518">
                  <c:v>2.10141</c:v>
                </c:pt>
                <c:pt idx="8519">
                  <c:v>2.1017100000000002</c:v>
                </c:pt>
                <c:pt idx="8520">
                  <c:v>2.10202</c:v>
                </c:pt>
                <c:pt idx="8521">
                  <c:v>2.1023200000000002</c:v>
                </c:pt>
                <c:pt idx="8522">
                  <c:v>2.10263</c:v>
                </c:pt>
                <c:pt idx="8523">
                  <c:v>2.1029300000000002</c:v>
                </c:pt>
                <c:pt idx="8524">
                  <c:v>2.10324</c:v>
                </c:pt>
                <c:pt idx="8525">
                  <c:v>2.1035400000000002</c:v>
                </c:pt>
                <c:pt idx="8526">
                  <c:v>2.10385</c:v>
                </c:pt>
                <c:pt idx="8527">
                  <c:v>2.1041599999999998</c:v>
                </c:pt>
                <c:pt idx="8528">
                  <c:v>2.10446</c:v>
                </c:pt>
                <c:pt idx="8529">
                  <c:v>2.1047699999999998</c:v>
                </c:pt>
                <c:pt idx="8530">
                  <c:v>2.10507</c:v>
                </c:pt>
                <c:pt idx="8531">
                  <c:v>2.1053799999999998</c:v>
                </c:pt>
                <c:pt idx="8532">
                  <c:v>2.10568</c:v>
                </c:pt>
                <c:pt idx="8533">
                  <c:v>2.1059899999999998</c:v>
                </c:pt>
                <c:pt idx="8534">
                  <c:v>2.10629</c:v>
                </c:pt>
                <c:pt idx="8535">
                  <c:v>2.1065999999999998</c:v>
                </c:pt>
                <c:pt idx="8536">
                  <c:v>2.1069</c:v>
                </c:pt>
                <c:pt idx="8537">
                  <c:v>2.1072099999999998</c:v>
                </c:pt>
                <c:pt idx="8538">
                  <c:v>2.10751</c:v>
                </c:pt>
                <c:pt idx="8539">
                  <c:v>2.1078199999999998</c:v>
                </c:pt>
                <c:pt idx="8540">
                  <c:v>2.1081300000000001</c:v>
                </c:pt>
                <c:pt idx="8541">
                  <c:v>2.1084299999999998</c:v>
                </c:pt>
                <c:pt idx="8542">
                  <c:v>2.1087400000000001</c:v>
                </c:pt>
                <c:pt idx="8543">
                  <c:v>2.1090399999999998</c:v>
                </c:pt>
                <c:pt idx="8544">
                  <c:v>2.1093500000000001</c:v>
                </c:pt>
                <c:pt idx="8545">
                  <c:v>2.1096499999999998</c:v>
                </c:pt>
                <c:pt idx="8546">
                  <c:v>2.1099600000000001</c:v>
                </c:pt>
                <c:pt idx="8547">
                  <c:v>2.1102599999999998</c:v>
                </c:pt>
                <c:pt idx="8548">
                  <c:v>2.1105700000000001</c:v>
                </c:pt>
                <c:pt idx="8549">
                  <c:v>2.1108699999999998</c:v>
                </c:pt>
                <c:pt idx="8550">
                  <c:v>2.1111800000000001</c:v>
                </c:pt>
                <c:pt idx="8551">
                  <c:v>2.1114799999999998</c:v>
                </c:pt>
                <c:pt idx="8552">
                  <c:v>2.1117900000000001</c:v>
                </c:pt>
                <c:pt idx="8553">
                  <c:v>2.1120999999999999</c:v>
                </c:pt>
                <c:pt idx="8554">
                  <c:v>2.1124000000000001</c:v>
                </c:pt>
                <c:pt idx="8555">
                  <c:v>2.1127099999999999</c:v>
                </c:pt>
                <c:pt idx="8556">
                  <c:v>2.1130100000000001</c:v>
                </c:pt>
                <c:pt idx="8557">
                  <c:v>2.1133199999999999</c:v>
                </c:pt>
                <c:pt idx="8558">
                  <c:v>2.1136200000000001</c:v>
                </c:pt>
                <c:pt idx="8559">
                  <c:v>2.1139299999999999</c:v>
                </c:pt>
                <c:pt idx="8560">
                  <c:v>2.1142300000000001</c:v>
                </c:pt>
                <c:pt idx="8561">
                  <c:v>2.1145399999999999</c:v>
                </c:pt>
                <c:pt idx="8562">
                  <c:v>2.1148400000000001</c:v>
                </c:pt>
                <c:pt idx="8563">
                  <c:v>2.1151499999999999</c:v>
                </c:pt>
                <c:pt idx="8564">
                  <c:v>2.1154500000000001</c:v>
                </c:pt>
                <c:pt idx="8565">
                  <c:v>2.1157599999999999</c:v>
                </c:pt>
                <c:pt idx="8566">
                  <c:v>2.1160700000000001</c:v>
                </c:pt>
                <c:pt idx="8567">
                  <c:v>2.1163699999999999</c:v>
                </c:pt>
                <c:pt idx="8568">
                  <c:v>2.1166800000000001</c:v>
                </c:pt>
                <c:pt idx="8569">
                  <c:v>2.1169799999999999</c:v>
                </c:pt>
                <c:pt idx="8570">
                  <c:v>2.1172900000000001</c:v>
                </c:pt>
                <c:pt idx="8571">
                  <c:v>2.1175899999999999</c:v>
                </c:pt>
                <c:pt idx="8572">
                  <c:v>2.1179000000000001</c:v>
                </c:pt>
                <c:pt idx="8573">
                  <c:v>2.1181999999999999</c:v>
                </c:pt>
                <c:pt idx="8574">
                  <c:v>2.1185100000000001</c:v>
                </c:pt>
                <c:pt idx="8575">
                  <c:v>2.1188099999999999</c:v>
                </c:pt>
                <c:pt idx="8576">
                  <c:v>2.1191200000000001</c:v>
                </c:pt>
                <c:pt idx="8577">
                  <c:v>2.1194199999999999</c:v>
                </c:pt>
                <c:pt idx="8578">
                  <c:v>2.1197300000000001</c:v>
                </c:pt>
                <c:pt idx="8579">
                  <c:v>2.1200399999999999</c:v>
                </c:pt>
                <c:pt idx="8580">
                  <c:v>2.1203400000000001</c:v>
                </c:pt>
                <c:pt idx="8581">
                  <c:v>2.1206499999999999</c:v>
                </c:pt>
                <c:pt idx="8582">
                  <c:v>2.1209500000000001</c:v>
                </c:pt>
                <c:pt idx="8583">
                  <c:v>2.1212599999999999</c:v>
                </c:pt>
                <c:pt idx="8584">
                  <c:v>2.1215600000000001</c:v>
                </c:pt>
                <c:pt idx="8585">
                  <c:v>2.1218699999999999</c:v>
                </c:pt>
                <c:pt idx="8586">
                  <c:v>2.1221700000000001</c:v>
                </c:pt>
                <c:pt idx="8587">
                  <c:v>2.1224799999999999</c:v>
                </c:pt>
                <c:pt idx="8588">
                  <c:v>2.1227800000000001</c:v>
                </c:pt>
                <c:pt idx="8589">
                  <c:v>2.1230899999999999</c:v>
                </c:pt>
                <c:pt idx="8590">
                  <c:v>2.1234000000000002</c:v>
                </c:pt>
                <c:pt idx="8591">
                  <c:v>2.1236999999999999</c:v>
                </c:pt>
                <c:pt idx="8592">
                  <c:v>2.1240100000000002</c:v>
                </c:pt>
                <c:pt idx="8593">
                  <c:v>2.1243099999999999</c:v>
                </c:pt>
                <c:pt idx="8594">
                  <c:v>2.1246200000000002</c:v>
                </c:pt>
                <c:pt idx="8595">
                  <c:v>2.1249199999999999</c:v>
                </c:pt>
                <c:pt idx="8596">
                  <c:v>2.1252300000000002</c:v>
                </c:pt>
                <c:pt idx="8597">
                  <c:v>2.1255299999999999</c:v>
                </c:pt>
                <c:pt idx="8598">
                  <c:v>2.1258400000000002</c:v>
                </c:pt>
                <c:pt idx="8599">
                  <c:v>2.1261399999999999</c:v>
                </c:pt>
                <c:pt idx="8600">
                  <c:v>2.1264500000000002</c:v>
                </c:pt>
                <c:pt idx="8601">
                  <c:v>2.1267499999999999</c:v>
                </c:pt>
                <c:pt idx="8602">
                  <c:v>2.1270600000000002</c:v>
                </c:pt>
                <c:pt idx="8603">
                  <c:v>2.12737</c:v>
                </c:pt>
                <c:pt idx="8604">
                  <c:v>2.1276700000000002</c:v>
                </c:pt>
                <c:pt idx="8605">
                  <c:v>2.12798</c:v>
                </c:pt>
                <c:pt idx="8606">
                  <c:v>2.1282800000000002</c:v>
                </c:pt>
                <c:pt idx="8607">
                  <c:v>2.12859</c:v>
                </c:pt>
                <c:pt idx="8608">
                  <c:v>2.1288900000000002</c:v>
                </c:pt>
                <c:pt idx="8609">
                  <c:v>2.1292</c:v>
                </c:pt>
                <c:pt idx="8610">
                  <c:v>2.1295000000000002</c:v>
                </c:pt>
                <c:pt idx="8611">
                  <c:v>2.12981</c:v>
                </c:pt>
                <c:pt idx="8612">
                  <c:v>2.1301100000000002</c:v>
                </c:pt>
                <c:pt idx="8613">
                  <c:v>2.13042</c:v>
                </c:pt>
                <c:pt idx="8614">
                  <c:v>2.1307200000000002</c:v>
                </c:pt>
                <c:pt idx="8615">
                  <c:v>2.13103</c:v>
                </c:pt>
                <c:pt idx="8616">
                  <c:v>2.1313399999999998</c:v>
                </c:pt>
                <c:pt idx="8617">
                  <c:v>2.13164</c:v>
                </c:pt>
                <c:pt idx="8618">
                  <c:v>2.1319499999999998</c:v>
                </c:pt>
                <c:pt idx="8619">
                  <c:v>2.13225</c:v>
                </c:pt>
                <c:pt idx="8620">
                  <c:v>2.1325599999999998</c:v>
                </c:pt>
                <c:pt idx="8621">
                  <c:v>2.13286</c:v>
                </c:pt>
                <c:pt idx="8622">
                  <c:v>2.1331699999999998</c:v>
                </c:pt>
                <c:pt idx="8623">
                  <c:v>2.13347</c:v>
                </c:pt>
                <c:pt idx="8624">
                  <c:v>2.1337799999999998</c:v>
                </c:pt>
                <c:pt idx="8625">
                  <c:v>2.13408</c:v>
                </c:pt>
                <c:pt idx="8626">
                  <c:v>2.1343899999999998</c:v>
                </c:pt>
                <c:pt idx="8627">
                  <c:v>2.13469</c:v>
                </c:pt>
                <c:pt idx="8628">
                  <c:v>2.1349999999999998</c:v>
                </c:pt>
                <c:pt idx="8629">
                  <c:v>2.13531</c:v>
                </c:pt>
                <c:pt idx="8630">
                  <c:v>2.1356099999999998</c:v>
                </c:pt>
                <c:pt idx="8631">
                  <c:v>2.13592</c:v>
                </c:pt>
                <c:pt idx="8632">
                  <c:v>2.1362199999999998</c:v>
                </c:pt>
                <c:pt idx="8633">
                  <c:v>2.13653</c:v>
                </c:pt>
                <c:pt idx="8634">
                  <c:v>2.1368299999999998</c:v>
                </c:pt>
                <c:pt idx="8635">
                  <c:v>2.13714</c:v>
                </c:pt>
                <c:pt idx="8636">
                  <c:v>2.1374399999999998</c:v>
                </c:pt>
                <c:pt idx="8637">
                  <c:v>2.13775</c:v>
                </c:pt>
                <c:pt idx="8638">
                  <c:v>2.1380499999999998</c:v>
                </c:pt>
                <c:pt idx="8639">
                  <c:v>2.13836</c:v>
                </c:pt>
                <c:pt idx="8640">
                  <c:v>2.1386599999999998</c:v>
                </c:pt>
                <c:pt idx="8641">
                  <c:v>2.13897</c:v>
                </c:pt>
                <c:pt idx="8642">
                  <c:v>2.1392799999999998</c:v>
                </c:pt>
                <c:pt idx="8643">
                  <c:v>2.13958</c:v>
                </c:pt>
                <c:pt idx="8644">
                  <c:v>2.1398899999999998</c:v>
                </c:pt>
                <c:pt idx="8645">
                  <c:v>2.14019</c:v>
                </c:pt>
                <c:pt idx="8646">
                  <c:v>2.1404999999999998</c:v>
                </c:pt>
                <c:pt idx="8647">
                  <c:v>2.1408</c:v>
                </c:pt>
                <c:pt idx="8648">
                  <c:v>2.1411099999999998</c:v>
                </c:pt>
                <c:pt idx="8649">
                  <c:v>2.14141</c:v>
                </c:pt>
                <c:pt idx="8650">
                  <c:v>2.1417199999999998</c:v>
                </c:pt>
                <c:pt idx="8651">
                  <c:v>2.14202</c:v>
                </c:pt>
                <c:pt idx="8652">
                  <c:v>2.1423299999999998</c:v>
                </c:pt>
                <c:pt idx="8653">
                  <c:v>2.1426400000000001</c:v>
                </c:pt>
                <c:pt idx="8654">
                  <c:v>2.1429399999999998</c:v>
                </c:pt>
                <c:pt idx="8655">
                  <c:v>2.1432500000000001</c:v>
                </c:pt>
                <c:pt idx="8656">
                  <c:v>2.1435499999999998</c:v>
                </c:pt>
                <c:pt idx="8657">
                  <c:v>2.1438600000000001</c:v>
                </c:pt>
                <c:pt idx="8658">
                  <c:v>2.1441599999999998</c:v>
                </c:pt>
                <c:pt idx="8659">
                  <c:v>2.1444700000000001</c:v>
                </c:pt>
                <c:pt idx="8660">
                  <c:v>2.1447699999999998</c:v>
                </c:pt>
                <c:pt idx="8661">
                  <c:v>2.1450800000000001</c:v>
                </c:pt>
                <c:pt idx="8662">
                  <c:v>2.1453799999999998</c:v>
                </c:pt>
                <c:pt idx="8663">
                  <c:v>2.1456900000000001</c:v>
                </c:pt>
                <c:pt idx="8664">
                  <c:v>2.1459899999999998</c:v>
                </c:pt>
                <c:pt idx="8665">
                  <c:v>2.1463000000000001</c:v>
                </c:pt>
                <c:pt idx="8666">
                  <c:v>2.1466099999999999</c:v>
                </c:pt>
                <c:pt idx="8667">
                  <c:v>2.1469100000000001</c:v>
                </c:pt>
                <c:pt idx="8668">
                  <c:v>2.1472199999999999</c:v>
                </c:pt>
                <c:pt idx="8669">
                  <c:v>2.1475200000000001</c:v>
                </c:pt>
                <c:pt idx="8670">
                  <c:v>2.1478299999999999</c:v>
                </c:pt>
                <c:pt idx="8671">
                  <c:v>2.1481300000000001</c:v>
                </c:pt>
                <c:pt idx="8672">
                  <c:v>2.1484399999999999</c:v>
                </c:pt>
                <c:pt idx="8673">
                  <c:v>2.1487400000000001</c:v>
                </c:pt>
                <c:pt idx="8674">
                  <c:v>2.1490499999999999</c:v>
                </c:pt>
                <c:pt idx="8675">
                  <c:v>2.1493500000000001</c:v>
                </c:pt>
                <c:pt idx="8676">
                  <c:v>2.1496599999999999</c:v>
                </c:pt>
                <c:pt idx="8677">
                  <c:v>2.1499600000000001</c:v>
                </c:pt>
                <c:pt idx="8678">
                  <c:v>2.1502699999999999</c:v>
                </c:pt>
                <c:pt idx="8679">
                  <c:v>2.1505800000000002</c:v>
                </c:pt>
                <c:pt idx="8680">
                  <c:v>2.1508799999999999</c:v>
                </c:pt>
                <c:pt idx="8681">
                  <c:v>2.1511900000000002</c:v>
                </c:pt>
                <c:pt idx="8682">
                  <c:v>2.1514899999999999</c:v>
                </c:pt>
                <c:pt idx="8683">
                  <c:v>2.1518000000000002</c:v>
                </c:pt>
                <c:pt idx="8684">
                  <c:v>2.1520999999999999</c:v>
                </c:pt>
                <c:pt idx="8685">
                  <c:v>2.1524100000000002</c:v>
                </c:pt>
                <c:pt idx="8686">
                  <c:v>2.1527099999999999</c:v>
                </c:pt>
                <c:pt idx="8687">
                  <c:v>2.1530200000000002</c:v>
                </c:pt>
                <c:pt idx="8688">
                  <c:v>2.1533199999999999</c:v>
                </c:pt>
                <c:pt idx="8689">
                  <c:v>2.1536300000000002</c:v>
                </c:pt>
                <c:pt idx="8690">
                  <c:v>2.1539299999999999</c:v>
                </c:pt>
                <c:pt idx="8691">
                  <c:v>2.1542400000000002</c:v>
                </c:pt>
                <c:pt idx="8692">
                  <c:v>2.15455</c:v>
                </c:pt>
                <c:pt idx="8693">
                  <c:v>2.1548500000000002</c:v>
                </c:pt>
                <c:pt idx="8694">
                  <c:v>2.15516</c:v>
                </c:pt>
                <c:pt idx="8695">
                  <c:v>2.1554600000000002</c:v>
                </c:pt>
                <c:pt idx="8696">
                  <c:v>2.15577</c:v>
                </c:pt>
                <c:pt idx="8697">
                  <c:v>2.1560700000000002</c:v>
                </c:pt>
                <c:pt idx="8698">
                  <c:v>2.15638</c:v>
                </c:pt>
                <c:pt idx="8699">
                  <c:v>2.1566800000000002</c:v>
                </c:pt>
                <c:pt idx="8700">
                  <c:v>2.15699</c:v>
                </c:pt>
                <c:pt idx="8701">
                  <c:v>2.1572900000000002</c:v>
                </c:pt>
                <c:pt idx="8702">
                  <c:v>2.1576</c:v>
                </c:pt>
                <c:pt idx="8703">
                  <c:v>2.1579100000000002</c:v>
                </c:pt>
                <c:pt idx="8704">
                  <c:v>2.15821</c:v>
                </c:pt>
                <c:pt idx="8705">
                  <c:v>2.1585200000000002</c:v>
                </c:pt>
                <c:pt idx="8706">
                  <c:v>2.15882</c:v>
                </c:pt>
                <c:pt idx="8707">
                  <c:v>2.1591300000000002</c:v>
                </c:pt>
                <c:pt idx="8708">
                  <c:v>2.15943</c:v>
                </c:pt>
                <c:pt idx="8709">
                  <c:v>2.1597400000000002</c:v>
                </c:pt>
                <c:pt idx="8710">
                  <c:v>2.16004</c:v>
                </c:pt>
                <c:pt idx="8711">
                  <c:v>2.1603500000000002</c:v>
                </c:pt>
                <c:pt idx="8712">
                  <c:v>2.16065</c:v>
                </c:pt>
                <c:pt idx="8713">
                  <c:v>2.1609600000000002</c:v>
                </c:pt>
                <c:pt idx="8714">
                  <c:v>2.16126</c:v>
                </c:pt>
                <c:pt idx="8715">
                  <c:v>2.1615700000000002</c:v>
                </c:pt>
                <c:pt idx="8716">
                  <c:v>2.16188</c:v>
                </c:pt>
                <c:pt idx="8717">
                  <c:v>2.1621800000000002</c:v>
                </c:pt>
                <c:pt idx="8718">
                  <c:v>2.16249</c:v>
                </c:pt>
                <c:pt idx="8719">
                  <c:v>2.1627900000000002</c:v>
                </c:pt>
                <c:pt idx="8720">
                  <c:v>2.1631</c:v>
                </c:pt>
                <c:pt idx="8721">
                  <c:v>2.1634000000000002</c:v>
                </c:pt>
                <c:pt idx="8722">
                  <c:v>2.16371</c:v>
                </c:pt>
                <c:pt idx="8723">
                  <c:v>2.1640100000000002</c:v>
                </c:pt>
                <c:pt idx="8724">
                  <c:v>2.16432</c:v>
                </c:pt>
                <c:pt idx="8725">
                  <c:v>2.1646200000000002</c:v>
                </c:pt>
                <c:pt idx="8726">
                  <c:v>2.16493</c:v>
                </c:pt>
                <c:pt idx="8727">
                  <c:v>2.1652300000000002</c:v>
                </c:pt>
                <c:pt idx="8728">
                  <c:v>2.16554</c:v>
                </c:pt>
                <c:pt idx="8729">
                  <c:v>2.1658499999999998</c:v>
                </c:pt>
                <c:pt idx="8730">
                  <c:v>2.16615</c:v>
                </c:pt>
                <c:pt idx="8731">
                  <c:v>2.1664599999999998</c:v>
                </c:pt>
                <c:pt idx="8732">
                  <c:v>2.16676</c:v>
                </c:pt>
                <c:pt idx="8733">
                  <c:v>2.1670699999999998</c:v>
                </c:pt>
                <c:pt idx="8734">
                  <c:v>2.16737</c:v>
                </c:pt>
                <c:pt idx="8735">
                  <c:v>2.1676799999999998</c:v>
                </c:pt>
                <c:pt idx="8736">
                  <c:v>2.16798</c:v>
                </c:pt>
                <c:pt idx="8737">
                  <c:v>2.1682899999999998</c:v>
                </c:pt>
                <c:pt idx="8738">
                  <c:v>2.16859</c:v>
                </c:pt>
                <c:pt idx="8739">
                  <c:v>2.1688999999999998</c:v>
                </c:pt>
                <c:pt idx="8740">
                  <c:v>2.1692</c:v>
                </c:pt>
                <c:pt idx="8741">
                  <c:v>2.1695099999999998</c:v>
                </c:pt>
                <c:pt idx="8742">
                  <c:v>2.1698200000000001</c:v>
                </c:pt>
                <c:pt idx="8743">
                  <c:v>2.1701199999999998</c:v>
                </c:pt>
                <c:pt idx="8744">
                  <c:v>2.1704300000000001</c:v>
                </c:pt>
                <c:pt idx="8745">
                  <c:v>2.1707299999999998</c:v>
                </c:pt>
                <c:pt idx="8746">
                  <c:v>2.1710400000000001</c:v>
                </c:pt>
                <c:pt idx="8747">
                  <c:v>2.1713399999999998</c:v>
                </c:pt>
                <c:pt idx="8748">
                  <c:v>2.1716500000000001</c:v>
                </c:pt>
                <c:pt idx="8749">
                  <c:v>2.1719499999999998</c:v>
                </c:pt>
                <c:pt idx="8750">
                  <c:v>2.1722600000000001</c:v>
                </c:pt>
                <c:pt idx="8751">
                  <c:v>2.1725599999999998</c:v>
                </c:pt>
                <c:pt idx="8752">
                  <c:v>2.1728700000000001</c:v>
                </c:pt>
                <c:pt idx="8753">
                  <c:v>2.1731699999999998</c:v>
                </c:pt>
                <c:pt idx="8754">
                  <c:v>2.1734800000000001</c:v>
                </c:pt>
                <c:pt idx="8755">
                  <c:v>2.1737899999999999</c:v>
                </c:pt>
                <c:pt idx="8756">
                  <c:v>2.1740900000000001</c:v>
                </c:pt>
                <c:pt idx="8757">
                  <c:v>2.1743999999999999</c:v>
                </c:pt>
                <c:pt idx="8758">
                  <c:v>2.1747000000000001</c:v>
                </c:pt>
                <c:pt idx="8759">
                  <c:v>2.1750099999999999</c:v>
                </c:pt>
                <c:pt idx="8760">
                  <c:v>2.1753100000000001</c:v>
                </c:pt>
                <c:pt idx="8761">
                  <c:v>2.1756199999999999</c:v>
                </c:pt>
                <c:pt idx="8762">
                  <c:v>2.1759200000000001</c:v>
                </c:pt>
                <c:pt idx="8763">
                  <c:v>2.1762299999999999</c:v>
                </c:pt>
                <c:pt idx="8764">
                  <c:v>2.1765300000000001</c:v>
                </c:pt>
                <c:pt idx="8765">
                  <c:v>2.1768399999999999</c:v>
                </c:pt>
                <c:pt idx="8766">
                  <c:v>2.1771500000000001</c:v>
                </c:pt>
                <c:pt idx="8767">
                  <c:v>2.1774499999999999</c:v>
                </c:pt>
                <c:pt idx="8768">
                  <c:v>2.1777600000000001</c:v>
                </c:pt>
                <c:pt idx="8769">
                  <c:v>2.1780599999999999</c:v>
                </c:pt>
                <c:pt idx="8770">
                  <c:v>2.1783700000000001</c:v>
                </c:pt>
                <c:pt idx="8771">
                  <c:v>2.1786699999999999</c:v>
                </c:pt>
                <c:pt idx="8772">
                  <c:v>2.1789800000000001</c:v>
                </c:pt>
                <c:pt idx="8773">
                  <c:v>2.1792799999999999</c:v>
                </c:pt>
                <c:pt idx="8774">
                  <c:v>2.1795900000000001</c:v>
                </c:pt>
                <c:pt idx="8775">
                  <c:v>2.1798899999999999</c:v>
                </c:pt>
                <c:pt idx="8776">
                  <c:v>2.1802000000000001</c:v>
                </c:pt>
                <c:pt idx="8777">
                  <c:v>2.1804999999999999</c:v>
                </c:pt>
                <c:pt idx="8778">
                  <c:v>2.1808100000000001</c:v>
                </c:pt>
                <c:pt idx="8779">
                  <c:v>2.1811199999999999</c:v>
                </c:pt>
                <c:pt idx="8780">
                  <c:v>2.1814200000000001</c:v>
                </c:pt>
                <c:pt idx="8781">
                  <c:v>2.1817299999999999</c:v>
                </c:pt>
                <c:pt idx="8782">
                  <c:v>2.1820300000000001</c:v>
                </c:pt>
                <c:pt idx="8783">
                  <c:v>2.1823399999999999</c:v>
                </c:pt>
                <c:pt idx="8784">
                  <c:v>2.1826400000000001</c:v>
                </c:pt>
                <c:pt idx="8785">
                  <c:v>2.1829499999999999</c:v>
                </c:pt>
                <c:pt idx="8786">
                  <c:v>2.1832500000000001</c:v>
                </c:pt>
                <c:pt idx="8787">
                  <c:v>2.1835599999999999</c:v>
                </c:pt>
                <c:pt idx="8788">
                  <c:v>2.1838600000000001</c:v>
                </c:pt>
                <c:pt idx="8789">
                  <c:v>2.1841699999999999</c:v>
                </c:pt>
                <c:pt idx="8790">
                  <c:v>2.1844700000000001</c:v>
                </c:pt>
                <c:pt idx="8791">
                  <c:v>2.1847799999999999</c:v>
                </c:pt>
                <c:pt idx="8792">
                  <c:v>2.1850900000000002</c:v>
                </c:pt>
                <c:pt idx="8793">
                  <c:v>2.1853899999999999</c:v>
                </c:pt>
                <c:pt idx="8794">
                  <c:v>2.1857000000000002</c:v>
                </c:pt>
                <c:pt idx="8795">
                  <c:v>2.1859999999999999</c:v>
                </c:pt>
                <c:pt idx="8796">
                  <c:v>2.1863100000000002</c:v>
                </c:pt>
                <c:pt idx="8797">
                  <c:v>2.1866099999999999</c:v>
                </c:pt>
                <c:pt idx="8798">
                  <c:v>2.1869200000000002</c:v>
                </c:pt>
                <c:pt idx="8799">
                  <c:v>2.1872199999999999</c:v>
                </c:pt>
                <c:pt idx="8800">
                  <c:v>2.1875300000000002</c:v>
                </c:pt>
                <c:pt idx="8801">
                  <c:v>2.1878299999999999</c:v>
                </c:pt>
                <c:pt idx="8802">
                  <c:v>2.1881400000000002</c:v>
                </c:pt>
                <c:pt idx="8803">
                  <c:v>2.1884399999999999</c:v>
                </c:pt>
                <c:pt idx="8804">
                  <c:v>2.1887500000000002</c:v>
                </c:pt>
                <c:pt idx="8805">
                  <c:v>2.18906</c:v>
                </c:pt>
                <c:pt idx="8806">
                  <c:v>2.1893600000000002</c:v>
                </c:pt>
                <c:pt idx="8807">
                  <c:v>2.18967</c:v>
                </c:pt>
                <c:pt idx="8808">
                  <c:v>2.1899700000000002</c:v>
                </c:pt>
                <c:pt idx="8809">
                  <c:v>2.19028</c:v>
                </c:pt>
                <c:pt idx="8810">
                  <c:v>2.1905800000000002</c:v>
                </c:pt>
                <c:pt idx="8811">
                  <c:v>2.19089</c:v>
                </c:pt>
                <c:pt idx="8812">
                  <c:v>2.1911900000000002</c:v>
                </c:pt>
                <c:pt idx="8813">
                  <c:v>2.1915</c:v>
                </c:pt>
                <c:pt idx="8814">
                  <c:v>2.1918000000000002</c:v>
                </c:pt>
                <c:pt idx="8815">
                  <c:v>2.19211</c:v>
                </c:pt>
                <c:pt idx="8816">
                  <c:v>2.1924100000000002</c:v>
                </c:pt>
                <c:pt idx="8817">
                  <c:v>2.19272</c:v>
                </c:pt>
                <c:pt idx="8818">
                  <c:v>2.1930299999999998</c:v>
                </c:pt>
                <c:pt idx="8819">
                  <c:v>2.19333</c:v>
                </c:pt>
                <c:pt idx="8820">
                  <c:v>2.1936399999999998</c:v>
                </c:pt>
                <c:pt idx="8821">
                  <c:v>2.19394</c:v>
                </c:pt>
                <c:pt idx="8822">
                  <c:v>2.1942499999999998</c:v>
                </c:pt>
                <c:pt idx="8823">
                  <c:v>2.19455</c:v>
                </c:pt>
                <c:pt idx="8824">
                  <c:v>2.1948599999999998</c:v>
                </c:pt>
                <c:pt idx="8825">
                  <c:v>2.19516</c:v>
                </c:pt>
                <c:pt idx="8826">
                  <c:v>2.1954699999999998</c:v>
                </c:pt>
                <c:pt idx="8827">
                  <c:v>2.19577</c:v>
                </c:pt>
                <c:pt idx="8828">
                  <c:v>2.1960799999999998</c:v>
                </c:pt>
                <c:pt idx="8829">
                  <c:v>2.1963900000000001</c:v>
                </c:pt>
                <c:pt idx="8830">
                  <c:v>2.1966899999999998</c:v>
                </c:pt>
                <c:pt idx="8831">
                  <c:v>2.1970000000000001</c:v>
                </c:pt>
                <c:pt idx="8832">
                  <c:v>2.1972999999999998</c:v>
                </c:pt>
                <c:pt idx="8833">
                  <c:v>2.1976100000000001</c:v>
                </c:pt>
                <c:pt idx="8834">
                  <c:v>2.1979099999999998</c:v>
                </c:pt>
                <c:pt idx="8835">
                  <c:v>2.1982200000000001</c:v>
                </c:pt>
                <c:pt idx="8836">
                  <c:v>2.1985199999999998</c:v>
                </c:pt>
                <c:pt idx="8837">
                  <c:v>2.1988300000000001</c:v>
                </c:pt>
                <c:pt idx="8838">
                  <c:v>2.1991299999999998</c:v>
                </c:pt>
                <c:pt idx="8839">
                  <c:v>2.1994400000000001</c:v>
                </c:pt>
                <c:pt idx="8840">
                  <c:v>2.1997399999999998</c:v>
                </c:pt>
                <c:pt idx="8841">
                  <c:v>2.2000500000000001</c:v>
                </c:pt>
                <c:pt idx="8842">
                  <c:v>2.2003599999999999</c:v>
                </c:pt>
                <c:pt idx="8843">
                  <c:v>2.2006600000000001</c:v>
                </c:pt>
                <c:pt idx="8844">
                  <c:v>2.2009699999999999</c:v>
                </c:pt>
                <c:pt idx="8845">
                  <c:v>2.2012700000000001</c:v>
                </c:pt>
                <c:pt idx="8846">
                  <c:v>2.2015799999999999</c:v>
                </c:pt>
                <c:pt idx="8847">
                  <c:v>2.2018800000000001</c:v>
                </c:pt>
                <c:pt idx="8848">
                  <c:v>2.2021899999999999</c:v>
                </c:pt>
                <c:pt idx="8849">
                  <c:v>2.2024900000000001</c:v>
                </c:pt>
                <c:pt idx="8850">
                  <c:v>2.2027999999999999</c:v>
                </c:pt>
                <c:pt idx="8851">
                  <c:v>2.2031000000000001</c:v>
                </c:pt>
                <c:pt idx="8852">
                  <c:v>2.2034099999999999</c:v>
                </c:pt>
                <c:pt idx="8853">
                  <c:v>2.2037100000000001</c:v>
                </c:pt>
                <c:pt idx="8854">
                  <c:v>2.2040199999999999</c:v>
                </c:pt>
                <c:pt idx="8855">
                  <c:v>2.2043300000000001</c:v>
                </c:pt>
                <c:pt idx="8856">
                  <c:v>2.2046299999999999</c:v>
                </c:pt>
                <c:pt idx="8857">
                  <c:v>2.2049400000000001</c:v>
                </c:pt>
                <c:pt idx="8858">
                  <c:v>2.2052399999999999</c:v>
                </c:pt>
                <c:pt idx="8859">
                  <c:v>2.2055500000000001</c:v>
                </c:pt>
                <c:pt idx="8860">
                  <c:v>2.2058499999999999</c:v>
                </c:pt>
                <c:pt idx="8861">
                  <c:v>2.2061600000000001</c:v>
                </c:pt>
                <c:pt idx="8862">
                  <c:v>2.2064599999999999</c:v>
                </c:pt>
                <c:pt idx="8863">
                  <c:v>2.2067700000000001</c:v>
                </c:pt>
                <c:pt idx="8864">
                  <c:v>2.2070699999999999</c:v>
                </c:pt>
                <c:pt idx="8865">
                  <c:v>2.2073800000000001</c:v>
                </c:pt>
                <c:pt idx="8866">
                  <c:v>2.2076799999999999</c:v>
                </c:pt>
                <c:pt idx="8867">
                  <c:v>2.2079900000000001</c:v>
                </c:pt>
                <c:pt idx="8868">
                  <c:v>2.2082999999999999</c:v>
                </c:pt>
                <c:pt idx="8869">
                  <c:v>2.2086000000000001</c:v>
                </c:pt>
                <c:pt idx="8870">
                  <c:v>2.2089099999999999</c:v>
                </c:pt>
                <c:pt idx="8871">
                  <c:v>2.2092100000000001</c:v>
                </c:pt>
                <c:pt idx="8872">
                  <c:v>2.2095199999999999</c:v>
                </c:pt>
                <c:pt idx="8873">
                  <c:v>2.2098200000000001</c:v>
                </c:pt>
                <c:pt idx="8874">
                  <c:v>2.2101299999999999</c:v>
                </c:pt>
                <c:pt idx="8875">
                  <c:v>2.2104300000000001</c:v>
                </c:pt>
                <c:pt idx="8876">
                  <c:v>2.2107399999999999</c:v>
                </c:pt>
                <c:pt idx="8877">
                  <c:v>2.2110400000000001</c:v>
                </c:pt>
                <c:pt idx="8878">
                  <c:v>2.2113499999999999</c:v>
                </c:pt>
                <c:pt idx="8879">
                  <c:v>2.2116500000000001</c:v>
                </c:pt>
                <c:pt idx="8880">
                  <c:v>2.2119599999999999</c:v>
                </c:pt>
                <c:pt idx="8881">
                  <c:v>2.2122700000000002</c:v>
                </c:pt>
                <c:pt idx="8882">
                  <c:v>2.2125699999999999</c:v>
                </c:pt>
                <c:pt idx="8883">
                  <c:v>2.2128800000000002</c:v>
                </c:pt>
                <c:pt idx="8884">
                  <c:v>2.2131799999999999</c:v>
                </c:pt>
                <c:pt idx="8885">
                  <c:v>2.2134900000000002</c:v>
                </c:pt>
                <c:pt idx="8886">
                  <c:v>2.2137899999999999</c:v>
                </c:pt>
                <c:pt idx="8887">
                  <c:v>2.2141000000000002</c:v>
                </c:pt>
                <c:pt idx="8888">
                  <c:v>2.2143999999999999</c:v>
                </c:pt>
                <c:pt idx="8889">
                  <c:v>2.2147100000000002</c:v>
                </c:pt>
                <c:pt idx="8890">
                  <c:v>2.2150099999999999</c:v>
                </c:pt>
                <c:pt idx="8891">
                  <c:v>2.2153200000000002</c:v>
                </c:pt>
                <c:pt idx="8892">
                  <c:v>2.21563</c:v>
                </c:pt>
                <c:pt idx="8893">
                  <c:v>2.2159300000000002</c:v>
                </c:pt>
                <c:pt idx="8894">
                  <c:v>2.21624</c:v>
                </c:pt>
                <c:pt idx="8895">
                  <c:v>2.2165400000000002</c:v>
                </c:pt>
                <c:pt idx="8896">
                  <c:v>2.21685</c:v>
                </c:pt>
                <c:pt idx="8897">
                  <c:v>2.2171500000000002</c:v>
                </c:pt>
                <c:pt idx="8898">
                  <c:v>2.21746</c:v>
                </c:pt>
                <c:pt idx="8899">
                  <c:v>2.2177600000000002</c:v>
                </c:pt>
                <c:pt idx="8900">
                  <c:v>2.21807</c:v>
                </c:pt>
                <c:pt idx="8901">
                  <c:v>2.2183700000000002</c:v>
                </c:pt>
                <c:pt idx="8902">
                  <c:v>2.21868</c:v>
                </c:pt>
                <c:pt idx="8903">
                  <c:v>2.2189800000000002</c:v>
                </c:pt>
                <c:pt idx="8904">
                  <c:v>2.21929</c:v>
                </c:pt>
                <c:pt idx="8905">
                  <c:v>2.2195999999999998</c:v>
                </c:pt>
                <c:pt idx="8906">
                  <c:v>2.2199</c:v>
                </c:pt>
                <c:pt idx="8907">
                  <c:v>2.2202099999999998</c:v>
                </c:pt>
                <c:pt idx="8908">
                  <c:v>2.22051</c:v>
                </c:pt>
                <c:pt idx="8909">
                  <c:v>2.2208199999999998</c:v>
                </c:pt>
                <c:pt idx="8910">
                  <c:v>2.22112</c:v>
                </c:pt>
                <c:pt idx="8911">
                  <c:v>2.2214299999999998</c:v>
                </c:pt>
                <c:pt idx="8912">
                  <c:v>2.22173</c:v>
                </c:pt>
                <c:pt idx="8913">
                  <c:v>2.2220399999999998</c:v>
                </c:pt>
                <c:pt idx="8914">
                  <c:v>2.22234</c:v>
                </c:pt>
                <c:pt idx="8915">
                  <c:v>2.2226499999999998</c:v>
                </c:pt>
                <c:pt idx="8916">
                  <c:v>2.22295</c:v>
                </c:pt>
                <c:pt idx="8917">
                  <c:v>2.2232599999999998</c:v>
                </c:pt>
                <c:pt idx="8918">
                  <c:v>2.22357</c:v>
                </c:pt>
                <c:pt idx="8919">
                  <c:v>2.2238699999999998</c:v>
                </c:pt>
                <c:pt idx="8920">
                  <c:v>2.22418</c:v>
                </c:pt>
                <c:pt idx="8921">
                  <c:v>2.2244799999999998</c:v>
                </c:pt>
                <c:pt idx="8922">
                  <c:v>2.22479</c:v>
                </c:pt>
                <c:pt idx="8923">
                  <c:v>2.2250899999999998</c:v>
                </c:pt>
                <c:pt idx="8924">
                  <c:v>2.2254</c:v>
                </c:pt>
                <c:pt idx="8925">
                  <c:v>2.2256999999999998</c:v>
                </c:pt>
                <c:pt idx="8926">
                  <c:v>2.22601</c:v>
                </c:pt>
                <c:pt idx="8927">
                  <c:v>2.2263099999999998</c:v>
                </c:pt>
                <c:pt idx="8928">
                  <c:v>2.22662</c:v>
                </c:pt>
                <c:pt idx="8929">
                  <c:v>2.2269199999999998</c:v>
                </c:pt>
                <c:pt idx="8930">
                  <c:v>2.22723</c:v>
                </c:pt>
                <c:pt idx="8931">
                  <c:v>2.2275399999999999</c:v>
                </c:pt>
                <c:pt idx="8932">
                  <c:v>2.22784</c:v>
                </c:pt>
                <c:pt idx="8933">
                  <c:v>2.2281499999999999</c:v>
                </c:pt>
                <c:pt idx="8934">
                  <c:v>2.22845</c:v>
                </c:pt>
                <c:pt idx="8935">
                  <c:v>2.2287599999999999</c:v>
                </c:pt>
                <c:pt idx="8936">
                  <c:v>2.22906</c:v>
                </c:pt>
                <c:pt idx="8937">
                  <c:v>2.2293699999999999</c:v>
                </c:pt>
                <c:pt idx="8938">
                  <c:v>2.22967</c:v>
                </c:pt>
                <c:pt idx="8939">
                  <c:v>2.2299799999999999</c:v>
                </c:pt>
                <c:pt idx="8940">
                  <c:v>2.23028</c:v>
                </c:pt>
                <c:pt idx="8941">
                  <c:v>2.2305899999999999</c:v>
                </c:pt>
                <c:pt idx="8942">
                  <c:v>2.2309000000000001</c:v>
                </c:pt>
                <c:pt idx="8943">
                  <c:v>2.2311999999999999</c:v>
                </c:pt>
                <c:pt idx="8944">
                  <c:v>2.2315100000000001</c:v>
                </c:pt>
                <c:pt idx="8945">
                  <c:v>2.2318099999999998</c:v>
                </c:pt>
                <c:pt idx="8946">
                  <c:v>2.2321200000000001</c:v>
                </c:pt>
                <c:pt idx="8947">
                  <c:v>2.2324199999999998</c:v>
                </c:pt>
                <c:pt idx="8948">
                  <c:v>2.2327300000000001</c:v>
                </c:pt>
                <c:pt idx="8949">
                  <c:v>2.2330299999999998</c:v>
                </c:pt>
                <c:pt idx="8950">
                  <c:v>2.2333400000000001</c:v>
                </c:pt>
                <c:pt idx="8951">
                  <c:v>2.2336399999999998</c:v>
                </c:pt>
                <c:pt idx="8952">
                  <c:v>2.2339500000000001</c:v>
                </c:pt>
                <c:pt idx="8953">
                  <c:v>2.2342499999999998</c:v>
                </c:pt>
                <c:pt idx="8954">
                  <c:v>2.2345600000000001</c:v>
                </c:pt>
                <c:pt idx="8955">
                  <c:v>2.2348699999999999</c:v>
                </c:pt>
                <c:pt idx="8956">
                  <c:v>2.2351700000000001</c:v>
                </c:pt>
                <c:pt idx="8957">
                  <c:v>2.2354799999999999</c:v>
                </c:pt>
                <c:pt idx="8958">
                  <c:v>2.2357800000000001</c:v>
                </c:pt>
                <c:pt idx="8959">
                  <c:v>2.2360899999999999</c:v>
                </c:pt>
                <c:pt idx="8960">
                  <c:v>2.2363900000000001</c:v>
                </c:pt>
                <c:pt idx="8961">
                  <c:v>2.2366999999999999</c:v>
                </c:pt>
                <c:pt idx="8962">
                  <c:v>2.2370000000000001</c:v>
                </c:pt>
                <c:pt idx="8963">
                  <c:v>2.2373099999999999</c:v>
                </c:pt>
                <c:pt idx="8964">
                  <c:v>2.2376100000000001</c:v>
                </c:pt>
                <c:pt idx="8965">
                  <c:v>2.2379199999999999</c:v>
                </c:pt>
                <c:pt idx="8966">
                  <c:v>2.2382200000000001</c:v>
                </c:pt>
                <c:pt idx="8967">
                  <c:v>2.2385299999999999</c:v>
                </c:pt>
                <c:pt idx="8968">
                  <c:v>2.2388400000000002</c:v>
                </c:pt>
                <c:pt idx="8969">
                  <c:v>2.2391399999999999</c:v>
                </c:pt>
                <c:pt idx="8970">
                  <c:v>2.2394500000000002</c:v>
                </c:pt>
                <c:pt idx="8971">
                  <c:v>2.2397499999999999</c:v>
                </c:pt>
                <c:pt idx="8972">
                  <c:v>2.2400600000000002</c:v>
                </c:pt>
                <c:pt idx="8973">
                  <c:v>2.2403599999999999</c:v>
                </c:pt>
                <c:pt idx="8974">
                  <c:v>2.2406700000000002</c:v>
                </c:pt>
                <c:pt idx="8975">
                  <c:v>2.2409699999999999</c:v>
                </c:pt>
                <c:pt idx="8976">
                  <c:v>2.2412800000000002</c:v>
                </c:pt>
                <c:pt idx="8977">
                  <c:v>2.2415799999999999</c:v>
                </c:pt>
                <c:pt idx="8978">
                  <c:v>2.2418900000000002</c:v>
                </c:pt>
                <c:pt idx="8979">
                  <c:v>2.2421899999999999</c:v>
                </c:pt>
                <c:pt idx="8980">
                  <c:v>2.2425000000000002</c:v>
                </c:pt>
                <c:pt idx="8981">
                  <c:v>2.24281</c:v>
                </c:pt>
                <c:pt idx="8982">
                  <c:v>2.2431100000000002</c:v>
                </c:pt>
                <c:pt idx="8983">
                  <c:v>2.24342</c:v>
                </c:pt>
                <c:pt idx="8984">
                  <c:v>2.2437200000000002</c:v>
                </c:pt>
                <c:pt idx="8985">
                  <c:v>2.24403</c:v>
                </c:pt>
                <c:pt idx="8986">
                  <c:v>2.2443300000000002</c:v>
                </c:pt>
                <c:pt idx="8987">
                  <c:v>2.24464</c:v>
                </c:pt>
                <c:pt idx="8988">
                  <c:v>2.2449400000000002</c:v>
                </c:pt>
                <c:pt idx="8989">
                  <c:v>2.24525</c:v>
                </c:pt>
                <c:pt idx="8990">
                  <c:v>2.2455500000000002</c:v>
                </c:pt>
                <c:pt idx="8991">
                  <c:v>2.24586</c:v>
                </c:pt>
                <c:pt idx="8992">
                  <c:v>2.2461600000000002</c:v>
                </c:pt>
                <c:pt idx="8993">
                  <c:v>2.24647</c:v>
                </c:pt>
                <c:pt idx="8994">
                  <c:v>2.2467800000000002</c:v>
                </c:pt>
                <c:pt idx="8995">
                  <c:v>2.24708</c:v>
                </c:pt>
                <c:pt idx="8996">
                  <c:v>2.2473900000000002</c:v>
                </c:pt>
                <c:pt idx="8997">
                  <c:v>2.24769</c:v>
                </c:pt>
                <c:pt idx="8998">
                  <c:v>2.2480000000000002</c:v>
                </c:pt>
                <c:pt idx="8999">
                  <c:v>2.2483</c:v>
                </c:pt>
                <c:pt idx="9000">
                  <c:v>2.2486100000000002</c:v>
                </c:pt>
                <c:pt idx="9001">
                  <c:v>2.24891</c:v>
                </c:pt>
                <c:pt idx="9002">
                  <c:v>2.2492200000000002</c:v>
                </c:pt>
                <c:pt idx="9003">
                  <c:v>2.24952</c:v>
                </c:pt>
                <c:pt idx="9004">
                  <c:v>2.2498300000000002</c:v>
                </c:pt>
                <c:pt idx="9005">
                  <c:v>2.25014</c:v>
                </c:pt>
                <c:pt idx="9006">
                  <c:v>2.2504400000000002</c:v>
                </c:pt>
                <c:pt idx="9007">
                  <c:v>2.25075</c:v>
                </c:pt>
                <c:pt idx="9008">
                  <c:v>2.2510500000000002</c:v>
                </c:pt>
                <c:pt idx="9009">
                  <c:v>2.25136</c:v>
                </c:pt>
                <c:pt idx="9010">
                  <c:v>2.2516600000000002</c:v>
                </c:pt>
                <c:pt idx="9011">
                  <c:v>2.25197</c:v>
                </c:pt>
                <c:pt idx="9012">
                  <c:v>2.2522700000000002</c:v>
                </c:pt>
                <c:pt idx="9013">
                  <c:v>2.25258</c:v>
                </c:pt>
                <c:pt idx="9014">
                  <c:v>2.2528800000000002</c:v>
                </c:pt>
                <c:pt idx="9015">
                  <c:v>2.25319</c:v>
                </c:pt>
                <c:pt idx="9016">
                  <c:v>2.2534900000000002</c:v>
                </c:pt>
                <c:pt idx="9017">
                  <c:v>2.2538</c:v>
                </c:pt>
                <c:pt idx="9018">
                  <c:v>2.2541099999999998</c:v>
                </c:pt>
                <c:pt idx="9019">
                  <c:v>2.25441</c:v>
                </c:pt>
                <c:pt idx="9020">
                  <c:v>2.2547199999999998</c:v>
                </c:pt>
                <c:pt idx="9021">
                  <c:v>2.25502</c:v>
                </c:pt>
                <c:pt idx="9022">
                  <c:v>2.2553299999999998</c:v>
                </c:pt>
                <c:pt idx="9023">
                  <c:v>2.25563</c:v>
                </c:pt>
                <c:pt idx="9024">
                  <c:v>2.2559399999999998</c:v>
                </c:pt>
                <c:pt idx="9025">
                  <c:v>2.25624</c:v>
                </c:pt>
                <c:pt idx="9026">
                  <c:v>2.2565499999999998</c:v>
                </c:pt>
                <c:pt idx="9027">
                  <c:v>2.25685</c:v>
                </c:pt>
                <c:pt idx="9028">
                  <c:v>2.2571599999999998</c:v>
                </c:pt>
                <c:pt idx="9029">
                  <c:v>2.25746</c:v>
                </c:pt>
                <c:pt idx="9030">
                  <c:v>2.2577699999999998</c:v>
                </c:pt>
                <c:pt idx="9031">
                  <c:v>2.2580800000000001</c:v>
                </c:pt>
                <c:pt idx="9032">
                  <c:v>2.2583799999999998</c:v>
                </c:pt>
                <c:pt idx="9033">
                  <c:v>2.2586900000000001</c:v>
                </c:pt>
                <c:pt idx="9034">
                  <c:v>2.2589899999999998</c:v>
                </c:pt>
                <c:pt idx="9035">
                  <c:v>2.2593000000000001</c:v>
                </c:pt>
                <c:pt idx="9036">
                  <c:v>2.2595999999999998</c:v>
                </c:pt>
                <c:pt idx="9037">
                  <c:v>2.2599100000000001</c:v>
                </c:pt>
                <c:pt idx="9038">
                  <c:v>2.2602099999999998</c:v>
                </c:pt>
                <c:pt idx="9039">
                  <c:v>2.2605200000000001</c:v>
                </c:pt>
                <c:pt idx="9040">
                  <c:v>2.2608199999999998</c:v>
                </c:pt>
                <c:pt idx="9041">
                  <c:v>2.2611300000000001</c:v>
                </c:pt>
                <c:pt idx="9042">
                  <c:v>2.2614299999999998</c:v>
                </c:pt>
                <c:pt idx="9043">
                  <c:v>2.2617400000000001</c:v>
                </c:pt>
                <c:pt idx="9044">
                  <c:v>2.2620499999999999</c:v>
                </c:pt>
                <c:pt idx="9045">
                  <c:v>2.2623500000000001</c:v>
                </c:pt>
                <c:pt idx="9046">
                  <c:v>2.2626599999999999</c:v>
                </c:pt>
                <c:pt idx="9047">
                  <c:v>2.2629600000000001</c:v>
                </c:pt>
                <c:pt idx="9048">
                  <c:v>2.2632699999999999</c:v>
                </c:pt>
                <c:pt idx="9049">
                  <c:v>2.2635700000000001</c:v>
                </c:pt>
                <c:pt idx="9050">
                  <c:v>2.2638799999999999</c:v>
                </c:pt>
                <c:pt idx="9051">
                  <c:v>2.2641800000000001</c:v>
                </c:pt>
                <c:pt idx="9052">
                  <c:v>2.2644899999999999</c:v>
                </c:pt>
                <c:pt idx="9053">
                  <c:v>2.2647900000000001</c:v>
                </c:pt>
                <c:pt idx="9054">
                  <c:v>2.2650999999999999</c:v>
                </c:pt>
                <c:pt idx="9055">
                  <c:v>2.2654000000000001</c:v>
                </c:pt>
                <c:pt idx="9056">
                  <c:v>2.2657099999999999</c:v>
                </c:pt>
                <c:pt idx="9057">
                  <c:v>2.2660200000000001</c:v>
                </c:pt>
                <c:pt idx="9058">
                  <c:v>2.2663199999999999</c:v>
                </c:pt>
                <c:pt idx="9059">
                  <c:v>2.2666300000000001</c:v>
                </c:pt>
                <c:pt idx="9060">
                  <c:v>2.2669299999999999</c:v>
                </c:pt>
                <c:pt idx="9061">
                  <c:v>2.2672400000000001</c:v>
                </c:pt>
                <c:pt idx="9062">
                  <c:v>2.2675399999999999</c:v>
                </c:pt>
                <c:pt idx="9063">
                  <c:v>2.2678500000000001</c:v>
                </c:pt>
                <c:pt idx="9064">
                  <c:v>2.2681499999999999</c:v>
                </c:pt>
                <c:pt idx="9065">
                  <c:v>2.2684600000000001</c:v>
                </c:pt>
                <c:pt idx="9066">
                  <c:v>2.2687599999999999</c:v>
                </c:pt>
                <c:pt idx="9067">
                  <c:v>2.2690700000000001</c:v>
                </c:pt>
                <c:pt idx="9068">
                  <c:v>2.26938</c:v>
                </c:pt>
                <c:pt idx="9069">
                  <c:v>2.2696800000000001</c:v>
                </c:pt>
                <c:pt idx="9070">
                  <c:v>2.26999</c:v>
                </c:pt>
                <c:pt idx="9071">
                  <c:v>2.2702900000000001</c:v>
                </c:pt>
                <c:pt idx="9072">
                  <c:v>2.2706</c:v>
                </c:pt>
                <c:pt idx="9073">
                  <c:v>2.2709000000000001</c:v>
                </c:pt>
                <c:pt idx="9074">
                  <c:v>2.27121</c:v>
                </c:pt>
                <c:pt idx="9075">
                  <c:v>2.2715100000000001</c:v>
                </c:pt>
                <c:pt idx="9076">
                  <c:v>2.27182</c:v>
                </c:pt>
                <c:pt idx="9077">
                  <c:v>2.2721200000000001</c:v>
                </c:pt>
                <c:pt idx="9078">
                  <c:v>2.2724299999999999</c:v>
                </c:pt>
                <c:pt idx="9079">
                  <c:v>2.2727300000000001</c:v>
                </c:pt>
                <c:pt idx="9080">
                  <c:v>2.2730399999999999</c:v>
                </c:pt>
                <c:pt idx="9081">
                  <c:v>2.2733500000000002</c:v>
                </c:pt>
                <c:pt idx="9082">
                  <c:v>2.2736499999999999</c:v>
                </c:pt>
                <c:pt idx="9083">
                  <c:v>2.2739600000000002</c:v>
                </c:pt>
                <c:pt idx="9084">
                  <c:v>2.2742599999999999</c:v>
                </c:pt>
                <c:pt idx="9085">
                  <c:v>2.2745700000000002</c:v>
                </c:pt>
                <c:pt idx="9086">
                  <c:v>2.2748699999999999</c:v>
                </c:pt>
                <c:pt idx="9087">
                  <c:v>2.2751800000000002</c:v>
                </c:pt>
                <c:pt idx="9088">
                  <c:v>2.2754799999999999</c:v>
                </c:pt>
                <c:pt idx="9089">
                  <c:v>2.2757900000000002</c:v>
                </c:pt>
                <c:pt idx="9090">
                  <c:v>2.2760899999999999</c:v>
                </c:pt>
                <c:pt idx="9091">
                  <c:v>2.2764000000000002</c:v>
                </c:pt>
                <c:pt idx="9092">
                  <c:v>2.2766999999999999</c:v>
                </c:pt>
                <c:pt idx="9093">
                  <c:v>2.2770100000000002</c:v>
                </c:pt>
                <c:pt idx="9094">
                  <c:v>2.27732</c:v>
                </c:pt>
                <c:pt idx="9095">
                  <c:v>2.2776200000000002</c:v>
                </c:pt>
                <c:pt idx="9096">
                  <c:v>2.27793</c:v>
                </c:pt>
                <c:pt idx="9097">
                  <c:v>2.2782300000000002</c:v>
                </c:pt>
                <c:pt idx="9098">
                  <c:v>2.27854</c:v>
                </c:pt>
                <c:pt idx="9099">
                  <c:v>2.2788400000000002</c:v>
                </c:pt>
                <c:pt idx="9100">
                  <c:v>2.27915</c:v>
                </c:pt>
                <c:pt idx="9101">
                  <c:v>2.2794500000000002</c:v>
                </c:pt>
                <c:pt idx="9102">
                  <c:v>2.27976</c:v>
                </c:pt>
                <c:pt idx="9103">
                  <c:v>2.2800600000000002</c:v>
                </c:pt>
                <c:pt idx="9104">
                  <c:v>2.28037</c:v>
                </c:pt>
                <c:pt idx="9105">
                  <c:v>2.2806700000000002</c:v>
                </c:pt>
                <c:pt idx="9106">
                  <c:v>2.28098</c:v>
                </c:pt>
                <c:pt idx="9107">
                  <c:v>2.2812899999999998</c:v>
                </c:pt>
                <c:pt idx="9108">
                  <c:v>2.28159</c:v>
                </c:pt>
                <c:pt idx="9109">
                  <c:v>2.2818999999999998</c:v>
                </c:pt>
                <c:pt idx="9110">
                  <c:v>2.2822</c:v>
                </c:pt>
                <c:pt idx="9111">
                  <c:v>2.2825099999999998</c:v>
                </c:pt>
                <c:pt idx="9112">
                  <c:v>2.28281</c:v>
                </c:pt>
                <c:pt idx="9113">
                  <c:v>2.2831199999999998</c:v>
                </c:pt>
                <c:pt idx="9114">
                  <c:v>2.28342</c:v>
                </c:pt>
                <c:pt idx="9115">
                  <c:v>2.2837299999999998</c:v>
                </c:pt>
                <c:pt idx="9116">
                  <c:v>2.28403</c:v>
                </c:pt>
                <c:pt idx="9117">
                  <c:v>2.2843399999999998</c:v>
                </c:pt>
                <c:pt idx="9118">
                  <c:v>2.2846500000000001</c:v>
                </c:pt>
                <c:pt idx="9119">
                  <c:v>2.2849499999999998</c:v>
                </c:pt>
                <c:pt idx="9120">
                  <c:v>2.2852600000000001</c:v>
                </c:pt>
                <c:pt idx="9121">
                  <c:v>2.2855599999999998</c:v>
                </c:pt>
                <c:pt idx="9122">
                  <c:v>2.2858700000000001</c:v>
                </c:pt>
                <c:pt idx="9123">
                  <c:v>2.2861699999999998</c:v>
                </c:pt>
                <c:pt idx="9124">
                  <c:v>2.2864800000000001</c:v>
                </c:pt>
                <c:pt idx="9125">
                  <c:v>2.2867799999999998</c:v>
                </c:pt>
                <c:pt idx="9126">
                  <c:v>2.2870900000000001</c:v>
                </c:pt>
                <c:pt idx="9127">
                  <c:v>2.2873899999999998</c:v>
                </c:pt>
                <c:pt idx="9128">
                  <c:v>2.2877000000000001</c:v>
                </c:pt>
                <c:pt idx="9129">
                  <c:v>2.2879999999999998</c:v>
                </c:pt>
                <c:pt idx="9130">
                  <c:v>2.2883100000000001</c:v>
                </c:pt>
                <c:pt idx="9131">
                  <c:v>2.2886199999999999</c:v>
                </c:pt>
                <c:pt idx="9132">
                  <c:v>2.2889200000000001</c:v>
                </c:pt>
                <c:pt idx="9133">
                  <c:v>2.2892299999999999</c:v>
                </c:pt>
                <c:pt idx="9134">
                  <c:v>2.2895300000000001</c:v>
                </c:pt>
                <c:pt idx="9135">
                  <c:v>2.2898399999999999</c:v>
                </c:pt>
                <c:pt idx="9136">
                  <c:v>2.2901400000000001</c:v>
                </c:pt>
                <c:pt idx="9137">
                  <c:v>2.2904499999999999</c:v>
                </c:pt>
                <c:pt idx="9138">
                  <c:v>2.2907500000000001</c:v>
                </c:pt>
                <c:pt idx="9139">
                  <c:v>2.2910599999999999</c:v>
                </c:pt>
                <c:pt idx="9140">
                  <c:v>2.2913600000000001</c:v>
                </c:pt>
                <c:pt idx="9141">
                  <c:v>2.2916699999999999</c:v>
                </c:pt>
                <c:pt idx="9142">
                  <c:v>2.2919700000000001</c:v>
                </c:pt>
                <c:pt idx="9143">
                  <c:v>2.2922799999999999</c:v>
                </c:pt>
                <c:pt idx="9144">
                  <c:v>2.2925900000000001</c:v>
                </c:pt>
                <c:pt idx="9145">
                  <c:v>2.2928899999999999</c:v>
                </c:pt>
                <c:pt idx="9146">
                  <c:v>2.2932000000000001</c:v>
                </c:pt>
                <c:pt idx="9147">
                  <c:v>2.2934999999999999</c:v>
                </c:pt>
                <c:pt idx="9148">
                  <c:v>2.2938100000000001</c:v>
                </c:pt>
                <c:pt idx="9149">
                  <c:v>2.2941099999999999</c:v>
                </c:pt>
                <c:pt idx="9150">
                  <c:v>2.2944200000000001</c:v>
                </c:pt>
                <c:pt idx="9151">
                  <c:v>2.2947199999999999</c:v>
                </c:pt>
                <c:pt idx="9152">
                  <c:v>2.2950300000000001</c:v>
                </c:pt>
                <c:pt idx="9153">
                  <c:v>2.2953299999999999</c:v>
                </c:pt>
                <c:pt idx="9154">
                  <c:v>2.2956400000000001</c:v>
                </c:pt>
                <c:pt idx="9155">
                  <c:v>2.2959399999999999</c:v>
                </c:pt>
                <c:pt idx="9156">
                  <c:v>2.2962500000000001</c:v>
                </c:pt>
                <c:pt idx="9157">
                  <c:v>2.2965599999999999</c:v>
                </c:pt>
                <c:pt idx="9158">
                  <c:v>2.2968600000000001</c:v>
                </c:pt>
                <c:pt idx="9159">
                  <c:v>2.2971699999999999</c:v>
                </c:pt>
                <c:pt idx="9160">
                  <c:v>2.2974700000000001</c:v>
                </c:pt>
                <c:pt idx="9161">
                  <c:v>2.2977799999999999</c:v>
                </c:pt>
                <c:pt idx="9162">
                  <c:v>2.2980800000000001</c:v>
                </c:pt>
                <c:pt idx="9163">
                  <c:v>2.2983899999999999</c:v>
                </c:pt>
                <c:pt idx="9164">
                  <c:v>2.2986900000000001</c:v>
                </c:pt>
                <c:pt idx="9165">
                  <c:v>2.2989999999999999</c:v>
                </c:pt>
                <c:pt idx="9166">
                  <c:v>2.2993000000000001</c:v>
                </c:pt>
                <c:pt idx="9167">
                  <c:v>2.2996099999999999</c:v>
                </c:pt>
                <c:pt idx="9168">
                  <c:v>2.2999100000000001</c:v>
                </c:pt>
                <c:pt idx="9169">
                  <c:v>2.3002199999999999</c:v>
                </c:pt>
                <c:pt idx="9170">
                  <c:v>2.3005300000000002</c:v>
                </c:pt>
                <c:pt idx="9171">
                  <c:v>2.3008299999999999</c:v>
                </c:pt>
                <c:pt idx="9172">
                  <c:v>2.3011400000000002</c:v>
                </c:pt>
                <c:pt idx="9173">
                  <c:v>2.3014399999999999</c:v>
                </c:pt>
                <c:pt idx="9174">
                  <c:v>2.3017500000000002</c:v>
                </c:pt>
                <c:pt idx="9175">
                  <c:v>2.3020499999999999</c:v>
                </c:pt>
                <c:pt idx="9176">
                  <c:v>2.3023600000000002</c:v>
                </c:pt>
                <c:pt idx="9177">
                  <c:v>2.3026599999999999</c:v>
                </c:pt>
                <c:pt idx="9178">
                  <c:v>2.3029700000000002</c:v>
                </c:pt>
                <c:pt idx="9179">
                  <c:v>2.3032699999999999</c:v>
                </c:pt>
                <c:pt idx="9180">
                  <c:v>2.3035800000000002</c:v>
                </c:pt>
                <c:pt idx="9181">
                  <c:v>2.30389</c:v>
                </c:pt>
                <c:pt idx="9182">
                  <c:v>2.3041900000000002</c:v>
                </c:pt>
                <c:pt idx="9183">
                  <c:v>2.3045</c:v>
                </c:pt>
                <c:pt idx="9184">
                  <c:v>2.3048000000000002</c:v>
                </c:pt>
                <c:pt idx="9185">
                  <c:v>2.30511</c:v>
                </c:pt>
                <c:pt idx="9186">
                  <c:v>2.3054100000000002</c:v>
                </c:pt>
                <c:pt idx="9187">
                  <c:v>2.30572</c:v>
                </c:pt>
                <c:pt idx="9188">
                  <c:v>2.3060200000000002</c:v>
                </c:pt>
                <c:pt idx="9189">
                  <c:v>2.30633</c:v>
                </c:pt>
                <c:pt idx="9190">
                  <c:v>2.3066300000000002</c:v>
                </c:pt>
                <c:pt idx="9191">
                  <c:v>2.30694</c:v>
                </c:pt>
                <c:pt idx="9192">
                  <c:v>2.3072400000000002</c:v>
                </c:pt>
                <c:pt idx="9193">
                  <c:v>2.30755</c:v>
                </c:pt>
                <c:pt idx="9194">
                  <c:v>2.3078599999999998</c:v>
                </c:pt>
                <c:pt idx="9195">
                  <c:v>2.30816</c:v>
                </c:pt>
                <c:pt idx="9196">
                  <c:v>2.3084699999999998</c:v>
                </c:pt>
                <c:pt idx="9197">
                  <c:v>2.30877</c:v>
                </c:pt>
                <c:pt idx="9198">
                  <c:v>2.3090799999999998</c:v>
                </c:pt>
                <c:pt idx="9199">
                  <c:v>2.30938</c:v>
                </c:pt>
                <c:pt idx="9200">
                  <c:v>2.3096899999999998</c:v>
                </c:pt>
                <c:pt idx="9201">
                  <c:v>2.30999</c:v>
                </c:pt>
                <c:pt idx="9202">
                  <c:v>2.3102999999999998</c:v>
                </c:pt>
                <c:pt idx="9203">
                  <c:v>2.3106</c:v>
                </c:pt>
                <c:pt idx="9204">
                  <c:v>2.3109099999999998</c:v>
                </c:pt>
                <c:pt idx="9205">
                  <c:v>2.31121</c:v>
                </c:pt>
                <c:pt idx="9206">
                  <c:v>2.3115199999999998</c:v>
                </c:pt>
                <c:pt idx="9207">
                  <c:v>2.3118300000000001</c:v>
                </c:pt>
                <c:pt idx="9208">
                  <c:v>2.3121299999999998</c:v>
                </c:pt>
                <c:pt idx="9209">
                  <c:v>2.3124400000000001</c:v>
                </c:pt>
                <c:pt idx="9210">
                  <c:v>2.3127399999999998</c:v>
                </c:pt>
                <c:pt idx="9211">
                  <c:v>2.3130500000000001</c:v>
                </c:pt>
                <c:pt idx="9212">
                  <c:v>2.3133499999999998</c:v>
                </c:pt>
                <c:pt idx="9213">
                  <c:v>2.31366</c:v>
                </c:pt>
                <c:pt idx="9214">
                  <c:v>2.3139599999999998</c:v>
                </c:pt>
                <c:pt idx="9215">
                  <c:v>2.31427</c:v>
                </c:pt>
                <c:pt idx="9216">
                  <c:v>2.3145699999999998</c:v>
                </c:pt>
                <c:pt idx="9217">
                  <c:v>2.31488</c:v>
                </c:pt>
                <c:pt idx="9218">
                  <c:v>2.3151799999999998</c:v>
                </c:pt>
                <c:pt idx="9219">
                  <c:v>2.31549</c:v>
                </c:pt>
                <c:pt idx="9220">
                  <c:v>2.3157999999999999</c:v>
                </c:pt>
                <c:pt idx="9221">
                  <c:v>2.3161</c:v>
                </c:pt>
                <c:pt idx="9222">
                  <c:v>2.3164099999999999</c:v>
                </c:pt>
                <c:pt idx="9223">
                  <c:v>2.31671</c:v>
                </c:pt>
                <c:pt idx="9224">
                  <c:v>2.3170199999999999</c:v>
                </c:pt>
                <c:pt idx="9225">
                  <c:v>2.31732</c:v>
                </c:pt>
                <c:pt idx="9226">
                  <c:v>2.3176299999999999</c:v>
                </c:pt>
                <c:pt idx="9227">
                  <c:v>2.31793</c:v>
                </c:pt>
                <c:pt idx="9228">
                  <c:v>2.3182399999999999</c:v>
                </c:pt>
                <c:pt idx="9229">
                  <c:v>2.31854</c:v>
                </c:pt>
                <c:pt idx="9230">
                  <c:v>2.3188499999999999</c:v>
                </c:pt>
                <c:pt idx="9231">
                  <c:v>2.31915</c:v>
                </c:pt>
                <c:pt idx="9232">
                  <c:v>2.3194599999999999</c:v>
                </c:pt>
                <c:pt idx="9233">
                  <c:v>2.3197700000000001</c:v>
                </c:pt>
                <c:pt idx="9234">
                  <c:v>2.3200699999999999</c:v>
                </c:pt>
                <c:pt idx="9235">
                  <c:v>2.3203800000000001</c:v>
                </c:pt>
                <c:pt idx="9236">
                  <c:v>2.3206799999999999</c:v>
                </c:pt>
                <c:pt idx="9237">
                  <c:v>2.3209900000000001</c:v>
                </c:pt>
                <c:pt idx="9238">
                  <c:v>2.3212899999999999</c:v>
                </c:pt>
                <c:pt idx="9239">
                  <c:v>2.3216000000000001</c:v>
                </c:pt>
                <c:pt idx="9240">
                  <c:v>2.3218999999999999</c:v>
                </c:pt>
                <c:pt idx="9241">
                  <c:v>2.3222100000000001</c:v>
                </c:pt>
                <c:pt idx="9242">
                  <c:v>2.3225099999999999</c:v>
                </c:pt>
                <c:pt idx="9243">
                  <c:v>2.3228200000000001</c:v>
                </c:pt>
                <c:pt idx="9244">
                  <c:v>2.3231299999999999</c:v>
                </c:pt>
                <c:pt idx="9245">
                  <c:v>2.3234300000000001</c:v>
                </c:pt>
                <c:pt idx="9246">
                  <c:v>2.3237399999999999</c:v>
                </c:pt>
                <c:pt idx="9247">
                  <c:v>2.3240400000000001</c:v>
                </c:pt>
                <c:pt idx="9248">
                  <c:v>2.3243499999999999</c:v>
                </c:pt>
                <c:pt idx="9249">
                  <c:v>2.3246500000000001</c:v>
                </c:pt>
                <c:pt idx="9250">
                  <c:v>2.3249599999999999</c:v>
                </c:pt>
                <c:pt idx="9251">
                  <c:v>2.3252600000000001</c:v>
                </c:pt>
                <c:pt idx="9252">
                  <c:v>2.3255699999999999</c:v>
                </c:pt>
                <c:pt idx="9253">
                  <c:v>2.3258700000000001</c:v>
                </c:pt>
                <c:pt idx="9254">
                  <c:v>2.3261799999999999</c:v>
                </c:pt>
                <c:pt idx="9255">
                  <c:v>2.3264800000000001</c:v>
                </c:pt>
                <c:pt idx="9256">
                  <c:v>2.3267899999999999</c:v>
                </c:pt>
                <c:pt idx="9257">
                  <c:v>2.3271000000000002</c:v>
                </c:pt>
                <c:pt idx="9258">
                  <c:v>2.3273999999999999</c:v>
                </c:pt>
                <c:pt idx="9259">
                  <c:v>2.3277100000000002</c:v>
                </c:pt>
                <c:pt idx="9260">
                  <c:v>2.3280099999999999</c:v>
                </c:pt>
                <c:pt idx="9261">
                  <c:v>2.3283200000000002</c:v>
                </c:pt>
                <c:pt idx="9262">
                  <c:v>2.3286199999999999</c:v>
                </c:pt>
                <c:pt idx="9263">
                  <c:v>2.3289300000000002</c:v>
                </c:pt>
                <c:pt idx="9264">
                  <c:v>2.3292299999999999</c:v>
                </c:pt>
                <c:pt idx="9265">
                  <c:v>2.3295400000000002</c:v>
                </c:pt>
                <c:pt idx="9266">
                  <c:v>2.3298399999999999</c:v>
                </c:pt>
                <c:pt idx="9267">
                  <c:v>2.3301500000000002</c:v>
                </c:pt>
                <c:pt idx="9268">
                  <c:v>2.3304499999999999</c:v>
                </c:pt>
                <c:pt idx="9269">
                  <c:v>2.3307600000000002</c:v>
                </c:pt>
                <c:pt idx="9270">
                  <c:v>2.33107</c:v>
                </c:pt>
                <c:pt idx="9271">
                  <c:v>2.3313700000000002</c:v>
                </c:pt>
                <c:pt idx="9272">
                  <c:v>2.33168</c:v>
                </c:pt>
                <c:pt idx="9273">
                  <c:v>2.3319800000000002</c:v>
                </c:pt>
                <c:pt idx="9274">
                  <c:v>2.33229</c:v>
                </c:pt>
                <c:pt idx="9275">
                  <c:v>2.3325900000000002</c:v>
                </c:pt>
                <c:pt idx="9276">
                  <c:v>2.3329</c:v>
                </c:pt>
                <c:pt idx="9277">
                  <c:v>2.3332000000000002</c:v>
                </c:pt>
                <c:pt idx="9278">
                  <c:v>2.33351</c:v>
                </c:pt>
                <c:pt idx="9279">
                  <c:v>2.3338100000000002</c:v>
                </c:pt>
                <c:pt idx="9280">
                  <c:v>2.33412</c:v>
                </c:pt>
                <c:pt idx="9281">
                  <c:v>2.3344200000000002</c:v>
                </c:pt>
                <c:pt idx="9282">
                  <c:v>2.33473</c:v>
                </c:pt>
                <c:pt idx="9283">
                  <c:v>2.3350399999999998</c:v>
                </c:pt>
                <c:pt idx="9284">
                  <c:v>2.33534</c:v>
                </c:pt>
                <c:pt idx="9285">
                  <c:v>2.3356499999999998</c:v>
                </c:pt>
                <c:pt idx="9286">
                  <c:v>2.33595</c:v>
                </c:pt>
                <c:pt idx="9287">
                  <c:v>2.3362599999999998</c:v>
                </c:pt>
                <c:pt idx="9288">
                  <c:v>2.33656</c:v>
                </c:pt>
                <c:pt idx="9289">
                  <c:v>2.3368699999999998</c:v>
                </c:pt>
                <c:pt idx="9290">
                  <c:v>2.33717</c:v>
                </c:pt>
                <c:pt idx="9291">
                  <c:v>2.3374799999999998</c:v>
                </c:pt>
                <c:pt idx="9292">
                  <c:v>2.33778</c:v>
                </c:pt>
                <c:pt idx="9293">
                  <c:v>2.3380899999999998</c:v>
                </c:pt>
                <c:pt idx="9294">
                  <c:v>2.33839</c:v>
                </c:pt>
                <c:pt idx="9295">
                  <c:v>2.3386999999999998</c:v>
                </c:pt>
                <c:pt idx="9296">
                  <c:v>2.33901</c:v>
                </c:pt>
                <c:pt idx="9297">
                  <c:v>2.3393099999999998</c:v>
                </c:pt>
                <c:pt idx="9298">
                  <c:v>2.33962</c:v>
                </c:pt>
                <c:pt idx="9299">
                  <c:v>2.3399200000000002</c:v>
                </c:pt>
                <c:pt idx="9300">
                  <c:v>2.34023</c:v>
                </c:pt>
                <c:pt idx="9301">
                  <c:v>2.3405300000000002</c:v>
                </c:pt>
                <c:pt idx="9302">
                  <c:v>2.34084</c:v>
                </c:pt>
                <c:pt idx="9303">
                  <c:v>2.3411400000000002</c:v>
                </c:pt>
                <c:pt idx="9304">
                  <c:v>2.34145</c:v>
                </c:pt>
                <c:pt idx="9305">
                  <c:v>2.3417500000000002</c:v>
                </c:pt>
                <c:pt idx="9306">
                  <c:v>2.34206</c:v>
                </c:pt>
                <c:pt idx="9307">
                  <c:v>2.3423699999999998</c:v>
                </c:pt>
                <c:pt idx="9308">
                  <c:v>2.34267</c:v>
                </c:pt>
                <c:pt idx="9309">
                  <c:v>2.3429799999999998</c:v>
                </c:pt>
                <c:pt idx="9310">
                  <c:v>2.34328</c:v>
                </c:pt>
                <c:pt idx="9311">
                  <c:v>2.3435899999999998</c:v>
                </c:pt>
                <c:pt idx="9312">
                  <c:v>2.34389</c:v>
                </c:pt>
                <c:pt idx="9313">
                  <c:v>2.3441999999999998</c:v>
                </c:pt>
                <c:pt idx="9314">
                  <c:v>2.3445</c:v>
                </c:pt>
                <c:pt idx="9315">
                  <c:v>2.3448099999999998</c:v>
                </c:pt>
                <c:pt idx="9316">
                  <c:v>2.34511</c:v>
                </c:pt>
                <c:pt idx="9317">
                  <c:v>2.3454199999999998</c:v>
                </c:pt>
                <c:pt idx="9318">
                  <c:v>2.34572</c:v>
                </c:pt>
                <c:pt idx="9319">
                  <c:v>2.3460299999999998</c:v>
                </c:pt>
                <c:pt idx="9320">
                  <c:v>2.3463400000000001</c:v>
                </c:pt>
                <c:pt idx="9321">
                  <c:v>2.3466399999999998</c:v>
                </c:pt>
                <c:pt idx="9322">
                  <c:v>2.3469500000000001</c:v>
                </c:pt>
                <c:pt idx="9323">
                  <c:v>2.3472499999999998</c:v>
                </c:pt>
                <c:pt idx="9324">
                  <c:v>2.3475600000000001</c:v>
                </c:pt>
                <c:pt idx="9325">
                  <c:v>2.3478599999999998</c:v>
                </c:pt>
                <c:pt idx="9326">
                  <c:v>2.3481700000000001</c:v>
                </c:pt>
                <c:pt idx="9327">
                  <c:v>2.3484699999999998</c:v>
                </c:pt>
                <c:pt idx="9328">
                  <c:v>2.3487800000000001</c:v>
                </c:pt>
                <c:pt idx="9329">
                  <c:v>2.3490799999999998</c:v>
                </c:pt>
                <c:pt idx="9330">
                  <c:v>2.3493900000000001</c:v>
                </c:pt>
                <c:pt idx="9331">
                  <c:v>2.3496899999999998</c:v>
                </c:pt>
                <c:pt idx="9332">
                  <c:v>2.35</c:v>
                </c:pt>
                <c:pt idx="9333">
                  <c:v>2.3503099999999999</c:v>
                </c:pt>
                <c:pt idx="9334">
                  <c:v>2.3506100000000001</c:v>
                </c:pt>
                <c:pt idx="9335">
                  <c:v>2.3509199999999999</c:v>
                </c:pt>
                <c:pt idx="9336">
                  <c:v>2.3512200000000001</c:v>
                </c:pt>
                <c:pt idx="9337">
                  <c:v>2.3515299999999999</c:v>
                </c:pt>
                <c:pt idx="9338">
                  <c:v>2.3518300000000001</c:v>
                </c:pt>
                <c:pt idx="9339">
                  <c:v>2.3521399999999999</c:v>
                </c:pt>
                <c:pt idx="9340">
                  <c:v>2.3524400000000001</c:v>
                </c:pt>
                <c:pt idx="9341">
                  <c:v>2.3527499999999999</c:v>
                </c:pt>
                <c:pt idx="9342">
                  <c:v>2.3530500000000001</c:v>
                </c:pt>
                <c:pt idx="9343">
                  <c:v>2.3533599999999999</c:v>
                </c:pt>
                <c:pt idx="9344">
                  <c:v>2.3536600000000001</c:v>
                </c:pt>
                <c:pt idx="9345">
                  <c:v>2.3539699999999999</c:v>
                </c:pt>
                <c:pt idx="9346">
                  <c:v>2.3542800000000002</c:v>
                </c:pt>
                <c:pt idx="9347">
                  <c:v>2.3545799999999999</c:v>
                </c:pt>
                <c:pt idx="9348">
                  <c:v>2.3548900000000001</c:v>
                </c:pt>
                <c:pt idx="9349">
                  <c:v>2.3551899999999999</c:v>
                </c:pt>
                <c:pt idx="9350">
                  <c:v>2.3555000000000001</c:v>
                </c:pt>
                <c:pt idx="9351">
                  <c:v>2.3557999999999999</c:v>
                </c:pt>
                <c:pt idx="9352">
                  <c:v>2.3561100000000001</c:v>
                </c:pt>
                <c:pt idx="9353">
                  <c:v>2.3564099999999999</c:v>
                </c:pt>
                <c:pt idx="9354">
                  <c:v>2.3567200000000001</c:v>
                </c:pt>
                <c:pt idx="9355">
                  <c:v>2.3570199999999999</c:v>
                </c:pt>
                <c:pt idx="9356">
                  <c:v>2.3573300000000001</c:v>
                </c:pt>
                <c:pt idx="9357">
                  <c:v>2.35764</c:v>
                </c:pt>
                <c:pt idx="9358">
                  <c:v>2.3579400000000001</c:v>
                </c:pt>
                <c:pt idx="9359">
                  <c:v>2.35825</c:v>
                </c:pt>
                <c:pt idx="9360">
                  <c:v>2.3585500000000001</c:v>
                </c:pt>
                <c:pt idx="9361">
                  <c:v>2.35886</c:v>
                </c:pt>
                <c:pt idx="9362">
                  <c:v>2.3591600000000001</c:v>
                </c:pt>
                <c:pt idx="9363">
                  <c:v>2.35947</c:v>
                </c:pt>
                <c:pt idx="9364">
                  <c:v>2.3597700000000001</c:v>
                </c:pt>
                <c:pt idx="9365">
                  <c:v>2.36008</c:v>
                </c:pt>
                <c:pt idx="9366">
                  <c:v>2.3603800000000001</c:v>
                </c:pt>
                <c:pt idx="9367">
                  <c:v>2.36069</c:v>
                </c:pt>
                <c:pt idx="9368">
                  <c:v>2.3609900000000001</c:v>
                </c:pt>
                <c:pt idx="9369">
                  <c:v>2.3613</c:v>
                </c:pt>
                <c:pt idx="9370">
                  <c:v>2.3616100000000002</c:v>
                </c:pt>
                <c:pt idx="9371">
                  <c:v>2.36191</c:v>
                </c:pt>
                <c:pt idx="9372">
                  <c:v>2.3622200000000002</c:v>
                </c:pt>
                <c:pt idx="9373">
                  <c:v>2.36252</c:v>
                </c:pt>
                <c:pt idx="9374">
                  <c:v>2.3628300000000002</c:v>
                </c:pt>
                <c:pt idx="9375">
                  <c:v>2.36313</c:v>
                </c:pt>
                <c:pt idx="9376">
                  <c:v>2.3634400000000002</c:v>
                </c:pt>
                <c:pt idx="9377">
                  <c:v>2.36374</c:v>
                </c:pt>
                <c:pt idx="9378">
                  <c:v>2.3640500000000002</c:v>
                </c:pt>
                <c:pt idx="9379">
                  <c:v>2.36435</c:v>
                </c:pt>
                <c:pt idx="9380">
                  <c:v>2.3646600000000002</c:v>
                </c:pt>
                <c:pt idx="9381">
                  <c:v>2.36496</c:v>
                </c:pt>
                <c:pt idx="9382">
                  <c:v>2.3652700000000002</c:v>
                </c:pt>
                <c:pt idx="9383">
                  <c:v>2.36558</c:v>
                </c:pt>
                <c:pt idx="9384">
                  <c:v>2.3658800000000002</c:v>
                </c:pt>
                <c:pt idx="9385">
                  <c:v>2.36619</c:v>
                </c:pt>
                <c:pt idx="9386">
                  <c:v>2.3664900000000002</c:v>
                </c:pt>
                <c:pt idx="9387">
                  <c:v>2.3668</c:v>
                </c:pt>
                <c:pt idx="9388">
                  <c:v>2.3671000000000002</c:v>
                </c:pt>
                <c:pt idx="9389">
                  <c:v>2.36741</c:v>
                </c:pt>
                <c:pt idx="9390">
                  <c:v>2.3677100000000002</c:v>
                </c:pt>
                <c:pt idx="9391">
                  <c:v>2.36802</c:v>
                </c:pt>
                <c:pt idx="9392">
                  <c:v>2.3683200000000002</c:v>
                </c:pt>
                <c:pt idx="9393">
                  <c:v>2.36863</c:v>
                </c:pt>
                <c:pt idx="9394">
                  <c:v>2.3689300000000002</c:v>
                </c:pt>
                <c:pt idx="9395">
                  <c:v>2.36924</c:v>
                </c:pt>
                <c:pt idx="9396">
                  <c:v>2.3695499999999998</c:v>
                </c:pt>
                <c:pt idx="9397">
                  <c:v>2.36985</c:v>
                </c:pt>
                <c:pt idx="9398">
                  <c:v>2.3701599999999998</c:v>
                </c:pt>
                <c:pt idx="9399">
                  <c:v>2.37046</c:v>
                </c:pt>
                <c:pt idx="9400">
                  <c:v>2.3707699999999998</c:v>
                </c:pt>
                <c:pt idx="9401">
                  <c:v>2.37107</c:v>
                </c:pt>
                <c:pt idx="9402">
                  <c:v>2.3713799999999998</c:v>
                </c:pt>
                <c:pt idx="9403">
                  <c:v>2.37168</c:v>
                </c:pt>
                <c:pt idx="9404">
                  <c:v>2.3719899999999998</c:v>
                </c:pt>
                <c:pt idx="9405">
                  <c:v>2.37229</c:v>
                </c:pt>
                <c:pt idx="9406">
                  <c:v>2.3725999999999998</c:v>
                </c:pt>
                <c:pt idx="9407">
                  <c:v>2.3729</c:v>
                </c:pt>
                <c:pt idx="9408">
                  <c:v>2.3732099999999998</c:v>
                </c:pt>
                <c:pt idx="9409">
                  <c:v>2.3735200000000001</c:v>
                </c:pt>
                <c:pt idx="9410">
                  <c:v>2.3738199999999998</c:v>
                </c:pt>
                <c:pt idx="9411">
                  <c:v>2.3741300000000001</c:v>
                </c:pt>
                <c:pt idx="9412">
                  <c:v>2.3744299999999998</c:v>
                </c:pt>
                <c:pt idx="9413">
                  <c:v>2.3747400000000001</c:v>
                </c:pt>
                <c:pt idx="9414">
                  <c:v>2.3750399999999998</c:v>
                </c:pt>
                <c:pt idx="9415">
                  <c:v>2.3753500000000001</c:v>
                </c:pt>
                <c:pt idx="9416">
                  <c:v>2.3756499999999998</c:v>
                </c:pt>
                <c:pt idx="9417">
                  <c:v>2.3759600000000001</c:v>
                </c:pt>
                <c:pt idx="9418">
                  <c:v>2.3762599999999998</c:v>
                </c:pt>
                <c:pt idx="9419">
                  <c:v>2.3765700000000001</c:v>
                </c:pt>
                <c:pt idx="9420">
                  <c:v>2.3768799999999999</c:v>
                </c:pt>
                <c:pt idx="9421">
                  <c:v>2.3771800000000001</c:v>
                </c:pt>
                <c:pt idx="9422">
                  <c:v>2.3774899999999999</c:v>
                </c:pt>
                <c:pt idx="9423">
                  <c:v>2.3777900000000001</c:v>
                </c:pt>
                <c:pt idx="9424">
                  <c:v>2.3780999999999999</c:v>
                </c:pt>
                <c:pt idx="9425">
                  <c:v>2.3784000000000001</c:v>
                </c:pt>
                <c:pt idx="9426">
                  <c:v>2.3787099999999999</c:v>
                </c:pt>
                <c:pt idx="9427">
                  <c:v>2.3790100000000001</c:v>
                </c:pt>
                <c:pt idx="9428">
                  <c:v>2.3793199999999999</c:v>
                </c:pt>
                <c:pt idx="9429">
                  <c:v>2.3796200000000001</c:v>
                </c:pt>
                <c:pt idx="9430">
                  <c:v>2.3799299999999999</c:v>
                </c:pt>
                <c:pt idx="9431">
                  <c:v>2.3802300000000001</c:v>
                </c:pt>
                <c:pt idx="9432">
                  <c:v>2.3805399999999999</c:v>
                </c:pt>
                <c:pt idx="9433">
                  <c:v>2.3808500000000001</c:v>
                </c:pt>
                <c:pt idx="9434">
                  <c:v>2.3811499999999999</c:v>
                </c:pt>
                <c:pt idx="9435">
                  <c:v>2.3814600000000001</c:v>
                </c:pt>
                <c:pt idx="9436">
                  <c:v>2.3817599999999999</c:v>
                </c:pt>
                <c:pt idx="9437">
                  <c:v>2.3820700000000001</c:v>
                </c:pt>
                <c:pt idx="9438">
                  <c:v>2.3823699999999999</c:v>
                </c:pt>
                <c:pt idx="9439">
                  <c:v>2.3826800000000001</c:v>
                </c:pt>
                <c:pt idx="9440">
                  <c:v>2.3829799999999999</c:v>
                </c:pt>
                <c:pt idx="9441">
                  <c:v>2.3832900000000001</c:v>
                </c:pt>
                <c:pt idx="9442">
                  <c:v>2.3835899999999999</c:v>
                </c:pt>
                <c:pt idx="9443">
                  <c:v>2.3839000000000001</c:v>
                </c:pt>
                <c:pt idx="9444">
                  <c:v>2.3841999999999999</c:v>
                </c:pt>
                <c:pt idx="9445">
                  <c:v>2.3845100000000001</c:v>
                </c:pt>
                <c:pt idx="9446">
                  <c:v>2.3848199999999999</c:v>
                </c:pt>
                <c:pt idx="9447">
                  <c:v>2.3851200000000001</c:v>
                </c:pt>
                <c:pt idx="9448">
                  <c:v>2.3854299999999999</c:v>
                </c:pt>
                <c:pt idx="9449">
                  <c:v>2.3857300000000001</c:v>
                </c:pt>
                <c:pt idx="9450">
                  <c:v>2.3860399999999999</c:v>
                </c:pt>
                <c:pt idx="9451">
                  <c:v>2.3863400000000001</c:v>
                </c:pt>
                <c:pt idx="9452">
                  <c:v>2.3866499999999999</c:v>
                </c:pt>
                <c:pt idx="9453">
                  <c:v>2.3869500000000001</c:v>
                </c:pt>
                <c:pt idx="9454">
                  <c:v>2.3872599999999999</c:v>
                </c:pt>
                <c:pt idx="9455">
                  <c:v>2.3875600000000001</c:v>
                </c:pt>
                <c:pt idx="9456">
                  <c:v>2.3878699999999999</c:v>
                </c:pt>
                <c:pt idx="9457">
                  <c:v>2.3881700000000001</c:v>
                </c:pt>
                <c:pt idx="9458">
                  <c:v>2.3884799999999999</c:v>
                </c:pt>
                <c:pt idx="9459">
                  <c:v>2.3887900000000002</c:v>
                </c:pt>
                <c:pt idx="9460">
                  <c:v>2.3890899999999999</c:v>
                </c:pt>
                <c:pt idx="9461">
                  <c:v>2.3894000000000002</c:v>
                </c:pt>
                <c:pt idx="9462">
                  <c:v>2.3896999999999999</c:v>
                </c:pt>
                <c:pt idx="9463">
                  <c:v>2.3900100000000002</c:v>
                </c:pt>
                <c:pt idx="9464">
                  <c:v>2.3903099999999999</c:v>
                </c:pt>
                <c:pt idx="9465">
                  <c:v>2.3906200000000002</c:v>
                </c:pt>
                <c:pt idx="9466">
                  <c:v>2.3909199999999999</c:v>
                </c:pt>
                <c:pt idx="9467">
                  <c:v>2.3912300000000002</c:v>
                </c:pt>
                <c:pt idx="9468">
                  <c:v>2.3915299999999999</c:v>
                </c:pt>
                <c:pt idx="9469">
                  <c:v>2.3918400000000002</c:v>
                </c:pt>
                <c:pt idx="9470">
                  <c:v>2.3921399999999999</c:v>
                </c:pt>
                <c:pt idx="9471">
                  <c:v>2.3924500000000002</c:v>
                </c:pt>
                <c:pt idx="9472">
                  <c:v>2.39276</c:v>
                </c:pt>
                <c:pt idx="9473">
                  <c:v>2.3930600000000002</c:v>
                </c:pt>
                <c:pt idx="9474">
                  <c:v>2.39337</c:v>
                </c:pt>
                <c:pt idx="9475">
                  <c:v>2.3936700000000002</c:v>
                </c:pt>
                <c:pt idx="9476">
                  <c:v>2.39398</c:v>
                </c:pt>
                <c:pt idx="9477">
                  <c:v>2.3942800000000002</c:v>
                </c:pt>
                <c:pt idx="9478">
                  <c:v>2.39459</c:v>
                </c:pt>
                <c:pt idx="9479">
                  <c:v>2.3948900000000002</c:v>
                </c:pt>
                <c:pt idx="9480">
                  <c:v>2.3952</c:v>
                </c:pt>
                <c:pt idx="9481">
                  <c:v>2.3955000000000002</c:v>
                </c:pt>
                <c:pt idx="9482">
                  <c:v>2.39581</c:v>
                </c:pt>
                <c:pt idx="9483">
                  <c:v>2.3961199999999998</c:v>
                </c:pt>
                <c:pt idx="9484">
                  <c:v>2.39642</c:v>
                </c:pt>
                <c:pt idx="9485">
                  <c:v>2.3967299999999998</c:v>
                </c:pt>
                <c:pt idx="9486">
                  <c:v>2.39703</c:v>
                </c:pt>
                <c:pt idx="9487">
                  <c:v>2.3973399999999998</c:v>
                </c:pt>
                <c:pt idx="9488">
                  <c:v>2.39764</c:v>
                </c:pt>
                <c:pt idx="9489">
                  <c:v>2.3979499999999998</c:v>
                </c:pt>
                <c:pt idx="9490">
                  <c:v>2.39825</c:v>
                </c:pt>
                <c:pt idx="9491">
                  <c:v>2.3985599999999998</c:v>
                </c:pt>
                <c:pt idx="9492">
                  <c:v>2.39886</c:v>
                </c:pt>
                <c:pt idx="9493">
                  <c:v>2.3991699999999998</c:v>
                </c:pt>
                <c:pt idx="9494">
                  <c:v>2.39947</c:v>
                </c:pt>
                <c:pt idx="9495">
                  <c:v>2.3997799999999998</c:v>
                </c:pt>
                <c:pt idx="9496">
                  <c:v>2.4000900000000001</c:v>
                </c:pt>
                <c:pt idx="9497">
                  <c:v>2.4003899999999998</c:v>
                </c:pt>
                <c:pt idx="9498">
                  <c:v>2.4007000000000001</c:v>
                </c:pt>
                <c:pt idx="9499">
                  <c:v>2.4009999999999998</c:v>
                </c:pt>
                <c:pt idx="9500">
                  <c:v>2.4013100000000001</c:v>
                </c:pt>
                <c:pt idx="9501">
                  <c:v>2.4016099999999998</c:v>
                </c:pt>
                <c:pt idx="9502">
                  <c:v>2.4019200000000001</c:v>
                </c:pt>
                <c:pt idx="9503">
                  <c:v>2.4022199999999998</c:v>
                </c:pt>
                <c:pt idx="9504">
                  <c:v>2.4025300000000001</c:v>
                </c:pt>
                <c:pt idx="9505">
                  <c:v>2.4028299999999998</c:v>
                </c:pt>
                <c:pt idx="9506">
                  <c:v>2.4031400000000001</c:v>
                </c:pt>
                <c:pt idx="9507">
                  <c:v>2.4034399999999998</c:v>
                </c:pt>
                <c:pt idx="9508">
                  <c:v>2.4037500000000001</c:v>
                </c:pt>
                <c:pt idx="9509">
                  <c:v>2.4040599999999999</c:v>
                </c:pt>
                <c:pt idx="9510">
                  <c:v>2.4043600000000001</c:v>
                </c:pt>
                <c:pt idx="9511">
                  <c:v>2.4046699999999999</c:v>
                </c:pt>
                <c:pt idx="9512">
                  <c:v>2.4049700000000001</c:v>
                </c:pt>
                <c:pt idx="9513">
                  <c:v>2.4052799999999999</c:v>
                </c:pt>
                <c:pt idx="9514">
                  <c:v>2.4055800000000001</c:v>
                </c:pt>
                <c:pt idx="9515">
                  <c:v>2.4058899999999999</c:v>
                </c:pt>
                <c:pt idx="9516">
                  <c:v>2.4061900000000001</c:v>
                </c:pt>
                <c:pt idx="9517">
                  <c:v>2.4064999999999999</c:v>
                </c:pt>
                <c:pt idx="9518">
                  <c:v>2.4068000000000001</c:v>
                </c:pt>
                <c:pt idx="9519">
                  <c:v>2.4071099999999999</c:v>
                </c:pt>
                <c:pt idx="9520">
                  <c:v>2.40741</c:v>
                </c:pt>
                <c:pt idx="9521">
                  <c:v>2.4077199999999999</c:v>
                </c:pt>
                <c:pt idx="9522">
                  <c:v>2.4080300000000001</c:v>
                </c:pt>
                <c:pt idx="9523">
                  <c:v>2.4083299999999999</c:v>
                </c:pt>
                <c:pt idx="9524">
                  <c:v>2.4086400000000001</c:v>
                </c:pt>
                <c:pt idx="9525">
                  <c:v>2.4089399999999999</c:v>
                </c:pt>
                <c:pt idx="9526">
                  <c:v>2.4092500000000001</c:v>
                </c:pt>
                <c:pt idx="9527">
                  <c:v>2.4095499999999999</c:v>
                </c:pt>
                <c:pt idx="9528">
                  <c:v>2.4098600000000001</c:v>
                </c:pt>
                <c:pt idx="9529">
                  <c:v>2.4101599999999999</c:v>
                </c:pt>
                <c:pt idx="9530">
                  <c:v>2.4104700000000001</c:v>
                </c:pt>
                <c:pt idx="9531">
                  <c:v>2.4107699999999999</c:v>
                </c:pt>
                <c:pt idx="9532">
                  <c:v>2.4110800000000001</c:v>
                </c:pt>
                <c:pt idx="9533">
                  <c:v>2.4113899999999999</c:v>
                </c:pt>
                <c:pt idx="9534">
                  <c:v>2.4116900000000001</c:v>
                </c:pt>
                <c:pt idx="9535">
                  <c:v>2.4119999999999999</c:v>
                </c:pt>
                <c:pt idx="9536">
                  <c:v>2.4123000000000001</c:v>
                </c:pt>
                <c:pt idx="9537">
                  <c:v>2.4126099999999999</c:v>
                </c:pt>
                <c:pt idx="9538">
                  <c:v>2.4129100000000001</c:v>
                </c:pt>
                <c:pt idx="9539">
                  <c:v>2.4132199999999999</c:v>
                </c:pt>
                <c:pt idx="9540">
                  <c:v>2.4135200000000001</c:v>
                </c:pt>
                <c:pt idx="9541">
                  <c:v>2.4138299999999999</c:v>
                </c:pt>
                <c:pt idx="9542">
                  <c:v>2.4141300000000001</c:v>
                </c:pt>
                <c:pt idx="9543">
                  <c:v>2.4144399999999999</c:v>
                </c:pt>
                <c:pt idx="9544">
                  <c:v>2.4147400000000001</c:v>
                </c:pt>
                <c:pt idx="9545">
                  <c:v>2.4150499999999999</c:v>
                </c:pt>
                <c:pt idx="9546">
                  <c:v>2.4153600000000002</c:v>
                </c:pt>
                <c:pt idx="9547">
                  <c:v>2.4156599999999999</c:v>
                </c:pt>
                <c:pt idx="9548">
                  <c:v>2.4159700000000002</c:v>
                </c:pt>
                <c:pt idx="9549">
                  <c:v>2.4162699999999999</c:v>
                </c:pt>
                <c:pt idx="9550">
                  <c:v>2.4165800000000002</c:v>
                </c:pt>
                <c:pt idx="9551">
                  <c:v>2.4168799999999999</c:v>
                </c:pt>
                <c:pt idx="9552">
                  <c:v>2.4171900000000002</c:v>
                </c:pt>
                <c:pt idx="9553">
                  <c:v>2.4174899999999999</c:v>
                </c:pt>
                <c:pt idx="9554">
                  <c:v>2.4178000000000002</c:v>
                </c:pt>
                <c:pt idx="9555">
                  <c:v>2.4180999999999999</c:v>
                </c:pt>
                <c:pt idx="9556">
                  <c:v>2.4184100000000002</c:v>
                </c:pt>
                <c:pt idx="9557">
                  <c:v>2.4187099999999999</c:v>
                </c:pt>
                <c:pt idx="9558">
                  <c:v>2.4190200000000002</c:v>
                </c:pt>
                <c:pt idx="9559">
                  <c:v>2.41933</c:v>
                </c:pt>
                <c:pt idx="9560">
                  <c:v>2.4196300000000002</c:v>
                </c:pt>
                <c:pt idx="9561">
                  <c:v>2.41994</c:v>
                </c:pt>
                <c:pt idx="9562">
                  <c:v>2.4202400000000002</c:v>
                </c:pt>
                <c:pt idx="9563">
                  <c:v>2.42055</c:v>
                </c:pt>
                <c:pt idx="9564">
                  <c:v>2.4208500000000002</c:v>
                </c:pt>
                <c:pt idx="9565">
                  <c:v>2.42116</c:v>
                </c:pt>
                <c:pt idx="9566">
                  <c:v>2.4214600000000002</c:v>
                </c:pt>
                <c:pt idx="9567">
                  <c:v>2.42177</c:v>
                </c:pt>
                <c:pt idx="9568">
                  <c:v>2.4220700000000002</c:v>
                </c:pt>
                <c:pt idx="9569">
                  <c:v>2.42238</c:v>
                </c:pt>
                <c:pt idx="9570">
                  <c:v>2.4226800000000002</c:v>
                </c:pt>
                <c:pt idx="9571">
                  <c:v>2.42299</c:v>
                </c:pt>
                <c:pt idx="9572">
                  <c:v>2.4232999999999998</c:v>
                </c:pt>
                <c:pt idx="9573">
                  <c:v>2.4236</c:v>
                </c:pt>
                <c:pt idx="9574">
                  <c:v>2.4239099999999998</c:v>
                </c:pt>
                <c:pt idx="9575">
                  <c:v>2.42421</c:v>
                </c:pt>
                <c:pt idx="9576">
                  <c:v>2.4245199999999998</c:v>
                </c:pt>
                <c:pt idx="9577">
                  <c:v>2.42482</c:v>
                </c:pt>
                <c:pt idx="9578">
                  <c:v>2.4251299999999998</c:v>
                </c:pt>
                <c:pt idx="9579">
                  <c:v>2.42543</c:v>
                </c:pt>
                <c:pt idx="9580">
                  <c:v>2.4257399999999998</c:v>
                </c:pt>
                <c:pt idx="9581">
                  <c:v>2.42604</c:v>
                </c:pt>
                <c:pt idx="9582">
                  <c:v>2.4263499999999998</c:v>
                </c:pt>
                <c:pt idx="9583">
                  <c:v>2.42665</c:v>
                </c:pt>
                <c:pt idx="9584">
                  <c:v>2.4269599999999998</c:v>
                </c:pt>
                <c:pt idx="9585">
                  <c:v>2.42727</c:v>
                </c:pt>
                <c:pt idx="9586">
                  <c:v>2.4275699999999998</c:v>
                </c:pt>
                <c:pt idx="9587">
                  <c:v>2.42788</c:v>
                </c:pt>
                <c:pt idx="9588">
                  <c:v>2.4281799999999998</c:v>
                </c:pt>
                <c:pt idx="9589">
                  <c:v>2.42849</c:v>
                </c:pt>
                <c:pt idx="9590">
                  <c:v>2.4287899999999998</c:v>
                </c:pt>
                <c:pt idx="9591">
                  <c:v>2.4291</c:v>
                </c:pt>
                <c:pt idx="9592">
                  <c:v>2.4293999999999998</c:v>
                </c:pt>
                <c:pt idx="9593">
                  <c:v>2.42971</c:v>
                </c:pt>
                <c:pt idx="9594">
                  <c:v>2.4300099999999998</c:v>
                </c:pt>
                <c:pt idx="9595">
                  <c:v>2.43032</c:v>
                </c:pt>
                <c:pt idx="9596">
                  <c:v>2.4306299999999998</c:v>
                </c:pt>
                <c:pt idx="9597">
                  <c:v>2.43093</c:v>
                </c:pt>
                <c:pt idx="9598">
                  <c:v>2.4312399999999998</c:v>
                </c:pt>
                <c:pt idx="9599">
                  <c:v>2.43154</c:v>
                </c:pt>
                <c:pt idx="9600">
                  <c:v>2.4318499999999998</c:v>
                </c:pt>
                <c:pt idx="9601">
                  <c:v>2.43215</c:v>
                </c:pt>
                <c:pt idx="9602">
                  <c:v>2.4324599999999998</c:v>
                </c:pt>
                <c:pt idx="9603">
                  <c:v>2.43276</c:v>
                </c:pt>
                <c:pt idx="9604">
                  <c:v>2.4330699999999998</c:v>
                </c:pt>
                <c:pt idx="9605">
                  <c:v>2.43337</c:v>
                </c:pt>
                <c:pt idx="9606">
                  <c:v>2.4336799999999998</c:v>
                </c:pt>
                <c:pt idx="9607">
                  <c:v>2.43398</c:v>
                </c:pt>
                <c:pt idx="9608">
                  <c:v>2.4342899999999998</c:v>
                </c:pt>
                <c:pt idx="9609">
                  <c:v>2.4346000000000001</c:v>
                </c:pt>
                <c:pt idx="9610">
                  <c:v>2.4348999999999998</c:v>
                </c:pt>
                <c:pt idx="9611">
                  <c:v>2.4352100000000001</c:v>
                </c:pt>
                <c:pt idx="9612">
                  <c:v>2.4355099999999998</c:v>
                </c:pt>
                <c:pt idx="9613">
                  <c:v>2.4358200000000001</c:v>
                </c:pt>
                <c:pt idx="9614">
                  <c:v>2.4361199999999998</c:v>
                </c:pt>
                <c:pt idx="9615">
                  <c:v>2.4364300000000001</c:v>
                </c:pt>
                <c:pt idx="9616">
                  <c:v>2.4367299999999998</c:v>
                </c:pt>
                <c:pt idx="9617">
                  <c:v>2.4370400000000001</c:v>
                </c:pt>
                <c:pt idx="9618">
                  <c:v>2.4373399999999998</c:v>
                </c:pt>
                <c:pt idx="9619">
                  <c:v>2.4376500000000001</c:v>
                </c:pt>
                <c:pt idx="9620">
                  <c:v>2.4379499999999998</c:v>
                </c:pt>
                <c:pt idx="9621">
                  <c:v>2.4382600000000001</c:v>
                </c:pt>
                <c:pt idx="9622">
                  <c:v>2.4385699999999999</c:v>
                </c:pt>
                <c:pt idx="9623">
                  <c:v>2.4388700000000001</c:v>
                </c:pt>
                <c:pt idx="9624">
                  <c:v>2.4391799999999999</c:v>
                </c:pt>
                <c:pt idx="9625">
                  <c:v>2.4394800000000001</c:v>
                </c:pt>
                <c:pt idx="9626">
                  <c:v>2.4397899999999999</c:v>
                </c:pt>
                <c:pt idx="9627">
                  <c:v>2.4400900000000001</c:v>
                </c:pt>
                <c:pt idx="9628">
                  <c:v>2.4403999999999999</c:v>
                </c:pt>
                <c:pt idx="9629">
                  <c:v>2.4407000000000001</c:v>
                </c:pt>
                <c:pt idx="9630">
                  <c:v>2.4410099999999999</c:v>
                </c:pt>
                <c:pt idx="9631">
                  <c:v>2.4413100000000001</c:v>
                </c:pt>
                <c:pt idx="9632">
                  <c:v>2.4416199999999999</c:v>
                </c:pt>
                <c:pt idx="9633">
                  <c:v>2.4419200000000001</c:v>
                </c:pt>
                <c:pt idx="9634">
                  <c:v>2.4422299999999999</c:v>
                </c:pt>
                <c:pt idx="9635">
                  <c:v>2.4425400000000002</c:v>
                </c:pt>
                <c:pt idx="9636">
                  <c:v>2.4428399999999999</c:v>
                </c:pt>
                <c:pt idx="9637">
                  <c:v>2.4431500000000002</c:v>
                </c:pt>
                <c:pt idx="9638">
                  <c:v>2.4434499999999999</c:v>
                </c:pt>
                <c:pt idx="9639">
                  <c:v>2.4437600000000002</c:v>
                </c:pt>
                <c:pt idx="9640">
                  <c:v>2.4440599999999999</c:v>
                </c:pt>
                <c:pt idx="9641">
                  <c:v>2.4443700000000002</c:v>
                </c:pt>
                <c:pt idx="9642">
                  <c:v>2.4446699999999999</c:v>
                </c:pt>
                <c:pt idx="9643">
                  <c:v>2.4449800000000002</c:v>
                </c:pt>
                <c:pt idx="9644">
                  <c:v>2.4452799999999999</c:v>
                </c:pt>
                <c:pt idx="9645">
                  <c:v>2.4455900000000002</c:v>
                </c:pt>
                <c:pt idx="9646">
                  <c:v>2.4458899999999999</c:v>
                </c:pt>
                <c:pt idx="9647">
                  <c:v>2.4462000000000002</c:v>
                </c:pt>
                <c:pt idx="9648">
                  <c:v>2.44651</c:v>
                </c:pt>
                <c:pt idx="9649">
                  <c:v>2.4468100000000002</c:v>
                </c:pt>
                <c:pt idx="9650">
                  <c:v>2.44712</c:v>
                </c:pt>
                <c:pt idx="9651">
                  <c:v>2.4474200000000002</c:v>
                </c:pt>
                <c:pt idx="9652">
                  <c:v>2.44773</c:v>
                </c:pt>
                <c:pt idx="9653">
                  <c:v>2.4480300000000002</c:v>
                </c:pt>
                <c:pt idx="9654">
                  <c:v>2.44834</c:v>
                </c:pt>
                <c:pt idx="9655">
                  <c:v>2.4486400000000001</c:v>
                </c:pt>
                <c:pt idx="9656">
                  <c:v>2.44895</c:v>
                </c:pt>
                <c:pt idx="9657">
                  <c:v>2.4492500000000001</c:v>
                </c:pt>
                <c:pt idx="9658">
                  <c:v>2.44956</c:v>
                </c:pt>
                <c:pt idx="9659">
                  <c:v>2.4498700000000002</c:v>
                </c:pt>
                <c:pt idx="9660">
                  <c:v>2.45017</c:v>
                </c:pt>
                <c:pt idx="9661">
                  <c:v>2.4504800000000002</c:v>
                </c:pt>
                <c:pt idx="9662">
                  <c:v>2.45078</c:v>
                </c:pt>
                <c:pt idx="9663">
                  <c:v>2.4510900000000002</c:v>
                </c:pt>
                <c:pt idx="9664">
                  <c:v>2.45139</c:v>
                </c:pt>
                <c:pt idx="9665">
                  <c:v>2.4517000000000002</c:v>
                </c:pt>
                <c:pt idx="9666">
                  <c:v>2.452</c:v>
                </c:pt>
                <c:pt idx="9667">
                  <c:v>2.4523100000000002</c:v>
                </c:pt>
                <c:pt idx="9668">
                  <c:v>2.45261</c:v>
                </c:pt>
                <c:pt idx="9669">
                  <c:v>2.4529200000000002</c:v>
                </c:pt>
                <c:pt idx="9670">
                  <c:v>2.45322</c:v>
                </c:pt>
                <c:pt idx="9671">
                  <c:v>2.4535300000000002</c:v>
                </c:pt>
                <c:pt idx="9672">
                  <c:v>2.45384</c:v>
                </c:pt>
                <c:pt idx="9673">
                  <c:v>2.4541400000000002</c:v>
                </c:pt>
                <c:pt idx="9674">
                  <c:v>2.45445</c:v>
                </c:pt>
                <c:pt idx="9675">
                  <c:v>2.4547500000000002</c:v>
                </c:pt>
                <c:pt idx="9676">
                  <c:v>2.45506</c:v>
                </c:pt>
                <c:pt idx="9677">
                  <c:v>2.4553600000000002</c:v>
                </c:pt>
                <c:pt idx="9678">
                  <c:v>2.45567</c:v>
                </c:pt>
                <c:pt idx="9679">
                  <c:v>2.4559700000000002</c:v>
                </c:pt>
                <c:pt idx="9680">
                  <c:v>2.45628</c:v>
                </c:pt>
                <c:pt idx="9681">
                  <c:v>2.4565800000000002</c:v>
                </c:pt>
                <c:pt idx="9682">
                  <c:v>2.45689</c:v>
                </c:pt>
                <c:pt idx="9683">
                  <c:v>2.4571900000000002</c:v>
                </c:pt>
                <c:pt idx="9684">
                  <c:v>2.4575</c:v>
                </c:pt>
                <c:pt idx="9685">
                  <c:v>2.4578099999999998</c:v>
                </c:pt>
                <c:pt idx="9686">
                  <c:v>2.45811</c:v>
                </c:pt>
                <c:pt idx="9687">
                  <c:v>2.4584199999999998</c:v>
                </c:pt>
                <c:pt idx="9688">
                  <c:v>2.45872</c:v>
                </c:pt>
                <c:pt idx="9689">
                  <c:v>2.4590299999999998</c:v>
                </c:pt>
                <c:pt idx="9690">
                  <c:v>2.45933</c:v>
                </c:pt>
                <c:pt idx="9691">
                  <c:v>2.4596399999999998</c:v>
                </c:pt>
                <c:pt idx="9692">
                  <c:v>2.45994</c:v>
                </c:pt>
                <c:pt idx="9693">
                  <c:v>2.4602499999999998</c:v>
                </c:pt>
                <c:pt idx="9694">
                  <c:v>2.46055</c:v>
                </c:pt>
                <c:pt idx="9695">
                  <c:v>2.4608599999999998</c:v>
                </c:pt>
                <c:pt idx="9696">
                  <c:v>2.46116</c:v>
                </c:pt>
                <c:pt idx="9697">
                  <c:v>2.4614699999999998</c:v>
                </c:pt>
                <c:pt idx="9698">
                  <c:v>2.4617800000000001</c:v>
                </c:pt>
                <c:pt idx="9699">
                  <c:v>2.4620799999999998</c:v>
                </c:pt>
                <c:pt idx="9700">
                  <c:v>2.4623900000000001</c:v>
                </c:pt>
                <c:pt idx="9701">
                  <c:v>2.4626899999999998</c:v>
                </c:pt>
                <c:pt idx="9702">
                  <c:v>2.4630000000000001</c:v>
                </c:pt>
                <c:pt idx="9703">
                  <c:v>2.4632999999999998</c:v>
                </c:pt>
                <c:pt idx="9704">
                  <c:v>2.4636100000000001</c:v>
                </c:pt>
                <c:pt idx="9705">
                  <c:v>2.4639099999999998</c:v>
                </c:pt>
                <c:pt idx="9706">
                  <c:v>2.4642200000000001</c:v>
                </c:pt>
                <c:pt idx="9707">
                  <c:v>2.4645199999999998</c:v>
                </c:pt>
                <c:pt idx="9708">
                  <c:v>2.4648300000000001</c:v>
                </c:pt>
                <c:pt idx="9709">
                  <c:v>2.4651399999999999</c:v>
                </c:pt>
                <c:pt idx="9710">
                  <c:v>2.4654400000000001</c:v>
                </c:pt>
                <c:pt idx="9711">
                  <c:v>2.4657499999999999</c:v>
                </c:pt>
                <c:pt idx="9712">
                  <c:v>2.4660500000000001</c:v>
                </c:pt>
                <c:pt idx="9713">
                  <c:v>2.4663599999999999</c:v>
                </c:pt>
                <c:pt idx="9714">
                  <c:v>2.4666600000000001</c:v>
                </c:pt>
                <c:pt idx="9715">
                  <c:v>2.4669699999999999</c:v>
                </c:pt>
                <c:pt idx="9716">
                  <c:v>2.4672700000000001</c:v>
                </c:pt>
                <c:pt idx="9717">
                  <c:v>2.4675799999999999</c:v>
                </c:pt>
                <c:pt idx="9718">
                  <c:v>2.4678800000000001</c:v>
                </c:pt>
                <c:pt idx="9719">
                  <c:v>2.4681899999999999</c:v>
                </c:pt>
                <c:pt idx="9720">
                  <c:v>2.4684900000000001</c:v>
                </c:pt>
                <c:pt idx="9721">
                  <c:v>2.4687999999999999</c:v>
                </c:pt>
                <c:pt idx="9722">
                  <c:v>2.4691100000000001</c:v>
                </c:pt>
                <c:pt idx="9723">
                  <c:v>2.4694099999999999</c:v>
                </c:pt>
                <c:pt idx="9724">
                  <c:v>2.4697200000000001</c:v>
                </c:pt>
                <c:pt idx="9725">
                  <c:v>2.4700199999999999</c:v>
                </c:pt>
                <c:pt idx="9726">
                  <c:v>2.4703300000000001</c:v>
                </c:pt>
                <c:pt idx="9727">
                  <c:v>2.4706299999999999</c:v>
                </c:pt>
                <c:pt idx="9728">
                  <c:v>2.4709400000000001</c:v>
                </c:pt>
                <c:pt idx="9729">
                  <c:v>2.4712399999999999</c:v>
                </c:pt>
                <c:pt idx="9730">
                  <c:v>2.4715500000000001</c:v>
                </c:pt>
                <c:pt idx="9731">
                  <c:v>2.4718499999999999</c:v>
                </c:pt>
                <c:pt idx="9732">
                  <c:v>2.4721600000000001</c:v>
                </c:pt>
                <c:pt idx="9733">
                  <c:v>2.4724599999999999</c:v>
                </c:pt>
                <c:pt idx="9734">
                  <c:v>2.4727700000000001</c:v>
                </c:pt>
                <c:pt idx="9735">
                  <c:v>2.4730799999999999</c:v>
                </c:pt>
                <c:pt idx="9736">
                  <c:v>2.4733800000000001</c:v>
                </c:pt>
                <c:pt idx="9737">
                  <c:v>2.4736899999999999</c:v>
                </c:pt>
                <c:pt idx="9738">
                  <c:v>2.4739900000000001</c:v>
                </c:pt>
                <c:pt idx="9739">
                  <c:v>2.4742999999999999</c:v>
                </c:pt>
                <c:pt idx="9740">
                  <c:v>2.4746000000000001</c:v>
                </c:pt>
                <c:pt idx="9741">
                  <c:v>2.4749099999999999</c:v>
                </c:pt>
                <c:pt idx="9742">
                  <c:v>2.4752100000000001</c:v>
                </c:pt>
                <c:pt idx="9743">
                  <c:v>2.4755199999999999</c:v>
                </c:pt>
                <c:pt idx="9744">
                  <c:v>2.4758200000000001</c:v>
                </c:pt>
                <c:pt idx="9745">
                  <c:v>2.4761299999999999</c:v>
                </c:pt>
                <c:pt idx="9746">
                  <c:v>2.4764300000000001</c:v>
                </c:pt>
                <c:pt idx="9747">
                  <c:v>2.4767399999999999</c:v>
                </c:pt>
                <c:pt idx="9748">
                  <c:v>2.4770500000000002</c:v>
                </c:pt>
                <c:pt idx="9749">
                  <c:v>2.4773499999999999</c:v>
                </c:pt>
                <c:pt idx="9750">
                  <c:v>2.4776600000000002</c:v>
                </c:pt>
                <c:pt idx="9751">
                  <c:v>2.4779599999999999</c:v>
                </c:pt>
                <c:pt idx="9752">
                  <c:v>2.4782700000000002</c:v>
                </c:pt>
                <c:pt idx="9753">
                  <c:v>2.4785699999999999</c:v>
                </c:pt>
                <c:pt idx="9754">
                  <c:v>2.4788800000000002</c:v>
                </c:pt>
                <c:pt idx="9755">
                  <c:v>2.4791799999999999</c:v>
                </c:pt>
                <c:pt idx="9756">
                  <c:v>2.4794900000000002</c:v>
                </c:pt>
                <c:pt idx="9757">
                  <c:v>2.4797899999999999</c:v>
                </c:pt>
                <c:pt idx="9758">
                  <c:v>2.4801000000000002</c:v>
                </c:pt>
                <c:pt idx="9759">
                  <c:v>2.4803999999999999</c:v>
                </c:pt>
                <c:pt idx="9760">
                  <c:v>2.4807100000000002</c:v>
                </c:pt>
                <c:pt idx="9761">
                  <c:v>2.48102</c:v>
                </c:pt>
                <c:pt idx="9762">
                  <c:v>2.4813200000000002</c:v>
                </c:pt>
                <c:pt idx="9763">
                  <c:v>2.48163</c:v>
                </c:pt>
                <c:pt idx="9764">
                  <c:v>2.4819300000000002</c:v>
                </c:pt>
                <c:pt idx="9765">
                  <c:v>2.48224</c:v>
                </c:pt>
                <c:pt idx="9766">
                  <c:v>2.4825400000000002</c:v>
                </c:pt>
                <c:pt idx="9767">
                  <c:v>2.48285</c:v>
                </c:pt>
                <c:pt idx="9768">
                  <c:v>2.4831500000000002</c:v>
                </c:pt>
                <c:pt idx="9769">
                  <c:v>2.48346</c:v>
                </c:pt>
                <c:pt idx="9770">
                  <c:v>2.4837600000000002</c:v>
                </c:pt>
                <c:pt idx="9771">
                  <c:v>2.48407</c:v>
                </c:pt>
                <c:pt idx="9772">
                  <c:v>2.4843799999999998</c:v>
                </c:pt>
                <c:pt idx="9773">
                  <c:v>2.48468</c:v>
                </c:pt>
                <c:pt idx="9774">
                  <c:v>2.4849899999999998</c:v>
                </c:pt>
                <c:pt idx="9775">
                  <c:v>2.48529</c:v>
                </c:pt>
                <c:pt idx="9776">
                  <c:v>2.4855999999999998</c:v>
                </c:pt>
                <c:pt idx="9777">
                  <c:v>2.4859</c:v>
                </c:pt>
                <c:pt idx="9778">
                  <c:v>2.4862099999999998</c:v>
                </c:pt>
                <c:pt idx="9779">
                  <c:v>2.48651</c:v>
                </c:pt>
                <c:pt idx="9780">
                  <c:v>2.4868199999999998</c:v>
                </c:pt>
                <c:pt idx="9781">
                  <c:v>2.48712</c:v>
                </c:pt>
                <c:pt idx="9782">
                  <c:v>2.4874299999999998</c:v>
                </c:pt>
                <c:pt idx="9783">
                  <c:v>2.48773</c:v>
                </c:pt>
                <c:pt idx="9784">
                  <c:v>2.4880399999999998</c:v>
                </c:pt>
                <c:pt idx="9785">
                  <c:v>2.4883500000000001</c:v>
                </c:pt>
                <c:pt idx="9786">
                  <c:v>2.4886499999999998</c:v>
                </c:pt>
                <c:pt idx="9787">
                  <c:v>2.4889600000000001</c:v>
                </c:pt>
                <c:pt idx="9788">
                  <c:v>2.4892599999999998</c:v>
                </c:pt>
                <c:pt idx="9789">
                  <c:v>2.4895700000000001</c:v>
                </c:pt>
                <c:pt idx="9790">
                  <c:v>2.4898699999999998</c:v>
                </c:pt>
                <c:pt idx="9791">
                  <c:v>2.4901800000000001</c:v>
                </c:pt>
                <c:pt idx="9792">
                  <c:v>2.4904799999999998</c:v>
                </c:pt>
                <c:pt idx="9793">
                  <c:v>2.4907900000000001</c:v>
                </c:pt>
                <c:pt idx="9794">
                  <c:v>2.4910899999999998</c:v>
                </c:pt>
                <c:pt idx="9795">
                  <c:v>2.4914000000000001</c:v>
                </c:pt>
                <c:pt idx="9796">
                  <c:v>2.4916999999999998</c:v>
                </c:pt>
                <c:pt idx="9797">
                  <c:v>2.4920100000000001</c:v>
                </c:pt>
                <c:pt idx="9798">
                  <c:v>2.4923199999999999</c:v>
                </c:pt>
                <c:pt idx="9799">
                  <c:v>2.4926200000000001</c:v>
                </c:pt>
                <c:pt idx="9800">
                  <c:v>2.4929299999999999</c:v>
                </c:pt>
                <c:pt idx="9801">
                  <c:v>2.4932300000000001</c:v>
                </c:pt>
                <c:pt idx="9802">
                  <c:v>2.4935399999999999</c:v>
                </c:pt>
                <c:pt idx="9803">
                  <c:v>2.4938400000000001</c:v>
                </c:pt>
                <c:pt idx="9804">
                  <c:v>2.4941499999999999</c:v>
                </c:pt>
                <c:pt idx="9805">
                  <c:v>2.4944500000000001</c:v>
                </c:pt>
                <c:pt idx="9806">
                  <c:v>2.4947599999999999</c:v>
                </c:pt>
                <c:pt idx="9807">
                  <c:v>2.4950600000000001</c:v>
                </c:pt>
                <c:pt idx="9808">
                  <c:v>2.4953699999999999</c:v>
                </c:pt>
                <c:pt idx="9809">
                  <c:v>2.4956700000000001</c:v>
                </c:pt>
                <c:pt idx="9810">
                  <c:v>2.4959799999999999</c:v>
                </c:pt>
                <c:pt idx="9811">
                  <c:v>2.4962900000000001</c:v>
                </c:pt>
                <c:pt idx="9812">
                  <c:v>2.4965899999999999</c:v>
                </c:pt>
                <c:pt idx="9813">
                  <c:v>2.4969000000000001</c:v>
                </c:pt>
                <c:pt idx="9814">
                  <c:v>2.4971999999999999</c:v>
                </c:pt>
                <c:pt idx="9815">
                  <c:v>2.4975100000000001</c:v>
                </c:pt>
                <c:pt idx="9816">
                  <c:v>2.4978099999999999</c:v>
                </c:pt>
                <c:pt idx="9817">
                  <c:v>2.4981200000000001</c:v>
                </c:pt>
                <c:pt idx="9818">
                  <c:v>2.4984199999999999</c:v>
                </c:pt>
                <c:pt idx="9819">
                  <c:v>2.4987300000000001</c:v>
                </c:pt>
                <c:pt idx="9820">
                  <c:v>2.4990299999999999</c:v>
                </c:pt>
                <c:pt idx="9821">
                  <c:v>2.4993400000000001</c:v>
                </c:pt>
                <c:pt idx="9822">
                  <c:v>2.4996399999999999</c:v>
                </c:pt>
                <c:pt idx="9823">
                  <c:v>2.4999500000000001</c:v>
                </c:pt>
                <c:pt idx="9824">
                  <c:v>2.5002599999999999</c:v>
                </c:pt>
                <c:pt idx="9825">
                  <c:v>2.5005600000000001</c:v>
                </c:pt>
                <c:pt idx="9826">
                  <c:v>2.5008699999999999</c:v>
                </c:pt>
                <c:pt idx="9827">
                  <c:v>2.5011700000000001</c:v>
                </c:pt>
                <c:pt idx="9828">
                  <c:v>2.5014799999999999</c:v>
                </c:pt>
                <c:pt idx="9829">
                  <c:v>2.5017800000000001</c:v>
                </c:pt>
                <c:pt idx="9830">
                  <c:v>2.5020899999999999</c:v>
                </c:pt>
                <c:pt idx="9831">
                  <c:v>2.5023900000000001</c:v>
                </c:pt>
                <c:pt idx="9832">
                  <c:v>2.5026999999999999</c:v>
                </c:pt>
                <c:pt idx="9833">
                  <c:v>2.5030000000000001</c:v>
                </c:pt>
                <c:pt idx="9834">
                  <c:v>2.5033099999999999</c:v>
                </c:pt>
                <c:pt idx="9835">
                  <c:v>2.5036200000000002</c:v>
                </c:pt>
                <c:pt idx="9836">
                  <c:v>2.5039199999999999</c:v>
                </c:pt>
                <c:pt idx="9837">
                  <c:v>2.5042300000000002</c:v>
                </c:pt>
                <c:pt idx="9838">
                  <c:v>2.5045299999999999</c:v>
                </c:pt>
                <c:pt idx="9839">
                  <c:v>2.5048400000000002</c:v>
                </c:pt>
                <c:pt idx="9840">
                  <c:v>2.5051399999999999</c:v>
                </c:pt>
                <c:pt idx="9841">
                  <c:v>2.5054500000000002</c:v>
                </c:pt>
                <c:pt idx="9842">
                  <c:v>2.5057499999999999</c:v>
                </c:pt>
                <c:pt idx="9843">
                  <c:v>2.5060600000000002</c:v>
                </c:pt>
                <c:pt idx="9844">
                  <c:v>2.5063599999999999</c:v>
                </c:pt>
                <c:pt idx="9845">
                  <c:v>2.5066700000000002</c:v>
                </c:pt>
                <c:pt idx="9846">
                  <c:v>2.5069699999999999</c:v>
                </c:pt>
                <c:pt idx="9847">
                  <c:v>2.5072800000000002</c:v>
                </c:pt>
                <c:pt idx="9848">
                  <c:v>2.50759</c:v>
                </c:pt>
                <c:pt idx="9849">
                  <c:v>2.5078900000000002</c:v>
                </c:pt>
                <c:pt idx="9850">
                  <c:v>2.5082</c:v>
                </c:pt>
                <c:pt idx="9851">
                  <c:v>2.5085000000000002</c:v>
                </c:pt>
                <c:pt idx="9852">
                  <c:v>2.50881</c:v>
                </c:pt>
                <c:pt idx="9853">
                  <c:v>2.5091100000000002</c:v>
                </c:pt>
                <c:pt idx="9854">
                  <c:v>2.50942</c:v>
                </c:pt>
                <c:pt idx="9855">
                  <c:v>2.5097200000000002</c:v>
                </c:pt>
                <c:pt idx="9856">
                  <c:v>2.51003</c:v>
                </c:pt>
                <c:pt idx="9857">
                  <c:v>2.5103300000000002</c:v>
                </c:pt>
                <c:pt idx="9858">
                  <c:v>2.51064</c:v>
                </c:pt>
                <c:pt idx="9859">
                  <c:v>2.5109400000000002</c:v>
                </c:pt>
                <c:pt idx="9860">
                  <c:v>2.51125</c:v>
                </c:pt>
                <c:pt idx="9861">
                  <c:v>2.5115599999999998</c:v>
                </c:pt>
                <c:pt idx="9862">
                  <c:v>2.51186</c:v>
                </c:pt>
                <c:pt idx="9863">
                  <c:v>2.5121699999999998</c:v>
                </c:pt>
                <c:pt idx="9864">
                  <c:v>2.51247</c:v>
                </c:pt>
                <c:pt idx="9865">
                  <c:v>2.5127799999999998</c:v>
                </c:pt>
                <c:pt idx="9866">
                  <c:v>2.51308</c:v>
                </c:pt>
                <c:pt idx="9867">
                  <c:v>2.5133899999999998</c:v>
                </c:pt>
                <c:pt idx="9868">
                  <c:v>2.51369</c:v>
                </c:pt>
                <c:pt idx="9869">
                  <c:v>2.5139999999999998</c:v>
                </c:pt>
                <c:pt idx="9870">
                  <c:v>2.5143</c:v>
                </c:pt>
                <c:pt idx="9871">
                  <c:v>2.5146099999999998</c:v>
                </c:pt>
                <c:pt idx="9872">
                  <c:v>2.51491</c:v>
                </c:pt>
                <c:pt idx="9873">
                  <c:v>2.5152199999999998</c:v>
                </c:pt>
                <c:pt idx="9874">
                  <c:v>2.51553</c:v>
                </c:pt>
                <c:pt idx="9875">
                  <c:v>2.5158299999999998</c:v>
                </c:pt>
                <c:pt idx="9876">
                  <c:v>2.51614</c:v>
                </c:pt>
                <c:pt idx="9877">
                  <c:v>2.5164399999999998</c:v>
                </c:pt>
                <c:pt idx="9878">
                  <c:v>2.51675</c:v>
                </c:pt>
                <c:pt idx="9879">
                  <c:v>2.5170499999999998</c:v>
                </c:pt>
                <c:pt idx="9880">
                  <c:v>2.51736</c:v>
                </c:pt>
                <c:pt idx="9881">
                  <c:v>2.5176599999999998</c:v>
                </c:pt>
                <c:pt idx="9882">
                  <c:v>2.51797</c:v>
                </c:pt>
                <c:pt idx="9883">
                  <c:v>2.5182699999999998</c:v>
                </c:pt>
                <c:pt idx="9884">
                  <c:v>2.51858</c:v>
                </c:pt>
                <c:pt idx="9885">
                  <c:v>2.5188799999999998</c:v>
                </c:pt>
                <c:pt idx="9886">
                  <c:v>2.51919</c:v>
                </c:pt>
                <c:pt idx="9887">
                  <c:v>2.5194999999999999</c:v>
                </c:pt>
                <c:pt idx="9888">
                  <c:v>2.5198</c:v>
                </c:pt>
                <c:pt idx="9889">
                  <c:v>2.5201099999999999</c:v>
                </c:pt>
                <c:pt idx="9890">
                  <c:v>2.52041</c:v>
                </c:pt>
                <c:pt idx="9891">
                  <c:v>2.5207199999999998</c:v>
                </c:pt>
                <c:pt idx="9892">
                  <c:v>2.52102</c:v>
                </c:pt>
                <c:pt idx="9893">
                  <c:v>2.5213299999999998</c:v>
                </c:pt>
                <c:pt idx="9894">
                  <c:v>2.52163</c:v>
                </c:pt>
                <c:pt idx="9895">
                  <c:v>2.5219399999999998</c:v>
                </c:pt>
                <c:pt idx="9896">
                  <c:v>2.52224</c:v>
                </c:pt>
                <c:pt idx="9897">
                  <c:v>2.5225499999999998</c:v>
                </c:pt>
                <c:pt idx="9898">
                  <c:v>2.5228600000000001</c:v>
                </c:pt>
                <c:pt idx="9899">
                  <c:v>2.5231599999999998</c:v>
                </c:pt>
                <c:pt idx="9900">
                  <c:v>2.5234700000000001</c:v>
                </c:pt>
                <c:pt idx="9901">
                  <c:v>2.5237699999999998</c:v>
                </c:pt>
                <c:pt idx="9902">
                  <c:v>2.5240800000000001</c:v>
                </c:pt>
                <c:pt idx="9903">
                  <c:v>2.5243799999999998</c:v>
                </c:pt>
                <c:pt idx="9904">
                  <c:v>2.5246900000000001</c:v>
                </c:pt>
                <c:pt idx="9905">
                  <c:v>2.5249899999999998</c:v>
                </c:pt>
                <c:pt idx="9906">
                  <c:v>2.5253000000000001</c:v>
                </c:pt>
                <c:pt idx="9907">
                  <c:v>2.5255999999999998</c:v>
                </c:pt>
                <c:pt idx="9908">
                  <c:v>2.5259100000000001</c:v>
                </c:pt>
                <c:pt idx="9909">
                  <c:v>2.5262099999999998</c:v>
                </c:pt>
                <c:pt idx="9910">
                  <c:v>2.5265200000000001</c:v>
                </c:pt>
                <c:pt idx="9911">
                  <c:v>2.5268299999999999</c:v>
                </c:pt>
                <c:pt idx="9912">
                  <c:v>2.5271300000000001</c:v>
                </c:pt>
                <c:pt idx="9913">
                  <c:v>2.5274399999999999</c:v>
                </c:pt>
                <c:pt idx="9914">
                  <c:v>2.5277400000000001</c:v>
                </c:pt>
                <c:pt idx="9915">
                  <c:v>2.5280499999999999</c:v>
                </c:pt>
                <c:pt idx="9916">
                  <c:v>2.5283500000000001</c:v>
                </c:pt>
                <c:pt idx="9917">
                  <c:v>2.5286599999999999</c:v>
                </c:pt>
                <c:pt idx="9918">
                  <c:v>2.5289600000000001</c:v>
                </c:pt>
                <c:pt idx="9919">
                  <c:v>2.5292699999999999</c:v>
                </c:pt>
                <c:pt idx="9920">
                  <c:v>2.5295700000000001</c:v>
                </c:pt>
                <c:pt idx="9921">
                  <c:v>2.5298799999999999</c:v>
                </c:pt>
                <c:pt idx="9922">
                  <c:v>2.5301800000000001</c:v>
                </c:pt>
                <c:pt idx="9923">
                  <c:v>2.5304899999999999</c:v>
                </c:pt>
                <c:pt idx="9924">
                  <c:v>2.5308000000000002</c:v>
                </c:pt>
                <c:pt idx="9925">
                  <c:v>2.5310999999999999</c:v>
                </c:pt>
                <c:pt idx="9926">
                  <c:v>2.5314100000000002</c:v>
                </c:pt>
                <c:pt idx="9927">
                  <c:v>2.5317099999999999</c:v>
                </c:pt>
                <c:pt idx="9928">
                  <c:v>2.5320200000000002</c:v>
                </c:pt>
                <c:pt idx="9929">
                  <c:v>2.5323199999999999</c:v>
                </c:pt>
                <c:pt idx="9930">
                  <c:v>2.5326300000000002</c:v>
                </c:pt>
                <c:pt idx="9931">
                  <c:v>2.5329299999999999</c:v>
                </c:pt>
                <c:pt idx="9932">
                  <c:v>2.5332400000000002</c:v>
                </c:pt>
                <c:pt idx="9933">
                  <c:v>2.5335399999999999</c:v>
                </c:pt>
                <c:pt idx="9934">
                  <c:v>2.5338500000000002</c:v>
                </c:pt>
                <c:pt idx="9935">
                  <c:v>2.5341499999999999</c:v>
                </c:pt>
                <c:pt idx="9936">
                  <c:v>2.5344600000000002</c:v>
                </c:pt>
                <c:pt idx="9937">
                  <c:v>2.53477</c:v>
                </c:pt>
                <c:pt idx="9938">
                  <c:v>2.5350700000000002</c:v>
                </c:pt>
                <c:pt idx="9939">
                  <c:v>2.53538</c:v>
                </c:pt>
                <c:pt idx="9940">
                  <c:v>2.5356800000000002</c:v>
                </c:pt>
                <c:pt idx="9941">
                  <c:v>2.53599</c:v>
                </c:pt>
                <c:pt idx="9942">
                  <c:v>2.5362900000000002</c:v>
                </c:pt>
                <c:pt idx="9943">
                  <c:v>2.5366</c:v>
                </c:pt>
                <c:pt idx="9944">
                  <c:v>2.5369000000000002</c:v>
                </c:pt>
                <c:pt idx="9945">
                  <c:v>2.53721</c:v>
                </c:pt>
                <c:pt idx="9946">
                  <c:v>2.5375100000000002</c:v>
                </c:pt>
                <c:pt idx="9947">
                  <c:v>2.53782</c:v>
                </c:pt>
                <c:pt idx="9948">
                  <c:v>2.5381300000000002</c:v>
                </c:pt>
                <c:pt idx="9949">
                  <c:v>2.53843</c:v>
                </c:pt>
                <c:pt idx="9950">
                  <c:v>2.5387400000000002</c:v>
                </c:pt>
                <c:pt idx="9951">
                  <c:v>2.53904</c:v>
                </c:pt>
                <c:pt idx="9952">
                  <c:v>2.5393500000000002</c:v>
                </c:pt>
                <c:pt idx="9953">
                  <c:v>2.53965</c:v>
                </c:pt>
                <c:pt idx="9954">
                  <c:v>2.5399600000000002</c:v>
                </c:pt>
                <c:pt idx="9955">
                  <c:v>2.54026</c:v>
                </c:pt>
                <c:pt idx="9956">
                  <c:v>2.5405700000000002</c:v>
                </c:pt>
                <c:pt idx="9957">
                  <c:v>2.54087</c:v>
                </c:pt>
                <c:pt idx="9958">
                  <c:v>2.5411800000000002</c:v>
                </c:pt>
                <c:pt idx="9959">
                  <c:v>2.54148</c:v>
                </c:pt>
                <c:pt idx="9960">
                  <c:v>2.5417900000000002</c:v>
                </c:pt>
                <c:pt idx="9961">
                  <c:v>2.5421</c:v>
                </c:pt>
                <c:pt idx="9962">
                  <c:v>2.5424000000000002</c:v>
                </c:pt>
                <c:pt idx="9963">
                  <c:v>2.54271</c:v>
                </c:pt>
                <c:pt idx="9964">
                  <c:v>2.5430100000000002</c:v>
                </c:pt>
                <c:pt idx="9965">
                  <c:v>2.54332</c:v>
                </c:pt>
                <c:pt idx="9966">
                  <c:v>2.5436200000000002</c:v>
                </c:pt>
                <c:pt idx="9967">
                  <c:v>2.54393</c:v>
                </c:pt>
                <c:pt idx="9968">
                  <c:v>2.5442300000000002</c:v>
                </c:pt>
                <c:pt idx="9969">
                  <c:v>2.54454</c:v>
                </c:pt>
                <c:pt idx="9970">
                  <c:v>2.5448400000000002</c:v>
                </c:pt>
                <c:pt idx="9971">
                  <c:v>2.54515</c:v>
                </c:pt>
                <c:pt idx="9972">
                  <c:v>2.5454500000000002</c:v>
                </c:pt>
                <c:pt idx="9973">
                  <c:v>2.54576</c:v>
                </c:pt>
                <c:pt idx="9974">
                  <c:v>2.5460699999999998</c:v>
                </c:pt>
                <c:pt idx="9975">
                  <c:v>2.54637</c:v>
                </c:pt>
                <c:pt idx="9976">
                  <c:v>2.5466799999999998</c:v>
                </c:pt>
                <c:pt idx="9977">
                  <c:v>2.54698</c:v>
                </c:pt>
                <c:pt idx="9978">
                  <c:v>2.5472899999999998</c:v>
                </c:pt>
                <c:pt idx="9979">
                  <c:v>2.54759</c:v>
                </c:pt>
                <c:pt idx="9980">
                  <c:v>2.5478999999999998</c:v>
                </c:pt>
                <c:pt idx="9981">
                  <c:v>2.5482</c:v>
                </c:pt>
                <c:pt idx="9982">
                  <c:v>2.5485099999999998</c:v>
                </c:pt>
                <c:pt idx="9983">
                  <c:v>2.54881</c:v>
                </c:pt>
                <c:pt idx="9984">
                  <c:v>2.5491199999999998</c:v>
                </c:pt>
                <c:pt idx="9985">
                  <c:v>2.54942</c:v>
                </c:pt>
                <c:pt idx="9986">
                  <c:v>2.5497299999999998</c:v>
                </c:pt>
                <c:pt idx="9987">
                  <c:v>2.5500400000000001</c:v>
                </c:pt>
                <c:pt idx="9988">
                  <c:v>2.5503399999999998</c:v>
                </c:pt>
                <c:pt idx="9989">
                  <c:v>2.5506500000000001</c:v>
                </c:pt>
                <c:pt idx="9990">
                  <c:v>2.5509499999999998</c:v>
                </c:pt>
                <c:pt idx="9991">
                  <c:v>2.5512600000000001</c:v>
                </c:pt>
                <c:pt idx="9992">
                  <c:v>2.5515599999999998</c:v>
                </c:pt>
                <c:pt idx="9993">
                  <c:v>2.5518700000000001</c:v>
                </c:pt>
                <c:pt idx="9994">
                  <c:v>2.5521699999999998</c:v>
                </c:pt>
                <c:pt idx="9995">
                  <c:v>2.5524800000000001</c:v>
                </c:pt>
                <c:pt idx="9996">
                  <c:v>2.5527799999999998</c:v>
                </c:pt>
                <c:pt idx="9997">
                  <c:v>2.5530900000000001</c:v>
                </c:pt>
                <c:pt idx="9998">
                  <c:v>2.5533899999999998</c:v>
                </c:pt>
                <c:pt idx="9999">
                  <c:v>2.5537000000000001</c:v>
                </c:pt>
                <c:pt idx="10000">
                  <c:v>2.5540099999999999</c:v>
                </c:pt>
                <c:pt idx="10001">
                  <c:v>2.5543100000000001</c:v>
                </c:pt>
                <c:pt idx="10002">
                  <c:v>2.5546199999999999</c:v>
                </c:pt>
                <c:pt idx="10003">
                  <c:v>2.5549200000000001</c:v>
                </c:pt>
                <c:pt idx="10004">
                  <c:v>2.5552299999999999</c:v>
                </c:pt>
                <c:pt idx="10005">
                  <c:v>2.5555300000000001</c:v>
                </c:pt>
                <c:pt idx="10006">
                  <c:v>2.5558399999999999</c:v>
                </c:pt>
                <c:pt idx="10007">
                  <c:v>2.5561400000000001</c:v>
                </c:pt>
                <c:pt idx="10008">
                  <c:v>2.5564499999999999</c:v>
                </c:pt>
                <c:pt idx="10009">
                  <c:v>2.5567500000000001</c:v>
                </c:pt>
                <c:pt idx="10010">
                  <c:v>2.5570599999999999</c:v>
                </c:pt>
                <c:pt idx="10011">
                  <c:v>2.5573700000000001</c:v>
                </c:pt>
                <c:pt idx="10012">
                  <c:v>2.5576699999999999</c:v>
                </c:pt>
                <c:pt idx="10013">
                  <c:v>2.5579800000000001</c:v>
                </c:pt>
                <c:pt idx="10014">
                  <c:v>2.5582799999999999</c:v>
                </c:pt>
                <c:pt idx="10015">
                  <c:v>2.5585900000000001</c:v>
                </c:pt>
                <c:pt idx="10016">
                  <c:v>2.5588899999999999</c:v>
                </c:pt>
                <c:pt idx="10017">
                  <c:v>2.5592000000000001</c:v>
                </c:pt>
                <c:pt idx="10018">
                  <c:v>2.5594999999999999</c:v>
                </c:pt>
                <c:pt idx="10019">
                  <c:v>2.5598100000000001</c:v>
                </c:pt>
                <c:pt idx="10020">
                  <c:v>2.5601099999999999</c:v>
                </c:pt>
                <c:pt idx="10021">
                  <c:v>2.5604200000000001</c:v>
                </c:pt>
                <c:pt idx="10022">
                  <c:v>2.5607199999999999</c:v>
                </c:pt>
                <c:pt idx="10023">
                  <c:v>2.5610300000000001</c:v>
                </c:pt>
                <c:pt idx="10024">
                  <c:v>2.56134</c:v>
                </c:pt>
                <c:pt idx="10025">
                  <c:v>2.5616400000000001</c:v>
                </c:pt>
                <c:pt idx="10026">
                  <c:v>2.5619499999999999</c:v>
                </c:pt>
                <c:pt idx="10027">
                  <c:v>2.5622500000000001</c:v>
                </c:pt>
                <c:pt idx="10028">
                  <c:v>2.5625599999999999</c:v>
                </c:pt>
                <c:pt idx="10029">
                  <c:v>2.5628600000000001</c:v>
                </c:pt>
                <c:pt idx="10030">
                  <c:v>2.5631699999999999</c:v>
                </c:pt>
                <c:pt idx="10031">
                  <c:v>2.5634700000000001</c:v>
                </c:pt>
                <c:pt idx="10032">
                  <c:v>2.5637799999999999</c:v>
                </c:pt>
                <c:pt idx="10033">
                  <c:v>2.5640800000000001</c:v>
                </c:pt>
                <c:pt idx="10034">
                  <c:v>2.5643899999999999</c:v>
                </c:pt>
                <c:pt idx="10035">
                  <c:v>2.5646900000000001</c:v>
                </c:pt>
                <c:pt idx="10036">
                  <c:v>2.5649999999999999</c:v>
                </c:pt>
                <c:pt idx="10037">
                  <c:v>2.5653100000000002</c:v>
                </c:pt>
                <c:pt idx="10038">
                  <c:v>2.5656099999999999</c:v>
                </c:pt>
                <c:pt idx="10039">
                  <c:v>2.5659200000000002</c:v>
                </c:pt>
                <c:pt idx="10040">
                  <c:v>2.5662199999999999</c:v>
                </c:pt>
                <c:pt idx="10041">
                  <c:v>2.5665300000000002</c:v>
                </c:pt>
                <c:pt idx="10042">
                  <c:v>2.5668299999999999</c:v>
                </c:pt>
                <c:pt idx="10043">
                  <c:v>2.5671400000000002</c:v>
                </c:pt>
                <c:pt idx="10044">
                  <c:v>2.5674399999999999</c:v>
                </c:pt>
                <c:pt idx="10045">
                  <c:v>2.5677500000000002</c:v>
                </c:pt>
                <c:pt idx="10046">
                  <c:v>2.5680499999999999</c:v>
                </c:pt>
                <c:pt idx="10047">
                  <c:v>2.5683600000000002</c:v>
                </c:pt>
                <c:pt idx="10048">
                  <c:v>2.5686599999999999</c:v>
                </c:pt>
                <c:pt idx="10049">
                  <c:v>2.5689700000000002</c:v>
                </c:pt>
                <c:pt idx="10050">
                  <c:v>2.56928</c:v>
                </c:pt>
                <c:pt idx="10051">
                  <c:v>2.5695800000000002</c:v>
                </c:pt>
                <c:pt idx="10052">
                  <c:v>2.56989</c:v>
                </c:pt>
                <c:pt idx="10053">
                  <c:v>2.5701900000000002</c:v>
                </c:pt>
                <c:pt idx="10054">
                  <c:v>2.5705</c:v>
                </c:pt>
                <c:pt idx="10055">
                  <c:v>2.5708000000000002</c:v>
                </c:pt>
                <c:pt idx="10056">
                  <c:v>2.57111</c:v>
                </c:pt>
                <c:pt idx="10057">
                  <c:v>2.5714100000000002</c:v>
                </c:pt>
                <c:pt idx="10058">
                  <c:v>2.57172</c:v>
                </c:pt>
                <c:pt idx="10059">
                  <c:v>2.5720200000000002</c:v>
                </c:pt>
                <c:pt idx="10060">
                  <c:v>2.57233</c:v>
                </c:pt>
                <c:pt idx="10061">
                  <c:v>2.5726300000000002</c:v>
                </c:pt>
                <c:pt idx="10062">
                  <c:v>2.57294</c:v>
                </c:pt>
                <c:pt idx="10063">
                  <c:v>2.5732499999999998</c:v>
                </c:pt>
                <c:pt idx="10064">
                  <c:v>2.57355</c:v>
                </c:pt>
                <c:pt idx="10065">
                  <c:v>2.5738599999999998</c:v>
                </c:pt>
                <c:pt idx="10066">
                  <c:v>2.57416</c:v>
                </c:pt>
                <c:pt idx="10067">
                  <c:v>2.5744699999999998</c:v>
                </c:pt>
                <c:pt idx="10068">
                  <c:v>2.57477</c:v>
                </c:pt>
                <c:pt idx="10069">
                  <c:v>2.5750799999999998</c:v>
                </c:pt>
                <c:pt idx="10070">
                  <c:v>2.57538</c:v>
                </c:pt>
                <c:pt idx="10071">
                  <c:v>2.5756899999999998</c:v>
                </c:pt>
                <c:pt idx="10072">
                  <c:v>2.57599</c:v>
                </c:pt>
                <c:pt idx="10073">
                  <c:v>2.5762999999999998</c:v>
                </c:pt>
                <c:pt idx="10074">
                  <c:v>2.5766100000000001</c:v>
                </c:pt>
                <c:pt idx="10075">
                  <c:v>2.5769099999999998</c:v>
                </c:pt>
                <c:pt idx="10076">
                  <c:v>2.5772200000000001</c:v>
                </c:pt>
                <c:pt idx="10077">
                  <c:v>2.5775199999999998</c:v>
                </c:pt>
                <c:pt idx="10078">
                  <c:v>2.5778300000000001</c:v>
                </c:pt>
                <c:pt idx="10079">
                  <c:v>2.5781299999999998</c:v>
                </c:pt>
                <c:pt idx="10080">
                  <c:v>2.5784400000000001</c:v>
                </c:pt>
                <c:pt idx="10081">
                  <c:v>2.5787399999999998</c:v>
                </c:pt>
                <c:pt idx="10082">
                  <c:v>2.5790500000000001</c:v>
                </c:pt>
                <c:pt idx="10083">
                  <c:v>2.5793499999999998</c:v>
                </c:pt>
                <c:pt idx="10084">
                  <c:v>2.5796600000000001</c:v>
                </c:pt>
                <c:pt idx="10085">
                  <c:v>2.5799599999999998</c:v>
                </c:pt>
                <c:pt idx="10086">
                  <c:v>2.5802700000000001</c:v>
                </c:pt>
                <c:pt idx="10087">
                  <c:v>2.5805799999999999</c:v>
                </c:pt>
                <c:pt idx="10088">
                  <c:v>2.5808800000000001</c:v>
                </c:pt>
                <c:pt idx="10089">
                  <c:v>2.5811899999999999</c:v>
                </c:pt>
                <c:pt idx="10090">
                  <c:v>2.5814900000000001</c:v>
                </c:pt>
                <c:pt idx="10091">
                  <c:v>2.5817999999999999</c:v>
                </c:pt>
                <c:pt idx="10092">
                  <c:v>2.5821000000000001</c:v>
                </c:pt>
                <c:pt idx="10093">
                  <c:v>2.5824099999999999</c:v>
                </c:pt>
                <c:pt idx="10094">
                  <c:v>2.5827100000000001</c:v>
                </c:pt>
                <c:pt idx="10095">
                  <c:v>2.5830199999999999</c:v>
                </c:pt>
                <c:pt idx="10096">
                  <c:v>2.5833200000000001</c:v>
                </c:pt>
                <c:pt idx="10097">
                  <c:v>2.5836299999999999</c:v>
                </c:pt>
                <c:pt idx="10098">
                  <c:v>2.5839300000000001</c:v>
                </c:pt>
                <c:pt idx="10099">
                  <c:v>2.5842399999999999</c:v>
                </c:pt>
                <c:pt idx="10100">
                  <c:v>2.5845500000000001</c:v>
                </c:pt>
                <c:pt idx="10101">
                  <c:v>2.5848499999999999</c:v>
                </c:pt>
                <c:pt idx="10102">
                  <c:v>2.5851600000000001</c:v>
                </c:pt>
                <c:pt idx="10103">
                  <c:v>2.5854599999999999</c:v>
                </c:pt>
                <c:pt idx="10104">
                  <c:v>2.5857700000000001</c:v>
                </c:pt>
                <c:pt idx="10105">
                  <c:v>2.5860699999999999</c:v>
                </c:pt>
                <c:pt idx="10106">
                  <c:v>2.5863800000000001</c:v>
                </c:pt>
                <c:pt idx="10107">
                  <c:v>2.5866799999999999</c:v>
                </c:pt>
                <c:pt idx="10108">
                  <c:v>2.5869900000000001</c:v>
                </c:pt>
                <c:pt idx="10109">
                  <c:v>2.5872899999999999</c:v>
                </c:pt>
                <c:pt idx="10110">
                  <c:v>2.5876000000000001</c:v>
                </c:pt>
                <c:pt idx="10111">
                  <c:v>2.5878999999999999</c:v>
                </c:pt>
                <c:pt idx="10112">
                  <c:v>2.5882100000000001</c:v>
                </c:pt>
                <c:pt idx="10113">
                  <c:v>2.5885199999999999</c:v>
                </c:pt>
                <c:pt idx="10114">
                  <c:v>2.5888200000000001</c:v>
                </c:pt>
                <c:pt idx="10115">
                  <c:v>2.5891299999999999</c:v>
                </c:pt>
                <c:pt idx="10116">
                  <c:v>2.5894300000000001</c:v>
                </c:pt>
                <c:pt idx="10117">
                  <c:v>2.5897399999999999</c:v>
                </c:pt>
                <c:pt idx="10118">
                  <c:v>2.5900400000000001</c:v>
                </c:pt>
                <c:pt idx="10119">
                  <c:v>2.5903499999999999</c:v>
                </c:pt>
                <c:pt idx="10120">
                  <c:v>2.5906500000000001</c:v>
                </c:pt>
                <c:pt idx="10121">
                  <c:v>2.5909599999999999</c:v>
                </c:pt>
                <c:pt idx="10122">
                  <c:v>2.5912600000000001</c:v>
                </c:pt>
                <c:pt idx="10123">
                  <c:v>2.5915699999999999</c:v>
                </c:pt>
                <c:pt idx="10124">
                  <c:v>2.5918800000000002</c:v>
                </c:pt>
                <c:pt idx="10125">
                  <c:v>2.5921799999999999</c:v>
                </c:pt>
                <c:pt idx="10126">
                  <c:v>2.5924900000000002</c:v>
                </c:pt>
                <c:pt idx="10127">
                  <c:v>2.5927899999999999</c:v>
                </c:pt>
                <c:pt idx="10128">
                  <c:v>2.5931000000000002</c:v>
                </c:pt>
                <c:pt idx="10129">
                  <c:v>2.5933999999999999</c:v>
                </c:pt>
                <c:pt idx="10130">
                  <c:v>2.5937100000000002</c:v>
                </c:pt>
                <c:pt idx="10131">
                  <c:v>2.5940099999999999</c:v>
                </c:pt>
                <c:pt idx="10132">
                  <c:v>2.5943200000000002</c:v>
                </c:pt>
                <c:pt idx="10133">
                  <c:v>2.5946199999999999</c:v>
                </c:pt>
                <c:pt idx="10134">
                  <c:v>2.5949300000000002</c:v>
                </c:pt>
                <c:pt idx="10135">
                  <c:v>2.5952299999999999</c:v>
                </c:pt>
                <c:pt idx="10136">
                  <c:v>2.5955400000000002</c:v>
                </c:pt>
                <c:pt idx="10137">
                  <c:v>2.59585</c:v>
                </c:pt>
                <c:pt idx="10138">
                  <c:v>2.5961500000000002</c:v>
                </c:pt>
                <c:pt idx="10139">
                  <c:v>2.59646</c:v>
                </c:pt>
                <c:pt idx="10140">
                  <c:v>2.5967600000000002</c:v>
                </c:pt>
                <c:pt idx="10141">
                  <c:v>2.59707</c:v>
                </c:pt>
                <c:pt idx="10142">
                  <c:v>2.5973700000000002</c:v>
                </c:pt>
                <c:pt idx="10143">
                  <c:v>2.59768</c:v>
                </c:pt>
                <c:pt idx="10144">
                  <c:v>2.5979800000000002</c:v>
                </c:pt>
                <c:pt idx="10145">
                  <c:v>2.59829</c:v>
                </c:pt>
                <c:pt idx="10146">
                  <c:v>2.5985900000000002</c:v>
                </c:pt>
                <c:pt idx="10147">
                  <c:v>2.5989</c:v>
                </c:pt>
                <c:pt idx="10148">
                  <c:v>2.5992000000000002</c:v>
                </c:pt>
                <c:pt idx="10149">
                  <c:v>2.59951</c:v>
                </c:pt>
                <c:pt idx="10150">
                  <c:v>2.5998199999999998</c:v>
                </c:pt>
                <c:pt idx="10151">
                  <c:v>2.60012</c:v>
                </c:pt>
                <c:pt idx="10152">
                  <c:v>2.6004299999999998</c:v>
                </c:pt>
                <c:pt idx="10153">
                  <c:v>2.60073</c:v>
                </c:pt>
                <c:pt idx="10154">
                  <c:v>2.6010399999999998</c:v>
                </c:pt>
                <c:pt idx="10155">
                  <c:v>2.60134</c:v>
                </c:pt>
                <c:pt idx="10156">
                  <c:v>2.6016499999999998</c:v>
                </c:pt>
                <c:pt idx="10157">
                  <c:v>2.60195</c:v>
                </c:pt>
                <c:pt idx="10158">
                  <c:v>2.6022599999999998</c:v>
                </c:pt>
                <c:pt idx="10159">
                  <c:v>2.60256</c:v>
                </c:pt>
                <c:pt idx="10160">
                  <c:v>2.6028699999999998</c:v>
                </c:pt>
                <c:pt idx="10161">
                  <c:v>2.60317</c:v>
                </c:pt>
                <c:pt idx="10162">
                  <c:v>2.6034799999999998</c:v>
                </c:pt>
                <c:pt idx="10163">
                  <c:v>2.60379</c:v>
                </c:pt>
                <c:pt idx="10164">
                  <c:v>2.6040899999999998</c:v>
                </c:pt>
                <c:pt idx="10165">
                  <c:v>2.6044</c:v>
                </c:pt>
                <c:pt idx="10166">
                  <c:v>2.6046999999999998</c:v>
                </c:pt>
                <c:pt idx="10167">
                  <c:v>2.60501</c:v>
                </c:pt>
                <c:pt idx="10168">
                  <c:v>2.6053099999999998</c:v>
                </c:pt>
                <c:pt idx="10169">
                  <c:v>2.60562</c:v>
                </c:pt>
                <c:pt idx="10170">
                  <c:v>2.6059199999999998</c:v>
                </c:pt>
                <c:pt idx="10171">
                  <c:v>2.60623</c:v>
                </c:pt>
                <c:pt idx="10172">
                  <c:v>2.6065299999999998</c:v>
                </c:pt>
                <c:pt idx="10173">
                  <c:v>2.60684</c:v>
                </c:pt>
                <c:pt idx="10174">
                  <c:v>2.6071399999999998</c:v>
                </c:pt>
                <c:pt idx="10175">
                  <c:v>2.60745</c:v>
                </c:pt>
                <c:pt idx="10176">
                  <c:v>2.6077599999999999</c:v>
                </c:pt>
                <c:pt idx="10177">
                  <c:v>2.60806</c:v>
                </c:pt>
                <c:pt idx="10178">
                  <c:v>2.6083699999999999</c:v>
                </c:pt>
                <c:pt idx="10179">
                  <c:v>2.60867</c:v>
                </c:pt>
                <c:pt idx="10180">
                  <c:v>2.6089799999999999</c:v>
                </c:pt>
                <c:pt idx="10181">
                  <c:v>2.60928</c:v>
                </c:pt>
                <c:pt idx="10182">
                  <c:v>2.6095899999999999</c:v>
                </c:pt>
                <c:pt idx="10183">
                  <c:v>2.60989</c:v>
                </c:pt>
                <c:pt idx="10184">
                  <c:v>2.6101999999999999</c:v>
                </c:pt>
                <c:pt idx="10185">
                  <c:v>2.6105</c:v>
                </c:pt>
                <c:pt idx="10186">
                  <c:v>2.6108099999999999</c:v>
                </c:pt>
                <c:pt idx="10187">
                  <c:v>2.6111200000000001</c:v>
                </c:pt>
                <c:pt idx="10188">
                  <c:v>2.6114199999999999</c:v>
                </c:pt>
                <c:pt idx="10189">
                  <c:v>2.6117300000000001</c:v>
                </c:pt>
                <c:pt idx="10190">
                  <c:v>2.6120299999999999</c:v>
                </c:pt>
                <c:pt idx="10191">
                  <c:v>2.6123400000000001</c:v>
                </c:pt>
                <c:pt idx="10192">
                  <c:v>2.6126399999999999</c:v>
                </c:pt>
                <c:pt idx="10193">
                  <c:v>2.6129500000000001</c:v>
                </c:pt>
                <c:pt idx="10194">
                  <c:v>2.6132499999999999</c:v>
                </c:pt>
                <c:pt idx="10195">
                  <c:v>2.6135600000000001</c:v>
                </c:pt>
                <c:pt idx="10196">
                  <c:v>2.6138599999999999</c:v>
                </c:pt>
                <c:pt idx="10197">
                  <c:v>2.6141700000000001</c:v>
                </c:pt>
                <c:pt idx="10198">
                  <c:v>2.6144699999999998</c:v>
                </c:pt>
                <c:pt idx="10199">
                  <c:v>2.6147800000000001</c:v>
                </c:pt>
                <c:pt idx="10200">
                  <c:v>2.6150899999999999</c:v>
                </c:pt>
                <c:pt idx="10201">
                  <c:v>2.6153900000000001</c:v>
                </c:pt>
                <c:pt idx="10202">
                  <c:v>2.6156999999999999</c:v>
                </c:pt>
                <c:pt idx="10203">
                  <c:v>2.6160000000000001</c:v>
                </c:pt>
                <c:pt idx="10204">
                  <c:v>2.6163099999999999</c:v>
                </c:pt>
                <c:pt idx="10205">
                  <c:v>2.6166100000000001</c:v>
                </c:pt>
                <c:pt idx="10206">
                  <c:v>2.6169199999999999</c:v>
                </c:pt>
                <c:pt idx="10207">
                  <c:v>2.6172200000000001</c:v>
                </c:pt>
                <c:pt idx="10208">
                  <c:v>2.6175299999999999</c:v>
                </c:pt>
                <c:pt idx="10209">
                  <c:v>2.6178300000000001</c:v>
                </c:pt>
                <c:pt idx="10210">
                  <c:v>2.6181399999999999</c:v>
                </c:pt>
                <c:pt idx="10211">
                  <c:v>2.6184400000000001</c:v>
                </c:pt>
                <c:pt idx="10212">
                  <c:v>2.6187499999999999</c:v>
                </c:pt>
                <c:pt idx="10213">
                  <c:v>2.6190600000000002</c:v>
                </c:pt>
                <c:pt idx="10214">
                  <c:v>2.6193599999999999</c:v>
                </c:pt>
                <c:pt idx="10215">
                  <c:v>2.6196700000000002</c:v>
                </c:pt>
                <c:pt idx="10216">
                  <c:v>2.6199699999999999</c:v>
                </c:pt>
                <c:pt idx="10217">
                  <c:v>2.6202800000000002</c:v>
                </c:pt>
                <c:pt idx="10218">
                  <c:v>2.6205799999999999</c:v>
                </c:pt>
                <c:pt idx="10219">
                  <c:v>2.6208900000000002</c:v>
                </c:pt>
                <c:pt idx="10220">
                  <c:v>2.6211899999999999</c:v>
                </c:pt>
                <c:pt idx="10221">
                  <c:v>2.6215000000000002</c:v>
                </c:pt>
                <c:pt idx="10222">
                  <c:v>2.6217999999999999</c:v>
                </c:pt>
                <c:pt idx="10223">
                  <c:v>2.6221100000000002</c:v>
                </c:pt>
                <c:pt idx="10224">
                  <c:v>2.6224099999999999</c:v>
                </c:pt>
                <c:pt idx="10225">
                  <c:v>2.6227200000000002</c:v>
                </c:pt>
                <c:pt idx="10226">
                  <c:v>2.62303</c:v>
                </c:pt>
                <c:pt idx="10227">
                  <c:v>2.6233300000000002</c:v>
                </c:pt>
                <c:pt idx="10228">
                  <c:v>2.62364</c:v>
                </c:pt>
                <c:pt idx="10229">
                  <c:v>2.6239400000000002</c:v>
                </c:pt>
                <c:pt idx="10230">
                  <c:v>2.62425</c:v>
                </c:pt>
                <c:pt idx="10231">
                  <c:v>2.6245500000000002</c:v>
                </c:pt>
                <c:pt idx="10232">
                  <c:v>2.62486</c:v>
                </c:pt>
                <c:pt idx="10233">
                  <c:v>2.6251600000000002</c:v>
                </c:pt>
                <c:pt idx="10234">
                  <c:v>2.62547</c:v>
                </c:pt>
                <c:pt idx="10235">
                  <c:v>2.6257700000000002</c:v>
                </c:pt>
                <c:pt idx="10236">
                  <c:v>2.62608</c:v>
                </c:pt>
                <c:pt idx="10237">
                  <c:v>2.6263800000000002</c:v>
                </c:pt>
                <c:pt idx="10238">
                  <c:v>2.62669</c:v>
                </c:pt>
                <c:pt idx="10239">
                  <c:v>2.6269999999999998</c:v>
                </c:pt>
                <c:pt idx="10240">
                  <c:v>2.6273</c:v>
                </c:pt>
                <c:pt idx="10241">
                  <c:v>2.6276099999999998</c:v>
                </c:pt>
                <c:pt idx="10242">
                  <c:v>2.62791</c:v>
                </c:pt>
                <c:pt idx="10243">
                  <c:v>2.6282199999999998</c:v>
                </c:pt>
                <c:pt idx="10244">
                  <c:v>2.62852</c:v>
                </c:pt>
                <c:pt idx="10245">
                  <c:v>2.6288299999999998</c:v>
                </c:pt>
                <c:pt idx="10246">
                  <c:v>2.62913</c:v>
                </c:pt>
                <c:pt idx="10247">
                  <c:v>2.6294400000000002</c:v>
                </c:pt>
                <c:pt idx="10248">
                  <c:v>2.62974</c:v>
                </c:pt>
                <c:pt idx="10249">
                  <c:v>2.6300500000000002</c:v>
                </c:pt>
                <c:pt idx="10250">
                  <c:v>2.63036</c:v>
                </c:pt>
                <c:pt idx="10251">
                  <c:v>2.6306600000000002</c:v>
                </c:pt>
                <c:pt idx="10252">
                  <c:v>2.63097</c:v>
                </c:pt>
                <c:pt idx="10253">
                  <c:v>2.6312700000000002</c:v>
                </c:pt>
                <c:pt idx="10254">
                  <c:v>2.63158</c:v>
                </c:pt>
                <c:pt idx="10255">
                  <c:v>2.6318800000000002</c:v>
                </c:pt>
                <c:pt idx="10256">
                  <c:v>2.63219</c:v>
                </c:pt>
                <c:pt idx="10257">
                  <c:v>2.6324900000000002</c:v>
                </c:pt>
                <c:pt idx="10258">
                  <c:v>2.6328</c:v>
                </c:pt>
                <c:pt idx="10259">
                  <c:v>2.6331000000000002</c:v>
                </c:pt>
                <c:pt idx="10260">
                  <c:v>2.63341</c:v>
                </c:pt>
                <c:pt idx="10261">
                  <c:v>2.6337100000000002</c:v>
                </c:pt>
                <c:pt idx="10262">
                  <c:v>2.63402</c:v>
                </c:pt>
                <c:pt idx="10263">
                  <c:v>2.6343299999999998</c:v>
                </c:pt>
                <c:pt idx="10264">
                  <c:v>2.63463</c:v>
                </c:pt>
                <c:pt idx="10265">
                  <c:v>2.6349399999999998</c:v>
                </c:pt>
                <c:pt idx="10266">
                  <c:v>2.63524</c:v>
                </c:pt>
                <c:pt idx="10267">
                  <c:v>2.6355499999999998</c:v>
                </c:pt>
                <c:pt idx="10268">
                  <c:v>2.63585</c:v>
                </c:pt>
                <c:pt idx="10269">
                  <c:v>2.6361599999999998</c:v>
                </c:pt>
                <c:pt idx="10270">
                  <c:v>2.63646</c:v>
                </c:pt>
                <c:pt idx="10271">
                  <c:v>2.6367699999999998</c:v>
                </c:pt>
                <c:pt idx="10272">
                  <c:v>2.63707</c:v>
                </c:pt>
                <c:pt idx="10273">
                  <c:v>2.6373799999999998</c:v>
                </c:pt>
                <c:pt idx="10274">
                  <c:v>2.63768</c:v>
                </c:pt>
                <c:pt idx="10275">
                  <c:v>2.6379899999999998</c:v>
                </c:pt>
                <c:pt idx="10276">
                  <c:v>2.6383000000000001</c:v>
                </c:pt>
                <c:pt idx="10277">
                  <c:v>2.6385999999999998</c:v>
                </c:pt>
                <c:pt idx="10278">
                  <c:v>2.6389100000000001</c:v>
                </c:pt>
                <c:pt idx="10279">
                  <c:v>2.6392099999999998</c:v>
                </c:pt>
                <c:pt idx="10280">
                  <c:v>2.6395200000000001</c:v>
                </c:pt>
                <c:pt idx="10281">
                  <c:v>2.6398199999999998</c:v>
                </c:pt>
                <c:pt idx="10282">
                  <c:v>2.6401300000000001</c:v>
                </c:pt>
                <c:pt idx="10283">
                  <c:v>2.6404299999999998</c:v>
                </c:pt>
                <c:pt idx="10284">
                  <c:v>2.6407400000000001</c:v>
                </c:pt>
                <c:pt idx="10285">
                  <c:v>2.6410399999999998</c:v>
                </c:pt>
                <c:pt idx="10286">
                  <c:v>2.6413500000000001</c:v>
                </c:pt>
                <c:pt idx="10287">
                  <c:v>2.6416499999999998</c:v>
                </c:pt>
                <c:pt idx="10288">
                  <c:v>2.6419600000000001</c:v>
                </c:pt>
                <c:pt idx="10289">
                  <c:v>2.6422699999999999</c:v>
                </c:pt>
                <c:pt idx="10290">
                  <c:v>2.6425700000000001</c:v>
                </c:pt>
                <c:pt idx="10291">
                  <c:v>2.6428799999999999</c:v>
                </c:pt>
                <c:pt idx="10292">
                  <c:v>2.6431800000000001</c:v>
                </c:pt>
                <c:pt idx="10293">
                  <c:v>2.6434899999999999</c:v>
                </c:pt>
                <c:pt idx="10294">
                  <c:v>2.6437900000000001</c:v>
                </c:pt>
                <c:pt idx="10295">
                  <c:v>2.6440999999999999</c:v>
                </c:pt>
                <c:pt idx="10296">
                  <c:v>2.6444000000000001</c:v>
                </c:pt>
                <c:pt idx="10297">
                  <c:v>2.6447099999999999</c:v>
                </c:pt>
                <c:pt idx="10298">
                  <c:v>2.6450100000000001</c:v>
                </c:pt>
                <c:pt idx="10299">
                  <c:v>2.6453199999999999</c:v>
                </c:pt>
                <c:pt idx="10300">
                  <c:v>2.6456300000000001</c:v>
                </c:pt>
                <c:pt idx="10301">
                  <c:v>2.6459299999999999</c:v>
                </c:pt>
                <c:pt idx="10302">
                  <c:v>2.6462400000000001</c:v>
                </c:pt>
                <c:pt idx="10303">
                  <c:v>2.6465399999999999</c:v>
                </c:pt>
                <c:pt idx="10304">
                  <c:v>2.6468500000000001</c:v>
                </c:pt>
                <c:pt idx="10305">
                  <c:v>2.6471499999999999</c:v>
                </c:pt>
                <c:pt idx="10306">
                  <c:v>2.6474600000000001</c:v>
                </c:pt>
                <c:pt idx="10307">
                  <c:v>2.6477599999999999</c:v>
                </c:pt>
                <c:pt idx="10308">
                  <c:v>2.6480700000000001</c:v>
                </c:pt>
                <c:pt idx="10309">
                  <c:v>2.6483699999999999</c:v>
                </c:pt>
                <c:pt idx="10310">
                  <c:v>2.6486800000000001</c:v>
                </c:pt>
                <c:pt idx="10311">
                  <c:v>2.6489799999999999</c:v>
                </c:pt>
                <c:pt idx="10312">
                  <c:v>2.6492900000000001</c:v>
                </c:pt>
                <c:pt idx="10313">
                  <c:v>2.6496</c:v>
                </c:pt>
                <c:pt idx="10314">
                  <c:v>2.6499000000000001</c:v>
                </c:pt>
                <c:pt idx="10315">
                  <c:v>2.65021</c:v>
                </c:pt>
                <c:pt idx="10316">
                  <c:v>2.6505100000000001</c:v>
                </c:pt>
                <c:pt idx="10317">
                  <c:v>2.65082</c:v>
                </c:pt>
                <c:pt idx="10318">
                  <c:v>2.6511200000000001</c:v>
                </c:pt>
                <c:pt idx="10319">
                  <c:v>2.65143</c:v>
                </c:pt>
                <c:pt idx="10320">
                  <c:v>2.6517300000000001</c:v>
                </c:pt>
                <c:pt idx="10321">
                  <c:v>2.65204</c:v>
                </c:pt>
                <c:pt idx="10322">
                  <c:v>2.6523400000000001</c:v>
                </c:pt>
                <c:pt idx="10323">
                  <c:v>2.65265</c:v>
                </c:pt>
                <c:pt idx="10324">
                  <c:v>2.6529500000000001</c:v>
                </c:pt>
                <c:pt idx="10325">
                  <c:v>2.65326</c:v>
                </c:pt>
                <c:pt idx="10326">
                  <c:v>2.6535700000000002</c:v>
                </c:pt>
                <c:pt idx="10327">
                  <c:v>2.65387</c:v>
                </c:pt>
                <c:pt idx="10328">
                  <c:v>2.6541800000000002</c:v>
                </c:pt>
                <c:pt idx="10329">
                  <c:v>2.65448</c:v>
                </c:pt>
                <c:pt idx="10330">
                  <c:v>2.6547900000000002</c:v>
                </c:pt>
                <c:pt idx="10331">
                  <c:v>2.65509</c:v>
                </c:pt>
                <c:pt idx="10332">
                  <c:v>2.6554000000000002</c:v>
                </c:pt>
                <c:pt idx="10333">
                  <c:v>2.6556999999999999</c:v>
                </c:pt>
                <c:pt idx="10334">
                  <c:v>2.6560100000000002</c:v>
                </c:pt>
                <c:pt idx="10335">
                  <c:v>2.6563099999999999</c:v>
                </c:pt>
                <c:pt idx="10336">
                  <c:v>2.6566200000000002</c:v>
                </c:pt>
                <c:pt idx="10337">
                  <c:v>2.6569199999999999</c:v>
                </c:pt>
                <c:pt idx="10338">
                  <c:v>2.6572300000000002</c:v>
                </c:pt>
                <c:pt idx="10339">
                  <c:v>2.65754</c:v>
                </c:pt>
                <c:pt idx="10340">
                  <c:v>2.6578400000000002</c:v>
                </c:pt>
                <c:pt idx="10341">
                  <c:v>2.65815</c:v>
                </c:pt>
                <c:pt idx="10342">
                  <c:v>2.6584500000000002</c:v>
                </c:pt>
                <c:pt idx="10343">
                  <c:v>2.65876</c:v>
                </c:pt>
                <c:pt idx="10344">
                  <c:v>2.6590600000000002</c:v>
                </c:pt>
                <c:pt idx="10345">
                  <c:v>2.65937</c:v>
                </c:pt>
                <c:pt idx="10346">
                  <c:v>2.6596700000000002</c:v>
                </c:pt>
                <c:pt idx="10347">
                  <c:v>2.65998</c:v>
                </c:pt>
                <c:pt idx="10348">
                  <c:v>2.6602800000000002</c:v>
                </c:pt>
                <c:pt idx="10349">
                  <c:v>2.66059</c:v>
                </c:pt>
                <c:pt idx="10350">
                  <c:v>2.6608900000000002</c:v>
                </c:pt>
                <c:pt idx="10351">
                  <c:v>2.6612</c:v>
                </c:pt>
                <c:pt idx="10352">
                  <c:v>2.6615099999999998</c:v>
                </c:pt>
                <c:pt idx="10353">
                  <c:v>2.66181</c:v>
                </c:pt>
                <c:pt idx="10354">
                  <c:v>2.6621199999999998</c:v>
                </c:pt>
                <c:pt idx="10355">
                  <c:v>2.66242</c:v>
                </c:pt>
                <c:pt idx="10356">
                  <c:v>2.6627299999999998</c:v>
                </c:pt>
                <c:pt idx="10357">
                  <c:v>2.66303</c:v>
                </c:pt>
                <c:pt idx="10358">
                  <c:v>2.6633399999999998</c:v>
                </c:pt>
                <c:pt idx="10359">
                  <c:v>2.66364</c:v>
                </c:pt>
                <c:pt idx="10360">
                  <c:v>2.6639499999999998</c:v>
                </c:pt>
                <c:pt idx="10361">
                  <c:v>2.66425</c:v>
                </c:pt>
                <c:pt idx="10362">
                  <c:v>2.6645599999999998</c:v>
                </c:pt>
                <c:pt idx="10363">
                  <c:v>2.6648700000000001</c:v>
                </c:pt>
                <c:pt idx="10364">
                  <c:v>2.6651699999999998</c:v>
                </c:pt>
                <c:pt idx="10365">
                  <c:v>2.6654800000000001</c:v>
                </c:pt>
                <c:pt idx="10366">
                  <c:v>2.6657799999999998</c:v>
                </c:pt>
                <c:pt idx="10367">
                  <c:v>2.6660900000000001</c:v>
                </c:pt>
                <c:pt idx="10368">
                  <c:v>2.6663899999999998</c:v>
                </c:pt>
                <c:pt idx="10369">
                  <c:v>2.6667000000000001</c:v>
                </c:pt>
                <c:pt idx="10370">
                  <c:v>2.6669999999999998</c:v>
                </c:pt>
                <c:pt idx="10371">
                  <c:v>2.6673100000000001</c:v>
                </c:pt>
                <c:pt idx="10372">
                  <c:v>2.6676099999999998</c:v>
                </c:pt>
                <c:pt idx="10373">
                  <c:v>2.6679200000000001</c:v>
                </c:pt>
                <c:pt idx="10374">
                  <c:v>2.6682199999999998</c:v>
                </c:pt>
                <c:pt idx="10375">
                  <c:v>2.6685300000000001</c:v>
                </c:pt>
                <c:pt idx="10376">
                  <c:v>2.6688399999999999</c:v>
                </c:pt>
                <c:pt idx="10377">
                  <c:v>2.6691400000000001</c:v>
                </c:pt>
                <c:pt idx="10378">
                  <c:v>2.6694499999999999</c:v>
                </c:pt>
                <c:pt idx="10379">
                  <c:v>2.6697500000000001</c:v>
                </c:pt>
                <c:pt idx="10380">
                  <c:v>2.6700599999999999</c:v>
                </c:pt>
                <c:pt idx="10381">
                  <c:v>2.6703600000000001</c:v>
                </c:pt>
                <c:pt idx="10382">
                  <c:v>2.6706699999999999</c:v>
                </c:pt>
                <c:pt idx="10383">
                  <c:v>2.6709700000000001</c:v>
                </c:pt>
                <c:pt idx="10384">
                  <c:v>2.6712799999999999</c:v>
                </c:pt>
                <c:pt idx="10385">
                  <c:v>2.6715800000000001</c:v>
                </c:pt>
                <c:pt idx="10386">
                  <c:v>2.6718899999999999</c:v>
                </c:pt>
                <c:pt idx="10387">
                  <c:v>2.6721900000000001</c:v>
                </c:pt>
                <c:pt idx="10388">
                  <c:v>2.6724999999999999</c:v>
                </c:pt>
                <c:pt idx="10389">
                  <c:v>2.6728100000000001</c:v>
                </c:pt>
                <c:pt idx="10390">
                  <c:v>2.6731099999999999</c:v>
                </c:pt>
                <c:pt idx="10391">
                  <c:v>2.6734200000000001</c:v>
                </c:pt>
                <c:pt idx="10392">
                  <c:v>2.6737199999999999</c:v>
                </c:pt>
                <c:pt idx="10393">
                  <c:v>2.6740300000000001</c:v>
                </c:pt>
                <c:pt idx="10394">
                  <c:v>2.6743299999999999</c:v>
                </c:pt>
                <c:pt idx="10395">
                  <c:v>2.6746400000000001</c:v>
                </c:pt>
                <c:pt idx="10396">
                  <c:v>2.6749399999999999</c:v>
                </c:pt>
                <c:pt idx="10397">
                  <c:v>2.6752500000000001</c:v>
                </c:pt>
                <c:pt idx="10398">
                  <c:v>2.6755499999999999</c:v>
                </c:pt>
                <c:pt idx="10399">
                  <c:v>2.6758600000000001</c:v>
                </c:pt>
                <c:pt idx="10400">
                  <c:v>2.6761599999999999</c:v>
                </c:pt>
                <c:pt idx="10401">
                  <c:v>2.6764700000000001</c:v>
                </c:pt>
                <c:pt idx="10402">
                  <c:v>2.6767799999999999</c:v>
                </c:pt>
                <c:pt idx="10403">
                  <c:v>2.6770800000000001</c:v>
                </c:pt>
                <c:pt idx="10404">
                  <c:v>2.6773899999999999</c:v>
                </c:pt>
                <c:pt idx="10405">
                  <c:v>2.6776900000000001</c:v>
                </c:pt>
                <c:pt idx="10406">
                  <c:v>2.6779999999999999</c:v>
                </c:pt>
                <c:pt idx="10407">
                  <c:v>2.6783000000000001</c:v>
                </c:pt>
                <c:pt idx="10408">
                  <c:v>2.6786099999999999</c:v>
                </c:pt>
                <c:pt idx="10409">
                  <c:v>2.6789100000000001</c:v>
                </c:pt>
                <c:pt idx="10410">
                  <c:v>2.6792199999999999</c:v>
                </c:pt>
                <c:pt idx="10411">
                  <c:v>2.6795200000000001</c:v>
                </c:pt>
                <c:pt idx="10412">
                  <c:v>2.6798299999999999</c:v>
                </c:pt>
                <c:pt idx="10413">
                  <c:v>2.6801300000000001</c:v>
                </c:pt>
                <c:pt idx="10414">
                  <c:v>2.6804399999999999</c:v>
                </c:pt>
                <c:pt idx="10415">
                  <c:v>2.6807500000000002</c:v>
                </c:pt>
                <c:pt idx="10416">
                  <c:v>2.6810499999999999</c:v>
                </c:pt>
                <c:pt idx="10417">
                  <c:v>2.6813600000000002</c:v>
                </c:pt>
                <c:pt idx="10418">
                  <c:v>2.6816599999999999</c:v>
                </c:pt>
                <c:pt idx="10419">
                  <c:v>2.6819700000000002</c:v>
                </c:pt>
                <c:pt idx="10420">
                  <c:v>2.6822699999999999</c:v>
                </c:pt>
                <c:pt idx="10421">
                  <c:v>2.6825800000000002</c:v>
                </c:pt>
                <c:pt idx="10422">
                  <c:v>2.6828799999999999</c:v>
                </c:pt>
                <c:pt idx="10423">
                  <c:v>2.6831900000000002</c:v>
                </c:pt>
                <c:pt idx="10424">
                  <c:v>2.6834899999999999</c:v>
                </c:pt>
                <c:pt idx="10425">
                  <c:v>2.6838000000000002</c:v>
                </c:pt>
                <c:pt idx="10426">
                  <c:v>2.68411</c:v>
                </c:pt>
                <c:pt idx="10427">
                  <c:v>2.6844100000000002</c:v>
                </c:pt>
                <c:pt idx="10428">
                  <c:v>2.68472</c:v>
                </c:pt>
                <c:pt idx="10429">
                  <c:v>2.6850200000000002</c:v>
                </c:pt>
                <c:pt idx="10430">
                  <c:v>2.68533</c:v>
                </c:pt>
                <c:pt idx="10431">
                  <c:v>2.6856300000000002</c:v>
                </c:pt>
                <c:pt idx="10432">
                  <c:v>2.68594</c:v>
                </c:pt>
                <c:pt idx="10433">
                  <c:v>2.6862400000000002</c:v>
                </c:pt>
                <c:pt idx="10434">
                  <c:v>2.68655</c:v>
                </c:pt>
                <c:pt idx="10435">
                  <c:v>2.6868500000000002</c:v>
                </c:pt>
                <c:pt idx="10436">
                  <c:v>2.68716</c:v>
                </c:pt>
                <c:pt idx="10437">
                  <c:v>2.6874600000000002</c:v>
                </c:pt>
                <c:pt idx="10438">
                  <c:v>2.68777</c:v>
                </c:pt>
                <c:pt idx="10439">
                  <c:v>2.6880799999999998</c:v>
                </c:pt>
                <c:pt idx="10440">
                  <c:v>2.68838</c:v>
                </c:pt>
                <c:pt idx="10441">
                  <c:v>2.6886899999999998</c:v>
                </c:pt>
                <c:pt idx="10442">
                  <c:v>2.68899</c:v>
                </c:pt>
                <c:pt idx="10443">
                  <c:v>2.6892999999999998</c:v>
                </c:pt>
                <c:pt idx="10444">
                  <c:v>2.6896</c:v>
                </c:pt>
                <c:pt idx="10445">
                  <c:v>2.6899099999999998</c:v>
                </c:pt>
                <c:pt idx="10446">
                  <c:v>2.69021</c:v>
                </c:pt>
                <c:pt idx="10447">
                  <c:v>2.6905199999999998</c:v>
                </c:pt>
                <c:pt idx="10448">
                  <c:v>2.69082</c:v>
                </c:pt>
                <c:pt idx="10449">
                  <c:v>2.6911299999999998</c:v>
                </c:pt>
                <c:pt idx="10450">
                  <c:v>2.69143</c:v>
                </c:pt>
                <c:pt idx="10451">
                  <c:v>2.6917399999999998</c:v>
                </c:pt>
                <c:pt idx="10452">
                  <c:v>2.6920500000000001</c:v>
                </c:pt>
                <c:pt idx="10453">
                  <c:v>2.6923499999999998</c:v>
                </c:pt>
                <c:pt idx="10454">
                  <c:v>2.6926600000000001</c:v>
                </c:pt>
                <c:pt idx="10455">
                  <c:v>2.6929599999999998</c:v>
                </c:pt>
                <c:pt idx="10456">
                  <c:v>2.6932700000000001</c:v>
                </c:pt>
                <c:pt idx="10457">
                  <c:v>2.6935699999999998</c:v>
                </c:pt>
                <c:pt idx="10458">
                  <c:v>2.6938800000000001</c:v>
                </c:pt>
                <c:pt idx="10459">
                  <c:v>2.6941799999999998</c:v>
                </c:pt>
                <c:pt idx="10460">
                  <c:v>2.6944900000000001</c:v>
                </c:pt>
                <c:pt idx="10461">
                  <c:v>2.6947899999999998</c:v>
                </c:pt>
                <c:pt idx="10462">
                  <c:v>2.6951000000000001</c:v>
                </c:pt>
                <c:pt idx="10463">
                  <c:v>2.6953999999999998</c:v>
                </c:pt>
                <c:pt idx="10464">
                  <c:v>2.6957100000000001</c:v>
                </c:pt>
                <c:pt idx="10465">
                  <c:v>2.6960199999999999</c:v>
                </c:pt>
                <c:pt idx="10466">
                  <c:v>2.6963200000000001</c:v>
                </c:pt>
                <c:pt idx="10467">
                  <c:v>2.6966299999999999</c:v>
                </c:pt>
                <c:pt idx="10468">
                  <c:v>2.69693</c:v>
                </c:pt>
                <c:pt idx="10469">
                  <c:v>2.6972399999999999</c:v>
                </c:pt>
                <c:pt idx="10470">
                  <c:v>2.69754</c:v>
                </c:pt>
                <c:pt idx="10471">
                  <c:v>2.6978499999999999</c:v>
                </c:pt>
                <c:pt idx="10472">
                  <c:v>2.69815</c:v>
                </c:pt>
                <c:pt idx="10473">
                  <c:v>2.6984599999999999</c:v>
                </c:pt>
                <c:pt idx="10474">
                  <c:v>2.69876</c:v>
                </c:pt>
                <c:pt idx="10475">
                  <c:v>2.6990699999999999</c:v>
                </c:pt>
                <c:pt idx="10476">
                  <c:v>2.69937</c:v>
                </c:pt>
                <c:pt idx="10477">
                  <c:v>2.6996799999999999</c:v>
                </c:pt>
                <c:pt idx="10478">
                  <c:v>2.6999900000000001</c:v>
                </c:pt>
                <c:pt idx="10479">
                  <c:v>2.7002899999999999</c:v>
                </c:pt>
                <c:pt idx="10480">
                  <c:v>2.7006000000000001</c:v>
                </c:pt>
                <c:pt idx="10481">
                  <c:v>2.7008999999999999</c:v>
                </c:pt>
                <c:pt idx="10482">
                  <c:v>2.7012100000000001</c:v>
                </c:pt>
                <c:pt idx="10483">
                  <c:v>2.7015099999999999</c:v>
                </c:pt>
                <c:pt idx="10484">
                  <c:v>2.7018200000000001</c:v>
                </c:pt>
                <c:pt idx="10485">
                  <c:v>2.7021199999999999</c:v>
                </c:pt>
                <c:pt idx="10486">
                  <c:v>2.7024300000000001</c:v>
                </c:pt>
                <c:pt idx="10487">
                  <c:v>2.7027299999999999</c:v>
                </c:pt>
                <c:pt idx="10488">
                  <c:v>2.7030400000000001</c:v>
                </c:pt>
                <c:pt idx="10489">
                  <c:v>2.7033499999999999</c:v>
                </c:pt>
                <c:pt idx="10490">
                  <c:v>2.7036500000000001</c:v>
                </c:pt>
                <c:pt idx="10491">
                  <c:v>2.7039599999999999</c:v>
                </c:pt>
                <c:pt idx="10492">
                  <c:v>2.7042600000000001</c:v>
                </c:pt>
                <c:pt idx="10493">
                  <c:v>2.7045699999999999</c:v>
                </c:pt>
                <c:pt idx="10494">
                  <c:v>2.7048700000000001</c:v>
                </c:pt>
                <c:pt idx="10495">
                  <c:v>2.7051799999999999</c:v>
                </c:pt>
                <c:pt idx="10496">
                  <c:v>2.7054800000000001</c:v>
                </c:pt>
                <c:pt idx="10497">
                  <c:v>2.7057899999999999</c:v>
                </c:pt>
                <c:pt idx="10498">
                  <c:v>2.7060900000000001</c:v>
                </c:pt>
                <c:pt idx="10499">
                  <c:v>2.7063999999999999</c:v>
                </c:pt>
                <c:pt idx="10500">
                  <c:v>2.7067000000000001</c:v>
                </c:pt>
                <c:pt idx="10501">
                  <c:v>2.7070099999999999</c:v>
                </c:pt>
                <c:pt idx="10502">
                  <c:v>2.7073200000000002</c:v>
                </c:pt>
                <c:pt idx="10503">
                  <c:v>2.7076199999999999</c:v>
                </c:pt>
                <c:pt idx="10504">
                  <c:v>2.7079300000000002</c:v>
                </c:pt>
                <c:pt idx="10505">
                  <c:v>2.7082299999999999</c:v>
                </c:pt>
                <c:pt idx="10506">
                  <c:v>2.7085400000000002</c:v>
                </c:pt>
                <c:pt idx="10507">
                  <c:v>2.7088399999999999</c:v>
                </c:pt>
                <c:pt idx="10508">
                  <c:v>2.7091500000000002</c:v>
                </c:pt>
                <c:pt idx="10509">
                  <c:v>2.7094499999999999</c:v>
                </c:pt>
                <c:pt idx="10510">
                  <c:v>2.7097600000000002</c:v>
                </c:pt>
                <c:pt idx="10511">
                  <c:v>2.7100599999999999</c:v>
                </c:pt>
                <c:pt idx="10512">
                  <c:v>2.7103700000000002</c:v>
                </c:pt>
                <c:pt idx="10513">
                  <c:v>2.7106699999999999</c:v>
                </c:pt>
                <c:pt idx="10514">
                  <c:v>2.7109800000000002</c:v>
                </c:pt>
                <c:pt idx="10515">
                  <c:v>2.71129</c:v>
                </c:pt>
                <c:pt idx="10516">
                  <c:v>2.7115900000000002</c:v>
                </c:pt>
                <c:pt idx="10517">
                  <c:v>2.7119</c:v>
                </c:pt>
                <c:pt idx="10518">
                  <c:v>2.7122000000000002</c:v>
                </c:pt>
                <c:pt idx="10519">
                  <c:v>2.71251</c:v>
                </c:pt>
                <c:pt idx="10520">
                  <c:v>2.7128100000000002</c:v>
                </c:pt>
                <c:pt idx="10521">
                  <c:v>2.71312</c:v>
                </c:pt>
                <c:pt idx="10522">
                  <c:v>2.7134200000000002</c:v>
                </c:pt>
                <c:pt idx="10523">
                  <c:v>2.71373</c:v>
                </c:pt>
                <c:pt idx="10524">
                  <c:v>2.7140300000000002</c:v>
                </c:pt>
                <c:pt idx="10525">
                  <c:v>2.71434</c:v>
                </c:pt>
                <c:pt idx="10526">
                  <c:v>2.7146400000000002</c:v>
                </c:pt>
                <c:pt idx="10527">
                  <c:v>2.71495</c:v>
                </c:pt>
                <c:pt idx="10528">
                  <c:v>2.7152599999999998</c:v>
                </c:pt>
                <c:pt idx="10529">
                  <c:v>2.71556</c:v>
                </c:pt>
                <c:pt idx="10530">
                  <c:v>2.7158699999999998</c:v>
                </c:pt>
                <c:pt idx="10531">
                  <c:v>2.71617</c:v>
                </c:pt>
                <c:pt idx="10532">
                  <c:v>2.7164799999999998</c:v>
                </c:pt>
                <c:pt idx="10533">
                  <c:v>2.71678</c:v>
                </c:pt>
                <c:pt idx="10534">
                  <c:v>2.7170899999999998</c:v>
                </c:pt>
                <c:pt idx="10535">
                  <c:v>2.71739</c:v>
                </c:pt>
                <c:pt idx="10536">
                  <c:v>2.7176999999999998</c:v>
                </c:pt>
                <c:pt idx="10537">
                  <c:v>2.718</c:v>
                </c:pt>
                <c:pt idx="10538">
                  <c:v>2.7183099999999998</c:v>
                </c:pt>
                <c:pt idx="10539">
                  <c:v>2.71862</c:v>
                </c:pt>
                <c:pt idx="10540">
                  <c:v>2.7189199999999998</c:v>
                </c:pt>
                <c:pt idx="10541">
                  <c:v>2.71923</c:v>
                </c:pt>
                <c:pt idx="10542">
                  <c:v>2.7195299999999998</c:v>
                </c:pt>
                <c:pt idx="10543">
                  <c:v>2.71984</c:v>
                </c:pt>
                <c:pt idx="10544">
                  <c:v>2.7201399999999998</c:v>
                </c:pt>
                <c:pt idx="10545">
                  <c:v>2.72045</c:v>
                </c:pt>
                <c:pt idx="10546">
                  <c:v>2.7207499999999998</c:v>
                </c:pt>
                <c:pt idx="10547">
                  <c:v>2.72106</c:v>
                </c:pt>
                <c:pt idx="10548">
                  <c:v>2.7213599999999998</c:v>
                </c:pt>
                <c:pt idx="10549">
                  <c:v>2.72167</c:v>
                </c:pt>
                <c:pt idx="10550">
                  <c:v>2.7219699999999998</c:v>
                </c:pt>
                <c:pt idx="10551">
                  <c:v>2.72228</c:v>
                </c:pt>
                <c:pt idx="10552">
                  <c:v>2.7225899999999998</c:v>
                </c:pt>
                <c:pt idx="10553">
                  <c:v>2.72289</c:v>
                </c:pt>
                <c:pt idx="10554">
                  <c:v>2.7231999999999998</c:v>
                </c:pt>
                <c:pt idx="10555">
                  <c:v>2.7235</c:v>
                </c:pt>
                <c:pt idx="10556">
                  <c:v>2.7238099999999998</c:v>
                </c:pt>
                <c:pt idx="10557">
                  <c:v>2.72411</c:v>
                </c:pt>
                <c:pt idx="10558">
                  <c:v>2.7244199999999998</c:v>
                </c:pt>
                <c:pt idx="10559">
                  <c:v>2.72472</c:v>
                </c:pt>
                <c:pt idx="10560">
                  <c:v>2.7250299999999998</c:v>
                </c:pt>
                <c:pt idx="10561">
                  <c:v>2.72533</c:v>
                </c:pt>
                <c:pt idx="10562">
                  <c:v>2.7256399999999998</c:v>
                </c:pt>
                <c:pt idx="10563">
                  <c:v>2.72594</c:v>
                </c:pt>
                <c:pt idx="10564">
                  <c:v>2.7262499999999998</c:v>
                </c:pt>
                <c:pt idx="10565">
                  <c:v>2.7265600000000001</c:v>
                </c:pt>
                <c:pt idx="10566">
                  <c:v>2.7268599999999998</c:v>
                </c:pt>
                <c:pt idx="10567">
                  <c:v>2.7271700000000001</c:v>
                </c:pt>
                <c:pt idx="10568">
                  <c:v>2.7274699999999998</c:v>
                </c:pt>
                <c:pt idx="10569">
                  <c:v>2.7277800000000001</c:v>
                </c:pt>
                <c:pt idx="10570">
                  <c:v>2.7280799999999998</c:v>
                </c:pt>
                <c:pt idx="10571">
                  <c:v>2.7283900000000001</c:v>
                </c:pt>
                <c:pt idx="10572">
                  <c:v>2.7286899999999998</c:v>
                </c:pt>
                <c:pt idx="10573">
                  <c:v>2.7290000000000001</c:v>
                </c:pt>
                <c:pt idx="10574">
                  <c:v>2.7292999999999998</c:v>
                </c:pt>
                <c:pt idx="10575">
                  <c:v>2.7296100000000001</c:v>
                </c:pt>
                <c:pt idx="10576">
                  <c:v>2.7299099999999998</c:v>
                </c:pt>
                <c:pt idx="10577">
                  <c:v>2.7302200000000001</c:v>
                </c:pt>
                <c:pt idx="10578">
                  <c:v>2.7305299999999999</c:v>
                </c:pt>
                <c:pt idx="10579">
                  <c:v>2.7308300000000001</c:v>
                </c:pt>
                <c:pt idx="10580">
                  <c:v>2.7311399999999999</c:v>
                </c:pt>
                <c:pt idx="10581">
                  <c:v>2.7314400000000001</c:v>
                </c:pt>
                <c:pt idx="10582">
                  <c:v>2.7317499999999999</c:v>
                </c:pt>
                <c:pt idx="10583">
                  <c:v>2.7320500000000001</c:v>
                </c:pt>
                <c:pt idx="10584">
                  <c:v>2.7323599999999999</c:v>
                </c:pt>
                <c:pt idx="10585">
                  <c:v>2.7326600000000001</c:v>
                </c:pt>
                <c:pt idx="10586">
                  <c:v>2.7329699999999999</c:v>
                </c:pt>
                <c:pt idx="10587">
                  <c:v>2.7332700000000001</c:v>
                </c:pt>
                <c:pt idx="10588">
                  <c:v>2.7335799999999999</c:v>
                </c:pt>
                <c:pt idx="10589">
                  <c:v>2.7338800000000001</c:v>
                </c:pt>
                <c:pt idx="10590">
                  <c:v>2.7341899999999999</c:v>
                </c:pt>
                <c:pt idx="10591">
                  <c:v>2.7345000000000002</c:v>
                </c:pt>
                <c:pt idx="10592">
                  <c:v>2.7347999999999999</c:v>
                </c:pt>
                <c:pt idx="10593">
                  <c:v>2.7351100000000002</c:v>
                </c:pt>
                <c:pt idx="10594">
                  <c:v>2.7354099999999999</c:v>
                </c:pt>
                <c:pt idx="10595">
                  <c:v>2.7357200000000002</c:v>
                </c:pt>
                <c:pt idx="10596">
                  <c:v>2.7360199999999999</c:v>
                </c:pt>
                <c:pt idx="10597">
                  <c:v>2.7363300000000002</c:v>
                </c:pt>
                <c:pt idx="10598">
                  <c:v>2.7366299999999999</c:v>
                </c:pt>
                <c:pt idx="10599">
                  <c:v>2.7369400000000002</c:v>
                </c:pt>
                <c:pt idx="10600">
                  <c:v>2.7372399999999999</c:v>
                </c:pt>
                <c:pt idx="10601">
                  <c:v>2.7375500000000001</c:v>
                </c:pt>
                <c:pt idx="10602">
                  <c:v>2.73786</c:v>
                </c:pt>
                <c:pt idx="10603">
                  <c:v>2.7381600000000001</c:v>
                </c:pt>
                <c:pt idx="10604">
                  <c:v>2.73847</c:v>
                </c:pt>
                <c:pt idx="10605">
                  <c:v>2.7387700000000001</c:v>
                </c:pt>
                <c:pt idx="10606">
                  <c:v>2.73908</c:v>
                </c:pt>
                <c:pt idx="10607">
                  <c:v>2.7393800000000001</c:v>
                </c:pt>
                <c:pt idx="10608">
                  <c:v>2.73969</c:v>
                </c:pt>
                <c:pt idx="10609">
                  <c:v>2.7399900000000001</c:v>
                </c:pt>
                <c:pt idx="10610">
                  <c:v>2.7403</c:v>
                </c:pt>
                <c:pt idx="10611">
                  <c:v>2.7406000000000001</c:v>
                </c:pt>
                <c:pt idx="10612">
                  <c:v>2.74091</c:v>
                </c:pt>
                <c:pt idx="10613">
                  <c:v>2.7412100000000001</c:v>
                </c:pt>
                <c:pt idx="10614">
                  <c:v>2.74152</c:v>
                </c:pt>
                <c:pt idx="10615">
                  <c:v>2.7418300000000002</c:v>
                </c:pt>
                <c:pt idx="10616">
                  <c:v>2.74213</c:v>
                </c:pt>
                <c:pt idx="10617">
                  <c:v>2.7424400000000002</c:v>
                </c:pt>
                <c:pt idx="10618">
                  <c:v>2.74274</c:v>
                </c:pt>
                <c:pt idx="10619">
                  <c:v>2.7430500000000002</c:v>
                </c:pt>
                <c:pt idx="10620">
                  <c:v>2.74335</c:v>
                </c:pt>
                <c:pt idx="10621">
                  <c:v>2.7436600000000002</c:v>
                </c:pt>
                <c:pt idx="10622">
                  <c:v>2.74396</c:v>
                </c:pt>
                <c:pt idx="10623">
                  <c:v>2.7442700000000002</c:v>
                </c:pt>
                <c:pt idx="10624">
                  <c:v>2.74457</c:v>
                </c:pt>
                <c:pt idx="10625">
                  <c:v>2.7448800000000002</c:v>
                </c:pt>
                <c:pt idx="10626">
                  <c:v>2.74518</c:v>
                </c:pt>
                <c:pt idx="10627">
                  <c:v>2.7454900000000002</c:v>
                </c:pt>
                <c:pt idx="10628">
                  <c:v>2.7458</c:v>
                </c:pt>
                <c:pt idx="10629">
                  <c:v>2.7461000000000002</c:v>
                </c:pt>
                <c:pt idx="10630">
                  <c:v>2.74641</c:v>
                </c:pt>
                <c:pt idx="10631">
                  <c:v>2.7467100000000002</c:v>
                </c:pt>
                <c:pt idx="10632">
                  <c:v>2.74702</c:v>
                </c:pt>
                <c:pt idx="10633">
                  <c:v>2.7473200000000002</c:v>
                </c:pt>
                <c:pt idx="10634">
                  <c:v>2.74763</c:v>
                </c:pt>
                <c:pt idx="10635">
                  <c:v>2.7479300000000002</c:v>
                </c:pt>
                <c:pt idx="10636">
                  <c:v>2.74824</c:v>
                </c:pt>
                <c:pt idx="10637">
                  <c:v>2.7485400000000002</c:v>
                </c:pt>
                <c:pt idx="10638">
                  <c:v>2.74885</c:v>
                </c:pt>
                <c:pt idx="10639">
                  <c:v>2.7491500000000002</c:v>
                </c:pt>
                <c:pt idx="10640">
                  <c:v>2.74946</c:v>
                </c:pt>
                <c:pt idx="10641">
                  <c:v>2.7497699999999998</c:v>
                </c:pt>
                <c:pt idx="10642">
                  <c:v>2.75007</c:v>
                </c:pt>
                <c:pt idx="10643">
                  <c:v>2.7503799999999998</c:v>
                </c:pt>
                <c:pt idx="10644">
                  <c:v>2.75068</c:v>
                </c:pt>
                <c:pt idx="10645">
                  <c:v>2.7509899999999998</c:v>
                </c:pt>
                <c:pt idx="10646">
                  <c:v>2.75129</c:v>
                </c:pt>
                <c:pt idx="10647">
                  <c:v>2.7515999999999998</c:v>
                </c:pt>
                <c:pt idx="10648">
                  <c:v>2.7519</c:v>
                </c:pt>
                <c:pt idx="10649">
                  <c:v>2.7522099999999998</c:v>
                </c:pt>
                <c:pt idx="10650">
                  <c:v>2.75251</c:v>
                </c:pt>
                <c:pt idx="10651">
                  <c:v>2.7528199999999998</c:v>
                </c:pt>
                <c:pt idx="10652">
                  <c:v>2.75312</c:v>
                </c:pt>
                <c:pt idx="10653">
                  <c:v>2.7534299999999998</c:v>
                </c:pt>
                <c:pt idx="10654">
                  <c:v>2.7537400000000001</c:v>
                </c:pt>
                <c:pt idx="10655">
                  <c:v>2.7540399999999998</c:v>
                </c:pt>
                <c:pt idx="10656">
                  <c:v>2.7543500000000001</c:v>
                </c:pt>
                <c:pt idx="10657">
                  <c:v>2.7546499999999998</c:v>
                </c:pt>
                <c:pt idx="10658">
                  <c:v>2.7549600000000001</c:v>
                </c:pt>
                <c:pt idx="10659">
                  <c:v>2.7552599999999998</c:v>
                </c:pt>
                <c:pt idx="10660">
                  <c:v>2.7555700000000001</c:v>
                </c:pt>
                <c:pt idx="10661">
                  <c:v>2.7558699999999998</c:v>
                </c:pt>
                <c:pt idx="10662">
                  <c:v>2.7561800000000001</c:v>
                </c:pt>
                <c:pt idx="10663">
                  <c:v>2.7564799999999998</c:v>
                </c:pt>
                <c:pt idx="10664">
                  <c:v>2.7567900000000001</c:v>
                </c:pt>
                <c:pt idx="10665">
                  <c:v>2.7570999999999999</c:v>
                </c:pt>
                <c:pt idx="10666">
                  <c:v>2.7574000000000001</c:v>
                </c:pt>
                <c:pt idx="10667">
                  <c:v>2.7577099999999999</c:v>
                </c:pt>
                <c:pt idx="10668">
                  <c:v>2.7580100000000001</c:v>
                </c:pt>
                <c:pt idx="10669">
                  <c:v>2.7583199999999999</c:v>
                </c:pt>
                <c:pt idx="10670">
                  <c:v>2.7586200000000001</c:v>
                </c:pt>
                <c:pt idx="10671">
                  <c:v>2.7589299999999999</c:v>
                </c:pt>
                <c:pt idx="10672">
                  <c:v>2.7592300000000001</c:v>
                </c:pt>
                <c:pt idx="10673">
                  <c:v>2.7595399999999999</c:v>
                </c:pt>
                <c:pt idx="10674">
                  <c:v>2.7598400000000001</c:v>
                </c:pt>
                <c:pt idx="10675">
                  <c:v>2.7601499999999999</c:v>
                </c:pt>
                <c:pt idx="10676">
                  <c:v>2.7604500000000001</c:v>
                </c:pt>
                <c:pt idx="10677">
                  <c:v>2.7607599999999999</c:v>
                </c:pt>
                <c:pt idx="10678">
                  <c:v>2.7610700000000001</c:v>
                </c:pt>
                <c:pt idx="10679">
                  <c:v>2.7613699999999999</c:v>
                </c:pt>
                <c:pt idx="10680">
                  <c:v>2.7616800000000001</c:v>
                </c:pt>
                <c:pt idx="10681">
                  <c:v>2.7619799999999999</c:v>
                </c:pt>
                <c:pt idx="10682">
                  <c:v>2.7622900000000001</c:v>
                </c:pt>
                <c:pt idx="10683">
                  <c:v>2.7625899999999999</c:v>
                </c:pt>
                <c:pt idx="10684">
                  <c:v>2.7629000000000001</c:v>
                </c:pt>
                <c:pt idx="10685">
                  <c:v>2.7631999999999999</c:v>
                </c:pt>
                <c:pt idx="10686">
                  <c:v>2.7635100000000001</c:v>
                </c:pt>
                <c:pt idx="10687">
                  <c:v>2.7638099999999999</c:v>
                </c:pt>
                <c:pt idx="10688">
                  <c:v>2.7641200000000001</c:v>
                </c:pt>
                <c:pt idx="10689">
                  <c:v>2.7644199999999999</c:v>
                </c:pt>
                <c:pt idx="10690">
                  <c:v>2.7647300000000001</c:v>
                </c:pt>
                <c:pt idx="10691">
                  <c:v>2.7650399999999999</c:v>
                </c:pt>
                <c:pt idx="10692">
                  <c:v>2.7653400000000001</c:v>
                </c:pt>
                <c:pt idx="10693">
                  <c:v>2.7656499999999999</c:v>
                </c:pt>
                <c:pt idx="10694">
                  <c:v>2.7659500000000001</c:v>
                </c:pt>
                <c:pt idx="10695">
                  <c:v>2.7662599999999999</c:v>
                </c:pt>
                <c:pt idx="10696">
                  <c:v>2.7665600000000001</c:v>
                </c:pt>
                <c:pt idx="10697">
                  <c:v>2.7668699999999999</c:v>
                </c:pt>
                <c:pt idx="10698">
                  <c:v>2.7671700000000001</c:v>
                </c:pt>
                <c:pt idx="10699">
                  <c:v>2.7674799999999999</c:v>
                </c:pt>
                <c:pt idx="10700">
                  <c:v>2.7677800000000001</c:v>
                </c:pt>
                <c:pt idx="10701">
                  <c:v>2.7680899999999999</c:v>
                </c:pt>
                <c:pt idx="10702">
                  <c:v>2.7683900000000001</c:v>
                </c:pt>
                <c:pt idx="10703">
                  <c:v>2.7686999999999999</c:v>
                </c:pt>
                <c:pt idx="10704">
                  <c:v>2.7690100000000002</c:v>
                </c:pt>
                <c:pt idx="10705">
                  <c:v>2.7693099999999999</c:v>
                </c:pt>
                <c:pt idx="10706">
                  <c:v>2.7696200000000002</c:v>
                </c:pt>
                <c:pt idx="10707">
                  <c:v>2.7699199999999999</c:v>
                </c:pt>
                <c:pt idx="10708">
                  <c:v>2.7702300000000002</c:v>
                </c:pt>
                <c:pt idx="10709">
                  <c:v>2.7705299999999999</c:v>
                </c:pt>
                <c:pt idx="10710">
                  <c:v>2.7708400000000002</c:v>
                </c:pt>
                <c:pt idx="10711">
                  <c:v>2.7711399999999999</c:v>
                </c:pt>
                <c:pt idx="10712">
                  <c:v>2.7714500000000002</c:v>
                </c:pt>
                <c:pt idx="10713">
                  <c:v>2.7717499999999999</c:v>
                </c:pt>
                <c:pt idx="10714">
                  <c:v>2.7720600000000002</c:v>
                </c:pt>
                <c:pt idx="10715">
                  <c:v>2.77237</c:v>
                </c:pt>
                <c:pt idx="10716">
                  <c:v>2.7726700000000002</c:v>
                </c:pt>
                <c:pt idx="10717">
                  <c:v>2.77298</c:v>
                </c:pt>
                <c:pt idx="10718">
                  <c:v>2.7732800000000002</c:v>
                </c:pt>
                <c:pt idx="10719">
                  <c:v>2.77359</c:v>
                </c:pt>
                <c:pt idx="10720">
                  <c:v>2.7738900000000002</c:v>
                </c:pt>
                <c:pt idx="10721">
                  <c:v>2.7742</c:v>
                </c:pt>
                <c:pt idx="10722">
                  <c:v>2.7745000000000002</c:v>
                </c:pt>
                <c:pt idx="10723">
                  <c:v>2.77481</c:v>
                </c:pt>
                <c:pt idx="10724">
                  <c:v>2.7751100000000002</c:v>
                </c:pt>
                <c:pt idx="10725">
                  <c:v>2.77542</c:v>
                </c:pt>
                <c:pt idx="10726">
                  <c:v>2.7757200000000002</c:v>
                </c:pt>
                <c:pt idx="10727">
                  <c:v>2.77603</c:v>
                </c:pt>
                <c:pt idx="10728">
                  <c:v>2.7763399999999998</c:v>
                </c:pt>
                <c:pt idx="10729">
                  <c:v>2.77664</c:v>
                </c:pt>
                <c:pt idx="10730">
                  <c:v>2.7769499999999998</c:v>
                </c:pt>
                <c:pt idx="10731">
                  <c:v>2.77725</c:v>
                </c:pt>
                <c:pt idx="10732">
                  <c:v>2.7775599999999998</c:v>
                </c:pt>
                <c:pt idx="10733">
                  <c:v>2.77786</c:v>
                </c:pt>
                <c:pt idx="10734">
                  <c:v>2.7781699999999998</c:v>
                </c:pt>
                <c:pt idx="10735">
                  <c:v>2.77847</c:v>
                </c:pt>
                <c:pt idx="10736">
                  <c:v>2.7787799999999998</c:v>
                </c:pt>
                <c:pt idx="10737">
                  <c:v>2.77908</c:v>
                </c:pt>
                <c:pt idx="10738">
                  <c:v>2.7793899999999998</c:v>
                </c:pt>
                <c:pt idx="10739">
                  <c:v>2.77969</c:v>
                </c:pt>
                <c:pt idx="10740">
                  <c:v>2.78</c:v>
                </c:pt>
                <c:pt idx="10741">
                  <c:v>2.7803100000000001</c:v>
                </c:pt>
                <c:pt idx="10742">
                  <c:v>2.7806099999999998</c:v>
                </c:pt>
                <c:pt idx="10743">
                  <c:v>2.7809200000000001</c:v>
                </c:pt>
                <c:pt idx="10744">
                  <c:v>2.7812199999999998</c:v>
                </c:pt>
                <c:pt idx="10745">
                  <c:v>2.7815300000000001</c:v>
                </c:pt>
                <c:pt idx="10746">
                  <c:v>2.7818299999999998</c:v>
                </c:pt>
                <c:pt idx="10747">
                  <c:v>2.7821400000000001</c:v>
                </c:pt>
                <c:pt idx="10748">
                  <c:v>2.7824399999999998</c:v>
                </c:pt>
                <c:pt idx="10749">
                  <c:v>2.7827500000000001</c:v>
                </c:pt>
                <c:pt idx="10750">
                  <c:v>2.7830499999999998</c:v>
                </c:pt>
                <c:pt idx="10751">
                  <c:v>2.7833600000000001</c:v>
                </c:pt>
                <c:pt idx="10752">
                  <c:v>2.7836599999999998</c:v>
                </c:pt>
                <c:pt idx="10753">
                  <c:v>2.7839700000000001</c:v>
                </c:pt>
                <c:pt idx="10754">
                  <c:v>2.7842799999999999</c:v>
                </c:pt>
                <c:pt idx="10755">
                  <c:v>2.7845800000000001</c:v>
                </c:pt>
                <c:pt idx="10756">
                  <c:v>2.7848899999999999</c:v>
                </c:pt>
                <c:pt idx="10757">
                  <c:v>2.7851900000000001</c:v>
                </c:pt>
                <c:pt idx="10758">
                  <c:v>2.7854999999999999</c:v>
                </c:pt>
                <c:pt idx="10759">
                  <c:v>2.7858000000000001</c:v>
                </c:pt>
                <c:pt idx="10760">
                  <c:v>2.7861099999999999</c:v>
                </c:pt>
                <c:pt idx="10761">
                  <c:v>2.7864100000000001</c:v>
                </c:pt>
                <c:pt idx="10762">
                  <c:v>2.7867199999999999</c:v>
                </c:pt>
                <c:pt idx="10763">
                  <c:v>2.7870200000000001</c:v>
                </c:pt>
                <c:pt idx="10764">
                  <c:v>2.7873299999999999</c:v>
                </c:pt>
                <c:pt idx="10765">
                  <c:v>2.7876300000000001</c:v>
                </c:pt>
                <c:pt idx="10766">
                  <c:v>2.7879399999999999</c:v>
                </c:pt>
                <c:pt idx="10767">
                  <c:v>2.7882500000000001</c:v>
                </c:pt>
                <c:pt idx="10768">
                  <c:v>2.7885499999999999</c:v>
                </c:pt>
                <c:pt idx="10769">
                  <c:v>2.7888600000000001</c:v>
                </c:pt>
                <c:pt idx="10770">
                  <c:v>2.7891599999999999</c:v>
                </c:pt>
                <c:pt idx="10771">
                  <c:v>2.7894700000000001</c:v>
                </c:pt>
                <c:pt idx="10772">
                  <c:v>2.7897699999999999</c:v>
                </c:pt>
                <c:pt idx="10773">
                  <c:v>2.7900800000000001</c:v>
                </c:pt>
                <c:pt idx="10774">
                  <c:v>2.7903799999999999</c:v>
                </c:pt>
                <c:pt idx="10775">
                  <c:v>2.7906900000000001</c:v>
                </c:pt>
                <c:pt idx="10776">
                  <c:v>2.7909899999999999</c:v>
                </c:pt>
                <c:pt idx="10777">
                  <c:v>2.7913000000000001</c:v>
                </c:pt>
                <c:pt idx="10778">
                  <c:v>2.7916099999999999</c:v>
                </c:pt>
                <c:pt idx="10779">
                  <c:v>2.7919100000000001</c:v>
                </c:pt>
                <c:pt idx="10780">
                  <c:v>2.7922199999999999</c:v>
                </c:pt>
                <c:pt idx="10781">
                  <c:v>2.7925200000000001</c:v>
                </c:pt>
                <c:pt idx="10782">
                  <c:v>2.7928299999999999</c:v>
                </c:pt>
                <c:pt idx="10783">
                  <c:v>2.7931300000000001</c:v>
                </c:pt>
                <c:pt idx="10784">
                  <c:v>2.7934399999999999</c:v>
                </c:pt>
                <c:pt idx="10785">
                  <c:v>2.7937400000000001</c:v>
                </c:pt>
                <c:pt idx="10786">
                  <c:v>2.7940499999999999</c:v>
                </c:pt>
                <c:pt idx="10787">
                  <c:v>2.7943500000000001</c:v>
                </c:pt>
                <c:pt idx="10788">
                  <c:v>2.7946599999999999</c:v>
                </c:pt>
                <c:pt idx="10789">
                  <c:v>2.7949600000000001</c:v>
                </c:pt>
                <c:pt idx="10790">
                  <c:v>2.7952699999999999</c:v>
                </c:pt>
                <c:pt idx="10791">
                  <c:v>2.7955800000000002</c:v>
                </c:pt>
                <c:pt idx="10792">
                  <c:v>2.7958799999999999</c:v>
                </c:pt>
                <c:pt idx="10793">
                  <c:v>2.7961900000000002</c:v>
                </c:pt>
                <c:pt idx="10794">
                  <c:v>2.7964899999999999</c:v>
                </c:pt>
                <c:pt idx="10795">
                  <c:v>2.7968000000000002</c:v>
                </c:pt>
                <c:pt idx="10796">
                  <c:v>2.7970999999999999</c:v>
                </c:pt>
                <c:pt idx="10797">
                  <c:v>2.7974100000000002</c:v>
                </c:pt>
                <c:pt idx="10798">
                  <c:v>2.7977099999999999</c:v>
                </c:pt>
                <c:pt idx="10799">
                  <c:v>2.7980200000000002</c:v>
                </c:pt>
                <c:pt idx="10800">
                  <c:v>2.7983199999999999</c:v>
                </c:pt>
                <c:pt idx="10801">
                  <c:v>2.7986300000000002</c:v>
                </c:pt>
                <c:pt idx="10802">
                  <c:v>2.7989299999999999</c:v>
                </c:pt>
                <c:pt idx="10803">
                  <c:v>2.7992400000000002</c:v>
                </c:pt>
                <c:pt idx="10804">
                  <c:v>2.79955</c:v>
                </c:pt>
                <c:pt idx="10805">
                  <c:v>2.7998500000000002</c:v>
                </c:pt>
                <c:pt idx="10806">
                  <c:v>2.80016</c:v>
                </c:pt>
                <c:pt idx="10807">
                  <c:v>2.8004600000000002</c:v>
                </c:pt>
                <c:pt idx="10808">
                  <c:v>2.80077</c:v>
                </c:pt>
                <c:pt idx="10809">
                  <c:v>2.8010700000000002</c:v>
                </c:pt>
                <c:pt idx="10810">
                  <c:v>2.80138</c:v>
                </c:pt>
                <c:pt idx="10811">
                  <c:v>2.8016800000000002</c:v>
                </c:pt>
                <c:pt idx="10812">
                  <c:v>2.80199</c:v>
                </c:pt>
                <c:pt idx="10813">
                  <c:v>2.8022900000000002</c:v>
                </c:pt>
                <c:pt idx="10814">
                  <c:v>2.8026</c:v>
                </c:pt>
                <c:pt idx="10815">
                  <c:v>2.8029000000000002</c:v>
                </c:pt>
                <c:pt idx="10816">
                  <c:v>2.80321</c:v>
                </c:pt>
                <c:pt idx="10817">
                  <c:v>2.8035199999999998</c:v>
                </c:pt>
                <c:pt idx="10818">
                  <c:v>2.80382</c:v>
                </c:pt>
                <c:pt idx="10819">
                  <c:v>2.8041299999999998</c:v>
                </c:pt>
                <c:pt idx="10820">
                  <c:v>2.80443</c:v>
                </c:pt>
                <c:pt idx="10821">
                  <c:v>2.8047399999999998</c:v>
                </c:pt>
                <c:pt idx="10822">
                  <c:v>2.80504</c:v>
                </c:pt>
                <c:pt idx="10823">
                  <c:v>2.8053499999999998</c:v>
                </c:pt>
                <c:pt idx="10824">
                  <c:v>2.80565</c:v>
                </c:pt>
                <c:pt idx="10825">
                  <c:v>2.8059599999999998</c:v>
                </c:pt>
                <c:pt idx="10826">
                  <c:v>2.80626</c:v>
                </c:pt>
                <c:pt idx="10827">
                  <c:v>2.8065699999999998</c:v>
                </c:pt>
                <c:pt idx="10828">
                  <c:v>2.80687</c:v>
                </c:pt>
                <c:pt idx="10829">
                  <c:v>2.8071799999999998</c:v>
                </c:pt>
                <c:pt idx="10830">
                  <c:v>2.80749</c:v>
                </c:pt>
                <c:pt idx="10831">
                  <c:v>2.8077899999999998</c:v>
                </c:pt>
                <c:pt idx="10832">
                  <c:v>2.8081</c:v>
                </c:pt>
                <c:pt idx="10833">
                  <c:v>2.8083999999999998</c:v>
                </c:pt>
                <c:pt idx="10834">
                  <c:v>2.80871</c:v>
                </c:pt>
                <c:pt idx="10835">
                  <c:v>2.8090099999999998</c:v>
                </c:pt>
                <c:pt idx="10836">
                  <c:v>2.80932</c:v>
                </c:pt>
                <c:pt idx="10837">
                  <c:v>2.8096199999999998</c:v>
                </c:pt>
                <c:pt idx="10838">
                  <c:v>2.80993</c:v>
                </c:pt>
                <c:pt idx="10839">
                  <c:v>2.8102299999999998</c:v>
                </c:pt>
                <c:pt idx="10840">
                  <c:v>2.81054</c:v>
                </c:pt>
                <c:pt idx="10841">
                  <c:v>2.8108499999999998</c:v>
                </c:pt>
                <c:pt idx="10842">
                  <c:v>2.81115</c:v>
                </c:pt>
                <c:pt idx="10843">
                  <c:v>2.8114599999999998</c:v>
                </c:pt>
                <c:pt idx="10844">
                  <c:v>2.81176</c:v>
                </c:pt>
                <c:pt idx="10845">
                  <c:v>2.8120699999999998</c:v>
                </c:pt>
                <c:pt idx="10846">
                  <c:v>2.81237</c:v>
                </c:pt>
                <c:pt idx="10847">
                  <c:v>2.8126799999999998</c:v>
                </c:pt>
                <c:pt idx="10848">
                  <c:v>2.81298</c:v>
                </c:pt>
                <c:pt idx="10849">
                  <c:v>2.8132899999999998</c:v>
                </c:pt>
                <c:pt idx="10850">
                  <c:v>2.81359</c:v>
                </c:pt>
                <c:pt idx="10851">
                  <c:v>2.8138999999999998</c:v>
                </c:pt>
                <c:pt idx="10852">
                  <c:v>2.8142</c:v>
                </c:pt>
                <c:pt idx="10853">
                  <c:v>2.8145099999999998</c:v>
                </c:pt>
                <c:pt idx="10854">
                  <c:v>2.8148200000000001</c:v>
                </c:pt>
                <c:pt idx="10855">
                  <c:v>2.8151199999999998</c:v>
                </c:pt>
                <c:pt idx="10856">
                  <c:v>2.8154300000000001</c:v>
                </c:pt>
                <c:pt idx="10857">
                  <c:v>2.8157299999999998</c:v>
                </c:pt>
                <c:pt idx="10858">
                  <c:v>2.8160400000000001</c:v>
                </c:pt>
                <c:pt idx="10859">
                  <c:v>2.8163399999999998</c:v>
                </c:pt>
                <c:pt idx="10860">
                  <c:v>2.8166500000000001</c:v>
                </c:pt>
                <c:pt idx="10861">
                  <c:v>2.8169499999999998</c:v>
                </c:pt>
                <c:pt idx="10862">
                  <c:v>2.8172600000000001</c:v>
                </c:pt>
                <c:pt idx="10863">
                  <c:v>2.8175599999999998</c:v>
                </c:pt>
                <c:pt idx="10864">
                  <c:v>2.8178700000000001</c:v>
                </c:pt>
                <c:pt idx="10865">
                  <c:v>2.8181699999999998</c:v>
                </c:pt>
                <c:pt idx="10866">
                  <c:v>2.8184800000000001</c:v>
                </c:pt>
                <c:pt idx="10867">
                  <c:v>2.8187899999999999</c:v>
                </c:pt>
                <c:pt idx="10868">
                  <c:v>2.8190900000000001</c:v>
                </c:pt>
                <c:pt idx="10869">
                  <c:v>2.8193999999999999</c:v>
                </c:pt>
                <c:pt idx="10870">
                  <c:v>2.8197000000000001</c:v>
                </c:pt>
                <c:pt idx="10871">
                  <c:v>2.8200099999999999</c:v>
                </c:pt>
                <c:pt idx="10872">
                  <c:v>2.8203100000000001</c:v>
                </c:pt>
                <c:pt idx="10873">
                  <c:v>2.8206199999999999</c:v>
                </c:pt>
                <c:pt idx="10874">
                  <c:v>2.8209200000000001</c:v>
                </c:pt>
                <c:pt idx="10875">
                  <c:v>2.8212299999999999</c:v>
                </c:pt>
                <c:pt idx="10876">
                  <c:v>2.8215300000000001</c:v>
                </c:pt>
                <c:pt idx="10877">
                  <c:v>2.8218399999999999</c:v>
                </c:pt>
                <c:pt idx="10878">
                  <c:v>2.8221400000000001</c:v>
                </c:pt>
                <c:pt idx="10879">
                  <c:v>2.8224499999999999</c:v>
                </c:pt>
                <c:pt idx="10880">
                  <c:v>2.8227600000000002</c:v>
                </c:pt>
                <c:pt idx="10881">
                  <c:v>2.8230599999999999</c:v>
                </c:pt>
                <c:pt idx="10882">
                  <c:v>2.8233700000000002</c:v>
                </c:pt>
                <c:pt idx="10883">
                  <c:v>2.8236699999999999</c:v>
                </c:pt>
                <c:pt idx="10884">
                  <c:v>2.8239800000000002</c:v>
                </c:pt>
                <c:pt idx="10885">
                  <c:v>2.8242799999999999</c:v>
                </c:pt>
                <c:pt idx="10886">
                  <c:v>2.8245900000000002</c:v>
                </c:pt>
                <c:pt idx="10887">
                  <c:v>2.8248899999999999</c:v>
                </c:pt>
                <c:pt idx="10888">
                  <c:v>2.8252000000000002</c:v>
                </c:pt>
                <c:pt idx="10889">
                  <c:v>2.8254999999999999</c:v>
                </c:pt>
                <c:pt idx="10890">
                  <c:v>2.8258100000000002</c:v>
                </c:pt>
                <c:pt idx="10891">
                  <c:v>2.8261099999999999</c:v>
                </c:pt>
                <c:pt idx="10892">
                  <c:v>2.8264200000000002</c:v>
                </c:pt>
                <c:pt idx="10893">
                  <c:v>2.82673</c:v>
                </c:pt>
                <c:pt idx="10894">
                  <c:v>2.8270300000000002</c:v>
                </c:pt>
                <c:pt idx="10895">
                  <c:v>2.82734</c:v>
                </c:pt>
                <c:pt idx="10896">
                  <c:v>2.8276400000000002</c:v>
                </c:pt>
                <c:pt idx="10897">
                  <c:v>2.82795</c:v>
                </c:pt>
                <c:pt idx="10898">
                  <c:v>2.8282500000000002</c:v>
                </c:pt>
                <c:pt idx="10899">
                  <c:v>2.82856</c:v>
                </c:pt>
                <c:pt idx="10900">
                  <c:v>2.8288600000000002</c:v>
                </c:pt>
                <c:pt idx="10901">
                  <c:v>2.82917</c:v>
                </c:pt>
                <c:pt idx="10902">
                  <c:v>2.8294700000000002</c:v>
                </c:pt>
                <c:pt idx="10903">
                  <c:v>2.82978</c:v>
                </c:pt>
                <c:pt idx="10904">
                  <c:v>2.8300900000000002</c:v>
                </c:pt>
                <c:pt idx="10905">
                  <c:v>2.83039</c:v>
                </c:pt>
                <c:pt idx="10906">
                  <c:v>2.8307000000000002</c:v>
                </c:pt>
                <c:pt idx="10907">
                  <c:v>2.831</c:v>
                </c:pt>
                <c:pt idx="10908">
                  <c:v>2.8313100000000002</c:v>
                </c:pt>
                <c:pt idx="10909">
                  <c:v>2.83161</c:v>
                </c:pt>
                <c:pt idx="10910">
                  <c:v>2.8319200000000002</c:v>
                </c:pt>
                <c:pt idx="10911">
                  <c:v>2.83222</c:v>
                </c:pt>
                <c:pt idx="10912">
                  <c:v>2.8325300000000002</c:v>
                </c:pt>
                <c:pt idx="10913">
                  <c:v>2.83283</c:v>
                </c:pt>
                <c:pt idx="10914">
                  <c:v>2.8331400000000002</c:v>
                </c:pt>
                <c:pt idx="10915">
                  <c:v>2.83344</c:v>
                </c:pt>
                <c:pt idx="10916">
                  <c:v>2.8337500000000002</c:v>
                </c:pt>
                <c:pt idx="10917">
                  <c:v>2.83406</c:v>
                </c:pt>
                <c:pt idx="10918">
                  <c:v>2.8343600000000002</c:v>
                </c:pt>
                <c:pt idx="10919">
                  <c:v>2.83467</c:v>
                </c:pt>
                <c:pt idx="10920">
                  <c:v>2.8349700000000002</c:v>
                </c:pt>
                <c:pt idx="10921">
                  <c:v>2.83528</c:v>
                </c:pt>
                <c:pt idx="10922">
                  <c:v>2.8355800000000002</c:v>
                </c:pt>
                <c:pt idx="10923">
                  <c:v>2.83589</c:v>
                </c:pt>
                <c:pt idx="10924">
                  <c:v>2.8361900000000002</c:v>
                </c:pt>
                <c:pt idx="10925">
                  <c:v>2.8365</c:v>
                </c:pt>
                <c:pt idx="10926">
                  <c:v>2.8368000000000002</c:v>
                </c:pt>
                <c:pt idx="10927">
                  <c:v>2.83711</c:v>
                </c:pt>
                <c:pt idx="10928">
                  <c:v>2.8374100000000002</c:v>
                </c:pt>
                <c:pt idx="10929">
                  <c:v>2.83772</c:v>
                </c:pt>
                <c:pt idx="10930">
                  <c:v>2.8380299999999998</c:v>
                </c:pt>
                <c:pt idx="10931">
                  <c:v>2.83833</c:v>
                </c:pt>
                <c:pt idx="10932">
                  <c:v>2.8386399999999998</c:v>
                </c:pt>
                <c:pt idx="10933">
                  <c:v>2.83894</c:v>
                </c:pt>
                <c:pt idx="10934">
                  <c:v>2.8392499999999998</c:v>
                </c:pt>
                <c:pt idx="10935">
                  <c:v>2.83955</c:v>
                </c:pt>
                <c:pt idx="10936">
                  <c:v>2.8398599999999998</c:v>
                </c:pt>
                <c:pt idx="10937">
                  <c:v>2.84016</c:v>
                </c:pt>
                <c:pt idx="10938">
                  <c:v>2.8404699999999998</c:v>
                </c:pt>
                <c:pt idx="10939">
                  <c:v>2.84077</c:v>
                </c:pt>
                <c:pt idx="10940">
                  <c:v>2.8410799999999998</c:v>
                </c:pt>
                <c:pt idx="10941">
                  <c:v>2.84138</c:v>
                </c:pt>
                <c:pt idx="10942">
                  <c:v>2.8416899999999998</c:v>
                </c:pt>
                <c:pt idx="10943">
                  <c:v>2.8420000000000001</c:v>
                </c:pt>
                <c:pt idx="10944">
                  <c:v>2.8422999999999998</c:v>
                </c:pt>
                <c:pt idx="10945">
                  <c:v>2.8426100000000001</c:v>
                </c:pt>
                <c:pt idx="10946">
                  <c:v>2.8429099999999998</c:v>
                </c:pt>
                <c:pt idx="10947">
                  <c:v>2.8432200000000001</c:v>
                </c:pt>
                <c:pt idx="10948">
                  <c:v>2.8435199999999998</c:v>
                </c:pt>
                <c:pt idx="10949">
                  <c:v>2.8438300000000001</c:v>
                </c:pt>
                <c:pt idx="10950">
                  <c:v>2.8441299999999998</c:v>
                </c:pt>
                <c:pt idx="10951">
                  <c:v>2.8444400000000001</c:v>
                </c:pt>
                <c:pt idx="10952">
                  <c:v>2.8447399999999998</c:v>
                </c:pt>
                <c:pt idx="10953">
                  <c:v>2.8450500000000001</c:v>
                </c:pt>
                <c:pt idx="10954">
                  <c:v>2.8453599999999999</c:v>
                </c:pt>
                <c:pt idx="10955">
                  <c:v>2.8456600000000001</c:v>
                </c:pt>
                <c:pt idx="10956">
                  <c:v>2.8459699999999999</c:v>
                </c:pt>
                <c:pt idx="10957">
                  <c:v>2.8462700000000001</c:v>
                </c:pt>
                <c:pt idx="10958">
                  <c:v>2.8465799999999999</c:v>
                </c:pt>
                <c:pt idx="10959">
                  <c:v>2.8468800000000001</c:v>
                </c:pt>
                <c:pt idx="10960">
                  <c:v>2.8471899999999999</c:v>
                </c:pt>
                <c:pt idx="10961">
                  <c:v>2.8474900000000001</c:v>
                </c:pt>
                <c:pt idx="10962">
                  <c:v>2.8477999999999999</c:v>
                </c:pt>
                <c:pt idx="10963">
                  <c:v>2.8481000000000001</c:v>
                </c:pt>
                <c:pt idx="10964">
                  <c:v>2.8484099999999999</c:v>
                </c:pt>
                <c:pt idx="10965">
                  <c:v>2.8487100000000001</c:v>
                </c:pt>
                <c:pt idx="10966">
                  <c:v>2.8490199999999999</c:v>
                </c:pt>
                <c:pt idx="10967">
                  <c:v>2.8493300000000001</c:v>
                </c:pt>
                <c:pt idx="10968">
                  <c:v>2.8496299999999999</c:v>
                </c:pt>
                <c:pt idx="10969">
                  <c:v>2.8499400000000001</c:v>
                </c:pt>
                <c:pt idx="10970">
                  <c:v>2.8502399999999999</c:v>
                </c:pt>
                <c:pt idx="10971">
                  <c:v>2.8505500000000001</c:v>
                </c:pt>
                <c:pt idx="10972">
                  <c:v>2.8508499999999999</c:v>
                </c:pt>
                <c:pt idx="10973">
                  <c:v>2.8511600000000001</c:v>
                </c:pt>
                <c:pt idx="10974">
                  <c:v>2.8514599999999999</c:v>
                </c:pt>
                <c:pt idx="10975">
                  <c:v>2.8517700000000001</c:v>
                </c:pt>
                <c:pt idx="10976">
                  <c:v>2.8520699999999999</c:v>
                </c:pt>
                <c:pt idx="10977">
                  <c:v>2.8523800000000001</c:v>
                </c:pt>
                <c:pt idx="10978">
                  <c:v>2.8526799999999999</c:v>
                </c:pt>
                <c:pt idx="10979">
                  <c:v>2.8529900000000001</c:v>
                </c:pt>
                <c:pt idx="10980">
                  <c:v>2.8532999999999999</c:v>
                </c:pt>
                <c:pt idx="10981">
                  <c:v>2.8536000000000001</c:v>
                </c:pt>
                <c:pt idx="10982">
                  <c:v>2.8539099999999999</c:v>
                </c:pt>
                <c:pt idx="10983">
                  <c:v>2.8542100000000001</c:v>
                </c:pt>
                <c:pt idx="10984">
                  <c:v>2.8545199999999999</c:v>
                </c:pt>
                <c:pt idx="10985">
                  <c:v>2.8548200000000001</c:v>
                </c:pt>
                <c:pt idx="10986">
                  <c:v>2.8551299999999999</c:v>
                </c:pt>
                <c:pt idx="10987">
                  <c:v>2.8554300000000001</c:v>
                </c:pt>
                <c:pt idx="10988">
                  <c:v>2.8557399999999999</c:v>
                </c:pt>
                <c:pt idx="10989">
                  <c:v>2.8560400000000001</c:v>
                </c:pt>
                <c:pt idx="10990">
                  <c:v>2.8563499999999999</c:v>
                </c:pt>
                <c:pt idx="10991">
                  <c:v>2.8566500000000001</c:v>
                </c:pt>
                <c:pt idx="10992">
                  <c:v>2.8569599999999999</c:v>
                </c:pt>
                <c:pt idx="10993">
                  <c:v>2.8572700000000002</c:v>
                </c:pt>
                <c:pt idx="10994">
                  <c:v>2.8575699999999999</c:v>
                </c:pt>
                <c:pt idx="10995">
                  <c:v>2.8578800000000002</c:v>
                </c:pt>
                <c:pt idx="10996">
                  <c:v>2.8581799999999999</c:v>
                </c:pt>
                <c:pt idx="10997">
                  <c:v>2.8584900000000002</c:v>
                </c:pt>
                <c:pt idx="10998">
                  <c:v>2.8587899999999999</c:v>
                </c:pt>
                <c:pt idx="10999">
                  <c:v>2.8591000000000002</c:v>
                </c:pt>
                <c:pt idx="11000">
                  <c:v>2.8593999999999999</c:v>
                </c:pt>
                <c:pt idx="11001">
                  <c:v>2.8597100000000002</c:v>
                </c:pt>
                <c:pt idx="11002">
                  <c:v>2.8600099999999999</c:v>
                </c:pt>
                <c:pt idx="11003">
                  <c:v>2.8603200000000002</c:v>
                </c:pt>
                <c:pt idx="11004">
                  <c:v>2.8606199999999999</c:v>
                </c:pt>
                <c:pt idx="11005">
                  <c:v>2.8609300000000002</c:v>
                </c:pt>
                <c:pt idx="11006">
                  <c:v>2.86124</c:v>
                </c:pt>
                <c:pt idx="11007">
                  <c:v>2.8615400000000002</c:v>
                </c:pt>
                <c:pt idx="11008">
                  <c:v>2.86185</c:v>
                </c:pt>
                <c:pt idx="11009">
                  <c:v>2.8621500000000002</c:v>
                </c:pt>
                <c:pt idx="11010">
                  <c:v>2.86246</c:v>
                </c:pt>
                <c:pt idx="11011">
                  <c:v>2.8627600000000002</c:v>
                </c:pt>
                <c:pt idx="11012">
                  <c:v>2.86307</c:v>
                </c:pt>
                <c:pt idx="11013">
                  <c:v>2.8633700000000002</c:v>
                </c:pt>
                <c:pt idx="11014">
                  <c:v>2.86368</c:v>
                </c:pt>
                <c:pt idx="11015">
                  <c:v>2.8639800000000002</c:v>
                </c:pt>
                <c:pt idx="11016">
                  <c:v>2.86429</c:v>
                </c:pt>
                <c:pt idx="11017">
                  <c:v>2.8645999999999998</c:v>
                </c:pt>
                <c:pt idx="11018">
                  <c:v>2.8649</c:v>
                </c:pt>
                <c:pt idx="11019">
                  <c:v>2.8652099999999998</c:v>
                </c:pt>
                <c:pt idx="11020">
                  <c:v>2.86551</c:v>
                </c:pt>
                <c:pt idx="11021">
                  <c:v>2.8658199999999998</c:v>
                </c:pt>
                <c:pt idx="11022">
                  <c:v>2.86612</c:v>
                </c:pt>
                <c:pt idx="11023">
                  <c:v>2.8664299999999998</c:v>
                </c:pt>
                <c:pt idx="11024">
                  <c:v>2.86673</c:v>
                </c:pt>
                <c:pt idx="11025">
                  <c:v>2.8670399999999998</c:v>
                </c:pt>
                <c:pt idx="11026">
                  <c:v>2.86734</c:v>
                </c:pt>
                <c:pt idx="11027">
                  <c:v>2.8676499999999998</c:v>
                </c:pt>
                <c:pt idx="11028">
                  <c:v>2.86795</c:v>
                </c:pt>
                <c:pt idx="11029">
                  <c:v>2.8682599999999998</c:v>
                </c:pt>
                <c:pt idx="11030">
                  <c:v>2.8685700000000001</c:v>
                </c:pt>
                <c:pt idx="11031">
                  <c:v>2.8688699999999998</c:v>
                </c:pt>
                <c:pt idx="11032">
                  <c:v>2.8691800000000001</c:v>
                </c:pt>
                <c:pt idx="11033">
                  <c:v>2.8694799999999998</c:v>
                </c:pt>
                <c:pt idx="11034">
                  <c:v>2.8697900000000001</c:v>
                </c:pt>
                <c:pt idx="11035">
                  <c:v>2.8700899999999998</c:v>
                </c:pt>
                <c:pt idx="11036">
                  <c:v>2.8704000000000001</c:v>
                </c:pt>
                <c:pt idx="11037">
                  <c:v>2.8706999999999998</c:v>
                </c:pt>
                <c:pt idx="11038">
                  <c:v>2.8710100000000001</c:v>
                </c:pt>
                <c:pt idx="11039">
                  <c:v>2.8713099999999998</c:v>
                </c:pt>
                <c:pt idx="11040">
                  <c:v>2.8716200000000001</c:v>
                </c:pt>
                <c:pt idx="11041">
                  <c:v>2.8719199999999998</c:v>
                </c:pt>
                <c:pt idx="11042">
                  <c:v>2.8722300000000001</c:v>
                </c:pt>
                <c:pt idx="11043">
                  <c:v>2.8725399999999999</c:v>
                </c:pt>
                <c:pt idx="11044">
                  <c:v>2.8728400000000001</c:v>
                </c:pt>
                <c:pt idx="11045">
                  <c:v>2.8731499999999999</c:v>
                </c:pt>
                <c:pt idx="11046">
                  <c:v>2.8734500000000001</c:v>
                </c:pt>
                <c:pt idx="11047">
                  <c:v>2.8737599999999999</c:v>
                </c:pt>
                <c:pt idx="11048">
                  <c:v>2.8740600000000001</c:v>
                </c:pt>
                <c:pt idx="11049">
                  <c:v>2.8743699999999999</c:v>
                </c:pt>
                <c:pt idx="11050">
                  <c:v>2.8746700000000001</c:v>
                </c:pt>
                <c:pt idx="11051">
                  <c:v>2.8749799999999999</c:v>
                </c:pt>
                <c:pt idx="11052">
                  <c:v>2.8752800000000001</c:v>
                </c:pt>
                <c:pt idx="11053">
                  <c:v>2.8755899999999999</c:v>
                </c:pt>
                <c:pt idx="11054">
                  <c:v>2.8758900000000001</c:v>
                </c:pt>
                <c:pt idx="11055">
                  <c:v>2.8761999999999999</c:v>
                </c:pt>
                <c:pt idx="11056">
                  <c:v>2.8765100000000001</c:v>
                </c:pt>
                <c:pt idx="11057">
                  <c:v>2.8768099999999999</c:v>
                </c:pt>
                <c:pt idx="11058">
                  <c:v>2.8771200000000001</c:v>
                </c:pt>
                <c:pt idx="11059">
                  <c:v>2.8774199999999999</c:v>
                </c:pt>
                <c:pt idx="11060">
                  <c:v>2.8777300000000001</c:v>
                </c:pt>
                <c:pt idx="11061">
                  <c:v>2.8780299999999999</c:v>
                </c:pt>
                <c:pt idx="11062">
                  <c:v>2.8783400000000001</c:v>
                </c:pt>
                <c:pt idx="11063">
                  <c:v>2.8786399999999999</c:v>
                </c:pt>
                <c:pt idx="11064">
                  <c:v>2.8789500000000001</c:v>
                </c:pt>
                <c:pt idx="11065">
                  <c:v>2.8792499999999999</c:v>
                </c:pt>
                <c:pt idx="11066">
                  <c:v>2.8795600000000001</c:v>
                </c:pt>
                <c:pt idx="11067">
                  <c:v>2.8798599999999999</c:v>
                </c:pt>
                <c:pt idx="11068">
                  <c:v>2.8801700000000001</c:v>
                </c:pt>
                <c:pt idx="11069">
                  <c:v>2.8804799999999999</c:v>
                </c:pt>
                <c:pt idx="11070">
                  <c:v>2.8807800000000001</c:v>
                </c:pt>
                <c:pt idx="11071">
                  <c:v>2.8810899999999999</c:v>
                </c:pt>
                <c:pt idx="11072">
                  <c:v>2.8813900000000001</c:v>
                </c:pt>
                <c:pt idx="11073">
                  <c:v>2.8816999999999999</c:v>
                </c:pt>
                <c:pt idx="11074">
                  <c:v>2.8820000000000001</c:v>
                </c:pt>
                <c:pt idx="11075">
                  <c:v>2.8823099999999999</c:v>
                </c:pt>
                <c:pt idx="11076">
                  <c:v>2.8826100000000001</c:v>
                </c:pt>
                <c:pt idx="11077">
                  <c:v>2.8829199999999999</c:v>
                </c:pt>
                <c:pt idx="11078">
                  <c:v>2.8832200000000001</c:v>
                </c:pt>
                <c:pt idx="11079">
                  <c:v>2.8835299999999999</c:v>
                </c:pt>
                <c:pt idx="11080">
                  <c:v>2.8838400000000002</c:v>
                </c:pt>
                <c:pt idx="11081">
                  <c:v>2.8841399999999999</c:v>
                </c:pt>
                <c:pt idx="11082">
                  <c:v>2.8844500000000002</c:v>
                </c:pt>
                <c:pt idx="11083">
                  <c:v>2.8847499999999999</c:v>
                </c:pt>
                <c:pt idx="11084">
                  <c:v>2.8850600000000002</c:v>
                </c:pt>
                <c:pt idx="11085">
                  <c:v>2.8853599999999999</c:v>
                </c:pt>
                <c:pt idx="11086">
                  <c:v>2.8856700000000002</c:v>
                </c:pt>
                <c:pt idx="11087">
                  <c:v>2.8859699999999999</c:v>
                </c:pt>
                <c:pt idx="11088">
                  <c:v>2.8862800000000002</c:v>
                </c:pt>
                <c:pt idx="11089">
                  <c:v>2.8865799999999999</c:v>
                </c:pt>
                <c:pt idx="11090">
                  <c:v>2.8868900000000002</c:v>
                </c:pt>
                <c:pt idx="11091">
                  <c:v>2.8871899999999999</c:v>
                </c:pt>
                <c:pt idx="11092">
                  <c:v>2.8875000000000002</c:v>
                </c:pt>
                <c:pt idx="11093">
                  <c:v>2.88781</c:v>
                </c:pt>
                <c:pt idx="11094">
                  <c:v>2.8881100000000002</c:v>
                </c:pt>
                <c:pt idx="11095">
                  <c:v>2.88842</c:v>
                </c:pt>
                <c:pt idx="11096">
                  <c:v>2.8887200000000002</c:v>
                </c:pt>
                <c:pt idx="11097">
                  <c:v>2.88903</c:v>
                </c:pt>
                <c:pt idx="11098">
                  <c:v>2.8893300000000002</c:v>
                </c:pt>
                <c:pt idx="11099">
                  <c:v>2.88964</c:v>
                </c:pt>
                <c:pt idx="11100">
                  <c:v>2.8899400000000002</c:v>
                </c:pt>
                <c:pt idx="11101">
                  <c:v>2.89025</c:v>
                </c:pt>
                <c:pt idx="11102">
                  <c:v>2.8905500000000002</c:v>
                </c:pt>
                <c:pt idx="11103">
                  <c:v>2.89086</c:v>
                </c:pt>
                <c:pt idx="11104">
                  <c:v>2.8911600000000002</c:v>
                </c:pt>
                <c:pt idx="11105">
                  <c:v>2.89147</c:v>
                </c:pt>
                <c:pt idx="11106">
                  <c:v>2.8917799999999998</c:v>
                </c:pt>
                <c:pt idx="11107">
                  <c:v>2.89208</c:v>
                </c:pt>
                <c:pt idx="11108">
                  <c:v>2.8923899999999998</c:v>
                </c:pt>
                <c:pt idx="11109">
                  <c:v>2.89269</c:v>
                </c:pt>
                <c:pt idx="11110">
                  <c:v>2.8929999999999998</c:v>
                </c:pt>
                <c:pt idx="11111">
                  <c:v>2.8933</c:v>
                </c:pt>
                <c:pt idx="11112">
                  <c:v>2.8936099999999998</c:v>
                </c:pt>
                <c:pt idx="11113">
                  <c:v>2.89391</c:v>
                </c:pt>
                <c:pt idx="11114">
                  <c:v>2.8942199999999998</c:v>
                </c:pt>
                <c:pt idx="11115">
                  <c:v>2.89452</c:v>
                </c:pt>
                <c:pt idx="11116">
                  <c:v>2.8948299999999998</c:v>
                </c:pt>
                <c:pt idx="11117">
                  <c:v>2.89513</c:v>
                </c:pt>
                <c:pt idx="11118">
                  <c:v>2.8954399999999998</c:v>
                </c:pt>
                <c:pt idx="11119">
                  <c:v>2.89575</c:v>
                </c:pt>
                <c:pt idx="11120">
                  <c:v>2.8960499999999998</c:v>
                </c:pt>
                <c:pt idx="11121">
                  <c:v>2.89636</c:v>
                </c:pt>
                <c:pt idx="11122">
                  <c:v>2.8966599999999998</c:v>
                </c:pt>
                <c:pt idx="11123">
                  <c:v>2.89697</c:v>
                </c:pt>
                <c:pt idx="11124">
                  <c:v>2.8972699999999998</c:v>
                </c:pt>
                <c:pt idx="11125">
                  <c:v>2.89758</c:v>
                </c:pt>
                <c:pt idx="11126">
                  <c:v>2.8978799999999998</c:v>
                </c:pt>
                <c:pt idx="11127">
                  <c:v>2.89819</c:v>
                </c:pt>
                <c:pt idx="11128">
                  <c:v>2.8984899999999998</c:v>
                </c:pt>
                <c:pt idx="11129">
                  <c:v>2.8988</c:v>
                </c:pt>
                <c:pt idx="11130">
                  <c:v>2.8991099999999999</c:v>
                </c:pt>
                <c:pt idx="11131">
                  <c:v>2.89941</c:v>
                </c:pt>
                <c:pt idx="11132">
                  <c:v>2.8997199999999999</c:v>
                </c:pt>
                <c:pt idx="11133">
                  <c:v>2.90002</c:v>
                </c:pt>
                <c:pt idx="11134">
                  <c:v>2.9003299999999999</c:v>
                </c:pt>
                <c:pt idx="11135">
                  <c:v>2.90063</c:v>
                </c:pt>
                <c:pt idx="11136">
                  <c:v>2.9009399999999999</c:v>
                </c:pt>
                <c:pt idx="11137">
                  <c:v>2.90124</c:v>
                </c:pt>
                <c:pt idx="11138">
                  <c:v>2.9015499999999999</c:v>
                </c:pt>
                <c:pt idx="11139">
                  <c:v>2.90185</c:v>
                </c:pt>
                <c:pt idx="11140">
                  <c:v>2.9021599999999999</c:v>
                </c:pt>
                <c:pt idx="11141">
                  <c:v>2.90246</c:v>
                </c:pt>
                <c:pt idx="11142">
                  <c:v>2.9027699999999999</c:v>
                </c:pt>
                <c:pt idx="11143">
                  <c:v>2.9030800000000001</c:v>
                </c:pt>
                <c:pt idx="11144">
                  <c:v>2.9033799999999998</c:v>
                </c:pt>
                <c:pt idx="11145">
                  <c:v>2.9036900000000001</c:v>
                </c:pt>
                <c:pt idx="11146">
                  <c:v>2.9039899999999998</c:v>
                </c:pt>
                <c:pt idx="11147">
                  <c:v>2.9043000000000001</c:v>
                </c:pt>
                <c:pt idx="11148">
                  <c:v>2.9045999999999998</c:v>
                </c:pt>
                <c:pt idx="11149">
                  <c:v>2.9049100000000001</c:v>
                </c:pt>
                <c:pt idx="11150">
                  <c:v>2.9052099999999998</c:v>
                </c:pt>
                <c:pt idx="11151">
                  <c:v>2.9055200000000001</c:v>
                </c:pt>
                <c:pt idx="11152">
                  <c:v>2.9058199999999998</c:v>
                </c:pt>
                <c:pt idx="11153">
                  <c:v>2.9061300000000001</c:v>
                </c:pt>
                <c:pt idx="11154">
                  <c:v>2.9064299999999998</c:v>
                </c:pt>
                <c:pt idx="11155">
                  <c:v>2.9067400000000001</c:v>
                </c:pt>
                <c:pt idx="11156">
                  <c:v>2.9070499999999999</c:v>
                </c:pt>
                <c:pt idx="11157">
                  <c:v>2.9073500000000001</c:v>
                </c:pt>
                <c:pt idx="11158">
                  <c:v>2.9076599999999999</c:v>
                </c:pt>
                <c:pt idx="11159">
                  <c:v>2.9079600000000001</c:v>
                </c:pt>
                <c:pt idx="11160">
                  <c:v>2.9082699999999999</c:v>
                </c:pt>
                <c:pt idx="11161">
                  <c:v>2.9085700000000001</c:v>
                </c:pt>
                <c:pt idx="11162">
                  <c:v>2.9088799999999999</c:v>
                </c:pt>
                <c:pt idx="11163">
                  <c:v>2.9091800000000001</c:v>
                </c:pt>
                <c:pt idx="11164">
                  <c:v>2.9094899999999999</c:v>
                </c:pt>
                <c:pt idx="11165">
                  <c:v>2.9097900000000001</c:v>
                </c:pt>
                <c:pt idx="11166">
                  <c:v>2.9100999999999999</c:v>
                </c:pt>
                <c:pt idx="11167">
                  <c:v>2.9104000000000001</c:v>
                </c:pt>
                <c:pt idx="11168">
                  <c:v>2.9107099999999999</c:v>
                </c:pt>
                <c:pt idx="11169">
                  <c:v>2.9110200000000002</c:v>
                </c:pt>
                <c:pt idx="11170">
                  <c:v>2.9113199999999999</c:v>
                </c:pt>
                <c:pt idx="11171">
                  <c:v>2.9116300000000002</c:v>
                </c:pt>
                <c:pt idx="11172">
                  <c:v>2.9119299999999999</c:v>
                </c:pt>
                <c:pt idx="11173">
                  <c:v>2.9122400000000002</c:v>
                </c:pt>
                <c:pt idx="11174">
                  <c:v>2.9125399999999999</c:v>
                </c:pt>
                <c:pt idx="11175">
                  <c:v>2.9128500000000002</c:v>
                </c:pt>
                <c:pt idx="11176">
                  <c:v>2.9131499999999999</c:v>
                </c:pt>
                <c:pt idx="11177">
                  <c:v>2.9134600000000002</c:v>
                </c:pt>
                <c:pt idx="11178">
                  <c:v>2.9137599999999999</c:v>
                </c:pt>
                <c:pt idx="11179">
                  <c:v>2.9140700000000002</c:v>
                </c:pt>
                <c:pt idx="11180">
                  <c:v>2.9143699999999999</c:v>
                </c:pt>
                <c:pt idx="11181">
                  <c:v>2.9146800000000002</c:v>
                </c:pt>
                <c:pt idx="11182">
                  <c:v>2.91499</c:v>
                </c:pt>
                <c:pt idx="11183">
                  <c:v>2.9152900000000002</c:v>
                </c:pt>
                <c:pt idx="11184">
                  <c:v>2.9156</c:v>
                </c:pt>
                <c:pt idx="11185">
                  <c:v>2.9159000000000002</c:v>
                </c:pt>
                <c:pt idx="11186">
                  <c:v>2.91621</c:v>
                </c:pt>
                <c:pt idx="11187">
                  <c:v>2.9165100000000002</c:v>
                </c:pt>
                <c:pt idx="11188">
                  <c:v>2.91682</c:v>
                </c:pt>
                <c:pt idx="11189">
                  <c:v>2.9171200000000002</c:v>
                </c:pt>
                <c:pt idx="11190">
                  <c:v>2.91743</c:v>
                </c:pt>
                <c:pt idx="11191">
                  <c:v>2.9177300000000002</c:v>
                </c:pt>
                <c:pt idx="11192">
                  <c:v>2.91804</c:v>
                </c:pt>
                <c:pt idx="11193">
                  <c:v>2.9183500000000002</c:v>
                </c:pt>
                <c:pt idx="11194">
                  <c:v>2.91865</c:v>
                </c:pt>
                <c:pt idx="11195">
                  <c:v>2.9189600000000002</c:v>
                </c:pt>
                <c:pt idx="11196">
                  <c:v>2.91926</c:v>
                </c:pt>
                <c:pt idx="11197">
                  <c:v>2.9195700000000002</c:v>
                </c:pt>
                <c:pt idx="11198">
                  <c:v>2.91987</c:v>
                </c:pt>
                <c:pt idx="11199">
                  <c:v>2.9201800000000002</c:v>
                </c:pt>
                <c:pt idx="11200">
                  <c:v>2.92048</c:v>
                </c:pt>
                <c:pt idx="11201">
                  <c:v>2.9207900000000002</c:v>
                </c:pt>
                <c:pt idx="11202">
                  <c:v>2.92109</c:v>
                </c:pt>
                <c:pt idx="11203">
                  <c:v>2.9214000000000002</c:v>
                </c:pt>
                <c:pt idx="11204">
                  <c:v>2.9217</c:v>
                </c:pt>
                <c:pt idx="11205">
                  <c:v>2.9220100000000002</c:v>
                </c:pt>
                <c:pt idx="11206">
                  <c:v>2.92232</c:v>
                </c:pt>
                <c:pt idx="11207">
                  <c:v>2.9226200000000002</c:v>
                </c:pt>
                <c:pt idx="11208">
                  <c:v>2.92293</c:v>
                </c:pt>
                <c:pt idx="11209">
                  <c:v>2.9232300000000002</c:v>
                </c:pt>
                <c:pt idx="11210">
                  <c:v>2.92354</c:v>
                </c:pt>
                <c:pt idx="11211">
                  <c:v>2.9238400000000002</c:v>
                </c:pt>
                <c:pt idx="11212">
                  <c:v>2.92415</c:v>
                </c:pt>
                <c:pt idx="11213">
                  <c:v>2.9244500000000002</c:v>
                </c:pt>
                <c:pt idx="11214">
                  <c:v>2.92476</c:v>
                </c:pt>
                <c:pt idx="11215">
                  <c:v>2.9250600000000002</c:v>
                </c:pt>
                <c:pt idx="11216">
                  <c:v>2.92537</c:v>
                </c:pt>
                <c:pt idx="11217">
                  <c:v>2.9256700000000002</c:v>
                </c:pt>
                <c:pt idx="11218">
                  <c:v>2.92598</c:v>
                </c:pt>
                <c:pt idx="11219">
                  <c:v>2.9262899999999998</c:v>
                </c:pt>
                <c:pt idx="11220">
                  <c:v>2.92659</c:v>
                </c:pt>
                <c:pt idx="11221">
                  <c:v>2.9268999999999998</c:v>
                </c:pt>
                <c:pt idx="11222">
                  <c:v>2.9272</c:v>
                </c:pt>
                <c:pt idx="11223">
                  <c:v>2.9275099999999998</c:v>
                </c:pt>
                <c:pt idx="11224">
                  <c:v>2.92781</c:v>
                </c:pt>
                <c:pt idx="11225">
                  <c:v>2.9281199999999998</c:v>
                </c:pt>
                <c:pt idx="11226">
                  <c:v>2.92842</c:v>
                </c:pt>
                <c:pt idx="11227">
                  <c:v>2.9287299999999998</c:v>
                </c:pt>
                <c:pt idx="11228">
                  <c:v>2.92903</c:v>
                </c:pt>
                <c:pt idx="11229">
                  <c:v>2.9293399999999998</c:v>
                </c:pt>
                <c:pt idx="11230">
                  <c:v>2.92964</c:v>
                </c:pt>
                <c:pt idx="11231">
                  <c:v>2.9299499999999998</c:v>
                </c:pt>
                <c:pt idx="11232">
                  <c:v>2.9302600000000001</c:v>
                </c:pt>
                <c:pt idx="11233">
                  <c:v>2.9305599999999998</c:v>
                </c:pt>
                <c:pt idx="11234">
                  <c:v>2.9308700000000001</c:v>
                </c:pt>
                <c:pt idx="11235">
                  <c:v>2.9311699999999998</c:v>
                </c:pt>
                <c:pt idx="11236">
                  <c:v>2.9314800000000001</c:v>
                </c:pt>
                <c:pt idx="11237">
                  <c:v>2.9317799999999998</c:v>
                </c:pt>
                <c:pt idx="11238">
                  <c:v>2.9320900000000001</c:v>
                </c:pt>
                <c:pt idx="11239">
                  <c:v>2.9323899999999998</c:v>
                </c:pt>
                <c:pt idx="11240">
                  <c:v>2.9327000000000001</c:v>
                </c:pt>
                <c:pt idx="11241">
                  <c:v>2.9329999999999998</c:v>
                </c:pt>
                <c:pt idx="11242">
                  <c:v>2.9333100000000001</c:v>
                </c:pt>
                <c:pt idx="11243">
                  <c:v>2.9336099999999998</c:v>
                </c:pt>
                <c:pt idx="11244">
                  <c:v>2.9339200000000001</c:v>
                </c:pt>
                <c:pt idx="11245">
                  <c:v>2.9342299999999999</c:v>
                </c:pt>
                <c:pt idx="11246">
                  <c:v>2.9345300000000001</c:v>
                </c:pt>
                <c:pt idx="11247">
                  <c:v>2.9348399999999999</c:v>
                </c:pt>
                <c:pt idx="11248">
                  <c:v>2.9351400000000001</c:v>
                </c:pt>
                <c:pt idx="11249">
                  <c:v>2.9354499999999999</c:v>
                </c:pt>
                <c:pt idx="11250">
                  <c:v>2.9357500000000001</c:v>
                </c:pt>
                <c:pt idx="11251">
                  <c:v>2.9360599999999999</c:v>
                </c:pt>
                <c:pt idx="11252">
                  <c:v>2.9363600000000001</c:v>
                </c:pt>
                <c:pt idx="11253">
                  <c:v>2.9366699999999999</c:v>
                </c:pt>
                <c:pt idx="11254">
                  <c:v>2.9369700000000001</c:v>
                </c:pt>
                <c:pt idx="11255">
                  <c:v>2.9372799999999999</c:v>
                </c:pt>
                <c:pt idx="11256">
                  <c:v>2.9375900000000001</c:v>
                </c:pt>
                <c:pt idx="11257">
                  <c:v>2.9378899999999999</c:v>
                </c:pt>
                <c:pt idx="11258">
                  <c:v>2.9382000000000001</c:v>
                </c:pt>
                <c:pt idx="11259">
                  <c:v>2.9384999999999999</c:v>
                </c:pt>
                <c:pt idx="11260">
                  <c:v>2.9388100000000001</c:v>
                </c:pt>
                <c:pt idx="11261">
                  <c:v>2.9391099999999999</c:v>
                </c:pt>
                <c:pt idx="11262">
                  <c:v>2.9394200000000001</c:v>
                </c:pt>
                <c:pt idx="11263">
                  <c:v>2.9397199999999999</c:v>
                </c:pt>
                <c:pt idx="11264">
                  <c:v>2.9400300000000001</c:v>
                </c:pt>
                <c:pt idx="11265">
                  <c:v>2.9403299999999999</c:v>
                </c:pt>
                <c:pt idx="11266">
                  <c:v>2.9406400000000001</c:v>
                </c:pt>
                <c:pt idx="11267">
                  <c:v>2.9409399999999999</c:v>
                </c:pt>
                <c:pt idx="11268">
                  <c:v>2.9412500000000001</c:v>
                </c:pt>
                <c:pt idx="11269">
                  <c:v>2.94156</c:v>
                </c:pt>
                <c:pt idx="11270">
                  <c:v>2.9418600000000001</c:v>
                </c:pt>
                <c:pt idx="11271">
                  <c:v>2.94217</c:v>
                </c:pt>
                <c:pt idx="11272">
                  <c:v>2.9424700000000001</c:v>
                </c:pt>
                <c:pt idx="11273">
                  <c:v>2.94278</c:v>
                </c:pt>
                <c:pt idx="11274">
                  <c:v>2.9430800000000001</c:v>
                </c:pt>
                <c:pt idx="11275">
                  <c:v>2.94339</c:v>
                </c:pt>
                <c:pt idx="11276">
                  <c:v>2.9436900000000001</c:v>
                </c:pt>
                <c:pt idx="11277">
                  <c:v>2.944</c:v>
                </c:pt>
                <c:pt idx="11278">
                  <c:v>2.9443000000000001</c:v>
                </c:pt>
                <c:pt idx="11279">
                  <c:v>2.9446099999999999</c:v>
                </c:pt>
                <c:pt idx="11280">
                  <c:v>2.9449100000000001</c:v>
                </c:pt>
                <c:pt idx="11281">
                  <c:v>2.9452199999999999</c:v>
                </c:pt>
                <c:pt idx="11282">
                  <c:v>2.9455300000000002</c:v>
                </c:pt>
                <c:pt idx="11283">
                  <c:v>2.9458299999999999</c:v>
                </c:pt>
                <c:pt idx="11284">
                  <c:v>2.9461400000000002</c:v>
                </c:pt>
                <c:pt idx="11285">
                  <c:v>2.9464399999999999</c:v>
                </c:pt>
                <c:pt idx="11286">
                  <c:v>2.9467500000000002</c:v>
                </c:pt>
                <c:pt idx="11287">
                  <c:v>2.9470499999999999</c:v>
                </c:pt>
                <c:pt idx="11288">
                  <c:v>2.9473600000000002</c:v>
                </c:pt>
                <c:pt idx="11289">
                  <c:v>2.9476599999999999</c:v>
                </c:pt>
                <c:pt idx="11290">
                  <c:v>2.9479700000000002</c:v>
                </c:pt>
                <c:pt idx="11291">
                  <c:v>2.9482699999999999</c:v>
                </c:pt>
                <c:pt idx="11292">
                  <c:v>2.9485800000000002</c:v>
                </c:pt>
                <c:pt idx="11293">
                  <c:v>2.9488799999999999</c:v>
                </c:pt>
                <c:pt idx="11294">
                  <c:v>2.9491900000000002</c:v>
                </c:pt>
                <c:pt idx="11295">
                  <c:v>2.9495</c:v>
                </c:pt>
                <c:pt idx="11296">
                  <c:v>2.9498000000000002</c:v>
                </c:pt>
                <c:pt idx="11297">
                  <c:v>2.95011</c:v>
                </c:pt>
                <c:pt idx="11298">
                  <c:v>2.9504100000000002</c:v>
                </c:pt>
                <c:pt idx="11299">
                  <c:v>2.95072</c:v>
                </c:pt>
                <c:pt idx="11300">
                  <c:v>2.9510200000000002</c:v>
                </c:pt>
                <c:pt idx="11301">
                  <c:v>2.95133</c:v>
                </c:pt>
                <c:pt idx="11302">
                  <c:v>2.9516300000000002</c:v>
                </c:pt>
                <c:pt idx="11303">
                  <c:v>2.95194</c:v>
                </c:pt>
                <c:pt idx="11304">
                  <c:v>2.9522400000000002</c:v>
                </c:pt>
                <c:pt idx="11305">
                  <c:v>2.95255</c:v>
                </c:pt>
                <c:pt idx="11306">
                  <c:v>2.9528599999999998</c:v>
                </c:pt>
                <c:pt idx="11307">
                  <c:v>2.95316</c:v>
                </c:pt>
                <c:pt idx="11308">
                  <c:v>2.9534699999999998</c:v>
                </c:pt>
                <c:pt idx="11309">
                  <c:v>2.95377</c:v>
                </c:pt>
                <c:pt idx="11310">
                  <c:v>2.9540799999999998</c:v>
                </c:pt>
                <c:pt idx="11311">
                  <c:v>2.95438</c:v>
                </c:pt>
                <c:pt idx="11312">
                  <c:v>2.9546899999999998</c:v>
                </c:pt>
                <c:pt idx="11313">
                  <c:v>2.95499</c:v>
                </c:pt>
                <c:pt idx="11314">
                  <c:v>2.9552999999999998</c:v>
                </c:pt>
                <c:pt idx="11315">
                  <c:v>2.9556</c:v>
                </c:pt>
                <c:pt idx="11316">
                  <c:v>2.9559099999999998</c:v>
                </c:pt>
                <c:pt idx="11317">
                  <c:v>2.95621</c:v>
                </c:pt>
                <c:pt idx="11318">
                  <c:v>2.9565199999999998</c:v>
                </c:pt>
                <c:pt idx="11319">
                  <c:v>2.9568300000000001</c:v>
                </c:pt>
                <c:pt idx="11320">
                  <c:v>2.9571299999999998</c:v>
                </c:pt>
                <c:pt idx="11321">
                  <c:v>2.9574400000000001</c:v>
                </c:pt>
                <c:pt idx="11322">
                  <c:v>2.9577399999999998</c:v>
                </c:pt>
                <c:pt idx="11323">
                  <c:v>2.9580500000000001</c:v>
                </c:pt>
                <c:pt idx="11324">
                  <c:v>2.9583499999999998</c:v>
                </c:pt>
                <c:pt idx="11325">
                  <c:v>2.9586600000000001</c:v>
                </c:pt>
                <c:pt idx="11326">
                  <c:v>2.9589599999999998</c:v>
                </c:pt>
                <c:pt idx="11327">
                  <c:v>2.9592700000000001</c:v>
                </c:pt>
                <c:pt idx="11328">
                  <c:v>2.9595699999999998</c:v>
                </c:pt>
                <c:pt idx="11329">
                  <c:v>2.9598800000000001</c:v>
                </c:pt>
                <c:pt idx="11330">
                  <c:v>2.9601799999999998</c:v>
                </c:pt>
                <c:pt idx="11331">
                  <c:v>2.9604900000000001</c:v>
                </c:pt>
                <c:pt idx="11332">
                  <c:v>2.9607999999999999</c:v>
                </c:pt>
                <c:pt idx="11333">
                  <c:v>2.9611000000000001</c:v>
                </c:pt>
                <c:pt idx="11334">
                  <c:v>2.9614099999999999</c:v>
                </c:pt>
                <c:pt idx="11335">
                  <c:v>2.9617100000000001</c:v>
                </c:pt>
                <c:pt idx="11336">
                  <c:v>2.9620199999999999</c:v>
                </c:pt>
                <c:pt idx="11337">
                  <c:v>2.9623200000000001</c:v>
                </c:pt>
                <c:pt idx="11338">
                  <c:v>2.9626299999999999</c:v>
                </c:pt>
                <c:pt idx="11339">
                  <c:v>2.9629300000000001</c:v>
                </c:pt>
                <c:pt idx="11340">
                  <c:v>2.9632399999999999</c:v>
                </c:pt>
                <c:pt idx="11341">
                  <c:v>2.9635400000000001</c:v>
                </c:pt>
                <c:pt idx="11342">
                  <c:v>2.9638499999999999</c:v>
                </c:pt>
                <c:pt idx="11343">
                  <c:v>2.9641500000000001</c:v>
                </c:pt>
                <c:pt idx="11344">
                  <c:v>2.9644599999999999</c:v>
                </c:pt>
                <c:pt idx="11345">
                  <c:v>2.9647700000000001</c:v>
                </c:pt>
                <c:pt idx="11346">
                  <c:v>2.9650699999999999</c:v>
                </c:pt>
                <c:pt idx="11347">
                  <c:v>2.9653800000000001</c:v>
                </c:pt>
                <c:pt idx="11348">
                  <c:v>2.9656799999999999</c:v>
                </c:pt>
                <c:pt idx="11349">
                  <c:v>2.9659900000000001</c:v>
                </c:pt>
                <c:pt idx="11350">
                  <c:v>2.9662899999999999</c:v>
                </c:pt>
                <c:pt idx="11351">
                  <c:v>2.9666000000000001</c:v>
                </c:pt>
                <c:pt idx="11352">
                  <c:v>2.9668999999999999</c:v>
                </c:pt>
                <c:pt idx="11353">
                  <c:v>2.9672100000000001</c:v>
                </c:pt>
                <c:pt idx="11354">
                  <c:v>2.9675099999999999</c:v>
                </c:pt>
                <c:pt idx="11355">
                  <c:v>2.9678200000000001</c:v>
                </c:pt>
                <c:pt idx="11356">
                  <c:v>2.9681199999999999</c:v>
                </c:pt>
                <c:pt idx="11357">
                  <c:v>2.9684300000000001</c:v>
                </c:pt>
                <c:pt idx="11358">
                  <c:v>2.9687399999999999</c:v>
                </c:pt>
                <c:pt idx="11359">
                  <c:v>2.9690400000000001</c:v>
                </c:pt>
                <c:pt idx="11360">
                  <c:v>2.9693499999999999</c:v>
                </c:pt>
                <c:pt idx="11361">
                  <c:v>2.9696500000000001</c:v>
                </c:pt>
                <c:pt idx="11362">
                  <c:v>2.9699599999999999</c:v>
                </c:pt>
                <c:pt idx="11363">
                  <c:v>2.9702600000000001</c:v>
                </c:pt>
                <c:pt idx="11364">
                  <c:v>2.9705699999999999</c:v>
                </c:pt>
                <c:pt idx="11365">
                  <c:v>2.9708700000000001</c:v>
                </c:pt>
                <c:pt idx="11366">
                  <c:v>2.9711799999999999</c:v>
                </c:pt>
                <c:pt idx="11367">
                  <c:v>2.9714800000000001</c:v>
                </c:pt>
                <c:pt idx="11368">
                  <c:v>2.9717899999999999</c:v>
                </c:pt>
                <c:pt idx="11369">
                  <c:v>2.9721000000000002</c:v>
                </c:pt>
                <c:pt idx="11370">
                  <c:v>2.9723999999999999</c:v>
                </c:pt>
                <c:pt idx="11371">
                  <c:v>2.9727100000000002</c:v>
                </c:pt>
                <c:pt idx="11372">
                  <c:v>2.9730099999999999</c:v>
                </c:pt>
                <c:pt idx="11373">
                  <c:v>2.9733200000000002</c:v>
                </c:pt>
                <c:pt idx="11374">
                  <c:v>2.9736199999999999</c:v>
                </c:pt>
                <c:pt idx="11375">
                  <c:v>2.9739300000000002</c:v>
                </c:pt>
                <c:pt idx="11376">
                  <c:v>2.9742299999999999</c:v>
                </c:pt>
                <c:pt idx="11377">
                  <c:v>2.9745400000000002</c:v>
                </c:pt>
                <c:pt idx="11378">
                  <c:v>2.9748399999999999</c:v>
                </c:pt>
                <c:pt idx="11379">
                  <c:v>2.9751500000000002</c:v>
                </c:pt>
                <c:pt idx="11380">
                  <c:v>2.9754499999999999</c:v>
                </c:pt>
                <c:pt idx="11381">
                  <c:v>2.9757600000000002</c:v>
                </c:pt>
                <c:pt idx="11382">
                  <c:v>2.97607</c:v>
                </c:pt>
                <c:pt idx="11383">
                  <c:v>2.9763700000000002</c:v>
                </c:pt>
                <c:pt idx="11384">
                  <c:v>2.97668</c:v>
                </c:pt>
                <c:pt idx="11385">
                  <c:v>2.9769800000000002</c:v>
                </c:pt>
                <c:pt idx="11386">
                  <c:v>2.97729</c:v>
                </c:pt>
                <c:pt idx="11387">
                  <c:v>2.9775900000000002</c:v>
                </c:pt>
                <c:pt idx="11388">
                  <c:v>2.9779</c:v>
                </c:pt>
                <c:pt idx="11389">
                  <c:v>2.9782000000000002</c:v>
                </c:pt>
                <c:pt idx="11390">
                  <c:v>2.97851</c:v>
                </c:pt>
                <c:pt idx="11391">
                  <c:v>2.9788100000000002</c:v>
                </c:pt>
                <c:pt idx="11392">
                  <c:v>2.97912</c:v>
                </c:pt>
                <c:pt idx="11393">
                  <c:v>2.9794200000000002</c:v>
                </c:pt>
                <c:pt idx="11394">
                  <c:v>2.97973</c:v>
                </c:pt>
                <c:pt idx="11395">
                  <c:v>2.9800399999999998</c:v>
                </c:pt>
                <c:pt idx="11396">
                  <c:v>2.98034</c:v>
                </c:pt>
                <c:pt idx="11397">
                  <c:v>2.9806499999999998</c:v>
                </c:pt>
                <c:pt idx="11398">
                  <c:v>2.98095</c:v>
                </c:pt>
                <c:pt idx="11399">
                  <c:v>2.9812599999999998</c:v>
                </c:pt>
                <c:pt idx="11400">
                  <c:v>2.98156</c:v>
                </c:pt>
                <c:pt idx="11401">
                  <c:v>2.9818699999999998</c:v>
                </c:pt>
                <c:pt idx="11402">
                  <c:v>2.98217</c:v>
                </c:pt>
                <c:pt idx="11403">
                  <c:v>2.9824799999999998</c:v>
                </c:pt>
                <c:pt idx="11404">
                  <c:v>2.98278</c:v>
                </c:pt>
                <c:pt idx="11405">
                  <c:v>2.9830899999999998</c:v>
                </c:pt>
                <c:pt idx="11406">
                  <c:v>2.98339</c:v>
                </c:pt>
                <c:pt idx="11407">
                  <c:v>2.9836999999999998</c:v>
                </c:pt>
                <c:pt idx="11408">
                  <c:v>2.9840100000000001</c:v>
                </c:pt>
                <c:pt idx="11409">
                  <c:v>2.9843099999999998</c:v>
                </c:pt>
                <c:pt idx="11410">
                  <c:v>2.9846200000000001</c:v>
                </c:pt>
                <c:pt idx="11411">
                  <c:v>2.9849199999999998</c:v>
                </c:pt>
                <c:pt idx="11412">
                  <c:v>2.9852300000000001</c:v>
                </c:pt>
                <c:pt idx="11413">
                  <c:v>2.9855299999999998</c:v>
                </c:pt>
                <c:pt idx="11414">
                  <c:v>2.98584</c:v>
                </c:pt>
                <c:pt idx="11415">
                  <c:v>2.9861399999999998</c:v>
                </c:pt>
                <c:pt idx="11416">
                  <c:v>2.98645</c:v>
                </c:pt>
                <c:pt idx="11417">
                  <c:v>2.9867499999999998</c:v>
                </c:pt>
                <c:pt idx="11418">
                  <c:v>2.98706</c:v>
                </c:pt>
                <c:pt idx="11419">
                  <c:v>2.9873599999999998</c:v>
                </c:pt>
                <c:pt idx="11420">
                  <c:v>2.98767</c:v>
                </c:pt>
                <c:pt idx="11421">
                  <c:v>2.9879799999999999</c:v>
                </c:pt>
                <c:pt idx="11422">
                  <c:v>2.98828</c:v>
                </c:pt>
                <c:pt idx="11423">
                  <c:v>2.9885899999999999</c:v>
                </c:pt>
                <c:pt idx="11424">
                  <c:v>2.98889</c:v>
                </c:pt>
                <c:pt idx="11425">
                  <c:v>2.9891999999999999</c:v>
                </c:pt>
                <c:pt idx="11426">
                  <c:v>2.9895</c:v>
                </c:pt>
                <c:pt idx="11427">
                  <c:v>2.9898099999999999</c:v>
                </c:pt>
                <c:pt idx="11428">
                  <c:v>2.99011</c:v>
                </c:pt>
                <c:pt idx="11429">
                  <c:v>2.9904199999999999</c:v>
                </c:pt>
                <c:pt idx="11430">
                  <c:v>2.99072</c:v>
                </c:pt>
                <c:pt idx="11431">
                  <c:v>2.9910299999999999</c:v>
                </c:pt>
                <c:pt idx="11432">
                  <c:v>2.9913400000000001</c:v>
                </c:pt>
                <c:pt idx="11433">
                  <c:v>2.9916399999999999</c:v>
                </c:pt>
                <c:pt idx="11434">
                  <c:v>2.9919500000000001</c:v>
                </c:pt>
                <c:pt idx="11435">
                  <c:v>2.9922499999999999</c:v>
                </c:pt>
                <c:pt idx="11436">
                  <c:v>2.9925600000000001</c:v>
                </c:pt>
                <c:pt idx="11437">
                  <c:v>2.9928599999999999</c:v>
                </c:pt>
                <c:pt idx="11438">
                  <c:v>2.9931700000000001</c:v>
                </c:pt>
                <c:pt idx="11439">
                  <c:v>2.9934699999999999</c:v>
                </c:pt>
                <c:pt idx="11440">
                  <c:v>2.9937800000000001</c:v>
                </c:pt>
                <c:pt idx="11441">
                  <c:v>2.9940799999999999</c:v>
                </c:pt>
                <c:pt idx="11442">
                  <c:v>2.9943900000000001</c:v>
                </c:pt>
                <c:pt idx="11443">
                  <c:v>2.9946899999999999</c:v>
                </c:pt>
                <c:pt idx="11444">
                  <c:v>2.9950000000000001</c:v>
                </c:pt>
                <c:pt idx="11445">
                  <c:v>2.9953099999999999</c:v>
                </c:pt>
                <c:pt idx="11446">
                  <c:v>2.9956100000000001</c:v>
                </c:pt>
                <c:pt idx="11447">
                  <c:v>2.9959199999999999</c:v>
                </c:pt>
                <c:pt idx="11448">
                  <c:v>2.9962200000000001</c:v>
                </c:pt>
                <c:pt idx="11449">
                  <c:v>2.9965299999999999</c:v>
                </c:pt>
                <c:pt idx="11450">
                  <c:v>2.9968300000000001</c:v>
                </c:pt>
                <c:pt idx="11451">
                  <c:v>2.9971399999999999</c:v>
                </c:pt>
                <c:pt idx="11452">
                  <c:v>2.9974400000000001</c:v>
                </c:pt>
                <c:pt idx="11453">
                  <c:v>2.9977499999999999</c:v>
                </c:pt>
                <c:pt idx="11454">
                  <c:v>2.9980500000000001</c:v>
                </c:pt>
                <c:pt idx="11455">
                  <c:v>2.9983599999999999</c:v>
                </c:pt>
                <c:pt idx="11456">
                  <c:v>2.9986600000000001</c:v>
                </c:pt>
                <c:pt idx="11457">
                  <c:v>2.9989699999999999</c:v>
                </c:pt>
                <c:pt idx="11458">
                  <c:v>2.9992800000000002</c:v>
                </c:pt>
                <c:pt idx="11459">
                  <c:v>2.9995799999999999</c:v>
                </c:pt>
                <c:pt idx="11460">
                  <c:v>2.9998900000000002</c:v>
                </c:pt>
                <c:pt idx="11461">
                  <c:v>3.0001899999999999</c:v>
                </c:pt>
                <c:pt idx="11462">
                  <c:v>3.0005000000000002</c:v>
                </c:pt>
                <c:pt idx="11463">
                  <c:v>3.0007999999999999</c:v>
                </c:pt>
                <c:pt idx="11464">
                  <c:v>3.0011100000000002</c:v>
                </c:pt>
                <c:pt idx="11465">
                  <c:v>3.0014099999999999</c:v>
                </c:pt>
                <c:pt idx="11466">
                  <c:v>3.0017200000000002</c:v>
                </c:pt>
                <c:pt idx="11467">
                  <c:v>3.0020199999999999</c:v>
                </c:pt>
                <c:pt idx="11468">
                  <c:v>3.0023300000000002</c:v>
                </c:pt>
                <c:pt idx="11469">
                  <c:v>3.0026299999999999</c:v>
                </c:pt>
                <c:pt idx="11470">
                  <c:v>3.0029400000000002</c:v>
                </c:pt>
                <c:pt idx="11471">
                  <c:v>3.00325</c:v>
                </c:pt>
                <c:pt idx="11472">
                  <c:v>3.0035500000000002</c:v>
                </c:pt>
                <c:pt idx="11473">
                  <c:v>3.00386</c:v>
                </c:pt>
                <c:pt idx="11474">
                  <c:v>3.0041600000000002</c:v>
                </c:pt>
                <c:pt idx="11475">
                  <c:v>3.00447</c:v>
                </c:pt>
                <c:pt idx="11476">
                  <c:v>3.0047700000000002</c:v>
                </c:pt>
                <c:pt idx="11477">
                  <c:v>3.00508</c:v>
                </c:pt>
                <c:pt idx="11478">
                  <c:v>3.0053800000000002</c:v>
                </c:pt>
                <c:pt idx="11479">
                  <c:v>3.00569</c:v>
                </c:pt>
                <c:pt idx="11480">
                  <c:v>3.0059900000000002</c:v>
                </c:pt>
                <c:pt idx="11481">
                  <c:v>3.0063</c:v>
                </c:pt>
                <c:pt idx="11482">
                  <c:v>3.0066000000000002</c:v>
                </c:pt>
                <c:pt idx="11483">
                  <c:v>3.00691</c:v>
                </c:pt>
                <c:pt idx="11484">
                  <c:v>3.0072199999999998</c:v>
                </c:pt>
                <c:pt idx="11485">
                  <c:v>3.00752</c:v>
                </c:pt>
                <c:pt idx="11486">
                  <c:v>3.0078299999999998</c:v>
                </c:pt>
                <c:pt idx="11487">
                  <c:v>3.00813</c:v>
                </c:pt>
                <c:pt idx="11488">
                  <c:v>3.0084399999999998</c:v>
                </c:pt>
                <c:pt idx="11489">
                  <c:v>3.00874</c:v>
                </c:pt>
                <c:pt idx="11490">
                  <c:v>3.0090499999999998</c:v>
                </c:pt>
                <c:pt idx="11491">
                  <c:v>3.00935</c:v>
                </c:pt>
                <c:pt idx="11492">
                  <c:v>3.0096599999999998</c:v>
                </c:pt>
                <c:pt idx="11493">
                  <c:v>3.00996</c:v>
                </c:pt>
                <c:pt idx="11494">
                  <c:v>3.0102699999999998</c:v>
                </c:pt>
                <c:pt idx="11495">
                  <c:v>3.01058</c:v>
                </c:pt>
                <c:pt idx="11496">
                  <c:v>3.0108799999999998</c:v>
                </c:pt>
                <c:pt idx="11497">
                  <c:v>3.01119</c:v>
                </c:pt>
                <c:pt idx="11498">
                  <c:v>3.0114899999999998</c:v>
                </c:pt>
                <c:pt idx="11499">
                  <c:v>3.0118</c:v>
                </c:pt>
                <c:pt idx="11500">
                  <c:v>3.0121000000000002</c:v>
                </c:pt>
                <c:pt idx="11501">
                  <c:v>3.01241</c:v>
                </c:pt>
                <c:pt idx="11502">
                  <c:v>3.0127100000000002</c:v>
                </c:pt>
                <c:pt idx="11503">
                  <c:v>3.01302</c:v>
                </c:pt>
                <c:pt idx="11504">
                  <c:v>3.0133200000000002</c:v>
                </c:pt>
                <c:pt idx="11505">
                  <c:v>3.01363</c:v>
                </c:pt>
                <c:pt idx="11506">
                  <c:v>3.0139300000000002</c:v>
                </c:pt>
                <c:pt idx="11507">
                  <c:v>3.01424</c:v>
                </c:pt>
                <c:pt idx="11508">
                  <c:v>3.0145499999999998</c:v>
                </c:pt>
                <c:pt idx="11509">
                  <c:v>3.01485</c:v>
                </c:pt>
                <c:pt idx="11510">
                  <c:v>3.0151599999999998</c:v>
                </c:pt>
                <c:pt idx="11511">
                  <c:v>3.01546</c:v>
                </c:pt>
                <c:pt idx="11512">
                  <c:v>3.0157699999999998</c:v>
                </c:pt>
                <c:pt idx="11513">
                  <c:v>3.01607</c:v>
                </c:pt>
                <c:pt idx="11514">
                  <c:v>3.0163799999999998</c:v>
                </c:pt>
                <c:pt idx="11515">
                  <c:v>3.01668</c:v>
                </c:pt>
                <c:pt idx="11516">
                  <c:v>3.0169899999999998</c:v>
                </c:pt>
                <c:pt idx="11517">
                  <c:v>3.01729</c:v>
                </c:pt>
                <c:pt idx="11518">
                  <c:v>3.0175999999999998</c:v>
                </c:pt>
                <c:pt idx="11519">
                  <c:v>3.0179</c:v>
                </c:pt>
                <c:pt idx="11520">
                  <c:v>3.0182099999999998</c:v>
                </c:pt>
                <c:pt idx="11521">
                  <c:v>3.0185200000000001</c:v>
                </c:pt>
                <c:pt idx="11522">
                  <c:v>3.0188199999999998</c:v>
                </c:pt>
                <c:pt idx="11523">
                  <c:v>3.0191300000000001</c:v>
                </c:pt>
                <c:pt idx="11524">
                  <c:v>3.0194299999999998</c:v>
                </c:pt>
                <c:pt idx="11525">
                  <c:v>3.0197400000000001</c:v>
                </c:pt>
                <c:pt idx="11526">
                  <c:v>3.0200399999999998</c:v>
                </c:pt>
                <c:pt idx="11527">
                  <c:v>3.0203500000000001</c:v>
                </c:pt>
                <c:pt idx="11528">
                  <c:v>3.0206499999999998</c:v>
                </c:pt>
                <c:pt idx="11529">
                  <c:v>3.0209600000000001</c:v>
                </c:pt>
                <c:pt idx="11530">
                  <c:v>3.0212599999999998</c:v>
                </c:pt>
                <c:pt idx="11531">
                  <c:v>3.0215700000000001</c:v>
                </c:pt>
                <c:pt idx="11532">
                  <c:v>3.0218699999999998</c:v>
                </c:pt>
                <c:pt idx="11533">
                  <c:v>3.0221800000000001</c:v>
                </c:pt>
                <c:pt idx="11534">
                  <c:v>3.0224899999999999</c:v>
                </c:pt>
                <c:pt idx="11535">
                  <c:v>3.0227900000000001</c:v>
                </c:pt>
                <c:pt idx="11536">
                  <c:v>3.0230999999999999</c:v>
                </c:pt>
                <c:pt idx="11537">
                  <c:v>3.0234000000000001</c:v>
                </c:pt>
                <c:pt idx="11538">
                  <c:v>3.0237099999999999</c:v>
                </c:pt>
                <c:pt idx="11539">
                  <c:v>3.0240100000000001</c:v>
                </c:pt>
                <c:pt idx="11540">
                  <c:v>3.0243199999999999</c:v>
                </c:pt>
                <c:pt idx="11541">
                  <c:v>3.0246200000000001</c:v>
                </c:pt>
                <c:pt idx="11542">
                  <c:v>3.0249299999999999</c:v>
                </c:pt>
                <c:pt idx="11543">
                  <c:v>3.0252300000000001</c:v>
                </c:pt>
                <c:pt idx="11544">
                  <c:v>3.0255399999999999</c:v>
                </c:pt>
                <c:pt idx="11545">
                  <c:v>3.0258500000000002</c:v>
                </c:pt>
                <c:pt idx="11546">
                  <c:v>3.0261499999999999</c:v>
                </c:pt>
                <c:pt idx="11547">
                  <c:v>3.0264600000000002</c:v>
                </c:pt>
                <c:pt idx="11548">
                  <c:v>3.0267599999999999</c:v>
                </c:pt>
                <c:pt idx="11549">
                  <c:v>3.0270700000000001</c:v>
                </c:pt>
                <c:pt idx="11550">
                  <c:v>3.0273699999999999</c:v>
                </c:pt>
                <c:pt idx="11551">
                  <c:v>3.0276800000000001</c:v>
                </c:pt>
                <c:pt idx="11552">
                  <c:v>3.0279799999999999</c:v>
                </c:pt>
                <c:pt idx="11553">
                  <c:v>3.0282900000000001</c:v>
                </c:pt>
                <c:pt idx="11554">
                  <c:v>3.0285899999999999</c:v>
                </c:pt>
                <c:pt idx="11555">
                  <c:v>3.0289000000000001</c:v>
                </c:pt>
                <c:pt idx="11556">
                  <c:v>3.0291999999999999</c:v>
                </c:pt>
                <c:pt idx="11557">
                  <c:v>3.0295100000000001</c:v>
                </c:pt>
                <c:pt idx="11558">
                  <c:v>3.02982</c:v>
                </c:pt>
                <c:pt idx="11559">
                  <c:v>3.0301200000000001</c:v>
                </c:pt>
                <c:pt idx="11560">
                  <c:v>3.03043</c:v>
                </c:pt>
                <c:pt idx="11561">
                  <c:v>3.0307300000000001</c:v>
                </c:pt>
                <c:pt idx="11562">
                  <c:v>3.03104</c:v>
                </c:pt>
                <c:pt idx="11563">
                  <c:v>3.0313400000000001</c:v>
                </c:pt>
                <c:pt idx="11564">
                  <c:v>3.03165</c:v>
                </c:pt>
                <c:pt idx="11565">
                  <c:v>3.0319500000000001</c:v>
                </c:pt>
                <c:pt idx="11566">
                  <c:v>3.03226</c:v>
                </c:pt>
                <c:pt idx="11567">
                  <c:v>3.0325600000000001</c:v>
                </c:pt>
                <c:pt idx="11568">
                  <c:v>3.03287</c:v>
                </c:pt>
                <c:pt idx="11569">
                  <c:v>3.0331700000000001</c:v>
                </c:pt>
                <c:pt idx="11570">
                  <c:v>3.03348</c:v>
                </c:pt>
                <c:pt idx="11571">
                  <c:v>3.0337900000000002</c:v>
                </c:pt>
                <c:pt idx="11572">
                  <c:v>3.03409</c:v>
                </c:pt>
                <c:pt idx="11573">
                  <c:v>3.0344000000000002</c:v>
                </c:pt>
                <c:pt idx="11574">
                  <c:v>3.0347</c:v>
                </c:pt>
                <c:pt idx="11575">
                  <c:v>3.0350100000000002</c:v>
                </c:pt>
                <c:pt idx="11576">
                  <c:v>3.03531</c:v>
                </c:pt>
                <c:pt idx="11577">
                  <c:v>3.0356200000000002</c:v>
                </c:pt>
                <c:pt idx="11578">
                  <c:v>3.03592</c:v>
                </c:pt>
                <c:pt idx="11579">
                  <c:v>3.0362300000000002</c:v>
                </c:pt>
                <c:pt idx="11580">
                  <c:v>3.03653</c:v>
                </c:pt>
                <c:pt idx="11581">
                  <c:v>3.0368400000000002</c:v>
                </c:pt>
                <c:pt idx="11582">
                  <c:v>3.03714</c:v>
                </c:pt>
                <c:pt idx="11583">
                  <c:v>3.0374500000000002</c:v>
                </c:pt>
                <c:pt idx="11584">
                  <c:v>3.03776</c:v>
                </c:pt>
                <c:pt idx="11585">
                  <c:v>3.0380600000000002</c:v>
                </c:pt>
                <c:pt idx="11586">
                  <c:v>3.03837</c:v>
                </c:pt>
                <c:pt idx="11587">
                  <c:v>3.0386700000000002</c:v>
                </c:pt>
                <c:pt idx="11588">
                  <c:v>3.03898</c:v>
                </c:pt>
                <c:pt idx="11589">
                  <c:v>3.0392800000000002</c:v>
                </c:pt>
                <c:pt idx="11590">
                  <c:v>3.03959</c:v>
                </c:pt>
                <c:pt idx="11591">
                  <c:v>3.0398900000000002</c:v>
                </c:pt>
                <c:pt idx="11592">
                  <c:v>3.0402</c:v>
                </c:pt>
                <c:pt idx="11593">
                  <c:v>3.0405000000000002</c:v>
                </c:pt>
                <c:pt idx="11594">
                  <c:v>3.04081</c:v>
                </c:pt>
                <c:pt idx="11595">
                  <c:v>3.0411100000000002</c:v>
                </c:pt>
                <c:pt idx="11596">
                  <c:v>3.04142</c:v>
                </c:pt>
                <c:pt idx="11597">
                  <c:v>3.0417299999999998</c:v>
                </c:pt>
                <c:pt idx="11598">
                  <c:v>3.04203</c:v>
                </c:pt>
                <c:pt idx="11599">
                  <c:v>3.0423399999999998</c:v>
                </c:pt>
                <c:pt idx="11600">
                  <c:v>3.04264</c:v>
                </c:pt>
                <c:pt idx="11601">
                  <c:v>3.0429499999999998</c:v>
                </c:pt>
                <c:pt idx="11602">
                  <c:v>3.04325</c:v>
                </c:pt>
                <c:pt idx="11603">
                  <c:v>3.0435599999999998</c:v>
                </c:pt>
                <c:pt idx="11604">
                  <c:v>3.04386</c:v>
                </c:pt>
                <c:pt idx="11605">
                  <c:v>3.0441699999999998</c:v>
                </c:pt>
                <c:pt idx="11606">
                  <c:v>3.04447</c:v>
                </c:pt>
                <c:pt idx="11607">
                  <c:v>3.0447799999999998</c:v>
                </c:pt>
                <c:pt idx="11608">
                  <c:v>3.0450900000000001</c:v>
                </c:pt>
                <c:pt idx="11609">
                  <c:v>3.0453899999999998</c:v>
                </c:pt>
                <c:pt idx="11610">
                  <c:v>3.0457000000000001</c:v>
                </c:pt>
                <c:pt idx="11611">
                  <c:v>3.0459999999999998</c:v>
                </c:pt>
                <c:pt idx="11612">
                  <c:v>3.0463100000000001</c:v>
                </c:pt>
                <c:pt idx="11613">
                  <c:v>3.0466099999999998</c:v>
                </c:pt>
                <c:pt idx="11614">
                  <c:v>3.0469200000000001</c:v>
                </c:pt>
                <c:pt idx="11615">
                  <c:v>3.0472199999999998</c:v>
                </c:pt>
                <c:pt idx="11616">
                  <c:v>3.0475300000000001</c:v>
                </c:pt>
                <c:pt idx="11617">
                  <c:v>3.0478299999999998</c:v>
                </c:pt>
                <c:pt idx="11618">
                  <c:v>3.0481400000000001</c:v>
                </c:pt>
                <c:pt idx="11619">
                  <c:v>3.0484399999999998</c:v>
                </c:pt>
                <c:pt idx="11620">
                  <c:v>3.0487500000000001</c:v>
                </c:pt>
                <c:pt idx="11621">
                  <c:v>3.0490599999999999</c:v>
                </c:pt>
                <c:pt idx="11622">
                  <c:v>3.0493600000000001</c:v>
                </c:pt>
                <c:pt idx="11623">
                  <c:v>3.0496699999999999</c:v>
                </c:pt>
                <c:pt idx="11624">
                  <c:v>3.0499700000000001</c:v>
                </c:pt>
                <c:pt idx="11625">
                  <c:v>3.0502799999999999</c:v>
                </c:pt>
                <c:pt idx="11626">
                  <c:v>3.0505800000000001</c:v>
                </c:pt>
                <c:pt idx="11627">
                  <c:v>3.0508899999999999</c:v>
                </c:pt>
                <c:pt idx="11628">
                  <c:v>3.0511900000000001</c:v>
                </c:pt>
                <c:pt idx="11629">
                  <c:v>3.0514999999999999</c:v>
                </c:pt>
                <c:pt idx="11630">
                  <c:v>3.0518000000000001</c:v>
                </c:pt>
                <c:pt idx="11631">
                  <c:v>3.0521099999999999</c:v>
                </c:pt>
                <c:pt idx="11632">
                  <c:v>3.0524100000000001</c:v>
                </c:pt>
                <c:pt idx="11633">
                  <c:v>3.0527199999999999</c:v>
                </c:pt>
                <c:pt idx="11634">
                  <c:v>3.0530300000000001</c:v>
                </c:pt>
                <c:pt idx="11635">
                  <c:v>3.0533299999999999</c:v>
                </c:pt>
                <c:pt idx="11636">
                  <c:v>3.0536400000000001</c:v>
                </c:pt>
                <c:pt idx="11637">
                  <c:v>3.0539399999999999</c:v>
                </c:pt>
                <c:pt idx="11638">
                  <c:v>3.0542500000000001</c:v>
                </c:pt>
                <c:pt idx="11639">
                  <c:v>3.0545499999999999</c:v>
                </c:pt>
                <c:pt idx="11640">
                  <c:v>3.0548600000000001</c:v>
                </c:pt>
                <c:pt idx="11641">
                  <c:v>3.0551599999999999</c:v>
                </c:pt>
                <c:pt idx="11642">
                  <c:v>3.0554700000000001</c:v>
                </c:pt>
                <c:pt idx="11643">
                  <c:v>3.0557699999999999</c:v>
                </c:pt>
                <c:pt idx="11644">
                  <c:v>3.0560800000000001</c:v>
                </c:pt>
                <c:pt idx="11645">
                  <c:v>3.0563799999999999</c:v>
                </c:pt>
                <c:pt idx="11646">
                  <c:v>3.0566900000000001</c:v>
                </c:pt>
                <c:pt idx="11647">
                  <c:v>3.0569999999999999</c:v>
                </c:pt>
                <c:pt idx="11648">
                  <c:v>3.0573000000000001</c:v>
                </c:pt>
                <c:pt idx="11649">
                  <c:v>3.0576099999999999</c:v>
                </c:pt>
                <c:pt idx="11650">
                  <c:v>3.0579100000000001</c:v>
                </c:pt>
                <c:pt idx="11651">
                  <c:v>3.0582199999999999</c:v>
                </c:pt>
                <c:pt idx="11652">
                  <c:v>3.0585200000000001</c:v>
                </c:pt>
                <c:pt idx="11653">
                  <c:v>3.0588299999999999</c:v>
                </c:pt>
                <c:pt idx="11654">
                  <c:v>3.0591300000000001</c:v>
                </c:pt>
                <c:pt idx="11655">
                  <c:v>3.0594399999999999</c:v>
                </c:pt>
                <c:pt idx="11656">
                  <c:v>3.0597400000000001</c:v>
                </c:pt>
                <c:pt idx="11657">
                  <c:v>3.0600499999999999</c:v>
                </c:pt>
                <c:pt idx="11658">
                  <c:v>3.0603500000000001</c:v>
                </c:pt>
                <c:pt idx="11659">
                  <c:v>3.0606599999999999</c:v>
                </c:pt>
                <c:pt idx="11660">
                  <c:v>3.0609700000000002</c:v>
                </c:pt>
                <c:pt idx="11661">
                  <c:v>3.0612699999999999</c:v>
                </c:pt>
                <c:pt idx="11662">
                  <c:v>3.0615800000000002</c:v>
                </c:pt>
                <c:pt idx="11663">
                  <c:v>3.0618799999999999</c:v>
                </c:pt>
                <c:pt idx="11664">
                  <c:v>3.0621900000000002</c:v>
                </c:pt>
                <c:pt idx="11665">
                  <c:v>3.0624899999999999</c:v>
                </c:pt>
                <c:pt idx="11666">
                  <c:v>3.0628000000000002</c:v>
                </c:pt>
                <c:pt idx="11667">
                  <c:v>3.0630999999999999</c:v>
                </c:pt>
                <c:pt idx="11668">
                  <c:v>3.0634100000000002</c:v>
                </c:pt>
                <c:pt idx="11669">
                  <c:v>3.0637099999999999</c:v>
                </c:pt>
                <c:pt idx="11670">
                  <c:v>3.0640200000000002</c:v>
                </c:pt>
                <c:pt idx="11671">
                  <c:v>3.06433</c:v>
                </c:pt>
                <c:pt idx="11672">
                  <c:v>3.0646300000000002</c:v>
                </c:pt>
                <c:pt idx="11673">
                  <c:v>3.06494</c:v>
                </c:pt>
                <c:pt idx="11674">
                  <c:v>3.0652400000000002</c:v>
                </c:pt>
                <c:pt idx="11675">
                  <c:v>3.06555</c:v>
                </c:pt>
                <c:pt idx="11676">
                  <c:v>3.0658500000000002</c:v>
                </c:pt>
                <c:pt idx="11677">
                  <c:v>3.06616</c:v>
                </c:pt>
                <c:pt idx="11678">
                  <c:v>3.0664600000000002</c:v>
                </c:pt>
                <c:pt idx="11679">
                  <c:v>3.06677</c:v>
                </c:pt>
                <c:pt idx="11680">
                  <c:v>3.0670700000000002</c:v>
                </c:pt>
                <c:pt idx="11681">
                  <c:v>3.06738</c:v>
                </c:pt>
                <c:pt idx="11682">
                  <c:v>3.0676800000000002</c:v>
                </c:pt>
                <c:pt idx="11683">
                  <c:v>3.06799</c:v>
                </c:pt>
                <c:pt idx="11684">
                  <c:v>3.0682999999999998</c:v>
                </c:pt>
                <c:pt idx="11685">
                  <c:v>3.0686</c:v>
                </c:pt>
                <c:pt idx="11686">
                  <c:v>3.0689099999999998</c:v>
                </c:pt>
                <c:pt idx="11687">
                  <c:v>3.06921</c:v>
                </c:pt>
                <c:pt idx="11688">
                  <c:v>3.0695199999999998</c:v>
                </c:pt>
                <c:pt idx="11689">
                  <c:v>3.06982</c:v>
                </c:pt>
                <c:pt idx="11690">
                  <c:v>3.0701299999999998</c:v>
                </c:pt>
                <c:pt idx="11691">
                  <c:v>3.07043</c:v>
                </c:pt>
                <c:pt idx="11692">
                  <c:v>3.0707399999999998</c:v>
                </c:pt>
                <c:pt idx="11693">
                  <c:v>3.07104</c:v>
                </c:pt>
                <c:pt idx="11694">
                  <c:v>3.0713499999999998</c:v>
                </c:pt>
                <c:pt idx="11695">
                  <c:v>3.07165</c:v>
                </c:pt>
                <c:pt idx="11696">
                  <c:v>3.0719599999999998</c:v>
                </c:pt>
                <c:pt idx="11697">
                  <c:v>3.0722700000000001</c:v>
                </c:pt>
                <c:pt idx="11698">
                  <c:v>3.0725699999999998</c:v>
                </c:pt>
                <c:pt idx="11699">
                  <c:v>3.0728800000000001</c:v>
                </c:pt>
                <c:pt idx="11700">
                  <c:v>3.0731799999999998</c:v>
                </c:pt>
                <c:pt idx="11701">
                  <c:v>3.0734900000000001</c:v>
                </c:pt>
                <c:pt idx="11702">
                  <c:v>3.0737899999999998</c:v>
                </c:pt>
                <c:pt idx="11703">
                  <c:v>3.0741000000000001</c:v>
                </c:pt>
                <c:pt idx="11704">
                  <c:v>3.0743999999999998</c:v>
                </c:pt>
                <c:pt idx="11705">
                  <c:v>3.0747100000000001</c:v>
                </c:pt>
                <c:pt idx="11706">
                  <c:v>3.0750099999999998</c:v>
                </c:pt>
                <c:pt idx="11707">
                  <c:v>3.0753200000000001</c:v>
                </c:pt>
                <c:pt idx="11708">
                  <c:v>3.0756199999999998</c:v>
                </c:pt>
                <c:pt idx="11709">
                  <c:v>3.0759300000000001</c:v>
                </c:pt>
                <c:pt idx="11710">
                  <c:v>3.0762399999999999</c:v>
                </c:pt>
                <c:pt idx="11711">
                  <c:v>3.0765400000000001</c:v>
                </c:pt>
                <c:pt idx="11712">
                  <c:v>3.0768499999999999</c:v>
                </c:pt>
                <c:pt idx="11713">
                  <c:v>3.0771500000000001</c:v>
                </c:pt>
                <c:pt idx="11714">
                  <c:v>3.0774599999999999</c:v>
                </c:pt>
                <c:pt idx="11715">
                  <c:v>3.0777600000000001</c:v>
                </c:pt>
                <c:pt idx="11716">
                  <c:v>3.0780699999999999</c:v>
                </c:pt>
                <c:pt idx="11717">
                  <c:v>3.0783700000000001</c:v>
                </c:pt>
                <c:pt idx="11718">
                  <c:v>3.0786799999999999</c:v>
                </c:pt>
                <c:pt idx="11719">
                  <c:v>3.0789800000000001</c:v>
                </c:pt>
                <c:pt idx="11720">
                  <c:v>3.0792899999999999</c:v>
                </c:pt>
                <c:pt idx="11721">
                  <c:v>3.0796000000000001</c:v>
                </c:pt>
                <c:pt idx="11722">
                  <c:v>3.0798999999999999</c:v>
                </c:pt>
                <c:pt idx="11723">
                  <c:v>3.0802100000000001</c:v>
                </c:pt>
                <c:pt idx="11724">
                  <c:v>3.0805099999999999</c:v>
                </c:pt>
                <c:pt idx="11725">
                  <c:v>3.0808200000000001</c:v>
                </c:pt>
                <c:pt idx="11726">
                  <c:v>3.0811199999999999</c:v>
                </c:pt>
                <c:pt idx="11727">
                  <c:v>3.0814300000000001</c:v>
                </c:pt>
                <c:pt idx="11728">
                  <c:v>3.0817299999999999</c:v>
                </c:pt>
                <c:pt idx="11729">
                  <c:v>3.0820400000000001</c:v>
                </c:pt>
                <c:pt idx="11730">
                  <c:v>3.0823399999999999</c:v>
                </c:pt>
                <c:pt idx="11731">
                  <c:v>3.0826500000000001</c:v>
                </c:pt>
                <c:pt idx="11732">
                  <c:v>3.0829499999999999</c:v>
                </c:pt>
                <c:pt idx="11733">
                  <c:v>3.0832600000000001</c:v>
                </c:pt>
                <c:pt idx="11734">
                  <c:v>3.0835699999999999</c:v>
                </c:pt>
                <c:pt idx="11735">
                  <c:v>3.0838700000000001</c:v>
                </c:pt>
                <c:pt idx="11736">
                  <c:v>3.0841799999999999</c:v>
                </c:pt>
                <c:pt idx="11737">
                  <c:v>3.0844800000000001</c:v>
                </c:pt>
                <c:pt idx="11738">
                  <c:v>3.0847899999999999</c:v>
                </c:pt>
                <c:pt idx="11739">
                  <c:v>3.0850900000000001</c:v>
                </c:pt>
                <c:pt idx="11740">
                  <c:v>3.0853999999999999</c:v>
                </c:pt>
                <c:pt idx="11741">
                  <c:v>3.0857000000000001</c:v>
                </c:pt>
                <c:pt idx="11742">
                  <c:v>3.0860099999999999</c:v>
                </c:pt>
                <c:pt idx="11743">
                  <c:v>3.0863100000000001</c:v>
                </c:pt>
                <c:pt idx="11744">
                  <c:v>3.0866199999999999</c:v>
                </c:pt>
                <c:pt idx="11745">
                  <c:v>3.0869200000000001</c:v>
                </c:pt>
                <c:pt idx="11746">
                  <c:v>3.0872299999999999</c:v>
                </c:pt>
                <c:pt idx="11747">
                  <c:v>3.0875400000000002</c:v>
                </c:pt>
                <c:pt idx="11748">
                  <c:v>3.0878399999999999</c:v>
                </c:pt>
                <c:pt idx="11749">
                  <c:v>3.0881500000000002</c:v>
                </c:pt>
                <c:pt idx="11750">
                  <c:v>3.0884499999999999</c:v>
                </c:pt>
                <c:pt idx="11751">
                  <c:v>3.0887600000000002</c:v>
                </c:pt>
                <c:pt idx="11752">
                  <c:v>3.0890599999999999</c:v>
                </c:pt>
                <c:pt idx="11753">
                  <c:v>3.0893700000000002</c:v>
                </c:pt>
                <c:pt idx="11754">
                  <c:v>3.0896699999999999</c:v>
                </c:pt>
                <c:pt idx="11755">
                  <c:v>3.0899800000000002</c:v>
                </c:pt>
                <c:pt idx="11756">
                  <c:v>3.0902799999999999</c:v>
                </c:pt>
                <c:pt idx="11757">
                  <c:v>3.0905900000000002</c:v>
                </c:pt>
                <c:pt idx="11758">
                  <c:v>3.0908899999999999</c:v>
                </c:pt>
                <c:pt idx="11759">
                  <c:v>3.0912000000000002</c:v>
                </c:pt>
                <c:pt idx="11760">
                  <c:v>3.09151</c:v>
                </c:pt>
                <c:pt idx="11761">
                  <c:v>3.0918100000000002</c:v>
                </c:pt>
                <c:pt idx="11762">
                  <c:v>3.09212</c:v>
                </c:pt>
                <c:pt idx="11763">
                  <c:v>3.0924200000000002</c:v>
                </c:pt>
                <c:pt idx="11764">
                  <c:v>3.09273</c:v>
                </c:pt>
                <c:pt idx="11765">
                  <c:v>3.0930300000000002</c:v>
                </c:pt>
                <c:pt idx="11766">
                  <c:v>3.09334</c:v>
                </c:pt>
                <c:pt idx="11767">
                  <c:v>3.0936400000000002</c:v>
                </c:pt>
                <c:pt idx="11768">
                  <c:v>3.09395</c:v>
                </c:pt>
                <c:pt idx="11769">
                  <c:v>3.0942500000000002</c:v>
                </c:pt>
                <c:pt idx="11770">
                  <c:v>3.09456</c:v>
                </c:pt>
                <c:pt idx="11771">
                  <c:v>3.0948600000000002</c:v>
                </c:pt>
                <c:pt idx="11772">
                  <c:v>3.09517</c:v>
                </c:pt>
                <c:pt idx="11773">
                  <c:v>3.0954799999999998</c:v>
                </c:pt>
                <c:pt idx="11774">
                  <c:v>3.09578</c:v>
                </c:pt>
                <c:pt idx="11775">
                  <c:v>3.0960899999999998</c:v>
                </c:pt>
                <c:pt idx="11776">
                  <c:v>3.09639</c:v>
                </c:pt>
                <c:pt idx="11777">
                  <c:v>3.0966999999999998</c:v>
                </c:pt>
                <c:pt idx="11778">
                  <c:v>3.097</c:v>
                </c:pt>
                <c:pt idx="11779">
                  <c:v>3.0973099999999998</c:v>
                </c:pt>
                <c:pt idx="11780">
                  <c:v>3.09761</c:v>
                </c:pt>
                <c:pt idx="11781">
                  <c:v>3.0979199999999998</c:v>
                </c:pt>
                <c:pt idx="11782">
                  <c:v>3.09822</c:v>
                </c:pt>
                <c:pt idx="11783">
                  <c:v>3.0985299999999998</c:v>
                </c:pt>
                <c:pt idx="11784">
                  <c:v>3.09884</c:v>
                </c:pt>
                <c:pt idx="11785">
                  <c:v>3.0991399999999998</c:v>
                </c:pt>
                <c:pt idx="11786">
                  <c:v>3.09945</c:v>
                </c:pt>
                <c:pt idx="11787">
                  <c:v>3.0997499999999998</c:v>
                </c:pt>
                <c:pt idx="11788">
                  <c:v>3.10006</c:v>
                </c:pt>
                <c:pt idx="11789">
                  <c:v>3.1003599999999998</c:v>
                </c:pt>
                <c:pt idx="11790">
                  <c:v>3.10067</c:v>
                </c:pt>
                <c:pt idx="11791">
                  <c:v>3.1009699999999998</c:v>
                </c:pt>
                <c:pt idx="11792">
                  <c:v>3.10128</c:v>
                </c:pt>
                <c:pt idx="11793">
                  <c:v>3.1015799999999998</c:v>
                </c:pt>
                <c:pt idx="11794">
                  <c:v>3.10189</c:v>
                </c:pt>
                <c:pt idx="11795">
                  <c:v>3.1021899999999998</c:v>
                </c:pt>
                <c:pt idx="11796">
                  <c:v>3.1025</c:v>
                </c:pt>
                <c:pt idx="11797">
                  <c:v>3.1028099999999998</c:v>
                </c:pt>
                <c:pt idx="11798">
                  <c:v>3.10311</c:v>
                </c:pt>
                <c:pt idx="11799">
                  <c:v>3.1034199999999998</c:v>
                </c:pt>
                <c:pt idx="11800">
                  <c:v>3.10372</c:v>
                </c:pt>
                <c:pt idx="11801">
                  <c:v>3.1040299999999998</c:v>
                </c:pt>
                <c:pt idx="11802">
                  <c:v>3.10433</c:v>
                </c:pt>
                <c:pt idx="11803">
                  <c:v>3.1046399999999998</c:v>
                </c:pt>
                <c:pt idx="11804">
                  <c:v>3.10494</c:v>
                </c:pt>
                <c:pt idx="11805">
                  <c:v>3.1052499999999998</c:v>
                </c:pt>
                <c:pt idx="11806">
                  <c:v>3.10555</c:v>
                </c:pt>
                <c:pt idx="11807">
                  <c:v>3.1058599999999998</c:v>
                </c:pt>
                <c:pt idx="11808">
                  <c:v>3.10616</c:v>
                </c:pt>
                <c:pt idx="11809">
                  <c:v>3.1064699999999998</c:v>
                </c:pt>
                <c:pt idx="11810">
                  <c:v>3.1067800000000001</c:v>
                </c:pt>
                <c:pt idx="11811">
                  <c:v>3.1070799999999998</c:v>
                </c:pt>
                <c:pt idx="11812">
                  <c:v>3.1073900000000001</c:v>
                </c:pt>
                <c:pt idx="11813">
                  <c:v>3.1076899999999998</c:v>
                </c:pt>
                <c:pt idx="11814">
                  <c:v>3.1080000000000001</c:v>
                </c:pt>
                <c:pt idx="11815">
                  <c:v>3.1082999999999998</c:v>
                </c:pt>
                <c:pt idx="11816">
                  <c:v>3.1086100000000001</c:v>
                </c:pt>
                <c:pt idx="11817">
                  <c:v>3.1089099999999998</c:v>
                </c:pt>
                <c:pt idx="11818">
                  <c:v>3.1092200000000001</c:v>
                </c:pt>
                <c:pt idx="11819">
                  <c:v>3.1095199999999998</c:v>
                </c:pt>
                <c:pt idx="11820">
                  <c:v>3.1098300000000001</c:v>
                </c:pt>
                <c:pt idx="11821">
                  <c:v>3.1101299999999998</c:v>
                </c:pt>
                <c:pt idx="11822">
                  <c:v>3.1104400000000001</c:v>
                </c:pt>
                <c:pt idx="11823">
                  <c:v>3.1107499999999999</c:v>
                </c:pt>
                <c:pt idx="11824">
                  <c:v>3.1110500000000001</c:v>
                </c:pt>
                <c:pt idx="11825">
                  <c:v>3.1113599999999999</c:v>
                </c:pt>
                <c:pt idx="11826">
                  <c:v>3.1116600000000001</c:v>
                </c:pt>
                <c:pt idx="11827">
                  <c:v>3.1119699999999999</c:v>
                </c:pt>
                <c:pt idx="11828">
                  <c:v>3.1122700000000001</c:v>
                </c:pt>
                <c:pt idx="11829">
                  <c:v>3.1125799999999999</c:v>
                </c:pt>
                <c:pt idx="11830">
                  <c:v>3.1128800000000001</c:v>
                </c:pt>
                <c:pt idx="11831">
                  <c:v>3.1131899999999999</c:v>
                </c:pt>
                <c:pt idx="11832">
                  <c:v>3.1134900000000001</c:v>
                </c:pt>
                <c:pt idx="11833">
                  <c:v>3.1137999999999999</c:v>
                </c:pt>
                <c:pt idx="11834">
                  <c:v>3.1141000000000001</c:v>
                </c:pt>
                <c:pt idx="11835">
                  <c:v>3.1144099999999999</c:v>
                </c:pt>
                <c:pt idx="11836">
                  <c:v>3.1147200000000002</c:v>
                </c:pt>
                <c:pt idx="11837">
                  <c:v>3.1150199999999999</c:v>
                </c:pt>
                <c:pt idx="11838">
                  <c:v>3.1153300000000002</c:v>
                </c:pt>
                <c:pt idx="11839">
                  <c:v>3.1156299999999999</c:v>
                </c:pt>
                <c:pt idx="11840">
                  <c:v>3.1159400000000002</c:v>
                </c:pt>
                <c:pt idx="11841">
                  <c:v>3.1162399999999999</c:v>
                </c:pt>
                <c:pt idx="11842">
                  <c:v>3.1165500000000002</c:v>
                </c:pt>
                <c:pt idx="11843">
                  <c:v>3.1168499999999999</c:v>
                </c:pt>
                <c:pt idx="11844">
                  <c:v>3.1171600000000002</c:v>
                </c:pt>
                <c:pt idx="11845">
                  <c:v>3.1174599999999999</c:v>
                </c:pt>
                <c:pt idx="11846">
                  <c:v>3.1177700000000002</c:v>
                </c:pt>
                <c:pt idx="11847">
                  <c:v>3.11808</c:v>
                </c:pt>
                <c:pt idx="11848">
                  <c:v>3.1183800000000002</c:v>
                </c:pt>
                <c:pt idx="11849">
                  <c:v>3.11869</c:v>
                </c:pt>
                <c:pt idx="11850">
                  <c:v>3.1189900000000002</c:v>
                </c:pt>
                <c:pt idx="11851">
                  <c:v>3.1193</c:v>
                </c:pt>
                <c:pt idx="11852">
                  <c:v>3.1196000000000002</c:v>
                </c:pt>
                <c:pt idx="11853">
                  <c:v>3.11991</c:v>
                </c:pt>
                <c:pt idx="11854">
                  <c:v>3.1202100000000002</c:v>
                </c:pt>
                <c:pt idx="11855">
                  <c:v>3.12052</c:v>
                </c:pt>
                <c:pt idx="11856">
                  <c:v>3.1208200000000001</c:v>
                </c:pt>
                <c:pt idx="11857">
                  <c:v>3.12113</c:v>
                </c:pt>
                <c:pt idx="11858">
                  <c:v>3.1214300000000001</c:v>
                </c:pt>
                <c:pt idx="11859">
                  <c:v>3.12174</c:v>
                </c:pt>
                <c:pt idx="11860">
                  <c:v>3.1220500000000002</c:v>
                </c:pt>
                <c:pt idx="11861">
                  <c:v>3.12235</c:v>
                </c:pt>
                <c:pt idx="11862">
                  <c:v>3.1226600000000002</c:v>
                </c:pt>
                <c:pt idx="11863">
                  <c:v>3.12296</c:v>
                </c:pt>
                <c:pt idx="11864">
                  <c:v>3.1232700000000002</c:v>
                </c:pt>
                <c:pt idx="11865">
                  <c:v>3.12357</c:v>
                </c:pt>
                <c:pt idx="11866">
                  <c:v>3.1238800000000002</c:v>
                </c:pt>
                <c:pt idx="11867">
                  <c:v>3.12418</c:v>
                </c:pt>
                <c:pt idx="11868">
                  <c:v>3.1244900000000002</c:v>
                </c:pt>
                <c:pt idx="11869">
                  <c:v>3.12479</c:v>
                </c:pt>
                <c:pt idx="11870">
                  <c:v>3.1251000000000002</c:v>
                </c:pt>
                <c:pt idx="11871">
                  <c:v>3.1254</c:v>
                </c:pt>
                <c:pt idx="11872">
                  <c:v>3.1257100000000002</c:v>
                </c:pt>
                <c:pt idx="11873">
                  <c:v>3.12602</c:v>
                </c:pt>
                <c:pt idx="11874">
                  <c:v>3.1263200000000002</c:v>
                </c:pt>
                <c:pt idx="11875">
                  <c:v>3.12663</c:v>
                </c:pt>
                <c:pt idx="11876">
                  <c:v>3.1269300000000002</c:v>
                </c:pt>
                <c:pt idx="11877">
                  <c:v>3.12724</c:v>
                </c:pt>
                <c:pt idx="11878">
                  <c:v>3.1275400000000002</c:v>
                </c:pt>
                <c:pt idx="11879">
                  <c:v>3.12785</c:v>
                </c:pt>
                <c:pt idx="11880">
                  <c:v>3.1281500000000002</c:v>
                </c:pt>
                <c:pt idx="11881">
                  <c:v>3.12846</c:v>
                </c:pt>
                <c:pt idx="11882">
                  <c:v>3.1287600000000002</c:v>
                </c:pt>
                <c:pt idx="11883">
                  <c:v>3.12907</c:v>
                </c:pt>
                <c:pt idx="11884">
                  <c:v>3.1293700000000002</c:v>
                </c:pt>
                <c:pt idx="11885">
                  <c:v>3.12968</c:v>
                </c:pt>
                <c:pt idx="11886">
                  <c:v>3.1299899999999998</c:v>
                </c:pt>
                <c:pt idx="11887">
                  <c:v>3.13029</c:v>
                </c:pt>
                <c:pt idx="11888">
                  <c:v>3.1305999999999998</c:v>
                </c:pt>
                <c:pt idx="11889">
                  <c:v>3.1309</c:v>
                </c:pt>
                <c:pt idx="11890">
                  <c:v>3.1312099999999998</c:v>
                </c:pt>
                <c:pt idx="11891">
                  <c:v>3.13151</c:v>
                </c:pt>
                <c:pt idx="11892">
                  <c:v>3.1318199999999998</c:v>
                </c:pt>
                <c:pt idx="11893">
                  <c:v>3.13212</c:v>
                </c:pt>
                <c:pt idx="11894">
                  <c:v>3.1324299999999998</c:v>
                </c:pt>
                <c:pt idx="11895">
                  <c:v>3.13273</c:v>
                </c:pt>
                <c:pt idx="11896">
                  <c:v>3.1330399999999998</c:v>
                </c:pt>
                <c:pt idx="11897">
                  <c:v>3.1333500000000001</c:v>
                </c:pt>
                <c:pt idx="11898">
                  <c:v>3.1336499999999998</c:v>
                </c:pt>
                <c:pt idx="11899">
                  <c:v>3.1339600000000001</c:v>
                </c:pt>
                <c:pt idx="11900">
                  <c:v>3.1342599999999998</c:v>
                </c:pt>
                <c:pt idx="11901">
                  <c:v>3.1345700000000001</c:v>
                </c:pt>
                <c:pt idx="11902">
                  <c:v>3.1348699999999998</c:v>
                </c:pt>
                <c:pt idx="11903">
                  <c:v>3.1351800000000001</c:v>
                </c:pt>
                <c:pt idx="11904">
                  <c:v>3.1354799999999998</c:v>
                </c:pt>
                <c:pt idx="11905">
                  <c:v>3.1357900000000001</c:v>
                </c:pt>
                <c:pt idx="11906">
                  <c:v>3.1360899999999998</c:v>
                </c:pt>
                <c:pt idx="11907">
                  <c:v>3.1364000000000001</c:v>
                </c:pt>
                <c:pt idx="11908">
                  <c:v>3.1366999999999998</c:v>
                </c:pt>
                <c:pt idx="11909">
                  <c:v>3.1370100000000001</c:v>
                </c:pt>
                <c:pt idx="11910">
                  <c:v>3.1373199999999999</c:v>
                </c:pt>
                <c:pt idx="11911">
                  <c:v>3.1376200000000001</c:v>
                </c:pt>
                <c:pt idx="11912">
                  <c:v>3.1379299999999999</c:v>
                </c:pt>
                <c:pt idx="11913">
                  <c:v>3.1382300000000001</c:v>
                </c:pt>
                <c:pt idx="11914">
                  <c:v>3.1385399999999999</c:v>
                </c:pt>
                <c:pt idx="11915">
                  <c:v>3.1388400000000001</c:v>
                </c:pt>
                <c:pt idx="11916">
                  <c:v>3.1391499999999999</c:v>
                </c:pt>
                <c:pt idx="11917">
                  <c:v>3.1394500000000001</c:v>
                </c:pt>
                <c:pt idx="11918">
                  <c:v>3.1397599999999999</c:v>
                </c:pt>
                <c:pt idx="11919">
                  <c:v>3.1400600000000001</c:v>
                </c:pt>
                <c:pt idx="11920">
                  <c:v>3.1403699999999999</c:v>
                </c:pt>
                <c:pt idx="11921">
                  <c:v>3.1406700000000001</c:v>
                </c:pt>
                <c:pt idx="11922">
                  <c:v>3.1409799999999999</c:v>
                </c:pt>
                <c:pt idx="11923">
                  <c:v>3.1412900000000001</c:v>
                </c:pt>
                <c:pt idx="11924">
                  <c:v>3.1415899999999999</c:v>
                </c:pt>
                <c:pt idx="11925">
                  <c:v>3.1419000000000001</c:v>
                </c:pt>
                <c:pt idx="11926">
                  <c:v>3.1421999999999999</c:v>
                </c:pt>
                <c:pt idx="11927">
                  <c:v>3.1425100000000001</c:v>
                </c:pt>
                <c:pt idx="11928">
                  <c:v>3.1428099999999999</c:v>
                </c:pt>
                <c:pt idx="11929">
                  <c:v>3.1431200000000001</c:v>
                </c:pt>
                <c:pt idx="11930">
                  <c:v>3.1434199999999999</c:v>
                </c:pt>
                <c:pt idx="11931">
                  <c:v>3.1437300000000001</c:v>
                </c:pt>
                <c:pt idx="11932">
                  <c:v>3.1440299999999999</c:v>
                </c:pt>
                <c:pt idx="11933">
                  <c:v>3.1443400000000001</c:v>
                </c:pt>
                <c:pt idx="11934">
                  <c:v>3.1446399999999999</c:v>
                </c:pt>
                <c:pt idx="11935">
                  <c:v>3.1449500000000001</c:v>
                </c:pt>
                <c:pt idx="11936">
                  <c:v>3.1452599999999999</c:v>
                </c:pt>
                <c:pt idx="11937">
                  <c:v>3.1455600000000001</c:v>
                </c:pt>
                <c:pt idx="11938">
                  <c:v>3.1458699999999999</c:v>
                </c:pt>
                <c:pt idx="11939">
                  <c:v>3.1461700000000001</c:v>
                </c:pt>
                <c:pt idx="11940">
                  <c:v>3.1464799999999999</c:v>
                </c:pt>
                <c:pt idx="11941">
                  <c:v>3.1467800000000001</c:v>
                </c:pt>
                <c:pt idx="11942">
                  <c:v>3.1470899999999999</c:v>
                </c:pt>
                <c:pt idx="11943">
                  <c:v>3.1473900000000001</c:v>
                </c:pt>
                <c:pt idx="11944">
                  <c:v>3.1476999999999999</c:v>
                </c:pt>
                <c:pt idx="11945">
                  <c:v>3.1480000000000001</c:v>
                </c:pt>
                <c:pt idx="11946">
                  <c:v>3.1483099999999999</c:v>
                </c:pt>
                <c:pt idx="11947">
                  <c:v>3.1486100000000001</c:v>
                </c:pt>
                <c:pt idx="11948">
                  <c:v>3.1489199999999999</c:v>
                </c:pt>
                <c:pt idx="11949">
                  <c:v>3.1492300000000002</c:v>
                </c:pt>
                <c:pt idx="11950">
                  <c:v>3.1495299999999999</c:v>
                </c:pt>
                <c:pt idx="11951">
                  <c:v>3.1498400000000002</c:v>
                </c:pt>
                <c:pt idx="11952">
                  <c:v>3.1501399999999999</c:v>
                </c:pt>
                <c:pt idx="11953">
                  <c:v>3.1504500000000002</c:v>
                </c:pt>
                <c:pt idx="11954">
                  <c:v>3.1507499999999999</c:v>
                </c:pt>
                <c:pt idx="11955">
                  <c:v>3.1510600000000002</c:v>
                </c:pt>
                <c:pt idx="11956">
                  <c:v>3.1513599999999999</c:v>
                </c:pt>
                <c:pt idx="11957">
                  <c:v>3.1516700000000002</c:v>
                </c:pt>
                <c:pt idx="11958">
                  <c:v>3.1519699999999999</c:v>
                </c:pt>
                <c:pt idx="11959">
                  <c:v>3.1522800000000002</c:v>
                </c:pt>
                <c:pt idx="11960">
                  <c:v>3.15259</c:v>
                </c:pt>
                <c:pt idx="11961">
                  <c:v>3.1528900000000002</c:v>
                </c:pt>
                <c:pt idx="11962">
                  <c:v>3.1532</c:v>
                </c:pt>
                <c:pt idx="11963">
                  <c:v>3.1535000000000002</c:v>
                </c:pt>
                <c:pt idx="11964">
                  <c:v>3.15381</c:v>
                </c:pt>
                <c:pt idx="11965">
                  <c:v>3.1541100000000002</c:v>
                </c:pt>
                <c:pt idx="11966">
                  <c:v>3.15442</c:v>
                </c:pt>
                <c:pt idx="11967">
                  <c:v>3.1547200000000002</c:v>
                </c:pt>
                <c:pt idx="11968">
                  <c:v>3.15503</c:v>
                </c:pt>
                <c:pt idx="11969">
                  <c:v>3.1553300000000002</c:v>
                </c:pt>
                <c:pt idx="11970">
                  <c:v>3.15564</c:v>
                </c:pt>
                <c:pt idx="11971">
                  <c:v>3.1559400000000002</c:v>
                </c:pt>
                <c:pt idx="11972">
                  <c:v>3.15625</c:v>
                </c:pt>
                <c:pt idx="11973">
                  <c:v>3.1565599999999998</c:v>
                </c:pt>
                <c:pt idx="11974">
                  <c:v>3.15686</c:v>
                </c:pt>
                <c:pt idx="11975">
                  <c:v>3.1571699999999998</c:v>
                </c:pt>
                <c:pt idx="11976">
                  <c:v>3.15747</c:v>
                </c:pt>
                <c:pt idx="11977">
                  <c:v>3.1577799999999998</c:v>
                </c:pt>
                <c:pt idx="11978">
                  <c:v>3.15808</c:v>
                </c:pt>
                <c:pt idx="11979">
                  <c:v>3.1583899999999998</c:v>
                </c:pt>
                <c:pt idx="11980">
                  <c:v>3.15869</c:v>
                </c:pt>
                <c:pt idx="11981">
                  <c:v>3.1589999999999998</c:v>
                </c:pt>
                <c:pt idx="11982">
                  <c:v>3.1593</c:v>
                </c:pt>
                <c:pt idx="11983">
                  <c:v>3.1596099999999998</c:v>
                </c:pt>
                <c:pt idx="11984">
                  <c:v>3.15991</c:v>
                </c:pt>
                <c:pt idx="11985">
                  <c:v>3.1602199999999998</c:v>
                </c:pt>
                <c:pt idx="11986">
                  <c:v>3.1605300000000001</c:v>
                </c:pt>
                <c:pt idx="11987">
                  <c:v>3.1608299999999998</c:v>
                </c:pt>
                <c:pt idx="11988">
                  <c:v>3.1611400000000001</c:v>
                </c:pt>
                <c:pt idx="11989">
                  <c:v>3.1614399999999998</c:v>
                </c:pt>
                <c:pt idx="11990">
                  <c:v>3.1617500000000001</c:v>
                </c:pt>
                <c:pt idx="11991">
                  <c:v>3.1620499999999998</c:v>
                </c:pt>
                <c:pt idx="11992">
                  <c:v>3.1623600000000001</c:v>
                </c:pt>
                <c:pt idx="11993">
                  <c:v>3.1626599999999998</c:v>
                </c:pt>
                <c:pt idx="11994">
                  <c:v>3.1629700000000001</c:v>
                </c:pt>
                <c:pt idx="11995">
                  <c:v>3.1632699999999998</c:v>
                </c:pt>
                <c:pt idx="11996">
                  <c:v>3.1635800000000001</c:v>
                </c:pt>
                <c:pt idx="11997">
                  <c:v>3.1638799999999998</c:v>
                </c:pt>
                <c:pt idx="11998">
                  <c:v>3.1641900000000001</c:v>
                </c:pt>
                <c:pt idx="11999">
                  <c:v>3.1644999999999999</c:v>
                </c:pt>
                <c:pt idx="12000">
                  <c:v>3.1648000000000001</c:v>
                </c:pt>
                <c:pt idx="12001">
                  <c:v>3.1651099999999999</c:v>
                </c:pt>
                <c:pt idx="12002">
                  <c:v>3.1654100000000001</c:v>
                </c:pt>
                <c:pt idx="12003">
                  <c:v>3.1657199999999999</c:v>
                </c:pt>
                <c:pt idx="12004">
                  <c:v>3.1660200000000001</c:v>
                </c:pt>
                <c:pt idx="12005">
                  <c:v>3.1663299999999999</c:v>
                </c:pt>
                <c:pt idx="12006">
                  <c:v>3.1666300000000001</c:v>
                </c:pt>
                <c:pt idx="12007">
                  <c:v>3.1669399999999999</c:v>
                </c:pt>
                <c:pt idx="12008">
                  <c:v>3.1672400000000001</c:v>
                </c:pt>
                <c:pt idx="12009">
                  <c:v>3.1675499999999999</c:v>
                </c:pt>
                <c:pt idx="12010">
                  <c:v>3.1678500000000001</c:v>
                </c:pt>
                <c:pt idx="12011">
                  <c:v>3.1681599999999999</c:v>
                </c:pt>
                <c:pt idx="12012">
                  <c:v>3.1684700000000001</c:v>
                </c:pt>
                <c:pt idx="12013">
                  <c:v>3.1687699999999999</c:v>
                </c:pt>
                <c:pt idx="12014">
                  <c:v>3.1690800000000001</c:v>
                </c:pt>
                <c:pt idx="12015">
                  <c:v>3.1693799999999999</c:v>
                </c:pt>
                <c:pt idx="12016">
                  <c:v>3.1696900000000001</c:v>
                </c:pt>
                <c:pt idx="12017">
                  <c:v>3.1699899999999999</c:v>
                </c:pt>
                <c:pt idx="12018">
                  <c:v>3.1703000000000001</c:v>
                </c:pt>
                <c:pt idx="12019">
                  <c:v>3.1705999999999999</c:v>
                </c:pt>
                <c:pt idx="12020">
                  <c:v>3.1709100000000001</c:v>
                </c:pt>
                <c:pt idx="12021">
                  <c:v>3.1712099999999999</c:v>
                </c:pt>
                <c:pt idx="12022">
                  <c:v>3.1715200000000001</c:v>
                </c:pt>
                <c:pt idx="12023">
                  <c:v>3.1718299999999999</c:v>
                </c:pt>
                <c:pt idx="12024">
                  <c:v>3.1721300000000001</c:v>
                </c:pt>
                <c:pt idx="12025">
                  <c:v>3.1724399999999999</c:v>
                </c:pt>
                <c:pt idx="12026">
                  <c:v>3.1727400000000001</c:v>
                </c:pt>
                <c:pt idx="12027">
                  <c:v>3.1730499999999999</c:v>
                </c:pt>
                <c:pt idx="12028">
                  <c:v>3.1733500000000001</c:v>
                </c:pt>
                <c:pt idx="12029">
                  <c:v>3.1736599999999999</c:v>
                </c:pt>
                <c:pt idx="12030">
                  <c:v>3.1739600000000001</c:v>
                </c:pt>
                <c:pt idx="12031">
                  <c:v>3.1742699999999999</c:v>
                </c:pt>
                <c:pt idx="12032">
                  <c:v>3.1745700000000001</c:v>
                </c:pt>
                <c:pt idx="12033">
                  <c:v>3.1748799999999999</c:v>
                </c:pt>
                <c:pt idx="12034">
                  <c:v>3.1751800000000001</c:v>
                </c:pt>
                <c:pt idx="12035">
                  <c:v>3.1754899999999999</c:v>
                </c:pt>
                <c:pt idx="12036">
                  <c:v>3.1758000000000002</c:v>
                </c:pt>
                <c:pt idx="12037">
                  <c:v>3.1760999999999999</c:v>
                </c:pt>
                <c:pt idx="12038">
                  <c:v>3.1764100000000002</c:v>
                </c:pt>
                <c:pt idx="12039">
                  <c:v>3.1767099999999999</c:v>
                </c:pt>
                <c:pt idx="12040">
                  <c:v>3.1770200000000002</c:v>
                </c:pt>
                <c:pt idx="12041">
                  <c:v>3.1773199999999999</c:v>
                </c:pt>
                <c:pt idx="12042">
                  <c:v>3.1776300000000002</c:v>
                </c:pt>
                <c:pt idx="12043">
                  <c:v>3.1779299999999999</c:v>
                </c:pt>
                <c:pt idx="12044">
                  <c:v>3.1782400000000002</c:v>
                </c:pt>
                <c:pt idx="12045">
                  <c:v>3.1785399999999999</c:v>
                </c:pt>
                <c:pt idx="12046">
                  <c:v>3.1788500000000002</c:v>
                </c:pt>
                <c:pt idx="12047">
                  <c:v>3.1791499999999999</c:v>
                </c:pt>
                <c:pt idx="12048">
                  <c:v>3.1794600000000002</c:v>
                </c:pt>
                <c:pt idx="12049">
                  <c:v>3.17977</c:v>
                </c:pt>
                <c:pt idx="12050">
                  <c:v>3.1800700000000002</c:v>
                </c:pt>
                <c:pt idx="12051">
                  <c:v>3.18038</c:v>
                </c:pt>
                <c:pt idx="12052">
                  <c:v>3.1806800000000002</c:v>
                </c:pt>
                <c:pt idx="12053">
                  <c:v>3.18099</c:v>
                </c:pt>
                <c:pt idx="12054">
                  <c:v>3.1812900000000002</c:v>
                </c:pt>
                <c:pt idx="12055">
                  <c:v>3.1816</c:v>
                </c:pt>
                <c:pt idx="12056">
                  <c:v>3.1819000000000002</c:v>
                </c:pt>
                <c:pt idx="12057">
                  <c:v>3.18221</c:v>
                </c:pt>
                <c:pt idx="12058">
                  <c:v>3.1825100000000002</c:v>
                </c:pt>
                <c:pt idx="12059">
                  <c:v>3.18282</c:v>
                </c:pt>
                <c:pt idx="12060">
                  <c:v>3.1831200000000002</c:v>
                </c:pt>
                <c:pt idx="12061">
                  <c:v>3.18343</c:v>
                </c:pt>
                <c:pt idx="12062">
                  <c:v>3.1837399999999998</c:v>
                </c:pt>
                <c:pt idx="12063">
                  <c:v>3.18404</c:v>
                </c:pt>
                <c:pt idx="12064">
                  <c:v>3.1843499999999998</c:v>
                </c:pt>
                <c:pt idx="12065">
                  <c:v>3.18465</c:v>
                </c:pt>
                <c:pt idx="12066">
                  <c:v>3.1849599999999998</c:v>
                </c:pt>
                <c:pt idx="12067">
                  <c:v>3.18526</c:v>
                </c:pt>
                <c:pt idx="12068">
                  <c:v>3.1855699999999998</c:v>
                </c:pt>
                <c:pt idx="12069">
                  <c:v>3.18587</c:v>
                </c:pt>
                <c:pt idx="12070">
                  <c:v>3.1861799999999998</c:v>
                </c:pt>
                <c:pt idx="12071">
                  <c:v>3.18648</c:v>
                </c:pt>
                <c:pt idx="12072">
                  <c:v>3.1867899999999998</c:v>
                </c:pt>
                <c:pt idx="12073">
                  <c:v>3.18709</c:v>
                </c:pt>
                <c:pt idx="12074">
                  <c:v>3.1873999999999998</c:v>
                </c:pt>
                <c:pt idx="12075">
                  <c:v>3.18771</c:v>
                </c:pt>
                <c:pt idx="12076">
                  <c:v>3.1880099999999998</c:v>
                </c:pt>
                <c:pt idx="12077">
                  <c:v>3.18832</c:v>
                </c:pt>
                <c:pt idx="12078">
                  <c:v>3.1886199999999998</c:v>
                </c:pt>
                <c:pt idx="12079">
                  <c:v>3.18893</c:v>
                </c:pt>
                <c:pt idx="12080">
                  <c:v>3.1892299999999998</c:v>
                </c:pt>
                <c:pt idx="12081">
                  <c:v>3.18954</c:v>
                </c:pt>
                <c:pt idx="12082">
                  <c:v>3.1898399999999998</c:v>
                </c:pt>
                <c:pt idx="12083">
                  <c:v>3.19015</c:v>
                </c:pt>
                <c:pt idx="12084">
                  <c:v>3.1904499999999998</c:v>
                </c:pt>
                <c:pt idx="12085">
                  <c:v>3.19076</c:v>
                </c:pt>
                <c:pt idx="12086">
                  <c:v>3.1910699999999999</c:v>
                </c:pt>
                <c:pt idx="12087">
                  <c:v>3.19137</c:v>
                </c:pt>
                <c:pt idx="12088">
                  <c:v>3.1916799999999999</c:v>
                </c:pt>
                <c:pt idx="12089">
                  <c:v>3.19198</c:v>
                </c:pt>
                <c:pt idx="12090">
                  <c:v>3.1922899999999998</c:v>
                </c:pt>
                <c:pt idx="12091">
                  <c:v>3.19259</c:v>
                </c:pt>
                <c:pt idx="12092">
                  <c:v>3.1928999999999998</c:v>
                </c:pt>
                <c:pt idx="12093">
                  <c:v>3.1932</c:v>
                </c:pt>
                <c:pt idx="12094">
                  <c:v>3.1935099999999998</c:v>
                </c:pt>
                <c:pt idx="12095">
                  <c:v>3.19381</c:v>
                </c:pt>
                <c:pt idx="12096">
                  <c:v>3.1941199999999998</c:v>
                </c:pt>
                <c:pt idx="12097">
                  <c:v>3.19442</c:v>
                </c:pt>
                <c:pt idx="12098">
                  <c:v>3.1947299999999998</c:v>
                </c:pt>
                <c:pt idx="12099">
                  <c:v>3.1950400000000001</c:v>
                </c:pt>
                <c:pt idx="12100">
                  <c:v>3.1953399999999998</c:v>
                </c:pt>
                <c:pt idx="12101">
                  <c:v>3.1956500000000001</c:v>
                </c:pt>
                <c:pt idx="12102">
                  <c:v>3.1959499999999998</c:v>
                </c:pt>
                <c:pt idx="12103">
                  <c:v>3.1962600000000001</c:v>
                </c:pt>
                <c:pt idx="12104">
                  <c:v>3.1965599999999998</c:v>
                </c:pt>
                <c:pt idx="12105">
                  <c:v>3.1968700000000001</c:v>
                </c:pt>
                <c:pt idx="12106">
                  <c:v>3.1971699999999998</c:v>
                </c:pt>
                <c:pt idx="12107">
                  <c:v>3.1974800000000001</c:v>
                </c:pt>
                <c:pt idx="12108">
                  <c:v>3.1977799999999998</c:v>
                </c:pt>
                <c:pt idx="12109">
                  <c:v>3.1980900000000001</c:v>
                </c:pt>
                <c:pt idx="12110">
                  <c:v>3.1983899999999998</c:v>
                </c:pt>
                <c:pt idx="12111">
                  <c:v>3.1987000000000001</c:v>
                </c:pt>
                <c:pt idx="12112">
                  <c:v>3.1990099999999999</c:v>
                </c:pt>
                <c:pt idx="12113">
                  <c:v>3.1993100000000001</c:v>
                </c:pt>
                <c:pt idx="12114">
                  <c:v>3.1996199999999999</c:v>
                </c:pt>
                <c:pt idx="12115">
                  <c:v>3.1999200000000001</c:v>
                </c:pt>
                <c:pt idx="12116">
                  <c:v>3.2002299999999999</c:v>
                </c:pt>
                <c:pt idx="12117">
                  <c:v>3.2005300000000001</c:v>
                </c:pt>
                <c:pt idx="12118">
                  <c:v>3.2008399999999999</c:v>
                </c:pt>
                <c:pt idx="12119">
                  <c:v>3.2011400000000001</c:v>
                </c:pt>
                <c:pt idx="12120">
                  <c:v>3.2014499999999999</c:v>
                </c:pt>
                <c:pt idx="12121">
                  <c:v>3.2017500000000001</c:v>
                </c:pt>
                <c:pt idx="12122">
                  <c:v>3.2020599999999999</c:v>
                </c:pt>
                <c:pt idx="12123">
                  <c:v>3.2023600000000001</c:v>
                </c:pt>
                <c:pt idx="12124">
                  <c:v>3.2026699999999999</c:v>
                </c:pt>
                <c:pt idx="12125">
                  <c:v>3.2029800000000002</c:v>
                </c:pt>
                <c:pt idx="12126">
                  <c:v>3.2032799999999999</c:v>
                </c:pt>
                <c:pt idx="12127">
                  <c:v>3.2035900000000002</c:v>
                </c:pt>
                <c:pt idx="12128">
                  <c:v>3.2038899999999999</c:v>
                </c:pt>
                <c:pt idx="12129">
                  <c:v>3.2042000000000002</c:v>
                </c:pt>
                <c:pt idx="12130">
                  <c:v>3.2044999999999999</c:v>
                </c:pt>
                <c:pt idx="12131">
                  <c:v>3.2048100000000002</c:v>
                </c:pt>
                <c:pt idx="12132">
                  <c:v>3.2051099999999999</c:v>
                </c:pt>
                <c:pt idx="12133">
                  <c:v>3.2054200000000002</c:v>
                </c:pt>
                <c:pt idx="12134">
                  <c:v>3.2057199999999999</c:v>
                </c:pt>
                <c:pt idx="12135">
                  <c:v>3.2060300000000002</c:v>
                </c:pt>
                <c:pt idx="12136">
                  <c:v>3.20634</c:v>
                </c:pt>
                <c:pt idx="12137">
                  <c:v>3.2066400000000002</c:v>
                </c:pt>
                <c:pt idx="12138">
                  <c:v>3.20695</c:v>
                </c:pt>
                <c:pt idx="12139">
                  <c:v>3.2072500000000002</c:v>
                </c:pt>
                <c:pt idx="12140">
                  <c:v>3.20756</c:v>
                </c:pt>
                <c:pt idx="12141">
                  <c:v>3.2078600000000002</c:v>
                </c:pt>
                <c:pt idx="12142">
                  <c:v>3.20817</c:v>
                </c:pt>
                <c:pt idx="12143">
                  <c:v>3.2084700000000002</c:v>
                </c:pt>
                <c:pt idx="12144">
                  <c:v>3.20878</c:v>
                </c:pt>
                <c:pt idx="12145">
                  <c:v>3.2090800000000002</c:v>
                </c:pt>
                <c:pt idx="12146">
                  <c:v>3.20939</c:v>
                </c:pt>
                <c:pt idx="12147">
                  <c:v>3.2096900000000002</c:v>
                </c:pt>
                <c:pt idx="12148">
                  <c:v>3.21</c:v>
                </c:pt>
                <c:pt idx="12149">
                  <c:v>3.2103100000000002</c:v>
                </c:pt>
                <c:pt idx="12150">
                  <c:v>3.21061</c:v>
                </c:pt>
                <c:pt idx="12151">
                  <c:v>3.2109200000000002</c:v>
                </c:pt>
                <c:pt idx="12152">
                  <c:v>3.21122</c:v>
                </c:pt>
                <c:pt idx="12153">
                  <c:v>3.2115300000000002</c:v>
                </c:pt>
                <c:pt idx="12154">
                  <c:v>3.21183</c:v>
                </c:pt>
                <c:pt idx="12155">
                  <c:v>3.2121400000000002</c:v>
                </c:pt>
                <c:pt idx="12156">
                  <c:v>3.21244</c:v>
                </c:pt>
                <c:pt idx="12157">
                  <c:v>3.2127500000000002</c:v>
                </c:pt>
                <c:pt idx="12158">
                  <c:v>3.21305</c:v>
                </c:pt>
                <c:pt idx="12159">
                  <c:v>3.2133600000000002</c:v>
                </c:pt>
                <c:pt idx="12160">
                  <c:v>3.21366</c:v>
                </c:pt>
                <c:pt idx="12161">
                  <c:v>3.2139700000000002</c:v>
                </c:pt>
                <c:pt idx="12162">
                  <c:v>3.21428</c:v>
                </c:pt>
                <c:pt idx="12163">
                  <c:v>3.2145800000000002</c:v>
                </c:pt>
                <c:pt idx="12164">
                  <c:v>3.21489</c:v>
                </c:pt>
                <c:pt idx="12165">
                  <c:v>3.2151900000000002</c:v>
                </c:pt>
                <c:pt idx="12166">
                  <c:v>3.2155</c:v>
                </c:pt>
                <c:pt idx="12167">
                  <c:v>3.2158000000000002</c:v>
                </c:pt>
                <c:pt idx="12168">
                  <c:v>3.21611</c:v>
                </c:pt>
                <c:pt idx="12169">
                  <c:v>3.2164100000000002</c:v>
                </c:pt>
                <c:pt idx="12170">
                  <c:v>3.21672</c:v>
                </c:pt>
                <c:pt idx="12171">
                  <c:v>3.2170200000000002</c:v>
                </c:pt>
                <c:pt idx="12172">
                  <c:v>3.21733</c:v>
                </c:pt>
                <c:pt idx="12173">
                  <c:v>3.2176300000000002</c:v>
                </c:pt>
                <c:pt idx="12174">
                  <c:v>3.21794</c:v>
                </c:pt>
                <c:pt idx="12175">
                  <c:v>3.2182499999999998</c:v>
                </c:pt>
                <c:pt idx="12176">
                  <c:v>3.21855</c:v>
                </c:pt>
                <c:pt idx="12177">
                  <c:v>3.2188599999999998</c:v>
                </c:pt>
                <c:pt idx="12178">
                  <c:v>3.21916</c:v>
                </c:pt>
                <c:pt idx="12179">
                  <c:v>3.2194699999999998</c:v>
                </c:pt>
                <c:pt idx="12180">
                  <c:v>3.21977</c:v>
                </c:pt>
                <c:pt idx="12181">
                  <c:v>3.2200799999999998</c:v>
                </c:pt>
                <c:pt idx="12182">
                  <c:v>3.22038</c:v>
                </c:pt>
                <c:pt idx="12183">
                  <c:v>3.2206899999999998</c:v>
                </c:pt>
                <c:pt idx="12184">
                  <c:v>3.22099</c:v>
                </c:pt>
                <c:pt idx="12185">
                  <c:v>3.2212999999999998</c:v>
                </c:pt>
                <c:pt idx="12186">
                  <c:v>3.2216</c:v>
                </c:pt>
                <c:pt idx="12187">
                  <c:v>3.2219099999999998</c:v>
                </c:pt>
                <c:pt idx="12188">
                  <c:v>3.2222200000000001</c:v>
                </c:pt>
                <c:pt idx="12189">
                  <c:v>3.2225199999999998</c:v>
                </c:pt>
                <c:pt idx="12190">
                  <c:v>3.2228300000000001</c:v>
                </c:pt>
                <c:pt idx="12191">
                  <c:v>3.2231299999999998</c:v>
                </c:pt>
                <c:pt idx="12192">
                  <c:v>3.2234400000000001</c:v>
                </c:pt>
                <c:pt idx="12193">
                  <c:v>3.2237399999999998</c:v>
                </c:pt>
                <c:pt idx="12194">
                  <c:v>3.2240500000000001</c:v>
                </c:pt>
                <c:pt idx="12195">
                  <c:v>3.2243499999999998</c:v>
                </c:pt>
                <c:pt idx="12196">
                  <c:v>3.2246600000000001</c:v>
                </c:pt>
                <c:pt idx="12197">
                  <c:v>3.2249599999999998</c:v>
                </c:pt>
                <c:pt idx="12198">
                  <c:v>3.2252700000000001</c:v>
                </c:pt>
                <c:pt idx="12199">
                  <c:v>3.2255799999999999</c:v>
                </c:pt>
                <c:pt idx="12200">
                  <c:v>3.2258800000000001</c:v>
                </c:pt>
                <c:pt idx="12201">
                  <c:v>3.2261899999999999</c:v>
                </c:pt>
                <c:pt idx="12202">
                  <c:v>3.2264900000000001</c:v>
                </c:pt>
                <c:pt idx="12203">
                  <c:v>3.2267999999999999</c:v>
                </c:pt>
                <c:pt idx="12204">
                  <c:v>3.2271000000000001</c:v>
                </c:pt>
                <c:pt idx="12205">
                  <c:v>3.2274099999999999</c:v>
                </c:pt>
                <c:pt idx="12206">
                  <c:v>3.2277100000000001</c:v>
                </c:pt>
                <c:pt idx="12207">
                  <c:v>3.2280199999999999</c:v>
                </c:pt>
                <c:pt idx="12208">
                  <c:v>3.2283200000000001</c:v>
                </c:pt>
                <c:pt idx="12209">
                  <c:v>3.2286299999999999</c:v>
                </c:pt>
                <c:pt idx="12210">
                  <c:v>3.2289300000000001</c:v>
                </c:pt>
                <c:pt idx="12211">
                  <c:v>3.2292399999999999</c:v>
                </c:pt>
                <c:pt idx="12212">
                  <c:v>3.2295500000000001</c:v>
                </c:pt>
                <c:pt idx="12213">
                  <c:v>3.2298499999999999</c:v>
                </c:pt>
                <c:pt idx="12214">
                  <c:v>3.2301600000000001</c:v>
                </c:pt>
                <c:pt idx="12215">
                  <c:v>3.2304599999999999</c:v>
                </c:pt>
                <c:pt idx="12216">
                  <c:v>3.2307700000000001</c:v>
                </c:pt>
                <c:pt idx="12217">
                  <c:v>3.2310699999999999</c:v>
                </c:pt>
                <c:pt idx="12218">
                  <c:v>3.2313800000000001</c:v>
                </c:pt>
                <c:pt idx="12219">
                  <c:v>3.2316799999999999</c:v>
                </c:pt>
                <c:pt idx="12220">
                  <c:v>3.2319900000000001</c:v>
                </c:pt>
                <c:pt idx="12221">
                  <c:v>3.2322899999999999</c:v>
                </c:pt>
                <c:pt idx="12222">
                  <c:v>3.2326000000000001</c:v>
                </c:pt>
                <c:pt idx="12223">
                  <c:v>3.2328999999999999</c:v>
                </c:pt>
                <c:pt idx="12224">
                  <c:v>3.2332100000000001</c:v>
                </c:pt>
                <c:pt idx="12225">
                  <c:v>3.2335199999999999</c:v>
                </c:pt>
                <c:pt idx="12226">
                  <c:v>3.2338200000000001</c:v>
                </c:pt>
                <c:pt idx="12227">
                  <c:v>3.2341299999999999</c:v>
                </c:pt>
                <c:pt idx="12228">
                  <c:v>3.2344300000000001</c:v>
                </c:pt>
                <c:pt idx="12229">
                  <c:v>3.2347399999999999</c:v>
                </c:pt>
                <c:pt idx="12230">
                  <c:v>3.2350400000000001</c:v>
                </c:pt>
                <c:pt idx="12231">
                  <c:v>3.2353499999999999</c:v>
                </c:pt>
                <c:pt idx="12232">
                  <c:v>3.2356500000000001</c:v>
                </c:pt>
                <c:pt idx="12233">
                  <c:v>3.2359599999999999</c:v>
                </c:pt>
                <c:pt idx="12234">
                  <c:v>3.2362600000000001</c:v>
                </c:pt>
                <c:pt idx="12235">
                  <c:v>3.2365699999999999</c:v>
                </c:pt>
                <c:pt idx="12236">
                  <c:v>3.2368700000000001</c:v>
                </c:pt>
                <c:pt idx="12237">
                  <c:v>3.2371799999999999</c:v>
                </c:pt>
                <c:pt idx="12238">
                  <c:v>3.2374900000000002</c:v>
                </c:pt>
                <c:pt idx="12239">
                  <c:v>3.2377899999999999</c:v>
                </c:pt>
                <c:pt idx="12240">
                  <c:v>3.2381000000000002</c:v>
                </c:pt>
                <c:pt idx="12241">
                  <c:v>3.2383999999999999</c:v>
                </c:pt>
                <c:pt idx="12242">
                  <c:v>3.2387100000000002</c:v>
                </c:pt>
                <c:pt idx="12243">
                  <c:v>3.2390099999999999</c:v>
                </c:pt>
                <c:pt idx="12244">
                  <c:v>3.2393200000000002</c:v>
                </c:pt>
                <c:pt idx="12245">
                  <c:v>3.2396199999999999</c:v>
                </c:pt>
                <c:pt idx="12246">
                  <c:v>3.2399300000000002</c:v>
                </c:pt>
                <c:pt idx="12247">
                  <c:v>3.2402299999999999</c:v>
                </c:pt>
                <c:pt idx="12248">
                  <c:v>3.2405400000000002</c:v>
                </c:pt>
                <c:pt idx="12249">
                  <c:v>3.2408399999999999</c:v>
                </c:pt>
                <c:pt idx="12250">
                  <c:v>3.2411500000000002</c:v>
                </c:pt>
                <c:pt idx="12251">
                  <c:v>3.24146</c:v>
                </c:pt>
                <c:pt idx="12252">
                  <c:v>3.2417600000000002</c:v>
                </c:pt>
                <c:pt idx="12253">
                  <c:v>3.24207</c:v>
                </c:pt>
                <c:pt idx="12254">
                  <c:v>3.2423700000000002</c:v>
                </c:pt>
                <c:pt idx="12255">
                  <c:v>3.24268</c:v>
                </c:pt>
                <c:pt idx="12256">
                  <c:v>3.2429800000000002</c:v>
                </c:pt>
                <c:pt idx="12257">
                  <c:v>3.24329</c:v>
                </c:pt>
                <c:pt idx="12258">
                  <c:v>3.2435900000000002</c:v>
                </c:pt>
                <c:pt idx="12259">
                  <c:v>3.2439</c:v>
                </c:pt>
                <c:pt idx="12260">
                  <c:v>3.2442000000000002</c:v>
                </c:pt>
                <c:pt idx="12261">
                  <c:v>3.24451</c:v>
                </c:pt>
                <c:pt idx="12262">
                  <c:v>3.2448199999999998</c:v>
                </c:pt>
                <c:pt idx="12263">
                  <c:v>3.24512</c:v>
                </c:pt>
                <c:pt idx="12264">
                  <c:v>3.2454299999999998</c:v>
                </c:pt>
                <c:pt idx="12265">
                  <c:v>3.24573</c:v>
                </c:pt>
                <c:pt idx="12266">
                  <c:v>3.2460399999999998</c:v>
                </c:pt>
                <c:pt idx="12267">
                  <c:v>3.24634</c:v>
                </c:pt>
                <c:pt idx="12268">
                  <c:v>3.2466499999999998</c:v>
                </c:pt>
                <c:pt idx="12269">
                  <c:v>3.24695</c:v>
                </c:pt>
                <c:pt idx="12270">
                  <c:v>3.2472599999999998</c:v>
                </c:pt>
                <c:pt idx="12271">
                  <c:v>3.24756</c:v>
                </c:pt>
                <c:pt idx="12272">
                  <c:v>3.2478699999999998</c:v>
                </c:pt>
                <c:pt idx="12273">
                  <c:v>3.24817</c:v>
                </c:pt>
                <c:pt idx="12274">
                  <c:v>3.2484799999999998</c:v>
                </c:pt>
                <c:pt idx="12275">
                  <c:v>3.2487900000000001</c:v>
                </c:pt>
                <c:pt idx="12276">
                  <c:v>3.2490899999999998</c:v>
                </c:pt>
                <c:pt idx="12277">
                  <c:v>3.2494000000000001</c:v>
                </c:pt>
                <c:pt idx="12278">
                  <c:v>3.2496999999999998</c:v>
                </c:pt>
                <c:pt idx="12279">
                  <c:v>3.2500100000000001</c:v>
                </c:pt>
                <c:pt idx="12280">
                  <c:v>3.2503099999999998</c:v>
                </c:pt>
                <c:pt idx="12281">
                  <c:v>3.2506200000000001</c:v>
                </c:pt>
                <c:pt idx="12282">
                  <c:v>3.2509199999999998</c:v>
                </c:pt>
                <c:pt idx="12283">
                  <c:v>3.2512300000000001</c:v>
                </c:pt>
                <c:pt idx="12284">
                  <c:v>3.2515299999999998</c:v>
                </c:pt>
                <c:pt idx="12285">
                  <c:v>3.2518400000000001</c:v>
                </c:pt>
                <c:pt idx="12286">
                  <c:v>3.2521399999999998</c:v>
                </c:pt>
                <c:pt idx="12287">
                  <c:v>3.2524500000000001</c:v>
                </c:pt>
                <c:pt idx="12288">
                  <c:v>3.2527599999999999</c:v>
                </c:pt>
                <c:pt idx="12289">
                  <c:v>3.2530600000000001</c:v>
                </c:pt>
                <c:pt idx="12290">
                  <c:v>3.2533699999999999</c:v>
                </c:pt>
                <c:pt idx="12291">
                  <c:v>3.2536700000000001</c:v>
                </c:pt>
                <c:pt idx="12292">
                  <c:v>3.2539799999999999</c:v>
                </c:pt>
                <c:pt idx="12293">
                  <c:v>3.2542800000000001</c:v>
                </c:pt>
                <c:pt idx="12294">
                  <c:v>3.2545899999999999</c:v>
                </c:pt>
                <c:pt idx="12295">
                  <c:v>3.2548900000000001</c:v>
                </c:pt>
                <c:pt idx="12296">
                  <c:v>3.2551999999999999</c:v>
                </c:pt>
                <c:pt idx="12297">
                  <c:v>3.2555000000000001</c:v>
                </c:pt>
                <c:pt idx="12298">
                  <c:v>3.2558099999999999</c:v>
                </c:pt>
                <c:pt idx="12299">
                  <c:v>3.2561100000000001</c:v>
                </c:pt>
                <c:pt idx="12300">
                  <c:v>3.2564199999999999</c:v>
                </c:pt>
                <c:pt idx="12301">
                  <c:v>3.2567300000000001</c:v>
                </c:pt>
                <c:pt idx="12302">
                  <c:v>3.2570299999999999</c:v>
                </c:pt>
                <c:pt idx="12303">
                  <c:v>3.2573400000000001</c:v>
                </c:pt>
                <c:pt idx="12304">
                  <c:v>3.2576399999999999</c:v>
                </c:pt>
                <c:pt idx="12305">
                  <c:v>3.2579500000000001</c:v>
                </c:pt>
                <c:pt idx="12306">
                  <c:v>3.2582499999999999</c:v>
                </c:pt>
                <c:pt idx="12307">
                  <c:v>3.2585600000000001</c:v>
                </c:pt>
                <c:pt idx="12308">
                  <c:v>3.2588599999999999</c:v>
                </c:pt>
                <c:pt idx="12309">
                  <c:v>3.2591700000000001</c:v>
                </c:pt>
                <c:pt idx="12310">
                  <c:v>3.2594699999999999</c:v>
                </c:pt>
                <c:pt idx="12311">
                  <c:v>3.2597800000000001</c:v>
                </c:pt>
                <c:pt idx="12312">
                  <c:v>3.2600899999999999</c:v>
                </c:pt>
                <c:pt idx="12313">
                  <c:v>3.2603900000000001</c:v>
                </c:pt>
                <c:pt idx="12314">
                  <c:v>3.2606999999999999</c:v>
                </c:pt>
                <c:pt idx="12315">
                  <c:v>3.2610000000000001</c:v>
                </c:pt>
                <c:pt idx="12316">
                  <c:v>3.2613099999999999</c:v>
                </c:pt>
                <c:pt idx="12317">
                  <c:v>3.2616100000000001</c:v>
                </c:pt>
                <c:pt idx="12318">
                  <c:v>3.2619199999999999</c:v>
                </c:pt>
                <c:pt idx="12319">
                  <c:v>3.2622200000000001</c:v>
                </c:pt>
                <c:pt idx="12320">
                  <c:v>3.2625299999999999</c:v>
                </c:pt>
                <c:pt idx="12321">
                  <c:v>3.2628300000000001</c:v>
                </c:pt>
                <c:pt idx="12322">
                  <c:v>3.2631399999999999</c:v>
                </c:pt>
                <c:pt idx="12323">
                  <c:v>3.2634400000000001</c:v>
                </c:pt>
                <c:pt idx="12324">
                  <c:v>3.2637499999999999</c:v>
                </c:pt>
                <c:pt idx="12325">
                  <c:v>3.2640600000000002</c:v>
                </c:pt>
                <c:pt idx="12326">
                  <c:v>3.2643599999999999</c:v>
                </c:pt>
                <c:pt idx="12327">
                  <c:v>3.2646700000000002</c:v>
                </c:pt>
                <c:pt idx="12328">
                  <c:v>3.2649699999999999</c:v>
                </c:pt>
                <c:pt idx="12329">
                  <c:v>3.2652800000000002</c:v>
                </c:pt>
                <c:pt idx="12330">
                  <c:v>3.2655799999999999</c:v>
                </c:pt>
                <c:pt idx="12331">
                  <c:v>3.2658900000000002</c:v>
                </c:pt>
                <c:pt idx="12332">
                  <c:v>3.2661899999999999</c:v>
                </c:pt>
                <c:pt idx="12333">
                  <c:v>3.2665000000000002</c:v>
                </c:pt>
                <c:pt idx="12334">
                  <c:v>3.2667999999999999</c:v>
                </c:pt>
                <c:pt idx="12335">
                  <c:v>3.2671100000000002</c:v>
                </c:pt>
                <c:pt idx="12336">
                  <c:v>3.2674099999999999</c:v>
                </c:pt>
                <c:pt idx="12337">
                  <c:v>3.2677200000000002</c:v>
                </c:pt>
                <c:pt idx="12338">
                  <c:v>3.26803</c:v>
                </c:pt>
                <c:pt idx="12339">
                  <c:v>3.2683300000000002</c:v>
                </c:pt>
                <c:pt idx="12340">
                  <c:v>3.26864</c:v>
                </c:pt>
                <c:pt idx="12341">
                  <c:v>3.2689400000000002</c:v>
                </c:pt>
                <c:pt idx="12342">
                  <c:v>3.26925</c:v>
                </c:pt>
                <c:pt idx="12343">
                  <c:v>3.2695500000000002</c:v>
                </c:pt>
                <c:pt idx="12344">
                  <c:v>3.26986</c:v>
                </c:pt>
                <c:pt idx="12345">
                  <c:v>3.2701600000000002</c:v>
                </c:pt>
                <c:pt idx="12346">
                  <c:v>3.27047</c:v>
                </c:pt>
                <c:pt idx="12347">
                  <c:v>3.2707700000000002</c:v>
                </c:pt>
                <c:pt idx="12348">
                  <c:v>3.27108</c:v>
                </c:pt>
                <c:pt idx="12349">
                  <c:v>3.2713800000000002</c:v>
                </c:pt>
                <c:pt idx="12350">
                  <c:v>3.27169</c:v>
                </c:pt>
                <c:pt idx="12351">
                  <c:v>3.2719999999999998</c:v>
                </c:pt>
                <c:pt idx="12352">
                  <c:v>3.2723</c:v>
                </c:pt>
                <c:pt idx="12353">
                  <c:v>3.2726099999999998</c:v>
                </c:pt>
                <c:pt idx="12354">
                  <c:v>3.27291</c:v>
                </c:pt>
                <c:pt idx="12355">
                  <c:v>3.2732199999999998</c:v>
                </c:pt>
                <c:pt idx="12356">
                  <c:v>3.27352</c:v>
                </c:pt>
                <c:pt idx="12357">
                  <c:v>3.2738299999999998</c:v>
                </c:pt>
                <c:pt idx="12358">
                  <c:v>3.27413</c:v>
                </c:pt>
                <c:pt idx="12359">
                  <c:v>3.2744399999999998</c:v>
                </c:pt>
                <c:pt idx="12360">
                  <c:v>3.27474</c:v>
                </c:pt>
                <c:pt idx="12361">
                  <c:v>3.2750499999999998</c:v>
                </c:pt>
                <c:pt idx="12362">
                  <c:v>3.27535</c:v>
                </c:pt>
                <c:pt idx="12363">
                  <c:v>3.2756599999999998</c:v>
                </c:pt>
                <c:pt idx="12364">
                  <c:v>3.27597</c:v>
                </c:pt>
                <c:pt idx="12365">
                  <c:v>3.2762699999999998</c:v>
                </c:pt>
                <c:pt idx="12366">
                  <c:v>3.27658</c:v>
                </c:pt>
                <c:pt idx="12367">
                  <c:v>3.2768799999999998</c:v>
                </c:pt>
                <c:pt idx="12368">
                  <c:v>3.27719</c:v>
                </c:pt>
                <c:pt idx="12369">
                  <c:v>3.2774899999999998</c:v>
                </c:pt>
                <c:pt idx="12370">
                  <c:v>3.2778</c:v>
                </c:pt>
                <c:pt idx="12371">
                  <c:v>3.2780999999999998</c:v>
                </c:pt>
                <c:pt idx="12372">
                  <c:v>3.27841</c:v>
                </c:pt>
                <c:pt idx="12373">
                  <c:v>3.2787099999999998</c:v>
                </c:pt>
                <c:pt idx="12374">
                  <c:v>3.27902</c:v>
                </c:pt>
                <c:pt idx="12375">
                  <c:v>3.2793299999999999</c:v>
                </c:pt>
                <c:pt idx="12376">
                  <c:v>3.27963</c:v>
                </c:pt>
                <c:pt idx="12377">
                  <c:v>3.2799399999999999</c:v>
                </c:pt>
                <c:pt idx="12378">
                  <c:v>3.28024</c:v>
                </c:pt>
                <c:pt idx="12379">
                  <c:v>3.2805499999999999</c:v>
                </c:pt>
                <c:pt idx="12380">
                  <c:v>3.28085</c:v>
                </c:pt>
                <c:pt idx="12381">
                  <c:v>3.2811599999999999</c:v>
                </c:pt>
                <c:pt idx="12382">
                  <c:v>3.28146</c:v>
                </c:pt>
                <c:pt idx="12383">
                  <c:v>3.2817699999999999</c:v>
                </c:pt>
                <c:pt idx="12384">
                  <c:v>3.28207</c:v>
                </c:pt>
                <c:pt idx="12385">
                  <c:v>3.2823799999999999</c:v>
                </c:pt>
                <c:pt idx="12386">
                  <c:v>3.28268</c:v>
                </c:pt>
                <c:pt idx="12387">
                  <c:v>3.2829899999999999</c:v>
                </c:pt>
                <c:pt idx="12388">
                  <c:v>3.2833000000000001</c:v>
                </c:pt>
                <c:pt idx="12389">
                  <c:v>3.2835999999999999</c:v>
                </c:pt>
                <c:pt idx="12390">
                  <c:v>3.2839100000000001</c:v>
                </c:pt>
                <c:pt idx="12391">
                  <c:v>3.2842099999999999</c:v>
                </c:pt>
                <c:pt idx="12392">
                  <c:v>3.2845200000000001</c:v>
                </c:pt>
                <c:pt idx="12393">
                  <c:v>3.2848199999999999</c:v>
                </c:pt>
                <c:pt idx="12394">
                  <c:v>3.2851300000000001</c:v>
                </c:pt>
                <c:pt idx="12395">
                  <c:v>3.2854299999999999</c:v>
                </c:pt>
                <c:pt idx="12396">
                  <c:v>3.2857400000000001</c:v>
                </c:pt>
                <c:pt idx="12397">
                  <c:v>3.2860399999999998</c:v>
                </c:pt>
                <c:pt idx="12398">
                  <c:v>3.2863500000000001</c:v>
                </c:pt>
                <c:pt idx="12399">
                  <c:v>3.2866499999999998</c:v>
                </c:pt>
                <c:pt idx="12400">
                  <c:v>3.2869600000000001</c:v>
                </c:pt>
                <c:pt idx="12401">
                  <c:v>3.2872699999999999</c:v>
                </c:pt>
                <c:pt idx="12402">
                  <c:v>3.2875700000000001</c:v>
                </c:pt>
                <c:pt idx="12403">
                  <c:v>3.2878799999999999</c:v>
                </c:pt>
                <c:pt idx="12404">
                  <c:v>3.2881800000000001</c:v>
                </c:pt>
                <c:pt idx="12405">
                  <c:v>3.2884899999999999</c:v>
                </c:pt>
                <c:pt idx="12406">
                  <c:v>3.2887900000000001</c:v>
                </c:pt>
                <c:pt idx="12407">
                  <c:v>3.2890999999999999</c:v>
                </c:pt>
                <c:pt idx="12408">
                  <c:v>3.2894000000000001</c:v>
                </c:pt>
                <c:pt idx="12409">
                  <c:v>3.2897099999999999</c:v>
                </c:pt>
                <c:pt idx="12410">
                  <c:v>3.2900100000000001</c:v>
                </c:pt>
                <c:pt idx="12411">
                  <c:v>3.2903199999999999</c:v>
                </c:pt>
                <c:pt idx="12412">
                  <c:v>3.2906200000000001</c:v>
                </c:pt>
                <c:pt idx="12413">
                  <c:v>3.2909299999999999</c:v>
                </c:pt>
                <c:pt idx="12414">
                  <c:v>3.2912400000000002</c:v>
                </c:pt>
                <c:pt idx="12415">
                  <c:v>3.2915399999999999</c:v>
                </c:pt>
                <c:pt idx="12416">
                  <c:v>3.2918500000000002</c:v>
                </c:pt>
                <c:pt idx="12417">
                  <c:v>3.2921499999999999</c:v>
                </c:pt>
                <c:pt idx="12418">
                  <c:v>3.2924600000000002</c:v>
                </c:pt>
                <c:pt idx="12419">
                  <c:v>3.2927599999999999</c:v>
                </c:pt>
                <c:pt idx="12420">
                  <c:v>3.2930700000000002</c:v>
                </c:pt>
                <c:pt idx="12421">
                  <c:v>3.2933699999999999</c:v>
                </c:pt>
                <c:pt idx="12422">
                  <c:v>3.2936800000000002</c:v>
                </c:pt>
                <c:pt idx="12423">
                  <c:v>3.2939799999999999</c:v>
                </c:pt>
                <c:pt idx="12424">
                  <c:v>3.2942900000000002</c:v>
                </c:pt>
                <c:pt idx="12425">
                  <c:v>3.2945899999999999</c:v>
                </c:pt>
                <c:pt idx="12426">
                  <c:v>3.2949000000000002</c:v>
                </c:pt>
                <c:pt idx="12427">
                  <c:v>3.29521</c:v>
                </c:pt>
                <c:pt idx="12428">
                  <c:v>3.2955100000000002</c:v>
                </c:pt>
                <c:pt idx="12429">
                  <c:v>3.29582</c:v>
                </c:pt>
                <c:pt idx="12430">
                  <c:v>3.2961200000000002</c:v>
                </c:pt>
                <c:pt idx="12431">
                  <c:v>3.29643</c:v>
                </c:pt>
                <c:pt idx="12432">
                  <c:v>3.2967300000000002</c:v>
                </c:pt>
                <c:pt idx="12433">
                  <c:v>3.29704</c:v>
                </c:pt>
                <c:pt idx="12434">
                  <c:v>3.2973400000000002</c:v>
                </c:pt>
                <c:pt idx="12435">
                  <c:v>3.29765</c:v>
                </c:pt>
                <c:pt idx="12436">
                  <c:v>3.2979500000000002</c:v>
                </c:pt>
                <c:pt idx="12437">
                  <c:v>3.29826</c:v>
                </c:pt>
                <c:pt idx="12438">
                  <c:v>3.2985699999999998</c:v>
                </c:pt>
                <c:pt idx="12439">
                  <c:v>3.29887</c:v>
                </c:pt>
                <c:pt idx="12440">
                  <c:v>3.2991799999999998</c:v>
                </c:pt>
                <c:pt idx="12441">
                  <c:v>3.29948</c:v>
                </c:pt>
                <c:pt idx="12442">
                  <c:v>3.2997899999999998</c:v>
                </c:pt>
                <c:pt idx="12443">
                  <c:v>3.30009</c:v>
                </c:pt>
                <c:pt idx="12444">
                  <c:v>3.3003999999999998</c:v>
                </c:pt>
                <c:pt idx="12445">
                  <c:v>3.3007</c:v>
                </c:pt>
                <c:pt idx="12446">
                  <c:v>3.3010100000000002</c:v>
                </c:pt>
                <c:pt idx="12447">
                  <c:v>3.30131</c:v>
                </c:pt>
                <c:pt idx="12448">
                  <c:v>3.3016200000000002</c:v>
                </c:pt>
                <c:pt idx="12449">
                  <c:v>3.30192</c:v>
                </c:pt>
                <c:pt idx="12450">
                  <c:v>3.3022300000000002</c:v>
                </c:pt>
                <c:pt idx="12451">
                  <c:v>3.30254</c:v>
                </c:pt>
                <c:pt idx="12452">
                  <c:v>3.3028400000000002</c:v>
                </c:pt>
                <c:pt idx="12453">
                  <c:v>3.30315</c:v>
                </c:pt>
                <c:pt idx="12454">
                  <c:v>3.3034500000000002</c:v>
                </c:pt>
                <c:pt idx="12455">
                  <c:v>3.30376</c:v>
                </c:pt>
                <c:pt idx="12456">
                  <c:v>3.3040600000000002</c:v>
                </c:pt>
                <c:pt idx="12457">
                  <c:v>3.30437</c:v>
                </c:pt>
                <c:pt idx="12458">
                  <c:v>3.3046700000000002</c:v>
                </c:pt>
                <c:pt idx="12459">
                  <c:v>3.30498</c:v>
                </c:pt>
                <c:pt idx="12460">
                  <c:v>3.3052800000000002</c:v>
                </c:pt>
                <c:pt idx="12461">
                  <c:v>3.30559</c:v>
                </c:pt>
                <c:pt idx="12462">
                  <c:v>3.3058900000000002</c:v>
                </c:pt>
                <c:pt idx="12463">
                  <c:v>3.3062</c:v>
                </c:pt>
                <c:pt idx="12464">
                  <c:v>3.3065099999999998</c:v>
                </c:pt>
                <c:pt idx="12465">
                  <c:v>3.30681</c:v>
                </c:pt>
                <c:pt idx="12466">
                  <c:v>3.3071199999999998</c:v>
                </c:pt>
                <c:pt idx="12467">
                  <c:v>3.30742</c:v>
                </c:pt>
                <c:pt idx="12468">
                  <c:v>3.3077299999999998</c:v>
                </c:pt>
                <c:pt idx="12469">
                  <c:v>3.30803</c:v>
                </c:pt>
                <c:pt idx="12470">
                  <c:v>3.3083399999999998</c:v>
                </c:pt>
                <c:pt idx="12471">
                  <c:v>3.30864</c:v>
                </c:pt>
                <c:pt idx="12472">
                  <c:v>3.3089499999999998</c:v>
                </c:pt>
                <c:pt idx="12473">
                  <c:v>3.30925</c:v>
                </c:pt>
                <c:pt idx="12474">
                  <c:v>3.3095599999999998</c:v>
                </c:pt>
                <c:pt idx="12475">
                  <c:v>3.30986</c:v>
                </c:pt>
                <c:pt idx="12476">
                  <c:v>3.3101699999999998</c:v>
                </c:pt>
                <c:pt idx="12477">
                  <c:v>3.3104800000000001</c:v>
                </c:pt>
                <c:pt idx="12478">
                  <c:v>3.3107799999999998</c:v>
                </c:pt>
                <c:pt idx="12479">
                  <c:v>3.3110900000000001</c:v>
                </c:pt>
                <c:pt idx="12480">
                  <c:v>3.3113899999999998</c:v>
                </c:pt>
                <c:pt idx="12481">
                  <c:v>3.3117000000000001</c:v>
                </c:pt>
                <c:pt idx="12482">
                  <c:v>3.3119999999999998</c:v>
                </c:pt>
                <c:pt idx="12483">
                  <c:v>3.3123100000000001</c:v>
                </c:pt>
                <c:pt idx="12484">
                  <c:v>3.3126099999999998</c:v>
                </c:pt>
                <c:pt idx="12485">
                  <c:v>3.3129200000000001</c:v>
                </c:pt>
                <c:pt idx="12486">
                  <c:v>3.3132199999999998</c:v>
                </c:pt>
                <c:pt idx="12487">
                  <c:v>3.3135300000000001</c:v>
                </c:pt>
                <c:pt idx="12488">
                  <c:v>3.3138399999999999</c:v>
                </c:pt>
                <c:pt idx="12489">
                  <c:v>3.3141400000000001</c:v>
                </c:pt>
                <c:pt idx="12490">
                  <c:v>3.3144499999999999</c:v>
                </c:pt>
                <c:pt idx="12491">
                  <c:v>3.3147500000000001</c:v>
                </c:pt>
                <c:pt idx="12492">
                  <c:v>3.3150599999999999</c:v>
                </c:pt>
                <c:pt idx="12493">
                  <c:v>3.3153600000000001</c:v>
                </c:pt>
                <c:pt idx="12494">
                  <c:v>3.3156699999999999</c:v>
                </c:pt>
                <c:pt idx="12495">
                  <c:v>3.3159700000000001</c:v>
                </c:pt>
                <c:pt idx="12496">
                  <c:v>3.3162799999999999</c:v>
                </c:pt>
                <c:pt idx="12497">
                  <c:v>3.3165800000000001</c:v>
                </c:pt>
                <c:pt idx="12498">
                  <c:v>3.3168899999999999</c:v>
                </c:pt>
                <c:pt idx="12499">
                  <c:v>3.3171900000000001</c:v>
                </c:pt>
                <c:pt idx="12500">
                  <c:v>3.3174999999999999</c:v>
                </c:pt>
                <c:pt idx="12501">
                  <c:v>3.3178100000000001</c:v>
                </c:pt>
                <c:pt idx="12502">
                  <c:v>3.3181099999999999</c:v>
                </c:pt>
                <c:pt idx="12503">
                  <c:v>3.3184200000000001</c:v>
                </c:pt>
                <c:pt idx="12504">
                  <c:v>3.3187199999999999</c:v>
                </c:pt>
                <c:pt idx="12505">
                  <c:v>3.3190300000000001</c:v>
                </c:pt>
                <c:pt idx="12506">
                  <c:v>3.3193299999999999</c:v>
                </c:pt>
                <c:pt idx="12507">
                  <c:v>3.3196400000000001</c:v>
                </c:pt>
                <c:pt idx="12508">
                  <c:v>3.3199399999999999</c:v>
                </c:pt>
                <c:pt idx="12509">
                  <c:v>3.3202500000000001</c:v>
                </c:pt>
                <c:pt idx="12510">
                  <c:v>3.3205499999999999</c:v>
                </c:pt>
                <c:pt idx="12511">
                  <c:v>3.3208600000000001</c:v>
                </c:pt>
                <c:pt idx="12512">
                  <c:v>3.3211599999999999</c:v>
                </c:pt>
                <c:pt idx="12513">
                  <c:v>3.3214700000000001</c:v>
                </c:pt>
                <c:pt idx="12514">
                  <c:v>3.32178</c:v>
                </c:pt>
                <c:pt idx="12515">
                  <c:v>3.3220800000000001</c:v>
                </c:pt>
                <c:pt idx="12516">
                  <c:v>3.32239</c:v>
                </c:pt>
                <c:pt idx="12517">
                  <c:v>3.3226900000000001</c:v>
                </c:pt>
                <c:pt idx="12518">
                  <c:v>3.323</c:v>
                </c:pt>
                <c:pt idx="12519">
                  <c:v>3.3233000000000001</c:v>
                </c:pt>
                <c:pt idx="12520">
                  <c:v>3.32361</c:v>
                </c:pt>
                <c:pt idx="12521">
                  <c:v>3.3239100000000001</c:v>
                </c:pt>
                <c:pt idx="12522">
                  <c:v>3.32422</c:v>
                </c:pt>
                <c:pt idx="12523">
                  <c:v>3.3245200000000001</c:v>
                </c:pt>
                <c:pt idx="12524">
                  <c:v>3.32483</c:v>
                </c:pt>
                <c:pt idx="12525">
                  <c:v>3.3251300000000001</c:v>
                </c:pt>
                <c:pt idx="12526">
                  <c:v>3.32544</c:v>
                </c:pt>
                <c:pt idx="12527">
                  <c:v>3.3257500000000002</c:v>
                </c:pt>
                <c:pt idx="12528">
                  <c:v>3.32605</c:v>
                </c:pt>
                <c:pt idx="12529">
                  <c:v>3.3263600000000002</c:v>
                </c:pt>
                <c:pt idx="12530">
                  <c:v>3.32666</c:v>
                </c:pt>
                <c:pt idx="12531">
                  <c:v>3.3269700000000002</c:v>
                </c:pt>
                <c:pt idx="12532">
                  <c:v>3.3272699999999999</c:v>
                </c:pt>
                <c:pt idx="12533">
                  <c:v>3.3275800000000002</c:v>
                </c:pt>
                <c:pt idx="12534">
                  <c:v>3.3278799999999999</c:v>
                </c:pt>
                <c:pt idx="12535">
                  <c:v>3.3281900000000002</c:v>
                </c:pt>
                <c:pt idx="12536">
                  <c:v>3.3284899999999999</c:v>
                </c:pt>
                <c:pt idx="12537">
                  <c:v>3.3288000000000002</c:v>
                </c:pt>
                <c:pt idx="12538">
                  <c:v>3.3290999999999999</c:v>
                </c:pt>
                <c:pt idx="12539">
                  <c:v>3.3294100000000002</c:v>
                </c:pt>
                <c:pt idx="12540">
                  <c:v>3.32972</c:v>
                </c:pt>
                <c:pt idx="12541">
                  <c:v>3.3300200000000002</c:v>
                </c:pt>
                <c:pt idx="12542">
                  <c:v>3.33033</c:v>
                </c:pt>
                <c:pt idx="12543">
                  <c:v>3.3306300000000002</c:v>
                </c:pt>
                <c:pt idx="12544">
                  <c:v>3.33094</c:v>
                </c:pt>
                <c:pt idx="12545">
                  <c:v>3.3312400000000002</c:v>
                </c:pt>
                <c:pt idx="12546">
                  <c:v>3.33155</c:v>
                </c:pt>
                <c:pt idx="12547">
                  <c:v>3.3318500000000002</c:v>
                </c:pt>
                <c:pt idx="12548">
                  <c:v>3.33216</c:v>
                </c:pt>
                <c:pt idx="12549">
                  <c:v>3.3324600000000002</c:v>
                </c:pt>
                <c:pt idx="12550">
                  <c:v>3.33277</c:v>
                </c:pt>
                <c:pt idx="12551">
                  <c:v>3.3330799999999998</c:v>
                </c:pt>
                <c:pt idx="12552">
                  <c:v>3.33338</c:v>
                </c:pt>
                <c:pt idx="12553">
                  <c:v>3.3336899999999998</c:v>
                </c:pt>
                <c:pt idx="12554">
                  <c:v>3.33399</c:v>
                </c:pt>
                <c:pt idx="12555">
                  <c:v>3.3342999999999998</c:v>
                </c:pt>
                <c:pt idx="12556">
                  <c:v>3.3346</c:v>
                </c:pt>
                <c:pt idx="12557">
                  <c:v>3.3349099999999998</c:v>
                </c:pt>
                <c:pt idx="12558">
                  <c:v>3.33521</c:v>
                </c:pt>
                <c:pt idx="12559">
                  <c:v>3.3355199999999998</c:v>
                </c:pt>
                <c:pt idx="12560">
                  <c:v>3.33582</c:v>
                </c:pt>
                <c:pt idx="12561">
                  <c:v>3.3361299999999998</c:v>
                </c:pt>
                <c:pt idx="12562">
                  <c:v>3.33643</c:v>
                </c:pt>
                <c:pt idx="12563">
                  <c:v>3.3367399999999998</c:v>
                </c:pt>
                <c:pt idx="12564">
                  <c:v>3.3370500000000001</c:v>
                </c:pt>
                <c:pt idx="12565">
                  <c:v>3.3373499999999998</c:v>
                </c:pt>
                <c:pt idx="12566">
                  <c:v>3.3376600000000001</c:v>
                </c:pt>
                <c:pt idx="12567">
                  <c:v>3.3379599999999998</c:v>
                </c:pt>
                <c:pt idx="12568">
                  <c:v>3.3382700000000001</c:v>
                </c:pt>
                <c:pt idx="12569">
                  <c:v>3.3385699999999998</c:v>
                </c:pt>
                <c:pt idx="12570">
                  <c:v>3.3388800000000001</c:v>
                </c:pt>
                <c:pt idx="12571">
                  <c:v>3.3391799999999998</c:v>
                </c:pt>
                <c:pt idx="12572">
                  <c:v>3.3394900000000001</c:v>
                </c:pt>
                <c:pt idx="12573">
                  <c:v>3.3397899999999998</c:v>
                </c:pt>
                <c:pt idx="12574">
                  <c:v>3.3401000000000001</c:v>
                </c:pt>
                <c:pt idx="12575">
                  <c:v>3.3403999999999998</c:v>
                </c:pt>
                <c:pt idx="12576">
                  <c:v>3.3407100000000001</c:v>
                </c:pt>
                <c:pt idx="12577">
                  <c:v>3.3410199999999999</c:v>
                </c:pt>
                <c:pt idx="12578">
                  <c:v>3.3413200000000001</c:v>
                </c:pt>
                <c:pt idx="12579">
                  <c:v>3.3416299999999999</c:v>
                </c:pt>
                <c:pt idx="12580">
                  <c:v>3.3419300000000001</c:v>
                </c:pt>
                <c:pt idx="12581">
                  <c:v>3.3422399999999999</c:v>
                </c:pt>
                <c:pt idx="12582">
                  <c:v>3.3425400000000001</c:v>
                </c:pt>
                <c:pt idx="12583">
                  <c:v>3.3428499999999999</c:v>
                </c:pt>
                <c:pt idx="12584">
                  <c:v>3.3431500000000001</c:v>
                </c:pt>
                <c:pt idx="12585">
                  <c:v>3.3434599999999999</c:v>
                </c:pt>
                <c:pt idx="12586">
                  <c:v>3.3437600000000001</c:v>
                </c:pt>
                <c:pt idx="12587">
                  <c:v>3.3440699999999999</c:v>
                </c:pt>
                <c:pt idx="12588">
                  <c:v>3.3443700000000001</c:v>
                </c:pt>
                <c:pt idx="12589">
                  <c:v>3.3446799999999999</c:v>
                </c:pt>
                <c:pt idx="12590">
                  <c:v>3.3449900000000001</c:v>
                </c:pt>
                <c:pt idx="12591">
                  <c:v>3.3452899999999999</c:v>
                </c:pt>
                <c:pt idx="12592">
                  <c:v>3.3456000000000001</c:v>
                </c:pt>
                <c:pt idx="12593">
                  <c:v>3.3458999999999999</c:v>
                </c:pt>
                <c:pt idx="12594">
                  <c:v>3.3462100000000001</c:v>
                </c:pt>
                <c:pt idx="12595">
                  <c:v>3.3465099999999999</c:v>
                </c:pt>
                <c:pt idx="12596">
                  <c:v>3.3468200000000001</c:v>
                </c:pt>
                <c:pt idx="12597">
                  <c:v>3.3471199999999999</c:v>
                </c:pt>
                <c:pt idx="12598">
                  <c:v>3.3474300000000001</c:v>
                </c:pt>
                <c:pt idx="12599">
                  <c:v>3.3477299999999999</c:v>
                </c:pt>
                <c:pt idx="12600">
                  <c:v>3.3480400000000001</c:v>
                </c:pt>
                <c:pt idx="12601">
                  <c:v>3.3483399999999999</c:v>
                </c:pt>
                <c:pt idx="12602">
                  <c:v>3.3486500000000001</c:v>
                </c:pt>
                <c:pt idx="12603">
                  <c:v>3.3489599999999999</c:v>
                </c:pt>
                <c:pt idx="12604">
                  <c:v>3.3492600000000001</c:v>
                </c:pt>
                <c:pt idx="12605">
                  <c:v>3.3495699999999999</c:v>
                </c:pt>
                <c:pt idx="12606">
                  <c:v>3.3498700000000001</c:v>
                </c:pt>
                <c:pt idx="12607">
                  <c:v>3.3501799999999999</c:v>
                </c:pt>
                <c:pt idx="12608">
                  <c:v>3.3504800000000001</c:v>
                </c:pt>
                <c:pt idx="12609">
                  <c:v>3.3507899999999999</c:v>
                </c:pt>
                <c:pt idx="12610">
                  <c:v>3.3510900000000001</c:v>
                </c:pt>
                <c:pt idx="12611">
                  <c:v>3.3513999999999999</c:v>
                </c:pt>
                <c:pt idx="12612">
                  <c:v>3.3517000000000001</c:v>
                </c:pt>
                <c:pt idx="12613">
                  <c:v>3.3520099999999999</c:v>
                </c:pt>
                <c:pt idx="12614">
                  <c:v>3.3523200000000002</c:v>
                </c:pt>
                <c:pt idx="12615">
                  <c:v>3.3526199999999999</c:v>
                </c:pt>
                <c:pt idx="12616">
                  <c:v>3.3529300000000002</c:v>
                </c:pt>
                <c:pt idx="12617">
                  <c:v>3.3532299999999999</c:v>
                </c:pt>
                <c:pt idx="12618">
                  <c:v>3.3535400000000002</c:v>
                </c:pt>
                <c:pt idx="12619">
                  <c:v>3.3538399999999999</c:v>
                </c:pt>
                <c:pt idx="12620">
                  <c:v>3.3541500000000002</c:v>
                </c:pt>
                <c:pt idx="12621">
                  <c:v>3.3544499999999999</c:v>
                </c:pt>
                <c:pt idx="12622">
                  <c:v>3.3547600000000002</c:v>
                </c:pt>
                <c:pt idx="12623">
                  <c:v>3.3550599999999999</c:v>
                </c:pt>
                <c:pt idx="12624">
                  <c:v>3.3553700000000002</c:v>
                </c:pt>
                <c:pt idx="12625">
                  <c:v>3.3556699999999999</c:v>
                </c:pt>
                <c:pt idx="12626">
                  <c:v>3.3559800000000002</c:v>
                </c:pt>
                <c:pt idx="12627">
                  <c:v>3.35629</c:v>
                </c:pt>
                <c:pt idx="12628">
                  <c:v>3.3565900000000002</c:v>
                </c:pt>
                <c:pt idx="12629">
                  <c:v>3.3569</c:v>
                </c:pt>
                <c:pt idx="12630">
                  <c:v>3.3572000000000002</c:v>
                </c:pt>
                <c:pt idx="12631">
                  <c:v>3.35751</c:v>
                </c:pt>
                <c:pt idx="12632">
                  <c:v>3.3578100000000002</c:v>
                </c:pt>
                <c:pt idx="12633">
                  <c:v>3.35812</c:v>
                </c:pt>
                <c:pt idx="12634">
                  <c:v>3.3584200000000002</c:v>
                </c:pt>
                <c:pt idx="12635">
                  <c:v>3.35873</c:v>
                </c:pt>
                <c:pt idx="12636">
                  <c:v>3.3590300000000002</c:v>
                </c:pt>
                <c:pt idx="12637">
                  <c:v>3.35934</c:v>
                </c:pt>
                <c:pt idx="12638">
                  <c:v>3.3596400000000002</c:v>
                </c:pt>
                <c:pt idx="12639">
                  <c:v>3.35995</c:v>
                </c:pt>
                <c:pt idx="12640">
                  <c:v>3.3602599999999998</c:v>
                </c:pt>
                <c:pt idx="12641">
                  <c:v>3.36056</c:v>
                </c:pt>
                <c:pt idx="12642">
                  <c:v>3.3608699999999998</c:v>
                </c:pt>
                <c:pt idx="12643">
                  <c:v>3.36117</c:v>
                </c:pt>
                <c:pt idx="12644">
                  <c:v>3.3614799999999998</c:v>
                </c:pt>
                <c:pt idx="12645">
                  <c:v>3.36178</c:v>
                </c:pt>
                <c:pt idx="12646">
                  <c:v>3.3620899999999998</c:v>
                </c:pt>
                <c:pt idx="12647">
                  <c:v>3.36239</c:v>
                </c:pt>
                <c:pt idx="12648">
                  <c:v>3.3626999999999998</c:v>
                </c:pt>
                <c:pt idx="12649">
                  <c:v>3.363</c:v>
                </c:pt>
                <c:pt idx="12650">
                  <c:v>3.3633099999999998</c:v>
                </c:pt>
                <c:pt idx="12651">
                  <c:v>3.36361</c:v>
                </c:pt>
                <c:pt idx="12652">
                  <c:v>3.3639199999999998</c:v>
                </c:pt>
                <c:pt idx="12653">
                  <c:v>3.3642300000000001</c:v>
                </c:pt>
                <c:pt idx="12654">
                  <c:v>3.3645299999999998</c:v>
                </c:pt>
                <c:pt idx="12655">
                  <c:v>3.3648400000000001</c:v>
                </c:pt>
                <c:pt idx="12656">
                  <c:v>3.3651399999999998</c:v>
                </c:pt>
                <c:pt idx="12657">
                  <c:v>3.3654500000000001</c:v>
                </c:pt>
                <c:pt idx="12658">
                  <c:v>3.3657499999999998</c:v>
                </c:pt>
                <c:pt idx="12659">
                  <c:v>3.3660600000000001</c:v>
                </c:pt>
                <c:pt idx="12660">
                  <c:v>3.3663599999999998</c:v>
                </c:pt>
                <c:pt idx="12661">
                  <c:v>3.3666700000000001</c:v>
                </c:pt>
                <c:pt idx="12662">
                  <c:v>3.3669699999999998</c:v>
                </c:pt>
                <c:pt idx="12663">
                  <c:v>3.3672800000000001</c:v>
                </c:pt>
                <c:pt idx="12664">
                  <c:v>3.3675799999999998</c:v>
                </c:pt>
                <c:pt idx="12665">
                  <c:v>3.3678900000000001</c:v>
                </c:pt>
                <c:pt idx="12666">
                  <c:v>3.3681999999999999</c:v>
                </c:pt>
                <c:pt idx="12667">
                  <c:v>3.3685</c:v>
                </c:pt>
                <c:pt idx="12668">
                  <c:v>3.3688099999999999</c:v>
                </c:pt>
                <c:pt idx="12669">
                  <c:v>3.36911</c:v>
                </c:pt>
                <c:pt idx="12670">
                  <c:v>3.3694199999999999</c:v>
                </c:pt>
                <c:pt idx="12671">
                  <c:v>3.36972</c:v>
                </c:pt>
                <c:pt idx="12672">
                  <c:v>3.3700299999999999</c:v>
                </c:pt>
                <c:pt idx="12673">
                  <c:v>3.37033</c:v>
                </c:pt>
                <c:pt idx="12674">
                  <c:v>3.3706399999999999</c:v>
                </c:pt>
                <c:pt idx="12675">
                  <c:v>3.37094</c:v>
                </c:pt>
                <c:pt idx="12676">
                  <c:v>3.3712499999999999</c:v>
                </c:pt>
                <c:pt idx="12677">
                  <c:v>3.3715600000000001</c:v>
                </c:pt>
                <c:pt idx="12678">
                  <c:v>3.3718599999999999</c:v>
                </c:pt>
                <c:pt idx="12679">
                  <c:v>3.3721700000000001</c:v>
                </c:pt>
                <c:pt idx="12680">
                  <c:v>3.3724699999999999</c:v>
                </c:pt>
                <c:pt idx="12681">
                  <c:v>3.3727800000000001</c:v>
                </c:pt>
                <c:pt idx="12682">
                  <c:v>3.3730799999999999</c:v>
                </c:pt>
                <c:pt idx="12683">
                  <c:v>3.3733900000000001</c:v>
                </c:pt>
                <c:pt idx="12684">
                  <c:v>3.3736899999999999</c:v>
                </c:pt>
                <c:pt idx="12685">
                  <c:v>3.3740000000000001</c:v>
                </c:pt>
                <c:pt idx="12686">
                  <c:v>3.3742999999999999</c:v>
                </c:pt>
                <c:pt idx="12687">
                  <c:v>3.3746100000000001</c:v>
                </c:pt>
                <c:pt idx="12688">
                  <c:v>3.3749099999999999</c:v>
                </c:pt>
                <c:pt idx="12689">
                  <c:v>3.3752200000000001</c:v>
                </c:pt>
                <c:pt idx="12690">
                  <c:v>3.3755299999999999</c:v>
                </c:pt>
                <c:pt idx="12691">
                  <c:v>3.3758300000000001</c:v>
                </c:pt>
                <c:pt idx="12692">
                  <c:v>3.3761399999999999</c:v>
                </c:pt>
                <c:pt idx="12693">
                  <c:v>3.3764400000000001</c:v>
                </c:pt>
                <c:pt idx="12694">
                  <c:v>3.3767499999999999</c:v>
                </c:pt>
                <c:pt idx="12695">
                  <c:v>3.3770500000000001</c:v>
                </c:pt>
                <c:pt idx="12696">
                  <c:v>3.3773599999999999</c:v>
                </c:pt>
                <c:pt idx="12697">
                  <c:v>3.3776600000000001</c:v>
                </c:pt>
                <c:pt idx="12698">
                  <c:v>3.3779699999999999</c:v>
                </c:pt>
                <c:pt idx="12699">
                  <c:v>3.3782700000000001</c:v>
                </c:pt>
                <c:pt idx="12700">
                  <c:v>3.3785799999999999</c:v>
                </c:pt>
                <c:pt idx="12701">
                  <c:v>3.3788800000000001</c:v>
                </c:pt>
                <c:pt idx="12702">
                  <c:v>3.3791899999999999</c:v>
                </c:pt>
                <c:pt idx="12703">
                  <c:v>3.3795000000000002</c:v>
                </c:pt>
                <c:pt idx="12704">
                  <c:v>3.3797999999999999</c:v>
                </c:pt>
                <c:pt idx="12705">
                  <c:v>3.3801100000000002</c:v>
                </c:pt>
                <c:pt idx="12706">
                  <c:v>3.3804099999999999</c:v>
                </c:pt>
                <c:pt idx="12707">
                  <c:v>3.3807200000000002</c:v>
                </c:pt>
                <c:pt idx="12708">
                  <c:v>3.3810199999999999</c:v>
                </c:pt>
                <c:pt idx="12709">
                  <c:v>3.3813300000000002</c:v>
                </c:pt>
                <c:pt idx="12710">
                  <c:v>3.3816299999999999</c:v>
                </c:pt>
                <c:pt idx="12711">
                  <c:v>3.3819400000000002</c:v>
                </c:pt>
                <c:pt idx="12712">
                  <c:v>3.3822399999999999</c:v>
                </c:pt>
                <c:pt idx="12713">
                  <c:v>3.3825500000000002</c:v>
                </c:pt>
                <c:pt idx="12714">
                  <c:v>3.3828499999999999</c:v>
                </c:pt>
                <c:pt idx="12715">
                  <c:v>3.3831600000000002</c:v>
                </c:pt>
                <c:pt idx="12716">
                  <c:v>3.38347</c:v>
                </c:pt>
                <c:pt idx="12717">
                  <c:v>3.3837700000000002</c:v>
                </c:pt>
                <c:pt idx="12718">
                  <c:v>3.38408</c:v>
                </c:pt>
                <c:pt idx="12719">
                  <c:v>3.3843800000000002</c:v>
                </c:pt>
                <c:pt idx="12720">
                  <c:v>3.38469</c:v>
                </c:pt>
                <c:pt idx="12721">
                  <c:v>3.3849900000000002</c:v>
                </c:pt>
                <c:pt idx="12722">
                  <c:v>3.3853</c:v>
                </c:pt>
                <c:pt idx="12723">
                  <c:v>3.3856000000000002</c:v>
                </c:pt>
                <c:pt idx="12724">
                  <c:v>3.38591</c:v>
                </c:pt>
                <c:pt idx="12725">
                  <c:v>3.3862100000000002</c:v>
                </c:pt>
                <c:pt idx="12726">
                  <c:v>3.38652</c:v>
                </c:pt>
                <c:pt idx="12727">
                  <c:v>3.3868299999999998</c:v>
                </c:pt>
                <c:pt idx="12728">
                  <c:v>3.38713</c:v>
                </c:pt>
                <c:pt idx="12729">
                  <c:v>3.3874399999999998</c:v>
                </c:pt>
                <c:pt idx="12730">
                  <c:v>3.38774</c:v>
                </c:pt>
                <c:pt idx="12731">
                  <c:v>3.3880499999999998</c:v>
                </c:pt>
                <c:pt idx="12732">
                  <c:v>3.38835</c:v>
                </c:pt>
                <c:pt idx="12733">
                  <c:v>3.3886599999999998</c:v>
                </c:pt>
                <c:pt idx="12734">
                  <c:v>3.38896</c:v>
                </c:pt>
                <c:pt idx="12735">
                  <c:v>3.3892699999999998</c:v>
                </c:pt>
                <c:pt idx="12736">
                  <c:v>3.38957</c:v>
                </c:pt>
                <c:pt idx="12737">
                  <c:v>3.3898799999999998</c:v>
                </c:pt>
                <c:pt idx="12738">
                  <c:v>3.39018</c:v>
                </c:pt>
                <c:pt idx="12739">
                  <c:v>3.3904899999999998</c:v>
                </c:pt>
                <c:pt idx="12740">
                  <c:v>3.3908</c:v>
                </c:pt>
                <c:pt idx="12741">
                  <c:v>3.3910999999999998</c:v>
                </c:pt>
                <c:pt idx="12742">
                  <c:v>3.39141</c:v>
                </c:pt>
                <c:pt idx="12743">
                  <c:v>3.3917099999999998</c:v>
                </c:pt>
                <c:pt idx="12744">
                  <c:v>3.39202</c:v>
                </c:pt>
                <c:pt idx="12745">
                  <c:v>3.3923199999999998</c:v>
                </c:pt>
                <c:pt idx="12746">
                  <c:v>3.39263</c:v>
                </c:pt>
                <c:pt idx="12747">
                  <c:v>3.3929299999999998</c:v>
                </c:pt>
                <c:pt idx="12748">
                  <c:v>3.39324</c:v>
                </c:pt>
                <c:pt idx="12749">
                  <c:v>3.3935399999999998</c:v>
                </c:pt>
                <c:pt idx="12750">
                  <c:v>3.39385</c:v>
                </c:pt>
                <c:pt idx="12751">
                  <c:v>3.3941499999999998</c:v>
                </c:pt>
                <c:pt idx="12752">
                  <c:v>3.39446</c:v>
                </c:pt>
                <c:pt idx="12753">
                  <c:v>3.3947699999999998</c:v>
                </c:pt>
                <c:pt idx="12754">
                  <c:v>3.39507</c:v>
                </c:pt>
                <c:pt idx="12755">
                  <c:v>3.3953799999999998</c:v>
                </c:pt>
                <c:pt idx="12756">
                  <c:v>3.39568</c:v>
                </c:pt>
                <c:pt idx="12757">
                  <c:v>3.3959899999999998</c:v>
                </c:pt>
                <c:pt idx="12758">
                  <c:v>3.39629</c:v>
                </c:pt>
                <c:pt idx="12759">
                  <c:v>3.3965999999999998</c:v>
                </c:pt>
                <c:pt idx="12760">
                  <c:v>3.3969</c:v>
                </c:pt>
                <c:pt idx="12761">
                  <c:v>3.3972099999999998</c:v>
                </c:pt>
                <c:pt idx="12762">
                  <c:v>3.39751</c:v>
                </c:pt>
                <c:pt idx="12763">
                  <c:v>3.3978199999999998</c:v>
                </c:pt>
                <c:pt idx="12764">
                  <c:v>3.39812</c:v>
                </c:pt>
                <c:pt idx="12765">
                  <c:v>3.3984299999999998</c:v>
                </c:pt>
                <c:pt idx="12766">
                  <c:v>3.3987400000000001</c:v>
                </c:pt>
                <c:pt idx="12767">
                  <c:v>3.3990399999999998</c:v>
                </c:pt>
                <c:pt idx="12768">
                  <c:v>3.3993500000000001</c:v>
                </c:pt>
                <c:pt idx="12769">
                  <c:v>3.3996499999999998</c:v>
                </c:pt>
                <c:pt idx="12770">
                  <c:v>3.3999600000000001</c:v>
                </c:pt>
                <c:pt idx="12771">
                  <c:v>3.4002599999999998</c:v>
                </c:pt>
                <c:pt idx="12772">
                  <c:v>3.4005700000000001</c:v>
                </c:pt>
                <c:pt idx="12773">
                  <c:v>3.4008699999999998</c:v>
                </c:pt>
                <c:pt idx="12774">
                  <c:v>3.4011800000000001</c:v>
                </c:pt>
                <c:pt idx="12775">
                  <c:v>3.4014799999999998</c:v>
                </c:pt>
                <c:pt idx="12776">
                  <c:v>3.4017900000000001</c:v>
                </c:pt>
                <c:pt idx="12777">
                  <c:v>3.4020899999999998</c:v>
                </c:pt>
                <c:pt idx="12778">
                  <c:v>3.4024000000000001</c:v>
                </c:pt>
                <c:pt idx="12779">
                  <c:v>3.4027099999999999</c:v>
                </c:pt>
                <c:pt idx="12780">
                  <c:v>3.4030100000000001</c:v>
                </c:pt>
                <c:pt idx="12781">
                  <c:v>3.4033199999999999</c:v>
                </c:pt>
                <c:pt idx="12782">
                  <c:v>3.4036200000000001</c:v>
                </c:pt>
                <c:pt idx="12783">
                  <c:v>3.4039299999999999</c:v>
                </c:pt>
                <c:pt idx="12784">
                  <c:v>3.4042300000000001</c:v>
                </c:pt>
                <c:pt idx="12785">
                  <c:v>3.4045399999999999</c:v>
                </c:pt>
                <c:pt idx="12786">
                  <c:v>3.4048400000000001</c:v>
                </c:pt>
                <c:pt idx="12787">
                  <c:v>3.4051499999999999</c:v>
                </c:pt>
                <c:pt idx="12788">
                  <c:v>3.4054500000000001</c:v>
                </c:pt>
                <c:pt idx="12789">
                  <c:v>3.4057599999999999</c:v>
                </c:pt>
                <c:pt idx="12790">
                  <c:v>3.4060700000000002</c:v>
                </c:pt>
                <c:pt idx="12791">
                  <c:v>3.4063699999999999</c:v>
                </c:pt>
                <c:pt idx="12792">
                  <c:v>3.4066800000000002</c:v>
                </c:pt>
                <c:pt idx="12793">
                  <c:v>3.4069799999999999</c:v>
                </c:pt>
                <c:pt idx="12794">
                  <c:v>3.4072900000000002</c:v>
                </c:pt>
                <c:pt idx="12795">
                  <c:v>3.4075899999999999</c:v>
                </c:pt>
                <c:pt idx="12796">
                  <c:v>3.4079000000000002</c:v>
                </c:pt>
                <c:pt idx="12797">
                  <c:v>3.4081999999999999</c:v>
                </c:pt>
                <c:pt idx="12798">
                  <c:v>3.4085100000000002</c:v>
                </c:pt>
                <c:pt idx="12799">
                  <c:v>3.4088099999999999</c:v>
                </c:pt>
                <c:pt idx="12800">
                  <c:v>3.4091200000000002</c:v>
                </c:pt>
                <c:pt idx="12801">
                  <c:v>3.4094199999999999</c:v>
                </c:pt>
                <c:pt idx="12802">
                  <c:v>3.4097300000000001</c:v>
                </c:pt>
                <c:pt idx="12803">
                  <c:v>3.41004</c:v>
                </c:pt>
                <c:pt idx="12804">
                  <c:v>3.4103400000000001</c:v>
                </c:pt>
                <c:pt idx="12805">
                  <c:v>3.41065</c:v>
                </c:pt>
                <c:pt idx="12806">
                  <c:v>3.4109500000000001</c:v>
                </c:pt>
                <c:pt idx="12807">
                  <c:v>3.41126</c:v>
                </c:pt>
                <c:pt idx="12808">
                  <c:v>3.4115600000000001</c:v>
                </c:pt>
                <c:pt idx="12809">
                  <c:v>3.41187</c:v>
                </c:pt>
                <c:pt idx="12810">
                  <c:v>3.4121700000000001</c:v>
                </c:pt>
                <c:pt idx="12811">
                  <c:v>3.41248</c:v>
                </c:pt>
                <c:pt idx="12812">
                  <c:v>3.4127800000000001</c:v>
                </c:pt>
                <c:pt idx="12813">
                  <c:v>3.41309</c:v>
                </c:pt>
                <c:pt idx="12814">
                  <c:v>3.4133900000000001</c:v>
                </c:pt>
                <c:pt idx="12815">
                  <c:v>3.4137</c:v>
                </c:pt>
                <c:pt idx="12816">
                  <c:v>3.4140100000000002</c:v>
                </c:pt>
                <c:pt idx="12817">
                  <c:v>3.41431</c:v>
                </c:pt>
                <c:pt idx="12818">
                  <c:v>3.4146200000000002</c:v>
                </c:pt>
                <c:pt idx="12819">
                  <c:v>3.41492</c:v>
                </c:pt>
                <c:pt idx="12820">
                  <c:v>3.4152300000000002</c:v>
                </c:pt>
                <c:pt idx="12821">
                  <c:v>3.41553</c:v>
                </c:pt>
                <c:pt idx="12822">
                  <c:v>3.4158400000000002</c:v>
                </c:pt>
                <c:pt idx="12823">
                  <c:v>3.41614</c:v>
                </c:pt>
                <c:pt idx="12824">
                  <c:v>3.4164500000000002</c:v>
                </c:pt>
                <c:pt idx="12825">
                  <c:v>3.41675</c:v>
                </c:pt>
                <c:pt idx="12826">
                  <c:v>3.4170600000000002</c:v>
                </c:pt>
                <c:pt idx="12827">
                  <c:v>3.41736</c:v>
                </c:pt>
                <c:pt idx="12828">
                  <c:v>3.4176700000000002</c:v>
                </c:pt>
                <c:pt idx="12829">
                  <c:v>3.41798</c:v>
                </c:pt>
                <c:pt idx="12830">
                  <c:v>3.4182800000000002</c:v>
                </c:pt>
                <c:pt idx="12831">
                  <c:v>3.41859</c:v>
                </c:pt>
                <c:pt idx="12832">
                  <c:v>3.4188900000000002</c:v>
                </c:pt>
                <c:pt idx="12833">
                  <c:v>3.4192</c:v>
                </c:pt>
                <c:pt idx="12834">
                  <c:v>3.4195000000000002</c:v>
                </c:pt>
                <c:pt idx="12835">
                  <c:v>3.41981</c:v>
                </c:pt>
                <c:pt idx="12836">
                  <c:v>3.4201100000000002</c:v>
                </c:pt>
                <c:pt idx="12837">
                  <c:v>3.42042</c:v>
                </c:pt>
                <c:pt idx="12838">
                  <c:v>3.4207200000000002</c:v>
                </c:pt>
                <c:pt idx="12839">
                  <c:v>3.42103</c:v>
                </c:pt>
                <c:pt idx="12840">
                  <c:v>3.4213300000000002</c:v>
                </c:pt>
                <c:pt idx="12841">
                  <c:v>3.42164</c:v>
                </c:pt>
                <c:pt idx="12842">
                  <c:v>3.4219499999999998</c:v>
                </c:pt>
                <c:pt idx="12843">
                  <c:v>3.42225</c:v>
                </c:pt>
                <c:pt idx="12844">
                  <c:v>3.4225599999999998</c:v>
                </c:pt>
                <c:pt idx="12845">
                  <c:v>3.42286</c:v>
                </c:pt>
                <c:pt idx="12846">
                  <c:v>3.4231699999999998</c:v>
                </c:pt>
                <c:pt idx="12847">
                  <c:v>3.42347</c:v>
                </c:pt>
                <c:pt idx="12848">
                  <c:v>3.4237799999999998</c:v>
                </c:pt>
                <c:pt idx="12849">
                  <c:v>3.42408</c:v>
                </c:pt>
                <c:pt idx="12850">
                  <c:v>3.4243899999999998</c:v>
                </c:pt>
                <c:pt idx="12851">
                  <c:v>3.42469</c:v>
                </c:pt>
                <c:pt idx="12852">
                  <c:v>3.4249999999999998</c:v>
                </c:pt>
                <c:pt idx="12853">
                  <c:v>3.4253100000000001</c:v>
                </c:pt>
                <c:pt idx="12854">
                  <c:v>3.4256099999999998</c:v>
                </c:pt>
                <c:pt idx="12855">
                  <c:v>3.4259200000000001</c:v>
                </c:pt>
                <c:pt idx="12856">
                  <c:v>3.4262199999999998</c:v>
                </c:pt>
                <c:pt idx="12857">
                  <c:v>3.4265300000000001</c:v>
                </c:pt>
                <c:pt idx="12858">
                  <c:v>3.4268299999999998</c:v>
                </c:pt>
                <c:pt idx="12859">
                  <c:v>3.4271400000000001</c:v>
                </c:pt>
                <c:pt idx="12860">
                  <c:v>3.4274399999999998</c:v>
                </c:pt>
                <c:pt idx="12861">
                  <c:v>3.4277500000000001</c:v>
                </c:pt>
                <c:pt idx="12862">
                  <c:v>3.4280499999999998</c:v>
                </c:pt>
                <c:pt idx="12863">
                  <c:v>3.4283600000000001</c:v>
                </c:pt>
                <c:pt idx="12864">
                  <c:v>3.4286599999999998</c:v>
                </c:pt>
                <c:pt idx="12865">
                  <c:v>3.4289700000000001</c:v>
                </c:pt>
                <c:pt idx="12866">
                  <c:v>3.4292799999999999</c:v>
                </c:pt>
                <c:pt idx="12867">
                  <c:v>3.4295800000000001</c:v>
                </c:pt>
                <c:pt idx="12868">
                  <c:v>3.4298899999999999</c:v>
                </c:pt>
                <c:pt idx="12869">
                  <c:v>3.4301900000000001</c:v>
                </c:pt>
                <c:pt idx="12870">
                  <c:v>3.4304999999999999</c:v>
                </c:pt>
                <c:pt idx="12871">
                  <c:v>3.4308000000000001</c:v>
                </c:pt>
                <c:pt idx="12872">
                  <c:v>3.4311099999999999</c:v>
                </c:pt>
                <c:pt idx="12873">
                  <c:v>3.4314100000000001</c:v>
                </c:pt>
                <c:pt idx="12874">
                  <c:v>3.4317199999999999</c:v>
                </c:pt>
                <c:pt idx="12875">
                  <c:v>3.4320200000000001</c:v>
                </c:pt>
                <c:pt idx="12876">
                  <c:v>3.4323299999999999</c:v>
                </c:pt>
                <c:pt idx="12877">
                  <c:v>3.4326300000000001</c:v>
                </c:pt>
                <c:pt idx="12878">
                  <c:v>3.4329399999999999</c:v>
                </c:pt>
                <c:pt idx="12879">
                  <c:v>3.4332500000000001</c:v>
                </c:pt>
                <c:pt idx="12880">
                  <c:v>3.4335499999999999</c:v>
                </c:pt>
                <c:pt idx="12881">
                  <c:v>3.4338600000000001</c:v>
                </c:pt>
                <c:pt idx="12882">
                  <c:v>3.4341599999999999</c:v>
                </c:pt>
                <c:pt idx="12883">
                  <c:v>3.4344700000000001</c:v>
                </c:pt>
                <c:pt idx="12884">
                  <c:v>3.4347699999999999</c:v>
                </c:pt>
                <c:pt idx="12885">
                  <c:v>3.4350800000000001</c:v>
                </c:pt>
                <c:pt idx="12886">
                  <c:v>3.4353799999999999</c:v>
                </c:pt>
                <c:pt idx="12887">
                  <c:v>3.4356900000000001</c:v>
                </c:pt>
                <c:pt idx="12888">
                  <c:v>3.4359899999999999</c:v>
                </c:pt>
                <c:pt idx="12889">
                  <c:v>3.4363000000000001</c:v>
                </c:pt>
                <c:pt idx="12890">
                  <c:v>3.4365999999999999</c:v>
                </c:pt>
                <c:pt idx="12891">
                  <c:v>3.4369100000000001</c:v>
                </c:pt>
                <c:pt idx="12892">
                  <c:v>3.4372199999999999</c:v>
                </c:pt>
                <c:pt idx="12893">
                  <c:v>3.4375200000000001</c:v>
                </c:pt>
                <c:pt idx="12894">
                  <c:v>3.4378299999999999</c:v>
                </c:pt>
                <c:pt idx="12895">
                  <c:v>3.4381300000000001</c:v>
                </c:pt>
                <c:pt idx="12896">
                  <c:v>3.4384399999999999</c:v>
                </c:pt>
                <c:pt idx="12897">
                  <c:v>3.4387400000000001</c:v>
                </c:pt>
                <c:pt idx="12898">
                  <c:v>3.4390499999999999</c:v>
                </c:pt>
                <c:pt idx="12899">
                  <c:v>3.4393500000000001</c:v>
                </c:pt>
                <c:pt idx="12900">
                  <c:v>3.4396599999999999</c:v>
                </c:pt>
                <c:pt idx="12901">
                  <c:v>3.4399600000000001</c:v>
                </c:pt>
                <c:pt idx="12902">
                  <c:v>3.4402699999999999</c:v>
                </c:pt>
                <c:pt idx="12903">
                  <c:v>3.4405800000000002</c:v>
                </c:pt>
                <c:pt idx="12904">
                  <c:v>3.4408799999999999</c:v>
                </c:pt>
                <c:pt idx="12905">
                  <c:v>3.4411900000000002</c:v>
                </c:pt>
                <c:pt idx="12906">
                  <c:v>3.4414899999999999</c:v>
                </c:pt>
                <c:pt idx="12907">
                  <c:v>3.4418000000000002</c:v>
                </c:pt>
                <c:pt idx="12908">
                  <c:v>3.4420999999999999</c:v>
                </c:pt>
                <c:pt idx="12909">
                  <c:v>3.4424100000000002</c:v>
                </c:pt>
                <c:pt idx="12910">
                  <c:v>3.4427099999999999</c:v>
                </c:pt>
                <c:pt idx="12911">
                  <c:v>3.4430200000000002</c:v>
                </c:pt>
                <c:pt idx="12912">
                  <c:v>3.4433199999999999</c:v>
                </c:pt>
                <c:pt idx="12913">
                  <c:v>3.4436300000000002</c:v>
                </c:pt>
                <c:pt idx="12914">
                  <c:v>3.4439299999999999</c:v>
                </c:pt>
                <c:pt idx="12915">
                  <c:v>3.4442400000000002</c:v>
                </c:pt>
                <c:pt idx="12916">
                  <c:v>3.44455</c:v>
                </c:pt>
                <c:pt idx="12917">
                  <c:v>3.4448500000000002</c:v>
                </c:pt>
                <c:pt idx="12918">
                  <c:v>3.44516</c:v>
                </c:pt>
                <c:pt idx="12919">
                  <c:v>3.4454600000000002</c:v>
                </c:pt>
                <c:pt idx="12920">
                  <c:v>3.44577</c:v>
                </c:pt>
                <c:pt idx="12921">
                  <c:v>3.4460700000000002</c:v>
                </c:pt>
                <c:pt idx="12922">
                  <c:v>3.44638</c:v>
                </c:pt>
                <c:pt idx="12923">
                  <c:v>3.4466800000000002</c:v>
                </c:pt>
                <c:pt idx="12924">
                  <c:v>3.44699</c:v>
                </c:pt>
                <c:pt idx="12925">
                  <c:v>3.4472900000000002</c:v>
                </c:pt>
                <c:pt idx="12926">
                  <c:v>3.4476</c:v>
                </c:pt>
                <c:pt idx="12927">
                  <c:v>3.4479000000000002</c:v>
                </c:pt>
                <c:pt idx="12928">
                  <c:v>3.44821</c:v>
                </c:pt>
                <c:pt idx="12929">
                  <c:v>3.4485199999999998</c:v>
                </c:pt>
                <c:pt idx="12930">
                  <c:v>3.44882</c:v>
                </c:pt>
                <c:pt idx="12931">
                  <c:v>3.4491299999999998</c:v>
                </c:pt>
                <c:pt idx="12932">
                  <c:v>3.44943</c:v>
                </c:pt>
                <c:pt idx="12933">
                  <c:v>3.4497399999999998</c:v>
                </c:pt>
                <c:pt idx="12934">
                  <c:v>3.45004</c:v>
                </c:pt>
                <c:pt idx="12935">
                  <c:v>3.4503499999999998</c:v>
                </c:pt>
                <c:pt idx="12936">
                  <c:v>3.45065</c:v>
                </c:pt>
                <c:pt idx="12937">
                  <c:v>3.4509599999999998</c:v>
                </c:pt>
                <c:pt idx="12938">
                  <c:v>3.45126</c:v>
                </c:pt>
                <c:pt idx="12939">
                  <c:v>3.4515699999999998</c:v>
                </c:pt>
                <c:pt idx="12940">
                  <c:v>3.45187</c:v>
                </c:pt>
                <c:pt idx="12941">
                  <c:v>3.4521799999999998</c:v>
                </c:pt>
                <c:pt idx="12942">
                  <c:v>3.4524900000000001</c:v>
                </c:pt>
                <c:pt idx="12943">
                  <c:v>3.4527899999999998</c:v>
                </c:pt>
                <c:pt idx="12944">
                  <c:v>3.4531000000000001</c:v>
                </c:pt>
                <c:pt idx="12945">
                  <c:v>3.4533999999999998</c:v>
                </c:pt>
                <c:pt idx="12946">
                  <c:v>3.4537100000000001</c:v>
                </c:pt>
                <c:pt idx="12947">
                  <c:v>3.4540099999999998</c:v>
                </c:pt>
                <c:pt idx="12948">
                  <c:v>3.4543200000000001</c:v>
                </c:pt>
                <c:pt idx="12949">
                  <c:v>3.4546199999999998</c:v>
                </c:pt>
                <c:pt idx="12950">
                  <c:v>3.4549300000000001</c:v>
                </c:pt>
                <c:pt idx="12951">
                  <c:v>3.4552299999999998</c:v>
                </c:pt>
                <c:pt idx="12952">
                  <c:v>3.4555400000000001</c:v>
                </c:pt>
                <c:pt idx="12953">
                  <c:v>3.4558399999999998</c:v>
                </c:pt>
                <c:pt idx="12954">
                  <c:v>3.4561500000000001</c:v>
                </c:pt>
                <c:pt idx="12955">
                  <c:v>3.4564599999999999</c:v>
                </c:pt>
                <c:pt idx="12956">
                  <c:v>3.4567600000000001</c:v>
                </c:pt>
                <c:pt idx="12957">
                  <c:v>3.4570699999999999</c:v>
                </c:pt>
                <c:pt idx="12958">
                  <c:v>3.4573700000000001</c:v>
                </c:pt>
                <c:pt idx="12959">
                  <c:v>3.4576799999999999</c:v>
                </c:pt>
                <c:pt idx="12960">
                  <c:v>3.4579800000000001</c:v>
                </c:pt>
                <c:pt idx="12961">
                  <c:v>3.4582899999999999</c:v>
                </c:pt>
                <c:pt idx="12962">
                  <c:v>3.4585900000000001</c:v>
                </c:pt>
                <c:pt idx="12963">
                  <c:v>3.4588999999999999</c:v>
                </c:pt>
                <c:pt idx="12964">
                  <c:v>3.4592000000000001</c:v>
                </c:pt>
                <c:pt idx="12965">
                  <c:v>3.4595099999999999</c:v>
                </c:pt>
                <c:pt idx="12966">
                  <c:v>3.4598200000000001</c:v>
                </c:pt>
                <c:pt idx="12967">
                  <c:v>3.4601199999999999</c:v>
                </c:pt>
                <c:pt idx="12968">
                  <c:v>3.4604300000000001</c:v>
                </c:pt>
                <c:pt idx="12969">
                  <c:v>3.4607299999999999</c:v>
                </c:pt>
                <c:pt idx="12970">
                  <c:v>3.4610400000000001</c:v>
                </c:pt>
                <c:pt idx="12971">
                  <c:v>3.4613399999999999</c:v>
                </c:pt>
                <c:pt idx="12972">
                  <c:v>3.4616500000000001</c:v>
                </c:pt>
                <c:pt idx="12973">
                  <c:v>3.4619499999999999</c:v>
                </c:pt>
                <c:pt idx="12974">
                  <c:v>3.4622600000000001</c:v>
                </c:pt>
                <c:pt idx="12975">
                  <c:v>3.4625599999999999</c:v>
                </c:pt>
                <c:pt idx="12976">
                  <c:v>3.4628700000000001</c:v>
                </c:pt>
                <c:pt idx="12977">
                  <c:v>3.4631699999999999</c:v>
                </c:pt>
                <c:pt idx="12978">
                  <c:v>3.4634800000000001</c:v>
                </c:pt>
                <c:pt idx="12979">
                  <c:v>3.4637899999999999</c:v>
                </c:pt>
                <c:pt idx="12980">
                  <c:v>3.4640900000000001</c:v>
                </c:pt>
                <c:pt idx="12981">
                  <c:v>3.4643999999999999</c:v>
                </c:pt>
                <c:pt idx="12982">
                  <c:v>3.4647000000000001</c:v>
                </c:pt>
                <c:pt idx="12983">
                  <c:v>3.4650099999999999</c:v>
                </c:pt>
                <c:pt idx="12984">
                  <c:v>3.4653100000000001</c:v>
                </c:pt>
                <c:pt idx="12985">
                  <c:v>3.4656199999999999</c:v>
                </c:pt>
                <c:pt idx="12986">
                  <c:v>3.4659200000000001</c:v>
                </c:pt>
                <c:pt idx="12987">
                  <c:v>3.4662299999999999</c:v>
                </c:pt>
                <c:pt idx="12988">
                  <c:v>3.4665300000000001</c:v>
                </c:pt>
                <c:pt idx="12989">
                  <c:v>3.4668399999999999</c:v>
                </c:pt>
                <c:pt idx="12990">
                  <c:v>3.4671400000000001</c:v>
                </c:pt>
                <c:pt idx="12991">
                  <c:v>3.4674499999999999</c:v>
                </c:pt>
                <c:pt idx="12992">
                  <c:v>3.4677600000000002</c:v>
                </c:pt>
                <c:pt idx="12993">
                  <c:v>3.4680599999999999</c:v>
                </c:pt>
                <c:pt idx="12994">
                  <c:v>3.4683700000000002</c:v>
                </c:pt>
                <c:pt idx="12995">
                  <c:v>3.4686699999999999</c:v>
                </c:pt>
                <c:pt idx="12996">
                  <c:v>3.4689800000000002</c:v>
                </c:pt>
                <c:pt idx="12997">
                  <c:v>3.4692799999999999</c:v>
                </c:pt>
                <c:pt idx="12998">
                  <c:v>3.4695900000000002</c:v>
                </c:pt>
                <c:pt idx="12999">
                  <c:v>3.4698899999999999</c:v>
                </c:pt>
                <c:pt idx="13000">
                  <c:v>3.4702000000000002</c:v>
                </c:pt>
                <c:pt idx="13001">
                  <c:v>3.4704999999999999</c:v>
                </c:pt>
                <c:pt idx="13002">
                  <c:v>3.4708100000000002</c:v>
                </c:pt>
                <c:pt idx="13003">
                  <c:v>3.4711099999999999</c:v>
                </c:pt>
                <c:pt idx="13004">
                  <c:v>3.4714200000000002</c:v>
                </c:pt>
                <c:pt idx="13005">
                  <c:v>3.47173</c:v>
                </c:pt>
                <c:pt idx="13006">
                  <c:v>3.4720300000000002</c:v>
                </c:pt>
                <c:pt idx="13007">
                  <c:v>3.47234</c:v>
                </c:pt>
                <c:pt idx="13008">
                  <c:v>3.4726400000000002</c:v>
                </c:pt>
                <c:pt idx="13009">
                  <c:v>3.47295</c:v>
                </c:pt>
                <c:pt idx="13010">
                  <c:v>3.4732500000000002</c:v>
                </c:pt>
                <c:pt idx="13011">
                  <c:v>3.47356</c:v>
                </c:pt>
                <c:pt idx="13012">
                  <c:v>3.4738600000000002</c:v>
                </c:pt>
                <c:pt idx="13013">
                  <c:v>3.47417</c:v>
                </c:pt>
                <c:pt idx="13014">
                  <c:v>3.4744700000000002</c:v>
                </c:pt>
                <c:pt idx="13015">
                  <c:v>3.47478</c:v>
                </c:pt>
                <c:pt idx="13016">
                  <c:v>3.4750800000000002</c:v>
                </c:pt>
                <c:pt idx="13017">
                  <c:v>3.47539</c:v>
                </c:pt>
                <c:pt idx="13018">
                  <c:v>3.4756999999999998</c:v>
                </c:pt>
                <c:pt idx="13019">
                  <c:v>3.476</c:v>
                </c:pt>
                <c:pt idx="13020">
                  <c:v>3.4763099999999998</c:v>
                </c:pt>
                <c:pt idx="13021">
                  <c:v>3.47661</c:v>
                </c:pt>
                <c:pt idx="13022">
                  <c:v>3.4769199999999998</c:v>
                </c:pt>
                <c:pt idx="13023">
                  <c:v>3.47722</c:v>
                </c:pt>
                <c:pt idx="13024">
                  <c:v>3.4775299999999998</c:v>
                </c:pt>
                <c:pt idx="13025">
                  <c:v>3.47783</c:v>
                </c:pt>
                <c:pt idx="13026">
                  <c:v>3.4781399999999998</c:v>
                </c:pt>
                <c:pt idx="13027">
                  <c:v>3.47844</c:v>
                </c:pt>
                <c:pt idx="13028">
                  <c:v>3.4787499999999998</c:v>
                </c:pt>
                <c:pt idx="13029">
                  <c:v>3.47906</c:v>
                </c:pt>
                <c:pt idx="13030">
                  <c:v>3.4793599999999998</c:v>
                </c:pt>
                <c:pt idx="13031">
                  <c:v>3.47967</c:v>
                </c:pt>
                <c:pt idx="13032">
                  <c:v>3.4799699999999998</c:v>
                </c:pt>
                <c:pt idx="13033">
                  <c:v>3.48028</c:v>
                </c:pt>
                <c:pt idx="13034">
                  <c:v>3.4805799999999998</c:v>
                </c:pt>
                <c:pt idx="13035">
                  <c:v>3.48089</c:v>
                </c:pt>
                <c:pt idx="13036">
                  <c:v>3.4811899999999998</c:v>
                </c:pt>
                <c:pt idx="13037">
                  <c:v>3.4815</c:v>
                </c:pt>
                <c:pt idx="13038">
                  <c:v>3.4817999999999998</c:v>
                </c:pt>
                <c:pt idx="13039">
                  <c:v>3.48211</c:v>
                </c:pt>
                <c:pt idx="13040">
                  <c:v>3.4824099999999998</c:v>
                </c:pt>
                <c:pt idx="13041">
                  <c:v>3.48272</c:v>
                </c:pt>
                <c:pt idx="13042">
                  <c:v>3.4830299999999998</c:v>
                </c:pt>
                <c:pt idx="13043">
                  <c:v>3.48333</c:v>
                </c:pt>
                <c:pt idx="13044">
                  <c:v>3.4836399999999998</c:v>
                </c:pt>
                <c:pt idx="13045">
                  <c:v>3.48394</c:v>
                </c:pt>
                <c:pt idx="13046">
                  <c:v>3.4842499999999998</c:v>
                </c:pt>
                <c:pt idx="13047">
                  <c:v>3.48455</c:v>
                </c:pt>
                <c:pt idx="13048">
                  <c:v>3.4848599999999998</c:v>
                </c:pt>
                <c:pt idx="13049">
                  <c:v>3.48516</c:v>
                </c:pt>
                <c:pt idx="13050">
                  <c:v>3.4854699999999998</c:v>
                </c:pt>
                <c:pt idx="13051">
                  <c:v>3.48577</c:v>
                </c:pt>
                <c:pt idx="13052">
                  <c:v>3.4860799999999998</c:v>
                </c:pt>
                <c:pt idx="13053">
                  <c:v>3.48638</c:v>
                </c:pt>
                <c:pt idx="13054">
                  <c:v>3.4866899999999998</c:v>
                </c:pt>
                <c:pt idx="13055">
                  <c:v>3.4870000000000001</c:v>
                </c:pt>
                <c:pt idx="13056">
                  <c:v>3.4872999999999998</c:v>
                </c:pt>
                <c:pt idx="13057">
                  <c:v>3.4876100000000001</c:v>
                </c:pt>
                <c:pt idx="13058">
                  <c:v>3.4879099999999998</c:v>
                </c:pt>
                <c:pt idx="13059">
                  <c:v>3.4882200000000001</c:v>
                </c:pt>
                <c:pt idx="13060">
                  <c:v>3.4885199999999998</c:v>
                </c:pt>
                <c:pt idx="13061">
                  <c:v>3.4888300000000001</c:v>
                </c:pt>
                <c:pt idx="13062">
                  <c:v>3.4891299999999998</c:v>
                </c:pt>
                <c:pt idx="13063">
                  <c:v>3.4894400000000001</c:v>
                </c:pt>
                <c:pt idx="13064">
                  <c:v>3.4897399999999998</c:v>
                </c:pt>
                <c:pt idx="13065">
                  <c:v>3.4900500000000001</c:v>
                </c:pt>
                <c:pt idx="13066">
                  <c:v>3.4903499999999998</c:v>
                </c:pt>
                <c:pt idx="13067">
                  <c:v>3.4906600000000001</c:v>
                </c:pt>
                <c:pt idx="13068">
                  <c:v>3.4909699999999999</c:v>
                </c:pt>
                <c:pt idx="13069">
                  <c:v>3.4912700000000001</c:v>
                </c:pt>
                <c:pt idx="13070">
                  <c:v>3.4915799999999999</c:v>
                </c:pt>
                <c:pt idx="13071">
                  <c:v>3.4918800000000001</c:v>
                </c:pt>
                <c:pt idx="13072">
                  <c:v>3.4921899999999999</c:v>
                </c:pt>
                <c:pt idx="13073">
                  <c:v>3.4924900000000001</c:v>
                </c:pt>
                <c:pt idx="13074">
                  <c:v>3.4927999999999999</c:v>
                </c:pt>
                <c:pt idx="13075">
                  <c:v>3.4931000000000001</c:v>
                </c:pt>
                <c:pt idx="13076">
                  <c:v>3.4934099999999999</c:v>
                </c:pt>
                <c:pt idx="13077">
                  <c:v>3.4937100000000001</c:v>
                </c:pt>
                <c:pt idx="13078">
                  <c:v>3.4940199999999999</c:v>
                </c:pt>
                <c:pt idx="13079">
                  <c:v>3.4943200000000001</c:v>
                </c:pt>
                <c:pt idx="13080">
                  <c:v>3.4946299999999999</c:v>
                </c:pt>
                <c:pt idx="13081">
                  <c:v>3.4949400000000002</c:v>
                </c:pt>
                <c:pt idx="13082">
                  <c:v>3.4952399999999999</c:v>
                </c:pt>
                <c:pt idx="13083">
                  <c:v>3.4955500000000002</c:v>
                </c:pt>
                <c:pt idx="13084">
                  <c:v>3.4958499999999999</c:v>
                </c:pt>
                <c:pt idx="13085">
                  <c:v>3.4961600000000002</c:v>
                </c:pt>
                <c:pt idx="13086">
                  <c:v>3.4964599999999999</c:v>
                </c:pt>
                <c:pt idx="13087">
                  <c:v>3.4967700000000002</c:v>
                </c:pt>
                <c:pt idx="13088">
                  <c:v>3.4970699999999999</c:v>
                </c:pt>
                <c:pt idx="13089">
                  <c:v>3.4973800000000002</c:v>
                </c:pt>
                <c:pt idx="13090">
                  <c:v>3.4976799999999999</c:v>
                </c:pt>
                <c:pt idx="13091">
                  <c:v>3.4979900000000002</c:v>
                </c:pt>
                <c:pt idx="13092">
                  <c:v>3.4983</c:v>
                </c:pt>
                <c:pt idx="13093">
                  <c:v>3.4986000000000002</c:v>
                </c:pt>
                <c:pt idx="13094">
                  <c:v>3.49891</c:v>
                </c:pt>
                <c:pt idx="13095">
                  <c:v>3.4992100000000002</c:v>
                </c:pt>
                <c:pt idx="13096">
                  <c:v>3.49952</c:v>
                </c:pt>
                <c:pt idx="13097">
                  <c:v>3.4998200000000002</c:v>
                </c:pt>
                <c:pt idx="13098">
                  <c:v>3.50013</c:v>
                </c:pt>
                <c:pt idx="13099">
                  <c:v>3.5004300000000002</c:v>
                </c:pt>
                <c:pt idx="13100">
                  <c:v>3.50074</c:v>
                </c:pt>
                <c:pt idx="13101">
                  <c:v>3.5010400000000002</c:v>
                </c:pt>
                <c:pt idx="13102">
                  <c:v>3.50135</c:v>
                </c:pt>
                <c:pt idx="13103">
                  <c:v>3.5016500000000002</c:v>
                </c:pt>
                <c:pt idx="13104">
                  <c:v>3.50196</c:v>
                </c:pt>
                <c:pt idx="13105">
                  <c:v>3.5022700000000002</c:v>
                </c:pt>
                <c:pt idx="13106">
                  <c:v>3.50257</c:v>
                </c:pt>
                <c:pt idx="13107">
                  <c:v>3.5028800000000002</c:v>
                </c:pt>
                <c:pt idx="13108">
                  <c:v>3.50318</c:v>
                </c:pt>
                <c:pt idx="13109">
                  <c:v>3.5034900000000002</c:v>
                </c:pt>
                <c:pt idx="13110">
                  <c:v>3.50379</c:v>
                </c:pt>
                <c:pt idx="13111">
                  <c:v>3.5041000000000002</c:v>
                </c:pt>
                <c:pt idx="13112">
                  <c:v>3.5044</c:v>
                </c:pt>
                <c:pt idx="13113">
                  <c:v>3.5047100000000002</c:v>
                </c:pt>
                <c:pt idx="13114">
                  <c:v>3.50501</c:v>
                </c:pt>
                <c:pt idx="13115">
                  <c:v>3.5053200000000002</c:v>
                </c:pt>
                <c:pt idx="13116">
                  <c:v>3.50562</c:v>
                </c:pt>
                <c:pt idx="13117">
                  <c:v>3.5059300000000002</c:v>
                </c:pt>
                <c:pt idx="13118">
                  <c:v>3.50624</c:v>
                </c:pt>
                <c:pt idx="13119">
                  <c:v>3.5065400000000002</c:v>
                </c:pt>
                <c:pt idx="13120">
                  <c:v>3.50685</c:v>
                </c:pt>
                <c:pt idx="13121">
                  <c:v>3.5071500000000002</c:v>
                </c:pt>
                <c:pt idx="13122">
                  <c:v>3.50746</c:v>
                </c:pt>
                <c:pt idx="13123">
                  <c:v>3.5077600000000002</c:v>
                </c:pt>
                <c:pt idx="13124">
                  <c:v>3.50807</c:v>
                </c:pt>
                <c:pt idx="13125">
                  <c:v>3.5083700000000002</c:v>
                </c:pt>
                <c:pt idx="13126">
                  <c:v>3.50868</c:v>
                </c:pt>
                <c:pt idx="13127">
                  <c:v>3.5089800000000002</c:v>
                </c:pt>
                <c:pt idx="13128">
                  <c:v>3.50929</c:v>
                </c:pt>
                <c:pt idx="13129">
                  <c:v>3.5095900000000002</c:v>
                </c:pt>
                <c:pt idx="13130">
                  <c:v>3.5099</c:v>
                </c:pt>
                <c:pt idx="13131">
                  <c:v>3.5102099999999998</c:v>
                </c:pt>
                <c:pt idx="13132">
                  <c:v>3.51051</c:v>
                </c:pt>
                <c:pt idx="13133">
                  <c:v>3.5108199999999998</c:v>
                </c:pt>
                <c:pt idx="13134">
                  <c:v>3.51112</c:v>
                </c:pt>
                <c:pt idx="13135">
                  <c:v>3.5114299999999998</c:v>
                </c:pt>
                <c:pt idx="13136">
                  <c:v>3.51173</c:v>
                </c:pt>
                <c:pt idx="13137">
                  <c:v>3.5120399999999998</c:v>
                </c:pt>
                <c:pt idx="13138">
                  <c:v>3.51234</c:v>
                </c:pt>
                <c:pt idx="13139">
                  <c:v>3.5126499999999998</c:v>
                </c:pt>
                <c:pt idx="13140">
                  <c:v>3.51295</c:v>
                </c:pt>
                <c:pt idx="13141">
                  <c:v>3.5132599999999998</c:v>
                </c:pt>
                <c:pt idx="13142">
                  <c:v>3.5135700000000001</c:v>
                </c:pt>
                <c:pt idx="13143">
                  <c:v>3.5138699999999998</c:v>
                </c:pt>
                <c:pt idx="13144">
                  <c:v>3.5141800000000001</c:v>
                </c:pt>
                <c:pt idx="13145">
                  <c:v>3.5144799999999998</c:v>
                </c:pt>
                <c:pt idx="13146">
                  <c:v>3.5147900000000001</c:v>
                </c:pt>
                <c:pt idx="13147">
                  <c:v>3.5150899999999998</c:v>
                </c:pt>
                <c:pt idx="13148">
                  <c:v>3.5154000000000001</c:v>
                </c:pt>
                <c:pt idx="13149">
                  <c:v>3.5156999999999998</c:v>
                </c:pt>
                <c:pt idx="13150">
                  <c:v>3.5160100000000001</c:v>
                </c:pt>
                <c:pt idx="13151">
                  <c:v>3.5163099999999998</c:v>
                </c:pt>
                <c:pt idx="13152">
                  <c:v>3.5166200000000001</c:v>
                </c:pt>
                <c:pt idx="13153">
                  <c:v>3.5169199999999998</c:v>
                </c:pt>
                <c:pt idx="13154">
                  <c:v>3.5172300000000001</c:v>
                </c:pt>
                <c:pt idx="13155">
                  <c:v>3.5175399999999999</c:v>
                </c:pt>
                <c:pt idx="13156">
                  <c:v>3.5178400000000001</c:v>
                </c:pt>
                <c:pt idx="13157">
                  <c:v>3.5181499999999999</c:v>
                </c:pt>
                <c:pt idx="13158">
                  <c:v>3.5184500000000001</c:v>
                </c:pt>
                <c:pt idx="13159">
                  <c:v>3.5187599999999999</c:v>
                </c:pt>
                <c:pt idx="13160">
                  <c:v>3.5190600000000001</c:v>
                </c:pt>
                <c:pt idx="13161">
                  <c:v>3.5193699999999999</c:v>
                </c:pt>
                <c:pt idx="13162">
                  <c:v>3.5196700000000001</c:v>
                </c:pt>
                <c:pt idx="13163">
                  <c:v>3.5199799999999999</c:v>
                </c:pt>
                <c:pt idx="13164">
                  <c:v>3.5202800000000001</c:v>
                </c:pt>
                <c:pt idx="13165">
                  <c:v>3.5205899999999999</c:v>
                </c:pt>
                <c:pt idx="13166">
                  <c:v>3.5208900000000001</c:v>
                </c:pt>
                <c:pt idx="13167">
                  <c:v>3.5211999999999999</c:v>
                </c:pt>
                <c:pt idx="13168">
                  <c:v>3.5215100000000001</c:v>
                </c:pt>
                <c:pt idx="13169">
                  <c:v>3.5218099999999999</c:v>
                </c:pt>
                <c:pt idx="13170">
                  <c:v>3.5221200000000001</c:v>
                </c:pt>
                <c:pt idx="13171">
                  <c:v>3.5224199999999999</c:v>
                </c:pt>
                <c:pt idx="13172">
                  <c:v>3.5227300000000001</c:v>
                </c:pt>
                <c:pt idx="13173">
                  <c:v>3.5230299999999999</c:v>
                </c:pt>
                <c:pt idx="13174">
                  <c:v>3.5233400000000001</c:v>
                </c:pt>
                <c:pt idx="13175">
                  <c:v>3.5236399999999999</c:v>
                </c:pt>
                <c:pt idx="13176">
                  <c:v>3.5239500000000001</c:v>
                </c:pt>
                <c:pt idx="13177">
                  <c:v>3.5242499999999999</c:v>
                </c:pt>
                <c:pt idx="13178">
                  <c:v>3.5245600000000001</c:v>
                </c:pt>
                <c:pt idx="13179">
                  <c:v>3.5248599999999999</c:v>
                </c:pt>
                <c:pt idx="13180">
                  <c:v>3.5251700000000001</c:v>
                </c:pt>
                <c:pt idx="13181">
                  <c:v>3.5254799999999999</c:v>
                </c:pt>
                <c:pt idx="13182">
                  <c:v>3.5257800000000001</c:v>
                </c:pt>
                <c:pt idx="13183">
                  <c:v>3.5260899999999999</c:v>
                </c:pt>
                <c:pt idx="13184">
                  <c:v>3.5263900000000001</c:v>
                </c:pt>
                <c:pt idx="13185">
                  <c:v>3.5266999999999999</c:v>
                </c:pt>
                <c:pt idx="13186">
                  <c:v>3.5270000000000001</c:v>
                </c:pt>
                <c:pt idx="13187">
                  <c:v>3.5273099999999999</c:v>
                </c:pt>
                <c:pt idx="13188">
                  <c:v>3.5276100000000001</c:v>
                </c:pt>
                <c:pt idx="13189">
                  <c:v>3.5279199999999999</c:v>
                </c:pt>
                <c:pt idx="13190">
                  <c:v>3.5282200000000001</c:v>
                </c:pt>
                <c:pt idx="13191">
                  <c:v>3.5285299999999999</c:v>
                </c:pt>
                <c:pt idx="13192">
                  <c:v>3.5288300000000001</c:v>
                </c:pt>
                <c:pt idx="13193">
                  <c:v>3.5291399999999999</c:v>
                </c:pt>
                <c:pt idx="13194">
                  <c:v>3.5294500000000002</c:v>
                </c:pt>
                <c:pt idx="13195">
                  <c:v>3.5297499999999999</c:v>
                </c:pt>
                <c:pt idx="13196">
                  <c:v>3.5300600000000002</c:v>
                </c:pt>
                <c:pt idx="13197">
                  <c:v>3.5303599999999999</c:v>
                </c:pt>
                <c:pt idx="13198">
                  <c:v>3.5306700000000002</c:v>
                </c:pt>
                <c:pt idx="13199">
                  <c:v>3.5309699999999999</c:v>
                </c:pt>
                <c:pt idx="13200">
                  <c:v>3.5312800000000002</c:v>
                </c:pt>
                <c:pt idx="13201">
                  <c:v>3.5315799999999999</c:v>
                </c:pt>
                <c:pt idx="13202">
                  <c:v>3.5318900000000002</c:v>
                </c:pt>
                <c:pt idx="13203">
                  <c:v>3.5321899999999999</c:v>
                </c:pt>
                <c:pt idx="13204">
                  <c:v>3.5325000000000002</c:v>
                </c:pt>
                <c:pt idx="13205">
                  <c:v>3.53281</c:v>
                </c:pt>
                <c:pt idx="13206">
                  <c:v>3.5331100000000002</c:v>
                </c:pt>
                <c:pt idx="13207">
                  <c:v>3.53342</c:v>
                </c:pt>
                <c:pt idx="13208">
                  <c:v>3.5337200000000002</c:v>
                </c:pt>
                <c:pt idx="13209">
                  <c:v>3.53403</c:v>
                </c:pt>
                <c:pt idx="13210">
                  <c:v>3.5343300000000002</c:v>
                </c:pt>
                <c:pt idx="13211">
                  <c:v>3.53464</c:v>
                </c:pt>
                <c:pt idx="13212">
                  <c:v>3.5349400000000002</c:v>
                </c:pt>
                <c:pt idx="13213">
                  <c:v>3.53525</c:v>
                </c:pt>
                <c:pt idx="13214">
                  <c:v>3.5355500000000002</c:v>
                </c:pt>
                <c:pt idx="13215">
                  <c:v>3.53586</c:v>
                </c:pt>
                <c:pt idx="13216">
                  <c:v>3.5361600000000002</c:v>
                </c:pt>
                <c:pt idx="13217">
                  <c:v>3.53647</c:v>
                </c:pt>
                <c:pt idx="13218">
                  <c:v>3.5367799999999998</c:v>
                </c:pt>
                <c:pt idx="13219">
                  <c:v>3.53708</c:v>
                </c:pt>
                <c:pt idx="13220">
                  <c:v>3.5373899999999998</c:v>
                </c:pt>
                <c:pt idx="13221">
                  <c:v>3.53769</c:v>
                </c:pt>
                <c:pt idx="13222">
                  <c:v>3.5379999999999998</c:v>
                </c:pt>
                <c:pt idx="13223">
                  <c:v>3.5383</c:v>
                </c:pt>
                <c:pt idx="13224">
                  <c:v>3.5386099999999998</c:v>
                </c:pt>
                <c:pt idx="13225">
                  <c:v>3.53891</c:v>
                </c:pt>
                <c:pt idx="13226">
                  <c:v>3.5392199999999998</c:v>
                </c:pt>
                <c:pt idx="13227">
                  <c:v>3.53952</c:v>
                </c:pt>
                <c:pt idx="13228">
                  <c:v>3.5398299999999998</c:v>
                </c:pt>
                <c:pt idx="13229">
                  <c:v>3.54013</c:v>
                </c:pt>
                <c:pt idx="13230">
                  <c:v>3.5404399999999998</c:v>
                </c:pt>
                <c:pt idx="13231">
                  <c:v>3.5407500000000001</c:v>
                </c:pt>
                <c:pt idx="13232">
                  <c:v>3.5410499999999998</c:v>
                </c:pt>
                <c:pt idx="13233">
                  <c:v>3.5413600000000001</c:v>
                </c:pt>
                <c:pt idx="13234">
                  <c:v>3.5416599999999998</c:v>
                </c:pt>
                <c:pt idx="13235">
                  <c:v>3.5419700000000001</c:v>
                </c:pt>
                <c:pt idx="13236">
                  <c:v>3.5422699999999998</c:v>
                </c:pt>
                <c:pt idx="13237">
                  <c:v>3.5425800000000001</c:v>
                </c:pt>
                <c:pt idx="13238">
                  <c:v>3.5428799999999998</c:v>
                </c:pt>
                <c:pt idx="13239">
                  <c:v>3.5431900000000001</c:v>
                </c:pt>
                <c:pt idx="13240">
                  <c:v>3.5434899999999998</c:v>
                </c:pt>
                <c:pt idx="13241">
                  <c:v>3.5438000000000001</c:v>
                </c:pt>
                <c:pt idx="13242">
                  <c:v>3.5440999999999998</c:v>
                </c:pt>
                <c:pt idx="13243">
                  <c:v>3.5444100000000001</c:v>
                </c:pt>
                <c:pt idx="13244">
                  <c:v>3.5447199999999999</c:v>
                </c:pt>
                <c:pt idx="13245">
                  <c:v>3.5450200000000001</c:v>
                </c:pt>
                <c:pt idx="13246">
                  <c:v>3.5453299999999999</c:v>
                </c:pt>
                <c:pt idx="13247">
                  <c:v>3.5456300000000001</c:v>
                </c:pt>
                <c:pt idx="13248">
                  <c:v>3.5459399999999999</c:v>
                </c:pt>
                <c:pt idx="13249">
                  <c:v>3.5462400000000001</c:v>
                </c:pt>
                <c:pt idx="13250">
                  <c:v>3.5465499999999999</c:v>
                </c:pt>
                <c:pt idx="13251">
                  <c:v>3.5468500000000001</c:v>
                </c:pt>
                <c:pt idx="13252">
                  <c:v>3.5471599999999999</c:v>
                </c:pt>
                <c:pt idx="13253">
                  <c:v>3.5474600000000001</c:v>
                </c:pt>
                <c:pt idx="13254">
                  <c:v>3.5477699999999999</c:v>
                </c:pt>
                <c:pt idx="13255">
                  <c:v>3.5480700000000001</c:v>
                </c:pt>
                <c:pt idx="13256">
                  <c:v>3.5483799999999999</c:v>
                </c:pt>
                <c:pt idx="13257">
                  <c:v>3.5486900000000001</c:v>
                </c:pt>
                <c:pt idx="13258">
                  <c:v>3.5489899999999999</c:v>
                </c:pt>
                <c:pt idx="13259">
                  <c:v>3.5493000000000001</c:v>
                </c:pt>
                <c:pt idx="13260">
                  <c:v>3.5495999999999999</c:v>
                </c:pt>
                <c:pt idx="13261">
                  <c:v>3.5499100000000001</c:v>
                </c:pt>
                <c:pt idx="13262">
                  <c:v>3.5502099999999999</c:v>
                </c:pt>
                <c:pt idx="13263">
                  <c:v>3.5505200000000001</c:v>
                </c:pt>
                <c:pt idx="13264">
                  <c:v>3.5508199999999999</c:v>
                </c:pt>
                <c:pt idx="13265">
                  <c:v>3.5511300000000001</c:v>
                </c:pt>
                <c:pt idx="13266">
                  <c:v>3.5514299999999999</c:v>
                </c:pt>
                <c:pt idx="13267">
                  <c:v>3.5517400000000001</c:v>
                </c:pt>
                <c:pt idx="13268">
                  <c:v>3.5520499999999999</c:v>
                </c:pt>
                <c:pt idx="13269">
                  <c:v>3.5523500000000001</c:v>
                </c:pt>
                <c:pt idx="13270">
                  <c:v>3.5526599999999999</c:v>
                </c:pt>
                <c:pt idx="13271">
                  <c:v>3.5529600000000001</c:v>
                </c:pt>
                <c:pt idx="13272">
                  <c:v>3.5532699999999999</c:v>
                </c:pt>
                <c:pt idx="13273">
                  <c:v>3.5535700000000001</c:v>
                </c:pt>
                <c:pt idx="13274">
                  <c:v>3.5538799999999999</c:v>
                </c:pt>
                <c:pt idx="13275">
                  <c:v>3.5541800000000001</c:v>
                </c:pt>
                <c:pt idx="13276">
                  <c:v>3.5544899999999999</c:v>
                </c:pt>
                <c:pt idx="13277">
                  <c:v>3.5547900000000001</c:v>
                </c:pt>
                <c:pt idx="13278">
                  <c:v>3.5550999999999999</c:v>
                </c:pt>
                <c:pt idx="13279">
                  <c:v>3.5554000000000001</c:v>
                </c:pt>
                <c:pt idx="13280">
                  <c:v>3.5557099999999999</c:v>
                </c:pt>
                <c:pt idx="13281">
                  <c:v>3.5560200000000002</c:v>
                </c:pt>
                <c:pt idx="13282">
                  <c:v>3.5563199999999999</c:v>
                </c:pt>
                <c:pt idx="13283">
                  <c:v>3.5566300000000002</c:v>
                </c:pt>
                <c:pt idx="13284">
                  <c:v>3.5569299999999999</c:v>
                </c:pt>
                <c:pt idx="13285">
                  <c:v>3.5572400000000002</c:v>
                </c:pt>
                <c:pt idx="13286">
                  <c:v>3.5575399999999999</c:v>
                </c:pt>
                <c:pt idx="13287">
                  <c:v>3.5578500000000002</c:v>
                </c:pt>
                <c:pt idx="13288">
                  <c:v>3.5581499999999999</c:v>
                </c:pt>
                <c:pt idx="13289">
                  <c:v>3.5584600000000002</c:v>
                </c:pt>
                <c:pt idx="13290">
                  <c:v>3.5587599999999999</c:v>
                </c:pt>
                <c:pt idx="13291">
                  <c:v>3.5590700000000002</c:v>
                </c:pt>
                <c:pt idx="13292">
                  <c:v>3.5593699999999999</c:v>
                </c:pt>
                <c:pt idx="13293">
                  <c:v>3.5596800000000002</c:v>
                </c:pt>
                <c:pt idx="13294">
                  <c:v>3.55999</c:v>
                </c:pt>
                <c:pt idx="13295">
                  <c:v>3.5602900000000002</c:v>
                </c:pt>
                <c:pt idx="13296">
                  <c:v>3.5606</c:v>
                </c:pt>
                <c:pt idx="13297">
                  <c:v>3.5609000000000002</c:v>
                </c:pt>
                <c:pt idx="13298">
                  <c:v>3.56121</c:v>
                </c:pt>
                <c:pt idx="13299">
                  <c:v>3.5615100000000002</c:v>
                </c:pt>
                <c:pt idx="13300">
                  <c:v>3.56182</c:v>
                </c:pt>
                <c:pt idx="13301">
                  <c:v>3.5621200000000002</c:v>
                </c:pt>
                <c:pt idx="13302">
                  <c:v>3.56243</c:v>
                </c:pt>
                <c:pt idx="13303">
                  <c:v>3.5627300000000002</c:v>
                </c:pt>
                <c:pt idx="13304">
                  <c:v>3.56304</c:v>
                </c:pt>
                <c:pt idx="13305">
                  <c:v>3.5633400000000002</c:v>
                </c:pt>
                <c:pt idx="13306">
                  <c:v>3.56365</c:v>
                </c:pt>
                <c:pt idx="13307">
                  <c:v>3.5639599999999998</c:v>
                </c:pt>
                <c:pt idx="13308">
                  <c:v>3.56426</c:v>
                </c:pt>
                <c:pt idx="13309">
                  <c:v>3.5645699999999998</c:v>
                </c:pt>
                <c:pt idx="13310">
                  <c:v>3.56487</c:v>
                </c:pt>
                <c:pt idx="13311">
                  <c:v>3.5651799999999998</c:v>
                </c:pt>
                <c:pt idx="13312">
                  <c:v>3.56548</c:v>
                </c:pt>
                <c:pt idx="13313">
                  <c:v>3.5657899999999998</c:v>
                </c:pt>
                <c:pt idx="13314">
                  <c:v>3.56609</c:v>
                </c:pt>
                <c:pt idx="13315">
                  <c:v>3.5663999999999998</c:v>
                </c:pt>
                <c:pt idx="13316">
                  <c:v>3.5667</c:v>
                </c:pt>
                <c:pt idx="13317">
                  <c:v>3.5670099999999998</c:v>
                </c:pt>
                <c:pt idx="13318">
                  <c:v>3.56732</c:v>
                </c:pt>
                <c:pt idx="13319">
                  <c:v>3.5676199999999998</c:v>
                </c:pt>
                <c:pt idx="13320">
                  <c:v>3.56793</c:v>
                </c:pt>
                <c:pt idx="13321">
                  <c:v>3.5682299999999998</c:v>
                </c:pt>
                <c:pt idx="13322">
                  <c:v>3.56854</c:v>
                </c:pt>
                <c:pt idx="13323">
                  <c:v>3.5688399999999998</c:v>
                </c:pt>
                <c:pt idx="13324">
                  <c:v>3.56915</c:v>
                </c:pt>
                <c:pt idx="13325">
                  <c:v>3.5694499999999998</c:v>
                </c:pt>
                <c:pt idx="13326">
                  <c:v>3.56976</c:v>
                </c:pt>
                <c:pt idx="13327">
                  <c:v>3.5700599999999998</c:v>
                </c:pt>
                <c:pt idx="13328">
                  <c:v>3.57037</c:v>
                </c:pt>
                <c:pt idx="13329">
                  <c:v>3.5706699999999998</c:v>
                </c:pt>
                <c:pt idx="13330">
                  <c:v>3.57098</c:v>
                </c:pt>
                <c:pt idx="13331">
                  <c:v>3.5712899999999999</c:v>
                </c:pt>
                <c:pt idx="13332">
                  <c:v>3.57159</c:v>
                </c:pt>
                <c:pt idx="13333">
                  <c:v>3.5718999999999999</c:v>
                </c:pt>
                <c:pt idx="13334">
                  <c:v>3.5722</c:v>
                </c:pt>
                <c:pt idx="13335">
                  <c:v>3.5725099999999999</c:v>
                </c:pt>
                <c:pt idx="13336">
                  <c:v>3.57281</c:v>
                </c:pt>
                <c:pt idx="13337">
                  <c:v>3.5731199999999999</c:v>
                </c:pt>
                <c:pt idx="13338">
                  <c:v>3.57342</c:v>
                </c:pt>
                <c:pt idx="13339">
                  <c:v>3.5737299999999999</c:v>
                </c:pt>
                <c:pt idx="13340">
                  <c:v>3.57403</c:v>
                </c:pt>
                <c:pt idx="13341">
                  <c:v>3.5743399999999999</c:v>
                </c:pt>
                <c:pt idx="13342">
                  <c:v>3.57464</c:v>
                </c:pt>
                <c:pt idx="13343">
                  <c:v>3.5749499999999999</c:v>
                </c:pt>
                <c:pt idx="13344">
                  <c:v>3.5752600000000001</c:v>
                </c:pt>
                <c:pt idx="13345">
                  <c:v>3.5755599999999998</c:v>
                </c:pt>
                <c:pt idx="13346">
                  <c:v>3.5758700000000001</c:v>
                </c:pt>
                <c:pt idx="13347">
                  <c:v>3.5761699999999998</c:v>
                </c:pt>
                <c:pt idx="13348">
                  <c:v>3.5764800000000001</c:v>
                </c:pt>
                <c:pt idx="13349">
                  <c:v>3.5767799999999998</c:v>
                </c:pt>
                <c:pt idx="13350">
                  <c:v>3.5770900000000001</c:v>
                </c:pt>
                <c:pt idx="13351">
                  <c:v>3.5773899999999998</c:v>
                </c:pt>
                <c:pt idx="13352">
                  <c:v>3.5777000000000001</c:v>
                </c:pt>
                <c:pt idx="13353">
                  <c:v>3.5779999999999998</c:v>
                </c:pt>
                <c:pt idx="13354">
                  <c:v>3.5783100000000001</c:v>
                </c:pt>
                <c:pt idx="13355">
                  <c:v>3.5786099999999998</c:v>
                </c:pt>
                <c:pt idx="13356">
                  <c:v>3.5789200000000001</c:v>
                </c:pt>
                <c:pt idx="13357">
                  <c:v>3.5792299999999999</c:v>
                </c:pt>
                <c:pt idx="13358">
                  <c:v>3.5795300000000001</c:v>
                </c:pt>
                <c:pt idx="13359">
                  <c:v>3.5798399999999999</c:v>
                </c:pt>
                <c:pt idx="13360">
                  <c:v>3.5801400000000001</c:v>
                </c:pt>
                <c:pt idx="13361">
                  <c:v>3.5804499999999999</c:v>
                </c:pt>
                <c:pt idx="13362">
                  <c:v>3.5807500000000001</c:v>
                </c:pt>
                <c:pt idx="13363">
                  <c:v>3.5810599999999999</c:v>
                </c:pt>
                <c:pt idx="13364">
                  <c:v>3.5813600000000001</c:v>
                </c:pt>
                <c:pt idx="13365">
                  <c:v>3.5816699999999999</c:v>
                </c:pt>
                <c:pt idx="13366">
                  <c:v>3.5819700000000001</c:v>
                </c:pt>
                <c:pt idx="13367">
                  <c:v>3.5822799999999999</c:v>
                </c:pt>
                <c:pt idx="13368">
                  <c:v>3.5825800000000001</c:v>
                </c:pt>
                <c:pt idx="13369">
                  <c:v>3.5828899999999999</c:v>
                </c:pt>
                <c:pt idx="13370">
                  <c:v>3.5832000000000002</c:v>
                </c:pt>
                <c:pt idx="13371">
                  <c:v>3.5834999999999999</c:v>
                </c:pt>
                <c:pt idx="13372">
                  <c:v>3.5838100000000002</c:v>
                </c:pt>
                <c:pt idx="13373">
                  <c:v>3.5841099999999999</c:v>
                </c:pt>
                <c:pt idx="13374">
                  <c:v>3.5844200000000002</c:v>
                </c:pt>
                <c:pt idx="13375">
                  <c:v>3.5847199999999999</c:v>
                </c:pt>
                <c:pt idx="13376">
                  <c:v>3.5850300000000002</c:v>
                </c:pt>
                <c:pt idx="13377">
                  <c:v>3.5853299999999999</c:v>
                </c:pt>
                <c:pt idx="13378">
                  <c:v>3.5856400000000002</c:v>
                </c:pt>
                <c:pt idx="13379">
                  <c:v>3.5859399999999999</c:v>
                </c:pt>
                <c:pt idx="13380">
                  <c:v>3.5862500000000002</c:v>
                </c:pt>
                <c:pt idx="13381">
                  <c:v>3.58656</c:v>
                </c:pt>
                <c:pt idx="13382">
                  <c:v>3.5868600000000002</c:v>
                </c:pt>
                <c:pt idx="13383">
                  <c:v>3.58717</c:v>
                </c:pt>
                <c:pt idx="13384">
                  <c:v>3.5874700000000002</c:v>
                </c:pt>
                <c:pt idx="13385">
                  <c:v>3.58778</c:v>
                </c:pt>
                <c:pt idx="13386">
                  <c:v>3.5880800000000002</c:v>
                </c:pt>
                <c:pt idx="13387">
                  <c:v>3.58839</c:v>
                </c:pt>
                <c:pt idx="13388">
                  <c:v>3.5886900000000002</c:v>
                </c:pt>
                <c:pt idx="13389">
                  <c:v>3.589</c:v>
                </c:pt>
                <c:pt idx="13390">
                  <c:v>3.5893000000000002</c:v>
                </c:pt>
                <c:pt idx="13391">
                  <c:v>3.58961</c:v>
                </c:pt>
                <c:pt idx="13392">
                  <c:v>3.5899100000000002</c:v>
                </c:pt>
                <c:pt idx="13393">
                  <c:v>3.59022</c:v>
                </c:pt>
                <c:pt idx="13394">
                  <c:v>3.5905300000000002</c:v>
                </c:pt>
                <c:pt idx="13395">
                  <c:v>3.59083</c:v>
                </c:pt>
                <c:pt idx="13396">
                  <c:v>3.5911400000000002</c:v>
                </c:pt>
                <c:pt idx="13397">
                  <c:v>3.59144</c:v>
                </c:pt>
                <c:pt idx="13398">
                  <c:v>3.5917500000000002</c:v>
                </c:pt>
                <c:pt idx="13399">
                  <c:v>3.59205</c:v>
                </c:pt>
                <c:pt idx="13400">
                  <c:v>3.5923600000000002</c:v>
                </c:pt>
                <c:pt idx="13401">
                  <c:v>3.59266</c:v>
                </c:pt>
                <c:pt idx="13402">
                  <c:v>3.5929700000000002</c:v>
                </c:pt>
                <c:pt idx="13403">
                  <c:v>3.59327</c:v>
                </c:pt>
                <c:pt idx="13404">
                  <c:v>3.5935800000000002</c:v>
                </c:pt>
                <c:pt idx="13405">
                  <c:v>3.59388</c:v>
                </c:pt>
                <c:pt idx="13406">
                  <c:v>3.5941900000000002</c:v>
                </c:pt>
                <c:pt idx="13407">
                  <c:v>3.5945</c:v>
                </c:pt>
                <c:pt idx="13408">
                  <c:v>3.5948000000000002</c:v>
                </c:pt>
                <c:pt idx="13409">
                  <c:v>3.59511</c:v>
                </c:pt>
                <c:pt idx="13410">
                  <c:v>3.5954100000000002</c:v>
                </c:pt>
                <c:pt idx="13411">
                  <c:v>3.59572</c:v>
                </c:pt>
                <c:pt idx="13412">
                  <c:v>3.5960200000000002</c:v>
                </c:pt>
                <c:pt idx="13413">
                  <c:v>3.59633</c:v>
                </c:pt>
                <c:pt idx="13414">
                  <c:v>3.5966300000000002</c:v>
                </c:pt>
                <c:pt idx="13415">
                  <c:v>3.59694</c:v>
                </c:pt>
                <c:pt idx="13416">
                  <c:v>3.5972400000000002</c:v>
                </c:pt>
                <c:pt idx="13417">
                  <c:v>3.59755</c:v>
                </c:pt>
                <c:pt idx="13418">
                  <c:v>3.5978500000000002</c:v>
                </c:pt>
                <c:pt idx="13419">
                  <c:v>3.59816</c:v>
                </c:pt>
                <c:pt idx="13420">
                  <c:v>3.5984699999999998</c:v>
                </c:pt>
                <c:pt idx="13421">
                  <c:v>3.59877</c:v>
                </c:pt>
                <c:pt idx="13422">
                  <c:v>3.5990799999999998</c:v>
                </c:pt>
                <c:pt idx="13423">
                  <c:v>3.59938</c:v>
                </c:pt>
                <c:pt idx="13424">
                  <c:v>3.5996899999999998</c:v>
                </c:pt>
                <c:pt idx="13425">
                  <c:v>3.59999</c:v>
                </c:pt>
                <c:pt idx="13426">
                  <c:v>3.6002999999999998</c:v>
                </c:pt>
                <c:pt idx="13427">
                  <c:v>3.6006</c:v>
                </c:pt>
                <c:pt idx="13428">
                  <c:v>3.6009099999999998</c:v>
                </c:pt>
                <c:pt idx="13429">
                  <c:v>3.60121</c:v>
                </c:pt>
                <c:pt idx="13430">
                  <c:v>3.6015199999999998</c:v>
                </c:pt>
                <c:pt idx="13431">
                  <c:v>3.60182</c:v>
                </c:pt>
                <c:pt idx="13432">
                  <c:v>3.6021299999999998</c:v>
                </c:pt>
                <c:pt idx="13433">
                  <c:v>3.6024400000000001</c:v>
                </c:pt>
                <c:pt idx="13434">
                  <c:v>3.6027399999999998</c:v>
                </c:pt>
                <c:pt idx="13435">
                  <c:v>3.6030500000000001</c:v>
                </c:pt>
                <c:pt idx="13436">
                  <c:v>3.6033499999999998</c:v>
                </c:pt>
                <c:pt idx="13437">
                  <c:v>3.6036600000000001</c:v>
                </c:pt>
                <c:pt idx="13438">
                  <c:v>3.6039599999999998</c:v>
                </c:pt>
                <c:pt idx="13439">
                  <c:v>3.6042700000000001</c:v>
                </c:pt>
                <c:pt idx="13440">
                  <c:v>3.6045699999999998</c:v>
                </c:pt>
                <c:pt idx="13441">
                  <c:v>3.6048800000000001</c:v>
                </c:pt>
                <c:pt idx="13442">
                  <c:v>3.6051799999999998</c:v>
                </c:pt>
                <c:pt idx="13443">
                  <c:v>3.6054900000000001</c:v>
                </c:pt>
                <c:pt idx="13444">
                  <c:v>3.6057999999999999</c:v>
                </c:pt>
                <c:pt idx="13445">
                  <c:v>3.6061000000000001</c:v>
                </c:pt>
                <c:pt idx="13446">
                  <c:v>3.6064099999999999</c:v>
                </c:pt>
                <c:pt idx="13447">
                  <c:v>3.6067100000000001</c:v>
                </c:pt>
                <c:pt idx="13448">
                  <c:v>3.6070199999999999</c:v>
                </c:pt>
                <c:pt idx="13449">
                  <c:v>3.6073200000000001</c:v>
                </c:pt>
                <c:pt idx="13450">
                  <c:v>3.6076299999999999</c:v>
                </c:pt>
                <c:pt idx="13451">
                  <c:v>3.6079300000000001</c:v>
                </c:pt>
                <c:pt idx="13452">
                  <c:v>3.6082399999999999</c:v>
                </c:pt>
                <c:pt idx="13453">
                  <c:v>3.6085400000000001</c:v>
                </c:pt>
                <c:pt idx="13454">
                  <c:v>3.6088499999999999</c:v>
                </c:pt>
                <c:pt idx="13455">
                  <c:v>3.6091500000000001</c:v>
                </c:pt>
                <c:pt idx="13456">
                  <c:v>3.6094599999999999</c:v>
                </c:pt>
                <c:pt idx="13457">
                  <c:v>3.6097700000000001</c:v>
                </c:pt>
                <c:pt idx="13458">
                  <c:v>3.6100699999999999</c:v>
                </c:pt>
                <c:pt idx="13459">
                  <c:v>3.6103800000000001</c:v>
                </c:pt>
                <c:pt idx="13460">
                  <c:v>3.6106799999999999</c:v>
                </c:pt>
                <c:pt idx="13461">
                  <c:v>3.6109900000000001</c:v>
                </c:pt>
                <c:pt idx="13462">
                  <c:v>3.6112899999999999</c:v>
                </c:pt>
                <c:pt idx="13463">
                  <c:v>3.6116000000000001</c:v>
                </c:pt>
                <c:pt idx="13464">
                  <c:v>3.6118999999999999</c:v>
                </c:pt>
                <c:pt idx="13465">
                  <c:v>3.6122100000000001</c:v>
                </c:pt>
                <c:pt idx="13466">
                  <c:v>3.6125099999999999</c:v>
                </c:pt>
                <c:pt idx="13467">
                  <c:v>3.6128200000000001</c:v>
                </c:pt>
                <c:pt idx="13468">
                  <c:v>3.6131199999999999</c:v>
                </c:pt>
                <c:pt idx="13469">
                  <c:v>3.6134300000000001</c:v>
                </c:pt>
                <c:pt idx="13470">
                  <c:v>3.61374</c:v>
                </c:pt>
                <c:pt idx="13471">
                  <c:v>3.6140400000000001</c:v>
                </c:pt>
                <c:pt idx="13472">
                  <c:v>3.61435</c:v>
                </c:pt>
                <c:pt idx="13473">
                  <c:v>3.6146500000000001</c:v>
                </c:pt>
                <c:pt idx="13474">
                  <c:v>3.61496</c:v>
                </c:pt>
                <c:pt idx="13475">
                  <c:v>3.6152600000000001</c:v>
                </c:pt>
                <c:pt idx="13476">
                  <c:v>3.61557</c:v>
                </c:pt>
                <c:pt idx="13477">
                  <c:v>3.6158700000000001</c:v>
                </c:pt>
                <c:pt idx="13478">
                  <c:v>3.6161799999999999</c:v>
                </c:pt>
                <c:pt idx="13479">
                  <c:v>3.6164800000000001</c:v>
                </c:pt>
                <c:pt idx="13480">
                  <c:v>3.6167899999999999</c:v>
                </c:pt>
                <c:pt idx="13481">
                  <c:v>3.6170900000000001</c:v>
                </c:pt>
                <c:pt idx="13482">
                  <c:v>3.6173999999999999</c:v>
                </c:pt>
                <c:pt idx="13483">
                  <c:v>3.6177100000000002</c:v>
                </c:pt>
                <c:pt idx="13484">
                  <c:v>3.6180099999999999</c:v>
                </c:pt>
                <c:pt idx="13485">
                  <c:v>3.6183200000000002</c:v>
                </c:pt>
                <c:pt idx="13486">
                  <c:v>3.6186199999999999</c:v>
                </c:pt>
                <c:pt idx="13487">
                  <c:v>3.6189300000000002</c:v>
                </c:pt>
                <c:pt idx="13488">
                  <c:v>3.6192299999999999</c:v>
                </c:pt>
                <c:pt idx="13489">
                  <c:v>3.6195400000000002</c:v>
                </c:pt>
                <c:pt idx="13490">
                  <c:v>3.6198399999999999</c:v>
                </c:pt>
                <c:pt idx="13491">
                  <c:v>3.6201500000000002</c:v>
                </c:pt>
                <c:pt idx="13492">
                  <c:v>3.6204499999999999</c:v>
                </c:pt>
                <c:pt idx="13493">
                  <c:v>3.6207600000000002</c:v>
                </c:pt>
                <c:pt idx="13494">
                  <c:v>3.62107</c:v>
                </c:pt>
                <c:pt idx="13495">
                  <c:v>3.6213700000000002</c:v>
                </c:pt>
                <c:pt idx="13496">
                  <c:v>3.62168</c:v>
                </c:pt>
                <c:pt idx="13497">
                  <c:v>3.6219800000000002</c:v>
                </c:pt>
                <c:pt idx="13498">
                  <c:v>3.62229</c:v>
                </c:pt>
                <c:pt idx="13499">
                  <c:v>3.6225900000000002</c:v>
                </c:pt>
                <c:pt idx="13500">
                  <c:v>3.6229</c:v>
                </c:pt>
                <c:pt idx="13501">
                  <c:v>3.6232000000000002</c:v>
                </c:pt>
                <c:pt idx="13502">
                  <c:v>3.62351</c:v>
                </c:pt>
                <c:pt idx="13503">
                  <c:v>3.6238100000000002</c:v>
                </c:pt>
                <c:pt idx="13504">
                  <c:v>3.62412</c:v>
                </c:pt>
                <c:pt idx="13505">
                  <c:v>3.6244200000000002</c:v>
                </c:pt>
                <c:pt idx="13506">
                  <c:v>3.62473</c:v>
                </c:pt>
                <c:pt idx="13507">
                  <c:v>3.6250399999999998</c:v>
                </c:pt>
                <c:pt idx="13508">
                  <c:v>3.62534</c:v>
                </c:pt>
                <c:pt idx="13509">
                  <c:v>3.6256499999999998</c:v>
                </c:pt>
                <c:pt idx="13510">
                  <c:v>3.62595</c:v>
                </c:pt>
                <c:pt idx="13511">
                  <c:v>3.6262599999999998</c:v>
                </c:pt>
                <c:pt idx="13512">
                  <c:v>3.62656</c:v>
                </c:pt>
                <c:pt idx="13513">
                  <c:v>3.6268699999999998</c:v>
                </c:pt>
                <c:pt idx="13514">
                  <c:v>3.62717</c:v>
                </c:pt>
                <c:pt idx="13515">
                  <c:v>3.6274799999999998</c:v>
                </c:pt>
                <c:pt idx="13516">
                  <c:v>3.62778</c:v>
                </c:pt>
                <c:pt idx="13517">
                  <c:v>3.6280899999999998</c:v>
                </c:pt>
                <c:pt idx="13518">
                  <c:v>3.62839</c:v>
                </c:pt>
                <c:pt idx="13519">
                  <c:v>3.6286999999999998</c:v>
                </c:pt>
                <c:pt idx="13520">
                  <c:v>3.6290100000000001</c:v>
                </c:pt>
                <c:pt idx="13521">
                  <c:v>3.6293099999999998</c:v>
                </c:pt>
                <c:pt idx="13522">
                  <c:v>3.6296200000000001</c:v>
                </c:pt>
                <c:pt idx="13523">
                  <c:v>3.6299199999999998</c:v>
                </c:pt>
                <c:pt idx="13524">
                  <c:v>3.6302300000000001</c:v>
                </c:pt>
                <c:pt idx="13525">
                  <c:v>3.6305299999999998</c:v>
                </c:pt>
                <c:pt idx="13526">
                  <c:v>3.6308400000000001</c:v>
                </c:pt>
                <c:pt idx="13527">
                  <c:v>3.6311399999999998</c:v>
                </c:pt>
                <c:pt idx="13528">
                  <c:v>3.6314500000000001</c:v>
                </c:pt>
                <c:pt idx="13529">
                  <c:v>3.6317499999999998</c:v>
                </c:pt>
                <c:pt idx="13530">
                  <c:v>3.6320600000000001</c:v>
                </c:pt>
                <c:pt idx="13531">
                  <c:v>3.6323599999999998</c:v>
                </c:pt>
                <c:pt idx="13532">
                  <c:v>3.6326700000000001</c:v>
                </c:pt>
                <c:pt idx="13533">
                  <c:v>3.6329799999999999</c:v>
                </c:pt>
                <c:pt idx="13534">
                  <c:v>3.6332800000000001</c:v>
                </c:pt>
                <c:pt idx="13535">
                  <c:v>3.6335899999999999</c:v>
                </c:pt>
                <c:pt idx="13536">
                  <c:v>3.6338900000000001</c:v>
                </c:pt>
                <c:pt idx="13537">
                  <c:v>3.6341999999999999</c:v>
                </c:pt>
                <c:pt idx="13538">
                  <c:v>3.6345000000000001</c:v>
                </c:pt>
                <c:pt idx="13539">
                  <c:v>3.6348099999999999</c:v>
                </c:pt>
                <c:pt idx="13540">
                  <c:v>3.6351100000000001</c:v>
                </c:pt>
                <c:pt idx="13541">
                  <c:v>3.6354199999999999</c:v>
                </c:pt>
                <c:pt idx="13542">
                  <c:v>3.6357200000000001</c:v>
                </c:pt>
                <c:pt idx="13543">
                  <c:v>3.6360299999999999</c:v>
                </c:pt>
                <c:pt idx="13544">
                  <c:v>3.6363300000000001</c:v>
                </c:pt>
                <c:pt idx="13545">
                  <c:v>3.6366399999999999</c:v>
                </c:pt>
                <c:pt idx="13546">
                  <c:v>3.6369500000000001</c:v>
                </c:pt>
                <c:pt idx="13547">
                  <c:v>3.6372499999999999</c:v>
                </c:pt>
                <c:pt idx="13548">
                  <c:v>3.6375600000000001</c:v>
                </c:pt>
                <c:pt idx="13549">
                  <c:v>3.6378599999999999</c:v>
                </c:pt>
                <c:pt idx="13550">
                  <c:v>3.6381700000000001</c:v>
                </c:pt>
                <c:pt idx="13551">
                  <c:v>3.6384699999999999</c:v>
                </c:pt>
                <c:pt idx="13552">
                  <c:v>3.6387800000000001</c:v>
                </c:pt>
                <c:pt idx="13553">
                  <c:v>3.6390799999999999</c:v>
                </c:pt>
                <c:pt idx="13554">
                  <c:v>3.6393900000000001</c:v>
                </c:pt>
                <c:pt idx="13555">
                  <c:v>3.6396899999999999</c:v>
                </c:pt>
                <c:pt idx="13556">
                  <c:v>3.64</c:v>
                </c:pt>
                <c:pt idx="13557">
                  <c:v>3.6403099999999999</c:v>
                </c:pt>
                <c:pt idx="13558">
                  <c:v>3.6406100000000001</c:v>
                </c:pt>
                <c:pt idx="13559">
                  <c:v>3.6409199999999999</c:v>
                </c:pt>
                <c:pt idx="13560">
                  <c:v>3.6412200000000001</c:v>
                </c:pt>
                <c:pt idx="13561">
                  <c:v>3.6415299999999999</c:v>
                </c:pt>
                <c:pt idx="13562">
                  <c:v>3.6418300000000001</c:v>
                </c:pt>
                <c:pt idx="13563">
                  <c:v>3.6421399999999999</c:v>
                </c:pt>
                <c:pt idx="13564">
                  <c:v>3.6424400000000001</c:v>
                </c:pt>
                <c:pt idx="13565">
                  <c:v>3.6427499999999999</c:v>
                </c:pt>
                <c:pt idx="13566">
                  <c:v>3.6430500000000001</c:v>
                </c:pt>
                <c:pt idx="13567">
                  <c:v>3.6433599999999999</c:v>
                </c:pt>
                <c:pt idx="13568">
                  <c:v>3.6436600000000001</c:v>
                </c:pt>
                <c:pt idx="13569">
                  <c:v>3.6439699999999999</c:v>
                </c:pt>
                <c:pt idx="13570">
                  <c:v>3.6442800000000002</c:v>
                </c:pt>
                <c:pt idx="13571">
                  <c:v>3.6445799999999999</c:v>
                </c:pt>
                <c:pt idx="13572">
                  <c:v>3.6448900000000002</c:v>
                </c:pt>
                <c:pt idx="13573">
                  <c:v>3.6451899999999999</c:v>
                </c:pt>
                <c:pt idx="13574">
                  <c:v>3.6455000000000002</c:v>
                </c:pt>
                <c:pt idx="13575">
                  <c:v>3.6457999999999999</c:v>
                </c:pt>
                <c:pt idx="13576">
                  <c:v>3.6461100000000002</c:v>
                </c:pt>
                <c:pt idx="13577">
                  <c:v>3.6464099999999999</c:v>
                </c:pt>
                <c:pt idx="13578">
                  <c:v>3.6467200000000002</c:v>
                </c:pt>
                <c:pt idx="13579">
                  <c:v>3.6470199999999999</c:v>
                </c:pt>
                <c:pt idx="13580">
                  <c:v>3.6473300000000002</c:v>
                </c:pt>
                <c:pt idx="13581">
                  <c:v>3.6476299999999999</c:v>
                </c:pt>
                <c:pt idx="13582">
                  <c:v>3.6479400000000002</c:v>
                </c:pt>
                <c:pt idx="13583">
                  <c:v>3.64825</c:v>
                </c:pt>
                <c:pt idx="13584">
                  <c:v>3.6485500000000002</c:v>
                </c:pt>
                <c:pt idx="13585">
                  <c:v>3.64886</c:v>
                </c:pt>
                <c:pt idx="13586">
                  <c:v>3.6491600000000002</c:v>
                </c:pt>
                <c:pt idx="13587">
                  <c:v>3.64947</c:v>
                </c:pt>
                <c:pt idx="13588">
                  <c:v>3.6497700000000002</c:v>
                </c:pt>
                <c:pt idx="13589">
                  <c:v>3.65008</c:v>
                </c:pt>
                <c:pt idx="13590">
                  <c:v>3.6503800000000002</c:v>
                </c:pt>
                <c:pt idx="13591">
                  <c:v>3.65069</c:v>
                </c:pt>
                <c:pt idx="13592">
                  <c:v>3.6509900000000002</c:v>
                </c:pt>
                <c:pt idx="13593">
                  <c:v>3.6513</c:v>
                </c:pt>
                <c:pt idx="13594">
                  <c:v>3.6516000000000002</c:v>
                </c:pt>
                <c:pt idx="13595">
                  <c:v>3.65191</c:v>
                </c:pt>
                <c:pt idx="13596">
                  <c:v>3.6522199999999998</c:v>
                </c:pt>
                <c:pt idx="13597">
                  <c:v>3.65252</c:v>
                </c:pt>
                <c:pt idx="13598">
                  <c:v>3.6528299999999998</c:v>
                </c:pt>
                <c:pt idx="13599">
                  <c:v>3.65313</c:v>
                </c:pt>
                <c:pt idx="13600">
                  <c:v>3.6534399999999998</c:v>
                </c:pt>
                <c:pt idx="13601">
                  <c:v>3.65374</c:v>
                </c:pt>
                <c:pt idx="13602">
                  <c:v>3.6540499999999998</c:v>
                </c:pt>
                <c:pt idx="13603">
                  <c:v>3.65435</c:v>
                </c:pt>
                <c:pt idx="13604">
                  <c:v>3.6546599999999998</c:v>
                </c:pt>
                <c:pt idx="13605">
                  <c:v>3.65496</c:v>
                </c:pt>
                <c:pt idx="13606">
                  <c:v>3.6552699999999998</c:v>
                </c:pt>
                <c:pt idx="13607">
                  <c:v>3.65557</c:v>
                </c:pt>
                <c:pt idx="13608">
                  <c:v>3.6558799999999998</c:v>
                </c:pt>
                <c:pt idx="13609">
                  <c:v>3.6561900000000001</c:v>
                </c:pt>
                <c:pt idx="13610">
                  <c:v>3.6564899999999998</c:v>
                </c:pt>
                <c:pt idx="13611">
                  <c:v>3.6568000000000001</c:v>
                </c:pt>
                <c:pt idx="13612">
                  <c:v>3.6570999999999998</c:v>
                </c:pt>
                <c:pt idx="13613">
                  <c:v>3.65741</c:v>
                </c:pt>
                <c:pt idx="13614">
                  <c:v>3.6577099999999998</c:v>
                </c:pt>
                <c:pt idx="13615">
                  <c:v>3.65802</c:v>
                </c:pt>
                <c:pt idx="13616">
                  <c:v>3.6583199999999998</c:v>
                </c:pt>
                <c:pt idx="13617">
                  <c:v>3.65863</c:v>
                </c:pt>
                <c:pt idx="13618">
                  <c:v>3.6589299999999998</c:v>
                </c:pt>
                <c:pt idx="13619">
                  <c:v>3.65924</c:v>
                </c:pt>
                <c:pt idx="13620">
                  <c:v>3.6595499999999999</c:v>
                </c:pt>
                <c:pt idx="13621">
                  <c:v>3.65985</c:v>
                </c:pt>
                <c:pt idx="13622">
                  <c:v>3.6601599999999999</c:v>
                </c:pt>
                <c:pt idx="13623">
                  <c:v>3.66046</c:v>
                </c:pt>
                <c:pt idx="13624">
                  <c:v>3.6607699999999999</c:v>
                </c:pt>
                <c:pt idx="13625">
                  <c:v>3.66107</c:v>
                </c:pt>
                <c:pt idx="13626">
                  <c:v>3.6613799999999999</c:v>
                </c:pt>
                <c:pt idx="13627">
                  <c:v>3.66168</c:v>
                </c:pt>
                <c:pt idx="13628">
                  <c:v>3.6619899999999999</c:v>
                </c:pt>
                <c:pt idx="13629">
                  <c:v>3.66229</c:v>
                </c:pt>
                <c:pt idx="13630">
                  <c:v>3.6625999999999999</c:v>
                </c:pt>
                <c:pt idx="13631">
                  <c:v>3.6629</c:v>
                </c:pt>
                <c:pt idx="13632">
                  <c:v>3.6632099999999999</c:v>
                </c:pt>
                <c:pt idx="13633">
                  <c:v>3.6635200000000001</c:v>
                </c:pt>
                <c:pt idx="13634">
                  <c:v>3.6638199999999999</c:v>
                </c:pt>
                <c:pt idx="13635">
                  <c:v>3.6641300000000001</c:v>
                </c:pt>
                <c:pt idx="13636">
                  <c:v>3.6644299999999999</c:v>
                </c:pt>
                <c:pt idx="13637">
                  <c:v>3.6647400000000001</c:v>
                </c:pt>
                <c:pt idx="13638">
                  <c:v>3.6650399999999999</c:v>
                </c:pt>
                <c:pt idx="13639">
                  <c:v>3.6653500000000001</c:v>
                </c:pt>
                <c:pt idx="13640">
                  <c:v>3.6656499999999999</c:v>
                </c:pt>
                <c:pt idx="13641">
                  <c:v>3.6659600000000001</c:v>
                </c:pt>
                <c:pt idx="13642">
                  <c:v>3.6662599999999999</c:v>
                </c:pt>
                <c:pt idx="13643">
                  <c:v>3.6665700000000001</c:v>
                </c:pt>
                <c:pt idx="13644">
                  <c:v>3.6668699999999999</c:v>
                </c:pt>
                <c:pt idx="13645">
                  <c:v>3.6671800000000001</c:v>
                </c:pt>
                <c:pt idx="13646">
                  <c:v>3.6674899999999999</c:v>
                </c:pt>
                <c:pt idx="13647">
                  <c:v>3.6677900000000001</c:v>
                </c:pt>
                <c:pt idx="13648">
                  <c:v>3.6680999999999999</c:v>
                </c:pt>
                <c:pt idx="13649">
                  <c:v>3.6684000000000001</c:v>
                </c:pt>
                <c:pt idx="13650">
                  <c:v>3.6687099999999999</c:v>
                </c:pt>
                <c:pt idx="13651">
                  <c:v>3.6690100000000001</c:v>
                </c:pt>
                <c:pt idx="13652">
                  <c:v>3.6693199999999999</c:v>
                </c:pt>
                <c:pt idx="13653">
                  <c:v>3.6696200000000001</c:v>
                </c:pt>
                <c:pt idx="13654">
                  <c:v>3.6699299999999999</c:v>
                </c:pt>
                <c:pt idx="13655">
                  <c:v>3.6702300000000001</c:v>
                </c:pt>
                <c:pt idx="13656">
                  <c:v>3.6705399999999999</c:v>
                </c:pt>
                <c:pt idx="13657">
                  <c:v>3.6708400000000001</c:v>
                </c:pt>
                <c:pt idx="13658">
                  <c:v>3.6711499999999999</c:v>
                </c:pt>
                <c:pt idx="13659">
                  <c:v>3.6714600000000002</c:v>
                </c:pt>
                <c:pt idx="13660">
                  <c:v>3.6717599999999999</c:v>
                </c:pt>
                <c:pt idx="13661">
                  <c:v>3.6720700000000002</c:v>
                </c:pt>
                <c:pt idx="13662">
                  <c:v>3.6723699999999999</c:v>
                </c:pt>
                <c:pt idx="13663">
                  <c:v>3.6726800000000002</c:v>
                </c:pt>
                <c:pt idx="13664">
                  <c:v>3.6729799999999999</c:v>
                </c:pt>
                <c:pt idx="13665">
                  <c:v>3.6732900000000002</c:v>
                </c:pt>
                <c:pt idx="13666">
                  <c:v>3.6735899999999999</c:v>
                </c:pt>
                <c:pt idx="13667">
                  <c:v>3.6739000000000002</c:v>
                </c:pt>
                <c:pt idx="13668">
                  <c:v>3.6741999999999999</c:v>
                </c:pt>
                <c:pt idx="13669">
                  <c:v>3.6745100000000002</c:v>
                </c:pt>
                <c:pt idx="13670">
                  <c:v>3.6748099999999999</c:v>
                </c:pt>
                <c:pt idx="13671">
                  <c:v>3.6751200000000002</c:v>
                </c:pt>
                <c:pt idx="13672">
                  <c:v>3.67543</c:v>
                </c:pt>
                <c:pt idx="13673">
                  <c:v>3.6757300000000002</c:v>
                </c:pt>
                <c:pt idx="13674">
                  <c:v>3.67604</c:v>
                </c:pt>
                <c:pt idx="13675">
                  <c:v>3.6763400000000002</c:v>
                </c:pt>
                <c:pt idx="13676">
                  <c:v>3.67665</c:v>
                </c:pt>
                <c:pt idx="13677">
                  <c:v>3.6769500000000002</c:v>
                </c:pt>
                <c:pt idx="13678">
                  <c:v>3.67726</c:v>
                </c:pt>
                <c:pt idx="13679">
                  <c:v>3.6775600000000002</c:v>
                </c:pt>
                <c:pt idx="13680">
                  <c:v>3.67787</c:v>
                </c:pt>
                <c:pt idx="13681">
                  <c:v>3.6781700000000002</c:v>
                </c:pt>
                <c:pt idx="13682">
                  <c:v>3.67848</c:v>
                </c:pt>
                <c:pt idx="13683">
                  <c:v>3.6787899999999998</c:v>
                </c:pt>
                <c:pt idx="13684">
                  <c:v>3.67909</c:v>
                </c:pt>
                <c:pt idx="13685">
                  <c:v>3.6793999999999998</c:v>
                </c:pt>
                <c:pt idx="13686">
                  <c:v>3.6797</c:v>
                </c:pt>
                <c:pt idx="13687">
                  <c:v>3.6800099999999998</c:v>
                </c:pt>
                <c:pt idx="13688">
                  <c:v>3.68031</c:v>
                </c:pt>
                <c:pt idx="13689">
                  <c:v>3.6806199999999998</c:v>
                </c:pt>
                <c:pt idx="13690">
                  <c:v>3.68092</c:v>
                </c:pt>
                <c:pt idx="13691">
                  <c:v>3.6812299999999998</c:v>
                </c:pt>
                <c:pt idx="13692">
                  <c:v>3.68153</c:v>
                </c:pt>
                <c:pt idx="13693">
                  <c:v>3.6818399999999998</c:v>
                </c:pt>
                <c:pt idx="13694">
                  <c:v>3.68214</c:v>
                </c:pt>
                <c:pt idx="13695">
                  <c:v>3.6824499999999998</c:v>
                </c:pt>
                <c:pt idx="13696">
                  <c:v>3.68276</c:v>
                </c:pt>
                <c:pt idx="13697">
                  <c:v>3.6830599999999998</c:v>
                </c:pt>
                <c:pt idx="13698">
                  <c:v>3.68337</c:v>
                </c:pt>
                <c:pt idx="13699">
                  <c:v>3.6836700000000002</c:v>
                </c:pt>
                <c:pt idx="13700">
                  <c:v>3.68398</c:v>
                </c:pt>
                <c:pt idx="13701">
                  <c:v>3.6842800000000002</c:v>
                </c:pt>
                <c:pt idx="13702">
                  <c:v>3.68459</c:v>
                </c:pt>
                <c:pt idx="13703">
                  <c:v>3.6848900000000002</c:v>
                </c:pt>
                <c:pt idx="13704">
                  <c:v>3.6852</c:v>
                </c:pt>
                <c:pt idx="13705">
                  <c:v>3.6855000000000002</c:v>
                </c:pt>
                <c:pt idx="13706">
                  <c:v>3.68581</c:v>
                </c:pt>
                <c:pt idx="13707">
                  <c:v>3.6861100000000002</c:v>
                </c:pt>
                <c:pt idx="13708">
                  <c:v>3.68642</c:v>
                </c:pt>
                <c:pt idx="13709">
                  <c:v>3.6867299999999998</c:v>
                </c:pt>
                <c:pt idx="13710">
                  <c:v>3.68703</c:v>
                </c:pt>
                <c:pt idx="13711">
                  <c:v>3.6873399999999998</c:v>
                </c:pt>
                <c:pt idx="13712">
                  <c:v>3.68764</c:v>
                </c:pt>
                <c:pt idx="13713">
                  <c:v>3.6879499999999998</c:v>
                </c:pt>
                <c:pt idx="13714">
                  <c:v>3.68825</c:v>
                </c:pt>
                <c:pt idx="13715">
                  <c:v>3.6885599999999998</c:v>
                </c:pt>
                <c:pt idx="13716">
                  <c:v>3.68886</c:v>
                </c:pt>
                <c:pt idx="13717">
                  <c:v>3.6891699999999998</c:v>
                </c:pt>
                <c:pt idx="13718">
                  <c:v>3.68947</c:v>
                </c:pt>
                <c:pt idx="13719">
                  <c:v>3.6897799999999998</c:v>
                </c:pt>
                <c:pt idx="13720">
                  <c:v>3.69008</c:v>
                </c:pt>
                <c:pt idx="13721">
                  <c:v>3.6903899999999998</c:v>
                </c:pt>
                <c:pt idx="13722">
                  <c:v>3.6907000000000001</c:v>
                </c:pt>
                <c:pt idx="13723">
                  <c:v>3.6909999999999998</c:v>
                </c:pt>
                <c:pt idx="13724">
                  <c:v>3.6913100000000001</c:v>
                </c:pt>
                <c:pt idx="13725">
                  <c:v>3.6916099999999998</c:v>
                </c:pt>
                <c:pt idx="13726">
                  <c:v>3.6919200000000001</c:v>
                </c:pt>
                <c:pt idx="13727">
                  <c:v>3.6922199999999998</c:v>
                </c:pt>
                <c:pt idx="13728">
                  <c:v>3.6925300000000001</c:v>
                </c:pt>
                <c:pt idx="13729">
                  <c:v>3.6928299999999998</c:v>
                </c:pt>
                <c:pt idx="13730">
                  <c:v>3.6931400000000001</c:v>
                </c:pt>
                <c:pt idx="13731">
                  <c:v>3.6934399999999998</c:v>
                </c:pt>
                <c:pt idx="13732">
                  <c:v>3.6937500000000001</c:v>
                </c:pt>
                <c:pt idx="13733">
                  <c:v>3.6940599999999999</c:v>
                </c:pt>
                <c:pt idx="13734">
                  <c:v>3.6943600000000001</c:v>
                </c:pt>
                <c:pt idx="13735">
                  <c:v>3.6946699999999999</c:v>
                </c:pt>
                <c:pt idx="13736">
                  <c:v>3.6949700000000001</c:v>
                </c:pt>
                <c:pt idx="13737">
                  <c:v>3.6952799999999999</c:v>
                </c:pt>
                <c:pt idx="13738">
                  <c:v>3.6955800000000001</c:v>
                </c:pt>
                <c:pt idx="13739">
                  <c:v>3.6958899999999999</c:v>
                </c:pt>
                <c:pt idx="13740">
                  <c:v>3.6961900000000001</c:v>
                </c:pt>
                <c:pt idx="13741">
                  <c:v>3.6964999999999999</c:v>
                </c:pt>
                <c:pt idx="13742">
                  <c:v>3.6968000000000001</c:v>
                </c:pt>
                <c:pt idx="13743">
                  <c:v>3.6971099999999999</c:v>
                </c:pt>
                <c:pt idx="13744">
                  <c:v>3.6974100000000001</c:v>
                </c:pt>
                <c:pt idx="13745">
                  <c:v>3.6977199999999999</c:v>
                </c:pt>
                <c:pt idx="13746">
                  <c:v>3.6980300000000002</c:v>
                </c:pt>
                <c:pt idx="13747">
                  <c:v>3.6983299999999999</c:v>
                </c:pt>
                <c:pt idx="13748">
                  <c:v>3.6986400000000001</c:v>
                </c:pt>
                <c:pt idx="13749">
                  <c:v>3.6989399999999999</c:v>
                </c:pt>
                <c:pt idx="13750">
                  <c:v>3.6992500000000001</c:v>
                </c:pt>
                <c:pt idx="13751">
                  <c:v>3.6995499999999999</c:v>
                </c:pt>
                <c:pt idx="13752">
                  <c:v>3.6998600000000001</c:v>
                </c:pt>
                <c:pt idx="13753">
                  <c:v>3.7001599999999999</c:v>
                </c:pt>
                <c:pt idx="13754">
                  <c:v>3.7004700000000001</c:v>
                </c:pt>
                <c:pt idx="13755">
                  <c:v>3.7007699999999999</c:v>
                </c:pt>
                <c:pt idx="13756">
                  <c:v>3.7010800000000001</c:v>
                </c:pt>
                <c:pt idx="13757">
                  <c:v>3.7013799999999999</c:v>
                </c:pt>
                <c:pt idx="13758">
                  <c:v>3.7016900000000001</c:v>
                </c:pt>
                <c:pt idx="13759">
                  <c:v>3.702</c:v>
                </c:pt>
                <c:pt idx="13760">
                  <c:v>3.7023000000000001</c:v>
                </c:pt>
                <c:pt idx="13761">
                  <c:v>3.70261</c:v>
                </c:pt>
                <c:pt idx="13762">
                  <c:v>3.7029100000000001</c:v>
                </c:pt>
                <c:pt idx="13763">
                  <c:v>3.70322</c:v>
                </c:pt>
                <c:pt idx="13764">
                  <c:v>3.7035200000000001</c:v>
                </c:pt>
                <c:pt idx="13765">
                  <c:v>3.70383</c:v>
                </c:pt>
                <c:pt idx="13766">
                  <c:v>3.7041300000000001</c:v>
                </c:pt>
                <c:pt idx="13767">
                  <c:v>3.70444</c:v>
                </c:pt>
                <c:pt idx="13768">
                  <c:v>3.7047400000000001</c:v>
                </c:pt>
                <c:pt idx="13769">
                  <c:v>3.70505</c:v>
                </c:pt>
                <c:pt idx="13770">
                  <c:v>3.7053500000000001</c:v>
                </c:pt>
                <c:pt idx="13771">
                  <c:v>3.70566</c:v>
                </c:pt>
                <c:pt idx="13772">
                  <c:v>3.7059700000000002</c:v>
                </c:pt>
                <c:pt idx="13773">
                  <c:v>3.70627</c:v>
                </c:pt>
                <c:pt idx="13774">
                  <c:v>3.7065800000000002</c:v>
                </c:pt>
                <c:pt idx="13775">
                  <c:v>3.70688</c:v>
                </c:pt>
                <c:pt idx="13776">
                  <c:v>3.7071900000000002</c:v>
                </c:pt>
                <c:pt idx="13777">
                  <c:v>3.70749</c:v>
                </c:pt>
                <c:pt idx="13778">
                  <c:v>3.7078000000000002</c:v>
                </c:pt>
                <c:pt idx="13779">
                  <c:v>3.7081</c:v>
                </c:pt>
                <c:pt idx="13780">
                  <c:v>3.7084100000000002</c:v>
                </c:pt>
                <c:pt idx="13781">
                  <c:v>3.70871</c:v>
                </c:pt>
                <c:pt idx="13782">
                  <c:v>3.7090200000000002</c:v>
                </c:pt>
                <c:pt idx="13783">
                  <c:v>3.70932</c:v>
                </c:pt>
                <c:pt idx="13784">
                  <c:v>3.7096300000000002</c:v>
                </c:pt>
                <c:pt idx="13785">
                  <c:v>3.70994</c:v>
                </c:pt>
                <c:pt idx="13786">
                  <c:v>3.7102400000000002</c:v>
                </c:pt>
                <c:pt idx="13787">
                  <c:v>3.71055</c:v>
                </c:pt>
                <c:pt idx="13788">
                  <c:v>3.7108500000000002</c:v>
                </c:pt>
                <c:pt idx="13789">
                  <c:v>3.71116</c:v>
                </c:pt>
                <c:pt idx="13790">
                  <c:v>3.7114600000000002</c:v>
                </c:pt>
                <c:pt idx="13791">
                  <c:v>3.71177</c:v>
                </c:pt>
                <c:pt idx="13792">
                  <c:v>3.7120700000000002</c:v>
                </c:pt>
                <c:pt idx="13793">
                  <c:v>3.71238</c:v>
                </c:pt>
                <c:pt idx="13794">
                  <c:v>3.7126800000000002</c:v>
                </c:pt>
                <c:pt idx="13795">
                  <c:v>3.71299</c:v>
                </c:pt>
                <c:pt idx="13796">
                  <c:v>3.7132999999999998</c:v>
                </c:pt>
                <c:pt idx="13797">
                  <c:v>3.7136</c:v>
                </c:pt>
                <c:pt idx="13798">
                  <c:v>3.7139099999999998</c:v>
                </c:pt>
                <c:pt idx="13799">
                  <c:v>3.71421</c:v>
                </c:pt>
                <c:pt idx="13800">
                  <c:v>3.7145199999999998</c:v>
                </c:pt>
                <c:pt idx="13801">
                  <c:v>3.71482</c:v>
                </c:pt>
                <c:pt idx="13802">
                  <c:v>3.7151299999999998</c:v>
                </c:pt>
                <c:pt idx="13803">
                  <c:v>3.71543</c:v>
                </c:pt>
                <c:pt idx="13804">
                  <c:v>3.7157399999999998</c:v>
                </c:pt>
                <c:pt idx="13805">
                  <c:v>3.71604</c:v>
                </c:pt>
                <c:pt idx="13806">
                  <c:v>3.7163499999999998</c:v>
                </c:pt>
                <c:pt idx="13807">
                  <c:v>3.71665</c:v>
                </c:pt>
                <c:pt idx="13808">
                  <c:v>3.7169599999999998</c:v>
                </c:pt>
                <c:pt idx="13809">
                  <c:v>3.7172700000000001</c:v>
                </c:pt>
                <c:pt idx="13810">
                  <c:v>3.7175699999999998</c:v>
                </c:pt>
                <c:pt idx="13811">
                  <c:v>3.7178800000000001</c:v>
                </c:pt>
                <c:pt idx="13812">
                  <c:v>3.7181799999999998</c:v>
                </c:pt>
                <c:pt idx="13813">
                  <c:v>3.7184900000000001</c:v>
                </c:pt>
                <c:pt idx="13814">
                  <c:v>3.7187899999999998</c:v>
                </c:pt>
                <c:pt idx="13815">
                  <c:v>3.7191000000000001</c:v>
                </c:pt>
                <c:pt idx="13816">
                  <c:v>3.7193999999999998</c:v>
                </c:pt>
                <c:pt idx="13817">
                  <c:v>3.7197100000000001</c:v>
                </c:pt>
                <c:pt idx="13818">
                  <c:v>3.7200099999999998</c:v>
                </c:pt>
                <c:pt idx="13819">
                  <c:v>3.7203200000000001</c:v>
                </c:pt>
                <c:pt idx="13820">
                  <c:v>3.7206199999999998</c:v>
                </c:pt>
                <c:pt idx="13821">
                  <c:v>3.7209300000000001</c:v>
                </c:pt>
                <c:pt idx="13822">
                  <c:v>3.7212399999999999</c:v>
                </c:pt>
                <c:pt idx="13823">
                  <c:v>3.7215400000000001</c:v>
                </c:pt>
                <c:pt idx="13824">
                  <c:v>3.7218499999999999</c:v>
                </c:pt>
                <c:pt idx="13825">
                  <c:v>3.7221500000000001</c:v>
                </c:pt>
                <c:pt idx="13826">
                  <c:v>3.7224599999999999</c:v>
                </c:pt>
                <c:pt idx="13827">
                  <c:v>3.7227600000000001</c:v>
                </c:pt>
                <c:pt idx="13828">
                  <c:v>3.7230699999999999</c:v>
                </c:pt>
                <c:pt idx="13829">
                  <c:v>3.7233700000000001</c:v>
                </c:pt>
                <c:pt idx="13830">
                  <c:v>3.7236799999999999</c:v>
                </c:pt>
                <c:pt idx="13831">
                  <c:v>3.7239800000000001</c:v>
                </c:pt>
                <c:pt idx="13832">
                  <c:v>3.7242899999999999</c:v>
                </c:pt>
                <c:pt idx="13833">
                  <c:v>3.7245900000000001</c:v>
                </c:pt>
                <c:pt idx="13834">
                  <c:v>3.7248999999999999</c:v>
                </c:pt>
                <c:pt idx="13835">
                  <c:v>3.7252100000000001</c:v>
                </c:pt>
                <c:pt idx="13836">
                  <c:v>3.7255099999999999</c:v>
                </c:pt>
                <c:pt idx="13837">
                  <c:v>3.7258200000000001</c:v>
                </c:pt>
                <c:pt idx="13838">
                  <c:v>3.7261199999999999</c:v>
                </c:pt>
                <c:pt idx="13839">
                  <c:v>3.7264300000000001</c:v>
                </c:pt>
                <c:pt idx="13840">
                  <c:v>3.7267299999999999</c:v>
                </c:pt>
                <c:pt idx="13841">
                  <c:v>3.7270400000000001</c:v>
                </c:pt>
                <c:pt idx="13842">
                  <c:v>3.7273399999999999</c:v>
                </c:pt>
                <c:pt idx="13843">
                  <c:v>3.7276500000000001</c:v>
                </c:pt>
                <c:pt idx="13844">
                  <c:v>3.7279499999999999</c:v>
                </c:pt>
                <c:pt idx="13845">
                  <c:v>3.7282600000000001</c:v>
                </c:pt>
                <c:pt idx="13846">
                  <c:v>3.7285599999999999</c:v>
                </c:pt>
                <c:pt idx="13847">
                  <c:v>3.7288700000000001</c:v>
                </c:pt>
                <c:pt idx="13848">
                  <c:v>3.7291799999999999</c:v>
                </c:pt>
                <c:pt idx="13849">
                  <c:v>3.7294800000000001</c:v>
                </c:pt>
                <c:pt idx="13850">
                  <c:v>3.7297899999999999</c:v>
                </c:pt>
                <c:pt idx="13851">
                  <c:v>3.7300900000000001</c:v>
                </c:pt>
                <c:pt idx="13852">
                  <c:v>3.7303999999999999</c:v>
                </c:pt>
                <c:pt idx="13853">
                  <c:v>3.7307000000000001</c:v>
                </c:pt>
                <c:pt idx="13854">
                  <c:v>3.7310099999999999</c:v>
                </c:pt>
                <c:pt idx="13855">
                  <c:v>3.7313100000000001</c:v>
                </c:pt>
                <c:pt idx="13856">
                  <c:v>3.7316199999999999</c:v>
                </c:pt>
                <c:pt idx="13857">
                  <c:v>3.7319200000000001</c:v>
                </c:pt>
                <c:pt idx="13858">
                  <c:v>3.7322299999999999</c:v>
                </c:pt>
                <c:pt idx="13859">
                  <c:v>3.7325400000000002</c:v>
                </c:pt>
                <c:pt idx="13860">
                  <c:v>3.7328399999999999</c:v>
                </c:pt>
                <c:pt idx="13861">
                  <c:v>3.7331500000000002</c:v>
                </c:pt>
                <c:pt idx="13862">
                  <c:v>3.7334499999999999</c:v>
                </c:pt>
                <c:pt idx="13863">
                  <c:v>3.7337600000000002</c:v>
                </c:pt>
                <c:pt idx="13864">
                  <c:v>3.7340599999999999</c:v>
                </c:pt>
                <c:pt idx="13865">
                  <c:v>3.7343700000000002</c:v>
                </c:pt>
                <c:pt idx="13866">
                  <c:v>3.7346699999999999</c:v>
                </c:pt>
                <c:pt idx="13867">
                  <c:v>3.7349800000000002</c:v>
                </c:pt>
                <c:pt idx="13868">
                  <c:v>3.7352799999999999</c:v>
                </c:pt>
                <c:pt idx="13869">
                  <c:v>3.7355900000000002</c:v>
                </c:pt>
                <c:pt idx="13870">
                  <c:v>3.7358899999999999</c:v>
                </c:pt>
                <c:pt idx="13871">
                  <c:v>3.7362000000000002</c:v>
                </c:pt>
                <c:pt idx="13872">
                  <c:v>3.73651</c:v>
                </c:pt>
                <c:pt idx="13873">
                  <c:v>3.7368100000000002</c:v>
                </c:pt>
                <c:pt idx="13874">
                  <c:v>3.73712</c:v>
                </c:pt>
                <c:pt idx="13875">
                  <c:v>3.7374200000000002</c:v>
                </c:pt>
                <c:pt idx="13876">
                  <c:v>3.73773</c:v>
                </c:pt>
                <c:pt idx="13877">
                  <c:v>3.7380300000000002</c:v>
                </c:pt>
                <c:pt idx="13878">
                  <c:v>3.73834</c:v>
                </c:pt>
                <c:pt idx="13879">
                  <c:v>3.7386400000000002</c:v>
                </c:pt>
                <c:pt idx="13880">
                  <c:v>3.73895</c:v>
                </c:pt>
                <c:pt idx="13881">
                  <c:v>3.7392500000000002</c:v>
                </c:pt>
                <c:pt idx="13882">
                  <c:v>3.73956</c:v>
                </c:pt>
                <c:pt idx="13883">
                  <c:v>3.7398600000000002</c:v>
                </c:pt>
                <c:pt idx="13884">
                  <c:v>3.74017</c:v>
                </c:pt>
                <c:pt idx="13885">
                  <c:v>3.7404799999999998</c:v>
                </c:pt>
                <c:pt idx="13886">
                  <c:v>3.74078</c:v>
                </c:pt>
                <c:pt idx="13887">
                  <c:v>3.7410899999999998</c:v>
                </c:pt>
                <c:pt idx="13888">
                  <c:v>3.74139</c:v>
                </c:pt>
                <c:pt idx="13889">
                  <c:v>3.7416999999999998</c:v>
                </c:pt>
                <c:pt idx="13890">
                  <c:v>3.742</c:v>
                </c:pt>
                <c:pt idx="13891">
                  <c:v>3.7423099999999998</c:v>
                </c:pt>
                <c:pt idx="13892">
                  <c:v>3.74261</c:v>
                </c:pt>
                <c:pt idx="13893">
                  <c:v>3.7429199999999998</c:v>
                </c:pt>
                <c:pt idx="13894">
                  <c:v>3.74322</c:v>
                </c:pt>
                <c:pt idx="13895">
                  <c:v>3.7435299999999998</c:v>
                </c:pt>
                <c:pt idx="13896">
                  <c:v>3.74383</c:v>
                </c:pt>
                <c:pt idx="13897">
                  <c:v>3.7441399999999998</c:v>
                </c:pt>
                <c:pt idx="13898">
                  <c:v>3.7444500000000001</c:v>
                </c:pt>
                <c:pt idx="13899">
                  <c:v>3.7447499999999998</c:v>
                </c:pt>
                <c:pt idx="13900">
                  <c:v>3.7450600000000001</c:v>
                </c:pt>
                <c:pt idx="13901">
                  <c:v>3.7453599999999998</c:v>
                </c:pt>
                <c:pt idx="13902">
                  <c:v>3.7456700000000001</c:v>
                </c:pt>
                <c:pt idx="13903">
                  <c:v>3.7459699999999998</c:v>
                </c:pt>
                <c:pt idx="13904">
                  <c:v>3.7462800000000001</c:v>
                </c:pt>
                <c:pt idx="13905">
                  <c:v>3.7465799999999998</c:v>
                </c:pt>
                <c:pt idx="13906">
                  <c:v>3.7468900000000001</c:v>
                </c:pt>
                <c:pt idx="13907">
                  <c:v>3.7471899999999998</c:v>
                </c:pt>
                <c:pt idx="13908">
                  <c:v>3.7475000000000001</c:v>
                </c:pt>
                <c:pt idx="13909">
                  <c:v>3.7478099999999999</c:v>
                </c:pt>
                <c:pt idx="13910">
                  <c:v>3.7481100000000001</c:v>
                </c:pt>
                <c:pt idx="13911">
                  <c:v>3.7484199999999999</c:v>
                </c:pt>
                <c:pt idx="13912">
                  <c:v>3.7487200000000001</c:v>
                </c:pt>
                <c:pt idx="13913">
                  <c:v>3.7490299999999999</c:v>
                </c:pt>
                <c:pt idx="13914">
                  <c:v>3.7493300000000001</c:v>
                </c:pt>
                <c:pt idx="13915">
                  <c:v>3.7496399999999999</c:v>
                </c:pt>
                <c:pt idx="13916">
                  <c:v>3.7499400000000001</c:v>
                </c:pt>
                <c:pt idx="13917">
                  <c:v>3.7502499999999999</c:v>
                </c:pt>
                <c:pt idx="13918">
                  <c:v>3.7505500000000001</c:v>
                </c:pt>
                <c:pt idx="13919">
                  <c:v>3.7508599999999999</c:v>
                </c:pt>
                <c:pt idx="13920">
                  <c:v>3.75116</c:v>
                </c:pt>
                <c:pt idx="13921">
                  <c:v>3.7514699999999999</c:v>
                </c:pt>
                <c:pt idx="13922">
                  <c:v>3.7517800000000001</c:v>
                </c:pt>
                <c:pt idx="13923">
                  <c:v>3.7520799999999999</c:v>
                </c:pt>
                <c:pt idx="13924">
                  <c:v>3.7523900000000001</c:v>
                </c:pt>
                <c:pt idx="13925">
                  <c:v>3.7526899999999999</c:v>
                </c:pt>
                <c:pt idx="13926">
                  <c:v>3.7530000000000001</c:v>
                </c:pt>
                <c:pt idx="13927">
                  <c:v>3.7532999999999999</c:v>
                </c:pt>
                <c:pt idx="13928">
                  <c:v>3.7536100000000001</c:v>
                </c:pt>
                <c:pt idx="13929">
                  <c:v>3.7539099999999999</c:v>
                </c:pt>
                <c:pt idx="13930">
                  <c:v>3.7542200000000001</c:v>
                </c:pt>
                <c:pt idx="13931">
                  <c:v>3.7545199999999999</c:v>
                </c:pt>
                <c:pt idx="13932">
                  <c:v>3.7548300000000001</c:v>
                </c:pt>
                <c:pt idx="13933">
                  <c:v>3.7551299999999999</c:v>
                </c:pt>
                <c:pt idx="13934">
                  <c:v>3.7554400000000001</c:v>
                </c:pt>
                <c:pt idx="13935">
                  <c:v>3.7557499999999999</c:v>
                </c:pt>
                <c:pt idx="13936">
                  <c:v>3.7560500000000001</c:v>
                </c:pt>
                <c:pt idx="13937">
                  <c:v>3.7563599999999999</c:v>
                </c:pt>
                <c:pt idx="13938">
                  <c:v>3.7566600000000001</c:v>
                </c:pt>
                <c:pt idx="13939">
                  <c:v>3.7569699999999999</c:v>
                </c:pt>
                <c:pt idx="13940">
                  <c:v>3.7572700000000001</c:v>
                </c:pt>
                <c:pt idx="13941">
                  <c:v>3.7575799999999999</c:v>
                </c:pt>
                <c:pt idx="13942">
                  <c:v>3.7578800000000001</c:v>
                </c:pt>
                <c:pt idx="13943">
                  <c:v>3.7581899999999999</c:v>
                </c:pt>
                <c:pt idx="13944">
                  <c:v>3.7584900000000001</c:v>
                </c:pt>
                <c:pt idx="13945">
                  <c:v>3.7587999999999999</c:v>
                </c:pt>
                <c:pt idx="13946">
                  <c:v>3.7591000000000001</c:v>
                </c:pt>
                <c:pt idx="13947">
                  <c:v>3.7594099999999999</c:v>
                </c:pt>
                <c:pt idx="13948">
                  <c:v>3.7597200000000002</c:v>
                </c:pt>
                <c:pt idx="13949">
                  <c:v>3.7600199999999999</c:v>
                </c:pt>
                <c:pt idx="13950">
                  <c:v>3.7603300000000002</c:v>
                </c:pt>
                <c:pt idx="13951">
                  <c:v>3.7606299999999999</c:v>
                </c:pt>
                <c:pt idx="13952">
                  <c:v>3.7609400000000002</c:v>
                </c:pt>
                <c:pt idx="13953">
                  <c:v>3.7612399999999999</c:v>
                </c:pt>
                <c:pt idx="13954">
                  <c:v>3.7615500000000002</c:v>
                </c:pt>
                <c:pt idx="13955">
                  <c:v>3.7618499999999999</c:v>
                </c:pt>
                <c:pt idx="13956">
                  <c:v>3.7621600000000002</c:v>
                </c:pt>
                <c:pt idx="13957">
                  <c:v>3.7624599999999999</c:v>
                </c:pt>
                <c:pt idx="13958">
                  <c:v>3.7627700000000002</c:v>
                </c:pt>
                <c:pt idx="13959">
                  <c:v>3.7630699999999999</c:v>
                </c:pt>
                <c:pt idx="13960">
                  <c:v>3.7633800000000002</c:v>
                </c:pt>
                <c:pt idx="13961">
                  <c:v>3.76369</c:v>
                </c:pt>
                <c:pt idx="13962">
                  <c:v>3.7639900000000002</c:v>
                </c:pt>
                <c:pt idx="13963">
                  <c:v>3.7643</c:v>
                </c:pt>
                <c:pt idx="13964">
                  <c:v>3.7646000000000002</c:v>
                </c:pt>
                <c:pt idx="13965">
                  <c:v>3.76491</c:v>
                </c:pt>
                <c:pt idx="13966">
                  <c:v>3.7652100000000002</c:v>
                </c:pt>
                <c:pt idx="13967">
                  <c:v>3.76552</c:v>
                </c:pt>
                <c:pt idx="13968">
                  <c:v>3.7658200000000002</c:v>
                </c:pt>
                <c:pt idx="13969">
                  <c:v>3.76613</c:v>
                </c:pt>
                <c:pt idx="13970">
                  <c:v>3.7664300000000002</c:v>
                </c:pt>
                <c:pt idx="13971">
                  <c:v>3.76674</c:v>
                </c:pt>
                <c:pt idx="13972">
                  <c:v>3.7670499999999998</c:v>
                </c:pt>
                <c:pt idx="13973">
                  <c:v>3.76735</c:v>
                </c:pt>
                <c:pt idx="13974">
                  <c:v>3.7676599999999998</c:v>
                </c:pt>
                <c:pt idx="13975">
                  <c:v>3.76796</c:v>
                </c:pt>
                <c:pt idx="13976">
                  <c:v>3.7682699999999998</c:v>
                </c:pt>
                <c:pt idx="13977">
                  <c:v>3.76857</c:v>
                </c:pt>
                <c:pt idx="13978">
                  <c:v>3.7688799999999998</c:v>
                </c:pt>
                <c:pt idx="13979">
                  <c:v>3.76918</c:v>
                </c:pt>
                <c:pt idx="13980">
                  <c:v>3.7694899999999998</c:v>
                </c:pt>
                <c:pt idx="13981">
                  <c:v>3.76979</c:v>
                </c:pt>
                <c:pt idx="13982">
                  <c:v>3.7700999999999998</c:v>
                </c:pt>
                <c:pt idx="13983">
                  <c:v>3.7704</c:v>
                </c:pt>
                <c:pt idx="13984">
                  <c:v>3.7707099999999998</c:v>
                </c:pt>
                <c:pt idx="13985">
                  <c:v>3.77102</c:v>
                </c:pt>
                <c:pt idx="13986">
                  <c:v>3.7713199999999998</c:v>
                </c:pt>
                <c:pt idx="13987">
                  <c:v>3.77163</c:v>
                </c:pt>
                <c:pt idx="13988">
                  <c:v>3.7719299999999998</c:v>
                </c:pt>
                <c:pt idx="13989">
                  <c:v>3.77224</c:v>
                </c:pt>
                <c:pt idx="13990">
                  <c:v>3.7725399999999998</c:v>
                </c:pt>
                <c:pt idx="13991">
                  <c:v>3.77285</c:v>
                </c:pt>
                <c:pt idx="13992">
                  <c:v>3.7731499999999998</c:v>
                </c:pt>
                <c:pt idx="13993">
                  <c:v>3.77346</c:v>
                </c:pt>
                <c:pt idx="13994">
                  <c:v>3.7737599999999998</c:v>
                </c:pt>
                <c:pt idx="13995">
                  <c:v>3.77407</c:v>
                </c:pt>
                <c:pt idx="13996">
                  <c:v>3.7743699999999998</c:v>
                </c:pt>
                <c:pt idx="13997">
                  <c:v>3.77468</c:v>
                </c:pt>
                <c:pt idx="13998">
                  <c:v>3.7749899999999998</c:v>
                </c:pt>
                <c:pt idx="13999">
                  <c:v>3.77529</c:v>
                </c:pt>
                <c:pt idx="14000">
                  <c:v>3.7755999999999998</c:v>
                </c:pt>
                <c:pt idx="14001">
                  <c:v>3.7759</c:v>
                </c:pt>
                <c:pt idx="14002">
                  <c:v>3.7762099999999998</c:v>
                </c:pt>
                <c:pt idx="14003">
                  <c:v>3.77651</c:v>
                </c:pt>
                <c:pt idx="14004">
                  <c:v>3.7768199999999998</c:v>
                </c:pt>
                <c:pt idx="14005">
                  <c:v>3.77712</c:v>
                </c:pt>
                <c:pt idx="14006">
                  <c:v>3.7774299999999998</c:v>
                </c:pt>
                <c:pt idx="14007">
                  <c:v>3.77773</c:v>
                </c:pt>
                <c:pt idx="14008">
                  <c:v>3.7780399999999998</c:v>
                </c:pt>
                <c:pt idx="14009">
                  <c:v>3.77834</c:v>
                </c:pt>
                <c:pt idx="14010">
                  <c:v>3.7786499999999998</c:v>
                </c:pt>
                <c:pt idx="14011">
                  <c:v>3.7789600000000001</c:v>
                </c:pt>
                <c:pt idx="14012">
                  <c:v>3.7792599999999998</c:v>
                </c:pt>
                <c:pt idx="14013">
                  <c:v>3.7795700000000001</c:v>
                </c:pt>
                <c:pt idx="14014">
                  <c:v>3.7798699999999998</c:v>
                </c:pt>
                <c:pt idx="14015">
                  <c:v>3.7801800000000001</c:v>
                </c:pt>
                <c:pt idx="14016">
                  <c:v>3.7804799999999998</c:v>
                </c:pt>
                <c:pt idx="14017">
                  <c:v>3.7807900000000001</c:v>
                </c:pt>
                <c:pt idx="14018">
                  <c:v>3.7810899999999998</c:v>
                </c:pt>
                <c:pt idx="14019">
                  <c:v>3.7814000000000001</c:v>
                </c:pt>
                <c:pt idx="14020">
                  <c:v>3.7816999999999998</c:v>
                </c:pt>
                <c:pt idx="14021">
                  <c:v>3.7820100000000001</c:v>
                </c:pt>
                <c:pt idx="14022">
                  <c:v>3.7823099999999998</c:v>
                </c:pt>
                <c:pt idx="14023">
                  <c:v>3.7826200000000001</c:v>
                </c:pt>
                <c:pt idx="14024">
                  <c:v>3.7829299999999999</c:v>
                </c:pt>
                <c:pt idx="14025">
                  <c:v>3.7832300000000001</c:v>
                </c:pt>
                <c:pt idx="14026">
                  <c:v>3.7835399999999999</c:v>
                </c:pt>
                <c:pt idx="14027">
                  <c:v>3.7838400000000001</c:v>
                </c:pt>
                <c:pt idx="14028">
                  <c:v>3.7841499999999999</c:v>
                </c:pt>
                <c:pt idx="14029">
                  <c:v>3.7844500000000001</c:v>
                </c:pt>
                <c:pt idx="14030">
                  <c:v>3.7847599999999999</c:v>
                </c:pt>
                <c:pt idx="14031">
                  <c:v>3.7850600000000001</c:v>
                </c:pt>
                <c:pt idx="14032">
                  <c:v>3.7853699999999999</c:v>
                </c:pt>
                <c:pt idx="14033">
                  <c:v>3.7856700000000001</c:v>
                </c:pt>
                <c:pt idx="14034">
                  <c:v>3.7859799999999999</c:v>
                </c:pt>
                <c:pt idx="14035">
                  <c:v>3.7862900000000002</c:v>
                </c:pt>
                <c:pt idx="14036">
                  <c:v>3.7865899999999999</c:v>
                </c:pt>
                <c:pt idx="14037">
                  <c:v>3.7869000000000002</c:v>
                </c:pt>
                <c:pt idx="14038">
                  <c:v>3.7871999999999999</c:v>
                </c:pt>
                <c:pt idx="14039">
                  <c:v>3.7875100000000002</c:v>
                </c:pt>
                <c:pt idx="14040">
                  <c:v>3.7878099999999999</c:v>
                </c:pt>
                <c:pt idx="14041">
                  <c:v>3.7881200000000002</c:v>
                </c:pt>
                <c:pt idx="14042">
                  <c:v>3.7884199999999999</c:v>
                </c:pt>
                <c:pt idx="14043">
                  <c:v>3.7887300000000002</c:v>
                </c:pt>
                <c:pt idx="14044">
                  <c:v>3.7890299999999999</c:v>
                </c:pt>
                <c:pt idx="14045">
                  <c:v>3.7893400000000002</c:v>
                </c:pt>
                <c:pt idx="14046">
                  <c:v>3.7896399999999999</c:v>
                </c:pt>
                <c:pt idx="14047">
                  <c:v>3.7899500000000002</c:v>
                </c:pt>
                <c:pt idx="14048">
                  <c:v>3.79026</c:v>
                </c:pt>
                <c:pt idx="14049">
                  <c:v>3.7905600000000002</c:v>
                </c:pt>
                <c:pt idx="14050">
                  <c:v>3.79087</c:v>
                </c:pt>
                <c:pt idx="14051">
                  <c:v>3.7911700000000002</c:v>
                </c:pt>
                <c:pt idx="14052">
                  <c:v>3.79148</c:v>
                </c:pt>
                <c:pt idx="14053">
                  <c:v>3.7917800000000002</c:v>
                </c:pt>
                <c:pt idx="14054">
                  <c:v>3.79209</c:v>
                </c:pt>
                <c:pt idx="14055">
                  <c:v>3.7923900000000001</c:v>
                </c:pt>
                <c:pt idx="14056">
                  <c:v>3.7927</c:v>
                </c:pt>
                <c:pt idx="14057">
                  <c:v>3.7930000000000001</c:v>
                </c:pt>
                <c:pt idx="14058">
                  <c:v>3.79331</c:v>
                </c:pt>
                <c:pt idx="14059">
                  <c:v>3.7936100000000001</c:v>
                </c:pt>
                <c:pt idx="14060">
                  <c:v>3.79392</c:v>
                </c:pt>
                <c:pt idx="14061">
                  <c:v>3.7942300000000002</c:v>
                </c:pt>
                <c:pt idx="14062">
                  <c:v>3.79453</c:v>
                </c:pt>
                <c:pt idx="14063">
                  <c:v>3.7948400000000002</c:v>
                </c:pt>
                <c:pt idx="14064">
                  <c:v>3.79514</c:v>
                </c:pt>
                <c:pt idx="14065">
                  <c:v>3.7954500000000002</c:v>
                </c:pt>
                <c:pt idx="14066">
                  <c:v>3.79575</c:v>
                </c:pt>
                <c:pt idx="14067">
                  <c:v>3.7960600000000002</c:v>
                </c:pt>
                <c:pt idx="14068">
                  <c:v>3.79636</c:v>
                </c:pt>
                <c:pt idx="14069">
                  <c:v>3.7966700000000002</c:v>
                </c:pt>
                <c:pt idx="14070">
                  <c:v>3.79697</c:v>
                </c:pt>
                <c:pt idx="14071">
                  <c:v>3.7972800000000002</c:v>
                </c:pt>
                <c:pt idx="14072">
                  <c:v>3.79758</c:v>
                </c:pt>
                <c:pt idx="14073">
                  <c:v>3.7978900000000002</c:v>
                </c:pt>
                <c:pt idx="14074">
                  <c:v>3.7982</c:v>
                </c:pt>
                <c:pt idx="14075">
                  <c:v>3.7985000000000002</c:v>
                </c:pt>
                <c:pt idx="14076">
                  <c:v>3.79881</c:v>
                </c:pt>
                <c:pt idx="14077">
                  <c:v>3.7991100000000002</c:v>
                </c:pt>
                <c:pt idx="14078">
                  <c:v>3.79942</c:v>
                </c:pt>
                <c:pt idx="14079">
                  <c:v>3.7997200000000002</c:v>
                </c:pt>
                <c:pt idx="14080">
                  <c:v>3.80003</c:v>
                </c:pt>
                <c:pt idx="14081">
                  <c:v>3.8003300000000002</c:v>
                </c:pt>
                <c:pt idx="14082">
                  <c:v>3.80064</c:v>
                </c:pt>
                <c:pt idx="14083">
                  <c:v>3.8009400000000002</c:v>
                </c:pt>
                <c:pt idx="14084">
                  <c:v>3.80125</c:v>
                </c:pt>
                <c:pt idx="14085">
                  <c:v>3.8015599999999998</c:v>
                </c:pt>
                <c:pt idx="14086">
                  <c:v>3.80186</c:v>
                </c:pt>
                <c:pt idx="14087">
                  <c:v>3.8021699999999998</c:v>
                </c:pt>
                <c:pt idx="14088">
                  <c:v>3.80247</c:v>
                </c:pt>
                <c:pt idx="14089">
                  <c:v>3.8027799999999998</c:v>
                </c:pt>
                <c:pt idx="14090">
                  <c:v>3.80308</c:v>
                </c:pt>
                <c:pt idx="14091">
                  <c:v>3.8033899999999998</c:v>
                </c:pt>
                <c:pt idx="14092">
                  <c:v>3.80369</c:v>
                </c:pt>
                <c:pt idx="14093">
                  <c:v>3.8039999999999998</c:v>
                </c:pt>
                <c:pt idx="14094">
                  <c:v>3.8043</c:v>
                </c:pt>
                <c:pt idx="14095">
                  <c:v>3.8046099999999998</c:v>
                </c:pt>
                <c:pt idx="14096">
                  <c:v>3.80491</c:v>
                </c:pt>
                <c:pt idx="14097">
                  <c:v>3.8052199999999998</c:v>
                </c:pt>
                <c:pt idx="14098">
                  <c:v>3.8055300000000001</c:v>
                </c:pt>
                <c:pt idx="14099">
                  <c:v>3.8058299999999998</c:v>
                </c:pt>
                <c:pt idx="14100">
                  <c:v>3.8061400000000001</c:v>
                </c:pt>
                <c:pt idx="14101">
                  <c:v>3.8064399999999998</c:v>
                </c:pt>
                <c:pt idx="14102">
                  <c:v>3.8067500000000001</c:v>
                </c:pt>
                <c:pt idx="14103">
                  <c:v>3.8070499999999998</c:v>
                </c:pt>
                <c:pt idx="14104">
                  <c:v>3.8073600000000001</c:v>
                </c:pt>
                <c:pt idx="14105">
                  <c:v>3.8076599999999998</c:v>
                </c:pt>
                <c:pt idx="14106">
                  <c:v>3.8079700000000001</c:v>
                </c:pt>
                <c:pt idx="14107">
                  <c:v>3.8082699999999998</c:v>
                </c:pt>
                <c:pt idx="14108">
                  <c:v>3.8085800000000001</c:v>
                </c:pt>
                <c:pt idx="14109">
                  <c:v>3.8088799999999998</c:v>
                </c:pt>
                <c:pt idx="14110">
                  <c:v>3.8091900000000001</c:v>
                </c:pt>
                <c:pt idx="14111">
                  <c:v>3.8094999999999999</c:v>
                </c:pt>
                <c:pt idx="14112">
                  <c:v>3.8098000000000001</c:v>
                </c:pt>
                <c:pt idx="14113">
                  <c:v>3.8101099999999999</c:v>
                </c:pt>
                <c:pt idx="14114">
                  <c:v>3.8104100000000001</c:v>
                </c:pt>
                <c:pt idx="14115">
                  <c:v>3.8107199999999999</c:v>
                </c:pt>
                <c:pt idx="14116">
                  <c:v>3.8110200000000001</c:v>
                </c:pt>
                <c:pt idx="14117">
                  <c:v>3.8113299999999999</c:v>
                </c:pt>
                <c:pt idx="14118">
                  <c:v>3.8116300000000001</c:v>
                </c:pt>
                <c:pt idx="14119">
                  <c:v>3.8119399999999999</c:v>
                </c:pt>
                <c:pt idx="14120">
                  <c:v>3.8122400000000001</c:v>
                </c:pt>
                <c:pt idx="14121">
                  <c:v>3.8125499999999999</c:v>
                </c:pt>
                <c:pt idx="14122">
                  <c:v>3.8128500000000001</c:v>
                </c:pt>
                <c:pt idx="14123">
                  <c:v>3.8131599999999999</c:v>
                </c:pt>
                <c:pt idx="14124">
                  <c:v>3.8134700000000001</c:v>
                </c:pt>
                <c:pt idx="14125">
                  <c:v>3.8137699999999999</c:v>
                </c:pt>
                <c:pt idx="14126">
                  <c:v>3.8140800000000001</c:v>
                </c:pt>
                <c:pt idx="14127">
                  <c:v>3.8143799999999999</c:v>
                </c:pt>
                <c:pt idx="14128">
                  <c:v>3.8146900000000001</c:v>
                </c:pt>
                <c:pt idx="14129">
                  <c:v>3.8149899999999999</c:v>
                </c:pt>
                <c:pt idx="14130">
                  <c:v>3.8153000000000001</c:v>
                </c:pt>
                <c:pt idx="14131">
                  <c:v>3.8155999999999999</c:v>
                </c:pt>
                <c:pt idx="14132">
                  <c:v>3.8159100000000001</c:v>
                </c:pt>
                <c:pt idx="14133">
                  <c:v>3.8162099999999999</c:v>
                </c:pt>
                <c:pt idx="14134">
                  <c:v>3.8165200000000001</c:v>
                </c:pt>
                <c:pt idx="14135">
                  <c:v>3.8168199999999999</c:v>
                </c:pt>
                <c:pt idx="14136">
                  <c:v>3.8171300000000001</c:v>
                </c:pt>
                <c:pt idx="14137">
                  <c:v>3.8174399999999999</c:v>
                </c:pt>
                <c:pt idx="14138">
                  <c:v>3.8177400000000001</c:v>
                </c:pt>
                <c:pt idx="14139">
                  <c:v>3.8180499999999999</c:v>
                </c:pt>
                <c:pt idx="14140">
                  <c:v>3.8183500000000001</c:v>
                </c:pt>
                <c:pt idx="14141">
                  <c:v>3.8186599999999999</c:v>
                </c:pt>
                <c:pt idx="14142">
                  <c:v>3.8189600000000001</c:v>
                </c:pt>
                <c:pt idx="14143">
                  <c:v>3.8192699999999999</c:v>
                </c:pt>
                <c:pt idx="14144">
                  <c:v>3.8195700000000001</c:v>
                </c:pt>
                <c:pt idx="14145">
                  <c:v>3.8198799999999999</c:v>
                </c:pt>
                <c:pt idx="14146">
                  <c:v>3.8201800000000001</c:v>
                </c:pt>
                <c:pt idx="14147">
                  <c:v>3.8204899999999999</c:v>
                </c:pt>
                <c:pt idx="14148">
                  <c:v>3.8208000000000002</c:v>
                </c:pt>
                <c:pt idx="14149">
                  <c:v>3.8210999999999999</c:v>
                </c:pt>
                <c:pt idx="14150">
                  <c:v>3.8214100000000002</c:v>
                </c:pt>
                <c:pt idx="14151">
                  <c:v>3.8217099999999999</c:v>
                </c:pt>
                <c:pt idx="14152">
                  <c:v>3.8220200000000002</c:v>
                </c:pt>
                <c:pt idx="14153">
                  <c:v>3.8223199999999999</c:v>
                </c:pt>
                <c:pt idx="14154">
                  <c:v>3.8226300000000002</c:v>
                </c:pt>
                <c:pt idx="14155">
                  <c:v>3.8229299999999999</c:v>
                </c:pt>
                <c:pt idx="14156">
                  <c:v>3.8232400000000002</c:v>
                </c:pt>
                <c:pt idx="14157">
                  <c:v>3.8235399999999999</c:v>
                </c:pt>
                <c:pt idx="14158">
                  <c:v>3.8238500000000002</c:v>
                </c:pt>
                <c:pt idx="14159">
                  <c:v>3.8241499999999999</c:v>
                </c:pt>
                <c:pt idx="14160">
                  <c:v>3.8244600000000002</c:v>
                </c:pt>
                <c:pt idx="14161">
                  <c:v>3.82477</c:v>
                </c:pt>
                <c:pt idx="14162">
                  <c:v>3.8250700000000002</c:v>
                </c:pt>
                <c:pt idx="14163">
                  <c:v>3.82538</c:v>
                </c:pt>
                <c:pt idx="14164">
                  <c:v>3.8256800000000002</c:v>
                </c:pt>
                <c:pt idx="14165">
                  <c:v>3.82599</c:v>
                </c:pt>
                <c:pt idx="14166">
                  <c:v>3.8262900000000002</c:v>
                </c:pt>
                <c:pt idx="14167">
                  <c:v>3.8266</c:v>
                </c:pt>
                <c:pt idx="14168">
                  <c:v>3.8269000000000002</c:v>
                </c:pt>
                <c:pt idx="14169">
                  <c:v>3.82721</c:v>
                </c:pt>
                <c:pt idx="14170">
                  <c:v>3.8275100000000002</c:v>
                </c:pt>
                <c:pt idx="14171">
                  <c:v>3.82782</c:v>
                </c:pt>
                <c:pt idx="14172">
                  <c:v>3.8281200000000002</c:v>
                </c:pt>
                <c:pt idx="14173">
                  <c:v>3.82843</c:v>
                </c:pt>
                <c:pt idx="14174">
                  <c:v>3.8287399999999998</c:v>
                </c:pt>
                <c:pt idx="14175">
                  <c:v>3.82904</c:v>
                </c:pt>
                <c:pt idx="14176">
                  <c:v>3.8293499999999998</c:v>
                </c:pt>
                <c:pt idx="14177">
                  <c:v>3.82965</c:v>
                </c:pt>
                <c:pt idx="14178">
                  <c:v>3.8299599999999998</c:v>
                </c:pt>
                <c:pt idx="14179">
                  <c:v>3.83026</c:v>
                </c:pt>
                <c:pt idx="14180">
                  <c:v>3.8305699999999998</c:v>
                </c:pt>
                <c:pt idx="14181">
                  <c:v>3.83087</c:v>
                </c:pt>
                <c:pt idx="14182">
                  <c:v>3.8311799999999998</c:v>
                </c:pt>
                <c:pt idx="14183">
                  <c:v>3.83148</c:v>
                </c:pt>
                <c:pt idx="14184">
                  <c:v>3.8317899999999998</c:v>
                </c:pt>
                <c:pt idx="14185">
                  <c:v>3.83209</c:v>
                </c:pt>
                <c:pt idx="14186">
                  <c:v>3.8323999999999998</c:v>
                </c:pt>
                <c:pt idx="14187">
                  <c:v>3.8327100000000001</c:v>
                </c:pt>
                <c:pt idx="14188">
                  <c:v>3.8330099999999998</c:v>
                </c:pt>
                <c:pt idx="14189">
                  <c:v>3.8333200000000001</c:v>
                </c:pt>
                <c:pt idx="14190">
                  <c:v>3.8336199999999998</c:v>
                </c:pt>
                <c:pt idx="14191">
                  <c:v>3.8339300000000001</c:v>
                </c:pt>
                <c:pt idx="14192">
                  <c:v>3.8342299999999998</c:v>
                </c:pt>
                <c:pt idx="14193">
                  <c:v>3.8345400000000001</c:v>
                </c:pt>
                <c:pt idx="14194">
                  <c:v>3.8348399999999998</c:v>
                </c:pt>
                <c:pt idx="14195">
                  <c:v>3.8351500000000001</c:v>
                </c:pt>
                <c:pt idx="14196">
                  <c:v>3.8354499999999998</c:v>
                </c:pt>
                <c:pt idx="14197">
                  <c:v>3.8357600000000001</c:v>
                </c:pt>
                <c:pt idx="14198">
                  <c:v>3.8360599999999998</c:v>
                </c:pt>
                <c:pt idx="14199">
                  <c:v>3.8363700000000001</c:v>
                </c:pt>
                <c:pt idx="14200">
                  <c:v>3.8366799999999999</c:v>
                </c:pt>
                <c:pt idx="14201">
                  <c:v>3.8369800000000001</c:v>
                </c:pt>
                <c:pt idx="14202">
                  <c:v>3.8372899999999999</c:v>
                </c:pt>
                <c:pt idx="14203">
                  <c:v>3.8375900000000001</c:v>
                </c:pt>
                <c:pt idx="14204">
                  <c:v>3.8378999999999999</c:v>
                </c:pt>
                <c:pt idx="14205">
                  <c:v>3.8382000000000001</c:v>
                </c:pt>
                <c:pt idx="14206">
                  <c:v>3.8385099999999999</c:v>
                </c:pt>
                <c:pt idx="14207">
                  <c:v>3.8388100000000001</c:v>
                </c:pt>
                <c:pt idx="14208">
                  <c:v>3.8391199999999999</c:v>
                </c:pt>
                <c:pt idx="14209">
                  <c:v>3.8394200000000001</c:v>
                </c:pt>
                <c:pt idx="14210">
                  <c:v>3.8397299999999999</c:v>
                </c:pt>
                <c:pt idx="14211">
                  <c:v>3.8400400000000001</c:v>
                </c:pt>
                <c:pt idx="14212">
                  <c:v>3.8403399999999999</c:v>
                </c:pt>
                <c:pt idx="14213">
                  <c:v>3.8406500000000001</c:v>
                </c:pt>
                <c:pt idx="14214">
                  <c:v>3.8409499999999999</c:v>
                </c:pt>
                <c:pt idx="14215">
                  <c:v>3.8412600000000001</c:v>
                </c:pt>
                <c:pt idx="14216">
                  <c:v>3.8415599999999999</c:v>
                </c:pt>
                <c:pt idx="14217">
                  <c:v>3.8418700000000001</c:v>
                </c:pt>
                <c:pt idx="14218">
                  <c:v>3.8421699999999999</c:v>
                </c:pt>
                <c:pt idx="14219">
                  <c:v>3.8424800000000001</c:v>
                </c:pt>
                <c:pt idx="14220">
                  <c:v>3.8427799999999999</c:v>
                </c:pt>
                <c:pt idx="14221">
                  <c:v>3.8430900000000001</c:v>
                </c:pt>
                <c:pt idx="14222">
                  <c:v>3.8433899999999999</c:v>
                </c:pt>
                <c:pt idx="14223">
                  <c:v>3.8437000000000001</c:v>
                </c:pt>
                <c:pt idx="14224">
                  <c:v>3.8440099999999999</c:v>
                </c:pt>
                <c:pt idx="14225">
                  <c:v>3.8443100000000001</c:v>
                </c:pt>
                <c:pt idx="14226">
                  <c:v>3.8446199999999999</c:v>
                </c:pt>
                <c:pt idx="14227">
                  <c:v>3.8449200000000001</c:v>
                </c:pt>
                <c:pt idx="14228">
                  <c:v>3.8452299999999999</c:v>
                </c:pt>
                <c:pt idx="14229">
                  <c:v>3.8455300000000001</c:v>
                </c:pt>
                <c:pt idx="14230">
                  <c:v>3.8458399999999999</c:v>
                </c:pt>
                <c:pt idx="14231">
                  <c:v>3.8461400000000001</c:v>
                </c:pt>
                <c:pt idx="14232">
                  <c:v>3.8464499999999999</c:v>
                </c:pt>
                <c:pt idx="14233">
                  <c:v>3.8467500000000001</c:v>
                </c:pt>
                <c:pt idx="14234">
                  <c:v>3.8470599999999999</c:v>
                </c:pt>
                <c:pt idx="14235">
                  <c:v>3.8473600000000001</c:v>
                </c:pt>
                <c:pt idx="14236">
                  <c:v>3.8476699999999999</c:v>
                </c:pt>
                <c:pt idx="14237">
                  <c:v>3.8479800000000002</c:v>
                </c:pt>
                <c:pt idx="14238">
                  <c:v>3.8482799999999999</c:v>
                </c:pt>
                <c:pt idx="14239">
                  <c:v>3.8485900000000002</c:v>
                </c:pt>
                <c:pt idx="14240">
                  <c:v>3.8488899999999999</c:v>
                </c:pt>
                <c:pt idx="14241">
                  <c:v>3.8492000000000002</c:v>
                </c:pt>
                <c:pt idx="14242">
                  <c:v>3.8494999999999999</c:v>
                </c:pt>
                <c:pt idx="14243">
                  <c:v>3.8498100000000002</c:v>
                </c:pt>
                <c:pt idx="14244">
                  <c:v>3.8501099999999999</c:v>
                </c:pt>
                <c:pt idx="14245">
                  <c:v>3.8504200000000002</c:v>
                </c:pt>
                <c:pt idx="14246">
                  <c:v>3.8507199999999999</c:v>
                </c:pt>
                <c:pt idx="14247">
                  <c:v>3.8510300000000002</c:v>
                </c:pt>
                <c:pt idx="14248">
                  <c:v>3.8513299999999999</c:v>
                </c:pt>
                <c:pt idx="14249">
                  <c:v>3.8516400000000002</c:v>
                </c:pt>
                <c:pt idx="14250">
                  <c:v>3.85195</c:v>
                </c:pt>
                <c:pt idx="14251">
                  <c:v>3.8522500000000002</c:v>
                </c:pt>
                <c:pt idx="14252">
                  <c:v>3.85256</c:v>
                </c:pt>
                <c:pt idx="14253">
                  <c:v>3.8528600000000002</c:v>
                </c:pt>
                <c:pt idx="14254">
                  <c:v>3.85317</c:v>
                </c:pt>
                <c:pt idx="14255">
                  <c:v>3.8534700000000002</c:v>
                </c:pt>
                <c:pt idx="14256">
                  <c:v>3.85378</c:v>
                </c:pt>
                <c:pt idx="14257">
                  <c:v>3.8540800000000002</c:v>
                </c:pt>
                <c:pt idx="14258">
                  <c:v>3.85439</c:v>
                </c:pt>
                <c:pt idx="14259">
                  <c:v>3.8546900000000002</c:v>
                </c:pt>
                <c:pt idx="14260">
                  <c:v>3.855</c:v>
                </c:pt>
                <c:pt idx="14261">
                  <c:v>3.8553000000000002</c:v>
                </c:pt>
                <c:pt idx="14262">
                  <c:v>3.85561</c:v>
                </c:pt>
                <c:pt idx="14263">
                  <c:v>3.8559199999999998</c:v>
                </c:pt>
                <c:pt idx="14264">
                  <c:v>3.85622</c:v>
                </c:pt>
                <c:pt idx="14265">
                  <c:v>3.8565299999999998</c:v>
                </c:pt>
                <c:pt idx="14266">
                  <c:v>3.85683</c:v>
                </c:pt>
                <c:pt idx="14267">
                  <c:v>3.8571399999999998</c:v>
                </c:pt>
                <c:pt idx="14268">
                  <c:v>3.85744</c:v>
                </c:pt>
                <c:pt idx="14269">
                  <c:v>3.8577499999999998</c:v>
                </c:pt>
                <c:pt idx="14270">
                  <c:v>3.85805</c:v>
                </c:pt>
                <c:pt idx="14271">
                  <c:v>3.8583599999999998</c:v>
                </c:pt>
                <c:pt idx="14272">
                  <c:v>3.85866</c:v>
                </c:pt>
                <c:pt idx="14273">
                  <c:v>3.8589699999999998</c:v>
                </c:pt>
                <c:pt idx="14274">
                  <c:v>3.85928</c:v>
                </c:pt>
                <c:pt idx="14275">
                  <c:v>3.8595799999999998</c:v>
                </c:pt>
                <c:pt idx="14276">
                  <c:v>3.85989</c:v>
                </c:pt>
                <c:pt idx="14277">
                  <c:v>3.8601899999999998</c:v>
                </c:pt>
                <c:pt idx="14278">
                  <c:v>3.8605</c:v>
                </c:pt>
                <c:pt idx="14279">
                  <c:v>3.8607999999999998</c:v>
                </c:pt>
                <c:pt idx="14280">
                  <c:v>3.86111</c:v>
                </c:pt>
                <c:pt idx="14281">
                  <c:v>3.8614099999999998</c:v>
                </c:pt>
                <c:pt idx="14282">
                  <c:v>3.86172</c:v>
                </c:pt>
                <c:pt idx="14283">
                  <c:v>3.8620199999999998</c:v>
                </c:pt>
                <c:pt idx="14284">
                  <c:v>3.86233</c:v>
                </c:pt>
                <c:pt idx="14285">
                  <c:v>3.8626299999999998</c:v>
                </c:pt>
                <c:pt idx="14286">
                  <c:v>3.86294</c:v>
                </c:pt>
                <c:pt idx="14287">
                  <c:v>3.8632499999999999</c:v>
                </c:pt>
                <c:pt idx="14288">
                  <c:v>3.86355</c:v>
                </c:pt>
                <c:pt idx="14289">
                  <c:v>3.8638599999999999</c:v>
                </c:pt>
                <c:pt idx="14290">
                  <c:v>3.86416</c:v>
                </c:pt>
                <c:pt idx="14291">
                  <c:v>3.8644699999999998</c:v>
                </c:pt>
                <c:pt idx="14292">
                  <c:v>3.86477</c:v>
                </c:pt>
                <c:pt idx="14293">
                  <c:v>3.8650799999999998</c:v>
                </c:pt>
                <c:pt idx="14294">
                  <c:v>3.86538</c:v>
                </c:pt>
                <c:pt idx="14295">
                  <c:v>3.8656899999999998</c:v>
                </c:pt>
                <c:pt idx="14296">
                  <c:v>3.86599</c:v>
                </c:pt>
                <c:pt idx="14297">
                  <c:v>3.8662999999999998</c:v>
                </c:pt>
                <c:pt idx="14298">
                  <c:v>3.8666</c:v>
                </c:pt>
                <c:pt idx="14299">
                  <c:v>3.8669099999999998</c:v>
                </c:pt>
                <c:pt idx="14300">
                  <c:v>3.8672200000000001</c:v>
                </c:pt>
                <c:pt idx="14301">
                  <c:v>3.8675199999999998</c:v>
                </c:pt>
                <c:pt idx="14302">
                  <c:v>3.8678300000000001</c:v>
                </c:pt>
                <c:pt idx="14303">
                  <c:v>3.8681299999999998</c:v>
                </c:pt>
                <c:pt idx="14304">
                  <c:v>3.8684400000000001</c:v>
                </c:pt>
                <c:pt idx="14305">
                  <c:v>3.8687399999999998</c:v>
                </c:pt>
                <c:pt idx="14306">
                  <c:v>3.8690500000000001</c:v>
                </c:pt>
                <c:pt idx="14307">
                  <c:v>3.8693499999999998</c:v>
                </c:pt>
                <c:pt idx="14308">
                  <c:v>3.8696600000000001</c:v>
                </c:pt>
                <c:pt idx="14309">
                  <c:v>3.8699599999999998</c:v>
                </c:pt>
                <c:pt idx="14310">
                  <c:v>3.8702700000000001</c:v>
                </c:pt>
                <c:pt idx="14311">
                  <c:v>3.8705699999999998</c:v>
                </c:pt>
                <c:pt idx="14312">
                  <c:v>3.8708800000000001</c:v>
                </c:pt>
                <c:pt idx="14313">
                  <c:v>3.8711899999999999</c:v>
                </c:pt>
                <c:pt idx="14314">
                  <c:v>3.8714900000000001</c:v>
                </c:pt>
                <c:pt idx="14315">
                  <c:v>3.8717999999999999</c:v>
                </c:pt>
                <c:pt idx="14316">
                  <c:v>3.8721000000000001</c:v>
                </c:pt>
                <c:pt idx="14317">
                  <c:v>3.8724099999999999</c:v>
                </c:pt>
                <c:pt idx="14318">
                  <c:v>3.8727100000000001</c:v>
                </c:pt>
                <c:pt idx="14319">
                  <c:v>3.8730199999999999</c:v>
                </c:pt>
                <c:pt idx="14320">
                  <c:v>3.8733200000000001</c:v>
                </c:pt>
                <c:pt idx="14321">
                  <c:v>3.8736299999999999</c:v>
                </c:pt>
                <c:pt idx="14322">
                  <c:v>3.8739300000000001</c:v>
                </c:pt>
                <c:pt idx="14323">
                  <c:v>3.8742399999999999</c:v>
                </c:pt>
                <c:pt idx="14324">
                  <c:v>3.8745500000000002</c:v>
                </c:pt>
                <c:pt idx="14325">
                  <c:v>3.8748499999999999</c:v>
                </c:pt>
                <c:pt idx="14326">
                  <c:v>3.8751600000000002</c:v>
                </c:pt>
                <c:pt idx="14327">
                  <c:v>3.8754599999999999</c:v>
                </c:pt>
                <c:pt idx="14328">
                  <c:v>3.8757700000000002</c:v>
                </c:pt>
                <c:pt idx="14329">
                  <c:v>3.8760699999999999</c:v>
                </c:pt>
                <c:pt idx="14330">
                  <c:v>3.8763800000000002</c:v>
                </c:pt>
                <c:pt idx="14331">
                  <c:v>3.8766799999999999</c:v>
                </c:pt>
                <c:pt idx="14332">
                  <c:v>3.8769900000000002</c:v>
                </c:pt>
                <c:pt idx="14333">
                  <c:v>3.8772899999999999</c:v>
                </c:pt>
                <c:pt idx="14334">
                  <c:v>3.8776000000000002</c:v>
                </c:pt>
                <c:pt idx="14335">
                  <c:v>3.8778999999999999</c:v>
                </c:pt>
                <c:pt idx="14336">
                  <c:v>3.8782100000000002</c:v>
                </c:pt>
                <c:pt idx="14337">
                  <c:v>3.87852</c:v>
                </c:pt>
                <c:pt idx="14338">
                  <c:v>3.8788200000000002</c:v>
                </c:pt>
                <c:pt idx="14339">
                  <c:v>3.87913</c:v>
                </c:pt>
                <c:pt idx="14340">
                  <c:v>3.8794300000000002</c:v>
                </c:pt>
                <c:pt idx="14341">
                  <c:v>3.87974</c:v>
                </c:pt>
                <c:pt idx="14342">
                  <c:v>3.8800400000000002</c:v>
                </c:pt>
                <c:pt idx="14343">
                  <c:v>3.88035</c:v>
                </c:pt>
                <c:pt idx="14344">
                  <c:v>3.8806500000000002</c:v>
                </c:pt>
                <c:pt idx="14345">
                  <c:v>3.88096</c:v>
                </c:pt>
                <c:pt idx="14346">
                  <c:v>3.8812600000000002</c:v>
                </c:pt>
                <c:pt idx="14347">
                  <c:v>3.88157</c:v>
                </c:pt>
                <c:pt idx="14348">
                  <c:v>3.8818700000000002</c:v>
                </c:pt>
                <c:pt idx="14349">
                  <c:v>3.88218</c:v>
                </c:pt>
                <c:pt idx="14350">
                  <c:v>3.8824900000000002</c:v>
                </c:pt>
                <c:pt idx="14351">
                  <c:v>3.88279</c:v>
                </c:pt>
                <c:pt idx="14352">
                  <c:v>3.8831000000000002</c:v>
                </c:pt>
                <c:pt idx="14353">
                  <c:v>3.8834</c:v>
                </c:pt>
                <c:pt idx="14354">
                  <c:v>3.8837100000000002</c:v>
                </c:pt>
                <c:pt idx="14355">
                  <c:v>3.88401</c:v>
                </c:pt>
                <c:pt idx="14356">
                  <c:v>3.8843200000000002</c:v>
                </c:pt>
                <c:pt idx="14357">
                  <c:v>3.88462</c:v>
                </c:pt>
                <c:pt idx="14358">
                  <c:v>3.8849300000000002</c:v>
                </c:pt>
                <c:pt idx="14359">
                  <c:v>3.88523</c:v>
                </c:pt>
                <c:pt idx="14360">
                  <c:v>3.8855400000000002</c:v>
                </c:pt>
                <c:pt idx="14361">
                  <c:v>3.88584</c:v>
                </c:pt>
                <c:pt idx="14362">
                  <c:v>3.8861500000000002</c:v>
                </c:pt>
                <c:pt idx="14363">
                  <c:v>3.88646</c:v>
                </c:pt>
                <c:pt idx="14364">
                  <c:v>3.8867600000000002</c:v>
                </c:pt>
                <c:pt idx="14365">
                  <c:v>3.88707</c:v>
                </c:pt>
                <c:pt idx="14366">
                  <c:v>3.8873700000000002</c:v>
                </c:pt>
                <c:pt idx="14367">
                  <c:v>3.88768</c:v>
                </c:pt>
                <c:pt idx="14368">
                  <c:v>3.8879800000000002</c:v>
                </c:pt>
                <c:pt idx="14369">
                  <c:v>3.88829</c:v>
                </c:pt>
                <c:pt idx="14370">
                  <c:v>3.8885900000000002</c:v>
                </c:pt>
                <c:pt idx="14371">
                  <c:v>3.8889</c:v>
                </c:pt>
                <c:pt idx="14372">
                  <c:v>3.8892000000000002</c:v>
                </c:pt>
                <c:pt idx="14373">
                  <c:v>3.88951</c:v>
                </c:pt>
                <c:pt idx="14374">
                  <c:v>3.8898100000000002</c:v>
                </c:pt>
                <c:pt idx="14375">
                  <c:v>3.89012</c:v>
                </c:pt>
                <c:pt idx="14376">
                  <c:v>3.8904299999999998</c:v>
                </c:pt>
                <c:pt idx="14377">
                  <c:v>3.89073</c:v>
                </c:pt>
                <c:pt idx="14378">
                  <c:v>3.8910399999999998</c:v>
                </c:pt>
                <c:pt idx="14379">
                  <c:v>3.89134</c:v>
                </c:pt>
                <c:pt idx="14380">
                  <c:v>3.8916499999999998</c:v>
                </c:pt>
                <c:pt idx="14381">
                  <c:v>3.89195</c:v>
                </c:pt>
                <c:pt idx="14382">
                  <c:v>3.8922599999999998</c:v>
                </c:pt>
                <c:pt idx="14383">
                  <c:v>3.89256</c:v>
                </c:pt>
                <c:pt idx="14384">
                  <c:v>3.8928699999999998</c:v>
                </c:pt>
                <c:pt idx="14385">
                  <c:v>3.89317</c:v>
                </c:pt>
                <c:pt idx="14386">
                  <c:v>3.8934799999999998</c:v>
                </c:pt>
                <c:pt idx="14387">
                  <c:v>3.8937900000000001</c:v>
                </c:pt>
                <c:pt idx="14388">
                  <c:v>3.8940899999999998</c:v>
                </c:pt>
                <c:pt idx="14389">
                  <c:v>3.8944000000000001</c:v>
                </c:pt>
                <c:pt idx="14390">
                  <c:v>3.8946999999999998</c:v>
                </c:pt>
                <c:pt idx="14391">
                  <c:v>3.8950100000000001</c:v>
                </c:pt>
                <c:pt idx="14392">
                  <c:v>3.8953099999999998</c:v>
                </c:pt>
                <c:pt idx="14393">
                  <c:v>3.8956200000000001</c:v>
                </c:pt>
                <c:pt idx="14394">
                  <c:v>3.8959199999999998</c:v>
                </c:pt>
                <c:pt idx="14395">
                  <c:v>3.8962300000000001</c:v>
                </c:pt>
                <c:pt idx="14396">
                  <c:v>3.8965299999999998</c:v>
                </c:pt>
                <c:pt idx="14397">
                  <c:v>3.8968400000000001</c:v>
                </c:pt>
                <c:pt idx="14398">
                  <c:v>3.8971399999999998</c:v>
                </c:pt>
                <c:pt idx="14399">
                  <c:v>3.8974500000000001</c:v>
                </c:pt>
                <c:pt idx="14400">
                  <c:v>3.8977599999999999</c:v>
                </c:pt>
                <c:pt idx="14401">
                  <c:v>3.8980600000000001</c:v>
                </c:pt>
                <c:pt idx="14402">
                  <c:v>3.8983699999999999</c:v>
                </c:pt>
                <c:pt idx="14403">
                  <c:v>3.8986700000000001</c:v>
                </c:pt>
                <c:pt idx="14404">
                  <c:v>3.8989799999999999</c:v>
                </c:pt>
                <c:pt idx="14405">
                  <c:v>3.8992800000000001</c:v>
                </c:pt>
                <c:pt idx="14406">
                  <c:v>3.8995899999999999</c:v>
                </c:pt>
                <c:pt idx="14407">
                  <c:v>3.8998900000000001</c:v>
                </c:pt>
                <c:pt idx="14408">
                  <c:v>3.9001999999999999</c:v>
                </c:pt>
                <c:pt idx="14409">
                  <c:v>3.9005000000000001</c:v>
                </c:pt>
                <c:pt idx="14410">
                  <c:v>3.9008099999999999</c:v>
                </c:pt>
                <c:pt idx="14411">
                  <c:v>3.9011100000000001</c:v>
                </c:pt>
                <c:pt idx="14412">
                  <c:v>3.9014199999999999</c:v>
                </c:pt>
                <c:pt idx="14413">
                  <c:v>3.9017300000000001</c:v>
                </c:pt>
                <c:pt idx="14414">
                  <c:v>3.9020299999999999</c:v>
                </c:pt>
                <c:pt idx="14415">
                  <c:v>3.9023400000000001</c:v>
                </c:pt>
                <c:pt idx="14416">
                  <c:v>3.9026399999999999</c:v>
                </c:pt>
                <c:pt idx="14417">
                  <c:v>3.9029500000000001</c:v>
                </c:pt>
                <c:pt idx="14418">
                  <c:v>3.9032499999999999</c:v>
                </c:pt>
                <c:pt idx="14419">
                  <c:v>3.9035600000000001</c:v>
                </c:pt>
                <c:pt idx="14420">
                  <c:v>3.9038599999999999</c:v>
                </c:pt>
                <c:pt idx="14421">
                  <c:v>3.9041700000000001</c:v>
                </c:pt>
                <c:pt idx="14422">
                  <c:v>3.9044699999999999</c:v>
                </c:pt>
                <c:pt idx="14423">
                  <c:v>3.9047800000000001</c:v>
                </c:pt>
                <c:pt idx="14424">
                  <c:v>3.9050799999999999</c:v>
                </c:pt>
                <c:pt idx="14425">
                  <c:v>3.9053900000000001</c:v>
                </c:pt>
                <c:pt idx="14426">
                  <c:v>3.9056999999999999</c:v>
                </c:pt>
                <c:pt idx="14427">
                  <c:v>3.9060000000000001</c:v>
                </c:pt>
                <c:pt idx="14428">
                  <c:v>3.9063099999999999</c:v>
                </c:pt>
                <c:pt idx="14429">
                  <c:v>3.9066100000000001</c:v>
                </c:pt>
                <c:pt idx="14430">
                  <c:v>3.9069199999999999</c:v>
                </c:pt>
                <c:pt idx="14431">
                  <c:v>3.9072200000000001</c:v>
                </c:pt>
                <c:pt idx="14432">
                  <c:v>3.9075299999999999</c:v>
                </c:pt>
                <c:pt idx="14433">
                  <c:v>3.9078300000000001</c:v>
                </c:pt>
                <c:pt idx="14434">
                  <c:v>3.9081399999999999</c:v>
                </c:pt>
                <c:pt idx="14435">
                  <c:v>3.9084400000000001</c:v>
                </c:pt>
                <c:pt idx="14436">
                  <c:v>3.9087499999999999</c:v>
                </c:pt>
                <c:pt idx="14437">
                  <c:v>3.9090500000000001</c:v>
                </c:pt>
                <c:pt idx="14438">
                  <c:v>3.9093599999999999</c:v>
                </c:pt>
                <c:pt idx="14439">
                  <c:v>3.9096700000000002</c:v>
                </c:pt>
                <c:pt idx="14440">
                  <c:v>3.9099699999999999</c:v>
                </c:pt>
                <c:pt idx="14441">
                  <c:v>3.9102800000000002</c:v>
                </c:pt>
                <c:pt idx="14442">
                  <c:v>3.9105799999999999</c:v>
                </c:pt>
                <c:pt idx="14443">
                  <c:v>3.9108900000000002</c:v>
                </c:pt>
                <c:pt idx="14444">
                  <c:v>3.9111899999999999</c:v>
                </c:pt>
                <c:pt idx="14445">
                  <c:v>3.9115000000000002</c:v>
                </c:pt>
                <c:pt idx="14446">
                  <c:v>3.9117999999999999</c:v>
                </c:pt>
                <c:pt idx="14447">
                  <c:v>3.9121100000000002</c:v>
                </c:pt>
                <c:pt idx="14448">
                  <c:v>3.9124099999999999</c:v>
                </c:pt>
                <c:pt idx="14449">
                  <c:v>3.9127200000000002</c:v>
                </c:pt>
                <c:pt idx="14450">
                  <c:v>3.91303</c:v>
                </c:pt>
                <c:pt idx="14451">
                  <c:v>3.9133300000000002</c:v>
                </c:pt>
                <c:pt idx="14452">
                  <c:v>3.91364</c:v>
                </c:pt>
                <c:pt idx="14453">
                  <c:v>3.9139400000000002</c:v>
                </c:pt>
                <c:pt idx="14454">
                  <c:v>3.91425</c:v>
                </c:pt>
                <c:pt idx="14455">
                  <c:v>3.9145500000000002</c:v>
                </c:pt>
                <c:pt idx="14456">
                  <c:v>3.91486</c:v>
                </c:pt>
                <c:pt idx="14457">
                  <c:v>3.9151600000000002</c:v>
                </c:pt>
                <c:pt idx="14458">
                  <c:v>3.91547</c:v>
                </c:pt>
                <c:pt idx="14459">
                  <c:v>3.9157700000000002</c:v>
                </c:pt>
                <c:pt idx="14460">
                  <c:v>3.91608</c:v>
                </c:pt>
                <c:pt idx="14461">
                  <c:v>3.9163800000000002</c:v>
                </c:pt>
                <c:pt idx="14462">
                  <c:v>3.91669</c:v>
                </c:pt>
                <c:pt idx="14463">
                  <c:v>3.9169999999999998</c:v>
                </c:pt>
                <c:pt idx="14464">
                  <c:v>3.9173</c:v>
                </c:pt>
                <c:pt idx="14465">
                  <c:v>3.9176099999999998</c:v>
                </c:pt>
                <c:pt idx="14466">
                  <c:v>3.91791</c:v>
                </c:pt>
                <c:pt idx="14467">
                  <c:v>3.9182199999999998</c:v>
                </c:pt>
                <c:pt idx="14468">
                  <c:v>3.91852</c:v>
                </c:pt>
                <c:pt idx="14469">
                  <c:v>3.9188299999999998</c:v>
                </c:pt>
                <c:pt idx="14470">
                  <c:v>3.91913</c:v>
                </c:pt>
                <c:pt idx="14471">
                  <c:v>3.9194399999999998</c:v>
                </c:pt>
                <c:pt idx="14472">
                  <c:v>3.91974</c:v>
                </c:pt>
                <c:pt idx="14473">
                  <c:v>3.9200499999999998</c:v>
                </c:pt>
                <c:pt idx="14474">
                  <c:v>3.92035</c:v>
                </c:pt>
                <c:pt idx="14475">
                  <c:v>3.9206599999999998</c:v>
                </c:pt>
                <c:pt idx="14476">
                  <c:v>3.9209700000000001</c:v>
                </c:pt>
                <c:pt idx="14477">
                  <c:v>3.9212699999999998</c:v>
                </c:pt>
                <c:pt idx="14478">
                  <c:v>3.9215800000000001</c:v>
                </c:pt>
                <c:pt idx="14479">
                  <c:v>3.9218799999999998</c:v>
                </c:pt>
                <c:pt idx="14480">
                  <c:v>3.9221900000000001</c:v>
                </c:pt>
                <c:pt idx="14481">
                  <c:v>3.9224899999999998</c:v>
                </c:pt>
                <c:pt idx="14482">
                  <c:v>3.9228000000000001</c:v>
                </c:pt>
                <c:pt idx="14483">
                  <c:v>3.9230999999999998</c:v>
                </c:pt>
                <c:pt idx="14484">
                  <c:v>3.9234100000000001</c:v>
                </c:pt>
                <c:pt idx="14485">
                  <c:v>3.9237099999999998</c:v>
                </c:pt>
                <c:pt idx="14486">
                  <c:v>3.9240200000000001</c:v>
                </c:pt>
                <c:pt idx="14487">
                  <c:v>3.9243199999999998</c:v>
                </c:pt>
                <c:pt idx="14488">
                  <c:v>3.9246300000000001</c:v>
                </c:pt>
                <c:pt idx="14489">
                  <c:v>3.9249399999999999</c:v>
                </c:pt>
                <c:pt idx="14490">
                  <c:v>3.9252400000000001</c:v>
                </c:pt>
                <c:pt idx="14491">
                  <c:v>3.9255499999999999</c:v>
                </c:pt>
                <c:pt idx="14492">
                  <c:v>3.9258500000000001</c:v>
                </c:pt>
                <c:pt idx="14493">
                  <c:v>3.9261599999999999</c:v>
                </c:pt>
                <c:pt idx="14494">
                  <c:v>3.9264600000000001</c:v>
                </c:pt>
                <c:pt idx="14495">
                  <c:v>3.9267699999999999</c:v>
                </c:pt>
                <c:pt idx="14496">
                  <c:v>3.9270700000000001</c:v>
                </c:pt>
                <c:pt idx="14497">
                  <c:v>3.9273799999999999</c:v>
                </c:pt>
                <c:pt idx="14498">
                  <c:v>3.9276800000000001</c:v>
                </c:pt>
                <c:pt idx="14499">
                  <c:v>3.9279899999999999</c:v>
                </c:pt>
                <c:pt idx="14500">
                  <c:v>3.9283000000000001</c:v>
                </c:pt>
                <c:pt idx="14501">
                  <c:v>3.9285999999999999</c:v>
                </c:pt>
                <c:pt idx="14502">
                  <c:v>3.9289100000000001</c:v>
                </c:pt>
                <c:pt idx="14503">
                  <c:v>3.9292099999999999</c:v>
                </c:pt>
                <c:pt idx="14504">
                  <c:v>3.9295200000000001</c:v>
                </c:pt>
                <c:pt idx="14505">
                  <c:v>3.9298199999999999</c:v>
                </c:pt>
                <c:pt idx="14506">
                  <c:v>3.9301300000000001</c:v>
                </c:pt>
                <c:pt idx="14507">
                  <c:v>3.9304299999999999</c:v>
                </c:pt>
                <c:pt idx="14508">
                  <c:v>3.9307400000000001</c:v>
                </c:pt>
                <c:pt idx="14509">
                  <c:v>3.9310399999999999</c:v>
                </c:pt>
                <c:pt idx="14510">
                  <c:v>3.9313500000000001</c:v>
                </c:pt>
                <c:pt idx="14511">
                  <c:v>3.9316499999999999</c:v>
                </c:pt>
                <c:pt idx="14512">
                  <c:v>3.9319600000000001</c:v>
                </c:pt>
                <c:pt idx="14513">
                  <c:v>3.9322699999999999</c:v>
                </c:pt>
                <c:pt idx="14514">
                  <c:v>3.9325700000000001</c:v>
                </c:pt>
                <c:pt idx="14515">
                  <c:v>3.9328799999999999</c:v>
                </c:pt>
                <c:pt idx="14516">
                  <c:v>3.9331800000000001</c:v>
                </c:pt>
                <c:pt idx="14517">
                  <c:v>3.9334899999999999</c:v>
                </c:pt>
                <c:pt idx="14518">
                  <c:v>3.9337900000000001</c:v>
                </c:pt>
                <c:pt idx="14519">
                  <c:v>3.9340999999999999</c:v>
                </c:pt>
                <c:pt idx="14520">
                  <c:v>3.9344000000000001</c:v>
                </c:pt>
                <c:pt idx="14521">
                  <c:v>3.9347099999999999</c:v>
                </c:pt>
                <c:pt idx="14522">
                  <c:v>3.9350100000000001</c:v>
                </c:pt>
                <c:pt idx="14523">
                  <c:v>3.9353199999999999</c:v>
                </c:pt>
                <c:pt idx="14524">
                  <c:v>3.9356200000000001</c:v>
                </c:pt>
                <c:pt idx="14525">
                  <c:v>3.9359299999999999</c:v>
                </c:pt>
                <c:pt idx="14526">
                  <c:v>3.9362400000000002</c:v>
                </c:pt>
                <c:pt idx="14527">
                  <c:v>3.9365399999999999</c:v>
                </c:pt>
                <c:pt idx="14528">
                  <c:v>3.9368500000000002</c:v>
                </c:pt>
                <c:pt idx="14529">
                  <c:v>3.9371499999999999</c:v>
                </c:pt>
                <c:pt idx="14530">
                  <c:v>3.9374600000000002</c:v>
                </c:pt>
                <c:pt idx="14531">
                  <c:v>3.9377599999999999</c:v>
                </c:pt>
                <c:pt idx="14532">
                  <c:v>3.9380700000000002</c:v>
                </c:pt>
                <c:pt idx="14533">
                  <c:v>3.9383699999999999</c:v>
                </c:pt>
                <c:pt idx="14534">
                  <c:v>3.9386800000000002</c:v>
                </c:pt>
                <c:pt idx="14535">
                  <c:v>3.9389799999999999</c:v>
                </c:pt>
                <c:pt idx="14536">
                  <c:v>3.9392900000000002</c:v>
                </c:pt>
                <c:pt idx="14537">
                  <c:v>3.9395899999999999</c:v>
                </c:pt>
                <c:pt idx="14538">
                  <c:v>3.9399000000000002</c:v>
                </c:pt>
                <c:pt idx="14539">
                  <c:v>3.94021</c:v>
                </c:pt>
                <c:pt idx="14540">
                  <c:v>3.9405100000000002</c:v>
                </c:pt>
                <c:pt idx="14541">
                  <c:v>3.94082</c:v>
                </c:pt>
                <c:pt idx="14542">
                  <c:v>3.9411200000000002</c:v>
                </c:pt>
                <c:pt idx="14543">
                  <c:v>3.94143</c:v>
                </c:pt>
                <c:pt idx="14544">
                  <c:v>3.9417300000000002</c:v>
                </c:pt>
                <c:pt idx="14545">
                  <c:v>3.94204</c:v>
                </c:pt>
                <c:pt idx="14546">
                  <c:v>3.9423400000000002</c:v>
                </c:pt>
                <c:pt idx="14547">
                  <c:v>3.94265</c:v>
                </c:pt>
                <c:pt idx="14548">
                  <c:v>3.9429500000000002</c:v>
                </c:pt>
                <c:pt idx="14549">
                  <c:v>3.94326</c:v>
                </c:pt>
                <c:pt idx="14550">
                  <c:v>3.9435600000000002</c:v>
                </c:pt>
                <c:pt idx="14551">
                  <c:v>3.94387</c:v>
                </c:pt>
                <c:pt idx="14552">
                  <c:v>3.9441799999999998</c:v>
                </c:pt>
                <c:pt idx="14553">
                  <c:v>3.94448</c:v>
                </c:pt>
                <c:pt idx="14554">
                  <c:v>3.9447899999999998</c:v>
                </c:pt>
                <c:pt idx="14555">
                  <c:v>3.94509</c:v>
                </c:pt>
                <c:pt idx="14556">
                  <c:v>3.9453999999999998</c:v>
                </c:pt>
                <c:pt idx="14557">
                  <c:v>3.9457</c:v>
                </c:pt>
                <c:pt idx="14558">
                  <c:v>3.9460099999999998</c:v>
                </c:pt>
                <c:pt idx="14559">
                  <c:v>3.94631</c:v>
                </c:pt>
                <c:pt idx="14560">
                  <c:v>3.9466199999999998</c:v>
                </c:pt>
                <c:pt idx="14561">
                  <c:v>3.94692</c:v>
                </c:pt>
                <c:pt idx="14562">
                  <c:v>3.9472299999999998</c:v>
                </c:pt>
                <c:pt idx="14563">
                  <c:v>3.94754</c:v>
                </c:pt>
                <c:pt idx="14564">
                  <c:v>3.9478399999999998</c:v>
                </c:pt>
                <c:pt idx="14565">
                  <c:v>3.94815</c:v>
                </c:pt>
                <c:pt idx="14566">
                  <c:v>3.9484499999999998</c:v>
                </c:pt>
                <c:pt idx="14567">
                  <c:v>3.94876</c:v>
                </c:pt>
                <c:pt idx="14568">
                  <c:v>3.9490599999999998</c:v>
                </c:pt>
                <c:pt idx="14569">
                  <c:v>3.94937</c:v>
                </c:pt>
                <c:pt idx="14570">
                  <c:v>3.9496699999999998</c:v>
                </c:pt>
                <c:pt idx="14571">
                  <c:v>3.94998</c:v>
                </c:pt>
                <c:pt idx="14572">
                  <c:v>3.9502799999999998</c:v>
                </c:pt>
                <c:pt idx="14573">
                  <c:v>3.95059</c:v>
                </c:pt>
                <c:pt idx="14574">
                  <c:v>3.9508899999999998</c:v>
                </c:pt>
                <c:pt idx="14575">
                  <c:v>3.9512</c:v>
                </c:pt>
                <c:pt idx="14576">
                  <c:v>3.9515099999999999</c:v>
                </c:pt>
                <c:pt idx="14577">
                  <c:v>3.95181</c:v>
                </c:pt>
                <c:pt idx="14578">
                  <c:v>3.9521199999999999</c:v>
                </c:pt>
                <c:pt idx="14579">
                  <c:v>3.95242</c:v>
                </c:pt>
                <c:pt idx="14580">
                  <c:v>3.9527299999999999</c:v>
                </c:pt>
                <c:pt idx="14581">
                  <c:v>3.95303</c:v>
                </c:pt>
                <c:pt idx="14582">
                  <c:v>3.9533399999999999</c:v>
                </c:pt>
                <c:pt idx="14583">
                  <c:v>3.95364</c:v>
                </c:pt>
                <c:pt idx="14584">
                  <c:v>3.9539499999999999</c:v>
                </c:pt>
                <c:pt idx="14585">
                  <c:v>3.95425</c:v>
                </c:pt>
                <c:pt idx="14586">
                  <c:v>3.9545599999999999</c:v>
                </c:pt>
                <c:pt idx="14587">
                  <c:v>3.95486</c:v>
                </c:pt>
                <c:pt idx="14588">
                  <c:v>3.9551699999999999</c:v>
                </c:pt>
                <c:pt idx="14589">
                  <c:v>3.9554800000000001</c:v>
                </c:pt>
                <c:pt idx="14590">
                  <c:v>3.9557799999999999</c:v>
                </c:pt>
                <c:pt idx="14591">
                  <c:v>3.9560900000000001</c:v>
                </c:pt>
                <c:pt idx="14592">
                  <c:v>3.9563899999999999</c:v>
                </c:pt>
                <c:pt idx="14593">
                  <c:v>3.9567000000000001</c:v>
                </c:pt>
                <c:pt idx="14594">
                  <c:v>3.9569999999999999</c:v>
                </c:pt>
                <c:pt idx="14595">
                  <c:v>3.9573100000000001</c:v>
                </c:pt>
                <c:pt idx="14596">
                  <c:v>3.9576099999999999</c:v>
                </c:pt>
                <c:pt idx="14597">
                  <c:v>3.9579200000000001</c:v>
                </c:pt>
                <c:pt idx="14598">
                  <c:v>3.9582199999999998</c:v>
                </c:pt>
                <c:pt idx="14599">
                  <c:v>3.9585300000000001</c:v>
                </c:pt>
                <c:pt idx="14600">
                  <c:v>3.9588299999999998</c:v>
                </c:pt>
                <c:pt idx="14601">
                  <c:v>3.9591400000000001</c:v>
                </c:pt>
                <c:pt idx="14602">
                  <c:v>3.9594499999999999</c:v>
                </c:pt>
                <c:pt idx="14603">
                  <c:v>3.9597500000000001</c:v>
                </c:pt>
                <c:pt idx="14604">
                  <c:v>3.9600599999999999</c:v>
                </c:pt>
                <c:pt idx="14605">
                  <c:v>3.9603600000000001</c:v>
                </c:pt>
                <c:pt idx="14606">
                  <c:v>3.9606699999999999</c:v>
                </c:pt>
                <c:pt idx="14607">
                  <c:v>3.9609700000000001</c:v>
                </c:pt>
                <c:pt idx="14608">
                  <c:v>3.9612799999999999</c:v>
                </c:pt>
                <c:pt idx="14609">
                  <c:v>3.9615800000000001</c:v>
                </c:pt>
                <c:pt idx="14610">
                  <c:v>3.9618899999999999</c:v>
                </c:pt>
                <c:pt idx="14611">
                  <c:v>3.9621900000000001</c:v>
                </c:pt>
                <c:pt idx="14612">
                  <c:v>3.9624999999999999</c:v>
                </c:pt>
                <c:pt idx="14613">
                  <c:v>3.9628000000000001</c:v>
                </c:pt>
                <c:pt idx="14614">
                  <c:v>3.9631099999999999</c:v>
                </c:pt>
                <c:pt idx="14615">
                  <c:v>3.9634200000000002</c:v>
                </c:pt>
                <c:pt idx="14616">
                  <c:v>3.9637199999999999</c:v>
                </c:pt>
                <c:pt idx="14617">
                  <c:v>3.9640300000000002</c:v>
                </c:pt>
                <c:pt idx="14618">
                  <c:v>3.9643299999999999</c:v>
                </c:pt>
                <c:pt idx="14619">
                  <c:v>3.9646400000000002</c:v>
                </c:pt>
                <c:pt idx="14620">
                  <c:v>3.9649399999999999</c:v>
                </c:pt>
                <c:pt idx="14621">
                  <c:v>3.9652500000000002</c:v>
                </c:pt>
                <c:pt idx="14622">
                  <c:v>3.9655499999999999</c:v>
                </c:pt>
                <c:pt idx="14623">
                  <c:v>3.9658600000000002</c:v>
                </c:pt>
                <c:pt idx="14624">
                  <c:v>3.9661599999999999</c:v>
                </c:pt>
                <c:pt idx="14625">
                  <c:v>3.9664700000000002</c:v>
                </c:pt>
                <c:pt idx="14626">
                  <c:v>3.96678</c:v>
                </c:pt>
                <c:pt idx="14627">
                  <c:v>3.9670800000000002</c:v>
                </c:pt>
                <c:pt idx="14628">
                  <c:v>3.96739</c:v>
                </c:pt>
                <c:pt idx="14629">
                  <c:v>3.9676900000000002</c:v>
                </c:pt>
                <c:pt idx="14630">
                  <c:v>3.968</c:v>
                </c:pt>
                <c:pt idx="14631">
                  <c:v>3.9683000000000002</c:v>
                </c:pt>
                <c:pt idx="14632">
                  <c:v>3.96861</c:v>
                </c:pt>
                <c:pt idx="14633">
                  <c:v>3.9689100000000002</c:v>
                </c:pt>
                <c:pt idx="14634">
                  <c:v>3.96922</c:v>
                </c:pt>
                <c:pt idx="14635">
                  <c:v>3.9695200000000002</c:v>
                </c:pt>
                <c:pt idx="14636">
                  <c:v>3.96983</c:v>
                </c:pt>
                <c:pt idx="14637">
                  <c:v>3.9701300000000002</c:v>
                </c:pt>
                <c:pt idx="14638">
                  <c:v>3.97044</c:v>
                </c:pt>
                <c:pt idx="14639">
                  <c:v>3.9707499999999998</c:v>
                </c:pt>
                <c:pt idx="14640">
                  <c:v>3.97105</c:v>
                </c:pt>
                <c:pt idx="14641">
                  <c:v>3.9713599999999998</c:v>
                </c:pt>
                <c:pt idx="14642">
                  <c:v>3.97166</c:v>
                </c:pt>
                <c:pt idx="14643">
                  <c:v>3.9719699999999998</c:v>
                </c:pt>
                <c:pt idx="14644">
                  <c:v>3.97227</c:v>
                </c:pt>
                <c:pt idx="14645">
                  <c:v>3.9725799999999998</c:v>
                </c:pt>
                <c:pt idx="14646">
                  <c:v>3.97288</c:v>
                </c:pt>
                <c:pt idx="14647">
                  <c:v>3.9731900000000002</c:v>
                </c:pt>
                <c:pt idx="14648">
                  <c:v>3.97349</c:v>
                </c:pt>
                <c:pt idx="14649">
                  <c:v>3.9738000000000002</c:v>
                </c:pt>
                <c:pt idx="14650">
                  <c:v>3.9741</c:v>
                </c:pt>
                <c:pt idx="14651">
                  <c:v>3.9744100000000002</c:v>
                </c:pt>
                <c:pt idx="14652">
                  <c:v>3.97472</c:v>
                </c:pt>
                <c:pt idx="14653">
                  <c:v>3.9750200000000002</c:v>
                </c:pt>
                <c:pt idx="14654">
                  <c:v>3.97533</c:v>
                </c:pt>
                <c:pt idx="14655">
                  <c:v>3.9756300000000002</c:v>
                </c:pt>
                <c:pt idx="14656">
                  <c:v>3.97594</c:v>
                </c:pt>
                <c:pt idx="14657">
                  <c:v>3.9762400000000002</c:v>
                </c:pt>
                <c:pt idx="14658">
                  <c:v>3.97655</c:v>
                </c:pt>
                <c:pt idx="14659">
                  <c:v>3.9768500000000002</c:v>
                </c:pt>
                <c:pt idx="14660">
                  <c:v>3.97716</c:v>
                </c:pt>
                <c:pt idx="14661">
                  <c:v>3.9774600000000002</c:v>
                </c:pt>
                <c:pt idx="14662">
                  <c:v>3.97777</c:v>
                </c:pt>
                <c:pt idx="14663">
                  <c:v>3.9780700000000002</c:v>
                </c:pt>
                <c:pt idx="14664">
                  <c:v>3.97838</c:v>
                </c:pt>
                <c:pt idx="14665">
                  <c:v>3.9786899999999998</c:v>
                </c:pt>
                <c:pt idx="14666">
                  <c:v>3.97899</c:v>
                </c:pt>
                <c:pt idx="14667">
                  <c:v>3.9792999999999998</c:v>
                </c:pt>
                <c:pt idx="14668">
                  <c:v>3.9796</c:v>
                </c:pt>
                <c:pt idx="14669">
                  <c:v>3.9799099999999998</c:v>
                </c:pt>
                <c:pt idx="14670">
                  <c:v>3.98021</c:v>
                </c:pt>
                <c:pt idx="14671">
                  <c:v>3.9805199999999998</c:v>
                </c:pt>
                <c:pt idx="14672">
                  <c:v>3.98082</c:v>
                </c:pt>
                <c:pt idx="14673">
                  <c:v>3.9811299999999998</c:v>
                </c:pt>
                <c:pt idx="14674">
                  <c:v>3.98143</c:v>
                </c:pt>
                <c:pt idx="14675">
                  <c:v>3.9817399999999998</c:v>
                </c:pt>
                <c:pt idx="14676">
                  <c:v>3.98204</c:v>
                </c:pt>
                <c:pt idx="14677">
                  <c:v>3.9823499999999998</c:v>
                </c:pt>
                <c:pt idx="14678">
                  <c:v>3.9826600000000001</c:v>
                </c:pt>
                <c:pt idx="14679">
                  <c:v>3.9829599999999998</c:v>
                </c:pt>
                <c:pt idx="14680">
                  <c:v>3.9832700000000001</c:v>
                </c:pt>
                <c:pt idx="14681">
                  <c:v>3.9835699999999998</c:v>
                </c:pt>
                <c:pt idx="14682">
                  <c:v>3.9838800000000001</c:v>
                </c:pt>
                <c:pt idx="14683">
                  <c:v>3.9841799999999998</c:v>
                </c:pt>
                <c:pt idx="14684">
                  <c:v>3.9844900000000001</c:v>
                </c:pt>
                <c:pt idx="14685">
                  <c:v>3.9847899999999998</c:v>
                </c:pt>
                <c:pt idx="14686">
                  <c:v>3.9851000000000001</c:v>
                </c:pt>
                <c:pt idx="14687">
                  <c:v>3.9853999999999998</c:v>
                </c:pt>
                <c:pt idx="14688">
                  <c:v>3.9857100000000001</c:v>
                </c:pt>
                <c:pt idx="14689">
                  <c:v>3.9860199999999999</c:v>
                </c:pt>
                <c:pt idx="14690">
                  <c:v>3.9863200000000001</c:v>
                </c:pt>
                <c:pt idx="14691">
                  <c:v>3.9866299999999999</c:v>
                </c:pt>
                <c:pt idx="14692">
                  <c:v>3.9869300000000001</c:v>
                </c:pt>
                <c:pt idx="14693">
                  <c:v>3.9872399999999999</c:v>
                </c:pt>
                <c:pt idx="14694">
                  <c:v>3.9875400000000001</c:v>
                </c:pt>
                <c:pt idx="14695">
                  <c:v>3.9878499999999999</c:v>
                </c:pt>
                <c:pt idx="14696">
                  <c:v>3.9881500000000001</c:v>
                </c:pt>
                <c:pt idx="14697">
                  <c:v>3.9884599999999999</c:v>
                </c:pt>
                <c:pt idx="14698">
                  <c:v>3.9887600000000001</c:v>
                </c:pt>
                <c:pt idx="14699">
                  <c:v>3.9890699999999999</c:v>
                </c:pt>
                <c:pt idx="14700">
                  <c:v>3.9893700000000001</c:v>
                </c:pt>
                <c:pt idx="14701">
                  <c:v>3.9896799999999999</c:v>
                </c:pt>
                <c:pt idx="14702">
                  <c:v>3.9899900000000001</c:v>
                </c:pt>
                <c:pt idx="14703">
                  <c:v>3.9902899999999999</c:v>
                </c:pt>
                <c:pt idx="14704">
                  <c:v>3.9906000000000001</c:v>
                </c:pt>
                <c:pt idx="14705">
                  <c:v>3.9908999999999999</c:v>
                </c:pt>
                <c:pt idx="14706">
                  <c:v>3.9912100000000001</c:v>
                </c:pt>
                <c:pt idx="14707">
                  <c:v>3.9915099999999999</c:v>
                </c:pt>
                <c:pt idx="14708">
                  <c:v>3.9918200000000001</c:v>
                </c:pt>
                <c:pt idx="14709">
                  <c:v>3.9921199999999999</c:v>
                </c:pt>
                <c:pt idx="14710">
                  <c:v>3.9924300000000001</c:v>
                </c:pt>
                <c:pt idx="14711">
                  <c:v>3.9927299999999999</c:v>
                </c:pt>
                <c:pt idx="14712">
                  <c:v>3.9930400000000001</c:v>
                </c:pt>
                <c:pt idx="14713">
                  <c:v>3.9933399999999999</c:v>
                </c:pt>
                <c:pt idx="14714">
                  <c:v>3.9936500000000001</c:v>
                </c:pt>
                <c:pt idx="14715">
                  <c:v>3.99396</c:v>
                </c:pt>
                <c:pt idx="14716">
                  <c:v>3.9942600000000001</c:v>
                </c:pt>
                <c:pt idx="14717">
                  <c:v>3.99457</c:v>
                </c:pt>
                <c:pt idx="14718">
                  <c:v>3.9948700000000001</c:v>
                </c:pt>
                <c:pt idx="14719">
                  <c:v>3.99518</c:v>
                </c:pt>
                <c:pt idx="14720">
                  <c:v>3.9954800000000001</c:v>
                </c:pt>
                <c:pt idx="14721">
                  <c:v>3.99579</c:v>
                </c:pt>
                <c:pt idx="14722">
                  <c:v>3.9960900000000001</c:v>
                </c:pt>
                <c:pt idx="14723">
                  <c:v>3.9964</c:v>
                </c:pt>
                <c:pt idx="14724">
                  <c:v>3.9967000000000001</c:v>
                </c:pt>
                <c:pt idx="14725">
                  <c:v>3.99701</c:v>
                </c:pt>
                <c:pt idx="14726">
                  <c:v>3.9973100000000001</c:v>
                </c:pt>
                <c:pt idx="14727">
                  <c:v>3.99762</c:v>
                </c:pt>
                <c:pt idx="14728">
                  <c:v>3.9979300000000002</c:v>
                </c:pt>
                <c:pt idx="14729">
                  <c:v>3.99823</c:v>
                </c:pt>
                <c:pt idx="14730">
                  <c:v>3.9985400000000002</c:v>
                </c:pt>
                <c:pt idx="14731">
                  <c:v>3.99884</c:v>
                </c:pt>
                <c:pt idx="14732">
                  <c:v>3.9991500000000002</c:v>
                </c:pt>
                <c:pt idx="14733">
                  <c:v>3.9994499999999999</c:v>
                </c:pt>
                <c:pt idx="14734">
                  <c:v>3.9997600000000002</c:v>
                </c:pt>
                <c:pt idx="14735">
                  <c:v>4.0000600000000004</c:v>
                </c:pt>
                <c:pt idx="14736">
                  <c:v>4.0003700000000002</c:v>
                </c:pt>
                <c:pt idx="14737">
                  <c:v>4.0006700000000004</c:v>
                </c:pt>
                <c:pt idx="14738">
                  <c:v>4.0009800000000002</c:v>
                </c:pt>
                <c:pt idx="14739">
                  <c:v>4.00129</c:v>
                </c:pt>
                <c:pt idx="14740">
                  <c:v>4.0015900000000002</c:v>
                </c:pt>
                <c:pt idx="14741">
                  <c:v>4.0019</c:v>
                </c:pt>
                <c:pt idx="14742">
                  <c:v>4.0022000000000002</c:v>
                </c:pt>
                <c:pt idx="14743">
                  <c:v>4.00251</c:v>
                </c:pt>
                <c:pt idx="14744">
                  <c:v>4.0028100000000002</c:v>
                </c:pt>
                <c:pt idx="14745">
                  <c:v>4.00312</c:v>
                </c:pt>
                <c:pt idx="14746">
                  <c:v>4.0034200000000002</c:v>
                </c:pt>
                <c:pt idx="14747">
                  <c:v>4.00373</c:v>
                </c:pt>
                <c:pt idx="14748">
                  <c:v>4.0040300000000002</c:v>
                </c:pt>
                <c:pt idx="14749">
                  <c:v>4.00434</c:v>
                </c:pt>
                <c:pt idx="14750">
                  <c:v>4.0046400000000002</c:v>
                </c:pt>
                <c:pt idx="14751">
                  <c:v>4.00495</c:v>
                </c:pt>
                <c:pt idx="14752">
                  <c:v>4.0052599999999998</c:v>
                </c:pt>
                <c:pt idx="14753">
                  <c:v>4.00556</c:v>
                </c:pt>
                <c:pt idx="14754">
                  <c:v>4.0058699999999998</c:v>
                </c:pt>
                <c:pt idx="14755">
                  <c:v>4.00617</c:v>
                </c:pt>
                <c:pt idx="14756">
                  <c:v>4.0064799999999998</c:v>
                </c:pt>
                <c:pt idx="14757">
                  <c:v>4.00678</c:v>
                </c:pt>
                <c:pt idx="14758">
                  <c:v>4.0070899999999998</c:v>
                </c:pt>
                <c:pt idx="14759">
                  <c:v>4.00739</c:v>
                </c:pt>
                <c:pt idx="14760">
                  <c:v>4.0076999999999998</c:v>
                </c:pt>
                <c:pt idx="14761">
                  <c:v>4.008</c:v>
                </c:pt>
                <c:pt idx="14762">
                  <c:v>4.0083099999999998</c:v>
                </c:pt>
                <c:pt idx="14763">
                  <c:v>4.00861</c:v>
                </c:pt>
                <c:pt idx="14764">
                  <c:v>4.0089199999999998</c:v>
                </c:pt>
                <c:pt idx="14765">
                  <c:v>4.0092299999999996</c:v>
                </c:pt>
                <c:pt idx="14766">
                  <c:v>4.0095299999999998</c:v>
                </c:pt>
                <c:pt idx="14767">
                  <c:v>4.0098399999999996</c:v>
                </c:pt>
                <c:pt idx="14768">
                  <c:v>4.0101399999999998</c:v>
                </c:pt>
                <c:pt idx="14769">
                  <c:v>4.0104499999999996</c:v>
                </c:pt>
                <c:pt idx="14770">
                  <c:v>4.0107499999999998</c:v>
                </c:pt>
                <c:pt idx="14771">
                  <c:v>4.0110599999999996</c:v>
                </c:pt>
                <c:pt idx="14772">
                  <c:v>4.0113599999999998</c:v>
                </c:pt>
                <c:pt idx="14773">
                  <c:v>4.0116699999999996</c:v>
                </c:pt>
                <c:pt idx="14774">
                  <c:v>4.0119699999999998</c:v>
                </c:pt>
                <c:pt idx="14775">
                  <c:v>4.0122799999999996</c:v>
                </c:pt>
                <c:pt idx="14776">
                  <c:v>4.0125799999999998</c:v>
                </c:pt>
                <c:pt idx="14777">
                  <c:v>4.0128899999999996</c:v>
                </c:pt>
                <c:pt idx="14778">
                  <c:v>4.0132000000000003</c:v>
                </c:pt>
                <c:pt idx="14779">
                  <c:v>4.0134999999999996</c:v>
                </c:pt>
                <c:pt idx="14780">
                  <c:v>4.0138100000000003</c:v>
                </c:pt>
                <c:pt idx="14781">
                  <c:v>4.0141099999999996</c:v>
                </c:pt>
                <c:pt idx="14782">
                  <c:v>4.0144200000000003</c:v>
                </c:pt>
                <c:pt idx="14783">
                  <c:v>4.0147199999999996</c:v>
                </c:pt>
                <c:pt idx="14784">
                  <c:v>4.0150300000000003</c:v>
                </c:pt>
                <c:pt idx="14785">
                  <c:v>4.0153299999999996</c:v>
                </c:pt>
                <c:pt idx="14786">
                  <c:v>4.0156400000000003</c:v>
                </c:pt>
                <c:pt idx="14787">
                  <c:v>4.0159399999999996</c:v>
                </c:pt>
                <c:pt idx="14788">
                  <c:v>4.0162500000000003</c:v>
                </c:pt>
                <c:pt idx="14789">
                  <c:v>4.0165499999999996</c:v>
                </c:pt>
                <c:pt idx="14790">
                  <c:v>4.0168600000000003</c:v>
                </c:pt>
                <c:pt idx="14791">
                  <c:v>4.0171700000000001</c:v>
                </c:pt>
                <c:pt idx="14792">
                  <c:v>4.0174700000000003</c:v>
                </c:pt>
                <c:pt idx="14793">
                  <c:v>4.0177800000000001</c:v>
                </c:pt>
                <c:pt idx="14794">
                  <c:v>4.0180800000000003</c:v>
                </c:pt>
                <c:pt idx="14795">
                  <c:v>4.0183900000000001</c:v>
                </c:pt>
                <c:pt idx="14796">
                  <c:v>4.0186900000000003</c:v>
                </c:pt>
                <c:pt idx="14797">
                  <c:v>4.0190000000000001</c:v>
                </c:pt>
                <c:pt idx="14798">
                  <c:v>4.0193000000000003</c:v>
                </c:pt>
                <c:pt idx="14799">
                  <c:v>4.0196100000000001</c:v>
                </c:pt>
                <c:pt idx="14800">
                  <c:v>4.0199100000000003</c:v>
                </c:pt>
                <c:pt idx="14801">
                  <c:v>4.0202200000000001</c:v>
                </c:pt>
                <c:pt idx="14802">
                  <c:v>4.0205299999999999</c:v>
                </c:pt>
                <c:pt idx="14803">
                  <c:v>4.0208300000000001</c:v>
                </c:pt>
                <c:pt idx="14804">
                  <c:v>4.0211399999999999</c:v>
                </c:pt>
                <c:pt idx="14805">
                  <c:v>4.0214400000000001</c:v>
                </c:pt>
                <c:pt idx="14806">
                  <c:v>4.0217499999999999</c:v>
                </c:pt>
                <c:pt idx="14807">
                  <c:v>4.0220500000000001</c:v>
                </c:pt>
                <c:pt idx="14808">
                  <c:v>4.0223599999999999</c:v>
                </c:pt>
                <c:pt idx="14809">
                  <c:v>4.0226600000000001</c:v>
                </c:pt>
                <c:pt idx="14810">
                  <c:v>4.0229699999999999</c:v>
                </c:pt>
                <c:pt idx="14811">
                  <c:v>4.0232700000000001</c:v>
                </c:pt>
                <c:pt idx="14812">
                  <c:v>4.0235799999999999</c:v>
                </c:pt>
                <c:pt idx="14813">
                  <c:v>4.0238800000000001</c:v>
                </c:pt>
                <c:pt idx="14814">
                  <c:v>4.0241899999999999</c:v>
                </c:pt>
                <c:pt idx="14815">
                  <c:v>4.0244999999999997</c:v>
                </c:pt>
                <c:pt idx="14816">
                  <c:v>4.0247999999999999</c:v>
                </c:pt>
                <c:pt idx="14817">
                  <c:v>4.0251099999999997</c:v>
                </c:pt>
                <c:pt idx="14818">
                  <c:v>4.0254099999999999</c:v>
                </c:pt>
                <c:pt idx="14819">
                  <c:v>4.0257199999999997</c:v>
                </c:pt>
                <c:pt idx="14820">
                  <c:v>4.0260199999999999</c:v>
                </c:pt>
                <c:pt idx="14821">
                  <c:v>4.0263299999999997</c:v>
                </c:pt>
                <c:pt idx="14822">
                  <c:v>4.0266299999999999</c:v>
                </c:pt>
                <c:pt idx="14823">
                  <c:v>4.0269399999999997</c:v>
                </c:pt>
                <c:pt idx="14824">
                  <c:v>4.0272399999999999</c:v>
                </c:pt>
                <c:pt idx="14825">
                  <c:v>4.0275499999999997</c:v>
                </c:pt>
                <c:pt idx="14826">
                  <c:v>4.0278499999999999</c:v>
                </c:pt>
                <c:pt idx="14827">
                  <c:v>4.0281599999999997</c:v>
                </c:pt>
                <c:pt idx="14828">
                  <c:v>4.0284700000000004</c:v>
                </c:pt>
                <c:pt idx="14829">
                  <c:v>4.0287699999999997</c:v>
                </c:pt>
                <c:pt idx="14830">
                  <c:v>4.0290800000000004</c:v>
                </c:pt>
                <c:pt idx="14831">
                  <c:v>4.0293799999999997</c:v>
                </c:pt>
                <c:pt idx="14832">
                  <c:v>4.0296900000000004</c:v>
                </c:pt>
                <c:pt idx="14833">
                  <c:v>4.0299899999999997</c:v>
                </c:pt>
                <c:pt idx="14834">
                  <c:v>4.0303000000000004</c:v>
                </c:pt>
                <c:pt idx="14835">
                  <c:v>4.0305999999999997</c:v>
                </c:pt>
                <c:pt idx="14836">
                  <c:v>4.0309100000000004</c:v>
                </c:pt>
                <c:pt idx="14837">
                  <c:v>4.0312099999999997</c:v>
                </c:pt>
                <c:pt idx="14838">
                  <c:v>4.0315200000000004</c:v>
                </c:pt>
                <c:pt idx="14839">
                  <c:v>4.0318199999999997</c:v>
                </c:pt>
                <c:pt idx="14840">
                  <c:v>4.0321300000000004</c:v>
                </c:pt>
                <c:pt idx="14841">
                  <c:v>4.0324400000000002</c:v>
                </c:pt>
                <c:pt idx="14842">
                  <c:v>4.0327400000000004</c:v>
                </c:pt>
                <c:pt idx="14843">
                  <c:v>4.0330500000000002</c:v>
                </c:pt>
                <c:pt idx="14844">
                  <c:v>4.0333500000000004</c:v>
                </c:pt>
                <c:pt idx="14845">
                  <c:v>4.0336600000000002</c:v>
                </c:pt>
                <c:pt idx="14846">
                  <c:v>4.0339600000000004</c:v>
                </c:pt>
                <c:pt idx="14847">
                  <c:v>4.0342700000000002</c:v>
                </c:pt>
                <c:pt idx="14848">
                  <c:v>4.0345700000000004</c:v>
                </c:pt>
                <c:pt idx="14849">
                  <c:v>4.0348800000000002</c:v>
                </c:pt>
                <c:pt idx="14850">
                  <c:v>4.0351800000000004</c:v>
                </c:pt>
                <c:pt idx="14851">
                  <c:v>4.0354900000000002</c:v>
                </c:pt>
                <c:pt idx="14852">
                  <c:v>4.0357900000000004</c:v>
                </c:pt>
                <c:pt idx="14853">
                  <c:v>4.0361000000000002</c:v>
                </c:pt>
                <c:pt idx="14854">
                  <c:v>4.0364100000000001</c:v>
                </c:pt>
                <c:pt idx="14855">
                  <c:v>4.0367100000000002</c:v>
                </c:pt>
                <c:pt idx="14856">
                  <c:v>4.0370200000000001</c:v>
                </c:pt>
                <c:pt idx="14857">
                  <c:v>4.0373200000000002</c:v>
                </c:pt>
                <c:pt idx="14858">
                  <c:v>4.0376300000000001</c:v>
                </c:pt>
                <c:pt idx="14859">
                  <c:v>4.0379300000000002</c:v>
                </c:pt>
                <c:pt idx="14860">
                  <c:v>4.0382400000000001</c:v>
                </c:pt>
                <c:pt idx="14861">
                  <c:v>4.0385400000000002</c:v>
                </c:pt>
                <c:pt idx="14862">
                  <c:v>4.0388500000000001</c:v>
                </c:pt>
                <c:pt idx="14863">
                  <c:v>4.0391500000000002</c:v>
                </c:pt>
                <c:pt idx="14864">
                  <c:v>4.0394600000000001</c:v>
                </c:pt>
                <c:pt idx="14865">
                  <c:v>4.0397699999999999</c:v>
                </c:pt>
                <c:pt idx="14866">
                  <c:v>4.0400700000000001</c:v>
                </c:pt>
                <c:pt idx="14867">
                  <c:v>4.0403799999999999</c:v>
                </c:pt>
                <c:pt idx="14868">
                  <c:v>4.04068</c:v>
                </c:pt>
                <c:pt idx="14869">
                  <c:v>4.0409899999999999</c:v>
                </c:pt>
                <c:pt idx="14870">
                  <c:v>4.04129</c:v>
                </c:pt>
                <c:pt idx="14871">
                  <c:v>4.0415999999999999</c:v>
                </c:pt>
                <c:pt idx="14872">
                  <c:v>4.0419</c:v>
                </c:pt>
                <c:pt idx="14873">
                  <c:v>4.0422099999999999</c:v>
                </c:pt>
                <c:pt idx="14874">
                  <c:v>4.04251</c:v>
                </c:pt>
                <c:pt idx="14875">
                  <c:v>4.0428199999999999</c:v>
                </c:pt>
                <c:pt idx="14876">
                  <c:v>4.04312</c:v>
                </c:pt>
                <c:pt idx="14877">
                  <c:v>4.0434299999999999</c:v>
                </c:pt>
                <c:pt idx="14878">
                  <c:v>4.0437399999999997</c:v>
                </c:pt>
                <c:pt idx="14879">
                  <c:v>4.0440399999999999</c:v>
                </c:pt>
                <c:pt idx="14880">
                  <c:v>4.0443499999999997</c:v>
                </c:pt>
                <c:pt idx="14881">
                  <c:v>4.0446499999999999</c:v>
                </c:pt>
                <c:pt idx="14882">
                  <c:v>4.0449599999999997</c:v>
                </c:pt>
                <c:pt idx="14883">
                  <c:v>4.0452599999999999</c:v>
                </c:pt>
                <c:pt idx="14884">
                  <c:v>4.0455699999999997</c:v>
                </c:pt>
                <c:pt idx="14885">
                  <c:v>4.0458699999999999</c:v>
                </c:pt>
                <c:pt idx="14886">
                  <c:v>4.0461799999999997</c:v>
                </c:pt>
                <c:pt idx="14887">
                  <c:v>4.0464799999999999</c:v>
                </c:pt>
                <c:pt idx="14888">
                  <c:v>4.0467899999999997</c:v>
                </c:pt>
                <c:pt idx="14889">
                  <c:v>4.0470899999999999</c:v>
                </c:pt>
                <c:pt idx="14890">
                  <c:v>4.0473999999999997</c:v>
                </c:pt>
                <c:pt idx="14891">
                  <c:v>4.0477100000000004</c:v>
                </c:pt>
                <c:pt idx="14892">
                  <c:v>4.0480099999999997</c:v>
                </c:pt>
                <c:pt idx="14893">
                  <c:v>4.0483200000000004</c:v>
                </c:pt>
                <c:pt idx="14894">
                  <c:v>4.0486199999999997</c:v>
                </c:pt>
                <c:pt idx="14895">
                  <c:v>4.0489300000000004</c:v>
                </c:pt>
                <c:pt idx="14896">
                  <c:v>4.0492299999999997</c:v>
                </c:pt>
                <c:pt idx="14897">
                  <c:v>4.0495400000000004</c:v>
                </c:pt>
                <c:pt idx="14898">
                  <c:v>4.0498399999999997</c:v>
                </c:pt>
                <c:pt idx="14899">
                  <c:v>4.0501500000000004</c:v>
                </c:pt>
                <c:pt idx="14900">
                  <c:v>4.0504499999999997</c:v>
                </c:pt>
                <c:pt idx="14901">
                  <c:v>4.0507600000000004</c:v>
                </c:pt>
                <c:pt idx="14902">
                  <c:v>4.0510599999999997</c:v>
                </c:pt>
                <c:pt idx="14903">
                  <c:v>4.0513700000000004</c:v>
                </c:pt>
                <c:pt idx="14904">
                  <c:v>4.0516800000000002</c:v>
                </c:pt>
                <c:pt idx="14905">
                  <c:v>4.0519800000000004</c:v>
                </c:pt>
                <c:pt idx="14906">
                  <c:v>4.0522900000000002</c:v>
                </c:pt>
                <c:pt idx="14907">
                  <c:v>4.0525900000000004</c:v>
                </c:pt>
                <c:pt idx="14908">
                  <c:v>4.0529000000000002</c:v>
                </c:pt>
                <c:pt idx="14909">
                  <c:v>4.0532000000000004</c:v>
                </c:pt>
                <c:pt idx="14910">
                  <c:v>4.0535100000000002</c:v>
                </c:pt>
                <c:pt idx="14911">
                  <c:v>4.0538100000000004</c:v>
                </c:pt>
                <c:pt idx="14912">
                  <c:v>4.0541200000000002</c:v>
                </c:pt>
                <c:pt idx="14913">
                  <c:v>4.0544200000000004</c:v>
                </c:pt>
                <c:pt idx="14914">
                  <c:v>4.0547300000000002</c:v>
                </c:pt>
                <c:pt idx="14915">
                  <c:v>4.05504</c:v>
                </c:pt>
                <c:pt idx="14916">
                  <c:v>4.0553400000000002</c:v>
                </c:pt>
                <c:pt idx="14917">
                  <c:v>4.05565</c:v>
                </c:pt>
                <c:pt idx="14918">
                  <c:v>4.0559500000000002</c:v>
                </c:pt>
                <c:pt idx="14919">
                  <c:v>4.05626</c:v>
                </c:pt>
                <c:pt idx="14920">
                  <c:v>4.0565600000000002</c:v>
                </c:pt>
                <c:pt idx="14921">
                  <c:v>4.05687</c:v>
                </c:pt>
                <c:pt idx="14922">
                  <c:v>4.0571700000000002</c:v>
                </c:pt>
                <c:pt idx="14923">
                  <c:v>4.05748</c:v>
                </c:pt>
                <c:pt idx="14924">
                  <c:v>4.0577800000000002</c:v>
                </c:pt>
                <c:pt idx="14925">
                  <c:v>4.05809</c:v>
                </c:pt>
                <c:pt idx="14926">
                  <c:v>4.0583900000000002</c:v>
                </c:pt>
                <c:pt idx="14927">
                  <c:v>4.0587</c:v>
                </c:pt>
                <c:pt idx="14928">
                  <c:v>4.0590099999999998</c:v>
                </c:pt>
                <c:pt idx="14929">
                  <c:v>4.05931</c:v>
                </c:pt>
                <c:pt idx="14930">
                  <c:v>4.0596199999999998</c:v>
                </c:pt>
                <c:pt idx="14931">
                  <c:v>4.05992</c:v>
                </c:pt>
                <c:pt idx="14932">
                  <c:v>4.0602299999999998</c:v>
                </c:pt>
                <c:pt idx="14933">
                  <c:v>4.06053</c:v>
                </c:pt>
                <c:pt idx="14934">
                  <c:v>4.0608399999999998</c:v>
                </c:pt>
                <c:pt idx="14935">
                  <c:v>4.06114</c:v>
                </c:pt>
                <c:pt idx="14936">
                  <c:v>4.0614499999999998</c:v>
                </c:pt>
                <c:pt idx="14937">
                  <c:v>4.06175</c:v>
                </c:pt>
                <c:pt idx="14938">
                  <c:v>4.0620599999999998</c:v>
                </c:pt>
                <c:pt idx="14939">
                  <c:v>4.06236</c:v>
                </c:pt>
                <c:pt idx="14940">
                  <c:v>4.0626699999999998</c:v>
                </c:pt>
                <c:pt idx="14941">
                  <c:v>4.0629799999999996</c:v>
                </c:pt>
                <c:pt idx="14942">
                  <c:v>4.0632799999999998</c:v>
                </c:pt>
                <c:pt idx="14943">
                  <c:v>4.0635899999999996</c:v>
                </c:pt>
                <c:pt idx="14944">
                  <c:v>4.0638899999999998</c:v>
                </c:pt>
                <c:pt idx="14945">
                  <c:v>4.0641999999999996</c:v>
                </c:pt>
                <c:pt idx="14946">
                  <c:v>4.0644999999999998</c:v>
                </c:pt>
                <c:pt idx="14947">
                  <c:v>4.0648099999999996</c:v>
                </c:pt>
                <c:pt idx="14948">
                  <c:v>4.0651099999999998</c:v>
                </c:pt>
                <c:pt idx="14949">
                  <c:v>4.0654199999999996</c:v>
                </c:pt>
                <c:pt idx="14950">
                  <c:v>4.0657199999999998</c:v>
                </c:pt>
                <c:pt idx="14951">
                  <c:v>4.0660299999999996</c:v>
                </c:pt>
                <c:pt idx="14952">
                  <c:v>4.0663299999999998</c:v>
                </c:pt>
                <c:pt idx="14953">
                  <c:v>4.0666399999999996</c:v>
                </c:pt>
                <c:pt idx="14954">
                  <c:v>4.0669500000000003</c:v>
                </c:pt>
                <c:pt idx="14955">
                  <c:v>4.0672499999999996</c:v>
                </c:pt>
                <c:pt idx="14956">
                  <c:v>4.0675600000000003</c:v>
                </c:pt>
                <c:pt idx="14957">
                  <c:v>4.0678599999999996</c:v>
                </c:pt>
                <c:pt idx="14958">
                  <c:v>4.0681700000000003</c:v>
                </c:pt>
                <c:pt idx="14959">
                  <c:v>4.0684699999999996</c:v>
                </c:pt>
                <c:pt idx="14960">
                  <c:v>4.0687800000000003</c:v>
                </c:pt>
                <c:pt idx="14961">
                  <c:v>4.0690799999999996</c:v>
                </c:pt>
                <c:pt idx="14962">
                  <c:v>4.0693900000000003</c:v>
                </c:pt>
                <c:pt idx="14963">
                  <c:v>4.0696899999999996</c:v>
                </c:pt>
                <c:pt idx="14964">
                  <c:v>4.07</c:v>
                </c:pt>
                <c:pt idx="14965">
                  <c:v>4.0702999999999996</c:v>
                </c:pt>
                <c:pt idx="14966">
                  <c:v>4.0706100000000003</c:v>
                </c:pt>
                <c:pt idx="14967">
                  <c:v>4.0709200000000001</c:v>
                </c:pt>
                <c:pt idx="14968">
                  <c:v>4.0712200000000003</c:v>
                </c:pt>
                <c:pt idx="14969">
                  <c:v>4.0715300000000001</c:v>
                </c:pt>
                <c:pt idx="14970">
                  <c:v>4.0718300000000003</c:v>
                </c:pt>
                <c:pt idx="14971">
                  <c:v>4.0721400000000001</c:v>
                </c:pt>
                <c:pt idx="14972">
                  <c:v>4.0724400000000003</c:v>
                </c:pt>
                <c:pt idx="14973">
                  <c:v>4.0727500000000001</c:v>
                </c:pt>
                <c:pt idx="14974">
                  <c:v>4.0730500000000003</c:v>
                </c:pt>
                <c:pt idx="14975">
                  <c:v>4.0733600000000001</c:v>
                </c:pt>
                <c:pt idx="14976">
                  <c:v>4.0736600000000003</c:v>
                </c:pt>
                <c:pt idx="14977">
                  <c:v>4.0739700000000001</c:v>
                </c:pt>
                <c:pt idx="14978">
                  <c:v>4.0742799999999999</c:v>
                </c:pt>
                <c:pt idx="14979">
                  <c:v>4.0745800000000001</c:v>
                </c:pt>
                <c:pt idx="14980">
                  <c:v>4.0748899999999999</c:v>
                </c:pt>
                <c:pt idx="14981">
                  <c:v>4.0751900000000001</c:v>
                </c:pt>
                <c:pt idx="14982">
                  <c:v>4.0754999999999999</c:v>
                </c:pt>
                <c:pt idx="14983">
                  <c:v>4.0758000000000001</c:v>
                </c:pt>
                <c:pt idx="14984">
                  <c:v>4.0761099999999999</c:v>
                </c:pt>
                <c:pt idx="14985">
                  <c:v>4.0764100000000001</c:v>
                </c:pt>
                <c:pt idx="14986">
                  <c:v>4.0767199999999999</c:v>
                </c:pt>
                <c:pt idx="14987">
                  <c:v>4.0770200000000001</c:v>
                </c:pt>
                <c:pt idx="14988">
                  <c:v>4.0773299999999999</c:v>
                </c:pt>
                <c:pt idx="14989">
                  <c:v>4.0776300000000001</c:v>
                </c:pt>
                <c:pt idx="14990">
                  <c:v>4.0779399999999999</c:v>
                </c:pt>
                <c:pt idx="14991">
                  <c:v>4.0782499999999997</c:v>
                </c:pt>
                <c:pt idx="14992">
                  <c:v>4.0785499999999999</c:v>
                </c:pt>
                <c:pt idx="14993">
                  <c:v>4.0788599999999997</c:v>
                </c:pt>
                <c:pt idx="14994">
                  <c:v>4.0791599999999999</c:v>
                </c:pt>
                <c:pt idx="14995">
                  <c:v>4.0794699999999997</c:v>
                </c:pt>
                <c:pt idx="14996">
                  <c:v>4.0797699999999999</c:v>
                </c:pt>
                <c:pt idx="14997">
                  <c:v>4.0800799999999997</c:v>
                </c:pt>
                <c:pt idx="14998">
                  <c:v>4.0803799999999999</c:v>
                </c:pt>
                <c:pt idx="14999">
                  <c:v>4.0806899999999997</c:v>
                </c:pt>
                <c:pt idx="15000">
                  <c:v>4.0809899999999999</c:v>
                </c:pt>
                <c:pt idx="15001">
                  <c:v>4.0812999999999997</c:v>
                </c:pt>
                <c:pt idx="15002">
                  <c:v>4.0815999999999999</c:v>
                </c:pt>
                <c:pt idx="15003">
                  <c:v>4.0819099999999997</c:v>
                </c:pt>
                <c:pt idx="15004">
                  <c:v>4.0822200000000004</c:v>
                </c:pt>
                <c:pt idx="15005">
                  <c:v>4.0825199999999997</c:v>
                </c:pt>
                <c:pt idx="15006">
                  <c:v>4.0828300000000004</c:v>
                </c:pt>
                <c:pt idx="15007">
                  <c:v>4.0831299999999997</c:v>
                </c:pt>
                <c:pt idx="15008">
                  <c:v>4.0834400000000004</c:v>
                </c:pt>
                <c:pt idx="15009">
                  <c:v>4.0837399999999997</c:v>
                </c:pt>
                <c:pt idx="15010">
                  <c:v>4.0840500000000004</c:v>
                </c:pt>
                <c:pt idx="15011">
                  <c:v>4.0843499999999997</c:v>
                </c:pt>
                <c:pt idx="15012">
                  <c:v>4.0846600000000004</c:v>
                </c:pt>
                <c:pt idx="15013">
                  <c:v>4.0849599999999997</c:v>
                </c:pt>
                <c:pt idx="15014">
                  <c:v>4.0852700000000004</c:v>
                </c:pt>
                <c:pt idx="15015">
                  <c:v>4.0855699999999997</c:v>
                </c:pt>
                <c:pt idx="15016">
                  <c:v>4.0858800000000004</c:v>
                </c:pt>
                <c:pt idx="15017">
                  <c:v>4.0861900000000002</c:v>
                </c:pt>
                <c:pt idx="15018">
                  <c:v>4.0864900000000004</c:v>
                </c:pt>
                <c:pt idx="15019">
                  <c:v>4.0868000000000002</c:v>
                </c:pt>
                <c:pt idx="15020">
                  <c:v>4.0871000000000004</c:v>
                </c:pt>
                <c:pt idx="15021">
                  <c:v>4.0874100000000002</c:v>
                </c:pt>
                <c:pt idx="15022">
                  <c:v>4.0877100000000004</c:v>
                </c:pt>
                <c:pt idx="15023">
                  <c:v>4.0880200000000002</c:v>
                </c:pt>
                <c:pt idx="15024">
                  <c:v>4.0883200000000004</c:v>
                </c:pt>
                <c:pt idx="15025">
                  <c:v>4.0886300000000002</c:v>
                </c:pt>
                <c:pt idx="15026">
                  <c:v>4.0889300000000004</c:v>
                </c:pt>
                <c:pt idx="15027">
                  <c:v>4.0892400000000002</c:v>
                </c:pt>
                <c:pt idx="15028">
                  <c:v>4.0895400000000004</c:v>
                </c:pt>
                <c:pt idx="15029">
                  <c:v>4.0898500000000002</c:v>
                </c:pt>
                <c:pt idx="15030">
                  <c:v>4.09016</c:v>
                </c:pt>
                <c:pt idx="15031">
                  <c:v>4.0904600000000002</c:v>
                </c:pt>
                <c:pt idx="15032">
                  <c:v>4.09077</c:v>
                </c:pt>
                <c:pt idx="15033">
                  <c:v>4.0910700000000002</c:v>
                </c:pt>
                <c:pt idx="15034">
                  <c:v>4.09138</c:v>
                </c:pt>
                <c:pt idx="15035">
                  <c:v>4.0916800000000002</c:v>
                </c:pt>
                <c:pt idx="15036">
                  <c:v>4.09199</c:v>
                </c:pt>
                <c:pt idx="15037">
                  <c:v>4.0922900000000002</c:v>
                </c:pt>
                <c:pt idx="15038">
                  <c:v>4.0926</c:v>
                </c:pt>
                <c:pt idx="15039">
                  <c:v>4.0929000000000002</c:v>
                </c:pt>
                <c:pt idx="15040">
                  <c:v>4.09321</c:v>
                </c:pt>
                <c:pt idx="15041">
                  <c:v>4.0935199999999998</c:v>
                </c:pt>
                <c:pt idx="15042">
                  <c:v>4.09382</c:v>
                </c:pt>
                <c:pt idx="15043">
                  <c:v>4.0941299999999998</c:v>
                </c:pt>
                <c:pt idx="15044">
                  <c:v>4.09443</c:v>
                </c:pt>
                <c:pt idx="15045">
                  <c:v>4.0947399999999998</c:v>
                </c:pt>
                <c:pt idx="15046">
                  <c:v>4.09504</c:v>
                </c:pt>
                <c:pt idx="15047">
                  <c:v>4.0953499999999998</c:v>
                </c:pt>
                <c:pt idx="15048">
                  <c:v>4.09565</c:v>
                </c:pt>
                <c:pt idx="15049">
                  <c:v>4.0959599999999998</c:v>
                </c:pt>
                <c:pt idx="15050">
                  <c:v>4.09626</c:v>
                </c:pt>
                <c:pt idx="15051">
                  <c:v>4.0965699999999998</c:v>
                </c:pt>
                <c:pt idx="15052">
                  <c:v>4.09687</c:v>
                </c:pt>
                <c:pt idx="15053">
                  <c:v>4.0971799999999998</c:v>
                </c:pt>
                <c:pt idx="15054">
                  <c:v>4.0974899999999996</c:v>
                </c:pt>
                <c:pt idx="15055">
                  <c:v>4.0977899999999998</c:v>
                </c:pt>
                <c:pt idx="15056">
                  <c:v>4.0980999999999996</c:v>
                </c:pt>
                <c:pt idx="15057">
                  <c:v>4.0983999999999998</c:v>
                </c:pt>
                <c:pt idx="15058">
                  <c:v>4.0987099999999996</c:v>
                </c:pt>
                <c:pt idx="15059">
                  <c:v>4.0990099999999998</c:v>
                </c:pt>
                <c:pt idx="15060">
                  <c:v>4.0993199999999996</c:v>
                </c:pt>
                <c:pt idx="15061">
                  <c:v>4.0996199999999998</c:v>
                </c:pt>
                <c:pt idx="15062">
                  <c:v>4.0999299999999996</c:v>
                </c:pt>
                <c:pt idx="15063">
                  <c:v>4.1002299999999998</c:v>
                </c:pt>
                <c:pt idx="15064">
                  <c:v>4.1005399999999996</c:v>
                </c:pt>
                <c:pt idx="15065">
                  <c:v>4.1008399999999998</c:v>
                </c:pt>
                <c:pt idx="15066">
                  <c:v>4.1011499999999996</c:v>
                </c:pt>
                <c:pt idx="15067">
                  <c:v>4.1014600000000003</c:v>
                </c:pt>
                <c:pt idx="15068">
                  <c:v>4.1017599999999996</c:v>
                </c:pt>
                <c:pt idx="15069">
                  <c:v>4.1020700000000003</c:v>
                </c:pt>
                <c:pt idx="15070">
                  <c:v>4.1023699999999996</c:v>
                </c:pt>
                <c:pt idx="15071">
                  <c:v>4.1026800000000003</c:v>
                </c:pt>
                <c:pt idx="15072">
                  <c:v>4.1029799999999996</c:v>
                </c:pt>
                <c:pt idx="15073">
                  <c:v>4.1032900000000003</c:v>
                </c:pt>
                <c:pt idx="15074">
                  <c:v>4.1035899999999996</c:v>
                </c:pt>
                <c:pt idx="15075">
                  <c:v>4.1039000000000003</c:v>
                </c:pt>
                <c:pt idx="15076">
                  <c:v>4.1041999999999996</c:v>
                </c:pt>
                <c:pt idx="15077">
                  <c:v>4.1045100000000003</c:v>
                </c:pt>
                <c:pt idx="15078">
                  <c:v>4.1048099999999996</c:v>
                </c:pt>
                <c:pt idx="15079">
                  <c:v>4.1051200000000003</c:v>
                </c:pt>
                <c:pt idx="15080">
                  <c:v>4.1054300000000001</c:v>
                </c:pt>
                <c:pt idx="15081">
                  <c:v>4.1057300000000003</c:v>
                </c:pt>
                <c:pt idx="15082">
                  <c:v>4.1060400000000001</c:v>
                </c:pt>
                <c:pt idx="15083">
                  <c:v>4.1063400000000003</c:v>
                </c:pt>
                <c:pt idx="15084">
                  <c:v>4.1066500000000001</c:v>
                </c:pt>
                <c:pt idx="15085">
                  <c:v>4.1069500000000003</c:v>
                </c:pt>
                <c:pt idx="15086">
                  <c:v>4.1072600000000001</c:v>
                </c:pt>
                <c:pt idx="15087">
                  <c:v>4.1075600000000003</c:v>
                </c:pt>
                <c:pt idx="15088">
                  <c:v>4.1078700000000001</c:v>
                </c:pt>
                <c:pt idx="15089">
                  <c:v>4.1081700000000003</c:v>
                </c:pt>
                <c:pt idx="15090">
                  <c:v>4.1084800000000001</c:v>
                </c:pt>
                <c:pt idx="15091">
                  <c:v>4.1087899999999999</c:v>
                </c:pt>
                <c:pt idx="15092">
                  <c:v>4.1090900000000001</c:v>
                </c:pt>
                <c:pt idx="15093">
                  <c:v>4.1093999999999999</c:v>
                </c:pt>
                <c:pt idx="15094">
                  <c:v>4.1097000000000001</c:v>
                </c:pt>
                <c:pt idx="15095">
                  <c:v>4.1100099999999999</c:v>
                </c:pt>
                <c:pt idx="15096">
                  <c:v>4.1103100000000001</c:v>
                </c:pt>
                <c:pt idx="15097">
                  <c:v>4.1106199999999999</c:v>
                </c:pt>
                <c:pt idx="15098">
                  <c:v>4.1109200000000001</c:v>
                </c:pt>
                <c:pt idx="15099">
                  <c:v>4.1112299999999999</c:v>
                </c:pt>
                <c:pt idx="15100">
                  <c:v>4.1115300000000001</c:v>
                </c:pt>
                <c:pt idx="15101">
                  <c:v>4.1118399999999999</c:v>
                </c:pt>
                <c:pt idx="15102">
                  <c:v>4.1121400000000001</c:v>
                </c:pt>
                <c:pt idx="15103">
                  <c:v>4.1124499999999999</c:v>
                </c:pt>
                <c:pt idx="15104">
                  <c:v>4.1127599999999997</c:v>
                </c:pt>
                <c:pt idx="15105">
                  <c:v>4.1130599999999999</c:v>
                </c:pt>
                <c:pt idx="15106">
                  <c:v>4.1133699999999997</c:v>
                </c:pt>
                <c:pt idx="15107">
                  <c:v>4.1136699999999999</c:v>
                </c:pt>
                <c:pt idx="15108">
                  <c:v>4.1139799999999997</c:v>
                </c:pt>
                <c:pt idx="15109">
                  <c:v>4.1142799999999999</c:v>
                </c:pt>
                <c:pt idx="15110">
                  <c:v>4.1145899999999997</c:v>
                </c:pt>
                <c:pt idx="15111">
                  <c:v>4.1148899999999999</c:v>
                </c:pt>
                <c:pt idx="15112">
                  <c:v>4.1151999999999997</c:v>
                </c:pt>
                <c:pt idx="15113">
                  <c:v>4.1154999999999999</c:v>
                </c:pt>
                <c:pt idx="15114">
                  <c:v>4.1158099999999997</c:v>
                </c:pt>
                <c:pt idx="15115">
                  <c:v>4.1161099999999999</c:v>
                </c:pt>
                <c:pt idx="15116">
                  <c:v>4.1164199999999997</c:v>
                </c:pt>
                <c:pt idx="15117">
                  <c:v>4.1167299999999996</c:v>
                </c:pt>
                <c:pt idx="15118">
                  <c:v>4.1170299999999997</c:v>
                </c:pt>
                <c:pt idx="15119">
                  <c:v>4.1173400000000004</c:v>
                </c:pt>
                <c:pt idx="15120">
                  <c:v>4.1176399999999997</c:v>
                </c:pt>
                <c:pt idx="15121">
                  <c:v>4.1179500000000004</c:v>
                </c:pt>
                <c:pt idx="15122">
                  <c:v>4.1182499999999997</c:v>
                </c:pt>
                <c:pt idx="15123">
                  <c:v>4.1185600000000004</c:v>
                </c:pt>
                <c:pt idx="15124">
                  <c:v>4.1188599999999997</c:v>
                </c:pt>
                <c:pt idx="15125">
                  <c:v>4.1191700000000004</c:v>
                </c:pt>
                <c:pt idx="15126">
                  <c:v>4.1194699999999997</c:v>
                </c:pt>
                <c:pt idx="15127">
                  <c:v>4.1197800000000004</c:v>
                </c:pt>
                <c:pt idx="15128">
                  <c:v>4.1200799999999997</c:v>
                </c:pt>
                <c:pt idx="15129">
                  <c:v>4.1203900000000004</c:v>
                </c:pt>
                <c:pt idx="15130">
                  <c:v>4.1207000000000003</c:v>
                </c:pt>
                <c:pt idx="15131">
                  <c:v>4.1210000000000004</c:v>
                </c:pt>
                <c:pt idx="15132">
                  <c:v>4.1213100000000003</c:v>
                </c:pt>
                <c:pt idx="15133">
                  <c:v>4.1216100000000004</c:v>
                </c:pt>
                <c:pt idx="15134">
                  <c:v>4.1219200000000003</c:v>
                </c:pt>
                <c:pt idx="15135">
                  <c:v>4.1222200000000004</c:v>
                </c:pt>
                <c:pt idx="15136">
                  <c:v>4.1225300000000002</c:v>
                </c:pt>
                <c:pt idx="15137">
                  <c:v>4.1228300000000004</c:v>
                </c:pt>
                <c:pt idx="15138">
                  <c:v>4.1231400000000002</c:v>
                </c:pt>
                <c:pt idx="15139">
                  <c:v>4.1234400000000004</c:v>
                </c:pt>
                <c:pt idx="15140">
                  <c:v>4.1237500000000002</c:v>
                </c:pt>
                <c:pt idx="15141">
                  <c:v>4.1240500000000004</c:v>
                </c:pt>
                <c:pt idx="15142">
                  <c:v>4.1243600000000002</c:v>
                </c:pt>
                <c:pt idx="15143">
                  <c:v>4.1246700000000001</c:v>
                </c:pt>
                <c:pt idx="15144">
                  <c:v>4.1249700000000002</c:v>
                </c:pt>
                <c:pt idx="15145">
                  <c:v>4.1252800000000001</c:v>
                </c:pt>
                <c:pt idx="15146">
                  <c:v>4.1255800000000002</c:v>
                </c:pt>
                <c:pt idx="15147">
                  <c:v>4.1258900000000001</c:v>
                </c:pt>
                <c:pt idx="15148">
                  <c:v>4.1261900000000002</c:v>
                </c:pt>
                <c:pt idx="15149">
                  <c:v>4.1265000000000001</c:v>
                </c:pt>
                <c:pt idx="15150">
                  <c:v>4.1268000000000002</c:v>
                </c:pt>
                <c:pt idx="15151">
                  <c:v>4.1271100000000001</c:v>
                </c:pt>
                <c:pt idx="15152">
                  <c:v>4.1274100000000002</c:v>
                </c:pt>
                <c:pt idx="15153">
                  <c:v>4.1277200000000001</c:v>
                </c:pt>
                <c:pt idx="15154">
                  <c:v>4.1280299999999999</c:v>
                </c:pt>
                <c:pt idx="15155">
                  <c:v>4.1283300000000001</c:v>
                </c:pt>
                <c:pt idx="15156">
                  <c:v>4.1286399999999999</c:v>
                </c:pt>
                <c:pt idx="15157">
                  <c:v>4.1289400000000001</c:v>
                </c:pt>
                <c:pt idx="15158">
                  <c:v>4.1292499999999999</c:v>
                </c:pt>
                <c:pt idx="15159">
                  <c:v>4.1295500000000001</c:v>
                </c:pt>
                <c:pt idx="15160">
                  <c:v>4.1298599999999999</c:v>
                </c:pt>
                <c:pt idx="15161">
                  <c:v>4.1301600000000001</c:v>
                </c:pt>
                <c:pt idx="15162">
                  <c:v>4.1304699999999999</c:v>
                </c:pt>
                <c:pt idx="15163">
                  <c:v>4.1307700000000001</c:v>
                </c:pt>
                <c:pt idx="15164">
                  <c:v>4.1310799999999999</c:v>
                </c:pt>
                <c:pt idx="15165">
                  <c:v>4.1313800000000001</c:v>
                </c:pt>
                <c:pt idx="15166">
                  <c:v>4.1316899999999999</c:v>
                </c:pt>
                <c:pt idx="15167">
                  <c:v>4.1319999999999997</c:v>
                </c:pt>
                <c:pt idx="15168">
                  <c:v>4.1322999999999999</c:v>
                </c:pt>
                <c:pt idx="15169">
                  <c:v>4.1326099999999997</c:v>
                </c:pt>
                <c:pt idx="15170">
                  <c:v>4.1329099999999999</c:v>
                </c:pt>
                <c:pt idx="15171">
                  <c:v>4.1332199999999997</c:v>
                </c:pt>
                <c:pt idx="15172">
                  <c:v>4.1335199999999999</c:v>
                </c:pt>
                <c:pt idx="15173">
                  <c:v>4.1338299999999997</c:v>
                </c:pt>
                <c:pt idx="15174">
                  <c:v>4.1341299999999999</c:v>
                </c:pt>
                <c:pt idx="15175">
                  <c:v>4.1344399999999997</c:v>
                </c:pt>
                <c:pt idx="15176">
                  <c:v>4.1347399999999999</c:v>
                </c:pt>
                <c:pt idx="15177">
                  <c:v>4.1350499999999997</c:v>
                </c:pt>
                <c:pt idx="15178">
                  <c:v>4.1353499999999999</c:v>
                </c:pt>
                <c:pt idx="15179">
                  <c:v>4.1356599999999997</c:v>
                </c:pt>
                <c:pt idx="15180">
                  <c:v>4.1359700000000004</c:v>
                </c:pt>
                <c:pt idx="15181">
                  <c:v>4.1362699999999997</c:v>
                </c:pt>
                <c:pt idx="15182">
                  <c:v>4.1365800000000004</c:v>
                </c:pt>
                <c:pt idx="15183">
                  <c:v>4.1368799999999997</c:v>
                </c:pt>
                <c:pt idx="15184">
                  <c:v>4.1371900000000004</c:v>
                </c:pt>
                <c:pt idx="15185">
                  <c:v>4.1374899999999997</c:v>
                </c:pt>
                <c:pt idx="15186">
                  <c:v>4.1378000000000004</c:v>
                </c:pt>
                <c:pt idx="15187">
                  <c:v>4.1380999999999997</c:v>
                </c:pt>
                <c:pt idx="15188">
                  <c:v>4.1384100000000004</c:v>
                </c:pt>
                <c:pt idx="15189">
                  <c:v>4.1387099999999997</c:v>
                </c:pt>
                <c:pt idx="15190">
                  <c:v>4.1390200000000004</c:v>
                </c:pt>
                <c:pt idx="15191">
                  <c:v>4.1393199999999997</c:v>
                </c:pt>
                <c:pt idx="15192">
                  <c:v>4.1396300000000004</c:v>
                </c:pt>
                <c:pt idx="15193">
                  <c:v>4.1399400000000002</c:v>
                </c:pt>
                <c:pt idx="15194">
                  <c:v>4.1402400000000004</c:v>
                </c:pt>
                <c:pt idx="15195">
                  <c:v>4.1405500000000002</c:v>
                </c:pt>
                <c:pt idx="15196">
                  <c:v>4.1408500000000004</c:v>
                </c:pt>
                <c:pt idx="15197">
                  <c:v>4.1411600000000002</c:v>
                </c:pt>
                <c:pt idx="15198">
                  <c:v>4.1414600000000004</c:v>
                </c:pt>
                <c:pt idx="15199">
                  <c:v>4.1417700000000002</c:v>
                </c:pt>
                <c:pt idx="15200">
                  <c:v>4.1420700000000004</c:v>
                </c:pt>
                <c:pt idx="15201">
                  <c:v>4.1423800000000002</c:v>
                </c:pt>
                <c:pt idx="15202">
                  <c:v>4.1426800000000004</c:v>
                </c:pt>
                <c:pt idx="15203">
                  <c:v>4.1429900000000002</c:v>
                </c:pt>
                <c:pt idx="15204">
                  <c:v>4.1432900000000004</c:v>
                </c:pt>
                <c:pt idx="15205">
                  <c:v>4.1436000000000002</c:v>
                </c:pt>
                <c:pt idx="15206">
                  <c:v>4.14391</c:v>
                </c:pt>
                <c:pt idx="15207">
                  <c:v>4.1442100000000002</c:v>
                </c:pt>
                <c:pt idx="15208">
                  <c:v>4.14452</c:v>
                </c:pt>
                <c:pt idx="15209">
                  <c:v>4.1448200000000002</c:v>
                </c:pt>
                <c:pt idx="15210">
                  <c:v>4.14513</c:v>
                </c:pt>
                <c:pt idx="15211">
                  <c:v>4.1454300000000002</c:v>
                </c:pt>
                <c:pt idx="15212">
                  <c:v>4.14574</c:v>
                </c:pt>
                <c:pt idx="15213">
                  <c:v>4.1460400000000002</c:v>
                </c:pt>
                <c:pt idx="15214">
                  <c:v>4.14635</c:v>
                </c:pt>
                <c:pt idx="15215">
                  <c:v>4.1466500000000002</c:v>
                </c:pt>
                <c:pt idx="15216">
                  <c:v>4.14696</c:v>
                </c:pt>
                <c:pt idx="15217">
                  <c:v>4.1472699999999998</c:v>
                </c:pt>
                <c:pt idx="15218">
                  <c:v>4.14757</c:v>
                </c:pt>
                <c:pt idx="15219">
                  <c:v>4.1478799999999998</c:v>
                </c:pt>
                <c:pt idx="15220">
                  <c:v>4.14818</c:v>
                </c:pt>
                <c:pt idx="15221">
                  <c:v>4.1484899999999998</c:v>
                </c:pt>
                <c:pt idx="15222">
                  <c:v>4.14879</c:v>
                </c:pt>
                <c:pt idx="15223">
                  <c:v>4.1490999999999998</c:v>
                </c:pt>
                <c:pt idx="15224">
                  <c:v>4.1494</c:v>
                </c:pt>
                <c:pt idx="15225">
                  <c:v>4.1497099999999998</c:v>
                </c:pt>
                <c:pt idx="15226">
                  <c:v>4.15001</c:v>
                </c:pt>
                <c:pt idx="15227">
                  <c:v>4.1503199999999998</c:v>
                </c:pt>
                <c:pt idx="15228">
                  <c:v>4.15062</c:v>
                </c:pt>
                <c:pt idx="15229">
                  <c:v>4.1509299999999998</c:v>
                </c:pt>
                <c:pt idx="15230">
                  <c:v>4.1512399999999996</c:v>
                </c:pt>
                <c:pt idx="15231">
                  <c:v>4.1515399999999998</c:v>
                </c:pt>
                <c:pt idx="15232">
                  <c:v>4.1518499999999996</c:v>
                </c:pt>
                <c:pt idx="15233">
                  <c:v>4.1521499999999998</c:v>
                </c:pt>
                <c:pt idx="15234">
                  <c:v>4.1524599999999996</c:v>
                </c:pt>
                <c:pt idx="15235">
                  <c:v>4.1527599999999998</c:v>
                </c:pt>
                <c:pt idx="15236">
                  <c:v>4.1530699999999996</c:v>
                </c:pt>
                <c:pt idx="15237">
                  <c:v>4.1533699999999998</c:v>
                </c:pt>
                <c:pt idx="15238">
                  <c:v>4.1536799999999996</c:v>
                </c:pt>
                <c:pt idx="15239">
                  <c:v>4.1539799999999998</c:v>
                </c:pt>
                <c:pt idx="15240">
                  <c:v>4.1542899999999996</c:v>
                </c:pt>
                <c:pt idx="15241">
                  <c:v>4.1545899999999998</c:v>
                </c:pt>
                <c:pt idx="15242">
                  <c:v>4.1548999999999996</c:v>
                </c:pt>
                <c:pt idx="15243">
                  <c:v>4.1552100000000003</c:v>
                </c:pt>
                <c:pt idx="15244">
                  <c:v>4.1555099999999996</c:v>
                </c:pt>
                <c:pt idx="15245">
                  <c:v>4.1558200000000003</c:v>
                </c:pt>
                <c:pt idx="15246">
                  <c:v>4.1561199999999996</c:v>
                </c:pt>
                <c:pt idx="15247">
                  <c:v>4.1564300000000003</c:v>
                </c:pt>
                <c:pt idx="15248">
                  <c:v>4.1567299999999996</c:v>
                </c:pt>
                <c:pt idx="15249">
                  <c:v>4.1570400000000003</c:v>
                </c:pt>
                <c:pt idx="15250">
                  <c:v>4.1573399999999996</c:v>
                </c:pt>
                <c:pt idx="15251">
                  <c:v>4.1576500000000003</c:v>
                </c:pt>
                <c:pt idx="15252">
                  <c:v>4.1579499999999996</c:v>
                </c:pt>
                <c:pt idx="15253">
                  <c:v>4.1582600000000003</c:v>
                </c:pt>
                <c:pt idx="15254">
                  <c:v>4.1585599999999996</c:v>
                </c:pt>
                <c:pt idx="15255">
                  <c:v>4.1588700000000003</c:v>
                </c:pt>
                <c:pt idx="15256">
                  <c:v>4.1591800000000001</c:v>
                </c:pt>
                <c:pt idx="15257">
                  <c:v>4.1594800000000003</c:v>
                </c:pt>
                <c:pt idx="15258">
                  <c:v>4.1597900000000001</c:v>
                </c:pt>
                <c:pt idx="15259">
                  <c:v>4.1600900000000003</c:v>
                </c:pt>
                <c:pt idx="15260">
                  <c:v>4.1604000000000001</c:v>
                </c:pt>
                <c:pt idx="15261">
                  <c:v>4.1607000000000003</c:v>
                </c:pt>
                <c:pt idx="15262">
                  <c:v>4.1610100000000001</c:v>
                </c:pt>
                <c:pt idx="15263">
                  <c:v>4.1613100000000003</c:v>
                </c:pt>
                <c:pt idx="15264">
                  <c:v>4.1616200000000001</c:v>
                </c:pt>
                <c:pt idx="15265">
                  <c:v>4.1619200000000003</c:v>
                </c:pt>
                <c:pt idx="15266">
                  <c:v>4.1622300000000001</c:v>
                </c:pt>
                <c:pt idx="15267">
                  <c:v>4.1625300000000003</c:v>
                </c:pt>
                <c:pt idx="15268">
                  <c:v>4.1628400000000001</c:v>
                </c:pt>
                <c:pt idx="15269">
                  <c:v>4.1631499999999999</c:v>
                </c:pt>
                <c:pt idx="15270">
                  <c:v>4.1634500000000001</c:v>
                </c:pt>
                <c:pt idx="15271">
                  <c:v>4.1637599999999999</c:v>
                </c:pt>
                <c:pt idx="15272">
                  <c:v>4.1640600000000001</c:v>
                </c:pt>
                <c:pt idx="15273">
                  <c:v>4.1643699999999999</c:v>
                </c:pt>
                <c:pt idx="15274">
                  <c:v>4.1646700000000001</c:v>
                </c:pt>
                <c:pt idx="15275">
                  <c:v>4.1649799999999999</c:v>
                </c:pt>
                <c:pt idx="15276">
                  <c:v>4.1652800000000001</c:v>
                </c:pt>
                <c:pt idx="15277">
                  <c:v>4.1655899999999999</c:v>
                </c:pt>
                <c:pt idx="15278">
                  <c:v>4.1658900000000001</c:v>
                </c:pt>
                <c:pt idx="15279">
                  <c:v>4.1661999999999999</c:v>
                </c:pt>
                <c:pt idx="15280">
                  <c:v>4.1665099999999997</c:v>
                </c:pt>
                <c:pt idx="15281">
                  <c:v>4.1668099999999999</c:v>
                </c:pt>
                <c:pt idx="15282">
                  <c:v>4.1671199999999997</c:v>
                </c:pt>
                <c:pt idx="15283">
                  <c:v>4.1674199999999999</c:v>
                </c:pt>
                <c:pt idx="15284">
                  <c:v>4.1677299999999997</c:v>
                </c:pt>
                <c:pt idx="15285">
                  <c:v>4.1680299999999999</c:v>
                </c:pt>
                <c:pt idx="15286">
                  <c:v>4.1683399999999997</c:v>
                </c:pt>
                <c:pt idx="15287">
                  <c:v>4.1686399999999999</c:v>
                </c:pt>
                <c:pt idx="15288">
                  <c:v>4.1689499999999997</c:v>
                </c:pt>
                <c:pt idx="15289">
                  <c:v>4.1692499999999999</c:v>
                </c:pt>
                <c:pt idx="15290">
                  <c:v>4.1695599999999997</c:v>
                </c:pt>
                <c:pt idx="15291">
                  <c:v>4.1698599999999999</c:v>
                </c:pt>
                <c:pt idx="15292">
                  <c:v>4.1701699999999997</c:v>
                </c:pt>
                <c:pt idx="15293">
                  <c:v>4.1704800000000004</c:v>
                </c:pt>
                <c:pt idx="15294">
                  <c:v>4.1707799999999997</c:v>
                </c:pt>
                <c:pt idx="15295">
                  <c:v>4.1710900000000004</c:v>
                </c:pt>
                <c:pt idx="15296">
                  <c:v>4.1713899999999997</c:v>
                </c:pt>
                <c:pt idx="15297">
                  <c:v>4.1717000000000004</c:v>
                </c:pt>
                <c:pt idx="15298">
                  <c:v>4.1719999999999997</c:v>
                </c:pt>
                <c:pt idx="15299">
                  <c:v>4.1723100000000004</c:v>
                </c:pt>
                <c:pt idx="15300">
                  <c:v>4.1726099999999997</c:v>
                </c:pt>
                <c:pt idx="15301">
                  <c:v>4.1729200000000004</c:v>
                </c:pt>
                <c:pt idx="15302">
                  <c:v>4.1732199999999997</c:v>
                </c:pt>
                <c:pt idx="15303">
                  <c:v>4.1735300000000004</c:v>
                </c:pt>
                <c:pt idx="15304">
                  <c:v>4.1738299999999997</c:v>
                </c:pt>
                <c:pt idx="15305">
                  <c:v>4.1741400000000004</c:v>
                </c:pt>
                <c:pt idx="15306">
                  <c:v>4.1744500000000002</c:v>
                </c:pt>
                <c:pt idx="15307">
                  <c:v>4.1747500000000004</c:v>
                </c:pt>
                <c:pt idx="15308">
                  <c:v>4.1750600000000002</c:v>
                </c:pt>
                <c:pt idx="15309">
                  <c:v>4.1753600000000004</c:v>
                </c:pt>
                <c:pt idx="15310">
                  <c:v>4.1756700000000002</c:v>
                </c:pt>
                <c:pt idx="15311">
                  <c:v>4.1759700000000004</c:v>
                </c:pt>
                <c:pt idx="15312">
                  <c:v>4.1762800000000002</c:v>
                </c:pt>
                <c:pt idx="15313">
                  <c:v>4.1765800000000004</c:v>
                </c:pt>
                <c:pt idx="15314">
                  <c:v>4.1768900000000002</c:v>
                </c:pt>
                <c:pt idx="15315">
                  <c:v>4.1771900000000004</c:v>
                </c:pt>
                <c:pt idx="15316">
                  <c:v>4.1775000000000002</c:v>
                </c:pt>
                <c:pt idx="15317">
                  <c:v>4.1778000000000004</c:v>
                </c:pt>
                <c:pt idx="15318">
                  <c:v>4.1781100000000002</c:v>
                </c:pt>
                <c:pt idx="15319">
                  <c:v>4.17842</c:v>
                </c:pt>
                <c:pt idx="15320">
                  <c:v>4.1787200000000002</c:v>
                </c:pt>
                <c:pt idx="15321">
                  <c:v>4.17903</c:v>
                </c:pt>
                <c:pt idx="15322">
                  <c:v>4.1793300000000002</c:v>
                </c:pt>
                <c:pt idx="15323">
                  <c:v>4.17964</c:v>
                </c:pt>
                <c:pt idx="15324">
                  <c:v>4.1799400000000002</c:v>
                </c:pt>
                <c:pt idx="15325">
                  <c:v>4.18025</c:v>
                </c:pt>
                <c:pt idx="15326">
                  <c:v>4.1805500000000002</c:v>
                </c:pt>
                <c:pt idx="15327">
                  <c:v>4.18086</c:v>
                </c:pt>
                <c:pt idx="15328">
                  <c:v>4.1811600000000002</c:v>
                </c:pt>
                <c:pt idx="15329">
                  <c:v>4.18147</c:v>
                </c:pt>
                <c:pt idx="15330">
                  <c:v>4.1817799999999998</c:v>
                </c:pt>
                <c:pt idx="15331">
                  <c:v>4.18208</c:v>
                </c:pt>
                <c:pt idx="15332">
                  <c:v>4.1823899999999998</c:v>
                </c:pt>
                <c:pt idx="15333">
                  <c:v>4.18269</c:v>
                </c:pt>
                <c:pt idx="15334">
                  <c:v>4.1829999999999998</c:v>
                </c:pt>
                <c:pt idx="15335">
                  <c:v>4.1833</c:v>
                </c:pt>
                <c:pt idx="15336">
                  <c:v>4.1836099999999998</c:v>
                </c:pt>
                <c:pt idx="15337">
                  <c:v>4.18391</c:v>
                </c:pt>
                <c:pt idx="15338">
                  <c:v>4.1842199999999998</c:v>
                </c:pt>
                <c:pt idx="15339">
                  <c:v>4.18452</c:v>
                </c:pt>
                <c:pt idx="15340">
                  <c:v>4.1848299999999998</c:v>
                </c:pt>
                <c:pt idx="15341">
                  <c:v>4.18513</c:v>
                </c:pt>
                <c:pt idx="15342">
                  <c:v>4.1854399999999998</c:v>
                </c:pt>
                <c:pt idx="15343">
                  <c:v>4.1857499999999996</c:v>
                </c:pt>
                <c:pt idx="15344">
                  <c:v>4.1860499999999998</c:v>
                </c:pt>
                <c:pt idx="15345">
                  <c:v>4.1863599999999996</c:v>
                </c:pt>
                <c:pt idx="15346">
                  <c:v>4.1866599999999998</c:v>
                </c:pt>
                <c:pt idx="15347">
                  <c:v>4.1869699999999996</c:v>
                </c:pt>
                <c:pt idx="15348">
                  <c:v>4.1872699999999998</c:v>
                </c:pt>
                <c:pt idx="15349">
                  <c:v>4.1875799999999996</c:v>
                </c:pt>
                <c:pt idx="15350">
                  <c:v>4.1878799999999998</c:v>
                </c:pt>
                <c:pt idx="15351">
                  <c:v>4.1881899999999996</c:v>
                </c:pt>
                <c:pt idx="15352">
                  <c:v>4.1884899999999998</c:v>
                </c:pt>
                <c:pt idx="15353">
                  <c:v>4.1887999999999996</c:v>
                </c:pt>
                <c:pt idx="15354">
                  <c:v>4.1890999999999998</c:v>
                </c:pt>
                <c:pt idx="15355">
                  <c:v>4.1894099999999996</c:v>
                </c:pt>
                <c:pt idx="15356">
                  <c:v>4.1897200000000003</c:v>
                </c:pt>
                <c:pt idx="15357">
                  <c:v>4.1900199999999996</c:v>
                </c:pt>
                <c:pt idx="15358">
                  <c:v>4.1903300000000003</c:v>
                </c:pt>
                <c:pt idx="15359">
                  <c:v>4.1906299999999996</c:v>
                </c:pt>
                <c:pt idx="15360">
                  <c:v>4.1909400000000003</c:v>
                </c:pt>
                <c:pt idx="15361">
                  <c:v>4.1912399999999996</c:v>
                </c:pt>
                <c:pt idx="15362">
                  <c:v>4.1915500000000003</c:v>
                </c:pt>
                <c:pt idx="15363">
                  <c:v>4.1918499999999996</c:v>
                </c:pt>
                <c:pt idx="15364">
                  <c:v>4.1921600000000003</c:v>
                </c:pt>
                <c:pt idx="15365">
                  <c:v>4.1924599999999996</c:v>
                </c:pt>
                <c:pt idx="15366">
                  <c:v>4.1927700000000003</c:v>
                </c:pt>
                <c:pt idx="15367">
                  <c:v>4.1930699999999996</c:v>
                </c:pt>
                <c:pt idx="15368">
                  <c:v>4.1933800000000003</c:v>
                </c:pt>
                <c:pt idx="15369">
                  <c:v>4.1936900000000001</c:v>
                </c:pt>
                <c:pt idx="15370">
                  <c:v>4.1939900000000003</c:v>
                </c:pt>
                <c:pt idx="15371">
                  <c:v>4.1943000000000001</c:v>
                </c:pt>
                <c:pt idx="15372">
                  <c:v>4.1946000000000003</c:v>
                </c:pt>
                <c:pt idx="15373">
                  <c:v>4.1949100000000001</c:v>
                </c:pt>
                <c:pt idx="15374">
                  <c:v>4.1952100000000003</c:v>
                </c:pt>
                <c:pt idx="15375">
                  <c:v>4.1955200000000001</c:v>
                </c:pt>
                <c:pt idx="15376">
                  <c:v>4.1958200000000003</c:v>
                </c:pt>
                <c:pt idx="15377">
                  <c:v>4.1961300000000001</c:v>
                </c:pt>
                <c:pt idx="15378">
                  <c:v>4.1964300000000003</c:v>
                </c:pt>
                <c:pt idx="15379">
                  <c:v>4.1967400000000001</c:v>
                </c:pt>
                <c:pt idx="15380">
                  <c:v>4.1970400000000003</c:v>
                </c:pt>
                <c:pt idx="15381">
                  <c:v>4.1973500000000001</c:v>
                </c:pt>
                <c:pt idx="15382">
                  <c:v>4.1976599999999999</c:v>
                </c:pt>
                <c:pt idx="15383">
                  <c:v>4.1979600000000001</c:v>
                </c:pt>
                <c:pt idx="15384">
                  <c:v>4.1982699999999999</c:v>
                </c:pt>
                <c:pt idx="15385">
                  <c:v>4.1985700000000001</c:v>
                </c:pt>
                <c:pt idx="15386">
                  <c:v>4.1988799999999999</c:v>
                </c:pt>
                <c:pt idx="15387">
                  <c:v>4.1991800000000001</c:v>
                </c:pt>
                <c:pt idx="15388">
                  <c:v>4.1994899999999999</c:v>
                </c:pt>
                <c:pt idx="15389">
                  <c:v>4.1997900000000001</c:v>
                </c:pt>
                <c:pt idx="15390">
                  <c:v>4.2000999999999999</c:v>
                </c:pt>
                <c:pt idx="15391">
                  <c:v>4.2004000000000001</c:v>
                </c:pt>
                <c:pt idx="15392">
                  <c:v>4.2007099999999999</c:v>
                </c:pt>
                <c:pt idx="15393">
                  <c:v>4.2010199999999998</c:v>
                </c:pt>
                <c:pt idx="15394">
                  <c:v>4.2013199999999999</c:v>
                </c:pt>
                <c:pt idx="15395">
                  <c:v>4.2016299999999998</c:v>
                </c:pt>
                <c:pt idx="15396">
                  <c:v>4.2019299999999999</c:v>
                </c:pt>
                <c:pt idx="15397">
                  <c:v>4.2022399999999998</c:v>
                </c:pt>
                <c:pt idx="15398">
                  <c:v>4.2025399999999999</c:v>
                </c:pt>
                <c:pt idx="15399">
                  <c:v>4.2028499999999998</c:v>
                </c:pt>
                <c:pt idx="15400">
                  <c:v>4.2031499999999999</c:v>
                </c:pt>
                <c:pt idx="15401">
                  <c:v>4.2034599999999998</c:v>
                </c:pt>
                <c:pt idx="15402">
                  <c:v>4.2037599999999999</c:v>
                </c:pt>
                <c:pt idx="15403">
                  <c:v>4.2040699999999998</c:v>
                </c:pt>
                <c:pt idx="15404">
                  <c:v>4.2043699999999999</c:v>
                </c:pt>
                <c:pt idx="15405">
                  <c:v>4.2046799999999998</c:v>
                </c:pt>
                <c:pt idx="15406">
                  <c:v>4.2049899999999996</c:v>
                </c:pt>
                <c:pt idx="15407">
                  <c:v>4.2052899999999998</c:v>
                </c:pt>
                <c:pt idx="15408">
                  <c:v>4.2055999999999996</c:v>
                </c:pt>
                <c:pt idx="15409">
                  <c:v>4.2058999999999997</c:v>
                </c:pt>
                <c:pt idx="15410">
                  <c:v>4.2062099999999996</c:v>
                </c:pt>
                <c:pt idx="15411">
                  <c:v>4.2065099999999997</c:v>
                </c:pt>
                <c:pt idx="15412">
                  <c:v>4.2068199999999996</c:v>
                </c:pt>
                <c:pt idx="15413">
                  <c:v>4.2071199999999997</c:v>
                </c:pt>
                <c:pt idx="15414">
                  <c:v>4.2074299999999996</c:v>
                </c:pt>
                <c:pt idx="15415">
                  <c:v>4.2077299999999997</c:v>
                </c:pt>
                <c:pt idx="15416">
                  <c:v>4.2080399999999996</c:v>
                </c:pt>
                <c:pt idx="15417">
                  <c:v>4.2083399999999997</c:v>
                </c:pt>
                <c:pt idx="15418">
                  <c:v>4.2086499999999996</c:v>
                </c:pt>
                <c:pt idx="15419">
                  <c:v>4.2089600000000003</c:v>
                </c:pt>
                <c:pt idx="15420">
                  <c:v>4.2092599999999996</c:v>
                </c:pt>
                <c:pt idx="15421">
                  <c:v>4.2095700000000003</c:v>
                </c:pt>
                <c:pt idx="15422">
                  <c:v>4.2098699999999996</c:v>
                </c:pt>
                <c:pt idx="15423">
                  <c:v>4.2101800000000003</c:v>
                </c:pt>
                <c:pt idx="15424">
                  <c:v>4.2104799999999996</c:v>
                </c:pt>
                <c:pt idx="15425">
                  <c:v>4.2107900000000003</c:v>
                </c:pt>
                <c:pt idx="15426">
                  <c:v>4.2110900000000004</c:v>
                </c:pt>
                <c:pt idx="15427">
                  <c:v>4.2114000000000003</c:v>
                </c:pt>
                <c:pt idx="15428">
                  <c:v>4.2117000000000004</c:v>
                </c:pt>
                <c:pt idx="15429">
                  <c:v>4.2120100000000003</c:v>
                </c:pt>
                <c:pt idx="15430">
                  <c:v>4.2123100000000004</c:v>
                </c:pt>
                <c:pt idx="15431">
                  <c:v>4.2126200000000003</c:v>
                </c:pt>
                <c:pt idx="15432">
                  <c:v>4.2129300000000001</c:v>
                </c:pt>
                <c:pt idx="15433">
                  <c:v>4.2132300000000003</c:v>
                </c:pt>
                <c:pt idx="15434">
                  <c:v>4.2135400000000001</c:v>
                </c:pt>
                <c:pt idx="15435">
                  <c:v>4.2138400000000003</c:v>
                </c:pt>
                <c:pt idx="15436">
                  <c:v>4.2141500000000001</c:v>
                </c:pt>
                <c:pt idx="15437">
                  <c:v>4.2144500000000003</c:v>
                </c:pt>
                <c:pt idx="15438">
                  <c:v>4.2147600000000001</c:v>
                </c:pt>
                <c:pt idx="15439">
                  <c:v>4.2150600000000003</c:v>
                </c:pt>
                <c:pt idx="15440">
                  <c:v>4.2153700000000001</c:v>
                </c:pt>
                <c:pt idx="15441">
                  <c:v>4.2156700000000003</c:v>
                </c:pt>
                <c:pt idx="15442">
                  <c:v>4.2159800000000001</c:v>
                </c:pt>
                <c:pt idx="15443">
                  <c:v>4.2162800000000002</c:v>
                </c:pt>
                <c:pt idx="15444">
                  <c:v>4.2165900000000001</c:v>
                </c:pt>
                <c:pt idx="15445">
                  <c:v>4.2168999999999999</c:v>
                </c:pt>
                <c:pt idx="15446">
                  <c:v>4.2172000000000001</c:v>
                </c:pt>
                <c:pt idx="15447">
                  <c:v>4.2175099999999999</c:v>
                </c:pt>
                <c:pt idx="15448">
                  <c:v>4.2178100000000001</c:v>
                </c:pt>
                <c:pt idx="15449">
                  <c:v>4.2181199999999999</c:v>
                </c:pt>
                <c:pt idx="15450">
                  <c:v>4.2184200000000001</c:v>
                </c:pt>
                <c:pt idx="15451">
                  <c:v>4.2187299999999999</c:v>
                </c:pt>
                <c:pt idx="15452">
                  <c:v>4.2190300000000001</c:v>
                </c:pt>
                <c:pt idx="15453">
                  <c:v>4.2193399999999999</c:v>
                </c:pt>
                <c:pt idx="15454">
                  <c:v>4.2196400000000001</c:v>
                </c:pt>
                <c:pt idx="15455">
                  <c:v>4.2199499999999999</c:v>
                </c:pt>
                <c:pt idx="15456">
                  <c:v>4.2202599999999997</c:v>
                </c:pt>
                <c:pt idx="15457">
                  <c:v>4.2205599999999999</c:v>
                </c:pt>
                <c:pt idx="15458">
                  <c:v>4.2208699999999997</c:v>
                </c:pt>
                <c:pt idx="15459">
                  <c:v>4.2211699999999999</c:v>
                </c:pt>
                <c:pt idx="15460">
                  <c:v>4.2214799999999997</c:v>
                </c:pt>
                <c:pt idx="15461">
                  <c:v>4.2217799999999999</c:v>
                </c:pt>
                <c:pt idx="15462">
                  <c:v>4.2220899999999997</c:v>
                </c:pt>
                <c:pt idx="15463">
                  <c:v>4.2223899999999999</c:v>
                </c:pt>
                <c:pt idx="15464">
                  <c:v>4.2226999999999997</c:v>
                </c:pt>
                <c:pt idx="15465">
                  <c:v>4.2229999999999999</c:v>
                </c:pt>
                <c:pt idx="15466">
                  <c:v>4.2233099999999997</c:v>
                </c:pt>
                <c:pt idx="15467">
                  <c:v>4.2236099999999999</c:v>
                </c:pt>
                <c:pt idx="15468">
                  <c:v>4.2239199999999997</c:v>
                </c:pt>
                <c:pt idx="15469">
                  <c:v>4.2242300000000004</c:v>
                </c:pt>
                <c:pt idx="15470">
                  <c:v>4.2245299999999997</c:v>
                </c:pt>
                <c:pt idx="15471">
                  <c:v>4.2248400000000004</c:v>
                </c:pt>
                <c:pt idx="15472">
                  <c:v>4.2251399999999997</c:v>
                </c:pt>
                <c:pt idx="15473">
                  <c:v>4.2254500000000004</c:v>
                </c:pt>
                <c:pt idx="15474">
                  <c:v>4.2257499999999997</c:v>
                </c:pt>
                <c:pt idx="15475">
                  <c:v>4.2260600000000004</c:v>
                </c:pt>
                <c:pt idx="15476">
                  <c:v>4.2263599999999997</c:v>
                </c:pt>
                <c:pt idx="15477">
                  <c:v>4.2266700000000004</c:v>
                </c:pt>
                <c:pt idx="15478">
                  <c:v>4.2269699999999997</c:v>
                </c:pt>
                <c:pt idx="15479">
                  <c:v>4.2272800000000004</c:v>
                </c:pt>
                <c:pt idx="15480">
                  <c:v>4.2275799999999997</c:v>
                </c:pt>
                <c:pt idx="15481">
                  <c:v>4.2278900000000004</c:v>
                </c:pt>
                <c:pt idx="15482">
                  <c:v>4.2282000000000002</c:v>
                </c:pt>
                <c:pt idx="15483">
                  <c:v>4.2285000000000004</c:v>
                </c:pt>
                <c:pt idx="15484">
                  <c:v>4.2288100000000002</c:v>
                </c:pt>
                <c:pt idx="15485">
                  <c:v>4.2291100000000004</c:v>
                </c:pt>
                <c:pt idx="15486">
                  <c:v>4.2294200000000002</c:v>
                </c:pt>
                <c:pt idx="15487">
                  <c:v>4.2297200000000004</c:v>
                </c:pt>
                <c:pt idx="15488">
                  <c:v>4.2300300000000002</c:v>
                </c:pt>
                <c:pt idx="15489">
                  <c:v>4.2303300000000004</c:v>
                </c:pt>
                <c:pt idx="15490">
                  <c:v>4.2306400000000002</c:v>
                </c:pt>
                <c:pt idx="15491">
                  <c:v>4.2309400000000004</c:v>
                </c:pt>
                <c:pt idx="15492">
                  <c:v>4.2312500000000002</c:v>
                </c:pt>
                <c:pt idx="15493">
                  <c:v>4.2315500000000004</c:v>
                </c:pt>
                <c:pt idx="15494">
                  <c:v>4.2318600000000002</c:v>
                </c:pt>
                <c:pt idx="15495">
                  <c:v>4.23217</c:v>
                </c:pt>
                <c:pt idx="15496">
                  <c:v>4.2324700000000002</c:v>
                </c:pt>
                <c:pt idx="15497">
                  <c:v>4.23278</c:v>
                </c:pt>
                <c:pt idx="15498">
                  <c:v>4.2330800000000002</c:v>
                </c:pt>
                <c:pt idx="15499">
                  <c:v>4.23339</c:v>
                </c:pt>
                <c:pt idx="15500">
                  <c:v>4.2336900000000002</c:v>
                </c:pt>
                <c:pt idx="15501">
                  <c:v>4.234</c:v>
                </c:pt>
                <c:pt idx="15502">
                  <c:v>4.2343000000000002</c:v>
                </c:pt>
                <c:pt idx="15503">
                  <c:v>4.23461</c:v>
                </c:pt>
                <c:pt idx="15504">
                  <c:v>4.2349100000000002</c:v>
                </c:pt>
                <c:pt idx="15505">
                  <c:v>4.23522</c:v>
                </c:pt>
                <c:pt idx="15506">
                  <c:v>4.2355299999999998</c:v>
                </c:pt>
                <c:pt idx="15507">
                  <c:v>4.23583</c:v>
                </c:pt>
                <c:pt idx="15508">
                  <c:v>4.2361399999999998</c:v>
                </c:pt>
                <c:pt idx="15509">
                  <c:v>4.23644</c:v>
                </c:pt>
                <c:pt idx="15510">
                  <c:v>4.2367499999999998</c:v>
                </c:pt>
                <c:pt idx="15511">
                  <c:v>4.23705</c:v>
                </c:pt>
                <c:pt idx="15512">
                  <c:v>4.2373599999999998</c:v>
                </c:pt>
                <c:pt idx="15513">
                  <c:v>4.23766</c:v>
                </c:pt>
                <c:pt idx="15514">
                  <c:v>4.2379699999999998</c:v>
                </c:pt>
                <c:pt idx="15515">
                  <c:v>4.23827</c:v>
                </c:pt>
                <c:pt idx="15516">
                  <c:v>4.2385799999999998</c:v>
                </c:pt>
                <c:pt idx="15517">
                  <c:v>4.23888</c:v>
                </c:pt>
                <c:pt idx="15518">
                  <c:v>4.2391899999999998</c:v>
                </c:pt>
                <c:pt idx="15519">
                  <c:v>4.2394999999999996</c:v>
                </c:pt>
                <c:pt idx="15520">
                  <c:v>4.2397999999999998</c:v>
                </c:pt>
                <c:pt idx="15521">
                  <c:v>4.2401099999999996</c:v>
                </c:pt>
                <c:pt idx="15522">
                  <c:v>4.2404099999999998</c:v>
                </c:pt>
                <c:pt idx="15523">
                  <c:v>4.2407199999999996</c:v>
                </c:pt>
                <c:pt idx="15524">
                  <c:v>4.2410199999999998</c:v>
                </c:pt>
                <c:pt idx="15525">
                  <c:v>4.2413299999999996</c:v>
                </c:pt>
                <c:pt idx="15526">
                  <c:v>4.2416299999999998</c:v>
                </c:pt>
                <c:pt idx="15527">
                  <c:v>4.2419399999999996</c:v>
                </c:pt>
                <c:pt idx="15528">
                  <c:v>4.2422399999999998</c:v>
                </c:pt>
                <c:pt idx="15529">
                  <c:v>4.2425499999999996</c:v>
                </c:pt>
                <c:pt idx="15530">
                  <c:v>4.2428499999999998</c:v>
                </c:pt>
                <c:pt idx="15531">
                  <c:v>4.2431599999999996</c:v>
                </c:pt>
                <c:pt idx="15532">
                  <c:v>4.2434700000000003</c:v>
                </c:pt>
                <c:pt idx="15533">
                  <c:v>4.2437699999999996</c:v>
                </c:pt>
                <c:pt idx="15534">
                  <c:v>4.2440800000000003</c:v>
                </c:pt>
                <c:pt idx="15535">
                  <c:v>4.2443799999999996</c:v>
                </c:pt>
                <c:pt idx="15536">
                  <c:v>4.2446900000000003</c:v>
                </c:pt>
                <c:pt idx="15537">
                  <c:v>4.2449899999999996</c:v>
                </c:pt>
                <c:pt idx="15538">
                  <c:v>4.2453000000000003</c:v>
                </c:pt>
                <c:pt idx="15539">
                  <c:v>4.2455999999999996</c:v>
                </c:pt>
                <c:pt idx="15540">
                  <c:v>4.2459100000000003</c:v>
                </c:pt>
                <c:pt idx="15541">
                  <c:v>4.2462099999999996</c:v>
                </c:pt>
                <c:pt idx="15542">
                  <c:v>4.2465200000000003</c:v>
                </c:pt>
                <c:pt idx="15543">
                  <c:v>4.2468199999999996</c:v>
                </c:pt>
                <c:pt idx="15544">
                  <c:v>4.2471300000000003</c:v>
                </c:pt>
                <c:pt idx="15545">
                  <c:v>4.2474400000000001</c:v>
                </c:pt>
                <c:pt idx="15546">
                  <c:v>4.2477400000000003</c:v>
                </c:pt>
                <c:pt idx="15547">
                  <c:v>4.2480500000000001</c:v>
                </c:pt>
                <c:pt idx="15548">
                  <c:v>4.2483500000000003</c:v>
                </c:pt>
                <c:pt idx="15549">
                  <c:v>4.2486600000000001</c:v>
                </c:pt>
                <c:pt idx="15550">
                  <c:v>4.2489600000000003</c:v>
                </c:pt>
                <c:pt idx="15551">
                  <c:v>4.2492700000000001</c:v>
                </c:pt>
                <c:pt idx="15552">
                  <c:v>4.2495700000000003</c:v>
                </c:pt>
                <c:pt idx="15553">
                  <c:v>4.2498800000000001</c:v>
                </c:pt>
                <c:pt idx="15554">
                  <c:v>4.2501800000000003</c:v>
                </c:pt>
                <c:pt idx="15555">
                  <c:v>4.2504900000000001</c:v>
                </c:pt>
                <c:pt idx="15556">
                  <c:v>4.2507900000000003</c:v>
                </c:pt>
                <c:pt idx="15557">
                  <c:v>4.2511000000000001</c:v>
                </c:pt>
                <c:pt idx="15558">
                  <c:v>4.2514099999999999</c:v>
                </c:pt>
                <c:pt idx="15559">
                  <c:v>4.2517100000000001</c:v>
                </c:pt>
                <c:pt idx="15560">
                  <c:v>4.2520199999999999</c:v>
                </c:pt>
                <c:pt idx="15561">
                  <c:v>4.2523200000000001</c:v>
                </c:pt>
                <c:pt idx="15562">
                  <c:v>4.2526299999999999</c:v>
                </c:pt>
                <c:pt idx="15563">
                  <c:v>4.2529300000000001</c:v>
                </c:pt>
                <c:pt idx="15564">
                  <c:v>4.2532399999999999</c:v>
                </c:pt>
                <c:pt idx="15565">
                  <c:v>4.2535400000000001</c:v>
                </c:pt>
                <c:pt idx="15566">
                  <c:v>4.2538499999999999</c:v>
                </c:pt>
                <c:pt idx="15567">
                  <c:v>4.2541500000000001</c:v>
                </c:pt>
                <c:pt idx="15568">
                  <c:v>4.2544599999999999</c:v>
                </c:pt>
                <c:pt idx="15569">
                  <c:v>4.2547699999999997</c:v>
                </c:pt>
                <c:pt idx="15570">
                  <c:v>4.2550699999999999</c:v>
                </c:pt>
                <c:pt idx="15571">
                  <c:v>4.2553799999999997</c:v>
                </c:pt>
                <c:pt idx="15572">
                  <c:v>4.2556799999999999</c:v>
                </c:pt>
                <c:pt idx="15573">
                  <c:v>4.2559899999999997</c:v>
                </c:pt>
                <c:pt idx="15574">
                  <c:v>4.2562899999999999</c:v>
                </c:pt>
                <c:pt idx="15575">
                  <c:v>4.2565999999999997</c:v>
                </c:pt>
                <c:pt idx="15576">
                  <c:v>4.2568999999999999</c:v>
                </c:pt>
                <c:pt idx="15577">
                  <c:v>4.2572099999999997</c:v>
                </c:pt>
                <c:pt idx="15578">
                  <c:v>4.2575099999999999</c:v>
                </c:pt>
                <c:pt idx="15579">
                  <c:v>4.2578199999999997</c:v>
                </c:pt>
                <c:pt idx="15580">
                  <c:v>4.2581199999999999</c:v>
                </c:pt>
                <c:pt idx="15581">
                  <c:v>4.2584299999999997</c:v>
                </c:pt>
                <c:pt idx="15582">
                  <c:v>4.2587400000000004</c:v>
                </c:pt>
                <c:pt idx="15583">
                  <c:v>4.2590399999999997</c:v>
                </c:pt>
                <c:pt idx="15584">
                  <c:v>4.2593500000000004</c:v>
                </c:pt>
                <c:pt idx="15585">
                  <c:v>4.2596499999999997</c:v>
                </c:pt>
                <c:pt idx="15586">
                  <c:v>4.2599600000000004</c:v>
                </c:pt>
                <c:pt idx="15587">
                  <c:v>4.2602599999999997</c:v>
                </c:pt>
                <c:pt idx="15588">
                  <c:v>4.2605700000000004</c:v>
                </c:pt>
                <c:pt idx="15589">
                  <c:v>4.2608699999999997</c:v>
                </c:pt>
                <c:pt idx="15590">
                  <c:v>4.2611800000000004</c:v>
                </c:pt>
                <c:pt idx="15591">
                  <c:v>4.2614799999999997</c:v>
                </c:pt>
                <c:pt idx="15592">
                  <c:v>4.2617900000000004</c:v>
                </c:pt>
                <c:pt idx="15593">
                  <c:v>4.2620899999999997</c:v>
                </c:pt>
                <c:pt idx="15594">
                  <c:v>4.2624000000000004</c:v>
                </c:pt>
                <c:pt idx="15595">
                  <c:v>4.2627100000000002</c:v>
                </c:pt>
                <c:pt idx="15596">
                  <c:v>4.2630100000000004</c:v>
                </c:pt>
                <c:pt idx="15597">
                  <c:v>4.2633200000000002</c:v>
                </c:pt>
                <c:pt idx="15598">
                  <c:v>4.2636200000000004</c:v>
                </c:pt>
                <c:pt idx="15599">
                  <c:v>4.2639300000000002</c:v>
                </c:pt>
                <c:pt idx="15600">
                  <c:v>4.2642300000000004</c:v>
                </c:pt>
                <c:pt idx="15601">
                  <c:v>4.2645400000000002</c:v>
                </c:pt>
                <c:pt idx="15602">
                  <c:v>4.2648400000000004</c:v>
                </c:pt>
                <c:pt idx="15603">
                  <c:v>4.2651500000000002</c:v>
                </c:pt>
                <c:pt idx="15604">
                  <c:v>4.2654500000000004</c:v>
                </c:pt>
                <c:pt idx="15605">
                  <c:v>4.2657600000000002</c:v>
                </c:pt>
                <c:pt idx="15606">
                  <c:v>4.2660600000000004</c:v>
                </c:pt>
                <c:pt idx="15607">
                  <c:v>4.2663700000000002</c:v>
                </c:pt>
                <c:pt idx="15608">
                  <c:v>4.26668</c:v>
                </c:pt>
                <c:pt idx="15609">
                  <c:v>4.2669800000000002</c:v>
                </c:pt>
                <c:pt idx="15610">
                  <c:v>4.26729</c:v>
                </c:pt>
                <c:pt idx="15611">
                  <c:v>4.2675900000000002</c:v>
                </c:pt>
                <c:pt idx="15612">
                  <c:v>4.2679</c:v>
                </c:pt>
                <c:pt idx="15613">
                  <c:v>4.2682000000000002</c:v>
                </c:pt>
                <c:pt idx="15614">
                  <c:v>4.26851</c:v>
                </c:pt>
                <c:pt idx="15615">
                  <c:v>4.2688100000000002</c:v>
                </c:pt>
                <c:pt idx="15616">
                  <c:v>4.26912</c:v>
                </c:pt>
                <c:pt idx="15617">
                  <c:v>4.2694200000000002</c:v>
                </c:pt>
                <c:pt idx="15618">
                  <c:v>4.26973</c:v>
                </c:pt>
                <c:pt idx="15619">
                  <c:v>4.2700300000000002</c:v>
                </c:pt>
                <c:pt idx="15620">
                  <c:v>4.27034</c:v>
                </c:pt>
                <c:pt idx="15621">
                  <c:v>4.2706499999999998</c:v>
                </c:pt>
                <c:pt idx="15622">
                  <c:v>4.27095</c:v>
                </c:pt>
                <c:pt idx="15623">
                  <c:v>4.2712599999999998</c:v>
                </c:pt>
                <c:pt idx="15624">
                  <c:v>4.27156</c:v>
                </c:pt>
                <c:pt idx="15625">
                  <c:v>4.2718699999999998</c:v>
                </c:pt>
                <c:pt idx="15626">
                  <c:v>4.27217</c:v>
                </c:pt>
                <c:pt idx="15627">
                  <c:v>4.2724799999999998</c:v>
                </c:pt>
                <c:pt idx="15628">
                  <c:v>4.27278</c:v>
                </c:pt>
                <c:pt idx="15629">
                  <c:v>4.2730899999999998</c:v>
                </c:pt>
                <c:pt idx="15630">
                  <c:v>4.27339</c:v>
                </c:pt>
                <c:pt idx="15631">
                  <c:v>4.2736999999999998</c:v>
                </c:pt>
                <c:pt idx="15632">
                  <c:v>4.2740099999999996</c:v>
                </c:pt>
                <c:pt idx="15633">
                  <c:v>4.2743099999999998</c:v>
                </c:pt>
                <c:pt idx="15634">
                  <c:v>4.2746199999999996</c:v>
                </c:pt>
                <c:pt idx="15635">
                  <c:v>4.2749199999999998</c:v>
                </c:pt>
                <c:pt idx="15636">
                  <c:v>4.2752299999999996</c:v>
                </c:pt>
                <c:pt idx="15637">
                  <c:v>4.2755299999999998</c:v>
                </c:pt>
                <c:pt idx="15638">
                  <c:v>4.2758399999999996</c:v>
                </c:pt>
                <c:pt idx="15639">
                  <c:v>4.2761399999999998</c:v>
                </c:pt>
                <c:pt idx="15640">
                  <c:v>4.2764499999999996</c:v>
                </c:pt>
                <c:pt idx="15641">
                  <c:v>4.2767499999999998</c:v>
                </c:pt>
                <c:pt idx="15642">
                  <c:v>4.2770599999999996</c:v>
                </c:pt>
                <c:pt idx="15643">
                  <c:v>4.2773599999999998</c:v>
                </c:pt>
                <c:pt idx="15644">
                  <c:v>4.2776699999999996</c:v>
                </c:pt>
                <c:pt idx="15645">
                  <c:v>4.2779800000000003</c:v>
                </c:pt>
                <c:pt idx="15646">
                  <c:v>4.2782799999999996</c:v>
                </c:pt>
                <c:pt idx="15647">
                  <c:v>4.2785900000000003</c:v>
                </c:pt>
                <c:pt idx="15648">
                  <c:v>4.2788899999999996</c:v>
                </c:pt>
                <c:pt idx="15649">
                  <c:v>4.2792000000000003</c:v>
                </c:pt>
                <c:pt idx="15650">
                  <c:v>4.2794999999999996</c:v>
                </c:pt>
                <c:pt idx="15651">
                  <c:v>4.2798100000000003</c:v>
                </c:pt>
                <c:pt idx="15652">
                  <c:v>4.2801099999999996</c:v>
                </c:pt>
                <c:pt idx="15653">
                  <c:v>4.2804200000000003</c:v>
                </c:pt>
                <c:pt idx="15654">
                  <c:v>4.2807199999999996</c:v>
                </c:pt>
                <c:pt idx="15655">
                  <c:v>4.2810300000000003</c:v>
                </c:pt>
                <c:pt idx="15656">
                  <c:v>4.2813299999999996</c:v>
                </c:pt>
                <c:pt idx="15657">
                  <c:v>4.2816400000000003</c:v>
                </c:pt>
                <c:pt idx="15658">
                  <c:v>4.2819500000000001</c:v>
                </c:pt>
                <c:pt idx="15659">
                  <c:v>4.2822500000000003</c:v>
                </c:pt>
                <c:pt idx="15660">
                  <c:v>4.2825600000000001</c:v>
                </c:pt>
                <c:pt idx="15661">
                  <c:v>4.2828600000000003</c:v>
                </c:pt>
                <c:pt idx="15662">
                  <c:v>4.2831700000000001</c:v>
                </c:pt>
                <c:pt idx="15663">
                  <c:v>4.2834700000000003</c:v>
                </c:pt>
                <c:pt idx="15664">
                  <c:v>4.2837800000000001</c:v>
                </c:pt>
                <c:pt idx="15665">
                  <c:v>4.2840800000000003</c:v>
                </c:pt>
                <c:pt idx="15666">
                  <c:v>4.2843900000000001</c:v>
                </c:pt>
                <c:pt idx="15667">
                  <c:v>4.2846900000000003</c:v>
                </c:pt>
                <c:pt idx="15668">
                  <c:v>4.2850000000000001</c:v>
                </c:pt>
                <c:pt idx="15669">
                  <c:v>4.2853000000000003</c:v>
                </c:pt>
                <c:pt idx="15670">
                  <c:v>4.2856100000000001</c:v>
                </c:pt>
                <c:pt idx="15671">
                  <c:v>4.28592</c:v>
                </c:pt>
                <c:pt idx="15672">
                  <c:v>4.2862200000000001</c:v>
                </c:pt>
                <c:pt idx="15673">
                  <c:v>4.28653</c:v>
                </c:pt>
                <c:pt idx="15674">
                  <c:v>4.2868300000000001</c:v>
                </c:pt>
                <c:pt idx="15675">
                  <c:v>4.28714</c:v>
                </c:pt>
                <c:pt idx="15676">
                  <c:v>4.2874400000000001</c:v>
                </c:pt>
                <c:pt idx="15677">
                  <c:v>4.28775</c:v>
                </c:pt>
                <c:pt idx="15678">
                  <c:v>4.2880500000000001</c:v>
                </c:pt>
                <c:pt idx="15679">
                  <c:v>4.2883599999999999</c:v>
                </c:pt>
                <c:pt idx="15680">
                  <c:v>4.2886600000000001</c:v>
                </c:pt>
                <c:pt idx="15681">
                  <c:v>4.2889699999999999</c:v>
                </c:pt>
                <c:pt idx="15682">
                  <c:v>4.2892799999999998</c:v>
                </c:pt>
                <c:pt idx="15683">
                  <c:v>4.2895799999999999</c:v>
                </c:pt>
                <c:pt idx="15684">
                  <c:v>4.2898899999999998</c:v>
                </c:pt>
                <c:pt idx="15685">
                  <c:v>4.2901899999999999</c:v>
                </c:pt>
                <c:pt idx="15686">
                  <c:v>4.2904999999999998</c:v>
                </c:pt>
                <c:pt idx="15687">
                  <c:v>4.2907999999999999</c:v>
                </c:pt>
                <c:pt idx="15688">
                  <c:v>4.2911099999999998</c:v>
                </c:pt>
                <c:pt idx="15689">
                  <c:v>4.2914099999999999</c:v>
                </c:pt>
                <c:pt idx="15690">
                  <c:v>4.2917199999999998</c:v>
                </c:pt>
                <c:pt idx="15691">
                  <c:v>4.2920199999999999</c:v>
                </c:pt>
                <c:pt idx="15692">
                  <c:v>4.2923299999999998</c:v>
                </c:pt>
                <c:pt idx="15693">
                  <c:v>4.2926299999999999</c:v>
                </c:pt>
                <c:pt idx="15694">
                  <c:v>4.2929399999999998</c:v>
                </c:pt>
                <c:pt idx="15695">
                  <c:v>4.2932499999999996</c:v>
                </c:pt>
                <c:pt idx="15696">
                  <c:v>4.2935499999999998</c:v>
                </c:pt>
                <c:pt idx="15697">
                  <c:v>4.2938599999999996</c:v>
                </c:pt>
                <c:pt idx="15698">
                  <c:v>4.2941599999999998</c:v>
                </c:pt>
                <c:pt idx="15699">
                  <c:v>4.2944699999999996</c:v>
                </c:pt>
                <c:pt idx="15700">
                  <c:v>4.2947699999999998</c:v>
                </c:pt>
                <c:pt idx="15701">
                  <c:v>4.2950799999999996</c:v>
                </c:pt>
                <c:pt idx="15702">
                  <c:v>4.2953799999999998</c:v>
                </c:pt>
                <c:pt idx="15703">
                  <c:v>4.2956899999999996</c:v>
                </c:pt>
                <c:pt idx="15704">
                  <c:v>4.2959899999999998</c:v>
                </c:pt>
                <c:pt idx="15705">
                  <c:v>4.2962999999999996</c:v>
                </c:pt>
                <c:pt idx="15706">
                  <c:v>4.2965999999999998</c:v>
                </c:pt>
                <c:pt idx="15707">
                  <c:v>4.2969099999999996</c:v>
                </c:pt>
                <c:pt idx="15708">
                  <c:v>4.2972200000000003</c:v>
                </c:pt>
                <c:pt idx="15709">
                  <c:v>4.2975199999999996</c:v>
                </c:pt>
                <c:pt idx="15710">
                  <c:v>4.2978300000000003</c:v>
                </c:pt>
                <c:pt idx="15711">
                  <c:v>4.2981299999999996</c:v>
                </c:pt>
                <c:pt idx="15712">
                  <c:v>4.2984400000000003</c:v>
                </c:pt>
                <c:pt idx="15713">
                  <c:v>4.2987399999999996</c:v>
                </c:pt>
                <c:pt idx="15714">
                  <c:v>4.2990500000000003</c:v>
                </c:pt>
                <c:pt idx="15715">
                  <c:v>4.2993499999999996</c:v>
                </c:pt>
                <c:pt idx="15716">
                  <c:v>4.2996600000000003</c:v>
                </c:pt>
                <c:pt idx="15717">
                  <c:v>4.2999599999999996</c:v>
                </c:pt>
                <c:pt idx="15718">
                  <c:v>4.3002700000000003</c:v>
                </c:pt>
                <c:pt idx="15719">
                  <c:v>4.3005699999999996</c:v>
                </c:pt>
                <c:pt idx="15720">
                  <c:v>4.3008800000000003</c:v>
                </c:pt>
                <c:pt idx="15721">
                  <c:v>4.3011900000000001</c:v>
                </c:pt>
                <c:pt idx="15722">
                  <c:v>4.3014900000000003</c:v>
                </c:pt>
                <c:pt idx="15723">
                  <c:v>4.3018000000000001</c:v>
                </c:pt>
                <c:pt idx="15724">
                  <c:v>4.3021000000000003</c:v>
                </c:pt>
                <c:pt idx="15725">
                  <c:v>4.3024100000000001</c:v>
                </c:pt>
                <c:pt idx="15726">
                  <c:v>4.3027100000000003</c:v>
                </c:pt>
                <c:pt idx="15727">
                  <c:v>4.3030200000000001</c:v>
                </c:pt>
                <c:pt idx="15728">
                  <c:v>4.3033200000000003</c:v>
                </c:pt>
                <c:pt idx="15729">
                  <c:v>4.3036300000000001</c:v>
                </c:pt>
                <c:pt idx="15730">
                  <c:v>4.3039300000000003</c:v>
                </c:pt>
                <c:pt idx="15731">
                  <c:v>4.3042400000000001</c:v>
                </c:pt>
                <c:pt idx="15732">
                  <c:v>4.3045400000000003</c:v>
                </c:pt>
                <c:pt idx="15733">
                  <c:v>4.3048500000000001</c:v>
                </c:pt>
                <c:pt idx="15734">
                  <c:v>4.3051599999999999</c:v>
                </c:pt>
                <c:pt idx="15735">
                  <c:v>4.3054600000000001</c:v>
                </c:pt>
                <c:pt idx="15736">
                  <c:v>4.3057699999999999</c:v>
                </c:pt>
                <c:pt idx="15737">
                  <c:v>4.3060700000000001</c:v>
                </c:pt>
                <c:pt idx="15738">
                  <c:v>4.3063799999999999</c:v>
                </c:pt>
                <c:pt idx="15739">
                  <c:v>4.3066800000000001</c:v>
                </c:pt>
                <c:pt idx="15740">
                  <c:v>4.3069899999999999</c:v>
                </c:pt>
                <c:pt idx="15741">
                  <c:v>4.3072900000000001</c:v>
                </c:pt>
                <c:pt idx="15742">
                  <c:v>4.3075999999999999</c:v>
                </c:pt>
                <c:pt idx="15743">
                  <c:v>4.3079000000000001</c:v>
                </c:pt>
                <c:pt idx="15744">
                  <c:v>4.3082099999999999</c:v>
                </c:pt>
                <c:pt idx="15745">
                  <c:v>4.3085199999999997</c:v>
                </c:pt>
                <c:pt idx="15746">
                  <c:v>4.3088199999999999</c:v>
                </c:pt>
                <c:pt idx="15747">
                  <c:v>4.3091299999999997</c:v>
                </c:pt>
                <c:pt idx="15748">
                  <c:v>4.3094299999999999</c:v>
                </c:pt>
                <c:pt idx="15749">
                  <c:v>4.3097399999999997</c:v>
                </c:pt>
                <c:pt idx="15750">
                  <c:v>4.3100399999999999</c:v>
                </c:pt>
                <c:pt idx="15751">
                  <c:v>4.3103499999999997</c:v>
                </c:pt>
                <c:pt idx="15752">
                  <c:v>4.3106499999999999</c:v>
                </c:pt>
                <c:pt idx="15753">
                  <c:v>4.3109599999999997</c:v>
                </c:pt>
                <c:pt idx="15754">
                  <c:v>4.3112599999999999</c:v>
                </c:pt>
                <c:pt idx="15755">
                  <c:v>4.3115699999999997</c:v>
                </c:pt>
                <c:pt idx="15756">
                  <c:v>4.3118699999999999</c:v>
                </c:pt>
                <c:pt idx="15757">
                  <c:v>4.3121799999999997</c:v>
                </c:pt>
                <c:pt idx="15758">
                  <c:v>4.3124900000000004</c:v>
                </c:pt>
                <c:pt idx="15759">
                  <c:v>4.3127899999999997</c:v>
                </c:pt>
                <c:pt idx="15760">
                  <c:v>4.3131000000000004</c:v>
                </c:pt>
                <c:pt idx="15761">
                  <c:v>4.3133999999999997</c:v>
                </c:pt>
                <c:pt idx="15762">
                  <c:v>4.3137100000000004</c:v>
                </c:pt>
                <c:pt idx="15763">
                  <c:v>4.3140099999999997</c:v>
                </c:pt>
                <c:pt idx="15764">
                  <c:v>4.3143200000000004</c:v>
                </c:pt>
                <c:pt idx="15765">
                  <c:v>4.3146199999999997</c:v>
                </c:pt>
                <c:pt idx="15766">
                  <c:v>4.3149300000000004</c:v>
                </c:pt>
                <c:pt idx="15767">
                  <c:v>4.3152299999999997</c:v>
                </c:pt>
                <c:pt idx="15768">
                  <c:v>4.3155400000000004</c:v>
                </c:pt>
                <c:pt idx="15769">
                  <c:v>4.3158399999999997</c:v>
                </c:pt>
                <c:pt idx="15770">
                  <c:v>4.3161500000000004</c:v>
                </c:pt>
                <c:pt idx="15771">
                  <c:v>4.3164600000000002</c:v>
                </c:pt>
                <c:pt idx="15772">
                  <c:v>4.3167600000000004</c:v>
                </c:pt>
                <c:pt idx="15773">
                  <c:v>4.3170700000000002</c:v>
                </c:pt>
                <c:pt idx="15774">
                  <c:v>4.3173700000000004</c:v>
                </c:pt>
                <c:pt idx="15775">
                  <c:v>4.3176800000000002</c:v>
                </c:pt>
                <c:pt idx="15776">
                  <c:v>4.3179800000000004</c:v>
                </c:pt>
                <c:pt idx="15777">
                  <c:v>4.3182900000000002</c:v>
                </c:pt>
                <c:pt idx="15778">
                  <c:v>4.3185900000000004</c:v>
                </c:pt>
                <c:pt idx="15779">
                  <c:v>4.3189000000000002</c:v>
                </c:pt>
                <c:pt idx="15780">
                  <c:v>4.3192000000000004</c:v>
                </c:pt>
                <c:pt idx="15781">
                  <c:v>4.3195100000000002</c:v>
                </c:pt>
                <c:pt idx="15782">
                  <c:v>4.3198100000000004</c:v>
                </c:pt>
                <c:pt idx="15783">
                  <c:v>4.3201200000000002</c:v>
                </c:pt>
                <c:pt idx="15784">
                  <c:v>4.32043</c:v>
                </c:pt>
                <c:pt idx="15785">
                  <c:v>4.3207300000000002</c:v>
                </c:pt>
                <c:pt idx="15786">
                  <c:v>4.32104</c:v>
                </c:pt>
                <c:pt idx="15787">
                  <c:v>4.3213400000000002</c:v>
                </c:pt>
                <c:pt idx="15788">
                  <c:v>4.32165</c:v>
                </c:pt>
                <c:pt idx="15789">
                  <c:v>4.3219500000000002</c:v>
                </c:pt>
                <c:pt idx="15790">
                  <c:v>4.32226</c:v>
                </c:pt>
                <c:pt idx="15791">
                  <c:v>4.3225600000000002</c:v>
                </c:pt>
                <c:pt idx="15792">
                  <c:v>4.32287</c:v>
                </c:pt>
                <c:pt idx="15793">
                  <c:v>4.3231700000000002</c:v>
                </c:pt>
                <c:pt idx="15794">
                  <c:v>4.32348</c:v>
                </c:pt>
                <c:pt idx="15795">
                  <c:v>4.3237800000000002</c:v>
                </c:pt>
                <c:pt idx="15796">
                  <c:v>4.32409</c:v>
                </c:pt>
                <c:pt idx="15797">
                  <c:v>4.3243999999999998</c:v>
                </c:pt>
                <c:pt idx="15798">
                  <c:v>4.3247</c:v>
                </c:pt>
                <c:pt idx="15799">
                  <c:v>4.3250099999999998</c:v>
                </c:pt>
                <c:pt idx="15800">
                  <c:v>4.32531</c:v>
                </c:pt>
                <c:pt idx="15801">
                  <c:v>4.3256199999999998</c:v>
                </c:pt>
                <c:pt idx="15802">
                  <c:v>4.32592</c:v>
                </c:pt>
                <c:pt idx="15803">
                  <c:v>4.3262299999999998</c:v>
                </c:pt>
                <c:pt idx="15804">
                  <c:v>4.32653</c:v>
                </c:pt>
                <c:pt idx="15805">
                  <c:v>4.3268399999999998</c:v>
                </c:pt>
                <c:pt idx="15806">
                  <c:v>4.32714</c:v>
                </c:pt>
                <c:pt idx="15807">
                  <c:v>4.3274499999999998</c:v>
                </c:pt>
                <c:pt idx="15808">
                  <c:v>4.3277599999999996</c:v>
                </c:pt>
                <c:pt idx="15809">
                  <c:v>4.3280599999999998</c:v>
                </c:pt>
                <c:pt idx="15810">
                  <c:v>4.3283699999999996</c:v>
                </c:pt>
                <c:pt idx="15811">
                  <c:v>4.3286699999999998</c:v>
                </c:pt>
                <c:pt idx="15812">
                  <c:v>4.3289799999999996</c:v>
                </c:pt>
                <c:pt idx="15813">
                  <c:v>4.3292799999999998</c:v>
                </c:pt>
                <c:pt idx="15814">
                  <c:v>4.3295899999999996</c:v>
                </c:pt>
                <c:pt idx="15815">
                  <c:v>4.3298899999999998</c:v>
                </c:pt>
                <c:pt idx="15816">
                  <c:v>4.3301999999999996</c:v>
                </c:pt>
                <c:pt idx="15817">
                  <c:v>4.3304999999999998</c:v>
                </c:pt>
                <c:pt idx="15818">
                  <c:v>4.3308099999999996</c:v>
                </c:pt>
                <c:pt idx="15819">
                  <c:v>4.3311099999999998</c:v>
                </c:pt>
                <c:pt idx="15820">
                  <c:v>4.3314199999999996</c:v>
                </c:pt>
                <c:pt idx="15821">
                  <c:v>4.3317300000000003</c:v>
                </c:pt>
                <c:pt idx="15822">
                  <c:v>4.3320299999999996</c:v>
                </c:pt>
                <c:pt idx="15823">
                  <c:v>4.3323400000000003</c:v>
                </c:pt>
                <c:pt idx="15824">
                  <c:v>4.3326399999999996</c:v>
                </c:pt>
                <c:pt idx="15825">
                  <c:v>4.3329500000000003</c:v>
                </c:pt>
                <c:pt idx="15826">
                  <c:v>4.3332499999999996</c:v>
                </c:pt>
                <c:pt idx="15827">
                  <c:v>4.3335600000000003</c:v>
                </c:pt>
                <c:pt idx="15828">
                  <c:v>4.3338599999999996</c:v>
                </c:pt>
                <c:pt idx="15829">
                  <c:v>4.3341700000000003</c:v>
                </c:pt>
                <c:pt idx="15830">
                  <c:v>4.3344699999999996</c:v>
                </c:pt>
                <c:pt idx="15831">
                  <c:v>4.3347800000000003</c:v>
                </c:pt>
                <c:pt idx="15832">
                  <c:v>4.3350799999999996</c:v>
                </c:pt>
                <c:pt idx="15833">
                  <c:v>4.3353900000000003</c:v>
                </c:pt>
                <c:pt idx="15834">
                  <c:v>4.3357000000000001</c:v>
                </c:pt>
                <c:pt idx="15835">
                  <c:v>4.3360000000000003</c:v>
                </c:pt>
                <c:pt idx="15836">
                  <c:v>4.3363100000000001</c:v>
                </c:pt>
                <c:pt idx="15837">
                  <c:v>4.3366100000000003</c:v>
                </c:pt>
                <c:pt idx="15838">
                  <c:v>4.3369200000000001</c:v>
                </c:pt>
                <c:pt idx="15839">
                  <c:v>4.3372200000000003</c:v>
                </c:pt>
                <c:pt idx="15840">
                  <c:v>4.3375300000000001</c:v>
                </c:pt>
                <c:pt idx="15841">
                  <c:v>4.3378300000000003</c:v>
                </c:pt>
                <c:pt idx="15842">
                  <c:v>4.3381400000000001</c:v>
                </c:pt>
                <c:pt idx="15843">
                  <c:v>4.3384400000000003</c:v>
                </c:pt>
                <c:pt idx="15844">
                  <c:v>4.3387500000000001</c:v>
                </c:pt>
                <c:pt idx="15845">
                  <c:v>4.3390500000000003</c:v>
                </c:pt>
                <c:pt idx="15846">
                  <c:v>4.3393600000000001</c:v>
                </c:pt>
                <c:pt idx="15847">
                  <c:v>4.3396699999999999</c:v>
                </c:pt>
                <c:pt idx="15848">
                  <c:v>4.3399700000000001</c:v>
                </c:pt>
                <c:pt idx="15849">
                  <c:v>4.3402799999999999</c:v>
                </c:pt>
                <c:pt idx="15850">
                  <c:v>4.3405800000000001</c:v>
                </c:pt>
                <c:pt idx="15851">
                  <c:v>4.3408899999999999</c:v>
                </c:pt>
                <c:pt idx="15852">
                  <c:v>4.3411900000000001</c:v>
                </c:pt>
                <c:pt idx="15853">
                  <c:v>4.3414999999999999</c:v>
                </c:pt>
                <c:pt idx="15854">
                  <c:v>4.3418000000000001</c:v>
                </c:pt>
                <c:pt idx="15855">
                  <c:v>4.3421099999999999</c:v>
                </c:pt>
                <c:pt idx="15856">
                  <c:v>4.3424100000000001</c:v>
                </c:pt>
                <c:pt idx="15857">
                  <c:v>4.3427199999999999</c:v>
                </c:pt>
                <c:pt idx="15858">
                  <c:v>4.3430200000000001</c:v>
                </c:pt>
                <c:pt idx="15859">
                  <c:v>4.3433299999999999</c:v>
                </c:pt>
                <c:pt idx="15860">
                  <c:v>4.3436399999999997</c:v>
                </c:pt>
                <c:pt idx="15861">
                  <c:v>4.3439399999999999</c:v>
                </c:pt>
                <c:pt idx="15862">
                  <c:v>4.3442499999999997</c:v>
                </c:pt>
                <c:pt idx="15863">
                  <c:v>4.3445499999999999</c:v>
                </c:pt>
                <c:pt idx="15864">
                  <c:v>4.3448599999999997</c:v>
                </c:pt>
                <c:pt idx="15865">
                  <c:v>4.3451599999999999</c:v>
                </c:pt>
                <c:pt idx="15866">
                  <c:v>4.3454699999999997</c:v>
                </c:pt>
                <c:pt idx="15867">
                  <c:v>4.3457699999999999</c:v>
                </c:pt>
                <c:pt idx="15868">
                  <c:v>4.3460799999999997</c:v>
                </c:pt>
                <c:pt idx="15869">
                  <c:v>4.3463799999999999</c:v>
                </c:pt>
                <c:pt idx="15870">
                  <c:v>4.3466899999999997</c:v>
                </c:pt>
                <c:pt idx="15871">
                  <c:v>4.3470000000000004</c:v>
                </c:pt>
                <c:pt idx="15872">
                  <c:v>4.3472999999999997</c:v>
                </c:pt>
                <c:pt idx="15873">
                  <c:v>4.3476100000000004</c:v>
                </c:pt>
                <c:pt idx="15874">
                  <c:v>4.3479099999999997</c:v>
                </c:pt>
                <c:pt idx="15875">
                  <c:v>4.3482200000000004</c:v>
                </c:pt>
                <c:pt idx="15876">
                  <c:v>4.3485199999999997</c:v>
                </c:pt>
                <c:pt idx="15877">
                  <c:v>4.3488300000000004</c:v>
                </c:pt>
                <c:pt idx="15878">
                  <c:v>4.3491299999999997</c:v>
                </c:pt>
                <c:pt idx="15879">
                  <c:v>4.3494400000000004</c:v>
                </c:pt>
                <c:pt idx="15880">
                  <c:v>4.3497399999999997</c:v>
                </c:pt>
                <c:pt idx="15881">
                  <c:v>4.3500500000000004</c:v>
                </c:pt>
                <c:pt idx="15882">
                  <c:v>4.3503499999999997</c:v>
                </c:pt>
                <c:pt idx="15883">
                  <c:v>4.3506600000000004</c:v>
                </c:pt>
                <c:pt idx="15884">
                  <c:v>4.3509700000000002</c:v>
                </c:pt>
                <c:pt idx="15885">
                  <c:v>4.3512700000000004</c:v>
                </c:pt>
                <c:pt idx="15886">
                  <c:v>4.3515800000000002</c:v>
                </c:pt>
                <c:pt idx="15887">
                  <c:v>4.3518800000000004</c:v>
                </c:pt>
                <c:pt idx="15888">
                  <c:v>4.3521900000000002</c:v>
                </c:pt>
                <c:pt idx="15889">
                  <c:v>4.3524900000000004</c:v>
                </c:pt>
                <c:pt idx="15890">
                  <c:v>4.3528000000000002</c:v>
                </c:pt>
                <c:pt idx="15891">
                  <c:v>4.3531000000000004</c:v>
                </c:pt>
                <c:pt idx="15892">
                  <c:v>4.3534100000000002</c:v>
                </c:pt>
                <c:pt idx="15893">
                  <c:v>4.3537100000000004</c:v>
                </c:pt>
                <c:pt idx="15894">
                  <c:v>4.3540200000000002</c:v>
                </c:pt>
                <c:pt idx="15895">
                  <c:v>4.3543200000000004</c:v>
                </c:pt>
                <c:pt idx="15896">
                  <c:v>4.3546300000000002</c:v>
                </c:pt>
                <c:pt idx="15897">
                  <c:v>4.35494</c:v>
                </c:pt>
                <c:pt idx="15898">
                  <c:v>4.3552400000000002</c:v>
                </c:pt>
                <c:pt idx="15899">
                  <c:v>4.35555</c:v>
                </c:pt>
                <c:pt idx="15900">
                  <c:v>4.3558500000000002</c:v>
                </c:pt>
                <c:pt idx="15901">
                  <c:v>4.35616</c:v>
                </c:pt>
                <c:pt idx="15902">
                  <c:v>4.3564600000000002</c:v>
                </c:pt>
                <c:pt idx="15903">
                  <c:v>4.35677</c:v>
                </c:pt>
                <c:pt idx="15904">
                  <c:v>4.3570700000000002</c:v>
                </c:pt>
                <c:pt idx="15905">
                  <c:v>4.35738</c:v>
                </c:pt>
                <c:pt idx="15906">
                  <c:v>4.3576800000000002</c:v>
                </c:pt>
                <c:pt idx="15907">
                  <c:v>4.35799</c:v>
                </c:pt>
                <c:pt idx="15908">
                  <c:v>4.3582900000000002</c:v>
                </c:pt>
                <c:pt idx="15909">
                  <c:v>4.3586</c:v>
                </c:pt>
                <c:pt idx="15910">
                  <c:v>4.3589099999999998</c:v>
                </c:pt>
                <c:pt idx="15911">
                  <c:v>4.35921</c:v>
                </c:pt>
                <c:pt idx="15912">
                  <c:v>4.3595199999999998</c:v>
                </c:pt>
                <c:pt idx="15913">
                  <c:v>4.35982</c:v>
                </c:pt>
                <c:pt idx="15914">
                  <c:v>4.3601299999999998</c:v>
                </c:pt>
                <c:pt idx="15915">
                  <c:v>4.36043</c:v>
                </c:pt>
                <c:pt idx="15916">
                  <c:v>4.3607399999999998</c:v>
                </c:pt>
                <c:pt idx="15917">
                  <c:v>4.36104</c:v>
                </c:pt>
                <c:pt idx="15918">
                  <c:v>4.3613499999999998</c:v>
                </c:pt>
                <c:pt idx="15919">
                  <c:v>4.36165</c:v>
                </c:pt>
                <c:pt idx="15920">
                  <c:v>4.3619599999999998</c:v>
                </c:pt>
                <c:pt idx="15921">
                  <c:v>4.3622699999999996</c:v>
                </c:pt>
                <c:pt idx="15922">
                  <c:v>4.3625699999999998</c:v>
                </c:pt>
                <c:pt idx="15923">
                  <c:v>4.3628799999999996</c:v>
                </c:pt>
                <c:pt idx="15924">
                  <c:v>4.3631799999999998</c:v>
                </c:pt>
                <c:pt idx="15925">
                  <c:v>4.3634899999999996</c:v>
                </c:pt>
                <c:pt idx="15926">
                  <c:v>4.3637899999999998</c:v>
                </c:pt>
                <c:pt idx="15927">
                  <c:v>4.3640999999999996</c:v>
                </c:pt>
                <c:pt idx="15928">
                  <c:v>4.3643999999999998</c:v>
                </c:pt>
                <c:pt idx="15929">
                  <c:v>4.3647099999999996</c:v>
                </c:pt>
                <c:pt idx="15930">
                  <c:v>4.3650099999999998</c:v>
                </c:pt>
                <c:pt idx="15931">
                  <c:v>4.3653199999999996</c:v>
                </c:pt>
                <c:pt idx="15932">
                  <c:v>4.3656199999999998</c:v>
                </c:pt>
                <c:pt idx="15933">
                  <c:v>4.3659299999999996</c:v>
                </c:pt>
                <c:pt idx="15934">
                  <c:v>4.3662400000000003</c:v>
                </c:pt>
                <c:pt idx="15935">
                  <c:v>4.3665399999999996</c:v>
                </c:pt>
                <c:pt idx="15936">
                  <c:v>4.3668500000000003</c:v>
                </c:pt>
                <c:pt idx="15937">
                  <c:v>4.3671499999999996</c:v>
                </c:pt>
                <c:pt idx="15938">
                  <c:v>4.3674600000000003</c:v>
                </c:pt>
                <c:pt idx="15939">
                  <c:v>4.3677599999999996</c:v>
                </c:pt>
                <c:pt idx="15940">
                  <c:v>4.3680700000000003</c:v>
                </c:pt>
                <c:pt idx="15941">
                  <c:v>4.3683699999999996</c:v>
                </c:pt>
                <c:pt idx="15942">
                  <c:v>4.3686800000000003</c:v>
                </c:pt>
                <c:pt idx="15943">
                  <c:v>4.3689799999999996</c:v>
                </c:pt>
                <c:pt idx="15944">
                  <c:v>4.3692900000000003</c:v>
                </c:pt>
                <c:pt idx="15945">
                  <c:v>4.3695899999999996</c:v>
                </c:pt>
                <c:pt idx="15946">
                  <c:v>4.3699000000000003</c:v>
                </c:pt>
                <c:pt idx="15947">
                  <c:v>4.3702100000000002</c:v>
                </c:pt>
                <c:pt idx="15948">
                  <c:v>4.3705100000000003</c:v>
                </c:pt>
                <c:pt idx="15949">
                  <c:v>4.3708200000000001</c:v>
                </c:pt>
                <c:pt idx="15950">
                  <c:v>4.3711200000000003</c:v>
                </c:pt>
                <c:pt idx="15951">
                  <c:v>4.3714300000000001</c:v>
                </c:pt>
                <c:pt idx="15952">
                  <c:v>4.3717300000000003</c:v>
                </c:pt>
                <c:pt idx="15953">
                  <c:v>4.3720400000000001</c:v>
                </c:pt>
                <c:pt idx="15954">
                  <c:v>4.3723400000000003</c:v>
                </c:pt>
                <c:pt idx="15955">
                  <c:v>4.3726500000000001</c:v>
                </c:pt>
                <c:pt idx="15956">
                  <c:v>4.3729500000000003</c:v>
                </c:pt>
                <c:pt idx="15957">
                  <c:v>4.3732600000000001</c:v>
                </c:pt>
                <c:pt idx="15958">
                  <c:v>4.3735600000000003</c:v>
                </c:pt>
                <c:pt idx="15959">
                  <c:v>4.3738700000000001</c:v>
                </c:pt>
                <c:pt idx="15960">
                  <c:v>4.37418</c:v>
                </c:pt>
                <c:pt idx="15961">
                  <c:v>4.3744800000000001</c:v>
                </c:pt>
                <c:pt idx="15962">
                  <c:v>4.37479</c:v>
                </c:pt>
                <c:pt idx="15963">
                  <c:v>4.3750900000000001</c:v>
                </c:pt>
                <c:pt idx="15964">
                  <c:v>4.3754</c:v>
                </c:pt>
                <c:pt idx="15965">
                  <c:v>4.3757000000000001</c:v>
                </c:pt>
                <c:pt idx="15966">
                  <c:v>4.37601</c:v>
                </c:pt>
                <c:pt idx="15967">
                  <c:v>4.3763100000000001</c:v>
                </c:pt>
                <c:pt idx="15968">
                  <c:v>4.37662</c:v>
                </c:pt>
                <c:pt idx="15969">
                  <c:v>4.3769200000000001</c:v>
                </c:pt>
                <c:pt idx="15970">
                  <c:v>4.37723</c:v>
                </c:pt>
                <c:pt idx="15971">
                  <c:v>4.3775300000000001</c:v>
                </c:pt>
                <c:pt idx="15972">
                  <c:v>4.37784</c:v>
                </c:pt>
                <c:pt idx="15973">
                  <c:v>4.3781499999999998</c:v>
                </c:pt>
                <c:pt idx="15974">
                  <c:v>4.37845</c:v>
                </c:pt>
                <c:pt idx="15975">
                  <c:v>4.3787599999999998</c:v>
                </c:pt>
                <c:pt idx="15976">
                  <c:v>4.37906</c:v>
                </c:pt>
                <c:pt idx="15977">
                  <c:v>4.3793699999999998</c:v>
                </c:pt>
                <c:pt idx="15978">
                  <c:v>4.37967</c:v>
                </c:pt>
                <c:pt idx="15979">
                  <c:v>4.3799799999999998</c:v>
                </c:pt>
                <c:pt idx="15980">
                  <c:v>4.38028</c:v>
                </c:pt>
                <c:pt idx="15981">
                  <c:v>4.3805899999999998</c:v>
                </c:pt>
                <c:pt idx="15982">
                  <c:v>4.38089</c:v>
                </c:pt>
                <c:pt idx="15983">
                  <c:v>4.3811999999999998</c:v>
                </c:pt>
                <c:pt idx="15984">
                  <c:v>4.3815099999999996</c:v>
                </c:pt>
                <c:pt idx="15985">
                  <c:v>4.3818099999999998</c:v>
                </c:pt>
                <c:pt idx="15986">
                  <c:v>4.3821199999999996</c:v>
                </c:pt>
                <c:pt idx="15987">
                  <c:v>4.3824199999999998</c:v>
                </c:pt>
                <c:pt idx="15988">
                  <c:v>4.3827299999999996</c:v>
                </c:pt>
                <c:pt idx="15989">
                  <c:v>4.3830299999999998</c:v>
                </c:pt>
                <c:pt idx="15990">
                  <c:v>4.3833399999999996</c:v>
                </c:pt>
                <c:pt idx="15991">
                  <c:v>4.3836399999999998</c:v>
                </c:pt>
                <c:pt idx="15992">
                  <c:v>4.3839499999999996</c:v>
                </c:pt>
                <c:pt idx="15993">
                  <c:v>4.3842499999999998</c:v>
                </c:pt>
                <c:pt idx="15994">
                  <c:v>4.3845599999999996</c:v>
                </c:pt>
                <c:pt idx="15995">
                  <c:v>4.3848599999999998</c:v>
                </c:pt>
                <c:pt idx="15996">
                  <c:v>4.3851699999999996</c:v>
                </c:pt>
                <c:pt idx="15997">
                  <c:v>4.3854800000000003</c:v>
                </c:pt>
                <c:pt idx="15998">
                  <c:v>4.3857799999999996</c:v>
                </c:pt>
                <c:pt idx="15999">
                  <c:v>4.3860900000000003</c:v>
                </c:pt>
                <c:pt idx="16000">
                  <c:v>4.3863899999999996</c:v>
                </c:pt>
                <c:pt idx="16001">
                  <c:v>4.3867000000000003</c:v>
                </c:pt>
                <c:pt idx="16002">
                  <c:v>4.3869999999999996</c:v>
                </c:pt>
                <c:pt idx="16003">
                  <c:v>4.3873100000000003</c:v>
                </c:pt>
                <c:pt idx="16004">
                  <c:v>4.3876099999999996</c:v>
                </c:pt>
                <c:pt idx="16005">
                  <c:v>4.3879200000000003</c:v>
                </c:pt>
                <c:pt idx="16006">
                  <c:v>4.3882199999999996</c:v>
                </c:pt>
                <c:pt idx="16007">
                  <c:v>4.3885300000000003</c:v>
                </c:pt>
                <c:pt idx="16008">
                  <c:v>4.3888299999999996</c:v>
                </c:pt>
                <c:pt idx="16009">
                  <c:v>4.3891400000000003</c:v>
                </c:pt>
                <c:pt idx="16010">
                  <c:v>4.3894500000000001</c:v>
                </c:pt>
                <c:pt idx="16011">
                  <c:v>4.3897500000000003</c:v>
                </c:pt>
                <c:pt idx="16012">
                  <c:v>4.3900600000000001</c:v>
                </c:pt>
                <c:pt idx="16013">
                  <c:v>4.3903600000000003</c:v>
                </c:pt>
                <c:pt idx="16014">
                  <c:v>4.3906700000000001</c:v>
                </c:pt>
                <c:pt idx="16015">
                  <c:v>4.3909700000000003</c:v>
                </c:pt>
                <c:pt idx="16016">
                  <c:v>4.3912800000000001</c:v>
                </c:pt>
                <c:pt idx="16017">
                  <c:v>4.3915800000000003</c:v>
                </c:pt>
                <c:pt idx="16018">
                  <c:v>4.3918900000000001</c:v>
                </c:pt>
                <c:pt idx="16019">
                  <c:v>4.3921900000000003</c:v>
                </c:pt>
                <c:pt idx="16020">
                  <c:v>4.3925000000000001</c:v>
                </c:pt>
                <c:pt idx="16021">
                  <c:v>4.3928000000000003</c:v>
                </c:pt>
                <c:pt idx="16022">
                  <c:v>4.3931100000000001</c:v>
                </c:pt>
                <c:pt idx="16023">
                  <c:v>4.3934199999999999</c:v>
                </c:pt>
                <c:pt idx="16024">
                  <c:v>4.3937200000000001</c:v>
                </c:pt>
                <c:pt idx="16025">
                  <c:v>4.3940299999999999</c:v>
                </c:pt>
                <c:pt idx="16026">
                  <c:v>4.3943300000000001</c:v>
                </c:pt>
                <c:pt idx="16027">
                  <c:v>4.3946399999999999</c:v>
                </c:pt>
                <c:pt idx="16028">
                  <c:v>4.3949400000000001</c:v>
                </c:pt>
                <c:pt idx="16029">
                  <c:v>4.3952499999999999</c:v>
                </c:pt>
                <c:pt idx="16030">
                  <c:v>4.3955500000000001</c:v>
                </c:pt>
                <c:pt idx="16031">
                  <c:v>4.3958599999999999</c:v>
                </c:pt>
                <c:pt idx="16032">
                  <c:v>4.3961600000000001</c:v>
                </c:pt>
                <c:pt idx="16033">
                  <c:v>4.3964699999999999</c:v>
                </c:pt>
                <c:pt idx="16034">
                  <c:v>4.3967700000000001</c:v>
                </c:pt>
                <c:pt idx="16035">
                  <c:v>4.3970799999999999</c:v>
                </c:pt>
                <c:pt idx="16036">
                  <c:v>4.3973899999999997</c:v>
                </c:pt>
                <c:pt idx="16037">
                  <c:v>4.3976899999999999</c:v>
                </c:pt>
                <c:pt idx="16038">
                  <c:v>4.3979999999999997</c:v>
                </c:pt>
                <c:pt idx="16039">
                  <c:v>4.3982999999999999</c:v>
                </c:pt>
                <c:pt idx="16040">
                  <c:v>4.3986099999999997</c:v>
                </c:pt>
                <c:pt idx="16041">
                  <c:v>4.3989099999999999</c:v>
                </c:pt>
                <c:pt idx="16042">
                  <c:v>4.3992199999999997</c:v>
                </c:pt>
                <c:pt idx="16043">
                  <c:v>4.3995199999999999</c:v>
                </c:pt>
                <c:pt idx="16044">
                  <c:v>4.3998299999999997</c:v>
                </c:pt>
                <c:pt idx="16045">
                  <c:v>4.4001299999999999</c:v>
                </c:pt>
                <c:pt idx="16046">
                  <c:v>4.4004399999999997</c:v>
                </c:pt>
                <c:pt idx="16047">
                  <c:v>4.4007500000000004</c:v>
                </c:pt>
                <c:pt idx="16048">
                  <c:v>4.4010499999999997</c:v>
                </c:pt>
                <c:pt idx="16049">
                  <c:v>4.4013600000000004</c:v>
                </c:pt>
                <c:pt idx="16050">
                  <c:v>4.4016599999999997</c:v>
                </c:pt>
                <c:pt idx="16051">
                  <c:v>4.4019700000000004</c:v>
                </c:pt>
                <c:pt idx="16052">
                  <c:v>4.4022699999999997</c:v>
                </c:pt>
                <c:pt idx="16053">
                  <c:v>4.4025800000000004</c:v>
                </c:pt>
                <c:pt idx="16054">
                  <c:v>4.4028799999999997</c:v>
                </c:pt>
                <c:pt idx="16055">
                  <c:v>4.4031900000000004</c:v>
                </c:pt>
                <c:pt idx="16056">
                  <c:v>4.4034899999999997</c:v>
                </c:pt>
                <c:pt idx="16057">
                  <c:v>4.4038000000000004</c:v>
                </c:pt>
                <c:pt idx="16058">
                  <c:v>4.4040999999999997</c:v>
                </c:pt>
                <c:pt idx="16059">
                  <c:v>4.4044100000000004</c:v>
                </c:pt>
                <c:pt idx="16060">
                  <c:v>4.4047200000000002</c:v>
                </c:pt>
                <c:pt idx="16061">
                  <c:v>4.4050200000000004</c:v>
                </c:pt>
                <c:pt idx="16062">
                  <c:v>4.4053300000000002</c:v>
                </c:pt>
                <c:pt idx="16063">
                  <c:v>4.4056300000000004</c:v>
                </c:pt>
                <c:pt idx="16064">
                  <c:v>4.4059400000000002</c:v>
                </c:pt>
                <c:pt idx="16065">
                  <c:v>4.4062400000000004</c:v>
                </c:pt>
                <c:pt idx="16066">
                  <c:v>4.4065500000000002</c:v>
                </c:pt>
                <c:pt idx="16067">
                  <c:v>4.4068500000000004</c:v>
                </c:pt>
                <c:pt idx="16068">
                  <c:v>4.4071600000000002</c:v>
                </c:pt>
                <c:pt idx="16069">
                  <c:v>4.4074600000000004</c:v>
                </c:pt>
                <c:pt idx="16070">
                  <c:v>4.4077700000000002</c:v>
                </c:pt>
                <c:pt idx="16071">
                  <c:v>4.4080700000000004</c:v>
                </c:pt>
                <c:pt idx="16072">
                  <c:v>4.4083800000000002</c:v>
                </c:pt>
                <c:pt idx="16073">
                  <c:v>4.40869</c:v>
                </c:pt>
                <c:pt idx="16074">
                  <c:v>4.4089900000000002</c:v>
                </c:pt>
                <c:pt idx="16075">
                  <c:v>4.4093</c:v>
                </c:pt>
                <c:pt idx="16076">
                  <c:v>4.4096000000000002</c:v>
                </c:pt>
                <c:pt idx="16077">
                  <c:v>4.40991</c:v>
                </c:pt>
                <c:pt idx="16078">
                  <c:v>4.4102100000000002</c:v>
                </c:pt>
                <c:pt idx="16079">
                  <c:v>4.41052</c:v>
                </c:pt>
                <c:pt idx="16080">
                  <c:v>4.4108200000000002</c:v>
                </c:pt>
                <c:pt idx="16081">
                  <c:v>4.41113</c:v>
                </c:pt>
                <c:pt idx="16082">
                  <c:v>4.4114300000000002</c:v>
                </c:pt>
                <c:pt idx="16083">
                  <c:v>4.41174</c:v>
                </c:pt>
                <c:pt idx="16084">
                  <c:v>4.4120400000000002</c:v>
                </c:pt>
                <c:pt idx="16085">
                  <c:v>4.41235</c:v>
                </c:pt>
                <c:pt idx="16086">
                  <c:v>4.4126599999999998</c:v>
                </c:pt>
                <c:pt idx="16087">
                  <c:v>4.41296</c:v>
                </c:pt>
                <c:pt idx="16088">
                  <c:v>4.4132699999999998</c:v>
                </c:pt>
                <c:pt idx="16089">
                  <c:v>4.41357</c:v>
                </c:pt>
                <c:pt idx="16090">
                  <c:v>4.4138799999999998</c:v>
                </c:pt>
                <c:pt idx="16091">
                  <c:v>4.41418</c:v>
                </c:pt>
                <c:pt idx="16092">
                  <c:v>4.4144899999999998</c:v>
                </c:pt>
                <c:pt idx="16093">
                  <c:v>4.41479</c:v>
                </c:pt>
                <c:pt idx="16094">
                  <c:v>4.4150999999999998</c:v>
                </c:pt>
                <c:pt idx="16095">
                  <c:v>4.4154</c:v>
                </c:pt>
                <c:pt idx="16096">
                  <c:v>4.4157099999999998</c:v>
                </c:pt>
                <c:pt idx="16097">
                  <c:v>4.4160199999999996</c:v>
                </c:pt>
                <c:pt idx="16098">
                  <c:v>4.4163199999999998</c:v>
                </c:pt>
                <c:pt idx="16099">
                  <c:v>4.4166299999999996</c:v>
                </c:pt>
                <c:pt idx="16100">
                  <c:v>4.4169299999999998</c:v>
                </c:pt>
                <c:pt idx="16101">
                  <c:v>4.4172399999999996</c:v>
                </c:pt>
                <c:pt idx="16102">
                  <c:v>4.4175399999999998</c:v>
                </c:pt>
                <c:pt idx="16103">
                  <c:v>4.4178499999999996</c:v>
                </c:pt>
                <c:pt idx="16104">
                  <c:v>4.4181499999999998</c:v>
                </c:pt>
                <c:pt idx="16105">
                  <c:v>4.4184599999999996</c:v>
                </c:pt>
                <c:pt idx="16106">
                  <c:v>4.4187599999999998</c:v>
                </c:pt>
                <c:pt idx="16107">
                  <c:v>4.4190699999999996</c:v>
                </c:pt>
                <c:pt idx="16108">
                  <c:v>4.4193699999999998</c:v>
                </c:pt>
                <c:pt idx="16109">
                  <c:v>4.4196799999999996</c:v>
                </c:pt>
                <c:pt idx="16110">
                  <c:v>4.4199900000000003</c:v>
                </c:pt>
                <c:pt idx="16111">
                  <c:v>4.4202899999999996</c:v>
                </c:pt>
                <c:pt idx="16112">
                  <c:v>4.4206000000000003</c:v>
                </c:pt>
                <c:pt idx="16113">
                  <c:v>4.4208999999999996</c:v>
                </c:pt>
                <c:pt idx="16114">
                  <c:v>4.4212100000000003</c:v>
                </c:pt>
                <c:pt idx="16115">
                  <c:v>4.4215099999999996</c:v>
                </c:pt>
                <c:pt idx="16116">
                  <c:v>4.4218200000000003</c:v>
                </c:pt>
                <c:pt idx="16117">
                  <c:v>4.4221199999999996</c:v>
                </c:pt>
                <c:pt idx="16118">
                  <c:v>4.4224300000000003</c:v>
                </c:pt>
                <c:pt idx="16119">
                  <c:v>4.4227299999999996</c:v>
                </c:pt>
                <c:pt idx="16120">
                  <c:v>4.4230400000000003</c:v>
                </c:pt>
                <c:pt idx="16121">
                  <c:v>4.4233399999999996</c:v>
                </c:pt>
                <c:pt idx="16122">
                  <c:v>4.4236500000000003</c:v>
                </c:pt>
                <c:pt idx="16123">
                  <c:v>4.4239600000000001</c:v>
                </c:pt>
                <c:pt idx="16124">
                  <c:v>4.4242600000000003</c:v>
                </c:pt>
                <c:pt idx="16125">
                  <c:v>4.4245700000000001</c:v>
                </c:pt>
                <c:pt idx="16126">
                  <c:v>4.4248700000000003</c:v>
                </c:pt>
                <c:pt idx="16127">
                  <c:v>4.4251800000000001</c:v>
                </c:pt>
                <c:pt idx="16128">
                  <c:v>4.4254800000000003</c:v>
                </c:pt>
                <c:pt idx="16129">
                  <c:v>4.4257900000000001</c:v>
                </c:pt>
                <c:pt idx="16130">
                  <c:v>4.4260900000000003</c:v>
                </c:pt>
                <c:pt idx="16131">
                  <c:v>4.4264000000000001</c:v>
                </c:pt>
                <c:pt idx="16132">
                  <c:v>4.4267000000000003</c:v>
                </c:pt>
                <c:pt idx="16133">
                  <c:v>4.4270100000000001</c:v>
                </c:pt>
                <c:pt idx="16134">
                  <c:v>4.4273100000000003</c:v>
                </c:pt>
                <c:pt idx="16135">
                  <c:v>4.4276200000000001</c:v>
                </c:pt>
                <c:pt idx="16136">
                  <c:v>4.4279299999999999</c:v>
                </c:pt>
                <c:pt idx="16137">
                  <c:v>4.4282300000000001</c:v>
                </c:pt>
                <c:pt idx="16138">
                  <c:v>4.4285399999999999</c:v>
                </c:pt>
                <c:pt idx="16139">
                  <c:v>4.4288400000000001</c:v>
                </c:pt>
                <c:pt idx="16140">
                  <c:v>4.4291499999999999</c:v>
                </c:pt>
                <c:pt idx="16141">
                  <c:v>4.4294500000000001</c:v>
                </c:pt>
                <c:pt idx="16142">
                  <c:v>4.4297599999999999</c:v>
                </c:pt>
                <c:pt idx="16143">
                  <c:v>4.4300600000000001</c:v>
                </c:pt>
                <c:pt idx="16144">
                  <c:v>4.4303699999999999</c:v>
                </c:pt>
                <c:pt idx="16145">
                  <c:v>4.4306700000000001</c:v>
                </c:pt>
                <c:pt idx="16146">
                  <c:v>4.4309799999999999</c:v>
                </c:pt>
                <c:pt idx="16147">
                  <c:v>4.4312800000000001</c:v>
                </c:pt>
                <c:pt idx="16148">
                  <c:v>4.4315899999999999</c:v>
                </c:pt>
                <c:pt idx="16149">
                  <c:v>4.4318999999999997</c:v>
                </c:pt>
                <c:pt idx="16150">
                  <c:v>4.4321999999999999</c:v>
                </c:pt>
                <c:pt idx="16151">
                  <c:v>4.4325099999999997</c:v>
                </c:pt>
                <c:pt idx="16152">
                  <c:v>4.4328099999999999</c:v>
                </c:pt>
                <c:pt idx="16153">
                  <c:v>4.4331199999999997</c:v>
                </c:pt>
                <c:pt idx="16154">
                  <c:v>4.4334199999999999</c:v>
                </c:pt>
                <c:pt idx="16155">
                  <c:v>4.4337299999999997</c:v>
                </c:pt>
                <c:pt idx="16156">
                  <c:v>4.4340299999999999</c:v>
                </c:pt>
                <c:pt idx="16157">
                  <c:v>4.4343399999999997</c:v>
                </c:pt>
                <c:pt idx="16158">
                  <c:v>4.4346399999999999</c:v>
                </c:pt>
                <c:pt idx="16159">
                  <c:v>4.4349499999999997</c:v>
                </c:pt>
                <c:pt idx="16160">
                  <c:v>4.4352600000000004</c:v>
                </c:pt>
                <c:pt idx="16161">
                  <c:v>4.4355599999999997</c:v>
                </c:pt>
                <c:pt idx="16162">
                  <c:v>4.4358700000000004</c:v>
                </c:pt>
                <c:pt idx="16163">
                  <c:v>4.4361699999999997</c:v>
                </c:pt>
                <c:pt idx="16164">
                  <c:v>4.4364800000000004</c:v>
                </c:pt>
                <c:pt idx="16165">
                  <c:v>4.4367799999999997</c:v>
                </c:pt>
                <c:pt idx="16166">
                  <c:v>4.4370900000000004</c:v>
                </c:pt>
                <c:pt idx="16167">
                  <c:v>4.4373899999999997</c:v>
                </c:pt>
                <c:pt idx="16168">
                  <c:v>4.4377000000000004</c:v>
                </c:pt>
                <c:pt idx="16169">
                  <c:v>4.4379999999999997</c:v>
                </c:pt>
                <c:pt idx="16170">
                  <c:v>4.4383100000000004</c:v>
                </c:pt>
                <c:pt idx="16171">
                  <c:v>4.4386099999999997</c:v>
                </c:pt>
                <c:pt idx="16172">
                  <c:v>4.4389200000000004</c:v>
                </c:pt>
                <c:pt idx="16173">
                  <c:v>4.4392300000000002</c:v>
                </c:pt>
                <c:pt idx="16174">
                  <c:v>4.4395300000000004</c:v>
                </c:pt>
                <c:pt idx="16175">
                  <c:v>4.4398400000000002</c:v>
                </c:pt>
                <c:pt idx="16176">
                  <c:v>4.4401400000000004</c:v>
                </c:pt>
                <c:pt idx="16177">
                  <c:v>4.4404500000000002</c:v>
                </c:pt>
                <c:pt idx="16178">
                  <c:v>4.4407500000000004</c:v>
                </c:pt>
                <c:pt idx="16179">
                  <c:v>4.4410600000000002</c:v>
                </c:pt>
                <c:pt idx="16180">
                  <c:v>4.4413600000000004</c:v>
                </c:pt>
                <c:pt idx="16181">
                  <c:v>4.4416700000000002</c:v>
                </c:pt>
                <c:pt idx="16182">
                  <c:v>4.4419700000000004</c:v>
                </c:pt>
                <c:pt idx="16183">
                  <c:v>4.4422800000000002</c:v>
                </c:pt>
                <c:pt idx="16184">
                  <c:v>4.4425800000000004</c:v>
                </c:pt>
                <c:pt idx="16185">
                  <c:v>4.4428900000000002</c:v>
                </c:pt>
                <c:pt idx="16186">
                  <c:v>4.4432</c:v>
                </c:pt>
                <c:pt idx="16187">
                  <c:v>4.4435000000000002</c:v>
                </c:pt>
                <c:pt idx="16188">
                  <c:v>4.44381</c:v>
                </c:pt>
                <c:pt idx="16189">
                  <c:v>4.4441100000000002</c:v>
                </c:pt>
                <c:pt idx="16190">
                  <c:v>4.44442</c:v>
                </c:pt>
                <c:pt idx="16191">
                  <c:v>4.4447200000000002</c:v>
                </c:pt>
                <c:pt idx="16192">
                  <c:v>4.44503</c:v>
                </c:pt>
                <c:pt idx="16193">
                  <c:v>4.4453300000000002</c:v>
                </c:pt>
                <c:pt idx="16194">
                  <c:v>4.44564</c:v>
                </c:pt>
                <c:pt idx="16195">
                  <c:v>4.4459400000000002</c:v>
                </c:pt>
                <c:pt idx="16196">
                  <c:v>4.44625</c:v>
                </c:pt>
                <c:pt idx="16197">
                  <c:v>4.4465500000000002</c:v>
                </c:pt>
                <c:pt idx="16198">
                  <c:v>4.44686</c:v>
                </c:pt>
                <c:pt idx="16199">
                  <c:v>4.4471699999999998</c:v>
                </c:pt>
                <c:pt idx="16200">
                  <c:v>4.44747</c:v>
                </c:pt>
                <c:pt idx="16201">
                  <c:v>4.4477799999999998</c:v>
                </c:pt>
                <c:pt idx="16202">
                  <c:v>4.44808</c:v>
                </c:pt>
                <c:pt idx="16203">
                  <c:v>4.4483899999999998</c:v>
                </c:pt>
                <c:pt idx="16204">
                  <c:v>4.44869</c:v>
                </c:pt>
                <c:pt idx="16205">
                  <c:v>4.4489999999999998</c:v>
                </c:pt>
                <c:pt idx="16206">
                  <c:v>4.4493</c:v>
                </c:pt>
                <c:pt idx="16207">
                  <c:v>4.4496099999999998</c:v>
                </c:pt>
                <c:pt idx="16208">
                  <c:v>4.44991</c:v>
                </c:pt>
                <c:pt idx="16209">
                  <c:v>4.4502199999999998</c:v>
                </c:pt>
                <c:pt idx="16210">
                  <c:v>4.45052</c:v>
                </c:pt>
                <c:pt idx="16211">
                  <c:v>4.4508299999999998</c:v>
                </c:pt>
                <c:pt idx="16212">
                  <c:v>4.4511399999999997</c:v>
                </c:pt>
                <c:pt idx="16213">
                  <c:v>4.4514399999999998</c:v>
                </c:pt>
                <c:pt idx="16214">
                  <c:v>4.4517499999999997</c:v>
                </c:pt>
                <c:pt idx="16215">
                  <c:v>4.4520499999999998</c:v>
                </c:pt>
                <c:pt idx="16216">
                  <c:v>4.4523599999999997</c:v>
                </c:pt>
                <c:pt idx="16217">
                  <c:v>4.4526599999999998</c:v>
                </c:pt>
                <c:pt idx="16218">
                  <c:v>4.4529699999999997</c:v>
                </c:pt>
                <c:pt idx="16219">
                  <c:v>4.4532699999999998</c:v>
                </c:pt>
                <c:pt idx="16220">
                  <c:v>4.4535799999999997</c:v>
                </c:pt>
                <c:pt idx="16221">
                  <c:v>4.4538799999999998</c:v>
                </c:pt>
                <c:pt idx="16222">
                  <c:v>4.4541899999999996</c:v>
                </c:pt>
                <c:pt idx="16223">
                  <c:v>4.4545000000000003</c:v>
                </c:pt>
                <c:pt idx="16224">
                  <c:v>4.4547999999999996</c:v>
                </c:pt>
                <c:pt idx="16225">
                  <c:v>4.4551100000000003</c:v>
                </c:pt>
                <c:pt idx="16226">
                  <c:v>4.4554099999999996</c:v>
                </c:pt>
                <c:pt idx="16227">
                  <c:v>4.4557200000000003</c:v>
                </c:pt>
                <c:pt idx="16228">
                  <c:v>4.4560199999999996</c:v>
                </c:pt>
                <c:pt idx="16229">
                  <c:v>4.4563300000000003</c:v>
                </c:pt>
                <c:pt idx="16230">
                  <c:v>4.4566299999999996</c:v>
                </c:pt>
                <c:pt idx="16231">
                  <c:v>4.4569400000000003</c:v>
                </c:pt>
                <c:pt idx="16232">
                  <c:v>4.4572399999999996</c:v>
                </c:pt>
                <c:pt idx="16233">
                  <c:v>4.4575500000000003</c:v>
                </c:pt>
                <c:pt idx="16234">
                  <c:v>4.4578499999999996</c:v>
                </c:pt>
                <c:pt idx="16235">
                  <c:v>4.4581600000000003</c:v>
                </c:pt>
                <c:pt idx="16236">
                  <c:v>4.4584700000000002</c:v>
                </c:pt>
                <c:pt idx="16237">
                  <c:v>4.4587700000000003</c:v>
                </c:pt>
                <c:pt idx="16238">
                  <c:v>4.4590800000000002</c:v>
                </c:pt>
                <c:pt idx="16239">
                  <c:v>4.4593800000000003</c:v>
                </c:pt>
                <c:pt idx="16240">
                  <c:v>4.4596900000000002</c:v>
                </c:pt>
                <c:pt idx="16241">
                  <c:v>4.4599900000000003</c:v>
                </c:pt>
                <c:pt idx="16242">
                  <c:v>4.4603000000000002</c:v>
                </c:pt>
                <c:pt idx="16243">
                  <c:v>4.4606000000000003</c:v>
                </c:pt>
                <c:pt idx="16244">
                  <c:v>4.4609100000000002</c:v>
                </c:pt>
                <c:pt idx="16245">
                  <c:v>4.4612100000000003</c:v>
                </c:pt>
                <c:pt idx="16246">
                  <c:v>4.4615200000000002</c:v>
                </c:pt>
                <c:pt idx="16247">
                  <c:v>4.4618200000000003</c:v>
                </c:pt>
                <c:pt idx="16248">
                  <c:v>4.4621300000000002</c:v>
                </c:pt>
                <c:pt idx="16249">
                  <c:v>4.46244</c:v>
                </c:pt>
                <c:pt idx="16250">
                  <c:v>4.4627400000000002</c:v>
                </c:pt>
                <c:pt idx="16251">
                  <c:v>4.46305</c:v>
                </c:pt>
                <c:pt idx="16252">
                  <c:v>4.4633500000000002</c:v>
                </c:pt>
                <c:pt idx="16253">
                  <c:v>4.46366</c:v>
                </c:pt>
                <c:pt idx="16254">
                  <c:v>4.4639600000000002</c:v>
                </c:pt>
                <c:pt idx="16255">
                  <c:v>4.46427</c:v>
                </c:pt>
                <c:pt idx="16256">
                  <c:v>4.4645700000000001</c:v>
                </c:pt>
                <c:pt idx="16257">
                  <c:v>4.46488</c:v>
                </c:pt>
                <c:pt idx="16258">
                  <c:v>4.4651800000000001</c:v>
                </c:pt>
                <c:pt idx="16259">
                  <c:v>4.46549</c:v>
                </c:pt>
                <c:pt idx="16260">
                  <c:v>4.4657900000000001</c:v>
                </c:pt>
                <c:pt idx="16261">
                  <c:v>4.4661</c:v>
                </c:pt>
                <c:pt idx="16262">
                  <c:v>4.4664099999999998</c:v>
                </c:pt>
                <c:pt idx="16263">
                  <c:v>4.46671</c:v>
                </c:pt>
                <c:pt idx="16264">
                  <c:v>4.4670199999999998</c:v>
                </c:pt>
                <c:pt idx="16265">
                  <c:v>4.46732</c:v>
                </c:pt>
                <c:pt idx="16266">
                  <c:v>4.4676299999999998</c:v>
                </c:pt>
                <c:pt idx="16267">
                  <c:v>4.46793</c:v>
                </c:pt>
                <c:pt idx="16268">
                  <c:v>4.4682399999999998</c:v>
                </c:pt>
                <c:pt idx="16269">
                  <c:v>4.46854</c:v>
                </c:pt>
                <c:pt idx="16270">
                  <c:v>4.4688499999999998</c:v>
                </c:pt>
                <c:pt idx="16271">
                  <c:v>4.46915</c:v>
                </c:pt>
                <c:pt idx="16272">
                  <c:v>4.4694599999999998</c:v>
                </c:pt>
                <c:pt idx="16273">
                  <c:v>4.4697699999999996</c:v>
                </c:pt>
                <c:pt idx="16274">
                  <c:v>4.4700699999999998</c:v>
                </c:pt>
                <c:pt idx="16275">
                  <c:v>4.4703799999999996</c:v>
                </c:pt>
                <c:pt idx="16276">
                  <c:v>4.4706799999999998</c:v>
                </c:pt>
                <c:pt idx="16277">
                  <c:v>4.4709899999999996</c:v>
                </c:pt>
                <c:pt idx="16278">
                  <c:v>4.4712899999999998</c:v>
                </c:pt>
                <c:pt idx="16279">
                  <c:v>4.4715999999999996</c:v>
                </c:pt>
                <c:pt idx="16280">
                  <c:v>4.4718999999999998</c:v>
                </c:pt>
                <c:pt idx="16281">
                  <c:v>4.4722099999999996</c:v>
                </c:pt>
                <c:pt idx="16282">
                  <c:v>4.4725099999999998</c:v>
                </c:pt>
                <c:pt idx="16283">
                  <c:v>4.4728199999999996</c:v>
                </c:pt>
                <c:pt idx="16284">
                  <c:v>4.4731199999999998</c:v>
                </c:pt>
                <c:pt idx="16285">
                  <c:v>4.4734299999999996</c:v>
                </c:pt>
                <c:pt idx="16286">
                  <c:v>4.4737400000000003</c:v>
                </c:pt>
                <c:pt idx="16287">
                  <c:v>4.4740399999999996</c:v>
                </c:pt>
                <c:pt idx="16288">
                  <c:v>4.4743500000000003</c:v>
                </c:pt>
                <c:pt idx="16289">
                  <c:v>4.4746499999999996</c:v>
                </c:pt>
                <c:pt idx="16290">
                  <c:v>4.4749600000000003</c:v>
                </c:pt>
                <c:pt idx="16291">
                  <c:v>4.4752599999999996</c:v>
                </c:pt>
                <c:pt idx="16292">
                  <c:v>4.4755700000000003</c:v>
                </c:pt>
                <c:pt idx="16293">
                  <c:v>4.4758699999999996</c:v>
                </c:pt>
                <c:pt idx="16294">
                  <c:v>4.4761800000000003</c:v>
                </c:pt>
                <c:pt idx="16295">
                  <c:v>4.4764799999999996</c:v>
                </c:pt>
                <c:pt idx="16296">
                  <c:v>4.4767900000000003</c:v>
                </c:pt>
                <c:pt idx="16297">
                  <c:v>4.4770899999999996</c:v>
                </c:pt>
                <c:pt idx="16298">
                  <c:v>4.4774000000000003</c:v>
                </c:pt>
                <c:pt idx="16299">
                  <c:v>4.4777100000000001</c:v>
                </c:pt>
                <c:pt idx="16300">
                  <c:v>4.4780100000000003</c:v>
                </c:pt>
                <c:pt idx="16301">
                  <c:v>4.4783200000000001</c:v>
                </c:pt>
                <c:pt idx="16302">
                  <c:v>4.4786200000000003</c:v>
                </c:pt>
                <c:pt idx="16303">
                  <c:v>4.4789300000000001</c:v>
                </c:pt>
                <c:pt idx="16304">
                  <c:v>4.4792300000000003</c:v>
                </c:pt>
                <c:pt idx="16305">
                  <c:v>4.4795400000000001</c:v>
                </c:pt>
                <c:pt idx="16306">
                  <c:v>4.4798400000000003</c:v>
                </c:pt>
                <c:pt idx="16307">
                  <c:v>4.4801500000000001</c:v>
                </c:pt>
                <c:pt idx="16308">
                  <c:v>4.4804500000000003</c:v>
                </c:pt>
                <c:pt idx="16309">
                  <c:v>4.4807600000000001</c:v>
                </c:pt>
                <c:pt idx="16310">
                  <c:v>4.4810600000000003</c:v>
                </c:pt>
                <c:pt idx="16311">
                  <c:v>4.4813700000000001</c:v>
                </c:pt>
                <c:pt idx="16312">
                  <c:v>4.4816799999999999</c:v>
                </c:pt>
                <c:pt idx="16313">
                  <c:v>4.4819800000000001</c:v>
                </c:pt>
                <c:pt idx="16314">
                  <c:v>4.4822899999999999</c:v>
                </c:pt>
                <c:pt idx="16315">
                  <c:v>4.4825900000000001</c:v>
                </c:pt>
                <c:pt idx="16316">
                  <c:v>4.4828999999999999</c:v>
                </c:pt>
                <c:pt idx="16317">
                  <c:v>4.4832000000000001</c:v>
                </c:pt>
                <c:pt idx="16318">
                  <c:v>4.4835099999999999</c:v>
                </c:pt>
                <c:pt idx="16319">
                  <c:v>4.4838100000000001</c:v>
                </c:pt>
                <c:pt idx="16320">
                  <c:v>4.4841199999999999</c:v>
                </c:pt>
                <c:pt idx="16321">
                  <c:v>4.4844200000000001</c:v>
                </c:pt>
                <c:pt idx="16322">
                  <c:v>4.4847299999999999</c:v>
                </c:pt>
                <c:pt idx="16323">
                  <c:v>4.4850300000000001</c:v>
                </c:pt>
                <c:pt idx="16324">
                  <c:v>4.4853399999999999</c:v>
                </c:pt>
                <c:pt idx="16325">
                  <c:v>4.4856499999999997</c:v>
                </c:pt>
                <c:pt idx="16326">
                  <c:v>4.4859499999999999</c:v>
                </c:pt>
                <c:pt idx="16327">
                  <c:v>4.4862599999999997</c:v>
                </c:pt>
                <c:pt idx="16328">
                  <c:v>4.4865599999999999</c:v>
                </c:pt>
                <c:pt idx="16329">
                  <c:v>4.4868699999999997</c:v>
                </c:pt>
                <c:pt idx="16330">
                  <c:v>4.4871699999999999</c:v>
                </c:pt>
                <c:pt idx="16331">
                  <c:v>4.4874799999999997</c:v>
                </c:pt>
                <c:pt idx="16332">
                  <c:v>4.4877799999999999</c:v>
                </c:pt>
                <c:pt idx="16333">
                  <c:v>4.4880899999999997</c:v>
                </c:pt>
                <c:pt idx="16334">
                  <c:v>4.4883899999999999</c:v>
                </c:pt>
                <c:pt idx="16335">
                  <c:v>4.4886999999999997</c:v>
                </c:pt>
                <c:pt idx="16336">
                  <c:v>4.4890100000000004</c:v>
                </c:pt>
                <c:pt idx="16337">
                  <c:v>4.4893099999999997</c:v>
                </c:pt>
                <c:pt idx="16338">
                  <c:v>4.4896200000000004</c:v>
                </c:pt>
                <c:pt idx="16339">
                  <c:v>4.4899199999999997</c:v>
                </c:pt>
                <c:pt idx="16340">
                  <c:v>4.4902300000000004</c:v>
                </c:pt>
                <c:pt idx="16341">
                  <c:v>4.4905299999999997</c:v>
                </c:pt>
                <c:pt idx="16342">
                  <c:v>4.4908400000000004</c:v>
                </c:pt>
                <c:pt idx="16343">
                  <c:v>4.4911399999999997</c:v>
                </c:pt>
                <c:pt idx="16344">
                  <c:v>4.4914500000000004</c:v>
                </c:pt>
                <c:pt idx="16345">
                  <c:v>4.4917499999999997</c:v>
                </c:pt>
                <c:pt idx="16346">
                  <c:v>4.4920600000000004</c:v>
                </c:pt>
                <c:pt idx="16347">
                  <c:v>4.4923599999999997</c:v>
                </c:pt>
                <c:pt idx="16348">
                  <c:v>4.4926700000000004</c:v>
                </c:pt>
                <c:pt idx="16349">
                  <c:v>4.4929800000000002</c:v>
                </c:pt>
                <c:pt idx="16350">
                  <c:v>4.4932800000000004</c:v>
                </c:pt>
                <c:pt idx="16351">
                  <c:v>4.4935900000000002</c:v>
                </c:pt>
                <c:pt idx="16352">
                  <c:v>4.4938900000000004</c:v>
                </c:pt>
                <c:pt idx="16353">
                  <c:v>4.4942000000000002</c:v>
                </c:pt>
                <c:pt idx="16354">
                  <c:v>4.4945000000000004</c:v>
                </c:pt>
                <c:pt idx="16355">
                  <c:v>4.4948100000000002</c:v>
                </c:pt>
                <c:pt idx="16356">
                  <c:v>4.4951100000000004</c:v>
                </c:pt>
                <c:pt idx="16357">
                  <c:v>4.4954200000000002</c:v>
                </c:pt>
                <c:pt idx="16358">
                  <c:v>4.4957200000000004</c:v>
                </c:pt>
                <c:pt idx="16359">
                  <c:v>4.4960300000000002</c:v>
                </c:pt>
                <c:pt idx="16360">
                  <c:v>4.4963300000000004</c:v>
                </c:pt>
                <c:pt idx="16361">
                  <c:v>4.4966400000000002</c:v>
                </c:pt>
                <c:pt idx="16362">
                  <c:v>4.49695</c:v>
                </c:pt>
                <c:pt idx="16363">
                  <c:v>4.4972500000000002</c:v>
                </c:pt>
                <c:pt idx="16364">
                  <c:v>4.49756</c:v>
                </c:pt>
                <c:pt idx="16365">
                  <c:v>4.4978600000000002</c:v>
                </c:pt>
                <c:pt idx="16366">
                  <c:v>4.49817</c:v>
                </c:pt>
                <c:pt idx="16367">
                  <c:v>4.4984700000000002</c:v>
                </c:pt>
                <c:pt idx="16368">
                  <c:v>4.49878</c:v>
                </c:pt>
                <c:pt idx="16369">
                  <c:v>4.4990800000000002</c:v>
                </c:pt>
                <c:pt idx="16370">
                  <c:v>4.49939</c:v>
                </c:pt>
                <c:pt idx="16371">
                  <c:v>4.4996900000000002</c:v>
                </c:pt>
                <c:pt idx="16372">
                  <c:v>4.5</c:v>
                </c:pt>
                <c:pt idx="16373">
                  <c:v>4.5003000000000002</c:v>
                </c:pt>
                <c:pt idx="16374">
                  <c:v>4.50061</c:v>
                </c:pt>
                <c:pt idx="16375">
                  <c:v>4.5009199999999998</c:v>
                </c:pt>
                <c:pt idx="16376">
                  <c:v>4.50122</c:v>
                </c:pt>
                <c:pt idx="16377">
                  <c:v>4.5015299999999998</c:v>
                </c:pt>
                <c:pt idx="16378">
                  <c:v>4.50183</c:v>
                </c:pt>
                <c:pt idx="16379">
                  <c:v>4.5021399999999998</c:v>
                </c:pt>
                <c:pt idx="16380">
                  <c:v>4.50244</c:v>
                </c:pt>
                <c:pt idx="16381">
                  <c:v>4.5027499999999998</c:v>
                </c:pt>
                <c:pt idx="16382">
                  <c:v>4.50305</c:v>
                </c:pt>
                <c:pt idx="16383">
                  <c:v>4.5033599999999998</c:v>
                </c:pt>
                <c:pt idx="16384">
                  <c:v>4.50366</c:v>
                </c:pt>
                <c:pt idx="16385">
                  <c:v>4.5039699999999998</c:v>
                </c:pt>
                <c:pt idx="16386">
                  <c:v>4.50427</c:v>
                </c:pt>
                <c:pt idx="16387">
                  <c:v>4.5045799999999998</c:v>
                </c:pt>
                <c:pt idx="16388">
                  <c:v>4.5048899999999996</c:v>
                </c:pt>
                <c:pt idx="16389">
                  <c:v>4.5051899999999998</c:v>
                </c:pt>
                <c:pt idx="16390">
                  <c:v>4.5054999999999996</c:v>
                </c:pt>
                <c:pt idx="16391">
                  <c:v>4.5057999999999998</c:v>
                </c:pt>
                <c:pt idx="16392">
                  <c:v>4.5061099999999996</c:v>
                </c:pt>
                <c:pt idx="16393">
                  <c:v>4.5064099999999998</c:v>
                </c:pt>
                <c:pt idx="16394">
                  <c:v>4.5067199999999996</c:v>
                </c:pt>
                <c:pt idx="16395">
                  <c:v>4.5070199999999998</c:v>
                </c:pt>
                <c:pt idx="16396">
                  <c:v>4.5073299999999996</c:v>
                </c:pt>
                <c:pt idx="16397">
                  <c:v>4.5076299999999998</c:v>
                </c:pt>
                <c:pt idx="16398">
                  <c:v>4.5079399999999996</c:v>
                </c:pt>
                <c:pt idx="16399">
                  <c:v>4.5082500000000003</c:v>
                </c:pt>
                <c:pt idx="16400">
                  <c:v>4.5085499999999996</c:v>
                </c:pt>
                <c:pt idx="16401">
                  <c:v>4.5088600000000003</c:v>
                </c:pt>
                <c:pt idx="16402">
                  <c:v>4.5091599999999996</c:v>
                </c:pt>
                <c:pt idx="16403">
                  <c:v>4.5094700000000003</c:v>
                </c:pt>
                <c:pt idx="16404">
                  <c:v>4.5097699999999996</c:v>
                </c:pt>
                <c:pt idx="16405">
                  <c:v>4.5100800000000003</c:v>
                </c:pt>
                <c:pt idx="16406">
                  <c:v>4.5103799999999996</c:v>
                </c:pt>
                <c:pt idx="16407">
                  <c:v>4.5106900000000003</c:v>
                </c:pt>
                <c:pt idx="16408">
                  <c:v>4.5109899999999996</c:v>
                </c:pt>
                <c:pt idx="16409">
                  <c:v>4.5113000000000003</c:v>
                </c:pt>
                <c:pt idx="16410">
                  <c:v>4.5115999999999996</c:v>
                </c:pt>
                <c:pt idx="16411">
                  <c:v>4.5119100000000003</c:v>
                </c:pt>
                <c:pt idx="16412">
                  <c:v>4.5122200000000001</c:v>
                </c:pt>
                <c:pt idx="16413">
                  <c:v>4.5125200000000003</c:v>
                </c:pt>
                <c:pt idx="16414">
                  <c:v>4.5128300000000001</c:v>
                </c:pt>
                <c:pt idx="16415">
                  <c:v>4.5131300000000003</c:v>
                </c:pt>
                <c:pt idx="16416">
                  <c:v>4.5134400000000001</c:v>
                </c:pt>
                <c:pt idx="16417">
                  <c:v>4.5137400000000003</c:v>
                </c:pt>
                <c:pt idx="16418">
                  <c:v>4.5140500000000001</c:v>
                </c:pt>
                <c:pt idx="16419">
                  <c:v>4.5143500000000003</c:v>
                </c:pt>
                <c:pt idx="16420">
                  <c:v>4.5146600000000001</c:v>
                </c:pt>
                <c:pt idx="16421">
                  <c:v>4.5149600000000003</c:v>
                </c:pt>
                <c:pt idx="16422">
                  <c:v>4.5152700000000001</c:v>
                </c:pt>
                <c:pt idx="16423">
                  <c:v>4.5155700000000003</c:v>
                </c:pt>
                <c:pt idx="16424">
                  <c:v>4.5158800000000001</c:v>
                </c:pt>
                <c:pt idx="16425">
                  <c:v>4.5161899999999999</c:v>
                </c:pt>
                <c:pt idx="16426">
                  <c:v>4.5164900000000001</c:v>
                </c:pt>
                <c:pt idx="16427">
                  <c:v>4.5167999999999999</c:v>
                </c:pt>
                <c:pt idx="16428">
                  <c:v>4.5171000000000001</c:v>
                </c:pt>
                <c:pt idx="16429">
                  <c:v>4.5174099999999999</c:v>
                </c:pt>
                <c:pt idx="16430">
                  <c:v>4.5177100000000001</c:v>
                </c:pt>
                <c:pt idx="16431">
                  <c:v>4.5180199999999999</c:v>
                </c:pt>
                <c:pt idx="16432">
                  <c:v>4.5183200000000001</c:v>
                </c:pt>
                <c:pt idx="16433">
                  <c:v>4.5186299999999999</c:v>
                </c:pt>
                <c:pt idx="16434">
                  <c:v>4.5189300000000001</c:v>
                </c:pt>
                <c:pt idx="16435">
                  <c:v>4.5192399999999999</c:v>
                </c:pt>
                <c:pt idx="16436">
                  <c:v>4.5195400000000001</c:v>
                </c:pt>
                <c:pt idx="16437">
                  <c:v>4.5198499999999999</c:v>
                </c:pt>
                <c:pt idx="16438">
                  <c:v>4.5201599999999997</c:v>
                </c:pt>
                <c:pt idx="16439">
                  <c:v>4.5204599999999999</c:v>
                </c:pt>
                <c:pt idx="16440">
                  <c:v>4.5207699999999997</c:v>
                </c:pt>
                <c:pt idx="16441">
                  <c:v>4.5210699999999999</c:v>
                </c:pt>
                <c:pt idx="16442">
                  <c:v>4.5213799999999997</c:v>
                </c:pt>
                <c:pt idx="16443">
                  <c:v>4.5216799999999999</c:v>
                </c:pt>
                <c:pt idx="16444">
                  <c:v>4.5219899999999997</c:v>
                </c:pt>
                <c:pt idx="16445">
                  <c:v>4.5222899999999999</c:v>
                </c:pt>
                <c:pt idx="16446">
                  <c:v>4.5225999999999997</c:v>
                </c:pt>
                <c:pt idx="16447">
                  <c:v>4.5228999999999999</c:v>
                </c:pt>
                <c:pt idx="16448">
                  <c:v>4.5232099999999997</c:v>
                </c:pt>
                <c:pt idx="16449">
                  <c:v>4.5235099999999999</c:v>
                </c:pt>
                <c:pt idx="16450">
                  <c:v>4.5238199999999997</c:v>
                </c:pt>
                <c:pt idx="16451">
                  <c:v>4.5241300000000004</c:v>
                </c:pt>
                <c:pt idx="16452">
                  <c:v>4.5244299999999997</c:v>
                </c:pt>
                <c:pt idx="16453">
                  <c:v>4.5247400000000004</c:v>
                </c:pt>
                <c:pt idx="16454">
                  <c:v>4.5250399999999997</c:v>
                </c:pt>
                <c:pt idx="16455">
                  <c:v>4.5253500000000004</c:v>
                </c:pt>
                <c:pt idx="16456">
                  <c:v>4.5256499999999997</c:v>
                </c:pt>
                <c:pt idx="16457">
                  <c:v>4.5259600000000004</c:v>
                </c:pt>
                <c:pt idx="16458">
                  <c:v>4.5262599999999997</c:v>
                </c:pt>
                <c:pt idx="16459">
                  <c:v>4.5265700000000004</c:v>
                </c:pt>
                <c:pt idx="16460">
                  <c:v>4.5268699999999997</c:v>
                </c:pt>
                <c:pt idx="16461">
                  <c:v>4.5271800000000004</c:v>
                </c:pt>
                <c:pt idx="16462">
                  <c:v>4.5274900000000002</c:v>
                </c:pt>
                <c:pt idx="16463">
                  <c:v>4.5277900000000004</c:v>
                </c:pt>
                <c:pt idx="16464">
                  <c:v>4.5281000000000002</c:v>
                </c:pt>
                <c:pt idx="16465">
                  <c:v>4.5284000000000004</c:v>
                </c:pt>
                <c:pt idx="16466">
                  <c:v>4.5287100000000002</c:v>
                </c:pt>
                <c:pt idx="16467">
                  <c:v>4.5290100000000004</c:v>
                </c:pt>
                <c:pt idx="16468">
                  <c:v>4.5293200000000002</c:v>
                </c:pt>
                <c:pt idx="16469">
                  <c:v>4.5296200000000004</c:v>
                </c:pt>
                <c:pt idx="16470">
                  <c:v>4.5299300000000002</c:v>
                </c:pt>
                <c:pt idx="16471">
                  <c:v>4.5302300000000004</c:v>
                </c:pt>
                <c:pt idx="16472">
                  <c:v>4.5305400000000002</c:v>
                </c:pt>
                <c:pt idx="16473">
                  <c:v>4.5308400000000004</c:v>
                </c:pt>
                <c:pt idx="16474">
                  <c:v>4.5311500000000002</c:v>
                </c:pt>
                <c:pt idx="16475">
                  <c:v>4.53146</c:v>
                </c:pt>
                <c:pt idx="16476">
                  <c:v>4.5317600000000002</c:v>
                </c:pt>
                <c:pt idx="16477">
                  <c:v>4.53207</c:v>
                </c:pt>
                <c:pt idx="16478">
                  <c:v>4.5323700000000002</c:v>
                </c:pt>
                <c:pt idx="16479">
                  <c:v>4.53268</c:v>
                </c:pt>
                <c:pt idx="16480">
                  <c:v>4.5329800000000002</c:v>
                </c:pt>
                <c:pt idx="16481">
                  <c:v>4.53329</c:v>
                </c:pt>
                <c:pt idx="16482">
                  <c:v>4.5335900000000002</c:v>
                </c:pt>
                <c:pt idx="16483">
                  <c:v>4.5339</c:v>
                </c:pt>
                <c:pt idx="16484">
                  <c:v>4.5342000000000002</c:v>
                </c:pt>
                <c:pt idx="16485">
                  <c:v>4.53451</c:v>
                </c:pt>
                <c:pt idx="16486">
                  <c:v>4.5348100000000002</c:v>
                </c:pt>
                <c:pt idx="16487">
                  <c:v>4.53512</c:v>
                </c:pt>
                <c:pt idx="16488">
                  <c:v>4.5354299999999999</c:v>
                </c:pt>
                <c:pt idx="16489">
                  <c:v>4.53573</c:v>
                </c:pt>
                <c:pt idx="16490">
                  <c:v>4.5360399999999998</c:v>
                </c:pt>
                <c:pt idx="16491">
                  <c:v>4.53634</c:v>
                </c:pt>
                <c:pt idx="16492">
                  <c:v>4.5366499999999998</c:v>
                </c:pt>
                <c:pt idx="16493">
                  <c:v>4.53695</c:v>
                </c:pt>
                <c:pt idx="16494">
                  <c:v>4.5372599999999998</c:v>
                </c:pt>
                <c:pt idx="16495">
                  <c:v>4.53756</c:v>
                </c:pt>
                <c:pt idx="16496">
                  <c:v>4.5378699999999998</c:v>
                </c:pt>
                <c:pt idx="16497">
                  <c:v>4.53817</c:v>
                </c:pt>
                <c:pt idx="16498">
                  <c:v>4.5384799999999998</c:v>
                </c:pt>
                <c:pt idx="16499">
                  <c:v>4.53878</c:v>
                </c:pt>
                <c:pt idx="16500">
                  <c:v>4.5390899999999998</c:v>
                </c:pt>
                <c:pt idx="16501">
                  <c:v>4.5393999999999997</c:v>
                </c:pt>
                <c:pt idx="16502">
                  <c:v>4.5396999999999998</c:v>
                </c:pt>
                <c:pt idx="16503">
                  <c:v>4.5400099999999997</c:v>
                </c:pt>
                <c:pt idx="16504">
                  <c:v>4.5403099999999998</c:v>
                </c:pt>
                <c:pt idx="16505">
                  <c:v>4.5406199999999997</c:v>
                </c:pt>
                <c:pt idx="16506">
                  <c:v>4.5409199999999998</c:v>
                </c:pt>
                <c:pt idx="16507">
                  <c:v>4.5412299999999997</c:v>
                </c:pt>
                <c:pt idx="16508">
                  <c:v>4.5415299999999998</c:v>
                </c:pt>
                <c:pt idx="16509">
                  <c:v>4.5418399999999997</c:v>
                </c:pt>
                <c:pt idx="16510">
                  <c:v>4.5421399999999998</c:v>
                </c:pt>
                <c:pt idx="16511">
                  <c:v>4.5424499999999997</c:v>
                </c:pt>
                <c:pt idx="16512">
                  <c:v>4.5427600000000004</c:v>
                </c:pt>
                <c:pt idx="16513">
                  <c:v>4.5430599999999997</c:v>
                </c:pt>
                <c:pt idx="16514">
                  <c:v>4.5433700000000004</c:v>
                </c:pt>
                <c:pt idx="16515">
                  <c:v>4.5436699999999997</c:v>
                </c:pt>
                <c:pt idx="16516">
                  <c:v>4.5439800000000004</c:v>
                </c:pt>
                <c:pt idx="16517">
                  <c:v>4.5442799999999997</c:v>
                </c:pt>
                <c:pt idx="16518">
                  <c:v>4.5445900000000004</c:v>
                </c:pt>
                <c:pt idx="16519">
                  <c:v>4.5448899999999997</c:v>
                </c:pt>
                <c:pt idx="16520">
                  <c:v>4.5452000000000004</c:v>
                </c:pt>
                <c:pt idx="16521">
                  <c:v>4.5454999999999997</c:v>
                </c:pt>
                <c:pt idx="16522">
                  <c:v>4.5458100000000004</c:v>
                </c:pt>
                <c:pt idx="16523">
                  <c:v>4.5461099999999997</c:v>
                </c:pt>
                <c:pt idx="16524">
                  <c:v>4.5464200000000003</c:v>
                </c:pt>
                <c:pt idx="16525">
                  <c:v>4.5467300000000002</c:v>
                </c:pt>
                <c:pt idx="16526">
                  <c:v>4.5470300000000003</c:v>
                </c:pt>
                <c:pt idx="16527">
                  <c:v>4.5473400000000002</c:v>
                </c:pt>
                <c:pt idx="16528">
                  <c:v>4.5476400000000003</c:v>
                </c:pt>
                <c:pt idx="16529">
                  <c:v>4.5479500000000002</c:v>
                </c:pt>
                <c:pt idx="16530">
                  <c:v>4.5482500000000003</c:v>
                </c:pt>
                <c:pt idx="16531">
                  <c:v>4.5485600000000002</c:v>
                </c:pt>
                <c:pt idx="16532">
                  <c:v>4.5488600000000003</c:v>
                </c:pt>
                <c:pt idx="16533">
                  <c:v>4.5491700000000002</c:v>
                </c:pt>
                <c:pt idx="16534">
                  <c:v>4.5494700000000003</c:v>
                </c:pt>
                <c:pt idx="16535">
                  <c:v>4.5497800000000002</c:v>
                </c:pt>
                <c:pt idx="16536">
                  <c:v>4.5500800000000003</c:v>
                </c:pt>
                <c:pt idx="16537">
                  <c:v>4.5503900000000002</c:v>
                </c:pt>
                <c:pt idx="16538">
                  <c:v>4.5507</c:v>
                </c:pt>
                <c:pt idx="16539">
                  <c:v>4.5510000000000002</c:v>
                </c:pt>
                <c:pt idx="16540">
                  <c:v>4.55131</c:v>
                </c:pt>
                <c:pt idx="16541">
                  <c:v>4.5516100000000002</c:v>
                </c:pt>
                <c:pt idx="16542">
                  <c:v>4.55192</c:v>
                </c:pt>
                <c:pt idx="16543">
                  <c:v>4.5522200000000002</c:v>
                </c:pt>
                <c:pt idx="16544">
                  <c:v>4.55253</c:v>
                </c:pt>
                <c:pt idx="16545">
                  <c:v>4.5528300000000002</c:v>
                </c:pt>
                <c:pt idx="16546">
                  <c:v>4.55314</c:v>
                </c:pt>
                <c:pt idx="16547">
                  <c:v>4.5534400000000002</c:v>
                </c:pt>
                <c:pt idx="16548">
                  <c:v>4.55375</c:v>
                </c:pt>
                <c:pt idx="16549">
                  <c:v>4.5540500000000002</c:v>
                </c:pt>
                <c:pt idx="16550">
                  <c:v>4.55436</c:v>
                </c:pt>
                <c:pt idx="16551">
                  <c:v>4.5546699999999998</c:v>
                </c:pt>
                <c:pt idx="16552">
                  <c:v>4.55497</c:v>
                </c:pt>
                <c:pt idx="16553">
                  <c:v>4.5552799999999998</c:v>
                </c:pt>
                <c:pt idx="16554">
                  <c:v>4.55558</c:v>
                </c:pt>
                <c:pt idx="16555">
                  <c:v>4.5558899999999998</c:v>
                </c:pt>
                <c:pt idx="16556">
                  <c:v>4.55619</c:v>
                </c:pt>
                <c:pt idx="16557">
                  <c:v>4.5564999999999998</c:v>
                </c:pt>
                <c:pt idx="16558">
                  <c:v>4.5568</c:v>
                </c:pt>
                <c:pt idx="16559">
                  <c:v>4.5571099999999998</c:v>
                </c:pt>
                <c:pt idx="16560">
                  <c:v>4.55741</c:v>
                </c:pt>
                <c:pt idx="16561">
                  <c:v>4.5577199999999998</c:v>
                </c:pt>
                <c:pt idx="16562">
                  <c:v>4.55802</c:v>
                </c:pt>
                <c:pt idx="16563">
                  <c:v>4.5583299999999998</c:v>
                </c:pt>
                <c:pt idx="16564">
                  <c:v>4.5586399999999996</c:v>
                </c:pt>
                <c:pt idx="16565">
                  <c:v>4.5589399999999998</c:v>
                </c:pt>
                <c:pt idx="16566">
                  <c:v>4.5592499999999996</c:v>
                </c:pt>
                <c:pt idx="16567">
                  <c:v>4.5595499999999998</c:v>
                </c:pt>
                <c:pt idx="16568">
                  <c:v>4.5598599999999996</c:v>
                </c:pt>
                <c:pt idx="16569">
                  <c:v>4.5601599999999998</c:v>
                </c:pt>
                <c:pt idx="16570">
                  <c:v>4.5604699999999996</c:v>
                </c:pt>
                <c:pt idx="16571">
                  <c:v>4.5607699999999998</c:v>
                </c:pt>
                <c:pt idx="16572">
                  <c:v>4.5610799999999996</c:v>
                </c:pt>
                <c:pt idx="16573">
                  <c:v>4.5613799999999998</c:v>
                </c:pt>
                <c:pt idx="16574">
                  <c:v>4.5616899999999996</c:v>
                </c:pt>
                <c:pt idx="16575">
                  <c:v>4.5620000000000003</c:v>
                </c:pt>
                <c:pt idx="16576">
                  <c:v>4.5622999999999996</c:v>
                </c:pt>
                <c:pt idx="16577">
                  <c:v>4.5626100000000003</c:v>
                </c:pt>
                <c:pt idx="16578">
                  <c:v>4.5629099999999996</c:v>
                </c:pt>
                <c:pt idx="16579">
                  <c:v>4.5632200000000003</c:v>
                </c:pt>
                <c:pt idx="16580">
                  <c:v>4.5635199999999996</c:v>
                </c:pt>
                <c:pt idx="16581">
                  <c:v>4.5638300000000003</c:v>
                </c:pt>
                <c:pt idx="16582">
                  <c:v>4.5641299999999996</c:v>
                </c:pt>
                <c:pt idx="16583">
                  <c:v>4.5644400000000003</c:v>
                </c:pt>
                <c:pt idx="16584">
                  <c:v>4.5647399999999996</c:v>
                </c:pt>
                <c:pt idx="16585">
                  <c:v>4.5650500000000003</c:v>
                </c:pt>
                <c:pt idx="16586">
                  <c:v>4.5653499999999996</c:v>
                </c:pt>
                <c:pt idx="16587">
                  <c:v>4.5656600000000003</c:v>
                </c:pt>
                <c:pt idx="16588">
                  <c:v>4.5659700000000001</c:v>
                </c:pt>
                <c:pt idx="16589">
                  <c:v>4.5662700000000003</c:v>
                </c:pt>
                <c:pt idx="16590">
                  <c:v>4.5665800000000001</c:v>
                </c:pt>
                <c:pt idx="16591">
                  <c:v>4.5668800000000003</c:v>
                </c:pt>
                <c:pt idx="16592">
                  <c:v>4.5671900000000001</c:v>
                </c:pt>
                <c:pt idx="16593">
                  <c:v>4.5674900000000003</c:v>
                </c:pt>
                <c:pt idx="16594">
                  <c:v>4.5678000000000001</c:v>
                </c:pt>
                <c:pt idx="16595">
                  <c:v>4.5681000000000003</c:v>
                </c:pt>
                <c:pt idx="16596">
                  <c:v>4.5684100000000001</c:v>
                </c:pt>
                <c:pt idx="16597">
                  <c:v>4.5687100000000003</c:v>
                </c:pt>
                <c:pt idx="16598">
                  <c:v>4.5690200000000001</c:v>
                </c:pt>
                <c:pt idx="16599">
                  <c:v>4.5693200000000003</c:v>
                </c:pt>
                <c:pt idx="16600">
                  <c:v>4.5696300000000001</c:v>
                </c:pt>
                <c:pt idx="16601">
                  <c:v>4.5699399999999999</c:v>
                </c:pt>
                <c:pt idx="16602">
                  <c:v>4.5702400000000001</c:v>
                </c:pt>
                <c:pt idx="16603">
                  <c:v>4.5705499999999999</c:v>
                </c:pt>
                <c:pt idx="16604">
                  <c:v>4.5708500000000001</c:v>
                </c:pt>
                <c:pt idx="16605">
                  <c:v>4.5711599999999999</c:v>
                </c:pt>
                <c:pt idx="16606">
                  <c:v>4.5714600000000001</c:v>
                </c:pt>
                <c:pt idx="16607">
                  <c:v>4.5717699999999999</c:v>
                </c:pt>
                <c:pt idx="16608">
                  <c:v>4.5720700000000001</c:v>
                </c:pt>
                <c:pt idx="16609">
                  <c:v>4.5723799999999999</c:v>
                </c:pt>
                <c:pt idx="16610">
                  <c:v>4.5726800000000001</c:v>
                </c:pt>
                <c:pt idx="16611">
                  <c:v>4.5729899999999999</c:v>
                </c:pt>
                <c:pt idx="16612">
                  <c:v>4.5732900000000001</c:v>
                </c:pt>
                <c:pt idx="16613">
                  <c:v>4.5735999999999999</c:v>
                </c:pt>
                <c:pt idx="16614">
                  <c:v>4.5739099999999997</c:v>
                </c:pt>
                <c:pt idx="16615">
                  <c:v>4.5742099999999999</c:v>
                </c:pt>
                <c:pt idx="16616">
                  <c:v>4.5745199999999997</c:v>
                </c:pt>
                <c:pt idx="16617">
                  <c:v>4.5748199999999999</c:v>
                </c:pt>
                <c:pt idx="16618">
                  <c:v>4.5751299999999997</c:v>
                </c:pt>
                <c:pt idx="16619">
                  <c:v>4.5754299999999999</c:v>
                </c:pt>
                <c:pt idx="16620">
                  <c:v>4.5757399999999997</c:v>
                </c:pt>
                <c:pt idx="16621">
                  <c:v>4.5760399999999999</c:v>
                </c:pt>
                <c:pt idx="16622">
                  <c:v>4.5763499999999997</c:v>
                </c:pt>
                <c:pt idx="16623">
                  <c:v>4.5766499999999999</c:v>
                </c:pt>
                <c:pt idx="16624">
                  <c:v>4.5769599999999997</c:v>
                </c:pt>
                <c:pt idx="16625">
                  <c:v>4.5772599999999999</c:v>
                </c:pt>
                <c:pt idx="16626">
                  <c:v>4.5775699999999997</c:v>
                </c:pt>
                <c:pt idx="16627">
                  <c:v>4.5778800000000004</c:v>
                </c:pt>
                <c:pt idx="16628">
                  <c:v>4.5781799999999997</c:v>
                </c:pt>
                <c:pt idx="16629">
                  <c:v>4.5784900000000004</c:v>
                </c:pt>
                <c:pt idx="16630">
                  <c:v>4.5787899999999997</c:v>
                </c:pt>
                <c:pt idx="16631">
                  <c:v>4.5791000000000004</c:v>
                </c:pt>
                <c:pt idx="16632">
                  <c:v>4.5793999999999997</c:v>
                </c:pt>
                <c:pt idx="16633">
                  <c:v>4.5797100000000004</c:v>
                </c:pt>
                <c:pt idx="16634">
                  <c:v>4.5800099999999997</c:v>
                </c:pt>
                <c:pt idx="16635">
                  <c:v>4.5803200000000004</c:v>
                </c:pt>
                <c:pt idx="16636">
                  <c:v>4.5806199999999997</c:v>
                </c:pt>
                <c:pt idx="16637">
                  <c:v>4.5809300000000004</c:v>
                </c:pt>
                <c:pt idx="16638">
                  <c:v>4.5812400000000002</c:v>
                </c:pt>
                <c:pt idx="16639">
                  <c:v>4.5815400000000004</c:v>
                </c:pt>
                <c:pt idx="16640">
                  <c:v>4.5818500000000002</c:v>
                </c:pt>
                <c:pt idx="16641">
                  <c:v>4.5821500000000004</c:v>
                </c:pt>
                <c:pt idx="16642">
                  <c:v>4.5824600000000002</c:v>
                </c:pt>
                <c:pt idx="16643">
                  <c:v>4.5827600000000004</c:v>
                </c:pt>
                <c:pt idx="16644">
                  <c:v>4.5830700000000002</c:v>
                </c:pt>
                <c:pt idx="16645">
                  <c:v>4.5833700000000004</c:v>
                </c:pt>
                <c:pt idx="16646">
                  <c:v>4.5836800000000002</c:v>
                </c:pt>
                <c:pt idx="16647">
                  <c:v>4.5839800000000004</c:v>
                </c:pt>
                <c:pt idx="16648">
                  <c:v>4.5842900000000002</c:v>
                </c:pt>
                <c:pt idx="16649">
                  <c:v>4.5845900000000004</c:v>
                </c:pt>
                <c:pt idx="16650">
                  <c:v>4.5849000000000002</c:v>
                </c:pt>
                <c:pt idx="16651">
                  <c:v>4.58521</c:v>
                </c:pt>
                <c:pt idx="16652">
                  <c:v>4.5855100000000002</c:v>
                </c:pt>
                <c:pt idx="16653">
                  <c:v>4.58582</c:v>
                </c:pt>
                <c:pt idx="16654">
                  <c:v>4.5861200000000002</c:v>
                </c:pt>
                <c:pt idx="16655">
                  <c:v>4.58643</c:v>
                </c:pt>
                <c:pt idx="16656">
                  <c:v>4.5867300000000002</c:v>
                </c:pt>
                <c:pt idx="16657">
                  <c:v>4.58704</c:v>
                </c:pt>
                <c:pt idx="16658">
                  <c:v>4.5873400000000002</c:v>
                </c:pt>
                <c:pt idx="16659">
                  <c:v>4.58765</c:v>
                </c:pt>
                <c:pt idx="16660">
                  <c:v>4.5879500000000002</c:v>
                </c:pt>
                <c:pt idx="16661">
                  <c:v>4.58826</c:v>
                </c:pt>
                <c:pt idx="16662">
                  <c:v>4.5885600000000002</c:v>
                </c:pt>
                <c:pt idx="16663">
                  <c:v>4.58887</c:v>
                </c:pt>
                <c:pt idx="16664">
                  <c:v>4.5891799999999998</c:v>
                </c:pt>
                <c:pt idx="16665">
                  <c:v>4.58948</c:v>
                </c:pt>
                <c:pt idx="16666">
                  <c:v>4.5897899999999998</c:v>
                </c:pt>
                <c:pt idx="16667">
                  <c:v>4.59009</c:v>
                </c:pt>
                <c:pt idx="16668">
                  <c:v>4.5903999999999998</c:v>
                </c:pt>
                <c:pt idx="16669">
                  <c:v>4.5907</c:v>
                </c:pt>
                <c:pt idx="16670">
                  <c:v>4.5910099999999998</c:v>
                </c:pt>
                <c:pt idx="16671">
                  <c:v>4.59131</c:v>
                </c:pt>
                <c:pt idx="16672">
                  <c:v>4.5916199999999998</c:v>
                </c:pt>
                <c:pt idx="16673">
                  <c:v>4.59192</c:v>
                </c:pt>
                <c:pt idx="16674">
                  <c:v>4.5922299999999998</c:v>
                </c:pt>
                <c:pt idx="16675">
                  <c:v>4.59253</c:v>
                </c:pt>
                <c:pt idx="16676">
                  <c:v>4.5928399999999998</c:v>
                </c:pt>
                <c:pt idx="16677">
                  <c:v>4.5931499999999996</c:v>
                </c:pt>
                <c:pt idx="16678">
                  <c:v>4.5934499999999998</c:v>
                </c:pt>
                <c:pt idx="16679">
                  <c:v>4.5937599999999996</c:v>
                </c:pt>
                <c:pt idx="16680">
                  <c:v>4.5940599999999998</c:v>
                </c:pt>
                <c:pt idx="16681">
                  <c:v>4.5943699999999996</c:v>
                </c:pt>
                <c:pt idx="16682">
                  <c:v>4.5946699999999998</c:v>
                </c:pt>
                <c:pt idx="16683">
                  <c:v>4.5949799999999996</c:v>
                </c:pt>
                <c:pt idx="16684">
                  <c:v>4.5952799999999998</c:v>
                </c:pt>
                <c:pt idx="16685">
                  <c:v>4.5955899999999996</c:v>
                </c:pt>
                <c:pt idx="16686">
                  <c:v>4.5958899999999998</c:v>
                </c:pt>
                <c:pt idx="16687">
                  <c:v>4.5961999999999996</c:v>
                </c:pt>
                <c:pt idx="16688">
                  <c:v>4.5965100000000003</c:v>
                </c:pt>
                <c:pt idx="16689">
                  <c:v>4.5968099999999996</c:v>
                </c:pt>
                <c:pt idx="16690">
                  <c:v>4.5971200000000003</c:v>
                </c:pt>
                <c:pt idx="16691">
                  <c:v>4.5974199999999996</c:v>
                </c:pt>
                <c:pt idx="16692">
                  <c:v>4.5977300000000003</c:v>
                </c:pt>
                <c:pt idx="16693">
                  <c:v>4.5980299999999996</c:v>
                </c:pt>
                <c:pt idx="16694">
                  <c:v>4.5983400000000003</c:v>
                </c:pt>
                <c:pt idx="16695">
                  <c:v>4.5986399999999996</c:v>
                </c:pt>
                <c:pt idx="16696">
                  <c:v>4.5989500000000003</c:v>
                </c:pt>
                <c:pt idx="16697">
                  <c:v>4.5992499999999996</c:v>
                </c:pt>
                <c:pt idx="16698">
                  <c:v>4.5995600000000003</c:v>
                </c:pt>
                <c:pt idx="16699">
                  <c:v>4.5998599999999996</c:v>
                </c:pt>
                <c:pt idx="16700">
                  <c:v>4.6001700000000003</c:v>
                </c:pt>
                <c:pt idx="16701">
                  <c:v>4.6004800000000001</c:v>
                </c:pt>
                <c:pt idx="16702">
                  <c:v>4.6007800000000003</c:v>
                </c:pt>
                <c:pt idx="16703">
                  <c:v>4.6010900000000001</c:v>
                </c:pt>
                <c:pt idx="16704">
                  <c:v>4.6013900000000003</c:v>
                </c:pt>
                <c:pt idx="16705">
                  <c:v>4.6017000000000001</c:v>
                </c:pt>
                <c:pt idx="16706">
                  <c:v>4.6020000000000003</c:v>
                </c:pt>
                <c:pt idx="16707">
                  <c:v>4.6023100000000001</c:v>
                </c:pt>
                <c:pt idx="16708">
                  <c:v>4.6026100000000003</c:v>
                </c:pt>
                <c:pt idx="16709">
                  <c:v>4.6029200000000001</c:v>
                </c:pt>
                <c:pt idx="16710">
                  <c:v>4.6032200000000003</c:v>
                </c:pt>
                <c:pt idx="16711">
                  <c:v>4.6035300000000001</c:v>
                </c:pt>
                <c:pt idx="16712">
                  <c:v>4.6038300000000003</c:v>
                </c:pt>
                <c:pt idx="16713">
                  <c:v>4.6041400000000001</c:v>
                </c:pt>
                <c:pt idx="16714">
                  <c:v>4.6044499999999999</c:v>
                </c:pt>
                <c:pt idx="16715">
                  <c:v>4.6047500000000001</c:v>
                </c:pt>
                <c:pt idx="16716">
                  <c:v>4.6050599999999999</c:v>
                </c:pt>
                <c:pt idx="16717">
                  <c:v>4.6053600000000001</c:v>
                </c:pt>
                <c:pt idx="16718">
                  <c:v>4.6056699999999999</c:v>
                </c:pt>
                <c:pt idx="16719">
                  <c:v>4.6059700000000001</c:v>
                </c:pt>
                <c:pt idx="16720">
                  <c:v>4.6062799999999999</c:v>
                </c:pt>
                <c:pt idx="16721">
                  <c:v>4.6065800000000001</c:v>
                </c:pt>
                <c:pt idx="16722">
                  <c:v>4.6068899999999999</c:v>
                </c:pt>
                <c:pt idx="16723">
                  <c:v>4.6071900000000001</c:v>
                </c:pt>
                <c:pt idx="16724">
                  <c:v>4.6074999999999999</c:v>
                </c:pt>
                <c:pt idx="16725">
                  <c:v>4.6078000000000001</c:v>
                </c:pt>
                <c:pt idx="16726">
                  <c:v>4.6081099999999999</c:v>
                </c:pt>
                <c:pt idx="16727">
                  <c:v>4.6084199999999997</c:v>
                </c:pt>
                <c:pt idx="16728">
                  <c:v>4.6087199999999999</c:v>
                </c:pt>
                <c:pt idx="16729">
                  <c:v>4.6090299999999997</c:v>
                </c:pt>
                <c:pt idx="16730">
                  <c:v>4.6093299999999999</c:v>
                </c:pt>
                <c:pt idx="16731">
                  <c:v>4.6096399999999997</c:v>
                </c:pt>
                <c:pt idx="16732">
                  <c:v>4.6099399999999999</c:v>
                </c:pt>
                <c:pt idx="16733">
                  <c:v>4.6102499999999997</c:v>
                </c:pt>
                <c:pt idx="16734">
                  <c:v>4.6105499999999999</c:v>
                </c:pt>
                <c:pt idx="16735">
                  <c:v>4.6108599999999997</c:v>
                </c:pt>
                <c:pt idx="16736">
                  <c:v>4.6111599999999999</c:v>
                </c:pt>
                <c:pt idx="16737">
                  <c:v>4.6114699999999997</c:v>
                </c:pt>
                <c:pt idx="16738">
                  <c:v>4.6117699999999999</c:v>
                </c:pt>
                <c:pt idx="16739">
                  <c:v>4.6120799999999997</c:v>
                </c:pt>
                <c:pt idx="16740">
                  <c:v>4.6123900000000004</c:v>
                </c:pt>
                <c:pt idx="16741">
                  <c:v>4.6126899999999997</c:v>
                </c:pt>
                <c:pt idx="16742">
                  <c:v>4.6130000000000004</c:v>
                </c:pt>
                <c:pt idx="16743">
                  <c:v>4.6132999999999997</c:v>
                </c:pt>
                <c:pt idx="16744">
                  <c:v>4.6136100000000004</c:v>
                </c:pt>
                <c:pt idx="16745">
                  <c:v>4.6139099999999997</c:v>
                </c:pt>
                <c:pt idx="16746">
                  <c:v>4.6142200000000004</c:v>
                </c:pt>
                <c:pt idx="16747">
                  <c:v>4.6145199999999997</c:v>
                </c:pt>
                <c:pt idx="16748">
                  <c:v>4.6148300000000004</c:v>
                </c:pt>
                <c:pt idx="16749">
                  <c:v>4.6151299999999997</c:v>
                </c:pt>
                <c:pt idx="16750">
                  <c:v>4.6154400000000004</c:v>
                </c:pt>
                <c:pt idx="16751">
                  <c:v>4.6157500000000002</c:v>
                </c:pt>
                <c:pt idx="16752">
                  <c:v>4.6160500000000004</c:v>
                </c:pt>
                <c:pt idx="16753">
                  <c:v>4.6163600000000002</c:v>
                </c:pt>
                <c:pt idx="16754">
                  <c:v>4.6166600000000004</c:v>
                </c:pt>
                <c:pt idx="16755">
                  <c:v>4.6169700000000002</c:v>
                </c:pt>
                <c:pt idx="16756">
                  <c:v>4.6172700000000004</c:v>
                </c:pt>
                <c:pt idx="16757">
                  <c:v>4.6175800000000002</c:v>
                </c:pt>
                <c:pt idx="16758">
                  <c:v>4.6178800000000004</c:v>
                </c:pt>
                <c:pt idx="16759">
                  <c:v>4.6181900000000002</c:v>
                </c:pt>
                <c:pt idx="16760">
                  <c:v>4.6184900000000004</c:v>
                </c:pt>
                <c:pt idx="16761">
                  <c:v>4.6188000000000002</c:v>
                </c:pt>
                <c:pt idx="16762">
                  <c:v>4.6191000000000004</c:v>
                </c:pt>
                <c:pt idx="16763">
                  <c:v>4.6194100000000002</c:v>
                </c:pt>
                <c:pt idx="16764">
                  <c:v>4.61972</c:v>
                </c:pt>
                <c:pt idx="16765">
                  <c:v>4.6200200000000002</c:v>
                </c:pt>
                <c:pt idx="16766">
                  <c:v>4.62033</c:v>
                </c:pt>
                <c:pt idx="16767">
                  <c:v>4.6206300000000002</c:v>
                </c:pt>
                <c:pt idx="16768">
                  <c:v>4.62094</c:v>
                </c:pt>
                <c:pt idx="16769">
                  <c:v>4.6212400000000002</c:v>
                </c:pt>
                <c:pt idx="16770">
                  <c:v>4.62155</c:v>
                </c:pt>
                <c:pt idx="16771">
                  <c:v>4.6218500000000002</c:v>
                </c:pt>
                <c:pt idx="16772">
                  <c:v>4.62216</c:v>
                </c:pt>
                <c:pt idx="16773">
                  <c:v>4.6224600000000002</c:v>
                </c:pt>
                <c:pt idx="16774">
                  <c:v>4.62277</c:v>
                </c:pt>
                <c:pt idx="16775">
                  <c:v>4.6230700000000002</c:v>
                </c:pt>
                <c:pt idx="16776">
                  <c:v>4.62338</c:v>
                </c:pt>
                <c:pt idx="16777">
                  <c:v>4.6236899999999999</c:v>
                </c:pt>
                <c:pt idx="16778">
                  <c:v>4.62399</c:v>
                </c:pt>
                <c:pt idx="16779">
                  <c:v>4.6242999999999999</c:v>
                </c:pt>
                <c:pt idx="16780">
                  <c:v>4.6246</c:v>
                </c:pt>
                <c:pt idx="16781">
                  <c:v>4.6249099999999999</c:v>
                </c:pt>
                <c:pt idx="16782">
                  <c:v>4.62521</c:v>
                </c:pt>
                <c:pt idx="16783">
                  <c:v>4.6255199999999999</c:v>
                </c:pt>
                <c:pt idx="16784">
                  <c:v>4.62582</c:v>
                </c:pt>
                <c:pt idx="16785">
                  <c:v>4.6261299999999999</c:v>
                </c:pt>
                <c:pt idx="16786">
                  <c:v>4.62643</c:v>
                </c:pt>
                <c:pt idx="16787">
                  <c:v>4.6267399999999999</c:v>
                </c:pt>
                <c:pt idx="16788">
                  <c:v>4.62704</c:v>
                </c:pt>
                <c:pt idx="16789">
                  <c:v>4.6273499999999999</c:v>
                </c:pt>
                <c:pt idx="16790">
                  <c:v>4.6276599999999997</c:v>
                </c:pt>
                <c:pt idx="16791">
                  <c:v>4.6279599999999999</c:v>
                </c:pt>
                <c:pt idx="16792">
                  <c:v>4.6282699999999997</c:v>
                </c:pt>
                <c:pt idx="16793">
                  <c:v>4.6285699999999999</c:v>
                </c:pt>
                <c:pt idx="16794">
                  <c:v>4.6288799999999997</c:v>
                </c:pt>
                <c:pt idx="16795">
                  <c:v>4.6291799999999999</c:v>
                </c:pt>
                <c:pt idx="16796">
                  <c:v>4.6294899999999997</c:v>
                </c:pt>
                <c:pt idx="16797">
                  <c:v>4.6297899999999998</c:v>
                </c:pt>
                <c:pt idx="16798">
                  <c:v>4.6300999999999997</c:v>
                </c:pt>
                <c:pt idx="16799">
                  <c:v>4.6303999999999998</c:v>
                </c:pt>
                <c:pt idx="16800">
                  <c:v>4.6307099999999997</c:v>
                </c:pt>
                <c:pt idx="16801">
                  <c:v>4.6310099999999998</c:v>
                </c:pt>
                <c:pt idx="16802">
                  <c:v>4.6313199999999997</c:v>
                </c:pt>
                <c:pt idx="16803">
                  <c:v>4.6316300000000004</c:v>
                </c:pt>
                <c:pt idx="16804">
                  <c:v>4.6319299999999997</c:v>
                </c:pt>
                <c:pt idx="16805">
                  <c:v>4.6322400000000004</c:v>
                </c:pt>
                <c:pt idx="16806">
                  <c:v>4.6325399999999997</c:v>
                </c:pt>
                <c:pt idx="16807">
                  <c:v>4.6328500000000004</c:v>
                </c:pt>
                <c:pt idx="16808">
                  <c:v>4.6331499999999997</c:v>
                </c:pt>
                <c:pt idx="16809">
                  <c:v>4.6334600000000004</c:v>
                </c:pt>
                <c:pt idx="16810">
                  <c:v>4.6337599999999997</c:v>
                </c:pt>
                <c:pt idx="16811">
                  <c:v>4.6340700000000004</c:v>
                </c:pt>
                <c:pt idx="16812">
                  <c:v>4.6343699999999997</c:v>
                </c:pt>
                <c:pt idx="16813">
                  <c:v>4.6346800000000004</c:v>
                </c:pt>
                <c:pt idx="16814">
                  <c:v>4.6349900000000002</c:v>
                </c:pt>
                <c:pt idx="16815">
                  <c:v>4.6352900000000004</c:v>
                </c:pt>
                <c:pt idx="16816">
                  <c:v>4.6356000000000002</c:v>
                </c:pt>
                <c:pt idx="16817">
                  <c:v>4.6359000000000004</c:v>
                </c:pt>
                <c:pt idx="16818">
                  <c:v>4.6362100000000002</c:v>
                </c:pt>
                <c:pt idx="16819">
                  <c:v>4.6365100000000004</c:v>
                </c:pt>
                <c:pt idx="16820">
                  <c:v>4.6368200000000002</c:v>
                </c:pt>
                <c:pt idx="16821">
                  <c:v>4.6371200000000004</c:v>
                </c:pt>
                <c:pt idx="16822">
                  <c:v>4.6374300000000002</c:v>
                </c:pt>
                <c:pt idx="16823">
                  <c:v>4.6377300000000004</c:v>
                </c:pt>
                <c:pt idx="16824">
                  <c:v>4.6380400000000002</c:v>
                </c:pt>
                <c:pt idx="16825">
                  <c:v>4.6383400000000004</c:v>
                </c:pt>
                <c:pt idx="16826">
                  <c:v>4.6386500000000002</c:v>
                </c:pt>
                <c:pt idx="16827">
                  <c:v>4.63896</c:v>
                </c:pt>
                <c:pt idx="16828">
                  <c:v>4.6392600000000002</c:v>
                </c:pt>
                <c:pt idx="16829">
                  <c:v>4.63957</c:v>
                </c:pt>
                <c:pt idx="16830">
                  <c:v>4.6398700000000002</c:v>
                </c:pt>
                <c:pt idx="16831">
                  <c:v>4.64018</c:v>
                </c:pt>
                <c:pt idx="16832">
                  <c:v>4.6404800000000002</c:v>
                </c:pt>
                <c:pt idx="16833">
                  <c:v>4.64079</c:v>
                </c:pt>
                <c:pt idx="16834">
                  <c:v>4.6410900000000002</c:v>
                </c:pt>
                <c:pt idx="16835">
                  <c:v>4.6414</c:v>
                </c:pt>
                <c:pt idx="16836">
                  <c:v>4.6417000000000002</c:v>
                </c:pt>
                <c:pt idx="16837">
                  <c:v>4.64201</c:v>
                </c:pt>
                <c:pt idx="16838">
                  <c:v>4.6423100000000002</c:v>
                </c:pt>
                <c:pt idx="16839">
                  <c:v>4.64262</c:v>
                </c:pt>
                <c:pt idx="16840">
                  <c:v>4.6429299999999998</c:v>
                </c:pt>
                <c:pt idx="16841">
                  <c:v>4.64323</c:v>
                </c:pt>
                <c:pt idx="16842">
                  <c:v>4.6435399999999998</c:v>
                </c:pt>
                <c:pt idx="16843">
                  <c:v>4.64384</c:v>
                </c:pt>
                <c:pt idx="16844">
                  <c:v>4.6441499999999998</c:v>
                </c:pt>
                <c:pt idx="16845">
                  <c:v>4.64445</c:v>
                </c:pt>
                <c:pt idx="16846">
                  <c:v>4.6447599999999998</c:v>
                </c:pt>
                <c:pt idx="16847">
                  <c:v>4.64506</c:v>
                </c:pt>
                <c:pt idx="16848">
                  <c:v>4.6453699999999998</c:v>
                </c:pt>
                <c:pt idx="16849">
                  <c:v>4.64567</c:v>
                </c:pt>
                <c:pt idx="16850">
                  <c:v>4.6459799999999998</c:v>
                </c:pt>
                <c:pt idx="16851">
                  <c:v>4.64628</c:v>
                </c:pt>
                <c:pt idx="16852">
                  <c:v>4.6465899999999998</c:v>
                </c:pt>
                <c:pt idx="16853">
                  <c:v>4.6468999999999996</c:v>
                </c:pt>
                <c:pt idx="16854">
                  <c:v>4.6471999999999998</c:v>
                </c:pt>
                <c:pt idx="16855">
                  <c:v>4.6475099999999996</c:v>
                </c:pt>
                <c:pt idx="16856">
                  <c:v>4.6478099999999998</c:v>
                </c:pt>
                <c:pt idx="16857">
                  <c:v>4.6481199999999996</c:v>
                </c:pt>
                <c:pt idx="16858">
                  <c:v>4.6484199999999998</c:v>
                </c:pt>
                <c:pt idx="16859">
                  <c:v>4.6487299999999996</c:v>
                </c:pt>
                <c:pt idx="16860">
                  <c:v>4.6490299999999998</c:v>
                </c:pt>
                <c:pt idx="16861">
                  <c:v>4.6493399999999996</c:v>
                </c:pt>
                <c:pt idx="16862">
                  <c:v>4.6496399999999998</c:v>
                </c:pt>
                <c:pt idx="16863">
                  <c:v>4.6499499999999996</c:v>
                </c:pt>
                <c:pt idx="16864">
                  <c:v>4.6502499999999998</c:v>
                </c:pt>
                <c:pt idx="16865">
                  <c:v>4.6505599999999996</c:v>
                </c:pt>
                <c:pt idx="16866">
                  <c:v>4.6508700000000003</c:v>
                </c:pt>
                <c:pt idx="16867">
                  <c:v>4.6511699999999996</c:v>
                </c:pt>
                <c:pt idx="16868">
                  <c:v>4.6514800000000003</c:v>
                </c:pt>
                <c:pt idx="16869">
                  <c:v>4.6517799999999996</c:v>
                </c:pt>
                <c:pt idx="16870">
                  <c:v>4.6520900000000003</c:v>
                </c:pt>
                <c:pt idx="16871">
                  <c:v>4.6523899999999996</c:v>
                </c:pt>
                <c:pt idx="16872">
                  <c:v>4.6527000000000003</c:v>
                </c:pt>
                <c:pt idx="16873">
                  <c:v>4.6529999999999996</c:v>
                </c:pt>
                <c:pt idx="16874">
                  <c:v>4.6533100000000003</c:v>
                </c:pt>
                <c:pt idx="16875">
                  <c:v>4.6536099999999996</c:v>
                </c:pt>
                <c:pt idx="16876">
                  <c:v>4.6539200000000003</c:v>
                </c:pt>
                <c:pt idx="16877">
                  <c:v>4.6542300000000001</c:v>
                </c:pt>
                <c:pt idx="16878">
                  <c:v>4.6545300000000003</c:v>
                </c:pt>
                <c:pt idx="16879">
                  <c:v>4.6548400000000001</c:v>
                </c:pt>
                <c:pt idx="16880">
                  <c:v>4.6551400000000003</c:v>
                </c:pt>
                <c:pt idx="16881">
                  <c:v>4.6554500000000001</c:v>
                </c:pt>
                <c:pt idx="16882">
                  <c:v>4.6557500000000003</c:v>
                </c:pt>
                <c:pt idx="16883">
                  <c:v>4.6560600000000001</c:v>
                </c:pt>
                <c:pt idx="16884">
                  <c:v>4.6563600000000003</c:v>
                </c:pt>
                <c:pt idx="16885">
                  <c:v>4.6566700000000001</c:v>
                </c:pt>
                <c:pt idx="16886">
                  <c:v>4.6569700000000003</c:v>
                </c:pt>
                <c:pt idx="16887">
                  <c:v>4.6572800000000001</c:v>
                </c:pt>
                <c:pt idx="16888">
                  <c:v>4.6575800000000003</c:v>
                </c:pt>
                <c:pt idx="16889">
                  <c:v>4.6578900000000001</c:v>
                </c:pt>
                <c:pt idx="16890">
                  <c:v>4.6581999999999999</c:v>
                </c:pt>
                <c:pt idx="16891">
                  <c:v>4.6585000000000001</c:v>
                </c:pt>
                <c:pt idx="16892">
                  <c:v>4.6588099999999999</c:v>
                </c:pt>
                <c:pt idx="16893">
                  <c:v>4.6591100000000001</c:v>
                </c:pt>
                <c:pt idx="16894">
                  <c:v>4.6594199999999999</c:v>
                </c:pt>
                <c:pt idx="16895">
                  <c:v>4.6597200000000001</c:v>
                </c:pt>
                <c:pt idx="16896">
                  <c:v>4.6600299999999999</c:v>
                </c:pt>
                <c:pt idx="16897">
                  <c:v>4.6603300000000001</c:v>
                </c:pt>
                <c:pt idx="16898">
                  <c:v>4.6606399999999999</c:v>
                </c:pt>
                <c:pt idx="16899">
                  <c:v>4.6609400000000001</c:v>
                </c:pt>
                <c:pt idx="16900">
                  <c:v>4.6612499999999999</c:v>
                </c:pt>
                <c:pt idx="16901">
                  <c:v>4.6615500000000001</c:v>
                </c:pt>
                <c:pt idx="16902">
                  <c:v>4.6618599999999999</c:v>
                </c:pt>
                <c:pt idx="16903">
                  <c:v>4.6621699999999997</c:v>
                </c:pt>
                <c:pt idx="16904">
                  <c:v>4.6624699999999999</c:v>
                </c:pt>
                <c:pt idx="16905">
                  <c:v>4.6627799999999997</c:v>
                </c:pt>
                <c:pt idx="16906">
                  <c:v>4.6630799999999999</c:v>
                </c:pt>
                <c:pt idx="16907">
                  <c:v>4.6633899999999997</c:v>
                </c:pt>
                <c:pt idx="16908">
                  <c:v>4.6636899999999999</c:v>
                </c:pt>
                <c:pt idx="16909">
                  <c:v>4.6639999999999997</c:v>
                </c:pt>
                <c:pt idx="16910">
                  <c:v>4.6642999999999999</c:v>
                </c:pt>
                <c:pt idx="16911">
                  <c:v>4.6646099999999997</c:v>
                </c:pt>
                <c:pt idx="16912">
                  <c:v>4.6649099999999999</c:v>
                </c:pt>
                <c:pt idx="16913">
                  <c:v>4.6652199999999997</c:v>
                </c:pt>
                <c:pt idx="16914">
                  <c:v>4.6655199999999999</c:v>
                </c:pt>
                <c:pt idx="16915">
                  <c:v>4.6658299999999997</c:v>
                </c:pt>
                <c:pt idx="16916">
                  <c:v>4.6661400000000004</c:v>
                </c:pt>
                <c:pt idx="16917">
                  <c:v>4.6664399999999997</c:v>
                </c:pt>
                <c:pt idx="16918">
                  <c:v>4.6667500000000004</c:v>
                </c:pt>
                <c:pt idx="16919">
                  <c:v>4.6670499999999997</c:v>
                </c:pt>
                <c:pt idx="16920">
                  <c:v>4.6673600000000004</c:v>
                </c:pt>
                <c:pt idx="16921">
                  <c:v>4.6676599999999997</c:v>
                </c:pt>
                <c:pt idx="16922">
                  <c:v>4.6679700000000004</c:v>
                </c:pt>
                <c:pt idx="16923">
                  <c:v>4.6682699999999997</c:v>
                </c:pt>
                <c:pt idx="16924">
                  <c:v>4.6685800000000004</c:v>
                </c:pt>
                <c:pt idx="16925">
                  <c:v>4.6688799999999997</c:v>
                </c:pt>
                <c:pt idx="16926">
                  <c:v>4.6691900000000004</c:v>
                </c:pt>
                <c:pt idx="16927">
                  <c:v>4.6695000000000002</c:v>
                </c:pt>
                <c:pt idx="16928">
                  <c:v>4.6698000000000004</c:v>
                </c:pt>
                <c:pt idx="16929">
                  <c:v>4.6701100000000002</c:v>
                </c:pt>
                <c:pt idx="16930">
                  <c:v>4.6704100000000004</c:v>
                </c:pt>
                <c:pt idx="16931">
                  <c:v>4.6707200000000002</c:v>
                </c:pt>
                <c:pt idx="16932">
                  <c:v>4.6710200000000004</c:v>
                </c:pt>
                <c:pt idx="16933">
                  <c:v>4.6713300000000002</c:v>
                </c:pt>
                <c:pt idx="16934">
                  <c:v>4.6716300000000004</c:v>
                </c:pt>
                <c:pt idx="16935">
                  <c:v>4.6719400000000002</c:v>
                </c:pt>
                <c:pt idx="16936">
                  <c:v>4.6722400000000004</c:v>
                </c:pt>
                <c:pt idx="16937">
                  <c:v>4.6725500000000002</c:v>
                </c:pt>
                <c:pt idx="16938">
                  <c:v>4.6728500000000004</c:v>
                </c:pt>
                <c:pt idx="16939">
                  <c:v>4.6731600000000002</c:v>
                </c:pt>
                <c:pt idx="16940">
                  <c:v>4.67347</c:v>
                </c:pt>
                <c:pt idx="16941">
                  <c:v>4.6737700000000002</c:v>
                </c:pt>
                <c:pt idx="16942">
                  <c:v>4.67408</c:v>
                </c:pt>
                <c:pt idx="16943">
                  <c:v>4.6743800000000002</c:v>
                </c:pt>
                <c:pt idx="16944">
                  <c:v>4.67469</c:v>
                </c:pt>
                <c:pt idx="16945">
                  <c:v>4.6749900000000002</c:v>
                </c:pt>
                <c:pt idx="16946">
                  <c:v>4.6753</c:v>
                </c:pt>
                <c:pt idx="16947">
                  <c:v>4.6756000000000002</c:v>
                </c:pt>
                <c:pt idx="16948">
                  <c:v>4.67591</c:v>
                </c:pt>
                <c:pt idx="16949">
                  <c:v>4.6762100000000002</c:v>
                </c:pt>
                <c:pt idx="16950">
                  <c:v>4.67652</c:v>
                </c:pt>
                <c:pt idx="16951">
                  <c:v>4.6768200000000002</c:v>
                </c:pt>
                <c:pt idx="16952">
                  <c:v>4.67713</c:v>
                </c:pt>
                <c:pt idx="16953">
                  <c:v>4.6774399999999998</c:v>
                </c:pt>
                <c:pt idx="16954">
                  <c:v>4.67774</c:v>
                </c:pt>
                <c:pt idx="16955">
                  <c:v>4.6780499999999998</c:v>
                </c:pt>
                <c:pt idx="16956">
                  <c:v>4.67835</c:v>
                </c:pt>
                <c:pt idx="16957">
                  <c:v>4.6786599999999998</c:v>
                </c:pt>
                <c:pt idx="16958">
                  <c:v>4.67896</c:v>
                </c:pt>
                <c:pt idx="16959">
                  <c:v>4.6792699999999998</c:v>
                </c:pt>
                <c:pt idx="16960">
                  <c:v>4.67957</c:v>
                </c:pt>
                <c:pt idx="16961">
                  <c:v>4.6798799999999998</c:v>
                </c:pt>
                <c:pt idx="16962">
                  <c:v>4.68018</c:v>
                </c:pt>
                <c:pt idx="16963">
                  <c:v>4.6804899999999998</c:v>
                </c:pt>
                <c:pt idx="16964">
                  <c:v>4.68079</c:v>
                </c:pt>
                <c:pt idx="16965">
                  <c:v>4.6810999999999998</c:v>
                </c:pt>
                <c:pt idx="16966">
                  <c:v>4.6814099999999996</c:v>
                </c:pt>
                <c:pt idx="16967">
                  <c:v>4.6817099999999998</c:v>
                </c:pt>
                <c:pt idx="16968">
                  <c:v>4.6820199999999996</c:v>
                </c:pt>
                <c:pt idx="16969">
                  <c:v>4.6823199999999998</c:v>
                </c:pt>
                <c:pt idx="16970">
                  <c:v>4.6826299999999996</c:v>
                </c:pt>
                <c:pt idx="16971">
                  <c:v>4.6829299999999998</c:v>
                </c:pt>
                <c:pt idx="16972">
                  <c:v>4.6832399999999996</c:v>
                </c:pt>
                <c:pt idx="16973">
                  <c:v>4.6835399999999998</c:v>
                </c:pt>
                <c:pt idx="16974">
                  <c:v>4.6838499999999996</c:v>
                </c:pt>
                <c:pt idx="16975">
                  <c:v>4.6841499999999998</c:v>
                </c:pt>
                <c:pt idx="16976">
                  <c:v>4.6844599999999996</c:v>
                </c:pt>
                <c:pt idx="16977">
                  <c:v>4.6847599999999998</c:v>
                </c:pt>
                <c:pt idx="16978">
                  <c:v>4.6850699999999996</c:v>
                </c:pt>
                <c:pt idx="16979">
                  <c:v>4.6853800000000003</c:v>
                </c:pt>
                <c:pt idx="16980">
                  <c:v>4.6856799999999996</c:v>
                </c:pt>
                <c:pt idx="16981">
                  <c:v>4.6859900000000003</c:v>
                </c:pt>
                <c:pt idx="16982">
                  <c:v>4.6862899999999996</c:v>
                </c:pt>
                <c:pt idx="16983">
                  <c:v>4.6866000000000003</c:v>
                </c:pt>
                <c:pt idx="16984">
                  <c:v>4.6868999999999996</c:v>
                </c:pt>
                <c:pt idx="16985">
                  <c:v>4.6872100000000003</c:v>
                </c:pt>
                <c:pt idx="16986">
                  <c:v>4.6875099999999996</c:v>
                </c:pt>
                <c:pt idx="16987">
                  <c:v>4.6878200000000003</c:v>
                </c:pt>
                <c:pt idx="16988">
                  <c:v>4.6881199999999996</c:v>
                </c:pt>
                <c:pt idx="16989">
                  <c:v>4.6884300000000003</c:v>
                </c:pt>
                <c:pt idx="16990">
                  <c:v>4.6887400000000001</c:v>
                </c:pt>
                <c:pt idx="16991">
                  <c:v>4.6890400000000003</c:v>
                </c:pt>
                <c:pt idx="16992">
                  <c:v>4.6893500000000001</c:v>
                </c:pt>
                <c:pt idx="16993">
                  <c:v>4.6896500000000003</c:v>
                </c:pt>
                <c:pt idx="16994">
                  <c:v>4.6899600000000001</c:v>
                </c:pt>
                <c:pt idx="16995">
                  <c:v>4.6902600000000003</c:v>
                </c:pt>
                <c:pt idx="16996">
                  <c:v>4.6905700000000001</c:v>
                </c:pt>
                <c:pt idx="16997">
                  <c:v>4.6908700000000003</c:v>
                </c:pt>
                <c:pt idx="16998">
                  <c:v>4.6911800000000001</c:v>
                </c:pt>
                <c:pt idx="16999">
                  <c:v>4.6914800000000003</c:v>
                </c:pt>
                <c:pt idx="17000">
                  <c:v>4.6917900000000001</c:v>
                </c:pt>
                <c:pt idx="17001">
                  <c:v>4.6920900000000003</c:v>
                </c:pt>
                <c:pt idx="17002">
                  <c:v>4.6924000000000001</c:v>
                </c:pt>
                <c:pt idx="17003">
                  <c:v>4.6927099999999999</c:v>
                </c:pt>
                <c:pt idx="17004">
                  <c:v>4.6930100000000001</c:v>
                </c:pt>
                <c:pt idx="17005">
                  <c:v>4.6933199999999999</c:v>
                </c:pt>
                <c:pt idx="17006">
                  <c:v>4.6936200000000001</c:v>
                </c:pt>
                <c:pt idx="17007">
                  <c:v>4.6939299999999999</c:v>
                </c:pt>
                <c:pt idx="17008">
                  <c:v>4.6942300000000001</c:v>
                </c:pt>
                <c:pt idx="17009">
                  <c:v>4.6945399999999999</c:v>
                </c:pt>
                <c:pt idx="17010">
                  <c:v>4.6948400000000001</c:v>
                </c:pt>
                <c:pt idx="17011">
                  <c:v>4.6951499999999999</c:v>
                </c:pt>
                <c:pt idx="17012">
                  <c:v>4.6954500000000001</c:v>
                </c:pt>
                <c:pt idx="17013">
                  <c:v>4.6957599999999999</c:v>
                </c:pt>
                <c:pt idx="17014">
                  <c:v>4.6960600000000001</c:v>
                </c:pt>
                <c:pt idx="17015">
                  <c:v>4.6963699999999999</c:v>
                </c:pt>
                <c:pt idx="17016">
                  <c:v>4.6966799999999997</c:v>
                </c:pt>
                <c:pt idx="17017">
                  <c:v>4.6969799999999999</c:v>
                </c:pt>
                <c:pt idx="17018">
                  <c:v>4.6972899999999997</c:v>
                </c:pt>
                <c:pt idx="17019">
                  <c:v>4.6975899999999999</c:v>
                </c:pt>
                <c:pt idx="17020">
                  <c:v>4.6978999999999997</c:v>
                </c:pt>
                <c:pt idx="17021">
                  <c:v>4.6981999999999999</c:v>
                </c:pt>
                <c:pt idx="17022">
                  <c:v>4.6985099999999997</c:v>
                </c:pt>
                <c:pt idx="17023">
                  <c:v>4.6988099999999999</c:v>
                </c:pt>
                <c:pt idx="17024">
                  <c:v>4.6991199999999997</c:v>
                </c:pt>
                <c:pt idx="17025">
                  <c:v>4.6994199999999999</c:v>
                </c:pt>
                <c:pt idx="17026">
                  <c:v>4.6997299999999997</c:v>
                </c:pt>
                <c:pt idx="17027">
                  <c:v>4.7000299999999999</c:v>
                </c:pt>
                <c:pt idx="17028">
                  <c:v>4.7003399999999997</c:v>
                </c:pt>
                <c:pt idx="17029">
                  <c:v>4.7006500000000004</c:v>
                </c:pt>
                <c:pt idx="17030">
                  <c:v>4.7009499999999997</c:v>
                </c:pt>
                <c:pt idx="17031">
                  <c:v>4.7012600000000004</c:v>
                </c:pt>
                <c:pt idx="17032">
                  <c:v>4.7015599999999997</c:v>
                </c:pt>
                <c:pt idx="17033">
                  <c:v>4.7018700000000004</c:v>
                </c:pt>
                <c:pt idx="17034">
                  <c:v>4.7021699999999997</c:v>
                </c:pt>
                <c:pt idx="17035">
                  <c:v>4.7024800000000004</c:v>
                </c:pt>
                <c:pt idx="17036">
                  <c:v>4.7027799999999997</c:v>
                </c:pt>
                <c:pt idx="17037">
                  <c:v>4.7030900000000004</c:v>
                </c:pt>
                <c:pt idx="17038">
                  <c:v>4.7033899999999997</c:v>
                </c:pt>
                <c:pt idx="17039">
                  <c:v>4.7037000000000004</c:v>
                </c:pt>
                <c:pt idx="17040">
                  <c:v>4.7039999999999997</c:v>
                </c:pt>
                <c:pt idx="17041">
                  <c:v>4.7043100000000004</c:v>
                </c:pt>
                <c:pt idx="17042">
                  <c:v>4.7046200000000002</c:v>
                </c:pt>
                <c:pt idx="17043">
                  <c:v>4.7049200000000004</c:v>
                </c:pt>
                <c:pt idx="17044">
                  <c:v>4.7052300000000002</c:v>
                </c:pt>
                <c:pt idx="17045">
                  <c:v>4.7055300000000004</c:v>
                </c:pt>
                <c:pt idx="17046">
                  <c:v>4.7058400000000002</c:v>
                </c:pt>
                <c:pt idx="17047">
                  <c:v>4.7061400000000004</c:v>
                </c:pt>
                <c:pt idx="17048">
                  <c:v>4.7064500000000002</c:v>
                </c:pt>
                <c:pt idx="17049">
                  <c:v>4.7067500000000004</c:v>
                </c:pt>
                <c:pt idx="17050">
                  <c:v>4.7070600000000002</c:v>
                </c:pt>
                <c:pt idx="17051">
                  <c:v>4.7073600000000004</c:v>
                </c:pt>
                <c:pt idx="17052">
                  <c:v>4.7076700000000002</c:v>
                </c:pt>
                <c:pt idx="17053">
                  <c:v>4.7079800000000001</c:v>
                </c:pt>
                <c:pt idx="17054">
                  <c:v>4.7082800000000002</c:v>
                </c:pt>
                <c:pt idx="17055">
                  <c:v>4.7085900000000001</c:v>
                </c:pt>
                <c:pt idx="17056">
                  <c:v>4.7088900000000002</c:v>
                </c:pt>
                <c:pt idx="17057">
                  <c:v>4.7092000000000001</c:v>
                </c:pt>
                <c:pt idx="17058">
                  <c:v>4.7095000000000002</c:v>
                </c:pt>
                <c:pt idx="17059">
                  <c:v>4.7098100000000001</c:v>
                </c:pt>
                <c:pt idx="17060">
                  <c:v>4.7101100000000002</c:v>
                </c:pt>
                <c:pt idx="17061">
                  <c:v>4.7104200000000001</c:v>
                </c:pt>
                <c:pt idx="17062">
                  <c:v>4.7107200000000002</c:v>
                </c:pt>
                <c:pt idx="17063">
                  <c:v>4.7110300000000001</c:v>
                </c:pt>
                <c:pt idx="17064">
                  <c:v>4.7113300000000002</c:v>
                </c:pt>
                <c:pt idx="17065">
                  <c:v>4.7116400000000001</c:v>
                </c:pt>
                <c:pt idx="17066">
                  <c:v>4.7119499999999999</c:v>
                </c:pt>
                <c:pt idx="17067">
                  <c:v>4.71225</c:v>
                </c:pt>
                <c:pt idx="17068">
                  <c:v>4.7125599999999999</c:v>
                </c:pt>
                <c:pt idx="17069">
                  <c:v>4.71286</c:v>
                </c:pt>
                <c:pt idx="17070">
                  <c:v>4.7131699999999999</c:v>
                </c:pt>
                <c:pt idx="17071">
                  <c:v>4.71347</c:v>
                </c:pt>
                <c:pt idx="17072">
                  <c:v>4.7137799999999999</c:v>
                </c:pt>
                <c:pt idx="17073">
                  <c:v>4.71408</c:v>
                </c:pt>
                <c:pt idx="17074">
                  <c:v>4.7143899999999999</c:v>
                </c:pt>
                <c:pt idx="17075">
                  <c:v>4.71469</c:v>
                </c:pt>
                <c:pt idx="17076">
                  <c:v>4.7149999999999999</c:v>
                </c:pt>
                <c:pt idx="17077">
                  <c:v>4.7153</c:v>
                </c:pt>
                <c:pt idx="17078">
                  <c:v>4.7156099999999999</c:v>
                </c:pt>
                <c:pt idx="17079">
                  <c:v>4.7159199999999997</c:v>
                </c:pt>
                <c:pt idx="17080">
                  <c:v>4.7162199999999999</c:v>
                </c:pt>
                <c:pt idx="17081">
                  <c:v>4.7165299999999997</c:v>
                </c:pt>
                <c:pt idx="17082">
                  <c:v>4.7168299999999999</c:v>
                </c:pt>
                <c:pt idx="17083">
                  <c:v>4.7171399999999997</c:v>
                </c:pt>
                <c:pt idx="17084">
                  <c:v>4.7174399999999999</c:v>
                </c:pt>
                <c:pt idx="17085">
                  <c:v>4.7177499999999997</c:v>
                </c:pt>
                <c:pt idx="17086">
                  <c:v>4.7180499999999999</c:v>
                </c:pt>
                <c:pt idx="17087">
                  <c:v>4.7183599999999997</c:v>
                </c:pt>
                <c:pt idx="17088">
                  <c:v>4.7186599999999999</c:v>
                </c:pt>
                <c:pt idx="17089">
                  <c:v>4.7189699999999997</c:v>
                </c:pt>
                <c:pt idx="17090">
                  <c:v>4.7192699999999999</c:v>
                </c:pt>
                <c:pt idx="17091">
                  <c:v>4.7195799999999997</c:v>
                </c:pt>
                <c:pt idx="17092">
                  <c:v>4.7198900000000004</c:v>
                </c:pt>
                <c:pt idx="17093">
                  <c:v>4.7201899999999997</c:v>
                </c:pt>
                <c:pt idx="17094">
                  <c:v>4.7205000000000004</c:v>
                </c:pt>
                <c:pt idx="17095">
                  <c:v>4.7207999999999997</c:v>
                </c:pt>
                <c:pt idx="17096">
                  <c:v>4.7211100000000004</c:v>
                </c:pt>
                <c:pt idx="17097">
                  <c:v>4.7214099999999997</c:v>
                </c:pt>
                <c:pt idx="17098">
                  <c:v>4.7217200000000004</c:v>
                </c:pt>
                <c:pt idx="17099">
                  <c:v>4.7220199999999997</c:v>
                </c:pt>
                <c:pt idx="17100">
                  <c:v>4.7223300000000004</c:v>
                </c:pt>
                <c:pt idx="17101">
                  <c:v>4.7226299999999997</c:v>
                </c:pt>
                <c:pt idx="17102">
                  <c:v>4.7229400000000004</c:v>
                </c:pt>
                <c:pt idx="17103">
                  <c:v>4.7232500000000002</c:v>
                </c:pt>
                <c:pt idx="17104">
                  <c:v>4.7235500000000004</c:v>
                </c:pt>
                <c:pt idx="17105">
                  <c:v>4.7238600000000002</c:v>
                </c:pt>
                <c:pt idx="17106">
                  <c:v>4.7241600000000004</c:v>
                </c:pt>
                <c:pt idx="17107">
                  <c:v>4.7244700000000002</c:v>
                </c:pt>
                <c:pt idx="17108">
                  <c:v>4.7247700000000004</c:v>
                </c:pt>
                <c:pt idx="17109">
                  <c:v>4.7250800000000002</c:v>
                </c:pt>
                <c:pt idx="17110">
                  <c:v>4.7253800000000004</c:v>
                </c:pt>
                <c:pt idx="17111">
                  <c:v>4.7256900000000002</c:v>
                </c:pt>
                <c:pt idx="17112">
                  <c:v>4.7259900000000004</c:v>
                </c:pt>
                <c:pt idx="17113">
                  <c:v>4.7263000000000002</c:v>
                </c:pt>
                <c:pt idx="17114">
                  <c:v>4.7266000000000004</c:v>
                </c:pt>
                <c:pt idx="17115">
                  <c:v>4.7269100000000002</c:v>
                </c:pt>
                <c:pt idx="17116">
                  <c:v>4.72722</c:v>
                </c:pt>
                <c:pt idx="17117">
                  <c:v>4.7275200000000002</c:v>
                </c:pt>
                <c:pt idx="17118">
                  <c:v>4.72783</c:v>
                </c:pt>
                <c:pt idx="17119">
                  <c:v>4.7281300000000002</c:v>
                </c:pt>
                <c:pt idx="17120">
                  <c:v>4.72844</c:v>
                </c:pt>
                <c:pt idx="17121">
                  <c:v>4.7287400000000002</c:v>
                </c:pt>
                <c:pt idx="17122">
                  <c:v>4.72905</c:v>
                </c:pt>
                <c:pt idx="17123">
                  <c:v>4.7293500000000002</c:v>
                </c:pt>
                <c:pt idx="17124">
                  <c:v>4.72966</c:v>
                </c:pt>
                <c:pt idx="17125">
                  <c:v>4.7299600000000002</c:v>
                </c:pt>
                <c:pt idx="17126">
                  <c:v>4.73027</c:v>
                </c:pt>
                <c:pt idx="17127">
                  <c:v>4.7305700000000002</c:v>
                </c:pt>
                <c:pt idx="17128">
                  <c:v>4.73088</c:v>
                </c:pt>
                <c:pt idx="17129">
                  <c:v>4.7311899999999998</c:v>
                </c:pt>
                <c:pt idx="17130">
                  <c:v>4.73149</c:v>
                </c:pt>
                <c:pt idx="17131">
                  <c:v>4.7317999999999998</c:v>
                </c:pt>
                <c:pt idx="17132">
                  <c:v>4.7321</c:v>
                </c:pt>
                <c:pt idx="17133">
                  <c:v>4.7324099999999998</c:v>
                </c:pt>
                <c:pt idx="17134">
                  <c:v>4.73271</c:v>
                </c:pt>
                <c:pt idx="17135">
                  <c:v>4.7330199999999998</c:v>
                </c:pt>
                <c:pt idx="17136">
                  <c:v>4.73332</c:v>
                </c:pt>
                <c:pt idx="17137">
                  <c:v>4.7336299999999998</c:v>
                </c:pt>
                <c:pt idx="17138">
                  <c:v>4.73393</c:v>
                </c:pt>
                <c:pt idx="17139">
                  <c:v>4.7342399999999998</c:v>
                </c:pt>
                <c:pt idx="17140">
                  <c:v>4.73454</c:v>
                </c:pt>
                <c:pt idx="17141">
                  <c:v>4.7348499999999998</c:v>
                </c:pt>
                <c:pt idx="17142">
                  <c:v>4.7351599999999996</c:v>
                </c:pt>
                <c:pt idx="17143">
                  <c:v>4.7354599999999998</c:v>
                </c:pt>
                <c:pt idx="17144">
                  <c:v>4.7357699999999996</c:v>
                </c:pt>
                <c:pt idx="17145">
                  <c:v>4.7360699999999998</c:v>
                </c:pt>
                <c:pt idx="17146">
                  <c:v>4.7363799999999996</c:v>
                </c:pt>
                <c:pt idx="17147">
                  <c:v>4.7366799999999998</c:v>
                </c:pt>
                <c:pt idx="17148">
                  <c:v>4.7369899999999996</c:v>
                </c:pt>
                <c:pt idx="17149">
                  <c:v>4.7372899999999998</c:v>
                </c:pt>
                <c:pt idx="17150">
                  <c:v>4.7375999999999996</c:v>
                </c:pt>
                <c:pt idx="17151">
                  <c:v>4.7378999999999998</c:v>
                </c:pt>
                <c:pt idx="17152">
                  <c:v>4.7382099999999996</c:v>
                </c:pt>
                <c:pt idx="17153">
                  <c:v>4.7385099999999998</c:v>
                </c:pt>
                <c:pt idx="17154">
                  <c:v>4.7388199999999996</c:v>
                </c:pt>
                <c:pt idx="17155">
                  <c:v>4.7391300000000003</c:v>
                </c:pt>
                <c:pt idx="17156">
                  <c:v>4.7394299999999996</c:v>
                </c:pt>
                <c:pt idx="17157">
                  <c:v>4.7397400000000003</c:v>
                </c:pt>
                <c:pt idx="17158">
                  <c:v>4.7400399999999996</c:v>
                </c:pt>
                <c:pt idx="17159">
                  <c:v>4.7403500000000003</c:v>
                </c:pt>
                <c:pt idx="17160">
                  <c:v>4.7406499999999996</c:v>
                </c:pt>
                <c:pt idx="17161">
                  <c:v>4.7409600000000003</c:v>
                </c:pt>
                <c:pt idx="17162">
                  <c:v>4.7412599999999996</c:v>
                </c:pt>
                <c:pt idx="17163">
                  <c:v>4.7415700000000003</c:v>
                </c:pt>
                <c:pt idx="17164">
                  <c:v>4.7418699999999996</c:v>
                </c:pt>
                <c:pt idx="17165">
                  <c:v>4.7421800000000003</c:v>
                </c:pt>
                <c:pt idx="17166">
                  <c:v>4.7424900000000001</c:v>
                </c:pt>
                <c:pt idx="17167">
                  <c:v>4.7427900000000003</c:v>
                </c:pt>
                <c:pt idx="17168">
                  <c:v>4.7431000000000001</c:v>
                </c:pt>
                <c:pt idx="17169">
                  <c:v>4.7434000000000003</c:v>
                </c:pt>
                <c:pt idx="17170">
                  <c:v>4.7437100000000001</c:v>
                </c:pt>
                <c:pt idx="17171">
                  <c:v>4.7440100000000003</c:v>
                </c:pt>
                <c:pt idx="17172">
                  <c:v>4.7443200000000001</c:v>
                </c:pt>
                <c:pt idx="17173">
                  <c:v>4.7446200000000003</c:v>
                </c:pt>
                <c:pt idx="17174">
                  <c:v>4.7449300000000001</c:v>
                </c:pt>
                <c:pt idx="17175">
                  <c:v>4.7452300000000003</c:v>
                </c:pt>
                <c:pt idx="17176">
                  <c:v>4.7455400000000001</c:v>
                </c:pt>
                <c:pt idx="17177">
                  <c:v>4.7458400000000003</c:v>
                </c:pt>
                <c:pt idx="17178">
                  <c:v>4.7461500000000001</c:v>
                </c:pt>
                <c:pt idx="17179">
                  <c:v>4.7464599999999999</c:v>
                </c:pt>
                <c:pt idx="17180">
                  <c:v>4.7467600000000001</c:v>
                </c:pt>
                <c:pt idx="17181">
                  <c:v>4.7470699999999999</c:v>
                </c:pt>
                <c:pt idx="17182">
                  <c:v>4.7473700000000001</c:v>
                </c:pt>
                <c:pt idx="17183">
                  <c:v>4.7476799999999999</c:v>
                </c:pt>
                <c:pt idx="17184">
                  <c:v>4.7479800000000001</c:v>
                </c:pt>
                <c:pt idx="17185">
                  <c:v>4.7482899999999999</c:v>
                </c:pt>
                <c:pt idx="17186">
                  <c:v>4.7485900000000001</c:v>
                </c:pt>
                <c:pt idx="17187">
                  <c:v>4.7488999999999999</c:v>
                </c:pt>
                <c:pt idx="17188">
                  <c:v>4.7492000000000001</c:v>
                </c:pt>
                <c:pt idx="17189">
                  <c:v>4.7495099999999999</c:v>
                </c:pt>
                <c:pt idx="17190">
                  <c:v>4.7498100000000001</c:v>
                </c:pt>
                <c:pt idx="17191">
                  <c:v>4.7501199999999999</c:v>
                </c:pt>
                <c:pt idx="17192">
                  <c:v>4.7504299999999997</c:v>
                </c:pt>
                <c:pt idx="17193">
                  <c:v>4.7507299999999999</c:v>
                </c:pt>
                <c:pt idx="17194">
                  <c:v>4.7510399999999997</c:v>
                </c:pt>
                <c:pt idx="17195">
                  <c:v>4.7513399999999999</c:v>
                </c:pt>
                <c:pt idx="17196">
                  <c:v>4.7516499999999997</c:v>
                </c:pt>
                <c:pt idx="17197">
                  <c:v>4.7519499999999999</c:v>
                </c:pt>
                <c:pt idx="17198">
                  <c:v>4.7522599999999997</c:v>
                </c:pt>
                <c:pt idx="17199">
                  <c:v>4.7525599999999999</c:v>
                </c:pt>
                <c:pt idx="17200">
                  <c:v>4.7528699999999997</c:v>
                </c:pt>
                <c:pt idx="17201">
                  <c:v>4.7531699999999999</c:v>
                </c:pt>
                <c:pt idx="17202">
                  <c:v>4.7534799999999997</c:v>
                </c:pt>
                <c:pt idx="17203">
                  <c:v>4.7537799999999999</c:v>
                </c:pt>
                <c:pt idx="17204">
                  <c:v>4.7540899999999997</c:v>
                </c:pt>
                <c:pt idx="17205">
                  <c:v>4.7544000000000004</c:v>
                </c:pt>
                <c:pt idx="17206">
                  <c:v>4.7546999999999997</c:v>
                </c:pt>
                <c:pt idx="17207">
                  <c:v>4.7550100000000004</c:v>
                </c:pt>
                <c:pt idx="17208">
                  <c:v>4.7553099999999997</c:v>
                </c:pt>
                <c:pt idx="17209">
                  <c:v>4.7556200000000004</c:v>
                </c:pt>
                <c:pt idx="17210">
                  <c:v>4.7559199999999997</c:v>
                </c:pt>
                <c:pt idx="17211">
                  <c:v>4.7562300000000004</c:v>
                </c:pt>
                <c:pt idx="17212">
                  <c:v>4.7565299999999997</c:v>
                </c:pt>
                <c:pt idx="17213">
                  <c:v>4.7568400000000004</c:v>
                </c:pt>
                <c:pt idx="17214">
                  <c:v>4.7571399999999997</c:v>
                </c:pt>
                <c:pt idx="17215">
                  <c:v>4.7574500000000004</c:v>
                </c:pt>
                <c:pt idx="17216">
                  <c:v>4.7577499999999997</c:v>
                </c:pt>
                <c:pt idx="17217">
                  <c:v>4.7580600000000004</c:v>
                </c:pt>
                <c:pt idx="17218">
                  <c:v>4.7583700000000002</c:v>
                </c:pt>
                <c:pt idx="17219">
                  <c:v>4.7586700000000004</c:v>
                </c:pt>
                <c:pt idx="17220">
                  <c:v>4.7589800000000002</c:v>
                </c:pt>
                <c:pt idx="17221">
                  <c:v>4.7592800000000004</c:v>
                </c:pt>
                <c:pt idx="17222">
                  <c:v>4.7595900000000002</c:v>
                </c:pt>
                <c:pt idx="17223">
                  <c:v>4.7598900000000004</c:v>
                </c:pt>
                <c:pt idx="17224">
                  <c:v>4.7602000000000002</c:v>
                </c:pt>
                <c:pt idx="17225">
                  <c:v>4.7605000000000004</c:v>
                </c:pt>
                <c:pt idx="17226">
                  <c:v>4.7608100000000002</c:v>
                </c:pt>
                <c:pt idx="17227">
                  <c:v>4.7611100000000004</c:v>
                </c:pt>
                <c:pt idx="17228">
                  <c:v>4.7614200000000002</c:v>
                </c:pt>
                <c:pt idx="17229">
                  <c:v>4.76173</c:v>
                </c:pt>
                <c:pt idx="17230">
                  <c:v>4.7620300000000002</c:v>
                </c:pt>
                <c:pt idx="17231">
                  <c:v>4.76234</c:v>
                </c:pt>
                <c:pt idx="17232">
                  <c:v>4.7626400000000002</c:v>
                </c:pt>
                <c:pt idx="17233">
                  <c:v>4.76295</c:v>
                </c:pt>
                <c:pt idx="17234">
                  <c:v>4.7632500000000002</c:v>
                </c:pt>
                <c:pt idx="17235">
                  <c:v>4.76356</c:v>
                </c:pt>
                <c:pt idx="17236">
                  <c:v>4.7638600000000002</c:v>
                </c:pt>
                <c:pt idx="17237">
                  <c:v>4.76417</c:v>
                </c:pt>
                <c:pt idx="17238">
                  <c:v>4.7644700000000002</c:v>
                </c:pt>
                <c:pt idx="17239">
                  <c:v>4.76478</c:v>
                </c:pt>
                <c:pt idx="17240">
                  <c:v>4.7650800000000002</c:v>
                </c:pt>
                <c:pt idx="17241">
                  <c:v>4.76539</c:v>
                </c:pt>
                <c:pt idx="17242">
                  <c:v>4.7656999999999998</c:v>
                </c:pt>
                <c:pt idx="17243">
                  <c:v>4.766</c:v>
                </c:pt>
                <c:pt idx="17244">
                  <c:v>4.7663099999999998</c:v>
                </c:pt>
                <c:pt idx="17245">
                  <c:v>4.76661</c:v>
                </c:pt>
                <c:pt idx="17246">
                  <c:v>4.7669199999999998</c:v>
                </c:pt>
                <c:pt idx="17247">
                  <c:v>4.76722</c:v>
                </c:pt>
                <c:pt idx="17248">
                  <c:v>4.7675299999999998</c:v>
                </c:pt>
                <c:pt idx="17249">
                  <c:v>4.76783</c:v>
                </c:pt>
                <c:pt idx="17250">
                  <c:v>4.7681399999999998</c:v>
                </c:pt>
                <c:pt idx="17251">
                  <c:v>4.76844</c:v>
                </c:pt>
                <c:pt idx="17252">
                  <c:v>4.7687499999999998</c:v>
                </c:pt>
                <c:pt idx="17253">
                  <c:v>4.76905</c:v>
                </c:pt>
                <c:pt idx="17254">
                  <c:v>4.7693599999999998</c:v>
                </c:pt>
                <c:pt idx="17255">
                  <c:v>4.7696699999999996</c:v>
                </c:pt>
                <c:pt idx="17256">
                  <c:v>4.7699699999999998</c:v>
                </c:pt>
                <c:pt idx="17257">
                  <c:v>4.7702799999999996</c:v>
                </c:pt>
                <c:pt idx="17258">
                  <c:v>4.7705799999999998</c:v>
                </c:pt>
                <c:pt idx="17259">
                  <c:v>4.7708899999999996</c:v>
                </c:pt>
                <c:pt idx="17260">
                  <c:v>4.7711899999999998</c:v>
                </c:pt>
                <c:pt idx="17261">
                  <c:v>4.7714999999999996</c:v>
                </c:pt>
                <c:pt idx="17262">
                  <c:v>4.7717999999999998</c:v>
                </c:pt>
                <c:pt idx="17263">
                  <c:v>4.7721099999999996</c:v>
                </c:pt>
                <c:pt idx="17264">
                  <c:v>4.7724099999999998</c:v>
                </c:pt>
                <c:pt idx="17265">
                  <c:v>4.7727199999999996</c:v>
                </c:pt>
                <c:pt idx="17266">
                  <c:v>4.7730199999999998</c:v>
                </c:pt>
                <c:pt idx="17267">
                  <c:v>4.7733299999999996</c:v>
                </c:pt>
                <c:pt idx="17268">
                  <c:v>4.7736400000000003</c:v>
                </c:pt>
                <c:pt idx="17269">
                  <c:v>4.7739399999999996</c:v>
                </c:pt>
                <c:pt idx="17270">
                  <c:v>4.7742500000000003</c:v>
                </c:pt>
                <c:pt idx="17271">
                  <c:v>4.7745499999999996</c:v>
                </c:pt>
                <c:pt idx="17272">
                  <c:v>4.7748600000000003</c:v>
                </c:pt>
                <c:pt idx="17273">
                  <c:v>4.7751599999999996</c:v>
                </c:pt>
                <c:pt idx="17274">
                  <c:v>4.7754700000000003</c:v>
                </c:pt>
                <c:pt idx="17275">
                  <c:v>4.7757699999999996</c:v>
                </c:pt>
                <c:pt idx="17276">
                  <c:v>4.7760800000000003</c:v>
                </c:pt>
                <c:pt idx="17277">
                  <c:v>4.7763799999999996</c:v>
                </c:pt>
                <c:pt idx="17278">
                  <c:v>4.7766900000000003</c:v>
                </c:pt>
                <c:pt idx="17279">
                  <c:v>4.7770000000000001</c:v>
                </c:pt>
                <c:pt idx="17280">
                  <c:v>4.7773000000000003</c:v>
                </c:pt>
                <c:pt idx="17281">
                  <c:v>4.7776100000000001</c:v>
                </c:pt>
                <c:pt idx="17282">
                  <c:v>4.7779100000000003</c:v>
                </c:pt>
                <c:pt idx="17283">
                  <c:v>4.7782200000000001</c:v>
                </c:pt>
                <c:pt idx="17284">
                  <c:v>4.7785200000000003</c:v>
                </c:pt>
                <c:pt idx="17285">
                  <c:v>4.7788300000000001</c:v>
                </c:pt>
                <c:pt idx="17286">
                  <c:v>4.7791300000000003</c:v>
                </c:pt>
                <c:pt idx="17287">
                  <c:v>4.7794400000000001</c:v>
                </c:pt>
                <c:pt idx="17288">
                  <c:v>4.7797400000000003</c:v>
                </c:pt>
                <c:pt idx="17289">
                  <c:v>4.7800500000000001</c:v>
                </c:pt>
                <c:pt idx="17290">
                  <c:v>4.7803500000000003</c:v>
                </c:pt>
                <c:pt idx="17291">
                  <c:v>4.7806600000000001</c:v>
                </c:pt>
                <c:pt idx="17292">
                  <c:v>4.7809699999999999</c:v>
                </c:pt>
                <c:pt idx="17293">
                  <c:v>4.7812700000000001</c:v>
                </c:pt>
                <c:pt idx="17294">
                  <c:v>4.7815799999999999</c:v>
                </c:pt>
                <c:pt idx="17295">
                  <c:v>4.7818800000000001</c:v>
                </c:pt>
                <c:pt idx="17296">
                  <c:v>4.7821899999999999</c:v>
                </c:pt>
                <c:pt idx="17297">
                  <c:v>4.7824900000000001</c:v>
                </c:pt>
                <c:pt idx="17298">
                  <c:v>4.7827999999999999</c:v>
                </c:pt>
                <c:pt idx="17299">
                  <c:v>4.7831000000000001</c:v>
                </c:pt>
                <c:pt idx="17300">
                  <c:v>4.7834099999999999</c:v>
                </c:pt>
                <c:pt idx="17301">
                  <c:v>4.7837100000000001</c:v>
                </c:pt>
                <c:pt idx="17302">
                  <c:v>4.7840199999999999</c:v>
                </c:pt>
                <c:pt idx="17303">
                  <c:v>4.7843200000000001</c:v>
                </c:pt>
                <c:pt idx="17304">
                  <c:v>4.7846299999999999</c:v>
                </c:pt>
                <c:pt idx="17305">
                  <c:v>4.7849399999999997</c:v>
                </c:pt>
                <c:pt idx="17306">
                  <c:v>4.7852399999999999</c:v>
                </c:pt>
                <c:pt idx="17307">
                  <c:v>4.7855499999999997</c:v>
                </c:pt>
                <c:pt idx="17308">
                  <c:v>4.7858499999999999</c:v>
                </c:pt>
                <c:pt idx="17309">
                  <c:v>4.7861599999999997</c:v>
                </c:pt>
                <c:pt idx="17310">
                  <c:v>4.7864599999999999</c:v>
                </c:pt>
                <c:pt idx="17311">
                  <c:v>4.7867699999999997</c:v>
                </c:pt>
                <c:pt idx="17312">
                  <c:v>4.7870699999999999</c:v>
                </c:pt>
                <c:pt idx="17313">
                  <c:v>4.7873799999999997</c:v>
                </c:pt>
                <c:pt idx="17314">
                  <c:v>4.7876799999999999</c:v>
                </c:pt>
                <c:pt idx="17315">
                  <c:v>4.7879899999999997</c:v>
                </c:pt>
                <c:pt idx="17316">
                  <c:v>4.7882899999999999</c:v>
                </c:pt>
                <c:pt idx="17317">
                  <c:v>4.7885999999999997</c:v>
                </c:pt>
                <c:pt idx="17318">
                  <c:v>4.7889099999999996</c:v>
                </c:pt>
                <c:pt idx="17319">
                  <c:v>4.7892099999999997</c:v>
                </c:pt>
                <c:pt idx="17320">
                  <c:v>4.7895200000000004</c:v>
                </c:pt>
                <c:pt idx="17321">
                  <c:v>4.7898199999999997</c:v>
                </c:pt>
                <c:pt idx="17322">
                  <c:v>4.7901300000000004</c:v>
                </c:pt>
                <c:pt idx="17323">
                  <c:v>4.7904299999999997</c:v>
                </c:pt>
                <c:pt idx="17324">
                  <c:v>4.7907400000000004</c:v>
                </c:pt>
                <c:pt idx="17325">
                  <c:v>4.7910399999999997</c:v>
                </c:pt>
                <c:pt idx="17326">
                  <c:v>4.7913500000000004</c:v>
                </c:pt>
                <c:pt idx="17327">
                  <c:v>4.7916499999999997</c:v>
                </c:pt>
                <c:pt idx="17328">
                  <c:v>4.7919600000000004</c:v>
                </c:pt>
                <c:pt idx="17329">
                  <c:v>4.7922599999999997</c:v>
                </c:pt>
                <c:pt idx="17330">
                  <c:v>4.7925700000000004</c:v>
                </c:pt>
                <c:pt idx="17331">
                  <c:v>4.7928800000000003</c:v>
                </c:pt>
                <c:pt idx="17332">
                  <c:v>4.7931800000000004</c:v>
                </c:pt>
                <c:pt idx="17333">
                  <c:v>4.7934900000000003</c:v>
                </c:pt>
                <c:pt idx="17334">
                  <c:v>4.7937900000000004</c:v>
                </c:pt>
                <c:pt idx="17335">
                  <c:v>4.7941000000000003</c:v>
                </c:pt>
                <c:pt idx="17336">
                  <c:v>4.7944000000000004</c:v>
                </c:pt>
                <c:pt idx="17337">
                  <c:v>4.7947100000000002</c:v>
                </c:pt>
                <c:pt idx="17338">
                  <c:v>4.7950100000000004</c:v>
                </c:pt>
                <c:pt idx="17339">
                  <c:v>4.7953200000000002</c:v>
                </c:pt>
                <c:pt idx="17340">
                  <c:v>4.7956200000000004</c:v>
                </c:pt>
                <c:pt idx="17341">
                  <c:v>4.7959300000000002</c:v>
                </c:pt>
                <c:pt idx="17342">
                  <c:v>4.7962400000000001</c:v>
                </c:pt>
                <c:pt idx="17343">
                  <c:v>4.7965400000000002</c:v>
                </c:pt>
                <c:pt idx="17344">
                  <c:v>4.7968500000000001</c:v>
                </c:pt>
                <c:pt idx="17345">
                  <c:v>4.7971500000000002</c:v>
                </c:pt>
                <c:pt idx="17346">
                  <c:v>4.7974600000000001</c:v>
                </c:pt>
                <c:pt idx="17347">
                  <c:v>4.7977600000000002</c:v>
                </c:pt>
                <c:pt idx="17348">
                  <c:v>4.7980700000000001</c:v>
                </c:pt>
                <c:pt idx="17349">
                  <c:v>4.7983700000000002</c:v>
                </c:pt>
                <c:pt idx="17350">
                  <c:v>4.7986800000000001</c:v>
                </c:pt>
                <c:pt idx="17351">
                  <c:v>4.7989800000000002</c:v>
                </c:pt>
                <c:pt idx="17352">
                  <c:v>4.7992900000000001</c:v>
                </c:pt>
                <c:pt idx="17353">
                  <c:v>4.7995900000000002</c:v>
                </c:pt>
                <c:pt idx="17354">
                  <c:v>4.7999000000000001</c:v>
                </c:pt>
                <c:pt idx="17355">
                  <c:v>4.8002099999999999</c:v>
                </c:pt>
                <c:pt idx="17356">
                  <c:v>4.8005100000000001</c:v>
                </c:pt>
                <c:pt idx="17357">
                  <c:v>4.8008199999999999</c:v>
                </c:pt>
                <c:pt idx="17358">
                  <c:v>4.8011200000000001</c:v>
                </c:pt>
                <c:pt idx="17359">
                  <c:v>4.8014299999999999</c:v>
                </c:pt>
                <c:pt idx="17360">
                  <c:v>4.8017300000000001</c:v>
                </c:pt>
                <c:pt idx="17361">
                  <c:v>4.8020399999999999</c:v>
                </c:pt>
                <c:pt idx="17362">
                  <c:v>4.8023400000000001</c:v>
                </c:pt>
                <c:pt idx="17363">
                  <c:v>4.8026499999999999</c:v>
                </c:pt>
                <c:pt idx="17364">
                  <c:v>4.8029500000000001</c:v>
                </c:pt>
                <c:pt idx="17365">
                  <c:v>4.8032599999999999</c:v>
                </c:pt>
                <c:pt idx="17366">
                  <c:v>4.8035600000000001</c:v>
                </c:pt>
                <c:pt idx="17367">
                  <c:v>4.8038699999999999</c:v>
                </c:pt>
                <c:pt idx="17368">
                  <c:v>4.8041799999999997</c:v>
                </c:pt>
                <c:pt idx="17369">
                  <c:v>4.8044799999999999</c:v>
                </c:pt>
                <c:pt idx="17370">
                  <c:v>4.8047899999999997</c:v>
                </c:pt>
                <c:pt idx="17371">
                  <c:v>4.8050899999999999</c:v>
                </c:pt>
                <c:pt idx="17372">
                  <c:v>4.8053999999999997</c:v>
                </c:pt>
                <c:pt idx="17373">
                  <c:v>4.8056999999999999</c:v>
                </c:pt>
                <c:pt idx="17374">
                  <c:v>4.8060099999999997</c:v>
                </c:pt>
                <c:pt idx="17375">
                  <c:v>4.8063099999999999</c:v>
                </c:pt>
                <c:pt idx="17376">
                  <c:v>4.8066199999999997</c:v>
                </c:pt>
                <c:pt idx="17377">
                  <c:v>4.8069199999999999</c:v>
                </c:pt>
                <c:pt idx="17378">
                  <c:v>4.8072299999999997</c:v>
                </c:pt>
                <c:pt idx="17379">
                  <c:v>4.8075299999999999</c:v>
                </c:pt>
                <c:pt idx="17380">
                  <c:v>4.8078399999999997</c:v>
                </c:pt>
                <c:pt idx="17381">
                  <c:v>4.8081500000000004</c:v>
                </c:pt>
                <c:pt idx="17382">
                  <c:v>4.8084499999999997</c:v>
                </c:pt>
                <c:pt idx="17383">
                  <c:v>4.8087600000000004</c:v>
                </c:pt>
                <c:pt idx="17384">
                  <c:v>4.8090599999999997</c:v>
                </c:pt>
                <c:pt idx="17385">
                  <c:v>4.8093700000000004</c:v>
                </c:pt>
                <c:pt idx="17386">
                  <c:v>4.8096699999999997</c:v>
                </c:pt>
                <c:pt idx="17387">
                  <c:v>4.8099800000000004</c:v>
                </c:pt>
                <c:pt idx="17388">
                  <c:v>4.8102799999999997</c:v>
                </c:pt>
                <c:pt idx="17389">
                  <c:v>4.8105900000000004</c:v>
                </c:pt>
                <c:pt idx="17390">
                  <c:v>4.8108899999999997</c:v>
                </c:pt>
                <c:pt idx="17391">
                  <c:v>4.8112000000000004</c:v>
                </c:pt>
                <c:pt idx="17392">
                  <c:v>4.8114999999999997</c:v>
                </c:pt>
                <c:pt idx="17393">
                  <c:v>4.8118100000000004</c:v>
                </c:pt>
                <c:pt idx="17394">
                  <c:v>4.8121200000000002</c:v>
                </c:pt>
                <c:pt idx="17395">
                  <c:v>4.8124200000000004</c:v>
                </c:pt>
                <c:pt idx="17396">
                  <c:v>4.8127300000000002</c:v>
                </c:pt>
                <c:pt idx="17397">
                  <c:v>4.8130300000000004</c:v>
                </c:pt>
                <c:pt idx="17398">
                  <c:v>4.8133400000000002</c:v>
                </c:pt>
                <c:pt idx="17399">
                  <c:v>4.8136400000000004</c:v>
                </c:pt>
                <c:pt idx="17400">
                  <c:v>4.8139500000000002</c:v>
                </c:pt>
                <c:pt idx="17401">
                  <c:v>4.8142500000000004</c:v>
                </c:pt>
                <c:pt idx="17402">
                  <c:v>4.8145600000000002</c:v>
                </c:pt>
                <c:pt idx="17403">
                  <c:v>4.8148600000000004</c:v>
                </c:pt>
                <c:pt idx="17404">
                  <c:v>4.8151700000000002</c:v>
                </c:pt>
                <c:pt idx="17405">
                  <c:v>4.81548</c:v>
                </c:pt>
                <c:pt idx="17406">
                  <c:v>4.8157800000000002</c:v>
                </c:pt>
                <c:pt idx="17407">
                  <c:v>4.81609</c:v>
                </c:pt>
                <c:pt idx="17408">
                  <c:v>4.8163900000000002</c:v>
                </c:pt>
                <c:pt idx="17409">
                  <c:v>4.8167</c:v>
                </c:pt>
                <c:pt idx="17410">
                  <c:v>4.8170000000000002</c:v>
                </c:pt>
                <c:pt idx="17411">
                  <c:v>4.81731</c:v>
                </c:pt>
                <c:pt idx="17412">
                  <c:v>4.8176100000000002</c:v>
                </c:pt>
                <c:pt idx="17413">
                  <c:v>4.81792</c:v>
                </c:pt>
                <c:pt idx="17414">
                  <c:v>4.8182200000000002</c:v>
                </c:pt>
                <c:pt idx="17415">
                  <c:v>4.81853</c:v>
                </c:pt>
                <c:pt idx="17416">
                  <c:v>4.8188300000000002</c:v>
                </c:pt>
                <c:pt idx="17417">
                  <c:v>4.81914</c:v>
                </c:pt>
                <c:pt idx="17418">
                  <c:v>4.8194499999999998</c:v>
                </c:pt>
                <c:pt idx="17419">
                  <c:v>4.81975</c:v>
                </c:pt>
                <c:pt idx="17420">
                  <c:v>4.8200599999999998</c:v>
                </c:pt>
                <c:pt idx="17421">
                  <c:v>4.82036</c:v>
                </c:pt>
                <c:pt idx="17422">
                  <c:v>4.8206699999999998</c:v>
                </c:pt>
                <c:pt idx="17423">
                  <c:v>4.82097</c:v>
                </c:pt>
                <c:pt idx="17424">
                  <c:v>4.8212799999999998</c:v>
                </c:pt>
                <c:pt idx="17425">
                  <c:v>4.82158</c:v>
                </c:pt>
                <c:pt idx="17426">
                  <c:v>4.8218899999999998</c:v>
                </c:pt>
                <c:pt idx="17427">
                  <c:v>4.82219</c:v>
                </c:pt>
                <c:pt idx="17428">
                  <c:v>4.8224999999999998</c:v>
                </c:pt>
                <c:pt idx="17429">
                  <c:v>4.8228</c:v>
                </c:pt>
                <c:pt idx="17430">
                  <c:v>4.8231099999999998</c:v>
                </c:pt>
                <c:pt idx="17431">
                  <c:v>4.8234199999999996</c:v>
                </c:pt>
                <c:pt idx="17432">
                  <c:v>4.8237199999999998</c:v>
                </c:pt>
                <c:pt idx="17433">
                  <c:v>4.8240299999999996</c:v>
                </c:pt>
                <c:pt idx="17434">
                  <c:v>4.8243299999999998</c:v>
                </c:pt>
                <c:pt idx="17435">
                  <c:v>4.8246399999999996</c:v>
                </c:pt>
                <c:pt idx="17436">
                  <c:v>4.8249399999999998</c:v>
                </c:pt>
                <c:pt idx="17437">
                  <c:v>4.8252499999999996</c:v>
                </c:pt>
                <c:pt idx="17438">
                  <c:v>4.8255499999999998</c:v>
                </c:pt>
                <c:pt idx="17439">
                  <c:v>4.8258599999999996</c:v>
                </c:pt>
                <c:pt idx="17440">
                  <c:v>4.8261599999999998</c:v>
                </c:pt>
                <c:pt idx="17441">
                  <c:v>4.8264699999999996</c:v>
                </c:pt>
                <c:pt idx="17442">
                  <c:v>4.8267699999999998</c:v>
                </c:pt>
                <c:pt idx="17443">
                  <c:v>4.8270799999999996</c:v>
                </c:pt>
                <c:pt idx="17444">
                  <c:v>4.8273900000000003</c:v>
                </c:pt>
                <c:pt idx="17445">
                  <c:v>4.8276899999999996</c:v>
                </c:pt>
                <c:pt idx="17446">
                  <c:v>4.8280000000000003</c:v>
                </c:pt>
                <c:pt idx="17447">
                  <c:v>4.8282999999999996</c:v>
                </c:pt>
                <c:pt idx="17448">
                  <c:v>4.8286100000000003</c:v>
                </c:pt>
                <c:pt idx="17449">
                  <c:v>4.8289099999999996</c:v>
                </c:pt>
                <c:pt idx="17450">
                  <c:v>4.8292200000000003</c:v>
                </c:pt>
                <c:pt idx="17451">
                  <c:v>4.8295199999999996</c:v>
                </c:pt>
                <c:pt idx="17452">
                  <c:v>4.8298300000000003</c:v>
                </c:pt>
                <c:pt idx="17453">
                  <c:v>4.8301299999999996</c:v>
                </c:pt>
                <c:pt idx="17454">
                  <c:v>4.8304400000000003</c:v>
                </c:pt>
                <c:pt idx="17455">
                  <c:v>4.8307399999999996</c:v>
                </c:pt>
                <c:pt idx="17456">
                  <c:v>4.8310500000000003</c:v>
                </c:pt>
                <c:pt idx="17457">
                  <c:v>4.8313600000000001</c:v>
                </c:pt>
                <c:pt idx="17458">
                  <c:v>4.8316600000000003</c:v>
                </c:pt>
                <c:pt idx="17459">
                  <c:v>4.8319700000000001</c:v>
                </c:pt>
                <c:pt idx="17460">
                  <c:v>4.8322700000000003</c:v>
                </c:pt>
                <c:pt idx="17461">
                  <c:v>4.8325800000000001</c:v>
                </c:pt>
                <c:pt idx="17462">
                  <c:v>4.8328800000000003</c:v>
                </c:pt>
                <c:pt idx="17463">
                  <c:v>4.8331900000000001</c:v>
                </c:pt>
                <c:pt idx="17464">
                  <c:v>4.8334900000000003</c:v>
                </c:pt>
                <c:pt idx="17465">
                  <c:v>4.8338000000000001</c:v>
                </c:pt>
                <c:pt idx="17466">
                  <c:v>4.8341000000000003</c:v>
                </c:pt>
                <c:pt idx="17467">
                  <c:v>4.8344100000000001</c:v>
                </c:pt>
                <c:pt idx="17468">
                  <c:v>4.8347199999999999</c:v>
                </c:pt>
                <c:pt idx="17469">
                  <c:v>4.8350200000000001</c:v>
                </c:pt>
                <c:pt idx="17470">
                  <c:v>4.8353299999999999</c:v>
                </c:pt>
                <c:pt idx="17471">
                  <c:v>4.8356300000000001</c:v>
                </c:pt>
                <c:pt idx="17472">
                  <c:v>4.8359399999999999</c:v>
                </c:pt>
                <c:pt idx="17473">
                  <c:v>4.8362400000000001</c:v>
                </c:pt>
                <c:pt idx="17474">
                  <c:v>4.8365499999999999</c:v>
                </c:pt>
                <c:pt idx="17475">
                  <c:v>4.8368500000000001</c:v>
                </c:pt>
                <c:pt idx="17476">
                  <c:v>4.8371599999999999</c:v>
                </c:pt>
                <c:pt idx="17477">
                  <c:v>4.8374600000000001</c:v>
                </c:pt>
                <c:pt idx="17478">
                  <c:v>4.8377699999999999</c:v>
                </c:pt>
                <c:pt idx="17479">
                  <c:v>4.8380700000000001</c:v>
                </c:pt>
                <c:pt idx="17480">
                  <c:v>4.8383799999999999</c:v>
                </c:pt>
                <c:pt idx="17481">
                  <c:v>4.8386899999999997</c:v>
                </c:pt>
                <c:pt idx="17482">
                  <c:v>4.8389899999999999</c:v>
                </c:pt>
                <c:pt idx="17483">
                  <c:v>4.8392999999999997</c:v>
                </c:pt>
                <c:pt idx="17484">
                  <c:v>4.8395999999999999</c:v>
                </c:pt>
                <c:pt idx="17485">
                  <c:v>4.8399099999999997</c:v>
                </c:pt>
                <c:pt idx="17486">
                  <c:v>4.8402099999999999</c:v>
                </c:pt>
                <c:pt idx="17487">
                  <c:v>4.8405199999999997</c:v>
                </c:pt>
                <c:pt idx="17488">
                  <c:v>4.8408199999999999</c:v>
                </c:pt>
                <c:pt idx="17489">
                  <c:v>4.8411299999999997</c:v>
                </c:pt>
                <c:pt idx="17490">
                  <c:v>4.8414299999999999</c:v>
                </c:pt>
                <c:pt idx="17491">
                  <c:v>4.8417399999999997</c:v>
                </c:pt>
                <c:pt idx="17492">
                  <c:v>4.8420399999999999</c:v>
                </c:pt>
                <c:pt idx="17493">
                  <c:v>4.8423499999999997</c:v>
                </c:pt>
                <c:pt idx="17494">
                  <c:v>4.8426600000000004</c:v>
                </c:pt>
                <c:pt idx="17495">
                  <c:v>4.8429599999999997</c:v>
                </c:pt>
                <c:pt idx="17496">
                  <c:v>4.8432700000000004</c:v>
                </c:pt>
                <c:pt idx="17497">
                  <c:v>4.8435699999999997</c:v>
                </c:pt>
                <c:pt idx="17498">
                  <c:v>4.8438800000000004</c:v>
                </c:pt>
                <c:pt idx="17499">
                  <c:v>4.8441799999999997</c:v>
                </c:pt>
                <c:pt idx="17500">
                  <c:v>4.8444900000000004</c:v>
                </c:pt>
                <c:pt idx="17501">
                  <c:v>4.8447899999999997</c:v>
                </c:pt>
                <c:pt idx="17502">
                  <c:v>4.8451000000000004</c:v>
                </c:pt>
                <c:pt idx="17503">
                  <c:v>4.8453999999999997</c:v>
                </c:pt>
                <c:pt idx="17504">
                  <c:v>4.8457100000000004</c:v>
                </c:pt>
                <c:pt idx="17505">
                  <c:v>4.8460099999999997</c:v>
                </c:pt>
                <c:pt idx="17506">
                  <c:v>4.8463200000000004</c:v>
                </c:pt>
                <c:pt idx="17507">
                  <c:v>4.8466300000000002</c:v>
                </c:pt>
                <c:pt idx="17508">
                  <c:v>4.8469300000000004</c:v>
                </c:pt>
                <c:pt idx="17509">
                  <c:v>4.8472400000000002</c:v>
                </c:pt>
                <c:pt idx="17510">
                  <c:v>4.8475400000000004</c:v>
                </c:pt>
                <c:pt idx="17511">
                  <c:v>4.8478500000000002</c:v>
                </c:pt>
                <c:pt idx="17512">
                  <c:v>4.8481500000000004</c:v>
                </c:pt>
                <c:pt idx="17513">
                  <c:v>4.8484600000000002</c:v>
                </c:pt>
                <c:pt idx="17514">
                  <c:v>4.8487600000000004</c:v>
                </c:pt>
                <c:pt idx="17515">
                  <c:v>4.8490700000000002</c:v>
                </c:pt>
                <c:pt idx="17516">
                  <c:v>4.8493700000000004</c:v>
                </c:pt>
                <c:pt idx="17517">
                  <c:v>4.8496800000000002</c:v>
                </c:pt>
                <c:pt idx="17518">
                  <c:v>4.84999</c:v>
                </c:pt>
                <c:pt idx="17519">
                  <c:v>4.8502900000000002</c:v>
                </c:pt>
                <c:pt idx="17520">
                  <c:v>4.8506</c:v>
                </c:pt>
                <c:pt idx="17521">
                  <c:v>4.8509000000000002</c:v>
                </c:pt>
                <c:pt idx="17522">
                  <c:v>4.85121</c:v>
                </c:pt>
                <c:pt idx="17523">
                  <c:v>4.8515100000000002</c:v>
                </c:pt>
                <c:pt idx="17524">
                  <c:v>4.85182</c:v>
                </c:pt>
                <c:pt idx="17525">
                  <c:v>4.8521200000000002</c:v>
                </c:pt>
                <c:pt idx="17526">
                  <c:v>4.85243</c:v>
                </c:pt>
                <c:pt idx="17527">
                  <c:v>4.8527300000000002</c:v>
                </c:pt>
                <c:pt idx="17528">
                  <c:v>4.85304</c:v>
                </c:pt>
                <c:pt idx="17529">
                  <c:v>4.8533400000000002</c:v>
                </c:pt>
                <c:pt idx="17530">
                  <c:v>4.85365</c:v>
                </c:pt>
                <c:pt idx="17531">
                  <c:v>4.8539599999999998</c:v>
                </c:pt>
                <c:pt idx="17532">
                  <c:v>4.85426</c:v>
                </c:pt>
                <c:pt idx="17533">
                  <c:v>4.8545699999999998</c:v>
                </c:pt>
                <c:pt idx="17534">
                  <c:v>4.85487</c:v>
                </c:pt>
                <c:pt idx="17535">
                  <c:v>4.8551799999999998</c:v>
                </c:pt>
                <c:pt idx="17536">
                  <c:v>4.85548</c:v>
                </c:pt>
                <c:pt idx="17537">
                  <c:v>4.8557899999999998</c:v>
                </c:pt>
                <c:pt idx="17538">
                  <c:v>4.85609</c:v>
                </c:pt>
                <c:pt idx="17539">
                  <c:v>4.8563999999999998</c:v>
                </c:pt>
                <c:pt idx="17540">
                  <c:v>4.8567</c:v>
                </c:pt>
                <c:pt idx="17541">
                  <c:v>4.8570099999999998</c:v>
                </c:pt>
                <c:pt idx="17542">
                  <c:v>4.85731</c:v>
                </c:pt>
                <c:pt idx="17543">
                  <c:v>4.8576199999999998</c:v>
                </c:pt>
                <c:pt idx="17544">
                  <c:v>4.8579299999999996</c:v>
                </c:pt>
                <c:pt idx="17545">
                  <c:v>4.8582299999999998</c:v>
                </c:pt>
                <c:pt idx="17546">
                  <c:v>4.8585399999999996</c:v>
                </c:pt>
                <c:pt idx="17547">
                  <c:v>4.8588399999999998</c:v>
                </c:pt>
                <c:pt idx="17548">
                  <c:v>4.8591499999999996</c:v>
                </c:pt>
                <c:pt idx="17549">
                  <c:v>4.8594499999999998</c:v>
                </c:pt>
                <c:pt idx="17550">
                  <c:v>4.8597599999999996</c:v>
                </c:pt>
                <c:pt idx="17551">
                  <c:v>4.8600599999999998</c:v>
                </c:pt>
                <c:pt idx="17552">
                  <c:v>4.8603699999999996</c:v>
                </c:pt>
                <c:pt idx="17553">
                  <c:v>4.8606699999999998</c:v>
                </c:pt>
                <c:pt idx="17554">
                  <c:v>4.8609799999999996</c:v>
                </c:pt>
                <c:pt idx="17555">
                  <c:v>4.8612799999999998</c:v>
                </c:pt>
                <c:pt idx="17556">
                  <c:v>4.8615899999999996</c:v>
                </c:pt>
                <c:pt idx="17557">
                  <c:v>4.8619000000000003</c:v>
                </c:pt>
                <c:pt idx="17558">
                  <c:v>4.8621999999999996</c:v>
                </c:pt>
                <c:pt idx="17559">
                  <c:v>4.8625100000000003</c:v>
                </c:pt>
                <c:pt idx="17560">
                  <c:v>4.8628099999999996</c:v>
                </c:pt>
                <c:pt idx="17561">
                  <c:v>4.8631200000000003</c:v>
                </c:pt>
                <c:pt idx="17562">
                  <c:v>4.8634199999999996</c:v>
                </c:pt>
                <c:pt idx="17563">
                  <c:v>4.8637300000000003</c:v>
                </c:pt>
                <c:pt idx="17564">
                  <c:v>4.8640299999999996</c:v>
                </c:pt>
                <c:pt idx="17565">
                  <c:v>4.8643400000000003</c:v>
                </c:pt>
                <c:pt idx="17566">
                  <c:v>4.8646399999999996</c:v>
                </c:pt>
                <c:pt idx="17567">
                  <c:v>4.8649500000000003</c:v>
                </c:pt>
                <c:pt idx="17568">
                  <c:v>4.8652499999999996</c:v>
                </c:pt>
                <c:pt idx="17569">
                  <c:v>4.8655600000000003</c:v>
                </c:pt>
                <c:pt idx="17570">
                  <c:v>4.8658700000000001</c:v>
                </c:pt>
                <c:pt idx="17571">
                  <c:v>4.8661700000000003</c:v>
                </c:pt>
                <c:pt idx="17572">
                  <c:v>4.8664800000000001</c:v>
                </c:pt>
                <c:pt idx="17573">
                  <c:v>4.8667800000000003</c:v>
                </c:pt>
                <c:pt idx="17574">
                  <c:v>4.8670900000000001</c:v>
                </c:pt>
                <c:pt idx="17575">
                  <c:v>4.8673900000000003</c:v>
                </c:pt>
                <c:pt idx="17576">
                  <c:v>4.8677000000000001</c:v>
                </c:pt>
                <c:pt idx="17577">
                  <c:v>4.8680000000000003</c:v>
                </c:pt>
                <c:pt idx="17578">
                  <c:v>4.8683100000000001</c:v>
                </c:pt>
                <c:pt idx="17579">
                  <c:v>4.8686100000000003</c:v>
                </c:pt>
                <c:pt idx="17580">
                  <c:v>4.8689200000000001</c:v>
                </c:pt>
                <c:pt idx="17581">
                  <c:v>4.8692299999999999</c:v>
                </c:pt>
                <c:pt idx="17582">
                  <c:v>4.8695300000000001</c:v>
                </c:pt>
                <c:pt idx="17583">
                  <c:v>4.8698399999999999</c:v>
                </c:pt>
                <c:pt idx="17584">
                  <c:v>4.8701400000000001</c:v>
                </c:pt>
                <c:pt idx="17585">
                  <c:v>4.8704499999999999</c:v>
                </c:pt>
                <c:pt idx="17586">
                  <c:v>4.8707500000000001</c:v>
                </c:pt>
                <c:pt idx="17587">
                  <c:v>4.8710599999999999</c:v>
                </c:pt>
                <c:pt idx="17588">
                  <c:v>4.8713600000000001</c:v>
                </c:pt>
                <c:pt idx="17589">
                  <c:v>4.8716699999999999</c:v>
                </c:pt>
                <c:pt idx="17590">
                  <c:v>4.8719700000000001</c:v>
                </c:pt>
                <c:pt idx="17591">
                  <c:v>4.8722799999999999</c:v>
                </c:pt>
                <c:pt idx="17592">
                  <c:v>4.8725800000000001</c:v>
                </c:pt>
                <c:pt idx="17593">
                  <c:v>4.8728899999999999</c:v>
                </c:pt>
                <c:pt idx="17594">
                  <c:v>4.8731999999999998</c:v>
                </c:pt>
                <c:pt idx="17595">
                  <c:v>4.8734999999999999</c:v>
                </c:pt>
                <c:pt idx="17596">
                  <c:v>4.8738099999999998</c:v>
                </c:pt>
                <c:pt idx="17597">
                  <c:v>4.8741099999999999</c:v>
                </c:pt>
                <c:pt idx="17598">
                  <c:v>4.8744199999999998</c:v>
                </c:pt>
                <c:pt idx="17599">
                  <c:v>4.8747199999999999</c:v>
                </c:pt>
                <c:pt idx="17600">
                  <c:v>4.8750299999999998</c:v>
                </c:pt>
                <c:pt idx="17601">
                  <c:v>4.8753299999999999</c:v>
                </c:pt>
                <c:pt idx="17602">
                  <c:v>4.8756399999999998</c:v>
                </c:pt>
                <c:pt idx="17603">
                  <c:v>4.8759399999999999</c:v>
                </c:pt>
                <c:pt idx="17604">
                  <c:v>4.8762499999999998</c:v>
                </c:pt>
                <c:pt idx="17605">
                  <c:v>4.8765499999999999</c:v>
                </c:pt>
                <c:pt idx="17606">
                  <c:v>4.8768599999999998</c:v>
                </c:pt>
                <c:pt idx="17607">
                  <c:v>4.8771699999999996</c:v>
                </c:pt>
                <c:pt idx="17608">
                  <c:v>4.8774699999999998</c:v>
                </c:pt>
                <c:pt idx="17609">
                  <c:v>4.8777799999999996</c:v>
                </c:pt>
                <c:pt idx="17610">
                  <c:v>4.8780799999999997</c:v>
                </c:pt>
                <c:pt idx="17611">
                  <c:v>4.8783899999999996</c:v>
                </c:pt>
                <c:pt idx="17612">
                  <c:v>4.8786899999999997</c:v>
                </c:pt>
                <c:pt idx="17613">
                  <c:v>4.8789999999999996</c:v>
                </c:pt>
                <c:pt idx="17614">
                  <c:v>4.8792999999999997</c:v>
                </c:pt>
                <c:pt idx="17615">
                  <c:v>4.8796099999999996</c:v>
                </c:pt>
                <c:pt idx="17616">
                  <c:v>4.8799099999999997</c:v>
                </c:pt>
                <c:pt idx="17617">
                  <c:v>4.8802199999999996</c:v>
                </c:pt>
                <c:pt idx="17618">
                  <c:v>4.8805199999999997</c:v>
                </c:pt>
                <c:pt idx="17619">
                  <c:v>4.8808299999999996</c:v>
                </c:pt>
                <c:pt idx="17620">
                  <c:v>4.8811400000000003</c:v>
                </c:pt>
                <c:pt idx="17621">
                  <c:v>4.8814399999999996</c:v>
                </c:pt>
                <c:pt idx="17622">
                  <c:v>4.8817500000000003</c:v>
                </c:pt>
                <c:pt idx="17623">
                  <c:v>4.8820499999999996</c:v>
                </c:pt>
                <c:pt idx="17624">
                  <c:v>4.8823600000000003</c:v>
                </c:pt>
                <c:pt idx="17625">
                  <c:v>4.8826599999999996</c:v>
                </c:pt>
                <c:pt idx="17626">
                  <c:v>4.8829700000000003</c:v>
                </c:pt>
                <c:pt idx="17627">
                  <c:v>4.8832700000000004</c:v>
                </c:pt>
                <c:pt idx="17628">
                  <c:v>4.8835800000000003</c:v>
                </c:pt>
                <c:pt idx="17629">
                  <c:v>4.8838800000000004</c:v>
                </c:pt>
                <c:pt idx="17630">
                  <c:v>4.8841900000000003</c:v>
                </c:pt>
                <c:pt idx="17631">
                  <c:v>4.8844900000000004</c:v>
                </c:pt>
                <c:pt idx="17632">
                  <c:v>4.8848000000000003</c:v>
                </c:pt>
                <c:pt idx="17633">
                  <c:v>4.8851100000000001</c:v>
                </c:pt>
                <c:pt idx="17634">
                  <c:v>4.8854100000000003</c:v>
                </c:pt>
                <c:pt idx="17635">
                  <c:v>4.8857200000000001</c:v>
                </c:pt>
                <c:pt idx="17636">
                  <c:v>4.8860200000000003</c:v>
                </c:pt>
                <c:pt idx="17637">
                  <c:v>4.8863300000000001</c:v>
                </c:pt>
                <c:pt idx="17638">
                  <c:v>4.8866300000000003</c:v>
                </c:pt>
                <c:pt idx="17639">
                  <c:v>4.8869400000000001</c:v>
                </c:pt>
                <c:pt idx="17640">
                  <c:v>4.8872400000000003</c:v>
                </c:pt>
                <c:pt idx="17641">
                  <c:v>4.8875500000000001</c:v>
                </c:pt>
                <c:pt idx="17642">
                  <c:v>4.8878500000000003</c:v>
                </c:pt>
                <c:pt idx="17643">
                  <c:v>4.8881600000000001</c:v>
                </c:pt>
                <c:pt idx="17644">
                  <c:v>4.8884699999999999</c:v>
                </c:pt>
                <c:pt idx="17645">
                  <c:v>4.8887700000000001</c:v>
                </c:pt>
                <c:pt idx="17646">
                  <c:v>4.8890799999999999</c:v>
                </c:pt>
                <c:pt idx="17647">
                  <c:v>4.8893800000000001</c:v>
                </c:pt>
                <c:pt idx="17648">
                  <c:v>4.8896899999999999</c:v>
                </c:pt>
                <c:pt idx="17649">
                  <c:v>4.8899900000000001</c:v>
                </c:pt>
                <c:pt idx="17650">
                  <c:v>4.8902999999999999</c:v>
                </c:pt>
                <c:pt idx="17651">
                  <c:v>4.8906000000000001</c:v>
                </c:pt>
                <c:pt idx="17652">
                  <c:v>4.8909099999999999</c:v>
                </c:pt>
                <c:pt idx="17653">
                  <c:v>4.8912100000000001</c:v>
                </c:pt>
                <c:pt idx="17654">
                  <c:v>4.8915199999999999</c:v>
                </c:pt>
                <c:pt idx="17655">
                  <c:v>4.8918200000000001</c:v>
                </c:pt>
                <c:pt idx="17656">
                  <c:v>4.8921299999999999</c:v>
                </c:pt>
                <c:pt idx="17657">
                  <c:v>4.8924399999999997</c:v>
                </c:pt>
                <c:pt idx="17658">
                  <c:v>4.8927399999999999</c:v>
                </c:pt>
                <c:pt idx="17659">
                  <c:v>4.8930499999999997</c:v>
                </c:pt>
                <c:pt idx="17660">
                  <c:v>4.8933499999999999</c:v>
                </c:pt>
                <c:pt idx="17661">
                  <c:v>4.8936599999999997</c:v>
                </c:pt>
                <c:pt idx="17662">
                  <c:v>4.8939599999999999</c:v>
                </c:pt>
                <c:pt idx="17663">
                  <c:v>4.8942699999999997</c:v>
                </c:pt>
                <c:pt idx="17664">
                  <c:v>4.8945699999999999</c:v>
                </c:pt>
                <c:pt idx="17665">
                  <c:v>4.8948799999999997</c:v>
                </c:pt>
                <c:pt idx="17666">
                  <c:v>4.8951799999999999</c:v>
                </c:pt>
                <c:pt idx="17667">
                  <c:v>4.8954899999999997</c:v>
                </c:pt>
                <c:pt idx="17668">
                  <c:v>4.8957899999999999</c:v>
                </c:pt>
                <c:pt idx="17669">
                  <c:v>4.8960999999999997</c:v>
                </c:pt>
                <c:pt idx="17670">
                  <c:v>4.8964100000000004</c:v>
                </c:pt>
                <c:pt idx="17671">
                  <c:v>4.8967099999999997</c:v>
                </c:pt>
                <c:pt idx="17672">
                  <c:v>4.8970200000000004</c:v>
                </c:pt>
                <c:pt idx="17673">
                  <c:v>4.8973199999999997</c:v>
                </c:pt>
                <c:pt idx="17674">
                  <c:v>4.8976300000000004</c:v>
                </c:pt>
                <c:pt idx="17675">
                  <c:v>4.8979299999999997</c:v>
                </c:pt>
                <c:pt idx="17676">
                  <c:v>4.8982400000000004</c:v>
                </c:pt>
                <c:pt idx="17677">
                  <c:v>4.8985399999999997</c:v>
                </c:pt>
                <c:pt idx="17678">
                  <c:v>4.8988500000000004</c:v>
                </c:pt>
                <c:pt idx="17679">
                  <c:v>4.8991499999999997</c:v>
                </c:pt>
                <c:pt idx="17680">
                  <c:v>4.8994600000000004</c:v>
                </c:pt>
                <c:pt idx="17681">
                  <c:v>4.8997599999999997</c:v>
                </c:pt>
                <c:pt idx="17682">
                  <c:v>4.9000700000000004</c:v>
                </c:pt>
                <c:pt idx="17683">
                  <c:v>4.9003800000000002</c:v>
                </c:pt>
                <c:pt idx="17684">
                  <c:v>4.9006800000000004</c:v>
                </c:pt>
                <c:pt idx="17685">
                  <c:v>4.9009900000000002</c:v>
                </c:pt>
                <c:pt idx="17686">
                  <c:v>4.9012900000000004</c:v>
                </c:pt>
                <c:pt idx="17687">
                  <c:v>4.9016000000000002</c:v>
                </c:pt>
                <c:pt idx="17688">
                  <c:v>4.9019000000000004</c:v>
                </c:pt>
                <c:pt idx="17689">
                  <c:v>4.9022100000000002</c:v>
                </c:pt>
                <c:pt idx="17690">
                  <c:v>4.9025100000000004</c:v>
                </c:pt>
                <c:pt idx="17691">
                  <c:v>4.9028200000000002</c:v>
                </c:pt>
                <c:pt idx="17692">
                  <c:v>4.9031200000000004</c:v>
                </c:pt>
                <c:pt idx="17693">
                  <c:v>4.9034300000000002</c:v>
                </c:pt>
                <c:pt idx="17694">
                  <c:v>4.90374</c:v>
                </c:pt>
                <c:pt idx="17695">
                  <c:v>4.9040400000000002</c:v>
                </c:pt>
                <c:pt idx="17696">
                  <c:v>4.90435</c:v>
                </c:pt>
                <c:pt idx="17697">
                  <c:v>4.9046500000000002</c:v>
                </c:pt>
                <c:pt idx="17698">
                  <c:v>4.90496</c:v>
                </c:pt>
                <c:pt idx="17699">
                  <c:v>4.9052600000000002</c:v>
                </c:pt>
                <c:pt idx="17700">
                  <c:v>4.90557</c:v>
                </c:pt>
                <c:pt idx="17701">
                  <c:v>4.9058700000000002</c:v>
                </c:pt>
                <c:pt idx="17702">
                  <c:v>4.90618</c:v>
                </c:pt>
                <c:pt idx="17703">
                  <c:v>4.9064800000000002</c:v>
                </c:pt>
                <c:pt idx="17704">
                  <c:v>4.90679</c:v>
                </c:pt>
                <c:pt idx="17705">
                  <c:v>4.9070900000000002</c:v>
                </c:pt>
                <c:pt idx="17706">
                  <c:v>4.9074</c:v>
                </c:pt>
                <c:pt idx="17707">
                  <c:v>4.9077099999999998</c:v>
                </c:pt>
                <c:pt idx="17708">
                  <c:v>4.90801</c:v>
                </c:pt>
                <c:pt idx="17709">
                  <c:v>4.9083199999999998</c:v>
                </c:pt>
                <c:pt idx="17710">
                  <c:v>4.90862</c:v>
                </c:pt>
                <c:pt idx="17711">
                  <c:v>4.9089299999999998</c:v>
                </c:pt>
                <c:pt idx="17712">
                  <c:v>4.90923</c:v>
                </c:pt>
                <c:pt idx="17713">
                  <c:v>4.9095399999999998</c:v>
                </c:pt>
                <c:pt idx="17714">
                  <c:v>4.90984</c:v>
                </c:pt>
                <c:pt idx="17715">
                  <c:v>4.9101499999999998</c:v>
                </c:pt>
                <c:pt idx="17716">
                  <c:v>4.91045</c:v>
                </c:pt>
                <c:pt idx="17717">
                  <c:v>4.9107599999999998</c:v>
                </c:pt>
                <c:pt idx="17718">
                  <c:v>4.91106</c:v>
                </c:pt>
                <c:pt idx="17719">
                  <c:v>4.9113699999999998</c:v>
                </c:pt>
                <c:pt idx="17720">
                  <c:v>4.9116799999999996</c:v>
                </c:pt>
                <c:pt idx="17721">
                  <c:v>4.9119799999999998</c:v>
                </c:pt>
                <c:pt idx="17722">
                  <c:v>4.9122899999999996</c:v>
                </c:pt>
                <c:pt idx="17723">
                  <c:v>4.9125899999999998</c:v>
                </c:pt>
                <c:pt idx="17724">
                  <c:v>4.9128999999999996</c:v>
                </c:pt>
                <c:pt idx="17725">
                  <c:v>4.9131999999999998</c:v>
                </c:pt>
                <c:pt idx="17726">
                  <c:v>4.9135099999999996</c:v>
                </c:pt>
                <c:pt idx="17727">
                  <c:v>4.9138099999999998</c:v>
                </c:pt>
                <c:pt idx="17728">
                  <c:v>4.9141199999999996</c:v>
                </c:pt>
                <c:pt idx="17729">
                  <c:v>4.9144199999999998</c:v>
                </c:pt>
                <c:pt idx="17730">
                  <c:v>4.9147299999999996</c:v>
                </c:pt>
                <c:pt idx="17731">
                  <c:v>4.9150299999999998</c:v>
                </c:pt>
                <c:pt idx="17732">
                  <c:v>4.9153399999999996</c:v>
                </c:pt>
                <c:pt idx="17733">
                  <c:v>4.9156500000000003</c:v>
                </c:pt>
                <c:pt idx="17734">
                  <c:v>4.9159499999999996</c:v>
                </c:pt>
                <c:pt idx="17735">
                  <c:v>4.9162600000000003</c:v>
                </c:pt>
                <c:pt idx="17736">
                  <c:v>4.9165599999999996</c:v>
                </c:pt>
                <c:pt idx="17737">
                  <c:v>4.9168700000000003</c:v>
                </c:pt>
                <c:pt idx="17738">
                  <c:v>4.9171699999999996</c:v>
                </c:pt>
                <c:pt idx="17739">
                  <c:v>4.9174800000000003</c:v>
                </c:pt>
                <c:pt idx="17740">
                  <c:v>4.9177799999999996</c:v>
                </c:pt>
                <c:pt idx="17741">
                  <c:v>4.9180900000000003</c:v>
                </c:pt>
                <c:pt idx="17742">
                  <c:v>4.9183899999999996</c:v>
                </c:pt>
                <c:pt idx="17743">
                  <c:v>4.9187000000000003</c:v>
                </c:pt>
                <c:pt idx="17744">
                  <c:v>4.9189999999999996</c:v>
                </c:pt>
                <c:pt idx="17745">
                  <c:v>4.9193100000000003</c:v>
                </c:pt>
                <c:pt idx="17746">
                  <c:v>4.9196200000000001</c:v>
                </c:pt>
                <c:pt idx="17747">
                  <c:v>4.9199200000000003</c:v>
                </c:pt>
                <c:pt idx="17748">
                  <c:v>4.9202300000000001</c:v>
                </c:pt>
                <c:pt idx="17749">
                  <c:v>4.9205300000000003</c:v>
                </c:pt>
                <c:pt idx="17750">
                  <c:v>4.9208400000000001</c:v>
                </c:pt>
                <c:pt idx="17751">
                  <c:v>4.9211400000000003</c:v>
                </c:pt>
                <c:pt idx="17752">
                  <c:v>4.9214500000000001</c:v>
                </c:pt>
                <c:pt idx="17753">
                  <c:v>4.9217500000000003</c:v>
                </c:pt>
                <c:pt idx="17754">
                  <c:v>4.9220600000000001</c:v>
                </c:pt>
                <c:pt idx="17755">
                  <c:v>4.9223600000000003</c:v>
                </c:pt>
                <c:pt idx="17756">
                  <c:v>4.9226700000000001</c:v>
                </c:pt>
                <c:pt idx="17757">
                  <c:v>4.9229799999999999</c:v>
                </c:pt>
                <c:pt idx="17758">
                  <c:v>4.9232800000000001</c:v>
                </c:pt>
                <c:pt idx="17759">
                  <c:v>4.9235899999999999</c:v>
                </c:pt>
                <c:pt idx="17760">
                  <c:v>4.9238900000000001</c:v>
                </c:pt>
                <c:pt idx="17761">
                  <c:v>4.9241999999999999</c:v>
                </c:pt>
                <c:pt idx="17762">
                  <c:v>4.9245000000000001</c:v>
                </c:pt>
                <c:pt idx="17763">
                  <c:v>4.9248099999999999</c:v>
                </c:pt>
                <c:pt idx="17764">
                  <c:v>4.9251100000000001</c:v>
                </c:pt>
                <c:pt idx="17765">
                  <c:v>4.9254199999999999</c:v>
                </c:pt>
                <c:pt idx="17766">
                  <c:v>4.9257200000000001</c:v>
                </c:pt>
                <c:pt idx="17767">
                  <c:v>4.9260299999999999</c:v>
                </c:pt>
                <c:pt idx="17768">
                  <c:v>4.9263300000000001</c:v>
                </c:pt>
                <c:pt idx="17769">
                  <c:v>4.9266399999999999</c:v>
                </c:pt>
                <c:pt idx="17770">
                  <c:v>4.9269499999999997</c:v>
                </c:pt>
                <c:pt idx="17771">
                  <c:v>4.9272499999999999</c:v>
                </c:pt>
                <c:pt idx="17772">
                  <c:v>4.9275599999999997</c:v>
                </c:pt>
                <c:pt idx="17773">
                  <c:v>4.9278599999999999</c:v>
                </c:pt>
                <c:pt idx="17774">
                  <c:v>4.9281699999999997</c:v>
                </c:pt>
                <c:pt idx="17775">
                  <c:v>4.9284699999999999</c:v>
                </c:pt>
                <c:pt idx="17776">
                  <c:v>4.9287799999999997</c:v>
                </c:pt>
                <c:pt idx="17777">
                  <c:v>4.9290799999999999</c:v>
                </c:pt>
                <c:pt idx="17778">
                  <c:v>4.9293899999999997</c:v>
                </c:pt>
                <c:pt idx="17779">
                  <c:v>4.9296899999999999</c:v>
                </c:pt>
                <c:pt idx="17780">
                  <c:v>4.93</c:v>
                </c:pt>
                <c:pt idx="17781">
                  <c:v>4.9302999999999999</c:v>
                </c:pt>
                <c:pt idx="17782">
                  <c:v>4.9306099999999997</c:v>
                </c:pt>
                <c:pt idx="17783">
                  <c:v>4.9309200000000004</c:v>
                </c:pt>
                <c:pt idx="17784">
                  <c:v>4.9312199999999997</c:v>
                </c:pt>
                <c:pt idx="17785">
                  <c:v>4.9315300000000004</c:v>
                </c:pt>
                <c:pt idx="17786">
                  <c:v>4.9318299999999997</c:v>
                </c:pt>
                <c:pt idx="17787">
                  <c:v>4.9321400000000004</c:v>
                </c:pt>
                <c:pt idx="17788">
                  <c:v>4.9324399999999997</c:v>
                </c:pt>
                <c:pt idx="17789">
                  <c:v>4.9327500000000004</c:v>
                </c:pt>
                <c:pt idx="17790">
                  <c:v>4.9330499999999997</c:v>
                </c:pt>
                <c:pt idx="17791">
                  <c:v>4.9333600000000004</c:v>
                </c:pt>
                <c:pt idx="17792">
                  <c:v>4.9336599999999997</c:v>
                </c:pt>
                <c:pt idx="17793">
                  <c:v>4.9339700000000004</c:v>
                </c:pt>
                <c:pt idx="17794">
                  <c:v>4.9342699999999997</c:v>
                </c:pt>
                <c:pt idx="17795">
                  <c:v>4.9345800000000004</c:v>
                </c:pt>
                <c:pt idx="17796">
                  <c:v>4.9348900000000002</c:v>
                </c:pt>
                <c:pt idx="17797">
                  <c:v>4.9351900000000004</c:v>
                </c:pt>
                <c:pt idx="17798">
                  <c:v>4.9355000000000002</c:v>
                </c:pt>
                <c:pt idx="17799">
                  <c:v>4.9358000000000004</c:v>
                </c:pt>
                <c:pt idx="17800">
                  <c:v>4.9361100000000002</c:v>
                </c:pt>
                <c:pt idx="17801">
                  <c:v>4.9364100000000004</c:v>
                </c:pt>
                <c:pt idx="17802">
                  <c:v>4.9367200000000002</c:v>
                </c:pt>
                <c:pt idx="17803">
                  <c:v>4.9370200000000004</c:v>
                </c:pt>
                <c:pt idx="17804">
                  <c:v>4.9373300000000002</c:v>
                </c:pt>
                <c:pt idx="17805">
                  <c:v>4.9376300000000004</c:v>
                </c:pt>
                <c:pt idx="17806">
                  <c:v>4.9379400000000002</c:v>
                </c:pt>
                <c:pt idx="17807">
                  <c:v>4.9382400000000004</c:v>
                </c:pt>
                <c:pt idx="17808">
                  <c:v>4.9385500000000002</c:v>
                </c:pt>
                <c:pt idx="17809">
                  <c:v>4.93886</c:v>
                </c:pt>
                <c:pt idx="17810">
                  <c:v>4.9391600000000002</c:v>
                </c:pt>
                <c:pt idx="17811">
                  <c:v>4.93947</c:v>
                </c:pt>
                <c:pt idx="17812">
                  <c:v>4.9397700000000002</c:v>
                </c:pt>
                <c:pt idx="17813">
                  <c:v>4.94008</c:v>
                </c:pt>
                <c:pt idx="17814">
                  <c:v>4.9403800000000002</c:v>
                </c:pt>
                <c:pt idx="17815">
                  <c:v>4.94069</c:v>
                </c:pt>
                <c:pt idx="17816">
                  <c:v>4.9409900000000002</c:v>
                </c:pt>
                <c:pt idx="17817">
                  <c:v>4.9413</c:v>
                </c:pt>
                <c:pt idx="17818">
                  <c:v>4.9416000000000002</c:v>
                </c:pt>
                <c:pt idx="17819">
                  <c:v>4.94191</c:v>
                </c:pt>
                <c:pt idx="17820">
                  <c:v>4.9422199999999998</c:v>
                </c:pt>
                <c:pt idx="17821">
                  <c:v>4.94252</c:v>
                </c:pt>
                <c:pt idx="17822">
                  <c:v>4.9428299999999998</c:v>
                </c:pt>
                <c:pt idx="17823">
                  <c:v>4.94313</c:v>
                </c:pt>
                <c:pt idx="17824">
                  <c:v>4.9434399999999998</c:v>
                </c:pt>
                <c:pt idx="17825">
                  <c:v>4.94374</c:v>
                </c:pt>
                <c:pt idx="17826">
                  <c:v>4.9440499999999998</c:v>
                </c:pt>
                <c:pt idx="17827">
                  <c:v>4.94435</c:v>
                </c:pt>
                <c:pt idx="17828">
                  <c:v>4.9446599999999998</c:v>
                </c:pt>
                <c:pt idx="17829">
                  <c:v>4.94496</c:v>
                </c:pt>
                <c:pt idx="17830">
                  <c:v>4.9452699999999998</c:v>
                </c:pt>
                <c:pt idx="17831">
                  <c:v>4.94557</c:v>
                </c:pt>
                <c:pt idx="17832">
                  <c:v>4.9458799999999998</c:v>
                </c:pt>
                <c:pt idx="17833">
                  <c:v>4.9461899999999996</c:v>
                </c:pt>
                <c:pt idx="17834">
                  <c:v>4.9464899999999998</c:v>
                </c:pt>
                <c:pt idx="17835">
                  <c:v>4.9467999999999996</c:v>
                </c:pt>
                <c:pt idx="17836">
                  <c:v>4.9470999999999998</c:v>
                </c:pt>
                <c:pt idx="17837">
                  <c:v>4.9474099999999996</c:v>
                </c:pt>
                <c:pt idx="17838">
                  <c:v>4.9477099999999998</c:v>
                </c:pt>
                <c:pt idx="17839">
                  <c:v>4.9480199999999996</c:v>
                </c:pt>
                <c:pt idx="17840">
                  <c:v>4.9483199999999998</c:v>
                </c:pt>
                <c:pt idx="17841">
                  <c:v>4.9486299999999996</c:v>
                </c:pt>
                <c:pt idx="17842">
                  <c:v>4.9489299999999998</c:v>
                </c:pt>
                <c:pt idx="17843">
                  <c:v>4.9492399999999996</c:v>
                </c:pt>
                <c:pt idx="17844">
                  <c:v>4.9495399999999998</c:v>
                </c:pt>
                <c:pt idx="17845">
                  <c:v>4.9498499999999996</c:v>
                </c:pt>
                <c:pt idx="17846">
                  <c:v>4.9501600000000003</c:v>
                </c:pt>
                <c:pt idx="17847">
                  <c:v>4.9504599999999996</c:v>
                </c:pt>
                <c:pt idx="17848">
                  <c:v>4.9507700000000003</c:v>
                </c:pt>
                <c:pt idx="17849">
                  <c:v>4.9510699999999996</c:v>
                </c:pt>
                <c:pt idx="17850">
                  <c:v>4.9513800000000003</c:v>
                </c:pt>
                <c:pt idx="17851">
                  <c:v>4.9516799999999996</c:v>
                </c:pt>
                <c:pt idx="17852">
                  <c:v>4.9519900000000003</c:v>
                </c:pt>
                <c:pt idx="17853">
                  <c:v>4.9522899999999996</c:v>
                </c:pt>
                <c:pt idx="17854">
                  <c:v>4.9526000000000003</c:v>
                </c:pt>
                <c:pt idx="17855">
                  <c:v>4.9528999999999996</c:v>
                </c:pt>
                <c:pt idx="17856">
                  <c:v>4.9532100000000003</c:v>
                </c:pt>
                <c:pt idx="17857">
                  <c:v>4.9535099999999996</c:v>
                </c:pt>
                <c:pt idx="17858">
                  <c:v>4.9538200000000003</c:v>
                </c:pt>
                <c:pt idx="17859">
                  <c:v>4.9541300000000001</c:v>
                </c:pt>
                <c:pt idx="17860">
                  <c:v>4.9544300000000003</c:v>
                </c:pt>
                <c:pt idx="17861">
                  <c:v>4.9547400000000001</c:v>
                </c:pt>
                <c:pt idx="17862">
                  <c:v>4.9550400000000003</c:v>
                </c:pt>
                <c:pt idx="17863">
                  <c:v>4.9553500000000001</c:v>
                </c:pt>
                <c:pt idx="17864">
                  <c:v>4.9556500000000003</c:v>
                </c:pt>
                <c:pt idx="17865">
                  <c:v>4.9559600000000001</c:v>
                </c:pt>
                <c:pt idx="17866">
                  <c:v>4.9562600000000003</c:v>
                </c:pt>
                <c:pt idx="17867">
                  <c:v>4.9565700000000001</c:v>
                </c:pt>
                <c:pt idx="17868">
                  <c:v>4.9568700000000003</c:v>
                </c:pt>
                <c:pt idx="17869">
                  <c:v>4.9571800000000001</c:v>
                </c:pt>
                <c:pt idx="17870">
                  <c:v>4.95749</c:v>
                </c:pt>
                <c:pt idx="17871">
                  <c:v>4.9577900000000001</c:v>
                </c:pt>
                <c:pt idx="17872">
                  <c:v>4.9581</c:v>
                </c:pt>
                <c:pt idx="17873">
                  <c:v>4.9584000000000001</c:v>
                </c:pt>
                <c:pt idx="17874">
                  <c:v>4.95871</c:v>
                </c:pt>
                <c:pt idx="17875">
                  <c:v>4.9590100000000001</c:v>
                </c:pt>
                <c:pt idx="17876">
                  <c:v>4.95932</c:v>
                </c:pt>
                <c:pt idx="17877">
                  <c:v>4.9596200000000001</c:v>
                </c:pt>
                <c:pt idx="17878">
                  <c:v>4.9599299999999999</c:v>
                </c:pt>
                <c:pt idx="17879">
                  <c:v>4.9602300000000001</c:v>
                </c:pt>
                <c:pt idx="17880">
                  <c:v>4.9605399999999999</c:v>
                </c:pt>
                <c:pt idx="17881">
                  <c:v>4.9608400000000001</c:v>
                </c:pt>
                <c:pt idx="17882">
                  <c:v>4.9611499999999999</c:v>
                </c:pt>
                <c:pt idx="17883">
                  <c:v>4.9614599999999998</c:v>
                </c:pt>
                <c:pt idx="17884">
                  <c:v>4.9617599999999999</c:v>
                </c:pt>
                <c:pt idx="17885">
                  <c:v>4.9620699999999998</c:v>
                </c:pt>
                <c:pt idx="17886">
                  <c:v>4.9623699999999999</c:v>
                </c:pt>
                <c:pt idx="17887">
                  <c:v>4.9626799999999998</c:v>
                </c:pt>
                <c:pt idx="17888">
                  <c:v>4.9629799999999999</c:v>
                </c:pt>
                <c:pt idx="17889">
                  <c:v>4.9632899999999998</c:v>
                </c:pt>
                <c:pt idx="17890">
                  <c:v>4.9635899999999999</c:v>
                </c:pt>
                <c:pt idx="17891">
                  <c:v>4.9638999999999998</c:v>
                </c:pt>
                <c:pt idx="17892">
                  <c:v>4.9641999999999999</c:v>
                </c:pt>
                <c:pt idx="17893">
                  <c:v>4.9645099999999998</c:v>
                </c:pt>
                <c:pt idx="17894">
                  <c:v>4.9648099999999999</c:v>
                </c:pt>
                <c:pt idx="17895">
                  <c:v>4.9651199999999998</c:v>
                </c:pt>
                <c:pt idx="17896">
                  <c:v>4.9654299999999996</c:v>
                </c:pt>
                <c:pt idx="17897">
                  <c:v>4.9657299999999998</c:v>
                </c:pt>
                <c:pt idx="17898">
                  <c:v>4.9660399999999996</c:v>
                </c:pt>
                <c:pt idx="17899">
                  <c:v>4.9663399999999998</c:v>
                </c:pt>
                <c:pt idx="17900">
                  <c:v>4.9666499999999996</c:v>
                </c:pt>
                <c:pt idx="17901">
                  <c:v>4.9669499999999998</c:v>
                </c:pt>
                <c:pt idx="17902">
                  <c:v>4.9672599999999996</c:v>
                </c:pt>
                <c:pt idx="17903">
                  <c:v>4.9675599999999998</c:v>
                </c:pt>
                <c:pt idx="17904">
                  <c:v>4.9678699999999996</c:v>
                </c:pt>
                <c:pt idx="17905">
                  <c:v>4.9681699999999998</c:v>
                </c:pt>
                <c:pt idx="17906">
                  <c:v>4.9684799999999996</c:v>
                </c:pt>
                <c:pt idx="17907">
                  <c:v>4.9687799999999998</c:v>
                </c:pt>
                <c:pt idx="17908">
                  <c:v>4.9690899999999996</c:v>
                </c:pt>
                <c:pt idx="17909">
                  <c:v>4.9694000000000003</c:v>
                </c:pt>
                <c:pt idx="17910">
                  <c:v>4.9696999999999996</c:v>
                </c:pt>
                <c:pt idx="17911">
                  <c:v>4.9700100000000003</c:v>
                </c:pt>
                <c:pt idx="17912">
                  <c:v>4.9703099999999996</c:v>
                </c:pt>
                <c:pt idx="17913">
                  <c:v>4.9706200000000003</c:v>
                </c:pt>
                <c:pt idx="17914">
                  <c:v>4.9709199999999996</c:v>
                </c:pt>
                <c:pt idx="17915">
                  <c:v>4.9712300000000003</c:v>
                </c:pt>
                <c:pt idx="17916">
                  <c:v>4.9715299999999996</c:v>
                </c:pt>
                <c:pt idx="17917">
                  <c:v>4.9718400000000003</c:v>
                </c:pt>
                <c:pt idx="17918">
                  <c:v>4.9721399999999996</c:v>
                </c:pt>
                <c:pt idx="17919">
                  <c:v>4.9724500000000003</c:v>
                </c:pt>
                <c:pt idx="17920">
                  <c:v>4.9727499999999996</c:v>
                </c:pt>
                <c:pt idx="17921">
                  <c:v>4.9730600000000003</c:v>
                </c:pt>
                <c:pt idx="17922">
                  <c:v>4.9733700000000001</c:v>
                </c:pt>
                <c:pt idx="17923">
                  <c:v>4.9736700000000003</c:v>
                </c:pt>
                <c:pt idx="17924">
                  <c:v>4.9739800000000001</c:v>
                </c:pt>
                <c:pt idx="17925">
                  <c:v>4.9742800000000003</c:v>
                </c:pt>
                <c:pt idx="17926">
                  <c:v>4.9745900000000001</c:v>
                </c:pt>
                <c:pt idx="17927">
                  <c:v>4.9748900000000003</c:v>
                </c:pt>
                <c:pt idx="17928">
                  <c:v>4.9752000000000001</c:v>
                </c:pt>
                <c:pt idx="17929">
                  <c:v>4.9755000000000003</c:v>
                </c:pt>
                <c:pt idx="17930">
                  <c:v>4.9758100000000001</c:v>
                </c:pt>
                <c:pt idx="17931">
                  <c:v>4.9761100000000003</c:v>
                </c:pt>
                <c:pt idx="17932">
                  <c:v>4.9764200000000001</c:v>
                </c:pt>
                <c:pt idx="17933">
                  <c:v>4.9767299999999999</c:v>
                </c:pt>
                <c:pt idx="17934">
                  <c:v>4.9770300000000001</c:v>
                </c:pt>
                <c:pt idx="17935">
                  <c:v>4.9773399999999999</c:v>
                </c:pt>
                <c:pt idx="17936">
                  <c:v>4.9776400000000001</c:v>
                </c:pt>
                <c:pt idx="17937">
                  <c:v>4.9779499999999999</c:v>
                </c:pt>
                <c:pt idx="17938">
                  <c:v>4.9782500000000001</c:v>
                </c:pt>
                <c:pt idx="17939">
                  <c:v>4.9785599999999999</c:v>
                </c:pt>
                <c:pt idx="17940">
                  <c:v>4.9788600000000001</c:v>
                </c:pt>
                <c:pt idx="17941">
                  <c:v>4.9791699999999999</c:v>
                </c:pt>
                <c:pt idx="17942">
                  <c:v>4.9794700000000001</c:v>
                </c:pt>
                <c:pt idx="17943">
                  <c:v>4.9797799999999999</c:v>
                </c:pt>
                <c:pt idx="17944">
                  <c:v>4.9800800000000001</c:v>
                </c:pt>
                <c:pt idx="17945">
                  <c:v>4.9803899999999999</c:v>
                </c:pt>
                <c:pt idx="17946">
                  <c:v>4.9806999999999997</c:v>
                </c:pt>
                <c:pt idx="17947">
                  <c:v>4.9809999999999999</c:v>
                </c:pt>
                <c:pt idx="17948">
                  <c:v>4.9813099999999997</c:v>
                </c:pt>
                <c:pt idx="17949">
                  <c:v>4.9816099999999999</c:v>
                </c:pt>
                <c:pt idx="17950">
                  <c:v>4.9819199999999997</c:v>
                </c:pt>
                <c:pt idx="17951">
                  <c:v>4.9822199999999999</c:v>
                </c:pt>
                <c:pt idx="17952">
                  <c:v>4.9825299999999997</c:v>
                </c:pt>
                <c:pt idx="17953">
                  <c:v>4.9828299999999999</c:v>
                </c:pt>
                <c:pt idx="17954">
                  <c:v>4.9831399999999997</c:v>
                </c:pt>
                <c:pt idx="17955">
                  <c:v>4.9834399999999999</c:v>
                </c:pt>
                <c:pt idx="17956">
                  <c:v>4.9837499999999997</c:v>
                </c:pt>
                <c:pt idx="17957">
                  <c:v>4.9840499999999999</c:v>
                </c:pt>
                <c:pt idx="17958">
                  <c:v>4.9843599999999997</c:v>
                </c:pt>
                <c:pt idx="17959">
                  <c:v>4.9846700000000004</c:v>
                </c:pt>
                <c:pt idx="17960">
                  <c:v>4.9849699999999997</c:v>
                </c:pt>
                <c:pt idx="17961">
                  <c:v>4.9852800000000004</c:v>
                </c:pt>
                <c:pt idx="17962">
                  <c:v>4.9855799999999997</c:v>
                </c:pt>
                <c:pt idx="17963">
                  <c:v>4.9858900000000004</c:v>
                </c:pt>
                <c:pt idx="17964">
                  <c:v>4.9861899999999997</c:v>
                </c:pt>
                <c:pt idx="17965">
                  <c:v>4.9865000000000004</c:v>
                </c:pt>
                <c:pt idx="17966">
                  <c:v>4.9867999999999997</c:v>
                </c:pt>
                <c:pt idx="17967">
                  <c:v>4.9871100000000004</c:v>
                </c:pt>
                <c:pt idx="17968">
                  <c:v>4.9874099999999997</c:v>
                </c:pt>
                <c:pt idx="17969">
                  <c:v>4.9877200000000004</c:v>
                </c:pt>
                <c:pt idx="17970">
                  <c:v>4.9880199999999997</c:v>
                </c:pt>
                <c:pt idx="17971">
                  <c:v>4.9883300000000004</c:v>
                </c:pt>
                <c:pt idx="17972">
                  <c:v>4.9886400000000002</c:v>
                </c:pt>
                <c:pt idx="17973">
                  <c:v>4.9889400000000004</c:v>
                </c:pt>
                <c:pt idx="17974">
                  <c:v>4.9892500000000002</c:v>
                </c:pt>
                <c:pt idx="17975">
                  <c:v>4.9895500000000004</c:v>
                </c:pt>
                <c:pt idx="17976">
                  <c:v>4.9898600000000002</c:v>
                </c:pt>
                <c:pt idx="17977">
                  <c:v>4.9901600000000004</c:v>
                </c:pt>
                <c:pt idx="17978">
                  <c:v>4.9904700000000002</c:v>
                </c:pt>
                <c:pt idx="17979">
                  <c:v>4.9907700000000004</c:v>
                </c:pt>
                <c:pt idx="17980">
                  <c:v>4.9910800000000002</c:v>
                </c:pt>
                <c:pt idx="17981">
                  <c:v>4.9913800000000004</c:v>
                </c:pt>
                <c:pt idx="17982">
                  <c:v>4.9916900000000002</c:v>
                </c:pt>
                <c:pt idx="17983">
                  <c:v>4.9919900000000004</c:v>
                </c:pt>
                <c:pt idx="17984">
                  <c:v>4.9923000000000002</c:v>
                </c:pt>
                <c:pt idx="17985">
                  <c:v>4.99261</c:v>
                </c:pt>
                <c:pt idx="17986">
                  <c:v>4.9929100000000002</c:v>
                </c:pt>
                <c:pt idx="17987">
                  <c:v>4.99322</c:v>
                </c:pt>
                <c:pt idx="17988">
                  <c:v>4.9935200000000002</c:v>
                </c:pt>
                <c:pt idx="17989">
                  <c:v>4.99383</c:v>
                </c:pt>
                <c:pt idx="17990">
                  <c:v>4.9941300000000002</c:v>
                </c:pt>
                <c:pt idx="17991">
                  <c:v>4.99444</c:v>
                </c:pt>
                <c:pt idx="17992">
                  <c:v>4.9947400000000002</c:v>
                </c:pt>
                <c:pt idx="17993">
                  <c:v>4.99505</c:v>
                </c:pt>
                <c:pt idx="17994">
                  <c:v>4.9953500000000002</c:v>
                </c:pt>
                <c:pt idx="17995">
                  <c:v>4.99566</c:v>
                </c:pt>
                <c:pt idx="17996">
                  <c:v>4.9959699999999998</c:v>
                </c:pt>
                <c:pt idx="17997">
                  <c:v>4.99627</c:v>
                </c:pt>
                <c:pt idx="17998">
                  <c:v>4.9965799999999998</c:v>
                </c:pt>
                <c:pt idx="17999">
                  <c:v>4.99688</c:v>
                </c:pt>
                <c:pt idx="18000">
                  <c:v>4.9971899999999998</c:v>
                </c:pt>
                <c:pt idx="18001">
                  <c:v>4.99749</c:v>
                </c:pt>
                <c:pt idx="18002">
                  <c:v>4.9977999999999998</c:v>
                </c:pt>
                <c:pt idx="18003">
                  <c:v>4.9981</c:v>
                </c:pt>
                <c:pt idx="18004">
                  <c:v>4.9984099999999998</c:v>
                </c:pt>
                <c:pt idx="18005">
                  <c:v>4.99871</c:v>
                </c:pt>
                <c:pt idx="18006">
                  <c:v>4.9990199999999998</c:v>
                </c:pt>
                <c:pt idx="18007">
                  <c:v>4.99932</c:v>
                </c:pt>
                <c:pt idx="18008">
                  <c:v>4.9996299999999998</c:v>
                </c:pt>
                <c:pt idx="18009">
                  <c:v>4.9999399999999996</c:v>
                </c:pt>
                <c:pt idx="18010">
                  <c:v>5.0002399999999998</c:v>
                </c:pt>
                <c:pt idx="18011">
                  <c:v>5.0005499999999996</c:v>
                </c:pt>
                <c:pt idx="18012">
                  <c:v>5.0008499999999998</c:v>
                </c:pt>
                <c:pt idx="18013">
                  <c:v>5.0011599999999996</c:v>
                </c:pt>
                <c:pt idx="18014">
                  <c:v>5.0014599999999998</c:v>
                </c:pt>
                <c:pt idx="18015">
                  <c:v>5.0017699999999996</c:v>
                </c:pt>
                <c:pt idx="18016">
                  <c:v>5.0020699999999998</c:v>
                </c:pt>
                <c:pt idx="18017">
                  <c:v>5.0023799999999996</c:v>
                </c:pt>
                <c:pt idx="18018">
                  <c:v>5.0026799999999998</c:v>
                </c:pt>
                <c:pt idx="18019">
                  <c:v>5.0029899999999996</c:v>
                </c:pt>
                <c:pt idx="18020">
                  <c:v>5.0032899999999998</c:v>
                </c:pt>
                <c:pt idx="18021">
                  <c:v>5.0035999999999996</c:v>
                </c:pt>
                <c:pt idx="18022">
                  <c:v>5.0039100000000003</c:v>
                </c:pt>
                <c:pt idx="18023">
                  <c:v>5.0042099999999996</c:v>
                </c:pt>
                <c:pt idx="18024">
                  <c:v>5.0045200000000003</c:v>
                </c:pt>
                <c:pt idx="18025">
                  <c:v>5.0048199999999996</c:v>
                </c:pt>
                <c:pt idx="18026">
                  <c:v>5.0051300000000003</c:v>
                </c:pt>
                <c:pt idx="18027">
                  <c:v>5.0054299999999996</c:v>
                </c:pt>
                <c:pt idx="18028">
                  <c:v>5.0057400000000003</c:v>
                </c:pt>
                <c:pt idx="18029">
                  <c:v>5.0060399999999996</c:v>
                </c:pt>
                <c:pt idx="18030">
                  <c:v>5.0063500000000003</c:v>
                </c:pt>
                <c:pt idx="18031">
                  <c:v>5.0066499999999996</c:v>
                </c:pt>
                <c:pt idx="18032">
                  <c:v>5.0069600000000003</c:v>
                </c:pt>
                <c:pt idx="18033">
                  <c:v>5.0072599999999996</c:v>
                </c:pt>
                <c:pt idx="18034">
                  <c:v>5.0075700000000003</c:v>
                </c:pt>
                <c:pt idx="18035">
                  <c:v>5.0078800000000001</c:v>
                </c:pt>
                <c:pt idx="18036">
                  <c:v>5.0081800000000003</c:v>
                </c:pt>
                <c:pt idx="18037">
                  <c:v>5.0084900000000001</c:v>
                </c:pt>
                <c:pt idx="18038">
                  <c:v>5.0087900000000003</c:v>
                </c:pt>
                <c:pt idx="18039">
                  <c:v>5.0091000000000001</c:v>
                </c:pt>
                <c:pt idx="18040">
                  <c:v>5.0094000000000003</c:v>
                </c:pt>
                <c:pt idx="18041">
                  <c:v>5.0097100000000001</c:v>
                </c:pt>
                <c:pt idx="18042">
                  <c:v>5.0100100000000003</c:v>
                </c:pt>
                <c:pt idx="18043">
                  <c:v>5.0103200000000001</c:v>
                </c:pt>
                <c:pt idx="18044">
                  <c:v>5.0106200000000003</c:v>
                </c:pt>
                <c:pt idx="18045">
                  <c:v>5.0109300000000001</c:v>
                </c:pt>
                <c:pt idx="18046">
                  <c:v>5.0112300000000003</c:v>
                </c:pt>
                <c:pt idx="18047">
                  <c:v>5.0115400000000001</c:v>
                </c:pt>
                <c:pt idx="18048">
                  <c:v>5.0118499999999999</c:v>
                </c:pt>
                <c:pt idx="18049">
                  <c:v>5.0121500000000001</c:v>
                </c:pt>
                <c:pt idx="18050">
                  <c:v>5.0124599999999999</c:v>
                </c:pt>
                <c:pt idx="18051">
                  <c:v>5.0127600000000001</c:v>
                </c:pt>
                <c:pt idx="18052">
                  <c:v>5.0130699999999999</c:v>
                </c:pt>
                <c:pt idx="18053">
                  <c:v>5.0133700000000001</c:v>
                </c:pt>
                <c:pt idx="18054">
                  <c:v>5.0136799999999999</c:v>
                </c:pt>
                <c:pt idx="18055">
                  <c:v>5.0139800000000001</c:v>
                </c:pt>
                <c:pt idx="18056">
                  <c:v>5.0142899999999999</c:v>
                </c:pt>
                <c:pt idx="18057">
                  <c:v>5.0145900000000001</c:v>
                </c:pt>
                <c:pt idx="18058">
                  <c:v>5.0148999999999999</c:v>
                </c:pt>
                <c:pt idx="18059">
                  <c:v>5.0152099999999997</c:v>
                </c:pt>
                <c:pt idx="18060">
                  <c:v>5.0155099999999999</c:v>
                </c:pt>
                <c:pt idx="18061">
                  <c:v>5.0158199999999997</c:v>
                </c:pt>
                <c:pt idx="18062">
                  <c:v>5.0161199999999999</c:v>
                </c:pt>
                <c:pt idx="18063">
                  <c:v>5.0164299999999997</c:v>
                </c:pt>
                <c:pt idx="18064">
                  <c:v>5.0167299999999999</c:v>
                </c:pt>
                <c:pt idx="18065">
                  <c:v>5.0170399999999997</c:v>
                </c:pt>
                <c:pt idx="18066">
                  <c:v>5.0173399999999999</c:v>
                </c:pt>
                <c:pt idx="18067">
                  <c:v>5.0176499999999997</c:v>
                </c:pt>
                <c:pt idx="18068">
                  <c:v>5.0179499999999999</c:v>
                </c:pt>
                <c:pt idx="18069">
                  <c:v>5.0182599999999997</c:v>
                </c:pt>
                <c:pt idx="18070">
                  <c:v>5.0185599999999999</c:v>
                </c:pt>
                <c:pt idx="18071">
                  <c:v>5.0188699999999997</c:v>
                </c:pt>
                <c:pt idx="18072">
                  <c:v>5.0191800000000004</c:v>
                </c:pt>
                <c:pt idx="18073">
                  <c:v>5.0194799999999997</c:v>
                </c:pt>
                <c:pt idx="18074">
                  <c:v>5.0197900000000004</c:v>
                </c:pt>
                <c:pt idx="18075">
                  <c:v>5.0200899999999997</c:v>
                </c:pt>
                <c:pt idx="18076">
                  <c:v>5.0204000000000004</c:v>
                </c:pt>
                <c:pt idx="18077">
                  <c:v>5.0206999999999997</c:v>
                </c:pt>
                <c:pt idx="18078">
                  <c:v>5.0210100000000004</c:v>
                </c:pt>
                <c:pt idx="18079">
                  <c:v>5.0213099999999997</c:v>
                </c:pt>
                <c:pt idx="18080">
                  <c:v>5.0216200000000004</c:v>
                </c:pt>
                <c:pt idx="18081">
                  <c:v>5.0219199999999997</c:v>
                </c:pt>
                <c:pt idx="18082">
                  <c:v>5.0222300000000004</c:v>
                </c:pt>
                <c:pt idx="18083">
                  <c:v>5.0225299999999997</c:v>
                </c:pt>
                <c:pt idx="18084">
                  <c:v>5.0228400000000004</c:v>
                </c:pt>
                <c:pt idx="18085">
                  <c:v>5.0231500000000002</c:v>
                </c:pt>
                <c:pt idx="18086">
                  <c:v>5.0234500000000004</c:v>
                </c:pt>
                <c:pt idx="18087">
                  <c:v>5.0237600000000002</c:v>
                </c:pt>
                <c:pt idx="18088">
                  <c:v>5.0240600000000004</c:v>
                </c:pt>
                <c:pt idx="18089">
                  <c:v>5.0243700000000002</c:v>
                </c:pt>
                <c:pt idx="18090">
                  <c:v>5.0246700000000004</c:v>
                </c:pt>
                <c:pt idx="18091">
                  <c:v>5.0249800000000002</c:v>
                </c:pt>
                <c:pt idx="18092">
                  <c:v>5.0252800000000004</c:v>
                </c:pt>
                <c:pt idx="18093">
                  <c:v>5.0255900000000002</c:v>
                </c:pt>
                <c:pt idx="18094">
                  <c:v>5.0258900000000004</c:v>
                </c:pt>
                <c:pt idx="18095">
                  <c:v>5.0262000000000002</c:v>
                </c:pt>
                <c:pt idx="18096">
                  <c:v>5.0265000000000004</c:v>
                </c:pt>
                <c:pt idx="18097">
                  <c:v>5.0268100000000002</c:v>
                </c:pt>
                <c:pt idx="18098">
                  <c:v>5.02712</c:v>
                </c:pt>
                <c:pt idx="18099">
                  <c:v>5.0274200000000002</c:v>
                </c:pt>
                <c:pt idx="18100">
                  <c:v>5.02773</c:v>
                </c:pt>
                <c:pt idx="18101">
                  <c:v>5.0280300000000002</c:v>
                </c:pt>
                <c:pt idx="18102">
                  <c:v>5.02834</c:v>
                </c:pt>
                <c:pt idx="18103">
                  <c:v>5.0286400000000002</c:v>
                </c:pt>
                <c:pt idx="18104">
                  <c:v>5.02895</c:v>
                </c:pt>
                <c:pt idx="18105">
                  <c:v>5.0292500000000002</c:v>
                </c:pt>
                <c:pt idx="18106">
                  <c:v>5.02956</c:v>
                </c:pt>
                <c:pt idx="18107">
                  <c:v>5.0298600000000002</c:v>
                </c:pt>
                <c:pt idx="18108">
                  <c:v>5.03017</c:v>
                </c:pt>
                <c:pt idx="18109">
                  <c:v>5.0304799999999998</c:v>
                </c:pt>
                <c:pt idx="18110">
                  <c:v>5.03078</c:v>
                </c:pt>
                <c:pt idx="18111">
                  <c:v>5.0310899999999998</c:v>
                </c:pt>
                <c:pt idx="18112">
                  <c:v>5.03139</c:v>
                </c:pt>
                <c:pt idx="18113">
                  <c:v>5.0316999999999998</c:v>
                </c:pt>
                <c:pt idx="18114">
                  <c:v>5.032</c:v>
                </c:pt>
                <c:pt idx="18115">
                  <c:v>5.0323099999999998</c:v>
                </c:pt>
                <c:pt idx="18116">
                  <c:v>5.03261</c:v>
                </c:pt>
                <c:pt idx="18117">
                  <c:v>5.0329199999999998</c:v>
                </c:pt>
                <c:pt idx="18118">
                  <c:v>5.03322</c:v>
                </c:pt>
                <c:pt idx="18119">
                  <c:v>5.0335299999999998</c:v>
                </c:pt>
                <c:pt idx="18120">
                  <c:v>5.03383</c:v>
                </c:pt>
                <c:pt idx="18121">
                  <c:v>5.0341399999999998</c:v>
                </c:pt>
                <c:pt idx="18122">
                  <c:v>5.0344499999999996</c:v>
                </c:pt>
                <c:pt idx="18123">
                  <c:v>5.0347499999999998</c:v>
                </c:pt>
                <c:pt idx="18124">
                  <c:v>5.0350599999999996</c:v>
                </c:pt>
                <c:pt idx="18125">
                  <c:v>5.0353599999999998</c:v>
                </c:pt>
                <c:pt idx="18126">
                  <c:v>5.0356699999999996</c:v>
                </c:pt>
                <c:pt idx="18127">
                  <c:v>5.0359699999999998</c:v>
                </c:pt>
                <c:pt idx="18128">
                  <c:v>5.0362799999999996</c:v>
                </c:pt>
                <c:pt idx="18129">
                  <c:v>5.0365799999999998</c:v>
                </c:pt>
                <c:pt idx="18130">
                  <c:v>5.0368899999999996</c:v>
                </c:pt>
                <c:pt idx="18131">
                  <c:v>5.0371899999999998</c:v>
                </c:pt>
                <c:pt idx="18132">
                  <c:v>5.0374999999999996</c:v>
                </c:pt>
                <c:pt idx="18133">
                  <c:v>5.0377999999999998</c:v>
                </c:pt>
                <c:pt idx="18134">
                  <c:v>5.0381099999999996</c:v>
                </c:pt>
                <c:pt idx="18135">
                  <c:v>5.0384200000000003</c:v>
                </c:pt>
                <c:pt idx="18136">
                  <c:v>5.0387199999999996</c:v>
                </c:pt>
                <c:pt idx="18137">
                  <c:v>5.0390300000000003</c:v>
                </c:pt>
                <c:pt idx="18138">
                  <c:v>5.0393299999999996</c:v>
                </c:pt>
                <c:pt idx="18139">
                  <c:v>5.0396400000000003</c:v>
                </c:pt>
                <c:pt idx="18140">
                  <c:v>5.0399399999999996</c:v>
                </c:pt>
                <c:pt idx="18141">
                  <c:v>5.0402500000000003</c:v>
                </c:pt>
                <c:pt idx="18142">
                  <c:v>5.0405499999999996</c:v>
                </c:pt>
                <c:pt idx="18143">
                  <c:v>5.0408600000000003</c:v>
                </c:pt>
                <c:pt idx="18144">
                  <c:v>5.0411599999999996</c:v>
                </c:pt>
                <c:pt idx="18145">
                  <c:v>5.0414700000000003</c:v>
                </c:pt>
                <c:pt idx="18146">
                  <c:v>5.0417699999999996</c:v>
                </c:pt>
                <c:pt idx="18147">
                  <c:v>5.0420800000000003</c:v>
                </c:pt>
                <c:pt idx="18148">
                  <c:v>5.0423900000000001</c:v>
                </c:pt>
                <c:pt idx="18149">
                  <c:v>5.0426900000000003</c:v>
                </c:pt>
                <c:pt idx="18150">
                  <c:v>5.0430000000000001</c:v>
                </c:pt>
                <c:pt idx="18151">
                  <c:v>5.0433000000000003</c:v>
                </c:pt>
                <c:pt idx="18152">
                  <c:v>5.0436100000000001</c:v>
                </c:pt>
                <c:pt idx="18153">
                  <c:v>5.0439100000000003</c:v>
                </c:pt>
                <c:pt idx="18154">
                  <c:v>5.0442200000000001</c:v>
                </c:pt>
                <c:pt idx="18155">
                  <c:v>5.0445200000000003</c:v>
                </c:pt>
                <c:pt idx="18156">
                  <c:v>5.0448300000000001</c:v>
                </c:pt>
                <c:pt idx="18157">
                  <c:v>5.0451300000000003</c:v>
                </c:pt>
                <c:pt idx="18158">
                  <c:v>5.0454400000000001</c:v>
                </c:pt>
                <c:pt idx="18159">
                  <c:v>5.0457400000000003</c:v>
                </c:pt>
                <c:pt idx="18160">
                  <c:v>5.0460500000000001</c:v>
                </c:pt>
                <c:pt idx="18161">
                  <c:v>5.04636</c:v>
                </c:pt>
                <c:pt idx="18162">
                  <c:v>5.0466600000000001</c:v>
                </c:pt>
                <c:pt idx="18163">
                  <c:v>5.04697</c:v>
                </c:pt>
                <c:pt idx="18164">
                  <c:v>5.0472700000000001</c:v>
                </c:pt>
                <c:pt idx="18165">
                  <c:v>5.04758</c:v>
                </c:pt>
                <c:pt idx="18166">
                  <c:v>5.0478800000000001</c:v>
                </c:pt>
                <c:pt idx="18167">
                  <c:v>5.04819</c:v>
                </c:pt>
                <c:pt idx="18168">
                  <c:v>5.0484900000000001</c:v>
                </c:pt>
                <c:pt idx="18169">
                  <c:v>5.0488</c:v>
                </c:pt>
                <c:pt idx="18170">
                  <c:v>5.0491000000000001</c:v>
                </c:pt>
                <c:pt idx="18171">
                  <c:v>5.04941</c:v>
                </c:pt>
                <c:pt idx="18172">
                  <c:v>5.0497199999999998</c:v>
                </c:pt>
                <c:pt idx="18173">
                  <c:v>5.05002</c:v>
                </c:pt>
                <c:pt idx="18174">
                  <c:v>5.0503299999999998</c:v>
                </c:pt>
                <c:pt idx="18175">
                  <c:v>5.05063</c:v>
                </c:pt>
                <c:pt idx="18176">
                  <c:v>5.0509399999999998</c:v>
                </c:pt>
                <c:pt idx="18177">
                  <c:v>5.05124</c:v>
                </c:pt>
                <c:pt idx="18178">
                  <c:v>5.0515499999999998</c:v>
                </c:pt>
                <c:pt idx="18179">
                  <c:v>5.05185</c:v>
                </c:pt>
                <c:pt idx="18180">
                  <c:v>5.0521599999999998</c:v>
                </c:pt>
                <c:pt idx="18181">
                  <c:v>5.05246</c:v>
                </c:pt>
                <c:pt idx="18182">
                  <c:v>5.0527699999999998</c:v>
                </c:pt>
                <c:pt idx="18183">
                  <c:v>5.05307</c:v>
                </c:pt>
                <c:pt idx="18184">
                  <c:v>5.0533799999999998</c:v>
                </c:pt>
                <c:pt idx="18185">
                  <c:v>5.0536899999999996</c:v>
                </c:pt>
                <c:pt idx="18186">
                  <c:v>5.0539899999999998</c:v>
                </c:pt>
                <c:pt idx="18187">
                  <c:v>5.0542999999999996</c:v>
                </c:pt>
                <c:pt idx="18188">
                  <c:v>5.0545999999999998</c:v>
                </c:pt>
                <c:pt idx="18189">
                  <c:v>5.0549099999999996</c:v>
                </c:pt>
                <c:pt idx="18190">
                  <c:v>5.0552099999999998</c:v>
                </c:pt>
                <c:pt idx="18191">
                  <c:v>5.0555199999999996</c:v>
                </c:pt>
                <c:pt idx="18192">
                  <c:v>5.0558199999999998</c:v>
                </c:pt>
                <c:pt idx="18193">
                  <c:v>5.0561299999999996</c:v>
                </c:pt>
                <c:pt idx="18194">
                  <c:v>5.0564299999999998</c:v>
                </c:pt>
                <c:pt idx="18195">
                  <c:v>5.0567399999999996</c:v>
                </c:pt>
                <c:pt idx="18196">
                  <c:v>5.0570399999999998</c:v>
                </c:pt>
                <c:pt idx="18197">
                  <c:v>5.0573499999999996</c:v>
                </c:pt>
                <c:pt idx="18198">
                  <c:v>5.0576600000000003</c:v>
                </c:pt>
                <c:pt idx="18199">
                  <c:v>5.0579599999999996</c:v>
                </c:pt>
                <c:pt idx="18200">
                  <c:v>5.0582700000000003</c:v>
                </c:pt>
                <c:pt idx="18201">
                  <c:v>5.0585699999999996</c:v>
                </c:pt>
                <c:pt idx="18202">
                  <c:v>5.0588800000000003</c:v>
                </c:pt>
                <c:pt idx="18203">
                  <c:v>5.0591799999999996</c:v>
                </c:pt>
                <c:pt idx="18204">
                  <c:v>5.0594900000000003</c:v>
                </c:pt>
                <c:pt idx="18205">
                  <c:v>5.0597899999999996</c:v>
                </c:pt>
                <c:pt idx="18206">
                  <c:v>5.0601000000000003</c:v>
                </c:pt>
                <c:pt idx="18207">
                  <c:v>5.0603999999999996</c:v>
                </c:pt>
                <c:pt idx="18208">
                  <c:v>5.0607100000000003</c:v>
                </c:pt>
                <c:pt idx="18209">
                  <c:v>5.0610099999999996</c:v>
                </c:pt>
                <c:pt idx="18210">
                  <c:v>5.0613200000000003</c:v>
                </c:pt>
                <c:pt idx="18211">
                  <c:v>5.0616300000000001</c:v>
                </c:pt>
                <c:pt idx="18212">
                  <c:v>5.0619300000000003</c:v>
                </c:pt>
                <c:pt idx="18213">
                  <c:v>5.0622400000000001</c:v>
                </c:pt>
                <c:pt idx="18214">
                  <c:v>5.0625400000000003</c:v>
                </c:pt>
                <c:pt idx="18215">
                  <c:v>5.0628500000000001</c:v>
                </c:pt>
                <c:pt idx="18216">
                  <c:v>5.0631500000000003</c:v>
                </c:pt>
                <c:pt idx="18217">
                  <c:v>5.0634600000000001</c:v>
                </c:pt>
                <c:pt idx="18218">
                  <c:v>5.0637600000000003</c:v>
                </c:pt>
                <c:pt idx="18219">
                  <c:v>5.0640700000000001</c:v>
                </c:pt>
                <c:pt idx="18220">
                  <c:v>5.0643700000000003</c:v>
                </c:pt>
                <c:pt idx="18221">
                  <c:v>5.0646800000000001</c:v>
                </c:pt>
                <c:pt idx="18222">
                  <c:v>5.0649800000000003</c:v>
                </c:pt>
                <c:pt idx="18223">
                  <c:v>5.0652900000000001</c:v>
                </c:pt>
                <c:pt idx="18224">
                  <c:v>5.0655999999999999</c:v>
                </c:pt>
                <c:pt idx="18225">
                  <c:v>5.0659000000000001</c:v>
                </c:pt>
                <c:pt idx="18226">
                  <c:v>5.0662099999999999</c:v>
                </c:pt>
                <c:pt idx="18227">
                  <c:v>5.0665100000000001</c:v>
                </c:pt>
                <c:pt idx="18228">
                  <c:v>5.0668199999999999</c:v>
                </c:pt>
                <c:pt idx="18229">
                  <c:v>5.0671200000000001</c:v>
                </c:pt>
                <c:pt idx="18230">
                  <c:v>5.0674299999999999</c:v>
                </c:pt>
                <c:pt idx="18231">
                  <c:v>5.0677300000000001</c:v>
                </c:pt>
                <c:pt idx="18232">
                  <c:v>5.0680399999999999</c:v>
                </c:pt>
                <c:pt idx="18233">
                  <c:v>5.0683400000000001</c:v>
                </c:pt>
                <c:pt idx="18234">
                  <c:v>5.0686499999999999</c:v>
                </c:pt>
                <c:pt idx="18235">
                  <c:v>5.0689599999999997</c:v>
                </c:pt>
                <c:pt idx="18236">
                  <c:v>5.0692599999999999</c:v>
                </c:pt>
                <c:pt idx="18237">
                  <c:v>5.0695699999999997</c:v>
                </c:pt>
                <c:pt idx="18238">
                  <c:v>5.0698699999999999</c:v>
                </c:pt>
                <c:pt idx="18239">
                  <c:v>5.0701799999999997</c:v>
                </c:pt>
                <c:pt idx="18240">
                  <c:v>5.0704799999999999</c:v>
                </c:pt>
                <c:pt idx="18241">
                  <c:v>5.0707899999999997</c:v>
                </c:pt>
                <c:pt idx="18242">
                  <c:v>5.0710899999999999</c:v>
                </c:pt>
                <c:pt idx="18243">
                  <c:v>5.0713999999999997</c:v>
                </c:pt>
                <c:pt idx="18244">
                  <c:v>5.0716999999999999</c:v>
                </c:pt>
                <c:pt idx="18245">
                  <c:v>5.0720099999999997</c:v>
                </c:pt>
                <c:pt idx="18246">
                  <c:v>5.0723099999999999</c:v>
                </c:pt>
                <c:pt idx="18247">
                  <c:v>5.0726199999999997</c:v>
                </c:pt>
                <c:pt idx="18248">
                  <c:v>5.0729300000000004</c:v>
                </c:pt>
                <c:pt idx="18249">
                  <c:v>5.0732299999999997</c:v>
                </c:pt>
                <c:pt idx="18250">
                  <c:v>5.0735400000000004</c:v>
                </c:pt>
                <c:pt idx="18251">
                  <c:v>5.0738399999999997</c:v>
                </c:pt>
                <c:pt idx="18252">
                  <c:v>5.0741500000000004</c:v>
                </c:pt>
                <c:pt idx="18253">
                  <c:v>5.0744499999999997</c:v>
                </c:pt>
                <c:pt idx="18254">
                  <c:v>5.0747600000000004</c:v>
                </c:pt>
                <c:pt idx="18255">
                  <c:v>5.0750599999999997</c:v>
                </c:pt>
                <c:pt idx="18256">
                  <c:v>5.0753700000000004</c:v>
                </c:pt>
                <c:pt idx="18257">
                  <c:v>5.0756699999999997</c:v>
                </c:pt>
                <c:pt idx="18258">
                  <c:v>5.0759800000000004</c:v>
                </c:pt>
                <c:pt idx="18259">
                  <c:v>5.0762799999999997</c:v>
                </c:pt>
                <c:pt idx="18260">
                  <c:v>5.0765900000000004</c:v>
                </c:pt>
                <c:pt idx="18261">
                  <c:v>5.0769000000000002</c:v>
                </c:pt>
                <c:pt idx="18262">
                  <c:v>5.0772000000000004</c:v>
                </c:pt>
                <c:pt idx="18263">
                  <c:v>5.0775100000000002</c:v>
                </c:pt>
                <c:pt idx="18264">
                  <c:v>5.0778100000000004</c:v>
                </c:pt>
                <c:pt idx="18265">
                  <c:v>5.0781200000000002</c:v>
                </c:pt>
                <c:pt idx="18266">
                  <c:v>5.0784200000000004</c:v>
                </c:pt>
                <c:pt idx="18267">
                  <c:v>5.0787300000000002</c:v>
                </c:pt>
                <c:pt idx="18268">
                  <c:v>5.0790300000000004</c:v>
                </c:pt>
                <c:pt idx="18269">
                  <c:v>5.0793400000000002</c:v>
                </c:pt>
                <c:pt idx="18270">
                  <c:v>5.0796400000000004</c:v>
                </c:pt>
                <c:pt idx="18271">
                  <c:v>5.0799500000000002</c:v>
                </c:pt>
                <c:pt idx="18272">
                  <c:v>5.0802500000000004</c:v>
                </c:pt>
                <c:pt idx="18273">
                  <c:v>5.0805600000000002</c:v>
                </c:pt>
                <c:pt idx="18274">
                  <c:v>5.08087</c:v>
                </c:pt>
                <c:pt idx="18275">
                  <c:v>5.0811700000000002</c:v>
                </c:pt>
                <c:pt idx="18276">
                  <c:v>5.08148</c:v>
                </c:pt>
                <c:pt idx="18277">
                  <c:v>5.0817800000000002</c:v>
                </c:pt>
                <c:pt idx="18278">
                  <c:v>5.08209</c:v>
                </c:pt>
                <c:pt idx="18279">
                  <c:v>5.0823900000000002</c:v>
                </c:pt>
                <c:pt idx="18280">
                  <c:v>5.0827</c:v>
                </c:pt>
                <c:pt idx="18281">
                  <c:v>5.0830000000000002</c:v>
                </c:pt>
                <c:pt idx="18282">
                  <c:v>5.08331</c:v>
                </c:pt>
                <c:pt idx="18283">
                  <c:v>5.0836100000000002</c:v>
                </c:pt>
                <c:pt idx="18284">
                  <c:v>5.08392</c:v>
                </c:pt>
                <c:pt idx="18285">
                  <c:v>5.0842299999999998</c:v>
                </c:pt>
                <c:pt idx="18286">
                  <c:v>5.08453</c:v>
                </c:pt>
                <c:pt idx="18287">
                  <c:v>5.0848399999999998</c:v>
                </c:pt>
                <c:pt idx="18288">
                  <c:v>5.08514</c:v>
                </c:pt>
                <c:pt idx="18289">
                  <c:v>5.0854499999999998</c:v>
                </c:pt>
                <c:pt idx="18290">
                  <c:v>5.08575</c:v>
                </c:pt>
                <c:pt idx="18291">
                  <c:v>5.0860599999999998</c:v>
                </c:pt>
                <c:pt idx="18292">
                  <c:v>5.08636</c:v>
                </c:pt>
                <c:pt idx="18293">
                  <c:v>5.0866699999999998</c:v>
                </c:pt>
                <c:pt idx="18294">
                  <c:v>5.08697</c:v>
                </c:pt>
                <c:pt idx="18295">
                  <c:v>5.0872799999999998</c:v>
                </c:pt>
                <c:pt idx="18296">
                  <c:v>5.08758</c:v>
                </c:pt>
                <c:pt idx="18297">
                  <c:v>5.0878899999999998</c:v>
                </c:pt>
                <c:pt idx="18298">
                  <c:v>5.0881999999999996</c:v>
                </c:pt>
                <c:pt idx="18299">
                  <c:v>5.0884999999999998</c:v>
                </c:pt>
                <c:pt idx="18300">
                  <c:v>5.0888099999999996</c:v>
                </c:pt>
                <c:pt idx="18301">
                  <c:v>5.0891099999999998</c:v>
                </c:pt>
                <c:pt idx="18302">
                  <c:v>5.0894199999999996</c:v>
                </c:pt>
                <c:pt idx="18303">
                  <c:v>5.0897199999999998</c:v>
                </c:pt>
                <c:pt idx="18304">
                  <c:v>5.0900299999999996</c:v>
                </c:pt>
                <c:pt idx="18305">
                  <c:v>5.0903299999999998</c:v>
                </c:pt>
                <c:pt idx="18306">
                  <c:v>5.0906399999999996</c:v>
                </c:pt>
                <c:pt idx="18307">
                  <c:v>5.0909399999999998</c:v>
                </c:pt>
                <c:pt idx="18308">
                  <c:v>5.0912499999999996</c:v>
                </c:pt>
                <c:pt idx="18309">
                  <c:v>5.0915499999999998</c:v>
                </c:pt>
                <c:pt idx="18310">
                  <c:v>5.0918599999999996</c:v>
                </c:pt>
                <c:pt idx="18311">
                  <c:v>5.0921700000000003</c:v>
                </c:pt>
                <c:pt idx="18312">
                  <c:v>5.0924699999999996</c:v>
                </c:pt>
                <c:pt idx="18313">
                  <c:v>5.0927800000000003</c:v>
                </c:pt>
                <c:pt idx="18314">
                  <c:v>5.0930799999999996</c:v>
                </c:pt>
                <c:pt idx="18315">
                  <c:v>5.0933900000000003</c:v>
                </c:pt>
                <c:pt idx="18316">
                  <c:v>5.0936899999999996</c:v>
                </c:pt>
                <c:pt idx="18317">
                  <c:v>5.0940000000000003</c:v>
                </c:pt>
                <c:pt idx="18318">
                  <c:v>5.0942999999999996</c:v>
                </c:pt>
                <c:pt idx="18319">
                  <c:v>5.0946100000000003</c:v>
                </c:pt>
                <c:pt idx="18320">
                  <c:v>5.0949099999999996</c:v>
                </c:pt>
                <c:pt idx="18321">
                  <c:v>5.0952200000000003</c:v>
                </c:pt>
                <c:pt idx="18322">
                  <c:v>5.0955199999999996</c:v>
                </c:pt>
                <c:pt idx="18323">
                  <c:v>5.0958300000000003</c:v>
                </c:pt>
                <c:pt idx="18324">
                  <c:v>5.0961400000000001</c:v>
                </c:pt>
                <c:pt idx="18325">
                  <c:v>5.0964400000000003</c:v>
                </c:pt>
                <c:pt idx="18326">
                  <c:v>5.0967500000000001</c:v>
                </c:pt>
                <c:pt idx="18327">
                  <c:v>5.0970500000000003</c:v>
                </c:pt>
                <c:pt idx="18328">
                  <c:v>5.0973600000000001</c:v>
                </c:pt>
                <c:pt idx="18329">
                  <c:v>5.0976600000000003</c:v>
                </c:pt>
                <c:pt idx="18330">
                  <c:v>5.0979700000000001</c:v>
                </c:pt>
                <c:pt idx="18331">
                  <c:v>5.0982700000000003</c:v>
                </c:pt>
                <c:pt idx="18332">
                  <c:v>5.0985800000000001</c:v>
                </c:pt>
                <c:pt idx="18333">
                  <c:v>5.0988800000000003</c:v>
                </c:pt>
                <c:pt idx="18334">
                  <c:v>5.0991900000000001</c:v>
                </c:pt>
                <c:pt idx="18335">
                  <c:v>5.0994900000000003</c:v>
                </c:pt>
                <c:pt idx="18336">
                  <c:v>5.0998000000000001</c:v>
                </c:pt>
                <c:pt idx="18337">
                  <c:v>5.1001099999999999</c:v>
                </c:pt>
                <c:pt idx="18338">
                  <c:v>5.1004100000000001</c:v>
                </c:pt>
                <c:pt idx="18339">
                  <c:v>5.1007199999999999</c:v>
                </c:pt>
                <c:pt idx="18340">
                  <c:v>5.1010200000000001</c:v>
                </c:pt>
                <c:pt idx="18341">
                  <c:v>5.1013299999999999</c:v>
                </c:pt>
                <c:pt idx="18342">
                  <c:v>5.1016300000000001</c:v>
                </c:pt>
                <c:pt idx="18343">
                  <c:v>5.1019399999999999</c:v>
                </c:pt>
                <c:pt idx="18344">
                  <c:v>5.1022400000000001</c:v>
                </c:pt>
                <c:pt idx="18345">
                  <c:v>5.1025499999999999</c:v>
                </c:pt>
                <c:pt idx="18346">
                  <c:v>5.1028500000000001</c:v>
                </c:pt>
                <c:pt idx="18347">
                  <c:v>5.1031599999999999</c:v>
                </c:pt>
                <c:pt idx="18348">
                  <c:v>5.1034699999999997</c:v>
                </c:pt>
                <c:pt idx="18349">
                  <c:v>5.1037699999999999</c:v>
                </c:pt>
                <c:pt idx="18350">
                  <c:v>5.1040799999999997</c:v>
                </c:pt>
                <c:pt idx="18351">
                  <c:v>5.1043799999999999</c:v>
                </c:pt>
                <c:pt idx="18352">
                  <c:v>5.1046899999999997</c:v>
                </c:pt>
                <c:pt idx="18353">
                  <c:v>5.1049899999999999</c:v>
                </c:pt>
                <c:pt idx="18354">
                  <c:v>5.1052999999999997</c:v>
                </c:pt>
                <c:pt idx="18355">
                  <c:v>5.1055999999999999</c:v>
                </c:pt>
                <c:pt idx="18356">
                  <c:v>5.1059099999999997</c:v>
                </c:pt>
                <c:pt idx="18357">
                  <c:v>5.1062099999999999</c:v>
                </c:pt>
                <c:pt idx="18358">
                  <c:v>5.1065199999999997</c:v>
                </c:pt>
                <c:pt idx="18359">
                  <c:v>5.1068199999999999</c:v>
                </c:pt>
                <c:pt idx="18360">
                  <c:v>5.1071299999999997</c:v>
                </c:pt>
                <c:pt idx="18361">
                  <c:v>5.1074400000000004</c:v>
                </c:pt>
                <c:pt idx="18362">
                  <c:v>5.1077399999999997</c:v>
                </c:pt>
                <c:pt idx="18363">
                  <c:v>5.1080500000000004</c:v>
                </c:pt>
                <c:pt idx="18364">
                  <c:v>5.1083499999999997</c:v>
                </c:pt>
                <c:pt idx="18365">
                  <c:v>5.1086600000000004</c:v>
                </c:pt>
                <c:pt idx="18366">
                  <c:v>5.1089599999999997</c:v>
                </c:pt>
                <c:pt idx="18367">
                  <c:v>5.1092700000000004</c:v>
                </c:pt>
                <c:pt idx="18368">
                  <c:v>5.1095699999999997</c:v>
                </c:pt>
                <c:pt idx="18369">
                  <c:v>5.1098800000000004</c:v>
                </c:pt>
                <c:pt idx="18370">
                  <c:v>5.1101799999999997</c:v>
                </c:pt>
                <c:pt idx="18371">
                  <c:v>5.1104900000000004</c:v>
                </c:pt>
                <c:pt idx="18372">
                  <c:v>5.1107899999999997</c:v>
                </c:pt>
                <c:pt idx="18373">
                  <c:v>5.1111000000000004</c:v>
                </c:pt>
                <c:pt idx="18374">
                  <c:v>5.1114100000000002</c:v>
                </c:pt>
                <c:pt idx="18375">
                  <c:v>5.1117100000000004</c:v>
                </c:pt>
                <c:pt idx="18376">
                  <c:v>5.1120200000000002</c:v>
                </c:pt>
                <c:pt idx="18377">
                  <c:v>5.1123200000000004</c:v>
                </c:pt>
                <c:pt idx="18378">
                  <c:v>5.1126300000000002</c:v>
                </c:pt>
                <c:pt idx="18379">
                  <c:v>5.1129300000000004</c:v>
                </c:pt>
                <c:pt idx="18380">
                  <c:v>5.1132400000000002</c:v>
                </c:pt>
                <c:pt idx="18381">
                  <c:v>5.1135400000000004</c:v>
                </c:pt>
                <c:pt idx="18382">
                  <c:v>5.1138500000000002</c:v>
                </c:pt>
                <c:pt idx="18383">
                  <c:v>5.1141500000000004</c:v>
                </c:pt>
                <c:pt idx="18384">
                  <c:v>5.1144600000000002</c:v>
                </c:pt>
                <c:pt idx="18385">
                  <c:v>5.1147600000000004</c:v>
                </c:pt>
                <c:pt idx="18386">
                  <c:v>5.1150700000000002</c:v>
                </c:pt>
                <c:pt idx="18387">
                  <c:v>5.11538</c:v>
                </c:pt>
                <c:pt idx="18388">
                  <c:v>5.1156800000000002</c:v>
                </c:pt>
                <c:pt idx="18389">
                  <c:v>5.11599</c:v>
                </c:pt>
                <c:pt idx="18390">
                  <c:v>5.1162900000000002</c:v>
                </c:pt>
                <c:pt idx="18391">
                  <c:v>5.1166</c:v>
                </c:pt>
                <c:pt idx="18392">
                  <c:v>5.1169000000000002</c:v>
                </c:pt>
                <c:pt idx="18393">
                  <c:v>5.11721</c:v>
                </c:pt>
                <c:pt idx="18394">
                  <c:v>5.1175100000000002</c:v>
                </c:pt>
                <c:pt idx="18395">
                  <c:v>5.11782</c:v>
                </c:pt>
                <c:pt idx="18396">
                  <c:v>5.1181200000000002</c:v>
                </c:pt>
                <c:pt idx="18397">
                  <c:v>5.11843</c:v>
                </c:pt>
                <c:pt idx="18398">
                  <c:v>5.1187300000000002</c:v>
                </c:pt>
                <c:pt idx="18399">
                  <c:v>5.11904</c:v>
                </c:pt>
                <c:pt idx="18400">
                  <c:v>5.1193499999999998</c:v>
                </c:pt>
                <c:pt idx="18401">
                  <c:v>5.11965</c:v>
                </c:pt>
                <c:pt idx="18402">
                  <c:v>5.1199599999999998</c:v>
                </c:pt>
                <c:pt idx="18403">
                  <c:v>5.12026</c:v>
                </c:pt>
                <c:pt idx="18404">
                  <c:v>5.1205699999999998</c:v>
                </c:pt>
                <c:pt idx="18405">
                  <c:v>5.12087</c:v>
                </c:pt>
                <c:pt idx="18406">
                  <c:v>5.1211799999999998</c:v>
                </c:pt>
                <c:pt idx="18407">
                  <c:v>5.12148</c:v>
                </c:pt>
                <c:pt idx="18408">
                  <c:v>5.1217899999999998</c:v>
                </c:pt>
                <c:pt idx="18409">
                  <c:v>5.12209</c:v>
                </c:pt>
                <c:pt idx="18410">
                  <c:v>5.1223999999999998</c:v>
                </c:pt>
                <c:pt idx="18411">
                  <c:v>5.1227099999999997</c:v>
                </c:pt>
                <c:pt idx="18412">
                  <c:v>5.1230099999999998</c:v>
                </c:pt>
                <c:pt idx="18413">
                  <c:v>5.1233199999999997</c:v>
                </c:pt>
                <c:pt idx="18414">
                  <c:v>5.1236199999999998</c:v>
                </c:pt>
                <c:pt idx="18415">
                  <c:v>5.1239299999999997</c:v>
                </c:pt>
                <c:pt idx="18416">
                  <c:v>5.1242299999999998</c:v>
                </c:pt>
                <c:pt idx="18417">
                  <c:v>5.1245399999999997</c:v>
                </c:pt>
                <c:pt idx="18418">
                  <c:v>5.1248399999999998</c:v>
                </c:pt>
                <c:pt idx="18419">
                  <c:v>5.1251499999999997</c:v>
                </c:pt>
                <c:pt idx="18420">
                  <c:v>5.1254499999999998</c:v>
                </c:pt>
                <c:pt idx="18421">
                  <c:v>5.1257599999999996</c:v>
                </c:pt>
                <c:pt idx="18422">
                  <c:v>5.1260599999999998</c:v>
                </c:pt>
                <c:pt idx="18423">
                  <c:v>5.1263699999999996</c:v>
                </c:pt>
                <c:pt idx="18424">
                  <c:v>5.1266800000000003</c:v>
                </c:pt>
                <c:pt idx="18425">
                  <c:v>5.1269799999999996</c:v>
                </c:pt>
                <c:pt idx="18426">
                  <c:v>5.1272900000000003</c:v>
                </c:pt>
                <c:pt idx="18427">
                  <c:v>5.1275899999999996</c:v>
                </c:pt>
                <c:pt idx="18428">
                  <c:v>5.1279000000000003</c:v>
                </c:pt>
                <c:pt idx="18429">
                  <c:v>5.1281999999999996</c:v>
                </c:pt>
                <c:pt idx="18430">
                  <c:v>5.1285100000000003</c:v>
                </c:pt>
                <c:pt idx="18431">
                  <c:v>5.1288099999999996</c:v>
                </c:pt>
                <c:pt idx="18432">
                  <c:v>5.1291200000000003</c:v>
                </c:pt>
                <c:pt idx="18433">
                  <c:v>5.1294199999999996</c:v>
                </c:pt>
                <c:pt idx="18434">
                  <c:v>5.1297300000000003</c:v>
                </c:pt>
                <c:pt idx="18435">
                  <c:v>5.1300299999999996</c:v>
                </c:pt>
                <c:pt idx="18436">
                  <c:v>5.1303400000000003</c:v>
                </c:pt>
                <c:pt idx="18437">
                  <c:v>5.1306500000000002</c:v>
                </c:pt>
                <c:pt idx="18438">
                  <c:v>5.1309500000000003</c:v>
                </c:pt>
                <c:pt idx="18439">
                  <c:v>5.1312600000000002</c:v>
                </c:pt>
                <c:pt idx="18440">
                  <c:v>5.1315600000000003</c:v>
                </c:pt>
                <c:pt idx="18441">
                  <c:v>5.1318700000000002</c:v>
                </c:pt>
                <c:pt idx="18442">
                  <c:v>5.1321700000000003</c:v>
                </c:pt>
                <c:pt idx="18443">
                  <c:v>5.1324800000000002</c:v>
                </c:pt>
                <c:pt idx="18444">
                  <c:v>5.1327800000000003</c:v>
                </c:pt>
                <c:pt idx="18445">
                  <c:v>5.1330900000000002</c:v>
                </c:pt>
                <c:pt idx="18446">
                  <c:v>5.1333900000000003</c:v>
                </c:pt>
                <c:pt idx="18447">
                  <c:v>5.1337000000000002</c:v>
                </c:pt>
                <c:pt idx="18448">
                  <c:v>5.1340000000000003</c:v>
                </c:pt>
                <c:pt idx="18449">
                  <c:v>5.1343100000000002</c:v>
                </c:pt>
                <c:pt idx="18450">
                  <c:v>5.13462</c:v>
                </c:pt>
                <c:pt idx="18451">
                  <c:v>5.1349200000000002</c:v>
                </c:pt>
                <c:pt idx="18452">
                  <c:v>5.13523</c:v>
                </c:pt>
                <c:pt idx="18453">
                  <c:v>5.1355300000000002</c:v>
                </c:pt>
                <c:pt idx="18454">
                  <c:v>5.13584</c:v>
                </c:pt>
                <c:pt idx="18455">
                  <c:v>5.1361400000000001</c:v>
                </c:pt>
                <c:pt idx="18456">
                  <c:v>5.13645</c:v>
                </c:pt>
                <c:pt idx="18457">
                  <c:v>5.1367500000000001</c:v>
                </c:pt>
                <c:pt idx="18458">
                  <c:v>5.13706</c:v>
                </c:pt>
                <c:pt idx="18459">
                  <c:v>5.1373600000000001</c:v>
                </c:pt>
                <c:pt idx="18460">
                  <c:v>5.13767</c:v>
                </c:pt>
                <c:pt idx="18461">
                  <c:v>5.1379700000000001</c:v>
                </c:pt>
                <c:pt idx="18462">
                  <c:v>5.13828</c:v>
                </c:pt>
                <c:pt idx="18463">
                  <c:v>5.1385899999999998</c:v>
                </c:pt>
                <c:pt idx="18464">
                  <c:v>5.13889</c:v>
                </c:pt>
                <c:pt idx="18465">
                  <c:v>5.1391999999999998</c:v>
                </c:pt>
                <c:pt idx="18466">
                  <c:v>5.1395</c:v>
                </c:pt>
                <c:pt idx="18467">
                  <c:v>5.1398099999999998</c:v>
                </c:pt>
                <c:pt idx="18468">
                  <c:v>5.14011</c:v>
                </c:pt>
                <c:pt idx="18469">
                  <c:v>5.1404199999999998</c:v>
                </c:pt>
                <c:pt idx="18470">
                  <c:v>5.14072</c:v>
                </c:pt>
                <c:pt idx="18471">
                  <c:v>5.1410299999999998</c:v>
                </c:pt>
                <c:pt idx="18472">
                  <c:v>5.14133</c:v>
                </c:pt>
                <c:pt idx="18473">
                  <c:v>5.1416399999999998</c:v>
                </c:pt>
                <c:pt idx="18474">
                  <c:v>5.1419499999999996</c:v>
                </c:pt>
                <c:pt idx="18475">
                  <c:v>5.1422499999999998</c:v>
                </c:pt>
                <c:pt idx="18476">
                  <c:v>5.1425599999999996</c:v>
                </c:pt>
                <c:pt idx="18477">
                  <c:v>5.1428599999999998</c:v>
                </c:pt>
                <c:pt idx="18478">
                  <c:v>5.1431699999999996</c:v>
                </c:pt>
                <c:pt idx="18479">
                  <c:v>5.1434699999999998</c:v>
                </c:pt>
                <c:pt idx="18480">
                  <c:v>5.1437799999999996</c:v>
                </c:pt>
                <c:pt idx="18481">
                  <c:v>5.1440799999999998</c:v>
                </c:pt>
                <c:pt idx="18482">
                  <c:v>5.1443899999999996</c:v>
                </c:pt>
                <c:pt idx="18483">
                  <c:v>5.1446899999999998</c:v>
                </c:pt>
                <c:pt idx="18484">
                  <c:v>5.1449999999999996</c:v>
                </c:pt>
                <c:pt idx="18485">
                  <c:v>5.1452999999999998</c:v>
                </c:pt>
                <c:pt idx="18486">
                  <c:v>5.1456099999999996</c:v>
                </c:pt>
                <c:pt idx="18487">
                  <c:v>5.1459200000000003</c:v>
                </c:pt>
                <c:pt idx="18488">
                  <c:v>5.1462199999999996</c:v>
                </c:pt>
                <c:pt idx="18489">
                  <c:v>5.1465300000000003</c:v>
                </c:pt>
                <c:pt idx="18490">
                  <c:v>5.1468299999999996</c:v>
                </c:pt>
                <c:pt idx="18491">
                  <c:v>5.1471400000000003</c:v>
                </c:pt>
                <c:pt idx="18492">
                  <c:v>5.1474399999999996</c:v>
                </c:pt>
                <c:pt idx="18493">
                  <c:v>5.1477500000000003</c:v>
                </c:pt>
                <c:pt idx="18494">
                  <c:v>5.1480499999999996</c:v>
                </c:pt>
                <c:pt idx="18495">
                  <c:v>5.1483600000000003</c:v>
                </c:pt>
                <c:pt idx="18496">
                  <c:v>5.1486599999999996</c:v>
                </c:pt>
                <c:pt idx="18497">
                  <c:v>5.1489700000000003</c:v>
                </c:pt>
                <c:pt idx="18498">
                  <c:v>5.1492699999999996</c:v>
                </c:pt>
                <c:pt idx="18499">
                  <c:v>5.1495800000000003</c:v>
                </c:pt>
                <c:pt idx="18500">
                  <c:v>5.1498900000000001</c:v>
                </c:pt>
                <c:pt idx="18501">
                  <c:v>5.1501900000000003</c:v>
                </c:pt>
                <c:pt idx="18502">
                  <c:v>5.1505000000000001</c:v>
                </c:pt>
                <c:pt idx="18503">
                  <c:v>5.1508000000000003</c:v>
                </c:pt>
                <c:pt idx="18504">
                  <c:v>5.1511100000000001</c:v>
                </c:pt>
                <c:pt idx="18505">
                  <c:v>5.1514100000000003</c:v>
                </c:pt>
                <c:pt idx="18506">
                  <c:v>5.1517200000000001</c:v>
                </c:pt>
                <c:pt idx="18507">
                  <c:v>5.1520200000000003</c:v>
                </c:pt>
                <c:pt idx="18508">
                  <c:v>5.1523300000000001</c:v>
                </c:pt>
                <c:pt idx="18509">
                  <c:v>5.1526300000000003</c:v>
                </c:pt>
                <c:pt idx="18510">
                  <c:v>5.1529400000000001</c:v>
                </c:pt>
                <c:pt idx="18511">
                  <c:v>5.1532400000000003</c:v>
                </c:pt>
                <c:pt idx="18512">
                  <c:v>5.1535500000000001</c:v>
                </c:pt>
                <c:pt idx="18513">
                  <c:v>5.1538599999999999</c:v>
                </c:pt>
                <c:pt idx="18514">
                  <c:v>5.1541600000000001</c:v>
                </c:pt>
                <c:pt idx="18515">
                  <c:v>5.1544699999999999</c:v>
                </c:pt>
                <c:pt idx="18516">
                  <c:v>5.1547700000000001</c:v>
                </c:pt>
                <c:pt idx="18517">
                  <c:v>5.1550799999999999</c:v>
                </c:pt>
                <c:pt idx="18518">
                  <c:v>5.1553800000000001</c:v>
                </c:pt>
                <c:pt idx="18519">
                  <c:v>5.1556899999999999</c:v>
                </c:pt>
                <c:pt idx="18520">
                  <c:v>5.1559900000000001</c:v>
                </c:pt>
                <c:pt idx="18521">
                  <c:v>5.1562999999999999</c:v>
                </c:pt>
                <c:pt idx="18522">
                  <c:v>5.1566000000000001</c:v>
                </c:pt>
                <c:pt idx="18523">
                  <c:v>5.1569099999999999</c:v>
                </c:pt>
                <c:pt idx="18524">
                  <c:v>5.1572199999999997</c:v>
                </c:pt>
                <c:pt idx="18525">
                  <c:v>5.1575199999999999</c:v>
                </c:pt>
                <c:pt idx="18526">
                  <c:v>5.1578299999999997</c:v>
                </c:pt>
                <c:pt idx="18527">
                  <c:v>5.1581299999999999</c:v>
                </c:pt>
                <c:pt idx="18528">
                  <c:v>5.1584399999999997</c:v>
                </c:pt>
                <c:pt idx="18529">
                  <c:v>5.1587399999999999</c:v>
                </c:pt>
                <c:pt idx="18530">
                  <c:v>5.1590499999999997</c:v>
                </c:pt>
                <c:pt idx="18531">
                  <c:v>5.1593499999999999</c:v>
                </c:pt>
                <c:pt idx="18532">
                  <c:v>5.1596599999999997</c:v>
                </c:pt>
                <c:pt idx="18533">
                  <c:v>5.1599599999999999</c:v>
                </c:pt>
                <c:pt idx="18534">
                  <c:v>5.1602699999999997</c:v>
                </c:pt>
                <c:pt idx="18535">
                  <c:v>5.1605699999999999</c:v>
                </c:pt>
                <c:pt idx="18536">
                  <c:v>5.1608799999999997</c:v>
                </c:pt>
                <c:pt idx="18537">
                  <c:v>5.1611900000000004</c:v>
                </c:pt>
                <c:pt idx="18538">
                  <c:v>5.1614899999999997</c:v>
                </c:pt>
                <c:pt idx="18539">
                  <c:v>5.1618000000000004</c:v>
                </c:pt>
                <c:pt idx="18540">
                  <c:v>5.1620999999999997</c:v>
                </c:pt>
                <c:pt idx="18541">
                  <c:v>5.1624100000000004</c:v>
                </c:pt>
                <c:pt idx="18542">
                  <c:v>5.1627099999999997</c:v>
                </c:pt>
                <c:pt idx="18543">
                  <c:v>5.1630200000000004</c:v>
                </c:pt>
                <c:pt idx="18544">
                  <c:v>5.1633199999999997</c:v>
                </c:pt>
                <c:pt idx="18545">
                  <c:v>5.1636300000000004</c:v>
                </c:pt>
                <c:pt idx="18546">
                  <c:v>5.1639299999999997</c:v>
                </c:pt>
                <c:pt idx="18547">
                  <c:v>5.1642400000000004</c:v>
                </c:pt>
                <c:pt idx="18548">
                  <c:v>5.1645399999999997</c:v>
                </c:pt>
                <c:pt idx="18549">
                  <c:v>5.1648500000000004</c:v>
                </c:pt>
                <c:pt idx="18550">
                  <c:v>5.1651600000000002</c:v>
                </c:pt>
                <c:pt idx="18551">
                  <c:v>5.1654600000000004</c:v>
                </c:pt>
                <c:pt idx="18552">
                  <c:v>5.1657700000000002</c:v>
                </c:pt>
                <c:pt idx="18553">
                  <c:v>5.1660700000000004</c:v>
                </c:pt>
                <c:pt idx="18554">
                  <c:v>5.1663800000000002</c:v>
                </c:pt>
                <c:pt idx="18555">
                  <c:v>5.1666800000000004</c:v>
                </c:pt>
                <c:pt idx="18556">
                  <c:v>5.1669900000000002</c:v>
                </c:pt>
                <c:pt idx="18557">
                  <c:v>5.1672900000000004</c:v>
                </c:pt>
                <c:pt idx="18558">
                  <c:v>5.1676000000000002</c:v>
                </c:pt>
                <c:pt idx="18559">
                  <c:v>5.1679000000000004</c:v>
                </c:pt>
                <c:pt idx="18560">
                  <c:v>5.1682100000000002</c:v>
                </c:pt>
                <c:pt idx="18561">
                  <c:v>5.1685100000000004</c:v>
                </c:pt>
                <c:pt idx="18562">
                  <c:v>5.1688200000000002</c:v>
                </c:pt>
                <c:pt idx="18563">
                  <c:v>5.16913</c:v>
                </c:pt>
                <c:pt idx="18564">
                  <c:v>5.1694300000000002</c:v>
                </c:pt>
                <c:pt idx="18565">
                  <c:v>5.16974</c:v>
                </c:pt>
                <c:pt idx="18566">
                  <c:v>5.1700400000000002</c:v>
                </c:pt>
                <c:pt idx="18567">
                  <c:v>5.17035</c:v>
                </c:pt>
                <c:pt idx="18568">
                  <c:v>5.1706500000000002</c:v>
                </c:pt>
                <c:pt idx="18569">
                  <c:v>5.17096</c:v>
                </c:pt>
                <c:pt idx="18570">
                  <c:v>5.1712600000000002</c:v>
                </c:pt>
                <c:pt idx="18571">
                  <c:v>5.17157</c:v>
                </c:pt>
                <c:pt idx="18572">
                  <c:v>5.1718700000000002</c:v>
                </c:pt>
                <c:pt idx="18573">
                  <c:v>5.17218</c:v>
                </c:pt>
                <c:pt idx="18574">
                  <c:v>5.1724800000000002</c:v>
                </c:pt>
                <c:pt idx="18575">
                  <c:v>5.17279</c:v>
                </c:pt>
                <c:pt idx="18576">
                  <c:v>5.1730999999999998</c:v>
                </c:pt>
                <c:pt idx="18577">
                  <c:v>5.1734</c:v>
                </c:pt>
                <c:pt idx="18578">
                  <c:v>5.1737099999999998</c:v>
                </c:pt>
                <c:pt idx="18579">
                  <c:v>5.17401</c:v>
                </c:pt>
                <c:pt idx="18580">
                  <c:v>5.1743199999999998</c:v>
                </c:pt>
                <c:pt idx="18581">
                  <c:v>5.17462</c:v>
                </c:pt>
                <c:pt idx="18582">
                  <c:v>5.1749299999999998</c:v>
                </c:pt>
                <c:pt idx="18583">
                  <c:v>5.17523</c:v>
                </c:pt>
                <c:pt idx="18584">
                  <c:v>5.1755399999999998</c:v>
                </c:pt>
                <c:pt idx="18585">
                  <c:v>5.17584</c:v>
                </c:pt>
                <c:pt idx="18586">
                  <c:v>5.1761499999999998</c:v>
                </c:pt>
                <c:pt idx="18587">
                  <c:v>5.1764599999999996</c:v>
                </c:pt>
                <c:pt idx="18588">
                  <c:v>5.1767599999999998</c:v>
                </c:pt>
                <c:pt idx="18589">
                  <c:v>5.1770699999999996</c:v>
                </c:pt>
                <c:pt idx="18590">
                  <c:v>5.1773699999999998</c:v>
                </c:pt>
                <c:pt idx="18591">
                  <c:v>5.1776799999999996</c:v>
                </c:pt>
                <c:pt idx="18592">
                  <c:v>5.1779799999999998</c:v>
                </c:pt>
                <c:pt idx="18593">
                  <c:v>5.1782899999999996</c:v>
                </c:pt>
                <c:pt idx="18594">
                  <c:v>5.1785899999999998</c:v>
                </c:pt>
                <c:pt idx="18595">
                  <c:v>5.1788999999999996</c:v>
                </c:pt>
                <c:pt idx="18596">
                  <c:v>5.1791999999999998</c:v>
                </c:pt>
                <c:pt idx="18597">
                  <c:v>5.1795099999999996</c:v>
                </c:pt>
                <c:pt idx="18598">
                  <c:v>5.1798099999999998</c:v>
                </c:pt>
                <c:pt idx="18599">
                  <c:v>5.1801199999999996</c:v>
                </c:pt>
                <c:pt idx="18600">
                  <c:v>5.1804300000000003</c:v>
                </c:pt>
                <c:pt idx="18601">
                  <c:v>5.1807299999999996</c:v>
                </c:pt>
                <c:pt idx="18602">
                  <c:v>5.1810400000000003</c:v>
                </c:pt>
                <c:pt idx="18603">
                  <c:v>5.1813399999999996</c:v>
                </c:pt>
                <c:pt idx="18604">
                  <c:v>5.1816500000000003</c:v>
                </c:pt>
                <c:pt idx="18605">
                  <c:v>5.1819499999999996</c:v>
                </c:pt>
                <c:pt idx="18606">
                  <c:v>5.1822600000000003</c:v>
                </c:pt>
                <c:pt idx="18607">
                  <c:v>5.1825599999999996</c:v>
                </c:pt>
                <c:pt idx="18608">
                  <c:v>5.1828700000000003</c:v>
                </c:pt>
                <c:pt idx="18609">
                  <c:v>5.1831699999999996</c:v>
                </c:pt>
                <c:pt idx="18610">
                  <c:v>5.1834800000000003</c:v>
                </c:pt>
                <c:pt idx="18611">
                  <c:v>5.1837799999999996</c:v>
                </c:pt>
                <c:pt idx="18612">
                  <c:v>5.1840900000000003</c:v>
                </c:pt>
                <c:pt idx="18613">
                  <c:v>5.1844000000000001</c:v>
                </c:pt>
                <c:pt idx="18614">
                  <c:v>5.1847000000000003</c:v>
                </c:pt>
                <c:pt idx="18615">
                  <c:v>5.1850100000000001</c:v>
                </c:pt>
                <c:pt idx="18616">
                  <c:v>5.1853100000000003</c:v>
                </c:pt>
                <c:pt idx="18617">
                  <c:v>5.1856200000000001</c:v>
                </c:pt>
                <c:pt idx="18618">
                  <c:v>5.1859200000000003</c:v>
                </c:pt>
                <c:pt idx="18619">
                  <c:v>5.1862300000000001</c:v>
                </c:pt>
                <c:pt idx="18620">
                  <c:v>5.1865300000000003</c:v>
                </c:pt>
                <c:pt idx="18621">
                  <c:v>5.1868400000000001</c:v>
                </c:pt>
                <c:pt idx="18622">
                  <c:v>5.1871400000000003</c:v>
                </c:pt>
                <c:pt idx="18623">
                  <c:v>5.1874500000000001</c:v>
                </c:pt>
                <c:pt idx="18624">
                  <c:v>5.1877500000000003</c:v>
                </c:pt>
                <c:pt idx="18625">
                  <c:v>5.1880600000000001</c:v>
                </c:pt>
                <c:pt idx="18626">
                  <c:v>5.1883699999999999</c:v>
                </c:pt>
                <c:pt idx="18627">
                  <c:v>5.1886700000000001</c:v>
                </c:pt>
                <c:pt idx="18628">
                  <c:v>5.1889799999999999</c:v>
                </c:pt>
                <c:pt idx="18629">
                  <c:v>5.1892800000000001</c:v>
                </c:pt>
                <c:pt idx="18630">
                  <c:v>5.1895899999999999</c:v>
                </c:pt>
                <c:pt idx="18631">
                  <c:v>5.1898900000000001</c:v>
                </c:pt>
                <c:pt idx="18632">
                  <c:v>5.1901999999999999</c:v>
                </c:pt>
                <c:pt idx="18633">
                  <c:v>5.1905000000000001</c:v>
                </c:pt>
                <c:pt idx="18634">
                  <c:v>5.1908099999999999</c:v>
                </c:pt>
                <c:pt idx="18635">
                  <c:v>5.1911100000000001</c:v>
                </c:pt>
                <c:pt idx="18636">
                  <c:v>5.1914199999999999</c:v>
                </c:pt>
                <c:pt idx="18637">
                  <c:v>5.1917200000000001</c:v>
                </c:pt>
                <c:pt idx="18638">
                  <c:v>5.1920299999999999</c:v>
                </c:pt>
                <c:pt idx="18639">
                  <c:v>5.1923399999999997</c:v>
                </c:pt>
                <c:pt idx="18640">
                  <c:v>5.1926399999999999</c:v>
                </c:pt>
                <c:pt idx="18641">
                  <c:v>5.1929499999999997</c:v>
                </c:pt>
                <c:pt idx="18642">
                  <c:v>5.1932499999999999</c:v>
                </c:pt>
                <c:pt idx="18643">
                  <c:v>5.1935599999999997</c:v>
                </c:pt>
                <c:pt idx="18644">
                  <c:v>5.1938599999999999</c:v>
                </c:pt>
                <c:pt idx="18645">
                  <c:v>5.1941699999999997</c:v>
                </c:pt>
                <c:pt idx="18646">
                  <c:v>5.1944699999999999</c:v>
                </c:pt>
                <c:pt idx="18647">
                  <c:v>5.1947799999999997</c:v>
                </c:pt>
                <c:pt idx="18648">
                  <c:v>5.1950799999999999</c:v>
                </c:pt>
                <c:pt idx="18649">
                  <c:v>5.1953899999999997</c:v>
                </c:pt>
                <c:pt idx="18650">
                  <c:v>5.1957000000000004</c:v>
                </c:pt>
                <c:pt idx="18651">
                  <c:v>5.1959999999999997</c:v>
                </c:pt>
                <c:pt idx="18652">
                  <c:v>5.1963100000000004</c:v>
                </c:pt>
                <c:pt idx="18653">
                  <c:v>5.1966099999999997</c:v>
                </c:pt>
                <c:pt idx="18654">
                  <c:v>5.1969200000000004</c:v>
                </c:pt>
                <c:pt idx="18655">
                  <c:v>5.1972199999999997</c:v>
                </c:pt>
                <c:pt idx="18656">
                  <c:v>5.1975300000000004</c:v>
                </c:pt>
                <c:pt idx="18657">
                  <c:v>5.1978299999999997</c:v>
                </c:pt>
                <c:pt idx="18658">
                  <c:v>5.1981400000000004</c:v>
                </c:pt>
                <c:pt idx="18659">
                  <c:v>5.1984399999999997</c:v>
                </c:pt>
                <c:pt idx="18660">
                  <c:v>5.1987500000000004</c:v>
                </c:pt>
                <c:pt idx="18661">
                  <c:v>5.1990499999999997</c:v>
                </c:pt>
                <c:pt idx="18662">
                  <c:v>5.1993600000000004</c:v>
                </c:pt>
                <c:pt idx="18663">
                  <c:v>5.1996700000000002</c:v>
                </c:pt>
                <c:pt idx="18664">
                  <c:v>5.1999700000000004</c:v>
                </c:pt>
                <c:pt idx="18665">
                  <c:v>5.2002800000000002</c:v>
                </c:pt>
                <c:pt idx="18666">
                  <c:v>5.2005800000000004</c:v>
                </c:pt>
                <c:pt idx="18667">
                  <c:v>5.2008900000000002</c:v>
                </c:pt>
                <c:pt idx="18668">
                  <c:v>5.2011900000000004</c:v>
                </c:pt>
                <c:pt idx="18669">
                  <c:v>5.2015000000000002</c:v>
                </c:pt>
                <c:pt idx="18670">
                  <c:v>5.2018000000000004</c:v>
                </c:pt>
                <c:pt idx="18671">
                  <c:v>5.2021100000000002</c:v>
                </c:pt>
                <c:pt idx="18672">
                  <c:v>5.2024100000000004</c:v>
                </c:pt>
                <c:pt idx="18673">
                  <c:v>5.2027200000000002</c:v>
                </c:pt>
                <c:pt idx="18674">
                  <c:v>5.2030200000000004</c:v>
                </c:pt>
                <c:pt idx="18675">
                  <c:v>5.2033300000000002</c:v>
                </c:pt>
                <c:pt idx="18676">
                  <c:v>5.20364</c:v>
                </c:pt>
                <c:pt idx="18677">
                  <c:v>5.2039400000000002</c:v>
                </c:pt>
                <c:pt idx="18678">
                  <c:v>5.20425</c:v>
                </c:pt>
                <c:pt idx="18679">
                  <c:v>5.2045500000000002</c:v>
                </c:pt>
                <c:pt idx="18680">
                  <c:v>5.20486</c:v>
                </c:pt>
                <c:pt idx="18681">
                  <c:v>5.2051600000000002</c:v>
                </c:pt>
                <c:pt idx="18682">
                  <c:v>5.20547</c:v>
                </c:pt>
                <c:pt idx="18683">
                  <c:v>5.2057700000000002</c:v>
                </c:pt>
                <c:pt idx="18684">
                  <c:v>5.20608</c:v>
                </c:pt>
                <c:pt idx="18685">
                  <c:v>5.2063800000000002</c:v>
                </c:pt>
                <c:pt idx="18686">
                  <c:v>5.20669</c:v>
                </c:pt>
                <c:pt idx="18687">
                  <c:v>5.2069900000000002</c:v>
                </c:pt>
                <c:pt idx="18688">
                  <c:v>5.2073</c:v>
                </c:pt>
                <c:pt idx="18689">
                  <c:v>5.2076099999999999</c:v>
                </c:pt>
                <c:pt idx="18690">
                  <c:v>5.20791</c:v>
                </c:pt>
                <c:pt idx="18691">
                  <c:v>5.2082199999999998</c:v>
                </c:pt>
                <c:pt idx="18692">
                  <c:v>5.20852</c:v>
                </c:pt>
                <c:pt idx="18693">
                  <c:v>5.2088299999999998</c:v>
                </c:pt>
                <c:pt idx="18694">
                  <c:v>5.20913</c:v>
                </c:pt>
                <c:pt idx="18695">
                  <c:v>5.2094399999999998</c:v>
                </c:pt>
                <c:pt idx="18696">
                  <c:v>5.20974</c:v>
                </c:pt>
                <c:pt idx="18697">
                  <c:v>5.2100499999999998</c:v>
                </c:pt>
                <c:pt idx="18698">
                  <c:v>5.21035</c:v>
                </c:pt>
                <c:pt idx="18699">
                  <c:v>5.2106599999999998</c:v>
                </c:pt>
                <c:pt idx="18700">
                  <c:v>5.2109699999999997</c:v>
                </c:pt>
                <c:pt idx="18701">
                  <c:v>5.2112699999999998</c:v>
                </c:pt>
                <c:pt idx="18702">
                  <c:v>5.2115799999999997</c:v>
                </c:pt>
                <c:pt idx="18703">
                  <c:v>5.2118799999999998</c:v>
                </c:pt>
                <c:pt idx="18704">
                  <c:v>5.2121899999999997</c:v>
                </c:pt>
                <c:pt idx="18705">
                  <c:v>5.2124899999999998</c:v>
                </c:pt>
                <c:pt idx="18706">
                  <c:v>5.2127999999999997</c:v>
                </c:pt>
                <c:pt idx="18707">
                  <c:v>5.2130999999999998</c:v>
                </c:pt>
                <c:pt idx="18708">
                  <c:v>5.2134099999999997</c:v>
                </c:pt>
                <c:pt idx="18709">
                  <c:v>5.2137099999999998</c:v>
                </c:pt>
                <c:pt idx="18710">
                  <c:v>5.2140199999999997</c:v>
                </c:pt>
                <c:pt idx="18711">
                  <c:v>5.2143199999999998</c:v>
                </c:pt>
                <c:pt idx="18712">
                  <c:v>5.2146299999999997</c:v>
                </c:pt>
                <c:pt idx="18713">
                  <c:v>5.2149400000000004</c:v>
                </c:pt>
                <c:pt idx="18714">
                  <c:v>5.2152399999999997</c:v>
                </c:pt>
                <c:pt idx="18715">
                  <c:v>5.2155500000000004</c:v>
                </c:pt>
                <c:pt idx="18716">
                  <c:v>5.2158499999999997</c:v>
                </c:pt>
                <c:pt idx="18717">
                  <c:v>5.2161600000000004</c:v>
                </c:pt>
                <c:pt idx="18718">
                  <c:v>5.2164599999999997</c:v>
                </c:pt>
                <c:pt idx="18719">
                  <c:v>5.2167700000000004</c:v>
                </c:pt>
                <c:pt idx="18720">
                  <c:v>5.2170699999999997</c:v>
                </c:pt>
                <c:pt idx="18721">
                  <c:v>5.2173800000000004</c:v>
                </c:pt>
                <c:pt idx="18722">
                  <c:v>5.2176799999999997</c:v>
                </c:pt>
                <c:pt idx="18723">
                  <c:v>5.2179900000000004</c:v>
                </c:pt>
                <c:pt idx="18724">
                  <c:v>5.2182899999999997</c:v>
                </c:pt>
                <c:pt idx="18725">
                  <c:v>5.2186000000000003</c:v>
                </c:pt>
                <c:pt idx="18726">
                  <c:v>5.2189100000000002</c:v>
                </c:pt>
                <c:pt idx="18727">
                  <c:v>5.2192100000000003</c:v>
                </c:pt>
                <c:pt idx="18728">
                  <c:v>5.2195200000000002</c:v>
                </c:pt>
                <c:pt idx="18729">
                  <c:v>5.2198200000000003</c:v>
                </c:pt>
                <c:pt idx="18730">
                  <c:v>5.2201300000000002</c:v>
                </c:pt>
                <c:pt idx="18731">
                  <c:v>5.2204300000000003</c:v>
                </c:pt>
                <c:pt idx="18732">
                  <c:v>5.2207400000000002</c:v>
                </c:pt>
                <c:pt idx="18733">
                  <c:v>5.2210400000000003</c:v>
                </c:pt>
                <c:pt idx="18734">
                  <c:v>5.2213500000000002</c:v>
                </c:pt>
                <c:pt idx="18735">
                  <c:v>5.2216500000000003</c:v>
                </c:pt>
                <c:pt idx="18736">
                  <c:v>5.2219600000000002</c:v>
                </c:pt>
                <c:pt idx="18737">
                  <c:v>5.2222600000000003</c:v>
                </c:pt>
                <c:pt idx="18738">
                  <c:v>5.2225700000000002</c:v>
                </c:pt>
                <c:pt idx="18739">
                  <c:v>5.22288</c:v>
                </c:pt>
                <c:pt idx="18740">
                  <c:v>5.2231800000000002</c:v>
                </c:pt>
                <c:pt idx="18741">
                  <c:v>5.22349</c:v>
                </c:pt>
                <c:pt idx="18742">
                  <c:v>5.2237900000000002</c:v>
                </c:pt>
                <c:pt idx="18743">
                  <c:v>5.2241</c:v>
                </c:pt>
                <c:pt idx="18744">
                  <c:v>5.2244000000000002</c:v>
                </c:pt>
                <c:pt idx="18745">
                  <c:v>5.22471</c:v>
                </c:pt>
                <c:pt idx="18746">
                  <c:v>5.2250100000000002</c:v>
                </c:pt>
                <c:pt idx="18747">
                  <c:v>5.22532</c:v>
                </c:pt>
                <c:pt idx="18748">
                  <c:v>5.2256200000000002</c:v>
                </c:pt>
                <c:pt idx="18749">
                  <c:v>5.22593</c:v>
                </c:pt>
                <c:pt idx="18750">
                  <c:v>5.2262300000000002</c:v>
                </c:pt>
                <c:pt idx="18751">
                  <c:v>5.22654</c:v>
                </c:pt>
                <c:pt idx="18752">
                  <c:v>5.2268499999999998</c:v>
                </c:pt>
                <c:pt idx="18753">
                  <c:v>5.22715</c:v>
                </c:pt>
                <c:pt idx="18754">
                  <c:v>5.2274599999999998</c:v>
                </c:pt>
                <c:pt idx="18755">
                  <c:v>5.22776</c:v>
                </c:pt>
                <c:pt idx="18756">
                  <c:v>5.2280699999999998</c:v>
                </c:pt>
                <c:pt idx="18757">
                  <c:v>5.22837</c:v>
                </c:pt>
                <c:pt idx="18758">
                  <c:v>5.2286799999999998</c:v>
                </c:pt>
                <c:pt idx="18759">
                  <c:v>5.22898</c:v>
                </c:pt>
                <c:pt idx="18760">
                  <c:v>5.2292899999999998</c:v>
                </c:pt>
                <c:pt idx="18761">
                  <c:v>5.22959</c:v>
                </c:pt>
                <c:pt idx="18762">
                  <c:v>5.2298999999999998</c:v>
                </c:pt>
                <c:pt idx="18763">
                  <c:v>5.2302099999999996</c:v>
                </c:pt>
                <c:pt idx="18764">
                  <c:v>5.2305099999999998</c:v>
                </c:pt>
                <c:pt idx="18765">
                  <c:v>5.2308199999999996</c:v>
                </c:pt>
                <c:pt idx="18766">
                  <c:v>5.2311199999999998</c:v>
                </c:pt>
                <c:pt idx="18767">
                  <c:v>5.2314299999999996</c:v>
                </c:pt>
                <c:pt idx="18768">
                  <c:v>5.2317299999999998</c:v>
                </c:pt>
                <c:pt idx="18769">
                  <c:v>5.2320399999999996</c:v>
                </c:pt>
                <c:pt idx="18770">
                  <c:v>5.2323399999999998</c:v>
                </c:pt>
                <c:pt idx="18771">
                  <c:v>5.2326499999999996</c:v>
                </c:pt>
                <c:pt idx="18772">
                  <c:v>5.2329499999999998</c:v>
                </c:pt>
                <c:pt idx="18773">
                  <c:v>5.2332599999999996</c:v>
                </c:pt>
                <c:pt idx="18774">
                  <c:v>5.2335599999999998</c:v>
                </c:pt>
                <c:pt idx="18775">
                  <c:v>5.2338699999999996</c:v>
                </c:pt>
                <c:pt idx="18776">
                  <c:v>5.2341800000000003</c:v>
                </c:pt>
                <c:pt idx="18777">
                  <c:v>5.2344799999999996</c:v>
                </c:pt>
                <c:pt idx="18778">
                  <c:v>5.2347900000000003</c:v>
                </c:pt>
                <c:pt idx="18779">
                  <c:v>5.2350899999999996</c:v>
                </c:pt>
                <c:pt idx="18780">
                  <c:v>5.2354000000000003</c:v>
                </c:pt>
                <c:pt idx="18781">
                  <c:v>5.2356999999999996</c:v>
                </c:pt>
                <c:pt idx="18782">
                  <c:v>5.2360100000000003</c:v>
                </c:pt>
                <c:pt idx="18783">
                  <c:v>5.2363099999999996</c:v>
                </c:pt>
                <c:pt idx="18784">
                  <c:v>5.2366200000000003</c:v>
                </c:pt>
                <c:pt idx="18785">
                  <c:v>5.2369199999999996</c:v>
                </c:pt>
                <c:pt idx="18786">
                  <c:v>5.2372300000000003</c:v>
                </c:pt>
                <c:pt idx="18787">
                  <c:v>5.2375299999999996</c:v>
                </c:pt>
                <c:pt idx="18788">
                  <c:v>5.2378400000000003</c:v>
                </c:pt>
                <c:pt idx="18789">
                  <c:v>5.2381500000000001</c:v>
                </c:pt>
                <c:pt idx="18790">
                  <c:v>5.2384500000000003</c:v>
                </c:pt>
                <c:pt idx="18791">
                  <c:v>5.2387600000000001</c:v>
                </c:pt>
                <c:pt idx="18792">
                  <c:v>5.2390600000000003</c:v>
                </c:pt>
                <c:pt idx="18793">
                  <c:v>5.2393700000000001</c:v>
                </c:pt>
                <c:pt idx="18794">
                  <c:v>5.2396700000000003</c:v>
                </c:pt>
                <c:pt idx="18795">
                  <c:v>5.2399800000000001</c:v>
                </c:pt>
                <c:pt idx="18796">
                  <c:v>5.2402800000000003</c:v>
                </c:pt>
                <c:pt idx="18797">
                  <c:v>5.2405900000000001</c:v>
                </c:pt>
                <c:pt idx="18798">
                  <c:v>5.2408900000000003</c:v>
                </c:pt>
                <c:pt idx="18799">
                  <c:v>5.2412000000000001</c:v>
                </c:pt>
                <c:pt idx="18800">
                  <c:v>5.2415000000000003</c:v>
                </c:pt>
                <c:pt idx="18801">
                  <c:v>5.2418100000000001</c:v>
                </c:pt>
                <c:pt idx="18802">
                  <c:v>5.2421199999999999</c:v>
                </c:pt>
                <c:pt idx="18803">
                  <c:v>5.2424200000000001</c:v>
                </c:pt>
                <c:pt idx="18804">
                  <c:v>5.2427299999999999</c:v>
                </c:pt>
                <c:pt idx="18805">
                  <c:v>5.2430300000000001</c:v>
                </c:pt>
                <c:pt idx="18806">
                  <c:v>5.2433399999999999</c:v>
                </c:pt>
                <c:pt idx="18807">
                  <c:v>5.2436400000000001</c:v>
                </c:pt>
                <c:pt idx="18808">
                  <c:v>5.2439499999999999</c:v>
                </c:pt>
                <c:pt idx="18809">
                  <c:v>5.2442500000000001</c:v>
                </c:pt>
                <c:pt idx="18810">
                  <c:v>5.2445599999999999</c:v>
                </c:pt>
                <c:pt idx="18811">
                  <c:v>5.2448600000000001</c:v>
                </c:pt>
                <c:pt idx="18812">
                  <c:v>5.2451699999999999</c:v>
                </c:pt>
                <c:pt idx="18813">
                  <c:v>5.2454700000000001</c:v>
                </c:pt>
                <c:pt idx="18814">
                  <c:v>5.2457799999999999</c:v>
                </c:pt>
                <c:pt idx="18815">
                  <c:v>5.2460899999999997</c:v>
                </c:pt>
                <c:pt idx="18816">
                  <c:v>5.2463899999999999</c:v>
                </c:pt>
                <c:pt idx="18817">
                  <c:v>5.2466999999999997</c:v>
                </c:pt>
                <c:pt idx="18818">
                  <c:v>5.2469999999999999</c:v>
                </c:pt>
                <c:pt idx="18819">
                  <c:v>5.2473099999999997</c:v>
                </c:pt>
                <c:pt idx="18820">
                  <c:v>5.2476099999999999</c:v>
                </c:pt>
                <c:pt idx="18821">
                  <c:v>5.2479199999999997</c:v>
                </c:pt>
                <c:pt idx="18822">
                  <c:v>5.2482199999999999</c:v>
                </c:pt>
                <c:pt idx="18823">
                  <c:v>5.2485299999999997</c:v>
                </c:pt>
                <c:pt idx="18824">
                  <c:v>5.2488299999999999</c:v>
                </c:pt>
                <c:pt idx="18825">
                  <c:v>5.2491399999999997</c:v>
                </c:pt>
                <c:pt idx="18826">
                  <c:v>5.2494500000000004</c:v>
                </c:pt>
                <c:pt idx="18827">
                  <c:v>5.2497499999999997</c:v>
                </c:pt>
                <c:pt idx="18828">
                  <c:v>5.2500600000000004</c:v>
                </c:pt>
                <c:pt idx="18829">
                  <c:v>5.2503599999999997</c:v>
                </c:pt>
                <c:pt idx="18830">
                  <c:v>5.2506700000000004</c:v>
                </c:pt>
                <c:pt idx="18831">
                  <c:v>5.2509699999999997</c:v>
                </c:pt>
                <c:pt idx="18832">
                  <c:v>5.2512800000000004</c:v>
                </c:pt>
                <c:pt idx="18833">
                  <c:v>5.2515799999999997</c:v>
                </c:pt>
                <c:pt idx="18834">
                  <c:v>5.2518900000000004</c:v>
                </c:pt>
                <c:pt idx="18835">
                  <c:v>5.2521899999999997</c:v>
                </c:pt>
                <c:pt idx="18836">
                  <c:v>5.2525000000000004</c:v>
                </c:pt>
                <c:pt idx="18837">
                  <c:v>5.2527999999999997</c:v>
                </c:pt>
                <c:pt idx="18838">
                  <c:v>5.2531100000000004</c:v>
                </c:pt>
                <c:pt idx="18839">
                  <c:v>5.2534200000000002</c:v>
                </c:pt>
                <c:pt idx="18840">
                  <c:v>5.2537200000000004</c:v>
                </c:pt>
                <c:pt idx="18841">
                  <c:v>5.2540300000000002</c:v>
                </c:pt>
                <c:pt idx="18842">
                  <c:v>5.2543300000000004</c:v>
                </c:pt>
                <c:pt idx="18843">
                  <c:v>5.2546400000000002</c:v>
                </c:pt>
                <c:pt idx="18844">
                  <c:v>5.2549400000000004</c:v>
                </c:pt>
                <c:pt idx="18845">
                  <c:v>5.2552500000000002</c:v>
                </c:pt>
                <c:pt idx="18846">
                  <c:v>5.2555500000000004</c:v>
                </c:pt>
                <c:pt idx="18847">
                  <c:v>5.2558600000000002</c:v>
                </c:pt>
                <c:pt idx="18848">
                  <c:v>5.2561600000000004</c:v>
                </c:pt>
                <c:pt idx="18849">
                  <c:v>5.2564700000000002</c:v>
                </c:pt>
                <c:pt idx="18850">
                  <c:v>5.2567700000000004</c:v>
                </c:pt>
                <c:pt idx="18851">
                  <c:v>5.2570800000000002</c:v>
                </c:pt>
                <c:pt idx="18852">
                  <c:v>5.25739</c:v>
                </c:pt>
                <c:pt idx="18853">
                  <c:v>5.2576900000000002</c:v>
                </c:pt>
                <c:pt idx="18854">
                  <c:v>5.258</c:v>
                </c:pt>
                <c:pt idx="18855">
                  <c:v>5.2583000000000002</c:v>
                </c:pt>
                <c:pt idx="18856">
                  <c:v>5.25861</c:v>
                </c:pt>
                <c:pt idx="18857">
                  <c:v>5.2589100000000002</c:v>
                </c:pt>
                <c:pt idx="18858">
                  <c:v>5.25922</c:v>
                </c:pt>
                <c:pt idx="18859">
                  <c:v>5.2595200000000002</c:v>
                </c:pt>
                <c:pt idx="18860">
                  <c:v>5.25983</c:v>
                </c:pt>
                <c:pt idx="18861">
                  <c:v>5.2601300000000002</c:v>
                </c:pt>
                <c:pt idx="18862">
                  <c:v>5.26044</c:v>
                </c:pt>
                <c:pt idx="18863">
                  <c:v>5.2607400000000002</c:v>
                </c:pt>
                <c:pt idx="18864">
                  <c:v>5.26105</c:v>
                </c:pt>
                <c:pt idx="18865">
                  <c:v>5.2613599999999998</c:v>
                </c:pt>
                <c:pt idx="18866">
                  <c:v>5.26166</c:v>
                </c:pt>
                <c:pt idx="18867">
                  <c:v>5.2619699999999998</c:v>
                </c:pt>
                <c:pt idx="18868">
                  <c:v>5.26227</c:v>
                </c:pt>
                <c:pt idx="18869">
                  <c:v>5.2625799999999998</c:v>
                </c:pt>
                <c:pt idx="18870">
                  <c:v>5.26288</c:v>
                </c:pt>
                <c:pt idx="18871">
                  <c:v>5.2631899999999998</c:v>
                </c:pt>
                <c:pt idx="18872">
                  <c:v>5.26349</c:v>
                </c:pt>
                <c:pt idx="18873">
                  <c:v>5.2637999999999998</c:v>
                </c:pt>
                <c:pt idx="18874">
                  <c:v>5.2641</c:v>
                </c:pt>
                <c:pt idx="18875">
                  <c:v>5.2644099999999998</c:v>
                </c:pt>
                <c:pt idx="18876">
                  <c:v>5.2647199999999996</c:v>
                </c:pt>
                <c:pt idx="18877">
                  <c:v>5.2650199999999998</c:v>
                </c:pt>
                <c:pt idx="18878">
                  <c:v>5.2653299999999996</c:v>
                </c:pt>
                <c:pt idx="18879">
                  <c:v>5.2656299999999998</c:v>
                </c:pt>
                <c:pt idx="18880">
                  <c:v>5.2659399999999996</c:v>
                </c:pt>
                <c:pt idx="18881">
                  <c:v>5.2662399999999998</c:v>
                </c:pt>
                <c:pt idx="18882">
                  <c:v>5.2665499999999996</c:v>
                </c:pt>
                <c:pt idx="18883">
                  <c:v>5.2668499999999998</c:v>
                </c:pt>
                <c:pt idx="18884">
                  <c:v>5.2671599999999996</c:v>
                </c:pt>
                <c:pt idx="18885">
                  <c:v>5.2674599999999998</c:v>
                </c:pt>
                <c:pt idx="18886">
                  <c:v>5.2677699999999996</c:v>
                </c:pt>
                <c:pt idx="18887">
                  <c:v>5.2680699999999998</c:v>
                </c:pt>
                <c:pt idx="18888">
                  <c:v>5.2683799999999996</c:v>
                </c:pt>
                <c:pt idx="18889">
                  <c:v>5.2686900000000003</c:v>
                </c:pt>
                <c:pt idx="18890">
                  <c:v>5.2689899999999996</c:v>
                </c:pt>
                <c:pt idx="18891">
                  <c:v>5.2693000000000003</c:v>
                </c:pt>
                <c:pt idx="18892">
                  <c:v>5.2695999999999996</c:v>
                </c:pt>
                <c:pt idx="18893">
                  <c:v>5.2699100000000003</c:v>
                </c:pt>
                <c:pt idx="18894">
                  <c:v>5.2702099999999996</c:v>
                </c:pt>
                <c:pt idx="18895">
                  <c:v>5.2705200000000003</c:v>
                </c:pt>
                <c:pt idx="18896">
                  <c:v>5.2708199999999996</c:v>
                </c:pt>
                <c:pt idx="18897">
                  <c:v>5.2711300000000003</c:v>
                </c:pt>
                <c:pt idx="18898">
                  <c:v>5.2714299999999996</c:v>
                </c:pt>
                <c:pt idx="18899">
                  <c:v>5.2717400000000003</c:v>
                </c:pt>
                <c:pt idx="18900">
                  <c:v>5.2720399999999996</c:v>
                </c:pt>
                <c:pt idx="18901">
                  <c:v>5.2723500000000003</c:v>
                </c:pt>
                <c:pt idx="18902">
                  <c:v>5.2726600000000001</c:v>
                </c:pt>
                <c:pt idx="18903">
                  <c:v>5.2729600000000003</c:v>
                </c:pt>
                <c:pt idx="18904">
                  <c:v>5.2732700000000001</c:v>
                </c:pt>
                <c:pt idx="18905">
                  <c:v>5.2735700000000003</c:v>
                </c:pt>
                <c:pt idx="18906">
                  <c:v>5.2738800000000001</c:v>
                </c:pt>
                <c:pt idx="18907">
                  <c:v>5.2741800000000003</c:v>
                </c:pt>
                <c:pt idx="18908">
                  <c:v>5.2744900000000001</c:v>
                </c:pt>
                <c:pt idx="18909">
                  <c:v>5.2747900000000003</c:v>
                </c:pt>
                <c:pt idx="18910">
                  <c:v>5.2751000000000001</c:v>
                </c:pt>
                <c:pt idx="18911">
                  <c:v>5.2754000000000003</c:v>
                </c:pt>
                <c:pt idx="18912">
                  <c:v>5.2757100000000001</c:v>
                </c:pt>
                <c:pt idx="18913">
                  <c:v>5.2760100000000003</c:v>
                </c:pt>
                <c:pt idx="18914">
                  <c:v>5.2763200000000001</c:v>
                </c:pt>
                <c:pt idx="18915">
                  <c:v>5.2766299999999999</c:v>
                </c:pt>
                <c:pt idx="18916">
                  <c:v>5.2769300000000001</c:v>
                </c:pt>
                <c:pt idx="18917">
                  <c:v>5.2772399999999999</c:v>
                </c:pt>
                <c:pt idx="18918">
                  <c:v>5.2775400000000001</c:v>
                </c:pt>
                <c:pt idx="18919">
                  <c:v>5.2778499999999999</c:v>
                </c:pt>
                <c:pt idx="18920">
                  <c:v>5.2781500000000001</c:v>
                </c:pt>
                <c:pt idx="18921">
                  <c:v>5.2784599999999999</c:v>
                </c:pt>
                <c:pt idx="18922">
                  <c:v>5.2787600000000001</c:v>
                </c:pt>
                <c:pt idx="18923">
                  <c:v>5.2790699999999999</c:v>
                </c:pt>
                <c:pt idx="18924">
                  <c:v>5.2793700000000001</c:v>
                </c:pt>
                <c:pt idx="18925">
                  <c:v>5.2796799999999999</c:v>
                </c:pt>
                <c:pt idx="18926">
                  <c:v>5.2799800000000001</c:v>
                </c:pt>
                <c:pt idx="18927">
                  <c:v>5.2802899999999999</c:v>
                </c:pt>
                <c:pt idx="18928">
                  <c:v>5.2805999999999997</c:v>
                </c:pt>
                <c:pt idx="18929">
                  <c:v>5.2808999999999999</c:v>
                </c:pt>
                <c:pt idx="18930">
                  <c:v>5.2812099999999997</c:v>
                </c:pt>
                <c:pt idx="18931">
                  <c:v>5.2815099999999999</c:v>
                </c:pt>
                <c:pt idx="18932">
                  <c:v>5.2818199999999997</c:v>
                </c:pt>
                <c:pt idx="18933">
                  <c:v>5.2821199999999999</c:v>
                </c:pt>
                <c:pt idx="18934">
                  <c:v>5.2824299999999997</c:v>
                </c:pt>
                <c:pt idx="18935">
                  <c:v>5.2827299999999999</c:v>
                </c:pt>
                <c:pt idx="18936">
                  <c:v>5.2830399999999997</c:v>
                </c:pt>
                <c:pt idx="18937">
                  <c:v>5.2833399999999999</c:v>
                </c:pt>
                <c:pt idx="18938">
                  <c:v>5.2836499999999997</c:v>
                </c:pt>
                <c:pt idx="18939">
                  <c:v>5.2839600000000004</c:v>
                </c:pt>
                <c:pt idx="18940">
                  <c:v>5.2842599999999997</c:v>
                </c:pt>
                <c:pt idx="18941">
                  <c:v>5.2845700000000004</c:v>
                </c:pt>
                <c:pt idx="18942">
                  <c:v>5.2848699999999997</c:v>
                </c:pt>
                <c:pt idx="18943">
                  <c:v>5.2851800000000004</c:v>
                </c:pt>
                <c:pt idx="18944">
                  <c:v>5.2854799999999997</c:v>
                </c:pt>
                <c:pt idx="18945">
                  <c:v>5.2857900000000004</c:v>
                </c:pt>
                <c:pt idx="18946">
                  <c:v>5.2860899999999997</c:v>
                </c:pt>
                <c:pt idx="18947">
                  <c:v>5.2864000000000004</c:v>
                </c:pt>
                <c:pt idx="18948">
                  <c:v>5.2866999999999997</c:v>
                </c:pt>
                <c:pt idx="18949">
                  <c:v>5.2870100000000004</c:v>
                </c:pt>
                <c:pt idx="18950">
                  <c:v>5.2873099999999997</c:v>
                </c:pt>
                <c:pt idx="18951">
                  <c:v>5.2876200000000004</c:v>
                </c:pt>
                <c:pt idx="18952">
                  <c:v>5.2879300000000002</c:v>
                </c:pt>
                <c:pt idx="18953">
                  <c:v>5.2882300000000004</c:v>
                </c:pt>
                <c:pt idx="18954">
                  <c:v>5.2885400000000002</c:v>
                </c:pt>
                <c:pt idx="18955">
                  <c:v>5.2888400000000004</c:v>
                </c:pt>
                <c:pt idx="18956">
                  <c:v>5.2891500000000002</c:v>
                </c:pt>
                <c:pt idx="18957">
                  <c:v>5.2894500000000004</c:v>
                </c:pt>
                <c:pt idx="18958">
                  <c:v>5.2897600000000002</c:v>
                </c:pt>
                <c:pt idx="18959">
                  <c:v>5.2900600000000004</c:v>
                </c:pt>
                <c:pt idx="18960">
                  <c:v>5.2903700000000002</c:v>
                </c:pt>
                <c:pt idx="18961">
                  <c:v>5.2906700000000004</c:v>
                </c:pt>
                <c:pt idx="18962">
                  <c:v>5.2909800000000002</c:v>
                </c:pt>
                <c:pt idx="18963">
                  <c:v>5.2912800000000004</c:v>
                </c:pt>
                <c:pt idx="18964">
                  <c:v>5.2915900000000002</c:v>
                </c:pt>
                <c:pt idx="18965">
                  <c:v>5.2919</c:v>
                </c:pt>
                <c:pt idx="18966">
                  <c:v>5.2922000000000002</c:v>
                </c:pt>
                <c:pt idx="18967">
                  <c:v>5.29251</c:v>
                </c:pt>
                <c:pt idx="18968">
                  <c:v>5.2928100000000002</c:v>
                </c:pt>
                <c:pt idx="18969">
                  <c:v>5.29312</c:v>
                </c:pt>
                <c:pt idx="18970">
                  <c:v>5.2934200000000002</c:v>
                </c:pt>
                <c:pt idx="18971">
                  <c:v>5.29373</c:v>
                </c:pt>
                <c:pt idx="18972">
                  <c:v>5.2940300000000002</c:v>
                </c:pt>
                <c:pt idx="18973">
                  <c:v>5.29434</c:v>
                </c:pt>
                <c:pt idx="18974">
                  <c:v>5.2946400000000002</c:v>
                </c:pt>
                <c:pt idx="18975">
                  <c:v>5.29495</c:v>
                </c:pt>
                <c:pt idx="18976">
                  <c:v>5.2952500000000002</c:v>
                </c:pt>
                <c:pt idx="18977">
                  <c:v>5.29556</c:v>
                </c:pt>
                <c:pt idx="18978">
                  <c:v>5.2958699999999999</c:v>
                </c:pt>
                <c:pt idx="18979">
                  <c:v>5.29617</c:v>
                </c:pt>
                <c:pt idx="18980">
                  <c:v>5.2964799999999999</c:v>
                </c:pt>
                <c:pt idx="18981">
                  <c:v>5.29678</c:v>
                </c:pt>
                <c:pt idx="18982">
                  <c:v>5.2970899999999999</c:v>
                </c:pt>
                <c:pt idx="18983">
                  <c:v>5.29739</c:v>
                </c:pt>
                <c:pt idx="18984">
                  <c:v>5.2976999999999999</c:v>
                </c:pt>
                <c:pt idx="18985">
                  <c:v>5.298</c:v>
                </c:pt>
                <c:pt idx="18986">
                  <c:v>5.2983099999999999</c:v>
                </c:pt>
                <c:pt idx="18987">
                  <c:v>5.29861</c:v>
                </c:pt>
                <c:pt idx="18988">
                  <c:v>5.2989199999999999</c:v>
                </c:pt>
                <c:pt idx="18989">
                  <c:v>5.29922</c:v>
                </c:pt>
                <c:pt idx="18990">
                  <c:v>5.2995299999999999</c:v>
                </c:pt>
                <c:pt idx="18991">
                  <c:v>5.2998399999999997</c:v>
                </c:pt>
                <c:pt idx="18992">
                  <c:v>5.3001399999999999</c:v>
                </c:pt>
                <c:pt idx="18993">
                  <c:v>5.3004499999999997</c:v>
                </c:pt>
                <c:pt idx="18994">
                  <c:v>5.3007499999999999</c:v>
                </c:pt>
                <c:pt idx="18995">
                  <c:v>5.3010599999999997</c:v>
                </c:pt>
                <c:pt idx="18996">
                  <c:v>5.3013599999999999</c:v>
                </c:pt>
                <c:pt idx="18997">
                  <c:v>5.3016699999999997</c:v>
                </c:pt>
                <c:pt idx="18998">
                  <c:v>5.3019699999999998</c:v>
                </c:pt>
                <c:pt idx="18999">
                  <c:v>5.3022799999999997</c:v>
                </c:pt>
                <c:pt idx="19000">
                  <c:v>5.3025799999999998</c:v>
                </c:pt>
                <c:pt idx="19001">
                  <c:v>5.3028899999999997</c:v>
                </c:pt>
                <c:pt idx="19002">
                  <c:v>5.3032000000000004</c:v>
                </c:pt>
                <c:pt idx="19003">
                  <c:v>5.3034999999999997</c:v>
                </c:pt>
                <c:pt idx="19004">
                  <c:v>5.3038100000000004</c:v>
                </c:pt>
                <c:pt idx="19005">
                  <c:v>5.3041099999999997</c:v>
                </c:pt>
                <c:pt idx="19006">
                  <c:v>5.3044200000000004</c:v>
                </c:pt>
                <c:pt idx="19007">
                  <c:v>5.3047199999999997</c:v>
                </c:pt>
                <c:pt idx="19008">
                  <c:v>5.3050300000000004</c:v>
                </c:pt>
                <c:pt idx="19009">
                  <c:v>5.3053299999999997</c:v>
                </c:pt>
                <c:pt idx="19010">
                  <c:v>5.3056400000000004</c:v>
                </c:pt>
                <c:pt idx="19011">
                  <c:v>5.3059399999999997</c:v>
                </c:pt>
                <c:pt idx="19012">
                  <c:v>5.3062500000000004</c:v>
                </c:pt>
                <c:pt idx="19013">
                  <c:v>5.3065499999999997</c:v>
                </c:pt>
                <c:pt idx="19014">
                  <c:v>5.3068600000000004</c:v>
                </c:pt>
                <c:pt idx="19015">
                  <c:v>5.3071700000000002</c:v>
                </c:pt>
                <c:pt idx="19016">
                  <c:v>5.3074700000000004</c:v>
                </c:pt>
                <c:pt idx="19017">
                  <c:v>5.3077800000000002</c:v>
                </c:pt>
                <c:pt idx="19018">
                  <c:v>5.3080800000000004</c:v>
                </c:pt>
                <c:pt idx="19019">
                  <c:v>5.3083900000000002</c:v>
                </c:pt>
                <c:pt idx="19020">
                  <c:v>5.3086900000000004</c:v>
                </c:pt>
                <c:pt idx="19021">
                  <c:v>5.3090000000000002</c:v>
                </c:pt>
                <c:pt idx="19022">
                  <c:v>5.3093000000000004</c:v>
                </c:pt>
                <c:pt idx="19023">
                  <c:v>5.3096100000000002</c:v>
                </c:pt>
                <c:pt idx="19024">
                  <c:v>5.3099100000000004</c:v>
                </c:pt>
                <c:pt idx="19025">
                  <c:v>5.3102200000000002</c:v>
                </c:pt>
                <c:pt idx="19026">
                  <c:v>5.3105200000000004</c:v>
                </c:pt>
                <c:pt idx="19027">
                  <c:v>5.3108300000000002</c:v>
                </c:pt>
                <c:pt idx="19028">
                  <c:v>5.31114</c:v>
                </c:pt>
                <c:pt idx="19029">
                  <c:v>5.3114400000000002</c:v>
                </c:pt>
                <c:pt idx="19030">
                  <c:v>5.31175</c:v>
                </c:pt>
                <c:pt idx="19031">
                  <c:v>5.3120500000000002</c:v>
                </c:pt>
                <c:pt idx="19032">
                  <c:v>5.31236</c:v>
                </c:pt>
                <c:pt idx="19033">
                  <c:v>5.3126600000000002</c:v>
                </c:pt>
                <c:pt idx="19034">
                  <c:v>5.31297</c:v>
                </c:pt>
                <c:pt idx="19035">
                  <c:v>5.3132700000000002</c:v>
                </c:pt>
                <c:pt idx="19036">
                  <c:v>5.31358</c:v>
                </c:pt>
                <c:pt idx="19037">
                  <c:v>5.3138800000000002</c:v>
                </c:pt>
                <c:pt idx="19038">
                  <c:v>5.31419</c:v>
                </c:pt>
                <c:pt idx="19039">
                  <c:v>5.3144900000000002</c:v>
                </c:pt>
                <c:pt idx="19040">
                  <c:v>5.3148</c:v>
                </c:pt>
                <c:pt idx="19041">
                  <c:v>5.3151099999999998</c:v>
                </c:pt>
                <c:pt idx="19042">
                  <c:v>5.31541</c:v>
                </c:pt>
                <c:pt idx="19043">
                  <c:v>5.3157199999999998</c:v>
                </c:pt>
                <c:pt idx="19044">
                  <c:v>5.31602</c:v>
                </c:pt>
                <c:pt idx="19045">
                  <c:v>5.3163299999999998</c:v>
                </c:pt>
                <c:pt idx="19046">
                  <c:v>5.31663</c:v>
                </c:pt>
                <c:pt idx="19047">
                  <c:v>5.3169399999999998</c:v>
                </c:pt>
                <c:pt idx="19048">
                  <c:v>5.31724</c:v>
                </c:pt>
                <c:pt idx="19049">
                  <c:v>5.3175499999999998</c:v>
                </c:pt>
                <c:pt idx="19050">
                  <c:v>5.31785</c:v>
                </c:pt>
                <c:pt idx="19051">
                  <c:v>5.3181599999999998</c:v>
                </c:pt>
                <c:pt idx="19052">
                  <c:v>5.31846</c:v>
                </c:pt>
                <c:pt idx="19053">
                  <c:v>5.3187699999999998</c:v>
                </c:pt>
                <c:pt idx="19054">
                  <c:v>5.3190799999999996</c:v>
                </c:pt>
                <c:pt idx="19055">
                  <c:v>5.3193799999999998</c:v>
                </c:pt>
                <c:pt idx="19056">
                  <c:v>5.3196899999999996</c:v>
                </c:pt>
                <c:pt idx="19057">
                  <c:v>5.3199899999999998</c:v>
                </c:pt>
                <c:pt idx="19058">
                  <c:v>5.3202999999999996</c:v>
                </c:pt>
                <c:pt idx="19059">
                  <c:v>5.3205999999999998</c:v>
                </c:pt>
                <c:pt idx="19060">
                  <c:v>5.3209099999999996</c:v>
                </c:pt>
                <c:pt idx="19061">
                  <c:v>5.3212099999999998</c:v>
                </c:pt>
                <c:pt idx="19062">
                  <c:v>5.3215199999999996</c:v>
                </c:pt>
                <c:pt idx="19063">
                  <c:v>5.3218199999999998</c:v>
                </c:pt>
                <c:pt idx="19064">
                  <c:v>5.3221299999999996</c:v>
                </c:pt>
                <c:pt idx="19065">
                  <c:v>5.3224400000000003</c:v>
                </c:pt>
                <c:pt idx="19066">
                  <c:v>5.3227399999999996</c:v>
                </c:pt>
                <c:pt idx="19067">
                  <c:v>5.3230500000000003</c:v>
                </c:pt>
                <c:pt idx="19068">
                  <c:v>5.3233499999999996</c:v>
                </c:pt>
                <c:pt idx="19069">
                  <c:v>5.3236600000000003</c:v>
                </c:pt>
                <c:pt idx="19070">
                  <c:v>5.3239599999999996</c:v>
                </c:pt>
                <c:pt idx="19071">
                  <c:v>5.3242700000000003</c:v>
                </c:pt>
                <c:pt idx="19072">
                  <c:v>5.3245699999999996</c:v>
                </c:pt>
                <c:pt idx="19073">
                  <c:v>5.3248800000000003</c:v>
                </c:pt>
                <c:pt idx="19074">
                  <c:v>5.3251799999999996</c:v>
                </c:pt>
                <c:pt idx="19075">
                  <c:v>5.3254900000000003</c:v>
                </c:pt>
                <c:pt idx="19076">
                  <c:v>5.3257899999999996</c:v>
                </c:pt>
                <c:pt idx="19077">
                  <c:v>5.3261000000000003</c:v>
                </c:pt>
                <c:pt idx="19078">
                  <c:v>5.3264100000000001</c:v>
                </c:pt>
                <c:pt idx="19079">
                  <c:v>5.3267100000000003</c:v>
                </c:pt>
                <c:pt idx="19080">
                  <c:v>5.3270200000000001</c:v>
                </c:pt>
                <c:pt idx="19081">
                  <c:v>5.3273200000000003</c:v>
                </c:pt>
                <c:pt idx="19082">
                  <c:v>5.3276300000000001</c:v>
                </c:pt>
                <c:pt idx="19083">
                  <c:v>5.3279300000000003</c:v>
                </c:pt>
                <c:pt idx="19084">
                  <c:v>5.3282400000000001</c:v>
                </c:pt>
                <c:pt idx="19085">
                  <c:v>5.3285400000000003</c:v>
                </c:pt>
                <c:pt idx="19086">
                  <c:v>5.3288500000000001</c:v>
                </c:pt>
                <c:pt idx="19087">
                  <c:v>5.3291500000000003</c:v>
                </c:pt>
                <c:pt idx="19088">
                  <c:v>5.3294600000000001</c:v>
                </c:pt>
                <c:pt idx="19089">
                  <c:v>5.3297600000000003</c:v>
                </c:pt>
                <c:pt idx="19090">
                  <c:v>5.3300700000000001</c:v>
                </c:pt>
                <c:pt idx="19091">
                  <c:v>5.3303799999999999</c:v>
                </c:pt>
                <c:pt idx="19092">
                  <c:v>5.3306800000000001</c:v>
                </c:pt>
                <c:pt idx="19093">
                  <c:v>5.3309899999999999</c:v>
                </c:pt>
                <c:pt idx="19094">
                  <c:v>5.3312900000000001</c:v>
                </c:pt>
                <c:pt idx="19095">
                  <c:v>5.3315999999999999</c:v>
                </c:pt>
                <c:pt idx="19096">
                  <c:v>5.3319000000000001</c:v>
                </c:pt>
                <c:pt idx="19097">
                  <c:v>5.3322099999999999</c:v>
                </c:pt>
                <c:pt idx="19098">
                  <c:v>5.3325100000000001</c:v>
                </c:pt>
                <c:pt idx="19099">
                  <c:v>5.3328199999999999</c:v>
                </c:pt>
                <c:pt idx="19100">
                  <c:v>5.3331200000000001</c:v>
                </c:pt>
                <c:pt idx="19101">
                  <c:v>5.3334299999999999</c:v>
                </c:pt>
                <c:pt idx="19102">
                  <c:v>5.3337300000000001</c:v>
                </c:pt>
                <c:pt idx="19103">
                  <c:v>5.3340399999999999</c:v>
                </c:pt>
                <c:pt idx="19104">
                  <c:v>5.3343499999999997</c:v>
                </c:pt>
                <c:pt idx="19105">
                  <c:v>5.3346499999999999</c:v>
                </c:pt>
                <c:pt idx="19106">
                  <c:v>5.3349599999999997</c:v>
                </c:pt>
                <c:pt idx="19107">
                  <c:v>5.3352599999999999</c:v>
                </c:pt>
                <c:pt idx="19108">
                  <c:v>5.3355699999999997</c:v>
                </c:pt>
                <c:pt idx="19109">
                  <c:v>5.3358699999999999</c:v>
                </c:pt>
                <c:pt idx="19110">
                  <c:v>5.3361799999999997</c:v>
                </c:pt>
                <c:pt idx="19111">
                  <c:v>5.3364799999999999</c:v>
                </c:pt>
                <c:pt idx="19112">
                  <c:v>5.3367899999999997</c:v>
                </c:pt>
                <c:pt idx="19113">
                  <c:v>5.3370899999999999</c:v>
                </c:pt>
                <c:pt idx="19114">
                  <c:v>5.3373999999999997</c:v>
                </c:pt>
                <c:pt idx="19115">
                  <c:v>5.3377100000000004</c:v>
                </c:pt>
                <c:pt idx="19116">
                  <c:v>5.3380099999999997</c:v>
                </c:pt>
                <c:pt idx="19117">
                  <c:v>5.3383200000000004</c:v>
                </c:pt>
                <c:pt idx="19118">
                  <c:v>5.3386199999999997</c:v>
                </c:pt>
                <c:pt idx="19119">
                  <c:v>5.3389300000000004</c:v>
                </c:pt>
                <c:pt idx="19120">
                  <c:v>5.3392299999999997</c:v>
                </c:pt>
                <c:pt idx="19121">
                  <c:v>5.3395400000000004</c:v>
                </c:pt>
                <c:pt idx="19122">
                  <c:v>5.3398399999999997</c:v>
                </c:pt>
                <c:pt idx="19123">
                  <c:v>5.3401500000000004</c:v>
                </c:pt>
                <c:pt idx="19124">
                  <c:v>5.3404499999999997</c:v>
                </c:pt>
                <c:pt idx="19125">
                  <c:v>5.3407600000000004</c:v>
                </c:pt>
                <c:pt idx="19126">
                  <c:v>5.3410599999999997</c:v>
                </c:pt>
                <c:pt idx="19127">
                  <c:v>5.3413700000000004</c:v>
                </c:pt>
                <c:pt idx="19128">
                  <c:v>5.3416800000000002</c:v>
                </c:pt>
                <c:pt idx="19129">
                  <c:v>5.3419800000000004</c:v>
                </c:pt>
                <c:pt idx="19130">
                  <c:v>5.3422900000000002</c:v>
                </c:pt>
                <c:pt idx="19131">
                  <c:v>5.3425900000000004</c:v>
                </c:pt>
                <c:pt idx="19132">
                  <c:v>5.3429000000000002</c:v>
                </c:pt>
                <c:pt idx="19133">
                  <c:v>5.3432000000000004</c:v>
                </c:pt>
                <c:pt idx="19134">
                  <c:v>5.3435100000000002</c:v>
                </c:pt>
                <c:pt idx="19135">
                  <c:v>5.3438100000000004</c:v>
                </c:pt>
                <c:pt idx="19136">
                  <c:v>5.3441200000000002</c:v>
                </c:pt>
                <c:pt idx="19137">
                  <c:v>5.3444200000000004</c:v>
                </c:pt>
                <c:pt idx="19138">
                  <c:v>5.3447300000000002</c:v>
                </c:pt>
                <c:pt idx="19139">
                  <c:v>5.3450300000000004</c:v>
                </c:pt>
                <c:pt idx="19140">
                  <c:v>5.3453400000000002</c:v>
                </c:pt>
                <c:pt idx="19141">
                  <c:v>5.34565</c:v>
                </c:pt>
                <c:pt idx="19142">
                  <c:v>5.3459500000000002</c:v>
                </c:pt>
                <c:pt idx="19143">
                  <c:v>5.34626</c:v>
                </c:pt>
                <c:pt idx="19144">
                  <c:v>5.3465600000000002</c:v>
                </c:pt>
                <c:pt idx="19145">
                  <c:v>5.34687</c:v>
                </c:pt>
                <c:pt idx="19146">
                  <c:v>5.3471700000000002</c:v>
                </c:pt>
                <c:pt idx="19147">
                  <c:v>5.34748</c:v>
                </c:pt>
                <c:pt idx="19148">
                  <c:v>5.3477800000000002</c:v>
                </c:pt>
                <c:pt idx="19149">
                  <c:v>5.34809</c:v>
                </c:pt>
                <c:pt idx="19150">
                  <c:v>5.3483900000000002</c:v>
                </c:pt>
                <c:pt idx="19151">
                  <c:v>5.3487</c:v>
                </c:pt>
                <c:pt idx="19152">
                  <c:v>5.3490000000000002</c:v>
                </c:pt>
                <c:pt idx="19153">
                  <c:v>5.34931</c:v>
                </c:pt>
                <c:pt idx="19154">
                  <c:v>5.3496199999999998</c:v>
                </c:pt>
                <c:pt idx="19155">
                  <c:v>5.34992</c:v>
                </c:pt>
                <c:pt idx="19156">
                  <c:v>5.3502299999999998</c:v>
                </c:pt>
                <c:pt idx="19157">
                  <c:v>5.35053</c:v>
                </c:pt>
                <c:pt idx="19158">
                  <c:v>5.3508399999999998</c:v>
                </c:pt>
                <c:pt idx="19159">
                  <c:v>5.35114</c:v>
                </c:pt>
                <c:pt idx="19160">
                  <c:v>5.3514499999999998</c:v>
                </c:pt>
                <c:pt idx="19161">
                  <c:v>5.35175</c:v>
                </c:pt>
                <c:pt idx="19162">
                  <c:v>5.3520599999999998</c:v>
                </c:pt>
                <c:pt idx="19163">
                  <c:v>5.35236</c:v>
                </c:pt>
                <c:pt idx="19164">
                  <c:v>5.3526699999999998</c:v>
                </c:pt>
                <c:pt idx="19165">
                  <c:v>5.35297</c:v>
                </c:pt>
                <c:pt idx="19166">
                  <c:v>5.3532799999999998</c:v>
                </c:pt>
                <c:pt idx="19167">
                  <c:v>5.3535899999999996</c:v>
                </c:pt>
                <c:pt idx="19168">
                  <c:v>5.3538899999999998</c:v>
                </c:pt>
                <c:pt idx="19169">
                  <c:v>5.3541999999999996</c:v>
                </c:pt>
                <c:pt idx="19170">
                  <c:v>5.3544999999999998</c:v>
                </c:pt>
                <c:pt idx="19171">
                  <c:v>5.3548099999999996</c:v>
                </c:pt>
                <c:pt idx="19172">
                  <c:v>5.3551099999999998</c:v>
                </c:pt>
                <c:pt idx="19173">
                  <c:v>5.3554199999999996</c:v>
                </c:pt>
                <c:pt idx="19174">
                  <c:v>5.3557199999999998</c:v>
                </c:pt>
                <c:pt idx="19175">
                  <c:v>5.3560299999999996</c:v>
                </c:pt>
                <c:pt idx="19176">
                  <c:v>5.3563299999999998</c:v>
                </c:pt>
                <c:pt idx="19177">
                  <c:v>5.3566399999999996</c:v>
                </c:pt>
                <c:pt idx="19178">
                  <c:v>5.3569500000000003</c:v>
                </c:pt>
                <c:pt idx="19179">
                  <c:v>5.3572499999999996</c:v>
                </c:pt>
                <c:pt idx="19180">
                  <c:v>5.3575600000000003</c:v>
                </c:pt>
                <c:pt idx="19181">
                  <c:v>5.3578599999999996</c:v>
                </c:pt>
                <c:pt idx="19182">
                  <c:v>5.3581700000000003</c:v>
                </c:pt>
                <c:pt idx="19183">
                  <c:v>5.3584699999999996</c:v>
                </c:pt>
                <c:pt idx="19184">
                  <c:v>5.3587800000000003</c:v>
                </c:pt>
                <c:pt idx="19185">
                  <c:v>5.3590799999999996</c:v>
                </c:pt>
                <c:pt idx="19186">
                  <c:v>5.3593900000000003</c:v>
                </c:pt>
                <c:pt idx="19187">
                  <c:v>5.3596899999999996</c:v>
                </c:pt>
                <c:pt idx="19188">
                  <c:v>5.36</c:v>
                </c:pt>
                <c:pt idx="19189">
                  <c:v>5.3602999999999996</c:v>
                </c:pt>
                <c:pt idx="19190">
                  <c:v>5.3606100000000003</c:v>
                </c:pt>
                <c:pt idx="19191">
                  <c:v>5.3609200000000001</c:v>
                </c:pt>
                <c:pt idx="19192">
                  <c:v>5.3612200000000003</c:v>
                </c:pt>
                <c:pt idx="19193">
                  <c:v>5.3615300000000001</c:v>
                </c:pt>
                <c:pt idx="19194">
                  <c:v>5.3618300000000003</c:v>
                </c:pt>
                <c:pt idx="19195">
                  <c:v>5.3621400000000001</c:v>
                </c:pt>
                <c:pt idx="19196">
                  <c:v>5.3624400000000003</c:v>
                </c:pt>
                <c:pt idx="19197">
                  <c:v>5.3627500000000001</c:v>
                </c:pt>
                <c:pt idx="19198">
                  <c:v>5.3630500000000003</c:v>
                </c:pt>
                <c:pt idx="19199">
                  <c:v>5.3633600000000001</c:v>
                </c:pt>
                <c:pt idx="19200">
                  <c:v>5.3636600000000003</c:v>
                </c:pt>
                <c:pt idx="19201">
                  <c:v>5.3639700000000001</c:v>
                </c:pt>
                <c:pt idx="19202">
                  <c:v>5.3642700000000003</c:v>
                </c:pt>
                <c:pt idx="19203">
                  <c:v>5.3645800000000001</c:v>
                </c:pt>
                <c:pt idx="19204">
                  <c:v>5.3648899999999999</c:v>
                </c:pt>
                <c:pt idx="19205">
                  <c:v>5.3651900000000001</c:v>
                </c:pt>
                <c:pt idx="19206">
                  <c:v>5.3654999999999999</c:v>
                </c:pt>
                <c:pt idx="19207">
                  <c:v>5.3658000000000001</c:v>
                </c:pt>
                <c:pt idx="19208">
                  <c:v>5.3661099999999999</c:v>
                </c:pt>
                <c:pt idx="19209">
                  <c:v>5.3664100000000001</c:v>
                </c:pt>
                <c:pt idx="19210">
                  <c:v>5.3667199999999999</c:v>
                </c:pt>
                <c:pt idx="19211">
                  <c:v>5.3670200000000001</c:v>
                </c:pt>
                <c:pt idx="19212">
                  <c:v>5.3673299999999999</c:v>
                </c:pt>
                <c:pt idx="19213">
                  <c:v>5.3676300000000001</c:v>
                </c:pt>
                <c:pt idx="19214">
                  <c:v>5.3679399999999999</c:v>
                </c:pt>
                <c:pt idx="19215">
                  <c:v>5.3682400000000001</c:v>
                </c:pt>
                <c:pt idx="19216">
                  <c:v>5.3685499999999999</c:v>
                </c:pt>
                <c:pt idx="19217">
                  <c:v>5.3688599999999997</c:v>
                </c:pt>
                <c:pt idx="19218">
                  <c:v>5.3691599999999999</c:v>
                </c:pt>
                <c:pt idx="19219">
                  <c:v>5.3694699999999997</c:v>
                </c:pt>
                <c:pt idx="19220">
                  <c:v>5.3697699999999999</c:v>
                </c:pt>
                <c:pt idx="19221">
                  <c:v>5.3700799999999997</c:v>
                </c:pt>
                <c:pt idx="19222">
                  <c:v>5.3703799999999999</c:v>
                </c:pt>
                <c:pt idx="19223">
                  <c:v>5.3706899999999997</c:v>
                </c:pt>
                <c:pt idx="19224">
                  <c:v>5.3709899999999999</c:v>
                </c:pt>
                <c:pt idx="19225">
                  <c:v>5.3712999999999997</c:v>
                </c:pt>
                <c:pt idx="19226">
                  <c:v>5.3715999999999999</c:v>
                </c:pt>
                <c:pt idx="19227">
                  <c:v>5.3719099999999997</c:v>
                </c:pt>
                <c:pt idx="19228">
                  <c:v>5.3722099999999999</c:v>
                </c:pt>
                <c:pt idx="19229">
                  <c:v>5.3725199999999997</c:v>
                </c:pt>
                <c:pt idx="19230">
                  <c:v>5.3728300000000004</c:v>
                </c:pt>
                <c:pt idx="19231">
                  <c:v>5.3731299999999997</c:v>
                </c:pt>
                <c:pt idx="19232">
                  <c:v>5.3734400000000004</c:v>
                </c:pt>
                <c:pt idx="19233">
                  <c:v>5.3737399999999997</c:v>
                </c:pt>
                <c:pt idx="19234">
                  <c:v>5.3740500000000004</c:v>
                </c:pt>
                <c:pt idx="19235">
                  <c:v>5.3743499999999997</c:v>
                </c:pt>
                <c:pt idx="19236">
                  <c:v>5.3746600000000004</c:v>
                </c:pt>
                <c:pt idx="19237">
                  <c:v>5.3749599999999997</c:v>
                </c:pt>
                <c:pt idx="19238">
                  <c:v>5.3752700000000004</c:v>
                </c:pt>
                <c:pt idx="19239">
                  <c:v>5.3755699999999997</c:v>
                </c:pt>
                <c:pt idx="19240">
                  <c:v>5.3758800000000004</c:v>
                </c:pt>
                <c:pt idx="19241">
                  <c:v>5.3761900000000002</c:v>
                </c:pt>
                <c:pt idx="19242">
                  <c:v>5.3764900000000004</c:v>
                </c:pt>
                <c:pt idx="19243">
                  <c:v>5.3768000000000002</c:v>
                </c:pt>
                <c:pt idx="19244">
                  <c:v>5.3771000000000004</c:v>
                </c:pt>
                <c:pt idx="19245">
                  <c:v>5.3774100000000002</c:v>
                </c:pt>
                <c:pt idx="19246">
                  <c:v>5.3777100000000004</c:v>
                </c:pt>
                <c:pt idx="19247">
                  <c:v>5.3780200000000002</c:v>
                </c:pt>
                <c:pt idx="19248">
                  <c:v>5.3783200000000004</c:v>
                </c:pt>
                <c:pt idx="19249">
                  <c:v>5.3786300000000002</c:v>
                </c:pt>
                <c:pt idx="19250">
                  <c:v>5.3789300000000004</c:v>
                </c:pt>
                <c:pt idx="19251">
                  <c:v>5.3792400000000002</c:v>
                </c:pt>
                <c:pt idx="19252">
                  <c:v>5.3795400000000004</c:v>
                </c:pt>
                <c:pt idx="19253">
                  <c:v>5.3798500000000002</c:v>
                </c:pt>
                <c:pt idx="19254">
                  <c:v>5.3801600000000001</c:v>
                </c:pt>
                <c:pt idx="19255">
                  <c:v>5.3804600000000002</c:v>
                </c:pt>
                <c:pt idx="19256">
                  <c:v>5.3807700000000001</c:v>
                </c:pt>
                <c:pt idx="19257">
                  <c:v>5.3810700000000002</c:v>
                </c:pt>
                <c:pt idx="19258">
                  <c:v>5.3813800000000001</c:v>
                </c:pt>
                <c:pt idx="19259">
                  <c:v>5.3816800000000002</c:v>
                </c:pt>
                <c:pt idx="19260">
                  <c:v>5.3819900000000001</c:v>
                </c:pt>
                <c:pt idx="19261">
                  <c:v>5.3822900000000002</c:v>
                </c:pt>
                <c:pt idx="19262">
                  <c:v>5.3826000000000001</c:v>
                </c:pt>
                <c:pt idx="19263">
                  <c:v>5.3829000000000002</c:v>
                </c:pt>
                <c:pt idx="19264">
                  <c:v>5.3832100000000001</c:v>
                </c:pt>
                <c:pt idx="19265">
                  <c:v>5.3835100000000002</c:v>
                </c:pt>
                <c:pt idx="19266">
                  <c:v>5.3838200000000001</c:v>
                </c:pt>
                <c:pt idx="19267">
                  <c:v>5.3841299999999999</c:v>
                </c:pt>
                <c:pt idx="19268">
                  <c:v>5.38443</c:v>
                </c:pt>
                <c:pt idx="19269">
                  <c:v>5.3847399999999999</c:v>
                </c:pt>
                <c:pt idx="19270">
                  <c:v>5.38504</c:v>
                </c:pt>
                <c:pt idx="19271">
                  <c:v>5.3853499999999999</c:v>
                </c:pt>
                <c:pt idx="19272">
                  <c:v>5.38565</c:v>
                </c:pt>
                <c:pt idx="19273">
                  <c:v>5.3859599999999999</c:v>
                </c:pt>
                <c:pt idx="19274">
                  <c:v>5.38626</c:v>
                </c:pt>
                <c:pt idx="19275">
                  <c:v>5.3865699999999999</c:v>
                </c:pt>
                <c:pt idx="19276">
                  <c:v>5.38687</c:v>
                </c:pt>
                <c:pt idx="19277">
                  <c:v>5.3871799999999999</c:v>
                </c:pt>
                <c:pt idx="19278">
                  <c:v>5.38748</c:v>
                </c:pt>
                <c:pt idx="19279">
                  <c:v>5.3877899999999999</c:v>
                </c:pt>
                <c:pt idx="19280">
                  <c:v>5.3880999999999997</c:v>
                </c:pt>
                <c:pt idx="19281">
                  <c:v>5.3883999999999999</c:v>
                </c:pt>
                <c:pt idx="19282">
                  <c:v>5.3887099999999997</c:v>
                </c:pt>
                <c:pt idx="19283">
                  <c:v>5.3890099999999999</c:v>
                </c:pt>
                <c:pt idx="19284">
                  <c:v>5.3893199999999997</c:v>
                </c:pt>
                <c:pt idx="19285">
                  <c:v>5.3896199999999999</c:v>
                </c:pt>
                <c:pt idx="19286">
                  <c:v>5.3899299999999997</c:v>
                </c:pt>
                <c:pt idx="19287">
                  <c:v>5.3902299999999999</c:v>
                </c:pt>
                <c:pt idx="19288">
                  <c:v>5.3905399999999997</c:v>
                </c:pt>
                <c:pt idx="19289">
                  <c:v>5.3908399999999999</c:v>
                </c:pt>
                <c:pt idx="19290">
                  <c:v>5.3911499999999997</c:v>
                </c:pt>
                <c:pt idx="19291">
                  <c:v>5.3914600000000004</c:v>
                </c:pt>
                <c:pt idx="19292">
                  <c:v>5.3917599999999997</c:v>
                </c:pt>
                <c:pt idx="19293">
                  <c:v>5.3920700000000004</c:v>
                </c:pt>
                <c:pt idx="19294">
                  <c:v>5.3923699999999997</c:v>
                </c:pt>
                <c:pt idx="19295">
                  <c:v>5.3926800000000004</c:v>
                </c:pt>
                <c:pt idx="19296">
                  <c:v>5.3929799999999997</c:v>
                </c:pt>
                <c:pt idx="19297">
                  <c:v>5.3932900000000004</c:v>
                </c:pt>
                <c:pt idx="19298">
                  <c:v>5.3935899999999997</c:v>
                </c:pt>
                <c:pt idx="19299">
                  <c:v>5.3939000000000004</c:v>
                </c:pt>
                <c:pt idx="19300">
                  <c:v>5.3941999999999997</c:v>
                </c:pt>
                <c:pt idx="19301">
                  <c:v>5.3945100000000004</c:v>
                </c:pt>
                <c:pt idx="19302">
                  <c:v>5.3948099999999997</c:v>
                </c:pt>
                <c:pt idx="19303">
                  <c:v>5.3951200000000004</c:v>
                </c:pt>
                <c:pt idx="19304">
                  <c:v>5.3954300000000002</c:v>
                </c:pt>
                <c:pt idx="19305">
                  <c:v>5.3957300000000004</c:v>
                </c:pt>
                <c:pt idx="19306">
                  <c:v>5.3960400000000002</c:v>
                </c:pt>
                <c:pt idx="19307">
                  <c:v>5.3963400000000004</c:v>
                </c:pt>
                <c:pt idx="19308">
                  <c:v>5.3966500000000002</c:v>
                </c:pt>
                <c:pt idx="19309">
                  <c:v>5.3969500000000004</c:v>
                </c:pt>
                <c:pt idx="19310">
                  <c:v>5.3972600000000002</c:v>
                </c:pt>
                <c:pt idx="19311">
                  <c:v>5.3975600000000004</c:v>
                </c:pt>
                <c:pt idx="19312">
                  <c:v>5.3978700000000002</c:v>
                </c:pt>
                <c:pt idx="19313">
                  <c:v>5.3981700000000004</c:v>
                </c:pt>
                <c:pt idx="19314">
                  <c:v>5.3984800000000002</c:v>
                </c:pt>
                <c:pt idx="19315">
                  <c:v>5.3987800000000004</c:v>
                </c:pt>
                <c:pt idx="19316">
                  <c:v>5.3990900000000002</c:v>
                </c:pt>
                <c:pt idx="19317">
                  <c:v>5.3994</c:v>
                </c:pt>
                <c:pt idx="19318">
                  <c:v>5.3997000000000002</c:v>
                </c:pt>
                <c:pt idx="19319">
                  <c:v>5.40001</c:v>
                </c:pt>
                <c:pt idx="19320">
                  <c:v>5.4003100000000002</c:v>
                </c:pt>
                <c:pt idx="19321">
                  <c:v>5.40062</c:v>
                </c:pt>
                <c:pt idx="19322">
                  <c:v>5.4009200000000002</c:v>
                </c:pt>
                <c:pt idx="19323">
                  <c:v>5.40123</c:v>
                </c:pt>
                <c:pt idx="19324">
                  <c:v>5.4015300000000002</c:v>
                </c:pt>
                <c:pt idx="19325">
                  <c:v>5.40184</c:v>
                </c:pt>
                <c:pt idx="19326">
                  <c:v>5.4021400000000002</c:v>
                </c:pt>
                <c:pt idx="19327">
                  <c:v>5.40245</c:v>
                </c:pt>
                <c:pt idx="19328">
                  <c:v>5.4027500000000002</c:v>
                </c:pt>
                <c:pt idx="19329">
                  <c:v>5.40306</c:v>
                </c:pt>
                <c:pt idx="19330">
                  <c:v>5.4033699999999998</c:v>
                </c:pt>
                <c:pt idx="19331">
                  <c:v>5.40367</c:v>
                </c:pt>
                <c:pt idx="19332">
                  <c:v>5.4039799999999998</c:v>
                </c:pt>
                <c:pt idx="19333">
                  <c:v>5.40428</c:v>
                </c:pt>
                <c:pt idx="19334">
                  <c:v>5.4045899999999998</c:v>
                </c:pt>
                <c:pt idx="19335">
                  <c:v>5.40489</c:v>
                </c:pt>
                <c:pt idx="19336">
                  <c:v>5.4051999999999998</c:v>
                </c:pt>
                <c:pt idx="19337">
                  <c:v>5.4055</c:v>
                </c:pt>
                <c:pt idx="19338">
                  <c:v>5.4058099999999998</c:v>
                </c:pt>
                <c:pt idx="19339">
                  <c:v>5.40611</c:v>
                </c:pt>
                <c:pt idx="19340">
                  <c:v>5.4064199999999998</c:v>
                </c:pt>
                <c:pt idx="19341">
                  <c:v>5.40672</c:v>
                </c:pt>
                <c:pt idx="19342">
                  <c:v>5.4070299999999998</c:v>
                </c:pt>
                <c:pt idx="19343">
                  <c:v>5.4073399999999996</c:v>
                </c:pt>
                <c:pt idx="19344">
                  <c:v>5.4076399999999998</c:v>
                </c:pt>
                <c:pt idx="19345">
                  <c:v>5.4079499999999996</c:v>
                </c:pt>
                <c:pt idx="19346">
                  <c:v>5.4082499999999998</c:v>
                </c:pt>
                <c:pt idx="19347">
                  <c:v>5.4085599999999996</c:v>
                </c:pt>
                <c:pt idx="19348">
                  <c:v>5.4088599999999998</c:v>
                </c:pt>
                <c:pt idx="19349">
                  <c:v>5.4091699999999996</c:v>
                </c:pt>
                <c:pt idx="19350">
                  <c:v>5.4094699999999998</c:v>
                </c:pt>
                <c:pt idx="19351">
                  <c:v>5.4097799999999996</c:v>
                </c:pt>
                <c:pt idx="19352">
                  <c:v>5.4100799999999998</c:v>
                </c:pt>
                <c:pt idx="19353">
                  <c:v>5.4103899999999996</c:v>
                </c:pt>
                <c:pt idx="19354">
                  <c:v>5.4107000000000003</c:v>
                </c:pt>
                <c:pt idx="19355">
                  <c:v>5.4109999999999996</c:v>
                </c:pt>
                <c:pt idx="19356">
                  <c:v>5.4113100000000003</c:v>
                </c:pt>
                <c:pt idx="19357">
                  <c:v>5.4116099999999996</c:v>
                </c:pt>
                <c:pt idx="19358">
                  <c:v>5.4119200000000003</c:v>
                </c:pt>
                <c:pt idx="19359">
                  <c:v>5.4122199999999996</c:v>
                </c:pt>
                <c:pt idx="19360">
                  <c:v>5.4125300000000003</c:v>
                </c:pt>
                <c:pt idx="19361">
                  <c:v>5.4128299999999996</c:v>
                </c:pt>
                <c:pt idx="19362">
                  <c:v>5.4131400000000003</c:v>
                </c:pt>
                <c:pt idx="19363">
                  <c:v>5.4134399999999996</c:v>
                </c:pt>
                <c:pt idx="19364">
                  <c:v>5.4137500000000003</c:v>
                </c:pt>
                <c:pt idx="19365">
                  <c:v>5.4140499999999996</c:v>
                </c:pt>
                <c:pt idx="19366">
                  <c:v>5.4143600000000003</c:v>
                </c:pt>
                <c:pt idx="19367">
                  <c:v>5.4146700000000001</c:v>
                </c:pt>
                <c:pt idx="19368">
                  <c:v>5.4149700000000003</c:v>
                </c:pt>
                <c:pt idx="19369">
                  <c:v>5.4152800000000001</c:v>
                </c:pt>
                <c:pt idx="19370">
                  <c:v>5.4155800000000003</c:v>
                </c:pt>
                <c:pt idx="19371">
                  <c:v>5.4158900000000001</c:v>
                </c:pt>
                <c:pt idx="19372">
                  <c:v>5.4161900000000003</c:v>
                </c:pt>
                <c:pt idx="19373">
                  <c:v>5.4165000000000001</c:v>
                </c:pt>
                <c:pt idx="19374">
                  <c:v>5.4168000000000003</c:v>
                </c:pt>
                <c:pt idx="19375">
                  <c:v>5.4171100000000001</c:v>
                </c:pt>
                <c:pt idx="19376">
                  <c:v>5.4174100000000003</c:v>
                </c:pt>
                <c:pt idx="19377">
                  <c:v>5.4177200000000001</c:v>
                </c:pt>
                <c:pt idx="19378">
                  <c:v>5.4180200000000003</c:v>
                </c:pt>
                <c:pt idx="19379">
                  <c:v>5.4183300000000001</c:v>
                </c:pt>
                <c:pt idx="19380">
                  <c:v>5.4186399999999999</c:v>
                </c:pt>
                <c:pt idx="19381">
                  <c:v>5.4189400000000001</c:v>
                </c:pt>
                <c:pt idx="19382">
                  <c:v>5.4192499999999999</c:v>
                </c:pt>
                <c:pt idx="19383">
                  <c:v>5.4195500000000001</c:v>
                </c:pt>
                <c:pt idx="19384">
                  <c:v>5.4198599999999999</c:v>
                </c:pt>
                <c:pt idx="19385">
                  <c:v>5.4201600000000001</c:v>
                </c:pt>
                <c:pt idx="19386">
                  <c:v>5.4204699999999999</c:v>
                </c:pt>
                <c:pt idx="19387">
                  <c:v>5.4207700000000001</c:v>
                </c:pt>
                <c:pt idx="19388">
                  <c:v>5.4210799999999999</c:v>
                </c:pt>
                <c:pt idx="19389">
                  <c:v>5.4213800000000001</c:v>
                </c:pt>
                <c:pt idx="19390">
                  <c:v>5.4216899999999999</c:v>
                </c:pt>
                <c:pt idx="19391">
                  <c:v>5.4219900000000001</c:v>
                </c:pt>
                <c:pt idx="19392">
                  <c:v>5.4222999999999999</c:v>
                </c:pt>
                <c:pt idx="19393">
                  <c:v>5.4226099999999997</c:v>
                </c:pt>
                <c:pt idx="19394">
                  <c:v>5.4229099999999999</c:v>
                </c:pt>
                <c:pt idx="19395">
                  <c:v>5.4232199999999997</c:v>
                </c:pt>
                <c:pt idx="19396">
                  <c:v>5.4235199999999999</c:v>
                </c:pt>
                <c:pt idx="19397">
                  <c:v>5.4238299999999997</c:v>
                </c:pt>
                <c:pt idx="19398">
                  <c:v>5.4241299999999999</c:v>
                </c:pt>
                <c:pt idx="19399">
                  <c:v>5.4244399999999997</c:v>
                </c:pt>
                <c:pt idx="19400">
                  <c:v>5.4247399999999999</c:v>
                </c:pt>
                <c:pt idx="19401">
                  <c:v>5.4250499999999997</c:v>
                </c:pt>
                <c:pt idx="19402">
                  <c:v>5.4253499999999999</c:v>
                </c:pt>
                <c:pt idx="19403">
                  <c:v>5.4256599999999997</c:v>
                </c:pt>
                <c:pt idx="19404">
                  <c:v>5.4259599999999999</c:v>
                </c:pt>
                <c:pt idx="19405">
                  <c:v>5.4262699999999997</c:v>
                </c:pt>
                <c:pt idx="19406">
                  <c:v>5.4265800000000004</c:v>
                </c:pt>
                <c:pt idx="19407">
                  <c:v>5.4268799999999997</c:v>
                </c:pt>
                <c:pt idx="19408">
                  <c:v>5.4271900000000004</c:v>
                </c:pt>
                <c:pt idx="19409">
                  <c:v>5.4274899999999997</c:v>
                </c:pt>
                <c:pt idx="19410">
                  <c:v>5.4278000000000004</c:v>
                </c:pt>
                <c:pt idx="19411">
                  <c:v>5.4280999999999997</c:v>
                </c:pt>
                <c:pt idx="19412">
                  <c:v>5.4284100000000004</c:v>
                </c:pt>
                <c:pt idx="19413">
                  <c:v>5.4287099999999997</c:v>
                </c:pt>
                <c:pt idx="19414">
                  <c:v>5.4290200000000004</c:v>
                </c:pt>
                <c:pt idx="19415">
                  <c:v>5.4293199999999997</c:v>
                </c:pt>
                <c:pt idx="19416">
                  <c:v>5.4296300000000004</c:v>
                </c:pt>
                <c:pt idx="19417">
                  <c:v>5.4299400000000002</c:v>
                </c:pt>
                <c:pt idx="19418">
                  <c:v>5.4302400000000004</c:v>
                </c:pt>
                <c:pt idx="19419">
                  <c:v>5.4305500000000002</c:v>
                </c:pt>
                <c:pt idx="19420">
                  <c:v>5.4308500000000004</c:v>
                </c:pt>
                <c:pt idx="19421">
                  <c:v>5.4311600000000002</c:v>
                </c:pt>
                <c:pt idx="19422">
                  <c:v>5.4314600000000004</c:v>
                </c:pt>
                <c:pt idx="19423">
                  <c:v>5.4317700000000002</c:v>
                </c:pt>
                <c:pt idx="19424">
                  <c:v>5.4320700000000004</c:v>
                </c:pt>
                <c:pt idx="19425">
                  <c:v>5.4323800000000002</c:v>
                </c:pt>
                <c:pt idx="19426">
                  <c:v>5.4326800000000004</c:v>
                </c:pt>
                <c:pt idx="19427">
                  <c:v>5.4329900000000002</c:v>
                </c:pt>
                <c:pt idx="19428">
                  <c:v>5.4332900000000004</c:v>
                </c:pt>
                <c:pt idx="19429">
                  <c:v>5.4336000000000002</c:v>
                </c:pt>
                <c:pt idx="19430">
                  <c:v>5.43391</c:v>
                </c:pt>
                <c:pt idx="19431">
                  <c:v>5.4342100000000002</c:v>
                </c:pt>
                <c:pt idx="19432">
                  <c:v>5.43452</c:v>
                </c:pt>
                <c:pt idx="19433">
                  <c:v>5.4348200000000002</c:v>
                </c:pt>
                <c:pt idx="19434">
                  <c:v>5.43513</c:v>
                </c:pt>
                <c:pt idx="19435">
                  <c:v>5.4354300000000002</c:v>
                </c:pt>
                <c:pt idx="19436">
                  <c:v>5.43574</c:v>
                </c:pt>
                <c:pt idx="19437">
                  <c:v>5.4360400000000002</c:v>
                </c:pt>
                <c:pt idx="19438">
                  <c:v>5.43635</c:v>
                </c:pt>
                <c:pt idx="19439">
                  <c:v>5.4366500000000002</c:v>
                </c:pt>
                <c:pt idx="19440">
                  <c:v>5.43696</c:v>
                </c:pt>
                <c:pt idx="19441">
                  <c:v>5.4372600000000002</c:v>
                </c:pt>
                <c:pt idx="19442">
                  <c:v>5.43757</c:v>
                </c:pt>
                <c:pt idx="19443">
                  <c:v>5.4378799999999998</c:v>
                </c:pt>
                <c:pt idx="19444">
                  <c:v>5.43818</c:v>
                </c:pt>
                <c:pt idx="19445">
                  <c:v>5.4384899999999998</c:v>
                </c:pt>
                <c:pt idx="19446">
                  <c:v>5.43879</c:v>
                </c:pt>
                <c:pt idx="19447">
                  <c:v>5.4390999999999998</c:v>
                </c:pt>
                <c:pt idx="19448">
                  <c:v>5.4394</c:v>
                </c:pt>
                <c:pt idx="19449">
                  <c:v>5.4397099999999998</c:v>
                </c:pt>
                <c:pt idx="19450">
                  <c:v>5.44001</c:v>
                </c:pt>
                <c:pt idx="19451">
                  <c:v>5.4403199999999998</c:v>
                </c:pt>
                <c:pt idx="19452">
                  <c:v>5.44062</c:v>
                </c:pt>
                <c:pt idx="19453">
                  <c:v>5.4409299999999998</c:v>
                </c:pt>
                <c:pt idx="19454">
                  <c:v>5.44123</c:v>
                </c:pt>
                <c:pt idx="19455">
                  <c:v>5.4415399999999998</c:v>
                </c:pt>
                <c:pt idx="19456">
                  <c:v>5.4418499999999996</c:v>
                </c:pt>
                <c:pt idx="19457">
                  <c:v>5.4421499999999998</c:v>
                </c:pt>
                <c:pt idx="19458">
                  <c:v>5.4424599999999996</c:v>
                </c:pt>
                <c:pt idx="19459">
                  <c:v>5.4427599999999998</c:v>
                </c:pt>
                <c:pt idx="19460">
                  <c:v>5.4430699999999996</c:v>
                </c:pt>
                <c:pt idx="19461">
                  <c:v>5.4433699999999998</c:v>
                </c:pt>
                <c:pt idx="19462">
                  <c:v>5.4436799999999996</c:v>
                </c:pt>
                <c:pt idx="19463">
                  <c:v>5.4439799999999998</c:v>
                </c:pt>
                <c:pt idx="19464">
                  <c:v>5.4442899999999996</c:v>
                </c:pt>
                <c:pt idx="19465">
                  <c:v>5.4445899999999998</c:v>
                </c:pt>
                <c:pt idx="19466">
                  <c:v>5.4448999999999996</c:v>
                </c:pt>
                <c:pt idx="19467">
                  <c:v>5.4452100000000003</c:v>
                </c:pt>
                <c:pt idx="19468">
                  <c:v>5.4455099999999996</c:v>
                </c:pt>
                <c:pt idx="19469">
                  <c:v>5.4458200000000003</c:v>
                </c:pt>
                <c:pt idx="19470">
                  <c:v>5.4461199999999996</c:v>
                </c:pt>
                <c:pt idx="19471">
                  <c:v>5.4464300000000003</c:v>
                </c:pt>
                <c:pt idx="19472">
                  <c:v>5.4467299999999996</c:v>
                </c:pt>
                <c:pt idx="19473">
                  <c:v>5.4470400000000003</c:v>
                </c:pt>
                <c:pt idx="19474">
                  <c:v>5.4473399999999996</c:v>
                </c:pt>
                <c:pt idx="19475">
                  <c:v>5.4476500000000003</c:v>
                </c:pt>
                <c:pt idx="19476">
                  <c:v>5.4479499999999996</c:v>
                </c:pt>
                <c:pt idx="19477">
                  <c:v>5.4482600000000003</c:v>
                </c:pt>
                <c:pt idx="19478">
                  <c:v>5.4485599999999996</c:v>
                </c:pt>
                <c:pt idx="19479">
                  <c:v>5.4488700000000003</c:v>
                </c:pt>
                <c:pt idx="19480">
                  <c:v>5.4491800000000001</c:v>
                </c:pt>
                <c:pt idx="19481">
                  <c:v>5.4494800000000003</c:v>
                </c:pt>
                <c:pt idx="19482">
                  <c:v>5.4497900000000001</c:v>
                </c:pt>
                <c:pt idx="19483">
                  <c:v>5.4500900000000003</c:v>
                </c:pt>
                <c:pt idx="19484">
                  <c:v>5.4504000000000001</c:v>
                </c:pt>
                <c:pt idx="19485">
                  <c:v>5.4507000000000003</c:v>
                </c:pt>
                <c:pt idx="19486">
                  <c:v>5.4510100000000001</c:v>
                </c:pt>
                <c:pt idx="19487">
                  <c:v>5.4513100000000003</c:v>
                </c:pt>
                <c:pt idx="19488">
                  <c:v>5.4516200000000001</c:v>
                </c:pt>
                <c:pt idx="19489">
                  <c:v>5.4519200000000003</c:v>
                </c:pt>
                <c:pt idx="19490">
                  <c:v>5.4522300000000001</c:v>
                </c:pt>
                <c:pt idx="19491">
                  <c:v>5.4525300000000003</c:v>
                </c:pt>
                <c:pt idx="19492">
                  <c:v>5.4528400000000001</c:v>
                </c:pt>
                <c:pt idx="19493">
                  <c:v>5.4531499999999999</c:v>
                </c:pt>
                <c:pt idx="19494">
                  <c:v>5.4534500000000001</c:v>
                </c:pt>
                <c:pt idx="19495">
                  <c:v>5.4537599999999999</c:v>
                </c:pt>
                <c:pt idx="19496">
                  <c:v>5.4540600000000001</c:v>
                </c:pt>
                <c:pt idx="19497">
                  <c:v>5.4543699999999999</c:v>
                </c:pt>
                <c:pt idx="19498">
                  <c:v>5.4546700000000001</c:v>
                </c:pt>
                <c:pt idx="19499">
                  <c:v>5.4549799999999999</c:v>
                </c:pt>
                <c:pt idx="19500">
                  <c:v>5.4552800000000001</c:v>
                </c:pt>
                <c:pt idx="19501">
                  <c:v>5.4555899999999999</c:v>
                </c:pt>
                <c:pt idx="19502">
                  <c:v>5.4558900000000001</c:v>
                </c:pt>
                <c:pt idx="19503">
                  <c:v>5.4561999999999999</c:v>
                </c:pt>
                <c:pt idx="19504">
                  <c:v>5.4565000000000001</c:v>
                </c:pt>
                <c:pt idx="19505">
                  <c:v>5.4568099999999999</c:v>
                </c:pt>
                <c:pt idx="19506">
                  <c:v>5.4571199999999997</c:v>
                </c:pt>
                <c:pt idx="19507">
                  <c:v>5.4574199999999999</c:v>
                </c:pt>
                <c:pt idx="19508">
                  <c:v>5.4577299999999997</c:v>
                </c:pt>
                <c:pt idx="19509">
                  <c:v>5.4580299999999999</c:v>
                </c:pt>
                <c:pt idx="19510">
                  <c:v>5.4583399999999997</c:v>
                </c:pt>
                <c:pt idx="19511">
                  <c:v>5.4586399999999999</c:v>
                </c:pt>
                <c:pt idx="19512">
                  <c:v>5.4589499999999997</c:v>
                </c:pt>
                <c:pt idx="19513">
                  <c:v>5.4592499999999999</c:v>
                </c:pt>
                <c:pt idx="19514">
                  <c:v>5.4595599999999997</c:v>
                </c:pt>
                <c:pt idx="19515">
                  <c:v>5.4598599999999999</c:v>
                </c:pt>
                <c:pt idx="19516">
                  <c:v>5.4601699999999997</c:v>
                </c:pt>
                <c:pt idx="19517">
                  <c:v>5.4604699999999999</c:v>
                </c:pt>
                <c:pt idx="19518">
                  <c:v>5.4607799999999997</c:v>
                </c:pt>
                <c:pt idx="19519">
                  <c:v>5.4610900000000004</c:v>
                </c:pt>
                <c:pt idx="19520">
                  <c:v>5.4613899999999997</c:v>
                </c:pt>
                <c:pt idx="19521">
                  <c:v>5.4617000000000004</c:v>
                </c:pt>
                <c:pt idx="19522">
                  <c:v>5.4619999999999997</c:v>
                </c:pt>
                <c:pt idx="19523">
                  <c:v>5.4623100000000004</c:v>
                </c:pt>
                <c:pt idx="19524">
                  <c:v>5.4626099999999997</c:v>
                </c:pt>
                <c:pt idx="19525">
                  <c:v>5.4629200000000004</c:v>
                </c:pt>
                <c:pt idx="19526">
                  <c:v>5.4632199999999997</c:v>
                </c:pt>
                <c:pt idx="19527">
                  <c:v>5.4635300000000004</c:v>
                </c:pt>
                <c:pt idx="19528">
                  <c:v>5.4638299999999997</c:v>
                </c:pt>
                <c:pt idx="19529">
                  <c:v>5.4641400000000004</c:v>
                </c:pt>
                <c:pt idx="19530">
                  <c:v>5.4644500000000003</c:v>
                </c:pt>
                <c:pt idx="19531">
                  <c:v>5.4647500000000004</c:v>
                </c:pt>
                <c:pt idx="19532">
                  <c:v>5.4650600000000003</c:v>
                </c:pt>
                <c:pt idx="19533">
                  <c:v>5.4653600000000004</c:v>
                </c:pt>
                <c:pt idx="19534">
                  <c:v>5.4656700000000003</c:v>
                </c:pt>
                <c:pt idx="19535">
                  <c:v>5.4659700000000004</c:v>
                </c:pt>
                <c:pt idx="19536">
                  <c:v>5.4662800000000002</c:v>
                </c:pt>
                <c:pt idx="19537">
                  <c:v>5.4665800000000004</c:v>
                </c:pt>
                <c:pt idx="19538">
                  <c:v>5.4668900000000002</c:v>
                </c:pt>
                <c:pt idx="19539">
                  <c:v>5.4671900000000004</c:v>
                </c:pt>
                <c:pt idx="19540">
                  <c:v>5.4675000000000002</c:v>
                </c:pt>
                <c:pt idx="19541">
                  <c:v>5.4678000000000004</c:v>
                </c:pt>
                <c:pt idx="19542">
                  <c:v>5.4681100000000002</c:v>
                </c:pt>
                <c:pt idx="19543">
                  <c:v>5.4684200000000001</c:v>
                </c:pt>
                <c:pt idx="19544">
                  <c:v>5.4687200000000002</c:v>
                </c:pt>
                <c:pt idx="19545">
                  <c:v>5.4690300000000001</c:v>
                </c:pt>
                <c:pt idx="19546">
                  <c:v>5.4693300000000002</c:v>
                </c:pt>
                <c:pt idx="19547">
                  <c:v>5.4696400000000001</c:v>
                </c:pt>
                <c:pt idx="19548">
                  <c:v>5.4699400000000002</c:v>
                </c:pt>
                <c:pt idx="19549">
                  <c:v>5.4702500000000001</c:v>
                </c:pt>
                <c:pt idx="19550">
                  <c:v>5.4705500000000002</c:v>
                </c:pt>
                <c:pt idx="19551">
                  <c:v>5.4708600000000001</c:v>
                </c:pt>
                <c:pt idx="19552">
                  <c:v>5.4711600000000002</c:v>
                </c:pt>
                <c:pt idx="19553">
                  <c:v>5.4714700000000001</c:v>
                </c:pt>
                <c:pt idx="19554">
                  <c:v>5.4717700000000002</c:v>
                </c:pt>
                <c:pt idx="19555">
                  <c:v>5.4720800000000001</c:v>
                </c:pt>
                <c:pt idx="19556">
                  <c:v>5.4723899999999999</c:v>
                </c:pt>
                <c:pt idx="19557">
                  <c:v>5.4726900000000001</c:v>
                </c:pt>
                <c:pt idx="19558">
                  <c:v>5.4729999999999999</c:v>
                </c:pt>
                <c:pt idx="19559">
                  <c:v>5.4733000000000001</c:v>
                </c:pt>
                <c:pt idx="19560">
                  <c:v>5.4736099999999999</c:v>
                </c:pt>
                <c:pt idx="19561">
                  <c:v>5.4739100000000001</c:v>
                </c:pt>
                <c:pt idx="19562">
                  <c:v>5.4742199999999999</c:v>
                </c:pt>
                <c:pt idx="19563">
                  <c:v>5.4745200000000001</c:v>
                </c:pt>
                <c:pt idx="19564">
                  <c:v>5.4748299999999999</c:v>
                </c:pt>
                <c:pt idx="19565">
                  <c:v>5.4751300000000001</c:v>
                </c:pt>
                <c:pt idx="19566">
                  <c:v>5.4754399999999999</c:v>
                </c:pt>
                <c:pt idx="19567">
                  <c:v>5.4757400000000001</c:v>
                </c:pt>
                <c:pt idx="19568">
                  <c:v>5.4760499999999999</c:v>
                </c:pt>
                <c:pt idx="19569">
                  <c:v>5.4763599999999997</c:v>
                </c:pt>
                <c:pt idx="19570">
                  <c:v>5.4766599999999999</c:v>
                </c:pt>
                <c:pt idx="19571">
                  <c:v>5.4769699999999997</c:v>
                </c:pt>
                <c:pt idx="19572">
                  <c:v>5.4772699999999999</c:v>
                </c:pt>
                <c:pt idx="19573">
                  <c:v>5.4775799999999997</c:v>
                </c:pt>
                <c:pt idx="19574">
                  <c:v>5.4778799999999999</c:v>
                </c:pt>
                <c:pt idx="19575">
                  <c:v>5.4781899999999997</c:v>
                </c:pt>
                <c:pt idx="19576">
                  <c:v>5.4784899999999999</c:v>
                </c:pt>
                <c:pt idx="19577">
                  <c:v>5.4787999999999997</c:v>
                </c:pt>
                <c:pt idx="19578">
                  <c:v>5.4790999999999999</c:v>
                </c:pt>
                <c:pt idx="19579">
                  <c:v>5.4794099999999997</c:v>
                </c:pt>
                <c:pt idx="19580">
                  <c:v>5.4797099999999999</c:v>
                </c:pt>
                <c:pt idx="19581">
                  <c:v>5.4800199999999997</c:v>
                </c:pt>
                <c:pt idx="19582">
                  <c:v>5.4803300000000004</c:v>
                </c:pt>
                <c:pt idx="19583">
                  <c:v>5.4806299999999997</c:v>
                </c:pt>
                <c:pt idx="19584">
                  <c:v>5.4809400000000004</c:v>
                </c:pt>
                <c:pt idx="19585">
                  <c:v>5.4812399999999997</c:v>
                </c:pt>
                <c:pt idx="19586">
                  <c:v>5.4815500000000004</c:v>
                </c:pt>
                <c:pt idx="19587">
                  <c:v>5.4818499999999997</c:v>
                </c:pt>
                <c:pt idx="19588">
                  <c:v>5.4821600000000004</c:v>
                </c:pt>
                <c:pt idx="19589">
                  <c:v>5.4824599999999997</c:v>
                </c:pt>
                <c:pt idx="19590">
                  <c:v>5.4827700000000004</c:v>
                </c:pt>
                <c:pt idx="19591">
                  <c:v>5.4830699999999997</c:v>
                </c:pt>
                <c:pt idx="19592">
                  <c:v>5.4833800000000004</c:v>
                </c:pt>
                <c:pt idx="19593">
                  <c:v>5.4836900000000002</c:v>
                </c:pt>
                <c:pt idx="19594">
                  <c:v>5.4839900000000004</c:v>
                </c:pt>
                <c:pt idx="19595">
                  <c:v>5.4843000000000002</c:v>
                </c:pt>
                <c:pt idx="19596">
                  <c:v>5.4846000000000004</c:v>
                </c:pt>
                <c:pt idx="19597">
                  <c:v>5.4849100000000002</c:v>
                </c:pt>
                <c:pt idx="19598">
                  <c:v>5.4852100000000004</c:v>
                </c:pt>
                <c:pt idx="19599">
                  <c:v>5.4855200000000002</c:v>
                </c:pt>
                <c:pt idx="19600">
                  <c:v>5.4858200000000004</c:v>
                </c:pt>
                <c:pt idx="19601">
                  <c:v>5.4861300000000002</c:v>
                </c:pt>
                <c:pt idx="19602">
                  <c:v>5.4864300000000004</c:v>
                </c:pt>
                <c:pt idx="19603">
                  <c:v>5.4867400000000002</c:v>
                </c:pt>
                <c:pt idx="19604">
                  <c:v>5.4870400000000004</c:v>
                </c:pt>
                <c:pt idx="19605">
                  <c:v>5.4873500000000002</c:v>
                </c:pt>
                <c:pt idx="19606">
                  <c:v>5.48766</c:v>
                </c:pt>
                <c:pt idx="19607">
                  <c:v>5.4879600000000002</c:v>
                </c:pt>
                <c:pt idx="19608">
                  <c:v>5.48827</c:v>
                </c:pt>
                <c:pt idx="19609">
                  <c:v>5.4885700000000002</c:v>
                </c:pt>
                <c:pt idx="19610">
                  <c:v>5.48888</c:v>
                </c:pt>
                <c:pt idx="19611">
                  <c:v>5.4891800000000002</c:v>
                </c:pt>
                <c:pt idx="19612">
                  <c:v>5.48949</c:v>
                </c:pt>
                <c:pt idx="19613">
                  <c:v>5.4897900000000002</c:v>
                </c:pt>
                <c:pt idx="19614">
                  <c:v>5.4901</c:v>
                </c:pt>
                <c:pt idx="19615">
                  <c:v>5.4904000000000002</c:v>
                </c:pt>
                <c:pt idx="19616">
                  <c:v>5.49071</c:v>
                </c:pt>
                <c:pt idx="19617">
                  <c:v>5.4910100000000002</c:v>
                </c:pt>
                <c:pt idx="19618">
                  <c:v>5.49132</c:v>
                </c:pt>
                <c:pt idx="19619">
                  <c:v>5.4916299999999998</c:v>
                </c:pt>
                <c:pt idx="19620">
                  <c:v>5.49193</c:v>
                </c:pt>
                <c:pt idx="19621">
                  <c:v>5.4922399999999998</c:v>
                </c:pt>
                <c:pt idx="19622">
                  <c:v>5.49254</c:v>
                </c:pt>
                <c:pt idx="19623">
                  <c:v>5.4928499999999998</c:v>
                </c:pt>
                <c:pt idx="19624">
                  <c:v>5.49315</c:v>
                </c:pt>
                <c:pt idx="19625">
                  <c:v>5.4934599999999998</c:v>
                </c:pt>
                <c:pt idx="19626">
                  <c:v>5.49376</c:v>
                </c:pt>
                <c:pt idx="19627">
                  <c:v>5.4940699999999998</c:v>
                </c:pt>
                <c:pt idx="19628">
                  <c:v>5.49437</c:v>
                </c:pt>
                <c:pt idx="19629">
                  <c:v>5.4946799999999998</c:v>
                </c:pt>
                <c:pt idx="19630">
                  <c:v>5.49498</c:v>
                </c:pt>
                <c:pt idx="19631">
                  <c:v>5.4952899999999998</c:v>
                </c:pt>
                <c:pt idx="19632">
                  <c:v>5.4955999999999996</c:v>
                </c:pt>
                <c:pt idx="19633">
                  <c:v>5.4958999999999998</c:v>
                </c:pt>
                <c:pt idx="19634">
                  <c:v>5.4962099999999996</c:v>
                </c:pt>
                <c:pt idx="19635">
                  <c:v>5.4965099999999998</c:v>
                </c:pt>
                <c:pt idx="19636">
                  <c:v>5.4968199999999996</c:v>
                </c:pt>
                <c:pt idx="19637">
                  <c:v>5.4971199999999998</c:v>
                </c:pt>
                <c:pt idx="19638">
                  <c:v>5.4974299999999996</c:v>
                </c:pt>
                <c:pt idx="19639">
                  <c:v>5.4977299999999998</c:v>
                </c:pt>
                <c:pt idx="19640">
                  <c:v>5.4980399999999996</c:v>
                </c:pt>
                <c:pt idx="19641">
                  <c:v>5.4983399999999998</c:v>
                </c:pt>
                <c:pt idx="19642">
                  <c:v>5.4986499999999996</c:v>
                </c:pt>
                <c:pt idx="19643">
                  <c:v>5.4989499999999998</c:v>
                </c:pt>
                <c:pt idx="19644">
                  <c:v>5.4992599999999996</c:v>
                </c:pt>
                <c:pt idx="19645">
                  <c:v>5.4995700000000003</c:v>
                </c:pt>
                <c:pt idx="19646">
                  <c:v>5.4998699999999996</c:v>
                </c:pt>
                <c:pt idx="19647">
                  <c:v>5.5001800000000003</c:v>
                </c:pt>
                <c:pt idx="19648">
                  <c:v>5.5004799999999996</c:v>
                </c:pt>
                <c:pt idx="19649">
                  <c:v>5.5007900000000003</c:v>
                </c:pt>
                <c:pt idx="19650">
                  <c:v>5.5010899999999996</c:v>
                </c:pt>
                <c:pt idx="19651">
                  <c:v>5.5014000000000003</c:v>
                </c:pt>
                <c:pt idx="19652">
                  <c:v>5.5016999999999996</c:v>
                </c:pt>
                <c:pt idx="19653">
                  <c:v>5.5020100000000003</c:v>
                </c:pt>
                <c:pt idx="19654">
                  <c:v>5.5023099999999996</c:v>
                </c:pt>
                <c:pt idx="19655">
                  <c:v>5.5026200000000003</c:v>
                </c:pt>
                <c:pt idx="19656">
                  <c:v>5.5029300000000001</c:v>
                </c:pt>
                <c:pt idx="19657">
                  <c:v>5.5032300000000003</c:v>
                </c:pt>
                <c:pt idx="19658">
                  <c:v>5.5035400000000001</c:v>
                </c:pt>
                <c:pt idx="19659">
                  <c:v>5.5038400000000003</c:v>
                </c:pt>
                <c:pt idx="19660">
                  <c:v>5.5041500000000001</c:v>
                </c:pt>
                <c:pt idx="19661">
                  <c:v>5.5044500000000003</c:v>
                </c:pt>
                <c:pt idx="19662">
                  <c:v>5.5047600000000001</c:v>
                </c:pt>
                <c:pt idx="19663">
                  <c:v>5.5050600000000003</c:v>
                </c:pt>
                <c:pt idx="19664">
                  <c:v>5.5053700000000001</c:v>
                </c:pt>
                <c:pt idx="19665">
                  <c:v>5.5056700000000003</c:v>
                </c:pt>
                <c:pt idx="19666">
                  <c:v>5.5059800000000001</c:v>
                </c:pt>
                <c:pt idx="19667">
                  <c:v>5.5062800000000003</c:v>
                </c:pt>
                <c:pt idx="19668">
                  <c:v>5.5065900000000001</c:v>
                </c:pt>
                <c:pt idx="19669">
                  <c:v>5.5068999999999999</c:v>
                </c:pt>
                <c:pt idx="19670">
                  <c:v>5.5072000000000001</c:v>
                </c:pt>
                <c:pt idx="19671">
                  <c:v>5.5075099999999999</c:v>
                </c:pt>
                <c:pt idx="19672">
                  <c:v>5.5078100000000001</c:v>
                </c:pt>
                <c:pt idx="19673">
                  <c:v>5.5081199999999999</c:v>
                </c:pt>
                <c:pt idx="19674">
                  <c:v>5.5084200000000001</c:v>
                </c:pt>
                <c:pt idx="19675">
                  <c:v>5.5087299999999999</c:v>
                </c:pt>
                <c:pt idx="19676">
                  <c:v>5.5090300000000001</c:v>
                </c:pt>
                <c:pt idx="19677">
                  <c:v>5.5093399999999999</c:v>
                </c:pt>
                <c:pt idx="19678">
                  <c:v>5.5096400000000001</c:v>
                </c:pt>
                <c:pt idx="19679">
                  <c:v>5.5099499999999999</c:v>
                </c:pt>
                <c:pt idx="19680">
                  <c:v>5.5102500000000001</c:v>
                </c:pt>
                <c:pt idx="19681">
                  <c:v>5.5105599999999999</c:v>
                </c:pt>
                <c:pt idx="19682">
                  <c:v>5.5108699999999997</c:v>
                </c:pt>
                <c:pt idx="19683">
                  <c:v>5.5111699999999999</c:v>
                </c:pt>
                <c:pt idx="19684">
                  <c:v>5.5114799999999997</c:v>
                </c:pt>
                <c:pt idx="19685">
                  <c:v>5.5117799999999999</c:v>
                </c:pt>
                <c:pt idx="19686">
                  <c:v>5.5120899999999997</c:v>
                </c:pt>
                <c:pt idx="19687">
                  <c:v>5.5123899999999999</c:v>
                </c:pt>
                <c:pt idx="19688">
                  <c:v>5.5126999999999997</c:v>
                </c:pt>
                <c:pt idx="19689">
                  <c:v>5.5129999999999999</c:v>
                </c:pt>
                <c:pt idx="19690">
                  <c:v>5.5133099999999997</c:v>
                </c:pt>
                <c:pt idx="19691">
                  <c:v>5.5136099999999999</c:v>
                </c:pt>
                <c:pt idx="19692">
                  <c:v>5.5139199999999997</c:v>
                </c:pt>
                <c:pt idx="19693">
                  <c:v>5.5142199999999999</c:v>
                </c:pt>
                <c:pt idx="19694">
                  <c:v>5.5145299999999997</c:v>
                </c:pt>
                <c:pt idx="19695">
                  <c:v>5.5148400000000004</c:v>
                </c:pt>
                <c:pt idx="19696">
                  <c:v>5.5151399999999997</c:v>
                </c:pt>
                <c:pt idx="19697">
                  <c:v>5.5154500000000004</c:v>
                </c:pt>
                <c:pt idx="19698">
                  <c:v>5.5157499999999997</c:v>
                </c:pt>
                <c:pt idx="19699">
                  <c:v>5.5160600000000004</c:v>
                </c:pt>
                <c:pt idx="19700">
                  <c:v>5.5163599999999997</c:v>
                </c:pt>
                <c:pt idx="19701">
                  <c:v>5.5166700000000004</c:v>
                </c:pt>
                <c:pt idx="19702">
                  <c:v>5.5169699999999997</c:v>
                </c:pt>
                <c:pt idx="19703">
                  <c:v>5.5172800000000004</c:v>
                </c:pt>
                <c:pt idx="19704">
                  <c:v>5.5175799999999997</c:v>
                </c:pt>
                <c:pt idx="19705">
                  <c:v>5.5178900000000004</c:v>
                </c:pt>
                <c:pt idx="19706">
                  <c:v>5.5182000000000002</c:v>
                </c:pt>
                <c:pt idx="19707">
                  <c:v>5.5185000000000004</c:v>
                </c:pt>
                <c:pt idx="19708">
                  <c:v>5.5188100000000002</c:v>
                </c:pt>
                <c:pt idx="19709">
                  <c:v>5.5191100000000004</c:v>
                </c:pt>
                <c:pt idx="19710">
                  <c:v>5.5194200000000002</c:v>
                </c:pt>
                <c:pt idx="19711">
                  <c:v>5.5197200000000004</c:v>
                </c:pt>
                <c:pt idx="19712">
                  <c:v>5.5200300000000002</c:v>
                </c:pt>
                <c:pt idx="19713">
                  <c:v>5.5203300000000004</c:v>
                </c:pt>
                <c:pt idx="19714">
                  <c:v>5.5206400000000002</c:v>
                </c:pt>
                <c:pt idx="19715">
                  <c:v>5.5209400000000004</c:v>
                </c:pt>
                <c:pt idx="19716">
                  <c:v>5.5212500000000002</c:v>
                </c:pt>
                <c:pt idx="19717">
                  <c:v>5.5215500000000004</c:v>
                </c:pt>
                <c:pt idx="19718">
                  <c:v>5.5218600000000002</c:v>
                </c:pt>
                <c:pt idx="19719">
                  <c:v>5.52217</c:v>
                </c:pt>
                <c:pt idx="19720">
                  <c:v>5.5224700000000002</c:v>
                </c:pt>
                <c:pt idx="19721">
                  <c:v>5.52278</c:v>
                </c:pt>
                <c:pt idx="19722">
                  <c:v>5.5230800000000002</c:v>
                </c:pt>
                <c:pt idx="19723">
                  <c:v>5.52339</c:v>
                </c:pt>
                <c:pt idx="19724">
                  <c:v>5.5236900000000002</c:v>
                </c:pt>
                <c:pt idx="19725">
                  <c:v>5.524</c:v>
                </c:pt>
                <c:pt idx="19726">
                  <c:v>5.5243000000000002</c:v>
                </c:pt>
                <c:pt idx="19727">
                  <c:v>5.52461</c:v>
                </c:pt>
                <c:pt idx="19728">
                  <c:v>5.5249100000000002</c:v>
                </c:pt>
                <c:pt idx="19729">
                  <c:v>5.52522</c:v>
                </c:pt>
                <c:pt idx="19730">
                  <c:v>5.5255200000000002</c:v>
                </c:pt>
                <c:pt idx="19731">
                  <c:v>5.52583</c:v>
                </c:pt>
                <c:pt idx="19732">
                  <c:v>5.5261399999999998</c:v>
                </c:pt>
                <c:pt idx="19733">
                  <c:v>5.52644</c:v>
                </c:pt>
                <c:pt idx="19734">
                  <c:v>5.5267499999999998</c:v>
                </c:pt>
                <c:pt idx="19735">
                  <c:v>5.52705</c:v>
                </c:pt>
                <c:pt idx="19736">
                  <c:v>5.5273599999999998</c:v>
                </c:pt>
                <c:pt idx="19737">
                  <c:v>5.52766</c:v>
                </c:pt>
                <c:pt idx="19738">
                  <c:v>5.5279699999999998</c:v>
                </c:pt>
                <c:pt idx="19739">
                  <c:v>5.52827</c:v>
                </c:pt>
                <c:pt idx="19740">
                  <c:v>5.5285799999999998</c:v>
                </c:pt>
                <c:pt idx="19741">
                  <c:v>5.52888</c:v>
                </c:pt>
                <c:pt idx="19742">
                  <c:v>5.5291899999999998</c:v>
                </c:pt>
                <c:pt idx="19743">
                  <c:v>5.52949</c:v>
                </c:pt>
                <c:pt idx="19744">
                  <c:v>5.5297999999999998</c:v>
                </c:pt>
                <c:pt idx="19745">
                  <c:v>5.5301099999999996</c:v>
                </c:pt>
                <c:pt idx="19746">
                  <c:v>5.5304099999999998</c:v>
                </c:pt>
                <c:pt idx="19747">
                  <c:v>5.5307199999999996</c:v>
                </c:pt>
                <c:pt idx="19748">
                  <c:v>5.5310199999999998</c:v>
                </c:pt>
                <c:pt idx="19749">
                  <c:v>5.5313299999999996</c:v>
                </c:pt>
                <c:pt idx="19750">
                  <c:v>5.5316299999999998</c:v>
                </c:pt>
                <c:pt idx="19751">
                  <c:v>5.5319399999999996</c:v>
                </c:pt>
                <c:pt idx="19752">
                  <c:v>5.5322399999999998</c:v>
                </c:pt>
                <c:pt idx="19753">
                  <c:v>5.5325499999999996</c:v>
                </c:pt>
                <c:pt idx="19754">
                  <c:v>5.5328499999999998</c:v>
                </c:pt>
                <c:pt idx="19755">
                  <c:v>5.5331599999999996</c:v>
                </c:pt>
                <c:pt idx="19756">
                  <c:v>5.5334599999999998</c:v>
                </c:pt>
                <c:pt idx="19757">
                  <c:v>5.5337699999999996</c:v>
                </c:pt>
                <c:pt idx="19758">
                  <c:v>5.5340800000000003</c:v>
                </c:pt>
                <c:pt idx="19759">
                  <c:v>5.5343799999999996</c:v>
                </c:pt>
                <c:pt idx="19760">
                  <c:v>5.5346900000000003</c:v>
                </c:pt>
                <c:pt idx="19761">
                  <c:v>5.5349899999999996</c:v>
                </c:pt>
                <c:pt idx="19762">
                  <c:v>5.5353000000000003</c:v>
                </c:pt>
                <c:pt idx="19763">
                  <c:v>5.5355999999999996</c:v>
                </c:pt>
                <c:pt idx="19764">
                  <c:v>5.5359100000000003</c:v>
                </c:pt>
                <c:pt idx="19765">
                  <c:v>5.5362099999999996</c:v>
                </c:pt>
                <c:pt idx="19766">
                  <c:v>5.5365200000000003</c:v>
                </c:pt>
                <c:pt idx="19767">
                  <c:v>5.5368199999999996</c:v>
                </c:pt>
                <c:pt idx="19768">
                  <c:v>5.5371300000000003</c:v>
                </c:pt>
                <c:pt idx="19769">
                  <c:v>5.5374400000000001</c:v>
                </c:pt>
                <c:pt idx="19770">
                  <c:v>5.5377400000000003</c:v>
                </c:pt>
                <c:pt idx="19771">
                  <c:v>5.5380500000000001</c:v>
                </c:pt>
                <c:pt idx="19772">
                  <c:v>5.5383500000000003</c:v>
                </c:pt>
                <c:pt idx="19773">
                  <c:v>5.5386600000000001</c:v>
                </c:pt>
                <c:pt idx="19774">
                  <c:v>5.5389600000000003</c:v>
                </c:pt>
                <c:pt idx="19775">
                  <c:v>5.5392700000000001</c:v>
                </c:pt>
                <c:pt idx="19776">
                  <c:v>5.5395700000000003</c:v>
                </c:pt>
                <c:pt idx="19777">
                  <c:v>5.5398800000000001</c:v>
                </c:pt>
                <c:pt idx="19778">
                  <c:v>5.5401800000000003</c:v>
                </c:pt>
                <c:pt idx="19779">
                  <c:v>5.5404900000000001</c:v>
                </c:pt>
                <c:pt idx="19780">
                  <c:v>5.5407900000000003</c:v>
                </c:pt>
                <c:pt idx="19781">
                  <c:v>5.5411000000000001</c:v>
                </c:pt>
                <c:pt idx="19782">
                  <c:v>5.5414099999999999</c:v>
                </c:pt>
                <c:pt idx="19783">
                  <c:v>5.5417100000000001</c:v>
                </c:pt>
                <c:pt idx="19784">
                  <c:v>5.5420199999999999</c:v>
                </c:pt>
                <c:pt idx="19785">
                  <c:v>5.5423200000000001</c:v>
                </c:pt>
                <c:pt idx="19786">
                  <c:v>5.5426299999999999</c:v>
                </c:pt>
                <c:pt idx="19787">
                  <c:v>5.5429300000000001</c:v>
                </c:pt>
                <c:pt idx="19788">
                  <c:v>5.5432399999999999</c:v>
                </c:pt>
                <c:pt idx="19789">
                  <c:v>5.5435400000000001</c:v>
                </c:pt>
                <c:pt idx="19790">
                  <c:v>5.5438499999999999</c:v>
                </c:pt>
                <c:pt idx="19791">
                  <c:v>5.5441500000000001</c:v>
                </c:pt>
                <c:pt idx="19792">
                  <c:v>5.5444599999999999</c:v>
                </c:pt>
                <c:pt idx="19793">
                  <c:v>5.5447600000000001</c:v>
                </c:pt>
                <c:pt idx="19794">
                  <c:v>5.5450699999999999</c:v>
                </c:pt>
                <c:pt idx="19795">
                  <c:v>5.5453799999999998</c:v>
                </c:pt>
                <c:pt idx="19796">
                  <c:v>5.5456799999999999</c:v>
                </c:pt>
                <c:pt idx="19797">
                  <c:v>5.5459899999999998</c:v>
                </c:pt>
                <c:pt idx="19798">
                  <c:v>5.5462899999999999</c:v>
                </c:pt>
                <c:pt idx="19799">
                  <c:v>5.5465999999999998</c:v>
                </c:pt>
                <c:pt idx="19800">
                  <c:v>5.5468999999999999</c:v>
                </c:pt>
                <c:pt idx="19801">
                  <c:v>5.5472099999999998</c:v>
                </c:pt>
                <c:pt idx="19802">
                  <c:v>5.5475099999999999</c:v>
                </c:pt>
                <c:pt idx="19803">
                  <c:v>5.5478199999999998</c:v>
                </c:pt>
                <c:pt idx="19804">
                  <c:v>5.5481199999999999</c:v>
                </c:pt>
                <c:pt idx="19805">
                  <c:v>5.5484299999999998</c:v>
                </c:pt>
                <c:pt idx="19806">
                  <c:v>5.5487299999999999</c:v>
                </c:pt>
                <c:pt idx="19807">
                  <c:v>5.5490399999999998</c:v>
                </c:pt>
                <c:pt idx="19808">
                  <c:v>5.5493499999999996</c:v>
                </c:pt>
                <c:pt idx="19809">
                  <c:v>5.5496499999999997</c:v>
                </c:pt>
                <c:pt idx="19810">
                  <c:v>5.5499599999999996</c:v>
                </c:pt>
                <c:pt idx="19811">
                  <c:v>5.5502599999999997</c:v>
                </c:pt>
                <c:pt idx="19812">
                  <c:v>5.5505699999999996</c:v>
                </c:pt>
                <c:pt idx="19813">
                  <c:v>5.5508699999999997</c:v>
                </c:pt>
                <c:pt idx="19814">
                  <c:v>5.5511799999999996</c:v>
                </c:pt>
                <c:pt idx="19815">
                  <c:v>5.5514799999999997</c:v>
                </c:pt>
                <c:pt idx="19816">
                  <c:v>5.5517899999999996</c:v>
                </c:pt>
                <c:pt idx="19817">
                  <c:v>5.5520899999999997</c:v>
                </c:pt>
                <c:pt idx="19818">
                  <c:v>5.5523999999999996</c:v>
                </c:pt>
                <c:pt idx="19819">
                  <c:v>5.5526999999999997</c:v>
                </c:pt>
                <c:pt idx="19820">
                  <c:v>5.5530099999999996</c:v>
                </c:pt>
                <c:pt idx="19821">
                  <c:v>5.5533200000000003</c:v>
                </c:pt>
                <c:pt idx="19822">
                  <c:v>5.5536199999999996</c:v>
                </c:pt>
                <c:pt idx="19823">
                  <c:v>5.5539300000000003</c:v>
                </c:pt>
                <c:pt idx="19824">
                  <c:v>5.5542299999999996</c:v>
                </c:pt>
                <c:pt idx="19825">
                  <c:v>5.5545400000000003</c:v>
                </c:pt>
                <c:pt idx="19826">
                  <c:v>5.5548400000000004</c:v>
                </c:pt>
                <c:pt idx="19827">
                  <c:v>5.5551500000000003</c:v>
                </c:pt>
                <c:pt idx="19828">
                  <c:v>5.5554500000000004</c:v>
                </c:pt>
                <c:pt idx="19829">
                  <c:v>5.5557600000000003</c:v>
                </c:pt>
                <c:pt idx="19830">
                  <c:v>5.5560600000000004</c:v>
                </c:pt>
                <c:pt idx="19831">
                  <c:v>5.5563700000000003</c:v>
                </c:pt>
                <c:pt idx="19832">
                  <c:v>5.5566800000000001</c:v>
                </c:pt>
                <c:pt idx="19833">
                  <c:v>5.5569800000000003</c:v>
                </c:pt>
                <c:pt idx="19834">
                  <c:v>5.5572900000000001</c:v>
                </c:pt>
                <c:pt idx="19835">
                  <c:v>5.5575900000000003</c:v>
                </c:pt>
                <c:pt idx="19836">
                  <c:v>5.5579000000000001</c:v>
                </c:pt>
                <c:pt idx="19837">
                  <c:v>5.5582000000000003</c:v>
                </c:pt>
                <c:pt idx="19838">
                  <c:v>5.5585100000000001</c:v>
                </c:pt>
                <c:pt idx="19839">
                  <c:v>5.5588100000000003</c:v>
                </c:pt>
                <c:pt idx="19840">
                  <c:v>5.5591200000000001</c:v>
                </c:pt>
                <c:pt idx="19841">
                  <c:v>5.5594200000000003</c:v>
                </c:pt>
                <c:pt idx="19842">
                  <c:v>5.5597300000000001</c:v>
                </c:pt>
                <c:pt idx="19843">
                  <c:v>5.5600300000000002</c:v>
                </c:pt>
                <c:pt idx="19844">
                  <c:v>5.5603400000000001</c:v>
                </c:pt>
                <c:pt idx="19845">
                  <c:v>5.5606499999999999</c:v>
                </c:pt>
                <c:pt idx="19846">
                  <c:v>5.5609500000000001</c:v>
                </c:pt>
                <c:pt idx="19847">
                  <c:v>5.5612599999999999</c:v>
                </c:pt>
                <c:pt idx="19848">
                  <c:v>5.5615600000000001</c:v>
                </c:pt>
                <c:pt idx="19849">
                  <c:v>5.5618699999999999</c:v>
                </c:pt>
                <c:pt idx="19850">
                  <c:v>5.5621700000000001</c:v>
                </c:pt>
                <c:pt idx="19851">
                  <c:v>5.5624799999999999</c:v>
                </c:pt>
                <c:pt idx="19852">
                  <c:v>5.5627800000000001</c:v>
                </c:pt>
                <c:pt idx="19853">
                  <c:v>5.5630899999999999</c:v>
                </c:pt>
                <c:pt idx="19854">
                  <c:v>5.5633900000000001</c:v>
                </c:pt>
                <c:pt idx="19855">
                  <c:v>5.5636999999999999</c:v>
                </c:pt>
                <c:pt idx="19856">
                  <c:v>5.5640000000000001</c:v>
                </c:pt>
                <c:pt idx="19857">
                  <c:v>5.5643099999999999</c:v>
                </c:pt>
                <c:pt idx="19858">
                  <c:v>5.5646199999999997</c:v>
                </c:pt>
                <c:pt idx="19859">
                  <c:v>5.5649199999999999</c:v>
                </c:pt>
                <c:pt idx="19860">
                  <c:v>5.5652299999999997</c:v>
                </c:pt>
                <c:pt idx="19861">
                  <c:v>5.5655299999999999</c:v>
                </c:pt>
                <c:pt idx="19862">
                  <c:v>5.5658399999999997</c:v>
                </c:pt>
                <c:pt idx="19863">
                  <c:v>5.5661399999999999</c:v>
                </c:pt>
                <c:pt idx="19864">
                  <c:v>5.5664499999999997</c:v>
                </c:pt>
                <c:pt idx="19865">
                  <c:v>5.5667499999999999</c:v>
                </c:pt>
                <c:pt idx="19866">
                  <c:v>5.5670599999999997</c:v>
                </c:pt>
                <c:pt idx="19867">
                  <c:v>5.5673599999999999</c:v>
                </c:pt>
                <c:pt idx="19868">
                  <c:v>5.5676699999999997</c:v>
                </c:pt>
                <c:pt idx="19869">
                  <c:v>5.5679699999999999</c:v>
                </c:pt>
                <c:pt idx="19870">
                  <c:v>5.5682799999999997</c:v>
                </c:pt>
                <c:pt idx="19871">
                  <c:v>5.5685900000000004</c:v>
                </c:pt>
                <c:pt idx="19872">
                  <c:v>5.5688899999999997</c:v>
                </c:pt>
                <c:pt idx="19873">
                  <c:v>5.5692000000000004</c:v>
                </c:pt>
                <c:pt idx="19874">
                  <c:v>5.5694999999999997</c:v>
                </c:pt>
                <c:pt idx="19875">
                  <c:v>5.5698100000000004</c:v>
                </c:pt>
                <c:pt idx="19876">
                  <c:v>5.5701099999999997</c:v>
                </c:pt>
                <c:pt idx="19877">
                  <c:v>5.5704200000000004</c:v>
                </c:pt>
                <c:pt idx="19878">
                  <c:v>5.5707199999999997</c:v>
                </c:pt>
                <c:pt idx="19879">
                  <c:v>5.5710300000000004</c:v>
                </c:pt>
                <c:pt idx="19880">
                  <c:v>5.5713299999999997</c:v>
                </c:pt>
                <c:pt idx="19881">
                  <c:v>5.5716400000000004</c:v>
                </c:pt>
                <c:pt idx="19882">
                  <c:v>5.5719500000000002</c:v>
                </c:pt>
                <c:pt idx="19883">
                  <c:v>5.5722500000000004</c:v>
                </c:pt>
                <c:pt idx="19884">
                  <c:v>5.5725600000000002</c:v>
                </c:pt>
                <c:pt idx="19885">
                  <c:v>5.5728600000000004</c:v>
                </c:pt>
                <c:pt idx="19886">
                  <c:v>5.5731700000000002</c:v>
                </c:pt>
                <c:pt idx="19887">
                  <c:v>5.5734700000000004</c:v>
                </c:pt>
                <c:pt idx="19888">
                  <c:v>5.5737800000000002</c:v>
                </c:pt>
                <c:pt idx="19889">
                  <c:v>5.5740800000000004</c:v>
                </c:pt>
                <c:pt idx="19890">
                  <c:v>5.5743900000000002</c:v>
                </c:pt>
                <c:pt idx="19891">
                  <c:v>5.5746900000000004</c:v>
                </c:pt>
                <c:pt idx="19892">
                  <c:v>5.5750000000000002</c:v>
                </c:pt>
                <c:pt idx="19893">
                  <c:v>5.5753000000000004</c:v>
                </c:pt>
                <c:pt idx="19894">
                  <c:v>5.5756100000000002</c:v>
                </c:pt>
                <c:pt idx="19895">
                  <c:v>5.57592</c:v>
                </c:pt>
                <c:pt idx="19896">
                  <c:v>5.5762200000000002</c:v>
                </c:pt>
                <c:pt idx="19897">
                  <c:v>5.57653</c:v>
                </c:pt>
                <c:pt idx="19898">
                  <c:v>5.5768300000000002</c:v>
                </c:pt>
                <c:pt idx="19899">
                  <c:v>5.57714</c:v>
                </c:pt>
                <c:pt idx="19900">
                  <c:v>5.5774400000000002</c:v>
                </c:pt>
                <c:pt idx="19901">
                  <c:v>5.57775</c:v>
                </c:pt>
                <c:pt idx="19902">
                  <c:v>5.5780500000000002</c:v>
                </c:pt>
                <c:pt idx="19903">
                  <c:v>5.57836</c:v>
                </c:pt>
                <c:pt idx="19904">
                  <c:v>5.5786600000000002</c:v>
                </c:pt>
                <c:pt idx="19905">
                  <c:v>5.57897</c:v>
                </c:pt>
                <c:pt idx="19906">
                  <c:v>5.5792700000000002</c:v>
                </c:pt>
                <c:pt idx="19907">
                  <c:v>5.57958</c:v>
                </c:pt>
                <c:pt idx="19908">
                  <c:v>5.5798899999999998</c:v>
                </c:pt>
                <c:pt idx="19909">
                  <c:v>5.58019</c:v>
                </c:pt>
                <c:pt idx="19910">
                  <c:v>5.5804999999999998</c:v>
                </c:pt>
                <c:pt idx="19911">
                  <c:v>5.5808</c:v>
                </c:pt>
                <c:pt idx="19912">
                  <c:v>5.5811099999999998</c:v>
                </c:pt>
                <c:pt idx="19913">
                  <c:v>5.58141</c:v>
                </c:pt>
                <c:pt idx="19914">
                  <c:v>5.5817199999999998</c:v>
                </c:pt>
                <c:pt idx="19915">
                  <c:v>5.58202</c:v>
                </c:pt>
                <c:pt idx="19916">
                  <c:v>5.5823299999999998</c:v>
                </c:pt>
                <c:pt idx="19917">
                  <c:v>5.58263</c:v>
                </c:pt>
                <c:pt idx="19918">
                  <c:v>5.5829399999999998</c:v>
                </c:pt>
                <c:pt idx="19919">
                  <c:v>5.58324</c:v>
                </c:pt>
                <c:pt idx="19920">
                  <c:v>5.5835499999999998</c:v>
                </c:pt>
                <c:pt idx="19921">
                  <c:v>5.5838599999999996</c:v>
                </c:pt>
                <c:pt idx="19922">
                  <c:v>5.5841599999999998</c:v>
                </c:pt>
                <c:pt idx="19923">
                  <c:v>5.5844699999999996</c:v>
                </c:pt>
                <c:pt idx="19924">
                  <c:v>5.5847699999999998</c:v>
                </c:pt>
                <c:pt idx="19925">
                  <c:v>5.5850799999999996</c:v>
                </c:pt>
                <c:pt idx="19926">
                  <c:v>5.5853799999999998</c:v>
                </c:pt>
                <c:pt idx="19927">
                  <c:v>5.5856899999999996</c:v>
                </c:pt>
                <c:pt idx="19928">
                  <c:v>5.5859899999999998</c:v>
                </c:pt>
                <c:pt idx="19929">
                  <c:v>5.5862999999999996</c:v>
                </c:pt>
                <c:pt idx="19930">
                  <c:v>5.5865999999999998</c:v>
                </c:pt>
                <c:pt idx="19931">
                  <c:v>5.5869099999999996</c:v>
                </c:pt>
                <c:pt idx="19932">
                  <c:v>5.5872099999999998</c:v>
                </c:pt>
                <c:pt idx="19933">
                  <c:v>5.5875199999999996</c:v>
                </c:pt>
                <c:pt idx="19934">
                  <c:v>5.5878300000000003</c:v>
                </c:pt>
                <c:pt idx="19935">
                  <c:v>5.5881299999999996</c:v>
                </c:pt>
                <c:pt idx="19936">
                  <c:v>5.5884400000000003</c:v>
                </c:pt>
                <c:pt idx="19937">
                  <c:v>5.5887399999999996</c:v>
                </c:pt>
                <c:pt idx="19938">
                  <c:v>5.5890500000000003</c:v>
                </c:pt>
                <c:pt idx="19939">
                  <c:v>5.5893499999999996</c:v>
                </c:pt>
                <c:pt idx="19940">
                  <c:v>5.5896600000000003</c:v>
                </c:pt>
                <c:pt idx="19941">
                  <c:v>5.5899599999999996</c:v>
                </c:pt>
                <c:pt idx="19942">
                  <c:v>5.5902700000000003</c:v>
                </c:pt>
                <c:pt idx="19943">
                  <c:v>5.5905699999999996</c:v>
                </c:pt>
                <c:pt idx="19944">
                  <c:v>5.5908800000000003</c:v>
                </c:pt>
                <c:pt idx="19945">
                  <c:v>5.5911900000000001</c:v>
                </c:pt>
                <c:pt idx="19946">
                  <c:v>5.5914900000000003</c:v>
                </c:pt>
                <c:pt idx="19947">
                  <c:v>5.5918000000000001</c:v>
                </c:pt>
                <c:pt idx="19948">
                  <c:v>5.5921000000000003</c:v>
                </c:pt>
                <c:pt idx="19949">
                  <c:v>5.5924100000000001</c:v>
                </c:pt>
                <c:pt idx="19950">
                  <c:v>5.5927100000000003</c:v>
                </c:pt>
                <c:pt idx="19951">
                  <c:v>5.5930200000000001</c:v>
                </c:pt>
                <c:pt idx="19952">
                  <c:v>5.5933200000000003</c:v>
                </c:pt>
                <c:pt idx="19953">
                  <c:v>5.5936300000000001</c:v>
                </c:pt>
                <c:pt idx="19954">
                  <c:v>5.5939300000000003</c:v>
                </c:pt>
                <c:pt idx="19955">
                  <c:v>5.5942400000000001</c:v>
                </c:pt>
                <c:pt idx="19956">
                  <c:v>5.5945400000000003</c:v>
                </c:pt>
                <c:pt idx="19957">
                  <c:v>5.5948500000000001</c:v>
                </c:pt>
                <c:pt idx="19958">
                  <c:v>5.5951599999999999</c:v>
                </c:pt>
                <c:pt idx="19959">
                  <c:v>5.5954600000000001</c:v>
                </c:pt>
                <c:pt idx="19960">
                  <c:v>5.5957699999999999</c:v>
                </c:pt>
                <c:pt idx="19961">
                  <c:v>5.5960700000000001</c:v>
                </c:pt>
                <c:pt idx="19962">
                  <c:v>5.5963799999999999</c:v>
                </c:pt>
                <c:pt idx="19963">
                  <c:v>5.5966800000000001</c:v>
                </c:pt>
                <c:pt idx="19964">
                  <c:v>5.5969899999999999</c:v>
                </c:pt>
                <c:pt idx="19965">
                  <c:v>5.5972900000000001</c:v>
                </c:pt>
                <c:pt idx="19966">
                  <c:v>5.5975999999999999</c:v>
                </c:pt>
                <c:pt idx="19967">
                  <c:v>5.5979000000000001</c:v>
                </c:pt>
                <c:pt idx="19968">
                  <c:v>5.5982099999999999</c:v>
                </c:pt>
                <c:pt idx="19969">
                  <c:v>5.5985100000000001</c:v>
                </c:pt>
                <c:pt idx="19970">
                  <c:v>5.5988199999999999</c:v>
                </c:pt>
                <c:pt idx="19971">
                  <c:v>5.5991299999999997</c:v>
                </c:pt>
                <c:pt idx="19972">
                  <c:v>5.5994299999999999</c:v>
                </c:pt>
                <c:pt idx="19973">
                  <c:v>5.5997399999999997</c:v>
                </c:pt>
                <c:pt idx="19974">
                  <c:v>5.6000399999999999</c:v>
                </c:pt>
                <c:pt idx="19975">
                  <c:v>5.6003499999999997</c:v>
                </c:pt>
                <c:pt idx="19976">
                  <c:v>5.6006499999999999</c:v>
                </c:pt>
                <c:pt idx="19977">
                  <c:v>5.6009599999999997</c:v>
                </c:pt>
                <c:pt idx="19978">
                  <c:v>5.6012599999999999</c:v>
                </c:pt>
                <c:pt idx="19979">
                  <c:v>5.6015699999999997</c:v>
                </c:pt>
                <c:pt idx="19980">
                  <c:v>5.6018699999999999</c:v>
                </c:pt>
                <c:pt idx="19981">
                  <c:v>5.6021799999999997</c:v>
                </c:pt>
                <c:pt idx="19982">
                  <c:v>5.6024799999999999</c:v>
                </c:pt>
                <c:pt idx="19983">
                  <c:v>5.6027899999999997</c:v>
                </c:pt>
                <c:pt idx="19984">
                  <c:v>5.6031000000000004</c:v>
                </c:pt>
                <c:pt idx="19985">
                  <c:v>5.6033999999999997</c:v>
                </c:pt>
                <c:pt idx="19986">
                  <c:v>5.6037100000000004</c:v>
                </c:pt>
                <c:pt idx="19987">
                  <c:v>5.6040099999999997</c:v>
                </c:pt>
                <c:pt idx="19988">
                  <c:v>5.6043200000000004</c:v>
                </c:pt>
                <c:pt idx="19989">
                  <c:v>5.6046199999999997</c:v>
                </c:pt>
                <c:pt idx="19990">
                  <c:v>5.6049300000000004</c:v>
                </c:pt>
                <c:pt idx="19991">
                  <c:v>5.6052299999999997</c:v>
                </c:pt>
                <c:pt idx="19992">
                  <c:v>5.6055400000000004</c:v>
                </c:pt>
                <c:pt idx="19993">
                  <c:v>5.6058399999999997</c:v>
                </c:pt>
                <c:pt idx="19994">
                  <c:v>5.6061500000000004</c:v>
                </c:pt>
                <c:pt idx="19995">
                  <c:v>5.6064499999999997</c:v>
                </c:pt>
                <c:pt idx="19996">
                  <c:v>5.6067600000000004</c:v>
                </c:pt>
                <c:pt idx="19997">
                  <c:v>5.6070700000000002</c:v>
                </c:pt>
                <c:pt idx="19998">
                  <c:v>5.6073700000000004</c:v>
                </c:pt>
                <c:pt idx="19999">
                  <c:v>5.6076800000000002</c:v>
                </c:pt>
                <c:pt idx="20000">
                  <c:v>5.6079800000000004</c:v>
                </c:pt>
                <c:pt idx="20001">
                  <c:v>5.6082900000000002</c:v>
                </c:pt>
                <c:pt idx="20002">
                  <c:v>5.6085900000000004</c:v>
                </c:pt>
                <c:pt idx="20003">
                  <c:v>5.6089000000000002</c:v>
                </c:pt>
                <c:pt idx="20004">
                  <c:v>5.6092000000000004</c:v>
                </c:pt>
                <c:pt idx="20005">
                  <c:v>5.6095100000000002</c:v>
                </c:pt>
                <c:pt idx="20006">
                  <c:v>5.6098100000000004</c:v>
                </c:pt>
                <c:pt idx="20007">
                  <c:v>5.6101200000000002</c:v>
                </c:pt>
                <c:pt idx="20008">
                  <c:v>5.61043</c:v>
                </c:pt>
                <c:pt idx="20009">
                  <c:v>5.6107300000000002</c:v>
                </c:pt>
                <c:pt idx="20010">
                  <c:v>5.61104</c:v>
                </c:pt>
                <c:pt idx="20011">
                  <c:v>5.6113400000000002</c:v>
                </c:pt>
                <c:pt idx="20012">
                  <c:v>5.61165</c:v>
                </c:pt>
                <c:pt idx="20013">
                  <c:v>5.6119500000000002</c:v>
                </c:pt>
                <c:pt idx="20014">
                  <c:v>5.61226</c:v>
                </c:pt>
                <c:pt idx="20015">
                  <c:v>5.6125600000000002</c:v>
                </c:pt>
                <c:pt idx="20016">
                  <c:v>5.61287</c:v>
                </c:pt>
                <c:pt idx="20017">
                  <c:v>5.6131700000000002</c:v>
                </c:pt>
                <c:pt idx="20018">
                  <c:v>5.61348</c:v>
                </c:pt>
                <c:pt idx="20019">
                  <c:v>5.6137800000000002</c:v>
                </c:pt>
                <c:pt idx="20020">
                  <c:v>5.61409</c:v>
                </c:pt>
                <c:pt idx="20021">
                  <c:v>5.6143999999999998</c:v>
                </c:pt>
                <c:pt idx="20022">
                  <c:v>5.6147</c:v>
                </c:pt>
                <c:pt idx="20023">
                  <c:v>5.6150099999999998</c:v>
                </c:pt>
                <c:pt idx="20024">
                  <c:v>5.61531</c:v>
                </c:pt>
                <c:pt idx="20025">
                  <c:v>5.6156199999999998</c:v>
                </c:pt>
                <c:pt idx="20026">
                  <c:v>5.61592</c:v>
                </c:pt>
                <c:pt idx="20027">
                  <c:v>5.6162299999999998</c:v>
                </c:pt>
                <c:pt idx="20028">
                  <c:v>5.61653</c:v>
                </c:pt>
                <c:pt idx="20029">
                  <c:v>5.6168399999999998</c:v>
                </c:pt>
                <c:pt idx="20030">
                  <c:v>5.61714</c:v>
                </c:pt>
                <c:pt idx="20031">
                  <c:v>5.6174499999999998</c:v>
                </c:pt>
                <c:pt idx="20032">
                  <c:v>5.61775</c:v>
                </c:pt>
                <c:pt idx="20033">
                  <c:v>5.6180599999999998</c:v>
                </c:pt>
                <c:pt idx="20034">
                  <c:v>5.6183699999999996</c:v>
                </c:pt>
                <c:pt idx="20035">
                  <c:v>5.6186699999999998</c:v>
                </c:pt>
                <c:pt idx="20036">
                  <c:v>5.6189799999999996</c:v>
                </c:pt>
                <c:pt idx="20037">
                  <c:v>5.6192799999999998</c:v>
                </c:pt>
                <c:pt idx="20038">
                  <c:v>5.6195899999999996</c:v>
                </c:pt>
                <c:pt idx="20039">
                  <c:v>5.6198899999999998</c:v>
                </c:pt>
                <c:pt idx="20040">
                  <c:v>5.6201999999999996</c:v>
                </c:pt>
                <c:pt idx="20041">
                  <c:v>5.6204999999999998</c:v>
                </c:pt>
                <c:pt idx="20042">
                  <c:v>5.6208099999999996</c:v>
                </c:pt>
                <c:pt idx="20043">
                  <c:v>5.6211099999999998</c:v>
                </c:pt>
                <c:pt idx="20044">
                  <c:v>5.6214199999999996</c:v>
                </c:pt>
                <c:pt idx="20045">
                  <c:v>5.6217199999999998</c:v>
                </c:pt>
                <c:pt idx="20046">
                  <c:v>5.6220299999999996</c:v>
                </c:pt>
                <c:pt idx="20047">
                  <c:v>5.6223400000000003</c:v>
                </c:pt>
                <c:pt idx="20048">
                  <c:v>5.6226399999999996</c:v>
                </c:pt>
                <c:pt idx="20049">
                  <c:v>5.6229500000000003</c:v>
                </c:pt>
                <c:pt idx="20050">
                  <c:v>5.6232499999999996</c:v>
                </c:pt>
                <c:pt idx="20051">
                  <c:v>5.6235600000000003</c:v>
                </c:pt>
                <c:pt idx="20052">
                  <c:v>5.6238599999999996</c:v>
                </c:pt>
                <c:pt idx="20053">
                  <c:v>5.6241700000000003</c:v>
                </c:pt>
                <c:pt idx="20054">
                  <c:v>5.6244699999999996</c:v>
                </c:pt>
                <c:pt idx="20055">
                  <c:v>5.6247800000000003</c:v>
                </c:pt>
                <c:pt idx="20056">
                  <c:v>5.6250799999999996</c:v>
                </c:pt>
                <c:pt idx="20057">
                  <c:v>5.6253900000000003</c:v>
                </c:pt>
                <c:pt idx="20058">
                  <c:v>5.6256899999999996</c:v>
                </c:pt>
                <c:pt idx="20059">
                  <c:v>5.6260000000000003</c:v>
                </c:pt>
                <c:pt idx="20060">
                  <c:v>5.6263100000000001</c:v>
                </c:pt>
                <c:pt idx="20061">
                  <c:v>5.6266100000000003</c:v>
                </c:pt>
                <c:pt idx="20062">
                  <c:v>5.6269200000000001</c:v>
                </c:pt>
                <c:pt idx="20063">
                  <c:v>5.6272200000000003</c:v>
                </c:pt>
                <c:pt idx="20064">
                  <c:v>5.6275300000000001</c:v>
                </c:pt>
                <c:pt idx="20065">
                  <c:v>5.6278300000000003</c:v>
                </c:pt>
                <c:pt idx="20066">
                  <c:v>5.6281400000000001</c:v>
                </c:pt>
                <c:pt idx="20067">
                  <c:v>5.6284400000000003</c:v>
                </c:pt>
                <c:pt idx="20068">
                  <c:v>5.6287500000000001</c:v>
                </c:pt>
                <c:pt idx="20069">
                  <c:v>5.6290500000000003</c:v>
                </c:pt>
                <c:pt idx="20070">
                  <c:v>5.6293600000000001</c:v>
                </c:pt>
                <c:pt idx="20071">
                  <c:v>5.62967</c:v>
                </c:pt>
                <c:pt idx="20072">
                  <c:v>5.6299700000000001</c:v>
                </c:pt>
                <c:pt idx="20073">
                  <c:v>5.63028</c:v>
                </c:pt>
                <c:pt idx="20074">
                  <c:v>5.6305800000000001</c:v>
                </c:pt>
                <c:pt idx="20075">
                  <c:v>5.63089</c:v>
                </c:pt>
                <c:pt idx="20076">
                  <c:v>5.6311900000000001</c:v>
                </c:pt>
                <c:pt idx="20077">
                  <c:v>5.6315</c:v>
                </c:pt>
                <c:pt idx="20078">
                  <c:v>5.6318000000000001</c:v>
                </c:pt>
                <c:pt idx="20079">
                  <c:v>5.6321099999999999</c:v>
                </c:pt>
                <c:pt idx="20080">
                  <c:v>5.6324100000000001</c:v>
                </c:pt>
                <c:pt idx="20081">
                  <c:v>5.6327199999999999</c:v>
                </c:pt>
                <c:pt idx="20082">
                  <c:v>5.6330200000000001</c:v>
                </c:pt>
                <c:pt idx="20083">
                  <c:v>5.6333299999999999</c:v>
                </c:pt>
                <c:pt idx="20084">
                  <c:v>5.6336399999999998</c:v>
                </c:pt>
                <c:pt idx="20085">
                  <c:v>5.6339399999999999</c:v>
                </c:pt>
                <c:pt idx="20086">
                  <c:v>5.6342499999999998</c:v>
                </c:pt>
                <c:pt idx="20087">
                  <c:v>5.6345499999999999</c:v>
                </c:pt>
                <c:pt idx="20088">
                  <c:v>5.6348599999999998</c:v>
                </c:pt>
                <c:pt idx="20089">
                  <c:v>5.6351599999999999</c:v>
                </c:pt>
                <c:pt idx="20090">
                  <c:v>5.6354699999999998</c:v>
                </c:pt>
                <c:pt idx="20091">
                  <c:v>5.6357699999999999</c:v>
                </c:pt>
                <c:pt idx="20092">
                  <c:v>5.6360799999999998</c:v>
                </c:pt>
                <c:pt idx="20093">
                  <c:v>5.6363799999999999</c:v>
                </c:pt>
                <c:pt idx="20094">
                  <c:v>5.6366899999999998</c:v>
                </c:pt>
                <c:pt idx="20095">
                  <c:v>5.6369899999999999</c:v>
                </c:pt>
                <c:pt idx="20096">
                  <c:v>5.6372999999999998</c:v>
                </c:pt>
                <c:pt idx="20097">
                  <c:v>5.6376099999999996</c:v>
                </c:pt>
                <c:pt idx="20098">
                  <c:v>5.6379099999999998</c:v>
                </c:pt>
                <c:pt idx="20099">
                  <c:v>5.6382199999999996</c:v>
                </c:pt>
                <c:pt idx="20100">
                  <c:v>5.6385199999999998</c:v>
                </c:pt>
                <c:pt idx="20101">
                  <c:v>5.6388299999999996</c:v>
                </c:pt>
                <c:pt idx="20102">
                  <c:v>5.6391299999999998</c:v>
                </c:pt>
                <c:pt idx="20103">
                  <c:v>5.6394399999999996</c:v>
                </c:pt>
                <c:pt idx="20104">
                  <c:v>5.6397399999999998</c:v>
                </c:pt>
                <c:pt idx="20105">
                  <c:v>5.6400499999999996</c:v>
                </c:pt>
                <c:pt idx="20106">
                  <c:v>5.6403499999999998</c:v>
                </c:pt>
                <c:pt idx="20107">
                  <c:v>5.6406599999999996</c:v>
                </c:pt>
                <c:pt idx="20108">
                  <c:v>5.6409599999999998</c:v>
                </c:pt>
                <c:pt idx="20109">
                  <c:v>5.6412699999999996</c:v>
                </c:pt>
                <c:pt idx="20110">
                  <c:v>5.6415800000000003</c:v>
                </c:pt>
                <c:pt idx="20111">
                  <c:v>5.6418799999999996</c:v>
                </c:pt>
                <c:pt idx="20112">
                  <c:v>5.6421900000000003</c:v>
                </c:pt>
                <c:pt idx="20113">
                  <c:v>5.6424899999999996</c:v>
                </c:pt>
                <c:pt idx="20114">
                  <c:v>5.6428000000000003</c:v>
                </c:pt>
                <c:pt idx="20115">
                  <c:v>5.6430999999999996</c:v>
                </c:pt>
                <c:pt idx="20116">
                  <c:v>5.6434100000000003</c:v>
                </c:pt>
                <c:pt idx="20117">
                  <c:v>5.6437099999999996</c:v>
                </c:pt>
                <c:pt idx="20118">
                  <c:v>5.6440200000000003</c:v>
                </c:pt>
                <c:pt idx="20119">
                  <c:v>5.6443199999999996</c:v>
                </c:pt>
                <c:pt idx="20120">
                  <c:v>5.6446300000000003</c:v>
                </c:pt>
                <c:pt idx="20121">
                  <c:v>5.6449400000000001</c:v>
                </c:pt>
                <c:pt idx="20122">
                  <c:v>5.6452400000000003</c:v>
                </c:pt>
                <c:pt idx="20123">
                  <c:v>5.6455500000000001</c:v>
                </c:pt>
                <c:pt idx="20124">
                  <c:v>5.6458500000000003</c:v>
                </c:pt>
                <c:pt idx="20125">
                  <c:v>5.6461600000000001</c:v>
                </c:pt>
                <c:pt idx="20126">
                  <c:v>5.6464600000000003</c:v>
                </c:pt>
                <c:pt idx="20127">
                  <c:v>5.6467700000000001</c:v>
                </c:pt>
                <c:pt idx="20128">
                  <c:v>5.6470700000000003</c:v>
                </c:pt>
                <c:pt idx="20129">
                  <c:v>5.6473800000000001</c:v>
                </c:pt>
                <c:pt idx="20130">
                  <c:v>5.6476800000000003</c:v>
                </c:pt>
                <c:pt idx="20131">
                  <c:v>5.6479900000000001</c:v>
                </c:pt>
                <c:pt idx="20132">
                  <c:v>5.6482900000000003</c:v>
                </c:pt>
                <c:pt idx="20133">
                  <c:v>5.6486000000000001</c:v>
                </c:pt>
                <c:pt idx="20134">
                  <c:v>5.6489099999999999</c:v>
                </c:pt>
                <c:pt idx="20135">
                  <c:v>5.6492100000000001</c:v>
                </c:pt>
                <c:pt idx="20136">
                  <c:v>5.6495199999999999</c:v>
                </c:pt>
                <c:pt idx="20137">
                  <c:v>5.6498200000000001</c:v>
                </c:pt>
                <c:pt idx="20138">
                  <c:v>5.6501299999999999</c:v>
                </c:pt>
                <c:pt idx="20139">
                  <c:v>5.6504300000000001</c:v>
                </c:pt>
                <c:pt idx="20140">
                  <c:v>5.6507399999999999</c:v>
                </c:pt>
                <c:pt idx="20141">
                  <c:v>5.6510400000000001</c:v>
                </c:pt>
                <c:pt idx="20142">
                  <c:v>5.6513499999999999</c:v>
                </c:pt>
                <c:pt idx="20143">
                  <c:v>5.6516500000000001</c:v>
                </c:pt>
                <c:pt idx="20144">
                  <c:v>5.6519599999999999</c:v>
                </c:pt>
                <c:pt idx="20145">
                  <c:v>5.6522600000000001</c:v>
                </c:pt>
                <c:pt idx="20146">
                  <c:v>5.6525699999999999</c:v>
                </c:pt>
                <c:pt idx="20147">
                  <c:v>5.6528799999999997</c:v>
                </c:pt>
                <c:pt idx="20148">
                  <c:v>5.6531799999999999</c:v>
                </c:pt>
                <c:pt idx="20149">
                  <c:v>5.6534899999999997</c:v>
                </c:pt>
                <c:pt idx="20150">
                  <c:v>5.6537899999999999</c:v>
                </c:pt>
                <c:pt idx="20151">
                  <c:v>5.6540999999999997</c:v>
                </c:pt>
                <c:pt idx="20152">
                  <c:v>5.6543999999999999</c:v>
                </c:pt>
                <c:pt idx="20153">
                  <c:v>5.6547099999999997</c:v>
                </c:pt>
                <c:pt idx="20154">
                  <c:v>5.6550099999999999</c:v>
                </c:pt>
                <c:pt idx="20155">
                  <c:v>5.6553199999999997</c:v>
                </c:pt>
                <c:pt idx="20156">
                  <c:v>5.6556199999999999</c:v>
                </c:pt>
                <c:pt idx="20157">
                  <c:v>5.6559299999999997</c:v>
                </c:pt>
                <c:pt idx="20158">
                  <c:v>5.6562299999999999</c:v>
                </c:pt>
                <c:pt idx="20159">
                  <c:v>5.6565399999999997</c:v>
                </c:pt>
                <c:pt idx="20160">
                  <c:v>5.6568500000000004</c:v>
                </c:pt>
                <c:pt idx="20161">
                  <c:v>5.6571499999999997</c:v>
                </c:pt>
                <c:pt idx="20162">
                  <c:v>5.6574600000000004</c:v>
                </c:pt>
                <c:pt idx="20163">
                  <c:v>5.6577599999999997</c:v>
                </c:pt>
                <c:pt idx="20164">
                  <c:v>5.6580700000000004</c:v>
                </c:pt>
                <c:pt idx="20165">
                  <c:v>5.6583699999999997</c:v>
                </c:pt>
                <c:pt idx="20166">
                  <c:v>5.6586800000000004</c:v>
                </c:pt>
                <c:pt idx="20167">
                  <c:v>5.6589799999999997</c:v>
                </c:pt>
                <c:pt idx="20168">
                  <c:v>5.6592900000000004</c:v>
                </c:pt>
                <c:pt idx="20169">
                  <c:v>5.6595899999999997</c:v>
                </c:pt>
                <c:pt idx="20170">
                  <c:v>5.6599000000000004</c:v>
                </c:pt>
                <c:pt idx="20171">
                  <c:v>5.6601999999999997</c:v>
                </c:pt>
                <c:pt idx="20172">
                  <c:v>5.6605100000000004</c:v>
                </c:pt>
                <c:pt idx="20173">
                  <c:v>5.6608200000000002</c:v>
                </c:pt>
                <c:pt idx="20174">
                  <c:v>5.6611200000000004</c:v>
                </c:pt>
                <c:pt idx="20175">
                  <c:v>5.6614300000000002</c:v>
                </c:pt>
                <c:pt idx="20176">
                  <c:v>5.6617300000000004</c:v>
                </c:pt>
                <c:pt idx="20177">
                  <c:v>5.6620400000000002</c:v>
                </c:pt>
                <c:pt idx="20178">
                  <c:v>5.6623400000000004</c:v>
                </c:pt>
                <c:pt idx="20179">
                  <c:v>5.6626500000000002</c:v>
                </c:pt>
                <c:pt idx="20180">
                  <c:v>5.6629500000000004</c:v>
                </c:pt>
                <c:pt idx="20181">
                  <c:v>5.6632600000000002</c:v>
                </c:pt>
                <c:pt idx="20182">
                  <c:v>5.6635600000000004</c:v>
                </c:pt>
                <c:pt idx="20183">
                  <c:v>5.6638700000000002</c:v>
                </c:pt>
                <c:pt idx="20184">
                  <c:v>5.66418</c:v>
                </c:pt>
                <c:pt idx="20185">
                  <c:v>5.6644800000000002</c:v>
                </c:pt>
                <c:pt idx="20186">
                  <c:v>5.66479</c:v>
                </c:pt>
                <c:pt idx="20187">
                  <c:v>5.6650900000000002</c:v>
                </c:pt>
                <c:pt idx="20188">
                  <c:v>5.6654</c:v>
                </c:pt>
                <c:pt idx="20189">
                  <c:v>5.6657000000000002</c:v>
                </c:pt>
                <c:pt idx="20190">
                  <c:v>5.66601</c:v>
                </c:pt>
                <c:pt idx="20191">
                  <c:v>5.6663100000000002</c:v>
                </c:pt>
                <c:pt idx="20192">
                  <c:v>5.66662</c:v>
                </c:pt>
                <c:pt idx="20193">
                  <c:v>5.6669200000000002</c:v>
                </c:pt>
                <c:pt idx="20194">
                  <c:v>5.66723</c:v>
                </c:pt>
                <c:pt idx="20195">
                  <c:v>5.6675300000000002</c:v>
                </c:pt>
                <c:pt idx="20196">
                  <c:v>5.66784</c:v>
                </c:pt>
                <c:pt idx="20197">
                  <c:v>5.6681499999999998</c:v>
                </c:pt>
                <c:pt idx="20198">
                  <c:v>5.66845</c:v>
                </c:pt>
                <c:pt idx="20199">
                  <c:v>5.6687599999999998</c:v>
                </c:pt>
                <c:pt idx="20200">
                  <c:v>5.66906</c:v>
                </c:pt>
                <c:pt idx="20201">
                  <c:v>5.6693699999999998</c:v>
                </c:pt>
                <c:pt idx="20202">
                  <c:v>5.66967</c:v>
                </c:pt>
                <c:pt idx="20203">
                  <c:v>5.6699799999999998</c:v>
                </c:pt>
                <c:pt idx="20204">
                  <c:v>5.67028</c:v>
                </c:pt>
                <c:pt idx="20205">
                  <c:v>5.6705899999999998</c:v>
                </c:pt>
                <c:pt idx="20206">
                  <c:v>5.67089</c:v>
                </c:pt>
                <c:pt idx="20207">
                  <c:v>5.6711999999999998</c:v>
                </c:pt>
                <c:pt idx="20208">
                  <c:v>5.6715</c:v>
                </c:pt>
                <c:pt idx="20209">
                  <c:v>5.6718099999999998</c:v>
                </c:pt>
                <c:pt idx="20210">
                  <c:v>5.6721199999999996</c:v>
                </c:pt>
                <c:pt idx="20211">
                  <c:v>5.6724199999999998</c:v>
                </c:pt>
                <c:pt idx="20212">
                  <c:v>5.6727299999999996</c:v>
                </c:pt>
                <c:pt idx="20213">
                  <c:v>5.6730299999999998</c:v>
                </c:pt>
                <c:pt idx="20214">
                  <c:v>5.6733399999999996</c:v>
                </c:pt>
                <c:pt idx="20215">
                  <c:v>5.6736399999999998</c:v>
                </c:pt>
                <c:pt idx="20216">
                  <c:v>5.6739499999999996</c:v>
                </c:pt>
                <c:pt idx="20217">
                  <c:v>5.6742499999999998</c:v>
                </c:pt>
                <c:pt idx="20218">
                  <c:v>5.6745599999999996</c:v>
                </c:pt>
                <c:pt idx="20219">
                  <c:v>5.6748599999999998</c:v>
                </c:pt>
                <c:pt idx="20220">
                  <c:v>5.6751699999999996</c:v>
                </c:pt>
                <c:pt idx="20221">
                  <c:v>5.6754699999999998</c:v>
                </c:pt>
                <c:pt idx="20222">
                  <c:v>5.6757799999999996</c:v>
                </c:pt>
                <c:pt idx="20223">
                  <c:v>5.6760900000000003</c:v>
                </c:pt>
                <c:pt idx="20224">
                  <c:v>5.6763899999999996</c:v>
                </c:pt>
                <c:pt idx="20225">
                  <c:v>5.6767000000000003</c:v>
                </c:pt>
                <c:pt idx="20226">
                  <c:v>5.6769999999999996</c:v>
                </c:pt>
                <c:pt idx="20227">
                  <c:v>5.6773100000000003</c:v>
                </c:pt>
                <c:pt idx="20228">
                  <c:v>5.6776099999999996</c:v>
                </c:pt>
                <c:pt idx="20229">
                  <c:v>5.6779200000000003</c:v>
                </c:pt>
                <c:pt idx="20230">
                  <c:v>5.6782199999999996</c:v>
                </c:pt>
                <c:pt idx="20231">
                  <c:v>5.6785300000000003</c:v>
                </c:pt>
                <c:pt idx="20232">
                  <c:v>5.6788299999999996</c:v>
                </c:pt>
                <c:pt idx="20233">
                  <c:v>5.6791400000000003</c:v>
                </c:pt>
                <c:pt idx="20234">
                  <c:v>5.6794399999999996</c:v>
                </c:pt>
                <c:pt idx="20235">
                  <c:v>5.6797500000000003</c:v>
                </c:pt>
                <c:pt idx="20236">
                  <c:v>5.6800600000000001</c:v>
                </c:pt>
                <c:pt idx="20237">
                  <c:v>5.6803600000000003</c:v>
                </c:pt>
                <c:pt idx="20238">
                  <c:v>5.6806700000000001</c:v>
                </c:pt>
                <c:pt idx="20239">
                  <c:v>5.6809700000000003</c:v>
                </c:pt>
                <c:pt idx="20240">
                  <c:v>5.6812800000000001</c:v>
                </c:pt>
                <c:pt idx="20241">
                  <c:v>5.6815800000000003</c:v>
                </c:pt>
                <c:pt idx="20242">
                  <c:v>5.6818900000000001</c:v>
                </c:pt>
                <c:pt idx="20243">
                  <c:v>5.6821900000000003</c:v>
                </c:pt>
                <c:pt idx="20244">
                  <c:v>5.6825000000000001</c:v>
                </c:pt>
                <c:pt idx="20245">
                  <c:v>5.6828000000000003</c:v>
                </c:pt>
                <c:pt idx="20246">
                  <c:v>5.6831100000000001</c:v>
                </c:pt>
                <c:pt idx="20247">
                  <c:v>5.6834199999999999</c:v>
                </c:pt>
                <c:pt idx="20248">
                  <c:v>5.6837200000000001</c:v>
                </c:pt>
                <c:pt idx="20249">
                  <c:v>5.6840299999999999</c:v>
                </c:pt>
                <c:pt idx="20250">
                  <c:v>5.6843300000000001</c:v>
                </c:pt>
                <c:pt idx="20251">
                  <c:v>5.6846399999999999</c:v>
                </c:pt>
                <c:pt idx="20252">
                  <c:v>5.6849400000000001</c:v>
                </c:pt>
                <c:pt idx="20253">
                  <c:v>5.6852499999999999</c:v>
                </c:pt>
                <c:pt idx="20254">
                  <c:v>5.6855500000000001</c:v>
                </c:pt>
                <c:pt idx="20255">
                  <c:v>5.6858599999999999</c:v>
                </c:pt>
                <c:pt idx="20256">
                  <c:v>5.6861600000000001</c:v>
                </c:pt>
                <c:pt idx="20257">
                  <c:v>5.6864699999999999</c:v>
                </c:pt>
                <c:pt idx="20258">
                  <c:v>5.6867700000000001</c:v>
                </c:pt>
                <c:pt idx="20259">
                  <c:v>5.6870799999999999</c:v>
                </c:pt>
                <c:pt idx="20260">
                  <c:v>5.6873899999999997</c:v>
                </c:pt>
                <c:pt idx="20261">
                  <c:v>5.6876899999999999</c:v>
                </c:pt>
                <c:pt idx="20262">
                  <c:v>5.6879999999999997</c:v>
                </c:pt>
                <c:pt idx="20263">
                  <c:v>5.6882999999999999</c:v>
                </c:pt>
                <c:pt idx="20264">
                  <c:v>5.6886099999999997</c:v>
                </c:pt>
                <c:pt idx="20265">
                  <c:v>5.6889099999999999</c:v>
                </c:pt>
                <c:pt idx="20266">
                  <c:v>5.6892199999999997</c:v>
                </c:pt>
                <c:pt idx="20267">
                  <c:v>5.6895199999999999</c:v>
                </c:pt>
                <c:pt idx="20268">
                  <c:v>5.6898299999999997</c:v>
                </c:pt>
                <c:pt idx="20269">
                  <c:v>5.6901299999999999</c:v>
                </c:pt>
                <c:pt idx="20270">
                  <c:v>5.6904399999999997</c:v>
                </c:pt>
                <c:pt idx="20271">
                  <c:v>5.6907399999999999</c:v>
                </c:pt>
                <c:pt idx="20272">
                  <c:v>5.6910499999999997</c:v>
                </c:pt>
                <c:pt idx="20273">
                  <c:v>5.6913600000000004</c:v>
                </c:pt>
                <c:pt idx="20274">
                  <c:v>5.6916599999999997</c:v>
                </c:pt>
                <c:pt idx="20275">
                  <c:v>5.6919700000000004</c:v>
                </c:pt>
                <c:pt idx="20276">
                  <c:v>5.6922699999999997</c:v>
                </c:pt>
                <c:pt idx="20277">
                  <c:v>5.6925800000000004</c:v>
                </c:pt>
                <c:pt idx="20278">
                  <c:v>5.6928799999999997</c:v>
                </c:pt>
                <c:pt idx="20279">
                  <c:v>5.6931900000000004</c:v>
                </c:pt>
                <c:pt idx="20280">
                  <c:v>5.6934899999999997</c:v>
                </c:pt>
                <c:pt idx="20281">
                  <c:v>5.6938000000000004</c:v>
                </c:pt>
                <c:pt idx="20282">
                  <c:v>5.6940999999999997</c:v>
                </c:pt>
                <c:pt idx="20283">
                  <c:v>5.6944100000000004</c:v>
                </c:pt>
                <c:pt idx="20284">
                  <c:v>5.6947099999999997</c:v>
                </c:pt>
                <c:pt idx="20285">
                  <c:v>5.6950200000000004</c:v>
                </c:pt>
                <c:pt idx="20286">
                  <c:v>5.6953300000000002</c:v>
                </c:pt>
                <c:pt idx="20287">
                  <c:v>5.6956300000000004</c:v>
                </c:pt>
                <c:pt idx="20288">
                  <c:v>5.6959400000000002</c:v>
                </c:pt>
                <c:pt idx="20289">
                  <c:v>5.6962400000000004</c:v>
                </c:pt>
                <c:pt idx="20290">
                  <c:v>5.6965500000000002</c:v>
                </c:pt>
                <c:pt idx="20291">
                  <c:v>5.6968500000000004</c:v>
                </c:pt>
                <c:pt idx="20292">
                  <c:v>5.6971600000000002</c:v>
                </c:pt>
                <c:pt idx="20293">
                  <c:v>5.6974600000000004</c:v>
                </c:pt>
                <c:pt idx="20294">
                  <c:v>5.6977700000000002</c:v>
                </c:pt>
                <c:pt idx="20295">
                  <c:v>5.6980700000000004</c:v>
                </c:pt>
                <c:pt idx="20296">
                  <c:v>5.6983800000000002</c:v>
                </c:pt>
                <c:pt idx="20297">
                  <c:v>5.69869</c:v>
                </c:pt>
                <c:pt idx="20298">
                  <c:v>5.6989900000000002</c:v>
                </c:pt>
                <c:pt idx="20299">
                  <c:v>5.6993</c:v>
                </c:pt>
                <c:pt idx="20300">
                  <c:v>5.6996000000000002</c:v>
                </c:pt>
                <c:pt idx="20301">
                  <c:v>5.69991</c:v>
                </c:pt>
                <c:pt idx="20302">
                  <c:v>5.7002100000000002</c:v>
                </c:pt>
                <c:pt idx="20303">
                  <c:v>5.70052</c:v>
                </c:pt>
                <c:pt idx="20304">
                  <c:v>5.7008200000000002</c:v>
                </c:pt>
                <c:pt idx="20305">
                  <c:v>5.70113</c:v>
                </c:pt>
                <c:pt idx="20306">
                  <c:v>5.7014300000000002</c:v>
                </c:pt>
                <c:pt idx="20307">
                  <c:v>5.70174</c:v>
                </c:pt>
                <c:pt idx="20308">
                  <c:v>5.7020400000000002</c:v>
                </c:pt>
                <c:pt idx="20309">
                  <c:v>5.70235</c:v>
                </c:pt>
                <c:pt idx="20310">
                  <c:v>5.7026599999999998</c:v>
                </c:pt>
                <c:pt idx="20311">
                  <c:v>5.70296</c:v>
                </c:pt>
                <c:pt idx="20312">
                  <c:v>5.7032699999999998</c:v>
                </c:pt>
                <c:pt idx="20313">
                  <c:v>5.70357</c:v>
                </c:pt>
                <c:pt idx="20314">
                  <c:v>5.7038799999999998</c:v>
                </c:pt>
                <c:pt idx="20315">
                  <c:v>5.70418</c:v>
                </c:pt>
                <c:pt idx="20316">
                  <c:v>5.7044899999999998</c:v>
                </c:pt>
                <c:pt idx="20317">
                  <c:v>5.70479</c:v>
                </c:pt>
                <c:pt idx="20318">
                  <c:v>5.7050999999999998</c:v>
                </c:pt>
                <c:pt idx="20319">
                  <c:v>5.7054</c:v>
                </c:pt>
                <c:pt idx="20320">
                  <c:v>5.7057099999999998</c:v>
                </c:pt>
                <c:pt idx="20321">
                  <c:v>5.70601</c:v>
                </c:pt>
                <c:pt idx="20322">
                  <c:v>5.7063199999999998</c:v>
                </c:pt>
                <c:pt idx="20323">
                  <c:v>5.7066299999999996</c:v>
                </c:pt>
                <c:pt idx="20324">
                  <c:v>5.7069299999999998</c:v>
                </c:pt>
                <c:pt idx="20325">
                  <c:v>5.7072399999999996</c:v>
                </c:pt>
                <c:pt idx="20326">
                  <c:v>5.7075399999999998</c:v>
                </c:pt>
                <c:pt idx="20327">
                  <c:v>5.7078499999999996</c:v>
                </c:pt>
                <c:pt idx="20328">
                  <c:v>5.7081499999999998</c:v>
                </c:pt>
                <c:pt idx="20329">
                  <c:v>5.7084599999999996</c:v>
                </c:pt>
                <c:pt idx="20330">
                  <c:v>5.7087599999999998</c:v>
                </c:pt>
                <c:pt idx="20331">
                  <c:v>5.7090699999999996</c:v>
                </c:pt>
                <c:pt idx="20332">
                  <c:v>5.7093699999999998</c:v>
                </c:pt>
                <c:pt idx="20333">
                  <c:v>5.7096799999999996</c:v>
                </c:pt>
                <c:pt idx="20334">
                  <c:v>5.7099799999999998</c:v>
                </c:pt>
                <c:pt idx="20335">
                  <c:v>5.7102899999999996</c:v>
                </c:pt>
                <c:pt idx="20336">
                  <c:v>5.7106000000000003</c:v>
                </c:pt>
                <c:pt idx="20337">
                  <c:v>5.7108999999999996</c:v>
                </c:pt>
                <c:pt idx="20338">
                  <c:v>5.7112100000000003</c:v>
                </c:pt>
                <c:pt idx="20339">
                  <c:v>5.7115099999999996</c:v>
                </c:pt>
                <c:pt idx="20340">
                  <c:v>5.7118200000000003</c:v>
                </c:pt>
                <c:pt idx="20341">
                  <c:v>5.7121199999999996</c:v>
                </c:pt>
                <c:pt idx="20342">
                  <c:v>5.7124300000000003</c:v>
                </c:pt>
                <c:pt idx="20343">
                  <c:v>5.7127299999999996</c:v>
                </c:pt>
                <c:pt idx="20344">
                  <c:v>5.7130400000000003</c:v>
                </c:pt>
                <c:pt idx="20345">
                  <c:v>5.7133399999999996</c:v>
                </c:pt>
                <c:pt idx="20346">
                  <c:v>5.7136500000000003</c:v>
                </c:pt>
                <c:pt idx="20347">
                  <c:v>5.7139499999999996</c:v>
                </c:pt>
                <c:pt idx="20348">
                  <c:v>5.7142600000000003</c:v>
                </c:pt>
                <c:pt idx="20349">
                  <c:v>5.7145700000000001</c:v>
                </c:pt>
                <c:pt idx="20350">
                  <c:v>5.7148700000000003</c:v>
                </c:pt>
                <c:pt idx="20351">
                  <c:v>5.7151800000000001</c:v>
                </c:pt>
                <c:pt idx="20352">
                  <c:v>5.7154800000000003</c:v>
                </c:pt>
                <c:pt idx="20353">
                  <c:v>5.7157900000000001</c:v>
                </c:pt>
                <c:pt idx="20354">
                  <c:v>5.7160900000000003</c:v>
                </c:pt>
                <c:pt idx="20355">
                  <c:v>5.7164000000000001</c:v>
                </c:pt>
                <c:pt idx="20356">
                  <c:v>5.7167000000000003</c:v>
                </c:pt>
                <c:pt idx="20357">
                  <c:v>5.7170100000000001</c:v>
                </c:pt>
                <c:pt idx="20358">
                  <c:v>5.7173100000000003</c:v>
                </c:pt>
                <c:pt idx="20359">
                  <c:v>5.7176200000000001</c:v>
                </c:pt>
                <c:pt idx="20360">
                  <c:v>5.71793</c:v>
                </c:pt>
                <c:pt idx="20361">
                  <c:v>5.7182300000000001</c:v>
                </c:pt>
                <c:pt idx="20362">
                  <c:v>5.71854</c:v>
                </c:pt>
                <c:pt idx="20363">
                  <c:v>5.7188400000000001</c:v>
                </c:pt>
                <c:pt idx="20364">
                  <c:v>5.71915</c:v>
                </c:pt>
                <c:pt idx="20365">
                  <c:v>5.7194500000000001</c:v>
                </c:pt>
                <c:pt idx="20366">
                  <c:v>5.71976</c:v>
                </c:pt>
                <c:pt idx="20367">
                  <c:v>5.7200600000000001</c:v>
                </c:pt>
                <c:pt idx="20368">
                  <c:v>5.72037</c:v>
                </c:pt>
                <c:pt idx="20369">
                  <c:v>5.7206700000000001</c:v>
                </c:pt>
                <c:pt idx="20370">
                  <c:v>5.72098</c:v>
                </c:pt>
                <c:pt idx="20371">
                  <c:v>5.7212800000000001</c:v>
                </c:pt>
                <c:pt idx="20372">
                  <c:v>5.72159</c:v>
                </c:pt>
                <c:pt idx="20373">
                  <c:v>5.7218999999999998</c:v>
                </c:pt>
                <c:pt idx="20374">
                  <c:v>5.7222</c:v>
                </c:pt>
                <c:pt idx="20375">
                  <c:v>5.7225099999999998</c:v>
                </c:pt>
                <c:pt idx="20376">
                  <c:v>5.72281</c:v>
                </c:pt>
                <c:pt idx="20377">
                  <c:v>5.7231199999999998</c:v>
                </c:pt>
                <c:pt idx="20378">
                  <c:v>5.72342</c:v>
                </c:pt>
                <c:pt idx="20379">
                  <c:v>5.7237299999999998</c:v>
                </c:pt>
                <c:pt idx="20380">
                  <c:v>5.72403</c:v>
                </c:pt>
                <c:pt idx="20381">
                  <c:v>5.7243399999999998</c:v>
                </c:pt>
                <c:pt idx="20382">
                  <c:v>5.72464</c:v>
                </c:pt>
                <c:pt idx="20383">
                  <c:v>5.7249499999999998</c:v>
                </c:pt>
                <c:pt idx="20384">
                  <c:v>5.72525</c:v>
                </c:pt>
                <c:pt idx="20385">
                  <c:v>5.7255599999999998</c:v>
                </c:pt>
                <c:pt idx="20386">
                  <c:v>5.7258699999999996</c:v>
                </c:pt>
                <c:pt idx="20387">
                  <c:v>5.7261699999999998</c:v>
                </c:pt>
                <c:pt idx="20388">
                  <c:v>5.7264799999999996</c:v>
                </c:pt>
                <c:pt idx="20389">
                  <c:v>5.7267799999999998</c:v>
                </c:pt>
                <c:pt idx="20390">
                  <c:v>5.7270899999999996</c:v>
                </c:pt>
                <c:pt idx="20391">
                  <c:v>5.7273899999999998</c:v>
                </c:pt>
                <c:pt idx="20392">
                  <c:v>5.7276999999999996</c:v>
                </c:pt>
                <c:pt idx="20393">
                  <c:v>5.7279999999999998</c:v>
                </c:pt>
                <c:pt idx="20394">
                  <c:v>5.7283099999999996</c:v>
                </c:pt>
                <c:pt idx="20395">
                  <c:v>5.7286099999999998</c:v>
                </c:pt>
                <c:pt idx="20396">
                  <c:v>5.7289199999999996</c:v>
                </c:pt>
                <c:pt idx="20397">
                  <c:v>5.7292199999999998</c:v>
                </c:pt>
                <c:pt idx="20398">
                  <c:v>5.7295299999999996</c:v>
                </c:pt>
                <c:pt idx="20399">
                  <c:v>5.7298400000000003</c:v>
                </c:pt>
                <c:pt idx="20400">
                  <c:v>5.7301399999999996</c:v>
                </c:pt>
                <c:pt idx="20401">
                  <c:v>5.7304500000000003</c:v>
                </c:pt>
                <c:pt idx="20402">
                  <c:v>5.7307499999999996</c:v>
                </c:pt>
                <c:pt idx="20403">
                  <c:v>5.7310600000000003</c:v>
                </c:pt>
                <c:pt idx="20404">
                  <c:v>5.7313599999999996</c:v>
                </c:pt>
                <c:pt idx="20405">
                  <c:v>5.7316700000000003</c:v>
                </c:pt>
                <c:pt idx="20406">
                  <c:v>5.7319699999999996</c:v>
                </c:pt>
                <c:pt idx="20407">
                  <c:v>5.7322800000000003</c:v>
                </c:pt>
                <c:pt idx="20408">
                  <c:v>5.7325799999999996</c:v>
                </c:pt>
                <c:pt idx="20409">
                  <c:v>5.7328900000000003</c:v>
                </c:pt>
                <c:pt idx="20410">
                  <c:v>5.7331899999999996</c:v>
                </c:pt>
                <c:pt idx="20411">
                  <c:v>5.7335000000000003</c:v>
                </c:pt>
                <c:pt idx="20412">
                  <c:v>5.7338100000000001</c:v>
                </c:pt>
                <c:pt idx="20413">
                  <c:v>5.7341100000000003</c:v>
                </c:pt>
                <c:pt idx="20414">
                  <c:v>5.7344200000000001</c:v>
                </c:pt>
                <c:pt idx="20415">
                  <c:v>5.7347200000000003</c:v>
                </c:pt>
                <c:pt idx="20416">
                  <c:v>5.7350300000000001</c:v>
                </c:pt>
                <c:pt idx="20417">
                  <c:v>5.7353300000000003</c:v>
                </c:pt>
                <c:pt idx="20418">
                  <c:v>5.7356400000000001</c:v>
                </c:pt>
                <c:pt idx="20419">
                  <c:v>5.7359400000000003</c:v>
                </c:pt>
                <c:pt idx="20420">
                  <c:v>5.7362500000000001</c:v>
                </c:pt>
                <c:pt idx="20421">
                  <c:v>5.7365500000000003</c:v>
                </c:pt>
                <c:pt idx="20422">
                  <c:v>5.7368600000000001</c:v>
                </c:pt>
                <c:pt idx="20423">
                  <c:v>5.7371699999999999</c:v>
                </c:pt>
                <c:pt idx="20424">
                  <c:v>5.7374700000000001</c:v>
                </c:pt>
                <c:pt idx="20425">
                  <c:v>5.7377799999999999</c:v>
                </c:pt>
                <c:pt idx="20426">
                  <c:v>5.7380800000000001</c:v>
                </c:pt>
                <c:pt idx="20427">
                  <c:v>5.7383899999999999</c:v>
                </c:pt>
                <c:pt idx="20428">
                  <c:v>5.7386900000000001</c:v>
                </c:pt>
                <c:pt idx="20429">
                  <c:v>5.7389999999999999</c:v>
                </c:pt>
                <c:pt idx="20430">
                  <c:v>5.7393000000000001</c:v>
                </c:pt>
                <c:pt idx="20431">
                  <c:v>5.7396099999999999</c:v>
                </c:pt>
                <c:pt idx="20432">
                  <c:v>5.7399100000000001</c:v>
                </c:pt>
                <c:pt idx="20433">
                  <c:v>5.7402199999999999</c:v>
                </c:pt>
                <c:pt idx="20434">
                  <c:v>5.7405200000000001</c:v>
                </c:pt>
                <c:pt idx="20435">
                  <c:v>5.7408299999999999</c:v>
                </c:pt>
                <c:pt idx="20436">
                  <c:v>5.7411399999999997</c:v>
                </c:pt>
                <c:pt idx="20437">
                  <c:v>5.7414399999999999</c:v>
                </c:pt>
                <c:pt idx="20438">
                  <c:v>5.7417499999999997</c:v>
                </c:pt>
                <c:pt idx="20439">
                  <c:v>5.7420499999999999</c:v>
                </c:pt>
                <c:pt idx="20440">
                  <c:v>5.7423599999999997</c:v>
                </c:pt>
                <c:pt idx="20441">
                  <c:v>5.7426599999999999</c:v>
                </c:pt>
                <c:pt idx="20442">
                  <c:v>5.7429699999999997</c:v>
                </c:pt>
                <c:pt idx="20443">
                  <c:v>5.7432699999999999</c:v>
                </c:pt>
                <c:pt idx="20444">
                  <c:v>5.7435799999999997</c:v>
                </c:pt>
                <c:pt idx="20445">
                  <c:v>5.7438799999999999</c:v>
                </c:pt>
                <c:pt idx="20446">
                  <c:v>5.7441899999999997</c:v>
                </c:pt>
                <c:pt idx="20447">
                  <c:v>5.7444899999999999</c:v>
                </c:pt>
                <c:pt idx="20448">
                  <c:v>5.7447999999999997</c:v>
                </c:pt>
                <c:pt idx="20449">
                  <c:v>5.7451100000000004</c:v>
                </c:pt>
                <c:pt idx="20450">
                  <c:v>5.7454099999999997</c:v>
                </c:pt>
                <c:pt idx="20451">
                  <c:v>5.7457200000000004</c:v>
                </c:pt>
                <c:pt idx="20452">
                  <c:v>5.7460199999999997</c:v>
                </c:pt>
                <c:pt idx="20453">
                  <c:v>5.7463300000000004</c:v>
                </c:pt>
                <c:pt idx="20454">
                  <c:v>5.7466299999999997</c:v>
                </c:pt>
                <c:pt idx="20455">
                  <c:v>5.7469400000000004</c:v>
                </c:pt>
                <c:pt idx="20456">
                  <c:v>5.7472399999999997</c:v>
                </c:pt>
                <c:pt idx="20457">
                  <c:v>5.7475500000000004</c:v>
                </c:pt>
                <c:pt idx="20458">
                  <c:v>5.7478499999999997</c:v>
                </c:pt>
                <c:pt idx="20459">
                  <c:v>5.7481600000000004</c:v>
                </c:pt>
                <c:pt idx="20460">
                  <c:v>5.7484599999999997</c:v>
                </c:pt>
                <c:pt idx="20461">
                  <c:v>5.7487700000000004</c:v>
                </c:pt>
                <c:pt idx="20462">
                  <c:v>5.7490800000000002</c:v>
                </c:pt>
                <c:pt idx="20463">
                  <c:v>5.7493800000000004</c:v>
                </c:pt>
                <c:pt idx="20464">
                  <c:v>5.7496900000000002</c:v>
                </c:pt>
                <c:pt idx="20465">
                  <c:v>5.7499900000000004</c:v>
                </c:pt>
                <c:pt idx="20466">
                  <c:v>5.7503000000000002</c:v>
                </c:pt>
                <c:pt idx="20467">
                  <c:v>5.7506000000000004</c:v>
                </c:pt>
                <c:pt idx="20468">
                  <c:v>5.7509100000000002</c:v>
                </c:pt>
                <c:pt idx="20469">
                  <c:v>5.7512100000000004</c:v>
                </c:pt>
                <c:pt idx="20470">
                  <c:v>5.7515200000000002</c:v>
                </c:pt>
                <c:pt idx="20471">
                  <c:v>5.7518200000000004</c:v>
                </c:pt>
                <c:pt idx="20472">
                  <c:v>5.7521300000000002</c:v>
                </c:pt>
                <c:pt idx="20473">
                  <c:v>5.75244</c:v>
                </c:pt>
                <c:pt idx="20474">
                  <c:v>5.7527400000000002</c:v>
                </c:pt>
                <c:pt idx="20475">
                  <c:v>5.75305</c:v>
                </c:pt>
                <c:pt idx="20476">
                  <c:v>5.7533500000000002</c:v>
                </c:pt>
                <c:pt idx="20477">
                  <c:v>5.75366</c:v>
                </c:pt>
                <c:pt idx="20478">
                  <c:v>5.7539600000000002</c:v>
                </c:pt>
                <c:pt idx="20479">
                  <c:v>5.75427</c:v>
                </c:pt>
                <c:pt idx="20480">
                  <c:v>5.7545700000000002</c:v>
                </c:pt>
                <c:pt idx="20481">
                  <c:v>5.75488</c:v>
                </c:pt>
                <c:pt idx="20482">
                  <c:v>5.7551800000000002</c:v>
                </c:pt>
                <c:pt idx="20483">
                  <c:v>5.75549</c:v>
                </c:pt>
                <c:pt idx="20484">
                  <c:v>5.7557900000000002</c:v>
                </c:pt>
                <c:pt idx="20485">
                  <c:v>5.7561</c:v>
                </c:pt>
                <c:pt idx="20486">
                  <c:v>5.7564099999999998</c:v>
                </c:pt>
                <c:pt idx="20487">
                  <c:v>5.75671</c:v>
                </c:pt>
                <c:pt idx="20488">
                  <c:v>5.7570199999999998</c:v>
                </c:pt>
                <c:pt idx="20489">
                  <c:v>5.75732</c:v>
                </c:pt>
                <c:pt idx="20490">
                  <c:v>5.7576299999999998</c:v>
                </c:pt>
                <c:pt idx="20491">
                  <c:v>5.75793</c:v>
                </c:pt>
                <c:pt idx="20492">
                  <c:v>5.7582399999999998</c:v>
                </c:pt>
                <c:pt idx="20493">
                  <c:v>5.75854</c:v>
                </c:pt>
                <c:pt idx="20494">
                  <c:v>5.7588499999999998</c:v>
                </c:pt>
                <c:pt idx="20495">
                  <c:v>5.75915</c:v>
                </c:pt>
                <c:pt idx="20496">
                  <c:v>5.7594599999999998</c:v>
                </c:pt>
                <c:pt idx="20497">
                  <c:v>5.75976</c:v>
                </c:pt>
                <c:pt idx="20498">
                  <c:v>5.7600699999999998</c:v>
                </c:pt>
                <c:pt idx="20499">
                  <c:v>5.7603799999999996</c:v>
                </c:pt>
                <c:pt idx="20500">
                  <c:v>5.7606799999999998</c:v>
                </c:pt>
                <c:pt idx="20501">
                  <c:v>5.7609899999999996</c:v>
                </c:pt>
                <c:pt idx="20502">
                  <c:v>5.7612899999999998</c:v>
                </c:pt>
                <c:pt idx="20503">
                  <c:v>5.7615999999999996</c:v>
                </c:pt>
                <c:pt idx="20504">
                  <c:v>5.7618999999999998</c:v>
                </c:pt>
                <c:pt idx="20505">
                  <c:v>5.7622099999999996</c:v>
                </c:pt>
                <c:pt idx="20506">
                  <c:v>5.7625099999999998</c:v>
                </c:pt>
                <c:pt idx="20507">
                  <c:v>5.7628199999999996</c:v>
                </c:pt>
                <c:pt idx="20508">
                  <c:v>5.7631199999999998</c:v>
                </c:pt>
                <c:pt idx="20509">
                  <c:v>5.7634299999999996</c:v>
                </c:pt>
                <c:pt idx="20510">
                  <c:v>5.7637299999999998</c:v>
                </c:pt>
                <c:pt idx="20511">
                  <c:v>5.7640399999999996</c:v>
                </c:pt>
                <c:pt idx="20512">
                  <c:v>5.7643500000000003</c:v>
                </c:pt>
                <c:pt idx="20513">
                  <c:v>5.7646499999999996</c:v>
                </c:pt>
                <c:pt idx="20514">
                  <c:v>5.7649600000000003</c:v>
                </c:pt>
                <c:pt idx="20515">
                  <c:v>5.7652599999999996</c:v>
                </c:pt>
                <c:pt idx="20516">
                  <c:v>5.7655700000000003</c:v>
                </c:pt>
                <c:pt idx="20517">
                  <c:v>5.7658699999999996</c:v>
                </c:pt>
                <c:pt idx="20518">
                  <c:v>5.7661800000000003</c:v>
                </c:pt>
                <c:pt idx="20519">
                  <c:v>5.7664799999999996</c:v>
                </c:pt>
                <c:pt idx="20520">
                  <c:v>5.7667900000000003</c:v>
                </c:pt>
                <c:pt idx="20521">
                  <c:v>5.7670899999999996</c:v>
                </c:pt>
                <c:pt idx="20522">
                  <c:v>5.7674000000000003</c:v>
                </c:pt>
                <c:pt idx="20523">
                  <c:v>5.7676999999999996</c:v>
                </c:pt>
                <c:pt idx="20524">
                  <c:v>5.7680100000000003</c:v>
                </c:pt>
                <c:pt idx="20525">
                  <c:v>5.7683200000000001</c:v>
                </c:pt>
                <c:pt idx="20526">
                  <c:v>5.7686200000000003</c:v>
                </c:pt>
                <c:pt idx="20527">
                  <c:v>5.7689300000000001</c:v>
                </c:pt>
                <c:pt idx="20528">
                  <c:v>5.7692300000000003</c:v>
                </c:pt>
                <c:pt idx="20529">
                  <c:v>5.7695400000000001</c:v>
                </c:pt>
                <c:pt idx="20530">
                  <c:v>5.7698400000000003</c:v>
                </c:pt>
                <c:pt idx="20531">
                  <c:v>5.7701500000000001</c:v>
                </c:pt>
                <c:pt idx="20532">
                  <c:v>5.7704500000000003</c:v>
                </c:pt>
                <c:pt idx="20533">
                  <c:v>5.7707600000000001</c:v>
                </c:pt>
                <c:pt idx="20534">
                  <c:v>5.7710600000000003</c:v>
                </c:pt>
                <c:pt idx="20535">
                  <c:v>5.7713700000000001</c:v>
                </c:pt>
                <c:pt idx="20536">
                  <c:v>5.7716799999999999</c:v>
                </c:pt>
                <c:pt idx="20537">
                  <c:v>5.7719800000000001</c:v>
                </c:pt>
                <c:pt idx="20538">
                  <c:v>5.7722899999999999</c:v>
                </c:pt>
                <c:pt idx="20539">
                  <c:v>5.7725900000000001</c:v>
                </c:pt>
                <c:pt idx="20540">
                  <c:v>5.7728999999999999</c:v>
                </c:pt>
                <c:pt idx="20541">
                  <c:v>5.7732000000000001</c:v>
                </c:pt>
                <c:pt idx="20542">
                  <c:v>5.7735099999999999</c:v>
                </c:pt>
                <c:pt idx="20543">
                  <c:v>5.7738100000000001</c:v>
                </c:pt>
                <c:pt idx="20544">
                  <c:v>5.7741199999999999</c:v>
                </c:pt>
                <c:pt idx="20545">
                  <c:v>5.7744200000000001</c:v>
                </c:pt>
                <c:pt idx="20546">
                  <c:v>5.7747299999999999</c:v>
                </c:pt>
                <c:pt idx="20547">
                  <c:v>5.7750300000000001</c:v>
                </c:pt>
                <c:pt idx="20548">
                  <c:v>5.7753399999999999</c:v>
                </c:pt>
                <c:pt idx="20549">
                  <c:v>5.7756499999999997</c:v>
                </c:pt>
                <c:pt idx="20550">
                  <c:v>5.7759499999999999</c:v>
                </c:pt>
                <c:pt idx="20551">
                  <c:v>5.7762599999999997</c:v>
                </c:pt>
                <c:pt idx="20552">
                  <c:v>5.7765599999999999</c:v>
                </c:pt>
                <c:pt idx="20553">
                  <c:v>5.7768699999999997</c:v>
                </c:pt>
                <c:pt idx="20554">
                  <c:v>5.7771699999999999</c:v>
                </c:pt>
                <c:pt idx="20555">
                  <c:v>5.7774799999999997</c:v>
                </c:pt>
                <c:pt idx="20556">
                  <c:v>5.7777799999999999</c:v>
                </c:pt>
                <c:pt idx="20557">
                  <c:v>5.7780899999999997</c:v>
                </c:pt>
                <c:pt idx="20558">
                  <c:v>5.7783899999999999</c:v>
                </c:pt>
                <c:pt idx="20559">
                  <c:v>5.7786999999999997</c:v>
                </c:pt>
                <c:pt idx="20560">
                  <c:v>5.7789999999999999</c:v>
                </c:pt>
                <c:pt idx="20561">
                  <c:v>5.7793099999999997</c:v>
                </c:pt>
                <c:pt idx="20562">
                  <c:v>5.7796200000000004</c:v>
                </c:pt>
                <c:pt idx="20563">
                  <c:v>5.7799199999999997</c:v>
                </c:pt>
                <c:pt idx="20564">
                  <c:v>5.7802300000000004</c:v>
                </c:pt>
                <c:pt idx="20565">
                  <c:v>5.7805299999999997</c:v>
                </c:pt>
                <c:pt idx="20566">
                  <c:v>5.7808400000000004</c:v>
                </c:pt>
                <c:pt idx="20567">
                  <c:v>5.7811399999999997</c:v>
                </c:pt>
                <c:pt idx="20568">
                  <c:v>5.7814500000000004</c:v>
                </c:pt>
                <c:pt idx="20569">
                  <c:v>5.7817499999999997</c:v>
                </c:pt>
                <c:pt idx="20570">
                  <c:v>5.7820600000000004</c:v>
                </c:pt>
                <c:pt idx="20571">
                  <c:v>5.7823599999999997</c:v>
                </c:pt>
                <c:pt idx="20572">
                  <c:v>5.7826700000000004</c:v>
                </c:pt>
                <c:pt idx="20573">
                  <c:v>5.7829699999999997</c:v>
                </c:pt>
                <c:pt idx="20574">
                  <c:v>5.7832800000000004</c:v>
                </c:pt>
                <c:pt idx="20575">
                  <c:v>5.7835900000000002</c:v>
                </c:pt>
                <c:pt idx="20576">
                  <c:v>5.7838900000000004</c:v>
                </c:pt>
                <c:pt idx="20577">
                  <c:v>5.7842000000000002</c:v>
                </c:pt>
                <c:pt idx="20578">
                  <c:v>5.7845000000000004</c:v>
                </c:pt>
                <c:pt idx="20579">
                  <c:v>5.7848100000000002</c:v>
                </c:pt>
                <c:pt idx="20580">
                  <c:v>5.7851100000000004</c:v>
                </c:pt>
                <c:pt idx="20581">
                  <c:v>5.7854200000000002</c:v>
                </c:pt>
                <c:pt idx="20582">
                  <c:v>5.7857200000000004</c:v>
                </c:pt>
                <c:pt idx="20583">
                  <c:v>5.7860300000000002</c:v>
                </c:pt>
                <c:pt idx="20584">
                  <c:v>5.7863300000000004</c:v>
                </c:pt>
                <c:pt idx="20585">
                  <c:v>5.7866400000000002</c:v>
                </c:pt>
                <c:pt idx="20586">
                  <c:v>5.7869400000000004</c:v>
                </c:pt>
                <c:pt idx="20587">
                  <c:v>5.7872500000000002</c:v>
                </c:pt>
                <c:pt idx="20588">
                  <c:v>5.78756</c:v>
                </c:pt>
                <c:pt idx="20589">
                  <c:v>5.7878600000000002</c:v>
                </c:pt>
                <c:pt idx="20590">
                  <c:v>5.78817</c:v>
                </c:pt>
                <c:pt idx="20591">
                  <c:v>5.7884700000000002</c:v>
                </c:pt>
                <c:pt idx="20592">
                  <c:v>5.78878</c:v>
                </c:pt>
                <c:pt idx="20593">
                  <c:v>5.7890800000000002</c:v>
                </c:pt>
                <c:pt idx="20594">
                  <c:v>5.78939</c:v>
                </c:pt>
                <c:pt idx="20595">
                  <c:v>5.7896900000000002</c:v>
                </c:pt>
                <c:pt idx="20596">
                  <c:v>5.79</c:v>
                </c:pt>
                <c:pt idx="20597">
                  <c:v>5.7903000000000002</c:v>
                </c:pt>
                <c:pt idx="20598">
                  <c:v>5.79061</c:v>
                </c:pt>
                <c:pt idx="20599">
                  <c:v>5.7909199999999998</c:v>
                </c:pt>
                <c:pt idx="20600">
                  <c:v>5.79122</c:v>
                </c:pt>
                <c:pt idx="20601">
                  <c:v>5.7915299999999998</c:v>
                </c:pt>
                <c:pt idx="20602">
                  <c:v>5.79183</c:v>
                </c:pt>
                <c:pt idx="20603">
                  <c:v>5.7921399999999998</c:v>
                </c:pt>
                <c:pt idx="20604">
                  <c:v>5.79244</c:v>
                </c:pt>
                <c:pt idx="20605">
                  <c:v>5.7927499999999998</c:v>
                </c:pt>
                <c:pt idx="20606">
                  <c:v>5.79305</c:v>
                </c:pt>
                <c:pt idx="20607">
                  <c:v>5.7933599999999998</c:v>
                </c:pt>
                <c:pt idx="20608">
                  <c:v>5.79366</c:v>
                </c:pt>
                <c:pt idx="20609">
                  <c:v>5.7939699999999998</c:v>
                </c:pt>
                <c:pt idx="20610">
                  <c:v>5.79427</c:v>
                </c:pt>
                <c:pt idx="20611">
                  <c:v>5.7945799999999998</c:v>
                </c:pt>
                <c:pt idx="20612">
                  <c:v>5.7948899999999997</c:v>
                </c:pt>
                <c:pt idx="20613">
                  <c:v>5.7951899999999998</c:v>
                </c:pt>
                <c:pt idx="20614">
                  <c:v>5.7954999999999997</c:v>
                </c:pt>
                <c:pt idx="20615">
                  <c:v>5.7957999999999998</c:v>
                </c:pt>
                <c:pt idx="20616">
                  <c:v>5.7961099999999997</c:v>
                </c:pt>
                <c:pt idx="20617">
                  <c:v>5.7964099999999998</c:v>
                </c:pt>
                <c:pt idx="20618">
                  <c:v>5.7967199999999997</c:v>
                </c:pt>
                <c:pt idx="20619">
                  <c:v>5.7970199999999998</c:v>
                </c:pt>
                <c:pt idx="20620">
                  <c:v>5.7973299999999997</c:v>
                </c:pt>
                <c:pt idx="20621">
                  <c:v>5.7976299999999998</c:v>
                </c:pt>
                <c:pt idx="20622">
                  <c:v>5.7979399999999996</c:v>
                </c:pt>
                <c:pt idx="20623">
                  <c:v>5.7982399999999998</c:v>
                </c:pt>
                <c:pt idx="20624">
                  <c:v>5.7985499999999996</c:v>
                </c:pt>
                <c:pt idx="20625">
                  <c:v>5.7988600000000003</c:v>
                </c:pt>
                <c:pt idx="20626">
                  <c:v>5.7991599999999996</c:v>
                </c:pt>
                <c:pt idx="20627">
                  <c:v>5.7994700000000003</c:v>
                </c:pt>
                <c:pt idx="20628">
                  <c:v>5.7997699999999996</c:v>
                </c:pt>
                <c:pt idx="20629">
                  <c:v>5.8000800000000003</c:v>
                </c:pt>
                <c:pt idx="20630">
                  <c:v>5.8003799999999996</c:v>
                </c:pt>
                <c:pt idx="20631">
                  <c:v>5.8006900000000003</c:v>
                </c:pt>
                <c:pt idx="20632">
                  <c:v>5.8009899999999996</c:v>
                </c:pt>
                <c:pt idx="20633">
                  <c:v>5.8013000000000003</c:v>
                </c:pt>
                <c:pt idx="20634">
                  <c:v>5.8015999999999996</c:v>
                </c:pt>
                <c:pt idx="20635">
                  <c:v>5.8019100000000003</c:v>
                </c:pt>
                <c:pt idx="20636">
                  <c:v>5.8022099999999996</c:v>
                </c:pt>
                <c:pt idx="20637">
                  <c:v>5.8025200000000003</c:v>
                </c:pt>
                <c:pt idx="20638">
                  <c:v>5.8028300000000002</c:v>
                </c:pt>
                <c:pt idx="20639">
                  <c:v>5.8031300000000003</c:v>
                </c:pt>
                <c:pt idx="20640">
                  <c:v>5.8034400000000002</c:v>
                </c:pt>
                <c:pt idx="20641">
                  <c:v>5.8037400000000003</c:v>
                </c:pt>
                <c:pt idx="20642">
                  <c:v>5.8040500000000002</c:v>
                </c:pt>
                <c:pt idx="20643">
                  <c:v>5.8043500000000003</c:v>
                </c:pt>
                <c:pt idx="20644">
                  <c:v>5.8046600000000002</c:v>
                </c:pt>
                <c:pt idx="20645">
                  <c:v>5.8049600000000003</c:v>
                </c:pt>
                <c:pt idx="20646">
                  <c:v>5.8052700000000002</c:v>
                </c:pt>
                <c:pt idx="20647">
                  <c:v>5.8055700000000003</c:v>
                </c:pt>
                <c:pt idx="20648">
                  <c:v>5.8058800000000002</c:v>
                </c:pt>
                <c:pt idx="20649">
                  <c:v>5.8061800000000003</c:v>
                </c:pt>
                <c:pt idx="20650">
                  <c:v>5.8064900000000002</c:v>
                </c:pt>
                <c:pt idx="20651">
                  <c:v>5.8068</c:v>
                </c:pt>
                <c:pt idx="20652">
                  <c:v>5.8071000000000002</c:v>
                </c:pt>
                <c:pt idx="20653">
                  <c:v>5.80741</c:v>
                </c:pt>
                <c:pt idx="20654">
                  <c:v>5.8077100000000002</c:v>
                </c:pt>
                <c:pt idx="20655">
                  <c:v>5.80802</c:v>
                </c:pt>
                <c:pt idx="20656">
                  <c:v>5.8083200000000001</c:v>
                </c:pt>
                <c:pt idx="20657">
                  <c:v>5.80863</c:v>
                </c:pt>
                <c:pt idx="20658">
                  <c:v>5.8089300000000001</c:v>
                </c:pt>
                <c:pt idx="20659">
                  <c:v>5.80924</c:v>
                </c:pt>
                <c:pt idx="20660">
                  <c:v>5.8095400000000001</c:v>
                </c:pt>
                <c:pt idx="20661">
                  <c:v>5.80985</c:v>
                </c:pt>
                <c:pt idx="20662">
                  <c:v>5.8101599999999998</c:v>
                </c:pt>
                <c:pt idx="20663">
                  <c:v>5.81046</c:v>
                </c:pt>
                <c:pt idx="20664">
                  <c:v>5.8107699999999998</c:v>
                </c:pt>
                <c:pt idx="20665">
                  <c:v>5.81107</c:v>
                </c:pt>
                <c:pt idx="20666">
                  <c:v>5.8113799999999998</c:v>
                </c:pt>
                <c:pt idx="20667">
                  <c:v>5.81168</c:v>
                </c:pt>
                <c:pt idx="20668">
                  <c:v>5.8119899999999998</c:v>
                </c:pt>
                <c:pt idx="20669">
                  <c:v>5.81229</c:v>
                </c:pt>
                <c:pt idx="20670">
                  <c:v>5.8125999999999998</c:v>
                </c:pt>
                <c:pt idx="20671">
                  <c:v>5.8129</c:v>
                </c:pt>
                <c:pt idx="20672">
                  <c:v>5.8132099999999998</c:v>
                </c:pt>
                <c:pt idx="20673">
                  <c:v>5.81351</c:v>
                </c:pt>
                <c:pt idx="20674">
                  <c:v>5.8138199999999998</c:v>
                </c:pt>
                <c:pt idx="20675">
                  <c:v>5.8141299999999996</c:v>
                </c:pt>
                <c:pt idx="20676">
                  <c:v>5.8144299999999998</c:v>
                </c:pt>
                <c:pt idx="20677">
                  <c:v>5.8147399999999996</c:v>
                </c:pt>
                <c:pt idx="20678">
                  <c:v>5.8150399999999998</c:v>
                </c:pt>
                <c:pt idx="20679">
                  <c:v>5.8153499999999996</c:v>
                </c:pt>
                <c:pt idx="20680">
                  <c:v>5.8156499999999998</c:v>
                </c:pt>
                <c:pt idx="20681">
                  <c:v>5.8159599999999996</c:v>
                </c:pt>
                <c:pt idx="20682">
                  <c:v>5.8162599999999998</c:v>
                </c:pt>
                <c:pt idx="20683">
                  <c:v>5.8165699999999996</c:v>
                </c:pt>
                <c:pt idx="20684">
                  <c:v>5.8168699999999998</c:v>
                </c:pt>
                <c:pt idx="20685">
                  <c:v>5.8171799999999996</c:v>
                </c:pt>
                <c:pt idx="20686">
                  <c:v>5.8174799999999998</c:v>
                </c:pt>
                <c:pt idx="20687">
                  <c:v>5.8177899999999996</c:v>
                </c:pt>
                <c:pt idx="20688">
                  <c:v>5.8181000000000003</c:v>
                </c:pt>
                <c:pt idx="20689">
                  <c:v>5.8183999999999996</c:v>
                </c:pt>
                <c:pt idx="20690">
                  <c:v>5.8187100000000003</c:v>
                </c:pt>
                <c:pt idx="20691">
                  <c:v>5.8190099999999996</c:v>
                </c:pt>
                <c:pt idx="20692">
                  <c:v>5.8193200000000003</c:v>
                </c:pt>
                <c:pt idx="20693">
                  <c:v>5.8196199999999996</c:v>
                </c:pt>
                <c:pt idx="20694">
                  <c:v>5.8199300000000003</c:v>
                </c:pt>
                <c:pt idx="20695">
                  <c:v>5.8202299999999996</c:v>
                </c:pt>
                <c:pt idx="20696">
                  <c:v>5.8205400000000003</c:v>
                </c:pt>
                <c:pt idx="20697">
                  <c:v>5.8208399999999996</c:v>
                </c:pt>
                <c:pt idx="20698">
                  <c:v>5.8211500000000003</c:v>
                </c:pt>
                <c:pt idx="20699">
                  <c:v>5.8214499999999996</c:v>
                </c:pt>
                <c:pt idx="20700">
                  <c:v>5.8217600000000003</c:v>
                </c:pt>
                <c:pt idx="20701">
                  <c:v>5.8220700000000001</c:v>
                </c:pt>
                <c:pt idx="20702">
                  <c:v>5.8223700000000003</c:v>
                </c:pt>
                <c:pt idx="20703">
                  <c:v>5.8226800000000001</c:v>
                </c:pt>
                <c:pt idx="20704">
                  <c:v>5.8229800000000003</c:v>
                </c:pt>
                <c:pt idx="20705">
                  <c:v>5.8232900000000001</c:v>
                </c:pt>
                <c:pt idx="20706">
                  <c:v>5.8235900000000003</c:v>
                </c:pt>
                <c:pt idx="20707">
                  <c:v>5.8239000000000001</c:v>
                </c:pt>
                <c:pt idx="20708">
                  <c:v>5.8242000000000003</c:v>
                </c:pt>
                <c:pt idx="20709">
                  <c:v>5.8245100000000001</c:v>
                </c:pt>
                <c:pt idx="20710">
                  <c:v>5.8248100000000003</c:v>
                </c:pt>
                <c:pt idx="20711">
                  <c:v>5.8251200000000001</c:v>
                </c:pt>
                <c:pt idx="20712">
                  <c:v>5.8254299999999999</c:v>
                </c:pt>
                <c:pt idx="20713">
                  <c:v>5.8257300000000001</c:v>
                </c:pt>
                <c:pt idx="20714">
                  <c:v>5.8260399999999999</c:v>
                </c:pt>
                <c:pt idx="20715">
                  <c:v>5.8263400000000001</c:v>
                </c:pt>
                <c:pt idx="20716">
                  <c:v>5.8266499999999999</c:v>
                </c:pt>
                <c:pt idx="20717">
                  <c:v>5.8269500000000001</c:v>
                </c:pt>
                <c:pt idx="20718">
                  <c:v>5.8272599999999999</c:v>
                </c:pt>
                <c:pt idx="20719">
                  <c:v>5.8275600000000001</c:v>
                </c:pt>
                <c:pt idx="20720">
                  <c:v>5.8278699999999999</c:v>
                </c:pt>
                <c:pt idx="20721">
                  <c:v>5.8281700000000001</c:v>
                </c:pt>
                <c:pt idx="20722">
                  <c:v>5.8284799999999999</c:v>
                </c:pt>
                <c:pt idx="20723">
                  <c:v>5.8287800000000001</c:v>
                </c:pt>
                <c:pt idx="20724">
                  <c:v>5.8290899999999999</c:v>
                </c:pt>
                <c:pt idx="20725">
                  <c:v>5.8293999999999997</c:v>
                </c:pt>
                <c:pt idx="20726">
                  <c:v>5.8296999999999999</c:v>
                </c:pt>
                <c:pt idx="20727">
                  <c:v>5.8300099999999997</c:v>
                </c:pt>
                <c:pt idx="20728">
                  <c:v>5.8303099999999999</c:v>
                </c:pt>
                <c:pt idx="20729">
                  <c:v>5.8306199999999997</c:v>
                </c:pt>
                <c:pt idx="20730">
                  <c:v>5.8309199999999999</c:v>
                </c:pt>
                <c:pt idx="20731">
                  <c:v>5.8312299999999997</c:v>
                </c:pt>
                <c:pt idx="20732">
                  <c:v>5.8315299999999999</c:v>
                </c:pt>
                <c:pt idx="20733">
                  <c:v>5.8318399999999997</c:v>
                </c:pt>
                <c:pt idx="20734">
                  <c:v>5.8321399999999999</c:v>
                </c:pt>
                <c:pt idx="20735">
                  <c:v>5.8324499999999997</c:v>
                </c:pt>
                <c:pt idx="20736">
                  <c:v>5.8327499999999999</c:v>
                </c:pt>
                <c:pt idx="20737">
                  <c:v>5.8330599999999997</c:v>
                </c:pt>
                <c:pt idx="20738">
                  <c:v>5.8333700000000004</c:v>
                </c:pt>
                <c:pt idx="20739">
                  <c:v>5.8336699999999997</c:v>
                </c:pt>
                <c:pt idx="20740">
                  <c:v>5.8339800000000004</c:v>
                </c:pt>
                <c:pt idx="20741">
                  <c:v>5.8342799999999997</c:v>
                </c:pt>
                <c:pt idx="20742">
                  <c:v>5.8345900000000004</c:v>
                </c:pt>
                <c:pt idx="20743">
                  <c:v>5.8348899999999997</c:v>
                </c:pt>
                <c:pt idx="20744">
                  <c:v>5.8352000000000004</c:v>
                </c:pt>
                <c:pt idx="20745">
                  <c:v>5.8354999999999997</c:v>
                </c:pt>
                <c:pt idx="20746">
                  <c:v>5.8358100000000004</c:v>
                </c:pt>
                <c:pt idx="20747">
                  <c:v>5.8361099999999997</c:v>
                </c:pt>
                <c:pt idx="20748">
                  <c:v>5.8364200000000004</c:v>
                </c:pt>
                <c:pt idx="20749">
                  <c:v>5.8367199999999997</c:v>
                </c:pt>
                <c:pt idx="20750">
                  <c:v>5.8370300000000004</c:v>
                </c:pt>
                <c:pt idx="20751">
                  <c:v>5.8373400000000002</c:v>
                </c:pt>
                <c:pt idx="20752">
                  <c:v>5.8376400000000004</c:v>
                </c:pt>
                <c:pt idx="20753">
                  <c:v>5.8379500000000002</c:v>
                </c:pt>
                <c:pt idx="20754">
                  <c:v>5.8382500000000004</c:v>
                </c:pt>
                <c:pt idx="20755">
                  <c:v>5.8385600000000002</c:v>
                </c:pt>
                <c:pt idx="20756">
                  <c:v>5.8388600000000004</c:v>
                </c:pt>
                <c:pt idx="20757">
                  <c:v>5.8391700000000002</c:v>
                </c:pt>
                <c:pt idx="20758">
                  <c:v>5.8394700000000004</c:v>
                </c:pt>
                <c:pt idx="20759">
                  <c:v>5.8397800000000002</c:v>
                </c:pt>
                <c:pt idx="20760">
                  <c:v>5.8400800000000004</c:v>
                </c:pt>
                <c:pt idx="20761">
                  <c:v>5.8403900000000002</c:v>
                </c:pt>
                <c:pt idx="20762">
                  <c:v>5.8406900000000004</c:v>
                </c:pt>
                <c:pt idx="20763">
                  <c:v>5.8410000000000002</c:v>
                </c:pt>
                <c:pt idx="20764">
                  <c:v>5.84131</c:v>
                </c:pt>
                <c:pt idx="20765">
                  <c:v>5.8416100000000002</c:v>
                </c:pt>
                <c:pt idx="20766">
                  <c:v>5.84192</c:v>
                </c:pt>
                <c:pt idx="20767">
                  <c:v>5.8422200000000002</c:v>
                </c:pt>
                <c:pt idx="20768">
                  <c:v>5.84253</c:v>
                </c:pt>
                <c:pt idx="20769">
                  <c:v>5.8428300000000002</c:v>
                </c:pt>
                <c:pt idx="20770">
                  <c:v>5.84314</c:v>
                </c:pt>
                <c:pt idx="20771">
                  <c:v>5.8434400000000002</c:v>
                </c:pt>
                <c:pt idx="20772">
                  <c:v>5.84375</c:v>
                </c:pt>
                <c:pt idx="20773">
                  <c:v>5.8440500000000002</c:v>
                </c:pt>
                <c:pt idx="20774">
                  <c:v>5.84436</c:v>
                </c:pt>
                <c:pt idx="20775">
                  <c:v>5.8446699999999998</c:v>
                </c:pt>
                <c:pt idx="20776">
                  <c:v>5.84497</c:v>
                </c:pt>
                <c:pt idx="20777">
                  <c:v>5.8452799999999998</c:v>
                </c:pt>
                <c:pt idx="20778">
                  <c:v>5.84558</c:v>
                </c:pt>
                <c:pt idx="20779">
                  <c:v>5.8458899999999998</c:v>
                </c:pt>
                <c:pt idx="20780">
                  <c:v>5.84619</c:v>
                </c:pt>
                <c:pt idx="20781">
                  <c:v>5.8464999999999998</c:v>
                </c:pt>
                <c:pt idx="20782">
                  <c:v>5.8468</c:v>
                </c:pt>
                <c:pt idx="20783">
                  <c:v>5.8471099999999998</c:v>
                </c:pt>
                <c:pt idx="20784">
                  <c:v>5.84741</c:v>
                </c:pt>
                <c:pt idx="20785">
                  <c:v>5.8477199999999998</c:v>
                </c:pt>
                <c:pt idx="20786">
                  <c:v>5.84802</c:v>
                </c:pt>
                <c:pt idx="20787">
                  <c:v>5.8483299999999998</c:v>
                </c:pt>
                <c:pt idx="20788">
                  <c:v>5.8486399999999996</c:v>
                </c:pt>
                <c:pt idx="20789">
                  <c:v>5.8489399999999998</c:v>
                </c:pt>
                <c:pt idx="20790">
                  <c:v>5.8492499999999996</c:v>
                </c:pt>
                <c:pt idx="20791">
                  <c:v>5.8495499999999998</c:v>
                </c:pt>
                <c:pt idx="20792">
                  <c:v>5.8498599999999996</c:v>
                </c:pt>
                <c:pt idx="20793">
                  <c:v>5.8501599999999998</c:v>
                </c:pt>
                <c:pt idx="20794">
                  <c:v>5.8504699999999996</c:v>
                </c:pt>
                <c:pt idx="20795">
                  <c:v>5.8507699999999998</c:v>
                </c:pt>
                <c:pt idx="20796">
                  <c:v>5.8510799999999996</c:v>
                </c:pt>
                <c:pt idx="20797">
                  <c:v>5.8513799999999998</c:v>
                </c:pt>
                <c:pt idx="20798">
                  <c:v>5.8516899999999996</c:v>
                </c:pt>
                <c:pt idx="20799">
                  <c:v>5.8519899999999998</c:v>
                </c:pt>
                <c:pt idx="20800">
                  <c:v>5.8522999999999996</c:v>
                </c:pt>
                <c:pt idx="20801">
                  <c:v>5.8526100000000003</c:v>
                </c:pt>
                <c:pt idx="20802">
                  <c:v>5.8529099999999996</c:v>
                </c:pt>
                <c:pt idx="20803">
                  <c:v>5.8532200000000003</c:v>
                </c:pt>
                <c:pt idx="20804">
                  <c:v>5.8535199999999996</c:v>
                </c:pt>
                <c:pt idx="20805">
                  <c:v>5.8538300000000003</c:v>
                </c:pt>
                <c:pt idx="20806">
                  <c:v>5.8541299999999996</c:v>
                </c:pt>
                <c:pt idx="20807">
                  <c:v>5.8544400000000003</c:v>
                </c:pt>
                <c:pt idx="20808">
                  <c:v>5.8547399999999996</c:v>
                </c:pt>
                <c:pt idx="20809">
                  <c:v>5.8550500000000003</c:v>
                </c:pt>
                <c:pt idx="20810">
                  <c:v>5.8553499999999996</c:v>
                </c:pt>
                <c:pt idx="20811">
                  <c:v>5.8556600000000003</c:v>
                </c:pt>
                <c:pt idx="20812">
                  <c:v>5.8559599999999996</c:v>
                </c:pt>
                <c:pt idx="20813">
                  <c:v>5.8562700000000003</c:v>
                </c:pt>
                <c:pt idx="20814">
                  <c:v>5.8565800000000001</c:v>
                </c:pt>
                <c:pt idx="20815">
                  <c:v>5.8568800000000003</c:v>
                </c:pt>
                <c:pt idx="20816">
                  <c:v>5.8571900000000001</c:v>
                </c:pt>
                <c:pt idx="20817">
                  <c:v>5.8574900000000003</c:v>
                </c:pt>
                <c:pt idx="20818">
                  <c:v>5.8578000000000001</c:v>
                </c:pt>
                <c:pt idx="20819">
                  <c:v>5.8581000000000003</c:v>
                </c:pt>
                <c:pt idx="20820">
                  <c:v>5.8584100000000001</c:v>
                </c:pt>
                <c:pt idx="20821">
                  <c:v>5.8587100000000003</c:v>
                </c:pt>
                <c:pt idx="20822">
                  <c:v>5.8590200000000001</c:v>
                </c:pt>
                <c:pt idx="20823">
                  <c:v>5.8593200000000003</c:v>
                </c:pt>
                <c:pt idx="20824">
                  <c:v>5.8596300000000001</c:v>
                </c:pt>
                <c:pt idx="20825">
                  <c:v>5.8599300000000003</c:v>
                </c:pt>
                <c:pt idx="20826">
                  <c:v>5.8602400000000001</c:v>
                </c:pt>
                <c:pt idx="20827">
                  <c:v>5.8605499999999999</c:v>
                </c:pt>
                <c:pt idx="20828">
                  <c:v>5.8608500000000001</c:v>
                </c:pt>
                <c:pt idx="20829">
                  <c:v>5.8611599999999999</c:v>
                </c:pt>
                <c:pt idx="20830">
                  <c:v>5.8614600000000001</c:v>
                </c:pt>
                <c:pt idx="20831">
                  <c:v>5.8617699999999999</c:v>
                </c:pt>
                <c:pt idx="20832">
                  <c:v>5.8620700000000001</c:v>
                </c:pt>
                <c:pt idx="20833">
                  <c:v>5.8623799999999999</c:v>
                </c:pt>
                <c:pt idx="20834">
                  <c:v>5.8626800000000001</c:v>
                </c:pt>
                <c:pt idx="20835">
                  <c:v>5.8629899999999999</c:v>
                </c:pt>
                <c:pt idx="20836">
                  <c:v>5.8632900000000001</c:v>
                </c:pt>
                <c:pt idx="20837">
                  <c:v>5.8635999999999999</c:v>
                </c:pt>
                <c:pt idx="20838">
                  <c:v>5.8639099999999997</c:v>
                </c:pt>
                <c:pt idx="20839">
                  <c:v>5.8642099999999999</c:v>
                </c:pt>
                <c:pt idx="20840">
                  <c:v>5.8645199999999997</c:v>
                </c:pt>
                <c:pt idx="20841">
                  <c:v>5.8648199999999999</c:v>
                </c:pt>
                <c:pt idx="20842">
                  <c:v>5.8651299999999997</c:v>
                </c:pt>
                <c:pt idx="20843">
                  <c:v>5.8654299999999999</c:v>
                </c:pt>
                <c:pt idx="20844">
                  <c:v>5.8657399999999997</c:v>
                </c:pt>
                <c:pt idx="20845">
                  <c:v>5.8660399999999999</c:v>
                </c:pt>
                <c:pt idx="20846">
                  <c:v>5.8663499999999997</c:v>
                </c:pt>
                <c:pt idx="20847">
                  <c:v>5.8666499999999999</c:v>
                </c:pt>
                <c:pt idx="20848">
                  <c:v>5.8669599999999997</c:v>
                </c:pt>
                <c:pt idx="20849">
                  <c:v>5.8672599999999999</c:v>
                </c:pt>
                <c:pt idx="20850">
                  <c:v>5.8675699999999997</c:v>
                </c:pt>
                <c:pt idx="20851">
                  <c:v>5.8678800000000004</c:v>
                </c:pt>
                <c:pt idx="20852">
                  <c:v>5.8681799999999997</c:v>
                </c:pt>
                <c:pt idx="20853">
                  <c:v>5.8684900000000004</c:v>
                </c:pt>
                <c:pt idx="20854">
                  <c:v>5.8687899999999997</c:v>
                </c:pt>
                <c:pt idx="20855">
                  <c:v>5.8691000000000004</c:v>
                </c:pt>
                <c:pt idx="20856">
                  <c:v>5.8693999999999997</c:v>
                </c:pt>
                <c:pt idx="20857">
                  <c:v>5.8697100000000004</c:v>
                </c:pt>
                <c:pt idx="20858">
                  <c:v>5.8700099999999997</c:v>
                </c:pt>
                <c:pt idx="20859">
                  <c:v>5.8703200000000004</c:v>
                </c:pt>
                <c:pt idx="20860">
                  <c:v>5.8706199999999997</c:v>
                </c:pt>
                <c:pt idx="20861">
                  <c:v>5.8709300000000004</c:v>
                </c:pt>
                <c:pt idx="20862">
                  <c:v>5.8712299999999997</c:v>
                </c:pt>
                <c:pt idx="20863">
                  <c:v>5.8715400000000004</c:v>
                </c:pt>
                <c:pt idx="20864">
                  <c:v>5.8718500000000002</c:v>
                </c:pt>
                <c:pt idx="20865">
                  <c:v>5.8721500000000004</c:v>
                </c:pt>
                <c:pt idx="20866">
                  <c:v>5.8724600000000002</c:v>
                </c:pt>
                <c:pt idx="20867">
                  <c:v>5.8727600000000004</c:v>
                </c:pt>
                <c:pt idx="20868">
                  <c:v>5.8730700000000002</c:v>
                </c:pt>
                <c:pt idx="20869">
                  <c:v>5.8733700000000004</c:v>
                </c:pt>
                <c:pt idx="20870">
                  <c:v>5.8736800000000002</c:v>
                </c:pt>
                <c:pt idx="20871">
                  <c:v>5.8739800000000004</c:v>
                </c:pt>
                <c:pt idx="20872">
                  <c:v>5.8742900000000002</c:v>
                </c:pt>
                <c:pt idx="20873">
                  <c:v>5.8745900000000004</c:v>
                </c:pt>
                <c:pt idx="20874">
                  <c:v>5.8749000000000002</c:v>
                </c:pt>
                <c:pt idx="20875">
                  <c:v>5.8752000000000004</c:v>
                </c:pt>
                <c:pt idx="20876">
                  <c:v>5.8755100000000002</c:v>
                </c:pt>
                <c:pt idx="20877">
                  <c:v>5.87582</c:v>
                </c:pt>
                <c:pt idx="20878">
                  <c:v>5.8761200000000002</c:v>
                </c:pt>
                <c:pt idx="20879">
                  <c:v>5.87643</c:v>
                </c:pt>
                <c:pt idx="20880">
                  <c:v>5.8767300000000002</c:v>
                </c:pt>
                <c:pt idx="20881">
                  <c:v>5.87704</c:v>
                </c:pt>
                <c:pt idx="20882">
                  <c:v>5.8773400000000002</c:v>
                </c:pt>
                <c:pt idx="20883">
                  <c:v>5.87765</c:v>
                </c:pt>
                <c:pt idx="20884">
                  <c:v>5.8779500000000002</c:v>
                </c:pt>
                <c:pt idx="20885">
                  <c:v>5.87826</c:v>
                </c:pt>
                <c:pt idx="20886">
                  <c:v>5.8785600000000002</c:v>
                </c:pt>
                <c:pt idx="20887">
                  <c:v>5.87887</c:v>
                </c:pt>
                <c:pt idx="20888">
                  <c:v>5.8791799999999999</c:v>
                </c:pt>
                <c:pt idx="20889">
                  <c:v>5.87948</c:v>
                </c:pt>
                <c:pt idx="20890">
                  <c:v>5.8797899999999998</c:v>
                </c:pt>
                <c:pt idx="20891">
                  <c:v>5.88009</c:v>
                </c:pt>
                <c:pt idx="20892">
                  <c:v>5.8803999999999998</c:v>
                </c:pt>
                <c:pt idx="20893">
                  <c:v>5.8807</c:v>
                </c:pt>
                <c:pt idx="20894">
                  <c:v>5.8810099999999998</c:v>
                </c:pt>
                <c:pt idx="20895">
                  <c:v>5.88131</c:v>
                </c:pt>
                <c:pt idx="20896">
                  <c:v>5.8816199999999998</c:v>
                </c:pt>
                <c:pt idx="20897">
                  <c:v>5.88192</c:v>
                </c:pt>
                <c:pt idx="20898">
                  <c:v>5.8822299999999998</c:v>
                </c:pt>
                <c:pt idx="20899">
                  <c:v>5.88253</c:v>
                </c:pt>
                <c:pt idx="20900">
                  <c:v>5.8828399999999998</c:v>
                </c:pt>
                <c:pt idx="20901">
                  <c:v>5.8831499999999997</c:v>
                </c:pt>
                <c:pt idx="20902">
                  <c:v>5.8834499999999998</c:v>
                </c:pt>
                <c:pt idx="20903">
                  <c:v>5.8837599999999997</c:v>
                </c:pt>
                <c:pt idx="20904">
                  <c:v>5.8840599999999998</c:v>
                </c:pt>
                <c:pt idx="20905">
                  <c:v>5.8843699999999997</c:v>
                </c:pt>
                <c:pt idx="20906">
                  <c:v>5.8846699999999998</c:v>
                </c:pt>
                <c:pt idx="20907">
                  <c:v>5.8849799999999997</c:v>
                </c:pt>
                <c:pt idx="20908">
                  <c:v>5.8852799999999998</c:v>
                </c:pt>
                <c:pt idx="20909">
                  <c:v>5.8855899999999997</c:v>
                </c:pt>
                <c:pt idx="20910">
                  <c:v>5.8858899999999998</c:v>
                </c:pt>
                <c:pt idx="20911">
                  <c:v>5.8861999999999997</c:v>
                </c:pt>
                <c:pt idx="20912">
                  <c:v>5.8864999999999998</c:v>
                </c:pt>
                <c:pt idx="20913">
                  <c:v>5.8868099999999997</c:v>
                </c:pt>
                <c:pt idx="20914">
                  <c:v>5.8871200000000004</c:v>
                </c:pt>
                <c:pt idx="20915">
                  <c:v>5.8874199999999997</c:v>
                </c:pt>
                <c:pt idx="20916">
                  <c:v>5.8877300000000004</c:v>
                </c:pt>
                <c:pt idx="20917">
                  <c:v>5.8880299999999997</c:v>
                </c:pt>
                <c:pt idx="20918">
                  <c:v>5.8883400000000004</c:v>
                </c:pt>
                <c:pt idx="20919">
                  <c:v>5.8886399999999997</c:v>
                </c:pt>
                <c:pt idx="20920">
                  <c:v>5.8889500000000004</c:v>
                </c:pt>
                <c:pt idx="20921">
                  <c:v>5.8892499999999997</c:v>
                </c:pt>
                <c:pt idx="20922">
                  <c:v>5.8895600000000004</c:v>
                </c:pt>
                <c:pt idx="20923">
                  <c:v>5.8898599999999997</c:v>
                </c:pt>
                <c:pt idx="20924">
                  <c:v>5.8901700000000003</c:v>
                </c:pt>
                <c:pt idx="20925">
                  <c:v>5.8904699999999997</c:v>
                </c:pt>
                <c:pt idx="20926">
                  <c:v>5.8907800000000003</c:v>
                </c:pt>
                <c:pt idx="20927">
                  <c:v>5.8910900000000002</c:v>
                </c:pt>
                <c:pt idx="20928">
                  <c:v>5.8913900000000003</c:v>
                </c:pt>
                <c:pt idx="20929">
                  <c:v>5.8917000000000002</c:v>
                </c:pt>
                <c:pt idx="20930">
                  <c:v>5.8920000000000003</c:v>
                </c:pt>
                <c:pt idx="20931">
                  <c:v>5.8923100000000002</c:v>
                </c:pt>
                <c:pt idx="20932">
                  <c:v>5.8926100000000003</c:v>
                </c:pt>
                <c:pt idx="20933">
                  <c:v>5.8929200000000002</c:v>
                </c:pt>
                <c:pt idx="20934">
                  <c:v>5.8932200000000003</c:v>
                </c:pt>
                <c:pt idx="20935">
                  <c:v>5.8935300000000002</c:v>
                </c:pt>
                <c:pt idx="20936">
                  <c:v>5.8938300000000003</c:v>
                </c:pt>
                <c:pt idx="20937">
                  <c:v>5.8941400000000002</c:v>
                </c:pt>
                <c:pt idx="20938">
                  <c:v>5.8944400000000003</c:v>
                </c:pt>
                <c:pt idx="20939">
                  <c:v>5.8947500000000002</c:v>
                </c:pt>
                <c:pt idx="20940">
                  <c:v>5.89506</c:v>
                </c:pt>
                <c:pt idx="20941">
                  <c:v>5.8953600000000002</c:v>
                </c:pt>
                <c:pt idx="20942">
                  <c:v>5.89567</c:v>
                </c:pt>
                <c:pt idx="20943">
                  <c:v>5.8959700000000002</c:v>
                </c:pt>
                <c:pt idx="20944">
                  <c:v>5.89628</c:v>
                </c:pt>
                <c:pt idx="20945">
                  <c:v>5.8965800000000002</c:v>
                </c:pt>
                <c:pt idx="20946">
                  <c:v>5.89689</c:v>
                </c:pt>
                <c:pt idx="20947">
                  <c:v>5.8971900000000002</c:v>
                </c:pt>
                <c:pt idx="20948">
                  <c:v>5.8975</c:v>
                </c:pt>
                <c:pt idx="20949">
                  <c:v>5.8978000000000002</c:v>
                </c:pt>
                <c:pt idx="20950">
                  <c:v>5.89811</c:v>
                </c:pt>
                <c:pt idx="20951">
                  <c:v>5.8984199999999998</c:v>
                </c:pt>
                <c:pt idx="20952">
                  <c:v>5.89872</c:v>
                </c:pt>
                <c:pt idx="20953">
                  <c:v>5.8990299999999998</c:v>
                </c:pt>
                <c:pt idx="20954">
                  <c:v>5.89933</c:v>
                </c:pt>
                <c:pt idx="20955">
                  <c:v>5.8996399999999998</c:v>
                </c:pt>
                <c:pt idx="20956">
                  <c:v>5.89994</c:v>
                </c:pt>
                <c:pt idx="20957">
                  <c:v>5.9002499999999998</c:v>
                </c:pt>
                <c:pt idx="20958">
                  <c:v>5.90055</c:v>
                </c:pt>
                <c:pt idx="20959">
                  <c:v>5.9008599999999998</c:v>
                </c:pt>
                <c:pt idx="20960">
                  <c:v>5.90116</c:v>
                </c:pt>
                <c:pt idx="20961">
                  <c:v>5.9014699999999998</c:v>
                </c:pt>
                <c:pt idx="20962">
                  <c:v>5.90177</c:v>
                </c:pt>
                <c:pt idx="20963">
                  <c:v>5.9020799999999998</c:v>
                </c:pt>
                <c:pt idx="20964">
                  <c:v>5.9023899999999996</c:v>
                </c:pt>
                <c:pt idx="20965">
                  <c:v>5.9026899999999998</c:v>
                </c:pt>
                <c:pt idx="20966">
                  <c:v>5.9029999999999996</c:v>
                </c:pt>
                <c:pt idx="20967">
                  <c:v>5.9032999999999998</c:v>
                </c:pt>
                <c:pt idx="20968">
                  <c:v>5.9036099999999996</c:v>
                </c:pt>
                <c:pt idx="20969">
                  <c:v>5.9039099999999998</c:v>
                </c:pt>
                <c:pt idx="20970">
                  <c:v>5.9042199999999996</c:v>
                </c:pt>
                <c:pt idx="20971">
                  <c:v>5.9045199999999998</c:v>
                </c:pt>
                <c:pt idx="20972">
                  <c:v>5.9048299999999996</c:v>
                </c:pt>
                <c:pt idx="20973">
                  <c:v>5.9051299999999998</c:v>
                </c:pt>
                <c:pt idx="20974">
                  <c:v>5.9054399999999996</c:v>
                </c:pt>
                <c:pt idx="20975">
                  <c:v>5.9057399999999998</c:v>
                </c:pt>
                <c:pt idx="20976">
                  <c:v>5.9060499999999996</c:v>
                </c:pt>
                <c:pt idx="20977">
                  <c:v>5.9063600000000003</c:v>
                </c:pt>
                <c:pt idx="20978">
                  <c:v>5.9066599999999996</c:v>
                </c:pt>
                <c:pt idx="20979">
                  <c:v>5.9069700000000003</c:v>
                </c:pt>
                <c:pt idx="20980">
                  <c:v>5.9072699999999996</c:v>
                </c:pt>
                <c:pt idx="20981">
                  <c:v>5.9075800000000003</c:v>
                </c:pt>
                <c:pt idx="20982">
                  <c:v>5.9078799999999996</c:v>
                </c:pt>
                <c:pt idx="20983">
                  <c:v>5.9081900000000003</c:v>
                </c:pt>
                <c:pt idx="20984">
                  <c:v>5.9084899999999996</c:v>
                </c:pt>
                <c:pt idx="20985">
                  <c:v>5.9088000000000003</c:v>
                </c:pt>
                <c:pt idx="20986">
                  <c:v>5.9090999999999996</c:v>
                </c:pt>
                <c:pt idx="20987">
                  <c:v>5.9094100000000003</c:v>
                </c:pt>
                <c:pt idx="20988">
                  <c:v>5.9097099999999996</c:v>
                </c:pt>
                <c:pt idx="20989">
                  <c:v>5.9100200000000003</c:v>
                </c:pt>
                <c:pt idx="20990">
                  <c:v>5.9103300000000001</c:v>
                </c:pt>
                <c:pt idx="20991">
                  <c:v>5.9106300000000003</c:v>
                </c:pt>
                <c:pt idx="20992">
                  <c:v>5.9109400000000001</c:v>
                </c:pt>
                <c:pt idx="20993">
                  <c:v>5.9112400000000003</c:v>
                </c:pt>
                <c:pt idx="20994">
                  <c:v>5.9115500000000001</c:v>
                </c:pt>
                <c:pt idx="20995">
                  <c:v>5.9118500000000003</c:v>
                </c:pt>
                <c:pt idx="20996">
                  <c:v>5.9121600000000001</c:v>
                </c:pt>
                <c:pt idx="20997">
                  <c:v>5.9124600000000003</c:v>
                </c:pt>
                <c:pt idx="20998">
                  <c:v>5.9127700000000001</c:v>
                </c:pt>
                <c:pt idx="20999">
                  <c:v>5.9130700000000003</c:v>
                </c:pt>
                <c:pt idx="21000">
                  <c:v>5.9133800000000001</c:v>
                </c:pt>
                <c:pt idx="21001">
                  <c:v>5.9136800000000003</c:v>
                </c:pt>
                <c:pt idx="21002">
                  <c:v>5.9139900000000001</c:v>
                </c:pt>
                <c:pt idx="21003">
                  <c:v>5.9142999999999999</c:v>
                </c:pt>
                <c:pt idx="21004">
                  <c:v>5.9146000000000001</c:v>
                </c:pt>
                <c:pt idx="21005">
                  <c:v>5.9149099999999999</c:v>
                </c:pt>
                <c:pt idx="21006">
                  <c:v>5.9152100000000001</c:v>
                </c:pt>
                <c:pt idx="21007">
                  <c:v>5.9155199999999999</c:v>
                </c:pt>
                <c:pt idx="21008">
                  <c:v>5.9158200000000001</c:v>
                </c:pt>
                <c:pt idx="21009">
                  <c:v>5.9161299999999999</c:v>
                </c:pt>
                <c:pt idx="21010">
                  <c:v>5.9164300000000001</c:v>
                </c:pt>
                <c:pt idx="21011">
                  <c:v>5.9167399999999999</c:v>
                </c:pt>
                <c:pt idx="21012">
                  <c:v>5.9170400000000001</c:v>
                </c:pt>
                <c:pt idx="21013">
                  <c:v>5.9173499999999999</c:v>
                </c:pt>
                <c:pt idx="21014">
                  <c:v>5.9176599999999997</c:v>
                </c:pt>
                <c:pt idx="21015">
                  <c:v>5.9179599999999999</c:v>
                </c:pt>
                <c:pt idx="21016">
                  <c:v>5.9182699999999997</c:v>
                </c:pt>
                <c:pt idx="21017">
                  <c:v>5.9185699999999999</c:v>
                </c:pt>
                <c:pt idx="21018">
                  <c:v>5.9188799999999997</c:v>
                </c:pt>
                <c:pt idx="21019">
                  <c:v>5.9191799999999999</c:v>
                </c:pt>
                <c:pt idx="21020">
                  <c:v>5.9194899999999997</c:v>
                </c:pt>
                <c:pt idx="21021">
                  <c:v>5.9197899999999999</c:v>
                </c:pt>
                <c:pt idx="21022">
                  <c:v>5.9200999999999997</c:v>
                </c:pt>
                <c:pt idx="21023">
                  <c:v>5.9203999999999999</c:v>
                </c:pt>
                <c:pt idx="21024">
                  <c:v>5.9207099999999997</c:v>
                </c:pt>
                <c:pt idx="21025">
                  <c:v>5.9210099999999999</c:v>
                </c:pt>
                <c:pt idx="21026">
                  <c:v>5.9213199999999997</c:v>
                </c:pt>
                <c:pt idx="21027">
                  <c:v>5.9216300000000004</c:v>
                </c:pt>
                <c:pt idx="21028">
                  <c:v>5.9219299999999997</c:v>
                </c:pt>
                <c:pt idx="21029">
                  <c:v>5.9222400000000004</c:v>
                </c:pt>
                <c:pt idx="21030">
                  <c:v>5.9225399999999997</c:v>
                </c:pt>
                <c:pt idx="21031">
                  <c:v>5.9228500000000004</c:v>
                </c:pt>
                <c:pt idx="21032">
                  <c:v>5.9231499999999997</c:v>
                </c:pt>
                <c:pt idx="21033">
                  <c:v>5.9234600000000004</c:v>
                </c:pt>
                <c:pt idx="21034">
                  <c:v>5.9237599999999997</c:v>
                </c:pt>
                <c:pt idx="21035">
                  <c:v>5.9240700000000004</c:v>
                </c:pt>
                <c:pt idx="21036">
                  <c:v>5.9243699999999997</c:v>
                </c:pt>
                <c:pt idx="21037">
                  <c:v>5.9246800000000004</c:v>
                </c:pt>
                <c:pt idx="21038">
                  <c:v>5.9249799999999997</c:v>
                </c:pt>
                <c:pt idx="21039">
                  <c:v>5.9252900000000004</c:v>
                </c:pt>
                <c:pt idx="21040">
                  <c:v>5.9256000000000002</c:v>
                </c:pt>
                <c:pt idx="21041">
                  <c:v>5.9259000000000004</c:v>
                </c:pt>
                <c:pt idx="21042">
                  <c:v>5.9262100000000002</c:v>
                </c:pt>
                <c:pt idx="21043">
                  <c:v>5.9265100000000004</c:v>
                </c:pt>
                <c:pt idx="21044">
                  <c:v>5.9268200000000002</c:v>
                </c:pt>
                <c:pt idx="21045">
                  <c:v>5.9271200000000004</c:v>
                </c:pt>
                <c:pt idx="21046">
                  <c:v>5.9274300000000002</c:v>
                </c:pt>
                <c:pt idx="21047">
                  <c:v>5.9277300000000004</c:v>
                </c:pt>
                <c:pt idx="21048">
                  <c:v>5.9280400000000002</c:v>
                </c:pt>
                <c:pt idx="21049">
                  <c:v>5.9283400000000004</c:v>
                </c:pt>
                <c:pt idx="21050">
                  <c:v>5.9286500000000002</c:v>
                </c:pt>
                <c:pt idx="21051">
                  <c:v>5.9289500000000004</c:v>
                </c:pt>
                <c:pt idx="21052">
                  <c:v>5.9292600000000002</c:v>
                </c:pt>
                <c:pt idx="21053">
                  <c:v>5.92957</c:v>
                </c:pt>
                <c:pt idx="21054">
                  <c:v>5.9298700000000002</c:v>
                </c:pt>
                <c:pt idx="21055">
                  <c:v>5.93018</c:v>
                </c:pt>
                <c:pt idx="21056">
                  <c:v>5.9304800000000002</c:v>
                </c:pt>
                <c:pt idx="21057">
                  <c:v>5.93079</c:v>
                </c:pt>
                <c:pt idx="21058">
                  <c:v>5.9310900000000002</c:v>
                </c:pt>
                <c:pt idx="21059">
                  <c:v>5.9314</c:v>
                </c:pt>
                <c:pt idx="21060">
                  <c:v>5.9317000000000002</c:v>
                </c:pt>
                <c:pt idx="21061">
                  <c:v>5.93201</c:v>
                </c:pt>
                <c:pt idx="21062">
                  <c:v>5.9323100000000002</c:v>
                </c:pt>
                <c:pt idx="21063">
                  <c:v>5.93262</c:v>
                </c:pt>
                <c:pt idx="21064">
                  <c:v>5.9329299999999998</c:v>
                </c:pt>
                <c:pt idx="21065">
                  <c:v>5.93323</c:v>
                </c:pt>
                <c:pt idx="21066">
                  <c:v>5.9335399999999998</c:v>
                </c:pt>
                <c:pt idx="21067">
                  <c:v>5.93384</c:v>
                </c:pt>
                <c:pt idx="21068">
                  <c:v>5.9341499999999998</c:v>
                </c:pt>
                <c:pt idx="21069">
                  <c:v>5.93445</c:v>
                </c:pt>
                <c:pt idx="21070">
                  <c:v>5.9347599999999998</c:v>
                </c:pt>
                <c:pt idx="21071">
                  <c:v>5.93506</c:v>
                </c:pt>
                <c:pt idx="21072">
                  <c:v>5.9353699999999998</c:v>
                </c:pt>
                <c:pt idx="21073">
                  <c:v>5.93567</c:v>
                </c:pt>
                <c:pt idx="21074">
                  <c:v>5.9359799999999998</c:v>
                </c:pt>
                <c:pt idx="21075">
                  <c:v>5.93628</c:v>
                </c:pt>
                <c:pt idx="21076">
                  <c:v>5.9365899999999998</c:v>
                </c:pt>
                <c:pt idx="21077">
                  <c:v>5.9368999999999996</c:v>
                </c:pt>
                <c:pt idx="21078">
                  <c:v>5.9371999999999998</c:v>
                </c:pt>
                <c:pt idx="21079">
                  <c:v>5.9375099999999996</c:v>
                </c:pt>
                <c:pt idx="21080">
                  <c:v>5.9378099999999998</c:v>
                </c:pt>
                <c:pt idx="21081">
                  <c:v>5.9381199999999996</c:v>
                </c:pt>
                <c:pt idx="21082">
                  <c:v>5.9384199999999998</c:v>
                </c:pt>
                <c:pt idx="21083">
                  <c:v>5.9387299999999996</c:v>
                </c:pt>
                <c:pt idx="21084">
                  <c:v>5.9390299999999998</c:v>
                </c:pt>
                <c:pt idx="21085">
                  <c:v>5.9393399999999996</c:v>
                </c:pt>
                <c:pt idx="21086">
                  <c:v>5.9396399999999998</c:v>
                </c:pt>
                <c:pt idx="21087">
                  <c:v>5.9399499999999996</c:v>
                </c:pt>
                <c:pt idx="21088">
                  <c:v>5.9402499999999998</c:v>
                </c:pt>
                <c:pt idx="21089">
                  <c:v>5.9405599999999996</c:v>
                </c:pt>
                <c:pt idx="21090">
                  <c:v>5.9408700000000003</c:v>
                </c:pt>
                <c:pt idx="21091">
                  <c:v>5.9411699999999996</c:v>
                </c:pt>
                <c:pt idx="21092">
                  <c:v>5.9414800000000003</c:v>
                </c:pt>
                <c:pt idx="21093">
                  <c:v>5.9417799999999996</c:v>
                </c:pt>
                <c:pt idx="21094">
                  <c:v>5.9420900000000003</c:v>
                </c:pt>
                <c:pt idx="21095">
                  <c:v>5.9423899999999996</c:v>
                </c:pt>
                <c:pt idx="21096">
                  <c:v>5.9427000000000003</c:v>
                </c:pt>
                <c:pt idx="21097">
                  <c:v>5.9429999999999996</c:v>
                </c:pt>
                <c:pt idx="21098">
                  <c:v>5.9433100000000003</c:v>
                </c:pt>
                <c:pt idx="21099">
                  <c:v>5.9436099999999996</c:v>
                </c:pt>
                <c:pt idx="21100">
                  <c:v>5.9439200000000003</c:v>
                </c:pt>
                <c:pt idx="21101">
                  <c:v>5.9442199999999996</c:v>
                </c:pt>
                <c:pt idx="21102">
                  <c:v>5.9445300000000003</c:v>
                </c:pt>
                <c:pt idx="21103">
                  <c:v>5.9448400000000001</c:v>
                </c:pt>
                <c:pt idx="21104">
                  <c:v>5.9451400000000003</c:v>
                </c:pt>
                <c:pt idx="21105">
                  <c:v>5.9454500000000001</c:v>
                </c:pt>
                <c:pt idx="21106">
                  <c:v>5.9457500000000003</c:v>
                </c:pt>
                <c:pt idx="21107">
                  <c:v>5.9460600000000001</c:v>
                </c:pt>
                <c:pt idx="21108">
                  <c:v>5.9463600000000003</c:v>
                </c:pt>
                <c:pt idx="21109">
                  <c:v>5.9466700000000001</c:v>
                </c:pt>
                <c:pt idx="21110">
                  <c:v>5.9469700000000003</c:v>
                </c:pt>
                <c:pt idx="21111">
                  <c:v>5.9472800000000001</c:v>
                </c:pt>
                <c:pt idx="21112">
                  <c:v>5.9475800000000003</c:v>
                </c:pt>
                <c:pt idx="21113">
                  <c:v>5.9478900000000001</c:v>
                </c:pt>
                <c:pt idx="21114">
                  <c:v>5.9481900000000003</c:v>
                </c:pt>
                <c:pt idx="21115">
                  <c:v>5.9485000000000001</c:v>
                </c:pt>
                <c:pt idx="21116">
                  <c:v>5.9488099999999999</c:v>
                </c:pt>
                <c:pt idx="21117">
                  <c:v>5.9491100000000001</c:v>
                </c:pt>
                <c:pt idx="21118">
                  <c:v>5.9494199999999999</c:v>
                </c:pt>
                <c:pt idx="21119">
                  <c:v>5.9497200000000001</c:v>
                </c:pt>
                <c:pt idx="21120">
                  <c:v>5.9500299999999999</c:v>
                </c:pt>
                <c:pt idx="21121">
                  <c:v>5.9503300000000001</c:v>
                </c:pt>
                <c:pt idx="21122">
                  <c:v>5.9506399999999999</c:v>
                </c:pt>
                <c:pt idx="21123">
                  <c:v>5.9509400000000001</c:v>
                </c:pt>
                <c:pt idx="21124">
                  <c:v>5.9512499999999999</c:v>
                </c:pt>
                <c:pt idx="21125">
                  <c:v>5.9515500000000001</c:v>
                </c:pt>
                <c:pt idx="21126">
                  <c:v>5.9518599999999999</c:v>
                </c:pt>
                <c:pt idx="21127">
                  <c:v>5.9521699999999997</c:v>
                </c:pt>
                <c:pt idx="21128">
                  <c:v>5.9524699999999999</c:v>
                </c:pt>
                <c:pt idx="21129">
                  <c:v>5.9527799999999997</c:v>
                </c:pt>
                <c:pt idx="21130">
                  <c:v>5.9530799999999999</c:v>
                </c:pt>
                <c:pt idx="21131">
                  <c:v>5.9533899999999997</c:v>
                </c:pt>
                <c:pt idx="21132">
                  <c:v>5.9536899999999999</c:v>
                </c:pt>
                <c:pt idx="21133">
                  <c:v>5.9539999999999997</c:v>
                </c:pt>
                <c:pt idx="21134">
                  <c:v>5.9542999999999999</c:v>
                </c:pt>
                <c:pt idx="21135">
                  <c:v>5.9546099999999997</c:v>
                </c:pt>
                <c:pt idx="21136">
                  <c:v>5.9549099999999999</c:v>
                </c:pt>
                <c:pt idx="21137">
                  <c:v>5.9552199999999997</c:v>
                </c:pt>
                <c:pt idx="21138">
                  <c:v>5.9555199999999999</c:v>
                </c:pt>
                <c:pt idx="21139">
                  <c:v>5.9558299999999997</c:v>
                </c:pt>
                <c:pt idx="21140">
                  <c:v>5.9561400000000004</c:v>
                </c:pt>
                <c:pt idx="21141">
                  <c:v>5.9564399999999997</c:v>
                </c:pt>
                <c:pt idx="21142">
                  <c:v>5.9567500000000004</c:v>
                </c:pt>
                <c:pt idx="21143">
                  <c:v>5.9570499999999997</c:v>
                </c:pt>
                <c:pt idx="21144">
                  <c:v>5.9573600000000004</c:v>
                </c:pt>
                <c:pt idx="21145">
                  <c:v>5.9576599999999997</c:v>
                </c:pt>
                <c:pt idx="21146">
                  <c:v>5.9579700000000004</c:v>
                </c:pt>
                <c:pt idx="21147">
                  <c:v>5.9582699999999997</c:v>
                </c:pt>
                <c:pt idx="21148">
                  <c:v>5.9585800000000004</c:v>
                </c:pt>
                <c:pt idx="21149">
                  <c:v>5.9588799999999997</c:v>
                </c:pt>
                <c:pt idx="21150">
                  <c:v>5.9591900000000004</c:v>
                </c:pt>
                <c:pt idx="21151">
                  <c:v>5.9594899999999997</c:v>
                </c:pt>
                <c:pt idx="21152">
                  <c:v>5.9598000000000004</c:v>
                </c:pt>
                <c:pt idx="21153">
                  <c:v>5.9601100000000002</c:v>
                </c:pt>
                <c:pt idx="21154">
                  <c:v>5.9604100000000004</c:v>
                </c:pt>
                <c:pt idx="21155">
                  <c:v>5.9607200000000002</c:v>
                </c:pt>
                <c:pt idx="21156">
                  <c:v>5.9610200000000004</c:v>
                </c:pt>
                <c:pt idx="21157">
                  <c:v>5.9613300000000002</c:v>
                </c:pt>
                <c:pt idx="21158">
                  <c:v>5.9616300000000004</c:v>
                </c:pt>
                <c:pt idx="21159">
                  <c:v>5.9619400000000002</c:v>
                </c:pt>
                <c:pt idx="21160">
                  <c:v>5.9622400000000004</c:v>
                </c:pt>
                <c:pt idx="21161">
                  <c:v>5.9625500000000002</c:v>
                </c:pt>
                <c:pt idx="21162">
                  <c:v>5.9628500000000004</c:v>
                </c:pt>
                <c:pt idx="21163">
                  <c:v>5.9631600000000002</c:v>
                </c:pt>
                <c:pt idx="21164">
                  <c:v>5.9634600000000004</c:v>
                </c:pt>
                <c:pt idx="21165">
                  <c:v>5.9637700000000002</c:v>
                </c:pt>
                <c:pt idx="21166">
                  <c:v>5.96408</c:v>
                </c:pt>
                <c:pt idx="21167">
                  <c:v>5.9643800000000002</c:v>
                </c:pt>
                <c:pt idx="21168">
                  <c:v>5.96469</c:v>
                </c:pt>
                <c:pt idx="21169">
                  <c:v>5.9649900000000002</c:v>
                </c:pt>
                <c:pt idx="21170">
                  <c:v>5.9653</c:v>
                </c:pt>
                <c:pt idx="21171">
                  <c:v>5.9656000000000002</c:v>
                </c:pt>
                <c:pt idx="21172">
                  <c:v>5.96591</c:v>
                </c:pt>
                <c:pt idx="21173">
                  <c:v>5.9662100000000002</c:v>
                </c:pt>
                <c:pt idx="21174">
                  <c:v>5.96652</c:v>
                </c:pt>
                <c:pt idx="21175">
                  <c:v>5.9668200000000002</c:v>
                </c:pt>
                <c:pt idx="21176">
                  <c:v>5.96713</c:v>
                </c:pt>
                <c:pt idx="21177">
                  <c:v>5.9674300000000002</c:v>
                </c:pt>
                <c:pt idx="21178">
                  <c:v>5.96774</c:v>
                </c:pt>
                <c:pt idx="21179">
                  <c:v>5.9680499999999999</c:v>
                </c:pt>
                <c:pt idx="21180">
                  <c:v>5.96835</c:v>
                </c:pt>
                <c:pt idx="21181">
                  <c:v>5.9686599999999999</c:v>
                </c:pt>
                <c:pt idx="21182">
                  <c:v>5.96896</c:v>
                </c:pt>
                <c:pt idx="21183">
                  <c:v>5.9692699999999999</c:v>
                </c:pt>
                <c:pt idx="21184">
                  <c:v>5.96957</c:v>
                </c:pt>
                <c:pt idx="21185">
                  <c:v>5.9698799999999999</c:v>
                </c:pt>
                <c:pt idx="21186">
                  <c:v>5.97018</c:v>
                </c:pt>
                <c:pt idx="21187">
                  <c:v>5.9704899999999999</c:v>
                </c:pt>
                <c:pt idx="21188">
                  <c:v>5.97079</c:v>
                </c:pt>
                <c:pt idx="21189">
                  <c:v>5.9710999999999999</c:v>
                </c:pt>
                <c:pt idx="21190">
                  <c:v>5.9714099999999997</c:v>
                </c:pt>
                <c:pt idx="21191">
                  <c:v>5.9717099999999999</c:v>
                </c:pt>
                <c:pt idx="21192">
                  <c:v>5.9720199999999997</c:v>
                </c:pt>
                <c:pt idx="21193">
                  <c:v>5.9723199999999999</c:v>
                </c:pt>
                <c:pt idx="21194">
                  <c:v>5.9726299999999997</c:v>
                </c:pt>
                <c:pt idx="21195">
                  <c:v>5.9729299999999999</c:v>
                </c:pt>
                <c:pt idx="21196">
                  <c:v>5.9732399999999997</c:v>
                </c:pt>
                <c:pt idx="21197">
                  <c:v>5.9735399999999998</c:v>
                </c:pt>
                <c:pt idx="21198">
                  <c:v>5.9738499999999997</c:v>
                </c:pt>
                <c:pt idx="21199">
                  <c:v>5.9741499999999998</c:v>
                </c:pt>
                <c:pt idx="21200">
                  <c:v>5.9744599999999997</c:v>
                </c:pt>
                <c:pt idx="21201">
                  <c:v>5.9747599999999998</c:v>
                </c:pt>
                <c:pt idx="21202">
                  <c:v>5.9750699999999997</c:v>
                </c:pt>
                <c:pt idx="21203">
                  <c:v>5.9753800000000004</c:v>
                </c:pt>
                <c:pt idx="21204">
                  <c:v>5.9756799999999997</c:v>
                </c:pt>
                <c:pt idx="21205">
                  <c:v>5.9759900000000004</c:v>
                </c:pt>
                <c:pt idx="21206">
                  <c:v>5.9762899999999997</c:v>
                </c:pt>
                <c:pt idx="21207">
                  <c:v>5.9766000000000004</c:v>
                </c:pt>
                <c:pt idx="21208">
                  <c:v>5.9768999999999997</c:v>
                </c:pt>
                <c:pt idx="21209">
                  <c:v>5.9772100000000004</c:v>
                </c:pt>
                <c:pt idx="21210">
                  <c:v>5.9775099999999997</c:v>
                </c:pt>
                <c:pt idx="21211">
                  <c:v>5.9778200000000004</c:v>
                </c:pt>
                <c:pt idx="21212">
                  <c:v>5.9781199999999997</c:v>
                </c:pt>
                <c:pt idx="21213">
                  <c:v>5.9784300000000004</c:v>
                </c:pt>
                <c:pt idx="21214">
                  <c:v>5.9787299999999997</c:v>
                </c:pt>
                <c:pt idx="21215">
                  <c:v>5.9790400000000004</c:v>
                </c:pt>
                <c:pt idx="21216">
                  <c:v>5.9793500000000002</c:v>
                </c:pt>
                <c:pt idx="21217">
                  <c:v>5.9796500000000004</c:v>
                </c:pt>
                <c:pt idx="21218">
                  <c:v>5.9799600000000002</c:v>
                </c:pt>
                <c:pt idx="21219">
                  <c:v>5.9802600000000004</c:v>
                </c:pt>
                <c:pt idx="21220">
                  <c:v>5.9805700000000002</c:v>
                </c:pt>
                <c:pt idx="21221">
                  <c:v>5.9808700000000004</c:v>
                </c:pt>
                <c:pt idx="21222">
                  <c:v>5.9811800000000002</c:v>
                </c:pt>
                <c:pt idx="21223">
                  <c:v>5.9814800000000004</c:v>
                </c:pt>
                <c:pt idx="21224">
                  <c:v>5.9817900000000002</c:v>
                </c:pt>
                <c:pt idx="21225">
                  <c:v>5.9820900000000004</c:v>
                </c:pt>
                <c:pt idx="21226">
                  <c:v>5.9824000000000002</c:v>
                </c:pt>
                <c:pt idx="21227">
                  <c:v>5.9827000000000004</c:v>
                </c:pt>
                <c:pt idx="21228">
                  <c:v>5.9830100000000002</c:v>
                </c:pt>
                <c:pt idx="21229">
                  <c:v>5.98332</c:v>
                </c:pt>
                <c:pt idx="21230">
                  <c:v>5.9836200000000002</c:v>
                </c:pt>
                <c:pt idx="21231">
                  <c:v>5.98393</c:v>
                </c:pt>
                <c:pt idx="21232">
                  <c:v>5.9842300000000002</c:v>
                </c:pt>
                <c:pt idx="21233">
                  <c:v>5.98454</c:v>
                </c:pt>
                <c:pt idx="21234">
                  <c:v>5.9848400000000002</c:v>
                </c:pt>
                <c:pt idx="21235">
                  <c:v>5.98515</c:v>
                </c:pt>
                <c:pt idx="21236">
                  <c:v>5.9854500000000002</c:v>
                </c:pt>
                <c:pt idx="21237">
                  <c:v>5.98576</c:v>
                </c:pt>
                <c:pt idx="21238">
                  <c:v>5.9860600000000002</c:v>
                </c:pt>
                <c:pt idx="21239">
                  <c:v>5.98637</c:v>
                </c:pt>
                <c:pt idx="21240">
                  <c:v>5.9866700000000002</c:v>
                </c:pt>
                <c:pt idx="21241">
                  <c:v>5.98698</c:v>
                </c:pt>
                <c:pt idx="21242">
                  <c:v>5.9872899999999998</c:v>
                </c:pt>
                <c:pt idx="21243">
                  <c:v>5.98759</c:v>
                </c:pt>
                <c:pt idx="21244">
                  <c:v>5.9878999999999998</c:v>
                </c:pt>
                <c:pt idx="21245">
                  <c:v>5.9882</c:v>
                </c:pt>
                <c:pt idx="21246">
                  <c:v>5.9885099999999998</c:v>
                </c:pt>
                <c:pt idx="21247">
                  <c:v>5.98881</c:v>
                </c:pt>
                <c:pt idx="21248">
                  <c:v>5.9891199999999998</c:v>
                </c:pt>
                <c:pt idx="21249">
                  <c:v>5.98942</c:v>
                </c:pt>
                <c:pt idx="21250">
                  <c:v>5.9897299999999998</c:v>
                </c:pt>
                <c:pt idx="21251">
                  <c:v>5.99003</c:v>
                </c:pt>
                <c:pt idx="21252">
                  <c:v>5.9903399999999998</c:v>
                </c:pt>
                <c:pt idx="21253">
                  <c:v>5.9906499999999996</c:v>
                </c:pt>
                <c:pt idx="21254">
                  <c:v>5.9909499999999998</c:v>
                </c:pt>
                <c:pt idx="21255">
                  <c:v>5.9912599999999996</c:v>
                </c:pt>
                <c:pt idx="21256">
                  <c:v>5.9915599999999998</c:v>
                </c:pt>
                <c:pt idx="21257">
                  <c:v>5.9918699999999996</c:v>
                </c:pt>
                <c:pt idx="21258">
                  <c:v>5.9921699999999998</c:v>
                </c:pt>
                <c:pt idx="21259">
                  <c:v>5.9924799999999996</c:v>
                </c:pt>
                <c:pt idx="21260">
                  <c:v>5.9927799999999998</c:v>
                </c:pt>
                <c:pt idx="21261">
                  <c:v>5.9930899999999996</c:v>
                </c:pt>
                <c:pt idx="21262">
                  <c:v>5.9933899999999998</c:v>
                </c:pt>
                <c:pt idx="21263">
                  <c:v>5.9936999999999996</c:v>
                </c:pt>
                <c:pt idx="21264">
                  <c:v>5.9939999999999998</c:v>
                </c:pt>
                <c:pt idx="21265">
                  <c:v>5.9943099999999996</c:v>
                </c:pt>
                <c:pt idx="21266">
                  <c:v>5.9946200000000003</c:v>
                </c:pt>
                <c:pt idx="21267">
                  <c:v>5.9949199999999996</c:v>
                </c:pt>
                <c:pt idx="21268">
                  <c:v>5.9952300000000003</c:v>
                </c:pt>
                <c:pt idx="21269">
                  <c:v>5.9955299999999996</c:v>
                </c:pt>
                <c:pt idx="21270">
                  <c:v>5.9958400000000003</c:v>
                </c:pt>
                <c:pt idx="21271">
                  <c:v>5.9961399999999996</c:v>
                </c:pt>
                <c:pt idx="21272">
                  <c:v>5.9964500000000003</c:v>
                </c:pt>
                <c:pt idx="21273">
                  <c:v>5.9967499999999996</c:v>
                </c:pt>
                <c:pt idx="21274">
                  <c:v>5.9970600000000003</c:v>
                </c:pt>
                <c:pt idx="21275">
                  <c:v>5.9973599999999996</c:v>
                </c:pt>
                <c:pt idx="21276">
                  <c:v>5.9976700000000003</c:v>
                </c:pt>
                <c:pt idx="21277">
                  <c:v>5.9979699999999996</c:v>
                </c:pt>
                <c:pt idx="21278">
                  <c:v>5.9982800000000003</c:v>
                </c:pt>
                <c:pt idx="21279">
                  <c:v>5.9985900000000001</c:v>
                </c:pt>
                <c:pt idx="21280">
                  <c:v>5.9988900000000003</c:v>
                </c:pt>
                <c:pt idx="21281">
                  <c:v>5.9992000000000001</c:v>
                </c:pt>
                <c:pt idx="21282">
                  <c:v>5.9995000000000003</c:v>
                </c:pt>
                <c:pt idx="21283">
                  <c:v>5.9998100000000001</c:v>
                </c:pt>
                <c:pt idx="21284">
                  <c:v>6.0001100000000003</c:v>
                </c:pt>
                <c:pt idx="21285">
                  <c:v>6.0004200000000001</c:v>
                </c:pt>
                <c:pt idx="21286">
                  <c:v>6.0007200000000003</c:v>
                </c:pt>
                <c:pt idx="21287">
                  <c:v>6.0010300000000001</c:v>
                </c:pt>
                <c:pt idx="21288">
                  <c:v>6.0013300000000003</c:v>
                </c:pt>
                <c:pt idx="21289">
                  <c:v>6.0016400000000001</c:v>
                </c:pt>
                <c:pt idx="21290">
                  <c:v>6.0019400000000003</c:v>
                </c:pt>
                <c:pt idx="21291">
                  <c:v>6.0022500000000001</c:v>
                </c:pt>
                <c:pt idx="21292">
                  <c:v>6.0025599999999999</c:v>
                </c:pt>
                <c:pt idx="21293">
                  <c:v>6.0028600000000001</c:v>
                </c:pt>
                <c:pt idx="21294">
                  <c:v>6.0031699999999999</c:v>
                </c:pt>
                <c:pt idx="21295">
                  <c:v>6.0034700000000001</c:v>
                </c:pt>
                <c:pt idx="21296">
                  <c:v>6.0037799999999999</c:v>
                </c:pt>
                <c:pt idx="21297">
                  <c:v>6.0040800000000001</c:v>
                </c:pt>
                <c:pt idx="21298">
                  <c:v>6.0043899999999999</c:v>
                </c:pt>
                <c:pt idx="21299">
                  <c:v>6.0046900000000001</c:v>
                </c:pt>
                <c:pt idx="21300">
                  <c:v>6.0049999999999999</c:v>
                </c:pt>
                <c:pt idx="21301">
                  <c:v>6.0053000000000001</c:v>
                </c:pt>
                <c:pt idx="21302">
                  <c:v>6.0056099999999999</c:v>
                </c:pt>
                <c:pt idx="21303">
                  <c:v>6.0059199999999997</c:v>
                </c:pt>
                <c:pt idx="21304">
                  <c:v>6.0062199999999999</c:v>
                </c:pt>
                <c:pt idx="21305">
                  <c:v>6.0065299999999997</c:v>
                </c:pt>
                <c:pt idx="21306">
                  <c:v>6.0068299999999999</c:v>
                </c:pt>
                <c:pt idx="21307">
                  <c:v>6.0071399999999997</c:v>
                </c:pt>
                <c:pt idx="21308">
                  <c:v>6.0074399999999999</c:v>
                </c:pt>
                <c:pt idx="21309">
                  <c:v>6.0077499999999997</c:v>
                </c:pt>
                <c:pt idx="21310">
                  <c:v>6.0080499999999999</c:v>
                </c:pt>
                <c:pt idx="21311">
                  <c:v>6.0083599999999997</c:v>
                </c:pt>
                <c:pt idx="21312">
                  <c:v>6.0086599999999999</c:v>
                </c:pt>
                <c:pt idx="21313">
                  <c:v>6.0089699999999997</c:v>
                </c:pt>
                <c:pt idx="21314">
                  <c:v>6.0092699999999999</c:v>
                </c:pt>
                <c:pt idx="21315">
                  <c:v>6.0095799999999997</c:v>
                </c:pt>
                <c:pt idx="21316">
                  <c:v>6.0098900000000004</c:v>
                </c:pt>
                <c:pt idx="21317">
                  <c:v>6.0101899999999997</c:v>
                </c:pt>
                <c:pt idx="21318">
                  <c:v>6.0105000000000004</c:v>
                </c:pt>
                <c:pt idx="21319">
                  <c:v>6.0107999999999997</c:v>
                </c:pt>
                <c:pt idx="21320">
                  <c:v>6.0111100000000004</c:v>
                </c:pt>
                <c:pt idx="21321">
                  <c:v>6.0114099999999997</c:v>
                </c:pt>
                <c:pt idx="21322">
                  <c:v>6.0117200000000004</c:v>
                </c:pt>
                <c:pt idx="21323">
                  <c:v>6.0120199999999997</c:v>
                </c:pt>
                <c:pt idx="21324">
                  <c:v>6.0123300000000004</c:v>
                </c:pt>
                <c:pt idx="21325">
                  <c:v>6.0126299999999997</c:v>
                </c:pt>
                <c:pt idx="21326">
                  <c:v>6.0129400000000004</c:v>
                </c:pt>
                <c:pt idx="21327">
                  <c:v>6.0132399999999997</c:v>
                </c:pt>
                <c:pt idx="21328">
                  <c:v>6.0135500000000004</c:v>
                </c:pt>
                <c:pt idx="21329">
                  <c:v>6.0138600000000002</c:v>
                </c:pt>
                <c:pt idx="21330">
                  <c:v>6.0141600000000004</c:v>
                </c:pt>
                <c:pt idx="21331">
                  <c:v>6.0144700000000002</c:v>
                </c:pt>
                <c:pt idx="21332">
                  <c:v>6.0147700000000004</c:v>
                </c:pt>
                <c:pt idx="21333">
                  <c:v>6.0150800000000002</c:v>
                </c:pt>
                <c:pt idx="21334">
                  <c:v>6.0153800000000004</c:v>
                </c:pt>
                <c:pt idx="21335">
                  <c:v>6.0156900000000002</c:v>
                </c:pt>
                <c:pt idx="21336">
                  <c:v>6.0159900000000004</c:v>
                </c:pt>
                <c:pt idx="21337">
                  <c:v>6.0163000000000002</c:v>
                </c:pt>
                <c:pt idx="21338">
                  <c:v>6.0166000000000004</c:v>
                </c:pt>
                <c:pt idx="21339">
                  <c:v>6.0169100000000002</c:v>
                </c:pt>
                <c:pt idx="21340">
                  <c:v>6.0172100000000004</c:v>
                </c:pt>
                <c:pt idx="21341">
                  <c:v>6.0175200000000002</c:v>
                </c:pt>
                <c:pt idx="21342">
                  <c:v>6.01783</c:v>
                </c:pt>
                <c:pt idx="21343">
                  <c:v>6.0181300000000002</c:v>
                </c:pt>
                <c:pt idx="21344">
                  <c:v>6.01844</c:v>
                </c:pt>
                <c:pt idx="21345">
                  <c:v>6.0187400000000002</c:v>
                </c:pt>
                <c:pt idx="21346">
                  <c:v>6.01905</c:v>
                </c:pt>
                <c:pt idx="21347">
                  <c:v>6.0193500000000002</c:v>
                </c:pt>
                <c:pt idx="21348">
                  <c:v>6.01966</c:v>
                </c:pt>
                <c:pt idx="21349">
                  <c:v>6.0199600000000002</c:v>
                </c:pt>
                <c:pt idx="21350">
                  <c:v>6.02027</c:v>
                </c:pt>
                <c:pt idx="21351">
                  <c:v>6.0205700000000002</c:v>
                </c:pt>
                <c:pt idx="21352">
                  <c:v>6.02088</c:v>
                </c:pt>
                <c:pt idx="21353">
                  <c:v>6.0211800000000002</c:v>
                </c:pt>
                <c:pt idx="21354">
                  <c:v>6.02149</c:v>
                </c:pt>
                <c:pt idx="21355">
                  <c:v>6.0217999999999998</c:v>
                </c:pt>
                <c:pt idx="21356">
                  <c:v>6.0221</c:v>
                </c:pt>
                <c:pt idx="21357">
                  <c:v>6.0224099999999998</c:v>
                </c:pt>
                <c:pt idx="21358">
                  <c:v>6.02271</c:v>
                </c:pt>
                <c:pt idx="21359">
                  <c:v>6.0230199999999998</c:v>
                </c:pt>
                <c:pt idx="21360">
                  <c:v>6.02332</c:v>
                </c:pt>
                <c:pt idx="21361">
                  <c:v>6.0236299999999998</c:v>
                </c:pt>
                <c:pt idx="21362">
                  <c:v>6.02393</c:v>
                </c:pt>
                <c:pt idx="21363">
                  <c:v>6.0242399999999998</c:v>
                </c:pt>
                <c:pt idx="21364">
                  <c:v>6.02454</c:v>
                </c:pt>
                <c:pt idx="21365">
                  <c:v>6.0248499999999998</c:v>
                </c:pt>
                <c:pt idx="21366">
                  <c:v>6.0251599999999996</c:v>
                </c:pt>
                <c:pt idx="21367">
                  <c:v>6.0254599999999998</c:v>
                </c:pt>
                <c:pt idx="21368">
                  <c:v>6.0257699999999996</c:v>
                </c:pt>
                <c:pt idx="21369">
                  <c:v>6.0260699999999998</c:v>
                </c:pt>
                <c:pt idx="21370">
                  <c:v>6.0263799999999996</c:v>
                </c:pt>
                <c:pt idx="21371">
                  <c:v>6.0266799999999998</c:v>
                </c:pt>
                <c:pt idx="21372">
                  <c:v>6.0269899999999996</c:v>
                </c:pt>
                <c:pt idx="21373">
                  <c:v>6.0272899999999998</c:v>
                </c:pt>
                <c:pt idx="21374">
                  <c:v>6.0275999999999996</c:v>
                </c:pt>
                <c:pt idx="21375">
                  <c:v>6.0278999999999998</c:v>
                </c:pt>
                <c:pt idx="21376">
                  <c:v>6.0282099999999996</c:v>
                </c:pt>
                <c:pt idx="21377">
                  <c:v>6.0285099999999998</c:v>
                </c:pt>
                <c:pt idx="21378">
                  <c:v>6.0288199999999996</c:v>
                </c:pt>
                <c:pt idx="21379">
                  <c:v>6.0291300000000003</c:v>
                </c:pt>
                <c:pt idx="21380">
                  <c:v>6.0294299999999996</c:v>
                </c:pt>
                <c:pt idx="21381">
                  <c:v>6.0297400000000003</c:v>
                </c:pt>
                <c:pt idx="21382">
                  <c:v>6.0300399999999996</c:v>
                </c:pt>
                <c:pt idx="21383">
                  <c:v>6.0303500000000003</c:v>
                </c:pt>
                <c:pt idx="21384">
                  <c:v>6.0306499999999996</c:v>
                </c:pt>
                <c:pt idx="21385">
                  <c:v>6.0309600000000003</c:v>
                </c:pt>
                <c:pt idx="21386">
                  <c:v>6.0312599999999996</c:v>
                </c:pt>
                <c:pt idx="21387">
                  <c:v>6.0315700000000003</c:v>
                </c:pt>
                <c:pt idx="21388">
                  <c:v>6.0318699999999996</c:v>
                </c:pt>
                <c:pt idx="21389">
                  <c:v>6.0321800000000003</c:v>
                </c:pt>
                <c:pt idx="21390">
                  <c:v>6.0324799999999996</c:v>
                </c:pt>
                <c:pt idx="21391">
                  <c:v>6.0327900000000003</c:v>
                </c:pt>
                <c:pt idx="21392">
                  <c:v>6.0331000000000001</c:v>
                </c:pt>
                <c:pt idx="21393">
                  <c:v>6.0334000000000003</c:v>
                </c:pt>
                <c:pt idx="21394">
                  <c:v>6.0337100000000001</c:v>
                </c:pt>
                <c:pt idx="21395">
                  <c:v>6.0340100000000003</c:v>
                </c:pt>
                <c:pt idx="21396">
                  <c:v>6.0343200000000001</c:v>
                </c:pt>
                <c:pt idx="21397">
                  <c:v>6.0346200000000003</c:v>
                </c:pt>
                <c:pt idx="21398">
                  <c:v>6.0349300000000001</c:v>
                </c:pt>
                <c:pt idx="21399">
                  <c:v>6.0352300000000003</c:v>
                </c:pt>
                <c:pt idx="21400">
                  <c:v>6.0355400000000001</c:v>
                </c:pt>
                <c:pt idx="21401">
                  <c:v>6.0358400000000003</c:v>
                </c:pt>
                <c:pt idx="21402">
                  <c:v>6.0361500000000001</c:v>
                </c:pt>
                <c:pt idx="21403">
                  <c:v>6.0364500000000003</c:v>
                </c:pt>
                <c:pt idx="21404">
                  <c:v>6.0367600000000001</c:v>
                </c:pt>
                <c:pt idx="21405">
                  <c:v>6.0370699999999999</c:v>
                </c:pt>
                <c:pt idx="21406">
                  <c:v>6.0373700000000001</c:v>
                </c:pt>
                <c:pt idx="21407">
                  <c:v>6.0376799999999999</c:v>
                </c:pt>
                <c:pt idx="21408">
                  <c:v>6.0379800000000001</c:v>
                </c:pt>
                <c:pt idx="21409">
                  <c:v>6.0382899999999999</c:v>
                </c:pt>
                <c:pt idx="21410">
                  <c:v>6.0385900000000001</c:v>
                </c:pt>
                <c:pt idx="21411">
                  <c:v>6.0388999999999999</c:v>
                </c:pt>
                <c:pt idx="21412">
                  <c:v>6.0392000000000001</c:v>
                </c:pt>
                <c:pt idx="21413">
                  <c:v>6.0395099999999999</c:v>
                </c:pt>
                <c:pt idx="21414">
                  <c:v>6.0398100000000001</c:v>
                </c:pt>
                <c:pt idx="21415">
                  <c:v>6.0401199999999999</c:v>
                </c:pt>
                <c:pt idx="21416">
                  <c:v>6.0404200000000001</c:v>
                </c:pt>
                <c:pt idx="21417">
                  <c:v>6.0407299999999999</c:v>
                </c:pt>
                <c:pt idx="21418">
                  <c:v>6.0410399999999997</c:v>
                </c:pt>
                <c:pt idx="21419">
                  <c:v>6.0413399999999999</c:v>
                </c:pt>
                <c:pt idx="21420">
                  <c:v>6.0416499999999997</c:v>
                </c:pt>
                <c:pt idx="21421">
                  <c:v>6.0419499999999999</c:v>
                </c:pt>
                <c:pt idx="21422">
                  <c:v>6.0422599999999997</c:v>
                </c:pt>
                <c:pt idx="21423">
                  <c:v>6.0425599999999999</c:v>
                </c:pt>
                <c:pt idx="21424">
                  <c:v>6.0428699999999997</c:v>
                </c:pt>
                <c:pt idx="21425">
                  <c:v>6.0431699999999999</c:v>
                </c:pt>
                <c:pt idx="21426">
                  <c:v>6.0434799999999997</c:v>
                </c:pt>
                <c:pt idx="21427">
                  <c:v>6.0437799999999999</c:v>
                </c:pt>
                <c:pt idx="21428">
                  <c:v>6.0440899999999997</c:v>
                </c:pt>
                <c:pt idx="21429">
                  <c:v>6.0444000000000004</c:v>
                </c:pt>
                <c:pt idx="21430">
                  <c:v>6.0446999999999997</c:v>
                </c:pt>
                <c:pt idx="21431">
                  <c:v>6.0450100000000004</c:v>
                </c:pt>
                <c:pt idx="21432">
                  <c:v>6.0453099999999997</c:v>
                </c:pt>
                <c:pt idx="21433">
                  <c:v>6.0456200000000004</c:v>
                </c:pt>
                <c:pt idx="21434">
                  <c:v>6.0459199999999997</c:v>
                </c:pt>
                <c:pt idx="21435">
                  <c:v>6.0462300000000004</c:v>
                </c:pt>
                <c:pt idx="21436">
                  <c:v>6.0465299999999997</c:v>
                </c:pt>
                <c:pt idx="21437">
                  <c:v>6.0468400000000004</c:v>
                </c:pt>
                <c:pt idx="21438">
                  <c:v>6.0471399999999997</c:v>
                </c:pt>
                <c:pt idx="21439">
                  <c:v>6.0474500000000004</c:v>
                </c:pt>
                <c:pt idx="21440">
                  <c:v>6.0477499999999997</c:v>
                </c:pt>
                <c:pt idx="21441">
                  <c:v>6.0480600000000004</c:v>
                </c:pt>
                <c:pt idx="21442">
                  <c:v>6.0483700000000002</c:v>
                </c:pt>
                <c:pt idx="21443">
                  <c:v>6.0486700000000004</c:v>
                </c:pt>
                <c:pt idx="21444">
                  <c:v>6.0489800000000002</c:v>
                </c:pt>
                <c:pt idx="21445">
                  <c:v>6.0492800000000004</c:v>
                </c:pt>
                <c:pt idx="21446">
                  <c:v>6.0495900000000002</c:v>
                </c:pt>
                <c:pt idx="21447">
                  <c:v>6.0498900000000004</c:v>
                </c:pt>
                <c:pt idx="21448">
                  <c:v>6.0502000000000002</c:v>
                </c:pt>
                <c:pt idx="21449">
                  <c:v>6.0505000000000004</c:v>
                </c:pt>
                <c:pt idx="21450">
                  <c:v>6.0508100000000002</c:v>
                </c:pt>
                <c:pt idx="21451">
                  <c:v>6.0511100000000004</c:v>
                </c:pt>
                <c:pt idx="21452">
                  <c:v>6.0514200000000002</c:v>
                </c:pt>
                <c:pt idx="21453">
                  <c:v>6.0517200000000004</c:v>
                </c:pt>
                <c:pt idx="21454">
                  <c:v>6.0520300000000002</c:v>
                </c:pt>
                <c:pt idx="21455">
                  <c:v>6.0523400000000001</c:v>
                </c:pt>
                <c:pt idx="21456">
                  <c:v>6.0526400000000002</c:v>
                </c:pt>
                <c:pt idx="21457">
                  <c:v>6.0529500000000001</c:v>
                </c:pt>
                <c:pt idx="21458">
                  <c:v>6.0532500000000002</c:v>
                </c:pt>
                <c:pt idx="21459">
                  <c:v>6.0535600000000001</c:v>
                </c:pt>
                <c:pt idx="21460">
                  <c:v>6.0538600000000002</c:v>
                </c:pt>
                <c:pt idx="21461">
                  <c:v>6.0541700000000001</c:v>
                </c:pt>
                <c:pt idx="21462">
                  <c:v>6.0544700000000002</c:v>
                </c:pt>
                <c:pt idx="21463">
                  <c:v>6.0547800000000001</c:v>
                </c:pt>
                <c:pt idx="21464">
                  <c:v>6.0550800000000002</c:v>
                </c:pt>
                <c:pt idx="21465">
                  <c:v>6.0553900000000001</c:v>
                </c:pt>
                <c:pt idx="21466">
                  <c:v>6.0556900000000002</c:v>
                </c:pt>
                <c:pt idx="21467">
                  <c:v>6.056</c:v>
                </c:pt>
                <c:pt idx="21468">
                  <c:v>6.0563099999999999</c:v>
                </c:pt>
                <c:pt idx="21469">
                  <c:v>6.05661</c:v>
                </c:pt>
                <c:pt idx="21470">
                  <c:v>6.0569199999999999</c:v>
                </c:pt>
                <c:pt idx="21471">
                  <c:v>6.05722</c:v>
                </c:pt>
                <c:pt idx="21472">
                  <c:v>6.0575299999999999</c:v>
                </c:pt>
                <c:pt idx="21473">
                  <c:v>6.05783</c:v>
                </c:pt>
                <c:pt idx="21474">
                  <c:v>6.0581399999999999</c:v>
                </c:pt>
                <c:pt idx="21475">
                  <c:v>6.05844</c:v>
                </c:pt>
                <c:pt idx="21476">
                  <c:v>6.0587499999999999</c:v>
                </c:pt>
                <c:pt idx="21477">
                  <c:v>6.05905</c:v>
                </c:pt>
                <c:pt idx="21478">
                  <c:v>6.0593599999999999</c:v>
                </c:pt>
                <c:pt idx="21479">
                  <c:v>6.0596699999999997</c:v>
                </c:pt>
                <c:pt idx="21480">
                  <c:v>6.0599699999999999</c:v>
                </c:pt>
                <c:pt idx="21481">
                  <c:v>6.0602799999999997</c:v>
                </c:pt>
                <c:pt idx="21482">
                  <c:v>6.0605799999999999</c:v>
                </c:pt>
                <c:pt idx="21483">
                  <c:v>6.0608899999999997</c:v>
                </c:pt>
                <c:pt idx="21484">
                  <c:v>6.0611899999999999</c:v>
                </c:pt>
                <c:pt idx="21485">
                  <c:v>6.0614999999999997</c:v>
                </c:pt>
                <c:pt idx="21486">
                  <c:v>6.0617999999999999</c:v>
                </c:pt>
                <c:pt idx="21487">
                  <c:v>6.0621099999999997</c:v>
                </c:pt>
                <c:pt idx="21488">
                  <c:v>6.0624099999999999</c:v>
                </c:pt>
                <c:pt idx="21489">
                  <c:v>6.0627199999999997</c:v>
                </c:pt>
                <c:pt idx="21490">
                  <c:v>6.0630199999999999</c:v>
                </c:pt>
                <c:pt idx="21491">
                  <c:v>6.0633299999999997</c:v>
                </c:pt>
                <c:pt idx="21492">
                  <c:v>6.0636400000000004</c:v>
                </c:pt>
                <c:pt idx="21493">
                  <c:v>6.0639399999999997</c:v>
                </c:pt>
                <c:pt idx="21494">
                  <c:v>6.0642500000000004</c:v>
                </c:pt>
                <c:pt idx="21495">
                  <c:v>6.0645499999999997</c:v>
                </c:pt>
                <c:pt idx="21496">
                  <c:v>6.0648600000000004</c:v>
                </c:pt>
                <c:pt idx="21497">
                  <c:v>6.0651599999999997</c:v>
                </c:pt>
                <c:pt idx="21498">
                  <c:v>6.0654700000000004</c:v>
                </c:pt>
                <c:pt idx="21499">
                  <c:v>6.0657699999999997</c:v>
                </c:pt>
                <c:pt idx="21500">
                  <c:v>6.0660800000000004</c:v>
                </c:pt>
                <c:pt idx="21501">
                  <c:v>6.0663799999999997</c:v>
                </c:pt>
                <c:pt idx="21502">
                  <c:v>6.0666900000000004</c:v>
                </c:pt>
                <c:pt idx="21503">
                  <c:v>6.0669899999999997</c:v>
                </c:pt>
                <c:pt idx="21504">
                  <c:v>6.0673000000000004</c:v>
                </c:pt>
                <c:pt idx="21505">
                  <c:v>6.0676100000000002</c:v>
                </c:pt>
                <c:pt idx="21506">
                  <c:v>6.0679100000000004</c:v>
                </c:pt>
                <c:pt idx="21507">
                  <c:v>6.0682200000000002</c:v>
                </c:pt>
                <c:pt idx="21508">
                  <c:v>6.0685200000000004</c:v>
                </c:pt>
                <c:pt idx="21509">
                  <c:v>6.0688300000000002</c:v>
                </c:pt>
                <c:pt idx="21510">
                  <c:v>6.0691300000000004</c:v>
                </c:pt>
                <c:pt idx="21511">
                  <c:v>6.0694400000000002</c:v>
                </c:pt>
                <c:pt idx="21512">
                  <c:v>6.0697400000000004</c:v>
                </c:pt>
                <c:pt idx="21513">
                  <c:v>6.0700500000000002</c:v>
                </c:pt>
                <c:pt idx="21514">
                  <c:v>6.0703500000000004</c:v>
                </c:pt>
                <c:pt idx="21515">
                  <c:v>6.0706600000000002</c:v>
                </c:pt>
                <c:pt idx="21516">
                  <c:v>6.0709600000000004</c:v>
                </c:pt>
                <c:pt idx="21517">
                  <c:v>6.0712700000000002</c:v>
                </c:pt>
                <c:pt idx="21518">
                  <c:v>6.07158</c:v>
                </c:pt>
                <c:pt idx="21519">
                  <c:v>6.0718800000000002</c:v>
                </c:pt>
                <c:pt idx="21520">
                  <c:v>6.07219</c:v>
                </c:pt>
                <c:pt idx="21521">
                  <c:v>6.0724900000000002</c:v>
                </c:pt>
                <c:pt idx="21522">
                  <c:v>6.0728</c:v>
                </c:pt>
                <c:pt idx="21523">
                  <c:v>6.0731000000000002</c:v>
                </c:pt>
                <c:pt idx="21524">
                  <c:v>6.07341</c:v>
                </c:pt>
                <c:pt idx="21525">
                  <c:v>6.0737100000000002</c:v>
                </c:pt>
                <c:pt idx="21526">
                  <c:v>6.07402</c:v>
                </c:pt>
                <c:pt idx="21527">
                  <c:v>6.0743200000000002</c:v>
                </c:pt>
                <c:pt idx="21528">
                  <c:v>6.07463</c:v>
                </c:pt>
                <c:pt idx="21529">
                  <c:v>6.0749300000000002</c:v>
                </c:pt>
                <c:pt idx="21530">
                  <c:v>6.07524</c:v>
                </c:pt>
                <c:pt idx="21531">
                  <c:v>6.0755499999999998</c:v>
                </c:pt>
                <c:pt idx="21532">
                  <c:v>6.07585</c:v>
                </c:pt>
                <c:pt idx="21533">
                  <c:v>6.0761599999999998</c:v>
                </c:pt>
                <c:pt idx="21534">
                  <c:v>6.07646</c:v>
                </c:pt>
                <c:pt idx="21535">
                  <c:v>6.0767699999999998</c:v>
                </c:pt>
                <c:pt idx="21536">
                  <c:v>6.07707</c:v>
                </c:pt>
                <c:pt idx="21537">
                  <c:v>6.0773799999999998</c:v>
                </c:pt>
                <c:pt idx="21538">
                  <c:v>6.07768</c:v>
                </c:pt>
                <c:pt idx="21539">
                  <c:v>6.0779899999999998</c:v>
                </c:pt>
                <c:pt idx="21540">
                  <c:v>6.07829</c:v>
                </c:pt>
                <c:pt idx="21541">
                  <c:v>6.0785999999999998</c:v>
                </c:pt>
                <c:pt idx="21542">
                  <c:v>6.0789099999999996</c:v>
                </c:pt>
                <c:pt idx="21543">
                  <c:v>6.0792099999999998</c:v>
                </c:pt>
                <c:pt idx="21544">
                  <c:v>6.0795199999999996</c:v>
                </c:pt>
                <c:pt idx="21545">
                  <c:v>6.0798199999999998</c:v>
                </c:pt>
                <c:pt idx="21546">
                  <c:v>6.0801299999999996</c:v>
                </c:pt>
                <c:pt idx="21547">
                  <c:v>6.0804299999999998</c:v>
                </c:pt>
                <c:pt idx="21548">
                  <c:v>6.0807399999999996</c:v>
                </c:pt>
                <c:pt idx="21549">
                  <c:v>6.0810399999999998</c:v>
                </c:pt>
                <c:pt idx="21550">
                  <c:v>6.0813499999999996</c:v>
                </c:pt>
                <c:pt idx="21551">
                  <c:v>6.0816499999999998</c:v>
                </c:pt>
                <c:pt idx="21552">
                  <c:v>6.0819599999999996</c:v>
                </c:pt>
                <c:pt idx="21553">
                  <c:v>6.0822599999999998</c:v>
                </c:pt>
                <c:pt idx="21554">
                  <c:v>6.0825699999999996</c:v>
                </c:pt>
                <c:pt idx="21555">
                  <c:v>6.0828800000000003</c:v>
                </c:pt>
                <c:pt idx="21556">
                  <c:v>6.0831799999999996</c:v>
                </c:pt>
                <c:pt idx="21557">
                  <c:v>6.0834900000000003</c:v>
                </c:pt>
                <c:pt idx="21558">
                  <c:v>6.0837899999999996</c:v>
                </c:pt>
                <c:pt idx="21559">
                  <c:v>6.0841000000000003</c:v>
                </c:pt>
                <c:pt idx="21560">
                  <c:v>6.0843999999999996</c:v>
                </c:pt>
                <c:pt idx="21561">
                  <c:v>6.0847100000000003</c:v>
                </c:pt>
                <c:pt idx="21562">
                  <c:v>6.0850099999999996</c:v>
                </c:pt>
                <c:pt idx="21563">
                  <c:v>6.0853200000000003</c:v>
                </c:pt>
                <c:pt idx="21564">
                  <c:v>6.0856199999999996</c:v>
                </c:pt>
                <c:pt idx="21565">
                  <c:v>6.0859300000000003</c:v>
                </c:pt>
                <c:pt idx="21566">
                  <c:v>6.0862299999999996</c:v>
                </c:pt>
                <c:pt idx="21567">
                  <c:v>6.0865400000000003</c:v>
                </c:pt>
                <c:pt idx="21568">
                  <c:v>6.0868500000000001</c:v>
                </c:pt>
                <c:pt idx="21569">
                  <c:v>6.0871500000000003</c:v>
                </c:pt>
                <c:pt idx="21570">
                  <c:v>6.0874600000000001</c:v>
                </c:pt>
                <c:pt idx="21571">
                  <c:v>6.0877600000000003</c:v>
                </c:pt>
                <c:pt idx="21572">
                  <c:v>6.0880700000000001</c:v>
                </c:pt>
                <c:pt idx="21573">
                  <c:v>6.0883700000000003</c:v>
                </c:pt>
                <c:pt idx="21574">
                  <c:v>6.0886800000000001</c:v>
                </c:pt>
                <c:pt idx="21575">
                  <c:v>6.0889800000000003</c:v>
                </c:pt>
                <c:pt idx="21576">
                  <c:v>6.0892900000000001</c:v>
                </c:pt>
                <c:pt idx="21577">
                  <c:v>6.0895900000000003</c:v>
                </c:pt>
                <c:pt idx="21578">
                  <c:v>6.0899000000000001</c:v>
                </c:pt>
                <c:pt idx="21579">
                  <c:v>6.0902000000000003</c:v>
                </c:pt>
                <c:pt idx="21580">
                  <c:v>6.0905100000000001</c:v>
                </c:pt>
                <c:pt idx="21581">
                  <c:v>6.0908199999999999</c:v>
                </c:pt>
                <c:pt idx="21582">
                  <c:v>6.0911200000000001</c:v>
                </c:pt>
                <c:pt idx="21583">
                  <c:v>6.0914299999999999</c:v>
                </c:pt>
                <c:pt idx="21584">
                  <c:v>6.0917300000000001</c:v>
                </c:pt>
                <c:pt idx="21585">
                  <c:v>6.0920399999999999</c:v>
                </c:pt>
                <c:pt idx="21586">
                  <c:v>6.0923400000000001</c:v>
                </c:pt>
                <c:pt idx="21587">
                  <c:v>6.0926499999999999</c:v>
                </c:pt>
                <c:pt idx="21588">
                  <c:v>6.0929500000000001</c:v>
                </c:pt>
                <c:pt idx="21589">
                  <c:v>6.0932599999999999</c:v>
                </c:pt>
                <c:pt idx="21590">
                  <c:v>6.0935600000000001</c:v>
                </c:pt>
                <c:pt idx="21591">
                  <c:v>6.0938699999999999</c:v>
                </c:pt>
                <c:pt idx="21592">
                  <c:v>6.0941700000000001</c:v>
                </c:pt>
                <c:pt idx="21593">
                  <c:v>6.0944799999999999</c:v>
                </c:pt>
                <c:pt idx="21594">
                  <c:v>6.0947899999999997</c:v>
                </c:pt>
                <c:pt idx="21595">
                  <c:v>6.0950899999999999</c:v>
                </c:pt>
                <c:pt idx="21596">
                  <c:v>6.0953999999999997</c:v>
                </c:pt>
                <c:pt idx="21597">
                  <c:v>6.0956999999999999</c:v>
                </c:pt>
                <c:pt idx="21598">
                  <c:v>6.0960099999999997</c:v>
                </c:pt>
                <c:pt idx="21599">
                  <c:v>6.0963099999999999</c:v>
                </c:pt>
                <c:pt idx="21600">
                  <c:v>6.0966199999999997</c:v>
                </c:pt>
                <c:pt idx="21601">
                  <c:v>6.0969199999999999</c:v>
                </c:pt>
                <c:pt idx="21602">
                  <c:v>6.0972299999999997</c:v>
                </c:pt>
                <c:pt idx="21603">
                  <c:v>6.0975299999999999</c:v>
                </c:pt>
                <c:pt idx="21604">
                  <c:v>6.0978399999999997</c:v>
                </c:pt>
                <c:pt idx="21605">
                  <c:v>6.0981500000000004</c:v>
                </c:pt>
                <c:pt idx="21606">
                  <c:v>6.0984499999999997</c:v>
                </c:pt>
                <c:pt idx="21607">
                  <c:v>6.0987600000000004</c:v>
                </c:pt>
                <c:pt idx="21608">
                  <c:v>6.0990599999999997</c:v>
                </c:pt>
                <c:pt idx="21609">
                  <c:v>6.0993700000000004</c:v>
                </c:pt>
                <c:pt idx="21610">
                  <c:v>6.0996699999999997</c:v>
                </c:pt>
                <c:pt idx="21611">
                  <c:v>6.0999800000000004</c:v>
                </c:pt>
                <c:pt idx="21612">
                  <c:v>6.1002799999999997</c:v>
                </c:pt>
                <c:pt idx="21613">
                  <c:v>6.1005900000000004</c:v>
                </c:pt>
                <c:pt idx="21614">
                  <c:v>6.1008899999999997</c:v>
                </c:pt>
                <c:pt idx="21615">
                  <c:v>6.1012000000000004</c:v>
                </c:pt>
                <c:pt idx="21616">
                  <c:v>6.1014999999999997</c:v>
                </c:pt>
                <c:pt idx="21617">
                  <c:v>6.1018100000000004</c:v>
                </c:pt>
                <c:pt idx="21618">
                  <c:v>6.1021200000000002</c:v>
                </c:pt>
                <c:pt idx="21619">
                  <c:v>6.1024200000000004</c:v>
                </c:pt>
                <c:pt idx="21620">
                  <c:v>6.1027300000000002</c:v>
                </c:pt>
                <c:pt idx="21621">
                  <c:v>6.1030300000000004</c:v>
                </c:pt>
                <c:pt idx="21622">
                  <c:v>6.1033400000000002</c:v>
                </c:pt>
                <c:pt idx="21623">
                  <c:v>6.1036400000000004</c:v>
                </c:pt>
                <c:pt idx="21624">
                  <c:v>6.1039500000000002</c:v>
                </c:pt>
                <c:pt idx="21625">
                  <c:v>6.1042500000000004</c:v>
                </c:pt>
                <c:pt idx="21626">
                  <c:v>6.1045600000000002</c:v>
                </c:pt>
                <c:pt idx="21627">
                  <c:v>6.1048600000000004</c:v>
                </c:pt>
                <c:pt idx="21628">
                  <c:v>6.1051700000000002</c:v>
                </c:pt>
                <c:pt idx="21629">
                  <c:v>6.1054700000000004</c:v>
                </c:pt>
                <c:pt idx="21630">
                  <c:v>6.1057800000000002</c:v>
                </c:pt>
                <c:pt idx="21631">
                  <c:v>6.10609</c:v>
                </c:pt>
                <c:pt idx="21632">
                  <c:v>6.1063900000000002</c:v>
                </c:pt>
                <c:pt idx="21633">
                  <c:v>6.1067</c:v>
                </c:pt>
                <c:pt idx="21634">
                  <c:v>6.1070000000000002</c:v>
                </c:pt>
                <c:pt idx="21635">
                  <c:v>6.10731</c:v>
                </c:pt>
                <c:pt idx="21636">
                  <c:v>6.1076100000000002</c:v>
                </c:pt>
                <c:pt idx="21637">
                  <c:v>6.10792</c:v>
                </c:pt>
                <c:pt idx="21638">
                  <c:v>6.1082200000000002</c:v>
                </c:pt>
                <c:pt idx="21639">
                  <c:v>6.10853</c:v>
                </c:pt>
                <c:pt idx="21640">
                  <c:v>6.1088300000000002</c:v>
                </c:pt>
                <c:pt idx="21641">
                  <c:v>6.10914</c:v>
                </c:pt>
                <c:pt idx="21642">
                  <c:v>6.1094400000000002</c:v>
                </c:pt>
                <c:pt idx="21643">
                  <c:v>6.10975</c:v>
                </c:pt>
                <c:pt idx="21644">
                  <c:v>6.1100599999999998</c:v>
                </c:pt>
                <c:pt idx="21645">
                  <c:v>6.11036</c:v>
                </c:pt>
                <c:pt idx="21646">
                  <c:v>6.1106699999999998</c:v>
                </c:pt>
                <c:pt idx="21647">
                  <c:v>6.11097</c:v>
                </c:pt>
                <c:pt idx="21648">
                  <c:v>6.1112799999999998</c:v>
                </c:pt>
                <c:pt idx="21649">
                  <c:v>6.11158</c:v>
                </c:pt>
                <c:pt idx="21650">
                  <c:v>6.1118899999999998</c:v>
                </c:pt>
                <c:pt idx="21651">
                  <c:v>6.11219</c:v>
                </c:pt>
                <c:pt idx="21652">
                  <c:v>6.1124999999999998</c:v>
                </c:pt>
                <c:pt idx="21653">
                  <c:v>6.1128</c:v>
                </c:pt>
                <c:pt idx="21654">
                  <c:v>6.1131099999999998</c:v>
                </c:pt>
                <c:pt idx="21655">
                  <c:v>6.1134199999999996</c:v>
                </c:pt>
                <c:pt idx="21656">
                  <c:v>6.1137199999999998</c:v>
                </c:pt>
                <c:pt idx="21657">
                  <c:v>6.1140299999999996</c:v>
                </c:pt>
                <c:pt idx="21658">
                  <c:v>6.1143299999999998</c:v>
                </c:pt>
                <c:pt idx="21659">
                  <c:v>6.1146399999999996</c:v>
                </c:pt>
                <c:pt idx="21660">
                  <c:v>6.1149399999999998</c:v>
                </c:pt>
                <c:pt idx="21661">
                  <c:v>6.1152499999999996</c:v>
                </c:pt>
                <c:pt idx="21662">
                  <c:v>6.1155499999999998</c:v>
                </c:pt>
                <c:pt idx="21663">
                  <c:v>6.1158599999999996</c:v>
                </c:pt>
                <c:pt idx="21664">
                  <c:v>6.1161599999999998</c:v>
                </c:pt>
                <c:pt idx="21665">
                  <c:v>6.1164699999999996</c:v>
                </c:pt>
                <c:pt idx="21666">
                  <c:v>6.1167699999999998</c:v>
                </c:pt>
                <c:pt idx="21667">
                  <c:v>6.1170799999999996</c:v>
                </c:pt>
                <c:pt idx="21668">
                  <c:v>6.1173900000000003</c:v>
                </c:pt>
                <c:pt idx="21669">
                  <c:v>6.1176899999999996</c:v>
                </c:pt>
                <c:pt idx="21670">
                  <c:v>6.1180000000000003</c:v>
                </c:pt>
                <c:pt idx="21671">
                  <c:v>6.1182999999999996</c:v>
                </c:pt>
                <c:pt idx="21672">
                  <c:v>6.1186100000000003</c:v>
                </c:pt>
                <c:pt idx="21673">
                  <c:v>6.1189099999999996</c:v>
                </c:pt>
                <c:pt idx="21674">
                  <c:v>6.1192200000000003</c:v>
                </c:pt>
                <c:pt idx="21675">
                  <c:v>6.1195199999999996</c:v>
                </c:pt>
                <c:pt idx="21676">
                  <c:v>6.1198300000000003</c:v>
                </c:pt>
                <c:pt idx="21677">
                  <c:v>6.1201299999999996</c:v>
                </c:pt>
                <c:pt idx="21678">
                  <c:v>6.1204400000000003</c:v>
                </c:pt>
                <c:pt idx="21679">
                  <c:v>6.1207399999999996</c:v>
                </c:pt>
                <c:pt idx="21680">
                  <c:v>6.1210500000000003</c:v>
                </c:pt>
                <c:pt idx="21681">
                  <c:v>6.1213600000000001</c:v>
                </c:pt>
                <c:pt idx="21682">
                  <c:v>6.1216600000000003</c:v>
                </c:pt>
                <c:pt idx="21683">
                  <c:v>6.1219700000000001</c:v>
                </c:pt>
                <c:pt idx="21684">
                  <c:v>6.1222700000000003</c:v>
                </c:pt>
                <c:pt idx="21685">
                  <c:v>6.1225800000000001</c:v>
                </c:pt>
                <c:pt idx="21686">
                  <c:v>6.1228800000000003</c:v>
                </c:pt>
                <c:pt idx="21687">
                  <c:v>6.1231900000000001</c:v>
                </c:pt>
                <c:pt idx="21688">
                  <c:v>6.1234900000000003</c:v>
                </c:pt>
                <c:pt idx="21689">
                  <c:v>6.1238000000000001</c:v>
                </c:pt>
                <c:pt idx="21690">
                  <c:v>6.1241000000000003</c:v>
                </c:pt>
                <c:pt idx="21691">
                  <c:v>6.1244100000000001</c:v>
                </c:pt>
                <c:pt idx="21692">
                  <c:v>6.1247100000000003</c:v>
                </c:pt>
                <c:pt idx="21693">
                  <c:v>6.1250200000000001</c:v>
                </c:pt>
                <c:pt idx="21694">
                  <c:v>6.1253299999999999</c:v>
                </c:pt>
                <c:pt idx="21695">
                  <c:v>6.1256300000000001</c:v>
                </c:pt>
                <c:pt idx="21696">
                  <c:v>6.1259399999999999</c:v>
                </c:pt>
                <c:pt idx="21697">
                  <c:v>6.1262400000000001</c:v>
                </c:pt>
                <c:pt idx="21698">
                  <c:v>6.1265499999999999</c:v>
                </c:pt>
                <c:pt idx="21699">
                  <c:v>6.1268500000000001</c:v>
                </c:pt>
                <c:pt idx="21700">
                  <c:v>6.1271599999999999</c:v>
                </c:pt>
                <c:pt idx="21701">
                  <c:v>6.1274600000000001</c:v>
                </c:pt>
                <c:pt idx="21702">
                  <c:v>6.1277699999999999</c:v>
                </c:pt>
                <c:pt idx="21703">
                  <c:v>6.1280700000000001</c:v>
                </c:pt>
                <c:pt idx="21704">
                  <c:v>6.1283799999999999</c:v>
                </c:pt>
                <c:pt idx="21705">
                  <c:v>6.1286800000000001</c:v>
                </c:pt>
                <c:pt idx="21706">
                  <c:v>6.1289899999999999</c:v>
                </c:pt>
                <c:pt idx="21707">
                  <c:v>6.1292999999999997</c:v>
                </c:pt>
                <c:pt idx="21708">
                  <c:v>6.1295999999999999</c:v>
                </c:pt>
                <c:pt idx="21709">
                  <c:v>6.1299099999999997</c:v>
                </c:pt>
                <c:pt idx="21710">
                  <c:v>6.1302099999999999</c:v>
                </c:pt>
                <c:pt idx="21711">
                  <c:v>6.1305199999999997</c:v>
                </c:pt>
                <c:pt idx="21712">
                  <c:v>6.1308199999999999</c:v>
                </c:pt>
                <c:pt idx="21713">
                  <c:v>6.1311299999999997</c:v>
                </c:pt>
                <c:pt idx="21714">
                  <c:v>6.1314299999999999</c:v>
                </c:pt>
                <c:pt idx="21715">
                  <c:v>6.1317399999999997</c:v>
                </c:pt>
                <c:pt idx="21716">
                  <c:v>6.1320399999999999</c:v>
                </c:pt>
                <c:pt idx="21717">
                  <c:v>6.1323499999999997</c:v>
                </c:pt>
                <c:pt idx="21718">
                  <c:v>6.1326599999999996</c:v>
                </c:pt>
                <c:pt idx="21719">
                  <c:v>6.1329599999999997</c:v>
                </c:pt>
                <c:pt idx="21720">
                  <c:v>6.1332700000000004</c:v>
                </c:pt>
                <c:pt idx="21721">
                  <c:v>6.1335699999999997</c:v>
                </c:pt>
                <c:pt idx="21722">
                  <c:v>6.1338800000000004</c:v>
                </c:pt>
                <c:pt idx="21723">
                  <c:v>6.1341799999999997</c:v>
                </c:pt>
                <c:pt idx="21724">
                  <c:v>6.1344900000000004</c:v>
                </c:pt>
                <c:pt idx="21725">
                  <c:v>6.1347899999999997</c:v>
                </c:pt>
                <c:pt idx="21726">
                  <c:v>6.1351000000000004</c:v>
                </c:pt>
                <c:pt idx="21727">
                  <c:v>6.1353999999999997</c:v>
                </c:pt>
                <c:pt idx="21728">
                  <c:v>6.1357100000000004</c:v>
                </c:pt>
                <c:pt idx="21729">
                  <c:v>6.1360099999999997</c:v>
                </c:pt>
                <c:pt idx="21730">
                  <c:v>6.1363200000000004</c:v>
                </c:pt>
                <c:pt idx="21731">
                  <c:v>6.1366300000000003</c:v>
                </c:pt>
                <c:pt idx="21732">
                  <c:v>6.1369300000000004</c:v>
                </c:pt>
                <c:pt idx="21733">
                  <c:v>6.1372400000000003</c:v>
                </c:pt>
                <c:pt idx="21734">
                  <c:v>6.1375400000000004</c:v>
                </c:pt>
                <c:pt idx="21735">
                  <c:v>6.1378500000000003</c:v>
                </c:pt>
                <c:pt idx="21736">
                  <c:v>6.1381500000000004</c:v>
                </c:pt>
                <c:pt idx="21737">
                  <c:v>6.1384600000000002</c:v>
                </c:pt>
                <c:pt idx="21738">
                  <c:v>6.1387600000000004</c:v>
                </c:pt>
                <c:pt idx="21739">
                  <c:v>6.1390700000000002</c:v>
                </c:pt>
                <c:pt idx="21740">
                  <c:v>6.1393700000000004</c:v>
                </c:pt>
                <c:pt idx="21741">
                  <c:v>6.1396800000000002</c:v>
                </c:pt>
                <c:pt idx="21742">
                  <c:v>6.1399800000000004</c:v>
                </c:pt>
                <c:pt idx="21743">
                  <c:v>6.1402900000000002</c:v>
                </c:pt>
                <c:pt idx="21744">
                  <c:v>6.1406000000000001</c:v>
                </c:pt>
                <c:pt idx="21745">
                  <c:v>6.1409000000000002</c:v>
                </c:pt>
                <c:pt idx="21746">
                  <c:v>6.1412100000000001</c:v>
                </c:pt>
                <c:pt idx="21747">
                  <c:v>6.1415100000000002</c:v>
                </c:pt>
                <c:pt idx="21748">
                  <c:v>6.1418200000000001</c:v>
                </c:pt>
                <c:pt idx="21749">
                  <c:v>6.1421200000000002</c:v>
                </c:pt>
                <c:pt idx="21750">
                  <c:v>6.1424300000000001</c:v>
                </c:pt>
                <c:pt idx="21751">
                  <c:v>6.1427300000000002</c:v>
                </c:pt>
                <c:pt idx="21752">
                  <c:v>6.1430400000000001</c:v>
                </c:pt>
                <c:pt idx="21753">
                  <c:v>6.1433400000000002</c:v>
                </c:pt>
                <c:pt idx="21754">
                  <c:v>6.1436500000000001</c:v>
                </c:pt>
                <c:pt idx="21755">
                  <c:v>6.1439500000000002</c:v>
                </c:pt>
                <c:pt idx="21756">
                  <c:v>6.1442600000000001</c:v>
                </c:pt>
                <c:pt idx="21757">
                  <c:v>6.1445699999999999</c:v>
                </c:pt>
                <c:pt idx="21758">
                  <c:v>6.1448700000000001</c:v>
                </c:pt>
                <c:pt idx="21759">
                  <c:v>6.1451799999999999</c:v>
                </c:pt>
                <c:pt idx="21760">
                  <c:v>6.1454800000000001</c:v>
                </c:pt>
                <c:pt idx="21761">
                  <c:v>6.1457899999999999</c:v>
                </c:pt>
                <c:pt idx="21762">
                  <c:v>6.1460900000000001</c:v>
                </c:pt>
                <c:pt idx="21763">
                  <c:v>6.1463999999999999</c:v>
                </c:pt>
                <c:pt idx="21764">
                  <c:v>6.1467000000000001</c:v>
                </c:pt>
                <c:pt idx="21765">
                  <c:v>6.1470099999999999</c:v>
                </c:pt>
                <c:pt idx="21766">
                  <c:v>6.1473100000000001</c:v>
                </c:pt>
                <c:pt idx="21767">
                  <c:v>6.1476199999999999</c:v>
                </c:pt>
                <c:pt idx="21768">
                  <c:v>6.1479200000000001</c:v>
                </c:pt>
                <c:pt idx="21769">
                  <c:v>6.1482299999999999</c:v>
                </c:pt>
                <c:pt idx="21770">
                  <c:v>6.1485399999999997</c:v>
                </c:pt>
                <c:pt idx="21771">
                  <c:v>6.1488399999999999</c:v>
                </c:pt>
                <c:pt idx="21772">
                  <c:v>6.1491499999999997</c:v>
                </c:pt>
                <c:pt idx="21773">
                  <c:v>6.1494499999999999</c:v>
                </c:pt>
                <c:pt idx="21774">
                  <c:v>6.1497599999999997</c:v>
                </c:pt>
                <c:pt idx="21775">
                  <c:v>6.1500599999999999</c:v>
                </c:pt>
                <c:pt idx="21776">
                  <c:v>6.1503699999999997</c:v>
                </c:pt>
                <c:pt idx="21777">
                  <c:v>6.1506699999999999</c:v>
                </c:pt>
                <c:pt idx="21778">
                  <c:v>6.1509799999999997</c:v>
                </c:pt>
                <c:pt idx="21779">
                  <c:v>6.1512799999999999</c:v>
                </c:pt>
                <c:pt idx="21780">
                  <c:v>6.1515899999999997</c:v>
                </c:pt>
                <c:pt idx="21781">
                  <c:v>6.1519000000000004</c:v>
                </c:pt>
                <c:pt idx="21782">
                  <c:v>6.1521999999999997</c:v>
                </c:pt>
                <c:pt idx="21783">
                  <c:v>6.1525100000000004</c:v>
                </c:pt>
                <c:pt idx="21784">
                  <c:v>6.1528099999999997</c:v>
                </c:pt>
                <c:pt idx="21785">
                  <c:v>6.1531200000000004</c:v>
                </c:pt>
                <c:pt idx="21786">
                  <c:v>6.1534199999999997</c:v>
                </c:pt>
                <c:pt idx="21787">
                  <c:v>6.1537300000000004</c:v>
                </c:pt>
                <c:pt idx="21788">
                  <c:v>6.1540299999999997</c:v>
                </c:pt>
                <c:pt idx="21789">
                  <c:v>6.1543400000000004</c:v>
                </c:pt>
                <c:pt idx="21790">
                  <c:v>6.1546399999999997</c:v>
                </c:pt>
                <c:pt idx="21791">
                  <c:v>6.1549500000000004</c:v>
                </c:pt>
                <c:pt idx="21792">
                  <c:v>6.1552499999999997</c:v>
                </c:pt>
                <c:pt idx="21793">
                  <c:v>6.1555600000000004</c:v>
                </c:pt>
                <c:pt idx="21794">
                  <c:v>6.1558700000000002</c:v>
                </c:pt>
                <c:pt idx="21795">
                  <c:v>6.1561700000000004</c:v>
                </c:pt>
                <c:pt idx="21796">
                  <c:v>6.1564800000000002</c:v>
                </c:pt>
                <c:pt idx="21797">
                  <c:v>6.1567800000000004</c:v>
                </c:pt>
                <c:pt idx="21798">
                  <c:v>6.1570900000000002</c:v>
                </c:pt>
                <c:pt idx="21799">
                  <c:v>6.1573900000000004</c:v>
                </c:pt>
                <c:pt idx="21800">
                  <c:v>6.1577000000000002</c:v>
                </c:pt>
                <c:pt idx="21801">
                  <c:v>6.1580000000000004</c:v>
                </c:pt>
                <c:pt idx="21802">
                  <c:v>6.1583100000000002</c:v>
                </c:pt>
                <c:pt idx="21803">
                  <c:v>6.1586100000000004</c:v>
                </c:pt>
                <c:pt idx="21804">
                  <c:v>6.1589200000000002</c:v>
                </c:pt>
                <c:pt idx="21805">
                  <c:v>6.1592200000000004</c:v>
                </c:pt>
                <c:pt idx="21806">
                  <c:v>6.1595300000000002</c:v>
                </c:pt>
                <c:pt idx="21807">
                  <c:v>6.15984</c:v>
                </c:pt>
                <c:pt idx="21808">
                  <c:v>6.1601400000000002</c:v>
                </c:pt>
                <c:pt idx="21809">
                  <c:v>6.16045</c:v>
                </c:pt>
                <c:pt idx="21810">
                  <c:v>6.1607500000000002</c:v>
                </c:pt>
                <c:pt idx="21811">
                  <c:v>6.16106</c:v>
                </c:pt>
                <c:pt idx="21812">
                  <c:v>6.1613600000000002</c:v>
                </c:pt>
                <c:pt idx="21813">
                  <c:v>6.16167</c:v>
                </c:pt>
                <c:pt idx="21814">
                  <c:v>6.1619700000000002</c:v>
                </c:pt>
                <c:pt idx="21815">
                  <c:v>6.16228</c:v>
                </c:pt>
                <c:pt idx="21816">
                  <c:v>6.1625800000000002</c:v>
                </c:pt>
                <c:pt idx="21817">
                  <c:v>6.16289</c:v>
                </c:pt>
                <c:pt idx="21818">
                  <c:v>6.1631900000000002</c:v>
                </c:pt>
                <c:pt idx="21819">
                  <c:v>6.1635</c:v>
                </c:pt>
                <c:pt idx="21820">
                  <c:v>6.1638099999999998</c:v>
                </c:pt>
                <c:pt idx="21821">
                  <c:v>6.16411</c:v>
                </c:pt>
                <c:pt idx="21822">
                  <c:v>6.1644199999999998</c:v>
                </c:pt>
                <c:pt idx="21823">
                  <c:v>6.16472</c:v>
                </c:pt>
                <c:pt idx="21824">
                  <c:v>6.1650299999999998</c:v>
                </c:pt>
                <c:pt idx="21825">
                  <c:v>6.16533</c:v>
                </c:pt>
                <c:pt idx="21826">
                  <c:v>6.1656399999999998</c:v>
                </c:pt>
                <c:pt idx="21827">
                  <c:v>6.16594</c:v>
                </c:pt>
                <c:pt idx="21828">
                  <c:v>6.1662499999999998</c:v>
                </c:pt>
                <c:pt idx="21829">
                  <c:v>6.16655</c:v>
                </c:pt>
                <c:pt idx="21830">
                  <c:v>6.1668599999999998</c:v>
                </c:pt>
                <c:pt idx="21831">
                  <c:v>6.16716</c:v>
                </c:pt>
                <c:pt idx="21832">
                  <c:v>6.1674699999999998</c:v>
                </c:pt>
                <c:pt idx="21833">
                  <c:v>6.1677799999999996</c:v>
                </c:pt>
                <c:pt idx="21834">
                  <c:v>6.1680799999999998</c:v>
                </c:pt>
                <c:pt idx="21835">
                  <c:v>6.1683899999999996</c:v>
                </c:pt>
                <c:pt idx="21836">
                  <c:v>6.1686899999999998</c:v>
                </c:pt>
                <c:pt idx="21837">
                  <c:v>6.1689999999999996</c:v>
                </c:pt>
                <c:pt idx="21838">
                  <c:v>6.1692999999999998</c:v>
                </c:pt>
                <c:pt idx="21839">
                  <c:v>6.1696099999999996</c:v>
                </c:pt>
                <c:pt idx="21840">
                  <c:v>6.1699099999999998</c:v>
                </c:pt>
                <c:pt idx="21841">
                  <c:v>6.1702199999999996</c:v>
                </c:pt>
                <c:pt idx="21842">
                  <c:v>6.1705199999999998</c:v>
                </c:pt>
                <c:pt idx="21843">
                  <c:v>6.1708299999999996</c:v>
                </c:pt>
                <c:pt idx="21844">
                  <c:v>6.1711400000000003</c:v>
                </c:pt>
                <c:pt idx="21845">
                  <c:v>6.1714399999999996</c:v>
                </c:pt>
                <c:pt idx="21846">
                  <c:v>6.1717500000000003</c:v>
                </c:pt>
                <c:pt idx="21847">
                  <c:v>6.1720499999999996</c:v>
                </c:pt>
                <c:pt idx="21848">
                  <c:v>6.1723600000000003</c:v>
                </c:pt>
                <c:pt idx="21849">
                  <c:v>6.1726599999999996</c:v>
                </c:pt>
                <c:pt idx="21850">
                  <c:v>6.1729700000000003</c:v>
                </c:pt>
                <c:pt idx="21851">
                  <c:v>6.1732699999999996</c:v>
                </c:pt>
                <c:pt idx="21852">
                  <c:v>6.1735800000000003</c:v>
                </c:pt>
                <c:pt idx="21853">
                  <c:v>6.1738799999999996</c:v>
                </c:pt>
                <c:pt idx="21854">
                  <c:v>6.1741900000000003</c:v>
                </c:pt>
                <c:pt idx="21855">
                  <c:v>6.1744899999999996</c:v>
                </c:pt>
                <c:pt idx="21856">
                  <c:v>6.1748000000000003</c:v>
                </c:pt>
                <c:pt idx="21857">
                  <c:v>6.1751100000000001</c:v>
                </c:pt>
                <c:pt idx="21858">
                  <c:v>6.1754100000000003</c:v>
                </c:pt>
                <c:pt idx="21859">
                  <c:v>6.1757200000000001</c:v>
                </c:pt>
                <c:pt idx="21860">
                  <c:v>6.1760200000000003</c:v>
                </c:pt>
                <c:pt idx="21861">
                  <c:v>6.1763300000000001</c:v>
                </c:pt>
                <c:pt idx="21862">
                  <c:v>6.1766300000000003</c:v>
                </c:pt>
                <c:pt idx="21863">
                  <c:v>6.1769400000000001</c:v>
                </c:pt>
                <c:pt idx="21864">
                  <c:v>6.1772400000000003</c:v>
                </c:pt>
                <c:pt idx="21865">
                  <c:v>6.1775500000000001</c:v>
                </c:pt>
                <c:pt idx="21866">
                  <c:v>6.1778500000000003</c:v>
                </c:pt>
                <c:pt idx="21867">
                  <c:v>6.1781600000000001</c:v>
                </c:pt>
                <c:pt idx="21868">
                  <c:v>6.1784600000000003</c:v>
                </c:pt>
                <c:pt idx="21869">
                  <c:v>6.1787700000000001</c:v>
                </c:pt>
                <c:pt idx="21870">
                  <c:v>6.1790799999999999</c:v>
                </c:pt>
                <c:pt idx="21871">
                  <c:v>6.1793800000000001</c:v>
                </c:pt>
                <c:pt idx="21872">
                  <c:v>6.1796899999999999</c:v>
                </c:pt>
                <c:pt idx="21873">
                  <c:v>6.1799900000000001</c:v>
                </c:pt>
                <c:pt idx="21874">
                  <c:v>6.1802999999999999</c:v>
                </c:pt>
                <c:pt idx="21875">
                  <c:v>6.1806000000000001</c:v>
                </c:pt>
                <c:pt idx="21876">
                  <c:v>6.1809099999999999</c:v>
                </c:pt>
                <c:pt idx="21877">
                  <c:v>6.1812100000000001</c:v>
                </c:pt>
                <c:pt idx="21878">
                  <c:v>6.1815199999999999</c:v>
                </c:pt>
                <c:pt idx="21879">
                  <c:v>6.1818200000000001</c:v>
                </c:pt>
                <c:pt idx="21880">
                  <c:v>6.1821299999999999</c:v>
                </c:pt>
                <c:pt idx="21881">
                  <c:v>6.1824300000000001</c:v>
                </c:pt>
                <c:pt idx="21882">
                  <c:v>6.1827399999999999</c:v>
                </c:pt>
                <c:pt idx="21883">
                  <c:v>6.1830499999999997</c:v>
                </c:pt>
                <c:pt idx="21884">
                  <c:v>6.1833499999999999</c:v>
                </c:pt>
                <c:pt idx="21885">
                  <c:v>6.1836599999999997</c:v>
                </c:pt>
                <c:pt idx="21886">
                  <c:v>6.1839599999999999</c:v>
                </c:pt>
                <c:pt idx="21887">
                  <c:v>6.1842699999999997</c:v>
                </c:pt>
                <c:pt idx="21888">
                  <c:v>6.1845699999999999</c:v>
                </c:pt>
                <c:pt idx="21889">
                  <c:v>6.1848799999999997</c:v>
                </c:pt>
                <c:pt idx="21890">
                  <c:v>6.1851799999999999</c:v>
                </c:pt>
                <c:pt idx="21891">
                  <c:v>6.1854899999999997</c:v>
                </c:pt>
                <c:pt idx="21892">
                  <c:v>6.1857899999999999</c:v>
                </c:pt>
                <c:pt idx="21893">
                  <c:v>6.1860999999999997</c:v>
                </c:pt>
                <c:pt idx="21894">
                  <c:v>6.1864100000000004</c:v>
                </c:pt>
                <c:pt idx="21895">
                  <c:v>6.1867099999999997</c:v>
                </c:pt>
                <c:pt idx="21896">
                  <c:v>6.1870200000000004</c:v>
                </c:pt>
                <c:pt idx="21897">
                  <c:v>6.1873199999999997</c:v>
                </c:pt>
                <c:pt idx="21898">
                  <c:v>6.1876300000000004</c:v>
                </c:pt>
                <c:pt idx="21899">
                  <c:v>6.1879299999999997</c:v>
                </c:pt>
                <c:pt idx="21900">
                  <c:v>6.1882400000000004</c:v>
                </c:pt>
                <c:pt idx="21901">
                  <c:v>6.1885399999999997</c:v>
                </c:pt>
                <c:pt idx="21902">
                  <c:v>6.1888500000000004</c:v>
                </c:pt>
                <c:pt idx="21903">
                  <c:v>6.1891499999999997</c:v>
                </c:pt>
                <c:pt idx="21904">
                  <c:v>6.1894600000000004</c:v>
                </c:pt>
                <c:pt idx="21905">
                  <c:v>6.1897599999999997</c:v>
                </c:pt>
                <c:pt idx="21906">
                  <c:v>6.1900700000000004</c:v>
                </c:pt>
                <c:pt idx="21907">
                  <c:v>6.1903800000000002</c:v>
                </c:pt>
                <c:pt idx="21908">
                  <c:v>6.1906800000000004</c:v>
                </c:pt>
                <c:pt idx="21909">
                  <c:v>6.1909900000000002</c:v>
                </c:pt>
                <c:pt idx="21910">
                  <c:v>6.1912900000000004</c:v>
                </c:pt>
                <c:pt idx="21911">
                  <c:v>6.1916000000000002</c:v>
                </c:pt>
                <c:pt idx="21912">
                  <c:v>6.1919000000000004</c:v>
                </c:pt>
                <c:pt idx="21913">
                  <c:v>6.1922100000000002</c:v>
                </c:pt>
                <c:pt idx="21914">
                  <c:v>6.1925100000000004</c:v>
                </c:pt>
                <c:pt idx="21915">
                  <c:v>6.1928200000000002</c:v>
                </c:pt>
                <c:pt idx="21916">
                  <c:v>6.1931200000000004</c:v>
                </c:pt>
                <c:pt idx="21917">
                  <c:v>6.1934300000000002</c:v>
                </c:pt>
                <c:pt idx="21918">
                  <c:v>6.1937300000000004</c:v>
                </c:pt>
                <c:pt idx="21919">
                  <c:v>6.1940400000000002</c:v>
                </c:pt>
                <c:pt idx="21920">
                  <c:v>6.19435</c:v>
                </c:pt>
                <c:pt idx="21921">
                  <c:v>6.1946500000000002</c:v>
                </c:pt>
                <c:pt idx="21922">
                  <c:v>6.19496</c:v>
                </c:pt>
                <c:pt idx="21923">
                  <c:v>6.1952600000000002</c:v>
                </c:pt>
                <c:pt idx="21924">
                  <c:v>6.19557</c:v>
                </c:pt>
                <c:pt idx="21925">
                  <c:v>6.1958700000000002</c:v>
                </c:pt>
                <c:pt idx="21926">
                  <c:v>6.19618</c:v>
                </c:pt>
                <c:pt idx="21927">
                  <c:v>6.1964800000000002</c:v>
                </c:pt>
                <c:pt idx="21928">
                  <c:v>6.19679</c:v>
                </c:pt>
                <c:pt idx="21929">
                  <c:v>6.1970900000000002</c:v>
                </c:pt>
                <c:pt idx="21930">
                  <c:v>6.1974</c:v>
                </c:pt>
                <c:pt idx="21931">
                  <c:v>6.1977000000000002</c:v>
                </c:pt>
                <c:pt idx="21932">
                  <c:v>6.19801</c:v>
                </c:pt>
                <c:pt idx="21933">
                  <c:v>6.1983199999999998</c:v>
                </c:pt>
                <c:pt idx="21934">
                  <c:v>6.19862</c:v>
                </c:pt>
                <c:pt idx="21935">
                  <c:v>6.1989299999999998</c:v>
                </c:pt>
                <c:pt idx="21936">
                  <c:v>6.19923</c:v>
                </c:pt>
                <c:pt idx="21937">
                  <c:v>6.1995399999999998</c:v>
                </c:pt>
                <c:pt idx="21938">
                  <c:v>6.19984</c:v>
                </c:pt>
                <c:pt idx="21939">
                  <c:v>6.2001499999999998</c:v>
                </c:pt>
                <c:pt idx="21940">
                  <c:v>6.20045</c:v>
                </c:pt>
                <c:pt idx="21941">
                  <c:v>6.2007599999999998</c:v>
                </c:pt>
                <c:pt idx="21942">
                  <c:v>6.20106</c:v>
                </c:pt>
                <c:pt idx="21943">
                  <c:v>6.2013699999999998</c:v>
                </c:pt>
                <c:pt idx="21944">
                  <c:v>6.20167</c:v>
                </c:pt>
                <c:pt idx="21945">
                  <c:v>6.2019799999999998</c:v>
                </c:pt>
                <c:pt idx="21946">
                  <c:v>6.2022899999999996</c:v>
                </c:pt>
                <c:pt idx="21947">
                  <c:v>6.2025899999999998</c:v>
                </c:pt>
                <c:pt idx="21948">
                  <c:v>6.2028999999999996</c:v>
                </c:pt>
                <c:pt idx="21949">
                  <c:v>6.2031999999999998</c:v>
                </c:pt>
                <c:pt idx="21950">
                  <c:v>6.2035099999999996</c:v>
                </c:pt>
                <c:pt idx="21951">
                  <c:v>6.2038099999999998</c:v>
                </c:pt>
                <c:pt idx="21952">
                  <c:v>6.2041199999999996</c:v>
                </c:pt>
                <c:pt idx="21953">
                  <c:v>6.2044199999999998</c:v>
                </c:pt>
                <c:pt idx="21954">
                  <c:v>6.2047299999999996</c:v>
                </c:pt>
                <c:pt idx="21955">
                  <c:v>6.2050299999999998</c:v>
                </c:pt>
                <c:pt idx="21956">
                  <c:v>6.2053399999999996</c:v>
                </c:pt>
                <c:pt idx="21957">
                  <c:v>6.2056500000000003</c:v>
                </c:pt>
                <c:pt idx="21958">
                  <c:v>6.2059499999999996</c:v>
                </c:pt>
                <c:pt idx="21959">
                  <c:v>6.2062600000000003</c:v>
                </c:pt>
                <c:pt idx="21960">
                  <c:v>6.2065599999999996</c:v>
                </c:pt>
                <c:pt idx="21961">
                  <c:v>6.2068700000000003</c:v>
                </c:pt>
                <c:pt idx="21962">
                  <c:v>6.2071699999999996</c:v>
                </c:pt>
                <c:pt idx="21963">
                  <c:v>6.2074800000000003</c:v>
                </c:pt>
                <c:pt idx="21964">
                  <c:v>6.2077799999999996</c:v>
                </c:pt>
                <c:pt idx="21965">
                  <c:v>6.2080900000000003</c:v>
                </c:pt>
                <c:pt idx="21966">
                  <c:v>6.2083899999999996</c:v>
                </c:pt>
                <c:pt idx="21967">
                  <c:v>6.2087000000000003</c:v>
                </c:pt>
                <c:pt idx="21968">
                  <c:v>6.2089999999999996</c:v>
                </c:pt>
                <c:pt idx="21969">
                  <c:v>6.2093100000000003</c:v>
                </c:pt>
                <c:pt idx="21970">
                  <c:v>6.2096200000000001</c:v>
                </c:pt>
                <c:pt idx="21971">
                  <c:v>6.2099200000000003</c:v>
                </c:pt>
                <c:pt idx="21972">
                  <c:v>6.2102300000000001</c:v>
                </c:pt>
                <c:pt idx="21973">
                  <c:v>6.2105300000000003</c:v>
                </c:pt>
                <c:pt idx="21974">
                  <c:v>6.2108400000000001</c:v>
                </c:pt>
                <c:pt idx="21975">
                  <c:v>6.2111400000000003</c:v>
                </c:pt>
                <c:pt idx="21976">
                  <c:v>6.2114500000000001</c:v>
                </c:pt>
                <c:pt idx="21977">
                  <c:v>6.2117500000000003</c:v>
                </c:pt>
                <c:pt idx="21978">
                  <c:v>6.2120600000000001</c:v>
                </c:pt>
                <c:pt idx="21979">
                  <c:v>6.2123600000000003</c:v>
                </c:pt>
                <c:pt idx="21980">
                  <c:v>6.2126700000000001</c:v>
                </c:pt>
                <c:pt idx="21981">
                  <c:v>6.2129700000000003</c:v>
                </c:pt>
                <c:pt idx="21982">
                  <c:v>6.2132800000000001</c:v>
                </c:pt>
                <c:pt idx="21983">
                  <c:v>6.2135899999999999</c:v>
                </c:pt>
                <c:pt idx="21984">
                  <c:v>6.2138900000000001</c:v>
                </c:pt>
                <c:pt idx="21985">
                  <c:v>6.2141999999999999</c:v>
                </c:pt>
                <c:pt idx="21986">
                  <c:v>6.2145000000000001</c:v>
                </c:pt>
                <c:pt idx="21987">
                  <c:v>6.2148099999999999</c:v>
                </c:pt>
                <c:pt idx="21988">
                  <c:v>6.2151100000000001</c:v>
                </c:pt>
                <c:pt idx="21989">
                  <c:v>6.2154199999999999</c:v>
                </c:pt>
                <c:pt idx="21990">
                  <c:v>6.2157200000000001</c:v>
                </c:pt>
                <c:pt idx="21991">
                  <c:v>6.2160299999999999</c:v>
                </c:pt>
                <c:pt idx="21992">
                  <c:v>6.2163300000000001</c:v>
                </c:pt>
                <c:pt idx="21993">
                  <c:v>6.2166399999999999</c:v>
                </c:pt>
                <c:pt idx="21994">
                  <c:v>6.2169400000000001</c:v>
                </c:pt>
                <c:pt idx="21995">
                  <c:v>6.2172499999999999</c:v>
                </c:pt>
                <c:pt idx="21996">
                  <c:v>6.2175599999999998</c:v>
                </c:pt>
                <c:pt idx="21997">
                  <c:v>6.2178599999999999</c:v>
                </c:pt>
                <c:pt idx="21998">
                  <c:v>6.2181699999999998</c:v>
                </c:pt>
                <c:pt idx="21999">
                  <c:v>6.2184699999999999</c:v>
                </c:pt>
                <c:pt idx="22000">
                  <c:v>6.2187799999999998</c:v>
                </c:pt>
                <c:pt idx="22001">
                  <c:v>6.2190799999999999</c:v>
                </c:pt>
                <c:pt idx="22002">
                  <c:v>6.2193899999999998</c:v>
                </c:pt>
                <c:pt idx="22003">
                  <c:v>6.2196899999999999</c:v>
                </c:pt>
                <c:pt idx="22004">
                  <c:v>6.22</c:v>
                </c:pt>
                <c:pt idx="22005">
                  <c:v>6.2202999999999999</c:v>
                </c:pt>
                <c:pt idx="22006">
                  <c:v>6.2206099999999998</c:v>
                </c:pt>
                <c:pt idx="22007">
                  <c:v>6.2209099999999999</c:v>
                </c:pt>
                <c:pt idx="22008">
                  <c:v>6.2212199999999998</c:v>
                </c:pt>
                <c:pt idx="22009">
                  <c:v>6.2215299999999996</c:v>
                </c:pt>
                <c:pt idx="22010">
                  <c:v>6.2218299999999997</c:v>
                </c:pt>
                <c:pt idx="22011">
                  <c:v>6.2221399999999996</c:v>
                </c:pt>
                <c:pt idx="22012">
                  <c:v>6.2224399999999997</c:v>
                </c:pt>
                <c:pt idx="22013">
                  <c:v>6.2227499999999996</c:v>
                </c:pt>
                <c:pt idx="22014">
                  <c:v>6.2230499999999997</c:v>
                </c:pt>
                <c:pt idx="22015">
                  <c:v>6.2233599999999996</c:v>
                </c:pt>
                <c:pt idx="22016">
                  <c:v>6.2236599999999997</c:v>
                </c:pt>
                <c:pt idx="22017">
                  <c:v>6.2239699999999996</c:v>
                </c:pt>
                <c:pt idx="22018">
                  <c:v>6.2242699999999997</c:v>
                </c:pt>
                <c:pt idx="22019">
                  <c:v>6.2245799999999996</c:v>
                </c:pt>
                <c:pt idx="22020">
                  <c:v>6.2248900000000003</c:v>
                </c:pt>
                <c:pt idx="22021">
                  <c:v>6.2251899999999996</c:v>
                </c:pt>
                <c:pt idx="22022">
                  <c:v>6.2255000000000003</c:v>
                </c:pt>
                <c:pt idx="22023">
                  <c:v>6.2257999999999996</c:v>
                </c:pt>
                <c:pt idx="22024">
                  <c:v>6.2261100000000003</c:v>
                </c:pt>
                <c:pt idx="22025">
                  <c:v>6.2264099999999996</c:v>
                </c:pt>
                <c:pt idx="22026">
                  <c:v>6.2267200000000003</c:v>
                </c:pt>
                <c:pt idx="22027">
                  <c:v>6.2270200000000004</c:v>
                </c:pt>
                <c:pt idx="22028">
                  <c:v>6.2273300000000003</c:v>
                </c:pt>
                <c:pt idx="22029">
                  <c:v>6.2276300000000004</c:v>
                </c:pt>
                <c:pt idx="22030">
                  <c:v>6.2279400000000003</c:v>
                </c:pt>
                <c:pt idx="22031">
                  <c:v>6.2282400000000004</c:v>
                </c:pt>
                <c:pt idx="22032">
                  <c:v>6.2285500000000003</c:v>
                </c:pt>
                <c:pt idx="22033">
                  <c:v>6.2288600000000001</c:v>
                </c:pt>
                <c:pt idx="22034">
                  <c:v>6.2291600000000003</c:v>
                </c:pt>
                <c:pt idx="22035">
                  <c:v>6.2294700000000001</c:v>
                </c:pt>
                <c:pt idx="22036">
                  <c:v>6.2297700000000003</c:v>
                </c:pt>
                <c:pt idx="22037">
                  <c:v>6.2300800000000001</c:v>
                </c:pt>
                <c:pt idx="22038">
                  <c:v>6.2303800000000003</c:v>
                </c:pt>
                <c:pt idx="22039">
                  <c:v>6.2306900000000001</c:v>
                </c:pt>
                <c:pt idx="22040">
                  <c:v>6.2309900000000003</c:v>
                </c:pt>
                <c:pt idx="22041">
                  <c:v>6.2313000000000001</c:v>
                </c:pt>
                <c:pt idx="22042">
                  <c:v>6.2316000000000003</c:v>
                </c:pt>
                <c:pt idx="22043">
                  <c:v>6.2319100000000001</c:v>
                </c:pt>
                <c:pt idx="22044">
                  <c:v>6.2322100000000002</c:v>
                </c:pt>
                <c:pt idx="22045">
                  <c:v>6.2325200000000001</c:v>
                </c:pt>
                <c:pt idx="22046">
                  <c:v>6.2328299999999999</c:v>
                </c:pt>
                <c:pt idx="22047">
                  <c:v>6.2331300000000001</c:v>
                </c:pt>
                <c:pt idx="22048">
                  <c:v>6.2334399999999999</c:v>
                </c:pt>
                <c:pt idx="22049">
                  <c:v>6.2337400000000001</c:v>
                </c:pt>
                <c:pt idx="22050">
                  <c:v>6.2340499999999999</c:v>
                </c:pt>
                <c:pt idx="22051">
                  <c:v>6.2343500000000001</c:v>
                </c:pt>
                <c:pt idx="22052">
                  <c:v>6.2346599999999999</c:v>
                </c:pt>
                <c:pt idx="22053">
                  <c:v>6.2349600000000001</c:v>
                </c:pt>
                <c:pt idx="22054">
                  <c:v>6.2352699999999999</c:v>
                </c:pt>
                <c:pt idx="22055">
                  <c:v>6.2355700000000001</c:v>
                </c:pt>
                <c:pt idx="22056">
                  <c:v>6.2358799999999999</c:v>
                </c:pt>
                <c:pt idx="22057">
                  <c:v>6.2361800000000001</c:v>
                </c:pt>
                <c:pt idx="22058">
                  <c:v>6.2364899999999999</c:v>
                </c:pt>
                <c:pt idx="22059">
                  <c:v>6.2367999999999997</c:v>
                </c:pt>
                <c:pt idx="22060">
                  <c:v>6.2370999999999999</c:v>
                </c:pt>
                <c:pt idx="22061">
                  <c:v>6.2374099999999997</c:v>
                </c:pt>
                <c:pt idx="22062">
                  <c:v>6.2377099999999999</c:v>
                </c:pt>
                <c:pt idx="22063">
                  <c:v>6.2380199999999997</c:v>
                </c:pt>
                <c:pt idx="22064">
                  <c:v>6.2383199999999999</c:v>
                </c:pt>
                <c:pt idx="22065">
                  <c:v>6.2386299999999997</c:v>
                </c:pt>
                <c:pt idx="22066">
                  <c:v>6.2389299999999999</c:v>
                </c:pt>
                <c:pt idx="22067">
                  <c:v>6.2392399999999997</c:v>
                </c:pt>
                <c:pt idx="22068">
                  <c:v>6.2395399999999999</c:v>
                </c:pt>
                <c:pt idx="22069">
                  <c:v>6.2398499999999997</c:v>
                </c:pt>
                <c:pt idx="22070">
                  <c:v>6.2401600000000004</c:v>
                </c:pt>
                <c:pt idx="22071">
                  <c:v>6.2404599999999997</c:v>
                </c:pt>
                <c:pt idx="22072">
                  <c:v>6.2407700000000004</c:v>
                </c:pt>
                <c:pt idx="22073">
                  <c:v>6.2410699999999997</c:v>
                </c:pt>
                <c:pt idx="22074">
                  <c:v>6.2413800000000004</c:v>
                </c:pt>
                <c:pt idx="22075">
                  <c:v>6.2416799999999997</c:v>
                </c:pt>
                <c:pt idx="22076">
                  <c:v>6.2419900000000004</c:v>
                </c:pt>
                <c:pt idx="22077">
                  <c:v>6.2422899999999997</c:v>
                </c:pt>
                <c:pt idx="22078">
                  <c:v>6.2426000000000004</c:v>
                </c:pt>
                <c:pt idx="22079">
                  <c:v>6.2428999999999997</c:v>
                </c:pt>
                <c:pt idx="22080">
                  <c:v>6.2432100000000004</c:v>
                </c:pt>
                <c:pt idx="22081">
                  <c:v>6.2435099999999997</c:v>
                </c:pt>
                <c:pt idx="22082">
                  <c:v>6.2438200000000004</c:v>
                </c:pt>
                <c:pt idx="22083">
                  <c:v>6.2441300000000002</c:v>
                </c:pt>
                <c:pt idx="22084">
                  <c:v>6.2444300000000004</c:v>
                </c:pt>
                <c:pt idx="22085">
                  <c:v>6.2447400000000002</c:v>
                </c:pt>
                <c:pt idx="22086">
                  <c:v>6.2450400000000004</c:v>
                </c:pt>
                <c:pt idx="22087">
                  <c:v>6.2453500000000002</c:v>
                </c:pt>
                <c:pt idx="22088">
                  <c:v>6.2456500000000004</c:v>
                </c:pt>
                <c:pt idx="22089">
                  <c:v>6.2459600000000002</c:v>
                </c:pt>
                <c:pt idx="22090">
                  <c:v>6.2462600000000004</c:v>
                </c:pt>
                <c:pt idx="22091">
                  <c:v>6.2465700000000002</c:v>
                </c:pt>
                <c:pt idx="22092">
                  <c:v>6.2468700000000004</c:v>
                </c:pt>
                <c:pt idx="22093">
                  <c:v>6.2471800000000002</c:v>
                </c:pt>
                <c:pt idx="22094">
                  <c:v>6.2474800000000004</c:v>
                </c:pt>
                <c:pt idx="22095">
                  <c:v>6.2477900000000002</c:v>
                </c:pt>
                <c:pt idx="22096">
                  <c:v>6.2481</c:v>
                </c:pt>
                <c:pt idx="22097">
                  <c:v>6.2484000000000002</c:v>
                </c:pt>
                <c:pt idx="22098">
                  <c:v>6.24871</c:v>
                </c:pt>
                <c:pt idx="22099">
                  <c:v>6.2490100000000002</c:v>
                </c:pt>
                <c:pt idx="22100">
                  <c:v>6.24932</c:v>
                </c:pt>
                <c:pt idx="22101">
                  <c:v>6.2496200000000002</c:v>
                </c:pt>
                <c:pt idx="22102">
                  <c:v>6.24993</c:v>
                </c:pt>
                <c:pt idx="22103">
                  <c:v>6.2502300000000002</c:v>
                </c:pt>
                <c:pt idx="22104">
                  <c:v>6.25054</c:v>
                </c:pt>
                <c:pt idx="22105">
                  <c:v>6.2508400000000002</c:v>
                </c:pt>
                <c:pt idx="22106">
                  <c:v>6.25115</c:v>
                </c:pt>
                <c:pt idx="22107">
                  <c:v>6.2514500000000002</c:v>
                </c:pt>
                <c:pt idx="22108">
                  <c:v>6.25176</c:v>
                </c:pt>
                <c:pt idx="22109">
                  <c:v>6.2520699999999998</c:v>
                </c:pt>
                <c:pt idx="22110">
                  <c:v>6.25237</c:v>
                </c:pt>
                <c:pt idx="22111">
                  <c:v>6.2526799999999998</c:v>
                </c:pt>
                <c:pt idx="22112">
                  <c:v>6.25298</c:v>
                </c:pt>
                <c:pt idx="22113">
                  <c:v>6.2532899999999998</c:v>
                </c:pt>
                <c:pt idx="22114">
                  <c:v>6.25359</c:v>
                </c:pt>
                <c:pt idx="22115">
                  <c:v>6.2538999999999998</c:v>
                </c:pt>
                <c:pt idx="22116">
                  <c:v>6.2542</c:v>
                </c:pt>
                <c:pt idx="22117">
                  <c:v>6.2545099999999998</c:v>
                </c:pt>
                <c:pt idx="22118">
                  <c:v>6.25481</c:v>
                </c:pt>
                <c:pt idx="22119">
                  <c:v>6.2551199999999998</c:v>
                </c:pt>
                <c:pt idx="22120">
                  <c:v>6.25542</c:v>
                </c:pt>
                <c:pt idx="22121">
                  <c:v>6.2557299999999998</c:v>
                </c:pt>
                <c:pt idx="22122">
                  <c:v>6.2560399999999996</c:v>
                </c:pt>
                <c:pt idx="22123">
                  <c:v>6.2563399999999998</c:v>
                </c:pt>
                <c:pt idx="22124">
                  <c:v>6.2566499999999996</c:v>
                </c:pt>
                <c:pt idx="22125">
                  <c:v>6.2569499999999998</c:v>
                </c:pt>
                <c:pt idx="22126">
                  <c:v>6.2572599999999996</c:v>
                </c:pt>
                <c:pt idx="22127">
                  <c:v>6.2575599999999998</c:v>
                </c:pt>
                <c:pt idx="22128">
                  <c:v>6.2578699999999996</c:v>
                </c:pt>
                <c:pt idx="22129">
                  <c:v>6.2581699999999998</c:v>
                </c:pt>
                <c:pt idx="22130">
                  <c:v>6.2584799999999996</c:v>
                </c:pt>
                <c:pt idx="22131">
                  <c:v>6.2587799999999998</c:v>
                </c:pt>
                <c:pt idx="22132">
                  <c:v>6.2590899999999996</c:v>
                </c:pt>
                <c:pt idx="22133">
                  <c:v>6.2594000000000003</c:v>
                </c:pt>
                <c:pt idx="22134">
                  <c:v>6.2596999999999996</c:v>
                </c:pt>
                <c:pt idx="22135">
                  <c:v>6.2600100000000003</c:v>
                </c:pt>
                <c:pt idx="22136">
                  <c:v>6.2603099999999996</c:v>
                </c:pt>
                <c:pt idx="22137">
                  <c:v>6.2606200000000003</c:v>
                </c:pt>
                <c:pt idx="22138">
                  <c:v>6.2609199999999996</c:v>
                </c:pt>
                <c:pt idx="22139">
                  <c:v>6.2612300000000003</c:v>
                </c:pt>
                <c:pt idx="22140">
                  <c:v>6.2615299999999996</c:v>
                </c:pt>
                <c:pt idx="22141">
                  <c:v>6.2618400000000003</c:v>
                </c:pt>
                <c:pt idx="22142">
                  <c:v>6.2621399999999996</c:v>
                </c:pt>
                <c:pt idx="22143">
                  <c:v>6.2624500000000003</c:v>
                </c:pt>
                <c:pt idx="22144">
                  <c:v>6.2627499999999996</c:v>
                </c:pt>
                <c:pt idx="22145">
                  <c:v>6.2630600000000003</c:v>
                </c:pt>
                <c:pt idx="22146">
                  <c:v>6.2633700000000001</c:v>
                </c:pt>
                <c:pt idx="22147">
                  <c:v>6.2636700000000003</c:v>
                </c:pt>
                <c:pt idx="22148">
                  <c:v>6.2639800000000001</c:v>
                </c:pt>
                <c:pt idx="22149">
                  <c:v>6.2642800000000003</c:v>
                </c:pt>
                <c:pt idx="22150">
                  <c:v>6.2645900000000001</c:v>
                </c:pt>
                <c:pt idx="22151">
                  <c:v>6.2648900000000003</c:v>
                </c:pt>
                <c:pt idx="22152">
                  <c:v>6.2652000000000001</c:v>
                </c:pt>
                <c:pt idx="22153">
                  <c:v>6.2655000000000003</c:v>
                </c:pt>
                <c:pt idx="22154">
                  <c:v>6.2658100000000001</c:v>
                </c:pt>
                <c:pt idx="22155">
                  <c:v>6.2661100000000003</c:v>
                </c:pt>
                <c:pt idx="22156">
                  <c:v>6.2664200000000001</c:v>
                </c:pt>
                <c:pt idx="22157">
                  <c:v>6.2667200000000003</c:v>
                </c:pt>
                <c:pt idx="22158">
                  <c:v>6.2670300000000001</c:v>
                </c:pt>
                <c:pt idx="22159">
                  <c:v>6.2673399999999999</c:v>
                </c:pt>
                <c:pt idx="22160">
                  <c:v>6.2676400000000001</c:v>
                </c:pt>
                <c:pt idx="22161">
                  <c:v>6.2679499999999999</c:v>
                </c:pt>
                <c:pt idx="22162">
                  <c:v>6.2682500000000001</c:v>
                </c:pt>
                <c:pt idx="22163">
                  <c:v>6.2685599999999999</c:v>
                </c:pt>
                <c:pt idx="22164">
                  <c:v>6.2688600000000001</c:v>
                </c:pt>
                <c:pt idx="22165">
                  <c:v>6.2691699999999999</c:v>
                </c:pt>
                <c:pt idx="22166">
                  <c:v>6.2694700000000001</c:v>
                </c:pt>
                <c:pt idx="22167">
                  <c:v>6.2697799999999999</c:v>
                </c:pt>
                <c:pt idx="22168">
                  <c:v>6.2700800000000001</c:v>
                </c:pt>
                <c:pt idx="22169">
                  <c:v>6.2703899999999999</c:v>
                </c:pt>
                <c:pt idx="22170">
                  <c:v>6.2706900000000001</c:v>
                </c:pt>
                <c:pt idx="22171">
                  <c:v>6.2709999999999999</c:v>
                </c:pt>
                <c:pt idx="22172">
                  <c:v>6.2713099999999997</c:v>
                </c:pt>
                <c:pt idx="22173">
                  <c:v>6.2716099999999999</c:v>
                </c:pt>
                <c:pt idx="22174">
                  <c:v>6.2719199999999997</c:v>
                </c:pt>
                <c:pt idx="22175">
                  <c:v>6.2722199999999999</c:v>
                </c:pt>
                <c:pt idx="22176">
                  <c:v>6.2725299999999997</c:v>
                </c:pt>
                <c:pt idx="22177">
                  <c:v>6.2728299999999999</c:v>
                </c:pt>
                <c:pt idx="22178">
                  <c:v>6.2731399999999997</c:v>
                </c:pt>
                <c:pt idx="22179">
                  <c:v>6.2734399999999999</c:v>
                </c:pt>
                <c:pt idx="22180">
                  <c:v>6.2737499999999997</c:v>
                </c:pt>
                <c:pt idx="22181">
                  <c:v>6.2740499999999999</c:v>
                </c:pt>
                <c:pt idx="22182">
                  <c:v>6.2743599999999997</c:v>
                </c:pt>
                <c:pt idx="22183">
                  <c:v>6.2746599999999999</c:v>
                </c:pt>
                <c:pt idx="22184">
                  <c:v>6.2749699999999997</c:v>
                </c:pt>
                <c:pt idx="22185">
                  <c:v>6.2752800000000004</c:v>
                </c:pt>
                <c:pt idx="22186">
                  <c:v>6.2755799999999997</c:v>
                </c:pt>
                <c:pt idx="22187">
                  <c:v>6.2758900000000004</c:v>
                </c:pt>
                <c:pt idx="22188">
                  <c:v>6.2761899999999997</c:v>
                </c:pt>
                <c:pt idx="22189">
                  <c:v>6.2765000000000004</c:v>
                </c:pt>
                <c:pt idx="22190">
                  <c:v>6.2767999999999997</c:v>
                </c:pt>
                <c:pt idx="22191">
                  <c:v>6.2771100000000004</c:v>
                </c:pt>
                <c:pt idx="22192">
                  <c:v>6.2774099999999997</c:v>
                </c:pt>
                <c:pt idx="22193">
                  <c:v>6.2777200000000004</c:v>
                </c:pt>
                <c:pt idx="22194">
                  <c:v>6.2780199999999997</c:v>
                </c:pt>
                <c:pt idx="22195">
                  <c:v>6.2783300000000004</c:v>
                </c:pt>
                <c:pt idx="22196">
                  <c:v>6.2786400000000002</c:v>
                </c:pt>
                <c:pt idx="22197">
                  <c:v>6.2789400000000004</c:v>
                </c:pt>
                <c:pt idx="22198">
                  <c:v>6.2792500000000002</c:v>
                </c:pt>
                <c:pt idx="22199">
                  <c:v>6.2795500000000004</c:v>
                </c:pt>
                <c:pt idx="22200">
                  <c:v>6.2798600000000002</c:v>
                </c:pt>
                <c:pt idx="22201">
                  <c:v>6.2801600000000004</c:v>
                </c:pt>
                <c:pt idx="22202">
                  <c:v>6.2804700000000002</c:v>
                </c:pt>
                <c:pt idx="22203">
                  <c:v>6.2807700000000004</c:v>
                </c:pt>
                <c:pt idx="22204">
                  <c:v>6.2810800000000002</c:v>
                </c:pt>
                <c:pt idx="22205">
                  <c:v>6.2813800000000004</c:v>
                </c:pt>
                <c:pt idx="22206">
                  <c:v>6.2816900000000002</c:v>
                </c:pt>
                <c:pt idx="22207">
                  <c:v>6.2819900000000004</c:v>
                </c:pt>
                <c:pt idx="22208">
                  <c:v>6.2823000000000002</c:v>
                </c:pt>
                <c:pt idx="22209">
                  <c:v>6.28261</c:v>
                </c:pt>
                <c:pt idx="22210">
                  <c:v>6.2829100000000002</c:v>
                </c:pt>
                <c:pt idx="22211">
                  <c:v>6.28322</c:v>
                </c:pt>
                <c:pt idx="22212">
                  <c:v>6.2835200000000002</c:v>
                </c:pt>
                <c:pt idx="22213">
                  <c:v>6.28383</c:v>
                </c:pt>
                <c:pt idx="22214">
                  <c:v>6.2841300000000002</c:v>
                </c:pt>
                <c:pt idx="22215">
                  <c:v>6.28444</c:v>
                </c:pt>
                <c:pt idx="22216">
                  <c:v>6.2847400000000002</c:v>
                </c:pt>
                <c:pt idx="22217">
                  <c:v>6.28505</c:v>
                </c:pt>
                <c:pt idx="22218">
                  <c:v>6.2853500000000002</c:v>
                </c:pt>
                <c:pt idx="22219">
                  <c:v>6.28566</c:v>
                </c:pt>
                <c:pt idx="22220">
                  <c:v>6.2859600000000002</c:v>
                </c:pt>
                <c:pt idx="22221">
                  <c:v>6.28627</c:v>
                </c:pt>
                <c:pt idx="22222">
                  <c:v>6.2865799999999998</c:v>
                </c:pt>
                <c:pt idx="22223">
                  <c:v>6.28688</c:v>
                </c:pt>
                <c:pt idx="22224">
                  <c:v>6.2871899999999998</c:v>
                </c:pt>
                <c:pt idx="22225">
                  <c:v>6.28749</c:v>
                </c:pt>
                <c:pt idx="22226">
                  <c:v>6.2877999999999998</c:v>
                </c:pt>
                <c:pt idx="22227">
                  <c:v>6.2881</c:v>
                </c:pt>
                <c:pt idx="22228">
                  <c:v>6.2884099999999998</c:v>
                </c:pt>
                <c:pt idx="22229">
                  <c:v>6.28871</c:v>
                </c:pt>
                <c:pt idx="22230">
                  <c:v>6.2890199999999998</c:v>
                </c:pt>
                <c:pt idx="22231">
                  <c:v>6.28932</c:v>
                </c:pt>
                <c:pt idx="22232">
                  <c:v>6.2896299999999998</c:v>
                </c:pt>
                <c:pt idx="22233">
                  <c:v>6.28993</c:v>
                </c:pt>
                <c:pt idx="22234">
                  <c:v>6.2902399999999998</c:v>
                </c:pt>
                <c:pt idx="22235">
                  <c:v>6.2905499999999996</c:v>
                </c:pt>
                <c:pt idx="22236">
                  <c:v>6.2908499999999998</c:v>
                </c:pt>
                <c:pt idx="22237">
                  <c:v>6.2911599999999996</c:v>
                </c:pt>
                <c:pt idx="22238">
                  <c:v>6.2914599999999998</c:v>
                </c:pt>
                <c:pt idx="22239">
                  <c:v>6.2917699999999996</c:v>
                </c:pt>
                <c:pt idx="22240">
                  <c:v>6.2920699999999998</c:v>
                </c:pt>
                <c:pt idx="22241">
                  <c:v>6.2923799999999996</c:v>
                </c:pt>
                <c:pt idx="22242">
                  <c:v>6.2926799999999998</c:v>
                </c:pt>
                <c:pt idx="22243">
                  <c:v>6.2929899999999996</c:v>
                </c:pt>
                <c:pt idx="22244">
                  <c:v>6.2932899999999998</c:v>
                </c:pt>
                <c:pt idx="22245">
                  <c:v>6.2935999999999996</c:v>
                </c:pt>
                <c:pt idx="22246">
                  <c:v>6.2938999999999998</c:v>
                </c:pt>
                <c:pt idx="22247">
                  <c:v>6.2942099999999996</c:v>
                </c:pt>
                <c:pt idx="22248">
                  <c:v>6.2945200000000003</c:v>
                </c:pt>
                <c:pt idx="22249">
                  <c:v>6.2948199999999996</c:v>
                </c:pt>
                <c:pt idx="22250">
                  <c:v>6.2951300000000003</c:v>
                </c:pt>
                <c:pt idx="22251">
                  <c:v>6.2954299999999996</c:v>
                </c:pt>
                <c:pt idx="22252">
                  <c:v>6.2957400000000003</c:v>
                </c:pt>
                <c:pt idx="22253">
                  <c:v>6.2960399999999996</c:v>
                </c:pt>
                <c:pt idx="22254">
                  <c:v>6.2963500000000003</c:v>
                </c:pt>
                <c:pt idx="22255">
                  <c:v>6.2966499999999996</c:v>
                </c:pt>
                <c:pt idx="22256">
                  <c:v>6.2969600000000003</c:v>
                </c:pt>
                <c:pt idx="22257">
                  <c:v>6.2972599999999996</c:v>
                </c:pt>
                <c:pt idx="22258">
                  <c:v>6.2975700000000003</c:v>
                </c:pt>
                <c:pt idx="22259">
                  <c:v>6.2978800000000001</c:v>
                </c:pt>
                <c:pt idx="22260">
                  <c:v>6.2981800000000003</c:v>
                </c:pt>
                <c:pt idx="22261">
                  <c:v>6.2984900000000001</c:v>
                </c:pt>
                <c:pt idx="22262">
                  <c:v>6.2987900000000003</c:v>
                </c:pt>
                <c:pt idx="22263">
                  <c:v>6.2991000000000001</c:v>
                </c:pt>
                <c:pt idx="22264">
                  <c:v>6.2994000000000003</c:v>
                </c:pt>
                <c:pt idx="22265">
                  <c:v>6.2997100000000001</c:v>
                </c:pt>
                <c:pt idx="22266">
                  <c:v>6.3000100000000003</c:v>
                </c:pt>
                <c:pt idx="22267">
                  <c:v>6.3003200000000001</c:v>
                </c:pt>
                <c:pt idx="22268">
                  <c:v>6.3006200000000003</c:v>
                </c:pt>
                <c:pt idx="22269">
                  <c:v>6.3009300000000001</c:v>
                </c:pt>
                <c:pt idx="22270">
                  <c:v>6.3012300000000003</c:v>
                </c:pt>
                <c:pt idx="22271">
                  <c:v>6.3015400000000001</c:v>
                </c:pt>
                <c:pt idx="22272">
                  <c:v>6.30185</c:v>
                </c:pt>
                <c:pt idx="22273">
                  <c:v>6.3021500000000001</c:v>
                </c:pt>
                <c:pt idx="22274">
                  <c:v>6.30246</c:v>
                </c:pt>
                <c:pt idx="22275">
                  <c:v>6.3027600000000001</c:v>
                </c:pt>
                <c:pt idx="22276">
                  <c:v>6.30307</c:v>
                </c:pt>
                <c:pt idx="22277">
                  <c:v>6.3033700000000001</c:v>
                </c:pt>
                <c:pt idx="22278">
                  <c:v>6.3036799999999999</c:v>
                </c:pt>
                <c:pt idx="22279">
                  <c:v>6.3039800000000001</c:v>
                </c:pt>
                <c:pt idx="22280">
                  <c:v>6.3042899999999999</c:v>
                </c:pt>
                <c:pt idx="22281">
                  <c:v>6.3045900000000001</c:v>
                </c:pt>
                <c:pt idx="22282">
                  <c:v>6.3048999999999999</c:v>
                </c:pt>
                <c:pt idx="22283">
                  <c:v>6.3052000000000001</c:v>
                </c:pt>
                <c:pt idx="22284">
                  <c:v>6.3055099999999999</c:v>
                </c:pt>
                <c:pt idx="22285">
                  <c:v>6.3058199999999998</c:v>
                </c:pt>
                <c:pt idx="22286">
                  <c:v>6.3061199999999999</c:v>
                </c:pt>
                <c:pt idx="22287">
                  <c:v>6.3064299999999998</c:v>
                </c:pt>
                <c:pt idx="22288">
                  <c:v>6.3067299999999999</c:v>
                </c:pt>
                <c:pt idx="22289">
                  <c:v>6.3070399999999998</c:v>
                </c:pt>
                <c:pt idx="22290">
                  <c:v>6.3073399999999999</c:v>
                </c:pt>
                <c:pt idx="22291">
                  <c:v>6.3076499999999998</c:v>
                </c:pt>
                <c:pt idx="22292">
                  <c:v>6.3079499999999999</c:v>
                </c:pt>
                <c:pt idx="22293">
                  <c:v>6.3082599999999998</c:v>
                </c:pt>
                <c:pt idx="22294">
                  <c:v>6.3085599999999999</c:v>
                </c:pt>
                <c:pt idx="22295">
                  <c:v>6.3088699999999998</c:v>
                </c:pt>
                <c:pt idx="22296">
                  <c:v>6.3091699999999999</c:v>
                </c:pt>
                <c:pt idx="22297">
                  <c:v>6.3094799999999998</c:v>
                </c:pt>
                <c:pt idx="22298">
                  <c:v>6.3097899999999996</c:v>
                </c:pt>
                <c:pt idx="22299">
                  <c:v>6.3100899999999998</c:v>
                </c:pt>
                <c:pt idx="22300">
                  <c:v>6.3103999999999996</c:v>
                </c:pt>
                <c:pt idx="22301">
                  <c:v>6.3106999999999998</c:v>
                </c:pt>
                <c:pt idx="22302">
                  <c:v>6.3110099999999996</c:v>
                </c:pt>
                <c:pt idx="22303">
                  <c:v>6.3113099999999998</c:v>
                </c:pt>
                <c:pt idx="22304">
                  <c:v>6.3116199999999996</c:v>
                </c:pt>
                <c:pt idx="22305">
                  <c:v>6.3119199999999998</c:v>
                </c:pt>
                <c:pt idx="22306">
                  <c:v>6.3122299999999996</c:v>
                </c:pt>
                <c:pt idx="22307">
                  <c:v>6.3125299999999998</c:v>
                </c:pt>
                <c:pt idx="22308">
                  <c:v>6.3128399999999996</c:v>
                </c:pt>
                <c:pt idx="22309">
                  <c:v>6.3131500000000003</c:v>
                </c:pt>
                <c:pt idx="22310">
                  <c:v>6.3134499999999996</c:v>
                </c:pt>
                <c:pt idx="22311">
                  <c:v>6.3137600000000003</c:v>
                </c:pt>
                <c:pt idx="22312">
                  <c:v>6.3140599999999996</c:v>
                </c:pt>
                <c:pt idx="22313">
                  <c:v>6.3143700000000003</c:v>
                </c:pt>
                <c:pt idx="22314">
                  <c:v>6.3146699999999996</c:v>
                </c:pt>
                <c:pt idx="22315">
                  <c:v>6.3149800000000003</c:v>
                </c:pt>
                <c:pt idx="22316">
                  <c:v>6.3152799999999996</c:v>
                </c:pt>
                <c:pt idx="22317">
                  <c:v>6.3155900000000003</c:v>
                </c:pt>
                <c:pt idx="22318">
                  <c:v>6.3158899999999996</c:v>
                </c:pt>
                <c:pt idx="22319">
                  <c:v>6.3162000000000003</c:v>
                </c:pt>
                <c:pt idx="22320">
                  <c:v>6.3164999999999996</c:v>
                </c:pt>
                <c:pt idx="22321">
                  <c:v>6.3168100000000003</c:v>
                </c:pt>
                <c:pt idx="22322">
                  <c:v>6.3171200000000001</c:v>
                </c:pt>
                <c:pt idx="22323">
                  <c:v>6.3174200000000003</c:v>
                </c:pt>
                <c:pt idx="22324">
                  <c:v>6.3177300000000001</c:v>
                </c:pt>
                <c:pt idx="22325">
                  <c:v>6.3180300000000003</c:v>
                </c:pt>
                <c:pt idx="22326">
                  <c:v>6.3183400000000001</c:v>
                </c:pt>
                <c:pt idx="22327">
                  <c:v>6.3186400000000003</c:v>
                </c:pt>
                <c:pt idx="22328">
                  <c:v>6.3189500000000001</c:v>
                </c:pt>
                <c:pt idx="22329">
                  <c:v>6.3192500000000003</c:v>
                </c:pt>
                <c:pt idx="22330">
                  <c:v>6.3195600000000001</c:v>
                </c:pt>
                <c:pt idx="22331">
                  <c:v>6.3198600000000003</c:v>
                </c:pt>
                <c:pt idx="22332">
                  <c:v>6.3201700000000001</c:v>
                </c:pt>
                <c:pt idx="22333">
                  <c:v>6.3204700000000003</c:v>
                </c:pt>
                <c:pt idx="22334">
                  <c:v>6.3207800000000001</c:v>
                </c:pt>
                <c:pt idx="22335">
                  <c:v>6.3210899999999999</c:v>
                </c:pt>
                <c:pt idx="22336">
                  <c:v>6.3213900000000001</c:v>
                </c:pt>
                <c:pt idx="22337">
                  <c:v>6.3216999999999999</c:v>
                </c:pt>
                <c:pt idx="22338">
                  <c:v>6.3220000000000001</c:v>
                </c:pt>
                <c:pt idx="22339">
                  <c:v>6.3223099999999999</c:v>
                </c:pt>
                <c:pt idx="22340">
                  <c:v>6.3226100000000001</c:v>
                </c:pt>
                <c:pt idx="22341">
                  <c:v>6.3229199999999999</c:v>
                </c:pt>
                <c:pt idx="22342">
                  <c:v>6.3232200000000001</c:v>
                </c:pt>
                <c:pt idx="22343">
                  <c:v>6.3235299999999999</c:v>
                </c:pt>
                <c:pt idx="22344">
                  <c:v>6.3238300000000001</c:v>
                </c:pt>
                <c:pt idx="22345">
                  <c:v>6.3241399999999999</c:v>
                </c:pt>
                <c:pt idx="22346">
                  <c:v>6.3244400000000001</c:v>
                </c:pt>
                <c:pt idx="22347">
                  <c:v>6.3247499999999999</c:v>
                </c:pt>
                <c:pt idx="22348">
                  <c:v>6.3250599999999997</c:v>
                </c:pt>
                <c:pt idx="22349">
                  <c:v>6.3253599999999999</c:v>
                </c:pt>
                <c:pt idx="22350">
                  <c:v>6.3256699999999997</c:v>
                </c:pt>
                <c:pt idx="22351">
                  <c:v>6.3259699999999999</c:v>
                </c:pt>
                <c:pt idx="22352">
                  <c:v>6.3262799999999997</c:v>
                </c:pt>
                <c:pt idx="22353">
                  <c:v>6.3265799999999999</c:v>
                </c:pt>
                <c:pt idx="22354">
                  <c:v>6.3268899999999997</c:v>
                </c:pt>
                <c:pt idx="22355">
                  <c:v>6.3271899999999999</c:v>
                </c:pt>
                <c:pt idx="22356">
                  <c:v>6.3274999999999997</c:v>
                </c:pt>
                <c:pt idx="22357">
                  <c:v>6.3277999999999999</c:v>
                </c:pt>
                <c:pt idx="22358">
                  <c:v>6.3281099999999997</c:v>
                </c:pt>
                <c:pt idx="22359">
                  <c:v>6.3284099999999999</c:v>
                </c:pt>
                <c:pt idx="22360">
                  <c:v>6.3287199999999997</c:v>
                </c:pt>
                <c:pt idx="22361">
                  <c:v>6.3290300000000004</c:v>
                </c:pt>
                <c:pt idx="22362">
                  <c:v>6.3293299999999997</c:v>
                </c:pt>
                <c:pt idx="22363">
                  <c:v>6.3296400000000004</c:v>
                </c:pt>
                <c:pt idx="22364">
                  <c:v>6.3299399999999997</c:v>
                </c:pt>
                <c:pt idx="22365">
                  <c:v>6.3302500000000004</c:v>
                </c:pt>
                <c:pt idx="22366">
                  <c:v>6.3305499999999997</c:v>
                </c:pt>
                <c:pt idx="22367">
                  <c:v>6.3308600000000004</c:v>
                </c:pt>
                <c:pt idx="22368">
                  <c:v>6.3311599999999997</c:v>
                </c:pt>
                <c:pt idx="22369">
                  <c:v>6.3314700000000004</c:v>
                </c:pt>
                <c:pt idx="22370">
                  <c:v>6.3317699999999997</c:v>
                </c:pt>
                <c:pt idx="22371">
                  <c:v>6.3320800000000004</c:v>
                </c:pt>
                <c:pt idx="22372">
                  <c:v>6.3323900000000002</c:v>
                </c:pt>
                <c:pt idx="22373">
                  <c:v>6.3326900000000004</c:v>
                </c:pt>
                <c:pt idx="22374">
                  <c:v>6.3330000000000002</c:v>
                </c:pt>
                <c:pt idx="22375">
                  <c:v>6.3333000000000004</c:v>
                </c:pt>
                <c:pt idx="22376">
                  <c:v>6.3336100000000002</c:v>
                </c:pt>
                <c:pt idx="22377">
                  <c:v>6.3339100000000004</c:v>
                </c:pt>
                <c:pt idx="22378">
                  <c:v>6.3342200000000002</c:v>
                </c:pt>
                <c:pt idx="22379">
                  <c:v>6.3345200000000004</c:v>
                </c:pt>
                <c:pt idx="22380">
                  <c:v>6.3348300000000002</c:v>
                </c:pt>
                <c:pt idx="22381">
                  <c:v>6.3351300000000004</c:v>
                </c:pt>
                <c:pt idx="22382">
                  <c:v>6.3354400000000002</c:v>
                </c:pt>
                <c:pt idx="22383">
                  <c:v>6.3357400000000004</c:v>
                </c:pt>
                <c:pt idx="22384">
                  <c:v>6.3360500000000002</c:v>
                </c:pt>
                <c:pt idx="22385">
                  <c:v>6.33636</c:v>
                </c:pt>
                <c:pt idx="22386">
                  <c:v>6.3366600000000002</c:v>
                </c:pt>
                <c:pt idx="22387">
                  <c:v>6.33697</c:v>
                </c:pt>
                <c:pt idx="22388">
                  <c:v>6.3372700000000002</c:v>
                </c:pt>
                <c:pt idx="22389">
                  <c:v>6.33758</c:v>
                </c:pt>
                <c:pt idx="22390">
                  <c:v>6.3378800000000002</c:v>
                </c:pt>
                <c:pt idx="22391">
                  <c:v>6.33819</c:v>
                </c:pt>
                <c:pt idx="22392">
                  <c:v>6.3384900000000002</c:v>
                </c:pt>
                <c:pt idx="22393">
                  <c:v>6.3388</c:v>
                </c:pt>
                <c:pt idx="22394">
                  <c:v>6.3391000000000002</c:v>
                </c:pt>
                <c:pt idx="22395">
                  <c:v>6.33941</c:v>
                </c:pt>
                <c:pt idx="22396">
                  <c:v>6.3397100000000002</c:v>
                </c:pt>
                <c:pt idx="22397">
                  <c:v>6.34002</c:v>
                </c:pt>
                <c:pt idx="22398">
                  <c:v>6.3403299999999998</c:v>
                </c:pt>
                <c:pt idx="22399">
                  <c:v>6.34063</c:v>
                </c:pt>
                <c:pt idx="22400">
                  <c:v>6.3409399999999998</c:v>
                </c:pt>
                <c:pt idx="22401">
                  <c:v>6.34124</c:v>
                </c:pt>
                <c:pt idx="22402">
                  <c:v>6.3415499999999998</c:v>
                </c:pt>
                <c:pt idx="22403">
                  <c:v>6.34185</c:v>
                </c:pt>
                <c:pt idx="22404">
                  <c:v>6.3421599999999998</c:v>
                </c:pt>
                <c:pt idx="22405">
                  <c:v>6.34246</c:v>
                </c:pt>
                <c:pt idx="22406">
                  <c:v>6.3427699999999998</c:v>
                </c:pt>
                <c:pt idx="22407">
                  <c:v>6.34307</c:v>
                </c:pt>
                <c:pt idx="22408">
                  <c:v>6.3433799999999998</c:v>
                </c:pt>
                <c:pt idx="22409">
                  <c:v>6.34368</c:v>
                </c:pt>
                <c:pt idx="22410">
                  <c:v>6.3439899999999998</c:v>
                </c:pt>
                <c:pt idx="22411">
                  <c:v>6.3442999999999996</c:v>
                </c:pt>
                <c:pt idx="22412">
                  <c:v>6.3445999999999998</c:v>
                </c:pt>
                <c:pt idx="22413">
                  <c:v>6.3449099999999996</c:v>
                </c:pt>
                <c:pt idx="22414">
                  <c:v>6.3452099999999998</c:v>
                </c:pt>
                <c:pt idx="22415">
                  <c:v>6.3455199999999996</c:v>
                </c:pt>
                <c:pt idx="22416">
                  <c:v>6.3458199999999998</c:v>
                </c:pt>
                <c:pt idx="22417">
                  <c:v>6.3461299999999996</c:v>
                </c:pt>
                <c:pt idx="22418">
                  <c:v>6.3464299999999998</c:v>
                </c:pt>
                <c:pt idx="22419">
                  <c:v>6.3467399999999996</c:v>
                </c:pt>
                <c:pt idx="22420">
                  <c:v>6.3470399999999998</c:v>
                </c:pt>
                <c:pt idx="22421">
                  <c:v>6.3473499999999996</c:v>
                </c:pt>
                <c:pt idx="22422">
                  <c:v>6.3476499999999998</c:v>
                </c:pt>
                <c:pt idx="22423">
                  <c:v>6.3479599999999996</c:v>
                </c:pt>
                <c:pt idx="22424">
                  <c:v>6.3482700000000003</c:v>
                </c:pt>
                <c:pt idx="22425">
                  <c:v>6.3485699999999996</c:v>
                </c:pt>
                <c:pt idx="22426">
                  <c:v>6.3488800000000003</c:v>
                </c:pt>
                <c:pt idx="22427">
                  <c:v>6.3491799999999996</c:v>
                </c:pt>
                <c:pt idx="22428">
                  <c:v>6.3494900000000003</c:v>
                </c:pt>
                <c:pt idx="22429">
                  <c:v>6.3497899999999996</c:v>
                </c:pt>
                <c:pt idx="22430">
                  <c:v>6.3501000000000003</c:v>
                </c:pt>
                <c:pt idx="22431">
                  <c:v>6.3503999999999996</c:v>
                </c:pt>
                <c:pt idx="22432">
                  <c:v>6.3507100000000003</c:v>
                </c:pt>
                <c:pt idx="22433">
                  <c:v>6.3510099999999996</c:v>
                </c:pt>
                <c:pt idx="22434">
                  <c:v>6.3513200000000003</c:v>
                </c:pt>
                <c:pt idx="22435">
                  <c:v>6.3516300000000001</c:v>
                </c:pt>
                <c:pt idx="22436">
                  <c:v>6.3519300000000003</c:v>
                </c:pt>
                <c:pt idx="22437">
                  <c:v>6.3522400000000001</c:v>
                </c:pt>
                <c:pt idx="22438">
                  <c:v>6.3525400000000003</c:v>
                </c:pt>
                <c:pt idx="22439">
                  <c:v>6.3528500000000001</c:v>
                </c:pt>
                <c:pt idx="22440">
                  <c:v>6.3531500000000003</c:v>
                </c:pt>
                <c:pt idx="22441">
                  <c:v>6.3534600000000001</c:v>
                </c:pt>
                <c:pt idx="22442">
                  <c:v>6.3537600000000003</c:v>
                </c:pt>
                <c:pt idx="22443">
                  <c:v>6.3540700000000001</c:v>
                </c:pt>
                <c:pt idx="22444">
                  <c:v>6.3543700000000003</c:v>
                </c:pt>
                <c:pt idx="22445">
                  <c:v>6.3546800000000001</c:v>
                </c:pt>
                <c:pt idx="22446">
                  <c:v>6.3549800000000003</c:v>
                </c:pt>
                <c:pt idx="22447">
                  <c:v>6.3552900000000001</c:v>
                </c:pt>
                <c:pt idx="22448">
                  <c:v>6.3555999999999999</c:v>
                </c:pt>
                <c:pt idx="22449">
                  <c:v>6.3559000000000001</c:v>
                </c:pt>
                <c:pt idx="22450">
                  <c:v>6.3562099999999999</c:v>
                </c:pt>
                <c:pt idx="22451">
                  <c:v>6.3565100000000001</c:v>
                </c:pt>
                <c:pt idx="22452">
                  <c:v>6.3568199999999999</c:v>
                </c:pt>
                <c:pt idx="22453">
                  <c:v>6.3571200000000001</c:v>
                </c:pt>
                <c:pt idx="22454">
                  <c:v>6.3574299999999999</c:v>
                </c:pt>
                <c:pt idx="22455">
                  <c:v>6.3577300000000001</c:v>
                </c:pt>
                <c:pt idx="22456">
                  <c:v>6.3580399999999999</c:v>
                </c:pt>
                <c:pt idx="22457">
                  <c:v>6.3583400000000001</c:v>
                </c:pt>
                <c:pt idx="22458">
                  <c:v>6.3586499999999999</c:v>
                </c:pt>
                <c:pt idx="22459">
                  <c:v>6.3589500000000001</c:v>
                </c:pt>
                <c:pt idx="22460">
                  <c:v>6.3592599999999999</c:v>
                </c:pt>
                <c:pt idx="22461">
                  <c:v>6.3595699999999997</c:v>
                </c:pt>
                <c:pt idx="22462">
                  <c:v>6.3598699999999999</c:v>
                </c:pt>
                <c:pt idx="22463">
                  <c:v>6.3601799999999997</c:v>
                </c:pt>
                <c:pt idx="22464">
                  <c:v>6.3604799999999999</c:v>
                </c:pt>
                <c:pt idx="22465">
                  <c:v>6.3607899999999997</c:v>
                </c:pt>
                <c:pt idx="22466">
                  <c:v>6.3610899999999999</c:v>
                </c:pt>
                <c:pt idx="22467">
                  <c:v>6.3613999999999997</c:v>
                </c:pt>
                <c:pt idx="22468">
                  <c:v>6.3616999999999999</c:v>
                </c:pt>
                <c:pt idx="22469">
                  <c:v>6.3620099999999997</c:v>
                </c:pt>
                <c:pt idx="22470">
                  <c:v>6.3623099999999999</c:v>
                </c:pt>
                <c:pt idx="22471">
                  <c:v>6.3626199999999997</c:v>
                </c:pt>
                <c:pt idx="22472">
                  <c:v>6.3629199999999999</c:v>
                </c:pt>
                <c:pt idx="22473">
                  <c:v>6.3632299999999997</c:v>
                </c:pt>
                <c:pt idx="22474">
                  <c:v>6.3635400000000004</c:v>
                </c:pt>
                <c:pt idx="22475">
                  <c:v>6.3638399999999997</c:v>
                </c:pt>
                <c:pt idx="22476">
                  <c:v>6.3641500000000004</c:v>
                </c:pt>
                <c:pt idx="22477">
                  <c:v>6.3644499999999997</c:v>
                </c:pt>
                <c:pt idx="22478">
                  <c:v>6.3647600000000004</c:v>
                </c:pt>
                <c:pt idx="22479">
                  <c:v>6.3650599999999997</c:v>
                </c:pt>
                <c:pt idx="22480">
                  <c:v>6.3653700000000004</c:v>
                </c:pt>
                <c:pt idx="22481">
                  <c:v>6.3656699999999997</c:v>
                </c:pt>
                <c:pt idx="22482">
                  <c:v>6.3659800000000004</c:v>
                </c:pt>
                <c:pt idx="22483">
                  <c:v>6.3662799999999997</c:v>
                </c:pt>
                <c:pt idx="22484">
                  <c:v>6.3665900000000004</c:v>
                </c:pt>
                <c:pt idx="22485">
                  <c:v>6.3669000000000002</c:v>
                </c:pt>
                <c:pt idx="22486">
                  <c:v>6.3672000000000004</c:v>
                </c:pt>
                <c:pt idx="22487">
                  <c:v>6.3675100000000002</c:v>
                </c:pt>
                <c:pt idx="22488">
                  <c:v>6.3678100000000004</c:v>
                </c:pt>
                <c:pt idx="22489">
                  <c:v>6.3681200000000002</c:v>
                </c:pt>
                <c:pt idx="22490">
                  <c:v>6.3684200000000004</c:v>
                </c:pt>
                <c:pt idx="22491">
                  <c:v>6.3687300000000002</c:v>
                </c:pt>
                <c:pt idx="22492">
                  <c:v>6.3690300000000004</c:v>
                </c:pt>
                <c:pt idx="22493">
                  <c:v>6.3693400000000002</c:v>
                </c:pt>
                <c:pt idx="22494">
                  <c:v>6.3696400000000004</c:v>
                </c:pt>
                <c:pt idx="22495">
                  <c:v>6.3699500000000002</c:v>
                </c:pt>
                <c:pt idx="22496">
                  <c:v>6.3702500000000004</c:v>
                </c:pt>
                <c:pt idx="22497">
                  <c:v>6.3705600000000002</c:v>
                </c:pt>
                <c:pt idx="22498">
                  <c:v>6.37087</c:v>
                </c:pt>
                <c:pt idx="22499">
                  <c:v>6.3711700000000002</c:v>
                </c:pt>
                <c:pt idx="22500">
                  <c:v>6.37148</c:v>
                </c:pt>
                <c:pt idx="22501">
                  <c:v>6.3717800000000002</c:v>
                </c:pt>
                <c:pt idx="22502">
                  <c:v>6.37209</c:v>
                </c:pt>
                <c:pt idx="22503">
                  <c:v>6.3723900000000002</c:v>
                </c:pt>
                <c:pt idx="22504">
                  <c:v>6.3727</c:v>
                </c:pt>
                <c:pt idx="22505">
                  <c:v>6.3730000000000002</c:v>
                </c:pt>
                <c:pt idx="22506">
                  <c:v>6.37331</c:v>
                </c:pt>
                <c:pt idx="22507">
                  <c:v>6.3736100000000002</c:v>
                </c:pt>
                <c:pt idx="22508">
                  <c:v>6.37392</c:v>
                </c:pt>
                <c:pt idx="22509">
                  <c:v>6.3742200000000002</c:v>
                </c:pt>
                <c:pt idx="22510">
                  <c:v>6.37453</c:v>
                </c:pt>
                <c:pt idx="22511">
                  <c:v>6.3748399999999998</c:v>
                </c:pt>
                <c:pt idx="22512">
                  <c:v>6.37514</c:v>
                </c:pt>
                <c:pt idx="22513">
                  <c:v>6.3754499999999998</c:v>
                </c:pt>
                <c:pt idx="22514">
                  <c:v>6.37575</c:v>
                </c:pt>
                <c:pt idx="22515">
                  <c:v>6.3760599999999998</c:v>
                </c:pt>
                <c:pt idx="22516">
                  <c:v>6.37636</c:v>
                </c:pt>
                <c:pt idx="22517">
                  <c:v>6.3766699999999998</c:v>
                </c:pt>
                <c:pt idx="22518">
                  <c:v>6.37697</c:v>
                </c:pt>
                <c:pt idx="22519">
                  <c:v>6.3772799999999998</c:v>
                </c:pt>
                <c:pt idx="22520">
                  <c:v>6.37758</c:v>
                </c:pt>
                <c:pt idx="22521">
                  <c:v>6.3778899999999998</c:v>
                </c:pt>
                <c:pt idx="22522">
                  <c:v>6.37819</c:v>
                </c:pt>
                <c:pt idx="22523">
                  <c:v>6.3784999999999998</c:v>
                </c:pt>
                <c:pt idx="22524">
                  <c:v>6.3788099999999996</c:v>
                </c:pt>
                <c:pt idx="22525">
                  <c:v>6.3791099999999998</c:v>
                </c:pt>
                <c:pt idx="22526">
                  <c:v>6.3794199999999996</c:v>
                </c:pt>
                <c:pt idx="22527">
                  <c:v>6.3797199999999998</c:v>
                </c:pt>
                <c:pt idx="22528">
                  <c:v>6.3800299999999996</c:v>
                </c:pt>
                <c:pt idx="22529">
                  <c:v>6.3803299999999998</c:v>
                </c:pt>
                <c:pt idx="22530">
                  <c:v>6.3806399999999996</c:v>
                </c:pt>
                <c:pt idx="22531">
                  <c:v>6.3809399999999998</c:v>
                </c:pt>
                <c:pt idx="22532">
                  <c:v>6.3812499999999996</c:v>
                </c:pt>
                <c:pt idx="22533">
                  <c:v>6.3815499999999998</c:v>
                </c:pt>
                <c:pt idx="22534">
                  <c:v>6.3818599999999996</c:v>
                </c:pt>
                <c:pt idx="22535">
                  <c:v>6.3821599999999998</c:v>
                </c:pt>
                <c:pt idx="22536">
                  <c:v>6.3824699999999996</c:v>
                </c:pt>
                <c:pt idx="22537">
                  <c:v>6.3827800000000003</c:v>
                </c:pt>
                <c:pt idx="22538">
                  <c:v>6.3830799999999996</c:v>
                </c:pt>
                <c:pt idx="22539">
                  <c:v>6.3833900000000003</c:v>
                </c:pt>
                <c:pt idx="22540">
                  <c:v>6.3836899999999996</c:v>
                </c:pt>
                <c:pt idx="22541">
                  <c:v>6.3840000000000003</c:v>
                </c:pt>
                <c:pt idx="22542">
                  <c:v>6.3842999999999996</c:v>
                </c:pt>
                <c:pt idx="22543">
                  <c:v>6.3846100000000003</c:v>
                </c:pt>
                <c:pt idx="22544">
                  <c:v>6.3849099999999996</c:v>
                </c:pt>
                <c:pt idx="22545">
                  <c:v>6.3852200000000003</c:v>
                </c:pt>
                <c:pt idx="22546">
                  <c:v>6.3855199999999996</c:v>
                </c:pt>
                <c:pt idx="22547">
                  <c:v>6.3858300000000003</c:v>
                </c:pt>
                <c:pt idx="22548">
                  <c:v>6.3861400000000001</c:v>
                </c:pt>
                <c:pt idx="22549">
                  <c:v>6.3864400000000003</c:v>
                </c:pt>
                <c:pt idx="22550">
                  <c:v>6.3867500000000001</c:v>
                </c:pt>
                <c:pt idx="22551">
                  <c:v>6.3870500000000003</c:v>
                </c:pt>
                <c:pt idx="22552">
                  <c:v>6.3873600000000001</c:v>
                </c:pt>
                <c:pt idx="22553">
                  <c:v>6.3876600000000003</c:v>
                </c:pt>
                <c:pt idx="22554">
                  <c:v>6.3879700000000001</c:v>
                </c:pt>
                <c:pt idx="22555">
                  <c:v>6.3882700000000003</c:v>
                </c:pt>
                <c:pt idx="22556">
                  <c:v>6.3885800000000001</c:v>
                </c:pt>
                <c:pt idx="22557">
                  <c:v>6.3888800000000003</c:v>
                </c:pt>
                <c:pt idx="22558">
                  <c:v>6.3891900000000001</c:v>
                </c:pt>
                <c:pt idx="22559">
                  <c:v>6.3894900000000003</c:v>
                </c:pt>
                <c:pt idx="22560">
                  <c:v>6.3898000000000001</c:v>
                </c:pt>
                <c:pt idx="22561">
                  <c:v>6.39011</c:v>
                </c:pt>
                <c:pt idx="22562">
                  <c:v>6.3904100000000001</c:v>
                </c:pt>
                <c:pt idx="22563">
                  <c:v>6.39072</c:v>
                </c:pt>
                <c:pt idx="22564">
                  <c:v>6.3910200000000001</c:v>
                </c:pt>
                <c:pt idx="22565">
                  <c:v>6.39133</c:v>
                </c:pt>
                <c:pt idx="22566">
                  <c:v>6.3916300000000001</c:v>
                </c:pt>
                <c:pt idx="22567">
                  <c:v>6.39194</c:v>
                </c:pt>
                <c:pt idx="22568">
                  <c:v>6.3922400000000001</c:v>
                </c:pt>
                <c:pt idx="22569">
                  <c:v>6.39255</c:v>
                </c:pt>
                <c:pt idx="22570">
                  <c:v>6.3928500000000001</c:v>
                </c:pt>
                <c:pt idx="22571">
                  <c:v>6.39316</c:v>
                </c:pt>
                <c:pt idx="22572">
                  <c:v>6.3934600000000001</c:v>
                </c:pt>
                <c:pt idx="22573">
                  <c:v>6.39377</c:v>
                </c:pt>
                <c:pt idx="22574">
                  <c:v>6.3940799999999998</c:v>
                </c:pt>
                <c:pt idx="22575">
                  <c:v>6.39438</c:v>
                </c:pt>
                <c:pt idx="22576">
                  <c:v>6.3946899999999998</c:v>
                </c:pt>
                <c:pt idx="22577">
                  <c:v>6.39499</c:v>
                </c:pt>
                <c:pt idx="22578">
                  <c:v>6.3952999999999998</c:v>
                </c:pt>
                <c:pt idx="22579">
                  <c:v>6.3956</c:v>
                </c:pt>
                <c:pt idx="22580">
                  <c:v>6.3959099999999998</c:v>
                </c:pt>
                <c:pt idx="22581">
                  <c:v>6.39621</c:v>
                </c:pt>
                <c:pt idx="22582">
                  <c:v>6.3965199999999998</c:v>
                </c:pt>
                <c:pt idx="22583">
                  <c:v>6.39682</c:v>
                </c:pt>
                <c:pt idx="22584">
                  <c:v>6.3971299999999998</c:v>
                </c:pt>
                <c:pt idx="22585">
                  <c:v>6.3974299999999999</c:v>
                </c:pt>
                <c:pt idx="22586">
                  <c:v>6.3977399999999998</c:v>
                </c:pt>
                <c:pt idx="22587">
                  <c:v>6.3980499999999996</c:v>
                </c:pt>
                <c:pt idx="22588">
                  <c:v>6.3983499999999998</c:v>
                </c:pt>
                <c:pt idx="22589">
                  <c:v>6.3986599999999996</c:v>
                </c:pt>
                <c:pt idx="22590">
                  <c:v>6.3989599999999998</c:v>
                </c:pt>
                <c:pt idx="22591">
                  <c:v>6.3992699999999996</c:v>
                </c:pt>
                <c:pt idx="22592">
                  <c:v>6.3995699999999998</c:v>
                </c:pt>
                <c:pt idx="22593">
                  <c:v>6.3998799999999996</c:v>
                </c:pt>
                <c:pt idx="22594">
                  <c:v>6.4001799999999998</c:v>
                </c:pt>
                <c:pt idx="22595">
                  <c:v>6.4004899999999996</c:v>
                </c:pt>
                <c:pt idx="22596">
                  <c:v>6.4007899999999998</c:v>
                </c:pt>
                <c:pt idx="22597">
                  <c:v>6.4010999999999996</c:v>
                </c:pt>
                <c:pt idx="22598">
                  <c:v>6.4013999999999998</c:v>
                </c:pt>
                <c:pt idx="22599">
                  <c:v>6.4017099999999996</c:v>
                </c:pt>
                <c:pt idx="22600">
                  <c:v>6.4020200000000003</c:v>
                </c:pt>
                <c:pt idx="22601">
                  <c:v>6.4023199999999996</c:v>
                </c:pt>
                <c:pt idx="22602">
                  <c:v>6.4026300000000003</c:v>
                </c:pt>
                <c:pt idx="22603">
                  <c:v>6.4029299999999996</c:v>
                </c:pt>
                <c:pt idx="22604">
                  <c:v>6.4032400000000003</c:v>
                </c:pt>
                <c:pt idx="22605">
                  <c:v>6.4035399999999996</c:v>
                </c:pt>
                <c:pt idx="22606">
                  <c:v>6.4038500000000003</c:v>
                </c:pt>
                <c:pt idx="22607">
                  <c:v>6.4041499999999996</c:v>
                </c:pt>
                <c:pt idx="22608">
                  <c:v>6.4044600000000003</c:v>
                </c:pt>
                <c:pt idx="22609">
                  <c:v>6.4047599999999996</c:v>
                </c:pt>
                <c:pt idx="22610">
                  <c:v>6.4050700000000003</c:v>
                </c:pt>
                <c:pt idx="22611">
                  <c:v>6.4053800000000001</c:v>
                </c:pt>
                <c:pt idx="22612">
                  <c:v>6.4056800000000003</c:v>
                </c:pt>
                <c:pt idx="22613">
                  <c:v>6.4059900000000001</c:v>
                </c:pt>
                <c:pt idx="22614">
                  <c:v>6.4062900000000003</c:v>
                </c:pt>
                <c:pt idx="22615">
                  <c:v>6.4066000000000001</c:v>
                </c:pt>
                <c:pt idx="22616">
                  <c:v>6.4069000000000003</c:v>
                </c:pt>
                <c:pt idx="22617">
                  <c:v>6.4072100000000001</c:v>
                </c:pt>
                <c:pt idx="22618">
                  <c:v>6.4075100000000003</c:v>
                </c:pt>
                <c:pt idx="22619">
                  <c:v>6.4078200000000001</c:v>
                </c:pt>
                <c:pt idx="22620">
                  <c:v>6.4081200000000003</c:v>
                </c:pt>
                <c:pt idx="22621">
                  <c:v>6.4084300000000001</c:v>
                </c:pt>
                <c:pt idx="22622">
                  <c:v>6.4087300000000003</c:v>
                </c:pt>
                <c:pt idx="22623">
                  <c:v>6.4090400000000001</c:v>
                </c:pt>
                <c:pt idx="22624">
                  <c:v>6.4093499999999999</c:v>
                </c:pt>
                <c:pt idx="22625">
                  <c:v>6.4096500000000001</c:v>
                </c:pt>
                <c:pt idx="22626">
                  <c:v>6.4099599999999999</c:v>
                </c:pt>
                <c:pt idx="22627">
                  <c:v>6.4102600000000001</c:v>
                </c:pt>
                <c:pt idx="22628">
                  <c:v>6.4105699999999999</c:v>
                </c:pt>
                <c:pt idx="22629">
                  <c:v>6.4108700000000001</c:v>
                </c:pt>
                <c:pt idx="22630">
                  <c:v>6.4111799999999999</c:v>
                </c:pt>
                <c:pt idx="22631">
                  <c:v>6.4114800000000001</c:v>
                </c:pt>
                <c:pt idx="22632">
                  <c:v>6.4117899999999999</c:v>
                </c:pt>
                <c:pt idx="22633">
                  <c:v>6.4120900000000001</c:v>
                </c:pt>
                <c:pt idx="22634">
                  <c:v>6.4123999999999999</c:v>
                </c:pt>
                <c:pt idx="22635">
                  <c:v>6.4127000000000001</c:v>
                </c:pt>
                <c:pt idx="22636">
                  <c:v>6.4130099999999999</c:v>
                </c:pt>
                <c:pt idx="22637">
                  <c:v>6.4133199999999997</c:v>
                </c:pt>
                <c:pt idx="22638">
                  <c:v>6.4136199999999999</c:v>
                </c:pt>
                <c:pt idx="22639">
                  <c:v>6.4139299999999997</c:v>
                </c:pt>
                <c:pt idx="22640">
                  <c:v>6.4142299999999999</c:v>
                </c:pt>
                <c:pt idx="22641">
                  <c:v>6.4145399999999997</c:v>
                </c:pt>
                <c:pt idx="22642">
                  <c:v>6.4148399999999999</c:v>
                </c:pt>
                <c:pt idx="22643">
                  <c:v>6.4151499999999997</c:v>
                </c:pt>
                <c:pt idx="22644">
                  <c:v>6.4154499999999999</c:v>
                </c:pt>
                <c:pt idx="22645">
                  <c:v>6.4157599999999997</c:v>
                </c:pt>
                <c:pt idx="22646">
                  <c:v>6.4160599999999999</c:v>
                </c:pt>
                <c:pt idx="22647">
                  <c:v>6.4163699999999997</c:v>
                </c:pt>
                <c:pt idx="22648">
                  <c:v>6.4166699999999999</c:v>
                </c:pt>
                <c:pt idx="22649">
                  <c:v>6.4169799999999997</c:v>
                </c:pt>
                <c:pt idx="22650">
                  <c:v>6.4172900000000004</c:v>
                </c:pt>
                <c:pt idx="22651">
                  <c:v>6.4175899999999997</c:v>
                </c:pt>
                <c:pt idx="22652">
                  <c:v>6.4179000000000004</c:v>
                </c:pt>
                <c:pt idx="22653">
                  <c:v>6.4181999999999997</c:v>
                </c:pt>
                <c:pt idx="22654">
                  <c:v>6.4185100000000004</c:v>
                </c:pt>
                <c:pt idx="22655">
                  <c:v>6.4188099999999997</c:v>
                </c:pt>
                <c:pt idx="22656">
                  <c:v>6.4191200000000004</c:v>
                </c:pt>
                <c:pt idx="22657">
                  <c:v>6.4194199999999997</c:v>
                </c:pt>
                <c:pt idx="22658">
                  <c:v>6.4197300000000004</c:v>
                </c:pt>
                <c:pt idx="22659">
                  <c:v>6.4200299999999997</c:v>
                </c:pt>
                <c:pt idx="22660">
                  <c:v>6.4203400000000004</c:v>
                </c:pt>
                <c:pt idx="22661">
                  <c:v>6.4206500000000002</c:v>
                </c:pt>
                <c:pt idx="22662">
                  <c:v>6.4209500000000004</c:v>
                </c:pt>
                <c:pt idx="22663">
                  <c:v>6.4212600000000002</c:v>
                </c:pt>
                <c:pt idx="22664">
                  <c:v>6.4215600000000004</c:v>
                </c:pt>
                <c:pt idx="22665">
                  <c:v>6.4218700000000002</c:v>
                </c:pt>
                <c:pt idx="22666">
                  <c:v>6.4221700000000004</c:v>
                </c:pt>
                <c:pt idx="22667">
                  <c:v>6.4224800000000002</c:v>
                </c:pt>
                <c:pt idx="22668">
                  <c:v>6.4227800000000004</c:v>
                </c:pt>
                <c:pt idx="22669">
                  <c:v>6.4230900000000002</c:v>
                </c:pt>
                <c:pt idx="22670">
                  <c:v>6.4233900000000004</c:v>
                </c:pt>
                <c:pt idx="22671">
                  <c:v>6.4237000000000002</c:v>
                </c:pt>
                <c:pt idx="22672">
                  <c:v>6.4240000000000004</c:v>
                </c:pt>
                <c:pt idx="22673">
                  <c:v>6.4243100000000002</c:v>
                </c:pt>
                <c:pt idx="22674">
                  <c:v>6.42462</c:v>
                </c:pt>
                <c:pt idx="22675">
                  <c:v>6.4249200000000002</c:v>
                </c:pt>
                <c:pt idx="22676">
                  <c:v>6.42523</c:v>
                </c:pt>
                <c:pt idx="22677">
                  <c:v>6.4255300000000002</c:v>
                </c:pt>
                <c:pt idx="22678">
                  <c:v>6.42584</c:v>
                </c:pt>
                <c:pt idx="22679">
                  <c:v>6.4261400000000002</c:v>
                </c:pt>
                <c:pt idx="22680">
                  <c:v>6.42645</c:v>
                </c:pt>
                <c:pt idx="22681">
                  <c:v>6.4267500000000002</c:v>
                </c:pt>
                <c:pt idx="22682">
                  <c:v>6.42706</c:v>
                </c:pt>
                <c:pt idx="22683">
                  <c:v>6.4273600000000002</c:v>
                </c:pt>
                <c:pt idx="22684">
                  <c:v>6.42767</c:v>
                </c:pt>
                <c:pt idx="22685">
                  <c:v>6.4279700000000002</c:v>
                </c:pt>
                <c:pt idx="22686">
                  <c:v>6.42828</c:v>
                </c:pt>
                <c:pt idx="22687">
                  <c:v>6.4285899999999998</c:v>
                </c:pt>
                <c:pt idx="22688">
                  <c:v>6.42889</c:v>
                </c:pt>
                <c:pt idx="22689">
                  <c:v>6.4291999999999998</c:v>
                </c:pt>
                <c:pt idx="22690">
                  <c:v>6.4295</c:v>
                </c:pt>
                <c:pt idx="22691">
                  <c:v>6.4298099999999998</c:v>
                </c:pt>
                <c:pt idx="22692">
                  <c:v>6.43011</c:v>
                </c:pt>
                <c:pt idx="22693">
                  <c:v>6.4304199999999998</c:v>
                </c:pt>
                <c:pt idx="22694">
                  <c:v>6.43072</c:v>
                </c:pt>
                <c:pt idx="22695">
                  <c:v>6.4310299999999998</c:v>
                </c:pt>
                <c:pt idx="22696">
                  <c:v>6.43133</c:v>
                </c:pt>
                <c:pt idx="22697">
                  <c:v>6.4316399999999998</c:v>
                </c:pt>
                <c:pt idx="22698">
                  <c:v>6.43194</c:v>
                </c:pt>
                <c:pt idx="22699">
                  <c:v>6.4322499999999998</c:v>
                </c:pt>
                <c:pt idx="22700">
                  <c:v>6.4325599999999996</c:v>
                </c:pt>
                <c:pt idx="22701">
                  <c:v>6.4328599999999998</c:v>
                </c:pt>
                <c:pt idx="22702">
                  <c:v>6.4331699999999996</c:v>
                </c:pt>
                <c:pt idx="22703">
                  <c:v>6.4334699999999998</c:v>
                </c:pt>
                <c:pt idx="22704">
                  <c:v>6.4337799999999996</c:v>
                </c:pt>
                <c:pt idx="22705">
                  <c:v>6.4340799999999998</c:v>
                </c:pt>
                <c:pt idx="22706">
                  <c:v>6.4343899999999996</c:v>
                </c:pt>
                <c:pt idx="22707">
                  <c:v>6.4346899999999998</c:v>
                </c:pt>
                <c:pt idx="22708">
                  <c:v>6.4349999999999996</c:v>
                </c:pt>
                <c:pt idx="22709">
                  <c:v>6.4352999999999998</c:v>
                </c:pt>
                <c:pt idx="22710">
                  <c:v>6.4356099999999996</c:v>
                </c:pt>
                <c:pt idx="22711">
                  <c:v>6.4359099999999998</c:v>
                </c:pt>
                <c:pt idx="22712">
                  <c:v>6.4362199999999996</c:v>
                </c:pt>
                <c:pt idx="22713">
                  <c:v>6.4365300000000003</c:v>
                </c:pt>
                <c:pt idx="22714">
                  <c:v>6.4368299999999996</c:v>
                </c:pt>
                <c:pt idx="22715">
                  <c:v>6.4371400000000003</c:v>
                </c:pt>
                <c:pt idx="22716">
                  <c:v>6.4374399999999996</c:v>
                </c:pt>
                <c:pt idx="22717">
                  <c:v>6.4377500000000003</c:v>
                </c:pt>
                <c:pt idx="22718">
                  <c:v>6.4380499999999996</c:v>
                </c:pt>
                <c:pt idx="22719">
                  <c:v>6.4383600000000003</c:v>
                </c:pt>
                <c:pt idx="22720">
                  <c:v>6.4386599999999996</c:v>
                </c:pt>
                <c:pt idx="22721">
                  <c:v>6.4389700000000003</c:v>
                </c:pt>
                <c:pt idx="22722">
                  <c:v>6.4392699999999996</c:v>
                </c:pt>
                <c:pt idx="22723">
                  <c:v>6.4395800000000003</c:v>
                </c:pt>
                <c:pt idx="22724">
                  <c:v>6.4398900000000001</c:v>
                </c:pt>
                <c:pt idx="22725">
                  <c:v>6.4401900000000003</c:v>
                </c:pt>
                <c:pt idx="22726">
                  <c:v>6.4405000000000001</c:v>
                </c:pt>
                <c:pt idx="22727">
                  <c:v>6.4408000000000003</c:v>
                </c:pt>
                <c:pt idx="22728">
                  <c:v>6.4411100000000001</c:v>
                </c:pt>
                <c:pt idx="22729">
                  <c:v>6.4414100000000003</c:v>
                </c:pt>
                <c:pt idx="22730">
                  <c:v>6.4417200000000001</c:v>
                </c:pt>
                <c:pt idx="22731">
                  <c:v>6.4420200000000003</c:v>
                </c:pt>
                <c:pt idx="22732">
                  <c:v>6.4423300000000001</c:v>
                </c:pt>
                <c:pt idx="22733">
                  <c:v>6.4426300000000003</c:v>
                </c:pt>
                <c:pt idx="22734">
                  <c:v>6.4429400000000001</c:v>
                </c:pt>
                <c:pt idx="22735">
                  <c:v>6.4432400000000003</c:v>
                </c:pt>
                <c:pt idx="22736">
                  <c:v>6.4435500000000001</c:v>
                </c:pt>
                <c:pt idx="22737">
                  <c:v>6.4438599999999999</c:v>
                </c:pt>
                <c:pt idx="22738">
                  <c:v>6.4441600000000001</c:v>
                </c:pt>
                <c:pt idx="22739">
                  <c:v>6.4444699999999999</c:v>
                </c:pt>
                <c:pt idx="22740">
                  <c:v>6.4447700000000001</c:v>
                </c:pt>
                <c:pt idx="22741">
                  <c:v>6.4450799999999999</c:v>
                </c:pt>
                <c:pt idx="22742">
                  <c:v>6.4453800000000001</c:v>
                </c:pt>
                <c:pt idx="22743">
                  <c:v>6.4456899999999999</c:v>
                </c:pt>
                <c:pt idx="22744">
                  <c:v>6.4459900000000001</c:v>
                </c:pt>
                <c:pt idx="22745">
                  <c:v>6.4462999999999999</c:v>
                </c:pt>
                <c:pt idx="22746">
                  <c:v>6.4466000000000001</c:v>
                </c:pt>
                <c:pt idx="22747">
                  <c:v>6.4469099999999999</c:v>
                </c:pt>
                <c:pt idx="22748">
                  <c:v>6.4472100000000001</c:v>
                </c:pt>
                <c:pt idx="22749">
                  <c:v>6.4475199999999999</c:v>
                </c:pt>
                <c:pt idx="22750">
                  <c:v>6.4478299999999997</c:v>
                </c:pt>
                <c:pt idx="22751">
                  <c:v>6.4481299999999999</c:v>
                </c:pt>
                <c:pt idx="22752">
                  <c:v>6.4484399999999997</c:v>
                </c:pt>
                <c:pt idx="22753">
                  <c:v>6.4487399999999999</c:v>
                </c:pt>
                <c:pt idx="22754">
                  <c:v>6.4490499999999997</c:v>
                </c:pt>
                <c:pt idx="22755">
                  <c:v>6.4493499999999999</c:v>
                </c:pt>
                <c:pt idx="22756">
                  <c:v>6.4496599999999997</c:v>
                </c:pt>
                <c:pt idx="22757">
                  <c:v>6.4499599999999999</c:v>
                </c:pt>
                <c:pt idx="22758">
                  <c:v>6.4502699999999997</c:v>
                </c:pt>
                <c:pt idx="22759">
                  <c:v>6.4505699999999999</c:v>
                </c:pt>
                <c:pt idx="22760">
                  <c:v>6.4508799999999997</c:v>
                </c:pt>
                <c:pt idx="22761">
                  <c:v>6.4511799999999999</c:v>
                </c:pt>
                <c:pt idx="22762">
                  <c:v>6.4514899999999997</c:v>
                </c:pt>
                <c:pt idx="22763">
                  <c:v>6.4518000000000004</c:v>
                </c:pt>
                <c:pt idx="22764">
                  <c:v>6.4520999999999997</c:v>
                </c:pt>
                <c:pt idx="22765">
                  <c:v>6.4524100000000004</c:v>
                </c:pt>
                <c:pt idx="22766">
                  <c:v>6.4527099999999997</c:v>
                </c:pt>
                <c:pt idx="22767">
                  <c:v>6.4530200000000004</c:v>
                </c:pt>
                <c:pt idx="22768">
                  <c:v>6.4533199999999997</c:v>
                </c:pt>
                <c:pt idx="22769">
                  <c:v>6.4536300000000004</c:v>
                </c:pt>
                <c:pt idx="22770">
                  <c:v>6.4539299999999997</c:v>
                </c:pt>
                <c:pt idx="22771">
                  <c:v>6.4542400000000004</c:v>
                </c:pt>
                <c:pt idx="22772">
                  <c:v>6.4545399999999997</c:v>
                </c:pt>
                <c:pt idx="22773">
                  <c:v>6.4548500000000004</c:v>
                </c:pt>
                <c:pt idx="22774">
                  <c:v>6.4551499999999997</c:v>
                </c:pt>
                <c:pt idx="22775">
                  <c:v>6.4554600000000004</c:v>
                </c:pt>
                <c:pt idx="22776">
                  <c:v>6.4557700000000002</c:v>
                </c:pt>
                <c:pt idx="22777">
                  <c:v>6.4560700000000004</c:v>
                </c:pt>
                <c:pt idx="22778">
                  <c:v>6.4563800000000002</c:v>
                </c:pt>
                <c:pt idx="22779">
                  <c:v>6.4566800000000004</c:v>
                </c:pt>
                <c:pt idx="22780">
                  <c:v>6.4569900000000002</c:v>
                </c:pt>
                <c:pt idx="22781">
                  <c:v>6.4572900000000004</c:v>
                </c:pt>
                <c:pt idx="22782">
                  <c:v>6.4576000000000002</c:v>
                </c:pt>
                <c:pt idx="22783">
                  <c:v>6.4579000000000004</c:v>
                </c:pt>
                <c:pt idx="22784">
                  <c:v>6.4582100000000002</c:v>
                </c:pt>
                <c:pt idx="22785">
                  <c:v>6.4585100000000004</c:v>
                </c:pt>
                <c:pt idx="22786">
                  <c:v>6.4588200000000002</c:v>
                </c:pt>
                <c:pt idx="22787">
                  <c:v>6.45913</c:v>
                </c:pt>
                <c:pt idx="22788">
                  <c:v>6.4594300000000002</c:v>
                </c:pt>
                <c:pt idx="22789">
                  <c:v>6.45974</c:v>
                </c:pt>
                <c:pt idx="22790">
                  <c:v>6.4600400000000002</c:v>
                </c:pt>
                <c:pt idx="22791">
                  <c:v>6.46035</c:v>
                </c:pt>
                <c:pt idx="22792">
                  <c:v>6.4606500000000002</c:v>
                </c:pt>
                <c:pt idx="22793">
                  <c:v>6.46096</c:v>
                </c:pt>
                <c:pt idx="22794">
                  <c:v>6.4612600000000002</c:v>
                </c:pt>
                <c:pt idx="22795">
                  <c:v>6.46157</c:v>
                </c:pt>
                <c:pt idx="22796">
                  <c:v>6.4618700000000002</c:v>
                </c:pt>
                <c:pt idx="22797">
                  <c:v>6.46218</c:v>
                </c:pt>
                <c:pt idx="22798">
                  <c:v>6.4624800000000002</c:v>
                </c:pt>
                <c:pt idx="22799">
                  <c:v>6.46279</c:v>
                </c:pt>
                <c:pt idx="22800">
                  <c:v>6.4630999999999998</c:v>
                </c:pt>
                <c:pt idx="22801">
                  <c:v>6.4634</c:v>
                </c:pt>
                <c:pt idx="22802">
                  <c:v>6.4637099999999998</c:v>
                </c:pt>
                <c:pt idx="22803">
                  <c:v>6.46401</c:v>
                </c:pt>
                <c:pt idx="22804">
                  <c:v>6.4643199999999998</c:v>
                </c:pt>
                <c:pt idx="22805">
                  <c:v>6.46462</c:v>
                </c:pt>
                <c:pt idx="22806">
                  <c:v>6.4649299999999998</c:v>
                </c:pt>
                <c:pt idx="22807">
                  <c:v>6.46523</c:v>
                </c:pt>
                <c:pt idx="22808">
                  <c:v>6.4655399999999998</c:v>
                </c:pt>
                <c:pt idx="22809">
                  <c:v>6.46584</c:v>
                </c:pt>
                <c:pt idx="22810">
                  <c:v>6.4661499999999998</c:v>
                </c:pt>
                <c:pt idx="22811">
                  <c:v>6.46645</c:v>
                </c:pt>
                <c:pt idx="22812">
                  <c:v>6.4667599999999998</c:v>
                </c:pt>
                <c:pt idx="22813">
                  <c:v>6.4670699999999997</c:v>
                </c:pt>
                <c:pt idx="22814">
                  <c:v>6.4673699999999998</c:v>
                </c:pt>
                <c:pt idx="22815">
                  <c:v>6.4676799999999997</c:v>
                </c:pt>
                <c:pt idx="22816">
                  <c:v>6.4679799999999998</c:v>
                </c:pt>
                <c:pt idx="22817">
                  <c:v>6.4682899999999997</c:v>
                </c:pt>
                <c:pt idx="22818">
                  <c:v>6.4685899999999998</c:v>
                </c:pt>
                <c:pt idx="22819">
                  <c:v>6.4688999999999997</c:v>
                </c:pt>
                <c:pt idx="22820">
                  <c:v>6.4691999999999998</c:v>
                </c:pt>
                <c:pt idx="22821">
                  <c:v>6.4695099999999996</c:v>
                </c:pt>
                <c:pt idx="22822">
                  <c:v>6.4698099999999998</c:v>
                </c:pt>
                <c:pt idx="22823">
                  <c:v>6.4701199999999996</c:v>
                </c:pt>
                <c:pt idx="22824">
                  <c:v>6.4704199999999998</c:v>
                </c:pt>
                <c:pt idx="22825">
                  <c:v>6.4707299999999996</c:v>
                </c:pt>
                <c:pt idx="22826">
                  <c:v>6.4710400000000003</c:v>
                </c:pt>
                <c:pt idx="22827">
                  <c:v>6.4713399999999996</c:v>
                </c:pt>
                <c:pt idx="22828">
                  <c:v>6.4716500000000003</c:v>
                </c:pt>
                <c:pt idx="22829">
                  <c:v>6.4719499999999996</c:v>
                </c:pt>
                <c:pt idx="22830">
                  <c:v>6.4722600000000003</c:v>
                </c:pt>
                <c:pt idx="22831">
                  <c:v>6.4725599999999996</c:v>
                </c:pt>
                <c:pt idx="22832">
                  <c:v>6.4728700000000003</c:v>
                </c:pt>
                <c:pt idx="22833">
                  <c:v>6.4731699999999996</c:v>
                </c:pt>
                <c:pt idx="22834">
                  <c:v>6.4734800000000003</c:v>
                </c:pt>
                <c:pt idx="22835">
                  <c:v>6.4737799999999996</c:v>
                </c:pt>
                <c:pt idx="22836">
                  <c:v>6.4740900000000003</c:v>
                </c:pt>
                <c:pt idx="22837">
                  <c:v>6.4743899999999996</c:v>
                </c:pt>
                <c:pt idx="22838">
                  <c:v>6.4747000000000003</c:v>
                </c:pt>
                <c:pt idx="22839">
                  <c:v>6.4750100000000002</c:v>
                </c:pt>
                <c:pt idx="22840">
                  <c:v>6.4753100000000003</c:v>
                </c:pt>
                <c:pt idx="22841">
                  <c:v>6.4756200000000002</c:v>
                </c:pt>
                <c:pt idx="22842">
                  <c:v>6.4759200000000003</c:v>
                </c:pt>
                <c:pt idx="22843">
                  <c:v>6.4762300000000002</c:v>
                </c:pt>
                <c:pt idx="22844">
                  <c:v>6.4765300000000003</c:v>
                </c:pt>
                <c:pt idx="22845">
                  <c:v>6.4768400000000002</c:v>
                </c:pt>
                <c:pt idx="22846">
                  <c:v>6.4771400000000003</c:v>
                </c:pt>
                <c:pt idx="22847">
                  <c:v>6.4774500000000002</c:v>
                </c:pt>
                <c:pt idx="22848">
                  <c:v>6.4777500000000003</c:v>
                </c:pt>
                <c:pt idx="22849">
                  <c:v>6.4780600000000002</c:v>
                </c:pt>
                <c:pt idx="22850">
                  <c:v>6.47837</c:v>
                </c:pt>
                <c:pt idx="22851">
                  <c:v>6.4786700000000002</c:v>
                </c:pt>
                <c:pt idx="22852">
                  <c:v>6.47898</c:v>
                </c:pt>
                <c:pt idx="22853">
                  <c:v>6.4792800000000002</c:v>
                </c:pt>
                <c:pt idx="22854">
                  <c:v>6.47959</c:v>
                </c:pt>
                <c:pt idx="22855">
                  <c:v>6.4798900000000001</c:v>
                </c:pt>
                <c:pt idx="22856">
                  <c:v>6.4802</c:v>
                </c:pt>
                <c:pt idx="22857">
                  <c:v>6.4805000000000001</c:v>
                </c:pt>
                <c:pt idx="22858">
                  <c:v>6.48081</c:v>
                </c:pt>
                <c:pt idx="22859">
                  <c:v>6.4811100000000001</c:v>
                </c:pt>
                <c:pt idx="22860">
                  <c:v>6.48142</c:v>
                </c:pt>
                <c:pt idx="22861">
                  <c:v>6.4817200000000001</c:v>
                </c:pt>
                <c:pt idx="22862">
                  <c:v>6.48203</c:v>
                </c:pt>
                <c:pt idx="22863">
                  <c:v>6.4823399999999998</c:v>
                </c:pt>
                <c:pt idx="22864">
                  <c:v>6.48264</c:v>
                </c:pt>
                <c:pt idx="22865">
                  <c:v>6.4829499999999998</c:v>
                </c:pt>
                <c:pt idx="22866">
                  <c:v>6.48325</c:v>
                </c:pt>
                <c:pt idx="22867">
                  <c:v>6.4835599999999998</c:v>
                </c:pt>
                <c:pt idx="22868">
                  <c:v>6.48386</c:v>
                </c:pt>
                <c:pt idx="22869">
                  <c:v>6.4841699999999998</c:v>
                </c:pt>
                <c:pt idx="22870">
                  <c:v>6.48447</c:v>
                </c:pt>
                <c:pt idx="22871">
                  <c:v>6.4847799999999998</c:v>
                </c:pt>
                <c:pt idx="22872">
                  <c:v>6.48508</c:v>
                </c:pt>
                <c:pt idx="22873">
                  <c:v>6.4853899999999998</c:v>
                </c:pt>
                <c:pt idx="22874">
                  <c:v>6.48569</c:v>
                </c:pt>
                <c:pt idx="22875">
                  <c:v>6.4859999999999998</c:v>
                </c:pt>
                <c:pt idx="22876">
                  <c:v>6.4863099999999996</c:v>
                </c:pt>
                <c:pt idx="22877">
                  <c:v>6.4866099999999998</c:v>
                </c:pt>
                <c:pt idx="22878">
                  <c:v>6.4869199999999996</c:v>
                </c:pt>
                <c:pt idx="22879">
                  <c:v>6.4872199999999998</c:v>
                </c:pt>
                <c:pt idx="22880">
                  <c:v>6.4875299999999996</c:v>
                </c:pt>
                <c:pt idx="22881">
                  <c:v>6.4878299999999998</c:v>
                </c:pt>
                <c:pt idx="22882">
                  <c:v>6.4881399999999996</c:v>
                </c:pt>
                <c:pt idx="22883">
                  <c:v>6.4884399999999998</c:v>
                </c:pt>
                <c:pt idx="22884">
                  <c:v>6.4887499999999996</c:v>
                </c:pt>
                <c:pt idx="22885">
                  <c:v>6.4890499999999998</c:v>
                </c:pt>
                <c:pt idx="22886">
                  <c:v>6.4893599999999996</c:v>
                </c:pt>
                <c:pt idx="22887">
                  <c:v>6.4896599999999998</c:v>
                </c:pt>
                <c:pt idx="22888">
                  <c:v>6.4899699999999996</c:v>
                </c:pt>
                <c:pt idx="22889">
                  <c:v>6.4902800000000003</c:v>
                </c:pt>
                <c:pt idx="22890">
                  <c:v>6.4905799999999996</c:v>
                </c:pt>
                <c:pt idx="22891">
                  <c:v>6.4908900000000003</c:v>
                </c:pt>
                <c:pt idx="22892">
                  <c:v>6.4911899999999996</c:v>
                </c:pt>
                <c:pt idx="22893">
                  <c:v>6.4915000000000003</c:v>
                </c:pt>
                <c:pt idx="22894">
                  <c:v>6.4917999999999996</c:v>
                </c:pt>
                <c:pt idx="22895">
                  <c:v>6.4921100000000003</c:v>
                </c:pt>
                <c:pt idx="22896">
                  <c:v>6.4924099999999996</c:v>
                </c:pt>
                <c:pt idx="22897">
                  <c:v>6.4927200000000003</c:v>
                </c:pt>
                <c:pt idx="22898">
                  <c:v>6.4930199999999996</c:v>
                </c:pt>
                <c:pt idx="22899">
                  <c:v>6.4933300000000003</c:v>
                </c:pt>
                <c:pt idx="22900">
                  <c:v>6.4936400000000001</c:v>
                </c:pt>
                <c:pt idx="22901">
                  <c:v>6.4939400000000003</c:v>
                </c:pt>
                <c:pt idx="22902">
                  <c:v>6.4942500000000001</c:v>
                </c:pt>
                <c:pt idx="22903">
                  <c:v>6.4945500000000003</c:v>
                </c:pt>
                <c:pt idx="22904">
                  <c:v>6.4948600000000001</c:v>
                </c:pt>
                <c:pt idx="22905">
                  <c:v>6.4951600000000003</c:v>
                </c:pt>
                <c:pt idx="22906">
                  <c:v>6.4954700000000001</c:v>
                </c:pt>
                <c:pt idx="22907">
                  <c:v>6.4957700000000003</c:v>
                </c:pt>
                <c:pt idx="22908">
                  <c:v>6.4960800000000001</c:v>
                </c:pt>
                <c:pt idx="22909">
                  <c:v>6.4963800000000003</c:v>
                </c:pt>
                <c:pt idx="22910">
                  <c:v>6.4966900000000001</c:v>
                </c:pt>
                <c:pt idx="22911">
                  <c:v>6.4969900000000003</c:v>
                </c:pt>
                <c:pt idx="22912">
                  <c:v>6.4973000000000001</c:v>
                </c:pt>
                <c:pt idx="22913">
                  <c:v>6.4976099999999999</c:v>
                </c:pt>
                <c:pt idx="22914">
                  <c:v>6.4979100000000001</c:v>
                </c:pt>
                <c:pt idx="22915">
                  <c:v>6.4982199999999999</c:v>
                </c:pt>
                <c:pt idx="22916">
                  <c:v>6.4985200000000001</c:v>
                </c:pt>
                <c:pt idx="22917">
                  <c:v>6.4988299999999999</c:v>
                </c:pt>
                <c:pt idx="22918">
                  <c:v>6.4991300000000001</c:v>
                </c:pt>
                <c:pt idx="22919">
                  <c:v>6.4994399999999999</c:v>
                </c:pt>
                <c:pt idx="22920">
                  <c:v>6.4997400000000001</c:v>
                </c:pt>
                <c:pt idx="22921">
                  <c:v>6.5000499999999999</c:v>
                </c:pt>
                <c:pt idx="22922">
                  <c:v>6.5003500000000001</c:v>
                </c:pt>
                <c:pt idx="22923">
                  <c:v>6.5006599999999999</c:v>
                </c:pt>
                <c:pt idx="22924">
                  <c:v>6.5009600000000001</c:v>
                </c:pt>
                <c:pt idx="22925">
                  <c:v>6.5012699999999999</c:v>
                </c:pt>
                <c:pt idx="22926">
                  <c:v>6.5015799999999997</c:v>
                </c:pt>
                <c:pt idx="22927">
                  <c:v>6.5018799999999999</c:v>
                </c:pt>
                <c:pt idx="22928">
                  <c:v>6.5021899999999997</c:v>
                </c:pt>
                <c:pt idx="22929">
                  <c:v>6.5024899999999999</c:v>
                </c:pt>
                <c:pt idx="22930">
                  <c:v>6.5027999999999997</c:v>
                </c:pt>
                <c:pt idx="22931">
                  <c:v>6.5030999999999999</c:v>
                </c:pt>
                <c:pt idx="22932">
                  <c:v>6.5034099999999997</c:v>
                </c:pt>
                <c:pt idx="22933">
                  <c:v>6.5037099999999999</c:v>
                </c:pt>
                <c:pt idx="22934">
                  <c:v>6.5040199999999997</c:v>
                </c:pt>
                <c:pt idx="22935">
                  <c:v>6.5043199999999999</c:v>
                </c:pt>
                <c:pt idx="22936">
                  <c:v>6.5046299999999997</c:v>
                </c:pt>
                <c:pt idx="22937">
                  <c:v>6.5049299999999999</c:v>
                </c:pt>
                <c:pt idx="22938">
                  <c:v>6.5052399999999997</c:v>
                </c:pt>
                <c:pt idx="22939">
                  <c:v>6.5055500000000004</c:v>
                </c:pt>
                <c:pt idx="22940">
                  <c:v>6.5058499999999997</c:v>
                </c:pt>
                <c:pt idx="22941">
                  <c:v>6.5061600000000004</c:v>
                </c:pt>
                <c:pt idx="22942">
                  <c:v>6.5064599999999997</c:v>
                </c:pt>
                <c:pt idx="22943">
                  <c:v>6.5067700000000004</c:v>
                </c:pt>
                <c:pt idx="22944">
                  <c:v>6.5070699999999997</c:v>
                </c:pt>
                <c:pt idx="22945">
                  <c:v>6.5073800000000004</c:v>
                </c:pt>
                <c:pt idx="22946">
                  <c:v>6.5076799999999997</c:v>
                </c:pt>
                <c:pt idx="22947">
                  <c:v>6.5079900000000004</c:v>
                </c:pt>
                <c:pt idx="22948">
                  <c:v>6.5082899999999997</c:v>
                </c:pt>
                <c:pt idx="22949">
                  <c:v>6.5086000000000004</c:v>
                </c:pt>
                <c:pt idx="22950">
                  <c:v>6.5088999999999997</c:v>
                </c:pt>
                <c:pt idx="22951">
                  <c:v>6.5092100000000004</c:v>
                </c:pt>
                <c:pt idx="22952">
                  <c:v>6.5095200000000002</c:v>
                </c:pt>
                <c:pt idx="22953">
                  <c:v>6.5098200000000004</c:v>
                </c:pt>
                <c:pt idx="22954">
                  <c:v>6.5101300000000002</c:v>
                </c:pt>
                <c:pt idx="22955">
                  <c:v>6.5104300000000004</c:v>
                </c:pt>
                <c:pt idx="22956">
                  <c:v>6.5107400000000002</c:v>
                </c:pt>
                <c:pt idx="22957">
                  <c:v>6.5110400000000004</c:v>
                </c:pt>
                <c:pt idx="22958">
                  <c:v>6.5113500000000002</c:v>
                </c:pt>
                <c:pt idx="22959">
                  <c:v>6.5116500000000004</c:v>
                </c:pt>
                <c:pt idx="22960">
                  <c:v>6.5119600000000002</c:v>
                </c:pt>
                <c:pt idx="22961">
                  <c:v>6.5122600000000004</c:v>
                </c:pt>
                <c:pt idx="22962">
                  <c:v>6.5125700000000002</c:v>
                </c:pt>
                <c:pt idx="22963">
                  <c:v>6.51288</c:v>
                </c:pt>
                <c:pt idx="22964">
                  <c:v>6.5131800000000002</c:v>
                </c:pt>
                <c:pt idx="22965">
                  <c:v>6.51349</c:v>
                </c:pt>
                <c:pt idx="22966">
                  <c:v>6.5137900000000002</c:v>
                </c:pt>
                <c:pt idx="22967">
                  <c:v>6.5141</c:v>
                </c:pt>
                <c:pt idx="22968">
                  <c:v>6.5144000000000002</c:v>
                </c:pt>
                <c:pt idx="22969">
                  <c:v>6.51471</c:v>
                </c:pt>
                <c:pt idx="22970">
                  <c:v>6.5150100000000002</c:v>
                </c:pt>
                <c:pt idx="22971">
                  <c:v>6.51532</c:v>
                </c:pt>
                <c:pt idx="22972">
                  <c:v>6.5156200000000002</c:v>
                </c:pt>
                <c:pt idx="22973">
                  <c:v>6.51593</c:v>
                </c:pt>
                <c:pt idx="22974">
                  <c:v>6.5162300000000002</c:v>
                </c:pt>
                <c:pt idx="22975">
                  <c:v>6.51654</c:v>
                </c:pt>
                <c:pt idx="22976">
                  <c:v>6.5168499999999998</c:v>
                </c:pt>
                <c:pt idx="22977">
                  <c:v>6.51715</c:v>
                </c:pt>
                <c:pt idx="22978">
                  <c:v>6.5174599999999998</c:v>
                </c:pt>
                <c:pt idx="22979">
                  <c:v>6.51776</c:v>
                </c:pt>
                <c:pt idx="22980">
                  <c:v>6.5180699999999998</c:v>
                </c:pt>
                <c:pt idx="22981">
                  <c:v>6.51837</c:v>
                </c:pt>
                <c:pt idx="22982">
                  <c:v>6.5186799999999998</c:v>
                </c:pt>
                <c:pt idx="22983">
                  <c:v>6.51898</c:v>
                </c:pt>
                <c:pt idx="22984">
                  <c:v>6.5192899999999998</c:v>
                </c:pt>
                <c:pt idx="22985">
                  <c:v>6.51959</c:v>
                </c:pt>
                <c:pt idx="22986">
                  <c:v>6.5198999999999998</c:v>
                </c:pt>
                <c:pt idx="22987">
                  <c:v>6.5202</c:v>
                </c:pt>
                <c:pt idx="22988">
                  <c:v>6.5205099999999998</c:v>
                </c:pt>
                <c:pt idx="22989">
                  <c:v>6.5208199999999996</c:v>
                </c:pt>
                <c:pt idx="22990">
                  <c:v>6.5211199999999998</c:v>
                </c:pt>
                <c:pt idx="22991">
                  <c:v>6.5214299999999996</c:v>
                </c:pt>
                <c:pt idx="22992">
                  <c:v>6.5217299999999998</c:v>
                </c:pt>
                <c:pt idx="22993">
                  <c:v>6.5220399999999996</c:v>
                </c:pt>
                <c:pt idx="22994">
                  <c:v>6.5223399999999998</c:v>
                </c:pt>
                <c:pt idx="22995">
                  <c:v>6.5226499999999996</c:v>
                </c:pt>
                <c:pt idx="22996">
                  <c:v>6.5229499999999998</c:v>
                </c:pt>
                <c:pt idx="22997">
                  <c:v>6.5232599999999996</c:v>
                </c:pt>
                <c:pt idx="22998">
                  <c:v>6.5235599999999998</c:v>
                </c:pt>
                <c:pt idx="22999">
                  <c:v>6.5238699999999996</c:v>
                </c:pt>
                <c:pt idx="23000">
                  <c:v>6.5241699999999998</c:v>
                </c:pt>
                <c:pt idx="23001">
                  <c:v>6.5244799999999996</c:v>
                </c:pt>
                <c:pt idx="23002">
                  <c:v>6.5247900000000003</c:v>
                </c:pt>
                <c:pt idx="23003">
                  <c:v>6.5250899999999996</c:v>
                </c:pt>
                <c:pt idx="23004">
                  <c:v>6.5254000000000003</c:v>
                </c:pt>
                <c:pt idx="23005">
                  <c:v>6.5256999999999996</c:v>
                </c:pt>
                <c:pt idx="23006">
                  <c:v>6.5260100000000003</c:v>
                </c:pt>
                <c:pt idx="23007">
                  <c:v>6.5263099999999996</c:v>
                </c:pt>
                <c:pt idx="23008">
                  <c:v>6.5266200000000003</c:v>
                </c:pt>
                <c:pt idx="23009">
                  <c:v>6.5269199999999996</c:v>
                </c:pt>
                <c:pt idx="23010">
                  <c:v>6.5272300000000003</c:v>
                </c:pt>
                <c:pt idx="23011">
                  <c:v>6.5275299999999996</c:v>
                </c:pt>
                <c:pt idx="23012">
                  <c:v>6.5278400000000003</c:v>
                </c:pt>
                <c:pt idx="23013">
                  <c:v>6.5281399999999996</c:v>
                </c:pt>
                <c:pt idx="23014">
                  <c:v>6.5284500000000003</c:v>
                </c:pt>
                <c:pt idx="23015">
                  <c:v>6.5287600000000001</c:v>
                </c:pt>
                <c:pt idx="23016">
                  <c:v>6.5290600000000003</c:v>
                </c:pt>
                <c:pt idx="23017">
                  <c:v>6.5293700000000001</c:v>
                </c:pt>
                <c:pt idx="23018">
                  <c:v>6.5296700000000003</c:v>
                </c:pt>
                <c:pt idx="23019">
                  <c:v>6.5299800000000001</c:v>
                </c:pt>
                <c:pt idx="23020">
                  <c:v>6.5302800000000003</c:v>
                </c:pt>
                <c:pt idx="23021">
                  <c:v>6.5305900000000001</c:v>
                </c:pt>
                <c:pt idx="23022">
                  <c:v>6.5308900000000003</c:v>
                </c:pt>
                <c:pt idx="23023">
                  <c:v>6.5312000000000001</c:v>
                </c:pt>
                <c:pt idx="23024">
                  <c:v>6.5315000000000003</c:v>
                </c:pt>
                <c:pt idx="23025">
                  <c:v>6.5318100000000001</c:v>
                </c:pt>
                <c:pt idx="23026">
                  <c:v>6.5321199999999999</c:v>
                </c:pt>
                <c:pt idx="23027">
                  <c:v>6.5324200000000001</c:v>
                </c:pt>
                <c:pt idx="23028">
                  <c:v>6.5327299999999999</c:v>
                </c:pt>
                <c:pt idx="23029">
                  <c:v>6.5330300000000001</c:v>
                </c:pt>
                <c:pt idx="23030">
                  <c:v>6.5333399999999999</c:v>
                </c:pt>
                <c:pt idx="23031">
                  <c:v>6.5336400000000001</c:v>
                </c:pt>
                <c:pt idx="23032">
                  <c:v>6.5339499999999999</c:v>
                </c:pt>
                <c:pt idx="23033">
                  <c:v>6.5342500000000001</c:v>
                </c:pt>
                <c:pt idx="23034">
                  <c:v>6.5345599999999999</c:v>
                </c:pt>
                <c:pt idx="23035">
                  <c:v>6.5348600000000001</c:v>
                </c:pt>
                <c:pt idx="23036">
                  <c:v>6.5351699999999999</c:v>
                </c:pt>
                <c:pt idx="23037">
                  <c:v>6.5354700000000001</c:v>
                </c:pt>
                <c:pt idx="23038">
                  <c:v>6.5357799999999999</c:v>
                </c:pt>
                <c:pt idx="23039">
                  <c:v>6.5360899999999997</c:v>
                </c:pt>
                <c:pt idx="23040">
                  <c:v>6.5363899999999999</c:v>
                </c:pt>
                <c:pt idx="23041">
                  <c:v>6.5366999999999997</c:v>
                </c:pt>
                <c:pt idx="23042">
                  <c:v>6.5369999999999999</c:v>
                </c:pt>
                <c:pt idx="23043">
                  <c:v>6.5373099999999997</c:v>
                </c:pt>
                <c:pt idx="23044">
                  <c:v>6.5376099999999999</c:v>
                </c:pt>
                <c:pt idx="23045">
                  <c:v>6.5379199999999997</c:v>
                </c:pt>
                <c:pt idx="23046">
                  <c:v>6.5382199999999999</c:v>
                </c:pt>
                <c:pt idx="23047">
                  <c:v>6.5385299999999997</c:v>
                </c:pt>
                <c:pt idx="23048">
                  <c:v>6.5388299999999999</c:v>
                </c:pt>
                <c:pt idx="23049">
                  <c:v>6.5391399999999997</c:v>
                </c:pt>
                <c:pt idx="23050">
                  <c:v>6.5394399999999999</c:v>
                </c:pt>
                <c:pt idx="23051">
                  <c:v>6.5397499999999997</c:v>
                </c:pt>
                <c:pt idx="23052">
                  <c:v>6.5400600000000004</c:v>
                </c:pt>
                <c:pt idx="23053">
                  <c:v>6.5403599999999997</c:v>
                </c:pt>
                <c:pt idx="23054">
                  <c:v>6.5406700000000004</c:v>
                </c:pt>
                <c:pt idx="23055">
                  <c:v>6.5409699999999997</c:v>
                </c:pt>
                <c:pt idx="23056">
                  <c:v>6.5412800000000004</c:v>
                </c:pt>
                <c:pt idx="23057">
                  <c:v>6.5415799999999997</c:v>
                </c:pt>
                <c:pt idx="23058">
                  <c:v>6.5418900000000004</c:v>
                </c:pt>
                <c:pt idx="23059">
                  <c:v>6.5421899999999997</c:v>
                </c:pt>
                <c:pt idx="23060">
                  <c:v>6.5425000000000004</c:v>
                </c:pt>
                <c:pt idx="23061">
                  <c:v>6.5427999999999997</c:v>
                </c:pt>
                <c:pt idx="23062">
                  <c:v>6.5431100000000004</c:v>
                </c:pt>
                <c:pt idx="23063">
                  <c:v>6.5434099999999997</c:v>
                </c:pt>
                <c:pt idx="23064">
                  <c:v>6.5437200000000004</c:v>
                </c:pt>
                <c:pt idx="23065">
                  <c:v>6.5440300000000002</c:v>
                </c:pt>
                <c:pt idx="23066">
                  <c:v>6.5443300000000004</c:v>
                </c:pt>
                <c:pt idx="23067">
                  <c:v>6.5446400000000002</c:v>
                </c:pt>
                <c:pt idx="23068">
                  <c:v>6.5449400000000004</c:v>
                </c:pt>
                <c:pt idx="23069">
                  <c:v>6.5452500000000002</c:v>
                </c:pt>
                <c:pt idx="23070">
                  <c:v>6.5455500000000004</c:v>
                </c:pt>
                <c:pt idx="23071">
                  <c:v>6.5458600000000002</c:v>
                </c:pt>
                <c:pt idx="23072">
                  <c:v>6.5461600000000004</c:v>
                </c:pt>
                <c:pt idx="23073">
                  <c:v>6.5464700000000002</c:v>
                </c:pt>
                <c:pt idx="23074">
                  <c:v>6.5467700000000004</c:v>
                </c:pt>
                <c:pt idx="23075">
                  <c:v>6.5470800000000002</c:v>
                </c:pt>
                <c:pt idx="23076">
                  <c:v>6.54739</c:v>
                </c:pt>
                <c:pt idx="23077">
                  <c:v>6.5476900000000002</c:v>
                </c:pt>
                <c:pt idx="23078">
                  <c:v>6.548</c:v>
                </c:pt>
                <c:pt idx="23079">
                  <c:v>6.5483000000000002</c:v>
                </c:pt>
                <c:pt idx="23080">
                  <c:v>6.54861</c:v>
                </c:pt>
                <c:pt idx="23081">
                  <c:v>6.5489100000000002</c:v>
                </c:pt>
                <c:pt idx="23082">
                  <c:v>6.54922</c:v>
                </c:pt>
                <c:pt idx="23083">
                  <c:v>6.5495200000000002</c:v>
                </c:pt>
                <c:pt idx="23084">
                  <c:v>6.54983</c:v>
                </c:pt>
                <c:pt idx="23085">
                  <c:v>6.5501300000000002</c:v>
                </c:pt>
                <c:pt idx="23086">
                  <c:v>6.55044</c:v>
                </c:pt>
                <c:pt idx="23087">
                  <c:v>6.5507400000000002</c:v>
                </c:pt>
                <c:pt idx="23088">
                  <c:v>6.55105</c:v>
                </c:pt>
                <c:pt idx="23089">
                  <c:v>6.5513599999999999</c:v>
                </c:pt>
                <c:pt idx="23090">
                  <c:v>6.55166</c:v>
                </c:pt>
                <c:pt idx="23091">
                  <c:v>6.5519699999999998</c:v>
                </c:pt>
                <c:pt idx="23092">
                  <c:v>6.55227</c:v>
                </c:pt>
                <c:pt idx="23093">
                  <c:v>6.5525799999999998</c:v>
                </c:pt>
                <c:pt idx="23094">
                  <c:v>6.55288</c:v>
                </c:pt>
                <c:pt idx="23095">
                  <c:v>6.5531899999999998</c:v>
                </c:pt>
                <c:pt idx="23096">
                  <c:v>6.55349</c:v>
                </c:pt>
                <c:pt idx="23097">
                  <c:v>6.5537999999999998</c:v>
                </c:pt>
                <c:pt idx="23098">
                  <c:v>6.5541</c:v>
                </c:pt>
                <c:pt idx="23099">
                  <c:v>6.5544099999999998</c:v>
                </c:pt>
                <c:pt idx="23100">
                  <c:v>6.55471</c:v>
                </c:pt>
                <c:pt idx="23101">
                  <c:v>6.5550199999999998</c:v>
                </c:pt>
                <c:pt idx="23102">
                  <c:v>6.5553299999999997</c:v>
                </c:pt>
                <c:pt idx="23103">
                  <c:v>6.5556299999999998</c:v>
                </c:pt>
                <c:pt idx="23104">
                  <c:v>6.5559399999999997</c:v>
                </c:pt>
                <c:pt idx="23105">
                  <c:v>6.5562399999999998</c:v>
                </c:pt>
                <c:pt idx="23106">
                  <c:v>6.5565499999999997</c:v>
                </c:pt>
                <c:pt idx="23107">
                  <c:v>6.5568499999999998</c:v>
                </c:pt>
                <c:pt idx="23108">
                  <c:v>6.5571599999999997</c:v>
                </c:pt>
                <c:pt idx="23109">
                  <c:v>6.5574599999999998</c:v>
                </c:pt>
                <c:pt idx="23110">
                  <c:v>6.5577699999999997</c:v>
                </c:pt>
                <c:pt idx="23111">
                  <c:v>6.5580699999999998</c:v>
                </c:pt>
                <c:pt idx="23112">
                  <c:v>6.5583799999999997</c:v>
                </c:pt>
                <c:pt idx="23113">
                  <c:v>6.5586799999999998</c:v>
                </c:pt>
                <c:pt idx="23114">
                  <c:v>6.5589899999999997</c:v>
                </c:pt>
                <c:pt idx="23115">
                  <c:v>6.5593000000000004</c:v>
                </c:pt>
                <c:pt idx="23116">
                  <c:v>6.5595999999999997</c:v>
                </c:pt>
                <c:pt idx="23117">
                  <c:v>6.5599100000000004</c:v>
                </c:pt>
                <c:pt idx="23118">
                  <c:v>6.5602099999999997</c:v>
                </c:pt>
                <c:pt idx="23119">
                  <c:v>6.5605200000000004</c:v>
                </c:pt>
                <c:pt idx="23120">
                  <c:v>6.5608199999999997</c:v>
                </c:pt>
                <c:pt idx="23121">
                  <c:v>6.5611300000000004</c:v>
                </c:pt>
                <c:pt idx="23122">
                  <c:v>6.5614299999999997</c:v>
                </c:pt>
                <c:pt idx="23123">
                  <c:v>6.5617400000000004</c:v>
                </c:pt>
                <c:pt idx="23124">
                  <c:v>6.5620399999999997</c:v>
                </c:pt>
                <c:pt idx="23125">
                  <c:v>6.5623500000000003</c:v>
                </c:pt>
                <c:pt idx="23126">
                  <c:v>6.5626499999999997</c:v>
                </c:pt>
                <c:pt idx="23127">
                  <c:v>6.5629600000000003</c:v>
                </c:pt>
                <c:pt idx="23128">
                  <c:v>6.5632700000000002</c:v>
                </c:pt>
                <c:pt idx="23129">
                  <c:v>6.5635700000000003</c:v>
                </c:pt>
                <c:pt idx="23130">
                  <c:v>6.5638800000000002</c:v>
                </c:pt>
                <c:pt idx="23131">
                  <c:v>6.5641800000000003</c:v>
                </c:pt>
                <c:pt idx="23132">
                  <c:v>6.5644900000000002</c:v>
                </c:pt>
                <c:pt idx="23133">
                  <c:v>6.5647900000000003</c:v>
                </c:pt>
                <c:pt idx="23134">
                  <c:v>6.5651000000000002</c:v>
                </c:pt>
                <c:pt idx="23135">
                  <c:v>6.5654000000000003</c:v>
                </c:pt>
                <c:pt idx="23136">
                  <c:v>6.5657100000000002</c:v>
                </c:pt>
                <c:pt idx="23137">
                  <c:v>6.5660100000000003</c:v>
                </c:pt>
                <c:pt idx="23138">
                  <c:v>6.5663200000000002</c:v>
                </c:pt>
                <c:pt idx="23139">
                  <c:v>6.56663</c:v>
                </c:pt>
                <c:pt idx="23140">
                  <c:v>6.5669300000000002</c:v>
                </c:pt>
                <c:pt idx="23141">
                  <c:v>6.56724</c:v>
                </c:pt>
                <c:pt idx="23142">
                  <c:v>6.5675400000000002</c:v>
                </c:pt>
                <c:pt idx="23143">
                  <c:v>6.56785</c:v>
                </c:pt>
                <c:pt idx="23144">
                  <c:v>6.5681500000000002</c:v>
                </c:pt>
                <c:pt idx="23145">
                  <c:v>6.56846</c:v>
                </c:pt>
                <c:pt idx="23146">
                  <c:v>6.5687600000000002</c:v>
                </c:pt>
                <c:pt idx="23147">
                  <c:v>6.56907</c:v>
                </c:pt>
                <c:pt idx="23148">
                  <c:v>6.5693700000000002</c:v>
                </c:pt>
                <c:pt idx="23149">
                  <c:v>6.56968</c:v>
                </c:pt>
                <c:pt idx="23150">
                  <c:v>6.5699800000000002</c:v>
                </c:pt>
                <c:pt idx="23151">
                  <c:v>6.57029</c:v>
                </c:pt>
                <c:pt idx="23152">
                  <c:v>6.5705999999999998</c:v>
                </c:pt>
                <c:pt idx="23153">
                  <c:v>6.5709</c:v>
                </c:pt>
                <c:pt idx="23154">
                  <c:v>6.5712099999999998</c:v>
                </c:pt>
                <c:pt idx="23155">
                  <c:v>6.57151</c:v>
                </c:pt>
                <c:pt idx="23156">
                  <c:v>6.5718199999999998</c:v>
                </c:pt>
                <c:pt idx="23157">
                  <c:v>6.57212</c:v>
                </c:pt>
                <c:pt idx="23158">
                  <c:v>6.5724299999999998</c:v>
                </c:pt>
                <c:pt idx="23159">
                  <c:v>6.57273</c:v>
                </c:pt>
                <c:pt idx="23160">
                  <c:v>6.5730399999999998</c:v>
                </c:pt>
                <c:pt idx="23161">
                  <c:v>6.57334</c:v>
                </c:pt>
                <c:pt idx="23162">
                  <c:v>6.5736499999999998</c:v>
                </c:pt>
                <c:pt idx="23163">
                  <c:v>6.57395</c:v>
                </c:pt>
                <c:pt idx="23164">
                  <c:v>6.5742599999999998</c:v>
                </c:pt>
                <c:pt idx="23165">
                  <c:v>6.5745699999999996</c:v>
                </c:pt>
                <c:pt idx="23166">
                  <c:v>6.5748699999999998</c:v>
                </c:pt>
                <c:pt idx="23167">
                  <c:v>6.5751799999999996</c:v>
                </c:pt>
                <c:pt idx="23168">
                  <c:v>6.5754799999999998</c:v>
                </c:pt>
                <c:pt idx="23169">
                  <c:v>6.5757899999999996</c:v>
                </c:pt>
                <c:pt idx="23170">
                  <c:v>6.5760899999999998</c:v>
                </c:pt>
                <c:pt idx="23171">
                  <c:v>6.5763999999999996</c:v>
                </c:pt>
                <c:pt idx="23172">
                  <c:v>6.5766999999999998</c:v>
                </c:pt>
                <c:pt idx="23173">
                  <c:v>6.5770099999999996</c:v>
                </c:pt>
                <c:pt idx="23174">
                  <c:v>6.5773099999999998</c:v>
                </c:pt>
                <c:pt idx="23175">
                  <c:v>6.5776199999999996</c:v>
                </c:pt>
                <c:pt idx="23176">
                  <c:v>6.5779199999999998</c:v>
                </c:pt>
                <c:pt idx="23177">
                  <c:v>6.5782299999999996</c:v>
                </c:pt>
                <c:pt idx="23178">
                  <c:v>6.5785400000000003</c:v>
                </c:pt>
                <c:pt idx="23179">
                  <c:v>6.5788399999999996</c:v>
                </c:pt>
                <c:pt idx="23180">
                  <c:v>6.5791500000000003</c:v>
                </c:pt>
                <c:pt idx="23181">
                  <c:v>6.5794499999999996</c:v>
                </c:pt>
                <c:pt idx="23182">
                  <c:v>6.5797600000000003</c:v>
                </c:pt>
                <c:pt idx="23183">
                  <c:v>6.5800599999999996</c:v>
                </c:pt>
                <c:pt idx="23184">
                  <c:v>6.5803700000000003</c:v>
                </c:pt>
                <c:pt idx="23185">
                  <c:v>6.5806699999999996</c:v>
                </c:pt>
                <c:pt idx="23186">
                  <c:v>6.5809800000000003</c:v>
                </c:pt>
                <c:pt idx="23187">
                  <c:v>6.5812799999999996</c:v>
                </c:pt>
                <c:pt idx="23188">
                  <c:v>6.5815900000000003</c:v>
                </c:pt>
                <c:pt idx="23189">
                  <c:v>6.5818899999999996</c:v>
                </c:pt>
                <c:pt idx="23190">
                  <c:v>6.5822000000000003</c:v>
                </c:pt>
                <c:pt idx="23191">
                  <c:v>6.5825100000000001</c:v>
                </c:pt>
                <c:pt idx="23192">
                  <c:v>6.5828100000000003</c:v>
                </c:pt>
                <c:pt idx="23193">
                  <c:v>6.5831200000000001</c:v>
                </c:pt>
                <c:pt idx="23194">
                  <c:v>6.5834200000000003</c:v>
                </c:pt>
                <c:pt idx="23195">
                  <c:v>6.5837300000000001</c:v>
                </c:pt>
                <c:pt idx="23196">
                  <c:v>6.5840300000000003</c:v>
                </c:pt>
                <c:pt idx="23197">
                  <c:v>6.5843400000000001</c:v>
                </c:pt>
                <c:pt idx="23198">
                  <c:v>6.5846400000000003</c:v>
                </c:pt>
                <c:pt idx="23199">
                  <c:v>6.5849500000000001</c:v>
                </c:pt>
                <c:pt idx="23200">
                  <c:v>6.5852500000000003</c:v>
                </c:pt>
                <c:pt idx="23201">
                  <c:v>6.5855600000000001</c:v>
                </c:pt>
                <c:pt idx="23202">
                  <c:v>6.5858699999999999</c:v>
                </c:pt>
                <c:pt idx="23203">
                  <c:v>6.5861700000000001</c:v>
                </c:pt>
                <c:pt idx="23204">
                  <c:v>6.5864799999999999</c:v>
                </c:pt>
                <c:pt idx="23205">
                  <c:v>6.5867800000000001</c:v>
                </c:pt>
                <c:pt idx="23206">
                  <c:v>6.5870899999999999</c:v>
                </c:pt>
                <c:pt idx="23207">
                  <c:v>6.5873900000000001</c:v>
                </c:pt>
                <c:pt idx="23208">
                  <c:v>6.5876999999999999</c:v>
                </c:pt>
                <c:pt idx="23209">
                  <c:v>6.5880000000000001</c:v>
                </c:pt>
                <c:pt idx="23210">
                  <c:v>6.5883099999999999</c:v>
                </c:pt>
                <c:pt idx="23211">
                  <c:v>6.5886100000000001</c:v>
                </c:pt>
                <c:pt idx="23212">
                  <c:v>6.5889199999999999</c:v>
                </c:pt>
                <c:pt idx="23213">
                  <c:v>6.5892200000000001</c:v>
                </c:pt>
                <c:pt idx="23214">
                  <c:v>6.5895299999999999</c:v>
                </c:pt>
                <c:pt idx="23215">
                  <c:v>6.5898399999999997</c:v>
                </c:pt>
                <c:pt idx="23216">
                  <c:v>6.5901399999999999</c:v>
                </c:pt>
                <c:pt idx="23217">
                  <c:v>6.5904499999999997</c:v>
                </c:pt>
                <c:pt idx="23218">
                  <c:v>6.5907499999999999</c:v>
                </c:pt>
                <c:pt idx="23219">
                  <c:v>6.5910599999999997</c:v>
                </c:pt>
                <c:pt idx="23220">
                  <c:v>6.5913599999999999</c:v>
                </c:pt>
                <c:pt idx="23221">
                  <c:v>6.5916699999999997</c:v>
                </c:pt>
                <c:pt idx="23222">
                  <c:v>6.5919699999999999</c:v>
                </c:pt>
                <c:pt idx="23223">
                  <c:v>6.5922799999999997</c:v>
                </c:pt>
                <c:pt idx="23224">
                  <c:v>6.5925799999999999</c:v>
                </c:pt>
                <c:pt idx="23225">
                  <c:v>6.5928899999999997</c:v>
                </c:pt>
                <c:pt idx="23226">
                  <c:v>6.5931899999999999</c:v>
                </c:pt>
                <c:pt idx="23227">
                  <c:v>6.5934999999999997</c:v>
                </c:pt>
                <c:pt idx="23228">
                  <c:v>6.5938100000000004</c:v>
                </c:pt>
                <c:pt idx="23229">
                  <c:v>6.5941099999999997</c:v>
                </c:pt>
                <c:pt idx="23230">
                  <c:v>6.5944200000000004</c:v>
                </c:pt>
                <c:pt idx="23231">
                  <c:v>6.5947199999999997</c:v>
                </c:pt>
                <c:pt idx="23232">
                  <c:v>6.5950300000000004</c:v>
                </c:pt>
                <c:pt idx="23233">
                  <c:v>6.5953299999999997</c:v>
                </c:pt>
                <c:pt idx="23234">
                  <c:v>6.5956400000000004</c:v>
                </c:pt>
                <c:pt idx="23235">
                  <c:v>6.5959399999999997</c:v>
                </c:pt>
                <c:pt idx="23236">
                  <c:v>6.5962500000000004</c:v>
                </c:pt>
                <c:pt idx="23237">
                  <c:v>6.5965499999999997</c:v>
                </c:pt>
                <c:pt idx="23238">
                  <c:v>6.5968600000000004</c:v>
                </c:pt>
                <c:pt idx="23239">
                  <c:v>6.5971599999999997</c:v>
                </c:pt>
                <c:pt idx="23240">
                  <c:v>6.5974700000000004</c:v>
                </c:pt>
                <c:pt idx="23241">
                  <c:v>6.5977800000000002</c:v>
                </c:pt>
                <c:pt idx="23242">
                  <c:v>6.5980800000000004</c:v>
                </c:pt>
                <c:pt idx="23243">
                  <c:v>6.5983900000000002</c:v>
                </c:pt>
                <c:pt idx="23244">
                  <c:v>6.5986900000000004</c:v>
                </c:pt>
                <c:pt idx="23245">
                  <c:v>6.5990000000000002</c:v>
                </c:pt>
                <c:pt idx="23246">
                  <c:v>6.5993000000000004</c:v>
                </c:pt>
                <c:pt idx="23247">
                  <c:v>6.5996100000000002</c:v>
                </c:pt>
                <c:pt idx="23248">
                  <c:v>6.5999100000000004</c:v>
                </c:pt>
                <c:pt idx="23249">
                  <c:v>6.6002200000000002</c:v>
                </c:pt>
                <c:pt idx="23250">
                  <c:v>6.6005200000000004</c:v>
                </c:pt>
                <c:pt idx="23251">
                  <c:v>6.6008300000000002</c:v>
                </c:pt>
                <c:pt idx="23252">
                  <c:v>6.60114</c:v>
                </c:pt>
                <c:pt idx="23253">
                  <c:v>6.6014400000000002</c:v>
                </c:pt>
                <c:pt idx="23254">
                  <c:v>6.60175</c:v>
                </c:pt>
                <c:pt idx="23255">
                  <c:v>6.6020500000000002</c:v>
                </c:pt>
                <c:pt idx="23256">
                  <c:v>6.60236</c:v>
                </c:pt>
                <c:pt idx="23257">
                  <c:v>6.6026600000000002</c:v>
                </c:pt>
                <c:pt idx="23258">
                  <c:v>6.60297</c:v>
                </c:pt>
                <c:pt idx="23259">
                  <c:v>6.6032700000000002</c:v>
                </c:pt>
                <c:pt idx="23260">
                  <c:v>6.60358</c:v>
                </c:pt>
                <c:pt idx="23261">
                  <c:v>6.6038800000000002</c:v>
                </c:pt>
                <c:pt idx="23262">
                  <c:v>6.60419</c:v>
                </c:pt>
                <c:pt idx="23263">
                  <c:v>6.6044900000000002</c:v>
                </c:pt>
                <c:pt idx="23264">
                  <c:v>6.6048</c:v>
                </c:pt>
                <c:pt idx="23265">
                  <c:v>6.6051099999999998</c:v>
                </c:pt>
                <c:pt idx="23266">
                  <c:v>6.60541</c:v>
                </c:pt>
                <c:pt idx="23267">
                  <c:v>6.6057199999999998</c:v>
                </c:pt>
                <c:pt idx="23268">
                  <c:v>6.60602</c:v>
                </c:pt>
                <c:pt idx="23269">
                  <c:v>6.6063299999999998</c:v>
                </c:pt>
                <c:pt idx="23270">
                  <c:v>6.60663</c:v>
                </c:pt>
                <c:pt idx="23271">
                  <c:v>6.6069399999999998</c:v>
                </c:pt>
                <c:pt idx="23272">
                  <c:v>6.60724</c:v>
                </c:pt>
                <c:pt idx="23273">
                  <c:v>6.6075499999999998</c:v>
                </c:pt>
                <c:pt idx="23274">
                  <c:v>6.60785</c:v>
                </c:pt>
                <c:pt idx="23275">
                  <c:v>6.6081599999999998</c:v>
                </c:pt>
                <c:pt idx="23276">
                  <c:v>6.60846</c:v>
                </c:pt>
                <c:pt idx="23277">
                  <c:v>6.6087699999999998</c:v>
                </c:pt>
                <c:pt idx="23278">
                  <c:v>6.6090799999999996</c:v>
                </c:pt>
                <c:pt idx="23279">
                  <c:v>6.6093799999999998</c:v>
                </c:pt>
                <c:pt idx="23280">
                  <c:v>6.6096899999999996</c:v>
                </c:pt>
                <c:pt idx="23281">
                  <c:v>6.6099899999999998</c:v>
                </c:pt>
                <c:pt idx="23282">
                  <c:v>6.6102999999999996</c:v>
                </c:pt>
                <c:pt idx="23283">
                  <c:v>6.6105999999999998</c:v>
                </c:pt>
                <c:pt idx="23284">
                  <c:v>6.6109099999999996</c:v>
                </c:pt>
                <c:pt idx="23285">
                  <c:v>6.6112099999999998</c:v>
                </c:pt>
                <c:pt idx="23286">
                  <c:v>6.6115199999999996</c:v>
                </c:pt>
                <c:pt idx="23287">
                  <c:v>6.6118199999999998</c:v>
                </c:pt>
                <c:pt idx="23288">
                  <c:v>6.6121299999999996</c:v>
                </c:pt>
                <c:pt idx="23289">
                  <c:v>6.6124299999999998</c:v>
                </c:pt>
                <c:pt idx="23290">
                  <c:v>6.6127399999999996</c:v>
                </c:pt>
                <c:pt idx="23291">
                  <c:v>6.6130500000000003</c:v>
                </c:pt>
                <c:pt idx="23292">
                  <c:v>6.6133499999999996</c:v>
                </c:pt>
                <c:pt idx="23293">
                  <c:v>6.6136600000000003</c:v>
                </c:pt>
                <c:pt idx="23294">
                  <c:v>6.6139599999999996</c:v>
                </c:pt>
                <c:pt idx="23295">
                  <c:v>6.6142700000000003</c:v>
                </c:pt>
                <c:pt idx="23296">
                  <c:v>6.6145699999999996</c:v>
                </c:pt>
                <c:pt idx="23297">
                  <c:v>6.6148800000000003</c:v>
                </c:pt>
                <c:pt idx="23298">
                  <c:v>6.6151799999999996</c:v>
                </c:pt>
                <c:pt idx="23299">
                  <c:v>6.6154900000000003</c:v>
                </c:pt>
                <c:pt idx="23300">
                  <c:v>6.6157899999999996</c:v>
                </c:pt>
                <c:pt idx="23301">
                  <c:v>6.6161000000000003</c:v>
                </c:pt>
                <c:pt idx="23302">
                  <c:v>6.6163999999999996</c:v>
                </c:pt>
                <c:pt idx="23303">
                  <c:v>6.6167100000000003</c:v>
                </c:pt>
                <c:pt idx="23304">
                  <c:v>6.6170200000000001</c:v>
                </c:pt>
                <c:pt idx="23305">
                  <c:v>6.6173200000000003</c:v>
                </c:pt>
                <c:pt idx="23306">
                  <c:v>6.6176300000000001</c:v>
                </c:pt>
                <c:pt idx="23307">
                  <c:v>6.6179300000000003</c:v>
                </c:pt>
                <c:pt idx="23308">
                  <c:v>6.6182400000000001</c:v>
                </c:pt>
                <c:pt idx="23309">
                  <c:v>6.6185400000000003</c:v>
                </c:pt>
                <c:pt idx="23310">
                  <c:v>6.6188500000000001</c:v>
                </c:pt>
                <c:pt idx="23311">
                  <c:v>6.6191500000000003</c:v>
                </c:pt>
                <c:pt idx="23312">
                  <c:v>6.6194600000000001</c:v>
                </c:pt>
                <c:pt idx="23313">
                  <c:v>6.6197600000000003</c:v>
                </c:pt>
                <c:pt idx="23314">
                  <c:v>6.6200700000000001</c:v>
                </c:pt>
                <c:pt idx="23315">
                  <c:v>6.6203799999999999</c:v>
                </c:pt>
                <c:pt idx="23316">
                  <c:v>6.6206800000000001</c:v>
                </c:pt>
                <c:pt idx="23317">
                  <c:v>6.6209899999999999</c:v>
                </c:pt>
                <c:pt idx="23318">
                  <c:v>6.6212900000000001</c:v>
                </c:pt>
                <c:pt idx="23319">
                  <c:v>6.6215999999999999</c:v>
                </c:pt>
                <c:pt idx="23320">
                  <c:v>6.6219000000000001</c:v>
                </c:pt>
                <c:pt idx="23321">
                  <c:v>6.6222099999999999</c:v>
                </c:pt>
                <c:pt idx="23322">
                  <c:v>6.6225100000000001</c:v>
                </c:pt>
                <c:pt idx="23323">
                  <c:v>6.6228199999999999</c:v>
                </c:pt>
                <c:pt idx="23324">
                  <c:v>6.6231200000000001</c:v>
                </c:pt>
                <c:pt idx="23325">
                  <c:v>6.6234299999999999</c:v>
                </c:pt>
                <c:pt idx="23326">
                  <c:v>6.6237300000000001</c:v>
                </c:pt>
                <c:pt idx="23327">
                  <c:v>6.6240399999999999</c:v>
                </c:pt>
                <c:pt idx="23328">
                  <c:v>6.6243499999999997</c:v>
                </c:pt>
                <c:pt idx="23329">
                  <c:v>6.6246499999999999</c:v>
                </c:pt>
                <c:pt idx="23330">
                  <c:v>6.6249599999999997</c:v>
                </c:pt>
                <c:pt idx="23331">
                  <c:v>6.6252599999999999</c:v>
                </c:pt>
                <c:pt idx="23332">
                  <c:v>6.6255699999999997</c:v>
                </c:pt>
                <c:pt idx="23333">
                  <c:v>6.6258699999999999</c:v>
                </c:pt>
                <c:pt idx="23334">
                  <c:v>6.6261799999999997</c:v>
                </c:pt>
                <c:pt idx="23335">
                  <c:v>6.6264799999999999</c:v>
                </c:pt>
                <c:pt idx="23336">
                  <c:v>6.6267899999999997</c:v>
                </c:pt>
                <c:pt idx="23337">
                  <c:v>6.6270899999999999</c:v>
                </c:pt>
                <c:pt idx="23338">
                  <c:v>6.6273999999999997</c:v>
                </c:pt>
                <c:pt idx="23339">
                  <c:v>6.6276999999999999</c:v>
                </c:pt>
                <c:pt idx="23340">
                  <c:v>6.6280099999999997</c:v>
                </c:pt>
                <c:pt idx="23341">
                  <c:v>6.6283200000000004</c:v>
                </c:pt>
                <c:pt idx="23342">
                  <c:v>6.6286199999999997</c:v>
                </c:pt>
                <c:pt idx="23343">
                  <c:v>6.6289300000000004</c:v>
                </c:pt>
                <c:pt idx="23344">
                  <c:v>6.6292299999999997</c:v>
                </c:pt>
                <c:pt idx="23345">
                  <c:v>6.6295400000000004</c:v>
                </c:pt>
                <c:pt idx="23346">
                  <c:v>6.6298399999999997</c:v>
                </c:pt>
                <c:pt idx="23347">
                  <c:v>6.6301500000000004</c:v>
                </c:pt>
                <c:pt idx="23348">
                  <c:v>6.6304499999999997</c:v>
                </c:pt>
                <c:pt idx="23349">
                  <c:v>6.6307600000000004</c:v>
                </c:pt>
                <c:pt idx="23350">
                  <c:v>6.6310599999999997</c:v>
                </c:pt>
                <c:pt idx="23351">
                  <c:v>6.6313700000000004</c:v>
                </c:pt>
                <c:pt idx="23352">
                  <c:v>6.6316699999999997</c:v>
                </c:pt>
                <c:pt idx="23353">
                  <c:v>6.6319800000000004</c:v>
                </c:pt>
                <c:pt idx="23354">
                  <c:v>6.6322900000000002</c:v>
                </c:pt>
                <c:pt idx="23355">
                  <c:v>6.6325900000000004</c:v>
                </c:pt>
                <c:pt idx="23356">
                  <c:v>6.6329000000000002</c:v>
                </c:pt>
                <c:pt idx="23357">
                  <c:v>6.6332000000000004</c:v>
                </c:pt>
                <c:pt idx="23358">
                  <c:v>6.6335100000000002</c:v>
                </c:pt>
                <c:pt idx="23359">
                  <c:v>6.6338100000000004</c:v>
                </c:pt>
                <c:pt idx="23360">
                  <c:v>6.6341200000000002</c:v>
                </c:pt>
                <c:pt idx="23361">
                  <c:v>6.6344200000000004</c:v>
                </c:pt>
                <c:pt idx="23362">
                  <c:v>6.6347300000000002</c:v>
                </c:pt>
                <c:pt idx="23363">
                  <c:v>6.6350300000000004</c:v>
                </c:pt>
                <c:pt idx="23364">
                  <c:v>6.6353400000000002</c:v>
                </c:pt>
                <c:pt idx="23365">
                  <c:v>6.6356400000000004</c:v>
                </c:pt>
                <c:pt idx="23366">
                  <c:v>6.6359500000000002</c:v>
                </c:pt>
                <c:pt idx="23367">
                  <c:v>6.63626</c:v>
                </c:pt>
                <c:pt idx="23368">
                  <c:v>6.6365600000000002</c:v>
                </c:pt>
                <c:pt idx="23369">
                  <c:v>6.63687</c:v>
                </c:pt>
                <c:pt idx="23370">
                  <c:v>6.6371700000000002</c:v>
                </c:pt>
                <c:pt idx="23371">
                  <c:v>6.63748</c:v>
                </c:pt>
                <c:pt idx="23372">
                  <c:v>6.6377800000000002</c:v>
                </c:pt>
                <c:pt idx="23373">
                  <c:v>6.63809</c:v>
                </c:pt>
                <c:pt idx="23374">
                  <c:v>6.6383900000000002</c:v>
                </c:pt>
                <c:pt idx="23375">
                  <c:v>6.6387</c:v>
                </c:pt>
                <c:pt idx="23376">
                  <c:v>6.6390000000000002</c:v>
                </c:pt>
                <c:pt idx="23377">
                  <c:v>6.63931</c:v>
                </c:pt>
                <c:pt idx="23378">
                  <c:v>6.6396199999999999</c:v>
                </c:pt>
                <c:pt idx="23379">
                  <c:v>6.63992</c:v>
                </c:pt>
                <c:pt idx="23380">
                  <c:v>6.6402299999999999</c:v>
                </c:pt>
                <c:pt idx="23381">
                  <c:v>6.64053</c:v>
                </c:pt>
                <c:pt idx="23382">
                  <c:v>6.6408399999999999</c:v>
                </c:pt>
                <c:pt idx="23383">
                  <c:v>6.64114</c:v>
                </c:pt>
                <c:pt idx="23384">
                  <c:v>6.6414499999999999</c:v>
                </c:pt>
                <c:pt idx="23385">
                  <c:v>6.64175</c:v>
                </c:pt>
                <c:pt idx="23386">
                  <c:v>6.6420599999999999</c:v>
                </c:pt>
                <c:pt idx="23387">
                  <c:v>6.64236</c:v>
                </c:pt>
                <c:pt idx="23388">
                  <c:v>6.6426699999999999</c:v>
                </c:pt>
                <c:pt idx="23389">
                  <c:v>6.64297</c:v>
                </c:pt>
                <c:pt idx="23390">
                  <c:v>6.6432799999999999</c:v>
                </c:pt>
                <c:pt idx="23391">
                  <c:v>6.6435899999999997</c:v>
                </c:pt>
                <c:pt idx="23392">
                  <c:v>6.6438899999999999</c:v>
                </c:pt>
                <c:pt idx="23393">
                  <c:v>6.6441999999999997</c:v>
                </c:pt>
                <c:pt idx="23394">
                  <c:v>6.6444999999999999</c:v>
                </c:pt>
                <c:pt idx="23395">
                  <c:v>6.6448099999999997</c:v>
                </c:pt>
                <c:pt idx="23396">
                  <c:v>6.6451099999999999</c:v>
                </c:pt>
                <c:pt idx="23397">
                  <c:v>6.6454199999999997</c:v>
                </c:pt>
                <c:pt idx="23398">
                  <c:v>6.6457199999999998</c:v>
                </c:pt>
                <c:pt idx="23399">
                  <c:v>6.6460299999999997</c:v>
                </c:pt>
                <c:pt idx="23400">
                  <c:v>6.6463299999999998</c:v>
                </c:pt>
                <c:pt idx="23401">
                  <c:v>6.6466399999999997</c:v>
                </c:pt>
                <c:pt idx="23402">
                  <c:v>6.6469399999999998</c:v>
                </c:pt>
                <c:pt idx="23403">
                  <c:v>6.6472499999999997</c:v>
                </c:pt>
                <c:pt idx="23404">
                  <c:v>6.6475600000000004</c:v>
                </c:pt>
                <c:pt idx="23405">
                  <c:v>6.6478599999999997</c:v>
                </c:pt>
                <c:pt idx="23406">
                  <c:v>6.6481700000000004</c:v>
                </c:pt>
                <c:pt idx="23407">
                  <c:v>6.6484699999999997</c:v>
                </c:pt>
                <c:pt idx="23408">
                  <c:v>6.6487800000000004</c:v>
                </c:pt>
                <c:pt idx="23409">
                  <c:v>6.6490799999999997</c:v>
                </c:pt>
                <c:pt idx="23410">
                  <c:v>6.6493900000000004</c:v>
                </c:pt>
                <c:pt idx="23411">
                  <c:v>6.6496899999999997</c:v>
                </c:pt>
                <c:pt idx="23412">
                  <c:v>6.65</c:v>
                </c:pt>
                <c:pt idx="23413">
                  <c:v>6.6502999999999997</c:v>
                </c:pt>
                <c:pt idx="23414">
                  <c:v>6.6506100000000004</c:v>
                </c:pt>
                <c:pt idx="23415">
                  <c:v>6.6509099999999997</c:v>
                </c:pt>
                <c:pt idx="23416">
                  <c:v>6.6512200000000004</c:v>
                </c:pt>
                <c:pt idx="23417">
                  <c:v>6.6515300000000002</c:v>
                </c:pt>
                <c:pt idx="23418">
                  <c:v>6.6518300000000004</c:v>
                </c:pt>
                <c:pt idx="23419">
                  <c:v>6.6521400000000002</c:v>
                </c:pt>
                <c:pt idx="23420">
                  <c:v>6.6524400000000004</c:v>
                </c:pt>
                <c:pt idx="23421">
                  <c:v>6.6527500000000002</c:v>
                </c:pt>
                <c:pt idx="23422">
                  <c:v>6.6530500000000004</c:v>
                </c:pt>
                <c:pt idx="23423">
                  <c:v>6.6533600000000002</c:v>
                </c:pt>
                <c:pt idx="23424">
                  <c:v>6.6536600000000004</c:v>
                </c:pt>
                <c:pt idx="23425">
                  <c:v>6.6539700000000002</c:v>
                </c:pt>
                <c:pt idx="23426">
                  <c:v>6.6542700000000004</c:v>
                </c:pt>
                <c:pt idx="23427">
                  <c:v>6.6545800000000002</c:v>
                </c:pt>
                <c:pt idx="23428">
                  <c:v>6.6548800000000004</c:v>
                </c:pt>
                <c:pt idx="23429">
                  <c:v>6.6551900000000002</c:v>
                </c:pt>
                <c:pt idx="23430">
                  <c:v>6.6555</c:v>
                </c:pt>
                <c:pt idx="23431">
                  <c:v>6.6558000000000002</c:v>
                </c:pt>
                <c:pt idx="23432">
                  <c:v>6.65611</c:v>
                </c:pt>
                <c:pt idx="23433">
                  <c:v>6.6564100000000002</c:v>
                </c:pt>
                <c:pt idx="23434">
                  <c:v>6.65672</c:v>
                </c:pt>
                <c:pt idx="23435">
                  <c:v>6.6570200000000002</c:v>
                </c:pt>
                <c:pt idx="23436">
                  <c:v>6.65733</c:v>
                </c:pt>
                <c:pt idx="23437">
                  <c:v>6.6576300000000002</c:v>
                </c:pt>
                <c:pt idx="23438">
                  <c:v>6.65794</c:v>
                </c:pt>
                <c:pt idx="23439">
                  <c:v>6.6582400000000002</c:v>
                </c:pt>
                <c:pt idx="23440">
                  <c:v>6.65855</c:v>
                </c:pt>
                <c:pt idx="23441">
                  <c:v>6.6588599999999998</c:v>
                </c:pt>
                <c:pt idx="23442">
                  <c:v>6.65916</c:v>
                </c:pt>
                <c:pt idx="23443">
                  <c:v>6.6594699999999998</c:v>
                </c:pt>
                <c:pt idx="23444">
                  <c:v>6.65977</c:v>
                </c:pt>
                <c:pt idx="23445">
                  <c:v>6.6600799999999998</c:v>
                </c:pt>
                <c:pt idx="23446">
                  <c:v>6.66038</c:v>
                </c:pt>
                <c:pt idx="23447">
                  <c:v>6.6606899999999998</c:v>
                </c:pt>
                <c:pt idx="23448">
                  <c:v>6.66099</c:v>
                </c:pt>
                <c:pt idx="23449">
                  <c:v>6.6612999999999998</c:v>
                </c:pt>
                <c:pt idx="23450">
                  <c:v>6.6616</c:v>
                </c:pt>
                <c:pt idx="23451">
                  <c:v>6.6619099999999998</c:v>
                </c:pt>
                <c:pt idx="23452">
                  <c:v>6.66221</c:v>
                </c:pt>
                <c:pt idx="23453">
                  <c:v>6.6625199999999998</c:v>
                </c:pt>
                <c:pt idx="23454">
                  <c:v>6.6628299999999996</c:v>
                </c:pt>
                <c:pt idx="23455">
                  <c:v>6.6631299999999998</c:v>
                </c:pt>
                <c:pt idx="23456">
                  <c:v>6.6634399999999996</c:v>
                </c:pt>
                <c:pt idx="23457">
                  <c:v>6.6637399999999998</c:v>
                </c:pt>
                <c:pt idx="23458">
                  <c:v>6.6640499999999996</c:v>
                </c:pt>
                <c:pt idx="23459">
                  <c:v>6.6643499999999998</c:v>
                </c:pt>
                <c:pt idx="23460">
                  <c:v>6.6646599999999996</c:v>
                </c:pt>
                <c:pt idx="23461">
                  <c:v>6.6649599999999998</c:v>
                </c:pt>
                <c:pt idx="23462">
                  <c:v>6.6652699999999996</c:v>
                </c:pt>
                <c:pt idx="23463">
                  <c:v>6.6655699999999998</c:v>
                </c:pt>
                <c:pt idx="23464">
                  <c:v>6.6658799999999996</c:v>
                </c:pt>
                <c:pt idx="23465">
                  <c:v>6.6661799999999998</c:v>
                </c:pt>
                <c:pt idx="23466">
                  <c:v>6.6664899999999996</c:v>
                </c:pt>
                <c:pt idx="23467">
                  <c:v>6.6668000000000003</c:v>
                </c:pt>
                <c:pt idx="23468">
                  <c:v>6.6670999999999996</c:v>
                </c:pt>
                <c:pt idx="23469">
                  <c:v>6.6674100000000003</c:v>
                </c:pt>
                <c:pt idx="23470">
                  <c:v>6.6677099999999996</c:v>
                </c:pt>
                <c:pt idx="23471">
                  <c:v>6.6680200000000003</c:v>
                </c:pt>
                <c:pt idx="23472">
                  <c:v>6.6683199999999996</c:v>
                </c:pt>
                <c:pt idx="23473">
                  <c:v>6.6686300000000003</c:v>
                </c:pt>
                <c:pt idx="23474">
                  <c:v>6.6689299999999996</c:v>
                </c:pt>
                <c:pt idx="23475">
                  <c:v>6.6692400000000003</c:v>
                </c:pt>
                <c:pt idx="23476">
                  <c:v>6.6695399999999996</c:v>
                </c:pt>
                <c:pt idx="23477">
                  <c:v>6.6698500000000003</c:v>
                </c:pt>
                <c:pt idx="23478">
                  <c:v>6.6701499999999996</c:v>
                </c:pt>
                <c:pt idx="23479">
                  <c:v>6.6704600000000003</c:v>
                </c:pt>
                <c:pt idx="23480">
                  <c:v>6.6707700000000001</c:v>
                </c:pt>
                <c:pt idx="23481">
                  <c:v>6.6710700000000003</c:v>
                </c:pt>
                <c:pt idx="23482">
                  <c:v>6.6713800000000001</c:v>
                </c:pt>
                <c:pt idx="23483">
                  <c:v>6.6716800000000003</c:v>
                </c:pt>
                <c:pt idx="23484">
                  <c:v>6.6719900000000001</c:v>
                </c:pt>
                <c:pt idx="23485">
                  <c:v>6.6722900000000003</c:v>
                </c:pt>
                <c:pt idx="23486">
                  <c:v>6.6726000000000001</c:v>
                </c:pt>
                <c:pt idx="23487">
                  <c:v>6.6729000000000003</c:v>
                </c:pt>
                <c:pt idx="23488">
                  <c:v>6.6732100000000001</c:v>
                </c:pt>
                <c:pt idx="23489">
                  <c:v>6.6735100000000003</c:v>
                </c:pt>
                <c:pt idx="23490">
                  <c:v>6.6738200000000001</c:v>
                </c:pt>
                <c:pt idx="23491">
                  <c:v>6.6741299999999999</c:v>
                </c:pt>
                <c:pt idx="23492">
                  <c:v>6.6744300000000001</c:v>
                </c:pt>
                <c:pt idx="23493">
                  <c:v>6.6747399999999999</c:v>
                </c:pt>
                <c:pt idx="23494">
                  <c:v>6.6750400000000001</c:v>
                </c:pt>
                <c:pt idx="23495">
                  <c:v>6.6753499999999999</c:v>
                </c:pt>
                <c:pt idx="23496">
                  <c:v>6.6756500000000001</c:v>
                </c:pt>
                <c:pt idx="23497">
                  <c:v>6.6759599999999999</c:v>
                </c:pt>
                <c:pt idx="23498">
                  <c:v>6.6762600000000001</c:v>
                </c:pt>
                <c:pt idx="23499">
                  <c:v>6.6765699999999999</c:v>
                </c:pt>
                <c:pt idx="23500">
                  <c:v>6.6768700000000001</c:v>
                </c:pt>
                <c:pt idx="23501">
                  <c:v>6.6771799999999999</c:v>
                </c:pt>
                <c:pt idx="23502">
                  <c:v>6.6774800000000001</c:v>
                </c:pt>
                <c:pt idx="23503">
                  <c:v>6.6777899999999999</c:v>
                </c:pt>
                <c:pt idx="23504">
                  <c:v>6.6780999999999997</c:v>
                </c:pt>
                <c:pt idx="23505">
                  <c:v>6.6783999999999999</c:v>
                </c:pt>
                <c:pt idx="23506">
                  <c:v>6.6787099999999997</c:v>
                </c:pt>
                <c:pt idx="23507">
                  <c:v>6.6790099999999999</c:v>
                </c:pt>
                <c:pt idx="23508">
                  <c:v>6.6793199999999997</c:v>
                </c:pt>
                <c:pt idx="23509">
                  <c:v>6.6796199999999999</c:v>
                </c:pt>
                <c:pt idx="23510">
                  <c:v>6.6799299999999997</c:v>
                </c:pt>
                <c:pt idx="23511">
                  <c:v>6.6802299999999999</c:v>
                </c:pt>
                <c:pt idx="23512">
                  <c:v>6.6805399999999997</c:v>
                </c:pt>
                <c:pt idx="23513">
                  <c:v>6.6808399999999999</c:v>
                </c:pt>
                <c:pt idx="23514">
                  <c:v>6.6811499999999997</c:v>
                </c:pt>
                <c:pt idx="23515">
                  <c:v>6.6814499999999999</c:v>
                </c:pt>
                <c:pt idx="23516">
                  <c:v>6.6817599999999997</c:v>
                </c:pt>
                <c:pt idx="23517">
                  <c:v>6.6820700000000004</c:v>
                </c:pt>
                <c:pt idx="23518">
                  <c:v>6.6823699999999997</c:v>
                </c:pt>
                <c:pt idx="23519">
                  <c:v>6.6826800000000004</c:v>
                </c:pt>
                <c:pt idx="23520">
                  <c:v>6.6829799999999997</c:v>
                </c:pt>
                <c:pt idx="23521">
                  <c:v>6.6832900000000004</c:v>
                </c:pt>
                <c:pt idx="23522">
                  <c:v>6.6835899999999997</c:v>
                </c:pt>
                <c:pt idx="23523">
                  <c:v>6.6839000000000004</c:v>
                </c:pt>
                <c:pt idx="23524">
                  <c:v>6.6841999999999997</c:v>
                </c:pt>
                <c:pt idx="23525">
                  <c:v>6.6845100000000004</c:v>
                </c:pt>
                <c:pt idx="23526">
                  <c:v>6.6848099999999997</c:v>
                </c:pt>
                <c:pt idx="23527">
                  <c:v>6.6851200000000004</c:v>
                </c:pt>
                <c:pt idx="23528">
                  <c:v>6.6854199999999997</c:v>
                </c:pt>
                <c:pt idx="23529">
                  <c:v>6.6857300000000004</c:v>
                </c:pt>
                <c:pt idx="23530">
                  <c:v>6.6860400000000002</c:v>
                </c:pt>
                <c:pt idx="23531">
                  <c:v>6.6863400000000004</c:v>
                </c:pt>
                <c:pt idx="23532">
                  <c:v>6.6866500000000002</c:v>
                </c:pt>
                <c:pt idx="23533">
                  <c:v>6.6869500000000004</c:v>
                </c:pt>
                <c:pt idx="23534">
                  <c:v>6.6872600000000002</c:v>
                </c:pt>
                <c:pt idx="23535">
                  <c:v>6.6875600000000004</c:v>
                </c:pt>
                <c:pt idx="23536">
                  <c:v>6.6878700000000002</c:v>
                </c:pt>
                <c:pt idx="23537">
                  <c:v>6.6881700000000004</c:v>
                </c:pt>
                <c:pt idx="23538">
                  <c:v>6.6884800000000002</c:v>
                </c:pt>
                <c:pt idx="23539">
                  <c:v>6.6887800000000004</c:v>
                </c:pt>
                <c:pt idx="23540">
                  <c:v>6.6890900000000002</c:v>
                </c:pt>
                <c:pt idx="23541">
                  <c:v>6.6893900000000004</c:v>
                </c:pt>
                <c:pt idx="23542">
                  <c:v>6.6897000000000002</c:v>
                </c:pt>
                <c:pt idx="23543">
                  <c:v>6.69001</c:v>
                </c:pt>
                <c:pt idx="23544">
                  <c:v>6.6903100000000002</c:v>
                </c:pt>
                <c:pt idx="23545">
                  <c:v>6.69062</c:v>
                </c:pt>
                <c:pt idx="23546">
                  <c:v>6.6909200000000002</c:v>
                </c:pt>
                <c:pt idx="23547">
                  <c:v>6.69123</c:v>
                </c:pt>
                <c:pt idx="23548">
                  <c:v>6.6915300000000002</c:v>
                </c:pt>
                <c:pt idx="23549">
                  <c:v>6.69184</c:v>
                </c:pt>
                <c:pt idx="23550">
                  <c:v>6.6921400000000002</c:v>
                </c:pt>
                <c:pt idx="23551">
                  <c:v>6.69245</c:v>
                </c:pt>
                <c:pt idx="23552">
                  <c:v>6.6927500000000002</c:v>
                </c:pt>
                <c:pt idx="23553">
                  <c:v>6.69306</c:v>
                </c:pt>
                <c:pt idx="23554">
                  <c:v>6.6933699999999998</c:v>
                </c:pt>
                <c:pt idx="23555">
                  <c:v>6.69367</c:v>
                </c:pt>
                <c:pt idx="23556">
                  <c:v>6.6939799999999998</c:v>
                </c:pt>
                <c:pt idx="23557">
                  <c:v>6.69428</c:v>
                </c:pt>
                <c:pt idx="23558">
                  <c:v>6.6945899999999998</c:v>
                </c:pt>
                <c:pt idx="23559">
                  <c:v>6.69489</c:v>
                </c:pt>
                <c:pt idx="23560">
                  <c:v>6.6951999999999998</c:v>
                </c:pt>
                <c:pt idx="23561">
                  <c:v>6.6955</c:v>
                </c:pt>
                <c:pt idx="23562">
                  <c:v>6.6958099999999998</c:v>
                </c:pt>
                <c:pt idx="23563">
                  <c:v>6.69611</c:v>
                </c:pt>
                <c:pt idx="23564">
                  <c:v>6.6964199999999998</c:v>
                </c:pt>
                <c:pt idx="23565">
                  <c:v>6.69672</c:v>
                </c:pt>
                <c:pt idx="23566">
                  <c:v>6.6970299999999998</c:v>
                </c:pt>
                <c:pt idx="23567">
                  <c:v>6.6973399999999996</c:v>
                </c:pt>
                <c:pt idx="23568">
                  <c:v>6.6976399999999998</c:v>
                </c:pt>
                <c:pt idx="23569">
                  <c:v>6.6979499999999996</c:v>
                </c:pt>
                <c:pt idx="23570">
                  <c:v>6.6982499999999998</c:v>
                </c:pt>
                <c:pt idx="23571">
                  <c:v>6.6985599999999996</c:v>
                </c:pt>
                <c:pt idx="23572">
                  <c:v>6.6988599999999998</c:v>
                </c:pt>
                <c:pt idx="23573">
                  <c:v>6.6991699999999996</c:v>
                </c:pt>
                <c:pt idx="23574">
                  <c:v>6.6994699999999998</c:v>
                </c:pt>
                <c:pt idx="23575">
                  <c:v>6.6997799999999996</c:v>
                </c:pt>
                <c:pt idx="23576">
                  <c:v>6.7000799999999998</c:v>
                </c:pt>
                <c:pt idx="23577">
                  <c:v>6.7003899999999996</c:v>
                </c:pt>
                <c:pt idx="23578">
                  <c:v>6.7006899999999998</c:v>
                </c:pt>
                <c:pt idx="23579">
                  <c:v>6.7009999999999996</c:v>
                </c:pt>
                <c:pt idx="23580">
                  <c:v>6.7013100000000003</c:v>
                </c:pt>
                <c:pt idx="23581">
                  <c:v>6.7016099999999996</c:v>
                </c:pt>
                <c:pt idx="23582">
                  <c:v>6.7019200000000003</c:v>
                </c:pt>
                <c:pt idx="23583">
                  <c:v>6.7022199999999996</c:v>
                </c:pt>
                <c:pt idx="23584">
                  <c:v>6.7025300000000003</c:v>
                </c:pt>
                <c:pt idx="23585">
                  <c:v>6.7028299999999996</c:v>
                </c:pt>
                <c:pt idx="23586">
                  <c:v>6.7031400000000003</c:v>
                </c:pt>
                <c:pt idx="23587">
                  <c:v>6.7034399999999996</c:v>
                </c:pt>
                <c:pt idx="23588">
                  <c:v>6.7037500000000003</c:v>
                </c:pt>
                <c:pt idx="23589">
                  <c:v>6.7040499999999996</c:v>
                </c:pt>
                <c:pt idx="23590">
                  <c:v>6.7043600000000003</c:v>
                </c:pt>
                <c:pt idx="23591">
                  <c:v>6.7046599999999996</c:v>
                </c:pt>
                <c:pt idx="23592">
                  <c:v>6.7049700000000003</c:v>
                </c:pt>
                <c:pt idx="23593">
                  <c:v>6.7052800000000001</c:v>
                </c:pt>
                <c:pt idx="23594">
                  <c:v>6.7055800000000003</c:v>
                </c:pt>
                <c:pt idx="23595">
                  <c:v>6.7058900000000001</c:v>
                </c:pt>
                <c:pt idx="23596">
                  <c:v>6.7061900000000003</c:v>
                </c:pt>
                <c:pt idx="23597">
                  <c:v>6.7065000000000001</c:v>
                </c:pt>
                <c:pt idx="23598">
                  <c:v>6.7068000000000003</c:v>
                </c:pt>
                <c:pt idx="23599">
                  <c:v>6.7071100000000001</c:v>
                </c:pt>
                <c:pt idx="23600">
                  <c:v>6.7074100000000003</c:v>
                </c:pt>
                <c:pt idx="23601">
                  <c:v>6.7077200000000001</c:v>
                </c:pt>
                <c:pt idx="23602">
                  <c:v>6.7080200000000003</c:v>
                </c:pt>
                <c:pt idx="23603">
                  <c:v>6.7083300000000001</c:v>
                </c:pt>
                <c:pt idx="23604">
                  <c:v>6.7086300000000003</c:v>
                </c:pt>
                <c:pt idx="23605">
                  <c:v>6.7089400000000001</c:v>
                </c:pt>
                <c:pt idx="23606">
                  <c:v>6.7092499999999999</c:v>
                </c:pt>
                <c:pt idx="23607">
                  <c:v>6.7095500000000001</c:v>
                </c:pt>
                <c:pt idx="23608">
                  <c:v>6.7098599999999999</c:v>
                </c:pt>
                <c:pt idx="23609">
                  <c:v>6.7101600000000001</c:v>
                </c:pt>
                <c:pt idx="23610">
                  <c:v>6.7104699999999999</c:v>
                </c:pt>
                <c:pt idx="23611">
                  <c:v>6.7107700000000001</c:v>
                </c:pt>
                <c:pt idx="23612">
                  <c:v>6.7110799999999999</c:v>
                </c:pt>
                <c:pt idx="23613">
                  <c:v>6.7113800000000001</c:v>
                </c:pt>
                <c:pt idx="23614">
                  <c:v>6.7116899999999999</c:v>
                </c:pt>
                <c:pt idx="23615">
                  <c:v>6.7119900000000001</c:v>
                </c:pt>
                <c:pt idx="23616">
                  <c:v>6.7122999999999999</c:v>
                </c:pt>
                <c:pt idx="23617">
                  <c:v>6.7126099999999997</c:v>
                </c:pt>
                <c:pt idx="23618">
                  <c:v>6.7129099999999999</c:v>
                </c:pt>
                <c:pt idx="23619">
                  <c:v>6.7132199999999997</c:v>
                </c:pt>
                <c:pt idx="23620">
                  <c:v>6.7135199999999999</c:v>
                </c:pt>
                <c:pt idx="23621">
                  <c:v>6.7138299999999997</c:v>
                </c:pt>
                <c:pt idx="23622">
                  <c:v>6.7141299999999999</c:v>
                </c:pt>
                <c:pt idx="23623">
                  <c:v>6.7144399999999997</c:v>
                </c:pt>
                <c:pt idx="23624">
                  <c:v>6.7147399999999999</c:v>
                </c:pt>
                <c:pt idx="23625">
                  <c:v>6.7150499999999997</c:v>
                </c:pt>
                <c:pt idx="23626">
                  <c:v>6.7153499999999999</c:v>
                </c:pt>
                <c:pt idx="23627">
                  <c:v>6.7156599999999997</c:v>
                </c:pt>
                <c:pt idx="23628">
                  <c:v>6.7159599999999999</c:v>
                </c:pt>
                <c:pt idx="23629">
                  <c:v>6.7162699999999997</c:v>
                </c:pt>
                <c:pt idx="23630">
                  <c:v>6.7165800000000004</c:v>
                </c:pt>
                <c:pt idx="23631">
                  <c:v>6.7168799999999997</c:v>
                </c:pt>
                <c:pt idx="23632">
                  <c:v>6.7171900000000004</c:v>
                </c:pt>
                <c:pt idx="23633">
                  <c:v>6.7174899999999997</c:v>
                </c:pt>
                <c:pt idx="23634">
                  <c:v>6.7178000000000004</c:v>
                </c:pt>
                <c:pt idx="23635">
                  <c:v>6.7180999999999997</c:v>
                </c:pt>
                <c:pt idx="23636">
                  <c:v>6.7184100000000004</c:v>
                </c:pt>
                <c:pt idx="23637">
                  <c:v>6.7187099999999997</c:v>
                </c:pt>
                <c:pt idx="23638">
                  <c:v>6.7190200000000004</c:v>
                </c:pt>
                <c:pt idx="23639">
                  <c:v>6.7193199999999997</c:v>
                </c:pt>
                <c:pt idx="23640">
                  <c:v>6.7196300000000004</c:v>
                </c:pt>
                <c:pt idx="23641">
                  <c:v>6.7199299999999997</c:v>
                </c:pt>
                <c:pt idx="23642">
                  <c:v>6.7202400000000004</c:v>
                </c:pt>
                <c:pt idx="23643">
                  <c:v>6.7205500000000002</c:v>
                </c:pt>
                <c:pt idx="23644">
                  <c:v>6.7208500000000004</c:v>
                </c:pt>
                <c:pt idx="23645">
                  <c:v>6.7211600000000002</c:v>
                </c:pt>
                <c:pt idx="23646">
                  <c:v>6.7214600000000004</c:v>
                </c:pt>
                <c:pt idx="23647">
                  <c:v>6.7217700000000002</c:v>
                </c:pt>
                <c:pt idx="23648">
                  <c:v>6.7220700000000004</c:v>
                </c:pt>
                <c:pt idx="23649">
                  <c:v>6.7223800000000002</c:v>
                </c:pt>
                <c:pt idx="23650">
                  <c:v>6.7226800000000004</c:v>
                </c:pt>
                <c:pt idx="23651">
                  <c:v>6.7229900000000002</c:v>
                </c:pt>
                <c:pt idx="23652">
                  <c:v>6.7232900000000004</c:v>
                </c:pt>
                <c:pt idx="23653">
                  <c:v>6.7236000000000002</c:v>
                </c:pt>
                <c:pt idx="23654">
                  <c:v>6.7239000000000004</c:v>
                </c:pt>
                <c:pt idx="23655">
                  <c:v>6.7242100000000002</c:v>
                </c:pt>
                <c:pt idx="23656">
                  <c:v>6.7245200000000001</c:v>
                </c:pt>
                <c:pt idx="23657">
                  <c:v>6.7248200000000002</c:v>
                </c:pt>
                <c:pt idx="23658">
                  <c:v>6.7251300000000001</c:v>
                </c:pt>
                <c:pt idx="23659">
                  <c:v>6.7254300000000002</c:v>
                </c:pt>
                <c:pt idx="23660">
                  <c:v>6.7257400000000001</c:v>
                </c:pt>
                <c:pt idx="23661">
                  <c:v>6.7260400000000002</c:v>
                </c:pt>
                <c:pt idx="23662">
                  <c:v>6.7263500000000001</c:v>
                </c:pt>
                <c:pt idx="23663">
                  <c:v>6.7266500000000002</c:v>
                </c:pt>
                <c:pt idx="23664">
                  <c:v>6.7269600000000001</c:v>
                </c:pt>
                <c:pt idx="23665">
                  <c:v>6.7272600000000002</c:v>
                </c:pt>
                <c:pt idx="23666">
                  <c:v>6.7275700000000001</c:v>
                </c:pt>
                <c:pt idx="23667">
                  <c:v>6.7278799999999999</c:v>
                </c:pt>
                <c:pt idx="23668">
                  <c:v>6.72818</c:v>
                </c:pt>
                <c:pt idx="23669">
                  <c:v>6.7284899999999999</c:v>
                </c:pt>
                <c:pt idx="23670">
                  <c:v>6.72879</c:v>
                </c:pt>
                <c:pt idx="23671">
                  <c:v>6.7290999999999999</c:v>
                </c:pt>
                <c:pt idx="23672">
                  <c:v>6.7294</c:v>
                </c:pt>
                <c:pt idx="23673">
                  <c:v>6.7297099999999999</c:v>
                </c:pt>
                <c:pt idx="23674">
                  <c:v>6.73001</c:v>
                </c:pt>
                <c:pt idx="23675">
                  <c:v>6.7303199999999999</c:v>
                </c:pt>
                <c:pt idx="23676">
                  <c:v>6.73062</c:v>
                </c:pt>
                <c:pt idx="23677">
                  <c:v>6.7309299999999999</c:v>
                </c:pt>
                <c:pt idx="23678">
                  <c:v>6.73123</c:v>
                </c:pt>
                <c:pt idx="23679">
                  <c:v>6.7315399999999999</c:v>
                </c:pt>
                <c:pt idx="23680">
                  <c:v>6.7318499999999997</c:v>
                </c:pt>
                <c:pt idx="23681">
                  <c:v>6.7321499999999999</c:v>
                </c:pt>
                <c:pt idx="23682">
                  <c:v>6.7324599999999997</c:v>
                </c:pt>
                <c:pt idx="23683">
                  <c:v>6.7327599999999999</c:v>
                </c:pt>
                <c:pt idx="23684">
                  <c:v>6.7330699999999997</c:v>
                </c:pt>
                <c:pt idx="23685">
                  <c:v>6.7333699999999999</c:v>
                </c:pt>
                <c:pt idx="23686">
                  <c:v>6.7336799999999997</c:v>
                </c:pt>
                <c:pt idx="23687">
                  <c:v>6.7339799999999999</c:v>
                </c:pt>
                <c:pt idx="23688">
                  <c:v>6.7342899999999997</c:v>
                </c:pt>
                <c:pt idx="23689">
                  <c:v>6.7345899999999999</c:v>
                </c:pt>
                <c:pt idx="23690">
                  <c:v>6.7348999999999997</c:v>
                </c:pt>
                <c:pt idx="23691">
                  <c:v>6.7351999999999999</c:v>
                </c:pt>
                <c:pt idx="23692">
                  <c:v>6.7355099999999997</c:v>
                </c:pt>
                <c:pt idx="23693">
                  <c:v>6.7358200000000004</c:v>
                </c:pt>
                <c:pt idx="23694">
                  <c:v>6.7361199999999997</c:v>
                </c:pt>
                <c:pt idx="23695">
                  <c:v>6.7364300000000004</c:v>
                </c:pt>
                <c:pt idx="23696">
                  <c:v>6.7367299999999997</c:v>
                </c:pt>
                <c:pt idx="23697">
                  <c:v>6.7370400000000004</c:v>
                </c:pt>
                <c:pt idx="23698">
                  <c:v>6.7373399999999997</c:v>
                </c:pt>
                <c:pt idx="23699">
                  <c:v>6.7376500000000004</c:v>
                </c:pt>
                <c:pt idx="23700">
                  <c:v>6.7379499999999997</c:v>
                </c:pt>
                <c:pt idx="23701">
                  <c:v>6.7382600000000004</c:v>
                </c:pt>
                <c:pt idx="23702">
                  <c:v>6.7385599999999997</c:v>
                </c:pt>
                <c:pt idx="23703">
                  <c:v>6.7388700000000004</c:v>
                </c:pt>
                <c:pt idx="23704">
                  <c:v>6.7391699999999997</c:v>
                </c:pt>
                <c:pt idx="23705">
                  <c:v>6.7394800000000004</c:v>
                </c:pt>
                <c:pt idx="23706">
                  <c:v>6.7397900000000002</c:v>
                </c:pt>
                <c:pt idx="23707">
                  <c:v>6.7400900000000004</c:v>
                </c:pt>
                <c:pt idx="23708">
                  <c:v>6.7404000000000002</c:v>
                </c:pt>
                <c:pt idx="23709">
                  <c:v>6.7407000000000004</c:v>
                </c:pt>
                <c:pt idx="23710">
                  <c:v>6.7410100000000002</c:v>
                </c:pt>
                <c:pt idx="23711">
                  <c:v>6.7413100000000004</c:v>
                </c:pt>
                <c:pt idx="23712">
                  <c:v>6.7416200000000002</c:v>
                </c:pt>
                <c:pt idx="23713">
                  <c:v>6.7419200000000004</c:v>
                </c:pt>
                <c:pt idx="23714">
                  <c:v>6.7422300000000002</c:v>
                </c:pt>
                <c:pt idx="23715">
                  <c:v>6.7425300000000004</c:v>
                </c:pt>
                <c:pt idx="23716">
                  <c:v>6.7428400000000002</c:v>
                </c:pt>
                <c:pt idx="23717">
                  <c:v>6.7431400000000004</c:v>
                </c:pt>
                <c:pt idx="23718">
                  <c:v>6.7434500000000002</c:v>
                </c:pt>
                <c:pt idx="23719">
                  <c:v>6.74376</c:v>
                </c:pt>
                <c:pt idx="23720">
                  <c:v>6.7440600000000002</c:v>
                </c:pt>
                <c:pt idx="23721">
                  <c:v>6.74437</c:v>
                </c:pt>
                <c:pt idx="23722">
                  <c:v>6.7446700000000002</c:v>
                </c:pt>
                <c:pt idx="23723">
                  <c:v>6.74498</c:v>
                </c:pt>
                <c:pt idx="23724">
                  <c:v>6.7452800000000002</c:v>
                </c:pt>
                <c:pt idx="23725">
                  <c:v>6.74559</c:v>
                </c:pt>
                <c:pt idx="23726">
                  <c:v>6.7458900000000002</c:v>
                </c:pt>
                <c:pt idx="23727">
                  <c:v>6.7462</c:v>
                </c:pt>
                <c:pt idx="23728">
                  <c:v>6.7465000000000002</c:v>
                </c:pt>
                <c:pt idx="23729">
                  <c:v>6.74681</c:v>
                </c:pt>
                <c:pt idx="23730">
                  <c:v>6.7471199999999998</c:v>
                </c:pt>
                <c:pt idx="23731">
                  <c:v>6.74742</c:v>
                </c:pt>
                <c:pt idx="23732">
                  <c:v>6.7477299999999998</c:v>
                </c:pt>
                <c:pt idx="23733">
                  <c:v>6.74803</c:v>
                </c:pt>
                <c:pt idx="23734">
                  <c:v>6.7483399999999998</c:v>
                </c:pt>
                <c:pt idx="23735">
                  <c:v>6.74864</c:v>
                </c:pt>
                <c:pt idx="23736">
                  <c:v>6.7489499999999998</c:v>
                </c:pt>
                <c:pt idx="23737">
                  <c:v>6.74925</c:v>
                </c:pt>
                <c:pt idx="23738">
                  <c:v>6.7495599999999998</c:v>
                </c:pt>
                <c:pt idx="23739">
                  <c:v>6.74986</c:v>
                </c:pt>
                <c:pt idx="23740">
                  <c:v>6.7501699999999998</c:v>
                </c:pt>
                <c:pt idx="23741">
                  <c:v>6.75047</c:v>
                </c:pt>
                <c:pt idx="23742">
                  <c:v>6.7507799999999998</c:v>
                </c:pt>
                <c:pt idx="23743">
                  <c:v>6.7510899999999996</c:v>
                </c:pt>
                <c:pt idx="23744">
                  <c:v>6.7513899999999998</c:v>
                </c:pt>
                <c:pt idx="23745">
                  <c:v>6.7516999999999996</c:v>
                </c:pt>
                <c:pt idx="23746">
                  <c:v>6.7519999999999998</c:v>
                </c:pt>
                <c:pt idx="23747">
                  <c:v>6.7523099999999996</c:v>
                </c:pt>
                <c:pt idx="23748">
                  <c:v>6.7526099999999998</c:v>
                </c:pt>
                <c:pt idx="23749">
                  <c:v>6.7529199999999996</c:v>
                </c:pt>
                <c:pt idx="23750">
                  <c:v>6.7532199999999998</c:v>
                </c:pt>
                <c:pt idx="23751">
                  <c:v>6.7535299999999996</c:v>
                </c:pt>
                <c:pt idx="23752">
                  <c:v>6.7538299999999998</c:v>
                </c:pt>
                <c:pt idx="23753">
                  <c:v>6.7541399999999996</c:v>
                </c:pt>
                <c:pt idx="23754">
                  <c:v>6.7544399999999998</c:v>
                </c:pt>
                <c:pt idx="23755">
                  <c:v>6.7547499999999996</c:v>
                </c:pt>
                <c:pt idx="23756">
                  <c:v>6.7550600000000003</c:v>
                </c:pt>
                <c:pt idx="23757">
                  <c:v>6.7553599999999996</c:v>
                </c:pt>
                <c:pt idx="23758">
                  <c:v>6.7556700000000003</c:v>
                </c:pt>
                <c:pt idx="23759">
                  <c:v>6.7559699999999996</c:v>
                </c:pt>
                <c:pt idx="23760">
                  <c:v>6.7562800000000003</c:v>
                </c:pt>
                <c:pt idx="23761">
                  <c:v>6.7565799999999996</c:v>
                </c:pt>
                <c:pt idx="23762">
                  <c:v>6.7568900000000003</c:v>
                </c:pt>
                <c:pt idx="23763">
                  <c:v>6.7571899999999996</c:v>
                </c:pt>
                <c:pt idx="23764">
                  <c:v>6.7575000000000003</c:v>
                </c:pt>
                <c:pt idx="23765">
                  <c:v>6.7577999999999996</c:v>
                </c:pt>
                <c:pt idx="23766">
                  <c:v>6.7581100000000003</c:v>
                </c:pt>
                <c:pt idx="23767">
                  <c:v>6.7584099999999996</c:v>
                </c:pt>
                <c:pt idx="23768">
                  <c:v>6.7587200000000003</c:v>
                </c:pt>
                <c:pt idx="23769">
                  <c:v>6.7590300000000001</c:v>
                </c:pt>
                <c:pt idx="23770">
                  <c:v>6.7593300000000003</c:v>
                </c:pt>
                <c:pt idx="23771">
                  <c:v>6.7596400000000001</c:v>
                </c:pt>
                <c:pt idx="23772">
                  <c:v>6.7599400000000003</c:v>
                </c:pt>
                <c:pt idx="23773">
                  <c:v>6.7602500000000001</c:v>
                </c:pt>
                <c:pt idx="23774">
                  <c:v>6.7605500000000003</c:v>
                </c:pt>
                <c:pt idx="23775">
                  <c:v>6.7608600000000001</c:v>
                </c:pt>
                <c:pt idx="23776">
                  <c:v>6.7611600000000003</c:v>
                </c:pt>
                <c:pt idx="23777">
                  <c:v>6.7614700000000001</c:v>
                </c:pt>
                <c:pt idx="23778">
                  <c:v>6.7617700000000003</c:v>
                </c:pt>
                <c:pt idx="23779">
                  <c:v>6.7620800000000001</c:v>
                </c:pt>
                <c:pt idx="23780">
                  <c:v>6.7623800000000003</c:v>
                </c:pt>
                <c:pt idx="23781">
                  <c:v>6.7626900000000001</c:v>
                </c:pt>
                <c:pt idx="23782">
                  <c:v>6.7629999999999999</c:v>
                </c:pt>
                <c:pt idx="23783">
                  <c:v>6.7633000000000001</c:v>
                </c:pt>
                <c:pt idx="23784">
                  <c:v>6.7636099999999999</c:v>
                </c:pt>
                <c:pt idx="23785">
                  <c:v>6.7639100000000001</c:v>
                </c:pt>
                <c:pt idx="23786">
                  <c:v>6.7642199999999999</c:v>
                </c:pt>
                <c:pt idx="23787">
                  <c:v>6.7645200000000001</c:v>
                </c:pt>
                <c:pt idx="23788">
                  <c:v>6.7648299999999999</c:v>
                </c:pt>
                <c:pt idx="23789">
                  <c:v>6.7651300000000001</c:v>
                </c:pt>
                <c:pt idx="23790">
                  <c:v>6.7654399999999999</c:v>
                </c:pt>
                <c:pt idx="23791">
                  <c:v>6.7657400000000001</c:v>
                </c:pt>
                <c:pt idx="23792">
                  <c:v>6.7660499999999999</c:v>
                </c:pt>
                <c:pt idx="23793">
                  <c:v>6.7663599999999997</c:v>
                </c:pt>
                <c:pt idx="23794">
                  <c:v>6.7666599999999999</c:v>
                </c:pt>
                <c:pt idx="23795">
                  <c:v>6.7669699999999997</c:v>
                </c:pt>
                <c:pt idx="23796">
                  <c:v>6.7672699999999999</c:v>
                </c:pt>
                <c:pt idx="23797">
                  <c:v>6.7675799999999997</c:v>
                </c:pt>
                <c:pt idx="23798">
                  <c:v>6.7678799999999999</c:v>
                </c:pt>
                <c:pt idx="23799">
                  <c:v>6.7681899999999997</c:v>
                </c:pt>
                <c:pt idx="23800">
                  <c:v>6.7684899999999999</c:v>
                </c:pt>
                <c:pt idx="23801">
                  <c:v>6.7687999999999997</c:v>
                </c:pt>
                <c:pt idx="23802">
                  <c:v>6.7690999999999999</c:v>
                </c:pt>
                <c:pt idx="23803">
                  <c:v>6.7694099999999997</c:v>
                </c:pt>
                <c:pt idx="23804">
                  <c:v>6.7697099999999999</c:v>
                </c:pt>
                <c:pt idx="23805">
                  <c:v>6.7700199999999997</c:v>
                </c:pt>
                <c:pt idx="23806">
                  <c:v>6.7703300000000004</c:v>
                </c:pt>
                <c:pt idx="23807">
                  <c:v>6.7706299999999997</c:v>
                </c:pt>
                <c:pt idx="23808">
                  <c:v>6.7709400000000004</c:v>
                </c:pt>
                <c:pt idx="23809">
                  <c:v>6.7712399999999997</c:v>
                </c:pt>
                <c:pt idx="23810">
                  <c:v>6.7715500000000004</c:v>
                </c:pt>
                <c:pt idx="23811">
                  <c:v>6.7718499999999997</c:v>
                </c:pt>
                <c:pt idx="23812">
                  <c:v>6.7721600000000004</c:v>
                </c:pt>
                <c:pt idx="23813">
                  <c:v>6.7724599999999997</c:v>
                </c:pt>
                <c:pt idx="23814">
                  <c:v>6.7727700000000004</c:v>
                </c:pt>
                <c:pt idx="23815">
                  <c:v>6.7730699999999997</c:v>
                </c:pt>
                <c:pt idx="23816">
                  <c:v>6.7733800000000004</c:v>
                </c:pt>
                <c:pt idx="23817">
                  <c:v>6.7736799999999997</c:v>
                </c:pt>
                <c:pt idx="23818">
                  <c:v>6.7739900000000004</c:v>
                </c:pt>
                <c:pt idx="23819">
                  <c:v>6.7743000000000002</c:v>
                </c:pt>
                <c:pt idx="23820">
                  <c:v>6.7746000000000004</c:v>
                </c:pt>
                <c:pt idx="23821">
                  <c:v>6.7749100000000002</c:v>
                </c:pt>
                <c:pt idx="23822">
                  <c:v>6.7752100000000004</c:v>
                </c:pt>
                <c:pt idx="23823">
                  <c:v>6.7755200000000002</c:v>
                </c:pt>
                <c:pt idx="23824">
                  <c:v>6.7758200000000004</c:v>
                </c:pt>
                <c:pt idx="23825">
                  <c:v>6.7761300000000002</c:v>
                </c:pt>
                <c:pt idx="23826">
                  <c:v>6.7764300000000004</c:v>
                </c:pt>
                <c:pt idx="23827">
                  <c:v>6.7767400000000002</c:v>
                </c:pt>
                <c:pt idx="23828">
                  <c:v>6.7770400000000004</c:v>
                </c:pt>
                <c:pt idx="23829">
                  <c:v>6.7773500000000002</c:v>
                </c:pt>
                <c:pt idx="23830">
                  <c:v>6.7776500000000004</c:v>
                </c:pt>
                <c:pt idx="23831">
                  <c:v>6.7779600000000002</c:v>
                </c:pt>
                <c:pt idx="23832">
                  <c:v>6.77827</c:v>
                </c:pt>
                <c:pt idx="23833">
                  <c:v>6.7785700000000002</c:v>
                </c:pt>
                <c:pt idx="23834">
                  <c:v>6.77888</c:v>
                </c:pt>
                <c:pt idx="23835">
                  <c:v>6.7791800000000002</c:v>
                </c:pt>
                <c:pt idx="23836">
                  <c:v>6.77949</c:v>
                </c:pt>
                <c:pt idx="23837">
                  <c:v>6.7797900000000002</c:v>
                </c:pt>
                <c:pt idx="23838">
                  <c:v>6.7801</c:v>
                </c:pt>
                <c:pt idx="23839">
                  <c:v>6.7804000000000002</c:v>
                </c:pt>
                <c:pt idx="23840">
                  <c:v>6.78071</c:v>
                </c:pt>
                <c:pt idx="23841">
                  <c:v>6.7810100000000002</c:v>
                </c:pt>
                <c:pt idx="23842">
                  <c:v>6.78132</c:v>
                </c:pt>
                <c:pt idx="23843">
                  <c:v>6.7816200000000002</c:v>
                </c:pt>
                <c:pt idx="23844">
                  <c:v>6.78193</c:v>
                </c:pt>
                <c:pt idx="23845">
                  <c:v>6.7822399999999998</c:v>
                </c:pt>
                <c:pt idx="23846">
                  <c:v>6.78254</c:v>
                </c:pt>
                <c:pt idx="23847">
                  <c:v>6.7828499999999998</c:v>
                </c:pt>
                <c:pt idx="23848">
                  <c:v>6.78315</c:v>
                </c:pt>
                <c:pt idx="23849">
                  <c:v>6.7834599999999998</c:v>
                </c:pt>
                <c:pt idx="23850">
                  <c:v>6.78376</c:v>
                </c:pt>
                <c:pt idx="23851">
                  <c:v>6.7840699999999998</c:v>
                </c:pt>
                <c:pt idx="23852">
                  <c:v>6.78437</c:v>
                </c:pt>
                <c:pt idx="23853">
                  <c:v>6.7846799999999998</c:v>
                </c:pt>
                <c:pt idx="23854">
                  <c:v>6.78498</c:v>
                </c:pt>
                <c:pt idx="23855">
                  <c:v>6.7852899999999998</c:v>
                </c:pt>
                <c:pt idx="23856">
                  <c:v>6.7855999999999996</c:v>
                </c:pt>
                <c:pt idx="23857">
                  <c:v>6.7858999999999998</c:v>
                </c:pt>
                <c:pt idx="23858">
                  <c:v>6.7862099999999996</c:v>
                </c:pt>
                <c:pt idx="23859">
                  <c:v>6.7865099999999998</c:v>
                </c:pt>
                <c:pt idx="23860">
                  <c:v>6.7868199999999996</c:v>
                </c:pt>
                <c:pt idx="23861">
                  <c:v>6.7871199999999998</c:v>
                </c:pt>
                <c:pt idx="23862">
                  <c:v>6.7874299999999996</c:v>
                </c:pt>
                <c:pt idx="23863">
                  <c:v>6.7877299999999998</c:v>
                </c:pt>
                <c:pt idx="23864">
                  <c:v>6.7880399999999996</c:v>
                </c:pt>
                <c:pt idx="23865">
                  <c:v>6.7883399999999998</c:v>
                </c:pt>
                <c:pt idx="23866">
                  <c:v>6.7886499999999996</c:v>
                </c:pt>
                <c:pt idx="23867">
                  <c:v>6.7889499999999998</c:v>
                </c:pt>
                <c:pt idx="23868">
                  <c:v>6.7892599999999996</c:v>
                </c:pt>
                <c:pt idx="23869">
                  <c:v>6.7895700000000003</c:v>
                </c:pt>
                <c:pt idx="23870">
                  <c:v>6.7898699999999996</c:v>
                </c:pt>
                <c:pt idx="23871">
                  <c:v>6.7901800000000003</c:v>
                </c:pt>
                <c:pt idx="23872">
                  <c:v>6.7904799999999996</c:v>
                </c:pt>
                <c:pt idx="23873">
                  <c:v>6.7907900000000003</c:v>
                </c:pt>
                <c:pt idx="23874">
                  <c:v>6.7910899999999996</c:v>
                </c:pt>
                <c:pt idx="23875">
                  <c:v>6.7914000000000003</c:v>
                </c:pt>
                <c:pt idx="23876">
                  <c:v>6.7916999999999996</c:v>
                </c:pt>
                <c:pt idx="23877">
                  <c:v>6.7920100000000003</c:v>
                </c:pt>
                <c:pt idx="23878">
                  <c:v>6.7923099999999996</c:v>
                </c:pt>
                <c:pt idx="23879">
                  <c:v>6.7926200000000003</c:v>
                </c:pt>
                <c:pt idx="23880">
                  <c:v>6.7929199999999996</c:v>
                </c:pt>
                <c:pt idx="23881">
                  <c:v>6.7932300000000003</c:v>
                </c:pt>
                <c:pt idx="23882">
                  <c:v>6.7935400000000001</c:v>
                </c:pt>
                <c:pt idx="23883">
                  <c:v>6.7938400000000003</c:v>
                </c:pt>
                <c:pt idx="23884">
                  <c:v>6.7941500000000001</c:v>
                </c:pt>
                <c:pt idx="23885">
                  <c:v>6.7944500000000003</c:v>
                </c:pt>
                <c:pt idx="23886">
                  <c:v>6.7947600000000001</c:v>
                </c:pt>
                <c:pt idx="23887">
                  <c:v>6.7950600000000003</c:v>
                </c:pt>
                <c:pt idx="23888">
                  <c:v>6.7953700000000001</c:v>
                </c:pt>
                <c:pt idx="23889">
                  <c:v>6.7956700000000003</c:v>
                </c:pt>
                <c:pt idx="23890">
                  <c:v>6.7959800000000001</c:v>
                </c:pt>
                <c:pt idx="23891">
                  <c:v>6.7962800000000003</c:v>
                </c:pt>
                <c:pt idx="23892">
                  <c:v>6.7965900000000001</c:v>
                </c:pt>
                <c:pt idx="23893">
                  <c:v>6.7968900000000003</c:v>
                </c:pt>
                <c:pt idx="23894">
                  <c:v>6.7972000000000001</c:v>
                </c:pt>
                <c:pt idx="23895">
                  <c:v>6.7975099999999999</c:v>
                </c:pt>
                <c:pt idx="23896">
                  <c:v>6.7978100000000001</c:v>
                </c:pt>
                <c:pt idx="23897">
                  <c:v>6.7981199999999999</c:v>
                </c:pt>
                <c:pt idx="23898">
                  <c:v>6.7984200000000001</c:v>
                </c:pt>
                <c:pt idx="23899">
                  <c:v>6.7987299999999999</c:v>
                </c:pt>
                <c:pt idx="23900">
                  <c:v>6.7990300000000001</c:v>
                </c:pt>
                <c:pt idx="23901">
                  <c:v>6.7993399999999999</c:v>
                </c:pt>
                <c:pt idx="23902">
                  <c:v>6.7996400000000001</c:v>
                </c:pt>
                <c:pt idx="23903">
                  <c:v>6.7999499999999999</c:v>
                </c:pt>
                <c:pt idx="23904">
                  <c:v>6.8002500000000001</c:v>
                </c:pt>
                <c:pt idx="23905">
                  <c:v>6.8005599999999999</c:v>
                </c:pt>
                <c:pt idx="23906">
                  <c:v>6.8008699999999997</c:v>
                </c:pt>
                <c:pt idx="23907">
                  <c:v>6.8011699999999999</c:v>
                </c:pt>
                <c:pt idx="23908">
                  <c:v>6.8014799999999997</c:v>
                </c:pt>
                <c:pt idx="23909">
                  <c:v>6.8017799999999999</c:v>
                </c:pt>
                <c:pt idx="23910">
                  <c:v>6.8020899999999997</c:v>
                </c:pt>
                <c:pt idx="23911">
                  <c:v>6.8023899999999999</c:v>
                </c:pt>
                <c:pt idx="23912">
                  <c:v>6.8026999999999997</c:v>
                </c:pt>
                <c:pt idx="23913">
                  <c:v>6.8029999999999999</c:v>
                </c:pt>
                <c:pt idx="23914">
                  <c:v>6.8033099999999997</c:v>
                </c:pt>
                <c:pt idx="23915">
                  <c:v>6.8036099999999999</c:v>
                </c:pt>
                <c:pt idx="23916">
                  <c:v>6.8039199999999997</c:v>
                </c:pt>
                <c:pt idx="23917">
                  <c:v>6.8042199999999999</c:v>
                </c:pt>
                <c:pt idx="23918">
                  <c:v>6.8045299999999997</c:v>
                </c:pt>
                <c:pt idx="23919">
                  <c:v>6.8048400000000004</c:v>
                </c:pt>
                <c:pt idx="23920">
                  <c:v>6.8051399999999997</c:v>
                </c:pt>
                <c:pt idx="23921">
                  <c:v>6.8054500000000004</c:v>
                </c:pt>
                <c:pt idx="23922">
                  <c:v>6.8057499999999997</c:v>
                </c:pt>
                <c:pt idx="23923">
                  <c:v>6.8060600000000004</c:v>
                </c:pt>
                <c:pt idx="23924">
                  <c:v>6.8063599999999997</c:v>
                </c:pt>
                <c:pt idx="23925">
                  <c:v>6.8066700000000004</c:v>
                </c:pt>
                <c:pt idx="23926">
                  <c:v>6.8069699999999997</c:v>
                </c:pt>
                <c:pt idx="23927">
                  <c:v>6.8072800000000004</c:v>
                </c:pt>
                <c:pt idx="23928">
                  <c:v>6.8075799999999997</c:v>
                </c:pt>
                <c:pt idx="23929">
                  <c:v>6.8078900000000004</c:v>
                </c:pt>
                <c:pt idx="23930">
                  <c:v>6.8081899999999997</c:v>
                </c:pt>
                <c:pt idx="23931">
                  <c:v>6.8085000000000004</c:v>
                </c:pt>
                <c:pt idx="23932">
                  <c:v>6.8088100000000003</c:v>
                </c:pt>
                <c:pt idx="23933">
                  <c:v>6.8091100000000004</c:v>
                </c:pt>
                <c:pt idx="23934">
                  <c:v>6.8094200000000003</c:v>
                </c:pt>
                <c:pt idx="23935">
                  <c:v>6.8097200000000004</c:v>
                </c:pt>
                <c:pt idx="23936">
                  <c:v>6.8100300000000002</c:v>
                </c:pt>
                <c:pt idx="23937">
                  <c:v>6.8103300000000004</c:v>
                </c:pt>
                <c:pt idx="23938">
                  <c:v>6.8106400000000002</c:v>
                </c:pt>
                <c:pt idx="23939">
                  <c:v>6.8109400000000004</c:v>
                </c:pt>
                <c:pt idx="23940">
                  <c:v>6.8112500000000002</c:v>
                </c:pt>
                <c:pt idx="23941">
                  <c:v>6.8115500000000004</c:v>
                </c:pt>
                <c:pt idx="23942">
                  <c:v>6.8118600000000002</c:v>
                </c:pt>
                <c:pt idx="23943">
                  <c:v>6.8121600000000004</c:v>
                </c:pt>
                <c:pt idx="23944">
                  <c:v>6.8124700000000002</c:v>
                </c:pt>
                <c:pt idx="23945">
                  <c:v>6.8127800000000001</c:v>
                </c:pt>
                <c:pt idx="23946">
                  <c:v>6.8130800000000002</c:v>
                </c:pt>
                <c:pt idx="23947">
                  <c:v>6.8133900000000001</c:v>
                </c:pt>
                <c:pt idx="23948">
                  <c:v>6.8136900000000002</c:v>
                </c:pt>
                <c:pt idx="23949">
                  <c:v>6.8140000000000001</c:v>
                </c:pt>
                <c:pt idx="23950">
                  <c:v>6.8143000000000002</c:v>
                </c:pt>
                <c:pt idx="23951">
                  <c:v>6.8146100000000001</c:v>
                </c:pt>
                <c:pt idx="23952">
                  <c:v>6.8149100000000002</c:v>
                </c:pt>
                <c:pt idx="23953">
                  <c:v>6.8152200000000001</c:v>
                </c:pt>
                <c:pt idx="23954">
                  <c:v>6.8155200000000002</c:v>
                </c:pt>
                <c:pt idx="23955">
                  <c:v>6.8158300000000001</c:v>
                </c:pt>
                <c:pt idx="23956">
                  <c:v>6.8161300000000002</c:v>
                </c:pt>
                <c:pt idx="23957">
                  <c:v>6.8164400000000001</c:v>
                </c:pt>
                <c:pt idx="23958">
                  <c:v>6.8167499999999999</c:v>
                </c:pt>
                <c:pt idx="23959">
                  <c:v>6.8170500000000001</c:v>
                </c:pt>
                <c:pt idx="23960">
                  <c:v>6.8173599999999999</c:v>
                </c:pt>
                <c:pt idx="23961">
                  <c:v>6.8176600000000001</c:v>
                </c:pt>
                <c:pt idx="23962">
                  <c:v>6.8179699999999999</c:v>
                </c:pt>
                <c:pt idx="23963">
                  <c:v>6.8182700000000001</c:v>
                </c:pt>
                <c:pt idx="23964">
                  <c:v>6.8185799999999999</c:v>
                </c:pt>
                <c:pt idx="23965">
                  <c:v>6.8188800000000001</c:v>
                </c:pt>
                <c:pt idx="23966">
                  <c:v>6.8191899999999999</c:v>
                </c:pt>
                <c:pt idx="23967">
                  <c:v>6.8194900000000001</c:v>
                </c:pt>
                <c:pt idx="23968">
                  <c:v>6.8197999999999999</c:v>
                </c:pt>
                <c:pt idx="23969">
                  <c:v>6.8201099999999997</c:v>
                </c:pt>
                <c:pt idx="23970">
                  <c:v>6.8204099999999999</c:v>
                </c:pt>
                <c:pt idx="23971">
                  <c:v>6.8207199999999997</c:v>
                </c:pt>
                <c:pt idx="23972">
                  <c:v>6.8210199999999999</c:v>
                </c:pt>
                <c:pt idx="23973">
                  <c:v>6.8213299999999997</c:v>
                </c:pt>
                <c:pt idx="23974">
                  <c:v>6.8216299999999999</c:v>
                </c:pt>
                <c:pt idx="23975">
                  <c:v>6.8219399999999997</c:v>
                </c:pt>
                <c:pt idx="23976">
                  <c:v>6.8222399999999999</c:v>
                </c:pt>
                <c:pt idx="23977">
                  <c:v>6.8225499999999997</c:v>
                </c:pt>
                <c:pt idx="23978">
                  <c:v>6.8228499999999999</c:v>
                </c:pt>
                <c:pt idx="23979">
                  <c:v>6.8231599999999997</c:v>
                </c:pt>
                <c:pt idx="23980">
                  <c:v>6.8234599999999999</c:v>
                </c:pt>
                <c:pt idx="23981">
                  <c:v>6.8237699999999997</c:v>
                </c:pt>
                <c:pt idx="23982">
                  <c:v>6.8240800000000004</c:v>
                </c:pt>
                <c:pt idx="23983">
                  <c:v>6.8243799999999997</c:v>
                </c:pt>
                <c:pt idx="23984">
                  <c:v>6.8246900000000004</c:v>
                </c:pt>
                <c:pt idx="23985">
                  <c:v>6.8249899999999997</c:v>
                </c:pt>
                <c:pt idx="23986">
                  <c:v>6.8253000000000004</c:v>
                </c:pt>
                <c:pt idx="23987">
                  <c:v>6.8255999999999997</c:v>
                </c:pt>
                <c:pt idx="23988">
                  <c:v>6.8259100000000004</c:v>
                </c:pt>
                <c:pt idx="23989">
                  <c:v>6.8262099999999997</c:v>
                </c:pt>
                <c:pt idx="23990">
                  <c:v>6.8265200000000004</c:v>
                </c:pt>
                <c:pt idx="23991">
                  <c:v>6.8268199999999997</c:v>
                </c:pt>
                <c:pt idx="23992">
                  <c:v>6.8271300000000004</c:v>
                </c:pt>
                <c:pt idx="23993">
                  <c:v>6.8274299999999997</c:v>
                </c:pt>
                <c:pt idx="23994">
                  <c:v>6.8277400000000004</c:v>
                </c:pt>
                <c:pt idx="23995">
                  <c:v>6.8280500000000002</c:v>
                </c:pt>
                <c:pt idx="23996">
                  <c:v>6.8283500000000004</c:v>
                </c:pt>
                <c:pt idx="23997">
                  <c:v>6.8286600000000002</c:v>
                </c:pt>
                <c:pt idx="23998">
                  <c:v>6.8289600000000004</c:v>
                </c:pt>
                <c:pt idx="23999">
                  <c:v>6.8292700000000002</c:v>
                </c:pt>
                <c:pt idx="24000">
                  <c:v>6.8295700000000004</c:v>
                </c:pt>
                <c:pt idx="24001">
                  <c:v>6.8298800000000002</c:v>
                </c:pt>
                <c:pt idx="24002">
                  <c:v>6.8301800000000004</c:v>
                </c:pt>
                <c:pt idx="24003">
                  <c:v>6.8304900000000002</c:v>
                </c:pt>
                <c:pt idx="24004">
                  <c:v>6.8307900000000004</c:v>
                </c:pt>
                <c:pt idx="24005">
                  <c:v>6.8311000000000002</c:v>
                </c:pt>
                <c:pt idx="24006">
                  <c:v>6.8314000000000004</c:v>
                </c:pt>
                <c:pt idx="24007">
                  <c:v>6.8317100000000002</c:v>
                </c:pt>
                <c:pt idx="24008">
                  <c:v>6.83202</c:v>
                </c:pt>
                <c:pt idx="24009">
                  <c:v>6.8323200000000002</c:v>
                </c:pt>
                <c:pt idx="24010">
                  <c:v>6.83263</c:v>
                </c:pt>
                <c:pt idx="24011">
                  <c:v>6.8329300000000002</c:v>
                </c:pt>
                <c:pt idx="24012">
                  <c:v>6.83324</c:v>
                </c:pt>
                <c:pt idx="24013">
                  <c:v>6.8335400000000002</c:v>
                </c:pt>
                <c:pt idx="24014">
                  <c:v>6.83385</c:v>
                </c:pt>
                <c:pt idx="24015">
                  <c:v>6.8341500000000002</c:v>
                </c:pt>
                <c:pt idx="24016">
                  <c:v>6.83446</c:v>
                </c:pt>
                <c:pt idx="24017">
                  <c:v>6.8347600000000002</c:v>
                </c:pt>
                <c:pt idx="24018">
                  <c:v>6.83507</c:v>
                </c:pt>
                <c:pt idx="24019">
                  <c:v>6.8353700000000002</c:v>
                </c:pt>
                <c:pt idx="24020">
                  <c:v>6.83568</c:v>
                </c:pt>
                <c:pt idx="24021">
                  <c:v>6.8359899999999998</c:v>
                </c:pt>
                <c:pt idx="24022">
                  <c:v>6.83629</c:v>
                </c:pt>
                <c:pt idx="24023">
                  <c:v>6.8365999999999998</c:v>
                </c:pt>
                <c:pt idx="24024">
                  <c:v>6.8369</c:v>
                </c:pt>
                <c:pt idx="24025">
                  <c:v>6.8372099999999998</c:v>
                </c:pt>
                <c:pt idx="24026">
                  <c:v>6.83751</c:v>
                </c:pt>
                <c:pt idx="24027">
                  <c:v>6.8378199999999998</c:v>
                </c:pt>
                <c:pt idx="24028">
                  <c:v>6.83812</c:v>
                </c:pt>
                <c:pt idx="24029">
                  <c:v>6.8384299999999998</c:v>
                </c:pt>
                <c:pt idx="24030">
                  <c:v>6.83873</c:v>
                </c:pt>
                <c:pt idx="24031">
                  <c:v>6.8390399999999998</c:v>
                </c:pt>
                <c:pt idx="24032">
                  <c:v>6.8393499999999996</c:v>
                </c:pt>
                <c:pt idx="24033">
                  <c:v>6.8396499999999998</c:v>
                </c:pt>
                <c:pt idx="24034">
                  <c:v>6.8399599999999996</c:v>
                </c:pt>
                <c:pt idx="24035">
                  <c:v>6.8402599999999998</c:v>
                </c:pt>
                <c:pt idx="24036">
                  <c:v>6.8405699999999996</c:v>
                </c:pt>
                <c:pt idx="24037">
                  <c:v>6.8408699999999998</c:v>
                </c:pt>
                <c:pt idx="24038">
                  <c:v>6.8411799999999996</c:v>
                </c:pt>
                <c:pt idx="24039">
                  <c:v>6.8414799999999998</c:v>
                </c:pt>
                <c:pt idx="24040">
                  <c:v>6.8417899999999996</c:v>
                </c:pt>
                <c:pt idx="24041">
                  <c:v>6.8420899999999998</c:v>
                </c:pt>
                <c:pt idx="24042">
                  <c:v>6.8423999999999996</c:v>
                </c:pt>
                <c:pt idx="24043">
                  <c:v>6.8426999999999998</c:v>
                </c:pt>
                <c:pt idx="24044">
                  <c:v>6.8430099999999996</c:v>
                </c:pt>
                <c:pt idx="24045">
                  <c:v>6.8433200000000003</c:v>
                </c:pt>
                <c:pt idx="24046">
                  <c:v>6.8436199999999996</c:v>
                </c:pt>
                <c:pt idx="24047">
                  <c:v>6.8439300000000003</c:v>
                </c:pt>
                <c:pt idx="24048">
                  <c:v>6.8442299999999996</c:v>
                </c:pt>
                <c:pt idx="24049">
                  <c:v>6.8445400000000003</c:v>
                </c:pt>
                <c:pt idx="24050">
                  <c:v>6.8448399999999996</c:v>
                </c:pt>
                <c:pt idx="24051">
                  <c:v>6.8451500000000003</c:v>
                </c:pt>
                <c:pt idx="24052">
                  <c:v>6.8454499999999996</c:v>
                </c:pt>
                <c:pt idx="24053">
                  <c:v>6.8457600000000003</c:v>
                </c:pt>
                <c:pt idx="24054">
                  <c:v>6.8460599999999996</c:v>
                </c:pt>
                <c:pt idx="24055">
                  <c:v>6.8463700000000003</c:v>
                </c:pt>
                <c:pt idx="24056">
                  <c:v>6.8466699999999996</c:v>
                </c:pt>
                <c:pt idx="24057">
                  <c:v>6.8469800000000003</c:v>
                </c:pt>
                <c:pt idx="24058">
                  <c:v>6.8472900000000001</c:v>
                </c:pt>
                <c:pt idx="24059">
                  <c:v>6.8475900000000003</c:v>
                </c:pt>
                <c:pt idx="24060">
                  <c:v>6.8479000000000001</c:v>
                </c:pt>
                <c:pt idx="24061">
                  <c:v>6.8482000000000003</c:v>
                </c:pt>
                <c:pt idx="24062">
                  <c:v>6.8485100000000001</c:v>
                </c:pt>
                <c:pt idx="24063">
                  <c:v>6.8488100000000003</c:v>
                </c:pt>
                <c:pt idx="24064">
                  <c:v>6.8491200000000001</c:v>
                </c:pt>
                <c:pt idx="24065">
                  <c:v>6.8494200000000003</c:v>
                </c:pt>
                <c:pt idx="24066">
                  <c:v>6.8497300000000001</c:v>
                </c:pt>
                <c:pt idx="24067">
                  <c:v>6.8500300000000003</c:v>
                </c:pt>
                <c:pt idx="24068">
                  <c:v>6.8503400000000001</c:v>
                </c:pt>
                <c:pt idx="24069">
                  <c:v>6.8506400000000003</c:v>
                </c:pt>
                <c:pt idx="24070">
                  <c:v>6.8509500000000001</c:v>
                </c:pt>
                <c:pt idx="24071">
                  <c:v>6.8512599999999999</c:v>
                </c:pt>
                <c:pt idx="24072">
                  <c:v>6.8515600000000001</c:v>
                </c:pt>
                <c:pt idx="24073">
                  <c:v>6.8518699999999999</c:v>
                </c:pt>
                <c:pt idx="24074">
                  <c:v>6.8521700000000001</c:v>
                </c:pt>
                <c:pt idx="24075">
                  <c:v>6.8524799999999999</c:v>
                </c:pt>
                <c:pt idx="24076">
                  <c:v>6.8527800000000001</c:v>
                </c:pt>
                <c:pt idx="24077">
                  <c:v>6.8530899999999999</c:v>
                </c:pt>
                <c:pt idx="24078">
                  <c:v>6.8533900000000001</c:v>
                </c:pt>
                <c:pt idx="24079">
                  <c:v>6.8536999999999999</c:v>
                </c:pt>
                <c:pt idx="24080">
                  <c:v>6.8540000000000001</c:v>
                </c:pt>
                <c:pt idx="24081">
                  <c:v>6.8543099999999999</c:v>
                </c:pt>
                <c:pt idx="24082">
                  <c:v>6.8546199999999997</c:v>
                </c:pt>
                <c:pt idx="24083">
                  <c:v>6.8549199999999999</c:v>
                </c:pt>
                <c:pt idx="24084">
                  <c:v>6.8552299999999997</c:v>
                </c:pt>
                <c:pt idx="24085">
                  <c:v>6.8555299999999999</c:v>
                </c:pt>
                <c:pt idx="24086">
                  <c:v>6.8558399999999997</c:v>
                </c:pt>
                <c:pt idx="24087">
                  <c:v>6.8561399999999999</c:v>
                </c:pt>
                <c:pt idx="24088">
                  <c:v>6.8564499999999997</c:v>
                </c:pt>
                <c:pt idx="24089">
                  <c:v>6.8567499999999999</c:v>
                </c:pt>
                <c:pt idx="24090">
                  <c:v>6.8570599999999997</c:v>
                </c:pt>
                <c:pt idx="24091">
                  <c:v>6.8573599999999999</c:v>
                </c:pt>
                <c:pt idx="24092">
                  <c:v>6.8576699999999997</c:v>
                </c:pt>
                <c:pt idx="24093">
                  <c:v>6.8579699999999999</c:v>
                </c:pt>
                <c:pt idx="24094">
                  <c:v>6.8582799999999997</c:v>
                </c:pt>
                <c:pt idx="24095">
                  <c:v>6.8585900000000004</c:v>
                </c:pt>
                <c:pt idx="24096">
                  <c:v>6.8588899999999997</c:v>
                </c:pt>
                <c:pt idx="24097">
                  <c:v>6.8592000000000004</c:v>
                </c:pt>
                <c:pt idx="24098">
                  <c:v>6.8594999999999997</c:v>
                </c:pt>
                <c:pt idx="24099">
                  <c:v>6.8598100000000004</c:v>
                </c:pt>
                <c:pt idx="24100">
                  <c:v>6.8601099999999997</c:v>
                </c:pt>
                <c:pt idx="24101">
                  <c:v>6.8604200000000004</c:v>
                </c:pt>
                <c:pt idx="24102">
                  <c:v>6.8607199999999997</c:v>
                </c:pt>
                <c:pt idx="24103">
                  <c:v>6.8610300000000004</c:v>
                </c:pt>
                <c:pt idx="24104">
                  <c:v>6.8613299999999997</c:v>
                </c:pt>
                <c:pt idx="24105">
                  <c:v>6.8616400000000004</c:v>
                </c:pt>
                <c:pt idx="24106">
                  <c:v>6.8619399999999997</c:v>
                </c:pt>
                <c:pt idx="24107">
                  <c:v>6.8622500000000004</c:v>
                </c:pt>
                <c:pt idx="24108">
                  <c:v>6.8625600000000002</c:v>
                </c:pt>
                <c:pt idx="24109">
                  <c:v>6.8628600000000004</c:v>
                </c:pt>
                <c:pt idx="24110">
                  <c:v>6.8631700000000002</c:v>
                </c:pt>
                <c:pt idx="24111">
                  <c:v>6.8634700000000004</c:v>
                </c:pt>
                <c:pt idx="24112">
                  <c:v>6.8637800000000002</c:v>
                </c:pt>
                <c:pt idx="24113">
                  <c:v>6.8640800000000004</c:v>
                </c:pt>
                <c:pt idx="24114">
                  <c:v>6.8643900000000002</c:v>
                </c:pt>
                <c:pt idx="24115">
                  <c:v>6.8646900000000004</c:v>
                </c:pt>
                <c:pt idx="24116">
                  <c:v>6.8650000000000002</c:v>
                </c:pt>
                <c:pt idx="24117">
                  <c:v>6.8653000000000004</c:v>
                </c:pt>
                <c:pt idx="24118">
                  <c:v>6.8656100000000002</c:v>
                </c:pt>
                <c:pt idx="24119">
                  <c:v>6.8659100000000004</c:v>
                </c:pt>
                <c:pt idx="24120">
                  <c:v>6.8662200000000002</c:v>
                </c:pt>
                <c:pt idx="24121">
                  <c:v>6.86653</c:v>
                </c:pt>
                <c:pt idx="24122">
                  <c:v>6.8668300000000002</c:v>
                </c:pt>
                <c:pt idx="24123">
                  <c:v>6.86714</c:v>
                </c:pt>
                <c:pt idx="24124">
                  <c:v>6.8674400000000002</c:v>
                </c:pt>
                <c:pt idx="24125">
                  <c:v>6.86775</c:v>
                </c:pt>
                <c:pt idx="24126">
                  <c:v>6.8680500000000002</c:v>
                </c:pt>
                <c:pt idx="24127">
                  <c:v>6.86836</c:v>
                </c:pt>
                <c:pt idx="24128">
                  <c:v>6.8686600000000002</c:v>
                </c:pt>
                <c:pt idx="24129">
                  <c:v>6.86897</c:v>
                </c:pt>
                <c:pt idx="24130">
                  <c:v>6.8692700000000002</c:v>
                </c:pt>
                <c:pt idx="24131">
                  <c:v>6.86958</c:v>
                </c:pt>
                <c:pt idx="24132">
                  <c:v>6.8698800000000002</c:v>
                </c:pt>
                <c:pt idx="24133">
                  <c:v>6.87019</c:v>
                </c:pt>
                <c:pt idx="24134">
                  <c:v>6.8704999999999998</c:v>
                </c:pt>
                <c:pt idx="24135">
                  <c:v>6.8708</c:v>
                </c:pt>
                <c:pt idx="24136">
                  <c:v>6.8711099999999998</c:v>
                </c:pt>
                <c:pt idx="24137">
                  <c:v>6.87141</c:v>
                </c:pt>
                <c:pt idx="24138">
                  <c:v>6.8717199999999998</c:v>
                </c:pt>
                <c:pt idx="24139">
                  <c:v>6.87202</c:v>
                </c:pt>
                <c:pt idx="24140">
                  <c:v>6.8723299999999998</c:v>
                </c:pt>
                <c:pt idx="24141">
                  <c:v>6.87263</c:v>
                </c:pt>
                <c:pt idx="24142">
                  <c:v>6.8729399999999998</c:v>
                </c:pt>
                <c:pt idx="24143">
                  <c:v>6.87324</c:v>
                </c:pt>
                <c:pt idx="24144">
                  <c:v>6.8735499999999998</c:v>
                </c:pt>
                <c:pt idx="24145">
                  <c:v>6.8738599999999996</c:v>
                </c:pt>
                <c:pt idx="24146">
                  <c:v>6.8741599999999998</c:v>
                </c:pt>
                <c:pt idx="24147">
                  <c:v>6.8744699999999996</c:v>
                </c:pt>
                <c:pt idx="24148">
                  <c:v>6.8747699999999998</c:v>
                </c:pt>
                <c:pt idx="24149">
                  <c:v>6.8750799999999996</c:v>
                </c:pt>
                <c:pt idx="24150">
                  <c:v>6.8753799999999998</c:v>
                </c:pt>
                <c:pt idx="24151">
                  <c:v>6.8756899999999996</c:v>
                </c:pt>
                <c:pt idx="24152">
                  <c:v>6.8759899999999998</c:v>
                </c:pt>
                <c:pt idx="24153">
                  <c:v>6.8762999999999996</c:v>
                </c:pt>
                <c:pt idx="24154">
                  <c:v>6.8765999999999998</c:v>
                </c:pt>
                <c:pt idx="24155">
                  <c:v>6.8769099999999996</c:v>
                </c:pt>
                <c:pt idx="24156">
                  <c:v>6.8772099999999998</c:v>
                </c:pt>
                <c:pt idx="24157">
                  <c:v>6.8775199999999996</c:v>
                </c:pt>
                <c:pt idx="24158">
                  <c:v>6.8778300000000003</c:v>
                </c:pt>
                <c:pt idx="24159">
                  <c:v>6.8781299999999996</c:v>
                </c:pt>
                <c:pt idx="24160">
                  <c:v>6.8784400000000003</c:v>
                </c:pt>
                <c:pt idx="24161">
                  <c:v>6.8787399999999996</c:v>
                </c:pt>
                <c:pt idx="24162">
                  <c:v>6.8790500000000003</c:v>
                </c:pt>
                <c:pt idx="24163">
                  <c:v>6.8793499999999996</c:v>
                </c:pt>
                <c:pt idx="24164">
                  <c:v>6.8796600000000003</c:v>
                </c:pt>
                <c:pt idx="24165">
                  <c:v>6.8799599999999996</c:v>
                </c:pt>
                <c:pt idx="24166">
                  <c:v>6.8802700000000003</c:v>
                </c:pt>
                <c:pt idx="24167">
                  <c:v>6.8805699999999996</c:v>
                </c:pt>
                <c:pt idx="24168">
                  <c:v>6.8808800000000003</c:v>
                </c:pt>
                <c:pt idx="24169">
                  <c:v>6.8811799999999996</c:v>
                </c:pt>
                <c:pt idx="24170">
                  <c:v>6.8814900000000003</c:v>
                </c:pt>
                <c:pt idx="24171">
                  <c:v>6.8818000000000001</c:v>
                </c:pt>
                <c:pt idx="24172">
                  <c:v>6.8821000000000003</c:v>
                </c:pt>
                <c:pt idx="24173">
                  <c:v>6.8824100000000001</c:v>
                </c:pt>
                <c:pt idx="24174">
                  <c:v>6.8827100000000003</c:v>
                </c:pt>
                <c:pt idx="24175">
                  <c:v>6.8830200000000001</c:v>
                </c:pt>
                <c:pt idx="24176">
                  <c:v>6.8833200000000003</c:v>
                </c:pt>
                <c:pt idx="24177">
                  <c:v>6.8836300000000001</c:v>
                </c:pt>
                <c:pt idx="24178">
                  <c:v>6.8839300000000003</c:v>
                </c:pt>
                <c:pt idx="24179">
                  <c:v>6.8842400000000001</c:v>
                </c:pt>
                <c:pt idx="24180">
                  <c:v>6.8845400000000003</c:v>
                </c:pt>
                <c:pt idx="24181">
                  <c:v>6.8848500000000001</c:v>
                </c:pt>
                <c:pt idx="24182">
                  <c:v>6.8851500000000003</c:v>
                </c:pt>
                <c:pt idx="24183">
                  <c:v>6.8854600000000001</c:v>
                </c:pt>
                <c:pt idx="24184">
                  <c:v>6.8857699999999999</c:v>
                </c:pt>
                <c:pt idx="24185">
                  <c:v>6.8860700000000001</c:v>
                </c:pt>
                <c:pt idx="24186">
                  <c:v>6.8863799999999999</c:v>
                </c:pt>
                <c:pt idx="24187">
                  <c:v>6.8866800000000001</c:v>
                </c:pt>
                <c:pt idx="24188">
                  <c:v>6.8869899999999999</c:v>
                </c:pt>
                <c:pt idx="24189">
                  <c:v>6.8872900000000001</c:v>
                </c:pt>
                <c:pt idx="24190">
                  <c:v>6.8875999999999999</c:v>
                </c:pt>
                <c:pt idx="24191">
                  <c:v>6.8879000000000001</c:v>
                </c:pt>
                <c:pt idx="24192">
                  <c:v>6.8882099999999999</c:v>
                </c:pt>
                <c:pt idx="24193">
                  <c:v>6.8885100000000001</c:v>
                </c:pt>
                <c:pt idx="24194">
                  <c:v>6.8888199999999999</c:v>
                </c:pt>
                <c:pt idx="24195">
                  <c:v>6.8891200000000001</c:v>
                </c:pt>
                <c:pt idx="24196">
                  <c:v>6.8894299999999999</c:v>
                </c:pt>
                <c:pt idx="24197">
                  <c:v>6.8897399999999998</c:v>
                </c:pt>
                <c:pt idx="24198">
                  <c:v>6.8900399999999999</c:v>
                </c:pt>
                <c:pt idx="24199">
                  <c:v>6.8903499999999998</c:v>
                </c:pt>
                <c:pt idx="24200">
                  <c:v>6.8906499999999999</c:v>
                </c:pt>
                <c:pt idx="24201">
                  <c:v>6.8909599999999998</c:v>
                </c:pt>
                <c:pt idx="24202">
                  <c:v>6.8912599999999999</c:v>
                </c:pt>
                <c:pt idx="24203">
                  <c:v>6.8915699999999998</c:v>
                </c:pt>
                <c:pt idx="24204">
                  <c:v>6.8918699999999999</c:v>
                </c:pt>
                <c:pt idx="24205">
                  <c:v>6.8921799999999998</c:v>
                </c:pt>
                <c:pt idx="24206">
                  <c:v>6.8924799999999999</c:v>
                </c:pt>
                <c:pt idx="24207">
                  <c:v>6.8927899999999998</c:v>
                </c:pt>
                <c:pt idx="24208">
                  <c:v>6.8930999999999996</c:v>
                </c:pt>
                <c:pt idx="24209">
                  <c:v>6.8933999999999997</c:v>
                </c:pt>
                <c:pt idx="24210">
                  <c:v>6.8937099999999996</c:v>
                </c:pt>
                <c:pt idx="24211">
                  <c:v>6.8940099999999997</c:v>
                </c:pt>
                <c:pt idx="24212">
                  <c:v>6.8943199999999996</c:v>
                </c:pt>
                <c:pt idx="24213">
                  <c:v>6.8946199999999997</c:v>
                </c:pt>
                <c:pt idx="24214">
                  <c:v>6.8949299999999996</c:v>
                </c:pt>
                <c:pt idx="24215">
                  <c:v>6.8952299999999997</c:v>
                </c:pt>
                <c:pt idx="24216">
                  <c:v>6.8955399999999996</c:v>
                </c:pt>
                <c:pt idx="24217">
                  <c:v>6.8958399999999997</c:v>
                </c:pt>
                <c:pt idx="24218">
                  <c:v>6.8961499999999996</c:v>
                </c:pt>
                <c:pt idx="24219">
                  <c:v>6.8964499999999997</c:v>
                </c:pt>
                <c:pt idx="24220">
                  <c:v>6.8967599999999996</c:v>
                </c:pt>
                <c:pt idx="24221">
                  <c:v>6.8970700000000003</c:v>
                </c:pt>
                <c:pt idx="24222">
                  <c:v>6.8973699999999996</c:v>
                </c:pt>
                <c:pt idx="24223">
                  <c:v>6.8976800000000003</c:v>
                </c:pt>
                <c:pt idx="24224">
                  <c:v>6.8979799999999996</c:v>
                </c:pt>
                <c:pt idx="24225">
                  <c:v>6.8982900000000003</c:v>
                </c:pt>
                <c:pt idx="24226">
                  <c:v>6.8985900000000004</c:v>
                </c:pt>
                <c:pt idx="24227">
                  <c:v>6.8989000000000003</c:v>
                </c:pt>
                <c:pt idx="24228">
                  <c:v>6.8992000000000004</c:v>
                </c:pt>
                <c:pt idx="24229">
                  <c:v>6.8995100000000003</c:v>
                </c:pt>
                <c:pt idx="24230">
                  <c:v>6.8998100000000004</c:v>
                </c:pt>
                <c:pt idx="24231">
                  <c:v>6.9001200000000003</c:v>
                </c:pt>
                <c:pt idx="24232">
                  <c:v>6.9004200000000004</c:v>
                </c:pt>
                <c:pt idx="24233">
                  <c:v>6.9007300000000003</c:v>
                </c:pt>
                <c:pt idx="24234">
                  <c:v>6.9010400000000001</c:v>
                </c:pt>
                <c:pt idx="24235">
                  <c:v>6.9013400000000003</c:v>
                </c:pt>
                <c:pt idx="24236">
                  <c:v>6.9016500000000001</c:v>
                </c:pt>
                <c:pt idx="24237">
                  <c:v>6.9019500000000003</c:v>
                </c:pt>
                <c:pt idx="24238">
                  <c:v>6.9022600000000001</c:v>
                </c:pt>
                <c:pt idx="24239">
                  <c:v>6.9025600000000003</c:v>
                </c:pt>
                <c:pt idx="24240">
                  <c:v>6.9028700000000001</c:v>
                </c:pt>
                <c:pt idx="24241">
                  <c:v>6.9031700000000003</c:v>
                </c:pt>
                <c:pt idx="24242">
                  <c:v>6.9034800000000001</c:v>
                </c:pt>
                <c:pt idx="24243">
                  <c:v>6.9037800000000002</c:v>
                </c:pt>
                <c:pt idx="24244">
                  <c:v>6.9040900000000001</c:v>
                </c:pt>
                <c:pt idx="24245">
                  <c:v>6.9043900000000002</c:v>
                </c:pt>
                <c:pt idx="24246">
                  <c:v>6.9047000000000001</c:v>
                </c:pt>
                <c:pt idx="24247">
                  <c:v>6.9050099999999999</c:v>
                </c:pt>
                <c:pt idx="24248">
                  <c:v>6.9053100000000001</c:v>
                </c:pt>
                <c:pt idx="24249">
                  <c:v>6.9056199999999999</c:v>
                </c:pt>
                <c:pt idx="24250">
                  <c:v>6.9059200000000001</c:v>
                </c:pt>
                <c:pt idx="24251">
                  <c:v>6.9062299999999999</c:v>
                </c:pt>
                <c:pt idx="24252">
                  <c:v>6.9065300000000001</c:v>
                </c:pt>
                <c:pt idx="24253">
                  <c:v>6.9068399999999999</c:v>
                </c:pt>
                <c:pt idx="24254">
                  <c:v>6.9071400000000001</c:v>
                </c:pt>
                <c:pt idx="24255">
                  <c:v>6.9074499999999999</c:v>
                </c:pt>
                <c:pt idx="24256">
                  <c:v>6.9077500000000001</c:v>
                </c:pt>
                <c:pt idx="24257">
                  <c:v>6.9080599999999999</c:v>
                </c:pt>
                <c:pt idx="24258">
                  <c:v>6.9083699999999997</c:v>
                </c:pt>
                <c:pt idx="24259">
                  <c:v>6.9086699999999999</c:v>
                </c:pt>
                <c:pt idx="24260">
                  <c:v>6.9089799999999997</c:v>
                </c:pt>
                <c:pt idx="24261">
                  <c:v>6.9092799999999999</c:v>
                </c:pt>
                <c:pt idx="24262">
                  <c:v>6.9095899999999997</c:v>
                </c:pt>
                <c:pt idx="24263">
                  <c:v>6.9098899999999999</c:v>
                </c:pt>
                <c:pt idx="24264">
                  <c:v>6.9101999999999997</c:v>
                </c:pt>
                <c:pt idx="24265">
                  <c:v>6.9104999999999999</c:v>
                </c:pt>
                <c:pt idx="24266">
                  <c:v>6.9108099999999997</c:v>
                </c:pt>
                <c:pt idx="24267">
                  <c:v>6.9111099999999999</c:v>
                </c:pt>
                <c:pt idx="24268">
                  <c:v>6.9114199999999997</c:v>
                </c:pt>
                <c:pt idx="24269">
                  <c:v>6.9117199999999999</c:v>
                </c:pt>
                <c:pt idx="24270">
                  <c:v>6.9120299999999997</c:v>
                </c:pt>
                <c:pt idx="24271">
                  <c:v>6.9123400000000004</c:v>
                </c:pt>
                <c:pt idx="24272">
                  <c:v>6.9126399999999997</c:v>
                </c:pt>
                <c:pt idx="24273">
                  <c:v>6.9129500000000004</c:v>
                </c:pt>
                <c:pt idx="24274">
                  <c:v>6.9132499999999997</c:v>
                </c:pt>
                <c:pt idx="24275">
                  <c:v>6.9135600000000004</c:v>
                </c:pt>
                <c:pt idx="24276">
                  <c:v>6.9138599999999997</c:v>
                </c:pt>
                <c:pt idx="24277">
                  <c:v>6.9141700000000004</c:v>
                </c:pt>
                <c:pt idx="24278">
                  <c:v>6.9144699999999997</c:v>
                </c:pt>
                <c:pt idx="24279">
                  <c:v>6.9147800000000004</c:v>
                </c:pt>
                <c:pt idx="24280">
                  <c:v>6.9150799999999997</c:v>
                </c:pt>
                <c:pt idx="24281">
                  <c:v>6.9153900000000004</c:v>
                </c:pt>
                <c:pt idx="24282">
                  <c:v>6.9156899999999997</c:v>
                </c:pt>
                <c:pt idx="24283">
                  <c:v>6.9160000000000004</c:v>
                </c:pt>
                <c:pt idx="24284">
                  <c:v>6.9163100000000002</c:v>
                </c:pt>
                <c:pt idx="24285">
                  <c:v>6.9166100000000004</c:v>
                </c:pt>
                <c:pt idx="24286">
                  <c:v>6.9169200000000002</c:v>
                </c:pt>
                <c:pt idx="24287">
                  <c:v>6.9172200000000004</c:v>
                </c:pt>
                <c:pt idx="24288">
                  <c:v>6.9175300000000002</c:v>
                </c:pt>
                <c:pt idx="24289">
                  <c:v>6.9178300000000004</c:v>
                </c:pt>
                <c:pt idx="24290">
                  <c:v>6.9181400000000002</c:v>
                </c:pt>
                <c:pt idx="24291">
                  <c:v>6.9184400000000004</c:v>
                </c:pt>
                <c:pt idx="24292">
                  <c:v>6.9187500000000002</c:v>
                </c:pt>
                <c:pt idx="24293">
                  <c:v>6.9190500000000004</c:v>
                </c:pt>
                <c:pt idx="24294">
                  <c:v>6.9193600000000002</c:v>
                </c:pt>
                <c:pt idx="24295">
                  <c:v>6.9196600000000004</c:v>
                </c:pt>
                <c:pt idx="24296">
                  <c:v>6.9199700000000002</c:v>
                </c:pt>
                <c:pt idx="24297">
                  <c:v>6.92028</c:v>
                </c:pt>
                <c:pt idx="24298">
                  <c:v>6.9205800000000002</c:v>
                </c:pt>
                <c:pt idx="24299">
                  <c:v>6.92089</c:v>
                </c:pt>
                <c:pt idx="24300">
                  <c:v>6.9211900000000002</c:v>
                </c:pt>
                <c:pt idx="24301">
                  <c:v>6.9215</c:v>
                </c:pt>
                <c:pt idx="24302">
                  <c:v>6.9218000000000002</c:v>
                </c:pt>
                <c:pt idx="24303">
                  <c:v>6.92211</c:v>
                </c:pt>
                <c:pt idx="24304">
                  <c:v>6.9224100000000002</c:v>
                </c:pt>
                <c:pt idx="24305">
                  <c:v>6.92272</c:v>
                </c:pt>
                <c:pt idx="24306">
                  <c:v>6.9230200000000002</c:v>
                </c:pt>
                <c:pt idx="24307">
                  <c:v>6.92333</c:v>
                </c:pt>
                <c:pt idx="24308">
                  <c:v>6.9236300000000002</c:v>
                </c:pt>
                <c:pt idx="24309">
                  <c:v>6.92394</c:v>
                </c:pt>
                <c:pt idx="24310">
                  <c:v>6.9242499999999998</c:v>
                </c:pt>
                <c:pt idx="24311">
                  <c:v>6.92455</c:v>
                </c:pt>
                <c:pt idx="24312">
                  <c:v>6.9248599999999998</c:v>
                </c:pt>
                <c:pt idx="24313">
                  <c:v>6.92516</c:v>
                </c:pt>
                <c:pt idx="24314">
                  <c:v>6.9254699999999998</c:v>
                </c:pt>
                <c:pt idx="24315">
                  <c:v>6.92577</c:v>
                </c:pt>
                <c:pt idx="24316">
                  <c:v>6.9260799999999998</c:v>
                </c:pt>
                <c:pt idx="24317">
                  <c:v>6.92638</c:v>
                </c:pt>
                <c:pt idx="24318">
                  <c:v>6.9266899999999998</c:v>
                </c:pt>
                <c:pt idx="24319">
                  <c:v>6.92699</c:v>
                </c:pt>
                <c:pt idx="24320">
                  <c:v>6.9272999999999998</c:v>
                </c:pt>
                <c:pt idx="24321">
                  <c:v>6.9276099999999996</c:v>
                </c:pt>
                <c:pt idx="24322">
                  <c:v>6.9279099999999998</c:v>
                </c:pt>
                <c:pt idx="24323">
                  <c:v>6.9282199999999996</c:v>
                </c:pt>
                <c:pt idx="24324">
                  <c:v>6.9285199999999998</c:v>
                </c:pt>
                <c:pt idx="24325">
                  <c:v>6.9288299999999996</c:v>
                </c:pt>
                <c:pt idx="24326">
                  <c:v>6.9291299999999998</c:v>
                </c:pt>
                <c:pt idx="24327">
                  <c:v>6.9294399999999996</c:v>
                </c:pt>
                <c:pt idx="24328">
                  <c:v>6.9297399999999998</c:v>
                </c:pt>
                <c:pt idx="24329">
                  <c:v>6.9300499999999996</c:v>
                </c:pt>
                <c:pt idx="24330">
                  <c:v>6.9303499999999998</c:v>
                </c:pt>
                <c:pt idx="24331">
                  <c:v>6.9306599999999996</c:v>
                </c:pt>
                <c:pt idx="24332">
                  <c:v>6.9309599999999998</c:v>
                </c:pt>
                <c:pt idx="24333">
                  <c:v>6.9312699999999996</c:v>
                </c:pt>
                <c:pt idx="24334">
                  <c:v>6.9315800000000003</c:v>
                </c:pt>
                <c:pt idx="24335">
                  <c:v>6.9318799999999996</c:v>
                </c:pt>
                <c:pt idx="24336">
                  <c:v>6.9321900000000003</c:v>
                </c:pt>
                <c:pt idx="24337">
                  <c:v>6.9324899999999996</c:v>
                </c:pt>
                <c:pt idx="24338">
                  <c:v>6.9328000000000003</c:v>
                </c:pt>
                <c:pt idx="24339">
                  <c:v>6.9330999999999996</c:v>
                </c:pt>
                <c:pt idx="24340">
                  <c:v>6.9334100000000003</c:v>
                </c:pt>
                <c:pt idx="24341">
                  <c:v>6.9337099999999996</c:v>
                </c:pt>
                <c:pt idx="24342">
                  <c:v>6.9340200000000003</c:v>
                </c:pt>
                <c:pt idx="24343">
                  <c:v>6.9343199999999996</c:v>
                </c:pt>
                <c:pt idx="24344">
                  <c:v>6.9346300000000003</c:v>
                </c:pt>
                <c:pt idx="24345">
                  <c:v>6.9349299999999996</c:v>
                </c:pt>
                <c:pt idx="24346">
                  <c:v>6.9352400000000003</c:v>
                </c:pt>
                <c:pt idx="24347">
                  <c:v>6.9355500000000001</c:v>
                </c:pt>
                <c:pt idx="24348">
                  <c:v>6.9358500000000003</c:v>
                </c:pt>
                <c:pt idx="24349">
                  <c:v>6.9361600000000001</c:v>
                </c:pt>
                <c:pt idx="24350">
                  <c:v>6.9364600000000003</c:v>
                </c:pt>
                <c:pt idx="24351">
                  <c:v>6.9367700000000001</c:v>
                </c:pt>
                <c:pt idx="24352">
                  <c:v>6.9370700000000003</c:v>
                </c:pt>
                <c:pt idx="24353">
                  <c:v>6.9373800000000001</c:v>
                </c:pt>
                <c:pt idx="24354">
                  <c:v>6.9376800000000003</c:v>
                </c:pt>
                <c:pt idx="24355">
                  <c:v>6.9379900000000001</c:v>
                </c:pt>
                <c:pt idx="24356">
                  <c:v>6.9382900000000003</c:v>
                </c:pt>
                <c:pt idx="24357">
                  <c:v>6.9386000000000001</c:v>
                </c:pt>
                <c:pt idx="24358">
                  <c:v>6.9389000000000003</c:v>
                </c:pt>
                <c:pt idx="24359">
                  <c:v>6.9392100000000001</c:v>
                </c:pt>
                <c:pt idx="24360">
                  <c:v>6.9395199999999999</c:v>
                </c:pt>
                <c:pt idx="24361">
                  <c:v>6.9398200000000001</c:v>
                </c:pt>
                <c:pt idx="24362">
                  <c:v>6.9401299999999999</c:v>
                </c:pt>
                <c:pt idx="24363">
                  <c:v>6.9404300000000001</c:v>
                </c:pt>
                <c:pt idx="24364">
                  <c:v>6.9407399999999999</c:v>
                </c:pt>
                <c:pt idx="24365">
                  <c:v>6.9410400000000001</c:v>
                </c:pt>
                <c:pt idx="24366">
                  <c:v>6.9413499999999999</c:v>
                </c:pt>
                <c:pt idx="24367">
                  <c:v>6.9416500000000001</c:v>
                </c:pt>
                <c:pt idx="24368">
                  <c:v>6.9419599999999999</c:v>
                </c:pt>
                <c:pt idx="24369">
                  <c:v>6.9422600000000001</c:v>
                </c:pt>
                <c:pt idx="24370">
                  <c:v>6.9425699999999999</c:v>
                </c:pt>
                <c:pt idx="24371">
                  <c:v>6.9428700000000001</c:v>
                </c:pt>
                <c:pt idx="24372">
                  <c:v>6.9431799999999999</c:v>
                </c:pt>
                <c:pt idx="24373">
                  <c:v>6.9434899999999997</c:v>
                </c:pt>
                <c:pt idx="24374">
                  <c:v>6.9437899999999999</c:v>
                </c:pt>
                <c:pt idx="24375">
                  <c:v>6.9440999999999997</c:v>
                </c:pt>
                <c:pt idx="24376">
                  <c:v>6.9443999999999999</c:v>
                </c:pt>
                <c:pt idx="24377">
                  <c:v>6.9447099999999997</c:v>
                </c:pt>
                <c:pt idx="24378">
                  <c:v>6.9450099999999999</c:v>
                </c:pt>
                <c:pt idx="24379">
                  <c:v>6.9453199999999997</c:v>
                </c:pt>
                <c:pt idx="24380">
                  <c:v>6.9456199999999999</c:v>
                </c:pt>
                <c:pt idx="24381">
                  <c:v>6.9459299999999997</c:v>
                </c:pt>
                <c:pt idx="24382">
                  <c:v>6.9462299999999999</c:v>
                </c:pt>
                <c:pt idx="24383">
                  <c:v>6.9465399999999997</c:v>
                </c:pt>
                <c:pt idx="24384">
                  <c:v>6.9468500000000004</c:v>
                </c:pt>
                <c:pt idx="24385">
                  <c:v>6.9471499999999997</c:v>
                </c:pt>
                <c:pt idx="24386">
                  <c:v>6.9474600000000004</c:v>
                </c:pt>
                <c:pt idx="24387">
                  <c:v>6.9477599999999997</c:v>
                </c:pt>
                <c:pt idx="24388">
                  <c:v>6.9480700000000004</c:v>
                </c:pt>
                <c:pt idx="24389">
                  <c:v>6.9483699999999997</c:v>
                </c:pt>
                <c:pt idx="24390">
                  <c:v>6.9486800000000004</c:v>
                </c:pt>
                <c:pt idx="24391">
                  <c:v>6.9489799999999997</c:v>
                </c:pt>
                <c:pt idx="24392">
                  <c:v>6.9492900000000004</c:v>
                </c:pt>
                <c:pt idx="24393">
                  <c:v>6.9495899999999997</c:v>
                </c:pt>
                <c:pt idx="24394">
                  <c:v>6.9499000000000004</c:v>
                </c:pt>
                <c:pt idx="24395">
                  <c:v>6.9501999999999997</c:v>
                </c:pt>
                <c:pt idx="24396">
                  <c:v>6.9505100000000004</c:v>
                </c:pt>
                <c:pt idx="24397">
                  <c:v>6.9508200000000002</c:v>
                </c:pt>
                <c:pt idx="24398">
                  <c:v>6.9511200000000004</c:v>
                </c:pt>
                <c:pt idx="24399">
                  <c:v>6.9514300000000002</c:v>
                </c:pt>
                <c:pt idx="24400">
                  <c:v>6.9517300000000004</c:v>
                </c:pt>
                <c:pt idx="24401">
                  <c:v>6.9520400000000002</c:v>
                </c:pt>
                <c:pt idx="24402">
                  <c:v>6.9523400000000004</c:v>
                </c:pt>
                <c:pt idx="24403">
                  <c:v>6.9526500000000002</c:v>
                </c:pt>
                <c:pt idx="24404">
                  <c:v>6.9529500000000004</c:v>
                </c:pt>
                <c:pt idx="24405">
                  <c:v>6.9532600000000002</c:v>
                </c:pt>
                <c:pt idx="24406">
                  <c:v>6.9535600000000004</c:v>
                </c:pt>
                <c:pt idx="24407">
                  <c:v>6.9538700000000002</c:v>
                </c:pt>
                <c:pt idx="24408">
                  <c:v>6.9541700000000004</c:v>
                </c:pt>
                <c:pt idx="24409">
                  <c:v>6.9544800000000002</c:v>
                </c:pt>
                <c:pt idx="24410">
                  <c:v>6.95479</c:v>
                </c:pt>
                <c:pt idx="24411">
                  <c:v>6.9550900000000002</c:v>
                </c:pt>
                <c:pt idx="24412">
                  <c:v>6.9554</c:v>
                </c:pt>
                <c:pt idx="24413">
                  <c:v>6.9557000000000002</c:v>
                </c:pt>
                <c:pt idx="24414">
                  <c:v>6.95601</c:v>
                </c:pt>
                <c:pt idx="24415">
                  <c:v>6.9563100000000002</c:v>
                </c:pt>
                <c:pt idx="24416">
                  <c:v>6.95662</c:v>
                </c:pt>
                <c:pt idx="24417">
                  <c:v>6.9569200000000002</c:v>
                </c:pt>
                <c:pt idx="24418">
                  <c:v>6.95723</c:v>
                </c:pt>
                <c:pt idx="24419">
                  <c:v>6.9575300000000002</c:v>
                </c:pt>
                <c:pt idx="24420">
                  <c:v>6.95784</c:v>
                </c:pt>
                <c:pt idx="24421">
                  <c:v>6.9581400000000002</c:v>
                </c:pt>
                <c:pt idx="24422">
                  <c:v>6.95845</c:v>
                </c:pt>
                <c:pt idx="24423">
                  <c:v>6.9587599999999998</c:v>
                </c:pt>
                <c:pt idx="24424">
                  <c:v>6.95906</c:v>
                </c:pt>
                <c:pt idx="24425">
                  <c:v>6.9593699999999998</c:v>
                </c:pt>
                <c:pt idx="24426">
                  <c:v>6.95967</c:v>
                </c:pt>
                <c:pt idx="24427">
                  <c:v>6.9599799999999998</c:v>
                </c:pt>
                <c:pt idx="24428">
                  <c:v>6.96028</c:v>
                </c:pt>
                <c:pt idx="24429">
                  <c:v>6.9605899999999998</c:v>
                </c:pt>
                <c:pt idx="24430">
                  <c:v>6.96089</c:v>
                </c:pt>
                <c:pt idx="24431">
                  <c:v>6.9611999999999998</c:v>
                </c:pt>
                <c:pt idx="24432">
                  <c:v>6.9615</c:v>
                </c:pt>
                <c:pt idx="24433">
                  <c:v>6.9618099999999998</c:v>
                </c:pt>
                <c:pt idx="24434">
                  <c:v>6.96211</c:v>
                </c:pt>
                <c:pt idx="24435">
                  <c:v>6.9624199999999998</c:v>
                </c:pt>
                <c:pt idx="24436">
                  <c:v>6.9627299999999996</c:v>
                </c:pt>
                <c:pt idx="24437">
                  <c:v>6.9630299999999998</c:v>
                </c:pt>
                <c:pt idx="24438">
                  <c:v>6.9633399999999996</c:v>
                </c:pt>
                <c:pt idx="24439">
                  <c:v>6.9636399999999998</c:v>
                </c:pt>
                <c:pt idx="24440">
                  <c:v>6.9639499999999996</c:v>
                </c:pt>
                <c:pt idx="24441">
                  <c:v>6.9642499999999998</c:v>
                </c:pt>
                <c:pt idx="24442">
                  <c:v>6.9645599999999996</c:v>
                </c:pt>
                <c:pt idx="24443">
                  <c:v>6.9648599999999998</c:v>
                </c:pt>
                <c:pt idx="24444">
                  <c:v>6.9651699999999996</c:v>
                </c:pt>
                <c:pt idx="24445">
                  <c:v>6.9654699999999998</c:v>
                </c:pt>
                <c:pt idx="24446">
                  <c:v>6.9657799999999996</c:v>
                </c:pt>
                <c:pt idx="24447">
                  <c:v>6.9660900000000003</c:v>
                </c:pt>
                <c:pt idx="24448">
                  <c:v>6.9663899999999996</c:v>
                </c:pt>
                <c:pt idx="24449">
                  <c:v>6.9667000000000003</c:v>
                </c:pt>
                <c:pt idx="24450">
                  <c:v>6.9669999999999996</c:v>
                </c:pt>
                <c:pt idx="24451">
                  <c:v>6.9673100000000003</c:v>
                </c:pt>
                <c:pt idx="24452">
                  <c:v>6.9676099999999996</c:v>
                </c:pt>
                <c:pt idx="24453">
                  <c:v>6.9679200000000003</c:v>
                </c:pt>
                <c:pt idx="24454">
                  <c:v>6.9682199999999996</c:v>
                </c:pt>
                <c:pt idx="24455">
                  <c:v>6.9685300000000003</c:v>
                </c:pt>
                <c:pt idx="24456">
                  <c:v>6.9688299999999996</c:v>
                </c:pt>
                <c:pt idx="24457">
                  <c:v>6.9691400000000003</c:v>
                </c:pt>
                <c:pt idx="24458">
                  <c:v>6.9694399999999996</c:v>
                </c:pt>
                <c:pt idx="24459">
                  <c:v>6.9697500000000003</c:v>
                </c:pt>
                <c:pt idx="24460">
                  <c:v>6.9700600000000001</c:v>
                </c:pt>
                <c:pt idx="24461">
                  <c:v>6.9703600000000003</c:v>
                </c:pt>
                <c:pt idx="24462">
                  <c:v>6.9706700000000001</c:v>
                </c:pt>
                <c:pt idx="24463">
                  <c:v>6.9709700000000003</c:v>
                </c:pt>
                <c:pt idx="24464">
                  <c:v>6.9712800000000001</c:v>
                </c:pt>
                <c:pt idx="24465">
                  <c:v>6.9715800000000003</c:v>
                </c:pt>
                <c:pt idx="24466">
                  <c:v>6.9718900000000001</c:v>
                </c:pt>
                <c:pt idx="24467">
                  <c:v>6.9721900000000003</c:v>
                </c:pt>
                <c:pt idx="24468">
                  <c:v>6.9725000000000001</c:v>
                </c:pt>
                <c:pt idx="24469">
                  <c:v>6.9728000000000003</c:v>
                </c:pt>
                <c:pt idx="24470">
                  <c:v>6.9731100000000001</c:v>
                </c:pt>
                <c:pt idx="24471">
                  <c:v>6.9734100000000003</c:v>
                </c:pt>
                <c:pt idx="24472">
                  <c:v>6.9737200000000001</c:v>
                </c:pt>
                <c:pt idx="24473">
                  <c:v>6.97403</c:v>
                </c:pt>
                <c:pt idx="24474">
                  <c:v>6.9743300000000001</c:v>
                </c:pt>
                <c:pt idx="24475">
                  <c:v>6.97464</c:v>
                </c:pt>
                <c:pt idx="24476">
                  <c:v>6.9749400000000001</c:v>
                </c:pt>
                <c:pt idx="24477">
                  <c:v>6.97525</c:v>
                </c:pt>
                <c:pt idx="24478">
                  <c:v>6.9755500000000001</c:v>
                </c:pt>
                <c:pt idx="24479">
                  <c:v>6.9758599999999999</c:v>
                </c:pt>
                <c:pt idx="24480">
                  <c:v>6.9761600000000001</c:v>
                </c:pt>
                <c:pt idx="24481">
                  <c:v>6.9764699999999999</c:v>
                </c:pt>
                <c:pt idx="24482">
                  <c:v>6.9767700000000001</c:v>
                </c:pt>
                <c:pt idx="24483">
                  <c:v>6.9770799999999999</c:v>
                </c:pt>
                <c:pt idx="24484">
                  <c:v>6.9773800000000001</c:v>
                </c:pt>
                <c:pt idx="24485">
                  <c:v>6.9776899999999999</c:v>
                </c:pt>
                <c:pt idx="24486">
                  <c:v>6.9779999999999998</c:v>
                </c:pt>
                <c:pt idx="24487">
                  <c:v>6.9782999999999999</c:v>
                </c:pt>
                <c:pt idx="24488">
                  <c:v>6.9786099999999998</c:v>
                </c:pt>
                <c:pt idx="24489">
                  <c:v>6.9789099999999999</c:v>
                </c:pt>
                <c:pt idx="24490">
                  <c:v>6.9792199999999998</c:v>
                </c:pt>
                <c:pt idx="24491">
                  <c:v>6.9795199999999999</c:v>
                </c:pt>
                <c:pt idx="24492">
                  <c:v>6.9798299999999998</c:v>
                </c:pt>
                <c:pt idx="24493">
                  <c:v>6.9801299999999999</c:v>
                </c:pt>
                <c:pt idx="24494">
                  <c:v>6.9804399999999998</c:v>
                </c:pt>
                <c:pt idx="24495">
                  <c:v>6.9807399999999999</c:v>
                </c:pt>
                <c:pt idx="24496">
                  <c:v>6.9810499999999998</c:v>
                </c:pt>
                <c:pt idx="24497">
                  <c:v>6.9813599999999996</c:v>
                </c:pt>
                <c:pt idx="24498">
                  <c:v>6.9816599999999998</c:v>
                </c:pt>
                <c:pt idx="24499">
                  <c:v>6.9819699999999996</c:v>
                </c:pt>
                <c:pt idx="24500">
                  <c:v>6.9822699999999998</c:v>
                </c:pt>
                <c:pt idx="24501">
                  <c:v>6.9825799999999996</c:v>
                </c:pt>
                <c:pt idx="24502">
                  <c:v>6.9828799999999998</c:v>
                </c:pt>
                <c:pt idx="24503">
                  <c:v>6.9831899999999996</c:v>
                </c:pt>
                <c:pt idx="24504">
                  <c:v>6.9834899999999998</c:v>
                </c:pt>
                <c:pt idx="24505">
                  <c:v>6.9837999999999996</c:v>
                </c:pt>
                <c:pt idx="24506">
                  <c:v>6.9840999999999998</c:v>
                </c:pt>
                <c:pt idx="24507">
                  <c:v>6.9844099999999996</c:v>
                </c:pt>
                <c:pt idx="24508">
                  <c:v>6.9847099999999998</c:v>
                </c:pt>
                <c:pt idx="24509">
                  <c:v>6.9850199999999996</c:v>
                </c:pt>
                <c:pt idx="24510">
                  <c:v>6.9853300000000003</c:v>
                </c:pt>
                <c:pt idx="24511">
                  <c:v>6.9856299999999996</c:v>
                </c:pt>
                <c:pt idx="24512">
                  <c:v>6.9859400000000003</c:v>
                </c:pt>
                <c:pt idx="24513">
                  <c:v>6.9862399999999996</c:v>
                </c:pt>
                <c:pt idx="24514">
                  <c:v>6.9865500000000003</c:v>
                </c:pt>
                <c:pt idx="24515">
                  <c:v>6.9868499999999996</c:v>
                </c:pt>
                <c:pt idx="24516">
                  <c:v>6.9871600000000003</c:v>
                </c:pt>
                <c:pt idx="24517">
                  <c:v>6.9874599999999996</c:v>
                </c:pt>
                <c:pt idx="24518">
                  <c:v>6.9877700000000003</c:v>
                </c:pt>
                <c:pt idx="24519">
                  <c:v>6.9880699999999996</c:v>
                </c:pt>
                <c:pt idx="24520">
                  <c:v>6.9883800000000003</c:v>
                </c:pt>
                <c:pt idx="24521">
                  <c:v>6.9886799999999996</c:v>
                </c:pt>
                <c:pt idx="24522">
                  <c:v>6.9889900000000003</c:v>
                </c:pt>
                <c:pt idx="24523">
                  <c:v>6.9893000000000001</c:v>
                </c:pt>
                <c:pt idx="24524">
                  <c:v>6.9896000000000003</c:v>
                </c:pt>
                <c:pt idx="24525">
                  <c:v>6.9899100000000001</c:v>
                </c:pt>
                <c:pt idx="24526">
                  <c:v>6.9902100000000003</c:v>
                </c:pt>
                <c:pt idx="24527">
                  <c:v>6.9905200000000001</c:v>
                </c:pt>
                <c:pt idx="24528">
                  <c:v>6.9908200000000003</c:v>
                </c:pt>
                <c:pt idx="24529">
                  <c:v>6.9911300000000001</c:v>
                </c:pt>
                <c:pt idx="24530">
                  <c:v>6.9914300000000003</c:v>
                </c:pt>
                <c:pt idx="24531">
                  <c:v>6.9917400000000001</c:v>
                </c:pt>
                <c:pt idx="24532">
                  <c:v>6.9920400000000003</c:v>
                </c:pt>
                <c:pt idx="24533">
                  <c:v>6.9923500000000001</c:v>
                </c:pt>
                <c:pt idx="24534">
                  <c:v>6.9926500000000003</c:v>
                </c:pt>
                <c:pt idx="24535">
                  <c:v>6.9929600000000001</c:v>
                </c:pt>
                <c:pt idx="24536">
                  <c:v>6.9932699999999999</c:v>
                </c:pt>
                <c:pt idx="24537">
                  <c:v>6.9935700000000001</c:v>
                </c:pt>
                <c:pt idx="24538">
                  <c:v>6.9938799999999999</c:v>
                </c:pt>
                <c:pt idx="24539">
                  <c:v>6.9941800000000001</c:v>
                </c:pt>
                <c:pt idx="24540">
                  <c:v>6.9944899999999999</c:v>
                </c:pt>
                <c:pt idx="24541">
                  <c:v>6.9947900000000001</c:v>
                </c:pt>
                <c:pt idx="24542">
                  <c:v>6.9950999999999999</c:v>
                </c:pt>
                <c:pt idx="24543">
                  <c:v>6.9954000000000001</c:v>
                </c:pt>
                <c:pt idx="24544">
                  <c:v>6.9957099999999999</c:v>
                </c:pt>
                <c:pt idx="24545">
                  <c:v>6.9960100000000001</c:v>
                </c:pt>
                <c:pt idx="24546">
                  <c:v>6.9963199999999999</c:v>
                </c:pt>
                <c:pt idx="24547">
                  <c:v>6.9966200000000001</c:v>
                </c:pt>
                <c:pt idx="24548">
                  <c:v>6.9969299999999999</c:v>
                </c:pt>
                <c:pt idx="24549">
                  <c:v>6.9972399999999997</c:v>
                </c:pt>
                <c:pt idx="24550">
                  <c:v>6.9975399999999999</c:v>
                </c:pt>
                <c:pt idx="24551">
                  <c:v>6.9978499999999997</c:v>
                </c:pt>
                <c:pt idx="24552">
                  <c:v>6.9981499999999999</c:v>
                </c:pt>
                <c:pt idx="24553">
                  <c:v>6.9984599999999997</c:v>
                </c:pt>
                <c:pt idx="24554">
                  <c:v>6.9987599999999999</c:v>
                </c:pt>
                <c:pt idx="24555">
                  <c:v>6.9990699999999997</c:v>
                </c:pt>
                <c:pt idx="24556">
                  <c:v>6.9993699999999999</c:v>
                </c:pt>
                <c:pt idx="24557">
                  <c:v>6.9996799999999997</c:v>
                </c:pt>
                <c:pt idx="24558">
                  <c:v>6.9999799999999999</c:v>
                </c:pt>
                <c:pt idx="24559">
                  <c:v>7.0002899999999997</c:v>
                </c:pt>
                <c:pt idx="24560">
                  <c:v>7.0006000000000004</c:v>
                </c:pt>
                <c:pt idx="24561">
                  <c:v>7.0008999999999997</c:v>
                </c:pt>
                <c:pt idx="24562">
                  <c:v>7.0012100000000004</c:v>
                </c:pt>
                <c:pt idx="24563">
                  <c:v>7.0015099999999997</c:v>
                </c:pt>
                <c:pt idx="24564">
                  <c:v>7.0018200000000004</c:v>
                </c:pt>
                <c:pt idx="24565">
                  <c:v>7.0021199999999997</c:v>
                </c:pt>
                <c:pt idx="24566">
                  <c:v>7.0024300000000004</c:v>
                </c:pt>
                <c:pt idx="24567">
                  <c:v>7.0027299999999997</c:v>
                </c:pt>
                <c:pt idx="24568">
                  <c:v>7.0030400000000004</c:v>
                </c:pt>
                <c:pt idx="24569">
                  <c:v>7.0033399999999997</c:v>
                </c:pt>
                <c:pt idx="24570">
                  <c:v>7.0036500000000004</c:v>
                </c:pt>
                <c:pt idx="24571">
                  <c:v>7.0039499999999997</c:v>
                </c:pt>
                <c:pt idx="24572">
                  <c:v>7.0042600000000004</c:v>
                </c:pt>
                <c:pt idx="24573">
                  <c:v>7.0045700000000002</c:v>
                </c:pt>
                <c:pt idx="24574">
                  <c:v>7.0048700000000004</c:v>
                </c:pt>
                <c:pt idx="24575">
                  <c:v>7.0051800000000002</c:v>
                </c:pt>
                <c:pt idx="24576">
                  <c:v>7.0054800000000004</c:v>
                </c:pt>
                <c:pt idx="24577">
                  <c:v>7.0057900000000002</c:v>
                </c:pt>
                <c:pt idx="24578">
                  <c:v>7.0060900000000004</c:v>
                </c:pt>
                <c:pt idx="24579">
                  <c:v>7.0064000000000002</c:v>
                </c:pt>
                <c:pt idx="24580">
                  <c:v>7.0067000000000004</c:v>
                </c:pt>
                <c:pt idx="24581">
                  <c:v>7.0070100000000002</c:v>
                </c:pt>
                <c:pt idx="24582">
                  <c:v>7.0073100000000004</c:v>
                </c:pt>
                <c:pt idx="24583">
                  <c:v>7.0076200000000002</c:v>
                </c:pt>
                <c:pt idx="24584">
                  <c:v>7.0079200000000004</c:v>
                </c:pt>
                <c:pt idx="24585">
                  <c:v>7.0082300000000002</c:v>
                </c:pt>
                <c:pt idx="24586">
                  <c:v>7.00854</c:v>
                </c:pt>
                <c:pt idx="24587">
                  <c:v>7.0088400000000002</c:v>
                </c:pt>
                <c:pt idx="24588">
                  <c:v>7.00915</c:v>
                </c:pt>
                <c:pt idx="24589">
                  <c:v>7.0094500000000002</c:v>
                </c:pt>
                <c:pt idx="24590">
                  <c:v>7.00976</c:v>
                </c:pt>
                <c:pt idx="24591">
                  <c:v>7.0100600000000002</c:v>
                </c:pt>
                <c:pt idx="24592">
                  <c:v>7.01037</c:v>
                </c:pt>
                <c:pt idx="24593">
                  <c:v>7.0106700000000002</c:v>
                </c:pt>
                <c:pt idx="24594">
                  <c:v>7.01098</c:v>
                </c:pt>
                <c:pt idx="24595">
                  <c:v>7.0112800000000002</c:v>
                </c:pt>
                <c:pt idx="24596">
                  <c:v>7.01159</c:v>
                </c:pt>
                <c:pt idx="24597">
                  <c:v>7.0118900000000002</c:v>
                </c:pt>
                <c:pt idx="24598">
                  <c:v>7.0122</c:v>
                </c:pt>
                <c:pt idx="24599">
                  <c:v>7.0125099999999998</c:v>
                </c:pt>
                <c:pt idx="24600">
                  <c:v>7.01281</c:v>
                </c:pt>
                <c:pt idx="24601">
                  <c:v>7.0131199999999998</c:v>
                </c:pt>
                <c:pt idx="24602">
                  <c:v>7.01342</c:v>
                </c:pt>
                <c:pt idx="24603">
                  <c:v>7.0137299999999998</c:v>
                </c:pt>
                <c:pt idx="24604">
                  <c:v>7.01403</c:v>
                </c:pt>
                <c:pt idx="24605">
                  <c:v>7.0143399999999998</c:v>
                </c:pt>
                <c:pt idx="24606">
                  <c:v>7.01464</c:v>
                </c:pt>
                <c:pt idx="24607">
                  <c:v>7.0149499999999998</c:v>
                </c:pt>
                <c:pt idx="24608">
                  <c:v>7.01525</c:v>
                </c:pt>
                <c:pt idx="24609">
                  <c:v>7.0155599999999998</c:v>
                </c:pt>
                <c:pt idx="24610">
                  <c:v>7.01586</c:v>
                </c:pt>
                <c:pt idx="24611">
                  <c:v>7.0161699999999998</c:v>
                </c:pt>
                <c:pt idx="24612">
                  <c:v>7.0164799999999996</c:v>
                </c:pt>
                <c:pt idx="24613">
                  <c:v>7.0167799999999998</c:v>
                </c:pt>
                <c:pt idx="24614">
                  <c:v>7.0170899999999996</c:v>
                </c:pt>
                <c:pt idx="24615">
                  <c:v>7.0173899999999998</c:v>
                </c:pt>
                <c:pt idx="24616">
                  <c:v>7.0176999999999996</c:v>
                </c:pt>
                <c:pt idx="24617">
                  <c:v>7.0179999999999998</c:v>
                </c:pt>
                <c:pt idx="24618">
                  <c:v>7.0183099999999996</c:v>
                </c:pt>
                <c:pt idx="24619">
                  <c:v>7.0186099999999998</c:v>
                </c:pt>
                <c:pt idx="24620">
                  <c:v>7.0189199999999996</c:v>
                </c:pt>
                <c:pt idx="24621">
                  <c:v>7.0192199999999998</c:v>
                </c:pt>
                <c:pt idx="24622">
                  <c:v>7.0195299999999996</c:v>
                </c:pt>
                <c:pt idx="24623">
                  <c:v>7.0198400000000003</c:v>
                </c:pt>
                <c:pt idx="24624">
                  <c:v>7.0201399999999996</c:v>
                </c:pt>
                <c:pt idx="24625">
                  <c:v>7.0204500000000003</c:v>
                </c:pt>
                <c:pt idx="24626">
                  <c:v>7.0207499999999996</c:v>
                </c:pt>
                <c:pt idx="24627">
                  <c:v>7.0210600000000003</c:v>
                </c:pt>
                <c:pt idx="24628">
                  <c:v>7.0213599999999996</c:v>
                </c:pt>
                <c:pt idx="24629">
                  <c:v>7.0216700000000003</c:v>
                </c:pt>
                <c:pt idx="24630">
                  <c:v>7.0219699999999996</c:v>
                </c:pt>
                <c:pt idx="24631">
                  <c:v>7.0222800000000003</c:v>
                </c:pt>
                <c:pt idx="24632">
                  <c:v>7.0225799999999996</c:v>
                </c:pt>
                <c:pt idx="24633">
                  <c:v>7.0228900000000003</c:v>
                </c:pt>
                <c:pt idx="24634">
                  <c:v>7.0231899999999996</c:v>
                </c:pt>
                <c:pt idx="24635">
                  <c:v>7.0235000000000003</c:v>
                </c:pt>
                <c:pt idx="24636">
                  <c:v>7.0238100000000001</c:v>
                </c:pt>
                <c:pt idx="24637">
                  <c:v>7.0241100000000003</c:v>
                </c:pt>
                <c:pt idx="24638">
                  <c:v>7.0244200000000001</c:v>
                </c:pt>
                <c:pt idx="24639">
                  <c:v>7.0247200000000003</c:v>
                </c:pt>
                <c:pt idx="24640">
                  <c:v>7.0250300000000001</c:v>
                </c:pt>
                <c:pt idx="24641">
                  <c:v>7.0253300000000003</c:v>
                </c:pt>
                <c:pt idx="24642">
                  <c:v>7.0256400000000001</c:v>
                </c:pt>
                <c:pt idx="24643">
                  <c:v>7.0259400000000003</c:v>
                </c:pt>
                <c:pt idx="24644">
                  <c:v>7.0262500000000001</c:v>
                </c:pt>
                <c:pt idx="24645">
                  <c:v>7.0265500000000003</c:v>
                </c:pt>
                <c:pt idx="24646">
                  <c:v>7.0268600000000001</c:v>
                </c:pt>
                <c:pt idx="24647">
                  <c:v>7.0271600000000003</c:v>
                </c:pt>
                <c:pt idx="24648">
                  <c:v>7.0274700000000001</c:v>
                </c:pt>
                <c:pt idx="24649">
                  <c:v>7.0277799999999999</c:v>
                </c:pt>
                <c:pt idx="24650">
                  <c:v>7.0280800000000001</c:v>
                </c:pt>
                <c:pt idx="24651">
                  <c:v>7.0283899999999999</c:v>
                </c:pt>
                <c:pt idx="24652">
                  <c:v>7.0286900000000001</c:v>
                </c:pt>
                <c:pt idx="24653">
                  <c:v>7.0289999999999999</c:v>
                </c:pt>
                <c:pt idx="24654">
                  <c:v>7.0293000000000001</c:v>
                </c:pt>
                <c:pt idx="24655">
                  <c:v>7.0296099999999999</c:v>
                </c:pt>
                <c:pt idx="24656">
                  <c:v>7.0299100000000001</c:v>
                </c:pt>
                <c:pt idx="24657">
                  <c:v>7.0302199999999999</c:v>
                </c:pt>
                <c:pt idx="24658">
                  <c:v>7.0305200000000001</c:v>
                </c:pt>
                <c:pt idx="24659">
                  <c:v>7.0308299999999999</c:v>
                </c:pt>
                <c:pt idx="24660">
                  <c:v>7.0311300000000001</c:v>
                </c:pt>
                <c:pt idx="24661">
                  <c:v>7.0314399999999999</c:v>
                </c:pt>
                <c:pt idx="24662">
                  <c:v>7.0317499999999997</c:v>
                </c:pt>
                <c:pt idx="24663">
                  <c:v>7.0320499999999999</c:v>
                </c:pt>
                <c:pt idx="24664">
                  <c:v>7.0323599999999997</c:v>
                </c:pt>
                <c:pt idx="24665">
                  <c:v>7.0326599999999999</c:v>
                </c:pt>
                <c:pt idx="24666">
                  <c:v>7.0329699999999997</c:v>
                </c:pt>
                <c:pt idx="24667">
                  <c:v>7.0332699999999999</c:v>
                </c:pt>
                <c:pt idx="24668">
                  <c:v>7.0335799999999997</c:v>
                </c:pt>
                <c:pt idx="24669">
                  <c:v>7.0338799999999999</c:v>
                </c:pt>
                <c:pt idx="24670">
                  <c:v>7.0341899999999997</c:v>
                </c:pt>
                <c:pt idx="24671">
                  <c:v>7.0344899999999999</c:v>
                </c:pt>
                <c:pt idx="24672">
                  <c:v>7.0347999999999997</c:v>
                </c:pt>
                <c:pt idx="24673">
                  <c:v>7.0351100000000004</c:v>
                </c:pt>
                <c:pt idx="24674">
                  <c:v>7.0354099999999997</c:v>
                </c:pt>
                <c:pt idx="24675">
                  <c:v>7.0357200000000004</c:v>
                </c:pt>
                <c:pt idx="24676">
                  <c:v>7.0360199999999997</c:v>
                </c:pt>
                <c:pt idx="24677">
                  <c:v>7.0363300000000004</c:v>
                </c:pt>
                <c:pt idx="24678">
                  <c:v>7.0366299999999997</c:v>
                </c:pt>
                <c:pt idx="24679">
                  <c:v>7.0369400000000004</c:v>
                </c:pt>
                <c:pt idx="24680">
                  <c:v>7.0372399999999997</c:v>
                </c:pt>
                <c:pt idx="24681">
                  <c:v>7.0375500000000004</c:v>
                </c:pt>
                <c:pt idx="24682">
                  <c:v>7.0378499999999997</c:v>
                </c:pt>
                <c:pt idx="24683">
                  <c:v>7.0381600000000004</c:v>
                </c:pt>
                <c:pt idx="24684">
                  <c:v>7.0384599999999997</c:v>
                </c:pt>
                <c:pt idx="24685">
                  <c:v>7.0387700000000004</c:v>
                </c:pt>
                <c:pt idx="24686">
                  <c:v>7.0390800000000002</c:v>
                </c:pt>
                <c:pt idx="24687">
                  <c:v>7.0393800000000004</c:v>
                </c:pt>
                <c:pt idx="24688">
                  <c:v>7.0396900000000002</c:v>
                </c:pt>
                <c:pt idx="24689">
                  <c:v>7.0399900000000004</c:v>
                </c:pt>
                <c:pt idx="24690">
                  <c:v>7.0403000000000002</c:v>
                </c:pt>
                <c:pt idx="24691">
                  <c:v>7.0406000000000004</c:v>
                </c:pt>
                <c:pt idx="24692">
                  <c:v>7.0409100000000002</c:v>
                </c:pt>
                <c:pt idx="24693">
                  <c:v>7.0412100000000004</c:v>
                </c:pt>
                <c:pt idx="24694">
                  <c:v>7.0415200000000002</c:v>
                </c:pt>
                <c:pt idx="24695">
                  <c:v>7.0418200000000004</c:v>
                </c:pt>
                <c:pt idx="24696">
                  <c:v>7.0421300000000002</c:v>
                </c:pt>
                <c:pt idx="24697">
                  <c:v>7.0424300000000004</c:v>
                </c:pt>
                <c:pt idx="24698">
                  <c:v>7.0427400000000002</c:v>
                </c:pt>
                <c:pt idx="24699">
                  <c:v>7.04305</c:v>
                </c:pt>
                <c:pt idx="24700">
                  <c:v>7.0433500000000002</c:v>
                </c:pt>
                <c:pt idx="24701">
                  <c:v>7.04366</c:v>
                </c:pt>
                <c:pt idx="24702">
                  <c:v>7.0439600000000002</c:v>
                </c:pt>
                <c:pt idx="24703">
                  <c:v>7.04427</c:v>
                </c:pt>
                <c:pt idx="24704">
                  <c:v>7.0445700000000002</c:v>
                </c:pt>
                <c:pt idx="24705">
                  <c:v>7.04488</c:v>
                </c:pt>
                <c:pt idx="24706">
                  <c:v>7.0451800000000002</c:v>
                </c:pt>
                <c:pt idx="24707">
                  <c:v>7.04549</c:v>
                </c:pt>
                <c:pt idx="24708">
                  <c:v>7.0457900000000002</c:v>
                </c:pt>
                <c:pt idx="24709">
                  <c:v>7.0461</c:v>
                </c:pt>
                <c:pt idx="24710">
                  <c:v>7.0464000000000002</c:v>
                </c:pt>
                <c:pt idx="24711">
                  <c:v>7.04671</c:v>
                </c:pt>
                <c:pt idx="24712">
                  <c:v>7.0470199999999998</c:v>
                </c:pt>
                <c:pt idx="24713">
                  <c:v>7.04732</c:v>
                </c:pt>
                <c:pt idx="24714">
                  <c:v>7.0476299999999998</c:v>
                </c:pt>
                <c:pt idx="24715">
                  <c:v>7.04793</c:v>
                </c:pt>
                <c:pt idx="24716">
                  <c:v>7.0482399999999998</c:v>
                </c:pt>
                <c:pt idx="24717">
                  <c:v>7.04854</c:v>
                </c:pt>
                <c:pt idx="24718">
                  <c:v>7.0488499999999998</c:v>
                </c:pt>
                <c:pt idx="24719">
                  <c:v>7.04915</c:v>
                </c:pt>
                <c:pt idx="24720">
                  <c:v>7.0494599999999998</c:v>
                </c:pt>
                <c:pt idx="24721">
                  <c:v>7.04976</c:v>
                </c:pt>
                <c:pt idx="24722">
                  <c:v>7.0500699999999998</c:v>
                </c:pt>
                <c:pt idx="24723">
                  <c:v>7.05037</c:v>
                </c:pt>
                <c:pt idx="24724">
                  <c:v>7.0506799999999998</c:v>
                </c:pt>
                <c:pt idx="24725">
                  <c:v>7.0509899999999996</c:v>
                </c:pt>
                <c:pt idx="24726">
                  <c:v>7.0512899999999998</c:v>
                </c:pt>
                <c:pt idx="24727">
                  <c:v>7.0515999999999996</c:v>
                </c:pt>
                <c:pt idx="24728">
                  <c:v>7.0518999999999998</c:v>
                </c:pt>
                <c:pt idx="24729">
                  <c:v>7.0522099999999996</c:v>
                </c:pt>
                <c:pt idx="24730">
                  <c:v>7.0525099999999998</c:v>
                </c:pt>
                <c:pt idx="24731">
                  <c:v>7.0528199999999996</c:v>
                </c:pt>
                <c:pt idx="24732">
                  <c:v>7.0531199999999998</c:v>
                </c:pt>
                <c:pt idx="24733">
                  <c:v>7.0534299999999996</c:v>
                </c:pt>
                <c:pt idx="24734">
                  <c:v>7.0537299999999998</c:v>
                </c:pt>
                <c:pt idx="24735">
                  <c:v>7.0540399999999996</c:v>
                </c:pt>
                <c:pt idx="24736">
                  <c:v>7.0543500000000003</c:v>
                </c:pt>
                <c:pt idx="24737">
                  <c:v>7.0546499999999996</c:v>
                </c:pt>
                <c:pt idx="24738">
                  <c:v>7.0549600000000003</c:v>
                </c:pt>
                <c:pt idx="24739">
                  <c:v>7.0552599999999996</c:v>
                </c:pt>
                <c:pt idx="24740">
                  <c:v>7.0555700000000003</c:v>
                </c:pt>
                <c:pt idx="24741">
                  <c:v>7.0558699999999996</c:v>
                </c:pt>
                <c:pt idx="24742">
                  <c:v>7.0561800000000003</c:v>
                </c:pt>
                <c:pt idx="24743">
                  <c:v>7.0564799999999996</c:v>
                </c:pt>
                <c:pt idx="24744">
                  <c:v>7.0567900000000003</c:v>
                </c:pt>
                <c:pt idx="24745">
                  <c:v>7.0570899999999996</c:v>
                </c:pt>
                <c:pt idx="24746">
                  <c:v>7.0574000000000003</c:v>
                </c:pt>
                <c:pt idx="24747">
                  <c:v>7.0576999999999996</c:v>
                </c:pt>
                <c:pt idx="24748">
                  <c:v>7.0580100000000003</c:v>
                </c:pt>
                <c:pt idx="24749">
                  <c:v>7.0583200000000001</c:v>
                </c:pt>
                <c:pt idx="24750">
                  <c:v>7.0586200000000003</c:v>
                </c:pt>
                <c:pt idx="24751">
                  <c:v>7.0589300000000001</c:v>
                </c:pt>
                <c:pt idx="24752">
                  <c:v>7.0592300000000003</c:v>
                </c:pt>
                <c:pt idx="24753">
                  <c:v>7.0595400000000001</c:v>
                </c:pt>
                <c:pt idx="24754">
                  <c:v>7.0598400000000003</c:v>
                </c:pt>
                <c:pt idx="24755">
                  <c:v>7.0601500000000001</c:v>
                </c:pt>
                <c:pt idx="24756">
                  <c:v>7.0604500000000003</c:v>
                </c:pt>
                <c:pt idx="24757">
                  <c:v>7.0607600000000001</c:v>
                </c:pt>
                <c:pt idx="24758">
                  <c:v>7.0610600000000003</c:v>
                </c:pt>
                <c:pt idx="24759">
                  <c:v>7.0613700000000001</c:v>
                </c:pt>
                <c:pt idx="24760">
                  <c:v>7.0616700000000003</c:v>
                </c:pt>
                <c:pt idx="24761">
                  <c:v>7.0619800000000001</c:v>
                </c:pt>
                <c:pt idx="24762">
                  <c:v>7.06229</c:v>
                </c:pt>
                <c:pt idx="24763">
                  <c:v>7.0625900000000001</c:v>
                </c:pt>
                <c:pt idx="24764">
                  <c:v>7.0629</c:v>
                </c:pt>
                <c:pt idx="24765">
                  <c:v>7.0632000000000001</c:v>
                </c:pt>
                <c:pt idx="24766">
                  <c:v>7.06351</c:v>
                </c:pt>
                <c:pt idx="24767">
                  <c:v>7.0638100000000001</c:v>
                </c:pt>
                <c:pt idx="24768">
                  <c:v>7.06412</c:v>
                </c:pt>
                <c:pt idx="24769">
                  <c:v>7.0644200000000001</c:v>
                </c:pt>
                <c:pt idx="24770">
                  <c:v>7.06473</c:v>
                </c:pt>
                <c:pt idx="24771">
                  <c:v>7.0650300000000001</c:v>
                </c:pt>
                <c:pt idx="24772">
                  <c:v>7.06534</c:v>
                </c:pt>
                <c:pt idx="24773">
                  <c:v>7.0656400000000001</c:v>
                </c:pt>
                <c:pt idx="24774">
                  <c:v>7.06595</c:v>
                </c:pt>
                <c:pt idx="24775">
                  <c:v>7.0662599999999998</c:v>
                </c:pt>
                <c:pt idx="24776">
                  <c:v>7.06656</c:v>
                </c:pt>
                <c:pt idx="24777">
                  <c:v>7.0668699999999998</c:v>
                </c:pt>
                <c:pt idx="24778">
                  <c:v>7.06717</c:v>
                </c:pt>
                <c:pt idx="24779">
                  <c:v>7.0674799999999998</c:v>
                </c:pt>
                <c:pt idx="24780">
                  <c:v>7.06778</c:v>
                </c:pt>
                <c:pt idx="24781">
                  <c:v>7.0680899999999998</c:v>
                </c:pt>
                <c:pt idx="24782">
                  <c:v>7.06839</c:v>
                </c:pt>
                <c:pt idx="24783">
                  <c:v>7.0686999999999998</c:v>
                </c:pt>
                <c:pt idx="24784">
                  <c:v>7.069</c:v>
                </c:pt>
                <c:pt idx="24785">
                  <c:v>7.0693099999999998</c:v>
                </c:pt>
                <c:pt idx="24786">
                  <c:v>7.0696099999999999</c:v>
                </c:pt>
                <c:pt idx="24787">
                  <c:v>7.0699199999999998</c:v>
                </c:pt>
                <c:pt idx="24788">
                  <c:v>7.0702299999999996</c:v>
                </c:pt>
                <c:pt idx="24789">
                  <c:v>7.0705299999999998</c:v>
                </c:pt>
                <c:pt idx="24790">
                  <c:v>7.0708399999999996</c:v>
                </c:pt>
                <c:pt idx="24791">
                  <c:v>7.0711399999999998</c:v>
                </c:pt>
                <c:pt idx="24792">
                  <c:v>7.0714499999999996</c:v>
                </c:pt>
                <c:pt idx="24793">
                  <c:v>7.0717499999999998</c:v>
                </c:pt>
                <c:pt idx="24794">
                  <c:v>7.0720599999999996</c:v>
                </c:pt>
                <c:pt idx="24795">
                  <c:v>7.0723599999999998</c:v>
                </c:pt>
                <c:pt idx="24796">
                  <c:v>7.0726699999999996</c:v>
                </c:pt>
                <c:pt idx="24797">
                  <c:v>7.0729699999999998</c:v>
                </c:pt>
                <c:pt idx="24798">
                  <c:v>7.0732799999999996</c:v>
                </c:pt>
                <c:pt idx="24799">
                  <c:v>7.0735900000000003</c:v>
                </c:pt>
                <c:pt idx="24800">
                  <c:v>7.0738899999999996</c:v>
                </c:pt>
                <c:pt idx="24801">
                  <c:v>7.0742000000000003</c:v>
                </c:pt>
                <c:pt idx="24802">
                  <c:v>7.0744999999999996</c:v>
                </c:pt>
                <c:pt idx="24803">
                  <c:v>7.0748100000000003</c:v>
                </c:pt>
                <c:pt idx="24804">
                  <c:v>7.0751099999999996</c:v>
                </c:pt>
                <c:pt idx="24805">
                  <c:v>7.0754200000000003</c:v>
                </c:pt>
                <c:pt idx="24806">
                  <c:v>7.0757199999999996</c:v>
                </c:pt>
                <c:pt idx="24807">
                  <c:v>7.0760300000000003</c:v>
                </c:pt>
                <c:pt idx="24808">
                  <c:v>7.0763299999999996</c:v>
                </c:pt>
                <c:pt idx="24809">
                  <c:v>7.0766400000000003</c:v>
                </c:pt>
                <c:pt idx="24810">
                  <c:v>7.0769399999999996</c:v>
                </c:pt>
                <c:pt idx="24811">
                  <c:v>7.0772500000000003</c:v>
                </c:pt>
                <c:pt idx="24812">
                  <c:v>7.0775600000000001</c:v>
                </c:pt>
                <c:pt idx="24813">
                  <c:v>7.0778600000000003</c:v>
                </c:pt>
                <c:pt idx="24814">
                  <c:v>7.0781700000000001</c:v>
                </c:pt>
                <c:pt idx="24815">
                  <c:v>7.0784700000000003</c:v>
                </c:pt>
                <c:pt idx="24816">
                  <c:v>7.0787800000000001</c:v>
                </c:pt>
                <c:pt idx="24817">
                  <c:v>7.0790800000000003</c:v>
                </c:pt>
                <c:pt idx="24818">
                  <c:v>7.0793900000000001</c:v>
                </c:pt>
                <c:pt idx="24819">
                  <c:v>7.0796900000000003</c:v>
                </c:pt>
                <c:pt idx="24820">
                  <c:v>7.08</c:v>
                </c:pt>
                <c:pt idx="24821">
                  <c:v>7.0803000000000003</c:v>
                </c:pt>
                <c:pt idx="24822">
                  <c:v>7.0806100000000001</c:v>
                </c:pt>
                <c:pt idx="24823">
                  <c:v>7.0809100000000003</c:v>
                </c:pt>
                <c:pt idx="24824">
                  <c:v>7.0812200000000001</c:v>
                </c:pt>
                <c:pt idx="24825">
                  <c:v>7.0815299999999999</c:v>
                </c:pt>
                <c:pt idx="24826">
                  <c:v>7.0818300000000001</c:v>
                </c:pt>
                <c:pt idx="24827">
                  <c:v>7.0821399999999999</c:v>
                </c:pt>
                <c:pt idx="24828">
                  <c:v>7.0824400000000001</c:v>
                </c:pt>
                <c:pt idx="24829">
                  <c:v>7.0827499999999999</c:v>
                </c:pt>
                <c:pt idx="24830">
                  <c:v>7.0830500000000001</c:v>
                </c:pt>
                <c:pt idx="24831">
                  <c:v>7.0833599999999999</c:v>
                </c:pt>
                <c:pt idx="24832">
                  <c:v>7.0836600000000001</c:v>
                </c:pt>
                <c:pt idx="24833">
                  <c:v>7.0839699999999999</c:v>
                </c:pt>
                <c:pt idx="24834">
                  <c:v>7.0842700000000001</c:v>
                </c:pt>
                <c:pt idx="24835">
                  <c:v>7.0845799999999999</c:v>
                </c:pt>
                <c:pt idx="24836">
                  <c:v>7.0848800000000001</c:v>
                </c:pt>
                <c:pt idx="24837">
                  <c:v>7.0851899999999999</c:v>
                </c:pt>
                <c:pt idx="24838">
                  <c:v>7.0854999999999997</c:v>
                </c:pt>
                <c:pt idx="24839">
                  <c:v>7.0857999999999999</c:v>
                </c:pt>
                <c:pt idx="24840">
                  <c:v>7.0861099999999997</c:v>
                </c:pt>
                <c:pt idx="24841">
                  <c:v>7.0864099999999999</c:v>
                </c:pt>
                <c:pt idx="24842">
                  <c:v>7.0867199999999997</c:v>
                </c:pt>
                <c:pt idx="24843">
                  <c:v>7.0870199999999999</c:v>
                </c:pt>
                <c:pt idx="24844">
                  <c:v>7.0873299999999997</c:v>
                </c:pt>
                <c:pt idx="24845">
                  <c:v>7.0876299999999999</c:v>
                </c:pt>
                <c:pt idx="24846">
                  <c:v>7.0879399999999997</c:v>
                </c:pt>
                <c:pt idx="24847">
                  <c:v>7.0882399999999999</c:v>
                </c:pt>
                <c:pt idx="24848">
                  <c:v>7.0885499999999997</c:v>
                </c:pt>
                <c:pt idx="24849">
                  <c:v>7.0888600000000004</c:v>
                </c:pt>
                <c:pt idx="24850">
                  <c:v>7.0891599999999997</c:v>
                </c:pt>
                <c:pt idx="24851">
                  <c:v>7.0894700000000004</c:v>
                </c:pt>
                <c:pt idx="24852">
                  <c:v>7.0897699999999997</c:v>
                </c:pt>
                <c:pt idx="24853">
                  <c:v>7.0900800000000004</c:v>
                </c:pt>
                <c:pt idx="24854">
                  <c:v>7.0903799999999997</c:v>
                </c:pt>
                <c:pt idx="24855">
                  <c:v>7.0906900000000004</c:v>
                </c:pt>
                <c:pt idx="24856">
                  <c:v>7.0909899999999997</c:v>
                </c:pt>
                <c:pt idx="24857">
                  <c:v>7.0913000000000004</c:v>
                </c:pt>
                <c:pt idx="24858">
                  <c:v>7.0915999999999997</c:v>
                </c:pt>
                <c:pt idx="24859">
                  <c:v>7.0919100000000004</c:v>
                </c:pt>
                <c:pt idx="24860">
                  <c:v>7.0922099999999997</c:v>
                </c:pt>
                <c:pt idx="24861">
                  <c:v>7.0925200000000004</c:v>
                </c:pt>
                <c:pt idx="24862">
                  <c:v>7.0928300000000002</c:v>
                </c:pt>
                <c:pt idx="24863">
                  <c:v>7.0931300000000004</c:v>
                </c:pt>
                <c:pt idx="24864">
                  <c:v>7.0934400000000002</c:v>
                </c:pt>
                <c:pt idx="24865">
                  <c:v>7.0937400000000004</c:v>
                </c:pt>
                <c:pt idx="24866">
                  <c:v>7.0940500000000002</c:v>
                </c:pt>
                <c:pt idx="24867">
                  <c:v>7.0943500000000004</c:v>
                </c:pt>
                <c:pt idx="24868">
                  <c:v>7.0946600000000002</c:v>
                </c:pt>
                <c:pt idx="24869">
                  <c:v>7.0949600000000004</c:v>
                </c:pt>
                <c:pt idx="24870">
                  <c:v>7.0952700000000002</c:v>
                </c:pt>
                <c:pt idx="24871">
                  <c:v>7.0955700000000004</c:v>
                </c:pt>
                <c:pt idx="24872">
                  <c:v>7.0958800000000002</c:v>
                </c:pt>
                <c:pt idx="24873">
                  <c:v>7.0961800000000004</c:v>
                </c:pt>
                <c:pt idx="24874">
                  <c:v>7.0964900000000002</c:v>
                </c:pt>
                <c:pt idx="24875">
                  <c:v>7.0968</c:v>
                </c:pt>
                <c:pt idx="24876">
                  <c:v>7.0971000000000002</c:v>
                </c:pt>
                <c:pt idx="24877">
                  <c:v>7.09741</c:v>
                </c:pt>
                <c:pt idx="24878">
                  <c:v>7.0977100000000002</c:v>
                </c:pt>
                <c:pt idx="24879">
                  <c:v>7.09802</c:v>
                </c:pt>
                <c:pt idx="24880">
                  <c:v>7.0983200000000002</c:v>
                </c:pt>
                <c:pt idx="24881">
                  <c:v>7.09863</c:v>
                </c:pt>
                <c:pt idx="24882">
                  <c:v>7.0989300000000002</c:v>
                </c:pt>
                <c:pt idx="24883">
                  <c:v>7.09924</c:v>
                </c:pt>
                <c:pt idx="24884">
                  <c:v>7.0995400000000002</c:v>
                </c:pt>
                <c:pt idx="24885">
                  <c:v>7.09985</c:v>
                </c:pt>
                <c:pt idx="24886">
                  <c:v>7.1001500000000002</c:v>
                </c:pt>
                <c:pt idx="24887">
                  <c:v>7.10046</c:v>
                </c:pt>
                <c:pt idx="24888">
                  <c:v>7.1007699999999998</c:v>
                </c:pt>
                <c:pt idx="24889">
                  <c:v>7.10107</c:v>
                </c:pt>
                <c:pt idx="24890">
                  <c:v>7.1013799999999998</c:v>
                </c:pt>
                <c:pt idx="24891">
                  <c:v>7.10168</c:v>
                </c:pt>
                <c:pt idx="24892">
                  <c:v>7.1019899999999998</c:v>
                </c:pt>
                <c:pt idx="24893">
                  <c:v>7.10229</c:v>
                </c:pt>
                <c:pt idx="24894">
                  <c:v>7.1025999999999998</c:v>
                </c:pt>
                <c:pt idx="24895">
                  <c:v>7.1029</c:v>
                </c:pt>
                <c:pt idx="24896">
                  <c:v>7.1032099999999998</c:v>
                </c:pt>
                <c:pt idx="24897">
                  <c:v>7.10351</c:v>
                </c:pt>
                <c:pt idx="24898">
                  <c:v>7.1038199999999998</c:v>
                </c:pt>
                <c:pt idx="24899">
                  <c:v>7.10412</c:v>
                </c:pt>
                <c:pt idx="24900">
                  <c:v>7.1044299999999998</c:v>
                </c:pt>
                <c:pt idx="24901">
                  <c:v>7.1047399999999996</c:v>
                </c:pt>
                <c:pt idx="24902">
                  <c:v>7.1050399999999998</c:v>
                </c:pt>
                <c:pt idx="24903">
                  <c:v>7.1053499999999996</c:v>
                </c:pt>
                <c:pt idx="24904">
                  <c:v>7.1056499999999998</c:v>
                </c:pt>
                <c:pt idx="24905">
                  <c:v>7.1059599999999996</c:v>
                </c:pt>
                <c:pt idx="24906">
                  <c:v>7.1062599999999998</c:v>
                </c:pt>
                <c:pt idx="24907">
                  <c:v>7.1065699999999996</c:v>
                </c:pt>
                <c:pt idx="24908">
                  <c:v>7.1068699999999998</c:v>
                </c:pt>
                <c:pt idx="24909">
                  <c:v>7.1071799999999996</c:v>
                </c:pt>
                <c:pt idx="24910">
                  <c:v>7.1074799999999998</c:v>
                </c:pt>
                <c:pt idx="24911">
                  <c:v>7.1077899999999996</c:v>
                </c:pt>
                <c:pt idx="24912">
                  <c:v>7.1081000000000003</c:v>
                </c:pt>
                <c:pt idx="24913">
                  <c:v>7.1083999999999996</c:v>
                </c:pt>
                <c:pt idx="24914">
                  <c:v>7.1087100000000003</c:v>
                </c:pt>
                <c:pt idx="24915">
                  <c:v>7.1090099999999996</c:v>
                </c:pt>
                <c:pt idx="24916">
                  <c:v>7.1093200000000003</c:v>
                </c:pt>
                <c:pt idx="24917">
                  <c:v>7.1096199999999996</c:v>
                </c:pt>
                <c:pt idx="24918">
                  <c:v>7.1099300000000003</c:v>
                </c:pt>
                <c:pt idx="24919">
                  <c:v>7.1102299999999996</c:v>
                </c:pt>
                <c:pt idx="24920">
                  <c:v>7.1105400000000003</c:v>
                </c:pt>
                <c:pt idx="24921">
                  <c:v>7.1108399999999996</c:v>
                </c:pt>
                <c:pt idx="24922">
                  <c:v>7.1111500000000003</c:v>
                </c:pt>
                <c:pt idx="24923">
                  <c:v>7.1114499999999996</c:v>
                </c:pt>
                <c:pt idx="24924">
                  <c:v>7.1117600000000003</c:v>
                </c:pt>
                <c:pt idx="24925">
                  <c:v>7.1120700000000001</c:v>
                </c:pt>
                <c:pt idx="24926">
                  <c:v>7.1123700000000003</c:v>
                </c:pt>
                <c:pt idx="24927">
                  <c:v>7.1126800000000001</c:v>
                </c:pt>
                <c:pt idx="24928">
                  <c:v>7.1129800000000003</c:v>
                </c:pt>
                <c:pt idx="24929">
                  <c:v>7.1132900000000001</c:v>
                </c:pt>
                <c:pt idx="24930">
                  <c:v>7.1135900000000003</c:v>
                </c:pt>
                <c:pt idx="24931">
                  <c:v>7.1139000000000001</c:v>
                </c:pt>
                <c:pt idx="24932">
                  <c:v>7.1142000000000003</c:v>
                </c:pt>
                <c:pt idx="24933">
                  <c:v>7.1145100000000001</c:v>
                </c:pt>
                <c:pt idx="24934">
                  <c:v>7.1148100000000003</c:v>
                </c:pt>
                <c:pt idx="24935">
                  <c:v>7.1151200000000001</c:v>
                </c:pt>
                <c:pt idx="24936">
                  <c:v>7.1154200000000003</c:v>
                </c:pt>
                <c:pt idx="24937">
                  <c:v>7.1157300000000001</c:v>
                </c:pt>
                <c:pt idx="24938">
                  <c:v>7.1160399999999999</c:v>
                </c:pt>
                <c:pt idx="24939">
                  <c:v>7.1163400000000001</c:v>
                </c:pt>
                <c:pt idx="24940">
                  <c:v>7.1166499999999999</c:v>
                </c:pt>
                <c:pt idx="24941">
                  <c:v>7.1169500000000001</c:v>
                </c:pt>
                <c:pt idx="24942">
                  <c:v>7.1172599999999999</c:v>
                </c:pt>
                <c:pt idx="24943">
                  <c:v>7.1175600000000001</c:v>
                </c:pt>
                <c:pt idx="24944">
                  <c:v>7.1178699999999999</c:v>
                </c:pt>
                <c:pt idx="24945">
                  <c:v>7.1181700000000001</c:v>
                </c:pt>
                <c:pt idx="24946">
                  <c:v>7.1184799999999999</c:v>
                </c:pt>
                <c:pt idx="24947">
                  <c:v>7.1187800000000001</c:v>
                </c:pt>
                <c:pt idx="24948">
                  <c:v>7.1190899999999999</c:v>
                </c:pt>
                <c:pt idx="24949">
                  <c:v>7.1193900000000001</c:v>
                </c:pt>
                <c:pt idx="24950">
                  <c:v>7.1196999999999999</c:v>
                </c:pt>
                <c:pt idx="24951">
                  <c:v>7.1200099999999997</c:v>
                </c:pt>
                <c:pt idx="24952">
                  <c:v>7.1203099999999999</c:v>
                </c:pt>
                <c:pt idx="24953">
                  <c:v>7.1206199999999997</c:v>
                </c:pt>
                <c:pt idx="24954">
                  <c:v>7.1209199999999999</c:v>
                </c:pt>
                <c:pt idx="24955">
                  <c:v>7.1212299999999997</c:v>
                </c:pt>
                <c:pt idx="24956">
                  <c:v>7.1215299999999999</c:v>
                </c:pt>
                <c:pt idx="24957">
                  <c:v>7.1218399999999997</c:v>
                </c:pt>
                <c:pt idx="24958">
                  <c:v>7.1221399999999999</c:v>
                </c:pt>
                <c:pt idx="24959">
                  <c:v>7.1224499999999997</c:v>
                </c:pt>
                <c:pt idx="24960">
                  <c:v>7.1227499999999999</c:v>
                </c:pt>
                <c:pt idx="24961">
                  <c:v>7.1230599999999997</c:v>
                </c:pt>
                <c:pt idx="24962">
                  <c:v>7.1233599999999999</c:v>
                </c:pt>
                <c:pt idx="24963">
                  <c:v>7.1236699999999997</c:v>
                </c:pt>
                <c:pt idx="24964">
                  <c:v>7.1239800000000004</c:v>
                </c:pt>
                <c:pt idx="24965">
                  <c:v>7.1242799999999997</c:v>
                </c:pt>
                <c:pt idx="24966">
                  <c:v>7.1245900000000004</c:v>
                </c:pt>
                <c:pt idx="24967">
                  <c:v>7.1248899999999997</c:v>
                </c:pt>
                <c:pt idx="24968">
                  <c:v>7.1252000000000004</c:v>
                </c:pt>
                <c:pt idx="24969">
                  <c:v>7.1254999999999997</c:v>
                </c:pt>
                <c:pt idx="24970">
                  <c:v>7.1258100000000004</c:v>
                </c:pt>
                <c:pt idx="24971">
                  <c:v>7.1261099999999997</c:v>
                </c:pt>
                <c:pt idx="24972">
                  <c:v>7.1264200000000004</c:v>
                </c:pt>
                <c:pt idx="24973">
                  <c:v>7.1267199999999997</c:v>
                </c:pt>
                <c:pt idx="24974">
                  <c:v>7.1270300000000004</c:v>
                </c:pt>
                <c:pt idx="24975">
                  <c:v>7.1273400000000002</c:v>
                </c:pt>
                <c:pt idx="24976">
                  <c:v>7.1276400000000004</c:v>
                </c:pt>
                <c:pt idx="24977">
                  <c:v>7.1279500000000002</c:v>
                </c:pt>
                <c:pt idx="24978">
                  <c:v>7.1282500000000004</c:v>
                </c:pt>
                <c:pt idx="24979">
                  <c:v>7.1285600000000002</c:v>
                </c:pt>
                <c:pt idx="24980">
                  <c:v>7.1288600000000004</c:v>
                </c:pt>
                <c:pt idx="24981">
                  <c:v>7.1291700000000002</c:v>
                </c:pt>
                <c:pt idx="24982">
                  <c:v>7.1294700000000004</c:v>
                </c:pt>
                <c:pt idx="24983">
                  <c:v>7.1297800000000002</c:v>
                </c:pt>
                <c:pt idx="24984">
                  <c:v>7.1300800000000004</c:v>
                </c:pt>
                <c:pt idx="24985">
                  <c:v>7.1303900000000002</c:v>
                </c:pt>
                <c:pt idx="24986">
                  <c:v>7.1306900000000004</c:v>
                </c:pt>
                <c:pt idx="24987">
                  <c:v>7.1310000000000002</c:v>
                </c:pt>
                <c:pt idx="24988">
                  <c:v>7.13131</c:v>
                </c:pt>
                <c:pt idx="24989">
                  <c:v>7.1316100000000002</c:v>
                </c:pt>
                <c:pt idx="24990">
                  <c:v>7.13192</c:v>
                </c:pt>
                <c:pt idx="24991">
                  <c:v>7.1322200000000002</c:v>
                </c:pt>
                <c:pt idx="24992">
                  <c:v>7.13253</c:v>
                </c:pt>
                <c:pt idx="24993">
                  <c:v>7.1328300000000002</c:v>
                </c:pt>
                <c:pt idx="24994">
                  <c:v>7.13314</c:v>
                </c:pt>
                <c:pt idx="24995">
                  <c:v>7.1334400000000002</c:v>
                </c:pt>
                <c:pt idx="24996">
                  <c:v>7.13375</c:v>
                </c:pt>
                <c:pt idx="24997">
                  <c:v>7.1340500000000002</c:v>
                </c:pt>
                <c:pt idx="24998">
                  <c:v>7.13436</c:v>
                </c:pt>
                <c:pt idx="24999">
                  <c:v>7.1346600000000002</c:v>
                </c:pt>
                <c:pt idx="25000">
                  <c:v>7.13497</c:v>
                </c:pt>
                <c:pt idx="25001">
                  <c:v>7.1352799999999998</c:v>
                </c:pt>
                <c:pt idx="25002">
                  <c:v>7.13558</c:v>
                </c:pt>
                <c:pt idx="25003">
                  <c:v>7.1358899999999998</c:v>
                </c:pt>
                <c:pt idx="25004">
                  <c:v>7.13619</c:v>
                </c:pt>
                <c:pt idx="25005">
                  <c:v>7.1364999999999998</c:v>
                </c:pt>
                <c:pt idx="25006">
                  <c:v>7.1368</c:v>
                </c:pt>
                <c:pt idx="25007">
                  <c:v>7.1371099999999998</c:v>
                </c:pt>
                <c:pt idx="25008">
                  <c:v>7.13741</c:v>
                </c:pt>
                <c:pt idx="25009">
                  <c:v>7.1377199999999998</c:v>
                </c:pt>
                <c:pt idx="25010">
                  <c:v>7.13802</c:v>
                </c:pt>
                <c:pt idx="25011">
                  <c:v>7.1383299999999998</c:v>
                </c:pt>
                <c:pt idx="25012">
                  <c:v>7.13863</c:v>
                </c:pt>
                <c:pt idx="25013">
                  <c:v>7.1389399999999998</c:v>
                </c:pt>
                <c:pt idx="25014">
                  <c:v>7.1392499999999997</c:v>
                </c:pt>
                <c:pt idx="25015">
                  <c:v>7.1395499999999998</c:v>
                </c:pt>
                <c:pt idx="25016">
                  <c:v>7.1398599999999997</c:v>
                </c:pt>
                <c:pt idx="25017">
                  <c:v>7.1401599999999998</c:v>
                </c:pt>
                <c:pt idx="25018">
                  <c:v>7.1404699999999997</c:v>
                </c:pt>
                <c:pt idx="25019">
                  <c:v>7.1407699999999998</c:v>
                </c:pt>
                <c:pt idx="25020">
                  <c:v>7.1410799999999997</c:v>
                </c:pt>
                <c:pt idx="25021">
                  <c:v>7.1413799999999998</c:v>
                </c:pt>
                <c:pt idx="25022">
                  <c:v>7.1416899999999996</c:v>
                </c:pt>
                <c:pt idx="25023">
                  <c:v>7.1419899999999998</c:v>
                </c:pt>
                <c:pt idx="25024">
                  <c:v>7.1422999999999996</c:v>
                </c:pt>
                <c:pt idx="25025">
                  <c:v>7.1425999999999998</c:v>
                </c:pt>
                <c:pt idx="25026">
                  <c:v>7.1429099999999996</c:v>
                </c:pt>
                <c:pt idx="25027">
                  <c:v>7.1432200000000003</c:v>
                </c:pt>
                <c:pt idx="25028">
                  <c:v>7.1435199999999996</c:v>
                </c:pt>
                <c:pt idx="25029">
                  <c:v>7.1438300000000003</c:v>
                </c:pt>
                <c:pt idx="25030">
                  <c:v>7.1441299999999996</c:v>
                </c:pt>
                <c:pt idx="25031">
                  <c:v>7.1444400000000003</c:v>
                </c:pt>
                <c:pt idx="25032">
                  <c:v>7.1447399999999996</c:v>
                </c:pt>
                <c:pt idx="25033">
                  <c:v>7.1450500000000003</c:v>
                </c:pt>
                <c:pt idx="25034">
                  <c:v>7.1453499999999996</c:v>
                </c:pt>
                <c:pt idx="25035">
                  <c:v>7.1456600000000003</c:v>
                </c:pt>
                <c:pt idx="25036">
                  <c:v>7.1459599999999996</c:v>
                </c:pt>
                <c:pt idx="25037">
                  <c:v>7.1462700000000003</c:v>
                </c:pt>
                <c:pt idx="25038">
                  <c:v>7.1465800000000002</c:v>
                </c:pt>
                <c:pt idx="25039">
                  <c:v>7.1468800000000003</c:v>
                </c:pt>
                <c:pt idx="25040">
                  <c:v>7.1471900000000002</c:v>
                </c:pt>
                <c:pt idx="25041">
                  <c:v>7.1474900000000003</c:v>
                </c:pt>
                <c:pt idx="25042">
                  <c:v>7.1478000000000002</c:v>
                </c:pt>
                <c:pt idx="25043">
                  <c:v>7.1481000000000003</c:v>
                </c:pt>
                <c:pt idx="25044">
                  <c:v>7.1484100000000002</c:v>
                </c:pt>
                <c:pt idx="25045">
                  <c:v>7.1487100000000003</c:v>
                </c:pt>
                <c:pt idx="25046">
                  <c:v>7.1490200000000002</c:v>
                </c:pt>
                <c:pt idx="25047">
                  <c:v>7.1493200000000003</c:v>
                </c:pt>
                <c:pt idx="25048">
                  <c:v>7.1496300000000002</c:v>
                </c:pt>
                <c:pt idx="25049">
                  <c:v>7.1499300000000003</c:v>
                </c:pt>
                <c:pt idx="25050">
                  <c:v>7.1502400000000002</c:v>
                </c:pt>
                <c:pt idx="25051">
                  <c:v>7.15055</c:v>
                </c:pt>
                <c:pt idx="25052">
                  <c:v>7.1508500000000002</c:v>
                </c:pt>
                <c:pt idx="25053">
                  <c:v>7.15116</c:v>
                </c:pt>
                <c:pt idx="25054">
                  <c:v>7.1514600000000002</c:v>
                </c:pt>
                <c:pt idx="25055">
                  <c:v>7.15177</c:v>
                </c:pt>
                <c:pt idx="25056">
                  <c:v>7.1520700000000001</c:v>
                </c:pt>
                <c:pt idx="25057">
                  <c:v>7.15238</c:v>
                </c:pt>
                <c:pt idx="25058">
                  <c:v>7.1526800000000001</c:v>
                </c:pt>
                <c:pt idx="25059">
                  <c:v>7.15299</c:v>
                </c:pt>
                <c:pt idx="25060">
                  <c:v>7.1532900000000001</c:v>
                </c:pt>
                <c:pt idx="25061">
                  <c:v>7.1536</c:v>
                </c:pt>
                <c:pt idx="25062">
                  <c:v>7.1539000000000001</c:v>
                </c:pt>
                <c:pt idx="25063">
                  <c:v>7.15421</c:v>
                </c:pt>
                <c:pt idx="25064">
                  <c:v>7.1545199999999998</c:v>
                </c:pt>
                <c:pt idx="25065">
                  <c:v>7.15482</c:v>
                </c:pt>
                <c:pt idx="25066">
                  <c:v>7.1551299999999998</c:v>
                </c:pt>
                <c:pt idx="25067">
                  <c:v>7.15543</c:v>
                </c:pt>
                <c:pt idx="25068">
                  <c:v>7.1557399999999998</c:v>
                </c:pt>
                <c:pt idx="25069">
                  <c:v>7.15604</c:v>
                </c:pt>
                <c:pt idx="25070">
                  <c:v>7.1563499999999998</c:v>
                </c:pt>
                <c:pt idx="25071">
                  <c:v>7.15665</c:v>
                </c:pt>
                <c:pt idx="25072">
                  <c:v>7.1569599999999998</c:v>
                </c:pt>
                <c:pt idx="25073">
                  <c:v>7.15726</c:v>
                </c:pt>
                <c:pt idx="25074">
                  <c:v>7.1575699999999998</c:v>
                </c:pt>
                <c:pt idx="25075">
                  <c:v>7.15787</c:v>
                </c:pt>
                <c:pt idx="25076">
                  <c:v>7.1581799999999998</c:v>
                </c:pt>
                <c:pt idx="25077">
                  <c:v>7.1584899999999996</c:v>
                </c:pt>
                <c:pt idx="25078">
                  <c:v>7.1587899999999998</c:v>
                </c:pt>
                <c:pt idx="25079">
                  <c:v>7.1590999999999996</c:v>
                </c:pt>
                <c:pt idx="25080">
                  <c:v>7.1593999999999998</c:v>
                </c:pt>
                <c:pt idx="25081">
                  <c:v>7.1597099999999996</c:v>
                </c:pt>
                <c:pt idx="25082">
                  <c:v>7.1600099999999998</c:v>
                </c:pt>
                <c:pt idx="25083">
                  <c:v>7.1603199999999996</c:v>
                </c:pt>
                <c:pt idx="25084">
                  <c:v>7.1606199999999998</c:v>
                </c:pt>
                <c:pt idx="25085">
                  <c:v>7.1609299999999996</c:v>
                </c:pt>
                <c:pt idx="25086">
                  <c:v>7.1612299999999998</c:v>
                </c:pt>
                <c:pt idx="25087">
                  <c:v>7.1615399999999996</c:v>
                </c:pt>
                <c:pt idx="25088">
                  <c:v>7.1618500000000003</c:v>
                </c:pt>
                <c:pt idx="25089">
                  <c:v>7.1621499999999996</c:v>
                </c:pt>
                <c:pt idx="25090">
                  <c:v>7.1624600000000003</c:v>
                </c:pt>
                <c:pt idx="25091">
                  <c:v>7.1627599999999996</c:v>
                </c:pt>
                <c:pt idx="25092">
                  <c:v>7.1630700000000003</c:v>
                </c:pt>
                <c:pt idx="25093">
                  <c:v>7.1633699999999996</c:v>
                </c:pt>
                <c:pt idx="25094">
                  <c:v>7.1636800000000003</c:v>
                </c:pt>
                <c:pt idx="25095">
                  <c:v>7.1639799999999996</c:v>
                </c:pt>
                <c:pt idx="25096">
                  <c:v>7.1642900000000003</c:v>
                </c:pt>
                <c:pt idx="25097">
                  <c:v>7.1645899999999996</c:v>
                </c:pt>
                <c:pt idx="25098">
                  <c:v>7.1649000000000003</c:v>
                </c:pt>
                <c:pt idx="25099">
                  <c:v>7.1651999999999996</c:v>
                </c:pt>
                <c:pt idx="25100">
                  <c:v>7.1655100000000003</c:v>
                </c:pt>
                <c:pt idx="25101">
                  <c:v>7.1658200000000001</c:v>
                </c:pt>
                <c:pt idx="25102">
                  <c:v>7.1661200000000003</c:v>
                </c:pt>
                <c:pt idx="25103">
                  <c:v>7.1664300000000001</c:v>
                </c:pt>
                <c:pt idx="25104">
                  <c:v>7.1667300000000003</c:v>
                </c:pt>
                <c:pt idx="25105">
                  <c:v>7.1670400000000001</c:v>
                </c:pt>
                <c:pt idx="25106">
                  <c:v>7.1673400000000003</c:v>
                </c:pt>
                <c:pt idx="25107">
                  <c:v>7.1676500000000001</c:v>
                </c:pt>
                <c:pt idx="25108">
                  <c:v>7.1679500000000003</c:v>
                </c:pt>
                <c:pt idx="25109">
                  <c:v>7.1682600000000001</c:v>
                </c:pt>
                <c:pt idx="25110">
                  <c:v>7.1685600000000003</c:v>
                </c:pt>
                <c:pt idx="25111">
                  <c:v>7.1688700000000001</c:v>
                </c:pt>
                <c:pt idx="25112">
                  <c:v>7.1691700000000003</c:v>
                </c:pt>
                <c:pt idx="25113">
                  <c:v>7.1694800000000001</c:v>
                </c:pt>
                <c:pt idx="25114">
                  <c:v>7.1697899999999999</c:v>
                </c:pt>
                <c:pt idx="25115">
                  <c:v>7.1700900000000001</c:v>
                </c:pt>
                <c:pt idx="25116">
                  <c:v>7.1703999999999999</c:v>
                </c:pt>
                <c:pt idx="25117">
                  <c:v>7.1707000000000001</c:v>
                </c:pt>
                <c:pt idx="25118">
                  <c:v>7.1710099999999999</c:v>
                </c:pt>
                <c:pt idx="25119">
                  <c:v>7.1713100000000001</c:v>
                </c:pt>
                <c:pt idx="25120">
                  <c:v>7.1716199999999999</c:v>
                </c:pt>
                <c:pt idx="25121">
                  <c:v>7.1719200000000001</c:v>
                </c:pt>
                <c:pt idx="25122">
                  <c:v>7.1722299999999999</c:v>
                </c:pt>
                <c:pt idx="25123">
                  <c:v>7.1725300000000001</c:v>
                </c:pt>
                <c:pt idx="25124">
                  <c:v>7.1728399999999999</c:v>
                </c:pt>
                <c:pt idx="25125">
                  <c:v>7.1731400000000001</c:v>
                </c:pt>
                <c:pt idx="25126">
                  <c:v>7.1734499999999999</c:v>
                </c:pt>
                <c:pt idx="25127">
                  <c:v>7.1737599999999997</c:v>
                </c:pt>
                <c:pt idx="25128">
                  <c:v>7.1740599999999999</c:v>
                </c:pt>
                <c:pt idx="25129">
                  <c:v>7.1743699999999997</c:v>
                </c:pt>
                <c:pt idx="25130">
                  <c:v>7.1746699999999999</c:v>
                </c:pt>
                <c:pt idx="25131">
                  <c:v>7.1749799999999997</c:v>
                </c:pt>
                <c:pt idx="25132">
                  <c:v>7.1752799999999999</c:v>
                </c:pt>
                <c:pt idx="25133">
                  <c:v>7.1755899999999997</c:v>
                </c:pt>
                <c:pt idx="25134">
                  <c:v>7.1758899999999999</c:v>
                </c:pt>
                <c:pt idx="25135">
                  <c:v>7.1761999999999997</c:v>
                </c:pt>
                <c:pt idx="25136">
                  <c:v>7.1764999999999999</c:v>
                </c:pt>
                <c:pt idx="25137">
                  <c:v>7.1768099999999997</c:v>
                </c:pt>
                <c:pt idx="25138">
                  <c:v>7.1771099999999999</c:v>
                </c:pt>
                <c:pt idx="25139">
                  <c:v>7.1774199999999997</c:v>
                </c:pt>
                <c:pt idx="25140">
                  <c:v>7.1777300000000004</c:v>
                </c:pt>
                <c:pt idx="25141">
                  <c:v>7.1780299999999997</c:v>
                </c:pt>
                <c:pt idx="25142">
                  <c:v>7.1783400000000004</c:v>
                </c:pt>
                <c:pt idx="25143">
                  <c:v>7.1786399999999997</c:v>
                </c:pt>
                <c:pt idx="25144">
                  <c:v>7.1789500000000004</c:v>
                </c:pt>
                <c:pt idx="25145">
                  <c:v>7.1792499999999997</c:v>
                </c:pt>
                <c:pt idx="25146">
                  <c:v>7.1795600000000004</c:v>
                </c:pt>
                <c:pt idx="25147">
                  <c:v>7.1798599999999997</c:v>
                </c:pt>
                <c:pt idx="25148">
                  <c:v>7.1801700000000004</c:v>
                </c:pt>
                <c:pt idx="25149">
                  <c:v>7.1804699999999997</c:v>
                </c:pt>
                <c:pt idx="25150">
                  <c:v>7.1807800000000004</c:v>
                </c:pt>
                <c:pt idx="25151">
                  <c:v>7.1810900000000002</c:v>
                </c:pt>
                <c:pt idx="25152">
                  <c:v>7.1813900000000004</c:v>
                </c:pt>
                <c:pt idx="25153">
                  <c:v>7.1817000000000002</c:v>
                </c:pt>
                <c:pt idx="25154">
                  <c:v>7.1820000000000004</c:v>
                </c:pt>
                <c:pt idx="25155">
                  <c:v>7.1823100000000002</c:v>
                </c:pt>
                <c:pt idx="25156">
                  <c:v>7.1826100000000004</c:v>
                </c:pt>
                <c:pt idx="25157">
                  <c:v>7.1829200000000002</c:v>
                </c:pt>
                <c:pt idx="25158">
                  <c:v>7.1832200000000004</c:v>
                </c:pt>
                <c:pt idx="25159">
                  <c:v>7.1835300000000002</c:v>
                </c:pt>
                <c:pt idx="25160">
                  <c:v>7.1838300000000004</c:v>
                </c:pt>
                <c:pt idx="25161">
                  <c:v>7.1841400000000002</c:v>
                </c:pt>
                <c:pt idx="25162">
                  <c:v>7.1844400000000004</c:v>
                </c:pt>
                <c:pt idx="25163">
                  <c:v>7.1847500000000002</c:v>
                </c:pt>
                <c:pt idx="25164">
                  <c:v>7.18506</c:v>
                </c:pt>
                <c:pt idx="25165">
                  <c:v>7.1853600000000002</c:v>
                </c:pt>
                <c:pt idx="25166">
                  <c:v>7.18567</c:v>
                </c:pt>
                <c:pt idx="25167">
                  <c:v>7.1859700000000002</c:v>
                </c:pt>
                <c:pt idx="25168">
                  <c:v>7.18628</c:v>
                </c:pt>
                <c:pt idx="25169">
                  <c:v>7.1865800000000002</c:v>
                </c:pt>
                <c:pt idx="25170">
                  <c:v>7.18689</c:v>
                </c:pt>
                <c:pt idx="25171">
                  <c:v>7.1871900000000002</c:v>
                </c:pt>
                <c:pt idx="25172">
                  <c:v>7.1875</c:v>
                </c:pt>
                <c:pt idx="25173">
                  <c:v>7.1878000000000002</c:v>
                </c:pt>
                <c:pt idx="25174">
                  <c:v>7.18811</c:v>
                </c:pt>
                <c:pt idx="25175">
                  <c:v>7.1884100000000002</c:v>
                </c:pt>
                <c:pt idx="25176">
                  <c:v>7.18872</c:v>
                </c:pt>
                <c:pt idx="25177">
                  <c:v>7.1890299999999998</c:v>
                </c:pt>
                <c:pt idx="25178">
                  <c:v>7.18933</c:v>
                </c:pt>
                <c:pt idx="25179">
                  <c:v>7.1896399999999998</c:v>
                </c:pt>
                <c:pt idx="25180">
                  <c:v>7.18994</c:v>
                </c:pt>
                <c:pt idx="25181">
                  <c:v>7.1902499999999998</c:v>
                </c:pt>
                <c:pt idx="25182">
                  <c:v>7.19055</c:v>
                </c:pt>
                <c:pt idx="25183">
                  <c:v>7.1908599999999998</c:v>
                </c:pt>
                <c:pt idx="25184">
                  <c:v>7.19116</c:v>
                </c:pt>
                <c:pt idx="25185">
                  <c:v>7.1914699999999998</c:v>
                </c:pt>
                <c:pt idx="25186">
                  <c:v>7.19177</c:v>
                </c:pt>
                <c:pt idx="25187">
                  <c:v>7.1920799999999998</c:v>
                </c:pt>
                <c:pt idx="25188">
                  <c:v>7.19238</c:v>
                </c:pt>
                <c:pt idx="25189">
                  <c:v>7.1926899999999998</c:v>
                </c:pt>
                <c:pt idx="25190">
                  <c:v>7.1929999999999996</c:v>
                </c:pt>
                <c:pt idx="25191">
                  <c:v>7.1932999999999998</c:v>
                </c:pt>
                <c:pt idx="25192">
                  <c:v>7.1936099999999996</c:v>
                </c:pt>
                <c:pt idx="25193">
                  <c:v>7.1939099999999998</c:v>
                </c:pt>
                <c:pt idx="25194">
                  <c:v>7.1942199999999996</c:v>
                </c:pt>
                <c:pt idx="25195">
                  <c:v>7.1945199999999998</c:v>
                </c:pt>
                <c:pt idx="25196">
                  <c:v>7.1948299999999996</c:v>
                </c:pt>
                <c:pt idx="25197">
                  <c:v>7.1951299999999998</c:v>
                </c:pt>
                <c:pt idx="25198">
                  <c:v>7.1954399999999996</c:v>
                </c:pt>
                <c:pt idx="25199">
                  <c:v>7.1957399999999998</c:v>
                </c:pt>
                <c:pt idx="25200">
                  <c:v>7.1960499999999996</c:v>
                </c:pt>
                <c:pt idx="25201">
                  <c:v>7.1963499999999998</c:v>
                </c:pt>
                <c:pt idx="25202">
                  <c:v>7.1966599999999996</c:v>
                </c:pt>
                <c:pt idx="25203">
                  <c:v>7.1969700000000003</c:v>
                </c:pt>
                <c:pt idx="25204">
                  <c:v>7.1972699999999996</c:v>
                </c:pt>
                <c:pt idx="25205">
                  <c:v>7.1975800000000003</c:v>
                </c:pt>
                <c:pt idx="25206">
                  <c:v>7.1978799999999996</c:v>
                </c:pt>
                <c:pt idx="25207">
                  <c:v>7.1981900000000003</c:v>
                </c:pt>
                <c:pt idx="25208">
                  <c:v>7.1984899999999996</c:v>
                </c:pt>
                <c:pt idx="25209">
                  <c:v>7.1988000000000003</c:v>
                </c:pt>
                <c:pt idx="25210">
                  <c:v>7.1990999999999996</c:v>
                </c:pt>
                <c:pt idx="25211">
                  <c:v>7.1994100000000003</c:v>
                </c:pt>
                <c:pt idx="25212">
                  <c:v>7.1997099999999996</c:v>
                </c:pt>
                <c:pt idx="25213">
                  <c:v>7.2000200000000003</c:v>
                </c:pt>
                <c:pt idx="25214">
                  <c:v>7.2003300000000001</c:v>
                </c:pt>
                <c:pt idx="25215">
                  <c:v>7.2006300000000003</c:v>
                </c:pt>
                <c:pt idx="25216">
                  <c:v>7.2009400000000001</c:v>
                </c:pt>
                <c:pt idx="25217">
                  <c:v>7.2012400000000003</c:v>
                </c:pt>
                <c:pt idx="25218">
                  <c:v>7.2015500000000001</c:v>
                </c:pt>
                <c:pt idx="25219">
                  <c:v>7.2018500000000003</c:v>
                </c:pt>
                <c:pt idx="25220">
                  <c:v>7.2021600000000001</c:v>
                </c:pt>
                <c:pt idx="25221">
                  <c:v>7.2024600000000003</c:v>
                </c:pt>
                <c:pt idx="25222">
                  <c:v>7.2027700000000001</c:v>
                </c:pt>
                <c:pt idx="25223">
                  <c:v>7.2030700000000003</c:v>
                </c:pt>
                <c:pt idx="25224">
                  <c:v>7.2033800000000001</c:v>
                </c:pt>
                <c:pt idx="25225">
                  <c:v>7.2036800000000003</c:v>
                </c:pt>
                <c:pt idx="25226">
                  <c:v>7.2039900000000001</c:v>
                </c:pt>
                <c:pt idx="25227">
                  <c:v>7.2042999999999999</c:v>
                </c:pt>
                <c:pt idx="25228">
                  <c:v>7.2046000000000001</c:v>
                </c:pt>
                <c:pt idx="25229">
                  <c:v>7.2049099999999999</c:v>
                </c:pt>
                <c:pt idx="25230">
                  <c:v>7.2052100000000001</c:v>
                </c:pt>
                <c:pt idx="25231">
                  <c:v>7.2055199999999999</c:v>
                </c:pt>
                <c:pt idx="25232">
                  <c:v>7.2058200000000001</c:v>
                </c:pt>
                <c:pt idx="25233">
                  <c:v>7.2061299999999999</c:v>
                </c:pt>
                <c:pt idx="25234">
                  <c:v>7.2064300000000001</c:v>
                </c:pt>
                <c:pt idx="25235">
                  <c:v>7.2067399999999999</c:v>
                </c:pt>
                <c:pt idx="25236">
                  <c:v>7.2070400000000001</c:v>
                </c:pt>
                <c:pt idx="25237">
                  <c:v>7.2073499999999999</c:v>
                </c:pt>
                <c:pt idx="25238">
                  <c:v>7.2076500000000001</c:v>
                </c:pt>
                <c:pt idx="25239">
                  <c:v>7.2079599999999999</c:v>
                </c:pt>
                <c:pt idx="25240">
                  <c:v>7.2082699999999997</c:v>
                </c:pt>
                <c:pt idx="25241">
                  <c:v>7.2085699999999999</c:v>
                </c:pt>
                <c:pt idx="25242">
                  <c:v>7.2088799999999997</c:v>
                </c:pt>
                <c:pt idx="25243">
                  <c:v>7.2091799999999999</c:v>
                </c:pt>
                <c:pt idx="25244">
                  <c:v>7.2094899999999997</c:v>
                </c:pt>
                <c:pt idx="25245">
                  <c:v>7.2097899999999999</c:v>
                </c:pt>
                <c:pt idx="25246">
                  <c:v>7.2100999999999997</c:v>
                </c:pt>
                <c:pt idx="25247">
                  <c:v>7.2103999999999999</c:v>
                </c:pt>
                <c:pt idx="25248">
                  <c:v>7.2107099999999997</c:v>
                </c:pt>
                <c:pt idx="25249">
                  <c:v>7.2110099999999999</c:v>
                </c:pt>
                <c:pt idx="25250">
                  <c:v>7.2113199999999997</c:v>
                </c:pt>
                <c:pt idx="25251">
                  <c:v>7.2116199999999999</c:v>
                </c:pt>
                <c:pt idx="25252">
                  <c:v>7.2119299999999997</c:v>
                </c:pt>
                <c:pt idx="25253">
                  <c:v>7.2122400000000004</c:v>
                </c:pt>
                <c:pt idx="25254">
                  <c:v>7.2125399999999997</c:v>
                </c:pt>
                <c:pt idx="25255">
                  <c:v>7.2128500000000004</c:v>
                </c:pt>
                <c:pt idx="25256">
                  <c:v>7.2131499999999997</c:v>
                </c:pt>
                <c:pt idx="25257">
                  <c:v>7.2134600000000004</c:v>
                </c:pt>
                <c:pt idx="25258">
                  <c:v>7.2137599999999997</c:v>
                </c:pt>
                <c:pt idx="25259">
                  <c:v>7.2140700000000004</c:v>
                </c:pt>
                <c:pt idx="25260">
                  <c:v>7.2143699999999997</c:v>
                </c:pt>
                <c:pt idx="25261">
                  <c:v>7.2146800000000004</c:v>
                </c:pt>
                <c:pt idx="25262">
                  <c:v>7.2149799999999997</c:v>
                </c:pt>
                <c:pt idx="25263">
                  <c:v>7.2152900000000004</c:v>
                </c:pt>
                <c:pt idx="25264">
                  <c:v>7.2156000000000002</c:v>
                </c:pt>
                <c:pt idx="25265">
                  <c:v>7.2159000000000004</c:v>
                </c:pt>
                <c:pt idx="25266">
                  <c:v>7.2162100000000002</c:v>
                </c:pt>
                <c:pt idx="25267">
                  <c:v>7.2165100000000004</c:v>
                </c:pt>
                <c:pt idx="25268">
                  <c:v>7.2168200000000002</c:v>
                </c:pt>
                <c:pt idx="25269">
                  <c:v>7.2171200000000004</c:v>
                </c:pt>
                <c:pt idx="25270">
                  <c:v>7.2174300000000002</c:v>
                </c:pt>
                <c:pt idx="25271">
                  <c:v>7.2177300000000004</c:v>
                </c:pt>
                <c:pt idx="25272">
                  <c:v>7.2180400000000002</c:v>
                </c:pt>
                <c:pt idx="25273">
                  <c:v>7.2183400000000004</c:v>
                </c:pt>
                <c:pt idx="25274">
                  <c:v>7.2186500000000002</c:v>
                </c:pt>
                <c:pt idx="25275">
                  <c:v>7.2189500000000004</c:v>
                </c:pt>
                <c:pt idx="25276">
                  <c:v>7.2192600000000002</c:v>
                </c:pt>
                <c:pt idx="25277">
                  <c:v>7.21957</c:v>
                </c:pt>
                <c:pt idx="25278">
                  <c:v>7.2198700000000002</c:v>
                </c:pt>
                <c:pt idx="25279">
                  <c:v>7.22018</c:v>
                </c:pt>
                <c:pt idx="25280">
                  <c:v>7.2204800000000002</c:v>
                </c:pt>
                <c:pt idx="25281">
                  <c:v>7.22079</c:v>
                </c:pt>
                <c:pt idx="25282">
                  <c:v>7.2210900000000002</c:v>
                </c:pt>
                <c:pt idx="25283">
                  <c:v>7.2214</c:v>
                </c:pt>
                <c:pt idx="25284">
                  <c:v>7.2217000000000002</c:v>
                </c:pt>
                <c:pt idx="25285">
                  <c:v>7.22201</c:v>
                </c:pt>
                <c:pt idx="25286">
                  <c:v>7.2223100000000002</c:v>
                </c:pt>
                <c:pt idx="25287">
                  <c:v>7.22262</c:v>
                </c:pt>
                <c:pt idx="25288">
                  <c:v>7.2229200000000002</c:v>
                </c:pt>
                <c:pt idx="25289">
                  <c:v>7.22323</c:v>
                </c:pt>
                <c:pt idx="25290">
                  <c:v>7.2235399999999998</c:v>
                </c:pt>
                <c:pt idx="25291">
                  <c:v>7.22384</c:v>
                </c:pt>
                <c:pt idx="25292">
                  <c:v>7.2241499999999998</c:v>
                </c:pt>
                <c:pt idx="25293">
                  <c:v>7.22445</c:v>
                </c:pt>
                <c:pt idx="25294">
                  <c:v>7.2247599999999998</c:v>
                </c:pt>
                <c:pt idx="25295">
                  <c:v>7.22506</c:v>
                </c:pt>
                <c:pt idx="25296">
                  <c:v>7.2253699999999998</c:v>
                </c:pt>
                <c:pt idx="25297">
                  <c:v>7.22567</c:v>
                </c:pt>
                <c:pt idx="25298">
                  <c:v>7.2259799999999998</c:v>
                </c:pt>
                <c:pt idx="25299">
                  <c:v>7.22628</c:v>
                </c:pt>
                <c:pt idx="25300">
                  <c:v>7.2265899999999998</c:v>
                </c:pt>
                <c:pt idx="25301">
                  <c:v>7.22689</c:v>
                </c:pt>
                <c:pt idx="25302">
                  <c:v>7.2271999999999998</c:v>
                </c:pt>
                <c:pt idx="25303">
                  <c:v>7.2275099999999997</c:v>
                </c:pt>
                <c:pt idx="25304">
                  <c:v>7.2278099999999998</c:v>
                </c:pt>
                <c:pt idx="25305">
                  <c:v>7.2281199999999997</c:v>
                </c:pt>
                <c:pt idx="25306">
                  <c:v>7.2284199999999998</c:v>
                </c:pt>
                <c:pt idx="25307">
                  <c:v>7.2287299999999997</c:v>
                </c:pt>
                <c:pt idx="25308">
                  <c:v>7.2290299999999998</c:v>
                </c:pt>
                <c:pt idx="25309">
                  <c:v>7.2293399999999997</c:v>
                </c:pt>
                <c:pt idx="25310">
                  <c:v>7.2296399999999998</c:v>
                </c:pt>
                <c:pt idx="25311">
                  <c:v>7.2299499999999997</c:v>
                </c:pt>
                <c:pt idx="25312">
                  <c:v>7.2302499999999998</c:v>
                </c:pt>
                <c:pt idx="25313">
                  <c:v>7.2305599999999997</c:v>
                </c:pt>
                <c:pt idx="25314">
                  <c:v>7.2308599999999998</c:v>
                </c:pt>
                <c:pt idx="25315">
                  <c:v>7.2311699999999997</c:v>
                </c:pt>
                <c:pt idx="25316">
                  <c:v>7.2314800000000004</c:v>
                </c:pt>
                <c:pt idx="25317">
                  <c:v>7.2317799999999997</c:v>
                </c:pt>
                <c:pt idx="25318">
                  <c:v>7.2320900000000004</c:v>
                </c:pt>
                <c:pt idx="25319">
                  <c:v>7.2323899999999997</c:v>
                </c:pt>
                <c:pt idx="25320">
                  <c:v>7.2327000000000004</c:v>
                </c:pt>
                <c:pt idx="25321">
                  <c:v>7.2329999999999997</c:v>
                </c:pt>
                <c:pt idx="25322">
                  <c:v>7.2333100000000004</c:v>
                </c:pt>
                <c:pt idx="25323">
                  <c:v>7.2336099999999997</c:v>
                </c:pt>
                <c:pt idx="25324">
                  <c:v>7.2339200000000003</c:v>
                </c:pt>
                <c:pt idx="25325">
                  <c:v>7.2342199999999997</c:v>
                </c:pt>
                <c:pt idx="25326">
                  <c:v>7.2345300000000003</c:v>
                </c:pt>
                <c:pt idx="25327">
                  <c:v>7.2348400000000002</c:v>
                </c:pt>
                <c:pt idx="25328">
                  <c:v>7.2351400000000003</c:v>
                </c:pt>
                <c:pt idx="25329">
                  <c:v>7.2354500000000002</c:v>
                </c:pt>
                <c:pt idx="25330">
                  <c:v>7.2357500000000003</c:v>
                </c:pt>
                <c:pt idx="25331">
                  <c:v>7.2360600000000002</c:v>
                </c:pt>
                <c:pt idx="25332">
                  <c:v>7.2363600000000003</c:v>
                </c:pt>
                <c:pt idx="25333">
                  <c:v>7.2366700000000002</c:v>
                </c:pt>
                <c:pt idx="25334">
                  <c:v>7.2369700000000003</c:v>
                </c:pt>
                <c:pt idx="25335">
                  <c:v>7.2372800000000002</c:v>
                </c:pt>
                <c:pt idx="25336">
                  <c:v>7.2375800000000003</c:v>
                </c:pt>
                <c:pt idx="25337">
                  <c:v>7.2378900000000002</c:v>
                </c:pt>
                <c:pt idx="25338">
                  <c:v>7.2381900000000003</c:v>
                </c:pt>
                <c:pt idx="25339">
                  <c:v>7.2385000000000002</c:v>
                </c:pt>
                <c:pt idx="25340">
                  <c:v>7.23881</c:v>
                </c:pt>
                <c:pt idx="25341">
                  <c:v>7.2391100000000002</c:v>
                </c:pt>
                <c:pt idx="25342">
                  <c:v>7.23942</c:v>
                </c:pt>
                <c:pt idx="25343">
                  <c:v>7.2397200000000002</c:v>
                </c:pt>
                <c:pt idx="25344">
                  <c:v>7.24003</c:v>
                </c:pt>
                <c:pt idx="25345">
                  <c:v>7.2403300000000002</c:v>
                </c:pt>
                <c:pt idx="25346">
                  <c:v>7.24064</c:v>
                </c:pt>
                <c:pt idx="25347">
                  <c:v>7.2409400000000002</c:v>
                </c:pt>
                <c:pt idx="25348">
                  <c:v>7.24125</c:v>
                </c:pt>
                <c:pt idx="25349">
                  <c:v>7.2415500000000002</c:v>
                </c:pt>
                <c:pt idx="25350">
                  <c:v>7.24186</c:v>
                </c:pt>
                <c:pt idx="25351">
                  <c:v>7.2421600000000002</c:v>
                </c:pt>
                <c:pt idx="25352">
                  <c:v>7.24247</c:v>
                </c:pt>
                <c:pt idx="25353">
                  <c:v>7.2427799999999998</c:v>
                </c:pt>
                <c:pt idx="25354">
                  <c:v>7.24308</c:v>
                </c:pt>
                <c:pt idx="25355">
                  <c:v>7.2433899999999998</c:v>
                </c:pt>
                <c:pt idx="25356">
                  <c:v>7.24369</c:v>
                </c:pt>
                <c:pt idx="25357">
                  <c:v>7.2439999999999998</c:v>
                </c:pt>
                <c:pt idx="25358">
                  <c:v>7.2443</c:v>
                </c:pt>
                <c:pt idx="25359">
                  <c:v>7.2446099999999998</c:v>
                </c:pt>
                <c:pt idx="25360">
                  <c:v>7.24491</c:v>
                </c:pt>
                <c:pt idx="25361">
                  <c:v>7.2452199999999998</c:v>
                </c:pt>
                <c:pt idx="25362">
                  <c:v>7.24552</c:v>
                </c:pt>
                <c:pt idx="25363">
                  <c:v>7.2458299999999998</c:v>
                </c:pt>
                <c:pt idx="25364">
                  <c:v>7.24613</c:v>
                </c:pt>
                <c:pt idx="25365">
                  <c:v>7.2464399999999998</c:v>
                </c:pt>
                <c:pt idx="25366">
                  <c:v>7.2467499999999996</c:v>
                </c:pt>
                <c:pt idx="25367">
                  <c:v>7.2470499999999998</c:v>
                </c:pt>
                <c:pt idx="25368">
                  <c:v>7.2473599999999996</c:v>
                </c:pt>
                <c:pt idx="25369">
                  <c:v>7.2476599999999998</c:v>
                </c:pt>
                <c:pt idx="25370">
                  <c:v>7.2479699999999996</c:v>
                </c:pt>
                <c:pt idx="25371">
                  <c:v>7.2482699999999998</c:v>
                </c:pt>
                <c:pt idx="25372">
                  <c:v>7.2485799999999996</c:v>
                </c:pt>
                <c:pt idx="25373">
                  <c:v>7.2488799999999998</c:v>
                </c:pt>
                <c:pt idx="25374">
                  <c:v>7.2491899999999996</c:v>
                </c:pt>
                <c:pt idx="25375">
                  <c:v>7.2494899999999998</c:v>
                </c:pt>
                <c:pt idx="25376">
                  <c:v>7.2497999999999996</c:v>
                </c:pt>
                <c:pt idx="25377">
                  <c:v>7.2500999999999998</c:v>
                </c:pt>
                <c:pt idx="25378">
                  <c:v>7.2504099999999996</c:v>
                </c:pt>
                <c:pt idx="25379">
                  <c:v>7.2507200000000003</c:v>
                </c:pt>
                <c:pt idx="25380">
                  <c:v>7.2510199999999996</c:v>
                </c:pt>
              </c:numCache>
            </c:numRef>
          </c:xVal>
          <c:yVal>
            <c:numRef>
              <c:f>'For plotting'!$F$2:$F$25382</c:f>
              <c:numCache>
                <c:formatCode>General</c:formatCode>
                <c:ptCount val="25381"/>
                <c:pt idx="0">
                  <c:v>5.0240717594364899</c:v>
                </c:pt>
                <c:pt idx="1">
                  <c:v>5.0239599284128325</c:v>
                </c:pt>
                <c:pt idx="2">
                  <c:v>5.0210047086746803</c:v>
                </c:pt>
                <c:pt idx="3">
                  <c:v>5.0203860730418803</c:v>
                </c:pt>
                <c:pt idx="4">
                  <c:v>5.0221333550264147</c:v>
                </c:pt>
                <c:pt idx="5">
                  <c:v>5.0241153529591918</c:v>
                </c:pt>
                <c:pt idx="6">
                  <c:v>5.0228101313069446</c:v>
                </c:pt>
                <c:pt idx="7">
                  <c:v>5.0204590000765634</c:v>
                </c:pt>
                <c:pt idx="8">
                  <c:v>5.0190910918000151</c:v>
                </c:pt>
                <c:pt idx="9">
                  <c:v>5.0183327750555087</c:v>
                </c:pt>
                <c:pt idx="10">
                  <c:v>5.0156615113697267</c:v>
                </c:pt>
                <c:pt idx="11">
                  <c:v>5.0203587493300663</c:v>
                </c:pt>
                <c:pt idx="12">
                  <c:v>5.0240931973049534</c:v>
                </c:pt>
                <c:pt idx="13">
                  <c:v>5.0215606576831791</c:v>
                </c:pt>
                <c:pt idx="14">
                  <c:v>5.0211695601408772</c:v>
                </c:pt>
                <c:pt idx="15">
                  <c:v>5.0212522490620932</c:v>
                </c:pt>
                <c:pt idx="16">
                  <c:v>5.0202092106270575</c:v>
                </c:pt>
                <c:pt idx="17">
                  <c:v>5.0213542703468343</c:v>
                </c:pt>
                <c:pt idx="18">
                  <c:v>5.0252484974351121</c:v>
                </c:pt>
                <c:pt idx="19">
                  <c:v>5.0273453410917996</c:v>
                </c:pt>
                <c:pt idx="20">
                  <c:v>5.0278279323941506</c:v>
                </c:pt>
                <c:pt idx="21">
                  <c:v>5.0253334354184211</c:v>
                </c:pt>
                <c:pt idx="22">
                  <c:v>5.0247103495138195</c:v>
                </c:pt>
                <c:pt idx="23">
                  <c:v>5.0274663597733715</c:v>
                </c:pt>
                <c:pt idx="24">
                  <c:v>5.0269413234055582</c:v>
                </c:pt>
                <c:pt idx="25">
                  <c:v>5.0275679982390322</c:v>
                </c:pt>
                <c:pt idx="26">
                  <c:v>5.0268875373248605</c:v>
                </c:pt>
                <c:pt idx="27">
                  <c:v>5.0225600547431286</c:v>
                </c:pt>
                <c:pt idx="28">
                  <c:v>5.0174301833703394</c:v>
                </c:pt>
                <c:pt idx="29">
                  <c:v>5.0181823271571853</c:v>
                </c:pt>
                <c:pt idx="30">
                  <c:v>5.0189858165530969</c:v>
                </c:pt>
                <c:pt idx="31">
                  <c:v>5.017584650868999</c:v>
                </c:pt>
                <c:pt idx="32">
                  <c:v>5.0220678929637854</c:v>
                </c:pt>
                <c:pt idx="33">
                  <c:v>5.0280656151902612</c:v>
                </c:pt>
                <c:pt idx="34">
                  <c:v>5.0311095053977493</c:v>
                </c:pt>
                <c:pt idx="35">
                  <c:v>5.0320646868539924</c:v>
                </c:pt>
                <c:pt idx="36">
                  <c:v>5.0291058781869689</c:v>
                </c:pt>
                <c:pt idx="37">
                  <c:v>5.0278488438863791</c:v>
                </c:pt>
                <c:pt idx="38">
                  <c:v>5.0275392868080546</c:v>
                </c:pt>
                <c:pt idx="39">
                  <c:v>5.0304647902151443</c:v>
                </c:pt>
                <c:pt idx="40">
                  <c:v>5.0302729021514434</c:v>
                </c:pt>
                <c:pt idx="41">
                  <c:v>5.026890408467958</c:v>
                </c:pt>
                <c:pt idx="42">
                  <c:v>5.0256237558379908</c:v>
                </c:pt>
                <c:pt idx="43">
                  <c:v>5.0236341972283896</c:v>
                </c:pt>
                <c:pt idx="44">
                  <c:v>5.0212032482198916</c:v>
                </c:pt>
                <c:pt idx="45">
                  <c:v>5.0213133087053059</c:v>
                </c:pt>
                <c:pt idx="46">
                  <c:v>5.0222813624531044</c:v>
                </c:pt>
                <c:pt idx="47">
                  <c:v>5.0202142829798637</c:v>
                </c:pt>
                <c:pt idx="48">
                  <c:v>5.0188115860194475</c:v>
                </c:pt>
                <c:pt idx="49">
                  <c:v>5.0191238228313297</c:v>
                </c:pt>
                <c:pt idx="50">
                  <c:v>5.0194073003598501</c:v>
                </c:pt>
                <c:pt idx="51">
                  <c:v>5.0190927666334888</c:v>
                </c:pt>
                <c:pt idx="52">
                  <c:v>5.0193600700558916</c:v>
                </c:pt>
                <c:pt idx="53">
                  <c:v>5.0206953908582808</c:v>
                </c:pt>
                <c:pt idx="54">
                  <c:v>5.0212123880254191</c:v>
                </c:pt>
                <c:pt idx="55">
                  <c:v>5.0238047431283972</c:v>
                </c:pt>
                <c:pt idx="56">
                  <c:v>5.0243350911109408</c:v>
                </c:pt>
                <c:pt idx="57">
                  <c:v>5.0208204291401888</c:v>
                </c:pt>
                <c:pt idx="58">
                  <c:v>5.0156534721690527</c:v>
                </c:pt>
                <c:pt idx="59">
                  <c:v>5.0177302656764411</c:v>
                </c:pt>
                <c:pt idx="60">
                  <c:v>5.0204942194318969</c:v>
                </c:pt>
                <c:pt idx="61">
                  <c:v>5.0212236333358851</c:v>
                </c:pt>
                <c:pt idx="62">
                  <c:v>5.0190340517571395</c:v>
                </c:pt>
                <c:pt idx="63">
                  <c:v>5.0132706626598269</c:v>
                </c:pt>
                <c:pt idx="64">
                  <c:v>5.0116320534415433</c:v>
                </c:pt>
                <c:pt idx="65">
                  <c:v>5.0135277256718478</c:v>
                </c:pt>
                <c:pt idx="66">
                  <c:v>5.0170786597504016</c:v>
                </c:pt>
                <c:pt idx="67">
                  <c:v>5.0209114922287723</c:v>
                </c:pt>
                <c:pt idx="68">
                  <c:v>5.0204134924584638</c:v>
                </c:pt>
                <c:pt idx="69">
                  <c:v>5.020151213536483</c:v>
                </c:pt>
                <c:pt idx="70">
                  <c:v>5.0223192615419956</c:v>
                </c:pt>
                <c:pt idx="71">
                  <c:v>5.0256136589847635</c:v>
                </c:pt>
                <c:pt idx="72">
                  <c:v>5.0276876770538248</c:v>
                </c:pt>
                <c:pt idx="73">
                  <c:v>5.0288592469948705</c:v>
                </c:pt>
                <c:pt idx="74">
                  <c:v>5.0307895164995022</c:v>
                </c:pt>
                <c:pt idx="75">
                  <c:v>5.0271695792818312</c:v>
                </c:pt>
                <c:pt idx="76">
                  <c:v>5.0255988725978105</c:v>
                </c:pt>
                <c:pt idx="77">
                  <c:v>5.0303750669933391</c:v>
                </c:pt>
                <c:pt idx="78">
                  <c:v>5.0309170431054282</c:v>
                </c:pt>
                <c:pt idx="79">
                  <c:v>5.026893183906286</c:v>
                </c:pt>
                <c:pt idx="80">
                  <c:v>5.022987376540847</c:v>
                </c:pt>
                <c:pt idx="81">
                  <c:v>5.022889661970753</c:v>
                </c:pt>
                <c:pt idx="82">
                  <c:v>5.0245425790521399</c:v>
                </c:pt>
                <c:pt idx="83">
                  <c:v>5.0233289468647113</c:v>
                </c:pt>
                <c:pt idx="84">
                  <c:v>5.0228575051680577</c:v>
                </c:pt>
                <c:pt idx="85">
                  <c:v>5.0253601849016158</c:v>
                </c:pt>
                <c:pt idx="86">
                  <c:v>5.0247670067376156</c:v>
                </c:pt>
                <c:pt idx="87">
                  <c:v>5.0255093886379294</c:v>
                </c:pt>
                <c:pt idx="88">
                  <c:v>5.0263415894648187</c:v>
                </c:pt>
                <c:pt idx="89">
                  <c:v>5.024406056197841</c:v>
                </c:pt>
                <c:pt idx="90">
                  <c:v>5.0221559413521168</c:v>
                </c:pt>
                <c:pt idx="91">
                  <c:v>5.0205517379986215</c:v>
                </c:pt>
                <c:pt idx="92">
                  <c:v>5.0200637872291551</c:v>
                </c:pt>
                <c:pt idx="93">
                  <c:v>5.020511781257178</c:v>
                </c:pt>
                <c:pt idx="94">
                  <c:v>5.0216722494449124</c:v>
                </c:pt>
                <c:pt idx="95">
                  <c:v>5.0199347771992953</c:v>
                </c:pt>
                <c:pt idx="96">
                  <c:v>5.0185637106653394</c:v>
                </c:pt>
                <c:pt idx="97">
                  <c:v>5.0166192768547582</c:v>
                </c:pt>
                <c:pt idx="98">
                  <c:v>5.0159083339713648</c:v>
                </c:pt>
                <c:pt idx="99">
                  <c:v>5.0217624990429526</c:v>
                </c:pt>
                <c:pt idx="100">
                  <c:v>5.0273378282673606</c:v>
                </c:pt>
                <c:pt idx="101">
                  <c:v>5.031037535410765</c:v>
                </c:pt>
                <c:pt idx="102">
                  <c:v>5.0311349150141647</c:v>
                </c:pt>
                <c:pt idx="103">
                  <c:v>5.0254703889441847</c:v>
                </c:pt>
                <c:pt idx="104">
                  <c:v>5.0234666660286349</c:v>
                </c:pt>
                <c:pt idx="105">
                  <c:v>5.022011905673379</c:v>
                </c:pt>
                <c:pt idx="106">
                  <c:v>5.0221009111094093</c:v>
                </c:pt>
                <c:pt idx="107">
                  <c:v>5.0252368214531815</c:v>
                </c:pt>
                <c:pt idx="108">
                  <c:v>5.0269767341704314</c:v>
                </c:pt>
                <c:pt idx="109">
                  <c:v>5.0263986773600795</c:v>
                </c:pt>
                <c:pt idx="110">
                  <c:v>5.0249328631038974</c:v>
                </c:pt>
                <c:pt idx="111">
                  <c:v>5.026575683332057</c:v>
                </c:pt>
                <c:pt idx="112">
                  <c:v>5.0226303498966391</c:v>
                </c:pt>
                <c:pt idx="113">
                  <c:v>5.0196987692366584</c:v>
                </c:pt>
                <c:pt idx="114">
                  <c:v>5.0248742917847027</c:v>
                </c:pt>
                <c:pt idx="115">
                  <c:v>5.0238523562514352</c:v>
                </c:pt>
                <c:pt idx="116">
                  <c:v>5.0243775361764031</c:v>
                </c:pt>
                <c:pt idx="117">
                  <c:v>5.0286022318352348</c:v>
                </c:pt>
                <c:pt idx="118">
                  <c:v>5.0302935265293618</c:v>
                </c:pt>
                <c:pt idx="119">
                  <c:v>5.0325448855370949</c:v>
                </c:pt>
                <c:pt idx="120">
                  <c:v>5.0326205401577218</c:v>
                </c:pt>
                <c:pt idx="121">
                  <c:v>5.0320291803843507</c:v>
                </c:pt>
                <c:pt idx="122">
                  <c:v>5.0291790923359621</c:v>
                </c:pt>
                <c:pt idx="123">
                  <c:v>5.0201700195237731</c:v>
                </c:pt>
                <c:pt idx="124">
                  <c:v>5.0164910324630583</c:v>
                </c:pt>
                <c:pt idx="125">
                  <c:v>5.0198743874894722</c:v>
                </c:pt>
                <c:pt idx="126">
                  <c:v>5.0220633948395985</c:v>
                </c:pt>
                <c:pt idx="127">
                  <c:v>5.024820744965929</c:v>
                </c:pt>
                <c:pt idx="128">
                  <c:v>5.0299085062399511</c:v>
                </c:pt>
                <c:pt idx="129">
                  <c:v>5.02947123114616</c:v>
                </c:pt>
                <c:pt idx="130">
                  <c:v>5.0270955994946789</c:v>
                </c:pt>
                <c:pt idx="131">
                  <c:v>5.0264598805604468</c:v>
                </c:pt>
                <c:pt idx="132">
                  <c:v>5.0274893767705384</c:v>
                </c:pt>
                <c:pt idx="133">
                  <c:v>5.0274521476150369</c:v>
                </c:pt>
                <c:pt idx="134">
                  <c:v>5.0242881000689072</c:v>
                </c:pt>
                <c:pt idx="135">
                  <c:v>5.0255215431437099</c:v>
                </c:pt>
                <c:pt idx="136">
                  <c:v>5.029861610902687</c:v>
                </c:pt>
                <c:pt idx="137">
                  <c:v>5.0297855734629815</c:v>
                </c:pt>
                <c:pt idx="138">
                  <c:v>5.0302456262920145</c:v>
                </c:pt>
                <c:pt idx="139">
                  <c:v>5.0310231796952758</c:v>
                </c:pt>
                <c:pt idx="140">
                  <c:v>5.0320134369496978</c:v>
                </c:pt>
                <c:pt idx="141">
                  <c:v>5.028416373172039</c:v>
                </c:pt>
                <c:pt idx="142">
                  <c:v>5.0266270289411228</c:v>
                </c:pt>
                <c:pt idx="143">
                  <c:v>5.0276602576372404</c:v>
                </c:pt>
                <c:pt idx="144">
                  <c:v>5.031448970216676</c:v>
                </c:pt>
                <c:pt idx="145">
                  <c:v>5.0351660477758209</c:v>
                </c:pt>
                <c:pt idx="146">
                  <c:v>5.0344613735548576</c:v>
                </c:pt>
                <c:pt idx="147">
                  <c:v>5.0306258613429291</c:v>
                </c:pt>
                <c:pt idx="148">
                  <c:v>5.0298141413368045</c:v>
                </c:pt>
                <c:pt idx="149">
                  <c:v>5.0311994200290941</c:v>
                </c:pt>
                <c:pt idx="150">
                  <c:v>5.0321040693668175</c:v>
                </c:pt>
                <c:pt idx="151">
                  <c:v>5.0307180728887531</c:v>
                </c:pt>
                <c:pt idx="152">
                  <c:v>5.0284750401960032</c:v>
                </c:pt>
                <c:pt idx="153">
                  <c:v>5.0327742898706074</c:v>
                </c:pt>
                <c:pt idx="154">
                  <c:v>5.0341869879794805</c:v>
                </c:pt>
                <c:pt idx="155">
                  <c:v>5.0320168823214146</c:v>
                </c:pt>
                <c:pt idx="156">
                  <c:v>5.033129976648036</c:v>
                </c:pt>
                <c:pt idx="157">
                  <c:v>5.0324480801623155</c:v>
                </c:pt>
                <c:pt idx="158">
                  <c:v>5.0291775132072578</c:v>
                </c:pt>
                <c:pt idx="159">
                  <c:v>5.0268395413827429</c:v>
                </c:pt>
                <c:pt idx="160">
                  <c:v>5.0262453104662734</c:v>
                </c:pt>
                <c:pt idx="161">
                  <c:v>5.0234231203583191</c:v>
                </c:pt>
                <c:pt idx="162">
                  <c:v>5.0190095034836535</c:v>
                </c:pt>
                <c:pt idx="163">
                  <c:v>5.0196385230839908</c:v>
                </c:pt>
                <c:pt idx="164">
                  <c:v>5.0225508192328308</c:v>
                </c:pt>
                <c:pt idx="165">
                  <c:v>5.023048484036444</c:v>
                </c:pt>
                <c:pt idx="166">
                  <c:v>5.0215111783171276</c:v>
                </c:pt>
                <c:pt idx="167">
                  <c:v>5.0234475729270347</c:v>
                </c:pt>
                <c:pt idx="168">
                  <c:v>5.027767877651022</c:v>
                </c:pt>
                <c:pt idx="169">
                  <c:v>5.0299228141030552</c:v>
                </c:pt>
                <c:pt idx="170">
                  <c:v>5.0316985682566422</c:v>
                </c:pt>
                <c:pt idx="171">
                  <c:v>5.0293140360615576</c:v>
                </c:pt>
                <c:pt idx="172">
                  <c:v>5.0252401711201289</c:v>
                </c:pt>
                <c:pt idx="173">
                  <c:v>5.025094125641222</c:v>
                </c:pt>
                <c:pt idx="174">
                  <c:v>5.0269448644820454</c:v>
                </c:pt>
                <c:pt idx="175">
                  <c:v>5.0239791172192021</c:v>
                </c:pt>
                <c:pt idx="176">
                  <c:v>5.0218512652170588</c:v>
                </c:pt>
                <c:pt idx="177">
                  <c:v>5.0231835713191941</c:v>
                </c:pt>
                <c:pt idx="178">
                  <c:v>5.0250155520251125</c:v>
                </c:pt>
                <c:pt idx="179">
                  <c:v>5.0234122578669318</c:v>
                </c:pt>
                <c:pt idx="180">
                  <c:v>5.0243390150065075</c:v>
                </c:pt>
                <c:pt idx="181">
                  <c:v>5.0265412774672686</c:v>
                </c:pt>
                <c:pt idx="182">
                  <c:v>5.0252120339177706</c:v>
                </c:pt>
                <c:pt idx="183">
                  <c:v>5.0223470637776586</c:v>
                </c:pt>
                <c:pt idx="184">
                  <c:v>5.0228887527754384</c:v>
                </c:pt>
                <c:pt idx="185">
                  <c:v>5.0253609983921601</c:v>
                </c:pt>
                <c:pt idx="186">
                  <c:v>5.0267837455018762</c:v>
                </c:pt>
                <c:pt idx="187">
                  <c:v>5.0268800723528058</c:v>
                </c:pt>
                <c:pt idx="188">
                  <c:v>5.0282385537095164</c:v>
                </c:pt>
                <c:pt idx="189">
                  <c:v>5.0303548254344994</c:v>
                </c:pt>
                <c:pt idx="190">
                  <c:v>5.0335230361381207</c:v>
                </c:pt>
                <c:pt idx="191">
                  <c:v>5.0351437007120436</c:v>
                </c:pt>
                <c:pt idx="192">
                  <c:v>5.0343147059949471</c:v>
                </c:pt>
                <c:pt idx="193">
                  <c:v>5.0321124913865711</c:v>
                </c:pt>
                <c:pt idx="194">
                  <c:v>5.032797498277314</c:v>
                </c:pt>
                <c:pt idx="195">
                  <c:v>5.0336438155577676</c:v>
                </c:pt>
                <c:pt idx="196">
                  <c:v>5.0349363563279992</c:v>
                </c:pt>
                <c:pt idx="197">
                  <c:v>5.0330474791363597</c:v>
                </c:pt>
                <c:pt idx="198">
                  <c:v>5.0268201611668326</c:v>
                </c:pt>
                <c:pt idx="199">
                  <c:v>5.0224131957736775</c:v>
                </c:pt>
                <c:pt idx="200">
                  <c:v>5.0240457755914552</c:v>
                </c:pt>
                <c:pt idx="201">
                  <c:v>5.0253222858127247</c:v>
                </c:pt>
                <c:pt idx="202">
                  <c:v>5.0289484916928258</c:v>
                </c:pt>
                <c:pt idx="203">
                  <c:v>5.0318316457392234</c:v>
                </c:pt>
                <c:pt idx="204">
                  <c:v>5.0324446826429829</c:v>
                </c:pt>
                <c:pt idx="205">
                  <c:v>5.0348702243319803</c:v>
                </c:pt>
                <c:pt idx="206">
                  <c:v>5.0342983883316741</c:v>
                </c:pt>
                <c:pt idx="207">
                  <c:v>5.0329585694050989</c:v>
                </c:pt>
                <c:pt idx="208">
                  <c:v>5.0372678680805452</c:v>
                </c:pt>
                <c:pt idx="209">
                  <c:v>5.0378811442462288</c:v>
                </c:pt>
                <c:pt idx="210">
                  <c:v>5.0363156534721689</c:v>
                </c:pt>
                <c:pt idx="211">
                  <c:v>5.0321732639154737</c:v>
                </c:pt>
                <c:pt idx="212">
                  <c:v>5.0266705746114386</c:v>
                </c:pt>
                <c:pt idx="213">
                  <c:v>5.0289413616874663</c:v>
                </c:pt>
                <c:pt idx="214">
                  <c:v>5.0320366453564045</c:v>
                </c:pt>
                <c:pt idx="215">
                  <c:v>5.0347749980859042</c:v>
                </c:pt>
                <c:pt idx="216">
                  <c:v>5.0387367927417506</c:v>
                </c:pt>
                <c:pt idx="217">
                  <c:v>5.0388979117219206</c:v>
                </c:pt>
                <c:pt idx="218">
                  <c:v>5.0337067414439938</c:v>
                </c:pt>
                <c:pt idx="219">
                  <c:v>5.0276069979327769</c:v>
                </c:pt>
                <c:pt idx="220">
                  <c:v>5.0236706128933468</c:v>
                </c:pt>
                <c:pt idx="221">
                  <c:v>5.0239652878799479</c:v>
                </c:pt>
                <c:pt idx="222">
                  <c:v>5.0233801010642374</c:v>
                </c:pt>
                <c:pt idx="223">
                  <c:v>5.0212711986065388</c:v>
                </c:pt>
                <c:pt idx="224">
                  <c:v>5.0234480993032689</c:v>
                </c:pt>
                <c:pt idx="225">
                  <c:v>5.0219445773677363</c:v>
                </c:pt>
                <c:pt idx="226">
                  <c:v>5.0218135575377074</c:v>
                </c:pt>
                <c:pt idx="227">
                  <c:v>5.0258797182451573</c:v>
                </c:pt>
                <c:pt idx="228">
                  <c:v>5.0257819558226782</c:v>
                </c:pt>
                <c:pt idx="229">
                  <c:v>5.0261088354643597</c:v>
                </c:pt>
                <c:pt idx="230">
                  <c:v>5.031297852384963</c:v>
                </c:pt>
                <c:pt idx="231">
                  <c:v>5.0346891509072815</c:v>
                </c:pt>
                <c:pt idx="232">
                  <c:v>5.0313352729500043</c:v>
                </c:pt>
                <c:pt idx="233">
                  <c:v>5.0264577272031241</c:v>
                </c:pt>
                <c:pt idx="234">
                  <c:v>5.0233343541842128</c:v>
                </c:pt>
                <c:pt idx="235">
                  <c:v>5.0238011541995249</c:v>
                </c:pt>
                <c:pt idx="236">
                  <c:v>5.0250453640609445</c:v>
                </c:pt>
                <c:pt idx="237">
                  <c:v>5.0269213211086443</c:v>
                </c:pt>
                <c:pt idx="238">
                  <c:v>5.0254861802312227</c:v>
                </c:pt>
                <c:pt idx="239">
                  <c:v>5.0279679484725515</c:v>
                </c:pt>
                <c:pt idx="240">
                  <c:v>5.0357098422785391</c:v>
                </c:pt>
                <c:pt idx="241">
                  <c:v>5.0361330009187659</c:v>
                </c:pt>
                <c:pt idx="242">
                  <c:v>5.0347600681417966</c:v>
                </c:pt>
                <c:pt idx="243">
                  <c:v>5.0346023945333434</c:v>
                </c:pt>
                <c:pt idx="244">
                  <c:v>5.0315748219891283</c:v>
                </c:pt>
                <c:pt idx="245">
                  <c:v>5.0305380043641374</c:v>
                </c:pt>
                <c:pt idx="246">
                  <c:v>5.0315793201133143</c:v>
                </c:pt>
                <c:pt idx="247">
                  <c:v>5.0323810868233672</c:v>
                </c:pt>
                <c:pt idx="248">
                  <c:v>5.0290908046857057</c:v>
                </c:pt>
                <c:pt idx="249">
                  <c:v>5.0255234093867243</c:v>
                </c:pt>
                <c:pt idx="250">
                  <c:v>5.0256569653931553</c:v>
                </c:pt>
                <c:pt idx="251">
                  <c:v>5.0292124454482812</c:v>
                </c:pt>
                <c:pt idx="252">
                  <c:v>5.0292442194318969</c:v>
                </c:pt>
                <c:pt idx="253">
                  <c:v>5.030329655080009</c:v>
                </c:pt>
                <c:pt idx="254">
                  <c:v>5.0346080889671541</c:v>
                </c:pt>
                <c:pt idx="255">
                  <c:v>5.0344996076104431</c:v>
                </c:pt>
                <c:pt idx="256">
                  <c:v>5.0319483577061481</c:v>
                </c:pt>
                <c:pt idx="257">
                  <c:v>5.029801747569099</c:v>
                </c:pt>
                <c:pt idx="258">
                  <c:v>5.0268974906209323</c:v>
                </c:pt>
                <c:pt idx="259">
                  <c:v>5.0299446347905983</c:v>
                </c:pt>
                <c:pt idx="260">
                  <c:v>5.0329711545823441</c:v>
                </c:pt>
                <c:pt idx="261">
                  <c:v>5.0316155443687309</c:v>
                </c:pt>
                <c:pt idx="262">
                  <c:v>5.0284362319117983</c:v>
                </c:pt>
                <c:pt idx="263">
                  <c:v>5.0287428221422559</c:v>
                </c:pt>
                <c:pt idx="264">
                  <c:v>5.0298028960263377</c:v>
                </c:pt>
                <c:pt idx="265">
                  <c:v>5.0312808647883012</c:v>
                </c:pt>
                <c:pt idx="266">
                  <c:v>5.0315069673072506</c:v>
                </c:pt>
                <c:pt idx="267">
                  <c:v>5.0326533190414207</c:v>
                </c:pt>
                <c:pt idx="268">
                  <c:v>5.0335933791440164</c:v>
                </c:pt>
                <c:pt idx="269">
                  <c:v>5.0314777295000379</c:v>
                </c:pt>
                <c:pt idx="270">
                  <c:v>5.0282267341704312</c:v>
                </c:pt>
                <c:pt idx="271">
                  <c:v>5.025332909042187</c:v>
                </c:pt>
                <c:pt idx="272">
                  <c:v>5.0242252220350663</c:v>
                </c:pt>
                <c:pt idx="273">
                  <c:v>5.0242041669856823</c:v>
                </c:pt>
                <c:pt idx="274">
                  <c:v>5.0209405864788303</c:v>
                </c:pt>
                <c:pt idx="275">
                  <c:v>5.0145218589694514</c:v>
                </c:pt>
                <c:pt idx="276">
                  <c:v>5.0169674986601329</c:v>
                </c:pt>
                <c:pt idx="277">
                  <c:v>5.0249536788913556</c:v>
                </c:pt>
                <c:pt idx="278">
                  <c:v>5.0323342871908734</c:v>
                </c:pt>
                <c:pt idx="279">
                  <c:v>5.0346047393002067</c:v>
                </c:pt>
                <c:pt idx="280">
                  <c:v>5.0355222609294845</c:v>
                </c:pt>
                <c:pt idx="281">
                  <c:v>5.0331909405864792</c:v>
                </c:pt>
                <c:pt idx="282">
                  <c:v>5.0307860711277854</c:v>
                </c:pt>
                <c:pt idx="283">
                  <c:v>5.027314380598729</c:v>
                </c:pt>
                <c:pt idx="284">
                  <c:v>5.0283917291937827</c:v>
                </c:pt>
                <c:pt idx="285">
                  <c:v>5.0283073175867088</c:v>
                </c:pt>
                <c:pt idx="286">
                  <c:v>5.0238579071280913</c:v>
                </c:pt>
                <c:pt idx="287">
                  <c:v>5.0229636417579053</c:v>
                </c:pt>
                <c:pt idx="288">
                  <c:v>5.023109113008192</c:v>
                </c:pt>
                <c:pt idx="289">
                  <c:v>5.0235848614194936</c:v>
                </c:pt>
                <c:pt idx="290">
                  <c:v>5.0238494851083377</c:v>
                </c:pt>
                <c:pt idx="291">
                  <c:v>5.0270984227853912</c:v>
                </c:pt>
                <c:pt idx="292">
                  <c:v>5.0302646236888444</c:v>
                </c:pt>
                <c:pt idx="293">
                  <c:v>5.031924766480361</c:v>
                </c:pt>
                <c:pt idx="294">
                  <c:v>5.0317752277773522</c:v>
                </c:pt>
                <c:pt idx="295">
                  <c:v>5.0296000497664801</c:v>
                </c:pt>
                <c:pt idx="296">
                  <c:v>5.0300454597657147</c:v>
                </c:pt>
                <c:pt idx="297">
                  <c:v>5.0341085579205265</c:v>
                </c:pt>
                <c:pt idx="298">
                  <c:v>5.0376377191639232</c:v>
                </c:pt>
                <c:pt idx="299">
                  <c:v>5.0367106749100374</c:v>
                </c:pt>
                <c:pt idx="300">
                  <c:v>5.0290597484878647</c:v>
                </c:pt>
                <c:pt idx="301">
                  <c:v>5.023088584335043</c:v>
                </c:pt>
                <c:pt idx="302">
                  <c:v>5.0210654333511986</c:v>
                </c:pt>
                <c:pt idx="303">
                  <c:v>5.0211486486486487</c:v>
                </c:pt>
                <c:pt idx="304">
                  <c:v>5.0274420507618096</c:v>
                </c:pt>
                <c:pt idx="305">
                  <c:v>5.0298368712196613</c:v>
                </c:pt>
                <c:pt idx="306">
                  <c:v>5.0277044253885617</c:v>
                </c:pt>
                <c:pt idx="307">
                  <c:v>5.0263382397978713</c:v>
                </c:pt>
                <c:pt idx="308">
                  <c:v>5.0258210512211932</c:v>
                </c:pt>
                <c:pt idx="309">
                  <c:v>5.0212609103437718</c:v>
                </c:pt>
                <c:pt idx="310">
                  <c:v>5.0174857878416663</c:v>
                </c:pt>
                <c:pt idx="311">
                  <c:v>5.021318333205727</c:v>
                </c:pt>
                <c:pt idx="312">
                  <c:v>5.0259953296072277</c:v>
                </c:pt>
                <c:pt idx="313">
                  <c:v>5.0287628244391698</c:v>
                </c:pt>
                <c:pt idx="314">
                  <c:v>5.0300221556542377</c:v>
                </c:pt>
                <c:pt idx="315">
                  <c:v>5.0260620836842511</c:v>
                </c:pt>
                <c:pt idx="316">
                  <c:v>5.0240555853303732</c:v>
                </c:pt>
                <c:pt idx="317">
                  <c:v>5.0260211220427227</c:v>
                </c:pt>
                <c:pt idx="318">
                  <c:v>5.0263656592144557</c:v>
                </c:pt>
                <c:pt idx="319">
                  <c:v>5.0258322486792739</c:v>
                </c:pt>
                <c:pt idx="320">
                  <c:v>5.0281000689074347</c:v>
                </c:pt>
                <c:pt idx="321">
                  <c:v>5.028774165454406</c:v>
                </c:pt>
                <c:pt idx="322">
                  <c:v>5.030166574152056</c:v>
                </c:pt>
                <c:pt idx="323">
                  <c:v>5.0357913348901313</c:v>
                </c:pt>
                <c:pt idx="324">
                  <c:v>5.0377762996707753</c:v>
                </c:pt>
                <c:pt idx="325">
                  <c:v>5.0351449927264378</c:v>
                </c:pt>
                <c:pt idx="326">
                  <c:v>5.0343041784702551</c:v>
                </c:pt>
                <c:pt idx="327">
                  <c:v>5.0352004536406092</c:v>
                </c:pt>
                <c:pt idx="328">
                  <c:v>5.0347144648189266</c:v>
                </c:pt>
                <c:pt idx="329">
                  <c:v>5.0287439705994945</c:v>
                </c:pt>
                <c:pt idx="330">
                  <c:v>5.0236683638312529</c:v>
                </c:pt>
                <c:pt idx="331">
                  <c:v>5.0264850987673224</c:v>
                </c:pt>
                <c:pt idx="332">
                  <c:v>5.0300578535334202</c:v>
                </c:pt>
                <c:pt idx="333">
                  <c:v>5.0330175713957583</c:v>
                </c:pt>
                <c:pt idx="334">
                  <c:v>5.0319842469948703</c:v>
                </c:pt>
                <c:pt idx="335">
                  <c:v>5.0277367736007958</c:v>
                </c:pt>
                <c:pt idx="336">
                  <c:v>5.0294928125717782</c:v>
                </c:pt>
                <c:pt idx="337">
                  <c:v>5.0331476341780874</c:v>
                </c:pt>
                <c:pt idx="338">
                  <c:v>5.0330230265676441</c:v>
                </c:pt>
                <c:pt idx="339">
                  <c:v>5.0330059911185971</c:v>
                </c:pt>
                <c:pt idx="340">
                  <c:v>5.0305069960186817</c:v>
                </c:pt>
                <c:pt idx="341">
                  <c:v>5.0285099245846414</c:v>
                </c:pt>
                <c:pt idx="342">
                  <c:v>5.0276556638082841</c:v>
                </c:pt>
                <c:pt idx="343">
                  <c:v>5.0302986945869383</c:v>
                </c:pt>
                <c:pt idx="344">
                  <c:v>5.0314464818926572</c:v>
                </c:pt>
                <c:pt idx="345">
                  <c:v>5.0290584086210854</c:v>
                </c:pt>
                <c:pt idx="346">
                  <c:v>5.0291146351734168</c:v>
                </c:pt>
                <c:pt idx="347">
                  <c:v>5.0301142236429062</c:v>
                </c:pt>
                <c:pt idx="348">
                  <c:v>5.0335044215603704</c:v>
                </c:pt>
                <c:pt idx="349">
                  <c:v>5.0331067203889441</c:v>
                </c:pt>
                <c:pt idx="350">
                  <c:v>5.0314868214531812</c:v>
                </c:pt>
                <c:pt idx="351">
                  <c:v>5.0287210493070971</c:v>
                </c:pt>
                <c:pt idx="352">
                  <c:v>5.0258495233902458</c:v>
                </c:pt>
                <c:pt idx="353">
                  <c:v>5.0292997760508387</c:v>
                </c:pt>
                <c:pt idx="354">
                  <c:v>5.032735338029247</c:v>
                </c:pt>
                <c:pt idx="355">
                  <c:v>5.0336252488324016</c:v>
                </c:pt>
                <c:pt idx="356">
                  <c:v>5.0312599532960727</c:v>
                </c:pt>
                <c:pt idx="357">
                  <c:v>5.0316370779419648</c:v>
                </c:pt>
                <c:pt idx="358">
                  <c:v>5.0275940777888373</c:v>
                </c:pt>
                <c:pt idx="359">
                  <c:v>5.0224951669091187</c:v>
                </c:pt>
                <c:pt idx="360">
                  <c:v>5.0201445620549725</c:v>
                </c:pt>
                <c:pt idx="361">
                  <c:v>5.0161153912410992</c:v>
                </c:pt>
                <c:pt idx="362">
                  <c:v>5.011831454329684</c:v>
                </c:pt>
                <c:pt idx="363">
                  <c:v>5.0158935954367969</c:v>
                </c:pt>
                <c:pt idx="364">
                  <c:v>5.0197100623995103</c:v>
                </c:pt>
                <c:pt idx="365">
                  <c:v>5.0198778807135751</c:v>
                </c:pt>
                <c:pt idx="366">
                  <c:v>5.0213216828726743</c:v>
                </c:pt>
                <c:pt idx="367">
                  <c:v>5.0250814926115916</c:v>
                </c:pt>
                <c:pt idx="368">
                  <c:v>5.0254536406094479</c:v>
                </c:pt>
                <c:pt idx="369">
                  <c:v>5.0266904812035831</c:v>
                </c:pt>
                <c:pt idx="370">
                  <c:v>5.0296671866625831</c:v>
                </c:pt>
                <c:pt idx="371">
                  <c:v>5.0285845264527982</c:v>
                </c:pt>
                <c:pt idx="372">
                  <c:v>5.0254483289947167</c:v>
                </c:pt>
                <c:pt idx="373">
                  <c:v>5.0246643633718708</c:v>
                </c:pt>
                <c:pt idx="374">
                  <c:v>5.0266188461832941</c:v>
                </c:pt>
                <c:pt idx="375">
                  <c:v>5.0290396026337953</c:v>
                </c:pt>
                <c:pt idx="376">
                  <c:v>5.0310536616644974</c:v>
                </c:pt>
                <c:pt idx="377">
                  <c:v>5.0314615553939213</c:v>
                </c:pt>
                <c:pt idx="378">
                  <c:v>5.0303539162391857</c:v>
                </c:pt>
                <c:pt idx="379">
                  <c:v>5.0298216541612435</c:v>
                </c:pt>
                <c:pt idx="380">
                  <c:v>5.0252493109256564</c:v>
                </c:pt>
                <c:pt idx="381">
                  <c:v>5.0207797546129695</c:v>
                </c:pt>
                <c:pt idx="382">
                  <c:v>5.0199556886915246</c:v>
                </c:pt>
                <c:pt idx="383">
                  <c:v>5.0237060715106043</c:v>
                </c:pt>
                <c:pt idx="384">
                  <c:v>5.0313763302963022</c:v>
                </c:pt>
                <c:pt idx="385">
                  <c:v>5.0307171158410533</c:v>
                </c:pt>
                <c:pt idx="386">
                  <c:v>5.0273341436337189</c:v>
                </c:pt>
                <c:pt idx="387">
                  <c:v>5.0274092718781107</c:v>
                </c:pt>
                <c:pt idx="388">
                  <c:v>5.0316770825357935</c:v>
                </c:pt>
                <c:pt idx="389">
                  <c:v>5.0326916488017766</c:v>
                </c:pt>
                <c:pt idx="390">
                  <c:v>5.0310161932470718</c:v>
                </c:pt>
                <c:pt idx="391">
                  <c:v>5.0290423302197382</c:v>
                </c:pt>
                <c:pt idx="392">
                  <c:v>5.0295092259398206</c:v>
                </c:pt>
                <c:pt idx="393">
                  <c:v>5.0330270461679811</c:v>
                </c:pt>
                <c:pt idx="394">
                  <c:v>5.0319825243090115</c:v>
                </c:pt>
                <c:pt idx="395">
                  <c:v>5.0309257043871067</c:v>
                </c:pt>
                <c:pt idx="396">
                  <c:v>5.0318060447132682</c:v>
                </c:pt>
                <c:pt idx="397">
                  <c:v>5.0310133699563586</c:v>
                </c:pt>
                <c:pt idx="398">
                  <c:v>5.0339694988898245</c:v>
                </c:pt>
                <c:pt idx="399">
                  <c:v>5.0352040904218667</c:v>
                </c:pt>
                <c:pt idx="400">
                  <c:v>5.0322450424929182</c:v>
                </c:pt>
                <c:pt idx="401">
                  <c:v>5.0263484323558689</c:v>
                </c:pt>
                <c:pt idx="402">
                  <c:v>5.0246162717249829</c:v>
                </c:pt>
                <c:pt idx="403">
                  <c:v>5.0280250842201974</c:v>
                </c:pt>
                <c:pt idx="404">
                  <c:v>5.02706128933466</c:v>
                </c:pt>
                <c:pt idx="405">
                  <c:v>5.0252635709363753</c:v>
                </c:pt>
                <c:pt idx="406">
                  <c:v>5.0241329147844729</c:v>
                </c:pt>
                <c:pt idx="407">
                  <c:v>5.0261316610519868</c:v>
                </c:pt>
                <c:pt idx="408">
                  <c:v>5.0287150677589771</c:v>
                </c:pt>
                <c:pt idx="409">
                  <c:v>5.026693735165761</c:v>
                </c:pt>
                <c:pt idx="410">
                  <c:v>5.0219732409463287</c:v>
                </c:pt>
                <c:pt idx="411">
                  <c:v>5.0231346661817629</c:v>
                </c:pt>
                <c:pt idx="412">
                  <c:v>5.0255303958349282</c:v>
                </c:pt>
                <c:pt idx="413">
                  <c:v>5.0268025514891663</c:v>
                </c:pt>
                <c:pt idx="414">
                  <c:v>5.0277553403261619</c:v>
                </c:pt>
                <c:pt idx="415">
                  <c:v>5.0283527295000381</c:v>
                </c:pt>
                <c:pt idx="416">
                  <c:v>5.0294118941888062</c:v>
                </c:pt>
                <c:pt idx="417">
                  <c:v>5.0329055968149454</c:v>
                </c:pt>
                <c:pt idx="418">
                  <c:v>5.0315423780721229</c:v>
                </c:pt>
                <c:pt idx="419">
                  <c:v>5.0297426498736701</c:v>
                </c:pt>
                <c:pt idx="420">
                  <c:v>5.0271274213306789</c:v>
                </c:pt>
                <c:pt idx="421">
                  <c:v>5.0213077578286498</c:v>
                </c:pt>
                <c:pt idx="422">
                  <c:v>5.0191998602710362</c:v>
                </c:pt>
                <c:pt idx="423">
                  <c:v>5.0201490123267742</c:v>
                </c:pt>
                <c:pt idx="424">
                  <c:v>5.0212286578363061</c:v>
                </c:pt>
                <c:pt idx="425">
                  <c:v>5.0235343771533572</c:v>
                </c:pt>
                <c:pt idx="426">
                  <c:v>5.0273616587550727</c:v>
                </c:pt>
                <c:pt idx="427">
                  <c:v>5.0285266250669931</c:v>
                </c:pt>
                <c:pt idx="428">
                  <c:v>5.028473987443534</c:v>
                </c:pt>
                <c:pt idx="429">
                  <c:v>5.024914439935686</c:v>
                </c:pt>
                <c:pt idx="430">
                  <c:v>5.0230075223949164</c:v>
                </c:pt>
                <c:pt idx="431">
                  <c:v>5.0245586574534871</c:v>
                </c:pt>
                <c:pt idx="432">
                  <c:v>5.0262106174871759</c:v>
                </c:pt>
                <c:pt idx="433">
                  <c:v>5.0269384044100756</c:v>
                </c:pt>
                <c:pt idx="434">
                  <c:v>5.0221841742592455</c:v>
                </c:pt>
                <c:pt idx="435">
                  <c:v>5.0187589962483727</c:v>
                </c:pt>
                <c:pt idx="436">
                  <c:v>5.0209347006354799</c:v>
                </c:pt>
                <c:pt idx="437">
                  <c:v>5.0258882359696804</c:v>
                </c:pt>
                <c:pt idx="438">
                  <c:v>5.0270931111706609</c:v>
                </c:pt>
                <c:pt idx="439">
                  <c:v>5.0258581846719244</c:v>
                </c:pt>
                <c:pt idx="440">
                  <c:v>5.029766384656611</c:v>
                </c:pt>
                <c:pt idx="441">
                  <c:v>5.0346987692366589</c:v>
                </c:pt>
                <c:pt idx="442">
                  <c:v>5.0332200826889215</c:v>
                </c:pt>
                <c:pt idx="443">
                  <c:v>5.0327200252660589</c:v>
                </c:pt>
                <c:pt idx="444">
                  <c:v>5.0338886283592377</c:v>
                </c:pt>
                <c:pt idx="445">
                  <c:v>5.0322526510221266</c:v>
                </c:pt>
                <c:pt idx="446">
                  <c:v>5.0298552465354875</c:v>
                </c:pt>
                <c:pt idx="447">
                  <c:v>5.0238936050072738</c:v>
                </c:pt>
                <c:pt idx="448">
                  <c:v>5.0211852078707606</c:v>
                </c:pt>
                <c:pt idx="449">
                  <c:v>5.019692931245693</c:v>
                </c:pt>
                <c:pt idx="450">
                  <c:v>5.0231267705382434</c:v>
                </c:pt>
                <c:pt idx="451">
                  <c:v>5.0284082382665956</c:v>
                </c:pt>
                <c:pt idx="452">
                  <c:v>5.0294380215909964</c:v>
                </c:pt>
                <c:pt idx="453">
                  <c:v>5.025776165684098</c:v>
                </c:pt>
                <c:pt idx="454">
                  <c:v>5.027720025266059</c:v>
                </c:pt>
                <c:pt idx="455">
                  <c:v>5.0280881058111939</c:v>
                </c:pt>
                <c:pt idx="456">
                  <c:v>5.0273614673455329</c:v>
                </c:pt>
                <c:pt idx="457">
                  <c:v>5.0271033515810428</c:v>
                </c:pt>
                <c:pt idx="458">
                  <c:v>5.0240431437102826</c:v>
                </c:pt>
                <c:pt idx="459">
                  <c:v>5.0205994468264299</c:v>
                </c:pt>
                <c:pt idx="460">
                  <c:v>5.0175616817242172</c:v>
                </c:pt>
                <c:pt idx="461">
                  <c:v>5.0202627574458312</c:v>
                </c:pt>
                <c:pt idx="462">
                  <c:v>5.0247434633642145</c:v>
                </c:pt>
                <c:pt idx="463">
                  <c:v>5.0296064619860656</c:v>
                </c:pt>
                <c:pt idx="464">
                  <c:v>5.0292434059413518</c:v>
                </c:pt>
                <c:pt idx="465">
                  <c:v>5.0247391566495674</c:v>
                </c:pt>
                <c:pt idx="466">
                  <c:v>5.0243020729653169</c:v>
                </c:pt>
                <c:pt idx="467">
                  <c:v>5.0245978007043872</c:v>
                </c:pt>
                <c:pt idx="468">
                  <c:v>5.0236241482275474</c:v>
                </c:pt>
                <c:pt idx="469">
                  <c:v>5.0238653721001452</c:v>
                </c:pt>
                <c:pt idx="470">
                  <c:v>5.0249539660056657</c:v>
                </c:pt>
                <c:pt idx="471">
                  <c:v>5.0254489510757212</c:v>
                </c:pt>
                <c:pt idx="472">
                  <c:v>5.0232391279381368</c:v>
                </c:pt>
                <c:pt idx="473">
                  <c:v>5.0220361189801697</c:v>
                </c:pt>
                <c:pt idx="474">
                  <c:v>5.0234659960952452</c:v>
                </c:pt>
                <c:pt idx="475">
                  <c:v>5.0258612950769468</c:v>
                </c:pt>
                <c:pt idx="476">
                  <c:v>5.0282070189878265</c:v>
                </c:pt>
                <c:pt idx="477">
                  <c:v>5.0252444778347751</c:v>
                </c:pt>
                <c:pt idx="478">
                  <c:v>5.0232989434193396</c:v>
                </c:pt>
                <c:pt idx="479">
                  <c:v>5.0242059375239263</c:v>
                </c:pt>
                <c:pt idx="480">
                  <c:v>5.0220450195237731</c:v>
                </c:pt>
                <c:pt idx="481">
                  <c:v>5.0170857419033767</c:v>
                </c:pt>
                <c:pt idx="482">
                  <c:v>5.0188002928565956</c:v>
                </c:pt>
                <c:pt idx="483">
                  <c:v>5.0242847504019599</c:v>
                </c:pt>
                <c:pt idx="484">
                  <c:v>5.0265745827272035</c:v>
                </c:pt>
                <c:pt idx="485">
                  <c:v>5.0268750957047699</c:v>
                </c:pt>
                <c:pt idx="486">
                  <c:v>5.0248113180460914</c:v>
                </c:pt>
                <c:pt idx="487">
                  <c:v>5.0203370721996787</c:v>
                </c:pt>
                <c:pt idx="488">
                  <c:v>5.0219920469336188</c:v>
                </c:pt>
                <c:pt idx="489">
                  <c:v>5.0241979940280226</c:v>
                </c:pt>
                <c:pt idx="490">
                  <c:v>5.0255325013398666</c:v>
                </c:pt>
                <c:pt idx="491">
                  <c:v>5.0319787439705994</c:v>
                </c:pt>
                <c:pt idx="492">
                  <c:v>5.0320547814103058</c:v>
                </c:pt>
                <c:pt idx="493">
                  <c:v>5.0309364233213385</c:v>
                </c:pt>
                <c:pt idx="494">
                  <c:v>5.0292148380675297</c:v>
                </c:pt>
                <c:pt idx="495">
                  <c:v>5.0270169301737999</c:v>
                </c:pt>
                <c:pt idx="496">
                  <c:v>5.0250742190490776</c:v>
                </c:pt>
                <c:pt idx="497">
                  <c:v>5.0252178719087359</c:v>
                </c:pt>
                <c:pt idx="498">
                  <c:v>5.0240318983998167</c:v>
                </c:pt>
                <c:pt idx="499">
                  <c:v>5.0219321357476456</c:v>
                </c:pt>
                <c:pt idx="500">
                  <c:v>5.0255501110175329</c:v>
                </c:pt>
                <c:pt idx="501">
                  <c:v>5.0288077099762649</c:v>
                </c:pt>
                <c:pt idx="502">
                  <c:v>5.0302742420182218</c:v>
                </c:pt>
                <c:pt idx="503">
                  <c:v>5.0315185475844117</c:v>
                </c:pt>
                <c:pt idx="504">
                  <c:v>5.0364491137738305</c:v>
                </c:pt>
                <c:pt idx="505">
                  <c:v>5.0370853112319116</c:v>
                </c:pt>
                <c:pt idx="506">
                  <c:v>5.0303041497588241</c:v>
                </c:pt>
                <c:pt idx="507">
                  <c:v>5.0257188863792974</c:v>
                </c:pt>
                <c:pt idx="508">
                  <c:v>5.0271301010642366</c:v>
                </c:pt>
                <c:pt idx="509">
                  <c:v>5.0299064485873979</c:v>
                </c:pt>
                <c:pt idx="510">
                  <c:v>5.0341161664497358</c:v>
                </c:pt>
                <c:pt idx="511">
                  <c:v>5.0356070075032537</c:v>
                </c:pt>
                <c:pt idx="512">
                  <c:v>5.0306465814256178</c:v>
                </c:pt>
                <c:pt idx="513">
                  <c:v>5.0282541535870147</c:v>
                </c:pt>
                <c:pt idx="514">
                  <c:v>5.0291330583416274</c:v>
                </c:pt>
                <c:pt idx="515">
                  <c:v>5.0256962043488249</c:v>
                </c:pt>
                <c:pt idx="516">
                  <c:v>5.0210363391011406</c:v>
                </c:pt>
                <c:pt idx="517">
                  <c:v>5.0246628320955518</c:v>
                </c:pt>
                <c:pt idx="518">
                  <c:v>5.0316524385575381</c:v>
                </c:pt>
                <c:pt idx="519">
                  <c:v>5.033000200980017</c:v>
                </c:pt>
                <c:pt idx="520">
                  <c:v>5.0319399356863945</c:v>
                </c:pt>
                <c:pt idx="521">
                  <c:v>5.0263812112395678</c:v>
                </c:pt>
                <c:pt idx="522">
                  <c:v>5.023705975805834</c:v>
                </c:pt>
                <c:pt idx="523">
                  <c:v>5.02303522892581</c:v>
                </c:pt>
                <c:pt idx="524">
                  <c:v>5.0218185820381285</c:v>
                </c:pt>
                <c:pt idx="525">
                  <c:v>5.0254114348059105</c:v>
                </c:pt>
                <c:pt idx="526">
                  <c:v>5.0256053326697803</c:v>
                </c:pt>
                <c:pt idx="527">
                  <c:v>5.0229056925197151</c:v>
                </c:pt>
                <c:pt idx="528">
                  <c:v>5.0211619037592836</c:v>
                </c:pt>
                <c:pt idx="529">
                  <c:v>5.0236619994640535</c:v>
                </c:pt>
                <c:pt idx="530">
                  <c:v>5.022206090651558</c:v>
                </c:pt>
                <c:pt idx="531">
                  <c:v>5.0138550359849932</c:v>
                </c:pt>
                <c:pt idx="532">
                  <c:v>5.0077399318582039</c:v>
                </c:pt>
                <c:pt idx="533">
                  <c:v>5.0087385632799934</c:v>
                </c:pt>
                <c:pt idx="534">
                  <c:v>5.0156074860271032</c:v>
                </c:pt>
                <c:pt idx="535">
                  <c:v>5.0214273887910572</c:v>
                </c:pt>
                <c:pt idx="536">
                  <c:v>5.0237966082229537</c:v>
                </c:pt>
                <c:pt idx="537">
                  <c:v>5.0285458617257488</c:v>
                </c:pt>
                <c:pt idx="538">
                  <c:v>5.0307937753617642</c:v>
                </c:pt>
                <c:pt idx="539">
                  <c:v>5.0310988343159027</c:v>
                </c:pt>
                <c:pt idx="540">
                  <c:v>5.0311165875507236</c:v>
                </c:pt>
                <c:pt idx="541">
                  <c:v>5.0316383699563589</c:v>
                </c:pt>
                <c:pt idx="542">
                  <c:v>5.032297105887757</c:v>
                </c:pt>
                <c:pt idx="543">
                  <c:v>5.0278906190184518</c:v>
                </c:pt>
                <c:pt idx="544">
                  <c:v>5.0249921043564809</c:v>
                </c:pt>
                <c:pt idx="545">
                  <c:v>5.0244275419186888</c:v>
                </c:pt>
                <c:pt idx="546">
                  <c:v>5.0258304302886456</c:v>
                </c:pt>
                <c:pt idx="547">
                  <c:v>5.0297867219202201</c:v>
                </c:pt>
                <c:pt idx="548">
                  <c:v>5.0310111208942656</c:v>
                </c:pt>
                <c:pt idx="549">
                  <c:v>5.0315476418344689</c:v>
                </c:pt>
                <c:pt idx="550">
                  <c:v>5.0347507847791135</c:v>
                </c:pt>
                <c:pt idx="551">
                  <c:v>5.0350718264298289</c:v>
                </c:pt>
                <c:pt idx="552">
                  <c:v>5.0270920584181917</c:v>
                </c:pt>
                <c:pt idx="553">
                  <c:v>5.0249754995788987</c:v>
                </c:pt>
                <c:pt idx="554">
                  <c:v>5.0259545593752391</c:v>
                </c:pt>
                <c:pt idx="555">
                  <c:v>5.0239098748181608</c:v>
                </c:pt>
                <c:pt idx="556">
                  <c:v>5.0255590594135215</c:v>
                </c:pt>
                <c:pt idx="557">
                  <c:v>5.0266748334737006</c:v>
                </c:pt>
                <c:pt idx="558">
                  <c:v>5.0273829530663807</c:v>
                </c:pt>
                <c:pt idx="559">
                  <c:v>5.0291730150830718</c:v>
                </c:pt>
                <c:pt idx="560">
                  <c:v>5.0272280548962565</c:v>
                </c:pt>
                <c:pt idx="561">
                  <c:v>5.0217389078171655</c:v>
                </c:pt>
                <c:pt idx="562">
                  <c:v>5.0210309317816399</c:v>
                </c:pt>
                <c:pt idx="563">
                  <c:v>5.0230523600796264</c:v>
                </c:pt>
                <c:pt idx="564">
                  <c:v>5.024618807901386</c:v>
                </c:pt>
                <c:pt idx="565">
                  <c:v>5.0248536674067834</c:v>
                </c:pt>
                <c:pt idx="566">
                  <c:v>5.0231118405941348</c:v>
                </c:pt>
                <c:pt idx="567">
                  <c:v>5.0248054322027409</c:v>
                </c:pt>
                <c:pt idx="568">
                  <c:v>5.028253483653625</c:v>
                </c:pt>
                <c:pt idx="569">
                  <c:v>5.0279734993492076</c:v>
                </c:pt>
                <c:pt idx="570">
                  <c:v>5.0258633527295</c:v>
                </c:pt>
                <c:pt idx="571">
                  <c:v>5.0254517743664344</c:v>
                </c:pt>
                <c:pt idx="572">
                  <c:v>5.0256794560140881</c:v>
                </c:pt>
                <c:pt idx="573">
                  <c:v>5.0272728925809664</c:v>
                </c:pt>
                <c:pt idx="574">
                  <c:v>5.0270934461373553</c:v>
                </c:pt>
                <c:pt idx="575">
                  <c:v>5.0248415129010029</c:v>
                </c:pt>
                <c:pt idx="576">
                  <c:v>5.020450147385346</c:v>
                </c:pt>
                <c:pt idx="577">
                  <c:v>5.0197708827807981</c:v>
                </c:pt>
                <c:pt idx="578">
                  <c:v>5.0238663770002301</c:v>
                </c:pt>
                <c:pt idx="579">
                  <c:v>5.0253508058341625</c:v>
                </c:pt>
                <c:pt idx="580">
                  <c:v>5.0255265197917467</c:v>
                </c:pt>
                <c:pt idx="581">
                  <c:v>5.0260057614271494</c:v>
                </c:pt>
                <c:pt idx="582">
                  <c:v>5.0253422881096395</c:v>
                </c:pt>
                <c:pt idx="583">
                  <c:v>5.0230192940816174</c:v>
                </c:pt>
                <c:pt idx="584">
                  <c:v>5.0228778424316669</c:v>
                </c:pt>
                <c:pt idx="585">
                  <c:v>5.0249054436873131</c:v>
                </c:pt>
                <c:pt idx="586">
                  <c:v>5.0322145126713114</c:v>
                </c:pt>
                <c:pt idx="587">
                  <c:v>5.0357294617563744</c:v>
                </c:pt>
                <c:pt idx="588">
                  <c:v>5.0319028979404337</c:v>
                </c:pt>
                <c:pt idx="589">
                  <c:v>5.0326114003521933</c:v>
                </c:pt>
                <c:pt idx="590">
                  <c:v>5.0325823061021362</c:v>
                </c:pt>
                <c:pt idx="591">
                  <c:v>5.030486036674068</c:v>
                </c:pt>
                <c:pt idx="592">
                  <c:v>5.028917244085445</c:v>
                </c:pt>
                <c:pt idx="593">
                  <c:v>5.0318654295230072</c:v>
                </c:pt>
                <c:pt idx="594">
                  <c:v>5.0342153165913786</c:v>
                </c:pt>
                <c:pt idx="595">
                  <c:v>5.033904993874895</c:v>
                </c:pt>
                <c:pt idx="596">
                  <c:v>5.0325673283056425</c:v>
                </c:pt>
                <c:pt idx="597">
                  <c:v>5.0243480591072656</c:v>
                </c:pt>
                <c:pt idx="598">
                  <c:v>5.0194037592833629</c:v>
                </c:pt>
                <c:pt idx="599">
                  <c:v>5.0247660975423019</c:v>
                </c:pt>
                <c:pt idx="600">
                  <c:v>5.0291143480591076</c:v>
                </c:pt>
                <c:pt idx="601">
                  <c:v>5.0296106729959424</c:v>
                </c:pt>
                <c:pt idx="602">
                  <c:v>5.0289218379144014</c:v>
                </c:pt>
                <c:pt idx="603">
                  <c:v>5.0291817242171346</c:v>
                </c:pt>
                <c:pt idx="604">
                  <c:v>5.0289275323482121</c:v>
                </c:pt>
                <c:pt idx="605">
                  <c:v>5.024752842431667</c:v>
                </c:pt>
                <c:pt idx="606">
                  <c:v>5.0233622999770304</c:v>
                </c:pt>
                <c:pt idx="607">
                  <c:v>5.0217335004976649</c:v>
                </c:pt>
                <c:pt idx="608">
                  <c:v>5.0209741788530744</c:v>
                </c:pt>
                <c:pt idx="609">
                  <c:v>5.0248645298981698</c:v>
                </c:pt>
                <c:pt idx="610">
                  <c:v>5.0275341666028632</c:v>
                </c:pt>
                <c:pt idx="611">
                  <c:v>5.0304075587627288</c:v>
                </c:pt>
                <c:pt idx="612">
                  <c:v>5.0305720752622314</c:v>
                </c:pt>
                <c:pt idx="613">
                  <c:v>5.029371267513973</c:v>
                </c:pt>
                <c:pt idx="614">
                  <c:v>5.0312879469412755</c:v>
                </c:pt>
                <c:pt idx="615">
                  <c:v>5.032016978026185</c:v>
                </c:pt>
                <c:pt idx="616">
                  <c:v>5.0324309968608834</c:v>
                </c:pt>
                <c:pt idx="617">
                  <c:v>5.0325154084679582</c:v>
                </c:pt>
                <c:pt idx="618">
                  <c:v>5.0354015293622236</c:v>
                </c:pt>
                <c:pt idx="619">
                  <c:v>5.031408869918077</c:v>
                </c:pt>
                <c:pt idx="620">
                  <c:v>5.0275207200826886</c:v>
                </c:pt>
                <c:pt idx="621">
                  <c:v>5.0298769715182603</c:v>
                </c:pt>
                <c:pt idx="622">
                  <c:v>5.0325920201362839</c:v>
                </c:pt>
                <c:pt idx="623">
                  <c:v>5.0347527945792816</c:v>
                </c:pt>
                <c:pt idx="624">
                  <c:v>5.0370482256335656</c:v>
                </c:pt>
                <c:pt idx="625">
                  <c:v>5.0391685169588856</c:v>
                </c:pt>
                <c:pt idx="626">
                  <c:v>5.0404218666258327</c:v>
                </c:pt>
                <c:pt idx="627">
                  <c:v>5.0378933944567796</c:v>
                </c:pt>
                <c:pt idx="628">
                  <c:v>5.03303503751627</c:v>
                </c:pt>
                <c:pt idx="629">
                  <c:v>5.0300392868080541</c:v>
                </c:pt>
                <c:pt idx="630">
                  <c:v>5.0323095475078476</c:v>
                </c:pt>
                <c:pt idx="631">
                  <c:v>5.032355485797412</c:v>
                </c:pt>
                <c:pt idx="632">
                  <c:v>5.0317202453870298</c:v>
                </c:pt>
                <c:pt idx="633">
                  <c:v>5.0266722494449123</c:v>
                </c:pt>
                <c:pt idx="634">
                  <c:v>5.0220147289640913</c:v>
                </c:pt>
                <c:pt idx="635">
                  <c:v>5.0233993855753774</c:v>
                </c:pt>
                <c:pt idx="636">
                  <c:v>5.0265363486716179</c:v>
                </c:pt>
                <c:pt idx="637">
                  <c:v>5.0289574879411987</c:v>
                </c:pt>
                <c:pt idx="638">
                  <c:v>5.0318452358165535</c:v>
                </c:pt>
                <c:pt idx="639">
                  <c:v>5.0336287420565045</c:v>
                </c:pt>
                <c:pt idx="640">
                  <c:v>5.0313967154122965</c:v>
                </c:pt>
                <c:pt idx="641">
                  <c:v>5.0281931896485723</c:v>
                </c:pt>
                <c:pt idx="642">
                  <c:v>5.0289889748105043</c:v>
                </c:pt>
                <c:pt idx="643">
                  <c:v>5.032337206186356</c:v>
                </c:pt>
                <c:pt idx="644">
                  <c:v>5.0303717651787769</c:v>
                </c:pt>
                <c:pt idx="645">
                  <c:v>5.0272773428527682</c:v>
                </c:pt>
                <c:pt idx="646">
                  <c:v>5.0293017379986216</c:v>
                </c:pt>
                <c:pt idx="647">
                  <c:v>5.0304663693438485</c:v>
                </c:pt>
                <c:pt idx="648">
                  <c:v>5.0275260795498049</c:v>
                </c:pt>
                <c:pt idx="649">
                  <c:v>5.0289327961105581</c:v>
                </c:pt>
                <c:pt idx="650">
                  <c:v>5.0305062782329069</c:v>
                </c:pt>
                <c:pt idx="651">
                  <c:v>5.0297950003828191</c:v>
                </c:pt>
                <c:pt idx="652">
                  <c:v>5.0328807135747642</c:v>
                </c:pt>
                <c:pt idx="653">
                  <c:v>5.0380192462292319</c:v>
                </c:pt>
                <c:pt idx="654">
                  <c:v>5.0399003713345074</c:v>
                </c:pt>
                <c:pt idx="655">
                  <c:v>5.036780730801623</c:v>
                </c:pt>
                <c:pt idx="656">
                  <c:v>5.0308644533343543</c:v>
                </c:pt>
                <c:pt idx="657">
                  <c:v>5.0319853475997247</c:v>
                </c:pt>
                <c:pt idx="658">
                  <c:v>5.0367355581502178</c:v>
                </c:pt>
                <c:pt idx="659">
                  <c:v>5.0365099341551183</c:v>
                </c:pt>
                <c:pt idx="660">
                  <c:v>5.0360391623918535</c:v>
                </c:pt>
                <c:pt idx="661">
                  <c:v>5.0403263532654465</c:v>
                </c:pt>
                <c:pt idx="662">
                  <c:v>5.0440641030548958</c:v>
                </c:pt>
                <c:pt idx="663">
                  <c:v>5.0443838048388328</c:v>
                </c:pt>
                <c:pt idx="664">
                  <c:v>5.0405127861572625</c:v>
                </c:pt>
                <c:pt idx="665">
                  <c:v>5.0364359065155808</c:v>
                </c:pt>
                <c:pt idx="666">
                  <c:v>5.0336229997703086</c:v>
                </c:pt>
                <c:pt idx="667">
                  <c:v>5.0309214455248448</c:v>
                </c:pt>
                <c:pt idx="668">
                  <c:v>5.0296004804379448</c:v>
                </c:pt>
                <c:pt idx="669">
                  <c:v>5.0303102748640995</c:v>
                </c:pt>
                <c:pt idx="670">
                  <c:v>5.0285790234285273</c:v>
                </c:pt>
                <c:pt idx="671">
                  <c:v>5.0253484132149149</c:v>
                </c:pt>
                <c:pt idx="672">
                  <c:v>5.0234312074113774</c:v>
                </c:pt>
                <c:pt idx="673">
                  <c:v>5.0238164191103287</c:v>
                </c:pt>
                <c:pt idx="674">
                  <c:v>5.0289852423244774</c:v>
                </c:pt>
                <c:pt idx="675">
                  <c:v>5.0341449257330986</c:v>
                </c:pt>
                <c:pt idx="676">
                  <c:v>5.0279704367965703</c:v>
                </c:pt>
                <c:pt idx="677">
                  <c:v>5.0273783592374244</c:v>
                </c:pt>
                <c:pt idx="678">
                  <c:v>5.0324717192404869</c:v>
                </c:pt>
                <c:pt idx="679">
                  <c:v>5.0359466637317203</c:v>
                </c:pt>
                <c:pt idx="680">
                  <c:v>5.0315110347599727</c:v>
                </c:pt>
                <c:pt idx="681">
                  <c:v>5.0284066112855061</c:v>
                </c:pt>
                <c:pt idx="682">
                  <c:v>5.0307131919454866</c:v>
                </c:pt>
                <c:pt idx="683">
                  <c:v>5.0318660516040117</c:v>
                </c:pt>
                <c:pt idx="684">
                  <c:v>5.0330473355792051</c:v>
                </c:pt>
                <c:pt idx="685">
                  <c:v>5.0357896600566576</c:v>
                </c:pt>
                <c:pt idx="686">
                  <c:v>5.0393360960110254</c:v>
                </c:pt>
                <c:pt idx="687">
                  <c:v>5.0377395968915089</c:v>
                </c:pt>
                <c:pt idx="688">
                  <c:v>5.0324656898399818</c:v>
                </c:pt>
                <c:pt idx="689">
                  <c:v>5.0287803862644518</c:v>
                </c:pt>
                <c:pt idx="690">
                  <c:v>5.0295785640456323</c:v>
                </c:pt>
                <c:pt idx="691">
                  <c:v>5.0314415052446213</c:v>
                </c:pt>
                <c:pt idx="692">
                  <c:v>5.0323427570630122</c:v>
                </c:pt>
                <c:pt idx="693">
                  <c:v>5.0304503866472707</c:v>
                </c:pt>
                <c:pt idx="694">
                  <c:v>5.0288764738534573</c:v>
                </c:pt>
                <c:pt idx="695">
                  <c:v>5.0307508996248371</c:v>
                </c:pt>
                <c:pt idx="696">
                  <c:v>5.0319457736773598</c:v>
                </c:pt>
                <c:pt idx="697">
                  <c:v>5.0289653835847181</c:v>
                </c:pt>
                <c:pt idx="698">
                  <c:v>5.0238507292703467</c:v>
                </c:pt>
                <c:pt idx="699">
                  <c:v>5.021139460990736</c:v>
                </c:pt>
                <c:pt idx="700">
                  <c:v>5.0241916296608222</c:v>
                </c:pt>
                <c:pt idx="701">
                  <c:v>5.0307031907970297</c:v>
                </c:pt>
                <c:pt idx="702">
                  <c:v>5.0326107782711889</c:v>
                </c:pt>
                <c:pt idx="703">
                  <c:v>5.0325757981777812</c:v>
                </c:pt>
                <c:pt idx="704">
                  <c:v>5.0329021035908426</c:v>
                </c:pt>
                <c:pt idx="705">
                  <c:v>5.0316907204655079</c:v>
                </c:pt>
                <c:pt idx="706">
                  <c:v>5.0289090134752312</c:v>
                </c:pt>
                <c:pt idx="707">
                  <c:v>5.0275212943113088</c:v>
                </c:pt>
                <c:pt idx="708">
                  <c:v>5.0229726858586634</c:v>
                </c:pt>
                <c:pt idx="709">
                  <c:v>5.0161272107801853</c:v>
                </c:pt>
                <c:pt idx="710">
                  <c:v>5.0131013130694431</c:v>
                </c:pt>
                <c:pt idx="711">
                  <c:v>5.0168667693897868</c:v>
                </c:pt>
                <c:pt idx="712">
                  <c:v>5.0192703468340865</c:v>
                </c:pt>
                <c:pt idx="713">
                  <c:v>5.0238108203812875</c:v>
                </c:pt>
                <c:pt idx="714">
                  <c:v>5.0282765006507928</c:v>
                </c:pt>
                <c:pt idx="715">
                  <c:v>5.0284005818850011</c:v>
                </c:pt>
                <c:pt idx="716">
                  <c:v>5.022640063930786</c:v>
                </c:pt>
                <c:pt idx="717">
                  <c:v>5.0194740544368734</c:v>
                </c:pt>
                <c:pt idx="718">
                  <c:v>5.0256184920756448</c:v>
                </c:pt>
                <c:pt idx="719">
                  <c:v>5.0314250918765788</c:v>
                </c:pt>
                <c:pt idx="720">
                  <c:v>5.032993932317587</c:v>
                </c:pt>
                <c:pt idx="721">
                  <c:v>5.0303751148457243</c:v>
                </c:pt>
                <c:pt idx="722">
                  <c:v>5.0314451898782639</c:v>
                </c:pt>
                <c:pt idx="723">
                  <c:v>5.0374876062322942</c:v>
                </c:pt>
                <c:pt idx="724">
                  <c:v>5.0362446405328845</c:v>
                </c:pt>
                <c:pt idx="725">
                  <c:v>5.0342081387336348</c:v>
                </c:pt>
                <c:pt idx="726">
                  <c:v>5.0317168478676981</c:v>
                </c:pt>
                <c:pt idx="727">
                  <c:v>5.0270074554015771</c:v>
                </c:pt>
                <c:pt idx="728">
                  <c:v>5.0243086287420562</c:v>
                </c:pt>
                <c:pt idx="729">
                  <c:v>5.0275125373248599</c:v>
                </c:pt>
                <c:pt idx="730">
                  <c:v>5.0283807709976269</c:v>
                </c:pt>
                <c:pt idx="731">
                  <c:v>5.0258590460148538</c:v>
                </c:pt>
                <c:pt idx="732">
                  <c:v>5.0255892542684331</c:v>
                </c:pt>
                <c:pt idx="733">
                  <c:v>5.0265521399586559</c:v>
                </c:pt>
                <c:pt idx="734">
                  <c:v>5.0276276223106962</c:v>
                </c:pt>
                <c:pt idx="735">
                  <c:v>5.0306233730189112</c:v>
                </c:pt>
                <c:pt idx="736">
                  <c:v>5.0345455459000075</c:v>
                </c:pt>
                <c:pt idx="737">
                  <c:v>5.0335533266978025</c:v>
                </c:pt>
                <c:pt idx="738">
                  <c:v>5.0308847427455783</c:v>
                </c:pt>
                <c:pt idx="739">
                  <c:v>5.0282745865553942</c:v>
                </c:pt>
                <c:pt idx="740">
                  <c:v>5.0281664880177628</c:v>
                </c:pt>
                <c:pt idx="741">
                  <c:v>5.0279716809585793</c:v>
                </c:pt>
                <c:pt idx="742">
                  <c:v>5.0282306102136127</c:v>
                </c:pt>
                <c:pt idx="743">
                  <c:v>5.0318549019983152</c:v>
                </c:pt>
                <c:pt idx="744">
                  <c:v>5.0325760374397062</c:v>
                </c:pt>
                <c:pt idx="745">
                  <c:v>5.0306457200826893</c:v>
                </c:pt>
                <c:pt idx="746">
                  <c:v>5.0291512422479139</c:v>
                </c:pt>
                <c:pt idx="747">
                  <c:v>5.0324936356328003</c:v>
                </c:pt>
                <c:pt idx="748">
                  <c:v>5.0348338565194091</c:v>
                </c:pt>
                <c:pt idx="749">
                  <c:v>5.0355403969833858</c:v>
                </c:pt>
                <c:pt idx="750">
                  <c:v>5.0376714550953219</c:v>
                </c:pt>
                <c:pt idx="751">
                  <c:v>5.0355008709134061</c:v>
                </c:pt>
                <c:pt idx="752">
                  <c:v>5.0352875928336269</c:v>
                </c:pt>
                <c:pt idx="753">
                  <c:v>5.0349255895413831</c:v>
                </c:pt>
                <c:pt idx="754">
                  <c:v>5.0351757139575835</c:v>
                </c:pt>
                <c:pt idx="755">
                  <c:v>5.0363285736161094</c:v>
                </c:pt>
                <c:pt idx="756">
                  <c:v>5.0375896753694205</c:v>
                </c:pt>
                <c:pt idx="757">
                  <c:v>5.0365985089196847</c:v>
                </c:pt>
                <c:pt idx="758">
                  <c:v>5.0339717958043027</c:v>
                </c:pt>
                <c:pt idx="759">
                  <c:v>5.0332978428144859</c:v>
                </c:pt>
                <c:pt idx="760">
                  <c:v>5.0345291803843502</c:v>
                </c:pt>
                <c:pt idx="761">
                  <c:v>5.0354785717020132</c:v>
                </c:pt>
                <c:pt idx="762">
                  <c:v>5.035360041344461</c:v>
                </c:pt>
                <c:pt idx="763">
                  <c:v>5.033398093560983</c:v>
                </c:pt>
                <c:pt idx="764">
                  <c:v>5.0309607801852847</c:v>
                </c:pt>
                <c:pt idx="765">
                  <c:v>5.0308158353112322</c:v>
                </c:pt>
                <c:pt idx="766">
                  <c:v>5.0319612778500877</c:v>
                </c:pt>
                <c:pt idx="767">
                  <c:v>5.0294314179618711</c:v>
                </c:pt>
                <c:pt idx="768">
                  <c:v>5.0261957832478368</c:v>
                </c:pt>
                <c:pt idx="769">
                  <c:v>5.0259729825434496</c:v>
                </c:pt>
                <c:pt idx="770">
                  <c:v>5.0298658219125638</c:v>
                </c:pt>
                <c:pt idx="771">
                  <c:v>5.0343691620090345</c:v>
                </c:pt>
                <c:pt idx="772">
                  <c:v>5.0351281486869306</c:v>
                </c:pt>
                <c:pt idx="773">
                  <c:v>5.0395126713115381</c:v>
                </c:pt>
                <c:pt idx="774">
                  <c:v>5.041726370492305</c:v>
                </c:pt>
                <c:pt idx="775">
                  <c:v>5.0382482198912797</c:v>
                </c:pt>
                <c:pt idx="776">
                  <c:v>5.035630120205191</c:v>
                </c:pt>
                <c:pt idx="777">
                  <c:v>5.0360485414593059</c:v>
                </c:pt>
                <c:pt idx="778">
                  <c:v>5.0381864903146774</c:v>
                </c:pt>
                <c:pt idx="779">
                  <c:v>5.0405935131306947</c:v>
                </c:pt>
                <c:pt idx="780">
                  <c:v>5.0440738649414287</c:v>
                </c:pt>
                <c:pt idx="781">
                  <c:v>5.0442700118673915</c:v>
                </c:pt>
                <c:pt idx="782">
                  <c:v>5.042456023658219</c:v>
                </c:pt>
                <c:pt idx="783">
                  <c:v>5.0405689170048236</c:v>
                </c:pt>
                <c:pt idx="784">
                  <c:v>5.038903510450961</c:v>
                </c:pt>
                <c:pt idx="785">
                  <c:v>5.0379451707373093</c:v>
                </c:pt>
                <c:pt idx="786">
                  <c:v>5.0348264393997395</c:v>
                </c:pt>
                <c:pt idx="787">
                  <c:v>5.0289660056657226</c:v>
                </c:pt>
                <c:pt idx="788">
                  <c:v>5.0301069500803921</c:v>
                </c:pt>
                <c:pt idx="789">
                  <c:v>5.0300810140877426</c:v>
                </c:pt>
                <c:pt idx="790">
                  <c:v>5.0283652668248981</c:v>
                </c:pt>
                <c:pt idx="791">
                  <c:v>5.0284265657300358</c:v>
                </c:pt>
                <c:pt idx="792">
                  <c:v>5.0251211143863408</c:v>
                </c:pt>
                <c:pt idx="793">
                  <c:v>5.0231094001225021</c:v>
                </c:pt>
                <c:pt idx="794">
                  <c:v>5.0231854375622085</c:v>
                </c:pt>
                <c:pt idx="795">
                  <c:v>5.02200439284894</c:v>
                </c:pt>
                <c:pt idx="796">
                  <c:v>5.0211452989817014</c:v>
                </c:pt>
                <c:pt idx="797">
                  <c:v>5.0231533764642826</c:v>
                </c:pt>
                <c:pt idx="798">
                  <c:v>5.0258050206722302</c:v>
                </c:pt>
                <c:pt idx="799">
                  <c:v>5.0264576314983538</c:v>
                </c:pt>
                <c:pt idx="800">
                  <c:v>5.0216782309930323</c:v>
                </c:pt>
                <c:pt idx="801">
                  <c:v>5.019240917617334</c:v>
                </c:pt>
                <c:pt idx="802">
                  <c:v>5.0204504823520404</c:v>
                </c:pt>
                <c:pt idx="803">
                  <c:v>5.0213272337493304</c:v>
                </c:pt>
                <c:pt idx="804">
                  <c:v>5.0249571721154584</c:v>
                </c:pt>
                <c:pt idx="805">
                  <c:v>5.0237800034453715</c:v>
                </c:pt>
                <c:pt idx="806">
                  <c:v>5.0212544024194168</c:v>
                </c:pt>
                <c:pt idx="807">
                  <c:v>5.0255332191256414</c:v>
                </c:pt>
                <c:pt idx="808">
                  <c:v>5.0274582727203123</c:v>
                </c:pt>
                <c:pt idx="809">
                  <c:v>5.0268239893576299</c:v>
                </c:pt>
                <c:pt idx="810">
                  <c:v>5.0267830755684866</c:v>
                </c:pt>
                <c:pt idx="811">
                  <c:v>5.0260779706760585</c:v>
                </c:pt>
                <c:pt idx="812">
                  <c:v>5.0251362835923743</c:v>
                </c:pt>
                <c:pt idx="813">
                  <c:v>5.0270023351963866</c:v>
                </c:pt>
                <c:pt idx="814">
                  <c:v>5.0294734323558687</c:v>
                </c:pt>
                <c:pt idx="815">
                  <c:v>5.031393078631039</c:v>
                </c:pt>
                <c:pt idx="816">
                  <c:v>5.0296918306408394</c:v>
                </c:pt>
                <c:pt idx="817">
                  <c:v>5.0312488036903762</c:v>
                </c:pt>
                <c:pt idx="818">
                  <c:v>5.0308183714876353</c:v>
                </c:pt>
                <c:pt idx="819">
                  <c:v>5.0271559892045019</c:v>
                </c:pt>
                <c:pt idx="820">
                  <c:v>5.0255767647959573</c:v>
                </c:pt>
                <c:pt idx="821">
                  <c:v>5.0277931437102827</c:v>
                </c:pt>
                <c:pt idx="822">
                  <c:v>5.0312769408927345</c:v>
                </c:pt>
                <c:pt idx="823">
                  <c:v>5.0313670947860043</c:v>
                </c:pt>
                <c:pt idx="824">
                  <c:v>5.0308486141949311</c:v>
                </c:pt>
                <c:pt idx="825">
                  <c:v>5.031866147308782</c:v>
                </c:pt>
                <c:pt idx="826">
                  <c:v>5.0312634943725598</c:v>
                </c:pt>
                <c:pt idx="827">
                  <c:v>5.0286245310466278</c:v>
                </c:pt>
                <c:pt idx="828">
                  <c:v>5.0254192347446596</c:v>
                </c:pt>
                <c:pt idx="829">
                  <c:v>5.0178810006890746</c:v>
                </c:pt>
                <c:pt idx="830">
                  <c:v>5.0148849628665495</c:v>
                </c:pt>
                <c:pt idx="831">
                  <c:v>5.0175956569175408</c:v>
                </c:pt>
                <c:pt idx="832">
                  <c:v>5.0204291401883472</c:v>
                </c:pt>
                <c:pt idx="833">
                  <c:v>5.0210412678967922</c:v>
                </c:pt>
                <c:pt idx="834">
                  <c:v>5.0198277792665182</c:v>
                </c:pt>
                <c:pt idx="835">
                  <c:v>5.0161208464129849</c:v>
                </c:pt>
                <c:pt idx="836">
                  <c:v>5.0163020633948392</c:v>
                </c:pt>
                <c:pt idx="837">
                  <c:v>5.0189575357935841</c:v>
                </c:pt>
                <c:pt idx="838">
                  <c:v>5.0181276797335581</c:v>
                </c:pt>
                <c:pt idx="839">
                  <c:v>5.0201697802618481</c:v>
                </c:pt>
                <c:pt idx="840">
                  <c:v>5.0244379737386113</c:v>
                </c:pt>
                <c:pt idx="841">
                  <c:v>5.0254323941505241</c:v>
                </c:pt>
                <c:pt idx="842">
                  <c:v>5.0257807595130544</c:v>
                </c:pt>
                <c:pt idx="843">
                  <c:v>5.022502775438328</c:v>
                </c:pt>
                <c:pt idx="844">
                  <c:v>5.0225521590996092</c:v>
                </c:pt>
                <c:pt idx="845">
                  <c:v>5.0243984476686316</c:v>
                </c:pt>
                <c:pt idx="846">
                  <c:v>5.0290506086823363</c:v>
                </c:pt>
                <c:pt idx="847">
                  <c:v>5.0352323711813796</c:v>
                </c:pt>
                <c:pt idx="848">
                  <c:v>5.0355352767781945</c:v>
                </c:pt>
                <c:pt idx="849">
                  <c:v>5.0338367085215525</c:v>
                </c:pt>
                <c:pt idx="850">
                  <c:v>5.0303378856902228</c:v>
                </c:pt>
                <c:pt idx="851">
                  <c:v>5.0245334870989966</c:v>
                </c:pt>
                <c:pt idx="852">
                  <c:v>5.0221520174565502</c:v>
                </c:pt>
                <c:pt idx="853">
                  <c:v>5.0210924699487025</c:v>
                </c:pt>
                <c:pt idx="854">
                  <c:v>5.0224756909884389</c:v>
                </c:pt>
                <c:pt idx="855">
                  <c:v>5.0240866415282142</c:v>
                </c:pt>
                <c:pt idx="856">
                  <c:v>5.0260513168976342</c:v>
                </c:pt>
                <c:pt idx="857">
                  <c:v>5.0245148725212463</c:v>
                </c:pt>
                <c:pt idx="858">
                  <c:v>5.0236370683714879</c:v>
                </c:pt>
                <c:pt idx="859">
                  <c:v>5.0231172000612512</c:v>
                </c:pt>
                <c:pt idx="860">
                  <c:v>5.0217352231835237</c:v>
                </c:pt>
                <c:pt idx="861">
                  <c:v>5.0221854662736387</c:v>
                </c:pt>
                <c:pt idx="862">
                  <c:v>5.0229575166526299</c:v>
                </c:pt>
                <c:pt idx="863">
                  <c:v>5.0234577176326471</c:v>
                </c:pt>
                <c:pt idx="864">
                  <c:v>5.0217164171962327</c:v>
                </c:pt>
                <c:pt idx="865">
                  <c:v>5.02140427608912</c:v>
                </c:pt>
                <c:pt idx="866">
                  <c:v>5.0244830028328611</c:v>
                </c:pt>
                <c:pt idx="867">
                  <c:v>5.0241649280300127</c:v>
                </c:pt>
                <c:pt idx="868">
                  <c:v>5.0231553384120664</c:v>
                </c:pt>
                <c:pt idx="869">
                  <c:v>5.0247492535027947</c:v>
                </c:pt>
                <c:pt idx="870">
                  <c:v>5.0288662334430745</c:v>
                </c:pt>
                <c:pt idx="871">
                  <c:v>5.0297415014164306</c:v>
                </c:pt>
                <c:pt idx="872">
                  <c:v>5.0242816399969374</c:v>
                </c:pt>
                <c:pt idx="873">
                  <c:v>5.0239475824975113</c:v>
                </c:pt>
                <c:pt idx="874">
                  <c:v>5.0274733462215755</c:v>
                </c:pt>
                <c:pt idx="875">
                  <c:v>5.0273332822907895</c:v>
                </c:pt>
                <c:pt idx="876">
                  <c:v>5.0237568907434342</c:v>
                </c:pt>
                <c:pt idx="877">
                  <c:v>5.0212244946788145</c:v>
                </c:pt>
                <c:pt idx="878">
                  <c:v>5.0183814409310159</c:v>
                </c:pt>
                <c:pt idx="879">
                  <c:v>5.0245044885537098</c:v>
                </c:pt>
                <c:pt idx="880">
                  <c:v>5.0296300053594667</c:v>
                </c:pt>
                <c:pt idx="881">
                  <c:v>5.0260312667483351</c:v>
                </c:pt>
                <c:pt idx="882">
                  <c:v>5.0232618578209935</c:v>
                </c:pt>
                <c:pt idx="883">
                  <c:v>5.0233084181915624</c:v>
                </c:pt>
                <c:pt idx="884">
                  <c:v>5.0234887259781029</c:v>
                </c:pt>
                <c:pt idx="885">
                  <c:v>5.0296209612587095</c:v>
                </c:pt>
                <c:pt idx="886">
                  <c:v>5.0346769006967307</c:v>
                </c:pt>
                <c:pt idx="887">
                  <c:v>5.0342907798024656</c:v>
                </c:pt>
                <c:pt idx="888">
                  <c:v>5.0310073884082387</c:v>
                </c:pt>
                <c:pt idx="889">
                  <c:v>5.0291231528979408</c:v>
                </c:pt>
                <c:pt idx="890">
                  <c:v>5.0305210646198608</c:v>
                </c:pt>
                <c:pt idx="891">
                  <c:v>5.0298125143557151</c:v>
                </c:pt>
                <c:pt idx="892">
                  <c:v>5.0249764566265984</c:v>
                </c:pt>
                <c:pt idx="893">
                  <c:v>5.0220692328305638</c:v>
                </c:pt>
                <c:pt idx="894">
                  <c:v>5.022820467422096</c:v>
                </c:pt>
                <c:pt idx="895">
                  <c:v>5.0236988458004745</c:v>
                </c:pt>
                <c:pt idx="896">
                  <c:v>5.0230221173723297</c:v>
                </c:pt>
                <c:pt idx="897">
                  <c:v>5.024189332746344</c:v>
                </c:pt>
                <c:pt idx="898">
                  <c:v>5.0250268451879645</c:v>
                </c:pt>
                <c:pt idx="899">
                  <c:v>5.0236649184595361</c:v>
                </c:pt>
                <c:pt idx="900">
                  <c:v>5.0239858165530968</c:v>
                </c:pt>
                <c:pt idx="901">
                  <c:v>5.0237516269810891</c:v>
                </c:pt>
                <c:pt idx="902">
                  <c:v>5.0253035276778197</c:v>
                </c:pt>
                <c:pt idx="903">
                  <c:v>5.0296778577444297</c:v>
                </c:pt>
                <c:pt idx="904">
                  <c:v>5.0302150486180235</c:v>
                </c:pt>
                <c:pt idx="905">
                  <c:v>5.0269034243166679</c:v>
                </c:pt>
                <c:pt idx="906">
                  <c:v>5.0229920660745728</c:v>
                </c:pt>
                <c:pt idx="907">
                  <c:v>5.0211173531888829</c:v>
                </c:pt>
                <c:pt idx="908">
                  <c:v>5.0244875488094323</c:v>
                </c:pt>
                <c:pt idx="909">
                  <c:v>5.0243651424086977</c:v>
                </c:pt>
                <c:pt idx="910">
                  <c:v>5.0241660764872522</c:v>
                </c:pt>
                <c:pt idx="911">
                  <c:v>5.0299148227547663</c:v>
                </c:pt>
                <c:pt idx="912">
                  <c:v>5.0304459842278542</c:v>
                </c:pt>
                <c:pt idx="913">
                  <c:v>5.0278225729270343</c:v>
                </c:pt>
                <c:pt idx="914">
                  <c:v>5.0278079300972358</c:v>
                </c:pt>
                <c:pt idx="915">
                  <c:v>5.02816404754613</c:v>
                </c:pt>
                <c:pt idx="916">
                  <c:v>5.0311962617716866</c:v>
                </c:pt>
                <c:pt idx="917">
                  <c:v>5.0306818486333356</c:v>
                </c:pt>
                <c:pt idx="918">
                  <c:v>5.0306527543832784</c:v>
                </c:pt>
                <c:pt idx="919">
                  <c:v>5.0315648686930556</c:v>
                </c:pt>
                <c:pt idx="920">
                  <c:v>5.0314638044560143</c:v>
                </c:pt>
                <c:pt idx="921">
                  <c:v>5.0341474140571165</c:v>
                </c:pt>
                <c:pt idx="922">
                  <c:v>5.0346387144935303</c:v>
                </c:pt>
                <c:pt idx="923">
                  <c:v>5.0298375890054361</c:v>
                </c:pt>
                <c:pt idx="924">
                  <c:v>5.028565959727433</c:v>
                </c:pt>
                <c:pt idx="925">
                  <c:v>5.0306719910420332</c:v>
                </c:pt>
                <c:pt idx="926">
                  <c:v>5.0347642312992882</c:v>
                </c:pt>
                <c:pt idx="927">
                  <c:v>5.0353556389250445</c:v>
                </c:pt>
                <c:pt idx="928">
                  <c:v>5.033231471556542</c:v>
                </c:pt>
                <c:pt idx="929">
                  <c:v>5.0298636685552411</c:v>
                </c:pt>
                <c:pt idx="930">
                  <c:v>5.0248065806599804</c:v>
                </c:pt>
                <c:pt idx="931">
                  <c:v>5.0232406113620707</c:v>
                </c:pt>
                <c:pt idx="932">
                  <c:v>5.0254006680192944</c:v>
                </c:pt>
                <c:pt idx="933">
                  <c:v>5.0279234457545368</c:v>
                </c:pt>
                <c:pt idx="934">
                  <c:v>5.0310953410917998</c:v>
                </c:pt>
                <c:pt idx="935">
                  <c:v>5.0312766537784244</c:v>
                </c:pt>
                <c:pt idx="936">
                  <c:v>5.0279489510757216</c:v>
                </c:pt>
                <c:pt idx="937">
                  <c:v>5.0235950539774903</c:v>
                </c:pt>
                <c:pt idx="938">
                  <c:v>5.0236553001301587</c:v>
                </c:pt>
                <c:pt idx="939">
                  <c:v>5.0230663329760352</c:v>
                </c:pt>
                <c:pt idx="940">
                  <c:v>5.0197254708674679</c:v>
                </c:pt>
                <c:pt idx="941">
                  <c:v>5.0166077444299821</c:v>
                </c:pt>
                <c:pt idx="942">
                  <c:v>5.0212340173034224</c:v>
                </c:pt>
                <c:pt idx="943">
                  <c:v>5.0263994429982386</c:v>
                </c:pt>
                <c:pt idx="944">
                  <c:v>5.0291323884082386</c:v>
                </c:pt>
                <c:pt idx="945">
                  <c:v>5.0312716292780033</c:v>
                </c:pt>
                <c:pt idx="946">
                  <c:v>5.0307253464512671</c:v>
                </c:pt>
                <c:pt idx="947">
                  <c:v>5.0316924431513668</c:v>
                </c:pt>
                <c:pt idx="948">
                  <c:v>5.0298354356481125</c:v>
                </c:pt>
                <c:pt idx="949">
                  <c:v>5.0267986754459839</c:v>
                </c:pt>
                <c:pt idx="950">
                  <c:v>5.0284444625220122</c:v>
                </c:pt>
                <c:pt idx="951">
                  <c:v>5.03237127708445</c:v>
                </c:pt>
                <c:pt idx="952">
                  <c:v>5.0357467843197306</c:v>
                </c:pt>
                <c:pt idx="953">
                  <c:v>5.0344773083990502</c:v>
                </c:pt>
                <c:pt idx="954">
                  <c:v>5.033664200673762</c:v>
                </c:pt>
                <c:pt idx="955">
                  <c:v>5.0312202358165532</c:v>
                </c:pt>
                <c:pt idx="956">
                  <c:v>5.0248638121123959</c:v>
                </c:pt>
                <c:pt idx="957">
                  <c:v>5.0193107820993799</c:v>
                </c:pt>
                <c:pt idx="958">
                  <c:v>5.0204490467804916</c:v>
                </c:pt>
                <c:pt idx="959">
                  <c:v>5.0251150371334505</c:v>
                </c:pt>
                <c:pt idx="960">
                  <c:v>5.0253197974887067</c:v>
                </c:pt>
                <c:pt idx="961">
                  <c:v>5.0246324458311005</c:v>
                </c:pt>
                <c:pt idx="962">
                  <c:v>5.027045258785698</c:v>
                </c:pt>
                <c:pt idx="963">
                  <c:v>5.0253969355332666</c:v>
                </c:pt>
                <c:pt idx="964">
                  <c:v>5.0240253426230765</c:v>
                </c:pt>
                <c:pt idx="965">
                  <c:v>5.0243324592297682</c:v>
                </c:pt>
                <c:pt idx="966">
                  <c:v>5.0222455210167674</c:v>
                </c:pt>
                <c:pt idx="967">
                  <c:v>5.0232232409463284</c:v>
                </c:pt>
                <c:pt idx="968">
                  <c:v>5.026012939284894</c:v>
                </c:pt>
                <c:pt idx="969">
                  <c:v>5.0233745023351961</c:v>
                </c:pt>
                <c:pt idx="970">
                  <c:v>5.0182153931551952</c:v>
                </c:pt>
                <c:pt idx="971">
                  <c:v>5.017127899854529</c:v>
                </c:pt>
                <c:pt idx="972">
                  <c:v>5.0190424259245079</c:v>
                </c:pt>
                <c:pt idx="973">
                  <c:v>5.0207168287267434</c:v>
                </c:pt>
                <c:pt idx="974">
                  <c:v>5.0218063318275785</c:v>
                </c:pt>
                <c:pt idx="975">
                  <c:v>5.0251583913942275</c:v>
                </c:pt>
                <c:pt idx="976">
                  <c:v>5.0267252698874509</c:v>
                </c:pt>
                <c:pt idx="977">
                  <c:v>5.0305509723604622</c:v>
                </c:pt>
                <c:pt idx="978">
                  <c:v>5.0327827597427452</c:v>
                </c:pt>
                <c:pt idx="979">
                  <c:v>5.0326116396141183</c:v>
                </c:pt>
                <c:pt idx="980">
                  <c:v>5.0325200501492997</c:v>
                </c:pt>
                <c:pt idx="981">
                  <c:v>5.0314368635632798</c:v>
                </c:pt>
                <c:pt idx="982">
                  <c:v>5.0280974848786464</c:v>
                </c:pt>
                <c:pt idx="983">
                  <c:v>5.0248927628052984</c:v>
                </c:pt>
                <c:pt idx="984">
                  <c:v>5.0237476073807521</c:v>
                </c:pt>
                <c:pt idx="985">
                  <c:v>5.0235868233672765</c:v>
                </c:pt>
                <c:pt idx="986">
                  <c:v>5.0287311940127095</c:v>
                </c:pt>
                <c:pt idx="987">
                  <c:v>5.0356931896485717</c:v>
                </c:pt>
                <c:pt idx="988">
                  <c:v>5.0351952377306484</c:v>
                </c:pt>
                <c:pt idx="989">
                  <c:v>5.0321646026337952</c:v>
                </c:pt>
                <c:pt idx="990">
                  <c:v>5.0314637566036291</c:v>
                </c:pt>
                <c:pt idx="991">
                  <c:v>5.0291318141796184</c:v>
                </c:pt>
                <c:pt idx="992">
                  <c:v>5.029442424010413</c:v>
                </c:pt>
                <c:pt idx="993">
                  <c:v>5.032005206339484</c:v>
                </c:pt>
                <c:pt idx="994">
                  <c:v>5.0302188289564356</c:v>
                </c:pt>
                <c:pt idx="995">
                  <c:v>5.0250528768853844</c:v>
                </c:pt>
                <c:pt idx="996">
                  <c:v>5.0255024978944949</c:v>
                </c:pt>
                <c:pt idx="997">
                  <c:v>5.0264944778347749</c:v>
                </c:pt>
                <c:pt idx="998">
                  <c:v>5.0308648361534338</c:v>
                </c:pt>
                <c:pt idx="999">
                  <c:v>5.0299853571702018</c:v>
                </c:pt>
                <c:pt idx="1000">
                  <c:v>5.031100413444606</c:v>
                </c:pt>
                <c:pt idx="1001">
                  <c:v>5.0355557575989591</c:v>
                </c:pt>
                <c:pt idx="1002">
                  <c:v>5.0349378397519331</c:v>
                </c:pt>
                <c:pt idx="1003">
                  <c:v>5.0331598843886383</c:v>
                </c:pt>
                <c:pt idx="1004">
                  <c:v>5.0333017188576683</c:v>
                </c:pt>
                <c:pt idx="1005">
                  <c:v>5.0382609486256795</c:v>
                </c:pt>
                <c:pt idx="1006">
                  <c:v>5.0395915320419569</c:v>
                </c:pt>
                <c:pt idx="1007">
                  <c:v>5.0381365802771612</c:v>
                </c:pt>
                <c:pt idx="1008">
                  <c:v>5.0372241310006887</c:v>
                </c:pt>
                <c:pt idx="1009">
                  <c:v>5.0326274309011563</c:v>
                </c:pt>
                <c:pt idx="1010">
                  <c:v>5.0279301929408158</c:v>
                </c:pt>
                <c:pt idx="1011">
                  <c:v>5.029563203430059</c:v>
                </c:pt>
                <c:pt idx="1012">
                  <c:v>5.0323976437485642</c:v>
                </c:pt>
                <c:pt idx="1013">
                  <c:v>5.0338736984151291</c:v>
                </c:pt>
                <c:pt idx="1014">
                  <c:v>5.0292439323175868</c:v>
                </c:pt>
                <c:pt idx="1015">
                  <c:v>5.0217910190643904</c:v>
                </c:pt>
                <c:pt idx="1016">
                  <c:v>5.0204848882168287</c:v>
                </c:pt>
                <c:pt idx="1017">
                  <c:v>5.0230652323711817</c:v>
                </c:pt>
                <c:pt idx="1018">
                  <c:v>5.0241168842355099</c:v>
                </c:pt>
                <c:pt idx="1019">
                  <c:v>5.0202777352423249</c:v>
                </c:pt>
                <c:pt idx="1020">
                  <c:v>5.0143387278921985</c:v>
                </c:pt>
                <c:pt idx="1021">
                  <c:v>5.0186804226322641</c:v>
                </c:pt>
                <c:pt idx="1022">
                  <c:v>5.0265528098920447</c:v>
                </c:pt>
                <c:pt idx="1023">
                  <c:v>5.0305092450807747</c:v>
                </c:pt>
                <c:pt idx="1024">
                  <c:v>5.0294307001760972</c:v>
                </c:pt>
                <c:pt idx="1025">
                  <c:v>5.0285313146007198</c:v>
                </c:pt>
                <c:pt idx="1026">
                  <c:v>5.0314535161932472</c:v>
                </c:pt>
                <c:pt idx="1027">
                  <c:v>5.0350615381670618</c:v>
                </c:pt>
                <c:pt idx="1028">
                  <c:v>5.0334462809126403</c:v>
                </c:pt>
                <c:pt idx="1029">
                  <c:v>5.0273901309241253</c:v>
                </c:pt>
                <c:pt idx="1030">
                  <c:v>5.0250000957047698</c:v>
                </c:pt>
                <c:pt idx="1031">
                  <c:v>5.0244139996937447</c:v>
                </c:pt>
                <c:pt idx="1032">
                  <c:v>5.0231244736237652</c:v>
                </c:pt>
                <c:pt idx="1033">
                  <c:v>5.0238549402802235</c:v>
                </c:pt>
                <c:pt idx="1034">
                  <c:v>5.0276401596355562</c:v>
                </c:pt>
                <c:pt idx="1035">
                  <c:v>5.0290537190873597</c:v>
                </c:pt>
                <c:pt idx="1036">
                  <c:v>5.0248212713421641</c:v>
                </c:pt>
                <c:pt idx="1037">
                  <c:v>5.0194676422172879</c:v>
                </c:pt>
                <c:pt idx="1038">
                  <c:v>5.0167307729117221</c:v>
                </c:pt>
                <c:pt idx="1039">
                  <c:v>5.0157123306025575</c:v>
                </c:pt>
                <c:pt idx="1040">
                  <c:v>5.0191840689839982</c:v>
                </c:pt>
                <c:pt idx="1041">
                  <c:v>5.0253277888369956</c:v>
                </c:pt>
                <c:pt idx="1042">
                  <c:v>5.0295090345302809</c:v>
                </c:pt>
                <c:pt idx="1043">
                  <c:v>5.0331300245004211</c:v>
                </c:pt>
                <c:pt idx="1044">
                  <c:v>5.0349008977107417</c:v>
                </c:pt>
                <c:pt idx="1045">
                  <c:v>5.0360617008651714</c:v>
                </c:pt>
                <c:pt idx="1046">
                  <c:v>5.0367037841666029</c:v>
                </c:pt>
                <c:pt idx="1047">
                  <c:v>5.0353988017762807</c:v>
                </c:pt>
                <c:pt idx="1048">
                  <c:v>5.0312904352652934</c:v>
                </c:pt>
                <c:pt idx="1049">
                  <c:v>5.0279399069749635</c:v>
                </c:pt>
                <c:pt idx="1050">
                  <c:v>5.0241227700788604</c:v>
                </c:pt>
                <c:pt idx="1051">
                  <c:v>5.0243421732639151</c:v>
                </c:pt>
                <c:pt idx="1052">
                  <c:v>5.0245393250899628</c:v>
                </c:pt>
                <c:pt idx="1053">
                  <c:v>5.0308244487405256</c:v>
                </c:pt>
                <c:pt idx="1054">
                  <c:v>5.0362180824592295</c:v>
                </c:pt>
                <c:pt idx="1055">
                  <c:v>5.034035774442998</c:v>
                </c:pt>
                <c:pt idx="1056">
                  <c:v>5.0312526318811726</c:v>
                </c:pt>
                <c:pt idx="1057">
                  <c:v>5.0300717307250595</c:v>
                </c:pt>
                <c:pt idx="1058">
                  <c:v>5.0296474714799784</c:v>
                </c:pt>
                <c:pt idx="1059">
                  <c:v>5.028491022892581</c:v>
                </c:pt>
                <c:pt idx="1060">
                  <c:v>5.02858299517648</c:v>
                </c:pt>
                <c:pt idx="1061">
                  <c:v>5.0281047584411604</c:v>
                </c:pt>
                <c:pt idx="1062">
                  <c:v>5.027588000535947</c:v>
                </c:pt>
                <c:pt idx="1063">
                  <c:v>5.0280834162774672</c:v>
                </c:pt>
                <c:pt idx="1064">
                  <c:v>5.0277339503100835</c:v>
                </c:pt>
                <c:pt idx="1065">
                  <c:v>5.0283333014317435</c:v>
                </c:pt>
                <c:pt idx="1066">
                  <c:v>5.0281563911645355</c:v>
                </c:pt>
                <c:pt idx="1067">
                  <c:v>5.0307986084526455</c:v>
                </c:pt>
                <c:pt idx="1068">
                  <c:v>5.0319639097312612</c:v>
                </c:pt>
                <c:pt idx="1069">
                  <c:v>5.0321794847255186</c:v>
                </c:pt>
                <c:pt idx="1070">
                  <c:v>5.0322425541689002</c:v>
                </c:pt>
                <c:pt idx="1071">
                  <c:v>5.0333881402649112</c:v>
                </c:pt>
                <c:pt idx="1072">
                  <c:v>5.0314013092412528</c:v>
                </c:pt>
                <c:pt idx="1073">
                  <c:v>5.0261319003139118</c:v>
                </c:pt>
                <c:pt idx="1074">
                  <c:v>5.025399041038205</c:v>
                </c:pt>
                <c:pt idx="1075">
                  <c:v>5.0248974523390242</c:v>
                </c:pt>
                <c:pt idx="1076">
                  <c:v>5.0193424125258401</c:v>
                </c:pt>
                <c:pt idx="1077">
                  <c:v>5.0177973068677746</c:v>
                </c:pt>
                <c:pt idx="1078">
                  <c:v>5.0225776165684097</c:v>
                </c:pt>
                <c:pt idx="1079">
                  <c:v>5.0250731662966084</c:v>
                </c:pt>
                <c:pt idx="1080">
                  <c:v>5.0273529974733941</c:v>
                </c:pt>
                <c:pt idx="1081">
                  <c:v>5.0310182987520102</c:v>
                </c:pt>
                <c:pt idx="1082">
                  <c:v>5.0352272509761891</c:v>
                </c:pt>
                <c:pt idx="1083">
                  <c:v>5.038548972130771</c:v>
                </c:pt>
                <c:pt idx="1084">
                  <c:v>5.0342327348595051</c:v>
                </c:pt>
                <c:pt idx="1085">
                  <c:v>5.0273961124722453</c:v>
                </c:pt>
                <c:pt idx="1086">
                  <c:v>5.0235921349820076</c:v>
                </c:pt>
                <c:pt idx="1087">
                  <c:v>5.0251481988362299</c:v>
                </c:pt>
                <c:pt idx="1088">
                  <c:v>5.0291777524691827</c:v>
                </c:pt>
                <c:pt idx="1089">
                  <c:v>5.0277253368807902</c:v>
                </c:pt>
                <c:pt idx="1090">
                  <c:v>5.0278497530816937</c:v>
                </c:pt>
                <c:pt idx="1091">
                  <c:v>5.0312082727203125</c:v>
                </c:pt>
                <c:pt idx="1092">
                  <c:v>5.0312132015159632</c:v>
                </c:pt>
                <c:pt idx="1093">
                  <c:v>5.0272269064390169</c:v>
                </c:pt>
                <c:pt idx="1094">
                  <c:v>5.0249358299517644</c:v>
                </c:pt>
                <c:pt idx="1095">
                  <c:v>5.0254139231299284</c:v>
                </c:pt>
                <c:pt idx="1096">
                  <c:v>5.0277746248373019</c:v>
                </c:pt>
                <c:pt idx="1097">
                  <c:v>5.0271577118903608</c:v>
                </c:pt>
                <c:pt idx="1098">
                  <c:v>5.0245374109945642</c:v>
                </c:pt>
                <c:pt idx="1099">
                  <c:v>5.0259096259857587</c:v>
                </c:pt>
                <c:pt idx="1100">
                  <c:v>5.0278779381364371</c:v>
                </c:pt>
                <c:pt idx="1101">
                  <c:v>5.0278982275476611</c:v>
                </c:pt>
                <c:pt idx="1102">
                  <c:v>5.0303876043181992</c:v>
                </c:pt>
                <c:pt idx="1103">
                  <c:v>5.0293375794349586</c:v>
                </c:pt>
                <c:pt idx="1104">
                  <c:v>5.0273544808973281</c:v>
                </c:pt>
                <c:pt idx="1105">
                  <c:v>5.027748353877957</c:v>
                </c:pt>
                <c:pt idx="1106">
                  <c:v>5.0295835885460534</c:v>
                </c:pt>
                <c:pt idx="1107">
                  <c:v>5.0346769485491158</c:v>
                </c:pt>
                <c:pt idx="1108">
                  <c:v>5.0361116587550727</c:v>
                </c:pt>
                <c:pt idx="1109">
                  <c:v>5.0340944893193473</c:v>
                </c:pt>
                <c:pt idx="1110">
                  <c:v>5.031668421254115</c:v>
                </c:pt>
                <c:pt idx="1111">
                  <c:v>5.0276763838909728</c:v>
                </c:pt>
                <c:pt idx="1112">
                  <c:v>5.0283364118367659</c:v>
                </c:pt>
                <c:pt idx="1113">
                  <c:v>5.03077367736008</c:v>
                </c:pt>
                <c:pt idx="1114">
                  <c:v>5.0271810638542229</c:v>
                </c:pt>
                <c:pt idx="1115">
                  <c:v>5.0236073520404254</c:v>
                </c:pt>
                <c:pt idx="1116">
                  <c:v>5.0232868846183294</c:v>
                </c:pt>
                <c:pt idx="1117">
                  <c:v>5.0238288128780342</c:v>
                </c:pt>
                <c:pt idx="1118">
                  <c:v>5.0255291038205341</c:v>
                </c:pt>
                <c:pt idx="1119">
                  <c:v>5.0284256565347221</c:v>
                </c:pt>
                <c:pt idx="1120">
                  <c:v>5.0297323137585179</c:v>
                </c:pt>
                <c:pt idx="1121">
                  <c:v>5.028347704999617</c:v>
                </c:pt>
                <c:pt idx="1122">
                  <c:v>5.0264245176479596</c:v>
                </c:pt>
                <c:pt idx="1123">
                  <c:v>5.0282338641757907</c:v>
                </c:pt>
                <c:pt idx="1124">
                  <c:v>5.03136628129546</c:v>
                </c:pt>
                <c:pt idx="1125">
                  <c:v>5.034412372712656</c:v>
                </c:pt>
                <c:pt idx="1126">
                  <c:v>5.036193390628589</c:v>
                </c:pt>
                <c:pt idx="1127">
                  <c:v>5.0376288664727049</c:v>
                </c:pt>
                <c:pt idx="1128">
                  <c:v>5.0374946405328842</c:v>
                </c:pt>
                <c:pt idx="1129">
                  <c:v>5.0353762633029628</c:v>
                </c:pt>
                <c:pt idx="1130">
                  <c:v>5.0345570783247835</c:v>
                </c:pt>
                <c:pt idx="1131">
                  <c:v>5.0311620951688232</c:v>
                </c:pt>
                <c:pt idx="1132">
                  <c:v>5.0296670431054284</c:v>
                </c:pt>
                <c:pt idx="1133">
                  <c:v>5.0288222092489088</c:v>
                </c:pt>
                <c:pt idx="1134">
                  <c:v>5.0275595762192786</c:v>
                </c:pt>
                <c:pt idx="1135">
                  <c:v>5.0290674048694584</c:v>
                </c:pt>
                <c:pt idx="1136">
                  <c:v>5.0273797948089731</c:v>
                </c:pt>
                <c:pt idx="1137">
                  <c:v>5.0245911970752619</c:v>
                </c:pt>
                <c:pt idx="1138">
                  <c:v>5.0223291669856822</c:v>
                </c:pt>
                <c:pt idx="1139">
                  <c:v>5.0193720331521323</c:v>
                </c:pt>
                <c:pt idx="1140">
                  <c:v>5.0228365936758292</c:v>
                </c:pt>
                <c:pt idx="1141">
                  <c:v>5.0257507082152975</c:v>
                </c:pt>
                <c:pt idx="1142">
                  <c:v>5.0270740180690607</c:v>
                </c:pt>
                <c:pt idx="1143">
                  <c:v>5.0304629239721308</c:v>
                </c:pt>
                <c:pt idx="1144">
                  <c:v>5.0352993166679427</c:v>
                </c:pt>
                <c:pt idx="1145">
                  <c:v>5.0336612816782784</c:v>
                </c:pt>
                <c:pt idx="1146">
                  <c:v>5.0278280759513052</c:v>
                </c:pt>
                <c:pt idx="1147">
                  <c:v>5.0245803824362607</c:v>
                </c:pt>
                <c:pt idx="1148">
                  <c:v>5.0251013034989667</c:v>
                </c:pt>
                <c:pt idx="1149">
                  <c:v>5.0295710512211933</c:v>
                </c:pt>
                <c:pt idx="1150">
                  <c:v>5.0332678872214993</c:v>
                </c:pt>
                <c:pt idx="1151">
                  <c:v>5.0339269102672075</c:v>
                </c:pt>
                <c:pt idx="1152">
                  <c:v>5.0321026337952688</c:v>
                </c:pt>
                <c:pt idx="1153">
                  <c:v>5.0293480112548812</c:v>
                </c:pt>
                <c:pt idx="1154">
                  <c:v>5.0272253751626979</c:v>
                </c:pt>
                <c:pt idx="1155">
                  <c:v>5.0278531506010262</c:v>
                </c:pt>
                <c:pt idx="1156">
                  <c:v>5.0280436030931783</c:v>
                </c:pt>
                <c:pt idx="1157">
                  <c:v>5.032305384350356</c:v>
                </c:pt>
                <c:pt idx="1158">
                  <c:v>5.0344240486945866</c:v>
                </c:pt>
                <c:pt idx="1159">
                  <c:v>5.0344824286042416</c:v>
                </c:pt>
                <c:pt idx="1160">
                  <c:v>5.0338900160784013</c:v>
                </c:pt>
                <c:pt idx="1161">
                  <c:v>5.032231978791823</c:v>
                </c:pt>
                <c:pt idx="1162">
                  <c:v>5.0279473240946331</c:v>
                </c:pt>
                <c:pt idx="1163">
                  <c:v>5.0224252067223034</c:v>
                </c:pt>
                <c:pt idx="1164">
                  <c:v>5.021640571166067</c:v>
                </c:pt>
                <c:pt idx="1165">
                  <c:v>5.0208989549039122</c:v>
                </c:pt>
                <c:pt idx="1166">
                  <c:v>5.0183154046397673</c:v>
                </c:pt>
                <c:pt idx="1167">
                  <c:v>5.0174085062399509</c:v>
                </c:pt>
                <c:pt idx="1168">
                  <c:v>5.0194086402266285</c:v>
                </c:pt>
                <c:pt idx="1169">
                  <c:v>5.0223744831942421</c:v>
                </c:pt>
                <c:pt idx="1170">
                  <c:v>5.0249095111400353</c:v>
                </c:pt>
                <c:pt idx="1171">
                  <c:v>5.0272209248908961</c:v>
                </c:pt>
                <c:pt idx="1172">
                  <c:v>5.0317806350968528</c:v>
                </c:pt>
                <c:pt idx="1173">
                  <c:v>5.0333036808054512</c:v>
                </c:pt>
                <c:pt idx="1174">
                  <c:v>5.0352259589617949</c:v>
                </c:pt>
                <c:pt idx="1175">
                  <c:v>5.0394982677436646</c:v>
                </c:pt>
                <c:pt idx="1176">
                  <c:v>5.0403698989357633</c:v>
                </c:pt>
                <c:pt idx="1177">
                  <c:v>5.0405680556618941</c:v>
                </c:pt>
                <c:pt idx="1178">
                  <c:v>5.0417307250593373</c:v>
                </c:pt>
                <c:pt idx="1179">
                  <c:v>5.0399538703008959</c:v>
                </c:pt>
                <c:pt idx="1180">
                  <c:v>5.0357956416047776</c:v>
                </c:pt>
                <c:pt idx="1181">
                  <c:v>5.031966876579129</c:v>
                </c:pt>
                <c:pt idx="1182">
                  <c:v>5.0329456971135444</c:v>
                </c:pt>
                <c:pt idx="1183">
                  <c:v>5.0352047125028712</c:v>
                </c:pt>
                <c:pt idx="1184">
                  <c:v>5.0374792320649258</c:v>
                </c:pt>
                <c:pt idx="1185">
                  <c:v>5.0391386570706684</c:v>
                </c:pt>
                <c:pt idx="1186">
                  <c:v>5.0369145739223642</c:v>
                </c:pt>
                <c:pt idx="1187">
                  <c:v>5.0342524500421097</c:v>
                </c:pt>
                <c:pt idx="1188">
                  <c:v>5.0317590536712347</c:v>
                </c:pt>
                <c:pt idx="1189">
                  <c:v>5.0318412640686008</c:v>
                </c:pt>
                <c:pt idx="1190">
                  <c:v>5.030218924661205</c:v>
                </c:pt>
                <c:pt idx="1191">
                  <c:v>5.0299319060561976</c:v>
                </c:pt>
                <c:pt idx="1192">
                  <c:v>5.0312788549881322</c:v>
                </c:pt>
                <c:pt idx="1193">
                  <c:v>5.0326431743358091</c:v>
                </c:pt>
                <c:pt idx="1194">
                  <c:v>5.032582497511676</c:v>
                </c:pt>
                <c:pt idx="1195">
                  <c:v>5.0312223413214916</c:v>
                </c:pt>
                <c:pt idx="1196">
                  <c:v>5.0296938882933926</c:v>
                </c:pt>
                <c:pt idx="1197">
                  <c:v>5.0303992803001298</c:v>
                </c:pt>
                <c:pt idx="1198">
                  <c:v>5.0311462560294009</c:v>
                </c:pt>
                <c:pt idx="1199">
                  <c:v>5.0310829951764795</c:v>
                </c:pt>
                <c:pt idx="1200">
                  <c:v>5.0321607744429979</c:v>
                </c:pt>
                <c:pt idx="1201">
                  <c:v>5.0282608050685242</c:v>
                </c:pt>
                <c:pt idx="1202">
                  <c:v>5.0215994181149988</c:v>
                </c:pt>
                <c:pt idx="1203">
                  <c:v>5.0201823654390934</c:v>
                </c:pt>
                <c:pt idx="1204">
                  <c:v>5.0264908889059035</c:v>
                </c:pt>
                <c:pt idx="1205">
                  <c:v>5.029902476839446</c:v>
                </c:pt>
                <c:pt idx="1206">
                  <c:v>5.0338945620549724</c:v>
                </c:pt>
                <c:pt idx="1207">
                  <c:v>5.0352448128014702</c:v>
                </c:pt>
                <c:pt idx="1208">
                  <c:v>5.0326994487405257</c:v>
                </c:pt>
                <c:pt idx="1209">
                  <c:v>5.0300496229232063</c:v>
                </c:pt>
                <c:pt idx="1210">
                  <c:v>5.0307709019217519</c:v>
                </c:pt>
                <c:pt idx="1211">
                  <c:v>5.0307697534645124</c:v>
                </c:pt>
                <c:pt idx="1212">
                  <c:v>5.0278302293086288</c:v>
                </c:pt>
                <c:pt idx="1213">
                  <c:v>5.0241719623306027</c:v>
                </c:pt>
                <c:pt idx="1214">
                  <c:v>5.0230226916009491</c:v>
                </c:pt>
                <c:pt idx="1215">
                  <c:v>5.0273789334660437</c:v>
                </c:pt>
                <c:pt idx="1216">
                  <c:v>5.0334321644590769</c:v>
                </c:pt>
                <c:pt idx="1217">
                  <c:v>5.0372055164229383</c:v>
                </c:pt>
                <c:pt idx="1218">
                  <c:v>5.0390431915626674</c:v>
                </c:pt>
                <c:pt idx="1219">
                  <c:v>5.0407119956358626</c:v>
                </c:pt>
                <c:pt idx="1220">
                  <c:v>5.0431253349666951</c:v>
                </c:pt>
                <c:pt idx="1221">
                  <c:v>5.0462928757369268</c:v>
                </c:pt>
                <c:pt idx="1222">
                  <c:v>5.0533477528520026</c:v>
                </c:pt>
                <c:pt idx="1223">
                  <c:v>5.0637661741061173</c:v>
                </c:pt>
                <c:pt idx="1224">
                  <c:v>5.0714723221805373</c:v>
                </c:pt>
                <c:pt idx="1225">
                  <c:v>5.0827415588392926</c:v>
                </c:pt>
                <c:pt idx="1226">
                  <c:v>5.0977877842431667</c:v>
                </c:pt>
                <c:pt idx="1227">
                  <c:v>5.1143509302503638</c:v>
                </c:pt>
                <c:pt idx="1228">
                  <c:v>5.1303618597350891</c:v>
                </c:pt>
                <c:pt idx="1229">
                  <c:v>5.140095034836536</c:v>
                </c:pt>
                <c:pt idx="1230">
                  <c:v>5.1397686815710895</c:v>
                </c:pt>
                <c:pt idx="1231">
                  <c:v>5.1336215641987595</c:v>
                </c:pt>
                <c:pt idx="1232">
                  <c:v>5.1279812035831869</c:v>
                </c:pt>
                <c:pt idx="1233">
                  <c:v>5.1201654735472015</c:v>
                </c:pt>
                <c:pt idx="1234">
                  <c:v>5.1050891011408011</c:v>
                </c:pt>
                <c:pt idx="1235">
                  <c:v>5.0882752086363983</c:v>
                </c:pt>
                <c:pt idx="1236">
                  <c:v>5.073531888829339</c:v>
                </c:pt>
                <c:pt idx="1237">
                  <c:v>5.0590761618559066</c:v>
                </c:pt>
                <c:pt idx="1238">
                  <c:v>5.0514173876426005</c:v>
                </c:pt>
                <c:pt idx="1239">
                  <c:v>5.0429026778194626</c:v>
                </c:pt>
                <c:pt idx="1240">
                  <c:v>5.0398439533726362</c:v>
                </c:pt>
                <c:pt idx="1241">
                  <c:v>5.0384393423168214</c:v>
                </c:pt>
                <c:pt idx="1242">
                  <c:v>5.0411674067835541</c:v>
                </c:pt>
                <c:pt idx="1243">
                  <c:v>5.0431451458540693</c:v>
                </c:pt>
                <c:pt idx="1244">
                  <c:v>5.0407177379220585</c:v>
                </c:pt>
                <c:pt idx="1245">
                  <c:v>5.038459009647041</c:v>
                </c:pt>
                <c:pt idx="1246">
                  <c:v>5.0416328669320878</c:v>
                </c:pt>
                <c:pt idx="1247">
                  <c:v>5.0444677379220577</c:v>
                </c:pt>
                <c:pt idx="1248">
                  <c:v>5.0415675484266131</c:v>
                </c:pt>
                <c:pt idx="1249">
                  <c:v>5.0377389748105044</c:v>
                </c:pt>
                <c:pt idx="1250">
                  <c:v>5.0366700960875894</c:v>
                </c:pt>
                <c:pt idx="1251">
                  <c:v>5.0367368980169971</c:v>
                </c:pt>
                <c:pt idx="1252">
                  <c:v>5.0369671636934381</c:v>
                </c:pt>
                <c:pt idx="1253">
                  <c:v>5.0373885996478061</c:v>
                </c:pt>
                <c:pt idx="1254">
                  <c:v>5.0392271361304646</c:v>
                </c:pt>
                <c:pt idx="1255">
                  <c:v>5.0367712560294002</c:v>
                </c:pt>
                <c:pt idx="1256">
                  <c:v>5.029526117831713</c:v>
                </c:pt>
                <c:pt idx="1257">
                  <c:v>5.0265902783094711</c:v>
                </c:pt>
                <c:pt idx="1258">
                  <c:v>5.030699745425312</c:v>
                </c:pt>
                <c:pt idx="1259">
                  <c:v>5.0312471288569025</c:v>
                </c:pt>
                <c:pt idx="1260">
                  <c:v>5.0356966828726746</c:v>
                </c:pt>
                <c:pt idx="1261">
                  <c:v>5.0405307308016232</c:v>
                </c:pt>
                <c:pt idx="1262">
                  <c:v>5.0384447974887072</c:v>
                </c:pt>
                <c:pt idx="1263">
                  <c:v>5.0369336670239644</c:v>
                </c:pt>
                <c:pt idx="1264">
                  <c:v>5.0377989817012478</c:v>
                </c:pt>
                <c:pt idx="1265">
                  <c:v>5.0334339349973201</c:v>
                </c:pt>
                <c:pt idx="1266">
                  <c:v>5.02875038281908</c:v>
                </c:pt>
                <c:pt idx="1267">
                  <c:v>5.0314160956282059</c:v>
                </c:pt>
                <c:pt idx="1268">
                  <c:v>5.034644408927341</c:v>
                </c:pt>
                <c:pt idx="1269">
                  <c:v>5.0342870473164378</c:v>
                </c:pt>
                <c:pt idx="1270">
                  <c:v>5.0329085158104281</c:v>
                </c:pt>
                <c:pt idx="1271">
                  <c:v>5.0323952511293166</c:v>
                </c:pt>
                <c:pt idx="1272">
                  <c:v>5.032161061557308</c:v>
                </c:pt>
                <c:pt idx="1273">
                  <c:v>5.0334045057805685</c:v>
                </c:pt>
                <c:pt idx="1274">
                  <c:v>5.0336713306791214</c:v>
                </c:pt>
                <c:pt idx="1275">
                  <c:v>5.0332212311461602</c:v>
                </c:pt>
                <c:pt idx="1276">
                  <c:v>5.0324596125870915</c:v>
                </c:pt>
                <c:pt idx="1277">
                  <c:v>5.0327068658601943</c:v>
                </c:pt>
                <c:pt idx="1278">
                  <c:v>5.0329575645050149</c:v>
                </c:pt>
                <c:pt idx="1279">
                  <c:v>5.0308962751703543</c:v>
                </c:pt>
                <c:pt idx="1280">
                  <c:v>5.0305334583875663</c:v>
                </c:pt>
                <c:pt idx="1281">
                  <c:v>5.0356400735012636</c:v>
                </c:pt>
                <c:pt idx="1282">
                  <c:v>5.0388751818390629</c:v>
                </c:pt>
                <c:pt idx="1283">
                  <c:v>5.0409720733481356</c:v>
                </c:pt>
                <c:pt idx="1284">
                  <c:v>5.0389842852767783</c:v>
                </c:pt>
                <c:pt idx="1285">
                  <c:v>5.0316056867774286</c:v>
                </c:pt>
                <c:pt idx="1286">
                  <c:v>5.0227372042722607</c:v>
                </c:pt>
                <c:pt idx="1287">
                  <c:v>5.0197244181149987</c:v>
                </c:pt>
                <c:pt idx="1288">
                  <c:v>5.0230158008575145</c:v>
                </c:pt>
                <c:pt idx="1289">
                  <c:v>5.0288856136589848</c:v>
                </c:pt>
                <c:pt idx="1290">
                  <c:v>5.0331048541459307</c:v>
                </c:pt>
                <c:pt idx="1291">
                  <c:v>5.0322238438863796</c:v>
                </c:pt>
                <c:pt idx="1292">
                  <c:v>5.029897691600949</c:v>
                </c:pt>
                <c:pt idx="1293">
                  <c:v>5.0301091991424851</c:v>
                </c:pt>
                <c:pt idx="1294">
                  <c:v>5.0293262384197233</c:v>
                </c:pt>
                <c:pt idx="1295">
                  <c:v>5.0276937543067151</c:v>
                </c:pt>
                <c:pt idx="1296">
                  <c:v>5.0251744219431895</c:v>
                </c:pt>
                <c:pt idx="1297">
                  <c:v>5.0239273887910576</c:v>
                </c:pt>
                <c:pt idx="1298">
                  <c:v>5.0289349973202668</c:v>
                </c:pt>
                <c:pt idx="1299">
                  <c:v>5.0310986907587472</c:v>
                </c:pt>
                <c:pt idx="1300">
                  <c:v>5.0297388216828729</c:v>
                </c:pt>
                <c:pt idx="1301">
                  <c:v>5.0321734553250135</c:v>
                </c:pt>
                <c:pt idx="1302">
                  <c:v>5.0362178910496898</c:v>
                </c:pt>
                <c:pt idx="1303">
                  <c:v>5.0371587167904446</c:v>
                </c:pt>
                <c:pt idx="1304">
                  <c:v>5.0367359409692982</c:v>
                </c:pt>
                <c:pt idx="1305">
                  <c:v>5.0380369037592834</c:v>
                </c:pt>
                <c:pt idx="1306">
                  <c:v>5.0372978236735317</c:v>
                </c:pt>
                <c:pt idx="1307">
                  <c:v>5.0335773485950543</c:v>
                </c:pt>
                <c:pt idx="1308">
                  <c:v>5.0302727107419036</c:v>
                </c:pt>
                <c:pt idx="1309">
                  <c:v>5.0276452319883624</c:v>
                </c:pt>
                <c:pt idx="1310">
                  <c:v>5.0246880981548117</c:v>
                </c:pt>
                <c:pt idx="1311">
                  <c:v>5.0248690280223567</c:v>
                </c:pt>
                <c:pt idx="1312">
                  <c:v>5.0278284109180005</c:v>
                </c:pt>
                <c:pt idx="1313">
                  <c:v>5.0317440280223567</c:v>
                </c:pt>
                <c:pt idx="1314">
                  <c:v>5.0321726896868544</c:v>
                </c:pt>
                <c:pt idx="1315">
                  <c:v>5.0345898572084833</c:v>
                </c:pt>
                <c:pt idx="1316">
                  <c:v>5.0364378206109794</c:v>
                </c:pt>
                <c:pt idx="1317">
                  <c:v>5.0336298426613579</c:v>
                </c:pt>
                <c:pt idx="1318">
                  <c:v>5.0323631421790065</c:v>
                </c:pt>
                <c:pt idx="1319">
                  <c:v>5.0313619745808129</c:v>
                </c:pt>
                <c:pt idx="1320">
                  <c:v>5.0316197075262235</c:v>
                </c:pt>
                <c:pt idx="1321">
                  <c:v>5.0343157587474163</c:v>
                </c:pt>
                <c:pt idx="1322">
                  <c:v>5.0336660190643903</c:v>
                </c:pt>
                <c:pt idx="1323">
                  <c:v>5.0307355390092638</c:v>
                </c:pt>
                <c:pt idx="1324">
                  <c:v>5.0301346566112857</c:v>
                </c:pt>
                <c:pt idx="1325">
                  <c:v>5.0304854624454487</c:v>
                </c:pt>
                <c:pt idx="1326">
                  <c:v>5.0277932872674373</c:v>
                </c:pt>
                <c:pt idx="1327">
                  <c:v>5.0285369611821453</c:v>
                </c:pt>
                <c:pt idx="1328">
                  <c:v>5.0302322754766093</c:v>
                </c:pt>
                <c:pt idx="1329">
                  <c:v>5.030635096853227</c:v>
                </c:pt>
                <c:pt idx="1330">
                  <c:v>5.0288381440931014</c:v>
                </c:pt>
                <c:pt idx="1331">
                  <c:v>5.0279321548885996</c:v>
                </c:pt>
                <c:pt idx="1332">
                  <c:v>5.0267467556082996</c:v>
                </c:pt>
                <c:pt idx="1333">
                  <c:v>5.0261200807748256</c:v>
                </c:pt>
                <c:pt idx="1334">
                  <c:v>5.0252063873363451</c:v>
                </c:pt>
                <c:pt idx="1335">
                  <c:v>5.022137948855371</c:v>
                </c:pt>
                <c:pt idx="1336">
                  <c:v>5.0213446520174569</c:v>
                </c:pt>
                <c:pt idx="1337">
                  <c:v>5.0264542818314064</c:v>
                </c:pt>
                <c:pt idx="1338">
                  <c:v>5.0298853456856287</c:v>
                </c:pt>
                <c:pt idx="1339">
                  <c:v>5.0336820496133523</c:v>
                </c:pt>
                <c:pt idx="1340">
                  <c:v>5.0366357380751854</c:v>
                </c:pt>
                <c:pt idx="1341">
                  <c:v>5.0368352825204807</c:v>
                </c:pt>
                <c:pt idx="1342">
                  <c:v>5.0362378454942194</c:v>
                </c:pt>
                <c:pt idx="1343">
                  <c:v>5.0351775323482126</c:v>
                </c:pt>
                <c:pt idx="1344">
                  <c:v>5.0350251225021054</c:v>
                </c:pt>
                <c:pt idx="1345">
                  <c:v>5.0342266097542305</c:v>
                </c:pt>
                <c:pt idx="1346">
                  <c:v>5.03106332784626</c:v>
                </c:pt>
                <c:pt idx="1347">
                  <c:v>5.032358500497665</c:v>
                </c:pt>
                <c:pt idx="1348">
                  <c:v>5.0394525687160252</c:v>
                </c:pt>
                <c:pt idx="1349">
                  <c:v>5.039719106500268</c:v>
                </c:pt>
                <c:pt idx="1350">
                  <c:v>5.0353687026261387</c:v>
                </c:pt>
                <c:pt idx="1351">
                  <c:v>5.0311115151979173</c:v>
                </c:pt>
                <c:pt idx="1352">
                  <c:v>5.0319484055585333</c:v>
                </c:pt>
                <c:pt idx="1353">
                  <c:v>5.0320672708827807</c:v>
                </c:pt>
                <c:pt idx="1354">
                  <c:v>5.0287662698108875</c:v>
                </c:pt>
                <c:pt idx="1355">
                  <c:v>5.02567041191333</c:v>
                </c:pt>
                <c:pt idx="1356">
                  <c:v>5.0264634694893191</c:v>
                </c:pt>
                <c:pt idx="1357">
                  <c:v>5.0288072314524159</c:v>
                </c:pt>
                <c:pt idx="1358">
                  <c:v>5.0281719910420337</c:v>
                </c:pt>
                <c:pt idx="1359">
                  <c:v>5.0306415090728125</c:v>
                </c:pt>
                <c:pt idx="1360">
                  <c:v>5.0322563835081544</c:v>
                </c:pt>
                <c:pt idx="1361">
                  <c:v>5.0314826582956895</c:v>
                </c:pt>
                <c:pt idx="1362">
                  <c:v>5.0274328631038969</c:v>
                </c:pt>
                <c:pt idx="1363">
                  <c:v>5.0239129852231832</c:v>
                </c:pt>
                <c:pt idx="1364">
                  <c:v>5.0262697151826048</c:v>
                </c:pt>
                <c:pt idx="1365">
                  <c:v>5.0309493913176633</c:v>
                </c:pt>
                <c:pt idx="1366">
                  <c:v>5.0314538033075564</c:v>
                </c:pt>
                <c:pt idx="1367">
                  <c:v>5.0276793028864555</c:v>
                </c:pt>
                <c:pt idx="1368">
                  <c:v>5.0252923302197381</c:v>
                </c:pt>
                <c:pt idx="1369">
                  <c:v>5.0254301929408163</c:v>
                </c:pt>
                <c:pt idx="1370">
                  <c:v>5.0262712464589239</c:v>
                </c:pt>
                <c:pt idx="1371">
                  <c:v>5.0260873018911258</c:v>
                </c:pt>
                <c:pt idx="1372">
                  <c:v>5.0267406305030242</c:v>
                </c:pt>
                <c:pt idx="1373">
                  <c:v>5.0258990984610676</c:v>
                </c:pt>
                <c:pt idx="1374">
                  <c:v>5.0238937485644284</c:v>
                </c:pt>
                <c:pt idx="1375">
                  <c:v>5.0241416717709209</c:v>
                </c:pt>
                <c:pt idx="1376">
                  <c:v>5.0256278711430982</c:v>
                </c:pt>
                <c:pt idx="1377">
                  <c:v>5.0286973623765405</c:v>
                </c:pt>
                <c:pt idx="1378">
                  <c:v>5.028857093637547</c:v>
                </c:pt>
                <c:pt idx="1379">
                  <c:v>5.0299376961947786</c:v>
                </c:pt>
                <c:pt idx="1380">
                  <c:v>5.0312723470637772</c:v>
                </c:pt>
                <c:pt idx="1381">
                  <c:v>5.0328778902840519</c:v>
                </c:pt>
                <c:pt idx="1382">
                  <c:v>5.0291516729193786</c:v>
                </c:pt>
                <c:pt idx="1383">
                  <c:v>5.0242897749023809</c:v>
                </c:pt>
                <c:pt idx="1384">
                  <c:v>5.0259326908353108</c:v>
                </c:pt>
                <c:pt idx="1385">
                  <c:v>5.0281125583799096</c:v>
                </c:pt>
                <c:pt idx="1386">
                  <c:v>5.0246200042110098</c:v>
                </c:pt>
                <c:pt idx="1387">
                  <c:v>5.0261424278386038</c:v>
                </c:pt>
                <c:pt idx="1388">
                  <c:v>5.0309107744429982</c:v>
                </c:pt>
                <c:pt idx="1389">
                  <c:v>5.0323532845877041</c:v>
                </c:pt>
                <c:pt idx="1390">
                  <c:v>5.0337324860271035</c:v>
                </c:pt>
                <c:pt idx="1391">
                  <c:v>5.0299699008498582</c:v>
                </c:pt>
                <c:pt idx="1392">
                  <c:v>5.0258406228466423</c:v>
                </c:pt>
                <c:pt idx="1393">
                  <c:v>5.0250578056810351</c:v>
                </c:pt>
                <c:pt idx="1394">
                  <c:v>5.0267426403031923</c:v>
                </c:pt>
                <c:pt idx="1395">
                  <c:v>5.0228284587703849</c:v>
                </c:pt>
                <c:pt idx="1396">
                  <c:v>5.0189660056657228</c:v>
                </c:pt>
                <c:pt idx="1397">
                  <c:v>5.0221761829109566</c:v>
                </c:pt>
                <c:pt idx="1398">
                  <c:v>5.0213382397978714</c:v>
                </c:pt>
                <c:pt idx="1399">
                  <c:v>5.0193058533037282</c:v>
                </c:pt>
                <c:pt idx="1400">
                  <c:v>5.0215154850317738</c:v>
                </c:pt>
                <c:pt idx="1401">
                  <c:v>5.0219809451803075</c:v>
                </c:pt>
                <c:pt idx="1402">
                  <c:v>5.0191685169588851</c:v>
                </c:pt>
                <c:pt idx="1403">
                  <c:v>5.0218837091340633</c:v>
                </c:pt>
                <c:pt idx="1404">
                  <c:v>5.026279285659597</c:v>
                </c:pt>
                <c:pt idx="1405">
                  <c:v>5.0285915607533882</c:v>
                </c:pt>
                <c:pt idx="1406">
                  <c:v>5.0315336210856749</c:v>
                </c:pt>
                <c:pt idx="1407">
                  <c:v>5.0321766135824211</c:v>
                </c:pt>
                <c:pt idx="1408">
                  <c:v>5.031090125181839</c:v>
                </c:pt>
                <c:pt idx="1409">
                  <c:v>5.0335342814485875</c:v>
                </c:pt>
                <c:pt idx="1410">
                  <c:v>5.0362119095015698</c:v>
                </c:pt>
                <c:pt idx="1411">
                  <c:v>5.0340721901079553</c:v>
                </c:pt>
                <c:pt idx="1412">
                  <c:v>5.025382244851083</c:v>
                </c:pt>
                <c:pt idx="1413">
                  <c:v>5.0235844786004131</c:v>
                </c:pt>
                <c:pt idx="1414">
                  <c:v>5.0279194261541997</c:v>
                </c:pt>
                <c:pt idx="1415">
                  <c:v>5.0276686318046089</c:v>
                </c:pt>
                <c:pt idx="1416">
                  <c:v>5.0273484036444378</c:v>
                </c:pt>
                <c:pt idx="1417">
                  <c:v>5.0268273868769615</c:v>
                </c:pt>
                <c:pt idx="1418">
                  <c:v>5.0307733423933847</c:v>
                </c:pt>
                <c:pt idx="1419">
                  <c:v>5.0322997377689305</c:v>
                </c:pt>
                <c:pt idx="1420">
                  <c:v>5.0343763398667791</c:v>
                </c:pt>
                <c:pt idx="1421">
                  <c:v>5.0344960186815708</c:v>
                </c:pt>
                <c:pt idx="1422">
                  <c:v>5.0343180556618945</c:v>
                </c:pt>
                <c:pt idx="1423">
                  <c:v>5.039118750478524</c:v>
                </c:pt>
                <c:pt idx="1424">
                  <c:v>5.0424351600183757</c:v>
                </c:pt>
                <c:pt idx="1425">
                  <c:v>5.0401299192251745</c:v>
                </c:pt>
                <c:pt idx="1426">
                  <c:v>5.0370079339254268</c:v>
                </c:pt>
                <c:pt idx="1427">
                  <c:v>5.0326658085138964</c:v>
                </c:pt>
                <c:pt idx="1428">
                  <c:v>5.0336034759972437</c:v>
                </c:pt>
                <c:pt idx="1429">
                  <c:v>5.0327570630120206</c:v>
                </c:pt>
                <c:pt idx="1430">
                  <c:v>5.0310223662047315</c:v>
                </c:pt>
                <c:pt idx="1431">
                  <c:v>5.0307563069443377</c:v>
                </c:pt>
                <c:pt idx="1432">
                  <c:v>5.0289038454176556</c:v>
                </c:pt>
                <c:pt idx="1433">
                  <c:v>5.0275877134216369</c:v>
                </c:pt>
                <c:pt idx="1434">
                  <c:v>5.0324200386647266</c:v>
                </c:pt>
                <c:pt idx="1435">
                  <c:v>5.0376533668938057</c:v>
                </c:pt>
                <c:pt idx="1436">
                  <c:v>5.0386297948089735</c:v>
                </c:pt>
                <c:pt idx="1437">
                  <c:v>5.0360311710435646</c:v>
                </c:pt>
                <c:pt idx="1438">
                  <c:v>5.0369806102136128</c:v>
                </c:pt>
                <c:pt idx="1439">
                  <c:v>5.0358042550340709</c:v>
                </c:pt>
                <c:pt idx="1440">
                  <c:v>5.0279216273639076</c:v>
                </c:pt>
                <c:pt idx="1441">
                  <c:v>5.0207206569175407</c:v>
                </c:pt>
                <c:pt idx="1442">
                  <c:v>5.018915664956741</c:v>
                </c:pt>
                <c:pt idx="1443">
                  <c:v>5.020734007732945</c:v>
                </c:pt>
                <c:pt idx="1444">
                  <c:v>5.0220908142561829</c:v>
                </c:pt>
                <c:pt idx="1445">
                  <c:v>5.0228491310006893</c:v>
                </c:pt>
                <c:pt idx="1446">
                  <c:v>5.0249343465278313</c:v>
                </c:pt>
                <c:pt idx="1447">
                  <c:v>5.0251794464436106</c:v>
                </c:pt>
                <c:pt idx="1448">
                  <c:v>5.0218526050838372</c:v>
                </c:pt>
                <c:pt idx="1449">
                  <c:v>5.0171127306484955</c:v>
                </c:pt>
                <c:pt idx="1450">
                  <c:v>5.0162860806982623</c:v>
                </c:pt>
                <c:pt idx="1451">
                  <c:v>5.0217098614194935</c:v>
                </c:pt>
                <c:pt idx="1452">
                  <c:v>5.0264345187964166</c:v>
                </c:pt>
                <c:pt idx="1453">
                  <c:v>5.0298226590613275</c:v>
                </c:pt>
                <c:pt idx="1454">
                  <c:v>5.0312976609754232</c:v>
                </c:pt>
                <c:pt idx="1455">
                  <c:v>5.0305317835540926</c:v>
                </c:pt>
                <c:pt idx="1456">
                  <c:v>5.0277643365745348</c:v>
                </c:pt>
                <c:pt idx="1457">
                  <c:v>5.0260749559758056</c:v>
                </c:pt>
                <c:pt idx="1458">
                  <c:v>5.0264507886073044</c:v>
                </c:pt>
                <c:pt idx="1459">
                  <c:v>5.0287664133680421</c:v>
                </c:pt>
                <c:pt idx="1460">
                  <c:v>5.0274150620166909</c:v>
                </c:pt>
                <c:pt idx="1461">
                  <c:v>5.0194886972666719</c:v>
                </c:pt>
                <c:pt idx="1462">
                  <c:v>5.0168117869994644</c:v>
                </c:pt>
                <c:pt idx="1463">
                  <c:v>5.0179475633565573</c:v>
                </c:pt>
                <c:pt idx="1464">
                  <c:v>5.0184695371717325</c:v>
                </c:pt>
                <c:pt idx="1465">
                  <c:v>5.0236130943266213</c:v>
                </c:pt>
                <c:pt idx="1466">
                  <c:v>5.0305886800398127</c:v>
                </c:pt>
                <c:pt idx="1467">
                  <c:v>5.0295876081463904</c:v>
                </c:pt>
                <c:pt idx="1468">
                  <c:v>5.023551364750019</c:v>
                </c:pt>
                <c:pt idx="1469">
                  <c:v>5.022526079549805</c:v>
                </c:pt>
                <c:pt idx="1470">
                  <c:v>5.0244096929790985</c:v>
                </c:pt>
                <c:pt idx="1471">
                  <c:v>5.0266760776357096</c:v>
                </c:pt>
                <c:pt idx="1472">
                  <c:v>5.0298061021361304</c:v>
                </c:pt>
                <c:pt idx="1473">
                  <c:v>5.0363714493530356</c:v>
                </c:pt>
                <c:pt idx="1474">
                  <c:v>5.0411020404256952</c:v>
                </c:pt>
                <c:pt idx="1475">
                  <c:v>5.0417438366128167</c:v>
                </c:pt>
                <c:pt idx="1476">
                  <c:v>5.0385708885230835</c:v>
                </c:pt>
                <c:pt idx="1477">
                  <c:v>5.0360146619707526</c:v>
                </c:pt>
                <c:pt idx="1478">
                  <c:v>5.0327213651328382</c:v>
                </c:pt>
                <c:pt idx="1479">
                  <c:v>5.0318044655845648</c:v>
                </c:pt>
                <c:pt idx="1480">
                  <c:v>5.0312020040578824</c:v>
                </c:pt>
                <c:pt idx="1481">
                  <c:v>5.0299337244468267</c:v>
                </c:pt>
                <c:pt idx="1482">
                  <c:v>5.0267877651022124</c:v>
                </c:pt>
                <c:pt idx="1483">
                  <c:v>5.0261538645586095</c:v>
                </c:pt>
                <c:pt idx="1484">
                  <c:v>5.0273387374626752</c:v>
                </c:pt>
                <c:pt idx="1485">
                  <c:v>5.0255121162238723</c:v>
                </c:pt>
                <c:pt idx="1486">
                  <c:v>5.0211764987366969</c:v>
                </c:pt>
                <c:pt idx="1487">
                  <c:v>5.0175758460301658</c:v>
                </c:pt>
                <c:pt idx="1488">
                  <c:v>5.0124665033305256</c:v>
                </c:pt>
                <c:pt idx="1489">
                  <c:v>5.0120565998009337</c:v>
                </c:pt>
                <c:pt idx="1490">
                  <c:v>5.0189551910267207</c:v>
                </c:pt>
                <c:pt idx="1491">
                  <c:v>5.0248666354031082</c:v>
                </c:pt>
                <c:pt idx="1492">
                  <c:v>5.0245341091800011</c:v>
                </c:pt>
                <c:pt idx="1493">
                  <c:v>5.0243386800398131</c:v>
                </c:pt>
                <c:pt idx="1494">
                  <c:v>5.0280897327922824</c:v>
                </c:pt>
                <c:pt idx="1495">
                  <c:v>5.0320433446902992</c:v>
                </c:pt>
                <c:pt idx="1496">
                  <c:v>5.0333943610749561</c:v>
                </c:pt>
                <c:pt idx="1497">
                  <c:v>5.0297570055891585</c:v>
                </c:pt>
                <c:pt idx="1498">
                  <c:v>5.0241492803001302</c:v>
                </c:pt>
                <c:pt idx="1499">
                  <c:v>5.0256862989051374</c:v>
                </c:pt>
                <c:pt idx="1500">
                  <c:v>5.0329918268126486</c:v>
                </c:pt>
                <c:pt idx="1501">
                  <c:v>5.0379685227011715</c:v>
                </c:pt>
                <c:pt idx="1502">
                  <c:v>5.035236007962637</c:v>
                </c:pt>
                <c:pt idx="1503">
                  <c:v>5.0356802695046321</c:v>
                </c:pt>
                <c:pt idx="1504">
                  <c:v>5.038674249674604</c:v>
                </c:pt>
                <c:pt idx="1505">
                  <c:v>5.0406802216522468</c:v>
                </c:pt>
                <c:pt idx="1506">
                  <c:v>5.0381610328458768</c:v>
                </c:pt>
                <c:pt idx="1507">
                  <c:v>5.0326001071893423</c:v>
                </c:pt>
                <c:pt idx="1508">
                  <c:v>5.0329907740601794</c:v>
                </c:pt>
                <c:pt idx="1509">
                  <c:v>5.0296439782558764</c:v>
                </c:pt>
                <c:pt idx="1510">
                  <c:v>5.0270136283592377</c:v>
                </c:pt>
                <c:pt idx="1511">
                  <c:v>5.0270023830487709</c:v>
                </c:pt>
                <c:pt idx="1512">
                  <c:v>5.025616769389786</c:v>
                </c:pt>
                <c:pt idx="1513">
                  <c:v>5.0276014470561217</c:v>
                </c:pt>
                <c:pt idx="1514">
                  <c:v>5.0244421847484881</c:v>
                </c:pt>
                <c:pt idx="1515">
                  <c:v>5.0207268298752012</c:v>
                </c:pt>
                <c:pt idx="1516">
                  <c:v>5.0212786157262075</c:v>
                </c:pt>
                <c:pt idx="1517">
                  <c:v>5.0221160324630576</c:v>
                </c:pt>
                <c:pt idx="1518">
                  <c:v>5.0206868252813717</c:v>
                </c:pt>
                <c:pt idx="1519">
                  <c:v>5.0219854911568795</c:v>
                </c:pt>
                <c:pt idx="1520">
                  <c:v>5.0264914152821376</c:v>
                </c:pt>
                <c:pt idx="1521">
                  <c:v>5.0336987022433197</c:v>
                </c:pt>
                <c:pt idx="1522">
                  <c:v>5.0355112548809435</c:v>
                </c:pt>
                <c:pt idx="1523">
                  <c:v>5.0347967230686779</c:v>
                </c:pt>
                <c:pt idx="1524">
                  <c:v>5.0345002775438328</c:v>
                </c:pt>
                <c:pt idx="1525">
                  <c:v>5.0371650811576449</c:v>
                </c:pt>
                <c:pt idx="1526">
                  <c:v>5.0393495903835843</c:v>
                </c:pt>
                <c:pt idx="1527">
                  <c:v>5.0397698778807136</c:v>
                </c:pt>
                <c:pt idx="1528">
                  <c:v>5.0408852691218131</c:v>
                </c:pt>
                <c:pt idx="1529">
                  <c:v>5.0360719412755532</c:v>
                </c:pt>
                <c:pt idx="1530">
                  <c:v>5.0301234113008189</c:v>
                </c:pt>
                <c:pt idx="1531">
                  <c:v>5.0316159271878114</c:v>
                </c:pt>
                <c:pt idx="1532">
                  <c:v>5.0382204176556158</c:v>
                </c:pt>
                <c:pt idx="1533">
                  <c:v>5.0412430614041801</c:v>
                </c:pt>
                <c:pt idx="1534">
                  <c:v>5.0419155788224481</c:v>
                </c:pt>
                <c:pt idx="1535">
                  <c:v>5.0378961220427225</c:v>
                </c:pt>
                <c:pt idx="1536">
                  <c:v>5.0357379316285122</c:v>
                </c:pt>
                <c:pt idx="1537">
                  <c:v>5.0397858127249062</c:v>
                </c:pt>
                <c:pt idx="1538">
                  <c:v>5.0449335808896718</c:v>
                </c:pt>
                <c:pt idx="1539">
                  <c:v>5.0473262958425851</c:v>
                </c:pt>
                <c:pt idx="1540">
                  <c:v>5.0444879316285123</c:v>
                </c:pt>
                <c:pt idx="1541">
                  <c:v>5.0381291631574916</c:v>
                </c:pt>
                <c:pt idx="1542">
                  <c:v>5.0347199678431975</c:v>
                </c:pt>
                <c:pt idx="1543">
                  <c:v>5.0318856710818469</c:v>
                </c:pt>
                <c:pt idx="1544">
                  <c:v>5.0299527218436566</c:v>
                </c:pt>
                <c:pt idx="1545">
                  <c:v>5.0288306791210475</c:v>
                </c:pt>
                <c:pt idx="1546">
                  <c:v>5.0314270059719775</c:v>
                </c:pt>
                <c:pt idx="1547">
                  <c:v>5.0282633412449274</c:v>
                </c:pt>
                <c:pt idx="1548">
                  <c:v>5.024377488324018</c:v>
                </c:pt>
                <c:pt idx="1549">
                  <c:v>5.0255586765944411</c:v>
                </c:pt>
                <c:pt idx="1550">
                  <c:v>5.0248332344384048</c:v>
                </c:pt>
                <c:pt idx="1551">
                  <c:v>5.0213493415511827</c:v>
                </c:pt>
                <c:pt idx="1552">
                  <c:v>5.0185373918536103</c:v>
                </c:pt>
                <c:pt idx="1553">
                  <c:v>5.0217619726667175</c:v>
                </c:pt>
                <c:pt idx="1554">
                  <c:v>5.0267405826506391</c:v>
                </c:pt>
                <c:pt idx="1555">
                  <c:v>5.0266505723145238</c:v>
                </c:pt>
                <c:pt idx="1556">
                  <c:v>5.0235297354720156</c:v>
                </c:pt>
                <c:pt idx="1557">
                  <c:v>5.0228528156343311</c:v>
                </c:pt>
                <c:pt idx="1558">
                  <c:v>5.0264374377918992</c:v>
                </c:pt>
                <c:pt idx="1559">
                  <c:v>5.0259022088660901</c:v>
                </c:pt>
                <c:pt idx="1560">
                  <c:v>5.0247532252507465</c:v>
                </c:pt>
                <c:pt idx="1561">
                  <c:v>5.0273005034070897</c:v>
                </c:pt>
                <c:pt idx="1562">
                  <c:v>5.0262245903835847</c:v>
                </c:pt>
                <c:pt idx="1563">
                  <c:v>5.0256379679963246</c:v>
                </c:pt>
                <c:pt idx="1564">
                  <c:v>5.0288060351427912</c:v>
                </c:pt>
                <c:pt idx="1565">
                  <c:v>5.0305640360615573</c:v>
                </c:pt>
                <c:pt idx="1566">
                  <c:v>5.0336330487711507</c:v>
                </c:pt>
                <c:pt idx="1567">
                  <c:v>5.036429446443611</c:v>
                </c:pt>
                <c:pt idx="1568">
                  <c:v>5.03710746688615</c:v>
                </c:pt>
                <c:pt idx="1569">
                  <c:v>5.0384993492075649</c:v>
                </c:pt>
                <c:pt idx="1570">
                  <c:v>5.0400158869918075</c:v>
                </c:pt>
                <c:pt idx="1571">
                  <c:v>5.0347185322716488</c:v>
                </c:pt>
                <c:pt idx="1572">
                  <c:v>5.027167808743588</c:v>
                </c:pt>
                <c:pt idx="1573">
                  <c:v>5.0259039315519489</c:v>
                </c:pt>
                <c:pt idx="1574">
                  <c:v>5.027557183600031</c:v>
                </c:pt>
                <c:pt idx="1575">
                  <c:v>5.026060791669857</c:v>
                </c:pt>
                <c:pt idx="1576">
                  <c:v>5.0237667004823523</c:v>
                </c:pt>
                <c:pt idx="1577">
                  <c:v>5.024208617257484</c:v>
                </c:pt>
                <c:pt idx="1578">
                  <c:v>5.0269111285506467</c:v>
                </c:pt>
                <c:pt idx="1579">
                  <c:v>5.0267179484725517</c:v>
                </c:pt>
                <c:pt idx="1580">
                  <c:v>5.0243447094403182</c:v>
                </c:pt>
                <c:pt idx="1581">
                  <c:v>5.0256405520251128</c:v>
                </c:pt>
                <c:pt idx="1582">
                  <c:v>5.0249944491233443</c:v>
                </c:pt>
                <c:pt idx="1583">
                  <c:v>5.026281773983615</c:v>
                </c:pt>
                <c:pt idx="1584">
                  <c:v>5.030510584947554</c:v>
                </c:pt>
                <c:pt idx="1585">
                  <c:v>5.0320483691907203</c:v>
                </c:pt>
                <c:pt idx="1586">
                  <c:v>5.0320083167445064</c:v>
                </c:pt>
                <c:pt idx="1587">
                  <c:v>5.0321165588392924</c:v>
                </c:pt>
                <c:pt idx="1588">
                  <c:v>5.0288447477222267</c:v>
                </c:pt>
                <c:pt idx="1589">
                  <c:v>5.0257337684710208</c:v>
                </c:pt>
                <c:pt idx="1590">
                  <c:v>5.0275269408927343</c:v>
                </c:pt>
                <c:pt idx="1591">
                  <c:v>5.0274160669167749</c:v>
                </c:pt>
                <c:pt idx="1592">
                  <c:v>5.0243938538396753</c:v>
                </c:pt>
                <c:pt idx="1593">
                  <c:v>5.0245050149299439</c:v>
                </c:pt>
                <c:pt idx="1594">
                  <c:v>5.0223277314141335</c:v>
                </c:pt>
                <c:pt idx="1595">
                  <c:v>5.0198791727279684</c:v>
                </c:pt>
                <c:pt idx="1596">
                  <c:v>5.0199543966771305</c:v>
                </c:pt>
                <c:pt idx="1597">
                  <c:v>5.0201904524921526</c:v>
                </c:pt>
                <c:pt idx="1598">
                  <c:v>5.0210274864099222</c:v>
                </c:pt>
                <c:pt idx="1599">
                  <c:v>5.02023892695812</c:v>
                </c:pt>
                <c:pt idx="1600">
                  <c:v>5.0214064294464436</c:v>
                </c:pt>
                <c:pt idx="1601">
                  <c:v>5.0243126004900081</c:v>
                </c:pt>
                <c:pt idx="1602">
                  <c:v>5.02933643097772</c:v>
                </c:pt>
                <c:pt idx="1603">
                  <c:v>5.0325550780950925</c:v>
                </c:pt>
                <c:pt idx="1604">
                  <c:v>5.0367056982620015</c:v>
                </c:pt>
                <c:pt idx="1605">
                  <c:v>5.0415132359696804</c:v>
                </c:pt>
                <c:pt idx="1606">
                  <c:v>5.0441868922747108</c:v>
                </c:pt>
                <c:pt idx="1607">
                  <c:v>5.0452462005206336</c:v>
                </c:pt>
                <c:pt idx="1608">
                  <c:v>5.0438657549192252</c:v>
                </c:pt>
                <c:pt idx="1609">
                  <c:v>5.0435543315978872</c:v>
                </c:pt>
                <c:pt idx="1610">
                  <c:v>5.0429718245157336</c:v>
                </c:pt>
                <c:pt idx="1611">
                  <c:v>5.0423294062476076</c:v>
                </c:pt>
                <c:pt idx="1612">
                  <c:v>5.0414105447515505</c:v>
                </c:pt>
                <c:pt idx="1613">
                  <c:v>5.0422136991807669</c:v>
                </c:pt>
                <c:pt idx="1614">
                  <c:v>5.0434777199295615</c:v>
                </c:pt>
                <c:pt idx="1615">
                  <c:v>5.0441393748564431</c:v>
                </c:pt>
                <c:pt idx="1616">
                  <c:v>5.0474663119209859</c:v>
                </c:pt>
                <c:pt idx="1617">
                  <c:v>5.0483806752928562</c:v>
                </c:pt>
                <c:pt idx="1618">
                  <c:v>5.0467718781104054</c:v>
                </c:pt>
                <c:pt idx="1619">
                  <c:v>5.0461877440471632</c:v>
                </c:pt>
                <c:pt idx="1620">
                  <c:v>5.0425987194701785</c:v>
                </c:pt>
                <c:pt idx="1621">
                  <c:v>5.0427867793430821</c:v>
                </c:pt>
                <c:pt idx="1622">
                  <c:v>5.0418010202128478</c:v>
                </c:pt>
                <c:pt idx="1623">
                  <c:v>5.0436920986141951</c:v>
                </c:pt>
                <c:pt idx="1624">
                  <c:v>5.0487993836612812</c:v>
                </c:pt>
                <c:pt idx="1625">
                  <c:v>5.0520456894571621</c:v>
                </c:pt>
                <c:pt idx="1626">
                  <c:v>5.0511814753847331</c:v>
                </c:pt>
                <c:pt idx="1627">
                  <c:v>5.0492893920833017</c:v>
                </c:pt>
                <c:pt idx="1628">
                  <c:v>5.050285678738228</c:v>
                </c:pt>
                <c:pt idx="1629">
                  <c:v>5.0526347523160551</c:v>
                </c:pt>
                <c:pt idx="1630">
                  <c:v>5.0490424737768933</c:v>
                </c:pt>
                <c:pt idx="1631">
                  <c:v>5.0463281429446445</c:v>
                </c:pt>
                <c:pt idx="1632">
                  <c:v>5.0466784224025725</c:v>
                </c:pt>
                <c:pt idx="1633">
                  <c:v>5.0539176747569101</c:v>
                </c:pt>
                <c:pt idx="1634">
                  <c:v>5.0554202396447439</c:v>
                </c:pt>
                <c:pt idx="1635">
                  <c:v>5.0537975652706528</c:v>
                </c:pt>
                <c:pt idx="1636">
                  <c:v>5.0544895107572163</c:v>
                </c:pt>
                <c:pt idx="1637">
                  <c:v>5.0539971097159482</c:v>
                </c:pt>
                <c:pt idx="1638">
                  <c:v>5.051966733021974</c:v>
                </c:pt>
                <c:pt idx="1639">
                  <c:v>5.0500287114309774</c:v>
                </c:pt>
                <c:pt idx="1640">
                  <c:v>5.0501454712502873</c:v>
                </c:pt>
                <c:pt idx="1641">
                  <c:v>5.0497846642676674</c:v>
                </c:pt>
                <c:pt idx="1642">
                  <c:v>5.0494181149988515</c:v>
                </c:pt>
                <c:pt idx="1643">
                  <c:v>5.0522911721920218</c:v>
                </c:pt>
                <c:pt idx="1644">
                  <c:v>5.0533515810427989</c:v>
                </c:pt>
                <c:pt idx="1645">
                  <c:v>5.0523653433887148</c:v>
                </c:pt>
                <c:pt idx="1646">
                  <c:v>5.0525356978791827</c:v>
                </c:pt>
                <c:pt idx="1647">
                  <c:v>5.0553010872061863</c:v>
                </c:pt>
                <c:pt idx="1648">
                  <c:v>5.0576726514049462</c:v>
                </c:pt>
                <c:pt idx="1649">
                  <c:v>5.0592819271112468</c:v>
                </c:pt>
                <c:pt idx="1650">
                  <c:v>5.062117659444147</c:v>
                </c:pt>
                <c:pt idx="1651">
                  <c:v>5.0678451114003522</c:v>
                </c:pt>
                <c:pt idx="1652">
                  <c:v>5.0652716101370494</c:v>
                </c:pt>
                <c:pt idx="1653">
                  <c:v>5.0615568294923818</c:v>
                </c:pt>
                <c:pt idx="1654">
                  <c:v>5.0623803690375926</c:v>
                </c:pt>
                <c:pt idx="1655">
                  <c:v>5.0632417119669242</c:v>
                </c:pt>
                <c:pt idx="1656">
                  <c:v>5.0666497588239796</c:v>
                </c:pt>
                <c:pt idx="1657">
                  <c:v>5.0704004287573694</c:v>
                </c:pt>
                <c:pt idx="1658">
                  <c:v>5.0708890016078403</c:v>
                </c:pt>
                <c:pt idx="1659">
                  <c:v>5.0719235701707372</c:v>
                </c:pt>
                <c:pt idx="1660">
                  <c:v>5.0682068754306711</c:v>
                </c:pt>
                <c:pt idx="1661">
                  <c:v>5.0655630311614734</c:v>
                </c:pt>
                <c:pt idx="1662">
                  <c:v>5.0681843848097392</c:v>
                </c:pt>
                <c:pt idx="1663">
                  <c:v>5.0708224867927418</c:v>
                </c:pt>
                <c:pt idx="1664">
                  <c:v>5.0767796301967687</c:v>
                </c:pt>
                <c:pt idx="1665">
                  <c:v>5.0842067988668553</c:v>
                </c:pt>
                <c:pt idx="1666">
                  <c:v>5.0861984151290098</c:v>
                </c:pt>
                <c:pt idx="1667">
                  <c:v>5.0865338603475996</c:v>
                </c:pt>
                <c:pt idx="1668">
                  <c:v>5.0891944529515349</c:v>
                </c:pt>
                <c:pt idx="1669">
                  <c:v>5.0934930326927494</c:v>
                </c:pt>
                <c:pt idx="1670">
                  <c:v>5.0950582842048844</c:v>
                </c:pt>
                <c:pt idx="1671">
                  <c:v>5.1009331215067757</c:v>
                </c:pt>
                <c:pt idx="1672">
                  <c:v>5.1094020365975039</c:v>
                </c:pt>
                <c:pt idx="1673">
                  <c:v>5.1203626253732484</c:v>
                </c:pt>
                <c:pt idx="1674">
                  <c:v>5.1340838182375013</c:v>
                </c:pt>
                <c:pt idx="1675">
                  <c:v>5.1473528060638545</c:v>
                </c:pt>
                <c:pt idx="1676">
                  <c:v>5.1610840479289486</c:v>
                </c:pt>
                <c:pt idx="1677">
                  <c:v>5.1768270040578823</c:v>
                </c:pt>
                <c:pt idx="1678">
                  <c:v>5.190311327616568</c:v>
                </c:pt>
                <c:pt idx="1679">
                  <c:v>5.1998483079396678</c:v>
                </c:pt>
                <c:pt idx="1680">
                  <c:v>5.2106610328458771</c:v>
                </c:pt>
                <c:pt idx="1681">
                  <c:v>5.2243707411377382</c:v>
                </c:pt>
                <c:pt idx="1682">
                  <c:v>5.2389499272643745</c:v>
                </c:pt>
                <c:pt idx="1683">
                  <c:v>5.2548402687389935</c:v>
                </c:pt>
                <c:pt idx="1684">
                  <c:v>5.275447419799403</c:v>
                </c:pt>
                <c:pt idx="1685">
                  <c:v>5.3172292512058803</c:v>
                </c:pt>
                <c:pt idx="1686">
                  <c:v>5.3761594632876504</c:v>
                </c:pt>
                <c:pt idx="1687">
                  <c:v>5.4649691830640839</c:v>
                </c:pt>
                <c:pt idx="1688">
                  <c:v>5.5807987520097999</c:v>
                </c:pt>
                <c:pt idx="1689">
                  <c:v>5.714321261771687</c:v>
                </c:pt>
                <c:pt idx="1690">
                  <c:v>5.8420871296225405</c:v>
                </c:pt>
                <c:pt idx="1691">
                  <c:v>5.928589885919914</c:v>
                </c:pt>
                <c:pt idx="1692">
                  <c:v>5.9350882397978717</c:v>
                </c:pt>
                <c:pt idx="1693">
                  <c:v>5.8810772528902842</c:v>
                </c:pt>
                <c:pt idx="1694">
                  <c:v>5.8150266059260396</c:v>
                </c:pt>
                <c:pt idx="1695">
                  <c:v>5.7695046321108645</c:v>
                </c:pt>
                <c:pt idx="1696">
                  <c:v>5.754991003751627</c:v>
                </c:pt>
                <c:pt idx="1697">
                  <c:v>5.7652888369956354</c:v>
                </c:pt>
                <c:pt idx="1698">
                  <c:v>5.792483347370033</c:v>
                </c:pt>
                <c:pt idx="1699">
                  <c:v>5.8435131306944337</c:v>
                </c:pt>
                <c:pt idx="1700">
                  <c:v>5.914645700941735</c:v>
                </c:pt>
                <c:pt idx="1701">
                  <c:v>6.0095178393691135</c:v>
                </c:pt>
                <c:pt idx="1702">
                  <c:v>6.1205258020059716</c:v>
                </c:pt>
                <c:pt idx="1703">
                  <c:v>6.255823635249981</c:v>
                </c:pt>
                <c:pt idx="1704">
                  <c:v>6.4270873210320802</c:v>
                </c:pt>
                <c:pt idx="1705">
                  <c:v>6.6516107112778498</c:v>
                </c:pt>
                <c:pt idx="1706">
                  <c:v>6.9280970063547969</c:v>
                </c:pt>
                <c:pt idx="1707">
                  <c:v>7.2628435801240334</c:v>
                </c:pt>
                <c:pt idx="1708">
                  <c:v>7.6675503407089804</c:v>
                </c:pt>
                <c:pt idx="1709">
                  <c:v>8.1655501110175326</c:v>
                </c:pt>
                <c:pt idx="1710">
                  <c:v>8.7914401653778427</c:v>
                </c:pt>
                <c:pt idx="1711">
                  <c:v>9.64418880637011</c:v>
                </c:pt>
                <c:pt idx="1712">
                  <c:v>10.86871219661588</c:v>
                </c:pt>
                <c:pt idx="1713">
                  <c:v>12.699018069060561</c:v>
                </c:pt>
                <c:pt idx="1714">
                  <c:v>15.414066687083684</c:v>
                </c:pt>
                <c:pt idx="1715">
                  <c:v>19.159042186662582</c:v>
                </c:pt>
                <c:pt idx="1716">
                  <c:v>23.66640188346987</c:v>
                </c:pt>
                <c:pt idx="1717">
                  <c:v>28.123947247530815</c:v>
                </c:pt>
                <c:pt idx="1718">
                  <c:v>31.161138121123955</c:v>
                </c:pt>
                <c:pt idx="1719">
                  <c:v>31.189562437791899</c:v>
                </c:pt>
                <c:pt idx="1720">
                  <c:v>28.09169474006584</c:v>
                </c:pt>
                <c:pt idx="1721">
                  <c:v>23.707842048847713</c:v>
                </c:pt>
                <c:pt idx="1722">
                  <c:v>19.771791976112087</c:v>
                </c:pt>
                <c:pt idx="1723">
                  <c:v>16.610232754000457</c:v>
                </c:pt>
                <c:pt idx="1724">
                  <c:v>14.095542071816858</c:v>
                </c:pt>
                <c:pt idx="1725">
                  <c:v>12.140197917464207</c:v>
                </c:pt>
                <c:pt idx="1726">
                  <c:v>10.653424316667941</c:v>
                </c:pt>
                <c:pt idx="1727">
                  <c:v>9.5071443610749569</c:v>
                </c:pt>
                <c:pt idx="1728">
                  <c:v>8.6298713727892196</c:v>
                </c:pt>
                <c:pt idx="1729">
                  <c:v>7.9605217824056345</c:v>
                </c:pt>
                <c:pt idx="1730">
                  <c:v>7.4444625220120972</c:v>
                </c:pt>
                <c:pt idx="1731">
                  <c:v>7.0450865171120132</c:v>
                </c:pt>
                <c:pt idx="1732">
                  <c:v>6.7375535946711587</c:v>
                </c:pt>
                <c:pt idx="1733">
                  <c:v>6.4909271878110406</c:v>
                </c:pt>
                <c:pt idx="1734">
                  <c:v>6.2983835464359537</c:v>
                </c:pt>
                <c:pt idx="1735">
                  <c:v>6.1499502335196388</c:v>
                </c:pt>
                <c:pt idx="1736">
                  <c:v>6.0428518107342466</c:v>
                </c:pt>
                <c:pt idx="1737">
                  <c:v>5.9676326468111167</c:v>
                </c:pt>
                <c:pt idx="1738">
                  <c:v>5.9156410305489624</c:v>
                </c:pt>
                <c:pt idx="1739">
                  <c:v>5.8855849475537863</c:v>
                </c:pt>
                <c:pt idx="1740">
                  <c:v>5.8793402113161317</c:v>
                </c:pt>
                <c:pt idx="1741">
                  <c:v>5.9054723987443536</c:v>
                </c:pt>
                <c:pt idx="1742">
                  <c:v>5.9622540387412908</c:v>
                </c:pt>
                <c:pt idx="1743">
                  <c:v>6.0358797182451571</c:v>
                </c:pt>
                <c:pt idx="1744">
                  <c:v>6.109333129163157</c:v>
                </c:pt>
                <c:pt idx="1745">
                  <c:v>6.1434135977337112</c:v>
                </c:pt>
                <c:pt idx="1746">
                  <c:v>6.1039449506163388</c:v>
                </c:pt>
                <c:pt idx="1747">
                  <c:v>5.9948654390934841</c:v>
                </c:pt>
                <c:pt idx="1748">
                  <c:v>5.8661042416354032</c:v>
                </c:pt>
                <c:pt idx="1749">
                  <c:v>5.7562686624301351</c:v>
                </c:pt>
                <c:pt idx="1750">
                  <c:v>5.6715412296148839</c:v>
                </c:pt>
                <c:pt idx="1751">
                  <c:v>5.6005187198529978</c:v>
                </c:pt>
                <c:pt idx="1752">
                  <c:v>5.5376598269657755</c:v>
                </c:pt>
                <c:pt idx="1753">
                  <c:v>5.4869123727126556</c:v>
                </c:pt>
                <c:pt idx="1754">
                  <c:v>5.4419076831789299</c:v>
                </c:pt>
                <c:pt idx="1755">
                  <c:v>5.3966795230074265</c:v>
                </c:pt>
                <c:pt idx="1756">
                  <c:v>5.3597226475767554</c:v>
                </c:pt>
                <c:pt idx="1757">
                  <c:v>5.3318840441007582</c:v>
                </c:pt>
                <c:pt idx="1758">
                  <c:v>5.3097178623382586</c:v>
                </c:pt>
                <c:pt idx="1759">
                  <c:v>5.2834899701401117</c:v>
                </c:pt>
                <c:pt idx="1760">
                  <c:v>5.2645978485567717</c:v>
                </c:pt>
                <c:pt idx="1761">
                  <c:v>5.2561590804685707</c:v>
                </c:pt>
                <c:pt idx="1762">
                  <c:v>5.2530314485873975</c:v>
                </c:pt>
                <c:pt idx="1763">
                  <c:v>5.2487524883240182</c:v>
                </c:pt>
                <c:pt idx="1764">
                  <c:v>5.2446338335502638</c:v>
                </c:pt>
                <c:pt idx="1765">
                  <c:v>5.241715316591379</c:v>
                </c:pt>
                <c:pt idx="1766">
                  <c:v>5.2373717556082999</c:v>
                </c:pt>
                <c:pt idx="1767">
                  <c:v>5.2301556159558995</c:v>
                </c:pt>
                <c:pt idx="1768">
                  <c:v>5.2216412410994568</c:v>
                </c:pt>
                <c:pt idx="1769">
                  <c:v>5.214645222417885</c:v>
                </c:pt>
                <c:pt idx="1770">
                  <c:v>5.209934633642141</c:v>
                </c:pt>
                <c:pt idx="1771">
                  <c:v>5.211006527065309</c:v>
                </c:pt>
                <c:pt idx="1772">
                  <c:v>5.2087349743511213</c:v>
                </c:pt>
                <c:pt idx="1773">
                  <c:v>5.2012039660056661</c:v>
                </c:pt>
                <c:pt idx="1774">
                  <c:v>5.1926106347140344</c:v>
                </c:pt>
                <c:pt idx="1775">
                  <c:v>5.1855437945027179</c:v>
                </c:pt>
                <c:pt idx="1776">
                  <c:v>5.181230859046015</c:v>
                </c:pt>
                <c:pt idx="1777">
                  <c:v>5.1770069290253424</c:v>
                </c:pt>
                <c:pt idx="1778">
                  <c:v>5.1709646083760816</c:v>
                </c:pt>
                <c:pt idx="1779">
                  <c:v>5.1649864099226708</c:v>
                </c:pt>
                <c:pt idx="1780">
                  <c:v>5.1638618788760429</c:v>
                </c:pt>
                <c:pt idx="1781">
                  <c:v>5.1623401730342238</c:v>
                </c:pt>
                <c:pt idx="1782">
                  <c:v>5.1593575338794881</c:v>
                </c:pt>
                <c:pt idx="1783">
                  <c:v>5.1523380675292856</c:v>
                </c:pt>
                <c:pt idx="1784">
                  <c:v>5.1452822333665109</c:v>
                </c:pt>
                <c:pt idx="1785">
                  <c:v>5.1422153740142411</c:v>
                </c:pt>
                <c:pt idx="1786">
                  <c:v>5.1421306752928562</c:v>
                </c:pt>
                <c:pt idx="1787">
                  <c:v>5.1420655960493074</c:v>
                </c:pt>
                <c:pt idx="1788">
                  <c:v>5.141553575530204</c:v>
                </c:pt>
                <c:pt idx="1789">
                  <c:v>5.1394030893499734</c:v>
                </c:pt>
                <c:pt idx="1790">
                  <c:v>5.1365592221116296</c:v>
                </c:pt>
                <c:pt idx="1791">
                  <c:v>5.1312705765255338</c:v>
                </c:pt>
                <c:pt idx="1792">
                  <c:v>5.1247645662659824</c:v>
                </c:pt>
                <c:pt idx="1793">
                  <c:v>5.118412640686012</c:v>
                </c:pt>
                <c:pt idx="1794">
                  <c:v>5.1143652859658522</c:v>
                </c:pt>
                <c:pt idx="1795">
                  <c:v>5.1135077712273178</c:v>
                </c:pt>
                <c:pt idx="1796">
                  <c:v>5.1128584143633722</c:v>
                </c:pt>
                <c:pt idx="1797">
                  <c:v>5.1115826697802618</c:v>
                </c:pt>
                <c:pt idx="1798">
                  <c:v>5.1132512824439171</c:v>
                </c:pt>
                <c:pt idx="1799">
                  <c:v>5.1085799326238419</c:v>
                </c:pt>
                <c:pt idx="1800">
                  <c:v>5.1065021820687546</c:v>
                </c:pt>
                <c:pt idx="1801">
                  <c:v>5.1046072276242249</c:v>
                </c:pt>
                <c:pt idx="1802">
                  <c:v>5.1007292703468341</c:v>
                </c:pt>
                <c:pt idx="1803">
                  <c:v>5.0978102748640994</c:v>
                </c:pt>
                <c:pt idx="1804">
                  <c:v>5.1004153587014773</c:v>
                </c:pt>
                <c:pt idx="1805">
                  <c:v>5.1017140724293695</c:v>
                </c:pt>
                <c:pt idx="1806">
                  <c:v>5.0982892772375772</c:v>
                </c:pt>
                <c:pt idx="1807">
                  <c:v>5.0935183944567797</c:v>
                </c:pt>
                <c:pt idx="1808">
                  <c:v>5.0922158525380903</c:v>
                </c:pt>
                <c:pt idx="1809">
                  <c:v>5.0937911530510682</c:v>
                </c:pt>
                <c:pt idx="1810">
                  <c:v>5.0931518451879638</c:v>
                </c:pt>
                <c:pt idx="1811">
                  <c:v>5.0885120779419646</c:v>
                </c:pt>
                <c:pt idx="1812">
                  <c:v>5.0836871219661584</c:v>
                </c:pt>
                <c:pt idx="1813">
                  <c:v>5.0837292320649263</c:v>
                </c:pt>
                <c:pt idx="1814">
                  <c:v>5.0859452760125565</c:v>
                </c:pt>
                <c:pt idx="1815">
                  <c:v>5.0869319921904905</c:v>
                </c:pt>
                <c:pt idx="1816">
                  <c:v>5.0842163693438485</c:v>
                </c:pt>
                <c:pt idx="1817">
                  <c:v>5.0822635135135137</c:v>
                </c:pt>
                <c:pt idx="1818">
                  <c:v>5.0819926690146238</c:v>
                </c:pt>
                <c:pt idx="1819">
                  <c:v>5.0826157070668403</c:v>
                </c:pt>
                <c:pt idx="1820">
                  <c:v>5.076555202511293</c:v>
                </c:pt>
                <c:pt idx="1821">
                  <c:v>5.0739237998621851</c:v>
                </c:pt>
                <c:pt idx="1822">
                  <c:v>5.0692084258479442</c:v>
                </c:pt>
                <c:pt idx="1823">
                  <c:v>5.0651036482658292</c:v>
                </c:pt>
                <c:pt idx="1824">
                  <c:v>5.0652878799479364</c:v>
                </c:pt>
                <c:pt idx="1825">
                  <c:v>5.0620578439629433</c:v>
                </c:pt>
                <c:pt idx="1826">
                  <c:v>5.067491003751627</c:v>
                </c:pt>
                <c:pt idx="1827">
                  <c:v>5.0759603973662051</c:v>
                </c:pt>
                <c:pt idx="1828">
                  <c:v>5.0804551718857667</c:v>
                </c:pt>
                <c:pt idx="1829">
                  <c:v>5.0795268356174867</c:v>
                </c:pt>
                <c:pt idx="1830">
                  <c:v>5.0740975040196004</c:v>
                </c:pt>
                <c:pt idx="1831">
                  <c:v>5.0711847293469106</c:v>
                </c:pt>
                <c:pt idx="1832">
                  <c:v>5.0748181609371414</c:v>
                </c:pt>
                <c:pt idx="1833">
                  <c:v>5.0790205573845801</c:v>
                </c:pt>
                <c:pt idx="1834">
                  <c:v>5.0789229385192556</c:v>
                </c:pt>
                <c:pt idx="1835">
                  <c:v>5.0803766939744275</c:v>
                </c:pt>
                <c:pt idx="1836">
                  <c:v>5.0816610519868313</c:v>
                </c:pt>
                <c:pt idx="1837">
                  <c:v>5.0831602672077176</c:v>
                </c:pt>
                <c:pt idx="1838">
                  <c:v>5.0846197649490854</c:v>
                </c:pt>
                <c:pt idx="1839">
                  <c:v>5.085614137508613</c:v>
                </c:pt>
                <c:pt idx="1840">
                  <c:v>5.0833803881785471</c:v>
                </c:pt>
                <c:pt idx="1841">
                  <c:v>5.0814720350662279</c:v>
                </c:pt>
                <c:pt idx="1842">
                  <c:v>5.0801761924814333</c:v>
                </c:pt>
                <c:pt idx="1843">
                  <c:v>5.076501607840135</c:v>
                </c:pt>
                <c:pt idx="1844">
                  <c:v>5.0728997588239801</c:v>
                </c:pt>
                <c:pt idx="1845">
                  <c:v>5.067289066687084</c:v>
                </c:pt>
                <c:pt idx="1846">
                  <c:v>5.0637336344843424</c:v>
                </c:pt>
                <c:pt idx="1847">
                  <c:v>5.0646576640379752</c:v>
                </c:pt>
                <c:pt idx="1848">
                  <c:v>5.065342910190644</c:v>
                </c:pt>
                <c:pt idx="1849">
                  <c:v>5.0637580392006738</c:v>
                </c:pt>
                <c:pt idx="1850">
                  <c:v>5.0646844613735551</c:v>
                </c:pt>
                <c:pt idx="1851">
                  <c:v>5.0631239950999154</c:v>
                </c:pt>
                <c:pt idx="1852">
                  <c:v>5.057556848633336</c:v>
                </c:pt>
                <c:pt idx="1853">
                  <c:v>5.0555743243243247</c:v>
                </c:pt>
                <c:pt idx="1854">
                  <c:v>5.0579688576678663</c:v>
                </c:pt>
                <c:pt idx="1855">
                  <c:v>5.0575893882551108</c:v>
                </c:pt>
                <c:pt idx="1856">
                  <c:v>5.0574281257177853</c:v>
                </c:pt>
                <c:pt idx="1857">
                  <c:v>5.0572659061327618</c:v>
                </c:pt>
                <c:pt idx="1858">
                  <c:v>5.0546746994870224</c:v>
                </c:pt>
                <c:pt idx="1859">
                  <c:v>5.0505589158563664</c:v>
                </c:pt>
                <c:pt idx="1860">
                  <c:v>5.0502048082076412</c:v>
                </c:pt>
                <c:pt idx="1861">
                  <c:v>5.0559169474006582</c:v>
                </c:pt>
                <c:pt idx="1862">
                  <c:v>5.0565031391164537</c:v>
                </c:pt>
                <c:pt idx="1863">
                  <c:v>5.0483376081463902</c:v>
                </c:pt>
                <c:pt idx="1864">
                  <c:v>5.0448718034606843</c:v>
                </c:pt>
                <c:pt idx="1865">
                  <c:v>5.0497688729806294</c:v>
                </c:pt>
                <c:pt idx="1866">
                  <c:v>5.0532855447515503</c:v>
                </c:pt>
                <c:pt idx="1867">
                  <c:v>5.0511556350968529</c:v>
                </c:pt>
                <c:pt idx="1868">
                  <c:v>5.0460106423704154</c:v>
                </c:pt>
                <c:pt idx="1869">
                  <c:v>5.0499636321874286</c:v>
                </c:pt>
                <c:pt idx="1870">
                  <c:v>5.0526151328382207</c:v>
                </c:pt>
                <c:pt idx="1871">
                  <c:v>5.0545196577597427</c:v>
                </c:pt>
                <c:pt idx="1872">
                  <c:v>5.0573195008039198</c:v>
                </c:pt>
                <c:pt idx="1873">
                  <c:v>5.0567696769006965</c:v>
                </c:pt>
                <c:pt idx="1874">
                  <c:v>5.0563691524385579</c:v>
                </c:pt>
                <c:pt idx="1875">
                  <c:v>5.0576032654467502</c:v>
                </c:pt>
                <c:pt idx="1876">
                  <c:v>5.0607495597580581</c:v>
                </c:pt>
                <c:pt idx="1877">
                  <c:v>5.0640178776510218</c:v>
                </c:pt>
                <c:pt idx="1878">
                  <c:v>5.0630981548120362</c:v>
                </c:pt>
                <c:pt idx="1879">
                  <c:v>5.0612539238955669</c:v>
                </c:pt>
                <c:pt idx="1880">
                  <c:v>5.0592182834392467</c:v>
                </c:pt>
                <c:pt idx="1881">
                  <c:v>5.0560777314141339</c:v>
                </c:pt>
                <c:pt idx="1882">
                  <c:v>5.05253904754613</c:v>
                </c:pt>
                <c:pt idx="1883">
                  <c:v>5.0561629086593678</c:v>
                </c:pt>
                <c:pt idx="1884">
                  <c:v>5.0602710359084293</c:v>
                </c:pt>
                <c:pt idx="1885">
                  <c:v>5.0646528787994791</c:v>
                </c:pt>
                <c:pt idx="1886">
                  <c:v>5.0650017226858584</c:v>
                </c:pt>
                <c:pt idx="1887">
                  <c:v>5.0601327425158873</c:v>
                </c:pt>
                <c:pt idx="1888">
                  <c:v>5.0555637967996327</c:v>
                </c:pt>
                <c:pt idx="1889">
                  <c:v>5.0547096317280449</c:v>
                </c:pt>
                <c:pt idx="1890">
                  <c:v>5.0556207411377381</c:v>
                </c:pt>
                <c:pt idx="1891">
                  <c:v>5.0581124148227552</c:v>
                </c:pt>
                <c:pt idx="1892">
                  <c:v>5.057917655615956</c:v>
                </c:pt>
                <c:pt idx="1893">
                  <c:v>5.0570548771150756</c:v>
                </c:pt>
                <c:pt idx="1894">
                  <c:v>5.0569524730112549</c:v>
                </c:pt>
                <c:pt idx="1895">
                  <c:v>5.052804628282674</c:v>
                </c:pt>
                <c:pt idx="1896">
                  <c:v>5.0486567835540921</c:v>
                </c:pt>
                <c:pt idx="1897">
                  <c:v>5.0462625373248606</c:v>
                </c:pt>
                <c:pt idx="1898">
                  <c:v>5.040526663348901</c:v>
                </c:pt>
                <c:pt idx="1899">
                  <c:v>5.0319429503866475</c:v>
                </c:pt>
                <c:pt idx="1900">
                  <c:v>5.0271165588392925</c:v>
                </c:pt>
                <c:pt idx="1901">
                  <c:v>5.0254164593063315</c:v>
                </c:pt>
                <c:pt idx="1902">
                  <c:v>5.0275395739223647</c:v>
                </c:pt>
                <c:pt idx="1903">
                  <c:v>5.028977873057193</c:v>
                </c:pt>
                <c:pt idx="1904">
                  <c:v>5.030765398897481</c:v>
                </c:pt>
                <c:pt idx="1905">
                  <c:v>5.0342738400581881</c:v>
                </c:pt>
                <c:pt idx="1906">
                  <c:v>5.0364811748717555</c:v>
                </c:pt>
                <c:pt idx="1907">
                  <c:v>5.039745425311998</c:v>
                </c:pt>
                <c:pt idx="1908">
                  <c:v>5.0391120511446292</c:v>
                </c:pt>
                <c:pt idx="1909">
                  <c:v>5.0369559183829722</c:v>
                </c:pt>
                <c:pt idx="1910">
                  <c:v>5.0350551737998623</c:v>
                </c:pt>
                <c:pt idx="1911">
                  <c:v>5.0354823998928104</c:v>
                </c:pt>
                <c:pt idx="1912">
                  <c:v>5.0401752354337344</c:v>
                </c:pt>
                <c:pt idx="1913">
                  <c:v>5.0442123497435114</c:v>
                </c:pt>
                <c:pt idx="1914">
                  <c:v>5.0443911741061171</c:v>
                </c:pt>
                <c:pt idx="1915">
                  <c:v>5.0446573769236656</c:v>
                </c:pt>
                <c:pt idx="1916">
                  <c:v>5.0436375947477226</c:v>
                </c:pt>
                <c:pt idx="1917">
                  <c:v>5.0460562456932854</c:v>
                </c:pt>
                <c:pt idx="1918">
                  <c:v>5.0512207143404027</c:v>
                </c:pt>
                <c:pt idx="1919">
                  <c:v>5.0583555049383664</c:v>
                </c:pt>
                <c:pt idx="1920">
                  <c:v>5.0578822448510836</c:v>
                </c:pt>
                <c:pt idx="1921">
                  <c:v>5.0511140035219357</c:v>
                </c:pt>
                <c:pt idx="1922">
                  <c:v>5.0472219297909806</c:v>
                </c:pt>
                <c:pt idx="1923">
                  <c:v>5.0466316227700787</c:v>
                </c:pt>
                <c:pt idx="1924">
                  <c:v>5.0469551527448129</c:v>
                </c:pt>
                <c:pt idx="1925">
                  <c:v>5.0427417023964471</c:v>
                </c:pt>
                <c:pt idx="1926">
                  <c:v>5.0384916928259704</c:v>
                </c:pt>
                <c:pt idx="1927">
                  <c:v>5.0420199448740526</c:v>
                </c:pt>
                <c:pt idx="1928">
                  <c:v>5.0463478581272492</c:v>
                </c:pt>
                <c:pt idx="1929">
                  <c:v>5.045641987596662</c:v>
                </c:pt>
                <c:pt idx="1930">
                  <c:v>5.0431189705994948</c:v>
                </c:pt>
                <c:pt idx="1931">
                  <c:v>5.0426646600566576</c:v>
                </c:pt>
                <c:pt idx="1932">
                  <c:v>5.0477799364520326</c:v>
                </c:pt>
                <c:pt idx="1933">
                  <c:v>5.0538009149376002</c:v>
                </c:pt>
                <c:pt idx="1934">
                  <c:v>5.0539483002832863</c:v>
                </c:pt>
                <c:pt idx="1935">
                  <c:v>5.0542665186432894</c:v>
                </c:pt>
                <c:pt idx="1936">
                  <c:v>5.0558762728734399</c:v>
                </c:pt>
                <c:pt idx="1937">
                  <c:v>5.0534965737692366</c:v>
                </c:pt>
                <c:pt idx="1938">
                  <c:v>5.056697419799403</c:v>
                </c:pt>
                <c:pt idx="1939">
                  <c:v>5.063666641145395</c:v>
                </c:pt>
                <c:pt idx="1940">
                  <c:v>5.0725164612204274</c:v>
                </c:pt>
                <c:pt idx="1941">
                  <c:v>5.0826496822601639</c:v>
                </c:pt>
                <c:pt idx="1942">
                  <c:v>5.091718666258326</c:v>
                </c:pt>
                <c:pt idx="1943">
                  <c:v>5.0989458119592683</c:v>
                </c:pt>
                <c:pt idx="1944">
                  <c:v>5.1036430020672228</c:v>
                </c:pt>
                <c:pt idx="1945">
                  <c:v>5.1072759551336038</c:v>
                </c:pt>
                <c:pt idx="1946">
                  <c:v>5.1025744583110022</c:v>
                </c:pt>
                <c:pt idx="1947">
                  <c:v>5.0949534874818161</c:v>
                </c:pt>
                <c:pt idx="1948">
                  <c:v>5.0901280529821609</c:v>
                </c:pt>
                <c:pt idx="1949">
                  <c:v>5.0867970484648959</c:v>
                </c:pt>
                <c:pt idx="1950">
                  <c:v>5.0767207717632648</c:v>
                </c:pt>
                <c:pt idx="1951">
                  <c:v>5.0661578363065614</c:v>
                </c:pt>
                <c:pt idx="1952">
                  <c:v>5.0603542990582646</c:v>
                </c:pt>
                <c:pt idx="1953">
                  <c:v>5.0586043373401735</c:v>
                </c:pt>
                <c:pt idx="1954">
                  <c:v>5.0568605964321263</c:v>
                </c:pt>
                <c:pt idx="1955">
                  <c:v>5.0530419761120893</c:v>
                </c:pt>
                <c:pt idx="1956">
                  <c:v>5.0503742056504093</c:v>
                </c:pt>
                <c:pt idx="1957">
                  <c:v>5.0501378148686928</c:v>
                </c:pt>
                <c:pt idx="1958">
                  <c:v>5.0503435801240331</c:v>
                </c:pt>
                <c:pt idx="1959">
                  <c:v>5.0493807901385805</c:v>
                </c:pt>
                <c:pt idx="1960">
                  <c:v>5.0442554168899774</c:v>
                </c:pt>
                <c:pt idx="1961">
                  <c:v>5.0417327348595053</c:v>
                </c:pt>
                <c:pt idx="1962">
                  <c:v>5.0394162487558383</c:v>
                </c:pt>
                <c:pt idx="1963">
                  <c:v>5.0375203372636088</c:v>
                </c:pt>
                <c:pt idx="1964">
                  <c:v>5.0382091723451499</c:v>
                </c:pt>
                <c:pt idx="1965">
                  <c:v>5.0369103629124874</c:v>
                </c:pt>
                <c:pt idx="1966">
                  <c:v>5.0372509761886528</c:v>
                </c:pt>
                <c:pt idx="1967">
                  <c:v>5.0400869956358623</c:v>
                </c:pt>
                <c:pt idx="1968">
                  <c:v>5.0437606710818468</c:v>
                </c:pt>
                <c:pt idx="1969">
                  <c:v>5.0463754211009872</c:v>
                </c:pt>
                <c:pt idx="1970">
                  <c:v>5.049293698797948</c:v>
                </c:pt>
                <c:pt idx="1971">
                  <c:v>5.0507646811117066</c:v>
                </c:pt>
                <c:pt idx="1972">
                  <c:v>5.0561050072735627</c:v>
                </c:pt>
                <c:pt idx="1973">
                  <c:v>5.0565682183600034</c:v>
                </c:pt>
                <c:pt idx="1974">
                  <c:v>5.0488845609065152</c:v>
                </c:pt>
                <c:pt idx="1975">
                  <c:v>5.0467560868233674</c:v>
                </c:pt>
                <c:pt idx="1976">
                  <c:v>5.0482332899471709</c:v>
                </c:pt>
                <c:pt idx="1977">
                  <c:v>5.0460320323864938</c:v>
                </c:pt>
                <c:pt idx="1978">
                  <c:v>5.0416402361993722</c:v>
                </c:pt>
                <c:pt idx="1979">
                  <c:v>5.0401338431207412</c:v>
                </c:pt>
                <c:pt idx="1980">
                  <c:v>5.0426097255187194</c:v>
                </c:pt>
                <c:pt idx="1981">
                  <c:v>5.0402652936222339</c:v>
                </c:pt>
                <c:pt idx="1982">
                  <c:v>5.0381744793660515</c:v>
                </c:pt>
                <c:pt idx="1983">
                  <c:v>5.0358414841895716</c:v>
                </c:pt>
                <c:pt idx="1984">
                  <c:v>5.0341002794579284</c:v>
                </c:pt>
                <c:pt idx="1985">
                  <c:v>5.0369956837148759</c:v>
                </c:pt>
                <c:pt idx="1986">
                  <c:v>5.0378145337263609</c:v>
                </c:pt>
                <c:pt idx="1987">
                  <c:v>5.0384153682719548</c:v>
                </c:pt>
                <c:pt idx="1988">
                  <c:v>5.0402777830947096</c:v>
                </c:pt>
                <c:pt idx="1989">
                  <c:v>5.042776012556466</c:v>
                </c:pt>
                <c:pt idx="1990">
                  <c:v>5.0389746669474009</c:v>
                </c:pt>
                <c:pt idx="1991">
                  <c:v>5.0356194969757295</c:v>
                </c:pt>
                <c:pt idx="1992">
                  <c:v>5.0385174852614654</c:v>
                </c:pt>
                <c:pt idx="1993">
                  <c:v>5.0374183159788686</c:v>
                </c:pt>
                <c:pt idx="1994">
                  <c:v>5.0341556925197155</c:v>
                </c:pt>
                <c:pt idx="1995">
                  <c:v>5.0371574726284356</c:v>
                </c:pt>
                <c:pt idx="1996">
                  <c:v>5.0399278864558612</c:v>
                </c:pt>
                <c:pt idx="1997">
                  <c:v>5.0406829970905749</c:v>
                </c:pt>
                <c:pt idx="1998">
                  <c:v>5.0396911607074495</c:v>
                </c:pt>
                <c:pt idx="1999">
                  <c:v>5.0395505704004284</c:v>
                </c:pt>
                <c:pt idx="2000">
                  <c:v>5.0368487768930406</c:v>
                </c:pt>
                <c:pt idx="2001">
                  <c:v>5.0324396102901767</c:v>
                </c:pt>
                <c:pt idx="2002">
                  <c:v>5.0302972111630044</c:v>
                </c:pt>
                <c:pt idx="2003">
                  <c:v>5.0296793411683636</c:v>
                </c:pt>
                <c:pt idx="2004">
                  <c:v>5.0320220503789912</c:v>
                </c:pt>
                <c:pt idx="2005">
                  <c:v>5.0323129450271802</c:v>
                </c:pt>
                <c:pt idx="2006">
                  <c:v>5.0339790215144324</c:v>
                </c:pt>
                <c:pt idx="2007">
                  <c:v>5.0371908735931399</c:v>
                </c:pt>
                <c:pt idx="2008">
                  <c:v>5.0382254421560368</c:v>
                </c:pt>
                <c:pt idx="2009">
                  <c:v>5.0391103284587704</c:v>
                </c:pt>
                <c:pt idx="2010">
                  <c:v>5.0412091340632417</c:v>
                </c:pt>
                <c:pt idx="2011">
                  <c:v>5.0427293086287417</c:v>
                </c:pt>
                <c:pt idx="2012">
                  <c:v>5.0442164650486179</c:v>
                </c:pt>
                <c:pt idx="2013">
                  <c:v>5.0425913502028941</c:v>
                </c:pt>
                <c:pt idx="2014">
                  <c:v>5.0405539392083298</c:v>
                </c:pt>
                <c:pt idx="2015">
                  <c:v>5.0420656917540772</c:v>
                </c:pt>
                <c:pt idx="2016">
                  <c:v>5.041136541995253</c:v>
                </c:pt>
                <c:pt idx="2017">
                  <c:v>5.0392858031544296</c:v>
                </c:pt>
                <c:pt idx="2018">
                  <c:v>5.035431437102825</c:v>
                </c:pt>
                <c:pt idx="2019">
                  <c:v>5.0367249349207563</c:v>
                </c:pt>
                <c:pt idx="2020">
                  <c:v>5.0387524404716331</c:v>
                </c:pt>
                <c:pt idx="2021">
                  <c:v>5.0372233653625296</c:v>
                </c:pt>
                <c:pt idx="2022">
                  <c:v>5.0366750248832401</c:v>
                </c:pt>
                <c:pt idx="2023">
                  <c:v>5.0369650581884997</c:v>
                </c:pt>
                <c:pt idx="2024">
                  <c:v>5.0379630196769005</c:v>
                </c:pt>
                <c:pt idx="2025">
                  <c:v>5.0364021705841822</c:v>
                </c:pt>
                <c:pt idx="2026">
                  <c:v>5.0362960339943346</c:v>
                </c:pt>
                <c:pt idx="2027">
                  <c:v>5.0344831942424006</c:v>
                </c:pt>
                <c:pt idx="2028">
                  <c:v>5.0329360787841662</c:v>
                </c:pt>
                <c:pt idx="2029">
                  <c:v>5.033145528673149</c:v>
                </c:pt>
                <c:pt idx="2030">
                  <c:v>5.0306658180843735</c:v>
                </c:pt>
                <c:pt idx="2031">
                  <c:v>5.0322185801240336</c:v>
                </c:pt>
                <c:pt idx="2032">
                  <c:v>5.0351453276931322</c:v>
                </c:pt>
                <c:pt idx="2033">
                  <c:v>5.0383279898170121</c:v>
                </c:pt>
                <c:pt idx="2034">
                  <c:v>5.0379084201056576</c:v>
                </c:pt>
                <c:pt idx="2035">
                  <c:v>5.0378310427991728</c:v>
                </c:pt>
                <c:pt idx="2036">
                  <c:v>5.0420625334966696</c:v>
                </c:pt>
                <c:pt idx="2037">
                  <c:v>5.0433367946558461</c:v>
                </c:pt>
                <c:pt idx="2038">
                  <c:v>5.0379923053364983</c:v>
                </c:pt>
                <c:pt idx="2039">
                  <c:v>5.0370210933312913</c:v>
                </c:pt>
                <c:pt idx="2040">
                  <c:v>5.0387452147615033</c:v>
                </c:pt>
                <c:pt idx="2041">
                  <c:v>5.0405997339407396</c:v>
                </c:pt>
                <c:pt idx="2042">
                  <c:v>5.0433476092948473</c:v>
                </c:pt>
                <c:pt idx="2043">
                  <c:v>5.0393733730189112</c:v>
                </c:pt>
                <c:pt idx="2044">
                  <c:v>5.0342233079396674</c:v>
                </c:pt>
                <c:pt idx="2045">
                  <c:v>5.0352735720848329</c:v>
                </c:pt>
                <c:pt idx="2046">
                  <c:v>5.0397428412832097</c:v>
                </c:pt>
                <c:pt idx="2047">
                  <c:v>5.0413371391930175</c:v>
                </c:pt>
                <c:pt idx="2048">
                  <c:v>5.0389697381517493</c:v>
                </c:pt>
                <c:pt idx="2049">
                  <c:v>5.0375196673302201</c:v>
                </c:pt>
                <c:pt idx="2050">
                  <c:v>5.0395005168057576</c:v>
                </c:pt>
                <c:pt idx="2051">
                  <c:v>5.0372262843580122</c:v>
                </c:pt>
                <c:pt idx="2052">
                  <c:v>5.0329005723145244</c:v>
                </c:pt>
                <c:pt idx="2053">
                  <c:v>5.032193122655233</c:v>
                </c:pt>
                <c:pt idx="2054">
                  <c:v>5.0311535774443001</c:v>
                </c:pt>
                <c:pt idx="2055">
                  <c:v>5.0276280529821609</c:v>
                </c:pt>
                <c:pt idx="2056">
                  <c:v>5.0243504995788992</c:v>
                </c:pt>
                <c:pt idx="2057">
                  <c:v>5.023804934537937</c:v>
                </c:pt>
                <c:pt idx="2058">
                  <c:v>5.0269312265523309</c:v>
                </c:pt>
                <c:pt idx="2059">
                  <c:v>5.0312990486945868</c:v>
                </c:pt>
                <c:pt idx="2060">
                  <c:v>5.0306221288569022</c:v>
                </c:pt>
                <c:pt idx="2061">
                  <c:v>5.0296029209095785</c:v>
                </c:pt>
                <c:pt idx="2062">
                  <c:v>5.0311852078707604</c:v>
                </c:pt>
                <c:pt idx="2063">
                  <c:v>5.0361130464742363</c:v>
                </c:pt>
                <c:pt idx="2064">
                  <c:v>5.0398246688614963</c:v>
                </c:pt>
                <c:pt idx="2065">
                  <c:v>5.0380587722992116</c:v>
                </c:pt>
                <c:pt idx="2066">
                  <c:v>5.0357921962330598</c:v>
                </c:pt>
                <c:pt idx="2067">
                  <c:v>5.0299599475537864</c:v>
                </c:pt>
                <c:pt idx="2068">
                  <c:v>5.0220412391853611</c:v>
                </c:pt>
                <c:pt idx="2069">
                  <c:v>5.0202922345149679</c:v>
                </c:pt>
                <c:pt idx="2070">
                  <c:v>5.0216763647500189</c:v>
                </c:pt>
                <c:pt idx="2071">
                  <c:v>5.0248451496822604</c:v>
                </c:pt>
                <c:pt idx="2072">
                  <c:v>5.0279436394609904</c:v>
                </c:pt>
                <c:pt idx="2073">
                  <c:v>5.0299545880866701</c:v>
                </c:pt>
                <c:pt idx="2074">
                  <c:v>5.0311088833167448</c:v>
                </c:pt>
                <c:pt idx="2075">
                  <c:v>5.0307223796033993</c:v>
                </c:pt>
                <c:pt idx="2076">
                  <c:v>5.0296644590766402</c:v>
                </c:pt>
                <c:pt idx="2077">
                  <c:v>5.0323525189495442</c:v>
                </c:pt>
                <c:pt idx="2078">
                  <c:v>5.0345314772988283</c:v>
                </c:pt>
                <c:pt idx="2079">
                  <c:v>5.0322830851389631</c:v>
                </c:pt>
                <c:pt idx="2080">
                  <c:v>5.0307881766327229</c:v>
                </c:pt>
                <c:pt idx="2081">
                  <c:v>5.0275615860194476</c:v>
                </c:pt>
                <c:pt idx="2082">
                  <c:v>5.0263320189878264</c:v>
                </c:pt>
                <c:pt idx="2083">
                  <c:v>5.0282448223719474</c:v>
                </c:pt>
                <c:pt idx="2084">
                  <c:v>5.0325271801546592</c:v>
                </c:pt>
                <c:pt idx="2085">
                  <c:v>5.0344484055585328</c:v>
                </c:pt>
                <c:pt idx="2086">
                  <c:v>5.0305589158563659</c:v>
                </c:pt>
                <c:pt idx="2087">
                  <c:v>5.0262855543220271</c:v>
                </c:pt>
                <c:pt idx="2088">
                  <c:v>5.0264393040349127</c:v>
                </c:pt>
                <c:pt idx="2089">
                  <c:v>5.0271139748105043</c:v>
                </c:pt>
                <c:pt idx="2090">
                  <c:v>5.0263808762728734</c:v>
                </c:pt>
                <c:pt idx="2091">
                  <c:v>5.0333484227853917</c:v>
                </c:pt>
                <c:pt idx="2092">
                  <c:v>5.0390239549039126</c:v>
                </c:pt>
                <c:pt idx="2093">
                  <c:v>5.0343565289794041</c:v>
                </c:pt>
                <c:pt idx="2094">
                  <c:v>5.0286549173110791</c:v>
                </c:pt>
                <c:pt idx="2095">
                  <c:v>5.029263264681112</c:v>
                </c:pt>
                <c:pt idx="2096">
                  <c:v>5.0327852002143789</c:v>
                </c:pt>
                <c:pt idx="2097">
                  <c:v>5.0320597580583417</c:v>
                </c:pt>
                <c:pt idx="2098">
                  <c:v>5.0297881574917698</c:v>
                </c:pt>
                <c:pt idx="2099">
                  <c:v>5.029658908199985</c:v>
                </c:pt>
                <c:pt idx="2100">
                  <c:v>5.0286903759283366</c:v>
                </c:pt>
                <c:pt idx="2101">
                  <c:v>5.0276805470484645</c:v>
                </c:pt>
                <c:pt idx="2102">
                  <c:v>5.0264867257484109</c:v>
                </c:pt>
                <c:pt idx="2103">
                  <c:v>5.0257472149911955</c:v>
                </c:pt>
                <c:pt idx="2104">
                  <c:v>5.0266594250057421</c:v>
                </c:pt>
                <c:pt idx="2105">
                  <c:v>5.0281764891662197</c:v>
                </c:pt>
                <c:pt idx="2106">
                  <c:v>5.0301373363448434</c:v>
                </c:pt>
                <c:pt idx="2107">
                  <c:v>5.0354913004364139</c:v>
                </c:pt>
                <c:pt idx="2108">
                  <c:v>5.0403841589464822</c:v>
                </c:pt>
                <c:pt idx="2109">
                  <c:v>5.0436509455631269</c:v>
                </c:pt>
                <c:pt idx="2110">
                  <c:v>5.0474095111400352</c:v>
                </c:pt>
                <c:pt idx="2111">
                  <c:v>5.0460172459995407</c:v>
                </c:pt>
                <c:pt idx="2112">
                  <c:v>5.0427763475231604</c:v>
                </c:pt>
                <c:pt idx="2113">
                  <c:v>5.0440021820687546</c:v>
                </c:pt>
                <c:pt idx="2114">
                  <c:v>5.0416591857438178</c:v>
                </c:pt>
                <c:pt idx="2115">
                  <c:v>5.0372682030472395</c:v>
                </c:pt>
                <c:pt idx="2116">
                  <c:v>5.0404517743664341</c:v>
                </c:pt>
                <c:pt idx="2117">
                  <c:v>5.0398153376464281</c:v>
                </c:pt>
                <c:pt idx="2118">
                  <c:v>5.037934595360233</c:v>
                </c:pt>
                <c:pt idx="2119">
                  <c:v>5.0382301316897635</c:v>
                </c:pt>
                <c:pt idx="2120">
                  <c:v>5.0385330851389636</c:v>
                </c:pt>
                <c:pt idx="2121">
                  <c:v>5.0381017915932933</c:v>
                </c:pt>
                <c:pt idx="2122">
                  <c:v>5.0372259493913178</c:v>
                </c:pt>
                <c:pt idx="2123">
                  <c:v>5.033006469642447</c:v>
                </c:pt>
                <c:pt idx="2124">
                  <c:v>5.0265675962789986</c:v>
                </c:pt>
                <c:pt idx="2125">
                  <c:v>5.029347437026261</c:v>
                </c:pt>
                <c:pt idx="2126">
                  <c:v>5.0347130292473778</c:v>
                </c:pt>
                <c:pt idx="2127">
                  <c:v>5.0396864711737237</c:v>
                </c:pt>
                <c:pt idx="2128">
                  <c:v>5.04187471288569</c:v>
                </c:pt>
                <c:pt idx="2129">
                  <c:v>5.0428954521093328</c:v>
                </c:pt>
                <c:pt idx="2130">
                  <c:v>5.0377592163693441</c:v>
                </c:pt>
                <c:pt idx="2131">
                  <c:v>5.0334702071051218</c:v>
                </c:pt>
                <c:pt idx="2132">
                  <c:v>5.0368299709057496</c:v>
                </c:pt>
                <c:pt idx="2133">
                  <c:v>5.0350113410152364</c:v>
                </c:pt>
                <c:pt idx="2134">
                  <c:v>5.0303588928872216</c:v>
                </c:pt>
                <c:pt idx="2135">
                  <c:v>5.0293829434959036</c:v>
                </c:pt>
                <c:pt idx="2136">
                  <c:v>5.029291066916775</c:v>
                </c:pt>
                <c:pt idx="2137">
                  <c:v>5.0298766365515659</c:v>
                </c:pt>
                <c:pt idx="2138">
                  <c:v>5.0291009493913172</c:v>
                </c:pt>
                <c:pt idx="2139">
                  <c:v>5.0317179006201673</c:v>
                </c:pt>
                <c:pt idx="2140">
                  <c:v>5.0362425828803303</c:v>
                </c:pt>
                <c:pt idx="2141">
                  <c:v>5.0409059892045018</c:v>
                </c:pt>
                <c:pt idx="2142">
                  <c:v>5.041640188346987</c:v>
                </c:pt>
                <c:pt idx="2143">
                  <c:v>5.0415506086823365</c:v>
                </c:pt>
                <c:pt idx="2144">
                  <c:v>5.0399155883929252</c:v>
                </c:pt>
                <c:pt idx="2145">
                  <c:v>5.0400720656917537</c:v>
                </c:pt>
                <c:pt idx="2146">
                  <c:v>5.0430086229997704</c:v>
                </c:pt>
                <c:pt idx="2147">
                  <c:v>5.0444156745272188</c:v>
                </c:pt>
                <c:pt idx="2148">
                  <c:v>5.0414681590230455</c:v>
                </c:pt>
                <c:pt idx="2149">
                  <c:v>5.0409747530816933</c:v>
                </c:pt>
                <c:pt idx="2150">
                  <c:v>5.0429588086670236</c:v>
                </c:pt>
                <c:pt idx="2151">
                  <c:v>5.0439111189801702</c:v>
                </c:pt>
                <c:pt idx="2152">
                  <c:v>5.043405414975882</c:v>
                </c:pt>
                <c:pt idx="2153">
                  <c:v>5.0399299919607996</c:v>
                </c:pt>
                <c:pt idx="2154">
                  <c:v>5.0371657032386494</c:v>
                </c:pt>
                <c:pt idx="2155">
                  <c:v>5.0326399203736312</c:v>
                </c:pt>
                <c:pt idx="2156">
                  <c:v>5.0298981222724137</c:v>
                </c:pt>
                <c:pt idx="2157">
                  <c:v>5.0312450712043484</c:v>
                </c:pt>
                <c:pt idx="2158">
                  <c:v>5.0327013628359234</c:v>
                </c:pt>
                <c:pt idx="2159">
                  <c:v>5.0339629431130843</c:v>
                </c:pt>
                <c:pt idx="2160">
                  <c:v>5.0355440337646424</c:v>
                </c:pt>
                <c:pt idx="2161">
                  <c:v>5.036775706301202</c:v>
                </c:pt>
                <c:pt idx="2162">
                  <c:v>5.0389928987060717</c:v>
                </c:pt>
                <c:pt idx="2163">
                  <c:v>5.0416990946328761</c:v>
                </c:pt>
                <c:pt idx="2164">
                  <c:v>5.0390901347523158</c:v>
                </c:pt>
                <c:pt idx="2165">
                  <c:v>5.0369006010259554</c:v>
                </c:pt>
                <c:pt idx="2166">
                  <c:v>5.0342875736926729</c:v>
                </c:pt>
                <c:pt idx="2167">
                  <c:v>5.0321985299747336</c:v>
                </c:pt>
                <c:pt idx="2168">
                  <c:v>5.0325064122195853</c:v>
                </c:pt>
                <c:pt idx="2169">
                  <c:v>5.0333243051833705</c:v>
                </c:pt>
                <c:pt idx="2170">
                  <c:v>5.0352212694280682</c:v>
                </c:pt>
                <c:pt idx="2171">
                  <c:v>5.0364344230916469</c:v>
                </c:pt>
                <c:pt idx="2172">
                  <c:v>5.0362033439246616</c:v>
                </c:pt>
                <c:pt idx="2173">
                  <c:v>5.0349909558992421</c:v>
                </c:pt>
                <c:pt idx="2174">
                  <c:v>5.0320573654390932</c:v>
                </c:pt>
                <c:pt idx="2175">
                  <c:v>5.0334982007503255</c:v>
                </c:pt>
                <c:pt idx="2176">
                  <c:v>5.0350415837225331</c:v>
                </c:pt>
                <c:pt idx="2177">
                  <c:v>5.0369083531123193</c:v>
                </c:pt>
                <c:pt idx="2178">
                  <c:v>5.0390753005129776</c:v>
                </c:pt>
                <c:pt idx="2179">
                  <c:v>5.0370220982313763</c:v>
                </c:pt>
                <c:pt idx="2180">
                  <c:v>5.0385034166602862</c:v>
                </c:pt>
                <c:pt idx="2181">
                  <c:v>5.0398385460531356</c:v>
                </c:pt>
                <c:pt idx="2182">
                  <c:v>5.0361297948089732</c:v>
                </c:pt>
                <c:pt idx="2183">
                  <c:v>5.0318608356940508</c:v>
                </c:pt>
                <c:pt idx="2184">
                  <c:v>5.0311993243243247</c:v>
                </c:pt>
                <c:pt idx="2185">
                  <c:v>5.0339102097848558</c:v>
                </c:pt>
                <c:pt idx="2186">
                  <c:v>5.0386353456856288</c:v>
                </c:pt>
                <c:pt idx="2187">
                  <c:v>5.0439485873975958</c:v>
                </c:pt>
                <c:pt idx="2188">
                  <c:v>5.0501622195850242</c:v>
                </c:pt>
                <c:pt idx="2189">
                  <c:v>5.0604433044942958</c:v>
                </c:pt>
                <c:pt idx="2190">
                  <c:v>5.0744276854758441</c:v>
                </c:pt>
                <c:pt idx="2191">
                  <c:v>5.0896279955592982</c:v>
                </c:pt>
                <c:pt idx="2192">
                  <c:v>5.1048546244544832</c:v>
                </c:pt>
                <c:pt idx="2193">
                  <c:v>5.1172881096393841</c:v>
                </c:pt>
                <c:pt idx="2194">
                  <c:v>5.1288607304188041</c:v>
                </c:pt>
                <c:pt idx="2195">
                  <c:v>5.1380402534262304</c:v>
                </c:pt>
                <c:pt idx="2196">
                  <c:v>5.1431193055661897</c:v>
                </c:pt>
                <c:pt idx="2197">
                  <c:v>5.1434695850241177</c:v>
                </c:pt>
                <c:pt idx="2198">
                  <c:v>5.1413415894648189</c:v>
                </c:pt>
                <c:pt idx="2199">
                  <c:v>5.134302982160631</c:v>
                </c:pt>
                <c:pt idx="2200">
                  <c:v>5.1200822103973662</c:v>
                </c:pt>
                <c:pt idx="2201">
                  <c:v>5.1034994449123348</c:v>
                </c:pt>
                <c:pt idx="2202">
                  <c:v>5.0935614616032465</c:v>
                </c:pt>
                <c:pt idx="2203">
                  <c:v>5.0838809241252587</c:v>
                </c:pt>
                <c:pt idx="2204">
                  <c:v>5.0704956550034455</c:v>
                </c:pt>
                <c:pt idx="2205">
                  <c:v>5.0609031659137891</c:v>
                </c:pt>
                <c:pt idx="2206">
                  <c:v>5.0562399509991582</c:v>
                </c:pt>
                <c:pt idx="2207">
                  <c:v>5.0527610826123572</c:v>
                </c:pt>
                <c:pt idx="2208">
                  <c:v>5.0447847121200518</c:v>
                </c:pt>
                <c:pt idx="2209">
                  <c:v>5.0376352308399053</c:v>
                </c:pt>
                <c:pt idx="2210">
                  <c:v>5.037462770844499</c:v>
                </c:pt>
                <c:pt idx="2211">
                  <c:v>5.0385762001378147</c:v>
                </c:pt>
                <c:pt idx="2212">
                  <c:v>5.042023055279075</c:v>
                </c:pt>
                <c:pt idx="2213">
                  <c:v>5.0439012135364827</c:v>
                </c:pt>
                <c:pt idx="2214">
                  <c:v>5.0411230476226931</c:v>
                </c:pt>
                <c:pt idx="2215">
                  <c:v>5.0379380407319498</c:v>
                </c:pt>
                <c:pt idx="2216">
                  <c:v>5.0360085847178624</c:v>
                </c:pt>
                <c:pt idx="2217">
                  <c:v>5.0398259130235052</c:v>
                </c:pt>
                <c:pt idx="2218">
                  <c:v>5.043049871755608</c:v>
                </c:pt>
                <c:pt idx="2219">
                  <c:v>5.0418781104050225</c:v>
                </c:pt>
                <c:pt idx="2220">
                  <c:v>5.0427859180001535</c:v>
                </c:pt>
                <c:pt idx="2221">
                  <c:v>5.0432745387030087</c:v>
                </c:pt>
                <c:pt idx="2222">
                  <c:v>5.0407591780874359</c:v>
                </c:pt>
                <c:pt idx="2223">
                  <c:v>5.0347427934308246</c:v>
                </c:pt>
                <c:pt idx="2224">
                  <c:v>5.0342755148916618</c:v>
                </c:pt>
                <c:pt idx="2225">
                  <c:v>5.0327363907817162</c:v>
                </c:pt>
                <c:pt idx="2226">
                  <c:v>5.0282050570400427</c:v>
                </c:pt>
                <c:pt idx="2227">
                  <c:v>5.0293518872980627</c:v>
                </c:pt>
                <c:pt idx="2228">
                  <c:v>5.0338012977566802</c:v>
                </c:pt>
                <c:pt idx="2229">
                  <c:v>5.036212962254039</c:v>
                </c:pt>
                <c:pt idx="2230">
                  <c:v>5.0366191811499883</c:v>
                </c:pt>
                <c:pt idx="2231">
                  <c:v>5.03532869803231</c:v>
                </c:pt>
                <c:pt idx="2232">
                  <c:v>5.036002220350662</c:v>
                </c:pt>
                <c:pt idx="2233">
                  <c:v>5.0377931437102825</c:v>
                </c:pt>
                <c:pt idx="2234">
                  <c:v>5.0381442366587548</c:v>
                </c:pt>
                <c:pt idx="2235">
                  <c:v>5.0353030970063548</c:v>
                </c:pt>
                <c:pt idx="2236">
                  <c:v>5.0324640150065081</c:v>
                </c:pt>
                <c:pt idx="2237">
                  <c:v>5.0318949065921448</c:v>
                </c:pt>
                <c:pt idx="2238">
                  <c:v>5.0328752584028784</c:v>
                </c:pt>
                <c:pt idx="2239">
                  <c:v>5.0337690931016006</c:v>
                </c:pt>
                <c:pt idx="2240">
                  <c:v>5.0318141796187126</c:v>
                </c:pt>
                <c:pt idx="2241">
                  <c:v>5.0287445448281138</c:v>
                </c:pt>
                <c:pt idx="2242">
                  <c:v>5.0239040368271954</c:v>
                </c:pt>
                <c:pt idx="2243">
                  <c:v>5.0219588852308403</c:v>
                </c:pt>
                <c:pt idx="2244">
                  <c:v>5.0236318046091419</c:v>
                </c:pt>
                <c:pt idx="2245">
                  <c:v>5.0228142466120511</c:v>
                </c:pt>
                <c:pt idx="2246">
                  <c:v>5.0217551297756682</c:v>
                </c:pt>
                <c:pt idx="2247">
                  <c:v>5.0274512384197232</c:v>
                </c:pt>
                <c:pt idx="2248">
                  <c:v>5.0311379297144168</c:v>
                </c:pt>
                <c:pt idx="2249">
                  <c:v>5.0283852212694278</c:v>
                </c:pt>
                <c:pt idx="2250">
                  <c:v>5.0277623267743667</c:v>
                </c:pt>
                <c:pt idx="2251">
                  <c:v>5.0325189495444453</c:v>
                </c:pt>
                <c:pt idx="2252">
                  <c:v>5.0357358261235738</c:v>
                </c:pt>
                <c:pt idx="2253">
                  <c:v>5.0331837148763494</c:v>
                </c:pt>
                <c:pt idx="2254">
                  <c:v>5.0328363065615189</c:v>
                </c:pt>
                <c:pt idx="2255">
                  <c:v>5.0352745291325318</c:v>
                </c:pt>
                <c:pt idx="2256">
                  <c:v>5.0348394073960643</c:v>
                </c:pt>
                <c:pt idx="2257">
                  <c:v>5.0335902208866088</c:v>
                </c:pt>
                <c:pt idx="2258">
                  <c:v>5.0360456703162084</c:v>
                </c:pt>
                <c:pt idx="2259">
                  <c:v>5.0343794981241867</c:v>
                </c:pt>
                <c:pt idx="2260">
                  <c:v>5.0346279477069134</c:v>
                </c:pt>
                <c:pt idx="2261">
                  <c:v>5.0320331042799173</c:v>
                </c:pt>
                <c:pt idx="2262">
                  <c:v>5.0337707679350743</c:v>
                </c:pt>
                <c:pt idx="2263">
                  <c:v>5.0319297431283978</c:v>
                </c:pt>
                <c:pt idx="2264">
                  <c:v>5.0338557059183833</c:v>
                </c:pt>
                <c:pt idx="2265">
                  <c:v>5.0367332612357396</c:v>
                </c:pt>
                <c:pt idx="2266">
                  <c:v>5.0360018375315825</c:v>
                </c:pt>
                <c:pt idx="2267">
                  <c:v>5.0364272452339023</c:v>
                </c:pt>
                <c:pt idx="2268">
                  <c:v>5.0337242554168897</c:v>
                </c:pt>
                <c:pt idx="2269">
                  <c:v>5.0285455746114387</c:v>
                </c:pt>
                <c:pt idx="2270">
                  <c:v>5.0251356615113698</c:v>
                </c:pt>
                <c:pt idx="2271">
                  <c:v>5.0250951783936912</c:v>
                </c:pt>
                <c:pt idx="2272">
                  <c:v>5.0260793105428379</c:v>
                </c:pt>
                <c:pt idx="2273">
                  <c:v>5.0276558073654387</c:v>
                </c:pt>
                <c:pt idx="2274">
                  <c:v>5.028490017992497</c:v>
                </c:pt>
                <c:pt idx="2275">
                  <c:v>5.0286605160401194</c:v>
                </c:pt>
                <c:pt idx="2276">
                  <c:v>5.0271107687007124</c:v>
                </c:pt>
                <c:pt idx="2277">
                  <c:v>5.028051785851007</c:v>
                </c:pt>
                <c:pt idx="2278">
                  <c:v>5.0350058379909655</c:v>
                </c:pt>
                <c:pt idx="2279">
                  <c:v>5.0401302541918689</c:v>
                </c:pt>
                <c:pt idx="2280">
                  <c:v>5.040851389633259</c:v>
                </c:pt>
                <c:pt idx="2281">
                  <c:v>5.0417121583339712</c:v>
                </c:pt>
                <c:pt idx="2282">
                  <c:v>5.0414789258096624</c:v>
                </c:pt>
                <c:pt idx="2283">
                  <c:v>5.0380238400581883</c:v>
                </c:pt>
                <c:pt idx="2284">
                  <c:v>5.0370273141413371</c:v>
                </c:pt>
                <c:pt idx="2285">
                  <c:v>5.0356704119133298</c:v>
                </c:pt>
                <c:pt idx="2286">
                  <c:v>5.0357862146849399</c:v>
                </c:pt>
                <c:pt idx="2287">
                  <c:v>5.0347775821146925</c:v>
                </c:pt>
                <c:pt idx="2288">
                  <c:v>5.0311073998928109</c:v>
                </c:pt>
                <c:pt idx="2289">
                  <c:v>5.0311251531276318</c:v>
                </c:pt>
                <c:pt idx="2290">
                  <c:v>5.0321157932011333</c:v>
                </c:pt>
                <c:pt idx="2291">
                  <c:v>5.0339336574534874</c:v>
                </c:pt>
                <c:pt idx="2292">
                  <c:v>5.0347122157568336</c:v>
                </c:pt>
                <c:pt idx="2293">
                  <c:v>5.0354681398820915</c:v>
                </c:pt>
                <c:pt idx="2294">
                  <c:v>5.0353373593139885</c:v>
                </c:pt>
                <c:pt idx="2295">
                  <c:v>5.0313935571548889</c:v>
                </c:pt>
                <c:pt idx="2296">
                  <c:v>5.0281611764030316</c:v>
                </c:pt>
                <c:pt idx="2297">
                  <c:v>5.0239356672536557</c:v>
                </c:pt>
                <c:pt idx="2298">
                  <c:v>5.0226076200137815</c:v>
                </c:pt>
                <c:pt idx="2299">
                  <c:v>5.0249558322486791</c:v>
                </c:pt>
                <c:pt idx="2300">
                  <c:v>5.02570926804992</c:v>
                </c:pt>
                <c:pt idx="2301">
                  <c:v>5.0268050398131843</c:v>
                </c:pt>
                <c:pt idx="2302">
                  <c:v>5.0291426288186205</c:v>
                </c:pt>
                <c:pt idx="2303">
                  <c:v>5.0297719355332671</c:v>
                </c:pt>
                <c:pt idx="2304">
                  <c:v>5.0271275648878344</c:v>
                </c:pt>
                <c:pt idx="2305">
                  <c:v>5.0270240123267742</c:v>
                </c:pt>
                <c:pt idx="2306">
                  <c:v>5.0316204731643825</c:v>
                </c:pt>
                <c:pt idx="2307">
                  <c:v>5.0360897902151445</c:v>
                </c:pt>
                <c:pt idx="2308">
                  <c:v>5.0382921483806751</c:v>
                </c:pt>
                <c:pt idx="2309">
                  <c:v>5.038080640839139</c:v>
                </c:pt>
                <c:pt idx="2310">
                  <c:v>5.0379928795651177</c:v>
                </c:pt>
                <c:pt idx="2311">
                  <c:v>5.035998966388485</c:v>
                </c:pt>
                <c:pt idx="2312">
                  <c:v>5.032231452415588</c:v>
                </c:pt>
                <c:pt idx="2313">
                  <c:v>5.0294970714340401</c:v>
                </c:pt>
                <c:pt idx="2314">
                  <c:v>5.0282490333818242</c:v>
                </c:pt>
                <c:pt idx="2315">
                  <c:v>5.0312915358701478</c:v>
                </c:pt>
                <c:pt idx="2316">
                  <c:v>5.0327703659750398</c:v>
                </c:pt>
                <c:pt idx="2317">
                  <c:v>5.0343130311614734</c:v>
                </c:pt>
                <c:pt idx="2318">
                  <c:v>5.0375356978791821</c:v>
                </c:pt>
                <c:pt idx="2319">
                  <c:v>5.0385325109103434</c:v>
                </c:pt>
                <c:pt idx="2320">
                  <c:v>5.038541698568257</c:v>
                </c:pt>
                <c:pt idx="2321">
                  <c:v>5.0355413540310847</c:v>
                </c:pt>
                <c:pt idx="2322">
                  <c:v>5.0379458406706989</c:v>
                </c:pt>
                <c:pt idx="2323">
                  <c:v>5.0400577099762653</c:v>
                </c:pt>
                <c:pt idx="2324">
                  <c:v>5.0397970101829879</c:v>
                </c:pt>
                <c:pt idx="2325">
                  <c:v>5.0405967670928717</c:v>
                </c:pt>
                <c:pt idx="2326">
                  <c:v>5.0385991692825973</c:v>
                </c:pt>
                <c:pt idx="2327">
                  <c:v>5.0392870473164386</c:v>
                </c:pt>
                <c:pt idx="2328">
                  <c:v>5.0384896351734172</c:v>
                </c:pt>
                <c:pt idx="2329">
                  <c:v>5.0378023313681952</c:v>
                </c:pt>
                <c:pt idx="2330">
                  <c:v>5.0368605485797415</c:v>
                </c:pt>
                <c:pt idx="2331">
                  <c:v>5.0347452339024574</c:v>
                </c:pt>
                <c:pt idx="2332">
                  <c:v>5.032069854911569</c:v>
                </c:pt>
                <c:pt idx="2333">
                  <c:v>5.0316212866549268</c:v>
                </c:pt>
                <c:pt idx="2334">
                  <c:v>5.0297632742515885</c:v>
                </c:pt>
                <c:pt idx="2335">
                  <c:v>5.0281684021131614</c:v>
                </c:pt>
                <c:pt idx="2336">
                  <c:v>5.0264531333741678</c:v>
                </c:pt>
                <c:pt idx="2337">
                  <c:v>5.0249361170660745</c:v>
                </c:pt>
                <c:pt idx="2338">
                  <c:v>5.0222455210167674</c:v>
                </c:pt>
                <c:pt idx="2339">
                  <c:v>5.0203392255570014</c:v>
                </c:pt>
                <c:pt idx="2340">
                  <c:v>5.0206430882015161</c:v>
                </c:pt>
                <c:pt idx="2341">
                  <c:v>5.021686413750861</c:v>
                </c:pt>
                <c:pt idx="2342">
                  <c:v>5.0223480208253584</c:v>
                </c:pt>
                <c:pt idx="2343">
                  <c:v>5.0221499119516118</c:v>
                </c:pt>
                <c:pt idx="2344">
                  <c:v>5.0184905922211165</c:v>
                </c:pt>
                <c:pt idx="2345">
                  <c:v>5.0195305681035141</c:v>
                </c:pt>
                <c:pt idx="2346">
                  <c:v>5.0249449697572928</c:v>
                </c:pt>
                <c:pt idx="2347">
                  <c:v>5.0276711201286268</c:v>
                </c:pt>
                <c:pt idx="2348">
                  <c:v>5.0286926249904296</c:v>
                </c:pt>
                <c:pt idx="2349">
                  <c:v>5.0293757177857747</c:v>
                </c:pt>
                <c:pt idx="2350">
                  <c:v>5.0277351466197073</c:v>
                </c:pt>
                <c:pt idx="2351">
                  <c:v>5.0288502028941124</c:v>
                </c:pt>
                <c:pt idx="2352">
                  <c:v>5.0321006239950998</c:v>
                </c:pt>
                <c:pt idx="2353">
                  <c:v>5.0324791363601564</c:v>
                </c:pt>
                <c:pt idx="2354">
                  <c:v>5.0316841646887678</c:v>
                </c:pt>
                <c:pt idx="2355">
                  <c:v>5.0355076659520712</c:v>
                </c:pt>
                <c:pt idx="2356">
                  <c:v>5.0382698970216673</c:v>
                </c:pt>
                <c:pt idx="2357">
                  <c:v>5.0372364769160098</c:v>
                </c:pt>
                <c:pt idx="2358">
                  <c:v>5.0364848595053981</c:v>
                </c:pt>
                <c:pt idx="2359">
                  <c:v>5.0334059413521173</c:v>
                </c:pt>
                <c:pt idx="2360">
                  <c:v>5.033331195926805</c:v>
                </c:pt>
                <c:pt idx="2361">
                  <c:v>5.0357854968991651</c:v>
                </c:pt>
                <c:pt idx="2362">
                  <c:v>5.0338420201362837</c:v>
                </c:pt>
                <c:pt idx="2363">
                  <c:v>5.0313409195314298</c:v>
                </c:pt>
                <c:pt idx="2364">
                  <c:v>5.0308198549115684</c:v>
                </c:pt>
                <c:pt idx="2365">
                  <c:v>5.033311911415665</c:v>
                </c:pt>
                <c:pt idx="2366">
                  <c:v>5.0339901711201289</c:v>
                </c:pt>
                <c:pt idx="2367">
                  <c:v>5.0319380694433811</c:v>
                </c:pt>
                <c:pt idx="2368">
                  <c:v>5.0291957928183137</c:v>
                </c:pt>
                <c:pt idx="2369">
                  <c:v>5.0288903510450957</c:v>
                </c:pt>
                <c:pt idx="2370">
                  <c:v>5.0343602136130468</c:v>
                </c:pt>
                <c:pt idx="2371">
                  <c:v>5.0333842163693436</c:v>
                </c:pt>
                <c:pt idx="2372">
                  <c:v>5.0279495731567261</c:v>
                </c:pt>
                <c:pt idx="2373">
                  <c:v>5.0245577961105585</c:v>
                </c:pt>
                <c:pt idx="2374">
                  <c:v>5.0224756909884389</c:v>
                </c:pt>
                <c:pt idx="2375">
                  <c:v>5.0231928546818772</c:v>
                </c:pt>
                <c:pt idx="2376">
                  <c:v>5.0283065040961645</c:v>
                </c:pt>
                <c:pt idx="2377">
                  <c:v>5.0343785889288721</c:v>
                </c:pt>
                <c:pt idx="2378">
                  <c:v>5.0328249176938975</c:v>
                </c:pt>
                <c:pt idx="2379">
                  <c:v>5.0323121315366359</c:v>
                </c:pt>
                <c:pt idx="2380">
                  <c:v>5.0295722475308171</c:v>
                </c:pt>
                <c:pt idx="2381">
                  <c:v>5.0268232237194699</c:v>
                </c:pt>
                <c:pt idx="2382">
                  <c:v>5.0270024787535412</c:v>
                </c:pt>
                <c:pt idx="2383">
                  <c:v>5.0293649509991578</c:v>
                </c:pt>
                <c:pt idx="2384">
                  <c:v>5.026713019676901</c:v>
                </c:pt>
                <c:pt idx="2385">
                  <c:v>5.0279020078860732</c:v>
                </c:pt>
                <c:pt idx="2386">
                  <c:v>5.0329236850164616</c:v>
                </c:pt>
                <c:pt idx="2387">
                  <c:v>5.0353039583492842</c:v>
                </c:pt>
                <c:pt idx="2388">
                  <c:v>5.0369381172957661</c:v>
                </c:pt>
                <c:pt idx="2389">
                  <c:v>5.0360074362606229</c:v>
                </c:pt>
                <c:pt idx="2390">
                  <c:v>5.0367747971058874</c:v>
                </c:pt>
                <c:pt idx="2391">
                  <c:v>5.0356557690835313</c:v>
                </c:pt>
                <c:pt idx="2392">
                  <c:v>5.0356122234132146</c:v>
                </c:pt>
                <c:pt idx="2393">
                  <c:v>5.0351198702243316</c:v>
                </c:pt>
                <c:pt idx="2394">
                  <c:v>5.034670488477146</c:v>
                </c:pt>
                <c:pt idx="2395">
                  <c:v>5.0339600241176017</c:v>
                </c:pt>
                <c:pt idx="2396">
                  <c:v>5.0339564830411145</c:v>
                </c:pt>
                <c:pt idx="2397">
                  <c:v>5.0319170622463822</c:v>
                </c:pt>
                <c:pt idx="2398">
                  <c:v>5.032085885460531</c:v>
                </c:pt>
                <c:pt idx="2399">
                  <c:v>5.0320479385192556</c:v>
                </c:pt>
                <c:pt idx="2400">
                  <c:v>5.0333244487405251</c:v>
                </c:pt>
                <c:pt idx="2401">
                  <c:v>5.0316713881019828</c:v>
                </c:pt>
                <c:pt idx="2402">
                  <c:v>5.0311925292856596</c:v>
                </c:pt>
                <c:pt idx="2403">
                  <c:v>5.0321134962866552</c:v>
                </c:pt>
                <c:pt idx="2404">
                  <c:v>5.0295563605390097</c:v>
                </c:pt>
                <c:pt idx="2405">
                  <c:v>5.0277141394227085</c:v>
                </c:pt>
                <c:pt idx="2406">
                  <c:v>5.0301944242401042</c:v>
                </c:pt>
                <c:pt idx="2407">
                  <c:v>5.0282476456626597</c:v>
                </c:pt>
                <c:pt idx="2408">
                  <c:v>5.0232325721613966</c:v>
                </c:pt>
                <c:pt idx="2409">
                  <c:v>5.0243061404180382</c:v>
                </c:pt>
                <c:pt idx="2410">
                  <c:v>5.0251087684710205</c:v>
                </c:pt>
                <c:pt idx="2411">
                  <c:v>5.0226545153510447</c:v>
                </c:pt>
                <c:pt idx="2412">
                  <c:v>5.0233642619248142</c:v>
                </c:pt>
                <c:pt idx="2413">
                  <c:v>5.0268850490008425</c:v>
                </c:pt>
                <c:pt idx="2414">
                  <c:v>5.029992152208866</c:v>
                </c:pt>
                <c:pt idx="2415">
                  <c:v>5.0303676020212844</c:v>
                </c:pt>
                <c:pt idx="2416">
                  <c:v>5.0296700099532963</c:v>
                </c:pt>
                <c:pt idx="2417">
                  <c:v>5.0291327712273182</c:v>
                </c:pt>
                <c:pt idx="2418">
                  <c:v>5.0275714436107499</c:v>
                </c:pt>
                <c:pt idx="2419">
                  <c:v>5.0334307288875282</c:v>
                </c:pt>
                <c:pt idx="2420">
                  <c:v>5.0369056255263764</c:v>
                </c:pt>
                <c:pt idx="2421">
                  <c:v>5.0356233251665259</c:v>
                </c:pt>
                <c:pt idx="2422">
                  <c:v>5.0343660994563972</c:v>
                </c:pt>
                <c:pt idx="2423">
                  <c:v>5.0322310695965085</c:v>
                </c:pt>
                <c:pt idx="2424">
                  <c:v>5.0317547948089736</c:v>
                </c:pt>
                <c:pt idx="2425">
                  <c:v>5.0309156553862646</c:v>
                </c:pt>
                <c:pt idx="2426">
                  <c:v>5.029224695658832</c:v>
                </c:pt>
                <c:pt idx="2427">
                  <c:v>5.0246510604088508</c:v>
                </c:pt>
                <c:pt idx="2428">
                  <c:v>5.0245720082688923</c:v>
                </c:pt>
                <c:pt idx="2429">
                  <c:v>5.0289744755378605</c:v>
                </c:pt>
                <c:pt idx="2430">
                  <c:v>5.0291590900390473</c:v>
                </c:pt>
                <c:pt idx="2431">
                  <c:v>5.0240849188423553</c:v>
                </c:pt>
                <c:pt idx="2432">
                  <c:v>5.0225401960033684</c:v>
                </c:pt>
                <c:pt idx="2433">
                  <c:v>5.0260887853150598</c:v>
                </c:pt>
                <c:pt idx="2434">
                  <c:v>5.0296510604088507</c:v>
                </c:pt>
                <c:pt idx="2435">
                  <c:v>5.0298319424240105</c:v>
                </c:pt>
                <c:pt idx="2436">
                  <c:v>5.033333444988898</c:v>
                </c:pt>
                <c:pt idx="2437">
                  <c:v>5.0316132474542528</c:v>
                </c:pt>
                <c:pt idx="2438">
                  <c:v>5.0295430575759896</c:v>
                </c:pt>
                <c:pt idx="2439">
                  <c:v>5.0319850126330294</c:v>
                </c:pt>
                <c:pt idx="2440">
                  <c:v>5.0323779764183447</c:v>
                </c:pt>
                <c:pt idx="2441">
                  <c:v>5.0315350088048385</c:v>
                </c:pt>
                <c:pt idx="2442">
                  <c:v>5.0305329320113312</c:v>
                </c:pt>
                <c:pt idx="2443">
                  <c:v>5.0283737845494221</c:v>
                </c:pt>
                <c:pt idx="2444">
                  <c:v>5.0288076621238806</c:v>
                </c:pt>
                <c:pt idx="2445">
                  <c:v>5.0304762269351508</c:v>
                </c:pt>
                <c:pt idx="2446">
                  <c:v>5.0324006584488172</c:v>
                </c:pt>
                <c:pt idx="2447">
                  <c:v>5.0315746784319728</c:v>
                </c:pt>
                <c:pt idx="2448">
                  <c:v>5.0342590536712351</c:v>
                </c:pt>
                <c:pt idx="2449">
                  <c:v>5.037929331597887</c:v>
                </c:pt>
                <c:pt idx="2450">
                  <c:v>5.0359425962789981</c:v>
                </c:pt>
                <c:pt idx="2451">
                  <c:v>5.037545938289564</c:v>
                </c:pt>
                <c:pt idx="2452">
                  <c:v>5.0369111764030317</c:v>
                </c:pt>
                <c:pt idx="2453">
                  <c:v>5.0358704827348593</c:v>
                </c:pt>
                <c:pt idx="2454">
                  <c:v>5.0329297622693518</c:v>
                </c:pt>
                <c:pt idx="2455">
                  <c:v>5.0310189208330147</c:v>
                </c:pt>
                <c:pt idx="2456">
                  <c:v>5.0331584009647043</c:v>
                </c:pt>
                <c:pt idx="2457">
                  <c:v>5.0385744295995716</c:v>
                </c:pt>
                <c:pt idx="2458">
                  <c:v>5.0404926881555774</c:v>
                </c:pt>
                <c:pt idx="2459">
                  <c:v>5.0387634465201749</c:v>
                </c:pt>
                <c:pt idx="2460">
                  <c:v>5.035505369037593</c:v>
                </c:pt>
                <c:pt idx="2461">
                  <c:v>5.0334165167291935</c:v>
                </c:pt>
                <c:pt idx="2462">
                  <c:v>5.0360100202894111</c:v>
                </c:pt>
                <c:pt idx="2463">
                  <c:v>5.0392513494372562</c:v>
                </c:pt>
                <c:pt idx="2464">
                  <c:v>5.0376627938136433</c:v>
                </c:pt>
                <c:pt idx="2465">
                  <c:v>5.03548278271189</c:v>
                </c:pt>
                <c:pt idx="2466">
                  <c:v>5.036448730954751</c:v>
                </c:pt>
                <c:pt idx="2467">
                  <c:v>5.0367113448434271</c:v>
                </c:pt>
                <c:pt idx="2468">
                  <c:v>5.0312957468800246</c:v>
                </c:pt>
                <c:pt idx="2469">
                  <c:v>5.0310482064926116</c:v>
                </c:pt>
                <c:pt idx="2470">
                  <c:v>5.0353769810887377</c:v>
                </c:pt>
                <c:pt idx="2471">
                  <c:v>5.0347394437638773</c:v>
                </c:pt>
                <c:pt idx="2472">
                  <c:v>5.0310541880407316</c:v>
                </c:pt>
                <c:pt idx="2473">
                  <c:v>5.0303181705076181</c:v>
                </c:pt>
                <c:pt idx="2474">
                  <c:v>5.0293076238419721</c:v>
                </c:pt>
                <c:pt idx="2475">
                  <c:v>5.026114673455325</c:v>
                </c:pt>
                <c:pt idx="2476">
                  <c:v>5.0253895662659831</c:v>
                </c:pt>
                <c:pt idx="2477">
                  <c:v>5.0267309164688765</c:v>
                </c:pt>
                <c:pt idx="2478">
                  <c:v>5.0279939323175871</c:v>
                </c:pt>
                <c:pt idx="2479">
                  <c:v>5.027419607993262</c:v>
                </c:pt>
                <c:pt idx="2480">
                  <c:v>5.0321339292550338</c:v>
                </c:pt>
                <c:pt idx="2481">
                  <c:v>5.0363040253426234</c:v>
                </c:pt>
                <c:pt idx="2482">
                  <c:v>5.0370428661664501</c:v>
                </c:pt>
                <c:pt idx="2483">
                  <c:v>5.0336307518566725</c:v>
                </c:pt>
                <c:pt idx="2484">
                  <c:v>5.027922488706837</c:v>
                </c:pt>
                <c:pt idx="2485">
                  <c:v>5.0241271246458927</c:v>
                </c:pt>
                <c:pt idx="2486">
                  <c:v>5.0239168612663656</c:v>
                </c:pt>
                <c:pt idx="2487">
                  <c:v>5.028592757063012</c:v>
                </c:pt>
                <c:pt idx="2488">
                  <c:v>5.0338718321721156</c:v>
                </c:pt>
                <c:pt idx="2489">
                  <c:v>5.0364703602327543</c:v>
                </c:pt>
                <c:pt idx="2490">
                  <c:v>5.0408388523083989</c:v>
                </c:pt>
                <c:pt idx="2491">
                  <c:v>5.0413380005359469</c:v>
                </c:pt>
                <c:pt idx="2492">
                  <c:v>5.0358332057269735</c:v>
                </c:pt>
                <c:pt idx="2493">
                  <c:v>5.0329771839828501</c:v>
                </c:pt>
                <c:pt idx="2494">
                  <c:v>5.0324231012173648</c:v>
                </c:pt>
                <c:pt idx="2495">
                  <c:v>5.0351707373095476</c:v>
                </c:pt>
                <c:pt idx="2496">
                  <c:v>5.0410260986907591</c:v>
                </c:pt>
                <c:pt idx="2497">
                  <c:v>5.0425618731337574</c:v>
                </c:pt>
                <c:pt idx="2498">
                  <c:v>5.0350897232218053</c:v>
                </c:pt>
                <c:pt idx="2499">
                  <c:v>5.027610778271189</c:v>
                </c:pt>
                <c:pt idx="2500">
                  <c:v>5.0258795268356176</c:v>
                </c:pt>
                <c:pt idx="2501">
                  <c:v>5.0303422881096393</c:v>
                </c:pt>
                <c:pt idx="2502">
                  <c:v>5.0324300876655697</c:v>
                </c:pt>
                <c:pt idx="2503">
                  <c:v>5.0318732294617563</c:v>
                </c:pt>
                <c:pt idx="2504">
                  <c:v>5.033496334507312</c:v>
                </c:pt>
                <c:pt idx="2505">
                  <c:v>5.0307029993874899</c:v>
                </c:pt>
                <c:pt idx="2506">
                  <c:v>5.027169292167522</c:v>
                </c:pt>
                <c:pt idx="2507">
                  <c:v>5.0265933408621084</c:v>
                </c:pt>
                <c:pt idx="2508">
                  <c:v>5.0273774500421098</c:v>
                </c:pt>
                <c:pt idx="2509">
                  <c:v>5.028810485414593</c:v>
                </c:pt>
                <c:pt idx="2510">
                  <c:v>5.0275277065308934</c:v>
                </c:pt>
                <c:pt idx="2511">
                  <c:v>5.028619554398591</c:v>
                </c:pt>
                <c:pt idx="2512">
                  <c:v>5.0317094307480286</c:v>
                </c:pt>
                <c:pt idx="2513">
                  <c:v>5.0312226284358008</c:v>
                </c:pt>
                <c:pt idx="2514">
                  <c:v>5.0293837091340636</c:v>
                </c:pt>
                <c:pt idx="2515">
                  <c:v>5.0279641681341394</c:v>
                </c:pt>
                <c:pt idx="2516">
                  <c:v>5.0262296627363909</c:v>
                </c:pt>
                <c:pt idx="2517">
                  <c:v>5.0250711564964394</c:v>
                </c:pt>
                <c:pt idx="2518">
                  <c:v>5.0312671790062016</c:v>
                </c:pt>
                <c:pt idx="2519">
                  <c:v>5.0339203066380831</c:v>
                </c:pt>
                <c:pt idx="2520">
                  <c:v>5.0321271820687539</c:v>
                </c:pt>
                <c:pt idx="2521">
                  <c:v>5.0309189093484417</c:v>
                </c:pt>
                <c:pt idx="2522">
                  <c:v>5.0296662774672694</c:v>
                </c:pt>
                <c:pt idx="2523">
                  <c:v>5.0328776988745121</c:v>
                </c:pt>
                <c:pt idx="2524">
                  <c:v>5.0333692385728508</c:v>
                </c:pt>
                <c:pt idx="2525">
                  <c:v>5.0290154850317741</c:v>
                </c:pt>
                <c:pt idx="2526">
                  <c:v>5.0318460493070978</c:v>
                </c:pt>
                <c:pt idx="2527">
                  <c:v>5.0368026471939364</c:v>
                </c:pt>
                <c:pt idx="2528">
                  <c:v>5.039502622310696</c:v>
                </c:pt>
                <c:pt idx="2529">
                  <c:v>5.0413224006584487</c:v>
                </c:pt>
                <c:pt idx="2530">
                  <c:v>5.040838613046474</c:v>
                </c:pt>
                <c:pt idx="2531">
                  <c:v>5.0442827884541765</c:v>
                </c:pt>
                <c:pt idx="2532">
                  <c:v>5.0436234782941582</c:v>
                </c:pt>
                <c:pt idx="2533">
                  <c:v>5.0372491099456393</c:v>
                </c:pt>
                <c:pt idx="2534">
                  <c:v>5.033743874894725</c:v>
                </c:pt>
                <c:pt idx="2535">
                  <c:v>5.0362067414439933</c:v>
                </c:pt>
                <c:pt idx="2536">
                  <c:v>5.0387568907434348</c:v>
                </c:pt>
                <c:pt idx="2537">
                  <c:v>5.0386665932930095</c:v>
                </c:pt>
                <c:pt idx="2538">
                  <c:v>5.0388173761580273</c:v>
                </c:pt>
                <c:pt idx="2539">
                  <c:v>5.0406627076793509</c:v>
                </c:pt>
                <c:pt idx="2540">
                  <c:v>5.0399367391470795</c:v>
                </c:pt>
                <c:pt idx="2541">
                  <c:v>5.0362830181456246</c:v>
                </c:pt>
                <c:pt idx="2542">
                  <c:v>5.0334809260393536</c:v>
                </c:pt>
                <c:pt idx="2543">
                  <c:v>5.0329740257254425</c:v>
                </c:pt>
                <c:pt idx="2544">
                  <c:v>5.0309191964627518</c:v>
                </c:pt>
                <c:pt idx="2545">
                  <c:v>5.0283990984610671</c:v>
                </c:pt>
                <c:pt idx="2546">
                  <c:v>5.0306387814868696</c:v>
                </c:pt>
                <c:pt idx="2547">
                  <c:v>5.0328795172651404</c:v>
                </c:pt>
                <c:pt idx="2548">
                  <c:v>5.0345120013781486</c:v>
                </c:pt>
                <c:pt idx="2549">
                  <c:v>5.0358427283515814</c:v>
                </c:pt>
                <c:pt idx="2550">
                  <c:v>5.0395554034913097</c:v>
                </c:pt>
                <c:pt idx="2551">
                  <c:v>5.0429114348059105</c:v>
                </c:pt>
                <c:pt idx="2552">
                  <c:v>5.0406647174795189</c:v>
                </c:pt>
                <c:pt idx="2553">
                  <c:v>5.0362139193017379</c:v>
                </c:pt>
                <c:pt idx="2554">
                  <c:v>5.0355643710282516</c:v>
                </c:pt>
                <c:pt idx="2555">
                  <c:v>5.0347229825434496</c:v>
                </c:pt>
                <c:pt idx="2556">
                  <c:v>5.0319825721613967</c:v>
                </c:pt>
                <c:pt idx="2557">
                  <c:v>5.0312495693285353</c:v>
                </c:pt>
                <c:pt idx="2558">
                  <c:v>5.0333992420182225</c:v>
                </c:pt>
                <c:pt idx="2559">
                  <c:v>5.0344556791210477</c:v>
                </c:pt>
                <c:pt idx="2560">
                  <c:v>5.0329662736390786</c:v>
                </c:pt>
                <c:pt idx="2561">
                  <c:v>5.0309036922900239</c:v>
                </c:pt>
                <c:pt idx="2562">
                  <c:v>5.0330639403567874</c:v>
                </c:pt>
                <c:pt idx="2563">
                  <c:v>5.0367875736926733</c:v>
                </c:pt>
                <c:pt idx="2564">
                  <c:v>5.0381862032003673</c:v>
                </c:pt>
                <c:pt idx="2565">
                  <c:v>5.035134513054131</c:v>
                </c:pt>
                <c:pt idx="2566">
                  <c:v>5.0360076755225478</c:v>
                </c:pt>
                <c:pt idx="2567">
                  <c:v>5.0381049498507009</c:v>
                </c:pt>
                <c:pt idx="2568">
                  <c:v>5.0368609313988211</c:v>
                </c:pt>
                <c:pt idx="2569">
                  <c:v>5.0355256584488171</c:v>
                </c:pt>
                <c:pt idx="2570">
                  <c:v>5.0322567184748488</c:v>
                </c:pt>
                <c:pt idx="2571">
                  <c:v>5.0316637317203892</c:v>
                </c:pt>
                <c:pt idx="2572">
                  <c:v>5.0321668516958882</c:v>
                </c:pt>
                <c:pt idx="2573">
                  <c:v>5.0282927226092946</c:v>
                </c:pt>
                <c:pt idx="2574">
                  <c:v>5.0271838392925501</c:v>
                </c:pt>
                <c:pt idx="2575">
                  <c:v>5.0308281812265525</c:v>
                </c:pt>
                <c:pt idx="2576">
                  <c:v>5.0297083397136513</c:v>
                </c:pt>
                <c:pt idx="2577">
                  <c:v>5.0293526529362227</c:v>
                </c:pt>
                <c:pt idx="2578">
                  <c:v>5.0317940337646432</c:v>
                </c:pt>
                <c:pt idx="2579">
                  <c:v>5.0288240754919222</c:v>
                </c:pt>
                <c:pt idx="2580">
                  <c:v>5.0263356557690839</c:v>
                </c:pt>
                <c:pt idx="2581">
                  <c:v>5.0320714818926575</c:v>
                </c:pt>
                <c:pt idx="2582">
                  <c:v>5.0368948108873743</c:v>
                </c:pt>
                <c:pt idx="2583">
                  <c:v>5.0425729270346835</c:v>
                </c:pt>
                <c:pt idx="2584">
                  <c:v>5.0439082478370718</c:v>
                </c:pt>
                <c:pt idx="2585">
                  <c:v>5.0431643825128241</c:v>
                </c:pt>
                <c:pt idx="2586">
                  <c:v>5.0391556925197154</c:v>
                </c:pt>
                <c:pt idx="2587">
                  <c:v>5.0323562992879562</c:v>
                </c:pt>
                <c:pt idx="2588">
                  <c:v>5.0298743396370877</c:v>
                </c:pt>
                <c:pt idx="2589">
                  <c:v>5.0312189438021591</c:v>
                </c:pt>
                <c:pt idx="2590">
                  <c:v>5.0319842948472555</c:v>
                </c:pt>
                <c:pt idx="2591">
                  <c:v>5.0308093752392615</c:v>
                </c:pt>
                <c:pt idx="2592">
                  <c:v>5.0258502411760206</c:v>
                </c:pt>
                <c:pt idx="2593">
                  <c:v>5.0224210435648109</c:v>
                </c:pt>
                <c:pt idx="2594">
                  <c:v>5.0210630407319501</c:v>
                </c:pt>
                <c:pt idx="2595">
                  <c:v>5.0251158027716105</c:v>
                </c:pt>
                <c:pt idx="2596">
                  <c:v>5.0307995655003444</c:v>
                </c:pt>
                <c:pt idx="2597">
                  <c:v>5.0346617314906972</c:v>
                </c:pt>
                <c:pt idx="2598">
                  <c:v>5.031350729270347</c:v>
                </c:pt>
                <c:pt idx="2599">
                  <c:v>5.0283248315596047</c:v>
                </c:pt>
                <c:pt idx="2600">
                  <c:v>5.0283519160094938</c:v>
                </c:pt>
                <c:pt idx="2601">
                  <c:v>5.0310519389786386</c:v>
                </c:pt>
                <c:pt idx="2602">
                  <c:v>5.0362642121583336</c:v>
                </c:pt>
                <c:pt idx="2603">
                  <c:v>5.038574525304341</c:v>
                </c:pt>
                <c:pt idx="2604">
                  <c:v>5.0367864252354337</c:v>
                </c:pt>
                <c:pt idx="2605">
                  <c:v>5.0358440203659747</c:v>
                </c:pt>
                <c:pt idx="2606">
                  <c:v>5.0353121411071129</c:v>
                </c:pt>
                <c:pt idx="2607">
                  <c:v>5.0357991826812647</c:v>
                </c:pt>
                <c:pt idx="2608">
                  <c:v>5.0349187945027181</c:v>
                </c:pt>
                <c:pt idx="2609">
                  <c:v>5.0353614769160098</c:v>
                </c:pt>
                <c:pt idx="2610">
                  <c:v>5.0356418440395068</c:v>
                </c:pt>
                <c:pt idx="2611">
                  <c:v>5.0305656151902607</c:v>
                </c:pt>
                <c:pt idx="2612">
                  <c:v>5.0279983347370036</c:v>
                </c:pt>
                <c:pt idx="2613">
                  <c:v>5.0283475614424624</c:v>
                </c:pt>
                <c:pt idx="2614">
                  <c:v>5.0299312839751931</c:v>
                </c:pt>
                <c:pt idx="2615">
                  <c:v>5.0332129526835621</c:v>
                </c:pt>
                <c:pt idx="2616">
                  <c:v>5.0340857801852845</c:v>
                </c:pt>
                <c:pt idx="2617">
                  <c:v>5.034578516193247</c:v>
                </c:pt>
                <c:pt idx="2618">
                  <c:v>5.0331127976418344</c:v>
                </c:pt>
                <c:pt idx="2619">
                  <c:v>5.0329802465354874</c:v>
                </c:pt>
                <c:pt idx="2620">
                  <c:v>5.0385555279075112</c:v>
                </c:pt>
                <c:pt idx="2621">
                  <c:v>5.0396377574458313</c:v>
                </c:pt>
                <c:pt idx="2622">
                  <c:v>5.0354713459918843</c:v>
                </c:pt>
                <c:pt idx="2623">
                  <c:v>5.032569481662966</c:v>
                </c:pt>
                <c:pt idx="2624">
                  <c:v>5.0346359390552022</c:v>
                </c:pt>
                <c:pt idx="2625">
                  <c:v>5.0411098882168286</c:v>
                </c:pt>
                <c:pt idx="2626">
                  <c:v>5.0437537803384123</c:v>
                </c:pt>
                <c:pt idx="2627">
                  <c:v>5.0403582708062169</c:v>
                </c:pt>
                <c:pt idx="2628">
                  <c:v>5.0387411951611671</c:v>
                </c:pt>
                <c:pt idx="2629">
                  <c:v>5.0361013226399205</c:v>
                </c:pt>
                <c:pt idx="2630">
                  <c:v>5.0358920163080931</c:v>
                </c:pt>
                <c:pt idx="2631">
                  <c:v>5.0384117314906973</c:v>
                </c:pt>
                <c:pt idx="2632">
                  <c:v>5.0356104050225863</c:v>
                </c:pt>
                <c:pt idx="2633">
                  <c:v>5.0329174163540307</c:v>
                </c:pt>
                <c:pt idx="2634">
                  <c:v>5.0307010852920913</c:v>
                </c:pt>
                <c:pt idx="2635">
                  <c:v>5.0333344977413672</c:v>
                </c:pt>
                <c:pt idx="2636">
                  <c:v>5.0434905443687317</c:v>
                </c:pt>
                <c:pt idx="2637">
                  <c:v>5.0468331291631578</c:v>
                </c:pt>
                <c:pt idx="2638">
                  <c:v>5.0405482926269043</c:v>
                </c:pt>
                <c:pt idx="2639">
                  <c:v>5.0358950788607304</c:v>
                </c:pt>
                <c:pt idx="2640">
                  <c:v>5.0343210703621466</c:v>
                </c:pt>
                <c:pt idx="2641">
                  <c:v>5.0339683982849701</c:v>
                </c:pt>
                <c:pt idx="2642">
                  <c:v>5.0339184403950696</c:v>
                </c:pt>
                <c:pt idx="2643">
                  <c:v>5.0314923723298373</c:v>
                </c:pt>
                <c:pt idx="2644">
                  <c:v>5.0331702683561748</c:v>
                </c:pt>
                <c:pt idx="2645">
                  <c:v>5.0354119611821453</c:v>
                </c:pt>
                <c:pt idx="2646">
                  <c:v>5.0365854452185896</c:v>
                </c:pt>
                <c:pt idx="2647">
                  <c:v>5.0371813988209171</c:v>
                </c:pt>
                <c:pt idx="2648">
                  <c:v>5.0360745253043415</c:v>
                </c:pt>
                <c:pt idx="2649">
                  <c:v>5.0357550627823287</c:v>
                </c:pt>
                <c:pt idx="2650">
                  <c:v>5.0342324477451958</c:v>
                </c:pt>
                <c:pt idx="2651">
                  <c:v>5.0359885345685633</c:v>
                </c:pt>
                <c:pt idx="2652">
                  <c:v>5.0322861476916012</c:v>
                </c:pt>
                <c:pt idx="2653">
                  <c:v>5.0271266556925198</c:v>
                </c:pt>
                <c:pt idx="2654">
                  <c:v>5.0288829339254271</c:v>
                </c:pt>
                <c:pt idx="2655">
                  <c:v>5.031376282443917</c:v>
                </c:pt>
                <c:pt idx="2656">
                  <c:v>5.0341656458157873</c:v>
                </c:pt>
                <c:pt idx="2657">
                  <c:v>5.0372349934920759</c:v>
                </c:pt>
                <c:pt idx="2658">
                  <c:v>5.0360246152668253</c:v>
                </c:pt>
                <c:pt idx="2659">
                  <c:v>5.0380599207564503</c:v>
                </c:pt>
                <c:pt idx="2660">
                  <c:v>5.0388586249138658</c:v>
                </c:pt>
                <c:pt idx="2661">
                  <c:v>5.0376403510450958</c:v>
                </c:pt>
                <c:pt idx="2662">
                  <c:v>5.0360419856825667</c:v>
                </c:pt>
                <c:pt idx="2663">
                  <c:v>5.0318854796723071</c:v>
                </c:pt>
                <c:pt idx="2664">
                  <c:v>5.0311415186432891</c:v>
                </c:pt>
                <c:pt idx="2665">
                  <c:v>5.0308702913253196</c:v>
                </c:pt>
                <c:pt idx="2666">
                  <c:v>5.0316655501110175</c:v>
                </c:pt>
                <c:pt idx="2667">
                  <c:v>5.034617085215527</c:v>
                </c:pt>
                <c:pt idx="2668">
                  <c:v>5.0374142485261464</c:v>
                </c:pt>
                <c:pt idx="2669">
                  <c:v>5.0388081406477303</c:v>
                </c:pt>
                <c:pt idx="2670">
                  <c:v>5.040352049996172</c:v>
                </c:pt>
                <c:pt idx="2671">
                  <c:v>5.038984715948243</c:v>
                </c:pt>
                <c:pt idx="2672">
                  <c:v>5.0361236697036977</c:v>
                </c:pt>
                <c:pt idx="2673">
                  <c:v>5.0309109658525379</c:v>
                </c:pt>
                <c:pt idx="2674">
                  <c:v>5.0289795000382815</c:v>
                </c:pt>
                <c:pt idx="2675">
                  <c:v>5.0317312035831865</c:v>
                </c:pt>
                <c:pt idx="2676">
                  <c:v>5.034526644207947</c:v>
                </c:pt>
                <c:pt idx="2677">
                  <c:v>5.0368806465814258</c:v>
                </c:pt>
                <c:pt idx="2678">
                  <c:v>5.041698568256642</c:v>
                </c:pt>
                <c:pt idx="2679">
                  <c:v>5.0444852997473397</c:v>
                </c:pt>
                <c:pt idx="2680">
                  <c:v>5.0414937121966155</c:v>
                </c:pt>
                <c:pt idx="2681">
                  <c:v>5.0371143097771993</c:v>
                </c:pt>
                <c:pt idx="2682">
                  <c:v>5.0368797852384963</c:v>
                </c:pt>
                <c:pt idx="2683">
                  <c:v>5.0364250918765787</c:v>
                </c:pt>
                <c:pt idx="2684">
                  <c:v>5.0314831846719237</c:v>
                </c:pt>
                <c:pt idx="2685">
                  <c:v>5.030539152821377</c:v>
                </c:pt>
                <c:pt idx="2686">
                  <c:v>5.0339023619937215</c:v>
                </c:pt>
                <c:pt idx="2687">
                  <c:v>5.0350481394992723</c:v>
                </c:pt>
                <c:pt idx="2688">
                  <c:v>5.0326708808667027</c:v>
                </c:pt>
                <c:pt idx="2689">
                  <c:v>5.03326731299288</c:v>
                </c:pt>
                <c:pt idx="2690">
                  <c:v>5.0362211450118677</c:v>
                </c:pt>
                <c:pt idx="2691">
                  <c:v>5.0385656726131227</c:v>
                </c:pt>
                <c:pt idx="2692">
                  <c:v>5.0341319098843886</c:v>
                </c:pt>
                <c:pt idx="2693">
                  <c:v>5.0313195773677357</c:v>
                </c:pt>
                <c:pt idx="2694">
                  <c:v>5.0326810734246994</c:v>
                </c:pt>
                <c:pt idx="2695">
                  <c:v>5.0353241999081231</c:v>
                </c:pt>
                <c:pt idx="2696">
                  <c:v>5.0352461048158643</c:v>
                </c:pt>
                <c:pt idx="2697">
                  <c:v>5.0317131632340555</c:v>
                </c:pt>
                <c:pt idx="2698">
                  <c:v>5.0330365687925882</c:v>
                </c:pt>
                <c:pt idx="2699">
                  <c:v>5.0325851772452337</c:v>
                </c:pt>
                <c:pt idx="2700">
                  <c:v>5.0288051259474775</c:v>
                </c:pt>
                <c:pt idx="2701">
                  <c:v>5.0268501646122044</c:v>
                </c:pt>
                <c:pt idx="2702">
                  <c:v>5.0258523466809581</c:v>
                </c:pt>
                <c:pt idx="2703">
                  <c:v>5.0264750976188655</c:v>
                </c:pt>
                <c:pt idx="2704">
                  <c:v>5.0280446558456475</c:v>
                </c:pt>
                <c:pt idx="2705">
                  <c:v>5.0301680097236048</c:v>
                </c:pt>
                <c:pt idx="2706">
                  <c:v>5.0342431188270425</c:v>
                </c:pt>
                <c:pt idx="2707">
                  <c:v>5.0311523332822912</c:v>
                </c:pt>
                <c:pt idx="2708">
                  <c:v>5.0310903644437639</c:v>
                </c:pt>
                <c:pt idx="2709">
                  <c:v>5.0347427455784395</c:v>
                </c:pt>
                <c:pt idx="2710">
                  <c:v>5.0358519638618793</c:v>
                </c:pt>
                <c:pt idx="2711">
                  <c:v>5.0350291899548276</c:v>
                </c:pt>
                <c:pt idx="2712">
                  <c:v>5.0306025572314521</c:v>
                </c:pt>
                <c:pt idx="2713">
                  <c:v>5.0264405481969225</c:v>
                </c:pt>
                <c:pt idx="2714">
                  <c:v>5.0273467766633493</c:v>
                </c:pt>
                <c:pt idx="2715">
                  <c:v>5.0304827348595058</c:v>
                </c:pt>
                <c:pt idx="2716">
                  <c:v>5.0323012690452495</c:v>
                </c:pt>
                <c:pt idx="2717">
                  <c:v>5.0323357227624221</c:v>
                </c:pt>
                <c:pt idx="2718">
                  <c:v>5.0326155156573007</c:v>
                </c:pt>
                <c:pt idx="2719">
                  <c:v>5.0305601121659906</c:v>
                </c:pt>
                <c:pt idx="2720">
                  <c:v>5.0320895700941737</c:v>
                </c:pt>
                <c:pt idx="2721">
                  <c:v>5.0349148706071514</c:v>
                </c:pt>
                <c:pt idx="2722">
                  <c:v>5.0354156936681722</c:v>
                </c:pt>
                <c:pt idx="2723">
                  <c:v>5.0365129488553713</c:v>
                </c:pt>
                <c:pt idx="2724">
                  <c:v>5.0383557442002909</c:v>
                </c:pt>
                <c:pt idx="2725">
                  <c:v>5.0363705880101062</c:v>
                </c:pt>
                <c:pt idx="2726">
                  <c:v>5.0291002316055433</c:v>
                </c:pt>
                <c:pt idx="2727">
                  <c:v>5.0248559643212616</c:v>
                </c:pt>
                <c:pt idx="2728">
                  <c:v>5.0281955822678199</c:v>
                </c:pt>
                <c:pt idx="2729">
                  <c:v>5.0339320304723989</c:v>
                </c:pt>
                <c:pt idx="2730">
                  <c:v>5.0348719470178391</c:v>
                </c:pt>
                <c:pt idx="2731">
                  <c:v>5.0325820189878261</c:v>
                </c:pt>
                <c:pt idx="2732">
                  <c:v>5.029380024500421</c:v>
                </c:pt>
                <c:pt idx="2733">
                  <c:v>5.0305768126483423</c:v>
                </c:pt>
                <c:pt idx="2734">
                  <c:v>5.0353911932470714</c:v>
                </c:pt>
                <c:pt idx="2735">
                  <c:v>5.0389098748181613</c:v>
                </c:pt>
                <c:pt idx="2736">
                  <c:v>5.0408552178240562</c:v>
                </c:pt>
                <c:pt idx="2737">
                  <c:v>5.0437888082842051</c:v>
                </c:pt>
                <c:pt idx="2738">
                  <c:v>5.0458922077176327</c:v>
                </c:pt>
                <c:pt idx="2739">
                  <c:v>5.0480744200290939</c:v>
                </c:pt>
                <c:pt idx="2740">
                  <c:v>5.0462679924967464</c:v>
                </c:pt>
                <c:pt idx="2741">
                  <c:v>5.0402524691830637</c:v>
                </c:pt>
                <c:pt idx="2742">
                  <c:v>5.0335108337799559</c:v>
                </c:pt>
                <c:pt idx="2743">
                  <c:v>5.0299433906285893</c:v>
                </c:pt>
                <c:pt idx="2744">
                  <c:v>5.0311534338871446</c:v>
                </c:pt>
                <c:pt idx="2745">
                  <c:v>5.0309038358471785</c:v>
                </c:pt>
                <c:pt idx="2746">
                  <c:v>5.0316530606385426</c:v>
                </c:pt>
                <c:pt idx="2747">
                  <c:v>5.0340944893193473</c:v>
                </c:pt>
                <c:pt idx="2748">
                  <c:v>5.0375230169971674</c:v>
                </c:pt>
                <c:pt idx="2749">
                  <c:v>5.0400148820917234</c:v>
                </c:pt>
                <c:pt idx="2750">
                  <c:v>5.0373121315366358</c:v>
                </c:pt>
                <c:pt idx="2751">
                  <c:v>5.0373975958961799</c:v>
                </c:pt>
                <c:pt idx="2752">
                  <c:v>5.0362534453717176</c:v>
                </c:pt>
                <c:pt idx="2753">
                  <c:v>5.0336451075721618</c:v>
                </c:pt>
                <c:pt idx="2754">
                  <c:v>5.034881948166297</c:v>
                </c:pt>
                <c:pt idx="2755">
                  <c:v>5.0314554302886458</c:v>
                </c:pt>
                <c:pt idx="2756">
                  <c:v>5.0331744315136664</c:v>
                </c:pt>
                <c:pt idx="2757">
                  <c:v>5.0356368195390857</c:v>
                </c:pt>
                <c:pt idx="2758">
                  <c:v>5.0332880809279539</c:v>
                </c:pt>
                <c:pt idx="2759">
                  <c:v>5.0292221116300437</c:v>
                </c:pt>
                <c:pt idx="2760">
                  <c:v>5.0288376177168672</c:v>
                </c:pt>
                <c:pt idx="2761">
                  <c:v>5.0301296799632498</c:v>
                </c:pt>
                <c:pt idx="2762">
                  <c:v>5.0307286961182145</c:v>
                </c:pt>
                <c:pt idx="2763">
                  <c:v>5.0294895586096011</c:v>
                </c:pt>
                <c:pt idx="2764">
                  <c:v>5.0300829281831403</c:v>
                </c:pt>
                <c:pt idx="2765">
                  <c:v>5.0313881019830031</c:v>
                </c:pt>
                <c:pt idx="2766">
                  <c:v>5.0319404620626296</c:v>
                </c:pt>
                <c:pt idx="2767">
                  <c:v>5.0347683944567798</c:v>
                </c:pt>
                <c:pt idx="2768">
                  <c:v>5.0366614826582961</c:v>
                </c:pt>
                <c:pt idx="2769">
                  <c:v>5.0318864845723912</c:v>
                </c:pt>
                <c:pt idx="2770">
                  <c:v>5.0289082956894573</c:v>
                </c:pt>
                <c:pt idx="2771">
                  <c:v>5.0290133795268357</c:v>
                </c:pt>
                <c:pt idx="2772">
                  <c:v>5.0318434652783095</c:v>
                </c:pt>
                <c:pt idx="2773">
                  <c:v>5.0325997243702627</c:v>
                </c:pt>
                <c:pt idx="2774">
                  <c:v>5.0290091685169589</c:v>
                </c:pt>
                <c:pt idx="2775">
                  <c:v>5.0293951937064545</c:v>
                </c:pt>
                <c:pt idx="2776">
                  <c:v>5.0304781888829337</c:v>
                </c:pt>
                <c:pt idx="2777">
                  <c:v>5.0296869496975729</c:v>
                </c:pt>
                <c:pt idx="2778">
                  <c:v>5.0295703334354185</c:v>
                </c:pt>
                <c:pt idx="2779">
                  <c:v>5.0301015427608915</c:v>
                </c:pt>
                <c:pt idx="2780">
                  <c:v>5.0276165205573848</c:v>
                </c:pt>
                <c:pt idx="2781">
                  <c:v>5.028227930480055</c:v>
                </c:pt>
                <c:pt idx="2782">
                  <c:v>5.0313914516499505</c:v>
                </c:pt>
                <c:pt idx="2783">
                  <c:v>5.0299948319424237</c:v>
                </c:pt>
                <c:pt idx="2784">
                  <c:v>5.0293012594747726</c:v>
                </c:pt>
                <c:pt idx="2785">
                  <c:v>5.0305641317663277</c:v>
                </c:pt>
                <c:pt idx="2786">
                  <c:v>5.0290135709363755</c:v>
                </c:pt>
                <c:pt idx="2787">
                  <c:v>5.0316710052829032</c:v>
                </c:pt>
                <c:pt idx="2788">
                  <c:v>5.0348760623229465</c:v>
                </c:pt>
                <c:pt idx="2789">
                  <c:v>5.0371911128550648</c:v>
                </c:pt>
                <c:pt idx="2790">
                  <c:v>5.040137049230534</c:v>
                </c:pt>
                <c:pt idx="2791">
                  <c:v>5.0396361304647428</c:v>
                </c:pt>
                <c:pt idx="2792">
                  <c:v>5.0355925560829951</c:v>
                </c:pt>
                <c:pt idx="2793">
                  <c:v>5.0333968972513592</c:v>
                </c:pt>
                <c:pt idx="2794">
                  <c:v>5.0332767877651019</c:v>
                </c:pt>
                <c:pt idx="2795">
                  <c:v>5.0373486429063625</c:v>
                </c:pt>
                <c:pt idx="2796">
                  <c:v>5.0392220159252741</c:v>
                </c:pt>
                <c:pt idx="2797">
                  <c:v>5.0361818103514278</c:v>
                </c:pt>
                <c:pt idx="2798">
                  <c:v>5.0322341321491466</c:v>
                </c:pt>
                <c:pt idx="2799">
                  <c:v>5.032098183523467</c:v>
                </c:pt>
                <c:pt idx="2800">
                  <c:v>5.0343073367276627</c:v>
                </c:pt>
                <c:pt idx="2801">
                  <c:v>5.0360923742439327</c:v>
                </c:pt>
                <c:pt idx="2802">
                  <c:v>5.0407755914554784</c:v>
                </c:pt>
                <c:pt idx="2803">
                  <c:v>5.043101743740908</c:v>
                </c:pt>
                <c:pt idx="2804">
                  <c:v>5.0448467288109642</c:v>
                </c:pt>
                <c:pt idx="2805">
                  <c:v>5.0442129718245159</c:v>
                </c:pt>
                <c:pt idx="2806">
                  <c:v>5.0439364328918153</c:v>
                </c:pt>
                <c:pt idx="2807">
                  <c:v>5.0437209057499421</c:v>
                </c:pt>
                <c:pt idx="2808">
                  <c:v>5.0430283381823751</c:v>
                </c:pt>
                <c:pt idx="2809">
                  <c:v>5.0407894686471177</c:v>
                </c:pt>
                <c:pt idx="2810">
                  <c:v>5.0374497071434039</c:v>
                </c:pt>
                <c:pt idx="2811">
                  <c:v>5.0319316093714113</c:v>
                </c:pt>
                <c:pt idx="2812">
                  <c:v>5.0296877631881172</c:v>
                </c:pt>
                <c:pt idx="2813">
                  <c:v>5.0309857591302354</c:v>
                </c:pt>
                <c:pt idx="2814">
                  <c:v>5.0310135135135132</c:v>
                </c:pt>
                <c:pt idx="2815">
                  <c:v>5.0290547239874437</c:v>
                </c:pt>
                <c:pt idx="2816">
                  <c:v>5.0275684289104969</c:v>
                </c:pt>
                <c:pt idx="2817">
                  <c:v>5.0264915588392922</c:v>
                </c:pt>
                <c:pt idx="2818">
                  <c:v>5.0290541019064392</c:v>
                </c:pt>
                <c:pt idx="2819">
                  <c:v>5.0323761101753313</c:v>
                </c:pt>
                <c:pt idx="2820">
                  <c:v>5.033991176020213</c:v>
                </c:pt>
                <c:pt idx="2821">
                  <c:v>5.0343374837301891</c:v>
                </c:pt>
                <c:pt idx="2822">
                  <c:v>5.0364642351274789</c:v>
                </c:pt>
                <c:pt idx="2823">
                  <c:v>5.0397846642676667</c:v>
                </c:pt>
                <c:pt idx="2824">
                  <c:v>5.0382497033152136</c:v>
                </c:pt>
                <c:pt idx="2825">
                  <c:v>5.0334904486639616</c:v>
                </c:pt>
                <c:pt idx="2826">
                  <c:v>5.0274031467728353</c:v>
                </c:pt>
                <c:pt idx="2827">
                  <c:v>5.0232225710129397</c:v>
                </c:pt>
                <c:pt idx="2828">
                  <c:v>5.0262664133680426</c:v>
                </c:pt>
                <c:pt idx="2829">
                  <c:v>5.0326036004134442</c:v>
                </c:pt>
                <c:pt idx="2830">
                  <c:v>5.0357628627210778</c:v>
                </c:pt>
                <c:pt idx="2831">
                  <c:v>5.0362969910420334</c:v>
                </c:pt>
                <c:pt idx="2832">
                  <c:v>5.0360534224025724</c:v>
                </c:pt>
                <c:pt idx="2833">
                  <c:v>5.0349944969757292</c:v>
                </c:pt>
                <c:pt idx="2834">
                  <c:v>5.0363508249751163</c:v>
                </c:pt>
                <c:pt idx="2835">
                  <c:v>5.0381599322410233</c:v>
                </c:pt>
                <c:pt idx="2836">
                  <c:v>5.0330734151290102</c:v>
                </c:pt>
                <c:pt idx="2837">
                  <c:v>5.0298596968072893</c:v>
                </c:pt>
                <c:pt idx="2838">
                  <c:v>5.0321639327004055</c:v>
                </c:pt>
                <c:pt idx="2839">
                  <c:v>5.0331915148150985</c:v>
                </c:pt>
                <c:pt idx="2840">
                  <c:v>5.0309621679044483</c:v>
                </c:pt>
                <c:pt idx="2841">
                  <c:v>5.0287216235357173</c:v>
                </c:pt>
                <c:pt idx="2842">
                  <c:v>5.0281680192940819</c:v>
                </c:pt>
                <c:pt idx="2843">
                  <c:v>5.028076334124493</c:v>
                </c:pt>
                <c:pt idx="2844">
                  <c:v>5.0334326908353111</c:v>
                </c:pt>
                <c:pt idx="2845">
                  <c:v>5.0358671809202971</c:v>
                </c:pt>
                <c:pt idx="2846">
                  <c:v>5.0337410516040118</c:v>
                </c:pt>
                <c:pt idx="2847">
                  <c:v>5.030184614501187</c:v>
                </c:pt>
                <c:pt idx="2848">
                  <c:v>5.0275316304264601</c:v>
                </c:pt>
                <c:pt idx="2849">
                  <c:v>5.0295974657376927</c:v>
                </c:pt>
                <c:pt idx="2850">
                  <c:v>5.0318435131306947</c:v>
                </c:pt>
                <c:pt idx="2851">
                  <c:v>5.0336974580813107</c:v>
                </c:pt>
                <c:pt idx="2852">
                  <c:v>5.0367893920833016</c:v>
                </c:pt>
                <c:pt idx="2853">
                  <c:v>5.0399138657070672</c:v>
                </c:pt>
                <c:pt idx="2854">
                  <c:v>5.0401393939973964</c:v>
                </c:pt>
                <c:pt idx="2855">
                  <c:v>5.0379599571242633</c:v>
                </c:pt>
                <c:pt idx="2856">
                  <c:v>5.0400812054972821</c:v>
                </c:pt>
                <c:pt idx="2857">
                  <c:v>5.0394713268509301</c:v>
                </c:pt>
                <c:pt idx="2858">
                  <c:v>5.032578238649414</c:v>
                </c:pt>
                <c:pt idx="2859">
                  <c:v>5.0244800359849933</c:v>
                </c:pt>
                <c:pt idx="2860">
                  <c:v>5.024932001760968</c:v>
                </c:pt>
                <c:pt idx="2861">
                  <c:v>5.0310931398820919</c:v>
                </c:pt>
                <c:pt idx="2862">
                  <c:v>5.0341406668708366</c:v>
                </c:pt>
                <c:pt idx="2863">
                  <c:v>5.034768920833014</c:v>
                </c:pt>
                <c:pt idx="2864">
                  <c:v>5.0331383986677896</c:v>
                </c:pt>
                <c:pt idx="2865">
                  <c:v>5.0295023351963861</c:v>
                </c:pt>
                <c:pt idx="2866">
                  <c:v>5.0251926058494751</c:v>
                </c:pt>
                <c:pt idx="2867">
                  <c:v>5.0260307882244852</c:v>
                </c:pt>
                <c:pt idx="2868">
                  <c:v>5.0339087263609219</c:v>
                </c:pt>
                <c:pt idx="2869">
                  <c:v>5.039815576908353</c:v>
                </c:pt>
                <c:pt idx="2870">
                  <c:v>5.0406188748947249</c:v>
                </c:pt>
                <c:pt idx="2871">
                  <c:v>5.0375816361687464</c:v>
                </c:pt>
                <c:pt idx="2872">
                  <c:v>5.0366589464818929</c:v>
                </c:pt>
                <c:pt idx="2873">
                  <c:v>5.0395909099609524</c:v>
                </c:pt>
                <c:pt idx="2874">
                  <c:v>5.0426932279304797</c:v>
                </c:pt>
                <c:pt idx="2875">
                  <c:v>5.043071166066917</c:v>
                </c:pt>
                <c:pt idx="2876">
                  <c:v>5.0446212962254036</c:v>
                </c:pt>
                <c:pt idx="2877">
                  <c:v>5.0492793430824596</c:v>
                </c:pt>
                <c:pt idx="2878">
                  <c:v>5.0504598614194931</c:v>
                </c:pt>
                <c:pt idx="2879">
                  <c:v>5.0462569385958194</c:v>
                </c:pt>
                <c:pt idx="2880">
                  <c:v>5.0427915167291939</c:v>
                </c:pt>
                <c:pt idx="2881">
                  <c:v>5.0404979997703085</c:v>
                </c:pt>
                <c:pt idx="2882">
                  <c:v>5.0374198472551868</c:v>
                </c:pt>
                <c:pt idx="2883">
                  <c:v>5.0364907932011329</c:v>
                </c:pt>
                <c:pt idx="2884">
                  <c:v>5.036158314830411</c:v>
                </c:pt>
                <c:pt idx="2885">
                  <c:v>5.0361612816782788</c:v>
                </c:pt>
                <c:pt idx="2886">
                  <c:v>5.0368225537860809</c:v>
                </c:pt>
                <c:pt idx="2887">
                  <c:v>5.0378202760125568</c:v>
                </c:pt>
                <c:pt idx="2888">
                  <c:v>5.0386685552407933</c:v>
                </c:pt>
                <c:pt idx="2889">
                  <c:v>5.0367328784166601</c:v>
                </c:pt>
                <c:pt idx="2890">
                  <c:v>5.0380133125334963</c:v>
                </c:pt>
                <c:pt idx="2891">
                  <c:v>5.0419158659367582</c:v>
                </c:pt>
                <c:pt idx="2892">
                  <c:v>5.0424710971594822</c:v>
                </c:pt>
                <c:pt idx="2893">
                  <c:v>5.041040358701478</c:v>
                </c:pt>
                <c:pt idx="2894">
                  <c:v>5.0419189763417807</c:v>
                </c:pt>
                <c:pt idx="2895">
                  <c:v>5.0417842240257258</c:v>
                </c:pt>
                <c:pt idx="2896">
                  <c:v>5.0415827654850318</c:v>
                </c:pt>
                <c:pt idx="2897">
                  <c:v>5.0441951228849247</c:v>
                </c:pt>
                <c:pt idx="2898">
                  <c:v>5.0447742324477449</c:v>
                </c:pt>
                <c:pt idx="2899">
                  <c:v>5.0392684327386874</c:v>
                </c:pt>
                <c:pt idx="2900">
                  <c:v>5.0331897442768545</c:v>
                </c:pt>
                <c:pt idx="2901">
                  <c:v>5.0320407128091267</c:v>
                </c:pt>
                <c:pt idx="2902">
                  <c:v>5.035757933925427</c:v>
                </c:pt>
                <c:pt idx="2903">
                  <c:v>5.0392104356481129</c:v>
                </c:pt>
                <c:pt idx="2904">
                  <c:v>5.0366287037745963</c:v>
                </c:pt>
                <c:pt idx="2905">
                  <c:v>5.0340953985146619</c:v>
                </c:pt>
                <c:pt idx="2906">
                  <c:v>5.0350258402878802</c:v>
                </c:pt>
                <c:pt idx="2907">
                  <c:v>5.0330684863333586</c:v>
                </c:pt>
                <c:pt idx="2908">
                  <c:v>5.0298634771457014</c:v>
                </c:pt>
                <c:pt idx="2909">
                  <c:v>5.0288552273945335</c:v>
                </c:pt>
                <c:pt idx="2910">
                  <c:v>5.0245648304111477</c:v>
                </c:pt>
                <c:pt idx="2911">
                  <c:v>5.0225355543220278</c:v>
                </c:pt>
                <c:pt idx="2912">
                  <c:v>5.0246578075951307</c:v>
                </c:pt>
                <c:pt idx="2913">
                  <c:v>5.0284602538090502</c:v>
                </c:pt>
                <c:pt idx="2914">
                  <c:v>5.030533649797106</c:v>
                </c:pt>
                <c:pt idx="2915">
                  <c:v>5.0328018528443454</c:v>
                </c:pt>
                <c:pt idx="2916">
                  <c:v>5.0353847810274868</c:v>
                </c:pt>
                <c:pt idx="2917">
                  <c:v>5.0372526510221274</c:v>
                </c:pt>
                <c:pt idx="2918">
                  <c:v>5.0370185571548882</c:v>
                </c:pt>
                <c:pt idx="2919">
                  <c:v>5.0364238955669549</c:v>
                </c:pt>
                <c:pt idx="2920">
                  <c:v>5.0347718398284966</c:v>
                </c:pt>
                <c:pt idx="2921">
                  <c:v>5.0332424776050839</c:v>
                </c:pt>
                <c:pt idx="2922">
                  <c:v>5.0324436298905137</c:v>
                </c:pt>
                <c:pt idx="2923">
                  <c:v>5.0324599475537859</c:v>
                </c:pt>
                <c:pt idx="2924">
                  <c:v>5.0295898093560982</c:v>
                </c:pt>
                <c:pt idx="2925">
                  <c:v>5.0285663425465126</c:v>
                </c:pt>
                <c:pt idx="2926">
                  <c:v>5.0335330851389637</c:v>
                </c:pt>
                <c:pt idx="2927">
                  <c:v>5.0348594575453642</c:v>
                </c:pt>
                <c:pt idx="2928">
                  <c:v>5.0366280816935918</c:v>
                </c:pt>
                <c:pt idx="2929">
                  <c:v>5.0353944472092493</c:v>
                </c:pt>
                <c:pt idx="2930">
                  <c:v>5.0332924833473704</c:v>
                </c:pt>
                <c:pt idx="2931">
                  <c:v>5.0314494965929102</c:v>
                </c:pt>
                <c:pt idx="2932">
                  <c:v>5.0275115802771611</c:v>
                </c:pt>
                <c:pt idx="2933">
                  <c:v>5.0264928508536864</c:v>
                </c:pt>
                <c:pt idx="2934">
                  <c:v>5.0264970618635632</c:v>
                </c:pt>
                <c:pt idx="2935">
                  <c:v>5.0203134331215065</c:v>
                </c:pt>
                <c:pt idx="2936">
                  <c:v>5.0185330851389631</c:v>
                </c:pt>
                <c:pt idx="2937">
                  <c:v>5.0193989740448668</c:v>
                </c:pt>
                <c:pt idx="2938">
                  <c:v>5.0240177340938672</c:v>
                </c:pt>
                <c:pt idx="2939">
                  <c:v>5.0304763226399203</c:v>
                </c:pt>
                <c:pt idx="2940">
                  <c:v>5.034524395145854</c:v>
                </c:pt>
                <c:pt idx="2941">
                  <c:v>5.0333095666488017</c:v>
                </c:pt>
                <c:pt idx="2942">
                  <c:v>5.0296589560523692</c:v>
                </c:pt>
                <c:pt idx="2943">
                  <c:v>5.0285134656611286</c:v>
                </c:pt>
                <c:pt idx="2944">
                  <c:v>5.0298546244544831</c:v>
                </c:pt>
                <c:pt idx="2945">
                  <c:v>5.0344161051986829</c:v>
                </c:pt>
                <c:pt idx="2946">
                  <c:v>5.0378549689916543</c:v>
                </c:pt>
                <c:pt idx="2947">
                  <c:v>5.0371762786157266</c:v>
                </c:pt>
                <c:pt idx="2948">
                  <c:v>5.0370674144399361</c:v>
                </c:pt>
                <c:pt idx="2949">
                  <c:v>5.0375685246152671</c:v>
                </c:pt>
                <c:pt idx="2950">
                  <c:v>5.0380744678814793</c:v>
                </c:pt>
                <c:pt idx="2951">
                  <c:v>5.0349947362376541</c:v>
                </c:pt>
                <c:pt idx="2952">
                  <c:v>5.0339496401500652</c:v>
                </c:pt>
                <c:pt idx="2953">
                  <c:v>5.0352477317969528</c:v>
                </c:pt>
                <c:pt idx="2954">
                  <c:v>5.0333320094173493</c:v>
                </c:pt>
                <c:pt idx="2955">
                  <c:v>5.0346415377842435</c:v>
                </c:pt>
                <c:pt idx="2956">
                  <c:v>5.0342793430824591</c:v>
                </c:pt>
                <c:pt idx="2957">
                  <c:v>5.034636896102902</c:v>
                </c:pt>
                <c:pt idx="2958">
                  <c:v>5.036550465125182</c:v>
                </c:pt>
                <c:pt idx="2959">
                  <c:v>5.0347709784855681</c:v>
                </c:pt>
                <c:pt idx="2960">
                  <c:v>5.035896992956129</c:v>
                </c:pt>
                <c:pt idx="2961">
                  <c:v>5.0400686681724221</c:v>
                </c:pt>
                <c:pt idx="2962">
                  <c:v>5.0418960550493841</c:v>
                </c:pt>
                <c:pt idx="2963">
                  <c:v>5.0398187830181458</c:v>
                </c:pt>
                <c:pt idx="2964">
                  <c:v>5.0346571376617408</c:v>
                </c:pt>
                <c:pt idx="2965">
                  <c:v>5.032750124416201</c:v>
                </c:pt>
                <c:pt idx="2966">
                  <c:v>5.0334428355409235</c:v>
                </c:pt>
                <c:pt idx="2967">
                  <c:v>5.0342024442998241</c:v>
                </c:pt>
                <c:pt idx="2968">
                  <c:v>5.0299919607993262</c:v>
                </c:pt>
                <c:pt idx="2969">
                  <c:v>5.0269657281218896</c:v>
                </c:pt>
                <c:pt idx="2970">
                  <c:v>5.026140226628895</c:v>
                </c:pt>
                <c:pt idx="2971">
                  <c:v>5.0287969910420331</c:v>
                </c:pt>
                <c:pt idx="2972">
                  <c:v>5.033843838526912</c:v>
                </c:pt>
                <c:pt idx="2973">
                  <c:v>5.0384131192098618</c:v>
                </c:pt>
                <c:pt idx="2974">
                  <c:v>5.041080171885767</c:v>
                </c:pt>
                <c:pt idx="2975">
                  <c:v>5.0404928317127329</c:v>
                </c:pt>
                <c:pt idx="2976">
                  <c:v>5.0378647308781872</c:v>
                </c:pt>
                <c:pt idx="2977">
                  <c:v>5.0342538377612742</c:v>
                </c:pt>
                <c:pt idx="2978">
                  <c:v>5.034261541995253</c:v>
                </c:pt>
                <c:pt idx="2979">
                  <c:v>5.0366299479366052</c:v>
                </c:pt>
                <c:pt idx="2980">
                  <c:v>5.0418208311002219</c:v>
                </c:pt>
                <c:pt idx="2981">
                  <c:v>5.0470147289640916</c:v>
                </c:pt>
                <c:pt idx="2982">
                  <c:v>5.0452325625909191</c:v>
                </c:pt>
                <c:pt idx="2983">
                  <c:v>5.039123774978945</c:v>
                </c:pt>
                <c:pt idx="2984">
                  <c:v>5.034293603093178</c:v>
                </c:pt>
                <c:pt idx="2985">
                  <c:v>5.0348405080009186</c:v>
                </c:pt>
                <c:pt idx="2986">
                  <c:v>5.0342839847638006</c:v>
                </c:pt>
                <c:pt idx="2987">
                  <c:v>5.0320107093637549</c:v>
                </c:pt>
                <c:pt idx="2988">
                  <c:v>5.0304185169588855</c:v>
                </c:pt>
                <c:pt idx="2989">
                  <c:v>5.0328452071051224</c:v>
                </c:pt>
                <c:pt idx="2990">
                  <c:v>5.0341619611821455</c:v>
                </c:pt>
                <c:pt idx="2991">
                  <c:v>5.0386726705458997</c:v>
                </c:pt>
                <c:pt idx="2992">
                  <c:v>5.0437279879029173</c:v>
                </c:pt>
                <c:pt idx="2993">
                  <c:v>5.0427535697879184</c:v>
                </c:pt>
                <c:pt idx="2994">
                  <c:v>5.0376982524309009</c:v>
                </c:pt>
                <c:pt idx="2995">
                  <c:v>5.0343771055049382</c:v>
                </c:pt>
                <c:pt idx="2996">
                  <c:v>5.0349378876043183</c:v>
                </c:pt>
                <c:pt idx="2997">
                  <c:v>5.0366678948778807</c:v>
                </c:pt>
                <c:pt idx="2998">
                  <c:v>5.0357981777811807</c:v>
                </c:pt>
                <c:pt idx="2999">
                  <c:v>5.0360736161090269</c:v>
                </c:pt>
                <c:pt idx="3000">
                  <c:v>5.0372827023198834</c:v>
                </c:pt>
                <c:pt idx="3001">
                  <c:v>5.0352661549651634</c:v>
                </c:pt>
                <c:pt idx="3002">
                  <c:v>5.0333280855217826</c:v>
                </c:pt>
                <c:pt idx="3003">
                  <c:v>5.0372192500574231</c:v>
                </c:pt>
                <c:pt idx="3004">
                  <c:v>5.0365748698415125</c:v>
                </c:pt>
                <c:pt idx="3005">
                  <c:v>5.0319560619401269</c:v>
                </c:pt>
                <c:pt idx="3006">
                  <c:v>5.0294507981777814</c:v>
                </c:pt>
                <c:pt idx="3007">
                  <c:v>5.029405577673991</c:v>
                </c:pt>
                <c:pt idx="3008">
                  <c:v>5.0336195543985909</c:v>
                </c:pt>
                <c:pt idx="3009">
                  <c:v>5.0379966120511446</c:v>
                </c:pt>
                <c:pt idx="3010">
                  <c:v>5.0347908372253274</c:v>
                </c:pt>
                <c:pt idx="3011">
                  <c:v>5.0289385862491383</c:v>
                </c:pt>
                <c:pt idx="3012">
                  <c:v>5.0281847676288187</c:v>
                </c:pt>
                <c:pt idx="3013">
                  <c:v>5.031699764566266</c:v>
                </c:pt>
                <c:pt idx="3014">
                  <c:v>5.0340385977337112</c:v>
                </c:pt>
                <c:pt idx="3015">
                  <c:v>5.0355819328535336</c:v>
                </c:pt>
                <c:pt idx="3016">
                  <c:v>5.0363712579434958</c:v>
                </c:pt>
                <c:pt idx="3017">
                  <c:v>5.0341802886455858</c:v>
                </c:pt>
                <c:pt idx="3018">
                  <c:v>5.0352979768011634</c:v>
                </c:pt>
                <c:pt idx="3019">
                  <c:v>5.0393566725365595</c:v>
                </c:pt>
                <c:pt idx="3020">
                  <c:v>5.0392134982007502</c:v>
                </c:pt>
                <c:pt idx="3021">
                  <c:v>5.0369929082765488</c:v>
                </c:pt>
                <c:pt idx="3022">
                  <c:v>5.0343181035142788</c:v>
                </c:pt>
                <c:pt idx="3023">
                  <c:v>5.0307709019217519</c:v>
                </c:pt>
                <c:pt idx="3024">
                  <c:v>5.0272265714723225</c:v>
                </c:pt>
                <c:pt idx="3025">
                  <c:v>5.0237097561442461</c:v>
                </c:pt>
                <c:pt idx="3026">
                  <c:v>5.0268251856672537</c:v>
                </c:pt>
                <c:pt idx="3027">
                  <c:v>5.0340220886608993</c:v>
                </c:pt>
                <c:pt idx="3028">
                  <c:v>5.0349053479825434</c:v>
                </c:pt>
                <c:pt idx="3029">
                  <c:v>5.0327404582344384</c:v>
                </c:pt>
                <c:pt idx="3030">
                  <c:v>5.033103179312457</c:v>
                </c:pt>
                <c:pt idx="3031">
                  <c:v>5.0329961335272948</c:v>
                </c:pt>
                <c:pt idx="3032">
                  <c:v>5.0314732313758519</c:v>
                </c:pt>
                <c:pt idx="3033">
                  <c:v>5.0321588603475993</c:v>
                </c:pt>
                <c:pt idx="3034">
                  <c:v>5.0336696558456477</c:v>
                </c:pt>
                <c:pt idx="3035">
                  <c:v>5.0336355849475538</c:v>
                </c:pt>
                <c:pt idx="3036">
                  <c:v>5.0321389059030706</c:v>
                </c:pt>
                <c:pt idx="3037">
                  <c:v>5.0305130254191868</c:v>
                </c:pt>
                <c:pt idx="3038">
                  <c:v>5.0306770633948394</c:v>
                </c:pt>
                <c:pt idx="3039">
                  <c:v>5.0311768815557771</c:v>
                </c:pt>
                <c:pt idx="3040">
                  <c:v>5.0268755263762346</c:v>
                </c:pt>
                <c:pt idx="3041">
                  <c:v>5.0251149892810654</c:v>
                </c:pt>
                <c:pt idx="3042">
                  <c:v>5.026985873975959</c:v>
                </c:pt>
                <c:pt idx="3043">
                  <c:v>5.0267257484113008</c:v>
                </c:pt>
                <c:pt idx="3044">
                  <c:v>5.0297091532041955</c:v>
                </c:pt>
                <c:pt idx="3045">
                  <c:v>5.0317248870683713</c:v>
                </c:pt>
                <c:pt idx="3046">
                  <c:v>5.0310461966924436</c:v>
                </c:pt>
                <c:pt idx="3047">
                  <c:v>5.0305683427762036</c:v>
                </c:pt>
                <c:pt idx="3048">
                  <c:v>5.0306858203812874</c:v>
                </c:pt>
                <c:pt idx="3049">
                  <c:v>5.0314633737845496</c:v>
                </c:pt>
                <c:pt idx="3050">
                  <c:v>5.0307093637546894</c:v>
                </c:pt>
                <c:pt idx="3051">
                  <c:v>5.0346641241099457</c:v>
                </c:pt>
                <c:pt idx="3052">
                  <c:v>5.0361154390934848</c:v>
                </c:pt>
                <c:pt idx="3053">
                  <c:v>5.0368142274710967</c:v>
                </c:pt>
                <c:pt idx="3054">
                  <c:v>5.0378611898017001</c:v>
                </c:pt>
                <c:pt idx="3055">
                  <c:v>5.0413245061633871</c:v>
                </c:pt>
                <c:pt idx="3056">
                  <c:v>5.0411184537937368</c:v>
                </c:pt>
                <c:pt idx="3057">
                  <c:v>5.0364684461373557</c:v>
                </c:pt>
                <c:pt idx="3058">
                  <c:v>5.0360418421254112</c:v>
                </c:pt>
                <c:pt idx="3059">
                  <c:v>5.0392383335885462</c:v>
                </c:pt>
                <c:pt idx="3060">
                  <c:v>5.0406538071357474</c:v>
                </c:pt>
                <c:pt idx="3061">
                  <c:v>5.0375751282443915</c:v>
                </c:pt>
                <c:pt idx="3062">
                  <c:v>5.0374209957124263</c:v>
                </c:pt>
                <c:pt idx="3063">
                  <c:v>5.0364093962943111</c:v>
                </c:pt>
                <c:pt idx="3064">
                  <c:v>5.0368869152438558</c:v>
                </c:pt>
                <c:pt idx="3065">
                  <c:v>5.0411018490161545</c:v>
                </c:pt>
                <c:pt idx="3066">
                  <c:v>5.0382326200137815</c:v>
                </c:pt>
                <c:pt idx="3067">
                  <c:v>5.0355766690911876</c:v>
                </c:pt>
                <c:pt idx="3068">
                  <c:v>5.0412043009723604</c:v>
                </c:pt>
                <c:pt idx="3069">
                  <c:v>5.0443919875966614</c:v>
                </c:pt>
                <c:pt idx="3070">
                  <c:v>5.0425280414975884</c:v>
                </c:pt>
                <c:pt idx="3071">
                  <c:v>5.0402834775285204</c:v>
                </c:pt>
                <c:pt idx="3072">
                  <c:v>5.0383935954367969</c:v>
                </c:pt>
                <c:pt idx="3073">
                  <c:v>5.0352495980399663</c:v>
                </c:pt>
                <c:pt idx="3074">
                  <c:v>5.032203650179925</c:v>
                </c:pt>
                <c:pt idx="3075">
                  <c:v>5.0355534128320958</c:v>
                </c:pt>
                <c:pt idx="3076">
                  <c:v>5.0343676785851006</c:v>
                </c:pt>
                <c:pt idx="3077">
                  <c:v>5.031313882933925</c:v>
                </c:pt>
                <c:pt idx="3078">
                  <c:v>5.0336764508843119</c:v>
                </c:pt>
                <c:pt idx="3079">
                  <c:v>5.0324128129545977</c:v>
                </c:pt>
                <c:pt idx="3080">
                  <c:v>5.031059834622158</c:v>
                </c:pt>
                <c:pt idx="3081">
                  <c:v>5.0300190452492153</c:v>
                </c:pt>
                <c:pt idx="3082">
                  <c:v>5.027467460378225</c:v>
                </c:pt>
                <c:pt idx="3083">
                  <c:v>5.0313840345302809</c:v>
                </c:pt>
                <c:pt idx="3084">
                  <c:v>5.0346785276778192</c:v>
                </c:pt>
                <c:pt idx="3085">
                  <c:v>5.0339111189801704</c:v>
                </c:pt>
                <c:pt idx="3086">
                  <c:v>5.028691237271266</c:v>
                </c:pt>
                <c:pt idx="3087">
                  <c:v>5.0265692711124723</c:v>
                </c:pt>
                <c:pt idx="3088">
                  <c:v>5.0271173244774516</c:v>
                </c:pt>
                <c:pt idx="3089">
                  <c:v>5.0279145930633184</c:v>
                </c:pt>
                <c:pt idx="3090">
                  <c:v>5.0277958712962256</c:v>
                </c:pt>
                <c:pt idx="3091">
                  <c:v>5.0313037860806986</c:v>
                </c:pt>
                <c:pt idx="3092">
                  <c:v>5.0327098327080622</c:v>
                </c:pt>
                <c:pt idx="3093">
                  <c:v>5.0342896313452261</c:v>
                </c:pt>
                <c:pt idx="3094">
                  <c:v>5.0354616319577366</c:v>
                </c:pt>
                <c:pt idx="3095">
                  <c:v>5.0375654142102446</c:v>
                </c:pt>
                <c:pt idx="3096">
                  <c:v>5.0404637374626748</c:v>
                </c:pt>
                <c:pt idx="3097">
                  <c:v>5.0393594001225024</c:v>
                </c:pt>
                <c:pt idx="3098">
                  <c:v>5.0372978236735317</c:v>
                </c:pt>
                <c:pt idx="3099">
                  <c:v>5.0322677723757749</c:v>
                </c:pt>
                <c:pt idx="3100">
                  <c:v>5.0308194242401045</c:v>
                </c:pt>
                <c:pt idx="3101">
                  <c:v>5.0344117027792663</c:v>
                </c:pt>
                <c:pt idx="3102">
                  <c:v>5.0383168880637008</c:v>
                </c:pt>
                <c:pt idx="3103">
                  <c:v>5.0406192577138045</c:v>
                </c:pt>
                <c:pt idx="3104">
                  <c:v>5.0451481509838452</c:v>
                </c:pt>
                <c:pt idx="3105">
                  <c:v>5.0445790425694819</c:v>
                </c:pt>
                <c:pt idx="3106">
                  <c:v>5.0435489721307709</c:v>
                </c:pt>
                <c:pt idx="3107">
                  <c:v>5.0421012939284893</c:v>
                </c:pt>
                <c:pt idx="3108">
                  <c:v>5.0388780529821604</c:v>
                </c:pt>
                <c:pt idx="3109">
                  <c:v>5.0340748219891278</c:v>
                </c:pt>
                <c:pt idx="3110">
                  <c:v>5.0322432719546741</c:v>
                </c:pt>
                <c:pt idx="3111">
                  <c:v>5.034710301661435</c:v>
                </c:pt>
                <c:pt idx="3112">
                  <c:v>5.0346330679121047</c:v>
                </c:pt>
                <c:pt idx="3113">
                  <c:v>5.0333030587244467</c:v>
                </c:pt>
                <c:pt idx="3114">
                  <c:v>5.0371430212081769</c:v>
                </c:pt>
                <c:pt idx="3115">
                  <c:v>5.0374240582650636</c:v>
                </c:pt>
                <c:pt idx="3116">
                  <c:v>5.0324842087129626</c:v>
                </c:pt>
                <c:pt idx="3117">
                  <c:v>5.03025725442156</c:v>
                </c:pt>
                <c:pt idx="3118">
                  <c:v>5.0317515886991808</c:v>
                </c:pt>
                <c:pt idx="3119">
                  <c:v>5.0320479385192556</c:v>
                </c:pt>
                <c:pt idx="3120">
                  <c:v>5.0301433657453485</c:v>
                </c:pt>
                <c:pt idx="3121">
                  <c:v>5.0285260029859886</c:v>
                </c:pt>
                <c:pt idx="3122">
                  <c:v>5.0299814332746342</c:v>
                </c:pt>
                <c:pt idx="3123">
                  <c:v>5.036122234132149</c:v>
                </c:pt>
                <c:pt idx="3124">
                  <c:v>5.0391955535563895</c:v>
                </c:pt>
                <c:pt idx="3125">
                  <c:v>5.037308159788684</c:v>
                </c:pt>
                <c:pt idx="3126">
                  <c:v>5.0343152802235664</c:v>
                </c:pt>
                <c:pt idx="3127">
                  <c:v>5.0332622406400738</c:v>
                </c:pt>
                <c:pt idx="3128">
                  <c:v>5.033723824745425</c:v>
                </c:pt>
                <c:pt idx="3129">
                  <c:v>5.0342105792052676</c:v>
                </c:pt>
                <c:pt idx="3130">
                  <c:v>5.0349936356327998</c:v>
                </c:pt>
                <c:pt idx="3131">
                  <c:v>5.0331767284281446</c:v>
                </c:pt>
                <c:pt idx="3132">
                  <c:v>5.031576736084526</c:v>
                </c:pt>
                <c:pt idx="3133">
                  <c:v>5.0307180728887531</c:v>
                </c:pt>
                <c:pt idx="3134">
                  <c:v>5.0285471537401421</c:v>
                </c:pt>
                <c:pt idx="3135">
                  <c:v>5.0283877574458309</c:v>
                </c:pt>
                <c:pt idx="3136">
                  <c:v>5.0298554857974125</c:v>
                </c:pt>
                <c:pt idx="3137">
                  <c:v>5.0336430020672234</c:v>
                </c:pt>
                <c:pt idx="3138">
                  <c:v>5.0330324056350966</c:v>
                </c:pt>
                <c:pt idx="3139">
                  <c:v>5.0306883087053063</c:v>
                </c:pt>
                <c:pt idx="3140">
                  <c:v>5.0255215909960951</c:v>
                </c:pt>
                <c:pt idx="3141">
                  <c:v>5.0212289449506162</c:v>
                </c:pt>
                <c:pt idx="3142">
                  <c:v>5.021430355638925</c:v>
                </c:pt>
                <c:pt idx="3143">
                  <c:v>5.0283697649490851</c:v>
                </c:pt>
                <c:pt idx="3144">
                  <c:v>5.0363307748258173</c:v>
                </c:pt>
                <c:pt idx="3145">
                  <c:v>5.0403185533266974</c:v>
                </c:pt>
                <c:pt idx="3146">
                  <c:v>5.0398159597274326</c:v>
                </c:pt>
                <c:pt idx="3147">
                  <c:v>5.0388302484495826</c:v>
                </c:pt>
                <c:pt idx="3148">
                  <c:v>5.0377125124416198</c:v>
                </c:pt>
                <c:pt idx="3149">
                  <c:v>5.0339152342852769</c:v>
                </c:pt>
                <c:pt idx="3150">
                  <c:v>5.0299507598958728</c:v>
                </c:pt>
                <c:pt idx="3151">
                  <c:v>5.0292611113237884</c:v>
                </c:pt>
                <c:pt idx="3152">
                  <c:v>5.0325691466962716</c:v>
                </c:pt>
                <c:pt idx="3153">
                  <c:v>5.0326882991348292</c:v>
                </c:pt>
                <c:pt idx="3154">
                  <c:v>5.0293873459153202</c:v>
                </c:pt>
                <c:pt idx="3155">
                  <c:v>5.0241820113314448</c:v>
                </c:pt>
                <c:pt idx="3156">
                  <c:v>5.0205892542684332</c:v>
                </c:pt>
                <c:pt idx="3157">
                  <c:v>5.0222181494525691</c:v>
                </c:pt>
                <c:pt idx="3158">
                  <c:v>5.0246712541153054</c:v>
                </c:pt>
                <c:pt idx="3159">
                  <c:v>5.0276282443917006</c:v>
                </c:pt>
                <c:pt idx="3160">
                  <c:v>5.0308001875813488</c:v>
                </c:pt>
                <c:pt idx="3161">
                  <c:v>5.0331884044100761</c:v>
                </c:pt>
                <c:pt idx="3162">
                  <c:v>5.036405376693974</c:v>
                </c:pt>
                <c:pt idx="3163">
                  <c:v>5.0393041306178699</c:v>
                </c:pt>
                <c:pt idx="3164">
                  <c:v>5.0379244985070057</c:v>
                </c:pt>
                <c:pt idx="3165">
                  <c:v>5.0362849322410232</c:v>
                </c:pt>
                <c:pt idx="3166">
                  <c:v>5.0350622081004515</c:v>
                </c:pt>
                <c:pt idx="3167">
                  <c:v>5.0334571434040276</c:v>
                </c:pt>
                <c:pt idx="3168">
                  <c:v>5.0330789181532811</c:v>
                </c:pt>
                <c:pt idx="3169">
                  <c:v>5.036808054513437</c:v>
                </c:pt>
                <c:pt idx="3170">
                  <c:v>5.0382217096700099</c:v>
                </c:pt>
                <c:pt idx="3171">
                  <c:v>5.0375222992113926</c:v>
                </c:pt>
                <c:pt idx="3172">
                  <c:v>5.0383503368807903</c:v>
                </c:pt>
                <c:pt idx="3173">
                  <c:v>5.036803030013016</c:v>
                </c:pt>
                <c:pt idx="3174">
                  <c:v>5.0342186184059416</c:v>
                </c:pt>
                <c:pt idx="3175">
                  <c:v>5.0351343216445912</c:v>
                </c:pt>
                <c:pt idx="3176">
                  <c:v>5.0371051699716718</c:v>
                </c:pt>
                <c:pt idx="3177">
                  <c:v>5.0364864864864867</c:v>
                </c:pt>
                <c:pt idx="3178">
                  <c:v>5.0339448070591839</c:v>
                </c:pt>
                <c:pt idx="3179">
                  <c:v>5.0310948147155656</c:v>
                </c:pt>
                <c:pt idx="3180">
                  <c:v>5.0314030319271108</c:v>
                </c:pt>
                <c:pt idx="3181">
                  <c:v>5.0277168191562671</c:v>
                </c:pt>
                <c:pt idx="3182">
                  <c:v>5.0263220656917538</c:v>
                </c:pt>
                <c:pt idx="3183">
                  <c:v>5.0307732466886153</c:v>
                </c:pt>
                <c:pt idx="3184">
                  <c:v>5.0341388963325935</c:v>
                </c:pt>
                <c:pt idx="3185">
                  <c:v>5.0364588756603625</c:v>
                </c:pt>
                <c:pt idx="3186">
                  <c:v>5.0355363295306637</c:v>
                </c:pt>
                <c:pt idx="3187">
                  <c:v>5.0380792052675902</c:v>
                </c:pt>
                <c:pt idx="3188">
                  <c:v>5.0389772509761883</c:v>
                </c:pt>
                <c:pt idx="3189">
                  <c:v>5.0334409692979101</c:v>
                </c:pt>
                <c:pt idx="3190">
                  <c:v>5.0317657530051294</c:v>
                </c:pt>
                <c:pt idx="3191">
                  <c:v>5.0359084775285199</c:v>
                </c:pt>
                <c:pt idx="3192">
                  <c:v>5.0391905290559684</c:v>
                </c:pt>
                <c:pt idx="3193">
                  <c:v>5.0382471671388105</c:v>
                </c:pt>
                <c:pt idx="3194">
                  <c:v>5.0354132053441543</c:v>
                </c:pt>
                <c:pt idx="3195">
                  <c:v>5.0360237539238959</c:v>
                </c:pt>
                <c:pt idx="3196">
                  <c:v>5.0359645605236967</c:v>
                </c:pt>
                <c:pt idx="3197">
                  <c:v>5.0326102518949547</c:v>
                </c:pt>
                <c:pt idx="3198">
                  <c:v>5.0325381862032001</c:v>
                </c:pt>
                <c:pt idx="3199">
                  <c:v>5.0317429274175023</c:v>
                </c:pt>
                <c:pt idx="3200">
                  <c:v>5.0316017628818619</c:v>
                </c:pt>
                <c:pt idx="3201">
                  <c:v>5.0371713976724601</c:v>
                </c:pt>
                <c:pt idx="3202">
                  <c:v>5.0390717594364904</c:v>
                </c:pt>
                <c:pt idx="3203">
                  <c:v>5.0343479155501107</c:v>
                </c:pt>
                <c:pt idx="3204">
                  <c:v>5.0300561786999465</c:v>
                </c:pt>
                <c:pt idx="3205">
                  <c:v>5.0288269466350206</c:v>
                </c:pt>
                <c:pt idx="3206">
                  <c:v>5.0288829817778122</c:v>
                </c:pt>
                <c:pt idx="3207">
                  <c:v>5.0278250612510531</c:v>
                </c:pt>
                <c:pt idx="3208">
                  <c:v>5.0257598958732101</c:v>
                </c:pt>
                <c:pt idx="3209">
                  <c:v>5.0242761369726665</c:v>
                </c:pt>
                <c:pt idx="3210">
                  <c:v>5.0254434959038354</c:v>
                </c:pt>
                <c:pt idx="3211">
                  <c:v>5.0280938002450046</c:v>
                </c:pt>
                <c:pt idx="3212">
                  <c:v>5.0298669703698033</c:v>
                </c:pt>
                <c:pt idx="3213">
                  <c:v>5.0332633890973124</c:v>
                </c:pt>
                <c:pt idx="3214">
                  <c:v>5.0389267188576676</c:v>
                </c:pt>
                <c:pt idx="3215">
                  <c:v>5.0436633393308323</c:v>
                </c:pt>
                <c:pt idx="3216">
                  <c:v>5.0422919378301811</c:v>
                </c:pt>
                <c:pt idx="3217">
                  <c:v>5.0336926249904295</c:v>
                </c:pt>
                <c:pt idx="3218">
                  <c:v>5.0289093484419265</c:v>
                </c:pt>
                <c:pt idx="3219">
                  <c:v>5.0299948319424237</c:v>
                </c:pt>
                <c:pt idx="3220">
                  <c:v>5.0307655903070208</c:v>
                </c:pt>
                <c:pt idx="3221">
                  <c:v>5.0296985778271193</c:v>
                </c:pt>
                <c:pt idx="3222">
                  <c:v>5.0293878244391701</c:v>
                </c:pt>
                <c:pt idx="3223">
                  <c:v>5.0302376827961108</c:v>
                </c:pt>
                <c:pt idx="3224">
                  <c:v>5.0322016403797569</c:v>
                </c:pt>
                <c:pt idx="3225">
                  <c:v>5.0336696079932626</c:v>
                </c:pt>
                <c:pt idx="3226">
                  <c:v>5.0329326334124493</c:v>
                </c:pt>
                <c:pt idx="3227">
                  <c:v>5.0324390839139426</c:v>
                </c:pt>
                <c:pt idx="3228">
                  <c:v>5.0330971499119519</c:v>
                </c:pt>
                <c:pt idx="3229">
                  <c:v>5.0338134522624607</c:v>
                </c:pt>
                <c:pt idx="3230">
                  <c:v>5.0341202817548423</c:v>
                </c:pt>
                <c:pt idx="3231">
                  <c:v>5.0343132225710132</c:v>
                </c:pt>
                <c:pt idx="3232">
                  <c:v>5.0334971001454711</c:v>
                </c:pt>
                <c:pt idx="3233">
                  <c:v>5.0327830468570554</c:v>
                </c:pt>
                <c:pt idx="3234">
                  <c:v>5.0343489683025799</c:v>
                </c:pt>
                <c:pt idx="3235">
                  <c:v>5.036934576219279</c:v>
                </c:pt>
                <c:pt idx="3236">
                  <c:v>5.0411465909960951</c:v>
                </c:pt>
                <c:pt idx="3237">
                  <c:v>5.0419436681724221</c:v>
                </c:pt>
                <c:pt idx="3238">
                  <c:v>5.0401039832325241</c:v>
                </c:pt>
                <c:pt idx="3239">
                  <c:v>5.0401293449965543</c:v>
                </c:pt>
                <c:pt idx="3240">
                  <c:v>5.0405869573539546</c:v>
                </c:pt>
                <c:pt idx="3241">
                  <c:v>5.0395337742133064</c:v>
                </c:pt>
                <c:pt idx="3242">
                  <c:v>5.0374127172498273</c:v>
                </c:pt>
                <c:pt idx="3243">
                  <c:v>5.0297116415282135</c:v>
                </c:pt>
                <c:pt idx="3244">
                  <c:v>5.0210794062476074</c:v>
                </c:pt>
                <c:pt idx="3245">
                  <c:v>5.0193358567491</c:v>
                </c:pt>
                <c:pt idx="3246">
                  <c:v>5.0276424086976492</c:v>
                </c:pt>
                <c:pt idx="3247">
                  <c:v>5.0339253311385042</c:v>
                </c:pt>
                <c:pt idx="3248">
                  <c:v>5.0377910860577293</c:v>
                </c:pt>
                <c:pt idx="3249">
                  <c:v>5.0382601829875204</c:v>
                </c:pt>
                <c:pt idx="3250">
                  <c:v>5.0376432221881942</c:v>
                </c:pt>
                <c:pt idx="3251">
                  <c:v>5.0366751205880105</c:v>
                </c:pt>
                <c:pt idx="3252">
                  <c:v>5.0319907549192253</c:v>
                </c:pt>
                <c:pt idx="3253">
                  <c:v>5.0271891030548961</c:v>
                </c:pt>
                <c:pt idx="3254">
                  <c:v>5.0267773332822907</c:v>
                </c:pt>
                <c:pt idx="3255">
                  <c:v>5.0258864175790521</c:v>
                </c:pt>
                <c:pt idx="3256">
                  <c:v>5.0270767935073888</c:v>
                </c:pt>
                <c:pt idx="3257">
                  <c:v>5.0330069003139117</c:v>
                </c:pt>
                <c:pt idx="3258">
                  <c:v>5.0391038205344154</c:v>
                </c:pt>
                <c:pt idx="3259">
                  <c:v>5.0432556370109483</c:v>
                </c:pt>
                <c:pt idx="3260">
                  <c:v>5.0424977509379065</c:v>
                </c:pt>
                <c:pt idx="3261">
                  <c:v>5.0366691868922748</c:v>
                </c:pt>
                <c:pt idx="3262">
                  <c:v>5.0336890360615572</c:v>
                </c:pt>
                <c:pt idx="3263">
                  <c:v>5.0317304379450274</c:v>
                </c:pt>
                <c:pt idx="3264">
                  <c:v>5.0331827578286505</c:v>
                </c:pt>
                <c:pt idx="3265">
                  <c:v>5.0337004249291786</c:v>
                </c:pt>
                <c:pt idx="3266">
                  <c:v>5.0303199410458621</c:v>
                </c:pt>
                <c:pt idx="3267">
                  <c:v>5.0283727317969529</c:v>
                </c:pt>
                <c:pt idx="3268">
                  <c:v>5.0274615266824902</c:v>
                </c:pt>
                <c:pt idx="3269">
                  <c:v>5.0309806867774292</c:v>
                </c:pt>
                <c:pt idx="3270">
                  <c:v>5.0307697534645124</c:v>
                </c:pt>
                <c:pt idx="3271">
                  <c:v>5.0276840881249525</c:v>
                </c:pt>
                <c:pt idx="3272">
                  <c:v>5.029950568486333</c:v>
                </c:pt>
                <c:pt idx="3273">
                  <c:v>5.0319224217134986</c:v>
                </c:pt>
                <c:pt idx="3274">
                  <c:v>5.031841072659061</c:v>
                </c:pt>
                <c:pt idx="3275">
                  <c:v>5.0321585732332901</c:v>
                </c:pt>
                <c:pt idx="3276">
                  <c:v>5.0326019255799705</c:v>
                </c:pt>
                <c:pt idx="3277">
                  <c:v>5.0294553441543526</c:v>
                </c:pt>
                <c:pt idx="3278">
                  <c:v>5.0291458349284124</c:v>
                </c:pt>
                <c:pt idx="3279">
                  <c:v>5.0331713689610291</c:v>
                </c:pt>
                <c:pt idx="3280">
                  <c:v>5.0311532424776049</c:v>
                </c:pt>
                <c:pt idx="3281">
                  <c:v>5.0285337072199674</c:v>
                </c:pt>
                <c:pt idx="3282">
                  <c:v>5.0311935820381288</c:v>
                </c:pt>
                <c:pt idx="3283">
                  <c:v>5.0345050627823289</c:v>
                </c:pt>
                <c:pt idx="3284">
                  <c:v>5.0342211545823448</c:v>
                </c:pt>
                <c:pt idx="3285">
                  <c:v>5.0320943074802846</c:v>
                </c:pt>
                <c:pt idx="3286">
                  <c:v>5.0324021418727511</c:v>
                </c:pt>
                <c:pt idx="3287">
                  <c:v>5.0366069309394383</c:v>
                </c:pt>
                <c:pt idx="3288">
                  <c:v>5.0396456052369647</c:v>
                </c:pt>
                <c:pt idx="3289">
                  <c:v>5.0370049192251738</c:v>
                </c:pt>
                <c:pt idx="3290">
                  <c:v>5.0336658276548505</c:v>
                </c:pt>
                <c:pt idx="3291">
                  <c:v>5.0329238764260014</c:v>
                </c:pt>
                <c:pt idx="3292">
                  <c:v>5.0302071051221189</c:v>
                </c:pt>
                <c:pt idx="3293">
                  <c:v>5.0276615496516346</c:v>
                </c:pt>
                <c:pt idx="3294">
                  <c:v>5.0273224676517874</c:v>
                </c:pt>
                <c:pt idx="3295">
                  <c:v>5.031470503789909</c:v>
                </c:pt>
                <c:pt idx="3296">
                  <c:v>5.0311417100528288</c:v>
                </c:pt>
                <c:pt idx="3297">
                  <c:v>5.0321974772222644</c:v>
                </c:pt>
                <c:pt idx="3298">
                  <c:v>5.0343303537248296</c:v>
                </c:pt>
                <c:pt idx="3299">
                  <c:v>5.035007225710129</c:v>
                </c:pt>
                <c:pt idx="3300">
                  <c:v>5.0331744315136664</c:v>
                </c:pt>
                <c:pt idx="3301">
                  <c:v>5.0326206837148764</c:v>
                </c:pt>
                <c:pt idx="3302">
                  <c:v>5.0361809968608835</c:v>
                </c:pt>
                <c:pt idx="3303">
                  <c:v>5.03816309049843</c:v>
                </c:pt>
                <c:pt idx="3304">
                  <c:v>5.0371852270117143</c:v>
                </c:pt>
                <c:pt idx="3305">
                  <c:v>5.0339835674910036</c:v>
                </c:pt>
                <c:pt idx="3306">
                  <c:v>5.0337647385345683</c:v>
                </c:pt>
                <c:pt idx="3307">
                  <c:v>5.0333062169818543</c:v>
                </c:pt>
                <c:pt idx="3308">
                  <c:v>5.0340685054743126</c:v>
                </c:pt>
                <c:pt idx="3309">
                  <c:v>5.0303525763724064</c:v>
                </c:pt>
                <c:pt idx="3310">
                  <c:v>5.0266076008728273</c:v>
                </c:pt>
                <c:pt idx="3311">
                  <c:v>5.0290697017839365</c:v>
                </c:pt>
                <c:pt idx="3312">
                  <c:v>5.0326529840747263</c:v>
                </c:pt>
                <c:pt idx="3313">
                  <c:v>5.0301077635709364</c:v>
                </c:pt>
                <c:pt idx="3314">
                  <c:v>5.0266398055279078</c:v>
                </c:pt>
                <c:pt idx="3315">
                  <c:v>5.026996401500651</c:v>
                </c:pt>
                <c:pt idx="3316">
                  <c:v>5.0282638197687772</c:v>
                </c:pt>
                <c:pt idx="3317">
                  <c:v>5.0351442270882778</c:v>
                </c:pt>
                <c:pt idx="3318">
                  <c:v>5.0407534836536252</c:v>
                </c:pt>
                <c:pt idx="3319">
                  <c:v>5.0378648744353418</c:v>
                </c:pt>
                <c:pt idx="3320">
                  <c:v>5.0344078267360848</c:v>
                </c:pt>
                <c:pt idx="3321">
                  <c:v>5.0327816591378918</c:v>
                </c:pt>
                <c:pt idx="3322">
                  <c:v>5.0331620377459609</c:v>
                </c:pt>
                <c:pt idx="3323">
                  <c:v>5.0352178240563505</c:v>
                </c:pt>
                <c:pt idx="3324">
                  <c:v>5.0376655213995862</c:v>
                </c:pt>
                <c:pt idx="3325">
                  <c:v>5.0387321510604091</c:v>
                </c:pt>
                <c:pt idx="3326">
                  <c:v>5.0395094652017454</c:v>
                </c:pt>
                <c:pt idx="3327">
                  <c:v>5.0351561901845185</c:v>
                </c:pt>
                <c:pt idx="3328">
                  <c:v>5.0333242573309853</c:v>
                </c:pt>
                <c:pt idx="3329">
                  <c:v>5.0325257924354947</c:v>
                </c:pt>
                <c:pt idx="3330">
                  <c:v>5.0367875258402881</c:v>
                </c:pt>
                <c:pt idx="3331">
                  <c:v>5.038859677666335</c:v>
                </c:pt>
                <c:pt idx="3332">
                  <c:v>5.034660200214379</c:v>
                </c:pt>
                <c:pt idx="3333">
                  <c:v>5.0308420105658067</c:v>
                </c:pt>
                <c:pt idx="3334">
                  <c:v>5.0313553230993033</c:v>
                </c:pt>
                <c:pt idx="3335">
                  <c:v>5.0331881651481511</c:v>
                </c:pt>
                <c:pt idx="3336">
                  <c:v>5.0338356557690833</c:v>
                </c:pt>
                <c:pt idx="3337">
                  <c:v>5.0322008268892118</c:v>
                </c:pt>
                <c:pt idx="3338">
                  <c:v>5.0316663636015617</c:v>
                </c:pt>
                <c:pt idx="3339">
                  <c:v>5.0369329013858053</c:v>
                </c:pt>
                <c:pt idx="3340">
                  <c:v>5.0421246458923514</c:v>
                </c:pt>
                <c:pt idx="3341">
                  <c:v>5.041582047699257</c:v>
                </c:pt>
                <c:pt idx="3342">
                  <c:v>5.0377403625296688</c:v>
                </c:pt>
                <c:pt idx="3343">
                  <c:v>5.031503091264069</c:v>
                </c:pt>
                <c:pt idx="3344">
                  <c:v>5.0314022662889517</c:v>
                </c:pt>
                <c:pt idx="3345">
                  <c:v>5.0355274289870611</c:v>
                </c:pt>
                <c:pt idx="3346">
                  <c:v>5.0395381287803387</c:v>
                </c:pt>
                <c:pt idx="3347">
                  <c:v>5.0402314619860658</c:v>
                </c:pt>
                <c:pt idx="3348">
                  <c:v>5.037868415511829</c:v>
                </c:pt>
                <c:pt idx="3349">
                  <c:v>5.036639422708828</c:v>
                </c:pt>
                <c:pt idx="3350">
                  <c:v>5.0367533113850396</c:v>
                </c:pt>
                <c:pt idx="3351">
                  <c:v>5.0334060370568867</c:v>
                </c:pt>
                <c:pt idx="3352">
                  <c:v>5.0353969355332673</c:v>
                </c:pt>
                <c:pt idx="3353">
                  <c:v>5.0424017112012862</c:v>
                </c:pt>
                <c:pt idx="3354">
                  <c:v>5.044738438863793</c:v>
                </c:pt>
                <c:pt idx="3355">
                  <c:v>5.0444498411300822</c:v>
                </c:pt>
                <c:pt idx="3356">
                  <c:v>5.0437323903223339</c:v>
                </c:pt>
                <c:pt idx="3357">
                  <c:v>5.0401684882474544</c:v>
                </c:pt>
                <c:pt idx="3358">
                  <c:v>5.03493530357553</c:v>
                </c:pt>
                <c:pt idx="3359">
                  <c:v>5.0301391068830874</c:v>
                </c:pt>
                <c:pt idx="3360">
                  <c:v>5.0277484974351125</c:v>
                </c:pt>
                <c:pt idx="3361">
                  <c:v>5.0278767896791976</c:v>
                </c:pt>
                <c:pt idx="3362">
                  <c:v>5.0310101638465659</c:v>
                </c:pt>
                <c:pt idx="3363">
                  <c:v>5.0330454693361917</c:v>
                </c:pt>
                <c:pt idx="3364">
                  <c:v>5.0335640934844195</c:v>
                </c:pt>
                <c:pt idx="3365">
                  <c:v>5.0329330640839141</c:v>
                </c:pt>
                <c:pt idx="3366">
                  <c:v>5.0332915262996707</c:v>
                </c:pt>
                <c:pt idx="3367">
                  <c:v>5.0356169607993264</c:v>
                </c:pt>
                <c:pt idx="3368">
                  <c:v>5.0393516001837533</c:v>
                </c:pt>
                <c:pt idx="3369">
                  <c:v>5.0397399701401122</c:v>
                </c:pt>
                <c:pt idx="3370">
                  <c:v>5.0396246937447362</c:v>
                </c:pt>
                <c:pt idx="3371">
                  <c:v>5.0382437217670928</c:v>
                </c:pt>
                <c:pt idx="3372">
                  <c:v>5.0388542703468344</c:v>
                </c:pt>
                <c:pt idx="3373">
                  <c:v>5.0428400868999308</c:v>
                </c:pt>
                <c:pt idx="3374">
                  <c:v>5.0431231337569864</c:v>
                </c:pt>
                <c:pt idx="3375">
                  <c:v>5.0465876464282982</c:v>
                </c:pt>
                <c:pt idx="3376">
                  <c:v>5.0475150256488783</c:v>
                </c:pt>
                <c:pt idx="3377">
                  <c:v>5.0440007943495901</c:v>
                </c:pt>
                <c:pt idx="3378">
                  <c:v>5.0379574209478601</c:v>
                </c:pt>
                <c:pt idx="3379">
                  <c:v>5.0364664363371867</c:v>
                </c:pt>
                <c:pt idx="3380">
                  <c:v>5.0387928278845422</c:v>
                </c:pt>
                <c:pt idx="3381">
                  <c:v>5.0398213670469332</c:v>
                </c:pt>
                <c:pt idx="3382">
                  <c:v>5.0381624205650413</c:v>
                </c:pt>
                <c:pt idx="3383">
                  <c:v>5.0382164459076639</c:v>
                </c:pt>
                <c:pt idx="3384">
                  <c:v>5.0377054781410306</c:v>
                </c:pt>
                <c:pt idx="3385">
                  <c:v>5.0373306504096167</c:v>
                </c:pt>
                <c:pt idx="3386">
                  <c:v>5.0426468589694506</c:v>
                </c:pt>
                <c:pt idx="3387">
                  <c:v>5.0478700903453024</c:v>
                </c:pt>
                <c:pt idx="3388">
                  <c:v>5.0489027448128017</c:v>
                </c:pt>
                <c:pt idx="3389">
                  <c:v>5.0476021648418961</c:v>
                </c:pt>
                <c:pt idx="3390">
                  <c:v>5.0445599016154965</c:v>
                </c:pt>
                <c:pt idx="3391">
                  <c:v>5.0445445888523084</c:v>
                </c:pt>
                <c:pt idx="3392">
                  <c:v>5.0455238400581885</c:v>
                </c:pt>
                <c:pt idx="3393">
                  <c:v>5.0451257082152976</c:v>
                </c:pt>
                <c:pt idx="3394">
                  <c:v>5.0455745157338638</c:v>
                </c:pt>
                <c:pt idx="3395">
                  <c:v>5.0473977873057194</c:v>
                </c:pt>
                <c:pt idx="3396">
                  <c:v>5.0478614769160091</c:v>
                </c:pt>
                <c:pt idx="3397">
                  <c:v>5.0448919493147537</c:v>
                </c:pt>
                <c:pt idx="3398">
                  <c:v>5.0436118023122276</c:v>
                </c:pt>
                <c:pt idx="3399">
                  <c:v>5.0412200922593984</c:v>
                </c:pt>
                <c:pt idx="3400">
                  <c:v>5.0387978045325781</c:v>
                </c:pt>
                <c:pt idx="3401">
                  <c:v>5.035628876043182</c:v>
                </c:pt>
                <c:pt idx="3402">
                  <c:v>5.0358088010106421</c:v>
                </c:pt>
                <c:pt idx="3403">
                  <c:v>5.0383380388178542</c:v>
                </c:pt>
                <c:pt idx="3404">
                  <c:v>5.0384180001531274</c:v>
                </c:pt>
                <c:pt idx="3405">
                  <c:v>5.0356518451879646</c:v>
                </c:pt>
                <c:pt idx="3406">
                  <c:v>5.0354185648112706</c:v>
                </c:pt>
                <c:pt idx="3407">
                  <c:v>5.0387268872980631</c:v>
                </c:pt>
                <c:pt idx="3408">
                  <c:v>5.0386574056350968</c:v>
                </c:pt>
                <c:pt idx="3409">
                  <c:v>5.0366637317203891</c:v>
                </c:pt>
                <c:pt idx="3410">
                  <c:v>5.0375879526835616</c:v>
                </c:pt>
                <c:pt idx="3411">
                  <c:v>5.0383590938672382</c:v>
                </c:pt>
                <c:pt idx="3412">
                  <c:v>5.0340122310695969</c:v>
                </c:pt>
                <c:pt idx="3413">
                  <c:v>5.0275443591608608</c:v>
                </c:pt>
                <c:pt idx="3414">
                  <c:v>5.0259511618559065</c:v>
                </c:pt>
                <c:pt idx="3415">
                  <c:v>5.0301965775974278</c:v>
                </c:pt>
                <c:pt idx="3416">
                  <c:v>5.0337687581349053</c:v>
                </c:pt>
                <c:pt idx="3417">
                  <c:v>5.034533917770462</c:v>
                </c:pt>
                <c:pt idx="3418">
                  <c:v>5.0346271820687543</c:v>
                </c:pt>
                <c:pt idx="3419">
                  <c:v>5.0308666545440621</c:v>
                </c:pt>
                <c:pt idx="3420">
                  <c:v>5.0289066208559836</c:v>
                </c:pt>
                <c:pt idx="3421">
                  <c:v>5.0280447036980327</c:v>
                </c:pt>
                <c:pt idx="3422">
                  <c:v>5.0307081195926804</c:v>
                </c:pt>
                <c:pt idx="3423">
                  <c:v>5.0346410592603936</c:v>
                </c:pt>
                <c:pt idx="3424">
                  <c:v>5.0324170239644745</c:v>
                </c:pt>
                <c:pt idx="3425">
                  <c:v>5.0313638408238264</c:v>
                </c:pt>
                <c:pt idx="3426">
                  <c:v>5.0327726150371337</c:v>
                </c:pt>
                <c:pt idx="3427">
                  <c:v>5.0357525266059264</c:v>
                </c:pt>
                <c:pt idx="3428">
                  <c:v>5.036397863869535</c:v>
                </c:pt>
                <c:pt idx="3429">
                  <c:v>5.0351952377306484</c:v>
                </c:pt>
                <c:pt idx="3430">
                  <c:v>5.0341170277926652</c:v>
                </c:pt>
                <c:pt idx="3431">
                  <c:v>5.0348624243932321</c:v>
                </c:pt>
                <c:pt idx="3432">
                  <c:v>5.0332999004670391</c:v>
                </c:pt>
                <c:pt idx="3433">
                  <c:v>5.0281973528060639</c:v>
                </c:pt>
                <c:pt idx="3434">
                  <c:v>5.0279775189495446</c:v>
                </c:pt>
                <c:pt idx="3435">
                  <c:v>5.0324535831865864</c:v>
                </c:pt>
                <c:pt idx="3436">
                  <c:v>5.0343901213536482</c:v>
                </c:pt>
                <c:pt idx="3437">
                  <c:v>5.0349783228696117</c:v>
                </c:pt>
                <c:pt idx="3438">
                  <c:v>5.0343618405941353</c:v>
                </c:pt>
                <c:pt idx="3439">
                  <c:v>5.0350888618788758</c:v>
                </c:pt>
                <c:pt idx="3440">
                  <c:v>5.0363906860117904</c:v>
                </c:pt>
                <c:pt idx="3441">
                  <c:v>5.0365045746880028</c:v>
                </c:pt>
                <c:pt idx="3442">
                  <c:v>5.0369385001148457</c:v>
                </c:pt>
                <c:pt idx="3443">
                  <c:v>5.036171091417196</c:v>
                </c:pt>
                <c:pt idx="3444">
                  <c:v>5.0347539908889063</c:v>
                </c:pt>
                <c:pt idx="3445">
                  <c:v>5.0334475250746493</c:v>
                </c:pt>
                <c:pt idx="3446">
                  <c:v>5.0314793564811273</c:v>
                </c:pt>
                <c:pt idx="3447">
                  <c:v>5.0320484170431055</c:v>
                </c:pt>
                <c:pt idx="3448">
                  <c:v>5.034502574458311</c:v>
                </c:pt>
                <c:pt idx="3449">
                  <c:v>5.0370666488017761</c:v>
                </c:pt>
                <c:pt idx="3450">
                  <c:v>5.0359510182987517</c:v>
                </c:pt>
                <c:pt idx="3451">
                  <c:v>5.0337792378072121</c:v>
                </c:pt>
                <c:pt idx="3452">
                  <c:v>5.0312689016920604</c:v>
                </c:pt>
                <c:pt idx="3453">
                  <c:v>5.0316427245233903</c:v>
                </c:pt>
                <c:pt idx="3454">
                  <c:v>5.0308866089885917</c:v>
                </c:pt>
                <c:pt idx="3455">
                  <c:v>5.0268358567491003</c:v>
                </c:pt>
                <c:pt idx="3456">
                  <c:v>5.0277646715412292</c:v>
                </c:pt>
                <c:pt idx="3457">
                  <c:v>5.0301980610213617</c:v>
                </c:pt>
                <c:pt idx="3458">
                  <c:v>5.0317443151366668</c:v>
                </c:pt>
                <c:pt idx="3459">
                  <c:v>5.0307786061557307</c:v>
                </c:pt>
                <c:pt idx="3460">
                  <c:v>5.0284002947706909</c:v>
                </c:pt>
                <c:pt idx="3461">
                  <c:v>5.0302703181226551</c:v>
                </c:pt>
                <c:pt idx="3462">
                  <c:v>5.0300230648495523</c:v>
                </c:pt>
                <c:pt idx="3463">
                  <c:v>5.0298081119362985</c:v>
                </c:pt>
                <c:pt idx="3464">
                  <c:v>5.0298964952913252</c:v>
                </c:pt>
                <c:pt idx="3465">
                  <c:v>5.0294896543143714</c:v>
                </c:pt>
                <c:pt idx="3466">
                  <c:v>5.0293321242630729</c:v>
                </c:pt>
                <c:pt idx="3467">
                  <c:v>5.0311023753923898</c:v>
                </c:pt>
                <c:pt idx="3468">
                  <c:v>5.0339328918153283</c:v>
                </c:pt>
                <c:pt idx="3469">
                  <c:v>5.0337432049613353</c:v>
                </c:pt>
                <c:pt idx="3470">
                  <c:v>5.0319777390705154</c:v>
                </c:pt>
                <c:pt idx="3471">
                  <c:v>5.0332269255799709</c:v>
                </c:pt>
                <c:pt idx="3472">
                  <c:v>5.0362964168134141</c:v>
                </c:pt>
                <c:pt idx="3473">
                  <c:v>5.0391311442462294</c:v>
                </c:pt>
                <c:pt idx="3474">
                  <c:v>5.0398529974733943</c:v>
                </c:pt>
                <c:pt idx="3475">
                  <c:v>5.0386968838526913</c:v>
                </c:pt>
                <c:pt idx="3476">
                  <c:v>5.0361419014623685</c:v>
                </c:pt>
                <c:pt idx="3477">
                  <c:v>5.0333785697879181</c:v>
                </c:pt>
                <c:pt idx="3478">
                  <c:v>5.0327156228466423</c:v>
                </c:pt>
                <c:pt idx="3479">
                  <c:v>5.0335027945792818</c:v>
                </c:pt>
                <c:pt idx="3480">
                  <c:v>5.0292762805298219</c:v>
                </c:pt>
                <c:pt idx="3481">
                  <c:v>5.027679207181686</c:v>
                </c:pt>
                <c:pt idx="3482">
                  <c:v>5.0296361783171273</c:v>
                </c:pt>
                <c:pt idx="3483">
                  <c:v>5.0307219489319346</c:v>
                </c:pt>
                <c:pt idx="3484">
                  <c:v>5.028452453870301</c:v>
                </c:pt>
                <c:pt idx="3485">
                  <c:v>5.0260952453870305</c:v>
                </c:pt>
                <c:pt idx="3486">
                  <c:v>5.0283052599341556</c:v>
                </c:pt>
                <c:pt idx="3487">
                  <c:v>5.0304204789066684</c:v>
                </c:pt>
                <c:pt idx="3488">
                  <c:v>5.0306018394456782</c:v>
                </c:pt>
                <c:pt idx="3489">
                  <c:v>5.0325122980629358</c:v>
                </c:pt>
                <c:pt idx="3490">
                  <c:v>5.0322603074037211</c:v>
                </c:pt>
                <c:pt idx="3491">
                  <c:v>5.0327453391777048</c:v>
                </c:pt>
                <c:pt idx="3492">
                  <c:v>5.0342312514355712</c:v>
                </c:pt>
                <c:pt idx="3493">
                  <c:v>5.0357176422172882</c:v>
                </c:pt>
                <c:pt idx="3494">
                  <c:v>5.0396208177015547</c:v>
                </c:pt>
                <c:pt idx="3495">
                  <c:v>5.0394530950922594</c:v>
                </c:pt>
                <c:pt idx="3496">
                  <c:v>5.0342321127785006</c:v>
                </c:pt>
                <c:pt idx="3497">
                  <c:v>5.0287874205650409</c:v>
                </c:pt>
                <c:pt idx="3498">
                  <c:v>5.0264985452874971</c:v>
                </c:pt>
                <c:pt idx="3499">
                  <c:v>5.0302045689457167</c:v>
                </c:pt>
                <c:pt idx="3500">
                  <c:v>5.0345699506163388</c:v>
                </c:pt>
                <c:pt idx="3501">
                  <c:v>5.0336776950463209</c:v>
                </c:pt>
                <c:pt idx="3502">
                  <c:v>5.0343833741673683</c:v>
                </c:pt>
                <c:pt idx="3503">
                  <c:v>5.0332763092412529</c:v>
                </c:pt>
                <c:pt idx="3504">
                  <c:v>5.0314807442002909</c:v>
                </c:pt>
                <c:pt idx="3505">
                  <c:v>5.0315344824286043</c:v>
                </c:pt>
                <c:pt idx="3506">
                  <c:v>5.0315425216292784</c:v>
                </c:pt>
                <c:pt idx="3507">
                  <c:v>5.0353823405558531</c:v>
                </c:pt>
                <c:pt idx="3508">
                  <c:v>5.036613869535258</c:v>
                </c:pt>
                <c:pt idx="3509">
                  <c:v>5.0369680250363675</c:v>
                </c:pt>
                <c:pt idx="3510">
                  <c:v>5.0360581597886842</c:v>
                </c:pt>
                <c:pt idx="3511">
                  <c:v>5.0334832708062169</c:v>
                </c:pt>
                <c:pt idx="3512">
                  <c:v>5.0357284090039052</c:v>
                </c:pt>
                <c:pt idx="3513">
                  <c:v>5.0394075874741597</c:v>
                </c:pt>
                <c:pt idx="3514">
                  <c:v>5.0387449276471941</c:v>
                </c:pt>
                <c:pt idx="3515">
                  <c:v>5.0372061385039428</c:v>
                </c:pt>
                <c:pt idx="3516">
                  <c:v>5.0401309241252585</c:v>
                </c:pt>
                <c:pt idx="3517">
                  <c:v>5.0433256929025339</c:v>
                </c:pt>
                <c:pt idx="3518">
                  <c:v>5.0403478868386804</c:v>
                </c:pt>
                <c:pt idx="3519">
                  <c:v>5.035440194089273</c:v>
                </c:pt>
                <c:pt idx="3520">
                  <c:v>5.0325109581961565</c:v>
                </c:pt>
                <c:pt idx="3521">
                  <c:v>5.0322817931245689</c:v>
                </c:pt>
                <c:pt idx="3522">
                  <c:v>5.0339661013704919</c:v>
                </c:pt>
                <c:pt idx="3523">
                  <c:v>5.0358192328305647</c:v>
                </c:pt>
                <c:pt idx="3524">
                  <c:v>5.0365575472781563</c:v>
                </c:pt>
                <c:pt idx="3525">
                  <c:v>5.0358119592680497</c:v>
                </c:pt>
                <c:pt idx="3526">
                  <c:v>5.0351065672613124</c:v>
                </c:pt>
                <c:pt idx="3527">
                  <c:v>5.0334098173952988</c:v>
                </c:pt>
                <c:pt idx="3528">
                  <c:v>5.0337037745961259</c:v>
                </c:pt>
                <c:pt idx="3529">
                  <c:v>5.037305145088431</c:v>
                </c:pt>
                <c:pt idx="3530">
                  <c:v>5.0393598307939671</c:v>
                </c:pt>
                <c:pt idx="3531">
                  <c:v>5.0362281314600716</c:v>
                </c:pt>
                <c:pt idx="3532">
                  <c:v>5.0358515810427988</c:v>
                </c:pt>
                <c:pt idx="3533">
                  <c:v>5.0333645968915093</c:v>
                </c:pt>
                <c:pt idx="3534">
                  <c:v>5.0276664784472862</c:v>
                </c:pt>
                <c:pt idx="3535">
                  <c:v>5.0262470331521323</c:v>
                </c:pt>
                <c:pt idx="3536">
                  <c:v>5.0273280185284435</c:v>
                </c:pt>
                <c:pt idx="3537">
                  <c:v>5.02562557422862</c:v>
                </c:pt>
                <c:pt idx="3538">
                  <c:v>5.0277177283515808</c:v>
                </c:pt>
                <c:pt idx="3539">
                  <c:v>5.0323275878569786</c:v>
                </c:pt>
                <c:pt idx="3540">
                  <c:v>5.0347920335349512</c:v>
                </c:pt>
                <c:pt idx="3541">
                  <c:v>5.0404806293545672</c:v>
                </c:pt>
                <c:pt idx="3542">
                  <c:v>5.0420756929025341</c:v>
                </c:pt>
                <c:pt idx="3543">
                  <c:v>5.0447468130311615</c:v>
                </c:pt>
                <c:pt idx="3544">
                  <c:v>5.0447343714110708</c:v>
                </c:pt>
                <c:pt idx="3545">
                  <c:v>5.0376693974427686</c:v>
                </c:pt>
                <c:pt idx="3546">
                  <c:v>5.0299732505168055</c:v>
                </c:pt>
                <c:pt idx="3547">
                  <c:v>5.0275247396830256</c:v>
                </c:pt>
                <c:pt idx="3548">
                  <c:v>5.0332032386494143</c:v>
                </c:pt>
                <c:pt idx="3549">
                  <c:v>5.0378529113391011</c:v>
                </c:pt>
                <c:pt idx="3550">
                  <c:v>5.0394003139116457</c:v>
                </c:pt>
                <c:pt idx="3551">
                  <c:v>5.0390811385039429</c:v>
                </c:pt>
                <c:pt idx="3552">
                  <c:v>5.038810294005053</c:v>
                </c:pt>
                <c:pt idx="3553">
                  <c:v>5.0376231720388942</c:v>
                </c:pt>
                <c:pt idx="3554">
                  <c:v>5.0352022241788532</c:v>
                </c:pt>
                <c:pt idx="3555">
                  <c:v>5.035878426230763</c:v>
                </c:pt>
                <c:pt idx="3556">
                  <c:v>5.0360948625679507</c:v>
                </c:pt>
                <c:pt idx="3557">
                  <c:v>5.0317530242707296</c:v>
                </c:pt>
                <c:pt idx="3558">
                  <c:v>5.0276934193400198</c:v>
                </c:pt>
                <c:pt idx="3559">
                  <c:v>5.0259079990046702</c:v>
                </c:pt>
                <c:pt idx="3560">
                  <c:v>5.0271273256259095</c:v>
                </c:pt>
                <c:pt idx="3561">
                  <c:v>5.0317629297144171</c:v>
                </c:pt>
                <c:pt idx="3562">
                  <c:v>5.0338964282979868</c:v>
                </c:pt>
                <c:pt idx="3563">
                  <c:v>5.0345524844958272</c:v>
                </c:pt>
                <c:pt idx="3564">
                  <c:v>5.0333511982237198</c:v>
                </c:pt>
                <c:pt idx="3565">
                  <c:v>5.033964617946558</c:v>
                </c:pt>
                <c:pt idx="3566">
                  <c:v>5.0367591972283901</c:v>
                </c:pt>
                <c:pt idx="3567">
                  <c:v>5.0414608376081462</c:v>
                </c:pt>
                <c:pt idx="3568">
                  <c:v>5.0459659960952452</c:v>
                </c:pt>
                <c:pt idx="3569">
                  <c:v>5.0453300378990891</c:v>
                </c:pt>
                <c:pt idx="3570">
                  <c:v>5.0426129794808974</c:v>
                </c:pt>
                <c:pt idx="3571">
                  <c:v>5.0432406592144554</c:v>
                </c:pt>
                <c:pt idx="3572">
                  <c:v>5.0456972571012937</c:v>
                </c:pt>
                <c:pt idx="3573">
                  <c:v>5.0450881919454869</c:v>
                </c:pt>
                <c:pt idx="3574">
                  <c:v>5.0395617678585101</c:v>
                </c:pt>
                <c:pt idx="3575">
                  <c:v>5.0339605504938367</c:v>
                </c:pt>
                <c:pt idx="3576">
                  <c:v>5.0298631421790061</c:v>
                </c:pt>
                <c:pt idx="3577">
                  <c:v>5.0282728160171501</c:v>
                </c:pt>
                <c:pt idx="3578">
                  <c:v>5.0295304245463592</c:v>
                </c:pt>
                <c:pt idx="3579">
                  <c:v>5.0339076736084527</c:v>
                </c:pt>
                <c:pt idx="3580">
                  <c:v>5.0354737386111328</c:v>
                </c:pt>
                <c:pt idx="3581">
                  <c:v>5.0353901404946022</c:v>
                </c:pt>
                <c:pt idx="3582">
                  <c:v>5.03661032845877</c:v>
                </c:pt>
                <c:pt idx="3583">
                  <c:v>5.0390023256259093</c:v>
                </c:pt>
                <c:pt idx="3584">
                  <c:v>5.0398540980782478</c:v>
                </c:pt>
                <c:pt idx="3585">
                  <c:v>5.0372721747951914</c:v>
                </c:pt>
                <c:pt idx="3586">
                  <c:v>5.0344091666028632</c:v>
                </c:pt>
                <c:pt idx="3587">
                  <c:v>5.0327821376617408</c:v>
                </c:pt>
                <c:pt idx="3588">
                  <c:v>5.0338709229768011</c:v>
                </c:pt>
                <c:pt idx="3589">
                  <c:v>5.0359929369879799</c:v>
                </c:pt>
                <c:pt idx="3590">
                  <c:v>5.037417406783554</c:v>
                </c:pt>
                <c:pt idx="3591">
                  <c:v>5.0365402247148001</c:v>
                </c:pt>
                <c:pt idx="3592">
                  <c:v>5.0325696730725058</c:v>
                </c:pt>
                <c:pt idx="3593">
                  <c:v>5.0314611247224565</c:v>
                </c:pt>
                <c:pt idx="3594">
                  <c:v>5.028584000076564</c:v>
                </c:pt>
                <c:pt idx="3595">
                  <c:v>5.0267940337646424</c:v>
                </c:pt>
                <c:pt idx="3596">
                  <c:v>5.0261486965010338</c:v>
                </c:pt>
                <c:pt idx="3597">
                  <c:v>5.0243304494295993</c:v>
                </c:pt>
                <c:pt idx="3598">
                  <c:v>5.0257361132378842</c:v>
                </c:pt>
                <c:pt idx="3599">
                  <c:v>5.0297187236811887</c:v>
                </c:pt>
                <c:pt idx="3600">
                  <c:v>5.0345425790521396</c:v>
                </c:pt>
                <c:pt idx="3601">
                  <c:v>5.0343754785238497</c:v>
                </c:pt>
                <c:pt idx="3602">
                  <c:v>5.0329046876196308</c:v>
                </c:pt>
                <c:pt idx="3603">
                  <c:v>5.0366544962100912</c:v>
                </c:pt>
                <c:pt idx="3604">
                  <c:v>5.0407787018605008</c:v>
                </c:pt>
                <c:pt idx="3605">
                  <c:v>5.042181925197152</c:v>
                </c:pt>
                <c:pt idx="3606">
                  <c:v>5.0452294521858967</c:v>
                </c:pt>
                <c:pt idx="3607">
                  <c:v>5.0465359180001528</c:v>
                </c:pt>
                <c:pt idx="3608">
                  <c:v>5.0442850375162696</c:v>
                </c:pt>
                <c:pt idx="3609">
                  <c:v>5.0382158238266594</c:v>
                </c:pt>
                <c:pt idx="3610">
                  <c:v>5.0317271361304652</c:v>
                </c:pt>
                <c:pt idx="3611">
                  <c:v>5.0315200788607308</c:v>
                </c:pt>
                <c:pt idx="3612">
                  <c:v>5.0318471977643364</c:v>
                </c:pt>
                <c:pt idx="3613">
                  <c:v>5.0323579741214299</c:v>
                </c:pt>
                <c:pt idx="3614">
                  <c:v>5.0326871028252045</c:v>
                </c:pt>
                <c:pt idx="3615">
                  <c:v>5.031463995865554</c:v>
                </c:pt>
                <c:pt idx="3616">
                  <c:v>5.0312250689074345</c:v>
                </c:pt>
                <c:pt idx="3617">
                  <c:v>5.0309915971212007</c:v>
                </c:pt>
                <c:pt idx="3618">
                  <c:v>5.0307104643595437</c:v>
                </c:pt>
                <c:pt idx="3619">
                  <c:v>5.0287060236582191</c:v>
                </c:pt>
                <c:pt idx="3620">
                  <c:v>5.0289800264145166</c:v>
                </c:pt>
                <c:pt idx="3621">
                  <c:v>5.0294056733787613</c:v>
                </c:pt>
                <c:pt idx="3622">
                  <c:v>5.0306146160324632</c:v>
                </c:pt>
                <c:pt idx="3623">
                  <c:v>5.0287028654008115</c:v>
                </c:pt>
                <c:pt idx="3624">
                  <c:v>5.0296276605926042</c:v>
                </c:pt>
                <c:pt idx="3625">
                  <c:v>5.0341604777582116</c:v>
                </c:pt>
                <c:pt idx="3626">
                  <c:v>5.0358596680958581</c:v>
                </c:pt>
                <c:pt idx="3627">
                  <c:v>5.0372659061327614</c:v>
                </c:pt>
                <c:pt idx="3628">
                  <c:v>5.0384284319730499</c:v>
                </c:pt>
                <c:pt idx="3629">
                  <c:v>5.0385065270653087</c:v>
                </c:pt>
                <c:pt idx="3630">
                  <c:v>5.0383897193936145</c:v>
                </c:pt>
                <c:pt idx="3631">
                  <c:v>5.0383520595666491</c:v>
                </c:pt>
                <c:pt idx="3632">
                  <c:v>5.0399066399969374</c:v>
                </c:pt>
                <c:pt idx="3633">
                  <c:v>5.0393669129469414</c:v>
                </c:pt>
                <c:pt idx="3634">
                  <c:v>5.0390430001531277</c:v>
                </c:pt>
                <c:pt idx="3635">
                  <c:v>5.0394915205573847</c:v>
                </c:pt>
                <c:pt idx="3636">
                  <c:v>5.0380182413291479</c:v>
                </c:pt>
                <c:pt idx="3637">
                  <c:v>5.0355382914784474</c:v>
                </c:pt>
                <c:pt idx="3638">
                  <c:v>5.0351857629584256</c:v>
                </c:pt>
                <c:pt idx="3639">
                  <c:v>5.0368947151826049</c:v>
                </c:pt>
                <c:pt idx="3640">
                  <c:v>5.0383263628359236</c:v>
                </c:pt>
                <c:pt idx="3641">
                  <c:v>5.0415102212694283</c:v>
                </c:pt>
                <c:pt idx="3642">
                  <c:v>5.0424642542684328</c:v>
                </c:pt>
                <c:pt idx="3643">
                  <c:v>5.0410547144169664</c:v>
                </c:pt>
                <c:pt idx="3644">
                  <c:v>5.0405394877880711</c:v>
                </c:pt>
                <c:pt idx="3645">
                  <c:v>5.0419862567950391</c:v>
                </c:pt>
                <c:pt idx="3646">
                  <c:v>5.0396962809126409</c:v>
                </c:pt>
                <c:pt idx="3647">
                  <c:v>5.0407858318658603</c:v>
                </c:pt>
                <c:pt idx="3648">
                  <c:v>5.0389810313146004</c:v>
                </c:pt>
                <c:pt idx="3649">
                  <c:v>5.0368697840900394</c:v>
                </c:pt>
                <c:pt idx="3650">
                  <c:v>5.0381234687236809</c:v>
                </c:pt>
                <c:pt idx="3651">
                  <c:v>5.0386290291708136</c:v>
                </c:pt>
                <c:pt idx="3652">
                  <c:v>5.0381923283056427</c:v>
                </c:pt>
                <c:pt idx="3653">
                  <c:v>5.0372777256718475</c:v>
                </c:pt>
                <c:pt idx="3654">
                  <c:v>5.0386783649797104</c:v>
                </c:pt>
                <c:pt idx="3655">
                  <c:v>5.0395174565500342</c:v>
                </c:pt>
                <c:pt idx="3656">
                  <c:v>5.0390895605236965</c:v>
                </c:pt>
                <c:pt idx="3657">
                  <c:v>5.0399021418727505</c:v>
                </c:pt>
                <c:pt idx="3658">
                  <c:v>5.0390377363907817</c:v>
                </c:pt>
                <c:pt idx="3659">
                  <c:v>5.0338226399203734</c:v>
                </c:pt>
                <c:pt idx="3660">
                  <c:v>5.0340663521169899</c:v>
                </c:pt>
                <c:pt idx="3661">
                  <c:v>5.0338074707143408</c:v>
                </c:pt>
                <c:pt idx="3662">
                  <c:v>5.0321875239261926</c:v>
                </c:pt>
                <c:pt idx="3663">
                  <c:v>5.0309677666334887</c:v>
                </c:pt>
                <c:pt idx="3664">
                  <c:v>5.0326282922440857</c:v>
                </c:pt>
                <c:pt idx="3665">
                  <c:v>5.035408372253273</c:v>
                </c:pt>
                <c:pt idx="3666">
                  <c:v>5.0355620262613892</c:v>
                </c:pt>
                <c:pt idx="3667">
                  <c:v>5.0322234610673</c:v>
                </c:pt>
                <c:pt idx="3668">
                  <c:v>5.0286387432049615</c:v>
                </c:pt>
                <c:pt idx="3669">
                  <c:v>5.0270785161932467</c:v>
                </c:pt>
                <c:pt idx="3670">
                  <c:v>5.0288119209861417</c:v>
                </c:pt>
                <c:pt idx="3671">
                  <c:v>5.0338897768164763</c:v>
                </c:pt>
                <c:pt idx="3672">
                  <c:v>5.0341997645662664</c:v>
                </c:pt>
                <c:pt idx="3673">
                  <c:v>5.0311827195467425</c:v>
                </c:pt>
                <c:pt idx="3674">
                  <c:v>5.0283056906056194</c:v>
                </c:pt>
                <c:pt idx="3675">
                  <c:v>5.0295826314983536</c:v>
                </c:pt>
                <c:pt idx="3676">
                  <c:v>5.0318627976418346</c:v>
                </c:pt>
                <c:pt idx="3677">
                  <c:v>5.0293889250440245</c:v>
                </c:pt>
                <c:pt idx="3678">
                  <c:v>5.0242053154429218</c:v>
                </c:pt>
                <c:pt idx="3679">
                  <c:v>5.0259718819385961</c:v>
                </c:pt>
                <c:pt idx="3680">
                  <c:v>5.0293659558992418</c:v>
                </c:pt>
                <c:pt idx="3681">
                  <c:v>5.0280928431973049</c:v>
                </c:pt>
                <c:pt idx="3682">
                  <c:v>5.0289793086287418</c:v>
                </c:pt>
                <c:pt idx="3683">
                  <c:v>5.0306630426460455</c:v>
                </c:pt>
                <c:pt idx="3684">
                  <c:v>5.034715326161856</c:v>
                </c:pt>
                <c:pt idx="3685">
                  <c:v>5.0346347427455784</c:v>
                </c:pt>
                <c:pt idx="3686">
                  <c:v>5.032654419646275</c:v>
                </c:pt>
                <c:pt idx="3687">
                  <c:v>5.0306887872291552</c:v>
                </c:pt>
                <c:pt idx="3688">
                  <c:v>5.0320476035525612</c:v>
                </c:pt>
                <c:pt idx="3689">
                  <c:v>5.0319118463364214</c:v>
                </c:pt>
                <c:pt idx="3690">
                  <c:v>5.0329062188959499</c:v>
                </c:pt>
                <c:pt idx="3691">
                  <c:v>5.0384938940356792</c:v>
                </c:pt>
                <c:pt idx="3692">
                  <c:v>5.0417422096317281</c:v>
                </c:pt>
                <c:pt idx="3693">
                  <c:v>5.0436142906362456</c:v>
                </c:pt>
                <c:pt idx="3694">
                  <c:v>5.042918325549345</c:v>
                </c:pt>
                <c:pt idx="3695">
                  <c:v>5.0400393825128242</c:v>
                </c:pt>
                <c:pt idx="3696">
                  <c:v>5.0390420909578131</c:v>
                </c:pt>
                <c:pt idx="3697">
                  <c:v>5.0388815462062633</c:v>
                </c:pt>
                <c:pt idx="3698">
                  <c:v>5.0384266135824207</c:v>
                </c:pt>
                <c:pt idx="3699">
                  <c:v>5.0330754727815634</c:v>
                </c:pt>
                <c:pt idx="3700">
                  <c:v>5.028809767628819</c:v>
                </c:pt>
                <c:pt idx="3701">
                  <c:v>5.0284961909501567</c:v>
                </c:pt>
                <c:pt idx="3702">
                  <c:v>5.0317935073884081</c:v>
                </c:pt>
                <c:pt idx="3703">
                  <c:v>5.036158314830411</c:v>
                </c:pt>
                <c:pt idx="3704">
                  <c:v>5.0385105945180308</c:v>
                </c:pt>
                <c:pt idx="3705">
                  <c:v>5.0378790865936756</c:v>
                </c:pt>
                <c:pt idx="3706">
                  <c:v>5.0386330009187654</c:v>
                </c:pt>
                <c:pt idx="3707">
                  <c:v>5.0383879010029862</c:v>
                </c:pt>
                <c:pt idx="3708">
                  <c:v>5.0399709057499429</c:v>
                </c:pt>
                <c:pt idx="3709">
                  <c:v>5.0388879105734627</c:v>
                </c:pt>
                <c:pt idx="3710">
                  <c:v>5.0337820610979254</c:v>
                </c:pt>
                <c:pt idx="3711">
                  <c:v>5.0330254670392769</c:v>
                </c:pt>
                <c:pt idx="3712">
                  <c:v>5.031857390322334</c:v>
                </c:pt>
                <c:pt idx="3713">
                  <c:v>5.0338771916392311</c:v>
                </c:pt>
                <c:pt idx="3714">
                  <c:v>5.0374797105887756</c:v>
                </c:pt>
                <c:pt idx="3715">
                  <c:v>5.0415570687543063</c:v>
                </c:pt>
                <c:pt idx="3716">
                  <c:v>5.0449367869994637</c:v>
                </c:pt>
                <c:pt idx="3717">
                  <c:v>5.0422208770385115</c:v>
                </c:pt>
                <c:pt idx="3718">
                  <c:v>5.0386800398131841</c:v>
                </c:pt>
                <c:pt idx="3719">
                  <c:v>5.0361527639537558</c:v>
                </c:pt>
                <c:pt idx="3720">
                  <c:v>5.0341149222877268</c:v>
                </c:pt>
                <c:pt idx="3721">
                  <c:v>5.0354378493224106</c:v>
                </c:pt>
                <c:pt idx="3722">
                  <c:v>5.0364439457162549</c:v>
                </c:pt>
                <c:pt idx="3723">
                  <c:v>5.0325938863792974</c:v>
                </c:pt>
                <c:pt idx="3724">
                  <c:v>5.0301934193400202</c:v>
                </c:pt>
                <c:pt idx="3725">
                  <c:v>5.0288408238266591</c:v>
                </c:pt>
                <c:pt idx="3726">
                  <c:v>5.026088115381671</c:v>
                </c:pt>
                <c:pt idx="3727">
                  <c:v>5.0298016040119435</c:v>
                </c:pt>
                <c:pt idx="3728">
                  <c:v>5.03197788262767</c:v>
                </c:pt>
                <c:pt idx="3729">
                  <c:v>5.0301302541918691</c:v>
                </c:pt>
                <c:pt idx="3730">
                  <c:v>5.030703765025649</c:v>
                </c:pt>
                <c:pt idx="3731">
                  <c:v>5.0300456511752545</c:v>
                </c:pt>
                <c:pt idx="3732">
                  <c:v>5.0289260967766634</c:v>
                </c:pt>
                <c:pt idx="3733">
                  <c:v>5.0291967020136283</c:v>
                </c:pt>
                <c:pt idx="3734">
                  <c:v>5.0268652859658527</c:v>
                </c:pt>
                <c:pt idx="3735">
                  <c:v>5.0271030166143484</c:v>
                </c:pt>
                <c:pt idx="3736">
                  <c:v>5.0289604069366813</c:v>
                </c:pt>
                <c:pt idx="3737">
                  <c:v>5.0328269753464516</c:v>
                </c:pt>
                <c:pt idx="3738">
                  <c:v>5.0346300532118518</c:v>
                </c:pt>
                <c:pt idx="3739">
                  <c:v>5.0324380311614734</c:v>
                </c:pt>
                <c:pt idx="3740">
                  <c:v>5.0282971728810963</c:v>
                </c:pt>
                <c:pt idx="3741">
                  <c:v>5.0247374818160937</c:v>
                </c:pt>
                <c:pt idx="3742">
                  <c:v>5.0267479997703086</c:v>
                </c:pt>
                <c:pt idx="3743">
                  <c:v>5.0331940031391165</c:v>
                </c:pt>
                <c:pt idx="3744">
                  <c:v>5.0363344116070747</c:v>
                </c:pt>
                <c:pt idx="3745">
                  <c:v>5.0359698242860427</c:v>
                </c:pt>
                <c:pt idx="3746">
                  <c:v>5.0384830793966771</c:v>
                </c:pt>
                <c:pt idx="3747">
                  <c:v>5.0386279285659601</c:v>
                </c:pt>
                <c:pt idx="3748">
                  <c:v>5.0356269140953982</c:v>
                </c:pt>
                <c:pt idx="3749">
                  <c:v>5.0341497109715947</c:v>
                </c:pt>
                <c:pt idx="3750">
                  <c:v>5.0300206722303038</c:v>
                </c:pt>
                <c:pt idx="3751">
                  <c:v>5.0298959689150911</c:v>
                </c:pt>
                <c:pt idx="3752">
                  <c:v>5.0352673512747872</c:v>
                </c:pt>
                <c:pt idx="3753">
                  <c:v>5.0390329032999004</c:v>
                </c:pt>
                <c:pt idx="3754">
                  <c:v>5.0415521878110408</c:v>
                </c:pt>
                <c:pt idx="3755">
                  <c:v>5.0422237960339942</c:v>
                </c:pt>
                <c:pt idx="3756">
                  <c:v>5.0418618405941356</c:v>
                </c:pt>
                <c:pt idx="3757">
                  <c:v>5.0391437772758598</c:v>
                </c:pt>
                <c:pt idx="3758">
                  <c:v>5.0372442290023738</c:v>
                </c:pt>
                <c:pt idx="3759">
                  <c:v>5.0367459421177552</c:v>
                </c:pt>
                <c:pt idx="3760">
                  <c:v>5.037396878110405</c:v>
                </c:pt>
                <c:pt idx="3761">
                  <c:v>5.0367332133833553</c:v>
                </c:pt>
                <c:pt idx="3762">
                  <c:v>5.038473317510145</c:v>
                </c:pt>
                <c:pt idx="3763">
                  <c:v>5.037975413444606</c:v>
                </c:pt>
                <c:pt idx="3764">
                  <c:v>5.0317281410305492</c:v>
                </c:pt>
                <c:pt idx="3765">
                  <c:v>5.0284099131000692</c:v>
                </c:pt>
                <c:pt idx="3766">
                  <c:v>5.031312160248067</c:v>
                </c:pt>
                <c:pt idx="3767">
                  <c:v>5.0313313012020515</c:v>
                </c:pt>
                <c:pt idx="3768">
                  <c:v>5.0313800627823291</c:v>
                </c:pt>
                <c:pt idx="3769">
                  <c:v>5.0295739223642908</c:v>
                </c:pt>
                <c:pt idx="3770">
                  <c:v>5.0265475939820838</c:v>
                </c:pt>
                <c:pt idx="3771">
                  <c:v>5.0292772854299059</c:v>
                </c:pt>
                <c:pt idx="3772">
                  <c:v>5.0317825491922514</c:v>
                </c:pt>
                <c:pt idx="3773">
                  <c:v>5.0348296455095323</c:v>
                </c:pt>
                <c:pt idx="3774">
                  <c:v>5.0371241195161165</c:v>
                </c:pt>
                <c:pt idx="3775">
                  <c:v>5.0371125870913405</c:v>
                </c:pt>
                <c:pt idx="3776">
                  <c:v>5.0341557403720998</c:v>
                </c:pt>
                <c:pt idx="3777">
                  <c:v>5.0337349743511215</c:v>
                </c:pt>
                <c:pt idx="3778">
                  <c:v>5.0372828937294232</c:v>
                </c:pt>
                <c:pt idx="3779">
                  <c:v>5.0354755570017611</c:v>
                </c:pt>
                <c:pt idx="3780">
                  <c:v>5.0345545421483804</c:v>
                </c:pt>
                <c:pt idx="3781">
                  <c:v>5.037358787611975</c:v>
                </c:pt>
                <c:pt idx="3782">
                  <c:v>5.0349737290406553</c:v>
                </c:pt>
                <c:pt idx="3783">
                  <c:v>5.0301351829875198</c:v>
                </c:pt>
                <c:pt idx="3784">
                  <c:v>5.0270584660439477</c:v>
                </c:pt>
                <c:pt idx="3785">
                  <c:v>5.0314659099609527</c:v>
                </c:pt>
                <c:pt idx="3786">
                  <c:v>5.0345954559375237</c:v>
                </c:pt>
                <c:pt idx="3787">
                  <c:v>5.0351965297450425</c:v>
                </c:pt>
                <c:pt idx="3788">
                  <c:v>5.0346789583492839</c:v>
                </c:pt>
                <c:pt idx="3789">
                  <c:v>5.03634623114616</c:v>
                </c:pt>
                <c:pt idx="3790">
                  <c:v>5.0389627038511602</c:v>
                </c:pt>
                <c:pt idx="3791">
                  <c:v>5.0377214129852232</c:v>
                </c:pt>
                <c:pt idx="3792">
                  <c:v>5.0345467422096322</c:v>
                </c:pt>
                <c:pt idx="3793">
                  <c:v>5.0316097542301508</c:v>
                </c:pt>
                <c:pt idx="3794">
                  <c:v>5.0325866606691676</c:v>
                </c:pt>
                <c:pt idx="3795">
                  <c:v>5.0327001186739144</c:v>
                </c:pt>
                <c:pt idx="3796">
                  <c:v>5.0331126540846798</c:v>
                </c:pt>
                <c:pt idx="3797">
                  <c:v>5.0343459536023278</c:v>
                </c:pt>
                <c:pt idx="3798">
                  <c:v>5.0374929656994105</c:v>
                </c:pt>
                <c:pt idx="3799">
                  <c:v>5.0402037554551722</c:v>
                </c:pt>
                <c:pt idx="3800">
                  <c:v>5.0374200865171117</c:v>
                </c:pt>
                <c:pt idx="3801">
                  <c:v>5.0339745233902455</c:v>
                </c:pt>
                <c:pt idx="3802">
                  <c:v>5.0333370339177703</c:v>
                </c:pt>
                <c:pt idx="3803">
                  <c:v>5.0371970465508005</c:v>
                </c:pt>
                <c:pt idx="3804">
                  <c:v>5.0396433561748717</c:v>
                </c:pt>
                <c:pt idx="3805">
                  <c:v>5.0417909712120048</c:v>
                </c:pt>
                <c:pt idx="3806">
                  <c:v>5.0399124779879028</c:v>
                </c:pt>
                <c:pt idx="3807">
                  <c:v>5.0384614501186737</c:v>
                </c:pt>
                <c:pt idx="3808">
                  <c:v>5.0388865228542992</c:v>
                </c:pt>
                <c:pt idx="3809">
                  <c:v>5.0368142753234819</c:v>
                </c:pt>
                <c:pt idx="3810">
                  <c:v>5.036437198529975</c:v>
                </c:pt>
                <c:pt idx="3811">
                  <c:v>5.0377079186126634</c:v>
                </c:pt>
                <c:pt idx="3812">
                  <c:v>5.0362676096776662</c:v>
                </c:pt>
                <c:pt idx="3813">
                  <c:v>5.0356850547431282</c:v>
                </c:pt>
                <c:pt idx="3814">
                  <c:v>5.0334130713574767</c:v>
                </c:pt>
                <c:pt idx="3815">
                  <c:v>5.0347623172038896</c:v>
                </c:pt>
                <c:pt idx="3816">
                  <c:v>5.0362225327310313</c:v>
                </c:pt>
                <c:pt idx="3817">
                  <c:v>5.0378884178087437</c:v>
                </c:pt>
                <c:pt idx="3818">
                  <c:v>5.038386608988592</c:v>
                </c:pt>
                <c:pt idx="3819">
                  <c:v>5.0354089943342775</c:v>
                </c:pt>
                <c:pt idx="3820">
                  <c:v>5.0316657893729424</c:v>
                </c:pt>
                <c:pt idx="3821">
                  <c:v>5.0324235318888295</c:v>
                </c:pt>
                <c:pt idx="3822">
                  <c:v>5.0331293545670315</c:v>
                </c:pt>
                <c:pt idx="3823">
                  <c:v>5.0358240180690608</c:v>
                </c:pt>
                <c:pt idx="3824">
                  <c:v>5.0406122234132145</c:v>
                </c:pt>
                <c:pt idx="3825">
                  <c:v>5.0403537726820309</c:v>
                </c:pt>
                <c:pt idx="3826">
                  <c:v>5.0377389269581192</c:v>
                </c:pt>
                <c:pt idx="3827">
                  <c:v>5.0368339905060866</c:v>
                </c:pt>
                <c:pt idx="3828">
                  <c:v>5.0359144112242555</c:v>
                </c:pt>
                <c:pt idx="3829">
                  <c:v>5.0351325989587323</c:v>
                </c:pt>
                <c:pt idx="3830">
                  <c:v>5.0347815538626444</c:v>
                </c:pt>
                <c:pt idx="3831">
                  <c:v>5.0336682681264833</c:v>
                </c:pt>
                <c:pt idx="3832">
                  <c:v>5.0338176632723375</c:v>
                </c:pt>
                <c:pt idx="3833">
                  <c:v>5.0389550953219509</c:v>
                </c:pt>
                <c:pt idx="3834">
                  <c:v>5.0411909023045709</c:v>
                </c:pt>
                <c:pt idx="3835">
                  <c:v>5.042213459918842</c:v>
                </c:pt>
                <c:pt idx="3836">
                  <c:v>5.041875717785774</c:v>
                </c:pt>
                <c:pt idx="3837">
                  <c:v>5.037457507082153</c:v>
                </c:pt>
                <c:pt idx="3838">
                  <c:v>5.0378016135824213</c:v>
                </c:pt>
                <c:pt idx="3839">
                  <c:v>5.0401243683485184</c:v>
                </c:pt>
                <c:pt idx="3840">
                  <c:v>5.0417745099915781</c:v>
                </c:pt>
                <c:pt idx="3841">
                  <c:v>5.0412983309088126</c:v>
                </c:pt>
                <c:pt idx="3842">
                  <c:v>5.0378607591302353</c:v>
                </c:pt>
                <c:pt idx="3843">
                  <c:v>5.0361831023658219</c:v>
                </c:pt>
                <c:pt idx="3844">
                  <c:v>5.0375466082229536</c:v>
                </c:pt>
                <c:pt idx="3845">
                  <c:v>5.0400493358088969</c:v>
                </c:pt>
                <c:pt idx="3846">
                  <c:v>5.0436001263302961</c:v>
                </c:pt>
                <c:pt idx="3847">
                  <c:v>5.0434848977873061</c:v>
                </c:pt>
                <c:pt idx="3848">
                  <c:v>5.0425199544445292</c:v>
                </c:pt>
                <c:pt idx="3849">
                  <c:v>5.041377861572621</c:v>
                </c:pt>
                <c:pt idx="3850">
                  <c:v>5.0395704769925729</c:v>
                </c:pt>
                <c:pt idx="3851">
                  <c:v>5.0365912353571698</c:v>
                </c:pt>
                <c:pt idx="3852">
                  <c:v>5.0338710186815714</c:v>
                </c:pt>
                <c:pt idx="3853">
                  <c:v>5.0345193227930478</c:v>
                </c:pt>
                <c:pt idx="3854">
                  <c:v>5.036998985529439</c:v>
                </c:pt>
                <c:pt idx="3855">
                  <c:v>5.0407846355562365</c:v>
                </c:pt>
                <c:pt idx="3856">
                  <c:v>5.0450184231682105</c:v>
                </c:pt>
                <c:pt idx="3857">
                  <c:v>5.0454169378301819</c:v>
                </c:pt>
                <c:pt idx="3858">
                  <c:v>5.0452066265982696</c:v>
                </c:pt>
                <c:pt idx="3859">
                  <c:v>5.0435650026797338</c:v>
                </c:pt>
                <c:pt idx="3860">
                  <c:v>5.0388194816629657</c:v>
                </c:pt>
                <c:pt idx="3861">
                  <c:v>5.0398196922134595</c:v>
                </c:pt>
                <c:pt idx="3862">
                  <c:v>5.0407233366510988</c:v>
                </c:pt>
                <c:pt idx="3863">
                  <c:v>5.0399054436873136</c:v>
                </c:pt>
                <c:pt idx="3864">
                  <c:v>5.041162621545058</c:v>
                </c:pt>
                <c:pt idx="3865">
                  <c:v>5.0402250497664802</c:v>
                </c:pt>
                <c:pt idx="3866">
                  <c:v>5.0382587474159708</c:v>
                </c:pt>
                <c:pt idx="3867">
                  <c:v>5.0371522088660896</c:v>
                </c:pt>
                <c:pt idx="3868">
                  <c:v>5.0353960741903379</c:v>
                </c:pt>
                <c:pt idx="3869">
                  <c:v>5.0342771897251355</c:v>
                </c:pt>
                <c:pt idx="3870">
                  <c:v>5.0379420603322869</c:v>
                </c:pt>
                <c:pt idx="3871">
                  <c:v>5.0382027601255643</c:v>
                </c:pt>
                <c:pt idx="3872">
                  <c:v>5.0370561691294693</c:v>
                </c:pt>
                <c:pt idx="3873">
                  <c:v>5.0351907874588466</c:v>
                </c:pt>
                <c:pt idx="3874">
                  <c:v>5.0348424220963173</c:v>
                </c:pt>
                <c:pt idx="3875">
                  <c:v>5.036882704233979</c:v>
                </c:pt>
                <c:pt idx="3876">
                  <c:v>5.0356740486945872</c:v>
                </c:pt>
                <c:pt idx="3877">
                  <c:v>5.0303034319730493</c:v>
                </c:pt>
                <c:pt idx="3878">
                  <c:v>5.029304848403644</c:v>
                </c:pt>
                <c:pt idx="3879">
                  <c:v>5.0279089943342772</c:v>
                </c:pt>
                <c:pt idx="3880">
                  <c:v>5.0276997837072201</c:v>
                </c:pt>
                <c:pt idx="3881">
                  <c:v>5.0246099552101677</c:v>
                </c:pt>
                <c:pt idx="3882">
                  <c:v>5.0195690892734097</c:v>
                </c:pt>
                <c:pt idx="3883">
                  <c:v>5.0214409788683865</c:v>
                </c:pt>
                <c:pt idx="3884">
                  <c:v>5.026367477605084</c:v>
                </c:pt>
                <c:pt idx="3885">
                  <c:v>5.0305521686700869</c:v>
                </c:pt>
                <c:pt idx="3886">
                  <c:v>5.0303446328765027</c:v>
                </c:pt>
                <c:pt idx="3887">
                  <c:v>5.034525639307863</c:v>
                </c:pt>
                <c:pt idx="3888">
                  <c:v>5.040825597197764</c:v>
                </c:pt>
                <c:pt idx="3889">
                  <c:v>5.0455758556006431</c:v>
                </c:pt>
                <c:pt idx="3890">
                  <c:v>5.0458598595053976</c:v>
                </c:pt>
                <c:pt idx="3891">
                  <c:v>5.0383167445065462</c:v>
                </c:pt>
                <c:pt idx="3892">
                  <c:v>5.029811509455631</c:v>
                </c:pt>
                <c:pt idx="3893">
                  <c:v>5.0296623057193166</c:v>
                </c:pt>
                <c:pt idx="3894">
                  <c:v>5.032784960952454</c:v>
                </c:pt>
                <c:pt idx="3895">
                  <c:v>5.0302298828573617</c:v>
                </c:pt>
                <c:pt idx="3896">
                  <c:v>5.0287138714493533</c:v>
                </c:pt>
                <c:pt idx="3897">
                  <c:v>5.031203391777046</c:v>
                </c:pt>
                <c:pt idx="3898">
                  <c:v>5.0362494736237657</c:v>
                </c:pt>
                <c:pt idx="3899">
                  <c:v>5.0409943247071434</c:v>
                </c:pt>
                <c:pt idx="3900">
                  <c:v>5.043758709134063</c:v>
                </c:pt>
                <c:pt idx="3901">
                  <c:v>5.04239663884848</c:v>
                </c:pt>
                <c:pt idx="3902">
                  <c:v>5.0359787726820304</c:v>
                </c:pt>
                <c:pt idx="3903">
                  <c:v>5.0338396753694203</c:v>
                </c:pt>
                <c:pt idx="3904">
                  <c:v>5.0376963861878874</c:v>
                </c:pt>
                <c:pt idx="3905">
                  <c:v>5.0401113046474233</c:v>
                </c:pt>
                <c:pt idx="3906">
                  <c:v>5.0452816591378911</c:v>
                </c:pt>
                <c:pt idx="3907">
                  <c:v>5.0495626292014393</c:v>
                </c:pt>
                <c:pt idx="3908">
                  <c:v>5.046937160248067</c:v>
                </c:pt>
                <c:pt idx="3909">
                  <c:v>5.0434406821835998</c:v>
                </c:pt>
                <c:pt idx="3910">
                  <c:v>5.0412128665492686</c:v>
                </c:pt>
                <c:pt idx="3911">
                  <c:v>5.0355908333971362</c:v>
                </c:pt>
                <c:pt idx="3912">
                  <c:v>5.0317951343694967</c:v>
                </c:pt>
                <c:pt idx="3913">
                  <c:v>5.0319525687160249</c:v>
                </c:pt>
                <c:pt idx="3914">
                  <c:v>5.0350840287879945</c:v>
                </c:pt>
                <c:pt idx="3915">
                  <c:v>5.0381793603093179</c:v>
                </c:pt>
                <c:pt idx="3916">
                  <c:v>5.0408816323405556</c:v>
                </c:pt>
                <c:pt idx="3917">
                  <c:v>5.0387775629737384</c:v>
                </c:pt>
                <c:pt idx="3918">
                  <c:v>5.0368363831253351</c:v>
                </c:pt>
                <c:pt idx="3919">
                  <c:v>5.0381005474312843</c:v>
                </c:pt>
                <c:pt idx="3920">
                  <c:v>5.0380792531199754</c:v>
                </c:pt>
                <c:pt idx="3921">
                  <c:v>5.035865649643978</c:v>
                </c:pt>
                <c:pt idx="3922">
                  <c:v>5.0334708770385115</c:v>
                </c:pt>
                <c:pt idx="3923">
                  <c:v>5.0334771935533267</c:v>
                </c:pt>
                <c:pt idx="3924">
                  <c:v>5.0336169703698035</c:v>
                </c:pt>
                <c:pt idx="3925">
                  <c:v>5.0327500765638158</c:v>
                </c:pt>
                <c:pt idx="3926">
                  <c:v>5.0344708483270804</c:v>
                </c:pt>
                <c:pt idx="3927">
                  <c:v>5.0380095800474693</c:v>
                </c:pt>
                <c:pt idx="3928">
                  <c:v>5.0413844173493603</c:v>
                </c:pt>
                <c:pt idx="3929">
                  <c:v>5.0400169397442767</c:v>
                </c:pt>
                <c:pt idx="3930">
                  <c:v>5.0357585081540464</c:v>
                </c:pt>
                <c:pt idx="3931">
                  <c:v>5.0313280472398745</c:v>
                </c:pt>
                <c:pt idx="3932">
                  <c:v>5.0286061557308015</c:v>
                </c:pt>
                <c:pt idx="3933">
                  <c:v>5.0278877957277395</c:v>
                </c:pt>
                <c:pt idx="3934">
                  <c:v>5.0263383355026416</c:v>
                </c:pt>
                <c:pt idx="3935">
                  <c:v>5.0276219278768854</c:v>
                </c:pt>
                <c:pt idx="3936">
                  <c:v>5.0281533286118982</c:v>
                </c:pt>
                <c:pt idx="3937">
                  <c:v>5.0297173838144094</c:v>
                </c:pt>
                <c:pt idx="3938">
                  <c:v>5.0318358567491002</c:v>
                </c:pt>
                <c:pt idx="3939">
                  <c:v>5.0337055929867542</c:v>
                </c:pt>
                <c:pt idx="3940">
                  <c:v>5.0371011025189496</c:v>
                </c:pt>
                <c:pt idx="3941">
                  <c:v>5.0372326487252126</c:v>
                </c:pt>
                <c:pt idx="3942">
                  <c:v>5.0367691505244618</c:v>
                </c:pt>
                <c:pt idx="3943">
                  <c:v>5.0340575951305411</c:v>
                </c:pt>
                <c:pt idx="3944">
                  <c:v>5.03417559911186</c:v>
                </c:pt>
                <c:pt idx="3945">
                  <c:v>5.0335426556159559</c:v>
                </c:pt>
                <c:pt idx="3946">
                  <c:v>5.0333654582344387</c:v>
                </c:pt>
                <c:pt idx="3947">
                  <c:v>5.0303517628818621</c:v>
                </c:pt>
                <c:pt idx="3948">
                  <c:v>5.0295112357399896</c:v>
                </c:pt>
                <c:pt idx="3949">
                  <c:v>5.0318748564428448</c:v>
                </c:pt>
                <c:pt idx="3950">
                  <c:v>5.0302625660362912</c:v>
                </c:pt>
                <c:pt idx="3951">
                  <c:v>5.0307012288492459</c:v>
                </c:pt>
                <c:pt idx="3952">
                  <c:v>5.0354094250057422</c:v>
                </c:pt>
                <c:pt idx="3953">
                  <c:v>5.0380554704846485</c:v>
                </c:pt>
                <c:pt idx="3954">
                  <c:v>5.0369140953985143</c:v>
                </c:pt>
                <c:pt idx="3955">
                  <c:v>5.0378689897404483</c:v>
                </c:pt>
                <c:pt idx="3956">
                  <c:v>5.0392654658908196</c:v>
                </c:pt>
                <c:pt idx="3957">
                  <c:v>5.0396515867850855</c:v>
                </c:pt>
                <c:pt idx="3958">
                  <c:v>5.0403793258556009</c:v>
                </c:pt>
                <c:pt idx="3959">
                  <c:v>5.0422494927647197</c:v>
                </c:pt>
                <c:pt idx="3960">
                  <c:v>5.0417858031544291</c:v>
                </c:pt>
                <c:pt idx="3961">
                  <c:v>5.0412619630962405</c:v>
                </c:pt>
                <c:pt idx="3962">
                  <c:v>5.0398377804149757</c:v>
                </c:pt>
                <c:pt idx="3963">
                  <c:v>5.0401771016767478</c:v>
                </c:pt>
                <c:pt idx="3964">
                  <c:v>5.0401049881326081</c:v>
                </c:pt>
                <c:pt idx="3965">
                  <c:v>5.0417947515504169</c:v>
                </c:pt>
                <c:pt idx="3966">
                  <c:v>5.0446931226552332</c:v>
                </c:pt>
                <c:pt idx="3967">
                  <c:v>5.0455144609907361</c:v>
                </c:pt>
                <c:pt idx="3968">
                  <c:v>5.0417093350432589</c:v>
                </c:pt>
                <c:pt idx="3969">
                  <c:v>5.0366038683868002</c:v>
                </c:pt>
                <c:pt idx="3970">
                  <c:v>5.0366684691065</c:v>
                </c:pt>
                <c:pt idx="3971">
                  <c:v>5.035254766097542</c:v>
                </c:pt>
                <c:pt idx="3972">
                  <c:v>5.0291439686853989</c:v>
                </c:pt>
                <c:pt idx="3973">
                  <c:v>5.0243977298828577</c:v>
                </c:pt>
                <c:pt idx="3974">
                  <c:v>5.0281892179006205</c:v>
                </c:pt>
                <c:pt idx="3975">
                  <c:v>5.035155807365439</c:v>
                </c:pt>
                <c:pt idx="3976">
                  <c:v>5.0379270346834089</c:v>
                </c:pt>
                <c:pt idx="3977">
                  <c:v>5.0393167157951151</c:v>
                </c:pt>
                <c:pt idx="3978">
                  <c:v>5.0381142810657682</c:v>
                </c:pt>
                <c:pt idx="3979">
                  <c:v>5.03674665990353</c:v>
                </c:pt>
                <c:pt idx="3980">
                  <c:v>5.0350662755531737</c:v>
                </c:pt>
                <c:pt idx="3981">
                  <c:v>5.0322930384350357</c:v>
                </c:pt>
                <c:pt idx="3982">
                  <c:v>5.0305214952913255</c:v>
                </c:pt>
                <c:pt idx="3983">
                  <c:v>5.0261826238419722</c:v>
                </c:pt>
                <c:pt idx="3984">
                  <c:v>5.0221436911415669</c:v>
                </c:pt>
                <c:pt idx="3985">
                  <c:v>5.0200152649108034</c:v>
                </c:pt>
                <c:pt idx="3986">
                  <c:v>5.0204206224638233</c:v>
                </c:pt>
                <c:pt idx="3987">
                  <c:v>5.0223588354643596</c:v>
                </c:pt>
                <c:pt idx="3988">
                  <c:v>5.0224203736314221</c:v>
                </c:pt>
                <c:pt idx="3989">
                  <c:v>5.023980600643136</c:v>
                </c:pt>
                <c:pt idx="3990">
                  <c:v>5.0282259206798869</c:v>
                </c:pt>
                <c:pt idx="3991">
                  <c:v>5.034376052752469</c:v>
                </c:pt>
                <c:pt idx="3992">
                  <c:v>5.0365751091034374</c:v>
                </c:pt>
                <c:pt idx="3993">
                  <c:v>5.03376292014394</c:v>
                </c:pt>
                <c:pt idx="3994">
                  <c:v>5.0322449467881478</c:v>
                </c:pt>
                <c:pt idx="3995">
                  <c:v>5.0307925790521404</c:v>
                </c:pt>
                <c:pt idx="3996">
                  <c:v>5.0329462713421638</c:v>
                </c:pt>
                <c:pt idx="3997">
                  <c:v>5.0346134484342704</c:v>
                </c:pt>
                <c:pt idx="3998">
                  <c:v>5.0362338737462675</c:v>
                </c:pt>
                <c:pt idx="3999">
                  <c:v>5.0338034511140037</c:v>
                </c:pt>
                <c:pt idx="4000">
                  <c:v>5.0320380330755681</c:v>
                </c:pt>
                <c:pt idx="4001">
                  <c:v>5.0315577386876962</c:v>
                </c:pt>
                <c:pt idx="4002">
                  <c:v>5.0321148840058187</c:v>
                </c:pt>
                <c:pt idx="4003">
                  <c:v>5.0308266020978483</c:v>
                </c:pt>
                <c:pt idx="4004">
                  <c:v>5.0319934825051682</c:v>
                </c:pt>
                <c:pt idx="4005">
                  <c:v>5.0335555757598955</c:v>
                </c:pt>
                <c:pt idx="4006">
                  <c:v>5.0309730303958347</c:v>
                </c:pt>
                <c:pt idx="4007">
                  <c:v>5.033257790368272</c:v>
                </c:pt>
                <c:pt idx="4008">
                  <c:v>5.0383870875124419</c:v>
                </c:pt>
                <c:pt idx="4009">
                  <c:v>5.0426432700405792</c:v>
                </c:pt>
                <c:pt idx="4010">
                  <c:v>5.0408100930250361</c:v>
                </c:pt>
                <c:pt idx="4011">
                  <c:v>5.0356590230457083</c:v>
                </c:pt>
                <c:pt idx="4012">
                  <c:v>5.0338004842661359</c:v>
                </c:pt>
                <c:pt idx="4013">
                  <c:v>5.0329155979634024</c:v>
                </c:pt>
                <c:pt idx="4014">
                  <c:v>5.0317302465354876</c:v>
                </c:pt>
                <c:pt idx="4015">
                  <c:v>5.030613324018069</c:v>
                </c:pt>
                <c:pt idx="4016">
                  <c:v>5.0300425886226172</c:v>
                </c:pt>
                <c:pt idx="4017">
                  <c:v>5.0339171005282903</c:v>
                </c:pt>
                <c:pt idx="4018">
                  <c:v>5.0381613199601869</c:v>
                </c:pt>
                <c:pt idx="4019">
                  <c:v>5.0409184308245925</c:v>
                </c:pt>
                <c:pt idx="4020">
                  <c:v>5.0401803077865397</c:v>
                </c:pt>
                <c:pt idx="4021">
                  <c:v>5.0407377402189724</c:v>
                </c:pt>
                <c:pt idx="4022">
                  <c:v>5.0401510221269428</c:v>
                </c:pt>
                <c:pt idx="4023">
                  <c:v>5.0374696615879335</c:v>
                </c:pt>
                <c:pt idx="4024">
                  <c:v>5.0362766537784243</c:v>
                </c:pt>
                <c:pt idx="4025">
                  <c:v>5.035346738381441</c:v>
                </c:pt>
                <c:pt idx="4026">
                  <c:v>5.0322005876272877</c:v>
                </c:pt>
                <c:pt idx="4027">
                  <c:v>5.0316491845953601</c:v>
                </c:pt>
                <c:pt idx="4028">
                  <c:v>5.0311428585100684</c:v>
                </c:pt>
                <c:pt idx="4029">
                  <c:v>5.0324282214225553</c:v>
                </c:pt>
                <c:pt idx="4030">
                  <c:v>5.033849102289258</c:v>
                </c:pt>
                <c:pt idx="4031">
                  <c:v>5.0318840919531427</c:v>
                </c:pt>
                <c:pt idx="4032">
                  <c:v>5.0287190873593142</c:v>
                </c:pt>
                <c:pt idx="4033">
                  <c:v>5.0274528175484265</c:v>
                </c:pt>
                <c:pt idx="4034">
                  <c:v>5.0245950252660592</c:v>
                </c:pt>
                <c:pt idx="4035">
                  <c:v>5.0227029898170121</c:v>
                </c:pt>
                <c:pt idx="4036">
                  <c:v>5.0240821434040273</c:v>
                </c:pt>
                <c:pt idx="4037">
                  <c:v>5.0249919129469411</c:v>
                </c:pt>
                <c:pt idx="4038">
                  <c:v>5.0300219163923128</c:v>
                </c:pt>
                <c:pt idx="4039">
                  <c:v>5.035878426230763</c:v>
                </c:pt>
                <c:pt idx="4040">
                  <c:v>5.0383575625909192</c:v>
                </c:pt>
                <c:pt idx="4041">
                  <c:v>5.0399942098614199</c:v>
                </c:pt>
                <c:pt idx="4042">
                  <c:v>5.041829348824745</c:v>
                </c:pt>
                <c:pt idx="4043">
                  <c:v>5.0407129526835615</c:v>
                </c:pt>
                <c:pt idx="4044">
                  <c:v>5.04182360653855</c:v>
                </c:pt>
                <c:pt idx="4045">
                  <c:v>5.0450848422785395</c:v>
                </c:pt>
                <c:pt idx="4046">
                  <c:v>5.0452028941122427</c:v>
                </c:pt>
                <c:pt idx="4047">
                  <c:v>5.0402429944108418</c:v>
                </c:pt>
                <c:pt idx="4048">
                  <c:v>5.039963392925503</c:v>
                </c:pt>
                <c:pt idx="4049">
                  <c:v>5.0454740257254418</c:v>
                </c:pt>
                <c:pt idx="4050">
                  <c:v>5.046422220733481</c:v>
                </c:pt>
                <c:pt idx="4051">
                  <c:v>5.0436062514355715</c:v>
                </c:pt>
                <c:pt idx="4052">
                  <c:v>5.0424703793737082</c:v>
                </c:pt>
                <c:pt idx="4053">
                  <c:v>5.04080530778654</c:v>
                </c:pt>
                <c:pt idx="4054">
                  <c:v>5.0396693400199064</c:v>
                </c:pt>
                <c:pt idx="4055">
                  <c:v>5.0389447592067986</c:v>
                </c:pt>
                <c:pt idx="4056">
                  <c:v>5.0406573482122345</c:v>
                </c:pt>
                <c:pt idx="4057">
                  <c:v>5.0452260068141799</c:v>
                </c:pt>
                <c:pt idx="4058">
                  <c:v>5.0481758670852157</c:v>
                </c:pt>
                <c:pt idx="4059">
                  <c:v>5.0489888791057345</c:v>
                </c:pt>
                <c:pt idx="4060">
                  <c:v>5.0472522682030476</c:v>
                </c:pt>
                <c:pt idx="4061">
                  <c:v>5.0432987520098003</c:v>
                </c:pt>
                <c:pt idx="4062">
                  <c:v>5.0378021399586554</c:v>
                </c:pt>
                <c:pt idx="4063">
                  <c:v>5.0353855466656459</c:v>
                </c:pt>
                <c:pt idx="4064">
                  <c:v>5.0386892274710968</c:v>
                </c:pt>
                <c:pt idx="4065">
                  <c:v>5.0444455344154351</c:v>
                </c:pt>
                <c:pt idx="4066">
                  <c:v>5.0478662621545061</c:v>
                </c:pt>
                <c:pt idx="4067">
                  <c:v>5.0418188691524382</c:v>
                </c:pt>
                <c:pt idx="4068">
                  <c:v>5.0342175656534724</c:v>
                </c:pt>
                <c:pt idx="4069">
                  <c:v>5.0358982849705232</c:v>
                </c:pt>
                <c:pt idx="4070">
                  <c:v>5.0376959555164227</c:v>
                </c:pt>
                <c:pt idx="4071">
                  <c:v>5.0339488745119061</c:v>
                </c:pt>
                <c:pt idx="4072">
                  <c:v>5.0280759513054134</c:v>
                </c:pt>
                <c:pt idx="4073">
                  <c:v>5.0279091857438178</c:v>
                </c:pt>
                <c:pt idx="4074">
                  <c:v>5.0308145911492232</c:v>
                </c:pt>
                <c:pt idx="4075">
                  <c:v>5.033214436107496</c:v>
                </c:pt>
                <c:pt idx="4076">
                  <c:v>5.0353290329990044</c:v>
                </c:pt>
                <c:pt idx="4077">
                  <c:v>5.0376225021055046</c:v>
                </c:pt>
                <c:pt idx="4078">
                  <c:v>5.0367958521552714</c:v>
                </c:pt>
                <c:pt idx="4079">
                  <c:v>5.036472513590077</c:v>
                </c:pt>
                <c:pt idx="4080">
                  <c:v>5.0357498468723678</c:v>
                </c:pt>
                <c:pt idx="4081">
                  <c:v>5.0335712713421641</c:v>
                </c:pt>
                <c:pt idx="4082">
                  <c:v>5.0336520940203657</c:v>
                </c:pt>
                <c:pt idx="4083">
                  <c:v>5.0378130024500418</c:v>
                </c:pt>
                <c:pt idx="4084">
                  <c:v>5.0394374473623769</c:v>
                </c:pt>
                <c:pt idx="4085">
                  <c:v>5.0380784874818163</c:v>
                </c:pt>
                <c:pt idx="4086">
                  <c:v>5.042568285353342</c:v>
                </c:pt>
                <c:pt idx="4087">
                  <c:v>5.0445395643518873</c:v>
                </c:pt>
                <c:pt idx="4088">
                  <c:v>5.0396856576831786</c:v>
                </c:pt>
                <c:pt idx="4089">
                  <c:v>5.0391461220427223</c:v>
                </c:pt>
                <c:pt idx="4090">
                  <c:v>5.0370177915167291</c:v>
                </c:pt>
                <c:pt idx="4091">
                  <c:v>5.0348096910650026</c:v>
                </c:pt>
                <c:pt idx="4092">
                  <c:v>5.0328829626368581</c:v>
                </c:pt>
                <c:pt idx="4093">
                  <c:v>5.0326261867391473</c:v>
                </c:pt>
                <c:pt idx="4094">
                  <c:v>5.0372729404333514</c:v>
                </c:pt>
                <c:pt idx="4095">
                  <c:v>5.0412577520863637</c:v>
                </c:pt>
                <c:pt idx="4096">
                  <c:v>5.0386634350356019</c:v>
                </c:pt>
                <c:pt idx="4097">
                  <c:v>5.0325556523237118</c:v>
                </c:pt>
                <c:pt idx="4098">
                  <c:v>5.0287369362989054</c:v>
                </c:pt>
                <c:pt idx="4099">
                  <c:v>5.0287513877191641</c:v>
                </c:pt>
                <c:pt idx="4100">
                  <c:v>5.0316582765485034</c:v>
                </c:pt>
                <c:pt idx="4101">
                  <c:v>5.032422909807825</c:v>
                </c:pt>
                <c:pt idx="4102">
                  <c:v>5.0319623784549421</c:v>
                </c:pt>
                <c:pt idx="4103">
                  <c:v>5.034045057805681</c:v>
                </c:pt>
                <c:pt idx="4104">
                  <c:v>5.0378692768547584</c:v>
                </c:pt>
                <c:pt idx="4105">
                  <c:v>5.0358740238113464</c:v>
                </c:pt>
                <c:pt idx="4106">
                  <c:v>5.0333244008881399</c:v>
                </c:pt>
                <c:pt idx="4107">
                  <c:v>5.0348629986218514</c:v>
                </c:pt>
                <c:pt idx="4108">
                  <c:v>5.0358353112319119</c:v>
                </c:pt>
                <c:pt idx="4109">
                  <c:v>5.0376608318658604</c:v>
                </c:pt>
                <c:pt idx="4110">
                  <c:v>5.0362647385345687</c:v>
                </c:pt>
                <c:pt idx="4111">
                  <c:v>5.0365563988209177</c:v>
                </c:pt>
                <c:pt idx="4112">
                  <c:v>5.0372080047469563</c:v>
                </c:pt>
                <c:pt idx="4113">
                  <c:v>5.0343940931016</c:v>
                </c:pt>
                <c:pt idx="4114">
                  <c:v>5.0334254651251822</c:v>
                </c:pt>
                <c:pt idx="4115">
                  <c:v>5.0332447266671769</c:v>
                </c:pt>
                <c:pt idx="4116">
                  <c:v>5.0311705171885768</c:v>
                </c:pt>
                <c:pt idx="4117">
                  <c:v>5.0292388599647806</c:v>
                </c:pt>
                <c:pt idx="4118">
                  <c:v>5.0308958444988896</c:v>
                </c:pt>
                <c:pt idx="4119">
                  <c:v>5.0313713057958811</c:v>
                </c:pt>
                <c:pt idx="4120">
                  <c:v>5.0356132761656838</c:v>
                </c:pt>
                <c:pt idx="4121">
                  <c:v>5.0390684097695431</c:v>
                </c:pt>
                <c:pt idx="4122">
                  <c:v>5.037196424469796</c:v>
                </c:pt>
                <c:pt idx="4123">
                  <c:v>5.0352761561136203</c:v>
                </c:pt>
                <c:pt idx="4124">
                  <c:v>5.0364200195237734</c:v>
                </c:pt>
                <c:pt idx="4125">
                  <c:v>5.0401766231528979</c:v>
                </c:pt>
                <c:pt idx="4126">
                  <c:v>5.0450429235893113</c:v>
                </c:pt>
                <c:pt idx="4127">
                  <c:v>5.0439574879411992</c:v>
                </c:pt>
                <c:pt idx="4128">
                  <c:v>5.0427811806140417</c:v>
                </c:pt>
                <c:pt idx="4129">
                  <c:v>5.0402039947170971</c:v>
                </c:pt>
                <c:pt idx="4130">
                  <c:v>5.0343640418038431</c:v>
                </c:pt>
                <c:pt idx="4131">
                  <c:v>5.0370947381517492</c:v>
                </c:pt>
                <c:pt idx="4132">
                  <c:v>5.0410726112089428</c:v>
                </c:pt>
                <c:pt idx="4133">
                  <c:v>5.0406866817242175</c:v>
                </c:pt>
                <c:pt idx="4134">
                  <c:v>5.0372968666258329</c:v>
                </c:pt>
                <c:pt idx="4135">
                  <c:v>5.0342591972283897</c:v>
                </c:pt>
                <c:pt idx="4136">
                  <c:v>5.0372752373478296</c:v>
                </c:pt>
                <c:pt idx="4137">
                  <c:v>5.0431514145164993</c:v>
                </c:pt>
                <c:pt idx="4138">
                  <c:v>5.0437871334507314</c:v>
                </c:pt>
                <c:pt idx="4139">
                  <c:v>5.0388592469948703</c:v>
                </c:pt>
                <c:pt idx="4140">
                  <c:v>5.0340367314906977</c:v>
                </c:pt>
                <c:pt idx="4141">
                  <c:v>5.0330607820993798</c:v>
                </c:pt>
                <c:pt idx="4142">
                  <c:v>5.0339841895720081</c:v>
                </c:pt>
                <c:pt idx="4143">
                  <c:v>5.0345704291401887</c:v>
                </c:pt>
                <c:pt idx="4144">
                  <c:v>5.0371728810963941</c:v>
                </c:pt>
                <c:pt idx="4145">
                  <c:v>5.0364382512824442</c:v>
                </c:pt>
                <c:pt idx="4146">
                  <c:v>5.0330096278998546</c:v>
                </c:pt>
                <c:pt idx="4147">
                  <c:v>5.0288379526835616</c:v>
                </c:pt>
                <c:pt idx="4148">
                  <c:v>5.0247102059566648</c:v>
                </c:pt>
                <c:pt idx="4149">
                  <c:v>5.0257372138427376</c:v>
                </c:pt>
                <c:pt idx="4150">
                  <c:v>5.0285369611821453</c:v>
                </c:pt>
                <c:pt idx="4151">
                  <c:v>5.028971365132838</c:v>
                </c:pt>
                <c:pt idx="4152">
                  <c:v>5.0314218379144018</c:v>
                </c:pt>
                <c:pt idx="4153">
                  <c:v>5.0396683829722075</c:v>
                </c:pt>
                <c:pt idx="4154">
                  <c:v>5.0422653797565271</c:v>
                </c:pt>
                <c:pt idx="4155">
                  <c:v>5.0369562054972823</c:v>
                </c:pt>
                <c:pt idx="4156">
                  <c:v>5.033207928183141</c:v>
                </c:pt>
                <c:pt idx="4157">
                  <c:v>5.0331987405252274</c:v>
                </c:pt>
                <c:pt idx="4158">
                  <c:v>5.0357609486256791</c:v>
                </c:pt>
                <c:pt idx="4159">
                  <c:v>5.0383507196998698</c:v>
                </c:pt>
                <c:pt idx="4160">
                  <c:v>5.0370798082076407</c:v>
                </c:pt>
                <c:pt idx="4161">
                  <c:v>5.039023045708598</c:v>
                </c:pt>
                <c:pt idx="4162">
                  <c:v>5.0430840383584714</c:v>
                </c:pt>
                <c:pt idx="4163">
                  <c:v>5.039806819921905</c:v>
                </c:pt>
                <c:pt idx="4164">
                  <c:v>5.0341406668708366</c:v>
                </c:pt>
                <c:pt idx="4165">
                  <c:v>5.0388394361074953</c:v>
                </c:pt>
                <c:pt idx="4166">
                  <c:v>5.0461327138044556</c:v>
                </c:pt>
                <c:pt idx="4167">
                  <c:v>5.0505479098078245</c:v>
                </c:pt>
                <c:pt idx="4168">
                  <c:v>5.0511321874282213</c:v>
                </c:pt>
                <c:pt idx="4169">
                  <c:v>5.0513379526835616</c:v>
                </c:pt>
                <c:pt idx="4170">
                  <c:v>5.0451834660439481</c:v>
                </c:pt>
                <c:pt idx="4171">
                  <c:v>5.0428847810274862</c:v>
                </c:pt>
                <c:pt idx="4172">
                  <c:v>5.0446746516346375</c:v>
                </c:pt>
                <c:pt idx="4173">
                  <c:v>5.0431238993951455</c:v>
                </c:pt>
                <c:pt idx="4174">
                  <c:v>5.0432664995023355</c:v>
                </c:pt>
                <c:pt idx="4175">
                  <c:v>5.0427829032999005</c:v>
                </c:pt>
                <c:pt idx="4176">
                  <c:v>5.0385602652936221</c:v>
                </c:pt>
                <c:pt idx="4177">
                  <c:v>5.0334377631881173</c:v>
                </c:pt>
                <c:pt idx="4178">
                  <c:v>5.0332950195237727</c:v>
                </c:pt>
                <c:pt idx="4179">
                  <c:v>5.0348019389786387</c:v>
                </c:pt>
                <c:pt idx="4180">
                  <c:v>5.0369453908582802</c:v>
                </c:pt>
                <c:pt idx="4181">
                  <c:v>5.0402065308934993</c:v>
                </c:pt>
                <c:pt idx="4182">
                  <c:v>5.040578535334201</c:v>
                </c:pt>
                <c:pt idx="4183">
                  <c:v>5.0410582076410693</c:v>
                </c:pt>
                <c:pt idx="4184">
                  <c:v>5.0418020251129319</c:v>
                </c:pt>
                <c:pt idx="4185">
                  <c:v>5.0392219202205037</c:v>
                </c:pt>
                <c:pt idx="4186">
                  <c:v>5.0387991443993565</c:v>
                </c:pt>
                <c:pt idx="4187">
                  <c:v>5.0406144246229232</c:v>
                </c:pt>
                <c:pt idx="4188">
                  <c:v>5.0413143136053904</c:v>
                </c:pt>
                <c:pt idx="4189">
                  <c:v>5.0445299460225099</c:v>
                </c:pt>
                <c:pt idx="4190">
                  <c:v>5.0477804149758825</c:v>
                </c:pt>
                <c:pt idx="4191">
                  <c:v>5.0491630617869996</c:v>
                </c:pt>
                <c:pt idx="4192">
                  <c:v>5.0443349954061709</c:v>
                </c:pt>
                <c:pt idx="4193">
                  <c:v>5.0402891719623302</c:v>
                </c:pt>
                <c:pt idx="4194">
                  <c:v>5.0405687255952838</c:v>
                </c:pt>
                <c:pt idx="4195">
                  <c:v>5.0402745291325317</c:v>
                </c:pt>
                <c:pt idx="4196">
                  <c:v>5.04182360653855</c:v>
                </c:pt>
                <c:pt idx="4197">
                  <c:v>5.0411223776893044</c:v>
                </c:pt>
                <c:pt idx="4198">
                  <c:v>5.0393331291631576</c:v>
                </c:pt>
                <c:pt idx="4199">
                  <c:v>5.0418513609218287</c:v>
                </c:pt>
                <c:pt idx="4200">
                  <c:v>5.0416368386800396</c:v>
                </c:pt>
                <c:pt idx="4201">
                  <c:v>5.0356088737462672</c:v>
                </c:pt>
                <c:pt idx="4202">
                  <c:v>5.030948051450884</c:v>
                </c:pt>
                <c:pt idx="4203">
                  <c:v>5.0337306197840901</c:v>
                </c:pt>
                <c:pt idx="4204">
                  <c:v>5.0350374684174257</c:v>
                </c:pt>
                <c:pt idx="4205">
                  <c:v>5.0339738534568559</c:v>
                </c:pt>
                <c:pt idx="4206">
                  <c:v>5.0343490161549651</c:v>
                </c:pt>
                <c:pt idx="4207">
                  <c:v>5.0392279496210088</c:v>
                </c:pt>
                <c:pt idx="4208">
                  <c:v>5.0415800857514741</c:v>
                </c:pt>
                <c:pt idx="4209">
                  <c:v>5.0411419971671387</c:v>
                </c:pt>
                <c:pt idx="4210">
                  <c:v>5.0390411817624994</c:v>
                </c:pt>
                <c:pt idx="4211">
                  <c:v>5.0376804513436948</c:v>
                </c:pt>
                <c:pt idx="4212">
                  <c:v>5.041059116836383</c:v>
                </c:pt>
                <c:pt idx="4213">
                  <c:v>5.0403404697190108</c:v>
                </c:pt>
                <c:pt idx="4214">
                  <c:v>5.0363754211009875</c:v>
                </c:pt>
                <c:pt idx="4215">
                  <c:v>5.0325861821453177</c:v>
                </c:pt>
                <c:pt idx="4216">
                  <c:v>5.0303398954903908</c:v>
                </c:pt>
                <c:pt idx="4217">
                  <c:v>5.0321387144935308</c:v>
                </c:pt>
                <c:pt idx="4218">
                  <c:v>5.0343917004823524</c:v>
                </c:pt>
                <c:pt idx="4219">
                  <c:v>5.035774969374474</c:v>
                </c:pt>
                <c:pt idx="4220">
                  <c:v>5.0385940969297911</c:v>
                </c:pt>
                <c:pt idx="4221">
                  <c:v>5.0396288090498427</c:v>
                </c:pt>
                <c:pt idx="4222">
                  <c:v>5.0392023964474388</c:v>
                </c:pt>
                <c:pt idx="4223">
                  <c:v>5.0377406496439781</c:v>
                </c:pt>
                <c:pt idx="4224">
                  <c:v>5.037054350738841</c:v>
                </c:pt>
                <c:pt idx="4225">
                  <c:v>5.0362463632187424</c:v>
                </c:pt>
                <c:pt idx="4226">
                  <c:v>5.0387298062935457</c:v>
                </c:pt>
                <c:pt idx="4227">
                  <c:v>5.04399500421101</c:v>
                </c:pt>
                <c:pt idx="4228">
                  <c:v>5.0457600872827504</c:v>
                </c:pt>
                <c:pt idx="4229">
                  <c:v>5.0446952760125567</c:v>
                </c:pt>
                <c:pt idx="4230">
                  <c:v>5.0438935571548882</c:v>
                </c:pt>
                <c:pt idx="4231">
                  <c:v>5.0428458291861267</c:v>
                </c:pt>
                <c:pt idx="4232">
                  <c:v>5.0430368559068981</c:v>
                </c:pt>
                <c:pt idx="4233">
                  <c:v>5.0416793794502714</c:v>
                </c:pt>
                <c:pt idx="4234">
                  <c:v>5.0419274462139194</c:v>
                </c:pt>
                <c:pt idx="4235">
                  <c:v>5.0400820189878264</c:v>
                </c:pt>
                <c:pt idx="4236">
                  <c:v>5.0385745731567262</c:v>
                </c:pt>
                <c:pt idx="4237">
                  <c:v>5.0363440299364521</c:v>
                </c:pt>
                <c:pt idx="4238">
                  <c:v>5.0327621353648269</c:v>
                </c:pt>
                <c:pt idx="4239">
                  <c:v>5.0323257694663504</c:v>
                </c:pt>
                <c:pt idx="4240">
                  <c:v>5.0358582325243093</c:v>
                </c:pt>
                <c:pt idx="4241">
                  <c:v>5.0378370721996788</c:v>
                </c:pt>
                <c:pt idx="4242">
                  <c:v>5.0361116587550727</c:v>
                </c:pt>
                <c:pt idx="4243">
                  <c:v>5.0388054609141717</c:v>
                </c:pt>
                <c:pt idx="4244">
                  <c:v>5.0386077348595055</c:v>
                </c:pt>
                <c:pt idx="4245">
                  <c:v>5.0360533266978029</c:v>
                </c:pt>
                <c:pt idx="4246">
                  <c:v>5.0364032711890356</c:v>
                </c:pt>
                <c:pt idx="4247">
                  <c:v>5.0394135690222797</c:v>
                </c:pt>
                <c:pt idx="4248">
                  <c:v>5.0457390322333664</c:v>
                </c:pt>
                <c:pt idx="4249">
                  <c:v>5.0443795459765717</c:v>
                </c:pt>
                <c:pt idx="4250">
                  <c:v>5.042860950539775</c:v>
                </c:pt>
                <c:pt idx="4251">
                  <c:v>5.0444333320572694</c:v>
                </c:pt>
                <c:pt idx="4252">
                  <c:v>5.0385734246994867</c:v>
                </c:pt>
                <c:pt idx="4253">
                  <c:v>5.0295367410611744</c:v>
                </c:pt>
                <c:pt idx="4254">
                  <c:v>5.0314836153433884</c:v>
                </c:pt>
                <c:pt idx="4255">
                  <c:v>5.0324591340632416</c:v>
                </c:pt>
                <c:pt idx="4256">
                  <c:v>5.0336327616568406</c:v>
                </c:pt>
                <c:pt idx="4257">
                  <c:v>5.0383717747492538</c:v>
                </c:pt>
                <c:pt idx="4258">
                  <c:v>5.0385805547048461</c:v>
                </c:pt>
                <c:pt idx="4259">
                  <c:v>5.0336302733328226</c:v>
                </c:pt>
                <c:pt idx="4260">
                  <c:v>5.0292892963785318</c:v>
                </c:pt>
                <c:pt idx="4261">
                  <c:v>5.0279463670469333</c:v>
                </c:pt>
                <c:pt idx="4262">
                  <c:v>5.0325420622463826</c:v>
                </c:pt>
                <c:pt idx="4263">
                  <c:v>5.0347958138733633</c:v>
                </c:pt>
                <c:pt idx="4264">
                  <c:v>5.033143279611056</c:v>
                </c:pt>
                <c:pt idx="4265">
                  <c:v>5.0339266710052826</c:v>
                </c:pt>
                <c:pt idx="4266">
                  <c:v>5.0361711871219663</c:v>
                </c:pt>
                <c:pt idx="4267">
                  <c:v>5.0416831597886835</c:v>
                </c:pt>
                <c:pt idx="4268">
                  <c:v>5.0442535027945796</c:v>
                </c:pt>
                <c:pt idx="4269">
                  <c:v>5.0449353514279149</c:v>
                </c:pt>
                <c:pt idx="4270">
                  <c:v>5.0442048369190724</c:v>
                </c:pt>
                <c:pt idx="4271">
                  <c:v>5.0414100183753154</c:v>
                </c:pt>
                <c:pt idx="4272">
                  <c:v>5.0377235184901616</c:v>
                </c:pt>
                <c:pt idx="4273">
                  <c:v>5.0343886379297142</c:v>
                </c:pt>
                <c:pt idx="4274">
                  <c:v>5.0327571108644058</c:v>
                </c:pt>
                <c:pt idx="4275">
                  <c:v>5.0348902266288951</c:v>
                </c:pt>
                <c:pt idx="4276">
                  <c:v>5.0337456454329681</c:v>
                </c:pt>
                <c:pt idx="4277">
                  <c:v>5.0315316591378911</c:v>
                </c:pt>
                <c:pt idx="4278">
                  <c:v>5.0300534511140036</c:v>
                </c:pt>
                <c:pt idx="4279">
                  <c:v>5.0286663540310848</c:v>
                </c:pt>
                <c:pt idx="4280">
                  <c:v>5.0280214952913251</c:v>
                </c:pt>
                <c:pt idx="4281">
                  <c:v>5.0314252832861186</c:v>
                </c:pt>
                <c:pt idx="4282">
                  <c:v>5.0343804073195004</c:v>
                </c:pt>
                <c:pt idx="4283">
                  <c:v>5.0352916124339639</c:v>
                </c:pt>
                <c:pt idx="4284">
                  <c:v>5.0363367563739381</c:v>
                </c:pt>
                <c:pt idx="4285">
                  <c:v>5.0340630503024268</c:v>
                </c:pt>
                <c:pt idx="4286">
                  <c:v>5.0388204387106654</c:v>
                </c:pt>
                <c:pt idx="4287">
                  <c:v>5.0426681532807596</c:v>
                </c:pt>
                <c:pt idx="4288">
                  <c:v>5.0428541076487248</c:v>
                </c:pt>
                <c:pt idx="4289">
                  <c:v>5.0405906898399815</c:v>
                </c:pt>
                <c:pt idx="4290">
                  <c:v>5.039048838144093</c:v>
                </c:pt>
                <c:pt idx="4291">
                  <c:v>5.0404876636551563</c:v>
                </c:pt>
                <c:pt idx="4292">
                  <c:v>5.0383574668861497</c:v>
                </c:pt>
                <c:pt idx="4293">
                  <c:v>5.0377946749866016</c:v>
                </c:pt>
                <c:pt idx="4294">
                  <c:v>5.0393755263762348</c:v>
                </c:pt>
                <c:pt idx="4295">
                  <c:v>5.0373256259091956</c:v>
                </c:pt>
                <c:pt idx="4296">
                  <c:v>5.0362366970369807</c:v>
                </c:pt>
                <c:pt idx="4297">
                  <c:v>5.0361372597810279</c:v>
                </c:pt>
                <c:pt idx="4298">
                  <c:v>5.0331945773677358</c:v>
                </c:pt>
                <c:pt idx="4299">
                  <c:v>5.0309346049307093</c:v>
                </c:pt>
                <c:pt idx="4300">
                  <c:v>5.0339095398514662</c:v>
                </c:pt>
                <c:pt idx="4301">
                  <c:v>5.0376080028328616</c:v>
                </c:pt>
                <c:pt idx="4302">
                  <c:v>5.038235491156879</c:v>
                </c:pt>
                <c:pt idx="4303">
                  <c:v>5.0371383795268354</c:v>
                </c:pt>
                <c:pt idx="4304">
                  <c:v>5.0360416985682566</c:v>
                </c:pt>
                <c:pt idx="4305">
                  <c:v>5.0348936241482276</c:v>
                </c:pt>
                <c:pt idx="4306">
                  <c:v>5.0319374473623766</c:v>
                </c:pt>
                <c:pt idx="4307">
                  <c:v>5.0250389039889747</c:v>
                </c:pt>
                <c:pt idx="4308">
                  <c:v>5.0205939916545441</c:v>
                </c:pt>
                <c:pt idx="4309">
                  <c:v>5.0220649739683028</c:v>
                </c:pt>
                <c:pt idx="4310">
                  <c:v>5.0229601485338033</c:v>
                </c:pt>
                <c:pt idx="4311">
                  <c:v>5.0235196864711735</c:v>
                </c:pt>
                <c:pt idx="4312">
                  <c:v>5.0281644303652095</c:v>
                </c:pt>
                <c:pt idx="4313">
                  <c:v>5.0342031142332138</c:v>
                </c:pt>
                <c:pt idx="4314">
                  <c:v>5.0379710588775746</c:v>
                </c:pt>
                <c:pt idx="4315">
                  <c:v>5.0421140705152743</c:v>
                </c:pt>
                <c:pt idx="4316">
                  <c:v>5.0421348863027333</c:v>
                </c:pt>
                <c:pt idx="4317">
                  <c:v>5.0370085081540461</c:v>
                </c:pt>
                <c:pt idx="4318">
                  <c:v>5.0379307671694358</c:v>
                </c:pt>
                <c:pt idx="4319">
                  <c:v>5.0430424546359394</c:v>
                </c:pt>
                <c:pt idx="4320">
                  <c:v>5.0445800474695659</c:v>
                </c:pt>
                <c:pt idx="4321">
                  <c:v>5.0430216388484803</c:v>
                </c:pt>
                <c:pt idx="4322">
                  <c:v>5.0405349896638851</c:v>
                </c:pt>
                <c:pt idx="4323">
                  <c:v>5.0387558858433508</c:v>
                </c:pt>
                <c:pt idx="4324">
                  <c:v>5.0388886283592376</c:v>
                </c:pt>
                <c:pt idx="4325">
                  <c:v>5.0371854184212541</c:v>
                </c:pt>
                <c:pt idx="4326">
                  <c:v>5.0335313146007197</c:v>
                </c:pt>
                <c:pt idx="4327">
                  <c:v>5.0304445965086897</c:v>
                </c:pt>
                <c:pt idx="4328">
                  <c:v>5.0305989683025798</c:v>
                </c:pt>
                <c:pt idx="4329">
                  <c:v>5.0305801144629045</c:v>
                </c:pt>
                <c:pt idx="4330">
                  <c:v>5.0308975671847485</c:v>
                </c:pt>
                <c:pt idx="4331">
                  <c:v>5.0332038128780336</c:v>
                </c:pt>
                <c:pt idx="4332">
                  <c:v>5.0378155864788301</c:v>
                </c:pt>
                <c:pt idx="4333">
                  <c:v>5.0386956875430675</c:v>
                </c:pt>
                <c:pt idx="4334">
                  <c:v>5.0370521973815174</c:v>
                </c:pt>
                <c:pt idx="4335">
                  <c:v>5.0412972303039583</c:v>
                </c:pt>
                <c:pt idx="4336">
                  <c:v>5.0445345877038514</c:v>
                </c:pt>
                <c:pt idx="4337">
                  <c:v>5.040204951764796</c:v>
                </c:pt>
                <c:pt idx="4338">
                  <c:v>5.0352139001607839</c:v>
                </c:pt>
                <c:pt idx="4339">
                  <c:v>5.0340316112855064</c:v>
                </c:pt>
                <c:pt idx="4340">
                  <c:v>5.0324374569328532</c:v>
                </c:pt>
                <c:pt idx="4341">
                  <c:v>5.0304318199219047</c:v>
                </c:pt>
                <c:pt idx="4342">
                  <c:v>5.0291854088507773</c:v>
                </c:pt>
                <c:pt idx="4343">
                  <c:v>5.0289060466273643</c:v>
                </c:pt>
                <c:pt idx="4344">
                  <c:v>5.030680221652247</c:v>
                </c:pt>
                <c:pt idx="4345">
                  <c:v>5.0351704501952375</c:v>
                </c:pt>
                <c:pt idx="4346">
                  <c:v>5.0368199219049075</c:v>
                </c:pt>
                <c:pt idx="4347">
                  <c:v>5.0366701917923589</c:v>
                </c:pt>
                <c:pt idx="4348">
                  <c:v>5.0379873286884616</c:v>
                </c:pt>
                <c:pt idx="4349">
                  <c:v>5.0372579147844725</c:v>
                </c:pt>
                <c:pt idx="4350">
                  <c:v>5.0380095321950842</c:v>
                </c:pt>
                <c:pt idx="4351">
                  <c:v>5.0373617066074576</c:v>
                </c:pt>
                <c:pt idx="4352">
                  <c:v>5.0346356997932773</c:v>
                </c:pt>
                <c:pt idx="4353">
                  <c:v>5.0319184499655467</c:v>
                </c:pt>
                <c:pt idx="4354">
                  <c:v>5.0259015389327004</c:v>
                </c:pt>
                <c:pt idx="4355">
                  <c:v>5.0268512173646736</c:v>
                </c:pt>
                <c:pt idx="4356">
                  <c:v>5.0362206664880178</c:v>
                </c:pt>
                <c:pt idx="4357">
                  <c:v>5.0387037745961258</c:v>
                </c:pt>
                <c:pt idx="4358">
                  <c:v>5.0365723336651103</c:v>
                </c:pt>
                <c:pt idx="4359">
                  <c:v>5.034691017150295</c:v>
                </c:pt>
                <c:pt idx="4360">
                  <c:v>5.0299954540234282</c:v>
                </c:pt>
                <c:pt idx="4361">
                  <c:v>5.0263673819003136</c:v>
                </c:pt>
                <c:pt idx="4362">
                  <c:v>5.0271165109869074</c:v>
                </c:pt>
                <c:pt idx="4363">
                  <c:v>5.0294826200137814</c:v>
                </c:pt>
                <c:pt idx="4364">
                  <c:v>5.0285760087282751</c:v>
                </c:pt>
                <c:pt idx="4365">
                  <c:v>5.0266892370415741</c:v>
                </c:pt>
                <c:pt idx="4366">
                  <c:v>5.028747607380752</c:v>
                </c:pt>
                <c:pt idx="4367">
                  <c:v>5.0332579339254266</c:v>
                </c:pt>
                <c:pt idx="4368">
                  <c:v>5.0374341551182908</c:v>
                </c:pt>
                <c:pt idx="4369">
                  <c:v>5.0384814045632034</c:v>
                </c:pt>
                <c:pt idx="4370">
                  <c:v>5.0393280089579662</c:v>
                </c:pt>
                <c:pt idx="4371">
                  <c:v>5.0419083052599341</c:v>
                </c:pt>
                <c:pt idx="4372">
                  <c:v>5.040227250976189</c:v>
                </c:pt>
                <c:pt idx="4373">
                  <c:v>5.0367188098154809</c:v>
                </c:pt>
                <c:pt idx="4374">
                  <c:v>5.0372581540463974</c:v>
                </c:pt>
                <c:pt idx="4375">
                  <c:v>5.0376615975040195</c:v>
                </c:pt>
                <c:pt idx="4376">
                  <c:v>5.0383144954444532</c:v>
                </c:pt>
                <c:pt idx="4377">
                  <c:v>5.0420434882474545</c:v>
                </c:pt>
                <c:pt idx="4378">
                  <c:v>5.0414604069366815</c:v>
                </c:pt>
                <c:pt idx="4379">
                  <c:v>5.0370912449276473</c:v>
                </c:pt>
                <c:pt idx="4380">
                  <c:v>5.0365047660975426</c:v>
                </c:pt>
                <c:pt idx="4381">
                  <c:v>5.0360591646887682</c:v>
                </c:pt>
                <c:pt idx="4382">
                  <c:v>5.0346191907204654</c:v>
                </c:pt>
                <c:pt idx="4383">
                  <c:v>5.0383854126789682</c:v>
                </c:pt>
                <c:pt idx="4384">
                  <c:v>5.042248296455095</c:v>
                </c:pt>
                <c:pt idx="4385">
                  <c:v>5.0435372961488403</c:v>
                </c:pt>
                <c:pt idx="4386">
                  <c:v>5.0426893518872982</c:v>
                </c:pt>
                <c:pt idx="4387">
                  <c:v>5.0429708196156495</c:v>
                </c:pt>
                <c:pt idx="4388">
                  <c:v>5.0433635441390399</c:v>
                </c:pt>
                <c:pt idx="4389">
                  <c:v>5.041280147002527</c:v>
                </c:pt>
                <c:pt idx="4390">
                  <c:v>5.0400102882627671</c:v>
                </c:pt>
                <c:pt idx="4391">
                  <c:v>5.0382103686547737</c:v>
                </c:pt>
                <c:pt idx="4392">
                  <c:v>5.0355853303728662</c:v>
                </c:pt>
                <c:pt idx="4393">
                  <c:v>5.0352791229614882</c:v>
                </c:pt>
                <c:pt idx="4394">
                  <c:v>5.0370110443304492</c:v>
                </c:pt>
                <c:pt idx="4395">
                  <c:v>5.0359485778271189</c:v>
                </c:pt>
                <c:pt idx="4396">
                  <c:v>5.036343982084067</c:v>
                </c:pt>
                <c:pt idx="4397">
                  <c:v>5.0360213613046474</c:v>
                </c:pt>
                <c:pt idx="4398">
                  <c:v>5.036680240793201</c:v>
                </c:pt>
                <c:pt idx="4399">
                  <c:v>5.0373863984380982</c:v>
                </c:pt>
                <c:pt idx="4400">
                  <c:v>5.0390441964627515</c:v>
                </c:pt>
                <c:pt idx="4401">
                  <c:v>5.0385389709823141</c:v>
                </c:pt>
                <c:pt idx="4402">
                  <c:v>5.037161827195467</c:v>
                </c:pt>
                <c:pt idx="4403">
                  <c:v>5.0390258689993113</c:v>
                </c:pt>
                <c:pt idx="4404">
                  <c:v>5.0435104509608761</c:v>
                </c:pt>
                <c:pt idx="4405">
                  <c:v>5.042286147691601</c:v>
                </c:pt>
                <c:pt idx="4406">
                  <c:v>5.0392864252354341</c:v>
                </c:pt>
                <c:pt idx="4407">
                  <c:v>5.0378444414669623</c:v>
                </c:pt>
                <c:pt idx="4408">
                  <c:v>5.032933303345839</c:v>
                </c:pt>
                <c:pt idx="4409">
                  <c:v>5.029789210244239</c:v>
                </c:pt>
                <c:pt idx="4410">
                  <c:v>5.0317610634714036</c:v>
                </c:pt>
                <c:pt idx="4411">
                  <c:v>5.0327191639231303</c:v>
                </c:pt>
                <c:pt idx="4412">
                  <c:v>5.0336224255416893</c:v>
                </c:pt>
                <c:pt idx="4413">
                  <c:v>5.0349239147079095</c:v>
                </c:pt>
                <c:pt idx="4414">
                  <c:v>5.0324431513666639</c:v>
                </c:pt>
                <c:pt idx="4415">
                  <c:v>5.0328520021437866</c:v>
                </c:pt>
                <c:pt idx="4416">
                  <c:v>5.0362606710818465</c:v>
                </c:pt>
                <c:pt idx="4417">
                  <c:v>5.0363730763341241</c:v>
                </c:pt>
                <c:pt idx="4418">
                  <c:v>5.033042789602634</c:v>
                </c:pt>
                <c:pt idx="4419">
                  <c:v>5.0337032960722761</c:v>
                </c:pt>
                <c:pt idx="4420">
                  <c:v>5.0357496076104429</c:v>
                </c:pt>
                <c:pt idx="4421">
                  <c:v>5.0381421790062015</c:v>
                </c:pt>
                <c:pt idx="4422">
                  <c:v>5.0390834832708062</c:v>
                </c:pt>
                <c:pt idx="4423">
                  <c:v>5.0358462694280686</c:v>
                </c:pt>
                <c:pt idx="4424">
                  <c:v>5.0312097082918612</c:v>
                </c:pt>
                <c:pt idx="4425">
                  <c:v>5.0288413502028941</c:v>
                </c:pt>
                <c:pt idx="4426">
                  <c:v>5.0298795076946634</c:v>
                </c:pt>
                <c:pt idx="4427">
                  <c:v>5.0326896390016076</c:v>
                </c:pt>
                <c:pt idx="4428">
                  <c:v>5.0349872234132151</c:v>
                </c:pt>
                <c:pt idx="4429">
                  <c:v>5.0386347714570094</c:v>
                </c:pt>
                <c:pt idx="4430">
                  <c:v>5.0387629201439399</c:v>
                </c:pt>
                <c:pt idx="4431">
                  <c:v>5.0366926824132916</c:v>
                </c:pt>
                <c:pt idx="4432">
                  <c:v>5.037449467881479</c:v>
                </c:pt>
                <c:pt idx="4433">
                  <c:v>5.0370483213383359</c:v>
                </c:pt>
                <c:pt idx="4434">
                  <c:v>5.0366815806599803</c:v>
                </c:pt>
                <c:pt idx="4435">
                  <c:v>5.0360656726131232</c:v>
                </c:pt>
                <c:pt idx="4436">
                  <c:v>5.0362181303116147</c:v>
                </c:pt>
                <c:pt idx="4437">
                  <c:v>5.042287918229845</c:v>
                </c:pt>
                <c:pt idx="4438">
                  <c:v>5.0456250000000002</c:v>
                </c:pt>
                <c:pt idx="4439">
                  <c:v>5.0459337435877805</c:v>
                </c:pt>
                <c:pt idx="4440">
                  <c:v>5.0456997932776968</c:v>
                </c:pt>
                <c:pt idx="4441">
                  <c:v>5.0440059145547815</c:v>
                </c:pt>
                <c:pt idx="4442">
                  <c:v>5.0455143174335806</c:v>
                </c:pt>
                <c:pt idx="4443">
                  <c:v>5.0482084067069906</c:v>
                </c:pt>
                <c:pt idx="4444">
                  <c:v>5.0477161970752622</c:v>
                </c:pt>
                <c:pt idx="4445">
                  <c:v>5.0456591187504785</c:v>
                </c:pt>
                <c:pt idx="4446">
                  <c:v>5.0476984916928256</c:v>
                </c:pt>
                <c:pt idx="4447">
                  <c:v>5.0467951343694972</c:v>
                </c:pt>
                <c:pt idx="4448">
                  <c:v>5.0423292148380678</c:v>
                </c:pt>
                <c:pt idx="4449">
                  <c:v>5.0423307939667712</c:v>
                </c:pt>
                <c:pt idx="4450">
                  <c:v>5.0405327884541764</c:v>
                </c:pt>
                <c:pt idx="4451">
                  <c:v>5.037068371487635</c:v>
                </c:pt>
                <c:pt idx="4452">
                  <c:v>5.0348736218513128</c:v>
                </c:pt>
                <c:pt idx="4453">
                  <c:v>5.0358544521858972</c:v>
                </c:pt>
                <c:pt idx="4454">
                  <c:v>5.0406285889288718</c:v>
                </c:pt>
                <c:pt idx="4455">
                  <c:v>5.0419831942424009</c:v>
                </c:pt>
                <c:pt idx="4456">
                  <c:v>5.0408686164918457</c:v>
                </c:pt>
                <c:pt idx="4457">
                  <c:v>5.0456964914631346</c:v>
                </c:pt>
                <c:pt idx="4458">
                  <c:v>5.0498329951764793</c:v>
                </c:pt>
                <c:pt idx="4459">
                  <c:v>5.0503421445524843</c:v>
                </c:pt>
                <c:pt idx="4460">
                  <c:v>5.0489348059107266</c:v>
                </c:pt>
                <c:pt idx="4461">
                  <c:v>5.045564036061557</c:v>
                </c:pt>
                <c:pt idx="4462">
                  <c:v>5.0425150735012636</c:v>
                </c:pt>
                <c:pt idx="4463">
                  <c:v>5.0390418038435039</c:v>
                </c:pt>
                <c:pt idx="4464">
                  <c:v>5.0372371468493986</c:v>
                </c:pt>
                <c:pt idx="4465">
                  <c:v>5.0371747473394075</c:v>
                </c:pt>
                <c:pt idx="4466">
                  <c:v>5.0384361362070287</c:v>
                </c:pt>
                <c:pt idx="4467">
                  <c:v>5.0384600623995102</c:v>
                </c:pt>
                <c:pt idx="4468">
                  <c:v>5.0369359160860574</c:v>
                </c:pt>
                <c:pt idx="4469">
                  <c:v>5.0325588584335046</c:v>
                </c:pt>
                <c:pt idx="4470">
                  <c:v>5.0298688366128168</c:v>
                </c:pt>
                <c:pt idx="4471">
                  <c:v>5.0367316821070363</c:v>
                </c:pt>
                <c:pt idx="4472">
                  <c:v>5.0410347121200525</c:v>
                </c:pt>
                <c:pt idx="4473">
                  <c:v>5.0384891087971821</c:v>
                </c:pt>
                <c:pt idx="4474">
                  <c:v>5.0374711928642526</c:v>
                </c:pt>
                <c:pt idx="4475">
                  <c:v>5.0363925044024196</c:v>
                </c:pt>
                <c:pt idx="4476">
                  <c:v>5.0342310121736471</c:v>
                </c:pt>
                <c:pt idx="4477">
                  <c:v>5.034689246612051</c:v>
                </c:pt>
                <c:pt idx="4478">
                  <c:v>5.0378406611285502</c:v>
                </c:pt>
                <c:pt idx="4479">
                  <c:v>5.0392293851925576</c:v>
                </c:pt>
                <c:pt idx="4480">
                  <c:v>5.0378375507235278</c:v>
                </c:pt>
                <c:pt idx="4481">
                  <c:v>5.0409330258020058</c:v>
                </c:pt>
                <c:pt idx="4482">
                  <c:v>5.0437777065308937</c:v>
                </c:pt>
                <c:pt idx="4483">
                  <c:v>5.0429382321414895</c:v>
                </c:pt>
                <c:pt idx="4484">
                  <c:v>5.0461857820993794</c:v>
                </c:pt>
                <c:pt idx="4485">
                  <c:v>5.04664272452339</c:v>
                </c:pt>
                <c:pt idx="4486">
                  <c:v>5.0429755570017614</c:v>
                </c:pt>
                <c:pt idx="4487">
                  <c:v>5.0432684135977333</c:v>
                </c:pt>
                <c:pt idx="4488">
                  <c:v>5.0434026395375549</c:v>
                </c:pt>
                <c:pt idx="4489">
                  <c:v>5.0384451324554016</c:v>
                </c:pt>
                <c:pt idx="4490">
                  <c:v>5.0347730839905065</c:v>
                </c:pt>
                <c:pt idx="4491">
                  <c:v>5.0372456645739225</c:v>
                </c:pt>
                <c:pt idx="4492">
                  <c:v>5.0402196424469796</c:v>
                </c:pt>
                <c:pt idx="4493">
                  <c:v>5.0416225786693207</c:v>
                </c:pt>
                <c:pt idx="4494">
                  <c:v>5.0462933064083915</c:v>
                </c:pt>
                <c:pt idx="4495">
                  <c:v>5.0501875813490544</c:v>
                </c:pt>
                <c:pt idx="4496">
                  <c:v>5.0484156075338795</c:v>
                </c:pt>
                <c:pt idx="4497">
                  <c:v>5.0482332899471709</c:v>
                </c:pt>
                <c:pt idx="4498">
                  <c:v>5.0483711048158639</c:v>
                </c:pt>
                <c:pt idx="4499">
                  <c:v>5.0465780280989208</c:v>
                </c:pt>
                <c:pt idx="4500">
                  <c:v>5.0494946788147921</c:v>
                </c:pt>
                <c:pt idx="4501">
                  <c:v>5.0498392159865251</c:v>
                </c:pt>
                <c:pt idx="4502">
                  <c:v>5.0507967422096316</c:v>
                </c:pt>
                <c:pt idx="4503">
                  <c:v>5.0545392772375779</c:v>
                </c:pt>
                <c:pt idx="4504">
                  <c:v>5.0544497932776968</c:v>
                </c:pt>
                <c:pt idx="4505">
                  <c:v>5.0466537305719319</c:v>
                </c:pt>
                <c:pt idx="4506">
                  <c:v>5.0406807001760967</c:v>
                </c:pt>
                <c:pt idx="4507">
                  <c:v>5.0387240161549656</c:v>
                </c:pt>
                <c:pt idx="4508">
                  <c:v>5.040859428833933</c:v>
                </c:pt>
                <c:pt idx="4509">
                  <c:v>5.0443830870530588</c:v>
                </c:pt>
                <c:pt idx="4510">
                  <c:v>5.0418526050838377</c:v>
                </c:pt>
                <c:pt idx="4511">
                  <c:v>5.040314438021591</c:v>
                </c:pt>
                <c:pt idx="4512">
                  <c:v>5.0402594556312685</c:v>
                </c:pt>
                <c:pt idx="4513">
                  <c:v>5.0374795191792359</c:v>
                </c:pt>
                <c:pt idx="4514">
                  <c:v>5.0372126464282978</c:v>
                </c:pt>
                <c:pt idx="4515">
                  <c:v>5.0366420067376154</c:v>
                </c:pt>
                <c:pt idx="4516">
                  <c:v>5.0364153299900467</c:v>
                </c:pt>
                <c:pt idx="4517">
                  <c:v>5.0379801986831021</c:v>
                </c:pt>
                <c:pt idx="4518">
                  <c:v>5.0390189304034916</c:v>
                </c:pt>
                <c:pt idx="4519">
                  <c:v>5.0388654678049152</c:v>
                </c:pt>
                <c:pt idx="4520">
                  <c:v>5.0399305183370338</c:v>
                </c:pt>
                <c:pt idx="4521">
                  <c:v>5.0379288530740371</c:v>
                </c:pt>
                <c:pt idx="4522">
                  <c:v>5.0340936279764179</c:v>
                </c:pt>
                <c:pt idx="4523">
                  <c:v>5.0346898208406703</c:v>
                </c:pt>
                <c:pt idx="4524">
                  <c:v>5.0369440988438861</c:v>
                </c:pt>
                <c:pt idx="4525">
                  <c:v>5.0385676824132917</c:v>
                </c:pt>
                <c:pt idx="4526">
                  <c:v>5.0451200137814869</c:v>
                </c:pt>
                <c:pt idx="4527">
                  <c:v>5.0482878416660286</c:v>
                </c:pt>
                <c:pt idx="4528">
                  <c:v>5.0473352442385728</c:v>
                </c:pt>
                <c:pt idx="4529">
                  <c:v>5.0493626062322949</c:v>
                </c:pt>
                <c:pt idx="4530">
                  <c:v>5.048566821070362</c:v>
                </c:pt>
                <c:pt idx="4531">
                  <c:v>5.0462555508766558</c:v>
                </c:pt>
                <c:pt idx="4532">
                  <c:v>5.0462734955210165</c:v>
                </c:pt>
                <c:pt idx="4533">
                  <c:v>5.0455461392695815</c:v>
                </c:pt>
                <c:pt idx="4534">
                  <c:v>5.0431102136130468</c:v>
                </c:pt>
                <c:pt idx="4535">
                  <c:v>5.0419646753694201</c:v>
                </c:pt>
                <c:pt idx="4536">
                  <c:v>5.0403290808513894</c:v>
                </c:pt>
                <c:pt idx="4537">
                  <c:v>5.0399423857285051</c:v>
                </c:pt>
                <c:pt idx="4538">
                  <c:v>5.0413023983615339</c:v>
                </c:pt>
                <c:pt idx="4539">
                  <c:v>5.0398812782329072</c:v>
                </c:pt>
                <c:pt idx="4540">
                  <c:v>5.0352935265293626</c:v>
                </c:pt>
                <c:pt idx="4541">
                  <c:v>5.036977930480055</c:v>
                </c:pt>
                <c:pt idx="4542">
                  <c:v>5.0401376713115384</c:v>
                </c:pt>
                <c:pt idx="4543">
                  <c:v>5.0375777601255649</c:v>
                </c:pt>
                <c:pt idx="4544">
                  <c:v>5.034185121736467</c:v>
                </c:pt>
                <c:pt idx="4545">
                  <c:v>5.0349464053288413</c:v>
                </c:pt>
                <c:pt idx="4546">
                  <c:v>5.035132503253962</c:v>
                </c:pt>
                <c:pt idx="4547">
                  <c:v>5.0336916200903454</c:v>
                </c:pt>
                <c:pt idx="4548">
                  <c:v>5.0326606404563208</c:v>
                </c:pt>
                <c:pt idx="4549">
                  <c:v>5.0328610462445447</c:v>
                </c:pt>
                <c:pt idx="4550">
                  <c:v>5.0356594537171731</c:v>
                </c:pt>
                <c:pt idx="4551">
                  <c:v>5.0379743128397516</c:v>
                </c:pt>
                <c:pt idx="4552">
                  <c:v>5.0397391566495671</c:v>
                </c:pt>
                <c:pt idx="4553">
                  <c:v>5.0413937485644285</c:v>
                </c:pt>
                <c:pt idx="4554">
                  <c:v>5.0404478504708674</c:v>
                </c:pt>
                <c:pt idx="4555">
                  <c:v>5.0404727815634329</c:v>
                </c:pt>
                <c:pt idx="4556">
                  <c:v>5.037670498047623</c:v>
                </c:pt>
                <c:pt idx="4557">
                  <c:v>5.0336154390934844</c:v>
                </c:pt>
                <c:pt idx="4558">
                  <c:v>5.0333523466809584</c:v>
                </c:pt>
                <c:pt idx="4559">
                  <c:v>5.0348926671005279</c:v>
                </c:pt>
                <c:pt idx="4560">
                  <c:v>5.0382664516499505</c:v>
                </c:pt>
                <c:pt idx="4561">
                  <c:v>5.0372936605160401</c:v>
                </c:pt>
                <c:pt idx="4562">
                  <c:v>5.0360240410382051</c:v>
                </c:pt>
                <c:pt idx="4563">
                  <c:v>5.0338190031391168</c:v>
                </c:pt>
                <c:pt idx="4564">
                  <c:v>5.033309662353572</c:v>
                </c:pt>
                <c:pt idx="4565">
                  <c:v>5.0300726877727584</c:v>
                </c:pt>
                <c:pt idx="4566">
                  <c:v>5.027065308934997</c:v>
                </c:pt>
                <c:pt idx="4567">
                  <c:v>5.0290147672459993</c:v>
                </c:pt>
                <c:pt idx="4568">
                  <c:v>5.0308288511599422</c:v>
                </c:pt>
                <c:pt idx="4569">
                  <c:v>5.0309240774060182</c:v>
                </c:pt>
                <c:pt idx="4570">
                  <c:v>5.0281105485797415</c:v>
                </c:pt>
                <c:pt idx="4571">
                  <c:v>5.031594010795498</c:v>
                </c:pt>
                <c:pt idx="4572">
                  <c:v>5.0376215450578057</c:v>
                </c:pt>
                <c:pt idx="4573">
                  <c:v>5.0407459708291862</c:v>
                </c:pt>
                <c:pt idx="4574">
                  <c:v>5.0422809317816402</c:v>
                </c:pt>
                <c:pt idx="4575">
                  <c:v>5.0444406056197844</c:v>
                </c:pt>
                <c:pt idx="4576">
                  <c:v>5.0474935399280296</c:v>
                </c:pt>
                <c:pt idx="4577">
                  <c:v>5.0464935207870756</c:v>
                </c:pt>
                <c:pt idx="4578">
                  <c:v>5.0416226743740911</c:v>
                </c:pt>
                <c:pt idx="4579">
                  <c:v>5.0412933542607767</c:v>
                </c:pt>
                <c:pt idx="4580">
                  <c:v>5.0448260565806597</c:v>
                </c:pt>
                <c:pt idx="4581">
                  <c:v>5.0469476877727582</c:v>
                </c:pt>
                <c:pt idx="4582">
                  <c:v>5.0447701649950236</c:v>
                </c:pt>
                <c:pt idx="4583">
                  <c:v>5.048779285659597</c:v>
                </c:pt>
                <c:pt idx="4584">
                  <c:v>5.0468927053824366</c:v>
                </c:pt>
                <c:pt idx="4585">
                  <c:v>5.0440779323941509</c:v>
                </c:pt>
                <c:pt idx="4586">
                  <c:v>5.0449136264451422</c:v>
                </c:pt>
                <c:pt idx="4587">
                  <c:v>5.0422017839369113</c:v>
                </c:pt>
                <c:pt idx="4588">
                  <c:v>5.0411151998315598</c:v>
                </c:pt>
                <c:pt idx="4589">
                  <c:v>5.0446689093484416</c:v>
                </c:pt>
                <c:pt idx="4590">
                  <c:v>5.0455949965546285</c:v>
                </c:pt>
                <c:pt idx="4591">
                  <c:v>5.0458863218742822</c:v>
                </c:pt>
                <c:pt idx="4592">
                  <c:v>5.0449312839751936</c:v>
                </c:pt>
                <c:pt idx="4593">
                  <c:v>5.0459542244085442</c:v>
                </c:pt>
                <c:pt idx="4594">
                  <c:v>5.046480361381211</c:v>
                </c:pt>
                <c:pt idx="4595">
                  <c:v>5.0436107017073732</c:v>
                </c:pt>
                <c:pt idx="4596">
                  <c:v>5.0407357782711895</c:v>
                </c:pt>
                <c:pt idx="4597">
                  <c:v>5.0377768738993955</c:v>
                </c:pt>
                <c:pt idx="4598">
                  <c:v>5.0384524538703008</c:v>
                </c:pt>
                <c:pt idx="4599">
                  <c:v>5.0410237539238958</c:v>
                </c:pt>
                <c:pt idx="4600">
                  <c:v>5.0447892102442387</c:v>
                </c:pt>
                <c:pt idx="4601">
                  <c:v>5.0472426498736693</c:v>
                </c:pt>
                <c:pt idx="4602">
                  <c:v>5.0486338144093104</c:v>
                </c:pt>
                <c:pt idx="4603">
                  <c:v>5.051086249138657</c:v>
                </c:pt>
                <c:pt idx="4604">
                  <c:v>5.0526452798407471</c:v>
                </c:pt>
                <c:pt idx="4605">
                  <c:v>5.0519983155960491</c:v>
                </c:pt>
                <c:pt idx="4606">
                  <c:v>5.0542842240257251</c:v>
                </c:pt>
                <c:pt idx="4607">
                  <c:v>5.0547148954903909</c:v>
                </c:pt>
                <c:pt idx="4608">
                  <c:v>5.0519112242554165</c:v>
                </c:pt>
                <c:pt idx="4609">
                  <c:v>5.0529596700099537</c:v>
                </c:pt>
                <c:pt idx="4610">
                  <c:v>5.0564538511599419</c:v>
                </c:pt>
                <c:pt idx="4611">
                  <c:v>5.058395222417885</c:v>
                </c:pt>
                <c:pt idx="4612">
                  <c:v>5.0574309968608837</c:v>
                </c:pt>
                <c:pt idx="4613">
                  <c:v>5.0589814141336804</c:v>
                </c:pt>
                <c:pt idx="4614">
                  <c:v>5.0587277964933772</c:v>
                </c:pt>
                <c:pt idx="4615">
                  <c:v>5.0582669780261851</c:v>
                </c:pt>
                <c:pt idx="4616">
                  <c:v>5.0618468149452571</c:v>
                </c:pt>
                <c:pt idx="4617">
                  <c:v>5.0623061978409005</c:v>
                </c:pt>
                <c:pt idx="4618">
                  <c:v>5.060325587627287</c:v>
                </c:pt>
                <c:pt idx="4619">
                  <c:v>5.0575281372023584</c:v>
                </c:pt>
                <c:pt idx="4620">
                  <c:v>5.0565854452185901</c:v>
                </c:pt>
                <c:pt idx="4621">
                  <c:v>5.0558547393002069</c:v>
                </c:pt>
                <c:pt idx="4622">
                  <c:v>5.0553149643978257</c:v>
                </c:pt>
                <c:pt idx="4623">
                  <c:v>5.0573295498047619</c:v>
                </c:pt>
                <c:pt idx="4624">
                  <c:v>5.0573080162315289</c:v>
                </c:pt>
                <c:pt idx="4625">
                  <c:v>5.0614328918153282</c:v>
                </c:pt>
                <c:pt idx="4626">
                  <c:v>5.062553116147309</c:v>
                </c:pt>
                <c:pt idx="4627">
                  <c:v>5.0620425311997552</c:v>
                </c:pt>
                <c:pt idx="4628">
                  <c:v>5.0628349666947399</c:v>
                </c:pt>
                <c:pt idx="4629">
                  <c:v>5.0625315825740751</c:v>
                </c:pt>
                <c:pt idx="4630">
                  <c:v>5.0618592565653469</c:v>
                </c:pt>
                <c:pt idx="4631">
                  <c:v>5.0654443572467649</c:v>
                </c:pt>
                <c:pt idx="4632">
                  <c:v>5.0640753005129779</c:v>
                </c:pt>
                <c:pt idx="4633">
                  <c:v>5.0618535142791519</c:v>
                </c:pt>
                <c:pt idx="4634">
                  <c:v>5.0634790597963404</c:v>
                </c:pt>
                <c:pt idx="4635">
                  <c:v>5.0629608184671921</c:v>
                </c:pt>
                <c:pt idx="4636">
                  <c:v>5.0630981548120362</c:v>
                </c:pt>
                <c:pt idx="4637">
                  <c:v>5.0585890245769853</c:v>
                </c:pt>
                <c:pt idx="4638">
                  <c:v>5.0546613008192329</c:v>
                </c:pt>
                <c:pt idx="4639">
                  <c:v>5.0616697611208945</c:v>
                </c:pt>
                <c:pt idx="4640">
                  <c:v>5.0628498009340781</c:v>
                </c:pt>
                <c:pt idx="4641">
                  <c:v>5.0555963364214076</c:v>
                </c:pt>
                <c:pt idx="4642">
                  <c:v>5.0500913980552795</c:v>
                </c:pt>
                <c:pt idx="4643">
                  <c:v>5.0477049996171806</c:v>
                </c:pt>
                <c:pt idx="4644">
                  <c:v>5.0512953640609446</c:v>
                </c:pt>
                <c:pt idx="4645">
                  <c:v>5.052895069290253</c:v>
                </c:pt>
                <c:pt idx="4646">
                  <c:v>5.0506795038664727</c:v>
                </c:pt>
                <c:pt idx="4647">
                  <c:v>5.0481816093714107</c:v>
                </c:pt>
                <c:pt idx="4648">
                  <c:v>5.0498396945103741</c:v>
                </c:pt>
                <c:pt idx="4649">
                  <c:v>5.0539262881862035</c:v>
                </c:pt>
                <c:pt idx="4650">
                  <c:v>5.0554389020748793</c:v>
                </c:pt>
                <c:pt idx="4651">
                  <c:v>5.0544698912793811</c:v>
                </c:pt>
                <c:pt idx="4652">
                  <c:v>5.0495946902993643</c:v>
                </c:pt>
                <c:pt idx="4653">
                  <c:v>5.0451832267820231</c:v>
                </c:pt>
                <c:pt idx="4654">
                  <c:v>5.0436836287420563</c:v>
                </c:pt>
                <c:pt idx="4655">
                  <c:v>5.0428726265217056</c:v>
                </c:pt>
                <c:pt idx="4656">
                  <c:v>5.0423501263302963</c:v>
                </c:pt>
                <c:pt idx="4657">
                  <c:v>5.0426022126942804</c:v>
                </c:pt>
                <c:pt idx="4658">
                  <c:v>5.0409327386876965</c:v>
                </c:pt>
                <c:pt idx="4659">
                  <c:v>5.0418508823979789</c:v>
                </c:pt>
                <c:pt idx="4660">
                  <c:v>5.0402473489778732</c:v>
                </c:pt>
                <c:pt idx="4661">
                  <c:v>5.0370924890896562</c:v>
                </c:pt>
                <c:pt idx="4662">
                  <c:v>5.0385557193170509</c:v>
                </c:pt>
                <c:pt idx="4663">
                  <c:v>5.0418783975193326</c:v>
                </c:pt>
                <c:pt idx="4664">
                  <c:v>5.037787257866932</c:v>
                </c:pt>
                <c:pt idx="4665">
                  <c:v>5.0359579090421871</c:v>
                </c:pt>
                <c:pt idx="4666">
                  <c:v>5.0409118750478523</c:v>
                </c:pt>
                <c:pt idx="4667">
                  <c:v>5.0454937409080465</c:v>
                </c:pt>
                <c:pt idx="4668">
                  <c:v>5.0461589369114153</c:v>
                </c:pt>
                <c:pt idx="4669">
                  <c:v>5.0469013666641143</c:v>
                </c:pt>
                <c:pt idx="4670">
                  <c:v>5.0475486658755075</c:v>
                </c:pt>
                <c:pt idx="4671">
                  <c:v>5.0466633967536945</c:v>
                </c:pt>
                <c:pt idx="4672">
                  <c:v>5.0458478485567717</c:v>
                </c:pt>
                <c:pt idx="4673">
                  <c:v>5.0446276127402188</c:v>
                </c:pt>
                <c:pt idx="4674">
                  <c:v>5.0442835540923356</c:v>
                </c:pt>
                <c:pt idx="4675">
                  <c:v>5.0451341302350512</c:v>
                </c:pt>
                <c:pt idx="4676">
                  <c:v>5.0472350891968452</c:v>
                </c:pt>
                <c:pt idx="4677">
                  <c:v>5.047516700482352</c:v>
                </c:pt>
                <c:pt idx="4678">
                  <c:v>5.0466011886532423</c:v>
                </c:pt>
                <c:pt idx="4679">
                  <c:v>5.0489817012479898</c:v>
                </c:pt>
                <c:pt idx="4680">
                  <c:v>5.0538190988438867</c:v>
                </c:pt>
                <c:pt idx="4681">
                  <c:v>5.0556709861419495</c:v>
                </c:pt>
                <c:pt idx="4682">
                  <c:v>5.0552135173417039</c:v>
                </c:pt>
                <c:pt idx="4683">
                  <c:v>5.0545359275706305</c:v>
                </c:pt>
                <c:pt idx="4684">
                  <c:v>5.0582373095475077</c:v>
                </c:pt>
                <c:pt idx="4685">
                  <c:v>5.0612127708444987</c:v>
                </c:pt>
                <c:pt idx="4686">
                  <c:v>5.0606868731337569</c:v>
                </c:pt>
                <c:pt idx="4687">
                  <c:v>5.0613008192328302</c:v>
                </c:pt>
                <c:pt idx="4688">
                  <c:v>5.0602169627134215</c:v>
                </c:pt>
                <c:pt idx="4689">
                  <c:v>5.0515776931322254</c:v>
                </c:pt>
                <c:pt idx="4690">
                  <c:v>5.0449578899012328</c:v>
                </c:pt>
                <c:pt idx="4691">
                  <c:v>5.0448403165913787</c:v>
                </c:pt>
                <c:pt idx="4692">
                  <c:v>5.0442026357093637</c:v>
                </c:pt>
                <c:pt idx="4693">
                  <c:v>5.040177628052982</c:v>
                </c:pt>
                <c:pt idx="4694">
                  <c:v>5.0370379373707985</c:v>
                </c:pt>
                <c:pt idx="4695">
                  <c:v>5.0409228810963942</c:v>
                </c:pt>
                <c:pt idx="4696">
                  <c:v>5.0478259704463673</c:v>
                </c:pt>
                <c:pt idx="4697">
                  <c:v>5.0505550876655692</c:v>
                </c:pt>
                <c:pt idx="4698">
                  <c:v>5.0525878569787919</c:v>
                </c:pt>
                <c:pt idx="4699">
                  <c:v>5.0514298292626902</c:v>
                </c:pt>
                <c:pt idx="4700">
                  <c:v>5.0471144054819694</c:v>
                </c:pt>
                <c:pt idx="4701">
                  <c:v>5.0426429829262691</c:v>
                </c:pt>
                <c:pt idx="4702">
                  <c:v>5.0378089349973205</c:v>
                </c:pt>
                <c:pt idx="4703">
                  <c:v>5.0376377191639232</c:v>
                </c:pt>
                <c:pt idx="4704">
                  <c:v>5.040608634484343</c:v>
                </c:pt>
                <c:pt idx="4705">
                  <c:v>5.0445011867391472</c:v>
                </c:pt>
                <c:pt idx="4706">
                  <c:v>5.0490142408697647</c:v>
                </c:pt>
                <c:pt idx="4707">
                  <c:v>5.0489998851542763</c:v>
                </c:pt>
                <c:pt idx="4708">
                  <c:v>5.0443531314600722</c:v>
                </c:pt>
                <c:pt idx="4709">
                  <c:v>5.0437956990276396</c:v>
                </c:pt>
                <c:pt idx="4710">
                  <c:v>5.0459946118214534</c:v>
                </c:pt>
                <c:pt idx="4711">
                  <c:v>5.0442435973508921</c:v>
                </c:pt>
                <c:pt idx="4712">
                  <c:v>5.0409788683868006</c:v>
                </c:pt>
                <c:pt idx="4713">
                  <c:v>5.0405309700635481</c:v>
                </c:pt>
                <c:pt idx="4714">
                  <c:v>5.0451933236352504</c:v>
                </c:pt>
                <c:pt idx="4715">
                  <c:v>5.0525428757369264</c:v>
                </c:pt>
                <c:pt idx="4716">
                  <c:v>5.0541717709210623</c:v>
                </c:pt>
                <c:pt idx="4717">
                  <c:v>5.0494095015695581</c:v>
                </c:pt>
                <c:pt idx="4718">
                  <c:v>5.0451330296301968</c:v>
                </c:pt>
                <c:pt idx="4719">
                  <c:v>5.0451994965929101</c:v>
                </c:pt>
                <c:pt idx="4720">
                  <c:v>5.0473562035831865</c:v>
                </c:pt>
                <c:pt idx="4721">
                  <c:v>5.0468118348518489</c:v>
                </c:pt>
                <c:pt idx="4722">
                  <c:v>5.0443283917770465</c:v>
                </c:pt>
                <c:pt idx="4723">
                  <c:v>5.0430275246918308</c:v>
                </c:pt>
                <c:pt idx="4724">
                  <c:v>5.0488367085215531</c:v>
                </c:pt>
                <c:pt idx="4725">
                  <c:v>5.0514231299287955</c:v>
                </c:pt>
                <c:pt idx="4726">
                  <c:v>5.0491549268815561</c:v>
                </c:pt>
                <c:pt idx="4727">
                  <c:v>5.0509283362682798</c:v>
                </c:pt>
                <c:pt idx="4728">
                  <c:v>5.0502182068754307</c:v>
                </c:pt>
                <c:pt idx="4729">
                  <c:v>5.0510010718934231</c:v>
                </c:pt>
                <c:pt idx="4730">
                  <c:v>5.0544880751856676</c:v>
                </c:pt>
                <c:pt idx="4731">
                  <c:v>5.0548823788377613</c:v>
                </c:pt>
                <c:pt idx="4732">
                  <c:v>5.0543138925044024</c:v>
                </c:pt>
                <c:pt idx="4733">
                  <c:v>5.0509158946481891</c:v>
                </c:pt>
                <c:pt idx="4734">
                  <c:v>5.0514226514049456</c:v>
                </c:pt>
                <c:pt idx="4735">
                  <c:v>5.0571189993109256</c:v>
                </c:pt>
                <c:pt idx="4736">
                  <c:v>5.055366166449736</c:v>
                </c:pt>
                <c:pt idx="4737">
                  <c:v>5.0543837569864483</c:v>
                </c:pt>
                <c:pt idx="4738">
                  <c:v>5.053833454559375</c:v>
                </c:pt>
                <c:pt idx="4739">
                  <c:v>5.0516279381364368</c:v>
                </c:pt>
                <c:pt idx="4740">
                  <c:v>5.0502837646428294</c:v>
                </c:pt>
                <c:pt idx="4741">
                  <c:v>5.048142848939591</c:v>
                </c:pt>
                <c:pt idx="4742">
                  <c:v>5.0488175675675677</c:v>
                </c:pt>
                <c:pt idx="4743">
                  <c:v>5.0514805527907507</c:v>
                </c:pt>
                <c:pt idx="4744">
                  <c:v>5.0524131957736778</c:v>
                </c:pt>
                <c:pt idx="4745">
                  <c:v>5.0544239529898167</c:v>
                </c:pt>
                <c:pt idx="4746">
                  <c:v>5.0540755876272874</c:v>
                </c:pt>
                <c:pt idx="4747">
                  <c:v>5.052947706913713</c:v>
                </c:pt>
                <c:pt idx="4748">
                  <c:v>5.0501512135364823</c:v>
                </c:pt>
                <c:pt idx="4749">
                  <c:v>5.04554073195008</c:v>
                </c:pt>
                <c:pt idx="4750">
                  <c:v>5.0434423091646892</c:v>
                </c:pt>
                <c:pt idx="4751">
                  <c:v>5.0476275266059263</c:v>
                </c:pt>
                <c:pt idx="4752">
                  <c:v>5.0545904792894873</c:v>
                </c:pt>
                <c:pt idx="4753">
                  <c:v>5.055233615343389</c:v>
                </c:pt>
                <c:pt idx="4754">
                  <c:v>5.0556977834775285</c:v>
                </c:pt>
                <c:pt idx="4755">
                  <c:v>5.0558456473470637</c:v>
                </c:pt>
                <c:pt idx="4756">
                  <c:v>5.0562777543832782</c:v>
                </c:pt>
                <c:pt idx="4757">
                  <c:v>5.0585301661434805</c:v>
                </c:pt>
                <c:pt idx="4758">
                  <c:v>5.0573931934767629</c:v>
                </c:pt>
                <c:pt idx="4759">
                  <c:v>5.0550560829951765</c:v>
                </c:pt>
                <c:pt idx="4760">
                  <c:v>5.0539593063318273</c:v>
                </c:pt>
                <c:pt idx="4761">
                  <c:v>5.0518648074420032</c:v>
                </c:pt>
                <c:pt idx="4762">
                  <c:v>5.0500196194778351</c:v>
                </c:pt>
                <c:pt idx="4763">
                  <c:v>5.0507976992573314</c:v>
                </c:pt>
                <c:pt idx="4764">
                  <c:v>5.0508096623535721</c:v>
                </c:pt>
                <c:pt idx="4765">
                  <c:v>5.0513499157798023</c:v>
                </c:pt>
                <c:pt idx="4766">
                  <c:v>5.0564323175867081</c:v>
                </c:pt>
                <c:pt idx="4767">
                  <c:v>5.0554326812648345</c:v>
                </c:pt>
                <c:pt idx="4768">
                  <c:v>5.0569338105811195</c:v>
                </c:pt>
                <c:pt idx="4769">
                  <c:v>5.0587163119209864</c:v>
                </c:pt>
                <c:pt idx="4770">
                  <c:v>5.0600877612740218</c:v>
                </c:pt>
                <c:pt idx="4771">
                  <c:v>5.0590723336651102</c:v>
                </c:pt>
                <c:pt idx="4772">
                  <c:v>5.0593455707832478</c:v>
                </c:pt>
                <c:pt idx="4773">
                  <c:v>5.0629904869458695</c:v>
                </c:pt>
                <c:pt idx="4774">
                  <c:v>5.0672972015925275</c:v>
                </c:pt>
                <c:pt idx="4775">
                  <c:v>5.0670880866702399</c:v>
                </c:pt>
                <c:pt idx="4776">
                  <c:v>5.0607734859505396</c:v>
                </c:pt>
                <c:pt idx="4777">
                  <c:v>5.0580492496746041</c:v>
                </c:pt>
                <c:pt idx="4778">
                  <c:v>5.058920163080928</c:v>
                </c:pt>
                <c:pt idx="4779">
                  <c:v>5.0587297105887759</c:v>
                </c:pt>
                <c:pt idx="4780">
                  <c:v>5.0567232600872831</c:v>
                </c:pt>
                <c:pt idx="4781">
                  <c:v>5.0588459918842359</c:v>
                </c:pt>
                <c:pt idx="4782">
                  <c:v>5.0598499349207566</c:v>
                </c:pt>
                <c:pt idx="4783">
                  <c:v>5.0562691409539848</c:v>
                </c:pt>
                <c:pt idx="4784">
                  <c:v>5.0582885115994181</c:v>
                </c:pt>
                <c:pt idx="4785">
                  <c:v>5.0642193361917158</c:v>
                </c:pt>
                <c:pt idx="4786">
                  <c:v>5.0645270270270268</c:v>
                </c:pt>
                <c:pt idx="4787">
                  <c:v>5.0616027677819462</c:v>
                </c:pt>
                <c:pt idx="4788">
                  <c:v>5.0596896294311309</c:v>
                </c:pt>
                <c:pt idx="4789">
                  <c:v>5.0578458770385115</c:v>
                </c:pt>
                <c:pt idx="4790">
                  <c:v>5.0583866089885916</c:v>
                </c:pt>
                <c:pt idx="4791">
                  <c:v>5.0578607112778498</c:v>
                </c:pt>
                <c:pt idx="4792">
                  <c:v>5.0567682413291477</c:v>
                </c:pt>
                <c:pt idx="4793">
                  <c:v>5.0542540770231987</c:v>
                </c:pt>
                <c:pt idx="4794">
                  <c:v>5.0508905328841589</c:v>
                </c:pt>
                <c:pt idx="4795">
                  <c:v>5.0499229576602094</c:v>
                </c:pt>
                <c:pt idx="4796">
                  <c:v>5.0504278003215681</c:v>
                </c:pt>
                <c:pt idx="4797">
                  <c:v>5.049956932853533</c:v>
                </c:pt>
                <c:pt idx="4798">
                  <c:v>5.0498578784166606</c:v>
                </c:pt>
                <c:pt idx="4799">
                  <c:v>5.0516844039506932</c:v>
                </c:pt>
                <c:pt idx="4800">
                  <c:v>5.0511608988591989</c:v>
                </c:pt>
                <c:pt idx="4801">
                  <c:v>5.0526806906056194</c:v>
                </c:pt>
                <c:pt idx="4802">
                  <c:v>5.0563672383431593</c:v>
                </c:pt>
                <c:pt idx="4803">
                  <c:v>5.0554149758823979</c:v>
                </c:pt>
                <c:pt idx="4804">
                  <c:v>5.0560916086057732</c:v>
                </c:pt>
                <c:pt idx="4805">
                  <c:v>5.0585091110940965</c:v>
                </c:pt>
                <c:pt idx="4806">
                  <c:v>5.0572247530816936</c:v>
                </c:pt>
                <c:pt idx="4807">
                  <c:v>5.0527845302809888</c:v>
                </c:pt>
                <c:pt idx="4808">
                  <c:v>5.0500985759130232</c:v>
                </c:pt>
                <c:pt idx="4809">
                  <c:v>5.0498789334660437</c:v>
                </c:pt>
                <c:pt idx="4810">
                  <c:v>5.0482820993798327</c:v>
                </c:pt>
                <c:pt idx="4811">
                  <c:v>5.0456557212311459</c:v>
                </c:pt>
                <c:pt idx="4812">
                  <c:v>5.0452488802541922</c:v>
                </c:pt>
                <c:pt idx="4813">
                  <c:v>5.0461309432662125</c:v>
                </c:pt>
                <c:pt idx="4814">
                  <c:v>5.0480873401730344</c:v>
                </c:pt>
                <c:pt idx="4815">
                  <c:v>5.0486692251741827</c:v>
                </c:pt>
                <c:pt idx="4816">
                  <c:v>5.0452022720312382</c:v>
                </c:pt>
                <c:pt idx="4817">
                  <c:v>5.0431940988438866</c:v>
                </c:pt>
                <c:pt idx="4818">
                  <c:v>5.0437624416200899</c:v>
                </c:pt>
                <c:pt idx="4819">
                  <c:v>5.0460960110251891</c:v>
                </c:pt>
                <c:pt idx="4820">
                  <c:v>5.0456890264910808</c:v>
                </c:pt>
                <c:pt idx="4821">
                  <c:v>5.0439794043335118</c:v>
                </c:pt>
                <c:pt idx="4822">
                  <c:v>5.0413497722226479</c:v>
                </c:pt>
                <c:pt idx="4823">
                  <c:v>5.0419179714416966</c:v>
                </c:pt>
                <c:pt idx="4824">
                  <c:v>5.0421835043258554</c:v>
                </c:pt>
                <c:pt idx="4825">
                  <c:v>5.0425509627899858</c:v>
                </c:pt>
                <c:pt idx="4826">
                  <c:v>5.0467121583339711</c:v>
                </c:pt>
                <c:pt idx="4827">
                  <c:v>5.050126330296302</c:v>
                </c:pt>
                <c:pt idx="4828">
                  <c:v>5.0524672689686856</c:v>
                </c:pt>
                <c:pt idx="4829">
                  <c:v>5.052645758364597</c:v>
                </c:pt>
                <c:pt idx="4830">
                  <c:v>5.0506929025342622</c:v>
                </c:pt>
                <c:pt idx="4831">
                  <c:v>5.0461352499808587</c:v>
                </c:pt>
                <c:pt idx="4832">
                  <c:v>5.0479064581578745</c:v>
                </c:pt>
                <c:pt idx="4833">
                  <c:v>5.0501574343465281</c:v>
                </c:pt>
                <c:pt idx="4834">
                  <c:v>5.0461282635326548</c:v>
                </c:pt>
                <c:pt idx="4835">
                  <c:v>5.0435634714034148</c:v>
                </c:pt>
                <c:pt idx="4836">
                  <c:v>5.0414929944108415</c:v>
                </c:pt>
                <c:pt idx="4837">
                  <c:v>5.0451688710665339</c:v>
                </c:pt>
                <c:pt idx="4838">
                  <c:v>5.0498751052752473</c:v>
                </c:pt>
                <c:pt idx="4839">
                  <c:v>5.0462533975193322</c:v>
                </c:pt>
                <c:pt idx="4840">
                  <c:v>5.0452508422019751</c:v>
                </c:pt>
                <c:pt idx="4841">
                  <c:v>5.0449407108950313</c:v>
                </c:pt>
                <c:pt idx="4842">
                  <c:v>5.0452266767475695</c:v>
                </c:pt>
                <c:pt idx="4843">
                  <c:v>5.0444192634560903</c:v>
                </c:pt>
                <c:pt idx="4844">
                  <c:v>5.0452701745655002</c:v>
                </c:pt>
                <c:pt idx="4845">
                  <c:v>5.0441732064926112</c:v>
                </c:pt>
                <c:pt idx="4846">
                  <c:v>5.042702080621698</c:v>
                </c:pt>
                <c:pt idx="4847">
                  <c:v>5.0453815749176938</c:v>
                </c:pt>
                <c:pt idx="4848">
                  <c:v>5.0502292129239725</c:v>
                </c:pt>
                <c:pt idx="4849">
                  <c:v>5.0556331827578287</c:v>
                </c:pt>
                <c:pt idx="4850">
                  <c:v>5.0559877689304038</c:v>
                </c:pt>
                <c:pt idx="4851">
                  <c:v>5.0553384120664573</c:v>
                </c:pt>
                <c:pt idx="4852">
                  <c:v>5.0550398131842895</c:v>
                </c:pt>
                <c:pt idx="4853">
                  <c:v>5.0548182566419113</c:v>
                </c:pt>
                <c:pt idx="4854">
                  <c:v>5.0504885728504707</c:v>
                </c:pt>
                <c:pt idx="4855">
                  <c:v>5.0458229174642062</c:v>
                </c:pt>
                <c:pt idx="4856">
                  <c:v>5.0422986371640759</c:v>
                </c:pt>
                <c:pt idx="4857">
                  <c:v>5.0434869075874742</c:v>
                </c:pt>
                <c:pt idx="4858">
                  <c:v>5.046588124952148</c:v>
                </c:pt>
                <c:pt idx="4859">
                  <c:v>5.0442182355868619</c:v>
                </c:pt>
                <c:pt idx="4860">
                  <c:v>5.0457523830487707</c:v>
                </c:pt>
                <c:pt idx="4861">
                  <c:v>5.0467656094479745</c:v>
                </c:pt>
                <c:pt idx="4862">
                  <c:v>5.0503531506010262</c:v>
                </c:pt>
                <c:pt idx="4863">
                  <c:v>5.0519126598269661</c:v>
                </c:pt>
                <c:pt idx="4864">
                  <c:v>5.047440519485491</c:v>
                </c:pt>
                <c:pt idx="4865">
                  <c:v>5.0412566036291251</c:v>
                </c:pt>
                <c:pt idx="4866">
                  <c:v>5.0394897978715258</c:v>
                </c:pt>
                <c:pt idx="4867">
                  <c:v>5.0423904180384351</c:v>
                </c:pt>
                <c:pt idx="4868">
                  <c:v>5.0438288128780338</c:v>
                </c:pt>
                <c:pt idx="4869">
                  <c:v>5.0436311346757519</c:v>
                </c:pt>
                <c:pt idx="4870">
                  <c:v>5.0482189342316817</c:v>
                </c:pt>
                <c:pt idx="4871">
                  <c:v>5.0507493683485185</c:v>
                </c:pt>
                <c:pt idx="4872">
                  <c:v>5.0516666985682566</c:v>
                </c:pt>
                <c:pt idx="4873">
                  <c:v>5.0531113620702852</c:v>
                </c:pt>
                <c:pt idx="4874">
                  <c:v>5.0544306523237115</c:v>
                </c:pt>
                <c:pt idx="4875">
                  <c:v>5.0524639193017382</c:v>
                </c:pt>
                <c:pt idx="4876">
                  <c:v>5.0496683829722073</c:v>
                </c:pt>
                <c:pt idx="4877">
                  <c:v>5.0499693744736236</c:v>
                </c:pt>
                <c:pt idx="4878">
                  <c:v>5.0483055470484652</c:v>
                </c:pt>
                <c:pt idx="4879">
                  <c:v>5.0447031716560753</c:v>
                </c:pt>
                <c:pt idx="4880">
                  <c:v>5.0453205631268663</c:v>
                </c:pt>
                <c:pt idx="4881">
                  <c:v>5.0467323041880405</c:v>
                </c:pt>
                <c:pt idx="4882">
                  <c:v>5.0463537918229848</c:v>
                </c:pt>
                <c:pt idx="4883">
                  <c:v>5.0440982218053749</c:v>
                </c:pt>
                <c:pt idx="4884">
                  <c:v>5.0436965967383811</c:v>
                </c:pt>
                <c:pt idx="4885">
                  <c:v>5.0426535583033463</c:v>
                </c:pt>
                <c:pt idx="4886">
                  <c:v>5.0418638503943036</c:v>
                </c:pt>
                <c:pt idx="4887">
                  <c:v>5.0421881938595821</c:v>
                </c:pt>
                <c:pt idx="4888">
                  <c:v>5.0436852078707606</c:v>
                </c:pt>
                <c:pt idx="4889">
                  <c:v>5.0451018298752013</c:v>
                </c:pt>
                <c:pt idx="4890">
                  <c:v>5.0475996286654929</c:v>
                </c:pt>
                <c:pt idx="4891">
                  <c:v>5.047504163157492</c:v>
                </c:pt>
                <c:pt idx="4892">
                  <c:v>5.0443898342393387</c:v>
                </c:pt>
                <c:pt idx="4893">
                  <c:v>5.0451828439629427</c:v>
                </c:pt>
                <c:pt idx="4894">
                  <c:v>5.0467928374550191</c:v>
                </c:pt>
                <c:pt idx="4895">
                  <c:v>5.0501909310160018</c:v>
                </c:pt>
                <c:pt idx="4896">
                  <c:v>5.05176527448128</c:v>
                </c:pt>
                <c:pt idx="4897">
                  <c:v>5.0491477490238115</c:v>
                </c:pt>
                <c:pt idx="4898">
                  <c:v>5.0435437083684249</c:v>
                </c:pt>
                <c:pt idx="4899">
                  <c:v>5.0417763283822064</c:v>
                </c:pt>
                <c:pt idx="4900">
                  <c:v>5.0427607476456631</c:v>
                </c:pt>
                <c:pt idx="4901">
                  <c:v>5.0421309145547815</c:v>
                </c:pt>
                <c:pt idx="4902">
                  <c:v>5.0409889173876428</c:v>
                </c:pt>
                <c:pt idx="4903">
                  <c:v>5.0437958904371794</c:v>
                </c:pt>
                <c:pt idx="4904">
                  <c:v>5.0471813988209169</c:v>
                </c:pt>
                <c:pt idx="4905">
                  <c:v>5.0473657262077944</c:v>
                </c:pt>
                <c:pt idx="4906">
                  <c:v>5.0474685131306947</c:v>
                </c:pt>
                <c:pt idx="4907">
                  <c:v>5.0437554551718859</c:v>
                </c:pt>
                <c:pt idx="4908">
                  <c:v>5.0370610500727357</c:v>
                </c:pt>
                <c:pt idx="4909">
                  <c:v>5.0343857667866168</c:v>
                </c:pt>
                <c:pt idx="4910">
                  <c:v>5.0325156955822674</c:v>
                </c:pt>
                <c:pt idx="4911">
                  <c:v>5.0347634178087439</c:v>
                </c:pt>
                <c:pt idx="4912">
                  <c:v>5.0354488553709515</c:v>
                </c:pt>
                <c:pt idx="4913">
                  <c:v>5.0394423283056424</c:v>
                </c:pt>
                <c:pt idx="4914">
                  <c:v>5.0417361802312231</c:v>
                </c:pt>
                <c:pt idx="4915">
                  <c:v>5.0392689591149225</c:v>
                </c:pt>
                <c:pt idx="4916">
                  <c:v>5.0415078765025649</c:v>
                </c:pt>
                <c:pt idx="4917">
                  <c:v>5.0454138274251585</c:v>
                </c:pt>
                <c:pt idx="4918">
                  <c:v>5.0504574688002446</c:v>
                </c:pt>
                <c:pt idx="4919">
                  <c:v>5.0451479595743054</c:v>
                </c:pt>
                <c:pt idx="4920">
                  <c:v>5.0386470695199446</c:v>
                </c:pt>
                <c:pt idx="4921">
                  <c:v>5.0392539813184287</c:v>
                </c:pt>
                <c:pt idx="4922">
                  <c:v>5.0423543373401731</c:v>
                </c:pt>
                <c:pt idx="4923">
                  <c:v>5.0437711029017684</c:v>
                </c:pt>
                <c:pt idx="4924">
                  <c:v>5.0419868788760436</c:v>
                </c:pt>
                <c:pt idx="4925">
                  <c:v>5.038933083224868</c:v>
                </c:pt>
                <c:pt idx="4926">
                  <c:v>5.0357512824439166</c:v>
                </c:pt>
                <c:pt idx="4927">
                  <c:v>5.0353383642140725</c:v>
                </c:pt>
                <c:pt idx="4928">
                  <c:v>5.0404440701324553</c:v>
                </c:pt>
                <c:pt idx="4929">
                  <c:v>5.0425835981165301</c:v>
                </c:pt>
                <c:pt idx="4930">
                  <c:v>5.042692318735166</c:v>
                </c:pt>
                <c:pt idx="4931">
                  <c:v>5.04351193438481</c:v>
                </c:pt>
                <c:pt idx="4932">
                  <c:v>5.0431832363525002</c:v>
                </c:pt>
                <c:pt idx="4933">
                  <c:v>5.0441424852614656</c:v>
                </c:pt>
                <c:pt idx="4934">
                  <c:v>5.0442725001914095</c:v>
                </c:pt>
                <c:pt idx="4935">
                  <c:v>5.0405265197917464</c:v>
                </c:pt>
                <c:pt idx="4936">
                  <c:v>5.0390306542378074</c:v>
                </c:pt>
                <c:pt idx="4937">
                  <c:v>5.0370556906056194</c:v>
                </c:pt>
                <c:pt idx="4938">
                  <c:v>5.0363977681647656</c:v>
                </c:pt>
                <c:pt idx="4939">
                  <c:v>5.0392150773294544</c:v>
                </c:pt>
                <c:pt idx="4940">
                  <c:v>5.0396342642217284</c:v>
                </c:pt>
                <c:pt idx="4941">
                  <c:v>5.0400660841436338</c:v>
                </c:pt>
                <c:pt idx="4942">
                  <c:v>5.0417384292933161</c:v>
                </c:pt>
                <c:pt idx="4943">
                  <c:v>5.0443951937064542</c:v>
                </c:pt>
                <c:pt idx="4944">
                  <c:v>5.0449610003062553</c:v>
                </c:pt>
                <c:pt idx="4945">
                  <c:v>5.0441563624531049</c:v>
                </c:pt>
                <c:pt idx="4946">
                  <c:v>5.0438227356251435</c:v>
                </c:pt>
                <c:pt idx="4947">
                  <c:v>5.0429749349207569</c:v>
                </c:pt>
                <c:pt idx="4948">
                  <c:v>5.038020777505551</c:v>
                </c:pt>
                <c:pt idx="4949">
                  <c:v>5.0367092393384887</c:v>
                </c:pt>
                <c:pt idx="4950">
                  <c:v>5.0378313299134829</c:v>
                </c:pt>
                <c:pt idx="4951">
                  <c:v>5.036737137278922</c:v>
                </c:pt>
                <c:pt idx="4952">
                  <c:v>5.0333205726973436</c:v>
                </c:pt>
                <c:pt idx="4953">
                  <c:v>5.0321156496439778</c:v>
                </c:pt>
                <c:pt idx="4954">
                  <c:v>5.0300027754383274</c:v>
                </c:pt>
                <c:pt idx="4955">
                  <c:v>5.0311173531888826</c:v>
                </c:pt>
                <c:pt idx="4956">
                  <c:v>5.0372731796952763</c:v>
                </c:pt>
                <c:pt idx="4957">
                  <c:v>5.0408872789219812</c:v>
                </c:pt>
                <c:pt idx="4958">
                  <c:v>5.0383063605390088</c:v>
                </c:pt>
                <c:pt idx="4959">
                  <c:v>5.0364177226092952</c:v>
                </c:pt>
                <c:pt idx="4960">
                  <c:v>5.0374625794349592</c:v>
                </c:pt>
                <c:pt idx="4961">
                  <c:v>5.0391861266365519</c:v>
                </c:pt>
                <c:pt idx="4962">
                  <c:v>5.0426311155347978</c:v>
                </c:pt>
                <c:pt idx="4963">
                  <c:v>5.0452922345149682</c:v>
                </c:pt>
                <c:pt idx="4964">
                  <c:v>5.0435789755761427</c:v>
                </c:pt>
                <c:pt idx="4965">
                  <c:v>5.0388166105198682</c:v>
                </c:pt>
                <c:pt idx="4966">
                  <c:v>5.0366981375851774</c:v>
                </c:pt>
                <c:pt idx="4967">
                  <c:v>5.037041574152056</c:v>
                </c:pt>
                <c:pt idx="4968">
                  <c:v>5.0332173072505935</c:v>
                </c:pt>
                <c:pt idx="4969">
                  <c:v>5.0309611630043642</c:v>
                </c:pt>
                <c:pt idx="4970">
                  <c:v>5.0334049364520324</c:v>
                </c:pt>
                <c:pt idx="4971">
                  <c:v>5.0330697783477527</c:v>
                </c:pt>
                <c:pt idx="4972">
                  <c:v>5.0328504708674684</c:v>
                </c:pt>
                <c:pt idx="4973">
                  <c:v>5.0334198663961409</c:v>
                </c:pt>
                <c:pt idx="4974">
                  <c:v>5.0324829645509528</c:v>
                </c:pt>
                <c:pt idx="4975">
                  <c:v>5.0330663808284202</c:v>
                </c:pt>
                <c:pt idx="4976">
                  <c:v>5.0331024136742979</c:v>
                </c:pt>
                <c:pt idx="4977">
                  <c:v>5.0316790444835773</c:v>
                </c:pt>
                <c:pt idx="4978">
                  <c:v>5.0313783400964702</c:v>
                </c:pt>
                <c:pt idx="4979">
                  <c:v>5.0290212751703542</c:v>
                </c:pt>
                <c:pt idx="4980">
                  <c:v>5.0288663291478448</c:v>
                </c:pt>
                <c:pt idx="4981">
                  <c:v>5.0312782329071277</c:v>
                </c:pt>
                <c:pt idx="4982">
                  <c:v>5.034501091034377</c:v>
                </c:pt>
                <c:pt idx="4983">
                  <c:v>5.0351583913942273</c:v>
                </c:pt>
                <c:pt idx="4984">
                  <c:v>5.0317489568180074</c:v>
                </c:pt>
                <c:pt idx="4985">
                  <c:v>5.0312030089579665</c:v>
                </c:pt>
                <c:pt idx="4986">
                  <c:v>5.0282010374397057</c:v>
                </c:pt>
                <c:pt idx="4987">
                  <c:v>5.0233773734782945</c:v>
                </c:pt>
                <c:pt idx="4988">
                  <c:v>5.0218362395681799</c:v>
                </c:pt>
                <c:pt idx="4989">
                  <c:v>5.0280187677053823</c:v>
                </c:pt>
                <c:pt idx="4990">
                  <c:v>5.0343315978868386</c:v>
                </c:pt>
                <c:pt idx="4991">
                  <c:v>5.0327219393614575</c:v>
                </c:pt>
                <c:pt idx="4992">
                  <c:v>5.0300655577673989</c:v>
                </c:pt>
                <c:pt idx="4993">
                  <c:v>5.0306548120358316</c:v>
                </c:pt>
                <c:pt idx="4994">
                  <c:v>5.0367612548809433</c:v>
                </c:pt>
                <c:pt idx="4995">
                  <c:v>5.0387325338794886</c:v>
                </c:pt>
                <c:pt idx="4996">
                  <c:v>5.038720857897558</c:v>
                </c:pt>
                <c:pt idx="4997">
                  <c:v>5.0380441294694132</c:v>
                </c:pt>
                <c:pt idx="4998">
                  <c:v>5.0348970216675601</c:v>
                </c:pt>
                <c:pt idx="4999">
                  <c:v>5.0330406840976956</c:v>
                </c:pt>
                <c:pt idx="5000">
                  <c:v>5.0320789468647114</c:v>
                </c:pt>
                <c:pt idx="5001">
                  <c:v>5.0300210550493833</c:v>
                </c:pt>
                <c:pt idx="5002">
                  <c:v>5.0297965316591382</c:v>
                </c:pt>
                <c:pt idx="5003">
                  <c:v>5.0317334526452795</c:v>
                </c:pt>
                <c:pt idx="5004">
                  <c:v>5.031882943495904</c:v>
                </c:pt>
                <c:pt idx="5005">
                  <c:v>5.0341160228925812</c:v>
                </c:pt>
                <c:pt idx="5006">
                  <c:v>5.0365409903529592</c:v>
                </c:pt>
                <c:pt idx="5007">
                  <c:v>5.0354222494449123</c:v>
                </c:pt>
                <c:pt idx="5008">
                  <c:v>5.0331866338718321</c:v>
                </c:pt>
                <c:pt idx="5009">
                  <c:v>5.0314996937447365</c:v>
                </c:pt>
                <c:pt idx="5010">
                  <c:v>5.0315154371793893</c:v>
                </c:pt>
                <c:pt idx="5011">
                  <c:v>5.0295543028864556</c:v>
                </c:pt>
                <c:pt idx="5012">
                  <c:v>5.0283439246612049</c:v>
                </c:pt>
                <c:pt idx="5013">
                  <c:v>5.0276757139575841</c:v>
                </c:pt>
                <c:pt idx="5014">
                  <c:v>5.0305538913559449</c:v>
                </c:pt>
                <c:pt idx="5015">
                  <c:v>5.0351573386417581</c:v>
                </c:pt>
                <c:pt idx="5016">
                  <c:v>5.0367101485338033</c:v>
                </c:pt>
                <c:pt idx="5017">
                  <c:v>5.0374795191792359</c:v>
                </c:pt>
                <c:pt idx="5018">
                  <c:v>5.0373226112089426</c:v>
                </c:pt>
                <c:pt idx="5019">
                  <c:v>5.0343750957047702</c:v>
                </c:pt>
                <c:pt idx="5020">
                  <c:v>5.0337876119745806</c:v>
                </c:pt>
                <c:pt idx="5021">
                  <c:v>5.0311048158640226</c:v>
                </c:pt>
                <c:pt idx="5022">
                  <c:v>5.028132464972054</c:v>
                </c:pt>
                <c:pt idx="5023">
                  <c:v>5.0303828190797031</c:v>
                </c:pt>
                <c:pt idx="5024">
                  <c:v>5.0341843082459228</c:v>
                </c:pt>
                <c:pt idx="5025">
                  <c:v>5.0372259493913178</c:v>
                </c:pt>
                <c:pt idx="5026">
                  <c:v>5.042349025725442</c:v>
                </c:pt>
                <c:pt idx="5027">
                  <c:v>5.0457980342240258</c:v>
                </c:pt>
                <c:pt idx="5028">
                  <c:v>5.046766757905214</c:v>
                </c:pt>
                <c:pt idx="5029">
                  <c:v>5.0457625756067683</c:v>
                </c:pt>
                <c:pt idx="5030">
                  <c:v>5.0394585502641451</c:v>
                </c:pt>
                <c:pt idx="5031">
                  <c:v>5.0353759283362685</c:v>
                </c:pt>
                <c:pt idx="5032">
                  <c:v>5.0402402668248989</c:v>
                </c:pt>
                <c:pt idx="5033">
                  <c:v>5.0443142753234822</c:v>
                </c:pt>
                <c:pt idx="5034">
                  <c:v>5.0427620396600563</c:v>
                </c:pt>
                <c:pt idx="5035">
                  <c:v>5.0450264145164994</c:v>
                </c:pt>
                <c:pt idx="5036">
                  <c:v>5.0428119496975725</c:v>
                </c:pt>
                <c:pt idx="5037">
                  <c:v>5.0429935973508924</c:v>
                </c:pt>
                <c:pt idx="5038">
                  <c:v>5.0420320036750628</c:v>
                </c:pt>
                <c:pt idx="5039">
                  <c:v>5.0386822888752771</c:v>
                </c:pt>
                <c:pt idx="5040">
                  <c:v>5.0389209765714726</c:v>
                </c:pt>
                <c:pt idx="5041">
                  <c:v>5.0374108510068139</c:v>
                </c:pt>
                <c:pt idx="5042">
                  <c:v>5.0361164439935688</c:v>
                </c:pt>
                <c:pt idx="5043">
                  <c:v>5.0346079454099995</c:v>
                </c:pt>
                <c:pt idx="5044">
                  <c:v>5.0350468953372634</c:v>
                </c:pt>
                <c:pt idx="5045">
                  <c:v>5.0337427264374854</c:v>
                </c:pt>
                <c:pt idx="5046">
                  <c:v>5.0316851695888527</c:v>
                </c:pt>
                <c:pt idx="5047">
                  <c:v>5.0332318065232373</c:v>
                </c:pt>
                <c:pt idx="5048">
                  <c:v>5.0367813528826275</c:v>
                </c:pt>
                <c:pt idx="5049">
                  <c:v>5.0390617582880335</c:v>
                </c:pt>
                <c:pt idx="5050">
                  <c:v>5.0348453889441851</c:v>
                </c:pt>
                <c:pt idx="5051">
                  <c:v>5.027774672689687</c:v>
                </c:pt>
                <c:pt idx="5052">
                  <c:v>5.0266485146619706</c:v>
                </c:pt>
                <c:pt idx="5053">
                  <c:v>5.0282811423321334</c:v>
                </c:pt>
                <c:pt idx="5054">
                  <c:v>5.0301244640532881</c:v>
                </c:pt>
                <c:pt idx="5055">
                  <c:v>5.0298393595436792</c:v>
                </c:pt>
                <c:pt idx="5056">
                  <c:v>5.0305106327999392</c:v>
                </c:pt>
                <c:pt idx="5057">
                  <c:v>5.0336460167674755</c:v>
                </c:pt>
                <c:pt idx="5058">
                  <c:v>5.0328078343924663</c:v>
                </c:pt>
                <c:pt idx="5059">
                  <c:v>5.0324553058724444</c:v>
                </c:pt>
                <c:pt idx="5060">
                  <c:v>5.0329216752162926</c:v>
                </c:pt>
                <c:pt idx="5061">
                  <c:v>5.0350738362299978</c:v>
                </c:pt>
                <c:pt idx="5062">
                  <c:v>5.0376325511063476</c:v>
                </c:pt>
                <c:pt idx="5063">
                  <c:v>5.0420796167981008</c:v>
                </c:pt>
                <c:pt idx="5064">
                  <c:v>5.0458626349437257</c:v>
                </c:pt>
                <c:pt idx="5065">
                  <c:v>5.0476859065155804</c:v>
                </c:pt>
                <c:pt idx="5066">
                  <c:v>5.0493683485184899</c:v>
                </c:pt>
                <c:pt idx="5067">
                  <c:v>5.0475261752545748</c:v>
                </c:pt>
                <c:pt idx="5068">
                  <c:v>5.0433100451726514</c:v>
                </c:pt>
                <c:pt idx="5069">
                  <c:v>5.0407545364060944</c:v>
                </c:pt>
                <c:pt idx="5070">
                  <c:v>5.0387750267973352</c:v>
                </c:pt>
                <c:pt idx="5071">
                  <c:v>5.038095953602328</c:v>
                </c:pt>
                <c:pt idx="5072">
                  <c:v>5.0376080506852459</c:v>
                </c:pt>
                <c:pt idx="5073">
                  <c:v>5.0387024825817317</c:v>
                </c:pt>
                <c:pt idx="5074">
                  <c:v>5.0384230725059336</c:v>
                </c:pt>
                <c:pt idx="5075">
                  <c:v>5.0369932432432432</c:v>
                </c:pt>
                <c:pt idx="5076">
                  <c:v>5.038632665952071</c:v>
                </c:pt>
                <c:pt idx="5077">
                  <c:v>5.0423696022509761</c:v>
                </c:pt>
                <c:pt idx="5078">
                  <c:v>5.0436465431437103</c:v>
                </c:pt>
                <c:pt idx="5079">
                  <c:v>5.0451692538856134</c:v>
                </c:pt>
                <c:pt idx="5080">
                  <c:v>5.0438012499042948</c:v>
                </c:pt>
                <c:pt idx="5081">
                  <c:v>5.0425174661205112</c:v>
                </c:pt>
                <c:pt idx="5082">
                  <c:v>5.0460603131460076</c:v>
                </c:pt>
                <c:pt idx="5083">
                  <c:v>5.0478863601561903</c:v>
                </c:pt>
                <c:pt idx="5084">
                  <c:v>5.0487596661817626</c:v>
                </c:pt>
                <c:pt idx="5085">
                  <c:v>5.0497081004517268</c:v>
                </c:pt>
                <c:pt idx="5086">
                  <c:v>5.0534257522394919</c:v>
                </c:pt>
                <c:pt idx="5087">
                  <c:v>5.0527548618023124</c:v>
                </c:pt>
                <c:pt idx="5088">
                  <c:v>5.0471661339101139</c:v>
                </c:pt>
                <c:pt idx="5089">
                  <c:v>5.0422657625756067</c:v>
                </c:pt>
                <c:pt idx="5090">
                  <c:v>5.0406603150601024</c:v>
                </c:pt>
                <c:pt idx="5091">
                  <c:v>5.039887738304877</c:v>
                </c:pt>
                <c:pt idx="5092">
                  <c:v>5.0370679886685554</c:v>
                </c:pt>
                <c:pt idx="5093">
                  <c:v>5.0374354949850702</c:v>
                </c:pt>
                <c:pt idx="5094">
                  <c:v>5.037415157721461</c:v>
                </c:pt>
                <c:pt idx="5095">
                  <c:v>5.0373559164688766</c:v>
                </c:pt>
                <c:pt idx="5096">
                  <c:v>5.0421760872061867</c:v>
                </c:pt>
                <c:pt idx="5097">
                  <c:v>5.0482830564275325</c:v>
                </c:pt>
                <c:pt idx="5098">
                  <c:v>5.051436528596585</c:v>
                </c:pt>
                <c:pt idx="5099">
                  <c:v>5.0468487290406552</c:v>
                </c:pt>
                <c:pt idx="5100">
                  <c:v>5.0420347791133908</c:v>
                </c:pt>
                <c:pt idx="5101">
                  <c:v>5.035738362299977</c:v>
                </c:pt>
                <c:pt idx="5102">
                  <c:v>5.0304288530740369</c:v>
                </c:pt>
                <c:pt idx="5103">
                  <c:v>5.027231691677513</c:v>
                </c:pt>
                <c:pt idx="5104">
                  <c:v>5.0256633297603557</c:v>
                </c:pt>
                <c:pt idx="5105">
                  <c:v>5.029926259474772</c:v>
                </c:pt>
                <c:pt idx="5106">
                  <c:v>5.0297846164152817</c:v>
                </c:pt>
                <c:pt idx="5107">
                  <c:v>5.0272007311844424</c:v>
                </c:pt>
                <c:pt idx="5108">
                  <c:v>5.026994630962407</c:v>
                </c:pt>
                <c:pt idx="5109">
                  <c:v>5.0286239568180076</c:v>
                </c:pt>
                <c:pt idx="5110">
                  <c:v>5.0303364979710592</c:v>
                </c:pt>
                <c:pt idx="5111">
                  <c:v>5.0285132742515888</c:v>
                </c:pt>
                <c:pt idx="5112">
                  <c:v>5.0253856902228007</c:v>
                </c:pt>
                <c:pt idx="5113">
                  <c:v>5.0245297546129697</c:v>
                </c:pt>
                <c:pt idx="5114">
                  <c:v>5.0281480169971671</c:v>
                </c:pt>
                <c:pt idx="5115">
                  <c:v>5.0301473853456855</c:v>
                </c:pt>
                <c:pt idx="5116">
                  <c:v>5.0279166507158717</c:v>
                </c:pt>
                <c:pt idx="5117">
                  <c:v>5.0274254459842282</c:v>
                </c:pt>
                <c:pt idx="5118">
                  <c:v>5.029149519562055</c:v>
                </c:pt>
                <c:pt idx="5119">
                  <c:v>5.0315084507311845</c:v>
                </c:pt>
                <c:pt idx="5120">
                  <c:v>5.0326570993798327</c:v>
                </c:pt>
                <c:pt idx="5121">
                  <c:v>5.0362071242630737</c:v>
                </c:pt>
                <c:pt idx="5122">
                  <c:v>5.0417315385498815</c:v>
                </c:pt>
                <c:pt idx="5123">
                  <c:v>5.0417246956588313</c:v>
                </c:pt>
                <c:pt idx="5124">
                  <c:v>5.0363997301125485</c:v>
                </c:pt>
                <c:pt idx="5125">
                  <c:v>5.0349675560829947</c:v>
                </c:pt>
                <c:pt idx="5126">
                  <c:v>5.0363983902457701</c:v>
                </c:pt>
                <c:pt idx="5127">
                  <c:v>5.0364358586631957</c:v>
                </c:pt>
                <c:pt idx="5128">
                  <c:v>5.0351957641068834</c:v>
                </c:pt>
                <c:pt idx="5129">
                  <c:v>5.0305549441084141</c:v>
                </c:pt>
                <c:pt idx="5130">
                  <c:v>5.0276710244238574</c:v>
                </c:pt>
                <c:pt idx="5131">
                  <c:v>5.032240975040196</c:v>
                </c:pt>
                <c:pt idx="5132">
                  <c:v>5.0365939629431127</c:v>
                </c:pt>
                <c:pt idx="5133">
                  <c:v>5.0373040444835775</c:v>
                </c:pt>
                <c:pt idx="5134">
                  <c:v>5.0361666411453943</c:v>
                </c:pt>
                <c:pt idx="5135">
                  <c:v>5.0319341934001987</c:v>
                </c:pt>
                <c:pt idx="5136">
                  <c:v>5.0267975748411304</c:v>
                </c:pt>
                <c:pt idx="5137">
                  <c:v>5.0303384120664578</c:v>
                </c:pt>
                <c:pt idx="5138">
                  <c:v>5.0416075530204427</c:v>
                </c:pt>
                <c:pt idx="5139">
                  <c:v>5.0431923283056426</c:v>
                </c:pt>
                <c:pt idx="5140">
                  <c:v>5.0372152783094712</c:v>
                </c:pt>
                <c:pt idx="5141">
                  <c:v>5.0387872291555009</c:v>
                </c:pt>
                <c:pt idx="5142">
                  <c:v>5.0419911377383047</c:v>
                </c:pt>
                <c:pt idx="5143">
                  <c:v>5.0411432891815329</c:v>
                </c:pt>
                <c:pt idx="5144">
                  <c:v>5.0442108663195775</c:v>
                </c:pt>
                <c:pt idx="5145">
                  <c:v>5.0463369956358628</c:v>
                </c:pt>
                <c:pt idx="5146">
                  <c:v>5.0401323596968073</c:v>
                </c:pt>
                <c:pt idx="5147">
                  <c:v>5.0365298885996479</c:v>
                </c:pt>
                <c:pt idx="5148">
                  <c:v>5.0361461603246305</c:v>
                </c:pt>
                <c:pt idx="5149">
                  <c:v>5.0326589656228462</c:v>
                </c:pt>
                <c:pt idx="5150">
                  <c:v>5.0335319366817242</c:v>
                </c:pt>
                <c:pt idx="5151">
                  <c:v>5.0394383565576906</c:v>
                </c:pt>
                <c:pt idx="5152">
                  <c:v>5.0452440471633109</c:v>
                </c:pt>
                <c:pt idx="5153">
                  <c:v>5.0482739644743893</c:v>
                </c:pt>
                <c:pt idx="5154">
                  <c:v>5.0471081368195394</c:v>
                </c:pt>
                <c:pt idx="5155">
                  <c:v>5.0475765159635557</c:v>
                </c:pt>
                <c:pt idx="5156">
                  <c:v>5.0487692366587549</c:v>
                </c:pt>
                <c:pt idx="5157">
                  <c:v>5.0475258881402647</c:v>
                </c:pt>
                <c:pt idx="5158">
                  <c:v>5.0435594039506926</c:v>
                </c:pt>
                <c:pt idx="5159">
                  <c:v>5.0412087990965473</c:v>
                </c:pt>
                <c:pt idx="5160">
                  <c:v>5.0415636245310465</c:v>
                </c:pt>
                <c:pt idx="5161">
                  <c:v>5.0436876961947785</c:v>
                </c:pt>
                <c:pt idx="5162">
                  <c:v>5.0444093580124036</c:v>
                </c:pt>
                <c:pt idx="5163">
                  <c:v>5.0439706473470638</c:v>
                </c:pt>
                <c:pt idx="5164">
                  <c:v>5.0432569290253424</c:v>
                </c:pt>
                <c:pt idx="5165">
                  <c:v>5.0438854222494447</c:v>
                </c:pt>
                <c:pt idx="5166">
                  <c:v>5.0454426824132916</c:v>
                </c:pt>
                <c:pt idx="5167">
                  <c:v>5.0476228849245848</c:v>
                </c:pt>
                <c:pt idx="5168">
                  <c:v>5.0441213823596964</c:v>
                </c:pt>
                <c:pt idx="5169">
                  <c:v>5.0396341206645738</c:v>
                </c:pt>
                <c:pt idx="5170">
                  <c:v>5.040328745884695</c:v>
                </c:pt>
                <c:pt idx="5171">
                  <c:v>5.0423823788377611</c:v>
                </c:pt>
                <c:pt idx="5172">
                  <c:v>5.0433500976188652</c:v>
                </c:pt>
                <c:pt idx="5173">
                  <c:v>5.0430658065998006</c:v>
                </c:pt>
                <c:pt idx="5174">
                  <c:v>5.0407493204961336</c:v>
                </c:pt>
                <c:pt idx="5175">
                  <c:v>5.0429953200367503</c:v>
                </c:pt>
                <c:pt idx="5176">
                  <c:v>5.046431504096164</c:v>
                </c:pt>
                <c:pt idx="5177">
                  <c:v>5.0471214876349437</c:v>
                </c:pt>
                <c:pt idx="5178">
                  <c:v>5.0490099341551185</c:v>
                </c:pt>
                <c:pt idx="5179">
                  <c:v>5.0512231069596512</c:v>
                </c:pt>
                <c:pt idx="5180">
                  <c:v>5.0515733864175791</c:v>
                </c:pt>
                <c:pt idx="5181">
                  <c:v>5.0524347293469107</c:v>
                </c:pt>
                <c:pt idx="5182">
                  <c:v>5.0516796187121962</c:v>
                </c:pt>
                <c:pt idx="5183">
                  <c:v>5.0481787382283132</c:v>
                </c:pt>
                <c:pt idx="5184">
                  <c:v>5.0448199314753843</c:v>
                </c:pt>
                <c:pt idx="5185">
                  <c:v>5.0398737654084682</c:v>
                </c:pt>
                <c:pt idx="5186">
                  <c:v>5.0377538569022278</c:v>
                </c:pt>
                <c:pt idx="5187">
                  <c:v>5.0385343293009726</c:v>
                </c:pt>
                <c:pt idx="5188">
                  <c:v>5.0376974389403566</c:v>
                </c:pt>
                <c:pt idx="5189">
                  <c:v>5.0380638446520178</c:v>
                </c:pt>
                <c:pt idx="5190">
                  <c:v>5.0404042569481664</c:v>
                </c:pt>
                <c:pt idx="5191">
                  <c:v>5.0419873573998926</c:v>
                </c:pt>
                <c:pt idx="5192">
                  <c:v>5.0385816074573153</c:v>
                </c:pt>
                <c:pt idx="5193">
                  <c:v>5.0359956645739228</c:v>
                </c:pt>
                <c:pt idx="5194">
                  <c:v>5.0356219374473623</c:v>
                </c:pt>
                <c:pt idx="5195">
                  <c:v>5.0350600068907436</c:v>
                </c:pt>
                <c:pt idx="5196">
                  <c:v>5.0354482332899471</c:v>
                </c:pt>
                <c:pt idx="5197">
                  <c:v>5.0341071702013629</c:v>
                </c:pt>
                <c:pt idx="5198">
                  <c:v>5.0325592412525841</c:v>
                </c:pt>
                <c:pt idx="5199">
                  <c:v>5.0352151443227928</c:v>
                </c:pt>
                <c:pt idx="5200">
                  <c:v>5.039927312227241</c:v>
                </c:pt>
                <c:pt idx="5201">
                  <c:v>5.0435183466043947</c:v>
                </c:pt>
                <c:pt idx="5202">
                  <c:v>5.0446648418957203</c:v>
                </c:pt>
                <c:pt idx="5203">
                  <c:v>5.0403073080162315</c:v>
                </c:pt>
                <c:pt idx="5204">
                  <c:v>5.0351882991348287</c:v>
                </c:pt>
                <c:pt idx="5205">
                  <c:v>5.0353685590689841</c:v>
                </c:pt>
                <c:pt idx="5206">
                  <c:v>5.03585689265753</c:v>
                </c:pt>
                <c:pt idx="5207">
                  <c:v>5.0368058533037283</c:v>
                </c:pt>
                <c:pt idx="5208">
                  <c:v>5.0381187313375699</c:v>
                </c:pt>
                <c:pt idx="5209">
                  <c:v>5.0385452396447441</c:v>
                </c:pt>
                <c:pt idx="5210">
                  <c:v>5.035816553097006</c:v>
                </c:pt>
                <c:pt idx="5211">
                  <c:v>5.0377952492152209</c:v>
                </c:pt>
                <c:pt idx="5212">
                  <c:v>5.0426972953832019</c:v>
                </c:pt>
                <c:pt idx="5213">
                  <c:v>5.0437026261388871</c:v>
                </c:pt>
                <c:pt idx="5214">
                  <c:v>5.0456153816706228</c:v>
                </c:pt>
                <c:pt idx="5215">
                  <c:v>5.0444455344154351</c:v>
                </c:pt>
                <c:pt idx="5216">
                  <c:v>5.0399202300742667</c:v>
                </c:pt>
                <c:pt idx="5217">
                  <c:v>5.0340976475767549</c:v>
                </c:pt>
                <c:pt idx="5218">
                  <c:v>5.0310967288109643</c:v>
                </c:pt>
                <c:pt idx="5219">
                  <c:v>5.0316087971824519</c:v>
                </c:pt>
                <c:pt idx="5220">
                  <c:v>5.0305524557843961</c:v>
                </c:pt>
                <c:pt idx="5221">
                  <c:v>5.0298134714034148</c:v>
                </c:pt>
                <c:pt idx="5222">
                  <c:v>5.0304212445448284</c:v>
                </c:pt>
                <c:pt idx="5223">
                  <c:v>5.0308017667100531</c:v>
                </c:pt>
                <c:pt idx="5224">
                  <c:v>5.0360372482964548</c:v>
                </c:pt>
                <c:pt idx="5225">
                  <c:v>5.041734409692979</c:v>
                </c:pt>
                <c:pt idx="5226">
                  <c:v>5.0442710167674756</c:v>
                </c:pt>
                <c:pt idx="5227">
                  <c:v>5.0423963995865551</c:v>
                </c:pt>
                <c:pt idx="5228">
                  <c:v>5.0420700941734937</c:v>
                </c:pt>
                <c:pt idx="5229">
                  <c:v>5.0435023639078169</c:v>
                </c:pt>
                <c:pt idx="5230">
                  <c:v>5.040082162544981</c:v>
                </c:pt>
                <c:pt idx="5231">
                  <c:v>5.042019035678738</c:v>
                </c:pt>
                <c:pt idx="5232">
                  <c:v>5.0470622942347445</c:v>
                </c:pt>
                <c:pt idx="5233">
                  <c:v>5.0516939744276854</c:v>
                </c:pt>
                <c:pt idx="5234">
                  <c:v>5.0522911721920218</c:v>
                </c:pt>
                <c:pt idx="5235">
                  <c:v>5.0483328229078941</c:v>
                </c:pt>
                <c:pt idx="5236">
                  <c:v>5.0431109313988207</c:v>
                </c:pt>
                <c:pt idx="5237">
                  <c:v>5.0418816514815097</c:v>
                </c:pt>
                <c:pt idx="5238">
                  <c:v>5.0440713766174108</c:v>
                </c:pt>
                <c:pt idx="5239">
                  <c:v>5.0456445237730652</c:v>
                </c:pt>
                <c:pt idx="5240">
                  <c:v>5.0418279611055814</c:v>
                </c:pt>
                <c:pt idx="5241">
                  <c:v>5.0394338584335046</c:v>
                </c:pt>
                <c:pt idx="5242">
                  <c:v>5.0415701324554014</c:v>
                </c:pt>
                <c:pt idx="5243">
                  <c:v>5.0419546263685779</c:v>
                </c:pt>
                <c:pt idx="5244">
                  <c:v>5.0420990448663963</c:v>
                </c:pt>
                <c:pt idx="5245">
                  <c:v>5.0445856461986063</c:v>
                </c:pt>
                <c:pt idx="5246">
                  <c:v>5.0453128110405023</c:v>
                </c:pt>
                <c:pt idx="5247">
                  <c:v>5.0476231241865097</c:v>
                </c:pt>
                <c:pt idx="5248">
                  <c:v>5.048508919684557</c:v>
                </c:pt>
                <c:pt idx="5249">
                  <c:v>5.0442222551871989</c:v>
                </c:pt>
                <c:pt idx="5250">
                  <c:v>5.0381405041727279</c:v>
                </c:pt>
                <c:pt idx="5251">
                  <c:v>5.0346259857591305</c:v>
                </c:pt>
                <c:pt idx="5252">
                  <c:v>5.0352642887221499</c:v>
                </c:pt>
                <c:pt idx="5253">
                  <c:v>5.0377092106270576</c:v>
                </c:pt>
                <c:pt idx="5254">
                  <c:v>5.039895490391241</c:v>
                </c:pt>
                <c:pt idx="5255">
                  <c:v>5.0410884982007502</c:v>
                </c:pt>
                <c:pt idx="5256">
                  <c:v>5.0438825511063472</c:v>
                </c:pt>
                <c:pt idx="5257">
                  <c:v>5.0477688346987213</c:v>
                </c:pt>
                <c:pt idx="5258">
                  <c:v>5.0471610615573077</c:v>
                </c:pt>
                <c:pt idx="5259">
                  <c:v>5.0441811978409001</c:v>
                </c:pt>
                <c:pt idx="5260">
                  <c:v>5.0441418631804611</c:v>
                </c:pt>
                <c:pt idx="5261">
                  <c:v>5.0450436892274713</c:v>
                </c:pt>
                <c:pt idx="5262">
                  <c:v>5.0435991214302121</c:v>
                </c:pt>
                <c:pt idx="5263">
                  <c:v>5.0399402323711815</c:v>
                </c:pt>
                <c:pt idx="5264">
                  <c:v>5.0345019523773065</c:v>
                </c:pt>
                <c:pt idx="5265">
                  <c:v>5.033454224408545</c:v>
                </c:pt>
                <c:pt idx="5266">
                  <c:v>5.0403041497588239</c:v>
                </c:pt>
                <c:pt idx="5267">
                  <c:v>5.0460790712809125</c:v>
                </c:pt>
                <c:pt idx="5268">
                  <c:v>5.0474637278921985</c:v>
                </c:pt>
                <c:pt idx="5269">
                  <c:v>5.0493391585636624</c:v>
                </c:pt>
                <c:pt idx="5270">
                  <c:v>5.0506483998162466</c:v>
                </c:pt>
                <c:pt idx="5271">
                  <c:v>5.050046416813414</c:v>
                </c:pt>
                <c:pt idx="5272">
                  <c:v>5.048789813184289</c:v>
                </c:pt>
                <c:pt idx="5273">
                  <c:v>5.0491817242171351</c:v>
                </c:pt>
                <c:pt idx="5274">
                  <c:v>5.0513590077329455</c:v>
                </c:pt>
                <c:pt idx="5275">
                  <c:v>5.0529180384350356</c:v>
                </c:pt>
                <c:pt idx="5276">
                  <c:v>5.0555934652783092</c:v>
                </c:pt>
                <c:pt idx="5277">
                  <c:v>5.0636345800474691</c:v>
                </c:pt>
                <c:pt idx="5278">
                  <c:v>5.0670833014317438</c:v>
                </c:pt>
                <c:pt idx="5279">
                  <c:v>5.0637369841512898</c:v>
                </c:pt>
                <c:pt idx="5280">
                  <c:v>5.0603758326314985</c:v>
                </c:pt>
                <c:pt idx="5281">
                  <c:v>5.0592603935380138</c:v>
                </c:pt>
                <c:pt idx="5282">
                  <c:v>5.05983222953832</c:v>
                </c:pt>
                <c:pt idx="5283">
                  <c:v>5.0615482160630885</c:v>
                </c:pt>
                <c:pt idx="5284">
                  <c:v>5.0596436911415665</c:v>
                </c:pt>
                <c:pt idx="5285">
                  <c:v>5.0580214952913254</c:v>
                </c:pt>
                <c:pt idx="5286">
                  <c:v>5.0597283898629506</c:v>
                </c:pt>
                <c:pt idx="5287">
                  <c:v>5.0616147308781869</c:v>
                </c:pt>
                <c:pt idx="5288">
                  <c:v>5.0615333818237502</c:v>
                </c:pt>
                <c:pt idx="5289">
                  <c:v>5.0617367544598419</c:v>
                </c:pt>
                <c:pt idx="5290">
                  <c:v>5.0593805030242711</c:v>
                </c:pt>
                <c:pt idx="5291">
                  <c:v>5.0582267820228157</c:v>
                </c:pt>
                <c:pt idx="5292">
                  <c:v>5.0594532386494144</c:v>
                </c:pt>
                <c:pt idx="5293">
                  <c:v>5.0599331980705919</c:v>
                </c:pt>
                <c:pt idx="5294">
                  <c:v>5.0611912372712657</c:v>
                </c:pt>
                <c:pt idx="5295">
                  <c:v>5.0657975078477913</c:v>
                </c:pt>
                <c:pt idx="5296">
                  <c:v>5.0705157530051297</c:v>
                </c:pt>
                <c:pt idx="5297">
                  <c:v>5.0727538090498427</c:v>
                </c:pt>
                <c:pt idx="5298">
                  <c:v>5.0755809279534496</c:v>
                </c:pt>
                <c:pt idx="5299">
                  <c:v>5.0728155386264451</c:v>
                </c:pt>
                <c:pt idx="5300">
                  <c:v>5.0644016537784244</c:v>
                </c:pt>
                <c:pt idx="5301">
                  <c:v>5.0601738955669546</c:v>
                </c:pt>
                <c:pt idx="5302">
                  <c:v>5.0580454214838069</c:v>
                </c:pt>
                <c:pt idx="5303">
                  <c:v>5.0534080468570552</c:v>
                </c:pt>
                <c:pt idx="5304">
                  <c:v>5.0521069405099146</c:v>
                </c:pt>
                <c:pt idx="5305">
                  <c:v>5.0547211163004366</c:v>
                </c:pt>
                <c:pt idx="5306">
                  <c:v>5.0607227624224791</c:v>
                </c:pt>
                <c:pt idx="5307">
                  <c:v>5.0652079664650485</c:v>
                </c:pt>
                <c:pt idx="5308">
                  <c:v>5.0640891777046164</c:v>
                </c:pt>
                <c:pt idx="5309">
                  <c:v>5.060617008651711</c:v>
                </c:pt>
                <c:pt idx="5310">
                  <c:v>5.0604433044942958</c:v>
                </c:pt>
                <c:pt idx="5311">
                  <c:v>5.0629517265140498</c:v>
                </c:pt>
                <c:pt idx="5312">
                  <c:v>5.0635886417579048</c:v>
                </c:pt>
                <c:pt idx="5313">
                  <c:v>5.0606280147002529</c:v>
                </c:pt>
                <c:pt idx="5314">
                  <c:v>5.0580176671005281</c:v>
                </c:pt>
                <c:pt idx="5315">
                  <c:v>5.0548584526452798</c:v>
                </c:pt>
                <c:pt idx="5316">
                  <c:v>5.0526711201286272</c:v>
                </c:pt>
                <c:pt idx="5317">
                  <c:v>5.0520892351274789</c:v>
                </c:pt>
                <c:pt idx="5318">
                  <c:v>5.0533688079013857</c:v>
                </c:pt>
                <c:pt idx="5319">
                  <c:v>5.0553144858739758</c:v>
                </c:pt>
                <c:pt idx="5320">
                  <c:v>5.055928910496899</c:v>
                </c:pt>
                <c:pt idx="5321">
                  <c:v>5.0562260738075189</c:v>
                </c:pt>
                <c:pt idx="5322">
                  <c:v>5.0586713306791209</c:v>
                </c:pt>
                <c:pt idx="5323">
                  <c:v>5.0612883776127404</c:v>
                </c:pt>
                <c:pt idx="5324">
                  <c:v>5.0612965125181839</c:v>
                </c:pt>
                <c:pt idx="5325">
                  <c:v>5.0596791019064389</c:v>
                </c:pt>
                <c:pt idx="5326">
                  <c:v>5.0559758058341631</c:v>
                </c:pt>
                <c:pt idx="5327">
                  <c:v>5.0564997894495063</c:v>
                </c:pt>
                <c:pt idx="5328">
                  <c:v>5.0615032348212239</c:v>
                </c:pt>
                <c:pt idx="5329">
                  <c:v>5.0605122119286428</c:v>
                </c:pt>
                <c:pt idx="5330">
                  <c:v>5.0593465278309475</c:v>
                </c:pt>
                <c:pt idx="5331">
                  <c:v>5.060044215603706</c:v>
                </c:pt>
                <c:pt idx="5332">
                  <c:v>5.0592077559145547</c:v>
                </c:pt>
                <c:pt idx="5333">
                  <c:v>5.0578774596125875</c:v>
                </c:pt>
                <c:pt idx="5334">
                  <c:v>5.059158467958043</c:v>
                </c:pt>
                <c:pt idx="5335">
                  <c:v>5.059312552637623</c:v>
                </c:pt>
                <c:pt idx="5336">
                  <c:v>5.059323080162315</c:v>
                </c:pt>
                <c:pt idx="5337">
                  <c:v>5.0583133948395984</c:v>
                </c:pt>
                <c:pt idx="5338">
                  <c:v>5.0598772107801855</c:v>
                </c:pt>
                <c:pt idx="5339">
                  <c:v>5.0575267016308096</c:v>
                </c:pt>
                <c:pt idx="5340">
                  <c:v>5.0542325434499658</c:v>
                </c:pt>
                <c:pt idx="5341">
                  <c:v>5.0537655041727279</c:v>
                </c:pt>
                <c:pt idx="5342">
                  <c:v>5.0532467843197306</c:v>
                </c:pt>
                <c:pt idx="5343">
                  <c:v>5.0534874818160933</c:v>
                </c:pt>
                <c:pt idx="5344">
                  <c:v>5.0522461909501573</c:v>
                </c:pt>
                <c:pt idx="5345">
                  <c:v>5.0450471345991881</c:v>
                </c:pt>
                <c:pt idx="5346">
                  <c:v>5.0390394112242554</c:v>
                </c:pt>
                <c:pt idx="5347">
                  <c:v>5.0386373554857977</c:v>
                </c:pt>
                <c:pt idx="5348">
                  <c:v>5.0423455803537252</c:v>
                </c:pt>
                <c:pt idx="5349">
                  <c:v>5.0483644054819692</c:v>
                </c:pt>
                <c:pt idx="5350">
                  <c:v>5.0526787765102217</c:v>
                </c:pt>
                <c:pt idx="5351">
                  <c:v>5.054681877344767</c:v>
                </c:pt>
                <c:pt idx="5352">
                  <c:v>5.0569768777275863</c:v>
                </c:pt>
                <c:pt idx="5353">
                  <c:v>5.0588684825051677</c:v>
                </c:pt>
                <c:pt idx="5354">
                  <c:v>5.0602102633795267</c:v>
                </c:pt>
                <c:pt idx="5355">
                  <c:v>5.062526797335579</c:v>
                </c:pt>
                <c:pt idx="5356">
                  <c:v>5.0628239606461989</c:v>
                </c:pt>
                <c:pt idx="5357">
                  <c:v>5.0625306255263762</c:v>
                </c:pt>
                <c:pt idx="5358">
                  <c:v>5.0647997856213154</c:v>
                </c:pt>
                <c:pt idx="5359">
                  <c:v>5.0667349360692135</c:v>
                </c:pt>
                <c:pt idx="5360">
                  <c:v>5.0683155003445375</c:v>
                </c:pt>
                <c:pt idx="5361">
                  <c:v>5.0674512862721075</c:v>
                </c:pt>
                <c:pt idx="5362">
                  <c:v>5.0662052101676744</c:v>
                </c:pt>
                <c:pt idx="5363">
                  <c:v>5.0634479557461143</c:v>
                </c:pt>
                <c:pt idx="5364">
                  <c:v>5.0608103322869615</c:v>
                </c:pt>
                <c:pt idx="5365">
                  <c:v>5.0593345647347068</c:v>
                </c:pt>
                <c:pt idx="5366">
                  <c:v>5.059408257407549</c:v>
                </c:pt>
                <c:pt idx="5367">
                  <c:v>5.0538612089426538</c:v>
                </c:pt>
                <c:pt idx="5368">
                  <c:v>5.0504742171349823</c:v>
                </c:pt>
                <c:pt idx="5369">
                  <c:v>5.0528907625756068</c:v>
                </c:pt>
                <c:pt idx="5370">
                  <c:v>5.0565797029323942</c:v>
                </c:pt>
                <c:pt idx="5371">
                  <c:v>5.0617898706071509</c:v>
                </c:pt>
                <c:pt idx="5372">
                  <c:v>5.0631062897174797</c:v>
                </c:pt>
                <c:pt idx="5373">
                  <c:v>5.0630842776203968</c:v>
                </c:pt>
                <c:pt idx="5374">
                  <c:v>5.0640786501799253</c:v>
                </c:pt>
                <c:pt idx="5375">
                  <c:v>5.0656295459765719</c:v>
                </c:pt>
                <c:pt idx="5376">
                  <c:v>5.0615951114003526</c:v>
                </c:pt>
                <c:pt idx="5377">
                  <c:v>5.0538018719853</c:v>
                </c:pt>
                <c:pt idx="5378">
                  <c:v>5.0535405979634023</c:v>
                </c:pt>
                <c:pt idx="5379">
                  <c:v>5.0511388867621161</c:v>
                </c:pt>
                <c:pt idx="5380">
                  <c:v>5.0489568180078095</c:v>
                </c:pt>
                <c:pt idx="5381">
                  <c:v>5.0543660516040116</c:v>
                </c:pt>
                <c:pt idx="5382">
                  <c:v>5.0591666028634865</c:v>
                </c:pt>
                <c:pt idx="5383">
                  <c:v>5.059233117678585</c:v>
                </c:pt>
                <c:pt idx="5384">
                  <c:v>5.0570759321644587</c:v>
                </c:pt>
                <c:pt idx="5385">
                  <c:v>5.0559844192634564</c:v>
                </c:pt>
                <c:pt idx="5386">
                  <c:v>5.0578956435188731</c:v>
                </c:pt>
                <c:pt idx="5387">
                  <c:v>5.0604318199219049</c:v>
                </c:pt>
                <c:pt idx="5388">
                  <c:v>5.0581535678738225</c:v>
                </c:pt>
                <c:pt idx="5389">
                  <c:v>5.0554690490774057</c:v>
                </c:pt>
                <c:pt idx="5390">
                  <c:v>5.0522682030472401</c:v>
                </c:pt>
                <c:pt idx="5391">
                  <c:v>5.048730954750785</c:v>
                </c:pt>
                <c:pt idx="5392">
                  <c:v>5.0438825989587324</c:v>
                </c:pt>
                <c:pt idx="5393">
                  <c:v>5.0418399242018221</c:v>
                </c:pt>
                <c:pt idx="5394">
                  <c:v>5.0488252239491613</c:v>
                </c:pt>
                <c:pt idx="5395">
                  <c:v>5.0571405328841585</c:v>
                </c:pt>
                <c:pt idx="5396">
                  <c:v>5.0573118444223262</c:v>
                </c:pt>
                <c:pt idx="5397">
                  <c:v>5.0557954023428531</c:v>
                </c:pt>
                <c:pt idx="5398">
                  <c:v>5.0570347791133914</c:v>
                </c:pt>
                <c:pt idx="5399">
                  <c:v>5.0579573730954754</c:v>
                </c:pt>
                <c:pt idx="5400">
                  <c:v>5.0587665569251969</c:v>
                </c:pt>
                <c:pt idx="5401">
                  <c:v>5.0580698262001382</c:v>
                </c:pt>
                <c:pt idx="5402">
                  <c:v>5.0572936605160397</c:v>
                </c:pt>
                <c:pt idx="5403">
                  <c:v>5.0571611094096927</c:v>
                </c:pt>
                <c:pt idx="5404">
                  <c:v>5.0582243894035681</c:v>
                </c:pt>
                <c:pt idx="5405">
                  <c:v>5.0602480667636476</c:v>
                </c:pt>
                <c:pt idx="5406">
                  <c:v>5.0597795919148609</c:v>
                </c:pt>
                <c:pt idx="5407">
                  <c:v>5.055536042416354</c:v>
                </c:pt>
                <c:pt idx="5408">
                  <c:v>5.0524419072046554</c:v>
                </c:pt>
                <c:pt idx="5409">
                  <c:v>5.0532156802695045</c:v>
                </c:pt>
                <c:pt idx="5410">
                  <c:v>5.0561030931781641</c:v>
                </c:pt>
                <c:pt idx="5411">
                  <c:v>5.0616688040731947</c:v>
                </c:pt>
                <c:pt idx="5412">
                  <c:v>5.0665650601025956</c:v>
                </c:pt>
                <c:pt idx="5413">
                  <c:v>5.0683140647729878</c:v>
                </c:pt>
                <c:pt idx="5414">
                  <c:v>5.0650998200750328</c:v>
                </c:pt>
                <c:pt idx="5415">
                  <c:v>5.0597609294847254</c:v>
                </c:pt>
                <c:pt idx="5416">
                  <c:v>5.0584516882321413</c:v>
                </c:pt>
                <c:pt idx="5417">
                  <c:v>5.0611974580813106</c:v>
                </c:pt>
                <c:pt idx="5418">
                  <c:v>5.0587210971594825</c:v>
                </c:pt>
                <c:pt idx="5419">
                  <c:v>5.0582487941198986</c:v>
                </c:pt>
                <c:pt idx="5420">
                  <c:v>5.062287535410765</c:v>
                </c:pt>
                <c:pt idx="5421">
                  <c:v>5.062632551106347</c:v>
                </c:pt>
                <c:pt idx="5422">
                  <c:v>5.0603026184825053</c:v>
                </c:pt>
                <c:pt idx="5423">
                  <c:v>5.0614309777199296</c:v>
                </c:pt>
                <c:pt idx="5424">
                  <c:v>5.0593249942577136</c:v>
                </c:pt>
                <c:pt idx="5425">
                  <c:v>5.0557116606691679</c:v>
                </c:pt>
                <c:pt idx="5426">
                  <c:v>5.059731261006049</c:v>
                </c:pt>
                <c:pt idx="5427">
                  <c:v>5.0648165339560522</c:v>
                </c:pt>
                <c:pt idx="5428">
                  <c:v>5.0626153242477603</c:v>
                </c:pt>
                <c:pt idx="5429">
                  <c:v>5.0620085560064316</c:v>
                </c:pt>
                <c:pt idx="5430">
                  <c:v>5.0627028941122427</c:v>
                </c:pt>
                <c:pt idx="5431">
                  <c:v>5.0613587206186352</c:v>
                </c:pt>
                <c:pt idx="5432">
                  <c:v>5.0624588469489318</c:v>
                </c:pt>
                <c:pt idx="5433">
                  <c:v>5.0626942806829494</c:v>
                </c:pt>
                <c:pt idx="5434">
                  <c:v>5.0612644514202589</c:v>
                </c:pt>
                <c:pt idx="5435">
                  <c:v>5.0596145011867391</c:v>
                </c:pt>
                <c:pt idx="5436">
                  <c:v>5.0578702817548429</c:v>
                </c:pt>
                <c:pt idx="5437">
                  <c:v>5.0575917808743585</c:v>
                </c:pt>
                <c:pt idx="5438">
                  <c:v>5.0599427685475842</c:v>
                </c:pt>
                <c:pt idx="5439">
                  <c:v>5.0591101370492302</c:v>
                </c:pt>
                <c:pt idx="5440">
                  <c:v>5.0584167559911188</c:v>
                </c:pt>
                <c:pt idx="5441">
                  <c:v>5.0590962598575917</c:v>
                </c:pt>
                <c:pt idx="5442">
                  <c:v>5.0566438251282442</c:v>
                </c:pt>
                <c:pt idx="5443">
                  <c:v>5.0535324630579588</c:v>
                </c:pt>
                <c:pt idx="5444">
                  <c:v>5.0540028520021441</c:v>
                </c:pt>
                <c:pt idx="5445">
                  <c:v>5.0524356863946096</c:v>
                </c:pt>
                <c:pt idx="5446">
                  <c:v>5.0510192557997087</c:v>
                </c:pt>
                <c:pt idx="5447">
                  <c:v>5.051813126866243</c:v>
                </c:pt>
                <c:pt idx="5448">
                  <c:v>5.0533692864252355</c:v>
                </c:pt>
                <c:pt idx="5449">
                  <c:v>5.0554968034606844</c:v>
                </c:pt>
                <c:pt idx="5450">
                  <c:v>5.0526902610826125</c:v>
                </c:pt>
                <c:pt idx="5451">
                  <c:v>5.0490319462522013</c:v>
                </c:pt>
                <c:pt idx="5452">
                  <c:v>5.0497047507847794</c:v>
                </c:pt>
                <c:pt idx="5453">
                  <c:v>5.0500593369573537</c:v>
                </c:pt>
                <c:pt idx="5454">
                  <c:v>5.0489386341015239</c:v>
                </c:pt>
                <c:pt idx="5455">
                  <c:v>5.0453143901692057</c:v>
                </c:pt>
                <c:pt idx="5456">
                  <c:v>5.0433969451037441</c:v>
                </c:pt>
                <c:pt idx="5457">
                  <c:v>5.0453386513283824</c:v>
                </c:pt>
                <c:pt idx="5458">
                  <c:v>5.0442931245693288</c:v>
                </c:pt>
                <c:pt idx="5459">
                  <c:v>5.0430158487098993</c:v>
                </c:pt>
                <c:pt idx="5460">
                  <c:v>5.0440634809738913</c:v>
                </c:pt>
                <c:pt idx="5461">
                  <c:v>5.0415504172727967</c:v>
                </c:pt>
                <c:pt idx="5462">
                  <c:v>5.0376151806906053</c:v>
                </c:pt>
                <c:pt idx="5463">
                  <c:v>5.0381517494831947</c:v>
                </c:pt>
                <c:pt idx="5464">
                  <c:v>5.0404236371640758</c:v>
                </c:pt>
                <c:pt idx="5465">
                  <c:v>5.0420618157108947</c:v>
                </c:pt>
                <c:pt idx="5466">
                  <c:v>5.0457022816017147</c:v>
                </c:pt>
                <c:pt idx="5467">
                  <c:v>5.0487912487558377</c:v>
                </c:pt>
                <c:pt idx="5468">
                  <c:v>5.0496683829722073</c:v>
                </c:pt>
                <c:pt idx="5469">
                  <c:v>5.0467430709746575</c:v>
                </c:pt>
                <c:pt idx="5470">
                  <c:v>5.0470660267207714</c:v>
                </c:pt>
                <c:pt idx="5471">
                  <c:v>5.0490094556312686</c:v>
                </c:pt>
                <c:pt idx="5472">
                  <c:v>5.0496210091110942</c:v>
                </c:pt>
                <c:pt idx="5473">
                  <c:v>5.047428987060715</c:v>
                </c:pt>
                <c:pt idx="5474">
                  <c:v>5.0458347848556775</c:v>
                </c:pt>
                <c:pt idx="5475">
                  <c:v>5.0455735108337798</c:v>
                </c:pt>
                <c:pt idx="5476">
                  <c:v>5.0456497875354112</c:v>
                </c:pt>
                <c:pt idx="5477">
                  <c:v>5.0428325262231066</c:v>
                </c:pt>
                <c:pt idx="5478">
                  <c:v>5.0446119650103363</c:v>
                </c:pt>
                <c:pt idx="5479">
                  <c:v>5.0473339043717935</c:v>
                </c:pt>
                <c:pt idx="5480">
                  <c:v>5.0506555776739912</c:v>
                </c:pt>
                <c:pt idx="5481">
                  <c:v>5.0544273026567641</c:v>
                </c:pt>
                <c:pt idx="5482">
                  <c:v>5.0534999234361839</c:v>
                </c:pt>
                <c:pt idx="5483">
                  <c:v>5.0515384541765558</c:v>
                </c:pt>
                <c:pt idx="5484">
                  <c:v>5.0528017571395756</c:v>
                </c:pt>
                <c:pt idx="5485">
                  <c:v>5.0552264374856444</c:v>
                </c:pt>
                <c:pt idx="5486">
                  <c:v>5.0580497281984531</c:v>
                </c:pt>
                <c:pt idx="5487">
                  <c:v>5.0596881938595821</c:v>
                </c:pt>
                <c:pt idx="5488">
                  <c:v>5.0590268738993949</c:v>
                </c:pt>
                <c:pt idx="5489">
                  <c:v>5.0545507618099688</c:v>
                </c:pt>
                <c:pt idx="5490">
                  <c:v>5.0501454712502873</c:v>
                </c:pt>
                <c:pt idx="5491">
                  <c:v>5.0460967288109639</c:v>
                </c:pt>
                <c:pt idx="5492">
                  <c:v>5.0448284491999082</c:v>
                </c:pt>
                <c:pt idx="5493">
                  <c:v>5.0460392580966236</c:v>
                </c:pt>
                <c:pt idx="5494">
                  <c:v>5.0448982179771837</c:v>
                </c:pt>
                <c:pt idx="5495">
                  <c:v>5.0389745712426306</c:v>
                </c:pt>
                <c:pt idx="5496">
                  <c:v>5.0370853112319116</c:v>
                </c:pt>
                <c:pt idx="5497">
                  <c:v>5.0408600987673227</c:v>
                </c:pt>
                <c:pt idx="5498">
                  <c:v>5.0480811193629886</c:v>
                </c:pt>
                <c:pt idx="5499">
                  <c:v>5.0534420220503788</c:v>
                </c:pt>
                <c:pt idx="5500">
                  <c:v>5.0549197036980322</c:v>
                </c:pt>
                <c:pt idx="5501">
                  <c:v>5.0535879718245154</c:v>
                </c:pt>
                <c:pt idx="5502">
                  <c:v>5.0471780970063547</c:v>
                </c:pt>
                <c:pt idx="5503">
                  <c:v>5.0414597370032919</c:v>
                </c:pt>
                <c:pt idx="5504">
                  <c:v>5.0407323807518569</c:v>
                </c:pt>
                <c:pt idx="5505">
                  <c:v>5.0450629258862261</c:v>
                </c:pt>
                <c:pt idx="5506">
                  <c:v>5.0481409348441924</c:v>
                </c:pt>
                <c:pt idx="5507">
                  <c:v>5.0475256010259555</c:v>
                </c:pt>
                <c:pt idx="5508">
                  <c:v>5.0422908850777119</c:v>
                </c:pt>
                <c:pt idx="5509">
                  <c:v>5.0390460627057649</c:v>
                </c:pt>
                <c:pt idx="5510">
                  <c:v>5.0413693438480971</c:v>
                </c:pt>
                <c:pt idx="5511">
                  <c:v>5.0449385096853225</c:v>
                </c:pt>
                <c:pt idx="5512">
                  <c:v>5.0495860768700709</c:v>
                </c:pt>
                <c:pt idx="5513">
                  <c:v>5.0507694663502027</c:v>
                </c:pt>
                <c:pt idx="5514">
                  <c:v>5.0510264336574533</c:v>
                </c:pt>
                <c:pt idx="5515">
                  <c:v>5.0507699448740526</c:v>
                </c:pt>
                <c:pt idx="5516">
                  <c:v>5.049208521552714</c:v>
                </c:pt>
                <c:pt idx="5517">
                  <c:v>5.0445379373707988</c:v>
                </c:pt>
                <c:pt idx="5518">
                  <c:v>5.0443215488859963</c:v>
                </c:pt>
                <c:pt idx="5519">
                  <c:v>5.0444529993874898</c:v>
                </c:pt>
                <c:pt idx="5520">
                  <c:v>5.0425115802771607</c:v>
                </c:pt>
                <c:pt idx="5521">
                  <c:v>5.0465345781333744</c:v>
                </c:pt>
                <c:pt idx="5522">
                  <c:v>5.0518451879641679</c:v>
                </c:pt>
                <c:pt idx="5523">
                  <c:v>5.0547914593063314</c:v>
                </c:pt>
                <c:pt idx="5524">
                  <c:v>5.0551206837148763</c:v>
                </c:pt>
                <c:pt idx="5525">
                  <c:v>5.04948462981395</c:v>
                </c:pt>
                <c:pt idx="5526">
                  <c:v>5.0456727566801929</c:v>
                </c:pt>
                <c:pt idx="5527">
                  <c:v>5.0485376311155346</c:v>
                </c:pt>
                <c:pt idx="5528">
                  <c:v>5.0506316514815097</c:v>
                </c:pt>
                <c:pt idx="5529">
                  <c:v>5.0510259551336034</c:v>
                </c:pt>
                <c:pt idx="5530">
                  <c:v>5.0529218666258329</c:v>
                </c:pt>
                <c:pt idx="5531">
                  <c:v>5.0544301737998625</c:v>
                </c:pt>
                <c:pt idx="5532">
                  <c:v>5.0557705191026718</c:v>
                </c:pt>
                <c:pt idx="5533">
                  <c:v>5.0598341436337186</c:v>
                </c:pt>
                <c:pt idx="5534">
                  <c:v>5.0604753655922208</c:v>
                </c:pt>
                <c:pt idx="5535">
                  <c:v>5.0548627593599269</c:v>
                </c:pt>
                <c:pt idx="5536">
                  <c:v>5.0512475116759816</c:v>
                </c:pt>
                <c:pt idx="5537">
                  <c:v>5.0517801087206182</c:v>
                </c:pt>
                <c:pt idx="5538">
                  <c:v>5.0565739606461984</c:v>
                </c:pt>
                <c:pt idx="5539">
                  <c:v>5.060240888905903</c:v>
                </c:pt>
                <c:pt idx="5540">
                  <c:v>5.0580085751473858</c:v>
                </c:pt>
                <c:pt idx="5541">
                  <c:v>5.0561820496133532</c:v>
                </c:pt>
                <c:pt idx="5542">
                  <c:v>5.0574912908659364</c:v>
                </c:pt>
                <c:pt idx="5543">
                  <c:v>5.0567586708521555</c:v>
                </c:pt>
                <c:pt idx="5544">
                  <c:v>5.0535669167751323</c:v>
                </c:pt>
                <c:pt idx="5545">
                  <c:v>5.0514590192175177</c:v>
                </c:pt>
                <c:pt idx="5546">
                  <c:v>5.0487252124645892</c:v>
                </c:pt>
                <c:pt idx="5547">
                  <c:v>5.0446695792818312</c:v>
                </c:pt>
                <c:pt idx="5548">
                  <c:v>5.0445930154658907</c:v>
                </c:pt>
                <c:pt idx="5549">
                  <c:v>5.0451059451803077</c:v>
                </c:pt>
                <c:pt idx="5550">
                  <c:v>5.0410780185284434</c:v>
                </c:pt>
                <c:pt idx="5551">
                  <c:v>5.0398502698874514</c:v>
                </c:pt>
                <c:pt idx="5552">
                  <c:v>5.0411971709670009</c:v>
                </c:pt>
                <c:pt idx="5553">
                  <c:v>5.0430046512518185</c:v>
                </c:pt>
                <c:pt idx="5554">
                  <c:v>5.0448634292933159</c:v>
                </c:pt>
                <c:pt idx="5555">
                  <c:v>5.0458046378531503</c:v>
                </c:pt>
                <c:pt idx="5556">
                  <c:v>5.047747731796953</c:v>
                </c:pt>
                <c:pt idx="5557">
                  <c:v>5.044159616415282</c:v>
                </c:pt>
                <c:pt idx="5558">
                  <c:v>5.0444084009647039</c:v>
                </c:pt>
                <c:pt idx="5559">
                  <c:v>5.0460244717096696</c:v>
                </c:pt>
                <c:pt idx="5560">
                  <c:v>5.0447903587014773</c:v>
                </c:pt>
                <c:pt idx="5561">
                  <c:v>5.0434627421330678</c:v>
                </c:pt>
                <c:pt idx="5562">
                  <c:v>5.0466218130311615</c:v>
                </c:pt>
                <c:pt idx="5563">
                  <c:v>5.0502550532118518</c:v>
                </c:pt>
                <c:pt idx="5564">
                  <c:v>5.0490276395375542</c:v>
                </c:pt>
                <c:pt idx="5565">
                  <c:v>5.0470886130464745</c:v>
                </c:pt>
                <c:pt idx="5566">
                  <c:v>5.0437468895949777</c:v>
                </c:pt>
                <c:pt idx="5567">
                  <c:v>5.0390942500574232</c:v>
                </c:pt>
                <c:pt idx="5568">
                  <c:v>5.0377728542990585</c:v>
                </c:pt>
                <c:pt idx="5569">
                  <c:v>5.0426560466273642</c:v>
                </c:pt>
                <c:pt idx="5570">
                  <c:v>5.0472808360768697</c:v>
                </c:pt>
                <c:pt idx="5571">
                  <c:v>5.049590383584718</c:v>
                </c:pt>
                <c:pt idx="5572">
                  <c:v>5.0416990467804919</c:v>
                </c:pt>
                <c:pt idx="5573">
                  <c:v>5.0396785276778191</c:v>
                </c:pt>
                <c:pt idx="5574">
                  <c:v>5.0431637125794353</c:v>
                </c:pt>
                <c:pt idx="5575">
                  <c:v>5.048577348595054</c:v>
                </c:pt>
                <c:pt idx="5576">
                  <c:v>5.0547282941581813</c:v>
                </c:pt>
                <c:pt idx="5577">
                  <c:v>5.0591000880483881</c:v>
                </c:pt>
                <c:pt idx="5578">
                  <c:v>5.0596398629507693</c:v>
                </c:pt>
                <c:pt idx="5579">
                  <c:v>5.0621047393002065</c:v>
                </c:pt>
                <c:pt idx="5580">
                  <c:v>5.0599207564505013</c:v>
                </c:pt>
                <c:pt idx="5581">
                  <c:v>5.0571314409310162</c:v>
                </c:pt>
                <c:pt idx="5582">
                  <c:v>5.0559877689304038</c:v>
                </c:pt>
                <c:pt idx="5583">
                  <c:v>5.055944701783937</c:v>
                </c:pt>
                <c:pt idx="5584">
                  <c:v>5.0552144743894036</c:v>
                </c:pt>
                <c:pt idx="5585">
                  <c:v>5.0542813528826276</c:v>
                </c:pt>
                <c:pt idx="5586">
                  <c:v>5.0533802924737765</c:v>
                </c:pt>
                <c:pt idx="5587">
                  <c:v>5.0518963900160783</c:v>
                </c:pt>
                <c:pt idx="5588">
                  <c:v>5.0471318237500959</c:v>
                </c:pt>
                <c:pt idx="5589">
                  <c:v>5.0439684939897402</c:v>
                </c:pt>
                <c:pt idx="5590">
                  <c:v>5.0438052216522475</c:v>
                </c:pt>
                <c:pt idx="5591">
                  <c:v>5.0447639441849779</c:v>
                </c:pt>
                <c:pt idx="5592">
                  <c:v>5.0454770882780799</c:v>
                </c:pt>
                <c:pt idx="5593">
                  <c:v>5.0486194586938211</c:v>
                </c:pt>
                <c:pt idx="5594">
                  <c:v>5.0517269925733101</c:v>
                </c:pt>
                <c:pt idx="5595">
                  <c:v>5.0490783630656155</c:v>
                </c:pt>
                <c:pt idx="5596">
                  <c:v>5.0449315232371186</c:v>
                </c:pt>
                <c:pt idx="5597">
                  <c:v>5.0462586612816782</c:v>
                </c:pt>
                <c:pt idx="5598">
                  <c:v>5.0529879029170814</c:v>
                </c:pt>
                <c:pt idx="5599">
                  <c:v>5.0515513743204963</c:v>
                </c:pt>
                <c:pt idx="5600">
                  <c:v>5.0507158716790448</c:v>
                </c:pt>
                <c:pt idx="5601">
                  <c:v>5.0493128397519333</c:v>
                </c:pt>
                <c:pt idx="5602">
                  <c:v>5.0516762690452488</c:v>
                </c:pt>
                <c:pt idx="5603">
                  <c:v>5.054045440624761</c:v>
                </c:pt>
                <c:pt idx="5604">
                  <c:v>5.0514317433580889</c:v>
                </c:pt>
                <c:pt idx="5605">
                  <c:v>5.0463113467575225</c:v>
                </c:pt>
                <c:pt idx="5606">
                  <c:v>5.047073443840441</c:v>
                </c:pt>
                <c:pt idx="5607">
                  <c:v>5.0518155194854915</c:v>
                </c:pt>
                <c:pt idx="5608">
                  <c:v>5.0510159061327613</c:v>
                </c:pt>
                <c:pt idx="5609">
                  <c:v>5.047994028022357</c:v>
                </c:pt>
                <c:pt idx="5610">
                  <c:v>5.045384876732256</c:v>
                </c:pt>
                <c:pt idx="5611">
                  <c:v>5.0448355792052677</c:v>
                </c:pt>
                <c:pt idx="5612">
                  <c:v>5.0450827367736011</c:v>
                </c:pt>
                <c:pt idx="5613">
                  <c:v>5.0435546187121965</c:v>
                </c:pt>
                <c:pt idx="5614">
                  <c:v>5.0416798101217362</c:v>
                </c:pt>
                <c:pt idx="5615">
                  <c:v>5.0419291688997783</c:v>
                </c:pt>
                <c:pt idx="5616">
                  <c:v>5.0467546033994335</c:v>
                </c:pt>
                <c:pt idx="5617">
                  <c:v>5.0492195276012559</c:v>
                </c:pt>
                <c:pt idx="5618">
                  <c:v>5.0442939859122582</c:v>
                </c:pt>
                <c:pt idx="5619">
                  <c:v>5.0415919531429445</c:v>
                </c:pt>
                <c:pt idx="5620">
                  <c:v>5.0430686298905139</c:v>
                </c:pt>
                <c:pt idx="5621">
                  <c:v>5.0442007694663502</c:v>
                </c:pt>
                <c:pt idx="5622">
                  <c:v>5.0431557690835307</c:v>
                </c:pt>
                <c:pt idx="5623">
                  <c:v>5.0457255857131917</c:v>
                </c:pt>
                <c:pt idx="5624">
                  <c:v>5.0477408410535185</c:v>
                </c:pt>
                <c:pt idx="5625">
                  <c:v>5.0469234266135823</c:v>
                </c:pt>
                <c:pt idx="5626">
                  <c:v>5.0470836363984377</c:v>
                </c:pt>
                <c:pt idx="5627">
                  <c:v>5.050380426460455</c:v>
                </c:pt>
                <c:pt idx="5628">
                  <c:v>5.0504488553709521</c:v>
                </c:pt>
                <c:pt idx="5629">
                  <c:v>5.0453112319117981</c:v>
                </c:pt>
                <c:pt idx="5630">
                  <c:v>5.0395861247224563</c:v>
                </c:pt>
                <c:pt idx="5631">
                  <c:v>5.0405161358242099</c:v>
                </c:pt>
                <c:pt idx="5632">
                  <c:v>5.0460781142332136</c:v>
                </c:pt>
                <c:pt idx="5633">
                  <c:v>5.0517930288645587</c:v>
                </c:pt>
                <c:pt idx="5634">
                  <c:v>5.0514140379756531</c:v>
                </c:pt>
                <c:pt idx="5635">
                  <c:v>5.0487869420411915</c:v>
                </c:pt>
                <c:pt idx="5636">
                  <c:v>5.0459045057805678</c:v>
                </c:pt>
                <c:pt idx="5637">
                  <c:v>5.0461641049689918</c:v>
                </c:pt>
                <c:pt idx="5638">
                  <c:v>5.0488438863792968</c:v>
                </c:pt>
                <c:pt idx="5639">
                  <c:v>5.0505761427149531</c:v>
                </c:pt>
                <c:pt idx="5640">
                  <c:v>5.0517394341933999</c:v>
                </c:pt>
                <c:pt idx="5641">
                  <c:v>5.0497224561672152</c:v>
                </c:pt>
                <c:pt idx="5642">
                  <c:v>5.047849944491233</c:v>
                </c:pt>
                <c:pt idx="5643">
                  <c:v>5.0475501014470563</c:v>
                </c:pt>
                <c:pt idx="5644">
                  <c:v>5.0487864635173416</c:v>
                </c:pt>
                <c:pt idx="5645">
                  <c:v>5.0447589196845568</c:v>
                </c:pt>
                <c:pt idx="5646">
                  <c:v>5.0403657357782716</c:v>
                </c:pt>
                <c:pt idx="5647">
                  <c:v>5.0383118635632798</c:v>
                </c:pt>
                <c:pt idx="5648">
                  <c:v>5.0397391566495671</c:v>
                </c:pt>
                <c:pt idx="5649">
                  <c:v>5.042251071893423</c:v>
                </c:pt>
                <c:pt idx="5650">
                  <c:v>5.042757972207335</c:v>
                </c:pt>
                <c:pt idx="5651">
                  <c:v>5.0443969642446982</c:v>
                </c:pt>
                <c:pt idx="5652">
                  <c:v>5.0445506661051986</c:v>
                </c:pt>
                <c:pt idx="5653">
                  <c:v>5.0454552675905369</c:v>
                </c:pt>
                <c:pt idx="5654">
                  <c:v>5.0443093943802157</c:v>
                </c:pt>
                <c:pt idx="5655">
                  <c:v>5.0432902821376615</c:v>
                </c:pt>
                <c:pt idx="5656">
                  <c:v>5.0454383756986445</c:v>
                </c:pt>
                <c:pt idx="5657">
                  <c:v>5.0469349590383583</c:v>
                </c:pt>
                <c:pt idx="5658">
                  <c:v>5.0453517628818618</c:v>
                </c:pt>
                <c:pt idx="5659">
                  <c:v>5.0394267284281451</c:v>
                </c:pt>
                <c:pt idx="5660">
                  <c:v>5.0398239510757215</c:v>
                </c:pt>
                <c:pt idx="5661">
                  <c:v>5.0413990123267745</c:v>
                </c:pt>
                <c:pt idx="5662">
                  <c:v>5.0426861936298906</c:v>
                </c:pt>
                <c:pt idx="5663">
                  <c:v>5.0433614386341015</c:v>
                </c:pt>
                <c:pt idx="5664">
                  <c:v>5.0466852652936218</c:v>
                </c:pt>
                <c:pt idx="5665">
                  <c:v>5.047435255723145</c:v>
                </c:pt>
                <c:pt idx="5666">
                  <c:v>5.0456901749483194</c:v>
                </c:pt>
                <c:pt idx="5667">
                  <c:v>5.0490037133450727</c:v>
                </c:pt>
                <c:pt idx="5668">
                  <c:v>5.0520361189801699</c:v>
                </c:pt>
                <c:pt idx="5669">
                  <c:v>5.0501899739683029</c:v>
                </c:pt>
                <c:pt idx="5670">
                  <c:v>5.0481442845111397</c:v>
                </c:pt>
                <c:pt idx="5671">
                  <c:v>5.0517375200980013</c:v>
                </c:pt>
                <c:pt idx="5672">
                  <c:v>5.057052963019677</c:v>
                </c:pt>
                <c:pt idx="5673">
                  <c:v>5.0577870186050076</c:v>
                </c:pt>
                <c:pt idx="5674">
                  <c:v>5.0573931934767629</c:v>
                </c:pt>
                <c:pt idx="5675">
                  <c:v>5.0594101715029476</c:v>
                </c:pt>
                <c:pt idx="5676">
                  <c:v>5.0570094173493603</c:v>
                </c:pt>
                <c:pt idx="5677">
                  <c:v>5.0532362567950386</c:v>
                </c:pt>
                <c:pt idx="5678">
                  <c:v>5.0536812839751937</c:v>
                </c:pt>
                <c:pt idx="5679">
                  <c:v>5.0530960493070971</c:v>
                </c:pt>
                <c:pt idx="5680">
                  <c:v>5.0497913636015621</c:v>
                </c:pt>
                <c:pt idx="5681">
                  <c:v>5.0450724963632183</c:v>
                </c:pt>
                <c:pt idx="5682">
                  <c:v>5.0448986965010336</c:v>
                </c:pt>
                <c:pt idx="5683">
                  <c:v>5.0445342048847719</c:v>
                </c:pt>
                <c:pt idx="5684">
                  <c:v>5.0452299307097466</c:v>
                </c:pt>
                <c:pt idx="5685">
                  <c:v>5.0414176747569099</c:v>
                </c:pt>
                <c:pt idx="5686">
                  <c:v>5.0407333377995558</c:v>
                </c:pt>
                <c:pt idx="5687">
                  <c:v>5.0480193897863872</c:v>
                </c:pt>
                <c:pt idx="5688">
                  <c:v>5.0514006393078628</c:v>
                </c:pt>
                <c:pt idx="5689">
                  <c:v>5.0475997243702624</c:v>
                </c:pt>
                <c:pt idx="5690">
                  <c:v>5.046265121353648</c:v>
                </c:pt>
                <c:pt idx="5691">
                  <c:v>5.0510431819921902</c:v>
                </c:pt>
                <c:pt idx="5692">
                  <c:v>5.0514126024041035</c:v>
                </c:pt>
                <c:pt idx="5693">
                  <c:v>5.0534932241022892</c:v>
                </c:pt>
                <c:pt idx="5694">
                  <c:v>5.0547972015925273</c:v>
                </c:pt>
                <c:pt idx="5695">
                  <c:v>5.0515599877497896</c:v>
                </c:pt>
                <c:pt idx="5696">
                  <c:v>5.0494520901921751</c:v>
                </c:pt>
                <c:pt idx="5697">
                  <c:v>5.0502349552101675</c:v>
                </c:pt>
                <c:pt idx="5698">
                  <c:v>5.0507953066380828</c:v>
                </c:pt>
                <c:pt idx="5699">
                  <c:v>5.0493329377536176</c:v>
                </c:pt>
                <c:pt idx="5700">
                  <c:v>5.0459626464282978</c:v>
                </c:pt>
                <c:pt idx="5701">
                  <c:v>5.0475998200750327</c:v>
                </c:pt>
                <c:pt idx="5702">
                  <c:v>5.0483347370032918</c:v>
                </c:pt>
                <c:pt idx="5703">
                  <c:v>5.0469936260623234</c:v>
                </c:pt>
                <c:pt idx="5704">
                  <c:v>5.0436753024270731</c:v>
                </c:pt>
                <c:pt idx="5705">
                  <c:v>5.0423829530663804</c:v>
                </c:pt>
                <c:pt idx="5706">
                  <c:v>5.0433136341015237</c:v>
                </c:pt>
                <c:pt idx="5707">
                  <c:v>5.0461986543909347</c:v>
                </c:pt>
                <c:pt idx="5708">
                  <c:v>5.0450847944261543</c:v>
                </c:pt>
                <c:pt idx="5709">
                  <c:v>5.0440045268356171</c:v>
                </c:pt>
                <c:pt idx="5710">
                  <c:v>5.0469330449429597</c:v>
                </c:pt>
                <c:pt idx="5711">
                  <c:v>5.0503019485491158</c:v>
                </c:pt>
                <c:pt idx="5712">
                  <c:v>5.0528338182375006</c:v>
                </c:pt>
                <c:pt idx="5713">
                  <c:v>5.0535956282061099</c:v>
                </c:pt>
                <c:pt idx="5714">
                  <c:v>5.0540975997243702</c:v>
                </c:pt>
                <c:pt idx="5715">
                  <c:v>5.0541492803001304</c:v>
                </c:pt>
                <c:pt idx="5716">
                  <c:v>5.0540822869611821</c:v>
                </c:pt>
                <c:pt idx="5717">
                  <c:v>5.0558408621085675</c:v>
                </c:pt>
                <c:pt idx="5718">
                  <c:v>5.0570280797794966</c:v>
                </c:pt>
                <c:pt idx="5719">
                  <c:v>5.0577621353648263</c:v>
                </c:pt>
                <c:pt idx="5720">
                  <c:v>5.059704942194319</c:v>
                </c:pt>
                <c:pt idx="5721">
                  <c:v>5.0618932317586705</c:v>
                </c:pt>
                <c:pt idx="5722">
                  <c:v>5.0617381900313916</c:v>
                </c:pt>
                <c:pt idx="5723">
                  <c:v>5.0614960569634793</c:v>
                </c:pt>
                <c:pt idx="5724">
                  <c:v>5.0635020289411221</c:v>
                </c:pt>
                <c:pt idx="5725">
                  <c:v>5.0611467345532501</c:v>
                </c:pt>
                <c:pt idx="5726">
                  <c:v>5.0541918689227474</c:v>
                </c:pt>
                <c:pt idx="5727">
                  <c:v>5.0511312303805225</c:v>
                </c:pt>
                <c:pt idx="5728">
                  <c:v>5.0516796187121962</c:v>
                </c:pt>
                <c:pt idx="5729">
                  <c:v>5.0516552139958657</c:v>
                </c:pt>
                <c:pt idx="5730">
                  <c:v>5.0492798216063086</c:v>
                </c:pt>
                <c:pt idx="5731">
                  <c:v>5.0493315021820688</c:v>
                </c:pt>
                <c:pt idx="5732">
                  <c:v>5.0507847791133909</c:v>
                </c:pt>
                <c:pt idx="5733">
                  <c:v>5.0540234285276782</c:v>
                </c:pt>
                <c:pt idx="5734">
                  <c:v>5.0568137010948622</c:v>
                </c:pt>
                <c:pt idx="5735">
                  <c:v>5.0590665913789143</c:v>
                </c:pt>
                <c:pt idx="5736">
                  <c:v>5.0617630732715719</c:v>
                </c:pt>
                <c:pt idx="5737">
                  <c:v>5.0658434461373556</c:v>
                </c:pt>
                <c:pt idx="5738">
                  <c:v>5.0676694931475383</c:v>
                </c:pt>
                <c:pt idx="5739">
                  <c:v>5.0670517188576678</c:v>
                </c:pt>
                <c:pt idx="5740">
                  <c:v>5.0658999119516119</c:v>
                </c:pt>
                <c:pt idx="5741">
                  <c:v>5.0640250555087665</c:v>
                </c:pt>
                <c:pt idx="5742">
                  <c:v>5.0608529209095785</c:v>
                </c:pt>
                <c:pt idx="5743">
                  <c:v>5.0589579664650488</c:v>
                </c:pt>
                <c:pt idx="5744">
                  <c:v>5.0621655118291091</c:v>
                </c:pt>
                <c:pt idx="5745">
                  <c:v>5.0621822601638469</c:v>
                </c:pt>
                <c:pt idx="5746">
                  <c:v>5.0615128052982161</c:v>
                </c:pt>
                <c:pt idx="5747">
                  <c:v>5.061078784166603</c:v>
                </c:pt>
                <c:pt idx="5748">
                  <c:v>5.0590972169052906</c:v>
                </c:pt>
                <c:pt idx="5749">
                  <c:v>5.0584521667559912</c:v>
                </c:pt>
                <c:pt idx="5750">
                  <c:v>5.0588632187428217</c:v>
                </c:pt>
                <c:pt idx="5751">
                  <c:v>5.0588957583645966</c:v>
                </c:pt>
                <c:pt idx="5752">
                  <c:v>5.0603705688691525</c:v>
                </c:pt>
                <c:pt idx="5753">
                  <c:v>5.0587947898323256</c:v>
                </c:pt>
                <c:pt idx="5754">
                  <c:v>5.0533592374243934</c:v>
                </c:pt>
                <c:pt idx="5755">
                  <c:v>5.0497985414593067</c:v>
                </c:pt>
                <c:pt idx="5756">
                  <c:v>5.0498865898476382</c:v>
                </c:pt>
                <c:pt idx="5757">
                  <c:v>5.0486759245080775</c:v>
                </c:pt>
                <c:pt idx="5758">
                  <c:v>5.0505168057575993</c:v>
                </c:pt>
                <c:pt idx="5759">
                  <c:v>5.0544952530434113</c:v>
                </c:pt>
                <c:pt idx="5760">
                  <c:v>5.0570993798330912</c:v>
                </c:pt>
                <c:pt idx="5761">
                  <c:v>5.0594106500267975</c:v>
                </c:pt>
                <c:pt idx="5762">
                  <c:v>5.0597590153893268</c:v>
                </c:pt>
                <c:pt idx="5763">
                  <c:v>5.0582497511675983</c:v>
                </c:pt>
                <c:pt idx="5764">
                  <c:v>5.0567414439935687</c:v>
                </c:pt>
                <c:pt idx="5765">
                  <c:v>5.0579497167138809</c:v>
                </c:pt>
                <c:pt idx="5766">
                  <c:v>5.0599083148304107</c:v>
                </c:pt>
                <c:pt idx="5767">
                  <c:v>5.0599719585024117</c:v>
                </c:pt>
                <c:pt idx="5768">
                  <c:v>5.0585416507158714</c:v>
                </c:pt>
                <c:pt idx="5769">
                  <c:v>5.054873286884618</c:v>
                </c:pt>
                <c:pt idx="5770">
                  <c:v>5.0536061557308019</c:v>
                </c:pt>
                <c:pt idx="5771">
                  <c:v>5.0583119592680497</c:v>
                </c:pt>
                <c:pt idx="5772">
                  <c:v>5.060219833856519</c:v>
                </c:pt>
                <c:pt idx="5773">
                  <c:v>5.0580803537248293</c:v>
                </c:pt>
                <c:pt idx="5774">
                  <c:v>5.0597551871985296</c:v>
                </c:pt>
                <c:pt idx="5775">
                  <c:v>5.0646538358471789</c:v>
                </c:pt>
                <c:pt idx="5776">
                  <c:v>5.0703386991807671</c:v>
                </c:pt>
                <c:pt idx="5777">
                  <c:v>5.0748995099915781</c:v>
                </c:pt>
                <c:pt idx="5778">
                  <c:v>5.074348729040655</c:v>
                </c:pt>
                <c:pt idx="5779">
                  <c:v>5.0713483845034837</c:v>
                </c:pt>
                <c:pt idx="5780">
                  <c:v>5.070604279917311</c:v>
                </c:pt>
                <c:pt idx="5781">
                  <c:v>5.0724154926881555</c:v>
                </c:pt>
                <c:pt idx="5782">
                  <c:v>5.0665526184825049</c:v>
                </c:pt>
                <c:pt idx="5783">
                  <c:v>5.0622392045019522</c:v>
                </c:pt>
                <c:pt idx="5784">
                  <c:v>5.0663966197075263</c:v>
                </c:pt>
                <c:pt idx="5785">
                  <c:v>5.068068582038129</c:v>
                </c:pt>
                <c:pt idx="5786">
                  <c:v>5.0685916086057725</c:v>
                </c:pt>
                <c:pt idx="5787">
                  <c:v>5.0684322601638465</c:v>
                </c:pt>
                <c:pt idx="5788">
                  <c:v>5.0662152591685166</c:v>
                </c:pt>
                <c:pt idx="5789">
                  <c:v>5.0696788147921295</c:v>
                </c:pt>
                <c:pt idx="5790">
                  <c:v>5.0726652821376614</c:v>
                </c:pt>
                <c:pt idx="5791">
                  <c:v>5.0746956588316365</c:v>
                </c:pt>
                <c:pt idx="5792">
                  <c:v>5.0749698529974729</c:v>
                </c:pt>
                <c:pt idx="5793">
                  <c:v>5.076120224331981</c:v>
                </c:pt>
                <c:pt idx="5794">
                  <c:v>5.0774667904448361</c:v>
                </c:pt>
                <c:pt idx="5795">
                  <c:v>5.0791531084909272</c:v>
                </c:pt>
                <c:pt idx="5796">
                  <c:v>5.0813696309624072</c:v>
                </c:pt>
                <c:pt idx="5797">
                  <c:v>5.0821012939284893</c:v>
                </c:pt>
                <c:pt idx="5798">
                  <c:v>5.0790545325779037</c:v>
                </c:pt>
                <c:pt idx="5799">
                  <c:v>5.0771825472781567</c:v>
                </c:pt>
                <c:pt idx="5800">
                  <c:v>5.0770877995559296</c:v>
                </c:pt>
                <c:pt idx="5801">
                  <c:v>5.079578516193247</c:v>
                </c:pt>
                <c:pt idx="5802">
                  <c:v>5.0775452683561753</c:v>
                </c:pt>
                <c:pt idx="5803">
                  <c:v>5.0723011254880941</c:v>
                </c:pt>
                <c:pt idx="5804">
                  <c:v>5.0709306331827575</c:v>
                </c:pt>
                <c:pt idx="5805">
                  <c:v>5.0701487252124648</c:v>
                </c:pt>
                <c:pt idx="5806">
                  <c:v>5.0716144437638775</c:v>
                </c:pt>
                <c:pt idx="5807">
                  <c:v>5.0766269810887374</c:v>
                </c:pt>
                <c:pt idx="5808">
                  <c:v>5.0798345264527986</c:v>
                </c:pt>
                <c:pt idx="5809">
                  <c:v>5.0832540578822449</c:v>
                </c:pt>
                <c:pt idx="5810">
                  <c:v>5.0842785774442998</c:v>
                </c:pt>
                <c:pt idx="5811">
                  <c:v>5.0795431054283746</c:v>
                </c:pt>
                <c:pt idx="5812">
                  <c:v>5.072752373478294</c:v>
                </c:pt>
                <c:pt idx="5813">
                  <c:v>5.0704702932394152</c:v>
                </c:pt>
                <c:pt idx="5814">
                  <c:v>5.0703037669397446</c:v>
                </c:pt>
                <c:pt idx="5815">
                  <c:v>5.0733548350049764</c:v>
                </c:pt>
                <c:pt idx="5816">
                  <c:v>5.0754986218513132</c:v>
                </c:pt>
                <c:pt idx="5817">
                  <c:v>5.0734993492075642</c:v>
                </c:pt>
                <c:pt idx="5818">
                  <c:v>5.0745229117219202</c:v>
                </c:pt>
                <c:pt idx="5819">
                  <c:v>5.0816754077023196</c:v>
                </c:pt>
                <c:pt idx="5820">
                  <c:v>5.0867128282673608</c:v>
                </c:pt>
                <c:pt idx="5821">
                  <c:v>5.0878435801240336</c:v>
                </c:pt>
                <c:pt idx="5822">
                  <c:v>5.0896567069902767</c:v>
                </c:pt>
                <c:pt idx="5823">
                  <c:v>5.0900620166909123</c:v>
                </c:pt>
                <c:pt idx="5824">
                  <c:v>5.0914502143786846</c:v>
                </c:pt>
                <c:pt idx="5825">
                  <c:v>5.0971312495214764</c:v>
                </c:pt>
                <c:pt idx="5826">
                  <c:v>5.0997760508383738</c:v>
                </c:pt>
                <c:pt idx="5827">
                  <c:v>5.0987108567491006</c:v>
                </c:pt>
                <c:pt idx="5828">
                  <c:v>5.0990142408697645</c:v>
                </c:pt>
                <c:pt idx="5829">
                  <c:v>5.0999880369037589</c:v>
                </c:pt>
                <c:pt idx="5830">
                  <c:v>5.0981064811270196</c:v>
                </c:pt>
                <c:pt idx="5831">
                  <c:v>5.0963727892198145</c:v>
                </c:pt>
                <c:pt idx="5832">
                  <c:v>5.0950243090115608</c:v>
                </c:pt>
                <c:pt idx="5833">
                  <c:v>5.0971499119516119</c:v>
                </c:pt>
                <c:pt idx="5834">
                  <c:v>5.0969173493606919</c:v>
                </c:pt>
                <c:pt idx="5835">
                  <c:v>5.0920890437179391</c:v>
                </c:pt>
                <c:pt idx="5836">
                  <c:v>5.0876277658678513</c:v>
                </c:pt>
                <c:pt idx="5837">
                  <c:v>5.0909673838144096</c:v>
                </c:pt>
                <c:pt idx="5838">
                  <c:v>5.09587655998775</c:v>
                </c:pt>
                <c:pt idx="5839">
                  <c:v>5.0977016499502339</c:v>
                </c:pt>
                <c:pt idx="5840">
                  <c:v>5.0979495253043412</c:v>
                </c:pt>
                <c:pt idx="5841">
                  <c:v>5.0944993683485187</c:v>
                </c:pt>
                <c:pt idx="5842">
                  <c:v>5.0927675905367122</c:v>
                </c:pt>
                <c:pt idx="5843">
                  <c:v>5.0942294808973276</c:v>
                </c:pt>
                <c:pt idx="5844">
                  <c:v>5.0956272490620931</c:v>
                </c:pt>
                <c:pt idx="5845">
                  <c:v>5.0959914057116604</c:v>
                </c:pt>
                <c:pt idx="5846">
                  <c:v>5.0937246382359698</c:v>
                </c:pt>
                <c:pt idx="5847">
                  <c:v>5.0959555164229382</c:v>
                </c:pt>
                <c:pt idx="5848">
                  <c:v>5.0944251971518257</c:v>
                </c:pt>
                <c:pt idx="5849">
                  <c:v>5.0894136168746646</c:v>
                </c:pt>
                <c:pt idx="5850">
                  <c:v>5.0879498124186506</c:v>
                </c:pt>
                <c:pt idx="5851">
                  <c:v>5.0924354949850699</c:v>
                </c:pt>
                <c:pt idx="5852">
                  <c:v>5.098735739989281</c:v>
                </c:pt>
                <c:pt idx="5853">
                  <c:v>5.101562380369038</c:v>
                </c:pt>
                <c:pt idx="5854">
                  <c:v>5.0974887068371491</c:v>
                </c:pt>
                <c:pt idx="5855">
                  <c:v>5.0901098690758744</c:v>
                </c:pt>
                <c:pt idx="5856">
                  <c:v>5.0878665492688153</c:v>
                </c:pt>
                <c:pt idx="5857">
                  <c:v>5.0849193208789529</c:v>
                </c:pt>
                <c:pt idx="5858">
                  <c:v>5.0848695543985913</c:v>
                </c:pt>
                <c:pt idx="5859">
                  <c:v>5.0858878531506013</c:v>
                </c:pt>
                <c:pt idx="5860">
                  <c:v>5.0860773485950537</c:v>
                </c:pt>
                <c:pt idx="5861">
                  <c:v>5.0885790712809129</c:v>
                </c:pt>
                <c:pt idx="5862">
                  <c:v>5.0898811346757524</c:v>
                </c:pt>
                <c:pt idx="5863">
                  <c:v>5.0905056082995177</c:v>
                </c:pt>
                <c:pt idx="5864">
                  <c:v>5.0914636130464741</c:v>
                </c:pt>
                <c:pt idx="5865">
                  <c:v>5.0899328152515118</c:v>
                </c:pt>
                <c:pt idx="5866">
                  <c:v>5.0840201745655005</c:v>
                </c:pt>
                <c:pt idx="5867">
                  <c:v>5.0832315672613122</c:v>
                </c:pt>
                <c:pt idx="5868">
                  <c:v>5.0886202243319811</c:v>
                </c:pt>
                <c:pt idx="5869">
                  <c:v>5.0912406209325471</c:v>
                </c:pt>
                <c:pt idx="5870">
                  <c:v>5.0930058954138273</c:v>
                </c:pt>
                <c:pt idx="5871">
                  <c:v>5.0953166870836846</c:v>
                </c:pt>
                <c:pt idx="5872">
                  <c:v>5.0948266786616641</c:v>
                </c:pt>
                <c:pt idx="5873">
                  <c:v>5.0943261427149533</c:v>
                </c:pt>
                <c:pt idx="5874">
                  <c:v>5.0945098958732107</c:v>
                </c:pt>
                <c:pt idx="5875">
                  <c:v>5.0910989778730569</c:v>
                </c:pt>
                <c:pt idx="5876">
                  <c:v>5.0865975040196005</c:v>
                </c:pt>
                <c:pt idx="5877">
                  <c:v>5.0839584449888982</c:v>
                </c:pt>
                <c:pt idx="5878">
                  <c:v>5.0844168708368427</c:v>
                </c:pt>
                <c:pt idx="5879">
                  <c:v>5.0860414593063314</c:v>
                </c:pt>
                <c:pt idx="5880">
                  <c:v>5.0893772490620934</c:v>
                </c:pt>
                <c:pt idx="5881">
                  <c:v>5.0927762039660056</c:v>
                </c:pt>
                <c:pt idx="5882">
                  <c:v>5.0933982849705233</c:v>
                </c:pt>
                <c:pt idx="5883">
                  <c:v>5.089920373631422</c:v>
                </c:pt>
                <c:pt idx="5884">
                  <c:v>5.087480859046015</c:v>
                </c:pt>
                <c:pt idx="5885">
                  <c:v>5.0911712349743512</c:v>
                </c:pt>
                <c:pt idx="5886">
                  <c:v>5.0958454559375239</c:v>
                </c:pt>
                <c:pt idx="5887">
                  <c:v>5.0961694165837228</c:v>
                </c:pt>
                <c:pt idx="5888">
                  <c:v>5.0999487979480893</c:v>
                </c:pt>
                <c:pt idx="5889">
                  <c:v>5.097447075262231</c:v>
                </c:pt>
                <c:pt idx="5890">
                  <c:v>5.093951458540694</c:v>
                </c:pt>
                <c:pt idx="5891">
                  <c:v>5.0946524959803998</c:v>
                </c:pt>
                <c:pt idx="5892">
                  <c:v>5.0943089158563666</c:v>
                </c:pt>
                <c:pt idx="5893">
                  <c:v>5.0929255034070895</c:v>
                </c:pt>
                <c:pt idx="5894">
                  <c:v>5.0930685820381285</c:v>
                </c:pt>
                <c:pt idx="5895">
                  <c:v>5.0959306331827579</c:v>
                </c:pt>
                <c:pt idx="5896">
                  <c:v>5.0989840938672382</c:v>
                </c:pt>
                <c:pt idx="5897">
                  <c:v>5.097356155730802</c:v>
                </c:pt>
                <c:pt idx="5898">
                  <c:v>5.0931695505704004</c:v>
                </c:pt>
                <c:pt idx="5899">
                  <c:v>5.0926187696194782</c:v>
                </c:pt>
                <c:pt idx="5900">
                  <c:v>5.0953037669397441</c:v>
                </c:pt>
                <c:pt idx="5901">
                  <c:v>5.0978241520557388</c:v>
                </c:pt>
                <c:pt idx="5902">
                  <c:v>5.0976724599954064</c:v>
                </c:pt>
                <c:pt idx="5903">
                  <c:v>5.1015633374167368</c:v>
                </c:pt>
                <c:pt idx="5904">
                  <c:v>5.106521801546589</c:v>
                </c:pt>
                <c:pt idx="5905">
                  <c:v>5.1065883163616874</c:v>
                </c:pt>
                <c:pt idx="5906">
                  <c:v>5.106214110711278</c:v>
                </c:pt>
                <c:pt idx="5907">
                  <c:v>5.1037827310313144</c:v>
                </c:pt>
                <c:pt idx="5908">
                  <c:v>5.1017868080545137</c:v>
                </c:pt>
                <c:pt idx="5909">
                  <c:v>5.1055877229921141</c:v>
                </c:pt>
                <c:pt idx="5910">
                  <c:v>5.1087612931628517</c:v>
                </c:pt>
                <c:pt idx="5911">
                  <c:v>5.1124272643748565</c:v>
                </c:pt>
                <c:pt idx="5912">
                  <c:v>5.1140714723221805</c:v>
                </c:pt>
                <c:pt idx="5913">
                  <c:v>5.1117530242707296</c:v>
                </c:pt>
                <c:pt idx="5914">
                  <c:v>5.1090852538090497</c:v>
                </c:pt>
                <c:pt idx="5915">
                  <c:v>5.1057255378608071</c:v>
                </c:pt>
                <c:pt idx="5916">
                  <c:v>5.1041655501110172</c:v>
                </c:pt>
                <c:pt idx="5917">
                  <c:v>5.1067744621391933</c:v>
                </c:pt>
                <c:pt idx="5918">
                  <c:v>5.1115281180614041</c:v>
                </c:pt>
                <c:pt idx="5919">
                  <c:v>5.1162573692672844</c:v>
                </c:pt>
                <c:pt idx="5920">
                  <c:v>5.12016786616645</c:v>
                </c:pt>
                <c:pt idx="5921">
                  <c:v>5.1225915894648191</c:v>
                </c:pt>
                <c:pt idx="5922">
                  <c:v>5.1246918306408391</c:v>
                </c:pt>
                <c:pt idx="5923">
                  <c:v>5.1212148763494376</c:v>
                </c:pt>
                <c:pt idx="5924">
                  <c:v>5.1210493070974659</c:v>
                </c:pt>
                <c:pt idx="5925">
                  <c:v>5.1221810160018375</c:v>
                </c:pt>
                <c:pt idx="5926">
                  <c:v>5.1226753311385043</c:v>
                </c:pt>
                <c:pt idx="5927">
                  <c:v>5.120577004057882</c:v>
                </c:pt>
                <c:pt idx="5928">
                  <c:v>5.1204430173799862</c:v>
                </c:pt>
                <c:pt idx="5929">
                  <c:v>5.1214239912717252</c:v>
                </c:pt>
                <c:pt idx="5930">
                  <c:v>5.1196036865477375</c:v>
                </c:pt>
                <c:pt idx="5931">
                  <c:v>5.1187346872368122</c:v>
                </c:pt>
                <c:pt idx="5932">
                  <c:v>5.1205119248143331</c:v>
                </c:pt>
                <c:pt idx="5933">
                  <c:v>5.1202975461296987</c:v>
                </c:pt>
                <c:pt idx="5934">
                  <c:v>5.1199563586249139</c:v>
                </c:pt>
                <c:pt idx="5935">
                  <c:v>5.1216340632417117</c:v>
                </c:pt>
                <c:pt idx="5936">
                  <c:v>5.1227069137125794</c:v>
                </c:pt>
                <c:pt idx="5937">
                  <c:v>5.1234864290636244</c:v>
                </c:pt>
                <c:pt idx="5938">
                  <c:v>5.1250622081004513</c:v>
                </c:pt>
                <c:pt idx="5939">
                  <c:v>5.1269016537784244</c:v>
                </c:pt>
                <c:pt idx="5940">
                  <c:v>5.1258192328305645</c:v>
                </c:pt>
                <c:pt idx="5941">
                  <c:v>5.1235902687389938</c:v>
                </c:pt>
                <c:pt idx="5942">
                  <c:v>5.1234380981548124</c:v>
                </c:pt>
                <c:pt idx="5943">
                  <c:v>5.1266662200444069</c:v>
                </c:pt>
                <c:pt idx="5944">
                  <c:v>5.1263704923053366</c:v>
                </c:pt>
                <c:pt idx="5945">
                  <c:v>5.1216670813873364</c:v>
                </c:pt>
                <c:pt idx="5946">
                  <c:v>5.1198381632340553</c:v>
                </c:pt>
                <c:pt idx="5947">
                  <c:v>5.1254144016537788</c:v>
                </c:pt>
                <c:pt idx="5948">
                  <c:v>5.1347556657223796</c:v>
                </c:pt>
                <c:pt idx="5949">
                  <c:v>5.1382163502028941</c:v>
                </c:pt>
                <c:pt idx="5950">
                  <c:v>5.1382240065844877</c:v>
                </c:pt>
                <c:pt idx="5951">
                  <c:v>5.1402964933772299</c:v>
                </c:pt>
                <c:pt idx="5952">
                  <c:v>5.1443309279534493</c:v>
                </c:pt>
                <c:pt idx="5953">
                  <c:v>5.1448860156190186</c:v>
                </c:pt>
                <c:pt idx="5954">
                  <c:v>5.1421225403874127</c:v>
                </c:pt>
                <c:pt idx="5955">
                  <c:v>5.1420076946635023</c:v>
                </c:pt>
                <c:pt idx="5956">
                  <c:v>5.1425020098001681</c:v>
                </c:pt>
                <c:pt idx="5957">
                  <c:v>5.1405376693974425</c:v>
                </c:pt>
                <c:pt idx="5958">
                  <c:v>5.1394399356863945</c:v>
                </c:pt>
                <c:pt idx="5959">
                  <c:v>5.1411032845877038</c:v>
                </c:pt>
                <c:pt idx="5960">
                  <c:v>5.1471456052369646</c:v>
                </c:pt>
                <c:pt idx="5961">
                  <c:v>5.1528563088584338</c:v>
                </c:pt>
                <c:pt idx="5962">
                  <c:v>5.1566768432738685</c:v>
                </c:pt>
                <c:pt idx="5963">
                  <c:v>5.1541215259168514</c:v>
                </c:pt>
                <c:pt idx="5964">
                  <c:v>5.1496808245922976</c:v>
                </c:pt>
                <c:pt idx="5965">
                  <c:v>5.1471298139499275</c:v>
                </c:pt>
                <c:pt idx="5966">
                  <c:v>5.1446175637393772</c:v>
                </c:pt>
                <c:pt idx="5967">
                  <c:v>5.1453884656611288</c:v>
                </c:pt>
                <c:pt idx="5968">
                  <c:v>5.1489367200061249</c:v>
                </c:pt>
                <c:pt idx="5969">
                  <c:v>5.1511824324324325</c:v>
                </c:pt>
                <c:pt idx="5970">
                  <c:v>5.15076037439706</c:v>
                </c:pt>
                <c:pt idx="5971">
                  <c:v>5.1516159750401957</c:v>
                </c:pt>
                <c:pt idx="5972">
                  <c:v>5.153301336038588</c:v>
                </c:pt>
                <c:pt idx="5973">
                  <c:v>5.1529271303881785</c:v>
                </c:pt>
                <c:pt idx="5974">
                  <c:v>5.1503253962177471</c:v>
                </c:pt>
                <c:pt idx="5975">
                  <c:v>5.1510972551871985</c:v>
                </c:pt>
                <c:pt idx="5976">
                  <c:v>5.1596054092335963</c:v>
                </c:pt>
                <c:pt idx="5977">
                  <c:v>5.1654582344384048</c:v>
                </c:pt>
                <c:pt idx="5978">
                  <c:v>5.16569606079167</c:v>
                </c:pt>
                <c:pt idx="5979">
                  <c:v>5.1626823175867083</c:v>
                </c:pt>
                <c:pt idx="5980">
                  <c:v>5.1619377344766866</c:v>
                </c:pt>
                <c:pt idx="5981">
                  <c:v>5.1632689878263536</c:v>
                </c:pt>
                <c:pt idx="5982">
                  <c:v>5.167631689763418</c:v>
                </c:pt>
                <c:pt idx="5983">
                  <c:v>5.1726643250899622</c:v>
                </c:pt>
                <c:pt idx="5984">
                  <c:v>5.1769437638771914</c:v>
                </c:pt>
                <c:pt idx="5985">
                  <c:v>5.1813480973891739</c:v>
                </c:pt>
                <c:pt idx="5986">
                  <c:v>5.181326085292091</c:v>
                </c:pt>
                <c:pt idx="5987">
                  <c:v>5.181745272184366</c:v>
                </c:pt>
                <c:pt idx="5988">
                  <c:v>5.1816318620320034</c:v>
                </c:pt>
                <c:pt idx="5989">
                  <c:v>5.1801508307174027</c:v>
                </c:pt>
                <c:pt idx="5990">
                  <c:v>5.1800651749483198</c:v>
                </c:pt>
                <c:pt idx="5991">
                  <c:v>5.1779285659597276</c:v>
                </c:pt>
                <c:pt idx="5992">
                  <c:v>5.1808399050608678</c:v>
                </c:pt>
                <c:pt idx="5993">
                  <c:v>5.1809480514508843</c:v>
                </c:pt>
                <c:pt idx="5994">
                  <c:v>5.179013858050685</c:v>
                </c:pt>
                <c:pt idx="5995">
                  <c:v>5.1828353495138195</c:v>
                </c:pt>
                <c:pt idx="5996">
                  <c:v>5.1882594173493608</c:v>
                </c:pt>
                <c:pt idx="5997">
                  <c:v>5.1896026337952685</c:v>
                </c:pt>
                <c:pt idx="5998">
                  <c:v>5.1901754268432736</c:v>
                </c:pt>
                <c:pt idx="5999">
                  <c:v>5.1920392772375772</c:v>
                </c:pt>
                <c:pt idx="6000">
                  <c:v>5.1937878033841205</c:v>
                </c:pt>
                <c:pt idx="6001">
                  <c:v>5.1937289449506165</c:v>
                </c:pt>
                <c:pt idx="6002">
                  <c:v>5.1939538511599421</c:v>
                </c:pt>
                <c:pt idx="6003">
                  <c:v>5.1941849781793126</c:v>
                </c:pt>
                <c:pt idx="6004">
                  <c:v>5.1977054781410308</c:v>
                </c:pt>
                <c:pt idx="6005">
                  <c:v>5.2008321529745043</c:v>
                </c:pt>
                <c:pt idx="6006">
                  <c:v>5.2015508957966468</c:v>
                </c:pt>
                <c:pt idx="6007">
                  <c:v>5.2009522624607607</c:v>
                </c:pt>
                <c:pt idx="6008">
                  <c:v>5.1993836612816784</c:v>
                </c:pt>
                <c:pt idx="6009">
                  <c:v>5.2006125105275247</c:v>
                </c:pt>
                <c:pt idx="6010">
                  <c:v>5.2029376579128703</c:v>
                </c:pt>
                <c:pt idx="6011">
                  <c:v>5.2032491769389786</c:v>
                </c:pt>
                <c:pt idx="6012">
                  <c:v>5.2045880866702401</c:v>
                </c:pt>
                <c:pt idx="6013">
                  <c:v>5.207129526835617</c:v>
                </c:pt>
                <c:pt idx="6014">
                  <c:v>5.2119702740984613</c:v>
                </c:pt>
                <c:pt idx="6015">
                  <c:v>5.2167349360692139</c:v>
                </c:pt>
                <c:pt idx="6016">
                  <c:v>5.2151055623612281</c:v>
                </c:pt>
                <c:pt idx="6017">
                  <c:v>5.2147040808513898</c:v>
                </c:pt>
                <c:pt idx="6018">
                  <c:v>5.2124004670392772</c:v>
                </c:pt>
                <c:pt idx="6019">
                  <c:v>5.2104375622081003</c:v>
                </c:pt>
                <c:pt idx="6020">
                  <c:v>5.2129723030395834</c:v>
                </c:pt>
                <c:pt idx="6021">
                  <c:v>5.2151041267896794</c:v>
                </c:pt>
                <c:pt idx="6022">
                  <c:v>5.2138001492994412</c:v>
                </c:pt>
                <c:pt idx="6023">
                  <c:v>5.2131507924354947</c:v>
                </c:pt>
                <c:pt idx="6024">
                  <c:v>5.2143092986754462</c:v>
                </c:pt>
                <c:pt idx="6025">
                  <c:v>5.2143935188729804</c:v>
                </c:pt>
                <c:pt idx="6026">
                  <c:v>5.2162970867468035</c:v>
                </c:pt>
                <c:pt idx="6027">
                  <c:v>5.2198357706148073</c:v>
                </c:pt>
                <c:pt idx="6028">
                  <c:v>5.2241463134522625</c:v>
                </c:pt>
                <c:pt idx="6029">
                  <c:v>5.2213239797871527</c:v>
                </c:pt>
                <c:pt idx="6030">
                  <c:v>5.2183757943495905</c:v>
                </c:pt>
                <c:pt idx="6031">
                  <c:v>5.2181580659980096</c:v>
                </c:pt>
                <c:pt idx="6032">
                  <c:v>5.2167827884541769</c:v>
                </c:pt>
                <c:pt idx="6033">
                  <c:v>5.2153386034759972</c:v>
                </c:pt>
                <c:pt idx="6034">
                  <c:v>5.2180374779879033</c:v>
                </c:pt>
                <c:pt idx="6035">
                  <c:v>5.2217910190643906</c:v>
                </c:pt>
                <c:pt idx="6036">
                  <c:v>5.2228930594900849</c:v>
                </c:pt>
                <c:pt idx="6037">
                  <c:v>5.2243573424699488</c:v>
                </c:pt>
                <c:pt idx="6038">
                  <c:v>5.226355658065998</c:v>
                </c:pt>
                <c:pt idx="6039">
                  <c:v>5.2301259474772221</c:v>
                </c:pt>
                <c:pt idx="6040">
                  <c:v>5.2323486907587471</c:v>
                </c:pt>
                <c:pt idx="6041">
                  <c:v>5.2344101715029474</c:v>
                </c:pt>
                <c:pt idx="6042">
                  <c:v>5.2352963976724602</c:v>
                </c:pt>
                <c:pt idx="6043">
                  <c:v>5.2366266939744275</c:v>
                </c:pt>
                <c:pt idx="6044">
                  <c:v>5.2410745731567259</c:v>
                </c:pt>
                <c:pt idx="6045">
                  <c:v>5.241041555011102</c:v>
                </c:pt>
                <c:pt idx="6046">
                  <c:v>5.2410319845341089</c:v>
                </c:pt>
                <c:pt idx="6047">
                  <c:v>5.2430192940816172</c:v>
                </c:pt>
                <c:pt idx="6048">
                  <c:v>5.2439768203047237</c:v>
                </c:pt>
                <c:pt idx="6049">
                  <c:v>5.2441481318428913</c:v>
                </c:pt>
                <c:pt idx="6050">
                  <c:v>5.2457827693132222</c:v>
                </c:pt>
                <c:pt idx="6051">
                  <c:v>5.2460765829568947</c:v>
                </c:pt>
                <c:pt idx="6052">
                  <c:v>5.2514068601179087</c:v>
                </c:pt>
                <c:pt idx="6053">
                  <c:v>5.2580310657683178</c:v>
                </c:pt>
                <c:pt idx="6054">
                  <c:v>5.2643667215374013</c:v>
                </c:pt>
                <c:pt idx="6055">
                  <c:v>5.2720317165607531</c:v>
                </c:pt>
                <c:pt idx="6056">
                  <c:v>5.274800934078554</c:v>
                </c:pt>
                <c:pt idx="6057">
                  <c:v>5.2707267820228161</c:v>
                </c:pt>
                <c:pt idx="6058">
                  <c:v>5.26577358165531</c:v>
                </c:pt>
                <c:pt idx="6059">
                  <c:v>5.2648318467192405</c:v>
                </c:pt>
                <c:pt idx="6060">
                  <c:v>5.2672842814485872</c:v>
                </c:pt>
                <c:pt idx="6061">
                  <c:v>5.2709004861802313</c:v>
                </c:pt>
                <c:pt idx="6062">
                  <c:v>5.271973815174948</c:v>
                </c:pt>
                <c:pt idx="6063">
                  <c:v>5.2728126674833478</c:v>
                </c:pt>
                <c:pt idx="6064">
                  <c:v>5.2740635288262769</c:v>
                </c:pt>
                <c:pt idx="6065">
                  <c:v>5.2761140035219354</c:v>
                </c:pt>
                <c:pt idx="6066">
                  <c:v>5.2770830143174337</c:v>
                </c:pt>
                <c:pt idx="6067">
                  <c:v>5.2822649490850626</c:v>
                </c:pt>
                <c:pt idx="6068">
                  <c:v>5.2872669588852306</c:v>
                </c:pt>
                <c:pt idx="6069">
                  <c:v>5.2884436490314677</c:v>
                </c:pt>
                <c:pt idx="6070">
                  <c:v>5.2863185246152664</c:v>
                </c:pt>
                <c:pt idx="6071">
                  <c:v>5.2872124071663729</c:v>
                </c:pt>
                <c:pt idx="6072">
                  <c:v>5.2855074266901463</c:v>
                </c:pt>
                <c:pt idx="6073">
                  <c:v>5.2798263915473544</c:v>
                </c:pt>
                <c:pt idx="6074">
                  <c:v>5.2779620626292019</c:v>
                </c:pt>
                <c:pt idx="6075">
                  <c:v>5.2813126866243012</c:v>
                </c:pt>
                <c:pt idx="6076">
                  <c:v>5.2850786693208791</c:v>
                </c:pt>
                <c:pt idx="6077">
                  <c:v>5.2871607265906135</c:v>
                </c:pt>
                <c:pt idx="6078">
                  <c:v>5.2887546895337261</c:v>
                </c:pt>
                <c:pt idx="6079">
                  <c:v>5.2957741558839295</c:v>
                </c:pt>
                <c:pt idx="6080">
                  <c:v>5.3019251014470559</c:v>
                </c:pt>
                <c:pt idx="6081">
                  <c:v>5.3026127402189722</c:v>
                </c:pt>
                <c:pt idx="6082">
                  <c:v>5.2988319232830561</c:v>
                </c:pt>
                <c:pt idx="6083">
                  <c:v>5.2957301316897638</c:v>
                </c:pt>
                <c:pt idx="6084">
                  <c:v>5.2981619898935763</c:v>
                </c:pt>
                <c:pt idx="6085">
                  <c:v>5.3038401538932698</c:v>
                </c:pt>
                <c:pt idx="6086">
                  <c:v>5.3066854567031623</c:v>
                </c:pt>
                <c:pt idx="6087">
                  <c:v>5.3025443113084751</c:v>
                </c:pt>
                <c:pt idx="6088">
                  <c:v>5.2997645662659831</c:v>
                </c:pt>
                <c:pt idx="6089">
                  <c:v>5.3016580851389632</c:v>
                </c:pt>
                <c:pt idx="6090">
                  <c:v>5.3015413253196542</c:v>
                </c:pt>
                <c:pt idx="6091">
                  <c:v>5.2965694625220117</c:v>
                </c:pt>
                <c:pt idx="6092">
                  <c:v>5.2963971939361461</c:v>
                </c:pt>
                <c:pt idx="6093">
                  <c:v>5.3022495406171046</c:v>
                </c:pt>
                <c:pt idx="6094">
                  <c:v>5.3088206301202048</c:v>
                </c:pt>
                <c:pt idx="6095">
                  <c:v>5.3131000689074339</c:v>
                </c:pt>
                <c:pt idx="6096">
                  <c:v>5.3125397174795195</c:v>
                </c:pt>
                <c:pt idx="6097">
                  <c:v>5.3105241750248835</c:v>
                </c:pt>
                <c:pt idx="6098">
                  <c:v>5.3128253962177476</c:v>
                </c:pt>
                <c:pt idx="6099">
                  <c:v>5.316626311155348</c:v>
                </c:pt>
                <c:pt idx="6100">
                  <c:v>5.3175666105198687</c:v>
                </c:pt>
                <c:pt idx="6101">
                  <c:v>5.3196544100757981</c:v>
                </c:pt>
                <c:pt idx="6102">
                  <c:v>5.3232596087589004</c:v>
                </c:pt>
                <c:pt idx="6103">
                  <c:v>5.3215895605236962</c:v>
                </c:pt>
                <c:pt idx="6104">
                  <c:v>5.3222283898629508</c:v>
                </c:pt>
                <c:pt idx="6105">
                  <c:v>5.3272538473317512</c:v>
                </c:pt>
                <c:pt idx="6106">
                  <c:v>5.3291143480591074</c:v>
                </c:pt>
                <c:pt idx="6107">
                  <c:v>5.3287018605007272</c:v>
                </c:pt>
                <c:pt idx="6108">
                  <c:v>5.3322907893729425</c:v>
                </c:pt>
                <c:pt idx="6109">
                  <c:v>5.3335995521016768</c:v>
                </c:pt>
                <c:pt idx="6110">
                  <c:v>5.330559490084986</c:v>
                </c:pt>
                <c:pt idx="6111">
                  <c:v>5.3302599341551185</c:v>
                </c:pt>
                <c:pt idx="6112">
                  <c:v>5.3358132034300585</c:v>
                </c:pt>
                <c:pt idx="6113">
                  <c:v>5.3411315174948317</c:v>
                </c:pt>
                <c:pt idx="6114">
                  <c:v>5.34194644361075</c:v>
                </c:pt>
                <c:pt idx="6115">
                  <c:v>5.3412032960722762</c:v>
                </c:pt>
                <c:pt idx="6116">
                  <c:v>5.3413181417961875</c:v>
                </c:pt>
                <c:pt idx="6117">
                  <c:v>5.3419497932776974</c:v>
                </c:pt>
                <c:pt idx="6118">
                  <c:v>5.3436150562744045</c:v>
                </c:pt>
                <c:pt idx="6119">
                  <c:v>5.3453147729882859</c:v>
                </c:pt>
                <c:pt idx="6120">
                  <c:v>5.3486668325549349</c:v>
                </c:pt>
                <c:pt idx="6121">
                  <c:v>5.3533970408085141</c:v>
                </c:pt>
                <c:pt idx="6122">
                  <c:v>5.3558150218206872</c:v>
                </c:pt>
                <c:pt idx="6123">
                  <c:v>5.3572860041344459</c:v>
                </c:pt>
                <c:pt idx="6124">
                  <c:v>5.3594752507464971</c:v>
                </c:pt>
                <c:pt idx="6125">
                  <c:v>5.3612223413214917</c:v>
                </c:pt>
                <c:pt idx="6126">
                  <c:v>5.3575850815404635</c:v>
                </c:pt>
                <c:pt idx="6127">
                  <c:v>5.3560959153204193</c:v>
                </c:pt>
                <c:pt idx="6128">
                  <c:v>5.3584780070438711</c:v>
                </c:pt>
                <c:pt idx="6129">
                  <c:v>5.3574606653395609</c:v>
                </c:pt>
                <c:pt idx="6130">
                  <c:v>5.3589546167981013</c:v>
                </c:pt>
                <c:pt idx="6131">
                  <c:v>5.3612802427072968</c:v>
                </c:pt>
                <c:pt idx="6132">
                  <c:v>5.3608849820075033</c:v>
                </c:pt>
                <c:pt idx="6133">
                  <c:v>5.3605997817931241</c:v>
                </c:pt>
                <c:pt idx="6134">
                  <c:v>5.3587794770691373</c:v>
                </c:pt>
                <c:pt idx="6135">
                  <c:v>5.3575702473011253</c:v>
                </c:pt>
                <c:pt idx="6136">
                  <c:v>5.3576444184978183</c:v>
                </c:pt>
                <c:pt idx="6137">
                  <c:v>5.3553422402572544</c:v>
                </c:pt>
                <c:pt idx="6138">
                  <c:v>5.3583760814639003</c:v>
                </c:pt>
                <c:pt idx="6139">
                  <c:v>5.360764872521246</c:v>
                </c:pt>
                <c:pt idx="6140">
                  <c:v>5.3608591417196232</c:v>
                </c:pt>
                <c:pt idx="6141">
                  <c:v>5.3624062093254725</c:v>
                </c:pt>
                <c:pt idx="6142">
                  <c:v>5.3664296378531509</c:v>
                </c:pt>
                <c:pt idx="6143">
                  <c:v>5.3687763188117295</c:v>
                </c:pt>
                <c:pt idx="6144">
                  <c:v>5.3693687313375698</c:v>
                </c:pt>
                <c:pt idx="6145">
                  <c:v>5.3738797756680192</c:v>
                </c:pt>
                <c:pt idx="6146">
                  <c:v>5.373520404256948</c:v>
                </c:pt>
                <c:pt idx="6147">
                  <c:v>5.3694012709593446</c:v>
                </c:pt>
                <c:pt idx="6148">
                  <c:v>5.3671689572008265</c:v>
                </c:pt>
                <c:pt idx="6149">
                  <c:v>5.3682422861955441</c:v>
                </c:pt>
                <c:pt idx="6150">
                  <c:v>5.3707406592144551</c:v>
                </c:pt>
                <c:pt idx="6151">
                  <c:v>5.3745305681035145</c:v>
                </c:pt>
                <c:pt idx="6152">
                  <c:v>5.3820218589694511</c:v>
                </c:pt>
                <c:pt idx="6153">
                  <c:v>5.3901644207947328</c:v>
                </c:pt>
                <c:pt idx="6154">
                  <c:v>5.3945534415435263</c:v>
                </c:pt>
                <c:pt idx="6155">
                  <c:v>5.3933183714876352</c:v>
                </c:pt>
                <c:pt idx="6156">
                  <c:v>5.3941323405558537</c:v>
                </c:pt>
                <c:pt idx="6157">
                  <c:v>5.394534300589541</c:v>
                </c:pt>
                <c:pt idx="6158">
                  <c:v>5.3953085521782409</c:v>
                </c:pt>
                <c:pt idx="6159">
                  <c:v>5.4003210895031009</c:v>
                </c:pt>
                <c:pt idx="6160">
                  <c:v>5.4004230150830717</c:v>
                </c:pt>
                <c:pt idx="6161">
                  <c:v>5.4012111438634101</c:v>
                </c:pt>
                <c:pt idx="6162">
                  <c:v>5.4009225939820844</c:v>
                </c:pt>
                <c:pt idx="6163">
                  <c:v>5.3969532386494139</c:v>
                </c:pt>
                <c:pt idx="6164">
                  <c:v>5.3942055547048469</c:v>
                </c:pt>
                <c:pt idx="6165">
                  <c:v>5.3926771495291321</c:v>
                </c:pt>
                <c:pt idx="6166">
                  <c:v>5.3939639001607844</c:v>
                </c:pt>
                <c:pt idx="6167">
                  <c:v>5.3981878301814561</c:v>
                </c:pt>
                <c:pt idx="6168">
                  <c:v>5.4034219240486943</c:v>
                </c:pt>
                <c:pt idx="6169">
                  <c:v>5.4048809432662122</c:v>
                </c:pt>
                <c:pt idx="6170">
                  <c:v>5.4019686471173722</c:v>
                </c:pt>
                <c:pt idx="6171">
                  <c:v>5.4019035678738225</c:v>
                </c:pt>
                <c:pt idx="6172">
                  <c:v>5.4008622999770308</c:v>
                </c:pt>
                <c:pt idx="6173">
                  <c:v>5.4010752430901157</c:v>
                </c:pt>
                <c:pt idx="6174">
                  <c:v>5.4013365171120125</c:v>
                </c:pt>
                <c:pt idx="6175">
                  <c:v>5.4029845532501337</c:v>
                </c:pt>
                <c:pt idx="6176">
                  <c:v>5.4084803996631194</c:v>
                </c:pt>
                <c:pt idx="6177">
                  <c:v>5.4105016844039504</c:v>
                </c:pt>
                <c:pt idx="6178">
                  <c:v>5.4153979404333512</c:v>
                </c:pt>
                <c:pt idx="6179">
                  <c:v>5.4175972360462445</c:v>
                </c:pt>
                <c:pt idx="6180">
                  <c:v>5.4175005742286197</c:v>
                </c:pt>
                <c:pt idx="6181">
                  <c:v>5.4194476877727586</c:v>
                </c:pt>
                <c:pt idx="6182">
                  <c:v>5.417992975269887</c:v>
                </c:pt>
                <c:pt idx="6183">
                  <c:v>5.4187844537171728</c:v>
                </c:pt>
                <c:pt idx="6184">
                  <c:v>5.4175776165684093</c:v>
                </c:pt>
                <c:pt idx="6185">
                  <c:v>5.417054111476916</c:v>
                </c:pt>
                <c:pt idx="6186">
                  <c:v>5.4200444070132452</c:v>
                </c:pt>
                <c:pt idx="6187">
                  <c:v>5.4243458578975572</c:v>
                </c:pt>
                <c:pt idx="6188">
                  <c:v>5.4265011293162848</c:v>
                </c:pt>
                <c:pt idx="6189">
                  <c:v>5.4241142523543378</c:v>
                </c:pt>
                <c:pt idx="6190">
                  <c:v>5.4237486601332208</c:v>
                </c:pt>
                <c:pt idx="6191">
                  <c:v>5.4248904180384354</c:v>
                </c:pt>
                <c:pt idx="6192">
                  <c:v>5.4256900313911647</c:v>
                </c:pt>
                <c:pt idx="6193">
                  <c:v>5.4257383622999766</c:v>
                </c:pt>
                <c:pt idx="6194">
                  <c:v>5.4248990314677279</c:v>
                </c:pt>
                <c:pt idx="6195">
                  <c:v>5.423959210627058</c:v>
                </c:pt>
                <c:pt idx="6196">
                  <c:v>5.4265906132761659</c:v>
                </c:pt>
                <c:pt idx="6197">
                  <c:v>5.4327817548426616</c:v>
                </c:pt>
                <c:pt idx="6198">
                  <c:v>5.4348671617793434</c:v>
                </c:pt>
                <c:pt idx="6199">
                  <c:v>5.4336091225786696</c:v>
                </c:pt>
                <c:pt idx="6200">
                  <c:v>5.4321132570247297</c:v>
                </c:pt>
                <c:pt idx="6201">
                  <c:v>5.4346881938595821</c:v>
                </c:pt>
                <c:pt idx="6202">
                  <c:v>5.437982830564275</c:v>
                </c:pt>
                <c:pt idx="6203">
                  <c:v>5.4471116300436417</c:v>
                </c:pt>
                <c:pt idx="6204">
                  <c:v>5.4516317663272336</c:v>
                </c:pt>
                <c:pt idx="6205">
                  <c:v>5.4487745004211012</c:v>
                </c:pt>
                <c:pt idx="6206">
                  <c:v>5.4461818582038131</c:v>
                </c:pt>
                <c:pt idx="6207">
                  <c:v>5.4475619209861419</c:v>
                </c:pt>
                <c:pt idx="6208">
                  <c:v>5.4488907817165604</c:v>
                </c:pt>
                <c:pt idx="6209">
                  <c:v>5.448399337722992</c:v>
                </c:pt>
                <c:pt idx="6210">
                  <c:v>5.4481442845111401</c:v>
                </c:pt>
                <c:pt idx="6211">
                  <c:v>5.4479715374014237</c:v>
                </c:pt>
                <c:pt idx="6212">
                  <c:v>5.4524710971594823</c:v>
                </c:pt>
                <c:pt idx="6213">
                  <c:v>5.4515422823673534</c:v>
                </c:pt>
                <c:pt idx="6214">
                  <c:v>5.4460052829032994</c:v>
                </c:pt>
                <c:pt idx="6215">
                  <c:v>5.4430283860347597</c:v>
                </c:pt>
                <c:pt idx="6216">
                  <c:v>5.4427623267743668</c:v>
                </c:pt>
                <c:pt idx="6217">
                  <c:v>5.4454358395222417</c:v>
                </c:pt>
                <c:pt idx="6218">
                  <c:v>5.4475384733175103</c:v>
                </c:pt>
                <c:pt idx="6219">
                  <c:v>5.4520600451726517</c:v>
                </c:pt>
                <c:pt idx="6220">
                  <c:v>5.4561681724217133</c:v>
                </c:pt>
                <c:pt idx="6221">
                  <c:v>5.4598188308705309</c:v>
                </c:pt>
                <c:pt idx="6222">
                  <c:v>5.4618865324247761</c:v>
                </c:pt>
                <c:pt idx="6223">
                  <c:v>5.4605691562667484</c:v>
                </c:pt>
                <c:pt idx="6224">
                  <c:v>5.4593919875966614</c:v>
                </c:pt>
                <c:pt idx="6225">
                  <c:v>5.4605533649797104</c:v>
                </c:pt>
                <c:pt idx="6226">
                  <c:v>5.4650620166909114</c:v>
                </c:pt>
                <c:pt idx="6227">
                  <c:v>5.472526510221269</c:v>
                </c:pt>
                <c:pt idx="6228">
                  <c:v>5.4786578363065619</c:v>
                </c:pt>
                <c:pt idx="6229">
                  <c:v>5.4811748717556084</c:v>
                </c:pt>
                <c:pt idx="6230">
                  <c:v>5.4808303345838754</c:v>
                </c:pt>
                <c:pt idx="6231">
                  <c:v>5.4795526759053672</c:v>
                </c:pt>
                <c:pt idx="6232">
                  <c:v>5.4764102097848557</c:v>
                </c:pt>
                <c:pt idx="6233">
                  <c:v>5.4744520901921749</c:v>
                </c:pt>
                <c:pt idx="6234">
                  <c:v>5.4799737768930399</c:v>
                </c:pt>
                <c:pt idx="6235">
                  <c:v>5.4820505704004283</c:v>
                </c:pt>
                <c:pt idx="6236">
                  <c:v>5.4804762269351501</c:v>
                </c:pt>
                <c:pt idx="6237">
                  <c:v>5.4788205344154353</c:v>
                </c:pt>
                <c:pt idx="6238">
                  <c:v>5.4768997396830255</c:v>
                </c:pt>
                <c:pt idx="6239">
                  <c:v>5.4767533113850391</c:v>
                </c:pt>
                <c:pt idx="6240">
                  <c:v>5.4818974427685472</c:v>
                </c:pt>
                <c:pt idx="6241">
                  <c:v>5.4842469948702242</c:v>
                </c:pt>
                <c:pt idx="6242">
                  <c:v>5.4846202434729348</c:v>
                </c:pt>
                <c:pt idx="6243">
                  <c:v>5.4851083377995558</c:v>
                </c:pt>
                <c:pt idx="6244">
                  <c:v>5.4872569098843886</c:v>
                </c:pt>
                <c:pt idx="6245">
                  <c:v>5.4913913559451801</c:v>
                </c:pt>
                <c:pt idx="6246">
                  <c:v>5.496033037286578</c:v>
                </c:pt>
                <c:pt idx="6247">
                  <c:v>5.5001052752469182</c:v>
                </c:pt>
                <c:pt idx="6248">
                  <c:v>5.5045172651404943</c:v>
                </c:pt>
                <c:pt idx="6249">
                  <c:v>5.5036559222111627</c:v>
                </c:pt>
                <c:pt idx="6250">
                  <c:v>5.501516920603323</c:v>
                </c:pt>
                <c:pt idx="6251">
                  <c:v>5.4990573080162317</c:v>
                </c:pt>
                <c:pt idx="6252">
                  <c:v>5.4969613735548579</c:v>
                </c:pt>
                <c:pt idx="6253">
                  <c:v>5.5006077252890284</c:v>
                </c:pt>
                <c:pt idx="6254">
                  <c:v>5.5015025648878337</c:v>
                </c:pt>
                <c:pt idx="6255">
                  <c:v>5.5025313911645357</c:v>
                </c:pt>
                <c:pt idx="6256">
                  <c:v>5.5088861878876045</c:v>
                </c:pt>
                <c:pt idx="6257">
                  <c:v>5.5088431207411377</c:v>
                </c:pt>
                <c:pt idx="6258">
                  <c:v>5.505187198529975</c:v>
                </c:pt>
                <c:pt idx="6259">
                  <c:v>5.5061825281372023</c:v>
                </c:pt>
                <c:pt idx="6260">
                  <c:v>5.5092546512518181</c:v>
                </c:pt>
                <c:pt idx="6261">
                  <c:v>5.514585406936682</c:v>
                </c:pt>
                <c:pt idx="6262">
                  <c:v>5.5199065921445527</c:v>
                </c:pt>
                <c:pt idx="6263">
                  <c:v>5.5223087818696879</c:v>
                </c:pt>
                <c:pt idx="6264">
                  <c:v>5.5238161319960186</c:v>
                </c:pt>
                <c:pt idx="6265">
                  <c:v>5.526428872214991</c:v>
                </c:pt>
                <c:pt idx="6266">
                  <c:v>5.5251607840134751</c:v>
                </c:pt>
                <c:pt idx="6267">
                  <c:v>5.5203037669397439</c:v>
                </c:pt>
                <c:pt idx="6268">
                  <c:v>5.5186385039430368</c:v>
                </c:pt>
                <c:pt idx="6269">
                  <c:v>5.5224331980705914</c:v>
                </c:pt>
                <c:pt idx="6270">
                  <c:v>5.5263044560140875</c:v>
                </c:pt>
                <c:pt idx="6271">
                  <c:v>5.5310274864099229</c:v>
                </c:pt>
                <c:pt idx="6272">
                  <c:v>5.5313193859581959</c:v>
                </c:pt>
                <c:pt idx="6273">
                  <c:v>5.5307547278156344</c:v>
                </c:pt>
                <c:pt idx="6274">
                  <c:v>5.5294387872291555</c:v>
                </c:pt>
                <c:pt idx="6275">
                  <c:v>5.5295009953296068</c:v>
                </c:pt>
                <c:pt idx="6276">
                  <c:v>5.5326736084526456</c:v>
                </c:pt>
                <c:pt idx="6277">
                  <c:v>5.536903759283363</c:v>
                </c:pt>
                <c:pt idx="6278">
                  <c:v>5.5410238496286652</c:v>
                </c:pt>
                <c:pt idx="6279">
                  <c:v>5.5458521552714188</c:v>
                </c:pt>
                <c:pt idx="6280">
                  <c:v>5.5449046780491535</c:v>
                </c:pt>
                <c:pt idx="6281">
                  <c:v>5.5445744965929098</c:v>
                </c:pt>
                <c:pt idx="6282">
                  <c:v>5.5456224638235971</c:v>
                </c:pt>
                <c:pt idx="6283">
                  <c:v>5.5461153433887143</c:v>
                </c:pt>
                <c:pt idx="6284">
                  <c:v>5.5419139039889744</c:v>
                </c:pt>
                <c:pt idx="6285">
                  <c:v>5.5423206492611587</c:v>
                </c:pt>
                <c:pt idx="6286">
                  <c:v>5.544928604241635</c:v>
                </c:pt>
                <c:pt idx="6287">
                  <c:v>5.5442873822831329</c:v>
                </c:pt>
                <c:pt idx="6288">
                  <c:v>5.5436844422326006</c:v>
                </c:pt>
                <c:pt idx="6289">
                  <c:v>5.5440098384503482</c:v>
                </c:pt>
                <c:pt idx="6290">
                  <c:v>5.547278156343312</c:v>
                </c:pt>
                <c:pt idx="6291">
                  <c:v>5.5496133527294997</c:v>
                </c:pt>
                <c:pt idx="6292">
                  <c:v>5.550752239491616</c:v>
                </c:pt>
                <c:pt idx="6293">
                  <c:v>5.5501684403950691</c:v>
                </c:pt>
                <c:pt idx="6294">
                  <c:v>5.5474504249291785</c:v>
                </c:pt>
                <c:pt idx="6295">
                  <c:v>5.549287956511753</c:v>
                </c:pt>
                <c:pt idx="6296">
                  <c:v>5.5492544598422784</c:v>
                </c:pt>
                <c:pt idx="6297">
                  <c:v>5.5421770921062707</c:v>
                </c:pt>
                <c:pt idx="6298">
                  <c:v>5.540329990046704</c:v>
                </c:pt>
                <c:pt idx="6299">
                  <c:v>5.543411683638312</c:v>
                </c:pt>
                <c:pt idx="6300">
                  <c:v>5.5479098078248219</c:v>
                </c:pt>
                <c:pt idx="6301">
                  <c:v>5.5522069519944877</c:v>
                </c:pt>
                <c:pt idx="6302">
                  <c:v>5.5557719546742206</c:v>
                </c:pt>
                <c:pt idx="6303">
                  <c:v>5.5592603935380138</c:v>
                </c:pt>
                <c:pt idx="6304">
                  <c:v>5.5624904295230078</c:v>
                </c:pt>
                <c:pt idx="6305">
                  <c:v>5.566419110328459</c:v>
                </c:pt>
                <c:pt idx="6306">
                  <c:v>5.5690462062629198</c:v>
                </c:pt>
                <c:pt idx="6307">
                  <c:v>5.5685581119362988</c:v>
                </c:pt>
                <c:pt idx="6308">
                  <c:v>5.5680221652247148</c:v>
                </c:pt>
                <c:pt idx="6309">
                  <c:v>5.5690557767399129</c:v>
                </c:pt>
                <c:pt idx="6310">
                  <c:v>5.5726351351351351</c:v>
                </c:pt>
                <c:pt idx="6311">
                  <c:v>5.5738936528596588</c:v>
                </c:pt>
                <c:pt idx="6312">
                  <c:v>5.5718264298292626</c:v>
                </c:pt>
                <c:pt idx="6313">
                  <c:v>5.5679503866472704</c:v>
                </c:pt>
                <c:pt idx="6314">
                  <c:v>5.566758862261695</c:v>
                </c:pt>
                <c:pt idx="6315">
                  <c:v>5.5712234897787303</c:v>
                </c:pt>
                <c:pt idx="6316">
                  <c:v>5.5728409003904753</c:v>
                </c:pt>
                <c:pt idx="6317">
                  <c:v>5.573951075721614</c:v>
                </c:pt>
                <c:pt idx="6318">
                  <c:v>5.5769274940663038</c:v>
                </c:pt>
                <c:pt idx="6319">
                  <c:v>5.5789325089962478</c:v>
                </c:pt>
                <c:pt idx="6320">
                  <c:v>5.5813825511063468</c:v>
                </c:pt>
                <c:pt idx="6321">
                  <c:v>5.5815213230227396</c:v>
                </c:pt>
                <c:pt idx="6322">
                  <c:v>5.5818754306714649</c:v>
                </c:pt>
                <c:pt idx="6323">
                  <c:v>5.5842536942041194</c:v>
                </c:pt>
                <c:pt idx="6324">
                  <c:v>5.5857801852844347</c:v>
                </c:pt>
                <c:pt idx="6325">
                  <c:v>5.5911348671617791</c:v>
                </c:pt>
                <c:pt idx="6326">
                  <c:v>5.5917521629278006</c:v>
                </c:pt>
                <c:pt idx="6327">
                  <c:v>5.5888762345915319</c:v>
                </c:pt>
                <c:pt idx="6328">
                  <c:v>5.5883689993109256</c:v>
                </c:pt>
                <c:pt idx="6329">
                  <c:v>5.5892542684327386</c:v>
                </c:pt>
                <c:pt idx="6330">
                  <c:v>5.5931685935227016</c:v>
                </c:pt>
                <c:pt idx="6331">
                  <c:v>5.5941543526529358</c:v>
                </c:pt>
                <c:pt idx="6332">
                  <c:v>5.590886034759972</c:v>
                </c:pt>
                <c:pt idx="6333">
                  <c:v>5.5876894954444527</c:v>
                </c:pt>
                <c:pt idx="6334">
                  <c:v>5.584134063241712</c:v>
                </c:pt>
                <c:pt idx="6335">
                  <c:v>5.5862539238955673</c:v>
                </c:pt>
                <c:pt idx="6336">
                  <c:v>5.5893547584411607</c:v>
                </c:pt>
                <c:pt idx="6337">
                  <c:v>5.5897758594288343</c:v>
                </c:pt>
                <c:pt idx="6338">
                  <c:v>5.5960158104279918</c:v>
                </c:pt>
                <c:pt idx="6339">
                  <c:v>5.5994324707143406</c:v>
                </c:pt>
                <c:pt idx="6340">
                  <c:v>5.5951448970216671</c:v>
                </c:pt>
                <c:pt idx="6341">
                  <c:v>5.5963316361687463</c:v>
                </c:pt>
                <c:pt idx="6342">
                  <c:v>5.6006144246229228</c:v>
                </c:pt>
                <c:pt idx="6343">
                  <c:v>5.5983127249062097</c:v>
                </c:pt>
                <c:pt idx="6344">
                  <c:v>5.5991549268815559</c:v>
                </c:pt>
                <c:pt idx="6345">
                  <c:v>5.5967479519179237</c:v>
                </c:pt>
                <c:pt idx="6346">
                  <c:v>5.592402955363295</c:v>
                </c:pt>
                <c:pt idx="6347">
                  <c:v>5.5941256412219582</c:v>
                </c:pt>
                <c:pt idx="6348">
                  <c:v>5.5985137049230538</c:v>
                </c:pt>
                <c:pt idx="6349">
                  <c:v>5.6017724523390244</c:v>
                </c:pt>
                <c:pt idx="6350">
                  <c:v>5.603614769160095</c:v>
                </c:pt>
                <c:pt idx="6351">
                  <c:v>5.6043373401730339</c:v>
                </c:pt>
                <c:pt idx="6352">
                  <c:v>5.6047919378301811</c:v>
                </c:pt>
                <c:pt idx="6353">
                  <c:v>5.6031936681724215</c:v>
                </c:pt>
                <c:pt idx="6354">
                  <c:v>5.6030405405405403</c:v>
                </c:pt>
                <c:pt idx="6355">
                  <c:v>5.6072994028022354</c:v>
                </c:pt>
                <c:pt idx="6356">
                  <c:v>5.6079310542837453</c:v>
                </c:pt>
                <c:pt idx="6357">
                  <c:v>5.6064476303498969</c:v>
                </c:pt>
                <c:pt idx="6358">
                  <c:v>5.6059547507847789</c:v>
                </c:pt>
                <c:pt idx="6359">
                  <c:v>5.6072611208942655</c:v>
                </c:pt>
                <c:pt idx="6360">
                  <c:v>5.6046770921062707</c:v>
                </c:pt>
                <c:pt idx="6361">
                  <c:v>5.6020978485567721</c:v>
                </c:pt>
                <c:pt idx="6362">
                  <c:v>5.6029687619630959</c:v>
                </c:pt>
                <c:pt idx="6363">
                  <c:v>5.6025620166909116</c:v>
                </c:pt>
                <c:pt idx="6364">
                  <c:v>5.6034185743817471</c:v>
                </c:pt>
                <c:pt idx="6365">
                  <c:v>5.6068208789526066</c:v>
                </c:pt>
                <c:pt idx="6366">
                  <c:v>5.6073568256641906</c:v>
                </c:pt>
                <c:pt idx="6367">
                  <c:v>5.604442615419952</c:v>
                </c:pt>
                <c:pt idx="6368">
                  <c:v>5.6031314600719702</c:v>
                </c:pt>
                <c:pt idx="6369">
                  <c:v>5.6087110481586402</c:v>
                </c:pt>
                <c:pt idx="6370">
                  <c:v>5.6156783554092335</c:v>
                </c:pt>
                <c:pt idx="6371">
                  <c:v>5.6135345685628968</c:v>
                </c:pt>
                <c:pt idx="6372">
                  <c:v>5.6094575453640605</c:v>
                </c:pt>
                <c:pt idx="6373">
                  <c:v>5.6092661358242095</c:v>
                </c:pt>
                <c:pt idx="6374">
                  <c:v>5.6103475997243706</c:v>
                </c:pt>
                <c:pt idx="6375">
                  <c:v>5.6099504249291785</c:v>
                </c:pt>
                <c:pt idx="6376">
                  <c:v>5.6079262690452492</c:v>
                </c:pt>
                <c:pt idx="6377">
                  <c:v>5.6086249138657074</c:v>
                </c:pt>
                <c:pt idx="6378">
                  <c:v>5.6086153433887143</c:v>
                </c:pt>
                <c:pt idx="6379">
                  <c:v>5.6060217441237272</c:v>
                </c:pt>
                <c:pt idx="6380">
                  <c:v>5.6047105887757445</c:v>
                </c:pt>
                <c:pt idx="6381">
                  <c:v>5.6052991731107875</c:v>
                </c:pt>
                <c:pt idx="6382">
                  <c:v>5.6105964321261768</c:v>
                </c:pt>
                <c:pt idx="6383">
                  <c:v>5.6141279381364368</c:v>
                </c:pt>
                <c:pt idx="6384">
                  <c:v>5.6149988515427607</c:v>
                </c:pt>
                <c:pt idx="6385">
                  <c:v>5.6165444835770613</c:v>
                </c:pt>
                <c:pt idx="6386">
                  <c:v>5.616386570706684</c:v>
                </c:pt>
                <c:pt idx="6387">
                  <c:v>5.6154008115764489</c:v>
                </c:pt>
                <c:pt idx="6388">
                  <c:v>5.6137307633412448</c:v>
                </c:pt>
                <c:pt idx="6389">
                  <c:v>5.6133048771150751</c:v>
                </c:pt>
                <c:pt idx="6390">
                  <c:v>5.6120989970140114</c:v>
                </c:pt>
                <c:pt idx="6391">
                  <c:v>5.6097877268203042</c:v>
                </c:pt>
                <c:pt idx="6392">
                  <c:v>5.6085674910037513</c:v>
                </c:pt>
                <c:pt idx="6393">
                  <c:v>5.6075338794885532</c:v>
                </c:pt>
                <c:pt idx="6394">
                  <c:v>5.6072659061327617</c:v>
                </c:pt>
                <c:pt idx="6395">
                  <c:v>5.605519294081617</c:v>
                </c:pt>
                <c:pt idx="6396">
                  <c:v>5.6029591914861037</c:v>
                </c:pt>
                <c:pt idx="6397">
                  <c:v>5.6039497358548349</c:v>
                </c:pt>
                <c:pt idx="6398">
                  <c:v>5.6016767475690985</c:v>
                </c:pt>
                <c:pt idx="6399">
                  <c:v>5.5992458464129848</c:v>
                </c:pt>
                <c:pt idx="6400">
                  <c:v>5.6012795727739073</c:v>
                </c:pt>
                <c:pt idx="6401">
                  <c:v>5.6036434805910726</c:v>
                </c:pt>
                <c:pt idx="6402">
                  <c:v>5.6030501110175326</c:v>
                </c:pt>
                <c:pt idx="6403">
                  <c:v>5.5987816782788453</c:v>
                </c:pt>
                <c:pt idx="6404">
                  <c:v>5.5947477222264759</c:v>
                </c:pt>
                <c:pt idx="6405">
                  <c:v>5.594900849858357</c:v>
                </c:pt>
                <c:pt idx="6406">
                  <c:v>5.6012795727739073</c:v>
                </c:pt>
                <c:pt idx="6407">
                  <c:v>5.6068878722915549</c:v>
                </c:pt>
                <c:pt idx="6408">
                  <c:v>5.6094096929790975</c:v>
                </c:pt>
                <c:pt idx="6409">
                  <c:v>5.6090029477069141</c:v>
                </c:pt>
                <c:pt idx="6410">
                  <c:v>5.6025189495444447</c:v>
                </c:pt>
                <c:pt idx="6411">
                  <c:v>5.6003464512671313</c:v>
                </c:pt>
                <c:pt idx="6412">
                  <c:v>5.604150715871679</c:v>
                </c:pt>
                <c:pt idx="6413">
                  <c:v>5.6031553862644516</c:v>
                </c:pt>
                <c:pt idx="6414">
                  <c:v>5.6020260699793276</c:v>
                </c:pt>
                <c:pt idx="6415">
                  <c:v>5.6023658219125636</c:v>
                </c:pt>
                <c:pt idx="6416">
                  <c:v>5.5975183753158255</c:v>
                </c:pt>
                <c:pt idx="6417">
                  <c:v>5.5932212311461607</c:v>
                </c:pt>
                <c:pt idx="6418">
                  <c:v>5.5926852844345758</c:v>
                </c:pt>
                <c:pt idx="6419">
                  <c:v>5.5906084909271883</c:v>
                </c:pt>
                <c:pt idx="6420">
                  <c:v>5.5867085215527137</c:v>
                </c:pt>
                <c:pt idx="6421">
                  <c:v>5.5835406936681728</c:v>
                </c:pt>
                <c:pt idx="6422">
                  <c:v>5.5845312380369041</c:v>
                </c:pt>
                <c:pt idx="6423">
                  <c:v>5.5847417885307404</c:v>
                </c:pt>
                <c:pt idx="6424">
                  <c:v>5.5833157874588473</c:v>
                </c:pt>
                <c:pt idx="6425">
                  <c:v>5.5824640150065079</c:v>
                </c:pt>
                <c:pt idx="6426">
                  <c:v>5.5823108873746268</c:v>
                </c:pt>
                <c:pt idx="6427">
                  <c:v>5.582956894571625</c:v>
                </c:pt>
                <c:pt idx="6428">
                  <c:v>5.5826506393078628</c:v>
                </c:pt>
                <c:pt idx="6429">
                  <c:v>5.584966694740066</c:v>
                </c:pt>
                <c:pt idx="6430">
                  <c:v>5.5910056657223794</c:v>
                </c:pt>
                <c:pt idx="6431">
                  <c:v>5.5954272260929487</c:v>
                </c:pt>
                <c:pt idx="6432">
                  <c:v>5.5959488170890435</c:v>
                </c:pt>
                <c:pt idx="6433">
                  <c:v>5.5931159558992416</c:v>
                </c:pt>
                <c:pt idx="6434">
                  <c:v>5.5915176862414819</c:v>
                </c:pt>
                <c:pt idx="6435">
                  <c:v>5.5892207717632649</c:v>
                </c:pt>
                <c:pt idx="6436">
                  <c:v>5.5895988056044708</c:v>
                </c:pt>
                <c:pt idx="6437">
                  <c:v>5.5864884005818851</c:v>
                </c:pt>
                <c:pt idx="6438">
                  <c:v>5.5802867314906974</c:v>
                </c:pt>
                <c:pt idx="6439">
                  <c:v>5.5791956971135441</c:v>
                </c:pt>
                <c:pt idx="6440">
                  <c:v>5.5788703008957965</c:v>
                </c:pt>
                <c:pt idx="6441">
                  <c:v>5.5758364596891505</c:v>
                </c:pt>
                <c:pt idx="6442">
                  <c:v>5.5710081540463978</c:v>
                </c:pt>
                <c:pt idx="6443">
                  <c:v>5.5701611668325546</c:v>
                </c:pt>
                <c:pt idx="6444">
                  <c:v>5.5710703621468491</c:v>
                </c:pt>
                <c:pt idx="6445">
                  <c:v>5.5718790674527217</c:v>
                </c:pt>
                <c:pt idx="6446">
                  <c:v>5.57219010795498</c:v>
                </c:pt>
                <c:pt idx="6447">
                  <c:v>5.5722810274864099</c:v>
                </c:pt>
                <c:pt idx="6448">
                  <c:v>5.5724532960722764</c:v>
                </c:pt>
                <c:pt idx="6449">
                  <c:v>5.5674000842201972</c:v>
                </c:pt>
                <c:pt idx="6450">
                  <c:v>5.5650505321185211</c:v>
                </c:pt>
                <c:pt idx="6451">
                  <c:v>5.5645720082688923</c:v>
                </c:pt>
                <c:pt idx="6452">
                  <c:v>5.5629115305106804</c:v>
                </c:pt>
                <c:pt idx="6453">
                  <c:v>5.5612079856060026</c:v>
                </c:pt>
                <c:pt idx="6454">
                  <c:v>5.5602222264757675</c:v>
                </c:pt>
                <c:pt idx="6455">
                  <c:v>5.5633948395988053</c:v>
                </c:pt>
                <c:pt idx="6456">
                  <c:v>5.5659358012403342</c:v>
                </c:pt>
                <c:pt idx="6457">
                  <c:v>5.5649404716331059</c:v>
                </c:pt>
                <c:pt idx="6458">
                  <c:v>5.5616912946941275</c:v>
                </c:pt>
                <c:pt idx="6459">
                  <c:v>5.5591455478141025</c:v>
                </c:pt>
                <c:pt idx="6460">
                  <c:v>5.5611266365515659</c:v>
                </c:pt>
                <c:pt idx="6461">
                  <c:v>5.561375468953373</c:v>
                </c:pt>
                <c:pt idx="6462">
                  <c:v>5.5580066610519872</c:v>
                </c:pt>
                <c:pt idx="6463">
                  <c:v>5.5530252277773524</c:v>
                </c:pt>
                <c:pt idx="6464">
                  <c:v>5.5502450042110096</c:v>
                </c:pt>
                <c:pt idx="6465">
                  <c:v>5.5469958272720312</c:v>
                </c:pt>
                <c:pt idx="6466">
                  <c:v>5.5446032080238883</c:v>
                </c:pt>
                <c:pt idx="6467">
                  <c:v>5.5455267590536712</c:v>
                </c:pt>
                <c:pt idx="6468">
                  <c:v>5.5456894571625446</c:v>
                </c:pt>
                <c:pt idx="6469">
                  <c:v>5.5466704310542836</c:v>
                </c:pt>
                <c:pt idx="6470">
                  <c:v>5.5437227241405713</c:v>
                </c:pt>
                <c:pt idx="6471">
                  <c:v>5.5395930633182759</c:v>
                </c:pt>
                <c:pt idx="6472">
                  <c:v>5.5379038741290865</c:v>
                </c:pt>
                <c:pt idx="6473">
                  <c:v>5.5349705229308626</c:v>
                </c:pt>
                <c:pt idx="6474">
                  <c:v>5.5317691983768471</c:v>
                </c:pt>
                <c:pt idx="6475">
                  <c:v>5.5308408621085672</c:v>
                </c:pt>
                <c:pt idx="6476">
                  <c:v>5.5329272260929487</c:v>
                </c:pt>
                <c:pt idx="6477">
                  <c:v>5.5335780185284431</c:v>
                </c:pt>
                <c:pt idx="6478">
                  <c:v>5.5340374014240865</c:v>
                </c:pt>
                <c:pt idx="6479">
                  <c:v>5.5338651328382209</c:v>
                </c:pt>
                <c:pt idx="6480">
                  <c:v>5.5319941045861727</c:v>
                </c:pt>
                <c:pt idx="6481">
                  <c:v>5.530295344919991</c:v>
                </c:pt>
                <c:pt idx="6482">
                  <c:v>5.5280893499732029</c:v>
                </c:pt>
                <c:pt idx="6483">
                  <c:v>5.5299555929867541</c:v>
                </c:pt>
                <c:pt idx="6484">
                  <c:v>5.5306303116147308</c:v>
                </c:pt>
                <c:pt idx="6485">
                  <c:v>5.5264910803154432</c:v>
                </c:pt>
                <c:pt idx="6486">
                  <c:v>5.5226006814179618</c:v>
                </c:pt>
                <c:pt idx="6487">
                  <c:v>5.5206674450654623</c:v>
                </c:pt>
                <c:pt idx="6488">
                  <c:v>5.5158391394227086</c:v>
                </c:pt>
                <c:pt idx="6489">
                  <c:v>5.5104126789679198</c:v>
                </c:pt>
                <c:pt idx="6490">
                  <c:v>5.5088479059796338</c:v>
                </c:pt>
                <c:pt idx="6491">
                  <c:v>5.5107045785161937</c:v>
                </c:pt>
                <c:pt idx="6492">
                  <c:v>5.5160161932470713</c:v>
                </c:pt>
                <c:pt idx="6493">
                  <c:v>5.5168201133144477</c:v>
                </c:pt>
                <c:pt idx="6494">
                  <c:v>5.5136283592374244</c:v>
                </c:pt>
                <c:pt idx="6495">
                  <c:v>5.5121114386341015</c:v>
                </c:pt>
                <c:pt idx="6496">
                  <c:v>5.5121784319730498</c:v>
                </c:pt>
                <c:pt idx="6497">
                  <c:v>5.5097571012939284</c:v>
                </c:pt>
                <c:pt idx="6498">
                  <c:v>5.5027323711813798</c:v>
                </c:pt>
                <c:pt idx="6499">
                  <c:v>5.4958320572697339</c:v>
                </c:pt>
                <c:pt idx="6500">
                  <c:v>5.4945783247837072</c:v>
                </c:pt>
                <c:pt idx="6501">
                  <c:v>5.4939179618712197</c:v>
                </c:pt>
                <c:pt idx="6502">
                  <c:v>5.4919799402802232</c:v>
                </c:pt>
                <c:pt idx="6503">
                  <c:v>5.490357744429982</c:v>
                </c:pt>
                <c:pt idx="6504">
                  <c:v>5.4911568792588623</c:v>
                </c:pt>
                <c:pt idx="6505">
                  <c:v>5.4925493836612818</c:v>
                </c:pt>
                <c:pt idx="6506">
                  <c:v>5.4918028864558606</c:v>
                </c:pt>
                <c:pt idx="6507">
                  <c:v>5.4910228925809665</c:v>
                </c:pt>
                <c:pt idx="6508">
                  <c:v>5.495497090574994</c:v>
                </c:pt>
                <c:pt idx="6509">
                  <c:v>5.4954683791440164</c:v>
                </c:pt>
                <c:pt idx="6510">
                  <c:v>5.4914870607151061</c:v>
                </c:pt>
                <c:pt idx="6511">
                  <c:v>5.4890226628895187</c:v>
                </c:pt>
                <c:pt idx="6512">
                  <c:v>5.4880081923283059</c:v>
                </c:pt>
                <c:pt idx="6513">
                  <c:v>5.485806982620014</c:v>
                </c:pt>
                <c:pt idx="6514">
                  <c:v>5.4842948472551871</c:v>
                </c:pt>
                <c:pt idx="6515">
                  <c:v>5.4828018528443456</c:v>
                </c:pt>
                <c:pt idx="6516">
                  <c:v>5.4836584105351811</c:v>
                </c:pt>
                <c:pt idx="6517">
                  <c:v>5.482773141413368</c:v>
                </c:pt>
                <c:pt idx="6518">
                  <c:v>5.4789305949008495</c:v>
                </c:pt>
                <c:pt idx="6519">
                  <c:v>5.4751521705841819</c:v>
                </c:pt>
                <c:pt idx="6520">
                  <c:v>5.4715029477069139</c:v>
                </c:pt>
                <c:pt idx="6521">
                  <c:v>5.4724867927417504</c:v>
                </c:pt>
                <c:pt idx="6522">
                  <c:v>5.4752933351198223</c:v>
                </c:pt>
                <c:pt idx="6523">
                  <c:v>5.4733974236275937</c:v>
                </c:pt>
                <c:pt idx="6524">
                  <c:v>5.4701176211622382</c:v>
                </c:pt>
                <c:pt idx="6525">
                  <c:v>5.4659300589541386</c:v>
                </c:pt>
                <c:pt idx="6526">
                  <c:v>5.466882799938749</c:v>
                </c:pt>
                <c:pt idx="6527">
                  <c:v>5.4677116032463058</c:v>
                </c:pt>
                <c:pt idx="6528">
                  <c:v>5.4668799287956515</c:v>
                </c:pt>
                <c:pt idx="6529">
                  <c:v>5.4632618099686088</c:v>
                </c:pt>
                <c:pt idx="6530">
                  <c:v>5.4594192634560903</c:v>
                </c:pt>
                <c:pt idx="6531">
                  <c:v>5.4609414478217593</c:v>
                </c:pt>
                <c:pt idx="6532">
                  <c:v>5.4653677934308247</c:v>
                </c:pt>
                <c:pt idx="6533">
                  <c:v>5.4673345264527979</c:v>
                </c:pt>
                <c:pt idx="6534">
                  <c:v>5.4690730035984991</c:v>
                </c:pt>
                <c:pt idx="6535">
                  <c:v>5.4704080851389634</c:v>
                </c:pt>
                <c:pt idx="6536">
                  <c:v>5.470898093560983</c:v>
                </c:pt>
                <c:pt idx="6537">
                  <c:v>5.4682638197687776</c:v>
                </c:pt>
                <c:pt idx="6538">
                  <c:v>5.469555834162775</c:v>
                </c:pt>
                <c:pt idx="6539">
                  <c:v>5.4725911109409688</c:v>
                </c:pt>
                <c:pt idx="6540">
                  <c:v>5.4691605734629816</c:v>
                </c:pt>
                <c:pt idx="6541">
                  <c:v>5.4656764413138355</c:v>
                </c:pt>
                <c:pt idx="6542">
                  <c:v>5.4620501875813492</c:v>
                </c:pt>
                <c:pt idx="6543">
                  <c:v>5.4558585674910036</c:v>
                </c:pt>
                <c:pt idx="6544">
                  <c:v>5.4520882780797795</c:v>
                </c:pt>
                <c:pt idx="6545">
                  <c:v>5.4530697304953675</c:v>
                </c:pt>
                <c:pt idx="6546">
                  <c:v>5.4553163999693748</c:v>
                </c:pt>
                <c:pt idx="6547">
                  <c:v>5.4590680269504634</c:v>
                </c:pt>
                <c:pt idx="6548">
                  <c:v>5.4588814026491077</c:v>
                </c:pt>
                <c:pt idx="6549">
                  <c:v>5.4511972666717705</c:v>
                </c:pt>
                <c:pt idx="6550">
                  <c:v>5.4466742592450803</c:v>
                </c:pt>
                <c:pt idx="6551">
                  <c:v>5.448065328075951</c:v>
                </c:pt>
                <c:pt idx="6552">
                  <c:v>5.4507292703468337</c:v>
                </c:pt>
                <c:pt idx="6553">
                  <c:v>5.4539238955669553</c:v>
                </c:pt>
                <c:pt idx="6554">
                  <c:v>5.4522988285736158</c:v>
                </c:pt>
                <c:pt idx="6555">
                  <c:v>5.4521619707526225</c:v>
                </c:pt>
                <c:pt idx="6556">
                  <c:v>5.4497277199295615</c:v>
                </c:pt>
                <c:pt idx="6557">
                  <c:v>5.4438844652017453</c:v>
                </c:pt>
                <c:pt idx="6558">
                  <c:v>5.4410013590077329</c:v>
                </c:pt>
                <c:pt idx="6559">
                  <c:v>5.4394499846872364</c:v>
                </c:pt>
                <c:pt idx="6560">
                  <c:v>5.4399864099226702</c:v>
                </c:pt>
                <c:pt idx="6561">
                  <c:v>5.438931743358089</c:v>
                </c:pt>
                <c:pt idx="6562">
                  <c:v>5.4336124722456169</c:v>
                </c:pt>
                <c:pt idx="6563">
                  <c:v>5.4317912104739303</c:v>
                </c:pt>
                <c:pt idx="6564">
                  <c:v>5.4313868578209936</c:v>
                </c:pt>
                <c:pt idx="6565">
                  <c:v>5.4305542263226396</c:v>
                </c:pt>
                <c:pt idx="6566">
                  <c:v>5.4306585445218589</c:v>
                </c:pt>
                <c:pt idx="6567">
                  <c:v>5.4308312916315753</c:v>
                </c:pt>
                <c:pt idx="6568">
                  <c:v>5.4319663502028943</c:v>
                </c:pt>
                <c:pt idx="6569">
                  <c:v>5.429671349820075</c:v>
                </c:pt>
                <c:pt idx="6570">
                  <c:v>5.4264063815940586</c:v>
                </c:pt>
                <c:pt idx="6571">
                  <c:v>5.4271772835158103</c:v>
                </c:pt>
                <c:pt idx="6572">
                  <c:v>5.4243659558992423</c:v>
                </c:pt>
                <c:pt idx="6573">
                  <c:v>5.4229098078248219</c:v>
                </c:pt>
                <c:pt idx="6574">
                  <c:v>5.4249210435648116</c:v>
                </c:pt>
                <c:pt idx="6575">
                  <c:v>5.4263738419722838</c:v>
                </c:pt>
                <c:pt idx="6576">
                  <c:v>5.4275510106423708</c:v>
                </c:pt>
                <c:pt idx="6577">
                  <c:v>5.4255924125258401</c:v>
                </c:pt>
                <c:pt idx="6578">
                  <c:v>5.4263240754919222</c:v>
                </c:pt>
                <c:pt idx="6579">
                  <c:v>5.4292349360692134</c:v>
                </c:pt>
                <c:pt idx="6580">
                  <c:v>5.4252832861189804</c:v>
                </c:pt>
                <c:pt idx="6581">
                  <c:v>5.4215972169052904</c:v>
                </c:pt>
                <c:pt idx="6582">
                  <c:v>5.4189485873975958</c:v>
                </c:pt>
                <c:pt idx="6583">
                  <c:v>5.4204573730954753</c:v>
                </c:pt>
                <c:pt idx="6584">
                  <c:v>5.4224513819768774</c:v>
                </c:pt>
                <c:pt idx="6585">
                  <c:v>5.4232232409463288</c:v>
                </c:pt>
                <c:pt idx="6586">
                  <c:v>5.4191155922211163</c:v>
                </c:pt>
                <c:pt idx="6587">
                  <c:v>5.4218154237807212</c:v>
                </c:pt>
                <c:pt idx="6588">
                  <c:v>5.4262580392006736</c:v>
                </c:pt>
                <c:pt idx="6589">
                  <c:v>5.4232471671388103</c:v>
                </c:pt>
                <c:pt idx="6590">
                  <c:v>5.4212770844498888</c:v>
                </c:pt>
                <c:pt idx="6591">
                  <c:v>5.422904065538626</c:v>
                </c:pt>
                <c:pt idx="6592">
                  <c:v>5.4216551182910955</c:v>
                </c:pt>
                <c:pt idx="6593">
                  <c:v>5.417472819845341</c:v>
                </c:pt>
                <c:pt idx="6594">
                  <c:v>5.4132153931551947</c:v>
                </c:pt>
                <c:pt idx="6595">
                  <c:v>5.4076750440241943</c:v>
                </c:pt>
                <c:pt idx="6596">
                  <c:v>5.4044564926115921</c:v>
                </c:pt>
                <c:pt idx="6597">
                  <c:v>5.4038406324171193</c:v>
                </c:pt>
                <c:pt idx="6598">
                  <c:v>5.4032013245540158</c:v>
                </c:pt>
                <c:pt idx="6599">
                  <c:v>5.4021801546589083</c:v>
                </c:pt>
                <c:pt idx="6600">
                  <c:v>5.399121908735931</c:v>
                </c:pt>
                <c:pt idx="6601">
                  <c:v>5.3982658295689454</c:v>
                </c:pt>
                <c:pt idx="6602">
                  <c:v>5.397647098231376</c:v>
                </c:pt>
                <c:pt idx="6603">
                  <c:v>5.3958875660362908</c:v>
                </c:pt>
                <c:pt idx="6604">
                  <c:v>5.3981682107036217</c:v>
                </c:pt>
                <c:pt idx="6605">
                  <c:v>5.398018432738688</c:v>
                </c:pt>
                <c:pt idx="6606">
                  <c:v>5.3971025380904987</c:v>
                </c:pt>
                <c:pt idx="6607">
                  <c:v>5.397498755837991</c:v>
                </c:pt>
                <c:pt idx="6608">
                  <c:v>5.3943390628588928</c:v>
                </c:pt>
                <c:pt idx="6609">
                  <c:v>5.396363697266672</c:v>
                </c:pt>
                <c:pt idx="6610">
                  <c:v>5.3936509455631265</c:v>
                </c:pt>
                <c:pt idx="6611">
                  <c:v>5.3937538281907971</c:v>
                </c:pt>
                <c:pt idx="6612">
                  <c:v>5.3945563126866247</c:v>
                </c:pt>
                <c:pt idx="6613">
                  <c:v>5.396119650103361</c:v>
                </c:pt>
                <c:pt idx="6614">
                  <c:v>5.4007464972054207</c:v>
                </c:pt>
                <c:pt idx="6615">
                  <c:v>5.3990415167291941</c:v>
                </c:pt>
                <c:pt idx="6616">
                  <c:v>5.394358682336728</c:v>
                </c:pt>
                <c:pt idx="6617">
                  <c:v>5.3935662468417425</c:v>
                </c:pt>
                <c:pt idx="6618">
                  <c:v>5.3956516537784243</c:v>
                </c:pt>
                <c:pt idx="6619">
                  <c:v>5.3973815174948321</c:v>
                </c:pt>
                <c:pt idx="6620">
                  <c:v>5.3961904716331066</c:v>
                </c:pt>
                <c:pt idx="6621">
                  <c:v>5.3928771724982774</c:v>
                </c:pt>
                <c:pt idx="6622">
                  <c:v>5.3894652974504247</c:v>
                </c:pt>
                <c:pt idx="6623">
                  <c:v>5.3849863142179002</c:v>
                </c:pt>
                <c:pt idx="6624">
                  <c:v>5.3810121736467345</c:v>
                </c:pt>
                <c:pt idx="6625">
                  <c:v>5.3798933848863024</c:v>
                </c:pt>
                <c:pt idx="6626">
                  <c:v>5.3793612663655157</c:v>
                </c:pt>
                <c:pt idx="6627">
                  <c:v>5.3798814217900617</c:v>
                </c:pt>
                <c:pt idx="6628">
                  <c:v>5.384313509685323</c:v>
                </c:pt>
                <c:pt idx="6629">
                  <c:v>5.3884771457009419</c:v>
                </c:pt>
                <c:pt idx="6630">
                  <c:v>5.3887135364826584</c:v>
                </c:pt>
                <c:pt idx="6631">
                  <c:v>5.3870004211009874</c:v>
                </c:pt>
                <c:pt idx="6632">
                  <c:v>5.3821199563586246</c:v>
                </c:pt>
                <c:pt idx="6633">
                  <c:v>5.3789870607151062</c:v>
                </c:pt>
                <c:pt idx="6634">
                  <c:v>5.3768949544445297</c:v>
                </c:pt>
                <c:pt idx="6635">
                  <c:v>5.3773404601485337</c:v>
                </c:pt>
                <c:pt idx="6636">
                  <c:v>5.3787310504555546</c:v>
                </c:pt>
                <c:pt idx="6637">
                  <c:v>5.3778960263379529</c:v>
                </c:pt>
                <c:pt idx="6638">
                  <c:v>5.3733916813413982</c:v>
                </c:pt>
                <c:pt idx="6639">
                  <c:v>5.3664463861878877</c:v>
                </c:pt>
                <c:pt idx="6640">
                  <c:v>5.3632876502564883</c:v>
                </c:pt>
                <c:pt idx="6641">
                  <c:v>5.3623559643212619</c:v>
                </c:pt>
                <c:pt idx="6642">
                  <c:v>5.3598240946328763</c:v>
                </c:pt>
                <c:pt idx="6643">
                  <c:v>5.3577185896945103</c:v>
                </c:pt>
                <c:pt idx="6644">
                  <c:v>5.355762862721078</c:v>
                </c:pt>
                <c:pt idx="6645">
                  <c:v>5.3504388063701098</c:v>
                </c:pt>
                <c:pt idx="6646">
                  <c:v>5.3520696156496443</c:v>
                </c:pt>
                <c:pt idx="6647">
                  <c:v>5.3516958885230839</c:v>
                </c:pt>
                <c:pt idx="6648">
                  <c:v>5.3483084181915626</c:v>
                </c:pt>
                <c:pt idx="6649">
                  <c:v>5.3475724485108334</c:v>
                </c:pt>
                <c:pt idx="6650">
                  <c:v>5.3499100375162696</c:v>
                </c:pt>
                <c:pt idx="6651">
                  <c:v>5.3519006967307252</c:v>
                </c:pt>
                <c:pt idx="6652">
                  <c:v>5.3536650141643056</c:v>
                </c:pt>
                <c:pt idx="6653">
                  <c:v>5.3552972590153889</c:v>
                </c:pt>
                <c:pt idx="6654">
                  <c:v>5.3551929408161705</c:v>
                </c:pt>
                <c:pt idx="6655">
                  <c:v>5.3566955057040042</c:v>
                </c:pt>
                <c:pt idx="6656">
                  <c:v>5.3588211086440545</c:v>
                </c:pt>
                <c:pt idx="6657">
                  <c:v>5.3594269198376843</c:v>
                </c:pt>
                <c:pt idx="6658">
                  <c:v>5.356091608605773</c:v>
                </c:pt>
                <c:pt idx="6659">
                  <c:v>5.3531620855983464</c:v>
                </c:pt>
                <c:pt idx="6660">
                  <c:v>5.3541310963938447</c:v>
                </c:pt>
                <c:pt idx="6661">
                  <c:v>5.3575128244391701</c:v>
                </c:pt>
                <c:pt idx="6662">
                  <c:v>5.3563346987213842</c:v>
                </c:pt>
                <c:pt idx="6663">
                  <c:v>5.3576774366434421</c:v>
                </c:pt>
                <c:pt idx="6664">
                  <c:v>5.3587493300666109</c:v>
                </c:pt>
                <c:pt idx="6665">
                  <c:v>5.3577291172192023</c:v>
                </c:pt>
                <c:pt idx="6666">
                  <c:v>5.355041727279688</c:v>
                </c:pt>
                <c:pt idx="6667">
                  <c:v>5.3474207564505019</c:v>
                </c:pt>
                <c:pt idx="6668">
                  <c:v>5.3432135747645662</c:v>
                </c:pt>
                <c:pt idx="6669">
                  <c:v>5.3464546167981011</c:v>
                </c:pt>
                <c:pt idx="6670">
                  <c:v>5.350162219585024</c:v>
                </c:pt>
                <c:pt idx="6671">
                  <c:v>5.3504148801776283</c:v>
                </c:pt>
                <c:pt idx="6672">
                  <c:v>5.3512896217747494</c:v>
                </c:pt>
                <c:pt idx="6673">
                  <c:v>5.3536812839751935</c:v>
                </c:pt>
                <c:pt idx="6674">
                  <c:v>5.3582239108797181</c:v>
                </c:pt>
                <c:pt idx="6675">
                  <c:v>5.3595302809892047</c:v>
                </c:pt>
                <c:pt idx="6676">
                  <c:v>5.3556690720465507</c:v>
                </c:pt>
                <c:pt idx="6677">
                  <c:v>5.3525289985452877</c:v>
                </c:pt>
                <c:pt idx="6678">
                  <c:v>5.3507776012556469</c:v>
                </c:pt>
                <c:pt idx="6679">
                  <c:v>5.3491238228313298</c:v>
                </c:pt>
                <c:pt idx="6680">
                  <c:v>5.3483701477681649</c:v>
                </c:pt>
                <c:pt idx="6681">
                  <c:v>5.3465096470408087</c:v>
                </c:pt>
                <c:pt idx="6682">
                  <c:v>5.3485720848327079</c:v>
                </c:pt>
                <c:pt idx="6683">
                  <c:v>5.3504043526529363</c:v>
                </c:pt>
                <c:pt idx="6684">
                  <c:v>5.3470719125641217</c:v>
                </c:pt>
                <c:pt idx="6685">
                  <c:v>5.3463636972666713</c:v>
                </c:pt>
                <c:pt idx="6686">
                  <c:v>5.3482055355638929</c:v>
                </c:pt>
                <c:pt idx="6687">
                  <c:v>5.3510508383737845</c:v>
                </c:pt>
                <c:pt idx="6688">
                  <c:v>5.3544330449429598</c:v>
                </c:pt>
                <c:pt idx="6689">
                  <c:v>5.3532697534645131</c:v>
                </c:pt>
                <c:pt idx="6690">
                  <c:v>5.349563107725289</c:v>
                </c:pt>
                <c:pt idx="6691">
                  <c:v>5.3499650677589772</c:v>
                </c:pt>
                <c:pt idx="6692">
                  <c:v>5.3533324400888143</c:v>
                </c:pt>
                <c:pt idx="6693">
                  <c:v>5.3535894073960648</c:v>
                </c:pt>
                <c:pt idx="6694">
                  <c:v>5.3525060294005051</c:v>
                </c:pt>
                <c:pt idx="6695">
                  <c:v>5.3508972322180535</c:v>
                </c:pt>
                <c:pt idx="6696">
                  <c:v>5.3480069481662964</c:v>
                </c:pt>
                <c:pt idx="6697">
                  <c:v>5.3426101561901849</c:v>
                </c:pt>
                <c:pt idx="6698">
                  <c:v>5.3399246803460683</c:v>
                </c:pt>
                <c:pt idx="6699">
                  <c:v>5.3410506469642449</c:v>
                </c:pt>
                <c:pt idx="6700">
                  <c:v>5.3462445448281137</c:v>
                </c:pt>
                <c:pt idx="6701">
                  <c:v>5.3498382589388251</c:v>
                </c:pt>
                <c:pt idx="6702">
                  <c:v>5.3492582880330755</c:v>
                </c:pt>
                <c:pt idx="6703">
                  <c:v>5.347245616721537</c:v>
                </c:pt>
                <c:pt idx="6704">
                  <c:v>5.3462435877804149</c:v>
                </c:pt>
                <c:pt idx="6705">
                  <c:v>5.348030395834928</c:v>
                </c:pt>
                <c:pt idx="6706">
                  <c:v>5.3497703085521779</c:v>
                </c:pt>
                <c:pt idx="6707">
                  <c:v>5.3529898170124799</c:v>
                </c:pt>
                <c:pt idx="6708">
                  <c:v>5.3573592182834391</c:v>
                </c:pt>
                <c:pt idx="6709">
                  <c:v>5.3607141489931855</c:v>
                </c:pt>
                <c:pt idx="6710">
                  <c:v>5.3628115190261081</c:v>
                </c:pt>
                <c:pt idx="6711">
                  <c:v>5.3637341130081921</c:v>
                </c:pt>
                <c:pt idx="6712">
                  <c:v>5.3620454023428525</c:v>
                </c:pt>
                <c:pt idx="6713">
                  <c:v>5.3585272950003828</c:v>
                </c:pt>
                <c:pt idx="6714">
                  <c:v>5.3586775514891665</c:v>
                </c:pt>
                <c:pt idx="6715">
                  <c:v>5.3603911453946864</c:v>
                </c:pt>
                <c:pt idx="6716">
                  <c:v>5.3640327118903608</c:v>
                </c:pt>
                <c:pt idx="6717">
                  <c:v>5.3678963134522624</c:v>
                </c:pt>
                <c:pt idx="6718">
                  <c:v>5.3710918957200828</c:v>
                </c:pt>
                <c:pt idx="6719">
                  <c:v>5.3777582114692599</c:v>
                </c:pt>
                <c:pt idx="6720">
                  <c:v>5.3826252775438324</c:v>
                </c:pt>
                <c:pt idx="6721">
                  <c:v>5.3855179542148379</c:v>
                </c:pt>
                <c:pt idx="6722">
                  <c:v>5.3922622693515043</c:v>
                </c:pt>
                <c:pt idx="6723">
                  <c:v>5.4005139346145015</c:v>
                </c:pt>
                <c:pt idx="6724">
                  <c:v>5.4138647500191412</c:v>
                </c:pt>
                <c:pt idx="6725">
                  <c:v>5.4235093982084068</c:v>
                </c:pt>
                <c:pt idx="6726">
                  <c:v>5.4337655998774981</c:v>
                </c:pt>
                <c:pt idx="6727">
                  <c:v>5.4415932930097233</c:v>
                </c:pt>
                <c:pt idx="6728">
                  <c:v>5.447725576142715</c:v>
                </c:pt>
                <c:pt idx="6729">
                  <c:v>5.4559935112165991</c:v>
                </c:pt>
                <c:pt idx="6730">
                  <c:v>5.4633201898782637</c:v>
                </c:pt>
                <c:pt idx="6731">
                  <c:v>5.4694864482045782</c:v>
                </c:pt>
                <c:pt idx="6732">
                  <c:v>5.4761642485261461</c:v>
                </c:pt>
                <c:pt idx="6733">
                  <c:v>5.484486256795039</c:v>
                </c:pt>
                <c:pt idx="6734">
                  <c:v>5.4964445677972593</c:v>
                </c:pt>
                <c:pt idx="6735">
                  <c:v>5.5164372942347448</c:v>
                </c:pt>
                <c:pt idx="6736">
                  <c:v>5.5407654467498659</c:v>
                </c:pt>
                <c:pt idx="6737">
                  <c:v>5.5664861036674065</c:v>
                </c:pt>
                <c:pt idx="6738">
                  <c:v>5.5907807595130539</c:v>
                </c:pt>
                <c:pt idx="6739">
                  <c:v>5.6200520633948399</c:v>
                </c:pt>
                <c:pt idx="6740">
                  <c:v>5.6620664573922364</c:v>
                </c:pt>
                <c:pt idx="6741">
                  <c:v>5.7032960722762418</c:v>
                </c:pt>
                <c:pt idx="6742">
                  <c:v>5.7480763341244927</c:v>
                </c:pt>
                <c:pt idx="6743">
                  <c:v>5.7993118827042336</c:v>
                </c:pt>
                <c:pt idx="6744">
                  <c:v>5.8585339943342776</c:v>
                </c:pt>
                <c:pt idx="6745">
                  <c:v>5.9286616644973584</c:v>
                </c:pt>
                <c:pt idx="6746">
                  <c:v>6.0087569864482049</c:v>
                </c:pt>
                <c:pt idx="6747">
                  <c:v>6.1020069290253423</c:v>
                </c:pt>
                <c:pt idx="6748">
                  <c:v>6.20756450501493</c:v>
                </c:pt>
                <c:pt idx="6749">
                  <c:v>6.3278510450960876</c:v>
                </c:pt>
                <c:pt idx="6750">
                  <c:v>6.4640867850853683</c:v>
                </c:pt>
                <c:pt idx="6751">
                  <c:v>6.6173819003139114</c:v>
                </c:pt>
                <c:pt idx="6752">
                  <c:v>6.7899280300130158</c:v>
                </c:pt>
                <c:pt idx="6753">
                  <c:v>7.000047852384963</c:v>
                </c:pt>
                <c:pt idx="6754">
                  <c:v>7.2645949774136742</c:v>
                </c:pt>
                <c:pt idx="6755">
                  <c:v>7.5842584794426156</c:v>
                </c:pt>
                <c:pt idx="6756">
                  <c:v>7.9738295306638083</c:v>
                </c:pt>
                <c:pt idx="6757">
                  <c:v>8.4640676441313829</c:v>
                </c:pt>
                <c:pt idx="6758">
                  <c:v>9.103208023887909</c:v>
                </c:pt>
                <c:pt idx="6759">
                  <c:v>9.9474580813107707</c:v>
                </c:pt>
                <c:pt idx="6760">
                  <c:v>11.074573156726132</c:v>
                </c:pt>
                <c:pt idx="6761">
                  <c:v>12.611352499808589</c:v>
                </c:pt>
                <c:pt idx="6762">
                  <c:v>14.72207334813567</c:v>
                </c:pt>
                <c:pt idx="6763">
                  <c:v>17.538281907970294</c:v>
                </c:pt>
                <c:pt idx="6764">
                  <c:v>21.004565117525456</c:v>
                </c:pt>
                <c:pt idx="6765">
                  <c:v>24.707143404027253</c:v>
                </c:pt>
                <c:pt idx="6766">
                  <c:v>27.861716177934305</c:v>
                </c:pt>
                <c:pt idx="6767">
                  <c:v>29.484151290100296</c:v>
                </c:pt>
                <c:pt idx="6768">
                  <c:v>28.913320189878259</c:v>
                </c:pt>
                <c:pt idx="6769">
                  <c:v>26.419828114233212</c:v>
                </c:pt>
                <c:pt idx="6770">
                  <c:v>23.056236122808357</c:v>
                </c:pt>
                <c:pt idx="6771">
                  <c:v>19.75700558915856</c:v>
                </c:pt>
                <c:pt idx="6772">
                  <c:v>16.887250210550491</c:v>
                </c:pt>
                <c:pt idx="6773">
                  <c:v>14.518796416813412</c:v>
                </c:pt>
                <c:pt idx="6774">
                  <c:v>12.628148686930555</c:v>
                </c:pt>
                <c:pt idx="6775">
                  <c:v>11.148648648648649</c:v>
                </c:pt>
                <c:pt idx="6776">
                  <c:v>10.003828190797028</c:v>
                </c:pt>
                <c:pt idx="6777">
                  <c:v>9.1258039200673764</c:v>
                </c:pt>
                <c:pt idx="6778">
                  <c:v>8.4489080085751471</c:v>
                </c:pt>
                <c:pt idx="6779">
                  <c:v>7.9207516652629959</c:v>
                </c:pt>
                <c:pt idx="6780">
                  <c:v>7.5085512211928638</c:v>
                </c:pt>
                <c:pt idx="6781">
                  <c:v>7.1884235510297829</c:v>
                </c:pt>
                <c:pt idx="6782">
                  <c:v>6.9307480284817391</c:v>
                </c:pt>
                <c:pt idx="6783">
                  <c:v>6.7214464818926576</c:v>
                </c:pt>
                <c:pt idx="6784">
                  <c:v>6.5521543143710286</c:v>
                </c:pt>
                <c:pt idx="6785">
                  <c:v>6.4133536865477376</c:v>
                </c:pt>
                <c:pt idx="6786">
                  <c:v>6.295957430518337</c:v>
                </c:pt>
                <c:pt idx="6787">
                  <c:v>6.1955487711507544</c:v>
                </c:pt>
                <c:pt idx="6788">
                  <c:v>6.1103619554398589</c:v>
                </c:pt>
                <c:pt idx="6789">
                  <c:v>6.0414066687083681</c:v>
                </c:pt>
                <c:pt idx="6790">
                  <c:v>5.9849647806446669</c:v>
                </c:pt>
                <c:pt idx="6791">
                  <c:v>5.9336670239644747</c:v>
                </c:pt>
                <c:pt idx="6792">
                  <c:v>5.8814361457775055</c:v>
                </c:pt>
                <c:pt idx="6793">
                  <c:v>5.8351724599954062</c:v>
                </c:pt>
                <c:pt idx="6794">
                  <c:v>5.7964742362759356</c:v>
                </c:pt>
                <c:pt idx="6795">
                  <c:v>5.7620922976801161</c:v>
                </c:pt>
                <c:pt idx="6796">
                  <c:v>5.7334957124263068</c:v>
                </c:pt>
                <c:pt idx="6797">
                  <c:v>5.7088182375009566</c:v>
                </c:pt>
                <c:pt idx="6798">
                  <c:v>5.6881603629124875</c:v>
                </c:pt>
                <c:pt idx="6799">
                  <c:v>5.6657223796033991</c:v>
                </c:pt>
                <c:pt idx="6800">
                  <c:v>5.6389154735472014</c:v>
                </c:pt>
                <c:pt idx="6801">
                  <c:v>5.6110031773983611</c:v>
                </c:pt>
                <c:pt idx="6802">
                  <c:v>5.5834258479442616</c:v>
                </c:pt>
                <c:pt idx="6803">
                  <c:v>5.559810695965087</c:v>
                </c:pt>
                <c:pt idx="6804">
                  <c:v>5.5382962636857824</c:v>
                </c:pt>
                <c:pt idx="6805">
                  <c:v>5.5166526299670773</c:v>
                </c:pt>
                <c:pt idx="6806">
                  <c:v>5.5002296914478217</c:v>
                </c:pt>
                <c:pt idx="6807">
                  <c:v>5.4875296684786772</c:v>
                </c:pt>
                <c:pt idx="6808">
                  <c:v>5.4729624454482808</c:v>
                </c:pt>
                <c:pt idx="6809">
                  <c:v>5.464231299287956</c:v>
                </c:pt>
                <c:pt idx="6810">
                  <c:v>5.459532195084603</c:v>
                </c:pt>
                <c:pt idx="6811">
                  <c:v>5.4488266595207104</c:v>
                </c:pt>
                <c:pt idx="6812">
                  <c:v>5.4418421254115303</c:v>
                </c:pt>
                <c:pt idx="6813">
                  <c:v>5.4362974695658828</c:v>
                </c:pt>
                <c:pt idx="6814">
                  <c:v>5.4264346145011864</c:v>
                </c:pt>
                <c:pt idx="6815">
                  <c:v>5.4190873593139886</c:v>
                </c:pt>
                <c:pt idx="6816">
                  <c:v>5.4122358548350054</c:v>
                </c:pt>
                <c:pt idx="6817">
                  <c:v>5.404902476839446</c:v>
                </c:pt>
                <c:pt idx="6818">
                  <c:v>5.3949702358165528</c:v>
                </c:pt>
                <c:pt idx="6819">
                  <c:v>5.3894590766403798</c:v>
                </c:pt>
                <c:pt idx="6820">
                  <c:v>5.3839235127478755</c:v>
                </c:pt>
                <c:pt idx="6821">
                  <c:v>5.3809164688768085</c:v>
                </c:pt>
                <c:pt idx="6822">
                  <c:v>5.3805231222724137</c:v>
                </c:pt>
                <c:pt idx="6823">
                  <c:v>5.3780027371564199</c:v>
                </c:pt>
                <c:pt idx="6824">
                  <c:v>5.3718982084067068</c:v>
                </c:pt>
                <c:pt idx="6825">
                  <c:v>5.3638307748258169</c:v>
                </c:pt>
                <c:pt idx="6826">
                  <c:v>5.3560944797488705</c:v>
                </c:pt>
                <c:pt idx="6827">
                  <c:v>5.3489458119592683</c:v>
                </c:pt>
                <c:pt idx="6828">
                  <c:v>5.3434820266442076</c:v>
                </c:pt>
                <c:pt idx="6829">
                  <c:v>5.3347824630579588</c:v>
                </c:pt>
                <c:pt idx="6830">
                  <c:v>5.3258847905979634</c:v>
                </c:pt>
                <c:pt idx="6831">
                  <c:v>5.324518126483424</c:v>
                </c:pt>
                <c:pt idx="6832">
                  <c:v>5.3185695965086897</c:v>
                </c:pt>
                <c:pt idx="6833">
                  <c:v>5.3086421407242934</c:v>
                </c:pt>
                <c:pt idx="6834">
                  <c:v>5.3031257177857745</c:v>
                </c:pt>
                <c:pt idx="6835">
                  <c:v>5.2999133871832171</c:v>
                </c:pt>
                <c:pt idx="6836">
                  <c:v>5.2967005780568099</c:v>
                </c:pt>
                <c:pt idx="6837">
                  <c:v>5.2919923819003136</c:v>
                </c:pt>
                <c:pt idx="6838">
                  <c:v>5.2918397327922824</c:v>
                </c:pt>
                <c:pt idx="6839">
                  <c:v>5.2909472858127247</c:v>
                </c:pt>
                <c:pt idx="6840">
                  <c:v>5.2865735778271192</c:v>
                </c:pt>
                <c:pt idx="6841">
                  <c:v>5.2829722073348133</c:v>
                </c:pt>
                <c:pt idx="6842">
                  <c:v>5.2784166602863483</c:v>
                </c:pt>
                <c:pt idx="6843">
                  <c:v>5.2721183293775358</c:v>
                </c:pt>
                <c:pt idx="6844">
                  <c:v>5.2668909348441924</c:v>
                </c:pt>
                <c:pt idx="6845">
                  <c:v>5.2606428489395913</c:v>
                </c:pt>
                <c:pt idx="6846">
                  <c:v>5.2584024002756298</c:v>
                </c:pt>
                <c:pt idx="6847">
                  <c:v>5.2554479940280228</c:v>
                </c:pt>
                <c:pt idx="6848">
                  <c:v>5.2517298637164078</c:v>
                </c:pt>
                <c:pt idx="6849">
                  <c:v>5.249713842737922</c:v>
                </c:pt>
                <c:pt idx="6850">
                  <c:v>5.2501942806829494</c:v>
                </c:pt>
                <c:pt idx="6851">
                  <c:v>5.2539483002832865</c:v>
                </c:pt>
                <c:pt idx="6852">
                  <c:v>5.2560456703162082</c:v>
                </c:pt>
                <c:pt idx="6853">
                  <c:v>5.25320898093561</c:v>
                </c:pt>
                <c:pt idx="6854">
                  <c:v>5.2480079052139956</c:v>
                </c:pt>
                <c:pt idx="6855">
                  <c:v>5.2440409425005745</c:v>
                </c:pt>
                <c:pt idx="6856">
                  <c:v>5.2375114845723907</c:v>
                </c:pt>
                <c:pt idx="6857">
                  <c:v>5.2368544713268506</c:v>
                </c:pt>
                <c:pt idx="6858">
                  <c:v>5.2389695467422097</c:v>
                </c:pt>
                <c:pt idx="6859">
                  <c:v>5.2376957162544979</c:v>
                </c:pt>
                <c:pt idx="6860">
                  <c:v>5.2319696998698415</c:v>
                </c:pt>
                <c:pt idx="6861">
                  <c:v>5.2280147002526602</c:v>
                </c:pt>
                <c:pt idx="6862">
                  <c:v>5.2245980399663114</c:v>
                </c:pt>
                <c:pt idx="6863">
                  <c:v>5.2237295191792361</c:v>
                </c:pt>
                <c:pt idx="6864">
                  <c:v>5.2184590574994258</c:v>
                </c:pt>
                <c:pt idx="6865">
                  <c:v>5.2137824439170046</c:v>
                </c:pt>
                <c:pt idx="6866">
                  <c:v>5.2132153931551946</c:v>
                </c:pt>
                <c:pt idx="6867">
                  <c:v>5.2109648954903909</c:v>
                </c:pt>
                <c:pt idx="6868">
                  <c:v>5.2059413521169891</c:v>
                </c:pt>
                <c:pt idx="6869">
                  <c:v>5.2032625756067681</c:v>
                </c:pt>
                <c:pt idx="6870">
                  <c:v>5.2050632608529206</c:v>
                </c:pt>
                <c:pt idx="6871">
                  <c:v>5.207823864941429</c:v>
                </c:pt>
                <c:pt idx="6872">
                  <c:v>5.2069921904907739</c:v>
                </c:pt>
                <c:pt idx="6873">
                  <c:v>5.203236735318888</c:v>
                </c:pt>
                <c:pt idx="6874">
                  <c:v>5.2015997052293086</c:v>
                </c:pt>
                <c:pt idx="6875">
                  <c:v>5.1981926154199529</c:v>
                </c:pt>
                <c:pt idx="6876">
                  <c:v>5.199221441696654</c:v>
                </c:pt>
                <c:pt idx="6877">
                  <c:v>5.2024361649184598</c:v>
                </c:pt>
                <c:pt idx="6878">
                  <c:v>5.201560466273639</c:v>
                </c:pt>
                <c:pt idx="6879">
                  <c:v>5.200929293315979</c:v>
                </c:pt>
                <c:pt idx="6880">
                  <c:v>5.1981528979404334</c:v>
                </c:pt>
                <c:pt idx="6881">
                  <c:v>5.199226705459</c:v>
                </c:pt>
                <c:pt idx="6882">
                  <c:v>5.205845647347064</c:v>
                </c:pt>
                <c:pt idx="6883">
                  <c:v>5.2086612816782791</c:v>
                </c:pt>
                <c:pt idx="6884">
                  <c:v>5.2099064007350124</c:v>
                </c:pt>
                <c:pt idx="6885">
                  <c:v>5.2084224982773142</c:v>
                </c:pt>
                <c:pt idx="6886">
                  <c:v>5.2084545593752392</c:v>
                </c:pt>
                <c:pt idx="6887">
                  <c:v>5.2101064237041577</c:v>
                </c:pt>
                <c:pt idx="6888">
                  <c:v>5.2103361151519794</c:v>
                </c:pt>
                <c:pt idx="6889">
                  <c:v>5.2082095551642293</c:v>
                </c:pt>
                <c:pt idx="6890">
                  <c:v>5.2009886302733328</c:v>
                </c:pt>
                <c:pt idx="6891">
                  <c:v>5.197921770921063</c:v>
                </c:pt>
                <c:pt idx="6892">
                  <c:v>5.2002521820687546</c:v>
                </c:pt>
                <c:pt idx="6893">
                  <c:v>5.1972968187734478</c:v>
                </c:pt>
                <c:pt idx="6894">
                  <c:v>5.1913932700405789</c:v>
                </c:pt>
                <c:pt idx="6895">
                  <c:v>5.1883766556925197</c:v>
                </c:pt>
                <c:pt idx="6896">
                  <c:v>5.1888427379220579</c:v>
                </c:pt>
                <c:pt idx="6897">
                  <c:v>5.1868420297067601</c:v>
                </c:pt>
                <c:pt idx="6898">
                  <c:v>5.1845537286578365</c:v>
                </c:pt>
                <c:pt idx="6899">
                  <c:v>5.1826501607840134</c:v>
                </c:pt>
                <c:pt idx="6900">
                  <c:v>5.1768322678202283</c:v>
                </c:pt>
                <c:pt idx="6901">
                  <c:v>5.1711124722456168</c:v>
                </c:pt>
                <c:pt idx="6902">
                  <c:v>5.1673503177398361</c:v>
                </c:pt>
                <c:pt idx="6903">
                  <c:v>5.1672282941581811</c:v>
                </c:pt>
                <c:pt idx="6904">
                  <c:v>5.1675800091876578</c:v>
                </c:pt>
                <c:pt idx="6905">
                  <c:v>5.1649141528213764</c:v>
                </c:pt>
                <c:pt idx="6906">
                  <c:v>5.1634264221728809</c:v>
                </c:pt>
                <c:pt idx="6907">
                  <c:v>5.1634460416507162</c:v>
                </c:pt>
                <c:pt idx="6908">
                  <c:v>5.1642403912410995</c:v>
                </c:pt>
                <c:pt idx="6909">
                  <c:v>5.167658487098997</c:v>
                </c:pt>
                <c:pt idx="6910">
                  <c:v>5.1728121889594973</c:v>
                </c:pt>
                <c:pt idx="6911">
                  <c:v>5.1730806408391397</c:v>
                </c:pt>
                <c:pt idx="6912">
                  <c:v>5.1695031965393152</c:v>
                </c:pt>
                <c:pt idx="6913">
                  <c:v>5.1603078822448509</c:v>
                </c:pt>
                <c:pt idx="6914">
                  <c:v>5.1561126636551569</c:v>
                </c:pt>
                <c:pt idx="6915">
                  <c:v>5.1568601179082769</c:v>
                </c:pt>
                <c:pt idx="6916">
                  <c:v>5.1549441084143632</c:v>
                </c:pt>
                <c:pt idx="6917">
                  <c:v>5.150564179618712</c:v>
                </c:pt>
                <c:pt idx="6918">
                  <c:v>5.1464081999846876</c:v>
                </c:pt>
                <c:pt idx="6919">
                  <c:v>5.1460789755761427</c:v>
                </c:pt>
                <c:pt idx="6920">
                  <c:v>5.1499430556618941</c:v>
                </c:pt>
                <c:pt idx="6921">
                  <c:v>5.151317376158028</c:v>
                </c:pt>
                <c:pt idx="6922">
                  <c:v>5.1510168631804607</c:v>
                </c:pt>
                <c:pt idx="6923">
                  <c:v>5.149588469489319</c:v>
                </c:pt>
                <c:pt idx="6924">
                  <c:v>5.147859562820611</c:v>
                </c:pt>
                <c:pt idx="6925">
                  <c:v>5.1449185552407934</c:v>
                </c:pt>
                <c:pt idx="6926">
                  <c:v>5.1397275285200212</c:v>
                </c:pt>
                <c:pt idx="6927">
                  <c:v>5.1399064964397825</c:v>
                </c:pt>
                <c:pt idx="6928">
                  <c:v>5.1427852959191487</c:v>
                </c:pt>
                <c:pt idx="6929">
                  <c:v>5.1476796378531509</c:v>
                </c:pt>
                <c:pt idx="6930">
                  <c:v>5.1510513168976342</c:v>
                </c:pt>
                <c:pt idx="6931">
                  <c:v>5.1495032922440851</c:v>
                </c:pt>
                <c:pt idx="6932">
                  <c:v>5.1484888216828724</c:v>
                </c:pt>
                <c:pt idx="6933">
                  <c:v>5.1493793545670314</c:v>
                </c:pt>
                <c:pt idx="6934">
                  <c:v>5.1472116415282141</c:v>
                </c:pt>
                <c:pt idx="6935">
                  <c:v>5.1404170813873362</c:v>
                </c:pt>
                <c:pt idx="6936">
                  <c:v>5.1319084488170894</c:v>
                </c:pt>
                <c:pt idx="6937">
                  <c:v>5.132674565500345</c:v>
                </c:pt>
                <c:pt idx="6938">
                  <c:v>5.1363123038052212</c:v>
                </c:pt>
                <c:pt idx="6939">
                  <c:v>5.1384307288875277</c:v>
                </c:pt>
                <c:pt idx="6940">
                  <c:v>5.1387609103437715</c:v>
                </c:pt>
                <c:pt idx="6941">
                  <c:v>5.1395868425082307</c:v>
                </c:pt>
                <c:pt idx="6942">
                  <c:v>5.140513264681112</c:v>
                </c:pt>
                <c:pt idx="6943">
                  <c:v>5.1382799938748951</c:v>
                </c:pt>
                <c:pt idx="6944">
                  <c:v>5.1342264183446904</c:v>
                </c:pt>
                <c:pt idx="6945">
                  <c:v>5.1288502028941121</c:v>
                </c:pt>
                <c:pt idx="6946">
                  <c:v>5.1261422364290636</c:v>
                </c:pt>
                <c:pt idx="6947">
                  <c:v>5.1256029400505323</c:v>
                </c:pt>
                <c:pt idx="6948">
                  <c:v>5.1244999425771383</c:v>
                </c:pt>
                <c:pt idx="6949">
                  <c:v>5.1262336344843424</c:v>
                </c:pt>
                <c:pt idx="6950">
                  <c:v>5.1293402113161317</c:v>
                </c:pt>
                <c:pt idx="6951">
                  <c:v>5.1309432662123884</c:v>
                </c:pt>
                <c:pt idx="6952">
                  <c:v>5.1296278041497585</c:v>
                </c:pt>
                <c:pt idx="6953">
                  <c:v>5.1269590766403796</c:v>
                </c:pt>
                <c:pt idx="6954">
                  <c:v>5.1266561710435647</c:v>
                </c:pt>
                <c:pt idx="6955">
                  <c:v>5.1259302503636786</c:v>
                </c:pt>
                <c:pt idx="6956">
                  <c:v>5.1238347944261537</c:v>
                </c:pt>
                <c:pt idx="6957">
                  <c:v>5.1205865745348751</c:v>
                </c:pt>
                <c:pt idx="6958">
                  <c:v>5.1207057269734326</c:v>
                </c:pt>
                <c:pt idx="6959">
                  <c:v>5.1216034377153354</c:v>
                </c:pt>
                <c:pt idx="6960">
                  <c:v>5.1224944491233444</c:v>
                </c:pt>
                <c:pt idx="6961">
                  <c:v>5.1194405099150142</c:v>
                </c:pt>
                <c:pt idx="6962">
                  <c:v>5.1156994104586175</c:v>
                </c:pt>
                <c:pt idx="6963">
                  <c:v>5.1157879373707988</c:v>
                </c:pt>
                <c:pt idx="6964">
                  <c:v>5.1195223374933008</c:v>
                </c:pt>
                <c:pt idx="6965">
                  <c:v>5.123732868846183</c:v>
                </c:pt>
                <c:pt idx="6966">
                  <c:v>5.1265848709899702</c:v>
                </c:pt>
                <c:pt idx="6967">
                  <c:v>5.1322989242783859</c:v>
                </c:pt>
                <c:pt idx="6968">
                  <c:v>5.13051594441467</c:v>
                </c:pt>
                <c:pt idx="6969">
                  <c:v>5.1233519638618787</c:v>
                </c:pt>
                <c:pt idx="6970">
                  <c:v>5.1212297105887759</c:v>
                </c:pt>
                <c:pt idx="6971">
                  <c:v>5.1209923627593597</c:v>
                </c:pt>
                <c:pt idx="6972">
                  <c:v>5.117839847638006</c:v>
                </c:pt>
                <c:pt idx="6973">
                  <c:v>5.1150591455478143</c:v>
                </c:pt>
                <c:pt idx="6974">
                  <c:v>5.1141954099992342</c:v>
                </c:pt>
                <c:pt idx="6975">
                  <c:v>5.1122315481203584</c:v>
                </c:pt>
                <c:pt idx="6976">
                  <c:v>5.1124545402342854</c:v>
                </c:pt>
                <c:pt idx="6977">
                  <c:v>5.1113424508077481</c:v>
                </c:pt>
                <c:pt idx="6978">
                  <c:v>5.1147571969986982</c:v>
                </c:pt>
                <c:pt idx="6979">
                  <c:v>5.1211450118673918</c:v>
                </c:pt>
                <c:pt idx="6980">
                  <c:v>5.119659195314294</c:v>
                </c:pt>
                <c:pt idx="6981">
                  <c:v>5.1149208521552714</c:v>
                </c:pt>
                <c:pt idx="6982">
                  <c:v>5.1092981969221345</c:v>
                </c:pt>
                <c:pt idx="6983">
                  <c:v>5.1053010872061861</c:v>
                </c:pt>
                <c:pt idx="6984">
                  <c:v>5.1060782099379836</c:v>
                </c:pt>
                <c:pt idx="6985">
                  <c:v>5.1102595513360383</c:v>
                </c:pt>
                <c:pt idx="6986">
                  <c:v>5.1118300666105201</c:v>
                </c:pt>
                <c:pt idx="6987">
                  <c:v>5.1110821338335501</c:v>
                </c:pt>
                <c:pt idx="6988">
                  <c:v>5.1108567491003756</c:v>
                </c:pt>
                <c:pt idx="6989">
                  <c:v>5.1105772911721923</c:v>
                </c:pt>
                <c:pt idx="6990">
                  <c:v>5.1106380637010949</c:v>
                </c:pt>
                <c:pt idx="6991">
                  <c:v>5.1110424163540307</c:v>
                </c:pt>
                <c:pt idx="6992">
                  <c:v>5.110743338948013</c:v>
                </c:pt>
                <c:pt idx="6993">
                  <c:v>5.1125253617640301</c:v>
                </c:pt>
                <c:pt idx="6994">
                  <c:v>5.1115257254421564</c:v>
                </c:pt>
                <c:pt idx="6995">
                  <c:v>5.1082167330219734</c:v>
                </c:pt>
                <c:pt idx="6996">
                  <c:v>5.1086282635326548</c:v>
                </c:pt>
                <c:pt idx="6997">
                  <c:v>5.1109251780108718</c:v>
                </c:pt>
                <c:pt idx="6998">
                  <c:v>5.1086206071510603</c:v>
                </c:pt>
                <c:pt idx="6999">
                  <c:v>5.1064304034913102</c:v>
                </c:pt>
                <c:pt idx="7000">
                  <c:v>5.1081133718704539</c:v>
                </c:pt>
                <c:pt idx="7001">
                  <c:v>5.1075276586785083</c:v>
                </c:pt>
                <c:pt idx="7002">
                  <c:v>5.1064438021590997</c:v>
                </c:pt>
                <c:pt idx="7003">
                  <c:v>5.1094206990276394</c:v>
                </c:pt>
                <c:pt idx="7004">
                  <c:v>5.1094838641757905</c:v>
                </c:pt>
                <c:pt idx="7005">
                  <c:v>5.1094843426996404</c:v>
                </c:pt>
                <c:pt idx="7006">
                  <c:v>5.1127469183064083</c:v>
                </c:pt>
                <c:pt idx="7007">
                  <c:v>5.1141092757063014</c:v>
                </c:pt>
                <c:pt idx="7008">
                  <c:v>5.1121880024500417</c:v>
                </c:pt>
                <c:pt idx="7009">
                  <c:v>5.1096633106194016</c:v>
                </c:pt>
                <c:pt idx="7010">
                  <c:v>5.1045110443304491</c:v>
                </c:pt>
                <c:pt idx="7011">
                  <c:v>5.0956406477298826</c:v>
                </c:pt>
                <c:pt idx="7012">
                  <c:v>5.0913028290329994</c:v>
                </c:pt>
                <c:pt idx="7013">
                  <c:v>5.0972776778194628</c:v>
                </c:pt>
                <c:pt idx="7014">
                  <c:v>5.0974293698797952</c:v>
                </c:pt>
                <c:pt idx="7015">
                  <c:v>5.0962684710205952</c:v>
                </c:pt>
                <c:pt idx="7016">
                  <c:v>5.1017982926269045</c:v>
                </c:pt>
                <c:pt idx="7017">
                  <c:v>5.1044761120894266</c:v>
                </c:pt>
                <c:pt idx="7018">
                  <c:v>5.1009446060791666</c:v>
                </c:pt>
                <c:pt idx="7019">
                  <c:v>5.0995272184365668</c:v>
                </c:pt>
                <c:pt idx="7020">
                  <c:v>5.102304570859812</c:v>
                </c:pt>
                <c:pt idx="7021">
                  <c:v>5.1055920297067603</c:v>
                </c:pt>
                <c:pt idx="7022">
                  <c:v>5.107428125717786</c:v>
                </c:pt>
                <c:pt idx="7023">
                  <c:v>5.1026897825587625</c:v>
                </c:pt>
                <c:pt idx="7024">
                  <c:v>5.0983797182451571</c:v>
                </c:pt>
                <c:pt idx="7025">
                  <c:v>5.0978475997243704</c:v>
                </c:pt>
                <c:pt idx="7026">
                  <c:v>5.1019284511140039</c:v>
                </c:pt>
                <c:pt idx="7027">
                  <c:v>5.1064347102059564</c:v>
                </c:pt>
                <c:pt idx="7028">
                  <c:v>5.1067424010412683</c:v>
                </c:pt>
                <c:pt idx="7029">
                  <c:v>5.103270231988362</c:v>
                </c:pt>
                <c:pt idx="7030">
                  <c:v>5.1017762805298217</c:v>
                </c:pt>
                <c:pt idx="7031">
                  <c:v>5.1023294540999924</c:v>
                </c:pt>
                <c:pt idx="7032">
                  <c:v>5.1035391623918533</c:v>
                </c:pt>
                <c:pt idx="7033">
                  <c:v>5.0999373133756984</c:v>
                </c:pt>
                <c:pt idx="7034">
                  <c:v>5.0950267016308093</c:v>
                </c:pt>
                <c:pt idx="7035">
                  <c:v>5.0948587397595899</c:v>
                </c:pt>
                <c:pt idx="7036">
                  <c:v>5.0965689839981625</c:v>
                </c:pt>
                <c:pt idx="7037">
                  <c:v>5.0981251435571551</c:v>
                </c:pt>
                <c:pt idx="7038">
                  <c:v>5.0971470408085136</c:v>
                </c:pt>
                <c:pt idx="7039">
                  <c:v>5.0929446443610749</c:v>
                </c:pt>
                <c:pt idx="7040">
                  <c:v>5.087311461603246</c:v>
                </c:pt>
                <c:pt idx="7041">
                  <c:v>5.0852595513360388</c:v>
                </c:pt>
                <c:pt idx="7042">
                  <c:v>5.0895303766939746</c:v>
                </c:pt>
                <c:pt idx="7043">
                  <c:v>5.0959689150907277</c:v>
                </c:pt>
                <c:pt idx="7044">
                  <c:v>5.0948338565194087</c:v>
                </c:pt>
                <c:pt idx="7045">
                  <c:v>5.0939615075415361</c:v>
                </c:pt>
                <c:pt idx="7046">
                  <c:v>5.097287726820305</c:v>
                </c:pt>
                <c:pt idx="7047">
                  <c:v>5.0950807748258171</c:v>
                </c:pt>
                <c:pt idx="7048">
                  <c:v>5.0919402228007042</c:v>
                </c:pt>
                <c:pt idx="7049">
                  <c:v>5.0914114539468649</c:v>
                </c:pt>
                <c:pt idx="7050">
                  <c:v>5.0897514547125029</c:v>
                </c:pt>
                <c:pt idx="7051">
                  <c:v>5.0875071778577441</c:v>
                </c:pt>
                <c:pt idx="7052">
                  <c:v>5.0879933580889674</c:v>
                </c:pt>
                <c:pt idx="7053">
                  <c:v>5.0852844345762191</c:v>
                </c:pt>
                <c:pt idx="7054">
                  <c:v>5.0794091187504788</c:v>
                </c:pt>
                <c:pt idx="7055">
                  <c:v>5.0736725748411304</c:v>
                </c:pt>
                <c:pt idx="7056">
                  <c:v>5.0706320343005897</c:v>
                </c:pt>
                <c:pt idx="7057">
                  <c:v>5.0752483538779574</c:v>
                </c:pt>
                <c:pt idx="7058">
                  <c:v>5.0845436796569938</c:v>
                </c:pt>
                <c:pt idx="7059">
                  <c:v>5.0874569328535335</c:v>
                </c:pt>
                <c:pt idx="7060">
                  <c:v>5.0865807556848637</c:v>
                </c:pt>
                <c:pt idx="7061">
                  <c:v>5.0878478868386798</c:v>
                </c:pt>
                <c:pt idx="7062">
                  <c:v>5.0924914822754763</c:v>
                </c:pt>
                <c:pt idx="7063">
                  <c:v>5.0906874473623764</c:v>
                </c:pt>
                <c:pt idx="7064">
                  <c:v>5.0859524538703011</c:v>
                </c:pt>
                <c:pt idx="7065">
                  <c:v>5.0847571012939285</c:v>
                </c:pt>
                <c:pt idx="7066">
                  <c:v>5.0865132838220655</c:v>
                </c:pt>
                <c:pt idx="7067">
                  <c:v>5.0855739415052446</c:v>
                </c:pt>
                <c:pt idx="7068">
                  <c:v>5.0834239338488629</c:v>
                </c:pt>
                <c:pt idx="7069">
                  <c:v>5.0814528941122425</c:v>
                </c:pt>
                <c:pt idx="7070">
                  <c:v>5.0764059030702091</c:v>
                </c:pt>
                <c:pt idx="7071">
                  <c:v>5.0733533994334277</c:v>
                </c:pt>
                <c:pt idx="7072">
                  <c:v>5.0729787152591683</c:v>
                </c:pt>
                <c:pt idx="7073">
                  <c:v>5.0736754459842279</c:v>
                </c:pt>
                <c:pt idx="7074">
                  <c:v>5.0780821721154581</c:v>
                </c:pt>
                <c:pt idx="7075">
                  <c:v>5.0799933963708748</c:v>
                </c:pt>
                <c:pt idx="7076">
                  <c:v>5.0784152247147993</c:v>
                </c:pt>
                <c:pt idx="7077">
                  <c:v>5.0761972666717705</c:v>
                </c:pt>
                <c:pt idx="7078">
                  <c:v>5.0749401845187965</c:v>
                </c:pt>
                <c:pt idx="7079">
                  <c:v>5.0730562361228086</c:v>
                </c:pt>
                <c:pt idx="7080">
                  <c:v>5.0723623765408465</c:v>
                </c:pt>
                <c:pt idx="7081">
                  <c:v>5.0737113352729502</c:v>
                </c:pt>
                <c:pt idx="7082">
                  <c:v>5.0771868539928029</c:v>
                </c:pt>
                <c:pt idx="7083">
                  <c:v>5.0816533956052368</c:v>
                </c:pt>
                <c:pt idx="7084">
                  <c:v>5.0874507120434886</c:v>
                </c:pt>
                <c:pt idx="7085">
                  <c:v>5.0908185628971747</c:v>
                </c:pt>
                <c:pt idx="7086">
                  <c:v>5.0877469183064088</c:v>
                </c:pt>
                <c:pt idx="7087">
                  <c:v>5.0833454559375237</c:v>
                </c:pt>
                <c:pt idx="7088">
                  <c:v>5.0784425005742282</c:v>
                </c:pt>
                <c:pt idx="7089">
                  <c:v>5.0761967881479215</c:v>
                </c:pt>
                <c:pt idx="7090">
                  <c:v>5.0778433887144931</c:v>
                </c:pt>
                <c:pt idx="7091">
                  <c:v>5.0823400773294543</c:v>
                </c:pt>
                <c:pt idx="7092">
                  <c:v>5.0851212579434959</c:v>
                </c:pt>
                <c:pt idx="7093">
                  <c:v>5.0844867353188885</c:v>
                </c:pt>
                <c:pt idx="7094">
                  <c:v>5.0863070400428754</c:v>
                </c:pt>
                <c:pt idx="7095">
                  <c:v>5.0862548809432662</c:v>
                </c:pt>
                <c:pt idx="7096">
                  <c:v>5.0848279228236732</c:v>
                </c:pt>
                <c:pt idx="7097">
                  <c:v>5.0815682183600028</c:v>
                </c:pt>
                <c:pt idx="7098">
                  <c:v>5.0776165684097698</c:v>
                </c:pt>
                <c:pt idx="7099">
                  <c:v>5.0762623459153202</c:v>
                </c:pt>
                <c:pt idx="7100">
                  <c:v>5.0790483117678589</c:v>
                </c:pt>
                <c:pt idx="7101">
                  <c:v>5.0776299670775593</c:v>
                </c:pt>
                <c:pt idx="7102">
                  <c:v>5.0721551757139576</c:v>
                </c:pt>
                <c:pt idx="7103">
                  <c:v>5.0686767858510064</c:v>
                </c:pt>
                <c:pt idx="7104">
                  <c:v>5.0658745501875817</c:v>
                </c:pt>
                <c:pt idx="7105">
                  <c:v>5.0631144246229232</c:v>
                </c:pt>
                <c:pt idx="7106">
                  <c:v>5.0614008307174032</c:v>
                </c:pt>
                <c:pt idx="7107">
                  <c:v>5.064515542454636</c:v>
                </c:pt>
                <c:pt idx="7108">
                  <c:v>5.0695314294464433</c:v>
                </c:pt>
                <c:pt idx="7109">
                  <c:v>5.0711689380598726</c:v>
                </c:pt>
                <c:pt idx="7110">
                  <c:v>5.0699510948625681</c:v>
                </c:pt>
                <c:pt idx="7111">
                  <c:v>5.0678604241635403</c:v>
                </c:pt>
                <c:pt idx="7112">
                  <c:v>5.0679609141719624</c:v>
                </c:pt>
                <c:pt idx="7113">
                  <c:v>5.0716579894341933</c:v>
                </c:pt>
                <c:pt idx="7114">
                  <c:v>5.0759359926498737</c:v>
                </c:pt>
                <c:pt idx="7115">
                  <c:v>5.0743496860883548</c:v>
                </c:pt>
                <c:pt idx="7116">
                  <c:v>5.0691868922747112</c:v>
                </c:pt>
                <c:pt idx="7117">
                  <c:v>5.067485739989281</c:v>
                </c:pt>
                <c:pt idx="7118">
                  <c:v>5.0696668516958887</c:v>
                </c:pt>
                <c:pt idx="7119">
                  <c:v>5.0706181571089504</c:v>
                </c:pt>
                <c:pt idx="7120">
                  <c:v>5.0735893116912951</c:v>
                </c:pt>
                <c:pt idx="7121">
                  <c:v>5.0771050264145163</c:v>
                </c:pt>
                <c:pt idx="7122">
                  <c:v>5.0751617410611747</c:v>
                </c:pt>
                <c:pt idx="7123">
                  <c:v>5.0681236122808357</c:v>
                </c:pt>
                <c:pt idx="7124">
                  <c:v>5.06295076946635</c:v>
                </c:pt>
                <c:pt idx="7125">
                  <c:v>5.0615730993032697</c:v>
                </c:pt>
                <c:pt idx="7126">
                  <c:v>5.0625909195314298</c:v>
                </c:pt>
                <c:pt idx="7127">
                  <c:v>5.0664923244774522</c:v>
                </c:pt>
                <c:pt idx="7128">
                  <c:v>5.0704655080009191</c:v>
                </c:pt>
                <c:pt idx="7129">
                  <c:v>5.0734031659137893</c:v>
                </c:pt>
                <c:pt idx="7130">
                  <c:v>5.0773136628129549</c:v>
                </c:pt>
                <c:pt idx="7131">
                  <c:v>5.078538683868004</c:v>
                </c:pt>
                <c:pt idx="7132">
                  <c:v>5.0728255876272872</c:v>
                </c:pt>
                <c:pt idx="7133">
                  <c:v>5.0693845226246079</c:v>
                </c:pt>
                <c:pt idx="7134">
                  <c:v>5.0728983232524305</c:v>
                </c:pt>
                <c:pt idx="7135">
                  <c:v>5.0741056389250438</c:v>
                </c:pt>
                <c:pt idx="7136">
                  <c:v>5.0709646083760811</c:v>
                </c:pt>
                <c:pt idx="7137">
                  <c:v>5.0689107840134753</c:v>
                </c:pt>
                <c:pt idx="7138">
                  <c:v>5.0699156840976958</c:v>
                </c:pt>
                <c:pt idx="7139">
                  <c:v>5.0697070476992572</c:v>
                </c:pt>
                <c:pt idx="7140">
                  <c:v>5.0711220427226094</c:v>
                </c:pt>
                <c:pt idx="7141">
                  <c:v>5.0759469986984147</c:v>
                </c:pt>
                <c:pt idx="7142">
                  <c:v>5.0792674756909886</c:v>
                </c:pt>
                <c:pt idx="7143">
                  <c:v>5.0781974963632184</c:v>
                </c:pt>
                <c:pt idx="7144">
                  <c:v>5.0728662621545055</c:v>
                </c:pt>
                <c:pt idx="7145">
                  <c:v>5.0677584985835695</c:v>
                </c:pt>
                <c:pt idx="7146">
                  <c:v>5.0653735357170202</c:v>
                </c:pt>
                <c:pt idx="7147">
                  <c:v>5.0626181953908587</c:v>
                </c:pt>
                <c:pt idx="7148">
                  <c:v>5.0607749215220883</c:v>
                </c:pt>
                <c:pt idx="7149">
                  <c:v>5.0618219317050759</c:v>
                </c:pt>
                <c:pt idx="7150">
                  <c:v>5.0661693208789522</c:v>
                </c:pt>
                <c:pt idx="7151">
                  <c:v>5.0702051910267212</c:v>
                </c:pt>
                <c:pt idx="7152">
                  <c:v>5.0694280682949238</c:v>
                </c:pt>
                <c:pt idx="7153">
                  <c:v>5.0639355715488863</c:v>
                </c:pt>
                <c:pt idx="7154">
                  <c:v>5.06055384350356</c:v>
                </c:pt>
                <c:pt idx="7155">
                  <c:v>5.060462923972131</c:v>
                </c:pt>
                <c:pt idx="7156">
                  <c:v>5.0620784204884774</c:v>
                </c:pt>
                <c:pt idx="7157">
                  <c:v>5.0658281333741675</c:v>
                </c:pt>
                <c:pt idx="7158">
                  <c:v>5.0650423972130767</c:v>
                </c:pt>
                <c:pt idx="7159">
                  <c:v>5.0664282022816014</c:v>
                </c:pt>
                <c:pt idx="7160">
                  <c:v>5.0721235931398825</c:v>
                </c:pt>
                <c:pt idx="7161">
                  <c:v>5.0736816667942728</c:v>
                </c:pt>
                <c:pt idx="7162">
                  <c:v>5.0703985146619708</c:v>
                </c:pt>
                <c:pt idx="7163">
                  <c:v>5.0725145471250288</c:v>
                </c:pt>
                <c:pt idx="7164">
                  <c:v>5.0765733864175786</c:v>
                </c:pt>
                <c:pt idx="7165">
                  <c:v>5.071644112242554</c:v>
                </c:pt>
                <c:pt idx="7166">
                  <c:v>5.0675445984227849</c:v>
                </c:pt>
                <c:pt idx="7167">
                  <c:v>5.065194567797259</c:v>
                </c:pt>
                <c:pt idx="7168">
                  <c:v>5.0652161013704919</c:v>
                </c:pt>
                <c:pt idx="7169">
                  <c:v>5.0681982620013786</c:v>
                </c:pt>
                <c:pt idx="7170">
                  <c:v>5.0690098384503486</c:v>
                </c:pt>
                <c:pt idx="7171">
                  <c:v>5.068939016920603</c:v>
                </c:pt>
                <c:pt idx="7172">
                  <c:v>5.0694591723451499</c:v>
                </c:pt>
                <c:pt idx="7173">
                  <c:v>5.0723944376387715</c:v>
                </c:pt>
                <c:pt idx="7174">
                  <c:v>5.0751636551565733</c:v>
                </c:pt>
                <c:pt idx="7175">
                  <c:v>5.0733026759053672</c:v>
                </c:pt>
                <c:pt idx="7176">
                  <c:v>5.0705731758670849</c:v>
                </c:pt>
                <c:pt idx="7177">
                  <c:v>5.0669172536559222</c:v>
                </c:pt>
                <c:pt idx="7178">
                  <c:v>5.0664310734246998</c:v>
                </c:pt>
                <c:pt idx="7179">
                  <c:v>5.0700587627287348</c:v>
                </c:pt>
                <c:pt idx="7180">
                  <c:v>5.0768284396294314</c:v>
                </c:pt>
                <c:pt idx="7181">
                  <c:v>5.0811002220350661</c:v>
                </c:pt>
                <c:pt idx="7182">
                  <c:v>5.0792765676441309</c:v>
                </c:pt>
                <c:pt idx="7183">
                  <c:v>5.0757680307786543</c:v>
                </c:pt>
                <c:pt idx="7184">
                  <c:v>5.0738812112395681</c:v>
                </c:pt>
                <c:pt idx="7185">
                  <c:v>5.0738725978102748</c:v>
                </c:pt>
                <c:pt idx="7186">
                  <c:v>5.0734457545364062</c:v>
                </c:pt>
                <c:pt idx="7187">
                  <c:v>5.0692634560906518</c:v>
                </c:pt>
                <c:pt idx="7188">
                  <c:v>5.0685169588852306</c:v>
                </c:pt>
                <c:pt idx="7189">
                  <c:v>5.0702717058418187</c:v>
                </c:pt>
                <c:pt idx="7190">
                  <c:v>5.0699022854299054</c:v>
                </c:pt>
                <c:pt idx="7191">
                  <c:v>5.0730155615955903</c:v>
                </c:pt>
                <c:pt idx="7192">
                  <c:v>5.0760843350432587</c:v>
                </c:pt>
                <c:pt idx="7193">
                  <c:v>5.0783544521858968</c:v>
                </c:pt>
                <c:pt idx="7194">
                  <c:v>5.081640953985147</c:v>
                </c:pt>
                <c:pt idx="7195">
                  <c:v>5.0830636053900928</c:v>
                </c:pt>
                <c:pt idx="7196">
                  <c:v>5.0796981471556544</c:v>
                </c:pt>
                <c:pt idx="7197">
                  <c:v>5.0743879679963246</c:v>
                </c:pt>
                <c:pt idx="7198">
                  <c:v>5.0729887642600104</c:v>
                </c:pt>
                <c:pt idx="7199">
                  <c:v>5.077043296837914</c:v>
                </c:pt>
                <c:pt idx="7200">
                  <c:v>5.0784769542914017</c:v>
                </c:pt>
                <c:pt idx="7201">
                  <c:v>5.0770031008345455</c:v>
                </c:pt>
                <c:pt idx="7202">
                  <c:v>5.0772624607610446</c:v>
                </c:pt>
                <c:pt idx="7203">
                  <c:v>5.0769418497817931</c:v>
                </c:pt>
                <c:pt idx="7204">
                  <c:v>5.0740501301584873</c:v>
                </c:pt>
                <c:pt idx="7205">
                  <c:v>5.0740577865400809</c:v>
                </c:pt>
                <c:pt idx="7206">
                  <c:v>5.0721092374243932</c:v>
                </c:pt>
                <c:pt idx="7207">
                  <c:v>5.0703482696577593</c:v>
                </c:pt>
                <c:pt idx="7208">
                  <c:v>5.0734859505397747</c:v>
                </c:pt>
                <c:pt idx="7209">
                  <c:v>5.0739304991960799</c:v>
                </c:pt>
                <c:pt idx="7210">
                  <c:v>5.0725202894112247</c:v>
                </c:pt>
                <c:pt idx="7211">
                  <c:v>5.0705420718168597</c:v>
                </c:pt>
                <c:pt idx="7212">
                  <c:v>5.0725757981777813</c:v>
                </c:pt>
                <c:pt idx="7213">
                  <c:v>5.0763326889212159</c:v>
                </c:pt>
                <c:pt idx="7214">
                  <c:v>5.076183389480132</c:v>
                </c:pt>
                <c:pt idx="7215">
                  <c:v>5.0759575262231067</c:v>
                </c:pt>
                <c:pt idx="7216">
                  <c:v>5.0775510106423702</c:v>
                </c:pt>
                <c:pt idx="7217">
                  <c:v>5.0804307671694353</c:v>
                </c:pt>
                <c:pt idx="7218">
                  <c:v>5.0793842355102976</c:v>
                </c:pt>
                <c:pt idx="7219">
                  <c:v>5.0800757024730112</c:v>
                </c:pt>
                <c:pt idx="7220">
                  <c:v>5.0788415894648189</c:v>
                </c:pt>
                <c:pt idx="7221">
                  <c:v>5.0751272873440012</c:v>
                </c:pt>
                <c:pt idx="7222">
                  <c:v>5.0735505512594745</c:v>
                </c:pt>
                <c:pt idx="7223">
                  <c:v>5.0745678929637856</c:v>
                </c:pt>
                <c:pt idx="7224">
                  <c:v>5.0780587244468265</c:v>
                </c:pt>
                <c:pt idx="7225">
                  <c:v>5.0802618482505171</c:v>
                </c:pt>
                <c:pt idx="7226">
                  <c:v>5.080293909348442</c:v>
                </c:pt>
                <c:pt idx="7227">
                  <c:v>5.077971154582344</c:v>
                </c:pt>
                <c:pt idx="7228">
                  <c:v>5.0810035602174413</c:v>
                </c:pt>
                <c:pt idx="7229">
                  <c:v>5.084786769772605</c:v>
                </c:pt>
                <c:pt idx="7230">
                  <c:v>5.0872348977873054</c:v>
                </c:pt>
                <c:pt idx="7231">
                  <c:v>5.0860993606921365</c:v>
                </c:pt>
                <c:pt idx="7232">
                  <c:v>5.0845173608452647</c:v>
                </c:pt>
                <c:pt idx="7233">
                  <c:v>5.0826425044024193</c:v>
                </c:pt>
                <c:pt idx="7234">
                  <c:v>5.079928317127326</c:v>
                </c:pt>
                <c:pt idx="7235">
                  <c:v>5.081641432508996</c:v>
                </c:pt>
                <c:pt idx="7236">
                  <c:v>5.0803465469719011</c:v>
                </c:pt>
                <c:pt idx="7237">
                  <c:v>5.0770198491692824</c:v>
                </c:pt>
                <c:pt idx="7238">
                  <c:v>5.0752789794043336</c:v>
                </c:pt>
                <c:pt idx="7239">
                  <c:v>5.0728887527754383</c:v>
                </c:pt>
                <c:pt idx="7240">
                  <c:v>5.0734859505397747</c:v>
                </c:pt>
                <c:pt idx="7241">
                  <c:v>5.0789765331904144</c:v>
                </c:pt>
                <c:pt idx="7242">
                  <c:v>5.0812653127631879</c:v>
                </c:pt>
                <c:pt idx="7243">
                  <c:v>5.078013264681112</c:v>
                </c:pt>
                <c:pt idx="7244">
                  <c:v>5.0777673034224025</c:v>
                </c:pt>
                <c:pt idx="7245">
                  <c:v>5.0748459153204193</c:v>
                </c:pt>
                <c:pt idx="7246">
                  <c:v>5.0745080774825819</c:v>
                </c:pt>
                <c:pt idx="7247">
                  <c:v>5.0760628014700249</c:v>
                </c:pt>
                <c:pt idx="7248">
                  <c:v>5.0781955822678206</c:v>
                </c:pt>
                <c:pt idx="7249">
                  <c:v>5.0801632723374937</c:v>
                </c:pt>
                <c:pt idx="7250">
                  <c:v>5.0821276127402193</c:v>
                </c:pt>
                <c:pt idx="7251">
                  <c:v>5.0841321491463134</c:v>
                </c:pt>
                <c:pt idx="7252">
                  <c:v>5.0868989740448667</c:v>
                </c:pt>
                <c:pt idx="7253">
                  <c:v>5.090117046933619</c:v>
                </c:pt>
                <c:pt idx="7254">
                  <c:v>5.0909046971901075</c:v>
                </c:pt>
                <c:pt idx="7255">
                  <c:v>5.0867420182221883</c:v>
                </c:pt>
                <c:pt idx="7256">
                  <c:v>5.0814131766327231</c:v>
                </c:pt>
                <c:pt idx="7257">
                  <c:v>5.0809714991195163</c:v>
                </c:pt>
                <c:pt idx="7258">
                  <c:v>5.0794172536559223</c:v>
                </c:pt>
                <c:pt idx="7259">
                  <c:v>5.0792952300742673</c:v>
                </c:pt>
                <c:pt idx="7260">
                  <c:v>5.08145576525534</c:v>
                </c:pt>
                <c:pt idx="7261">
                  <c:v>5.0865424737768929</c:v>
                </c:pt>
                <c:pt idx="7262">
                  <c:v>5.0897002526605926</c:v>
                </c:pt>
                <c:pt idx="7263">
                  <c:v>5.0909635556236124</c:v>
                </c:pt>
                <c:pt idx="7264">
                  <c:v>5.0842374243932316</c:v>
                </c:pt>
                <c:pt idx="7265">
                  <c:v>5.0779979519179239</c:v>
                </c:pt>
                <c:pt idx="7266">
                  <c:v>5.0800426843273865</c:v>
                </c:pt>
                <c:pt idx="7267">
                  <c:v>5.0829736429063628</c:v>
                </c:pt>
                <c:pt idx="7268">
                  <c:v>5.0864290636245313</c:v>
                </c:pt>
                <c:pt idx="7269">
                  <c:v>5.0889398782635329</c:v>
                </c:pt>
                <c:pt idx="7270">
                  <c:v>5.0890063930786313</c:v>
                </c:pt>
                <c:pt idx="7271">
                  <c:v>5.0874679389020745</c:v>
                </c:pt>
                <c:pt idx="7272">
                  <c:v>5.0870846412985227</c:v>
                </c:pt>
                <c:pt idx="7273">
                  <c:v>5.0877186853992802</c:v>
                </c:pt>
                <c:pt idx="7274">
                  <c:v>5.0889752890284052</c:v>
                </c:pt>
                <c:pt idx="7275">
                  <c:v>5.0886355370951692</c:v>
                </c:pt>
                <c:pt idx="7276">
                  <c:v>5.0871382359696806</c:v>
                </c:pt>
                <c:pt idx="7277">
                  <c:v>5.0848422785391625</c:v>
                </c:pt>
                <c:pt idx="7278">
                  <c:v>5.0841230571931701</c:v>
                </c:pt>
                <c:pt idx="7279">
                  <c:v>5.0866223872597809</c:v>
                </c:pt>
                <c:pt idx="7280">
                  <c:v>5.0870281754842663</c:v>
                </c:pt>
                <c:pt idx="7281">
                  <c:v>5.0853475997243702</c:v>
                </c:pt>
                <c:pt idx="7282">
                  <c:v>5.0833990506086826</c:v>
                </c:pt>
                <c:pt idx="7283">
                  <c:v>5.0845168823214149</c:v>
                </c:pt>
                <c:pt idx="7284">
                  <c:v>5.0812882819079705</c:v>
                </c:pt>
                <c:pt idx="7285">
                  <c:v>5.0764590192175181</c:v>
                </c:pt>
                <c:pt idx="7286">
                  <c:v>5.0750263188117293</c:v>
                </c:pt>
                <c:pt idx="7287">
                  <c:v>5.0756335655769087</c:v>
                </c:pt>
                <c:pt idx="7288">
                  <c:v>5.078416660286349</c:v>
                </c:pt>
                <c:pt idx="7289">
                  <c:v>5.0853413789143254</c:v>
                </c:pt>
                <c:pt idx="7290">
                  <c:v>5.0863491501416433</c:v>
                </c:pt>
                <c:pt idx="7291">
                  <c:v>5.084701592527372</c:v>
                </c:pt>
                <c:pt idx="7292">
                  <c:v>5.085984993492076</c:v>
                </c:pt>
                <c:pt idx="7293">
                  <c:v>5.0845786118980172</c:v>
                </c:pt>
                <c:pt idx="7294">
                  <c:v>5.081306944338106</c:v>
                </c:pt>
                <c:pt idx="7295">
                  <c:v>5.0807437217670932</c:v>
                </c:pt>
                <c:pt idx="7296">
                  <c:v>5.0834488170890433</c:v>
                </c:pt>
                <c:pt idx="7297">
                  <c:v>5.0863668555240791</c:v>
                </c:pt>
                <c:pt idx="7298">
                  <c:v>5.0880766212388027</c:v>
                </c:pt>
                <c:pt idx="7299">
                  <c:v>5.0890240984610671</c:v>
                </c:pt>
                <c:pt idx="7300">
                  <c:v>5.0885718934231683</c:v>
                </c:pt>
                <c:pt idx="7301">
                  <c:v>5.091299479366052</c:v>
                </c:pt>
                <c:pt idx="7302">
                  <c:v>5.096428776510221</c:v>
                </c:pt>
                <c:pt idx="7303">
                  <c:v>5.0984156075338793</c:v>
                </c:pt>
                <c:pt idx="7304">
                  <c:v>5.0965967383814412</c:v>
                </c:pt>
                <c:pt idx="7305">
                  <c:v>5.0942199104203354</c:v>
                </c:pt>
                <c:pt idx="7306">
                  <c:v>5.0904309585789758</c:v>
                </c:pt>
                <c:pt idx="7307">
                  <c:v>5.0900189495444454</c:v>
                </c:pt>
                <c:pt idx="7308">
                  <c:v>5.0926135058571322</c:v>
                </c:pt>
                <c:pt idx="7309">
                  <c:v>5.0938988209172349</c:v>
                </c:pt>
                <c:pt idx="7310">
                  <c:v>5.0927714187275095</c:v>
                </c:pt>
                <c:pt idx="7311">
                  <c:v>5.09578659750402</c:v>
                </c:pt>
                <c:pt idx="7312">
                  <c:v>5.0996894380215911</c:v>
                </c:pt>
                <c:pt idx="7313">
                  <c:v>5.1001277658678505</c:v>
                </c:pt>
                <c:pt idx="7314">
                  <c:v>5.1011187887604317</c:v>
                </c:pt>
                <c:pt idx="7315">
                  <c:v>5.1002282558762726</c:v>
                </c:pt>
                <c:pt idx="7316">
                  <c:v>5.1003785123650562</c:v>
                </c:pt>
                <c:pt idx="7317">
                  <c:v>5.1002095934461371</c:v>
                </c:pt>
                <c:pt idx="7318">
                  <c:v>5.0958220082688923</c:v>
                </c:pt>
                <c:pt idx="7319">
                  <c:v>5.0900251703544903</c:v>
                </c:pt>
                <c:pt idx="7320">
                  <c:v>5.0889858165530972</c:v>
                </c:pt>
                <c:pt idx="7321">
                  <c:v>5.0918703583186584</c:v>
                </c:pt>
                <c:pt idx="7322">
                  <c:v>5.0986266365515656</c:v>
                </c:pt>
                <c:pt idx="7323">
                  <c:v>5.1008536865477376</c:v>
                </c:pt>
                <c:pt idx="7324">
                  <c:v>5.0966154008115767</c:v>
                </c:pt>
                <c:pt idx="7325">
                  <c:v>5.0952334239338493</c:v>
                </c:pt>
                <c:pt idx="7326">
                  <c:v>5.0951965775974273</c:v>
                </c:pt>
                <c:pt idx="7327">
                  <c:v>5.0955497281984536</c:v>
                </c:pt>
                <c:pt idx="7328">
                  <c:v>5.0959172345149684</c:v>
                </c:pt>
                <c:pt idx="7329">
                  <c:v>5.0973341436337183</c:v>
                </c:pt>
                <c:pt idx="7330">
                  <c:v>5.103121411071128</c:v>
                </c:pt>
                <c:pt idx="7331">
                  <c:v>5.1056752928565956</c:v>
                </c:pt>
                <c:pt idx="7332">
                  <c:v>5.104606749100375</c:v>
                </c:pt>
                <c:pt idx="7333">
                  <c:v>5.1058073654390936</c:v>
                </c:pt>
                <c:pt idx="7334">
                  <c:v>5.1079688576678661</c:v>
                </c:pt>
                <c:pt idx="7335">
                  <c:v>5.111565442921675</c:v>
                </c:pt>
                <c:pt idx="7336">
                  <c:v>5.1119233787611975</c:v>
                </c:pt>
                <c:pt idx="7337">
                  <c:v>5.1093924661205117</c:v>
                </c:pt>
                <c:pt idx="7338">
                  <c:v>5.1078564045632033</c:v>
                </c:pt>
                <c:pt idx="7339">
                  <c:v>5.1079176556159558</c:v>
                </c:pt>
                <c:pt idx="7340">
                  <c:v>5.1079817778118057</c:v>
                </c:pt>
                <c:pt idx="7341">
                  <c:v>5.1106476341780871</c:v>
                </c:pt>
                <c:pt idx="7342">
                  <c:v>5.1094403185054746</c:v>
                </c:pt>
                <c:pt idx="7343">
                  <c:v>5.1074692787688543</c:v>
                </c:pt>
                <c:pt idx="7344">
                  <c:v>5.1089527027027026</c:v>
                </c:pt>
                <c:pt idx="7345">
                  <c:v>5.1099934920756453</c:v>
                </c:pt>
                <c:pt idx="7346">
                  <c:v>5.1097317395298978</c:v>
                </c:pt>
                <c:pt idx="7347">
                  <c:v>5.1090077329454102</c:v>
                </c:pt>
                <c:pt idx="7348">
                  <c:v>5.10961354413904</c:v>
                </c:pt>
                <c:pt idx="7349">
                  <c:v>5.1096532616185595</c:v>
                </c:pt>
                <c:pt idx="7350">
                  <c:v>5.1095470293239416</c:v>
                </c:pt>
                <c:pt idx="7351">
                  <c:v>5.1101542760891201</c:v>
                </c:pt>
                <c:pt idx="7352">
                  <c:v>5.1142418268126484</c:v>
                </c:pt>
                <c:pt idx="7353">
                  <c:v>5.1189122195850238</c:v>
                </c:pt>
                <c:pt idx="7354">
                  <c:v>5.1189624645892353</c:v>
                </c:pt>
                <c:pt idx="7355">
                  <c:v>5.1172622693515049</c:v>
                </c:pt>
                <c:pt idx="7356">
                  <c:v>5.1157228581272491</c:v>
                </c:pt>
                <c:pt idx="7357">
                  <c:v>5.1151701630809283</c:v>
                </c:pt>
                <c:pt idx="7358">
                  <c:v>5.1163841780874355</c:v>
                </c:pt>
                <c:pt idx="7359">
                  <c:v>5.1180877229921142</c:v>
                </c:pt>
                <c:pt idx="7360">
                  <c:v>5.1205904027256715</c:v>
                </c:pt>
                <c:pt idx="7361">
                  <c:v>5.1215594135211697</c:v>
                </c:pt>
                <c:pt idx="7362">
                  <c:v>5.1213498200750323</c:v>
                </c:pt>
                <c:pt idx="7363">
                  <c:v>5.125456033228696</c:v>
                </c:pt>
                <c:pt idx="7364">
                  <c:v>5.1221881938595821</c:v>
                </c:pt>
                <c:pt idx="7365">
                  <c:v>5.1187930671464663</c:v>
                </c:pt>
                <c:pt idx="7366">
                  <c:v>5.1199290827654851</c:v>
                </c:pt>
                <c:pt idx="7367">
                  <c:v>5.1190218015465891</c:v>
                </c:pt>
                <c:pt idx="7368">
                  <c:v>5.1162119095015699</c:v>
                </c:pt>
                <c:pt idx="7369">
                  <c:v>5.1133608644054815</c:v>
                </c:pt>
                <c:pt idx="7370">
                  <c:v>5.1111390781716564</c:v>
                </c:pt>
                <c:pt idx="7371">
                  <c:v>5.1111941084143631</c:v>
                </c:pt>
                <c:pt idx="7372">
                  <c:v>5.1134785812724903</c:v>
                </c:pt>
                <c:pt idx="7373">
                  <c:v>5.116959842278539</c:v>
                </c:pt>
                <c:pt idx="7374">
                  <c:v>5.1195749751167599</c:v>
                </c:pt>
                <c:pt idx="7375">
                  <c:v>5.1141800972360461</c:v>
                </c:pt>
                <c:pt idx="7376">
                  <c:v>5.1136025189495449</c:v>
                </c:pt>
                <c:pt idx="7377">
                  <c:v>5.1166913903988975</c:v>
                </c:pt>
                <c:pt idx="7378">
                  <c:v>5.1175795306638081</c:v>
                </c:pt>
                <c:pt idx="7379">
                  <c:v>5.1194634790597959</c:v>
                </c:pt>
                <c:pt idx="7380">
                  <c:v>5.1208856519408927</c:v>
                </c:pt>
                <c:pt idx="7381">
                  <c:v>5.1229141145394683</c:v>
                </c:pt>
                <c:pt idx="7382">
                  <c:v>5.1251727471097155</c:v>
                </c:pt>
                <c:pt idx="7383">
                  <c:v>5.1272820802388788</c:v>
                </c:pt>
                <c:pt idx="7384">
                  <c:v>5.1294416583722535</c:v>
                </c:pt>
                <c:pt idx="7385">
                  <c:v>5.1307116606691681</c:v>
                </c:pt>
                <c:pt idx="7386">
                  <c:v>5.1351203008957969</c:v>
                </c:pt>
                <c:pt idx="7387">
                  <c:v>5.1397615037133448</c:v>
                </c:pt>
                <c:pt idx="7388">
                  <c:v>5.1367353188882934</c:v>
                </c:pt>
                <c:pt idx="7389">
                  <c:v>5.132716675599112</c:v>
                </c:pt>
                <c:pt idx="7390">
                  <c:v>5.1296383316744505</c:v>
                </c:pt>
                <c:pt idx="7391">
                  <c:v>5.1310973508919684</c:v>
                </c:pt>
                <c:pt idx="7392">
                  <c:v>5.131173914707909</c:v>
                </c:pt>
                <c:pt idx="7393">
                  <c:v>5.1296737424393228</c:v>
                </c:pt>
                <c:pt idx="7394">
                  <c:v>5.1351002028941126</c:v>
                </c:pt>
                <c:pt idx="7395">
                  <c:v>5.1418646160324633</c:v>
                </c:pt>
                <c:pt idx="7396">
                  <c:v>5.1427283515810425</c:v>
                </c:pt>
                <c:pt idx="7397">
                  <c:v>5.139776816476533</c:v>
                </c:pt>
                <c:pt idx="7398">
                  <c:v>5.1378167827884544</c:v>
                </c:pt>
                <c:pt idx="7399">
                  <c:v>5.1395131498353877</c:v>
                </c:pt>
                <c:pt idx="7400">
                  <c:v>5.1438476188653244</c:v>
                </c:pt>
                <c:pt idx="7401">
                  <c:v>5.1467374243932316</c:v>
                </c:pt>
                <c:pt idx="7402">
                  <c:v>5.1469953487481819</c:v>
                </c:pt>
                <c:pt idx="7403">
                  <c:v>5.1446481892657534</c:v>
                </c:pt>
                <c:pt idx="7404">
                  <c:v>5.1428537248296458</c:v>
                </c:pt>
                <c:pt idx="7405">
                  <c:v>5.1427206951994489</c:v>
                </c:pt>
                <c:pt idx="7406">
                  <c:v>5.1405218781104054</c:v>
                </c:pt>
                <c:pt idx="7407">
                  <c:v>5.140328075951305</c:v>
                </c:pt>
                <c:pt idx="7408">
                  <c:v>5.1439313605390096</c:v>
                </c:pt>
                <c:pt idx="7409">
                  <c:v>5.1431671579511526</c:v>
                </c:pt>
                <c:pt idx="7410">
                  <c:v>5.144157223796034</c:v>
                </c:pt>
                <c:pt idx="7411">
                  <c:v>5.1443725595283665</c:v>
                </c:pt>
                <c:pt idx="7412">
                  <c:v>5.1399079320113312</c:v>
                </c:pt>
                <c:pt idx="7413">
                  <c:v>5.1377842431666796</c:v>
                </c:pt>
                <c:pt idx="7414">
                  <c:v>5.1372152783094709</c:v>
                </c:pt>
                <c:pt idx="7415">
                  <c:v>5.1390217058418193</c:v>
                </c:pt>
                <c:pt idx="7416">
                  <c:v>5.142253655922211</c:v>
                </c:pt>
                <c:pt idx="7417">
                  <c:v>5.1422340364443766</c:v>
                </c:pt>
                <c:pt idx="7418">
                  <c:v>5.1433547393002064</c:v>
                </c:pt>
                <c:pt idx="7419">
                  <c:v>5.1451678661664495</c:v>
                </c:pt>
                <c:pt idx="7420">
                  <c:v>5.1443658601944717</c:v>
                </c:pt>
                <c:pt idx="7421">
                  <c:v>5.1458990506086826</c:v>
                </c:pt>
                <c:pt idx="7422">
                  <c:v>5.1490735778271191</c:v>
                </c:pt>
                <c:pt idx="7423">
                  <c:v>5.151237941198989</c:v>
                </c:pt>
                <c:pt idx="7424">
                  <c:v>5.1505306829492383</c:v>
                </c:pt>
                <c:pt idx="7425">
                  <c:v>5.1497018796416816</c:v>
                </c:pt>
                <c:pt idx="7426">
                  <c:v>5.1501631766327236</c:v>
                </c:pt>
                <c:pt idx="7427">
                  <c:v>5.1497325051680578</c:v>
                </c:pt>
                <c:pt idx="7428">
                  <c:v>5.1510986907587473</c:v>
                </c:pt>
                <c:pt idx="7429">
                  <c:v>5.1515834354184209</c:v>
                </c:pt>
                <c:pt idx="7430">
                  <c:v>5.1511345800474695</c:v>
                </c:pt>
                <c:pt idx="7431">
                  <c:v>5.1530324056350967</c:v>
                </c:pt>
                <c:pt idx="7432">
                  <c:v>5.1551484380981547</c:v>
                </c:pt>
                <c:pt idx="7433">
                  <c:v>5.1595709555164229</c:v>
                </c:pt>
                <c:pt idx="7434">
                  <c:v>5.1616032463057957</c:v>
                </c:pt>
                <c:pt idx="7435">
                  <c:v>5.1636245310466276</c:v>
                </c:pt>
                <c:pt idx="7436">
                  <c:v>5.1623779764183446</c:v>
                </c:pt>
                <c:pt idx="7437">
                  <c:v>5.1613300091876582</c:v>
                </c:pt>
                <c:pt idx="7438">
                  <c:v>5.160497856213154</c:v>
                </c:pt>
                <c:pt idx="7439">
                  <c:v>5.160392580966235</c:v>
                </c:pt>
                <c:pt idx="7440">
                  <c:v>5.159336478830105</c:v>
                </c:pt>
                <c:pt idx="7441">
                  <c:v>5.1570003253962176</c:v>
                </c:pt>
                <c:pt idx="7442">
                  <c:v>5.1539315519485491</c:v>
                </c:pt>
                <c:pt idx="7443">
                  <c:v>5.1535147576755227</c:v>
                </c:pt>
                <c:pt idx="7444">
                  <c:v>5.1539975882397977</c:v>
                </c:pt>
                <c:pt idx="7445">
                  <c:v>5.1569065347216902</c:v>
                </c:pt>
                <c:pt idx="7446">
                  <c:v>5.1636556350968528</c:v>
                </c:pt>
                <c:pt idx="7447">
                  <c:v>5.1676010642370418</c:v>
                </c:pt>
                <c:pt idx="7448">
                  <c:v>5.1666382742515884</c:v>
                </c:pt>
                <c:pt idx="7449">
                  <c:v>5.1656864903146769</c:v>
                </c:pt>
                <c:pt idx="7450">
                  <c:v>5.1667258441160708</c:v>
                </c:pt>
                <c:pt idx="7451">
                  <c:v>5.1640599877497895</c:v>
                </c:pt>
                <c:pt idx="7452">
                  <c:v>5.1633627785008809</c:v>
                </c:pt>
                <c:pt idx="7453">
                  <c:v>5.1692318735165763</c:v>
                </c:pt>
                <c:pt idx="7454">
                  <c:v>5.1757019944874054</c:v>
                </c:pt>
                <c:pt idx="7455">
                  <c:v>5.1788009149376002</c:v>
                </c:pt>
                <c:pt idx="7456">
                  <c:v>5.1821840785544753</c:v>
                </c:pt>
                <c:pt idx="7457">
                  <c:v>5.1820721039736624</c:v>
                </c:pt>
                <c:pt idx="7458">
                  <c:v>5.1833368425082309</c:v>
                </c:pt>
                <c:pt idx="7459">
                  <c:v>5.1840689839981628</c:v>
                </c:pt>
                <c:pt idx="7460">
                  <c:v>5.181840976954291</c:v>
                </c:pt>
                <c:pt idx="7461">
                  <c:v>5.1784898744353418</c:v>
                </c:pt>
                <c:pt idx="7462">
                  <c:v>5.1787458846948935</c:v>
                </c:pt>
                <c:pt idx="7463">
                  <c:v>5.1819050991501419</c:v>
                </c:pt>
                <c:pt idx="7464">
                  <c:v>5.1823228504708672</c:v>
                </c:pt>
                <c:pt idx="7465">
                  <c:v>5.1818342776203963</c:v>
                </c:pt>
                <c:pt idx="7466">
                  <c:v>5.1826281486869306</c:v>
                </c:pt>
                <c:pt idx="7467">
                  <c:v>5.1836215641987593</c:v>
                </c:pt>
                <c:pt idx="7468">
                  <c:v>5.1845953602327537</c:v>
                </c:pt>
                <c:pt idx="7469">
                  <c:v>5.1836253923895566</c:v>
                </c:pt>
                <c:pt idx="7470">
                  <c:v>5.183395222417885</c:v>
                </c:pt>
                <c:pt idx="7471">
                  <c:v>5.1835847178623382</c:v>
                </c:pt>
                <c:pt idx="7472">
                  <c:v>5.1879699104203354</c:v>
                </c:pt>
                <c:pt idx="7473">
                  <c:v>5.1895035793583952</c:v>
                </c:pt>
                <c:pt idx="7474">
                  <c:v>5.1861510412678964</c:v>
                </c:pt>
                <c:pt idx="7475">
                  <c:v>5.182578382206569</c:v>
                </c:pt>
                <c:pt idx="7476">
                  <c:v>5.1810844307480286</c:v>
                </c:pt>
                <c:pt idx="7477">
                  <c:v>5.182169244315137</c:v>
                </c:pt>
                <c:pt idx="7478">
                  <c:v>5.1853313299134829</c:v>
                </c:pt>
                <c:pt idx="7479">
                  <c:v>5.1854672306867773</c:v>
                </c:pt>
                <c:pt idx="7480">
                  <c:v>5.1879211009876736</c:v>
                </c:pt>
                <c:pt idx="7481">
                  <c:v>5.1846877153357322</c:v>
                </c:pt>
                <c:pt idx="7482">
                  <c:v>5.1807977949621007</c:v>
                </c:pt>
                <c:pt idx="7483">
                  <c:v>5.1832349169282601</c:v>
                </c:pt>
                <c:pt idx="7484">
                  <c:v>5.1862778500880484</c:v>
                </c:pt>
                <c:pt idx="7485">
                  <c:v>5.1911233825893879</c:v>
                </c:pt>
                <c:pt idx="7486">
                  <c:v>5.196961852078708</c:v>
                </c:pt>
                <c:pt idx="7487">
                  <c:v>5.2000478523849631</c:v>
                </c:pt>
                <c:pt idx="7488">
                  <c:v>5.1953664535640458</c:v>
                </c:pt>
                <c:pt idx="7489">
                  <c:v>5.1905773868769618</c:v>
                </c:pt>
                <c:pt idx="7490">
                  <c:v>5.1906405520251129</c:v>
                </c:pt>
                <c:pt idx="7491">
                  <c:v>5.1933035372482967</c:v>
                </c:pt>
                <c:pt idx="7492">
                  <c:v>5.1929585215527139</c:v>
                </c:pt>
                <c:pt idx="7493">
                  <c:v>5.196145490391241</c:v>
                </c:pt>
                <c:pt idx="7494">
                  <c:v>5.1992448893652856</c:v>
                </c:pt>
                <c:pt idx="7495">
                  <c:v>5.2005751856672537</c:v>
                </c:pt>
                <c:pt idx="7496">
                  <c:v>5.2015197917464207</c:v>
                </c:pt>
                <c:pt idx="7497">
                  <c:v>5.2023351963861879</c:v>
                </c:pt>
                <c:pt idx="7498">
                  <c:v>5.199958846948932</c:v>
                </c:pt>
                <c:pt idx="7499">
                  <c:v>5.2001942806829495</c:v>
                </c:pt>
                <c:pt idx="7500">
                  <c:v>5.2000224906209329</c:v>
                </c:pt>
                <c:pt idx="7501">
                  <c:v>5.1972149911951613</c:v>
                </c:pt>
                <c:pt idx="7502">
                  <c:v>5.1972767207717636</c:v>
                </c:pt>
                <c:pt idx="7503">
                  <c:v>5.2007326200137811</c:v>
                </c:pt>
                <c:pt idx="7504">
                  <c:v>5.2056523237118135</c:v>
                </c:pt>
                <c:pt idx="7505">
                  <c:v>5.2083028673149068</c:v>
                </c:pt>
                <c:pt idx="7506">
                  <c:v>5.2053374550187579</c:v>
                </c:pt>
                <c:pt idx="7507">
                  <c:v>5.2030228351581043</c:v>
                </c:pt>
                <c:pt idx="7508">
                  <c:v>5.2024265944414667</c:v>
                </c:pt>
                <c:pt idx="7509">
                  <c:v>5.1983854605313526</c:v>
                </c:pt>
                <c:pt idx="7510">
                  <c:v>5.1979681877344763</c:v>
                </c:pt>
                <c:pt idx="7511">
                  <c:v>5.2050953219508465</c:v>
                </c:pt>
                <c:pt idx="7512">
                  <c:v>5.211849686088355</c:v>
                </c:pt>
                <c:pt idx="7513">
                  <c:v>5.2109113008192329</c:v>
                </c:pt>
                <c:pt idx="7514">
                  <c:v>5.2099236275935992</c:v>
                </c:pt>
                <c:pt idx="7515">
                  <c:v>5.2062614845723907</c:v>
                </c:pt>
                <c:pt idx="7516">
                  <c:v>5.2051642293851925</c:v>
                </c:pt>
                <c:pt idx="7517">
                  <c:v>5.2112113352729503</c:v>
                </c:pt>
                <c:pt idx="7518">
                  <c:v>5.2146409157032387</c:v>
                </c:pt>
                <c:pt idx="7519">
                  <c:v>5.2152553403261619</c:v>
                </c:pt>
                <c:pt idx="7520">
                  <c:v>5.2125885269121817</c:v>
                </c:pt>
                <c:pt idx="7521">
                  <c:v>5.2135991692825971</c:v>
                </c:pt>
                <c:pt idx="7522">
                  <c:v>5.215556810351428</c:v>
                </c:pt>
                <c:pt idx="7523">
                  <c:v>5.2176326468111167</c:v>
                </c:pt>
                <c:pt idx="7524">
                  <c:v>5.2203439629431134</c:v>
                </c:pt>
                <c:pt idx="7525">
                  <c:v>5.2170153510450961</c:v>
                </c:pt>
                <c:pt idx="7526">
                  <c:v>5.2107825779036823</c:v>
                </c:pt>
                <c:pt idx="7527">
                  <c:v>5.2075712043488247</c:v>
                </c:pt>
                <c:pt idx="7528">
                  <c:v>5.2104930709746577</c:v>
                </c:pt>
                <c:pt idx="7529">
                  <c:v>5.2162875162698112</c:v>
                </c:pt>
                <c:pt idx="7530">
                  <c:v>5.2184360883546432</c:v>
                </c:pt>
                <c:pt idx="7531">
                  <c:v>5.2161104624454486</c:v>
                </c:pt>
                <c:pt idx="7532">
                  <c:v>5.2139786386953526</c:v>
                </c:pt>
                <c:pt idx="7533">
                  <c:v>5.2127411760202129</c:v>
                </c:pt>
                <c:pt idx="7534">
                  <c:v>5.2182351083377991</c:v>
                </c:pt>
                <c:pt idx="7535">
                  <c:v>5.2222202549575067</c:v>
                </c:pt>
                <c:pt idx="7536">
                  <c:v>5.2189160477758207</c:v>
                </c:pt>
                <c:pt idx="7537">
                  <c:v>5.2192452721843656</c:v>
                </c:pt>
                <c:pt idx="7538">
                  <c:v>5.221709670009953</c:v>
                </c:pt>
                <c:pt idx="7539">
                  <c:v>5.2239654314371027</c:v>
                </c:pt>
                <c:pt idx="7540">
                  <c:v>5.2235529438787225</c:v>
                </c:pt>
                <c:pt idx="7541">
                  <c:v>5.2242472819845345</c:v>
                </c:pt>
                <c:pt idx="7542">
                  <c:v>5.2245980399663114</c:v>
                </c:pt>
                <c:pt idx="7543">
                  <c:v>5.2202606997932772</c:v>
                </c:pt>
                <c:pt idx="7544">
                  <c:v>5.2243640418038435</c:v>
                </c:pt>
                <c:pt idx="7545">
                  <c:v>5.2297493492075642</c:v>
                </c:pt>
                <c:pt idx="7546">
                  <c:v>5.2309585789755761</c:v>
                </c:pt>
                <c:pt idx="7547">
                  <c:v>5.2295340134752317</c:v>
                </c:pt>
                <c:pt idx="7548">
                  <c:v>5.2277534262307634</c:v>
                </c:pt>
                <c:pt idx="7549">
                  <c:v>5.2272332708062166</c:v>
                </c:pt>
                <c:pt idx="7550">
                  <c:v>5.2252708444988896</c:v>
                </c:pt>
                <c:pt idx="7551">
                  <c:v>5.2234629813949924</c:v>
                </c:pt>
                <c:pt idx="7552">
                  <c:v>5.2211588890590308</c:v>
                </c:pt>
                <c:pt idx="7553">
                  <c:v>5.2195017609677663</c:v>
                </c:pt>
                <c:pt idx="7554">
                  <c:v>5.2234759015389329</c:v>
                </c:pt>
                <c:pt idx="7555">
                  <c:v>5.2246506775897714</c:v>
                </c:pt>
                <c:pt idx="7556">
                  <c:v>5.2202535219355335</c:v>
                </c:pt>
                <c:pt idx="7557">
                  <c:v>5.2177963019676898</c:v>
                </c:pt>
                <c:pt idx="7558">
                  <c:v>5.2151558073654387</c:v>
                </c:pt>
                <c:pt idx="7559">
                  <c:v>5.2171703927723758</c:v>
                </c:pt>
                <c:pt idx="7560">
                  <c:v>5.2220159252737153</c:v>
                </c:pt>
                <c:pt idx="7561">
                  <c:v>5.2253301814562434</c:v>
                </c:pt>
                <c:pt idx="7562">
                  <c:v>5.2273993185820382</c:v>
                </c:pt>
                <c:pt idx="7563">
                  <c:v>5.2277208866089886</c:v>
                </c:pt>
                <c:pt idx="7564">
                  <c:v>5.2287473202664421</c:v>
                </c:pt>
                <c:pt idx="7565">
                  <c:v>5.2293717938902073</c:v>
                </c:pt>
                <c:pt idx="7566">
                  <c:v>5.2293985912257863</c:v>
                </c:pt>
                <c:pt idx="7567">
                  <c:v>5.2274203736314222</c:v>
                </c:pt>
                <c:pt idx="7568">
                  <c:v>5.2225925465125185</c:v>
                </c:pt>
                <c:pt idx="7569">
                  <c:v>5.2226604968991657</c:v>
                </c:pt>
                <c:pt idx="7570">
                  <c:v>5.2281127976418347</c:v>
                </c:pt>
                <c:pt idx="7571">
                  <c:v>5.2323041880407315</c:v>
                </c:pt>
                <c:pt idx="7572">
                  <c:v>5.2351203008957965</c:v>
                </c:pt>
                <c:pt idx="7573">
                  <c:v>5.2334488170890436</c:v>
                </c:pt>
                <c:pt idx="7574">
                  <c:v>5.2313079013858053</c:v>
                </c:pt>
                <c:pt idx="7575">
                  <c:v>5.2332918612663653</c:v>
                </c:pt>
                <c:pt idx="7576">
                  <c:v>5.2351590613276162</c:v>
                </c:pt>
                <c:pt idx="7577">
                  <c:v>5.2379115305106803</c:v>
                </c:pt>
                <c:pt idx="7578">
                  <c:v>5.243715067758977</c:v>
                </c:pt>
                <c:pt idx="7579">
                  <c:v>5.2485208827807979</c:v>
                </c:pt>
                <c:pt idx="7580">
                  <c:v>5.2477030855217821</c:v>
                </c:pt>
                <c:pt idx="7581">
                  <c:v>5.2441160707449663</c:v>
                </c:pt>
                <c:pt idx="7582">
                  <c:v>5.2424685131306941</c:v>
                </c:pt>
                <c:pt idx="7583">
                  <c:v>5.2446036865477375</c:v>
                </c:pt>
                <c:pt idx="7584">
                  <c:v>5.245157338641758</c:v>
                </c:pt>
                <c:pt idx="7585">
                  <c:v>5.2452200252660592</c:v>
                </c:pt>
                <c:pt idx="7586">
                  <c:v>5.245157338641758</c:v>
                </c:pt>
                <c:pt idx="7587">
                  <c:v>5.2457798981701247</c:v>
                </c:pt>
                <c:pt idx="7588">
                  <c:v>5.2413990123267746</c:v>
                </c:pt>
                <c:pt idx="7589">
                  <c:v>5.2384096738381443</c:v>
                </c:pt>
                <c:pt idx="7590">
                  <c:v>5.2417181877344765</c:v>
                </c:pt>
                <c:pt idx="7591">
                  <c:v>5.2449314753847336</c:v>
                </c:pt>
                <c:pt idx="7592">
                  <c:v>5.2434274749253502</c:v>
                </c:pt>
                <c:pt idx="7593">
                  <c:v>5.2437878033841203</c:v>
                </c:pt>
                <c:pt idx="7594">
                  <c:v>5.2471164152821377</c:v>
                </c:pt>
                <c:pt idx="7595">
                  <c:v>5.2469680728887527</c:v>
                </c:pt>
                <c:pt idx="7596">
                  <c:v>5.2474255416889974</c:v>
                </c:pt>
                <c:pt idx="7597">
                  <c:v>5.2454679006201665</c:v>
                </c:pt>
                <c:pt idx="7598">
                  <c:v>5.2441682298445755</c:v>
                </c:pt>
                <c:pt idx="7599">
                  <c:v>5.2483084181915629</c:v>
                </c:pt>
                <c:pt idx="7600">
                  <c:v>5.2513393882551105</c:v>
                </c:pt>
                <c:pt idx="7601">
                  <c:v>5.2512010948625676</c:v>
                </c:pt>
                <c:pt idx="7602">
                  <c:v>5.2485242324477452</c:v>
                </c:pt>
                <c:pt idx="7603">
                  <c:v>5.2480734629813952</c:v>
                </c:pt>
                <c:pt idx="7604">
                  <c:v>5.2524242018222189</c:v>
                </c:pt>
                <c:pt idx="7605">
                  <c:v>5.2558188500114849</c:v>
                </c:pt>
                <c:pt idx="7606">
                  <c:v>5.2547369075874739</c:v>
                </c:pt>
                <c:pt idx="7607">
                  <c:v>5.2524763609218281</c:v>
                </c:pt>
                <c:pt idx="7608">
                  <c:v>5.2515446749866017</c:v>
                </c:pt>
                <c:pt idx="7609">
                  <c:v>5.2488783400964705</c:v>
                </c:pt>
                <c:pt idx="7610">
                  <c:v>5.2434432662123882</c:v>
                </c:pt>
                <c:pt idx="7611">
                  <c:v>5.2449908123420874</c:v>
                </c:pt>
                <c:pt idx="7612">
                  <c:v>5.2494195505704004</c:v>
                </c:pt>
                <c:pt idx="7613">
                  <c:v>5.2545727739070518</c:v>
                </c:pt>
                <c:pt idx="7614">
                  <c:v>5.2587732562590919</c:v>
                </c:pt>
                <c:pt idx="7615">
                  <c:v>5.2612989051374317</c:v>
                </c:pt>
                <c:pt idx="7616">
                  <c:v>5.2614970140111783</c:v>
                </c:pt>
                <c:pt idx="7617">
                  <c:v>5.260108816323406</c:v>
                </c:pt>
                <c:pt idx="7618">
                  <c:v>5.2618080545134367</c:v>
                </c:pt>
                <c:pt idx="7619">
                  <c:v>5.2624712885690226</c:v>
                </c:pt>
                <c:pt idx="7620">
                  <c:v>5.2604299058265065</c:v>
                </c:pt>
                <c:pt idx="7621">
                  <c:v>5.2592914975882401</c:v>
                </c:pt>
                <c:pt idx="7622">
                  <c:v>5.2614233213383352</c:v>
                </c:pt>
                <c:pt idx="7623">
                  <c:v>5.2617683370339181</c:v>
                </c:pt>
                <c:pt idx="7624">
                  <c:v>5.2622975844116073</c:v>
                </c:pt>
                <c:pt idx="7625">
                  <c:v>5.2641882321414899</c:v>
                </c:pt>
                <c:pt idx="7626">
                  <c:v>5.2668119784090042</c:v>
                </c:pt>
                <c:pt idx="7627">
                  <c:v>5.264771552714187</c:v>
                </c:pt>
                <c:pt idx="7628">
                  <c:v>5.2632206569175404</c:v>
                </c:pt>
                <c:pt idx="7629">
                  <c:v>5.2595939246612051</c:v>
                </c:pt>
                <c:pt idx="7630">
                  <c:v>5.257011809968609</c:v>
                </c:pt>
                <c:pt idx="7631">
                  <c:v>5.2591972283898629</c:v>
                </c:pt>
                <c:pt idx="7632">
                  <c:v>5.2612075070821529</c:v>
                </c:pt>
                <c:pt idx="7633">
                  <c:v>5.2623530931781639</c:v>
                </c:pt>
                <c:pt idx="7634">
                  <c:v>5.2632661166832557</c:v>
                </c:pt>
                <c:pt idx="7635">
                  <c:v>5.2616228657836306</c:v>
                </c:pt>
                <c:pt idx="7636">
                  <c:v>5.2613505857131919</c:v>
                </c:pt>
                <c:pt idx="7637">
                  <c:v>5.2635005933695735</c:v>
                </c:pt>
                <c:pt idx="7638">
                  <c:v>5.2627885498813258</c:v>
                </c:pt>
                <c:pt idx="7639">
                  <c:v>5.258810102595513</c:v>
                </c:pt>
                <c:pt idx="7640">
                  <c:v>5.2549780836076874</c:v>
                </c:pt>
                <c:pt idx="7641">
                  <c:v>5.2569251971518263</c:v>
                </c:pt>
                <c:pt idx="7642">
                  <c:v>5.2591685169588853</c:v>
                </c:pt>
                <c:pt idx="7643">
                  <c:v>5.2637250210550492</c:v>
                </c:pt>
                <c:pt idx="7644">
                  <c:v>5.2674795191792363</c:v>
                </c:pt>
                <c:pt idx="7645">
                  <c:v>5.26931657223796</c:v>
                </c:pt>
                <c:pt idx="7646">
                  <c:v>5.2682609486256791</c:v>
                </c:pt>
                <c:pt idx="7647">
                  <c:v>5.2657750172268587</c:v>
                </c:pt>
                <c:pt idx="7648">
                  <c:v>5.2633331100222032</c:v>
                </c:pt>
                <c:pt idx="7649">
                  <c:v>5.2662171732639154</c:v>
                </c:pt>
                <c:pt idx="7650">
                  <c:v>5.2638307748258173</c:v>
                </c:pt>
                <c:pt idx="7651">
                  <c:v>5.2606619898935758</c:v>
                </c:pt>
                <c:pt idx="7652">
                  <c:v>5.2614797871525916</c:v>
                </c:pt>
                <c:pt idx="7653">
                  <c:v>5.2700597197764338</c:v>
                </c:pt>
                <c:pt idx="7654">
                  <c:v>5.2734194357246764</c:v>
                </c:pt>
                <c:pt idx="7655">
                  <c:v>5.2672397787305716</c:v>
                </c:pt>
                <c:pt idx="7656">
                  <c:v>5.2631211239568181</c:v>
                </c:pt>
                <c:pt idx="7657">
                  <c:v>5.2646500076563818</c:v>
                </c:pt>
                <c:pt idx="7658">
                  <c:v>5.266330583416277</c:v>
                </c:pt>
                <c:pt idx="7659">
                  <c:v>5.2646480935609832</c:v>
                </c:pt>
                <c:pt idx="7660">
                  <c:v>5.2623205535563891</c:v>
                </c:pt>
                <c:pt idx="7661">
                  <c:v>5.2644743894035679</c:v>
                </c:pt>
                <c:pt idx="7662">
                  <c:v>5.2694792703468343</c:v>
                </c:pt>
                <c:pt idx="7663">
                  <c:v>5.2728471212005203</c:v>
                </c:pt>
                <c:pt idx="7664">
                  <c:v>5.2720140111783174</c:v>
                </c:pt>
                <c:pt idx="7665">
                  <c:v>5.2692165607533878</c:v>
                </c:pt>
                <c:pt idx="7666">
                  <c:v>5.269825721613965</c:v>
                </c:pt>
                <c:pt idx="7667">
                  <c:v>5.2687485644284511</c:v>
                </c:pt>
                <c:pt idx="7668">
                  <c:v>5.2645562169818545</c:v>
                </c:pt>
                <c:pt idx="7669">
                  <c:v>5.2672751894954448</c:v>
                </c:pt>
                <c:pt idx="7670">
                  <c:v>5.2709674795191788</c:v>
                </c:pt>
                <c:pt idx="7671">
                  <c:v>5.2717374243932316</c:v>
                </c:pt>
                <c:pt idx="7672">
                  <c:v>5.2686461603246304</c:v>
                </c:pt>
                <c:pt idx="7673">
                  <c:v>5.2687150677589774</c:v>
                </c:pt>
                <c:pt idx="7674">
                  <c:v>5.2756268662430132</c:v>
                </c:pt>
                <c:pt idx="7675">
                  <c:v>5.2795234859505396</c:v>
                </c:pt>
                <c:pt idx="7676">
                  <c:v>5.2795072161396526</c:v>
                </c:pt>
                <c:pt idx="7677">
                  <c:v>5.2794569711354411</c:v>
                </c:pt>
                <c:pt idx="7678">
                  <c:v>5.2782644897021669</c:v>
                </c:pt>
                <c:pt idx="7679">
                  <c:v>5.2766652629967075</c:v>
                </c:pt>
                <c:pt idx="7680">
                  <c:v>5.276784415435265</c:v>
                </c:pt>
                <c:pt idx="7681">
                  <c:v>5.2751866243013552</c:v>
                </c:pt>
                <c:pt idx="7682">
                  <c:v>5.2759733175101449</c:v>
                </c:pt>
                <c:pt idx="7683">
                  <c:v>5.2757618099686088</c:v>
                </c:pt>
                <c:pt idx="7684">
                  <c:v>5.2761412793813642</c:v>
                </c:pt>
                <c:pt idx="7685">
                  <c:v>5.2763795842584793</c:v>
                </c:pt>
                <c:pt idx="7686">
                  <c:v>5.2779993874894728</c:v>
                </c:pt>
                <c:pt idx="7687">
                  <c:v>5.278916239185361</c:v>
                </c:pt>
                <c:pt idx="7688">
                  <c:v>5.2804953678891353</c:v>
                </c:pt>
                <c:pt idx="7689">
                  <c:v>5.2801929408161703</c:v>
                </c:pt>
                <c:pt idx="7690">
                  <c:v>5.2783554092335958</c:v>
                </c:pt>
                <c:pt idx="7691">
                  <c:v>5.2803183140647727</c:v>
                </c:pt>
                <c:pt idx="7692">
                  <c:v>5.2821596738381444</c:v>
                </c:pt>
                <c:pt idx="7693">
                  <c:v>5.28226829875201</c:v>
                </c:pt>
                <c:pt idx="7694">
                  <c:v>5.2775816361687466</c:v>
                </c:pt>
                <c:pt idx="7695">
                  <c:v>5.2729251205880097</c:v>
                </c:pt>
                <c:pt idx="7696">
                  <c:v>5.2775763724064007</c:v>
                </c:pt>
                <c:pt idx="7697">
                  <c:v>5.2826362835923746</c:v>
                </c:pt>
                <c:pt idx="7698">
                  <c:v>5.2852413674297525</c:v>
                </c:pt>
                <c:pt idx="7699">
                  <c:v>5.2821328765025646</c:v>
                </c:pt>
                <c:pt idx="7700">
                  <c:v>5.2785190643901689</c:v>
                </c:pt>
                <c:pt idx="7701">
                  <c:v>5.2776261388867622</c:v>
                </c:pt>
                <c:pt idx="7702">
                  <c:v>5.2746918306408395</c:v>
                </c:pt>
                <c:pt idx="7703">
                  <c:v>5.2721288569022278</c:v>
                </c:pt>
                <c:pt idx="7704">
                  <c:v>5.2751368578209936</c:v>
                </c:pt>
                <c:pt idx="7705">
                  <c:v>5.2798503177398359</c:v>
                </c:pt>
                <c:pt idx="7706">
                  <c:v>5.2822659061327615</c:v>
                </c:pt>
                <c:pt idx="7707">
                  <c:v>5.2841383699563584</c:v>
                </c:pt>
                <c:pt idx="7708">
                  <c:v>5.2859543679656991</c:v>
                </c:pt>
                <c:pt idx="7709">
                  <c:v>5.2844781218895953</c:v>
                </c:pt>
                <c:pt idx="7710">
                  <c:v>5.2834516882321418</c:v>
                </c:pt>
                <c:pt idx="7711">
                  <c:v>5.2814543296837915</c:v>
                </c:pt>
                <c:pt idx="7712">
                  <c:v>5.2809729346910652</c:v>
                </c:pt>
                <c:pt idx="7713">
                  <c:v>5.2843163808284208</c:v>
                </c:pt>
                <c:pt idx="7714">
                  <c:v>5.2899194165837224</c:v>
                </c:pt>
                <c:pt idx="7715">
                  <c:v>5.2856423704157418</c:v>
                </c:pt>
                <c:pt idx="7716">
                  <c:v>5.2750980973891739</c:v>
                </c:pt>
                <c:pt idx="7717">
                  <c:v>5.2723949161626216</c:v>
                </c:pt>
                <c:pt idx="7718">
                  <c:v>5.2782664037975655</c:v>
                </c:pt>
                <c:pt idx="7719">
                  <c:v>5.2816639231299289</c:v>
                </c:pt>
                <c:pt idx="7720">
                  <c:v>5.2826123573998931</c:v>
                </c:pt>
                <c:pt idx="7721">
                  <c:v>5.2816347331751015</c:v>
                </c:pt>
                <c:pt idx="7722">
                  <c:v>5.2807848748181607</c:v>
                </c:pt>
                <c:pt idx="7723">
                  <c:v>5.2799905252277775</c:v>
                </c:pt>
                <c:pt idx="7724">
                  <c:v>5.2765604662736392</c:v>
                </c:pt>
                <c:pt idx="7725">
                  <c:v>5.2749420986141953</c:v>
                </c:pt>
                <c:pt idx="7726">
                  <c:v>5.2759182872674373</c:v>
                </c:pt>
                <c:pt idx="7727">
                  <c:v>5.2783132991348287</c:v>
                </c:pt>
                <c:pt idx="7728">
                  <c:v>5.2796072276242247</c:v>
                </c:pt>
                <c:pt idx="7729">
                  <c:v>5.2820036750631649</c:v>
                </c:pt>
                <c:pt idx="7730">
                  <c:v>5.2874306140418037</c:v>
                </c:pt>
                <c:pt idx="7731">
                  <c:v>5.2870128627210784</c:v>
                </c:pt>
                <c:pt idx="7732">
                  <c:v>5.2828281716560754</c:v>
                </c:pt>
                <c:pt idx="7733">
                  <c:v>5.2812428221422554</c:v>
                </c:pt>
                <c:pt idx="7734">
                  <c:v>5.2827956320343006</c:v>
                </c:pt>
                <c:pt idx="7735">
                  <c:v>5.2808332057269736</c:v>
                </c:pt>
                <c:pt idx="7736">
                  <c:v>5.2816959842278539</c:v>
                </c:pt>
                <c:pt idx="7737">
                  <c:v>5.2856653395605235</c:v>
                </c:pt>
                <c:pt idx="7738">
                  <c:v>5.2851102518949542</c:v>
                </c:pt>
                <c:pt idx="7739">
                  <c:v>5.2831042799173114</c:v>
                </c:pt>
                <c:pt idx="7740">
                  <c:v>5.2838565194089275</c:v>
                </c:pt>
                <c:pt idx="7741">
                  <c:v>5.2845178393691139</c:v>
                </c:pt>
                <c:pt idx="7742">
                  <c:v>5.282592259398208</c:v>
                </c:pt>
                <c:pt idx="7743">
                  <c:v>5.2826841359773367</c:v>
                </c:pt>
                <c:pt idx="7744">
                  <c:v>5.2838450348365367</c:v>
                </c:pt>
                <c:pt idx="7745">
                  <c:v>5.2835186815710893</c:v>
                </c:pt>
                <c:pt idx="7746">
                  <c:v>5.2855399663119211</c:v>
                </c:pt>
                <c:pt idx="7747">
                  <c:v>5.2869123727126563</c:v>
                </c:pt>
                <c:pt idx="7748">
                  <c:v>5.2882517609677668</c:v>
                </c:pt>
                <c:pt idx="7749">
                  <c:v>5.2861051029783326</c:v>
                </c:pt>
                <c:pt idx="7750">
                  <c:v>5.2833105236965014</c:v>
                </c:pt>
                <c:pt idx="7751">
                  <c:v>5.2818988783400966</c:v>
                </c:pt>
                <c:pt idx="7752">
                  <c:v>5.2811274978944951</c:v>
                </c:pt>
                <c:pt idx="7753">
                  <c:v>5.2811064428451111</c:v>
                </c:pt>
                <c:pt idx="7754">
                  <c:v>5.278290808513896</c:v>
                </c:pt>
                <c:pt idx="7755">
                  <c:v>5.2792382857361613</c:v>
                </c:pt>
                <c:pt idx="7756">
                  <c:v>5.2807451573386421</c:v>
                </c:pt>
                <c:pt idx="7757">
                  <c:v>5.2816682298445752</c:v>
                </c:pt>
                <c:pt idx="7758">
                  <c:v>5.2859668095857897</c:v>
                </c:pt>
                <c:pt idx="7759">
                  <c:v>5.2885436605160399</c:v>
                </c:pt>
                <c:pt idx="7760">
                  <c:v>5.2843733251665261</c:v>
                </c:pt>
                <c:pt idx="7761">
                  <c:v>5.2813122081004513</c:v>
                </c:pt>
                <c:pt idx="7762">
                  <c:v>5.2824338680039808</c:v>
                </c:pt>
                <c:pt idx="7763">
                  <c:v>5.2834239338488631</c:v>
                </c:pt>
                <c:pt idx="7764">
                  <c:v>5.2827568716024809</c:v>
                </c:pt>
                <c:pt idx="7765">
                  <c:v>5.2801403031927112</c:v>
                </c:pt>
                <c:pt idx="7766">
                  <c:v>5.2787755531735705</c:v>
                </c:pt>
                <c:pt idx="7767">
                  <c:v>5.2779682834392467</c:v>
                </c:pt>
                <c:pt idx="7768">
                  <c:v>5.2761891317663272</c:v>
                </c:pt>
                <c:pt idx="7769">
                  <c:v>5.2763752775438331</c:v>
                </c:pt>
                <c:pt idx="7770">
                  <c:v>5.274684174259245</c:v>
                </c:pt>
                <c:pt idx="7771">
                  <c:v>5.2729648380675291</c:v>
                </c:pt>
                <c:pt idx="7772">
                  <c:v>5.2735773485950537</c:v>
                </c:pt>
                <c:pt idx="7773">
                  <c:v>5.2731686892274707</c:v>
                </c:pt>
                <c:pt idx="7774">
                  <c:v>5.2719192634560903</c:v>
                </c:pt>
                <c:pt idx="7775">
                  <c:v>5.2743410726590616</c:v>
                </c:pt>
                <c:pt idx="7776">
                  <c:v>5.2748521361304643</c:v>
                </c:pt>
                <c:pt idx="7777">
                  <c:v>5.2748157683178931</c:v>
                </c:pt>
                <c:pt idx="7778">
                  <c:v>5.2773552943878723</c:v>
                </c:pt>
                <c:pt idx="7779">
                  <c:v>5.2724671732639159</c:v>
                </c:pt>
                <c:pt idx="7780">
                  <c:v>5.2718503560217442</c:v>
                </c:pt>
                <c:pt idx="7781">
                  <c:v>5.2731275361764034</c:v>
                </c:pt>
                <c:pt idx="7782">
                  <c:v>5.2741357859275704</c:v>
                </c:pt>
                <c:pt idx="7783">
                  <c:v>5.2779917311078783</c:v>
                </c:pt>
                <c:pt idx="7784">
                  <c:v>5.2821893423168209</c:v>
                </c:pt>
                <c:pt idx="7785">
                  <c:v>5.2839670584181917</c:v>
                </c:pt>
                <c:pt idx="7786">
                  <c:v>5.283631613199602</c:v>
                </c:pt>
                <c:pt idx="7787">
                  <c:v>5.2802594556312688</c:v>
                </c:pt>
                <c:pt idx="7788">
                  <c:v>5.2756771112472247</c:v>
                </c:pt>
                <c:pt idx="7789">
                  <c:v>5.2762465546282824</c:v>
                </c:pt>
                <c:pt idx="7790">
                  <c:v>5.2777960148533802</c:v>
                </c:pt>
                <c:pt idx="7791">
                  <c:v>5.2749952147615033</c:v>
                </c:pt>
                <c:pt idx="7792">
                  <c:v>5.2734462330602554</c:v>
                </c:pt>
                <c:pt idx="7793">
                  <c:v>5.2729820649261159</c:v>
                </c:pt>
                <c:pt idx="7794">
                  <c:v>5.2752201209708289</c:v>
                </c:pt>
                <c:pt idx="7795">
                  <c:v>5.2752794579281828</c:v>
                </c:pt>
                <c:pt idx="7796">
                  <c:v>5.274164497358548</c:v>
                </c:pt>
                <c:pt idx="7797">
                  <c:v>5.2700415358701473</c:v>
                </c:pt>
                <c:pt idx="7798">
                  <c:v>5.2716249712885688</c:v>
                </c:pt>
                <c:pt idx="7799">
                  <c:v>5.2765040004593828</c:v>
                </c:pt>
                <c:pt idx="7800">
                  <c:v>5.2754617755148914</c:v>
                </c:pt>
                <c:pt idx="7801">
                  <c:v>5.2726676747569101</c:v>
                </c:pt>
                <c:pt idx="7802">
                  <c:v>5.2716934001990658</c:v>
                </c:pt>
                <c:pt idx="7803">
                  <c:v>5.2724767437409081</c:v>
                </c:pt>
                <c:pt idx="7804">
                  <c:v>5.271284262307633</c:v>
                </c:pt>
                <c:pt idx="7805">
                  <c:v>5.2730112548809434</c:v>
                </c:pt>
                <c:pt idx="7806">
                  <c:v>5.2722102059566645</c:v>
                </c:pt>
                <c:pt idx="7807">
                  <c:v>5.2687284664267668</c:v>
                </c:pt>
                <c:pt idx="7808">
                  <c:v>5.2659425005742282</c:v>
                </c:pt>
                <c:pt idx="7809">
                  <c:v>5.2646835043258555</c:v>
                </c:pt>
                <c:pt idx="7810">
                  <c:v>5.2649677474925349</c:v>
                </c:pt>
                <c:pt idx="7811">
                  <c:v>5.2656496439782554</c:v>
                </c:pt>
                <c:pt idx="7812">
                  <c:v>5.2653371679044483</c:v>
                </c:pt>
                <c:pt idx="7813">
                  <c:v>5.2672464780644663</c:v>
                </c:pt>
                <c:pt idx="7814">
                  <c:v>5.2684317816399968</c:v>
                </c:pt>
                <c:pt idx="7815">
                  <c:v>5.266850260316974</c:v>
                </c:pt>
                <c:pt idx="7816">
                  <c:v>5.2649639193017377</c:v>
                </c:pt>
                <c:pt idx="7817">
                  <c:v>5.2624904295230071</c:v>
                </c:pt>
                <c:pt idx="7818">
                  <c:v>5.2603389862950767</c:v>
                </c:pt>
                <c:pt idx="7819">
                  <c:v>5.2607605658066001</c:v>
                </c:pt>
                <c:pt idx="7820">
                  <c:v>5.2623617066074573</c:v>
                </c:pt>
                <c:pt idx="7821">
                  <c:v>5.2667583837378453</c:v>
                </c:pt>
                <c:pt idx="7822">
                  <c:v>5.2724537745961255</c:v>
                </c:pt>
                <c:pt idx="7823">
                  <c:v>5.2741817242171347</c:v>
                </c:pt>
                <c:pt idx="7824">
                  <c:v>5.2720886608988593</c:v>
                </c:pt>
                <c:pt idx="7825">
                  <c:v>5.272371947017839</c:v>
                </c:pt>
                <c:pt idx="7826">
                  <c:v>5.2735940969297905</c:v>
                </c:pt>
                <c:pt idx="7827">
                  <c:v>5.2707731988362303</c:v>
                </c:pt>
                <c:pt idx="7828">
                  <c:v>5.2663770002296912</c:v>
                </c:pt>
                <c:pt idx="7829">
                  <c:v>5.2627713230227391</c:v>
                </c:pt>
                <c:pt idx="7830">
                  <c:v>5.2678585100681419</c:v>
                </c:pt>
                <c:pt idx="7831">
                  <c:v>5.2736673110787837</c:v>
                </c:pt>
                <c:pt idx="7832">
                  <c:v>5.2674895681800784</c:v>
                </c:pt>
                <c:pt idx="7833">
                  <c:v>5.2621659903529592</c:v>
                </c:pt>
                <c:pt idx="7834">
                  <c:v>5.2632421904907742</c:v>
                </c:pt>
                <c:pt idx="7835">
                  <c:v>5.2638614003521935</c:v>
                </c:pt>
                <c:pt idx="7836">
                  <c:v>5.2617032577903684</c:v>
                </c:pt>
                <c:pt idx="7837">
                  <c:v>5.2570429140188351</c:v>
                </c:pt>
                <c:pt idx="7838">
                  <c:v>5.2582755914554777</c:v>
                </c:pt>
                <c:pt idx="7839">
                  <c:v>5.2615061059643216</c:v>
                </c:pt>
                <c:pt idx="7840">
                  <c:v>5.2602710359084295</c:v>
                </c:pt>
                <c:pt idx="7841">
                  <c:v>5.2601686318046088</c:v>
                </c:pt>
                <c:pt idx="7842">
                  <c:v>5.2610036559222113</c:v>
                </c:pt>
                <c:pt idx="7843">
                  <c:v>5.2591737807212313</c:v>
                </c:pt>
                <c:pt idx="7844">
                  <c:v>5.2600432585560064</c:v>
                </c:pt>
                <c:pt idx="7845">
                  <c:v>5.2599666947400658</c:v>
                </c:pt>
                <c:pt idx="7846">
                  <c:v>5.2583014317433578</c:v>
                </c:pt>
                <c:pt idx="7847">
                  <c:v>5.2533439246612055</c:v>
                </c:pt>
                <c:pt idx="7848">
                  <c:v>5.24954923053365</c:v>
                </c:pt>
                <c:pt idx="7849">
                  <c:v>5.2490778845417658</c:v>
                </c:pt>
                <c:pt idx="7850">
                  <c:v>5.2497162353571705</c:v>
                </c:pt>
                <c:pt idx="7851">
                  <c:v>5.2464661013704923</c:v>
                </c:pt>
                <c:pt idx="7852">
                  <c:v>5.242001952377306</c:v>
                </c:pt>
                <c:pt idx="7853">
                  <c:v>5.2392423053364983</c:v>
                </c:pt>
                <c:pt idx="7854">
                  <c:v>5.2416090842967611</c:v>
                </c:pt>
                <c:pt idx="7855">
                  <c:v>5.2450391432508994</c:v>
                </c:pt>
                <c:pt idx="7856">
                  <c:v>5.2453956435188731</c:v>
                </c:pt>
                <c:pt idx="7857">
                  <c:v>5.2436557308016232</c:v>
                </c:pt>
                <c:pt idx="7858">
                  <c:v>5.2434743702626143</c:v>
                </c:pt>
                <c:pt idx="7859">
                  <c:v>5.2471499119516114</c:v>
                </c:pt>
                <c:pt idx="7860">
                  <c:v>5.246849398974045</c:v>
                </c:pt>
                <c:pt idx="7861">
                  <c:v>5.244929561289335</c:v>
                </c:pt>
                <c:pt idx="7862">
                  <c:v>5.2440165377842431</c:v>
                </c:pt>
                <c:pt idx="7863">
                  <c:v>5.2448228504708672</c:v>
                </c:pt>
                <c:pt idx="7864">
                  <c:v>5.2441438251282442</c:v>
                </c:pt>
                <c:pt idx="7865">
                  <c:v>5.2415813299134832</c:v>
                </c:pt>
                <c:pt idx="7866">
                  <c:v>5.2400218206875433</c:v>
                </c:pt>
                <c:pt idx="7867">
                  <c:v>5.2434557078324779</c:v>
                </c:pt>
                <c:pt idx="7868">
                  <c:v>5.2464742362759358</c:v>
                </c:pt>
                <c:pt idx="7869">
                  <c:v>5.2502311270193704</c:v>
                </c:pt>
                <c:pt idx="7870">
                  <c:v>5.2550201937064545</c:v>
                </c:pt>
                <c:pt idx="7871">
                  <c:v>5.2535673952989814</c:v>
                </c:pt>
                <c:pt idx="7872">
                  <c:v>5.2505397749023812</c:v>
                </c:pt>
                <c:pt idx="7873">
                  <c:v>5.2479370836842509</c:v>
                </c:pt>
                <c:pt idx="7874">
                  <c:v>5.2430963364214076</c:v>
                </c:pt>
                <c:pt idx="7875">
                  <c:v>5.239275802005972</c:v>
                </c:pt>
                <c:pt idx="7876">
                  <c:v>5.2404486639614118</c:v>
                </c:pt>
                <c:pt idx="7877">
                  <c:v>5.2453425273715641</c:v>
                </c:pt>
                <c:pt idx="7878">
                  <c:v>5.2512537324860267</c:v>
                </c:pt>
                <c:pt idx="7879">
                  <c:v>5.2570170737309549</c:v>
                </c:pt>
                <c:pt idx="7880">
                  <c:v>5.2587751703544905</c:v>
                </c:pt>
                <c:pt idx="7881">
                  <c:v>5.2581483041114767</c:v>
                </c:pt>
                <c:pt idx="7882">
                  <c:v>5.2557169244315141</c:v>
                </c:pt>
                <c:pt idx="7883">
                  <c:v>5.2525778079779499</c:v>
                </c:pt>
                <c:pt idx="7884">
                  <c:v>5.2471920220503794</c:v>
                </c:pt>
                <c:pt idx="7885">
                  <c:v>5.2459933198070594</c:v>
                </c:pt>
                <c:pt idx="7886">
                  <c:v>5.2442524500421097</c:v>
                </c:pt>
                <c:pt idx="7887">
                  <c:v>5.242781467728352</c:v>
                </c:pt>
                <c:pt idx="7888">
                  <c:v>5.2401036482658299</c:v>
                </c:pt>
                <c:pt idx="7889">
                  <c:v>5.2366520557384577</c:v>
                </c:pt>
                <c:pt idx="7890">
                  <c:v>5.2374770308552181</c:v>
                </c:pt>
                <c:pt idx="7891">
                  <c:v>5.2376119745808127</c:v>
                </c:pt>
                <c:pt idx="7892">
                  <c:v>5.2382115649643977</c:v>
                </c:pt>
                <c:pt idx="7893">
                  <c:v>5.2356801737998619</c:v>
                </c:pt>
                <c:pt idx="7894">
                  <c:v>5.23332487941199</c:v>
                </c:pt>
                <c:pt idx="7895">
                  <c:v>5.2298780721231148</c:v>
                </c:pt>
                <c:pt idx="7896">
                  <c:v>5.2270944988898247</c:v>
                </c:pt>
                <c:pt idx="7897">
                  <c:v>5.2298890781716558</c:v>
                </c:pt>
                <c:pt idx="7898">
                  <c:v>5.230333626827961</c:v>
                </c:pt>
                <c:pt idx="7899">
                  <c:v>5.2285764872521243</c:v>
                </c:pt>
                <c:pt idx="7900">
                  <c:v>5.2293024079320114</c:v>
                </c:pt>
                <c:pt idx="7901">
                  <c:v>5.233860826123574</c:v>
                </c:pt>
                <c:pt idx="7902">
                  <c:v>5.2334727432815251</c:v>
                </c:pt>
                <c:pt idx="7903">
                  <c:v>5.2325898667789605</c:v>
                </c:pt>
                <c:pt idx="7904">
                  <c:v>5.236225690988439</c:v>
                </c:pt>
                <c:pt idx="7905">
                  <c:v>5.2336459689150905</c:v>
                </c:pt>
                <c:pt idx="7906">
                  <c:v>5.2292756105964324</c:v>
                </c:pt>
                <c:pt idx="7907">
                  <c:v>5.2244798445754537</c:v>
                </c:pt>
                <c:pt idx="7908">
                  <c:v>5.2228303728657837</c:v>
                </c:pt>
                <c:pt idx="7909">
                  <c:v>5.2261020404256948</c:v>
                </c:pt>
                <c:pt idx="7910">
                  <c:v>5.2307059183829718</c:v>
                </c:pt>
                <c:pt idx="7911">
                  <c:v>5.2309059413521171</c:v>
                </c:pt>
                <c:pt idx="7912">
                  <c:v>5.2325530204425386</c:v>
                </c:pt>
                <c:pt idx="7913">
                  <c:v>5.2368894035678739</c:v>
                </c:pt>
                <c:pt idx="7914">
                  <c:v>5.2396610137049233</c:v>
                </c:pt>
                <c:pt idx="7915">
                  <c:v>5.2377880713574765</c:v>
                </c:pt>
                <c:pt idx="7916">
                  <c:v>5.2330085751473856</c:v>
                </c:pt>
                <c:pt idx="7917">
                  <c:v>5.2292162736390786</c:v>
                </c:pt>
                <c:pt idx="7918">
                  <c:v>5.2296450310083458</c:v>
                </c:pt>
                <c:pt idx="7919">
                  <c:v>5.2292698683102365</c:v>
                </c:pt>
                <c:pt idx="7920">
                  <c:v>5.225857036214685</c:v>
                </c:pt>
                <c:pt idx="7921">
                  <c:v>5.2236199372176708</c:v>
                </c:pt>
                <c:pt idx="7922">
                  <c:v>5.2188423551029786</c:v>
                </c:pt>
                <c:pt idx="7923">
                  <c:v>5.218038913559452</c:v>
                </c:pt>
                <c:pt idx="7924">
                  <c:v>5.2183968493989736</c:v>
                </c:pt>
                <c:pt idx="7925">
                  <c:v>5.2236338144093102</c:v>
                </c:pt>
                <c:pt idx="7926">
                  <c:v>5.2319783132991349</c:v>
                </c:pt>
                <c:pt idx="7927">
                  <c:v>5.2347336536252964</c:v>
                </c:pt>
                <c:pt idx="7928">
                  <c:v>5.2320055891585637</c:v>
                </c:pt>
                <c:pt idx="7929">
                  <c:v>5.2288726935150445</c:v>
                </c:pt>
                <c:pt idx="7930">
                  <c:v>5.2279285659597274</c:v>
                </c:pt>
                <c:pt idx="7931">
                  <c:v>5.2250205765255338</c:v>
                </c:pt>
                <c:pt idx="7932">
                  <c:v>5.2213675254574685</c:v>
                </c:pt>
                <c:pt idx="7933">
                  <c:v>5.2202267245999536</c:v>
                </c:pt>
                <c:pt idx="7934">
                  <c:v>5.2217551297756684</c:v>
                </c:pt>
                <c:pt idx="7935">
                  <c:v>5.2208904371793894</c:v>
                </c:pt>
                <c:pt idx="7936">
                  <c:v>5.2226437485644288</c:v>
                </c:pt>
                <c:pt idx="7937">
                  <c:v>5.2243386800398133</c:v>
                </c:pt>
                <c:pt idx="7938">
                  <c:v>5.2214713651328379</c:v>
                </c:pt>
                <c:pt idx="7939">
                  <c:v>5.2177436643442308</c:v>
                </c:pt>
                <c:pt idx="7940">
                  <c:v>5.218463842737922</c:v>
                </c:pt>
                <c:pt idx="7941">
                  <c:v>5.2218269083531119</c:v>
                </c:pt>
                <c:pt idx="7942">
                  <c:v>5.2202276816476534</c:v>
                </c:pt>
                <c:pt idx="7943">
                  <c:v>5.218559068983998</c:v>
                </c:pt>
                <c:pt idx="7944">
                  <c:v>5.2217780989204501</c:v>
                </c:pt>
                <c:pt idx="7945">
                  <c:v>5.224005627440472</c:v>
                </c:pt>
                <c:pt idx="7946">
                  <c:v>5.2227126559987749</c:v>
                </c:pt>
                <c:pt idx="7947">
                  <c:v>5.220781812265523</c:v>
                </c:pt>
                <c:pt idx="7948">
                  <c:v>5.2194314179618715</c:v>
                </c:pt>
                <c:pt idx="7949">
                  <c:v>5.2149572199678431</c:v>
                </c:pt>
                <c:pt idx="7950">
                  <c:v>5.2088928872214995</c:v>
                </c:pt>
                <c:pt idx="7951">
                  <c:v>5.2060839522241791</c:v>
                </c:pt>
                <c:pt idx="7952">
                  <c:v>5.2116668899777965</c:v>
                </c:pt>
                <c:pt idx="7953">
                  <c:v>5.2196505818850012</c:v>
                </c:pt>
                <c:pt idx="7954">
                  <c:v>5.2243209746573767</c:v>
                </c:pt>
                <c:pt idx="7955">
                  <c:v>5.2191782788454173</c:v>
                </c:pt>
                <c:pt idx="7956">
                  <c:v>5.2124564543296836</c:v>
                </c:pt>
                <c:pt idx="7957">
                  <c:v>5.2118544713268511</c:v>
                </c:pt>
                <c:pt idx="7958">
                  <c:v>5.2152902725671844</c:v>
                </c:pt>
                <c:pt idx="7959">
                  <c:v>5.2145428183140652</c:v>
                </c:pt>
                <c:pt idx="7960">
                  <c:v>5.2083617257484116</c:v>
                </c:pt>
                <c:pt idx="7961">
                  <c:v>5.2046608222953834</c:v>
                </c:pt>
                <c:pt idx="7962">
                  <c:v>5.2074295612893344</c:v>
                </c:pt>
                <c:pt idx="7963">
                  <c:v>5.2104346910650028</c:v>
                </c:pt>
                <c:pt idx="7964">
                  <c:v>5.2106026529362222</c:v>
                </c:pt>
                <c:pt idx="7965">
                  <c:v>5.2080971020595666</c:v>
                </c:pt>
                <c:pt idx="7966">
                  <c:v>5.205565232371181</c:v>
                </c:pt>
                <c:pt idx="7967">
                  <c:v>5.2057470714340406</c:v>
                </c:pt>
                <c:pt idx="7968">
                  <c:v>5.2082066840211318</c:v>
                </c:pt>
                <c:pt idx="7969">
                  <c:v>5.2116941658372253</c:v>
                </c:pt>
                <c:pt idx="7970">
                  <c:v>5.2130570017609674</c:v>
                </c:pt>
                <c:pt idx="7971">
                  <c:v>5.2148189265753002</c:v>
                </c:pt>
                <c:pt idx="7972">
                  <c:v>5.2138480016844042</c:v>
                </c:pt>
                <c:pt idx="7973">
                  <c:v>5.2110830908812495</c:v>
                </c:pt>
                <c:pt idx="7974">
                  <c:v>5.2105509723604628</c:v>
                </c:pt>
                <c:pt idx="7975">
                  <c:v>5.2069467307250594</c:v>
                </c:pt>
                <c:pt idx="7976">
                  <c:v>5.201316419110328</c:v>
                </c:pt>
                <c:pt idx="7977">
                  <c:v>5.1985515083071743</c:v>
                </c:pt>
                <c:pt idx="7978">
                  <c:v>5.198139499272644</c:v>
                </c:pt>
                <c:pt idx="7979">
                  <c:v>5.2000813490544369</c:v>
                </c:pt>
                <c:pt idx="7980">
                  <c:v>5.2006972092489088</c:v>
                </c:pt>
                <c:pt idx="7981">
                  <c:v>5.202085885460531</c:v>
                </c:pt>
                <c:pt idx="7982">
                  <c:v>5.2016107112778505</c:v>
                </c:pt>
                <c:pt idx="7983">
                  <c:v>5.2019466350202892</c:v>
                </c:pt>
                <c:pt idx="7984">
                  <c:v>5.2053053939208329</c:v>
                </c:pt>
                <c:pt idx="7985">
                  <c:v>5.2087584220197538</c:v>
                </c:pt>
                <c:pt idx="7986">
                  <c:v>5.2063557537707679</c:v>
                </c:pt>
                <c:pt idx="7987">
                  <c:v>5.2041894763034993</c:v>
                </c:pt>
                <c:pt idx="7988">
                  <c:v>5.2033568448051453</c:v>
                </c:pt>
                <c:pt idx="7989">
                  <c:v>5.2007254421560374</c:v>
                </c:pt>
                <c:pt idx="7990">
                  <c:v>5.1960378225250743</c:v>
                </c:pt>
                <c:pt idx="7991">
                  <c:v>5.1926613582420948</c:v>
                </c:pt>
                <c:pt idx="7992">
                  <c:v>5.1908161702779267</c:v>
                </c:pt>
                <c:pt idx="7993">
                  <c:v>5.1899576984916926</c:v>
                </c:pt>
                <c:pt idx="7994">
                  <c:v>5.1887408123420871</c:v>
                </c:pt>
                <c:pt idx="7995">
                  <c:v>5.1872358548350048</c:v>
                </c:pt>
                <c:pt idx="7996">
                  <c:v>5.1870616721537397</c:v>
                </c:pt>
                <c:pt idx="7997">
                  <c:v>5.1875933121506774</c:v>
                </c:pt>
                <c:pt idx="7998">
                  <c:v>5.1888484802082537</c:v>
                </c:pt>
                <c:pt idx="7999">
                  <c:v>5.188560887374627</c:v>
                </c:pt>
                <c:pt idx="8000">
                  <c:v>5.1878794694127555</c:v>
                </c:pt>
                <c:pt idx="8001">
                  <c:v>5.1876253732486024</c:v>
                </c:pt>
                <c:pt idx="8002">
                  <c:v>5.1854672306867773</c:v>
                </c:pt>
                <c:pt idx="8003">
                  <c:v>5.1853791822984459</c:v>
                </c:pt>
                <c:pt idx="8004">
                  <c:v>5.1856045670316204</c:v>
                </c:pt>
                <c:pt idx="8005">
                  <c:v>5.1834985835694054</c:v>
                </c:pt>
                <c:pt idx="8006">
                  <c:v>5.1830985376311158</c:v>
                </c:pt>
                <c:pt idx="8007">
                  <c:v>5.1823223719470182</c:v>
                </c:pt>
                <c:pt idx="8008">
                  <c:v>5.1814237041574156</c:v>
                </c:pt>
                <c:pt idx="8009">
                  <c:v>5.1836172574841131</c:v>
                </c:pt>
                <c:pt idx="8010">
                  <c:v>5.1833990506086822</c:v>
                </c:pt>
                <c:pt idx="8011">
                  <c:v>5.1837459803996628</c:v>
                </c:pt>
                <c:pt idx="8012">
                  <c:v>5.1844652017456552</c:v>
                </c:pt>
                <c:pt idx="8013">
                  <c:v>5.1818232715718553</c:v>
                </c:pt>
                <c:pt idx="8014">
                  <c:v>5.1776060408850775</c:v>
                </c:pt>
                <c:pt idx="8015">
                  <c:v>5.1775366549268815</c:v>
                </c:pt>
                <c:pt idx="8016">
                  <c:v>5.1789191103284589</c:v>
                </c:pt>
                <c:pt idx="8017">
                  <c:v>5.1809614501186738</c:v>
                </c:pt>
                <c:pt idx="8018">
                  <c:v>5.1854385192557997</c:v>
                </c:pt>
                <c:pt idx="8019">
                  <c:v>5.1869410841436334</c:v>
                </c:pt>
                <c:pt idx="8020">
                  <c:v>5.1900419186892277</c:v>
                </c:pt>
                <c:pt idx="8021">
                  <c:v>5.1921483806752926</c:v>
                </c:pt>
                <c:pt idx="8022">
                  <c:v>5.1897237003292247</c:v>
                </c:pt>
                <c:pt idx="8023">
                  <c:v>5.1846757522394915</c:v>
                </c:pt>
                <c:pt idx="8024">
                  <c:v>5.1798177781180614</c:v>
                </c:pt>
                <c:pt idx="8025">
                  <c:v>5.1750971403414745</c:v>
                </c:pt>
                <c:pt idx="8026">
                  <c:v>5.173895566955057</c:v>
                </c:pt>
                <c:pt idx="8027">
                  <c:v>5.1767614462904827</c:v>
                </c:pt>
                <c:pt idx="8028">
                  <c:v>5.1781032271648417</c:v>
                </c:pt>
                <c:pt idx="8029">
                  <c:v>5.1781888829339255</c:v>
                </c:pt>
                <c:pt idx="8030">
                  <c:v>5.1776744697955746</c:v>
                </c:pt>
                <c:pt idx="8031">
                  <c:v>5.1731572046550802</c:v>
                </c:pt>
                <c:pt idx="8032">
                  <c:v>5.1694103629124877</c:v>
                </c:pt>
                <c:pt idx="8033">
                  <c:v>5.1668081502182073</c:v>
                </c:pt>
                <c:pt idx="8034">
                  <c:v>5.1663679082765483</c:v>
                </c:pt>
                <c:pt idx="8035">
                  <c:v>5.166847389173876</c:v>
                </c:pt>
                <c:pt idx="8036">
                  <c:v>5.1647811231911795</c:v>
                </c:pt>
                <c:pt idx="8037">
                  <c:v>5.163548445754536</c:v>
                </c:pt>
                <c:pt idx="8038">
                  <c:v>5.1628919110328457</c:v>
                </c:pt>
                <c:pt idx="8039">
                  <c:v>5.1647988285736162</c:v>
                </c:pt>
                <c:pt idx="8040">
                  <c:v>5.1658314830411145</c:v>
                </c:pt>
                <c:pt idx="8041">
                  <c:v>5.1668813643672005</c:v>
                </c:pt>
                <c:pt idx="8042">
                  <c:v>5.1675886226169512</c:v>
                </c:pt>
                <c:pt idx="8043">
                  <c:v>5.1707018987826352</c:v>
                </c:pt>
                <c:pt idx="8044">
                  <c:v>5.1706205497281985</c:v>
                </c:pt>
                <c:pt idx="8045">
                  <c:v>5.1641657415205575</c:v>
                </c:pt>
                <c:pt idx="8046">
                  <c:v>5.1615094556312684</c:v>
                </c:pt>
                <c:pt idx="8047">
                  <c:v>5.1653180269504633</c:v>
                </c:pt>
                <c:pt idx="8048">
                  <c:v>5.1675431628512367</c:v>
                </c:pt>
                <c:pt idx="8049">
                  <c:v>5.1673469680728887</c:v>
                </c:pt>
                <c:pt idx="8050">
                  <c:v>5.1701764795957432</c:v>
                </c:pt>
                <c:pt idx="8051">
                  <c:v>5.1719498889824669</c:v>
                </c:pt>
                <c:pt idx="8052">
                  <c:v>5.1699166411453943</c:v>
                </c:pt>
                <c:pt idx="8053">
                  <c:v>5.1683753158257408</c:v>
                </c:pt>
                <c:pt idx="8054">
                  <c:v>5.1737189916545443</c:v>
                </c:pt>
                <c:pt idx="8055">
                  <c:v>5.1770107572161397</c:v>
                </c:pt>
                <c:pt idx="8056">
                  <c:v>5.1785822295383204</c:v>
                </c:pt>
                <c:pt idx="8057">
                  <c:v>5.1765695582267819</c:v>
                </c:pt>
                <c:pt idx="8058">
                  <c:v>5.1733730189112626</c:v>
                </c:pt>
                <c:pt idx="8059">
                  <c:v>5.1725647921292399</c:v>
                </c:pt>
                <c:pt idx="8060">
                  <c:v>5.1719503675063168</c:v>
                </c:pt>
                <c:pt idx="8061">
                  <c:v>5.170342527371564</c:v>
                </c:pt>
                <c:pt idx="8062">
                  <c:v>5.1688792014393998</c:v>
                </c:pt>
                <c:pt idx="8063">
                  <c:v>5.1700879526835619</c:v>
                </c:pt>
                <c:pt idx="8064">
                  <c:v>5.1715015121353645</c:v>
                </c:pt>
                <c:pt idx="8065">
                  <c:v>5.173412736390782</c:v>
                </c:pt>
                <c:pt idx="8066">
                  <c:v>5.1708794311308477</c:v>
                </c:pt>
                <c:pt idx="8067">
                  <c:v>5.1625598154812034</c:v>
                </c:pt>
                <c:pt idx="8068">
                  <c:v>5.1586933427762043</c:v>
                </c:pt>
                <c:pt idx="8069">
                  <c:v>5.1618090115611359</c:v>
                </c:pt>
                <c:pt idx="8070">
                  <c:v>5.1631656266748331</c:v>
                </c:pt>
                <c:pt idx="8071">
                  <c:v>5.1617386685552411</c:v>
                </c:pt>
                <c:pt idx="8072">
                  <c:v>5.1614549039124107</c:v>
                </c:pt>
                <c:pt idx="8073">
                  <c:v>5.1591158793354257</c:v>
                </c:pt>
                <c:pt idx="8074">
                  <c:v>5.1578439629431134</c:v>
                </c:pt>
                <c:pt idx="8075">
                  <c:v>5.1601456626598265</c:v>
                </c:pt>
                <c:pt idx="8076">
                  <c:v>5.1595656917540769</c:v>
                </c:pt>
                <c:pt idx="8077">
                  <c:v>5.1564509800168441</c:v>
                </c:pt>
                <c:pt idx="8078">
                  <c:v>5.152558188500115</c:v>
                </c:pt>
                <c:pt idx="8079">
                  <c:v>5.1551115917617336</c:v>
                </c:pt>
                <c:pt idx="8080">
                  <c:v>5.1604806293545673</c:v>
                </c:pt>
                <c:pt idx="8081">
                  <c:v>5.1588321146925962</c:v>
                </c:pt>
                <c:pt idx="8082">
                  <c:v>5.1587392810657686</c:v>
                </c:pt>
                <c:pt idx="8083">
                  <c:v>5.1612869420411913</c:v>
                </c:pt>
                <c:pt idx="8084">
                  <c:v>5.1577185896945101</c:v>
                </c:pt>
                <c:pt idx="8085">
                  <c:v>5.1534745616721533</c:v>
                </c:pt>
                <c:pt idx="8086">
                  <c:v>5.1519897021667562</c:v>
                </c:pt>
                <c:pt idx="8087">
                  <c:v>5.1539353801393464</c:v>
                </c:pt>
                <c:pt idx="8088">
                  <c:v>5.1519629048311764</c:v>
                </c:pt>
                <c:pt idx="8089">
                  <c:v>5.1482452530434113</c:v>
                </c:pt>
                <c:pt idx="8090">
                  <c:v>5.1481667751320721</c:v>
                </c:pt>
                <c:pt idx="8091">
                  <c:v>5.1492180920297068</c:v>
                </c:pt>
                <c:pt idx="8092">
                  <c:v>5.150919244315137</c:v>
                </c:pt>
                <c:pt idx="8093">
                  <c:v>5.1535946711584106</c:v>
                </c:pt>
                <c:pt idx="8094">
                  <c:v>5.1566557882244854</c:v>
                </c:pt>
                <c:pt idx="8095">
                  <c:v>5.1553920067376158</c:v>
                </c:pt>
                <c:pt idx="8096">
                  <c:v>5.1539789258096622</c:v>
                </c:pt>
                <c:pt idx="8097">
                  <c:v>5.1532817165607536</c:v>
                </c:pt>
                <c:pt idx="8098">
                  <c:v>5.1523117487175565</c:v>
                </c:pt>
                <c:pt idx="8099">
                  <c:v>5.1500382819079702</c:v>
                </c:pt>
                <c:pt idx="8100">
                  <c:v>5.1472092489089656</c:v>
                </c:pt>
                <c:pt idx="8101">
                  <c:v>5.1509709248908964</c:v>
                </c:pt>
                <c:pt idx="8102">
                  <c:v>5.1526385805068529</c:v>
                </c:pt>
                <c:pt idx="8103">
                  <c:v>5.1465790329990044</c:v>
                </c:pt>
                <c:pt idx="8104">
                  <c:v>5.1391269810887374</c:v>
                </c:pt>
                <c:pt idx="8105">
                  <c:v>5.140333339713651</c:v>
                </c:pt>
                <c:pt idx="8106">
                  <c:v>5.1428274060179158</c:v>
                </c:pt>
                <c:pt idx="8107">
                  <c:v>5.1425594326621242</c:v>
                </c:pt>
                <c:pt idx="8108">
                  <c:v>5.1416889977796494</c:v>
                </c:pt>
                <c:pt idx="8109">
                  <c:v>5.1412942156037058</c:v>
                </c:pt>
                <c:pt idx="8110">
                  <c:v>5.1401309241252582</c:v>
                </c:pt>
                <c:pt idx="8111">
                  <c:v>5.1359113008192327</c:v>
                </c:pt>
                <c:pt idx="8112">
                  <c:v>5.1325439284893957</c:v>
                </c:pt>
                <c:pt idx="8113">
                  <c:v>5.1336445333435421</c:v>
                </c:pt>
                <c:pt idx="8114">
                  <c:v>5.1375794349590382</c:v>
                </c:pt>
                <c:pt idx="8115">
                  <c:v>5.1374042952300742</c:v>
                </c:pt>
                <c:pt idx="8116">
                  <c:v>5.1354413903988974</c:v>
                </c:pt>
                <c:pt idx="8117">
                  <c:v>5.1313040731950084</c:v>
                </c:pt>
                <c:pt idx="8118">
                  <c:v>5.1261202243319808</c:v>
                </c:pt>
                <c:pt idx="8119">
                  <c:v>5.1272744238572852</c:v>
                </c:pt>
                <c:pt idx="8120">
                  <c:v>5.1282219010795496</c:v>
                </c:pt>
                <c:pt idx="8121">
                  <c:v>5.1243276739912718</c:v>
                </c:pt>
                <c:pt idx="8122">
                  <c:v>5.1236472130771</c:v>
                </c:pt>
                <c:pt idx="8123">
                  <c:v>5.1286248181609375</c:v>
                </c:pt>
                <c:pt idx="8124">
                  <c:v>5.1332775055508764</c:v>
                </c:pt>
                <c:pt idx="8125">
                  <c:v>5.1361256795038663</c:v>
                </c:pt>
                <c:pt idx="8126">
                  <c:v>5.1343570553556388</c:v>
                </c:pt>
                <c:pt idx="8127">
                  <c:v>5.1256010259551337</c:v>
                </c:pt>
                <c:pt idx="8128">
                  <c:v>5.1170081731873518</c:v>
                </c:pt>
                <c:pt idx="8129">
                  <c:v>5.1205947094403186</c:v>
                </c:pt>
                <c:pt idx="8130">
                  <c:v>5.1273796991042033</c:v>
                </c:pt>
                <c:pt idx="8131">
                  <c:v>5.1279931666794276</c:v>
                </c:pt>
                <c:pt idx="8132">
                  <c:v>5.1205013972896412</c:v>
                </c:pt>
                <c:pt idx="8133">
                  <c:v>5.1176269045249212</c:v>
                </c:pt>
                <c:pt idx="8134">
                  <c:v>5.1179647423627594</c:v>
                </c:pt>
                <c:pt idx="8135">
                  <c:v>5.1171718283439249</c:v>
                </c:pt>
                <c:pt idx="8136">
                  <c:v>5.1160980208253584</c:v>
                </c:pt>
                <c:pt idx="8137">
                  <c:v>5.1133259321644591</c:v>
                </c:pt>
                <c:pt idx="8138">
                  <c:v>5.1117812571778574</c:v>
                </c:pt>
                <c:pt idx="8139">
                  <c:v>5.1154539277237578</c:v>
                </c:pt>
                <c:pt idx="8140">
                  <c:v>5.1201874856442844</c:v>
                </c:pt>
                <c:pt idx="8141">
                  <c:v>5.1207373095475077</c:v>
                </c:pt>
                <c:pt idx="8142">
                  <c:v>5.117516365515657</c:v>
                </c:pt>
                <c:pt idx="8143">
                  <c:v>5.1178580315442925</c:v>
                </c:pt>
                <c:pt idx="8144">
                  <c:v>5.120847370032922</c:v>
                </c:pt>
                <c:pt idx="8145">
                  <c:v>5.1199640150065076</c:v>
                </c:pt>
                <c:pt idx="8146">
                  <c:v>5.1189418880637012</c:v>
                </c:pt>
                <c:pt idx="8147">
                  <c:v>5.11594106500268</c:v>
                </c:pt>
                <c:pt idx="8148">
                  <c:v>5.113745119056734</c:v>
                </c:pt>
                <c:pt idx="8149">
                  <c:v>5.1126363792971441</c:v>
                </c:pt>
                <c:pt idx="8150">
                  <c:v>5.1124751167598195</c:v>
                </c:pt>
                <c:pt idx="8151">
                  <c:v>5.1162243511216596</c:v>
                </c:pt>
                <c:pt idx="8152">
                  <c:v>5.1192160822295385</c:v>
                </c:pt>
                <c:pt idx="8153">
                  <c:v>5.1169215603705691</c:v>
                </c:pt>
                <c:pt idx="8154">
                  <c:v>5.1149514776816476</c:v>
                </c:pt>
                <c:pt idx="8155">
                  <c:v>5.1164870607151061</c:v>
                </c:pt>
                <c:pt idx="8156">
                  <c:v>5.11528357323329</c:v>
                </c:pt>
                <c:pt idx="8157">
                  <c:v>5.1152582114692597</c:v>
                </c:pt>
                <c:pt idx="8158">
                  <c:v>5.1159286233825894</c:v>
                </c:pt>
                <c:pt idx="8159">
                  <c:v>5.118699276471939</c:v>
                </c:pt>
                <c:pt idx="8160">
                  <c:v>5.1206363410152358</c:v>
                </c:pt>
                <c:pt idx="8161">
                  <c:v>5.1189782558762733</c:v>
                </c:pt>
                <c:pt idx="8162">
                  <c:v>5.115023256259092</c:v>
                </c:pt>
                <c:pt idx="8163">
                  <c:v>5.1114271495291321</c:v>
                </c:pt>
                <c:pt idx="8164">
                  <c:v>5.1099169282597048</c:v>
                </c:pt>
                <c:pt idx="8165">
                  <c:v>5.1082473585483497</c:v>
                </c:pt>
                <c:pt idx="8166">
                  <c:v>5.1079918268126487</c:v>
                </c:pt>
                <c:pt idx="8167">
                  <c:v>5.1086526682489852</c:v>
                </c:pt>
                <c:pt idx="8168">
                  <c:v>5.1064146122042722</c:v>
                </c:pt>
                <c:pt idx="8169">
                  <c:v>5.1039171962330601</c:v>
                </c:pt>
                <c:pt idx="8170">
                  <c:v>5.1021461794655849</c:v>
                </c:pt>
                <c:pt idx="8171">
                  <c:v>5.1027366778960266</c:v>
                </c:pt>
                <c:pt idx="8172">
                  <c:v>5.1033621085674907</c:v>
                </c:pt>
                <c:pt idx="8173">
                  <c:v>5.1043024079320114</c:v>
                </c:pt>
                <c:pt idx="8174">
                  <c:v>5.1055159444146696</c:v>
                </c:pt>
                <c:pt idx="8175">
                  <c:v>5.1041861266365514</c:v>
                </c:pt>
                <c:pt idx="8176">
                  <c:v>5.09917550340709</c:v>
                </c:pt>
                <c:pt idx="8177">
                  <c:v>5.0997994985070054</c:v>
                </c:pt>
                <c:pt idx="8178">
                  <c:v>5.1073539545210931</c:v>
                </c:pt>
                <c:pt idx="8179">
                  <c:v>5.1108380866702392</c:v>
                </c:pt>
                <c:pt idx="8180">
                  <c:v>5.1048216063088585</c:v>
                </c:pt>
                <c:pt idx="8181">
                  <c:v>5.098687887604318</c:v>
                </c:pt>
                <c:pt idx="8182">
                  <c:v>5.0981428489395908</c:v>
                </c:pt>
                <c:pt idx="8183">
                  <c:v>5.0974576027869229</c:v>
                </c:pt>
                <c:pt idx="8184">
                  <c:v>5.0976499693744737</c:v>
                </c:pt>
                <c:pt idx="8185">
                  <c:v>5.0998731911798485</c:v>
                </c:pt>
                <c:pt idx="8186">
                  <c:v>5.1001521705841819</c:v>
                </c:pt>
                <c:pt idx="8187">
                  <c:v>5.10052829032999</c:v>
                </c:pt>
                <c:pt idx="8188">
                  <c:v>5.1001124531046624</c:v>
                </c:pt>
                <c:pt idx="8189">
                  <c:v>5.1009675752239492</c:v>
                </c:pt>
                <c:pt idx="8190">
                  <c:v>5.1010187772758595</c:v>
                </c:pt>
                <c:pt idx="8191">
                  <c:v>5.0999909080468573</c:v>
                </c:pt>
                <c:pt idx="8192">
                  <c:v>5.1008244965929102</c:v>
                </c:pt>
                <c:pt idx="8193">
                  <c:v>5.1032563547967227</c:v>
                </c:pt>
                <c:pt idx="8194">
                  <c:v>5.1049814332746344</c:v>
                </c:pt>
                <c:pt idx="8195">
                  <c:v>5.1051642293851929</c:v>
                </c:pt>
                <c:pt idx="8196">
                  <c:v>5.1032132876502567</c:v>
                </c:pt>
                <c:pt idx="8197">
                  <c:v>5.1026572429369876</c:v>
                </c:pt>
                <c:pt idx="8198">
                  <c:v>5.1053680805451345</c:v>
                </c:pt>
                <c:pt idx="8199">
                  <c:v>5.103031448587398</c:v>
                </c:pt>
                <c:pt idx="8200">
                  <c:v>5.0994496975729273</c:v>
                </c:pt>
                <c:pt idx="8201">
                  <c:v>5.0992984840364439</c:v>
                </c:pt>
                <c:pt idx="8202">
                  <c:v>5.1007962636857824</c:v>
                </c:pt>
                <c:pt idx="8203">
                  <c:v>5.0996659903529595</c:v>
                </c:pt>
                <c:pt idx="8204">
                  <c:v>5.0984711163004368</c:v>
                </c:pt>
                <c:pt idx="8205">
                  <c:v>5.0927991731107882</c:v>
                </c:pt>
                <c:pt idx="8206">
                  <c:v>5.090976475767552</c:v>
                </c:pt>
                <c:pt idx="8207">
                  <c:v>5.0954932623841973</c:v>
                </c:pt>
                <c:pt idx="8208">
                  <c:v>5.0983926383890976</c:v>
                </c:pt>
                <c:pt idx="8209">
                  <c:v>5.1002962062629198</c:v>
                </c:pt>
                <c:pt idx="8210">
                  <c:v>5.103323348135671</c:v>
                </c:pt>
                <c:pt idx="8211">
                  <c:v>5.1030438902074877</c:v>
                </c:pt>
                <c:pt idx="8212">
                  <c:v>5.099472666717709</c:v>
                </c:pt>
                <c:pt idx="8213">
                  <c:v>5.0965029477069139</c:v>
                </c:pt>
                <c:pt idx="8214">
                  <c:v>5.0931126062322942</c:v>
                </c:pt>
                <c:pt idx="8215">
                  <c:v>5.0897844728581276</c:v>
                </c:pt>
                <c:pt idx="8216">
                  <c:v>5.0883015274481282</c:v>
                </c:pt>
                <c:pt idx="8217">
                  <c:v>5.0869109371411074</c:v>
                </c:pt>
                <c:pt idx="8218">
                  <c:v>5.0824467881479212</c:v>
                </c:pt>
                <c:pt idx="8219">
                  <c:v>5.0764240869764947</c:v>
                </c:pt>
                <c:pt idx="8220">
                  <c:v>5.0754971862797644</c:v>
                </c:pt>
                <c:pt idx="8221">
                  <c:v>5.0809652783094705</c:v>
                </c:pt>
                <c:pt idx="8222">
                  <c:v>5.0860931398820917</c:v>
                </c:pt>
                <c:pt idx="8223">
                  <c:v>5.0858194242401042</c:v>
                </c:pt>
                <c:pt idx="8224">
                  <c:v>5.0837536367812568</c:v>
                </c:pt>
                <c:pt idx="8225">
                  <c:v>5.0796019638618786</c:v>
                </c:pt>
                <c:pt idx="8226">
                  <c:v>5.0758723489778728</c:v>
                </c:pt>
                <c:pt idx="8227">
                  <c:v>5.0764379641681341</c:v>
                </c:pt>
                <c:pt idx="8228">
                  <c:v>5.0812897174795193</c:v>
                </c:pt>
                <c:pt idx="8229">
                  <c:v>5.0864175790521395</c:v>
                </c:pt>
                <c:pt idx="8230">
                  <c:v>5.0878962177474927</c:v>
                </c:pt>
                <c:pt idx="8231">
                  <c:v>5.0871430212081767</c:v>
                </c:pt>
                <c:pt idx="8232">
                  <c:v>5.0866649758823979</c:v>
                </c:pt>
                <c:pt idx="8233">
                  <c:v>5.0852710359084297</c:v>
                </c:pt>
                <c:pt idx="8234">
                  <c:v>5.0817065117525457</c:v>
                </c:pt>
                <c:pt idx="8235">
                  <c:v>5.0812586134292932</c:v>
                </c:pt>
                <c:pt idx="8236">
                  <c:v>5.0846881938595816</c:v>
                </c:pt>
                <c:pt idx="8237">
                  <c:v>5.0880407319500804</c:v>
                </c:pt>
                <c:pt idx="8238">
                  <c:v>5.0858170316208557</c:v>
                </c:pt>
                <c:pt idx="8239">
                  <c:v>5.0810667253655923</c:v>
                </c:pt>
                <c:pt idx="8240">
                  <c:v>5.0766681341398057</c:v>
                </c:pt>
                <c:pt idx="8241">
                  <c:v>5.0741845953602329</c:v>
                </c:pt>
                <c:pt idx="8242">
                  <c:v>5.0735534224025729</c:v>
                </c:pt>
                <c:pt idx="8243">
                  <c:v>5.0733663195773682</c:v>
                </c:pt>
                <c:pt idx="8244">
                  <c:v>5.0784405864788305</c:v>
                </c:pt>
                <c:pt idx="8245">
                  <c:v>5.0844130426460454</c:v>
                </c:pt>
                <c:pt idx="8246">
                  <c:v>5.0878498009340785</c:v>
                </c:pt>
                <c:pt idx="8247">
                  <c:v>5.093564332746344</c:v>
                </c:pt>
                <c:pt idx="8248">
                  <c:v>5.0951439399739682</c:v>
                </c:pt>
                <c:pt idx="8249">
                  <c:v>5.0907022816017147</c:v>
                </c:pt>
                <c:pt idx="8250">
                  <c:v>5.0834885345685628</c:v>
                </c:pt>
                <c:pt idx="8251">
                  <c:v>5.0801962904831175</c:v>
                </c:pt>
                <c:pt idx="8252">
                  <c:v>5.0793564811270198</c:v>
                </c:pt>
                <c:pt idx="8253">
                  <c:v>5.0805341283209557</c:v>
                </c:pt>
                <c:pt idx="8254">
                  <c:v>5.0815983653625301</c:v>
                </c:pt>
                <c:pt idx="8255">
                  <c:v>5.0815562552637621</c:v>
                </c:pt>
                <c:pt idx="8256">
                  <c:v>5.081217460378225</c:v>
                </c:pt>
                <c:pt idx="8257">
                  <c:v>5.0809351313069442</c:v>
                </c:pt>
                <c:pt idx="8258">
                  <c:v>5.0809006775897707</c:v>
                </c:pt>
                <c:pt idx="8259">
                  <c:v>5.0829339254268433</c:v>
                </c:pt>
                <c:pt idx="8260">
                  <c:v>5.0858768471020595</c:v>
                </c:pt>
                <c:pt idx="8261">
                  <c:v>5.0852719929561285</c:v>
                </c:pt>
                <c:pt idx="8262">
                  <c:v>5.0828319998468725</c:v>
                </c:pt>
                <c:pt idx="8263">
                  <c:v>5.0817581923283059</c:v>
                </c:pt>
                <c:pt idx="8264">
                  <c:v>5.0819385958196159</c:v>
                </c:pt>
                <c:pt idx="8265">
                  <c:v>5.0837483730189117</c:v>
                </c:pt>
                <c:pt idx="8266">
                  <c:v>5.0847532731031313</c:v>
                </c:pt>
                <c:pt idx="8267">
                  <c:v>5.0861811882704231</c:v>
                </c:pt>
                <c:pt idx="8268">
                  <c:v>5.0872281984534107</c:v>
                </c:pt>
                <c:pt idx="8269">
                  <c:v>5.0877081578745882</c:v>
                </c:pt>
                <c:pt idx="8270">
                  <c:v>5.0827965890820002</c:v>
                </c:pt>
                <c:pt idx="8271">
                  <c:v>5.0792478562131533</c:v>
                </c:pt>
                <c:pt idx="8272">
                  <c:v>5.0802159099609527</c:v>
                </c:pt>
                <c:pt idx="8273">
                  <c:v>5.0803518107342471</c:v>
                </c:pt>
                <c:pt idx="8274">
                  <c:v>5.0801479595743055</c:v>
                </c:pt>
                <c:pt idx="8275">
                  <c:v>5.0787640686011795</c:v>
                </c:pt>
                <c:pt idx="8276">
                  <c:v>5.0762566036291252</c:v>
                </c:pt>
                <c:pt idx="8277">
                  <c:v>5.0758910114080082</c:v>
                </c:pt>
                <c:pt idx="8278">
                  <c:v>5.0790205573845801</c:v>
                </c:pt>
                <c:pt idx="8279">
                  <c:v>5.0773509876732259</c:v>
                </c:pt>
                <c:pt idx="8280">
                  <c:v>5.0801417387642598</c:v>
                </c:pt>
                <c:pt idx="8281">
                  <c:v>5.0858141604777583</c:v>
                </c:pt>
                <c:pt idx="8282">
                  <c:v>5.0831760584947556</c:v>
                </c:pt>
                <c:pt idx="8283">
                  <c:v>5.0758422019753464</c:v>
                </c:pt>
                <c:pt idx="8284">
                  <c:v>5.0742458464129854</c:v>
                </c:pt>
                <c:pt idx="8285">
                  <c:v>5.0729078937294236</c:v>
                </c:pt>
                <c:pt idx="8286">
                  <c:v>5.071983385651941</c:v>
                </c:pt>
                <c:pt idx="8287">
                  <c:v>5.071956588316362</c:v>
                </c:pt>
                <c:pt idx="8288">
                  <c:v>5.0755546091417196</c:v>
                </c:pt>
                <c:pt idx="8289">
                  <c:v>5.0831947209248911</c:v>
                </c:pt>
                <c:pt idx="8290">
                  <c:v>5.0915664956741447</c:v>
                </c:pt>
                <c:pt idx="8291">
                  <c:v>5.0937724906209327</c:v>
                </c:pt>
                <c:pt idx="8292">
                  <c:v>5.0932169244315135</c:v>
                </c:pt>
                <c:pt idx="8293">
                  <c:v>5.094052427072965</c:v>
                </c:pt>
                <c:pt idx="8294">
                  <c:v>5.0947448510833784</c:v>
                </c:pt>
                <c:pt idx="8295">
                  <c:v>5.0945821529745041</c:v>
                </c:pt>
                <c:pt idx="8296">
                  <c:v>5.0957085981165298</c:v>
                </c:pt>
                <c:pt idx="8297">
                  <c:v>5.0997712655998777</c:v>
                </c:pt>
                <c:pt idx="8298">
                  <c:v>5.1056671579511521</c:v>
                </c:pt>
                <c:pt idx="8299">
                  <c:v>5.1114879220580356</c:v>
                </c:pt>
                <c:pt idx="8300">
                  <c:v>5.1129426345609064</c:v>
                </c:pt>
                <c:pt idx="8301">
                  <c:v>5.1149380790138581</c:v>
                </c:pt>
                <c:pt idx="8302">
                  <c:v>5.1164750976188653</c:v>
                </c:pt>
                <c:pt idx="8303">
                  <c:v>5.1164851466197074</c:v>
                </c:pt>
                <c:pt idx="8304">
                  <c:v>5.1086914286808058</c:v>
                </c:pt>
                <c:pt idx="8305">
                  <c:v>5.1062466503330528</c:v>
                </c:pt>
                <c:pt idx="8306">
                  <c:v>5.1107399892810657</c:v>
                </c:pt>
                <c:pt idx="8307">
                  <c:v>5.1141437294234748</c:v>
                </c:pt>
                <c:pt idx="8308">
                  <c:v>5.1126823175867084</c:v>
                </c:pt>
                <c:pt idx="8309">
                  <c:v>5.1051039353801393</c:v>
                </c:pt>
                <c:pt idx="8310">
                  <c:v>5.1005268547584413</c:v>
                </c:pt>
                <c:pt idx="8311">
                  <c:v>5.1002301699716712</c:v>
                </c:pt>
                <c:pt idx="8312">
                  <c:v>5.0980811193629894</c:v>
                </c:pt>
                <c:pt idx="8313">
                  <c:v>5.0971288569022279</c:v>
                </c:pt>
                <c:pt idx="8314">
                  <c:v>5.0955942309164692</c:v>
                </c:pt>
                <c:pt idx="8315">
                  <c:v>5.0913167062246378</c:v>
                </c:pt>
                <c:pt idx="8316">
                  <c:v>5.088785793583952</c:v>
                </c:pt>
                <c:pt idx="8317">
                  <c:v>5.085364826582957</c:v>
                </c:pt>
                <c:pt idx="8318">
                  <c:v>5.0816380828420487</c:v>
                </c:pt>
                <c:pt idx="8319">
                  <c:v>5.0774208521552717</c:v>
                </c:pt>
                <c:pt idx="8320">
                  <c:v>5.0763881976877725</c:v>
                </c:pt>
                <c:pt idx="8321">
                  <c:v>5.0792215374014242</c:v>
                </c:pt>
                <c:pt idx="8322">
                  <c:v>5.082468800245004</c:v>
                </c:pt>
                <c:pt idx="8323">
                  <c:v>5.0875693859581963</c:v>
                </c:pt>
                <c:pt idx="8324">
                  <c:v>5.0876124531046631</c:v>
                </c:pt>
                <c:pt idx="8325">
                  <c:v>5.0824697572927038</c:v>
                </c:pt>
                <c:pt idx="8326">
                  <c:v>5.0849729155501109</c:v>
                </c:pt>
                <c:pt idx="8327">
                  <c:v>5.0922694472092491</c:v>
                </c:pt>
                <c:pt idx="8328">
                  <c:v>5.0935145662659824</c:v>
                </c:pt>
                <c:pt idx="8329">
                  <c:v>5.0922589196845571</c:v>
                </c:pt>
                <c:pt idx="8330">
                  <c:v>5.0893724638235973</c:v>
                </c:pt>
                <c:pt idx="8331">
                  <c:v>5.0878928680805453</c:v>
                </c:pt>
                <c:pt idx="8332">
                  <c:v>5.0869329492381903</c:v>
                </c:pt>
                <c:pt idx="8333">
                  <c:v>5.0865759704463667</c:v>
                </c:pt>
                <c:pt idx="8334">
                  <c:v>5.0875425886226173</c:v>
                </c:pt>
                <c:pt idx="8335">
                  <c:v>5.0854040655386266</c:v>
                </c:pt>
                <c:pt idx="8336">
                  <c:v>5.0878746841742588</c:v>
                </c:pt>
                <c:pt idx="8337">
                  <c:v>5.0871167023964476</c:v>
                </c:pt>
                <c:pt idx="8338">
                  <c:v>5.0843647117372326</c:v>
                </c:pt>
                <c:pt idx="8339">
                  <c:v>5.0801962904831175</c:v>
                </c:pt>
                <c:pt idx="8340">
                  <c:v>5.0769882665952073</c:v>
                </c:pt>
                <c:pt idx="8341">
                  <c:v>5.0763977681647656</c:v>
                </c:pt>
                <c:pt idx="8342">
                  <c:v>5.0766781831406478</c:v>
                </c:pt>
                <c:pt idx="8343">
                  <c:v>5.0799517647959576</c:v>
                </c:pt>
                <c:pt idx="8344">
                  <c:v>5.0826161855906902</c:v>
                </c:pt>
                <c:pt idx="8345">
                  <c:v>5.0882747301125484</c:v>
                </c:pt>
                <c:pt idx="8346">
                  <c:v>5.0911980323099302</c:v>
                </c:pt>
                <c:pt idx="8347">
                  <c:v>5.0942084258479445</c:v>
                </c:pt>
                <c:pt idx="8348">
                  <c:v>5.0987319117984837</c:v>
                </c:pt>
                <c:pt idx="8349">
                  <c:v>5.0991850738840823</c:v>
                </c:pt>
                <c:pt idx="8350">
                  <c:v>5.0993516001837529</c:v>
                </c:pt>
                <c:pt idx="8351">
                  <c:v>5.0951118788760432</c:v>
                </c:pt>
                <c:pt idx="8352">
                  <c:v>5.0898418957200828</c:v>
                </c:pt>
                <c:pt idx="8353">
                  <c:v>5.0917794387872295</c:v>
                </c:pt>
                <c:pt idx="8354">
                  <c:v>5.0928278845417658</c:v>
                </c:pt>
                <c:pt idx="8355">
                  <c:v>5.0892724523390243</c:v>
                </c:pt>
                <c:pt idx="8356">
                  <c:v>5.0857754000459385</c:v>
                </c:pt>
                <c:pt idx="8357">
                  <c:v>5.0875985759130238</c:v>
                </c:pt>
                <c:pt idx="8358">
                  <c:v>5.0918296837914401</c:v>
                </c:pt>
                <c:pt idx="8359">
                  <c:v>5.0921622578669323</c:v>
                </c:pt>
                <c:pt idx="8360">
                  <c:v>5.0910994563969068</c:v>
                </c:pt>
                <c:pt idx="8361">
                  <c:v>5.0926862414822756</c:v>
                </c:pt>
                <c:pt idx="8362">
                  <c:v>5.0939174833473704</c:v>
                </c:pt>
                <c:pt idx="8363">
                  <c:v>5.0931709861419492</c:v>
                </c:pt>
                <c:pt idx="8364">
                  <c:v>5.092041669856826</c:v>
                </c:pt>
                <c:pt idx="8365">
                  <c:v>5.0912985223183522</c:v>
                </c:pt>
                <c:pt idx="8366">
                  <c:v>5.092869516116683</c:v>
                </c:pt>
                <c:pt idx="8367">
                  <c:v>5.0942103399433432</c:v>
                </c:pt>
                <c:pt idx="8368">
                  <c:v>5.0925637393767706</c:v>
                </c:pt>
                <c:pt idx="8369">
                  <c:v>5.0911774557843961</c:v>
                </c:pt>
                <c:pt idx="8370">
                  <c:v>5.0904845532501337</c:v>
                </c:pt>
                <c:pt idx="8371">
                  <c:v>5.0919383087053056</c:v>
                </c:pt>
                <c:pt idx="8372">
                  <c:v>5.0924953104662736</c:v>
                </c:pt>
                <c:pt idx="8373">
                  <c:v>5.0942361802312224</c:v>
                </c:pt>
                <c:pt idx="8374">
                  <c:v>5.0938466618176248</c:v>
                </c:pt>
                <c:pt idx="8375">
                  <c:v>5.0922297297297296</c:v>
                </c:pt>
                <c:pt idx="8376">
                  <c:v>5.089962962254039</c:v>
                </c:pt>
                <c:pt idx="8377">
                  <c:v>5.0896337378454941</c:v>
                </c:pt>
                <c:pt idx="8378">
                  <c:v>5.0944548656305031</c:v>
                </c:pt>
                <c:pt idx="8379">
                  <c:v>5.0967355102978331</c:v>
                </c:pt>
                <c:pt idx="8380">
                  <c:v>5.0975939820840672</c:v>
                </c:pt>
                <c:pt idx="8381">
                  <c:v>5.0947261886532429</c:v>
                </c:pt>
                <c:pt idx="8382">
                  <c:v>5.089936643442309</c:v>
                </c:pt>
                <c:pt idx="8383">
                  <c:v>5.085449525304341</c:v>
                </c:pt>
                <c:pt idx="8384">
                  <c:v>5.0836167789602635</c:v>
                </c:pt>
                <c:pt idx="8385">
                  <c:v>5.082553977490238</c:v>
                </c:pt>
                <c:pt idx="8386">
                  <c:v>5.0883206684021127</c:v>
                </c:pt>
                <c:pt idx="8387">
                  <c:v>5.0941883278462594</c:v>
                </c:pt>
                <c:pt idx="8388">
                  <c:v>5.0966785659597278</c:v>
                </c:pt>
                <c:pt idx="8389">
                  <c:v>5.0973111744889366</c:v>
                </c:pt>
                <c:pt idx="8390">
                  <c:v>5.101058494755379</c:v>
                </c:pt>
                <c:pt idx="8391">
                  <c:v>5.10445840670699</c:v>
                </c:pt>
                <c:pt idx="8392">
                  <c:v>5.1078544904678047</c:v>
                </c:pt>
                <c:pt idx="8393">
                  <c:v>5.1075018183906282</c:v>
                </c:pt>
                <c:pt idx="8394">
                  <c:v>5.1061782214225557</c:v>
                </c:pt>
                <c:pt idx="8395">
                  <c:v>5.1051225978102748</c:v>
                </c:pt>
                <c:pt idx="8396">
                  <c:v>5.102066744506546</c:v>
                </c:pt>
                <c:pt idx="8397">
                  <c:v>5.0976738955669552</c:v>
                </c:pt>
                <c:pt idx="8398">
                  <c:v>5.0954300972360462</c:v>
                </c:pt>
                <c:pt idx="8399">
                  <c:v>5.0936576448970214</c:v>
                </c:pt>
                <c:pt idx="8400">
                  <c:v>5.0937586134292934</c:v>
                </c:pt>
                <c:pt idx="8401">
                  <c:v>5.0961344843426994</c:v>
                </c:pt>
                <c:pt idx="8402">
                  <c:v>5.097754287573693</c:v>
                </c:pt>
                <c:pt idx="8403">
                  <c:v>5.0964359543679656</c:v>
                </c:pt>
                <c:pt idx="8404">
                  <c:v>5.0943424125258403</c:v>
                </c:pt>
                <c:pt idx="8405">
                  <c:v>5.0968872023581655</c:v>
                </c:pt>
                <c:pt idx="8406">
                  <c:v>5.0952764910803152</c:v>
                </c:pt>
                <c:pt idx="8407">
                  <c:v>5.0943270997626522</c:v>
                </c:pt>
                <c:pt idx="8408">
                  <c:v>5.097542301508307</c:v>
                </c:pt>
                <c:pt idx="8409">
                  <c:v>5.0977322754766101</c:v>
                </c:pt>
                <c:pt idx="8410">
                  <c:v>5.1006531850547434</c:v>
                </c:pt>
                <c:pt idx="8411">
                  <c:v>5.0990549153969837</c:v>
                </c:pt>
                <c:pt idx="8412">
                  <c:v>5.0951807863103893</c:v>
                </c:pt>
                <c:pt idx="8413">
                  <c:v>5.095547814103055</c:v>
                </c:pt>
                <c:pt idx="8414">
                  <c:v>5.0986869305566191</c:v>
                </c:pt>
                <c:pt idx="8415">
                  <c:v>5.1017131153816706</c:v>
                </c:pt>
                <c:pt idx="8416">
                  <c:v>5.1015743434652787</c:v>
                </c:pt>
                <c:pt idx="8417">
                  <c:v>5.1018461450118675</c:v>
                </c:pt>
                <c:pt idx="8418">
                  <c:v>5.0993099686088357</c:v>
                </c:pt>
                <c:pt idx="8419">
                  <c:v>5.0998157683178933</c:v>
                </c:pt>
                <c:pt idx="8420">
                  <c:v>5.1018179121047389</c:v>
                </c:pt>
                <c:pt idx="8421">
                  <c:v>5.1014427494066306</c:v>
                </c:pt>
                <c:pt idx="8422">
                  <c:v>5.0997856213153661</c:v>
                </c:pt>
                <c:pt idx="8423">
                  <c:v>5.0957047699257334</c:v>
                </c:pt>
                <c:pt idx="8424">
                  <c:v>5.0940701324554016</c:v>
                </c:pt>
                <c:pt idx="8425">
                  <c:v>5.0957559719776437</c:v>
                </c:pt>
                <c:pt idx="8426">
                  <c:v>5.099515255340326</c:v>
                </c:pt>
                <c:pt idx="8427">
                  <c:v>5.1004144016537785</c:v>
                </c:pt>
                <c:pt idx="8428">
                  <c:v>5.1000646007196995</c:v>
                </c:pt>
                <c:pt idx="8429">
                  <c:v>5.1002000229691449</c:v>
                </c:pt>
                <c:pt idx="8430">
                  <c:v>5.0996856098307939</c:v>
                </c:pt>
                <c:pt idx="8431">
                  <c:v>5.0979768011637701</c:v>
                </c:pt>
                <c:pt idx="8432">
                  <c:v>5.0979734514968227</c:v>
                </c:pt>
                <c:pt idx="8433">
                  <c:v>5.0987429178470256</c:v>
                </c:pt>
                <c:pt idx="8434">
                  <c:v>5.0959425962789986</c:v>
                </c:pt>
                <c:pt idx="8435">
                  <c:v>5.0926398246688613</c:v>
                </c:pt>
                <c:pt idx="8436">
                  <c:v>5.0934997320266442</c:v>
                </c:pt>
                <c:pt idx="8437">
                  <c:v>5.0932059183829725</c:v>
                </c:pt>
                <c:pt idx="8438">
                  <c:v>5.0950094747722225</c:v>
                </c:pt>
                <c:pt idx="8439">
                  <c:v>5.0969135211698955</c:v>
                </c:pt>
                <c:pt idx="8440">
                  <c:v>5.0957263034989664</c:v>
                </c:pt>
                <c:pt idx="8441">
                  <c:v>5.094688863792971</c:v>
                </c:pt>
                <c:pt idx="8442">
                  <c:v>5.093946673302197</c:v>
                </c:pt>
                <c:pt idx="8443">
                  <c:v>5.0973547201592524</c:v>
                </c:pt>
                <c:pt idx="8444">
                  <c:v>5.0978375507235283</c:v>
                </c:pt>
                <c:pt idx="8445">
                  <c:v>5.0950716828726748</c:v>
                </c:pt>
                <c:pt idx="8446">
                  <c:v>5.0970202319883624</c:v>
                </c:pt>
                <c:pt idx="8447">
                  <c:v>5.1007723374933009</c:v>
                </c:pt>
                <c:pt idx="8448">
                  <c:v>5.1053747798790292</c:v>
                </c:pt>
                <c:pt idx="8449">
                  <c:v>5.1017834583875663</c:v>
                </c:pt>
                <c:pt idx="8450">
                  <c:v>5.0983859390552029</c:v>
                </c:pt>
                <c:pt idx="8451">
                  <c:v>5.0977078707602788</c:v>
                </c:pt>
                <c:pt idx="8452">
                  <c:v>5.0966474619095017</c:v>
                </c:pt>
                <c:pt idx="8453">
                  <c:v>5.0970618635632796</c:v>
                </c:pt>
                <c:pt idx="8454">
                  <c:v>5.0928953564045631</c:v>
                </c:pt>
                <c:pt idx="8455">
                  <c:v>5.0892451764795954</c:v>
                </c:pt>
                <c:pt idx="8456">
                  <c:v>5.0901471939361453</c:v>
                </c:pt>
                <c:pt idx="8457">
                  <c:v>5.0909898744353415</c:v>
                </c:pt>
                <c:pt idx="8458">
                  <c:v>5.092567089043718</c:v>
                </c:pt>
                <c:pt idx="8459">
                  <c:v>5.0900959918842359</c:v>
                </c:pt>
                <c:pt idx="8460">
                  <c:v>5.0896112472245614</c:v>
                </c:pt>
                <c:pt idx="8461">
                  <c:v>5.0931049498507006</c:v>
                </c:pt>
                <c:pt idx="8462">
                  <c:v>5.0931848633335886</c:v>
                </c:pt>
                <c:pt idx="8463">
                  <c:v>5.0945878952607</c:v>
                </c:pt>
                <c:pt idx="8464">
                  <c:v>5.0958909157032384</c:v>
                </c:pt>
                <c:pt idx="8465">
                  <c:v>5.0983404792894875</c:v>
                </c:pt>
                <c:pt idx="8466">
                  <c:v>5.0987989051374321</c:v>
                </c:pt>
                <c:pt idx="8467">
                  <c:v>5.0955736543909351</c:v>
                </c:pt>
                <c:pt idx="8468">
                  <c:v>5.0927714187275095</c:v>
                </c:pt>
                <c:pt idx="8469">
                  <c:v>5.0929422517418264</c:v>
                </c:pt>
                <c:pt idx="8470">
                  <c:v>5.0940332861189805</c:v>
                </c:pt>
                <c:pt idx="8471">
                  <c:v>5.0911860692136894</c:v>
                </c:pt>
                <c:pt idx="8472">
                  <c:v>5.0900275629737388</c:v>
                </c:pt>
                <c:pt idx="8473">
                  <c:v>5.0919402228007042</c:v>
                </c:pt>
                <c:pt idx="8474">
                  <c:v>5.0949664076257557</c:v>
                </c:pt>
                <c:pt idx="8475">
                  <c:v>5.096703927723758</c:v>
                </c:pt>
                <c:pt idx="8476">
                  <c:v>5.0960383010489245</c:v>
                </c:pt>
                <c:pt idx="8477">
                  <c:v>5.095521495291325</c:v>
                </c:pt>
                <c:pt idx="8478">
                  <c:v>5.0938576678661667</c:v>
                </c:pt>
                <c:pt idx="8479">
                  <c:v>5.0914626559987752</c:v>
                </c:pt>
                <c:pt idx="8480">
                  <c:v>5.0915894648189264</c:v>
                </c:pt>
                <c:pt idx="8481">
                  <c:v>5.0959478600413446</c:v>
                </c:pt>
                <c:pt idx="8482">
                  <c:v>5.0969029936452035</c:v>
                </c:pt>
                <c:pt idx="8483">
                  <c:v>5.0947027409846104</c:v>
                </c:pt>
                <c:pt idx="8484">
                  <c:v>5.0946721154582342</c:v>
                </c:pt>
                <c:pt idx="8485">
                  <c:v>5.090170163080928</c:v>
                </c:pt>
                <c:pt idx="8486">
                  <c:v>5.0880818850011487</c:v>
                </c:pt>
                <c:pt idx="8487">
                  <c:v>5.091432030472399</c:v>
                </c:pt>
                <c:pt idx="8488">
                  <c:v>5.0939308820151599</c:v>
                </c:pt>
                <c:pt idx="8489">
                  <c:v>5.0941395184135976</c:v>
                </c:pt>
                <c:pt idx="8490">
                  <c:v>5.0931743358088966</c:v>
                </c:pt>
                <c:pt idx="8491">
                  <c:v>5.0903682719546746</c:v>
                </c:pt>
                <c:pt idx="8492">
                  <c:v>5.0878651136972666</c:v>
                </c:pt>
                <c:pt idx="8493">
                  <c:v>5.0918837569864479</c:v>
                </c:pt>
                <c:pt idx="8494">
                  <c:v>5.0924618137967999</c:v>
                </c:pt>
                <c:pt idx="8495">
                  <c:v>5.0882216139652403</c:v>
                </c:pt>
                <c:pt idx="8496">
                  <c:v>5.0877612740218972</c:v>
                </c:pt>
                <c:pt idx="8497">
                  <c:v>5.0890786501799248</c:v>
                </c:pt>
                <c:pt idx="8498">
                  <c:v>5.0893935188729804</c:v>
                </c:pt>
                <c:pt idx="8499">
                  <c:v>5.0857486027103587</c:v>
                </c:pt>
                <c:pt idx="8500">
                  <c:v>5.0819027065308937</c:v>
                </c:pt>
                <c:pt idx="8501">
                  <c:v>5.0812083684250826</c:v>
                </c:pt>
                <c:pt idx="8502">
                  <c:v>5.0841225786693212</c:v>
                </c:pt>
                <c:pt idx="8503">
                  <c:v>5.0839995980399664</c:v>
                </c:pt>
                <c:pt idx="8504">
                  <c:v>5.0829765140494603</c:v>
                </c:pt>
                <c:pt idx="8505">
                  <c:v>5.0837201401117831</c:v>
                </c:pt>
                <c:pt idx="8506">
                  <c:v>5.0881952951535103</c:v>
                </c:pt>
                <c:pt idx="8507">
                  <c:v>5.0932480284817396</c:v>
                </c:pt>
                <c:pt idx="8508">
                  <c:v>5.0942175178010869</c:v>
                </c:pt>
                <c:pt idx="8509">
                  <c:v>5.0949979901998317</c:v>
                </c:pt>
                <c:pt idx="8510">
                  <c:v>5.0930561404180388</c:v>
                </c:pt>
                <c:pt idx="8511">
                  <c:v>5.0869353418574379</c:v>
                </c:pt>
                <c:pt idx="8512">
                  <c:v>5.0807930097236049</c:v>
                </c:pt>
                <c:pt idx="8513">
                  <c:v>5.077997473394074</c:v>
                </c:pt>
                <c:pt idx="8514">
                  <c:v>5.0807882244851079</c:v>
                </c:pt>
                <c:pt idx="8515">
                  <c:v>5.082373573998928</c:v>
                </c:pt>
                <c:pt idx="8516">
                  <c:v>5.0829597657147234</c:v>
                </c:pt>
                <c:pt idx="8517">
                  <c:v>5.083551221192864</c:v>
                </c:pt>
                <c:pt idx="8518">
                  <c:v>5.0826161855906902</c:v>
                </c:pt>
                <c:pt idx="8519">
                  <c:v>5.0788229270346834</c:v>
                </c:pt>
                <c:pt idx="8520">
                  <c:v>5.0750650792435499</c:v>
                </c:pt>
                <c:pt idx="8521">
                  <c:v>5.0781400735012632</c:v>
                </c:pt>
                <c:pt idx="8522">
                  <c:v>5.0804446443610747</c:v>
                </c:pt>
                <c:pt idx="8523">
                  <c:v>5.0809336957353954</c:v>
                </c:pt>
                <c:pt idx="8524">
                  <c:v>5.0779960378225253</c:v>
                </c:pt>
                <c:pt idx="8525">
                  <c:v>5.0748176824132916</c:v>
                </c:pt>
                <c:pt idx="8526">
                  <c:v>5.0770231988362298</c:v>
                </c:pt>
                <c:pt idx="8527">
                  <c:v>5.0824946405328841</c:v>
                </c:pt>
                <c:pt idx="8528">
                  <c:v>5.0823338565194085</c:v>
                </c:pt>
                <c:pt idx="8529">
                  <c:v>5.0805460914171965</c:v>
                </c:pt>
                <c:pt idx="8530">
                  <c:v>5.0794229959421173</c:v>
                </c:pt>
                <c:pt idx="8531">
                  <c:v>5.0763068486333358</c:v>
                </c:pt>
                <c:pt idx="8532">
                  <c:v>5.0749291784702546</c:v>
                </c:pt>
                <c:pt idx="8533">
                  <c:v>5.07707487941199</c:v>
                </c:pt>
                <c:pt idx="8534">
                  <c:v>5.0815825740754921</c:v>
                </c:pt>
                <c:pt idx="8535">
                  <c:v>5.0829688576678658</c:v>
                </c:pt>
                <c:pt idx="8536">
                  <c:v>5.0809236467345533</c:v>
                </c:pt>
                <c:pt idx="8537">
                  <c:v>5.077233749330067</c:v>
                </c:pt>
                <c:pt idx="8538">
                  <c:v>5.0725178967919762</c:v>
                </c:pt>
                <c:pt idx="8539">
                  <c:v>5.0735189686853994</c:v>
                </c:pt>
                <c:pt idx="8540">
                  <c:v>5.0767978141030552</c:v>
                </c:pt>
                <c:pt idx="8541">
                  <c:v>5.0789803613812117</c:v>
                </c:pt>
                <c:pt idx="8542">
                  <c:v>5.0805125947477219</c:v>
                </c:pt>
                <c:pt idx="8543">
                  <c:v>5.0793000153127634</c:v>
                </c:pt>
                <c:pt idx="8544">
                  <c:v>5.079843618405941</c:v>
                </c:pt>
                <c:pt idx="8545">
                  <c:v>5.0810217441237269</c:v>
                </c:pt>
                <c:pt idx="8546">
                  <c:v>5.0736692251741831</c:v>
                </c:pt>
                <c:pt idx="8547">
                  <c:v>5.0700161741061178</c:v>
                </c:pt>
                <c:pt idx="8548">
                  <c:v>5.0735036559222113</c:v>
                </c:pt>
                <c:pt idx="8549">
                  <c:v>5.0719546742209634</c:v>
                </c:pt>
                <c:pt idx="8550">
                  <c:v>5.0705033113850391</c:v>
                </c:pt>
                <c:pt idx="8551">
                  <c:v>5.0749339637087516</c:v>
                </c:pt>
                <c:pt idx="8552">
                  <c:v>5.0798900352193552</c:v>
                </c:pt>
                <c:pt idx="8553">
                  <c:v>5.0779118176249902</c:v>
                </c:pt>
                <c:pt idx="8554">
                  <c:v>5.0714943342776202</c:v>
                </c:pt>
                <c:pt idx="8555">
                  <c:v>5.0675039238955666</c:v>
                </c:pt>
                <c:pt idx="8556">
                  <c:v>5.0654783324400885</c:v>
                </c:pt>
                <c:pt idx="8557">
                  <c:v>5.0674575070821533</c:v>
                </c:pt>
                <c:pt idx="8558">
                  <c:v>5.0715378799479369</c:v>
                </c:pt>
                <c:pt idx="8559">
                  <c:v>5.0722221690529059</c:v>
                </c:pt>
                <c:pt idx="8560">
                  <c:v>5.0663248411300819</c:v>
                </c:pt>
                <c:pt idx="8561">
                  <c:v>5.0606514623688845</c:v>
                </c:pt>
                <c:pt idx="8562">
                  <c:v>5.0594671158410538</c:v>
                </c:pt>
                <c:pt idx="8563">
                  <c:v>5.0631158601944719</c:v>
                </c:pt>
                <c:pt idx="8564">
                  <c:v>5.0635034645126709</c:v>
                </c:pt>
                <c:pt idx="8565">
                  <c:v>5.0616085100681421</c:v>
                </c:pt>
                <c:pt idx="8566">
                  <c:v>5.0625564658142563</c:v>
                </c:pt>
                <c:pt idx="8567">
                  <c:v>5.0650653663578593</c:v>
                </c:pt>
                <c:pt idx="8568">
                  <c:v>5.0635690222800704</c:v>
                </c:pt>
                <c:pt idx="8569">
                  <c:v>5.0602963976724604</c:v>
                </c:pt>
                <c:pt idx="8570">
                  <c:v>5.0609208712962257</c:v>
                </c:pt>
                <c:pt idx="8571">
                  <c:v>5.0596513475231601</c:v>
                </c:pt>
                <c:pt idx="8572">
                  <c:v>5.0576865285965855</c:v>
                </c:pt>
                <c:pt idx="8573">
                  <c:v>5.0563457047699254</c:v>
                </c:pt>
                <c:pt idx="8574">
                  <c:v>5.0578267360845262</c:v>
                </c:pt>
                <c:pt idx="8575">
                  <c:v>5.0618487290406557</c:v>
                </c:pt>
                <c:pt idx="8576">
                  <c:v>5.065475461296991</c:v>
                </c:pt>
                <c:pt idx="8577">
                  <c:v>5.0634881517494836</c:v>
                </c:pt>
                <c:pt idx="8578">
                  <c:v>5.0612615802771614</c:v>
                </c:pt>
                <c:pt idx="8579">
                  <c:v>5.0544258670852154</c:v>
                </c:pt>
                <c:pt idx="8580">
                  <c:v>5.0500870913406324</c:v>
                </c:pt>
                <c:pt idx="8581">
                  <c:v>5.0517858510068141</c:v>
                </c:pt>
                <c:pt idx="8582">
                  <c:v>5.0592661358242097</c:v>
                </c:pt>
                <c:pt idx="8583">
                  <c:v>5.0636953525763726</c:v>
                </c:pt>
                <c:pt idx="8584">
                  <c:v>5.0645782290789372</c:v>
                </c:pt>
                <c:pt idx="8585">
                  <c:v>5.0633029630196766</c:v>
                </c:pt>
                <c:pt idx="8586">
                  <c:v>5.0631708904371795</c:v>
                </c:pt>
                <c:pt idx="8587">
                  <c:v>5.0641379871372791</c:v>
                </c:pt>
                <c:pt idx="8588">
                  <c:v>5.0667918804073198</c:v>
                </c:pt>
                <c:pt idx="8589">
                  <c:v>5.0682379794808972</c:v>
                </c:pt>
                <c:pt idx="8590">
                  <c:v>5.0663377612740215</c:v>
                </c:pt>
                <c:pt idx="8591">
                  <c:v>5.065491731107878</c:v>
                </c:pt>
                <c:pt idx="8592">
                  <c:v>5.0635163846566114</c:v>
                </c:pt>
                <c:pt idx="8593">
                  <c:v>5.0655936566878497</c:v>
                </c:pt>
                <c:pt idx="8594">
                  <c:v>5.0681657223796037</c:v>
                </c:pt>
                <c:pt idx="8595">
                  <c:v>5.0704056925197154</c:v>
                </c:pt>
                <c:pt idx="8596">
                  <c:v>5.0666564581578744</c:v>
                </c:pt>
                <c:pt idx="8597">
                  <c:v>5.0638034989663883</c:v>
                </c:pt>
                <c:pt idx="8598">
                  <c:v>5.0666444950616336</c:v>
                </c:pt>
                <c:pt idx="8599">
                  <c:v>5.0696199563586246</c:v>
                </c:pt>
                <c:pt idx="8600">
                  <c:v>5.0646337378454946</c:v>
                </c:pt>
                <c:pt idx="8601">
                  <c:v>5.063671904907741</c:v>
                </c:pt>
                <c:pt idx="8602">
                  <c:v>5.0633589503100831</c:v>
                </c:pt>
                <c:pt idx="8603">
                  <c:v>5.064425101447056</c:v>
                </c:pt>
                <c:pt idx="8604">
                  <c:v>5.0582535793583956</c:v>
                </c:pt>
                <c:pt idx="8605">
                  <c:v>5.0539473432355866</c:v>
                </c:pt>
                <c:pt idx="8606">
                  <c:v>5.0605126904524917</c:v>
                </c:pt>
                <c:pt idx="8607">
                  <c:v>5.0620157338641754</c:v>
                </c:pt>
                <c:pt idx="8608">
                  <c:v>5.0603758326314985</c:v>
                </c:pt>
                <c:pt idx="8609">
                  <c:v>5.0580827463440778</c:v>
                </c:pt>
                <c:pt idx="8610">
                  <c:v>5.0575893882551108</c:v>
                </c:pt>
                <c:pt idx="8611">
                  <c:v>5.0581377765867854</c:v>
                </c:pt>
                <c:pt idx="8612">
                  <c:v>5.0548115573080166</c:v>
                </c:pt>
                <c:pt idx="8613">
                  <c:v>5.0559887259781027</c:v>
                </c:pt>
                <c:pt idx="8614">
                  <c:v>5.0558887144935305</c:v>
                </c:pt>
                <c:pt idx="8615">
                  <c:v>5.0550690031391161</c:v>
                </c:pt>
                <c:pt idx="8616">
                  <c:v>5.0549086976494912</c:v>
                </c:pt>
                <c:pt idx="8617">
                  <c:v>5.0578506622770076</c:v>
                </c:pt>
                <c:pt idx="8618">
                  <c:v>5.0627780223566345</c:v>
                </c:pt>
                <c:pt idx="8619">
                  <c:v>5.0611586976494909</c:v>
                </c:pt>
                <c:pt idx="8620">
                  <c:v>5.0583531123191179</c:v>
                </c:pt>
                <c:pt idx="8621">
                  <c:v>5.0618970599494677</c:v>
                </c:pt>
                <c:pt idx="8622">
                  <c:v>5.0634613544139038</c:v>
                </c:pt>
                <c:pt idx="8623">
                  <c:v>5.0609404907740601</c:v>
                </c:pt>
                <c:pt idx="8624">
                  <c:v>5.0641820113314449</c:v>
                </c:pt>
                <c:pt idx="8625">
                  <c:v>5.0647849513819772</c:v>
                </c:pt>
                <c:pt idx="8626">
                  <c:v>5.0594235701707371</c:v>
                </c:pt>
                <c:pt idx="8627">
                  <c:v>5.0578334354184209</c:v>
                </c:pt>
                <c:pt idx="8628">
                  <c:v>5.0600748411300822</c:v>
                </c:pt>
                <c:pt idx="8629">
                  <c:v>5.0574477451956206</c:v>
                </c:pt>
                <c:pt idx="8630">
                  <c:v>5.0547455210167671</c:v>
                </c:pt>
                <c:pt idx="8631">
                  <c:v>5.0526314026491077</c:v>
                </c:pt>
                <c:pt idx="8632">
                  <c:v>5.0528874129086594</c:v>
                </c:pt>
                <c:pt idx="8633">
                  <c:v>5.0556216981854378</c:v>
                </c:pt>
                <c:pt idx="8634">
                  <c:v>5.0578769810887376</c:v>
                </c:pt>
                <c:pt idx="8635">
                  <c:v>5.0630560447132682</c:v>
                </c:pt>
                <c:pt idx="8636">
                  <c:v>5.0639867736007966</c:v>
                </c:pt>
                <c:pt idx="8637">
                  <c:v>5.0638092412525841</c:v>
                </c:pt>
                <c:pt idx="8638">
                  <c:v>5.0628670277926648</c:v>
                </c:pt>
                <c:pt idx="8639">
                  <c:v>5.0616204731643828</c:v>
                </c:pt>
                <c:pt idx="8640">
                  <c:v>5.0630278118061405</c:v>
                </c:pt>
                <c:pt idx="8641">
                  <c:v>5.0662454061710438</c:v>
                </c:pt>
                <c:pt idx="8642">
                  <c:v>5.063550359849935</c:v>
                </c:pt>
                <c:pt idx="8643">
                  <c:v>5.0609476686318047</c:v>
                </c:pt>
                <c:pt idx="8644">
                  <c:v>5.0596613965240032</c:v>
                </c:pt>
                <c:pt idx="8645">
                  <c:v>5.061332880330756</c:v>
                </c:pt>
                <c:pt idx="8646">
                  <c:v>5.0641633489013094</c:v>
                </c:pt>
                <c:pt idx="8647">
                  <c:v>5.0641628703774595</c:v>
                </c:pt>
                <c:pt idx="8648">
                  <c:v>5.0628124760738071</c:v>
                </c:pt>
                <c:pt idx="8649">
                  <c:v>5.0629593828956434</c:v>
                </c:pt>
                <c:pt idx="8650">
                  <c:v>5.0618358088967152</c:v>
                </c:pt>
                <c:pt idx="8651">
                  <c:v>5.0597642791516728</c:v>
                </c:pt>
                <c:pt idx="8652">
                  <c:v>5.055355638925044</c:v>
                </c:pt>
                <c:pt idx="8653">
                  <c:v>5.0479619669244311</c:v>
                </c:pt>
                <c:pt idx="8654">
                  <c:v>5.0445531065768314</c:v>
                </c:pt>
                <c:pt idx="8655">
                  <c:v>5.0448355792052677</c:v>
                </c:pt>
                <c:pt idx="8656">
                  <c:v>5.048232811423321</c:v>
                </c:pt>
                <c:pt idx="8657">
                  <c:v>5.0550235433734017</c:v>
                </c:pt>
                <c:pt idx="8658">
                  <c:v>5.056374416200903</c:v>
                </c:pt>
                <c:pt idx="8659">
                  <c:v>5.0532252507464968</c:v>
                </c:pt>
                <c:pt idx="8660">
                  <c:v>5.051579128703775</c:v>
                </c:pt>
                <c:pt idx="8661">
                  <c:v>5.0494875009570475</c:v>
                </c:pt>
                <c:pt idx="8662">
                  <c:v>5.0465105562361225</c:v>
                </c:pt>
                <c:pt idx="8663">
                  <c:v>5.0464035104509612</c:v>
                </c:pt>
                <c:pt idx="8664">
                  <c:v>5.0487271265599878</c:v>
                </c:pt>
                <c:pt idx="8665">
                  <c:v>5.0513121123956815</c:v>
                </c:pt>
                <c:pt idx="8666">
                  <c:v>5.052194510374397</c:v>
                </c:pt>
                <c:pt idx="8667">
                  <c:v>5.0473487386111326</c:v>
                </c:pt>
                <c:pt idx="8668">
                  <c:v>5.0451888733634487</c:v>
                </c:pt>
                <c:pt idx="8669">
                  <c:v>5.046368865324248</c:v>
                </c:pt>
                <c:pt idx="8670">
                  <c:v>5.0490166334890132</c:v>
                </c:pt>
                <c:pt idx="8671">
                  <c:v>5.0497794005053214</c:v>
                </c:pt>
                <c:pt idx="8672">
                  <c:v>5.0520868425082304</c:v>
                </c:pt>
                <c:pt idx="8673">
                  <c:v>5.0527984074726282</c:v>
                </c:pt>
                <c:pt idx="8674">
                  <c:v>5.0531735701707374</c:v>
                </c:pt>
                <c:pt idx="8675">
                  <c:v>5.0564988324018065</c:v>
                </c:pt>
                <c:pt idx="8676">
                  <c:v>5.0583435418421256</c:v>
                </c:pt>
                <c:pt idx="8677">
                  <c:v>5.0573199793277697</c:v>
                </c:pt>
                <c:pt idx="8678">
                  <c:v>5.0561351542760891</c:v>
                </c:pt>
                <c:pt idx="8679">
                  <c:v>5.0534697764336576</c:v>
                </c:pt>
                <c:pt idx="8680">
                  <c:v>5.0491252584028787</c:v>
                </c:pt>
                <c:pt idx="8681">
                  <c:v>5.0482998047622694</c:v>
                </c:pt>
                <c:pt idx="8682">
                  <c:v>5.0497832286961186</c:v>
                </c:pt>
                <c:pt idx="8683">
                  <c:v>5.0524955018758133</c:v>
                </c:pt>
                <c:pt idx="8684">
                  <c:v>5.0553853074037214</c:v>
                </c:pt>
                <c:pt idx="8685">
                  <c:v>5.0553254919225177</c:v>
                </c:pt>
                <c:pt idx="8686">
                  <c:v>5.0534353227164841</c:v>
                </c:pt>
                <c:pt idx="8687">
                  <c:v>5.0486256795038669</c:v>
                </c:pt>
                <c:pt idx="8688">
                  <c:v>5.0494702740984607</c:v>
                </c:pt>
                <c:pt idx="8689">
                  <c:v>5.053679369879795</c:v>
                </c:pt>
                <c:pt idx="8690">
                  <c:v>5.051271916392313</c:v>
                </c:pt>
                <c:pt idx="8691">
                  <c:v>5.048593139882092</c:v>
                </c:pt>
                <c:pt idx="8692">
                  <c:v>5.0509828879871375</c:v>
                </c:pt>
                <c:pt idx="8693">
                  <c:v>5.0519686471173726</c:v>
                </c:pt>
                <c:pt idx="8694">
                  <c:v>5.051749004670393</c:v>
                </c:pt>
                <c:pt idx="8695">
                  <c:v>5.0536784128320953</c:v>
                </c:pt>
                <c:pt idx="8696">
                  <c:v>5.0535740946328769</c:v>
                </c:pt>
                <c:pt idx="8697">
                  <c:v>5.0494372559528369</c:v>
                </c:pt>
                <c:pt idx="8698">
                  <c:v>5.0486582191256408</c:v>
                </c:pt>
                <c:pt idx="8699">
                  <c:v>5.0473381153816703</c:v>
                </c:pt>
                <c:pt idx="8700">
                  <c:v>5.0466253541076487</c:v>
                </c:pt>
                <c:pt idx="8701">
                  <c:v>5.0461370683714879</c:v>
                </c:pt>
                <c:pt idx="8702">
                  <c:v>5.045645720082689</c:v>
                </c:pt>
                <c:pt idx="8703">
                  <c:v>5.0459061806140415</c:v>
                </c:pt>
                <c:pt idx="8704">
                  <c:v>5.0488644629048309</c:v>
                </c:pt>
                <c:pt idx="8705">
                  <c:v>5.0509465201745654</c:v>
                </c:pt>
                <c:pt idx="8706">
                  <c:v>5.0459337435877805</c:v>
                </c:pt>
                <c:pt idx="8707">
                  <c:v>5.0437249253502792</c:v>
                </c:pt>
                <c:pt idx="8708">
                  <c:v>5.0441159750401958</c:v>
                </c:pt>
                <c:pt idx="8709">
                  <c:v>5.0459206320343002</c:v>
                </c:pt>
                <c:pt idx="8710">
                  <c:v>5.0506029400505321</c:v>
                </c:pt>
                <c:pt idx="8711">
                  <c:v>5.0578238649414287</c:v>
                </c:pt>
                <c:pt idx="8712">
                  <c:v>5.0560207870760276</c:v>
                </c:pt>
                <c:pt idx="8713">
                  <c:v>5.0512049230533647</c:v>
                </c:pt>
                <c:pt idx="8714">
                  <c:v>5.0544206033228694</c:v>
                </c:pt>
                <c:pt idx="8715">
                  <c:v>5.0625631651481511</c:v>
                </c:pt>
                <c:pt idx="8716">
                  <c:v>5.060733768471021</c:v>
                </c:pt>
                <c:pt idx="8717">
                  <c:v>5.0575683332057269</c:v>
                </c:pt>
                <c:pt idx="8718">
                  <c:v>5.0587019562054971</c:v>
                </c:pt>
                <c:pt idx="8719">
                  <c:v>5.0588215871679045</c:v>
                </c:pt>
                <c:pt idx="8720">
                  <c:v>5.0610137049230532</c:v>
                </c:pt>
                <c:pt idx="8721">
                  <c:v>5.061047201592527</c:v>
                </c:pt>
                <c:pt idx="8722">
                  <c:v>5.0605571931705073</c:v>
                </c:pt>
                <c:pt idx="8723">
                  <c:v>5.0618468149452571</c:v>
                </c:pt>
                <c:pt idx="8724">
                  <c:v>5.0612122923206488</c:v>
                </c:pt>
                <c:pt idx="8725">
                  <c:v>5.058304781410305</c:v>
                </c:pt>
                <c:pt idx="8726">
                  <c:v>5.0567323520404255</c:v>
                </c:pt>
                <c:pt idx="8727">
                  <c:v>5.0549402802235663</c:v>
                </c:pt>
                <c:pt idx="8728">
                  <c:v>5.0500880483883313</c:v>
                </c:pt>
                <c:pt idx="8729">
                  <c:v>5.0513188117295762</c:v>
                </c:pt>
                <c:pt idx="8730">
                  <c:v>5.0567950386647267</c:v>
                </c:pt>
                <c:pt idx="8731">
                  <c:v>5.0623679274175029</c:v>
                </c:pt>
                <c:pt idx="8732">
                  <c:v>5.0631900313911649</c:v>
                </c:pt>
                <c:pt idx="8733">
                  <c:v>5.0605983462215756</c:v>
                </c:pt>
                <c:pt idx="8734">
                  <c:v>5.0611194586938213</c:v>
                </c:pt>
                <c:pt idx="8735">
                  <c:v>5.0609299632493681</c:v>
                </c:pt>
                <c:pt idx="8736">
                  <c:v>5.0597542301508307</c:v>
                </c:pt>
                <c:pt idx="8737">
                  <c:v>5.064112146849399</c:v>
                </c:pt>
                <c:pt idx="8738">
                  <c:v>5.0675718742822138</c:v>
                </c:pt>
                <c:pt idx="8739">
                  <c:v>5.0640035219355335</c:v>
                </c:pt>
                <c:pt idx="8740">
                  <c:v>5.0621430212081773</c:v>
                </c:pt>
                <c:pt idx="8741">
                  <c:v>5.0640413253196543</c:v>
                </c:pt>
                <c:pt idx="8742">
                  <c:v>5.0673967345532498</c:v>
                </c:pt>
                <c:pt idx="8743">
                  <c:v>5.0706712732562593</c:v>
                </c:pt>
                <c:pt idx="8744">
                  <c:v>5.0705516422938519</c:v>
                </c:pt>
                <c:pt idx="8745">
                  <c:v>5.066811978409004</c:v>
                </c:pt>
                <c:pt idx="8746">
                  <c:v>5.0668095857897555</c:v>
                </c:pt>
                <c:pt idx="8747">
                  <c:v>5.0661898974044863</c:v>
                </c:pt>
                <c:pt idx="8748">
                  <c:v>5.0650098575913027</c:v>
                </c:pt>
                <c:pt idx="8749">
                  <c:v>5.0647710741903378</c:v>
                </c:pt>
                <c:pt idx="8750">
                  <c:v>5.062834009647041</c:v>
                </c:pt>
                <c:pt idx="8751">
                  <c:v>5.0633039200673764</c:v>
                </c:pt>
                <c:pt idx="8752">
                  <c:v>5.0641944529515355</c:v>
                </c:pt>
                <c:pt idx="8753">
                  <c:v>5.0650859428833934</c:v>
                </c:pt>
                <c:pt idx="8754">
                  <c:v>5.0676656649567411</c:v>
                </c:pt>
                <c:pt idx="8755">
                  <c:v>5.0698271571855145</c:v>
                </c:pt>
                <c:pt idx="8756">
                  <c:v>5.072460473930021</c:v>
                </c:pt>
                <c:pt idx="8757">
                  <c:v>5.0722728925809664</c:v>
                </c:pt>
                <c:pt idx="8758">
                  <c:v>5.0725968532271652</c:v>
                </c:pt>
                <c:pt idx="8759">
                  <c:v>5.0746702970676054</c:v>
                </c:pt>
                <c:pt idx="8760">
                  <c:v>5.0757216139652401</c:v>
                </c:pt>
                <c:pt idx="8761">
                  <c:v>5.0740477375392388</c:v>
                </c:pt>
                <c:pt idx="8762">
                  <c:v>5.0717809700635481</c:v>
                </c:pt>
                <c:pt idx="8763">
                  <c:v>5.0718039392083298</c:v>
                </c:pt>
                <c:pt idx="8764">
                  <c:v>5.0749961718092029</c:v>
                </c:pt>
                <c:pt idx="8765">
                  <c:v>5.0773275400045934</c:v>
                </c:pt>
                <c:pt idx="8766">
                  <c:v>5.0763910688308709</c:v>
                </c:pt>
                <c:pt idx="8767">
                  <c:v>5.0749770308552176</c:v>
                </c:pt>
                <c:pt idx="8768">
                  <c:v>5.0784405864788305</c:v>
                </c:pt>
                <c:pt idx="8769">
                  <c:v>5.0797608337799556</c:v>
                </c:pt>
                <c:pt idx="8770">
                  <c:v>5.0758422019753464</c:v>
                </c:pt>
                <c:pt idx="8771">
                  <c:v>5.0731299287956508</c:v>
                </c:pt>
                <c:pt idx="8772">
                  <c:v>5.0720824400888143</c:v>
                </c:pt>
                <c:pt idx="8773">
                  <c:v>5.0712636857820996</c:v>
                </c:pt>
                <c:pt idx="8774">
                  <c:v>5.0729916354031088</c:v>
                </c:pt>
                <c:pt idx="8775">
                  <c:v>5.0752033726360919</c:v>
                </c:pt>
                <c:pt idx="8776">
                  <c:v>5.0770016652629968</c:v>
                </c:pt>
                <c:pt idx="8777">
                  <c:v>5.0795383201898785</c:v>
                </c:pt>
                <c:pt idx="8778">
                  <c:v>5.0830286731490695</c:v>
                </c:pt>
                <c:pt idx="8779">
                  <c:v>5.0831947209248911</c:v>
                </c:pt>
                <c:pt idx="8780">
                  <c:v>5.0839838067529284</c:v>
                </c:pt>
                <c:pt idx="8781">
                  <c:v>5.0851241290865934</c:v>
                </c:pt>
                <c:pt idx="8782">
                  <c:v>5.0820151596355565</c:v>
                </c:pt>
                <c:pt idx="8783">
                  <c:v>5.0826257560676824</c:v>
                </c:pt>
                <c:pt idx="8784">
                  <c:v>5.0903649222877272</c:v>
                </c:pt>
                <c:pt idx="8785">
                  <c:v>5.0969776433657454</c:v>
                </c:pt>
                <c:pt idx="8786">
                  <c:v>5.0989989281065764</c:v>
                </c:pt>
                <c:pt idx="8787">
                  <c:v>5.1013427379220584</c:v>
                </c:pt>
                <c:pt idx="8788">
                  <c:v>5.1070343005895413</c:v>
                </c:pt>
                <c:pt idx="8789">
                  <c:v>5.1153419531429449</c:v>
                </c:pt>
                <c:pt idx="8790">
                  <c:v>5.1223762537324857</c:v>
                </c:pt>
                <c:pt idx="8791">
                  <c:v>5.1242563739376772</c:v>
                </c:pt>
                <c:pt idx="8792">
                  <c:v>5.1247042722609297</c:v>
                </c:pt>
                <c:pt idx="8793">
                  <c:v>5.1236893231758671</c:v>
                </c:pt>
                <c:pt idx="8794">
                  <c:v>5.1221475193323638</c:v>
                </c:pt>
                <c:pt idx="8795">
                  <c:v>5.1226155156573006</c:v>
                </c:pt>
                <c:pt idx="8796">
                  <c:v>5.1290803728657837</c:v>
                </c:pt>
                <c:pt idx="8797">
                  <c:v>5.143489204501952</c:v>
                </c:pt>
                <c:pt idx="8798">
                  <c:v>5.1581937638771915</c:v>
                </c:pt>
                <c:pt idx="8799">
                  <c:v>5.1701783936911418</c:v>
                </c:pt>
                <c:pt idx="8800">
                  <c:v>5.1885039430365207</c:v>
                </c:pt>
                <c:pt idx="8801">
                  <c:v>5.2120664573922362</c:v>
                </c:pt>
                <c:pt idx="8802">
                  <c:v>5.2334210627057649</c:v>
                </c:pt>
                <c:pt idx="8803">
                  <c:v>5.2525289985452872</c:v>
                </c:pt>
                <c:pt idx="8804">
                  <c:v>5.2656903185054746</c:v>
                </c:pt>
                <c:pt idx="8805">
                  <c:v>5.268526050838374</c:v>
                </c:pt>
                <c:pt idx="8806">
                  <c:v>5.2758426804991965</c:v>
                </c:pt>
                <c:pt idx="8807">
                  <c:v>5.2946802503636778</c:v>
                </c:pt>
                <c:pt idx="8808">
                  <c:v>5.3179350738840823</c:v>
                </c:pt>
                <c:pt idx="8809">
                  <c:v>5.3458899586555395</c:v>
                </c:pt>
                <c:pt idx="8810">
                  <c:v>5.3867391470790906</c:v>
                </c:pt>
                <c:pt idx="8811">
                  <c:v>5.4306929982390324</c:v>
                </c:pt>
                <c:pt idx="8812">
                  <c:v>5.4777539047546124</c:v>
                </c:pt>
                <c:pt idx="8813">
                  <c:v>5.5300417272796878</c:v>
                </c:pt>
                <c:pt idx="8814">
                  <c:v>5.5914459076640384</c:v>
                </c:pt>
                <c:pt idx="8815">
                  <c:v>5.6651720771763268</c:v>
                </c:pt>
                <c:pt idx="8816">
                  <c:v>5.7576994487405253</c:v>
                </c:pt>
                <c:pt idx="8817">
                  <c:v>5.8703056810351431</c:v>
                </c:pt>
                <c:pt idx="8818">
                  <c:v>6.0146189036061557</c:v>
                </c:pt>
                <c:pt idx="8819">
                  <c:v>6.1973815174948319</c:v>
                </c:pt>
                <c:pt idx="8820">
                  <c:v>6.439801699716714</c:v>
                </c:pt>
                <c:pt idx="8821">
                  <c:v>6.7693227930480049</c:v>
                </c:pt>
                <c:pt idx="8822">
                  <c:v>7.2335292090957815</c:v>
                </c:pt>
                <c:pt idx="8823">
                  <c:v>7.9083674680346068</c:v>
                </c:pt>
                <c:pt idx="8824">
                  <c:v>8.9146313452262458</c:v>
                </c:pt>
                <c:pt idx="8825">
                  <c:v>10.356069596508689</c:v>
                </c:pt>
                <c:pt idx="8826">
                  <c:v>12.228916239185359</c:v>
                </c:pt>
                <c:pt idx="8827">
                  <c:v>14.297287726820302</c:v>
                </c:pt>
                <c:pt idx="8828">
                  <c:v>16.090268738993949</c:v>
                </c:pt>
                <c:pt idx="8829">
                  <c:v>16.877679733557919</c:v>
                </c:pt>
                <c:pt idx="8830">
                  <c:v>16.155060868233672</c:v>
                </c:pt>
                <c:pt idx="8831">
                  <c:v>14.351743740908047</c:v>
                </c:pt>
                <c:pt idx="8832">
                  <c:v>12.410898859199142</c:v>
                </c:pt>
                <c:pt idx="8833">
                  <c:v>10.796455095321949</c:v>
                </c:pt>
                <c:pt idx="8834">
                  <c:v>9.5019715182604703</c:v>
                </c:pt>
                <c:pt idx="8835">
                  <c:v>8.4798062935456695</c:v>
                </c:pt>
                <c:pt idx="8836">
                  <c:v>7.6972283898629508</c:v>
                </c:pt>
                <c:pt idx="8837">
                  <c:v>7.1055145088431209</c:v>
                </c:pt>
                <c:pt idx="8838">
                  <c:v>6.664009264221729</c:v>
                </c:pt>
                <c:pt idx="8839">
                  <c:v>6.3457813337416731</c:v>
                </c:pt>
                <c:pt idx="8840">
                  <c:v>6.1091321491463138</c:v>
                </c:pt>
                <c:pt idx="8841">
                  <c:v>5.9311834851849019</c:v>
                </c:pt>
                <c:pt idx="8842">
                  <c:v>5.7948041880407324</c:v>
                </c:pt>
                <c:pt idx="8843">
                  <c:v>5.6925819232830559</c:v>
                </c:pt>
                <c:pt idx="8844">
                  <c:v>5.6148313681953912</c:v>
                </c:pt>
                <c:pt idx="8845">
                  <c:v>5.5560542837455014</c:v>
                </c:pt>
                <c:pt idx="8846">
                  <c:v>5.5060533266978027</c:v>
                </c:pt>
                <c:pt idx="8847">
                  <c:v>5.4634168516958885</c:v>
                </c:pt>
                <c:pt idx="8848">
                  <c:v>5.4355887757445833</c:v>
                </c:pt>
                <c:pt idx="8849">
                  <c:v>5.4173034224025729</c:v>
                </c:pt>
                <c:pt idx="8850">
                  <c:v>5.4055111591761733</c:v>
                </c:pt>
                <c:pt idx="8851">
                  <c:v>5.3908458387566034</c:v>
                </c:pt>
                <c:pt idx="8852">
                  <c:v>5.364260010718934</c:v>
                </c:pt>
                <c:pt idx="8853">
                  <c:v>5.3352504593828955</c:v>
                </c:pt>
                <c:pt idx="8854">
                  <c:v>5.3115544368731333</c:v>
                </c:pt>
                <c:pt idx="8855">
                  <c:v>5.2967536942041189</c:v>
                </c:pt>
                <c:pt idx="8856">
                  <c:v>5.28316983768471</c:v>
                </c:pt>
                <c:pt idx="8857">
                  <c:v>5.2732308973279229</c:v>
                </c:pt>
                <c:pt idx="8858">
                  <c:v>5.2594398399816242</c:v>
                </c:pt>
                <c:pt idx="8859">
                  <c:v>5.2449439170048233</c:v>
                </c:pt>
                <c:pt idx="8860">
                  <c:v>5.234401079549805</c:v>
                </c:pt>
                <c:pt idx="8861">
                  <c:v>5.2242085215527139</c:v>
                </c:pt>
                <c:pt idx="8862">
                  <c:v>5.2124315710895033</c:v>
                </c:pt>
                <c:pt idx="8863">
                  <c:v>5.2013867621162237</c:v>
                </c:pt>
                <c:pt idx="8864">
                  <c:v>5.1877435686394611</c:v>
                </c:pt>
                <c:pt idx="8865">
                  <c:v>5.176818390628589</c:v>
                </c:pt>
                <c:pt idx="8866">
                  <c:v>5.1671574726284355</c:v>
                </c:pt>
                <c:pt idx="8867">
                  <c:v>5.1591168363831255</c:v>
                </c:pt>
                <c:pt idx="8868">
                  <c:v>5.1488864750019143</c:v>
                </c:pt>
                <c:pt idx="8869">
                  <c:v>5.1442802044253888</c:v>
                </c:pt>
                <c:pt idx="8870">
                  <c:v>5.145111878876043</c:v>
                </c:pt>
                <c:pt idx="8871">
                  <c:v>5.1426537018605005</c:v>
                </c:pt>
                <c:pt idx="8872">
                  <c:v>5.1399902381134677</c:v>
                </c:pt>
                <c:pt idx="8873">
                  <c:v>5.1423077291172188</c:v>
                </c:pt>
                <c:pt idx="8874">
                  <c:v>5.1403725786693206</c:v>
                </c:pt>
                <c:pt idx="8875">
                  <c:v>5.1383876617410609</c:v>
                </c:pt>
                <c:pt idx="8876">
                  <c:v>5.1359663310619403</c:v>
                </c:pt>
                <c:pt idx="8877">
                  <c:v>5.1349757866932091</c:v>
                </c:pt>
                <c:pt idx="8878">
                  <c:v>5.1330234093867242</c:v>
                </c:pt>
                <c:pt idx="8879">
                  <c:v>5.1303073080162314</c:v>
                </c:pt>
                <c:pt idx="8880">
                  <c:v>5.127142829798637</c:v>
                </c:pt>
                <c:pt idx="8881">
                  <c:v>5.1245114271495291</c:v>
                </c:pt>
                <c:pt idx="8882">
                  <c:v>5.1237400467039276</c:v>
                </c:pt>
                <c:pt idx="8883">
                  <c:v>5.1246592910190643</c:v>
                </c:pt>
                <c:pt idx="8884">
                  <c:v>5.1251282443917008</c:v>
                </c:pt>
                <c:pt idx="8885">
                  <c:v>5.1250301470025263</c:v>
                </c:pt>
                <c:pt idx="8886">
                  <c:v>5.1275811576448973</c:v>
                </c:pt>
                <c:pt idx="8887">
                  <c:v>5.1280386264451421</c:v>
                </c:pt>
                <c:pt idx="8888">
                  <c:v>5.1243645203276929</c:v>
                </c:pt>
                <c:pt idx="8889">
                  <c:v>5.118280089579665</c:v>
                </c:pt>
                <c:pt idx="8890">
                  <c:v>5.1136857820993802</c:v>
                </c:pt>
                <c:pt idx="8891">
                  <c:v>5.1137589962483734</c:v>
                </c:pt>
                <c:pt idx="8892">
                  <c:v>5.1102791708138735</c:v>
                </c:pt>
                <c:pt idx="8893">
                  <c:v>5.1048646734553254</c:v>
                </c:pt>
                <c:pt idx="8894">
                  <c:v>5.0997459038358475</c:v>
                </c:pt>
                <c:pt idx="8895">
                  <c:v>5.0960000191409538</c:v>
                </c:pt>
                <c:pt idx="8896">
                  <c:v>5.0934260393538011</c:v>
                </c:pt>
                <c:pt idx="8897">
                  <c:v>5.092981012173647</c:v>
                </c:pt>
                <c:pt idx="8898">
                  <c:v>5.0968297794962103</c:v>
                </c:pt>
                <c:pt idx="8899">
                  <c:v>5.0993324592297684</c:v>
                </c:pt>
                <c:pt idx="8900">
                  <c:v>5.0981988362299973</c:v>
                </c:pt>
                <c:pt idx="8901">
                  <c:v>5.0991190375928337</c:v>
                </c:pt>
                <c:pt idx="8902">
                  <c:v>5.0987878990888902</c:v>
                </c:pt>
                <c:pt idx="8903">
                  <c:v>5.0940174948319425</c:v>
                </c:pt>
                <c:pt idx="8904">
                  <c:v>5.0897012097082914</c:v>
                </c:pt>
                <c:pt idx="8905">
                  <c:v>5.0853954521093332</c:v>
                </c:pt>
                <c:pt idx="8906">
                  <c:v>5.0854255991118595</c:v>
                </c:pt>
                <c:pt idx="8907">
                  <c:v>5.0876789679197607</c:v>
                </c:pt>
                <c:pt idx="8908">
                  <c:v>5.0875722571012938</c:v>
                </c:pt>
                <c:pt idx="8909">
                  <c:v>5.0863663770002301</c:v>
                </c:pt>
                <c:pt idx="8910">
                  <c:v>5.0870817701554243</c:v>
                </c:pt>
                <c:pt idx="8911">
                  <c:v>5.0886819539085826</c:v>
                </c:pt>
                <c:pt idx="8912">
                  <c:v>5.0905056082995177</c:v>
                </c:pt>
                <c:pt idx="8913">
                  <c:v>5.0906395949774135</c:v>
                </c:pt>
                <c:pt idx="8914">
                  <c:v>5.0846202434729344</c:v>
                </c:pt>
                <c:pt idx="8915">
                  <c:v>5.0814959612587094</c:v>
                </c:pt>
                <c:pt idx="8916">
                  <c:v>5.0816797144169668</c:v>
                </c:pt>
                <c:pt idx="8917">
                  <c:v>5.0806025572314528</c:v>
                </c:pt>
                <c:pt idx="8918">
                  <c:v>5.0775409616415281</c:v>
                </c:pt>
                <c:pt idx="8919">
                  <c:v>5.0769748679274178</c:v>
                </c:pt>
                <c:pt idx="8920">
                  <c:v>5.0778237692366588</c:v>
                </c:pt>
                <c:pt idx="8921">
                  <c:v>5.0755325970446368</c:v>
                </c:pt>
                <c:pt idx="8922">
                  <c:v>5.0705411147691599</c:v>
                </c:pt>
                <c:pt idx="8923">
                  <c:v>5.0684131192098612</c:v>
                </c:pt>
                <c:pt idx="8924">
                  <c:v>5.0671876196309622</c:v>
                </c:pt>
                <c:pt idx="8925">
                  <c:v>5.067512058801011</c:v>
                </c:pt>
                <c:pt idx="8926">
                  <c:v>5.0684442232600873</c:v>
                </c:pt>
                <c:pt idx="8927">
                  <c:v>5.0722609294847256</c:v>
                </c:pt>
                <c:pt idx="8928">
                  <c:v>5.0724202779266516</c:v>
                </c:pt>
                <c:pt idx="8929">
                  <c:v>5.0738142179006198</c:v>
                </c:pt>
                <c:pt idx="8930">
                  <c:v>5.0735917043105427</c:v>
                </c:pt>
                <c:pt idx="8931">
                  <c:v>5.0749545402342857</c:v>
                </c:pt>
                <c:pt idx="8932">
                  <c:v>5.0730313528826274</c:v>
                </c:pt>
                <c:pt idx="8933">
                  <c:v>5.0678747798790296</c:v>
                </c:pt>
                <c:pt idx="8934">
                  <c:v>5.0703832018987827</c:v>
                </c:pt>
                <c:pt idx="8935">
                  <c:v>5.0735759130235047</c:v>
                </c:pt>
                <c:pt idx="8936">
                  <c:v>5.0739338488630272</c:v>
                </c:pt>
                <c:pt idx="8937">
                  <c:v>5.0754756527065306</c:v>
                </c:pt>
                <c:pt idx="8938">
                  <c:v>5.0776893040349131</c:v>
                </c:pt>
                <c:pt idx="8939">
                  <c:v>5.0758517724523387</c:v>
                </c:pt>
                <c:pt idx="8940">
                  <c:v>5.0733562705765252</c:v>
                </c:pt>
                <c:pt idx="8941">
                  <c:v>5.0763561365898475</c:v>
                </c:pt>
                <c:pt idx="8942">
                  <c:v>5.0784692979098081</c:v>
                </c:pt>
                <c:pt idx="8943">
                  <c:v>5.0798713727892197</c:v>
                </c:pt>
                <c:pt idx="8944">
                  <c:v>5.0807068754306712</c:v>
                </c:pt>
                <c:pt idx="8945">
                  <c:v>5.0797354720159253</c:v>
                </c:pt>
                <c:pt idx="8946">
                  <c:v>5.0795694242401037</c:v>
                </c:pt>
                <c:pt idx="8947">
                  <c:v>5.0792760891202819</c:v>
                </c:pt>
                <c:pt idx="8948">
                  <c:v>5.0781027486409922</c:v>
                </c:pt>
                <c:pt idx="8949">
                  <c:v>5.0750856557690831</c:v>
                </c:pt>
                <c:pt idx="8950">
                  <c:v>5.0717082344384048</c:v>
                </c:pt>
                <c:pt idx="8951">
                  <c:v>5.0695692328305642</c:v>
                </c:pt>
                <c:pt idx="8952">
                  <c:v>5.0663444606079171</c:v>
                </c:pt>
                <c:pt idx="8953">
                  <c:v>5.0613826468111167</c:v>
                </c:pt>
                <c:pt idx="8954">
                  <c:v>5.0594111285506473</c:v>
                </c:pt>
                <c:pt idx="8955">
                  <c:v>5.0594537171732643</c:v>
                </c:pt>
                <c:pt idx="8956">
                  <c:v>5.0639824668861495</c:v>
                </c:pt>
                <c:pt idx="8957">
                  <c:v>5.0685877804149762</c:v>
                </c:pt>
                <c:pt idx="8958">
                  <c:v>5.0651381019830026</c:v>
                </c:pt>
                <c:pt idx="8959">
                  <c:v>5.061412793813644</c:v>
                </c:pt>
                <c:pt idx="8960">
                  <c:v>5.0625492879565117</c:v>
                </c:pt>
                <c:pt idx="8961">
                  <c:v>5.0648715641987598</c:v>
                </c:pt>
                <c:pt idx="8962">
                  <c:v>5.0681437102825209</c:v>
                </c:pt>
                <c:pt idx="8963">
                  <c:v>5.0669363946099075</c:v>
                </c:pt>
                <c:pt idx="8964">
                  <c:v>5.0632263992037361</c:v>
                </c:pt>
                <c:pt idx="8965">
                  <c:v>5.0621836957353956</c:v>
                </c:pt>
                <c:pt idx="8966">
                  <c:v>5.062834009647041</c:v>
                </c:pt>
                <c:pt idx="8967">
                  <c:v>5.0637025304341172</c:v>
                </c:pt>
                <c:pt idx="8968">
                  <c:v>5.0640877421330677</c:v>
                </c:pt>
                <c:pt idx="8969">
                  <c:v>5.0639824668861495</c:v>
                </c:pt>
                <c:pt idx="8970">
                  <c:v>5.0658726360921831</c:v>
                </c:pt>
                <c:pt idx="8971">
                  <c:v>5.0668780147002526</c:v>
                </c:pt>
                <c:pt idx="8972">
                  <c:v>5.0668512173646736</c:v>
                </c:pt>
                <c:pt idx="8973">
                  <c:v>5.0652328497052297</c:v>
                </c:pt>
                <c:pt idx="8974">
                  <c:v>5.0619123727126558</c:v>
                </c:pt>
                <c:pt idx="8975">
                  <c:v>5.0563600604854146</c:v>
                </c:pt>
                <c:pt idx="8976">
                  <c:v>5.0538779572773906</c:v>
                </c:pt>
                <c:pt idx="8977">
                  <c:v>5.0547732754000458</c:v>
                </c:pt>
                <c:pt idx="8978">
                  <c:v>5.0594910420335353</c:v>
                </c:pt>
                <c:pt idx="8979">
                  <c:v>5.0607275476609752</c:v>
                </c:pt>
                <c:pt idx="8980">
                  <c:v>5.0609519753464509</c:v>
                </c:pt>
                <c:pt idx="8981">
                  <c:v>5.0615960684480514</c:v>
                </c:pt>
                <c:pt idx="8982">
                  <c:v>5.0608811538167062</c:v>
                </c:pt>
                <c:pt idx="8983">
                  <c:v>5.0608270806216984</c:v>
                </c:pt>
                <c:pt idx="8984">
                  <c:v>5.0592268968685401</c:v>
                </c:pt>
                <c:pt idx="8985">
                  <c:v>5.0557236237654086</c:v>
                </c:pt>
                <c:pt idx="8986">
                  <c:v>5.05524462139193</c:v>
                </c:pt>
                <c:pt idx="8987">
                  <c:v>5.0576740869764949</c:v>
                </c:pt>
                <c:pt idx="8988">
                  <c:v>5.059418784932241</c:v>
                </c:pt>
                <c:pt idx="8989">
                  <c:v>5.06028299900467</c:v>
                </c:pt>
                <c:pt idx="8990">
                  <c:v>5.0607356825664187</c:v>
                </c:pt>
                <c:pt idx="8991">
                  <c:v>5.0571950846030163</c:v>
                </c:pt>
                <c:pt idx="8992">
                  <c:v>5.0533951267131156</c:v>
                </c:pt>
                <c:pt idx="8993">
                  <c:v>5.0506871602480672</c:v>
                </c:pt>
                <c:pt idx="8994">
                  <c:v>5.0509077597427456</c:v>
                </c:pt>
                <c:pt idx="8995">
                  <c:v>5.055260412678968</c:v>
                </c:pt>
                <c:pt idx="8996">
                  <c:v>5.0569491233443076</c:v>
                </c:pt>
                <c:pt idx="8997">
                  <c:v>5.0584210627057651</c:v>
                </c:pt>
                <c:pt idx="8998">
                  <c:v>5.0604346910650024</c:v>
                </c:pt>
                <c:pt idx="8999">
                  <c:v>5.0581569175407699</c:v>
                </c:pt>
                <c:pt idx="9000">
                  <c:v>5.0567218245157335</c:v>
                </c:pt>
                <c:pt idx="9001">
                  <c:v>5.056671100987673</c:v>
                </c:pt>
                <c:pt idx="9002">
                  <c:v>5.0514379641681337</c:v>
                </c:pt>
                <c:pt idx="9003">
                  <c:v>5.0445830143174337</c:v>
                </c:pt>
                <c:pt idx="9004">
                  <c:v>5.0423857763570936</c:v>
                </c:pt>
                <c:pt idx="9005">
                  <c:v>5.042460043258556</c:v>
                </c:pt>
                <c:pt idx="9006">
                  <c:v>5.0448820438710662</c:v>
                </c:pt>
                <c:pt idx="9007">
                  <c:v>5.0497980629354569</c:v>
                </c:pt>
                <c:pt idx="9008">
                  <c:v>5.0533936911415669</c:v>
                </c:pt>
                <c:pt idx="9009">
                  <c:v>5.0557365439093482</c:v>
                </c:pt>
                <c:pt idx="9010">
                  <c:v>5.0559839407396066</c:v>
                </c:pt>
                <c:pt idx="9011">
                  <c:v>5.0543684442232601</c:v>
                </c:pt>
                <c:pt idx="9012">
                  <c:v>5.055196290483118</c:v>
                </c:pt>
                <c:pt idx="9013">
                  <c:v>5.0585607916698567</c:v>
                </c:pt>
                <c:pt idx="9014">
                  <c:v>5.0595518145624379</c:v>
                </c:pt>
                <c:pt idx="9015">
                  <c:v>5.0604069366817246</c:v>
                </c:pt>
                <c:pt idx="9016">
                  <c:v>5.0599092718781105</c:v>
                </c:pt>
                <c:pt idx="9017">
                  <c:v>5.0591149222877272</c:v>
                </c:pt>
                <c:pt idx="9018">
                  <c:v>5.0592393384886298</c:v>
                </c:pt>
                <c:pt idx="9019">
                  <c:v>5.0600609639384428</c:v>
                </c:pt>
                <c:pt idx="9020">
                  <c:v>5.0600365592221115</c:v>
                </c:pt>
                <c:pt idx="9021">
                  <c:v>5.0584148418957202</c:v>
                </c:pt>
                <c:pt idx="9022">
                  <c:v>5.0564136551565726</c:v>
                </c:pt>
                <c:pt idx="9023">
                  <c:v>5.0554077980246532</c:v>
                </c:pt>
                <c:pt idx="9024">
                  <c:v>5.0566399969374469</c:v>
                </c:pt>
                <c:pt idx="9025">
                  <c:v>5.0560217441237274</c:v>
                </c:pt>
                <c:pt idx="9026">
                  <c:v>5.0509541765561599</c:v>
                </c:pt>
                <c:pt idx="9027">
                  <c:v>5.0450878569787916</c:v>
                </c:pt>
                <c:pt idx="9028">
                  <c:v>5.0394370645432964</c:v>
                </c:pt>
                <c:pt idx="9029">
                  <c:v>5.0423269657759739</c:v>
                </c:pt>
                <c:pt idx="9030">
                  <c:v>5.0473339522241787</c:v>
                </c:pt>
                <c:pt idx="9031">
                  <c:v>5.048741482275477</c:v>
                </c:pt>
                <c:pt idx="9032">
                  <c:v>5.0474504249291785</c:v>
                </c:pt>
                <c:pt idx="9033">
                  <c:v>5.0484510182987519</c:v>
                </c:pt>
                <c:pt idx="9034">
                  <c:v>5.0468403548732867</c:v>
                </c:pt>
                <c:pt idx="9035">
                  <c:v>5.0474717192404865</c:v>
                </c:pt>
                <c:pt idx="9036">
                  <c:v>5.0501234591532045</c:v>
                </c:pt>
                <c:pt idx="9037">
                  <c:v>5.0532013245540162</c:v>
                </c:pt>
                <c:pt idx="9038">
                  <c:v>5.0542823099303273</c:v>
                </c:pt>
                <c:pt idx="9039">
                  <c:v>5.0522404486639614</c:v>
                </c:pt>
                <c:pt idx="9040">
                  <c:v>5.053207545364061</c:v>
                </c:pt>
                <c:pt idx="9041">
                  <c:v>5.0518538013934613</c:v>
                </c:pt>
                <c:pt idx="9042">
                  <c:v>5.0511455860960108</c:v>
                </c:pt>
                <c:pt idx="9043">
                  <c:v>5.0532041956971137</c:v>
                </c:pt>
                <c:pt idx="9044">
                  <c:v>5.0545191792358928</c:v>
                </c:pt>
                <c:pt idx="9045">
                  <c:v>5.0562753617640306</c:v>
                </c:pt>
                <c:pt idx="9046">
                  <c:v>5.0545076946635019</c:v>
                </c:pt>
                <c:pt idx="9047">
                  <c:v>5.0497717441237269</c:v>
                </c:pt>
                <c:pt idx="9048">
                  <c:v>5.0487161205114459</c:v>
                </c:pt>
                <c:pt idx="9049">
                  <c:v>5.0506919454865633</c:v>
                </c:pt>
                <c:pt idx="9050">
                  <c:v>5.0506297373861111</c:v>
                </c:pt>
                <c:pt idx="9051">
                  <c:v>5.0489104011943953</c:v>
                </c:pt>
                <c:pt idx="9052">
                  <c:v>5.0488084756144245</c:v>
                </c:pt>
                <c:pt idx="9053">
                  <c:v>5.0464392083301428</c:v>
                </c:pt>
                <c:pt idx="9054">
                  <c:v>5.0454345475078481</c:v>
                </c:pt>
                <c:pt idx="9055">
                  <c:v>5.0480466656458161</c:v>
                </c:pt>
                <c:pt idx="9056">
                  <c:v>5.0489654314371029</c:v>
                </c:pt>
                <c:pt idx="9057">
                  <c:v>5.0480605428374554</c:v>
                </c:pt>
                <c:pt idx="9058">
                  <c:v>5.0463574764566266</c:v>
                </c:pt>
                <c:pt idx="9059">
                  <c:v>5.0418114998851546</c:v>
                </c:pt>
                <c:pt idx="9060">
                  <c:v>5.0414416009493914</c:v>
                </c:pt>
                <c:pt idx="9061">
                  <c:v>5.0463729806293545</c:v>
                </c:pt>
                <c:pt idx="9062">
                  <c:v>5.0478657836306562</c:v>
                </c:pt>
                <c:pt idx="9063">
                  <c:v>5.0470784204884769</c:v>
                </c:pt>
                <c:pt idx="9064">
                  <c:v>5.0448035181073427</c:v>
                </c:pt>
                <c:pt idx="9065">
                  <c:v>5.0463781008345459</c:v>
                </c:pt>
                <c:pt idx="9066">
                  <c:v>5.0485127478753542</c:v>
                </c:pt>
                <c:pt idx="9067">
                  <c:v>5.0461568314064769</c:v>
                </c:pt>
                <c:pt idx="9068">
                  <c:v>5.0443243243243243</c:v>
                </c:pt>
                <c:pt idx="9069">
                  <c:v>5.0454742649873667</c:v>
                </c:pt>
                <c:pt idx="9070">
                  <c:v>5.0480571931705081</c:v>
                </c:pt>
                <c:pt idx="9071">
                  <c:v>5.0496961373554861</c:v>
                </c:pt>
                <c:pt idx="9072">
                  <c:v>5.0534659482428603</c:v>
                </c:pt>
                <c:pt idx="9073">
                  <c:v>5.0554637853150597</c:v>
                </c:pt>
                <c:pt idx="9074">
                  <c:v>5.0564079128703776</c:v>
                </c:pt>
                <c:pt idx="9075">
                  <c:v>5.055519772605467</c:v>
                </c:pt>
                <c:pt idx="9076">
                  <c:v>5.0491219087359314</c:v>
                </c:pt>
                <c:pt idx="9077">
                  <c:v>5.0441896677130389</c:v>
                </c:pt>
                <c:pt idx="9078">
                  <c:v>5.0436781257177854</c:v>
                </c:pt>
                <c:pt idx="9079">
                  <c:v>5.045894791746421</c:v>
                </c:pt>
                <c:pt idx="9080">
                  <c:v>5.0493386800398135</c:v>
                </c:pt>
                <c:pt idx="9081">
                  <c:v>5.0495482734859509</c:v>
                </c:pt>
                <c:pt idx="9082">
                  <c:v>5.0506168172421715</c:v>
                </c:pt>
                <c:pt idx="9083">
                  <c:v>5.0498798905137434</c:v>
                </c:pt>
                <c:pt idx="9084">
                  <c:v>5.0480571931705081</c:v>
                </c:pt>
                <c:pt idx="9085">
                  <c:v>5.0483667981012177</c:v>
                </c:pt>
                <c:pt idx="9086">
                  <c:v>5.0484940854452187</c:v>
                </c:pt>
                <c:pt idx="9087">
                  <c:v>5.0494865439093486</c:v>
                </c:pt>
                <c:pt idx="9088">
                  <c:v>5.0480418804073199</c:v>
                </c:pt>
                <c:pt idx="9089">
                  <c:v>5.045610644284511</c:v>
                </c:pt>
                <c:pt idx="9090">
                  <c:v>5.0425470867468034</c:v>
                </c:pt>
                <c:pt idx="9091">
                  <c:v>5.0403462120052067</c:v>
                </c:pt>
                <c:pt idx="9092">
                  <c:v>5.0449668861496058</c:v>
                </c:pt>
                <c:pt idx="9093">
                  <c:v>5.0455296780491539</c:v>
                </c:pt>
                <c:pt idx="9094">
                  <c:v>5.0444942959957126</c:v>
                </c:pt>
                <c:pt idx="9095">
                  <c:v>5.0465527141872748</c:v>
                </c:pt>
                <c:pt idx="9096">
                  <c:v>5.0484615458234439</c:v>
                </c:pt>
                <c:pt idx="9097">
                  <c:v>5.0480179542148385</c:v>
                </c:pt>
                <c:pt idx="9098">
                  <c:v>5.0475514891662199</c:v>
                </c:pt>
                <c:pt idx="9099">
                  <c:v>5.0466694261541996</c:v>
                </c:pt>
                <c:pt idx="9100">
                  <c:v>5.0432228581272494</c:v>
                </c:pt>
                <c:pt idx="9101">
                  <c:v>5.0409294847255186</c:v>
                </c:pt>
                <c:pt idx="9102">
                  <c:v>5.0457829128703775</c:v>
                </c:pt>
                <c:pt idx="9103">
                  <c:v>5.0501359007732942</c:v>
                </c:pt>
                <c:pt idx="9104">
                  <c:v>5.0462446883852694</c:v>
                </c:pt>
                <c:pt idx="9105">
                  <c:v>5.0404032999004666</c:v>
                </c:pt>
                <c:pt idx="9106">
                  <c:v>5.037960148533803</c:v>
                </c:pt>
                <c:pt idx="9107">
                  <c:v>5.0357903299900464</c:v>
                </c:pt>
                <c:pt idx="9108">
                  <c:v>5.0339464340402724</c:v>
                </c:pt>
                <c:pt idx="9109">
                  <c:v>5.0348155769083531</c:v>
                </c:pt>
                <c:pt idx="9110">
                  <c:v>5.0402086363984377</c:v>
                </c:pt>
                <c:pt idx="9111">
                  <c:v>5.043682049613353</c:v>
                </c:pt>
                <c:pt idx="9112">
                  <c:v>5.0430421196692441</c:v>
                </c:pt>
                <c:pt idx="9113">
                  <c:v>5.0475109581961561</c:v>
                </c:pt>
                <c:pt idx="9114">
                  <c:v>5.052110290176862</c:v>
                </c:pt>
                <c:pt idx="9115">
                  <c:v>5.0555939438021591</c:v>
                </c:pt>
                <c:pt idx="9116">
                  <c:v>5.05185523696501</c:v>
                </c:pt>
                <c:pt idx="9117">
                  <c:v>5.0425674240104126</c:v>
                </c:pt>
                <c:pt idx="9118">
                  <c:v>5.0373178259704465</c:v>
                </c:pt>
                <c:pt idx="9119">
                  <c:v>5.0396570898093564</c:v>
                </c:pt>
                <c:pt idx="9120">
                  <c:v>5.0444639575836456</c:v>
                </c:pt>
                <c:pt idx="9121">
                  <c:v>5.0431209803996628</c:v>
                </c:pt>
                <c:pt idx="9122">
                  <c:v>5.0423479251205876</c:v>
                </c:pt>
                <c:pt idx="9123">
                  <c:v>5.0435450003828191</c:v>
                </c:pt>
                <c:pt idx="9124">
                  <c:v>5.0417788645586095</c:v>
                </c:pt>
                <c:pt idx="9125">
                  <c:v>5.0390255818850012</c:v>
                </c:pt>
                <c:pt idx="9126">
                  <c:v>5.0420672230303962</c:v>
                </c:pt>
                <c:pt idx="9127">
                  <c:v>5.043850155041727</c:v>
                </c:pt>
                <c:pt idx="9128">
                  <c:v>5.0438593905520248</c:v>
                </c:pt>
                <c:pt idx="9129">
                  <c:v>5.0444518987826354</c:v>
                </c:pt>
                <c:pt idx="9130">
                  <c:v>5.043077434729347</c:v>
                </c:pt>
                <c:pt idx="9131">
                  <c:v>5.0413512077941967</c:v>
                </c:pt>
                <c:pt idx="9132">
                  <c:v>5.0426608318658603</c:v>
                </c:pt>
                <c:pt idx="9133">
                  <c:v>5.0424637278921978</c:v>
                </c:pt>
                <c:pt idx="9134">
                  <c:v>5.039669005053212</c:v>
                </c:pt>
                <c:pt idx="9135">
                  <c:v>5.0369824286042419</c:v>
                </c:pt>
                <c:pt idx="9136">
                  <c:v>5.0371704884771455</c:v>
                </c:pt>
                <c:pt idx="9137">
                  <c:v>5.0391569366817244</c:v>
                </c:pt>
                <c:pt idx="9138">
                  <c:v>5.0381046627363908</c:v>
                </c:pt>
                <c:pt idx="9139">
                  <c:v>5.039034817395299</c:v>
                </c:pt>
                <c:pt idx="9140">
                  <c:v>5.041140322333665</c:v>
                </c:pt>
                <c:pt idx="9141">
                  <c:v>5.0408522031238041</c:v>
                </c:pt>
                <c:pt idx="9142">
                  <c:v>5.0372287726820302</c:v>
                </c:pt>
                <c:pt idx="9143">
                  <c:v>5.0330041248755837</c:v>
                </c:pt>
                <c:pt idx="9144">
                  <c:v>5.0302000229691446</c:v>
                </c:pt>
                <c:pt idx="9145">
                  <c:v>5.0307268777275862</c:v>
                </c:pt>
                <c:pt idx="9146">
                  <c:v>5.0359001990659218</c:v>
                </c:pt>
                <c:pt idx="9147">
                  <c:v>5.0428550646964245</c:v>
                </c:pt>
                <c:pt idx="9148">
                  <c:v>5.0437856021744123</c:v>
                </c:pt>
                <c:pt idx="9149">
                  <c:v>5.03918138925044</c:v>
                </c:pt>
                <c:pt idx="9150">
                  <c:v>5.0384841800015314</c:v>
                </c:pt>
                <c:pt idx="9151">
                  <c:v>5.0447834679580428</c:v>
                </c:pt>
                <c:pt idx="9152">
                  <c:v>5.0489735663425463</c:v>
                </c:pt>
                <c:pt idx="9153">
                  <c:v>5.0450226820304724</c:v>
                </c:pt>
                <c:pt idx="9154">
                  <c:v>5.0468283439246608</c:v>
                </c:pt>
                <c:pt idx="9155">
                  <c:v>5.0499760738075183</c:v>
                </c:pt>
                <c:pt idx="9156">
                  <c:v>5.04701683446903</c:v>
                </c:pt>
                <c:pt idx="9157">
                  <c:v>5.0445065462062626</c:v>
                </c:pt>
                <c:pt idx="9158">
                  <c:v>5.0450214378684635</c:v>
                </c:pt>
                <c:pt idx="9159">
                  <c:v>5.0484955210167675</c:v>
                </c:pt>
                <c:pt idx="9160">
                  <c:v>5.0470984706377768</c:v>
                </c:pt>
                <c:pt idx="9161">
                  <c:v>5.0441143480591073</c:v>
                </c:pt>
                <c:pt idx="9162">
                  <c:v>5.043665014164306</c:v>
                </c:pt>
                <c:pt idx="9163">
                  <c:v>5.0419243836612813</c:v>
                </c:pt>
                <c:pt idx="9164">
                  <c:v>5.0436195543985916</c:v>
                </c:pt>
                <c:pt idx="9165">
                  <c:v>5.0467841761733405</c:v>
                </c:pt>
                <c:pt idx="9166">
                  <c:v>5.0474223355792054</c:v>
                </c:pt>
                <c:pt idx="9167">
                  <c:v>5.0474708100451728</c:v>
                </c:pt>
                <c:pt idx="9168">
                  <c:v>5.047820898093561</c:v>
                </c:pt>
                <c:pt idx="9169">
                  <c:v>5.0468106385422251</c:v>
                </c:pt>
                <c:pt idx="9170">
                  <c:v>5.0472862912487555</c:v>
                </c:pt>
                <c:pt idx="9171">
                  <c:v>5.0486979366051603</c:v>
                </c:pt>
                <c:pt idx="9172">
                  <c:v>5.0472819845341093</c:v>
                </c:pt>
                <c:pt idx="9173">
                  <c:v>5.0434290540540543</c:v>
                </c:pt>
                <c:pt idx="9174">
                  <c:v>5.0388750861342926</c:v>
                </c:pt>
                <c:pt idx="9175">
                  <c:v>5.0404260297833243</c:v>
                </c:pt>
                <c:pt idx="9176">
                  <c:v>5.0440005072352809</c:v>
                </c:pt>
                <c:pt idx="9177">
                  <c:v>5.0443412640686009</c:v>
                </c:pt>
                <c:pt idx="9178">
                  <c:v>5.0437271265599879</c:v>
                </c:pt>
                <c:pt idx="9179">
                  <c:v>5.0417728351581044</c:v>
                </c:pt>
                <c:pt idx="9180">
                  <c:v>5.0393375315825741</c:v>
                </c:pt>
                <c:pt idx="9181">
                  <c:v>5.0344532386494141</c:v>
                </c:pt>
                <c:pt idx="9182">
                  <c:v>5.0310732811423318</c:v>
                </c:pt>
                <c:pt idx="9183">
                  <c:v>5.0348830487711504</c:v>
                </c:pt>
                <c:pt idx="9184">
                  <c:v>5.0413680039813187</c:v>
                </c:pt>
                <c:pt idx="9185">
                  <c:v>5.0437483251665265</c:v>
                </c:pt>
                <c:pt idx="9186">
                  <c:v>5.0421164152821376</c:v>
                </c:pt>
                <c:pt idx="9187">
                  <c:v>5.040686777428987</c:v>
                </c:pt>
                <c:pt idx="9188">
                  <c:v>5.0403712388025417</c:v>
                </c:pt>
                <c:pt idx="9189">
                  <c:v>5.0400581885001152</c:v>
                </c:pt>
                <c:pt idx="9190">
                  <c:v>5.0406094001225021</c:v>
                </c:pt>
                <c:pt idx="9191">
                  <c:v>5.0452115553939212</c:v>
                </c:pt>
                <c:pt idx="9192">
                  <c:v>5.048238075185667</c:v>
                </c:pt>
                <c:pt idx="9193">
                  <c:v>5.048662525840288</c:v>
                </c:pt>
                <c:pt idx="9194">
                  <c:v>5.0497100145471254</c:v>
                </c:pt>
                <c:pt idx="9195">
                  <c:v>5.048062935456703</c:v>
                </c:pt>
                <c:pt idx="9196">
                  <c:v>5.0469105543220278</c:v>
                </c:pt>
                <c:pt idx="9197">
                  <c:v>5.0455171407242938</c:v>
                </c:pt>
                <c:pt idx="9198">
                  <c:v>5.0419277333282286</c:v>
                </c:pt>
                <c:pt idx="9199">
                  <c:v>5.0375697209248909</c:v>
                </c:pt>
                <c:pt idx="9200">
                  <c:v>5.0347970101829871</c:v>
                </c:pt>
                <c:pt idx="9201">
                  <c:v>5.033705305872445</c:v>
                </c:pt>
                <c:pt idx="9202">
                  <c:v>5.0359569041421022</c:v>
                </c:pt>
                <c:pt idx="9203">
                  <c:v>5.0352778787994792</c:v>
                </c:pt>
                <c:pt idx="9204">
                  <c:v>5.0336696558456477</c:v>
                </c:pt>
                <c:pt idx="9205">
                  <c:v>5.0344677379220579</c:v>
                </c:pt>
                <c:pt idx="9206">
                  <c:v>5.0366242535027945</c:v>
                </c:pt>
                <c:pt idx="9207">
                  <c:v>5.0398306504096162</c:v>
                </c:pt>
                <c:pt idx="9208">
                  <c:v>5.0440728121889595</c:v>
                </c:pt>
                <c:pt idx="9209">
                  <c:v>5.0455135039430363</c:v>
                </c:pt>
                <c:pt idx="9210">
                  <c:v>5.0426573386417575</c:v>
                </c:pt>
                <c:pt idx="9211">
                  <c:v>5.0387778979404336</c:v>
                </c:pt>
                <c:pt idx="9212">
                  <c:v>5.0380758077482586</c:v>
                </c:pt>
                <c:pt idx="9213">
                  <c:v>5.0413529783324398</c:v>
                </c:pt>
                <c:pt idx="9214">
                  <c:v>5.0438257024730113</c:v>
                </c:pt>
                <c:pt idx="9215">
                  <c:v>5.0473872119286423</c:v>
                </c:pt>
                <c:pt idx="9216">
                  <c:v>5.047550532118521</c:v>
                </c:pt>
                <c:pt idx="9217">
                  <c:v>5.0456192098614192</c:v>
                </c:pt>
                <c:pt idx="9218">
                  <c:v>5.0447531773983618</c:v>
                </c:pt>
                <c:pt idx="9219">
                  <c:v>5.0394915205573847</c:v>
                </c:pt>
                <c:pt idx="9220">
                  <c:v>5.0345713383355024</c:v>
                </c:pt>
                <c:pt idx="9221">
                  <c:v>5.0354570859811654</c:v>
                </c:pt>
                <c:pt idx="9222">
                  <c:v>5.0396471365132838</c:v>
                </c:pt>
                <c:pt idx="9223">
                  <c:v>5.0414579664650487</c:v>
                </c:pt>
                <c:pt idx="9224">
                  <c:v>5.0388887719163922</c:v>
                </c:pt>
                <c:pt idx="9225">
                  <c:v>5.0382507560676828</c:v>
                </c:pt>
                <c:pt idx="9226">
                  <c:v>5.0403340574994262</c:v>
                </c:pt>
                <c:pt idx="9227">
                  <c:v>5.0441343982084064</c:v>
                </c:pt>
                <c:pt idx="9228">
                  <c:v>5.0481064811270198</c:v>
                </c:pt>
                <c:pt idx="9229">
                  <c:v>5.0479232064926114</c:v>
                </c:pt>
                <c:pt idx="9230">
                  <c:v>5.043555001531276</c:v>
                </c:pt>
                <c:pt idx="9231">
                  <c:v>5.042227767781946</c:v>
                </c:pt>
                <c:pt idx="9232">
                  <c:v>5.0435357648725212</c:v>
                </c:pt>
                <c:pt idx="9233">
                  <c:v>5.0434634120664574</c:v>
                </c:pt>
                <c:pt idx="9234">
                  <c:v>5.0422113544139036</c:v>
                </c:pt>
                <c:pt idx="9235">
                  <c:v>5.0402087321032081</c:v>
                </c:pt>
                <c:pt idx="9236">
                  <c:v>5.0410907472628432</c:v>
                </c:pt>
                <c:pt idx="9237">
                  <c:v>5.0434839407396064</c:v>
                </c:pt>
                <c:pt idx="9238">
                  <c:v>5.0443712675139727</c:v>
                </c:pt>
                <c:pt idx="9239">
                  <c:v>5.0459272356634255</c:v>
                </c:pt>
                <c:pt idx="9240">
                  <c:v>5.0454820170737307</c:v>
                </c:pt>
                <c:pt idx="9241">
                  <c:v>5.0440012250210549</c:v>
                </c:pt>
                <c:pt idx="9242">
                  <c:v>5.0407118999310923</c:v>
                </c:pt>
                <c:pt idx="9243">
                  <c:v>5.0405238400581887</c:v>
                </c:pt>
                <c:pt idx="9244">
                  <c:v>5.0429879507694659</c:v>
                </c:pt>
                <c:pt idx="9245">
                  <c:v>5.0458461258709137</c:v>
                </c:pt>
                <c:pt idx="9246">
                  <c:v>5.0478791822984457</c:v>
                </c:pt>
                <c:pt idx="9247">
                  <c:v>5.0487831138503942</c:v>
                </c:pt>
                <c:pt idx="9248">
                  <c:v>5.0462802905596815</c:v>
                </c:pt>
                <c:pt idx="9249">
                  <c:v>5.0451175254574689</c:v>
                </c:pt>
                <c:pt idx="9250">
                  <c:v>5.047638963325932</c:v>
                </c:pt>
                <c:pt idx="9251">
                  <c:v>5.0480715488859964</c:v>
                </c:pt>
                <c:pt idx="9252">
                  <c:v>5.0475662755531738</c:v>
                </c:pt>
                <c:pt idx="9253">
                  <c:v>5.0468390150065083</c:v>
                </c:pt>
                <c:pt idx="9254">
                  <c:v>5.0483227739070511</c:v>
                </c:pt>
                <c:pt idx="9255">
                  <c:v>5.0445748315596051</c:v>
                </c:pt>
                <c:pt idx="9256">
                  <c:v>5.0413251760967768</c:v>
                </c:pt>
                <c:pt idx="9257">
                  <c:v>5.0407158716790441</c:v>
                </c:pt>
                <c:pt idx="9258">
                  <c:v>5.0437978523849631</c:v>
                </c:pt>
                <c:pt idx="9259">
                  <c:v>5.0461465431437107</c:v>
                </c:pt>
                <c:pt idx="9260">
                  <c:v>5.047967709210627</c:v>
                </c:pt>
                <c:pt idx="9261">
                  <c:v>5.0469557748258174</c:v>
                </c:pt>
                <c:pt idx="9262">
                  <c:v>5.0427004536406095</c:v>
                </c:pt>
                <c:pt idx="9263">
                  <c:v>5.0390078765025645</c:v>
                </c:pt>
                <c:pt idx="9264">
                  <c:v>5.0384558513896334</c:v>
                </c:pt>
                <c:pt idx="9265">
                  <c:v>5.0370654046397672</c:v>
                </c:pt>
                <c:pt idx="9266">
                  <c:v>5.0359915971212006</c:v>
                </c:pt>
                <c:pt idx="9267">
                  <c:v>5.0350131115534795</c:v>
                </c:pt>
                <c:pt idx="9268">
                  <c:v>5.0371689093484422</c:v>
                </c:pt>
                <c:pt idx="9269">
                  <c:v>5.0418043698797952</c:v>
                </c:pt>
                <c:pt idx="9270">
                  <c:v>5.0429114826582957</c:v>
                </c:pt>
                <c:pt idx="9271">
                  <c:v>5.0436528118061403</c:v>
                </c:pt>
                <c:pt idx="9272">
                  <c:v>5.0440975040196001</c:v>
                </c:pt>
                <c:pt idx="9273">
                  <c:v>5.0449442041191332</c:v>
                </c:pt>
                <c:pt idx="9274">
                  <c:v>5.0447212598575915</c:v>
                </c:pt>
                <c:pt idx="9275">
                  <c:v>5.0425328267360845</c:v>
                </c:pt>
                <c:pt idx="9276">
                  <c:v>5.0407761656840977</c:v>
                </c:pt>
                <c:pt idx="9277">
                  <c:v>5.0418490640073506</c:v>
                </c:pt>
                <c:pt idx="9278">
                  <c:v>5.0429601485338029</c:v>
                </c:pt>
                <c:pt idx="9279">
                  <c:v>5.0444573061021361</c:v>
                </c:pt>
                <c:pt idx="9280">
                  <c:v>5.0414728964091573</c:v>
                </c:pt>
                <c:pt idx="9281">
                  <c:v>5.0376237941198987</c:v>
                </c:pt>
                <c:pt idx="9282">
                  <c:v>5.0364390647729884</c:v>
                </c:pt>
                <c:pt idx="9283">
                  <c:v>5.0386853035755301</c:v>
                </c:pt>
                <c:pt idx="9284">
                  <c:v>5.0389289200673764</c:v>
                </c:pt>
                <c:pt idx="9285">
                  <c:v>5.0377294043335121</c:v>
                </c:pt>
                <c:pt idx="9286">
                  <c:v>5.0342383335885463</c:v>
                </c:pt>
                <c:pt idx="9287">
                  <c:v>5.0337594747722223</c:v>
                </c:pt>
                <c:pt idx="9288">
                  <c:v>5.0368173857285043</c:v>
                </c:pt>
                <c:pt idx="9289">
                  <c:v>5.0420427704616797</c:v>
                </c:pt>
                <c:pt idx="9290">
                  <c:v>5.0430705439859125</c:v>
                </c:pt>
                <c:pt idx="9291">
                  <c:v>5.0415809470944035</c:v>
                </c:pt>
                <c:pt idx="9292">
                  <c:v>5.0399598518490158</c:v>
                </c:pt>
                <c:pt idx="9293">
                  <c:v>5.0399514298292623</c:v>
                </c:pt>
                <c:pt idx="9294">
                  <c:v>5.0412797641834466</c:v>
                </c:pt>
                <c:pt idx="9295">
                  <c:v>5.0389114539468647</c:v>
                </c:pt>
                <c:pt idx="9296">
                  <c:v>5.0407283611515199</c:v>
                </c:pt>
                <c:pt idx="9297">
                  <c:v>5.0434360405022582</c:v>
                </c:pt>
                <c:pt idx="9298">
                  <c:v>5.0434922670545896</c:v>
                </c:pt>
                <c:pt idx="9299">
                  <c:v>5.0445217154122961</c:v>
                </c:pt>
                <c:pt idx="9300">
                  <c:v>5.0472320744965931</c:v>
                </c:pt>
                <c:pt idx="9301">
                  <c:v>5.0476070936375468</c:v>
                </c:pt>
                <c:pt idx="9302">
                  <c:v>5.0441160707449662</c:v>
                </c:pt>
                <c:pt idx="9303">
                  <c:v>5.0436629086593676</c:v>
                </c:pt>
                <c:pt idx="9304">
                  <c:v>5.0451962426307331</c:v>
                </c:pt>
                <c:pt idx="9305">
                  <c:v>5.0413174240104128</c:v>
                </c:pt>
                <c:pt idx="9306">
                  <c:v>5.0377853916239186</c:v>
                </c:pt>
                <c:pt idx="9307">
                  <c:v>5.0384825051680577</c:v>
                </c:pt>
                <c:pt idx="9308">
                  <c:v>5.0401174776050839</c:v>
                </c:pt>
                <c:pt idx="9309">
                  <c:v>5.0442419703698036</c:v>
                </c:pt>
                <c:pt idx="9310">
                  <c:v>5.0462063586249135</c:v>
                </c:pt>
                <c:pt idx="9311">
                  <c:v>5.0467670450195241</c:v>
                </c:pt>
                <c:pt idx="9312">
                  <c:v>5.0432550627823289</c:v>
                </c:pt>
                <c:pt idx="9313">
                  <c:v>5.0393669129469414</c:v>
                </c:pt>
                <c:pt idx="9314">
                  <c:v>5.0378940643901693</c:v>
                </c:pt>
                <c:pt idx="9315">
                  <c:v>5.037658199984687</c:v>
                </c:pt>
                <c:pt idx="9316">
                  <c:v>5.0365062973738608</c:v>
                </c:pt>
                <c:pt idx="9317">
                  <c:v>5.035819567797259</c:v>
                </c:pt>
                <c:pt idx="9318">
                  <c:v>5.0353503751626985</c:v>
                </c:pt>
                <c:pt idx="9319">
                  <c:v>5.0348448625679501</c:v>
                </c:pt>
                <c:pt idx="9320">
                  <c:v>5.0390788894418499</c:v>
                </c:pt>
                <c:pt idx="9321">
                  <c:v>5.042570534415435</c:v>
                </c:pt>
                <c:pt idx="9322">
                  <c:v>5.0419645796646506</c:v>
                </c:pt>
                <c:pt idx="9323">
                  <c:v>5.040484840364444</c:v>
                </c:pt>
                <c:pt idx="9324">
                  <c:v>5.0391549268815554</c:v>
                </c:pt>
                <c:pt idx="9325">
                  <c:v>5.0354644552484498</c:v>
                </c:pt>
                <c:pt idx="9326">
                  <c:v>5.0347904065538627</c:v>
                </c:pt>
                <c:pt idx="9327">
                  <c:v>5.0327512250210553</c:v>
                </c:pt>
                <c:pt idx="9328">
                  <c:v>5.0355688213000533</c:v>
                </c:pt>
                <c:pt idx="9329">
                  <c:v>5.0433345934461373</c:v>
                </c:pt>
                <c:pt idx="9330">
                  <c:v>5.0491233443074801</c:v>
                </c:pt>
                <c:pt idx="9331">
                  <c:v>5.0521222532731027</c:v>
                </c:pt>
                <c:pt idx="9332">
                  <c:v>5.0514551910267205</c:v>
                </c:pt>
                <c:pt idx="9333">
                  <c:v>5.0540306063854219</c:v>
                </c:pt>
                <c:pt idx="9334">
                  <c:v>5.0597489663884847</c:v>
                </c:pt>
                <c:pt idx="9335">
                  <c:v>5.062786157262078</c:v>
                </c:pt>
                <c:pt idx="9336">
                  <c:v>5.0631818964857205</c:v>
                </c:pt>
                <c:pt idx="9337">
                  <c:v>5.0642595321950843</c:v>
                </c:pt>
                <c:pt idx="9338">
                  <c:v>5.0680728887527753</c:v>
                </c:pt>
                <c:pt idx="9339">
                  <c:v>5.0713550838373784</c:v>
                </c:pt>
                <c:pt idx="9340">
                  <c:v>5.0725724485108339</c:v>
                </c:pt>
                <c:pt idx="9341">
                  <c:v>5.0755330755684867</c:v>
                </c:pt>
                <c:pt idx="9342">
                  <c:v>5.079419167751321</c:v>
                </c:pt>
                <c:pt idx="9343">
                  <c:v>5.0797909807824819</c:v>
                </c:pt>
                <c:pt idx="9344">
                  <c:v>5.0795636819539087</c:v>
                </c:pt>
                <c:pt idx="9345">
                  <c:v>5.0781879258862261</c:v>
                </c:pt>
                <c:pt idx="9346">
                  <c:v>5.0740056274404717</c:v>
                </c:pt>
                <c:pt idx="9347">
                  <c:v>5.0691318620320036</c:v>
                </c:pt>
                <c:pt idx="9348">
                  <c:v>5.0665899433427759</c:v>
                </c:pt>
                <c:pt idx="9349">
                  <c:v>5.0647442768547588</c:v>
                </c:pt>
                <c:pt idx="9350">
                  <c:v>5.0637862721078015</c:v>
                </c:pt>
                <c:pt idx="9351">
                  <c:v>5.0647997856213154</c:v>
                </c:pt>
                <c:pt idx="9352">
                  <c:v>5.0643758134905443</c:v>
                </c:pt>
                <c:pt idx="9353">
                  <c:v>5.0564567223030394</c:v>
                </c:pt>
                <c:pt idx="9354">
                  <c:v>5.0508862261695127</c:v>
                </c:pt>
                <c:pt idx="9355">
                  <c:v>5.0491046818773446</c:v>
                </c:pt>
                <c:pt idx="9356">
                  <c:v>5.0458837856978791</c:v>
                </c:pt>
                <c:pt idx="9357">
                  <c:v>5.0436566399969376</c:v>
                </c:pt>
                <c:pt idx="9358">
                  <c:v>5.0451593005895417</c:v>
                </c:pt>
                <c:pt idx="9359">
                  <c:v>5.0479634024959807</c:v>
                </c:pt>
                <c:pt idx="9360">
                  <c:v>5.046390398897481</c:v>
                </c:pt>
                <c:pt idx="9361">
                  <c:v>5.0427470618635635</c:v>
                </c:pt>
                <c:pt idx="9362">
                  <c:v>5.0387206664880182</c:v>
                </c:pt>
                <c:pt idx="9363">
                  <c:v>5.0398871162238725</c:v>
                </c:pt>
                <c:pt idx="9364">
                  <c:v>5.0410327023198835</c:v>
                </c:pt>
                <c:pt idx="9365">
                  <c:v>5.0425260316974194</c:v>
                </c:pt>
                <c:pt idx="9366">
                  <c:v>5.0451877249062091</c:v>
                </c:pt>
                <c:pt idx="9367">
                  <c:v>5.0456234687236812</c:v>
                </c:pt>
                <c:pt idx="9368">
                  <c:v>5.0480926039353804</c:v>
                </c:pt>
                <c:pt idx="9369">
                  <c:v>5.047316246841743</c:v>
                </c:pt>
                <c:pt idx="9370">
                  <c:v>5.0426031697419802</c:v>
                </c:pt>
                <c:pt idx="9371">
                  <c:v>5.0393184863333591</c:v>
                </c:pt>
                <c:pt idx="9372">
                  <c:v>5.0426052273945334</c:v>
                </c:pt>
                <c:pt idx="9373">
                  <c:v>5.0448058150218209</c:v>
                </c:pt>
                <c:pt idx="9374">
                  <c:v>5.0443295880866703</c:v>
                </c:pt>
                <c:pt idx="9375">
                  <c:v>5.0435371047393005</c:v>
                </c:pt>
                <c:pt idx="9376">
                  <c:v>5.0435389231299288</c:v>
                </c:pt>
                <c:pt idx="9377">
                  <c:v>5.0400673283056427</c:v>
                </c:pt>
                <c:pt idx="9378">
                  <c:v>5.0330180499196082</c:v>
                </c:pt>
                <c:pt idx="9379">
                  <c:v>5.0260300225863261</c:v>
                </c:pt>
                <c:pt idx="9380">
                  <c:v>5.0247972015925271</c:v>
                </c:pt>
                <c:pt idx="9381">
                  <c:v>5.0265429044483581</c:v>
                </c:pt>
                <c:pt idx="9382">
                  <c:v>5.0300072735625143</c:v>
                </c:pt>
                <c:pt idx="9383">
                  <c:v>5.0331736658755073</c:v>
                </c:pt>
                <c:pt idx="9384">
                  <c:v>5.038059633642141</c:v>
                </c:pt>
                <c:pt idx="9385">
                  <c:v>5.041549986601332</c:v>
                </c:pt>
                <c:pt idx="9386">
                  <c:v>5.0430151309241253</c:v>
                </c:pt>
                <c:pt idx="9387">
                  <c:v>5.0412303805221654</c:v>
                </c:pt>
                <c:pt idx="9388">
                  <c:v>5.0409166124339633</c:v>
                </c:pt>
                <c:pt idx="9389">
                  <c:v>5.0421550800091879</c:v>
                </c:pt>
                <c:pt idx="9390">
                  <c:v>5.0402304092335966</c:v>
                </c:pt>
                <c:pt idx="9391">
                  <c:v>5.0392591015236201</c:v>
                </c:pt>
                <c:pt idx="9392">
                  <c:v>5.0369101236505625</c:v>
                </c:pt>
                <c:pt idx="9393">
                  <c:v>5.0317606327999389</c:v>
                </c:pt>
                <c:pt idx="9394">
                  <c:v>5.0291603820534414</c:v>
                </c:pt>
                <c:pt idx="9395">
                  <c:v>5.0305252756297376</c:v>
                </c:pt>
                <c:pt idx="9396">
                  <c:v>5.0325988151749481</c:v>
                </c:pt>
                <c:pt idx="9397">
                  <c:v>5.0353360672995944</c:v>
                </c:pt>
                <c:pt idx="9398">
                  <c:v>5.0338561844422323</c:v>
                </c:pt>
                <c:pt idx="9399">
                  <c:v>5.0362579434959036</c:v>
                </c:pt>
                <c:pt idx="9400">
                  <c:v>5.0392554168899775</c:v>
                </c:pt>
                <c:pt idx="9401">
                  <c:v>5.0382584124492764</c:v>
                </c:pt>
                <c:pt idx="9402">
                  <c:v>5.0356931417961874</c:v>
                </c:pt>
                <c:pt idx="9403">
                  <c:v>5.0375278022356635</c:v>
                </c:pt>
                <c:pt idx="9404">
                  <c:v>5.0408662717249824</c:v>
                </c:pt>
                <c:pt idx="9405">
                  <c:v>5.0438110117908277</c:v>
                </c:pt>
                <c:pt idx="9406">
                  <c:v>5.044466302350509</c:v>
                </c:pt>
                <c:pt idx="9407">
                  <c:v>5.0467772375775208</c:v>
                </c:pt>
                <c:pt idx="9408">
                  <c:v>5.049728198453411</c:v>
                </c:pt>
                <c:pt idx="9409">
                  <c:v>5.051573864941429</c:v>
                </c:pt>
                <c:pt idx="9410">
                  <c:v>5.0537659826965777</c:v>
                </c:pt>
                <c:pt idx="9411">
                  <c:v>5.0536195543985913</c:v>
                </c:pt>
                <c:pt idx="9412">
                  <c:v>5.0518643289181533</c:v>
                </c:pt>
                <c:pt idx="9413">
                  <c:v>5.0459811174488935</c:v>
                </c:pt>
                <c:pt idx="9414">
                  <c:v>5.0409825051680572</c:v>
                </c:pt>
                <c:pt idx="9415">
                  <c:v>5.0398457239108794</c:v>
                </c:pt>
                <c:pt idx="9416">
                  <c:v>5.0344724753081698</c:v>
                </c:pt>
                <c:pt idx="9417">
                  <c:v>5.0336228083607688</c:v>
                </c:pt>
                <c:pt idx="9418">
                  <c:v>5.0357747779649333</c:v>
                </c:pt>
                <c:pt idx="9419">
                  <c:v>5.0338964282979868</c:v>
                </c:pt>
                <c:pt idx="9420">
                  <c:v>5.0333211947783481</c:v>
                </c:pt>
                <c:pt idx="9421">
                  <c:v>5.0367038320189881</c:v>
                </c:pt>
                <c:pt idx="9422">
                  <c:v>5.0369388829339252</c:v>
                </c:pt>
                <c:pt idx="9423">
                  <c:v>5.0350399567414437</c:v>
                </c:pt>
                <c:pt idx="9424">
                  <c:v>5.0369354375622084</c:v>
                </c:pt>
                <c:pt idx="9425">
                  <c:v>5.0342178527677817</c:v>
                </c:pt>
                <c:pt idx="9426">
                  <c:v>5.0292992975269888</c:v>
                </c:pt>
                <c:pt idx="9427">
                  <c:v>5.0302820898093561</c:v>
                </c:pt>
                <c:pt idx="9428">
                  <c:v>5.0311578363065612</c:v>
                </c:pt>
                <c:pt idx="9429">
                  <c:v>5.0344322314524153</c:v>
                </c:pt>
                <c:pt idx="9430">
                  <c:v>5.0368284874818157</c:v>
                </c:pt>
                <c:pt idx="9431">
                  <c:v>5.0378757847791134</c:v>
                </c:pt>
                <c:pt idx="9432">
                  <c:v>5.0369724753081693</c:v>
                </c:pt>
                <c:pt idx="9433">
                  <c:v>5.0356434710205953</c:v>
                </c:pt>
                <c:pt idx="9434">
                  <c:v>5.0373916622004442</c:v>
                </c:pt>
                <c:pt idx="9435">
                  <c:v>5.0416303786080698</c:v>
                </c:pt>
                <c:pt idx="9436">
                  <c:v>5.0406170086517115</c:v>
                </c:pt>
                <c:pt idx="9437">
                  <c:v>5.0363521169895105</c:v>
                </c:pt>
                <c:pt idx="9438">
                  <c:v>5.039126024041038</c:v>
                </c:pt>
                <c:pt idx="9439">
                  <c:v>5.0429103342010562</c:v>
                </c:pt>
                <c:pt idx="9440">
                  <c:v>5.0421675694816628</c:v>
                </c:pt>
                <c:pt idx="9441">
                  <c:v>5.0408929255034067</c:v>
                </c:pt>
                <c:pt idx="9442">
                  <c:v>5.0391298522318353</c:v>
                </c:pt>
                <c:pt idx="9443">
                  <c:v>5.0374604260776357</c:v>
                </c:pt>
                <c:pt idx="9444">
                  <c:v>5.0372258536865475</c:v>
                </c:pt>
                <c:pt idx="9445">
                  <c:v>5.0396922134599187</c:v>
                </c:pt>
                <c:pt idx="9446">
                  <c:v>5.041353791822984</c:v>
                </c:pt>
                <c:pt idx="9447">
                  <c:v>5.0428986103667404</c:v>
                </c:pt>
                <c:pt idx="9448">
                  <c:v>5.0408675158869922</c:v>
                </c:pt>
                <c:pt idx="9449">
                  <c:v>5.0394653453028102</c:v>
                </c:pt>
                <c:pt idx="9450">
                  <c:v>5.0389176269045253</c:v>
                </c:pt>
                <c:pt idx="9451">
                  <c:v>5.0372787784243167</c:v>
                </c:pt>
                <c:pt idx="9452">
                  <c:v>5.0370955516422935</c:v>
                </c:pt>
                <c:pt idx="9453">
                  <c:v>5.0376182432432435</c:v>
                </c:pt>
                <c:pt idx="9454">
                  <c:v>5.040487089426537</c:v>
                </c:pt>
                <c:pt idx="9455">
                  <c:v>5.0384915971212001</c:v>
                </c:pt>
                <c:pt idx="9456">
                  <c:v>5.0345059241252583</c:v>
                </c:pt>
                <c:pt idx="9457">
                  <c:v>5.0352427072965318</c:v>
                </c:pt>
                <c:pt idx="9458">
                  <c:v>5.0420193227930481</c:v>
                </c:pt>
                <c:pt idx="9459">
                  <c:v>5.0444973585483499</c:v>
                </c:pt>
                <c:pt idx="9460">
                  <c:v>5.0420183178929641</c:v>
                </c:pt>
                <c:pt idx="9461">
                  <c:v>5.039720111400352</c:v>
                </c:pt>
                <c:pt idx="9462">
                  <c:v>5.0366969412755536</c:v>
                </c:pt>
                <c:pt idx="9463">
                  <c:v>5.0329411032845881</c:v>
                </c:pt>
                <c:pt idx="9464">
                  <c:v>5.0327473968302581</c:v>
                </c:pt>
                <c:pt idx="9465">
                  <c:v>5.036876435571549</c:v>
                </c:pt>
                <c:pt idx="9466">
                  <c:v>5.0374042473776894</c:v>
                </c:pt>
                <c:pt idx="9467">
                  <c:v>5.0395498526146545</c:v>
                </c:pt>
                <c:pt idx="9468">
                  <c:v>5.0415053403261618</c:v>
                </c:pt>
                <c:pt idx="9469">
                  <c:v>5.0387591398055278</c:v>
                </c:pt>
                <c:pt idx="9470">
                  <c:v>5.0347605466656455</c:v>
                </c:pt>
                <c:pt idx="9471">
                  <c:v>5.0363061786999461</c:v>
                </c:pt>
                <c:pt idx="9472">
                  <c:v>5.0368409769542914</c:v>
                </c:pt>
                <c:pt idx="9473">
                  <c:v>5.0316437294234744</c:v>
                </c:pt>
                <c:pt idx="9474">
                  <c:v>5.0342797737539238</c:v>
                </c:pt>
                <c:pt idx="9475">
                  <c:v>5.0401018777275857</c:v>
                </c:pt>
                <c:pt idx="9476">
                  <c:v>5.0407921005282903</c:v>
                </c:pt>
                <c:pt idx="9477">
                  <c:v>5.0420357361610906</c:v>
                </c:pt>
                <c:pt idx="9478">
                  <c:v>5.0455015408467956</c:v>
                </c:pt>
                <c:pt idx="9479">
                  <c:v>5.048551029783324</c:v>
                </c:pt>
                <c:pt idx="9480">
                  <c:v>5.050152649108032</c:v>
                </c:pt>
                <c:pt idx="9481">
                  <c:v>5.0478763111553482</c:v>
                </c:pt>
                <c:pt idx="9482">
                  <c:v>5.0464685418421258</c:v>
                </c:pt>
                <c:pt idx="9483">
                  <c:v>5.0470113314447591</c:v>
                </c:pt>
                <c:pt idx="9484">
                  <c:v>5.0426884905443687</c:v>
                </c:pt>
                <c:pt idx="9485">
                  <c:v>5.0373573041880411</c:v>
                </c:pt>
                <c:pt idx="9486">
                  <c:v>5.0392528807135744</c:v>
                </c:pt>
                <c:pt idx="9487">
                  <c:v>5.0425958961794652</c:v>
                </c:pt>
                <c:pt idx="9488">
                  <c:v>5.0447202549575074</c:v>
                </c:pt>
                <c:pt idx="9489">
                  <c:v>5.0458676594441467</c:v>
                </c:pt>
                <c:pt idx="9490">
                  <c:v>5.0447702606997931</c:v>
                </c:pt>
                <c:pt idx="9491">
                  <c:v>5.0400419186892274</c:v>
                </c:pt>
                <c:pt idx="9492">
                  <c:v>5.0384458502411764</c:v>
                </c:pt>
                <c:pt idx="9493">
                  <c:v>5.0430114462904827</c:v>
                </c:pt>
                <c:pt idx="9494">
                  <c:v>5.0437656477298827</c:v>
                </c:pt>
                <c:pt idx="9495">
                  <c:v>5.038446711584105</c:v>
                </c:pt>
                <c:pt idx="9496">
                  <c:v>5.0355307786540084</c:v>
                </c:pt>
                <c:pt idx="9497">
                  <c:v>5.0325837416736849</c:v>
                </c:pt>
                <c:pt idx="9498">
                  <c:v>5.0339918938059869</c:v>
                </c:pt>
                <c:pt idx="9499">
                  <c:v>5.0376633680422636</c:v>
                </c:pt>
                <c:pt idx="9500">
                  <c:v>5.0403849245846413</c:v>
                </c:pt>
                <c:pt idx="9501">
                  <c:v>5.0411434327386875</c:v>
                </c:pt>
                <c:pt idx="9502">
                  <c:v>5.0423848193093948</c:v>
                </c:pt>
                <c:pt idx="9503">
                  <c:v>5.0464246133527295</c:v>
                </c:pt>
                <c:pt idx="9504">
                  <c:v>5.0467485261465432</c:v>
                </c:pt>
                <c:pt idx="9505">
                  <c:v>5.0396084239338492</c:v>
                </c:pt>
                <c:pt idx="9506">
                  <c:v>5.0366565538626444</c:v>
                </c:pt>
                <c:pt idx="9507">
                  <c:v>5.0368837569864482</c:v>
                </c:pt>
                <c:pt idx="9508">
                  <c:v>5.0363932221881935</c:v>
                </c:pt>
                <c:pt idx="9509">
                  <c:v>5.0333152610826124</c:v>
                </c:pt>
                <c:pt idx="9510">
                  <c:v>5.0337885211698952</c:v>
                </c:pt>
                <c:pt idx="9511">
                  <c:v>5.0343882072582495</c:v>
                </c:pt>
                <c:pt idx="9512">
                  <c:v>5.0359970522930864</c:v>
                </c:pt>
                <c:pt idx="9513">
                  <c:v>5.0373523753923894</c:v>
                </c:pt>
                <c:pt idx="9514">
                  <c:v>5.0387623459153206</c:v>
                </c:pt>
                <c:pt idx="9515">
                  <c:v>5.0413539832325247</c:v>
                </c:pt>
                <c:pt idx="9516">
                  <c:v>5.0416332497511673</c:v>
                </c:pt>
                <c:pt idx="9517">
                  <c:v>5.0404116262154508</c:v>
                </c:pt>
                <c:pt idx="9518">
                  <c:v>5.0414523677360084</c:v>
                </c:pt>
                <c:pt idx="9519">
                  <c:v>5.0449116166449732</c:v>
                </c:pt>
                <c:pt idx="9520">
                  <c:v>5.0460181551948553</c:v>
                </c:pt>
                <c:pt idx="9521">
                  <c:v>5.0437858892887224</c:v>
                </c:pt>
                <c:pt idx="9522">
                  <c:v>5.0414708866089883</c:v>
                </c:pt>
                <c:pt idx="9523">
                  <c:v>5.0444000267973355</c:v>
                </c:pt>
                <c:pt idx="9524">
                  <c:v>5.0441075530204422</c:v>
                </c:pt>
                <c:pt idx="9525">
                  <c:v>5.0408168880637012</c:v>
                </c:pt>
                <c:pt idx="9526">
                  <c:v>5.0403436279764184</c:v>
                </c:pt>
                <c:pt idx="9527">
                  <c:v>5.039440222800704</c:v>
                </c:pt>
                <c:pt idx="9528">
                  <c:v>5.0383936432891812</c:v>
                </c:pt>
                <c:pt idx="9529">
                  <c:v>5.0372044636704691</c:v>
                </c:pt>
                <c:pt idx="9530">
                  <c:v>5.0353032405635094</c:v>
                </c:pt>
                <c:pt idx="9531">
                  <c:v>5.0391059260393538</c:v>
                </c:pt>
                <c:pt idx="9532">
                  <c:v>5.0371790540540538</c:v>
                </c:pt>
                <c:pt idx="9533">
                  <c:v>5.0350060772528904</c:v>
                </c:pt>
                <c:pt idx="9534">
                  <c:v>5.0377875449812421</c:v>
                </c:pt>
                <c:pt idx="9535">
                  <c:v>5.0357618578209937</c:v>
                </c:pt>
                <c:pt idx="9536">
                  <c:v>5.0368011637700025</c:v>
                </c:pt>
                <c:pt idx="9537">
                  <c:v>5.037363812112396</c:v>
                </c:pt>
                <c:pt idx="9538">
                  <c:v>5.0385813203430061</c:v>
                </c:pt>
                <c:pt idx="9539">
                  <c:v>5.0417130675292858</c:v>
                </c:pt>
                <c:pt idx="9540">
                  <c:v>5.0396604873286881</c:v>
                </c:pt>
                <c:pt idx="9541">
                  <c:v>5.0369427589771076</c:v>
                </c:pt>
                <c:pt idx="9542">
                  <c:v>5.0360019810887371</c:v>
                </c:pt>
                <c:pt idx="9543">
                  <c:v>5.0396034472858124</c:v>
                </c:pt>
                <c:pt idx="9544">
                  <c:v>5.0387649299441089</c:v>
                </c:pt>
                <c:pt idx="9545">
                  <c:v>5.0339881134675748</c:v>
                </c:pt>
                <c:pt idx="9546">
                  <c:v>5.0366968934231684</c:v>
                </c:pt>
                <c:pt idx="9547">
                  <c:v>5.0412862242554173</c:v>
                </c:pt>
                <c:pt idx="9548">
                  <c:v>5.0475408180843733</c:v>
                </c:pt>
                <c:pt idx="9549">
                  <c:v>5.049463574764566</c:v>
                </c:pt>
                <c:pt idx="9550">
                  <c:v>5.0445744487405255</c:v>
                </c:pt>
                <c:pt idx="9551">
                  <c:v>5.0371769964015005</c:v>
                </c:pt>
                <c:pt idx="9552">
                  <c:v>5.032690739606462</c:v>
                </c:pt>
                <c:pt idx="9553">
                  <c:v>5.034313892504402</c:v>
                </c:pt>
                <c:pt idx="9554">
                  <c:v>5.0405475748411304</c:v>
                </c:pt>
                <c:pt idx="9555">
                  <c:v>5.0434178087435875</c:v>
                </c:pt>
                <c:pt idx="9556">
                  <c:v>5.0428092221116296</c:v>
                </c:pt>
                <c:pt idx="9557">
                  <c:v>5.0433621085674911</c:v>
                </c:pt>
                <c:pt idx="9558">
                  <c:v>5.0381941945486561</c:v>
                </c:pt>
                <c:pt idx="9559">
                  <c:v>5.0314265753005127</c:v>
                </c:pt>
                <c:pt idx="9560">
                  <c:v>5.0305373344307478</c:v>
                </c:pt>
                <c:pt idx="9561">
                  <c:v>5.0344667808743591</c:v>
                </c:pt>
                <c:pt idx="9562">
                  <c:v>5.036911032845877</c:v>
                </c:pt>
                <c:pt idx="9563">
                  <c:v>5.0382572161396526</c:v>
                </c:pt>
                <c:pt idx="9564">
                  <c:v>5.0333913463747031</c:v>
                </c:pt>
                <c:pt idx="9565">
                  <c:v>5.0289577750555088</c:v>
                </c:pt>
                <c:pt idx="9566">
                  <c:v>5.030056561519026</c:v>
                </c:pt>
                <c:pt idx="9567">
                  <c:v>5.0339121238802544</c:v>
                </c:pt>
                <c:pt idx="9568">
                  <c:v>5.037405635096853</c:v>
                </c:pt>
                <c:pt idx="9569">
                  <c:v>5.0413525955133602</c:v>
                </c:pt>
                <c:pt idx="9570">
                  <c:v>5.0411156305030245</c:v>
                </c:pt>
                <c:pt idx="9571">
                  <c:v>5.039248047622694</c:v>
                </c:pt>
                <c:pt idx="9572">
                  <c:v>5.0395749272643746</c:v>
                </c:pt>
                <c:pt idx="9573">
                  <c:v>5.0405221173723298</c:v>
                </c:pt>
                <c:pt idx="9574">
                  <c:v>5.040345015695582</c:v>
                </c:pt>
                <c:pt idx="9575">
                  <c:v>5.0390662085598343</c:v>
                </c:pt>
                <c:pt idx="9576">
                  <c:v>5.0403024749253502</c:v>
                </c:pt>
                <c:pt idx="9577">
                  <c:v>5.0419116070744963</c:v>
                </c:pt>
                <c:pt idx="9578">
                  <c:v>5.0392590536712349</c:v>
                </c:pt>
                <c:pt idx="9579">
                  <c:v>5.0405985376311158</c:v>
                </c:pt>
                <c:pt idx="9580">
                  <c:v>5.0451672919378305</c:v>
                </c:pt>
                <c:pt idx="9581">
                  <c:v>5.0434072333665112</c:v>
                </c:pt>
                <c:pt idx="9582">
                  <c:v>5.042703851159942</c:v>
                </c:pt>
                <c:pt idx="9583">
                  <c:v>5.0435650026797338</c:v>
                </c:pt>
                <c:pt idx="9584">
                  <c:v>5.0436029974733945</c:v>
                </c:pt>
                <c:pt idx="9585">
                  <c:v>5.0429148323252431</c:v>
                </c:pt>
                <c:pt idx="9586">
                  <c:v>5.0413488630273333</c:v>
                </c:pt>
                <c:pt idx="9587">
                  <c:v>5.0446930269504628</c:v>
                </c:pt>
                <c:pt idx="9588">
                  <c:v>5.0514499272643745</c:v>
                </c:pt>
                <c:pt idx="9589">
                  <c:v>5.0505029285659599</c:v>
                </c:pt>
                <c:pt idx="9590">
                  <c:v>5.04551517877651</c:v>
                </c:pt>
                <c:pt idx="9591">
                  <c:v>5.0399503770767939</c:v>
                </c:pt>
                <c:pt idx="9592">
                  <c:v>5.0398477337110483</c:v>
                </c:pt>
                <c:pt idx="9593">
                  <c:v>5.0397492056504092</c:v>
                </c:pt>
                <c:pt idx="9594">
                  <c:v>5.0407248200750328</c:v>
                </c:pt>
                <c:pt idx="9595">
                  <c:v>5.0425457947324093</c:v>
                </c:pt>
                <c:pt idx="9596">
                  <c:v>5.0443048484036446</c:v>
                </c:pt>
                <c:pt idx="9597">
                  <c:v>5.043623908965623</c:v>
                </c:pt>
                <c:pt idx="9598">
                  <c:v>5.0417833148304112</c:v>
                </c:pt>
                <c:pt idx="9599">
                  <c:v>5.0427489281065769</c:v>
                </c:pt>
                <c:pt idx="9600">
                  <c:v>5.0407228102748638</c:v>
                </c:pt>
                <c:pt idx="9601">
                  <c:v>5.0371457009417346</c:v>
                </c:pt>
                <c:pt idx="9602">
                  <c:v>5.0374977030855215</c:v>
                </c:pt>
                <c:pt idx="9603">
                  <c:v>5.0371544579281835</c:v>
                </c:pt>
                <c:pt idx="9604">
                  <c:v>5.0392510144705609</c:v>
                </c:pt>
                <c:pt idx="9605">
                  <c:v>5.0427956320343004</c:v>
                </c:pt>
                <c:pt idx="9606">
                  <c:v>5.0447808360768702</c:v>
                </c:pt>
                <c:pt idx="9607">
                  <c:v>5.045750229691448</c:v>
                </c:pt>
                <c:pt idx="9608">
                  <c:v>5.0436338622616947</c:v>
                </c:pt>
                <c:pt idx="9609">
                  <c:v>5.041670000382819</c:v>
                </c:pt>
                <c:pt idx="9610">
                  <c:v>5.0373395509532193</c:v>
                </c:pt>
                <c:pt idx="9611">
                  <c:v>5.0336453468340858</c:v>
                </c:pt>
                <c:pt idx="9612">
                  <c:v>5.0339277716101369</c:v>
                </c:pt>
                <c:pt idx="9613">
                  <c:v>5.0339034625985759</c:v>
                </c:pt>
                <c:pt idx="9614">
                  <c:v>5.0328191275553174</c:v>
                </c:pt>
                <c:pt idx="9615">
                  <c:v>5.0363246497205418</c:v>
                </c:pt>
                <c:pt idx="9616">
                  <c:v>5.0365435743817475</c:v>
                </c:pt>
                <c:pt idx="9617">
                  <c:v>5.0339830411147695</c:v>
                </c:pt>
                <c:pt idx="9618">
                  <c:v>5.0326969125641225</c:v>
                </c:pt>
                <c:pt idx="9619">
                  <c:v>5.0355077138044564</c:v>
                </c:pt>
                <c:pt idx="9620">
                  <c:v>5.0379793851925578</c:v>
                </c:pt>
                <c:pt idx="9621">
                  <c:v>5.0403680805451341</c:v>
                </c:pt>
                <c:pt idx="9622">
                  <c:v>5.0416034855677205</c:v>
                </c:pt>
                <c:pt idx="9623">
                  <c:v>5.0388652763953754</c:v>
                </c:pt>
                <c:pt idx="9624">
                  <c:v>5.0367360845264528</c:v>
                </c:pt>
                <c:pt idx="9625">
                  <c:v>5.0369887451190571</c:v>
                </c:pt>
                <c:pt idx="9626">
                  <c:v>5.0410668210703617</c:v>
                </c:pt>
                <c:pt idx="9627">
                  <c:v>5.0464365764489703</c:v>
                </c:pt>
                <c:pt idx="9628">
                  <c:v>5.0447941390398894</c:v>
                </c:pt>
                <c:pt idx="9629">
                  <c:v>5.0431294981241868</c:v>
                </c:pt>
                <c:pt idx="9630">
                  <c:v>5.0449817682413292</c:v>
                </c:pt>
                <c:pt idx="9631">
                  <c:v>5.0457755436030931</c:v>
                </c:pt>
                <c:pt idx="9632">
                  <c:v>5.0458129641681344</c:v>
                </c:pt>
                <c:pt idx="9633">
                  <c:v>5.0442527371564196</c:v>
                </c:pt>
                <c:pt idx="9634">
                  <c:v>5.0380811193629889</c:v>
                </c:pt>
                <c:pt idx="9635">
                  <c:v>5.0358365553939208</c:v>
                </c:pt>
                <c:pt idx="9636">
                  <c:v>5.0362150199065923</c:v>
                </c:pt>
                <c:pt idx="9637">
                  <c:v>5.0360430384350359</c:v>
                </c:pt>
                <c:pt idx="9638">
                  <c:v>5.0359483864175791</c:v>
                </c:pt>
                <c:pt idx="9639">
                  <c:v>5.0365646294311306</c:v>
                </c:pt>
                <c:pt idx="9640">
                  <c:v>5.0398665396983384</c:v>
                </c:pt>
                <c:pt idx="9641">
                  <c:v>5.0471442175178014</c:v>
                </c:pt>
                <c:pt idx="9642">
                  <c:v>5.0468059968608836</c:v>
                </c:pt>
                <c:pt idx="9643">
                  <c:v>5.0441846432126178</c:v>
                </c:pt>
                <c:pt idx="9644">
                  <c:v>5.0422345628206111</c:v>
                </c:pt>
                <c:pt idx="9645">
                  <c:v>5.0355057997090578</c:v>
                </c:pt>
                <c:pt idx="9646">
                  <c:v>5.030477997473394</c:v>
                </c:pt>
                <c:pt idx="9647">
                  <c:v>5.0324822467651789</c:v>
                </c:pt>
                <c:pt idx="9648">
                  <c:v>5.036442223030396</c:v>
                </c:pt>
                <c:pt idx="9649">
                  <c:v>5.0376311155347979</c:v>
                </c:pt>
                <c:pt idx="9650">
                  <c:v>5.0343958157874589</c:v>
                </c:pt>
                <c:pt idx="9651">
                  <c:v>5.0338422115458235</c:v>
                </c:pt>
                <c:pt idx="9652">
                  <c:v>5.0347679637853151</c:v>
                </c:pt>
                <c:pt idx="9653">
                  <c:v>5.0348380196769007</c:v>
                </c:pt>
                <c:pt idx="9654">
                  <c:v>5.0321387623459151</c:v>
                </c:pt>
                <c:pt idx="9655">
                  <c:v>5.0319332842048849</c:v>
                </c:pt>
                <c:pt idx="9656">
                  <c:v>5.0356793603093175</c:v>
                </c:pt>
                <c:pt idx="9657">
                  <c:v>5.0410918000153124</c:v>
                </c:pt>
                <c:pt idx="9658">
                  <c:v>5.0442105313528822</c:v>
                </c:pt>
                <c:pt idx="9659">
                  <c:v>5.0423427092106268</c:v>
                </c:pt>
                <c:pt idx="9660">
                  <c:v>5.0397628914325088</c:v>
                </c:pt>
                <c:pt idx="9661">
                  <c:v>5.0360684001990661</c:v>
                </c:pt>
                <c:pt idx="9662">
                  <c:v>5.0346811117066075</c:v>
                </c:pt>
                <c:pt idx="9663">
                  <c:v>5.0357760221269432</c:v>
                </c:pt>
                <c:pt idx="9664">
                  <c:v>5.0346248373018909</c:v>
                </c:pt>
                <c:pt idx="9665">
                  <c:v>5.0366388006278235</c:v>
                </c:pt>
                <c:pt idx="9666">
                  <c:v>5.0399139614118367</c:v>
                </c:pt>
                <c:pt idx="9667">
                  <c:v>5.0435995521016768</c:v>
                </c:pt>
                <c:pt idx="9668">
                  <c:v>5.0410347121200525</c:v>
                </c:pt>
                <c:pt idx="9669">
                  <c:v>5.0330467613505858</c:v>
                </c:pt>
                <c:pt idx="9670">
                  <c:v>5.0309764279151672</c:v>
                </c:pt>
                <c:pt idx="9671">
                  <c:v>5.0325290942500578</c:v>
                </c:pt>
                <c:pt idx="9672">
                  <c:v>5.0379555547048467</c:v>
                </c:pt>
                <c:pt idx="9673">
                  <c:v>5.0428694204119129</c:v>
                </c:pt>
                <c:pt idx="9674">
                  <c:v>5.0434181915626679</c:v>
                </c:pt>
                <c:pt idx="9675">
                  <c:v>5.0376420737309546</c:v>
                </c:pt>
                <c:pt idx="9676">
                  <c:v>5.0312569385958197</c:v>
                </c:pt>
                <c:pt idx="9677">
                  <c:v>5.0334507311844421</c:v>
                </c:pt>
                <c:pt idx="9678">
                  <c:v>5.034985931398821</c:v>
                </c:pt>
                <c:pt idx="9679">
                  <c:v>5.0326437964168136</c:v>
                </c:pt>
                <c:pt idx="9680">
                  <c:v>5.0294570189878263</c:v>
                </c:pt>
                <c:pt idx="9681">
                  <c:v>5.0310303097006353</c:v>
                </c:pt>
                <c:pt idx="9682">
                  <c:v>5.0331999368348521</c:v>
                </c:pt>
                <c:pt idx="9683">
                  <c:v>5.0307944931475381</c:v>
                </c:pt>
                <c:pt idx="9684">
                  <c:v>5.0265095513360389</c:v>
                </c:pt>
                <c:pt idx="9685">
                  <c:v>5.0294797010182988</c:v>
                </c:pt>
                <c:pt idx="9686">
                  <c:v>5.0330476705459004</c:v>
                </c:pt>
                <c:pt idx="9687">
                  <c:v>5.0345109964780645</c:v>
                </c:pt>
                <c:pt idx="9688">
                  <c:v>5.0377898418957203</c:v>
                </c:pt>
                <c:pt idx="9689">
                  <c:v>5.034805001531276</c:v>
                </c:pt>
                <c:pt idx="9690">
                  <c:v>5.0317849896638851</c:v>
                </c:pt>
                <c:pt idx="9691">
                  <c:v>5.036845618635633</c:v>
                </c:pt>
                <c:pt idx="9692">
                  <c:v>5.0413797756680196</c:v>
                </c:pt>
                <c:pt idx="9693">
                  <c:v>5.0401401596355564</c:v>
                </c:pt>
                <c:pt idx="9694">
                  <c:v>5.03943921790062</c:v>
                </c:pt>
                <c:pt idx="9695">
                  <c:v>5.0396104815864025</c:v>
                </c:pt>
                <c:pt idx="9696">
                  <c:v>5.0420652610826124</c:v>
                </c:pt>
                <c:pt idx="9697">
                  <c:v>5.0388249368348514</c:v>
                </c:pt>
                <c:pt idx="9698">
                  <c:v>5.0339010699793274</c:v>
                </c:pt>
                <c:pt idx="9699">
                  <c:v>5.0327934308245919</c:v>
                </c:pt>
                <c:pt idx="9700">
                  <c:v>5.0343494468264298</c:v>
                </c:pt>
                <c:pt idx="9701">
                  <c:v>5.0368071931705076</c:v>
                </c:pt>
                <c:pt idx="9702">
                  <c:v>5.0359652783094706</c:v>
                </c:pt>
                <c:pt idx="9703">
                  <c:v>5.0303167827884545</c:v>
                </c:pt>
                <c:pt idx="9704">
                  <c:v>5.0308290425694819</c:v>
                </c:pt>
                <c:pt idx="9705">
                  <c:v>5.0347123593139882</c:v>
                </c:pt>
                <c:pt idx="9706">
                  <c:v>5.0375185667253657</c:v>
                </c:pt>
                <c:pt idx="9707">
                  <c:v>5.0369570189878266</c:v>
                </c:pt>
                <c:pt idx="9708">
                  <c:v>5.0346604394763039</c:v>
                </c:pt>
                <c:pt idx="9709">
                  <c:v>5.0320055413061784</c:v>
                </c:pt>
                <c:pt idx="9710">
                  <c:v>5.0321313452262464</c:v>
                </c:pt>
                <c:pt idx="9711">
                  <c:v>5.035463019676901</c:v>
                </c:pt>
                <c:pt idx="9712">
                  <c:v>5.0385449046780488</c:v>
                </c:pt>
                <c:pt idx="9713">
                  <c:v>5.0342312514355712</c:v>
                </c:pt>
                <c:pt idx="9714">
                  <c:v>5.0316206167215372</c:v>
                </c:pt>
                <c:pt idx="9715">
                  <c:v>5.0360807461143864</c:v>
                </c:pt>
                <c:pt idx="9716">
                  <c:v>5.0348816131996017</c:v>
                </c:pt>
                <c:pt idx="9717">
                  <c:v>5.0326814083913947</c:v>
                </c:pt>
                <c:pt idx="9718">
                  <c:v>5.0328491310006891</c:v>
                </c:pt>
                <c:pt idx="9719">
                  <c:v>5.0339239434193397</c:v>
                </c:pt>
                <c:pt idx="9720">
                  <c:v>5.0362585655769081</c:v>
                </c:pt>
                <c:pt idx="9721">
                  <c:v>5.0377723757752086</c:v>
                </c:pt>
                <c:pt idx="9722">
                  <c:v>5.0376190567337877</c:v>
                </c:pt>
                <c:pt idx="9723">
                  <c:v>5.0339836153433888</c:v>
                </c:pt>
                <c:pt idx="9724">
                  <c:v>5.0329847446596743</c:v>
                </c:pt>
                <c:pt idx="9725">
                  <c:v>5.0301472896409161</c:v>
                </c:pt>
                <c:pt idx="9726">
                  <c:v>5.0287633029630197</c:v>
                </c:pt>
                <c:pt idx="9727">
                  <c:v>5.0308445467422098</c:v>
                </c:pt>
                <c:pt idx="9728">
                  <c:v>5.035101686318046</c:v>
                </c:pt>
                <c:pt idx="9729">
                  <c:v>5.0350150735012633</c:v>
                </c:pt>
                <c:pt idx="9730">
                  <c:v>5.0341556446673303</c:v>
                </c:pt>
                <c:pt idx="9731">
                  <c:v>5.0346087589005437</c:v>
                </c:pt>
                <c:pt idx="9732">
                  <c:v>5.0322424584641299</c:v>
                </c:pt>
                <c:pt idx="9733">
                  <c:v>5.0292696290483114</c:v>
                </c:pt>
                <c:pt idx="9734">
                  <c:v>5.0290160592603934</c:v>
                </c:pt>
                <c:pt idx="9735">
                  <c:v>5.0336387910573466</c:v>
                </c:pt>
                <c:pt idx="9736">
                  <c:v>5.0411138121123953</c:v>
                </c:pt>
                <c:pt idx="9737">
                  <c:v>5.0482356825664194</c:v>
                </c:pt>
                <c:pt idx="9738">
                  <c:v>5.0517427838603473</c:v>
                </c:pt>
                <c:pt idx="9739">
                  <c:v>5.0467521150754155</c:v>
                </c:pt>
                <c:pt idx="9740">
                  <c:v>5.0425656534721695</c:v>
                </c:pt>
                <c:pt idx="9741">
                  <c:v>5.03975518719853</c:v>
                </c:pt>
                <c:pt idx="9742">
                  <c:v>5.0393840441007578</c:v>
                </c:pt>
                <c:pt idx="9743">
                  <c:v>5.0382145318122653</c:v>
                </c:pt>
                <c:pt idx="9744">
                  <c:v>5.0320253043411682</c:v>
                </c:pt>
                <c:pt idx="9745">
                  <c:v>5.0312315768317895</c:v>
                </c:pt>
                <c:pt idx="9746">
                  <c:v>5.0341608605772912</c:v>
                </c:pt>
                <c:pt idx="9747">
                  <c:v>5.0341874665033304</c:v>
                </c:pt>
                <c:pt idx="9748">
                  <c:v>5.0363136436720009</c:v>
                </c:pt>
                <c:pt idx="9749">
                  <c:v>5.0359019217517798</c:v>
                </c:pt>
                <c:pt idx="9750">
                  <c:v>5.0337802905596813</c:v>
                </c:pt>
                <c:pt idx="9751">
                  <c:v>5.0336940605619782</c:v>
                </c:pt>
                <c:pt idx="9752">
                  <c:v>5.0357379316285122</c:v>
                </c:pt>
                <c:pt idx="9753">
                  <c:v>5.036203152515121</c:v>
                </c:pt>
                <c:pt idx="9754">
                  <c:v>5.0336346278998549</c:v>
                </c:pt>
                <c:pt idx="9755">
                  <c:v>5.0319459650868996</c:v>
                </c:pt>
                <c:pt idx="9756">
                  <c:v>5.0328018528443454</c:v>
                </c:pt>
                <c:pt idx="9757">
                  <c:v>5.0339710780185287</c:v>
                </c:pt>
                <c:pt idx="9758">
                  <c:v>5.0311729576602096</c:v>
                </c:pt>
                <c:pt idx="9759">
                  <c:v>5.0286000784779112</c:v>
                </c:pt>
                <c:pt idx="9760">
                  <c:v>5.031505340326162</c:v>
                </c:pt>
                <c:pt idx="9761">
                  <c:v>5.036686509455631</c:v>
                </c:pt>
                <c:pt idx="9762">
                  <c:v>5.0378171177551492</c:v>
                </c:pt>
                <c:pt idx="9763">
                  <c:v>5.0363759953296068</c:v>
                </c:pt>
                <c:pt idx="9764">
                  <c:v>5.0344651538932697</c:v>
                </c:pt>
                <c:pt idx="9765">
                  <c:v>5.0322351370492306</c:v>
                </c:pt>
                <c:pt idx="9766">
                  <c:v>5.0334737960339941</c:v>
                </c:pt>
                <c:pt idx="9767">
                  <c:v>5.039506115534798</c:v>
                </c:pt>
                <c:pt idx="9768">
                  <c:v>5.0429249291784704</c:v>
                </c:pt>
                <c:pt idx="9769">
                  <c:v>5.041126780108721</c:v>
                </c:pt>
                <c:pt idx="9770">
                  <c:v>5.0392541727279685</c:v>
                </c:pt>
                <c:pt idx="9771">
                  <c:v>5.0377591206645738</c:v>
                </c:pt>
                <c:pt idx="9772">
                  <c:v>5.0368717938902074</c:v>
                </c:pt>
                <c:pt idx="9773">
                  <c:v>5.0373332344384041</c:v>
                </c:pt>
                <c:pt idx="9774">
                  <c:v>5.0382310408850781</c:v>
                </c:pt>
                <c:pt idx="9775">
                  <c:v>5.0375200501492996</c:v>
                </c:pt>
                <c:pt idx="9776">
                  <c:v>5.0359881996018681</c:v>
                </c:pt>
                <c:pt idx="9777">
                  <c:v>5.0344637661741061</c:v>
                </c:pt>
                <c:pt idx="9778">
                  <c:v>5.0333583282290792</c:v>
                </c:pt>
                <c:pt idx="9779">
                  <c:v>5.0326426958119592</c:v>
                </c:pt>
                <c:pt idx="9780">
                  <c:v>5.035282089809356</c:v>
                </c:pt>
                <c:pt idx="9781">
                  <c:v>5.0351868157108948</c:v>
                </c:pt>
                <c:pt idx="9782">
                  <c:v>5.0287408601944721</c:v>
                </c:pt>
                <c:pt idx="9783">
                  <c:v>5.0282371181379677</c:v>
                </c:pt>
                <c:pt idx="9784">
                  <c:v>5.03014800742669</c:v>
                </c:pt>
                <c:pt idx="9785">
                  <c:v>5.0298454367965704</c:v>
                </c:pt>
                <c:pt idx="9786">
                  <c:v>5.0279068888293397</c:v>
                </c:pt>
                <c:pt idx="9787">
                  <c:v>5.0305467134982012</c:v>
                </c:pt>
                <c:pt idx="9788">
                  <c:v>5.0320432968379141</c:v>
                </c:pt>
                <c:pt idx="9789">
                  <c:v>5.0328002737156421</c:v>
                </c:pt>
                <c:pt idx="9790">
                  <c:v>5.035145806216982</c:v>
                </c:pt>
                <c:pt idx="9791">
                  <c:v>5.0396594345762189</c:v>
                </c:pt>
                <c:pt idx="9792">
                  <c:v>5.0432480763341241</c:v>
                </c:pt>
                <c:pt idx="9793">
                  <c:v>5.0444075874741596</c:v>
                </c:pt>
                <c:pt idx="9794">
                  <c:v>5.0430569060561981</c:v>
                </c:pt>
                <c:pt idx="9795">
                  <c:v>5.0439130809279531</c:v>
                </c:pt>
                <c:pt idx="9796">
                  <c:v>5.0416610519868312</c:v>
                </c:pt>
                <c:pt idx="9797">
                  <c:v>5.0365965948242861</c:v>
                </c:pt>
                <c:pt idx="9798">
                  <c:v>5.0348828573616107</c:v>
                </c:pt>
                <c:pt idx="9799">
                  <c:v>5.0343413597733715</c:v>
                </c:pt>
                <c:pt idx="9800">
                  <c:v>5.035174374090805</c:v>
                </c:pt>
                <c:pt idx="9801">
                  <c:v>5.0341225308169362</c:v>
                </c:pt>
                <c:pt idx="9802">
                  <c:v>5.0346104815864026</c:v>
                </c:pt>
                <c:pt idx="9803">
                  <c:v>5.0348106002603172</c:v>
                </c:pt>
                <c:pt idx="9804">
                  <c:v>5.0329580430288647</c:v>
                </c:pt>
                <c:pt idx="9805">
                  <c:v>5.0365519964015011</c:v>
                </c:pt>
                <c:pt idx="9806">
                  <c:v>5.0413085234668094</c:v>
                </c:pt>
                <c:pt idx="9807">
                  <c:v>5.0423948683102369</c:v>
                </c:pt>
                <c:pt idx="9808">
                  <c:v>5.0405340326161854</c:v>
                </c:pt>
                <c:pt idx="9809">
                  <c:v>5.0384198185437565</c:v>
                </c:pt>
                <c:pt idx="9810">
                  <c:v>5.0378648744353418</c:v>
                </c:pt>
                <c:pt idx="9811">
                  <c:v>5.0396034951381976</c:v>
                </c:pt>
                <c:pt idx="9812">
                  <c:v>5.0420178393691142</c:v>
                </c:pt>
                <c:pt idx="9813">
                  <c:v>5.038558734017303</c:v>
                </c:pt>
                <c:pt idx="9814">
                  <c:v>5.0341218608835465</c:v>
                </c:pt>
                <c:pt idx="9815">
                  <c:v>5.0327535219355335</c:v>
                </c:pt>
                <c:pt idx="9816">
                  <c:v>5.0314040368271957</c:v>
                </c:pt>
                <c:pt idx="9817">
                  <c:v>5.0327607954980476</c:v>
                </c:pt>
                <c:pt idx="9818">
                  <c:v>5.03617209631728</c:v>
                </c:pt>
                <c:pt idx="9819">
                  <c:v>5.0369554398591223</c:v>
                </c:pt>
                <c:pt idx="9820">
                  <c:v>5.0359547507847795</c:v>
                </c:pt>
                <c:pt idx="9821">
                  <c:v>5.0369146217747494</c:v>
                </c:pt>
                <c:pt idx="9822">
                  <c:v>5.0339733270806217</c:v>
                </c:pt>
                <c:pt idx="9823">
                  <c:v>5.0316761733404789</c:v>
                </c:pt>
                <c:pt idx="9824">
                  <c:v>5.0367559432662121</c:v>
                </c:pt>
                <c:pt idx="9825">
                  <c:v>5.0403410439476302</c:v>
                </c:pt>
                <c:pt idx="9826">
                  <c:v>5.0420309509225936</c:v>
                </c:pt>
                <c:pt idx="9827">
                  <c:v>5.0401410688308701</c:v>
                </c:pt>
                <c:pt idx="9828">
                  <c:v>5.0367263226399199</c:v>
                </c:pt>
                <c:pt idx="9829">
                  <c:v>5.0379084201056576</c:v>
                </c:pt>
                <c:pt idx="9830">
                  <c:v>5.0392647959574308</c:v>
                </c:pt>
                <c:pt idx="9831">
                  <c:v>5.0361299862185129</c:v>
                </c:pt>
                <c:pt idx="9832">
                  <c:v>5.0339011178317126</c:v>
                </c:pt>
                <c:pt idx="9833">
                  <c:v>5.0369897500191412</c:v>
                </c:pt>
                <c:pt idx="9834">
                  <c:v>5.0399104681877347</c:v>
                </c:pt>
                <c:pt idx="9835">
                  <c:v>5.0405388657070667</c:v>
                </c:pt>
                <c:pt idx="9836">
                  <c:v>5.040255053211852</c:v>
                </c:pt>
                <c:pt idx="9837">
                  <c:v>5.0410994563969069</c:v>
                </c:pt>
                <c:pt idx="9838">
                  <c:v>5.0399441562667482</c:v>
                </c:pt>
                <c:pt idx="9839">
                  <c:v>5.040268595436797</c:v>
                </c:pt>
                <c:pt idx="9840">
                  <c:v>5.0418349475537863</c:v>
                </c:pt>
                <c:pt idx="9841">
                  <c:v>5.0436293162851236</c:v>
                </c:pt>
                <c:pt idx="9842">
                  <c:v>5.0404366530127858</c:v>
                </c:pt>
                <c:pt idx="9843">
                  <c:v>5.0389297335579206</c:v>
                </c:pt>
                <c:pt idx="9844">
                  <c:v>5.0396058399050609</c:v>
                </c:pt>
                <c:pt idx="9845">
                  <c:v>5.0391417196233057</c:v>
                </c:pt>
                <c:pt idx="9846">
                  <c:v>5.038471786233826</c:v>
                </c:pt>
                <c:pt idx="9847">
                  <c:v>5.037953879871373</c:v>
                </c:pt>
                <c:pt idx="9848">
                  <c:v>5.0387256909884393</c:v>
                </c:pt>
                <c:pt idx="9849">
                  <c:v>5.0406207411377384</c:v>
                </c:pt>
                <c:pt idx="9850">
                  <c:v>5.042662745961259</c:v>
                </c:pt>
                <c:pt idx="9851">
                  <c:v>5.0395841627746725</c:v>
                </c:pt>
                <c:pt idx="9852">
                  <c:v>5.0365267303422403</c:v>
                </c:pt>
                <c:pt idx="9853">
                  <c:v>5.0355095321950847</c:v>
                </c:pt>
                <c:pt idx="9854">
                  <c:v>5.0389587799555926</c:v>
                </c:pt>
                <c:pt idx="9855">
                  <c:v>5.0394282597044633</c:v>
                </c:pt>
                <c:pt idx="9856">
                  <c:v>5.0356463421636937</c:v>
                </c:pt>
                <c:pt idx="9857">
                  <c:v>5.0323108395222418</c:v>
                </c:pt>
                <c:pt idx="9858">
                  <c:v>5.0296855619784093</c:v>
                </c:pt>
                <c:pt idx="9859">
                  <c:v>5.0289467211545826</c:v>
                </c:pt>
                <c:pt idx="9860">
                  <c:v>5.0326024041038204</c:v>
                </c:pt>
                <c:pt idx="9861">
                  <c:v>5.0343939016920602</c:v>
                </c:pt>
                <c:pt idx="9862">
                  <c:v>5.036805805451344</c:v>
                </c:pt>
                <c:pt idx="9863">
                  <c:v>5.0441209516882317</c:v>
                </c:pt>
                <c:pt idx="9864">
                  <c:v>5.0466924431513664</c:v>
                </c:pt>
                <c:pt idx="9865">
                  <c:v>5.0426780587244471</c:v>
                </c:pt>
                <c:pt idx="9866">
                  <c:v>5.0394370166909122</c:v>
                </c:pt>
                <c:pt idx="9867">
                  <c:v>5.0367080430288649</c:v>
                </c:pt>
                <c:pt idx="9868">
                  <c:v>5.0384913100068909</c:v>
                </c:pt>
                <c:pt idx="9869">
                  <c:v>5.039998995099916</c:v>
                </c:pt>
                <c:pt idx="9870">
                  <c:v>5.0390439572008265</c:v>
                </c:pt>
                <c:pt idx="9871">
                  <c:v>5.0390139537554548</c:v>
                </c:pt>
                <c:pt idx="9872">
                  <c:v>5.0373677360079627</c:v>
                </c:pt>
                <c:pt idx="9873">
                  <c:v>5.0365112261695124</c:v>
                </c:pt>
                <c:pt idx="9874">
                  <c:v>5.0374005148916625</c:v>
                </c:pt>
                <c:pt idx="9875">
                  <c:v>5.0370444452951535</c:v>
                </c:pt>
                <c:pt idx="9876">
                  <c:v>5.0337466981854373</c:v>
                </c:pt>
                <c:pt idx="9877">
                  <c:v>5.0288530261848248</c:v>
                </c:pt>
                <c:pt idx="9878">
                  <c:v>5.0316295172651406</c:v>
                </c:pt>
                <c:pt idx="9879">
                  <c:v>5.0359720733481357</c:v>
                </c:pt>
                <c:pt idx="9880">
                  <c:v>5.0366466962713421</c:v>
                </c:pt>
                <c:pt idx="9881">
                  <c:v>5.0336015140494599</c:v>
                </c:pt>
                <c:pt idx="9882">
                  <c:v>5.030813012020519</c:v>
                </c:pt>
                <c:pt idx="9883">
                  <c:v>5.0296097159482427</c:v>
                </c:pt>
                <c:pt idx="9884">
                  <c:v>5.0308536865477373</c:v>
                </c:pt>
                <c:pt idx="9885">
                  <c:v>5.0370042971441693</c:v>
                </c:pt>
                <c:pt idx="9886">
                  <c:v>5.0397577712273183</c:v>
                </c:pt>
                <c:pt idx="9887">
                  <c:v>5.0396199563586253</c:v>
                </c:pt>
                <c:pt idx="9888">
                  <c:v>5.0379337818696888</c:v>
                </c:pt>
                <c:pt idx="9889">
                  <c:v>5.0360418899777963</c:v>
                </c:pt>
                <c:pt idx="9890">
                  <c:v>5.0344139518413602</c:v>
                </c:pt>
                <c:pt idx="9891">
                  <c:v>5.0332393193476763</c:v>
                </c:pt>
                <c:pt idx="9892">
                  <c:v>5.0343702147615037</c:v>
                </c:pt>
                <c:pt idx="9893">
                  <c:v>5.0358945524844962</c:v>
                </c:pt>
                <c:pt idx="9894">
                  <c:v>5.0323786942041195</c:v>
                </c:pt>
                <c:pt idx="9895">
                  <c:v>5.0309008689993107</c:v>
                </c:pt>
                <c:pt idx="9896">
                  <c:v>5.0292162257866933</c:v>
                </c:pt>
                <c:pt idx="9897">
                  <c:v>5.025686681724217</c:v>
                </c:pt>
                <c:pt idx="9898">
                  <c:v>5.0263262767016306</c:v>
                </c:pt>
                <c:pt idx="9899">
                  <c:v>5.0332840134752317</c:v>
                </c:pt>
                <c:pt idx="9900">
                  <c:v>5.0398628550646967</c:v>
                </c:pt>
                <c:pt idx="9901">
                  <c:v>5.0418121219661591</c:v>
                </c:pt>
                <c:pt idx="9902">
                  <c:v>5.0423782635326546</c:v>
                </c:pt>
                <c:pt idx="9903">
                  <c:v>5.0426515485031773</c:v>
                </c:pt>
                <c:pt idx="9904">
                  <c:v>5.0422228389862953</c:v>
                </c:pt>
                <c:pt idx="9905">
                  <c:v>5.0386472609294843</c:v>
                </c:pt>
                <c:pt idx="9906">
                  <c:v>5.0348893174335805</c:v>
                </c:pt>
                <c:pt idx="9907">
                  <c:v>5.0363726935150446</c:v>
                </c:pt>
                <c:pt idx="9908">
                  <c:v>5.0409094345762195</c:v>
                </c:pt>
                <c:pt idx="9909">
                  <c:v>5.0406806523237115</c:v>
                </c:pt>
                <c:pt idx="9910">
                  <c:v>5.0381739051374321</c:v>
                </c:pt>
                <c:pt idx="9911">
                  <c:v>5.0324040081157646</c:v>
                </c:pt>
                <c:pt idx="9912">
                  <c:v>5.0288757560676824</c:v>
                </c:pt>
                <c:pt idx="9913">
                  <c:v>5.0297751416430598</c:v>
                </c:pt>
                <c:pt idx="9914">
                  <c:v>5.0321137834009644</c:v>
                </c:pt>
                <c:pt idx="9915">
                  <c:v>5.0303972226475766</c:v>
                </c:pt>
                <c:pt idx="9916">
                  <c:v>5.0306910841436334</c:v>
                </c:pt>
                <c:pt idx="9917">
                  <c:v>5.0337011905673377</c:v>
                </c:pt>
                <c:pt idx="9918">
                  <c:v>5.0358692385728503</c:v>
                </c:pt>
                <c:pt idx="9919">
                  <c:v>5.0357662602404103</c:v>
                </c:pt>
                <c:pt idx="9920">
                  <c:v>5.0380237922058031</c:v>
                </c:pt>
                <c:pt idx="9921">
                  <c:v>5.0403161607074498</c:v>
                </c:pt>
                <c:pt idx="9922">
                  <c:v>5.0357408984763801</c:v>
                </c:pt>
                <c:pt idx="9923">
                  <c:v>5.0295569826200142</c:v>
                </c:pt>
                <c:pt idx="9924">
                  <c:v>5.028204865630503</c:v>
                </c:pt>
                <c:pt idx="9925">
                  <c:v>5.0324324802848173</c:v>
                </c:pt>
                <c:pt idx="9926">
                  <c:v>5.0308252143786847</c:v>
                </c:pt>
                <c:pt idx="9927">
                  <c:v>5.0270650218206878</c:v>
                </c:pt>
                <c:pt idx="9928">
                  <c:v>5.0267970006125102</c:v>
                </c:pt>
                <c:pt idx="9929">
                  <c:v>5.0298542416354035</c:v>
                </c:pt>
                <c:pt idx="9930">
                  <c:v>5.029674460225098</c:v>
                </c:pt>
                <c:pt idx="9931">
                  <c:v>5.028741338718322</c:v>
                </c:pt>
                <c:pt idx="9932">
                  <c:v>5.0334914057116604</c:v>
                </c:pt>
                <c:pt idx="9933">
                  <c:v>5.0374967460378226</c:v>
                </c:pt>
                <c:pt idx="9934">
                  <c:v>5.036548216063089</c:v>
                </c:pt>
                <c:pt idx="9935">
                  <c:v>5.0330966235357169</c:v>
                </c:pt>
                <c:pt idx="9936">
                  <c:v>5.0340318026950461</c:v>
                </c:pt>
                <c:pt idx="9937">
                  <c:v>5.0327135173417039</c:v>
                </c:pt>
                <c:pt idx="9938">
                  <c:v>5.0334380503024274</c:v>
                </c:pt>
                <c:pt idx="9939">
                  <c:v>5.0391510508383739</c:v>
                </c:pt>
                <c:pt idx="9940">
                  <c:v>5.042357304188041</c:v>
                </c:pt>
                <c:pt idx="9941">
                  <c:v>5.0427947706913709</c:v>
                </c:pt>
                <c:pt idx="9942">
                  <c:v>5.0398673531888827</c:v>
                </c:pt>
                <c:pt idx="9943">
                  <c:v>5.0362008077482585</c:v>
                </c:pt>
                <c:pt idx="9944">
                  <c:v>5.0326804034913097</c:v>
                </c:pt>
                <c:pt idx="9945">
                  <c:v>5.0303940165377838</c:v>
                </c:pt>
                <c:pt idx="9946">
                  <c:v>5.0327885020289411</c:v>
                </c:pt>
                <c:pt idx="9947">
                  <c:v>5.0352793143710279</c:v>
                </c:pt>
                <c:pt idx="9948">
                  <c:v>5.0339055681035143</c:v>
                </c:pt>
                <c:pt idx="9949">
                  <c:v>5.0325895318122651</c:v>
                </c:pt>
                <c:pt idx="9950">
                  <c:v>5.0336422842814486</c:v>
                </c:pt>
                <c:pt idx="9951">
                  <c:v>5.0330411626215454</c:v>
                </c:pt>
                <c:pt idx="9952">
                  <c:v>5.0312404295230078</c:v>
                </c:pt>
                <c:pt idx="9953">
                  <c:v>5.0297317395298986</c:v>
                </c:pt>
                <c:pt idx="9954">
                  <c:v>5.0310902208866093</c:v>
                </c:pt>
                <c:pt idx="9955">
                  <c:v>5.0332533879488555</c:v>
                </c:pt>
                <c:pt idx="9956">
                  <c:v>5.0321451267131154</c:v>
                </c:pt>
                <c:pt idx="9957">
                  <c:v>5.0294546742209629</c:v>
                </c:pt>
                <c:pt idx="9958">
                  <c:v>5.0281720867468032</c:v>
                </c:pt>
                <c:pt idx="9959">
                  <c:v>5.0320042971441694</c:v>
                </c:pt>
                <c:pt idx="9960">
                  <c:v>5.0375185667253657</c:v>
                </c:pt>
                <c:pt idx="9961">
                  <c:v>5.0390247205420717</c:v>
                </c:pt>
                <c:pt idx="9962">
                  <c:v>5.0322876789679194</c:v>
                </c:pt>
                <c:pt idx="9963">
                  <c:v>5.0290331904142098</c:v>
                </c:pt>
                <c:pt idx="9964">
                  <c:v>5.0360489242783864</c:v>
                </c:pt>
                <c:pt idx="9965">
                  <c:v>5.0419072525074649</c:v>
                </c:pt>
                <c:pt idx="9966">
                  <c:v>5.0413676690146234</c:v>
                </c:pt>
                <c:pt idx="9967">
                  <c:v>5.0371025859428835</c:v>
                </c:pt>
                <c:pt idx="9968">
                  <c:v>5.0301148935762958</c:v>
                </c:pt>
                <c:pt idx="9969">
                  <c:v>5.0261083569405098</c:v>
                </c:pt>
                <c:pt idx="9970">
                  <c:v>5.0277912296148841</c:v>
                </c:pt>
                <c:pt idx="9971">
                  <c:v>5.0295885173417041</c:v>
                </c:pt>
                <c:pt idx="9972">
                  <c:v>5.0316582765485034</c:v>
                </c:pt>
                <c:pt idx="9973">
                  <c:v>5.0325618252813724</c:v>
                </c:pt>
                <c:pt idx="9974">
                  <c:v>5.0321080889671546</c:v>
                </c:pt>
                <c:pt idx="9975">
                  <c:v>5.030072352806064</c:v>
                </c:pt>
                <c:pt idx="9976">
                  <c:v>5.0330277639537551</c:v>
                </c:pt>
                <c:pt idx="9977">
                  <c:v>5.0387883776127405</c:v>
                </c:pt>
                <c:pt idx="9978">
                  <c:v>5.0401739434193402</c:v>
                </c:pt>
                <c:pt idx="9979">
                  <c:v>5.037695524844958</c:v>
                </c:pt>
                <c:pt idx="9980">
                  <c:v>5.0334616893805988</c:v>
                </c:pt>
                <c:pt idx="9981">
                  <c:v>5.033332966465049</c:v>
                </c:pt>
                <c:pt idx="9982">
                  <c:v>5.0355453257790366</c:v>
                </c:pt>
                <c:pt idx="9983">
                  <c:v>5.0408929733557919</c:v>
                </c:pt>
                <c:pt idx="9984">
                  <c:v>5.0469962579434959</c:v>
                </c:pt>
                <c:pt idx="9985">
                  <c:v>5.0472828458770387</c:v>
                </c:pt>
                <c:pt idx="9986">
                  <c:v>5.0454426824132916</c:v>
                </c:pt>
                <c:pt idx="9987">
                  <c:v>5.0436437198529971</c:v>
                </c:pt>
                <c:pt idx="9988">
                  <c:v>5.044488362299977</c:v>
                </c:pt>
                <c:pt idx="9989">
                  <c:v>5.0445596145011864</c:v>
                </c:pt>
                <c:pt idx="9990">
                  <c:v>5.0431123191179852</c:v>
                </c:pt>
                <c:pt idx="9991">
                  <c:v>5.0405687255952838</c:v>
                </c:pt>
                <c:pt idx="9992">
                  <c:v>5.0347771514432278</c:v>
                </c:pt>
                <c:pt idx="9993">
                  <c:v>5.0371631192098612</c:v>
                </c:pt>
                <c:pt idx="9994">
                  <c:v>5.0431899835387792</c:v>
                </c:pt>
                <c:pt idx="9995">
                  <c:v>5.0449027161013706</c:v>
                </c:pt>
                <c:pt idx="9996">
                  <c:v>5.04414985452875</c:v>
                </c:pt>
                <c:pt idx="9997">
                  <c:v>5.0383558877574455</c:v>
                </c:pt>
                <c:pt idx="9998">
                  <c:v>5.0346362740218975</c:v>
                </c:pt>
                <c:pt idx="9999">
                  <c:v>5.0372024060179159</c:v>
                </c:pt>
                <c:pt idx="10000">
                  <c:v>5.035232993262384</c:v>
                </c:pt>
                <c:pt idx="10001">
                  <c:v>5.0335936184059413</c:v>
                </c:pt>
                <c:pt idx="10002">
                  <c:v>5.0364462904831173</c:v>
                </c:pt>
                <c:pt idx="10003">
                  <c:v>5.0386697515504171</c:v>
                </c:pt>
                <c:pt idx="10004">
                  <c:v>5.0369490754919228</c:v>
                </c:pt>
                <c:pt idx="10005">
                  <c:v>5.0347870090345301</c:v>
                </c:pt>
                <c:pt idx="10006">
                  <c:v>5.0330302044253887</c:v>
                </c:pt>
                <c:pt idx="10007">
                  <c:v>5.0346017245999537</c:v>
                </c:pt>
                <c:pt idx="10008">
                  <c:v>5.0385317931245694</c:v>
                </c:pt>
                <c:pt idx="10009">
                  <c:v>5.0400097140341478</c:v>
                </c:pt>
                <c:pt idx="10010">
                  <c:v>5.0436896581425614</c:v>
                </c:pt>
                <c:pt idx="10011">
                  <c:v>5.0452938614960567</c:v>
                </c:pt>
                <c:pt idx="10012">
                  <c:v>5.0421413942270883</c:v>
                </c:pt>
                <c:pt idx="10013">
                  <c:v>5.0369528079779498</c:v>
                </c:pt>
                <c:pt idx="10014">
                  <c:v>5.0346283305259938</c:v>
                </c:pt>
                <c:pt idx="10015">
                  <c:v>5.0361101274787536</c:v>
                </c:pt>
                <c:pt idx="10016">
                  <c:v>5.0379803422402576</c:v>
                </c:pt>
                <c:pt idx="10017">
                  <c:v>5.0370139633259319</c:v>
                </c:pt>
                <c:pt idx="10018">
                  <c:v>5.0335309796340253</c:v>
                </c:pt>
                <c:pt idx="10019">
                  <c:v>5.0319311786999465</c:v>
                </c:pt>
                <c:pt idx="10020">
                  <c:v>5.0383275591455474</c:v>
                </c:pt>
                <c:pt idx="10021">
                  <c:v>5.0455879622540385</c:v>
                </c:pt>
                <c:pt idx="10022">
                  <c:v>5.0463145528673152</c:v>
                </c:pt>
                <c:pt idx="10023">
                  <c:v>5.0449902859658522</c:v>
                </c:pt>
                <c:pt idx="10024">
                  <c:v>5.0420953602327536</c:v>
                </c:pt>
                <c:pt idx="10025">
                  <c:v>5.0385704578516197</c:v>
                </c:pt>
                <c:pt idx="10026">
                  <c:v>5.0381736658755072</c:v>
                </c:pt>
                <c:pt idx="10027">
                  <c:v>5.0353202281601712</c:v>
                </c:pt>
                <c:pt idx="10028">
                  <c:v>5.0320123841972286</c:v>
                </c:pt>
                <c:pt idx="10029">
                  <c:v>5.0314592106270579</c:v>
                </c:pt>
                <c:pt idx="10030">
                  <c:v>5.0315953985146615</c:v>
                </c:pt>
                <c:pt idx="10031">
                  <c:v>5.0319199333894797</c:v>
                </c:pt>
                <c:pt idx="10032">
                  <c:v>5.0347109715948246</c:v>
                </c:pt>
                <c:pt idx="10033">
                  <c:v>5.0352643365745351</c:v>
                </c:pt>
                <c:pt idx="10034">
                  <c:v>5.0338509685322714</c:v>
                </c:pt>
                <c:pt idx="10035">
                  <c:v>5.0325882397978718</c:v>
                </c:pt>
                <c:pt idx="10036">
                  <c:v>5.0349758345455937</c:v>
                </c:pt>
                <c:pt idx="10037">
                  <c:v>5.0384859026873903</c:v>
                </c:pt>
                <c:pt idx="10038">
                  <c:v>5.0385067184748484</c:v>
                </c:pt>
                <c:pt idx="10039">
                  <c:v>5.0378178355409231</c:v>
                </c:pt>
                <c:pt idx="10040">
                  <c:v>5.0383151653778429</c:v>
                </c:pt>
                <c:pt idx="10041">
                  <c:v>5.0415236677896029</c:v>
                </c:pt>
                <c:pt idx="10042">
                  <c:v>5.0466438729806296</c:v>
                </c:pt>
                <c:pt idx="10043">
                  <c:v>5.0426486773600798</c:v>
                </c:pt>
                <c:pt idx="10044">
                  <c:v>5.0364075779036828</c:v>
                </c:pt>
                <c:pt idx="10045">
                  <c:v>5.0370053498966385</c:v>
                </c:pt>
                <c:pt idx="10046">
                  <c:v>5.0368706454329688</c:v>
                </c:pt>
                <c:pt idx="10047">
                  <c:v>5.035114989281066</c:v>
                </c:pt>
                <c:pt idx="10048">
                  <c:v>5.0372786348671621</c:v>
                </c:pt>
                <c:pt idx="10049">
                  <c:v>5.0400722571012944</c:v>
                </c:pt>
                <c:pt idx="10050">
                  <c:v>5.040175378990889</c:v>
                </c:pt>
                <c:pt idx="10051">
                  <c:v>5.0374051087206189</c:v>
                </c:pt>
                <c:pt idx="10052">
                  <c:v>5.0358685686394606</c:v>
                </c:pt>
                <c:pt idx="10053">
                  <c:v>5.0375889097312614</c:v>
                </c:pt>
                <c:pt idx="10054">
                  <c:v>5.0390599877497895</c:v>
                </c:pt>
                <c:pt idx="10055">
                  <c:v>5.0416102806063856</c:v>
                </c:pt>
                <c:pt idx="10056">
                  <c:v>5.0435104988132604</c:v>
                </c:pt>
                <c:pt idx="10057">
                  <c:v>5.0433122463823601</c:v>
                </c:pt>
                <c:pt idx="10058">
                  <c:v>5.042275620166909</c:v>
                </c:pt>
                <c:pt idx="10059">
                  <c:v>5.0414292550340711</c:v>
                </c:pt>
                <c:pt idx="10060">
                  <c:v>5.0362551680575756</c:v>
                </c:pt>
                <c:pt idx="10061">
                  <c:v>5.0294968800245003</c:v>
                </c:pt>
                <c:pt idx="10062">
                  <c:v>5.0297659539851463</c:v>
                </c:pt>
                <c:pt idx="10063">
                  <c:v>5.0331226073807516</c:v>
                </c:pt>
                <c:pt idx="10064">
                  <c:v>5.0325643614577746</c:v>
                </c:pt>
                <c:pt idx="10065">
                  <c:v>5.0328290329990049</c:v>
                </c:pt>
                <c:pt idx="10066">
                  <c:v>5.0354529706760589</c:v>
                </c:pt>
                <c:pt idx="10067">
                  <c:v>5.0393291095628205</c:v>
                </c:pt>
                <c:pt idx="10068">
                  <c:v>5.0403691811499884</c:v>
                </c:pt>
                <c:pt idx="10069">
                  <c:v>5.0403878914325091</c:v>
                </c:pt>
                <c:pt idx="10070">
                  <c:v>5.0388000535946711</c:v>
                </c:pt>
                <c:pt idx="10071">
                  <c:v>5.0399481280147</c:v>
                </c:pt>
                <c:pt idx="10072">
                  <c:v>5.0432734380981552</c:v>
                </c:pt>
                <c:pt idx="10073">
                  <c:v>5.0419324228619553</c:v>
                </c:pt>
                <c:pt idx="10074">
                  <c:v>5.0387274615266824</c:v>
                </c:pt>
                <c:pt idx="10075">
                  <c:v>5.0397105409233598</c:v>
                </c:pt>
                <c:pt idx="10076">
                  <c:v>5.0416546876196309</c:v>
                </c:pt>
                <c:pt idx="10077">
                  <c:v>5.0425864214072433</c:v>
                </c:pt>
                <c:pt idx="10078">
                  <c:v>5.0410198300283282</c:v>
                </c:pt>
                <c:pt idx="10079">
                  <c:v>5.040466034377153</c:v>
                </c:pt>
                <c:pt idx="10080">
                  <c:v>5.0375024404716333</c:v>
                </c:pt>
                <c:pt idx="10081">
                  <c:v>5.0342045498047625</c:v>
                </c:pt>
                <c:pt idx="10082">
                  <c:v>5.0324547794962102</c:v>
                </c:pt>
                <c:pt idx="10083">
                  <c:v>5.0304921139269583</c:v>
                </c:pt>
                <c:pt idx="10084">
                  <c:v>5.0302709402036596</c:v>
                </c:pt>
                <c:pt idx="10085">
                  <c:v>5.0299100853686545</c:v>
                </c:pt>
                <c:pt idx="10086">
                  <c:v>5.0285113601561902</c:v>
                </c:pt>
                <c:pt idx="10087">
                  <c:v>5.0287452626138887</c:v>
                </c:pt>
                <c:pt idx="10088">
                  <c:v>5.031117209631728</c:v>
                </c:pt>
                <c:pt idx="10089">
                  <c:v>5.0306733787611977</c:v>
                </c:pt>
                <c:pt idx="10090">
                  <c:v>5.0271890552025109</c:v>
                </c:pt>
                <c:pt idx="10091">
                  <c:v>5.0311983194242398</c:v>
                </c:pt>
                <c:pt idx="10092">
                  <c:v>5.0376248947247531</c:v>
                </c:pt>
                <c:pt idx="10093">
                  <c:v>5.0426801642293855</c:v>
                </c:pt>
                <c:pt idx="10094">
                  <c:v>5.0464518413597732</c:v>
                </c:pt>
                <c:pt idx="10095">
                  <c:v>5.0465090249598044</c:v>
                </c:pt>
                <c:pt idx="10096">
                  <c:v>5.045958674680346</c:v>
                </c:pt>
                <c:pt idx="10097">
                  <c:v>5.0445235338029244</c:v>
                </c:pt>
                <c:pt idx="10098">
                  <c:v>5.042320984227854</c:v>
                </c:pt>
                <c:pt idx="10099">
                  <c:v>5.0425793871066533</c:v>
                </c:pt>
                <c:pt idx="10100">
                  <c:v>5.0419738630273336</c:v>
                </c:pt>
                <c:pt idx="10101">
                  <c:v>5.0388046952760126</c:v>
                </c:pt>
                <c:pt idx="10102">
                  <c:v>5.0367087129622536</c:v>
                </c:pt>
                <c:pt idx="10103">
                  <c:v>5.0353659750401958</c:v>
                </c:pt>
                <c:pt idx="10104">
                  <c:v>5.033980648495521</c:v>
                </c:pt>
                <c:pt idx="10105">
                  <c:v>5.0334582918612663</c:v>
                </c:pt>
                <c:pt idx="10106">
                  <c:v>5.0342071338335499</c:v>
                </c:pt>
                <c:pt idx="10107">
                  <c:v>5.0353932508996246</c:v>
                </c:pt>
                <c:pt idx="10108">
                  <c:v>5.0314612682796112</c:v>
                </c:pt>
                <c:pt idx="10109">
                  <c:v>5.0309733175101448</c:v>
                </c:pt>
                <c:pt idx="10110">
                  <c:v>5.0328246305795883</c:v>
                </c:pt>
                <c:pt idx="10111">
                  <c:v>5.0336935341857441</c:v>
                </c:pt>
                <c:pt idx="10112">
                  <c:v>5.0323070591838297</c:v>
                </c:pt>
                <c:pt idx="10113">
                  <c:v>5.0289527027027026</c:v>
                </c:pt>
                <c:pt idx="10114">
                  <c:v>5.0267871430212079</c:v>
                </c:pt>
                <c:pt idx="10115">
                  <c:v>5.0254653644437637</c:v>
                </c:pt>
                <c:pt idx="10116">
                  <c:v>5.02821515389327</c:v>
                </c:pt>
                <c:pt idx="10117">
                  <c:v>5.0289966311920988</c:v>
                </c:pt>
                <c:pt idx="10118">
                  <c:v>5.0279805336497967</c:v>
                </c:pt>
                <c:pt idx="10119">
                  <c:v>5.0296361783171273</c:v>
                </c:pt>
                <c:pt idx="10120">
                  <c:v>5.0333962273179695</c:v>
                </c:pt>
                <c:pt idx="10121">
                  <c:v>5.0380235050914939</c:v>
                </c:pt>
                <c:pt idx="10122">
                  <c:v>5.0377918995482736</c:v>
                </c:pt>
                <c:pt idx="10123">
                  <c:v>5.037640159635556</c:v>
                </c:pt>
                <c:pt idx="10124">
                  <c:v>5.0351289143250897</c:v>
                </c:pt>
                <c:pt idx="10125">
                  <c:v>5.0326735606002604</c:v>
                </c:pt>
                <c:pt idx="10126">
                  <c:v>5.0353156821836</c:v>
                </c:pt>
                <c:pt idx="10127">
                  <c:v>5.0413474753081697</c:v>
                </c:pt>
                <c:pt idx="10128">
                  <c:v>5.038591321491463</c:v>
                </c:pt>
                <c:pt idx="10129">
                  <c:v>5.0359026395375546</c:v>
                </c:pt>
                <c:pt idx="10130">
                  <c:v>5.0375823539545213</c:v>
                </c:pt>
                <c:pt idx="10131">
                  <c:v>5.0377551010642367</c:v>
                </c:pt>
                <c:pt idx="10132">
                  <c:v>5.0378433408621088</c:v>
                </c:pt>
                <c:pt idx="10133">
                  <c:v>5.0376094862567946</c:v>
                </c:pt>
                <c:pt idx="10134">
                  <c:v>5.0380117334047929</c:v>
                </c:pt>
                <c:pt idx="10135">
                  <c:v>5.0398583090881246</c:v>
                </c:pt>
                <c:pt idx="10136">
                  <c:v>5.040718599264987</c:v>
                </c:pt>
                <c:pt idx="10137">
                  <c:v>5.044848930020672</c:v>
                </c:pt>
                <c:pt idx="10138">
                  <c:v>5.0466755991118601</c:v>
                </c:pt>
                <c:pt idx="10139">
                  <c:v>5.0444810887374629</c:v>
                </c:pt>
                <c:pt idx="10140">
                  <c:v>5.0403386513283825</c:v>
                </c:pt>
                <c:pt idx="10141">
                  <c:v>5.0373439533726359</c:v>
                </c:pt>
                <c:pt idx="10142">
                  <c:v>5.0357889422708828</c:v>
                </c:pt>
                <c:pt idx="10143">
                  <c:v>5.0375348843886378</c:v>
                </c:pt>
                <c:pt idx="10144">
                  <c:v>5.0357482198912793</c:v>
                </c:pt>
                <c:pt idx="10145">
                  <c:v>5.0371200520633952</c:v>
                </c:pt>
                <c:pt idx="10146">
                  <c:v>5.0429850796263684</c:v>
                </c:pt>
                <c:pt idx="10147">
                  <c:v>5.0467467077559149</c:v>
                </c:pt>
                <c:pt idx="10148">
                  <c:v>5.0471265599877499</c:v>
                </c:pt>
                <c:pt idx="10149">
                  <c:v>5.0407190299364517</c:v>
                </c:pt>
                <c:pt idx="10150">
                  <c:v>5.0388721671388099</c:v>
                </c:pt>
                <c:pt idx="10151">
                  <c:v>5.0378679848403642</c:v>
                </c:pt>
                <c:pt idx="10152">
                  <c:v>5.0379410554322028</c:v>
                </c:pt>
                <c:pt idx="10153">
                  <c:v>5.0397210684480518</c:v>
                </c:pt>
                <c:pt idx="10154">
                  <c:v>5.0420962694280682</c:v>
                </c:pt>
                <c:pt idx="10155">
                  <c:v>5.0446020117142636</c:v>
                </c:pt>
                <c:pt idx="10156">
                  <c:v>5.0423924278386032</c:v>
                </c:pt>
                <c:pt idx="10157">
                  <c:v>5.0382948281142328</c:v>
                </c:pt>
                <c:pt idx="10158">
                  <c:v>5.0403363544139044</c:v>
                </c:pt>
                <c:pt idx="10159">
                  <c:v>5.0446141183676598</c:v>
                </c:pt>
                <c:pt idx="10160">
                  <c:v>5.0482285047086748</c:v>
                </c:pt>
                <c:pt idx="10161">
                  <c:v>5.050369898935763</c:v>
                </c:pt>
                <c:pt idx="10162">
                  <c:v>5.0529611055815025</c:v>
                </c:pt>
                <c:pt idx="10163">
                  <c:v>5.0520078860730422</c:v>
                </c:pt>
                <c:pt idx="10164">
                  <c:v>5.0474231012173645</c:v>
                </c:pt>
                <c:pt idx="10165">
                  <c:v>5.0434628378378381</c:v>
                </c:pt>
                <c:pt idx="10166">
                  <c:v>5.0416875622081001</c:v>
                </c:pt>
                <c:pt idx="10167">
                  <c:v>5.044337770844499</c:v>
                </c:pt>
                <c:pt idx="10168">
                  <c:v>5.0495377459612589</c:v>
                </c:pt>
                <c:pt idx="10169">
                  <c:v>5.0519131383508151</c:v>
                </c:pt>
                <c:pt idx="10170">
                  <c:v>5.0479523964474389</c:v>
                </c:pt>
                <c:pt idx="10171">
                  <c:v>5.0440001244162005</c:v>
                </c:pt>
                <c:pt idx="10172">
                  <c:v>5.040509149376005</c:v>
                </c:pt>
                <c:pt idx="10173">
                  <c:v>5.037465019906592</c:v>
                </c:pt>
                <c:pt idx="10174">
                  <c:v>5.033996439782559</c:v>
                </c:pt>
                <c:pt idx="10175">
                  <c:v>5.0285958196156493</c:v>
                </c:pt>
                <c:pt idx="10176">
                  <c:v>5.024440127095934</c:v>
                </c:pt>
                <c:pt idx="10177">
                  <c:v>5.0302724714799787</c:v>
                </c:pt>
                <c:pt idx="10178">
                  <c:v>5.0404583779955594</c:v>
                </c:pt>
                <c:pt idx="10179">
                  <c:v>5.0472487749789448</c:v>
                </c:pt>
                <c:pt idx="10180">
                  <c:v>5.0494410841436341</c:v>
                </c:pt>
                <c:pt idx="10181">
                  <c:v>5.0508962751703548</c:v>
                </c:pt>
                <c:pt idx="10182">
                  <c:v>5.0479284702549574</c:v>
                </c:pt>
                <c:pt idx="10183">
                  <c:v>5.0432097944261542</c:v>
                </c:pt>
                <c:pt idx="10184">
                  <c:v>5.0377102155271416</c:v>
                </c:pt>
                <c:pt idx="10185">
                  <c:v>5.0352638101983</c:v>
                </c:pt>
                <c:pt idx="10186">
                  <c:v>5.0385549536788909</c:v>
                </c:pt>
                <c:pt idx="10187">
                  <c:v>5.0412236811882707</c:v>
                </c:pt>
                <c:pt idx="10188">
                  <c:v>5.0408668459536026</c:v>
                </c:pt>
                <c:pt idx="10189">
                  <c:v>5.04120497090575</c:v>
                </c:pt>
                <c:pt idx="10190">
                  <c:v>5.0422633221039739</c:v>
                </c:pt>
                <c:pt idx="10191">
                  <c:v>5.0413803020442538</c:v>
                </c:pt>
                <c:pt idx="10192">
                  <c:v>5.0409753751626978</c:v>
                </c:pt>
                <c:pt idx="10193">
                  <c:v>5.0394815194089277</c:v>
                </c:pt>
                <c:pt idx="10194">
                  <c:v>5.0372008268892126</c:v>
                </c:pt>
                <c:pt idx="10195">
                  <c:v>5.0402294043335116</c:v>
                </c:pt>
                <c:pt idx="10196">
                  <c:v>5.0413351293928486</c:v>
                </c:pt>
                <c:pt idx="10197">
                  <c:v>5.0405783439246612</c:v>
                </c:pt>
                <c:pt idx="10198">
                  <c:v>5.0382394150524465</c:v>
                </c:pt>
                <c:pt idx="10199">
                  <c:v>5.0390910918000156</c:v>
                </c:pt>
                <c:pt idx="10200">
                  <c:v>5.0354192825970445</c:v>
                </c:pt>
                <c:pt idx="10201">
                  <c:v>5.0289814141336802</c:v>
                </c:pt>
                <c:pt idx="10202">
                  <c:v>5.0285717977183984</c:v>
                </c:pt>
                <c:pt idx="10203">
                  <c:v>5.0339041325319656</c:v>
                </c:pt>
                <c:pt idx="10204">
                  <c:v>5.0380983940739608</c:v>
                </c:pt>
                <c:pt idx="10205">
                  <c:v>5.0396423034224025</c:v>
                </c:pt>
                <c:pt idx="10206">
                  <c:v>5.0378601370492309</c:v>
                </c:pt>
                <c:pt idx="10207">
                  <c:v>5.0367854681877349</c:v>
                </c:pt>
                <c:pt idx="10208">
                  <c:v>5.0322287726820303</c:v>
                </c:pt>
                <c:pt idx="10209">
                  <c:v>5.0284905922211163</c:v>
                </c:pt>
                <c:pt idx="10210">
                  <c:v>5.0308936911415669</c:v>
                </c:pt>
                <c:pt idx="10211">
                  <c:v>5.0312772758594289</c:v>
                </c:pt>
                <c:pt idx="10212">
                  <c:v>5.0318935667253655</c:v>
                </c:pt>
                <c:pt idx="10213">
                  <c:v>5.0306928546818774</c:v>
                </c:pt>
                <c:pt idx="10214">
                  <c:v>5.0260916564581581</c:v>
                </c:pt>
                <c:pt idx="10215">
                  <c:v>5.0233031065768321</c:v>
                </c:pt>
                <c:pt idx="10216">
                  <c:v>5.022888130694434</c:v>
                </c:pt>
                <c:pt idx="10217">
                  <c:v>5.0248043794502717</c:v>
                </c:pt>
                <c:pt idx="10218">
                  <c:v>5.0276380541306178</c:v>
                </c:pt>
                <c:pt idx="10219">
                  <c:v>5.0294198855370951</c:v>
                </c:pt>
                <c:pt idx="10220">
                  <c:v>5.0294201726514052</c:v>
                </c:pt>
                <c:pt idx="10221">
                  <c:v>5.0301788722149912</c:v>
                </c:pt>
                <c:pt idx="10222">
                  <c:v>5.0321601523619934</c:v>
                </c:pt>
                <c:pt idx="10223">
                  <c:v>5.0348576391547351</c:v>
                </c:pt>
                <c:pt idx="10224">
                  <c:v>5.0340228542990584</c:v>
                </c:pt>
                <c:pt idx="10225">
                  <c:v>5.0333007139575834</c:v>
                </c:pt>
                <c:pt idx="10226">
                  <c:v>5.0344295995712427</c:v>
                </c:pt>
                <c:pt idx="10227">
                  <c:v>5.0329947458081312</c:v>
                </c:pt>
                <c:pt idx="10228">
                  <c:v>5.0248290712809123</c:v>
                </c:pt>
                <c:pt idx="10229">
                  <c:v>5.0210617008651708</c:v>
                </c:pt>
                <c:pt idx="10230">
                  <c:v>5.0247542301508306</c:v>
                </c:pt>
                <c:pt idx="10231">
                  <c:v>5.0281965393155197</c:v>
                </c:pt>
                <c:pt idx="10232">
                  <c:v>5.0260043258556006</c:v>
                </c:pt>
                <c:pt idx="10233">
                  <c:v>5.0254400505321186</c:v>
                </c:pt>
                <c:pt idx="10234">
                  <c:v>5.0289977317969532</c:v>
                </c:pt>
                <c:pt idx="10235">
                  <c:v>5.035131498353878</c:v>
                </c:pt>
                <c:pt idx="10236">
                  <c:v>5.0397735625143554</c:v>
                </c:pt>
                <c:pt idx="10237">
                  <c:v>5.0372930384350356</c:v>
                </c:pt>
                <c:pt idx="10238">
                  <c:v>5.0377073443840441</c:v>
                </c:pt>
                <c:pt idx="10239">
                  <c:v>5.0381739051374321</c:v>
                </c:pt>
                <c:pt idx="10240">
                  <c:v>5.0337402859658527</c:v>
                </c:pt>
                <c:pt idx="10241">
                  <c:v>5.0290506086823363</c:v>
                </c:pt>
                <c:pt idx="10242">
                  <c:v>5.0306671579511519</c:v>
                </c:pt>
                <c:pt idx="10243">
                  <c:v>5.0328487481816095</c:v>
                </c:pt>
                <c:pt idx="10244">
                  <c:v>5.0333692864252351</c:v>
                </c:pt>
                <c:pt idx="10245">
                  <c:v>5.0342084737003292</c:v>
                </c:pt>
                <c:pt idx="10246">
                  <c:v>5.040027802235663</c:v>
                </c:pt>
                <c:pt idx="10247">
                  <c:v>5.0423822831329916</c:v>
                </c:pt>
                <c:pt idx="10248">
                  <c:v>5.0448823788377615</c:v>
                </c:pt>
                <c:pt idx="10249">
                  <c:v>5.041315701324554</c:v>
                </c:pt>
                <c:pt idx="10250">
                  <c:v>5.0397261408008571</c:v>
                </c:pt>
                <c:pt idx="10251">
                  <c:v>5.040876225021055</c:v>
                </c:pt>
                <c:pt idx="10252">
                  <c:v>5.0407791325319655</c:v>
                </c:pt>
                <c:pt idx="10253">
                  <c:v>5.0384894916162626</c:v>
                </c:pt>
                <c:pt idx="10254">
                  <c:v>5.0341895720082688</c:v>
                </c:pt>
                <c:pt idx="10255">
                  <c:v>5.0348484036444372</c:v>
                </c:pt>
                <c:pt idx="10256">
                  <c:v>5.0383308131077253</c:v>
                </c:pt>
                <c:pt idx="10257">
                  <c:v>5.0393494468264297</c:v>
                </c:pt>
                <c:pt idx="10258">
                  <c:v>5.040758699563586</c:v>
                </c:pt>
                <c:pt idx="10259">
                  <c:v>5.0423188308705305</c:v>
                </c:pt>
                <c:pt idx="10260">
                  <c:v>5.0406460071969983</c:v>
                </c:pt>
                <c:pt idx="10261">
                  <c:v>5.038291382742516</c:v>
                </c:pt>
                <c:pt idx="10262">
                  <c:v>5.0383165530970064</c:v>
                </c:pt>
                <c:pt idx="10263">
                  <c:v>5.0401126445142026</c:v>
                </c:pt>
                <c:pt idx="10264">
                  <c:v>5.036409635556236</c:v>
                </c:pt>
                <c:pt idx="10265">
                  <c:v>5.0330239357629587</c:v>
                </c:pt>
                <c:pt idx="10266">
                  <c:v>5.0365665913789144</c:v>
                </c:pt>
                <c:pt idx="10267">
                  <c:v>5.0393276261388866</c:v>
                </c:pt>
                <c:pt idx="10268">
                  <c:v>5.0403043411683637</c:v>
                </c:pt>
                <c:pt idx="10269">
                  <c:v>5.0399678431973047</c:v>
                </c:pt>
                <c:pt idx="10270">
                  <c:v>5.040001244162009</c:v>
                </c:pt>
                <c:pt idx="10271">
                  <c:v>5.0377718493989736</c:v>
                </c:pt>
                <c:pt idx="10272">
                  <c:v>5.0334919320878955</c:v>
                </c:pt>
                <c:pt idx="10273">
                  <c:v>5.0312897174795195</c:v>
                </c:pt>
                <c:pt idx="10274">
                  <c:v>5.0352157664037973</c:v>
                </c:pt>
                <c:pt idx="10275">
                  <c:v>5.0390653950692901</c:v>
                </c:pt>
                <c:pt idx="10276">
                  <c:v>5.0373387853150602</c:v>
                </c:pt>
                <c:pt idx="10277">
                  <c:v>5.0332719068218363</c:v>
                </c:pt>
                <c:pt idx="10278">
                  <c:v>5.0367884350356018</c:v>
                </c:pt>
                <c:pt idx="10279">
                  <c:v>5.0422761943955283</c:v>
                </c:pt>
                <c:pt idx="10280">
                  <c:v>5.0396578554475155</c:v>
                </c:pt>
                <c:pt idx="10281">
                  <c:v>5.0346139269581194</c:v>
                </c:pt>
                <c:pt idx="10282">
                  <c:v>5.035038808284205</c:v>
                </c:pt>
                <c:pt idx="10283">
                  <c:v>5.0360884982007503</c:v>
                </c:pt>
                <c:pt idx="10284">
                  <c:v>5.0389748583569407</c:v>
                </c:pt>
                <c:pt idx="10285">
                  <c:v>5.0434093867238339</c:v>
                </c:pt>
                <c:pt idx="10286">
                  <c:v>5.0450577099762652</c:v>
                </c:pt>
                <c:pt idx="10287">
                  <c:v>5.0430870052063392</c:v>
                </c:pt>
                <c:pt idx="10288">
                  <c:v>5.0402018892121587</c:v>
                </c:pt>
                <c:pt idx="10289">
                  <c:v>5.0405891107112781</c:v>
                </c:pt>
                <c:pt idx="10290">
                  <c:v>5.0417526414516498</c:v>
                </c:pt>
                <c:pt idx="10291">
                  <c:v>5.0370737788071356</c:v>
                </c:pt>
                <c:pt idx="10292">
                  <c:v>5.0322662410994567</c:v>
                </c:pt>
                <c:pt idx="10293">
                  <c:v>5.0302477796493381</c:v>
                </c:pt>
                <c:pt idx="10294">
                  <c:v>5.0323549594211778</c:v>
                </c:pt>
                <c:pt idx="10295">
                  <c:v>5.0328896619707528</c:v>
                </c:pt>
                <c:pt idx="10296">
                  <c:v>5.0322011140035219</c:v>
                </c:pt>
                <c:pt idx="10297">
                  <c:v>5.0314870607151061</c:v>
                </c:pt>
                <c:pt idx="10298">
                  <c:v>5.0321224925350281</c:v>
                </c:pt>
                <c:pt idx="10299">
                  <c:v>5.0331717517801087</c:v>
                </c:pt>
                <c:pt idx="10300">
                  <c:v>5.0333540693668173</c:v>
                </c:pt>
                <c:pt idx="10301">
                  <c:v>5.0326411645356401</c:v>
                </c:pt>
                <c:pt idx="10302">
                  <c:v>5.0347137470331518</c:v>
                </c:pt>
                <c:pt idx="10303">
                  <c:v>5.0369179714416967</c:v>
                </c:pt>
                <c:pt idx="10304">
                  <c:v>5.0391276031697423</c:v>
                </c:pt>
                <c:pt idx="10305">
                  <c:v>5.0400626866243012</c:v>
                </c:pt>
                <c:pt idx="10306">
                  <c:v>5.0394030893499728</c:v>
                </c:pt>
                <c:pt idx="10307">
                  <c:v>5.0374473145241563</c:v>
                </c:pt>
                <c:pt idx="10308">
                  <c:v>5.0365853973662045</c:v>
                </c:pt>
                <c:pt idx="10309">
                  <c:v>5.0393406419875966</c:v>
                </c:pt>
                <c:pt idx="10310">
                  <c:v>5.0381554819692216</c:v>
                </c:pt>
                <c:pt idx="10311">
                  <c:v>5.0367768069060563</c:v>
                </c:pt>
                <c:pt idx="10312">
                  <c:v>5.0397691122425545</c:v>
                </c:pt>
                <c:pt idx="10313">
                  <c:v>5.0380284817395298</c:v>
                </c:pt>
                <c:pt idx="10314">
                  <c:v>5.0357520002296914</c:v>
                </c:pt>
                <c:pt idx="10315">
                  <c:v>5.036821070362147</c:v>
                </c:pt>
                <c:pt idx="10316">
                  <c:v>5.0399191294694123</c:v>
                </c:pt>
                <c:pt idx="10317">
                  <c:v>5.0409702549575073</c:v>
                </c:pt>
                <c:pt idx="10318">
                  <c:v>5.0401553766939742</c:v>
                </c:pt>
                <c:pt idx="10319">
                  <c:v>5.0402829032999001</c:v>
                </c:pt>
                <c:pt idx="10320">
                  <c:v>5.0394584545593748</c:v>
                </c:pt>
                <c:pt idx="10321">
                  <c:v>5.0382531008345453</c:v>
                </c:pt>
                <c:pt idx="10322">
                  <c:v>5.037721604394763</c:v>
                </c:pt>
                <c:pt idx="10323">
                  <c:v>5.0375358892887219</c:v>
                </c:pt>
                <c:pt idx="10324">
                  <c:v>5.0390432872674378</c:v>
                </c:pt>
                <c:pt idx="10325">
                  <c:v>5.0437266958885232</c:v>
                </c:pt>
                <c:pt idx="10326">
                  <c:v>5.0469136647270503</c:v>
                </c:pt>
                <c:pt idx="10327">
                  <c:v>5.0443877765867855</c:v>
                </c:pt>
                <c:pt idx="10328">
                  <c:v>5.0385144705612124</c:v>
                </c:pt>
                <c:pt idx="10329">
                  <c:v>5.034398351963862</c:v>
                </c:pt>
                <c:pt idx="10330">
                  <c:v>5.033199888982467</c:v>
                </c:pt>
                <c:pt idx="10331">
                  <c:v>5.0330534128320954</c:v>
                </c:pt>
                <c:pt idx="10332">
                  <c:v>5.0338802063394841</c:v>
                </c:pt>
                <c:pt idx="10333">
                  <c:v>5.0351654735472016</c:v>
                </c:pt>
                <c:pt idx="10334">
                  <c:v>5.0377430422632266</c:v>
                </c:pt>
                <c:pt idx="10335">
                  <c:v>5.0381334220197536</c:v>
                </c:pt>
                <c:pt idx="10336">
                  <c:v>5.0377553881785468</c:v>
                </c:pt>
                <c:pt idx="10337">
                  <c:v>5.0377685475844114</c:v>
                </c:pt>
                <c:pt idx="10338">
                  <c:v>5.0394547220733479</c:v>
                </c:pt>
                <c:pt idx="10339">
                  <c:v>5.0399810026031702</c:v>
                </c:pt>
                <c:pt idx="10340">
                  <c:v>5.0365757790368271</c:v>
                </c:pt>
                <c:pt idx="10341">
                  <c:v>5.0308657932011336</c:v>
                </c:pt>
                <c:pt idx="10342">
                  <c:v>5.0284410650026796</c:v>
                </c:pt>
                <c:pt idx="10343">
                  <c:v>5.0309987271265602</c:v>
                </c:pt>
                <c:pt idx="10344">
                  <c:v>5.0333262192787691</c:v>
                </c:pt>
                <c:pt idx="10345">
                  <c:v>5.0353770289411228</c:v>
                </c:pt>
                <c:pt idx="10346">
                  <c:v>5.0361995157338644</c:v>
                </c:pt>
                <c:pt idx="10347">
                  <c:v>5.0344001225021051</c:v>
                </c:pt>
                <c:pt idx="10348">
                  <c:v>5.0311854471326853</c:v>
                </c:pt>
                <c:pt idx="10349">
                  <c:v>5.0248816610519871</c:v>
                </c:pt>
                <c:pt idx="10350">
                  <c:v>5.0254870415741522</c:v>
                </c:pt>
                <c:pt idx="10351">
                  <c:v>5.0307519523773063</c:v>
                </c:pt>
                <c:pt idx="10352">
                  <c:v>5.0322862912487558</c:v>
                </c:pt>
                <c:pt idx="10353">
                  <c:v>5.03195859811653</c:v>
                </c:pt>
                <c:pt idx="10354">
                  <c:v>5.0348054800551258</c:v>
                </c:pt>
                <c:pt idx="10355">
                  <c:v>5.042493109256565</c:v>
                </c:pt>
                <c:pt idx="10356">
                  <c:v>5.0455707832478369</c:v>
                </c:pt>
                <c:pt idx="10357">
                  <c:v>5.04601155156573</c:v>
                </c:pt>
                <c:pt idx="10358">
                  <c:v>5.0478619554398589</c:v>
                </c:pt>
                <c:pt idx="10359">
                  <c:v>5.0403120932547276</c:v>
                </c:pt>
                <c:pt idx="10360">
                  <c:v>5.0319986505627439</c:v>
                </c:pt>
                <c:pt idx="10361">
                  <c:v>5.0280526950463207</c:v>
                </c:pt>
                <c:pt idx="10362">
                  <c:v>5.0294542435494982</c:v>
                </c:pt>
                <c:pt idx="10363">
                  <c:v>5.0293229844575453</c:v>
                </c:pt>
                <c:pt idx="10364">
                  <c:v>5.0289589235127483</c:v>
                </c:pt>
                <c:pt idx="10365">
                  <c:v>5.0288621659903532</c:v>
                </c:pt>
                <c:pt idx="10366">
                  <c:v>5.0254489510757212</c:v>
                </c:pt>
                <c:pt idx="10367">
                  <c:v>5.0266331540463973</c:v>
                </c:pt>
                <c:pt idx="10368">
                  <c:v>5.0318531793124572</c:v>
                </c:pt>
                <c:pt idx="10369">
                  <c:v>5.0362238247454254</c:v>
                </c:pt>
                <c:pt idx="10370">
                  <c:v>5.0403531506010255</c:v>
                </c:pt>
                <c:pt idx="10371">
                  <c:v>5.0404836919072045</c:v>
                </c:pt>
                <c:pt idx="10372">
                  <c:v>5.0424256852461529</c:v>
                </c:pt>
                <c:pt idx="10373">
                  <c:v>5.0450382819079707</c:v>
                </c:pt>
                <c:pt idx="10374">
                  <c:v>5.043332248679274</c:v>
                </c:pt>
                <c:pt idx="10375">
                  <c:v>5.0392807308016234</c:v>
                </c:pt>
                <c:pt idx="10376">
                  <c:v>5.0348228983232524</c:v>
                </c:pt>
                <c:pt idx="10377">
                  <c:v>5.0334609237424397</c:v>
                </c:pt>
                <c:pt idx="10378">
                  <c:v>5.0345590402725673</c:v>
                </c:pt>
                <c:pt idx="10379">
                  <c:v>5.0353948778807132</c:v>
                </c:pt>
                <c:pt idx="10380">
                  <c:v>5.0380089579664649</c:v>
                </c:pt>
                <c:pt idx="10381">
                  <c:v>5.0376214972054205</c:v>
                </c:pt>
                <c:pt idx="10382">
                  <c:v>5.0350510106423707</c:v>
                </c:pt>
                <c:pt idx="10383">
                  <c:v>5.0328017092871908</c:v>
                </c:pt>
                <c:pt idx="10384">
                  <c:v>5.0297359505397745</c:v>
                </c:pt>
                <c:pt idx="10385">
                  <c:v>5.0291681819921905</c:v>
                </c:pt>
                <c:pt idx="10386">
                  <c:v>5.0303698989357626</c:v>
                </c:pt>
                <c:pt idx="10387">
                  <c:v>5.0284165167291937</c:v>
                </c:pt>
                <c:pt idx="10388">
                  <c:v>5.0210832344384047</c:v>
                </c:pt>
                <c:pt idx="10389">
                  <c:v>5.017497224561672</c:v>
                </c:pt>
                <c:pt idx="10390">
                  <c:v>5.0209910707449659</c:v>
                </c:pt>
                <c:pt idx="10391">
                  <c:v>5.0296921656075337</c:v>
                </c:pt>
                <c:pt idx="10392">
                  <c:v>5.0409569041421021</c:v>
                </c:pt>
                <c:pt idx="10393">
                  <c:v>5.0440207487941198</c:v>
                </c:pt>
                <c:pt idx="10394">
                  <c:v>5.0448330908812498</c:v>
                </c:pt>
                <c:pt idx="10395">
                  <c:v>5.0439829932623841</c:v>
                </c:pt>
                <c:pt idx="10396">
                  <c:v>5.0438351772452341</c:v>
                </c:pt>
                <c:pt idx="10397">
                  <c:v>5.0464271016767475</c:v>
                </c:pt>
                <c:pt idx="10398">
                  <c:v>5.0466536827195467</c:v>
                </c:pt>
                <c:pt idx="10399">
                  <c:v>5.0482950195237732</c:v>
                </c:pt>
                <c:pt idx="10400">
                  <c:v>5.046621190950157</c:v>
                </c:pt>
                <c:pt idx="10401">
                  <c:v>5.0412964646657992</c:v>
                </c:pt>
                <c:pt idx="10402">
                  <c:v>5.0395503311385044</c:v>
                </c:pt>
                <c:pt idx="10403">
                  <c:v>5.039958894801317</c:v>
                </c:pt>
                <c:pt idx="10404">
                  <c:v>5.0421699142485261</c:v>
                </c:pt>
                <c:pt idx="10405">
                  <c:v>5.045485606002603</c:v>
                </c:pt>
                <c:pt idx="10406">
                  <c:v>5.0439190624760739</c:v>
                </c:pt>
                <c:pt idx="10407">
                  <c:v>5.0419525208636395</c:v>
                </c:pt>
                <c:pt idx="10408">
                  <c:v>5.0419339541382744</c:v>
                </c:pt>
                <c:pt idx="10409">
                  <c:v>5.0355246056963479</c:v>
                </c:pt>
                <c:pt idx="10410">
                  <c:v>5.0332341991424849</c:v>
                </c:pt>
                <c:pt idx="10411">
                  <c:v>5.03841541612434</c:v>
                </c:pt>
                <c:pt idx="10412">
                  <c:v>5.040211220427226</c:v>
                </c:pt>
                <c:pt idx="10413">
                  <c:v>5.0392062246382361</c:v>
                </c:pt>
                <c:pt idx="10414">
                  <c:v>5.0402304092335966</c:v>
                </c:pt>
                <c:pt idx="10415">
                  <c:v>5.0421740295536326</c:v>
                </c:pt>
                <c:pt idx="10416">
                  <c:v>5.044085205956665</c:v>
                </c:pt>
                <c:pt idx="10417">
                  <c:v>5.0469008881402653</c:v>
                </c:pt>
                <c:pt idx="10418">
                  <c:v>5.0487797641834469</c:v>
                </c:pt>
                <c:pt idx="10419">
                  <c:v>5.0482103208023892</c:v>
                </c:pt>
                <c:pt idx="10420">
                  <c:v>5.0446830736543911</c:v>
                </c:pt>
                <c:pt idx="10421">
                  <c:v>5.0415493166679424</c:v>
                </c:pt>
                <c:pt idx="10422">
                  <c:v>5.0389902668248983</c:v>
                </c:pt>
                <c:pt idx="10423">
                  <c:v>5.0330228351581043</c:v>
                </c:pt>
                <c:pt idx="10424">
                  <c:v>5.0299906209325469</c:v>
                </c:pt>
                <c:pt idx="10425">
                  <c:v>5.0318947630349893</c:v>
                </c:pt>
                <c:pt idx="10426">
                  <c:v>5.0356409348441931</c:v>
                </c:pt>
                <c:pt idx="10427">
                  <c:v>5.037564744276855</c:v>
                </c:pt>
                <c:pt idx="10428">
                  <c:v>5.0372140819998465</c:v>
                </c:pt>
                <c:pt idx="10429">
                  <c:v>5.037200922593982</c:v>
                </c:pt>
                <c:pt idx="10430">
                  <c:v>5.03818940931016</c:v>
                </c:pt>
                <c:pt idx="10431">
                  <c:v>5.0414566265982694</c:v>
                </c:pt>
                <c:pt idx="10432">
                  <c:v>5.0396208177015547</c:v>
                </c:pt>
                <c:pt idx="10433">
                  <c:v>5.0353111840594131</c:v>
                </c:pt>
                <c:pt idx="10434">
                  <c:v>5.035658448817089</c:v>
                </c:pt>
                <c:pt idx="10435">
                  <c:v>5.0351070936375466</c:v>
                </c:pt>
                <c:pt idx="10436">
                  <c:v>5.0326317854681877</c:v>
                </c:pt>
                <c:pt idx="10437">
                  <c:v>5.0340926230763339</c:v>
                </c:pt>
                <c:pt idx="10438">
                  <c:v>5.0382644897021667</c:v>
                </c:pt>
                <c:pt idx="10439">
                  <c:v>5.0411659233596202</c:v>
                </c:pt>
                <c:pt idx="10440">
                  <c:v>5.0391354988132608</c:v>
                </c:pt>
                <c:pt idx="10441">
                  <c:v>5.0341054953678892</c:v>
                </c:pt>
                <c:pt idx="10442">
                  <c:v>5.0341336325702475</c:v>
                </c:pt>
                <c:pt idx="10443">
                  <c:v>5.0348862548809432</c:v>
                </c:pt>
                <c:pt idx="10444">
                  <c:v>5.0392773332822909</c:v>
                </c:pt>
                <c:pt idx="10445">
                  <c:v>5.0390634809738915</c:v>
                </c:pt>
                <c:pt idx="10446">
                  <c:v>5.0397015925273712</c:v>
                </c:pt>
                <c:pt idx="10447">
                  <c:v>5.038430202511293</c:v>
                </c:pt>
                <c:pt idx="10448">
                  <c:v>5.036459258479443</c:v>
                </c:pt>
                <c:pt idx="10449">
                  <c:v>5.036087923972131</c:v>
                </c:pt>
                <c:pt idx="10450">
                  <c:v>5.0341954099992341</c:v>
                </c:pt>
                <c:pt idx="10451">
                  <c:v>5.0356949601868157</c:v>
                </c:pt>
                <c:pt idx="10452">
                  <c:v>5.0416658372253274</c:v>
                </c:pt>
                <c:pt idx="10453">
                  <c:v>5.0420848327080625</c:v>
                </c:pt>
                <c:pt idx="10454">
                  <c:v>5.039894246229232</c:v>
                </c:pt>
                <c:pt idx="10455">
                  <c:v>5.0380896849398971</c:v>
                </c:pt>
                <c:pt idx="10456">
                  <c:v>5.0375070343005897</c:v>
                </c:pt>
                <c:pt idx="10457">
                  <c:v>5.037227480667636</c:v>
                </c:pt>
                <c:pt idx="10458">
                  <c:v>5.0352305049383661</c:v>
                </c:pt>
                <c:pt idx="10459">
                  <c:v>5.0368123612280833</c:v>
                </c:pt>
                <c:pt idx="10460">
                  <c:v>5.0367854203353497</c:v>
                </c:pt>
                <c:pt idx="10461">
                  <c:v>5.0357831999846869</c:v>
                </c:pt>
                <c:pt idx="10462">
                  <c:v>5.0351909310160021</c:v>
                </c:pt>
                <c:pt idx="10463">
                  <c:v>5.0357372616951226</c:v>
                </c:pt>
                <c:pt idx="10464">
                  <c:v>5.0363030204425385</c:v>
                </c:pt>
                <c:pt idx="10465">
                  <c:v>5.0383725882397981</c:v>
                </c:pt>
                <c:pt idx="10466">
                  <c:v>5.0375113888676211</c:v>
                </c:pt>
                <c:pt idx="10467">
                  <c:v>5.0353183619171578</c:v>
                </c:pt>
                <c:pt idx="10468">
                  <c:v>5.0354786674067835</c:v>
                </c:pt>
                <c:pt idx="10469">
                  <c:v>5.0333836421407243</c:v>
                </c:pt>
                <c:pt idx="10470">
                  <c:v>5.0342959957124265</c:v>
                </c:pt>
                <c:pt idx="10471">
                  <c:v>5.0368114520327696</c:v>
                </c:pt>
                <c:pt idx="10472">
                  <c:v>5.0383050685246156</c:v>
                </c:pt>
                <c:pt idx="10473">
                  <c:v>5.0394548656305034</c:v>
                </c:pt>
                <c:pt idx="10474">
                  <c:v>5.0368845226246073</c:v>
                </c:pt>
                <c:pt idx="10475">
                  <c:v>5.0340364443763876</c:v>
                </c:pt>
                <c:pt idx="10476">
                  <c:v>5.0326292492917846</c:v>
                </c:pt>
                <c:pt idx="10477">
                  <c:v>5.0300084698721381</c:v>
                </c:pt>
                <c:pt idx="10478">
                  <c:v>5.0310130828420485</c:v>
                </c:pt>
                <c:pt idx="10479">
                  <c:v>5.0348185916086061</c:v>
                </c:pt>
                <c:pt idx="10480">
                  <c:v>5.0353141987596661</c:v>
                </c:pt>
                <c:pt idx="10481">
                  <c:v>5.035134273792206</c:v>
                </c:pt>
                <c:pt idx="10482">
                  <c:v>5.0380913119209865</c:v>
                </c:pt>
                <c:pt idx="10483">
                  <c:v>5.042174890896562</c:v>
                </c:pt>
                <c:pt idx="10484">
                  <c:v>5.0441171713498196</c:v>
                </c:pt>
                <c:pt idx="10485">
                  <c:v>5.0446850834545591</c:v>
                </c:pt>
                <c:pt idx="10486">
                  <c:v>5.0434102959191485</c:v>
                </c:pt>
                <c:pt idx="10487">
                  <c:v>5.0454730686777429</c:v>
                </c:pt>
                <c:pt idx="10488">
                  <c:v>5.0426737520097999</c:v>
                </c:pt>
                <c:pt idx="10489">
                  <c:v>5.0408362204272263</c:v>
                </c:pt>
                <c:pt idx="10490">
                  <c:v>5.0408695735395455</c:v>
                </c:pt>
                <c:pt idx="10491">
                  <c:v>5.0411406573003594</c:v>
                </c:pt>
                <c:pt idx="10492">
                  <c:v>5.0417567567567572</c:v>
                </c:pt>
                <c:pt idx="10493">
                  <c:v>5.04498071548886</c:v>
                </c:pt>
                <c:pt idx="10494">
                  <c:v>5.045175426843274</c:v>
                </c:pt>
                <c:pt idx="10495">
                  <c:v>5.0419006010259553</c:v>
                </c:pt>
                <c:pt idx="10496">
                  <c:v>5.0381136589847637</c:v>
                </c:pt>
                <c:pt idx="10497">
                  <c:v>5.0360491156879261</c:v>
                </c:pt>
                <c:pt idx="10498">
                  <c:v>5.0343009245080772</c:v>
                </c:pt>
                <c:pt idx="10499">
                  <c:v>5.034470513360386</c:v>
                </c:pt>
                <c:pt idx="10500">
                  <c:v>5.0380707353954524</c:v>
                </c:pt>
                <c:pt idx="10501">
                  <c:v>5.0409899222877268</c:v>
                </c:pt>
                <c:pt idx="10502">
                  <c:v>5.0449294655845645</c:v>
                </c:pt>
                <c:pt idx="10503">
                  <c:v>5.0439443285353338</c:v>
                </c:pt>
                <c:pt idx="10504">
                  <c:v>5.043048866855524</c:v>
                </c:pt>
                <c:pt idx="10505">
                  <c:v>5.0417591972283899</c:v>
                </c:pt>
                <c:pt idx="10506">
                  <c:v>5.0340341953142946</c:v>
                </c:pt>
                <c:pt idx="10507">
                  <c:v>5.0294856825664187</c:v>
                </c:pt>
                <c:pt idx="10508">
                  <c:v>5.0308028673149066</c:v>
                </c:pt>
                <c:pt idx="10509">
                  <c:v>5.0297261886532425</c:v>
                </c:pt>
                <c:pt idx="10510">
                  <c:v>5.0312751703544905</c:v>
                </c:pt>
                <c:pt idx="10511">
                  <c:v>5.0347395873210319</c:v>
                </c:pt>
                <c:pt idx="10512">
                  <c:v>5.0362044923819003</c:v>
                </c:pt>
                <c:pt idx="10513">
                  <c:v>5.0373420392772372</c:v>
                </c:pt>
                <c:pt idx="10514">
                  <c:v>5.0372404008115765</c:v>
                </c:pt>
                <c:pt idx="10515">
                  <c:v>5.0351363792971444</c:v>
                </c:pt>
                <c:pt idx="10516">
                  <c:v>5.0330233615343385</c:v>
                </c:pt>
                <c:pt idx="10517">
                  <c:v>5.0305729366051608</c:v>
                </c:pt>
                <c:pt idx="10518">
                  <c:v>5.0305681035142795</c:v>
                </c:pt>
                <c:pt idx="10519">
                  <c:v>5.0328405175713957</c:v>
                </c:pt>
                <c:pt idx="10520">
                  <c:v>5.0328057288875279</c:v>
                </c:pt>
                <c:pt idx="10521">
                  <c:v>5.0315863544139043</c:v>
                </c:pt>
                <c:pt idx="10522">
                  <c:v>5.0319328056810351</c:v>
                </c:pt>
                <c:pt idx="10523">
                  <c:v>5.0357481241865099</c:v>
                </c:pt>
                <c:pt idx="10524">
                  <c:v>5.0391018107342473</c:v>
                </c:pt>
                <c:pt idx="10525">
                  <c:v>5.0404515351045092</c:v>
                </c:pt>
                <c:pt idx="10526">
                  <c:v>5.0397780606385423</c:v>
                </c:pt>
                <c:pt idx="10527">
                  <c:v>5.0381680671464668</c:v>
                </c:pt>
                <c:pt idx="10528">
                  <c:v>5.0355649452568718</c:v>
                </c:pt>
                <c:pt idx="10529">
                  <c:v>5.0335514604547891</c:v>
                </c:pt>
                <c:pt idx="10530">
                  <c:v>5.0314246612051141</c:v>
                </c:pt>
                <c:pt idx="10531">
                  <c:v>5.027045019523773</c:v>
                </c:pt>
                <c:pt idx="10532">
                  <c:v>5.0270789468647115</c:v>
                </c:pt>
                <c:pt idx="10533">
                  <c:v>5.0299041516729197</c:v>
                </c:pt>
                <c:pt idx="10534">
                  <c:v>5.034497310695965</c:v>
                </c:pt>
                <c:pt idx="10535">
                  <c:v>5.0357785104509611</c:v>
                </c:pt>
                <c:pt idx="10536">
                  <c:v>5.0340237156419878</c:v>
                </c:pt>
                <c:pt idx="10537">
                  <c:v>5.0335861055815023</c:v>
                </c:pt>
                <c:pt idx="10538">
                  <c:v>5.0355718360003063</c:v>
                </c:pt>
                <c:pt idx="10539">
                  <c:v>5.0398742439323172</c:v>
                </c:pt>
                <c:pt idx="10540">
                  <c:v>5.0416059260393542</c:v>
                </c:pt>
                <c:pt idx="10541">
                  <c:v>5.0421203391777043</c:v>
                </c:pt>
                <c:pt idx="10542">
                  <c:v>5.0422397787305719</c:v>
                </c:pt>
                <c:pt idx="10543">
                  <c:v>5.0392562782329069</c:v>
                </c:pt>
                <c:pt idx="10544">
                  <c:v>5.0373807997090578</c:v>
                </c:pt>
                <c:pt idx="10545">
                  <c:v>5.0371535965852541</c:v>
                </c:pt>
                <c:pt idx="10546">
                  <c:v>5.0339823711813798</c:v>
                </c:pt>
                <c:pt idx="10547">
                  <c:v>5.0365513743204957</c:v>
                </c:pt>
                <c:pt idx="10548">
                  <c:v>5.0387154505780565</c:v>
                </c:pt>
                <c:pt idx="10549">
                  <c:v>5.0407666909118749</c:v>
                </c:pt>
                <c:pt idx="10550">
                  <c:v>5.040527428987061</c:v>
                </c:pt>
                <c:pt idx="10551">
                  <c:v>5.0374646370875125</c:v>
                </c:pt>
                <c:pt idx="10552">
                  <c:v>5.0346417770461676</c:v>
                </c:pt>
                <c:pt idx="10553">
                  <c:v>5.0326545153510454</c:v>
                </c:pt>
                <c:pt idx="10554">
                  <c:v>5.0316867008651709</c:v>
                </c:pt>
                <c:pt idx="10555">
                  <c:v>5.0298955382436263</c:v>
                </c:pt>
                <c:pt idx="10556">
                  <c:v>5.0327362472245616</c:v>
                </c:pt>
                <c:pt idx="10557">
                  <c:v>5.0351058494755376</c:v>
                </c:pt>
                <c:pt idx="10558">
                  <c:v>5.03262910573463</c:v>
                </c:pt>
                <c:pt idx="10559">
                  <c:v>5.0313607782711891</c:v>
                </c:pt>
                <c:pt idx="10560">
                  <c:v>5.0308477528520017</c:v>
                </c:pt>
                <c:pt idx="10561">
                  <c:v>5.0321441218130314</c:v>
                </c:pt>
                <c:pt idx="10562">
                  <c:v>5.0339539468647114</c:v>
                </c:pt>
                <c:pt idx="10563">
                  <c:v>5.0361989893576293</c:v>
                </c:pt>
                <c:pt idx="10564">
                  <c:v>5.0361757330985375</c:v>
                </c:pt>
                <c:pt idx="10565">
                  <c:v>5.0364064294464432</c:v>
                </c:pt>
                <c:pt idx="10566">
                  <c:v>5.0374230533649795</c:v>
                </c:pt>
                <c:pt idx="10567">
                  <c:v>5.0383267456550032</c:v>
                </c:pt>
                <c:pt idx="10568">
                  <c:v>5.0371356997932777</c:v>
                </c:pt>
                <c:pt idx="10569">
                  <c:v>5.0377031812265525</c:v>
                </c:pt>
                <c:pt idx="10570">
                  <c:v>5.0383951745655002</c:v>
                </c:pt>
                <c:pt idx="10571">
                  <c:v>5.0398825702473014</c:v>
                </c:pt>
                <c:pt idx="10572">
                  <c:v>5.0409130235050919</c:v>
                </c:pt>
                <c:pt idx="10573">
                  <c:v>5.044717383814409</c:v>
                </c:pt>
                <c:pt idx="10574">
                  <c:v>5.0460481107878419</c:v>
                </c:pt>
                <c:pt idx="10575">
                  <c:v>5.0445949774136745</c:v>
                </c:pt>
                <c:pt idx="10576">
                  <c:v>5.043333014317434</c:v>
                </c:pt>
                <c:pt idx="10577">
                  <c:v>5.0427497415971212</c:v>
                </c:pt>
                <c:pt idx="10578">
                  <c:v>5.0444833377995559</c:v>
                </c:pt>
                <c:pt idx="10579">
                  <c:v>5.0416151615496521</c:v>
                </c:pt>
                <c:pt idx="10580">
                  <c:v>5.0361561136207031</c:v>
                </c:pt>
                <c:pt idx="10581">
                  <c:v>5.0369018930403495</c:v>
                </c:pt>
                <c:pt idx="10582">
                  <c:v>5.0368347561442466</c:v>
                </c:pt>
                <c:pt idx="10583">
                  <c:v>5.0384826008728272</c:v>
                </c:pt>
                <c:pt idx="10584">
                  <c:v>5.0407435303575534</c:v>
                </c:pt>
                <c:pt idx="10585">
                  <c:v>5.0402731414133681</c:v>
                </c:pt>
                <c:pt idx="10586">
                  <c:v>5.0394419454865629</c:v>
                </c:pt>
                <c:pt idx="10587">
                  <c:v>5.0387417215374013</c:v>
                </c:pt>
                <c:pt idx="10588">
                  <c:v>5.0358495233902456</c:v>
                </c:pt>
                <c:pt idx="10589">
                  <c:v>5.0325187102825204</c:v>
                </c:pt>
                <c:pt idx="10590">
                  <c:v>5.0281926632723373</c:v>
                </c:pt>
                <c:pt idx="10591">
                  <c:v>5.0267619726667174</c:v>
                </c:pt>
                <c:pt idx="10592">
                  <c:v>5.0318210225097619</c:v>
                </c:pt>
                <c:pt idx="10593">
                  <c:v>5.0373140934844196</c:v>
                </c:pt>
                <c:pt idx="10594">
                  <c:v>5.0378052503636779</c:v>
                </c:pt>
                <c:pt idx="10595">
                  <c:v>5.0373427092106269</c:v>
                </c:pt>
                <c:pt idx="10596">
                  <c:v>5.0403316170277925</c:v>
                </c:pt>
                <c:pt idx="10597">
                  <c:v>5.0449620530587245</c:v>
                </c:pt>
                <c:pt idx="10598">
                  <c:v>5.0484577176326466</c:v>
                </c:pt>
                <c:pt idx="10599">
                  <c:v>5.0474302312227239</c:v>
                </c:pt>
                <c:pt idx="10600">
                  <c:v>5.0432734380981552</c:v>
                </c:pt>
                <c:pt idx="10601">
                  <c:v>5.0415229978562133</c:v>
                </c:pt>
                <c:pt idx="10602">
                  <c:v>5.0387265523313678</c:v>
                </c:pt>
                <c:pt idx="10603">
                  <c:v>5.0389785908429676</c:v>
                </c:pt>
                <c:pt idx="10604">
                  <c:v>5.0395889001607843</c:v>
                </c:pt>
                <c:pt idx="10605">
                  <c:v>5.0400672804532576</c:v>
                </c:pt>
                <c:pt idx="10606">
                  <c:v>5.0390725729270347</c:v>
                </c:pt>
                <c:pt idx="10607">
                  <c:v>5.032481050455555</c:v>
                </c:pt>
                <c:pt idx="10608">
                  <c:v>5.0309455152744809</c:v>
                </c:pt>
                <c:pt idx="10609">
                  <c:v>5.0341372214991198</c:v>
                </c:pt>
                <c:pt idx="10610">
                  <c:v>5.038695065462063</c:v>
                </c:pt>
                <c:pt idx="10611">
                  <c:v>5.042511149605696</c:v>
                </c:pt>
                <c:pt idx="10612">
                  <c:v>5.0461673589311689</c:v>
                </c:pt>
                <c:pt idx="10613">
                  <c:v>5.0439361936298903</c:v>
                </c:pt>
                <c:pt idx="10614">
                  <c:v>5.0422831808437332</c:v>
                </c:pt>
                <c:pt idx="10615">
                  <c:v>5.0403058724446828</c:v>
                </c:pt>
                <c:pt idx="10616">
                  <c:v>5.0377654850317741</c:v>
                </c:pt>
                <c:pt idx="10617">
                  <c:v>5.0375127765867846</c:v>
                </c:pt>
                <c:pt idx="10618">
                  <c:v>5.0416988075185669</c:v>
                </c:pt>
                <c:pt idx="10619">
                  <c:v>5.0421723547201589</c:v>
                </c:pt>
                <c:pt idx="10620">
                  <c:v>5.0386975059336958</c:v>
                </c:pt>
                <c:pt idx="10621">
                  <c:v>5.0346958980935606</c:v>
                </c:pt>
                <c:pt idx="10622">
                  <c:v>5.035713814026491</c:v>
                </c:pt>
                <c:pt idx="10623">
                  <c:v>5.0427879756527068</c:v>
                </c:pt>
                <c:pt idx="10624">
                  <c:v>5.0442948472551876</c:v>
                </c:pt>
                <c:pt idx="10625">
                  <c:v>5.0419609907357783</c:v>
                </c:pt>
                <c:pt idx="10626">
                  <c:v>5.0416435380139344</c:v>
                </c:pt>
                <c:pt idx="10627">
                  <c:v>5.0437535410764873</c:v>
                </c:pt>
                <c:pt idx="10628">
                  <c:v>5.0453585100681417</c:v>
                </c:pt>
                <c:pt idx="10629">
                  <c:v>5.043423455325013</c:v>
                </c:pt>
                <c:pt idx="10630">
                  <c:v>5.0405451343694967</c:v>
                </c:pt>
                <c:pt idx="10631">
                  <c:v>5.0400708215297447</c:v>
                </c:pt>
                <c:pt idx="10632">
                  <c:v>5.042400658448817</c:v>
                </c:pt>
                <c:pt idx="10633">
                  <c:v>5.0440545325779036</c:v>
                </c:pt>
                <c:pt idx="10634">
                  <c:v>5.0408024844958277</c:v>
                </c:pt>
                <c:pt idx="10635">
                  <c:v>5.0394516595207106</c:v>
                </c:pt>
                <c:pt idx="10636">
                  <c:v>5.0394597944261541</c:v>
                </c:pt>
                <c:pt idx="10637">
                  <c:v>5.0401726992573312</c:v>
                </c:pt>
                <c:pt idx="10638">
                  <c:v>5.0395802388791058</c:v>
                </c:pt>
                <c:pt idx="10639">
                  <c:v>5.0377945792818313</c:v>
                </c:pt>
                <c:pt idx="10640">
                  <c:v>5.040609352270117</c:v>
                </c:pt>
                <c:pt idx="10641">
                  <c:v>5.04102456741444</c:v>
                </c:pt>
                <c:pt idx="10642">
                  <c:v>5.040268834698721</c:v>
                </c:pt>
                <c:pt idx="10643">
                  <c:v>5.0387534932241023</c:v>
                </c:pt>
                <c:pt idx="10644">
                  <c:v>5.0373236161090267</c:v>
                </c:pt>
                <c:pt idx="10645">
                  <c:v>5.0382849705229305</c:v>
                </c:pt>
                <c:pt idx="10646">
                  <c:v>5.0363444606079169</c:v>
                </c:pt>
                <c:pt idx="10647">
                  <c:v>5.0346443610749558</c:v>
                </c:pt>
                <c:pt idx="10648">
                  <c:v>5.0367816878493228</c:v>
                </c:pt>
                <c:pt idx="10649">
                  <c:v>5.0349199908123419</c:v>
                </c:pt>
                <c:pt idx="10650">
                  <c:v>5.0310616051604011</c:v>
                </c:pt>
                <c:pt idx="10651">
                  <c:v>5.031513092412526</c:v>
                </c:pt>
                <c:pt idx="10652">
                  <c:v>5.0361106538549878</c:v>
                </c:pt>
                <c:pt idx="10653">
                  <c:v>5.0347045593752391</c:v>
                </c:pt>
                <c:pt idx="10654">
                  <c:v>5.030972121200521</c:v>
                </c:pt>
                <c:pt idx="10655">
                  <c:v>5.0320129105734628</c:v>
                </c:pt>
                <c:pt idx="10656">
                  <c:v>5.0338163712579433</c:v>
                </c:pt>
                <c:pt idx="10657">
                  <c:v>5.0331276797335578</c:v>
                </c:pt>
                <c:pt idx="10658">
                  <c:v>5.0313294349590381</c:v>
                </c:pt>
                <c:pt idx="10659">
                  <c:v>5.031723068677743</c:v>
                </c:pt>
                <c:pt idx="10660">
                  <c:v>5.0352364386341018</c:v>
                </c:pt>
                <c:pt idx="10661">
                  <c:v>5.0358630177628054</c:v>
                </c:pt>
                <c:pt idx="10662">
                  <c:v>5.0345049670775595</c:v>
                </c:pt>
                <c:pt idx="10663">
                  <c:v>5.0355475269887453</c:v>
                </c:pt>
                <c:pt idx="10664">
                  <c:v>5.0379784759972441</c:v>
                </c:pt>
                <c:pt idx="10665">
                  <c:v>5.0399279343082455</c:v>
                </c:pt>
                <c:pt idx="10666">
                  <c:v>5.0429900562744043</c:v>
                </c:pt>
                <c:pt idx="10667">
                  <c:v>5.0415117046933622</c:v>
                </c:pt>
                <c:pt idx="10668">
                  <c:v>5.039133536865477</c:v>
                </c:pt>
                <c:pt idx="10669">
                  <c:v>5.0394511809968607</c:v>
                </c:pt>
                <c:pt idx="10670">
                  <c:v>5.0350777122731794</c:v>
                </c:pt>
                <c:pt idx="10671">
                  <c:v>5.0322796876196314</c:v>
                </c:pt>
                <c:pt idx="10672">
                  <c:v>5.0326042703468339</c:v>
                </c:pt>
                <c:pt idx="10673">
                  <c:v>5.0326016384656613</c:v>
                </c:pt>
                <c:pt idx="10674">
                  <c:v>5.0309959995406173</c:v>
                </c:pt>
                <c:pt idx="10675">
                  <c:v>5.0326810255723142</c:v>
                </c:pt>
                <c:pt idx="10676">
                  <c:v>5.0336567835540924</c:v>
                </c:pt>
                <c:pt idx="10677">
                  <c:v>5.0339246612051145</c:v>
                </c:pt>
                <c:pt idx="10678">
                  <c:v>5.0327048560600263</c:v>
                </c:pt>
                <c:pt idx="10679">
                  <c:v>5.0326260431819918</c:v>
                </c:pt>
                <c:pt idx="10680">
                  <c:v>5.0287634465201743</c:v>
                </c:pt>
                <c:pt idx="10681">
                  <c:v>5.026933762728734</c:v>
                </c:pt>
                <c:pt idx="10682">
                  <c:v>5.029754134446061</c:v>
                </c:pt>
                <c:pt idx="10683">
                  <c:v>5.0356182049613354</c:v>
                </c:pt>
                <c:pt idx="10684">
                  <c:v>5.0406924718627977</c:v>
                </c:pt>
                <c:pt idx="10685">
                  <c:v>5.040839139422709</c:v>
                </c:pt>
                <c:pt idx="10686">
                  <c:v>5.0402941007579818</c:v>
                </c:pt>
                <c:pt idx="10687">
                  <c:v>5.0355788703008955</c:v>
                </c:pt>
                <c:pt idx="10688">
                  <c:v>5.0277676862414822</c:v>
                </c:pt>
                <c:pt idx="10689">
                  <c:v>5.0227879756527063</c:v>
                </c:pt>
                <c:pt idx="10690">
                  <c:v>5.0217106270576526</c:v>
                </c:pt>
                <c:pt idx="10691">
                  <c:v>5.0240687925886229</c:v>
                </c:pt>
                <c:pt idx="10692">
                  <c:v>5.0233338278079778</c:v>
                </c:pt>
                <c:pt idx="10693">
                  <c:v>5.0236597504019604</c:v>
                </c:pt>
                <c:pt idx="10694">
                  <c:v>5.0241254976648033</c:v>
                </c:pt>
                <c:pt idx="10695">
                  <c:v>5.0253327176326472</c:v>
                </c:pt>
                <c:pt idx="10696">
                  <c:v>5.0281232294617562</c:v>
                </c:pt>
                <c:pt idx="10697">
                  <c:v>5.0300747454253116</c:v>
                </c:pt>
                <c:pt idx="10698">
                  <c:v>5.03171378531506</c:v>
                </c:pt>
                <c:pt idx="10699">
                  <c:v>5.0353874607610445</c:v>
                </c:pt>
                <c:pt idx="10700">
                  <c:v>5.0361653012786158</c:v>
                </c:pt>
                <c:pt idx="10701">
                  <c:v>5.0349228141030551</c:v>
                </c:pt>
                <c:pt idx="10702">
                  <c:v>5.0330835119822375</c:v>
                </c:pt>
                <c:pt idx="10703">
                  <c:v>5.0303123803690379</c:v>
                </c:pt>
                <c:pt idx="10704">
                  <c:v>5.0301218321721155</c:v>
                </c:pt>
                <c:pt idx="10705">
                  <c:v>5.0330366644973585</c:v>
                </c:pt>
                <c:pt idx="10706">
                  <c:v>5.0334915971212002</c:v>
                </c:pt>
                <c:pt idx="10707">
                  <c:v>5.0344088316361688</c:v>
                </c:pt>
                <c:pt idx="10708">
                  <c:v>5.0340871200520638</c:v>
                </c:pt>
                <c:pt idx="10709">
                  <c:v>5.0305746592910188</c:v>
                </c:pt>
                <c:pt idx="10710">
                  <c:v>5.0323405080009191</c:v>
                </c:pt>
                <c:pt idx="10711">
                  <c:v>5.0367172306867776</c:v>
                </c:pt>
                <c:pt idx="10712">
                  <c:v>5.038978686547738</c:v>
                </c:pt>
                <c:pt idx="10713">
                  <c:v>5.0438543660516038</c:v>
                </c:pt>
                <c:pt idx="10714">
                  <c:v>5.0445045842584797</c:v>
                </c:pt>
                <c:pt idx="10715">
                  <c:v>5.0378126196309623</c:v>
                </c:pt>
                <c:pt idx="10716">
                  <c:v>5.0369819022280069</c:v>
                </c:pt>
                <c:pt idx="10717">
                  <c:v>5.0416876579128704</c:v>
                </c:pt>
                <c:pt idx="10718">
                  <c:v>5.0428069251971515</c:v>
                </c:pt>
                <c:pt idx="10719">
                  <c:v>5.039523150983845</c:v>
                </c:pt>
                <c:pt idx="10720">
                  <c:v>5.0390980303958353</c:v>
                </c:pt>
                <c:pt idx="10721">
                  <c:v>5.042904783324401</c:v>
                </c:pt>
                <c:pt idx="10722">
                  <c:v>5.0438064179618713</c:v>
                </c:pt>
                <c:pt idx="10723">
                  <c:v>5.042966943572468</c:v>
                </c:pt>
                <c:pt idx="10724">
                  <c:v>5.0429474676517874</c:v>
                </c:pt>
                <c:pt idx="10725">
                  <c:v>5.0461433848863031</c:v>
                </c:pt>
                <c:pt idx="10726">
                  <c:v>5.0459286233825891</c:v>
                </c:pt>
                <c:pt idx="10727">
                  <c:v>5.0405521208177015</c:v>
                </c:pt>
                <c:pt idx="10728">
                  <c:v>5.0325093312150679</c:v>
                </c:pt>
                <c:pt idx="10729">
                  <c:v>5.0287867506316513</c:v>
                </c:pt>
                <c:pt idx="10730">
                  <c:v>5.0309562342087126</c:v>
                </c:pt>
                <c:pt idx="10731">
                  <c:v>5.0360294005053214</c:v>
                </c:pt>
                <c:pt idx="10732">
                  <c:v>5.0423011254880947</c:v>
                </c:pt>
                <c:pt idx="10733">
                  <c:v>5.0476195352576374</c:v>
                </c:pt>
                <c:pt idx="10734">
                  <c:v>5.0471746994870221</c:v>
                </c:pt>
                <c:pt idx="10735">
                  <c:v>5.0453193189648573</c:v>
                </c:pt>
                <c:pt idx="10736">
                  <c:v>5.0416722972972972</c:v>
                </c:pt>
                <c:pt idx="10737">
                  <c:v>5.0364978753541081</c:v>
                </c:pt>
                <c:pt idx="10738">
                  <c:v>5.0363225442156034</c:v>
                </c:pt>
                <c:pt idx="10739">
                  <c:v>5.0356638561365896</c:v>
                </c:pt>
                <c:pt idx="10740">
                  <c:v>5.0336780300130162</c:v>
                </c:pt>
                <c:pt idx="10741">
                  <c:v>5.0323588833167445</c:v>
                </c:pt>
                <c:pt idx="10742">
                  <c:v>5.0305941830640837</c:v>
                </c:pt>
                <c:pt idx="10743">
                  <c:v>5.0306810351427913</c:v>
                </c:pt>
                <c:pt idx="10744">
                  <c:v>5.0341114769160091</c:v>
                </c:pt>
                <c:pt idx="10745">
                  <c:v>5.0403868386800399</c:v>
                </c:pt>
                <c:pt idx="10746">
                  <c:v>5.0420523409386719</c:v>
                </c:pt>
                <c:pt idx="10747">
                  <c:v>5.0403446328765025</c:v>
                </c:pt>
                <c:pt idx="10748">
                  <c:v>5.0399938748947246</c:v>
                </c:pt>
                <c:pt idx="10749">
                  <c:v>5.0361448204578521</c:v>
                </c:pt>
                <c:pt idx="10750">
                  <c:v>5.0331102614654313</c:v>
                </c:pt>
                <c:pt idx="10751">
                  <c:v>5.0356510795498046</c:v>
                </c:pt>
                <c:pt idx="10752">
                  <c:v>5.0348192136896106</c:v>
                </c:pt>
                <c:pt idx="10753">
                  <c:v>5.0333940261082608</c:v>
                </c:pt>
                <c:pt idx="10754">
                  <c:v>5.0327612740218974</c:v>
                </c:pt>
                <c:pt idx="10755">
                  <c:v>5.0311588412066461</c:v>
                </c:pt>
                <c:pt idx="10756">
                  <c:v>5.0255983462215754</c:v>
                </c:pt>
                <c:pt idx="10757">
                  <c:v>5.0245839235127479</c:v>
                </c:pt>
                <c:pt idx="10758">
                  <c:v>5.032343953372636</c:v>
                </c:pt>
                <c:pt idx="10759">
                  <c:v>5.0379367965699409</c:v>
                </c:pt>
                <c:pt idx="10760">
                  <c:v>5.0361097446596741</c:v>
                </c:pt>
                <c:pt idx="10761">
                  <c:v>5.0354465584564734</c:v>
                </c:pt>
                <c:pt idx="10762">
                  <c:v>5.036981662966082</c:v>
                </c:pt>
                <c:pt idx="10763">
                  <c:v>5.0408447860041345</c:v>
                </c:pt>
                <c:pt idx="10764">
                  <c:v>5.0409827922823673</c:v>
                </c:pt>
                <c:pt idx="10765">
                  <c:v>5.037125267973356</c:v>
                </c:pt>
                <c:pt idx="10766">
                  <c:v>5.0388926958119589</c:v>
                </c:pt>
                <c:pt idx="10767">
                  <c:v>5.046092469948702</c:v>
                </c:pt>
                <c:pt idx="10768">
                  <c:v>5.0471793890207488</c:v>
                </c:pt>
                <c:pt idx="10769">
                  <c:v>5.0410680652323716</c:v>
                </c:pt>
                <c:pt idx="10770">
                  <c:v>5.0351512613888678</c:v>
                </c:pt>
                <c:pt idx="10771">
                  <c:v>5.0375562744047162</c:v>
                </c:pt>
                <c:pt idx="10772">
                  <c:v>5.0432997090574991</c:v>
                </c:pt>
                <c:pt idx="10773">
                  <c:v>5.0425117716867005</c:v>
                </c:pt>
                <c:pt idx="10774">
                  <c:v>5.0419850604854144</c:v>
                </c:pt>
                <c:pt idx="10775">
                  <c:v>5.044417971441697</c:v>
                </c:pt>
                <c:pt idx="10776">
                  <c:v>5.0420892351274791</c:v>
                </c:pt>
                <c:pt idx="10777">
                  <c:v>5.036945343005895</c:v>
                </c:pt>
                <c:pt idx="10778">
                  <c:v>5.0382201305413066</c:v>
                </c:pt>
                <c:pt idx="10779">
                  <c:v>5.0444268719852996</c:v>
                </c:pt>
                <c:pt idx="10780">
                  <c:v>5.0468096814945254</c:v>
                </c:pt>
                <c:pt idx="10781">
                  <c:v>5.0461586019447209</c:v>
                </c:pt>
                <c:pt idx="10782">
                  <c:v>5.0419253885613662</c:v>
                </c:pt>
                <c:pt idx="10783">
                  <c:v>5.039080420718169</c:v>
                </c:pt>
                <c:pt idx="10784">
                  <c:v>5.0341107591302352</c:v>
                </c:pt>
                <c:pt idx="10785">
                  <c:v>5.0332469278768857</c:v>
                </c:pt>
                <c:pt idx="10786">
                  <c:v>5.034024768394457</c:v>
                </c:pt>
                <c:pt idx="10787">
                  <c:v>5.0358453123803688</c:v>
                </c:pt>
                <c:pt idx="10788">
                  <c:v>5.0403136245310467</c:v>
                </c:pt>
                <c:pt idx="10789">
                  <c:v>5.0426675790521402</c:v>
                </c:pt>
                <c:pt idx="10790">
                  <c:v>5.0410960110251892</c:v>
                </c:pt>
                <c:pt idx="10791">
                  <c:v>5.0370907185514122</c:v>
                </c:pt>
                <c:pt idx="10792">
                  <c:v>5.0372903108490927</c:v>
                </c:pt>
                <c:pt idx="10793">
                  <c:v>5.0415249598039971</c:v>
                </c:pt>
                <c:pt idx="10794">
                  <c:v>5.0418236543909352</c:v>
                </c:pt>
                <c:pt idx="10795">
                  <c:v>5.0399241061174491</c:v>
                </c:pt>
                <c:pt idx="10796">
                  <c:v>5.0370921062705767</c:v>
                </c:pt>
                <c:pt idx="10797">
                  <c:v>5.0359606844805143</c:v>
                </c:pt>
                <c:pt idx="10798">
                  <c:v>5.0346446960416511</c:v>
                </c:pt>
                <c:pt idx="10799">
                  <c:v>5.0348254344996555</c:v>
                </c:pt>
                <c:pt idx="10800">
                  <c:v>5.0379750784779116</c:v>
                </c:pt>
                <c:pt idx="10801">
                  <c:v>5.039277620396601</c:v>
                </c:pt>
                <c:pt idx="10802">
                  <c:v>5.0375747932776971</c:v>
                </c:pt>
                <c:pt idx="10803">
                  <c:v>5.0325545038664723</c:v>
                </c:pt>
                <c:pt idx="10804">
                  <c:v>5.0322251359007737</c:v>
                </c:pt>
                <c:pt idx="10805">
                  <c:v>5.0331894571625453</c:v>
                </c:pt>
                <c:pt idx="10806">
                  <c:v>5.0357544407013242</c:v>
                </c:pt>
                <c:pt idx="10807">
                  <c:v>5.0387390418038436</c:v>
                </c:pt>
                <c:pt idx="10808">
                  <c:v>5.037445735395452</c:v>
                </c:pt>
                <c:pt idx="10809">
                  <c:v>5.0354323941505248</c:v>
                </c:pt>
                <c:pt idx="10810">
                  <c:v>5.0353305642753234</c:v>
                </c:pt>
                <c:pt idx="10811">
                  <c:v>5.0356170086517116</c:v>
                </c:pt>
                <c:pt idx="10812">
                  <c:v>5.0355069003139112</c:v>
                </c:pt>
                <c:pt idx="10813">
                  <c:v>5.0356290674527218</c:v>
                </c:pt>
                <c:pt idx="10814">
                  <c:v>5.0305997339407398</c:v>
                </c:pt>
                <c:pt idx="10815">
                  <c:v>5.0251024041038201</c:v>
                </c:pt>
                <c:pt idx="10816">
                  <c:v>5.0270831578745883</c:v>
                </c:pt>
                <c:pt idx="10817">
                  <c:v>5.0297821280912638</c:v>
                </c:pt>
                <c:pt idx="10818">
                  <c:v>5.0305496803460681</c:v>
                </c:pt>
                <c:pt idx="10819">
                  <c:v>5.0311530989204503</c:v>
                </c:pt>
                <c:pt idx="10820">
                  <c:v>5.0316324841130085</c:v>
                </c:pt>
                <c:pt idx="10821">
                  <c:v>5.0324238668555239</c:v>
                </c:pt>
                <c:pt idx="10822">
                  <c:v>5.0344092623076335</c:v>
                </c:pt>
                <c:pt idx="10823">
                  <c:v>5.0343096814945261</c:v>
                </c:pt>
                <c:pt idx="10824">
                  <c:v>5.0355327884541765</c:v>
                </c:pt>
                <c:pt idx="10825">
                  <c:v>5.0390887470331522</c:v>
                </c:pt>
                <c:pt idx="10826">
                  <c:v>5.0407151538932702</c:v>
                </c:pt>
                <c:pt idx="10827">
                  <c:v>5.0421669952530435</c:v>
                </c:pt>
                <c:pt idx="10828">
                  <c:v>5.0391824420029092</c:v>
                </c:pt>
                <c:pt idx="10829">
                  <c:v>5.0356030357553019</c:v>
                </c:pt>
                <c:pt idx="10830">
                  <c:v>5.0378248698415131</c:v>
                </c:pt>
                <c:pt idx="10831">
                  <c:v>5.0411084526452798</c:v>
                </c:pt>
                <c:pt idx="10832">
                  <c:v>5.0406137068371484</c:v>
                </c:pt>
                <c:pt idx="10833">
                  <c:v>5.0391844518030782</c:v>
                </c:pt>
                <c:pt idx="10834">
                  <c:v>5.0378442979098077</c:v>
                </c:pt>
                <c:pt idx="10835">
                  <c:v>5.0359728389862948</c:v>
                </c:pt>
                <c:pt idx="10836">
                  <c:v>5.034746143097772</c:v>
                </c:pt>
                <c:pt idx="10837">
                  <c:v>5.0364058073654387</c:v>
                </c:pt>
                <c:pt idx="10838">
                  <c:v>5.0397739453334358</c:v>
                </c:pt>
                <c:pt idx="10839">
                  <c:v>5.0374400888140265</c:v>
                </c:pt>
                <c:pt idx="10840">
                  <c:v>5.0346544100757979</c:v>
                </c:pt>
                <c:pt idx="10841">
                  <c:v>5.0308985720848325</c:v>
                </c:pt>
                <c:pt idx="10842">
                  <c:v>5.0306228944950613</c:v>
                </c:pt>
                <c:pt idx="10843">
                  <c:v>5.0353226686318049</c:v>
                </c:pt>
                <c:pt idx="10844">
                  <c:v>5.0373743874894723</c:v>
                </c:pt>
                <c:pt idx="10845">
                  <c:v>5.0388901117831715</c:v>
                </c:pt>
                <c:pt idx="10846">
                  <c:v>5.0400148820917234</c:v>
                </c:pt>
                <c:pt idx="10847">
                  <c:v>5.0380094364903147</c:v>
                </c:pt>
                <c:pt idx="10848">
                  <c:v>5.0384709248908965</c:v>
                </c:pt>
                <c:pt idx="10849">
                  <c:v>5.0403826276701631</c:v>
                </c:pt>
                <c:pt idx="10850">
                  <c:v>5.0444697955746118</c:v>
                </c:pt>
                <c:pt idx="10851">
                  <c:v>5.0428926288186204</c:v>
                </c:pt>
                <c:pt idx="10852">
                  <c:v>5.0387843101600183</c:v>
                </c:pt>
                <c:pt idx="10853">
                  <c:v>5.034270825357936</c:v>
                </c:pt>
                <c:pt idx="10854">
                  <c:v>5.0335910822295382</c:v>
                </c:pt>
                <c:pt idx="10855">
                  <c:v>5.0355522643748563</c:v>
                </c:pt>
                <c:pt idx="10856">
                  <c:v>5.0382245808131074</c:v>
                </c:pt>
                <c:pt idx="10857">
                  <c:v>5.0333016710052831</c:v>
                </c:pt>
                <c:pt idx="10858">
                  <c:v>5.0275656056197837</c:v>
                </c:pt>
                <c:pt idx="10859">
                  <c:v>5.0276096776663346</c:v>
                </c:pt>
                <c:pt idx="10860">
                  <c:v>5.0290960684480517</c:v>
                </c:pt>
                <c:pt idx="10861">
                  <c:v>5.0305592986754464</c:v>
                </c:pt>
                <c:pt idx="10862">
                  <c:v>5.0311048637164077</c:v>
                </c:pt>
                <c:pt idx="10863">
                  <c:v>5.0323367755148913</c:v>
                </c:pt>
                <c:pt idx="10864">
                  <c:v>5.0369496497205422</c:v>
                </c:pt>
                <c:pt idx="10865">
                  <c:v>5.0386529075109108</c:v>
                </c:pt>
                <c:pt idx="10866">
                  <c:v>5.0376571472322178</c:v>
                </c:pt>
                <c:pt idx="10867">
                  <c:v>5.0407861668325546</c:v>
                </c:pt>
                <c:pt idx="10868">
                  <c:v>5.0417037363142176</c:v>
                </c:pt>
                <c:pt idx="10869">
                  <c:v>5.03516159750402</c:v>
                </c:pt>
                <c:pt idx="10870">
                  <c:v>5.0319188327846263</c:v>
                </c:pt>
                <c:pt idx="10871">
                  <c:v>5.0350194280682947</c:v>
                </c:pt>
                <c:pt idx="10872">
                  <c:v>5.034675225863257</c:v>
                </c:pt>
                <c:pt idx="10873">
                  <c:v>5.0309746095245389</c:v>
                </c:pt>
                <c:pt idx="10874">
                  <c:v>5.0290485031773979</c:v>
                </c:pt>
                <c:pt idx="10875">
                  <c:v>5.0269634312074114</c:v>
                </c:pt>
                <c:pt idx="10876">
                  <c:v>5.0252762518183909</c:v>
                </c:pt>
                <c:pt idx="10877">
                  <c:v>5.0242574266901459</c:v>
                </c:pt>
                <c:pt idx="10878">
                  <c:v>5.0264971575683335</c:v>
                </c:pt>
                <c:pt idx="10879">
                  <c:v>5.0276987309547509</c:v>
                </c:pt>
                <c:pt idx="10880">
                  <c:v>5.0281552905596811</c:v>
                </c:pt>
                <c:pt idx="10881">
                  <c:v>5.0285698836229997</c:v>
                </c:pt>
                <c:pt idx="10882">
                  <c:v>5.0293694012709595</c:v>
                </c:pt>
                <c:pt idx="10883">
                  <c:v>5.0329759876732254</c:v>
                </c:pt>
                <c:pt idx="10884">
                  <c:v>5.0351799728198454</c:v>
                </c:pt>
                <c:pt idx="10885">
                  <c:v>5.0335649548273489</c:v>
                </c:pt>
                <c:pt idx="10886">
                  <c:v>5.0276385805068529</c:v>
                </c:pt>
                <c:pt idx="10887">
                  <c:v>5.0234471901079552</c:v>
                </c:pt>
                <c:pt idx="10888">
                  <c:v>5.0218804073195011</c:v>
                </c:pt>
                <c:pt idx="10889">
                  <c:v>5.0196111036674065</c:v>
                </c:pt>
                <c:pt idx="10890">
                  <c:v>5.0183661281678278</c:v>
                </c:pt>
                <c:pt idx="10891">
                  <c:v>5.0184549421943192</c:v>
                </c:pt>
                <c:pt idx="10892">
                  <c:v>5.0197327922823671</c:v>
                </c:pt>
                <c:pt idx="10893">
                  <c:v>5.0214290157721457</c:v>
                </c:pt>
                <c:pt idx="10894">
                  <c:v>5.0224196079932621</c:v>
                </c:pt>
                <c:pt idx="10895">
                  <c:v>5.0202315576908356</c:v>
                </c:pt>
                <c:pt idx="10896">
                  <c:v>5.0205634139805531</c:v>
                </c:pt>
                <c:pt idx="10897">
                  <c:v>5.0244360117908275</c:v>
                </c:pt>
                <c:pt idx="10898">
                  <c:v>5.0275378033841207</c:v>
                </c:pt>
                <c:pt idx="10899">
                  <c:v>5.0286325702473009</c:v>
                </c:pt>
                <c:pt idx="10900">
                  <c:v>5.0254647902151444</c:v>
                </c:pt>
                <c:pt idx="10901">
                  <c:v>5.0237288013934611</c:v>
                </c:pt>
                <c:pt idx="10902">
                  <c:v>5.0283292339790213</c:v>
                </c:pt>
                <c:pt idx="10903">
                  <c:v>5.0321816859352273</c:v>
                </c:pt>
                <c:pt idx="10904">
                  <c:v>5.0340488859964783</c:v>
                </c:pt>
                <c:pt idx="10905">
                  <c:v>5.0351372884924581</c:v>
                </c:pt>
                <c:pt idx="10906">
                  <c:v>5.0325779993874891</c:v>
                </c:pt>
                <c:pt idx="10907">
                  <c:v>5.0305293909348441</c:v>
                </c:pt>
                <c:pt idx="10908">
                  <c:v>5.0277573022739457</c:v>
                </c:pt>
                <c:pt idx="10909">
                  <c:v>5.0260946711584102</c:v>
                </c:pt>
                <c:pt idx="10910">
                  <c:v>5.0284439839981623</c:v>
                </c:pt>
                <c:pt idx="10911">
                  <c:v>5.0273303632953068</c:v>
                </c:pt>
                <c:pt idx="10912">
                  <c:v>5.0263898725212464</c:v>
                </c:pt>
                <c:pt idx="10913">
                  <c:v>5.0288514470561214</c:v>
                </c:pt>
                <c:pt idx="10914">
                  <c:v>5.0296668038435035</c:v>
                </c:pt>
                <c:pt idx="10915">
                  <c:v>5.0299069271112469</c:v>
                </c:pt>
                <c:pt idx="10916">
                  <c:v>5.0298943419340016</c:v>
                </c:pt>
                <c:pt idx="10917">
                  <c:v>5.030345207105122</c:v>
                </c:pt>
                <c:pt idx="10918">
                  <c:v>5.0313924565500345</c:v>
                </c:pt>
                <c:pt idx="10919">
                  <c:v>5.0282409941811501</c:v>
                </c:pt>
                <c:pt idx="10920">
                  <c:v>5.0270447324094629</c:v>
                </c:pt>
                <c:pt idx="10921">
                  <c:v>5.0292183791440168</c:v>
                </c:pt>
                <c:pt idx="10922">
                  <c:v>5.029027974504249</c:v>
                </c:pt>
                <c:pt idx="10923">
                  <c:v>5.0281974006584491</c:v>
                </c:pt>
                <c:pt idx="10924">
                  <c:v>5.0330941352116989</c:v>
                </c:pt>
                <c:pt idx="10925">
                  <c:v>5.0376926058494753</c:v>
                </c:pt>
                <c:pt idx="10926">
                  <c:v>5.0404716331061943</c:v>
                </c:pt>
                <c:pt idx="10927">
                  <c:v>5.0398273007426688</c:v>
                </c:pt>
                <c:pt idx="10928">
                  <c:v>5.0376575779036825</c:v>
                </c:pt>
                <c:pt idx="10929">
                  <c:v>5.0395908142561829</c:v>
                </c:pt>
                <c:pt idx="10930">
                  <c:v>5.039417157951152</c:v>
                </c:pt>
                <c:pt idx="10931">
                  <c:v>5.038240276395376</c:v>
                </c:pt>
                <c:pt idx="10932">
                  <c:v>5.0400890532884155</c:v>
                </c:pt>
                <c:pt idx="10933">
                  <c:v>5.0422639441849784</c:v>
                </c:pt>
                <c:pt idx="10934">
                  <c:v>5.0416359773371102</c:v>
                </c:pt>
                <c:pt idx="10935">
                  <c:v>5.0399865056274402</c:v>
                </c:pt>
                <c:pt idx="10936">
                  <c:v>5.0396902036597506</c:v>
                </c:pt>
                <c:pt idx="10937">
                  <c:v>5.0381469642446977</c:v>
                </c:pt>
                <c:pt idx="10938">
                  <c:v>5.0382577425158868</c:v>
                </c:pt>
                <c:pt idx="10939">
                  <c:v>5.0376466197075258</c:v>
                </c:pt>
                <c:pt idx="10940">
                  <c:v>5.0380350853686551</c:v>
                </c:pt>
                <c:pt idx="10941">
                  <c:v>5.0356644303652098</c:v>
                </c:pt>
                <c:pt idx="10942">
                  <c:v>5.0372114022662888</c:v>
                </c:pt>
                <c:pt idx="10943">
                  <c:v>5.0365716637317206</c:v>
                </c:pt>
                <c:pt idx="10944">
                  <c:v>5.0353841110940971</c:v>
                </c:pt>
                <c:pt idx="10945">
                  <c:v>5.0371399586555397</c:v>
                </c:pt>
                <c:pt idx="10946">
                  <c:v>5.0379217230686777</c:v>
                </c:pt>
                <c:pt idx="10947">
                  <c:v>5.0381462943113089</c:v>
                </c:pt>
                <c:pt idx="10948">
                  <c:v>5.0370187007120437</c:v>
                </c:pt>
                <c:pt idx="10949">
                  <c:v>5.0360292090957817</c:v>
                </c:pt>
                <c:pt idx="10950">
                  <c:v>5.0333623478294154</c:v>
                </c:pt>
                <c:pt idx="10951">
                  <c:v>5.0324623401730344</c:v>
                </c:pt>
                <c:pt idx="10952">
                  <c:v>5.0353627210780187</c:v>
                </c:pt>
                <c:pt idx="10953">
                  <c:v>5.0349513341244929</c:v>
                </c:pt>
                <c:pt idx="10954">
                  <c:v>5.0345443495903837</c:v>
                </c:pt>
                <c:pt idx="10955">
                  <c:v>5.0339657185514124</c:v>
                </c:pt>
                <c:pt idx="10956">
                  <c:v>5.0327426115917619</c:v>
                </c:pt>
                <c:pt idx="10957">
                  <c:v>5.0323321338335498</c:v>
                </c:pt>
                <c:pt idx="10958">
                  <c:v>5.03100518719853</c:v>
                </c:pt>
                <c:pt idx="10959">
                  <c:v>5.0246775227777354</c:v>
                </c:pt>
                <c:pt idx="10960">
                  <c:v>5.023841780874359</c:v>
                </c:pt>
                <c:pt idx="10961">
                  <c:v>5.0284839407396067</c:v>
                </c:pt>
                <c:pt idx="10962">
                  <c:v>5.0308609601102523</c:v>
                </c:pt>
                <c:pt idx="10963">
                  <c:v>5.034347245616722</c:v>
                </c:pt>
                <c:pt idx="10964">
                  <c:v>5.0370853590842968</c:v>
                </c:pt>
                <c:pt idx="10965">
                  <c:v>5.0376101083378</c:v>
                </c:pt>
                <c:pt idx="10966">
                  <c:v>5.0344079224408542</c:v>
                </c:pt>
                <c:pt idx="10967">
                  <c:v>5.0297260450960879</c:v>
                </c:pt>
                <c:pt idx="10968">
                  <c:v>5.0299219049077406</c:v>
                </c:pt>
                <c:pt idx="10969">
                  <c:v>5.0289436107495593</c:v>
                </c:pt>
                <c:pt idx="10970">
                  <c:v>5.0304638810198297</c:v>
                </c:pt>
                <c:pt idx="10971">
                  <c:v>5.0340884120664571</c:v>
                </c:pt>
                <c:pt idx="10972">
                  <c:v>5.0358157874588469</c:v>
                </c:pt>
                <c:pt idx="10973">
                  <c:v>5.0343567203889439</c:v>
                </c:pt>
                <c:pt idx="10974">
                  <c:v>5.0362642121583336</c:v>
                </c:pt>
                <c:pt idx="10975">
                  <c:v>5.0398653912410998</c:v>
                </c:pt>
                <c:pt idx="10976">
                  <c:v>5.0392124933006661</c:v>
                </c:pt>
                <c:pt idx="10977">
                  <c:v>5.0387762231069599</c:v>
                </c:pt>
                <c:pt idx="10978">
                  <c:v>5.036431169129469</c:v>
                </c:pt>
                <c:pt idx="10979">
                  <c:v>5.0341042033534951</c:v>
                </c:pt>
                <c:pt idx="10980">
                  <c:v>5.0340992267054592</c:v>
                </c:pt>
                <c:pt idx="10981">
                  <c:v>5.035782960722762</c:v>
                </c:pt>
                <c:pt idx="10982">
                  <c:v>5.0379400505321188</c:v>
                </c:pt>
                <c:pt idx="10983">
                  <c:v>5.0366973719470174</c:v>
                </c:pt>
                <c:pt idx="10984">
                  <c:v>5.0403028098920446</c:v>
                </c:pt>
                <c:pt idx="10985">
                  <c:v>5.039450989587321</c:v>
                </c:pt>
                <c:pt idx="10986">
                  <c:v>5.0365243377229918</c:v>
                </c:pt>
                <c:pt idx="10987">
                  <c:v>5.0347338450348369</c:v>
                </c:pt>
                <c:pt idx="10988">
                  <c:v>5.0323767801087209</c:v>
                </c:pt>
                <c:pt idx="10989">
                  <c:v>5.0319876445142029</c:v>
                </c:pt>
                <c:pt idx="10990">
                  <c:v>5.0338901117831716</c:v>
                </c:pt>
                <c:pt idx="10991">
                  <c:v>5.0359635556236126</c:v>
                </c:pt>
                <c:pt idx="10992">
                  <c:v>5.0356092565653476</c:v>
                </c:pt>
                <c:pt idx="10993">
                  <c:v>5.0348059107265906</c:v>
                </c:pt>
                <c:pt idx="10994">
                  <c:v>5.0294696520174567</c:v>
                </c:pt>
                <c:pt idx="10995">
                  <c:v>5.0265710416507154</c:v>
                </c:pt>
                <c:pt idx="10996">
                  <c:v>5.0319592201975345</c:v>
                </c:pt>
                <c:pt idx="10997">
                  <c:v>5.0396100509149377</c:v>
                </c:pt>
                <c:pt idx="10998">
                  <c:v>5.041357045785162</c:v>
                </c:pt>
                <c:pt idx="10999">
                  <c:v>5.0391035334201053</c:v>
                </c:pt>
                <c:pt idx="11000">
                  <c:v>5.037140293622234</c:v>
                </c:pt>
                <c:pt idx="11001">
                  <c:v>5.0362238247454254</c:v>
                </c:pt>
                <c:pt idx="11002">
                  <c:v>5.0350494793660516</c:v>
                </c:pt>
                <c:pt idx="11003">
                  <c:v>5.0344842469948698</c:v>
                </c:pt>
                <c:pt idx="11004">
                  <c:v>5.037320697113544</c:v>
                </c:pt>
                <c:pt idx="11005">
                  <c:v>5.0368902649108032</c:v>
                </c:pt>
                <c:pt idx="11006">
                  <c:v>5.0382283132991352</c:v>
                </c:pt>
                <c:pt idx="11007">
                  <c:v>5.0382168287267435</c:v>
                </c:pt>
                <c:pt idx="11008">
                  <c:v>5.0375207679350735</c:v>
                </c:pt>
                <c:pt idx="11009">
                  <c:v>5.0363382397978711</c:v>
                </c:pt>
                <c:pt idx="11010">
                  <c:v>5.0383876138886761</c:v>
                </c:pt>
                <c:pt idx="11011">
                  <c:v>5.0376546589081999</c:v>
                </c:pt>
                <c:pt idx="11012">
                  <c:v>5.036197170967001</c:v>
                </c:pt>
                <c:pt idx="11013">
                  <c:v>5.0339642351274785</c:v>
                </c:pt>
                <c:pt idx="11014">
                  <c:v>5.0311397481050459</c:v>
                </c:pt>
                <c:pt idx="11015">
                  <c:v>5.0304319634790602</c:v>
                </c:pt>
                <c:pt idx="11016">
                  <c:v>5.0307468321721158</c:v>
                </c:pt>
                <c:pt idx="11017">
                  <c:v>5.031514336574535</c:v>
                </c:pt>
                <c:pt idx="11018">
                  <c:v>5.0316134388637925</c:v>
                </c:pt>
                <c:pt idx="11019">
                  <c:v>5.0353334354184209</c:v>
                </c:pt>
                <c:pt idx="11020">
                  <c:v>5.0418857189342319</c:v>
                </c:pt>
                <c:pt idx="11021">
                  <c:v>5.0431907491769392</c:v>
                </c:pt>
                <c:pt idx="11022">
                  <c:v>5.0393714589235126</c:v>
                </c:pt>
                <c:pt idx="11023">
                  <c:v>5.0374225269887454</c:v>
                </c:pt>
                <c:pt idx="11024">
                  <c:v>5.0393352825204811</c:v>
                </c:pt>
                <c:pt idx="11025">
                  <c:v>5.0440059145547815</c:v>
                </c:pt>
                <c:pt idx="11026">
                  <c:v>5.0457936796569944</c:v>
                </c:pt>
                <c:pt idx="11027">
                  <c:v>5.0456405041727281</c:v>
                </c:pt>
                <c:pt idx="11028">
                  <c:v>5.0412365534798251</c:v>
                </c:pt>
                <c:pt idx="11029">
                  <c:v>5.0354737386111328</c:v>
                </c:pt>
                <c:pt idx="11030">
                  <c:v>5.0318738515427608</c:v>
                </c:pt>
                <c:pt idx="11031">
                  <c:v>5.0330893499732028</c:v>
                </c:pt>
                <c:pt idx="11032">
                  <c:v>5.0354012422479135</c:v>
                </c:pt>
                <c:pt idx="11033">
                  <c:v>5.0373743396370871</c:v>
                </c:pt>
                <c:pt idx="11034">
                  <c:v>5.039833617257484</c:v>
                </c:pt>
                <c:pt idx="11035">
                  <c:v>5.0398703678891357</c:v>
                </c:pt>
                <c:pt idx="11036">
                  <c:v>5.0354854624454486</c:v>
                </c:pt>
                <c:pt idx="11037">
                  <c:v>5.0356053805221652</c:v>
                </c:pt>
                <c:pt idx="11038">
                  <c:v>5.0369878837761277</c:v>
                </c:pt>
                <c:pt idx="11039">
                  <c:v>5.0377199774136745</c:v>
                </c:pt>
                <c:pt idx="11040">
                  <c:v>5.0368230323099299</c:v>
                </c:pt>
                <c:pt idx="11041">
                  <c:v>5.0362483251665262</c:v>
                </c:pt>
                <c:pt idx="11042">
                  <c:v>5.0350445027180157</c:v>
                </c:pt>
                <c:pt idx="11043">
                  <c:v>5.0356687849322412</c:v>
                </c:pt>
                <c:pt idx="11044">
                  <c:v>5.0338162277007887</c:v>
                </c:pt>
                <c:pt idx="11045">
                  <c:v>5.0338065615190262</c:v>
                </c:pt>
                <c:pt idx="11046">
                  <c:v>5.0358746458923509</c:v>
                </c:pt>
                <c:pt idx="11047">
                  <c:v>5.0331988840823829</c:v>
                </c:pt>
                <c:pt idx="11048">
                  <c:v>5.0325019140953984</c:v>
                </c:pt>
                <c:pt idx="11049">
                  <c:v>5.0319513245540159</c:v>
                </c:pt>
                <c:pt idx="11050">
                  <c:v>5.0314308341627747</c:v>
                </c:pt>
                <c:pt idx="11051">
                  <c:v>5.0338714972054204</c:v>
                </c:pt>
                <c:pt idx="11052">
                  <c:v>5.0336077348595056</c:v>
                </c:pt>
                <c:pt idx="11053">
                  <c:v>5.0322054685705533</c:v>
                </c:pt>
                <c:pt idx="11054">
                  <c:v>5.0326677226092951</c:v>
                </c:pt>
                <c:pt idx="11055">
                  <c:v>5.034943342776204</c:v>
                </c:pt>
                <c:pt idx="11056">
                  <c:v>5.0352902725671846</c:v>
                </c:pt>
                <c:pt idx="11057">
                  <c:v>5.0366027677819458</c:v>
                </c:pt>
                <c:pt idx="11058">
                  <c:v>5.038727605083837</c:v>
                </c:pt>
                <c:pt idx="11059">
                  <c:v>5.0361039545210931</c:v>
                </c:pt>
                <c:pt idx="11060">
                  <c:v>5.0319101715029477</c:v>
                </c:pt>
                <c:pt idx="11061">
                  <c:v>5.0278716216216219</c:v>
                </c:pt>
                <c:pt idx="11062">
                  <c:v>5.0237593312150679</c:v>
                </c:pt>
                <c:pt idx="11063">
                  <c:v>5.0214980667636473</c:v>
                </c:pt>
                <c:pt idx="11064">
                  <c:v>5.0251589656228468</c:v>
                </c:pt>
                <c:pt idx="11065">
                  <c:v>5.0296465622846647</c:v>
                </c:pt>
                <c:pt idx="11066">
                  <c:v>5.0312053058724446</c:v>
                </c:pt>
                <c:pt idx="11067">
                  <c:v>5.0303188882933929</c:v>
                </c:pt>
                <c:pt idx="11068">
                  <c:v>5.0307749215220889</c:v>
                </c:pt>
                <c:pt idx="11069">
                  <c:v>5.0354044005053211</c:v>
                </c:pt>
                <c:pt idx="11070">
                  <c:v>5.0387225805834159</c:v>
                </c:pt>
                <c:pt idx="11071">
                  <c:v>5.0383712962254039</c:v>
                </c:pt>
                <c:pt idx="11072">
                  <c:v>5.0366295651175257</c:v>
                </c:pt>
                <c:pt idx="11073">
                  <c:v>5.0356367238343163</c:v>
                </c:pt>
                <c:pt idx="11074">
                  <c:v>5.0373729519179236</c:v>
                </c:pt>
                <c:pt idx="11075">
                  <c:v>5.0378643002067225</c:v>
                </c:pt>
                <c:pt idx="11076">
                  <c:v>5.0373742439323177</c:v>
                </c:pt>
                <c:pt idx="11077">
                  <c:v>5.0343074324324322</c:v>
                </c:pt>
                <c:pt idx="11078">
                  <c:v>5.0329712981394996</c:v>
                </c:pt>
                <c:pt idx="11079">
                  <c:v>5.0369618520787078</c:v>
                </c:pt>
                <c:pt idx="11080">
                  <c:v>5.0428514279151671</c:v>
                </c:pt>
                <c:pt idx="11081">
                  <c:v>5.0466784702549576</c:v>
                </c:pt>
                <c:pt idx="11082">
                  <c:v>5.0442070859811654</c:v>
                </c:pt>
                <c:pt idx="11083">
                  <c:v>5.03789349016155</c:v>
                </c:pt>
                <c:pt idx="11084">
                  <c:v>5.0350733577061479</c:v>
                </c:pt>
                <c:pt idx="11085">
                  <c:v>5.0377004057882244</c:v>
                </c:pt>
                <c:pt idx="11086">
                  <c:v>5.0409592967613506</c:v>
                </c:pt>
                <c:pt idx="11087">
                  <c:v>5.0410932834392463</c:v>
                </c:pt>
                <c:pt idx="11088">
                  <c:v>5.0418448529974738</c:v>
                </c:pt>
                <c:pt idx="11089">
                  <c:v>5.0417288109639387</c:v>
                </c:pt>
                <c:pt idx="11090">
                  <c:v>5.0387093254727819</c:v>
                </c:pt>
                <c:pt idx="11091">
                  <c:v>5.0350640743434649</c:v>
                </c:pt>
                <c:pt idx="11092">
                  <c:v>5.0308297125028707</c:v>
                </c:pt>
                <c:pt idx="11093">
                  <c:v>5.028365745348748</c:v>
                </c:pt>
                <c:pt idx="11094">
                  <c:v>5.0269987941198986</c:v>
                </c:pt>
                <c:pt idx="11095">
                  <c:v>5.0297297775821148</c:v>
                </c:pt>
                <c:pt idx="11096">
                  <c:v>5.0343692577138048</c:v>
                </c:pt>
                <c:pt idx="11097">
                  <c:v>5.0377740506086823</c:v>
                </c:pt>
                <c:pt idx="11098">
                  <c:v>5.0368120262613889</c:v>
                </c:pt>
                <c:pt idx="11099">
                  <c:v>5.0325828324783703</c:v>
                </c:pt>
                <c:pt idx="11100">
                  <c:v>5.0313968589694511</c:v>
                </c:pt>
                <c:pt idx="11101">
                  <c:v>5.036139269581196</c:v>
                </c:pt>
                <c:pt idx="11102">
                  <c:v>5.0386100796263689</c:v>
                </c:pt>
                <c:pt idx="11103">
                  <c:v>5.0385737596661819</c:v>
                </c:pt>
                <c:pt idx="11104">
                  <c:v>5.041594345762193</c:v>
                </c:pt>
                <c:pt idx="11105">
                  <c:v>5.0429683312916316</c:v>
                </c:pt>
                <c:pt idx="11106">
                  <c:v>5.0429245463593908</c:v>
                </c:pt>
                <c:pt idx="11107">
                  <c:v>5.0424275993415515</c:v>
                </c:pt>
                <c:pt idx="11108">
                  <c:v>5.0387976131230383</c:v>
                </c:pt>
                <c:pt idx="11109">
                  <c:v>5.0384112051144632</c:v>
                </c:pt>
                <c:pt idx="11110">
                  <c:v>5.0375830238879109</c:v>
                </c:pt>
                <c:pt idx="11111">
                  <c:v>5.0359335043258557</c:v>
                </c:pt>
                <c:pt idx="11112">
                  <c:v>5.0352206473470638</c:v>
                </c:pt>
                <c:pt idx="11113">
                  <c:v>5.0336060600260319</c:v>
                </c:pt>
                <c:pt idx="11114">
                  <c:v>5.0354240678355406</c:v>
                </c:pt>
                <c:pt idx="11115">
                  <c:v>5.0369965450578054</c:v>
                </c:pt>
                <c:pt idx="11116">
                  <c:v>5.0357013245540161</c:v>
                </c:pt>
                <c:pt idx="11117">
                  <c:v>5.030970877038512</c:v>
                </c:pt>
                <c:pt idx="11118">
                  <c:v>5.0305226437485642</c:v>
                </c:pt>
                <c:pt idx="11119">
                  <c:v>5.0295845934461374</c:v>
                </c:pt>
                <c:pt idx="11120">
                  <c:v>5.0307766920603321</c:v>
                </c:pt>
                <c:pt idx="11121">
                  <c:v>5.0349788013934615</c:v>
                </c:pt>
                <c:pt idx="11122">
                  <c:v>5.0350584756144245</c:v>
                </c:pt>
                <c:pt idx="11123">
                  <c:v>5.035661942041191</c:v>
                </c:pt>
                <c:pt idx="11124">
                  <c:v>5.0355116377000231</c:v>
                </c:pt>
                <c:pt idx="11125">
                  <c:v>5.0355227873057196</c:v>
                </c:pt>
                <c:pt idx="11126">
                  <c:v>5.0346747473394071</c:v>
                </c:pt>
                <c:pt idx="11127">
                  <c:v>5.0313964761503716</c:v>
                </c:pt>
                <c:pt idx="11128">
                  <c:v>5.0306339005436032</c:v>
                </c:pt>
                <c:pt idx="11129">
                  <c:v>5.0329154065538626</c:v>
                </c:pt>
                <c:pt idx="11130">
                  <c:v>5.0310878761197459</c:v>
                </c:pt>
                <c:pt idx="11131">
                  <c:v>5.0311275935992654</c:v>
                </c:pt>
                <c:pt idx="11132">
                  <c:v>5.0332063490544368</c:v>
                </c:pt>
                <c:pt idx="11133">
                  <c:v>5.0352726150371332</c:v>
                </c:pt>
                <c:pt idx="11134">
                  <c:v>5.0344220867468037</c:v>
                </c:pt>
                <c:pt idx="11135">
                  <c:v>5.0309746095245389</c:v>
                </c:pt>
                <c:pt idx="11136">
                  <c:v>5.0324393231758675</c:v>
                </c:pt>
                <c:pt idx="11137">
                  <c:v>5.0385044694127554</c:v>
                </c:pt>
                <c:pt idx="11138">
                  <c:v>5.0433255971977644</c:v>
                </c:pt>
                <c:pt idx="11139">
                  <c:v>5.044652735242324</c:v>
                </c:pt>
                <c:pt idx="11140">
                  <c:v>5.0419140475461299</c:v>
                </c:pt>
                <c:pt idx="11141">
                  <c:v>5.0408991463134525</c:v>
                </c:pt>
                <c:pt idx="11142">
                  <c:v>5.0403151079549806</c:v>
                </c:pt>
                <c:pt idx="11143">
                  <c:v>5.0399604739300203</c:v>
                </c:pt>
                <c:pt idx="11144">
                  <c:v>5.0397342757063015</c:v>
                </c:pt>
                <c:pt idx="11145">
                  <c:v>5.0384877210780186</c:v>
                </c:pt>
                <c:pt idx="11146">
                  <c:v>5.0393195390858283</c:v>
                </c:pt>
                <c:pt idx="11147">
                  <c:v>5.0380003923895567</c:v>
                </c:pt>
                <c:pt idx="11148">
                  <c:v>5.0357272605466656</c:v>
                </c:pt>
                <c:pt idx="11149">
                  <c:v>5.0322596374703314</c:v>
                </c:pt>
                <c:pt idx="11150">
                  <c:v>5.029753368807901</c:v>
                </c:pt>
                <c:pt idx="11151">
                  <c:v>5.0303871257943493</c:v>
                </c:pt>
                <c:pt idx="11152">
                  <c:v>5.0303141987596662</c:v>
                </c:pt>
                <c:pt idx="11153">
                  <c:v>5.0301658563662812</c:v>
                </c:pt>
                <c:pt idx="11154">
                  <c:v>5.0321785755302049</c:v>
                </c:pt>
                <c:pt idx="11155">
                  <c:v>5.0331080124033383</c:v>
                </c:pt>
                <c:pt idx="11156">
                  <c:v>5.033153041497588</c:v>
                </c:pt>
                <c:pt idx="11157">
                  <c:v>5.0353242477605082</c:v>
                </c:pt>
                <c:pt idx="11158">
                  <c:v>5.0399030989204503</c:v>
                </c:pt>
                <c:pt idx="11159">
                  <c:v>5.0413863792971441</c:v>
                </c:pt>
                <c:pt idx="11160">
                  <c:v>5.0414842374243936</c:v>
                </c:pt>
                <c:pt idx="11161">
                  <c:v>5.042122779649338</c:v>
                </c:pt>
                <c:pt idx="11162">
                  <c:v>5.0397916985682567</c:v>
                </c:pt>
                <c:pt idx="11163">
                  <c:v>5.0394548656305034</c:v>
                </c:pt>
                <c:pt idx="11164">
                  <c:v>5.03806714646658</c:v>
                </c:pt>
                <c:pt idx="11165">
                  <c:v>5.0312622502105508</c:v>
                </c:pt>
                <c:pt idx="11166">
                  <c:v>5.0239136551565728</c:v>
                </c:pt>
                <c:pt idx="11167">
                  <c:v>5.0227560581119359</c:v>
                </c:pt>
                <c:pt idx="11168">
                  <c:v>5.0251213057958806</c:v>
                </c:pt>
                <c:pt idx="11169">
                  <c:v>5.0335391623918539</c:v>
                </c:pt>
                <c:pt idx="11170">
                  <c:v>5.0377528998545289</c:v>
                </c:pt>
                <c:pt idx="11171">
                  <c:v>5.0391276031697423</c:v>
                </c:pt>
                <c:pt idx="11172">
                  <c:v>5.0392230208253581</c:v>
                </c:pt>
                <c:pt idx="11173">
                  <c:v>5.0370554991960796</c:v>
                </c:pt>
                <c:pt idx="11174">
                  <c:v>5.0367004344996555</c:v>
                </c:pt>
                <c:pt idx="11175">
                  <c:v>5.0379117219202207</c:v>
                </c:pt>
                <c:pt idx="11176">
                  <c:v>5.0380348461067301</c:v>
                </c:pt>
                <c:pt idx="11177">
                  <c:v>5.0338393882551102</c:v>
                </c:pt>
                <c:pt idx="11178">
                  <c:v>5.0343598307939672</c:v>
                </c:pt>
                <c:pt idx="11179">
                  <c:v>5.0422318352346682</c:v>
                </c:pt>
                <c:pt idx="11180">
                  <c:v>5.0452150486180232</c:v>
                </c:pt>
                <c:pt idx="11181">
                  <c:v>5.0427350987673227</c:v>
                </c:pt>
                <c:pt idx="11182">
                  <c:v>5.0399116644973585</c:v>
                </c:pt>
                <c:pt idx="11183">
                  <c:v>5.0387479901998313</c:v>
                </c:pt>
                <c:pt idx="11184">
                  <c:v>5.0382437217670928</c:v>
                </c:pt>
                <c:pt idx="11185">
                  <c:v>5.0333796703927725</c:v>
                </c:pt>
                <c:pt idx="11186">
                  <c:v>5.0306887872291552</c:v>
                </c:pt>
                <c:pt idx="11187">
                  <c:v>5.0350888140264907</c:v>
                </c:pt>
                <c:pt idx="11188">
                  <c:v>5.0384608758900544</c:v>
                </c:pt>
                <c:pt idx="11189">
                  <c:v>5.0406662009034529</c:v>
                </c:pt>
                <c:pt idx="11190">
                  <c:v>5.0439781601715028</c:v>
                </c:pt>
                <c:pt idx="11191">
                  <c:v>5.0462867984840365</c:v>
                </c:pt>
                <c:pt idx="11192">
                  <c:v>5.0474505684863331</c:v>
                </c:pt>
                <c:pt idx="11193">
                  <c:v>5.0494238572850474</c:v>
                </c:pt>
                <c:pt idx="11194">
                  <c:v>5.0446383795268357</c:v>
                </c:pt>
                <c:pt idx="11195">
                  <c:v>5.0374030989204499</c:v>
                </c:pt>
                <c:pt idx="11196">
                  <c:v>5.0343926096776661</c:v>
                </c:pt>
                <c:pt idx="11197">
                  <c:v>5.0352765389327008</c:v>
                </c:pt>
                <c:pt idx="11198">
                  <c:v>5.0382938710665339</c:v>
                </c:pt>
                <c:pt idx="11199">
                  <c:v>5.0406565825740755</c:v>
                </c:pt>
                <c:pt idx="11200">
                  <c:v>5.0387783286118983</c:v>
                </c:pt>
                <c:pt idx="11201">
                  <c:v>5.0348850585713194</c:v>
                </c:pt>
                <c:pt idx="11202">
                  <c:v>5.0365256297373859</c:v>
                </c:pt>
                <c:pt idx="11203">
                  <c:v>5.0365350566572236</c:v>
                </c:pt>
                <c:pt idx="11204">
                  <c:v>5.0342383814409306</c:v>
                </c:pt>
                <c:pt idx="11205">
                  <c:v>5.031954578516193</c:v>
                </c:pt>
                <c:pt idx="11206">
                  <c:v>5.03354992917847</c:v>
                </c:pt>
                <c:pt idx="11207">
                  <c:v>5.035100681417962</c:v>
                </c:pt>
                <c:pt idx="11208">
                  <c:v>5.0367207239108795</c:v>
                </c:pt>
                <c:pt idx="11209">
                  <c:v>5.0383761771686704</c:v>
                </c:pt>
                <c:pt idx="11210">
                  <c:v>5.0363058915856369</c:v>
                </c:pt>
                <c:pt idx="11211">
                  <c:v>5.0371367525457469</c:v>
                </c:pt>
                <c:pt idx="11212">
                  <c:v>5.0372067127325622</c:v>
                </c:pt>
                <c:pt idx="11213">
                  <c:v>5.0339399739683026</c:v>
                </c:pt>
                <c:pt idx="11214">
                  <c:v>5.0312031525151211</c:v>
                </c:pt>
                <c:pt idx="11215">
                  <c:v>5.0306864903146771</c:v>
                </c:pt>
                <c:pt idx="11216">
                  <c:v>5.0312195180307784</c:v>
                </c:pt>
                <c:pt idx="11217">
                  <c:v>5.0345512881862033</c:v>
                </c:pt>
                <c:pt idx="11218">
                  <c:v>5.0348903223336654</c:v>
                </c:pt>
                <c:pt idx="11219">
                  <c:v>5.0328188882933924</c:v>
                </c:pt>
                <c:pt idx="11220">
                  <c:v>5.0320140590307023</c:v>
                </c:pt>
                <c:pt idx="11221">
                  <c:v>5.0306283018145628</c:v>
                </c:pt>
                <c:pt idx="11222">
                  <c:v>5.0306535200214375</c:v>
                </c:pt>
                <c:pt idx="11223">
                  <c:v>5.0318246114386342</c:v>
                </c:pt>
                <c:pt idx="11224">
                  <c:v>5.0354668000153131</c:v>
                </c:pt>
                <c:pt idx="11225">
                  <c:v>5.0393701669091184</c:v>
                </c:pt>
                <c:pt idx="11226">
                  <c:v>5.0404740735778271</c:v>
                </c:pt>
                <c:pt idx="11227">
                  <c:v>5.0387409558992422</c:v>
                </c:pt>
                <c:pt idx="11228">
                  <c:v>5.0351699716713885</c:v>
                </c:pt>
                <c:pt idx="11229">
                  <c:v>5.0323194529515352</c:v>
                </c:pt>
                <c:pt idx="11230">
                  <c:v>5.0306849590383589</c:v>
                </c:pt>
                <c:pt idx="11231">
                  <c:v>5.0316339196845572</c:v>
                </c:pt>
                <c:pt idx="11232">
                  <c:v>5.0298377325625907</c:v>
                </c:pt>
                <c:pt idx="11233">
                  <c:v>5.0315472590153894</c:v>
                </c:pt>
                <c:pt idx="11234">
                  <c:v>5.0305230744200289</c:v>
                </c:pt>
                <c:pt idx="11235">
                  <c:v>5.0294942002909426</c:v>
                </c:pt>
                <c:pt idx="11236">
                  <c:v>5.0332584124492765</c:v>
                </c:pt>
                <c:pt idx="11237">
                  <c:v>5.0350446462751703</c:v>
                </c:pt>
                <c:pt idx="11238">
                  <c:v>5.0322813146007199</c:v>
                </c:pt>
                <c:pt idx="11239">
                  <c:v>5.0330400620166911</c:v>
                </c:pt>
                <c:pt idx="11240">
                  <c:v>5.0338677647193935</c:v>
                </c:pt>
                <c:pt idx="11241">
                  <c:v>5.0356358624913868</c:v>
                </c:pt>
                <c:pt idx="11242">
                  <c:v>5.0364093005895416</c:v>
                </c:pt>
                <c:pt idx="11243">
                  <c:v>5.0354466541612437</c:v>
                </c:pt>
                <c:pt idx="11244">
                  <c:v>5.0328301814562435</c:v>
                </c:pt>
                <c:pt idx="11245">
                  <c:v>5.0291304264604548</c:v>
                </c:pt>
                <c:pt idx="11246">
                  <c:v>5.0292290023734783</c:v>
                </c:pt>
                <c:pt idx="11247">
                  <c:v>5.0334863333588542</c:v>
                </c:pt>
                <c:pt idx="11248">
                  <c:v>5.0360400237347829</c:v>
                </c:pt>
                <c:pt idx="11249">
                  <c:v>5.0367148380675291</c:v>
                </c:pt>
                <c:pt idx="11250">
                  <c:v>5.0353919588852305</c:v>
                </c:pt>
                <c:pt idx="11251">
                  <c:v>5.0350357457315669</c:v>
                </c:pt>
                <c:pt idx="11252">
                  <c:v>5.0350243568639463</c:v>
                </c:pt>
                <c:pt idx="11253">
                  <c:v>5.0316612433963712</c:v>
                </c:pt>
                <c:pt idx="11254">
                  <c:v>5.0319649624837304</c:v>
                </c:pt>
                <c:pt idx="11255">
                  <c:v>5.0353074994257714</c:v>
                </c:pt>
                <c:pt idx="11256">
                  <c:v>5.0376240812342088</c:v>
                </c:pt>
                <c:pt idx="11257">
                  <c:v>5.0362498085904601</c:v>
                </c:pt>
                <c:pt idx="11258">
                  <c:v>5.0352838124952148</c:v>
                </c:pt>
                <c:pt idx="11259">
                  <c:v>5.0366390398897485</c:v>
                </c:pt>
                <c:pt idx="11260">
                  <c:v>5.0384549421943188</c:v>
                </c:pt>
                <c:pt idx="11261">
                  <c:v>5.0408715833397135</c:v>
                </c:pt>
                <c:pt idx="11262">
                  <c:v>5.0404141145394687</c:v>
                </c:pt>
                <c:pt idx="11263">
                  <c:v>5.0429816342546516</c:v>
                </c:pt>
                <c:pt idx="11264">
                  <c:v>5.0417838890590305</c:v>
                </c:pt>
                <c:pt idx="11265">
                  <c:v>5.0368895949774135</c:v>
                </c:pt>
                <c:pt idx="11266">
                  <c:v>5.0363622616951229</c:v>
                </c:pt>
                <c:pt idx="11267">
                  <c:v>5.0373220848327085</c:v>
                </c:pt>
                <c:pt idx="11268">
                  <c:v>5.0361034759972441</c:v>
                </c:pt>
                <c:pt idx="11269">
                  <c:v>5.0339563873363451</c:v>
                </c:pt>
                <c:pt idx="11270">
                  <c:v>5.0342230208253582</c:v>
                </c:pt>
                <c:pt idx="11271">
                  <c:v>5.0358826372406398</c:v>
                </c:pt>
                <c:pt idx="11272">
                  <c:v>5.0382778883699562</c:v>
                </c:pt>
                <c:pt idx="11273">
                  <c:v>5.033762393767705</c:v>
                </c:pt>
                <c:pt idx="11274">
                  <c:v>5.0290853016614347</c:v>
                </c:pt>
                <c:pt idx="11275">
                  <c:v>5.0305867180920298</c:v>
                </c:pt>
                <c:pt idx="11276">
                  <c:v>5.0320107093637549</c:v>
                </c:pt>
                <c:pt idx="11277">
                  <c:v>5.0364817012479906</c:v>
                </c:pt>
                <c:pt idx="11278">
                  <c:v>5.040789755761427</c:v>
                </c:pt>
                <c:pt idx="11279">
                  <c:v>5.042839895490391</c:v>
                </c:pt>
                <c:pt idx="11280">
                  <c:v>5.0424123822831328</c:v>
                </c:pt>
                <c:pt idx="11281">
                  <c:v>5.0387990008422019</c:v>
                </c:pt>
                <c:pt idx="11282">
                  <c:v>5.0367127804149758</c:v>
                </c:pt>
                <c:pt idx="11283">
                  <c:v>5.0382700405788228</c:v>
                </c:pt>
                <c:pt idx="11284">
                  <c:v>5.0387535889288726</c:v>
                </c:pt>
                <c:pt idx="11285">
                  <c:v>5.0379429695276015</c:v>
                </c:pt>
                <c:pt idx="11286">
                  <c:v>5.0398661568792589</c:v>
                </c:pt>
                <c:pt idx="11287">
                  <c:v>5.0348883125334964</c:v>
                </c:pt>
                <c:pt idx="11288">
                  <c:v>5.0310989300206721</c:v>
                </c:pt>
                <c:pt idx="11289">
                  <c:v>5.0295806695505707</c:v>
                </c:pt>
                <c:pt idx="11290">
                  <c:v>5.0303265446749865</c:v>
                </c:pt>
                <c:pt idx="11291">
                  <c:v>5.0337037745961259</c:v>
                </c:pt>
                <c:pt idx="11292">
                  <c:v>5.0358212426307327</c:v>
                </c:pt>
                <c:pt idx="11293">
                  <c:v>5.0357601351351349</c:v>
                </c:pt>
                <c:pt idx="11294">
                  <c:v>5.0300569921904907</c:v>
                </c:pt>
                <c:pt idx="11295">
                  <c:v>5.0263685782099383</c:v>
                </c:pt>
                <c:pt idx="11296">
                  <c:v>5.0282918612663652</c:v>
                </c:pt>
                <c:pt idx="11297">
                  <c:v>5.0274241061174489</c:v>
                </c:pt>
                <c:pt idx="11298">
                  <c:v>5.0262996229232062</c:v>
                </c:pt>
                <c:pt idx="11299">
                  <c:v>5.0269750593369578</c:v>
                </c:pt>
                <c:pt idx="11300">
                  <c:v>5.0351565251512138</c:v>
                </c:pt>
                <c:pt idx="11301">
                  <c:v>5.0382472149911948</c:v>
                </c:pt>
                <c:pt idx="11302">
                  <c:v>5.0343823692672842</c:v>
                </c:pt>
                <c:pt idx="11303">
                  <c:v>5.0341717230686776</c:v>
                </c:pt>
                <c:pt idx="11304">
                  <c:v>5.0381879737386113</c:v>
                </c:pt>
                <c:pt idx="11305">
                  <c:v>5.0383349284128318</c:v>
                </c:pt>
                <c:pt idx="11306">
                  <c:v>5.0349683217211547</c:v>
                </c:pt>
                <c:pt idx="11307">
                  <c:v>5.0289445677972591</c:v>
                </c:pt>
                <c:pt idx="11308">
                  <c:v>5.0270134848020822</c:v>
                </c:pt>
                <c:pt idx="11309">
                  <c:v>5.0354025342623077</c:v>
                </c:pt>
                <c:pt idx="11310">
                  <c:v>5.0431733309088127</c:v>
                </c:pt>
                <c:pt idx="11311">
                  <c:v>5.0433168402113164</c:v>
                </c:pt>
                <c:pt idx="11312">
                  <c:v>5.0450899146313448</c:v>
                </c:pt>
                <c:pt idx="11313">
                  <c:v>5.0446943668172421</c:v>
                </c:pt>
                <c:pt idx="11314">
                  <c:v>5.0397443247071436</c:v>
                </c:pt>
                <c:pt idx="11315">
                  <c:v>5.0338301048924281</c:v>
                </c:pt>
                <c:pt idx="11316">
                  <c:v>5.0333370817701555</c:v>
                </c:pt>
                <c:pt idx="11317">
                  <c:v>5.0355054168899782</c:v>
                </c:pt>
                <c:pt idx="11318">
                  <c:v>5.0370658353112319</c:v>
                </c:pt>
                <c:pt idx="11319">
                  <c:v>5.0335011675981933</c:v>
                </c:pt>
                <c:pt idx="11320">
                  <c:v>5.032482773141413</c:v>
                </c:pt>
                <c:pt idx="11321">
                  <c:v>5.0359164688768088</c:v>
                </c:pt>
                <c:pt idx="11322">
                  <c:v>5.0346019160094944</c:v>
                </c:pt>
                <c:pt idx="11323">
                  <c:v>5.0312318160937144</c:v>
                </c:pt>
                <c:pt idx="11324">
                  <c:v>5.0316948357706144</c:v>
                </c:pt>
                <c:pt idx="11325">
                  <c:v>5.0350747454253124</c:v>
                </c:pt>
                <c:pt idx="11326">
                  <c:v>5.0356605064696423</c:v>
                </c:pt>
                <c:pt idx="11327">
                  <c:v>5.0389018834698724</c:v>
                </c:pt>
                <c:pt idx="11328">
                  <c:v>5.0375236390781719</c:v>
                </c:pt>
                <c:pt idx="11329">
                  <c:v>5.0346077540004597</c:v>
                </c:pt>
                <c:pt idx="11330">
                  <c:v>5.0368128397519332</c:v>
                </c:pt>
                <c:pt idx="11331">
                  <c:v>5.0394727145700946</c:v>
                </c:pt>
                <c:pt idx="11332">
                  <c:v>5.0395731088737463</c:v>
                </c:pt>
                <c:pt idx="11333">
                  <c:v>5.0405536520940206</c:v>
                </c:pt>
                <c:pt idx="11334">
                  <c:v>5.0423113180460915</c:v>
                </c:pt>
                <c:pt idx="11335">
                  <c:v>5.0375756067682413</c:v>
                </c:pt>
                <c:pt idx="11336">
                  <c:v>5.0334290062016693</c:v>
                </c:pt>
                <c:pt idx="11337">
                  <c:v>5.0293394935303573</c:v>
                </c:pt>
                <c:pt idx="11338">
                  <c:v>5.0266745942117756</c:v>
                </c:pt>
                <c:pt idx="11339">
                  <c:v>5.031386570706684</c:v>
                </c:pt>
                <c:pt idx="11340">
                  <c:v>5.0370626770538243</c:v>
                </c:pt>
                <c:pt idx="11341">
                  <c:v>5.0424328152515123</c:v>
                </c:pt>
                <c:pt idx="11342">
                  <c:v>5.0413283822065695</c:v>
                </c:pt>
                <c:pt idx="11343">
                  <c:v>5.0368343254727819</c:v>
                </c:pt>
                <c:pt idx="11344">
                  <c:v>5.0382503253962181</c:v>
                </c:pt>
                <c:pt idx="11345">
                  <c:v>5.0405393442309165</c:v>
                </c:pt>
                <c:pt idx="11346">
                  <c:v>5.0420285104509608</c:v>
                </c:pt>
                <c:pt idx="11347">
                  <c:v>5.0425325874741596</c:v>
                </c:pt>
                <c:pt idx="11348">
                  <c:v>5.0391023371104815</c:v>
                </c:pt>
                <c:pt idx="11349">
                  <c:v>5.0359281448587394</c:v>
                </c:pt>
                <c:pt idx="11350">
                  <c:v>5.0354788109639381</c:v>
                </c:pt>
                <c:pt idx="11351">
                  <c:v>5.0351208751244165</c:v>
                </c:pt>
                <c:pt idx="11352">
                  <c:v>5.0354007637240636</c:v>
                </c:pt>
                <c:pt idx="11353">
                  <c:v>5.0376730820764104</c:v>
                </c:pt>
                <c:pt idx="11354">
                  <c:v>5.0371742688155576</c:v>
                </c:pt>
                <c:pt idx="11355">
                  <c:v>5.0329254555547047</c:v>
                </c:pt>
                <c:pt idx="11356">
                  <c:v>5.0317112012862717</c:v>
                </c:pt>
                <c:pt idx="11357">
                  <c:v>5.0345271705841821</c:v>
                </c:pt>
                <c:pt idx="11358">
                  <c:v>5.0336085483500499</c:v>
                </c:pt>
                <c:pt idx="11359">
                  <c:v>5.0325545517188575</c:v>
                </c:pt>
                <c:pt idx="11360">
                  <c:v>5.0320437275093788</c:v>
                </c:pt>
                <c:pt idx="11361">
                  <c:v>5.0314756239950995</c:v>
                </c:pt>
                <c:pt idx="11362">
                  <c:v>5.031812265523314</c:v>
                </c:pt>
                <c:pt idx="11363">
                  <c:v>5.0309175216292781</c:v>
                </c:pt>
                <c:pt idx="11364">
                  <c:v>5.0300733577061481</c:v>
                </c:pt>
                <c:pt idx="11365">
                  <c:v>5.0298587876119747</c:v>
                </c:pt>
                <c:pt idx="11366">
                  <c:v>5.0342181877344769</c:v>
                </c:pt>
                <c:pt idx="11367">
                  <c:v>5.0393249464053289</c:v>
                </c:pt>
                <c:pt idx="11368">
                  <c:v>5.0382331463900165</c:v>
                </c:pt>
                <c:pt idx="11369">
                  <c:v>5.0373360577291173</c:v>
                </c:pt>
                <c:pt idx="11370">
                  <c:v>5.0374399452568719</c:v>
                </c:pt>
                <c:pt idx="11371">
                  <c:v>5.0399185073884079</c:v>
                </c:pt>
                <c:pt idx="11372">
                  <c:v>5.0428411396524</c:v>
                </c:pt>
                <c:pt idx="11373">
                  <c:v>5.0410257637240639</c:v>
                </c:pt>
                <c:pt idx="11374">
                  <c:v>5.0395363103897095</c:v>
                </c:pt>
                <c:pt idx="11375">
                  <c:v>5.0406247128856903</c:v>
                </c:pt>
                <c:pt idx="11376">
                  <c:v>5.0397213077099758</c:v>
                </c:pt>
                <c:pt idx="11377">
                  <c:v>5.0385299747339412</c:v>
                </c:pt>
                <c:pt idx="11378">
                  <c:v>5.0407016595207104</c:v>
                </c:pt>
                <c:pt idx="11379">
                  <c:v>5.0404846011025191</c:v>
                </c:pt>
                <c:pt idx="11380">
                  <c:v>5.039010508383738</c:v>
                </c:pt>
                <c:pt idx="11381">
                  <c:v>5.0341622482964548</c:v>
                </c:pt>
                <c:pt idx="11382">
                  <c:v>5.0300592412525837</c:v>
                </c:pt>
                <c:pt idx="11383">
                  <c:v>5.0289960569634786</c:v>
                </c:pt>
                <c:pt idx="11384">
                  <c:v>5.0247930384350354</c:v>
                </c:pt>
                <c:pt idx="11385">
                  <c:v>5.0232054877115075</c:v>
                </c:pt>
                <c:pt idx="11386">
                  <c:v>5.0245009474772226</c:v>
                </c:pt>
                <c:pt idx="11387">
                  <c:v>5.0249569328535335</c:v>
                </c:pt>
                <c:pt idx="11388">
                  <c:v>5.0274493721767097</c:v>
                </c:pt>
                <c:pt idx="11389">
                  <c:v>5.0302283994334278</c:v>
                </c:pt>
                <c:pt idx="11390">
                  <c:v>5.0274466924431511</c:v>
                </c:pt>
                <c:pt idx="11391">
                  <c:v>5.0271140226628894</c:v>
                </c:pt>
                <c:pt idx="11392">
                  <c:v>5.0317562303805223</c:v>
                </c:pt>
                <c:pt idx="11393">
                  <c:v>5.0321783362682799</c:v>
                </c:pt>
                <c:pt idx="11394">
                  <c:v>5.0317467077559144</c:v>
                </c:pt>
                <c:pt idx="11395">
                  <c:v>5.0336736275935996</c:v>
                </c:pt>
                <c:pt idx="11396">
                  <c:v>5.0346101944720925</c:v>
                </c:pt>
                <c:pt idx="11397">
                  <c:v>5.0325524462139191</c:v>
                </c:pt>
                <c:pt idx="11398">
                  <c:v>5.0305332669780265</c:v>
                </c:pt>
                <c:pt idx="11399">
                  <c:v>5.0311956396906821</c:v>
                </c:pt>
                <c:pt idx="11400">
                  <c:v>5.0290318505474314</c:v>
                </c:pt>
                <c:pt idx="11401">
                  <c:v>5.0276597791133906</c:v>
                </c:pt>
                <c:pt idx="11402">
                  <c:v>5.0305226916009493</c:v>
                </c:pt>
                <c:pt idx="11403">
                  <c:v>5.0320543985912254</c:v>
                </c:pt>
                <c:pt idx="11404">
                  <c:v>5.0343383450731185</c:v>
                </c:pt>
                <c:pt idx="11405">
                  <c:v>5.0356988362299973</c:v>
                </c:pt>
                <c:pt idx="11406">
                  <c:v>5.0359258957966464</c:v>
                </c:pt>
                <c:pt idx="11407">
                  <c:v>5.0353853552561061</c:v>
                </c:pt>
                <c:pt idx="11408">
                  <c:v>5.0356499789449503</c:v>
                </c:pt>
                <c:pt idx="11409">
                  <c:v>5.0376343694969759</c:v>
                </c:pt>
                <c:pt idx="11410">
                  <c:v>5.0368173378761201</c:v>
                </c:pt>
                <c:pt idx="11411">
                  <c:v>5.037089426537019</c:v>
                </c:pt>
                <c:pt idx="11412">
                  <c:v>5.0388190509915018</c:v>
                </c:pt>
                <c:pt idx="11413">
                  <c:v>5.0381750535946708</c:v>
                </c:pt>
                <c:pt idx="11414">
                  <c:v>5.0352846259857591</c:v>
                </c:pt>
                <c:pt idx="11415">
                  <c:v>5.0346983864175794</c:v>
                </c:pt>
                <c:pt idx="11416">
                  <c:v>5.0353662143021207</c:v>
                </c:pt>
                <c:pt idx="11417">
                  <c:v>5.0381386379297144</c:v>
                </c:pt>
                <c:pt idx="11418">
                  <c:v>5.0398528539162388</c:v>
                </c:pt>
                <c:pt idx="11419">
                  <c:v>5.0415175905367127</c:v>
                </c:pt>
                <c:pt idx="11420">
                  <c:v>5.0386869784090038</c:v>
                </c:pt>
                <c:pt idx="11421">
                  <c:v>5.0341969891279383</c:v>
                </c:pt>
                <c:pt idx="11422">
                  <c:v>5.0346127785008807</c:v>
                </c:pt>
                <c:pt idx="11423">
                  <c:v>5.0389917502488322</c:v>
                </c:pt>
                <c:pt idx="11424">
                  <c:v>5.0403423359620243</c:v>
                </c:pt>
                <c:pt idx="11425">
                  <c:v>5.0402465354873289</c:v>
                </c:pt>
                <c:pt idx="11426">
                  <c:v>5.0411052943878722</c:v>
                </c:pt>
                <c:pt idx="11427">
                  <c:v>5.0380519294081614</c:v>
                </c:pt>
                <c:pt idx="11428">
                  <c:v>5.0375802005971977</c:v>
                </c:pt>
                <c:pt idx="11429">
                  <c:v>5.0389610768700708</c:v>
                </c:pt>
                <c:pt idx="11430">
                  <c:v>5.0379489032233362</c:v>
                </c:pt>
                <c:pt idx="11431">
                  <c:v>5.0401951420258788</c:v>
                </c:pt>
                <c:pt idx="11432">
                  <c:v>5.0401600183753157</c:v>
                </c:pt>
                <c:pt idx="11433">
                  <c:v>5.039272595896179</c:v>
                </c:pt>
                <c:pt idx="11434">
                  <c:v>5.0407699927264371</c:v>
                </c:pt>
                <c:pt idx="11435">
                  <c:v>5.0417917368501648</c:v>
                </c:pt>
                <c:pt idx="11436">
                  <c:v>5.03945252086364</c:v>
                </c:pt>
                <c:pt idx="11437">
                  <c:v>5.0387437791899545</c:v>
                </c:pt>
                <c:pt idx="11438">
                  <c:v>5.0370462158333975</c:v>
                </c:pt>
                <c:pt idx="11439">
                  <c:v>5.0389703602327538</c:v>
                </c:pt>
                <c:pt idx="11440">
                  <c:v>5.038187638771916</c:v>
                </c:pt>
                <c:pt idx="11441">
                  <c:v>5.0331389250440246</c:v>
                </c:pt>
                <c:pt idx="11442">
                  <c:v>5.0332237194701781</c:v>
                </c:pt>
                <c:pt idx="11443">
                  <c:v>5.0365293143710286</c:v>
                </c:pt>
                <c:pt idx="11444">
                  <c:v>5.0361093139882094</c:v>
                </c:pt>
                <c:pt idx="11445">
                  <c:v>5.0339040368271952</c:v>
                </c:pt>
                <c:pt idx="11446">
                  <c:v>5.0317360845264529</c:v>
                </c:pt>
                <c:pt idx="11447">
                  <c:v>5.029505589158564</c:v>
                </c:pt>
                <c:pt idx="11448">
                  <c:v>5.0313782443917008</c:v>
                </c:pt>
                <c:pt idx="11449">
                  <c:v>5.0341429159329305</c:v>
                </c:pt>
                <c:pt idx="11450">
                  <c:v>5.0368885900773295</c:v>
                </c:pt>
                <c:pt idx="11451">
                  <c:v>5.0386031888829343</c:v>
                </c:pt>
                <c:pt idx="11452">
                  <c:v>5.0379346910650025</c:v>
                </c:pt>
                <c:pt idx="11453">
                  <c:v>5.0355591551182908</c:v>
                </c:pt>
                <c:pt idx="11454">
                  <c:v>5.036459019217518</c:v>
                </c:pt>
                <c:pt idx="11455">
                  <c:v>5.0358614386341012</c:v>
                </c:pt>
                <c:pt idx="11456">
                  <c:v>5.0360717498660135</c:v>
                </c:pt>
                <c:pt idx="11457">
                  <c:v>5.0352823290712809</c:v>
                </c:pt>
                <c:pt idx="11458">
                  <c:v>5.0296804417732179</c:v>
                </c:pt>
                <c:pt idx="11459">
                  <c:v>5.0256616070744968</c:v>
                </c:pt>
                <c:pt idx="11460">
                  <c:v>5.0257698013168977</c:v>
                </c:pt>
                <c:pt idx="11461">
                  <c:v>5.0264505493453795</c:v>
                </c:pt>
                <c:pt idx="11462">
                  <c:v>5.0269099322410229</c:v>
                </c:pt>
                <c:pt idx="11463">
                  <c:v>5.0256807958808665</c:v>
                </c:pt>
                <c:pt idx="11464">
                  <c:v>5.0283434461373551</c:v>
                </c:pt>
                <c:pt idx="11465">
                  <c:v>5.0351786329530661</c:v>
                </c:pt>
                <c:pt idx="11466">
                  <c:v>5.0397194893193475</c:v>
                </c:pt>
                <c:pt idx="11467">
                  <c:v>5.0412332516652629</c:v>
                </c:pt>
                <c:pt idx="11468">
                  <c:v>5.0381431360539013</c:v>
                </c:pt>
                <c:pt idx="11469">
                  <c:v>5.0367548426613586</c:v>
                </c:pt>
                <c:pt idx="11470">
                  <c:v>5.0360545708598119</c:v>
                </c:pt>
                <c:pt idx="11471">
                  <c:v>5.033881450501493</c:v>
                </c:pt>
                <c:pt idx="11472">
                  <c:v>5.0306679235893119</c:v>
                </c:pt>
                <c:pt idx="11473">
                  <c:v>5.0280225958961795</c:v>
                </c:pt>
                <c:pt idx="11474">
                  <c:v>5.0247016882321418</c:v>
                </c:pt>
                <c:pt idx="11475">
                  <c:v>5.0251251339866778</c:v>
                </c:pt>
                <c:pt idx="11476">
                  <c:v>5.0309930326927494</c:v>
                </c:pt>
                <c:pt idx="11477">
                  <c:v>5.0335384924584643</c:v>
                </c:pt>
                <c:pt idx="11478">
                  <c:v>5.0324798062935461</c:v>
                </c:pt>
                <c:pt idx="11479">
                  <c:v>5.0335333722532729</c:v>
                </c:pt>
                <c:pt idx="11480">
                  <c:v>5.0369807537707683</c:v>
                </c:pt>
                <c:pt idx="11481">
                  <c:v>5.0383088488630277</c:v>
                </c:pt>
                <c:pt idx="11482">
                  <c:v>5.0403301814562438</c:v>
                </c:pt>
                <c:pt idx="11483">
                  <c:v>5.037826592527372</c:v>
                </c:pt>
                <c:pt idx="11484">
                  <c:v>5.0379693361917157</c:v>
                </c:pt>
                <c:pt idx="11485">
                  <c:v>5.0366279381364363</c:v>
                </c:pt>
                <c:pt idx="11486">
                  <c:v>5.0350284243166676</c:v>
                </c:pt>
                <c:pt idx="11487">
                  <c:v>5.0345970350662279</c:v>
                </c:pt>
                <c:pt idx="11488">
                  <c:v>5.0334717862338261</c:v>
                </c:pt>
                <c:pt idx="11489">
                  <c:v>5.0276668612663657</c:v>
                </c:pt>
                <c:pt idx="11490">
                  <c:v>5.0280536520940204</c:v>
                </c:pt>
                <c:pt idx="11491">
                  <c:v>5.0316354988132606</c:v>
                </c:pt>
                <c:pt idx="11492">
                  <c:v>5.0306101179082763</c:v>
                </c:pt>
                <c:pt idx="11493">
                  <c:v>5.0285237539238956</c:v>
                </c:pt>
                <c:pt idx="11494">
                  <c:v>5.0256760584947555</c:v>
                </c:pt>
                <c:pt idx="11495">
                  <c:v>5.0285947668631801</c:v>
                </c:pt>
                <c:pt idx="11496">
                  <c:v>5.0346503904754609</c:v>
                </c:pt>
                <c:pt idx="11497">
                  <c:v>5.0400183753158254</c:v>
                </c:pt>
                <c:pt idx="11498">
                  <c:v>5.0399497071434043</c:v>
                </c:pt>
                <c:pt idx="11499">
                  <c:v>5.0374848786463513</c:v>
                </c:pt>
                <c:pt idx="11500">
                  <c:v>5.0368815557767395</c:v>
                </c:pt>
                <c:pt idx="11501">
                  <c:v>5.0362329645509529</c:v>
                </c:pt>
                <c:pt idx="11502">
                  <c:v>5.0379779017686239</c:v>
                </c:pt>
                <c:pt idx="11503">
                  <c:v>5.0383393308322484</c:v>
                </c:pt>
                <c:pt idx="11504">
                  <c:v>5.0380652802235666</c:v>
                </c:pt>
                <c:pt idx="11505">
                  <c:v>5.0371817337876124</c:v>
                </c:pt>
                <c:pt idx="11506">
                  <c:v>5.0375289985452874</c:v>
                </c:pt>
                <c:pt idx="11507">
                  <c:v>5.0357932968379142</c:v>
                </c:pt>
                <c:pt idx="11508">
                  <c:v>5.0309353705688693</c:v>
                </c:pt>
                <c:pt idx="11509">
                  <c:v>5.0275589541382741</c:v>
                </c:pt>
                <c:pt idx="11510">
                  <c:v>5.0332148189265755</c:v>
                </c:pt>
                <c:pt idx="11511">
                  <c:v>5.0357947802618481</c:v>
                </c:pt>
                <c:pt idx="11512">
                  <c:v>5.0324882283132988</c:v>
                </c:pt>
                <c:pt idx="11513">
                  <c:v>5.0299066878493228</c:v>
                </c:pt>
                <c:pt idx="11514">
                  <c:v>5.0298528060638539</c:v>
                </c:pt>
                <c:pt idx="11515">
                  <c:v>5.0349628186968838</c:v>
                </c:pt>
                <c:pt idx="11516">
                  <c:v>5.0403296072276245</c:v>
                </c:pt>
                <c:pt idx="11517">
                  <c:v>5.0434483385651943</c:v>
                </c:pt>
                <c:pt idx="11518">
                  <c:v>5.0432287918229841</c:v>
                </c:pt>
                <c:pt idx="11519">
                  <c:v>5.0440943457621925</c:v>
                </c:pt>
                <c:pt idx="11520">
                  <c:v>5.0435511733404796</c:v>
                </c:pt>
                <c:pt idx="11521">
                  <c:v>5.0376301106347139</c:v>
                </c:pt>
                <c:pt idx="11522">
                  <c:v>5.0360708406706989</c:v>
                </c:pt>
                <c:pt idx="11523">
                  <c:v>5.0367268968685401</c:v>
                </c:pt>
                <c:pt idx="11524">
                  <c:v>5.034833569405099</c:v>
                </c:pt>
                <c:pt idx="11525">
                  <c:v>5.0339522720312377</c:v>
                </c:pt>
                <c:pt idx="11526">
                  <c:v>5.0369301737998624</c:v>
                </c:pt>
                <c:pt idx="11527">
                  <c:v>5.0389767724523393</c:v>
                </c:pt>
                <c:pt idx="11528">
                  <c:v>5.0393674871755607</c:v>
                </c:pt>
                <c:pt idx="11529">
                  <c:v>5.0374500421100992</c:v>
                </c:pt>
                <c:pt idx="11530">
                  <c:v>5.0381426575300514</c:v>
                </c:pt>
                <c:pt idx="11531">
                  <c:v>5.0387343044177317</c:v>
                </c:pt>
                <c:pt idx="11532">
                  <c:v>5.0379485204042567</c:v>
                </c:pt>
                <c:pt idx="11533">
                  <c:v>5.0337515312763186</c:v>
                </c:pt>
                <c:pt idx="11534">
                  <c:v>5.0318098250516803</c:v>
                </c:pt>
                <c:pt idx="11535">
                  <c:v>5.0333723011254881</c:v>
                </c:pt>
                <c:pt idx="11536">
                  <c:v>5.0348620894265368</c:v>
                </c:pt>
                <c:pt idx="11537">
                  <c:v>5.0372127899854533</c:v>
                </c:pt>
                <c:pt idx="11538">
                  <c:v>5.0392742228772684</c:v>
                </c:pt>
                <c:pt idx="11539">
                  <c:v>5.0386362548809434</c:v>
                </c:pt>
                <c:pt idx="11540">
                  <c:v>5.0365323290712807</c:v>
                </c:pt>
                <c:pt idx="11541">
                  <c:v>5.035379325855601</c:v>
                </c:pt>
                <c:pt idx="11542">
                  <c:v>5.0313451305413066</c:v>
                </c:pt>
                <c:pt idx="11543">
                  <c:v>5.0221005761427149</c:v>
                </c:pt>
                <c:pt idx="11544">
                  <c:v>5.018557872674374</c:v>
                </c:pt>
                <c:pt idx="11545">
                  <c:v>5.0232713325932163</c:v>
                </c:pt>
                <c:pt idx="11546">
                  <c:v>5.0259354662736389</c:v>
                </c:pt>
                <c:pt idx="11547">
                  <c:v>5.0293772969144781</c:v>
                </c:pt>
                <c:pt idx="11548">
                  <c:v>5.0294925733098541</c:v>
                </c:pt>
                <c:pt idx="11549">
                  <c:v>5.026654639767246</c:v>
                </c:pt>
                <c:pt idx="11550">
                  <c:v>5.0271442175178009</c:v>
                </c:pt>
                <c:pt idx="11551">
                  <c:v>5.0285446175637389</c:v>
                </c:pt>
                <c:pt idx="11552">
                  <c:v>5.0279419167751325</c:v>
                </c:pt>
                <c:pt idx="11553">
                  <c:v>5.0311805183370337</c:v>
                </c:pt>
                <c:pt idx="11554">
                  <c:v>5.0339754325855601</c:v>
                </c:pt>
                <c:pt idx="11555">
                  <c:v>5.0361252966847871</c:v>
                </c:pt>
                <c:pt idx="11556">
                  <c:v>5.0379005244621391</c:v>
                </c:pt>
                <c:pt idx="11557">
                  <c:v>5.0362086076870067</c:v>
                </c:pt>
                <c:pt idx="11558">
                  <c:v>5.0357539621774752</c:v>
                </c:pt>
                <c:pt idx="11559">
                  <c:v>5.0393162372712652</c:v>
                </c:pt>
                <c:pt idx="11560">
                  <c:v>5.0412451669091185</c:v>
                </c:pt>
                <c:pt idx="11561">
                  <c:v>5.0394396964244699</c:v>
                </c:pt>
                <c:pt idx="11562">
                  <c:v>5.0364995980399661</c:v>
                </c:pt>
                <c:pt idx="11563">
                  <c:v>5.0354628282673612</c:v>
                </c:pt>
                <c:pt idx="11564">
                  <c:v>5.0368490640073498</c:v>
                </c:pt>
                <c:pt idx="11565">
                  <c:v>5.0364650964704083</c:v>
                </c:pt>
                <c:pt idx="11566">
                  <c:v>5.0354253598499348</c:v>
                </c:pt>
                <c:pt idx="11567">
                  <c:v>5.0347648533802927</c:v>
                </c:pt>
                <c:pt idx="11568">
                  <c:v>5.0380703047239876</c:v>
                </c:pt>
                <c:pt idx="11569">
                  <c:v>5.0379823520404257</c:v>
                </c:pt>
                <c:pt idx="11570">
                  <c:v>5.037051336038588</c:v>
                </c:pt>
                <c:pt idx="11571">
                  <c:v>5.0412289449506167</c:v>
                </c:pt>
                <c:pt idx="11572">
                  <c:v>5.0417963306791211</c:v>
                </c:pt>
                <c:pt idx="11573">
                  <c:v>5.0405439380598729</c:v>
                </c:pt>
                <c:pt idx="11574">
                  <c:v>5.0373317988668553</c:v>
                </c:pt>
                <c:pt idx="11575">
                  <c:v>5.0349324802848177</c:v>
                </c:pt>
                <c:pt idx="11576">
                  <c:v>5.0330895413827426</c:v>
                </c:pt>
                <c:pt idx="11577">
                  <c:v>5.0323833837378453</c:v>
                </c:pt>
                <c:pt idx="11578">
                  <c:v>5.033583760814639</c:v>
                </c:pt>
                <c:pt idx="11579">
                  <c:v>5.0340143365745345</c:v>
                </c:pt>
                <c:pt idx="11580">
                  <c:v>5.03433595245387</c:v>
                </c:pt>
                <c:pt idx="11581">
                  <c:v>5.0338130694433811</c:v>
                </c:pt>
                <c:pt idx="11582">
                  <c:v>5.0346222054207184</c:v>
                </c:pt>
                <c:pt idx="11583">
                  <c:v>5.0375107189342314</c:v>
                </c:pt>
                <c:pt idx="11584">
                  <c:v>5.0384340785544754</c:v>
                </c:pt>
                <c:pt idx="11585">
                  <c:v>5.0366294694127554</c:v>
                </c:pt>
                <c:pt idx="11586">
                  <c:v>5.0336630522165224</c:v>
                </c:pt>
                <c:pt idx="11587">
                  <c:v>5.0363322582497512</c:v>
                </c:pt>
                <c:pt idx="11588">
                  <c:v>5.0399264030319273</c:v>
                </c:pt>
                <c:pt idx="11589">
                  <c:v>5.0436642006737618</c:v>
                </c:pt>
                <c:pt idx="11590">
                  <c:v>5.0429388063701097</c:v>
                </c:pt>
                <c:pt idx="11591">
                  <c:v>5.0381931896485721</c:v>
                </c:pt>
                <c:pt idx="11592">
                  <c:v>5.0347913636015615</c:v>
                </c:pt>
                <c:pt idx="11593">
                  <c:v>5.0352639059030704</c:v>
                </c:pt>
                <c:pt idx="11594">
                  <c:v>5.0393881594058652</c:v>
                </c:pt>
                <c:pt idx="11595">
                  <c:v>5.0409152725671849</c:v>
                </c:pt>
                <c:pt idx="11596">
                  <c:v>5.0412248296455093</c:v>
                </c:pt>
                <c:pt idx="11597">
                  <c:v>5.0402974504249292</c:v>
                </c:pt>
                <c:pt idx="11598">
                  <c:v>5.040800283286119</c:v>
                </c:pt>
                <c:pt idx="11599">
                  <c:v>5.0414866778960263</c:v>
                </c:pt>
                <c:pt idx="11600">
                  <c:v>5.0359360405022588</c:v>
                </c:pt>
                <c:pt idx="11601">
                  <c:v>5.0308747894495065</c:v>
                </c:pt>
                <c:pt idx="11602">
                  <c:v>5.0275152170584185</c:v>
                </c:pt>
                <c:pt idx="11603">
                  <c:v>5.0231667272796878</c:v>
                </c:pt>
                <c:pt idx="11604">
                  <c:v>5.0222692557997091</c:v>
                </c:pt>
                <c:pt idx="11605">
                  <c:v>5.0234766193247076</c:v>
                </c:pt>
                <c:pt idx="11606">
                  <c:v>5.0227102155271419</c:v>
                </c:pt>
                <c:pt idx="11607">
                  <c:v>5.0242042148380675</c:v>
                </c:pt>
                <c:pt idx="11608">
                  <c:v>5.0272899280300134</c:v>
                </c:pt>
                <c:pt idx="11609">
                  <c:v>5.0299461182145322</c:v>
                </c:pt>
                <c:pt idx="11610">
                  <c:v>5.0308166488017765</c:v>
                </c:pt>
                <c:pt idx="11611">
                  <c:v>5.030114175790521</c:v>
                </c:pt>
                <c:pt idx="11612">
                  <c:v>5.0290914746190953</c:v>
                </c:pt>
                <c:pt idx="11613">
                  <c:v>5.0297905022586322</c:v>
                </c:pt>
                <c:pt idx="11614">
                  <c:v>5.0328745884694897</c:v>
                </c:pt>
                <c:pt idx="11615">
                  <c:v>5.036497588239798</c:v>
                </c:pt>
                <c:pt idx="11616">
                  <c:v>5.0376309241252581</c:v>
                </c:pt>
                <c:pt idx="11617">
                  <c:v>5.0358567969527606</c:v>
                </c:pt>
                <c:pt idx="11618">
                  <c:v>5.0330388178546821</c:v>
                </c:pt>
                <c:pt idx="11619">
                  <c:v>5.0320517667100528</c:v>
                </c:pt>
                <c:pt idx="11620">
                  <c:v>5.0318414076257563</c:v>
                </c:pt>
                <c:pt idx="11621">
                  <c:v>5.0310176766710049</c:v>
                </c:pt>
                <c:pt idx="11622">
                  <c:v>5.0284779113391007</c:v>
                </c:pt>
                <c:pt idx="11623">
                  <c:v>5.0292779553632956</c:v>
                </c:pt>
                <c:pt idx="11624">
                  <c:v>5.0339974925350282</c:v>
                </c:pt>
                <c:pt idx="11625">
                  <c:v>5.03573462981395</c:v>
                </c:pt>
                <c:pt idx="11626">
                  <c:v>5.0395013302963019</c:v>
                </c:pt>
                <c:pt idx="11627">
                  <c:v>5.0428425273715645</c:v>
                </c:pt>
                <c:pt idx="11628">
                  <c:v>5.0441619611821453</c:v>
                </c:pt>
                <c:pt idx="11629">
                  <c:v>5.0365795593752392</c:v>
                </c:pt>
                <c:pt idx="11630">
                  <c:v>5.0286185973508921</c:v>
                </c:pt>
                <c:pt idx="11631">
                  <c:v>5.0300380904984303</c:v>
                </c:pt>
                <c:pt idx="11632">
                  <c:v>5.0313989644743895</c:v>
                </c:pt>
                <c:pt idx="11633">
                  <c:v>5.0334035008804836</c:v>
                </c:pt>
                <c:pt idx="11634">
                  <c:v>5.0347976322639925</c:v>
                </c:pt>
                <c:pt idx="11635">
                  <c:v>5.0351749483194244</c:v>
                </c:pt>
                <c:pt idx="11636">
                  <c:v>5.0353675541689</c:v>
                </c:pt>
                <c:pt idx="11637">
                  <c:v>5.0360534224025724</c:v>
                </c:pt>
                <c:pt idx="11638">
                  <c:v>5.0349053958349286</c:v>
                </c:pt>
                <c:pt idx="11639">
                  <c:v>5.0308451688232143</c:v>
                </c:pt>
                <c:pt idx="11640">
                  <c:v>5.0261665932930093</c:v>
                </c:pt>
                <c:pt idx="11641">
                  <c:v>5.0251853322869611</c:v>
                </c:pt>
                <c:pt idx="11642">
                  <c:v>5.0269979327769692</c:v>
                </c:pt>
                <c:pt idx="11643">
                  <c:v>5.0293610749559754</c:v>
                </c:pt>
                <c:pt idx="11644">
                  <c:v>5.0293438002450044</c:v>
                </c:pt>
                <c:pt idx="11645">
                  <c:v>5.0315014164305953</c:v>
                </c:pt>
                <c:pt idx="11646">
                  <c:v>5.0353154907740603</c:v>
                </c:pt>
                <c:pt idx="11647">
                  <c:v>5.038307174029554</c:v>
                </c:pt>
                <c:pt idx="11648">
                  <c:v>5.037842862338259</c:v>
                </c:pt>
                <c:pt idx="11649">
                  <c:v>5.0385121736467342</c:v>
                </c:pt>
                <c:pt idx="11650">
                  <c:v>5.0346445046321104</c:v>
                </c:pt>
                <c:pt idx="11651">
                  <c:v>5.0346505818850016</c:v>
                </c:pt>
                <c:pt idx="11652">
                  <c:v>5.0379981911798488</c:v>
                </c:pt>
                <c:pt idx="11653">
                  <c:v>5.0395755014929948</c:v>
                </c:pt>
                <c:pt idx="11654">
                  <c:v>5.0355410669167755</c:v>
                </c:pt>
                <c:pt idx="11655">
                  <c:v>5.0338352250976186</c:v>
                </c:pt>
                <c:pt idx="11656">
                  <c:v>5.0354295230074264</c:v>
                </c:pt>
                <c:pt idx="11657">
                  <c:v>5.0359197228389867</c:v>
                </c:pt>
                <c:pt idx="11658">
                  <c:v>5.0362901002985989</c:v>
                </c:pt>
                <c:pt idx="11659">
                  <c:v>5.0379619669244313</c:v>
                </c:pt>
                <c:pt idx="11660">
                  <c:v>5.038468293009724</c:v>
                </c:pt>
                <c:pt idx="11661">
                  <c:v>5.0373157204655081</c:v>
                </c:pt>
                <c:pt idx="11662">
                  <c:v>5.0385308360768697</c:v>
                </c:pt>
                <c:pt idx="11663">
                  <c:v>5.0389208808667023</c:v>
                </c:pt>
                <c:pt idx="11664">
                  <c:v>5.0363869056733783</c:v>
                </c:pt>
                <c:pt idx="11665">
                  <c:v>5.0331038970982318</c:v>
                </c:pt>
                <c:pt idx="11666">
                  <c:v>5.0358946481892657</c:v>
                </c:pt>
                <c:pt idx="11667">
                  <c:v>5.0402486888446516</c:v>
                </c:pt>
                <c:pt idx="11668">
                  <c:v>5.0385067184748484</c:v>
                </c:pt>
                <c:pt idx="11669">
                  <c:v>5.0373243817471867</c:v>
                </c:pt>
                <c:pt idx="11670">
                  <c:v>5.0435985950539779</c:v>
                </c:pt>
                <c:pt idx="11671">
                  <c:v>5.0505459957124259</c:v>
                </c:pt>
                <c:pt idx="11672">
                  <c:v>5.0495932547278155</c:v>
                </c:pt>
                <c:pt idx="11673">
                  <c:v>5.0467826927494066</c:v>
                </c:pt>
                <c:pt idx="11674">
                  <c:v>5.0483658410535179</c:v>
                </c:pt>
                <c:pt idx="11675">
                  <c:v>5.0526639422708826</c:v>
                </c:pt>
                <c:pt idx="11676">
                  <c:v>5.0521600566572236</c:v>
                </c:pt>
                <c:pt idx="11677">
                  <c:v>5.0467298158640226</c:v>
                </c:pt>
                <c:pt idx="11678">
                  <c:v>5.0442089522241789</c:v>
                </c:pt>
                <c:pt idx="11679">
                  <c:v>5.040994468264298</c:v>
                </c:pt>
                <c:pt idx="11680">
                  <c:v>5.0391069309394378</c:v>
                </c:pt>
                <c:pt idx="11681">
                  <c:v>5.0377993166679431</c:v>
                </c:pt>
                <c:pt idx="11682">
                  <c:v>5.0355359467115841</c:v>
                </c:pt>
                <c:pt idx="11683">
                  <c:v>5.0333075089962485</c:v>
                </c:pt>
                <c:pt idx="11684">
                  <c:v>5.0343129354567031</c:v>
                </c:pt>
                <c:pt idx="11685">
                  <c:v>5.0339759589617943</c:v>
                </c:pt>
                <c:pt idx="11686">
                  <c:v>5.0317609677666333</c:v>
                </c:pt>
                <c:pt idx="11687">
                  <c:v>5.0298777850088046</c:v>
                </c:pt>
                <c:pt idx="11688">
                  <c:v>5.0311596068448052</c:v>
                </c:pt>
                <c:pt idx="11689">
                  <c:v>5.0339161913329757</c:v>
                </c:pt>
                <c:pt idx="11690">
                  <c:v>5.033824554015772</c:v>
                </c:pt>
                <c:pt idx="11691">
                  <c:v>5.0358721097159487</c:v>
                </c:pt>
                <c:pt idx="11692">
                  <c:v>5.0338511599418112</c:v>
                </c:pt>
                <c:pt idx="11693">
                  <c:v>5.0329467977183979</c:v>
                </c:pt>
                <c:pt idx="11694">
                  <c:v>5.0313716407625755</c:v>
                </c:pt>
                <c:pt idx="11695">
                  <c:v>5.0309769542914022</c:v>
                </c:pt>
                <c:pt idx="11696">
                  <c:v>5.0296342163693435</c:v>
                </c:pt>
                <c:pt idx="11697">
                  <c:v>5.0279237807212311</c:v>
                </c:pt>
                <c:pt idx="11698">
                  <c:v>5.028463459918842</c:v>
                </c:pt>
                <c:pt idx="11699">
                  <c:v>5.0307618099686087</c:v>
                </c:pt>
                <c:pt idx="11700">
                  <c:v>5.0338557059183833</c:v>
                </c:pt>
                <c:pt idx="11701">
                  <c:v>5.0375444548656301</c:v>
                </c:pt>
                <c:pt idx="11702">
                  <c:v>5.036756421790062</c:v>
                </c:pt>
                <c:pt idx="11703">
                  <c:v>5.0340247205420718</c:v>
                </c:pt>
                <c:pt idx="11704">
                  <c:v>5.034301881555777</c:v>
                </c:pt>
                <c:pt idx="11705">
                  <c:v>5.0381479691447826</c:v>
                </c:pt>
                <c:pt idx="11706">
                  <c:v>5.0414020748794117</c:v>
                </c:pt>
                <c:pt idx="11707">
                  <c:v>5.0384948032309929</c:v>
                </c:pt>
                <c:pt idx="11708">
                  <c:v>5.0346274691830644</c:v>
                </c:pt>
                <c:pt idx="11709">
                  <c:v>5.0344059126406862</c:v>
                </c:pt>
                <c:pt idx="11710">
                  <c:v>5.0374666468876805</c:v>
                </c:pt>
                <c:pt idx="11711">
                  <c:v>5.0372022624607613</c:v>
                </c:pt>
                <c:pt idx="11712">
                  <c:v>5.0359564256182532</c:v>
                </c:pt>
                <c:pt idx="11713">
                  <c:v>5.0332958808667021</c:v>
                </c:pt>
                <c:pt idx="11714">
                  <c:v>5.0324310925656537</c:v>
                </c:pt>
                <c:pt idx="11715">
                  <c:v>5.0333708177015541</c:v>
                </c:pt>
                <c:pt idx="11716">
                  <c:v>5.0343773926192483</c:v>
                </c:pt>
                <c:pt idx="11717">
                  <c:v>5.0311931513666641</c:v>
                </c:pt>
                <c:pt idx="11718">
                  <c:v>5.0309906400735009</c:v>
                </c:pt>
                <c:pt idx="11719">
                  <c:v>5.0334424048694588</c:v>
                </c:pt>
                <c:pt idx="11720">
                  <c:v>5.0355041727279684</c:v>
                </c:pt>
                <c:pt idx="11721">
                  <c:v>5.0367033534951382</c:v>
                </c:pt>
                <c:pt idx="11722">
                  <c:v>5.0385234668095862</c:v>
                </c:pt>
                <c:pt idx="11723">
                  <c:v>5.0405469049077407</c:v>
                </c:pt>
                <c:pt idx="11724">
                  <c:v>5.0398707028558301</c:v>
                </c:pt>
                <c:pt idx="11725">
                  <c:v>5.0366559317816399</c:v>
                </c:pt>
                <c:pt idx="11726">
                  <c:v>5.0356690720465505</c:v>
                </c:pt>
                <c:pt idx="11727">
                  <c:v>5.036531898399816</c:v>
                </c:pt>
                <c:pt idx="11728">
                  <c:v>5.0351363792971444</c:v>
                </c:pt>
                <c:pt idx="11729">
                  <c:v>5.0374984208712963</c:v>
                </c:pt>
                <c:pt idx="11730">
                  <c:v>5.0350253617640304</c:v>
                </c:pt>
                <c:pt idx="11731">
                  <c:v>5.0344811844422326</c:v>
                </c:pt>
                <c:pt idx="11732">
                  <c:v>5.0309328343924662</c:v>
                </c:pt>
                <c:pt idx="11733">
                  <c:v>5.0276159941811498</c:v>
                </c:pt>
                <c:pt idx="11734">
                  <c:v>5.0278666449735852</c:v>
                </c:pt>
                <c:pt idx="11735">
                  <c:v>5.0264808877574456</c:v>
                </c:pt>
                <c:pt idx="11736">
                  <c:v>5.0271914478217594</c:v>
                </c:pt>
                <c:pt idx="11737">
                  <c:v>5.0277766346374699</c:v>
                </c:pt>
                <c:pt idx="11738">
                  <c:v>5.0314550474695663</c:v>
                </c:pt>
                <c:pt idx="11739">
                  <c:v>5.0342563739376773</c:v>
                </c:pt>
                <c:pt idx="11740">
                  <c:v>5.034565213230227</c:v>
                </c:pt>
                <c:pt idx="11741">
                  <c:v>5.0345063069443379</c:v>
                </c:pt>
                <c:pt idx="11742">
                  <c:v>5.0359311117066072</c:v>
                </c:pt>
                <c:pt idx="11743">
                  <c:v>5.0366991424852614</c:v>
                </c:pt>
                <c:pt idx="11744">
                  <c:v>5.0353970790904219</c:v>
                </c:pt>
                <c:pt idx="11745">
                  <c:v>5.0368618884465199</c:v>
                </c:pt>
                <c:pt idx="11746">
                  <c:v>5.037900237347829</c:v>
                </c:pt>
                <c:pt idx="11747">
                  <c:v>5.0362138235969685</c:v>
                </c:pt>
                <c:pt idx="11748">
                  <c:v>5.034874196079933</c:v>
                </c:pt>
                <c:pt idx="11749">
                  <c:v>5.0345552599341552</c:v>
                </c:pt>
                <c:pt idx="11750">
                  <c:v>5.03465192175178</c:v>
                </c:pt>
                <c:pt idx="11751">
                  <c:v>5.0368372444682645</c:v>
                </c:pt>
                <c:pt idx="11752">
                  <c:v>5.0387788071357473</c:v>
                </c:pt>
                <c:pt idx="11753">
                  <c:v>5.0380023064849553</c:v>
                </c:pt>
                <c:pt idx="11754">
                  <c:v>5.0346783841206646</c:v>
                </c:pt>
                <c:pt idx="11755">
                  <c:v>5.0332759264221725</c:v>
                </c:pt>
                <c:pt idx="11756">
                  <c:v>5.0358645968915088</c:v>
                </c:pt>
                <c:pt idx="11757">
                  <c:v>5.0378568830870529</c:v>
                </c:pt>
                <c:pt idx="11758">
                  <c:v>5.0381809872904064</c:v>
                </c:pt>
                <c:pt idx="11759">
                  <c:v>5.0381985491156875</c:v>
                </c:pt>
                <c:pt idx="11760">
                  <c:v>5.0378947343235589</c:v>
                </c:pt>
                <c:pt idx="11761">
                  <c:v>5.0379755570017606</c:v>
                </c:pt>
                <c:pt idx="11762">
                  <c:v>5.0391006622770078</c:v>
                </c:pt>
                <c:pt idx="11763">
                  <c:v>5.0363400581885003</c:v>
                </c:pt>
                <c:pt idx="11764">
                  <c:v>5.0323190222800704</c:v>
                </c:pt>
                <c:pt idx="11765">
                  <c:v>5.0321113907817168</c:v>
                </c:pt>
                <c:pt idx="11766">
                  <c:v>5.0310692615419956</c:v>
                </c:pt>
                <c:pt idx="11767">
                  <c:v>5.0295639690682181</c:v>
                </c:pt>
                <c:pt idx="11768">
                  <c:v>5.0297294426154195</c:v>
                </c:pt>
                <c:pt idx="11769">
                  <c:v>5.0310549536788916</c:v>
                </c:pt>
                <c:pt idx="11770">
                  <c:v>5.0320591838297224</c:v>
                </c:pt>
                <c:pt idx="11771">
                  <c:v>5.0308339713651327</c:v>
                </c:pt>
                <c:pt idx="11772">
                  <c:v>5.0310132742515883</c:v>
                </c:pt>
                <c:pt idx="11773">
                  <c:v>5.0306308858433502</c:v>
                </c:pt>
                <c:pt idx="11774">
                  <c:v>5.0347738017762804</c:v>
                </c:pt>
                <c:pt idx="11775">
                  <c:v>5.0366265025648875</c:v>
                </c:pt>
                <c:pt idx="11776">
                  <c:v>5.0386081176785851</c:v>
                </c:pt>
                <c:pt idx="11777">
                  <c:v>5.0417881957736776</c:v>
                </c:pt>
                <c:pt idx="11778">
                  <c:v>5.0407638676211626</c:v>
                </c:pt>
                <c:pt idx="11779">
                  <c:v>5.0390707545364064</c:v>
                </c:pt>
                <c:pt idx="11780">
                  <c:v>5.0397214991195165</c:v>
                </c:pt>
                <c:pt idx="11781">
                  <c:v>5.036808772299211</c:v>
                </c:pt>
                <c:pt idx="11782">
                  <c:v>5.0339633737845491</c:v>
                </c:pt>
                <c:pt idx="11783">
                  <c:v>5.0330872923206496</c:v>
                </c:pt>
                <c:pt idx="11784">
                  <c:v>5.0321137355485801</c:v>
                </c:pt>
                <c:pt idx="11785">
                  <c:v>5.0354351217364677</c:v>
                </c:pt>
                <c:pt idx="11786">
                  <c:v>5.0378008000918761</c:v>
                </c:pt>
                <c:pt idx="11787">
                  <c:v>5.0352867793430827</c:v>
                </c:pt>
                <c:pt idx="11788">
                  <c:v>5.0322849035295922</c:v>
                </c:pt>
                <c:pt idx="11789">
                  <c:v>5.0314137987137277</c:v>
                </c:pt>
                <c:pt idx="11790">
                  <c:v>5.0343476762881858</c:v>
                </c:pt>
                <c:pt idx="11791">
                  <c:v>5.037313184289105</c:v>
                </c:pt>
                <c:pt idx="11792">
                  <c:v>5.0373674967460378</c:v>
                </c:pt>
                <c:pt idx="11793">
                  <c:v>5.0360566285123651</c:v>
                </c:pt>
                <c:pt idx="11794">
                  <c:v>5.0343023600796259</c:v>
                </c:pt>
                <c:pt idx="11795">
                  <c:v>5.0348577348595054</c:v>
                </c:pt>
                <c:pt idx="11796">
                  <c:v>5.0397601638465659</c:v>
                </c:pt>
                <c:pt idx="11797">
                  <c:v>5.0453239606461988</c:v>
                </c:pt>
                <c:pt idx="11798">
                  <c:v>5.0448736218513135</c:v>
                </c:pt>
                <c:pt idx="11799">
                  <c:v>5.0408342106270574</c:v>
                </c:pt>
                <c:pt idx="11800">
                  <c:v>5.0382630541306179</c:v>
                </c:pt>
                <c:pt idx="11801">
                  <c:v>5.0388936528596586</c:v>
                </c:pt>
                <c:pt idx="11802">
                  <c:v>5.0402283515810424</c:v>
                </c:pt>
                <c:pt idx="11803">
                  <c:v>5.0407157759742747</c:v>
                </c:pt>
                <c:pt idx="11804">
                  <c:v>5.0417478083607685</c:v>
                </c:pt>
                <c:pt idx="11805">
                  <c:v>5.0441310006890747</c:v>
                </c:pt>
                <c:pt idx="11806">
                  <c:v>5.0408834985835691</c:v>
                </c:pt>
                <c:pt idx="11807">
                  <c:v>5.0352045689457166</c:v>
                </c:pt>
                <c:pt idx="11808">
                  <c:v>5.0367443151366666</c:v>
                </c:pt>
                <c:pt idx="11809">
                  <c:v>5.0367476169512289</c:v>
                </c:pt>
                <c:pt idx="11810">
                  <c:v>5.0398708942653698</c:v>
                </c:pt>
                <c:pt idx="11811">
                  <c:v>5.0438648935762957</c:v>
                </c:pt>
                <c:pt idx="11812">
                  <c:v>5.0431815136666414</c:v>
                </c:pt>
                <c:pt idx="11813">
                  <c:v>5.0407167808743587</c:v>
                </c:pt>
                <c:pt idx="11814">
                  <c:v>5.0373896524002753</c:v>
                </c:pt>
                <c:pt idx="11815">
                  <c:v>5.0378310427991728</c:v>
                </c:pt>
                <c:pt idx="11816">
                  <c:v>5.037469039506929</c:v>
                </c:pt>
                <c:pt idx="11817">
                  <c:v>5.0372068084373325</c:v>
                </c:pt>
                <c:pt idx="11818">
                  <c:v>5.0364582535793581</c:v>
                </c:pt>
                <c:pt idx="11819">
                  <c:v>5.0363552273945329</c:v>
                </c:pt>
                <c:pt idx="11820">
                  <c:v>5.0350634522624604</c:v>
                </c:pt>
                <c:pt idx="11821">
                  <c:v>5.0331589751933237</c:v>
                </c:pt>
                <c:pt idx="11822">
                  <c:v>5.0317393863410151</c:v>
                </c:pt>
                <c:pt idx="11823">
                  <c:v>5.0323889824668857</c:v>
                </c:pt>
                <c:pt idx="11824">
                  <c:v>5.0331251914095398</c:v>
                </c:pt>
                <c:pt idx="11825">
                  <c:v>5.0321586689380595</c:v>
                </c:pt>
                <c:pt idx="11826">
                  <c:v>5.0341036769772609</c:v>
                </c:pt>
                <c:pt idx="11827">
                  <c:v>5.0371990084985834</c:v>
                </c:pt>
                <c:pt idx="11828">
                  <c:v>5.0385782577903679</c:v>
                </c:pt>
                <c:pt idx="11829">
                  <c:v>5.0410205956664882</c:v>
                </c:pt>
                <c:pt idx="11830">
                  <c:v>5.0446761350585714</c:v>
                </c:pt>
                <c:pt idx="11831">
                  <c:v>5.0420832057269731</c:v>
                </c:pt>
                <c:pt idx="11832">
                  <c:v>5.0373663961411834</c:v>
                </c:pt>
                <c:pt idx="11833">
                  <c:v>5.0344869745808127</c:v>
                </c:pt>
                <c:pt idx="11834">
                  <c:v>5.0344572582497511</c:v>
                </c:pt>
                <c:pt idx="11835">
                  <c:v>5.0354763226399202</c:v>
                </c:pt>
                <c:pt idx="11836">
                  <c:v>5.0375770423397901</c:v>
                </c:pt>
                <c:pt idx="11837">
                  <c:v>5.0370923933848859</c:v>
                </c:pt>
                <c:pt idx="11838">
                  <c:v>5.0373274442998239</c:v>
                </c:pt>
                <c:pt idx="11839">
                  <c:v>5.0375515848709895</c:v>
                </c:pt>
                <c:pt idx="11840">
                  <c:v>5.0370120492305333</c:v>
                </c:pt>
                <c:pt idx="11841">
                  <c:v>5.0395476035525615</c:v>
                </c:pt>
                <c:pt idx="11842">
                  <c:v>5.0428884178087436</c:v>
                </c:pt>
                <c:pt idx="11843">
                  <c:v>5.040065366357859</c:v>
                </c:pt>
                <c:pt idx="11844">
                  <c:v>5.0380639882091725</c:v>
                </c:pt>
                <c:pt idx="11845">
                  <c:v>5.0351256603629126</c:v>
                </c:pt>
                <c:pt idx="11846">
                  <c:v>5.0319220388944181</c:v>
                </c:pt>
                <c:pt idx="11847">
                  <c:v>5.0314996937447365</c:v>
                </c:pt>
                <c:pt idx="11848">
                  <c:v>5.033267791516729</c:v>
                </c:pt>
                <c:pt idx="11849">
                  <c:v>5.03472934691065</c:v>
                </c:pt>
                <c:pt idx="11850">
                  <c:v>5.0347900237347831</c:v>
                </c:pt>
                <c:pt idx="11851">
                  <c:v>5.0371160803154433</c:v>
                </c:pt>
                <c:pt idx="11852">
                  <c:v>5.0368900256488782</c:v>
                </c:pt>
                <c:pt idx="11853">
                  <c:v>5.0364411702779268</c:v>
                </c:pt>
                <c:pt idx="11854">
                  <c:v>5.0347124550187585</c:v>
                </c:pt>
                <c:pt idx="11855">
                  <c:v>5.031184346527831</c:v>
                </c:pt>
                <c:pt idx="11856">
                  <c:v>5.0333516767475688</c:v>
                </c:pt>
                <c:pt idx="11857">
                  <c:v>5.0342806829492384</c:v>
                </c:pt>
                <c:pt idx="11858">
                  <c:v>5.0362034396294311</c:v>
                </c:pt>
                <c:pt idx="11859">
                  <c:v>5.0393964378684633</c:v>
                </c:pt>
                <c:pt idx="11860">
                  <c:v>5.03817610634714</c:v>
                </c:pt>
                <c:pt idx="11861">
                  <c:v>5.0362065500344535</c:v>
                </c:pt>
                <c:pt idx="11862">
                  <c:v>5.0348938634101525</c:v>
                </c:pt>
                <c:pt idx="11863">
                  <c:v>5.0315232849705227</c:v>
                </c:pt>
                <c:pt idx="11864">
                  <c:v>5.031400591455478</c:v>
                </c:pt>
                <c:pt idx="11865">
                  <c:v>5.036302637623459</c:v>
                </c:pt>
                <c:pt idx="11866">
                  <c:v>5.0406744315136667</c:v>
                </c:pt>
                <c:pt idx="11867">
                  <c:v>5.0403303250133984</c:v>
                </c:pt>
                <c:pt idx="11868">
                  <c:v>5.0381122712656001</c:v>
                </c:pt>
                <c:pt idx="11869">
                  <c:v>5.0355589158563667</c:v>
                </c:pt>
                <c:pt idx="11870">
                  <c:v>5.0314323654390938</c:v>
                </c:pt>
                <c:pt idx="11871">
                  <c:v>5.0221042607763575</c:v>
                </c:pt>
                <c:pt idx="11872">
                  <c:v>5.0213243626062321</c:v>
                </c:pt>
                <c:pt idx="11873">
                  <c:v>5.028547393002067</c:v>
                </c:pt>
                <c:pt idx="11874">
                  <c:v>5.0332954501952374</c:v>
                </c:pt>
                <c:pt idx="11875">
                  <c:v>5.0290722858127248</c:v>
                </c:pt>
                <c:pt idx="11876">
                  <c:v>5.0265602270117142</c:v>
                </c:pt>
                <c:pt idx="11877">
                  <c:v>5.0305946137355484</c:v>
                </c:pt>
                <c:pt idx="11878">
                  <c:v>5.0343697362376538</c:v>
                </c:pt>
                <c:pt idx="11879">
                  <c:v>5.0362290885077714</c:v>
                </c:pt>
                <c:pt idx="11880">
                  <c:v>5.0338632187428223</c:v>
                </c:pt>
                <c:pt idx="11881">
                  <c:v>5.0334211105581499</c:v>
                </c:pt>
                <c:pt idx="11882">
                  <c:v>5.0325277543832785</c:v>
                </c:pt>
                <c:pt idx="11883">
                  <c:v>5.0307211354413903</c:v>
                </c:pt>
                <c:pt idx="11884">
                  <c:v>5.0335243760049</c:v>
                </c:pt>
                <c:pt idx="11885">
                  <c:v>5.0360426077635712</c:v>
                </c:pt>
                <c:pt idx="11886">
                  <c:v>5.0361850164612205</c:v>
                </c:pt>
                <c:pt idx="11887">
                  <c:v>5.0375902495980398</c:v>
                </c:pt>
                <c:pt idx="11888">
                  <c:v>5.0324439170048239</c:v>
                </c:pt>
                <c:pt idx="11889">
                  <c:v>5.0275551259474769</c:v>
                </c:pt>
                <c:pt idx="11890">
                  <c:v>5.0300078477911336</c:v>
                </c:pt>
                <c:pt idx="11891">
                  <c:v>5.0322948089732789</c:v>
                </c:pt>
                <c:pt idx="11892">
                  <c:v>5.0306433274634408</c:v>
                </c:pt>
                <c:pt idx="11893">
                  <c:v>5.0312321032080236</c:v>
                </c:pt>
                <c:pt idx="11894">
                  <c:v>5.0352815634331218</c:v>
                </c:pt>
                <c:pt idx="11895">
                  <c:v>5.036055336497971</c:v>
                </c:pt>
                <c:pt idx="11896">
                  <c:v>5.033705784396294</c:v>
                </c:pt>
                <c:pt idx="11897">
                  <c:v>5.0334641777046167</c:v>
                </c:pt>
                <c:pt idx="11898">
                  <c:v>5.0348230897327921</c:v>
                </c:pt>
                <c:pt idx="11899">
                  <c:v>5.0350413923129933</c:v>
                </c:pt>
                <c:pt idx="11900">
                  <c:v>5.0373727126559986</c:v>
                </c:pt>
                <c:pt idx="11901">
                  <c:v>5.0382601351351353</c:v>
                </c:pt>
                <c:pt idx="11902">
                  <c:v>5.0391425809662351</c:v>
                </c:pt>
                <c:pt idx="11903">
                  <c:v>5.0358232045785165</c:v>
                </c:pt>
                <c:pt idx="11904">
                  <c:v>5.0370677494066305</c:v>
                </c:pt>
                <c:pt idx="11905">
                  <c:v>5.0383002354337343</c:v>
                </c:pt>
                <c:pt idx="11906">
                  <c:v>5.0332083588546057</c:v>
                </c:pt>
                <c:pt idx="11907">
                  <c:v>5.0316828248219894</c:v>
                </c:pt>
                <c:pt idx="11908">
                  <c:v>5.032158812495215</c:v>
                </c:pt>
                <c:pt idx="11909">
                  <c:v>5.030713526912181</c:v>
                </c:pt>
                <c:pt idx="11910">
                  <c:v>5.0306206932853534</c:v>
                </c:pt>
                <c:pt idx="11911">
                  <c:v>5.0341708138733638</c:v>
                </c:pt>
                <c:pt idx="11912">
                  <c:v>5.0388624052522779</c:v>
                </c:pt>
                <c:pt idx="11913">
                  <c:v>5.0428720522930863</c:v>
                </c:pt>
                <c:pt idx="11914">
                  <c:v>5.0470470771763267</c:v>
                </c:pt>
                <c:pt idx="11915">
                  <c:v>5.0472553786080701</c:v>
                </c:pt>
                <c:pt idx="11916">
                  <c:v>5.0445126234591529</c:v>
                </c:pt>
                <c:pt idx="11917">
                  <c:v>5.0420880866702396</c:v>
                </c:pt>
                <c:pt idx="11918">
                  <c:v>5.0397736103667405</c:v>
                </c:pt>
                <c:pt idx="11919">
                  <c:v>5.039358299517648</c:v>
                </c:pt>
                <c:pt idx="11920">
                  <c:v>5.040153079779496</c:v>
                </c:pt>
                <c:pt idx="11921">
                  <c:v>5.0389548560600259</c:v>
                </c:pt>
                <c:pt idx="11922">
                  <c:v>5.03789899318582</c:v>
                </c:pt>
                <c:pt idx="11923">
                  <c:v>5.0335910343771531</c:v>
                </c:pt>
                <c:pt idx="11924">
                  <c:v>5.0291132953066384</c:v>
                </c:pt>
                <c:pt idx="11925">
                  <c:v>5.0291522950003831</c:v>
                </c:pt>
                <c:pt idx="11926">
                  <c:v>5.0281053326697807</c:v>
                </c:pt>
                <c:pt idx="11927">
                  <c:v>5.0300812054972823</c:v>
                </c:pt>
                <c:pt idx="11928">
                  <c:v>5.0299140571166063</c:v>
                </c:pt>
                <c:pt idx="11929">
                  <c:v>5.0268732294617564</c:v>
                </c:pt>
                <c:pt idx="11930">
                  <c:v>5.0287094690299368</c:v>
                </c:pt>
                <c:pt idx="11931">
                  <c:v>5.028640609447975</c:v>
                </c:pt>
                <c:pt idx="11932">
                  <c:v>5.0253837282750169</c:v>
                </c:pt>
                <c:pt idx="11933">
                  <c:v>5.0248602231835235</c:v>
                </c:pt>
                <c:pt idx="11934">
                  <c:v>5.0279337340173038</c:v>
                </c:pt>
                <c:pt idx="11935">
                  <c:v>5.0312261695122888</c:v>
                </c:pt>
                <c:pt idx="11936">
                  <c:v>5.0307945409999233</c:v>
                </c:pt>
                <c:pt idx="11937">
                  <c:v>5.0276229327769695</c:v>
                </c:pt>
                <c:pt idx="11938">
                  <c:v>5.0249188423551026</c:v>
                </c:pt>
                <c:pt idx="11939">
                  <c:v>5.024565404639767</c:v>
                </c:pt>
                <c:pt idx="11940">
                  <c:v>5.0278293679656993</c:v>
                </c:pt>
                <c:pt idx="11941">
                  <c:v>5.027297823673532</c:v>
                </c:pt>
                <c:pt idx="11942">
                  <c:v>5.0232813815940585</c:v>
                </c:pt>
                <c:pt idx="11943">
                  <c:v>5.0229667521629278</c:v>
                </c:pt>
                <c:pt idx="11944">
                  <c:v>5.0239691639231303</c:v>
                </c:pt>
                <c:pt idx="11945">
                  <c:v>5.0248247167138809</c:v>
                </c:pt>
                <c:pt idx="11946">
                  <c:v>5.0258780434116836</c:v>
                </c:pt>
                <c:pt idx="11947">
                  <c:v>5.0289078171656074</c:v>
                </c:pt>
                <c:pt idx="11948">
                  <c:v>5.0316405233136816</c:v>
                </c:pt>
                <c:pt idx="11949">
                  <c:v>5.0295195142025877</c:v>
                </c:pt>
                <c:pt idx="11950">
                  <c:v>5.028300091876579</c:v>
                </c:pt>
                <c:pt idx="11951">
                  <c:v>5.0296870454023432</c:v>
                </c:pt>
                <c:pt idx="11952">
                  <c:v>5.0325434978179313</c:v>
                </c:pt>
                <c:pt idx="11953">
                  <c:v>5.0350778079779497</c:v>
                </c:pt>
                <c:pt idx="11954">
                  <c:v>5.0332859275706303</c:v>
                </c:pt>
                <c:pt idx="11955">
                  <c:v>5.0288828860730419</c:v>
                </c:pt>
                <c:pt idx="11956">
                  <c:v>5.0275602940050534</c:v>
                </c:pt>
                <c:pt idx="11957">
                  <c:v>5.0266690911875047</c:v>
                </c:pt>
                <c:pt idx="11958">
                  <c:v>5.0238313969068216</c:v>
                </c:pt>
                <c:pt idx="11959">
                  <c:v>5.0246181858203816</c:v>
                </c:pt>
                <c:pt idx="11960">
                  <c:v>5.0243403548732868</c:v>
                </c:pt>
                <c:pt idx="11961">
                  <c:v>5.021602002143787</c:v>
                </c:pt>
                <c:pt idx="11962">
                  <c:v>5.0224454961335274</c:v>
                </c:pt>
                <c:pt idx="11963">
                  <c:v>5.0259890609447977</c:v>
                </c:pt>
                <c:pt idx="11964">
                  <c:v>5.0298479251205883</c:v>
                </c:pt>
                <c:pt idx="11965">
                  <c:v>5.0331521801546586</c:v>
                </c:pt>
                <c:pt idx="11966">
                  <c:v>5.0383838814026491</c:v>
                </c:pt>
                <c:pt idx="11967">
                  <c:v>5.0436044808973275</c:v>
                </c:pt>
                <c:pt idx="11968">
                  <c:v>5.040065366357859</c:v>
                </c:pt>
                <c:pt idx="11969">
                  <c:v>5.035020241558839</c:v>
                </c:pt>
                <c:pt idx="11970">
                  <c:v>5.0344880273332819</c:v>
                </c:pt>
                <c:pt idx="11971">
                  <c:v>5.033517868080545</c:v>
                </c:pt>
                <c:pt idx="11972">
                  <c:v>5.0324736811882707</c:v>
                </c:pt>
                <c:pt idx="11973">
                  <c:v>5.0329864673455322</c:v>
                </c:pt>
                <c:pt idx="11974">
                  <c:v>5.0317679542148381</c:v>
                </c:pt>
                <c:pt idx="11975">
                  <c:v>5.0275685246152673</c:v>
                </c:pt>
                <c:pt idx="11976">
                  <c:v>5.0263808284204883</c:v>
                </c:pt>
                <c:pt idx="11977">
                  <c:v>5.0277717058418192</c:v>
                </c:pt>
                <c:pt idx="11978">
                  <c:v>5.0297086746803457</c:v>
                </c:pt>
                <c:pt idx="11979">
                  <c:v>5.0347162353571706</c:v>
                </c:pt>
                <c:pt idx="11980">
                  <c:v>5.0356710339943342</c:v>
                </c:pt>
                <c:pt idx="11981">
                  <c:v>5.0353973183523468</c:v>
                </c:pt>
                <c:pt idx="11982">
                  <c:v>5.035323960646199</c:v>
                </c:pt>
                <c:pt idx="11983">
                  <c:v>5.0330918382972207</c:v>
                </c:pt>
                <c:pt idx="11984">
                  <c:v>5.0313281907970291</c:v>
                </c:pt>
                <c:pt idx="11985">
                  <c:v>5.0288263245540161</c:v>
                </c:pt>
                <c:pt idx="11986">
                  <c:v>5.0289727049996173</c:v>
                </c:pt>
                <c:pt idx="11987">
                  <c:v>5.0306474906209324</c:v>
                </c:pt>
                <c:pt idx="11988">
                  <c:v>5.0354949372176705</c:v>
                </c:pt>
                <c:pt idx="11989">
                  <c:v>5.0387205229308627</c:v>
                </c:pt>
                <c:pt idx="11990">
                  <c:v>5.0384895394686469</c:v>
                </c:pt>
                <c:pt idx="11991">
                  <c:v>5.03491601906439</c:v>
                </c:pt>
                <c:pt idx="11992">
                  <c:v>5.0284972437026259</c:v>
                </c:pt>
                <c:pt idx="11993">
                  <c:v>5.0229826870071204</c:v>
                </c:pt>
                <c:pt idx="11994">
                  <c:v>5.0210645720082692</c:v>
                </c:pt>
                <c:pt idx="11995">
                  <c:v>5.0219910420335347</c:v>
                </c:pt>
                <c:pt idx="11996">
                  <c:v>5.0250127765867854</c:v>
                </c:pt>
                <c:pt idx="11997">
                  <c:v>5.0290679790980786</c:v>
                </c:pt>
                <c:pt idx="11998">
                  <c:v>5.0330414497358547</c:v>
                </c:pt>
                <c:pt idx="11999">
                  <c:v>5.0364750019140958</c:v>
                </c:pt>
                <c:pt idx="12000">
                  <c:v>5.0379830698262005</c:v>
                </c:pt>
                <c:pt idx="12001">
                  <c:v>5.0371356997932777</c:v>
                </c:pt>
                <c:pt idx="12002">
                  <c:v>5.0328472647576756</c:v>
                </c:pt>
                <c:pt idx="12003">
                  <c:v>5.0307407070668404</c:v>
                </c:pt>
                <c:pt idx="12004">
                  <c:v>5.0328016135824205</c:v>
                </c:pt>
                <c:pt idx="12005">
                  <c:v>5.0318148495521013</c:v>
                </c:pt>
                <c:pt idx="12006">
                  <c:v>5.0294742936987982</c:v>
                </c:pt>
                <c:pt idx="12007">
                  <c:v>5.0297056599800936</c:v>
                </c:pt>
                <c:pt idx="12008">
                  <c:v>5.0327531869688382</c:v>
                </c:pt>
                <c:pt idx="12009">
                  <c:v>5.0383065040961643</c:v>
                </c:pt>
                <c:pt idx="12010">
                  <c:v>5.0438533611515197</c:v>
                </c:pt>
                <c:pt idx="12011">
                  <c:v>5.0450689552867312</c:v>
                </c:pt>
                <c:pt idx="12012">
                  <c:v>5.0407972207334817</c:v>
                </c:pt>
                <c:pt idx="12013">
                  <c:v>5.0355097236046245</c:v>
                </c:pt>
                <c:pt idx="12014">
                  <c:v>5.0334585311231912</c:v>
                </c:pt>
                <c:pt idx="12015">
                  <c:v>5.0320697113544135</c:v>
                </c:pt>
                <c:pt idx="12016">
                  <c:v>5.0294635269121812</c:v>
                </c:pt>
                <c:pt idx="12017">
                  <c:v>5.0264461947783481</c:v>
                </c:pt>
                <c:pt idx="12018">
                  <c:v>5.0266271724982774</c:v>
                </c:pt>
                <c:pt idx="12019">
                  <c:v>5.0289995501875815</c:v>
                </c:pt>
                <c:pt idx="12020">
                  <c:v>5.0293346125870917</c:v>
                </c:pt>
                <c:pt idx="12021">
                  <c:v>5.0322186279764187</c:v>
                </c:pt>
                <c:pt idx="12022">
                  <c:v>5.0327065787458851</c:v>
                </c:pt>
                <c:pt idx="12023">
                  <c:v>5.0329485204042568</c:v>
                </c:pt>
                <c:pt idx="12024">
                  <c:v>5.034018260470102</c:v>
                </c:pt>
                <c:pt idx="12025">
                  <c:v>5.0362077463440782</c:v>
                </c:pt>
                <c:pt idx="12026">
                  <c:v>5.0374480801623154</c:v>
                </c:pt>
                <c:pt idx="12027">
                  <c:v>5.0373758709134062</c:v>
                </c:pt>
                <c:pt idx="12028">
                  <c:v>5.0362769887451186</c:v>
                </c:pt>
                <c:pt idx="12029">
                  <c:v>5.0389590670699027</c:v>
                </c:pt>
                <c:pt idx="12030">
                  <c:v>5.0383568926575304</c:v>
                </c:pt>
                <c:pt idx="12031">
                  <c:v>5.0352480667636472</c:v>
                </c:pt>
                <c:pt idx="12032">
                  <c:v>5.0324946883852695</c:v>
                </c:pt>
                <c:pt idx="12033">
                  <c:v>5.0317510144705615</c:v>
                </c:pt>
                <c:pt idx="12034">
                  <c:v>5.0332414248526147</c:v>
                </c:pt>
                <c:pt idx="12035">
                  <c:v>5.031552427072965</c:v>
                </c:pt>
                <c:pt idx="12036">
                  <c:v>5.0310118386800395</c:v>
                </c:pt>
                <c:pt idx="12037">
                  <c:v>5.035109199142485</c:v>
                </c:pt>
                <c:pt idx="12038">
                  <c:v>5.0337707200826891</c:v>
                </c:pt>
                <c:pt idx="12039">
                  <c:v>5.0317083779955594</c:v>
                </c:pt>
                <c:pt idx="12040">
                  <c:v>5.0342182834392464</c:v>
                </c:pt>
                <c:pt idx="12041">
                  <c:v>5.0365435743817475</c:v>
                </c:pt>
                <c:pt idx="12042">
                  <c:v>5.0360545708598119</c:v>
                </c:pt>
                <c:pt idx="12043">
                  <c:v>5.0350742669014625</c:v>
                </c:pt>
                <c:pt idx="12044">
                  <c:v>5.0363035468187736</c:v>
                </c:pt>
                <c:pt idx="12045">
                  <c:v>5.0352586899931095</c:v>
                </c:pt>
                <c:pt idx="12046">
                  <c:v>5.0320132933925423</c:v>
                </c:pt>
                <c:pt idx="12047">
                  <c:v>5.0315662564122192</c:v>
                </c:pt>
                <c:pt idx="12048">
                  <c:v>5.0335533745501877</c:v>
                </c:pt>
                <c:pt idx="12049">
                  <c:v>5.0370046321108646</c:v>
                </c:pt>
                <c:pt idx="12050">
                  <c:v>5.0336156783554094</c:v>
                </c:pt>
                <c:pt idx="12051">
                  <c:v>5.0286130943266212</c:v>
                </c:pt>
                <c:pt idx="12052">
                  <c:v>5.0305447994028025</c:v>
                </c:pt>
                <c:pt idx="12053">
                  <c:v>5.0316618176249905</c:v>
                </c:pt>
                <c:pt idx="12054">
                  <c:v>5.0319202205037898</c:v>
                </c:pt>
                <c:pt idx="12055">
                  <c:v>5.0343217402955363</c:v>
                </c:pt>
                <c:pt idx="12056">
                  <c:v>5.0332445352576372</c:v>
                </c:pt>
                <c:pt idx="12057">
                  <c:v>5.0319621391930172</c:v>
                </c:pt>
                <c:pt idx="12058">
                  <c:v>5.0340220886608993</c:v>
                </c:pt>
                <c:pt idx="12059">
                  <c:v>5.0364434193400198</c:v>
                </c:pt>
                <c:pt idx="12060">
                  <c:v>5.0365327118903602</c:v>
                </c:pt>
                <c:pt idx="12061">
                  <c:v>5.0324493243243245</c:v>
                </c:pt>
                <c:pt idx="12062">
                  <c:v>5.0317897749023812</c:v>
                </c:pt>
                <c:pt idx="12063">
                  <c:v>5.0333317701554243</c:v>
                </c:pt>
                <c:pt idx="12064">
                  <c:v>5.0333565098384501</c:v>
                </c:pt>
                <c:pt idx="12065">
                  <c:v>5.0358817280453261</c:v>
                </c:pt>
                <c:pt idx="12066">
                  <c:v>5.0385163368042267</c:v>
                </c:pt>
                <c:pt idx="12067">
                  <c:v>5.0365726207794195</c:v>
                </c:pt>
                <c:pt idx="12068">
                  <c:v>5.0323075377076796</c:v>
                </c:pt>
                <c:pt idx="12069">
                  <c:v>5.030053546818773</c:v>
                </c:pt>
                <c:pt idx="12070">
                  <c:v>5.0282151060408848</c:v>
                </c:pt>
                <c:pt idx="12071">
                  <c:v>5.0289126981088739</c:v>
                </c:pt>
                <c:pt idx="12072">
                  <c:v>5.0297076219278765</c:v>
                </c:pt>
                <c:pt idx="12073">
                  <c:v>5.0353494181149987</c:v>
                </c:pt>
                <c:pt idx="12074">
                  <c:v>5.0392663750861342</c:v>
                </c:pt>
                <c:pt idx="12075">
                  <c:v>5.0416744028022356</c:v>
                </c:pt>
                <c:pt idx="12076">
                  <c:v>5.0465354873286881</c:v>
                </c:pt>
                <c:pt idx="12077">
                  <c:v>5.0458379431130851</c:v>
                </c:pt>
                <c:pt idx="12078">
                  <c:v>5.0398569692213462</c:v>
                </c:pt>
                <c:pt idx="12079">
                  <c:v>5.0367017265140497</c:v>
                </c:pt>
                <c:pt idx="12080">
                  <c:v>5.0404350260316972</c:v>
                </c:pt>
                <c:pt idx="12081">
                  <c:v>5.0455159922670543</c:v>
                </c:pt>
                <c:pt idx="12082">
                  <c:v>5.0462059279534488</c:v>
                </c:pt>
                <c:pt idx="12083">
                  <c:v>5.0444651538932703</c:v>
                </c:pt>
                <c:pt idx="12084">
                  <c:v>5.0423356270576525</c:v>
                </c:pt>
                <c:pt idx="12085">
                  <c:v>5.0416280338412065</c:v>
                </c:pt>
                <c:pt idx="12086">
                  <c:v>5.0403542512058799</c:v>
                </c:pt>
                <c:pt idx="12087">
                  <c:v>5.0387290406553866</c:v>
                </c:pt>
                <c:pt idx="12088">
                  <c:v>5.0365643423168214</c:v>
                </c:pt>
                <c:pt idx="12089">
                  <c:v>5.0363428814792126</c:v>
                </c:pt>
                <c:pt idx="12090">
                  <c:v>5.0370481777811804</c:v>
                </c:pt>
                <c:pt idx="12091">
                  <c:v>5.039137795727739</c:v>
                </c:pt>
                <c:pt idx="12092">
                  <c:v>5.0386148170124798</c:v>
                </c:pt>
                <c:pt idx="12093">
                  <c:v>5.0398009340785546</c:v>
                </c:pt>
                <c:pt idx="12094">
                  <c:v>5.0423437141107117</c:v>
                </c:pt>
                <c:pt idx="12095">
                  <c:v>5.0437627765867852</c:v>
                </c:pt>
                <c:pt idx="12096">
                  <c:v>5.0439538033075566</c:v>
                </c:pt>
                <c:pt idx="12097">
                  <c:v>5.0430525036367815</c:v>
                </c:pt>
                <c:pt idx="12098">
                  <c:v>5.0407332420947863</c:v>
                </c:pt>
                <c:pt idx="12099">
                  <c:v>5.0395599016154966</c:v>
                </c:pt>
                <c:pt idx="12100">
                  <c:v>5.0402695046321107</c:v>
                </c:pt>
                <c:pt idx="12101">
                  <c:v>5.0415830525993419</c:v>
                </c:pt>
                <c:pt idx="12102">
                  <c:v>5.0378212330602556</c:v>
                </c:pt>
                <c:pt idx="12103">
                  <c:v>5.0319545306638087</c:v>
                </c:pt>
                <c:pt idx="12104">
                  <c:v>5.02844666373172</c:v>
                </c:pt>
                <c:pt idx="12105">
                  <c:v>5.0292513494372564</c:v>
                </c:pt>
                <c:pt idx="12106">
                  <c:v>5.0264531333741678</c:v>
                </c:pt>
                <c:pt idx="12107">
                  <c:v>5.0245309987749787</c:v>
                </c:pt>
                <c:pt idx="12108">
                  <c:v>5.0299737768930406</c:v>
                </c:pt>
                <c:pt idx="12109">
                  <c:v>5.0338787229155502</c:v>
                </c:pt>
                <c:pt idx="12110">
                  <c:v>5.0321392887221501</c:v>
                </c:pt>
                <c:pt idx="12111">
                  <c:v>5.0271876196309622</c:v>
                </c:pt>
                <c:pt idx="12112">
                  <c:v>5.026626311155348</c:v>
                </c:pt>
                <c:pt idx="12113">
                  <c:v>5.0311494142868076</c:v>
                </c:pt>
                <c:pt idx="12114">
                  <c:v>5.0311287420565041</c:v>
                </c:pt>
                <c:pt idx="12115">
                  <c:v>5.0333896715412294</c:v>
                </c:pt>
                <c:pt idx="12116">
                  <c:v>5.0381006909884389</c:v>
                </c:pt>
                <c:pt idx="12117">
                  <c:v>5.0407850662277012</c:v>
                </c:pt>
                <c:pt idx="12118">
                  <c:v>5.0441926345609067</c:v>
                </c:pt>
                <c:pt idx="12119">
                  <c:v>5.0409913100068904</c:v>
                </c:pt>
                <c:pt idx="12120">
                  <c:v>5.0392791516729192</c:v>
                </c:pt>
                <c:pt idx="12121">
                  <c:v>5.0346985778271192</c:v>
                </c:pt>
                <c:pt idx="12122">
                  <c:v>5.0308244487405256</c:v>
                </c:pt>
                <c:pt idx="12123">
                  <c:v>5.0307342469948706</c:v>
                </c:pt>
                <c:pt idx="12124">
                  <c:v>5.0330787267437405</c:v>
                </c:pt>
                <c:pt idx="12125">
                  <c:v>5.0360762479901995</c:v>
                </c:pt>
                <c:pt idx="12126">
                  <c:v>5.037106222724141</c:v>
                </c:pt>
                <c:pt idx="12127">
                  <c:v>5.0391428680805452</c:v>
                </c:pt>
                <c:pt idx="12128">
                  <c:v>5.0395703812878034</c:v>
                </c:pt>
                <c:pt idx="12129">
                  <c:v>5.0388547010182991</c:v>
                </c:pt>
                <c:pt idx="12130">
                  <c:v>5.0381180614041803</c:v>
                </c:pt>
                <c:pt idx="12131">
                  <c:v>5.0396071797718403</c:v>
                </c:pt>
                <c:pt idx="12132">
                  <c:v>5.0417036884618334</c:v>
                </c:pt>
                <c:pt idx="12133">
                  <c:v>5.0425087091340632</c:v>
                </c:pt>
                <c:pt idx="12134">
                  <c:v>5.0457288396753697</c:v>
                </c:pt>
                <c:pt idx="12135">
                  <c:v>5.0439829454099989</c:v>
                </c:pt>
                <c:pt idx="12136">
                  <c:v>5.0397667674756912</c:v>
                </c:pt>
                <c:pt idx="12137">
                  <c:v>5.0365269696041652</c:v>
                </c:pt>
                <c:pt idx="12138">
                  <c:v>5.0374596604394766</c:v>
                </c:pt>
                <c:pt idx="12139">
                  <c:v>5.0341172670545902</c:v>
                </c:pt>
                <c:pt idx="12140">
                  <c:v>5.0331111706607459</c:v>
                </c:pt>
                <c:pt idx="12141">
                  <c:v>5.0345398036138125</c:v>
                </c:pt>
                <c:pt idx="12142">
                  <c:v>5.0302405539392083</c:v>
                </c:pt>
                <c:pt idx="12143">
                  <c:v>5.0304237807212315</c:v>
                </c:pt>
                <c:pt idx="12144">
                  <c:v>5.0361231911798487</c:v>
                </c:pt>
                <c:pt idx="12145">
                  <c:v>5.0389200673761581</c:v>
                </c:pt>
                <c:pt idx="12146">
                  <c:v>5.0355603514279155</c:v>
                </c:pt>
                <c:pt idx="12147">
                  <c:v>5.0353553996631195</c:v>
                </c:pt>
                <c:pt idx="12148">
                  <c:v>5.0380522643748566</c:v>
                </c:pt>
                <c:pt idx="12149">
                  <c:v>5.0382105600643134</c:v>
                </c:pt>
                <c:pt idx="12150">
                  <c:v>5.0388221613965243</c:v>
                </c:pt>
                <c:pt idx="12151">
                  <c:v>5.0373585004976649</c:v>
                </c:pt>
                <c:pt idx="12152">
                  <c:v>5.0349954061710438</c:v>
                </c:pt>
                <c:pt idx="12153">
                  <c:v>5.036067108184672</c:v>
                </c:pt>
                <c:pt idx="12154">
                  <c:v>5.0371410592603931</c:v>
                </c:pt>
                <c:pt idx="12155">
                  <c:v>5.0399403280759509</c:v>
                </c:pt>
                <c:pt idx="12156">
                  <c:v>5.0445979442615423</c:v>
                </c:pt>
                <c:pt idx="12157">
                  <c:v>5.0467217288109643</c:v>
                </c:pt>
                <c:pt idx="12158">
                  <c:v>5.0457663559451804</c:v>
                </c:pt>
                <c:pt idx="12159">
                  <c:v>5.0435409329300969</c:v>
                </c:pt>
                <c:pt idx="12160">
                  <c:v>5.0400590976954289</c:v>
                </c:pt>
                <c:pt idx="12161">
                  <c:v>5.0359775763724066</c:v>
                </c:pt>
                <c:pt idx="12162">
                  <c:v>5.034280587244468</c:v>
                </c:pt>
                <c:pt idx="12163">
                  <c:v>5.0350312476073809</c:v>
                </c:pt>
                <c:pt idx="12164">
                  <c:v>5.0379855102978333</c:v>
                </c:pt>
                <c:pt idx="12165">
                  <c:v>5.0435529917311079</c:v>
                </c:pt>
                <c:pt idx="12166">
                  <c:v>5.0477728064466731</c:v>
                </c:pt>
                <c:pt idx="12167">
                  <c:v>5.0461331444759203</c:v>
                </c:pt>
                <c:pt idx="12168">
                  <c:v>5.0454251205880105</c:v>
                </c:pt>
                <c:pt idx="12169">
                  <c:v>5.0487969910420336</c:v>
                </c:pt>
                <c:pt idx="12170">
                  <c:v>5.0486472130770998</c:v>
                </c:pt>
                <c:pt idx="12171">
                  <c:v>5.0469900849858353</c:v>
                </c:pt>
                <c:pt idx="12172">
                  <c:v>5.0414825147385347</c:v>
                </c:pt>
                <c:pt idx="12173">
                  <c:v>5.0422764815098384</c:v>
                </c:pt>
                <c:pt idx="12174">
                  <c:v>5.045666535870148</c:v>
                </c:pt>
                <c:pt idx="12175">
                  <c:v>5.047946175637394</c:v>
                </c:pt>
                <c:pt idx="12176">
                  <c:v>5.0451852365821912</c:v>
                </c:pt>
                <c:pt idx="12177">
                  <c:v>5.0431274404716335</c:v>
                </c:pt>
                <c:pt idx="12178">
                  <c:v>5.0460380617869998</c:v>
                </c:pt>
                <c:pt idx="12179">
                  <c:v>5.0450766595207108</c:v>
                </c:pt>
                <c:pt idx="12180">
                  <c:v>5.0401120224331981</c:v>
                </c:pt>
                <c:pt idx="12181">
                  <c:v>5.0365138101983007</c:v>
                </c:pt>
                <c:pt idx="12182">
                  <c:v>5.0355914076257564</c:v>
                </c:pt>
                <c:pt idx="12183">
                  <c:v>5.0342047890666874</c:v>
                </c:pt>
                <c:pt idx="12184">
                  <c:v>5.0374680824592302</c:v>
                </c:pt>
                <c:pt idx="12185">
                  <c:v>5.040231749100375</c:v>
                </c:pt>
                <c:pt idx="12186">
                  <c:v>5.0362031046627367</c:v>
                </c:pt>
                <c:pt idx="12187">
                  <c:v>5.0346085196386188</c:v>
                </c:pt>
                <c:pt idx="12188">
                  <c:v>5.03511570706684</c:v>
                </c:pt>
                <c:pt idx="12189">
                  <c:v>5.0338314447592065</c:v>
                </c:pt>
                <c:pt idx="12190">
                  <c:v>5.029393566725366</c:v>
                </c:pt>
                <c:pt idx="12191">
                  <c:v>5.0279053097006354</c:v>
                </c:pt>
                <c:pt idx="12192">
                  <c:v>5.0275192366587547</c:v>
                </c:pt>
                <c:pt idx="12193">
                  <c:v>5.0268026950463209</c:v>
                </c:pt>
                <c:pt idx="12194">
                  <c:v>5.0307178336268281</c:v>
                </c:pt>
                <c:pt idx="12195">
                  <c:v>5.0318501167598191</c:v>
                </c:pt>
                <c:pt idx="12196">
                  <c:v>5.033123468723681</c:v>
                </c:pt>
                <c:pt idx="12197">
                  <c:v>5.0362755531735699</c:v>
                </c:pt>
                <c:pt idx="12198">
                  <c:v>5.0401949984687233</c:v>
                </c:pt>
                <c:pt idx="12199">
                  <c:v>5.0397021667559914</c:v>
                </c:pt>
                <c:pt idx="12200">
                  <c:v>5.0367182834392468</c:v>
                </c:pt>
                <c:pt idx="12201">
                  <c:v>5.0382987520098004</c:v>
                </c:pt>
                <c:pt idx="12202">
                  <c:v>5.0384614501186737</c:v>
                </c:pt>
                <c:pt idx="12203">
                  <c:v>5.0350983366510986</c:v>
                </c:pt>
                <c:pt idx="12204">
                  <c:v>5.0330026414516498</c:v>
                </c:pt>
                <c:pt idx="12205">
                  <c:v>5.0318268605007272</c:v>
                </c:pt>
                <c:pt idx="12206">
                  <c:v>5.0328537248296454</c:v>
                </c:pt>
                <c:pt idx="12207">
                  <c:v>5.0342428317127323</c:v>
                </c:pt>
                <c:pt idx="12208">
                  <c:v>5.0333322965316594</c:v>
                </c:pt>
                <c:pt idx="12209">
                  <c:v>5.0331939074343461</c:v>
                </c:pt>
                <c:pt idx="12210">
                  <c:v>5.0324001799249674</c:v>
                </c:pt>
                <c:pt idx="12211">
                  <c:v>5.0333332057269731</c:v>
                </c:pt>
                <c:pt idx="12212">
                  <c:v>5.0387956511752545</c:v>
                </c:pt>
                <c:pt idx="12213">
                  <c:v>5.0383592374243928</c:v>
                </c:pt>
                <c:pt idx="12214">
                  <c:v>5.0328545861725749</c:v>
                </c:pt>
                <c:pt idx="12215">
                  <c:v>5.0316462177474923</c:v>
                </c:pt>
                <c:pt idx="12216">
                  <c:v>5.0330489147079094</c:v>
                </c:pt>
                <c:pt idx="12217">
                  <c:v>5.0370850241176024</c:v>
                </c:pt>
                <c:pt idx="12218">
                  <c:v>5.0389668191562667</c:v>
                </c:pt>
                <c:pt idx="12219">
                  <c:v>5.0336522375775212</c:v>
                </c:pt>
                <c:pt idx="12220">
                  <c:v>5.0306031314600723</c:v>
                </c:pt>
                <c:pt idx="12221">
                  <c:v>5.0318271476150374</c:v>
                </c:pt>
                <c:pt idx="12222">
                  <c:v>5.0316216216216212</c:v>
                </c:pt>
                <c:pt idx="12223">
                  <c:v>5.0305432202740983</c:v>
                </c:pt>
                <c:pt idx="12224">
                  <c:v>5.0324991865094555</c:v>
                </c:pt>
                <c:pt idx="12225">
                  <c:v>5.0323462981394993</c:v>
                </c:pt>
                <c:pt idx="12226">
                  <c:v>5.0304229672306864</c:v>
                </c:pt>
                <c:pt idx="12227">
                  <c:v>5.0304634982007501</c:v>
                </c:pt>
                <c:pt idx="12228">
                  <c:v>5.0297925599111863</c:v>
                </c:pt>
                <c:pt idx="12229">
                  <c:v>5.0306586880790141</c:v>
                </c:pt>
                <c:pt idx="12230">
                  <c:v>5.0309689629431134</c:v>
                </c:pt>
                <c:pt idx="12231">
                  <c:v>5.0291569366817246</c:v>
                </c:pt>
                <c:pt idx="12232">
                  <c:v>5.0301282922440853</c:v>
                </c:pt>
                <c:pt idx="12233">
                  <c:v>5.0311055815021817</c:v>
                </c:pt>
                <c:pt idx="12234">
                  <c:v>5.0290308456473474</c:v>
                </c:pt>
                <c:pt idx="12235">
                  <c:v>5.0272926556159563</c:v>
                </c:pt>
                <c:pt idx="12236">
                  <c:v>5.0262566036291245</c:v>
                </c:pt>
                <c:pt idx="12237">
                  <c:v>5.0266963191945484</c:v>
                </c:pt>
                <c:pt idx="12238">
                  <c:v>5.0287861285506468</c:v>
                </c:pt>
                <c:pt idx="12239">
                  <c:v>5.0279900084220195</c:v>
                </c:pt>
                <c:pt idx="12240">
                  <c:v>5.0281664880177628</c:v>
                </c:pt>
                <c:pt idx="12241">
                  <c:v>5.0296350298598886</c:v>
                </c:pt>
                <c:pt idx="12242">
                  <c:v>5.0303618597350894</c:v>
                </c:pt>
                <c:pt idx="12243">
                  <c:v>5.0305286731490702</c:v>
                </c:pt>
                <c:pt idx="12244">
                  <c:v>5.0316322448510835</c:v>
                </c:pt>
                <c:pt idx="12245">
                  <c:v>5.0345034358012404</c:v>
                </c:pt>
                <c:pt idx="12246">
                  <c:v>5.0337693323635246</c:v>
                </c:pt>
                <c:pt idx="12247">
                  <c:v>5.0325311997549962</c:v>
                </c:pt>
                <c:pt idx="12248">
                  <c:v>5.035901251818391</c:v>
                </c:pt>
                <c:pt idx="12249">
                  <c:v>5.0388298656305031</c:v>
                </c:pt>
                <c:pt idx="12250">
                  <c:v>5.0374489415052448</c:v>
                </c:pt>
                <c:pt idx="12251">
                  <c:v>5.0391573673531891</c:v>
                </c:pt>
                <c:pt idx="12252">
                  <c:v>5.0401312112395678</c:v>
                </c:pt>
                <c:pt idx="12253">
                  <c:v>5.0359735567720696</c:v>
                </c:pt>
                <c:pt idx="12254">
                  <c:v>5.0339813662812958</c:v>
                </c:pt>
                <c:pt idx="12255">
                  <c:v>5.0382965029477065</c:v>
                </c:pt>
                <c:pt idx="12256">
                  <c:v>5.0425656534721695</c:v>
                </c:pt>
                <c:pt idx="12257">
                  <c:v>5.0435611266365514</c:v>
                </c:pt>
                <c:pt idx="12258">
                  <c:v>5.0398337129622544</c:v>
                </c:pt>
                <c:pt idx="12259">
                  <c:v>5.038348279228237</c:v>
                </c:pt>
                <c:pt idx="12260">
                  <c:v>5.0397105409233598</c:v>
                </c:pt>
                <c:pt idx="12261">
                  <c:v>5.0406082995176478</c:v>
                </c:pt>
                <c:pt idx="12262">
                  <c:v>5.0392040712809125</c:v>
                </c:pt>
                <c:pt idx="12263">
                  <c:v>5.0408398572084829</c:v>
                </c:pt>
                <c:pt idx="12264">
                  <c:v>5.0486204157415209</c:v>
                </c:pt>
                <c:pt idx="12265">
                  <c:v>5.049261637700023</c:v>
                </c:pt>
                <c:pt idx="12266">
                  <c:v>5.0460713670469337</c:v>
                </c:pt>
                <c:pt idx="12267">
                  <c:v>5.0436359677666331</c:v>
                </c:pt>
                <c:pt idx="12268">
                  <c:v>5.0402865879335428</c:v>
                </c:pt>
                <c:pt idx="12269">
                  <c:v>5.038665971212005</c:v>
                </c:pt>
                <c:pt idx="12270">
                  <c:v>5.0396787190873589</c:v>
                </c:pt>
                <c:pt idx="12271">
                  <c:v>5.0347609294847251</c:v>
                </c:pt>
                <c:pt idx="12272">
                  <c:v>5.0285917043105428</c:v>
                </c:pt>
                <c:pt idx="12273">
                  <c:v>5.0241340153893272</c:v>
                </c:pt>
                <c:pt idx="12274">
                  <c:v>5.0249278386034764</c:v>
                </c:pt>
                <c:pt idx="12275">
                  <c:v>5.029250248832402</c:v>
                </c:pt>
                <c:pt idx="12276">
                  <c:v>5.0362431571089505</c:v>
                </c:pt>
                <c:pt idx="12277">
                  <c:v>5.0371134005818847</c:v>
                </c:pt>
                <c:pt idx="12278">
                  <c:v>5.0374134350356021</c:v>
                </c:pt>
                <c:pt idx="12279">
                  <c:v>5.039152582114693</c:v>
                </c:pt>
                <c:pt idx="12280">
                  <c:v>5.0418894514202588</c:v>
                </c:pt>
                <c:pt idx="12281">
                  <c:v>5.0432192213459919</c:v>
                </c:pt>
                <c:pt idx="12282">
                  <c:v>5.0450040674527221</c:v>
                </c:pt>
                <c:pt idx="12283">
                  <c:v>5.0468584909271881</c:v>
                </c:pt>
                <c:pt idx="12284">
                  <c:v>5.0454027256718472</c:v>
                </c:pt>
                <c:pt idx="12285">
                  <c:v>5.0402447170966997</c:v>
                </c:pt>
                <c:pt idx="12286">
                  <c:v>5.0395907185514126</c:v>
                </c:pt>
                <c:pt idx="12287">
                  <c:v>5.0412454061710434</c:v>
                </c:pt>
                <c:pt idx="12288">
                  <c:v>5.0415439572008269</c:v>
                </c:pt>
                <c:pt idx="12289">
                  <c:v>5.0398272050378994</c:v>
                </c:pt>
                <c:pt idx="12290">
                  <c:v>5.0356168650945561</c:v>
                </c:pt>
                <c:pt idx="12291">
                  <c:v>5.0309049364520328</c:v>
                </c:pt>
                <c:pt idx="12292">
                  <c:v>5.0305374779879033</c:v>
                </c:pt>
                <c:pt idx="12293">
                  <c:v>5.0308533994334281</c:v>
                </c:pt>
                <c:pt idx="12294">
                  <c:v>5.0298785506469645</c:v>
                </c:pt>
                <c:pt idx="12295">
                  <c:v>5.0296385230839906</c:v>
                </c:pt>
                <c:pt idx="12296">
                  <c:v>5.0303322869611824</c:v>
                </c:pt>
                <c:pt idx="12297">
                  <c:v>5.03041913903989</c:v>
                </c:pt>
                <c:pt idx="12298">
                  <c:v>5.0286286463517342</c:v>
                </c:pt>
                <c:pt idx="12299">
                  <c:v>5.0296933619171575</c:v>
                </c:pt>
                <c:pt idx="12300">
                  <c:v>5.0330928431973048</c:v>
                </c:pt>
                <c:pt idx="12301">
                  <c:v>5.0329620147768166</c:v>
                </c:pt>
                <c:pt idx="12302">
                  <c:v>5.035543938059873</c:v>
                </c:pt>
                <c:pt idx="12303">
                  <c:v>5.0368729901998313</c:v>
                </c:pt>
                <c:pt idx="12304">
                  <c:v>5.0358695735395456</c:v>
                </c:pt>
                <c:pt idx="12305">
                  <c:v>5.0326220235816557</c:v>
                </c:pt>
                <c:pt idx="12306">
                  <c:v>5.0295438232141487</c:v>
                </c:pt>
                <c:pt idx="12307">
                  <c:v>5.0333488056044713</c:v>
                </c:pt>
                <c:pt idx="12308">
                  <c:v>5.0385674431513667</c:v>
                </c:pt>
                <c:pt idx="12309">
                  <c:v>5.0374834430748026</c:v>
                </c:pt>
                <c:pt idx="12310">
                  <c:v>5.0327785008804842</c:v>
                </c:pt>
                <c:pt idx="12311">
                  <c:v>5.0325064122195853</c:v>
                </c:pt>
                <c:pt idx="12312">
                  <c:v>5.0337637336344843</c:v>
                </c:pt>
                <c:pt idx="12313">
                  <c:v>5.0356645739223644</c:v>
                </c:pt>
                <c:pt idx="12314">
                  <c:v>5.0373505570017612</c:v>
                </c:pt>
                <c:pt idx="12315">
                  <c:v>5.033593044177322</c:v>
                </c:pt>
                <c:pt idx="12316">
                  <c:v>5.0300888618788759</c:v>
                </c:pt>
                <c:pt idx="12317">
                  <c:v>5.0318555240793197</c:v>
                </c:pt>
                <c:pt idx="12318">
                  <c:v>5.0372771514432282</c:v>
                </c:pt>
                <c:pt idx="12319">
                  <c:v>5.0398703678891357</c:v>
                </c:pt>
                <c:pt idx="12320">
                  <c:v>5.0410541401883471</c:v>
                </c:pt>
                <c:pt idx="12321">
                  <c:v>5.0426931800780954</c:v>
                </c:pt>
                <c:pt idx="12322">
                  <c:v>5.0449262116223874</c:v>
                </c:pt>
                <c:pt idx="12323">
                  <c:v>5.0436365419952534</c:v>
                </c:pt>
                <c:pt idx="12324">
                  <c:v>5.0362133929255037</c:v>
                </c:pt>
                <c:pt idx="12325">
                  <c:v>5.0321809681494525</c:v>
                </c:pt>
                <c:pt idx="12326">
                  <c:v>5.0341709574305185</c:v>
                </c:pt>
                <c:pt idx="12327">
                  <c:v>5.0341817720695197</c:v>
                </c:pt>
                <c:pt idx="12328">
                  <c:v>5.0331649567414436</c:v>
                </c:pt>
                <c:pt idx="12329">
                  <c:v>5.0326852844345762</c:v>
                </c:pt>
                <c:pt idx="12330">
                  <c:v>5.0329768490161548</c:v>
                </c:pt>
                <c:pt idx="12331">
                  <c:v>5.0346778098920453</c:v>
                </c:pt>
                <c:pt idx="12332">
                  <c:v>5.034151050838374</c:v>
                </c:pt>
                <c:pt idx="12333">
                  <c:v>5.0311099839215982</c:v>
                </c:pt>
                <c:pt idx="12334">
                  <c:v>5.0309592489089656</c:v>
                </c:pt>
                <c:pt idx="12335">
                  <c:v>5.0343985433734018</c:v>
                </c:pt>
                <c:pt idx="12336">
                  <c:v>5.0398260087282747</c:v>
                </c:pt>
                <c:pt idx="12337">
                  <c:v>5.0408008575147383</c:v>
                </c:pt>
                <c:pt idx="12338">
                  <c:v>5.0421708234438407</c:v>
                </c:pt>
                <c:pt idx="12339">
                  <c:v>5.0448979787152588</c:v>
                </c:pt>
                <c:pt idx="12340">
                  <c:v>5.043673771150754</c:v>
                </c:pt>
                <c:pt idx="12341">
                  <c:v>5.0414260967766635</c:v>
                </c:pt>
                <c:pt idx="12342">
                  <c:v>5.042823625679504</c:v>
                </c:pt>
                <c:pt idx="12343">
                  <c:v>5.042408171273256</c:v>
                </c:pt>
                <c:pt idx="12344">
                  <c:v>5.0380665722379607</c:v>
                </c:pt>
                <c:pt idx="12345">
                  <c:v>5.0301994008881401</c:v>
                </c:pt>
                <c:pt idx="12346">
                  <c:v>5.0278311385039434</c:v>
                </c:pt>
                <c:pt idx="12347">
                  <c:v>5.0327150007656378</c:v>
                </c:pt>
                <c:pt idx="12348">
                  <c:v>5.0318717938902076</c:v>
                </c:pt>
                <c:pt idx="12349">
                  <c:v>5.0297329358395224</c:v>
                </c:pt>
                <c:pt idx="12350">
                  <c:v>5.0316532041956972</c:v>
                </c:pt>
                <c:pt idx="12351">
                  <c:v>5.0328182662123879</c:v>
                </c:pt>
                <c:pt idx="12352">
                  <c:v>5.0342460378225251</c:v>
                </c:pt>
                <c:pt idx="12353">
                  <c:v>5.035581262920144</c:v>
                </c:pt>
                <c:pt idx="12354">
                  <c:v>5.0391560274864098</c:v>
                </c:pt>
                <c:pt idx="12355">
                  <c:v>5.0454867544598425</c:v>
                </c:pt>
                <c:pt idx="12356">
                  <c:v>5.0460884982007501</c:v>
                </c:pt>
                <c:pt idx="12357">
                  <c:v>5.044823616109027</c:v>
                </c:pt>
                <c:pt idx="12358">
                  <c:v>5.0422980150830714</c:v>
                </c:pt>
                <c:pt idx="12359">
                  <c:v>5.0374761216599033</c:v>
                </c:pt>
                <c:pt idx="12360">
                  <c:v>5.0293123612280839</c:v>
                </c:pt>
                <c:pt idx="12361">
                  <c:v>5.0241791880407316</c:v>
                </c:pt>
                <c:pt idx="12362">
                  <c:v>5.0233945046321109</c:v>
                </c:pt>
                <c:pt idx="12363">
                  <c:v>5.0264188232141489</c:v>
                </c:pt>
                <c:pt idx="12364">
                  <c:v>5.0311454903912409</c:v>
                </c:pt>
                <c:pt idx="12365">
                  <c:v>5.0348840058188502</c:v>
                </c:pt>
                <c:pt idx="12366">
                  <c:v>5.0369392657530048</c:v>
                </c:pt>
                <c:pt idx="12367">
                  <c:v>5.0367610634714035</c:v>
                </c:pt>
                <c:pt idx="12368">
                  <c:v>5.0352838603476</c:v>
                </c:pt>
                <c:pt idx="12369">
                  <c:v>5.0360747167138813</c:v>
                </c:pt>
                <c:pt idx="12370">
                  <c:v>5.0395768892121584</c:v>
                </c:pt>
                <c:pt idx="12371">
                  <c:v>5.041470312380369</c:v>
                </c:pt>
                <c:pt idx="12372">
                  <c:v>5.040453257790368</c:v>
                </c:pt>
                <c:pt idx="12373">
                  <c:v>5.0378786559222108</c:v>
                </c:pt>
                <c:pt idx="12374">
                  <c:v>5.0350181839062857</c:v>
                </c:pt>
                <c:pt idx="12375">
                  <c:v>5.0338854222494449</c:v>
                </c:pt>
                <c:pt idx="12376">
                  <c:v>5.0336383603858819</c:v>
                </c:pt>
                <c:pt idx="12377">
                  <c:v>5.0331608414363371</c:v>
                </c:pt>
                <c:pt idx="12378">
                  <c:v>5.0341794751550415</c:v>
                </c:pt>
                <c:pt idx="12379">
                  <c:v>5.0340828133374167</c:v>
                </c:pt>
                <c:pt idx="12380">
                  <c:v>5.0311252009800169</c:v>
                </c:pt>
                <c:pt idx="12381">
                  <c:v>5.0302332325243091</c:v>
                </c:pt>
                <c:pt idx="12382">
                  <c:v>5.0310776835617483</c:v>
                </c:pt>
                <c:pt idx="12383">
                  <c:v>5.0317849418114999</c:v>
                </c:pt>
                <c:pt idx="12384">
                  <c:v>5.0343980648495519</c:v>
                </c:pt>
                <c:pt idx="12385">
                  <c:v>5.0355531735701708</c:v>
                </c:pt>
                <c:pt idx="12386">
                  <c:v>5.0349381268662432</c:v>
                </c:pt>
                <c:pt idx="12387">
                  <c:v>5.0358034415435267</c:v>
                </c:pt>
                <c:pt idx="12388">
                  <c:v>5.0372715048618026</c:v>
                </c:pt>
                <c:pt idx="12389">
                  <c:v>5.0401481988362296</c:v>
                </c:pt>
                <c:pt idx="12390">
                  <c:v>5.0408920641604782</c:v>
                </c:pt>
                <c:pt idx="12391">
                  <c:v>5.0364052331368194</c:v>
                </c:pt>
                <c:pt idx="12392">
                  <c:v>5.0313934614501186</c:v>
                </c:pt>
                <c:pt idx="12393">
                  <c:v>5.0299708578975579</c:v>
                </c:pt>
                <c:pt idx="12394">
                  <c:v>5.0265583607687008</c:v>
                </c:pt>
                <c:pt idx="12395">
                  <c:v>5.0253658793354257</c:v>
                </c:pt>
                <c:pt idx="12396">
                  <c:v>5.0271464665798939</c:v>
                </c:pt>
                <c:pt idx="12397">
                  <c:v>5.029058791440165</c:v>
                </c:pt>
                <c:pt idx="12398">
                  <c:v>5.0276477681647656</c:v>
                </c:pt>
                <c:pt idx="12399">
                  <c:v>5.0291889020748792</c:v>
                </c:pt>
                <c:pt idx="12400">
                  <c:v>5.0301003464512668</c:v>
                </c:pt>
                <c:pt idx="12401">
                  <c:v>5.028674919607993</c:v>
                </c:pt>
                <c:pt idx="12402">
                  <c:v>5.0316576544674989</c:v>
                </c:pt>
                <c:pt idx="12403">
                  <c:v>5.0325854643595438</c:v>
                </c:pt>
                <c:pt idx="12404">
                  <c:v>5.0305834641298519</c:v>
                </c:pt>
                <c:pt idx="12405">
                  <c:v>5.0268849532960722</c:v>
                </c:pt>
                <c:pt idx="12406">
                  <c:v>5.0253946864711736</c:v>
                </c:pt>
                <c:pt idx="12407">
                  <c:v>5.031067825970446</c:v>
                </c:pt>
                <c:pt idx="12408">
                  <c:v>5.0349596604394762</c:v>
                </c:pt>
                <c:pt idx="12409">
                  <c:v>5.0390746305795879</c:v>
                </c:pt>
                <c:pt idx="12410">
                  <c:v>5.0385980208253578</c:v>
                </c:pt>
                <c:pt idx="12411">
                  <c:v>5.039766719623306</c:v>
                </c:pt>
                <c:pt idx="12412">
                  <c:v>5.040074649720542</c:v>
                </c:pt>
                <c:pt idx="12413">
                  <c:v>5.0415135230839905</c:v>
                </c:pt>
                <c:pt idx="12414">
                  <c:v>5.0447089139422712</c:v>
                </c:pt>
                <c:pt idx="12415">
                  <c:v>5.0457256335655769</c:v>
                </c:pt>
                <c:pt idx="12416">
                  <c:v>5.044407922440854</c:v>
                </c:pt>
                <c:pt idx="12417">
                  <c:v>5.0411926249904297</c:v>
                </c:pt>
                <c:pt idx="12418">
                  <c:v>5.0372842335962025</c:v>
                </c:pt>
                <c:pt idx="12419">
                  <c:v>5.0330329320113316</c:v>
                </c:pt>
                <c:pt idx="12420">
                  <c:v>5.0306171522088663</c:v>
                </c:pt>
                <c:pt idx="12421">
                  <c:v>5.0284986314217903</c:v>
                </c:pt>
                <c:pt idx="12422">
                  <c:v>5.0258722054207183</c:v>
                </c:pt>
                <c:pt idx="12423">
                  <c:v>5.0269331406477296</c:v>
                </c:pt>
                <c:pt idx="12424">
                  <c:v>5.031162047316438</c:v>
                </c:pt>
                <c:pt idx="12425">
                  <c:v>5.0346857055355638</c:v>
                </c:pt>
                <c:pt idx="12426">
                  <c:v>5.0356270576525537</c:v>
                </c:pt>
                <c:pt idx="12427">
                  <c:v>5.0346290961641529</c:v>
                </c:pt>
                <c:pt idx="12428">
                  <c:v>5.0356454329683791</c:v>
                </c:pt>
                <c:pt idx="12429">
                  <c:v>5.0388987252124648</c:v>
                </c:pt>
                <c:pt idx="12430">
                  <c:v>5.0424008498583568</c:v>
                </c:pt>
                <c:pt idx="12431">
                  <c:v>5.0462551202051911</c:v>
                </c:pt>
                <c:pt idx="12432">
                  <c:v>5.0442391470790904</c:v>
                </c:pt>
                <c:pt idx="12433">
                  <c:v>5.0369241443993564</c:v>
                </c:pt>
                <c:pt idx="12434">
                  <c:v>5.0317309164688764</c:v>
                </c:pt>
                <c:pt idx="12435">
                  <c:v>5.0243147059949465</c:v>
                </c:pt>
                <c:pt idx="12436">
                  <c:v>5.0192127804149758</c:v>
                </c:pt>
                <c:pt idx="12437">
                  <c:v>5.0171457487941202</c:v>
                </c:pt>
                <c:pt idx="12438">
                  <c:v>5.0170581310772526</c:v>
                </c:pt>
                <c:pt idx="12439">
                  <c:v>5.022418076716944</c:v>
                </c:pt>
                <c:pt idx="12440">
                  <c:v>5.0289505971977642</c:v>
                </c:pt>
                <c:pt idx="12441">
                  <c:v>5.0316591378914328</c:v>
                </c:pt>
                <c:pt idx="12442">
                  <c:v>5.0291257369267282</c:v>
                </c:pt>
                <c:pt idx="12443">
                  <c:v>5.0255960971594824</c:v>
                </c:pt>
                <c:pt idx="12444">
                  <c:v>5.0226810734246996</c:v>
                </c:pt>
                <c:pt idx="12445">
                  <c:v>5.0237511963096244</c:v>
                </c:pt>
                <c:pt idx="12446">
                  <c:v>5.022368214531812</c:v>
                </c:pt>
                <c:pt idx="12447">
                  <c:v>5.0236808054513435</c:v>
                </c:pt>
                <c:pt idx="12448">
                  <c:v>5.0296067012479906</c:v>
                </c:pt>
                <c:pt idx="12449">
                  <c:v>5.0352353858816326</c:v>
                </c:pt>
                <c:pt idx="12450">
                  <c:v>5.0369647710741905</c:v>
                </c:pt>
                <c:pt idx="12451">
                  <c:v>5.0360575377076797</c:v>
                </c:pt>
                <c:pt idx="12452">
                  <c:v>5.0325091398055282</c:v>
                </c:pt>
                <c:pt idx="12453">
                  <c:v>5.0333096145011869</c:v>
                </c:pt>
                <c:pt idx="12454">
                  <c:v>5.0356539028405178</c:v>
                </c:pt>
                <c:pt idx="12455">
                  <c:v>5.0386284070898091</c:v>
                </c:pt>
                <c:pt idx="12456">
                  <c:v>5.0436181666794271</c:v>
                </c:pt>
                <c:pt idx="12457">
                  <c:v>5.0421016767475688</c:v>
                </c:pt>
                <c:pt idx="12458">
                  <c:v>5.0360495942117751</c:v>
                </c:pt>
                <c:pt idx="12459">
                  <c:v>5.0314063815940591</c:v>
                </c:pt>
                <c:pt idx="12460">
                  <c:v>5.0259467594364899</c:v>
                </c:pt>
                <c:pt idx="12461">
                  <c:v>5.0229532577903679</c:v>
                </c:pt>
                <c:pt idx="12462">
                  <c:v>5.0259851370492301</c:v>
                </c:pt>
                <c:pt idx="12463">
                  <c:v>5.0295928719087355</c:v>
                </c:pt>
                <c:pt idx="12464">
                  <c:v>5.0339772509761884</c:v>
                </c:pt>
                <c:pt idx="12465">
                  <c:v>5.0325664191103288</c:v>
                </c:pt>
                <c:pt idx="12466">
                  <c:v>5.031204157415206</c:v>
                </c:pt>
                <c:pt idx="12467">
                  <c:v>5.0361614252354334</c:v>
                </c:pt>
                <c:pt idx="12468">
                  <c:v>5.0398671617793429</c:v>
                </c:pt>
                <c:pt idx="12469">
                  <c:v>5.0405056082995179</c:v>
                </c:pt>
                <c:pt idx="12470">
                  <c:v>5.0410827559145543</c:v>
                </c:pt>
                <c:pt idx="12471">
                  <c:v>5.0397787305719319</c:v>
                </c:pt>
                <c:pt idx="12472">
                  <c:v>5.0372246095245385</c:v>
                </c:pt>
                <c:pt idx="12473">
                  <c:v>5.0335153319041419</c:v>
                </c:pt>
                <c:pt idx="12474">
                  <c:v>5.0327443821300051</c:v>
                </c:pt>
                <c:pt idx="12475">
                  <c:v>5.0372267150294769</c:v>
                </c:pt>
                <c:pt idx="12476">
                  <c:v>5.0410609352270122</c:v>
                </c:pt>
                <c:pt idx="12477">
                  <c:v>5.0408692385728502</c:v>
                </c:pt>
                <c:pt idx="12478">
                  <c:v>5.0392346968072887</c:v>
                </c:pt>
                <c:pt idx="12479">
                  <c:v>5.0404426824132917</c:v>
                </c:pt>
                <c:pt idx="12480">
                  <c:v>5.0439973968302576</c:v>
                </c:pt>
                <c:pt idx="12481">
                  <c:v>5.04831224638236</c:v>
                </c:pt>
                <c:pt idx="12482">
                  <c:v>5.0497597810274861</c:v>
                </c:pt>
                <c:pt idx="12483">
                  <c:v>5.0493965814256185</c:v>
                </c:pt>
                <c:pt idx="12484">
                  <c:v>5.0418371966158793</c:v>
                </c:pt>
                <c:pt idx="12485">
                  <c:v>5.0335193515044789</c:v>
                </c:pt>
                <c:pt idx="12486">
                  <c:v>5.0330628876043182</c:v>
                </c:pt>
                <c:pt idx="12487">
                  <c:v>5.0361223776893036</c:v>
                </c:pt>
                <c:pt idx="12488">
                  <c:v>5.0354281352882628</c:v>
                </c:pt>
                <c:pt idx="12489">
                  <c:v>5.0380616912946943</c:v>
                </c:pt>
                <c:pt idx="12490">
                  <c:v>5.0433191849781789</c:v>
                </c:pt>
                <c:pt idx="12491">
                  <c:v>5.0452545746880029</c:v>
                </c:pt>
                <c:pt idx="12492">
                  <c:v>5.0434609237424395</c:v>
                </c:pt>
                <c:pt idx="12493">
                  <c:v>5.0402829990046705</c:v>
                </c:pt>
                <c:pt idx="12494">
                  <c:v>5.0392040712809125</c:v>
                </c:pt>
                <c:pt idx="12495">
                  <c:v>5.0388316840211314</c:v>
                </c:pt>
                <c:pt idx="12496">
                  <c:v>5.0385990257254418</c:v>
                </c:pt>
                <c:pt idx="12497">
                  <c:v>5.0369964972054211</c:v>
                </c:pt>
                <c:pt idx="12498">
                  <c:v>5.0359167081387337</c:v>
                </c:pt>
                <c:pt idx="12499">
                  <c:v>5.0359447974887068</c:v>
                </c:pt>
                <c:pt idx="12500">
                  <c:v>5.0380138389097313</c:v>
                </c:pt>
                <c:pt idx="12501">
                  <c:v>5.0391201860500727</c:v>
                </c:pt>
                <c:pt idx="12502">
                  <c:v>5.0394563490544373</c:v>
                </c:pt>
                <c:pt idx="12503">
                  <c:v>5.0404516308092795</c:v>
                </c:pt>
                <c:pt idx="12504">
                  <c:v>5.0390548196922138</c:v>
                </c:pt>
                <c:pt idx="12505">
                  <c:v>5.035390092642217</c:v>
                </c:pt>
                <c:pt idx="12506">
                  <c:v>5.0340960684480516</c:v>
                </c:pt>
                <c:pt idx="12507">
                  <c:v>5.0365209402036601</c:v>
                </c:pt>
                <c:pt idx="12508">
                  <c:v>5.0356529936452032</c:v>
                </c:pt>
                <c:pt idx="12509">
                  <c:v>5.0373362491386571</c:v>
                </c:pt>
                <c:pt idx="12510">
                  <c:v>5.0415993702626141</c:v>
                </c:pt>
                <c:pt idx="12511">
                  <c:v>5.0439499751167602</c:v>
                </c:pt>
                <c:pt idx="12512">
                  <c:v>5.0417154601485334</c:v>
                </c:pt>
                <c:pt idx="12513">
                  <c:v>5.0371851791593292</c:v>
                </c:pt>
                <c:pt idx="12514">
                  <c:v>5.0357685093025033</c:v>
                </c:pt>
                <c:pt idx="12515">
                  <c:v>5.0348875468953374</c:v>
                </c:pt>
                <c:pt idx="12516">
                  <c:v>5.0347995942117754</c:v>
                </c:pt>
                <c:pt idx="12517">
                  <c:v>5.0374393231758674</c:v>
                </c:pt>
                <c:pt idx="12518">
                  <c:v>5.0391986161090268</c:v>
                </c:pt>
                <c:pt idx="12519">
                  <c:v>5.0366741156879256</c:v>
                </c:pt>
                <c:pt idx="12520">
                  <c:v>5.0352211737232988</c:v>
                </c:pt>
                <c:pt idx="12521">
                  <c:v>5.0348455325013397</c:v>
                </c:pt>
                <c:pt idx="12522">
                  <c:v>5.0376321682872671</c:v>
                </c:pt>
                <c:pt idx="12523">
                  <c:v>5.0417031620855983</c:v>
                </c:pt>
                <c:pt idx="12524">
                  <c:v>5.0406954865630507</c:v>
                </c:pt>
                <c:pt idx="12525">
                  <c:v>5.0407836785085367</c:v>
                </c:pt>
                <c:pt idx="12526">
                  <c:v>5.0408479921139273</c:v>
                </c:pt>
                <c:pt idx="12527">
                  <c:v>5.0375111496056961</c:v>
                </c:pt>
                <c:pt idx="12528">
                  <c:v>5.0347221212005202</c:v>
                </c:pt>
                <c:pt idx="12529">
                  <c:v>5.0314063337416739</c:v>
                </c:pt>
                <c:pt idx="12530">
                  <c:v>5.0334174259245081</c:v>
                </c:pt>
                <c:pt idx="12531">
                  <c:v>5.0349362127708446</c:v>
                </c:pt>
                <c:pt idx="12532">
                  <c:v>5.0384804953678888</c:v>
                </c:pt>
                <c:pt idx="12533">
                  <c:v>5.0422643748564431</c:v>
                </c:pt>
                <c:pt idx="12534">
                  <c:v>5.0432027601255642</c:v>
                </c:pt>
                <c:pt idx="12535">
                  <c:v>5.0445681322257103</c:v>
                </c:pt>
                <c:pt idx="12536">
                  <c:v>5.0431348575913022</c:v>
                </c:pt>
                <c:pt idx="12537">
                  <c:v>5.0387095168823217</c:v>
                </c:pt>
                <c:pt idx="12538">
                  <c:v>5.0353732007503256</c:v>
                </c:pt>
                <c:pt idx="12539">
                  <c:v>5.0344206511752549</c:v>
                </c:pt>
                <c:pt idx="12540">
                  <c:v>5.0346460359084295</c:v>
                </c:pt>
                <c:pt idx="12541">
                  <c:v>5.033305116377</c:v>
                </c:pt>
                <c:pt idx="12542">
                  <c:v>5.0297754766097542</c:v>
                </c:pt>
                <c:pt idx="12543">
                  <c:v>5.033006708904372</c:v>
                </c:pt>
                <c:pt idx="12544">
                  <c:v>5.0370030051297761</c:v>
                </c:pt>
                <c:pt idx="12545">
                  <c:v>5.0371651768624144</c:v>
                </c:pt>
                <c:pt idx="12546">
                  <c:v>5.0349240582650641</c:v>
                </c:pt>
                <c:pt idx="12547">
                  <c:v>5.0296255550876658</c:v>
                </c:pt>
                <c:pt idx="12548">
                  <c:v>5.0292864252354335</c:v>
                </c:pt>
                <c:pt idx="12549">
                  <c:v>5.0318429867544596</c:v>
                </c:pt>
                <c:pt idx="12550">
                  <c:v>5.0335131785468183</c:v>
                </c:pt>
                <c:pt idx="12551">
                  <c:v>5.0318985912257865</c:v>
                </c:pt>
                <c:pt idx="12552">
                  <c:v>5.0306457679350736</c:v>
                </c:pt>
                <c:pt idx="12553">
                  <c:v>5.0300589062858894</c:v>
                </c:pt>
                <c:pt idx="12554">
                  <c:v>5.0317479519179233</c:v>
                </c:pt>
                <c:pt idx="12555">
                  <c:v>5.0382815730035988</c:v>
                </c:pt>
                <c:pt idx="12556">
                  <c:v>5.0398139020748793</c:v>
                </c:pt>
                <c:pt idx="12557">
                  <c:v>5.038044560140877</c:v>
                </c:pt>
                <c:pt idx="12558">
                  <c:v>5.0360109294847257</c:v>
                </c:pt>
                <c:pt idx="12559">
                  <c:v>5.0385548579741215</c:v>
                </c:pt>
                <c:pt idx="12560">
                  <c:v>5.0379432566419107</c:v>
                </c:pt>
                <c:pt idx="12561">
                  <c:v>5.0356291631574921</c:v>
                </c:pt>
                <c:pt idx="12562">
                  <c:v>5.0378784645126711</c:v>
                </c:pt>
                <c:pt idx="12563">
                  <c:v>5.0372074783707221</c:v>
                </c:pt>
                <c:pt idx="12564">
                  <c:v>5.0357362089426534</c:v>
                </c:pt>
                <c:pt idx="12565">
                  <c:v>5.0356263398667789</c:v>
                </c:pt>
                <c:pt idx="12566">
                  <c:v>5.0340947764336574</c:v>
                </c:pt>
                <c:pt idx="12567">
                  <c:v>5.032550436413751</c:v>
                </c:pt>
                <c:pt idx="12568">
                  <c:v>5.0361306561519026</c:v>
                </c:pt>
                <c:pt idx="12569">
                  <c:v>5.0378251569558223</c:v>
                </c:pt>
                <c:pt idx="12570">
                  <c:v>5.0351704501952375</c:v>
                </c:pt>
                <c:pt idx="12571">
                  <c:v>5.0291540655386262</c:v>
                </c:pt>
                <c:pt idx="12572">
                  <c:v>5.0281082995176476</c:v>
                </c:pt>
                <c:pt idx="12573">
                  <c:v>5.0288544617563735</c:v>
                </c:pt>
                <c:pt idx="12574">
                  <c:v>5.0303546818773448</c:v>
                </c:pt>
                <c:pt idx="12575">
                  <c:v>5.0273962560294008</c:v>
                </c:pt>
                <c:pt idx="12576">
                  <c:v>5.0239408353112323</c:v>
                </c:pt>
                <c:pt idx="12577">
                  <c:v>5.0225006699333896</c:v>
                </c:pt>
                <c:pt idx="12578">
                  <c:v>5.02605677206952</c:v>
                </c:pt>
                <c:pt idx="12579">
                  <c:v>5.0303091742592452</c:v>
                </c:pt>
                <c:pt idx="12580">
                  <c:v>5.0301570515274481</c:v>
                </c:pt>
                <c:pt idx="12581">
                  <c:v>5.0275344058647882</c:v>
                </c:pt>
                <c:pt idx="12582">
                  <c:v>5.0314411224255418</c:v>
                </c:pt>
                <c:pt idx="12583">
                  <c:v>5.0324975116759818</c:v>
                </c:pt>
                <c:pt idx="12584">
                  <c:v>5.0346072754766098</c:v>
                </c:pt>
                <c:pt idx="12585">
                  <c:v>5.0368513609218279</c:v>
                </c:pt>
                <c:pt idx="12586">
                  <c:v>5.0387845494219432</c:v>
                </c:pt>
                <c:pt idx="12587">
                  <c:v>5.0400550302427076</c:v>
                </c:pt>
                <c:pt idx="12588">
                  <c:v>5.0382263992037366</c:v>
                </c:pt>
                <c:pt idx="12589">
                  <c:v>5.0432042914018833</c:v>
                </c:pt>
                <c:pt idx="12590">
                  <c:v>5.0420621985299752</c:v>
                </c:pt>
                <c:pt idx="12591">
                  <c:v>5.0365546761350588</c:v>
                </c:pt>
                <c:pt idx="12592">
                  <c:v>5.0360614616032464</c:v>
                </c:pt>
                <c:pt idx="12593">
                  <c:v>5.0378823884082387</c:v>
                </c:pt>
                <c:pt idx="12594">
                  <c:v>5.0341850738840828</c:v>
                </c:pt>
                <c:pt idx="12595">
                  <c:v>5.0309205841819153</c:v>
                </c:pt>
                <c:pt idx="12596">
                  <c:v>5.0308863218742825</c:v>
                </c:pt>
                <c:pt idx="12597">
                  <c:v>5.0372732754000458</c:v>
                </c:pt>
                <c:pt idx="12598">
                  <c:v>5.0432650160784016</c:v>
                </c:pt>
                <c:pt idx="12599">
                  <c:v>5.0429748870683717</c:v>
                </c:pt>
                <c:pt idx="12600">
                  <c:v>5.0382195084603021</c:v>
                </c:pt>
                <c:pt idx="12601">
                  <c:v>5.0372251359007736</c:v>
                </c:pt>
                <c:pt idx="12602">
                  <c:v>5.0391554054054053</c:v>
                </c:pt>
                <c:pt idx="12603">
                  <c:v>5.0401640379756527</c:v>
                </c:pt>
                <c:pt idx="12604">
                  <c:v>5.0401442749406629</c:v>
                </c:pt>
                <c:pt idx="12605">
                  <c:v>5.0421594824286045</c:v>
                </c:pt>
                <c:pt idx="12606">
                  <c:v>5.0412419607993266</c:v>
                </c:pt>
                <c:pt idx="12607">
                  <c:v>5.0369600336880787</c:v>
                </c:pt>
                <c:pt idx="12608">
                  <c:v>5.0321271342163696</c:v>
                </c:pt>
                <c:pt idx="12609">
                  <c:v>5.0263308226782026</c:v>
                </c:pt>
                <c:pt idx="12610">
                  <c:v>5.0275810619401273</c:v>
                </c:pt>
                <c:pt idx="12611">
                  <c:v>5.030674957889901</c:v>
                </c:pt>
                <c:pt idx="12612">
                  <c:v>5.0328736314217899</c:v>
                </c:pt>
                <c:pt idx="12613">
                  <c:v>5.0337095168823218</c:v>
                </c:pt>
                <c:pt idx="12614">
                  <c:v>5.0333608644054824</c:v>
                </c:pt>
                <c:pt idx="12615">
                  <c:v>5.0343687313375698</c:v>
                </c:pt>
                <c:pt idx="12616">
                  <c:v>5.0333946481892662</c:v>
                </c:pt>
                <c:pt idx="12617">
                  <c:v>5.0327893633718706</c:v>
                </c:pt>
                <c:pt idx="12618">
                  <c:v>5.0328379813949926</c:v>
                </c:pt>
                <c:pt idx="12619">
                  <c:v>5.0284320209019215</c:v>
                </c:pt>
                <c:pt idx="12620">
                  <c:v>5.0260115994181147</c:v>
                </c:pt>
                <c:pt idx="12621">
                  <c:v>5.0276988745119056</c:v>
                </c:pt>
                <c:pt idx="12622">
                  <c:v>5.0277110290176861</c:v>
                </c:pt>
                <c:pt idx="12623">
                  <c:v>5.0304991482275474</c:v>
                </c:pt>
                <c:pt idx="12624">
                  <c:v>5.0334885345685629</c:v>
                </c:pt>
                <c:pt idx="12625">
                  <c:v>5.0350985280606384</c:v>
                </c:pt>
                <c:pt idx="12626">
                  <c:v>5.0340198874511906</c:v>
                </c:pt>
                <c:pt idx="12627">
                  <c:v>5.0301188174718625</c:v>
                </c:pt>
                <c:pt idx="12628">
                  <c:v>5.0306015044789829</c:v>
                </c:pt>
                <c:pt idx="12629">
                  <c:v>5.0349888503943037</c:v>
                </c:pt>
                <c:pt idx="12630">
                  <c:v>5.0338388140264909</c:v>
                </c:pt>
                <c:pt idx="12631">
                  <c:v>5.0292758977107415</c:v>
                </c:pt>
                <c:pt idx="12632">
                  <c:v>5.0276094862567948</c:v>
                </c:pt>
                <c:pt idx="12633">
                  <c:v>5.0330010623229464</c:v>
                </c:pt>
                <c:pt idx="12634">
                  <c:v>5.0378174527218436</c:v>
                </c:pt>
                <c:pt idx="12635">
                  <c:v>5.0380995425311994</c:v>
                </c:pt>
                <c:pt idx="12636">
                  <c:v>5.0373867334047926</c:v>
                </c:pt>
                <c:pt idx="12637">
                  <c:v>5.0351345609065152</c:v>
                </c:pt>
                <c:pt idx="12638">
                  <c:v>5.0333768471020592</c:v>
                </c:pt>
                <c:pt idx="12639">
                  <c:v>5.0306617027792662</c:v>
                </c:pt>
                <c:pt idx="12640">
                  <c:v>5.0297095360232751</c:v>
                </c:pt>
                <c:pt idx="12641">
                  <c:v>5.0303621468493986</c:v>
                </c:pt>
                <c:pt idx="12642">
                  <c:v>5.030916755991119</c:v>
                </c:pt>
                <c:pt idx="12643">
                  <c:v>5.0322548522318353</c:v>
                </c:pt>
                <c:pt idx="12644">
                  <c:v>5.035277352423245</c:v>
                </c:pt>
                <c:pt idx="12645">
                  <c:v>5.040306925197152</c:v>
                </c:pt>
                <c:pt idx="12646">
                  <c:v>5.0405705918382973</c:v>
                </c:pt>
                <c:pt idx="12647">
                  <c:v>5.0381235644284512</c:v>
                </c:pt>
                <c:pt idx="12648">
                  <c:v>5.0345938289564351</c:v>
                </c:pt>
                <c:pt idx="12649">
                  <c:v>5.0327391662200442</c:v>
                </c:pt>
                <c:pt idx="12650">
                  <c:v>5.0326597791133914</c:v>
                </c:pt>
                <c:pt idx="12651">
                  <c:v>5.0348856327999387</c:v>
                </c:pt>
                <c:pt idx="12652">
                  <c:v>5.0340535276778198</c:v>
                </c:pt>
                <c:pt idx="12653">
                  <c:v>5.0304308628742058</c:v>
                </c:pt>
                <c:pt idx="12654">
                  <c:v>5.0278507101293926</c:v>
                </c:pt>
                <c:pt idx="12655">
                  <c:v>5.0293943323635251</c:v>
                </c:pt>
                <c:pt idx="12656">
                  <c:v>5.0289838067529287</c:v>
                </c:pt>
                <c:pt idx="12657">
                  <c:v>5.0292908755072352</c:v>
                </c:pt>
                <c:pt idx="12658">
                  <c:v>5.0350937428221423</c:v>
                </c:pt>
                <c:pt idx="12659">
                  <c:v>5.0409056063854223</c:v>
                </c:pt>
                <c:pt idx="12660">
                  <c:v>5.041756708904372</c:v>
                </c:pt>
                <c:pt idx="12661">
                  <c:v>5.0410963938442688</c:v>
                </c:pt>
                <c:pt idx="12662">
                  <c:v>5.0380126426001075</c:v>
                </c:pt>
                <c:pt idx="12663">
                  <c:v>5.0316774175024888</c:v>
                </c:pt>
                <c:pt idx="12664">
                  <c:v>5.0323120358318656</c:v>
                </c:pt>
                <c:pt idx="12665">
                  <c:v>5.0347052293086287</c:v>
                </c:pt>
                <c:pt idx="12666">
                  <c:v>5.0317588144093097</c:v>
                </c:pt>
                <c:pt idx="12667">
                  <c:v>5.027829032999005</c:v>
                </c:pt>
                <c:pt idx="12668">
                  <c:v>5.024149232447745</c:v>
                </c:pt>
                <c:pt idx="12669">
                  <c:v>5.023477719929561</c:v>
                </c:pt>
                <c:pt idx="12670">
                  <c:v>5.0251722207334817</c:v>
                </c:pt>
                <c:pt idx="12671">
                  <c:v>5.027468704540234</c:v>
                </c:pt>
                <c:pt idx="12672">
                  <c:v>5.0295417177092103</c:v>
                </c:pt>
                <c:pt idx="12673">
                  <c:v>5.0306282061097924</c:v>
                </c:pt>
                <c:pt idx="12674">
                  <c:v>5.0307058705305874</c:v>
                </c:pt>
                <c:pt idx="12675">
                  <c:v>5.0295358318658598</c:v>
                </c:pt>
                <c:pt idx="12676">
                  <c:v>5.0271446481892657</c:v>
                </c:pt>
                <c:pt idx="12677">
                  <c:v>5.0237852672077175</c:v>
                </c:pt>
                <c:pt idx="12678">
                  <c:v>5.0246437389939516</c:v>
                </c:pt>
                <c:pt idx="12679">
                  <c:v>5.0285574898552943</c:v>
                </c:pt>
                <c:pt idx="12680">
                  <c:v>5.0324301355179539</c:v>
                </c:pt>
                <c:pt idx="12681">
                  <c:v>5.0361988936528599</c:v>
                </c:pt>
                <c:pt idx="12682">
                  <c:v>5.0354871851313066</c:v>
                </c:pt>
                <c:pt idx="12683">
                  <c:v>5.0330885843350437</c:v>
                </c:pt>
                <c:pt idx="12684">
                  <c:v>5.0334357533879492</c:v>
                </c:pt>
                <c:pt idx="12685">
                  <c:v>5.0340262518183909</c:v>
                </c:pt>
                <c:pt idx="12686">
                  <c:v>5.0335812246382359</c:v>
                </c:pt>
                <c:pt idx="12687">
                  <c:v>5.0330987768930404</c:v>
                </c:pt>
                <c:pt idx="12688">
                  <c:v>5.0346374703315213</c:v>
                </c:pt>
                <c:pt idx="12689">
                  <c:v>5.0361943476762878</c:v>
                </c:pt>
                <c:pt idx="12690">
                  <c:v>5.0392606806523235</c:v>
                </c:pt>
                <c:pt idx="12691">
                  <c:v>5.0394147653319044</c:v>
                </c:pt>
                <c:pt idx="12692">
                  <c:v>5.0388991558839296</c:v>
                </c:pt>
                <c:pt idx="12693">
                  <c:v>5.0365300321568025</c:v>
                </c:pt>
                <c:pt idx="12694">
                  <c:v>5.036167071816859</c:v>
                </c:pt>
                <c:pt idx="12695">
                  <c:v>5.0325876177168674</c:v>
                </c:pt>
                <c:pt idx="12696">
                  <c:v>5.0327632359696803</c:v>
                </c:pt>
                <c:pt idx="12697">
                  <c:v>5.0388117774289869</c:v>
                </c:pt>
                <c:pt idx="12698">
                  <c:v>5.0404212445448282</c:v>
                </c:pt>
                <c:pt idx="12699">
                  <c:v>5.0382058226782025</c:v>
                </c:pt>
                <c:pt idx="12700">
                  <c:v>5.0359569998468725</c:v>
                </c:pt>
                <c:pt idx="12701">
                  <c:v>5.0374012805298216</c:v>
                </c:pt>
                <c:pt idx="12702">
                  <c:v>5.0395833971365134</c:v>
                </c:pt>
                <c:pt idx="12703">
                  <c:v>5.0396160803154428</c:v>
                </c:pt>
                <c:pt idx="12704">
                  <c:v>5.037639681111707</c:v>
                </c:pt>
                <c:pt idx="12705">
                  <c:v>5.0352814677283515</c:v>
                </c:pt>
                <c:pt idx="12706">
                  <c:v>5.0343809815481206</c:v>
                </c:pt>
                <c:pt idx="12707">
                  <c:v>5.0306205975805831</c:v>
                </c:pt>
                <c:pt idx="12708">
                  <c:v>5.0292024921522085</c:v>
                </c:pt>
                <c:pt idx="12709">
                  <c:v>5.0303936337187043</c:v>
                </c:pt>
                <c:pt idx="12710">
                  <c:v>5.0300263188117293</c:v>
                </c:pt>
                <c:pt idx="12711">
                  <c:v>5.0318839962483732</c:v>
                </c:pt>
                <c:pt idx="12712">
                  <c:v>5.0350168918918916</c:v>
                </c:pt>
                <c:pt idx="12713">
                  <c:v>5.0388052216522468</c:v>
                </c:pt>
                <c:pt idx="12714">
                  <c:v>5.0403275495750712</c:v>
                </c:pt>
                <c:pt idx="12715">
                  <c:v>5.037272079090422</c:v>
                </c:pt>
                <c:pt idx="12716">
                  <c:v>5.0361167789602632</c:v>
                </c:pt>
                <c:pt idx="12717">
                  <c:v>5.0362795249215218</c:v>
                </c:pt>
                <c:pt idx="12718">
                  <c:v>5.0369446252201211</c:v>
                </c:pt>
                <c:pt idx="12719">
                  <c:v>5.0365018471020599</c:v>
                </c:pt>
                <c:pt idx="12720">
                  <c:v>5.0392244563969069</c:v>
                </c:pt>
                <c:pt idx="12721">
                  <c:v>5.0389773945333438</c:v>
                </c:pt>
                <c:pt idx="12722">
                  <c:v>5.0350577099762654</c:v>
                </c:pt>
                <c:pt idx="12723">
                  <c:v>5.0321279477069139</c:v>
                </c:pt>
                <c:pt idx="12724">
                  <c:v>5.0311292684327391</c:v>
                </c:pt>
                <c:pt idx="12725">
                  <c:v>5.0313252718015464</c:v>
                </c:pt>
                <c:pt idx="12726">
                  <c:v>5.0308877095934461</c:v>
                </c:pt>
                <c:pt idx="12727">
                  <c:v>5.0297621257943499</c:v>
                </c:pt>
                <c:pt idx="12728">
                  <c:v>5.0313259417349361</c:v>
                </c:pt>
                <c:pt idx="12729">
                  <c:v>5.032130244621392</c:v>
                </c:pt>
                <c:pt idx="12730">
                  <c:v>5.0353486524768396</c:v>
                </c:pt>
                <c:pt idx="12731">
                  <c:v>5.0387978523849632</c:v>
                </c:pt>
                <c:pt idx="12732">
                  <c:v>5.0388516863180461</c:v>
                </c:pt>
                <c:pt idx="12733">
                  <c:v>5.0379721594824289</c:v>
                </c:pt>
                <c:pt idx="12734">
                  <c:v>5.0367836976494909</c:v>
                </c:pt>
                <c:pt idx="12735">
                  <c:v>5.0370057805681032</c:v>
                </c:pt>
                <c:pt idx="12736">
                  <c:v>5.038136532424776</c:v>
                </c:pt>
                <c:pt idx="12737">
                  <c:v>5.0325256967307253</c:v>
                </c:pt>
                <c:pt idx="12738">
                  <c:v>5.0268468627976421</c:v>
                </c:pt>
                <c:pt idx="12739">
                  <c:v>5.0294035200214378</c:v>
                </c:pt>
                <c:pt idx="12740">
                  <c:v>5.0335288741290869</c:v>
                </c:pt>
                <c:pt idx="12741">
                  <c:v>5.0316792358931171</c:v>
                </c:pt>
                <c:pt idx="12742">
                  <c:v>5.0296887202358169</c:v>
                </c:pt>
                <c:pt idx="12743">
                  <c:v>5.0314917023964476</c:v>
                </c:pt>
                <c:pt idx="12744">
                  <c:v>5.0323571606308857</c:v>
                </c:pt>
                <c:pt idx="12745">
                  <c:v>5.035691514815098</c:v>
                </c:pt>
                <c:pt idx="12746">
                  <c:v>5.0383479442615418</c:v>
                </c:pt>
                <c:pt idx="12747">
                  <c:v>5.0394233787611977</c:v>
                </c:pt>
                <c:pt idx="12748">
                  <c:v>5.0372943783018149</c:v>
                </c:pt>
                <c:pt idx="12749">
                  <c:v>5.0328035276778191</c:v>
                </c:pt>
                <c:pt idx="12750">
                  <c:v>5.0319988419722836</c:v>
                </c:pt>
                <c:pt idx="12751">
                  <c:v>5.0307828171656075</c:v>
                </c:pt>
                <c:pt idx="12752">
                  <c:v>5.0314629431130848</c:v>
                </c:pt>
                <c:pt idx="12753">
                  <c:v>5.0350925943649028</c:v>
                </c:pt>
                <c:pt idx="12754">
                  <c:v>5.034198903223337</c:v>
                </c:pt>
                <c:pt idx="12755">
                  <c:v>5.0315790808513894</c:v>
                </c:pt>
                <c:pt idx="12756">
                  <c:v>5.0354270346834085</c:v>
                </c:pt>
                <c:pt idx="12757">
                  <c:v>5.0367715431437103</c:v>
                </c:pt>
                <c:pt idx="12758">
                  <c:v>5.0360663425465129</c:v>
                </c:pt>
                <c:pt idx="12759">
                  <c:v>5.0375439763417811</c:v>
                </c:pt>
                <c:pt idx="12760">
                  <c:v>5.0373782635326547</c:v>
                </c:pt>
                <c:pt idx="12761">
                  <c:v>5.0383778041497589</c:v>
                </c:pt>
                <c:pt idx="12762">
                  <c:v>5.0385437562208102</c:v>
                </c:pt>
                <c:pt idx="12763">
                  <c:v>5.0394724274557845</c:v>
                </c:pt>
                <c:pt idx="12764">
                  <c:v>5.040243807901386</c:v>
                </c:pt>
                <c:pt idx="12765">
                  <c:v>5.0372200635479674</c:v>
                </c:pt>
                <c:pt idx="12766">
                  <c:v>5.0336992286195548</c:v>
                </c:pt>
                <c:pt idx="12767">
                  <c:v>5.0293575338794883</c:v>
                </c:pt>
                <c:pt idx="12768">
                  <c:v>5.0261729576602097</c:v>
                </c:pt>
                <c:pt idx="12769">
                  <c:v>5.0296658946481889</c:v>
                </c:pt>
                <c:pt idx="12770">
                  <c:v>5.0361865955899239</c:v>
                </c:pt>
                <c:pt idx="12771">
                  <c:v>5.0364683504325853</c:v>
                </c:pt>
                <c:pt idx="12772">
                  <c:v>5.0345421962330601</c:v>
                </c:pt>
                <c:pt idx="12773">
                  <c:v>5.0322697821759439</c:v>
                </c:pt>
                <c:pt idx="12774">
                  <c:v>5.0333094230916471</c:v>
                </c:pt>
                <c:pt idx="12775">
                  <c:v>5.0359948510833776</c:v>
                </c:pt>
                <c:pt idx="12776">
                  <c:v>5.0356052369650106</c:v>
                </c:pt>
                <c:pt idx="12777">
                  <c:v>5.0344259149376001</c:v>
                </c:pt>
                <c:pt idx="12778">
                  <c:v>5.0349904773753922</c:v>
                </c:pt>
                <c:pt idx="12779">
                  <c:v>5.0372948568256639</c:v>
                </c:pt>
                <c:pt idx="12780">
                  <c:v>5.0387264566265983</c:v>
                </c:pt>
                <c:pt idx="12781">
                  <c:v>5.0378671234974348</c:v>
                </c:pt>
                <c:pt idx="12782">
                  <c:v>5.0358565098384505</c:v>
                </c:pt>
                <c:pt idx="12783">
                  <c:v>5.0348436662583262</c:v>
                </c:pt>
                <c:pt idx="12784">
                  <c:v>5.0356151902610824</c:v>
                </c:pt>
                <c:pt idx="12785">
                  <c:v>5.0383537822525071</c:v>
                </c:pt>
                <c:pt idx="12786">
                  <c:v>5.0389534683408623</c:v>
                </c:pt>
                <c:pt idx="12787">
                  <c:v>5.0395561212770845</c:v>
                </c:pt>
                <c:pt idx="12788">
                  <c:v>5.0405730801623152</c:v>
                </c:pt>
                <c:pt idx="12789">
                  <c:v>5.0403985146619705</c:v>
                </c:pt>
                <c:pt idx="12790">
                  <c:v>5.0369446730725063</c:v>
                </c:pt>
                <c:pt idx="12791">
                  <c:v>5.0357453487481818</c:v>
                </c:pt>
                <c:pt idx="12792">
                  <c:v>5.0366787573692671</c:v>
                </c:pt>
                <c:pt idx="12793">
                  <c:v>5.0367401998315593</c:v>
                </c:pt>
                <c:pt idx="12794">
                  <c:v>5.034782223796034</c:v>
                </c:pt>
                <c:pt idx="12795">
                  <c:v>5.034665703238649</c:v>
                </c:pt>
                <c:pt idx="12796">
                  <c:v>5.0353747320266447</c:v>
                </c:pt>
                <c:pt idx="12797">
                  <c:v>5.034750162698109</c:v>
                </c:pt>
                <c:pt idx="12798">
                  <c:v>5.0369449601868155</c:v>
                </c:pt>
                <c:pt idx="12799">
                  <c:v>5.0363170411913334</c:v>
                </c:pt>
                <c:pt idx="12800">
                  <c:v>5.0361318524615264</c:v>
                </c:pt>
                <c:pt idx="12801">
                  <c:v>5.0397425541688996</c:v>
                </c:pt>
                <c:pt idx="12802">
                  <c:v>5.0402032769313223</c:v>
                </c:pt>
                <c:pt idx="12803">
                  <c:v>5.0354033477528519</c:v>
                </c:pt>
                <c:pt idx="12804">
                  <c:v>5.0286685552407935</c:v>
                </c:pt>
                <c:pt idx="12805">
                  <c:v>5.0328144858739758</c:v>
                </c:pt>
                <c:pt idx="12806">
                  <c:v>5.0366230571931707</c:v>
                </c:pt>
                <c:pt idx="12807">
                  <c:v>5.0371475671847481</c:v>
                </c:pt>
                <c:pt idx="12808">
                  <c:v>5.0360022682030472</c:v>
                </c:pt>
                <c:pt idx="12809">
                  <c:v>5.0406317950386645</c:v>
                </c:pt>
                <c:pt idx="12810">
                  <c:v>5.0463568065232369</c:v>
                </c:pt>
                <c:pt idx="12811">
                  <c:v>5.0472776299670778</c:v>
                </c:pt>
                <c:pt idx="12812">
                  <c:v>5.0443073845800477</c:v>
                </c:pt>
                <c:pt idx="12813">
                  <c:v>5.0422714570094174</c:v>
                </c:pt>
                <c:pt idx="12814">
                  <c:v>5.038081167215374</c:v>
                </c:pt>
                <c:pt idx="12815">
                  <c:v>5.035046321108644</c:v>
                </c:pt>
                <c:pt idx="12816">
                  <c:v>5.0367268968685401</c:v>
                </c:pt>
                <c:pt idx="12817">
                  <c:v>5.03926508307174</c:v>
                </c:pt>
                <c:pt idx="12818">
                  <c:v>5.0418661473087818</c:v>
                </c:pt>
                <c:pt idx="12819">
                  <c:v>5.0398390724293698</c:v>
                </c:pt>
                <c:pt idx="12820">
                  <c:v>5.0348095953602323</c:v>
                </c:pt>
                <c:pt idx="12821">
                  <c:v>5.0309476207794193</c:v>
                </c:pt>
                <c:pt idx="12822">
                  <c:v>5.0303547775821151</c:v>
                </c:pt>
                <c:pt idx="12823">
                  <c:v>5.0315538626445138</c:v>
                </c:pt>
                <c:pt idx="12824">
                  <c:v>5.0322097752852004</c:v>
                </c:pt>
                <c:pt idx="12825">
                  <c:v>5.031272059949468</c:v>
                </c:pt>
                <c:pt idx="12826">
                  <c:v>5.0333590460148532</c:v>
                </c:pt>
                <c:pt idx="12827">
                  <c:v>5.0386829588086668</c:v>
                </c:pt>
                <c:pt idx="12828">
                  <c:v>5.0422311653012786</c:v>
                </c:pt>
                <c:pt idx="12829">
                  <c:v>5.0423474944491238</c:v>
                </c:pt>
                <c:pt idx="12830">
                  <c:v>5.0426739434193397</c:v>
                </c:pt>
                <c:pt idx="12831">
                  <c:v>5.0434263264681114</c:v>
                </c:pt>
                <c:pt idx="12832">
                  <c:v>5.0449304226322642</c:v>
                </c:pt>
                <c:pt idx="12833">
                  <c:v>5.0411675503407087</c:v>
                </c:pt>
                <c:pt idx="12834">
                  <c:v>5.0362677532348208</c:v>
                </c:pt>
                <c:pt idx="12835">
                  <c:v>5.0307328592757061</c:v>
                </c:pt>
                <c:pt idx="12836">
                  <c:v>5.0267434537937374</c:v>
                </c:pt>
                <c:pt idx="12837">
                  <c:v>5.0269852040425693</c:v>
                </c:pt>
                <c:pt idx="12838">
                  <c:v>5.0284362319117983</c:v>
                </c:pt>
                <c:pt idx="12839">
                  <c:v>5.0343969163923132</c:v>
                </c:pt>
                <c:pt idx="12840">
                  <c:v>5.0351125009570481</c:v>
                </c:pt>
                <c:pt idx="12841">
                  <c:v>5.0345663616874665</c:v>
                </c:pt>
                <c:pt idx="12842">
                  <c:v>5.0354603399433424</c:v>
                </c:pt>
                <c:pt idx="12843">
                  <c:v>5.0325010049000838</c:v>
                </c:pt>
                <c:pt idx="12844">
                  <c:v>5.0319692213459914</c:v>
                </c:pt>
                <c:pt idx="12845">
                  <c:v>5.0353777945792819</c:v>
                </c:pt>
                <c:pt idx="12846">
                  <c:v>5.0399264030319273</c:v>
                </c:pt>
                <c:pt idx="12847">
                  <c:v>5.0382615228542988</c:v>
                </c:pt>
                <c:pt idx="12848">
                  <c:v>5.0387430614041806</c:v>
                </c:pt>
                <c:pt idx="12849">
                  <c:v>5.040170641604778</c:v>
                </c:pt>
                <c:pt idx="12850">
                  <c:v>5.0400790521399585</c:v>
                </c:pt>
                <c:pt idx="12851">
                  <c:v>5.035179637853151</c:v>
                </c:pt>
                <c:pt idx="12852">
                  <c:v>5.0293576295842586</c:v>
                </c:pt>
                <c:pt idx="12853">
                  <c:v>5.0302214608376081</c:v>
                </c:pt>
                <c:pt idx="12854">
                  <c:v>5.0323113180460917</c:v>
                </c:pt>
                <c:pt idx="12855">
                  <c:v>5.0317244563969066</c:v>
                </c:pt>
                <c:pt idx="12856">
                  <c:v>5.0317496746037822</c:v>
                </c:pt>
                <c:pt idx="12857">
                  <c:v>5.03303427187811</c:v>
                </c:pt>
                <c:pt idx="12858">
                  <c:v>5.0339417923589309</c:v>
                </c:pt>
                <c:pt idx="12859">
                  <c:v>5.0340018949544447</c:v>
                </c:pt>
                <c:pt idx="12860">
                  <c:v>5.0373930499196078</c:v>
                </c:pt>
                <c:pt idx="12861">
                  <c:v>5.0407021380445602</c:v>
                </c:pt>
                <c:pt idx="12862">
                  <c:v>5.0402911817624991</c:v>
                </c:pt>
                <c:pt idx="12863">
                  <c:v>5.0370289889748108</c:v>
                </c:pt>
                <c:pt idx="12864">
                  <c:v>5.0339948128014704</c:v>
                </c:pt>
                <c:pt idx="12865">
                  <c:v>5.032450233519639</c:v>
                </c:pt>
                <c:pt idx="12866">
                  <c:v>5.0319065825740754</c:v>
                </c:pt>
                <c:pt idx="12867">
                  <c:v>5.0298674010412681</c:v>
                </c:pt>
                <c:pt idx="12868">
                  <c:v>5.0253208980935611</c:v>
                </c:pt>
                <c:pt idx="12869">
                  <c:v>5.025583703391777</c:v>
                </c:pt>
                <c:pt idx="12870">
                  <c:v>5.0306008345455941</c:v>
                </c:pt>
                <c:pt idx="12871">
                  <c:v>5.0385400715871675</c:v>
                </c:pt>
                <c:pt idx="12872">
                  <c:v>5.0417105792052679</c:v>
                </c:pt>
                <c:pt idx="12873">
                  <c:v>5.0400582842048847</c:v>
                </c:pt>
                <c:pt idx="12874">
                  <c:v>5.0387507656381594</c:v>
                </c:pt>
                <c:pt idx="12875">
                  <c:v>5.0321330200597201</c:v>
                </c:pt>
                <c:pt idx="12876">
                  <c:v>5.028572946175637</c:v>
                </c:pt>
                <c:pt idx="12877">
                  <c:v>5.0308176537018605</c:v>
                </c:pt>
                <c:pt idx="12878">
                  <c:v>5.0312466503330526</c:v>
                </c:pt>
                <c:pt idx="12879">
                  <c:v>5.0299929178470251</c:v>
                </c:pt>
                <c:pt idx="12880">
                  <c:v>5.03268724638236</c:v>
                </c:pt>
                <c:pt idx="12881">
                  <c:v>5.0360439954827347</c:v>
                </c:pt>
                <c:pt idx="12882">
                  <c:v>5.0400300512977569</c:v>
                </c:pt>
                <c:pt idx="12883">
                  <c:v>5.0376794942959959</c:v>
                </c:pt>
                <c:pt idx="12884">
                  <c:v>5.035362529668479</c:v>
                </c:pt>
                <c:pt idx="12885">
                  <c:v>5.0317102442385728</c:v>
                </c:pt>
                <c:pt idx="12886">
                  <c:v>5.02398160554322</c:v>
                </c:pt>
                <c:pt idx="12887">
                  <c:v>5.0183108586631962</c:v>
                </c:pt>
                <c:pt idx="12888">
                  <c:v>5.0182646332593217</c:v>
                </c:pt>
                <c:pt idx="12889">
                  <c:v>5.0225419665416124</c:v>
                </c:pt>
                <c:pt idx="12890">
                  <c:v>5.0242477605083842</c:v>
                </c:pt>
                <c:pt idx="12891">
                  <c:v>5.0268619841512905</c:v>
                </c:pt>
                <c:pt idx="12892">
                  <c:v>5.0321421120128624</c:v>
                </c:pt>
                <c:pt idx="12893">
                  <c:v>5.0351449927264378</c:v>
                </c:pt>
                <c:pt idx="12894">
                  <c:v>5.0332646332593214</c:v>
                </c:pt>
                <c:pt idx="12895">
                  <c:v>5.0298807997090575</c:v>
                </c:pt>
                <c:pt idx="12896">
                  <c:v>5.030003684633642</c:v>
                </c:pt>
                <c:pt idx="12897">
                  <c:v>5.0323977873057197</c:v>
                </c:pt>
                <c:pt idx="12898">
                  <c:v>5.0363948013168978</c:v>
                </c:pt>
                <c:pt idx="12899">
                  <c:v>5.0388392925503407</c:v>
                </c:pt>
                <c:pt idx="12900">
                  <c:v>5.0360181551948546</c:v>
                </c:pt>
                <c:pt idx="12901">
                  <c:v>5.0363132130005361</c:v>
                </c:pt>
                <c:pt idx="12902">
                  <c:v>5.0367049804762267</c:v>
                </c:pt>
                <c:pt idx="12903">
                  <c:v>5.0357993262384193</c:v>
                </c:pt>
                <c:pt idx="12904">
                  <c:v>5.0348076812648346</c:v>
                </c:pt>
                <c:pt idx="12905">
                  <c:v>5.0360266729193786</c:v>
                </c:pt>
                <c:pt idx="12906">
                  <c:v>5.0405773390245772</c:v>
                </c:pt>
                <c:pt idx="12907">
                  <c:v>5.0430111113237883</c:v>
                </c:pt>
                <c:pt idx="12908">
                  <c:v>5.041219996554628</c:v>
                </c:pt>
                <c:pt idx="12909">
                  <c:v>5.0403416660286346</c:v>
                </c:pt>
                <c:pt idx="12910">
                  <c:v>5.0402439514585406</c:v>
                </c:pt>
                <c:pt idx="12911">
                  <c:v>5.0368933753158256</c:v>
                </c:pt>
                <c:pt idx="12912">
                  <c:v>5.0375887661741059</c:v>
                </c:pt>
                <c:pt idx="12913">
                  <c:v>5.0412927321797723</c:v>
                </c:pt>
                <c:pt idx="12914">
                  <c:v>5.0407187428221425</c:v>
                </c:pt>
                <c:pt idx="12915">
                  <c:v>5.0416879450271805</c:v>
                </c:pt>
                <c:pt idx="12916">
                  <c:v>5.0441291344460604</c:v>
                </c:pt>
                <c:pt idx="12917">
                  <c:v>5.0399978466426765</c:v>
                </c:pt>
                <c:pt idx="12918">
                  <c:v>5.0357039564351886</c:v>
                </c:pt>
                <c:pt idx="12919">
                  <c:v>5.0331327042339788</c:v>
                </c:pt>
                <c:pt idx="12920">
                  <c:v>5.0317650830717406</c:v>
                </c:pt>
                <c:pt idx="12921">
                  <c:v>5.0321067012479901</c:v>
                </c:pt>
                <c:pt idx="12922">
                  <c:v>5.0318519830028325</c:v>
                </c:pt>
                <c:pt idx="12923">
                  <c:v>5.0324206607457311</c:v>
                </c:pt>
                <c:pt idx="12924">
                  <c:v>5.0312863199601869</c:v>
                </c:pt>
                <c:pt idx="12925">
                  <c:v>5.027392523543373</c:v>
                </c:pt>
                <c:pt idx="12926">
                  <c:v>5.0239324132914787</c:v>
                </c:pt>
                <c:pt idx="12927">
                  <c:v>5.0223828573616105</c:v>
                </c:pt>
                <c:pt idx="12928">
                  <c:v>5.0232357782711894</c:v>
                </c:pt>
                <c:pt idx="12929">
                  <c:v>5.0287181303116144</c:v>
                </c:pt>
                <c:pt idx="12930">
                  <c:v>5.0325783822065695</c:v>
                </c:pt>
                <c:pt idx="12931">
                  <c:v>5.0333297603552563</c:v>
                </c:pt>
                <c:pt idx="12932">
                  <c:v>5.0329053575530205</c:v>
                </c:pt>
                <c:pt idx="12933">
                  <c:v>5.0345455937523926</c:v>
                </c:pt>
                <c:pt idx="12934">
                  <c:v>5.0403332440088811</c:v>
                </c:pt>
                <c:pt idx="12935">
                  <c:v>5.0431229423474466</c:v>
                </c:pt>
                <c:pt idx="12936">
                  <c:v>5.0451408774213311</c:v>
                </c:pt>
                <c:pt idx="12937">
                  <c:v>5.0474516212388023</c:v>
                </c:pt>
                <c:pt idx="12938">
                  <c:v>5.0483912028175482</c:v>
                </c:pt>
                <c:pt idx="12939">
                  <c:v>5.0499712885690222</c:v>
                </c:pt>
                <c:pt idx="12940">
                  <c:v>5.0505129775668021</c:v>
                </c:pt>
                <c:pt idx="12941">
                  <c:v>5.0479973776893043</c:v>
                </c:pt>
                <c:pt idx="12942">
                  <c:v>5.045707880330756</c:v>
                </c:pt>
                <c:pt idx="12943">
                  <c:v>5.0437299498507002</c:v>
                </c:pt>
                <c:pt idx="12944">
                  <c:v>5.0433822065691754</c:v>
                </c:pt>
                <c:pt idx="12945">
                  <c:v>5.0434667617334048</c:v>
                </c:pt>
                <c:pt idx="12946">
                  <c:v>5.0426767667100529</c:v>
                </c:pt>
                <c:pt idx="12947">
                  <c:v>5.0433092795344923</c:v>
                </c:pt>
                <c:pt idx="12948">
                  <c:v>5.0389908889059027</c:v>
                </c:pt>
                <c:pt idx="12949">
                  <c:v>5.0360842393384884</c:v>
                </c:pt>
                <c:pt idx="12950">
                  <c:v>5.0335620836842505</c:v>
                </c:pt>
                <c:pt idx="12951">
                  <c:v>5.0314031276318811</c:v>
                </c:pt>
                <c:pt idx="12952">
                  <c:v>5.0319579760355255</c:v>
                </c:pt>
                <c:pt idx="12953">
                  <c:v>5.0309908793354259</c:v>
                </c:pt>
                <c:pt idx="12954">
                  <c:v>5.0354644073960646</c:v>
                </c:pt>
                <c:pt idx="12955">
                  <c:v>5.0411752067223032</c:v>
                </c:pt>
                <c:pt idx="12956">
                  <c:v>5.0433939782558763</c:v>
                </c:pt>
                <c:pt idx="12957">
                  <c:v>5.0376766710052827</c:v>
                </c:pt>
                <c:pt idx="12958">
                  <c:v>5.0320949774136743</c:v>
                </c:pt>
                <c:pt idx="12959">
                  <c:v>5.0317572831329915</c:v>
                </c:pt>
                <c:pt idx="12960">
                  <c:v>5.025875124416201</c:v>
                </c:pt>
                <c:pt idx="12961">
                  <c:v>5.0221511561136207</c:v>
                </c:pt>
                <c:pt idx="12962">
                  <c:v>5.025480725059337</c:v>
                </c:pt>
                <c:pt idx="12963">
                  <c:v>5.0300205765255344</c:v>
                </c:pt>
                <c:pt idx="12964">
                  <c:v>5.0338254632110866</c:v>
                </c:pt>
                <c:pt idx="12965">
                  <c:v>5.035893499732027</c:v>
                </c:pt>
                <c:pt idx="12966">
                  <c:v>5.03590876464283</c:v>
                </c:pt>
                <c:pt idx="12967">
                  <c:v>5.0362673704157412</c:v>
                </c:pt>
                <c:pt idx="12968">
                  <c:v>5.0345651653778427</c:v>
                </c:pt>
                <c:pt idx="12969">
                  <c:v>5.0360703142944647</c:v>
                </c:pt>
                <c:pt idx="12970">
                  <c:v>5.0384425962789985</c:v>
                </c:pt>
                <c:pt idx="12971">
                  <c:v>5.0395095130541305</c:v>
                </c:pt>
                <c:pt idx="12972">
                  <c:v>5.0357693706454327</c:v>
                </c:pt>
                <c:pt idx="12973">
                  <c:v>5.0316033898629504</c:v>
                </c:pt>
                <c:pt idx="12974">
                  <c:v>5.0301632244851087</c:v>
                </c:pt>
                <c:pt idx="12975">
                  <c:v>5.0286423321338338</c:v>
                </c:pt>
                <c:pt idx="12976">
                  <c:v>5.0266991424852616</c:v>
                </c:pt>
                <c:pt idx="12977">
                  <c:v>5.0277753426230767</c:v>
                </c:pt>
                <c:pt idx="12978">
                  <c:v>5.029021466579894</c:v>
                </c:pt>
                <c:pt idx="12979">
                  <c:v>5.0323707985606001</c:v>
                </c:pt>
                <c:pt idx="12980">
                  <c:v>5.0317903491310005</c:v>
                </c:pt>
                <c:pt idx="12981">
                  <c:v>5.0282489376770538</c:v>
                </c:pt>
                <c:pt idx="12982">
                  <c:v>5.0309436490314674</c:v>
                </c:pt>
                <c:pt idx="12983">
                  <c:v>5.0363771437868463</c:v>
                </c:pt>
                <c:pt idx="12984">
                  <c:v>5.0392698683102362</c:v>
                </c:pt>
                <c:pt idx="12985">
                  <c:v>5.0412920143939974</c:v>
                </c:pt>
                <c:pt idx="12986">
                  <c:v>5.0430276682489854</c:v>
                </c:pt>
                <c:pt idx="12987">
                  <c:v>5.041990467804915</c:v>
                </c:pt>
                <c:pt idx="12988">
                  <c:v>5.0413764260010723</c:v>
                </c:pt>
                <c:pt idx="12989">
                  <c:v>5.0436846814945255</c:v>
                </c:pt>
                <c:pt idx="12990">
                  <c:v>5.047271648418957</c:v>
                </c:pt>
                <c:pt idx="12991">
                  <c:v>5.0461943476762885</c:v>
                </c:pt>
                <c:pt idx="12992">
                  <c:v>5.0416764126024045</c:v>
                </c:pt>
                <c:pt idx="12993">
                  <c:v>5.0407202262460764</c:v>
                </c:pt>
                <c:pt idx="12994">
                  <c:v>5.0412390896562282</c:v>
                </c:pt>
                <c:pt idx="12995">
                  <c:v>5.038362299977031</c:v>
                </c:pt>
                <c:pt idx="12996">
                  <c:v>5.0383399050608686</c:v>
                </c:pt>
                <c:pt idx="12997">
                  <c:v>5.0396379488553711</c:v>
                </c:pt>
                <c:pt idx="12998">
                  <c:v>5.0391956971135441</c:v>
                </c:pt>
                <c:pt idx="12999">
                  <c:v>5.0379129660822297</c:v>
                </c:pt>
                <c:pt idx="13000">
                  <c:v>5.0372506412219584</c:v>
                </c:pt>
                <c:pt idx="13001">
                  <c:v>5.0386812361228079</c:v>
                </c:pt>
                <c:pt idx="13002">
                  <c:v>5.0432062054972819</c:v>
                </c:pt>
                <c:pt idx="13003">
                  <c:v>5.0441778960263379</c:v>
                </c:pt>
                <c:pt idx="13004">
                  <c:v>5.0357666430594898</c:v>
                </c:pt>
                <c:pt idx="13005">
                  <c:v>5.0313129737386113</c:v>
                </c:pt>
                <c:pt idx="13006">
                  <c:v>5.0325295249215225</c:v>
                </c:pt>
                <c:pt idx="13007">
                  <c:v>5.0337306676364753</c:v>
                </c:pt>
                <c:pt idx="13008">
                  <c:v>5.0277101676747566</c:v>
                </c:pt>
                <c:pt idx="13009">
                  <c:v>5.0231788817854683</c:v>
                </c:pt>
                <c:pt idx="13010">
                  <c:v>5.0231012173646734</c:v>
                </c:pt>
                <c:pt idx="13011">
                  <c:v>5.0246896772835159</c:v>
                </c:pt>
                <c:pt idx="13012">
                  <c:v>5.0243953851159944</c:v>
                </c:pt>
                <c:pt idx="13013">
                  <c:v>5.0217536463517343</c:v>
                </c:pt>
                <c:pt idx="13014">
                  <c:v>5.0204019600336878</c:v>
                </c:pt>
                <c:pt idx="13015">
                  <c:v>5.0240223757752087</c:v>
                </c:pt>
                <c:pt idx="13016">
                  <c:v>5.0312248774978947</c:v>
                </c:pt>
                <c:pt idx="13017">
                  <c:v>5.0366728236735323</c:v>
                </c:pt>
                <c:pt idx="13018">
                  <c:v>5.0396991520557384</c:v>
                </c:pt>
                <c:pt idx="13019">
                  <c:v>5.0380563318275779</c:v>
                </c:pt>
                <c:pt idx="13020">
                  <c:v>5.0368269083531123</c:v>
                </c:pt>
                <c:pt idx="13021">
                  <c:v>5.0406177264374854</c:v>
                </c:pt>
                <c:pt idx="13022">
                  <c:v>5.040638925044024</c:v>
                </c:pt>
                <c:pt idx="13023">
                  <c:v>5.0397862433963709</c:v>
                </c:pt>
                <c:pt idx="13024">
                  <c:v>5.0433331578745886</c:v>
                </c:pt>
                <c:pt idx="13025">
                  <c:v>5.0420207583645968</c:v>
                </c:pt>
                <c:pt idx="13026">
                  <c:v>5.0389797871525914</c:v>
                </c:pt>
                <c:pt idx="13027">
                  <c:v>5.0398991271724984</c:v>
                </c:pt>
                <c:pt idx="13028">
                  <c:v>5.039866683255493</c:v>
                </c:pt>
                <c:pt idx="13029">
                  <c:v>5.0403040540540545</c:v>
                </c:pt>
                <c:pt idx="13030">
                  <c:v>5.0370962694280683</c:v>
                </c:pt>
                <c:pt idx="13031">
                  <c:v>5.0355535085368652</c:v>
                </c:pt>
                <c:pt idx="13032">
                  <c:v>5.0398647213077101</c:v>
                </c:pt>
                <c:pt idx="13033">
                  <c:v>5.0426537975652703</c:v>
                </c:pt>
                <c:pt idx="13034">
                  <c:v>5.0434852806063857</c:v>
                </c:pt>
                <c:pt idx="13035">
                  <c:v>5.044480849475538</c:v>
                </c:pt>
                <c:pt idx="13036">
                  <c:v>5.0423203142944644</c:v>
                </c:pt>
                <c:pt idx="13037">
                  <c:v>5.0412359313988206</c:v>
                </c:pt>
                <c:pt idx="13038">
                  <c:v>5.0406088737462671</c:v>
                </c:pt>
                <c:pt idx="13039">
                  <c:v>5.0367805872444684</c:v>
                </c:pt>
                <c:pt idx="13040">
                  <c:v>5.0343746650333054</c:v>
                </c:pt>
                <c:pt idx="13041">
                  <c:v>5.0354127268203044</c:v>
                </c:pt>
                <c:pt idx="13042">
                  <c:v>5.0355369516116681</c:v>
                </c:pt>
                <c:pt idx="13043">
                  <c:v>5.0380389135594514</c:v>
                </c:pt>
                <c:pt idx="13044">
                  <c:v>5.0425456033228695</c:v>
                </c:pt>
                <c:pt idx="13045">
                  <c:v>5.0474295612893343</c:v>
                </c:pt>
                <c:pt idx="13046">
                  <c:v>5.0508311959268051</c:v>
                </c:pt>
                <c:pt idx="13047">
                  <c:v>5.0507278347752855</c:v>
                </c:pt>
                <c:pt idx="13048">
                  <c:v>5.0494008881402648</c:v>
                </c:pt>
                <c:pt idx="13049">
                  <c:v>5.0474359256565346</c:v>
                </c:pt>
                <c:pt idx="13050">
                  <c:v>5.0460797412143021</c:v>
                </c:pt>
                <c:pt idx="13051">
                  <c:v>5.0427705573845802</c:v>
                </c:pt>
                <c:pt idx="13052">
                  <c:v>5.0404217230686781</c:v>
                </c:pt>
                <c:pt idx="13053">
                  <c:v>5.0404052618482504</c:v>
                </c:pt>
                <c:pt idx="13054">
                  <c:v>5.0418525093790674</c:v>
                </c:pt>
                <c:pt idx="13055">
                  <c:v>5.0420351619324704</c:v>
                </c:pt>
                <c:pt idx="13056">
                  <c:v>5.0396951803077865</c:v>
                </c:pt>
                <c:pt idx="13057">
                  <c:v>5.0350631172957661</c:v>
                </c:pt>
                <c:pt idx="13058">
                  <c:v>5.0304508173187354</c:v>
                </c:pt>
                <c:pt idx="13059">
                  <c:v>5.0324003713345071</c:v>
                </c:pt>
                <c:pt idx="13060">
                  <c:v>5.036081894571625</c:v>
                </c:pt>
                <c:pt idx="13061">
                  <c:v>5.0379016250669935</c:v>
                </c:pt>
                <c:pt idx="13062">
                  <c:v>5.0407194127555321</c:v>
                </c:pt>
                <c:pt idx="13063">
                  <c:v>5.0418186298905141</c:v>
                </c:pt>
                <c:pt idx="13064">
                  <c:v>5.0430311136207031</c:v>
                </c:pt>
                <c:pt idx="13065">
                  <c:v>5.0406625641221963</c:v>
                </c:pt>
                <c:pt idx="13066">
                  <c:v>5.0363922651404947</c:v>
                </c:pt>
                <c:pt idx="13067">
                  <c:v>5.035562983309088</c:v>
                </c:pt>
                <c:pt idx="13068">
                  <c:v>5.0366483232524306</c:v>
                </c:pt>
                <c:pt idx="13069">
                  <c:v>5.0366246363218741</c:v>
                </c:pt>
                <c:pt idx="13070">
                  <c:v>5.0370319558226786</c:v>
                </c:pt>
                <c:pt idx="13071">
                  <c:v>5.0399138657070672</c:v>
                </c:pt>
                <c:pt idx="13072">
                  <c:v>5.0375258881402649</c:v>
                </c:pt>
                <c:pt idx="13073">
                  <c:v>5.0338627880713576</c:v>
                </c:pt>
                <c:pt idx="13074">
                  <c:v>5.0351232677436641</c:v>
                </c:pt>
                <c:pt idx="13075">
                  <c:v>5.0374315232371183</c:v>
                </c:pt>
                <c:pt idx="13076">
                  <c:v>5.0373244295995709</c:v>
                </c:pt>
                <c:pt idx="13077">
                  <c:v>5.0331819921904906</c:v>
                </c:pt>
                <c:pt idx="13078">
                  <c:v>5.0315891298522315</c:v>
                </c:pt>
                <c:pt idx="13079">
                  <c:v>5.0315875985759133</c:v>
                </c:pt>
                <c:pt idx="13080">
                  <c:v>5.0322279113391009</c:v>
                </c:pt>
                <c:pt idx="13081">
                  <c:v>5.0341382263992038</c:v>
                </c:pt>
                <c:pt idx="13082">
                  <c:v>5.0356763456090654</c:v>
                </c:pt>
                <c:pt idx="13083">
                  <c:v>5.036345752622311</c:v>
                </c:pt>
                <c:pt idx="13084">
                  <c:v>5.0331620377459609</c:v>
                </c:pt>
                <c:pt idx="13085">
                  <c:v>5.0271985778271189</c:v>
                </c:pt>
                <c:pt idx="13086">
                  <c:v>5.0254380885843348</c:v>
                </c:pt>
                <c:pt idx="13087">
                  <c:v>5.0263275208636395</c:v>
                </c:pt>
                <c:pt idx="13088">
                  <c:v>5.0259369018451876</c:v>
                </c:pt>
                <c:pt idx="13089">
                  <c:v>5.0271695792818312</c:v>
                </c:pt>
                <c:pt idx="13090">
                  <c:v>5.0278809528366892</c:v>
                </c:pt>
                <c:pt idx="13091">
                  <c:v>5.030859093867238</c:v>
                </c:pt>
                <c:pt idx="13092">
                  <c:v>5.035825549345379</c:v>
                </c:pt>
                <c:pt idx="13093">
                  <c:v>5.0386284549421942</c:v>
                </c:pt>
                <c:pt idx="13094">
                  <c:v>5.0385055221652246</c:v>
                </c:pt>
                <c:pt idx="13095">
                  <c:v>5.0378371679044482</c:v>
                </c:pt>
                <c:pt idx="13096">
                  <c:v>5.0357053920067374</c:v>
                </c:pt>
                <c:pt idx="13097">
                  <c:v>5.0327420373631417</c:v>
                </c:pt>
                <c:pt idx="13098">
                  <c:v>5.0317364673455325</c:v>
                </c:pt>
                <c:pt idx="13099">
                  <c:v>5.0319556791210474</c:v>
                </c:pt>
                <c:pt idx="13100">
                  <c:v>5.0331012652170584</c:v>
                </c:pt>
                <c:pt idx="13101">
                  <c:v>5.0347176230763342</c:v>
                </c:pt>
                <c:pt idx="13102">
                  <c:v>5.035909769542914</c:v>
                </c:pt>
                <c:pt idx="13103">
                  <c:v>5.0395016652629971</c:v>
                </c:pt>
                <c:pt idx="13104">
                  <c:v>5.0424164018834698</c:v>
                </c:pt>
                <c:pt idx="13105">
                  <c:v>5.0419107457315668</c:v>
                </c:pt>
                <c:pt idx="13106">
                  <c:v>5.0432290310849091</c:v>
                </c:pt>
                <c:pt idx="13107">
                  <c:v>5.045629928795651</c:v>
                </c:pt>
                <c:pt idx="13108">
                  <c:v>5.0414642351274788</c:v>
                </c:pt>
                <c:pt idx="13109">
                  <c:v>5.0330835119822375</c:v>
                </c:pt>
                <c:pt idx="13110">
                  <c:v>5.0299615745348749</c:v>
                </c:pt>
                <c:pt idx="13111">
                  <c:v>5.0354931666794274</c:v>
                </c:pt>
                <c:pt idx="13112">
                  <c:v>5.036480552790751</c:v>
                </c:pt>
                <c:pt idx="13113">
                  <c:v>5.0351173819003137</c:v>
                </c:pt>
                <c:pt idx="13114">
                  <c:v>5.0375621602480667</c:v>
                </c:pt>
                <c:pt idx="13115">
                  <c:v>5.038323443840441</c:v>
                </c:pt>
                <c:pt idx="13116">
                  <c:v>5.037597571012939</c:v>
                </c:pt>
                <c:pt idx="13117">
                  <c:v>5.0366635403108493</c:v>
                </c:pt>
                <c:pt idx="13118">
                  <c:v>5.0417194318964853</c:v>
                </c:pt>
                <c:pt idx="13119">
                  <c:v>5.0451506871602483</c:v>
                </c:pt>
                <c:pt idx="13120">
                  <c:v>5.0430930346068452</c:v>
                </c:pt>
                <c:pt idx="13121">
                  <c:v>5.0381361496056964</c:v>
                </c:pt>
                <c:pt idx="13122">
                  <c:v>5.0367484782941583</c:v>
                </c:pt>
                <c:pt idx="13123">
                  <c:v>5.0396001933236354</c:v>
                </c:pt>
                <c:pt idx="13124">
                  <c:v>5.0401053230993034</c:v>
                </c:pt>
                <c:pt idx="13125">
                  <c:v>5.03627584028788</c:v>
                </c:pt>
                <c:pt idx="13126">
                  <c:v>5.0370581789296383</c:v>
                </c:pt>
                <c:pt idx="13127">
                  <c:v>5.0415518528443455</c:v>
                </c:pt>
                <c:pt idx="13128">
                  <c:v>5.0417444586938212</c:v>
                </c:pt>
                <c:pt idx="13129">
                  <c:v>5.0385505991118595</c:v>
                </c:pt>
                <c:pt idx="13130">
                  <c:v>5.033953611898017</c:v>
                </c:pt>
                <c:pt idx="13131">
                  <c:v>5.0311862606232296</c:v>
                </c:pt>
                <c:pt idx="13132">
                  <c:v>5.0320514317433584</c:v>
                </c:pt>
                <c:pt idx="13133">
                  <c:v>5.0344488362299975</c:v>
                </c:pt>
                <c:pt idx="13134">
                  <c:v>5.0362462196615878</c:v>
                </c:pt>
                <c:pt idx="13135">
                  <c:v>5.0339599762652174</c:v>
                </c:pt>
                <c:pt idx="13136">
                  <c:v>5.0328433408621089</c:v>
                </c:pt>
                <c:pt idx="13137">
                  <c:v>5.0327218915090732</c:v>
                </c:pt>
                <c:pt idx="13138">
                  <c:v>5.0334764279151676</c:v>
                </c:pt>
                <c:pt idx="13139">
                  <c:v>5.0363240754919225</c:v>
                </c:pt>
                <c:pt idx="13140">
                  <c:v>5.0398552943878725</c:v>
                </c:pt>
                <c:pt idx="13141">
                  <c:v>5.0419154831176787</c:v>
                </c:pt>
                <c:pt idx="13142">
                  <c:v>5.040804063624531</c:v>
                </c:pt>
                <c:pt idx="13143">
                  <c:v>5.0399331980705915</c:v>
                </c:pt>
                <c:pt idx="13144">
                  <c:v>5.0378015657300361</c:v>
                </c:pt>
                <c:pt idx="13145">
                  <c:v>5.034502574458311</c:v>
                </c:pt>
                <c:pt idx="13146">
                  <c:v>5.0323837187045406</c:v>
                </c:pt>
                <c:pt idx="13147">
                  <c:v>5.0336093618405942</c:v>
                </c:pt>
                <c:pt idx="13148">
                  <c:v>5.0321075147385343</c:v>
                </c:pt>
                <c:pt idx="13149">
                  <c:v>5.030926517877651</c:v>
                </c:pt>
                <c:pt idx="13150">
                  <c:v>5.0361497971058879</c:v>
                </c:pt>
                <c:pt idx="13151">
                  <c:v>5.0430091493760045</c:v>
                </c:pt>
                <c:pt idx="13152">
                  <c:v>5.0437486601332209</c:v>
                </c:pt>
                <c:pt idx="13153">
                  <c:v>5.0382963593905519</c:v>
                </c:pt>
                <c:pt idx="13154">
                  <c:v>5.0291778960263382</c:v>
                </c:pt>
                <c:pt idx="13155">
                  <c:v>5.0258610079626367</c:v>
                </c:pt>
                <c:pt idx="13156">
                  <c:v>5.0265484074726281</c:v>
                </c:pt>
                <c:pt idx="13157">
                  <c:v>5.0292880522165229</c:v>
                </c:pt>
                <c:pt idx="13158">
                  <c:v>5.0329386149605693</c:v>
                </c:pt>
                <c:pt idx="13159">
                  <c:v>5.0362527754383279</c:v>
                </c:pt>
                <c:pt idx="13160">
                  <c:v>5.0373800340708978</c:v>
                </c:pt>
                <c:pt idx="13161">
                  <c:v>5.0375558437332515</c:v>
                </c:pt>
                <c:pt idx="13162">
                  <c:v>5.0354974733940736</c:v>
                </c:pt>
                <c:pt idx="13163">
                  <c:v>5.0332678393691141</c:v>
                </c:pt>
                <c:pt idx="13164">
                  <c:v>5.0354264604547891</c:v>
                </c:pt>
                <c:pt idx="13165">
                  <c:v>5.0383018145624376</c:v>
                </c:pt>
                <c:pt idx="13166">
                  <c:v>5.0359528845417652</c:v>
                </c:pt>
                <c:pt idx="13167">
                  <c:v>5.0346432126177172</c:v>
                </c:pt>
                <c:pt idx="13168">
                  <c:v>5.0395055413061787</c:v>
                </c:pt>
                <c:pt idx="13169">
                  <c:v>5.0431178699946404</c:v>
                </c:pt>
                <c:pt idx="13170">
                  <c:v>5.0437734955210169</c:v>
                </c:pt>
                <c:pt idx="13171">
                  <c:v>5.0451135537095171</c:v>
                </c:pt>
                <c:pt idx="13172">
                  <c:v>5.0469767820228162</c:v>
                </c:pt>
                <c:pt idx="13173">
                  <c:v>5.045217249827731</c:v>
                </c:pt>
                <c:pt idx="13174">
                  <c:v>5.0440218972513593</c:v>
                </c:pt>
                <c:pt idx="13175">
                  <c:v>5.0435780185284438</c:v>
                </c:pt>
                <c:pt idx="13176">
                  <c:v>5.0447251837531581</c:v>
                </c:pt>
                <c:pt idx="13177">
                  <c:v>5.046426240333818</c:v>
                </c:pt>
                <c:pt idx="13178">
                  <c:v>5.0449221441696652</c:v>
                </c:pt>
                <c:pt idx="13179">
                  <c:v>5.0450368941888062</c:v>
                </c:pt>
                <c:pt idx="13180">
                  <c:v>5.043670277926652</c:v>
                </c:pt>
                <c:pt idx="13181">
                  <c:v>5.0401778194625217</c:v>
                </c:pt>
                <c:pt idx="13182">
                  <c:v>5.0348575913023508</c:v>
                </c:pt>
                <c:pt idx="13183">
                  <c:v>5.0327822812188963</c:v>
                </c:pt>
                <c:pt idx="13184">
                  <c:v>5.0352800321568028</c:v>
                </c:pt>
                <c:pt idx="13185">
                  <c:v>5.0324044387872293</c:v>
                </c:pt>
                <c:pt idx="13186">
                  <c:v>5.0321319194548657</c:v>
                </c:pt>
                <c:pt idx="13187">
                  <c:v>5.0330603992803002</c:v>
                </c:pt>
                <c:pt idx="13188">
                  <c:v>5.0326608318658606</c:v>
                </c:pt>
                <c:pt idx="13189">
                  <c:v>5.0317546033994338</c:v>
                </c:pt>
                <c:pt idx="13190">
                  <c:v>5.0320581789296375</c:v>
                </c:pt>
                <c:pt idx="13191">
                  <c:v>5.0313884369496975</c:v>
                </c:pt>
                <c:pt idx="13192">
                  <c:v>5.0290721901079554</c:v>
                </c:pt>
                <c:pt idx="13193">
                  <c:v>5.0292869516116685</c:v>
                </c:pt>
                <c:pt idx="13194">
                  <c:v>5.0314749540617107</c:v>
                </c:pt>
                <c:pt idx="13195">
                  <c:v>5.0308559356098304</c:v>
                </c:pt>
                <c:pt idx="13196">
                  <c:v>5.0364511235739986</c:v>
                </c:pt>
                <c:pt idx="13197">
                  <c:v>5.0422048464895486</c:v>
                </c:pt>
                <c:pt idx="13198">
                  <c:v>5.0451218321721152</c:v>
                </c:pt>
                <c:pt idx="13199">
                  <c:v>5.0458337321032083</c:v>
                </c:pt>
                <c:pt idx="13200">
                  <c:v>5.0440449621009114</c:v>
                </c:pt>
                <c:pt idx="13201">
                  <c:v>5.0465638637929713</c:v>
                </c:pt>
                <c:pt idx="13202">
                  <c:v>5.0468828477911343</c:v>
                </c:pt>
                <c:pt idx="13203">
                  <c:v>5.0438984380981546</c:v>
                </c:pt>
                <c:pt idx="13204">
                  <c:v>5.0419970714340403</c:v>
                </c:pt>
                <c:pt idx="13205">
                  <c:v>5.0411397481050457</c:v>
                </c:pt>
                <c:pt idx="13206">
                  <c:v>5.0361658755072352</c:v>
                </c:pt>
                <c:pt idx="13207">
                  <c:v>5.0294861610902686</c:v>
                </c:pt>
                <c:pt idx="13208">
                  <c:v>5.0285986907587477</c:v>
                </c:pt>
                <c:pt idx="13209">
                  <c:v>5.0306660094939133</c:v>
                </c:pt>
                <c:pt idx="13210">
                  <c:v>5.0328595149682256</c:v>
                </c:pt>
                <c:pt idx="13211">
                  <c:v>5.0305669072046548</c:v>
                </c:pt>
                <c:pt idx="13212">
                  <c:v>5.0302446213919305</c:v>
                </c:pt>
                <c:pt idx="13213">
                  <c:v>5.0358433025802007</c:v>
                </c:pt>
                <c:pt idx="13214">
                  <c:v>5.034265800857515</c:v>
                </c:pt>
                <c:pt idx="13215">
                  <c:v>5.0342940337646427</c:v>
                </c:pt>
                <c:pt idx="13216">
                  <c:v>5.0377167234514966</c:v>
                </c:pt>
                <c:pt idx="13217">
                  <c:v>5.0362928278845418</c:v>
                </c:pt>
                <c:pt idx="13218">
                  <c:v>5.0349337722992118</c:v>
                </c:pt>
                <c:pt idx="13219">
                  <c:v>5.0321692921675218</c:v>
                </c:pt>
                <c:pt idx="13220">
                  <c:v>5.0328968876808817</c:v>
                </c:pt>
                <c:pt idx="13221">
                  <c:v>5.0349512862721078</c:v>
                </c:pt>
                <c:pt idx="13222">
                  <c:v>5.0316151136972671</c:v>
                </c:pt>
                <c:pt idx="13223">
                  <c:v>5.02837627287344</c:v>
                </c:pt>
                <c:pt idx="13224">
                  <c:v>5.0303151079549808</c:v>
                </c:pt>
                <c:pt idx="13225">
                  <c:v>5.0351013992037359</c:v>
                </c:pt>
                <c:pt idx="13226">
                  <c:v>5.0388134522624606</c:v>
                </c:pt>
                <c:pt idx="13227">
                  <c:v>5.0410263858050683</c:v>
                </c:pt>
                <c:pt idx="13228">
                  <c:v>5.0404674699487027</c:v>
                </c:pt>
                <c:pt idx="13229">
                  <c:v>5.037523399816247</c:v>
                </c:pt>
                <c:pt idx="13230">
                  <c:v>5.039432709976265</c:v>
                </c:pt>
                <c:pt idx="13231">
                  <c:v>5.0433218168593523</c:v>
                </c:pt>
                <c:pt idx="13232">
                  <c:v>5.0437774194165836</c:v>
                </c:pt>
                <c:pt idx="13233">
                  <c:v>5.0443398763494374</c:v>
                </c:pt>
                <c:pt idx="13234">
                  <c:v>5.0451023562514354</c:v>
                </c:pt>
                <c:pt idx="13235">
                  <c:v>5.0473505091493758</c:v>
                </c:pt>
                <c:pt idx="13236">
                  <c:v>5.0480978676977264</c:v>
                </c:pt>
                <c:pt idx="13237">
                  <c:v>5.044401653778424</c:v>
                </c:pt>
                <c:pt idx="13238">
                  <c:v>5.0374294655845651</c:v>
                </c:pt>
                <c:pt idx="13239">
                  <c:v>5.0317034970522929</c:v>
                </c:pt>
                <c:pt idx="13240">
                  <c:v>5.0324905730801621</c:v>
                </c:pt>
                <c:pt idx="13241">
                  <c:v>5.0334775285200211</c:v>
                </c:pt>
                <c:pt idx="13242">
                  <c:v>5.0326595877038516</c:v>
                </c:pt>
                <c:pt idx="13243">
                  <c:v>5.02963235012633</c:v>
                </c:pt>
                <c:pt idx="13244">
                  <c:v>5.0286912851236503</c:v>
                </c:pt>
                <c:pt idx="13245">
                  <c:v>5.0276696367046938</c:v>
                </c:pt>
                <c:pt idx="13246">
                  <c:v>5.0300143557154886</c:v>
                </c:pt>
                <c:pt idx="13247">
                  <c:v>5.0321882417119665</c:v>
                </c:pt>
                <c:pt idx="13248">
                  <c:v>5.0344800838373782</c:v>
                </c:pt>
                <c:pt idx="13249">
                  <c:v>5.038793019294082</c:v>
                </c:pt>
                <c:pt idx="13250">
                  <c:v>5.0402922823673535</c:v>
                </c:pt>
                <c:pt idx="13251">
                  <c:v>5.0365876942806826</c:v>
                </c:pt>
                <c:pt idx="13252">
                  <c:v>5.0319958751244158</c:v>
                </c:pt>
                <c:pt idx="13253">
                  <c:v>5.0340938193859586</c:v>
                </c:pt>
                <c:pt idx="13254">
                  <c:v>5.0356294024194161</c:v>
                </c:pt>
                <c:pt idx="13255">
                  <c:v>5.0356039449506165</c:v>
                </c:pt>
                <c:pt idx="13256">
                  <c:v>5.0371780491539697</c:v>
                </c:pt>
                <c:pt idx="13257">
                  <c:v>5.0353069251971521</c:v>
                </c:pt>
                <c:pt idx="13258">
                  <c:v>5.0336834373325168</c:v>
                </c:pt>
                <c:pt idx="13259">
                  <c:v>5.0333175101447054</c:v>
                </c:pt>
                <c:pt idx="13260">
                  <c:v>5.0359790119439554</c:v>
                </c:pt>
                <c:pt idx="13261">
                  <c:v>5.0391643059490088</c:v>
                </c:pt>
                <c:pt idx="13262">
                  <c:v>5.0354026778194623</c:v>
                </c:pt>
                <c:pt idx="13263">
                  <c:v>5.0327901768624148</c:v>
                </c:pt>
                <c:pt idx="13264">
                  <c:v>5.0347186758288034</c:v>
                </c:pt>
                <c:pt idx="13265">
                  <c:v>5.0370917713038814</c:v>
                </c:pt>
                <c:pt idx="13266">
                  <c:v>5.0366977069137127</c:v>
                </c:pt>
                <c:pt idx="13267">
                  <c:v>5.0324974638235966</c:v>
                </c:pt>
                <c:pt idx="13268">
                  <c:v>5.0314599284128319</c:v>
                </c:pt>
                <c:pt idx="13269">
                  <c:v>5.0316973719470175</c:v>
                </c:pt>
                <c:pt idx="13270">
                  <c:v>5.0358126292014393</c:v>
                </c:pt>
                <c:pt idx="13271">
                  <c:v>5.0360995521016765</c:v>
                </c:pt>
                <c:pt idx="13272">
                  <c:v>5.0342806829492384</c:v>
                </c:pt>
                <c:pt idx="13273">
                  <c:v>5.0322687772758599</c:v>
                </c:pt>
                <c:pt idx="13274">
                  <c:v>5.0348548637164079</c:v>
                </c:pt>
                <c:pt idx="13275">
                  <c:v>5.0357854011943957</c:v>
                </c:pt>
                <c:pt idx="13276">
                  <c:v>5.0324896638848484</c:v>
                </c:pt>
                <c:pt idx="13277">
                  <c:v>5.0338565672613127</c:v>
                </c:pt>
                <c:pt idx="13278">
                  <c:v>5.034766671770921</c:v>
                </c:pt>
                <c:pt idx="13279">
                  <c:v>5.0324003713345071</c:v>
                </c:pt>
                <c:pt idx="13280">
                  <c:v>5.0319017973355793</c:v>
                </c:pt>
                <c:pt idx="13281">
                  <c:v>5.0338031639996936</c:v>
                </c:pt>
                <c:pt idx="13282">
                  <c:v>5.035952358165531</c:v>
                </c:pt>
                <c:pt idx="13283">
                  <c:v>5.0391765083071745</c:v>
                </c:pt>
                <c:pt idx="13284">
                  <c:v>5.0376572907893733</c:v>
                </c:pt>
                <c:pt idx="13285">
                  <c:v>5.0322944261541993</c:v>
                </c:pt>
                <c:pt idx="13286">
                  <c:v>5.0300633087053059</c:v>
                </c:pt>
                <c:pt idx="13287">
                  <c:v>5.0325388082842046</c:v>
                </c:pt>
                <c:pt idx="13288">
                  <c:v>5.0360699793277695</c:v>
                </c:pt>
                <c:pt idx="13289">
                  <c:v>5.0367670928719086</c:v>
                </c:pt>
                <c:pt idx="13290">
                  <c:v>5.0367730265676443</c:v>
                </c:pt>
                <c:pt idx="13291">
                  <c:v>5.0380180499196081</c:v>
                </c:pt>
                <c:pt idx="13292">
                  <c:v>5.0363784836536256</c:v>
                </c:pt>
                <c:pt idx="13293">
                  <c:v>5.0382368788760434</c:v>
                </c:pt>
                <c:pt idx="13294">
                  <c:v>5.0390210837608143</c:v>
                </c:pt>
                <c:pt idx="13295">
                  <c:v>5.0405497760508382</c:v>
                </c:pt>
                <c:pt idx="13296">
                  <c:v>5.043985481586402</c:v>
                </c:pt>
                <c:pt idx="13297">
                  <c:v>5.0434768585866321</c:v>
                </c:pt>
                <c:pt idx="13298">
                  <c:v>5.0398374933006664</c:v>
                </c:pt>
                <c:pt idx="13299">
                  <c:v>5.0389252832861189</c:v>
                </c:pt>
                <c:pt idx="13300">
                  <c:v>5.0386753502794583</c:v>
                </c:pt>
                <c:pt idx="13301">
                  <c:v>5.0354322505933693</c:v>
                </c:pt>
                <c:pt idx="13302">
                  <c:v>5.0314872521246459</c:v>
                </c:pt>
                <c:pt idx="13303">
                  <c:v>5.03149481280147</c:v>
                </c:pt>
                <c:pt idx="13304">
                  <c:v>5.0315298407472628</c:v>
                </c:pt>
                <c:pt idx="13305">
                  <c:v>5.0319990333818234</c:v>
                </c:pt>
                <c:pt idx="13306">
                  <c:v>5.0332027601255644</c:v>
                </c:pt>
                <c:pt idx="13307">
                  <c:v>5.0359838450348366</c:v>
                </c:pt>
                <c:pt idx="13308">
                  <c:v>5.0371956109792508</c:v>
                </c:pt>
                <c:pt idx="13309">
                  <c:v>5.0352132780797794</c:v>
                </c:pt>
                <c:pt idx="13310">
                  <c:v>5.0349977509379071</c:v>
                </c:pt>
                <c:pt idx="13311">
                  <c:v>5.032914497358548</c:v>
                </c:pt>
                <c:pt idx="13312">
                  <c:v>5.031985921828344</c:v>
                </c:pt>
                <c:pt idx="13313">
                  <c:v>5.0315696539315518</c:v>
                </c:pt>
                <c:pt idx="13314">
                  <c:v>5.0301707373095477</c:v>
                </c:pt>
                <c:pt idx="13315">
                  <c:v>5.0343250899624836</c:v>
                </c:pt>
                <c:pt idx="13316">
                  <c:v>5.0366346853227162</c:v>
                </c:pt>
                <c:pt idx="13317">
                  <c:v>5.0399824381747189</c:v>
                </c:pt>
                <c:pt idx="13318">
                  <c:v>5.0384069462522012</c:v>
                </c:pt>
                <c:pt idx="13319">
                  <c:v>5.0342411090268735</c:v>
                </c:pt>
                <c:pt idx="13320">
                  <c:v>5.034773706071511</c:v>
                </c:pt>
                <c:pt idx="13321">
                  <c:v>5.0326231241865091</c:v>
                </c:pt>
                <c:pt idx="13322">
                  <c:v>5.0314759589617948</c:v>
                </c:pt>
                <c:pt idx="13323">
                  <c:v>5.0358694299823901</c:v>
                </c:pt>
                <c:pt idx="13324">
                  <c:v>5.0435816074573161</c:v>
                </c:pt>
                <c:pt idx="13325">
                  <c:v>5.0479528749712888</c:v>
                </c:pt>
                <c:pt idx="13326">
                  <c:v>5.0475056944338101</c:v>
                </c:pt>
                <c:pt idx="13327">
                  <c:v>5.0421287611974579</c:v>
                </c:pt>
                <c:pt idx="13328">
                  <c:v>5.0345205191026725</c:v>
                </c:pt>
                <c:pt idx="13329">
                  <c:v>5.0301320725824974</c:v>
                </c:pt>
                <c:pt idx="13330">
                  <c:v>5.026419588852308</c:v>
                </c:pt>
                <c:pt idx="13331">
                  <c:v>5.026756613199602</c:v>
                </c:pt>
                <c:pt idx="13332">
                  <c:v>5.0280511159176173</c:v>
                </c:pt>
                <c:pt idx="13333">
                  <c:v>5.0294392657530054</c:v>
                </c:pt>
                <c:pt idx="13334">
                  <c:v>5.0326085292090958</c:v>
                </c:pt>
                <c:pt idx="13335">
                  <c:v>5.0335268164765328</c:v>
                </c:pt>
                <c:pt idx="13336">
                  <c:v>5.031485050914938</c:v>
                </c:pt>
                <c:pt idx="13337">
                  <c:v>5.0311534817395298</c:v>
                </c:pt>
                <c:pt idx="13338">
                  <c:v>5.033950836459689</c:v>
                </c:pt>
                <c:pt idx="13339">
                  <c:v>5.0346318237500958</c:v>
                </c:pt>
                <c:pt idx="13340">
                  <c:v>5.0320231988362298</c:v>
                </c:pt>
                <c:pt idx="13341">
                  <c:v>5.0296656075338797</c:v>
                </c:pt>
                <c:pt idx="13342">
                  <c:v>5.0291020021437864</c:v>
                </c:pt>
                <c:pt idx="13343">
                  <c:v>5.0328817663272334</c:v>
                </c:pt>
                <c:pt idx="13344">
                  <c:v>5.0386388867621159</c:v>
                </c:pt>
                <c:pt idx="13345">
                  <c:v>5.0441046340249596</c:v>
                </c:pt>
                <c:pt idx="13346">
                  <c:v>5.0436685552407932</c:v>
                </c:pt>
                <c:pt idx="13347">
                  <c:v>5.0400402917081388</c:v>
                </c:pt>
                <c:pt idx="13348">
                  <c:v>5.0350126330296305</c:v>
                </c:pt>
                <c:pt idx="13349">
                  <c:v>5.0313684825051679</c:v>
                </c:pt>
                <c:pt idx="13350">
                  <c:v>5.0346628320955515</c:v>
                </c:pt>
                <c:pt idx="13351">
                  <c:v>5.0336010355256109</c:v>
                </c:pt>
                <c:pt idx="13352">
                  <c:v>5.0344937217670926</c:v>
                </c:pt>
                <c:pt idx="13353">
                  <c:v>5.0393213096240714</c:v>
                </c:pt>
                <c:pt idx="13354">
                  <c:v>5.041122521246459</c:v>
                </c:pt>
                <c:pt idx="13355">
                  <c:v>5.0415436222341325</c:v>
                </c:pt>
                <c:pt idx="13356">
                  <c:v>5.0424218570553556</c:v>
                </c:pt>
                <c:pt idx="13357">
                  <c:v>5.0432637240640075</c:v>
                </c:pt>
                <c:pt idx="13358">
                  <c:v>5.0453394169665415</c:v>
                </c:pt>
                <c:pt idx="13359">
                  <c:v>5.0427051910267204</c:v>
                </c:pt>
                <c:pt idx="13360">
                  <c:v>5.0420919148610368</c:v>
                </c:pt>
                <c:pt idx="13361">
                  <c:v>5.0422228868386796</c:v>
                </c:pt>
                <c:pt idx="13362">
                  <c:v>5.033755407319501</c:v>
                </c:pt>
                <c:pt idx="13363">
                  <c:v>5.0295498526146547</c:v>
                </c:pt>
                <c:pt idx="13364">
                  <c:v>5.0338666641145391</c:v>
                </c:pt>
                <c:pt idx="13365">
                  <c:v>5.0370681800780952</c:v>
                </c:pt>
                <c:pt idx="13366">
                  <c:v>5.0402469183064085</c:v>
                </c:pt>
                <c:pt idx="13367">
                  <c:v>5.0427621353648266</c:v>
                </c:pt>
                <c:pt idx="13368">
                  <c:v>5.0412121487634947</c:v>
                </c:pt>
                <c:pt idx="13369">
                  <c:v>5.0385383489013096</c:v>
                </c:pt>
                <c:pt idx="13370">
                  <c:v>5.0361437198529977</c:v>
                </c:pt>
                <c:pt idx="13371">
                  <c:v>5.0353288415894646</c:v>
                </c:pt>
                <c:pt idx="13372">
                  <c:v>5.0334080468570557</c:v>
                </c:pt>
                <c:pt idx="13373">
                  <c:v>5.0321662296148837</c:v>
                </c:pt>
                <c:pt idx="13374">
                  <c:v>5.0309478121889599</c:v>
                </c:pt>
                <c:pt idx="13375">
                  <c:v>5.0324162583263146</c:v>
                </c:pt>
                <c:pt idx="13376">
                  <c:v>5.0323328037669395</c:v>
                </c:pt>
                <c:pt idx="13377">
                  <c:v>5.033881450501493</c:v>
                </c:pt>
                <c:pt idx="13378">
                  <c:v>5.0374151098690758</c:v>
                </c:pt>
                <c:pt idx="13379">
                  <c:v>5.0394129947936603</c:v>
                </c:pt>
                <c:pt idx="13380">
                  <c:v>5.0374202779266515</c:v>
                </c:pt>
                <c:pt idx="13381">
                  <c:v>5.0386441026720767</c:v>
                </c:pt>
                <c:pt idx="13382">
                  <c:v>5.0386831502182066</c:v>
                </c:pt>
                <c:pt idx="13383">
                  <c:v>5.0352869229002373</c:v>
                </c:pt>
                <c:pt idx="13384">
                  <c:v>5.0289288243626062</c:v>
                </c:pt>
                <c:pt idx="13385">
                  <c:v>5.0267261312303804</c:v>
                </c:pt>
                <c:pt idx="13386">
                  <c:v>5.0292669971671389</c:v>
                </c:pt>
                <c:pt idx="13387">
                  <c:v>5.0311546780491536</c:v>
                </c:pt>
                <c:pt idx="13388">
                  <c:v>5.0357209918842356</c:v>
                </c:pt>
                <c:pt idx="13389">
                  <c:v>5.0359424527218435</c:v>
                </c:pt>
                <c:pt idx="13390">
                  <c:v>5.0353555910726593</c:v>
                </c:pt>
                <c:pt idx="13391">
                  <c:v>5.03416181762499</c:v>
                </c:pt>
                <c:pt idx="13392">
                  <c:v>5.0348253866472703</c:v>
                </c:pt>
                <c:pt idx="13393">
                  <c:v>5.0319156745272187</c:v>
                </c:pt>
                <c:pt idx="13394">
                  <c:v>5.0339076736084527</c:v>
                </c:pt>
                <c:pt idx="13395">
                  <c:v>5.0367209631728045</c:v>
                </c:pt>
                <c:pt idx="13396">
                  <c:v>5.0404011943955283</c:v>
                </c:pt>
                <c:pt idx="13397">
                  <c:v>5.0395600451726512</c:v>
                </c:pt>
                <c:pt idx="13398">
                  <c:v>5.0338122081004517</c:v>
                </c:pt>
                <c:pt idx="13399">
                  <c:v>5.0296755608299515</c:v>
                </c:pt>
                <c:pt idx="13400">
                  <c:v>5.0288838909731259</c:v>
                </c:pt>
                <c:pt idx="13401">
                  <c:v>5.0319712311461604</c:v>
                </c:pt>
                <c:pt idx="13402">
                  <c:v>5.037798503177398</c:v>
                </c:pt>
                <c:pt idx="13403">
                  <c:v>5.040707593216446</c:v>
                </c:pt>
                <c:pt idx="13404">
                  <c:v>5.039854911568793</c:v>
                </c:pt>
                <c:pt idx="13405">
                  <c:v>5.0383236352499807</c:v>
                </c:pt>
                <c:pt idx="13406">
                  <c:v>5.0358274155883933</c:v>
                </c:pt>
                <c:pt idx="13407">
                  <c:v>5.0343469106500267</c:v>
                </c:pt>
                <c:pt idx="13408">
                  <c:v>5.0338509206798863</c:v>
                </c:pt>
                <c:pt idx="13409">
                  <c:v>5.0326861936298908</c:v>
                </c:pt>
                <c:pt idx="13410">
                  <c:v>5.0331424661205117</c:v>
                </c:pt>
                <c:pt idx="13411">
                  <c:v>5.0365141451649951</c:v>
                </c:pt>
                <c:pt idx="13412">
                  <c:v>5.0395926804991964</c:v>
                </c:pt>
                <c:pt idx="13413">
                  <c:v>5.0401709765714724</c:v>
                </c:pt>
                <c:pt idx="13414">
                  <c:v>5.0384887259781026</c:v>
                </c:pt>
                <c:pt idx="13415">
                  <c:v>5.0376860979251203</c:v>
                </c:pt>
                <c:pt idx="13416">
                  <c:v>5.0402875449812417</c:v>
                </c:pt>
                <c:pt idx="13417">
                  <c:v>5.0435178202281605</c:v>
                </c:pt>
                <c:pt idx="13418">
                  <c:v>5.0438644150524459</c:v>
                </c:pt>
                <c:pt idx="13419">
                  <c:v>5.0400741233443078</c:v>
                </c:pt>
                <c:pt idx="13420">
                  <c:v>5.0344839598805606</c:v>
                </c:pt>
                <c:pt idx="13421">
                  <c:v>5.0338848001684404</c:v>
                </c:pt>
                <c:pt idx="13422">
                  <c:v>5.0360244717096698</c:v>
                </c:pt>
                <c:pt idx="13423">
                  <c:v>5.0372872004440703</c:v>
                </c:pt>
                <c:pt idx="13424">
                  <c:v>5.0383026280529819</c:v>
                </c:pt>
                <c:pt idx="13425">
                  <c:v>5.0376665262996712</c:v>
                </c:pt>
                <c:pt idx="13426">
                  <c:v>5.041107495597581</c:v>
                </c:pt>
                <c:pt idx="13427">
                  <c:v>5.0407678872214987</c:v>
                </c:pt>
                <c:pt idx="13428">
                  <c:v>5.0401559987749787</c:v>
                </c:pt>
                <c:pt idx="13429">
                  <c:v>5.038698558686165</c:v>
                </c:pt>
                <c:pt idx="13430">
                  <c:v>5.0349385096853227</c:v>
                </c:pt>
                <c:pt idx="13431">
                  <c:v>5.0330872444682644</c:v>
                </c:pt>
                <c:pt idx="13432">
                  <c:v>5.0357105122119288</c:v>
                </c:pt>
                <c:pt idx="13433">
                  <c:v>5.039421703927724</c:v>
                </c:pt>
                <c:pt idx="13434">
                  <c:v>5.040719364903147</c:v>
                </c:pt>
                <c:pt idx="13435">
                  <c:v>5.0368274347293465</c:v>
                </c:pt>
                <c:pt idx="13436">
                  <c:v>5.0333784740831486</c:v>
                </c:pt>
                <c:pt idx="13437">
                  <c:v>5.0333338278079776</c:v>
                </c:pt>
                <c:pt idx="13438">
                  <c:v>5.0348390724293699</c:v>
                </c:pt>
                <c:pt idx="13439">
                  <c:v>5.0324437734476684</c:v>
                </c:pt>
                <c:pt idx="13440">
                  <c:v>5.0283781391164535</c:v>
                </c:pt>
                <c:pt idx="13441">
                  <c:v>5.0317672364290633</c:v>
                </c:pt>
                <c:pt idx="13442">
                  <c:v>5.0358822065691751</c:v>
                </c:pt>
                <c:pt idx="13443">
                  <c:v>5.0391922995942116</c:v>
                </c:pt>
                <c:pt idx="13444">
                  <c:v>5.040666248755838</c:v>
                </c:pt>
                <c:pt idx="13445">
                  <c:v>5.0395132455401574</c:v>
                </c:pt>
                <c:pt idx="13446">
                  <c:v>5.0327771610137049</c:v>
                </c:pt>
                <c:pt idx="13447">
                  <c:v>5.0286073998928105</c:v>
                </c:pt>
                <c:pt idx="13448">
                  <c:v>5.0278773160554326</c:v>
                </c:pt>
                <c:pt idx="13449">
                  <c:v>5.0309367582880329</c:v>
                </c:pt>
                <c:pt idx="13450">
                  <c:v>5.033912267437409</c:v>
                </c:pt>
                <c:pt idx="13451">
                  <c:v>5.034436442462292</c:v>
                </c:pt>
                <c:pt idx="13452">
                  <c:v>5.0371644112242553</c:v>
                </c:pt>
                <c:pt idx="13453">
                  <c:v>5.0401659042186662</c:v>
                </c:pt>
                <c:pt idx="13454">
                  <c:v>5.0451952377306482</c:v>
                </c:pt>
                <c:pt idx="13455">
                  <c:v>5.0461632436260624</c:v>
                </c:pt>
                <c:pt idx="13456">
                  <c:v>5.0408482313758514</c:v>
                </c:pt>
                <c:pt idx="13457">
                  <c:v>5.0383732103208025</c:v>
                </c:pt>
                <c:pt idx="13458">
                  <c:v>5.0379143059490081</c:v>
                </c:pt>
                <c:pt idx="13459">
                  <c:v>5.0355100107189346</c:v>
                </c:pt>
                <c:pt idx="13460">
                  <c:v>5.0336622387259782</c:v>
                </c:pt>
                <c:pt idx="13461">
                  <c:v>5.0343328899012327</c:v>
                </c:pt>
                <c:pt idx="13462">
                  <c:v>5.0342609677666337</c:v>
                </c:pt>
                <c:pt idx="13463">
                  <c:v>5.0336269715182604</c:v>
                </c:pt>
                <c:pt idx="13464">
                  <c:v>5.0364248047622695</c:v>
                </c:pt>
                <c:pt idx="13465">
                  <c:v>5.0426637030089578</c:v>
                </c:pt>
                <c:pt idx="13466">
                  <c:v>5.0455112548809433</c:v>
                </c:pt>
                <c:pt idx="13467">
                  <c:v>5.0469529036827199</c:v>
                </c:pt>
                <c:pt idx="13468">
                  <c:v>5.0441619133297602</c:v>
                </c:pt>
                <c:pt idx="13469">
                  <c:v>5.0390779323941501</c:v>
                </c:pt>
                <c:pt idx="13470">
                  <c:v>5.0367728351581045</c:v>
                </c:pt>
                <c:pt idx="13471">
                  <c:v>5.0353728657836303</c:v>
                </c:pt>
                <c:pt idx="13472">
                  <c:v>5.0323009340785543</c:v>
                </c:pt>
                <c:pt idx="13473">
                  <c:v>5.0337460282520476</c:v>
                </c:pt>
                <c:pt idx="13474">
                  <c:v>5.0342691505244623</c:v>
                </c:pt>
                <c:pt idx="13475">
                  <c:v>5.0329759876732254</c:v>
                </c:pt>
                <c:pt idx="13476">
                  <c:v>5.0337795727739074</c:v>
                </c:pt>
                <c:pt idx="13477">
                  <c:v>5.0358921598652477</c:v>
                </c:pt>
                <c:pt idx="13478">
                  <c:v>5.0389578229078937</c:v>
                </c:pt>
                <c:pt idx="13479">
                  <c:v>5.037449228619554</c:v>
                </c:pt>
                <c:pt idx="13480">
                  <c:v>5.0362910094939135</c:v>
                </c:pt>
                <c:pt idx="13481">
                  <c:v>5.039506115534798</c:v>
                </c:pt>
                <c:pt idx="13482">
                  <c:v>5.0398421349820071</c:v>
                </c:pt>
                <c:pt idx="13483">
                  <c:v>5.0381962043488251</c:v>
                </c:pt>
                <c:pt idx="13484">
                  <c:v>5.0356146638848482</c:v>
                </c:pt>
                <c:pt idx="13485">
                  <c:v>5.0342944165837222</c:v>
                </c:pt>
                <c:pt idx="13486">
                  <c:v>5.0367040234285279</c:v>
                </c:pt>
                <c:pt idx="13487">
                  <c:v>5.0426225978102748</c:v>
                </c:pt>
                <c:pt idx="13488">
                  <c:v>5.0443510738075181</c:v>
                </c:pt>
                <c:pt idx="13489">
                  <c:v>5.0405406840976958</c:v>
                </c:pt>
                <c:pt idx="13490">
                  <c:v>5.0358421062705769</c:v>
                </c:pt>
                <c:pt idx="13491">
                  <c:v>5.0344468742822146</c:v>
                </c:pt>
                <c:pt idx="13492">
                  <c:v>5.0346036386953523</c:v>
                </c:pt>
                <c:pt idx="13493">
                  <c:v>5.0357995655003442</c:v>
                </c:pt>
                <c:pt idx="13494">
                  <c:v>5.0390073501263304</c:v>
                </c:pt>
                <c:pt idx="13495">
                  <c:v>5.039737146849399</c:v>
                </c:pt>
                <c:pt idx="13496">
                  <c:v>5.0405078095092257</c:v>
                </c:pt>
                <c:pt idx="13497">
                  <c:v>5.0395967479519177</c:v>
                </c:pt>
                <c:pt idx="13498">
                  <c:v>5.0345853112319121</c:v>
                </c:pt>
                <c:pt idx="13499">
                  <c:v>5.0348696979557461</c:v>
                </c:pt>
                <c:pt idx="13500">
                  <c:v>5.0389173397902152</c:v>
                </c:pt>
                <c:pt idx="13501">
                  <c:v>5.0375355543220275</c:v>
                </c:pt>
                <c:pt idx="13502">
                  <c:v>5.0309346049307093</c:v>
                </c:pt>
                <c:pt idx="13503">
                  <c:v>5.0301448970216676</c:v>
                </c:pt>
                <c:pt idx="13504">
                  <c:v>5.0331363888676215</c:v>
                </c:pt>
                <c:pt idx="13505">
                  <c:v>5.0349961239568177</c:v>
                </c:pt>
                <c:pt idx="13506">
                  <c:v>5.0342634560906516</c:v>
                </c:pt>
                <c:pt idx="13507">
                  <c:v>5.036685265293622</c:v>
                </c:pt>
                <c:pt idx="13508">
                  <c:v>5.0373739568180076</c:v>
                </c:pt>
                <c:pt idx="13509">
                  <c:v>5.0359890609447975</c:v>
                </c:pt>
                <c:pt idx="13510">
                  <c:v>5.0357911434805906</c:v>
                </c:pt>
                <c:pt idx="13511">
                  <c:v>5.0333411013704925</c:v>
                </c:pt>
                <c:pt idx="13512">
                  <c:v>5.0304730686777432</c:v>
                </c:pt>
                <c:pt idx="13513">
                  <c:v>5.0304601963861879</c:v>
                </c:pt>
                <c:pt idx="13514">
                  <c:v>5.0299901424086979</c:v>
                </c:pt>
                <c:pt idx="13515">
                  <c:v>5.0274776529362226</c:v>
                </c:pt>
                <c:pt idx="13516">
                  <c:v>5.0244287382283135</c:v>
                </c:pt>
                <c:pt idx="13517">
                  <c:v>5.0237699544445293</c:v>
                </c:pt>
                <c:pt idx="13518">
                  <c:v>5.0273017954214838</c:v>
                </c:pt>
                <c:pt idx="13519">
                  <c:v>5.0314598805604476</c:v>
                </c:pt>
                <c:pt idx="13520">
                  <c:v>5.0317047890666871</c:v>
                </c:pt>
                <c:pt idx="13521">
                  <c:v>5.0334432183600031</c:v>
                </c:pt>
                <c:pt idx="13522">
                  <c:v>5.0363157013245541</c:v>
                </c:pt>
                <c:pt idx="13523">
                  <c:v>5.0343812208100456</c:v>
                </c:pt>
                <c:pt idx="13524">
                  <c:v>5.0354196175637398</c:v>
                </c:pt>
                <c:pt idx="13525">
                  <c:v>5.0370321472322184</c:v>
                </c:pt>
                <c:pt idx="13526">
                  <c:v>5.0373755837990961</c:v>
                </c:pt>
                <c:pt idx="13527">
                  <c:v>5.0362140150065082</c:v>
                </c:pt>
                <c:pt idx="13528">
                  <c:v>5.0359128799479365</c:v>
                </c:pt>
                <c:pt idx="13529">
                  <c:v>5.0377882627670161</c:v>
                </c:pt>
                <c:pt idx="13530">
                  <c:v>5.0386777907510911</c:v>
                </c:pt>
                <c:pt idx="13531">
                  <c:v>5.0379965163463751</c:v>
                </c:pt>
                <c:pt idx="13532">
                  <c:v>5.0372811710435652</c:v>
                </c:pt>
                <c:pt idx="13533">
                  <c:v>5.0367649873669702</c:v>
                </c:pt>
                <c:pt idx="13534">
                  <c:v>5.0291040597963406</c:v>
                </c:pt>
                <c:pt idx="13535">
                  <c:v>5.0228687504785237</c:v>
                </c:pt>
                <c:pt idx="13536">
                  <c:v>5.0276965297450422</c:v>
                </c:pt>
                <c:pt idx="13537">
                  <c:v>5.0302704138274255</c:v>
                </c:pt>
                <c:pt idx="13538">
                  <c:v>5.0289606940509914</c:v>
                </c:pt>
                <c:pt idx="13539">
                  <c:v>5.0332845398514658</c:v>
                </c:pt>
                <c:pt idx="13540">
                  <c:v>5.0366126253732482</c:v>
                </c:pt>
                <c:pt idx="13541">
                  <c:v>5.0387905788224483</c:v>
                </c:pt>
                <c:pt idx="13542">
                  <c:v>5.0386811882704237</c:v>
                </c:pt>
                <c:pt idx="13543">
                  <c:v>5.0345642561825281</c:v>
                </c:pt>
                <c:pt idx="13544">
                  <c:v>5.030401098690759</c:v>
                </c:pt>
                <c:pt idx="13545">
                  <c:v>5.0354361266365517</c:v>
                </c:pt>
                <c:pt idx="13546">
                  <c:v>5.0394579760355258</c:v>
                </c:pt>
                <c:pt idx="13547">
                  <c:v>5.0360013590077326</c:v>
                </c:pt>
                <c:pt idx="13548">
                  <c:v>5.0337869420411909</c:v>
                </c:pt>
                <c:pt idx="13549">
                  <c:v>5.0308534951381976</c:v>
                </c:pt>
                <c:pt idx="13550">
                  <c:v>5.0295052541918688</c:v>
                </c:pt>
                <c:pt idx="13551">
                  <c:v>5.0280165186432892</c:v>
                </c:pt>
                <c:pt idx="13552">
                  <c:v>5.0300720656917539</c:v>
                </c:pt>
                <c:pt idx="13553">
                  <c:v>5.034235988821683</c:v>
                </c:pt>
                <c:pt idx="13554">
                  <c:v>5.031980897327923</c:v>
                </c:pt>
                <c:pt idx="13555">
                  <c:v>5.0333437332516651</c:v>
                </c:pt>
                <c:pt idx="13556">
                  <c:v>5.0348519925733095</c:v>
                </c:pt>
                <c:pt idx="13557">
                  <c:v>5.0384222590153893</c:v>
                </c:pt>
                <c:pt idx="13558">
                  <c:v>5.044209239338489</c:v>
                </c:pt>
                <c:pt idx="13559">
                  <c:v>5.0461058207641072</c:v>
                </c:pt>
                <c:pt idx="13560">
                  <c:v>5.046995013781487</c:v>
                </c:pt>
                <c:pt idx="13561">
                  <c:v>5.0415154371793891</c:v>
                </c:pt>
                <c:pt idx="13562">
                  <c:v>5.0343224102289259</c:v>
                </c:pt>
                <c:pt idx="13563">
                  <c:v>5.0324248239032237</c:v>
                </c:pt>
                <c:pt idx="13564">
                  <c:v>5.0334183351198227</c:v>
                </c:pt>
                <c:pt idx="13565">
                  <c:v>5.0343903606155731</c:v>
                </c:pt>
                <c:pt idx="13566">
                  <c:v>5.0361000306255264</c:v>
                </c:pt>
                <c:pt idx="13567">
                  <c:v>5.0412485165760659</c:v>
                </c:pt>
                <c:pt idx="13568">
                  <c:v>5.0467239300206721</c:v>
                </c:pt>
                <c:pt idx="13569">
                  <c:v>5.0478734400122498</c:v>
                </c:pt>
                <c:pt idx="13570">
                  <c:v>5.0437358835464359</c:v>
                </c:pt>
                <c:pt idx="13571">
                  <c:v>5.0367479519179232</c:v>
                </c:pt>
                <c:pt idx="13572">
                  <c:v>5.0313671904907737</c:v>
                </c:pt>
                <c:pt idx="13573">
                  <c:v>5.030550158869918</c:v>
                </c:pt>
                <c:pt idx="13574">
                  <c:v>5.0320262135364828</c:v>
                </c:pt>
                <c:pt idx="13575">
                  <c:v>5.0354192347446594</c:v>
                </c:pt>
                <c:pt idx="13576">
                  <c:v>5.0366507637240643</c:v>
                </c:pt>
                <c:pt idx="13577">
                  <c:v>5.0363500593369572</c:v>
                </c:pt>
                <c:pt idx="13578">
                  <c:v>5.0350879526835621</c:v>
                </c:pt>
                <c:pt idx="13579">
                  <c:v>5.0326974389403567</c:v>
                </c:pt>
                <c:pt idx="13580">
                  <c:v>5.0287870377459614</c:v>
                </c:pt>
                <c:pt idx="13581">
                  <c:v>5.0257618578209939</c:v>
                </c:pt>
                <c:pt idx="13582">
                  <c:v>5.0297039851466199</c:v>
                </c:pt>
                <c:pt idx="13583">
                  <c:v>5.0336272586325705</c:v>
                </c:pt>
                <c:pt idx="13584">
                  <c:v>5.0360484457545365</c:v>
                </c:pt>
                <c:pt idx="13585">
                  <c:v>5.035134752316055</c:v>
                </c:pt>
                <c:pt idx="13586">
                  <c:v>5.0312867506316516</c:v>
                </c:pt>
                <c:pt idx="13587">
                  <c:v>5.031721298139499</c:v>
                </c:pt>
                <c:pt idx="13588">
                  <c:v>5.0318965814256185</c:v>
                </c:pt>
                <c:pt idx="13589">
                  <c:v>5.0353137202358162</c:v>
                </c:pt>
                <c:pt idx="13590">
                  <c:v>5.0383152132302271</c:v>
                </c:pt>
                <c:pt idx="13591">
                  <c:v>5.0390421866625834</c:v>
                </c:pt>
                <c:pt idx="13592">
                  <c:v>5.0400845073118443</c:v>
                </c:pt>
                <c:pt idx="13593">
                  <c:v>5.0372239395911489</c:v>
                </c:pt>
                <c:pt idx="13594">
                  <c:v>5.0317670928719087</c:v>
                </c:pt>
                <c:pt idx="13595">
                  <c:v>5.0295404256948162</c:v>
                </c:pt>
                <c:pt idx="13596">
                  <c:v>5.031903232907128</c:v>
                </c:pt>
                <c:pt idx="13597">
                  <c:v>5.0362036310389708</c:v>
                </c:pt>
                <c:pt idx="13598">
                  <c:v>5.0366664114539468</c:v>
                </c:pt>
                <c:pt idx="13599">
                  <c:v>5.0351455191026719</c:v>
                </c:pt>
                <c:pt idx="13600">
                  <c:v>5.0367478562131538</c:v>
                </c:pt>
                <c:pt idx="13601">
                  <c:v>5.0357084545593755</c:v>
                </c:pt>
                <c:pt idx="13602">
                  <c:v>5.0343821778577444</c:v>
                </c:pt>
                <c:pt idx="13603">
                  <c:v>5.0317386685552412</c:v>
                </c:pt>
                <c:pt idx="13604">
                  <c:v>5.0265842967613503</c:v>
                </c:pt>
                <c:pt idx="13605">
                  <c:v>5.0267452721843657</c:v>
                </c:pt>
                <c:pt idx="13606">
                  <c:v>5.0317686241482278</c:v>
                </c:pt>
                <c:pt idx="13607">
                  <c:v>5.0333396179465586</c:v>
                </c:pt>
                <c:pt idx="13608">
                  <c:v>5.0304823998928105</c:v>
                </c:pt>
                <c:pt idx="13609">
                  <c:v>5.0271990084985836</c:v>
                </c:pt>
                <c:pt idx="13610">
                  <c:v>5.0282243415511827</c:v>
                </c:pt>
                <c:pt idx="13611">
                  <c:v>5.0352138523083987</c:v>
                </c:pt>
                <c:pt idx="13612">
                  <c:v>5.0394873095475079</c:v>
                </c:pt>
                <c:pt idx="13613">
                  <c:v>5.0387193744736241</c:v>
                </c:pt>
                <c:pt idx="13614">
                  <c:v>5.0370664573922364</c:v>
                </c:pt>
                <c:pt idx="13615">
                  <c:v>5.0343658601944723</c:v>
                </c:pt>
                <c:pt idx="13616">
                  <c:v>5.0313004842661355</c:v>
                </c:pt>
                <c:pt idx="13617">
                  <c:v>5.0337121966158795</c:v>
                </c:pt>
                <c:pt idx="13618">
                  <c:v>5.0380716445907661</c:v>
                </c:pt>
                <c:pt idx="13619">
                  <c:v>5.0382393193476762</c:v>
                </c:pt>
                <c:pt idx="13620">
                  <c:v>5.0367251263302961</c:v>
                </c:pt>
                <c:pt idx="13621">
                  <c:v>5.032620109486257</c:v>
                </c:pt>
                <c:pt idx="13622">
                  <c:v>5.034789736620473</c:v>
                </c:pt>
                <c:pt idx="13623">
                  <c:v>5.0375139250440242</c:v>
                </c:pt>
                <c:pt idx="13624">
                  <c:v>5.0407805202511291</c:v>
                </c:pt>
                <c:pt idx="13625">
                  <c:v>5.0429278003215678</c:v>
                </c:pt>
                <c:pt idx="13626">
                  <c:v>5.0418872980629352</c:v>
                </c:pt>
                <c:pt idx="13627">
                  <c:v>5.0400690988438868</c:v>
                </c:pt>
                <c:pt idx="13628">
                  <c:v>5.0392356538549885</c:v>
                </c:pt>
                <c:pt idx="13629">
                  <c:v>5.0354732600872829</c:v>
                </c:pt>
                <c:pt idx="13630">
                  <c:v>5.0366583244008885</c:v>
                </c:pt>
                <c:pt idx="13631">
                  <c:v>5.039921043564811</c:v>
                </c:pt>
                <c:pt idx="13632">
                  <c:v>5.0382102250976191</c:v>
                </c:pt>
                <c:pt idx="13633">
                  <c:v>5.034265035219355</c:v>
                </c:pt>
                <c:pt idx="13634">
                  <c:v>5.0351948549115688</c:v>
                </c:pt>
                <c:pt idx="13635">
                  <c:v>5.0392764240869763</c:v>
                </c:pt>
                <c:pt idx="13636">
                  <c:v>5.0429755091493762</c:v>
                </c:pt>
                <c:pt idx="13637">
                  <c:v>5.0430191983768475</c:v>
                </c:pt>
                <c:pt idx="13638">
                  <c:v>5.0418788760431816</c:v>
                </c:pt>
                <c:pt idx="13639">
                  <c:v>5.0395440146236892</c:v>
                </c:pt>
                <c:pt idx="13640">
                  <c:v>5.0361152955363293</c:v>
                </c:pt>
                <c:pt idx="13641">
                  <c:v>5.0327683561748717</c:v>
                </c:pt>
                <c:pt idx="13642">
                  <c:v>5.0329778060638546</c:v>
                </c:pt>
                <c:pt idx="13643">
                  <c:v>5.0358893844269197</c:v>
                </c:pt>
                <c:pt idx="13644">
                  <c:v>5.036886723834316</c:v>
                </c:pt>
                <c:pt idx="13645">
                  <c:v>5.035736878876043</c:v>
                </c:pt>
                <c:pt idx="13646">
                  <c:v>5.0361259187657916</c:v>
                </c:pt>
                <c:pt idx="13647">
                  <c:v>5.0387513877191639</c:v>
                </c:pt>
                <c:pt idx="13648">
                  <c:v>5.0381522280070437</c:v>
                </c:pt>
                <c:pt idx="13649">
                  <c:v>5.0340490295536329</c:v>
                </c:pt>
                <c:pt idx="13650">
                  <c:v>5.0265113697266672</c:v>
                </c:pt>
                <c:pt idx="13651">
                  <c:v>5.0233748851542757</c:v>
                </c:pt>
                <c:pt idx="13652">
                  <c:v>5.0251211143863408</c:v>
                </c:pt>
                <c:pt idx="13653">
                  <c:v>5.0290002679733554</c:v>
                </c:pt>
                <c:pt idx="13654">
                  <c:v>5.0309772892580966</c:v>
                </c:pt>
                <c:pt idx="13655">
                  <c:v>5.0347836115151976</c:v>
                </c:pt>
                <c:pt idx="13656">
                  <c:v>5.0347183408621081</c:v>
                </c:pt>
                <c:pt idx="13657">
                  <c:v>5.0302889327004054</c:v>
                </c:pt>
                <c:pt idx="13658">
                  <c:v>5.0283635441390402</c:v>
                </c:pt>
                <c:pt idx="13659">
                  <c:v>5.0329463670469332</c:v>
                </c:pt>
                <c:pt idx="13660">
                  <c:v>5.0385533266978024</c:v>
                </c:pt>
                <c:pt idx="13661">
                  <c:v>5.0421733596202438</c:v>
                </c:pt>
                <c:pt idx="13662">
                  <c:v>5.0413389097312606</c:v>
                </c:pt>
                <c:pt idx="13663">
                  <c:v>5.0388126866243015</c:v>
                </c:pt>
                <c:pt idx="13664">
                  <c:v>5.0393220274098462</c:v>
                </c:pt>
                <c:pt idx="13665">
                  <c:v>5.0356875909195313</c:v>
                </c:pt>
                <c:pt idx="13666">
                  <c:v>5.0322961488400582</c:v>
                </c:pt>
                <c:pt idx="13667">
                  <c:v>5.030596767092872</c:v>
                </c:pt>
                <c:pt idx="13668">
                  <c:v>5.0334387680882013</c:v>
                </c:pt>
                <c:pt idx="13669">
                  <c:v>5.0351017820228163</c:v>
                </c:pt>
                <c:pt idx="13670">
                  <c:v>5.0352158621085676</c:v>
                </c:pt>
                <c:pt idx="13671">
                  <c:v>5.0313486237654086</c:v>
                </c:pt>
                <c:pt idx="13672">
                  <c:v>5.0277050474695661</c:v>
                </c:pt>
                <c:pt idx="13673">
                  <c:v>5.0308893844269198</c:v>
                </c:pt>
                <c:pt idx="13674">
                  <c:v>5.0332394150524458</c:v>
                </c:pt>
                <c:pt idx="13675">
                  <c:v>5.0328160171502949</c:v>
                </c:pt>
                <c:pt idx="13676">
                  <c:v>5.0363393404027255</c:v>
                </c:pt>
                <c:pt idx="13677">
                  <c:v>5.036470025266059</c:v>
                </c:pt>
                <c:pt idx="13678">
                  <c:v>5.0328462598575916</c:v>
                </c:pt>
                <c:pt idx="13679">
                  <c:v>5.0301545632034301</c:v>
                </c:pt>
                <c:pt idx="13680">
                  <c:v>5.0309942290023733</c:v>
                </c:pt>
                <c:pt idx="13681">
                  <c:v>5.0306820878952605</c:v>
                </c:pt>
                <c:pt idx="13682">
                  <c:v>5.0289902668248985</c:v>
                </c:pt>
                <c:pt idx="13683">
                  <c:v>5.0309754708674683</c:v>
                </c:pt>
                <c:pt idx="13684">
                  <c:v>5.0361590326161858</c:v>
                </c:pt>
                <c:pt idx="13685">
                  <c:v>5.0371265599877502</c:v>
                </c:pt>
                <c:pt idx="13686">
                  <c:v>5.0369731930939441</c:v>
                </c:pt>
                <c:pt idx="13687">
                  <c:v>5.0374699008498585</c:v>
                </c:pt>
                <c:pt idx="13688">
                  <c:v>5.0356447151826043</c:v>
                </c:pt>
                <c:pt idx="13689">
                  <c:v>5.0371331157644894</c:v>
                </c:pt>
                <c:pt idx="13690">
                  <c:v>5.0394082095551642</c:v>
                </c:pt>
                <c:pt idx="13691">
                  <c:v>5.0397187236811885</c:v>
                </c:pt>
                <c:pt idx="13692">
                  <c:v>5.0404467020136288</c:v>
                </c:pt>
                <c:pt idx="13693">
                  <c:v>5.0408534472858131</c:v>
                </c:pt>
                <c:pt idx="13694">
                  <c:v>5.040872205420718</c:v>
                </c:pt>
                <c:pt idx="13695">
                  <c:v>5.0365234763800624</c:v>
                </c:pt>
                <c:pt idx="13696">
                  <c:v>5.0301904046397672</c:v>
                </c:pt>
                <c:pt idx="13697">
                  <c:v>5.026820017609678</c:v>
                </c:pt>
                <c:pt idx="13698">
                  <c:v>5.0270251607840137</c:v>
                </c:pt>
                <c:pt idx="13699">
                  <c:v>5.0289725614424619</c:v>
                </c:pt>
                <c:pt idx="13700">
                  <c:v>5.0325660362912483</c:v>
                </c:pt>
                <c:pt idx="13701">
                  <c:v>5.0339198281142332</c:v>
                </c:pt>
                <c:pt idx="13702">
                  <c:v>5.0316660286348673</c:v>
                </c:pt>
                <c:pt idx="13703">
                  <c:v>5.0334695371717331</c:v>
                </c:pt>
                <c:pt idx="13704">
                  <c:v>5.0365753962177475</c:v>
                </c:pt>
                <c:pt idx="13705">
                  <c:v>5.0359989185360998</c:v>
                </c:pt>
                <c:pt idx="13706">
                  <c:v>5.0357925790521403</c:v>
                </c:pt>
                <c:pt idx="13707">
                  <c:v>5.0349376004900082</c:v>
                </c:pt>
                <c:pt idx="13708">
                  <c:v>5.0342388121123953</c:v>
                </c:pt>
                <c:pt idx="13709">
                  <c:v>5.0354536884618328</c:v>
                </c:pt>
                <c:pt idx="13710">
                  <c:v>5.0317823099303265</c:v>
                </c:pt>
                <c:pt idx="13711">
                  <c:v>5.0296675216292783</c:v>
                </c:pt>
                <c:pt idx="13712">
                  <c:v>5.0304525400045934</c:v>
                </c:pt>
                <c:pt idx="13713">
                  <c:v>5.0338284779113387</c:v>
                </c:pt>
                <c:pt idx="13714">
                  <c:v>5.0355070438710667</c:v>
                </c:pt>
                <c:pt idx="13715">
                  <c:v>5.0334307288875282</c:v>
                </c:pt>
                <c:pt idx="13716">
                  <c:v>5.0338366606691674</c:v>
                </c:pt>
                <c:pt idx="13717">
                  <c:v>5.0383535908429673</c:v>
                </c:pt>
                <c:pt idx="13718">
                  <c:v>5.0399011369726665</c:v>
                </c:pt>
                <c:pt idx="13719">
                  <c:v>5.0326797814103053</c:v>
                </c:pt>
                <c:pt idx="13720">
                  <c:v>5.0313340287879944</c:v>
                </c:pt>
                <c:pt idx="13721">
                  <c:v>5.0334107744429986</c:v>
                </c:pt>
                <c:pt idx="13722">
                  <c:v>5.0326699716713881</c:v>
                </c:pt>
                <c:pt idx="13723">
                  <c:v>5.0347239395911494</c:v>
                </c:pt>
                <c:pt idx="13724">
                  <c:v>5.0386781257177855</c:v>
                </c:pt>
                <c:pt idx="13725">
                  <c:v>5.036780970063548</c:v>
                </c:pt>
                <c:pt idx="13726">
                  <c:v>5.0358962751703542</c:v>
                </c:pt>
                <c:pt idx="13727">
                  <c:v>5.0392324477451957</c:v>
                </c:pt>
                <c:pt idx="13728">
                  <c:v>5.0382768834698721</c:v>
                </c:pt>
                <c:pt idx="13729">
                  <c:v>5.0362170775591455</c:v>
                </c:pt>
                <c:pt idx="13730">
                  <c:v>5.0347107801852848</c:v>
                </c:pt>
                <c:pt idx="13731">
                  <c:v>5.0355996382359693</c:v>
                </c:pt>
                <c:pt idx="13732">
                  <c:v>5.0358938346987214</c:v>
                </c:pt>
                <c:pt idx="13733">
                  <c:v>5.0366196596738382</c:v>
                </c:pt>
                <c:pt idx="13734">
                  <c:v>5.0362778022356638</c:v>
                </c:pt>
                <c:pt idx="13735">
                  <c:v>5.0333862740218969</c:v>
                </c:pt>
                <c:pt idx="13736">
                  <c:v>5.0350549345379374</c:v>
                </c:pt>
                <c:pt idx="13737">
                  <c:v>5.0337140150065078</c:v>
                </c:pt>
                <c:pt idx="13738">
                  <c:v>5.0310262901002982</c:v>
                </c:pt>
                <c:pt idx="13739">
                  <c:v>5.0289188232141493</c:v>
                </c:pt>
                <c:pt idx="13740">
                  <c:v>5.0277677340938673</c:v>
                </c:pt>
                <c:pt idx="13741">
                  <c:v>5.03007134790598</c:v>
                </c:pt>
                <c:pt idx="13742">
                  <c:v>5.0351419780261848</c:v>
                </c:pt>
                <c:pt idx="13743">
                  <c:v>5.0358636398438099</c:v>
                </c:pt>
                <c:pt idx="13744">
                  <c:v>5.0359839407396061</c:v>
                </c:pt>
                <c:pt idx="13745">
                  <c:v>5.0369259149376004</c:v>
                </c:pt>
                <c:pt idx="13746">
                  <c:v>5.0369462043488245</c:v>
                </c:pt>
                <c:pt idx="13747">
                  <c:v>5.0374738725978103</c:v>
                </c:pt>
                <c:pt idx="13748">
                  <c:v>5.0353703774596124</c:v>
                </c:pt>
                <c:pt idx="13749">
                  <c:v>5.0319639575836463</c:v>
                </c:pt>
                <c:pt idx="13750">
                  <c:v>5.0317851332210397</c:v>
                </c:pt>
                <c:pt idx="13751">
                  <c:v>5.030770662659827</c:v>
                </c:pt>
                <c:pt idx="13752">
                  <c:v>5.0314992630732718</c:v>
                </c:pt>
                <c:pt idx="13753">
                  <c:v>5.0321250765638164</c:v>
                </c:pt>
                <c:pt idx="13754">
                  <c:v>5.0307990391241102</c:v>
                </c:pt>
                <c:pt idx="13755">
                  <c:v>5.0295311423321341</c:v>
                </c:pt>
                <c:pt idx="13756">
                  <c:v>5.0261771208177013</c:v>
                </c:pt>
                <c:pt idx="13757">
                  <c:v>5.0229832133833554</c:v>
                </c:pt>
                <c:pt idx="13758">
                  <c:v>5.0246314409310164</c:v>
                </c:pt>
                <c:pt idx="13759">
                  <c:v>5.0296924527218438</c:v>
                </c:pt>
                <c:pt idx="13760">
                  <c:v>5.0324545402342853</c:v>
                </c:pt>
                <c:pt idx="13761">
                  <c:v>5.0333954138274253</c:v>
                </c:pt>
                <c:pt idx="13762">
                  <c:v>5.0334859505397747</c:v>
                </c:pt>
                <c:pt idx="13763">
                  <c:v>5.0348024175024886</c:v>
                </c:pt>
                <c:pt idx="13764">
                  <c:v>5.0374078841589469</c:v>
                </c:pt>
                <c:pt idx="13765">
                  <c:v>5.036647174795192</c:v>
                </c:pt>
                <c:pt idx="13766">
                  <c:v>5.0345830143174339</c:v>
                </c:pt>
                <c:pt idx="13767">
                  <c:v>5.0343607878416661</c:v>
                </c:pt>
                <c:pt idx="13768">
                  <c:v>5.0344881708904374</c:v>
                </c:pt>
                <c:pt idx="13769">
                  <c:v>5.0367546033994337</c:v>
                </c:pt>
                <c:pt idx="13770">
                  <c:v>5.0360812246382363</c:v>
                </c:pt>
                <c:pt idx="13771">
                  <c:v>5.0359562342087125</c:v>
                </c:pt>
                <c:pt idx="13772">
                  <c:v>5.0371010546665644</c:v>
                </c:pt>
                <c:pt idx="13773">
                  <c:v>5.031829540234285</c:v>
                </c:pt>
                <c:pt idx="13774">
                  <c:v>5.0291556925197156</c:v>
                </c:pt>
                <c:pt idx="13775">
                  <c:v>5.0280459000076565</c:v>
                </c:pt>
                <c:pt idx="13776">
                  <c:v>5.0300211029017685</c:v>
                </c:pt>
                <c:pt idx="13777">
                  <c:v>5.0339043239415053</c:v>
                </c:pt>
                <c:pt idx="13778">
                  <c:v>5.0379008115764492</c:v>
                </c:pt>
                <c:pt idx="13779">
                  <c:v>5.0398916622004437</c:v>
                </c:pt>
                <c:pt idx="13780">
                  <c:v>5.0380991597121199</c:v>
                </c:pt>
                <c:pt idx="13781">
                  <c:v>5.0360641413368041</c:v>
                </c:pt>
                <c:pt idx="13782">
                  <c:v>5.0364460033688081</c:v>
                </c:pt>
                <c:pt idx="13783">
                  <c:v>5.0375093312150678</c:v>
                </c:pt>
                <c:pt idx="13784">
                  <c:v>5.03464565308935</c:v>
                </c:pt>
                <c:pt idx="13785">
                  <c:v>5.0316463134522627</c:v>
                </c:pt>
                <c:pt idx="13786">
                  <c:v>5.028549163540311</c:v>
                </c:pt>
                <c:pt idx="13787">
                  <c:v>5.0265666392312989</c:v>
                </c:pt>
                <c:pt idx="13788">
                  <c:v>5.0276024041038205</c:v>
                </c:pt>
                <c:pt idx="13789">
                  <c:v>5.0303090307020906</c:v>
                </c:pt>
                <c:pt idx="13790">
                  <c:v>5.0313937485644287</c:v>
                </c:pt>
                <c:pt idx="13791">
                  <c:v>5.0328992803001302</c:v>
                </c:pt>
                <c:pt idx="13792">
                  <c:v>5.0346861840594137</c:v>
                </c:pt>
                <c:pt idx="13793">
                  <c:v>5.0343743300666102</c:v>
                </c:pt>
                <c:pt idx="13794">
                  <c:v>5.0359245080774828</c:v>
                </c:pt>
                <c:pt idx="13795">
                  <c:v>5.0358607208483273</c:v>
                </c:pt>
                <c:pt idx="13796">
                  <c:v>5.0333152610826124</c:v>
                </c:pt>
                <c:pt idx="13797">
                  <c:v>5.0303040540540538</c:v>
                </c:pt>
                <c:pt idx="13798">
                  <c:v>5.0305817414439939</c:v>
                </c:pt>
                <c:pt idx="13799">
                  <c:v>5.0351320247301121</c:v>
                </c:pt>
                <c:pt idx="13800">
                  <c:v>5.0365185475844116</c:v>
                </c:pt>
                <c:pt idx="13801">
                  <c:v>5.0370274576984917</c:v>
                </c:pt>
                <c:pt idx="13802">
                  <c:v>5.0409645605236966</c:v>
                </c:pt>
                <c:pt idx="13803">
                  <c:v>5.041967929331598</c:v>
                </c:pt>
                <c:pt idx="13804">
                  <c:v>5.0398449582727203</c:v>
                </c:pt>
                <c:pt idx="13805">
                  <c:v>5.0417384292933161</c:v>
                </c:pt>
                <c:pt idx="13806">
                  <c:v>5.0419033286118982</c:v>
                </c:pt>
                <c:pt idx="13807">
                  <c:v>5.0379443093943799</c:v>
                </c:pt>
                <c:pt idx="13808">
                  <c:v>5.0367802044253889</c:v>
                </c:pt>
                <c:pt idx="13809">
                  <c:v>5.0394128512365057</c:v>
                </c:pt>
                <c:pt idx="13810">
                  <c:v>5.0419056255263763</c:v>
                </c:pt>
                <c:pt idx="13811">
                  <c:v>5.0411444376387715</c:v>
                </c:pt>
                <c:pt idx="13812">
                  <c:v>5.036190136666411</c:v>
                </c:pt>
                <c:pt idx="13813">
                  <c:v>5.0308454080851392</c:v>
                </c:pt>
                <c:pt idx="13814">
                  <c:v>5.0294235701707377</c:v>
                </c:pt>
                <c:pt idx="13815">
                  <c:v>5.0316130081923287</c:v>
                </c:pt>
                <c:pt idx="13816">
                  <c:v>5.0341314792129239</c:v>
                </c:pt>
                <c:pt idx="13817">
                  <c:v>5.0386026146543141</c:v>
                </c:pt>
                <c:pt idx="13818">
                  <c:v>5.0428788473317514</c:v>
                </c:pt>
                <c:pt idx="13819">
                  <c:v>5.0402105983462215</c:v>
                </c:pt>
                <c:pt idx="13820">
                  <c:v>5.0364897883010489</c:v>
                </c:pt>
                <c:pt idx="13821">
                  <c:v>5.0368945237730651</c:v>
                </c:pt>
                <c:pt idx="13822">
                  <c:v>5.038718848097389</c:v>
                </c:pt>
                <c:pt idx="13823">
                  <c:v>5.0383058820151598</c:v>
                </c:pt>
                <c:pt idx="13824">
                  <c:v>5.0338410630885839</c:v>
                </c:pt>
                <c:pt idx="13825">
                  <c:v>5.0321894380215912</c:v>
                </c:pt>
                <c:pt idx="13826">
                  <c:v>5.0344175886226168</c:v>
                </c:pt>
                <c:pt idx="13827">
                  <c:v>5.0347138905903073</c:v>
                </c:pt>
                <c:pt idx="13828">
                  <c:v>5.0321152668248983</c:v>
                </c:pt>
                <c:pt idx="13829">
                  <c:v>5.0275599111859739</c:v>
                </c:pt>
                <c:pt idx="13830">
                  <c:v>5.0248130407319502</c:v>
                </c:pt>
                <c:pt idx="13831">
                  <c:v>5.0237086076870074</c:v>
                </c:pt>
                <c:pt idx="13832">
                  <c:v>5.0251606404563205</c:v>
                </c:pt>
                <c:pt idx="13833">
                  <c:v>5.0262292320649262</c:v>
                </c:pt>
                <c:pt idx="13834">
                  <c:v>5.0293037956511757</c:v>
                </c:pt>
                <c:pt idx="13835">
                  <c:v>5.0333534472858128</c:v>
                </c:pt>
                <c:pt idx="13836">
                  <c:v>5.0351917923589316</c:v>
                </c:pt>
                <c:pt idx="13837">
                  <c:v>5.0386781735701707</c:v>
                </c:pt>
                <c:pt idx="13838">
                  <c:v>5.0374698529974733</c:v>
                </c:pt>
                <c:pt idx="13839">
                  <c:v>5.0367103877957273</c:v>
                </c:pt>
                <c:pt idx="13840">
                  <c:v>5.0383367946558453</c:v>
                </c:pt>
                <c:pt idx="13841">
                  <c:v>5.0393293488247455</c:v>
                </c:pt>
                <c:pt idx="13842">
                  <c:v>5.0399495157338645</c:v>
                </c:pt>
                <c:pt idx="13843">
                  <c:v>5.0365638637929715</c:v>
                </c:pt>
                <c:pt idx="13844">
                  <c:v>5.0296810160018373</c:v>
                </c:pt>
                <c:pt idx="13845">
                  <c:v>5.0300788128780338</c:v>
                </c:pt>
                <c:pt idx="13846">
                  <c:v>5.0350432585560068</c:v>
                </c:pt>
                <c:pt idx="13847">
                  <c:v>5.0367674756909881</c:v>
                </c:pt>
                <c:pt idx="13848">
                  <c:v>5.0385292090957812</c:v>
                </c:pt>
                <c:pt idx="13849">
                  <c:v>5.0420547335579204</c:v>
                </c:pt>
                <c:pt idx="13850">
                  <c:v>5.0428015178776509</c:v>
                </c:pt>
                <c:pt idx="13851">
                  <c:v>5.0445143939973969</c:v>
                </c:pt>
                <c:pt idx="13852">
                  <c:v>5.0468738036903762</c:v>
                </c:pt>
                <c:pt idx="13853">
                  <c:v>5.0474229098078247</c:v>
                </c:pt>
                <c:pt idx="13854">
                  <c:v>5.0490228542990581</c:v>
                </c:pt>
                <c:pt idx="13855">
                  <c:v>5.0440840574994255</c:v>
                </c:pt>
                <c:pt idx="13856">
                  <c:v>5.0394373038052214</c:v>
                </c:pt>
                <c:pt idx="13857">
                  <c:v>5.0386596068448055</c:v>
                </c:pt>
                <c:pt idx="13858">
                  <c:v>5.0374186987979481</c:v>
                </c:pt>
                <c:pt idx="13859">
                  <c:v>5.0367579530663811</c:v>
                </c:pt>
                <c:pt idx="13860">
                  <c:v>5.0377555795880866</c:v>
                </c:pt>
                <c:pt idx="13861">
                  <c:v>5.038223240946329</c:v>
                </c:pt>
                <c:pt idx="13862">
                  <c:v>5.0393866759819312</c:v>
                </c:pt>
                <c:pt idx="13863">
                  <c:v>5.042313949927264</c:v>
                </c:pt>
                <c:pt idx="13864">
                  <c:v>5.04344675943649</c:v>
                </c:pt>
                <c:pt idx="13865">
                  <c:v>5.039653213766174</c:v>
                </c:pt>
                <c:pt idx="13866">
                  <c:v>5.0345878474083152</c:v>
                </c:pt>
                <c:pt idx="13867">
                  <c:v>5.0346564677283512</c:v>
                </c:pt>
                <c:pt idx="13868">
                  <c:v>5.0409134063241714</c:v>
                </c:pt>
                <c:pt idx="13869">
                  <c:v>5.0447788262767013</c:v>
                </c:pt>
                <c:pt idx="13870">
                  <c:v>5.0404360787841664</c:v>
                </c:pt>
                <c:pt idx="13871">
                  <c:v>5.0367043105428371</c:v>
                </c:pt>
                <c:pt idx="13872">
                  <c:v>5.035535659597274</c:v>
                </c:pt>
                <c:pt idx="13873">
                  <c:v>5.0342196711584108</c:v>
                </c:pt>
                <c:pt idx="13874">
                  <c:v>5.0345876081463903</c:v>
                </c:pt>
                <c:pt idx="13875">
                  <c:v>5.0349053479825434</c:v>
                </c:pt>
                <c:pt idx="13876">
                  <c:v>5.0335425120588013</c:v>
                </c:pt>
                <c:pt idx="13877">
                  <c:v>5.0341663636015621</c:v>
                </c:pt>
                <c:pt idx="13878">
                  <c:v>5.034692261312304</c:v>
                </c:pt>
                <c:pt idx="13879">
                  <c:v>5.0324352557231453</c:v>
                </c:pt>
                <c:pt idx="13880">
                  <c:v>5.0287804341168361</c:v>
                </c:pt>
                <c:pt idx="13881">
                  <c:v>5.0278474083148303</c:v>
                </c:pt>
                <c:pt idx="13882">
                  <c:v>5.0302794100757984</c:v>
                </c:pt>
                <c:pt idx="13883">
                  <c:v>5.0306243300666109</c:v>
                </c:pt>
                <c:pt idx="13884">
                  <c:v>5.0298968781104048</c:v>
                </c:pt>
                <c:pt idx="13885">
                  <c:v>5.0336473087818696</c:v>
                </c:pt>
                <c:pt idx="13886">
                  <c:v>5.0372333665109865</c:v>
                </c:pt>
                <c:pt idx="13887">
                  <c:v>5.037990965469719</c:v>
                </c:pt>
                <c:pt idx="13888">
                  <c:v>5.0346474714799783</c:v>
                </c:pt>
                <c:pt idx="13889">
                  <c:v>5.0333546914478218</c:v>
                </c:pt>
                <c:pt idx="13890">
                  <c:v>5.0323505091493761</c:v>
                </c:pt>
                <c:pt idx="13891">
                  <c:v>5.0312584698721388</c:v>
                </c:pt>
                <c:pt idx="13892">
                  <c:v>5.029585741903376</c:v>
                </c:pt>
                <c:pt idx="13893">
                  <c:v>5.0307780319271114</c:v>
                </c:pt>
                <c:pt idx="13894">
                  <c:v>5.0316032463057958</c:v>
                </c:pt>
                <c:pt idx="13895">
                  <c:v>5.0331885958196159</c:v>
                </c:pt>
                <c:pt idx="13896">
                  <c:v>5.0361800876655689</c:v>
                </c:pt>
                <c:pt idx="13897">
                  <c:v>5.0365297928948776</c:v>
                </c:pt>
                <c:pt idx="13898">
                  <c:v>5.0353275017226862</c:v>
                </c:pt>
                <c:pt idx="13899">
                  <c:v>5.0331491654544065</c:v>
                </c:pt>
                <c:pt idx="13900">
                  <c:v>5.0372330793966773</c:v>
                </c:pt>
                <c:pt idx="13901">
                  <c:v>5.0410040387412911</c:v>
                </c:pt>
                <c:pt idx="13902">
                  <c:v>5.0397810753387953</c:v>
                </c:pt>
                <c:pt idx="13903">
                  <c:v>5.0347468608835468</c:v>
                </c:pt>
                <c:pt idx="13904">
                  <c:v>5.0267381421790063</c:v>
                </c:pt>
                <c:pt idx="13905">
                  <c:v>5.024347915550111</c:v>
                </c:pt>
                <c:pt idx="13906">
                  <c:v>5.0232207526223105</c:v>
                </c:pt>
                <c:pt idx="13907">
                  <c:v>5.0253634388637929</c:v>
                </c:pt>
                <c:pt idx="13908">
                  <c:v>5.0294881230380524</c:v>
                </c:pt>
                <c:pt idx="13909">
                  <c:v>5.0329254077023196</c:v>
                </c:pt>
                <c:pt idx="13910">
                  <c:v>5.0339181054283744</c:v>
                </c:pt>
                <c:pt idx="13911">
                  <c:v>5.0337682317586712</c:v>
                </c:pt>
                <c:pt idx="13912">
                  <c:v>5.0318995482734863</c:v>
                </c:pt>
                <c:pt idx="13913">
                  <c:v>5.0327233749330063</c:v>
                </c:pt>
                <c:pt idx="13914">
                  <c:v>5.0359546550800092</c:v>
                </c:pt>
                <c:pt idx="13915">
                  <c:v>5.0365520442538854</c:v>
                </c:pt>
                <c:pt idx="13916">
                  <c:v>5.0393567682413289</c:v>
                </c:pt>
                <c:pt idx="13917">
                  <c:v>5.0433389480131687</c:v>
                </c:pt>
                <c:pt idx="13918">
                  <c:v>5.0415723815174944</c:v>
                </c:pt>
                <c:pt idx="13919">
                  <c:v>5.0419015580736541</c:v>
                </c:pt>
                <c:pt idx="13920">
                  <c:v>5.0453611898016995</c:v>
                </c:pt>
                <c:pt idx="13921">
                  <c:v>5.0444482141489928</c:v>
                </c:pt>
                <c:pt idx="13922">
                  <c:v>5.0420689457162542</c:v>
                </c:pt>
                <c:pt idx="13923">
                  <c:v>5.0438817376158029</c:v>
                </c:pt>
                <c:pt idx="13924">
                  <c:v>5.0424554015772145</c:v>
                </c:pt>
                <c:pt idx="13925">
                  <c:v>5.0400671847484881</c:v>
                </c:pt>
                <c:pt idx="13926">
                  <c:v>5.0409294368731334</c:v>
                </c:pt>
                <c:pt idx="13927">
                  <c:v>5.043422450424929</c:v>
                </c:pt>
                <c:pt idx="13928">
                  <c:v>5.0420044885537099</c:v>
                </c:pt>
                <c:pt idx="13929">
                  <c:v>5.0360248545287494</c:v>
                </c:pt>
                <c:pt idx="13930">
                  <c:v>5.0297986371640766</c:v>
                </c:pt>
                <c:pt idx="13931">
                  <c:v>5.0295913884848025</c:v>
                </c:pt>
                <c:pt idx="13932">
                  <c:v>5.0344881708904374</c:v>
                </c:pt>
                <c:pt idx="13933">
                  <c:v>5.0383136819539089</c:v>
                </c:pt>
                <c:pt idx="13934">
                  <c:v>5.0375104796723065</c:v>
                </c:pt>
                <c:pt idx="13935">
                  <c:v>5.0376895911492232</c:v>
                </c:pt>
                <c:pt idx="13936">
                  <c:v>5.0409571912564122</c:v>
                </c:pt>
                <c:pt idx="13937">
                  <c:v>5.0398768279611055</c:v>
                </c:pt>
                <c:pt idx="13938">
                  <c:v>5.0382183600030626</c:v>
                </c:pt>
                <c:pt idx="13939">
                  <c:v>5.0403291765561598</c:v>
                </c:pt>
                <c:pt idx="13940">
                  <c:v>5.0422933255493456</c:v>
                </c:pt>
                <c:pt idx="13941">
                  <c:v>5.0397956703162086</c:v>
                </c:pt>
                <c:pt idx="13942">
                  <c:v>5.0364855294387869</c:v>
                </c:pt>
                <c:pt idx="13943">
                  <c:v>5.0373485950539774</c:v>
                </c:pt>
                <c:pt idx="13944">
                  <c:v>5.0396086631957733</c:v>
                </c:pt>
                <c:pt idx="13945">
                  <c:v>5.0397876789679197</c:v>
                </c:pt>
                <c:pt idx="13946">
                  <c:v>5.0367122061863565</c:v>
                </c:pt>
                <c:pt idx="13947">
                  <c:v>5.0355113984380981</c:v>
                </c:pt>
                <c:pt idx="13948">
                  <c:v>5.0354496688614958</c:v>
                </c:pt>
                <c:pt idx="13949">
                  <c:v>5.0331326563815937</c:v>
                </c:pt>
                <c:pt idx="13950">
                  <c:v>5.0330795880866699</c:v>
                </c:pt>
                <c:pt idx="13951">
                  <c:v>5.0289422708827809</c:v>
                </c:pt>
                <c:pt idx="13952">
                  <c:v>5.0250292856595973</c:v>
                </c:pt>
                <c:pt idx="13953">
                  <c:v>5.0281551948549117</c:v>
                </c:pt>
                <c:pt idx="13954">
                  <c:v>5.0266655501110176</c:v>
                </c:pt>
                <c:pt idx="13955">
                  <c:v>5.0263307748258175</c:v>
                </c:pt>
                <c:pt idx="13956">
                  <c:v>5.0290515657300361</c:v>
                </c:pt>
                <c:pt idx="13957">
                  <c:v>5.0315804685705539</c:v>
                </c:pt>
                <c:pt idx="13958">
                  <c:v>5.0344195984227857</c:v>
                </c:pt>
                <c:pt idx="13959">
                  <c:v>5.0327067701554249</c:v>
                </c:pt>
                <c:pt idx="13960">
                  <c:v>5.0274162583263147</c:v>
                </c:pt>
                <c:pt idx="13961">
                  <c:v>5.0271759436490315</c:v>
                </c:pt>
                <c:pt idx="13962">
                  <c:v>5.030639116453564</c:v>
                </c:pt>
                <c:pt idx="13963">
                  <c:v>5.0324215699410457</c:v>
                </c:pt>
                <c:pt idx="13964">
                  <c:v>5.0316754077023198</c:v>
                </c:pt>
                <c:pt idx="13965">
                  <c:v>5.0337550245004214</c:v>
                </c:pt>
                <c:pt idx="13966">
                  <c:v>5.038334976265217</c:v>
                </c:pt>
                <c:pt idx="13967">
                  <c:v>5.0419283075568488</c:v>
                </c:pt>
                <c:pt idx="13968">
                  <c:v>5.0408996726896866</c:v>
                </c:pt>
                <c:pt idx="13969">
                  <c:v>5.0394478791822985</c:v>
                </c:pt>
                <c:pt idx="13970">
                  <c:v>5.0395872253273106</c:v>
                </c:pt>
                <c:pt idx="13971">
                  <c:v>5.0427920909578132</c:v>
                </c:pt>
                <c:pt idx="13972">
                  <c:v>5.0396838392925503</c:v>
                </c:pt>
                <c:pt idx="13973">
                  <c:v>5.0362439705994948</c:v>
                </c:pt>
                <c:pt idx="13974">
                  <c:v>5.0345470771763265</c:v>
                </c:pt>
                <c:pt idx="13975">
                  <c:v>5.0366795708598113</c:v>
                </c:pt>
                <c:pt idx="13976">
                  <c:v>5.0390568294923819</c:v>
                </c:pt>
                <c:pt idx="13977">
                  <c:v>5.0385730418804071</c:v>
                </c:pt>
                <c:pt idx="13978">
                  <c:v>5.0385557671694361</c:v>
                </c:pt>
                <c:pt idx="13979">
                  <c:v>5.0371451745655005</c:v>
                </c:pt>
                <c:pt idx="13980">
                  <c:v>5.0343929446443614</c:v>
                </c:pt>
                <c:pt idx="13981">
                  <c:v>5.036170612893347</c:v>
                </c:pt>
                <c:pt idx="13982">
                  <c:v>5.0405770040578819</c:v>
                </c:pt>
                <c:pt idx="13983">
                  <c:v>5.0400064122195847</c:v>
                </c:pt>
                <c:pt idx="13984">
                  <c:v>5.0348395031008346</c:v>
                </c:pt>
                <c:pt idx="13985">
                  <c:v>5.0333242573309853</c:v>
                </c:pt>
                <c:pt idx="13986">
                  <c:v>5.0327683083224866</c:v>
                </c:pt>
                <c:pt idx="13987">
                  <c:v>5.0304096164152821</c:v>
                </c:pt>
                <c:pt idx="13988">
                  <c:v>5.0301014470561212</c:v>
                </c:pt>
                <c:pt idx="13989">
                  <c:v>5.0276843752392617</c:v>
                </c:pt>
                <c:pt idx="13990">
                  <c:v>5.0270534893959118</c:v>
                </c:pt>
                <c:pt idx="13991">
                  <c:v>5.0301180996860886</c:v>
                </c:pt>
                <c:pt idx="13992">
                  <c:v>5.0377875449812421</c:v>
                </c:pt>
                <c:pt idx="13993">
                  <c:v>5.0426609275706298</c:v>
                </c:pt>
                <c:pt idx="13994">
                  <c:v>5.0453713345073119</c:v>
                </c:pt>
                <c:pt idx="13995">
                  <c:v>5.0396589081999847</c:v>
                </c:pt>
                <c:pt idx="13996">
                  <c:v>5.0312740218972509</c:v>
                </c:pt>
                <c:pt idx="13997">
                  <c:v>5.0285599303269271</c:v>
                </c:pt>
                <c:pt idx="13998">
                  <c:v>5.028951075721614</c:v>
                </c:pt>
                <c:pt idx="13999">
                  <c:v>5.028080832248679</c:v>
                </c:pt>
                <c:pt idx="14000">
                  <c:v>5.0290968340862108</c:v>
                </c:pt>
                <c:pt idx="14001">
                  <c:v>5.0326341780874362</c:v>
                </c:pt>
                <c:pt idx="14002">
                  <c:v>5.0333667981012171</c:v>
                </c:pt>
                <c:pt idx="14003">
                  <c:v>5.0329481854375624</c:v>
                </c:pt>
                <c:pt idx="14004">
                  <c:v>5.033035516040119</c:v>
                </c:pt>
                <c:pt idx="14005">
                  <c:v>5.0325094747722225</c:v>
                </c:pt>
                <c:pt idx="14006">
                  <c:v>5.0350625430671467</c:v>
                </c:pt>
                <c:pt idx="14007">
                  <c:v>5.0340854452185901</c:v>
                </c:pt>
                <c:pt idx="14008">
                  <c:v>5.0296322065691754</c:v>
                </c:pt>
                <c:pt idx="14009">
                  <c:v>5.0278185533266981</c:v>
                </c:pt>
                <c:pt idx="14010">
                  <c:v>5.0308135862491383</c:v>
                </c:pt>
                <c:pt idx="14011">
                  <c:v>5.036109457545364</c:v>
                </c:pt>
                <c:pt idx="14012">
                  <c:v>5.0382511388867623</c:v>
                </c:pt>
                <c:pt idx="14013">
                  <c:v>5.0367921675216296</c:v>
                </c:pt>
                <c:pt idx="14014">
                  <c:v>5.03844723796034</c:v>
                </c:pt>
                <c:pt idx="14015">
                  <c:v>5.0384292454635942</c:v>
                </c:pt>
                <c:pt idx="14016">
                  <c:v>5.0373604624454487</c:v>
                </c:pt>
                <c:pt idx="14017">
                  <c:v>5.0390555374779877</c:v>
                </c:pt>
                <c:pt idx="14018">
                  <c:v>5.0360862491386573</c:v>
                </c:pt>
                <c:pt idx="14019">
                  <c:v>5.0323596968072888</c:v>
                </c:pt>
                <c:pt idx="14020">
                  <c:v>5.0330492496746038</c:v>
                </c:pt>
                <c:pt idx="14021">
                  <c:v>5.0326240812342089</c:v>
                </c:pt>
                <c:pt idx="14022">
                  <c:v>5.0316963191945483</c:v>
                </c:pt>
                <c:pt idx="14023">
                  <c:v>5.0307456358624911</c:v>
                </c:pt>
                <c:pt idx="14024">
                  <c:v>5.0311542473776889</c:v>
                </c:pt>
                <c:pt idx="14025">
                  <c:v>5.0292804436873135</c:v>
                </c:pt>
                <c:pt idx="14026">
                  <c:v>5.0257676001071889</c:v>
                </c:pt>
                <c:pt idx="14027">
                  <c:v>5.0251366664114538</c:v>
                </c:pt>
                <c:pt idx="14028">
                  <c:v>5.0272499234361838</c:v>
                </c:pt>
                <c:pt idx="14029">
                  <c:v>5.0292656573003596</c:v>
                </c:pt>
                <c:pt idx="14030">
                  <c:v>5.0343192041191331</c:v>
                </c:pt>
                <c:pt idx="14031">
                  <c:v>5.0383819194548654</c:v>
                </c:pt>
                <c:pt idx="14032">
                  <c:v>5.038368807901386</c:v>
                </c:pt>
                <c:pt idx="14033">
                  <c:v>5.0381369630962407</c:v>
                </c:pt>
                <c:pt idx="14034">
                  <c:v>5.0323622808360771</c:v>
                </c:pt>
                <c:pt idx="14035">
                  <c:v>5.0270264049460227</c:v>
                </c:pt>
                <c:pt idx="14036">
                  <c:v>5.0293899777964937</c:v>
                </c:pt>
                <c:pt idx="14037">
                  <c:v>5.0367081865860195</c:v>
                </c:pt>
                <c:pt idx="14038">
                  <c:v>5.0401835617487176</c:v>
                </c:pt>
                <c:pt idx="14039">
                  <c:v>5.0375334966694743</c:v>
                </c:pt>
                <c:pt idx="14040">
                  <c:v>5.0338068964857206</c:v>
                </c:pt>
                <c:pt idx="14041">
                  <c:v>5.0300334488170888</c:v>
                </c:pt>
                <c:pt idx="14042">
                  <c:v>5.0276161377383053</c:v>
                </c:pt>
                <c:pt idx="14043">
                  <c:v>5.0292977662506697</c:v>
                </c:pt>
                <c:pt idx="14044">
                  <c:v>5.034016729193783</c:v>
                </c:pt>
                <c:pt idx="14045">
                  <c:v>5.0318683006661056</c:v>
                </c:pt>
                <c:pt idx="14046">
                  <c:v>5.0282205612127706</c:v>
                </c:pt>
                <c:pt idx="14047">
                  <c:v>5.02701018298752</c:v>
                </c:pt>
                <c:pt idx="14048">
                  <c:v>5.0272850470867469</c:v>
                </c:pt>
                <c:pt idx="14049">
                  <c:v>5.0288192902534261</c:v>
                </c:pt>
                <c:pt idx="14050">
                  <c:v>5.0286187887604319</c:v>
                </c:pt>
                <c:pt idx="14051">
                  <c:v>5.030364491616262</c:v>
                </c:pt>
                <c:pt idx="14052">
                  <c:v>5.0340037611974582</c:v>
                </c:pt>
                <c:pt idx="14053">
                  <c:v>5.0391003751626977</c:v>
                </c:pt>
                <c:pt idx="14054">
                  <c:v>5.0397580583416275</c:v>
                </c:pt>
                <c:pt idx="14055">
                  <c:v>5.0350517762805298</c:v>
                </c:pt>
                <c:pt idx="14056">
                  <c:v>5.0305270940203659</c:v>
                </c:pt>
                <c:pt idx="14057">
                  <c:v>5.0299416200903453</c:v>
                </c:pt>
                <c:pt idx="14058">
                  <c:v>5.0311663061787</c:v>
                </c:pt>
                <c:pt idx="14059">
                  <c:v>5.032784960952454</c:v>
                </c:pt>
                <c:pt idx="14060">
                  <c:v>5.0352815634331218</c:v>
                </c:pt>
                <c:pt idx="14061">
                  <c:v>5.0392952779266516</c:v>
                </c:pt>
                <c:pt idx="14062">
                  <c:v>5.042469326621239</c:v>
                </c:pt>
                <c:pt idx="14063">
                  <c:v>5.0416314792129242</c:v>
                </c:pt>
                <c:pt idx="14064">
                  <c:v>5.0387871813031158</c:v>
                </c:pt>
                <c:pt idx="14065">
                  <c:v>5.0369891279381367</c:v>
                </c:pt>
                <c:pt idx="14066">
                  <c:v>5.0366422938519255</c:v>
                </c:pt>
                <c:pt idx="14067">
                  <c:v>5.0396190471633107</c:v>
                </c:pt>
                <c:pt idx="14068">
                  <c:v>5.0410888810198298</c:v>
                </c:pt>
                <c:pt idx="14069">
                  <c:v>5.0434655175713958</c:v>
                </c:pt>
                <c:pt idx="14070">
                  <c:v>5.0419668765791288</c:v>
                </c:pt>
                <c:pt idx="14071">
                  <c:v>5.0411292684327389</c:v>
                </c:pt>
                <c:pt idx="14072">
                  <c:v>5.0407839177704616</c:v>
                </c:pt>
                <c:pt idx="14073">
                  <c:v>5.0399535353342007</c:v>
                </c:pt>
                <c:pt idx="14074">
                  <c:v>5.0407681264834237</c:v>
                </c:pt>
                <c:pt idx="14075">
                  <c:v>5.0460260508383739</c:v>
                </c:pt>
                <c:pt idx="14076">
                  <c:v>5.0442412525840288</c:v>
                </c:pt>
                <c:pt idx="14077">
                  <c:v>5.0384880560447129</c:v>
                </c:pt>
                <c:pt idx="14078">
                  <c:v>5.0340674527218434</c:v>
                </c:pt>
                <c:pt idx="14079">
                  <c:v>5.0327484017303421</c:v>
                </c:pt>
                <c:pt idx="14080">
                  <c:v>5.034085875890054</c:v>
                </c:pt>
                <c:pt idx="14081">
                  <c:v>5.0300897710741905</c:v>
                </c:pt>
                <c:pt idx="14082">
                  <c:v>5.0257838699180768</c:v>
                </c:pt>
                <c:pt idx="14083">
                  <c:v>5.0220753579358393</c:v>
                </c:pt>
                <c:pt idx="14084">
                  <c:v>5.0246002890284052</c:v>
                </c:pt>
                <c:pt idx="14085">
                  <c:v>5.0310915607533877</c:v>
                </c:pt>
                <c:pt idx="14086">
                  <c:v>5.0361408487098993</c:v>
                </c:pt>
                <c:pt idx="14087">
                  <c:v>5.0395040100298596</c:v>
                </c:pt>
                <c:pt idx="14088">
                  <c:v>5.0384095781333738</c:v>
                </c:pt>
                <c:pt idx="14089">
                  <c:v>5.036652917081387</c:v>
                </c:pt>
                <c:pt idx="14090">
                  <c:v>5.0363868099686089</c:v>
                </c:pt>
                <c:pt idx="14091">
                  <c:v>5.0347035066227699</c:v>
                </c:pt>
                <c:pt idx="14092">
                  <c:v>5.0318629890513744</c:v>
                </c:pt>
                <c:pt idx="14093">
                  <c:v>5.0327828554475156</c:v>
                </c:pt>
                <c:pt idx="14094">
                  <c:v>5.0372650926422171</c:v>
                </c:pt>
                <c:pt idx="14095">
                  <c:v>5.0390405118291097</c:v>
                </c:pt>
                <c:pt idx="14096">
                  <c:v>5.0386631000689075</c:v>
                </c:pt>
                <c:pt idx="14097">
                  <c:v>5.0369256756756755</c:v>
                </c:pt>
                <c:pt idx="14098">
                  <c:v>5.0373180652323715</c:v>
                </c:pt>
                <c:pt idx="14099">
                  <c:v>5.0402052867314904</c:v>
                </c:pt>
                <c:pt idx="14100">
                  <c:v>5.0369875488094324</c:v>
                </c:pt>
                <c:pt idx="14101">
                  <c:v>5.0325043067146469</c:v>
                </c:pt>
                <c:pt idx="14102">
                  <c:v>5.0302904639767245</c:v>
                </c:pt>
                <c:pt idx="14103">
                  <c:v>5.0311991807671692</c:v>
                </c:pt>
                <c:pt idx="14104">
                  <c:v>5.0363760910343771</c:v>
                </c:pt>
                <c:pt idx="14105">
                  <c:v>5.0388086670239645</c:v>
                </c:pt>
                <c:pt idx="14106">
                  <c:v>5.0387616759819309</c:v>
                </c:pt>
                <c:pt idx="14107">
                  <c:v>5.0434448931934766</c:v>
                </c:pt>
                <c:pt idx="14108">
                  <c:v>5.045132311844422</c:v>
                </c:pt>
                <c:pt idx="14109">
                  <c:v>5.0443672479136357</c:v>
                </c:pt>
                <c:pt idx="14110">
                  <c:v>5.0472989721307711</c:v>
                </c:pt>
                <c:pt idx="14111">
                  <c:v>5.0470011867391467</c:v>
                </c:pt>
                <c:pt idx="14112">
                  <c:v>5.0425933121506779</c:v>
                </c:pt>
                <c:pt idx="14113">
                  <c:v>5.0374032903299897</c:v>
                </c:pt>
                <c:pt idx="14114">
                  <c:v>5.033658936911416</c:v>
                </c:pt>
                <c:pt idx="14115">
                  <c:v>5.0352928087435878</c:v>
                </c:pt>
                <c:pt idx="14116">
                  <c:v>5.036703305642753</c:v>
                </c:pt>
                <c:pt idx="14117">
                  <c:v>5.0373559643212618</c:v>
                </c:pt>
                <c:pt idx="14118">
                  <c:v>5.0404954635939054</c:v>
                </c:pt>
                <c:pt idx="14119">
                  <c:v>5.0398883125334963</c:v>
                </c:pt>
                <c:pt idx="14120">
                  <c:v>5.0360464838067527</c:v>
                </c:pt>
                <c:pt idx="14121">
                  <c:v>5.0364186796569941</c:v>
                </c:pt>
                <c:pt idx="14122">
                  <c:v>5.0361088354643595</c:v>
                </c:pt>
                <c:pt idx="14123">
                  <c:v>5.0351676269045251</c:v>
                </c:pt>
                <c:pt idx="14124">
                  <c:v>5.0362968474848788</c:v>
                </c:pt>
                <c:pt idx="14125">
                  <c:v>5.0357149146313454</c:v>
                </c:pt>
                <c:pt idx="14126">
                  <c:v>5.0335626100604856</c:v>
                </c:pt>
                <c:pt idx="14127">
                  <c:v>5.035130254191869</c:v>
                </c:pt>
                <c:pt idx="14128">
                  <c:v>5.0379025342623081</c:v>
                </c:pt>
                <c:pt idx="14129">
                  <c:v>5.0364506450501496</c:v>
                </c:pt>
                <c:pt idx="14130">
                  <c:v>5.0356334698721383</c:v>
                </c:pt>
                <c:pt idx="14131">
                  <c:v>5.0350014834239341</c:v>
                </c:pt>
                <c:pt idx="14132">
                  <c:v>5.0366993817471863</c:v>
                </c:pt>
                <c:pt idx="14133">
                  <c:v>5.0368492075645053</c:v>
                </c:pt>
                <c:pt idx="14134">
                  <c:v>5.0374457832478372</c:v>
                </c:pt>
                <c:pt idx="14135">
                  <c:v>5.0358159310160016</c:v>
                </c:pt>
                <c:pt idx="14136">
                  <c:v>5.0338520691371258</c:v>
                </c:pt>
                <c:pt idx="14137">
                  <c:v>5.0333533037286582</c:v>
                </c:pt>
                <c:pt idx="14138">
                  <c:v>5.0332522394916159</c:v>
                </c:pt>
                <c:pt idx="14139">
                  <c:v>5.0314270059719775</c:v>
                </c:pt>
                <c:pt idx="14140">
                  <c:v>5.0318216924431516</c:v>
                </c:pt>
                <c:pt idx="14141">
                  <c:v>5.0380996382359697</c:v>
                </c:pt>
                <c:pt idx="14142">
                  <c:v>5.0420725346451265</c:v>
                </c:pt>
                <c:pt idx="14143">
                  <c:v>5.0399971767092868</c:v>
                </c:pt>
                <c:pt idx="14144">
                  <c:v>5.0380711660669171</c:v>
                </c:pt>
                <c:pt idx="14145">
                  <c:v>5.0377116989510755</c:v>
                </c:pt>
                <c:pt idx="14146">
                  <c:v>5.0392904448357703</c:v>
                </c:pt>
                <c:pt idx="14147">
                  <c:v>5.0381716560753391</c:v>
                </c:pt>
                <c:pt idx="14148">
                  <c:v>5.0367704903912411</c:v>
                </c:pt>
                <c:pt idx="14149">
                  <c:v>5.0396044521858974</c:v>
                </c:pt>
                <c:pt idx="14150">
                  <c:v>5.0414373899395146</c:v>
                </c:pt>
                <c:pt idx="14151">
                  <c:v>5.036662726820305</c:v>
                </c:pt>
                <c:pt idx="14152">
                  <c:v>5.0382239587321029</c:v>
                </c:pt>
                <c:pt idx="14153">
                  <c:v>5.0390486467345532</c:v>
                </c:pt>
                <c:pt idx="14154">
                  <c:v>5.0406964436107495</c:v>
                </c:pt>
                <c:pt idx="14155">
                  <c:v>5.0442919761120892</c:v>
                </c:pt>
                <c:pt idx="14156">
                  <c:v>5.0436909501569556</c:v>
                </c:pt>
                <c:pt idx="14157">
                  <c:v>5.0370198970216675</c:v>
                </c:pt>
                <c:pt idx="14158">
                  <c:v>5.0324300398131845</c:v>
                </c:pt>
                <c:pt idx="14159">
                  <c:v>5.03502603169742</c:v>
                </c:pt>
                <c:pt idx="14160">
                  <c:v>5.0352582114692597</c:v>
                </c:pt>
                <c:pt idx="14161">
                  <c:v>5.0346467058418192</c:v>
                </c:pt>
                <c:pt idx="14162">
                  <c:v>5.037995224331981</c:v>
                </c:pt>
                <c:pt idx="14163">
                  <c:v>5.0376154199525303</c:v>
                </c:pt>
                <c:pt idx="14164">
                  <c:v>5.0366741156879256</c:v>
                </c:pt>
                <c:pt idx="14165">
                  <c:v>5.0355205860960108</c:v>
                </c:pt>
                <c:pt idx="14166">
                  <c:v>5.0332735338029249</c:v>
                </c:pt>
                <c:pt idx="14167">
                  <c:v>5.0319594116070743</c:v>
                </c:pt>
                <c:pt idx="14168">
                  <c:v>5.0304407204655082</c:v>
                </c:pt>
                <c:pt idx="14169">
                  <c:v>5.0297450424929178</c:v>
                </c:pt>
                <c:pt idx="14170">
                  <c:v>5.0322399222877268</c:v>
                </c:pt>
                <c:pt idx="14171">
                  <c:v>5.0376217364673455</c:v>
                </c:pt>
                <c:pt idx="14172">
                  <c:v>5.0460646198606538</c:v>
                </c:pt>
                <c:pt idx="14173">
                  <c:v>5.0503349666947397</c:v>
                </c:pt>
                <c:pt idx="14174">
                  <c:v>5.04760288262767</c:v>
                </c:pt>
                <c:pt idx="14175">
                  <c:v>5.0417679542148379</c:v>
                </c:pt>
                <c:pt idx="14176">
                  <c:v>5.0404541669856826</c:v>
                </c:pt>
                <c:pt idx="14177">
                  <c:v>5.0424055393920835</c:v>
                </c:pt>
                <c:pt idx="14178">
                  <c:v>5.0432583645968911</c:v>
                </c:pt>
                <c:pt idx="14179">
                  <c:v>5.0402104069366818</c:v>
                </c:pt>
                <c:pt idx="14180">
                  <c:v>5.0406839062858895</c:v>
                </c:pt>
                <c:pt idx="14181">
                  <c:v>5.0401724121430211</c:v>
                </c:pt>
                <c:pt idx="14182">
                  <c:v>5.0395059241252582</c:v>
                </c:pt>
                <c:pt idx="14183">
                  <c:v>5.0393376751397287</c:v>
                </c:pt>
                <c:pt idx="14184">
                  <c:v>5.0373295976571475</c:v>
                </c:pt>
                <c:pt idx="14185">
                  <c:v>5.0313126866243012</c:v>
                </c:pt>
                <c:pt idx="14186">
                  <c:v>5.0258207162544979</c:v>
                </c:pt>
                <c:pt idx="14187">
                  <c:v>5.0275863257024733</c:v>
                </c:pt>
                <c:pt idx="14188">
                  <c:v>5.0325025361764029</c:v>
                </c:pt>
                <c:pt idx="14189">
                  <c:v>5.038353542990583</c:v>
                </c:pt>
                <c:pt idx="14190">
                  <c:v>5.0416878971747954</c:v>
                </c:pt>
                <c:pt idx="14191">
                  <c:v>5.041161377383049</c:v>
                </c:pt>
                <c:pt idx="14192">
                  <c:v>5.0393498774978944</c:v>
                </c:pt>
                <c:pt idx="14193">
                  <c:v>5.036245023351964</c:v>
                </c:pt>
                <c:pt idx="14194">
                  <c:v>5.033830344154353</c:v>
                </c:pt>
                <c:pt idx="14195">
                  <c:v>5.0316691390398898</c:v>
                </c:pt>
                <c:pt idx="14196">
                  <c:v>5.0280472398744349</c:v>
                </c:pt>
                <c:pt idx="14197">
                  <c:v>5.029357486027104</c:v>
                </c:pt>
                <c:pt idx="14198">
                  <c:v>5.029598279228237</c:v>
                </c:pt>
                <c:pt idx="14199">
                  <c:v>5.0317180441773219</c:v>
                </c:pt>
                <c:pt idx="14200">
                  <c:v>5.0332965508000918</c:v>
                </c:pt>
                <c:pt idx="14201">
                  <c:v>5.03266719623306</c:v>
                </c:pt>
                <c:pt idx="14202">
                  <c:v>5.0320437275093788</c:v>
                </c:pt>
                <c:pt idx="14203">
                  <c:v>5.0332464493530358</c:v>
                </c:pt>
                <c:pt idx="14204">
                  <c:v>5.0361346278998544</c:v>
                </c:pt>
                <c:pt idx="14205">
                  <c:v>5.0373317031620859</c:v>
                </c:pt>
                <c:pt idx="14206">
                  <c:v>5.0345799517647958</c:v>
                </c:pt>
                <c:pt idx="14207">
                  <c:v>5.0319426154199522</c:v>
                </c:pt>
                <c:pt idx="14208">
                  <c:v>5.0323373497435115</c:v>
                </c:pt>
                <c:pt idx="14209">
                  <c:v>5.0308317223030397</c:v>
                </c:pt>
                <c:pt idx="14210">
                  <c:v>5.0321208177015544</c:v>
                </c:pt>
                <c:pt idx="14211">
                  <c:v>5.0366252584028786</c:v>
                </c:pt>
                <c:pt idx="14212">
                  <c:v>5.041076917923589</c:v>
                </c:pt>
                <c:pt idx="14213">
                  <c:v>5.0427236620473161</c:v>
                </c:pt>
                <c:pt idx="14214">
                  <c:v>5.0414288722149916</c:v>
                </c:pt>
                <c:pt idx="14215">
                  <c:v>5.0415883642140722</c:v>
                </c:pt>
                <c:pt idx="14216">
                  <c:v>5.0427998908965623</c:v>
                </c:pt>
                <c:pt idx="14217">
                  <c:v>5.0408905807365443</c:v>
                </c:pt>
                <c:pt idx="14218">
                  <c:v>5.037353523849629</c:v>
                </c:pt>
                <c:pt idx="14219">
                  <c:v>5.0382982256335653</c:v>
                </c:pt>
                <c:pt idx="14220">
                  <c:v>5.0383093752392618</c:v>
                </c:pt>
                <c:pt idx="14221">
                  <c:v>5.0366211430977721</c:v>
                </c:pt>
                <c:pt idx="14222">
                  <c:v>5.0342538377612742</c:v>
                </c:pt>
                <c:pt idx="14223">
                  <c:v>5.0336875047852381</c:v>
                </c:pt>
                <c:pt idx="14224">
                  <c:v>5.0324403759283367</c:v>
                </c:pt>
                <c:pt idx="14225">
                  <c:v>5.0301533668938063</c:v>
                </c:pt>
                <c:pt idx="14226">
                  <c:v>5.0320466465048614</c:v>
                </c:pt>
                <c:pt idx="14227">
                  <c:v>5.0316459306331831</c:v>
                </c:pt>
                <c:pt idx="14228">
                  <c:v>5.0315676441313837</c:v>
                </c:pt>
                <c:pt idx="14229">
                  <c:v>5.0381432796110559</c:v>
                </c:pt>
                <c:pt idx="14230">
                  <c:v>5.042710359084297</c:v>
                </c:pt>
                <c:pt idx="14231">
                  <c:v>5.0426679618712198</c:v>
                </c:pt>
                <c:pt idx="14232">
                  <c:v>5.0459926977260547</c:v>
                </c:pt>
                <c:pt idx="14233">
                  <c:v>5.0493870109486254</c:v>
                </c:pt>
                <c:pt idx="14234">
                  <c:v>5.046986735318888</c:v>
                </c:pt>
                <c:pt idx="14235">
                  <c:v>5.0475678546818772</c:v>
                </c:pt>
                <c:pt idx="14236">
                  <c:v>5.0418367659444145</c:v>
                </c:pt>
                <c:pt idx="14237">
                  <c:v>5.035997722226476</c:v>
                </c:pt>
                <c:pt idx="14238">
                  <c:v>5.0349729155501111</c:v>
                </c:pt>
                <c:pt idx="14239">
                  <c:v>5.037754909654697</c:v>
                </c:pt>
                <c:pt idx="14240">
                  <c:v>5.0373819960186816</c:v>
                </c:pt>
                <c:pt idx="14241">
                  <c:v>5.0370311423321334</c:v>
                </c:pt>
                <c:pt idx="14242">
                  <c:v>5.0362795727739069</c:v>
                </c:pt>
                <c:pt idx="14243">
                  <c:v>5.0316399969374475</c:v>
                </c:pt>
                <c:pt idx="14244">
                  <c:v>5.0336774079320117</c:v>
                </c:pt>
                <c:pt idx="14245">
                  <c:v>5.0349083148304112</c:v>
                </c:pt>
                <c:pt idx="14246">
                  <c:v>5.0321601045096092</c:v>
                </c:pt>
                <c:pt idx="14247">
                  <c:v>5.0276840402725673</c:v>
                </c:pt>
                <c:pt idx="14248">
                  <c:v>5.0254866587550726</c:v>
                </c:pt>
                <c:pt idx="14249">
                  <c:v>5.0280628397519331</c:v>
                </c:pt>
                <c:pt idx="14250">
                  <c:v>5.0317213938442693</c:v>
                </c:pt>
                <c:pt idx="14251">
                  <c:v>5.0341625354107649</c:v>
                </c:pt>
                <c:pt idx="14252">
                  <c:v>5.0400677111247223</c:v>
                </c:pt>
                <c:pt idx="14253">
                  <c:v>5.0408500976188657</c:v>
                </c:pt>
                <c:pt idx="14254">
                  <c:v>5.0383947438940355</c:v>
                </c:pt>
                <c:pt idx="14255">
                  <c:v>5.0373775935992651</c:v>
                </c:pt>
                <c:pt idx="14256">
                  <c:v>5.0321617314906977</c:v>
                </c:pt>
                <c:pt idx="14257">
                  <c:v>5.0320965565423776</c:v>
                </c:pt>
                <c:pt idx="14258">
                  <c:v>5.0334064198759663</c:v>
                </c:pt>
                <c:pt idx="14259">
                  <c:v>5.0339218857667865</c:v>
                </c:pt>
                <c:pt idx="14260">
                  <c:v>5.0375672326008729</c:v>
                </c:pt>
                <c:pt idx="14261">
                  <c:v>5.0416680862874204</c:v>
                </c:pt>
                <c:pt idx="14262">
                  <c:v>5.0415508479442614</c:v>
                </c:pt>
                <c:pt idx="14263">
                  <c:v>5.0368061882704236</c:v>
                </c:pt>
                <c:pt idx="14264">
                  <c:v>5.0296611094096928</c:v>
                </c:pt>
                <c:pt idx="14265">
                  <c:v>5.0269770691371258</c:v>
                </c:pt>
                <c:pt idx="14266">
                  <c:v>5.0282767399127168</c:v>
                </c:pt>
                <c:pt idx="14267">
                  <c:v>5.0282291267896788</c:v>
                </c:pt>
                <c:pt idx="14268">
                  <c:v>5.0280509245080776</c:v>
                </c:pt>
                <c:pt idx="14269">
                  <c:v>5.0303016614348062</c:v>
                </c:pt>
                <c:pt idx="14270">
                  <c:v>5.033184624071664</c:v>
                </c:pt>
                <c:pt idx="14271">
                  <c:v>5.0375139728964093</c:v>
                </c:pt>
                <c:pt idx="14272">
                  <c:v>5.03825353150601</c:v>
                </c:pt>
                <c:pt idx="14273">
                  <c:v>5.0362027218436562</c:v>
                </c:pt>
                <c:pt idx="14274">
                  <c:v>5.0411139078171656</c:v>
                </c:pt>
                <c:pt idx="14275">
                  <c:v>5.0440809949467882</c:v>
                </c:pt>
                <c:pt idx="14276">
                  <c:v>5.0413202473011252</c:v>
                </c:pt>
                <c:pt idx="14277">
                  <c:v>5.0404389020748797</c:v>
                </c:pt>
                <c:pt idx="14278">
                  <c:v>5.0408062648342398</c:v>
                </c:pt>
                <c:pt idx="14279">
                  <c:v>5.0433165530970063</c:v>
                </c:pt>
                <c:pt idx="14280">
                  <c:v>5.0404001894954442</c:v>
                </c:pt>
                <c:pt idx="14281">
                  <c:v>5.0368822735625143</c:v>
                </c:pt>
                <c:pt idx="14282">
                  <c:v>5.0371309145547816</c:v>
                </c:pt>
                <c:pt idx="14283">
                  <c:v>5.0382220446367043</c:v>
                </c:pt>
                <c:pt idx="14284">
                  <c:v>5.0383417234514969</c:v>
                </c:pt>
                <c:pt idx="14285">
                  <c:v>5.0389629431130851</c:v>
                </c:pt>
                <c:pt idx="14286">
                  <c:v>5.0373415607533882</c:v>
                </c:pt>
                <c:pt idx="14287">
                  <c:v>5.033555958578976</c:v>
                </c:pt>
                <c:pt idx="14288">
                  <c:v>5.0320927283515813</c:v>
                </c:pt>
                <c:pt idx="14289">
                  <c:v>5.0335040387412908</c:v>
                </c:pt>
                <c:pt idx="14290">
                  <c:v>5.0376558073654394</c:v>
                </c:pt>
                <c:pt idx="14291">
                  <c:v>5.0364058552178239</c:v>
                </c:pt>
                <c:pt idx="14292">
                  <c:v>5.0350934557078322</c:v>
                </c:pt>
                <c:pt idx="14293">
                  <c:v>5.034947601638466</c:v>
                </c:pt>
                <c:pt idx="14294">
                  <c:v>5.0347850470867472</c:v>
                </c:pt>
                <c:pt idx="14295">
                  <c:v>5.038539210244239</c:v>
                </c:pt>
                <c:pt idx="14296">
                  <c:v>5.0334486735318889</c:v>
                </c:pt>
                <c:pt idx="14297">
                  <c:v>5.0268997396830262</c:v>
                </c:pt>
                <c:pt idx="14298">
                  <c:v>5.0281270098001682</c:v>
                </c:pt>
                <c:pt idx="14299">
                  <c:v>5.0309220676058493</c:v>
                </c:pt>
                <c:pt idx="14300">
                  <c:v>5.0319256756756756</c:v>
                </c:pt>
                <c:pt idx="14301">
                  <c:v>5.0332875545517188</c:v>
                </c:pt>
                <c:pt idx="14302">
                  <c:v>5.0339583971365132</c:v>
                </c:pt>
                <c:pt idx="14303">
                  <c:v>5.0345520538243624</c:v>
                </c:pt>
                <c:pt idx="14304">
                  <c:v>5.0347274328152514</c:v>
                </c:pt>
                <c:pt idx="14305">
                  <c:v>5.0313044560140874</c:v>
                </c:pt>
                <c:pt idx="14306">
                  <c:v>5.0275038281907971</c:v>
                </c:pt>
                <c:pt idx="14307">
                  <c:v>5.0312036310389709</c:v>
                </c:pt>
                <c:pt idx="14308">
                  <c:v>5.0387563643671998</c:v>
                </c:pt>
                <c:pt idx="14309">
                  <c:v>5.0402435686394611</c:v>
                </c:pt>
                <c:pt idx="14310">
                  <c:v>5.0434623593139882</c:v>
                </c:pt>
                <c:pt idx="14311">
                  <c:v>5.0460329894341935</c:v>
                </c:pt>
                <c:pt idx="14312">
                  <c:v>5.0443426517877654</c:v>
                </c:pt>
                <c:pt idx="14313">
                  <c:v>5.0421934097695429</c:v>
                </c:pt>
                <c:pt idx="14314">
                  <c:v>5.0458688557537705</c:v>
                </c:pt>
                <c:pt idx="14315">
                  <c:v>5.0493630847561439</c:v>
                </c:pt>
                <c:pt idx="14316">
                  <c:v>5.0508168402113158</c:v>
                </c:pt>
                <c:pt idx="14317">
                  <c:v>5.0482352040425695</c:v>
                </c:pt>
                <c:pt idx="14318">
                  <c:v>5.0443597350891967</c:v>
                </c:pt>
                <c:pt idx="14319">
                  <c:v>5.0433840249598036</c:v>
                </c:pt>
                <c:pt idx="14320">
                  <c:v>5.0439588756603628</c:v>
                </c:pt>
                <c:pt idx="14321">
                  <c:v>5.0429754134446059</c:v>
                </c:pt>
                <c:pt idx="14322">
                  <c:v>5.0410545230074266</c:v>
                </c:pt>
                <c:pt idx="14323">
                  <c:v>5.0390778845417659</c:v>
                </c:pt>
                <c:pt idx="14324">
                  <c:v>5.0362539238955666</c:v>
                </c:pt>
                <c:pt idx="14325">
                  <c:v>5.0332878895184132</c:v>
                </c:pt>
                <c:pt idx="14326">
                  <c:v>5.0332510431819921</c:v>
                </c:pt>
                <c:pt idx="14327">
                  <c:v>5.0309399165454405</c:v>
                </c:pt>
                <c:pt idx="14328">
                  <c:v>5.0343543277696963</c:v>
                </c:pt>
                <c:pt idx="14329">
                  <c:v>5.0371736945869383</c:v>
                </c:pt>
                <c:pt idx="14330">
                  <c:v>5.0342913061786998</c:v>
                </c:pt>
                <c:pt idx="14331">
                  <c:v>5.0323653912410995</c:v>
                </c:pt>
                <c:pt idx="14332">
                  <c:v>5.0323702243319808</c:v>
                </c:pt>
                <c:pt idx="14333">
                  <c:v>5.0344869745808127</c:v>
                </c:pt>
                <c:pt idx="14334">
                  <c:v>5.0327740984610676</c:v>
                </c:pt>
                <c:pt idx="14335">
                  <c:v>5.028884178087436</c:v>
                </c:pt>
                <c:pt idx="14336">
                  <c:v>5.0301553766939744</c:v>
                </c:pt>
                <c:pt idx="14337">
                  <c:v>5.0330749464053293</c:v>
                </c:pt>
                <c:pt idx="14338">
                  <c:v>5.035048570170737</c:v>
                </c:pt>
                <c:pt idx="14339">
                  <c:v>5.0359593924661201</c:v>
                </c:pt>
                <c:pt idx="14340">
                  <c:v>5.0381018394456776</c:v>
                </c:pt>
                <c:pt idx="14341">
                  <c:v>5.0391086536252967</c:v>
                </c:pt>
                <c:pt idx="14342">
                  <c:v>5.0355496324936837</c:v>
                </c:pt>
                <c:pt idx="14343">
                  <c:v>5.0339784951381974</c:v>
                </c:pt>
                <c:pt idx="14344">
                  <c:v>5.0354002373478295</c:v>
                </c:pt>
                <c:pt idx="14345">
                  <c:v>5.0370043928489396</c:v>
                </c:pt>
                <c:pt idx="14346">
                  <c:v>5.0380860960110248</c:v>
                </c:pt>
                <c:pt idx="14347">
                  <c:v>5.0355733194242402</c:v>
                </c:pt>
                <c:pt idx="14348">
                  <c:v>5.0350199544445298</c:v>
                </c:pt>
                <c:pt idx="14349">
                  <c:v>5.0346086631957734</c:v>
                </c:pt>
                <c:pt idx="14350">
                  <c:v>5.0346731203583186</c:v>
                </c:pt>
                <c:pt idx="14351">
                  <c:v>5.0323350528290334</c:v>
                </c:pt>
                <c:pt idx="14352">
                  <c:v>5.0299766958885233</c:v>
                </c:pt>
                <c:pt idx="14353">
                  <c:v>5.0284302025112932</c:v>
                </c:pt>
                <c:pt idx="14354">
                  <c:v>5.0318538013934617</c:v>
                </c:pt>
                <c:pt idx="14355">
                  <c:v>5.0358341149222881</c:v>
                </c:pt>
                <c:pt idx="14356">
                  <c:v>5.0370184614501188</c:v>
                </c:pt>
                <c:pt idx="14357">
                  <c:v>5.037073635249981</c:v>
                </c:pt>
                <c:pt idx="14358">
                  <c:v>5.0377477796493375</c:v>
                </c:pt>
                <c:pt idx="14359">
                  <c:v>5.035523409386724</c:v>
                </c:pt>
                <c:pt idx="14360">
                  <c:v>5.0314177704616796</c:v>
                </c:pt>
                <c:pt idx="14361">
                  <c:v>5.0286840115611362</c:v>
                </c:pt>
                <c:pt idx="14362">
                  <c:v>5.0295778462598575</c:v>
                </c:pt>
                <c:pt idx="14363">
                  <c:v>5.0295515274481284</c:v>
                </c:pt>
                <c:pt idx="14364">
                  <c:v>5.0274213306791209</c:v>
                </c:pt>
                <c:pt idx="14365">
                  <c:v>5.025310849092719</c:v>
                </c:pt>
                <c:pt idx="14366">
                  <c:v>5.0238121123956816</c:v>
                </c:pt>
                <c:pt idx="14367">
                  <c:v>5.0262167425924504</c:v>
                </c:pt>
                <c:pt idx="14368">
                  <c:v>5.0293526050838375</c:v>
                </c:pt>
                <c:pt idx="14369">
                  <c:v>5.0296979078937296</c:v>
                </c:pt>
                <c:pt idx="14370">
                  <c:v>5.0355470963172806</c:v>
                </c:pt>
                <c:pt idx="14371">
                  <c:v>5.0400726399203739</c:v>
                </c:pt>
                <c:pt idx="14372">
                  <c:v>5.038497339407396</c:v>
                </c:pt>
                <c:pt idx="14373">
                  <c:v>5.0366401883469871</c:v>
                </c:pt>
                <c:pt idx="14374">
                  <c:v>5.0354119611821453</c:v>
                </c:pt>
                <c:pt idx="14375">
                  <c:v>5.0336364941428684</c:v>
                </c:pt>
                <c:pt idx="14376">
                  <c:v>5.0317715909960956</c:v>
                </c:pt>
                <c:pt idx="14377">
                  <c:v>5.0301851408774212</c:v>
                </c:pt>
                <c:pt idx="14378">
                  <c:v>5.0284703985146617</c:v>
                </c:pt>
                <c:pt idx="14379">
                  <c:v>5.0307828650179927</c:v>
                </c:pt>
                <c:pt idx="14380">
                  <c:v>5.039283889059031</c:v>
                </c:pt>
                <c:pt idx="14381">
                  <c:v>5.0460994563969068</c:v>
                </c:pt>
                <c:pt idx="14382">
                  <c:v>5.0431588316361688</c:v>
                </c:pt>
                <c:pt idx="14383">
                  <c:v>5.0414594020365975</c:v>
                </c:pt>
                <c:pt idx="14384">
                  <c:v>5.0429988611132375</c:v>
                </c:pt>
                <c:pt idx="14385">
                  <c:v>5.04030893499732</c:v>
                </c:pt>
                <c:pt idx="14386">
                  <c:v>5.0352829511522854</c:v>
                </c:pt>
                <c:pt idx="14387">
                  <c:v>5.0326849973202661</c:v>
                </c:pt>
                <c:pt idx="14388">
                  <c:v>5.0314289200673761</c:v>
                </c:pt>
                <c:pt idx="14389">
                  <c:v>5.028955813107725</c:v>
                </c:pt>
                <c:pt idx="14390">
                  <c:v>5.0268228409003903</c:v>
                </c:pt>
                <c:pt idx="14391">
                  <c:v>5.0245021437868465</c:v>
                </c:pt>
                <c:pt idx="14392">
                  <c:v>5.0271314409310159</c:v>
                </c:pt>
                <c:pt idx="14393">
                  <c:v>5.0349532960722758</c:v>
                </c:pt>
                <c:pt idx="14394">
                  <c:v>5.0414605983462213</c:v>
                </c:pt>
                <c:pt idx="14395">
                  <c:v>5.0419617085215531</c:v>
                </c:pt>
                <c:pt idx="14396">
                  <c:v>5.0394610385881631</c:v>
                </c:pt>
                <c:pt idx="14397">
                  <c:v>5.0375256010259548</c:v>
                </c:pt>
                <c:pt idx="14398">
                  <c:v>5.0357421904907742</c:v>
                </c:pt>
                <c:pt idx="14399">
                  <c:v>5.0366676077635706</c:v>
                </c:pt>
                <c:pt idx="14400">
                  <c:v>5.0379820649261156</c:v>
                </c:pt>
                <c:pt idx="14401">
                  <c:v>5.0387649299441089</c:v>
                </c:pt>
                <c:pt idx="14402">
                  <c:v>5.0407365439093486</c:v>
                </c:pt>
                <c:pt idx="14403">
                  <c:v>5.0407721460837607</c:v>
                </c:pt>
                <c:pt idx="14404">
                  <c:v>5.0401043181992193</c:v>
                </c:pt>
                <c:pt idx="14405">
                  <c:v>5.038770720082689</c:v>
                </c:pt>
                <c:pt idx="14406">
                  <c:v>5.0389196845570785</c:v>
                </c:pt>
                <c:pt idx="14407">
                  <c:v>5.03850461296991</c:v>
                </c:pt>
                <c:pt idx="14408">
                  <c:v>5.0392872865783627</c:v>
                </c:pt>
                <c:pt idx="14409">
                  <c:v>5.0387109524538705</c:v>
                </c:pt>
                <c:pt idx="14410">
                  <c:v>5.0356402170584182</c:v>
                </c:pt>
                <c:pt idx="14411">
                  <c:v>5.0362771801546593</c:v>
                </c:pt>
                <c:pt idx="14412">
                  <c:v>5.0355907376923668</c:v>
                </c:pt>
                <c:pt idx="14413">
                  <c:v>5.0376508307174026</c:v>
                </c:pt>
                <c:pt idx="14414">
                  <c:v>5.0379877115075411</c:v>
                </c:pt>
                <c:pt idx="14415">
                  <c:v>5.0365764968226019</c:v>
                </c:pt>
                <c:pt idx="14416">
                  <c:v>5.036401117831713</c:v>
                </c:pt>
                <c:pt idx="14417">
                  <c:v>5.0364432757828652</c:v>
                </c:pt>
                <c:pt idx="14418">
                  <c:v>5.0367726437485647</c:v>
                </c:pt>
                <c:pt idx="14419">
                  <c:v>5.036381594058648</c:v>
                </c:pt>
                <c:pt idx="14420">
                  <c:v>5.0378586057729118</c:v>
                </c:pt>
                <c:pt idx="14421">
                  <c:v>5.0405789660056657</c:v>
                </c:pt>
                <c:pt idx="14422">
                  <c:v>5.0391757426690145</c:v>
                </c:pt>
                <c:pt idx="14423">
                  <c:v>5.0405698262001382</c:v>
                </c:pt>
                <c:pt idx="14424">
                  <c:v>5.0413495808131081</c:v>
                </c:pt>
                <c:pt idx="14425">
                  <c:v>5.0388969546742208</c:v>
                </c:pt>
                <c:pt idx="14426">
                  <c:v>5.0376002028941125</c:v>
                </c:pt>
                <c:pt idx="14427">
                  <c:v>5.0347916507158716</c:v>
                </c:pt>
                <c:pt idx="14428">
                  <c:v>5.0356040885077711</c:v>
                </c:pt>
                <c:pt idx="14429">
                  <c:v>5.037027027027027</c:v>
                </c:pt>
                <c:pt idx="14430">
                  <c:v>5.0374054915396984</c:v>
                </c:pt>
                <c:pt idx="14431">
                  <c:v>5.0388150313911648</c:v>
                </c:pt>
                <c:pt idx="14432">
                  <c:v>5.0399677953449196</c:v>
                </c:pt>
                <c:pt idx="14433">
                  <c:v>5.0386818582038133</c:v>
                </c:pt>
                <c:pt idx="14434">
                  <c:v>5.0343824649720545</c:v>
                </c:pt>
                <c:pt idx="14435">
                  <c:v>5.0323248602710358</c:v>
                </c:pt>
                <c:pt idx="14436">
                  <c:v>5.0307637240640073</c:v>
                </c:pt>
                <c:pt idx="14437">
                  <c:v>5.0244614692596281</c:v>
                </c:pt>
                <c:pt idx="14438">
                  <c:v>5.0212057843962947</c:v>
                </c:pt>
                <c:pt idx="14439">
                  <c:v>5.023895136283592</c:v>
                </c:pt>
                <c:pt idx="14440">
                  <c:v>5.0246288569022282</c:v>
                </c:pt>
                <c:pt idx="14441">
                  <c:v>5.0218217402955361</c:v>
                </c:pt>
                <c:pt idx="14442">
                  <c:v>5.0213882933925431</c:v>
                </c:pt>
                <c:pt idx="14443">
                  <c:v>5.0204685705535566</c:v>
                </c:pt>
                <c:pt idx="14444">
                  <c:v>5.0187282271648419</c:v>
                </c:pt>
                <c:pt idx="14445">
                  <c:v>5.0213184767628816</c:v>
                </c:pt>
                <c:pt idx="14446">
                  <c:v>5.0257910956282057</c:v>
                </c:pt>
                <c:pt idx="14447">
                  <c:v>5.0277361515197914</c:v>
                </c:pt>
                <c:pt idx="14448">
                  <c:v>5.0277060523696502</c:v>
                </c:pt>
                <c:pt idx="14449">
                  <c:v>5.0267716867008652</c:v>
                </c:pt>
                <c:pt idx="14450">
                  <c:v>5.0270223853456857</c:v>
                </c:pt>
                <c:pt idx="14451">
                  <c:v>5.0301765274481278</c:v>
                </c:pt>
                <c:pt idx="14452">
                  <c:v>5.0287775151213534</c:v>
                </c:pt>
                <c:pt idx="14453">
                  <c:v>5.0244297909807827</c:v>
                </c:pt>
                <c:pt idx="14454">
                  <c:v>5.022376732256336</c:v>
                </c:pt>
                <c:pt idx="14455">
                  <c:v>5.0264081042799171</c:v>
                </c:pt>
                <c:pt idx="14456">
                  <c:v>5.0287735912257867</c:v>
                </c:pt>
                <c:pt idx="14457">
                  <c:v>5.0295110921828341</c:v>
                </c:pt>
                <c:pt idx="14458">
                  <c:v>5.0295249693744735</c:v>
                </c:pt>
                <c:pt idx="14459">
                  <c:v>5.0271156974963631</c:v>
                </c:pt>
                <c:pt idx="14460">
                  <c:v>5.0276637987137276</c:v>
                </c:pt>
                <c:pt idx="14461">
                  <c:v>5.0312317203889441</c:v>
                </c:pt>
                <c:pt idx="14462">
                  <c:v>5.0340196960416508</c:v>
                </c:pt>
                <c:pt idx="14463">
                  <c:v>5.0344213211086437</c:v>
                </c:pt>
                <c:pt idx="14464">
                  <c:v>5.0349122387259779</c:v>
                </c:pt>
                <c:pt idx="14465">
                  <c:v>5.0345382244851082</c:v>
                </c:pt>
                <c:pt idx="14466">
                  <c:v>5.0353357801852843</c:v>
                </c:pt>
                <c:pt idx="14467">
                  <c:v>5.0325980016844039</c:v>
                </c:pt>
                <c:pt idx="14468">
                  <c:v>5.0325707736773602</c:v>
                </c:pt>
                <c:pt idx="14469">
                  <c:v>5.0340254383278467</c:v>
                </c:pt>
                <c:pt idx="14470">
                  <c:v>5.0331545727739071</c:v>
                </c:pt>
                <c:pt idx="14471">
                  <c:v>5.0322221212005207</c:v>
                </c:pt>
                <c:pt idx="14472">
                  <c:v>5.0323864941428678</c:v>
                </c:pt>
                <c:pt idx="14473">
                  <c:v>5.0350802963019676</c:v>
                </c:pt>
                <c:pt idx="14474">
                  <c:v>5.0380655194854915</c:v>
                </c:pt>
                <c:pt idx="14475">
                  <c:v>5.039597561442462</c:v>
                </c:pt>
                <c:pt idx="14476">
                  <c:v>5.0406235165760664</c:v>
                </c:pt>
                <c:pt idx="14477">
                  <c:v>5.0408359811653014</c:v>
                </c:pt>
                <c:pt idx="14478">
                  <c:v>5.038755933695735</c:v>
                </c:pt>
                <c:pt idx="14479">
                  <c:v>5.038188165148151</c:v>
                </c:pt>
                <c:pt idx="14480">
                  <c:v>5.0380931303116148</c:v>
                </c:pt>
                <c:pt idx="14481">
                  <c:v>5.03951037439706</c:v>
                </c:pt>
                <c:pt idx="14482">
                  <c:v>5.036573769236659</c:v>
                </c:pt>
                <c:pt idx="14483">
                  <c:v>5.0323098824745429</c:v>
                </c:pt>
                <c:pt idx="14484">
                  <c:v>5.0320497569098848</c:v>
                </c:pt>
                <c:pt idx="14485">
                  <c:v>5.0313720714340402</c:v>
                </c:pt>
                <c:pt idx="14486">
                  <c:v>5.0273328994717099</c:v>
                </c:pt>
                <c:pt idx="14487">
                  <c:v>5.0287270308552179</c:v>
                </c:pt>
                <c:pt idx="14488">
                  <c:v>5.0352852959191488</c:v>
                </c:pt>
                <c:pt idx="14489">
                  <c:v>5.0409298196922139</c:v>
                </c:pt>
                <c:pt idx="14490">
                  <c:v>5.0436344843426992</c:v>
                </c:pt>
                <c:pt idx="14491">
                  <c:v>5.0433270327693132</c:v>
                </c:pt>
                <c:pt idx="14492">
                  <c:v>5.0400476609754232</c:v>
                </c:pt>
                <c:pt idx="14493">
                  <c:v>5.0367267054590004</c:v>
                </c:pt>
                <c:pt idx="14494">
                  <c:v>5.0361480265676439</c:v>
                </c:pt>
                <c:pt idx="14495">
                  <c:v>5.0414465775974273</c:v>
                </c:pt>
                <c:pt idx="14496">
                  <c:v>5.0446373746267517</c:v>
                </c:pt>
                <c:pt idx="14497">
                  <c:v>5.0387739261924818</c:v>
                </c:pt>
                <c:pt idx="14498">
                  <c:v>5.0323954425388564</c:v>
                </c:pt>
                <c:pt idx="14499">
                  <c:v>5.0309103437715335</c:v>
                </c:pt>
                <c:pt idx="14500">
                  <c:v>5.0287618673914709</c:v>
                </c:pt>
                <c:pt idx="14501">
                  <c:v>5.0298565385498817</c:v>
                </c:pt>
                <c:pt idx="14502">
                  <c:v>5.0324839215986525</c:v>
                </c:pt>
                <c:pt idx="14503">
                  <c:v>5.0344211296991039</c:v>
                </c:pt>
                <c:pt idx="14504">
                  <c:v>5.0311753981318432</c:v>
                </c:pt>
                <c:pt idx="14505">
                  <c:v>5.0293061882704233</c:v>
                </c:pt>
                <c:pt idx="14506">
                  <c:v>5.0295467900620165</c:v>
                </c:pt>
                <c:pt idx="14507">
                  <c:v>5.03295134369497</c:v>
                </c:pt>
                <c:pt idx="14508">
                  <c:v>5.0373749617180916</c:v>
                </c:pt>
                <c:pt idx="14509">
                  <c:v>5.0393636589847635</c:v>
                </c:pt>
                <c:pt idx="14510">
                  <c:v>5.03727485452875</c:v>
                </c:pt>
                <c:pt idx="14511">
                  <c:v>5.0369757292703472</c:v>
                </c:pt>
                <c:pt idx="14512">
                  <c:v>5.0411468781104052</c:v>
                </c:pt>
                <c:pt idx="14513">
                  <c:v>5.0417021571855143</c:v>
                </c:pt>
                <c:pt idx="14514">
                  <c:v>5.0387757924354952</c:v>
                </c:pt>
                <c:pt idx="14515">
                  <c:v>5.0379981433274637</c:v>
                </c:pt>
                <c:pt idx="14516">
                  <c:v>5.0398227069137125</c:v>
                </c:pt>
                <c:pt idx="14517">
                  <c:v>5.0361413272337492</c:v>
                </c:pt>
                <c:pt idx="14518">
                  <c:v>5.033452214608376</c:v>
                </c:pt>
                <c:pt idx="14519">
                  <c:v>5.0318431781639994</c:v>
                </c:pt>
                <c:pt idx="14520">
                  <c:v>5.0285243281525149</c:v>
                </c:pt>
                <c:pt idx="14521">
                  <c:v>5.0258956530893499</c:v>
                </c:pt>
                <c:pt idx="14522">
                  <c:v>5.0302824247760505</c:v>
                </c:pt>
                <c:pt idx="14523">
                  <c:v>5.0348191179848403</c:v>
                </c:pt>
                <c:pt idx="14524">
                  <c:v>5.0320062590919532</c:v>
                </c:pt>
                <c:pt idx="14525">
                  <c:v>5.036201908353112</c:v>
                </c:pt>
                <c:pt idx="14526">
                  <c:v>5.0411233347370032</c:v>
                </c:pt>
                <c:pt idx="14527">
                  <c:v>5.0396805374779881</c:v>
                </c:pt>
                <c:pt idx="14528">
                  <c:v>5.0356083952224182</c:v>
                </c:pt>
                <c:pt idx="14529">
                  <c:v>5.0373450539774902</c:v>
                </c:pt>
                <c:pt idx="14530">
                  <c:v>5.0387456932853532</c:v>
                </c:pt>
                <c:pt idx="14531">
                  <c:v>5.0360856270576528</c:v>
                </c:pt>
                <c:pt idx="14532">
                  <c:v>5.0365964512671315</c:v>
                </c:pt>
                <c:pt idx="14533">
                  <c:v>5.039462522012097</c:v>
                </c:pt>
                <c:pt idx="14534">
                  <c:v>5.0392378550646963</c:v>
                </c:pt>
                <c:pt idx="14535">
                  <c:v>5.0369124205650406</c:v>
                </c:pt>
                <c:pt idx="14536">
                  <c:v>5.0350375162698109</c:v>
                </c:pt>
                <c:pt idx="14537">
                  <c:v>5.0336689380598729</c:v>
                </c:pt>
                <c:pt idx="14538">
                  <c:v>5.032806255263762</c:v>
                </c:pt>
                <c:pt idx="14539">
                  <c:v>5.031483519638619</c:v>
                </c:pt>
                <c:pt idx="14540">
                  <c:v>5.029442184748488</c:v>
                </c:pt>
                <c:pt idx="14541">
                  <c:v>5.0327081100222033</c:v>
                </c:pt>
                <c:pt idx="14542">
                  <c:v>5.0375155520251127</c:v>
                </c:pt>
                <c:pt idx="14543">
                  <c:v>5.0378664057116609</c:v>
                </c:pt>
                <c:pt idx="14544">
                  <c:v>5.03524500421101</c:v>
                </c:pt>
                <c:pt idx="14545">
                  <c:v>5.0348691237271268</c:v>
                </c:pt>
                <c:pt idx="14546">
                  <c:v>5.0380746114386339</c:v>
                </c:pt>
                <c:pt idx="14547">
                  <c:v>5.0391544962100907</c:v>
                </c:pt>
                <c:pt idx="14548">
                  <c:v>5.0362432049613357</c:v>
                </c:pt>
                <c:pt idx="14549">
                  <c:v>5.0340401768624146</c:v>
                </c:pt>
                <c:pt idx="14550">
                  <c:v>5.0344136168746649</c:v>
                </c:pt>
                <c:pt idx="14551">
                  <c:v>5.031041794273027</c:v>
                </c:pt>
                <c:pt idx="14552">
                  <c:v>5.026611524768394</c:v>
                </c:pt>
                <c:pt idx="14553">
                  <c:v>5.0291639231299285</c:v>
                </c:pt>
                <c:pt idx="14554">
                  <c:v>5.0308022930862872</c:v>
                </c:pt>
                <c:pt idx="14555">
                  <c:v>5.0309239817012479</c:v>
                </c:pt>
                <c:pt idx="14556">
                  <c:v>5.035654429216752</c:v>
                </c:pt>
                <c:pt idx="14557">
                  <c:v>5.0382000325396215</c:v>
                </c:pt>
                <c:pt idx="14558">
                  <c:v>5.0396977164841896</c:v>
                </c:pt>
                <c:pt idx="14559">
                  <c:v>5.038433456473471</c:v>
                </c:pt>
                <c:pt idx="14560">
                  <c:v>5.0365345302809894</c:v>
                </c:pt>
                <c:pt idx="14561">
                  <c:v>5.036117496746038</c:v>
                </c:pt>
                <c:pt idx="14562">
                  <c:v>5.0350913980552789</c:v>
                </c:pt>
                <c:pt idx="14563">
                  <c:v>5.0335449046780489</c:v>
                </c:pt>
                <c:pt idx="14564">
                  <c:v>5.0332070189878264</c:v>
                </c:pt>
                <c:pt idx="14565">
                  <c:v>5.0360913214914635</c:v>
                </c:pt>
                <c:pt idx="14566">
                  <c:v>5.0380466656458154</c:v>
                </c:pt>
                <c:pt idx="14567">
                  <c:v>5.0380508288033079</c:v>
                </c:pt>
                <c:pt idx="14568">
                  <c:v>5.0358797182451571</c:v>
                </c:pt>
                <c:pt idx="14569">
                  <c:v>5.0328151558073655</c:v>
                </c:pt>
                <c:pt idx="14570">
                  <c:v>5.0301791593293013</c:v>
                </c:pt>
                <c:pt idx="14571">
                  <c:v>5.0294252450042114</c:v>
                </c:pt>
                <c:pt idx="14572">
                  <c:v>5.0291755034070897</c:v>
                </c:pt>
                <c:pt idx="14573">
                  <c:v>5.0318092986754461</c:v>
                </c:pt>
                <c:pt idx="14574">
                  <c:v>5.0329030606385423</c:v>
                </c:pt>
                <c:pt idx="14575">
                  <c:v>5.0331719431896484</c:v>
                </c:pt>
                <c:pt idx="14576">
                  <c:v>5.0304533534951386</c:v>
                </c:pt>
                <c:pt idx="14577">
                  <c:v>5.0314630388178543</c:v>
                </c:pt>
                <c:pt idx="14578">
                  <c:v>5.0352729021514433</c:v>
                </c:pt>
                <c:pt idx="14579">
                  <c:v>5.0359046493377226</c:v>
                </c:pt>
                <c:pt idx="14580">
                  <c:v>5.0348875468953374</c:v>
                </c:pt>
                <c:pt idx="14581">
                  <c:v>5.0333923034224028</c:v>
                </c:pt>
                <c:pt idx="14582">
                  <c:v>5.0331811786999463</c:v>
                </c:pt>
                <c:pt idx="14583">
                  <c:v>5.0359347006354795</c:v>
                </c:pt>
                <c:pt idx="14584">
                  <c:v>5.0377214608376084</c:v>
                </c:pt>
                <c:pt idx="14585">
                  <c:v>5.0369332842048848</c:v>
                </c:pt>
                <c:pt idx="14586">
                  <c:v>5.033004220580354</c:v>
                </c:pt>
                <c:pt idx="14587">
                  <c:v>5.0284821223489775</c:v>
                </c:pt>
                <c:pt idx="14588">
                  <c:v>5.027787688538397</c:v>
                </c:pt>
                <c:pt idx="14589">
                  <c:v>5.0282809509225936</c:v>
                </c:pt>
                <c:pt idx="14590">
                  <c:v>5.0289253311385043</c:v>
                </c:pt>
                <c:pt idx="14591">
                  <c:v>5.0313625966618174</c:v>
                </c:pt>
                <c:pt idx="14592">
                  <c:v>5.0314253789908889</c:v>
                </c:pt>
                <c:pt idx="14593">
                  <c:v>5.0336085004976647</c:v>
                </c:pt>
                <c:pt idx="14594">
                  <c:v>5.0334731739529897</c:v>
                </c:pt>
                <c:pt idx="14595">
                  <c:v>5.0324949754995787</c:v>
                </c:pt>
                <c:pt idx="14596">
                  <c:v>5.0363844652017455</c:v>
                </c:pt>
                <c:pt idx="14597">
                  <c:v>5.0396733117678583</c:v>
                </c:pt>
                <c:pt idx="14598">
                  <c:v>5.040603609983922</c:v>
                </c:pt>
                <c:pt idx="14599">
                  <c:v>5.0406542378072121</c:v>
                </c:pt>
                <c:pt idx="14600">
                  <c:v>5.041891509072812</c:v>
                </c:pt>
                <c:pt idx="14601">
                  <c:v>5.0422689686853994</c:v>
                </c:pt>
                <c:pt idx="14602">
                  <c:v>5.0379556025572318</c:v>
                </c:pt>
                <c:pt idx="14603">
                  <c:v>5.0332291267896796</c:v>
                </c:pt>
                <c:pt idx="14604">
                  <c:v>5.0310364826582958</c:v>
                </c:pt>
                <c:pt idx="14605">
                  <c:v>5.0317704425388561</c:v>
                </c:pt>
                <c:pt idx="14606">
                  <c:v>5.0332985606002607</c:v>
                </c:pt>
                <c:pt idx="14607">
                  <c:v>5.0353971269428071</c:v>
                </c:pt>
                <c:pt idx="14608">
                  <c:v>5.0356471078018528</c:v>
                </c:pt>
                <c:pt idx="14609">
                  <c:v>5.0308722054207182</c:v>
                </c:pt>
                <c:pt idx="14610">
                  <c:v>5.0274866013322104</c:v>
                </c:pt>
                <c:pt idx="14611">
                  <c:v>5.0293930403491309</c:v>
                </c:pt>
                <c:pt idx="14612">
                  <c:v>5.0330681513666642</c:v>
                </c:pt>
                <c:pt idx="14613">
                  <c:v>5.0345851198223723</c:v>
                </c:pt>
                <c:pt idx="14614">
                  <c:v>5.033141509072812</c:v>
                </c:pt>
                <c:pt idx="14615">
                  <c:v>5.0332975557001758</c:v>
                </c:pt>
                <c:pt idx="14616">
                  <c:v>5.0349226226935153</c:v>
                </c:pt>
                <c:pt idx="14617">
                  <c:v>5.0334633163616873</c:v>
                </c:pt>
                <c:pt idx="14618">
                  <c:v>5.0293694012709595</c:v>
                </c:pt>
                <c:pt idx="14619">
                  <c:v>5.0278404218666255</c:v>
                </c:pt>
                <c:pt idx="14620">
                  <c:v>5.0313950884312071</c:v>
                </c:pt>
                <c:pt idx="14621">
                  <c:v>5.0344489319347678</c:v>
                </c:pt>
                <c:pt idx="14622">
                  <c:v>5.0366293737079859</c:v>
                </c:pt>
                <c:pt idx="14623">
                  <c:v>5.0381914669627132</c:v>
                </c:pt>
                <c:pt idx="14624">
                  <c:v>5.034236993721767</c:v>
                </c:pt>
                <c:pt idx="14625">
                  <c:v>5.0314006871602484</c:v>
                </c:pt>
                <c:pt idx="14626">
                  <c:v>5.0327930480055123</c:v>
                </c:pt>
                <c:pt idx="14627">
                  <c:v>5.0365089771074194</c:v>
                </c:pt>
                <c:pt idx="14628">
                  <c:v>5.0401131708904368</c:v>
                </c:pt>
                <c:pt idx="14629">
                  <c:v>5.0424215220886612</c:v>
                </c:pt>
                <c:pt idx="14630">
                  <c:v>5.0372156611285508</c:v>
                </c:pt>
                <c:pt idx="14631">
                  <c:v>5.0337266001837531</c:v>
                </c:pt>
                <c:pt idx="14632">
                  <c:v>5.0390168248985532</c:v>
                </c:pt>
                <c:pt idx="14633">
                  <c:v>5.0417035449046779</c:v>
                </c:pt>
                <c:pt idx="14634">
                  <c:v>5.043095475078478</c:v>
                </c:pt>
                <c:pt idx="14635">
                  <c:v>5.0404991482275481</c:v>
                </c:pt>
                <c:pt idx="14636">
                  <c:v>5.0374693266212391</c:v>
                </c:pt>
                <c:pt idx="14637">
                  <c:v>5.0340074458310999</c:v>
                </c:pt>
                <c:pt idx="14638">
                  <c:v>5.031354988132609</c:v>
                </c:pt>
                <c:pt idx="14639">
                  <c:v>5.0327820419569713</c:v>
                </c:pt>
                <c:pt idx="14640">
                  <c:v>5.0373098824745428</c:v>
                </c:pt>
                <c:pt idx="14641">
                  <c:v>5.0375222992113926</c:v>
                </c:pt>
                <c:pt idx="14642">
                  <c:v>5.0340406553862644</c:v>
                </c:pt>
                <c:pt idx="14643">
                  <c:v>5.0274029075109103</c:v>
                </c:pt>
                <c:pt idx="14644">
                  <c:v>5.0265902783094711</c:v>
                </c:pt>
                <c:pt idx="14645">
                  <c:v>5.0285143748564431</c:v>
                </c:pt>
                <c:pt idx="14646">
                  <c:v>5.0347007311844418</c:v>
                </c:pt>
                <c:pt idx="14647">
                  <c:v>5.038912028175484</c:v>
                </c:pt>
                <c:pt idx="14648">
                  <c:v>5.0376181475384731</c:v>
                </c:pt>
                <c:pt idx="14649">
                  <c:v>5.0348184959038358</c:v>
                </c:pt>
                <c:pt idx="14650">
                  <c:v>5.0326724121430209</c:v>
                </c:pt>
                <c:pt idx="14651">
                  <c:v>5.0318148016997171</c:v>
                </c:pt>
                <c:pt idx="14652">
                  <c:v>5.0350454119133294</c:v>
                </c:pt>
                <c:pt idx="14653">
                  <c:v>5.0373009819309393</c:v>
                </c:pt>
                <c:pt idx="14654">
                  <c:v>5.0367397213077103</c:v>
                </c:pt>
                <c:pt idx="14655">
                  <c:v>5.0342289066687087</c:v>
                </c:pt>
                <c:pt idx="14656">
                  <c:v>5.0326974867927419</c:v>
                </c:pt>
                <c:pt idx="14657">
                  <c:v>5.0326900218206871</c:v>
                </c:pt>
                <c:pt idx="14658">
                  <c:v>5.0348235204042568</c:v>
                </c:pt>
                <c:pt idx="14659">
                  <c:v>5.0360188251282443</c:v>
                </c:pt>
                <c:pt idx="14660">
                  <c:v>5.0368604528749712</c:v>
                </c:pt>
                <c:pt idx="14661">
                  <c:v>5.040516901462369</c:v>
                </c:pt>
                <c:pt idx="14662">
                  <c:v>5.0400942213459921</c:v>
                </c:pt>
                <c:pt idx="14663">
                  <c:v>5.0368285353342008</c:v>
                </c:pt>
                <c:pt idx="14664">
                  <c:v>5.0367303900926421</c:v>
                </c:pt>
                <c:pt idx="14665">
                  <c:v>5.039634168516959</c:v>
                </c:pt>
                <c:pt idx="14666">
                  <c:v>5.040962933542608</c:v>
                </c:pt>
                <c:pt idx="14667">
                  <c:v>5.042091962713422</c:v>
                </c:pt>
                <c:pt idx="14668">
                  <c:v>5.0437283707219969</c:v>
                </c:pt>
                <c:pt idx="14669">
                  <c:v>5.041186404180384</c:v>
                </c:pt>
                <c:pt idx="14670">
                  <c:v>5.040895509532195</c:v>
                </c:pt>
                <c:pt idx="14671">
                  <c:v>5.0434176651864329</c:v>
                </c:pt>
                <c:pt idx="14672">
                  <c:v>5.0442355581502181</c:v>
                </c:pt>
                <c:pt idx="14673">
                  <c:v>5.0428029055968153</c:v>
                </c:pt>
                <c:pt idx="14674">
                  <c:v>5.0410004019600336</c:v>
                </c:pt>
                <c:pt idx="14675">
                  <c:v>5.0387416258326319</c:v>
                </c:pt>
                <c:pt idx="14676">
                  <c:v>5.0352419416583727</c:v>
                </c:pt>
                <c:pt idx="14677">
                  <c:v>5.0370442060332286</c:v>
                </c:pt>
                <c:pt idx="14678">
                  <c:v>5.0388876234591535</c:v>
                </c:pt>
                <c:pt idx="14679">
                  <c:v>5.0363734591532046</c:v>
                </c:pt>
                <c:pt idx="14680">
                  <c:v>5.0349588469489319</c:v>
                </c:pt>
                <c:pt idx="14681">
                  <c:v>5.0382068754306717</c:v>
                </c:pt>
                <c:pt idx="14682">
                  <c:v>5.040801814562438</c:v>
                </c:pt>
                <c:pt idx="14683">
                  <c:v>5.0443485376311159</c:v>
                </c:pt>
                <c:pt idx="14684">
                  <c:v>5.0427485931398817</c:v>
                </c:pt>
                <c:pt idx="14685">
                  <c:v>5.0378060638542221</c:v>
                </c:pt>
                <c:pt idx="14686">
                  <c:v>5.0345284625985762</c:v>
                </c:pt>
                <c:pt idx="14687">
                  <c:v>5.0326013034989661</c:v>
                </c:pt>
                <c:pt idx="14688">
                  <c:v>5.0342908276548499</c:v>
                </c:pt>
                <c:pt idx="14689">
                  <c:v>5.0344418976341778</c:v>
                </c:pt>
                <c:pt idx="14690">
                  <c:v>5.0323527103590839</c:v>
                </c:pt>
                <c:pt idx="14691">
                  <c:v>5.033308418191563</c:v>
                </c:pt>
                <c:pt idx="14692">
                  <c:v>5.0371607265906135</c:v>
                </c:pt>
                <c:pt idx="14693">
                  <c:v>5.0391379871372788</c:v>
                </c:pt>
                <c:pt idx="14694">
                  <c:v>5.0393538970982314</c:v>
                </c:pt>
                <c:pt idx="14695">
                  <c:v>5.03777046167981</c:v>
                </c:pt>
                <c:pt idx="14696">
                  <c:v>5.0376761446290486</c:v>
                </c:pt>
                <c:pt idx="14697">
                  <c:v>5.0364776337952684</c:v>
                </c:pt>
                <c:pt idx="14698">
                  <c:v>5.0360070534415433</c:v>
                </c:pt>
                <c:pt idx="14699">
                  <c:v>5.0381575396217748</c:v>
                </c:pt>
                <c:pt idx="14700">
                  <c:v>5.0362140150065082</c:v>
                </c:pt>
                <c:pt idx="14701">
                  <c:v>5.033218934231682</c:v>
                </c:pt>
                <c:pt idx="14702">
                  <c:v>5.0349176938978637</c:v>
                </c:pt>
                <c:pt idx="14703">
                  <c:v>5.0362155462828264</c:v>
                </c:pt>
                <c:pt idx="14704">
                  <c:v>5.0358856997932779</c:v>
                </c:pt>
                <c:pt idx="14705">
                  <c:v>5.0399340115611366</c:v>
                </c:pt>
                <c:pt idx="14706">
                  <c:v>5.0457063012020518</c:v>
                </c:pt>
                <c:pt idx="14707">
                  <c:v>5.0470727739070513</c:v>
                </c:pt>
                <c:pt idx="14708">
                  <c:v>5.0440306063854221</c:v>
                </c:pt>
                <c:pt idx="14709">
                  <c:v>5.0434750401960038</c:v>
                </c:pt>
                <c:pt idx="14710">
                  <c:v>5.0415623803690375</c:v>
                </c:pt>
                <c:pt idx="14711">
                  <c:v>5.0394535736161092</c:v>
                </c:pt>
                <c:pt idx="14712">
                  <c:v>5.0423995099915784</c:v>
                </c:pt>
                <c:pt idx="14713">
                  <c:v>5.0446037822525076</c:v>
                </c:pt>
                <c:pt idx="14714">
                  <c:v>5.0449402802235666</c:v>
                </c:pt>
                <c:pt idx="14715">
                  <c:v>5.0468756699333897</c:v>
                </c:pt>
                <c:pt idx="14716">
                  <c:v>5.0455632704233979</c:v>
                </c:pt>
                <c:pt idx="14717">
                  <c:v>5.0449747817931243</c:v>
                </c:pt>
                <c:pt idx="14718">
                  <c:v>5.0476362835923743</c:v>
                </c:pt>
                <c:pt idx="14719">
                  <c:v>5.0457442481433272</c:v>
                </c:pt>
                <c:pt idx="14720">
                  <c:v>5.0413813069443378</c:v>
                </c:pt>
                <c:pt idx="14721">
                  <c:v>5.0394440509915013</c:v>
                </c:pt>
                <c:pt idx="14722">
                  <c:v>5.0394842948472549</c:v>
                </c:pt>
                <c:pt idx="14723">
                  <c:v>5.0401594919990815</c:v>
                </c:pt>
                <c:pt idx="14724">
                  <c:v>5.0387757445831101</c:v>
                </c:pt>
                <c:pt idx="14725">
                  <c:v>5.0392380943266213</c:v>
                </c:pt>
                <c:pt idx="14726">
                  <c:v>5.0396316323405559</c:v>
                </c:pt>
                <c:pt idx="14727">
                  <c:v>5.0383565576908351</c:v>
                </c:pt>
                <c:pt idx="14728">
                  <c:v>5.0398024653548736</c:v>
                </c:pt>
                <c:pt idx="14729">
                  <c:v>5.0425342623076332</c:v>
                </c:pt>
                <c:pt idx="14730">
                  <c:v>5.0438231662966082</c:v>
                </c:pt>
                <c:pt idx="14731">
                  <c:v>5.0452169148610366</c:v>
                </c:pt>
                <c:pt idx="14732">
                  <c:v>5.0443424125258405</c:v>
                </c:pt>
                <c:pt idx="14733">
                  <c:v>5.0424614309777196</c:v>
                </c:pt>
                <c:pt idx="14734">
                  <c:v>5.0371029209095779</c:v>
                </c:pt>
                <c:pt idx="14735">
                  <c:v>5.0319056733787608</c:v>
                </c:pt>
                <c:pt idx="14736">
                  <c:v>5.0362099954061712</c:v>
                </c:pt>
                <c:pt idx="14737">
                  <c:v>5.039185408850777</c:v>
                </c:pt>
                <c:pt idx="14738">
                  <c:v>5.0385370568869154</c:v>
                </c:pt>
                <c:pt idx="14739">
                  <c:v>5.0387334909271875</c:v>
                </c:pt>
                <c:pt idx="14740">
                  <c:v>5.0431586880790142</c:v>
                </c:pt>
                <c:pt idx="14741">
                  <c:v>5.0487654084679576</c:v>
                </c:pt>
                <c:pt idx="14742">
                  <c:v>5.0521256029400501</c:v>
                </c:pt>
                <c:pt idx="14743">
                  <c:v>5.0512834009647039</c:v>
                </c:pt>
                <c:pt idx="14744">
                  <c:v>5.0461857342469951</c:v>
                </c:pt>
                <c:pt idx="14745">
                  <c:v>5.0401030261848252</c:v>
                </c:pt>
                <c:pt idx="14746">
                  <c:v>5.0393268126483424</c:v>
                </c:pt>
                <c:pt idx="14747">
                  <c:v>5.0460757694663503</c:v>
                </c:pt>
                <c:pt idx="14748">
                  <c:v>5.0510589732792281</c:v>
                </c:pt>
                <c:pt idx="14749">
                  <c:v>5.054448836229998</c:v>
                </c:pt>
                <c:pt idx="14750">
                  <c:v>5.0538521169895105</c:v>
                </c:pt>
                <c:pt idx="14751">
                  <c:v>5.0489668670086516</c:v>
                </c:pt>
                <c:pt idx="14752">
                  <c:v>5.0458544043335118</c:v>
                </c:pt>
                <c:pt idx="14753">
                  <c:v>5.0422732754000457</c:v>
                </c:pt>
                <c:pt idx="14754">
                  <c:v>5.0415550589541382</c:v>
                </c:pt>
                <c:pt idx="14755">
                  <c:v>5.0457089809356095</c:v>
                </c:pt>
                <c:pt idx="14756">
                  <c:v>5.0483892887221495</c:v>
                </c:pt>
                <c:pt idx="14757">
                  <c:v>5.0471359869075876</c:v>
                </c:pt>
                <c:pt idx="14758">
                  <c:v>5.0481686892274711</c:v>
                </c:pt>
                <c:pt idx="14759">
                  <c:v>5.0512269351504475</c:v>
                </c:pt>
                <c:pt idx="14760">
                  <c:v>5.0505646581425614</c:v>
                </c:pt>
                <c:pt idx="14761">
                  <c:v>5.051420258785698</c:v>
                </c:pt>
                <c:pt idx="14762">
                  <c:v>5.0520820572697342</c:v>
                </c:pt>
                <c:pt idx="14763">
                  <c:v>5.0510082497511677</c:v>
                </c:pt>
                <c:pt idx="14764">
                  <c:v>5.0495138197687774</c:v>
                </c:pt>
                <c:pt idx="14765">
                  <c:v>5.0487505742286194</c:v>
                </c:pt>
                <c:pt idx="14766">
                  <c:v>5.0464409788683868</c:v>
                </c:pt>
                <c:pt idx="14767">
                  <c:v>5.0422147519332361</c:v>
                </c:pt>
                <c:pt idx="14768">
                  <c:v>5.0379378971747952</c:v>
                </c:pt>
                <c:pt idx="14769">
                  <c:v>5.0380778654008118</c:v>
                </c:pt>
                <c:pt idx="14770">
                  <c:v>5.0368885422249443</c:v>
                </c:pt>
                <c:pt idx="14771">
                  <c:v>5.0348442404869456</c:v>
                </c:pt>
                <c:pt idx="14772">
                  <c:v>5.0357392236429064</c:v>
                </c:pt>
                <c:pt idx="14773">
                  <c:v>5.0399549709057503</c:v>
                </c:pt>
                <c:pt idx="14774">
                  <c:v>5.0456477777352422</c:v>
                </c:pt>
                <c:pt idx="14775">
                  <c:v>5.0525452683561749</c:v>
                </c:pt>
                <c:pt idx="14776">
                  <c:v>5.0560605045555471</c:v>
                </c:pt>
                <c:pt idx="14777">
                  <c:v>5.05445936375469</c:v>
                </c:pt>
                <c:pt idx="14778">
                  <c:v>5.0487993836612812</c:v>
                </c:pt>
                <c:pt idx="14779">
                  <c:v>5.0408916334890135</c:v>
                </c:pt>
                <c:pt idx="14780">
                  <c:v>5.0356666794273028</c:v>
                </c:pt>
                <c:pt idx="14781">
                  <c:v>5.0326908353112323</c:v>
                </c:pt>
                <c:pt idx="14782">
                  <c:v>5.0344555355638922</c:v>
                </c:pt>
                <c:pt idx="14783">
                  <c:v>5.0389654314371031</c:v>
                </c:pt>
                <c:pt idx="14784">
                  <c:v>5.040362051144629</c:v>
                </c:pt>
                <c:pt idx="14785">
                  <c:v>5.0443640418038438</c:v>
                </c:pt>
                <c:pt idx="14786">
                  <c:v>5.0440558724446829</c:v>
                </c:pt>
                <c:pt idx="14787">
                  <c:v>5.0388858050685243</c:v>
                </c:pt>
                <c:pt idx="14788">
                  <c:v>5.0378995674144402</c:v>
                </c:pt>
                <c:pt idx="14789">
                  <c:v>5.0397991156879263</c:v>
                </c:pt>
                <c:pt idx="14790">
                  <c:v>5.0406893136053901</c:v>
                </c:pt>
                <c:pt idx="14791">
                  <c:v>5.0435338507771226</c:v>
                </c:pt>
                <c:pt idx="14792">
                  <c:v>5.043488103897098</c:v>
                </c:pt>
                <c:pt idx="14793">
                  <c:v>5.0405630311614731</c:v>
                </c:pt>
                <c:pt idx="14794">
                  <c:v>5.0420764585406941</c:v>
                </c:pt>
                <c:pt idx="14795">
                  <c:v>5.0417990104126789</c:v>
                </c:pt>
                <c:pt idx="14796">
                  <c:v>5.0414546646504865</c:v>
                </c:pt>
                <c:pt idx="14797">
                  <c:v>5.0399461660669171</c:v>
                </c:pt>
                <c:pt idx="14798">
                  <c:v>5.0435168631804608</c:v>
                </c:pt>
                <c:pt idx="14799">
                  <c:v>5.0470470771763267</c:v>
                </c:pt>
                <c:pt idx="14800">
                  <c:v>5.0529869458693817</c:v>
                </c:pt>
                <c:pt idx="14801">
                  <c:v>5.0532960722762423</c:v>
                </c:pt>
                <c:pt idx="14802">
                  <c:v>5.047145605236965</c:v>
                </c:pt>
                <c:pt idx="14803">
                  <c:v>5.0434581483041114</c:v>
                </c:pt>
                <c:pt idx="14804">
                  <c:v>5.0444180192940813</c:v>
                </c:pt>
                <c:pt idx="14805">
                  <c:v>5.0456580659980093</c:v>
                </c:pt>
                <c:pt idx="14806">
                  <c:v>5.0438267073730954</c:v>
                </c:pt>
                <c:pt idx="14807">
                  <c:v>5.0443358567491003</c:v>
                </c:pt>
                <c:pt idx="14808">
                  <c:v>5.0455012058801012</c:v>
                </c:pt>
                <c:pt idx="14809">
                  <c:v>5.0484318773447665</c:v>
                </c:pt>
                <c:pt idx="14810">
                  <c:v>5.0529280874358777</c:v>
                </c:pt>
                <c:pt idx="14811">
                  <c:v>5.0525950348365365</c:v>
                </c:pt>
                <c:pt idx="14812">
                  <c:v>5.0542210588775749</c:v>
                </c:pt>
                <c:pt idx="14813">
                  <c:v>5.0573395988056049</c:v>
                </c:pt>
                <c:pt idx="14814">
                  <c:v>5.0567572352806067</c:v>
                </c:pt>
                <c:pt idx="14815">
                  <c:v>5.0583124377918995</c:v>
                </c:pt>
                <c:pt idx="14816">
                  <c:v>5.0583622042722611</c:v>
                </c:pt>
                <c:pt idx="14817">
                  <c:v>5.05362146849399</c:v>
                </c:pt>
                <c:pt idx="14818">
                  <c:v>5.0525280414975882</c:v>
                </c:pt>
                <c:pt idx="14819">
                  <c:v>5.0545426269045253</c:v>
                </c:pt>
                <c:pt idx="14820">
                  <c:v>5.0546407242936988</c:v>
                </c:pt>
                <c:pt idx="14821">
                  <c:v>5.0544249100375165</c:v>
                </c:pt>
                <c:pt idx="14822">
                  <c:v>5.0548957775055507</c:v>
                </c:pt>
                <c:pt idx="14823">
                  <c:v>5.0567285238496282</c:v>
                </c:pt>
                <c:pt idx="14824">
                  <c:v>5.057716197075262</c:v>
                </c:pt>
                <c:pt idx="14825">
                  <c:v>5.0580626483423936</c:v>
                </c:pt>
                <c:pt idx="14826">
                  <c:v>5.0574161626215455</c:v>
                </c:pt>
                <c:pt idx="14827">
                  <c:v>5.0559662353571699</c:v>
                </c:pt>
                <c:pt idx="14828">
                  <c:v>5.0560997435112167</c:v>
                </c:pt>
                <c:pt idx="14829">
                  <c:v>5.0557810466273638</c:v>
                </c:pt>
                <c:pt idx="14830">
                  <c:v>5.0529577559145551</c:v>
                </c:pt>
                <c:pt idx="14831">
                  <c:v>5.053048675445984</c:v>
                </c:pt>
                <c:pt idx="14832">
                  <c:v>5.0505211124722456</c:v>
                </c:pt>
                <c:pt idx="14833">
                  <c:v>5.0476797814103058</c:v>
                </c:pt>
                <c:pt idx="14834">
                  <c:v>5.0497779649337726</c:v>
                </c:pt>
                <c:pt idx="14835">
                  <c:v>5.0529118176249908</c:v>
                </c:pt>
                <c:pt idx="14836">
                  <c:v>5.0519380215909964</c:v>
                </c:pt>
                <c:pt idx="14837">
                  <c:v>5.0522179580430286</c:v>
                </c:pt>
                <c:pt idx="14838">
                  <c:v>5.0528668363831253</c:v>
                </c:pt>
                <c:pt idx="14839">
                  <c:v>5.0506110749559756</c:v>
                </c:pt>
                <c:pt idx="14840">
                  <c:v>5.0483940739606465</c:v>
                </c:pt>
                <c:pt idx="14841">
                  <c:v>5.0471697706913714</c:v>
                </c:pt>
                <c:pt idx="14842">
                  <c:v>5.0498602710359082</c:v>
                </c:pt>
                <c:pt idx="14843">
                  <c:v>5.0520265485031777</c:v>
                </c:pt>
                <c:pt idx="14844">
                  <c:v>5.0503210895031012</c:v>
                </c:pt>
                <c:pt idx="14845">
                  <c:v>5.0499320496133526</c:v>
                </c:pt>
                <c:pt idx="14846">
                  <c:v>5.0513542224944494</c:v>
                </c:pt>
                <c:pt idx="14847">
                  <c:v>5.051802120817702</c:v>
                </c:pt>
                <c:pt idx="14848">
                  <c:v>5.0517241214302118</c:v>
                </c:pt>
                <c:pt idx="14849">
                  <c:v>5.0517413482887985</c:v>
                </c:pt>
                <c:pt idx="14850">
                  <c:v>5.0519897021667557</c:v>
                </c:pt>
                <c:pt idx="14851">
                  <c:v>5.050778558303346</c:v>
                </c:pt>
                <c:pt idx="14852">
                  <c:v>5.0500224906209326</c:v>
                </c:pt>
                <c:pt idx="14853">
                  <c:v>5.0513235969680732</c:v>
                </c:pt>
                <c:pt idx="14854">
                  <c:v>5.0517485261465431</c:v>
                </c:pt>
                <c:pt idx="14855">
                  <c:v>5.0519236658755071</c:v>
                </c:pt>
                <c:pt idx="14856">
                  <c:v>5.0504220580353723</c:v>
                </c:pt>
                <c:pt idx="14857">
                  <c:v>5.0488405367123494</c:v>
                </c:pt>
                <c:pt idx="14858">
                  <c:v>5.0492429752698875</c:v>
                </c:pt>
                <c:pt idx="14859">
                  <c:v>5.048572084832708</c:v>
                </c:pt>
                <c:pt idx="14860">
                  <c:v>5.0461546780491542</c:v>
                </c:pt>
                <c:pt idx="14861">
                  <c:v>5.0473881211239569</c:v>
                </c:pt>
                <c:pt idx="14862">
                  <c:v>5.0505134560906519</c:v>
                </c:pt>
                <c:pt idx="14863">
                  <c:v>5.0540655386264453</c:v>
                </c:pt>
                <c:pt idx="14864">
                  <c:v>5.0568337990965473</c:v>
                </c:pt>
                <c:pt idx="14865">
                  <c:v>5.0591895720082691</c:v>
                </c:pt>
                <c:pt idx="14866">
                  <c:v>5.0610859620243476</c:v>
                </c:pt>
                <c:pt idx="14867">
                  <c:v>5.0590948242860421</c:v>
                </c:pt>
                <c:pt idx="14868">
                  <c:v>5.0579205267590535</c:v>
                </c:pt>
                <c:pt idx="14869">
                  <c:v>5.0571367046933622</c:v>
                </c:pt>
                <c:pt idx="14870">
                  <c:v>5.0561380254191866</c:v>
                </c:pt>
                <c:pt idx="14871">
                  <c:v>5.057031907970293</c:v>
                </c:pt>
                <c:pt idx="14872">
                  <c:v>5.0573673531888828</c:v>
                </c:pt>
                <c:pt idx="14873">
                  <c:v>5.0566835426077636</c:v>
                </c:pt>
                <c:pt idx="14874">
                  <c:v>5.0556408391394223</c:v>
                </c:pt>
                <c:pt idx="14875">
                  <c:v>5.0545507618099688</c:v>
                </c:pt>
                <c:pt idx="14876">
                  <c:v>5.0559380024500422</c:v>
                </c:pt>
                <c:pt idx="14877">
                  <c:v>5.0563509685322714</c:v>
                </c:pt>
                <c:pt idx="14878">
                  <c:v>5.0544531429446442</c:v>
                </c:pt>
                <c:pt idx="14879">
                  <c:v>5.0504938366128167</c:v>
                </c:pt>
                <c:pt idx="14880">
                  <c:v>5.0500186624301353</c:v>
                </c:pt>
                <c:pt idx="14881">
                  <c:v>5.0538779572773906</c:v>
                </c:pt>
                <c:pt idx="14882">
                  <c:v>5.0562246382359692</c:v>
                </c:pt>
                <c:pt idx="14883">
                  <c:v>5.0548689801699718</c:v>
                </c:pt>
                <c:pt idx="14884">
                  <c:v>5.0506177742898704</c:v>
                </c:pt>
                <c:pt idx="14885">
                  <c:v>5.0475016269810888</c:v>
                </c:pt>
                <c:pt idx="14886">
                  <c:v>5.0456234687236812</c:v>
                </c:pt>
                <c:pt idx="14887">
                  <c:v>5.0472067127325628</c:v>
                </c:pt>
                <c:pt idx="14888">
                  <c:v>5.0527390705152744</c:v>
                </c:pt>
                <c:pt idx="14889">
                  <c:v>5.0524237232983689</c:v>
                </c:pt>
                <c:pt idx="14890">
                  <c:v>5.0463318754306714</c:v>
                </c:pt>
                <c:pt idx="14891">
                  <c:v>5.043206492611592</c:v>
                </c:pt>
                <c:pt idx="14892">
                  <c:v>5.0432941103284588</c:v>
                </c:pt>
                <c:pt idx="14893">
                  <c:v>5.0446346470408088</c:v>
                </c:pt>
                <c:pt idx="14894">
                  <c:v>5.0446457487941201</c:v>
                </c:pt>
                <c:pt idx="14895">
                  <c:v>5.0427309834622154</c:v>
                </c:pt>
                <c:pt idx="14896">
                  <c:v>5.0374833952224183</c:v>
                </c:pt>
                <c:pt idx="14897">
                  <c:v>5.0366618176249904</c:v>
                </c:pt>
                <c:pt idx="14898">
                  <c:v>5.0417749885154279</c:v>
                </c:pt>
                <c:pt idx="14899">
                  <c:v>5.0454846968072893</c:v>
                </c:pt>
                <c:pt idx="14900">
                  <c:v>5.0478523849628667</c:v>
                </c:pt>
                <c:pt idx="14901">
                  <c:v>5.0468420775591456</c:v>
                </c:pt>
                <c:pt idx="14902">
                  <c:v>5.0457171636934381</c:v>
                </c:pt>
                <c:pt idx="14903">
                  <c:v>5.0478533420105656</c:v>
                </c:pt>
                <c:pt idx="14904">
                  <c:v>5.0501780108720622</c:v>
                </c:pt>
                <c:pt idx="14905">
                  <c:v>5.0472687772758595</c:v>
                </c:pt>
                <c:pt idx="14906">
                  <c:v>5.0429954635939058</c:v>
                </c:pt>
                <c:pt idx="14907">
                  <c:v>5.0401127880713572</c:v>
                </c:pt>
                <c:pt idx="14908">
                  <c:v>5.0395296589081999</c:v>
                </c:pt>
                <c:pt idx="14909">
                  <c:v>5.040464790215144</c:v>
                </c:pt>
                <c:pt idx="14910">
                  <c:v>5.0419422326008725</c:v>
                </c:pt>
                <c:pt idx="14911">
                  <c:v>5.0475735491156879</c:v>
                </c:pt>
                <c:pt idx="14912">
                  <c:v>5.0514910803154427</c:v>
                </c:pt>
                <c:pt idx="14913">
                  <c:v>5.0474442519715179</c:v>
                </c:pt>
                <c:pt idx="14914">
                  <c:v>5.0468449965546283</c:v>
                </c:pt>
                <c:pt idx="14915">
                  <c:v>5.0508082267820225</c:v>
                </c:pt>
                <c:pt idx="14916">
                  <c:v>5.0545215718551413</c:v>
                </c:pt>
                <c:pt idx="14917">
                  <c:v>5.0533530166143477</c:v>
                </c:pt>
                <c:pt idx="14918">
                  <c:v>5.0525912066457392</c:v>
                </c:pt>
                <c:pt idx="14919">
                  <c:v>5.0523729997703084</c:v>
                </c:pt>
                <c:pt idx="14920">
                  <c:v>5.0558949353035754</c:v>
                </c:pt>
                <c:pt idx="14921">
                  <c:v>5.058797660975423</c:v>
                </c:pt>
                <c:pt idx="14922">
                  <c:v>5.0552187811040499</c:v>
                </c:pt>
                <c:pt idx="14923">
                  <c:v>5.0526218321721155</c:v>
                </c:pt>
                <c:pt idx="14924">
                  <c:v>5.0563232141489936</c:v>
                </c:pt>
                <c:pt idx="14925">
                  <c:v>5.0559212541153054</c:v>
                </c:pt>
                <c:pt idx="14926">
                  <c:v>5.0539870607151061</c:v>
                </c:pt>
                <c:pt idx="14927">
                  <c:v>5.0578985146619706</c:v>
                </c:pt>
                <c:pt idx="14928">
                  <c:v>5.0579162200444072</c:v>
                </c:pt>
                <c:pt idx="14929">
                  <c:v>5.0578401347523156</c:v>
                </c:pt>
                <c:pt idx="14930">
                  <c:v>5.060680652323712</c:v>
                </c:pt>
                <c:pt idx="14931">
                  <c:v>5.0590158678508539</c:v>
                </c:pt>
                <c:pt idx="14932">
                  <c:v>5.0586981280146999</c:v>
                </c:pt>
                <c:pt idx="14933">
                  <c:v>5.0575956090651557</c:v>
                </c:pt>
                <c:pt idx="14934">
                  <c:v>5.0544919033764639</c:v>
                </c:pt>
                <c:pt idx="14935">
                  <c:v>5.0548704157415205</c:v>
                </c:pt>
                <c:pt idx="14936">
                  <c:v>5.0599576027869233</c:v>
                </c:pt>
                <c:pt idx="14937">
                  <c:v>5.0614740448663964</c:v>
                </c:pt>
                <c:pt idx="14938">
                  <c:v>5.0572300168440396</c:v>
                </c:pt>
                <c:pt idx="14939">
                  <c:v>5.0555475269887449</c:v>
                </c:pt>
                <c:pt idx="14940">
                  <c:v>5.0555001531276318</c:v>
                </c:pt>
                <c:pt idx="14941">
                  <c:v>5.0573687887604315</c:v>
                </c:pt>
                <c:pt idx="14942">
                  <c:v>5.0572300168440396</c:v>
                </c:pt>
                <c:pt idx="14943">
                  <c:v>5.056888829339254</c:v>
                </c:pt>
                <c:pt idx="14944">
                  <c:v>5.0595695199448745</c:v>
                </c:pt>
                <c:pt idx="14945">
                  <c:v>5.0559107265906134</c:v>
                </c:pt>
                <c:pt idx="14946">
                  <c:v>5.0504756527065311</c:v>
                </c:pt>
                <c:pt idx="14947">
                  <c:v>5.0469935782099382</c:v>
                </c:pt>
                <c:pt idx="14948">
                  <c:v>5.0458820630120202</c:v>
                </c:pt>
                <c:pt idx="14949">
                  <c:v>5.0480107763570938</c:v>
                </c:pt>
                <c:pt idx="14950">
                  <c:v>5.0512618673914709</c:v>
                </c:pt>
                <c:pt idx="14951">
                  <c:v>5.052030376693974</c:v>
                </c:pt>
                <c:pt idx="14952">
                  <c:v>5.0508283247837076</c:v>
                </c:pt>
                <c:pt idx="14953">
                  <c:v>5.0538463747033155</c:v>
                </c:pt>
                <c:pt idx="14954">
                  <c:v>5.0571615879335425</c:v>
                </c:pt>
                <c:pt idx="14955">
                  <c:v>5.0567806829492383</c:v>
                </c:pt>
                <c:pt idx="14956">
                  <c:v>5.0556877344766864</c:v>
                </c:pt>
                <c:pt idx="14957">
                  <c:v>5.0524500421100988</c:v>
                </c:pt>
                <c:pt idx="14958">
                  <c:v>5.0472214991195159</c:v>
                </c:pt>
                <c:pt idx="14959">
                  <c:v>5.047145605236965</c:v>
                </c:pt>
                <c:pt idx="14960">
                  <c:v>5.0478595628206113</c:v>
                </c:pt>
                <c:pt idx="14961">
                  <c:v>5.048126579128704</c:v>
                </c:pt>
                <c:pt idx="14962">
                  <c:v>5.0475506756756756</c:v>
                </c:pt>
                <c:pt idx="14963">
                  <c:v>5.0494138082842053</c:v>
                </c:pt>
                <c:pt idx="14964">
                  <c:v>5.0528969833856516</c:v>
                </c:pt>
                <c:pt idx="14965">
                  <c:v>5.048784549421943</c:v>
                </c:pt>
                <c:pt idx="14966">
                  <c:v>5.0485534224025725</c:v>
                </c:pt>
                <c:pt idx="14967">
                  <c:v>5.0532884158946478</c:v>
                </c:pt>
                <c:pt idx="14968">
                  <c:v>5.0562763188117295</c:v>
                </c:pt>
                <c:pt idx="14969">
                  <c:v>5.0599719585024117</c:v>
                </c:pt>
                <c:pt idx="14970">
                  <c:v>5.0580152744812805</c:v>
                </c:pt>
                <c:pt idx="14971">
                  <c:v>5.0525639307863104</c:v>
                </c:pt>
                <c:pt idx="14972">
                  <c:v>5.0498803690375924</c:v>
                </c:pt>
                <c:pt idx="14973">
                  <c:v>5.0459912143021208</c:v>
                </c:pt>
                <c:pt idx="14974">
                  <c:v>5.0457163023505087</c:v>
                </c:pt>
                <c:pt idx="14975">
                  <c:v>5.0460998392159864</c:v>
                </c:pt>
                <c:pt idx="14976">
                  <c:v>5.0485079626368581</c:v>
                </c:pt>
                <c:pt idx="14977">
                  <c:v>5.0501114960569637</c:v>
                </c:pt>
                <c:pt idx="14978">
                  <c:v>5.0518887336344847</c:v>
                </c:pt>
                <c:pt idx="14979">
                  <c:v>5.051303977490238</c:v>
                </c:pt>
                <c:pt idx="14980">
                  <c:v>5.0527821376617412</c:v>
                </c:pt>
                <c:pt idx="14981">
                  <c:v>5.056581138503943</c:v>
                </c:pt>
                <c:pt idx="14982">
                  <c:v>5.0588852308399055</c:v>
                </c:pt>
                <c:pt idx="14983">
                  <c:v>5.0580913597733712</c:v>
                </c:pt>
                <c:pt idx="14984">
                  <c:v>5.0573061021361303</c:v>
                </c:pt>
                <c:pt idx="14985">
                  <c:v>5.0575884312074111</c:v>
                </c:pt>
                <c:pt idx="14986">
                  <c:v>5.0584344613735546</c:v>
                </c:pt>
                <c:pt idx="14987">
                  <c:v>5.0581688806370106</c:v>
                </c:pt>
                <c:pt idx="14988">
                  <c:v>5.0553106576831786</c:v>
                </c:pt>
                <c:pt idx="14989">
                  <c:v>5.0520117142638385</c:v>
                </c:pt>
                <c:pt idx="14990">
                  <c:v>5.0490084985835697</c:v>
                </c:pt>
                <c:pt idx="14991">
                  <c:v>5.0471115821912562</c:v>
                </c:pt>
                <c:pt idx="14992">
                  <c:v>5.0482524309011563</c:v>
                </c:pt>
                <c:pt idx="14993">
                  <c:v>5.0513695352576375</c:v>
                </c:pt>
                <c:pt idx="14994">
                  <c:v>5.0529601485338027</c:v>
                </c:pt>
                <c:pt idx="14995">
                  <c:v>5.0560313146007196</c:v>
                </c:pt>
                <c:pt idx="14996">
                  <c:v>5.0552695046321112</c:v>
                </c:pt>
                <c:pt idx="14997">
                  <c:v>5.0515647729882858</c:v>
                </c:pt>
                <c:pt idx="14998">
                  <c:v>5.0490568294923817</c:v>
                </c:pt>
                <c:pt idx="14999">
                  <c:v>5.0491731107878417</c:v>
                </c:pt>
                <c:pt idx="15000">
                  <c:v>5.0530759513054129</c:v>
                </c:pt>
                <c:pt idx="15001">
                  <c:v>5.0547704042569483</c:v>
                </c:pt>
                <c:pt idx="15002">
                  <c:v>5.051849973202664</c:v>
                </c:pt>
                <c:pt idx="15003">
                  <c:v>5.0497750937906742</c:v>
                </c:pt>
                <c:pt idx="15004">
                  <c:v>5.0485266250669936</c:v>
                </c:pt>
                <c:pt idx="15005">
                  <c:v>5.0469795574611442</c:v>
                </c:pt>
                <c:pt idx="15006">
                  <c:v>5.0469462043488251</c:v>
                </c:pt>
                <c:pt idx="15007">
                  <c:v>5.0457512824439172</c:v>
                </c:pt>
                <c:pt idx="15008">
                  <c:v>5.0416060695965088</c:v>
                </c:pt>
                <c:pt idx="15009">
                  <c:v>5.0404431130847565</c:v>
                </c:pt>
                <c:pt idx="15010">
                  <c:v>5.0424200386647273</c:v>
                </c:pt>
                <c:pt idx="15011">
                  <c:v>5.0433116243013556</c:v>
                </c:pt>
                <c:pt idx="15012">
                  <c:v>5.0400736926728431</c:v>
                </c:pt>
                <c:pt idx="15013">
                  <c:v>5.0401562858892888</c:v>
                </c:pt>
                <c:pt idx="15014">
                  <c:v>5.0429402897940436</c:v>
                </c:pt>
                <c:pt idx="15015">
                  <c:v>5.0447451381976878</c:v>
                </c:pt>
                <c:pt idx="15016">
                  <c:v>5.0476075243090115</c:v>
                </c:pt>
                <c:pt idx="15017">
                  <c:v>5.0453559738917386</c:v>
                </c:pt>
                <c:pt idx="15018">
                  <c:v>5.0428360672995938</c:v>
                </c:pt>
                <c:pt idx="15019">
                  <c:v>5.0442446979557465</c:v>
                </c:pt>
                <c:pt idx="15020">
                  <c:v>5.0474648763494372</c:v>
                </c:pt>
                <c:pt idx="15021">
                  <c:v>5.0498425656534724</c:v>
                </c:pt>
                <c:pt idx="15022">
                  <c:v>5.0501143672000612</c:v>
                </c:pt>
                <c:pt idx="15023">
                  <c:v>5.0478968876808823</c:v>
                </c:pt>
                <c:pt idx="15024">
                  <c:v>5.0460886417579056</c:v>
                </c:pt>
                <c:pt idx="15025">
                  <c:v>5.0422268585866323</c:v>
                </c:pt>
                <c:pt idx="15026">
                  <c:v>5.0415022777735246</c:v>
                </c:pt>
                <c:pt idx="15027">
                  <c:v>5.0441398055279079</c:v>
                </c:pt>
                <c:pt idx="15028">
                  <c:v>5.0451399682260165</c:v>
                </c:pt>
                <c:pt idx="15029">
                  <c:v>5.0453328133374171</c:v>
                </c:pt>
                <c:pt idx="15030">
                  <c:v>5.04674646849399</c:v>
                </c:pt>
                <c:pt idx="15031">
                  <c:v>5.0483328229078941</c:v>
                </c:pt>
                <c:pt idx="15032">
                  <c:v>5.0488151749483192</c:v>
                </c:pt>
                <c:pt idx="15033">
                  <c:v>5.0511580277161015</c:v>
                </c:pt>
                <c:pt idx="15034">
                  <c:v>5.048842929331598</c:v>
                </c:pt>
                <c:pt idx="15035">
                  <c:v>5.0467034013475232</c:v>
                </c:pt>
                <c:pt idx="15036">
                  <c:v>5.0497157568333204</c:v>
                </c:pt>
                <c:pt idx="15037">
                  <c:v>5.0529922096317277</c:v>
                </c:pt>
                <c:pt idx="15038">
                  <c:v>5.0559016346374701</c:v>
                </c:pt>
                <c:pt idx="15039">
                  <c:v>5.0564466733021973</c:v>
                </c:pt>
                <c:pt idx="15040">
                  <c:v>5.0502670163080925</c:v>
                </c:pt>
                <c:pt idx="15041">
                  <c:v>5.0430363773830491</c:v>
                </c:pt>
                <c:pt idx="15042">
                  <c:v>5.042608385651941</c:v>
                </c:pt>
                <c:pt idx="15043">
                  <c:v>5.0460815596049304</c:v>
                </c:pt>
                <c:pt idx="15044">
                  <c:v>5.046590374014241</c:v>
                </c:pt>
                <c:pt idx="15045">
                  <c:v>5.0448546244544827</c:v>
                </c:pt>
                <c:pt idx="15046">
                  <c:v>5.0465719029936453</c:v>
                </c:pt>
                <c:pt idx="15047">
                  <c:v>5.0489266710052831</c:v>
                </c:pt>
                <c:pt idx="15048">
                  <c:v>5.048747224561672</c:v>
                </c:pt>
                <c:pt idx="15049">
                  <c:v>5.0463787229155503</c:v>
                </c:pt>
                <c:pt idx="15050">
                  <c:v>5.0476491080315444</c:v>
                </c:pt>
                <c:pt idx="15051">
                  <c:v>5.0456734266135825</c:v>
                </c:pt>
                <c:pt idx="15052">
                  <c:v>5.0414592106270577</c:v>
                </c:pt>
                <c:pt idx="15053">
                  <c:v>5.0421361783171275</c:v>
                </c:pt>
                <c:pt idx="15054">
                  <c:v>5.0405101064237039</c:v>
                </c:pt>
                <c:pt idx="15055">
                  <c:v>5.0365213230227397</c:v>
                </c:pt>
                <c:pt idx="15056">
                  <c:v>5.0368570553556387</c:v>
                </c:pt>
                <c:pt idx="15057">
                  <c:v>5.0409209670009956</c:v>
                </c:pt>
                <c:pt idx="15058">
                  <c:v>5.042025543603093</c:v>
                </c:pt>
                <c:pt idx="15059">
                  <c:v>5.043616396141184</c:v>
                </c:pt>
                <c:pt idx="15060">
                  <c:v>5.0456816093714112</c:v>
                </c:pt>
                <c:pt idx="15061">
                  <c:v>5.0460545708598117</c:v>
                </c:pt>
                <c:pt idx="15062">
                  <c:v>5.0438655156573002</c:v>
                </c:pt>
                <c:pt idx="15063">
                  <c:v>5.0430986333358856</c:v>
                </c:pt>
                <c:pt idx="15064">
                  <c:v>5.0443872980629356</c:v>
                </c:pt>
                <c:pt idx="15065">
                  <c:v>5.0438233098537628</c:v>
                </c:pt>
                <c:pt idx="15066">
                  <c:v>5.0435329894341931</c:v>
                </c:pt>
                <c:pt idx="15067">
                  <c:v>5.0380148438098153</c:v>
                </c:pt>
                <c:pt idx="15068">
                  <c:v>5.0320153031927113</c:v>
                </c:pt>
                <c:pt idx="15069">
                  <c:v>5.0298913272337495</c:v>
                </c:pt>
                <c:pt idx="15070">
                  <c:v>5.0289203544904675</c:v>
                </c:pt>
                <c:pt idx="15071">
                  <c:v>5.029623832401807</c:v>
                </c:pt>
                <c:pt idx="15072">
                  <c:v>5.0313157013245542</c:v>
                </c:pt>
                <c:pt idx="15073">
                  <c:v>5.0386117544598426</c:v>
                </c:pt>
                <c:pt idx="15074">
                  <c:v>5.0467754191868925</c:v>
                </c:pt>
                <c:pt idx="15075">
                  <c:v>5.050030625526376</c:v>
                </c:pt>
                <c:pt idx="15076">
                  <c:v>5.0481926154199526</c:v>
                </c:pt>
                <c:pt idx="15077">
                  <c:v>5.0457800895796643</c:v>
                </c:pt>
                <c:pt idx="15078">
                  <c:v>5.0399374569328534</c:v>
                </c:pt>
                <c:pt idx="15079">
                  <c:v>5.0363326410688307</c:v>
                </c:pt>
                <c:pt idx="15080">
                  <c:v>5.0374376004900085</c:v>
                </c:pt>
                <c:pt idx="15081">
                  <c:v>5.0351983481356708</c:v>
                </c:pt>
                <c:pt idx="15082">
                  <c:v>5.0334993970599493</c:v>
                </c:pt>
                <c:pt idx="15083">
                  <c:v>5.0344651060408854</c:v>
                </c:pt>
                <c:pt idx="15084">
                  <c:v>5.035539918459536</c:v>
                </c:pt>
                <c:pt idx="15085">
                  <c:v>5.0364261924814331</c:v>
                </c:pt>
                <c:pt idx="15086">
                  <c:v>5.0321680958578971</c:v>
                </c:pt>
                <c:pt idx="15087">
                  <c:v>5.03091474619095</c:v>
                </c:pt>
                <c:pt idx="15088">
                  <c:v>5.0337485165760665</c:v>
                </c:pt>
                <c:pt idx="15089">
                  <c:v>5.0380804494295992</c:v>
                </c:pt>
                <c:pt idx="15090">
                  <c:v>5.0421639805527905</c:v>
                </c:pt>
                <c:pt idx="15091">
                  <c:v>5.0412395681800781</c:v>
                </c:pt>
                <c:pt idx="15092">
                  <c:v>5.0386215163463746</c:v>
                </c:pt>
                <c:pt idx="15093">
                  <c:v>5.0377055738458001</c:v>
                </c:pt>
                <c:pt idx="15094">
                  <c:v>5.0366068830870532</c:v>
                </c:pt>
                <c:pt idx="15095">
                  <c:v>5.0367284759972435</c:v>
                </c:pt>
                <c:pt idx="15096">
                  <c:v>5.0329297622693518</c:v>
                </c:pt>
                <c:pt idx="15097">
                  <c:v>5.0280724580813105</c:v>
                </c:pt>
                <c:pt idx="15098">
                  <c:v>5.0314722743281521</c:v>
                </c:pt>
                <c:pt idx="15099">
                  <c:v>5.0358210990735781</c:v>
                </c:pt>
                <c:pt idx="15100">
                  <c:v>5.036443467192405</c:v>
                </c:pt>
                <c:pt idx="15101">
                  <c:v>5.0359939418880639</c:v>
                </c:pt>
                <c:pt idx="15102">
                  <c:v>5.0362579434959036</c:v>
                </c:pt>
                <c:pt idx="15103">
                  <c:v>5.036821070362147</c:v>
                </c:pt>
                <c:pt idx="15104">
                  <c:v>5.0371894858739763</c:v>
                </c:pt>
                <c:pt idx="15105">
                  <c:v>5.0391772260929484</c:v>
                </c:pt>
                <c:pt idx="15106">
                  <c:v>5.0368348039966309</c:v>
                </c:pt>
                <c:pt idx="15107">
                  <c:v>5.0364881134675752</c:v>
                </c:pt>
                <c:pt idx="15108">
                  <c:v>5.0393647595896178</c:v>
                </c:pt>
                <c:pt idx="15109">
                  <c:v>5.0438297699257335</c:v>
                </c:pt>
                <c:pt idx="15110">
                  <c:v>5.0492094786004138</c:v>
                </c:pt>
                <c:pt idx="15111">
                  <c:v>5.0501416430594901</c:v>
                </c:pt>
                <c:pt idx="15112">
                  <c:v>5.0508766556925195</c:v>
                </c:pt>
                <c:pt idx="15113">
                  <c:v>5.0519418497817927</c:v>
                </c:pt>
                <c:pt idx="15114">
                  <c:v>5.0480672421713502</c:v>
                </c:pt>
                <c:pt idx="15115">
                  <c:v>5.0423281620855986</c:v>
                </c:pt>
                <c:pt idx="15116">
                  <c:v>5.0402071529745038</c:v>
                </c:pt>
                <c:pt idx="15117">
                  <c:v>5.0420130541306181</c:v>
                </c:pt>
                <c:pt idx="15118">
                  <c:v>5.0430385785927569</c:v>
                </c:pt>
                <c:pt idx="15119">
                  <c:v>5.0404985261465427</c:v>
                </c:pt>
                <c:pt idx="15120">
                  <c:v>5.0382334335043257</c:v>
                </c:pt>
                <c:pt idx="15121">
                  <c:v>5.0405782003675066</c:v>
                </c:pt>
                <c:pt idx="15122">
                  <c:v>5.0446378531506006</c:v>
                </c:pt>
                <c:pt idx="15123">
                  <c:v>5.0426896868539925</c:v>
                </c:pt>
                <c:pt idx="15124">
                  <c:v>5.0378506622770081</c:v>
                </c:pt>
                <c:pt idx="15125">
                  <c:v>5.0373281620855987</c:v>
                </c:pt>
                <c:pt idx="15126">
                  <c:v>5.0377870186050071</c:v>
                </c:pt>
                <c:pt idx="15127">
                  <c:v>5.0385393538013936</c:v>
                </c:pt>
                <c:pt idx="15128">
                  <c:v>5.0367390513743207</c:v>
                </c:pt>
                <c:pt idx="15129">
                  <c:v>5.0381847197764333</c:v>
                </c:pt>
                <c:pt idx="15130">
                  <c:v>5.0379599571242633</c:v>
                </c:pt>
                <c:pt idx="15131">
                  <c:v>5.0389044196462756</c:v>
                </c:pt>
                <c:pt idx="15132">
                  <c:v>5.0387072678202278</c:v>
                </c:pt>
                <c:pt idx="15133">
                  <c:v>5.0377555795880866</c:v>
                </c:pt>
                <c:pt idx="15134">
                  <c:v>5.0381049019983157</c:v>
                </c:pt>
                <c:pt idx="15135">
                  <c:v>5.0411670718168597</c:v>
                </c:pt>
                <c:pt idx="15136">
                  <c:v>5.0443887336344844</c:v>
                </c:pt>
                <c:pt idx="15137">
                  <c:v>5.0423414171962326</c:v>
                </c:pt>
                <c:pt idx="15138">
                  <c:v>5.0405160401194395</c:v>
                </c:pt>
                <c:pt idx="15139">
                  <c:v>5.0411211813796797</c:v>
                </c:pt>
                <c:pt idx="15140">
                  <c:v>5.0389136551565734</c:v>
                </c:pt>
                <c:pt idx="15141">
                  <c:v>5.0367988190031392</c:v>
                </c:pt>
                <c:pt idx="15142">
                  <c:v>5.0395442538856132</c:v>
                </c:pt>
                <c:pt idx="15143">
                  <c:v>5.0398948683102365</c:v>
                </c:pt>
                <c:pt idx="15144">
                  <c:v>5.0363735070055888</c:v>
                </c:pt>
                <c:pt idx="15145">
                  <c:v>5.037844632876503</c:v>
                </c:pt>
                <c:pt idx="15146">
                  <c:v>5.0429072237960337</c:v>
                </c:pt>
                <c:pt idx="15147">
                  <c:v>5.0418363352729498</c:v>
                </c:pt>
                <c:pt idx="15148">
                  <c:v>5.0391314792129238</c:v>
                </c:pt>
                <c:pt idx="15149">
                  <c:v>5.0385501205880097</c:v>
                </c:pt>
                <c:pt idx="15150">
                  <c:v>5.0384765236199369</c:v>
                </c:pt>
                <c:pt idx="15151">
                  <c:v>5.0396067491003755</c:v>
                </c:pt>
                <c:pt idx="15152">
                  <c:v>5.041683303345839</c:v>
                </c:pt>
                <c:pt idx="15153">
                  <c:v>5.0397118807901382</c:v>
                </c:pt>
                <c:pt idx="15154">
                  <c:v>5.0372920813873368</c:v>
                </c:pt>
                <c:pt idx="15155">
                  <c:v>5.036569510374397</c:v>
                </c:pt>
                <c:pt idx="15156">
                  <c:v>5.0389723221805376</c:v>
                </c:pt>
                <c:pt idx="15157">
                  <c:v>5.0407299881326084</c:v>
                </c:pt>
                <c:pt idx="15158">
                  <c:v>5.0437068371487639</c:v>
                </c:pt>
                <c:pt idx="15159">
                  <c:v>5.0430354203353494</c:v>
                </c:pt>
                <c:pt idx="15160">
                  <c:v>5.0386914286808056</c:v>
                </c:pt>
                <c:pt idx="15161">
                  <c:v>5.0352032769313224</c:v>
                </c:pt>
                <c:pt idx="15162">
                  <c:v>5.0308277505550878</c:v>
                </c:pt>
                <c:pt idx="15163">
                  <c:v>5.0304285181073425</c:v>
                </c:pt>
                <c:pt idx="15164">
                  <c:v>5.0303480303958352</c:v>
                </c:pt>
                <c:pt idx="15165">
                  <c:v>5.0281653395605233</c:v>
                </c:pt>
                <c:pt idx="15166">
                  <c:v>5.0291105677206955</c:v>
                </c:pt>
                <c:pt idx="15167">
                  <c:v>5.0323139499272642</c:v>
                </c:pt>
                <c:pt idx="15168">
                  <c:v>5.0352858701477681</c:v>
                </c:pt>
                <c:pt idx="15169">
                  <c:v>5.0393616491845954</c:v>
                </c:pt>
                <c:pt idx="15170">
                  <c:v>5.0401957641068833</c:v>
                </c:pt>
                <c:pt idx="15171">
                  <c:v>5.0408543086287416</c:v>
                </c:pt>
                <c:pt idx="15172">
                  <c:v>5.0421836000306257</c:v>
                </c:pt>
                <c:pt idx="15173">
                  <c:v>5.0407989912717248</c:v>
                </c:pt>
                <c:pt idx="15174">
                  <c:v>5.0388892025878569</c:v>
                </c:pt>
                <c:pt idx="15175">
                  <c:v>5.0375439763417811</c:v>
                </c:pt>
                <c:pt idx="15176">
                  <c:v>5.0361265408467961</c:v>
                </c:pt>
                <c:pt idx="15177">
                  <c:v>5.0329095207105121</c:v>
                </c:pt>
                <c:pt idx="15178">
                  <c:v>5.0279333033458391</c:v>
                </c:pt>
                <c:pt idx="15179">
                  <c:v>5.0286290770231989</c:v>
                </c:pt>
                <c:pt idx="15180">
                  <c:v>5.0325865649643982</c:v>
                </c:pt>
                <c:pt idx="15181">
                  <c:v>5.0338994429982389</c:v>
                </c:pt>
                <c:pt idx="15182">
                  <c:v>5.0312697630349899</c:v>
                </c:pt>
                <c:pt idx="15183">
                  <c:v>5.0223250038281906</c:v>
                </c:pt>
                <c:pt idx="15184">
                  <c:v>5.0197934691065003</c:v>
                </c:pt>
                <c:pt idx="15185">
                  <c:v>5.0236880790138576</c:v>
                </c:pt>
                <c:pt idx="15186">
                  <c:v>5.0290122789219813</c:v>
                </c:pt>
                <c:pt idx="15187">
                  <c:v>5.0333319615649641</c:v>
                </c:pt>
                <c:pt idx="15188">
                  <c:v>5.0356238993951461</c:v>
                </c:pt>
                <c:pt idx="15189">
                  <c:v>5.0360289698338567</c:v>
                </c:pt>
                <c:pt idx="15190">
                  <c:v>5.0344766863180457</c:v>
                </c:pt>
                <c:pt idx="15191">
                  <c:v>5.0285234668095855</c:v>
                </c:pt>
                <c:pt idx="15192">
                  <c:v>5.0287758402878797</c:v>
                </c:pt>
                <c:pt idx="15193">
                  <c:v>5.0342095743051836</c:v>
                </c:pt>
                <c:pt idx="15194">
                  <c:v>5.0369097408314829</c:v>
                </c:pt>
                <c:pt idx="15195">
                  <c:v>5.0386064428451114</c:v>
                </c:pt>
                <c:pt idx="15196">
                  <c:v>5.0391672727968766</c:v>
                </c:pt>
                <c:pt idx="15197">
                  <c:v>5.0374571721154586</c:v>
                </c:pt>
                <c:pt idx="15198">
                  <c:v>5.0352703659750402</c:v>
                </c:pt>
                <c:pt idx="15199">
                  <c:v>5.0331443802159104</c:v>
                </c:pt>
                <c:pt idx="15200">
                  <c:v>5.030172316438251</c:v>
                </c:pt>
                <c:pt idx="15201">
                  <c:v>5.0299789449506163</c:v>
                </c:pt>
                <c:pt idx="15202">
                  <c:v>5.0290810427991728</c:v>
                </c:pt>
                <c:pt idx="15203">
                  <c:v>5.0273293583952228</c:v>
                </c:pt>
                <c:pt idx="15204">
                  <c:v>5.0281520844498893</c:v>
                </c:pt>
                <c:pt idx="15205">
                  <c:v>5.031007196998698</c:v>
                </c:pt>
                <c:pt idx="15206">
                  <c:v>5.0312164554781411</c:v>
                </c:pt>
                <c:pt idx="15207">
                  <c:v>5.029404572773907</c:v>
                </c:pt>
                <c:pt idx="15208">
                  <c:v>5.0299756909884392</c:v>
                </c:pt>
                <c:pt idx="15209">
                  <c:v>5.0313039296378532</c:v>
                </c:pt>
                <c:pt idx="15210">
                  <c:v>5.0327395490391238</c:v>
                </c:pt>
                <c:pt idx="15211">
                  <c:v>5.0335388752775438</c:v>
                </c:pt>
                <c:pt idx="15212">
                  <c:v>5.0347085311231909</c:v>
                </c:pt>
                <c:pt idx="15213">
                  <c:v>5.0316319577367734</c:v>
                </c:pt>
                <c:pt idx="15214">
                  <c:v>5.0270426269045245</c:v>
                </c:pt>
                <c:pt idx="15215">
                  <c:v>5.0280007752086364</c:v>
                </c:pt>
                <c:pt idx="15216">
                  <c:v>5.0367059853763108</c:v>
                </c:pt>
                <c:pt idx="15217">
                  <c:v>5.0453623861113241</c:v>
                </c:pt>
                <c:pt idx="15218">
                  <c:v>5.0467573309853764</c:v>
                </c:pt>
                <c:pt idx="15219">
                  <c:v>5.0425703908582804</c:v>
                </c:pt>
                <c:pt idx="15220">
                  <c:v>5.0415783152132301</c:v>
                </c:pt>
                <c:pt idx="15221">
                  <c:v>5.0418262384197226</c:v>
                </c:pt>
                <c:pt idx="15222">
                  <c:v>5.0380689170048232</c:v>
                </c:pt>
                <c:pt idx="15223">
                  <c:v>5.0343633240180692</c:v>
                </c:pt>
                <c:pt idx="15224">
                  <c:v>5.0350077520863641</c:v>
                </c:pt>
                <c:pt idx="15225">
                  <c:v>5.0359667617334045</c:v>
                </c:pt>
                <c:pt idx="15226">
                  <c:v>5.035174852614654</c:v>
                </c:pt>
                <c:pt idx="15227">
                  <c:v>5.0358204291401885</c:v>
                </c:pt>
                <c:pt idx="15228">
                  <c:v>5.0372789219814713</c:v>
                </c:pt>
                <c:pt idx="15229">
                  <c:v>5.037860663425465</c:v>
                </c:pt>
                <c:pt idx="15230">
                  <c:v>5.0348502220350664</c:v>
                </c:pt>
                <c:pt idx="15231">
                  <c:v>5.0348308418191561</c:v>
                </c:pt>
                <c:pt idx="15232">
                  <c:v>5.035012489472475</c:v>
                </c:pt>
                <c:pt idx="15233">
                  <c:v>5.0361482658295689</c:v>
                </c:pt>
                <c:pt idx="15234">
                  <c:v>5.0372163310619404</c:v>
                </c:pt>
                <c:pt idx="15235">
                  <c:v>5.0362542588622619</c:v>
                </c:pt>
                <c:pt idx="15236">
                  <c:v>5.0386091704310543</c:v>
                </c:pt>
                <c:pt idx="15237">
                  <c:v>5.0401184825051679</c:v>
                </c:pt>
                <c:pt idx="15238">
                  <c:v>5.0399490850623998</c:v>
                </c:pt>
                <c:pt idx="15239">
                  <c:v>5.039968656687849</c:v>
                </c:pt>
                <c:pt idx="15240">
                  <c:v>5.0404701496822604</c:v>
                </c:pt>
                <c:pt idx="15241">
                  <c:v>5.0377470618635636</c:v>
                </c:pt>
                <c:pt idx="15242">
                  <c:v>5.0374623880254195</c:v>
                </c:pt>
                <c:pt idx="15243">
                  <c:v>5.036670957430518</c:v>
                </c:pt>
                <c:pt idx="15244">
                  <c:v>5.0330074266901459</c:v>
                </c:pt>
                <c:pt idx="15245">
                  <c:v>5.0341656936681725</c:v>
                </c:pt>
                <c:pt idx="15246">
                  <c:v>5.0372107801852843</c:v>
                </c:pt>
                <c:pt idx="15247">
                  <c:v>5.0396793890207485</c:v>
                </c:pt>
                <c:pt idx="15248">
                  <c:v>5.0395236295076948</c:v>
                </c:pt>
                <c:pt idx="15249">
                  <c:v>5.0364868693055662</c:v>
                </c:pt>
                <c:pt idx="15250">
                  <c:v>5.0350936949697571</c:v>
                </c:pt>
                <c:pt idx="15251">
                  <c:v>5.0343961986065384</c:v>
                </c:pt>
                <c:pt idx="15252">
                  <c:v>5.032962110481586</c:v>
                </c:pt>
                <c:pt idx="15253">
                  <c:v>5.0321948453410918</c:v>
                </c:pt>
                <c:pt idx="15254">
                  <c:v>5.0293934231682105</c:v>
                </c:pt>
                <c:pt idx="15255">
                  <c:v>5.0287164554781407</c:v>
                </c:pt>
                <c:pt idx="15256">
                  <c:v>5.0297994506546209</c:v>
                </c:pt>
                <c:pt idx="15257">
                  <c:v>5.0312673225633562</c:v>
                </c:pt>
                <c:pt idx="15258">
                  <c:v>5.03554092335962</c:v>
                </c:pt>
                <c:pt idx="15259">
                  <c:v>5.038657214225557</c:v>
                </c:pt>
                <c:pt idx="15260">
                  <c:v>5.0373393595436795</c:v>
                </c:pt>
                <c:pt idx="15261">
                  <c:v>5.0384749444912336</c:v>
                </c:pt>
                <c:pt idx="15262">
                  <c:v>5.0388780051297752</c:v>
                </c:pt>
                <c:pt idx="15263">
                  <c:v>5.0363647500191409</c:v>
                </c:pt>
                <c:pt idx="15264">
                  <c:v>5.033643145624378</c:v>
                </c:pt>
                <c:pt idx="15265">
                  <c:v>5.0339589235127482</c:v>
                </c:pt>
                <c:pt idx="15266">
                  <c:v>5.0339336096011023</c:v>
                </c:pt>
                <c:pt idx="15267">
                  <c:v>5.0357447745195625</c:v>
                </c:pt>
                <c:pt idx="15268">
                  <c:v>5.0366075051680577</c:v>
                </c:pt>
                <c:pt idx="15269">
                  <c:v>5.0403248219891283</c:v>
                </c:pt>
                <c:pt idx="15270">
                  <c:v>5.0409357533879486</c:v>
                </c:pt>
                <c:pt idx="15271">
                  <c:v>5.0407239108797182</c:v>
                </c:pt>
                <c:pt idx="15272">
                  <c:v>5.0404279917311081</c:v>
                </c:pt>
                <c:pt idx="15273">
                  <c:v>5.0406146638848481</c:v>
                </c:pt>
                <c:pt idx="15274">
                  <c:v>5.0404151672919379</c:v>
                </c:pt>
                <c:pt idx="15275">
                  <c:v>5.0418773447668634</c:v>
                </c:pt>
                <c:pt idx="15276">
                  <c:v>5.0427539047546128</c:v>
                </c:pt>
                <c:pt idx="15277">
                  <c:v>5.0422386302733324</c:v>
                </c:pt>
                <c:pt idx="15278">
                  <c:v>5.0362927321797715</c:v>
                </c:pt>
                <c:pt idx="15279">
                  <c:v>5.0356840498430442</c:v>
                </c:pt>
                <c:pt idx="15280">
                  <c:v>5.0397099188423553</c:v>
                </c:pt>
                <c:pt idx="15281">
                  <c:v>5.0387627765867853</c:v>
                </c:pt>
                <c:pt idx="15282">
                  <c:v>5.0350497664803617</c:v>
                </c:pt>
                <c:pt idx="15283">
                  <c:v>5.0325167961871218</c:v>
                </c:pt>
                <c:pt idx="15284">
                  <c:v>5.0302931915626674</c:v>
                </c:pt>
                <c:pt idx="15285">
                  <c:v>5.0289535161932468</c:v>
                </c:pt>
                <c:pt idx="15286">
                  <c:v>5.0332309930326931</c:v>
                </c:pt>
                <c:pt idx="15287">
                  <c:v>5.0350080392006742</c:v>
                </c:pt>
                <c:pt idx="15288">
                  <c:v>5.0349021897251358</c:v>
                </c:pt>
                <c:pt idx="15289">
                  <c:v>5.0345003253962179</c:v>
                </c:pt>
                <c:pt idx="15290">
                  <c:v>5.0397330793966768</c:v>
                </c:pt>
                <c:pt idx="15291">
                  <c:v>5.0399294655845646</c:v>
                </c:pt>
                <c:pt idx="15292">
                  <c:v>5.0370621506775901</c:v>
                </c:pt>
                <c:pt idx="15293">
                  <c:v>5.0353631517494835</c:v>
                </c:pt>
                <c:pt idx="15294">
                  <c:v>5.0324570764106884</c:v>
                </c:pt>
                <c:pt idx="15295">
                  <c:v>5.0295951209708294</c:v>
                </c:pt>
                <c:pt idx="15296">
                  <c:v>5.0293670565040962</c:v>
                </c:pt>
                <c:pt idx="15297">
                  <c:v>5.035736878876043</c:v>
                </c:pt>
                <c:pt idx="15298">
                  <c:v>5.0397618865324247</c:v>
                </c:pt>
                <c:pt idx="15299">
                  <c:v>5.0390676919837682</c:v>
                </c:pt>
                <c:pt idx="15300">
                  <c:v>5.0359515446749867</c:v>
                </c:pt>
                <c:pt idx="15301">
                  <c:v>5.0315397940433355</c:v>
                </c:pt>
                <c:pt idx="15302">
                  <c:v>5.0296535965852538</c:v>
                </c:pt>
                <c:pt idx="15303">
                  <c:v>5.0309637470331525</c:v>
                </c:pt>
                <c:pt idx="15304">
                  <c:v>5.036967402955363</c:v>
                </c:pt>
                <c:pt idx="15305">
                  <c:v>5.0386797048464897</c:v>
                </c:pt>
                <c:pt idx="15306">
                  <c:v>5.034675225863257</c:v>
                </c:pt>
                <c:pt idx="15307">
                  <c:v>5.0311523811346754</c:v>
                </c:pt>
                <c:pt idx="15308">
                  <c:v>5.0332791803843504</c:v>
                </c:pt>
                <c:pt idx="15309">
                  <c:v>5.0365930058954138</c:v>
                </c:pt>
                <c:pt idx="15310">
                  <c:v>5.0361113237883774</c:v>
                </c:pt>
                <c:pt idx="15311">
                  <c:v>5.0372085789755765</c:v>
                </c:pt>
                <c:pt idx="15312">
                  <c:v>5.0389766288951838</c:v>
                </c:pt>
                <c:pt idx="15313">
                  <c:v>5.0385909865247687</c:v>
                </c:pt>
                <c:pt idx="15314">
                  <c:v>5.0371103858816326</c:v>
                </c:pt>
                <c:pt idx="15315">
                  <c:v>5.036068113084756</c:v>
                </c:pt>
                <c:pt idx="15316">
                  <c:v>5.0330252756297371</c:v>
                </c:pt>
                <c:pt idx="15317">
                  <c:v>5.0334977222264756</c:v>
                </c:pt>
                <c:pt idx="15318">
                  <c:v>5.0345569347676289</c:v>
                </c:pt>
                <c:pt idx="15319">
                  <c:v>5.0346893423168213</c:v>
                </c:pt>
                <c:pt idx="15320">
                  <c:v>5.0327507943495906</c:v>
                </c:pt>
                <c:pt idx="15321">
                  <c:v>5.0279006680192939</c:v>
                </c:pt>
                <c:pt idx="15322">
                  <c:v>5.0286428106576828</c:v>
                </c:pt>
                <c:pt idx="15323">
                  <c:v>5.0304481375851768</c:v>
                </c:pt>
                <c:pt idx="15324">
                  <c:v>5.0332630062782329</c:v>
                </c:pt>
                <c:pt idx="15325">
                  <c:v>5.0355503502794576</c:v>
                </c:pt>
                <c:pt idx="15326">
                  <c:v>5.035511111323788</c:v>
                </c:pt>
                <c:pt idx="15327">
                  <c:v>5.0384076161855909</c:v>
                </c:pt>
                <c:pt idx="15328">
                  <c:v>5.0453242956128932</c:v>
                </c:pt>
                <c:pt idx="15329">
                  <c:v>5.0477035640456318</c:v>
                </c:pt>
                <c:pt idx="15330">
                  <c:v>5.0440281659137893</c:v>
                </c:pt>
                <c:pt idx="15331">
                  <c:v>5.0412002335196382</c:v>
                </c:pt>
                <c:pt idx="15332">
                  <c:v>5.0432101772452338</c:v>
                </c:pt>
                <c:pt idx="15333">
                  <c:v>5.0450494315136662</c:v>
                </c:pt>
                <c:pt idx="15334">
                  <c:v>5.0441549268815562</c:v>
                </c:pt>
                <c:pt idx="15335">
                  <c:v>5.0432294617563738</c:v>
                </c:pt>
                <c:pt idx="15336">
                  <c:v>5.0404764183446904</c:v>
                </c:pt>
                <c:pt idx="15337">
                  <c:v>5.0388313012020518</c:v>
                </c:pt>
                <c:pt idx="15338">
                  <c:v>5.0350378990888904</c:v>
                </c:pt>
                <c:pt idx="15339">
                  <c:v>5.0331218895949776</c:v>
                </c:pt>
                <c:pt idx="15340">
                  <c:v>5.0337622980629355</c:v>
                </c:pt>
                <c:pt idx="15341">
                  <c:v>5.0344723796033994</c:v>
                </c:pt>
                <c:pt idx="15342">
                  <c:v>5.0347707392236432</c:v>
                </c:pt>
                <c:pt idx="15343">
                  <c:v>5.0334317337876122</c:v>
                </c:pt>
                <c:pt idx="15344">
                  <c:v>5.0336771208177016</c:v>
                </c:pt>
                <c:pt idx="15345">
                  <c:v>5.0357785583033454</c:v>
                </c:pt>
                <c:pt idx="15346">
                  <c:v>5.0367165607533879</c:v>
                </c:pt>
                <c:pt idx="15347">
                  <c:v>5.034922526988745</c:v>
                </c:pt>
                <c:pt idx="15348">
                  <c:v>5.033156056197841</c:v>
                </c:pt>
                <c:pt idx="15349">
                  <c:v>5.0360073884082386</c:v>
                </c:pt>
                <c:pt idx="15350">
                  <c:v>5.0368700233519634</c:v>
                </c:pt>
                <c:pt idx="15351">
                  <c:v>5.0351245119056731</c:v>
                </c:pt>
                <c:pt idx="15352">
                  <c:v>5.0345149682260164</c:v>
                </c:pt>
                <c:pt idx="15353">
                  <c:v>5.0334158946481891</c:v>
                </c:pt>
                <c:pt idx="15354">
                  <c:v>5.032823051450884</c:v>
                </c:pt>
                <c:pt idx="15355">
                  <c:v>5.0298347178623386</c:v>
                </c:pt>
                <c:pt idx="15356">
                  <c:v>5.0262419607993261</c:v>
                </c:pt>
                <c:pt idx="15357">
                  <c:v>5.0253745406171042</c:v>
                </c:pt>
                <c:pt idx="15358">
                  <c:v>5.0235895509532194</c:v>
                </c:pt>
                <c:pt idx="15359">
                  <c:v>5.0223264393997393</c:v>
                </c:pt>
                <c:pt idx="15360">
                  <c:v>5.0263005321185208</c:v>
                </c:pt>
                <c:pt idx="15361">
                  <c:v>5.0338729806293543</c:v>
                </c:pt>
                <c:pt idx="15362">
                  <c:v>5.038347752852002</c:v>
                </c:pt>
                <c:pt idx="15363">
                  <c:v>5.036940318505474</c:v>
                </c:pt>
                <c:pt idx="15364">
                  <c:v>5.0346231146160321</c:v>
                </c:pt>
                <c:pt idx="15365">
                  <c:v>5.0347551871985301</c:v>
                </c:pt>
                <c:pt idx="15366">
                  <c:v>5.0357138618788762</c:v>
                </c:pt>
                <c:pt idx="15367">
                  <c:v>5.0386868348518492</c:v>
                </c:pt>
                <c:pt idx="15368">
                  <c:v>5.0403200846030165</c:v>
                </c:pt>
                <c:pt idx="15369">
                  <c:v>5.0388580506852465</c:v>
                </c:pt>
                <c:pt idx="15370">
                  <c:v>5.0356534721690531</c:v>
                </c:pt>
                <c:pt idx="15371">
                  <c:v>5.0336282156802694</c:v>
                </c:pt>
                <c:pt idx="15372">
                  <c:v>5.0305450386647275</c:v>
                </c:pt>
                <c:pt idx="15373">
                  <c:v>5.0293206875430672</c:v>
                </c:pt>
                <c:pt idx="15374">
                  <c:v>5.0316142523543377</c:v>
                </c:pt>
                <c:pt idx="15375">
                  <c:v>5.0322157089809352</c:v>
                </c:pt>
                <c:pt idx="15376">
                  <c:v>5.032336201286272</c:v>
                </c:pt>
                <c:pt idx="15377">
                  <c:v>5.0321492898706071</c:v>
                </c:pt>
                <c:pt idx="15378">
                  <c:v>5.0308906764413139</c:v>
                </c:pt>
                <c:pt idx="15379">
                  <c:v>5.0318085808896713</c:v>
                </c:pt>
                <c:pt idx="15380">
                  <c:v>5.0351736563050302</c:v>
                </c:pt>
                <c:pt idx="15381">
                  <c:v>5.0390336689380595</c:v>
                </c:pt>
                <c:pt idx="15382">
                  <c:v>5.0385882110864406</c:v>
                </c:pt>
                <c:pt idx="15383">
                  <c:v>5.0367960435648111</c:v>
                </c:pt>
                <c:pt idx="15384">
                  <c:v>5.0377831904142099</c:v>
                </c:pt>
                <c:pt idx="15385">
                  <c:v>5.03797014968226</c:v>
                </c:pt>
                <c:pt idx="15386">
                  <c:v>5.0383780434116838</c:v>
                </c:pt>
                <c:pt idx="15387">
                  <c:v>5.0357380751856669</c:v>
                </c:pt>
                <c:pt idx="15388">
                  <c:v>5.032417646045479</c:v>
                </c:pt>
                <c:pt idx="15389">
                  <c:v>5.0323081119362989</c:v>
                </c:pt>
                <c:pt idx="15390">
                  <c:v>5.0355774347293467</c:v>
                </c:pt>
                <c:pt idx="15391">
                  <c:v>5.0355118291095629</c:v>
                </c:pt>
                <c:pt idx="15392">
                  <c:v>5.0383163138350815</c:v>
                </c:pt>
                <c:pt idx="15393">
                  <c:v>5.039818591608606</c:v>
                </c:pt>
                <c:pt idx="15394">
                  <c:v>5.0362651213536482</c:v>
                </c:pt>
                <c:pt idx="15395">
                  <c:v>5.0351112567950382</c:v>
                </c:pt>
                <c:pt idx="15396">
                  <c:v>5.0354290923359617</c:v>
                </c:pt>
                <c:pt idx="15397">
                  <c:v>5.0337024825817318</c:v>
                </c:pt>
                <c:pt idx="15398">
                  <c:v>5.0300514413138346</c:v>
                </c:pt>
                <c:pt idx="15399">
                  <c:v>5.0285670124799022</c:v>
                </c:pt>
                <c:pt idx="15400">
                  <c:v>5.0249691352116992</c:v>
                </c:pt>
                <c:pt idx="15401">
                  <c:v>5.0198690280223568</c:v>
                </c:pt>
                <c:pt idx="15402">
                  <c:v>5.0187049230533649</c:v>
                </c:pt>
                <c:pt idx="15403">
                  <c:v>5.0220946424469792</c:v>
                </c:pt>
                <c:pt idx="15404">
                  <c:v>5.0280764298292624</c:v>
                </c:pt>
                <c:pt idx="15405">
                  <c:v>5.0306049019983154</c:v>
                </c:pt>
                <c:pt idx="15406">
                  <c:v>5.0319355811193631</c:v>
                </c:pt>
                <c:pt idx="15407">
                  <c:v>5.0314138944184981</c:v>
                </c:pt>
                <c:pt idx="15408">
                  <c:v>5.0303641566495676</c:v>
                </c:pt>
                <c:pt idx="15409">
                  <c:v>5.0298412257866936</c:v>
                </c:pt>
                <c:pt idx="15410">
                  <c:v>5.0359334564734706</c:v>
                </c:pt>
                <c:pt idx="15411">
                  <c:v>5.0406178221422557</c:v>
                </c:pt>
                <c:pt idx="15412">
                  <c:v>5.0389568180078097</c:v>
                </c:pt>
                <c:pt idx="15413">
                  <c:v>5.035417129239721</c:v>
                </c:pt>
                <c:pt idx="15414">
                  <c:v>5.0357439131766331</c:v>
                </c:pt>
                <c:pt idx="15415">
                  <c:v>5.033413119209861</c:v>
                </c:pt>
                <c:pt idx="15416">
                  <c:v>5.0297101581042796</c:v>
                </c:pt>
                <c:pt idx="15417">
                  <c:v>5.0336800398131842</c:v>
                </c:pt>
                <c:pt idx="15418">
                  <c:v>5.0378137680882018</c:v>
                </c:pt>
                <c:pt idx="15419">
                  <c:v>5.0366994774519558</c:v>
                </c:pt>
                <c:pt idx="15420">
                  <c:v>5.0335369133297601</c:v>
                </c:pt>
                <c:pt idx="15421">
                  <c:v>5.0331396906821837</c:v>
                </c:pt>
                <c:pt idx="15422">
                  <c:v>5.0351664784472856</c:v>
                </c:pt>
                <c:pt idx="15423">
                  <c:v>5.0362007598958733</c:v>
                </c:pt>
                <c:pt idx="15424">
                  <c:v>5.0331877823290716</c:v>
                </c:pt>
                <c:pt idx="15425">
                  <c:v>5.026532616185591</c:v>
                </c:pt>
                <c:pt idx="15426">
                  <c:v>5.0277542875736927</c:v>
                </c:pt>
                <c:pt idx="15427">
                  <c:v>5.0320592316821067</c:v>
                </c:pt>
                <c:pt idx="15428">
                  <c:v>5.0341777524691826</c:v>
                </c:pt>
                <c:pt idx="15429">
                  <c:v>5.0355193419340019</c:v>
                </c:pt>
                <c:pt idx="15430">
                  <c:v>5.0342381900313908</c:v>
                </c:pt>
                <c:pt idx="15431">
                  <c:v>5.0332902342852766</c:v>
                </c:pt>
                <c:pt idx="15432">
                  <c:v>5.0349656898399813</c:v>
                </c:pt>
                <c:pt idx="15433">
                  <c:v>5.037106222724141</c:v>
                </c:pt>
                <c:pt idx="15434">
                  <c:v>5.0402488324018071</c:v>
                </c:pt>
                <c:pt idx="15435">
                  <c:v>5.0415110826123577</c:v>
                </c:pt>
                <c:pt idx="15436">
                  <c:v>5.0393364309777198</c:v>
                </c:pt>
                <c:pt idx="15437">
                  <c:v>5.0404812514355717</c:v>
                </c:pt>
                <c:pt idx="15438">
                  <c:v>5.0438739376770538</c:v>
                </c:pt>
                <c:pt idx="15439">
                  <c:v>5.0463912123880252</c:v>
                </c:pt>
                <c:pt idx="15440">
                  <c:v>5.0477141872750941</c:v>
                </c:pt>
                <c:pt idx="15441">
                  <c:v>5.0459785334201053</c:v>
                </c:pt>
                <c:pt idx="15442">
                  <c:v>5.0464792129239724</c:v>
                </c:pt>
                <c:pt idx="15443">
                  <c:v>5.0439020748794121</c:v>
                </c:pt>
                <c:pt idx="15444">
                  <c:v>5.0433102844345763</c:v>
                </c:pt>
                <c:pt idx="15445">
                  <c:v>5.0428858337799554</c:v>
                </c:pt>
                <c:pt idx="15446">
                  <c:v>5.0390623325166528</c:v>
                </c:pt>
                <c:pt idx="15447">
                  <c:v>5.0375119152438561</c:v>
                </c:pt>
                <c:pt idx="15448">
                  <c:v>5.0395764106883085</c:v>
                </c:pt>
                <c:pt idx="15449">
                  <c:v>5.0391811021361308</c:v>
                </c:pt>
                <c:pt idx="15450">
                  <c:v>5.0397966752162926</c:v>
                </c:pt>
                <c:pt idx="15451">
                  <c:v>5.0404239242783859</c:v>
                </c:pt>
                <c:pt idx="15452">
                  <c:v>5.0403018049919606</c:v>
                </c:pt>
                <c:pt idx="15453">
                  <c:v>5.0389321740295534</c:v>
                </c:pt>
                <c:pt idx="15454">
                  <c:v>5.0388015848709902</c:v>
                </c:pt>
                <c:pt idx="15455">
                  <c:v>5.0358639748105043</c:v>
                </c:pt>
                <c:pt idx="15456">
                  <c:v>5.0322601638465665</c:v>
                </c:pt>
                <c:pt idx="15457">
                  <c:v>5.0308199506163387</c:v>
                </c:pt>
                <c:pt idx="15458">
                  <c:v>5.0326501129316288</c:v>
                </c:pt>
                <c:pt idx="15459">
                  <c:v>5.0360735682566418</c:v>
                </c:pt>
                <c:pt idx="15460">
                  <c:v>5.0376027390705156</c:v>
                </c:pt>
                <c:pt idx="15461">
                  <c:v>5.0332117085215531</c:v>
                </c:pt>
                <c:pt idx="15462">
                  <c:v>5.0289036061557306</c:v>
                </c:pt>
                <c:pt idx="15463">
                  <c:v>5.025819998468724</c:v>
                </c:pt>
                <c:pt idx="15464">
                  <c:v>5.0263406324171198</c:v>
                </c:pt>
                <c:pt idx="15465">
                  <c:v>5.0264212636857817</c:v>
                </c:pt>
                <c:pt idx="15466">
                  <c:v>5.0220165473547205</c:v>
                </c:pt>
                <c:pt idx="15467">
                  <c:v>5.0226985873975956</c:v>
                </c:pt>
                <c:pt idx="15468">
                  <c:v>5.028226925579971</c:v>
                </c:pt>
                <c:pt idx="15469">
                  <c:v>5.0302999866013325</c:v>
                </c:pt>
                <c:pt idx="15470">
                  <c:v>5.0296093809815483</c:v>
                </c:pt>
                <c:pt idx="15471">
                  <c:v>5.0305176192481431</c:v>
                </c:pt>
                <c:pt idx="15472">
                  <c:v>5.0308569405099153</c:v>
                </c:pt>
                <c:pt idx="15473">
                  <c:v>5.0333204769925732</c:v>
                </c:pt>
                <c:pt idx="15474">
                  <c:v>5.0355357553020443</c:v>
                </c:pt>
                <c:pt idx="15475">
                  <c:v>5.0351084813567111</c:v>
                </c:pt>
                <c:pt idx="15476">
                  <c:v>5.0313793449965543</c:v>
                </c:pt>
                <c:pt idx="15477">
                  <c:v>5.0298567299594215</c:v>
                </c:pt>
                <c:pt idx="15478">
                  <c:v>5.0372057556848633</c:v>
                </c:pt>
                <c:pt idx="15479">
                  <c:v>5.0418681571089499</c:v>
                </c:pt>
                <c:pt idx="15480">
                  <c:v>5.0424866970369804</c:v>
                </c:pt>
                <c:pt idx="15481">
                  <c:v>5.043790770231988</c:v>
                </c:pt>
                <c:pt idx="15482">
                  <c:v>5.0410347599724368</c:v>
                </c:pt>
                <c:pt idx="15483">
                  <c:v>5.0383863697266671</c:v>
                </c:pt>
                <c:pt idx="15484">
                  <c:v>5.0352096412985219</c:v>
                </c:pt>
                <c:pt idx="15485">
                  <c:v>5.0352732849705228</c:v>
                </c:pt>
                <c:pt idx="15486">
                  <c:v>5.0361659712120055</c:v>
                </c:pt>
                <c:pt idx="15487">
                  <c:v>5.0365254861802313</c:v>
                </c:pt>
                <c:pt idx="15488">
                  <c:v>5.0358178929637853</c:v>
                </c:pt>
                <c:pt idx="15489">
                  <c:v>5.0386407051527451</c:v>
                </c:pt>
                <c:pt idx="15490">
                  <c:v>5.0396618271954674</c:v>
                </c:pt>
                <c:pt idx="15491">
                  <c:v>5.0382619535257636</c:v>
                </c:pt>
                <c:pt idx="15492">
                  <c:v>5.0337229155501113</c:v>
                </c:pt>
                <c:pt idx="15493">
                  <c:v>5.0316074573156726</c:v>
                </c:pt>
                <c:pt idx="15494">
                  <c:v>5.0317000516805761</c:v>
                </c:pt>
                <c:pt idx="15495">
                  <c:v>5.0322293947630348</c:v>
                </c:pt>
                <c:pt idx="15496">
                  <c:v>5.0314750976188654</c:v>
                </c:pt>
                <c:pt idx="15497">
                  <c:v>5.0323490735778273</c:v>
                </c:pt>
                <c:pt idx="15498">
                  <c:v>5.0367292416354035</c:v>
                </c:pt>
                <c:pt idx="15499">
                  <c:v>5.0391053996631188</c:v>
                </c:pt>
                <c:pt idx="15500">
                  <c:v>5.0403036233825897</c:v>
                </c:pt>
                <c:pt idx="15501">
                  <c:v>5.0418220274098458</c:v>
                </c:pt>
                <c:pt idx="15502">
                  <c:v>5.0452235184901619</c:v>
                </c:pt>
                <c:pt idx="15503">
                  <c:v>5.0450131594058645</c:v>
                </c:pt>
                <c:pt idx="15504">
                  <c:v>5.0426445142025882</c:v>
                </c:pt>
                <c:pt idx="15505">
                  <c:v>5.0415567337876119</c:v>
                </c:pt>
                <c:pt idx="15506">
                  <c:v>5.0376287229155503</c:v>
                </c:pt>
                <c:pt idx="15507">
                  <c:v>5.0378975576142713</c:v>
                </c:pt>
                <c:pt idx="15508">
                  <c:v>5.0385238496286657</c:v>
                </c:pt>
                <c:pt idx="15509">
                  <c:v>5.0409290062016687</c:v>
                </c:pt>
                <c:pt idx="15510">
                  <c:v>5.0410550015312765</c:v>
                </c:pt>
                <c:pt idx="15511">
                  <c:v>5.0354002373478295</c:v>
                </c:pt>
                <c:pt idx="15512">
                  <c:v>5.0345143939973971</c:v>
                </c:pt>
                <c:pt idx="15513">
                  <c:v>5.0371456052369652</c:v>
                </c:pt>
                <c:pt idx="15514">
                  <c:v>5.0381792646045476</c:v>
                </c:pt>
                <c:pt idx="15515">
                  <c:v>5.0411328573616112</c:v>
                </c:pt>
                <c:pt idx="15516">
                  <c:v>5.0403107533879492</c:v>
                </c:pt>
                <c:pt idx="15517">
                  <c:v>5.0395523887910576</c:v>
                </c:pt>
                <c:pt idx="15518">
                  <c:v>5.0372275763724064</c:v>
                </c:pt>
                <c:pt idx="15519">
                  <c:v>5.0362128186968835</c:v>
                </c:pt>
                <c:pt idx="15520">
                  <c:v>5.0359830315442924</c:v>
                </c:pt>
                <c:pt idx="15521">
                  <c:v>5.0314272452339024</c:v>
                </c:pt>
                <c:pt idx="15522">
                  <c:v>5.0282352997473394</c:v>
                </c:pt>
                <c:pt idx="15523">
                  <c:v>5.0284482428604242</c:v>
                </c:pt>
                <c:pt idx="15524">
                  <c:v>5.0292668057575991</c:v>
                </c:pt>
                <c:pt idx="15525">
                  <c:v>5.0309655654237808</c:v>
                </c:pt>
                <c:pt idx="15526">
                  <c:v>5.0276951898782638</c:v>
                </c:pt>
                <c:pt idx="15527">
                  <c:v>5.0252431379679967</c:v>
                </c:pt>
                <c:pt idx="15528">
                  <c:v>5.029735567720695</c:v>
                </c:pt>
                <c:pt idx="15529">
                  <c:v>5.0337382761656837</c:v>
                </c:pt>
                <c:pt idx="15530">
                  <c:v>5.0344675943649033</c:v>
                </c:pt>
                <c:pt idx="15531">
                  <c:v>5.0346680001531272</c:v>
                </c:pt>
                <c:pt idx="15532">
                  <c:v>5.0380056082995175</c:v>
                </c:pt>
                <c:pt idx="15533">
                  <c:v>5.0382928183140647</c:v>
                </c:pt>
                <c:pt idx="15534">
                  <c:v>5.0352044732409462</c:v>
                </c:pt>
                <c:pt idx="15535">
                  <c:v>5.0355846125870913</c:v>
                </c:pt>
                <c:pt idx="15536">
                  <c:v>5.0396810638542222</c:v>
                </c:pt>
                <c:pt idx="15537">
                  <c:v>5.0381680192940816</c:v>
                </c:pt>
                <c:pt idx="15538">
                  <c:v>5.0361516154965162</c:v>
                </c:pt>
                <c:pt idx="15539">
                  <c:v>5.0327343809815481</c:v>
                </c:pt>
                <c:pt idx="15540">
                  <c:v>5.0279513436949701</c:v>
                </c:pt>
                <c:pt idx="15541">
                  <c:v>5.0294396485720849</c:v>
                </c:pt>
                <c:pt idx="15542">
                  <c:v>5.0330106806523238</c:v>
                </c:pt>
                <c:pt idx="15543">
                  <c:v>5.0324309011561139</c:v>
                </c:pt>
                <c:pt idx="15544">
                  <c:v>5.0279614405481965</c:v>
                </c:pt>
                <c:pt idx="15545">
                  <c:v>5.0251284836536252</c:v>
                </c:pt>
                <c:pt idx="15546">
                  <c:v>5.0267647002526603</c:v>
                </c:pt>
                <c:pt idx="15547">
                  <c:v>5.0284168995482732</c:v>
                </c:pt>
                <c:pt idx="15548">
                  <c:v>5.0284432183600032</c:v>
                </c:pt>
                <c:pt idx="15549">
                  <c:v>5.0327185896945101</c:v>
                </c:pt>
                <c:pt idx="15550">
                  <c:v>5.035089436107496</c:v>
                </c:pt>
                <c:pt idx="15551">
                  <c:v>5.0358421062705769</c:v>
                </c:pt>
                <c:pt idx="15552">
                  <c:v>5.0336265408467957</c:v>
                </c:pt>
                <c:pt idx="15553">
                  <c:v>5.0339148514661973</c:v>
                </c:pt>
                <c:pt idx="15554">
                  <c:v>5.0352791708138733</c:v>
                </c:pt>
                <c:pt idx="15555">
                  <c:v>5.0341409539851467</c:v>
                </c:pt>
                <c:pt idx="15556">
                  <c:v>5.0300283286118983</c:v>
                </c:pt>
                <c:pt idx="15557">
                  <c:v>5.0271606308858434</c:v>
                </c:pt>
                <c:pt idx="15558">
                  <c:v>5.0317612070285582</c:v>
                </c:pt>
                <c:pt idx="15559">
                  <c:v>5.035207679350739</c:v>
                </c:pt>
                <c:pt idx="15560">
                  <c:v>5.0336317089043714</c:v>
                </c:pt>
                <c:pt idx="15561">
                  <c:v>5.030133986677896</c:v>
                </c:pt>
                <c:pt idx="15562">
                  <c:v>5.0260015982696578</c:v>
                </c:pt>
                <c:pt idx="15563">
                  <c:v>5.0232900907281222</c:v>
                </c:pt>
                <c:pt idx="15564">
                  <c:v>5.0250312476073811</c:v>
                </c:pt>
                <c:pt idx="15565">
                  <c:v>5.0268940931015997</c:v>
                </c:pt>
                <c:pt idx="15566">
                  <c:v>5.0281287803384123</c:v>
                </c:pt>
                <c:pt idx="15567">
                  <c:v>5.0289834717862334</c:v>
                </c:pt>
                <c:pt idx="15568">
                  <c:v>5.0311498449582723</c:v>
                </c:pt>
                <c:pt idx="15569">
                  <c:v>5.0344154831176784</c:v>
                </c:pt>
                <c:pt idx="15570">
                  <c:v>5.0373273964474388</c:v>
                </c:pt>
                <c:pt idx="15571">
                  <c:v>5.0376915052446209</c:v>
                </c:pt>
                <c:pt idx="15572">
                  <c:v>5.0386837244468268</c:v>
                </c:pt>
                <c:pt idx="15573">
                  <c:v>5.0420906706990278</c:v>
                </c:pt>
                <c:pt idx="15574">
                  <c:v>5.0443703104662738</c:v>
                </c:pt>
                <c:pt idx="15575">
                  <c:v>5.0458561270193707</c:v>
                </c:pt>
                <c:pt idx="15576">
                  <c:v>5.0471156974963636</c:v>
                </c:pt>
                <c:pt idx="15577">
                  <c:v>5.0469161530510682</c:v>
                </c:pt>
                <c:pt idx="15578">
                  <c:v>5.0440957813337413</c:v>
                </c:pt>
                <c:pt idx="15579">
                  <c:v>5.042240065844882</c:v>
                </c:pt>
                <c:pt idx="15580">
                  <c:v>5.0349544923819005</c:v>
                </c:pt>
                <c:pt idx="15581">
                  <c:v>5.0315115132838217</c:v>
                </c:pt>
                <c:pt idx="15582">
                  <c:v>5.0315456320343008</c:v>
                </c:pt>
                <c:pt idx="15583">
                  <c:v>5.0303333397136516</c:v>
                </c:pt>
                <c:pt idx="15584">
                  <c:v>5.0290065366357863</c:v>
                </c:pt>
                <c:pt idx="15585">
                  <c:v>5.0264162870377458</c:v>
                </c:pt>
                <c:pt idx="15586">
                  <c:v>5.0290319462522008</c:v>
                </c:pt>
                <c:pt idx="15587">
                  <c:v>5.0360384924584638</c:v>
                </c:pt>
                <c:pt idx="15588">
                  <c:v>5.0367783381823754</c:v>
                </c:pt>
                <c:pt idx="15589">
                  <c:v>5.0403795651175258</c:v>
                </c:pt>
                <c:pt idx="15590">
                  <c:v>5.0425410573462983</c:v>
                </c:pt>
                <c:pt idx="15591">
                  <c:v>5.0434203449199906</c:v>
                </c:pt>
                <c:pt idx="15592">
                  <c:v>5.0417650830717404</c:v>
                </c:pt>
                <c:pt idx="15593">
                  <c:v>5.0372064256182529</c:v>
                </c:pt>
                <c:pt idx="15594">
                  <c:v>5.0316454521093332</c:v>
                </c:pt>
                <c:pt idx="15595">
                  <c:v>5.0286257273562516</c:v>
                </c:pt>
                <c:pt idx="15596">
                  <c:v>5.0302531869688387</c:v>
                </c:pt>
                <c:pt idx="15597">
                  <c:v>5.0320537765102209</c:v>
                </c:pt>
                <c:pt idx="15598">
                  <c:v>5.0319818065232367</c:v>
                </c:pt>
                <c:pt idx="15599">
                  <c:v>5.0330223087818693</c:v>
                </c:pt>
                <c:pt idx="15600">
                  <c:v>5.0334548464895494</c:v>
                </c:pt>
                <c:pt idx="15601">
                  <c:v>5.0332636283592374</c:v>
                </c:pt>
                <c:pt idx="15602">
                  <c:v>5.0328539640915704</c:v>
                </c:pt>
                <c:pt idx="15603">
                  <c:v>5.037127517035449</c:v>
                </c:pt>
                <c:pt idx="15604">
                  <c:v>5.0388368999310922</c:v>
                </c:pt>
                <c:pt idx="15605">
                  <c:v>5.0368854318199219</c:v>
                </c:pt>
                <c:pt idx="15606">
                  <c:v>5.0379033956052366</c:v>
                </c:pt>
                <c:pt idx="15607">
                  <c:v>5.0411500842201979</c:v>
                </c:pt>
                <c:pt idx="15608">
                  <c:v>5.0417981969221346</c:v>
                </c:pt>
                <c:pt idx="15609">
                  <c:v>5.0404690969297912</c:v>
                </c:pt>
                <c:pt idx="15610">
                  <c:v>5.0392191926345609</c:v>
                </c:pt>
                <c:pt idx="15611">
                  <c:v>5.0386887010948627</c:v>
                </c:pt>
                <c:pt idx="15612">
                  <c:v>5.0375871391930174</c:v>
                </c:pt>
                <c:pt idx="15613">
                  <c:v>5.0373689323175865</c:v>
                </c:pt>
                <c:pt idx="15614">
                  <c:v>5.0401409252737155</c:v>
                </c:pt>
                <c:pt idx="15615">
                  <c:v>5.0399761216599037</c:v>
                </c:pt>
                <c:pt idx="15616">
                  <c:v>5.0377109811653016</c:v>
                </c:pt>
                <c:pt idx="15617">
                  <c:v>5.0360806025572318</c:v>
                </c:pt>
                <c:pt idx="15618">
                  <c:v>5.0406089215986523</c:v>
                </c:pt>
                <c:pt idx="15619">
                  <c:v>5.0435614137508615</c:v>
                </c:pt>
                <c:pt idx="15620">
                  <c:v>5.0439485873975958</c:v>
                </c:pt>
                <c:pt idx="15621">
                  <c:v>5.0378844939131771</c:v>
                </c:pt>
                <c:pt idx="15622">
                  <c:v>5.0284486256795038</c:v>
                </c:pt>
                <c:pt idx="15623">
                  <c:v>5.0253934901615498</c:v>
                </c:pt>
                <c:pt idx="15624">
                  <c:v>5.0286352499808586</c:v>
                </c:pt>
                <c:pt idx="15625">
                  <c:v>5.0273685494985072</c:v>
                </c:pt>
                <c:pt idx="15626">
                  <c:v>5.0253929637853147</c:v>
                </c:pt>
                <c:pt idx="15627">
                  <c:v>5.0292276625066989</c:v>
                </c:pt>
                <c:pt idx="15628">
                  <c:v>5.0371408678508534</c:v>
                </c:pt>
                <c:pt idx="15629">
                  <c:v>5.0414654314371026</c:v>
                </c:pt>
                <c:pt idx="15630">
                  <c:v>5.0428512365056273</c:v>
                </c:pt>
                <c:pt idx="15631">
                  <c:v>5.0388630751856676</c:v>
                </c:pt>
                <c:pt idx="15632">
                  <c:v>5.0364066208559839</c:v>
                </c:pt>
                <c:pt idx="15633">
                  <c:v>5.0365095513360387</c:v>
                </c:pt>
                <c:pt idx="15634">
                  <c:v>5.0333695735395452</c:v>
                </c:pt>
                <c:pt idx="15635">
                  <c:v>5.0313576200137815</c:v>
                </c:pt>
                <c:pt idx="15636">
                  <c:v>5.0341747856213157</c:v>
                </c:pt>
                <c:pt idx="15637">
                  <c:v>5.0363380483883313</c:v>
                </c:pt>
                <c:pt idx="15638">
                  <c:v>5.0375069385958193</c:v>
                </c:pt>
                <c:pt idx="15639">
                  <c:v>5.0374240104126793</c:v>
                </c:pt>
                <c:pt idx="15640">
                  <c:v>5.0371469929561288</c:v>
                </c:pt>
                <c:pt idx="15641">
                  <c:v>5.0376732734859502</c:v>
                </c:pt>
                <c:pt idx="15642">
                  <c:v>5.036441696654161</c:v>
                </c:pt>
                <c:pt idx="15643">
                  <c:v>5.0344692213459918</c:v>
                </c:pt>
                <c:pt idx="15644">
                  <c:v>5.0332146275170357</c:v>
                </c:pt>
                <c:pt idx="15645">
                  <c:v>5.0367061289334663</c:v>
                </c:pt>
                <c:pt idx="15646">
                  <c:v>5.0390895605236965</c:v>
                </c:pt>
                <c:pt idx="15647">
                  <c:v>5.0416693304494293</c:v>
                </c:pt>
                <c:pt idx="15648">
                  <c:v>5.0421214397825587</c:v>
                </c:pt>
                <c:pt idx="15649">
                  <c:v>5.0427074400888143</c:v>
                </c:pt>
                <c:pt idx="15650">
                  <c:v>5.0401607361610905</c:v>
                </c:pt>
                <c:pt idx="15651">
                  <c:v>5.0364361457775058</c:v>
                </c:pt>
                <c:pt idx="15652">
                  <c:v>5.0339664363371872</c:v>
                </c:pt>
                <c:pt idx="15653">
                  <c:v>5.0338002928565961</c:v>
                </c:pt>
                <c:pt idx="15654">
                  <c:v>5.0332098901309239</c:v>
                </c:pt>
                <c:pt idx="15655">
                  <c:v>5.0352462962254041</c:v>
                </c:pt>
                <c:pt idx="15656">
                  <c:v>5.0330642753234818</c:v>
                </c:pt>
                <c:pt idx="15657">
                  <c:v>5.0293291095628208</c:v>
                </c:pt>
                <c:pt idx="15658">
                  <c:v>5.0351587742133068</c:v>
                </c:pt>
                <c:pt idx="15659">
                  <c:v>5.0377041861266365</c:v>
                </c:pt>
                <c:pt idx="15660">
                  <c:v>5.0362952683561746</c:v>
                </c:pt>
                <c:pt idx="15661">
                  <c:v>5.0340433829722073</c:v>
                </c:pt>
                <c:pt idx="15662">
                  <c:v>5.0309076640379757</c:v>
                </c:pt>
                <c:pt idx="15663">
                  <c:v>5.0333077004057882</c:v>
                </c:pt>
                <c:pt idx="15664">
                  <c:v>5.0338877670163082</c:v>
                </c:pt>
                <c:pt idx="15665">
                  <c:v>5.0326658085138964</c:v>
                </c:pt>
                <c:pt idx="15666">
                  <c:v>5.0357840134752312</c:v>
                </c:pt>
                <c:pt idx="15667">
                  <c:v>5.0358907721460842</c:v>
                </c:pt>
                <c:pt idx="15668">
                  <c:v>5.0338569022280071</c:v>
                </c:pt>
                <c:pt idx="15669">
                  <c:v>5.0343724638235967</c:v>
                </c:pt>
                <c:pt idx="15670">
                  <c:v>5.0353705688691521</c:v>
                </c:pt>
                <c:pt idx="15671">
                  <c:v>5.0329938366128166</c:v>
                </c:pt>
                <c:pt idx="15672">
                  <c:v>5.0328870779419645</c:v>
                </c:pt>
                <c:pt idx="15673">
                  <c:v>5.0334086689380602</c:v>
                </c:pt>
                <c:pt idx="15674">
                  <c:v>5.0358568448051448</c:v>
                </c:pt>
                <c:pt idx="15675">
                  <c:v>5.0357943974427686</c:v>
                </c:pt>
                <c:pt idx="15676">
                  <c:v>5.0334866204731643</c:v>
                </c:pt>
                <c:pt idx="15677">
                  <c:v>5.0295936853992806</c:v>
                </c:pt>
                <c:pt idx="15678">
                  <c:v>5.0287447840900388</c:v>
                </c:pt>
                <c:pt idx="15679">
                  <c:v>5.0304557939667713</c:v>
                </c:pt>
                <c:pt idx="15680">
                  <c:v>5.0344115592221117</c:v>
                </c:pt>
                <c:pt idx="15681">
                  <c:v>5.0381016480361378</c:v>
                </c:pt>
                <c:pt idx="15682">
                  <c:v>5.041312686624301</c:v>
                </c:pt>
                <c:pt idx="15683">
                  <c:v>5.0441506680192942</c:v>
                </c:pt>
                <c:pt idx="15684">
                  <c:v>5.0446033037286577</c:v>
                </c:pt>
                <c:pt idx="15685">
                  <c:v>5.0448432834392465</c:v>
                </c:pt>
                <c:pt idx="15686">
                  <c:v>5.0464217900620163</c:v>
                </c:pt>
                <c:pt idx="15687">
                  <c:v>5.0438289085828041</c:v>
                </c:pt>
                <c:pt idx="15688">
                  <c:v>5.0387593312150676</c:v>
                </c:pt>
                <c:pt idx="15689">
                  <c:v>5.0354291401883469</c:v>
                </c:pt>
                <c:pt idx="15690">
                  <c:v>5.0380005837990964</c:v>
                </c:pt>
                <c:pt idx="15691">
                  <c:v>5.0385566763647498</c:v>
                </c:pt>
                <c:pt idx="15692">
                  <c:v>5.0328311863563284</c:v>
                </c:pt>
                <c:pt idx="15693">
                  <c:v>5.0260384446060788</c:v>
                </c:pt>
                <c:pt idx="15694">
                  <c:v>5.0233783783783785</c:v>
                </c:pt>
                <c:pt idx="15695">
                  <c:v>5.0267904926881553</c:v>
                </c:pt>
                <c:pt idx="15696">
                  <c:v>5.0320878474083148</c:v>
                </c:pt>
                <c:pt idx="15697">
                  <c:v>5.0317514451420262</c:v>
                </c:pt>
                <c:pt idx="15698">
                  <c:v>5.0283139212158332</c:v>
                </c:pt>
                <c:pt idx="15699">
                  <c:v>5.0281413655156575</c:v>
                </c:pt>
                <c:pt idx="15700">
                  <c:v>5.0298776893040351</c:v>
                </c:pt>
                <c:pt idx="15701">
                  <c:v>5.030716302350509</c:v>
                </c:pt>
                <c:pt idx="15702">
                  <c:v>5.0325908716790444</c:v>
                </c:pt>
                <c:pt idx="15703">
                  <c:v>5.0334993970599493</c:v>
                </c:pt>
                <c:pt idx="15704">
                  <c:v>5.0375824975116759</c:v>
                </c:pt>
                <c:pt idx="15705">
                  <c:v>5.0456301202051907</c:v>
                </c:pt>
                <c:pt idx="15706">
                  <c:v>5.0466912468417426</c:v>
                </c:pt>
                <c:pt idx="15707">
                  <c:v>5.0421735031773984</c:v>
                </c:pt>
                <c:pt idx="15708">
                  <c:v>5.0378133374167371</c:v>
                </c:pt>
                <c:pt idx="15709">
                  <c:v>5.0374219049077409</c:v>
                </c:pt>
                <c:pt idx="15710">
                  <c:v>5.035536903759283</c:v>
                </c:pt>
                <c:pt idx="15711">
                  <c:v>5.0380048426613584</c:v>
                </c:pt>
                <c:pt idx="15712">
                  <c:v>5.0454434001990656</c:v>
                </c:pt>
                <c:pt idx="15713">
                  <c:v>5.0485304532577899</c:v>
                </c:pt>
                <c:pt idx="15714">
                  <c:v>5.0439127938136439</c:v>
                </c:pt>
                <c:pt idx="15715">
                  <c:v>5.0392192883393312</c:v>
                </c:pt>
                <c:pt idx="15716">
                  <c:v>5.0380775782865017</c:v>
                </c:pt>
                <c:pt idx="15717">
                  <c:v>5.0370826793507391</c:v>
                </c:pt>
                <c:pt idx="15718">
                  <c:v>5.0366850738840823</c:v>
                </c:pt>
                <c:pt idx="15719">
                  <c:v>5.0371306752928566</c:v>
                </c:pt>
                <c:pt idx="15720">
                  <c:v>5.0415568294923823</c:v>
                </c:pt>
                <c:pt idx="15721">
                  <c:v>5.0451640858280378</c:v>
                </c:pt>
                <c:pt idx="15722">
                  <c:v>5.046979748870684</c:v>
                </c:pt>
                <c:pt idx="15723">
                  <c:v>5.045980208253579</c:v>
                </c:pt>
                <c:pt idx="15724">
                  <c:v>5.0460322237960336</c:v>
                </c:pt>
                <c:pt idx="15725">
                  <c:v>5.0482098422785393</c:v>
                </c:pt>
                <c:pt idx="15726">
                  <c:v>5.0436435284434573</c:v>
                </c:pt>
                <c:pt idx="15727">
                  <c:v>5.0368853839675367</c:v>
                </c:pt>
                <c:pt idx="15728">
                  <c:v>5.0349011848250518</c:v>
                </c:pt>
                <c:pt idx="15729">
                  <c:v>5.0369656802695042</c:v>
                </c:pt>
                <c:pt idx="15730">
                  <c:v>5.0386565442921674</c:v>
                </c:pt>
                <c:pt idx="15731">
                  <c:v>5.0388701094862567</c:v>
                </c:pt>
                <c:pt idx="15732">
                  <c:v>5.0400536425235432</c:v>
                </c:pt>
                <c:pt idx="15733">
                  <c:v>5.0398328037669398</c:v>
                </c:pt>
                <c:pt idx="15734">
                  <c:v>5.0386855428374551</c:v>
                </c:pt>
                <c:pt idx="15735">
                  <c:v>5.0375167961871217</c:v>
                </c:pt>
                <c:pt idx="15736">
                  <c:v>5.0349565500344537</c:v>
                </c:pt>
                <c:pt idx="15737">
                  <c:v>5.0324147749023815</c:v>
                </c:pt>
                <c:pt idx="15738">
                  <c:v>5.0374275514891664</c:v>
                </c:pt>
                <c:pt idx="15739">
                  <c:v>5.0393801680575763</c:v>
                </c:pt>
                <c:pt idx="15740">
                  <c:v>5.0341791401883471</c:v>
                </c:pt>
                <c:pt idx="15741">
                  <c:v>5.0351339388255107</c:v>
                </c:pt>
                <c:pt idx="15742">
                  <c:v>5.0390659692979094</c:v>
                </c:pt>
                <c:pt idx="15743">
                  <c:v>5.0402529955592987</c:v>
                </c:pt>
                <c:pt idx="15744">
                  <c:v>5.0440519964015005</c:v>
                </c:pt>
                <c:pt idx="15745">
                  <c:v>5.0438350336880786</c:v>
                </c:pt>
                <c:pt idx="15746">
                  <c:v>5.037201927494066</c:v>
                </c:pt>
                <c:pt idx="15747">
                  <c:v>5.0327657721460834</c:v>
                </c:pt>
                <c:pt idx="15748">
                  <c:v>5.0371297182451578</c:v>
                </c:pt>
                <c:pt idx="15749">
                  <c:v>5.0423795076946636</c:v>
                </c:pt>
                <c:pt idx="15750">
                  <c:v>5.0421599131000692</c:v>
                </c:pt>
                <c:pt idx="15751">
                  <c:v>5.0391235357170201</c:v>
                </c:pt>
                <c:pt idx="15752">
                  <c:v>5.0372291076487254</c:v>
                </c:pt>
                <c:pt idx="15753">
                  <c:v>5.0362865113697266</c:v>
                </c:pt>
                <c:pt idx="15754">
                  <c:v>5.0362887604318196</c:v>
                </c:pt>
                <c:pt idx="15755">
                  <c:v>5.0363075664191106</c:v>
                </c:pt>
                <c:pt idx="15756">
                  <c:v>5.0362120530587244</c:v>
                </c:pt>
                <c:pt idx="15757">
                  <c:v>5.0338884369496979</c:v>
                </c:pt>
                <c:pt idx="15758">
                  <c:v>5.030540157721461</c:v>
                </c:pt>
                <c:pt idx="15759">
                  <c:v>5.0293805987290403</c:v>
                </c:pt>
                <c:pt idx="15760">
                  <c:v>5.0314015485031778</c:v>
                </c:pt>
                <c:pt idx="15761">
                  <c:v>5.0328337225327306</c:v>
                </c:pt>
                <c:pt idx="15762">
                  <c:v>5.0352131345226248</c:v>
                </c:pt>
                <c:pt idx="15763">
                  <c:v>5.0368135096853228</c:v>
                </c:pt>
                <c:pt idx="15764">
                  <c:v>5.0334776242247914</c:v>
                </c:pt>
                <c:pt idx="15765">
                  <c:v>5.0319675943649029</c:v>
                </c:pt>
                <c:pt idx="15766">
                  <c:v>5.0358662717249825</c:v>
                </c:pt>
                <c:pt idx="15767">
                  <c:v>5.0365163942270881</c:v>
                </c:pt>
                <c:pt idx="15768">
                  <c:v>5.0377092584794427</c:v>
                </c:pt>
                <c:pt idx="15769">
                  <c:v>5.0405518815557766</c:v>
                </c:pt>
                <c:pt idx="15770">
                  <c:v>5.0378657357782712</c:v>
                </c:pt>
                <c:pt idx="15771">
                  <c:v>5.0358076525534035</c:v>
                </c:pt>
                <c:pt idx="15772">
                  <c:v>5.0345270270270266</c:v>
                </c:pt>
                <c:pt idx="15773">
                  <c:v>5.0348874033381827</c:v>
                </c:pt>
                <c:pt idx="15774">
                  <c:v>5.0353817184748486</c:v>
                </c:pt>
                <c:pt idx="15775">
                  <c:v>5.0317649395145851</c:v>
                </c:pt>
                <c:pt idx="15776">
                  <c:v>5.0256383986677893</c:v>
                </c:pt>
                <c:pt idx="15777">
                  <c:v>5.0239664841895717</c:v>
                </c:pt>
                <c:pt idx="15778">
                  <c:v>5.027373239032233</c:v>
                </c:pt>
                <c:pt idx="15779">
                  <c:v>5.0325703430058955</c:v>
                </c:pt>
                <c:pt idx="15780">
                  <c:v>5.0303417617334052</c:v>
                </c:pt>
                <c:pt idx="15781">
                  <c:v>5.0265644858739762</c:v>
                </c:pt>
                <c:pt idx="15782">
                  <c:v>5.0277918038435034</c:v>
                </c:pt>
                <c:pt idx="15783">
                  <c:v>5.0336501320725828</c:v>
                </c:pt>
                <c:pt idx="15784">
                  <c:v>5.035287879947937</c:v>
                </c:pt>
                <c:pt idx="15785">
                  <c:v>5.0316304264604552</c:v>
                </c:pt>
                <c:pt idx="15786">
                  <c:v>5.0309522624607608</c:v>
                </c:pt>
                <c:pt idx="15787">
                  <c:v>5.0328399911951616</c:v>
                </c:pt>
                <c:pt idx="15788">
                  <c:v>5.0324177896026336</c:v>
                </c:pt>
                <c:pt idx="15789">
                  <c:v>5.0318493032692748</c:v>
                </c:pt>
                <c:pt idx="15790">
                  <c:v>5.0350600547431288</c:v>
                </c:pt>
                <c:pt idx="15791">
                  <c:v>5.0366454521093331</c:v>
                </c:pt>
                <c:pt idx="15792">
                  <c:v>5.0400778558303347</c:v>
                </c:pt>
                <c:pt idx="15793">
                  <c:v>5.0455013494372558</c:v>
                </c:pt>
                <c:pt idx="15794">
                  <c:v>5.0436593675828805</c:v>
                </c:pt>
                <c:pt idx="15795">
                  <c:v>5.0385479193783018</c:v>
                </c:pt>
                <c:pt idx="15796">
                  <c:v>5.0370042971441693</c:v>
                </c:pt>
                <c:pt idx="15797">
                  <c:v>5.0367295287497127</c:v>
                </c:pt>
                <c:pt idx="15798">
                  <c:v>5.0370768413597737</c:v>
                </c:pt>
                <c:pt idx="15799">
                  <c:v>5.0376459976265213</c:v>
                </c:pt>
                <c:pt idx="15800">
                  <c:v>5.0361053900926418</c:v>
                </c:pt>
                <c:pt idx="15801">
                  <c:v>5.0325291421024421</c:v>
                </c:pt>
                <c:pt idx="15802">
                  <c:v>5.0319660152361996</c:v>
                </c:pt>
                <c:pt idx="15803">
                  <c:v>5.0336527639537554</c:v>
                </c:pt>
                <c:pt idx="15804">
                  <c:v>5.037207430518337</c:v>
                </c:pt>
                <c:pt idx="15805">
                  <c:v>5.0384162296148842</c:v>
                </c:pt>
                <c:pt idx="15806">
                  <c:v>5.0379483289947169</c:v>
                </c:pt>
                <c:pt idx="15807">
                  <c:v>5.0367333569405099</c:v>
                </c:pt>
                <c:pt idx="15808">
                  <c:v>5.0363774787535407</c:v>
                </c:pt>
                <c:pt idx="15809">
                  <c:v>5.0344373995099918</c:v>
                </c:pt>
                <c:pt idx="15810">
                  <c:v>5.0331952473011254</c:v>
                </c:pt>
                <c:pt idx="15811">
                  <c:v>5.0333553613812114</c:v>
                </c:pt>
                <c:pt idx="15812">
                  <c:v>5.0357234323558684</c:v>
                </c:pt>
                <c:pt idx="15813">
                  <c:v>5.0370921541229619</c:v>
                </c:pt>
                <c:pt idx="15814">
                  <c:v>5.0329601485338031</c:v>
                </c:pt>
                <c:pt idx="15815">
                  <c:v>5.0279767054590003</c:v>
                </c:pt>
                <c:pt idx="15816">
                  <c:v>5.0278147251359009</c:v>
                </c:pt>
                <c:pt idx="15817">
                  <c:v>5.0316652151443231</c:v>
                </c:pt>
                <c:pt idx="15818">
                  <c:v>5.0343361438634098</c:v>
                </c:pt>
                <c:pt idx="15819">
                  <c:v>5.0309848499349208</c:v>
                </c:pt>
                <c:pt idx="15820">
                  <c:v>5.0272648055279072</c:v>
                </c:pt>
                <c:pt idx="15821">
                  <c:v>5.0259992535027944</c:v>
                </c:pt>
                <c:pt idx="15822">
                  <c:v>5.0271642676671009</c:v>
                </c:pt>
                <c:pt idx="15823">
                  <c:v>5.0348883603858816</c:v>
                </c:pt>
                <c:pt idx="15824">
                  <c:v>5.0381013130694434</c:v>
                </c:pt>
                <c:pt idx="15825">
                  <c:v>5.0339248047622691</c:v>
                </c:pt>
                <c:pt idx="15826">
                  <c:v>5.0319967364673452</c:v>
                </c:pt>
                <c:pt idx="15827">
                  <c:v>5.0331448108873742</c:v>
                </c:pt>
                <c:pt idx="15828">
                  <c:v>5.0367670450195234</c:v>
                </c:pt>
                <c:pt idx="15829">
                  <c:v>5.0358738324018066</c:v>
                </c:pt>
                <c:pt idx="15830">
                  <c:v>5.0340353437715333</c:v>
                </c:pt>
                <c:pt idx="15831">
                  <c:v>5.0342351274787536</c:v>
                </c:pt>
                <c:pt idx="15832">
                  <c:v>5.0299883240180687</c:v>
                </c:pt>
                <c:pt idx="15833">
                  <c:v>5.0238311576448966</c:v>
                </c:pt>
                <c:pt idx="15834">
                  <c:v>5.0226689189189191</c:v>
                </c:pt>
                <c:pt idx="15835">
                  <c:v>5.0287211928642526</c:v>
                </c:pt>
                <c:pt idx="15836">
                  <c:v>5.0352832861189798</c:v>
                </c:pt>
                <c:pt idx="15837">
                  <c:v>5.0399364041803842</c:v>
                </c:pt>
                <c:pt idx="15838">
                  <c:v>5.0407864060944796</c:v>
                </c:pt>
                <c:pt idx="15839">
                  <c:v>5.0384854720159256</c:v>
                </c:pt>
                <c:pt idx="15840">
                  <c:v>5.0401337474159709</c:v>
                </c:pt>
                <c:pt idx="15841">
                  <c:v>5.040764728964092</c:v>
                </c:pt>
                <c:pt idx="15842">
                  <c:v>5.0374542052675908</c:v>
                </c:pt>
                <c:pt idx="15843">
                  <c:v>5.0342563260852922</c:v>
                </c:pt>
                <c:pt idx="15844">
                  <c:v>5.032594556312687</c:v>
                </c:pt>
                <c:pt idx="15845">
                  <c:v>5.0341859830793965</c:v>
                </c:pt>
                <c:pt idx="15846">
                  <c:v>5.0340220886608993</c:v>
                </c:pt>
                <c:pt idx="15847">
                  <c:v>5.0319988898246688</c:v>
                </c:pt>
                <c:pt idx="15848">
                  <c:v>5.0311873133756988</c:v>
                </c:pt>
                <c:pt idx="15849">
                  <c:v>5.0331775419186888</c:v>
                </c:pt>
                <c:pt idx="15850">
                  <c:v>5.0320855504938367</c:v>
                </c:pt>
                <c:pt idx="15851">
                  <c:v>5.0307520002296915</c:v>
                </c:pt>
                <c:pt idx="15852">
                  <c:v>5.029814524155884</c:v>
                </c:pt>
                <c:pt idx="15853">
                  <c:v>5.0306714646657991</c:v>
                </c:pt>
                <c:pt idx="15854">
                  <c:v>5.0317655137432054</c:v>
                </c:pt>
                <c:pt idx="15855">
                  <c:v>5.0337519619477833</c:v>
                </c:pt>
                <c:pt idx="15856">
                  <c:v>5.0376672919378302</c:v>
                </c:pt>
                <c:pt idx="15857">
                  <c:v>5.0413507771227319</c:v>
                </c:pt>
                <c:pt idx="15858">
                  <c:v>5.0414979710588774</c:v>
                </c:pt>
                <c:pt idx="15859">
                  <c:v>5.0359224504249296</c:v>
                </c:pt>
                <c:pt idx="15860">
                  <c:v>5.0305328363065618</c:v>
                </c:pt>
                <c:pt idx="15861">
                  <c:v>5.0309205363295311</c:v>
                </c:pt>
                <c:pt idx="15862">
                  <c:v>5.0297738017762805</c:v>
                </c:pt>
                <c:pt idx="15863">
                  <c:v>5.0309801604011941</c:v>
                </c:pt>
                <c:pt idx="15864">
                  <c:v>5.0393145145854072</c:v>
                </c:pt>
                <c:pt idx="15865">
                  <c:v>5.0433590938672381</c:v>
                </c:pt>
                <c:pt idx="15866">
                  <c:v>5.0397074305183374</c:v>
                </c:pt>
                <c:pt idx="15867">
                  <c:v>5.034910276778195</c:v>
                </c:pt>
                <c:pt idx="15868">
                  <c:v>5.0332836306561521</c:v>
                </c:pt>
                <c:pt idx="15869">
                  <c:v>5.0370631555776741</c:v>
                </c:pt>
                <c:pt idx="15870">
                  <c:v>5.0361456339483963</c:v>
                </c:pt>
                <c:pt idx="15871">
                  <c:v>5.0309732218053744</c:v>
                </c:pt>
                <c:pt idx="15872">
                  <c:v>5.0282270691371256</c:v>
                </c:pt>
                <c:pt idx="15873">
                  <c:v>5.0277905118291093</c:v>
                </c:pt>
                <c:pt idx="15874">
                  <c:v>5.0246233538779572</c:v>
                </c:pt>
                <c:pt idx="15875">
                  <c:v>5.0236652534262305</c:v>
                </c:pt>
                <c:pt idx="15876">
                  <c:v>5.0274360692136897</c:v>
                </c:pt>
                <c:pt idx="15877">
                  <c:v>5.0283781391164535</c:v>
                </c:pt>
                <c:pt idx="15878">
                  <c:v>5.0311668325549341</c:v>
                </c:pt>
                <c:pt idx="15879">
                  <c:v>5.0307115171120129</c:v>
                </c:pt>
                <c:pt idx="15880">
                  <c:v>5.0317147423627597</c:v>
                </c:pt>
                <c:pt idx="15881">
                  <c:v>5.0375428757369267</c:v>
                </c:pt>
                <c:pt idx="15882">
                  <c:v>5.0385916086057732</c:v>
                </c:pt>
                <c:pt idx="15883">
                  <c:v>5.0361007962636855</c:v>
                </c:pt>
                <c:pt idx="15884">
                  <c:v>5.0338753253962176</c:v>
                </c:pt>
                <c:pt idx="15885">
                  <c:v>5.0323845321950849</c:v>
                </c:pt>
                <c:pt idx="15886">
                  <c:v>5.0352023198836227</c:v>
                </c:pt>
                <c:pt idx="15887">
                  <c:v>5.0376415952071047</c:v>
                </c:pt>
                <c:pt idx="15888">
                  <c:v>5.0381712732562587</c:v>
                </c:pt>
                <c:pt idx="15889">
                  <c:v>5.0365918574381743</c:v>
                </c:pt>
                <c:pt idx="15890">
                  <c:v>5.0328380770997629</c:v>
                </c:pt>
                <c:pt idx="15891">
                  <c:v>5.0302850566572239</c:v>
                </c:pt>
                <c:pt idx="15892">
                  <c:v>5.0304752220350659</c:v>
                </c:pt>
                <c:pt idx="15893">
                  <c:v>5.02791923474466</c:v>
                </c:pt>
                <c:pt idx="15894">
                  <c:v>5.0242708253579362</c:v>
                </c:pt>
                <c:pt idx="15895">
                  <c:v>5.0213514470561211</c:v>
                </c:pt>
                <c:pt idx="15896">
                  <c:v>5.0203720522930864</c:v>
                </c:pt>
                <c:pt idx="15897">
                  <c:v>5.0215346738381443</c:v>
                </c:pt>
                <c:pt idx="15898">
                  <c:v>5.0218774883240185</c:v>
                </c:pt>
                <c:pt idx="15899">
                  <c:v>5.0264231777811803</c:v>
                </c:pt>
                <c:pt idx="15900">
                  <c:v>5.0318388714493532</c:v>
                </c:pt>
                <c:pt idx="15901">
                  <c:v>5.0341298043794502</c:v>
                </c:pt>
                <c:pt idx="15902">
                  <c:v>5.0337267437409077</c:v>
                </c:pt>
                <c:pt idx="15903">
                  <c:v>5.032637623459153</c:v>
                </c:pt>
                <c:pt idx="15904">
                  <c:v>5.0327503158257407</c:v>
                </c:pt>
                <c:pt idx="15905">
                  <c:v>5.0379882857361613</c:v>
                </c:pt>
                <c:pt idx="15906">
                  <c:v>5.0447814581578747</c:v>
                </c:pt>
                <c:pt idx="15907">
                  <c:v>5.0451922230303961</c:v>
                </c:pt>
                <c:pt idx="15908">
                  <c:v>5.0447016882321414</c:v>
                </c:pt>
                <c:pt idx="15909">
                  <c:v>5.0445348748181607</c:v>
                </c:pt>
                <c:pt idx="15910">
                  <c:v>5.0438557537707682</c:v>
                </c:pt>
                <c:pt idx="15911">
                  <c:v>5.0443376751397286</c:v>
                </c:pt>
                <c:pt idx="15912">
                  <c:v>5.0419863046474234</c:v>
                </c:pt>
                <c:pt idx="15913">
                  <c:v>5.0383610079626369</c:v>
                </c:pt>
                <c:pt idx="15914">
                  <c:v>5.0411554915396986</c:v>
                </c:pt>
                <c:pt idx="15915">
                  <c:v>5.0401686318046091</c:v>
                </c:pt>
                <c:pt idx="15916">
                  <c:v>5.0362853150601028</c:v>
                </c:pt>
                <c:pt idx="15917">
                  <c:v>5.0356934767628818</c:v>
                </c:pt>
                <c:pt idx="15918">
                  <c:v>5.0395966522471483</c:v>
                </c:pt>
                <c:pt idx="15919">
                  <c:v>5.0468796416813415</c:v>
                </c:pt>
                <c:pt idx="15920">
                  <c:v>5.04801556159559</c:v>
                </c:pt>
                <c:pt idx="15921">
                  <c:v>5.0426026912181303</c:v>
                </c:pt>
                <c:pt idx="15922">
                  <c:v>5.0398306504096162</c:v>
                </c:pt>
                <c:pt idx="15923">
                  <c:v>5.0376243204961337</c:v>
                </c:pt>
                <c:pt idx="15924">
                  <c:v>5.0370399950233518</c:v>
                </c:pt>
                <c:pt idx="15925">
                  <c:v>5.0347199678431975</c:v>
                </c:pt>
                <c:pt idx="15926">
                  <c:v>5.0331935246152666</c:v>
                </c:pt>
                <c:pt idx="15927">
                  <c:v>5.0348054800551258</c:v>
                </c:pt>
                <c:pt idx="15928">
                  <c:v>5.0339123152897942</c:v>
                </c:pt>
                <c:pt idx="15929">
                  <c:v>5.0327621832172111</c:v>
                </c:pt>
                <c:pt idx="15930">
                  <c:v>5.0368389671541234</c:v>
                </c:pt>
                <c:pt idx="15931">
                  <c:v>5.039570524844958</c:v>
                </c:pt>
                <c:pt idx="15932">
                  <c:v>5.0365687447362379</c:v>
                </c:pt>
                <c:pt idx="15933">
                  <c:v>5.0336304168899781</c:v>
                </c:pt>
                <c:pt idx="15934">
                  <c:v>5.0376076200137812</c:v>
                </c:pt>
                <c:pt idx="15935">
                  <c:v>5.0418489683025802</c:v>
                </c:pt>
                <c:pt idx="15936">
                  <c:v>5.0432160630885843</c:v>
                </c:pt>
                <c:pt idx="15937">
                  <c:v>5.0431970656917544</c:v>
                </c:pt>
                <c:pt idx="15938">
                  <c:v>5.0409943725595285</c:v>
                </c:pt>
                <c:pt idx="15939">
                  <c:v>5.0369602729500036</c:v>
                </c:pt>
                <c:pt idx="15940">
                  <c:v>5.0388319232830563</c:v>
                </c:pt>
                <c:pt idx="15941">
                  <c:v>5.0387860328458771</c:v>
                </c:pt>
                <c:pt idx="15942">
                  <c:v>5.0370079339254268</c:v>
                </c:pt>
                <c:pt idx="15943">
                  <c:v>5.0362229155501108</c:v>
                </c:pt>
                <c:pt idx="15944">
                  <c:v>5.0355776261388865</c:v>
                </c:pt>
                <c:pt idx="15945">
                  <c:v>5.0341623918536103</c:v>
                </c:pt>
                <c:pt idx="15946">
                  <c:v>5.0331085387795724</c:v>
                </c:pt>
                <c:pt idx="15947">
                  <c:v>5.0316808150218204</c:v>
                </c:pt>
                <c:pt idx="15948">
                  <c:v>5.0316954578516198</c:v>
                </c:pt>
                <c:pt idx="15949">
                  <c:v>5.0327813720235817</c:v>
                </c:pt>
                <c:pt idx="15950">
                  <c:v>5.0322462866549271</c:v>
                </c:pt>
                <c:pt idx="15951">
                  <c:v>5.0317943687313376</c:v>
                </c:pt>
                <c:pt idx="15952">
                  <c:v>5.0336352499808594</c:v>
                </c:pt>
                <c:pt idx="15953">
                  <c:v>5.0370066897634178</c:v>
                </c:pt>
                <c:pt idx="15954">
                  <c:v>5.0400445984227851</c:v>
                </c:pt>
                <c:pt idx="15955">
                  <c:v>5.0376094384044103</c:v>
                </c:pt>
                <c:pt idx="15956">
                  <c:v>5.0365681705076177</c:v>
                </c:pt>
                <c:pt idx="15957">
                  <c:v>5.0384460895031005</c:v>
                </c:pt>
                <c:pt idx="15958">
                  <c:v>5.0366874665033308</c:v>
                </c:pt>
                <c:pt idx="15959">
                  <c:v>5.0351572907893729</c:v>
                </c:pt>
                <c:pt idx="15960">
                  <c:v>5.0364746190950154</c:v>
                </c:pt>
                <c:pt idx="15961">
                  <c:v>5.0385595953602325</c:v>
                </c:pt>
                <c:pt idx="15962">
                  <c:v>5.0370802867314906</c:v>
                </c:pt>
                <c:pt idx="15963">
                  <c:v>5.0334218761963099</c:v>
                </c:pt>
                <c:pt idx="15964">
                  <c:v>5.0361061078784166</c:v>
                </c:pt>
                <c:pt idx="15965">
                  <c:v>5.0391077922823673</c:v>
                </c:pt>
                <c:pt idx="15966">
                  <c:v>5.0374415243855752</c:v>
                </c:pt>
                <c:pt idx="15967">
                  <c:v>5.0382496076104433</c:v>
                </c:pt>
                <c:pt idx="15968">
                  <c:v>5.038590316591379</c:v>
                </c:pt>
                <c:pt idx="15969">
                  <c:v>5.0405949487022434</c:v>
                </c:pt>
                <c:pt idx="15970">
                  <c:v>5.0413633622999772</c:v>
                </c:pt>
                <c:pt idx="15971">
                  <c:v>5.0391701917923593</c:v>
                </c:pt>
                <c:pt idx="15972">
                  <c:v>5.0380625047852385</c:v>
                </c:pt>
                <c:pt idx="15973">
                  <c:v>5.0384042665186435</c:v>
                </c:pt>
                <c:pt idx="15974">
                  <c:v>5.0337366491845952</c:v>
                </c:pt>
                <c:pt idx="15975">
                  <c:v>5.0343638025419191</c:v>
                </c:pt>
                <c:pt idx="15976">
                  <c:v>5.0361553001301589</c:v>
                </c:pt>
                <c:pt idx="15977">
                  <c:v>5.0345109964780645</c:v>
                </c:pt>
                <c:pt idx="15978">
                  <c:v>5.0347089139422705</c:v>
                </c:pt>
                <c:pt idx="15979">
                  <c:v>5.035429905826506</c:v>
                </c:pt>
                <c:pt idx="15980">
                  <c:v>5.03460708406707</c:v>
                </c:pt>
                <c:pt idx="15981">
                  <c:v>5.0344992247913636</c:v>
                </c:pt>
                <c:pt idx="15982">
                  <c:v>5.0377257675522547</c:v>
                </c:pt>
                <c:pt idx="15983">
                  <c:v>5.0382753043411688</c:v>
                </c:pt>
                <c:pt idx="15984">
                  <c:v>5.0402828554475159</c:v>
                </c:pt>
                <c:pt idx="15985">
                  <c:v>5.0426624588469489</c:v>
                </c:pt>
                <c:pt idx="15986">
                  <c:v>5.0394182585560063</c:v>
                </c:pt>
                <c:pt idx="15987">
                  <c:v>5.0396888637929713</c:v>
                </c:pt>
                <c:pt idx="15988">
                  <c:v>5.0416581329913486</c:v>
                </c:pt>
                <c:pt idx="15989">
                  <c:v>5.0398544808973282</c:v>
                </c:pt>
                <c:pt idx="15990">
                  <c:v>5.0362825396217747</c:v>
                </c:pt>
                <c:pt idx="15991">
                  <c:v>5.0373232332899471</c:v>
                </c:pt>
                <c:pt idx="15992">
                  <c:v>5.0351497301125487</c:v>
                </c:pt>
                <c:pt idx="15993">
                  <c:v>5.0314089177704613</c:v>
                </c:pt>
                <c:pt idx="15994">
                  <c:v>5.0294345762192787</c:v>
                </c:pt>
                <c:pt idx="15995">
                  <c:v>5.0303150122502105</c:v>
                </c:pt>
                <c:pt idx="15996">
                  <c:v>5.0310861055815019</c:v>
                </c:pt>
                <c:pt idx="15997">
                  <c:v>5.0323816131996022</c:v>
                </c:pt>
                <c:pt idx="15998">
                  <c:v>5.0342208674680347</c:v>
                </c:pt>
                <c:pt idx="15999">
                  <c:v>5.0350834545593752</c:v>
                </c:pt>
                <c:pt idx="16000">
                  <c:v>5.0357946845570787</c:v>
                </c:pt>
                <c:pt idx="16001">
                  <c:v>5.0388160362912489</c:v>
                </c:pt>
                <c:pt idx="16002">
                  <c:v>5.0409658525380907</c:v>
                </c:pt>
                <c:pt idx="16003">
                  <c:v>5.0392637432049616</c:v>
                </c:pt>
                <c:pt idx="16004">
                  <c:v>5.0350334488170887</c:v>
                </c:pt>
                <c:pt idx="16005">
                  <c:v>5.0308483749330071</c:v>
                </c:pt>
                <c:pt idx="16006">
                  <c:v>5.0297186279764183</c:v>
                </c:pt>
                <c:pt idx="16007">
                  <c:v>5.0289551910267205</c:v>
                </c:pt>
                <c:pt idx="16008">
                  <c:v>5.028282051527448</c:v>
                </c:pt>
                <c:pt idx="16009">
                  <c:v>5.0273932891815329</c:v>
                </c:pt>
                <c:pt idx="16010">
                  <c:v>5.0236776471939359</c:v>
                </c:pt>
                <c:pt idx="16011">
                  <c:v>5.0254401940892732</c:v>
                </c:pt>
                <c:pt idx="16012">
                  <c:v>5.0323976916009494</c:v>
                </c:pt>
                <c:pt idx="16013">
                  <c:v>5.035415645815787</c:v>
                </c:pt>
                <c:pt idx="16014">
                  <c:v>5.0345297546129695</c:v>
                </c:pt>
                <c:pt idx="16015">
                  <c:v>5.0311557308016228</c:v>
                </c:pt>
                <c:pt idx="16016">
                  <c:v>5.0280615955899242</c:v>
                </c:pt>
                <c:pt idx="16017">
                  <c:v>5.028496286654927</c:v>
                </c:pt>
                <c:pt idx="16018">
                  <c:v>5.0299330066610519</c:v>
                </c:pt>
                <c:pt idx="16019">
                  <c:v>5.0356111706607454</c:v>
                </c:pt>
                <c:pt idx="16020">
                  <c:v>5.0415364922287731</c:v>
                </c:pt>
                <c:pt idx="16021">
                  <c:v>5.0419999425771378</c:v>
                </c:pt>
                <c:pt idx="16022">
                  <c:v>5.0380586765944413</c:v>
                </c:pt>
                <c:pt idx="16023">
                  <c:v>5.0370307595130539</c:v>
                </c:pt>
                <c:pt idx="16024">
                  <c:v>5.0351545153510449</c:v>
                </c:pt>
                <c:pt idx="16025">
                  <c:v>5.0298920450195235</c:v>
                </c:pt>
                <c:pt idx="16026">
                  <c:v>5.0261010355256106</c:v>
                </c:pt>
                <c:pt idx="16027">
                  <c:v>5.0260627057652556</c:v>
                </c:pt>
                <c:pt idx="16028">
                  <c:v>5.0263417808743585</c:v>
                </c:pt>
                <c:pt idx="16029">
                  <c:v>5.0231244257713801</c:v>
                </c:pt>
                <c:pt idx="16030">
                  <c:v>5.0237762709593445</c:v>
                </c:pt>
                <c:pt idx="16031">
                  <c:v>5.0249232447745191</c:v>
                </c:pt>
                <c:pt idx="16032">
                  <c:v>5.0231401213536486</c:v>
                </c:pt>
                <c:pt idx="16033">
                  <c:v>5.0251530319271112</c:v>
                </c:pt>
                <c:pt idx="16034">
                  <c:v>5.0317587187045403</c:v>
                </c:pt>
                <c:pt idx="16035">
                  <c:v>5.0384964780644665</c:v>
                </c:pt>
                <c:pt idx="16036">
                  <c:v>5.0394876445142023</c:v>
                </c:pt>
                <c:pt idx="16037">
                  <c:v>5.0376659999234361</c:v>
                </c:pt>
                <c:pt idx="16038">
                  <c:v>5.0353741577980244</c:v>
                </c:pt>
                <c:pt idx="16039">
                  <c:v>5.0320120492305334</c:v>
                </c:pt>
                <c:pt idx="16040">
                  <c:v>5.0284743224102293</c:v>
                </c:pt>
                <c:pt idx="16041">
                  <c:v>5.0259007254421562</c:v>
                </c:pt>
                <c:pt idx="16042">
                  <c:v>5.0298406515580734</c:v>
                </c:pt>
                <c:pt idx="16043">
                  <c:v>5.0322065691754077</c:v>
                </c:pt>
                <c:pt idx="16044">
                  <c:v>5.0298359620243476</c:v>
                </c:pt>
                <c:pt idx="16045">
                  <c:v>5.0277577329454104</c:v>
                </c:pt>
                <c:pt idx="16046">
                  <c:v>5.0330111113237885</c:v>
                </c:pt>
                <c:pt idx="16047">
                  <c:v>5.0322483921598655</c:v>
                </c:pt>
                <c:pt idx="16048">
                  <c:v>5.0309432662123879</c:v>
                </c:pt>
                <c:pt idx="16049">
                  <c:v>5.0329129660822298</c:v>
                </c:pt>
                <c:pt idx="16050">
                  <c:v>5.0297596374703319</c:v>
                </c:pt>
                <c:pt idx="16051">
                  <c:v>5.0242407262077942</c:v>
                </c:pt>
                <c:pt idx="16052">
                  <c:v>5.0225553652094019</c:v>
                </c:pt>
                <c:pt idx="16053">
                  <c:v>5.0285730897327925</c:v>
                </c:pt>
                <c:pt idx="16054">
                  <c:v>5.0342803479825431</c:v>
                </c:pt>
                <c:pt idx="16055">
                  <c:v>5.0379555068524615</c:v>
                </c:pt>
                <c:pt idx="16056">
                  <c:v>5.0343428910496897</c:v>
                </c:pt>
                <c:pt idx="16057">
                  <c:v>5.0307628148686927</c:v>
                </c:pt>
                <c:pt idx="16058">
                  <c:v>5.0303283152132305</c:v>
                </c:pt>
                <c:pt idx="16059">
                  <c:v>5.0342868559068981</c:v>
                </c:pt>
                <c:pt idx="16060">
                  <c:v>5.0372828458770389</c:v>
                </c:pt>
                <c:pt idx="16061">
                  <c:v>5.0366340632417117</c:v>
                </c:pt>
                <c:pt idx="16062">
                  <c:v>5.0345924890896558</c:v>
                </c:pt>
                <c:pt idx="16063">
                  <c:v>5.033596298139499</c:v>
                </c:pt>
                <c:pt idx="16064">
                  <c:v>5.0327698395988056</c:v>
                </c:pt>
                <c:pt idx="16065">
                  <c:v>5.0342519236658756</c:v>
                </c:pt>
                <c:pt idx="16066">
                  <c:v>5.0346209134063242</c:v>
                </c:pt>
                <c:pt idx="16067">
                  <c:v>5.0365867850853689</c:v>
                </c:pt>
                <c:pt idx="16068">
                  <c:v>5.0361171617793428</c:v>
                </c:pt>
                <c:pt idx="16069">
                  <c:v>5.0337579434959041</c:v>
                </c:pt>
                <c:pt idx="16070">
                  <c:v>5.0333975671847488</c:v>
                </c:pt>
                <c:pt idx="16071">
                  <c:v>5.0333708177015541</c:v>
                </c:pt>
                <c:pt idx="16072">
                  <c:v>5.0342925981930939</c:v>
                </c:pt>
                <c:pt idx="16073">
                  <c:v>5.0362012862721075</c:v>
                </c:pt>
                <c:pt idx="16074">
                  <c:v>5.0360745253043415</c:v>
                </c:pt>
                <c:pt idx="16075">
                  <c:v>5.035787745961259</c:v>
                </c:pt>
                <c:pt idx="16076">
                  <c:v>5.0341227222264759</c:v>
                </c:pt>
                <c:pt idx="16077">
                  <c:v>5.0324775572314522</c:v>
                </c:pt>
                <c:pt idx="16078">
                  <c:v>5.0313773830487714</c:v>
                </c:pt>
                <c:pt idx="16079">
                  <c:v>5.0304602442385731</c:v>
                </c:pt>
                <c:pt idx="16080">
                  <c:v>5.0329402419416587</c:v>
                </c:pt>
                <c:pt idx="16081">
                  <c:v>5.0353044368731341</c:v>
                </c:pt>
                <c:pt idx="16082">
                  <c:v>5.0361293641375084</c:v>
                </c:pt>
                <c:pt idx="16083">
                  <c:v>5.0364091570323861</c:v>
                </c:pt>
                <c:pt idx="16084">
                  <c:v>5.0345833492841283</c:v>
                </c:pt>
                <c:pt idx="16085">
                  <c:v>5.0318478198453409</c:v>
                </c:pt>
                <c:pt idx="16086">
                  <c:v>5.0284865726207792</c:v>
                </c:pt>
                <c:pt idx="16087">
                  <c:v>5.0310342814485871</c:v>
                </c:pt>
                <c:pt idx="16088">
                  <c:v>5.0384776242247913</c:v>
                </c:pt>
                <c:pt idx="16089">
                  <c:v>5.0406787860806981</c:v>
                </c:pt>
                <c:pt idx="16090">
                  <c:v>5.0363079970905753</c:v>
                </c:pt>
                <c:pt idx="16091">
                  <c:v>5.0339012135364829</c:v>
                </c:pt>
                <c:pt idx="16092">
                  <c:v>5.0330802580200595</c:v>
                </c:pt>
                <c:pt idx="16093">
                  <c:v>5.0343207353954522</c:v>
                </c:pt>
                <c:pt idx="16094">
                  <c:v>5.0385151883469872</c:v>
                </c:pt>
                <c:pt idx="16095">
                  <c:v>5.0386788913559455</c:v>
                </c:pt>
                <c:pt idx="16096">
                  <c:v>5.0417791516729196</c:v>
                </c:pt>
                <c:pt idx="16097">
                  <c:v>5.0466875622081009</c:v>
                </c:pt>
                <c:pt idx="16098">
                  <c:v>5.042498373018911</c:v>
                </c:pt>
                <c:pt idx="16099">
                  <c:v>5.0351398246688612</c:v>
                </c:pt>
                <c:pt idx="16100">
                  <c:v>5.0277802235663422</c:v>
                </c:pt>
                <c:pt idx="16101">
                  <c:v>5.0235253809049842</c:v>
                </c:pt>
                <c:pt idx="16102">
                  <c:v>5.0237910573462985</c:v>
                </c:pt>
                <c:pt idx="16103">
                  <c:v>5.0283537344001221</c:v>
                </c:pt>
                <c:pt idx="16104">
                  <c:v>5.0312413865707066</c:v>
                </c:pt>
                <c:pt idx="16105">
                  <c:v>5.0324518126483424</c:v>
                </c:pt>
                <c:pt idx="16106">
                  <c:v>5.0376868635632803</c:v>
                </c:pt>
                <c:pt idx="16107">
                  <c:v>5.0439841417196236</c:v>
                </c:pt>
                <c:pt idx="16108">
                  <c:v>5.0439502143786843</c:v>
                </c:pt>
                <c:pt idx="16109">
                  <c:v>5.0397762901002983</c:v>
                </c:pt>
                <c:pt idx="16110">
                  <c:v>5.0389323175867089</c:v>
                </c:pt>
                <c:pt idx="16111">
                  <c:v>5.0400437370798556</c:v>
                </c:pt>
                <c:pt idx="16112">
                  <c:v>5.0407262556465815</c:v>
                </c:pt>
                <c:pt idx="16113">
                  <c:v>5.0392477605083839</c:v>
                </c:pt>
                <c:pt idx="16114">
                  <c:v>5.0366946922134597</c:v>
                </c:pt>
                <c:pt idx="16115">
                  <c:v>5.033887958425848</c:v>
                </c:pt>
                <c:pt idx="16116">
                  <c:v>5.0305405883929257</c:v>
                </c:pt>
                <c:pt idx="16117">
                  <c:v>5.0333200463211085</c:v>
                </c:pt>
                <c:pt idx="16118">
                  <c:v>5.03801498736697</c:v>
                </c:pt>
                <c:pt idx="16119">
                  <c:v>5.0361486965010336</c:v>
                </c:pt>
                <c:pt idx="16120">
                  <c:v>5.0358497147997854</c:v>
                </c:pt>
                <c:pt idx="16121">
                  <c:v>5.0381920411913326</c:v>
                </c:pt>
                <c:pt idx="16122">
                  <c:v>5.0374101332210399</c:v>
                </c:pt>
                <c:pt idx="16123">
                  <c:v>5.0376693017379983</c:v>
                </c:pt>
                <c:pt idx="16124">
                  <c:v>5.0377014106883085</c:v>
                </c:pt>
                <c:pt idx="16125">
                  <c:v>5.037788741290866</c:v>
                </c:pt>
                <c:pt idx="16126">
                  <c:v>5.0392585751473851</c:v>
                </c:pt>
                <c:pt idx="16127">
                  <c:v>5.0386698951075726</c:v>
                </c:pt>
                <c:pt idx="16128">
                  <c:v>5.0410639977796494</c:v>
                </c:pt>
                <c:pt idx="16129">
                  <c:v>5.0421883374167367</c:v>
                </c:pt>
                <c:pt idx="16130">
                  <c:v>5.0419249100375163</c:v>
                </c:pt>
                <c:pt idx="16131">
                  <c:v>5.0408929255034067</c:v>
                </c:pt>
                <c:pt idx="16132">
                  <c:v>5.0412600490008419</c:v>
                </c:pt>
                <c:pt idx="16133">
                  <c:v>5.0450189973968307</c:v>
                </c:pt>
                <c:pt idx="16134">
                  <c:v>5.0483376081463902</c:v>
                </c:pt>
                <c:pt idx="16135">
                  <c:v>5.0479533534951386</c:v>
                </c:pt>
                <c:pt idx="16136">
                  <c:v>5.0452832382665953</c:v>
                </c:pt>
                <c:pt idx="16137">
                  <c:v>5.0434116357859278</c:v>
                </c:pt>
                <c:pt idx="16138">
                  <c:v>5.0401014949085061</c:v>
                </c:pt>
                <c:pt idx="16139">
                  <c:v>5.0348457717632646</c:v>
                </c:pt>
                <c:pt idx="16140">
                  <c:v>5.0318780625526376</c:v>
                </c:pt>
                <c:pt idx="16141">
                  <c:v>5.0319024672689689</c:v>
                </c:pt>
                <c:pt idx="16142">
                  <c:v>5.0325780472398742</c:v>
                </c:pt>
                <c:pt idx="16143">
                  <c:v>5.0318298273485951</c:v>
                </c:pt>
                <c:pt idx="16144">
                  <c:v>5.029498554857974</c:v>
                </c:pt>
                <c:pt idx="16145">
                  <c:v>5.0303209937983313</c:v>
                </c:pt>
                <c:pt idx="16146">
                  <c:v>5.0332522394916159</c:v>
                </c:pt>
                <c:pt idx="16147">
                  <c:v>5.0338813069443384</c:v>
                </c:pt>
                <c:pt idx="16148">
                  <c:v>5.029955832248679</c:v>
                </c:pt>
                <c:pt idx="16149">
                  <c:v>5.0289058073654394</c:v>
                </c:pt>
                <c:pt idx="16150">
                  <c:v>5.0313288607304187</c:v>
                </c:pt>
                <c:pt idx="16151">
                  <c:v>5.0291993817471861</c:v>
                </c:pt>
                <c:pt idx="16152">
                  <c:v>5.0298058628742055</c:v>
                </c:pt>
                <c:pt idx="16153">
                  <c:v>5.0345212368884464</c:v>
                </c:pt>
                <c:pt idx="16154">
                  <c:v>5.0352787401424086</c:v>
                </c:pt>
                <c:pt idx="16155">
                  <c:v>5.0303398954903908</c:v>
                </c:pt>
                <c:pt idx="16156">
                  <c:v>5.0295099437255955</c:v>
                </c:pt>
                <c:pt idx="16157">
                  <c:v>5.0302547182451569</c:v>
                </c:pt>
                <c:pt idx="16158">
                  <c:v>5.0305045555470489</c:v>
                </c:pt>
                <c:pt idx="16159">
                  <c:v>5.0325624473623769</c:v>
                </c:pt>
                <c:pt idx="16160">
                  <c:v>5.0335640456320343</c:v>
                </c:pt>
                <c:pt idx="16161">
                  <c:v>5.0346801068065234</c:v>
                </c:pt>
                <c:pt idx="16162">
                  <c:v>5.0345165473547198</c:v>
                </c:pt>
                <c:pt idx="16163">
                  <c:v>5.0369963536482656</c:v>
                </c:pt>
                <c:pt idx="16164">
                  <c:v>5.0385107380751855</c:v>
                </c:pt>
                <c:pt idx="16165">
                  <c:v>5.0378523371104817</c:v>
                </c:pt>
                <c:pt idx="16166">
                  <c:v>5.0370917713038814</c:v>
                </c:pt>
                <c:pt idx="16167">
                  <c:v>5.0390590785544749</c:v>
                </c:pt>
                <c:pt idx="16168">
                  <c:v>5.0407898514661973</c:v>
                </c:pt>
                <c:pt idx="16169">
                  <c:v>5.0374926785851004</c:v>
                </c:pt>
                <c:pt idx="16170">
                  <c:v>5.0355184805910724</c:v>
                </c:pt>
                <c:pt idx="16171">
                  <c:v>5.0329777582114694</c:v>
                </c:pt>
                <c:pt idx="16172">
                  <c:v>5.0336085004976647</c:v>
                </c:pt>
                <c:pt idx="16173">
                  <c:v>5.0348367276625066</c:v>
                </c:pt>
                <c:pt idx="16174">
                  <c:v>5.0328417138810195</c:v>
                </c:pt>
                <c:pt idx="16175">
                  <c:v>5.0321791497588242</c:v>
                </c:pt>
                <c:pt idx="16176">
                  <c:v>5.0318195869382132</c:v>
                </c:pt>
                <c:pt idx="16177">
                  <c:v>5.0310061442462288</c:v>
                </c:pt>
                <c:pt idx="16178">
                  <c:v>5.0281806044713271</c:v>
                </c:pt>
                <c:pt idx="16179">
                  <c:v>5.031064332746344</c:v>
                </c:pt>
                <c:pt idx="16180">
                  <c:v>5.0325907281218898</c:v>
                </c:pt>
                <c:pt idx="16181">
                  <c:v>5.0303894705612127</c:v>
                </c:pt>
                <c:pt idx="16182">
                  <c:v>5.0300974274557841</c:v>
                </c:pt>
                <c:pt idx="16183">
                  <c:v>5.0324479844575452</c:v>
                </c:pt>
                <c:pt idx="16184">
                  <c:v>5.03473561557308</c:v>
                </c:pt>
                <c:pt idx="16185">
                  <c:v>5.0390428565959731</c:v>
                </c:pt>
                <c:pt idx="16186">
                  <c:v>5.0443838526912179</c:v>
                </c:pt>
                <c:pt idx="16187">
                  <c:v>5.0433204291401887</c:v>
                </c:pt>
                <c:pt idx="16188">
                  <c:v>5.0375389039889749</c:v>
                </c:pt>
                <c:pt idx="16189">
                  <c:v>5.0346503426230766</c:v>
                </c:pt>
                <c:pt idx="16190">
                  <c:v>5.0356125583799098</c:v>
                </c:pt>
                <c:pt idx="16191">
                  <c:v>5.0347563356557687</c:v>
                </c:pt>
                <c:pt idx="16192">
                  <c:v>5.0355723623765405</c:v>
                </c:pt>
                <c:pt idx="16193">
                  <c:v>5.0343176249904298</c:v>
                </c:pt>
                <c:pt idx="16194">
                  <c:v>5.0300549345379375</c:v>
                </c:pt>
                <c:pt idx="16195">
                  <c:v>5.0299425292856599</c:v>
                </c:pt>
                <c:pt idx="16196">
                  <c:v>5.0317635039430364</c:v>
                </c:pt>
                <c:pt idx="16197">
                  <c:v>5.0309039315519488</c:v>
                </c:pt>
                <c:pt idx="16198">
                  <c:v>5.0293037477987905</c:v>
                </c:pt>
                <c:pt idx="16199">
                  <c:v>5.0317222073348136</c:v>
                </c:pt>
                <c:pt idx="16200">
                  <c:v>5.0365413253196536</c:v>
                </c:pt>
                <c:pt idx="16201">
                  <c:v>5.0380211603246305</c:v>
                </c:pt>
                <c:pt idx="16202">
                  <c:v>5.0347886360156187</c:v>
                </c:pt>
                <c:pt idx="16203">
                  <c:v>5.0308707698491695</c:v>
                </c:pt>
                <c:pt idx="16204">
                  <c:v>5.0297972972972973</c:v>
                </c:pt>
                <c:pt idx="16205">
                  <c:v>5.0322554264604547</c:v>
                </c:pt>
                <c:pt idx="16206">
                  <c:v>5.0367681456243778</c:v>
                </c:pt>
                <c:pt idx="16207">
                  <c:v>5.0406571568026948</c:v>
                </c:pt>
                <c:pt idx="16208">
                  <c:v>5.0419245750708219</c:v>
                </c:pt>
                <c:pt idx="16209">
                  <c:v>5.0430325491922519</c:v>
                </c:pt>
                <c:pt idx="16210">
                  <c:v>5.0459627899854524</c:v>
                </c:pt>
                <c:pt idx="16211">
                  <c:v>5.0446761350585714</c:v>
                </c:pt>
                <c:pt idx="16212">
                  <c:v>5.0429905347982542</c:v>
                </c:pt>
                <c:pt idx="16213">
                  <c:v>5.0406252871143096</c:v>
                </c:pt>
                <c:pt idx="16214">
                  <c:v>5.035500823061021</c:v>
                </c:pt>
                <c:pt idx="16215">
                  <c:v>5.03233868961029</c:v>
                </c:pt>
                <c:pt idx="16216">
                  <c:v>5.0334352748640994</c:v>
                </c:pt>
                <c:pt idx="16217">
                  <c:v>5.0338738419722837</c:v>
                </c:pt>
                <c:pt idx="16218">
                  <c:v>5.0342899663119214</c:v>
                </c:pt>
                <c:pt idx="16219">
                  <c:v>5.0369522816017147</c:v>
                </c:pt>
                <c:pt idx="16220">
                  <c:v>5.0388036425235434</c:v>
                </c:pt>
                <c:pt idx="16221">
                  <c:v>5.0366834947553789</c:v>
                </c:pt>
                <c:pt idx="16222">
                  <c:v>5.0333207162544982</c:v>
                </c:pt>
                <c:pt idx="16223">
                  <c:v>5.0301494908506239</c:v>
                </c:pt>
                <c:pt idx="16224">
                  <c:v>5.0264349973202664</c:v>
                </c:pt>
                <c:pt idx="16225">
                  <c:v>5.026587742133068</c:v>
                </c:pt>
                <c:pt idx="16226">
                  <c:v>5.033242238343159</c:v>
                </c:pt>
                <c:pt idx="16227">
                  <c:v>5.0384683887144934</c:v>
                </c:pt>
                <c:pt idx="16228">
                  <c:v>5.0371654161243393</c:v>
                </c:pt>
                <c:pt idx="16229">
                  <c:v>5.0362277007886069</c:v>
                </c:pt>
                <c:pt idx="16230">
                  <c:v>5.033996200520634</c:v>
                </c:pt>
                <c:pt idx="16231">
                  <c:v>5.0338592469948704</c:v>
                </c:pt>
                <c:pt idx="16232">
                  <c:v>5.0339627038511603</c:v>
                </c:pt>
                <c:pt idx="16233">
                  <c:v>5.0345160209784856</c:v>
                </c:pt>
                <c:pt idx="16234">
                  <c:v>5.0333625870913403</c:v>
                </c:pt>
                <c:pt idx="16235">
                  <c:v>5.0306787860806983</c:v>
                </c:pt>
                <c:pt idx="16236">
                  <c:v>5.0309847063777662</c:v>
                </c:pt>
                <c:pt idx="16237">
                  <c:v>5.0327846259857587</c:v>
                </c:pt>
                <c:pt idx="16238">
                  <c:v>5.0325999636321876</c:v>
                </c:pt>
                <c:pt idx="16239">
                  <c:v>5.0294831463900165</c:v>
                </c:pt>
                <c:pt idx="16240">
                  <c:v>5.028492027792665</c:v>
                </c:pt>
                <c:pt idx="16241">
                  <c:v>5.0289407396064618</c:v>
                </c:pt>
                <c:pt idx="16242">
                  <c:v>5.028371248373019</c:v>
                </c:pt>
                <c:pt idx="16243">
                  <c:v>5.0302206473470639</c:v>
                </c:pt>
                <c:pt idx="16244">
                  <c:v>5.0291107112778501</c:v>
                </c:pt>
                <c:pt idx="16245">
                  <c:v>5.029068074802848</c:v>
                </c:pt>
                <c:pt idx="16246">
                  <c:v>5.0306634733175102</c:v>
                </c:pt>
                <c:pt idx="16247">
                  <c:v>5.0306037535410768</c:v>
                </c:pt>
                <c:pt idx="16248">
                  <c:v>5.0294199333894802</c:v>
                </c:pt>
                <c:pt idx="16249">
                  <c:v>5.0307487462675136</c:v>
                </c:pt>
                <c:pt idx="16250">
                  <c:v>5.0319967364673452</c:v>
                </c:pt>
                <c:pt idx="16251">
                  <c:v>5.0308126770538246</c:v>
                </c:pt>
                <c:pt idx="16252">
                  <c:v>5.0307452051910264</c:v>
                </c:pt>
                <c:pt idx="16253">
                  <c:v>5.0298803690375928</c:v>
                </c:pt>
                <c:pt idx="16254">
                  <c:v>5.0325448855370949</c:v>
                </c:pt>
                <c:pt idx="16255">
                  <c:v>5.0352406496439785</c:v>
                </c:pt>
                <c:pt idx="16256">
                  <c:v>5.0356845283668941</c:v>
                </c:pt>
                <c:pt idx="16257">
                  <c:v>5.0376207794196466</c:v>
                </c:pt>
                <c:pt idx="16258">
                  <c:v>5.0360590211316136</c:v>
                </c:pt>
                <c:pt idx="16259">
                  <c:v>5.0371925484266136</c:v>
                </c:pt>
                <c:pt idx="16260">
                  <c:v>5.0383122942347445</c:v>
                </c:pt>
                <c:pt idx="16261">
                  <c:v>5.0363831253349671</c:v>
                </c:pt>
                <c:pt idx="16262">
                  <c:v>5.032637623459153</c:v>
                </c:pt>
                <c:pt idx="16263">
                  <c:v>5.0277895547814104</c:v>
                </c:pt>
                <c:pt idx="16264">
                  <c:v>5.026107399892811</c:v>
                </c:pt>
                <c:pt idx="16265">
                  <c:v>5.0279835483500497</c:v>
                </c:pt>
                <c:pt idx="16266">
                  <c:v>5.0272489185360998</c:v>
                </c:pt>
                <c:pt idx="16267">
                  <c:v>5.0292923589311691</c:v>
                </c:pt>
                <c:pt idx="16268">
                  <c:v>5.0337519140953981</c:v>
                </c:pt>
                <c:pt idx="16269">
                  <c:v>5.0341491845953605</c:v>
                </c:pt>
                <c:pt idx="16270">
                  <c:v>5.0360382531965397</c:v>
                </c:pt>
                <c:pt idx="16271">
                  <c:v>5.0354073195008038</c:v>
                </c:pt>
                <c:pt idx="16272">
                  <c:v>5.0334964302120815</c:v>
                </c:pt>
                <c:pt idx="16273">
                  <c:v>5.0332256335655767</c:v>
                </c:pt>
                <c:pt idx="16274">
                  <c:v>5.0322797833244008</c:v>
                </c:pt>
                <c:pt idx="16275">
                  <c:v>5.0359634120664571</c:v>
                </c:pt>
                <c:pt idx="16276">
                  <c:v>5.0436965010336117</c:v>
                </c:pt>
                <c:pt idx="16277">
                  <c:v>5.0432497990199829</c:v>
                </c:pt>
                <c:pt idx="16278">
                  <c:v>5.0410991214302117</c:v>
                </c:pt>
                <c:pt idx="16279">
                  <c:v>5.0385518432738685</c:v>
                </c:pt>
                <c:pt idx="16280">
                  <c:v>5.035594039506929</c:v>
                </c:pt>
                <c:pt idx="16281">
                  <c:v>5.0353565481203582</c:v>
                </c:pt>
                <c:pt idx="16282">
                  <c:v>5.0363775266059259</c:v>
                </c:pt>
                <c:pt idx="16283">
                  <c:v>5.0340185954367964</c:v>
                </c:pt>
                <c:pt idx="16284">
                  <c:v>5.0325582842048844</c:v>
                </c:pt>
                <c:pt idx="16285">
                  <c:v>5.0341383699563584</c:v>
                </c:pt>
                <c:pt idx="16286">
                  <c:v>5.0365368271954676</c:v>
                </c:pt>
                <c:pt idx="16287">
                  <c:v>5.0393678699946403</c:v>
                </c:pt>
                <c:pt idx="16288">
                  <c:v>5.0398815653472173</c:v>
                </c:pt>
                <c:pt idx="16289">
                  <c:v>5.0394858739759592</c:v>
                </c:pt>
                <c:pt idx="16290">
                  <c:v>5.0411188844652015</c:v>
                </c:pt>
                <c:pt idx="16291">
                  <c:v>5.0387458368425087</c:v>
                </c:pt>
                <c:pt idx="16292">
                  <c:v>5.038818333205727</c:v>
                </c:pt>
                <c:pt idx="16293">
                  <c:v>5.0386708043028863</c:v>
                </c:pt>
                <c:pt idx="16294">
                  <c:v>5.0389101619324705</c:v>
                </c:pt>
                <c:pt idx="16295">
                  <c:v>5.039167607763571</c:v>
                </c:pt>
                <c:pt idx="16296">
                  <c:v>5.0396143097771997</c:v>
                </c:pt>
                <c:pt idx="16297">
                  <c:v>5.0410572027409843</c:v>
                </c:pt>
                <c:pt idx="16298">
                  <c:v>5.0417825491922521</c:v>
                </c:pt>
                <c:pt idx="16299">
                  <c:v>5.0426344173493609</c:v>
                </c:pt>
                <c:pt idx="16300">
                  <c:v>5.0434969565883163</c:v>
                </c:pt>
                <c:pt idx="16301">
                  <c:v>5.0406264834239343</c:v>
                </c:pt>
                <c:pt idx="16302">
                  <c:v>5.0365581693591608</c:v>
                </c:pt>
                <c:pt idx="16303">
                  <c:v>5.0340671656075342</c:v>
                </c:pt>
                <c:pt idx="16304">
                  <c:v>5.0322899758823976</c:v>
                </c:pt>
                <c:pt idx="16305">
                  <c:v>5.0350041631574918</c:v>
                </c:pt>
                <c:pt idx="16306">
                  <c:v>5.0371780970063549</c:v>
                </c:pt>
                <c:pt idx="16307">
                  <c:v>5.0324799019983155</c:v>
                </c:pt>
                <c:pt idx="16308">
                  <c:v>5.0303795651175252</c:v>
                </c:pt>
                <c:pt idx="16309">
                  <c:v>5.0313297699257333</c:v>
                </c:pt>
                <c:pt idx="16310">
                  <c:v>5.0324092718781106</c:v>
                </c:pt>
                <c:pt idx="16311">
                  <c:v>5.0357410898859198</c:v>
                </c:pt>
                <c:pt idx="16312">
                  <c:v>5.0374367391470791</c:v>
                </c:pt>
                <c:pt idx="16313">
                  <c:v>5.0339233213383352</c:v>
                </c:pt>
                <c:pt idx="16314">
                  <c:v>5.0320620071204347</c:v>
                </c:pt>
                <c:pt idx="16315">
                  <c:v>5.0313248889824669</c:v>
                </c:pt>
                <c:pt idx="16316">
                  <c:v>5.0330791574152052</c:v>
                </c:pt>
                <c:pt idx="16317">
                  <c:v>5.0322994028022361</c:v>
                </c:pt>
                <c:pt idx="16318">
                  <c:v>5.0316264068601182</c:v>
                </c:pt>
                <c:pt idx="16319">
                  <c:v>5.0353677455784398</c:v>
                </c:pt>
                <c:pt idx="16320">
                  <c:v>5.0400680460914176</c:v>
                </c:pt>
                <c:pt idx="16321">
                  <c:v>5.0436947783477528</c:v>
                </c:pt>
                <c:pt idx="16322">
                  <c:v>5.043836899931093</c:v>
                </c:pt>
                <c:pt idx="16323">
                  <c:v>5.0400909195314298</c:v>
                </c:pt>
                <c:pt idx="16324">
                  <c:v>5.0369912334430751</c:v>
                </c:pt>
                <c:pt idx="16325">
                  <c:v>5.0341330583416282</c:v>
                </c:pt>
                <c:pt idx="16326">
                  <c:v>5.0350344537171736</c:v>
                </c:pt>
                <c:pt idx="16327">
                  <c:v>5.0329049268815558</c:v>
                </c:pt>
                <c:pt idx="16328">
                  <c:v>5.0274499942577142</c:v>
                </c:pt>
                <c:pt idx="16329">
                  <c:v>5.0304480897327926</c:v>
                </c:pt>
                <c:pt idx="16330">
                  <c:v>5.0360160975423014</c:v>
                </c:pt>
                <c:pt idx="16331">
                  <c:v>5.0413438863792974</c:v>
                </c:pt>
                <c:pt idx="16332">
                  <c:v>5.0424105160401194</c:v>
                </c:pt>
                <c:pt idx="16333">
                  <c:v>5.0430188634101523</c:v>
                </c:pt>
                <c:pt idx="16334">
                  <c:v>5.0441221958502416</c:v>
                </c:pt>
                <c:pt idx="16335">
                  <c:v>5.0410493070974658</c:v>
                </c:pt>
                <c:pt idx="16336">
                  <c:v>5.0370722953832017</c:v>
                </c:pt>
                <c:pt idx="16337">
                  <c:v>5.0369534300589542</c:v>
                </c:pt>
                <c:pt idx="16338">
                  <c:v>5.0349935399280303</c:v>
                </c:pt>
                <c:pt idx="16339">
                  <c:v>5.0334569519944878</c:v>
                </c:pt>
                <c:pt idx="16340">
                  <c:v>5.0353676020212843</c:v>
                </c:pt>
                <c:pt idx="16341">
                  <c:v>5.0347827980246533</c:v>
                </c:pt>
                <c:pt idx="16342">
                  <c:v>5.0347287726820307</c:v>
                </c:pt>
                <c:pt idx="16343">
                  <c:v>5.0396543622234136</c:v>
                </c:pt>
                <c:pt idx="16344">
                  <c:v>5.0423071548885998</c:v>
                </c:pt>
                <c:pt idx="16345">
                  <c:v>5.0396111515197921</c:v>
                </c:pt>
                <c:pt idx="16346">
                  <c:v>5.0305214952913255</c:v>
                </c:pt>
                <c:pt idx="16347">
                  <c:v>5.0232068275782868</c:v>
                </c:pt>
                <c:pt idx="16348">
                  <c:v>5.0222698778807136</c:v>
                </c:pt>
                <c:pt idx="16349">
                  <c:v>5.0218741865094554</c:v>
                </c:pt>
                <c:pt idx="16350">
                  <c:v>5.0202150007656385</c:v>
                </c:pt>
                <c:pt idx="16351">
                  <c:v>5.0198882168287264</c:v>
                </c:pt>
                <c:pt idx="16352">
                  <c:v>5.0215773103131456</c:v>
                </c:pt>
                <c:pt idx="16353">
                  <c:v>5.023612280836077</c:v>
                </c:pt>
                <c:pt idx="16354">
                  <c:v>5.0244422326008724</c:v>
                </c:pt>
                <c:pt idx="16355">
                  <c:v>5.0236890360615574</c:v>
                </c:pt>
                <c:pt idx="16356">
                  <c:v>5.0235909386723838</c:v>
                </c:pt>
                <c:pt idx="16357">
                  <c:v>5.0255740850623996</c:v>
                </c:pt>
                <c:pt idx="16358">
                  <c:v>5.0291697611208939</c:v>
                </c:pt>
                <c:pt idx="16359">
                  <c:v>5.0294844384044097</c:v>
                </c:pt>
                <c:pt idx="16360">
                  <c:v>5.0322182451573383</c:v>
                </c:pt>
                <c:pt idx="16361">
                  <c:v>5.0366641623918538</c:v>
                </c:pt>
                <c:pt idx="16362">
                  <c:v>5.0371544100757983</c:v>
                </c:pt>
                <c:pt idx="16363">
                  <c:v>5.0374526261388866</c:v>
                </c:pt>
                <c:pt idx="16364">
                  <c:v>5.0381060504555544</c:v>
                </c:pt>
                <c:pt idx="16365">
                  <c:v>5.0400551259474771</c:v>
                </c:pt>
                <c:pt idx="16366">
                  <c:v>5.0415782195084606</c:v>
                </c:pt>
                <c:pt idx="16367">
                  <c:v>5.041901510221269</c:v>
                </c:pt>
                <c:pt idx="16368">
                  <c:v>5.0376984438404406</c:v>
                </c:pt>
                <c:pt idx="16369">
                  <c:v>5.0401189610290178</c:v>
                </c:pt>
                <c:pt idx="16370">
                  <c:v>5.0407210875890058</c:v>
                </c:pt>
                <c:pt idx="16371">
                  <c:v>5.0393289660056659</c:v>
                </c:pt>
                <c:pt idx="16372">
                  <c:v>5.0351837053058723</c:v>
                </c:pt>
                <c:pt idx="16373">
                  <c:v>5.0306294024194163</c:v>
                </c:pt>
                <c:pt idx="16374">
                  <c:v>5.0296793411683636</c:v>
                </c:pt>
                <c:pt idx="16375">
                  <c:v>5.0300481873516576</c:v>
                </c:pt>
                <c:pt idx="16376">
                  <c:v>5.028851829875201</c:v>
                </c:pt>
                <c:pt idx="16377">
                  <c:v>5.0299195601408773</c:v>
                </c:pt>
                <c:pt idx="16378">
                  <c:v>5.0318973949161627</c:v>
                </c:pt>
                <c:pt idx="16379">
                  <c:v>5.0314191581808441</c:v>
                </c:pt>
                <c:pt idx="16380">
                  <c:v>5.0305391049689918</c:v>
                </c:pt>
                <c:pt idx="16381">
                  <c:v>5.0305533649797107</c:v>
                </c:pt>
                <c:pt idx="16382">
                  <c:v>5.0337077463440778</c:v>
                </c:pt>
                <c:pt idx="16383">
                  <c:v>5.033093178164</c:v>
                </c:pt>
                <c:pt idx="16384">
                  <c:v>5.0295923455325013</c:v>
                </c:pt>
                <c:pt idx="16385">
                  <c:v>5.0256475863257029</c:v>
                </c:pt>
                <c:pt idx="16386">
                  <c:v>5.0256370109486257</c:v>
                </c:pt>
                <c:pt idx="16387">
                  <c:v>5.031407099379833</c:v>
                </c:pt>
                <c:pt idx="16388">
                  <c:v>5.0359056063854224</c:v>
                </c:pt>
                <c:pt idx="16389">
                  <c:v>5.0341170277926652</c:v>
                </c:pt>
                <c:pt idx="16390">
                  <c:v>5.0312048273485948</c:v>
                </c:pt>
                <c:pt idx="16391">
                  <c:v>5.0305072831329918</c:v>
                </c:pt>
                <c:pt idx="16392">
                  <c:v>5.0292715909960952</c:v>
                </c:pt>
                <c:pt idx="16393">
                  <c:v>5.0274906687849326</c:v>
                </c:pt>
                <c:pt idx="16394">
                  <c:v>5.0284662832095552</c:v>
                </c:pt>
                <c:pt idx="16395">
                  <c:v>5.0290384541765558</c:v>
                </c:pt>
                <c:pt idx="16396">
                  <c:v>5.0299172632263991</c:v>
                </c:pt>
                <c:pt idx="16397">
                  <c:v>5.0325243090115608</c:v>
                </c:pt>
                <c:pt idx="16398">
                  <c:v>5.0372038415894647</c:v>
                </c:pt>
                <c:pt idx="16399">
                  <c:v>5.0393682528137198</c:v>
                </c:pt>
                <c:pt idx="16400">
                  <c:v>5.0364887355485797</c:v>
                </c:pt>
                <c:pt idx="16401">
                  <c:v>5.0337535410764875</c:v>
                </c:pt>
                <c:pt idx="16402">
                  <c:v>5.0323369669244311</c:v>
                </c:pt>
                <c:pt idx="16403">
                  <c:v>5.0308562705765256</c:v>
                </c:pt>
                <c:pt idx="16404">
                  <c:v>5.0296386666411452</c:v>
                </c:pt>
                <c:pt idx="16405">
                  <c:v>5.0302925216292778</c:v>
                </c:pt>
                <c:pt idx="16406">
                  <c:v>5.0313809719776437</c:v>
                </c:pt>
                <c:pt idx="16407">
                  <c:v>5.0299551623152894</c:v>
                </c:pt>
                <c:pt idx="16408">
                  <c:v>5.0302858701477682</c:v>
                </c:pt>
                <c:pt idx="16409">
                  <c:v>5.0305186720006123</c:v>
                </c:pt>
                <c:pt idx="16410">
                  <c:v>5.0283075568486337</c:v>
                </c:pt>
                <c:pt idx="16411">
                  <c:v>5.029872904065539</c:v>
                </c:pt>
                <c:pt idx="16412">
                  <c:v>5.0317324477451955</c:v>
                </c:pt>
                <c:pt idx="16413">
                  <c:v>5.0336558265063926</c:v>
                </c:pt>
                <c:pt idx="16414">
                  <c:v>5.0355326927494062</c:v>
                </c:pt>
                <c:pt idx="16415">
                  <c:v>5.033614577750555</c:v>
                </c:pt>
                <c:pt idx="16416">
                  <c:v>5.0319719010795501</c:v>
                </c:pt>
                <c:pt idx="16417">
                  <c:v>5.0297284855677207</c:v>
                </c:pt>
                <c:pt idx="16418">
                  <c:v>5.0285392580966235</c:v>
                </c:pt>
                <c:pt idx="16419">
                  <c:v>5.027432384580047</c:v>
                </c:pt>
                <c:pt idx="16420">
                  <c:v>5.0257499425771384</c:v>
                </c:pt>
                <c:pt idx="16421">
                  <c:v>5.0311390303192711</c:v>
                </c:pt>
                <c:pt idx="16422">
                  <c:v>5.0355581502182067</c:v>
                </c:pt>
                <c:pt idx="16423">
                  <c:v>5.0327991731107877</c:v>
                </c:pt>
                <c:pt idx="16424">
                  <c:v>5.031300627823291</c:v>
                </c:pt>
                <c:pt idx="16425">
                  <c:v>5.0335851006814183</c:v>
                </c:pt>
                <c:pt idx="16426">
                  <c:v>5.0338386704693363</c:v>
                </c:pt>
                <c:pt idx="16427">
                  <c:v>5.0342406783554097</c:v>
                </c:pt>
                <c:pt idx="16428">
                  <c:v>5.0366300914937598</c:v>
                </c:pt>
                <c:pt idx="16429">
                  <c:v>5.0379409597274325</c:v>
                </c:pt>
                <c:pt idx="16430">
                  <c:v>5.0398943897863866</c:v>
                </c:pt>
                <c:pt idx="16431">
                  <c:v>5.037794770691371</c:v>
                </c:pt>
                <c:pt idx="16432">
                  <c:v>5.0343839962483727</c:v>
                </c:pt>
                <c:pt idx="16433">
                  <c:v>5.0332479327769697</c:v>
                </c:pt>
                <c:pt idx="16434">
                  <c:v>5.0374423378761195</c:v>
                </c:pt>
                <c:pt idx="16435">
                  <c:v>5.0415095991884238</c:v>
                </c:pt>
                <c:pt idx="16436">
                  <c:v>5.0377191639231302</c:v>
                </c:pt>
                <c:pt idx="16437">
                  <c:v>5.0330084794426151</c:v>
                </c:pt>
                <c:pt idx="16438">
                  <c:v>5.0314844288339327</c:v>
                </c:pt>
                <c:pt idx="16439">
                  <c:v>5.0300217728351582</c:v>
                </c:pt>
                <c:pt idx="16440">
                  <c:v>5.0316139652400276</c:v>
                </c:pt>
                <c:pt idx="16441">
                  <c:v>5.0326404946022514</c:v>
                </c:pt>
                <c:pt idx="16442">
                  <c:v>5.0298949161626219</c:v>
                </c:pt>
                <c:pt idx="16443">
                  <c:v>5.0303253005129775</c:v>
                </c:pt>
                <c:pt idx="16444">
                  <c:v>5.0328721001454708</c:v>
                </c:pt>
                <c:pt idx="16445">
                  <c:v>5.035252277773524</c:v>
                </c:pt>
                <c:pt idx="16446">
                  <c:v>5.0371329722073348</c:v>
                </c:pt>
                <c:pt idx="16447">
                  <c:v>5.0386373554857977</c:v>
                </c:pt>
                <c:pt idx="16448">
                  <c:v>5.0409521667559911</c:v>
                </c:pt>
                <c:pt idx="16449">
                  <c:v>5.0418564332746341</c:v>
                </c:pt>
                <c:pt idx="16450">
                  <c:v>5.039384091953143</c:v>
                </c:pt>
                <c:pt idx="16451">
                  <c:v>5.0357449659291023</c:v>
                </c:pt>
                <c:pt idx="16452">
                  <c:v>5.0343677742898709</c:v>
                </c:pt>
                <c:pt idx="16453">
                  <c:v>5.0333639269581196</c:v>
                </c:pt>
                <c:pt idx="16454">
                  <c:v>5.0331918497817929</c:v>
                </c:pt>
                <c:pt idx="16455">
                  <c:v>5.0351379584258478</c:v>
                </c:pt>
                <c:pt idx="16456">
                  <c:v>5.038744401270959</c:v>
                </c:pt>
                <c:pt idx="16457">
                  <c:v>5.0382505646581421</c:v>
                </c:pt>
                <c:pt idx="16458">
                  <c:v>5.0335583511982236</c:v>
                </c:pt>
                <c:pt idx="16459">
                  <c:v>5.030813538396754</c:v>
                </c:pt>
                <c:pt idx="16460">
                  <c:v>5.0325685724676514</c:v>
                </c:pt>
                <c:pt idx="16461">
                  <c:v>5.0372890666870838</c:v>
                </c:pt>
                <c:pt idx="16462">
                  <c:v>5.039242018222188</c:v>
                </c:pt>
                <c:pt idx="16463">
                  <c:v>5.0363711143863412</c:v>
                </c:pt>
                <c:pt idx="16464">
                  <c:v>5.0359019696041649</c:v>
                </c:pt>
                <c:pt idx="16465">
                  <c:v>5.0336072084832706</c:v>
                </c:pt>
                <c:pt idx="16466">
                  <c:v>5.0325301948549113</c:v>
                </c:pt>
                <c:pt idx="16467">
                  <c:v>5.03443266212388</c:v>
                </c:pt>
                <c:pt idx="16468">
                  <c:v>5.0378304685705535</c:v>
                </c:pt>
                <c:pt idx="16469">
                  <c:v>5.0382344384044098</c:v>
                </c:pt>
                <c:pt idx="16470">
                  <c:v>5.0403250612510524</c:v>
                </c:pt>
                <c:pt idx="16471">
                  <c:v>5.0398702721843653</c:v>
                </c:pt>
                <c:pt idx="16472">
                  <c:v>5.0357607572161394</c:v>
                </c:pt>
                <c:pt idx="16473">
                  <c:v>5.0327240448663959</c:v>
                </c:pt>
                <c:pt idx="16474">
                  <c:v>5.0310026031697417</c:v>
                </c:pt>
                <c:pt idx="16475">
                  <c:v>5.032338450348365</c:v>
                </c:pt>
                <c:pt idx="16476">
                  <c:v>5.0363529304800547</c:v>
                </c:pt>
                <c:pt idx="16477">
                  <c:v>5.0391199467881478</c:v>
                </c:pt>
                <c:pt idx="16478">
                  <c:v>5.0379895298981703</c:v>
                </c:pt>
                <c:pt idx="16479">
                  <c:v>5.0342069902763953</c:v>
                </c:pt>
                <c:pt idx="16480">
                  <c:v>5.0302900333052598</c:v>
                </c:pt>
                <c:pt idx="16481">
                  <c:v>5.0288827903682716</c:v>
                </c:pt>
                <c:pt idx="16482">
                  <c:v>5.0303015178776507</c:v>
                </c:pt>
                <c:pt idx="16483">
                  <c:v>5.0296128263532651</c:v>
                </c:pt>
                <c:pt idx="16484">
                  <c:v>5.0281055240793204</c:v>
                </c:pt>
                <c:pt idx="16485">
                  <c:v>5.0285442347446594</c:v>
                </c:pt>
                <c:pt idx="16486">
                  <c:v>5.0296211526682493</c:v>
                </c:pt>
                <c:pt idx="16487">
                  <c:v>5.0329728294158178</c:v>
                </c:pt>
                <c:pt idx="16488">
                  <c:v>5.0322606423704155</c:v>
                </c:pt>
                <c:pt idx="16489">
                  <c:v>5.0328174048694585</c:v>
                </c:pt>
                <c:pt idx="16490">
                  <c:v>5.0363271858969449</c:v>
                </c:pt>
                <c:pt idx="16491">
                  <c:v>5.0365982696577598</c:v>
                </c:pt>
                <c:pt idx="16492">
                  <c:v>5.040638925044024</c:v>
                </c:pt>
                <c:pt idx="16493">
                  <c:v>5.0438186681724213</c:v>
                </c:pt>
                <c:pt idx="16494">
                  <c:v>5.0420267877651019</c:v>
                </c:pt>
                <c:pt idx="16495">
                  <c:v>5.0369641968455712</c:v>
                </c:pt>
                <c:pt idx="16496">
                  <c:v>5.0348698893652859</c:v>
                </c:pt>
                <c:pt idx="16497">
                  <c:v>5.0355292952300745</c:v>
                </c:pt>
                <c:pt idx="16498">
                  <c:v>5.036888972896409</c:v>
                </c:pt>
                <c:pt idx="16499">
                  <c:v>5.03753191754077</c:v>
                </c:pt>
                <c:pt idx="16500">
                  <c:v>5.0362564122195854</c:v>
                </c:pt>
                <c:pt idx="16501">
                  <c:v>5.0373813739376772</c:v>
                </c:pt>
                <c:pt idx="16502">
                  <c:v>5.0400546952760124</c:v>
                </c:pt>
                <c:pt idx="16503">
                  <c:v>5.0376608797182447</c:v>
                </c:pt>
                <c:pt idx="16504">
                  <c:v>5.0343192998239035</c:v>
                </c:pt>
                <c:pt idx="16505">
                  <c:v>5.0338410630885839</c:v>
                </c:pt>
                <c:pt idx="16506">
                  <c:v>5.0357198434269961</c:v>
                </c:pt>
                <c:pt idx="16507">
                  <c:v>5.0385540444835772</c:v>
                </c:pt>
                <c:pt idx="16508">
                  <c:v>5.038108490927188</c:v>
                </c:pt>
                <c:pt idx="16509">
                  <c:v>5.0373819003139113</c:v>
                </c:pt>
                <c:pt idx="16510">
                  <c:v>5.0361374511905677</c:v>
                </c:pt>
                <c:pt idx="16511">
                  <c:v>5.0349705229308626</c:v>
                </c:pt>
                <c:pt idx="16512">
                  <c:v>5.0363790578822449</c:v>
                </c:pt>
                <c:pt idx="16513">
                  <c:v>5.0367910190643901</c:v>
                </c:pt>
                <c:pt idx="16514">
                  <c:v>5.0368204961335277</c:v>
                </c:pt>
                <c:pt idx="16515">
                  <c:v>5.0344978370722</c:v>
                </c:pt>
                <c:pt idx="16516">
                  <c:v>5.0316527256718473</c:v>
                </c:pt>
                <c:pt idx="16517">
                  <c:v>5.0296323979787152</c:v>
                </c:pt>
                <c:pt idx="16518">
                  <c:v>5.0310156668708368</c:v>
                </c:pt>
                <c:pt idx="16519">
                  <c:v>5.0337266001837531</c:v>
                </c:pt>
                <c:pt idx="16520">
                  <c:v>5.0322063777658679</c:v>
                </c:pt>
                <c:pt idx="16521">
                  <c:v>5.0313107246765183</c:v>
                </c:pt>
                <c:pt idx="16522">
                  <c:v>5.0319517073730955</c:v>
                </c:pt>
                <c:pt idx="16523">
                  <c:v>5.0286673110787845</c:v>
                </c:pt>
                <c:pt idx="16524">
                  <c:v>5.0287004249291787</c:v>
                </c:pt>
                <c:pt idx="16525">
                  <c:v>5.0307759742745581</c:v>
                </c:pt>
                <c:pt idx="16526">
                  <c:v>5.0332430518337032</c:v>
                </c:pt>
                <c:pt idx="16527">
                  <c:v>5.0324305183370335</c:v>
                </c:pt>
                <c:pt idx="16528">
                  <c:v>5.0325486180231227</c:v>
                </c:pt>
                <c:pt idx="16529">
                  <c:v>5.0358435418421257</c:v>
                </c:pt>
                <c:pt idx="16530">
                  <c:v>5.0385784970522929</c:v>
                </c:pt>
                <c:pt idx="16531">
                  <c:v>5.0375027275859425</c:v>
                </c:pt>
                <c:pt idx="16532">
                  <c:v>5.0353503751626985</c:v>
                </c:pt>
                <c:pt idx="16533">
                  <c:v>5.0350327310313148</c:v>
                </c:pt>
                <c:pt idx="16534">
                  <c:v>5.0343003502794579</c:v>
                </c:pt>
                <c:pt idx="16535">
                  <c:v>5.0321006239950998</c:v>
                </c:pt>
                <c:pt idx="16536">
                  <c:v>5.0295550206722304</c:v>
                </c:pt>
                <c:pt idx="16537">
                  <c:v>5.028852834775285</c:v>
                </c:pt>
                <c:pt idx="16538">
                  <c:v>5.0332287439705992</c:v>
                </c:pt>
                <c:pt idx="16539">
                  <c:v>5.0346876674833476</c:v>
                </c:pt>
                <c:pt idx="16540">
                  <c:v>5.0337942156037059</c:v>
                </c:pt>
                <c:pt idx="16541">
                  <c:v>5.0387632551106343</c:v>
                </c:pt>
                <c:pt idx="16542">
                  <c:v>5.0445341570323867</c:v>
                </c:pt>
                <c:pt idx="16543">
                  <c:v>5.0469886015619014</c:v>
                </c:pt>
                <c:pt idx="16544">
                  <c:v>5.0485156190184517</c:v>
                </c:pt>
                <c:pt idx="16545">
                  <c:v>5.0462625373248606</c:v>
                </c:pt>
                <c:pt idx="16546">
                  <c:v>5.0435251416430598</c:v>
                </c:pt>
                <c:pt idx="16547">
                  <c:v>5.0405624569328538</c:v>
                </c:pt>
                <c:pt idx="16548">
                  <c:v>5.0413952319883624</c:v>
                </c:pt>
                <c:pt idx="16549">
                  <c:v>5.043438002450042</c:v>
                </c:pt>
                <c:pt idx="16550">
                  <c:v>5.0400864692596281</c:v>
                </c:pt>
                <c:pt idx="16551">
                  <c:v>5.0387382761656845</c:v>
                </c:pt>
                <c:pt idx="16552">
                  <c:v>5.0366112855064697</c:v>
                </c:pt>
                <c:pt idx="16553">
                  <c:v>5.0339478696118212</c:v>
                </c:pt>
                <c:pt idx="16554">
                  <c:v>5.033126244162009</c:v>
                </c:pt>
                <c:pt idx="16555">
                  <c:v>5.0322082918612665</c:v>
                </c:pt>
                <c:pt idx="16556">
                  <c:v>5.0321602959191489</c:v>
                </c:pt>
                <c:pt idx="16557">
                  <c:v>5.0333945524844959</c:v>
                </c:pt>
                <c:pt idx="16558">
                  <c:v>5.0338665205573845</c:v>
                </c:pt>
                <c:pt idx="16559">
                  <c:v>5.0338194816629658</c:v>
                </c:pt>
                <c:pt idx="16560">
                  <c:v>5.0322219297909809</c:v>
                </c:pt>
                <c:pt idx="16561">
                  <c:v>5.0318027907510912</c:v>
                </c:pt>
                <c:pt idx="16562">
                  <c:v>5.0312751703544905</c:v>
                </c:pt>
                <c:pt idx="16563">
                  <c:v>5.0357959765714719</c:v>
                </c:pt>
                <c:pt idx="16564">
                  <c:v>5.0393499732026648</c:v>
                </c:pt>
                <c:pt idx="16565">
                  <c:v>5.0426782501339869</c:v>
                </c:pt>
                <c:pt idx="16566">
                  <c:v>5.0416561231911796</c:v>
                </c:pt>
                <c:pt idx="16567">
                  <c:v>5.0374323367276626</c:v>
                </c:pt>
                <c:pt idx="16568">
                  <c:v>5.0306978313299133</c:v>
                </c:pt>
                <c:pt idx="16569">
                  <c:v>5.029060561978409</c:v>
                </c:pt>
                <c:pt idx="16570">
                  <c:v>5.0348451975346453</c:v>
                </c:pt>
                <c:pt idx="16571">
                  <c:v>5.0416268853839679</c:v>
                </c:pt>
                <c:pt idx="16572">
                  <c:v>5.0425084220197531</c:v>
                </c:pt>
                <c:pt idx="16573">
                  <c:v>5.0395102308399053</c:v>
                </c:pt>
                <c:pt idx="16574">
                  <c:v>5.0357624799019982</c:v>
                </c:pt>
                <c:pt idx="16575">
                  <c:v>5.0340672613123036</c:v>
                </c:pt>
                <c:pt idx="16576">
                  <c:v>5.038046857055356</c:v>
                </c:pt>
                <c:pt idx="16577">
                  <c:v>5.0397552350509152</c:v>
                </c:pt>
                <c:pt idx="16578">
                  <c:v>5.0371602002143785</c:v>
                </c:pt>
                <c:pt idx="16579">
                  <c:v>5.0349909558992421</c:v>
                </c:pt>
                <c:pt idx="16580">
                  <c:v>5.0354775189495449</c:v>
                </c:pt>
                <c:pt idx="16581">
                  <c:v>5.0333138255110637</c:v>
                </c:pt>
                <c:pt idx="16582">
                  <c:v>5.0349158755072354</c:v>
                </c:pt>
                <c:pt idx="16583">
                  <c:v>5.0371498640992263</c:v>
                </c:pt>
                <c:pt idx="16584">
                  <c:v>5.0360420813873361</c:v>
                </c:pt>
                <c:pt idx="16585">
                  <c:v>5.0346350777122728</c:v>
                </c:pt>
                <c:pt idx="16586">
                  <c:v>5.0332384101523617</c:v>
                </c:pt>
                <c:pt idx="16587">
                  <c:v>5.0342595800474692</c:v>
                </c:pt>
                <c:pt idx="16588">
                  <c:v>5.0373659654697187</c:v>
                </c:pt>
                <c:pt idx="16589">
                  <c:v>5.0378436758288032</c:v>
                </c:pt>
                <c:pt idx="16590">
                  <c:v>5.032884685322716</c:v>
                </c:pt>
                <c:pt idx="16591">
                  <c:v>5.0275218206875429</c:v>
                </c:pt>
                <c:pt idx="16592">
                  <c:v>5.0271248373018915</c:v>
                </c:pt>
                <c:pt idx="16593">
                  <c:v>5.0305776739912718</c:v>
                </c:pt>
                <c:pt idx="16594">
                  <c:v>5.0298985050914942</c:v>
                </c:pt>
                <c:pt idx="16595">
                  <c:v>5.0298491214302121</c:v>
                </c:pt>
                <c:pt idx="16596">
                  <c:v>5.0322522682030471</c:v>
                </c:pt>
                <c:pt idx="16597">
                  <c:v>5.034868932317587</c:v>
                </c:pt>
                <c:pt idx="16598">
                  <c:v>5.0356210761044329</c:v>
                </c:pt>
                <c:pt idx="16599">
                  <c:v>5.034219192634561</c:v>
                </c:pt>
                <c:pt idx="16600">
                  <c:v>5.0321084717862341</c:v>
                </c:pt>
                <c:pt idx="16601">
                  <c:v>5.0303770767935072</c:v>
                </c:pt>
                <c:pt idx="16602">
                  <c:v>5.0309734132149142</c:v>
                </c:pt>
                <c:pt idx="16603">
                  <c:v>5.0308556963479063</c:v>
                </c:pt>
                <c:pt idx="16604">
                  <c:v>5.0301244162009038</c:v>
                </c:pt>
                <c:pt idx="16605">
                  <c:v>5.0307295574611439</c:v>
                </c:pt>
                <c:pt idx="16606">
                  <c:v>5.0325882876502561</c:v>
                </c:pt>
                <c:pt idx="16607">
                  <c:v>5.0333435418421253</c:v>
                </c:pt>
                <c:pt idx="16608">
                  <c:v>5.0338555623612278</c:v>
                </c:pt>
                <c:pt idx="16609">
                  <c:v>5.0355435552407934</c:v>
                </c:pt>
                <c:pt idx="16610">
                  <c:v>5.0345383201898786</c:v>
                </c:pt>
                <c:pt idx="16611">
                  <c:v>5.0305904984304419</c:v>
                </c:pt>
                <c:pt idx="16612">
                  <c:v>5.0307123784549423</c:v>
                </c:pt>
                <c:pt idx="16613">
                  <c:v>5.0324277428987063</c:v>
                </c:pt>
                <c:pt idx="16614">
                  <c:v>5.0310164325089959</c:v>
                </c:pt>
                <c:pt idx="16615">
                  <c:v>5.0331702205037896</c:v>
                </c:pt>
                <c:pt idx="16616">
                  <c:v>5.0355723623765405</c:v>
                </c:pt>
                <c:pt idx="16617">
                  <c:v>5.0340709937983306</c:v>
                </c:pt>
                <c:pt idx="16618">
                  <c:v>5.0335925656534721</c:v>
                </c:pt>
                <c:pt idx="16619">
                  <c:v>5.0323729519179237</c:v>
                </c:pt>
                <c:pt idx="16620">
                  <c:v>5.0330557097465736</c:v>
                </c:pt>
                <c:pt idx="16621">
                  <c:v>5.0363664727049997</c:v>
                </c:pt>
                <c:pt idx="16622">
                  <c:v>5.0392826927494063</c:v>
                </c:pt>
                <c:pt idx="16623">
                  <c:v>5.0411434327386875</c:v>
                </c:pt>
                <c:pt idx="16624">
                  <c:v>5.0384202492152212</c:v>
                </c:pt>
                <c:pt idx="16625">
                  <c:v>5.0388639843809813</c:v>
                </c:pt>
                <c:pt idx="16626">
                  <c:v>5.0396593867238346</c:v>
                </c:pt>
                <c:pt idx="16627">
                  <c:v>5.036273591225787</c:v>
                </c:pt>
                <c:pt idx="16628">
                  <c:v>5.0342166564581579</c:v>
                </c:pt>
                <c:pt idx="16629">
                  <c:v>5.0313345073118443</c:v>
                </c:pt>
                <c:pt idx="16630">
                  <c:v>5.0310111208942656</c:v>
                </c:pt>
                <c:pt idx="16631">
                  <c:v>5.0337472245616723</c:v>
                </c:pt>
                <c:pt idx="16632">
                  <c:v>5.0342587187045407</c:v>
                </c:pt>
                <c:pt idx="16633">
                  <c:v>5.0354371315366357</c:v>
                </c:pt>
                <c:pt idx="16634">
                  <c:v>5.0367646524002758</c:v>
                </c:pt>
                <c:pt idx="16635">
                  <c:v>5.0369693170507617</c:v>
                </c:pt>
                <c:pt idx="16636">
                  <c:v>5.0410394973585486</c:v>
                </c:pt>
                <c:pt idx="16637">
                  <c:v>5.0443730859046019</c:v>
                </c:pt>
                <c:pt idx="16638">
                  <c:v>5.0469044770691367</c:v>
                </c:pt>
                <c:pt idx="16639">
                  <c:v>5.0437046359390552</c:v>
                </c:pt>
                <c:pt idx="16640">
                  <c:v>5.0374194165837229</c:v>
                </c:pt>
                <c:pt idx="16641">
                  <c:v>5.0338917866166453</c:v>
                </c:pt>
                <c:pt idx="16642">
                  <c:v>5.0317076123574003</c:v>
                </c:pt>
                <c:pt idx="16643">
                  <c:v>5.0312112395681803</c:v>
                </c:pt>
                <c:pt idx="16644">
                  <c:v>5.029106643825128</c:v>
                </c:pt>
                <c:pt idx="16645">
                  <c:v>5.030925512977567</c:v>
                </c:pt>
                <c:pt idx="16646">
                  <c:v>5.0310846700099532</c:v>
                </c:pt>
                <c:pt idx="16647">
                  <c:v>5.0290842489089655</c:v>
                </c:pt>
                <c:pt idx="16648">
                  <c:v>5.0277802714187274</c:v>
                </c:pt>
                <c:pt idx="16649">
                  <c:v>5.0293559068983997</c:v>
                </c:pt>
                <c:pt idx="16650">
                  <c:v>5.0363446520174566</c:v>
                </c:pt>
                <c:pt idx="16651">
                  <c:v>5.0433665588392929</c:v>
                </c:pt>
                <c:pt idx="16652">
                  <c:v>5.0455200118673913</c:v>
                </c:pt>
                <c:pt idx="16653">
                  <c:v>5.0424511427149525</c:v>
                </c:pt>
                <c:pt idx="16654">
                  <c:v>5.0425347408314831</c:v>
                </c:pt>
                <c:pt idx="16655">
                  <c:v>5.0402819462522013</c:v>
                </c:pt>
                <c:pt idx="16656">
                  <c:v>5.0359472858127248</c:v>
                </c:pt>
                <c:pt idx="16657">
                  <c:v>5.0361377383048769</c:v>
                </c:pt>
                <c:pt idx="16658">
                  <c:v>5.0361630522165228</c:v>
                </c:pt>
                <c:pt idx="16659">
                  <c:v>5.0324426728428149</c:v>
                </c:pt>
                <c:pt idx="16660">
                  <c:v>5.0295933504325854</c:v>
                </c:pt>
                <c:pt idx="16661">
                  <c:v>5.02923268700712</c:v>
                </c:pt>
                <c:pt idx="16662">
                  <c:v>5.028638838909731</c:v>
                </c:pt>
                <c:pt idx="16663">
                  <c:v>5.0304393805987289</c:v>
                </c:pt>
                <c:pt idx="16664">
                  <c:v>5.0307950673761583</c:v>
                </c:pt>
                <c:pt idx="16665">
                  <c:v>5.0347761465431438</c:v>
                </c:pt>
                <c:pt idx="16666">
                  <c:v>5.0406689763417809</c:v>
                </c:pt>
                <c:pt idx="16667">
                  <c:v>5.0406522758594292</c:v>
                </c:pt>
                <c:pt idx="16668">
                  <c:v>5.0416274596125872</c:v>
                </c:pt>
                <c:pt idx="16669">
                  <c:v>5.0409509225939821</c:v>
                </c:pt>
                <c:pt idx="16670">
                  <c:v>5.0350764681111704</c:v>
                </c:pt>
                <c:pt idx="16671">
                  <c:v>5.0349118080545132</c:v>
                </c:pt>
                <c:pt idx="16672">
                  <c:v>5.0379900084220202</c:v>
                </c:pt>
                <c:pt idx="16673">
                  <c:v>5.0376457105122121</c:v>
                </c:pt>
                <c:pt idx="16674">
                  <c:v>5.0365390284051754</c:v>
                </c:pt>
                <c:pt idx="16675">
                  <c:v>5.0323884082382664</c:v>
                </c:pt>
                <c:pt idx="16676">
                  <c:v>5.0294442424010413</c:v>
                </c:pt>
                <c:pt idx="16677">
                  <c:v>5.0301888733634481</c:v>
                </c:pt>
                <c:pt idx="16678">
                  <c:v>5.0324278386034758</c:v>
                </c:pt>
                <c:pt idx="16679">
                  <c:v>5.0363848958732103</c:v>
                </c:pt>
                <c:pt idx="16680">
                  <c:v>5.0383502411760199</c:v>
                </c:pt>
                <c:pt idx="16681">
                  <c:v>5.0357728160171504</c:v>
                </c:pt>
                <c:pt idx="16682">
                  <c:v>5.032883919684557</c:v>
                </c:pt>
                <c:pt idx="16683">
                  <c:v>5.0318159980093409</c:v>
                </c:pt>
                <c:pt idx="16684">
                  <c:v>5.0300586191715793</c:v>
                </c:pt>
                <c:pt idx="16685">
                  <c:v>5.0296561327616569</c:v>
                </c:pt>
                <c:pt idx="16686">
                  <c:v>5.0319187370798559</c:v>
                </c:pt>
                <c:pt idx="16687">
                  <c:v>5.0343506431360536</c:v>
                </c:pt>
                <c:pt idx="16688">
                  <c:v>5.0338277601255648</c:v>
                </c:pt>
                <c:pt idx="16689">
                  <c:v>5.0346363218742818</c:v>
                </c:pt>
                <c:pt idx="16690">
                  <c:v>5.0364129373707982</c:v>
                </c:pt>
                <c:pt idx="16691">
                  <c:v>5.0383474178853076</c:v>
                </c:pt>
                <c:pt idx="16692">
                  <c:v>5.0359664746190953</c:v>
                </c:pt>
                <c:pt idx="16693">
                  <c:v>5.0336053900926423</c:v>
                </c:pt>
                <c:pt idx="16694">
                  <c:v>5.0352401711201287</c:v>
                </c:pt>
                <c:pt idx="16695">
                  <c:v>5.0372796876196313</c:v>
                </c:pt>
                <c:pt idx="16696">
                  <c:v>5.0336370683714877</c:v>
                </c:pt>
                <c:pt idx="16697">
                  <c:v>5.0295009474772225</c:v>
                </c:pt>
                <c:pt idx="16698">
                  <c:v>5.0273240946328768</c:v>
                </c:pt>
                <c:pt idx="16699">
                  <c:v>5.0282954501952375</c:v>
                </c:pt>
                <c:pt idx="16700">
                  <c:v>5.0297166660286345</c:v>
                </c:pt>
                <c:pt idx="16701">
                  <c:v>5.0298264393997396</c:v>
                </c:pt>
                <c:pt idx="16702">
                  <c:v>5.0302171541229619</c:v>
                </c:pt>
                <c:pt idx="16703">
                  <c:v>5.0301183389480135</c:v>
                </c:pt>
                <c:pt idx="16704">
                  <c:v>5.0308017667100531</c:v>
                </c:pt>
                <c:pt idx="16705">
                  <c:v>5.0349406151902611</c:v>
                </c:pt>
                <c:pt idx="16706">
                  <c:v>5.0345525323482123</c:v>
                </c:pt>
                <c:pt idx="16707">
                  <c:v>5.0309844192634561</c:v>
                </c:pt>
                <c:pt idx="16708">
                  <c:v>5.0342472341321489</c:v>
                </c:pt>
                <c:pt idx="16709">
                  <c:v>5.0357907128091268</c:v>
                </c:pt>
                <c:pt idx="16710">
                  <c:v>5.0327905596814944</c:v>
                </c:pt>
                <c:pt idx="16711">
                  <c:v>5.0306968742822145</c:v>
                </c:pt>
                <c:pt idx="16712">
                  <c:v>5.0306807480284821</c:v>
                </c:pt>
                <c:pt idx="16713">
                  <c:v>5.0321850356021747</c:v>
                </c:pt>
                <c:pt idx="16714">
                  <c:v>5.0331260049000841</c:v>
                </c:pt>
                <c:pt idx="16715">
                  <c:v>5.0368279132531963</c:v>
                </c:pt>
                <c:pt idx="16716">
                  <c:v>5.039176125488094</c:v>
                </c:pt>
                <c:pt idx="16717">
                  <c:v>5.0383823501263301</c:v>
                </c:pt>
                <c:pt idx="16718">
                  <c:v>5.036641911032846</c:v>
                </c:pt>
                <c:pt idx="16719">
                  <c:v>5.0337430614041807</c:v>
                </c:pt>
                <c:pt idx="16720">
                  <c:v>5.0288444127555314</c:v>
                </c:pt>
                <c:pt idx="16721">
                  <c:v>5.024714512671312</c:v>
                </c:pt>
                <c:pt idx="16722">
                  <c:v>5.0232182164459074</c:v>
                </c:pt>
                <c:pt idx="16723">
                  <c:v>5.0264706951994489</c:v>
                </c:pt>
                <c:pt idx="16724">
                  <c:v>5.0306202147615036</c:v>
                </c:pt>
                <c:pt idx="16725">
                  <c:v>5.0333530166143481</c:v>
                </c:pt>
                <c:pt idx="16726">
                  <c:v>5.0362384197228387</c:v>
                </c:pt>
                <c:pt idx="16727">
                  <c:v>5.0394056733787611</c:v>
                </c:pt>
                <c:pt idx="16728">
                  <c:v>5.0411501799249674</c:v>
                </c:pt>
                <c:pt idx="16729">
                  <c:v>5.046961947783478</c:v>
                </c:pt>
                <c:pt idx="16730">
                  <c:v>5.0437584220197538</c:v>
                </c:pt>
                <c:pt idx="16731">
                  <c:v>5.0383439725135899</c:v>
                </c:pt>
                <c:pt idx="16732">
                  <c:v>5.0373472073348138</c:v>
                </c:pt>
                <c:pt idx="16733">
                  <c:v>5.0382669301737995</c:v>
                </c:pt>
                <c:pt idx="16734">
                  <c:v>5.041297660975423</c:v>
                </c:pt>
                <c:pt idx="16735">
                  <c:v>5.0436691773217976</c:v>
                </c:pt>
                <c:pt idx="16736">
                  <c:v>5.0457226188653239</c:v>
                </c:pt>
                <c:pt idx="16737">
                  <c:v>5.0475985280606386</c:v>
                </c:pt>
                <c:pt idx="16738">
                  <c:v>5.0439737098997011</c:v>
                </c:pt>
                <c:pt idx="16739">
                  <c:v>5.0399423378761199</c:v>
                </c:pt>
                <c:pt idx="16740">
                  <c:v>5.0377455305872445</c:v>
                </c:pt>
                <c:pt idx="16741">
                  <c:v>5.0328213766174104</c:v>
                </c:pt>
                <c:pt idx="16742">
                  <c:v>5.0321067969527604</c:v>
                </c:pt>
                <c:pt idx="16743">
                  <c:v>5.0347126464282983</c:v>
                </c:pt>
                <c:pt idx="16744">
                  <c:v>5.034531907970293</c:v>
                </c:pt>
                <c:pt idx="16745">
                  <c:v>5.034055058954138</c:v>
                </c:pt>
                <c:pt idx="16746">
                  <c:v>5.038095953602328</c:v>
                </c:pt>
                <c:pt idx="16747">
                  <c:v>5.044515159635556</c:v>
                </c:pt>
                <c:pt idx="16748">
                  <c:v>5.0459046014853381</c:v>
                </c:pt>
                <c:pt idx="16749">
                  <c:v>5.0438839866778959</c:v>
                </c:pt>
                <c:pt idx="16750">
                  <c:v>5.0454360309317821</c:v>
                </c:pt>
                <c:pt idx="16751">
                  <c:v>5.0451113046474232</c:v>
                </c:pt>
                <c:pt idx="16752">
                  <c:v>5.0437280357553025</c:v>
                </c:pt>
                <c:pt idx="16753">
                  <c:v>5.0436483615343386</c:v>
                </c:pt>
                <c:pt idx="16754">
                  <c:v>5.0443060925656535</c:v>
                </c:pt>
                <c:pt idx="16755">
                  <c:v>5.0367873344307483</c:v>
                </c:pt>
                <c:pt idx="16756">
                  <c:v>5.0311725269887448</c:v>
                </c:pt>
                <c:pt idx="16757">
                  <c:v>5.0324731548120356</c:v>
                </c:pt>
                <c:pt idx="16758">
                  <c:v>5.0337610060485414</c:v>
                </c:pt>
                <c:pt idx="16759">
                  <c:v>5.0340296971901077</c:v>
                </c:pt>
                <c:pt idx="16760">
                  <c:v>5.0324424335808899</c:v>
                </c:pt>
                <c:pt idx="16761">
                  <c:v>5.0274091761733404</c:v>
                </c:pt>
                <c:pt idx="16762">
                  <c:v>5.0285700271801543</c:v>
                </c:pt>
                <c:pt idx="16763">
                  <c:v>5.0326224064007352</c:v>
                </c:pt>
                <c:pt idx="16764">
                  <c:v>5.0329821127785008</c:v>
                </c:pt>
                <c:pt idx="16765">
                  <c:v>5.0291790923359621</c:v>
                </c:pt>
                <c:pt idx="16766">
                  <c:v>5.028049776050838</c:v>
                </c:pt>
                <c:pt idx="16767">
                  <c:v>5.0305905941352114</c:v>
                </c:pt>
                <c:pt idx="16768">
                  <c:v>5.0323205057040044</c:v>
                </c:pt>
                <c:pt idx="16769">
                  <c:v>5.0305262326774365</c:v>
                </c:pt>
                <c:pt idx="16770">
                  <c:v>5.0287470331521327</c:v>
                </c:pt>
                <c:pt idx="16771">
                  <c:v>5.0302350030625522</c:v>
                </c:pt>
                <c:pt idx="16772">
                  <c:v>5.0320124320496138</c:v>
                </c:pt>
                <c:pt idx="16773">
                  <c:v>5.0336019447209246</c:v>
                </c:pt>
                <c:pt idx="16774">
                  <c:v>5.0352383527295004</c:v>
                </c:pt>
                <c:pt idx="16775">
                  <c:v>5.034493051833703</c:v>
                </c:pt>
                <c:pt idx="16776">
                  <c:v>5.0352633316744511</c:v>
                </c:pt>
                <c:pt idx="16777">
                  <c:v>5.0355202511293164</c:v>
                </c:pt>
                <c:pt idx="16778">
                  <c:v>5.0327691218130308</c:v>
                </c:pt>
                <c:pt idx="16779">
                  <c:v>5.0296869018451877</c:v>
                </c:pt>
                <c:pt idx="16780">
                  <c:v>5.0271064619860653</c:v>
                </c:pt>
                <c:pt idx="16781">
                  <c:v>5.0290554417732176</c:v>
                </c:pt>
                <c:pt idx="16782">
                  <c:v>5.0343053269274938</c:v>
                </c:pt>
                <c:pt idx="16783">
                  <c:v>5.0352191160707447</c:v>
                </c:pt>
                <c:pt idx="16784">
                  <c:v>5.034796244544828</c:v>
                </c:pt>
                <c:pt idx="16785">
                  <c:v>5.0388003885613655</c:v>
                </c:pt>
                <c:pt idx="16786">
                  <c:v>5.0424209957124262</c:v>
                </c:pt>
                <c:pt idx="16787">
                  <c:v>5.0400807269734322</c:v>
                </c:pt>
                <c:pt idx="16788">
                  <c:v>5.039019026108261</c:v>
                </c:pt>
                <c:pt idx="16789">
                  <c:v>5.0425383776127406</c:v>
                </c:pt>
                <c:pt idx="16790">
                  <c:v>5.0446926919837685</c:v>
                </c:pt>
                <c:pt idx="16791">
                  <c:v>5.0433782826736087</c:v>
                </c:pt>
                <c:pt idx="16792">
                  <c:v>5.0402186375468956</c:v>
                </c:pt>
                <c:pt idx="16793">
                  <c:v>5.0370895222417884</c:v>
                </c:pt>
                <c:pt idx="16794">
                  <c:v>5.0389525591455477</c:v>
                </c:pt>
                <c:pt idx="16795">
                  <c:v>5.0417617812571782</c:v>
                </c:pt>
                <c:pt idx="16796">
                  <c:v>5.0427483538779576</c:v>
                </c:pt>
                <c:pt idx="16797">
                  <c:v>5.0442585272950007</c:v>
                </c:pt>
                <c:pt idx="16798">
                  <c:v>5.0451935150447902</c:v>
                </c:pt>
                <c:pt idx="16799">
                  <c:v>5.0451766231528978</c:v>
                </c:pt>
                <c:pt idx="16800">
                  <c:v>5.0455498239032233</c:v>
                </c:pt>
                <c:pt idx="16801">
                  <c:v>5.0447616472704997</c:v>
                </c:pt>
                <c:pt idx="16802">
                  <c:v>5.0425175139728964</c:v>
                </c:pt>
                <c:pt idx="16803">
                  <c:v>5.0395963651328382</c:v>
                </c:pt>
                <c:pt idx="16804">
                  <c:v>5.0424251588699178</c:v>
                </c:pt>
                <c:pt idx="16805">
                  <c:v>5.0434183829722077</c:v>
                </c:pt>
                <c:pt idx="16806">
                  <c:v>5.0419205076180997</c:v>
                </c:pt>
                <c:pt idx="16807">
                  <c:v>5.0412427742898709</c:v>
                </c:pt>
                <c:pt idx="16808">
                  <c:v>5.0412425350279459</c:v>
                </c:pt>
                <c:pt idx="16809">
                  <c:v>5.0411809011561139</c:v>
                </c:pt>
                <c:pt idx="16810">
                  <c:v>5.0388975289028402</c:v>
                </c:pt>
                <c:pt idx="16811">
                  <c:v>5.0387995272184369</c:v>
                </c:pt>
                <c:pt idx="16812">
                  <c:v>5.04190103169742</c:v>
                </c:pt>
                <c:pt idx="16813">
                  <c:v>5.0399509034530281</c:v>
                </c:pt>
                <c:pt idx="16814">
                  <c:v>5.034168325549345</c:v>
                </c:pt>
                <c:pt idx="16815">
                  <c:v>5.031682729117219</c:v>
                </c:pt>
                <c:pt idx="16816">
                  <c:v>5.0333733060255721</c:v>
                </c:pt>
                <c:pt idx="16817">
                  <c:v>5.0324814332746346</c:v>
                </c:pt>
                <c:pt idx="16818">
                  <c:v>5.0301470503789911</c:v>
                </c:pt>
                <c:pt idx="16819">
                  <c:v>5.0310546665645814</c:v>
                </c:pt>
                <c:pt idx="16820">
                  <c:v>5.0352057652553404</c:v>
                </c:pt>
                <c:pt idx="16821">
                  <c:v>5.0360880196769005</c:v>
                </c:pt>
                <c:pt idx="16822">
                  <c:v>5.0355138867621161</c:v>
                </c:pt>
                <c:pt idx="16823">
                  <c:v>5.0305217345532505</c:v>
                </c:pt>
                <c:pt idx="16824">
                  <c:v>5.0278488917387643</c:v>
                </c:pt>
                <c:pt idx="16825">
                  <c:v>5.0339289200673765</c:v>
                </c:pt>
                <c:pt idx="16826">
                  <c:v>5.0342580009187659</c:v>
                </c:pt>
                <c:pt idx="16827">
                  <c:v>5.034105686777429</c:v>
                </c:pt>
                <c:pt idx="16828">
                  <c:v>5.0342335962024345</c:v>
                </c:pt>
                <c:pt idx="16829">
                  <c:v>5.0335218398284969</c:v>
                </c:pt>
                <c:pt idx="16830">
                  <c:v>5.035109964780645</c:v>
                </c:pt>
                <c:pt idx="16831">
                  <c:v>5.033928776510221</c:v>
                </c:pt>
                <c:pt idx="16832">
                  <c:v>5.0324645413827422</c:v>
                </c:pt>
                <c:pt idx="16833">
                  <c:v>5.0313289564351891</c:v>
                </c:pt>
                <c:pt idx="16834">
                  <c:v>5.0287810083454563</c:v>
                </c:pt>
                <c:pt idx="16835">
                  <c:v>5.029032233366511</c:v>
                </c:pt>
                <c:pt idx="16836">
                  <c:v>5.0285316974197993</c:v>
                </c:pt>
                <c:pt idx="16837">
                  <c:v>5.02903299900467</c:v>
                </c:pt>
                <c:pt idx="16838">
                  <c:v>5.0329405769083531</c:v>
                </c:pt>
                <c:pt idx="16839">
                  <c:v>5.0354790023734779</c:v>
                </c:pt>
                <c:pt idx="16840">
                  <c:v>5.0350682853533417</c:v>
                </c:pt>
                <c:pt idx="16841">
                  <c:v>5.0378550168440395</c:v>
                </c:pt>
                <c:pt idx="16842">
                  <c:v>5.0415369229002369</c:v>
                </c:pt>
                <c:pt idx="16843">
                  <c:v>5.0482797067605851</c:v>
                </c:pt>
                <c:pt idx="16844">
                  <c:v>5.0490817127325629</c:v>
                </c:pt>
                <c:pt idx="16845">
                  <c:v>5.044861706607457</c:v>
                </c:pt>
                <c:pt idx="16846">
                  <c:v>5.039290875507235</c:v>
                </c:pt>
                <c:pt idx="16847">
                  <c:v>5.0368683963708749</c:v>
                </c:pt>
                <c:pt idx="16848">
                  <c:v>5.0342861859735093</c:v>
                </c:pt>
                <c:pt idx="16849">
                  <c:v>5.0314179618712194</c:v>
                </c:pt>
                <c:pt idx="16850">
                  <c:v>5.0314807920526761</c:v>
                </c:pt>
                <c:pt idx="16851">
                  <c:v>5.0314660535181073</c:v>
                </c:pt>
                <c:pt idx="16852">
                  <c:v>5.0298620894265369</c:v>
                </c:pt>
                <c:pt idx="16853">
                  <c:v>5.0313832210397367</c:v>
                </c:pt>
                <c:pt idx="16854">
                  <c:v>5.0352906553862642</c:v>
                </c:pt>
                <c:pt idx="16855">
                  <c:v>5.0387023868769623</c:v>
                </c:pt>
                <c:pt idx="16856">
                  <c:v>5.0405714053288415</c:v>
                </c:pt>
                <c:pt idx="16857">
                  <c:v>5.0397555700176095</c:v>
                </c:pt>
                <c:pt idx="16858">
                  <c:v>5.0384464244697957</c:v>
                </c:pt>
                <c:pt idx="16859">
                  <c:v>5.0388682910956284</c:v>
                </c:pt>
                <c:pt idx="16860">
                  <c:v>5.0376102997473398</c:v>
                </c:pt>
                <c:pt idx="16861">
                  <c:v>5.0373217498660132</c:v>
                </c:pt>
                <c:pt idx="16862">
                  <c:v>5.0374254938366132</c:v>
                </c:pt>
                <c:pt idx="16863">
                  <c:v>5.0360693093943798</c:v>
                </c:pt>
                <c:pt idx="16864">
                  <c:v>5.0371272777735241</c:v>
                </c:pt>
                <c:pt idx="16865">
                  <c:v>5.037761943955287</c:v>
                </c:pt>
                <c:pt idx="16866">
                  <c:v>5.0365480725059335</c:v>
                </c:pt>
                <c:pt idx="16867">
                  <c:v>5.0336642963785314</c:v>
                </c:pt>
                <c:pt idx="16868">
                  <c:v>5.02824697572927</c:v>
                </c:pt>
                <c:pt idx="16869">
                  <c:v>5.0252189246612051</c:v>
                </c:pt>
                <c:pt idx="16870">
                  <c:v>5.0245537286578363</c:v>
                </c:pt>
                <c:pt idx="16871">
                  <c:v>5.0271035908429678</c:v>
                </c:pt>
                <c:pt idx="16872">
                  <c:v>5.0335733768471025</c:v>
                </c:pt>
                <c:pt idx="16873">
                  <c:v>5.040932595130541</c:v>
                </c:pt>
                <c:pt idx="16874">
                  <c:v>5.041122521246459</c:v>
                </c:pt>
                <c:pt idx="16875">
                  <c:v>5.0375609639384429</c:v>
                </c:pt>
                <c:pt idx="16876">
                  <c:v>5.0328472647576756</c:v>
                </c:pt>
                <c:pt idx="16877">
                  <c:v>5.0297856691677509</c:v>
                </c:pt>
                <c:pt idx="16878">
                  <c:v>5.0336988458004743</c:v>
                </c:pt>
                <c:pt idx="16879">
                  <c:v>5.0383026280529819</c:v>
                </c:pt>
                <c:pt idx="16880">
                  <c:v>5.0391734457545363</c:v>
                </c:pt>
                <c:pt idx="16881">
                  <c:v>5.0344165358701476</c:v>
                </c:pt>
                <c:pt idx="16882">
                  <c:v>5.0366553097006355</c:v>
                </c:pt>
                <c:pt idx="16883">
                  <c:v>5.0391695218589696</c:v>
                </c:pt>
                <c:pt idx="16884">
                  <c:v>5.03931695505704</c:v>
                </c:pt>
                <c:pt idx="16885">
                  <c:v>5.0382340077329451</c:v>
                </c:pt>
                <c:pt idx="16886">
                  <c:v>5.0327893633718706</c:v>
                </c:pt>
                <c:pt idx="16887">
                  <c:v>5.0295456416047779</c:v>
                </c:pt>
                <c:pt idx="16888">
                  <c:v>5.0263734591532039</c:v>
                </c:pt>
                <c:pt idx="16889">
                  <c:v>5.022157233366511</c:v>
                </c:pt>
                <c:pt idx="16890">
                  <c:v>5.0233984285276776</c:v>
                </c:pt>
                <c:pt idx="16891">
                  <c:v>5.0238280950922594</c:v>
                </c:pt>
                <c:pt idx="16892">
                  <c:v>5.0252842431666798</c:v>
                </c:pt>
                <c:pt idx="16893">
                  <c:v>5.0278619075874742</c:v>
                </c:pt>
                <c:pt idx="16894">
                  <c:v>5.028009436490315</c:v>
                </c:pt>
                <c:pt idx="16895">
                  <c:v>5.0324964589235126</c:v>
                </c:pt>
                <c:pt idx="16896">
                  <c:v>5.036033037286578</c:v>
                </c:pt>
                <c:pt idx="16897">
                  <c:v>5.0343253770767937</c:v>
                </c:pt>
                <c:pt idx="16898">
                  <c:v>5.0316982332899469</c:v>
                </c:pt>
                <c:pt idx="16899">
                  <c:v>5.0321285697879183</c:v>
                </c:pt>
                <c:pt idx="16900">
                  <c:v>5.036110462445448</c:v>
                </c:pt>
                <c:pt idx="16901">
                  <c:v>5.0364666755991117</c:v>
                </c:pt>
                <c:pt idx="16902">
                  <c:v>5.0314104490467804</c:v>
                </c:pt>
                <c:pt idx="16903">
                  <c:v>5.0283179408161702</c:v>
                </c:pt>
                <c:pt idx="16904">
                  <c:v>5.0286777428987062</c:v>
                </c:pt>
                <c:pt idx="16905">
                  <c:v>5.0325789564351888</c:v>
                </c:pt>
                <c:pt idx="16906">
                  <c:v>5.0339788779572778</c:v>
                </c:pt>
                <c:pt idx="16907">
                  <c:v>5.0277940050532122</c:v>
                </c:pt>
                <c:pt idx="16908">
                  <c:v>5.0280825549345378</c:v>
                </c:pt>
                <c:pt idx="16909">
                  <c:v>5.0297299211392694</c:v>
                </c:pt>
                <c:pt idx="16910">
                  <c:v>5.0304643116912944</c:v>
                </c:pt>
                <c:pt idx="16911">
                  <c:v>5.0356697419799401</c:v>
                </c:pt>
                <c:pt idx="16912">
                  <c:v>5.0366431551948549</c:v>
                </c:pt>
                <c:pt idx="16913">
                  <c:v>5.0340041918689229</c:v>
                </c:pt>
                <c:pt idx="16914">
                  <c:v>5.0314936164918462</c:v>
                </c:pt>
                <c:pt idx="16915">
                  <c:v>5.0357382187428223</c:v>
                </c:pt>
                <c:pt idx="16916">
                  <c:v>5.0412517705382438</c:v>
                </c:pt>
                <c:pt idx="16917">
                  <c:v>5.0439592584794424</c:v>
                </c:pt>
                <c:pt idx="16918">
                  <c:v>5.0475742669014627</c:v>
                </c:pt>
                <c:pt idx="16919">
                  <c:v>5.0470645911492227</c:v>
                </c:pt>
                <c:pt idx="16920">
                  <c:v>5.0416306178699948</c:v>
                </c:pt>
                <c:pt idx="16921">
                  <c:v>5.0362674182681264</c:v>
                </c:pt>
                <c:pt idx="16922">
                  <c:v>5.0371029209095779</c:v>
                </c:pt>
                <c:pt idx="16923">
                  <c:v>5.0411177360079629</c:v>
                </c:pt>
                <c:pt idx="16924">
                  <c:v>5.0418023122272411</c:v>
                </c:pt>
                <c:pt idx="16925">
                  <c:v>5.0403025227777354</c:v>
                </c:pt>
                <c:pt idx="16926">
                  <c:v>5.0411023753923896</c:v>
                </c:pt>
                <c:pt idx="16927">
                  <c:v>5.0414707909042189</c:v>
                </c:pt>
                <c:pt idx="16928">
                  <c:v>5.0373926671005282</c:v>
                </c:pt>
                <c:pt idx="16929">
                  <c:v>5.0317919761120891</c:v>
                </c:pt>
                <c:pt idx="16930">
                  <c:v>5.0282333377995556</c:v>
                </c:pt>
                <c:pt idx="16931">
                  <c:v>5.0286218991654543</c:v>
                </c:pt>
                <c:pt idx="16932">
                  <c:v>5.0315631460071968</c:v>
                </c:pt>
                <c:pt idx="16933">
                  <c:v>5.0375353150601025</c:v>
                </c:pt>
                <c:pt idx="16934">
                  <c:v>5.0386786520940205</c:v>
                </c:pt>
                <c:pt idx="16935">
                  <c:v>5.0369485012633026</c:v>
                </c:pt>
                <c:pt idx="16936">
                  <c:v>5.0352017935073885</c:v>
                </c:pt>
                <c:pt idx="16937">
                  <c:v>5.0357903299900464</c:v>
                </c:pt>
                <c:pt idx="16938">
                  <c:v>5.0349287477987898</c:v>
                </c:pt>
                <c:pt idx="16939">
                  <c:v>5.0339060466273642</c:v>
                </c:pt>
                <c:pt idx="16940">
                  <c:v>5.0313404410075799</c:v>
                </c:pt>
                <c:pt idx="16941">
                  <c:v>5.028848815174948</c:v>
                </c:pt>
                <c:pt idx="16942">
                  <c:v>5.0300986237654088</c:v>
                </c:pt>
                <c:pt idx="16943">
                  <c:v>5.0305229308628743</c:v>
                </c:pt>
                <c:pt idx="16944">
                  <c:v>5.0320345877038513</c:v>
                </c:pt>
                <c:pt idx="16945">
                  <c:v>5.0345123841972281</c:v>
                </c:pt>
                <c:pt idx="16946">
                  <c:v>5.0336075913023501</c:v>
                </c:pt>
                <c:pt idx="16947">
                  <c:v>5.0300925465125186</c:v>
                </c:pt>
                <c:pt idx="16948">
                  <c:v>5.0286622387259783</c:v>
                </c:pt>
                <c:pt idx="16949">
                  <c:v>5.029616080315443</c:v>
                </c:pt>
                <c:pt idx="16950">
                  <c:v>5.0324235797412147</c:v>
                </c:pt>
                <c:pt idx="16951">
                  <c:v>5.0351225499578902</c:v>
                </c:pt>
                <c:pt idx="16952">
                  <c:v>5.0340243377229923</c:v>
                </c:pt>
                <c:pt idx="16953">
                  <c:v>5.0282537707679351</c:v>
                </c:pt>
                <c:pt idx="16954">
                  <c:v>5.0247484878646356</c:v>
                </c:pt>
                <c:pt idx="16955">
                  <c:v>5.0280238400581885</c:v>
                </c:pt>
                <c:pt idx="16956">
                  <c:v>5.0352268203047243</c:v>
                </c:pt>
                <c:pt idx="16957">
                  <c:v>5.0369646275170359</c:v>
                </c:pt>
                <c:pt idx="16958">
                  <c:v>5.0363088105811196</c:v>
                </c:pt>
                <c:pt idx="16959">
                  <c:v>5.0367404390934842</c:v>
                </c:pt>
                <c:pt idx="16960">
                  <c:v>5.035704530663808</c:v>
                </c:pt>
                <c:pt idx="16961">
                  <c:v>5.0359778634867158</c:v>
                </c:pt>
                <c:pt idx="16962">
                  <c:v>5.0367118712196612</c:v>
                </c:pt>
                <c:pt idx="16963">
                  <c:v>5.036522136513284</c:v>
                </c:pt>
                <c:pt idx="16964">
                  <c:v>5.0353748755837993</c:v>
                </c:pt>
                <c:pt idx="16965">
                  <c:v>5.0328790387412905</c:v>
                </c:pt>
                <c:pt idx="16966">
                  <c:v>5.0301810734246999</c:v>
                </c:pt>
                <c:pt idx="16967">
                  <c:v>5.0264400218206875</c:v>
                </c:pt>
                <c:pt idx="16968">
                  <c:v>5.0226026912181307</c:v>
                </c:pt>
                <c:pt idx="16969">
                  <c:v>5.02181097350892</c:v>
                </c:pt>
                <c:pt idx="16970">
                  <c:v>5.0204436873133753</c:v>
                </c:pt>
                <c:pt idx="16971">
                  <c:v>5.0217232122348978</c:v>
                </c:pt>
                <c:pt idx="16972">
                  <c:v>5.0272072391087974</c:v>
                </c:pt>
                <c:pt idx="16973">
                  <c:v>5.0300652228007046</c:v>
                </c:pt>
                <c:pt idx="16974">
                  <c:v>5.0292389078171658</c:v>
                </c:pt>
                <c:pt idx="16975">
                  <c:v>5.0295234859505396</c:v>
                </c:pt>
                <c:pt idx="16976">
                  <c:v>5.0303583186586023</c:v>
                </c:pt>
                <c:pt idx="16977">
                  <c:v>5.028276787765102</c:v>
                </c:pt>
                <c:pt idx="16978">
                  <c:v>5.0272374818160941</c:v>
                </c:pt>
                <c:pt idx="16979">
                  <c:v>5.0294517073730951</c:v>
                </c:pt>
                <c:pt idx="16980">
                  <c:v>5.0331929982390324</c:v>
                </c:pt>
                <c:pt idx="16981">
                  <c:v>5.0360919914248523</c:v>
                </c:pt>
                <c:pt idx="16982">
                  <c:v>5.0357564505014931</c:v>
                </c:pt>
                <c:pt idx="16983">
                  <c:v>5.0363908295689459</c:v>
                </c:pt>
                <c:pt idx="16984">
                  <c:v>5.0359843235586865</c:v>
                </c:pt>
                <c:pt idx="16985">
                  <c:v>5.0359090996095244</c:v>
                </c:pt>
                <c:pt idx="16986">
                  <c:v>5.0376579128703778</c:v>
                </c:pt>
                <c:pt idx="16987">
                  <c:v>5.0383308131077253</c:v>
                </c:pt>
                <c:pt idx="16988">
                  <c:v>5.0377979289487786</c:v>
                </c:pt>
                <c:pt idx="16989">
                  <c:v>5.0368612663655155</c:v>
                </c:pt>
                <c:pt idx="16990">
                  <c:v>5.0380620262613887</c:v>
                </c:pt>
                <c:pt idx="16991">
                  <c:v>5.0399565978868388</c:v>
                </c:pt>
                <c:pt idx="16992">
                  <c:v>5.0381957736773604</c:v>
                </c:pt>
                <c:pt idx="16993">
                  <c:v>5.036286846336421</c:v>
                </c:pt>
                <c:pt idx="16994">
                  <c:v>5.0311618080545131</c:v>
                </c:pt>
                <c:pt idx="16995">
                  <c:v>5.0281340919531425</c:v>
                </c:pt>
                <c:pt idx="16996">
                  <c:v>5.0229446922134597</c:v>
                </c:pt>
                <c:pt idx="16997">
                  <c:v>5.024066782788454</c:v>
                </c:pt>
                <c:pt idx="16998">
                  <c:v>5.0261909023045712</c:v>
                </c:pt>
                <c:pt idx="16999">
                  <c:v>5.0250790521399589</c:v>
                </c:pt>
                <c:pt idx="17000">
                  <c:v>5.0283292818314065</c:v>
                </c:pt>
                <c:pt idx="17001">
                  <c:v>5.0306941945486567</c:v>
                </c:pt>
                <c:pt idx="17002">
                  <c:v>5.0324626751397288</c:v>
                </c:pt>
                <c:pt idx="17003">
                  <c:v>5.032961631957737</c:v>
                </c:pt>
                <c:pt idx="17004">
                  <c:v>5.0310013111553475</c:v>
                </c:pt>
                <c:pt idx="17005">
                  <c:v>5.0320241558839296</c:v>
                </c:pt>
                <c:pt idx="17006">
                  <c:v>5.0314571051221195</c:v>
                </c:pt>
                <c:pt idx="17007">
                  <c:v>5.0307028079779492</c:v>
                </c:pt>
                <c:pt idx="17008">
                  <c:v>5.0327317491003756</c:v>
                </c:pt>
                <c:pt idx="17009">
                  <c:v>5.0325657491769391</c:v>
                </c:pt>
                <c:pt idx="17010">
                  <c:v>5.0308577540004595</c:v>
                </c:pt>
                <c:pt idx="17011">
                  <c:v>5.0271278520021436</c:v>
                </c:pt>
                <c:pt idx="17012">
                  <c:v>5.0282781754842665</c:v>
                </c:pt>
                <c:pt idx="17013">
                  <c:v>5.0344712789985451</c:v>
                </c:pt>
                <c:pt idx="17014">
                  <c:v>5.0398629507694661</c:v>
                </c:pt>
                <c:pt idx="17015">
                  <c:v>5.0401321204348823</c:v>
                </c:pt>
                <c:pt idx="17016">
                  <c:v>5.0382584603016616</c:v>
                </c:pt>
                <c:pt idx="17017">
                  <c:v>5.0369300780950921</c:v>
                </c:pt>
                <c:pt idx="17018">
                  <c:v>5.0367871908735928</c:v>
                </c:pt>
                <c:pt idx="17019">
                  <c:v>5.0343929924967457</c:v>
                </c:pt>
                <c:pt idx="17020">
                  <c:v>5.0294572582497512</c:v>
                </c:pt>
                <c:pt idx="17021">
                  <c:v>5.0285907951152282</c:v>
                </c:pt>
                <c:pt idx="17022">
                  <c:v>5.0367811614730877</c:v>
                </c:pt>
                <c:pt idx="17023">
                  <c:v>5.0403433408621083</c:v>
                </c:pt>
                <c:pt idx="17024">
                  <c:v>5.0417761848250517</c:v>
                </c:pt>
                <c:pt idx="17025">
                  <c:v>5.0427582593216442</c:v>
                </c:pt>
                <c:pt idx="17026">
                  <c:v>5.0399836823367279</c:v>
                </c:pt>
                <c:pt idx="17027">
                  <c:v>5.0414455726973433</c:v>
                </c:pt>
                <c:pt idx="17028">
                  <c:v>5.0413726935150445</c:v>
                </c:pt>
                <c:pt idx="17029">
                  <c:v>5.0392284281448587</c:v>
                </c:pt>
                <c:pt idx="17030">
                  <c:v>5.0371193342776204</c:v>
                </c:pt>
                <c:pt idx="17031">
                  <c:v>5.0375507713804453</c:v>
                </c:pt>
                <c:pt idx="17032">
                  <c:v>5.0405823635249982</c:v>
                </c:pt>
                <c:pt idx="17033">
                  <c:v>5.0424496592910186</c:v>
                </c:pt>
                <c:pt idx="17034">
                  <c:v>5.0427992209631727</c:v>
                </c:pt>
                <c:pt idx="17035">
                  <c:v>5.0419240486945869</c:v>
                </c:pt>
                <c:pt idx="17036">
                  <c:v>5.0417370415741525</c:v>
                </c:pt>
                <c:pt idx="17037">
                  <c:v>5.0414179140188349</c:v>
                </c:pt>
                <c:pt idx="17038">
                  <c:v>5.0412198051450883</c:v>
                </c:pt>
                <c:pt idx="17039">
                  <c:v>5.0361073520404256</c:v>
                </c:pt>
                <c:pt idx="17040">
                  <c:v>5.0347209248908964</c:v>
                </c:pt>
                <c:pt idx="17041">
                  <c:v>5.0371212005206338</c:v>
                </c:pt>
                <c:pt idx="17042">
                  <c:v>5.0372131728045328</c:v>
                </c:pt>
                <c:pt idx="17043">
                  <c:v>5.0346184729346914</c:v>
                </c:pt>
                <c:pt idx="17044">
                  <c:v>5.0324613352729504</c:v>
                </c:pt>
                <c:pt idx="17045">
                  <c:v>5.0338788664727048</c:v>
                </c:pt>
                <c:pt idx="17046">
                  <c:v>5.036375803920067</c:v>
                </c:pt>
                <c:pt idx="17047">
                  <c:v>5.035349513819769</c:v>
                </c:pt>
                <c:pt idx="17048">
                  <c:v>5.035842871908736</c:v>
                </c:pt>
                <c:pt idx="17049">
                  <c:v>5.0346444567797262</c:v>
                </c:pt>
                <c:pt idx="17050">
                  <c:v>5.0323709899701399</c:v>
                </c:pt>
                <c:pt idx="17051">
                  <c:v>5.0313904467498656</c:v>
                </c:pt>
                <c:pt idx="17052">
                  <c:v>5.0349812418650943</c:v>
                </c:pt>
                <c:pt idx="17053">
                  <c:v>5.0412451669091185</c:v>
                </c:pt>
                <c:pt idx="17054">
                  <c:v>5.0434224025725438</c:v>
                </c:pt>
                <c:pt idx="17055">
                  <c:v>5.0430790138580504</c:v>
                </c:pt>
                <c:pt idx="17056">
                  <c:v>5.0397798311767854</c:v>
                </c:pt>
                <c:pt idx="17057">
                  <c:v>5.0357312801470027</c:v>
                </c:pt>
                <c:pt idx="17058">
                  <c:v>5.0368160937141111</c:v>
                </c:pt>
                <c:pt idx="17059">
                  <c:v>5.0345858854605314</c:v>
                </c:pt>
                <c:pt idx="17060">
                  <c:v>5.0333104758441163</c:v>
                </c:pt>
                <c:pt idx="17061">
                  <c:v>5.038707076410688</c:v>
                </c:pt>
                <c:pt idx="17062">
                  <c:v>5.0392860424163537</c:v>
                </c:pt>
                <c:pt idx="17063">
                  <c:v>5.0344707526223109</c:v>
                </c:pt>
                <c:pt idx="17064">
                  <c:v>5.0286243396370871</c:v>
                </c:pt>
                <c:pt idx="17065">
                  <c:v>5.0304019121813033</c:v>
                </c:pt>
                <c:pt idx="17066">
                  <c:v>5.0347635613658985</c:v>
                </c:pt>
                <c:pt idx="17067">
                  <c:v>5.0376927015542456</c:v>
                </c:pt>
                <c:pt idx="17068">
                  <c:v>5.0388910209784852</c:v>
                </c:pt>
                <c:pt idx="17069">
                  <c:v>5.0364232256335653</c:v>
                </c:pt>
                <c:pt idx="17070">
                  <c:v>5.034228954521093</c:v>
                </c:pt>
                <c:pt idx="17071">
                  <c:v>5.0377483538779568</c:v>
                </c:pt>
                <c:pt idx="17072">
                  <c:v>5.039844144782176</c:v>
                </c:pt>
                <c:pt idx="17073">
                  <c:v>5.0384525974274554</c:v>
                </c:pt>
                <c:pt idx="17074">
                  <c:v>5.0364728964091574</c:v>
                </c:pt>
                <c:pt idx="17075">
                  <c:v>5.0341448300283282</c:v>
                </c:pt>
                <c:pt idx="17076">
                  <c:v>5.0320725824975119</c:v>
                </c:pt>
                <c:pt idx="17077">
                  <c:v>5.0327485931398819</c:v>
                </c:pt>
                <c:pt idx="17078">
                  <c:v>5.0320862682796115</c:v>
                </c:pt>
                <c:pt idx="17079">
                  <c:v>5.0308900543603094</c:v>
                </c:pt>
                <c:pt idx="17080">
                  <c:v>5.0327189725135897</c:v>
                </c:pt>
                <c:pt idx="17081">
                  <c:v>5.0366354509608762</c:v>
                </c:pt>
                <c:pt idx="17082">
                  <c:v>5.0378851638465658</c:v>
                </c:pt>
                <c:pt idx="17083">
                  <c:v>5.0396230189112625</c:v>
                </c:pt>
                <c:pt idx="17084">
                  <c:v>5.0383206684021129</c:v>
                </c:pt>
                <c:pt idx="17085">
                  <c:v>5.0363841780874354</c:v>
                </c:pt>
                <c:pt idx="17086">
                  <c:v>5.0370603322869609</c:v>
                </c:pt>
                <c:pt idx="17087">
                  <c:v>5.0356549077406019</c:v>
                </c:pt>
                <c:pt idx="17088">
                  <c:v>5.038543708368425</c:v>
                </c:pt>
                <c:pt idx="17089">
                  <c:v>5.0404792894877879</c:v>
                </c:pt>
                <c:pt idx="17090">
                  <c:v>5.0401817912104736</c:v>
                </c:pt>
                <c:pt idx="17091">
                  <c:v>5.0371959937983313</c:v>
                </c:pt>
                <c:pt idx="17092">
                  <c:v>5.0370414305949005</c:v>
                </c:pt>
                <c:pt idx="17093">
                  <c:v>5.0399512862721076</c:v>
                </c:pt>
                <c:pt idx="17094">
                  <c:v>5.0442907798024654</c:v>
                </c:pt>
                <c:pt idx="17095">
                  <c:v>5.0465212751703543</c:v>
                </c:pt>
                <c:pt idx="17096">
                  <c:v>5.0449547316438252</c:v>
                </c:pt>
                <c:pt idx="17097">
                  <c:v>5.0438892504402419</c:v>
                </c:pt>
                <c:pt idx="17098">
                  <c:v>5.0469447687772755</c:v>
                </c:pt>
                <c:pt idx="17099">
                  <c:v>5.0481447630349896</c:v>
                </c:pt>
                <c:pt idx="17100">
                  <c:v>5.045170402342853</c:v>
                </c:pt>
                <c:pt idx="17101">
                  <c:v>5.0419311786999463</c:v>
                </c:pt>
                <c:pt idx="17102">
                  <c:v>5.0403453028098921</c:v>
                </c:pt>
                <c:pt idx="17103">
                  <c:v>5.0385008326314979</c:v>
                </c:pt>
                <c:pt idx="17104">
                  <c:v>5.0384629813949928</c:v>
                </c:pt>
                <c:pt idx="17105">
                  <c:v>5.0349837780414974</c:v>
                </c:pt>
                <c:pt idx="17106">
                  <c:v>5.0318896906821839</c:v>
                </c:pt>
                <c:pt idx="17107">
                  <c:v>5.0318368137967999</c:v>
                </c:pt>
                <c:pt idx="17108">
                  <c:v>5.0354581865860197</c:v>
                </c:pt>
                <c:pt idx="17109">
                  <c:v>5.0377983596202434</c:v>
                </c:pt>
                <c:pt idx="17110">
                  <c:v>5.035340230457086</c:v>
                </c:pt>
                <c:pt idx="17111">
                  <c:v>5.0360655290559677</c:v>
                </c:pt>
                <c:pt idx="17112">
                  <c:v>5.0356872081004518</c:v>
                </c:pt>
                <c:pt idx="17113">
                  <c:v>5.0340256297373864</c:v>
                </c:pt>
                <c:pt idx="17114">
                  <c:v>5.0381985012633033</c:v>
                </c:pt>
                <c:pt idx="17115">
                  <c:v>5.0410229882857358</c:v>
                </c:pt>
                <c:pt idx="17116">
                  <c:v>5.0362516269810884</c:v>
                </c:pt>
                <c:pt idx="17117">
                  <c:v>5.0323006469642451</c:v>
                </c:pt>
                <c:pt idx="17118">
                  <c:v>5.0350637393767705</c:v>
                </c:pt>
                <c:pt idx="17119">
                  <c:v>5.0388851351351347</c:v>
                </c:pt>
                <c:pt idx="17120">
                  <c:v>5.039313701094863</c:v>
                </c:pt>
                <c:pt idx="17121">
                  <c:v>5.0364344230916469</c:v>
                </c:pt>
                <c:pt idx="17122">
                  <c:v>5.0342645088431208</c:v>
                </c:pt>
                <c:pt idx="17123">
                  <c:v>5.0346015331904139</c:v>
                </c:pt>
                <c:pt idx="17124">
                  <c:v>5.0396884331215066</c:v>
                </c:pt>
                <c:pt idx="17125">
                  <c:v>5.0410881632340558</c:v>
                </c:pt>
                <c:pt idx="17126">
                  <c:v>5.0405693476762883</c:v>
                </c:pt>
                <c:pt idx="17127">
                  <c:v>5.0389958177015544</c:v>
                </c:pt>
                <c:pt idx="17128">
                  <c:v>5.0384423091646884</c:v>
                </c:pt>
                <c:pt idx="17129">
                  <c:v>5.0394620913406323</c:v>
                </c:pt>
                <c:pt idx="17130">
                  <c:v>5.0402664420794734</c:v>
                </c:pt>
                <c:pt idx="17131">
                  <c:v>5.0428227164841894</c:v>
                </c:pt>
                <c:pt idx="17132">
                  <c:v>5.0415569730495369</c:v>
                </c:pt>
                <c:pt idx="17133">
                  <c:v>5.038993712196616</c:v>
                </c:pt>
                <c:pt idx="17134">
                  <c:v>5.0402068658601946</c:v>
                </c:pt>
                <c:pt idx="17135">
                  <c:v>5.0404363658984765</c:v>
                </c:pt>
                <c:pt idx="17136">
                  <c:v>5.0360256201669094</c:v>
                </c:pt>
                <c:pt idx="17137">
                  <c:v>5.0324201822218821</c:v>
                </c:pt>
                <c:pt idx="17138">
                  <c:v>5.0312299977030852</c:v>
                </c:pt>
                <c:pt idx="17139">
                  <c:v>5.029979901998316</c:v>
                </c:pt>
                <c:pt idx="17140">
                  <c:v>5.028555671464666</c:v>
                </c:pt>
                <c:pt idx="17141">
                  <c:v>5.0327550532118517</c:v>
                </c:pt>
                <c:pt idx="17142">
                  <c:v>5.0377067701554248</c:v>
                </c:pt>
                <c:pt idx="17143">
                  <c:v>5.0369036635785926</c:v>
                </c:pt>
                <c:pt idx="17144">
                  <c:v>5.0336283113850397</c:v>
                </c:pt>
                <c:pt idx="17145">
                  <c:v>5.0350473260087281</c:v>
                </c:pt>
                <c:pt idx="17146">
                  <c:v>5.0353448242860424</c:v>
                </c:pt>
                <c:pt idx="17147">
                  <c:v>5.0302617046933618</c:v>
                </c:pt>
                <c:pt idx="17148">
                  <c:v>5.0319012709593443</c:v>
                </c:pt>
                <c:pt idx="17149">
                  <c:v>5.0337357399892815</c:v>
                </c:pt>
                <c:pt idx="17150">
                  <c:v>5.0306793603093176</c:v>
                </c:pt>
                <c:pt idx="17151">
                  <c:v>5.0335896945103746</c:v>
                </c:pt>
                <c:pt idx="17152">
                  <c:v>5.0377014585406936</c:v>
                </c:pt>
                <c:pt idx="17153">
                  <c:v>5.037909759972437</c:v>
                </c:pt>
                <c:pt idx="17154">
                  <c:v>5.0332398457239105</c:v>
                </c:pt>
                <c:pt idx="17155">
                  <c:v>5.0283377517035452</c:v>
                </c:pt>
                <c:pt idx="17156">
                  <c:v>5.0265456320343009</c:v>
                </c:pt>
                <c:pt idx="17157">
                  <c:v>5.0251683446902993</c:v>
                </c:pt>
                <c:pt idx="17158">
                  <c:v>5.0244262499042955</c:v>
                </c:pt>
                <c:pt idx="17159">
                  <c:v>5.0261189801699713</c:v>
                </c:pt>
                <c:pt idx="17160">
                  <c:v>5.0288110596432123</c:v>
                </c:pt>
                <c:pt idx="17161">
                  <c:v>5.0339882570247303</c:v>
                </c:pt>
                <c:pt idx="17162">
                  <c:v>5.0378257311844425</c:v>
                </c:pt>
                <c:pt idx="17163">
                  <c:v>5.0403032884158945</c:v>
                </c:pt>
                <c:pt idx="17164">
                  <c:v>5.0420957909042183</c:v>
                </c:pt>
                <c:pt idx="17165">
                  <c:v>5.042438988209172</c:v>
                </c:pt>
                <c:pt idx="17166">
                  <c:v>5.0404829741214305</c:v>
                </c:pt>
                <c:pt idx="17167">
                  <c:v>5.0404217709210624</c:v>
                </c:pt>
                <c:pt idx="17168">
                  <c:v>5.0393450444070131</c:v>
                </c:pt>
                <c:pt idx="17169">
                  <c:v>5.0366948836229994</c:v>
                </c:pt>
                <c:pt idx="17170">
                  <c:v>5.0366130081923286</c:v>
                </c:pt>
                <c:pt idx="17171">
                  <c:v>5.0351426001071893</c:v>
                </c:pt>
                <c:pt idx="17172">
                  <c:v>5.0313202473011254</c:v>
                </c:pt>
                <c:pt idx="17173">
                  <c:v>5.0313989166220043</c:v>
                </c:pt>
                <c:pt idx="17174">
                  <c:v>5.0321749866013326</c:v>
                </c:pt>
                <c:pt idx="17175">
                  <c:v>5.0325169397442773</c:v>
                </c:pt>
                <c:pt idx="17176">
                  <c:v>5.0329630675292858</c:v>
                </c:pt>
                <c:pt idx="17177">
                  <c:v>5.0347288683868001</c:v>
                </c:pt>
                <c:pt idx="17178">
                  <c:v>5.0378925331138502</c:v>
                </c:pt>
                <c:pt idx="17179">
                  <c:v>5.0407664995023351</c:v>
                </c:pt>
                <c:pt idx="17180">
                  <c:v>5.0423594575453636</c:v>
                </c:pt>
                <c:pt idx="17181">
                  <c:v>5.0403579358395225</c:v>
                </c:pt>
                <c:pt idx="17182">
                  <c:v>5.040293909348442</c:v>
                </c:pt>
                <c:pt idx="17183">
                  <c:v>5.0398430920297068</c:v>
                </c:pt>
                <c:pt idx="17184">
                  <c:v>5.0379200960875892</c:v>
                </c:pt>
                <c:pt idx="17185">
                  <c:v>5.0350545038664727</c:v>
                </c:pt>
                <c:pt idx="17186">
                  <c:v>5.0299842087129623</c:v>
                </c:pt>
                <c:pt idx="17187">
                  <c:v>5.0295986141949314</c:v>
                </c:pt>
                <c:pt idx="17188">
                  <c:v>5.0331310294005052</c:v>
                </c:pt>
                <c:pt idx="17189">
                  <c:v>5.0351039832325242</c:v>
                </c:pt>
                <c:pt idx="17190">
                  <c:v>5.0391088928872216</c:v>
                </c:pt>
                <c:pt idx="17191">
                  <c:v>5.0445171694357249</c:v>
                </c:pt>
                <c:pt idx="17192">
                  <c:v>5.0465175426843274</c:v>
                </c:pt>
                <c:pt idx="17193">
                  <c:v>5.0445540636245312</c:v>
                </c:pt>
                <c:pt idx="17194">
                  <c:v>5.0399578899012329</c:v>
                </c:pt>
                <c:pt idx="17195">
                  <c:v>5.0352264853380291</c:v>
                </c:pt>
                <c:pt idx="17196">
                  <c:v>5.0346461316131998</c:v>
                </c:pt>
                <c:pt idx="17197">
                  <c:v>5.0360014068601178</c:v>
                </c:pt>
                <c:pt idx="17198">
                  <c:v>5.0310201649950237</c:v>
                </c:pt>
                <c:pt idx="17199">
                  <c:v>5.028718034606845</c:v>
                </c:pt>
                <c:pt idx="17200">
                  <c:v>5.0330920775591457</c:v>
                </c:pt>
                <c:pt idx="17201">
                  <c:v>5.0354033477528519</c:v>
                </c:pt>
                <c:pt idx="17202">
                  <c:v>5.0342381900313908</c:v>
                </c:pt>
                <c:pt idx="17203">
                  <c:v>5.0336129986218516</c:v>
                </c:pt>
                <c:pt idx="17204">
                  <c:v>5.0359926020212846</c:v>
                </c:pt>
                <c:pt idx="17205">
                  <c:v>5.0376674354949849</c:v>
                </c:pt>
                <c:pt idx="17206">
                  <c:v>5.0332620013781488</c:v>
                </c:pt>
                <c:pt idx="17207">
                  <c:v>5.0248161032845875</c:v>
                </c:pt>
                <c:pt idx="17208">
                  <c:v>5.0260311231911796</c:v>
                </c:pt>
                <c:pt idx="17209">
                  <c:v>5.0321299575070819</c:v>
                </c:pt>
                <c:pt idx="17210">
                  <c:v>5.0381848633335888</c:v>
                </c:pt>
                <c:pt idx="17211">
                  <c:v>5.0379890513743204</c:v>
                </c:pt>
                <c:pt idx="17212">
                  <c:v>5.0340028520021436</c:v>
                </c:pt>
                <c:pt idx="17213">
                  <c:v>5.0312841666028634</c:v>
                </c:pt>
                <c:pt idx="17214">
                  <c:v>5.035454980476227</c:v>
                </c:pt>
                <c:pt idx="17215">
                  <c:v>5.040626148457239</c:v>
                </c:pt>
                <c:pt idx="17216">
                  <c:v>5.0449675560829954</c:v>
                </c:pt>
                <c:pt idx="17217">
                  <c:v>5.0459389594977413</c:v>
                </c:pt>
                <c:pt idx="17218">
                  <c:v>5.0415421388101986</c:v>
                </c:pt>
                <c:pt idx="17219">
                  <c:v>5.0428126196309622</c:v>
                </c:pt>
                <c:pt idx="17220">
                  <c:v>5.042634178087436</c:v>
                </c:pt>
                <c:pt idx="17221">
                  <c:v>5.0373711335272953</c:v>
                </c:pt>
                <c:pt idx="17222">
                  <c:v>5.0334236945869382</c:v>
                </c:pt>
                <c:pt idx="17223">
                  <c:v>5.0337262652170587</c:v>
                </c:pt>
                <c:pt idx="17224">
                  <c:v>5.033114185360998</c:v>
                </c:pt>
                <c:pt idx="17225">
                  <c:v>5.0317088086670241</c:v>
                </c:pt>
                <c:pt idx="17226">
                  <c:v>5.0339015485031773</c:v>
                </c:pt>
                <c:pt idx="17227">
                  <c:v>5.0352706052369651</c:v>
                </c:pt>
                <c:pt idx="17228">
                  <c:v>5.0329860366740675</c:v>
                </c:pt>
                <c:pt idx="17229">
                  <c:v>5.0337096604394764</c:v>
                </c:pt>
                <c:pt idx="17230">
                  <c:v>5.0350492879565119</c:v>
                </c:pt>
                <c:pt idx="17231">
                  <c:v>5.0358131077252892</c:v>
                </c:pt>
                <c:pt idx="17232">
                  <c:v>5.0351629852231836</c:v>
                </c:pt>
                <c:pt idx="17233">
                  <c:v>5.0351779151672922</c:v>
                </c:pt>
                <c:pt idx="17234">
                  <c:v>5.0361744410841434</c:v>
                </c:pt>
                <c:pt idx="17235">
                  <c:v>5.0301463325932163</c:v>
                </c:pt>
                <c:pt idx="17236">
                  <c:v>5.0270445888523083</c:v>
                </c:pt>
                <c:pt idx="17237">
                  <c:v>5.0286793698797947</c:v>
                </c:pt>
                <c:pt idx="17238">
                  <c:v>5.0295117142638386</c:v>
                </c:pt>
                <c:pt idx="17239">
                  <c:v>5.0267865687925886</c:v>
                </c:pt>
                <c:pt idx="17240">
                  <c:v>5.0241971326850932</c:v>
                </c:pt>
                <c:pt idx="17241">
                  <c:v>5.0261876961947785</c:v>
                </c:pt>
                <c:pt idx="17242">
                  <c:v>5.0299516690911874</c:v>
                </c:pt>
                <c:pt idx="17243">
                  <c:v>5.0353822927034679</c:v>
                </c:pt>
                <c:pt idx="17244">
                  <c:v>5.0347877746726901</c:v>
                </c:pt>
                <c:pt idx="17245">
                  <c:v>5.0281193534185746</c:v>
                </c:pt>
                <c:pt idx="17246">
                  <c:v>5.0217367544598419</c:v>
                </c:pt>
                <c:pt idx="17247">
                  <c:v>5.0205625526376236</c:v>
                </c:pt>
                <c:pt idx="17248">
                  <c:v>5.0238366128167824</c:v>
                </c:pt>
                <c:pt idx="17249">
                  <c:v>5.0294748679274175</c:v>
                </c:pt>
                <c:pt idx="17250">
                  <c:v>5.0346412985223186</c:v>
                </c:pt>
                <c:pt idx="17251">
                  <c:v>5.0380093886379296</c:v>
                </c:pt>
                <c:pt idx="17252">
                  <c:v>5.041519408927341</c:v>
                </c:pt>
                <c:pt idx="17253">
                  <c:v>5.0413886283592371</c:v>
                </c:pt>
                <c:pt idx="17254">
                  <c:v>5.0358025802005972</c:v>
                </c:pt>
                <c:pt idx="17255">
                  <c:v>5.0361536731490695</c:v>
                </c:pt>
                <c:pt idx="17256">
                  <c:v>5.0373960167674756</c:v>
                </c:pt>
                <c:pt idx="17257">
                  <c:v>5.0325609160860578</c:v>
                </c:pt>
                <c:pt idx="17258">
                  <c:v>5.0305181934767624</c:v>
                </c:pt>
                <c:pt idx="17259">
                  <c:v>5.033363017762805</c:v>
                </c:pt>
                <c:pt idx="17260">
                  <c:v>5.0348330908812491</c:v>
                </c:pt>
                <c:pt idx="17261">
                  <c:v>5.0359143633718704</c:v>
                </c:pt>
                <c:pt idx="17262">
                  <c:v>5.036003464512671</c:v>
                </c:pt>
                <c:pt idx="17263">
                  <c:v>5.0371772835158106</c:v>
                </c:pt>
                <c:pt idx="17264">
                  <c:v>5.0391226743740907</c:v>
                </c:pt>
                <c:pt idx="17265">
                  <c:v>5.0372481050455553</c:v>
                </c:pt>
                <c:pt idx="17266">
                  <c:v>5.03542569481663</c:v>
                </c:pt>
                <c:pt idx="17267">
                  <c:v>5.0365732907128091</c:v>
                </c:pt>
                <c:pt idx="17268">
                  <c:v>5.0357488419722838</c:v>
                </c:pt>
                <c:pt idx="17269">
                  <c:v>5.0340195524844962</c:v>
                </c:pt>
                <c:pt idx="17270">
                  <c:v>5.0330755206339486</c:v>
                </c:pt>
                <c:pt idx="17271">
                  <c:v>5.0324197036980323</c:v>
                </c:pt>
                <c:pt idx="17272">
                  <c:v>5.0328660707449657</c:v>
                </c:pt>
                <c:pt idx="17273">
                  <c:v>5.0386075434499658</c:v>
                </c:pt>
                <c:pt idx="17274">
                  <c:v>5.0429721116300437</c:v>
                </c:pt>
                <c:pt idx="17275">
                  <c:v>5.040635431819922</c:v>
                </c:pt>
                <c:pt idx="17276">
                  <c:v>5.0359557078324784</c:v>
                </c:pt>
                <c:pt idx="17277">
                  <c:v>5.0325994372559526</c:v>
                </c:pt>
                <c:pt idx="17278">
                  <c:v>5.0300801527448131</c:v>
                </c:pt>
                <c:pt idx="17279">
                  <c:v>5.0294067261312305</c:v>
                </c:pt>
                <c:pt idx="17280">
                  <c:v>5.0339771074190338</c:v>
                </c:pt>
                <c:pt idx="17281">
                  <c:v>5.041665262996708</c:v>
                </c:pt>
                <c:pt idx="17282">
                  <c:v>5.0444094058647879</c:v>
                </c:pt>
                <c:pt idx="17283">
                  <c:v>5.042832382665952</c:v>
                </c:pt>
                <c:pt idx="17284">
                  <c:v>5.0403848767322561</c:v>
                </c:pt>
                <c:pt idx="17285">
                  <c:v>5.0408117200061255</c:v>
                </c:pt>
                <c:pt idx="17286">
                  <c:v>5.0409497741367426</c:v>
                </c:pt>
                <c:pt idx="17287">
                  <c:v>5.0378929637853149</c:v>
                </c:pt>
                <c:pt idx="17288">
                  <c:v>5.0371185686394613</c:v>
                </c:pt>
                <c:pt idx="17289">
                  <c:v>5.0402246190950155</c:v>
                </c:pt>
                <c:pt idx="17290">
                  <c:v>5.0383484227853916</c:v>
                </c:pt>
                <c:pt idx="17291">
                  <c:v>5.035397844728581</c:v>
                </c:pt>
                <c:pt idx="17292">
                  <c:v>5.0310363869535255</c:v>
                </c:pt>
                <c:pt idx="17293">
                  <c:v>5.0268981127019368</c:v>
                </c:pt>
                <c:pt idx="17294">
                  <c:v>5.0270586574534875</c:v>
                </c:pt>
                <c:pt idx="17295">
                  <c:v>5.0320293717938904</c:v>
                </c:pt>
                <c:pt idx="17296">
                  <c:v>5.0365298407472627</c:v>
                </c:pt>
                <c:pt idx="17297">
                  <c:v>5.0338435514126028</c:v>
                </c:pt>
                <c:pt idx="17298">
                  <c:v>5.0312463153663582</c:v>
                </c:pt>
                <c:pt idx="17299">
                  <c:v>5.0294485491156875</c:v>
                </c:pt>
                <c:pt idx="17300">
                  <c:v>5.0269295517188572</c:v>
                </c:pt>
                <c:pt idx="17301">
                  <c:v>5.0251897825587628</c:v>
                </c:pt>
                <c:pt idx="17302">
                  <c:v>5.0288189074343466</c:v>
                </c:pt>
                <c:pt idx="17303">
                  <c:v>5.0357356825664192</c:v>
                </c:pt>
                <c:pt idx="17304">
                  <c:v>5.0367007694663499</c:v>
                </c:pt>
                <c:pt idx="17305">
                  <c:v>5.0375708693821304</c:v>
                </c:pt>
                <c:pt idx="17306">
                  <c:v>5.0377953927723755</c:v>
                </c:pt>
                <c:pt idx="17307">
                  <c:v>5.0365470197534643</c:v>
                </c:pt>
                <c:pt idx="17308">
                  <c:v>5.0368946673302197</c:v>
                </c:pt>
                <c:pt idx="17309">
                  <c:v>5.0391839254268431</c:v>
                </c:pt>
                <c:pt idx="17310">
                  <c:v>5.044815098384503</c:v>
                </c:pt>
                <c:pt idx="17311">
                  <c:v>5.042727155271419</c:v>
                </c:pt>
                <c:pt idx="17312">
                  <c:v>5.0400361764030315</c:v>
                </c:pt>
                <c:pt idx="17313">
                  <c:v>5.0364206416047779</c:v>
                </c:pt>
                <c:pt idx="17314">
                  <c:v>5.0312689973968299</c:v>
                </c:pt>
                <c:pt idx="17315">
                  <c:v>5.0322643748564424</c:v>
                </c:pt>
                <c:pt idx="17316">
                  <c:v>5.0362388982466886</c:v>
                </c:pt>
                <c:pt idx="17317">
                  <c:v>5.0367009608758897</c:v>
                </c:pt>
                <c:pt idx="17318">
                  <c:v>5.0360704578516193</c:v>
                </c:pt>
                <c:pt idx="17319">
                  <c:v>5.0398687887604314</c:v>
                </c:pt>
                <c:pt idx="17320">
                  <c:v>5.0400300034453718</c:v>
                </c:pt>
                <c:pt idx="17321">
                  <c:v>5.038955143174336</c:v>
                </c:pt>
                <c:pt idx="17322">
                  <c:v>5.0388805413061784</c:v>
                </c:pt>
                <c:pt idx="17323">
                  <c:v>5.0388417808743586</c:v>
                </c:pt>
                <c:pt idx="17324">
                  <c:v>5.0407220446367047</c:v>
                </c:pt>
                <c:pt idx="17325">
                  <c:v>5.0422849992343615</c:v>
                </c:pt>
                <c:pt idx="17326">
                  <c:v>5.0426272873440015</c:v>
                </c:pt>
                <c:pt idx="17327">
                  <c:v>5.0379247377689307</c:v>
                </c:pt>
                <c:pt idx="17328">
                  <c:v>5.0331002124645892</c:v>
                </c:pt>
                <c:pt idx="17329">
                  <c:v>5.0296427819462526</c:v>
                </c:pt>
                <c:pt idx="17330">
                  <c:v>5.0278927723757754</c:v>
                </c:pt>
                <c:pt idx="17331">
                  <c:v>5.0275406745272182</c:v>
                </c:pt>
                <c:pt idx="17332">
                  <c:v>5.0273526146543146</c:v>
                </c:pt>
                <c:pt idx="17333">
                  <c:v>5.0280712617716867</c:v>
                </c:pt>
                <c:pt idx="17334">
                  <c:v>5.0242978619554401</c:v>
                </c:pt>
                <c:pt idx="17335">
                  <c:v>5.0226348958732103</c:v>
                </c:pt>
                <c:pt idx="17336">
                  <c:v>5.0255455650409617</c:v>
                </c:pt>
                <c:pt idx="17337">
                  <c:v>5.0289789736620474</c:v>
                </c:pt>
                <c:pt idx="17338">
                  <c:v>5.0265905175713961</c:v>
                </c:pt>
                <c:pt idx="17339">
                  <c:v>5.0271088067529286</c:v>
                </c:pt>
                <c:pt idx="17340">
                  <c:v>5.031230954750785</c:v>
                </c:pt>
                <c:pt idx="17341">
                  <c:v>5.0314526069979326</c:v>
                </c:pt>
                <c:pt idx="17342">
                  <c:v>5.0311021361304649</c:v>
                </c:pt>
                <c:pt idx="17343">
                  <c:v>5.0335290176862415</c:v>
                </c:pt>
                <c:pt idx="17344">
                  <c:v>5.0344540999923435</c:v>
                </c:pt>
                <c:pt idx="17345">
                  <c:v>5.033529639767246</c:v>
                </c:pt>
                <c:pt idx="17346">
                  <c:v>5.0329885249980855</c:v>
                </c:pt>
                <c:pt idx="17347">
                  <c:v>5.0353589885919918</c:v>
                </c:pt>
                <c:pt idx="17348">
                  <c:v>5.0389111189801703</c:v>
                </c:pt>
                <c:pt idx="17349">
                  <c:v>5.0404815385498809</c:v>
                </c:pt>
                <c:pt idx="17350">
                  <c:v>5.0431004995788991</c:v>
                </c:pt>
                <c:pt idx="17351">
                  <c:v>5.0440423302197379</c:v>
                </c:pt>
                <c:pt idx="17352">
                  <c:v>5.0456163865707069</c:v>
                </c:pt>
                <c:pt idx="17353">
                  <c:v>5.0481351925579974</c:v>
                </c:pt>
                <c:pt idx="17354">
                  <c:v>5.049553537248296</c:v>
                </c:pt>
                <c:pt idx="17355">
                  <c:v>5.0465859237424393</c:v>
                </c:pt>
                <c:pt idx="17356">
                  <c:v>5.0430345111400356</c:v>
                </c:pt>
                <c:pt idx="17357">
                  <c:v>5.0413843216445908</c:v>
                </c:pt>
                <c:pt idx="17358">
                  <c:v>5.0403068773447668</c:v>
                </c:pt>
                <c:pt idx="17359">
                  <c:v>5.0398120358318659</c:v>
                </c:pt>
                <c:pt idx="17360">
                  <c:v>5.0415994659673835</c:v>
                </c:pt>
                <c:pt idx="17361">
                  <c:v>5.0420997626521702</c:v>
                </c:pt>
                <c:pt idx="17362">
                  <c:v>5.0414406439016917</c:v>
                </c:pt>
                <c:pt idx="17363">
                  <c:v>5.0416878971747954</c:v>
                </c:pt>
                <c:pt idx="17364">
                  <c:v>5.0441837340173032</c:v>
                </c:pt>
                <c:pt idx="17365">
                  <c:v>5.0451372406400736</c:v>
                </c:pt>
                <c:pt idx="17366">
                  <c:v>5.0445415262996711</c:v>
                </c:pt>
                <c:pt idx="17367">
                  <c:v>5.0394876923665874</c:v>
                </c:pt>
                <c:pt idx="17368">
                  <c:v>5.0340477375392387</c:v>
                </c:pt>
                <c:pt idx="17369">
                  <c:v>5.031641384656611</c:v>
                </c:pt>
                <c:pt idx="17370">
                  <c:v>5.0301821740295534</c:v>
                </c:pt>
                <c:pt idx="17371">
                  <c:v>5.030609304417732</c:v>
                </c:pt>
                <c:pt idx="17372">
                  <c:v>5.0319746286654929</c:v>
                </c:pt>
                <c:pt idx="17373">
                  <c:v>5.0334570476992573</c:v>
                </c:pt>
                <c:pt idx="17374">
                  <c:v>5.0355741807671697</c:v>
                </c:pt>
                <c:pt idx="17375">
                  <c:v>5.0348717556082994</c:v>
                </c:pt>
                <c:pt idx="17376">
                  <c:v>5.0333213383355027</c:v>
                </c:pt>
                <c:pt idx="17377">
                  <c:v>5.0331885001148455</c:v>
                </c:pt>
                <c:pt idx="17378">
                  <c:v>5.0297146562284665</c:v>
                </c:pt>
                <c:pt idx="17379">
                  <c:v>5.0294889365285966</c:v>
                </c:pt>
                <c:pt idx="17380">
                  <c:v>5.0330015408467954</c:v>
                </c:pt>
                <c:pt idx="17381">
                  <c:v>5.0309350834545592</c:v>
                </c:pt>
                <c:pt idx="17382">
                  <c:v>5.0302155271418725</c:v>
                </c:pt>
                <c:pt idx="17383">
                  <c:v>5.0334991099456401</c:v>
                </c:pt>
                <c:pt idx="17384">
                  <c:v>5.0319175407702321</c:v>
                </c:pt>
                <c:pt idx="17385">
                  <c:v>5.0293486811882708</c:v>
                </c:pt>
                <c:pt idx="17386">
                  <c:v>5.0300940777888368</c:v>
                </c:pt>
                <c:pt idx="17387">
                  <c:v>5.029377009800168</c:v>
                </c:pt>
                <c:pt idx="17388">
                  <c:v>5.0278398476380062</c:v>
                </c:pt>
                <c:pt idx="17389">
                  <c:v>5.0301161377383048</c:v>
                </c:pt>
                <c:pt idx="17390">
                  <c:v>5.0350802484495825</c:v>
                </c:pt>
                <c:pt idx="17391">
                  <c:v>5.0361391260240413</c:v>
                </c:pt>
                <c:pt idx="17392">
                  <c:v>5.0364852901768629</c:v>
                </c:pt>
                <c:pt idx="17393">
                  <c:v>5.0363619267284285</c:v>
                </c:pt>
                <c:pt idx="17394">
                  <c:v>5.0364015006507925</c:v>
                </c:pt>
                <c:pt idx="17395">
                  <c:v>5.0368801680575759</c:v>
                </c:pt>
                <c:pt idx="17396">
                  <c:v>5.0369700348365365</c:v>
                </c:pt>
                <c:pt idx="17397">
                  <c:v>5.0345104701018295</c:v>
                </c:pt>
                <c:pt idx="17398">
                  <c:v>5.0342791516729193</c:v>
                </c:pt>
                <c:pt idx="17399">
                  <c:v>5.0326690624760735</c:v>
                </c:pt>
                <c:pt idx="17400">
                  <c:v>5.0319578324783709</c:v>
                </c:pt>
                <c:pt idx="17401">
                  <c:v>5.0312000899624838</c:v>
                </c:pt>
                <c:pt idx="17402">
                  <c:v>5.0313100068907435</c:v>
                </c:pt>
                <c:pt idx="17403">
                  <c:v>5.0306259091953143</c:v>
                </c:pt>
                <c:pt idx="17404">
                  <c:v>5.0287929235893118</c:v>
                </c:pt>
                <c:pt idx="17405">
                  <c:v>5.0326034568562896</c:v>
                </c:pt>
                <c:pt idx="17406">
                  <c:v>5.0357548713727889</c:v>
                </c:pt>
                <c:pt idx="17407">
                  <c:v>5.0369879794808972</c:v>
                </c:pt>
                <c:pt idx="17408">
                  <c:v>5.0349541574152052</c:v>
                </c:pt>
                <c:pt idx="17409">
                  <c:v>5.0314391126253728</c:v>
                </c:pt>
                <c:pt idx="17410">
                  <c:v>5.0322486314217905</c:v>
                </c:pt>
                <c:pt idx="17411">
                  <c:v>5.0304281352882629</c:v>
                </c:pt>
                <c:pt idx="17412">
                  <c:v>5.0298970695199445</c:v>
                </c:pt>
                <c:pt idx="17413">
                  <c:v>5.0285443783018149</c:v>
                </c:pt>
                <c:pt idx="17414">
                  <c:v>5.0288054130617867</c:v>
                </c:pt>
                <c:pt idx="17415">
                  <c:v>5.0285644763034991</c:v>
                </c:pt>
                <c:pt idx="17416">
                  <c:v>5.0293254249291781</c:v>
                </c:pt>
                <c:pt idx="17417">
                  <c:v>5.0322524596125868</c:v>
                </c:pt>
                <c:pt idx="17418">
                  <c:v>5.0361906630426461</c:v>
                </c:pt>
                <c:pt idx="17419">
                  <c:v>5.0373084469029941</c:v>
                </c:pt>
                <c:pt idx="17420">
                  <c:v>5.0403133374167366</c:v>
                </c:pt>
                <c:pt idx="17421">
                  <c:v>5.0440317069902765</c:v>
                </c:pt>
                <c:pt idx="17422">
                  <c:v>5.0422032195084601</c:v>
                </c:pt>
                <c:pt idx="17423">
                  <c:v>5.0378113754689533</c:v>
                </c:pt>
                <c:pt idx="17424">
                  <c:v>5.0307895643518874</c:v>
                </c:pt>
                <c:pt idx="17425">
                  <c:v>5.0274621009111096</c:v>
                </c:pt>
                <c:pt idx="17426">
                  <c:v>5.0296504861802314</c:v>
                </c:pt>
                <c:pt idx="17427">
                  <c:v>5.0347304953678895</c:v>
                </c:pt>
                <c:pt idx="17428">
                  <c:v>5.0358177494066307</c:v>
                </c:pt>
                <c:pt idx="17429">
                  <c:v>5.0333734017303424</c:v>
                </c:pt>
                <c:pt idx="17430">
                  <c:v>5.031841599035296</c:v>
                </c:pt>
                <c:pt idx="17431">
                  <c:v>5.0297148476380062</c:v>
                </c:pt>
                <c:pt idx="17432">
                  <c:v>5.0256158123420871</c:v>
                </c:pt>
                <c:pt idx="17433">
                  <c:v>5.0248813260852918</c:v>
                </c:pt>
                <c:pt idx="17434">
                  <c:v>5.0283447860041344</c:v>
                </c:pt>
                <c:pt idx="17435">
                  <c:v>5.0320007082152971</c:v>
                </c:pt>
                <c:pt idx="17436">
                  <c:v>5.0360015504172724</c:v>
                </c:pt>
                <c:pt idx="17437">
                  <c:v>5.039002995559299</c:v>
                </c:pt>
                <c:pt idx="17438">
                  <c:v>5.0404376579128707</c:v>
                </c:pt>
                <c:pt idx="17439">
                  <c:v>5.0361774557843964</c:v>
                </c:pt>
                <c:pt idx="17440">
                  <c:v>5.0346645069290252</c:v>
                </c:pt>
                <c:pt idx="17441">
                  <c:v>5.0352508900543604</c:v>
                </c:pt>
                <c:pt idx="17442">
                  <c:v>5.0336194586938214</c:v>
                </c:pt>
                <c:pt idx="17443">
                  <c:v>5.0282769791746418</c:v>
                </c:pt>
                <c:pt idx="17444">
                  <c:v>5.0271966637317202</c:v>
                </c:pt>
                <c:pt idx="17445">
                  <c:v>5.0263986773600795</c:v>
                </c:pt>
                <c:pt idx="17446">
                  <c:v>5.0276324554015774</c:v>
                </c:pt>
                <c:pt idx="17447">
                  <c:v>5.0288349858356938</c:v>
                </c:pt>
                <c:pt idx="17448">
                  <c:v>5.028109926498737</c:v>
                </c:pt>
                <c:pt idx="17449">
                  <c:v>5.0343866281295462</c:v>
                </c:pt>
                <c:pt idx="17450">
                  <c:v>5.0413892025878573</c:v>
                </c:pt>
                <c:pt idx="17451">
                  <c:v>5.0418594001225019</c:v>
                </c:pt>
                <c:pt idx="17452">
                  <c:v>5.0371454138274254</c:v>
                </c:pt>
                <c:pt idx="17453">
                  <c:v>5.0335087282750175</c:v>
                </c:pt>
                <c:pt idx="17454">
                  <c:v>5.0326704023428528</c:v>
                </c:pt>
                <c:pt idx="17455">
                  <c:v>5.0299522433198067</c:v>
                </c:pt>
                <c:pt idx="17456">
                  <c:v>5.0294613735548577</c:v>
                </c:pt>
                <c:pt idx="17457">
                  <c:v>5.0317424967460376</c:v>
                </c:pt>
                <c:pt idx="17458">
                  <c:v>5.0354402897940433</c:v>
                </c:pt>
                <c:pt idx="17459">
                  <c:v>5.0361506105964322</c:v>
                </c:pt>
                <c:pt idx="17460">
                  <c:v>5.0354531142332135</c:v>
                </c:pt>
                <c:pt idx="17461">
                  <c:v>5.0372649490850625</c:v>
                </c:pt>
                <c:pt idx="17462">
                  <c:v>5.0358808667023967</c:v>
                </c:pt>
                <c:pt idx="17463">
                  <c:v>5.0361986065385498</c:v>
                </c:pt>
                <c:pt idx="17464">
                  <c:v>5.0413728370722</c:v>
                </c:pt>
                <c:pt idx="17465">
                  <c:v>5.0449975595283671</c:v>
                </c:pt>
                <c:pt idx="17466">
                  <c:v>5.0443096814945259</c:v>
                </c:pt>
                <c:pt idx="17467">
                  <c:v>5.0434361840594137</c:v>
                </c:pt>
                <c:pt idx="17468">
                  <c:v>5.0397349934920754</c:v>
                </c:pt>
                <c:pt idx="17469">
                  <c:v>5.0327828075951304</c:v>
                </c:pt>
                <c:pt idx="17470">
                  <c:v>5.0289534683408625</c:v>
                </c:pt>
                <c:pt idx="17471">
                  <c:v>5.0296073233289951</c:v>
                </c:pt>
                <c:pt idx="17472">
                  <c:v>5.0327728542990586</c:v>
                </c:pt>
                <c:pt idx="17473">
                  <c:v>5.0334820744965931</c:v>
                </c:pt>
                <c:pt idx="17474">
                  <c:v>5.0321380445601411</c:v>
                </c:pt>
                <c:pt idx="17475">
                  <c:v>5.0294021801546593</c:v>
                </c:pt>
                <c:pt idx="17476">
                  <c:v>5.0280521208177014</c:v>
                </c:pt>
                <c:pt idx="17477">
                  <c:v>5.0305831291631575</c:v>
                </c:pt>
                <c:pt idx="17478">
                  <c:v>5.0314712215756829</c:v>
                </c:pt>
                <c:pt idx="17479">
                  <c:v>5.0329161721920217</c:v>
                </c:pt>
                <c:pt idx="17480">
                  <c:v>5.0378141030548962</c:v>
                </c:pt>
                <c:pt idx="17481">
                  <c:v>5.0417823577827114</c:v>
                </c:pt>
                <c:pt idx="17482">
                  <c:v>5.0403086478830108</c:v>
                </c:pt>
                <c:pt idx="17483">
                  <c:v>5.0385319366817241</c:v>
                </c:pt>
                <c:pt idx="17484">
                  <c:v>5.0376625066993341</c:v>
                </c:pt>
                <c:pt idx="17485">
                  <c:v>5.0309815959727429</c:v>
                </c:pt>
                <c:pt idx="17486">
                  <c:v>5.0241495195620551</c:v>
                </c:pt>
                <c:pt idx="17487">
                  <c:v>5.024420842584794</c:v>
                </c:pt>
                <c:pt idx="17488">
                  <c:v>5.028946051221193</c:v>
                </c:pt>
                <c:pt idx="17489">
                  <c:v>5.0347873918536097</c:v>
                </c:pt>
                <c:pt idx="17490">
                  <c:v>5.0379324898552946</c:v>
                </c:pt>
                <c:pt idx="17491">
                  <c:v>5.0388475231605545</c:v>
                </c:pt>
                <c:pt idx="17492">
                  <c:v>5.0380299651634637</c:v>
                </c:pt>
                <c:pt idx="17493">
                  <c:v>5.0379574688002453</c:v>
                </c:pt>
                <c:pt idx="17494">
                  <c:v>5.0367020614807441</c:v>
                </c:pt>
                <c:pt idx="17495">
                  <c:v>5.032342709210627</c:v>
                </c:pt>
                <c:pt idx="17496">
                  <c:v>5.0358712005206341</c:v>
                </c:pt>
                <c:pt idx="17497">
                  <c:v>5.0402626138886761</c:v>
                </c:pt>
                <c:pt idx="17498">
                  <c:v>5.0374980859046019</c:v>
                </c:pt>
                <c:pt idx="17499">
                  <c:v>5.0388343159023048</c:v>
                </c:pt>
                <c:pt idx="17500">
                  <c:v>5.0394492190490778</c:v>
                </c:pt>
                <c:pt idx="17501">
                  <c:v>5.0384434576219279</c:v>
                </c:pt>
                <c:pt idx="17502">
                  <c:v>5.0349106595972746</c:v>
                </c:pt>
                <c:pt idx="17503">
                  <c:v>5.0328821969986981</c:v>
                </c:pt>
                <c:pt idx="17504">
                  <c:v>5.032314906974964</c:v>
                </c:pt>
                <c:pt idx="17505">
                  <c:v>5.0308762250210552</c:v>
                </c:pt>
                <c:pt idx="17506">
                  <c:v>5.033201898782635</c:v>
                </c:pt>
                <c:pt idx="17507">
                  <c:v>5.0354359830793971</c:v>
                </c:pt>
                <c:pt idx="17508">
                  <c:v>5.033648170124799</c:v>
                </c:pt>
                <c:pt idx="17509">
                  <c:v>5.0333586153433885</c:v>
                </c:pt>
                <c:pt idx="17510">
                  <c:v>5.0328293679656992</c:v>
                </c:pt>
                <c:pt idx="17511">
                  <c:v>5.0286358720618631</c:v>
                </c:pt>
                <c:pt idx="17512">
                  <c:v>5.0246317280453257</c:v>
                </c:pt>
                <c:pt idx="17513">
                  <c:v>5.0250002392619244</c:v>
                </c:pt>
                <c:pt idx="17514">
                  <c:v>5.0274528654008117</c:v>
                </c:pt>
                <c:pt idx="17515">
                  <c:v>5.0325720178393691</c:v>
                </c:pt>
                <c:pt idx="17516">
                  <c:v>5.0364366243013547</c:v>
                </c:pt>
                <c:pt idx="17517">
                  <c:v>5.0362504785238498</c:v>
                </c:pt>
                <c:pt idx="17518">
                  <c:v>5.0329917311078782</c:v>
                </c:pt>
                <c:pt idx="17519">
                  <c:v>5.0293156151902609</c:v>
                </c:pt>
                <c:pt idx="17520">
                  <c:v>5.0296728810963938</c:v>
                </c:pt>
                <c:pt idx="17521">
                  <c:v>5.0305652323711811</c:v>
                </c:pt>
                <c:pt idx="17522">
                  <c:v>5.0332896122042721</c:v>
                </c:pt>
                <c:pt idx="17523">
                  <c:v>5.0364135594518027</c:v>
                </c:pt>
                <c:pt idx="17524">
                  <c:v>5.0365260604088506</c:v>
                </c:pt>
                <c:pt idx="17525">
                  <c:v>5.0340512786157259</c:v>
                </c:pt>
                <c:pt idx="17526">
                  <c:v>5.0299923436184057</c:v>
                </c:pt>
                <c:pt idx="17527">
                  <c:v>5.0283995291325319</c:v>
                </c:pt>
                <c:pt idx="17528">
                  <c:v>5.0294558226782025</c:v>
                </c:pt>
                <c:pt idx="17529">
                  <c:v>5.0308207641068829</c:v>
                </c:pt>
                <c:pt idx="17530">
                  <c:v>5.0336168746650332</c:v>
                </c:pt>
                <c:pt idx="17531">
                  <c:v>5.0332386972666718</c:v>
                </c:pt>
                <c:pt idx="17532">
                  <c:v>5.0318350911109411</c:v>
                </c:pt>
                <c:pt idx="17533">
                  <c:v>5.0328406132761661</c:v>
                </c:pt>
                <c:pt idx="17534">
                  <c:v>5.0344570189878262</c:v>
                </c:pt>
                <c:pt idx="17535">
                  <c:v>5.0355574802848171</c:v>
                </c:pt>
                <c:pt idx="17536">
                  <c:v>5.0349685131306945</c:v>
                </c:pt>
                <c:pt idx="17537">
                  <c:v>5.0360958674680347</c:v>
                </c:pt>
                <c:pt idx="17538">
                  <c:v>5.0355427417502492</c:v>
                </c:pt>
                <c:pt idx="17539">
                  <c:v>5.035830095321951</c:v>
                </c:pt>
                <c:pt idx="17540">
                  <c:v>5.0377974504249288</c:v>
                </c:pt>
                <c:pt idx="17541">
                  <c:v>5.0398908965622846</c:v>
                </c:pt>
                <c:pt idx="17542">
                  <c:v>5.0412175082306101</c:v>
                </c:pt>
                <c:pt idx="17543">
                  <c:v>5.0408770385115993</c:v>
                </c:pt>
                <c:pt idx="17544">
                  <c:v>5.0391521035908431</c:v>
                </c:pt>
                <c:pt idx="17545">
                  <c:v>5.0407423340479287</c:v>
                </c:pt>
                <c:pt idx="17546">
                  <c:v>5.0397609294847259</c:v>
                </c:pt>
                <c:pt idx="17547">
                  <c:v>5.0346166545440623</c:v>
                </c:pt>
                <c:pt idx="17548">
                  <c:v>5.0302651022126943</c:v>
                </c:pt>
                <c:pt idx="17549">
                  <c:v>5.0292944644361075</c:v>
                </c:pt>
                <c:pt idx="17550">
                  <c:v>5.0341785181073426</c:v>
                </c:pt>
                <c:pt idx="17551">
                  <c:v>5.0376809298675447</c:v>
                </c:pt>
                <c:pt idx="17552">
                  <c:v>5.037401615496516</c:v>
                </c:pt>
                <c:pt idx="17553">
                  <c:v>5.0340401768624146</c:v>
                </c:pt>
                <c:pt idx="17554">
                  <c:v>5.0316659807824822</c:v>
                </c:pt>
                <c:pt idx="17555">
                  <c:v>5.0358587110481583</c:v>
                </c:pt>
                <c:pt idx="17556">
                  <c:v>5.0434636513283824</c:v>
                </c:pt>
                <c:pt idx="17557">
                  <c:v>5.0458421062705767</c:v>
                </c:pt>
                <c:pt idx="17558">
                  <c:v>5.0426892083301436</c:v>
                </c:pt>
                <c:pt idx="17559">
                  <c:v>5.0385634235510297</c:v>
                </c:pt>
                <c:pt idx="17560">
                  <c:v>5.0366349245846411</c:v>
                </c:pt>
                <c:pt idx="17561">
                  <c:v>5.0327073443840442</c:v>
                </c:pt>
                <c:pt idx="17562">
                  <c:v>5.0293181035142789</c:v>
                </c:pt>
                <c:pt idx="17563">
                  <c:v>5.0327510814638998</c:v>
                </c:pt>
                <c:pt idx="17564">
                  <c:v>5.0342858988591992</c:v>
                </c:pt>
                <c:pt idx="17565">
                  <c:v>5.0305798752009796</c:v>
                </c:pt>
                <c:pt idx="17566">
                  <c:v>5.0306849590383589</c:v>
                </c:pt>
                <c:pt idx="17567">
                  <c:v>5.0318437523926196</c:v>
                </c:pt>
                <c:pt idx="17568">
                  <c:v>5.0327805585330374</c:v>
                </c:pt>
                <c:pt idx="17569">
                  <c:v>5.0325296206262919</c:v>
                </c:pt>
                <c:pt idx="17570">
                  <c:v>5.0336332401806905</c:v>
                </c:pt>
                <c:pt idx="17571">
                  <c:v>5.0332430518337032</c:v>
                </c:pt>
                <c:pt idx="17572">
                  <c:v>5.0338086191715794</c:v>
                </c:pt>
                <c:pt idx="17573">
                  <c:v>5.0377265810427989</c:v>
                </c:pt>
                <c:pt idx="17574">
                  <c:v>5.0400933121506775</c:v>
                </c:pt>
                <c:pt idx="17575">
                  <c:v>5.0389172440854448</c:v>
                </c:pt>
                <c:pt idx="17576">
                  <c:v>5.0359067069902768</c:v>
                </c:pt>
                <c:pt idx="17577">
                  <c:v>5.0342052675905364</c:v>
                </c:pt>
                <c:pt idx="17578">
                  <c:v>5.0356622770078863</c:v>
                </c:pt>
                <c:pt idx="17579">
                  <c:v>5.0374514776816479</c:v>
                </c:pt>
                <c:pt idx="17580">
                  <c:v>5.0364085828037668</c:v>
                </c:pt>
                <c:pt idx="17581">
                  <c:v>5.0322358548350046</c:v>
                </c:pt>
                <c:pt idx="17582">
                  <c:v>5.0335728983232526</c:v>
                </c:pt>
                <c:pt idx="17583">
                  <c:v>5.0359069462522008</c:v>
                </c:pt>
                <c:pt idx="17584">
                  <c:v>5.0348836229997707</c:v>
                </c:pt>
                <c:pt idx="17585">
                  <c:v>5.0349979423474469</c:v>
                </c:pt>
                <c:pt idx="17586">
                  <c:v>5.0340356787382285</c:v>
                </c:pt>
                <c:pt idx="17587">
                  <c:v>5.0340777409846105</c:v>
                </c:pt>
                <c:pt idx="17588">
                  <c:v>5.0362539717479518</c:v>
                </c:pt>
                <c:pt idx="17589">
                  <c:v>5.0378911932470718</c:v>
                </c:pt>
                <c:pt idx="17590">
                  <c:v>5.0360313146007201</c:v>
                </c:pt>
                <c:pt idx="17591">
                  <c:v>5.0316156400735013</c:v>
                </c:pt>
                <c:pt idx="17592">
                  <c:v>5.0318441830640843</c:v>
                </c:pt>
                <c:pt idx="17593">
                  <c:v>5.0285898859199145</c:v>
                </c:pt>
                <c:pt idx="17594">
                  <c:v>5.0255058954138274</c:v>
                </c:pt>
                <c:pt idx="17595">
                  <c:v>5.0277033247837073</c:v>
                </c:pt>
                <c:pt idx="17596">
                  <c:v>5.0267947036980321</c:v>
                </c:pt>
                <c:pt idx="17597">
                  <c:v>5.0243972513590078</c:v>
                </c:pt>
                <c:pt idx="17598">
                  <c:v>5.0285450960875888</c:v>
                </c:pt>
                <c:pt idx="17599">
                  <c:v>5.03217785774443</c:v>
                </c:pt>
                <c:pt idx="17600">
                  <c:v>5.0300181839062859</c:v>
                </c:pt>
                <c:pt idx="17601">
                  <c:v>5.0315594135211699</c:v>
                </c:pt>
                <c:pt idx="17602">
                  <c:v>5.0327505550876657</c:v>
                </c:pt>
                <c:pt idx="17603">
                  <c:v>5.0338914037975648</c:v>
                </c:pt>
                <c:pt idx="17604">
                  <c:v>5.0324836823367276</c:v>
                </c:pt>
                <c:pt idx="17605">
                  <c:v>5.0337644992726434</c:v>
                </c:pt>
                <c:pt idx="17606">
                  <c:v>5.0347375775208638</c:v>
                </c:pt>
                <c:pt idx="17607">
                  <c:v>5.0322006833320572</c:v>
                </c:pt>
                <c:pt idx="17608">
                  <c:v>5.0344343369573537</c:v>
                </c:pt>
                <c:pt idx="17609">
                  <c:v>5.0337499521476152</c:v>
                </c:pt>
                <c:pt idx="17610">
                  <c:v>5.0310988821682869</c:v>
                </c:pt>
                <c:pt idx="17611">
                  <c:v>5.0275345972743279</c:v>
                </c:pt>
                <c:pt idx="17612">
                  <c:v>5.028628837761274</c:v>
                </c:pt>
                <c:pt idx="17613">
                  <c:v>5.0341986161090269</c:v>
                </c:pt>
                <c:pt idx="17614">
                  <c:v>5.0325722092489089</c:v>
                </c:pt>
                <c:pt idx="17615">
                  <c:v>5.0300171311538167</c:v>
                </c:pt>
                <c:pt idx="17616">
                  <c:v>5.0303426709287189</c:v>
                </c:pt>
                <c:pt idx="17617">
                  <c:v>5.0341303307556853</c:v>
                </c:pt>
                <c:pt idx="17618">
                  <c:v>5.0365216579894341</c:v>
                </c:pt>
                <c:pt idx="17619">
                  <c:v>5.0345608108108104</c:v>
                </c:pt>
                <c:pt idx="17620">
                  <c:v>5.0318275782865021</c:v>
                </c:pt>
                <c:pt idx="17621">
                  <c:v>5.0313553709516885</c:v>
                </c:pt>
                <c:pt idx="17622">
                  <c:v>5.0314772988285732</c:v>
                </c:pt>
                <c:pt idx="17623">
                  <c:v>5.0339547603552557</c:v>
                </c:pt>
                <c:pt idx="17624">
                  <c:v>5.0349266422938523</c:v>
                </c:pt>
                <c:pt idx="17625">
                  <c:v>5.0339351408774213</c:v>
                </c:pt>
                <c:pt idx="17626">
                  <c:v>5.0340761618559071</c:v>
                </c:pt>
                <c:pt idx="17627">
                  <c:v>5.0368593522701168</c:v>
                </c:pt>
                <c:pt idx="17628">
                  <c:v>5.0385620358318661</c:v>
                </c:pt>
                <c:pt idx="17629">
                  <c:v>5.0408236831023654</c:v>
                </c:pt>
                <c:pt idx="17630">
                  <c:v>5.0382631019830031</c:v>
                </c:pt>
                <c:pt idx="17631">
                  <c:v>5.0363326410688307</c:v>
                </c:pt>
                <c:pt idx="17632">
                  <c:v>5.035414640915703</c:v>
                </c:pt>
                <c:pt idx="17633">
                  <c:v>5.035878426230763</c:v>
                </c:pt>
                <c:pt idx="17634">
                  <c:v>5.036657941581808</c:v>
                </c:pt>
                <c:pt idx="17635">
                  <c:v>5.0360690701324557</c:v>
                </c:pt>
                <c:pt idx="17636">
                  <c:v>5.0373110309317815</c:v>
                </c:pt>
                <c:pt idx="17637">
                  <c:v>5.040409664267667</c:v>
                </c:pt>
                <c:pt idx="17638">
                  <c:v>5.0416446864711739</c:v>
                </c:pt>
                <c:pt idx="17639">
                  <c:v>5.03878249176939</c:v>
                </c:pt>
                <c:pt idx="17640">
                  <c:v>5.0338952319883621</c:v>
                </c:pt>
                <c:pt idx="17641">
                  <c:v>5.0300918765791289</c:v>
                </c:pt>
                <c:pt idx="17642">
                  <c:v>5.0293443744736237</c:v>
                </c:pt>
                <c:pt idx="17643">
                  <c:v>5.0280566189418883</c:v>
                </c:pt>
                <c:pt idx="17644">
                  <c:v>5.0271197649490853</c:v>
                </c:pt>
                <c:pt idx="17645">
                  <c:v>5.0283097102059564</c:v>
                </c:pt>
                <c:pt idx="17646">
                  <c:v>5.0295107093637546</c:v>
                </c:pt>
                <c:pt idx="17647">
                  <c:v>5.0330115898476384</c:v>
                </c:pt>
                <c:pt idx="17648">
                  <c:v>5.0356653874129087</c:v>
                </c:pt>
                <c:pt idx="17649">
                  <c:v>5.0371746037822529</c:v>
                </c:pt>
                <c:pt idx="17650">
                  <c:v>5.0352591685169585</c:v>
                </c:pt>
                <c:pt idx="17651">
                  <c:v>5.0342235950539775</c:v>
                </c:pt>
                <c:pt idx="17652">
                  <c:v>5.0348770193706454</c:v>
                </c:pt>
                <c:pt idx="17653">
                  <c:v>5.0355899720542068</c:v>
                </c:pt>
                <c:pt idx="17654">
                  <c:v>5.0368041306178704</c:v>
                </c:pt>
                <c:pt idx="17655">
                  <c:v>5.0373784070898093</c:v>
                </c:pt>
                <c:pt idx="17656">
                  <c:v>5.0356931896485717</c:v>
                </c:pt>
                <c:pt idx="17657">
                  <c:v>5.0337945984227854</c:v>
                </c:pt>
                <c:pt idx="17658">
                  <c:v>5.0328794215603709</c:v>
                </c:pt>
                <c:pt idx="17659">
                  <c:v>5.0340821912564122</c:v>
                </c:pt>
                <c:pt idx="17660">
                  <c:v>5.0324720542071812</c:v>
                </c:pt>
                <c:pt idx="17661">
                  <c:v>5.0309473815174952</c:v>
                </c:pt>
                <c:pt idx="17662">
                  <c:v>5.0328034798254349</c:v>
                </c:pt>
                <c:pt idx="17663">
                  <c:v>5.0332508517724524</c:v>
                </c:pt>
                <c:pt idx="17664">
                  <c:v>5.0327894112242557</c:v>
                </c:pt>
                <c:pt idx="17665">
                  <c:v>5.0330313050302431</c:v>
                </c:pt>
                <c:pt idx="17666">
                  <c:v>5.0321830258020057</c:v>
                </c:pt>
                <c:pt idx="17667">
                  <c:v>5.0303431016001836</c:v>
                </c:pt>
                <c:pt idx="17668">
                  <c:v>5.0282876981088735</c:v>
                </c:pt>
                <c:pt idx="17669">
                  <c:v>5.0307052484495829</c:v>
                </c:pt>
                <c:pt idx="17670">
                  <c:v>5.0340969776433662</c:v>
                </c:pt>
                <c:pt idx="17671">
                  <c:v>5.0369096451267135</c:v>
                </c:pt>
                <c:pt idx="17672">
                  <c:v>5.0391552139958655</c:v>
                </c:pt>
                <c:pt idx="17673">
                  <c:v>5.0377222264757675</c:v>
                </c:pt>
                <c:pt idx="17674">
                  <c:v>5.0393851447056122</c:v>
                </c:pt>
                <c:pt idx="17675">
                  <c:v>5.0409989185360997</c:v>
                </c:pt>
                <c:pt idx="17676">
                  <c:v>5.0375018183906288</c:v>
                </c:pt>
                <c:pt idx="17677">
                  <c:v>5.0398516097542299</c:v>
                </c:pt>
                <c:pt idx="17678">
                  <c:v>5.0412672747109717</c:v>
                </c:pt>
                <c:pt idx="17679">
                  <c:v>5.0440331425618252</c:v>
                </c:pt>
                <c:pt idx="17680">
                  <c:v>5.0455265676441314</c:v>
                </c:pt>
                <c:pt idx="17681">
                  <c:v>5.0436588890590306</c:v>
                </c:pt>
                <c:pt idx="17682">
                  <c:v>5.0391742592450806</c:v>
                </c:pt>
                <c:pt idx="17683">
                  <c:v>5.033226447056121</c:v>
                </c:pt>
                <c:pt idx="17684">
                  <c:v>5.0333615343388711</c:v>
                </c:pt>
                <c:pt idx="17685">
                  <c:v>5.0344969278768854</c:v>
                </c:pt>
                <c:pt idx="17686">
                  <c:v>5.0302453870300896</c:v>
                </c:pt>
                <c:pt idx="17687">
                  <c:v>5.0260917043105424</c:v>
                </c:pt>
                <c:pt idx="17688">
                  <c:v>5.0248062456932852</c:v>
                </c:pt>
                <c:pt idx="17689">
                  <c:v>5.0253641087971825</c:v>
                </c:pt>
                <c:pt idx="17690">
                  <c:v>5.0276067586708519</c:v>
                </c:pt>
                <c:pt idx="17691">
                  <c:v>5.0287207621927879</c:v>
                </c:pt>
                <c:pt idx="17692">
                  <c:v>5.0323895088431208</c:v>
                </c:pt>
                <c:pt idx="17693">
                  <c:v>5.0399677953449196</c:v>
                </c:pt>
                <c:pt idx="17694">
                  <c:v>5.0418011159176173</c:v>
                </c:pt>
                <c:pt idx="17695">
                  <c:v>5.0435185380139345</c:v>
                </c:pt>
                <c:pt idx="17696">
                  <c:v>5.0454032520480823</c:v>
                </c:pt>
                <c:pt idx="17697">
                  <c:v>5.0430322142255566</c:v>
                </c:pt>
                <c:pt idx="17698">
                  <c:v>5.0391542090957815</c:v>
                </c:pt>
                <c:pt idx="17699">
                  <c:v>5.0379377057652555</c:v>
                </c:pt>
                <c:pt idx="17700">
                  <c:v>5.0358700999157797</c:v>
                </c:pt>
                <c:pt idx="17701">
                  <c:v>5.0342292894877883</c:v>
                </c:pt>
                <c:pt idx="17702">
                  <c:v>5.0368557154888602</c:v>
                </c:pt>
                <c:pt idx="17703">
                  <c:v>5.0407415684097696</c:v>
                </c:pt>
                <c:pt idx="17704">
                  <c:v>5.0401292014393997</c:v>
                </c:pt>
                <c:pt idx="17705">
                  <c:v>5.0370521495291323</c:v>
                </c:pt>
                <c:pt idx="17706">
                  <c:v>5.0352025112931624</c:v>
                </c:pt>
                <c:pt idx="17707">
                  <c:v>5.0370365975040192</c:v>
                </c:pt>
                <c:pt idx="17708">
                  <c:v>5.0375460818467195</c:v>
                </c:pt>
                <c:pt idx="17709">
                  <c:v>5.0351357572161399</c:v>
                </c:pt>
                <c:pt idx="17710">
                  <c:v>5.0371138791057346</c:v>
                </c:pt>
                <c:pt idx="17711">
                  <c:v>5.0362592355102977</c:v>
                </c:pt>
                <c:pt idx="17712">
                  <c:v>5.0297040808513893</c:v>
                </c:pt>
                <c:pt idx="17713">
                  <c:v>5.0286047201592528</c:v>
                </c:pt>
                <c:pt idx="17714">
                  <c:v>5.0289349973202668</c:v>
                </c:pt>
                <c:pt idx="17715">
                  <c:v>5.0292048369190718</c:v>
                </c:pt>
                <c:pt idx="17716">
                  <c:v>5.0287600011484574</c:v>
                </c:pt>
                <c:pt idx="17717">
                  <c:v>5.0326120224331978</c:v>
                </c:pt>
                <c:pt idx="17718">
                  <c:v>5.0362564600719697</c:v>
                </c:pt>
                <c:pt idx="17719">
                  <c:v>5.0399901902610829</c:v>
                </c:pt>
                <c:pt idx="17720">
                  <c:v>5.0432664995023355</c:v>
                </c:pt>
                <c:pt idx="17721">
                  <c:v>5.0398946290483115</c:v>
                </c:pt>
                <c:pt idx="17722">
                  <c:v>5.0364528941122426</c:v>
                </c:pt>
                <c:pt idx="17723">
                  <c:v>5.0336640571166065</c:v>
                </c:pt>
                <c:pt idx="17724">
                  <c:v>5.0287850279457924</c:v>
                </c:pt>
                <c:pt idx="17725">
                  <c:v>5.0276076678661665</c:v>
                </c:pt>
                <c:pt idx="17726">
                  <c:v>5.0286668325549346</c:v>
                </c:pt>
                <c:pt idx="17727">
                  <c:v>5.0310572027409846</c:v>
                </c:pt>
                <c:pt idx="17728">
                  <c:v>5.0347345149682257</c:v>
                </c:pt>
                <c:pt idx="17729">
                  <c:v>5.0350284721690528</c:v>
                </c:pt>
                <c:pt idx="17730">
                  <c:v>5.0358433982849702</c:v>
                </c:pt>
                <c:pt idx="17731">
                  <c:v>5.0345315730035987</c:v>
                </c:pt>
                <c:pt idx="17732">
                  <c:v>5.0312506220810045</c:v>
                </c:pt>
                <c:pt idx="17733">
                  <c:v>5.0321243109256564</c:v>
                </c:pt>
                <c:pt idx="17734">
                  <c:v>5.0357761656840978</c:v>
                </c:pt>
                <c:pt idx="17735">
                  <c:v>5.0367577616568413</c:v>
                </c:pt>
                <c:pt idx="17736">
                  <c:v>5.0366815806599803</c:v>
                </c:pt>
                <c:pt idx="17737">
                  <c:v>5.036032798024654</c:v>
                </c:pt>
                <c:pt idx="17738">
                  <c:v>5.0360043258556004</c:v>
                </c:pt>
                <c:pt idx="17739">
                  <c:v>5.0360336593675825</c:v>
                </c:pt>
                <c:pt idx="17740">
                  <c:v>5.0387216235357171</c:v>
                </c:pt>
                <c:pt idx="17741">
                  <c:v>5.0385920392772379</c:v>
                </c:pt>
                <c:pt idx="17742">
                  <c:v>5.0352123210320805</c:v>
                </c:pt>
                <c:pt idx="17743">
                  <c:v>5.0318685399280296</c:v>
                </c:pt>
                <c:pt idx="17744">
                  <c:v>5.03155970063548</c:v>
                </c:pt>
                <c:pt idx="17745">
                  <c:v>5.0323406037056886</c:v>
                </c:pt>
                <c:pt idx="17746">
                  <c:v>5.0295908142561823</c:v>
                </c:pt>
                <c:pt idx="17747">
                  <c:v>5.0250729270346834</c:v>
                </c:pt>
                <c:pt idx="17748">
                  <c:v>5.0248154333511978</c:v>
                </c:pt>
                <c:pt idx="17749">
                  <c:v>5.022663368042263</c:v>
                </c:pt>
                <c:pt idx="17750">
                  <c:v>5.0194942481433271</c:v>
                </c:pt>
                <c:pt idx="17751">
                  <c:v>5.0168959593446134</c:v>
                </c:pt>
                <c:pt idx="17752">
                  <c:v>5.0168321721154578</c:v>
                </c:pt>
                <c:pt idx="17753">
                  <c:v>5.0242863773830484</c:v>
                </c:pt>
                <c:pt idx="17754">
                  <c:v>5.0268150888140264</c:v>
                </c:pt>
                <c:pt idx="17755">
                  <c:v>5.0264890705152743</c:v>
                </c:pt>
                <c:pt idx="17756">
                  <c:v>5.0297472915550108</c:v>
                </c:pt>
                <c:pt idx="17757">
                  <c:v>5.0324107553020445</c:v>
                </c:pt>
                <c:pt idx="17758">
                  <c:v>5.0292338833167447</c:v>
                </c:pt>
                <c:pt idx="17759">
                  <c:v>5.0262425828803305</c:v>
                </c:pt>
                <c:pt idx="17760">
                  <c:v>5.0282879373707985</c:v>
                </c:pt>
                <c:pt idx="17761">
                  <c:v>5.0322756201669092</c:v>
                </c:pt>
                <c:pt idx="17762">
                  <c:v>5.0337589483959881</c:v>
                </c:pt>
                <c:pt idx="17763">
                  <c:v>5.030035267207718</c:v>
                </c:pt>
                <c:pt idx="17764">
                  <c:v>5.0300331138503944</c:v>
                </c:pt>
                <c:pt idx="17765">
                  <c:v>5.0345060676824129</c:v>
                </c:pt>
                <c:pt idx="17766">
                  <c:v>5.037508134905444</c:v>
                </c:pt>
                <c:pt idx="17767">
                  <c:v>5.0359990142408702</c:v>
                </c:pt>
                <c:pt idx="17768">
                  <c:v>5.0343618884465204</c:v>
                </c:pt>
                <c:pt idx="17769">
                  <c:v>5.0377135173417047</c:v>
                </c:pt>
                <c:pt idx="17770">
                  <c:v>5.0344962100911106</c:v>
                </c:pt>
                <c:pt idx="17771">
                  <c:v>5.0302216043947627</c:v>
                </c:pt>
                <c:pt idx="17772">
                  <c:v>5.0303081693591611</c:v>
                </c:pt>
                <c:pt idx="17773">
                  <c:v>5.0335963459918842</c:v>
                </c:pt>
                <c:pt idx="17774">
                  <c:v>5.0333080832248678</c:v>
                </c:pt>
                <c:pt idx="17775">
                  <c:v>5.0297912678967922</c:v>
                </c:pt>
                <c:pt idx="17776">
                  <c:v>5.0265115132838218</c:v>
                </c:pt>
                <c:pt idx="17777">
                  <c:v>5.024596221575683</c:v>
                </c:pt>
                <c:pt idx="17778">
                  <c:v>5.0271699142485264</c:v>
                </c:pt>
                <c:pt idx="17779">
                  <c:v>5.0305677206951991</c:v>
                </c:pt>
                <c:pt idx="17780">
                  <c:v>5.0306310772528899</c:v>
                </c:pt>
                <c:pt idx="17781">
                  <c:v>5.0273069634790595</c:v>
                </c:pt>
                <c:pt idx="17782">
                  <c:v>5.0253264489702163</c:v>
                </c:pt>
                <c:pt idx="17783">
                  <c:v>5.0261922900237348</c:v>
                </c:pt>
                <c:pt idx="17784">
                  <c:v>5.0276426479595742</c:v>
                </c:pt>
                <c:pt idx="17785">
                  <c:v>5.0282989434193404</c:v>
                </c:pt>
                <c:pt idx="17786">
                  <c:v>5.0298555336497968</c:v>
                </c:pt>
                <c:pt idx="17787">
                  <c:v>5.0298651041267899</c:v>
                </c:pt>
                <c:pt idx="17788">
                  <c:v>5.0328752105504941</c:v>
                </c:pt>
                <c:pt idx="17789">
                  <c:v>5.0336361591761731</c:v>
                </c:pt>
                <c:pt idx="17790">
                  <c:v>5.0300405788224483</c:v>
                </c:pt>
                <c:pt idx="17791">
                  <c:v>5.0309109658525379</c:v>
                </c:pt>
                <c:pt idx="17792">
                  <c:v>5.0333536865477377</c:v>
                </c:pt>
                <c:pt idx="17793">
                  <c:v>5.0388853265446754</c:v>
                </c:pt>
                <c:pt idx="17794">
                  <c:v>5.0427398361534337</c:v>
                </c:pt>
                <c:pt idx="17795">
                  <c:v>5.0400516805757603</c:v>
                </c:pt>
                <c:pt idx="17796">
                  <c:v>5.0366676077635706</c:v>
                </c:pt>
                <c:pt idx="17797">
                  <c:v>5.0325310083454555</c:v>
                </c:pt>
                <c:pt idx="17798">
                  <c:v>5.0307044349590386</c:v>
                </c:pt>
                <c:pt idx="17799">
                  <c:v>5.0297583454559378</c:v>
                </c:pt>
                <c:pt idx="17800">
                  <c:v>5.0271983864175791</c:v>
                </c:pt>
                <c:pt idx="17801">
                  <c:v>5.0261826716943574</c:v>
                </c:pt>
                <c:pt idx="17802">
                  <c:v>5.0288812590919534</c:v>
                </c:pt>
                <c:pt idx="17803">
                  <c:v>5.0309631728045323</c:v>
                </c:pt>
                <c:pt idx="17804">
                  <c:v>5.0329242113926957</c:v>
                </c:pt>
                <c:pt idx="17805">
                  <c:v>5.032810514126024</c:v>
                </c:pt>
                <c:pt idx="17806">
                  <c:v>5.0335384446060791</c:v>
                </c:pt>
                <c:pt idx="17807">
                  <c:v>5.0332342948472553</c:v>
                </c:pt>
                <c:pt idx="17808">
                  <c:v>5.0320589445677975</c:v>
                </c:pt>
                <c:pt idx="17809">
                  <c:v>5.0295252086363984</c:v>
                </c:pt>
                <c:pt idx="17810">
                  <c:v>5.0274997128856906</c:v>
                </c:pt>
                <c:pt idx="17811">
                  <c:v>5.0278535812724909</c:v>
                </c:pt>
                <c:pt idx="17812">
                  <c:v>5.0317905883929255</c:v>
                </c:pt>
                <c:pt idx="17813">
                  <c:v>5.035017753234821</c:v>
                </c:pt>
                <c:pt idx="17814">
                  <c:v>5.0374416679427299</c:v>
                </c:pt>
                <c:pt idx="17815">
                  <c:v>5.0345768413597733</c:v>
                </c:pt>
                <c:pt idx="17816">
                  <c:v>5.0291531084909273</c:v>
                </c:pt>
                <c:pt idx="17817">
                  <c:v>5.0259661396524002</c:v>
                </c:pt>
                <c:pt idx="17818">
                  <c:v>5.0250765159635558</c:v>
                </c:pt>
                <c:pt idx="17819">
                  <c:v>5.0256175828803311</c:v>
                </c:pt>
                <c:pt idx="17820">
                  <c:v>5.0258810102595515</c:v>
                </c:pt>
                <c:pt idx="17821">
                  <c:v>5.0272816974197996</c:v>
                </c:pt>
                <c:pt idx="17822">
                  <c:v>5.0277310313146009</c:v>
                </c:pt>
                <c:pt idx="17823">
                  <c:v>5.0307143404027252</c:v>
                </c:pt>
                <c:pt idx="17824">
                  <c:v>5.0336073520404261</c:v>
                </c:pt>
                <c:pt idx="17825">
                  <c:v>5.033019485491157</c:v>
                </c:pt>
                <c:pt idx="17826">
                  <c:v>5.0329637374626754</c:v>
                </c:pt>
                <c:pt idx="17827">
                  <c:v>5.0317267533113847</c:v>
                </c:pt>
                <c:pt idx="17828">
                  <c:v>5.0306151424086973</c:v>
                </c:pt>
                <c:pt idx="17829">
                  <c:v>5.0366372693515045</c:v>
                </c:pt>
                <c:pt idx="17830">
                  <c:v>5.0412461718092025</c:v>
                </c:pt>
                <c:pt idx="17831">
                  <c:v>5.0379763226399206</c:v>
                </c:pt>
                <c:pt idx="17832">
                  <c:v>5.0380592508230606</c:v>
                </c:pt>
                <c:pt idx="17833">
                  <c:v>5.0381182528137201</c:v>
                </c:pt>
                <c:pt idx="17834">
                  <c:v>5.0366762690452491</c:v>
                </c:pt>
                <c:pt idx="17835">
                  <c:v>5.0352438079013861</c:v>
                </c:pt>
                <c:pt idx="17836">
                  <c:v>5.035288597733711</c:v>
                </c:pt>
                <c:pt idx="17837">
                  <c:v>5.0373345743051834</c:v>
                </c:pt>
                <c:pt idx="17838">
                  <c:v>5.0365958770385113</c:v>
                </c:pt>
                <c:pt idx="17839">
                  <c:v>5.0351261867391468</c:v>
                </c:pt>
                <c:pt idx="17840">
                  <c:v>5.0391878493224098</c:v>
                </c:pt>
                <c:pt idx="17841">
                  <c:v>5.0448254344996553</c:v>
                </c:pt>
                <c:pt idx="17842">
                  <c:v>5.0420810045172653</c:v>
                </c:pt>
                <c:pt idx="17843">
                  <c:v>5.0381853418574378</c:v>
                </c:pt>
                <c:pt idx="17844">
                  <c:v>5.0388570457851616</c:v>
                </c:pt>
                <c:pt idx="17845">
                  <c:v>5.0392788167062248</c:v>
                </c:pt>
                <c:pt idx="17846">
                  <c:v>5.0393401156113624</c:v>
                </c:pt>
                <c:pt idx="17847">
                  <c:v>5.0345162123880254</c:v>
                </c:pt>
                <c:pt idx="17848">
                  <c:v>5.030866128167828</c:v>
                </c:pt>
                <c:pt idx="17849">
                  <c:v>5.0328899012326778</c:v>
                </c:pt>
                <c:pt idx="17850">
                  <c:v>5.03412372712656</c:v>
                </c:pt>
                <c:pt idx="17851">
                  <c:v>5.0356361974580812</c:v>
                </c:pt>
                <c:pt idx="17852">
                  <c:v>5.0386716177934305</c:v>
                </c:pt>
                <c:pt idx="17853">
                  <c:v>5.0400384254651254</c:v>
                </c:pt>
                <c:pt idx="17854">
                  <c:v>5.0372130292473773</c:v>
                </c:pt>
                <c:pt idx="17855">
                  <c:v>5.0339935686394606</c:v>
                </c:pt>
                <c:pt idx="17856">
                  <c:v>5.0355992554168898</c:v>
                </c:pt>
                <c:pt idx="17857">
                  <c:v>5.0406293067146466</c:v>
                </c:pt>
                <c:pt idx="17858">
                  <c:v>5.042129048311768</c:v>
                </c:pt>
                <c:pt idx="17859">
                  <c:v>5.0388763302963016</c:v>
                </c:pt>
                <c:pt idx="17860">
                  <c:v>5.0369017016308089</c:v>
                </c:pt>
                <c:pt idx="17861">
                  <c:v>5.0337194701783936</c:v>
                </c:pt>
                <c:pt idx="17862">
                  <c:v>5.0304743128397522</c:v>
                </c:pt>
                <c:pt idx="17863">
                  <c:v>5.0305654716331061</c:v>
                </c:pt>
                <c:pt idx="17864">
                  <c:v>5.0322624607610447</c:v>
                </c:pt>
                <c:pt idx="17865">
                  <c:v>5.0357287439705996</c:v>
                </c:pt>
                <c:pt idx="17866">
                  <c:v>5.0329066017150295</c:v>
                </c:pt>
                <c:pt idx="17867">
                  <c:v>5.0347936126636554</c:v>
                </c:pt>
                <c:pt idx="17868">
                  <c:v>5.0337829702932391</c:v>
                </c:pt>
                <c:pt idx="17869">
                  <c:v>5.0320764585406934</c:v>
                </c:pt>
                <c:pt idx="17870">
                  <c:v>5.0311635307403719</c:v>
                </c:pt>
                <c:pt idx="17871">
                  <c:v>5.0295924412372717</c:v>
                </c:pt>
                <c:pt idx="17872">
                  <c:v>5.0305510202128474</c:v>
                </c:pt>
                <c:pt idx="17873">
                  <c:v>5.0318105428374551</c:v>
                </c:pt>
                <c:pt idx="17874">
                  <c:v>5.038887001378149</c:v>
                </c:pt>
                <c:pt idx="17875">
                  <c:v>5.0397736103667405</c:v>
                </c:pt>
                <c:pt idx="17876">
                  <c:v>5.034448214148993</c:v>
                </c:pt>
                <c:pt idx="17877">
                  <c:v>5.0346382359696804</c:v>
                </c:pt>
                <c:pt idx="17878">
                  <c:v>5.0318439438021594</c:v>
                </c:pt>
                <c:pt idx="17879">
                  <c:v>5.0313796321108644</c:v>
                </c:pt>
                <c:pt idx="17880">
                  <c:v>5.0320741616262152</c:v>
                </c:pt>
                <c:pt idx="17881">
                  <c:v>5.0324330066610523</c:v>
                </c:pt>
                <c:pt idx="17882">
                  <c:v>5.0313034511140033</c:v>
                </c:pt>
                <c:pt idx="17883">
                  <c:v>5.0320298024653551</c:v>
                </c:pt>
                <c:pt idx="17884">
                  <c:v>5.0300253139116453</c:v>
                </c:pt>
                <c:pt idx="17885">
                  <c:v>5.0315276395375541</c:v>
                </c:pt>
                <c:pt idx="17886">
                  <c:v>5.0365971212005203</c:v>
                </c:pt>
                <c:pt idx="17887">
                  <c:v>5.0382053441543526</c:v>
                </c:pt>
                <c:pt idx="17888">
                  <c:v>5.0385873975958964</c:v>
                </c:pt>
                <c:pt idx="17889">
                  <c:v>5.0387671790062019</c:v>
                </c:pt>
                <c:pt idx="17890">
                  <c:v>5.0355297737539235</c:v>
                </c:pt>
                <c:pt idx="17891">
                  <c:v>5.0308387087512445</c:v>
                </c:pt>
                <c:pt idx="17892">
                  <c:v>5.0336103667406782</c:v>
                </c:pt>
                <c:pt idx="17893">
                  <c:v>5.0388686739147079</c:v>
                </c:pt>
                <c:pt idx="17894">
                  <c:v>5.0389048024653551</c:v>
                </c:pt>
                <c:pt idx="17895">
                  <c:v>5.0373733825893883</c:v>
                </c:pt>
                <c:pt idx="17896">
                  <c:v>5.0367153165913789</c:v>
                </c:pt>
                <c:pt idx="17897">
                  <c:v>5.0373562514355719</c:v>
                </c:pt>
                <c:pt idx="17898">
                  <c:v>5.036847628435801</c:v>
                </c:pt>
                <c:pt idx="17899">
                  <c:v>5.0362835445218588</c:v>
                </c:pt>
                <c:pt idx="17900">
                  <c:v>5.0392481911798486</c:v>
                </c:pt>
                <c:pt idx="17901">
                  <c:v>5.0375265102212694</c:v>
                </c:pt>
                <c:pt idx="17902">
                  <c:v>5.0364784472858126</c:v>
                </c:pt>
                <c:pt idx="17903">
                  <c:v>5.0383246401500648</c:v>
                </c:pt>
                <c:pt idx="17904">
                  <c:v>5.0380658065998007</c:v>
                </c:pt>
                <c:pt idx="17905">
                  <c:v>5.0313298656305028</c:v>
                </c:pt>
                <c:pt idx="17906">
                  <c:v>5.0261400352193553</c:v>
                </c:pt>
                <c:pt idx="17907">
                  <c:v>5.0276888255110634</c:v>
                </c:pt>
                <c:pt idx="17908">
                  <c:v>5.0326453755455169</c:v>
                </c:pt>
                <c:pt idx="17909">
                  <c:v>5.0400693381058108</c:v>
                </c:pt>
                <c:pt idx="17910">
                  <c:v>5.0434380981548124</c:v>
                </c:pt>
                <c:pt idx="17911">
                  <c:v>5.0442001473853457</c:v>
                </c:pt>
                <c:pt idx="17912">
                  <c:v>5.0439823233289944</c:v>
                </c:pt>
                <c:pt idx="17913">
                  <c:v>5.0423126579128708</c:v>
                </c:pt>
                <c:pt idx="17914">
                  <c:v>5.0349921522088659</c:v>
                </c:pt>
                <c:pt idx="17915">
                  <c:v>5.0270022394916163</c:v>
                </c:pt>
                <c:pt idx="17916">
                  <c:v>5.0304037305719316</c:v>
                </c:pt>
                <c:pt idx="17917">
                  <c:v>5.0351446577597425</c:v>
                </c:pt>
                <c:pt idx="17918">
                  <c:v>5.0348392638389097</c:v>
                </c:pt>
                <c:pt idx="17919">
                  <c:v>5.0295606194012707</c:v>
                </c:pt>
                <c:pt idx="17920">
                  <c:v>5.0291305700176094</c:v>
                </c:pt>
                <c:pt idx="17921">
                  <c:v>5.0341418631804613</c:v>
                </c:pt>
                <c:pt idx="17922">
                  <c:v>5.033384072812189</c:v>
                </c:pt>
                <c:pt idx="17923">
                  <c:v>5.0295192749406628</c:v>
                </c:pt>
                <c:pt idx="17924">
                  <c:v>5.0341304743128399</c:v>
                </c:pt>
                <c:pt idx="17925">
                  <c:v>5.0349179331597886</c:v>
                </c:pt>
                <c:pt idx="17926">
                  <c:v>5.0346746994870228</c:v>
                </c:pt>
                <c:pt idx="17927">
                  <c:v>5.0355283381823748</c:v>
                </c:pt>
                <c:pt idx="17928">
                  <c:v>5.0350731662966082</c:v>
                </c:pt>
                <c:pt idx="17929">
                  <c:v>5.0391544483577064</c:v>
                </c:pt>
                <c:pt idx="17930">
                  <c:v>5.0413692481433277</c:v>
                </c:pt>
                <c:pt idx="17931">
                  <c:v>5.0419958272720313</c:v>
                </c:pt>
                <c:pt idx="17932">
                  <c:v>5.0436856863946096</c:v>
                </c:pt>
                <c:pt idx="17933">
                  <c:v>5.0442829320113312</c:v>
                </c:pt>
                <c:pt idx="17934">
                  <c:v>5.0434611630043644</c:v>
                </c:pt>
                <c:pt idx="17935">
                  <c:v>5.0425436413750857</c:v>
                </c:pt>
                <c:pt idx="17936">
                  <c:v>5.0396516346374707</c:v>
                </c:pt>
                <c:pt idx="17937">
                  <c:v>5.0379750306255264</c:v>
                </c:pt>
                <c:pt idx="17938">
                  <c:v>5.0391198032309932</c:v>
                </c:pt>
                <c:pt idx="17939">
                  <c:v>5.0359486256795041</c:v>
                </c:pt>
                <c:pt idx="17940">
                  <c:v>5.0338169454865627</c:v>
                </c:pt>
                <c:pt idx="17941">
                  <c:v>5.0343325549345384</c:v>
                </c:pt>
                <c:pt idx="17942">
                  <c:v>5.0333599073577826</c:v>
                </c:pt>
                <c:pt idx="17943">
                  <c:v>5.0298938155577675</c:v>
                </c:pt>
                <c:pt idx="17944">
                  <c:v>5.027442912104739</c:v>
                </c:pt>
                <c:pt idx="17945">
                  <c:v>5.0257492247913635</c:v>
                </c:pt>
                <c:pt idx="17946">
                  <c:v>5.0292689112625375</c:v>
                </c:pt>
                <c:pt idx="17947">
                  <c:v>5.0355762862721081</c:v>
                </c:pt>
                <c:pt idx="17948">
                  <c:v>5.0405450865171124</c:v>
                </c:pt>
                <c:pt idx="17949">
                  <c:v>5.0423388810198304</c:v>
                </c:pt>
                <c:pt idx="17950">
                  <c:v>5.0371301967690068</c:v>
                </c:pt>
                <c:pt idx="17951">
                  <c:v>5.0313376655692519</c:v>
                </c:pt>
                <c:pt idx="17952">
                  <c:v>5.0312211450118678</c:v>
                </c:pt>
                <c:pt idx="17953">
                  <c:v>5.034778204195697</c:v>
                </c:pt>
                <c:pt idx="17954">
                  <c:v>5.0342284281448588</c:v>
                </c:pt>
                <c:pt idx="17955">
                  <c:v>5.0319072525074651</c:v>
                </c:pt>
                <c:pt idx="17956">
                  <c:v>5.0319997511675982</c:v>
                </c:pt>
                <c:pt idx="17957">
                  <c:v>5.0308074611438638</c:v>
                </c:pt>
                <c:pt idx="17958">
                  <c:v>5.0326905481969222</c:v>
                </c:pt>
                <c:pt idx="17959">
                  <c:v>5.0368994047163307</c:v>
                </c:pt>
                <c:pt idx="17960">
                  <c:v>5.0420908621085676</c:v>
                </c:pt>
                <c:pt idx="17961">
                  <c:v>5.045450530204425</c:v>
                </c:pt>
                <c:pt idx="17962">
                  <c:v>5.0451520270270267</c:v>
                </c:pt>
                <c:pt idx="17963">
                  <c:v>5.0435598346221573</c:v>
                </c:pt>
                <c:pt idx="17964">
                  <c:v>5.0454418210703622</c:v>
                </c:pt>
                <c:pt idx="17965">
                  <c:v>5.0461582191256413</c:v>
                </c:pt>
                <c:pt idx="17966">
                  <c:v>5.0455882493683486</c:v>
                </c:pt>
                <c:pt idx="17967">
                  <c:v>5.0429133967536943</c:v>
                </c:pt>
                <c:pt idx="17968">
                  <c:v>5.0407227145700944</c:v>
                </c:pt>
                <c:pt idx="17969">
                  <c:v>5.0377290215144326</c:v>
                </c:pt>
                <c:pt idx="17970">
                  <c:v>5.035090680269505</c:v>
                </c:pt>
                <c:pt idx="17971">
                  <c:v>5.0322815060102597</c:v>
                </c:pt>
                <c:pt idx="17972">
                  <c:v>5.0285932355868619</c:v>
                </c:pt>
                <c:pt idx="17973">
                  <c:v>5.0276480074266905</c:v>
                </c:pt>
                <c:pt idx="17974">
                  <c:v>5.0296895337263612</c:v>
                </c:pt>
                <c:pt idx="17975">
                  <c:v>5.0332909999234365</c:v>
                </c:pt>
                <c:pt idx="17976">
                  <c:v>5.0356748143327463</c:v>
                </c:pt>
                <c:pt idx="17977">
                  <c:v>5.0326709765714721</c:v>
                </c:pt>
                <c:pt idx="17978">
                  <c:v>5.0277356729959424</c:v>
                </c:pt>
                <c:pt idx="17979">
                  <c:v>5.0247541822984454</c:v>
                </c:pt>
                <c:pt idx="17980">
                  <c:v>5.0238247932776972</c:v>
                </c:pt>
                <c:pt idx="17981">
                  <c:v>5.0233295689457158</c:v>
                </c:pt>
                <c:pt idx="17982">
                  <c:v>5.0256382551106347</c:v>
                </c:pt>
                <c:pt idx="17983">
                  <c:v>5.0308952224178851</c:v>
                </c:pt>
                <c:pt idx="17984">
                  <c:v>5.037988190031391</c:v>
                </c:pt>
                <c:pt idx="17985">
                  <c:v>5.0433540215144319</c:v>
                </c:pt>
                <c:pt idx="17986">
                  <c:v>5.0459321644590762</c:v>
                </c:pt>
                <c:pt idx="17987">
                  <c:v>5.0432970771763266</c:v>
                </c:pt>
                <c:pt idx="17988">
                  <c:v>5.0377775916851695</c:v>
                </c:pt>
                <c:pt idx="17989">
                  <c:v>5.0338926001071895</c:v>
                </c:pt>
                <c:pt idx="17990">
                  <c:v>5.0355535085368652</c:v>
                </c:pt>
                <c:pt idx="17991">
                  <c:v>5.0349239147079095</c:v>
                </c:pt>
                <c:pt idx="17992">
                  <c:v>5.0326914573922368</c:v>
                </c:pt>
                <c:pt idx="17993">
                  <c:v>5.0301583913942274</c:v>
                </c:pt>
                <c:pt idx="17994">
                  <c:v>5.029248478294158</c:v>
                </c:pt>
                <c:pt idx="17995">
                  <c:v>5.0301806427532352</c:v>
                </c:pt>
                <c:pt idx="17996">
                  <c:v>5.0314889269581196</c:v>
                </c:pt>
                <c:pt idx="17997">
                  <c:v>5.0337713421636936</c:v>
                </c:pt>
                <c:pt idx="17998">
                  <c:v>5.0344944874052526</c:v>
                </c:pt>
                <c:pt idx="17999">
                  <c:v>5.0314332746344075</c:v>
                </c:pt>
                <c:pt idx="18000">
                  <c:v>5.0308190414210241</c:v>
                </c:pt>
                <c:pt idx="18001">
                  <c:v>5.0314491616262158</c:v>
                </c:pt>
                <c:pt idx="18002">
                  <c:v>5.0316381785468192</c:v>
                </c:pt>
                <c:pt idx="18003">
                  <c:v>5.0325039238955673</c:v>
                </c:pt>
                <c:pt idx="18004">
                  <c:v>5.035943840441008</c:v>
                </c:pt>
                <c:pt idx="18005">
                  <c:v>5.0412963689610288</c:v>
                </c:pt>
                <c:pt idx="18006">
                  <c:v>5.0389048024653551</c:v>
                </c:pt>
                <c:pt idx="18007">
                  <c:v>5.0392853246305798</c:v>
                </c:pt>
                <c:pt idx="18008">
                  <c:v>5.0402482581731878</c:v>
                </c:pt>
                <c:pt idx="18009">
                  <c:v>5.0394391700482348</c:v>
                </c:pt>
                <c:pt idx="18010">
                  <c:v>5.0372894016537781</c:v>
                </c:pt>
                <c:pt idx="18011">
                  <c:v>5.0360809375239262</c:v>
                </c:pt>
                <c:pt idx="18012">
                  <c:v>5.0356868731337574</c:v>
                </c:pt>
                <c:pt idx="18013">
                  <c:v>5.0338330238879108</c:v>
                </c:pt>
                <c:pt idx="18014">
                  <c:v>5.03142413482888</c:v>
                </c:pt>
                <c:pt idx="18015">
                  <c:v>5.0301015906132758</c:v>
                </c:pt>
                <c:pt idx="18016">
                  <c:v>5.0310997435112164</c:v>
                </c:pt>
                <c:pt idx="18017">
                  <c:v>5.0311851121659901</c:v>
                </c:pt>
                <c:pt idx="18018">
                  <c:v>5.0338281429446443</c:v>
                </c:pt>
                <c:pt idx="18019">
                  <c:v>5.0371459402036596</c:v>
                </c:pt>
                <c:pt idx="18020">
                  <c:v>5.0358675637393766</c:v>
                </c:pt>
                <c:pt idx="18021">
                  <c:v>5.0290840574994258</c:v>
                </c:pt>
                <c:pt idx="18022">
                  <c:v>5.0238246497205417</c:v>
                </c:pt>
                <c:pt idx="18023">
                  <c:v>5.0242750363678121</c:v>
                </c:pt>
                <c:pt idx="18024">
                  <c:v>5.0234500133986675</c:v>
                </c:pt>
                <c:pt idx="18025">
                  <c:v>5.0256124148227546</c:v>
                </c:pt>
                <c:pt idx="18026">
                  <c:v>5.0239654314371025</c:v>
                </c:pt>
                <c:pt idx="18027">
                  <c:v>5.0211183580889669</c:v>
                </c:pt>
                <c:pt idx="18028">
                  <c:v>5.0203843025036372</c:v>
                </c:pt>
                <c:pt idx="18029">
                  <c:v>5.0219943917004821</c:v>
                </c:pt>
                <c:pt idx="18030">
                  <c:v>5.0241202817548425</c:v>
                </c:pt>
                <c:pt idx="18031">
                  <c:v>5.0258862740218975</c:v>
                </c:pt>
                <c:pt idx="18032">
                  <c:v>5.0271282348212232</c:v>
                </c:pt>
                <c:pt idx="18033">
                  <c:v>5.0278316648801775</c:v>
                </c:pt>
                <c:pt idx="18034">
                  <c:v>5.028745597580583</c:v>
                </c:pt>
                <c:pt idx="18035">
                  <c:v>5.0289459076640384</c:v>
                </c:pt>
                <c:pt idx="18036">
                  <c:v>5.0332809030702093</c:v>
                </c:pt>
                <c:pt idx="18037">
                  <c:v>5.0352887891432507</c:v>
                </c:pt>
                <c:pt idx="18038">
                  <c:v>5.0306692634560903</c:v>
                </c:pt>
                <c:pt idx="18039">
                  <c:v>5.0253942079473237</c:v>
                </c:pt>
                <c:pt idx="18040">
                  <c:v>5.0261798005512599</c:v>
                </c:pt>
                <c:pt idx="18041">
                  <c:v>5.0298357227624226</c:v>
                </c:pt>
                <c:pt idx="18042">
                  <c:v>5.0320618635632801</c:v>
                </c:pt>
                <c:pt idx="18043">
                  <c:v>5.0307795153510453</c:v>
                </c:pt>
                <c:pt idx="18044">
                  <c:v>5.0282522873440012</c:v>
                </c:pt>
                <c:pt idx="18045">
                  <c:v>5.0274780836076873</c:v>
                </c:pt>
                <c:pt idx="18046">
                  <c:v>5.0265709937983312</c:v>
                </c:pt>
                <c:pt idx="18047">
                  <c:v>5.0287532539621775</c:v>
                </c:pt>
                <c:pt idx="18048">
                  <c:v>5.0300878091264067</c:v>
                </c:pt>
                <c:pt idx="18049">
                  <c:v>5.0317248392159861</c:v>
                </c:pt>
                <c:pt idx="18050">
                  <c:v>5.0322351370492306</c:v>
                </c:pt>
                <c:pt idx="18051">
                  <c:v>5.02816404754613</c:v>
                </c:pt>
                <c:pt idx="18052">
                  <c:v>5.0254400983845038</c:v>
                </c:pt>
                <c:pt idx="18053">
                  <c:v>5.0290521399586554</c:v>
                </c:pt>
                <c:pt idx="18054">
                  <c:v>5.0364004957507085</c:v>
                </c:pt>
                <c:pt idx="18055">
                  <c:v>5.0355422632263993</c:v>
                </c:pt>
                <c:pt idx="18056">
                  <c:v>5.0319515159635557</c:v>
                </c:pt>
                <c:pt idx="18057">
                  <c:v>5.0320510967766632</c:v>
                </c:pt>
                <c:pt idx="18058">
                  <c:v>5.031799249674604</c:v>
                </c:pt>
                <c:pt idx="18059">
                  <c:v>5.0335141834469033</c:v>
                </c:pt>
                <c:pt idx="18060">
                  <c:v>5.0404304800551261</c:v>
                </c:pt>
                <c:pt idx="18061">
                  <c:v>5.0433021495291328</c:v>
                </c:pt>
                <c:pt idx="18062">
                  <c:v>5.0430767169435722</c:v>
                </c:pt>
                <c:pt idx="18063">
                  <c:v>5.0394029936452034</c:v>
                </c:pt>
                <c:pt idx="18064">
                  <c:v>5.0337071242630733</c:v>
                </c:pt>
                <c:pt idx="18065">
                  <c:v>5.0346047393002067</c:v>
                </c:pt>
                <c:pt idx="18066">
                  <c:v>5.0380381957736775</c:v>
                </c:pt>
                <c:pt idx="18067">
                  <c:v>5.0389920852155274</c:v>
                </c:pt>
                <c:pt idx="18068">
                  <c:v>5.0364617946558452</c:v>
                </c:pt>
                <c:pt idx="18069">
                  <c:v>5.034015485031774</c:v>
                </c:pt>
                <c:pt idx="18070">
                  <c:v>5.0389962483730191</c:v>
                </c:pt>
                <c:pt idx="18071">
                  <c:v>5.0444419454865628</c:v>
                </c:pt>
                <c:pt idx="18072">
                  <c:v>5.0422539908889057</c:v>
                </c:pt>
                <c:pt idx="18073">
                  <c:v>5.0371723068677738</c:v>
                </c:pt>
                <c:pt idx="18074">
                  <c:v>5.035149299441084</c:v>
                </c:pt>
                <c:pt idx="18075">
                  <c:v>5.0322951917923593</c:v>
                </c:pt>
                <c:pt idx="18076">
                  <c:v>5.0341592814485878</c:v>
                </c:pt>
                <c:pt idx="18077">
                  <c:v>5.0339452377306486</c:v>
                </c:pt>
                <c:pt idx="18078">
                  <c:v>5.0329995788990125</c:v>
                </c:pt>
                <c:pt idx="18079">
                  <c:v>5.0330770519102668</c:v>
                </c:pt>
                <c:pt idx="18080">
                  <c:v>5.0321845092259396</c:v>
                </c:pt>
                <c:pt idx="18081">
                  <c:v>5.0309148897481046</c:v>
                </c:pt>
                <c:pt idx="18082">
                  <c:v>5.0269407013245537</c:v>
                </c:pt>
                <c:pt idx="18083">
                  <c:v>5.0239476782022816</c:v>
                </c:pt>
                <c:pt idx="18084">
                  <c:v>5.0275732620013782</c:v>
                </c:pt>
                <c:pt idx="18085">
                  <c:v>5.0314607419033761</c:v>
                </c:pt>
                <c:pt idx="18086">
                  <c:v>5.0328359237424394</c:v>
                </c:pt>
                <c:pt idx="18087">
                  <c:v>5.0337542110098763</c:v>
                </c:pt>
                <c:pt idx="18088">
                  <c:v>5.033378809049843</c:v>
                </c:pt>
                <c:pt idx="18089">
                  <c:v>5.0339223642906363</c:v>
                </c:pt>
                <c:pt idx="18090">
                  <c:v>5.0368977777352422</c:v>
                </c:pt>
                <c:pt idx="18091">
                  <c:v>5.0374097025495752</c:v>
                </c:pt>
                <c:pt idx="18092">
                  <c:v>5.0368137489472478</c:v>
                </c:pt>
                <c:pt idx="18093">
                  <c:v>5.0334034051757142</c:v>
                </c:pt>
                <c:pt idx="18094">
                  <c:v>5.0297514068601181</c:v>
                </c:pt>
                <c:pt idx="18095">
                  <c:v>5.0317890092642221</c:v>
                </c:pt>
                <c:pt idx="18096">
                  <c:v>5.0366212866549267</c:v>
                </c:pt>
                <c:pt idx="18097">
                  <c:v>5.0399029075109105</c:v>
                </c:pt>
                <c:pt idx="18098">
                  <c:v>5.0408224867927416</c:v>
                </c:pt>
                <c:pt idx="18099">
                  <c:v>5.0397654276089119</c:v>
                </c:pt>
                <c:pt idx="18100">
                  <c:v>5.036894236658755</c:v>
                </c:pt>
                <c:pt idx="18101">
                  <c:v>5.036009972437026</c:v>
                </c:pt>
                <c:pt idx="18102">
                  <c:v>5.0382959287190872</c:v>
                </c:pt>
                <c:pt idx="18103">
                  <c:v>5.0394683600030623</c:v>
                </c:pt>
                <c:pt idx="18104">
                  <c:v>5.0414486831023657</c:v>
                </c:pt>
                <c:pt idx="18105">
                  <c:v>5.0415434308245919</c:v>
                </c:pt>
                <c:pt idx="18106">
                  <c:v>5.0377847695429141</c:v>
                </c:pt>
                <c:pt idx="18107">
                  <c:v>5.0350522069519945</c:v>
                </c:pt>
                <c:pt idx="18108">
                  <c:v>5.0364517456550031</c:v>
                </c:pt>
                <c:pt idx="18109">
                  <c:v>5.0418046091417192</c:v>
                </c:pt>
                <c:pt idx="18110">
                  <c:v>5.0432656381594061</c:v>
                </c:pt>
                <c:pt idx="18111">
                  <c:v>5.0419975978102745</c:v>
                </c:pt>
                <c:pt idx="18112">
                  <c:v>5.0423759187657913</c:v>
                </c:pt>
                <c:pt idx="18113">
                  <c:v>5.0454647902151439</c:v>
                </c:pt>
                <c:pt idx="18114">
                  <c:v>5.0459487213842742</c:v>
                </c:pt>
                <c:pt idx="18115">
                  <c:v>5.0400699601868153</c:v>
                </c:pt>
                <c:pt idx="18116">
                  <c:v>5.0311608510068142</c:v>
                </c:pt>
                <c:pt idx="18117">
                  <c:v>5.0298534759972435</c:v>
                </c:pt>
                <c:pt idx="18118">
                  <c:v>5.033115716637317</c:v>
                </c:pt>
                <c:pt idx="18119">
                  <c:v>5.033625105275247</c:v>
                </c:pt>
                <c:pt idx="18120">
                  <c:v>5.0328163521169893</c:v>
                </c:pt>
                <c:pt idx="18121">
                  <c:v>5.0314961526682493</c:v>
                </c:pt>
                <c:pt idx="18122">
                  <c:v>5.0256515580736547</c:v>
                </c:pt>
                <c:pt idx="18123">
                  <c:v>5.021361926728428</c:v>
                </c:pt>
                <c:pt idx="18124">
                  <c:v>5.0240529055968146</c:v>
                </c:pt>
                <c:pt idx="18125">
                  <c:v>5.0271532137661739</c:v>
                </c:pt>
                <c:pt idx="18126">
                  <c:v>5.0309644169665413</c:v>
                </c:pt>
                <c:pt idx="18127">
                  <c:v>5.0314012613888677</c:v>
                </c:pt>
                <c:pt idx="18128">
                  <c:v>5.0370707641068835</c:v>
                </c:pt>
                <c:pt idx="18129">
                  <c:v>5.0420748315596047</c:v>
                </c:pt>
                <c:pt idx="18130">
                  <c:v>5.0411213249368352</c:v>
                </c:pt>
                <c:pt idx="18131">
                  <c:v>5.0407999961718088</c:v>
                </c:pt>
                <c:pt idx="18132">
                  <c:v>5.040213708751244</c:v>
                </c:pt>
                <c:pt idx="18133">
                  <c:v>5.0366655022586322</c:v>
                </c:pt>
                <c:pt idx="18134">
                  <c:v>5.0329111476916006</c:v>
                </c:pt>
                <c:pt idx="18135">
                  <c:v>5.0300452683561749</c:v>
                </c:pt>
                <c:pt idx="18136">
                  <c:v>5.0345360711277847</c:v>
                </c:pt>
                <c:pt idx="18137">
                  <c:v>5.0376095341091798</c:v>
                </c:pt>
                <c:pt idx="18138">
                  <c:v>5.0364929944108416</c:v>
                </c:pt>
                <c:pt idx="18139">
                  <c:v>5.0329697668631805</c:v>
                </c:pt>
                <c:pt idx="18140">
                  <c:v>5.031194634790598</c:v>
                </c:pt>
                <c:pt idx="18141">
                  <c:v>5.0345220503789907</c:v>
                </c:pt>
                <c:pt idx="18142">
                  <c:v>5.0357756393078628</c:v>
                </c:pt>
                <c:pt idx="18143">
                  <c:v>5.0377785487328692</c:v>
                </c:pt>
                <c:pt idx="18144">
                  <c:v>5.0401267609677669</c:v>
                </c:pt>
                <c:pt idx="18145">
                  <c:v>5.0397473394073957</c:v>
                </c:pt>
                <c:pt idx="18146">
                  <c:v>5.0376423129928796</c:v>
                </c:pt>
                <c:pt idx="18147">
                  <c:v>5.0325630694433814</c:v>
                </c:pt>
                <c:pt idx="18148">
                  <c:v>5.0305881058111934</c:v>
                </c:pt>
                <c:pt idx="18149">
                  <c:v>5.0347973451496824</c:v>
                </c:pt>
                <c:pt idx="18150">
                  <c:v>5.0390675484266136</c:v>
                </c:pt>
                <c:pt idx="18151">
                  <c:v>5.0403533898629505</c:v>
                </c:pt>
                <c:pt idx="18152">
                  <c:v>5.0416317663272334</c:v>
                </c:pt>
                <c:pt idx="18153">
                  <c:v>5.0413388140264912</c:v>
                </c:pt>
                <c:pt idx="18154">
                  <c:v>5.0416454999617182</c:v>
                </c:pt>
                <c:pt idx="18155">
                  <c:v>5.0414319347676289</c:v>
                </c:pt>
                <c:pt idx="18156">
                  <c:v>5.0396661339101136</c:v>
                </c:pt>
                <c:pt idx="18157">
                  <c:v>5.0367543641375088</c:v>
                </c:pt>
                <c:pt idx="18158">
                  <c:v>5.0376526969604161</c:v>
                </c:pt>
                <c:pt idx="18159">
                  <c:v>5.0417879086593675</c:v>
                </c:pt>
                <c:pt idx="18160">
                  <c:v>5.0423496478064465</c:v>
                </c:pt>
                <c:pt idx="18161">
                  <c:v>5.0425693859581964</c:v>
                </c:pt>
                <c:pt idx="18162">
                  <c:v>5.0450134943725597</c:v>
                </c:pt>
                <c:pt idx="18163">
                  <c:v>5.0429680441773215</c:v>
                </c:pt>
                <c:pt idx="18164">
                  <c:v>5.0378493702626139</c:v>
                </c:pt>
                <c:pt idx="18165">
                  <c:v>5.0354787152591687</c:v>
                </c:pt>
                <c:pt idx="18166">
                  <c:v>5.033200654620626</c:v>
                </c:pt>
                <c:pt idx="18167">
                  <c:v>5.0315400811576447</c:v>
                </c:pt>
                <c:pt idx="18168">
                  <c:v>5.0305725059336961</c:v>
                </c:pt>
                <c:pt idx="18169">
                  <c:v>5.0289660056657226</c:v>
                </c:pt>
                <c:pt idx="18170">
                  <c:v>5.0324138178546818</c:v>
                </c:pt>
                <c:pt idx="18171">
                  <c:v>5.0356982620013779</c:v>
                </c:pt>
                <c:pt idx="18172">
                  <c:v>5.0318215010336118</c:v>
                </c:pt>
                <c:pt idx="18173">
                  <c:v>5.0284363276165687</c:v>
                </c:pt>
                <c:pt idx="18174">
                  <c:v>5.0279152151443229</c:v>
                </c:pt>
                <c:pt idx="18175">
                  <c:v>5.02993578209938</c:v>
                </c:pt>
                <c:pt idx="18176">
                  <c:v>5.0311819539085825</c:v>
                </c:pt>
                <c:pt idx="18177">
                  <c:v>5.0303013264681109</c:v>
                </c:pt>
                <c:pt idx="18178">
                  <c:v>5.0262927321797717</c:v>
                </c:pt>
                <c:pt idx="18179">
                  <c:v>5.0258581368195392</c:v>
                </c:pt>
                <c:pt idx="18180">
                  <c:v>5.0285766786616648</c:v>
                </c:pt>
                <c:pt idx="18181">
                  <c:v>5.0341755034070896</c:v>
                </c:pt>
                <c:pt idx="18182">
                  <c:v>5.0388456090651559</c:v>
                </c:pt>
                <c:pt idx="18183">
                  <c:v>5.0431713689610289</c:v>
                </c:pt>
                <c:pt idx="18184">
                  <c:v>5.0428487003292242</c:v>
                </c:pt>
                <c:pt idx="18185">
                  <c:v>5.038450252660593</c:v>
                </c:pt>
                <c:pt idx="18186">
                  <c:v>5.0334764757675519</c:v>
                </c:pt>
                <c:pt idx="18187">
                  <c:v>5.0317275189495447</c:v>
                </c:pt>
                <c:pt idx="18188">
                  <c:v>5.0324835866319582</c:v>
                </c:pt>
                <c:pt idx="18189">
                  <c:v>5.0332125698644816</c:v>
                </c:pt>
                <c:pt idx="18190">
                  <c:v>5.0305842297680119</c:v>
                </c:pt>
                <c:pt idx="18191">
                  <c:v>5.0249974638235972</c:v>
                </c:pt>
                <c:pt idx="18192">
                  <c:v>5.0255413061786998</c:v>
                </c:pt>
                <c:pt idx="18193">
                  <c:v>5.0303239606461982</c:v>
                </c:pt>
                <c:pt idx="18194">
                  <c:v>5.0321468493989743</c:v>
                </c:pt>
                <c:pt idx="18195">
                  <c:v>5.0345199927264375</c:v>
                </c:pt>
                <c:pt idx="18196">
                  <c:v>5.0352258154046394</c:v>
                </c:pt>
                <c:pt idx="18197">
                  <c:v>5.0344162009034532</c:v>
                </c:pt>
                <c:pt idx="18198">
                  <c:v>5.036694261541995</c:v>
                </c:pt>
                <c:pt idx="18199">
                  <c:v>5.0352598384503482</c:v>
                </c:pt>
                <c:pt idx="18200">
                  <c:v>5.0289252832861191</c:v>
                </c:pt>
                <c:pt idx="18201">
                  <c:v>5.0259149376004899</c:v>
                </c:pt>
                <c:pt idx="18202">
                  <c:v>5.026852557231452</c:v>
                </c:pt>
                <c:pt idx="18203">
                  <c:v>5.0312040138580505</c:v>
                </c:pt>
                <c:pt idx="18204">
                  <c:v>5.0310837608146386</c:v>
                </c:pt>
                <c:pt idx="18205">
                  <c:v>5.0283064083913942</c:v>
                </c:pt>
                <c:pt idx="18206">
                  <c:v>5.0288628359237428</c:v>
                </c:pt>
                <c:pt idx="18207">
                  <c:v>5.0311217556082992</c:v>
                </c:pt>
                <c:pt idx="18208">
                  <c:v>5.0299103724829646</c:v>
                </c:pt>
                <c:pt idx="18209">
                  <c:v>5.0312395681800783</c:v>
                </c:pt>
                <c:pt idx="18210">
                  <c:v>5.0340881249521479</c:v>
                </c:pt>
                <c:pt idx="18211">
                  <c:v>5.0343298752009797</c:v>
                </c:pt>
                <c:pt idx="18212">
                  <c:v>5.0358117678585099</c:v>
                </c:pt>
                <c:pt idx="18213">
                  <c:v>5.0328585579205267</c:v>
                </c:pt>
                <c:pt idx="18214">
                  <c:v>5.0346088067529289</c:v>
                </c:pt>
                <c:pt idx="18215">
                  <c:v>5.0377750076563812</c:v>
                </c:pt>
                <c:pt idx="18216">
                  <c:v>5.0363431207411375</c:v>
                </c:pt>
                <c:pt idx="18217">
                  <c:v>5.0373051929408161</c:v>
                </c:pt>
                <c:pt idx="18218">
                  <c:v>5.0370507139575835</c:v>
                </c:pt>
                <c:pt idx="18219">
                  <c:v>5.0349248717556083</c:v>
                </c:pt>
                <c:pt idx="18220">
                  <c:v>5.0299502813720238</c:v>
                </c:pt>
                <c:pt idx="18221">
                  <c:v>5.027114931858204</c:v>
                </c:pt>
                <c:pt idx="18222">
                  <c:v>5.0273718034606842</c:v>
                </c:pt>
                <c:pt idx="18223">
                  <c:v>5.0271850834545591</c:v>
                </c:pt>
                <c:pt idx="18224">
                  <c:v>5.0233228217594368</c:v>
                </c:pt>
                <c:pt idx="18225">
                  <c:v>5.0243796416813415</c:v>
                </c:pt>
                <c:pt idx="18226">
                  <c:v>5.0282641068830873</c:v>
                </c:pt>
                <c:pt idx="18227">
                  <c:v>5.0284852806063851</c:v>
                </c:pt>
                <c:pt idx="18228">
                  <c:v>5.0285003541076483</c:v>
                </c:pt>
                <c:pt idx="18229">
                  <c:v>5.0309945161166834</c:v>
                </c:pt>
                <c:pt idx="18230">
                  <c:v>5.0353490352959192</c:v>
                </c:pt>
                <c:pt idx="18231">
                  <c:v>5.0387644992726441</c:v>
                </c:pt>
                <c:pt idx="18232">
                  <c:v>5.0361787477987905</c:v>
                </c:pt>
                <c:pt idx="18233">
                  <c:v>5.0302670641604781</c:v>
                </c:pt>
                <c:pt idx="18234">
                  <c:v>5.029199621009111</c:v>
                </c:pt>
                <c:pt idx="18235">
                  <c:v>5.0325321568026951</c:v>
                </c:pt>
                <c:pt idx="18236">
                  <c:v>5.0361498928106574</c:v>
                </c:pt>
                <c:pt idx="18237">
                  <c:v>5.0377173933848862</c:v>
                </c:pt>
                <c:pt idx="18238">
                  <c:v>5.0352028941122429</c:v>
                </c:pt>
                <c:pt idx="18239">
                  <c:v>5.0333833550264142</c:v>
                </c:pt>
                <c:pt idx="18240">
                  <c:v>5.0339724178853071</c:v>
                </c:pt>
                <c:pt idx="18241">
                  <c:v>5.0355478619554397</c:v>
                </c:pt>
                <c:pt idx="18242">
                  <c:v>5.0331370588010103</c:v>
                </c:pt>
                <c:pt idx="18243">
                  <c:v>5.0336065864022661</c:v>
                </c:pt>
                <c:pt idx="18244">
                  <c:v>5.0357026165684093</c:v>
                </c:pt>
                <c:pt idx="18245">
                  <c:v>5.0362328209937983</c:v>
                </c:pt>
                <c:pt idx="18246">
                  <c:v>5.0385858663195773</c:v>
                </c:pt>
                <c:pt idx="18247">
                  <c:v>5.0408313394839599</c:v>
                </c:pt>
                <c:pt idx="18248">
                  <c:v>5.0403237692366591</c:v>
                </c:pt>
                <c:pt idx="18249">
                  <c:v>5.038459009647041</c:v>
                </c:pt>
                <c:pt idx="18250">
                  <c:v>5.0363807327157186</c:v>
                </c:pt>
                <c:pt idx="18251">
                  <c:v>5.0348645777505547</c:v>
                </c:pt>
                <c:pt idx="18252">
                  <c:v>5.0315527141872751</c:v>
                </c:pt>
                <c:pt idx="18253">
                  <c:v>5.0299588948013172</c:v>
                </c:pt>
                <c:pt idx="18254">
                  <c:v>5.0299929656994102</c:v>
                </c:pt>
                <c:pt idx="18255">
                  <c:v>5.03293129354567</c:v>
                </c:pt>
                <c:pt idx="18256">
                  <c:v>5.0358650275629735</c:v>
                </c:pt>
                <c:pt idx="18257">
                  <c:v>5.0341060217441234</c:v>
                </c:pt>
                <c:pt idx="18258">
                  <c:v>5.0300096183293777</c:v>
                </c:pt>
                <c:pt idx="18259">
                  <c:v>5.0267509666181764</c:v>
                </c:pt>
                <c:pt idx="18260">
                  <c:v>5.0308886187887607</c:v>
                </c:pt>
                <c:pt idx="18261">
                  <c:v>5.0352446213919304</c:v>
                </c:pt>
                <c:pt idx="18262">
                  <c:v>5.03569577367736</c:v>
                </c:pt>
                <c:pt idx="18263">
                  <c:v>5.0326927015542458</c:v>
                </c:pt>
                <c:pt idx="18264">
                  <c:v>5.0254572773907054</c:v>
                </c:pt>
                <c:pt idx="18265">
                  <c:v>5.0226387240640076</c:v>
                </c:pt>
                <c:pt idx="18266">
                  <c:v>5.0247465259168518</c:v>
                </c:pt>
                <c:pt idx="18267">
                  <c:v>5.0290061059643216</c:v>
                </c:pt>
                <c:pt idx="18268">
                  <c:v>5.0327860615573083</c:v>
                </c:pt>
                <c:pt idx="18269">
                  <c:v>5.0338142179006198</c:v>
                </c:pt>
                <c:pt idx="18270">
                  <c:v>5.034418641375086</c:v>
                </c:pt>
                <c:pt idx="18271">
                  <c:v>5.0307902821376613</c:v>
                </c:pt>
                <c:pt idx="18272">
                  <c:v>5.0305553747798788</c:v>
                </c:pt>
                <c:pt idx="18273">
                  <c:v>5.0367936030931784</c:v>
                </c:pt>
                <c:pt idx="18274">
                  <c:v>5.0409920756450504</c:v>
                </c:pt>
                <c:pt idx="18275">
                  <c:v>5.039302168670087</c:v>
                </c:pt>
                <c:pt idx="18276">
                  <c:v>5.0375356978791821</c:v>
                </c:pt>
                <c:pt idx="18277">
                  <c:v>5.0336036195543983</c:v>
                </c:pt>
                <c:pt idx="18278">
                  <c:v>5.0316573673531888</c:v>
                </c:pt>
                <c:pt idx="18279">
                  <c:v>5.0374211392695809</c:v>
                </c:pt>
                <c:pt idx="18280">
                  <c:v>5.0418739950999161</c:v>
                </c:pt>
                <c:pt idx="18281">
                  <c:v>5.0417536463517338</c:v>
                </c:pt>
                <c:pt idx="18282">
                  <c:v>5.0373007905213996</c:v>
                </c:pt>
                <c:pt idx="18283">
                  <c:v>5.0320300417272801</c:v>
                </c:pt>
                <c:pt idx="18284">
                  <c:v>5.0314071472322182</c:v>
                </c:pt>
                <c:pt idx="18285">
                  <c:v>5.0372327922823672</c:v>
                </c:pt>
                <c:pt idx="18286">
                  <c:v>5.0408845513360383</c:v>
                </c:pt>
                <c:pt idx="18287">
                  <c:v>5.0405859524538705</c:v>
                </c:pt>
                <c:pt idx="18288">
                  <c:v>5.0394167751320724</c:v>
                </c:pt>
                <c:pt idx="18289">
                  <c:v>5.0399271208177012</c:v>
                </c:pt>
                <c:pt idx="18290">
                  <c:v>5.0404682834392469</c:v>
                </c:pt>
                <c:pt idx="18291">
                  <c:v>5.0409749923436182</c:v>
                </c:pt>
                <c:pt idx="18292">
                  <c:v>5.0409996841742588</c:v>
                </c:pt>
                <c:pt idx="18293">
                  <c:v>5.0381431360539013</c:v>
                </c:pt>
                <c:pt idx="18294">
                  <c:v>5.0370165473547202</c:v>
                </c:pt>
                <c:pt idx="18295">
                  <c:v>5.0374075970446368</c:v>
                </c:pt>
                <c:pt idx="18296">
                  <c:v>5.0408721575683328</c:v>
                </c:pt>
                <c:pt idx="18297">
                  <c:v>5.043283917770462</c:v>
                </c:pt>
                <c:pt idx="18298">
                  <c:v>5.0411590804685709</c:v>
                </c:pt>
                <c:pt idx="18299">
                  <c:v>5.0378261140035221</c:v>
                </c:pt>
                <c:pt idx="18300">
                  <c:v>5.0353974140571163</c:v>
                </c:pt>
                <c:pt idx="18301">
                  <c:v>5.0338512556465815</c:v>
                </c:pt>
                <c:pt idx="18302">
                  <c:v>5.0368148495521012</c:v>
                </c:pt>
                <c:pt idx="18303">
                  <c:v>5.0363106289717479</c:v>
                </c:pt>
                <c:pt idx="18304">
                  <c:v>5.0351180039813181</c:v>
                </c:pt>
                <c:pt idx="18305">
                  <c:v>5.0367770940203656</c:v>
                </c:pt>
                <c:pt idx="18306">
                  <c:v>5.0420563126866247</c:v>
                </c:pt>
                <c:pt idx="18307">
                  <c:v>5.0430102978332441</c:v>
                </c:pt>
                <c:pt idx="18308">
                  <c:v>5.0374907644897018</c:v>
                </c:pt>
                <c:pt idx="18309">
                  <c:v>5.0314963440777891</c:v>
                </c:pt>
                <c:pt idx="18310">
                  <c:v>5.0290919531429443</c:v>
                </c:pt>
                <c:pt idx="18311">
                  <c:v>5.0313567108184669</c:v>
                </c:pt>
                <c:pt idx="18312">
                  <c:v>5.0334059892045016</c:v>
                </c:pt>
                <c:pt idx="18313">
                  <c:v>5.0349027161013709</c:v>
                </c:pt>
                <c:pt idx="18314">
                  <c:v>5.037203937294235</c:v>
                </c:pt>
                <c:pt idx="18315">
                  <c:v>5.0350717307250594</c:v>
                </c:pt>
                <c:pt idx="18316">
                  <c:v>5.0308969929561291</c:v>
                </c:pt>
                <c:pt idx="18317">
                  <c:v>5.0315095991884231</c:v>
                </c:pt>
                <c:pt idx="18318">
                  <c:v>5.0371977164841892</c:v>
                </c:pt>
                <c:pt idx="18319">
                  <c:v>5.0405964799785625</c:v>
                </c:pt>
                <c:pt idx="18320">
                  <c:v>5.0422279591914858</c:v>
                </c:pt>
                <c:pt idx="18321">
                  <c:v>5.0441627746726896</c:v>
                </c:pt>
                <c:pt idx="18322">
                  <c:v>5.046250334966695</c:v>
                </c:pt>
                <c:pt idx="18323">
                  <c:v>5.0464813184289108</c:v>
                </c:pt>
                <c:pt idx="18324">
                  <c:v>5.0458918248985531</c:v>
                </c:pt>
                <c:pt idx="18325">
                  <c:v>5.0440868807901387</c:v>
                </c:pt>
                <c:pt idx="18326">
                  <c:v>5.0397488706837148</c:v>
                </c:pt>
                <c:pt idx="18327">
                  <c:v>5.03672660975423</c:v>
                </c:pt>
                <c:pt idx="18328">
                  <c:v>5.0350940777888367</c:v>
                </c:pt>
                <c:pt idx="18329">
                  <c:v>5.0358808188500115</c:v>
                </c:pt>
                <c:pt idx="18330">
                  <c:v>5.0355373344307477</c:v>
                </c:pt>
                <c:pt idx="18331">
                  <c:v>5.0326261867391473</c:v>
                </c:pt>
                <c:pt idx="18332">
                  <c:v>5.029230437945027</c:v>
                </c:pt>
                <c:pt idx="18333">
                  <c:v>5.0266398533802921</c:v>
                </c:pt>
                <c:pt idx="18334">
                  <c:v>5.0286302733328228</c:v>
                </c:pt>
                <c:pt idx="18335">
                  <c:v>5.0310482543449968</c:v>
                </c:pt>
                <c:pt idx="18336">
                  <c:v>5.0313796799632495</c:v>
                </c:pt>
                <c:pt idx="18337">
                  <c:v>5.0326673876425998</c:v>
                </c:pt>
                <c:pt idx="18338">
                  <c:v>5.0311282635326542</c:v>
                </c:pt>
                <c:pt idx="18339">
                  <c:v>5.03510269121813</c:v>
                </c:pt>
                <c:pt idx="18340">
                  <c:v>5.0417981012173643</c:v>
                </c:pt>
                <c:pt idx="18341">
                  <c:v>5.0413193859581957</c:v>
                </c:pt>
                <c:pt idx="18342">
                  <c:v>5.0379992917847023</c:v>
                </c:pt>
                <c:pt idx="18343">
                  <c:v>5.0343037956511756</c:v>
                </c:pt>
                <c:pt idx="18344">
                  <c:v>5.0283328229078936</c:v>
                </c:pt>
                <c:pt idx="18345">
                  <c:v>5.0269344805145089</c:v>
                </c:pt>
                <c:pt idx="18346">
                  <c:v>5.0283932604701018</c:v>
                </c:pt>
                <c:pt idx="18347">
                  <c:v>5.0288059394380218</c:v>
                </c:pt>
                <c:pt idx="18348">
                  <c:v>5.0271530223566341</c:v>
                </c:pt>
                <c:pt idx="18349">
                  <c:v>5.0263331674450651</c:v>
                </c:pt>
                <c:pt idx="18350">
                  <c:v>5.0245931111706605</c:v>
                </c:pt>
                <c:pt idx="18351">
                  <c:v>5.027682221881939</c:v>
                </c:pt>
                <c:pt idx="18352">
                  <c:v>5.0280238879105736</c:v>
                </c:pt>
                <c:pt idx="18353">
                  <c:v>5.0272276242247917</c:v>
                </c:pt>
                <c:pt idx="18354">
                  <c:v>5.0252139958655535</c:v>
                </c:pt>
                <c:pt idx="18355">
                  <c:v>5.025666153051068</c:v>
                </c:pt>
                <c:pt idx="18356">
                  <c:v>5.0269809451803074</c:v>
                </c:pt>
                <c:pt idx="18357">
                  <c:v>5.0270132455401582</c:v>
                </c:pt>
                <c:pt idx="18358">
                  <c:v>5.0285328458770389</c:v>
                </c:pt>
                <c:pt idx="18359">
                  <c:v>5.0250504842661359</c:v>
                </c:pt>
                <c:pt idx="18360">
                  <c:v>5.0218860060485415</c:v>
                </c:pt>
                <c:pt idx="18361">
                  <c:v>5.0213757560676822</c:v>
                </c:pt>
                <c:pt idx="18362">
                  <c:v>5.0209397729882861</c:v>
                </c:pt>
                <c:pt idx="18363">
                  <c:v>5.0217916411453949</c:v>
                </c:pt>
                <c:pt idx="18364">
                  <c:v>5.028444941045862</c:v>
                </c:pt>
                <c:pt idx="18365">
                  <c:v>5.0309256565347216</c:v>
                </c:pt>
                <c:pt idx="18366">
                  <c:v>5.0279007637240642</c:v>
                </c:pt>
                <c:pt idx="18367">
                  <c:v>5.0276023562514354</c:v>
                </c:pt>
                <c:pt idx="18368">
                  <c:v>5.028629842661358</c:v>
                </c:pt>
                <c:pt idx="18369">
                  <c:v>5.0268215488859962</c:v>
                </c:pt>
                <c:pt idx="18370">
                  <c:v>5.0250561786999466</c:v>
                </c:pt>
                <c:pt idx="18371">
                  <c:v>5.0241019064390171</c:v>
                </c:pt>
                <c:pt idx="18372">
                  <c:v>5.026908209555164</c:v>
                </c:pt>
                <c:pt idx="18373">
                  <c:v>5.0316520557384576</c:v>
                </c:pt>
                <c:pt idx="18374">
                  <c:v>5.0356578745884697</c:v>
                </c:pt>
                <c:pt idx="18375">
                  <c:v>5.0381070553556393</c:v>
                </c:pt>
                <c:pt idx="18376">
                  <c:v>5.0392893920833011</c:v>
                </c:pt>
                <c:pt idx="18377">
                  <c:v>5.0405992554168897</c:v>
                </c:pt>
                <c:pt idx="18378">
                  <c:v>5.0374629144016536</c:v>
                </c:pt>
                <c:pt idx="18379">
                  <c:v>5.0324041995253044</c:v>
                </c:pt>
                <c:pt idx="18380">
                  <c:v>5.0316855524079322</c:v>
                </c:pt>
                <c:pt idx="18381">
                  <c:v>5.0358799096546969</c:v>
                </c:pt>
                <c:pt idx="18382">
                  <c:v>5.038985433734017</c:v>
                </c:pt>
                <c:pt idx="18383">
                  <c:v>5.0379659386723832</c:v>
                </c:pt>
                <c:pt idx="18384">
                  <c:v>5.0358306695505703</c:v>
                </c:pt>
                <c:pt idx="18385">
                  <c:v>5.0368763398667786</c:v>
                </c:pt>
                <c:pt idx="18386">
                  <c:v>5.0393945716254498</c:v>
                </c:pt>
                <c:pt idx="18387">
                  <c:v>5.0426942806829489</c:v>
                </c:pt>
                <c:pt idx="18388">
                  <c:v>5.0418583473700327</c:v>
                </c:pt>
                <c:pt idx="18389">
                  <c:v>5.0352033247837076</c:v>
                </c:pt>
                <c:pt idx="18390">
                  <c:v>5.03273208406707</c:v>
                </c:pt>
                <c:pt idx="18391">
                  <c:v>5.0332379316285127</c:v>
                </c:pt>
                <c:pt idx="18392">
                  <c:v>5.0313092412525844</c:v>
                </c:pt>
                <c:pt idx="18393">
                  <c:v>5.0299427685475848</c:v>
                </c:pt>
                <c:pt idx="18394">
                  <c:v>5.0315456320343008</c:v>
                </c:pt>
                <c:pt idx="18395">
                  <c:v>5.0342744142868083</c:v>
                </c:pt>
                <c:pt idx="18396">
                  <c:v>5.0356368195390857</c:v>
                </c:pt>
                <c:pt idx="18397">
                  <c:v>5.0370705726973428</c:v>
                </c:pt>
                <c:pt idx="18398">
                  <c:v>5.0355636532424777</c:v>
                </c:pt>
                <c:pt idx="18399">
                  <c:v>5.0330503502794581</c:v>
                </c:pt>
                <c:pt idx="18400">
                  <c:v>5.0324631536635787</c:v>
                </c:pt>
                <c:pt idx="18401">
                  <c:v>5.0379358873746272</c:v>
                </c:pt>
                <c:pt idx="18402">
                  <c:v>5.0368746171809207</c:v>
                </c:pt>
                <c:pt idx="18403">
                  <c:v>5.0324387010948621</c:v>
                </c:pt>
                <c:pt idx="18404">
                  <c:v>5.0316485146619705</c:v>
                </c:pt>
                <c:pt idx="18405">
                  <c:v>5.0284749444912338</c:v>
                </c:pt>
                <c:pt idx="18406">
                  <c:v>5.0252021284740831</c:v>
                </c:pt>
                <c:pt idx="18407">
                  <c:v>5.0248576870071204</c:v>
                </c:pt>
                <c:pt idx="18408">
                  <c:v>5.0237497607380748</c:v>
                </c:pt>
                <c:pt idx="18409">
                  <c:v>5.0263465182604703</c:v>
                </c:pt>
                <c:pt idx="18410">
                  <c:v>5.0333592852767781</c:v>
                </c:pt>
                <c:pt idx="18411">
                  <c:v>5.03952994602251</c:v>
                </c:pt>
                <c:pt idx="18412">
                  <c:v>5.039902285429906</c:v>
                </c:pt>
                <c:pt idx="18413">
                  <c:v>5.0380812150677592</c:v>
                </c:pt>
                <c:pt idx="18414">
                  <c:v>5.0378688940356788</c:v>
                </c:pt>
                <c:pt idx="18415">
                  <c:v>5.0393253770767936</c:v>
                </c:pt>
                <c:pt idx="18416">
                  <c:v>5.0399989472475308</c:v>
                </c:pt>
                <c:pt idx="18417">
                  <c:v>5.0368003981318425</c:v>
                </c:pt>
                <c:pt idx="18418">
                  <c:v>5.031311633871832</c:v>
                </c:pt>
                <c:pt idx="18419">
                  <c:v>5.0293604528749709</c:v>
                </c:pt>
                <c:pt idx="18420">
                  <c:v>5.0300797220733484</c:v>
                </c:pt>
                <c:pt idx="18421">
                  <c:v>5.0325800570400432</c:v>
                </c:pt>
                <c:pt idx="18422">
                  <c:v>5.035458234438404</c:v>
                </c:pt>
                <c:pt idx="18423">
                  <c:v>5.036057107036215</c:v>
                </c:pt>
                <c:pt idx="18424">
                  <c:v>5.0370755493453796</c:v>
                </c:pt>
                <c:pt idx="18425">
                  <c:v>5.0365423302197385</c:v>
                </c:pt>
                <c:pt idx="18426">
                  <c:v>5.0315898954903915</c:v>
                </c:pt>
                <c:pt idx="18427">
                  <c:v>5.0288246497205424</c:v>
                </c:pt>
                <c:pt idx="18428">
                  <c:v>5.0272697343235588</c:v>
                </c:pt>
                <c:pt idx="18429">
                  <c:v>5.0239542818314069</c:v>
                </c:pt>
                <c:pt idx="18430">
                  <c:v>5.0246179944108418</c:v>
                </c:pt>
                <c:pt idx="18431">
                  <c:v>5.0278828190797027</c:v>
                </c:pt>
                <c:pt idx="18432">
                  <c:v>5.0303850202894109</c:v>
                </c:pt>
                <c:pt idx="18433">
                  <c:v>5.0319773083990507</c:v>
                </c:pt>
                <c:pt idx="18434">
                  <c:v>5.0341915818084377</c:v>
                </c:pt>
                <c:pt idx="18435">
                  <c:v>5.0371009111094098</c:v>
                </c:pt>
                <c:pt idx="18436">
                  <c:v>5.0393898820917231</c:v>
                </c:pt>
                <c:pt idx="18437">
                  <c:v>5.0415138101983006</c:v>
                </c:pt>
                <c:pt idx="18438">
                  <c:v>5.0398861591761737</c:v>
                </c:pt>
                <c:pt idx="18439">
                  <c:v>5.0368947630349901</c:v>
                </c:pt>
                <c:pt idx="18440">
                  <c:v>5.0355365209402034</c:v>
                </c:pt>
                <c:pt idx="18441">
                  <c:v>5.0363720235816549</c:v>
                </c:pt>
                <c:pt idx="18442">
                  <c:v>5.0378818141796184</c:v>
                </c:pt>
                <c:pt idx="18443">
                  <c:v>5.0356458157874586</c:v>
                </c:pt>
                <c:pt idx="18444">
                  <c:v>5.033145767935074</c:v>
                </c:pt>
                <c:pt idx="18445">
                  <c:v>5.0326260431819918</c:v>
                </c:pt>
                <c:pt idx="18446">
                  <c:v>5.0311875047852386</c:v>
                </c:pt>
                <c:pt idx="18447">
                  <c:v>5.0315910918000153</c:v>
                </c:pt>
                <c:pt idx="18448">
                  <c:v>5.0313592948472552</c:v>
                </c:pt>
                <c:pt idx="18449">
                  <c:v>5.0284450367506315</c:v>
                </c:pt>
                <c:pt idx="18450">
                  <c:v>5.0266032463057959</c:v>
                </c:pt>
                <c:pt idx="18451">
                  <c:v>5.0263368999310929</c:v>
                </c:pt>
                <c:pt idx="18452">
                  <c:v>5.0268516958885234</c:v>
                </c:pt>
                <c:pt idx="18453">
                  <c:v>5.0298119879794809</c:v>
                </c:pt>
                <c:pt idx="18454">
                  <c:v>5.0343014987366974</c:v>
                </c:pt>
                <c:pt idx="18455">
                  <c:v>5.0370471728810964</c:v>
                </c:pt>
                <c:pt idx="18456">
                  <c:v>5.0351695409999238</c:v>
                </c:pt>
                <c:pt idx="18457">
                  <c:v>5.0291236314217898</c:v>
                </c:pt>
                <c:pt idx="18458">
                  <c:v>5.0286134292933156</c:v>
                </c:pt>
                <c:pt idx="18459">
                  <c:v>5.0336172096317284</c:v>
                </c:pt>
                <c:pt idx="18460">
                  <c:v>5.0335878282673612</c:v>
                </c:pt>
                <c:pt idx="18461">
                  <c:v>5.0272867697726058</c:v>
                </c:pt>
                <c:pt idx="18462">
                  <c:v>5.0241944050991503</c:v>
                </c:pt>
                <c:pt idx="18463">
                  <c:v>5.0256905099150142</c:v>
                </c:pt>
                <c:pt idx="18464">
                  <c:v>5.0276552331368194</c:v>
                </c:pt>
                <c:pt idx="18465">
                  <c:v>5.0305931303116145</c:v>
                </c:pt>
                <c:pt idx="18466">
                  <c:v>5.0328999502335199</c:v>
                </c:pt>
                <c:pt idx="18467">
                  <c:v>5.0330206818007808</c:v>
                </c:pt>
                <c:pt idx="18468">
                  <c:v>5.0319549134828883</c:v>
                </c:pt>
                <c:pt idx="18469">
                  <c:v>5.0320804302886453</c:v>
                </c:pt>
                <c:pt idx="18470">
                  <c:v>5.033222427455784</c:v>
                </c:pt>
                <c:pt idx="18471">
                  <c:v>5.0280997339407394</c:v>
                </c:pt>
                <c:pt idx="18472">
                  <c:v>5.025848327080622</c:v>
                </c:pt>
                <c:pt idx="18473">
                  <c:v>5.0275090441007579</c:v>
                </c:pt>
                <c:pt idx="18474">
                  <c:v>5.0290147672459993</c:v>
                </c:pt>
                <c:pt idx="18475">
                  <c:v>5.0301459019217516</c:v>
                </c:pt>
                <c:pt idx="18476">
                  <c:v>5.0287897174795191</c:v>
                </c:pt>
                <c:pt idx="18477">
                  <c:v>5.0297320266442078</c:v>
                </c:pt>
                <c:pt idx="18478">
                  <c:v>5.0338399146313453</c:v>
                </c:pt>
                <c:pt idx="18479">
                  <c:v>5.039301403031927</c:v>
                </c:pt>
                <c:pt idx="18480">
                  <c:v>5.0398780242707293</c:v>
                </c:pt>
                <c:pt idx="18481">
                  <c:v>5.03472307824822</c:v>
                </c:pt>
                <c:pt idx="18482">
                  <c:v>5.0293308801010639</c:v>
                </c:pt>
                <c:pt idx="18483">
                  <c:v>5.0264739013092417</c:v>
                </c:pt>
                <c:pt idx="18484">
                  <c:v>5.0261306082995176</c:v>
                </c:pt>
                <c:pt idx="18485">
                  <c:v>5.0245926326468116</c:v>
                </c:pt>
                <c:pt idx="18486">
                  <c:v>5.0236305125947478</c:v>
                </c:pt>
                <c:pt idx="18487">
                  <c:v>5.0232031429446442</c:v>
                </c:pt>
                <c:pt idx="18488">
                  <c:v>5.0283171751780111</c:v>
                </c:pt>
                <c:pt idx="18489">
                  <c:v>5.0337869898935761</c:v>
                </c:pt>
                <c:pt idx="18490">
                  <c:v>5.038414171962331</c:v>
                </c:pt>
                <c:pt idx="18491">
                  <c:v>5.0417024921522087</c:v>
                </c:pt>
                <c:pt idx="18492">
                  <c:v>5.0406828535334203</c:v>
                </c:pt>
                <c:pt idx="18493">
                  <c:v>5.0378945429140192</c:v>
                </c:pt>
                <c:pt idx="18494">
                  <c:v>5.0354545019523771</c:v>
                </c:pt>
                <c:pt idx="18495">
                  <c:v>5.0329559853763115</c:v>
                </c:pt>
                <c:pt idx="18496">
                  <c:v>5.0323642906362451</c:v>
                </c:pt>
                <c:pt idx="18497">
                  <c:v>5.0319978370721996</c:v>
                </c:pt>
                <c:pt idx="18498">
                  <c:v>5.0305707832478372</c:v>
                </c:pt>
                <c:pt idx="18499">
                  <c:v>5.0295518145624376</c:v>
                </c:pt>
                <c:pt idx="18500">
                  <c:v>5.0307645854069367</c:v>
                </c:pt>
                <c:pt idx="18501">
                  <c:v>5.0371522567184748</c:v>
                </c:pt>
                <c:pt idx="18502">
                  <c:v>5.0397186279764181</c:v>
                </c:pt>
                <c:pt idx="18503">
                  <c:v>5.0367428795651179</c:v>
                </c:pt>
                <c:pt idx="18504">
                  <c:v>5.0326906917540768</c:v>
                </c:pt>
                <c:pt idx="18505">
                  <c:v>5.0301413559451804</c:v>
                </c:pt>
                <c:pt idx="18506">
                  <c:v>5.0287564600719703</c:v>
                </c:pt>
                <c:pt idx="18507">
                  <c:v>5.0289871085674909</c:v>
                </c:pt>
                <c:pt idx="18508">
                  <c:v>5.0306903663578595</c:v>
                </c:pt>
                <c:pt idx="18509">
                  <c:v>5.0285192079473244</c:v>
                </c:pt>
                <c:pt idx="18510">
                  <c:v>5.030542406783554</c:v>
                </c:pt>
                <c:pt idx="18511">
                  <c:v>5.0333017667100526</c:v>
                </c:pt>
                <c:pt idx="18512">
                  <c:v>5.0343704061710435</c:v>
                </c:pt>
                <c:pt idx="18513">
                  <c:v>5.0328809049843048</c:v>
                </c:pt>
                <c:pt idx="18514">
                  <c:v>5.0314002564887836</c:v>
                </c:pt>
                <c:pt idx="18515">
                  <c:v>5.0320967000995331</c:v>
                </c:pt>
                <c:pt idx="18516">
                  <c:v>5.0306747664803613</c:v>
                </c:pt>
                <c:pt idx="18517">
                  <c:v>5.0331472513590079</c:v>
                </c:pt>
                <c:pt idx="18518">
                  <c:v>5.0396070362146848</c:v>
                </c:pt>
                <c:pt idx="18519">
                  <c:v>5.0420084603016617</c:v>
                </c:pt>
                <c:pt idx="18520">
                  <c:v>5.0397322659061325</c:v>
                </c:pt>
                <c:pt idx="18521">
                  <c:v>5.0370597580583416</c:v>
                </c:pt>
                <c:pt idx="18522">
                  <c:v>5.0373560121736469</c:v>
                </c:pt>
                <c:pt idx="18523">
                  <c:v>5.0425045459765716</c:v>
                </c:pt>
                <c:pt idx="18524">
                  <c:v>5.0431301202051912</c:v>
                </c:pt>
                <c:pt idx="18525">
                  <c:v>5.0408429676135063</c:v>
                </c:pt>
                <c:pt idx="18526">
                  <c:v>5.0392520193706458</c:v>
                </c:pt>
                <c:pt idx="18527">
                  <c:v>5.0361444376387716</c:v>
                </c:pt>
                <c:pt idx="18528">
                  <c:v>5.0322848078248219</c:v>
                </c:pt>
                <c:pt idx="18529">
                  <c:v>5.0313207736773604</c:v>
                </c:pt>
                <c:pt idx="18530">
                  <c:v>5.0287091819156267</c:v>
                </c:pt>
                <c:pt idx="18531">
                  <c:v>5.0249728676977261</c:v>
                </c:pt>
                <c:pt idx="18532">
                  <c:v>5.0270460722762422</c:v>
                </c:pt>
                <c:pt idx="18533">
                  <c:v>5.0318285831865861</c:v>
                </c:pt>
                <c:pt idx="18534">
                  <c:v>5.03295134369497</c:v>
                </c:pt>
                <c:pt idx="18535">
                  <c:v>5.0311350585713193</c:v>
                </c:pt>
                <c:pt idx="18536">
                  <c:v>5.0293091551182911</c:v>
                </c:pt>
                <c:pt idx="18537">
                  <c:v>5.0288998736697037</c:v>
                </c:pt>
                <c:pt idx="18538">
                  <c:v>5.0264012135364826</c:v>
                </c:pt>
                <c:pt idx="18539">
                  <c:v>5.0291770346834088</c:v>
                </c:pt>
                <c:pt idx="18540">
                  <c:v>5.0344835292090959</c:v>
                </c:pt>
                <c:pt idx="18541">
                  <c:v>5.032300359849935</c:v>
                </c:pt>
                <c:pt idx="18542">
                  <c:v>5.0315472111630042</c:v>
                </c:pt>
                <c:pt idx="18543">
                  <c:v>5.0354669914248529</c:v>
                </c:pt>
                <c:pt idx="18544">
                  <c:v>5.0393702147615036</c:v>
                </c:pt>
                <c:pt idx="18545">
                  <c:v>5.040560255723145</c:v>
                </c:pt>
                <c:pt idx="18546">
                  <c:v>5.0413095762192786</c:v>
                </c:pt>
                <c:pt idx="18547">
                  <c:v>5.038854653165914</c:v>
                </c:pt>
                <c:pt idx="18548">
                  <c:v>5.0364261446290479</c:v>
                </c:pt>
                <c:pt idx="18549">
                  <c:v>5.0370490391241098</c:v>
                </c:pt>
                <c:pt idx="18550">
                  <c:v>5.0340887948855375</c:v>
                </c:pt>
                <c:pt idx="18551">
                  <c:v>5.032540435265294</c:v>
                </c:pt>
                <c:pt idx="18552">
                  <c:v>5.0387105217824057</c:v>
                </c:pt>
                <c:pt idx="18553">
                  <c:v>5.0414647136513286</c:v>
                </c:pt>
                <c:pt idx="18554">
                  <c:v>5.0412653127631879</c:v>
                </c:pt>
                <c:pt idx="18555">
                  <c:v>5.0412491386570704</c:v>
                </c:pt>
                <c:pt idx="18556">
                  <c:v>5.0403251091034376</c:v>
                </c:pt>
                <c:pt idx="18557">
                  <c:v>5.0393000153127634</c:v>
                </c:pt>
                <c:pt idx="18558">
                  <c:v>5.0400136857820996</c:v>
                </c:pt>
                <c:pt idx="18559">
                  <c:v>5.0442942730265674</c:v>
                </c:pt>
                <c:pt idx="18560">
                  <c:v>5.0440249119516114</c:v>
                </c:pt>
                <c:pt idx="18561">
                  <c:v>5.0413880062782326</c:v>
                </c:pt>
                <c:pt idx="18562">
                  <c:v>5.040168344690299</c:v>
                </c:pt>
                <c:pt idx="18563">
                  <c:v>5.0406340441007575</c:v>
                </c:pt>
                <c:pt idx="18564">
                  <c:v>5.0418510259551335</c:v>
                </c:pt>
                <c:pt idx="18565">
                  <c:v>5.0423716599035293</c:v>
                </c:pt>
                <c:pt idx="18566">
                  <c:v>5.0425650792435492</c:v>
                </c:pt>
                <c:pt idx="18567">
                  <c:v>5.0408141126253732</c:v>
                </c:pt>
                <c:pt idx="18568">
                  <c:v>5.0375293813643669</c:v>
                </c:pt>
                <c:pt idx="18569">
                  <c:v>5.0358014317433577</c:v>
                </c:pt>
                <c:pt idx="18570">
                  <c:v>5.0342543162851232</c:v>
                </c:pt>
                <c:pt idx="18571">
                  <c:v>5.0306865860194474</c:v>
                </c:pt>
                <c:pt idx="18572">
                  <c:v>5.0331821836000303</c:v>
                </c:pt>
                <c:pt idx="18573">
                  <c:v>5.0385781142332133</c:v>
                </c:pt>
                <c:pt idx="18574">
                  <c:v>5.0396207219967843</c:v>
                </c:pt>
                <c:pt idx="18575">
                  <c:v>5.0372285812724904</c:v>
                </c:pt>
                <c:pt idx="18576">
                  <c:v>5.0345129584258483</c:v>
                </c:pt>
                <c:pt idx="18577">
                  <c:v>5.0350281850547427</c:v>
                </c:pt>
                <c:pt idx="18578">
                  <c:v>5.0336085962024351</c:v>
                </c:pt>
                <c:pt idx="18579">
                  <c:v>5.0289876827961102</c:v>
                </c:pt>
                <c:pt idx="18580">
                  <c:v>5.0315845360232752</c:v>
                </c:pt>
                <c:pt idx="18581">
                  <c:v>5.0400494793660515</c:v>
                </c:pt>
                <c:pt idx="18582">
                  <c:v>5.0405770997626522</c:v>
                </c:pt>
                <c:pt idx="18583">
                  <c:v>5.0389031754842657</c:v>
                </c:pt>
                <c:pt idx="18584">
                  <c:v>5.0367047412143018</c:v>
                </c:pt>
                <c:pt idx="18585">
                  <c:v>5.0375582363525</c:v>
                </c:pt>
                <c:pt idx="18586">
                  <c:v>5.0397372904065536</c:v>
                </c:pt>
                <c:pt idx="18587">
                  <c:v>5.0378175005742287</c:v>
                </c:pt>
                <c:pt idx="18588">
                  <c:v>5.039295421483807</c:v>
                </c:pt>
                <c:pt idx="18589">
                  <c:v>5.0398305547048468</c:v>
                </c:pt>
                <c:pt idx="18590">
                  <c:v>5.0342867123497435</c:v>
                </c:pt>
                <c:pt idx="18591">
                  <c:v>5.0320950252660595</c:v>
                </c:pt>
                <c:pt idx="18592">
                  <c:v>5.0346974772222648</c:v>
                </c:pt>
                <c:pt idx="18593">
                  <c:v>5.0351373841972284</c:v>
                </c:pt>
                <c:pt idx="18594">
                  <c:v>5.0336255359467117</c:v>
                </c:pt>
                <c:pt idx="18595">
                  <c:v>5.0301854279917313</c:v>
                </c:pt>
                <c:pt idx="18596">
                  <c:v>5.0304582344384041</c:v>
                </c:pt>
                <c:pt idx="18597">
                  <c:v>5.0340143844269196</c:v>
                </c:pt>
                <c:pt idx="18598">
                  <c:v>5.0341102806063853</c:v>
                </c:pt>
                <c:pt idx="18599">
                  <c:v>5.0353144380215911</c:v>
                </c:pt>
                <c:pt idx="18600">
                  <c:v>5.0378256833320574</c:v>
                </c:pt>
                <c:pt idx="18601">
                  <c:v>5.03889800742669</c:v>
                </c:pt>
                <c:pt idx="18602">
                  <c:v>5.0358377995559298</c:v>
                </c:pt>
                <c:pt idx="18603">
                  <c:v>5.0288799192251741</c:v>
                </c:pt>
                <c:pt idx="18604">
                  <c:v>5.0271668516958883</c:v>
                </c:pt>
                <c:pt idx="18605">
                  <c:v>5.028038243626062</c:v>
                </c:pt>
                <c:pt idx="18606">
                  <c:v>5.0321027295000382</c:v>
                </c:pt>
                <c:pt idx="18607">
                  <c:v>5.0344151960033692</c:v>
                </c:pt>
                <c:pt idx="18608">
                  <c:v>5.0311764508843124</c:v>
                </c:pt>
                <c:pt idx="18609">
                  <c:v>5.0357381708904372</c:v>
                </c:pt>
                <c:pt idx="18610">
                  <c:v>5.0439833282290794</c:v>
                </c:pt>
                <c:pt idx="18611">
                  <c:v>5.0411820496133526</c:v>
                </c:pt>
                <c:pt idx="18612">
                  <c:v>5.0336066821070364</c:v>
                </c:pt>
                <c:pt idx="18613">
                  <c:v>5.0333704348824746</c:v>
                </c:pt>
                <c:pt idx="18614">
                  <c:v>5.0390634331215072</c:v>
                </c:pt>
                <c:pt idx="18615">
                  <c:v>5.0425371813031159</c:v>
                </c:pt>
                <c:pt idx="18616">
                  <c:v>5.0434353705688695</c:v>
                </c:pt>
                <c:pt idx="18617">
                  <c:v>5.039264078171656</c:v>
                </c:pt>
                <c:pt idx="18618">
                  <c:v>5.0339326525534034</c:v>
                </c:pt>
                <c:pt idx="18619">
                  <c:v>5.0308950788607305</c:v>
                </c:pt>
                <c:pt idx="18620">
                  <c:v>5.0298469680728886</c:v>
                </c:pt>
                <c:pt idx="18621">
                  <c:v>5.0308046378531506</c:v>
                </c:pt>
                <c:pt idx="18622">
                  <c:v>5.03252612740219</c:v>
                </c:pt>
                <c:pt idx="18623">
                  <c:v>5.0339269581195927</c:v>
                </c:pt>
                <c:pt idx="18624">
                  <c:v>5.0372960052829034</c:v>
                </c:pt>
                <c:pt idx="18625">
                  <c:v>5.0373030874358777</c:v>
                </c:pt>
                <c:pt idx="18626">
                  <c:v>5.0332274041038207</c:v>
                </c:pt>
                <c:pt idx="18627">
                  <c:v>5.0323377804149763</c:v>
                </c:pt>
                <c:pt idx="18628">
                  <c:v>5.0345743051833702</c:v>
                </c:pt>
                <c:pt idx="18629">
                  <c:v>5.0328924852614652</c:v>
                </c:pt>
                <c:pt idx="18630">
                  <c:v>5.0323728562131533</c:v>
                </c:pt>
                <c:pt idx="18631">
                  <c:v>5.0317424010412681</c:v>
                </c:pt>
                <c:pt idx="18632">
                  <c:v>5.0268514087742133</c:v>
                </c:pt>
                <c:pt idx="18633">
                  <c:v>5.024373468723681</c:v>
                </c:pt>
                <c:pt idx="18634">
                  <c:v>5.025565663042646</c:v>
                </c:pt>
                <c:pt idx="18635">
                  <c:v>5.0269901806906052</c:v>
                </c:pt>
                <c:pt idx="18636">
                  <c:v>5.0259536501799253</c:v>
                </c:pt>
                <c:pt idx="18637">
                  <c:v>5.0262872770078859</c:v>
                </c:pt>
                <c:pt idx="18638">
                  <c:v>5.0244053862644513</c:v>
                </c:pt>
                <c:pt idx="18639">
                  <c:v>5.0232515217058422</c:v>
                </c:pt>
                <c:pt idx="18640">
                  <c:v>5.0296174201822215</c:v>
                </c:pt>
                <c:pt idx="18641">
                  <c:v>5.0338759474772221</c:v>
                </c:pt>
                <c:pt idx="18642">
                  <c:v>5.0315475461296995</c:v>
                </c:pt>
                <c:pt idx="18643">
                  <c:v>5.0328711430977719</c:v>
                </c:pt>
                <c:pt idx="18644">
                  <c:v>5.0373232332899471</c:v>
                </c:pt>
                <c:pt idx="18645">
                  <c:v>5.0380143652859655</c:v>
                </c:pt>
                <c:pt idx="18646">
                  <c:v>5.0387482294617563</c:v>
                </c:pt>
                <c:pt idx="18647">
                  <c:v>5.039638666641145</c:v>
                </c:pt>
                <c:pt idx="18648">
                  <c:v>5.0359778156343316</c:v>
                </c:pt>
                <c:pt idx="18649">
                  <c:v>5.0305298216063088</c:v>
                </c:pt>
                <c:pt idx="18650">
                  <c:v>5.0312408601944725</c:v>
                </c:pt>
                <c:pt idx="18651">
                  <c:v>5.0348943419340024</c:v>
                </c:pt>
                <c:pt idx="18652">
                  <c:v>5.0369759685322713</c:v>
                </c:pt>
                <c:pt idx="18653">
                  <c:v>5.0350970924890897</c:v>
                </c:pt>
                <c:pt idx="18654">
                  <c:v>5.0334761886532426</c:v>
                </c:pt>
                <c:pt idx="18655">
                  <c:v>5.0342728351581041</c:v>
                </c:pt>
                <c:pt idx="18656">
                  <c:v>5.0320630598729039</c:v>
                </c:pt>
                <c:pt idx="18657">
                  <c:v>5.0309945639690685</c:v>
                </c:pt>
                <c:pt idx="18658">
                  <c:v>5.0328470254957507</c:v>
                </c:pt>
                <c:pt idx="18659">
                  <c:v>5.0343180078095093</c:v>
                </c:pt>
                <c:pt idx="18660">
                  <c:v>5.0332590823826662</c:v>
                </c:pt>
                <c:pt idx="18661">
                  <c:v>5.0316718187734475</c:v>
                </c:pt>
                <c:pt idx="18662">
                  <c:v>5.0298852021284741</c:v>
                </c:pt>
                <c:pt idx="18663">
                  <c:v>5.0321661817624994</c:v>
                </c:pt>
                <c:pt idx="18664">
                  <c:v>5.0348748181609375</c:v>
                </c:pt>
                <c:pt idx="18665">
                  <c:v>5.0356873038052212</c:v>
                </c:pt>
                <c:pt idx="18666">
                  <c:v>5.0356177264374855</c:v>
                </c:pt>
                <c:pt idx="18667">
                  <c:v>5.0361785563892507</c:v>
                </c:pt>
                <c:pt idx="18668">
                  <c:v>5.0353712388025418</c:v>
                </c:pt>
                <c:pt idx="18669">
                  <c:v>5.0366166928259704</c:v>
                </c:pt>
                <c:pt idx="18670">
                  <c:v>5.0387973260087282</c:v>
                </c:pt>
                <c:pt idx="18671">
                  <c:v>5.0421813031161475</c:v>
                </c:pt>
                <c:pt idx="18672">
                  <c:v>5.0436880790138581</c:v>
                </c:pt>
                <c:pt idx="18673">
                  <c:v>5.0446770921062702</c:v>
                </c:pt>
                <c:pt idx="18674">
                  <c:v>5.0456918976341782</c:v>
                </c:pt>
                <c:pt idx="18675">
                  <c:v>5.0442543641375082</c:v>
                </c:pt>
                <c:pt idx="18676">
                  <c:v>5.0423847714570096</c:v>
                </c:pt>
                <c:pt idx="18677">
                  <c:v>5.0419774998085902</c:v>
                </c:pt>
                <c:pt idx="18678">
                  <c:v>5.042876215450578</c:v>
                </c:pt>
                <c:pt idx="18679">
                  <c:v>5.0427097370032925</c:v>
                </c:pt>
                <c:pt idx="18680">
                  <c:v>5.0376185782099379</c:v>
                </c:pt>
                <c:pt idx="18681">
                  <c:v>5.0370965086899933</c:v>
                </c:pt>
                <c:pt idx="18682">
                  <c:v>5.0394733845034834</c:v>
                </c:pt>
                <c:pt idx="18683">
                  <c:v>5.0377083492841281</c:v>
                </c:pt>
                <c:pt idx="18684">
                  <c:v>5.0360269600336878</c:v>
                </c:pt>
                <c:pt idx="18685">
                  <c:v>5.0347630349896635</c:v>
                </c:pt>
                <c:pt idx="18686">
                  <c:v>5.0325768509302504</c:v>
                </c:pt>
                <c:pt idx="18687">
                  <c:v>5.0289515542454639</c:v>
                </c:pt>
                <c:pt idx="18688">
                  <c:v>5.0272459038358468</c:v>
                </c:pt>
                <c:pt idx="18689">
                  <c:v>5.0255612127708442</c:v>
                </c:pt>
                <c:pt idx="18690">
                  <c:v>5.0263219221345992</c:v>
                </c:pt>
                <c:pt idx="18691">
                  <c:v>5.0296905386264452</c:v>
                </c:pt>
                <c:pt idx="18692">
                  <c:v>5.0298659654697193</c:v>
                </c:pt>
                <c:pt idx="18693">
                  <c:v>5.0317746056963477</c:v>
                </c:pt>
                <c:pt idx="18694">
                  <c:v>5.0355015408467958</c:v>
                </c:pt>
                <c:pt idx="18695">
                  <c:v>5.0365513264681114</c:v>
                </c:pt>
                <c:pt idx="18696">
                  <c:v>5.0339168612663654</c:v>
                </c:pt>
                <c:pt idx="18697">
                  <c:v>5.0359638427379219</c:v>
                </c:pt>
                <c:pt idx="18698">
                  <c:v>5.0370649739683024</c:v>
                </c:pt>
                <c:pt idx="18699">
                  <c:v>5.036028012786157</c:v>
                </c:pt>
                <c:pt idx="18700">
                  <c:v>5.0347966752162927</c:v>
                </c:pt>
                <c:pt idx="18701">
                  <c:v>5.0323525189495442</c:v>
                </c:pt>
                <c:pt idx="18702">
                  <c:v>5.0337361706607453</c:v>
                </c:pt>
                <c:pt idx="18703">
                  <c:v>5.0322877746726897</c:v>
                </c:pt>
                <c:pt idx="18704">
                  <c:v>5.0284318294923818</c:v>
                </c:pt>
                <c:pt idx="18705">
                  <c:v>5.0305717881479213</c:v>
                </c:pt>
                <c:pt idx="18706">
                  <c:v>5.0350367027792666</c:v>
                </c:pt>
                <c:pt idx="18707">
                  <c:v>5.036886723834316</c:v>
                </c:pt>
                <c:pt idx="18708">
                  <c:v>5.0372320744965933</c:v>
                </c:pt>
                <c:pt idx="18709">
                  <c:v>5.0334024959803996</c:v>
                </c:pt>
                <c:pt idx="18710">
                  <c:v>5.0295422919378305</c:v>
                </c:pt>
                <c:pt idx="18711">
                  <c:v>5.0319271590996095</c:v>
                </c:pt>
                <c:pt idx="18712">
                  <c:v>5.0341039640915701</c:v>
                </c:pt>
                <c:pt idx="18713">
                  <c:v>5.0343460971594824</c:v>
                </c:pt>
                <c:pt idx="18714">
                  <c:v>5.0366637317203891</c:v>
                </c:pt>
                <c:pt idx="18715">
                  <c:v>5.0375729270346836</c:v>
                </c:pt>
                <c:pt idx="18716">
                  <c:v>5.0367339790215144</c:v>
                </c:pt>
                <c:pt idx="18717">
                  <c:v>5.0351371449353035</c:v>
                </c:pt>
                <c:pt idx="18718">
                  <c:v>5.0343034606844803</c:v>
                </c:pt>
                <c:pt idx="18719">
                  <c:v>5.0336128550646961</c:v>
                </c:pt>
                <c:pt idx="18720">
                  <c:v>5.034892236429064</c:v>
                </c:pt>
                <c:pt idx="18721">
                  <c:v>5.0346538358471786</c:v>
                </c:pt>
                <c:pt idx="18722">
                  <c:v>5.035878952606998</c:v>
                </c:pt>
                <c:pt idx="18723">
                  <c:v>5.0408542607763573</c:v>
                </c:pt>
                <c:pt idx="18724">
                  <c:v>5.0435384446060789</c:v>
                </c:pt>
                <c:pt idx="18725">
                  <c:v>5.0436220905749947</c:v>
                </c:pt>
                <c:pt idx="18726">
                  <c:v>5.0399841130081926</c:v>
                </c:pt>
                <c:pt idx="18727">
                  <c:v>5.037323185437562</c:v>
                </c:pt>
                <c:pt idx="18728">
                  <c:v>5.039663741290866</c:v>
                </c:pt>
                <c:pt idx="18729">
                  <c:v>5.0363383355026414</c:v>
                </c:pt>
                <c:pt idx="18730">
                  <c:v>5.0349406151902611</c:v>
                </c:pt>
                <c:pt idx="18731">
                  <c:v>5.0344361074955977</c:v>
                </c:pt>
                <c:pt idx="18732">
                  <c:v>5.0342003387948857</c:v>
                </c:pt>
                <c:pt idx="18733">
                  <c:v>5.0360266250669934</c:v>
                </c:pt>
                <c:pt idx="18734">
                  <c:v>5.0342797737539238</c:v>
                </c:pt>
                <c:pt idx="18735">
                  <c:v>5.0349865056274403</c:v>
                </c:pt>
                <c:pt idx="18736">
                  <c:v>5.0381161473087817</c:v>
                </c:pt>
                <c:pt idx="18737">
                  <c:v>5.0394235701707375</c:v>
                </c:pt>
                <c:pt idx="18738">
                  <c:v>5.038251282443917</c:v>
                </c:pt>
                <c:pt idx="18739">
                  <c:v>5.0377406017915929</c:v>
                </c:pt>
                <c:pt idx="18740">
                  <c:v>5.0374277907510914</c:v>
                </c:pt>
                <c:pt idx="18741">
                  <c:v>5.0307295574611439</c:v>
                </c:pt>
                <c:pt idx="18742">
                  <c:v>5.0298581655309702</c:v>
                </c:pt>
                <c:pt idx="18743">
                  <c:v>5.0345435360998394</c:v>
                </c:pt>
                <c:pt idx="18744">
                  <c:v>5.0378577444299824</c:v>
                </c:pt>
                <c:pt idx="18745">
                  <c:v>5.0401893997396829</c:v>
                </c:pt>
                <c:pt idx="18746">
                  <c:v>5.03920067376158</c:v>
                </c:pt>
                <c:pt idx="18747">
                  <c:v>5.0396322544215604</c:v>
                </c:pt>
                <c:pt idx="18748">
                  <c:v>5.0402862529668475</c:v>
                </c:pt>
                <c:pt idx="18749">
                  <c:v>5.0375208636398439</c:v>
                </c:pt>
                <c:pt idx="18750">
                  <c:v>5.0352784530280985</c:v>
                </c:pt>
                <c:pt idx="18751">
                  <c:v>5.0319049077406017</c:v>
                </c:pt>
                <c:pt idx="18752">
                  <c:v>5.0289338967154125</c:v>
                </c:pt>
                <c:pt idx="18753">
                  <c:v>5.0282817165607536</c:v>
                </c:pt>
                <c:pt idx="18754">
                  <c:v>5.0286792741750252</c:v>
                </c:pt>
                <c:pt idx="18755">
                  <c:v>5.0294562533496672</c:v>
                </c:pt>
                <c:pt idx="18756">
                  <c:v>5.0317803958349288</c:v>
                </c:pt>
                <c:pt idx="18757">
                  <c:v>5.0346875239261921</c:v>
                </c:pt>
                <c:pt idx="18758">
                  <c:v>5.0367147423627596</c:v>
                </c:pt>
                <c:pt idx="18759">
                  <c:v>5.0373170603322865</c:v>
                </c:pt>
                <c:pt idx="18760">
                  <c:v>5.0346546014853377</c:v>
                </c:pt>
                <c:pt idx="18761">
                  <c:v>5.0333497147997859</c:v>
                </c:pt>
                <c:pt idx="18762">
                  <c:v>5.0337414344230913</c:v>
                </c:pt>
                <c:pt idx="18763">
                  <c:v>5.0326327903682717</c:v>
                </c:pt>
                <c:pt idx="18764">
                  <c:v>5.0324832038128777</c:v>
                </c:pt>
                <c:pt idx="18765">
                  <c:v>5.0349794713268512</c:v>
                </c:pt>
                <c:pt idx="18766">
                  <c:v>5.0332521437868465</c:v>
                </c:pt>
                <c:pt idx="18767">
                  <c:v>5.032067366587551</c:v>
                </c:pt>
                <c:pt idx="18768">
                  <c:v>5.0342155558533035</c:v>
                </c:pt>
                <c:pt idx="18769">
                  <c:v>5.0375725442156041</c:v>
                </c:pt>
                <c:pt idx="18770">
                  <c:v>5.039725375162698</c:v>
                </c:pt>
                <c:pt idx="18771">
                  <c:v>5.0363901596355563</c:v>
                </c:pt>
                <c:pt idx="18772">
                  <c:v>5.0339770595666486</c:v>
                </c:pt>
                <c:pt idx="18773">
                  <c:v>5.0350992936987984</c:v>
                </c:pt>
                <c:pt idx="18774">
                  <c:v>5.0373648170124801</c:v>
                </c:pt>
                <c:pt idx="18775">
                  <c:v>5.0406637604318201</c:v>
                </c:pt>
                <c:pt idx="18776">
                  <c:v>5.0399440127095936</c:v>
                </c:pt>
                <c:pt idx="18777">
                  <c:v>5.0366958885230844</c:v>
                </c:pt>
                <c:pt idx="18778">
                  <c:v>5.0350342623076338</c:v>
                </c:pt>
                <c:pt idx="18779">
                  <c:v>5.0356663923129927</c:v>
                </c:pt>
                <c:pt idx="18780">
                  <c:v>5.0406140896562288</c:v>
                </c:pt>
                <c:pt idx="18781">
                  <c:v>5.0426027869229006</c:v>
                </c:pt>
                <c:pt idx="18782">
                  <c:v>5.0438490065844883</c:v>
                </c:pt>
                <c:pt idx="18783">
                  <c:v>5.0444881230380521</c:v>
                </c:pt>
                <c:pt idx="18784">
                  <c:v>5.0427016499502333</c:v>
                </c:pt>
                <c:pt idx="18785">
                  <c:v>5.0435371047393005</c:v>
                </c:pt>
                <c:pt idx="18786">
                  <c:v>5.0471049307097466</c:v>
                </c:pt>
                <c:pt idx="18787">
                  <c:v>5.0488711622387257</c:v>
                </c:pt>
                <c:pt idx="18788">
                  <c:v>5.0488912602404108</c:v>
                </c:pt>
                <c:pt idx="18789">
                  <c:v>5.0458472743281524</c:v>
                </c:pt>
                <c:pt idx="18790">
                  <c:v>5.0404128703774598</c:v>
                </c:pt>
                <c:pt idx="18791">
                  <c:v>5.0365197917464206</c:v>
                </c:pt>
                <c:pt idx="18792">
                  <c:v>5.034900993415512</c:v>
                </c:pt>
                <c:pt idx="18793">
                  <c:v>5.0347467173263913</c:v>
                </c:pt>
                <c:pt idx="18794">
                  <c:v>5.0397067127325625</c:v>
                </c:pt>
                <c:pt idx="18795">
                  <c:v>5.0424544923818999</c:v>
                </c:pt>
                <c:pt idx="18796">
                  <c:v>5.0419560619401267</c:v>
                </c:pt>
                <c:pt idx="18797">
                  <c:v>5.0416795708598112</c:v>
                </c:pt>
                <c:pt idx="18798">
                  <c:v>5.0438898246688613</c:v>
                </c:pt>
                <c:pt idx="18799">
                  <c:v>5.0462416736850164</c:v>
                </c:pt>
                <c:pt idx="18800">
                  <c:v>5.0452353380292472</c:v>
                </c:pt>
                <c:pt idx="18801">
                  <c:v>5.0444878359237428</c:v>
                </c:pt>
                <c:pt idx="18802">
                  <c:v>5.0436580277161012</c:v>
                </c:pt>
                <c:pt idx="18803">
                  <c:v>5.0411044330449428</c:v>
                </c:pt>
                <c:pt idx="18804">
                  <c:v>5.0383188500114846</c:v>
                </c:pt>
                <c:pt idx="18805">
                  <c:v>5.0390461584105353</c:v>
                </c:pt>
                <c:pt idx="18806">
                  <c:v>5.0389279630196766</c:v>
                </c:pt>
                <c:pt idx="18807">
                  <c:v>5.0340647729882857</c:v>
                </c:pt>
                <c:pt idx="18808">
                  <c:v>5.0313022069519944</c:v>
                </c:pt>
                <c:pt idx="18809">
                  <c:v>5.0304300015312764</c:v>
                </c:pt>
                <c:pt idx="18810">
                  <c:v>5.0292445543985913</c:v>
                </c:pt>
                <c:pt idx="18811">
                  <c:v>5.0278565002679736</c:v>
                </c:pt>
                <c:pt idx="18812">
                  <c:v>5.026593005895414</c:v>
                </c:pt>
                <c:pt idx="18813">
                  <c:v>5.0290907568333205</c:v>
                </c:pt>
                <c:pt idx="18814">
                  <c:v>5.0337015255340329</c:v>
                </c:pt>
                <c:pt idx="18815">
                  <c:v>5.0327776873899399</c:v>
                </c:pt>
                <c:pt idx="18816">
                  <c:v>5.0348112701937069</c:v>
                </c:pt>
                <c:pt idx="18817">
                  <c:v>5.0371832650639305</c:v>
                </c:pt>
                <c:pt idx="18818">
                  <c:v>5.0348250516805759</c:v>
                </c:pt>
                <c:pt idx="18819">
                  <c:v>5.0318881115534797</c:v>
                </c:pt>
                <c:pt idx="18820">
                  <c:v>5.0333298082076414</c:v>
                </c:pt>
                <c:pt idx="18821">
                  <c:v>5.0323503655922215</c:v>
                </c:pt>
                <c:pt idx="18822">
                  <c:v>5.0340035697879184</c:v>
                </c:pt>
                <c:pt idx="18823">
                  <c:v>5.0359748966388489</c:v>
                </c:pt>
                <c:pt idx="18824">
                  <c:v>5.0308965622846644</c:v>
                </c:pt>
                <c:pt idx="18825">
                  <c:v>5.029640628588929</c:v>
                </c:pt>
                <c:pt idx="18826">
                  <c:v>5.0307604222494451</c:v>
                </c:pt>
                <c:pt idx="18827">
                  <c:v>5.0312979002373481</c:v>
                </c:pt>
                <c:pt idx="18828">
                  <c:v>5.0298858720618638</c:v>
                </c:pt>
                <c:pt idx="18829">
                  <c:v>5.0298987922058034</c:v>
                </c:pt>
                <c:pt idx="18830">
                  <c:v>5.0295072161396526</c:v>
                </c:pt>
                <c:pt idx="18831">
                  <c:v>5.0298392159865246</c:v>
                </c:pt>
                <c:pt idx="18832">
                  <c:v>5.0310255723145243</c:v>
                </c:pt>
                <c:pt idx="18833">
                  <c:v>5.0316227222264756</c:v>
                </c:pt>
                <c:pt idx="18834">
                  <c:v>5.0305676728428148</c:v>
                </c:pt>
                <c:pt idx="18835">
                  <c:v>5.0323546723068677</c:v>
                </c:pt>
                <c:pt idx="18836">
                  <c:v>5.0339517935073888</c:v>
                </c:pt>
                <c:pt idx="18837">
                  <c:v>5.032322419799403</c:v>
                </c:pt>
                <c:pt idx="18838">
                  <c:v>5.0305386742975271</c:v>
                </c:pt>
                <c:pt idx="18839">
                  <c:v>5.0309760929484728</c:v>
                </c:pt>
                <c:pt idx="18840">
                  <c:v>5.033708272720312</c:v>
                </c:pt>
                <c:pt idx="18841">
                  <c:v>5.0358154524921526</c:v>
                </c:pt>
                <c:pt idx="18842">
                  <c:v>5.0348623286884617</c:v>
                </c:pt>
                <c:pt idx="18843">
                  <c:v>5.0313474753081691</c:v>
                </c:pt>
                <c:pt idx="18844">
                  <c:v>5.0321565634331211</c:v>
                </c:pt>
                <c:pt idx="18845">
                  <c:v>5.0343859581961565</c:v>
                </c:pt>
                <c:pt idx="18846">
                  <c:v>5.037781228466427</c:v>
                </c:pt>
                <c:pt idx="18847">
                  <c:v>5.0411529075109103</c:v>
                </c:pt>
                <c:pt idx="18848">
                  <c:v>5.0414909367582883</c:v>
                </c:pt>
                <c:pt idx="18849">
                  <c:v>5.0412089426537019</c:v>
                </c:pt>
                <c:pt idx="18850">
                  <c:v>5.0385859141719624</c:v>
                </c:pt>
                <c:pt idx="18851">
                  <c:v>5.0330874837301893</c:v>
                </c:pt>
                <c:pt idx="18852">
                  <c:v>5.0291673685016463</c:v>
                </c:pt>
                <c:pt idx="18853">
                  <c:v>5.0294809451803077</c:v>
                </c:pt>
                <c:pt idx="18854">
                  <c:v>5.0304427781180614</c:v>
                </c:pt>
                <c:pt idx="18855">
                  <c:v>5.0324205650409617</c:v>
                </c:pt>
                <c:pt idx="18856">
                  <c:v>5.0300816840211313</c:v>
                </c:pt>
                <c:pt idx="18857">
                  <c:v>5.0263187638771916</c:v>
                </c:pt>
                <c:pt idx="18858">
                  <c:v>5.0265385020289415</c:v>
                </c:pt>
                <c:pt idx="18859">
                  <c:v>5.0279181819921908</c:v>
                </c:pt>
                <c:pt idx="18860">
                  <c:v>5.0304889078171655</c:v>
                </c:pt>
                <c:pt idx="18861">
                  <c:v>5.0333733060255721</c:v>
                </c:pt>
                <c:pt idx="18862">
                  <c:v>5.0341361208942654</c:v>
                </c:pt>
                <c:pt idx="18863">
                  <c:v>5.0380038856136586</c:v>
                </c:pt>
                <c:pt idx="18864">
                  <c:v>5.0391193725595285</c:v>
                </c:pt>
                <c:pt idx="18865">
                  <c:v>5.0366722015925269</c:v>
                </c:pt>
                <c:pt idx="18866">
                  <c:v>5.0368393499732029</c:v>
                </c:pt>
                <c:pt idx="18867">
                  <c:v>5.0370028137202354</c:v>
                </c:pt>
                <c:pt idx="18868">
                  <c:v>5.0351288664727054</c:v>
                </c:pt>
                <c:pt idx="18869">
                  <c:v>5.0342314428451118</c:v>
                </c:pt>
                <c:pt idx="18870">
                  <c:v>5.0334391509072809</c:v>
                </c:pt>
                <c:pt idx="18871">
                  <c:v>5.0258557920526759</c:v>
                </c:pt>
                <c:pt idx="18872">
                  <c:v>5.0250134943725593</c:v>
                </c:pt>
                <c:pt idx="18873">
                  <c:v>5.025486993721767</c:v>
                </c:pt>
                <c:pt idx="18874">
                  <c:v>5.0208834985835695</c:v>
                </c:pt>
                <c:pt idx="18875">
                  <c:v>5.0209881517494832</c:v>
                </c:pt>
                <c:pt idx="18876">
                  <c:v>5.0258162181303119</c:v>
                </c:pt>
                <c:pt idx="18877">
                  <c:v>5.0297562399509994</c:v>
                </c:pt>
                <c:pt idx="18878">
                  <c:v>5.0329385192557998</c:v>
                </c:pt>
                <c:pt idx="18879">
                  <c:v>5.0380589158563662</c:v>
                </c:pt>
                <c:pt idx="18880">
                  <c:v>5.0393723681188272</c:v>
                </c:pt>
                <c:pt idx="18881">
                  <c:v>5.0366613869535257</c:v>
                </c:pt>
                <c:pt idx="18882">
                  <c:v>5.0365584564734709</c:v>
                </c:pt>
                <c:pt idx="18883">
                  <c:v>5.0377856787382287</c:v>
                </c:pt>
                <c:pt idx="18884">
                  <c:v>5.0375917808743589</c:v>
                </c:pt>
                <c:pt idx="18885">
                  <c:v>5.0344011752545743</c:v>
                </c:pt>
                <c:pt idx="18886">
                  <c:v>5.0337039181532806</c:v>
                </c:pt>
                <c:pt idx="18887">
                  <c:v>5.0333448817089046</c:v>
                </c:pt>
                <c:pt idx="18888">
                  <c:v>5.0354267475690992</c:v>
                </c:pt>
                <c:pt idx="18889">
                  <c:v>5.0383074611438632</c:v>
                </c:pt>
                <c:pt idx="18890">
                  <c:v>5.0385720848327082</c:v>
                </c:pt>
                <c:pt idx="18891">
                  <c:v>5.0364050895796648</c:v>
                </c:pt>
                <c:pt idx="18892">
                  <c:v>5.0337167904448359</c:v>
                </c:pt>
                <c:pt idx="18893">
                  <c:v>5.0330699219049073</c:v>
                </c:pt>
                <c:pt idx="18894">
                  <c:v>5.0307300838373781</c:v>
                </c:pt>
                <c:pt idx="18895">
                  <c:v>5.028656879258862</c:v>
                </c:pt>
                <c:pt idx="18896">
                  <c:v>5.0272970580353729</c:v>
                </c:pt>
                <c:pt idx="18897">
                  <c:v>5.0287658869918079</c:v>
                </c:pt>
                <c:pt idx="18898">
                  <c:v>5.0326452319883623</c:v>
                </c:pt>
                <c:pt idx="18899">
                  <c:v>5.0342383335885463</c:v>
                </c:pt>
                <c:pt idx="18900">
                  <c:v>5.0328036712349746</c:v>
                </c:pt>
                <c:pt idx="18901">
                  <c:v>5.0307354433044944</c:v>
                </c:pt>
                <c:pt idx="18902">
                  <c:v>5.0261166832554931</c:v>
                </c:pt>
                <c:pt idx="18903">
                  <c:v>5.0240274959804001</c:v>
                </c:pt>
                <c:pt idx="18904">
                  <c:v>5.0244214168134143</c:v>
                </c:pt>
                <c:pt idx="18905">
                  <c:v>5.0278260661511371</c:v>
                </c:pt>
                <c:pt idx="18906">
                  <c:v>5.0301964818926574</c:v>
                </c:pt>
                <c:pt idx="18907">
                  <c:v>5.0318193955286734</c:v>
                </c:pt>
                <c:pt idx="18908">
                  <c:v>5.0317231643825124</c:v>
                </c:pt>
                <c:pt idx="18909">
                  <c:v>5.0300586670239644</c:v>
                </c:pt>
                <c:pt idx="18910">
                  <c:v>5.0323438576678665</c:v>
                </c:pt>
                <c:pt idx="18911">
                  <c:v>5.032567471862798</c:v>
                </c:pt>
                <c:pt idx="18912">
                  <c:v>5.0316567931245695</c:v>
                </c:pt>
                <c:pt idx="18913">
                  <c:v>5.0304378493224098</c:v>
                </c:pt>
                <c:pt idx="18914">
                  <c:v>5.0255684863333592</c:v>
                </c:pt>
                <c:pt idx="18915">
                  <c:v>5.0256733309088126</c:v>
                </c:pt>
                <c:pt idx="18916">
                  <c:v>5.0277198817089044</c:v>
                </c:pt>
                <c:pt idx="18917">
                  <c:v>5.0309347484878648</c:v>
                </c:pt>
                <c:pt idx="18918">
                  <c:v>5.0347254230150833</c:v>
                </c:pt>
                <c:pt idx="18919">
                  <c:v>5.0355824113773826</c:v>
                </c:pt>
                <c:pt idx="18920">
                  <c:v>5.0372815538626448</c:v>
                </c:pt>
                <c:pt idx="18921">
                  <c:v>5.0398956339483956</c:v>
                </c:pt>
                <c:pt idx="18922">
                  <c:v>5.040054121047393</c:v>
                </c:pt>
                <c:pt idx="18923">
                  <c:v>5.039509130235051</c:v>
                </c:pt>
                <c:pt idx="18924">
                  <c:v>5.0437734955210169</c:v>
                </c:pt>
                <c:pt idx="18925">
                  <c:v>5.0420998105045554</c:v>
                </c:pt>
                <c:pt idx="18926">
                  <c:v>5.0374842087129625</c:v>
                </c:pt>
                <c:pt idx="18927">
                  <c:v>5.0376627459612591</c:v>
                </c:pt>
                <c:pt idx="18928">
                  <c:v>5.04152692175178</c:v>
                </c:pt>
                <c:pt idx="18929">
                  <c:v>5.0411641049689919</c:v>
                </c:pt>
                <c:pt idx="18930">
                  <c:v>5.038906285889289</c:v>
                </c:pt>
                <c:pt idx="18931">
                  <c:v>5.0333464129852228</c:v>
                </c:pt>
                <c:pt idx="18932">
                  <c:v>5.0326417387642604</c:v>
                </c:pt>
                <c:pt idx="18933">
                  <c:v>5.0394499368348518</c:v>
                </c:pt>
                <c:pt idx="18934">
                  <c:v>5.046036099839216</c:v>
                </c:pt>
                <c:pt idx="18935">
                  <c:v>5.0461470695199448</c:v>
                </c:pt>
                <c:pt idx="18936">
                  <c:v>5.0433721097159481</c:v>
                </c:pt>
                <c:pt idx="18937">
                  <c:v>5.0435054743128394</c:v>
                </c:pt>
                <c:pt idx="18938">
                  <c:v>5.038631134675752</c:v>
                </c:pt>
                <c:pt idx="18939">
                  <c:v>5.0354667043105428</c:v>
                </c:pt>
                <c:pt idx="18940">
                  <c:v>5.0392376158027714</c:v>
                </c:pt>
                <c:pt idx="18941">
                  <c:v>5.0387686624301358</c:v>
                </c:pt>
                <c:pt idx="18942">
                  <c:v>5.0362687102825205</c:v>
                </c:pt>
                <c:pt idx="18943">
                  <c:v>5.0373188787229157</c:v>
                </c:pt>
                <c:pt idx="18944">
                  <c:v>5.035653424316668</c:v>
                </c:pt>
                <c:pt idx="18945">
                  <c:v>5.0351658085138959</c:v>
                </c:pt>
                <c:pt idx="18946">
                  <c:v>5.0364175311997545</c:v>
                </c:pt>
                <c:pt idx="18947">
                  <c:v>5.0324268815557769</c:v>
                </c:pt>
                <c:pt idx="18948">
                  <c:v>5.0268241329147845</c:v>
                </c:pt>
                <c:pt idx="18949">
                  <c:v>5.0242871908735935</c:v>
                </c:pt>
                <c:pt idx="18950">
                  <c:v>5.0220725824975121</c:v>
                </c:pt>
                <c:pt idx="18951">
                  <c:v>5.0239283458387565</c:v>
                </c:pt>
                <c:pt idx="18952">
                  <c:v>5.0294556312686627</c:v>
                </c:pt>
                <c:pt idx="18953">
                  <c:v>5.035306638082842</c:v>
                </c:pt>
                <c:pt idx="18954">
                  <c:v>5.0377879756527069</c:v>
                </c:pt>
                <c:pt idx="18955">
                  <c:v>5.0334390552025114</c:v>
                </c:pt>
                <c:pt idx="18956">
                  <c:v>5.0273567778118062</c:v>
                </c:pt>
                <c:pt idx="18957">
                  <c:v>5.0272723662047314</c:v>
                </c:pt>
                <c:pt idx="18958">
                  <c:v>5.0276160898859201</c:v>
                </c:pt>
                <c:pt idx="18959">
                  <c:v>5.031888446520175</c:v>
                </c:pt>
                <c:pt idx="18960">
                  <c:v>5.0376888255110632</c:v>
                </c:pt>
                <c:pt idx="18961">
                  <c:v>5.0369874052522778</c:v>
                </c:pt>
                <c:pt idx="18962">
                  <c:v>5.0331703162085599</c:v>
                </c:pt>
                <c:pt idx="18963">
                  <c:v>5.0352377785008802</c:v>
                </c:pt>
                <c:pt idx="18964">
                  <c:v>5.0438930786310392</c:v>
                </c:pt>
                <c:pt idx="18965">
                  <c:v>5.0477376349437257</c:v>
                </c:pt>
                <c:pt idx="18966">
                  <c:v>5.0500282329071284</c:v>
                </c:pt>
                <c:pt idx="18967">
                  <c:v>5.0495674144399354</c:v>
                </c:pt>
                <c:pt idx="18968">
                  <c:v>5.0455505895413824</c:v>
                </c:pt>
                <c:pt idx="18969">
                  <c:v>5.0403837761274026</c:v>
                </c:pt>
                <c:pt idx="18970">
                  <c:v>5.0374916736850164</c:v>
                </c:pt>
                <c:pt idx="18971">
                  <c:v>5.0363837952683559</c:v>
                </c:pt>
                <c:pt idx="18972">
                  <c:v>5.0356050934078551</c:v>
                </c:pt>
                <c:pt idx="18973">
                  <c:v>5.0364741405711664</c:v>
                </c:pt>
                <c:pt idx="18974">
                  <c:v>5.041136541995253</c:v>
                </c:pt>
                <c:pt idx="18975">
                  <c:v>5.0441869879794812</c:v>
                </c:pt>
                <c:pt idx="18976">
                  <c:v>5.0466129603399432</c:v>
                </c:pt>
                <c:pt idx="18977">
                  <c:v>5.0470981835234667</c:v>
                </c:pt>
                <c:pt idx="18978">
                  <c:v>5.041876483423934</c:v>
                </c:pt>
                <c:pt idx="18979">
                  <c:v>5.0355883450731183</c:v>
                </c:pt>
                <c:pt idx="18980">
                  <c:v>5.0305755206339482</c:v>
                </c:pt>
                <c:pt idx="18981">
                  <c:v>5.0284949467881477</c:v>
                </c:pt>
                <c:pt idx="18982">
                  <c:v>5.0297038894418495</c:v>
                </c:pt>
                <c:pt idx="18983">
                  <c:v>5.029607036214685</c:v>
                </c:pt>
                <c:pt idx="18984">
                  <c:v>5.0278391777046165</c:v>
                </c:pt>
                <c:pt idx="18985">
                  <c:v>5.0264454769925733</c:v>
                </c:pt>
                <c:pt idx="18986">
                  <c:v>5.0257156324171195</c:v>
                </c:pt>
                <c:pt idx="18987">
                  <c:v>5.0250662277007887</c:v>
                </c:pt>
                <c:pt idx="18988">
                  <c:v>5.0275106232294622</c:v>
                </c:pt>
                <c:pt idx="18989">
                  <c:v>5.0311960703621468</c:v>
                </c:pt>
                <c:pt idx="18990">
                  <c:v>5.0333293296837915</c:v>
                </c:pt>
                <c:pt idx="18991">
                  <c:v>5.0345960301661439</c:v>
                </c:pt>
                <c:pt idx="18992">
                  <c:v>5.0354175599111857</c:v>
                </c:pt>
                <c:pt idx="18993">
                  <c:v>5.0392883393308319</c:v>
                </c:pt>
                <c:pt idx="18994">
                  <c:v>5.0423117487175562</c:v>
                </c:pt>
                <c:pt idx="18995">
                  <c:v>5.0427810370568871</c:v>
                </c:pt>
                <c:pt idx="18996">
                  <c:v>5.0418490640073506</c:v>
                </c:pt>
                <c:pt idx="18997">
                  <c:v>5.0419397921292397</c:v>
                </c:pt>
                <c:pt idx="18998">
                  <c:v>5.0394664937600488</c:v>
                </c:pt>
                <c:pt idx="18999">
                  <c:v>5.0343670086517109</c:v>
                </c:pt>
                <c:pt idx="19000">
                  <c:v>5.0323340000765642</c:v>
                </c:pt>
                <c:pt idx="19001">
                  <c:v>5.0319923819003138</c:v>
                </c:pt>
                <c:pt idx="19002">
                  <c:v>5.0367092871908739</c:v>
                </c:pt>
                <c:pt idx="19003">
                  <c:v>5.0389588756603629</c:v>
                </c:pt>
                <c:pt idx="19004">
                  <c:v>5.0355312093254732</c:v>
                </c:pt>
                <c:pt idx="19005">
                  <c:v>5.0353406132761656</c:v>
                </c:pt>
                <c:pt idx="19006">
                  <c:v>5.033104423474466</c:v>
                </c:pt>
                <c:pt idx="19007">
                  <c:v>5.0347489185361001</c:v>
                </c:pt>
                <c:pt idx="19008">
                  <c:v>5.04125057422862</c:v>
                </c:pt>
                <c:pt idx="19009">
                  <c:v>5.0433758900543602</c:v>
                </c:pt>
                <c:pt idx="19010">
                  <c:v>5.0403253962177477</c:v>
                </c:pt>
                <c:pt idx="19011">
                  <c:v>5.0331974963632184</c:v>
                </c:pt>
                <c:pt idx="19012">
                  <c:v>5.0312304283745499</c:v>
                </c:pt>
                <c:pt idx="19013">
                  <c:v>5.0346406285889289</c:v>
                </c:pt>
                <c:pt idx="19014">
                  <c:v>5.0371444089273405</c:v>
                </c:pt>
                <c:pt idx="19015">
                  <c:v>5.0364917023964475</c:v>
                </c:pt>
                <c:pt idx="19016">
                  <c:v>5.0330107763570933</c:v>
                </c:pt>
                <c:pt idx="19017">
                  <c:v>5.0326798771150756</c:v>
                </c:pt>
                <c:pt idx="19018">
                  <c:v>5.0294381172957658</c:v>
                </c:pt>
                <c:pt idx="19019">
                  <c:v>5.0229524442998237</c:v>
                </c:pt>
                <c:pt idx="19020">
                  <c:v>5.0190810906515582</c:v>
                </c:pt>
                <c:pt idx="19021">
                  <c:v>5.0235629450271801</c:v>
                </c:pt>
                <c:pt idx="19022">
                  <c:v>5.0309068983998166</c:v>
                </c:pt>
                <c:pt idx="19023">
                  <c:v>5.0319571146925961</c:v>
                </c:pt>
                <c:pt idx="19024">
                  <c:v>5.0297228868386803</c:v>
                </c:pt>
                <c:pt idx="19025">
                  <c:v>5.0264219336191713</c:v>
                </c:pt>
                <c:pt idx="19026">
                  <c:v>5.0267056025572314</c:v>
                </c:pt>
                <c:pt idx="19027">
                  <c:v>5.0273481643825129</c:v>
                </c:pt>
                <c:pt idx="19028">
                  <c:v>5.0251852365821916</c:v>
                </c:pt>
                <c:pt idx="19029">
                  <c:v>5.0251601619324706</c:v>
                </c:pt>
                <c:pt idx="19030">
                  <c:v>5.0271649376004897</c:v>
                </c:pt>
                <c:pt idx="19031">
                  <c:v>5.0293145145854066</c:v>
                </c:pt>
                <c:pt idx="19032">
                  <c:v>5.0323296455095319</c:v>
                </c:pt>
                <c:pt idx="19033">
                  <c:v>5.0359040272567182</c:v>
                </c:pt>
                <c:pt idx="19034">
                  <c:v>5.0346175158869917</c:v>
                </c:pt>
                <c:pt idx="19035">
                  <c:v>5.0348473508919689</c:v>
                </c:pt>
                <c:pt idx="19036">
                  <c:v>5.0388389575836463</c:v>
                </c:pt>
                <c:pt idx="19037">
                  <c:v>5.0395535851006814</c:v>
                </c:pt>
                <c:pt idx="19038">
                  <c:v>5.0342837933542608</c:v>
                </c:pt>
                <c:pt idx="19039">
                  <c:v>5.0302579243549497</c:v>
                </c:pt>
                <c:pt idx="19040">
                  <c:v>5.0300074171196689</c:v>
                </c:pt>
                <c:pt idx="19041">
                  <c:v>5.0290236199372176</c:v>
                </c:pt>
                <c:pt idx="19042">
                  <c:v>5.0279732122348975</c:v>
                </c:pt>
                <c:pt idx="19043">
                  <c:v>5.0313836517112014</c:v>
                </c:pt>
                <c:pt idx="19044">
                  <c:v>5.0362448797948094</c:v>
                </c:pt>
                <c:pt idx="19045">
                  <c:v>5.0406658180843733</c:v>
                </c:pt>
                <c:pt idx="19046">
                  <c:v>5.0436304647423631</c:v>
                </c:pt>
                <c:pt idx="19047">
                  <c:v>5.0395354490467801</c:v>
                </c:pt>
                <c:pt idx="19048">
                  <c:v>5.0343520308552181</c:v>
                </c:pt>
                <c:pt idx="19049">
                  <c:v>5.0321940797029328</c:v>
                </c:pt>
                <c:pt idx="19050">
                  <c:v>5.0300277065308938</c:v>
                </c:pt>
                <c:pt idx="19051">
                  <c:v>5.0285246631192102</c:v>
                </c:pt>
                <c:pt idx="19052">
                  <c:v>5.0277609390552023</c:v>
                </c:pt>
                <c:pt idx="19053">
                  <c:v>5.0262895739223641</c:v>
                </c:pt>
                <c:pt idx="19054">
                  <c:v>5.0266299957889897</c:v>
                </c:pt>
                <c:pt idx="19055">
                  <c:v>5.0324813375698643</c:v>
                </c:pt>
                <c:pt idx="19056">
                  <c:v>5.0340699888982465</c:v>
                </c:pt>
                <c:pt idx="19057">
                  <c:v>5.0336975059336959</c:v>
                </c:pt>
                <c:pt idx="19058">
                  <c:v>5.0312837359313987</c:v>
                </c:pt>
                <c:pt idx="19059">
                  <c:v>5.0302899376004904</c:v>
                </c:pt>
                <c:pt idx="19060">
                  <c:v>5.0356364367200062</c:v>
                </c:pt>
                <c:pt idx="19061">
                  <c:v>5.0373007426690144</c:v>
                </c:pt>
                <c:pt idx="19062">
                  <c:v>5.0348837665569253</c:v>
                </c:pt>
                <c:pt idx="19063">
                  <c:v>5.0347882531965391</c:v>
                </c:pt>
                <c:pt idx="19064">
                  <c:v>5.0348445276012557</c:v>
                </c:pt>
                <c:pt idx="19065">
                  <c:v>5.0358277984074729</c:v>
                </c:pt>
                <c:pt idx="19066">
                  <c:v>5.0389693553326698</c:v>
                </c:pt>
                <c:pt idx="19067">
                  <c:v>5.0378761197458077</c:v>
                </c:pt>
                <c:pt idx="19068">
                  <c:v>5.0343074802848173</c:v>
                </c:pt>
                <c:pt idx="19069">
                  <c:v>5.0314768203047242</c:v>
                </c:pt>
                <c:pt idx="19070">
                  <c:v>5.0310844786004134</c:v>
                </c:pt>
                <c:pt idx="19071">
                  <c:v>5.0325652228007041</c:v>
                </c:pt>
                <c:pt idx="19072">
                  <c:v>5.0320881823750092</c:v>
                </c:pt>
                <c:pt idx="19073">
                  <c:v>5.0304578037669394</c:v>
                </c:pt>
                <c:pt idx="19074">
                  <c:v>5.0326783936911417</c:v>
                </c:pt>
                <c:pt idx="19075">
                  <c:v>5.0397556657223799</c:v>
                </c:pt>
                <c:pt idx="19076">
                  <c:v>5.0398623286884616</c:v>
                </c:pt>
                <c:pt idx="19077">
                  <c:v>5.0346595781333745</c:v>
                </c:pt>
                <c:pt idx="19078">
                  <c:v>5.0354347389173872</c:v>
                </c:pt>
                <c:pt idx="19079">
                  <c:v>5.0379786195543987</c:v>
                </c:pt>
                <c:pt idx="19080">
                  <c:v>5.0355320228160174</c:v>
                </c:pt>
                <c:pt idx="19081">
                  <c:v>5.0302964455248453</c:v>
                </c:pt>
                <c:pt idx="19082">
                  <c:v>5.0285049479366055</c:v>
                </c:pt>
                <c:pt idx="19083">
                  <c:v>5.0298288320189881</c:v>
                </c:pt>
                <c:pt idx="19084">
                  <c:v>5.0349136742975267</c:v>
                </c:pt>
                <c:pt idx="19085">
                  <c:v>5.0378173570170741</c:v>
                </c:pt>
                <c:pt idx="19086">
                  <c:v>5.037994458693821</c:v>
                </c:pt>
                <c:pt idx="19087">
                  <c:v>5.0390184518796417</c:v>
                </c:pt>
                <c:pt idx="19088">
                  <c:v>5.0412792856595976</c:v>
                </c:pt>
                <c:pt idx="19089">
                  <c:v>5.0365226628895181</c:v>
                </c:pt>
                <c:pt idx="19090">
                  <c:v>5.0305891585636626</c:v>
                </c:pt>
                <c:pt idx="19091">
                  <c:v>5.0258586153433891</c:v>
                </c:pt>
                <c:pt idx="19092">
                  <c:v>5.0244008402878801</c:v>
                </c:pt>
                <c:pt idx="19093">
                  <c:v>5.026827004057882</c:v>
                </c:pt>
                <c:pt idx="19094">
                  <c:v>5.0315056274404713</c:v>
                </c:pt>
                <c:pt idx="19095">
                  <c:v>5.0331943381058108</c:v>
                </c:pt>
                <c:pt idx="19096">
                  <c:v>5.0336043851925583</c:v>
                </c:pt>
                <c:pt idx="19097">
                  <c:v>5.0337737826353264</c:v>
                </c:pt>
                <c:pt idx="19098">
                  <c:v>5.0335898859199144</c:v>
                </c:pt>
                <c:pt idx="19099">
                  <c:v>5.0323157204655082</c:v>
                </c:pt>
                <c:pt idx="19100">
                  <c:v>5.0295427226092952</c:v>
                </c:pt>
                <c:pt idx="19101">
                  <c:v>5.0248668746650331</c:v>
                </c:pt>
                <c:pt idx="19102">
                  <c:v>5.025993128397519</c:v>
                </c:pt>
                <c:pt idx="19103">
                  <c:v>5.0320143461450115</c:v>
                </c:pt>
                <c:pt idx="19104">
                  <c:v>5.0357122827501719</c:v>
                </c:pt>
                <c:pt idx="19105">
                  <c:v>5.0374877497894497</c:v>
                </c:pt>
                <c:pt idx="19106">
                  <c:v>5.0380048426613584</c:v>
                </c:pt>
                <c:pt idx="19107">
                  <c:v>5.0357824343465278</c:v>
                </c:pt>
                <c:pt idx="19108">
                  <c:v>5.0343041784702551</c:v>
                </c:pt>
                <c:pt idx="19109">
                  <c:v>5.0345237730648495</c:v>
                </c:pt>
                <c:pt idx="19110">
                  <c:v>5.0370495655003449</c:v>
                </c:pt>
                <c:pt idx="19111">
                  <c:v>5.0403602806063859</c:v>
                </c:pt>
                <c:pt idx="19112">
                  <c:v>5.0402178719087356</c:v>
                </c:pt>
                <c:pt idx="19113">
                  <c:v>5.0384975786693209</c:v>
                </c:pt>
                <c:pt idx="19114">
                  <c:v>5.0362840230457087</c:v>
                </c:pt>
                <c:pt idx="19115">
                  <c:v>5.0337876119745806</c:v>
                </c:pt>
                <c:pt idx="19116">
                  <c:v>5.0327503636781259</c:v>
                </c:pt>
                <c:pt idx="19117">
                  <c:v>5.0366488974810508</c:v>
                </c:pt>
                <c:pt idx="19118">
                  <c:v>5.0417748449582724</c:v>
                </c:pt>
                <c:pt idx="19119">
                  <c:v>5.0422489185360995</c:v>
                </c:pt>
                <c:pt idx="19120">
                  <c:v>5.045089483959881</c:v>
                </c:pt>
                <c:pt idx="19121">
                  <c:v>5.0456639518413597</c:v>
                </c:pt>
                <c:pt idx="19122">
                  <c:v>5.042552733328229</c:v>
                </c:pt>
                <c:pt idx="19123">
                  <c:v>5.0400879048311769</c:v>
                </c:pt>
                <c:pt idx="19124">
                  <c:v>5.0423417043105427</c:v>
                </c:pt>
                <c:pt idx="19125">
                  <c:v>5.0424459746573769</c:v>
                </c:pt>
                <c:pt idx="19126">
                  <c:v>5.0377954884771459</c:v>
                </c:pt>
                <c:pt idx="19127">
                  <c:v>5.0336231433274632</c:v>
                </c:pt>
                <c:pt idx="19128">
                  <c:v>5.0329137317203889</c:v>
                </c:pt>
                <c:pt idx="19129">
                  <c:v>5.0316682776969603</c:v>
                </c:pt>
                <c:pt idx="19130">
                  <c:v>5.028391298522318</c:v>
                </c:pt>
                <c:pt idx="19131">
                  <c:v>5.0318079109562817</c:v>
                </c:pt>
                <c:pt idx="19132">
                  <c:v>5.0326916966541608</c:v>
                </c:pt>
                <c:pt idx="19133">
                  <c:v>5.0321588603475993</c:v>
                </c:pt>
                <c:pt idx="19134">
                  <c:v>5.0351820783247838</c:v>
                </c:pt>
                <c:pt idx="19135">
                  <c:v>5.0381581617027793</c:v>
                </c:pt>
                <c:pt idx="19136">
                  <c:v>5.0389844766863181</c:v>
                </c:pt>
                <c:pt idx="19137">
                  <c:v>5.0389070993798333</c:v>
                </c:pt>
                <c:pt idx="19138">
                  <c:v>5.0387638293392545</c:v>
                </c:pt>
                <c:pt idx="19139">
                  <c:v>5.0415556810351427</c:v>
                </c:pt>
                <c:pt idx="19140">
                  <c:v>5.0453071166066916</c:v>
                </c:pt>
                <c:pt idx="19141">
                  <c:v>5.0431113620702854</c:v>
                </c:pt>
                <c:pt idx="19142">
                  <c:v>5.043112510527525</c:v>
                </c:pt>
                <c:pt idx="19143">
                  <c:v>5.0385265772146086</c:v>
                </c:pt>
                <c:pt idx="19144">
                  <c:v>5.0318105906898403</c:v>
                </c:pt>
                <c:pt idx="19145">
                  <c:v>5.0294439074343469</c:v>
                </c:pt>
                <c:pt idx="19146">
                  <c:v>5.0276292014393995</c:v>
                </c:pt>
                <c:pt idx="19147">
                  <c:v>5.0310787363142175</c:v>
                </c:pt>
                <c:pt idx="19148">
                  <c:v>5.0318205439859121</c:v>
                </c:pt>
                <c:pt idx="19149">
                  <c:v>5.0291604777582117</c:v>
                </c:pt>
                <c:pt idx="19150">
                  <c:v>5.0286984151290097</c:v>
                </c:pt>
                <c:pt idx="19151">
                  <c:v>5.0289139422708828</c:v>
                </c:pt>
                <c:pt idx="19152">
                  <c:v>5.0327874014240868</c:v>
                </c:pt>
                <c:pt idx="19153">
                  <c:v>5.0359654697190104</c:v>
                </c:pt>
                <c:pt idx="19154">
                  <c:v>5.0407166373172041</c:v>
                </c:pt>
                <c:pt idx="19155">
                  <c:v>5.0407705669550573</c:v>
                </c:pt>
                <c:pt idx="19156">
                  <c:v>5.0367432145318123</c:v>
                </c:pt>
                <c:pt idx="19157">
                  <c:v>5.0348383546435951</c:v>
                </c:pt>
                <c:pt idx="19158">
                  <c:v>5.0371271342163695</c:v>
                </c:pt>
                <c:pt idx="19159">
                  <c:v>5.0402186853992799</c:v>
                </c:pt>
                <c:pt idx="19160">
                  <c:v>5.0408570362146845</c:v>
                </c:pt>
                <c:pt idx="19161">
                  <c:v>5.0381416047775822</c:v>
                </c:pt>
                <c:pt idx="19162">
                  <c:v>5.0320583703391781</c:v>
                </c:pt>
                <c:pt idx="19163">
                  <c:v>5.0344904199525304</c:v>
                </c:pt>
                <c:pt idx="19164">
                  <c:v>5.0360066227700786</c:v>
                </c:pt>
                <c:pt idx="19165">
                  <c:v>5.0360061442462296</c:v>
                </c:pt>
                <c:pt idx="19166">
                  <c:v>5.0358639748105043</c:v>
                </c:pt>
                <c:pt idx="19167">
                  <c:v>5.0339766767475691</c:v>
                </c:pt>
                <c:pt idx="19168">
                  <c:v>5.0347278634867161</c:v>
                </c:pt>
                <c:pt idx="19169">
                  <c:v>5.0337285621315369</c:v>
                </c:pt>
                <c:pt idx="19170">
                  <c:v>5.0323160554322026</c:v>
                </c:pt>
                <c:pt idx="19171">
                  <c:v>5.0358489013092411</c:v>
                </c:pt>
                <c:pt idx="19172">
                  <c:v>5.0379100949391313</c:v>
                </c:pt>
                <c:pt idx="19173">
                  <c:v>5.0384730303958349</c:v>
                </c:pt>
                <c:pt idx="19174">
                  <c:v>5.0385522739453332</c:v>
                </c:pt>
                <c:pt idx="19175">
                  <c:v>5.0385006412219582</c:v>
                </c:pt>
                <c:pt idx="19176">
                  <c:v>5.0384445103743971</c:v>
                </c:pt>
                <c:pt idx="19177">
                  <c:v>5.0369666851695891</c:v>
                </c:pt>
                <c:pt idx="19178">
                  <c:v>5.0379966599035297</c:v>
                </c:pt>
                <c:pt idx="19179">
                  <c:v>5.0360278692290024</c:v>
                </c:pt>
                <c:pt idx="19180">
                  <c:v>5.0311063949927268</c:v>
                </c:pt>
                <c:pt idx="19181">
                  <c:v>5.0308123899395145</c:v>
                </c:pt>
                <c:pt idx="19182">
                  <c:v>5.0293614577750558</c:v>
                </c:pt>
                <c:pt idx="19183">
                  <c:v>5.0282598480208254</c:v>
                </c:pt>
                <c:pt idx="19184">
                  <c:v>5.0251100126330295</c:v>
                </c:pt>
                <c:pt idx="19185">
                  <c:v>5.0269482141489936</c:v>
                </c:pt>
                <c:pt idx="19186">
                  <c:v>5.0296740295536333</c:v>
                </c:pt>
                <c:pt idx="19187">
                  <c:v>5.0352359601102519</c:v>
                </c:pt>
                <c:pt idx="19188">
                  <c:v>5.0340885556236126</c:v>
                </c:pt>
                <c:pt idx="19189">
                  <c:v>5.0298775935992648</c:v>
                </c:pt>
                <c:pt idx="19190">
                  <c:v>5.028314878263533</c:v>
                </c:pt>
                <c:pt idx="19191">
                  <c:v>5.0292996324936832</c:v>
                </c:pt>
                <c:pt idx="19192">
                  <c:v>5.0301696845570785</c:v>
                </c:pt>
                <c:pt idx="19193">
                  <c:v>5.0281539985452879</c:v>
                </c:pt>
                <c:pt idx="19194">
                  <c:v>5.0284768107342472</c:v>
                </c:pt>
                <c:pt idx="19195">
                  <c:v>5.0255527428987063</c:v>
                </c:pt>
                <c:pt idx="19196">
                  <c:v>5.0257758785697879</c:v>
                </c:pt>
                <c:pt idx="19197">
                  <c:v>5.0304645031008342</c:v>
                </c:pt>
                <c:pt idx="19198">
                  <c:v>5.0307497511675985</c:v>
                </c:pt>
                <c:pt idx="19199">
                  <c:v>5.0303428144858744</c:v>
                </c:pt>
                <c:pt idx="19200">
                  <c:v>5.0323480686777433</c:v>
                </c:pt>
                <c:pt idx="19201">
                  <c:v>5.0358261714263834</c:v>
                </c:pt>
                <c:pt idx="19202">
                  <c:v>5.0351886819539082</c:v>
                </c:pt>
                <c:pt idx="19203">
                  <c:v>5.0360302139958657</c:v>
                </c:pt>
                <c:pt idx="19204">
                  <c:v>5.0396548885996477</c:v>
                </c:pt>
                <c:pt idx="19205">
                  <c:v>5.0391893327463437</c:v>
                </c:pt>
                <c:pt idx="19206">
                  <c:v>5.0362483251665262</c:v>
                </c:pt>
                <c:pt idx="19207">
                  <c:v>5.0336869305566188</c:v>
                </c:pt>
                <c:pt idx="19208">
                  <c:v>5.0339060944797485</c:v>
                </c:pt>
                <c:pt idx="19209">
                  <c:v>5.0296587167904452</c:v>
                </c:pt>
                <c:pt idx="19210">
                  <c:v>5.0325039238955673</c:v>
                </c:pt>
                <c:pt idx="19211">
                  <c:v>5.0415606098307943</c:v>
                </c:pt>
                <c:pt idx="19212">
                  <c:v>5.0443059490084989</c:v>
                </c:pt>
                <c:pt idx="19213">
                  <c:v>5.0404694797488707</c:v>
                </c:pt>
                <c:pt idx="19214">
                  <c:v>5.0336140992267051</c:v>
                </c:pt>
                <c:pt idx="19215">
                  <c:v>5.0310551450884313</c:v>
                </c:pt>
                <c:pt idx="19216">
                  <c:v>5.0302182068754311</c:v>
                </c:pt>
                <c:pt idx="19217">
                  <c:v>5.0302448128014703</c:v>
                </c:pt>
                <c:pt idx="19218">
                  <c:v>5.0320612893346608</c:v>
                </c:pt>
                <c:pt idx="19219">
                  <c:v>5.0344179714416963</c:v>
                </c:pt>
                <c:pt idx="19220">
                  <c:v>5.0332153931551948</c:v>
                </c:pt>
                <c:pt idx="19221">
                  <c:v>5.0323399816246841</c:v>
                </c:pt>
                <c:pt idx="19222">
                  <c:v>5.0331499789449508</c:v>
                </c:pt>
                <c:pt idx="19223">
                  <c:v>5.0341200424929182</c:v>
                </c:pt>
                <c:pt idx="19224">
                  <c:v>5.0352654371793886</c:v>
                </c:pt>
                <c:pt idx="19225">
                  <c:v>5.0362391853609987</c:v>
                </c:pt>
                <c:pt idx="19226">
                  <c:v>5.0337409558992423</c:v>
                </c:pt>
                <c:pt idx="19227">
                  <c:v>5.0325022012097085</c:v>
                </c:pt>
                <c:pt idx="19228">
                  <c:v>5.0316432508996245</c:v>
                </c:pt>
                <c:pt idx="19229">
                  <c:v>5.0359886781257179</c:v>
                </c:pt>
                <c:pt idx="19230">
                  <c:v>5.0376182432432435</c:v>
                </c:pt>
                <c:pt idx="19231">
                  <c:v>5.0340215622846642</c:v>
                </c:pt>
                <c:pt idx="19232">
                  <c:v>5.0321551278615724</c:v>
                </c:pt>
                <c:pt idx="19233">
                  <c:v>5.0340574037210013</c:v>
                </c:pt>
                <c:pt idx="19234">
                  <c:v>5.0326354701018294</c:v>
                </c:pt>
                <c:pt idx="19235">
                  <c:v>5.0300039717479521</c:v>
                </c:pt>
                <c:pt idx="19236">
                  <c:v>5.0280850432585558</c:v>
                </c:pt>
                <c:pt idx="19237">
                  <c:v>5.0286635785927567</c:v>
                </c:pt>
                <c:pt idx="19238">
                  <c:v>5.0331398342393383</c:v>
                </c:pt>
                <c:pt idx="19239">
                  <c:v>5.0358834028787998</c:v>
                </c:pt>
                <c:pt idx="19240">
                  <c:v>5.0373440969297913</c:v>
                </c:pt>
                <c:pt idx="19241">
                  <c:v>5.0366693783018146</c:v>
                </c:pt>
                <c:pt idx="19242">
                  <c:v>5.0335011675981933</c:v>
                </c:pt>
                <c:pt idx="19243">
                  <c:v>5.0313515906132764</c:v>
                </c:pt>
                <c:pt idx="19244">
                  <c:v>5.0336290291708137</c:v>
                </c:pt>
                <c:pt idx="19245">
                  <c:v>5.0354525400045942</c:v>
                </c:pt>
                <c:pt idx="19246">
                  <c:v>5.0379718723681188</c:v>
                </c:pt>
                <c:pt idx="19247">
                  <c:v>5.0393793067146468</c:v>
                </c:pt>
                <c:pt idx="19248">
                  <c:v>5.0369127076793507</c:v>
                </c:pt>
                <c:pt idx="19249">
                  <c:v>5.0342432145318119</c:v>
                </c:pt>
                <c:pt idx="19250">
                  <c:v>5.0359652304570863</c:v>
                </c:pt>
                <c:pt idx="19251">
                  <c:v>5.0353262575606772</c:v>
                </c:pt>
                <c:pt idx="19252">
                  <c:v>5.0362738304877119</c:v>
                </c:pt>
                <c:pt idx="19253">
                  <c:v>5.0389930422632263</c:v>
                </c:pt>
                <c:pt idx="19254">
                  <c:v>5.0415951114003521</c:v>
                </c:pt>
                <c:pt idx="19255">
                  <c:v>5.0399226226935152</c:v>
                </c:pt>
                <c:pt idx="19256">
                  <c:v>5.0384378110405024</c:v>
                </c:pt>
                <c:pt idx="19257">
                  <c:v>5.0384292454635942</c:v>
                </c:pt>
                <c:pt idx="19258">
                  <c:v>5.0391770346834086</c:v>
                </c:pt>
                <c:pt idx="19259">
                  <c:v>5.0406801737998626</c:v>
                </c:pt>
                <c:pt idx="19260">
                  <c:v>5.0380489625602944</c:v>
                </c:pt>
                <c:pt idx="19261">
                  <c:v>5.0362201401117828</c:v>
                </c:pt>
                <c:pt idx="19262">
                  <c:v>5.0378877957277393</c:v>
                </c:pt>
                <c:pt idx="19263">
                  <c:v>5.0388241711966923</c:v>
                </c:pt>
                <c:pt idx="19264">
                  <c:v>5.0365617104356479</c:v>
                </c:pt>
                <c:pt idx="19265">
                  <c:v>5.0349812418650943</c:v>
                </c:pt>
                <c:pt idx="19266">
                  <c:v>5.0360346642676674</c:v>
                </c:pt>
                <c:pt idx="19267">
                  <c:v>5.0402928565959728</c:v>
                </c:pt>
                <c:pt idx="19268">
                  <c:v>5.0381931896485721</c:v>
                </c:pt>
                <c:pt idx="19269">
                  <c:v>5.0372954789066684</c:v>
                </c:pt>
                <c:pt idx="19270">
                  <c:v>5.0412810083454556</c:v>
                </c:pt>
                <c:pt idx="19271">
                  <c:v>5.042320984227854</c:v>
                </c:pt>
                <c:pt idx="19272">
                  <c:v>5.0368855753770765</c:v>
                </c:pt>
                <c:pt idx="19273">
                  <c:v>5.0292067988668556</c:v>
                </c:pt>
                <c:pt idx="19274">
                  <c:v>5.0267287631115538</c:v>
                </c:pt>
                <c:pt idx="19275">
                  <c:v>5.0312282750172272</c:v>
                </c:pt>
                <c:pt idx="19276">
                  <c:v>5.0344875966618172</c:v>
                </c:pt>
                <c:pt idx="19277">
                  <c:v>5.0367500574228616</c:v>
                </c:pt>
                <c:pt idx="19278">
                  <c:v>5.0379541191332979</c:v>
                </c:pt>
                <c:pt idx="19279">
                  <c:v>5.0373167732179773</c:v>
                </c:pt>
                <c:pt idx="19280">
                  <c:v>5.0370148725212465</c:v>
                </c:pt>
                <c:pt idx="19281">
                  <c:v>5.0343044655845643</c:v>
                </c:pt>
                <c:pt idx="19282">
                  <c:v>5.0310859141719622</c:v>
                </c:pt>
                <c:pt idx="19283">
                  <c:v>5.0312375105275251</c:v>
                </c:pt>
                <c:pt idx="19284">
                  <c:v>5.0307551584870991</c:v>
                </c:pt>
                <c:pt idx="19285">
                  <c:v>5.0285152840517569</c:v>
                </c:pt>
                <c:pt idx="19286">
                  <c:v>5.0274580334583874</c:v>
                </c:pt>
                <c:pt idx="19287">
                  <c:v>5.029770404256948</c:v>
                </c:pt>
                <c:pt idx="19288">
                  <c:v>5.0343714589235127</c:v>
                </c:pt>
                <c:pt idx="19289">
                  <c:v>5.0368687313375702</c:v>
                </c:pt>
                <c:pt idx="19290">
                  <c:v>5.0367141681341394</c:v>
                </c:pt>
                <c:pt idx="19291">
                  <c:v>5.0356852940050532</c:v>
                </c:pt>
                <c:pt idx="19292">
                  <c:v>5.0303086478830101</c:v>
                </c:pt>
                <c:pt idx="19293">
                  <c:v>5.0275548388331677</c:v>
                </c:pt>
                <c:pt idx="19294">
                  <c:v>5.0283438768088198</c:v>
                </c:pt>
                <c:pt idx="19295">
                  <c:v>5.0303338660898858</c:v>
                </c:pt>
                <c:pt idx="19296">
                  <c:v>5.0304663214914633</c:v>
                </c:pt>
                <c:pt idx="19297">
                  <c:v>5.0289698817089041</c:v>
                </c:pt>
                <c:pt idx="19298">
                  <c:v>5.0289135115994181</c:v>
                </c:pt>
                <c:pt idx="19299">
                  <c:v>5.0310503598499352</c:v>
                </c:pt>
                <c:pt idx="19300">
                  <c:v>5.0286897059949469</c:v>
                </c:pt>
                <c:pt idx="19301">
                  <c:v>5.0280826506393081</c:v>
                </c:pt>
                <c:pt idx="19302">
                  <c:v>5.0286318046091418</c:v>
                </c:pt>
                <c:pt idx="19303">
                  <c:v>5.0310722283898626</c:v>
                </c:pt>
                <c:pt idx="19304">
                  <c:v>5.032212167904448</c:v>
                </c:pt>
                <c:pt idx="19305">
                  <c:v>5.0308111457775055</c:v>
                </c:pt>
                <c:pt idx="19306">
                  <c:v>5.0288805891585637</c:v>
                </c:pt>
                <c:pt idx="19307">
                  <c:v>5.0283437332516652</c:v>
                </c:pt>
                <c:pt idx="19308">
                  <c:v>5.0267829320113311</c:v>
                </c:pt>
                <c:pt idx="19309">
                  <c:v>5.0251606404563205</c:v>
                </c:pt>
                <c:pt idx="19310">
                  <c:v>5.0237321032080242</c:v>
                </c:pt>
                <c:pt idx="19311">
                  <c:v>5.024501282443917</c:v>
                </c:pt>
                <c:pt idx="19312">
                  <c:v>5.0216527735242327</c:v>
                </c:pt>
                <c:pt idx="19313">
                  <c:v>5.018278749712886</c:v>
                </c:pt>
                <c:pt idx="19314">
                  <c:v>5.0179971862797643</c:v>
                </c:pt>
                <c:pt idx="19315">
                  <c:v>5.0220650696730722</c:v>
                </c:pt>
                <c:pt idx="19316">
                  <c:v>5.0249067357017072</c:v>
                </c:pt>
                <c:pt idx="19317">
                  <c:v>5.0279354088507775</c:v>
                </c:pt>
                <c:pt idx="19318">
                  <c:v>5.0311129029170818</c:v>
                </c:pt>
                <c:pt idx="19319">
                  <c:v>5.0337350700558918</c:v>
                </c:pt>
                <c:pt idx="19320">
                  <c:v>5.0365491252584027</c:v>
                </c:pt>
                <c:pt idx="19321">
                  <c:v>5.0351726992573314</c:v>
                </c:pt>
                <c:pt idx="19322">
                  <c:v>5.0317892006737619</c:v>
                </c:pt>
                <c:pt idx="19323">
                  <c:v>5.0279017207717631</c:v>
                </c:pt>
                <c:pt idx="19324">
                  <c:v>5.0239323175867083</c:v>
                </c:pt>
                <c:pt idx="19325">
                  <c:v>5.0272781084909273</c:v>
                </c:pt>
                <c:pt idx="19326">
                  <c:v>5.0301986831023662</c:v>
                </c:pt>
                <c:pt idx="19327">
                  <c:v>5.0272616951228848</c:v>
                </c:pt>
                <c:pt idx="19328">
                  <c:v>5.0217954693361921</c:v>
                </c:pt>
                <c:pt idx="19329">
                  <c:v>5.0186315653472171</c:v>
                </c:pt>
                <c:pt idx="19330">
                  <c:v>5.0207583645968912</c:v>
                </c:pt>
                <c:pt idx="19331">
                  <c:v>5.0230992554168896</c:v>
                </c:pt>
                <c:pt idx="19332">
                  <c:v>5.0271416813413978</c:v>
                </c:pt>
                <c:pt idx="19333">
                  <c:v>5.0294067261312305</c:v>
                </c:pt>
                <c:pt idx="19334">
                  <c:v>5.0312918229844579</c:v>
                </c:pt>
                <c:pt idx="19335">
                  <c:v>5.0316092278539166</c:v>
                </c:pt>
                <c:pt idx="19336">
                  <c:v>5.0294233309088128</c:v>
                </c:pt>
                <c:pt idx="19337">
                  <c:v>5.0299183638312535</c:v>
                </c:pt>
                <c:pt idx="19338">
                  <c:v>5.0321109601102521</c:v>
                </c:pt>
                <c:pt idx="19339">
                  <c:v>5.035866415282138</c:v>
                </c:pt>
                <c:pt idx="19340">
                  <c:v>5.0397977279687618</c:v>
                </c:pt>
                <c:pt idx="19341">
                  <c:v>5.0401589177704613</c:v>
                </c:pt>
                <c:pt idx="19342">
                  <c:v>5.0379664650486182</c:v>
                </c:pt>
                <c:pt idx="19343">
                  <c:v>5.0316152094020365</c:v>
                </c:pt>
                <c:pt idx="19344">
                  <c:v>5.029164066687084</c:v>
                </c:pt>
                <c:pt idx="19345">
                  <c:v>5.0304057882244848</c:v>
                </c:pt>
                <c:pt idx="19346">
                  <c:v>5.0331774940663045</c:v>
                </c:pt>
                <c:pt idx="19347">
                  <c:v>5.0330563318275781</c:v>
                </c:pt>
                <c:pt idx="19348">
                  <c:v>5.0306731873516579</c:v>
                </c:pt>
                <c:pt idx="19349">
                  <c:v>5.0316168363831251</c:v>
                </c:pt>
                <c:pt idx="19350">
                  <c:v>5.0349509513054134</c:v>
                </c:pt>
                <c:pt idx="19351">
                  <c:v>5.0345794732409459</c:v>
                </c:pt>
                <c:pt idx="19352">
                  <c:v>5.0389918459536025</c:v>
                </c:pt>
                <c:pt idx="19353">
                  <c:v>5.0436114194931472</c:v>
                </c:pt>
                <c:pt idx="19354">
                  <c:v>5.0416255933695737</c:v>
                </c:pt>
                <c:pt idx="19355">
                  <c:v>5.0367313949927262</c:v>
                </c:pt>
                <c:pt idx="19356">
                  <c:v>5.0308891451649949</c:v>
                </c:pt>
                <c:pt idx="19357">
                  <c:v>5.0297745674144396</c:v>
                </c:pt>
                <c:pt idx="19358">
                  <c:v>5.0309460416507159</c:v>
                </c:pt>
                <c:pt idx="19359">
                  <c:v>5.0346449831559603</c:v>
                </c:pt>
                <c:pt idx="19360">
                  <c:v>5.037299881326085</c:v>
                </c:pt>
                <c:pt idx="19361">
                  <c:v>5.0382288396753694</c:v>
                </c:pt>
                <c:pt idx="19362">
                  <c:v>5.0376456148074418</c:v>
                </c:pt>
                <c:pt idx="19363">
                  <c:v>5.0375705822678203</c:v>
                </c:pt>
                <c:pt idx="19364">
                  <c:v>5.0363015370186046</c:v>
                </c:pt>
                <c:pt idx="19365">
                  <c:v>5.0339670584181917</c:v>
                </c:pt>
                <c:pt idx="19366">
                  <c:v>5.0302555317357021</c:v>
                </c:pt>
                <c:pt idx="19367">
                  <c:v>5.0284697764336572</c:v>
                </c:pt>
                <c:pt idx="19368">
                  <c:v>5.0317825491922514</c:v>
                </c:pt>
                <c:pt idx="19369">
                  <c:v>5.0358252622310697</c:v>
                </c:pt>
                <c:pt idx="19370">
                  <c:v>5.0424894246229233</c:v>
                </c:pt>
                <c:pt idx="19371">
                  <c:v>5.0442915932930097</c:v>
                </c:pt>
                <c:pt idx="19372">
                  <c:v>5.0372216426766707</c:v>
                </c:pt>
                <c:pt idx="19373">
                  <c:v>5.0322709306331825</c:v>
                </c:pt>
                <c:pt idx="19374">
                  <c:v>5.0331271055049385</c:v>
                </c:pt>
                <c:pt idx="19375">
                  <c:v>5.0362719163923133</c:v>
                </c:pt>
                <c:pt idx="19376">
                  <c:v>5.0400770901921748</c:v>
                </c:pt>
                <c:pt idx="19377">
                  <c:v>5.0362720120970828</c:v>
                </c:pt>
                <c:pt idx="19378">
                  <c:v>5.0293482983691904</c:v>
                </c:pt>
                <c:pt idx="19379">
                  <c:v>5.0272597331751019</c:v>
                </c:pt>
                <c:pt idx="19380">
                  <c:v>5.0272992592450807</c:v>
                </c:pt>
                <c:pt idx="19381">
                  <c:v>5.0282313279993875</c:v>
                </c:pt>
                <c:pt idx="19382">
                  <c:v>5.0271170852155276</c:v>
                </c:pt>
                <c:pt idx="19383">
                  <c:v>5.0252160056657225</c:v>
                </c:pt>
                <c:pt idx="19384">
                  <c:v>5.0270166430594898</c:v>
                </c:pt>
                <c:pt idx="19385">
                  <c:v>5.0305788703008956</c:v>
                </c:pt>
                <c:pt idx="19386">
                  <c:v>5.0326441792358931</c:v>
                </c:pt>
                <c:pt idx="19387">
                  <c:v>5.0339844766863182</c:v>
                </c:pt>
                <c:pt idx="19388">
                  <c:v>5.036930317357017</c:v>
                </c:pt>
                <c:pt idx="19389">
                  <c:v>5.0381326085292093</c:v>
                </c:pt>
                <c:pt idx="19390">
                  <c:v>5.0375796263685784</c:v>
                </c:pt>
                <c:pt idx="19391">
                  <c:v>5.0369102193553328</c:v>
                </c:pt>
                <c:pt idx="19392">
                  <c:v>5.0370421005282902</c:v>
                </c:pt>
                <c:pt idx="19393">
                  <c:v>5.0339397347063777</c:v>
                </c:pt>
                <c:pt idx="19394">
                  <c:v>5.0343874416200904</c:v>
                </c:pt>
                <c:pt idx="19395">
                  <c:v>5.0354692404869459</c:v>
                </c:pt>
                <c:pt idx="19396">
                  <c:v>5.0337562208100453</c:v>
                </c:pt>
                <c:pt idx="19397">
                  <c:v>5.0302172976801165</c:v>
                </c:pt>
                <c:pt idx="19398">
                  <c:v>5.0262989529898174</c:v>
                </c:pt>
                <c:pt idx="19399">
                  <c:v>5.0256669186892271</c:v>
                </c:pt>
                <c:pt idx="19400">
                  <c:v>5.0288725978102748</c:v>
                </c:pt>
                <c:pt idx="19401">
                  <c:v>5.0336267801087207</c:v>
                </c:pt>
                <c:pt idx="19402">
                  <c:v>5.0364078171656077</c:v>
                </c:pt>
                <c:pt idx="19403">
                  <c:v>5.0356802695046321</c:v>
                </c:pt>
                <c:pt idx="19404">
                  <c:v>5.0366391355945179</c:v>
                </c:pt>
                <c:pt idx="19405">
                  <c:v>5.0379014336574537</c:v>
                </c:pt>
                <c:pt idx="19406">
                  <c:v>5.0329588086670238</c:v>
                </c:pt>
                <c:pt idx="19407">
                  <c:v>5.0256619420411912</c:v>
                </c:pt>
                <c:pt idx="19408">
                  <c:v>5.0215671177551489</c:v>
                </c:pt>
                <c:pt idx="19409">
                  <c:v>5.0206815615190257</c:v>
                </c:pt>
                <c:pt idx="19410">
                  <c:v>5.0230750899624841</c:v>
                </c:pt>
                <c:pt idx="19411">
                  <c:v>5.0287130101064239</c:v>
                </c:pt>
                <c:pt idx="19412">
                  <c:v>5.0292221594824289</c:v>
                </c:pt>
                <c:pt idx="19413">
                  <c:v>5.0291644973585488</c:v>
                </c:pt>
                <c:pt idx="19414">
                  <c:v>5.0282205612127706</c:v>
                </c:pt>
                <c:pt idx="19415">
                  <c:v>5.0285389231299291</c:v>
                </c:pt>
                <c:pt idx="19416">
                  <c:v>5.0280949008498581</c:v>
                </c:pt>
                <c:pt idx="19417">
                  <c:v>5.0287882340555852</c:v>
                </c:pt>
                <c:pt idx="19418">
                  <c:v>5.0313891547354723</c:v>
                </c:pt>
                <c:pt idx="19419">
                  <c:v>5.0317140724293701</c:v>
                </c:pt>
                <c:pt idx="19420">
                  <c:v>5.0320112835923743</c:v>
                </c:pt>
                <c:pt idx="19421">
                  <c:v>5.0326826525534036</c:v>
                </c:pt>
                <c:pt idx="19422">
                  <c:v>5.0339297335579207</c:v>
                </c:pt>
                <c:pt idx="19423">
                  <c:v>5.032527132302274</c:v>
                </c:pt>
                <c:pt idx="19424">
                  <c:v>5.0341409061327616</c:v>
                </c:pt>
                <c:pt idx="19425">
                  <c:v>5.0378436758288032</c:v>
                </c:pt>
                <c:pt idx="19426">
                  <c:v>5.0391512901002988</c:v>
                </c:pt>
                <c:pt idx="19427">
                  <c:v>5.0334675752239493</c:v>
                </c:pt>
                <c:pt idx="19428">
                  <c:v>5.0296201477681644</c:v>
                </c:pt>
                <c:pt idx="19429">
                  <c:v>5.0292716867008656</c:v>
                </c:pt>
                <c:pt idx="19430">
                  <c:v>5.0288151749483196</c:v>
                </c:pt>
                <c:pt idx="19431">
                  <c:v>5.0303703296072273</c:v>
                </c:pt>
                <c:pt idx="19432">
                  <c:v>5.0326522184365672</c:v>
                </c:pt>
                <c:pt idx="19433">
                  <c:v>5.0278914803613812</c:v>
                </c:pt>
                <c:pt idx="19434">
                  <c:v>5.0286659712120052</c:v>
                </c:pt>
                <c:pt idx="19435">
                  <c:v>5.0298367276625067</c:v>
                </c:pt>
                <c:pt idx="19436">
                  <c:v>5.0327685475844115</c:v>
                </c:pt>
                <c:pt idx="19437">
                  <c:v>5.0306197840900388</c:v>
                </c:pt>
                <c:pt idx="19438">
                  <c:v>5.0261431934767629</c:v>
                </c:pt>
                <c:pt idx="19439">
                  <c:v>5.0291327712273182</c:v>
                </c:pt>
                <c:pt idx="19440">
                  <c:v>5.0300840766403798</c:v>
                </c:pt>
                <c:pt idx="19441">
                  <c:v>5.02733840249598</c:v>
                </c:pt>
                <c:pt idx="19442">
                  <c:v>5.0249962196615883</c:v>
                </c:pt>
                <c:pt idx="19443">
                  <c:v>5.0261697515504169</c:v>
                </c:pt>
                <c:pt idx="19444">
                  <c:v>5.0297945218589692</c:v>
                </c:pt>
                <c:pt idx="19445">
                  <c:v>5.0310524653548736</c:v>
                </c:pt>
                <c:pt idx="19446">
                  <c:v>5.0316544483577061</c:v>
                </c:pt>
                <c:pt idx="19447">
                  <c:v>5.0332320936375465</c:v>
                </c:pt>
                <c:pt idx="19448">
                  <c:v>5.0335015504172729</c:v>
                </c:pt>
                <c:pt idx="19449">
                  <c:v>5.0340306542378075</c:v>
                </c:pt>
                <c:pt idx="19450">
                  <c:v>5.0326066629660824</c:v>
                </c:pt>
                <c:pt idx="19451">
                  <c:v>5.0307662123880252</c:v>
                </c:pt>
                <c:pt idx="19452">
                  <c:v>5.03232643939974</c:v>
                </c:pt>
                <c:pt idx="19453">
                  <c:v>5.0338000535946712</c:v>
                </c:pt>
                <c:pt idx="19454">
                  <c:v>5.031763408238267</c:v>
                </c:pt>
                <c:pt idx="19455">
                  <c:v>5.031818534185744</c:v>
                </c:pt>
                <c:pt idx="19456">
                  <c:v>5.0359525974274559</c:v>
                </c:pt>
                <c:pt idx="19457">
                  <c:v>5.0402744334277623</c:v>
                </c:pt>
                <c:pt idx="19458">
                  <c:v>5.0397482007503251</c:v>
                </c:pt>
                <c:pt idx="19459">
                  <c:v>5.034847877268203</c:v>
                </c:pt>
                <c:pt idx="19460">
                  <c:v>5.0307978428144855</c:v>
                </c:pt>
                <c:pt idx="19461">
                  <c:v>5.0306771590996098</c:v>
                </c:pt>
                <c:pt idx="19462">
                  <c:v>5.0311089311691291</c:v>
                </c:pt>
                <c:pt idx="19463">
                  <c:v>5.0293063796799631</c:v>
                </c:pt>
                <c:pt idx="19464">
                  <c:v>5.0309693936145781</c:v>
                </c:pt>
                <c:pt idx="19465">
                  <c:v>5.0351340345302811</c:v>
                </c:pt>
                <c:pt idx="19466">
                  <c:v>5.0361942519715184</c:v>
                </c:pt>
                <c:pt idx="19467">
                  <c:v>5.0351687753617638</c:v>
                </c:pt>
                <c:pt idx="19468">
                  <c:v>5.0327974504249289</c:v>
                </c:pt>
                <c:pt idx="19469">
                  <c:v>5.031583244008881</c:v>
                </c:pt>
                <c:pt idx="19470">
                  <c:v>5.0296673780721228</c:v>
                </c:pt>
                <c:pt idx="19471">
                  <c:v>5.0291545440624761</c:v>
                </c:pt>
                <c:pt idx="19472">
                  <c:v>5.0302045210933315</c:v>
                </c:pt>
                <c:pt idx="19473">
                  <c:v>5.0314724657376928</c:v>
                </c:pt>
                <c:pt idx="19474">
                  <c:v>5.0349420029094247</c:v>
                </c:pt>
                <c:pt idx="19475">
                  <c:v>5.0366911032845874</c:v>
                </c:pt>
                <c:pt idx="19476">
                  <c:v>5.0341473183523471</c:v>
                </c:pt>
                <c:pt idx="19477">
                  <c:v>5.0268936624301359</c:v>
                </c:pt>
                <c:pt idx="19478">
                  <c:v>5.0266060695965091</c:v>
                </c:pt>
                <c:pt idx="19479">
                  <c:v>5.031126205880101</c:v>
                </c:pt>
                <c:pt idx="19480">
                  <c:v>5.0325712043488249</c:v>
                </c:pt>
                <c:pt idx="19481">
                  <c:v>5.0327298828573612</c:v>
                </c:pt>
                <c:pt idx="19482">
                  <c:v>5.0341674642064165</c:v>
                </c:pt>
                <c:pt idx="19483">
                  <c:v>5.0340649643978255</c:v>
                </c:pt>
                <c:pt idx="19484">
                  <c:v>5.032103447285813</c:v>
                </c:pt>
                <c:pt idx="19485">
                  <c:v>5.0296276605926042</c:v>
                </c:pt>
                <c:pt idx="19486">
                  <c:v>5.0299828209937987</c:v>
                </c:pt>
                <c:pt idx="19487">
                  <c:v>5.029166555011102</c:v>
                </c:pt>
                <c:pt idx="19488">
                  <c:v>5.0283490927187815</c:v>
                </c:pt>
                <c:pt idx="19489">
                  <c:v>5.0316577980246535</c:v>
                </c:pt>
                <c:pt idx="19490">
                  <c:v>5.0313652763953751</c:v>
                </c:pt>
                <c:pt idx="19491">
                  <c:v>5.0309868597350889</c:v>
                </c:pt>
                <c:pt idx="19492">
                  <c:v>5.0296336899931093</c:v>
                </c:pt>
                <c:pt idx="19493">
                  <c:v>5.0284548464895487</c:v>
                </c:pt>
                <c:pt idx="19494">
                  <c:v>5.028896428297986</c:v>
                </c:pt>
                <c:pt idx="19495">
                  <c:v>5.0330907376923664</c:v>
                </c:pt>
                <c:pt idx="19496">
                  <c:v>5.0369286425235433</c:v>
                </c:pt>
                <c:pt idx="19497">
                  <c:v>5.0394386915243858</c:v>
                </c:pt>
                <c:pt idx="19498">
                  <c:v>5.0393433695735395</c:v>
                </c:pt>
                <c:pt idx="19499">
                  <c:v>5.0376064715565425</c:v>
                </c:pt>
                <c:pt idx="19500">
                  <c:v>5.0384760450960879</c:v>
                </c:pt>
                <c:pt idx="19501">
                  <c:v>5.0371148840058186</c:v>
                </c:pt>
                <c:pt idx="19502">
                  <c:v>5.0373924278386033</c:v>
                </c:pt>
                <c:pt idx="19503">
                  <c:v>5.0358049249674606</c:v>
                </c:pt>
                <c:pt idx="19504">
                  <c:v>5.0351846623535721</c:v>
                </c:pt>
                <c:pt idx="19505">
                  <c:v>5.0348145241558839</c:v>
                </c:pt>
                <c:pt idx="19506">
                  <c:v>5.0319711832937752</c:v>
                </c:pt>
                <c:pt idx="19507">
                  <c:v>5.0304207660209785</c:v>
                </c:pt>
                <c:pt idx="19508">
                  <c:v>5.0313892025878566</c:v>
                </c:pt>
                <c:pt idx="19509">
                  <c:v>5.0346365132838224</c:v>
                </c:pt>
                <c:pt idx="19510">
                  <c:v>5.0346213919301741</c:v>
                </c:pt>
                <c:pt idx="19511">
                  <c:v>5.0326920794732413</c:v>
                </c:pt>
                <c:pt idx="19512">
                  <c:v>5.0323176345609069</c:v>
                </c:pt>
                <c:pt idx="19513">
                  <c:v>5.0306935246152671</c:v>
                </c:pt>
                <c:pt idx="19514">
                  <c:v>5.0314973968302583</c:v>
                </c:pt>
                <c:pt idx="19515">
                  <c:v>5.0353398954903916</c:v>
                </c:pt>
                <c:pt idx="19516">
                  <c:v>5.0371025859428835</c:v>
                </c:pt>
                <c:pt idx="19517">
                  <c:v>5.0387199487022434</c:v>
                </c:pt>
                <c:pt idx="19518">
                  <c:v>5.040903787994794</c:v>
                </c:pt>
                <c:pt idx="19519">
                  <c:v>5.0399683217211546</c:v>
                </c:pt>
                <c:pt idx="19520">
                  <c:v>5.0380577673991276</c:v>
                </c:pt>
                <c:pt idx="19521">
                  <c:v>5.033094900849858</c:v>
                </c:pt>
                <c:pt idx="19522">
                  <c:v>5.0302688825511064</c:v>
                </c:pt>
                <c:pt idx="19523">
                  <c:v>5.0301991616262152</c:v>
                </c:pt>
                <c:pt idx="19524">
                  <c:v>5.0290256297373865</c:v>
                </c:pt>
                <c:pt idx="19525">
                  <c:v>5.0271756086823371</c:v>
                </c:pt>
                <c:pt idx="19526">
                  <c:v>5.0294459650869001</c:v>
                </c:pt>
                <c:pt idx="19527">
                  <c:v>5.031793220274098</c:v>
                </c:pt>
                <c:pt idx="19528">
                  <c:v>5.0334456109792516</c:v>
                </c:pt>
                <c:pt idx="19529">
                  <c:v>5.0379363658984762</c:v>
                </c:pt>
                <c:pt idx="19530">
                  <c:v>5.0421433083224869</c:v>
                </c:pt>
                <c:pt idx="19531">
                  <c:v>5.0412481816093715</c:v>
                </c:pt>
                <c:pt idx="19532">
                  <c:v>5.0356528979404329</c:v>
                </c:pt>
                <c:pt idx="19533">
                  <c:v>5.0324360213613044</c:v>
                </c:pt>
                <c:pt idx="19534">
                  <c:v>5.031689763417809</c:v>
                </c:pt>
                <c:pt idx="19535">
                  <c:v>5.032290837225327</c:v>
                </c:pt>
                <c:pt idx="19536">
                  <c:v>5.0326845187964171</c:v>
                </c:pt>
                <c:pt idx="19537">
                  <c:v>5.0366742113926959</c:v>
                </c:pt>
                <c:pt idx="19538">
                  <c:v>5.0422802139958653</c:v>
                </c:pt>
                <c:pt idx="19539">
                  <c:v>5.0431990754919225</c:v>
                </c:pt>
                <c:pt idx="19540">
                  <c:v>5.0421697706913715</c:v>
                </c:pt>
                <c:pt idx="19541">
                  <c:v>5.0446137834009646</c:v>
                </c:pt>
                <c:pt idx="19542">
                  <c:v>5.0464133201898784</c:v>
                </c:pt>
                <c:pt idx="19543">
                  <c:v>5.0426815519485491</c:v>
                </c:pt>
                <c:pt idx="19544">
                  <c:v>5.0376007771227318</c:v>
                </c:pt>
                <c:pt idx="19545">
                  <c:v>5.038792014393997</c:v>
                </c:pt>
                <c:pt idx="19546">
                  <c:v>5.0401892083301432</c:v>
                </c:pt>
                <c:pt idx="19547">
                  <c:v>5.0384400601025954</c:v>
                </c:pt>
                <c:pt idx="19548">
                  <c:v>5.0329736429063621</c:v>
                </c:pt>
                <c:pt idx="19549">
                  <c:v>5.0290704195697113</c:v>
                </c:pt>
                <c:pt idx="19550">
                  <c:v>5.0276915530970063</c:v>
                </c:pt>
                <c:pt idx="19551">
                  <c:v>5.0290325204808211</c:v>
                </c:pt>
                <c:pt idx="19552">
                  <c:v>5.0328791344460608</c:v>
                </c:pt>
                <c:pt idx="19553">
                  <c:v>5.0333553613812114</c:v>
                </c:pt>
                <c:pt idx="19554">
                  <c:v>5.030320898093561</c:v>
                </c:pt>
                <c:pt idx="19555">
                  <c:v>5.0264096834086214</c:v>
                </c:pt>
                <c:pt idx="19556">
                  <c:v>5.0269116549268817</c:v>
                </c:pt>
                <c:pt idx="19557">
                  <c:v>5.0300765159635557</c:v>
                </c:pt>
                <c:pt idx="19558">
                  <c:v>5.0347229346910654</c:v>
                </c:pt>
                <c:pt idx="19559">
                  <c:v>5.0389558609601099</c:v>
                </c:pt>
                <c:pt idx="19560">
                  <c:v>5.039801556159559</c:v>
                </c:pt>
                <c:pt idx="19561">
                  <c:v>5.0384258479442616</c:v>
                </c:pt>
                <c:pt idx="19562">
                  <c:v>5.0413013456090647</c:v>
                </c:pt>
                <c:pt idx="19563">
                  <c:v>5.0385521303881786</c:v>
                </c:pt>
                <c:pt idx="19564">
                  <c:v>5.0345701898782638</c:v>
                </c:pt>
                <c:pt idx="19565">
                  <c:v>5.0352885498813258</c:v>
                </c:pt>
                <c:pt idx="19566">
                  <c:v>5.0358689993109254</c:v>
                </c:pt>
                <c:pt idx="19567">
                  <c:v>5.0367347925120587</c:v>
                </c:pt>
                <c:pt idx="19568">
                  <c:v>5.0373152897940434</c:v>
                </c:pt>
                <c:pt idx="19569">
                  <c:v>5.038242525457469</c:v>
                </c:pt>
                <c:pt idx="19570">
                  <c:v>5.0368252813720238</c:v>
                </c:pt>
                <c:pt idx="19571">
                  <c:v>5.0377328975576141</c:v>
                </c:pt>
                <c:pt idx="19572">
                  <c:v>5.0404667043105427</c:v>
                </c:pt>
                <c:pt idx="19573">
                  <c:v>5.038210942883393</c:v>
                </c:pt>
                <c:pt idx="19574">
                  <c:v>5.0348094518030777</c:v>
                </c:pt>
                <c:pt idx="19575">
                  <c:v>5.0310396409157034</c:v>
                </c:pt>
                <c:pt idx="19576">
                  <c:v>5.0307805202511293</c:v>
                </c:pt>
                <c:pt idx="19577">
                  <c:v>5.0325277543832785</c:v>
                </c:pt>
                <c:pt idx="19578">
                  <c:v>5.0310606959650865</c:v>
                </c:pt>
                <c:pt idx="19579">
                  <c:v>5.0320921062705768</c:v>
                </c:pt>
                <c:pt idx="19580">
                  <c:v>5.0355188155577677</c:v>
                </c:pt>
                <c:pt idx="19581">
                  <c:v>5.0342000995329608</c:v>
                </c:pt>
                <c:pt idx="19582">
                  <c:v>5.0355476226935147</c:v>
                </c:pt>
                <c:pt idx="19583">
                  <c:v>5.0350632608529207</c:v>
                </c:pt>
                <c:pt idx="19584">
                  <c:v>5.0316365994181149</c:v>
                </c:pt>
                <c:pt idx="19585">
                  <c:v>5.0324187466503334</c:v>
                </c:pt>
                <c:pt idx="19586">
                  <c:v>5.033309135977337</c:v>
                </c:pt>
                <c:pt idx="19587">
                  <c:v>5.0359863333588546</c:v>
                </c:pt>
                <c:pt idx="19588">
                  <c:v>5.0372619822371947</c:v>
                </c:pt>
                <c:pt idx="19589">
                  <c:v>5.0344094537171733</c:v>
                </c:pt>
                <c:pt idx="19590">
                  <c:v>5.0338454655080005</c:v>
                </c:pt>
                <c:pt idx="19591">
                  <c:v>5.0295484170431051</c:v>
                </c:pt>
                <c:pt idx="19592">
                  <c:v>5.0275988630273334</c:v>
                </c:pt>
                <c:pt idx="19593">
                  <c:v>5.0272176230763339</c:v>
                </c:pt>
                <c:pt idx="19594">
                  <c:v>5.0251351351351348</c:v>
                </c:pt>
                <c:pt idx="19595">
                  <c:v>5.0273145720082688</c:v>
                </c:pt>
                <c:pt idx="19596">
                  <c:v>5.0303844939131768</c:v>
                </c:pt>
                <c:pt idx="19597">
                  <c:v>5.0384530280989202</c:v>
                </c:pt>
                <c:pt idx="19598">
                  <c:v>5.0438180460914168</c:v>
                </c:pt>
                <c:pt idx="19599">
                  <c:v>5.0405238879105738</c:v>
                </c:pt>
                <c:pt idx="19600">
                  <c:v>5.035620358318659</c:v>
                </c:pt>
                <c:pt idx="19601">
                  <c:v>5.0320219068218357</c:v>
                </c:pt>
                <c:pt idx="19602">
                  <c:v>5.032477030855218</c:v>
                </c:pt>
                <c:pt idx="19603">
                  <c:v>5.0335695008039201</c:v>
                </c:pt>
                <c:pt idx="19604">
                  <c:v>5.0353629603399437</c:v>
                </c:pt>
                <c:pt idx="19605">
                  <c:v>5.0390468761963092</c:v>
                </c:pt>
                <c:pt idx="19606">
                  <c:v>5.0390224714799787</c:v>
                </c:pt>
                <c:pt idx="19607">
                  <c:v>5.0385976858586634</c:v>
                </c:pt>
                <c:pt idx="19608">
                  <c:v>5.041518164765332</c:v>
                </c:pt>
                <c:pt idx="19609">
                  <c:v>5.0453159692979099</c:v>
                </c:pt>
                <c:pt idx="19610">
                  <c:v>5.0467400084220193</c:v>
                </c:pt>
                <c:pt idx="19611">
                  <c:v>5.0431306944338106</c:v>
                </c:pt>
                <c:pt idx="19612">
                  <c:v>5.0350999636321871</c:v>
                </c:pt>
                <c:pt idx="19613">
                  <c:v>5.0339041803843507</c:v>
                </c:pt>
                <c:pt idx="19614">
                  <c:v>5.0354469891279381</c:v>
                </c:pt>
                <c:pt idx="19615">
                  <c:v>5.0383010967766637</c:v>
                </c:pt>
                <c:pt idx="19616">
                  <c:v>5.0395115228542995</c:v>
                </c:pt>
                <c:pt idx="19617">
                  <c:v>5.0363088584335047</c:v>
                </c:pt>
                <c:pt idx="19618">
                  <c:v>5.033686739147079</c:v>
                </c:pt>
                <c:pt idx="19619">
                  <c:v>5.0342085694050995</c:v>
                </c:pt>
                <c:pt idx="19620">
                  <c:v>5.0318731816093711</c:v>
                </c:pt>
                <c:pt idx="19621">
                  <c:v>5.031033755072353</c:v>
                </c:pt>
                <c:pt idx="19622">
                  <c:v>5.0340329032999005</c:v>
                </c:pt>
                <c:pt idx="19623">
                  <c:v>5.0353866951228845</c:v>
                </c:pt>
                <c:pt idx="19624">
                  <c:v>5.0354425388561364</c:v>
                </c:pt>
                <c:pt idx="19625">
                  <c:v>5.0333218168593525</c:v>
                </c:pt>
                <c:pt idx="19626">
                  <c:v>5.0339822754766095</c:v>
                </c:pt>
                <c:pt idx="19627">
                  <c:v>5.033600557001761</c:v>
                </c:pt>
                <c:pt idx="19628">
                  <c:v>5.0354638331674453</c:v>
                </c:pt>
                <c:pt idx="19629">
                  <c:v>5.0357612357399892</c:v>
                </c:pt>
                <c:pt idx="19630">
                  <c:v>5.0314844288339327</c:v>
                </c:pt>
                <c:pt idx="19631">
                  <c:v>5.0268496860883545</c:v>
                </c:pt>
                <c:pt idx="19632">
                  <c:v>5.0256764891662202</c:v>
                </c:pt>
                <c:pt idx="19633">
                  <c:v>5.02842111055815</c:v>
                </c:pt>
                <c:pt idx="19634">
                  <c:v>5.0339480131689767</c:v>
                </c:pt>
                <c:pt idx="19635">
                  <c:v>5.0402204080851387</c:v>
                </c:pt>
                <c:pt idx="19636">
                  <c:v>5.0399734897787303</c:v>
                </c:pt>
                <c:pt idx="19637">
                  <c:v>5.0366793315978864</c:v>
                </c:pt>
                <c:pt idx="19638">
                  <c:v>5.0380934174259249</c:v>
                </c:pt>
                <c:pt idx="19639">
                  <c:v>5.0389121717326395</c:v>
                </c:pt>
                <c:pt idx="19640">
                  <c:v>5.0402525170354489</c:v>
                </c:pt>
                <c:pt idx="19641">
                  <c:v>5.0392299594211778</c:v>
                </c:pt>
                <c:pt idx="19642">
                  <c:v>5.0386341972283901</c:v>
                </c:pt>
                <c:pt idx="19643">
                  <c:v>5.0368114998851539</c:v>
                </c:pt>
                <c:pt idx="19644">
                  <c:v>5.0303424795191791</c:v>
                </c:pt>
                <c:pt idx="19645">
                  <c:v>5.0278473126100609</c:v>
                </c:pt>
                <c:pt idx="19646">
                  <c:v>5.0281351925579969</c:v>
                </c:pt>
                <c:pt idx="19647">
                  <c:v>5.0283560791669855</c:v>
                </c:pt>
                <c:pt idx="19648">
                  <c:v>5.0322237481816092</c:v>
                </c:pt>
                <c:pt idx="19649">
                  <c:v>5.0344612778500881</c:v>
                </c:pt>
                <c:pt idx="19650">
                  <c:v>5.0340406553862644</c:v>
                </c:pt>
                <c:pt idx="19651">
                  <c:v>5.0348682145318122</c:v>
                </c:pt>
                <c:pt idx="19652">
                  <c:v>5.0400862299977032</c:v>
                </c:pt>
                <c:pt idx="19653">
                  <c:v>5.0415798943419343</c:v>
                </c:pt>
                <c:pt idx="19654">
                  <c:v>5.0409987271265599</c:v>
                </c:pt>
                <c:pt idx="19655">
                  <c:v>5.0399565978868388</c:v>
                </c:pt>
                <c:pt idx="19656">
                  <c:v>5.0370727739070515</c:v>
                </c:pt>
                <c:pt idx="19657">
                  <c:v>5.0345215718551408</c:v>
                </c:pt>
                <c:pt idx="19658">
                  <c:v>5.0323027524691835</c:v>
                </c:pt>
                <c:pt idx="19659">
                  <c:v>5.0295282233366514</c:v>
                </c:pt>
                <c:pt idx="19660">
                  <c:v>5.0284767150294769</c:v>
                </c:pt>
                <c:pt idx="19661">
                  <c:v>5.031596786233826</c:v>
                </c:pt>
                <c:pt idx="19662">
                  <c:v>5.0338898725212466</c:v>
                </c:pt>
                <c:pt idx="19663">
                  <c:v>5.0378397519332365</c:v>
                </c:pt>
                <c:pt idx="19664">
                  <c:v>5.040610883546436</c:v>
                </c:pt>
                <c:pt idx="19665">
                  <c:v>5.037690787458847</c:v>
                </c:pt>
                <c:pt idx="19666">
                  <c:v>5.0348998449582725</c:v>
                </c:pt>
                <c:pt idx="19667">
                  <c:v>5.0370335828037671</c:v>
                </c:pt>
                <c:pt idx="19668">
                  <c:v>5.0342201018298756</c:v>
                </c:pt>
                <c:pt idx="19669">
                  <c:v>5.0310086325702477</c:v>
                </c:pt>
                <c:pt idx="19670">
                  <c:v>5.0327529955592984</c:v>
                </c:pt>
                <c:pt idx="19671">
                  <c:v>5.0332275476609754</c:v>
                </c:pt>
                <c:pt idx="19672">
                  <c:v>5.0334926020212851</c:v>
                </c:pt>
                <c:pt idx="19673">
                  <c:v>5.0346936968838527</c:v>
                </c:pt>
                <c:pt idx="19674">
                  <c:v>5.0341570323864939</c:v>
                </c:pt>
                <c:pt idx="19675">
                  <c:v>5.0282632455401579</c:v>
                </c:pt>
                <c:pt idx="19676">
                  <c:v>5.0281515580736542</c:v>
                </c:pt>
                <c:pt idx="19677">
                  <c:v>5.0290374014240866</c:v>
                </c:pt>
                <c:pt idx="19678">
                  <c:v>5.0274976552331365</c:v>
                </c:pt>
                <c:pt idx="19679">
                  <c:v>5.0302681647653316</c:v>
                </c:pt>
                <c:pt idx="19680">
                  <c:v>5.0316506201669089</c:v>
                </c:pt>
                <c:pt idx="19681">
                  <c:v>5.0303986582191254</c:v>
                </c:pt>
                <c:pt idx="19682">
                  <c:v>5.0256534721690533</c:v>
                </c:pt>
                <c:pt idx="19683">
                  <c:v>5.0216562667483347</c:v>
                </c:pt>
                <c:pt idx="19684">
                  <c:v>5.0209075683332056</c:v>
                </c:pt>
                <c:pt idx="19685">
                  <c:v>5.0242845111400349</c:v>
                </c:pt>
                <c:pt idx="19686">
                  <c:v>5.0290263953755456</c:v>
                </c:pt>
                <c:pt idx="19687">
                  <c:v>5.0315697496363221</c:v>
                </c:pt>
                <c:pt idx="19688">
                  <c:v>5.0326046053135292</c:v>
                </c:pt>
                <c:pt idx="19689">
                  <c:v>5.0299040559681494</c:v>
                </c:pt>
                <c:pt idx="19690">
                  <c:v>5.0250328267360844</c:v>
                </c:pt>
                <c:pt idx="19691">
                  <c:v>5.0237795727739067</c:v>
                </c:pt>
                <c:pt idx="19692">
                  <c:v>5.0258777084449893</c:v>
                </c:pt>
                <c:pt idx="19693">
                  <c:v>5.0262320553556386</c:v>
                </c:pt>
                <c:pt idx="19694">
                  <c:v>5.0269488362299981</c:v>
                </c:pt>
                <c:pt idx="19695">
                  <c:v>5.0263484802082532</c:v>
                </c:pt>
                <c:pt idx="19696">
                  <c:v>5.0238752296914475</c:v>
                </c:pt>
                <c:pt idx="19697">
                  <c:v>5.024203353495138</c:v>
                </c:pt>
                <c:pt idx="19698">
                  <c:v>5.0284132627670166</c:v>
                </c:pt>
                <c:pt idx="19699">
                  <c:v>5.0295879431130848</c:v>
                </c:pt>
                <c:pt idx="19700">
                  <c:v>5.0292568046091422</c:v>
                </c:pt>
                <c:pt idx="19701">
                  <c:v>5.0287079377536177</c:v>
                </c:pt>
                <c:pt idx="19702">
                  <c:v>5.0272570534415433</c:v>
                </c:pt>
                <c:pt idx="19703">
                  <c:v>5.0328921981471559</c:v>
                </c:pt>
                <c:pt idx="19704">
                  <c:v>5.0390384063241713</c:v>
                </c:pt>
                <c:pt idx="19705">
                  <c:v>5.0432497990199829</c:v>
                </c:pt>
                <c:pt idx="19706">
                  <c:v>5.0400433064083918</c:v>
                </c:pt>
                <c:pt idx="19707">
                  <c:v>5.0354808686164922</c:v>
                </c:pt>
                <c:pt idx="19708">
                  <c:v>5.0331631383508153</c:v>
                </c:pt>
                <c:pt idx="19709">
                  <c:v>5.0296750823061025</c:v>
                </c:pt>
                <c:pt idx="19710">
                  <c:v>5.0265641030548966</c:v>
                </c:pt>
                <c:pt idx="19711">
                  <c:v>5.0251294407013249</c:v>
                </c:pt>
                <c:pt idx="19712">
                  <c:v>5.0231631383508155</c:v>
                </c:pt>
                <c:pt idx="19713">
                  <c:v>5.0239797393002066</c:v>
                </c:pt>
                <c:pt idx="19714">
                  <c:v>5.0305721709670008</c:v>
                </c:pt>
                <c:pt idx="19715">
                  <c:v>5.0331294024194166</c:v>
                </c:pt>
                <c:pt idx="19716">
                  <c:v>5.0305003923895564</c:v>
                </c:pt>
                <c:pt idx="19717">
                  <c:v>5.0305400141643055</c:v>
                </c:pt>
                <c:pt idx="19718">
                  <c:v>5.0315080679121049</c:v>
                </c:pt>
                <c:pt idx="19719">
                  <c:v>5.0285773964474387</c:v>
                </c:pt>
                <c:pt idx="19720">
                  <c:v>5.0247268585866323</c:v>
                </c:pt>
                <c:pt idx="19721">
                  <c:v>5.0239572008268896</c:v>
                </c:pt>
                <c:pt idx="19722">
                  <c:v>5.0299616702396444</c:v>
                </c:pt>
                <c:pt idx="19723">
                  <c:v>5.0360661989893574</c:v>
                </c:pt>
                <c:pt idx="19724">
                  <c:v>5.0347652361993722</c:v>
                </c:pt>
                <c:pt idx="19725">
                  <c:v>5.0332737730648498</c:v>
                </c:pt>
                <c:pt idx="19726">
                  <c:v>5.0314643786846336</c:v>
                </c:pt>
                <c:pt idx="19727">
                  <c:v>5.028597494449123</c:v>
                </c:pt>
                <c:pt idx="19728">
                  <c:v>5.0271789583492845</c:v>
                </c:pt>
                <c:pt idx="19729">
                  <c:v>5.0270193706454327</c:v>
                </c:pt>
                <c:pt idx="19730">
                  <c:v>5.0276651385805069</c:v>
                </c:pt>
                <c:pt idx="19731">
                  <c:v>5.026874138657071</c:v>
                </c:pt>
                <c:pt idx="19732">
                  <c:v>5.0266220044407017</c:v>
                </c:pt>
                <c:pt idx="19733">
                  <c:v>5.028337943113085</c:v>
                </c:pt>
                <c:pt idx="19734">
                  <c:v>5.0326577693132224</c:v>
                </c:pt>
                <c:pt idx="19735">
                  <c:v>5.037398361534339</c:v>
                </c:pt>
                <c:pt idx="19736">
                  <c:v>5.035241510986908</c:v>
                </c:pt>
                <c:pt idx="19737">
                  <c:v>5.0321796761350583</c:v>
                </c:pt>
                <c:pt idx="19738">
                  <c:v>5.0312691888063705</c:v>
                </c:pt>
                <c:pt idx="19739">
                  <c:v>5.0289043717938906</c:v>
                </c:pt>
                <c:pt idx="19740">
                  <c:v>5.0241430116377002</c:v>
                </c:pt>
                <c:pt idx="19741">
                  <c:v>5.0223101217364672</c:v>
                </c:pt>
                <c:pt idx="19742">
                  <c:v>5.0247972015925271</c:v>
                </c:pt>
                <c:pt idx="19743">
                  <c:v>5.027292559911186</c:v>
                </c:pt>
                <c:pt idx="19744">
                  <c:v>5.027980629354567</c:v>
                </c:pt>
                <c:pt idx="19745">
                  <c:v>5.0283896715412295</c:v>
                </c:pt>
                <c:pt idx="19746">
                  <c:v>5.0292837455018757</c:v>
                </c:pt>
                <c:pt idx="19747">
                  <c:v>5.0310987864635175</c:v>
                </c:pt>
                <c:pt idx="19748">
                  <c:v>5.0332226188653246</c:v>
                </c:pt>
                <c:pt idx="19749">
                  <c:v>5.0341096585253808</c:v>
                </c:pt>
                <c:pt idx="19750">
                  <c:v>5.0350752718015466</c:v>
                </c:pt>
                <c:pt idx="19751">
                  <c:v>5.0333868961029014</c:v>
                </c:pt>
                <c:pt idx="19752">
                  <c:v>5.028474226705459</c:v>
                </c:pt>
                <c:pt idx="19753">
                  <c:v>5.0281119362989051</c:v>
                </c:pt>
                <c:pt idx="19754">
                  <c:v>5.0295520059719774</c:v>
                </c:pt>
                <c:pt idx="19755">
                  <c:v>5.0291523428527674</c:v>
                </c:pt>
                <c:pt idx="19756">
                  <c:v>5.0298270136283589</c:v>
                </c:pt>
                <c:pt idx="19757">
                  <c:v>5.0319066304264606</c:v>
                </c:pt>
                <c:pt idx="19758">
                  <c:v>5.0313839388255115</c:v>
                </c:pt>
                <c:pt idx="19759">
                  <c:v>5.0296646026337957</c:v>
                </c:pt>
                <c:pt idx="19760">
                  <c:v>5.0308731624684171</c:v>
                </c:pt>
                <c:pt idx="19761">
                  <c:v>5.0303593714110715</c:v>
                </c:pt>
                <c:pt idx="19762">
                  <c:v>5.0292534070898096</c:v>
                </c:pt>
                <c:pt idx="19763">
                  <c:v>5.0280256105964325</c:v>
                </c:pt>
                <c:pt idx="19764">
                  <c:v>5.0288700137814866</c:v>
                </c:pt>
                <c:pt idx="19765">
                  <c:v>5.0290261561136207</c:v>
                </c:pt>
                <c:pt idx="19766">
                  <c:v>5.0303581751014468</c:v>
                </c:pt>
                <c:pt idx="19767">
                  <c:v>5.0303355887757446</c:v>
                </c:pt>
                <c:pt idx="19768">
                  <c:v>5.0278374550187586</c:v>
                </c:pt>
                <c:pt idx="19769">
                  <c:v>5.030863879105735</c:v>
                </c:pt>
                <c:pt idx="19770">
                  <c:v>5.0350297163310618</c:v>
                </c:pt>
                <c:pt idx="19771">
                  <c:v>5.033697027409846</c:v>
                </c:pt>
                <c:pt idx="19772">
                  <c:v>5.0323729519179237</c:v>
                </c:pt>
                <c:pt idx="19773">
                  <c:v>5.034881182528137</c:v>
                </c:pt>
                <c:pt idx="19774">
                  <c:v>5.0336042416354028</c:v>
                </c:pt>
                <c:pt idx="19775">
                  <c:v>5.0351860022203505</c:v>
                </c:pt>
                <c:pt idx="19776">
                  <c:v>5.0370556427532351</c:v>
                </c:pt>
                <c:pt idx="19777">
                  <c:v>5.0353355409233593</c:v>
                </c:pt>
                <c:pt idx="19778">
                  <c:v>5.0342481911798487</c:v>
                </c:pt>
                <c:pt idx="19779">
                  <c:v>5.0341469355332666</c:v>
                </c:pt>
                <c:pt idx="19780">
                  <c:v>5.0373796033994331</c:v>
                </c:pt>
                <c:pt idx="19781">
                  <c:v>5.0384269006967308</c:v>
                </c:pt>
                <c:pt idx="19782">
                  <c:v>5.0369878837761277</c:v>
                </c:pt>
                <c:pt idx="19783">
                  <c:v>5.0383077961105585</c:v>
                </c:pt>
                <c:pt idx="19784">
                  <c:v>5.0389966311920986</c:v>
                </c:pt>
                <c:pt idx="19785">
                  <c:v>5.0390479289487784</c:v>
                </c:pt>
                <c:pt idx="19786">
                  <c:v>5.0385824209478605</c:v>
                </c:pt>
                <c:pt idx="19787">
                  <c:v>5.0337883297603554</c:v>
                </c:pt>
                <c:pt idx="19788">
                  <c:v>5.0267091436337186</c:v>
                </c:pt>
                <c:pt idx="19789">
                  <c:v>5.0249255895413825</c:v>
                </c:pt>
                <c:pt idx="19790">
                  <c:v>5.0248892217288113</c:v>
                </c:pt>
                <c:pt idx="19791">
                  <c:v>5.0239311691294697</c:v>
                </c:pt>
                <c:pt idx="19792">
                  <c:v>5.0280588680039813</c:v>
                </c:pt>
                <c:pt idx="19793">
                  <c:v>5.0323395031008342</c:v>
                </c:pt>
                <c:pt idx="19794">
                  <c:v>5.0359886781257179</c:v>
                </c:pt>
                <c:pt idx="19795">
                  <c:v>5.0353147729882854</c:v>
                </c:pt>
                <c:pt idx="19796">
                  <c:v>5.0322059949467883</c:v>
                </c:pt>
                <c:pt idx="19797">
                  <c:v>5.0303378378378376</c:v>
                </c:pt>
                <c:pt idx="19798">
                  <c:v>5.0307136704693365</c:v>
                </c:pt>
                <c:pt idx="19799">
                  <c:v>5.0311814753847335</c:v>
                </c:pt>
                <c:pt idx="19800">
                  <c:v>5.0288489108797183</c:v>
                </c:pt>
                <c:pt idx="19801">
                  <c:v>5.0273609409692979</c:v>
                </c:pt>
                <c:pt idx="19802">
                  <c:v>5.0285973508919684</c:v>
                </c:pt>
                <c:pt idx="19803">
                  <c:v>5.0280388657070665</c:v>
                </c:pt>
                <c:pt idx="19804">
                  <c:v>5.0302835253809048</c:v>
                </c:pt>
                <c:pt idx="19805">
                  <c:v>5.0325864692596278</c:v>
                </c:pt>
                <c:pt idx="19806">
                  <c:v>5.0328405654237809</c:v>
                </c:pt>
                <c:pt idx="19807">
                  <c:v>5.0299752603169745</c:v>
                </c:pt>
                <c:pt idx="19808">
                  <c:v>5.0276611189801699</c:v>
                </c:pt>
                <c:pt idx="19809">
                  <c:v>5.0282972207334815</c:v>
                </c:pt>
                <c:pt idx="19810">
                  <c:v>5.0293057097465734</c:v>
                </c:pt>
                <c:pt idx="19811">
                  <c:v>5.0320364539468647</c:v>
                </c:pt>
                <c:pt idx="19812">
                  <c:v>5.0338115860194472</c:v>
                </c:pt>
                <c:pt idx="19813">
                  <c:v>5.0351210186815711</c:v>
                </c:pt>
                <c:pt idx="19814">
                  <c:v>5.0357395586096008</c:v>
                </c:pt>
                <c:pt idx="19815">
                  <c:v>5.0333942175178015</c:v>
                </c:pt>
                <c:pt idx="19816">
                  <c:v>5.0326970561212772</c:v>
                </c:pt>
                <c:pt idx="19817">
                  <c:v>5.0348063892504404</c:v>
                </c:pt>
                <c:pt idx="19818">
                  <c:v>5.0382260163846562</c:v>
                </c:pt>
                <c:pt idx="19819">
                  <c:v>5.0390600356021746</c:v>
                </c:pt>
                <c:pt idx="19820">
                  <c:v>5.0365624760738079</c:v>
                </c:pt>
                <c:pt idx="19821">
                  <c:v>5.0322708827807974</c:v>
                </c:pt>
                <c:pt idx="19822">
                  <c:v>5.0271356997932779</c:v>
                </c:pt>
                <c:pt idx="19823">
                  <c:v>5.0287541631574921</c:v>
                </c:pt>
                <c:pt idx="19824">
                  <c:v>5.0355828899012325</c:v>
                </c:pt>
                <c:pt idx="19825">
                  <c:v>5.0404590957813333</c:v>
                </c:pt>
                <c:pt idx="19826">
                  <c:v>5.0403418574381744</c:v>
                </c:pt>
                <c:pt idx="19827">
                  <c:v>5.03672660975423</c:v>
                </c:pt>
                <c:pt idx="19828">
                  <c:v>5.0327126559987754</c:v>
                </c:pt>
                <c:pt idx="19829">
                  <c:v>5.0348821395758367</c:v>
                </c:pt>
                <c:pt idx="19830">
                  <c:v>5.0359361362070283</c:v>
                </c:pt>
                <c:pt idx="19831">
                  <c:v>5.0309033094709443</c:v>
                </c:pt>
                <c:pt idx="19832">
                  <c:v>5.0247067127325629</c:v>
                </c:pt>
                <c:pt idx="19833">
                  <c:v>5.0223802254804379</c:v>
                </c:pt>
                <c:pt idx="19834">
                  <c:v>5.025331138503943</c:v>
                </c:pt>
                <c:pt idx="19835">
                  <c:v>5.0316243492075641</c:v>
                </c:pt>
                <c:pt idx="19836">
                  <c:v>5.0334124971288565</c:v>
                </c:pt>
                <c:pt idx="19837">
                  <c:v>5.0316704789066691</c:v>
                </c:pt>
                <c:pt idx="19838">
                  <c:v>5.0320906228466429</c:v>
                </c:pt>
                <c:pt idx="19839">
                  <c:v>5.0362492343618408</c:v>
                </c:pt>
                <c:pt idx="19840">
                  <c:v>5.0402160535181073</c:v>
                </c:pt>
                <c:pt idx="19841">
                  <c:v>5.039205698262001</c:v>
                </c:pt>
                <c:pt idx="19842">
                  <c:v>5.0369629526835613</c:v>
                </c:pt>
                <c:pt idx="19843">
                  <c:v>5.0351655692519719</c:v>
                </c:pt>
                <c:pt idx="19844">
                  <c:v>5.0339555259934157</c:v>
                </c:pt>
                <c:pt idx="19845">
                  <c:v>5.0315662085598349</c:v>
                </c:pt>
                <c:pt idx="19846">
                  <c:v>5.0304905826506392</c:v>
                </c:pt>
                <c:pt idx="19847">
                  <c:v>5.0300798177781179</c:v>
                </c:pt>
                <c:pt idx="19848">
                  <c:v>5.0286951133144475</c:v>
                </c:pt>
                <c:pt idx="19849">
                  <c:v>5.0289024098461068</c:v>
                </c:pt>
                <c:pt idx="19850">
                  <c:v>5.0301409252737157</c:v>
                </c:pt>
                <c:pt idx="19851">
                  <c:v>5.0313809719776437</c:v>
                </c:pt>
                <c:pt idx="19852">
                  <c:v>5.0325921158410534</c:v>
                </c:pt>
                <c:pt idx="19853">
                  <c:v>5.0360050914937604</c:v>
                </c:pt>
                <c:pt idx="19854">
                  <c:v>5.0371973336651097</c:v>
                </c:pt>
                <c:pt idx="19855">
                  <c:v>5.0362571778577445</c:v>
                </c:pt>
                <c:pt idx="19856">
                  <c:v>5.0385958674680342</c:v>
                </c:pt>
                <c:pt idx="19857">
                  <c:v>5.0398026089120282</c:v>
                </c:pt>
                <c:pt idx="19858">
                  <c:v>5.0405331234208717</c:v>
                </c:pt>
                <c:pt idx="19859">
                  <c:v>5.0446033994334281</c:v>
                </c:pt>
                <c:pt idx="19860">
                  <c:v>5.0433228217594364</c:v>
                </c:pt>
                <c:pt idx="19861">
                  <c:v>5.0356127976418348</c:v>
                </c:pt>
                <c:pt idx="19862">
                  <c:v>5.0308063126866243</c:v>
                </c:pt>
                <c:pt idx="19863">
                  <c:v>5.0326123095475079</c:v>
                </c:pt>
                <c:pt idx="19864">
                  <c:v>5.0338679561289332</c:v>
                </c:pt>
                <c:pt idx="19865">
                  <c:v>5.0304384714034152</c:v>
                </c:pt>
                <c:pt idx="19866">
                  <c:v>5.0284861419493145</c:v>
                </c:pt>
                <c:pt idx="19867">
                  <c:v>5.0320714340402724</c:v>
                </c:pt>
                <c:pt idx="19868">
                  <c:v>5.0367535027945793</c:v>
                </c:pt>
                <c:pt idx="19869">
                  <c:v>5.0376715986524765</c:v>
                </c:pt>
                <c:pt idx="19870">
                  <c:v>5.0356596451267128</c:v>
                </c:pt>
                <c:pt idx="19871">
                  <c:v>5.0316795230074263</c:v>
                </c:pt>
                <c:pt idx="19872">
                  <c:v>5.0266043947630346</c:v>
                </c:pt>
                <c:pt idx="19873">
                  <c:v>5.0236753502794578</c:v>
                </c:pt>
                <c:pt idx="19874">
                  <c:v>5.0257309930326928</c:v>
                </c:pt>
                <c:pt idx="19875">
                  <c:v>5.0276960033688081</c:v>
                </c:pt>
                <c:pt idx="19876">
                  <c:v>5.0283468436566876</c:v>
                </c:pt>
                <c:pt idx="19877">
                  <c:v>5.0296019160094936</c:v>
                </c:pt>
                <c:pt idx="19878">
                  <c:v>5.0301946635020292</c:v>
                </c:pt>
                <c:pt idx="19879">
                  <c:v>5.0317912583263151</c:v>
                </c:pt>
                <c:pt idx="19880">
                  <c:v>5.0331637125794346</c:v>
                </c:pt>
                <c:pt idx="19881">
                  <c:v>5.0358105715488861</c:v>
                </c:pt>
                <c:pt idx="19882">
                  <c:v>5.0366143002067227</c:v>
                </c:pt>
                <c:pt idx="19883">
                  <c:v>5.0373391202817546</c:v>
                </c:pt>
                <c:pt idx="19884">
                  <c:v>5.0387639250440239</c:v>
                </c:pt>
                <c:pt idx="19885">
                  <c:v>5.0366356902228011</c:v>
                </c:pt>
                <c:pt idx="19886">
                  <c:v>5.0359853284587706</c:v>
                </c:pt>
                <c:pt idx="19887">
                  <c:v>5.0336402744812805</c:v>
                </c:pt>
                <c:pt idx="19888">
                  <c:v>5.0301604490467806</c:v>
                </c:pt>
                <c:pt idx="19889">
                  <c:v>5.0253405654237806</c:v>
                </c:pt>
                <c:pt idx="19890">
                  <c:v>5.0227369171579515</c:v>
                </c:pt>
                <c:pt idx="19891">
                  <c:v>5.0266605734629817</c:v>
                </c:pt>
                <c:pt idx="19892">
                  <c:v>5.0304586651098688</c:v>
                </c:pt>
                <c:pt idx="19893">
                  <c:v>5.0305977241405708</c:v>
                </c:pt>
                <c:pt idx="19894">
                  <c:v>5.0306374894724755</c:v>
                </c:pt>
                <c:pt idx="19895">
                  <c:v>5.0293701190567335</c:v>
                </c:pt>
                <c:pt idx="19896">
                  <c:v>5.0267323520404261</c:v>
                </c:pt>
                <c:pt idx="19897">
                  <c:v>5.0303461163004366</c:v>
                </c:pt>
                <c:pt idx="19898">
                  <c:v>5.0346704406247609</c:v>
                </c:pt>
                <c:pt idx="19899">
                  <c:v>5.0308124856442848</c:v>
                </c:pt>
                <c:pt idx="19900">
                  <c:v>5.0235332765485028</c:v>
                </c:pt>
                <c:pt idx="19901">
                  <c:v>5.0239059987749792</c:v>
                </c:pt>
                <c:pt idx="19902">
                  <c:v>5.025468953372636</c:v>
                </c:pt>
                <c:pt idx="19903">
                  <c:v>5.0266705746114386</c:v>
                </c:pt>
                <c:pt idx="19904">
                  <c:v>5.028396562284664</c:v>
                </c:pt>
                <c:pt idx="19905">
                  <c:v>5.0276204923053367</c:v>
                </c:pt>
                <c:pt idx="19906">
                  <c:v>5.0272572448510831</c:v>
                </c:pt>
                <c:pt idx="19907">
                  <c:v>5.0310665339560527</c:v>
                </c:pt>
                <c:pt idx="19908">
                  <c:v>5.0320617200061255</c:v>
                </c:pt>
                <c:pt idx="19909">
                  <c:v>5.0294314179618711</c:v>
                </c:pt>
                <c:pt idx="19910">
                  <c:v>5.0306154773753926</c:v>
                </c:pt>
                <c:pt idx="19911">
                  <c:v>5.0304414382512821</c:v>
                </c:pt>
                <c:pt idx="19912">
                  <c:v>5.0297499712885694</c:v>
                </c:pt>
                <c:pt idx="19913">
                  <c:v>5.0285981165301274</c:v>
                </c:pt>
                <c:pt idx="19914">
                  <c:v>5.0254974733940738</c:v>
                </c:pt>
                <c:pt idx="19915">
                  <c:v>5.0203011350585713</c:v>
                </c:pt>
                <c:pt idx="19916">
                  <c:v>5.0195710512211926</c:v>
                </c:pt>
                <c:pt idx="19917">
                  <c:v>5.0262483251665264</c:v>
                </c:pt>
                <c:pt idx="19918">
                  <c:v>5.0313280472398745</c:v>
                </c:pt>
                <c:pt idx="19919">
                  <c:v>5.0326446099073578</c:v>
                </c:pt>
                <c:pt idx="19920">
                  <c:v>5.030483787611975</c:v>
                </c:pt>
                <c:pt idx="19921">
                  <c:v>5.0278208502411763</c:v>
                </c:pt>
                <c:pt idx="19922">
                  <c:v>5.0275848422785394</c:v>
                </c:pt>
                <c:pt idx="19923">
                  <c:v>5.0281278711430977</c:v>
                </c:pt>
                <c:pt idx="19924">
                  <c:v>5.0324299441084142</c:v>
                </c:pt>
                <c:pt idx="19925">
                  <c:v>5.0371337856978791</c:v>
                </c:pt>
                <c:pt idx="19926">
                  <c:v>5.0376636551565728</c:v>
                </c:pt>
                <c:pt idx="19927">
                  <c:v>5.037895739223643</c:v>
                </c:pt>
                <c:pt idx="19928">
                  <c:v>5.0382234802082539</c:v>
                </c:pt>
                <c:pt idx="19929">
                  <c:v>5.0348206971135445</c:v>
                </c:pt>
                <c:pt idx="19930">
                  <c:v>5.0340118482505165</c:v>
                </c:pt>
                <c:pt idx="19931">
                  <c:v>5.036040310849093</c:v>
                </c:pt>
                <c:pt idx="19932">
                  <c:v>5.0358975193323632</c:v>
                </c:pt>
                <c:pt idx="19933">
                  <c:v>5.0357239108797183</c:v>
                </c:pt>
                <c:pt idx="19934">
                  <c:v>5.0353483175101443</c:v>
                </c:pt>
                <c:pt idx="19935">
                  <c:v>5.0384529323941507</c:v>
                </c:pt>
                <c:pt idx="19936">
                  <c:v>5.040954894341934</c:v>
                </c:pt>
                <c:pt idx="19937">
                  <c:v>5.0415291229614887</c:v>
                </c:pt>
                <c:pt idx="19938">
                  <c:v>5.0385471058877576</c:v>
                </c:pt>
                <c:pt idx="19939">
                  <c:v>5.0358591895720082</c:v>
                </c:pt>
                <c:pt idx="19940">
                  <c:v>5.0391111898016998</c:v>
                </c:pt>
                <c:pt idx="19941">
                  <c:v>5.0386006527065312</c:v>
                </c:pt>
                <c:pt idx="19942">
                  <c:v>5.0318799766480362</c:v>
                </c:pt>
                <c:pt idx="19943">
                  <c:v>5.0297511675981932</c:v>
                </c:pt>
                <c:pt idx="19944">
                  <c:v>5.0322570534415432</c:v>
                </c:pt>
                <c:pt idx="19945">
                  <c:v>5.0350998200750325</c:v>
                </c:pt>
                <c:pt idx="19946">
                  <c:v>5.0345234380981552</c:v>
                </c:pt>
                <c:pt idx="19947">
                  <c:v>5.0355670507618102</c:v>
                </c:pt>
                <c:pt idx="19948">
                  <c:v>5.0339140858280373</c:v>
                </c:pt>
                <c:pt idx="19949">
                  <c:v>5.0302604605313528</c:v>
                </c:pt>
                <c:pt idx="19950">
                  <c:v>5.0282130962407168</c:v>
                </c:pt>
                <c:pt idx="19951">
                  <c:v>5.0299070228160172</c:v>
                </c:pt>
                <c:pt idx="19952">
                  <c:v>5.0339288243626061</c:v>
                </c:pt>
                <c:pt idx="19953">
                  <c:v>5.0350861342929329</c:v>
                </c:pt>
                <c:pt idx="19954">
                  <c:v>5.0344619956358621</c:v>
                </c:pt>
                <c:pt idx="19955">
                  <c:v>5.0367944165837226</c:v>
                </c:pt>
                <c:pt idx="19956">
                  <c:v>5.0366247798790296</c:v>
                </c:pt>
                <c:pt idx="19957">
                  <c:v>5.0310479193783015</c:v>
                </c:pt>
                <c:pt idx="19958">
                  <c:v>5.0296860405022583</c:v>
                </c:pt>
                <c:pt idx="19959">
                  <c:v>5.029585263379527</c:v>
                </c:pt>
                <c:pt idx="19960">
                  <c:v>5.0318334641298526</c:v>
                </c:pt>
                <c:pt idx="19961">
                  <c:v>5.0357127134216366</c:v>
                </c:pt>
                <c:pt idx="19962">
                  <c:v>5.0370414784472857</c:v>
                </c:pt>
                <c:pt idx="19963">
                  <c:v>5.0359084775285199</c:v>
                </c:pt>
                <c:pt idx="19964">
                  <c:v>5.0312548809432664</c:v>
                </c:pt>
                <c:pt idx="19965">
                  <c:v>5.0280581502182065</c:v>
                </c:pt>
                <c:pt idx="19966">
                  <c:v>5.0278478389862951</c:v>
                </c:pt>
                <c:pt idx="19967">
                  <c:v>5.0260771093331291</c:v>
                </c:pt>
                <c:pt idx="19968">
                  <c:v>5.0230808801010642</c:v>
                </c:pt>
                <c:pt idx="19969">
                  <c:v>5.022127660592604</c:v>
                </c:pt>
                <c:pt idx="19970">
                  <c:v>5.0211574056350967</c:v>
                </c:pt>
                <c:pt idx="19971">
                  <c:v>5.0245865553939204</c:v>
                </c:pt>
                <c:pt idx="19972">
                  <c:v>5.0295236773600793</c:v>
                </c:pt>
                <c:pt idx="19973">
                  <c:v>5.0305547526988743</c:v>
                </c:pt>
                <c:pt idx="19974">
                  <c:v>5.0283441160707447</c:v>
                </c:pt>
                <c:pt idx="19975">
                  <c:v>5.031706033228696</c:v>
                </c:pt>
                <c:pt idx="19976">
                  <c:v>5.0361920029094254</c:v>
                </c:pt>
                <c:pt idx="19977">
                  <c:v>5.0386441505244619</c:v>
                </c:pt>
                <c:pt idx="19978">
                  <c:v>5.0406392121583341</c:v>
                </c:pt>
                <c:pt idx="19979">
                  <c:v>5.0396067491003755</c:v>
                </c:pt>
                <c:pt idx="19980">
                  <c:v>5.0386575013398671</c:v>
                </c:pt>
                <c:pt idx="19981">
                  <c:v>5.0375928814792132</c:v>
                </c:pt>
                <c:pt idx="19982">
                  <c:v>5.0371273734782944</c:v>
                </c:pt>
                <c:pt idx="19983">
                  <c:v>5.034898983615343</c:v>
                </c:pt>
                <c:pt idx="19984">
                  <c:v>5.0314434671924051</c:v>
                </c:pt>
                <c:pt idx="19985">
                  <c:v>5.0298201707373096</c:v>
                </c:pt>
                <c:pt idx="19986">
                  <c:v>5.0298114616032459</c:v>
                </c:pt>
                <c:pt idx="19987">
                  <c:v>5.0278625775208639</c:v>
                </c:pt>
                <c:pt idx="19988">
                  <c:v>5.0278570744965929</c:v>
                </c:pt>
                <c:pt idx="19989">
                  <c:v>5.0280776739912714</c:v>
                </c:pt>
                <c:pt idx="19990">
                  <c:v>5.0292010565806597</c:v>
                </c:pt>
                <c:pt idx="19991">
                  <c:v>5.0304472283898631</c:v>
                </c:pt>
                <c:pt idx="19992">
                  <c:v>5.0313991558839293</c:v>
                </c:pt>
                <c:pt idx="19993">
                  <c:v>5.0306055240793199</c:v>
                </c:pt>
                <c:pt idx="19994">
                  <c:v>5.0282684135977336</c:v>
                </c:pt>
                <c:pt idx="19995">
                  <c:v>5.0276730342240255</c:v>
                </c:pt>
                <c:pt idx="19996">
                  <c:v>5.0323195486563046</c:v>
                </c:pt>
                <c:pt idx="19997">
                  <c:v>5.0342338833167446</c:v>
                </c:pt>
                <c:pt idx="19998">
                  <c:v>5.0336522854299055</c:v>
                </c:pt>
                <c:pt idx="19999">
                  <c:v>5.0328311385039433</c:v>
                </c:pt>
                <c:pt idx="20000">
                  <c:v>5.0336638178546815</c:v>
                </c:pt>
                <c:pt idx="20001">
                  <c:v>5.0343591130081924</c:v>
                </c:pt>
                <c:pt idx="20002">
                  <c:v>5.0338114903146769</c:v>
                </c:pt>
                <c:pt idx="20003">
                  <c:v>5.0346563720235817</c:v>
                </c:pt>
                <c:pt idx="20004">
                  <c:v>5.0359607323328994</c:v>
                </c:pt>
                <c:pt idx="20005">
                  <c:v>5.0364378684633646</c:v>
                </c:pt>
                <c:pt idx="20006">
                  <c:v>5.0375192366587553</c:v>
                </c:pt>
                <c:pt idx="20007">
                  <c:v>5.0370912927800324</c:v>
                </c:pt>
                <c:pt idx="20008">
                  <c:v>5.0368070974657373</c:v>
                </c:pt>
                <c:pt idx="20009">
                  <c:v>5.0379282309930327</c:v>
                </c:pt>
                <c:pt idx="20010">
                  <c:v>5.0389402132302274</c:v>
                </c:pt>
                <c:pt idx="20011">
                  <c:v>5.0362580870530591</c:v>
                </c:pt>
                <c:pt idx="20012">
                  <c:v>5.0345463115381675</c:v>
                </c:pt>
                <c:pt idx="20013">
                  <c:v>5.0333883795268353</c:v>
                </c:pt>
                <c:pt idx="20014">
                  <c:v>5.0318262384197228</c:v>
                </c:pt>
                <c:pt idx="20015">
                  <c:v>5.0353566916775128</c:v>
                </c:pt>
                <c:pt idx="20016">
                  <c:v>5.0413244104586177</c:v>
                </c:pt>
                <c:pt idx="20017">
                  <c:v>5.0413353686547735</c:v>
                </c:pt>
                <c:pt idx="20018">
                  <c:v>5.0376455669550566</c:v>
                </c:pt>
                <c:pt idx="20019">
                  <c:v>5.0332447745195621</c:v>
                </c:pt>
                <c:pt idx="20020">
                  <c:v>5.0273961603246304</c:v>
                </c:pt>
                <c:pt idx="20021">
                  <c:v>5.0263784836536249</c:v>
                </c:pt>
                <c:pt idx="20022">
                  <c:v>5.0253156821836003</c:v>
                </c:pt>
                <c:pt idx="20023">
                  <c:v>5.0205904027256718</c:v>
                </c:pt>
                <c:pt idx="20024">
                  <c:v>5.0187872291555014</c:v>
                </c:pt>
                <c:pt idx="20025">
                  <c:v>5.0203281238036901</c:v>
                </c:pt>
                <c:pt idx="20026">
                  <c:v>5.0228354930709749</c:v>
                </c:pt>
                <c:pt idx="20027">
                  <c:v>5.0268695448281147</c:v>
                </c:pt>
                <c:pt idx="20028">
                  <c:v>5.0304589522241789</c:v>
                </c:pt>
                <c:pt idx="20029">
                  <c:v>5.0294662544981241</c:v>
                </c:pt>
                <c:pt idx="20030">
                  <c:v>5.0285446175637389</c:v>
                </c:pt>
                <c:pt idx="20031">
                  <c:v>5.0306864903146771</c:v>
                </c:pt>
                <c:pt idx="20032">
                  <c:v>5.0313976246076102</c:v>
                </c:pt>
                <c:pt idx="20033">
                  <c:v>5.03289947170967</c:v>
                </c:pt>
                <c:pt idx="20034">
                  <c:v>5.029263264681112</c:v>
                </c:pt>
                <c:pt idx="20035">
                  <c:v>5.0253931551948545</c:v>
                </c:pt>
                <c:pt idx="20036">
                  <c:v>5.0270590881249522</c:v>
                </c:pt>
                <c:pt idx="20037">
                  <c:v>5.0313209650869002</c:v>
                </c:pt>
                <c:pt idx="20038">
                  <c:v>5.0295747837072202</c:v>
                </c:pt>
                <c:pt idx="20039">
                  <c:v>5.0291498545287494</c:v>
                </c:pt>
                <c:pt idx="20040">
                  <c:v>5.0279762269351505</c:v>
                </c:pt>
                <c:pt idx="20041">
                  <c:v>5.0274847829415821</c:v>
                </c:pt>
                <c:pt idx="20042">
                  <c:v>5.0291506201669094</c:v>
                </c:pt>
                <c:pt idx="20043">
                  <c:v>5.0308046857055357</c:v>
                </c:pt>
                <c:pt idx="20044">
                  <c:v>5.0326770059719772</c:v>
                </c:pt>
                <c:pt idx="20045">
                  <c:v>5.0358569405099152</c:v>
                </c:pt>
                <c:pt idx="20046">
                  <c:v>5.0374851657606614</c:v>
                </c:pt>
                <c:pt idx="20047">
                  <c:v>5.0365508479442616</c:v>
                </c:pt>
                <c:pt idx="20048">
                  <c:v>5.0356837627287341</c:v>
                </c:pt>
                <c:pt idx="20049">
                  <c:v>5.0352504115305106</c:v>
                </c:pt>
                <c:pt idx="20050">
                  <c:v>5.034604835004977</c:v>
                </c:pt>
                <c:pt idx="20051">
                  <c:v>5.0314319826200133</c:v>
                </c:pt>
                <c:pt idx="20052">
                  <c:v>5.0322943304494299</c:v>
                </c:pt>
                <c:pt idx="20053">
                  <c:v>5.0332710454789069</c:v>
                </c:pt>
                <c:pt idx="20054">
                  <c:v>5.0362992879565116</c:v>
                </c:pt>
                <c:pt idx="20055">
                  <c:v>5.0385448568256646</c:v>
                </c:pt>
                <c:pt idx="20056">
                  <c:v>5.0386901845187966</c:v>
                </c:pt>
                <c:pt idx="20057">
                  <c:v>5.0377049996171808</c:v>
                </c:pt>
                <c:pt idx="20058">
                  <c:v>5.0361997549957893</c:v>
                </c:pt>
                <c:pt idx="20059">
                  <c:v>5.0382920526759056</c:v>
                </c:pt>
                <c:pt idx="20060">
                  <c:v>5.0374498985529437</c:v>
                </c:pt>
                <c:pt idx="20061">
                  <c:v>5.0355743243243243</c:v>
                </c:pt>
                <c:pt idx="20062">
                  <c:v>5.0367422096317283</c:v>
                </c:pt>
                <c:pt idx="20063">
                  <c:v>5.0319009359926499</c:v>
                </c:pt>
                <c:pt idx="20064">
                  <c:v>5.0262896696271344</c:v>
                </c:pt>
                <c:pt idx="20065">
                  <c:v>5.0296877631881172</c:v>
                </c:pt>
                <c:pt idx="20066">
                  <c:v>5.0358380388178547</c:v>
                </c:pt>
                <c:pt idx="20067">
                  <c:v>5.0410665339560525</c:v>
                </c:pt>
                <c:pt idx="20068">
                  <c:v>5.0436713785315064</c:v>
                </c:pt>
                <c:pt idx="20069">
                  <c:v>5.0435606959650867</c:v>
                </c:pt>
                <c:pt idx="20070">
                  <c:v>5.0420574611438633</c:v>
                </c:pt>
                <c:pt idx="20071">
                  <c:v>5.0399291784702553</c:v>
                </c:pt>
                <c:pt idx="20072">
                  <c:v>5.0382744908506236</c:v>
                </c:pt>
                <c:pt idx="20073">
                  <c:v>5.0377172498277316</c:v>
                </c:pt>
                <c:pt idx="20074">
                  <c:v>5.0366753598499345</c:v>
                </c:pt>
                <c:pt idx="20075">
                  <c:v>5.0364159999234364</c:v>
                </c:pt>
                <c:pt idx="20076">
                  <c:v>5.0400190452492151</c:v>
                </c:pt>
                <c:pt idx="20077">
                  <c:v>5.0429841704310538</c:v>
                </c:pt>
                <c:pt idx="20078">
                  <c:v>5.04275821146926</c:v>
                </c:pt>
                <c:pt idx="20079">
                  <c:v>5.0383965144322795</c:v>
                </c:pt>
                <c:pt idx="20080">
                  <c:v>5.0336892753234821</c:v>
                </c:pt>
                <c:pt idx="20081">
                  <c:v>5.0282976992573314</c:v>
                </c:pt>
                <c:pt idx="20082">
                  <c:v>5.0286838201515964</c:v>
                </c:pt>
                <c:pt idx="20083">
                  <c:v>5.0327590728121887</c:v>
                </c:pt>
                <c:pt idx="20084">
                  <c:v>5.0358224389403565</c:v>
                </c:pt>
                <c:pt idx="20085">
                  <c:v>5.0366024328152514</c:v>
                </c:pt>
                <c:pt idx="20086">
                  <c:v>5.0320335349513821</c:v>
                </c:pt>
                <c:pt idx="20087">
                  <c:v>5.0311048637164077</c:v>
                </c:pt>
                <c:pt idx="20088">
                  <c:v>5.0328340096470408</c:v>
                </c:pt>
                <c:pt idx="20089">
                  <c:v>5.0330454693361917</c:v>
                </c:pt>
                <c:pt idx="20090">
                  <c:v>5.0319830506852465</c:v>
                </c:pt>
                <c:pt idx="20091">
                  <c:v>5.0307857840134753</c:v>
                </c:pt>
                <c:pt idx="20092">
                  <c:v>5.0292518279611054</c:v>
                </c:pt>
                <c:pt idx="20093">
                  <c:v>5.0303989453334355</c:v>
                </c:pt>
                <c:pt idx="20094">
                  <c:v>5.0286224733940736</c:v>
                </c:pt>
                <c:pt idx="20095">
                  <c:v>5.0284390552025116</c:v>
                </c:pt>
                <c:pt idx="20096">
                  <c:v>5.0320999540617102</c:v>
                </c:pt>
                <c:pt idx="20097">
                  <c:v>5.0358032022816017</c:v>
                </c:pt>
                <c:pt idx="20098">
                  <c:v>5.0345757886073041</c:v>
                </c:pt>
                <c:pt idx="20099">
                  <c:v>5.0309308245922981</c:v>
                </c:pt>
                <c:pt idx="20100">
                  <c:v>5.0280639403567875</c:v>
                </c:pt>
                <c:pt idx="20101">
                  <c:v>5.0277224178853075</c:v>
                </c:pt>
                <c:pt idx="20102">
                  <c:v>5.0257560198300286</c:v>
                </c:pt>
                <c:pt idx="20103">
                  <c:v>5.026022940433351</c:v>
                </c:pt>
                <c:pt idx="20104">
                  <c:v>5.0345624856442841</c:v>
                </c:pt>
                <c:pt idx="20105">
                  <c:v>5.0397821280912645</c:v>
                </c:pt>
                <c:pt idx="20106">
                  <c:v>5.0392042148380671</c:v>
                </c:pt>
                <c:pt idx="20107">
                  <c:v>5.0386397481050453</c:v>
                </c:pt>
                <c:pt idx="20108">
                  <c:v>5.0371360826123572</c:v>
                </c:pt>
                <c:pt idx="20109">
                  <c:v>5.0347038415894652</c:v>
                </c:pt>
                <c:pt idx="20110">
                  <c:v>5.0312853150601029</c:v>
                </c:pt>
                <c:pt idx="20111">
                  <c:v>5.0291839254268433</c:v>
                </c:pt>
                <c:pt idx="20112">
                  <c:v>5.0278546340249601</c:v>
                </c:pt>
                <c:pt idx="20113">
                  <c:v>5.0271984821223485</c:v>
                </c:pt>
                <c:pt idx="20114">
                  <c:v>5.0282273083990505</c:v>
                </c:pt>
                <c:pt idx="20115">
                  <c:v>5.0289045153510452</c:v>
                </c:pt>
                <c:pt idx="20116">
                  <c:v>5.0309184308245927</c:v>
                </c:pt>
                <c:pt idx="20117">
                  <c:v>5.0341809107265902</c:v>
                </c:pt>
                <c:pt idx="20118">
                  <c:v>5.0352246190950156</c:v>
                </c:pt>
                <c:pt idx="20119">
                  <c:v>5.0345269791746423</c:v>
                </c:pt>
                <c:pt idx="20120">
                  <c:v>5.0306096872368116</c:v>
                </c:pt>
                <c:pt idx="20121">
                  <c:v>5.0283069347676292</c:v>
                </c:pt>
                <c:pt idx="20122">
                  <c:v>5.0263208215297448</c:v>
                </c:pt>
                <c:pt idx="20123">
                  <c:v>5.0270935896945108</c:v>
                </c:pt>
                <c:pt idx="20124">
                  <c:v>5.0309025916851695</c:v>
                </c:pt>
                <c:pt idx="20125">
                  <c:v>5.0322867697726057</c:v>
                </c:pt>
                <c:pt idx="20126">
                  <c:v>5.0351678661664501</c:v>
                </c:pt>
                <c:pt idx="20127">
                  <c:v>5.0356080602557229</c:v>
                </c:pt>
                <c:pt idx="20128">
                  <c:v>5.0306292588622616</c:v>
                </c:pt>
                <c:pt idx="20129">
                  <c:v>5.0285542358931172</c:v>
                </c:pt>
                <c:pt idx="20130">
                  <c:v>5.0320645432968378</c:v>
                </c:pt>
                <c:pt idx="20131">
                  <c:v>5.0343756220810043</c:v>
                </c:pt>
                <c:pt idx="20132">
                  <c:v>5.0320849762652173</c:v>
                </c:pt>
                <c:pt idx="20133">
                  <c:v>5.0289938079013856</c:v>
                </c:pt>
                <c:pt idx="20134">
                  <c:v>5.0298084469029938</c:v>
                </c:pt>
                <c:pt idx="20135">
                  <c:v>5.0320280797794963</c:v>
                </c:pt>
                <c:pt idx="20136">
                  <c:v>5.0316958406706993</c:v>
                </c:pt>
                <c:pt idx="20137">
                  <c:v>5.0344980763341241</c:v>
                </c:pt>
                <c:pt idx="20138">
                  <c:v>5.0380295823443841</c:v>
                </c:pt>
                <c:pt idx="20139">
                  <c:v>5.0384591532041956</c:v>
                </c:pt>
                <c:pt idx="20140">
                  <c:v>5.036393844269198</c:v>
                </c:pt>
                <c:pt idx="20141">
                  <c:v>5.0307139097312614</c:v>
                </c:pt>
                <c:pt idx="20142">
                  <c:v>5.0281453851159945</c:v>
                </c:pt>
                <c:pt idx="20143">
                  <c:v>5.0302233270806216</c:v>
                </c:pt>
                <c:pt idx="20144">
                  <c:v>5.0305783917770466</c:v>
                </c:pt>
                <c:pt idx="20145">
                  <c:v>5.0289579664650486</c:v>
                </c:pt>
                <c:pt idx="20146">
                  <c:v>5.0294430939438017</c:v>
                </c:pt>
                <c:pt idx="20147">
                  <c:v>5.0332719068218363</c:v>
                </c:pt>
                <c:pt idx="20148">
                  <c:v>5.0339235606002601</c:v>
                </c:pt>
                <c:pt idx="20149">
                  <c:v>5.0344050034453716</c:v>
                </c:pt>
                <c:pt idx="20150">
                  <c:v>5.0348777371564202</c:v>
                </c:pt>
                <c:pt idx="20151">
                  <c:v>5.032934308245923</c:v>
                </c:pt>
                <c:pt idx="20152">
                  <c:v>5.0328113754689534</c:v>
                </c:pt>
                <c:pt idx="20153">
                  <c:v>5.0350098097389173</c:v>
                </c:pt>
                <c:pt idx="20154">
                  <c:v>5.0393772490620936</c:v>
                </c:pt>
                <c:pt idx="20155">
                  <c:v>5.0397588239797875</c:v>
                </c:pt>
                <c:pt idx="20156">
                  <c:v>5.0378044847255188</c:v>
                </c:pt>
                <c:pt idx="20157">
                  <c:v>5.0362088469489317</c:v>
                </c:pt>
                <c:pt idx="20158">
                  <c:v>5.0348837665569253</c:v>
                </c:pt>
                <c:pt idx="20159">
                  <c:v>5.0361483615343392</c:v>
                </c:pt>
                <c:pt idx="20160">
                  <c:v>5.0361721920220504</c:v>
                </c:pt>
                <c:pt idx="20161">
                  <c:v>5.0353451592527367</c:v>
                </c:pt>
                <c:pt idx="20162">
                  <c:v>5.0343637068371487</c:v>
                </c:pt>
                <c:pt idx="20163">
                  <c:v>5.0333428240563514</c:v>
                </c:pt>
                <c:pt idx="20164">
                  <c:v>5.0374638714493534</c:v>
                </c:pt>
                <c:pt idx="20165">
                  <c:v>5.0428582229538321</c:v>
                </c:pt>
                <c:pt idx="20166">
                  <c:v>5.0408054991960798</c:v>
                </c:pt>
                <c:pt idx="20167">
                  <c:v>5.0395276491080319</c:v>
                </c:pt>
                <c:pt idx="20168">
                  <c:v>5.0393918918918921</c:v>
                </c:pt>
                <c:pt idx="20169">
                  <c:v>5.0372969623306023</c:v>
                </c:pt>
                <c:pt idx="20170">
                  <c:v>5.0368441830640842</c:v>
                </c:pt>
                <c:pt idx="20171">
                  <c:v>5.0368090594135211</c:v>
                </c:pt>
                <c:pt idx="20172">
                  <c:v>5.0374598039966312</c:v>
                </c:pt>
                <c:pt idx="20173">
                  <c:v>5.0392086172574837</c:v>
                </c:pt>
                <c:pt idx="20174">
                  <c:v>5.0394781697419804</c:v>
                </c:pt>
                <c:pt idx="20175">
                  <c:v>5.041625162698109</c:v>
                </c:pt>
                <c:pt idx="20176">
                  <c:v>5.0447320744965927</c:v>
                </c:pt>
                <c:pt idx="20177">
                  <c:v>5.0457876981088736</c:v>
                </c:pt>
                <c:pt idx="20178">
                  <c:v>5.040836890360616</c:v>
                </c:pt>
                <c:pt idx="20179">
                  <c:v>5.0378698510833777</c:v>
                </c:pt>
                <c:pt idx="20180">
                  <c:v>5.0404761312303803</c:v>
                </c:pt>
                <c:pt idx="20181">
                  <c:v>5.0394816629660824</c:v>
                </c:pt>
                <c:pt idx="20182">
                  <c:v>5.0371111993721769</c:v>
                </c:pt>
                <c:pt idx="20183">
                  <c:v>5.0361563050302429</c:v>
                </c:pt>
                <c:pt idx="20184">
                  <c:v>5.0359744659673842</c:v>
                </c:pt>
                <c:pt idx="20185">
                  <c:v>5.0371606308858432</c:v>
                </c:pt>
                <c:pt idx="20186">
                  <c:v>5.0342943208789528</c:v>
                </c:pt>
                <c:pt idx="20187">
                  <c:v>5.0307971728810967</c:v>
                </c:pt>
                <c:pt idx="20188">
                  <c:v>5.0326555681035146</c:v>
                </c:pt>
                <c:pt idx="20189">
                  <c:v>5.0337277964933769</c:v>
                </c:pt>
                <c:pt idx="20190">
                  <c:v>5.0343125047852384</c:v>
                </c:pt>
                <c:pt idx="20191">
                  <c:v>5.0367124454482814</c:v>
                </c:pt>
                <c:pt idx="20192">
                  <c:v>5.0375552695046322</c:v>
                </c:pt>
                <c:pt idx="20193">
                  <c:v>5.03751263302963</c:v>
                </c:pt>
                <c:pt idx="20194">
                  <c:v>5.0348834315902309</c:v>
                </c:pt>
                <c:pt idx="20195">
                  <c:v>5.0318020251129321</c:v>
                </c:pt>
                <c:pt idx="20196">
                  <c:v>5.0299036731490698</c:v>
                </c:pt>
                <c:pt idx="20197">
                  <c:v>5.0298747703085525</c:v>
                </c:pt>
                <c:pt idx="20198">
                  <c:v>5.0330887757445835</c:v>
                </c:pt>
                <c:pt idx="20199">
                  <c:v>5.0308379909654697</c:v>
                </c:pt>
                <c:pt idx="20200">
                  <c:v>5.023672144169665</c:v>
                </c:pt>
                <c:pt idx="20201">
                  <c:v>5.0225631172957659</c:v>
                </c:pt>
                <c:pt idx="20202">
                  <c:v>5.0219979327769693</c:v>
                </c:pt>
                <c:pt idx="20203">
                  <c:v>5.0232199391317662</c:v>
                </c:pt>
                <c:pt idx="20204">
                  <c:v>5.024727767781946</c:v>
                </c:pt>
                <c:pt idx="20205">
                  <c:v>5.029408353112319</c:v>
                </c:pt>
                <c:pt idx="20206">
                  <c:v>5.0309425484266139</c:v>
                </c:pt>
                <c:pt idx="20207">
                  <c:v>5.0290531927111246</c:v>
                </c:pt>
                <c:pt idx="20208">
                  <c:v>5.0296458444988899</c:v>
                </c:pt>
                <c:pt idx="20209">
                  <c:v>5.0279795766020978</c:v>
                </c:pt>
                <c:pt idx="20210">
                  <c:v>5.0268412162162166</c:v>
                </c:pt>
                <c:pt idx="20211">
                  <c:v>5.0254279438787233</c:v>
                </c:pt>
                <c:pt idx="20212">
                  <c:v>5.0277846259857588</c:v>
                </c:pt>
                <c:pt idx="20213">
                  <c:v>5.0344051948549113</c:v>
                </c:pt>
                <c:pt idx="20214">
                  <c:v>5.0390670699027638</c:v>
                </c:pt>
                <c:pt idx="20215">
                  <c:v>5.0371640762575609</c:v>
                </c:pt>
                <c:pt idx="20216">
                  <c:v>5.0316271724982773</c:v>
                </c:pt>
                <c:pt idx="20217">
                  <c:v>5.030928288415895</c:v>
                </c:pt>
                <c:pt idx="20218">
                  <c:v>5.0320098958732107</c:v>
                </c:pt>
                <c:pt idx="20219">
                  <c:v>5.0314669148610367</c:v>
                </c:pt>
                <c:pt idx="20220">
                  <c:v>5.0338865228542993</c:v>
                </c:pt>
                <c:pt idx="20221">
                  <c:v>5.0370624856442845</c:v>
                </c:pt>
                <c:pt idx="20222">
                  <c:v>5.0407488419722837</c:v>
                </c:pt>
                <c:pt idx="20223">
                  <c:v>5.0405432681264832</c:v>
                </c:pt>
                <c:pt idx="20224">
                  <c:v>5.039906017915933</c:v>
                </c:pt>
                <c:pt idx="20225">
                  <c:v>5.0379967556082992</c:v>
                </c:pt>
                <c:pt idx="20226">
                  <c:v>5.035917521629278</c:v>
                </c:pt>
                <c:pt idx="20227">
                  <c:v>5.0333906764413134</c:v>
                </c:pt>
                <c:pt idx="20228">
                  <c:v>5.030845838756604</c:v>
                </c:pt>
                <c:pt idx="20229">
                  <c:v>5.0315774060179157</c:v>
                </c:pt>
                <c:pt idx="20230">
                  <c:v>5.0340877899854526</c:v>
                </c:pt>
                <c:pt idx="20231">
                  <c:v>5.0313765695582271</c:v>
                </c:pt>
                <c:pt idx="20232">
                  <c:v>5.0279949372176711</c:v>
                </c:pt>
                <c:pt idx="20233">
                  <c:v>5.0259617372329837</c:v>
                </c:pt>
                <c:pt idx="20234">
                  <c:v>5.0251938021590998</c:v>
                </c:pt>
                <c:pt idx="20235">
                  <c:v>5.02557997090575</c:v>
                </c:pt>
                <c:pt idx="20236">
                  <c:v>5.0259569998468727</c:v>
                </c:pt>
                <c:pt idx="20237">
                  <c:v>5.0278830104892425</c:v>
                </c:pt>
                <c:pt idx="20238">
                  <c:v>5.0289242305336499</c:v>
                </c:pt>
                <c:pt idx="20239">
                  <c:v>5.0303079779496214</c:v>
                </c:pt>
                <c:pt idx="20240">
                  <c:v>5.0295759321644589</c:v>
                </c:pt>
                <c:pt idx="20241">
                  <c:v>5.0285620358318655</c:v>
                </c:pt>
                <c:pt idx="20242">
                  <c:v>5.029176843273869</c:v>
                </c:pt>
                <c:pt idx="20243">
                  <c:v>5.0296512518183905</c:v>
                </c:pt>
                <c:pt idx="20244">
                  <c:v>5.0297235089196848</c:v>
                </c:pt>
                <c:pt idx="20245">
                  <c:v>5.0300137336344841</c:v>
                </c:pt>
                <c:pt idx="20246">
                  <c:v>5.0322402094020369</c:v>
                </c:pt>
                <c:pt idx="20247">
                  <c:v>5.0358756507924358</c:v>
                </c:pt>
                <c:pt idx="20248">
                  <c:v>5.0363699659291017</c:v>
                </c:pt>
                <c:pt idx="20249">
                  <c:v>5.0335461009876736</c:v>
                </c:pt>
                <c:pt idx="20250">
                  <c:v>5.0300447898323251</c:v>
                </c:pt>
                <c:pt idx="20251">
                  <c:v>5.0294428546818777</c:v>
                </c:pt>
                <c:pt idx="20252">
                  <c:v>5.0288637451190565</c:v>
                </c:pt>
                <c:pt idx="20253">
                  <c:v>5.0289359065155805</c:v>
                </c:pt>
                <c:pt idx="20254">
                  <c:v>5.0305595379373704</c:v>
                </c:pt>
                <c:pt idx="20255">
                  <c:v>5.0333855083837378</c:v>
                </c:pt>
                <c:pt idx="20256">
                  <c:v>5.0351285793583953</c:v>
                </c:pt>
                <c:pt idx="20257">
                  <c:v>5.0330893021208176</c:v>
                </c:pt>
                <c:pt idx="20258">
                  <c:v>5.0309385766786621</c:v>
                </c:pt>
                <c:pt idx="20259">
                  <c:v>5.030424402802236</c:v>
                </c:pt>
                <c:pt idx="20260">
                  <c:v>5.0285505034070894</c:v>
                </c:pt>
                <c:pt idx="20261">
                  <c:v>5.0286439112625372</c:v>
                </c:pt>
                <c:pt idx="20262">
                  <c:v>5.0323889824668857</c:v>
                </c:pt>
                <c:pt idx="20263">
                  <c:v>5.0325200022969145</c:v>
                </c:pt>
                <c:pt idx="20264">
                  <c:v>5.0301894954444526</c:v>
                </c:pt>
                <c:pt idx="20265">
                  <c:v>5.0291687083684247</c:v>
                </c:pt>
                <c:pt idx="20266">
                  <c:v>5.0258178451114004</c:v>
                </c:pt>
                <c:pt idx="20267">
                  <c:v>5.0217904926881554</c:v>
                </c:pt>
                <c:pt idx="20268">
                  <c:v>5.0208018145624376</c:v>
                </c:pt>
                <c:pt idx="20269">
                  <c:v>5.0177317969527602</c:v>
                </c:pt>
                <c:pt idx="20270">
                  <c:v>5.0185500248832398</c:v>
                </c:pt>
                <c:pt idx="20271">
                  <c:v>5.0216708138733637</c:v>
                </c:pt>
                <c:pt idx="20272">
                  <c:v>5.0264304991960795</c:v>
                </c:pt>
                <c:pt idx="20273">
                  <c:v>5.0318280568103511</c:v>
                </c:pt>
                <c:pt idx="20274">
                  <c:v>5.0369777869229004</c:v>
                </c:pt>
                <c:pt idx="20275">
                  <c:v>5.0425014355715492</c:v>
                </c:pt>
                <c:pt idx="20276">
                  <c:v>5.0439522720312384</c:v>
                </c:pt>
                <c:pt idx="20277">
                  <c:v>5.0428107533879487</c:v>
                </c:pt>
                <c:pt idx="20278">
                  <c:v>5.0389973968302577</c:v>
                </c:pt>
                <c:pt idx="20279">
                  <c:v>5.0351934193400201</c:v>
                </c:pt>
                <c:pt idx="20280">
                  <c:v>5.0341693783018142</c:v>
                </c:pt>
                <c:pt idx="20281">
                  <c:v>5.0333861783171274</c:v>
                </c:pt>
                <c:pt idx="20282">
                  <c:v>5.0326878684633645</c:v>
                </c:pt>
                <c:pt idx="20283">
                  <c:v>5.0322619822371948</c:v>
                </c:pt>
                <c:pt idx="20284">
                  <c:v>5.0326038875277543</c:v>
                </c:pt>
                <c:pt idx="20285">
                  <c:v>5.0345513360385885</c:v>
                </c:pt>
                <c:pt idx="20286">
                  <c:v>5.0337664612204271</c:v>
                </c:pt>
                <c:pt idx="20287">
                  <c:v>5.0320459765714727</c:v>
                </c:pt>
                <c:pt idx="20288">
                  <c:v>5.0316292301508305</c:v>
                </c:pt>
                <c:pt idx="20289">
                  <c:v>5.0342154122961489</c:v>
                </c:pt>
                <c:pt idx="20290">
                  <c:v>5.0403628167827881</c:v>
                </c:pt>
                <c:pt idx="20291">
                  <c:v>5.0393788760431821</c:v>
                </c:pt>
                <c:pt idx="20292">
                  <c:v>5.0371703927723761</c:v>
                </c:pt>
                <c:pt idx="20293">
                  <c:v>5.0351226456626597</c:v>
                </c:pt>
                <c:pt idx="20294">
                  <c:v>5.0352747205420716</c:v>
                </c:pt>
                <c:pt idx="20295">
                  <c:v>5.035494315136666</c:v>
                </c:pt>
                <c:pt idx="20296">
                  <c:v>5.0360930920297067</c:v>
                </c:pt>
                <c:pt idx="20297">
                  <c:v>5.0348051450884315</c:v>
                </c:pt>
                <c:pt idx="20298">
                  <c:v>5.0309033573233286</c:v>
                </c:pt>
                <c:pt idx="20299">
                  <c:v>5.0260123172038895</c:v>
                </c:pt>
                <c:pt idx="20300">
                  <c:v>5.0266542090957813</c:v>
                </c:pt>
                <c:pt idx="20301">
                  <c:v>5.0297447075262234</c:v>
                </c:pt>
                <c:pt idx="20302">
                  <c:v>5.0322013532654468</c:v>
                </c:pt>
                <c:pt idx="20303">
                  <c:v>5.0320182700405791</c:v>
                </c:pt>
                <c:pt idx="20304">
                  <c:v>5.0307301316897632</c:v>
                </c:pt>
                <c:pt idx="20305">
                  <c:v>5.0296029687619628</c:v>
                </c:pt>
                <c:pt idx="20306">
                  <c:v>5.0292894399356864</c:v>
                </c:pt>
                <c:pt idx="20307">
                  <c:v>5.0340924795191793</c:v>
                </c:pt>
                <c:pt idx="20308">
                  <c:v>5.0352909903529595</c:v>
                </c:pt>
                <c:pt idx="20309">
                  <c:v>5.0351606404563203</c:v>
                </c:pt>
                <c:pt idx="20310">
                  <c:v>5.0378309470944034</c:v>
                </c:pt>
                <c:pt idx="20311">
                  <c:v>5.037743903606156</c:v>
                </c:pt>
                <c:pt idx="20312">
                  <c:v>5.0386224733940743</c:v>
                </c:pt>
                <c:pt idx="20313">
                  <c:v>5.0379432087895264</c:v>
                </c:pt>
                <c:pt idx="20314">
                  <c:v>5.0354785238496289</c:v>
                </c:pt>
                <c:pt idx="20315">
                  <c:v>5.0353548732868845</c:v>
                </c:pt>
                <c:pt idx="20316">
                  <c:v>5.0355092450807746</c:v>
                </c:pt>
                <c:pt idx="20317">
                  <c:v>5.0356357667866165</c:v>
                </c:pt>
                <c:pt idx="20318">
                  <c:v>5.0369227566801928</c:v>
                </c:pt>
                <c:pt idx="20319">
                  <c:v>5.036633154046398</c:v>
                </c:pt>
                <c:pt idx="20320">
                  <c:v>5.033344977413674</c:v>
                </c:pt>
                <c:pt idx="20321">
                  <c:v>5.0358486620473162</c:v>
                </c:pt>
                <c:pt idx="20322">
                  <c:v>5.0353376942806829</c:v>
                </c:pt>
                <c:pt idx="20323">
                  <c:v>5.0327893155194854</c:v>
                </c:pt>
                <c:pt idx="20324">
                  <c:v>5.0305173799862182</c:v>
                </c:pt>
                <c:pt idx="20325">
                  <c:v>5.0275319175407702</c:v>
                </c:pt>
                <c:pt idx="20326">
                  <c:v>5.0286751588699179</c:v>
                </c:pt>
                <c:pt idx="20327">
                  <c:v>5.0307263992037363</c:v>
                </c:pt>
                <c:pt idx="20328">
                  <c:v>5.0292937945027179</c:v>
                </c:pt>
                <c:pt idx="20329">
                  <c:v>5.0258042550340711</c:v>
                </c:pt>
                <c:pt idx="20330">
                  <c:v>5.02677790751091</c:v>
                </c:pt>
                <c:pt idx="20331">
                  <c:v>5.0305860960110254</c:v>
                </c:pt>
                <c:pt idx="20332">
                  <c:v>5.0363776701630814</c:v>
                </c:pt>
                <c:pt idx="20333">
                  <c:v>5.039538176632723</c:v>
                </c:pt>
                <c:pt idx="20334">
                  <c:v>5.0364829932623838</c:v>
                </c:pt>
                <c:pt idx="20335">
                  <c:v>5.037820563126866</c:v>
                </c:pt>
                <c:pt idx="20336">
                  <c:v>5.0394931475384732</c:v>
                </c:pt>
                <c:pt idx="20337">
                  <c:v>5.0384491999081238</c:v>
                </c:pt>
                <c:pt idx="20338">
                  <c:v>5.0371830736543908</c:v>
                </c:pt>
                <c:pt idx="20339">
                  <c:v>5.0415760182987519</c:v>
                </c:pt>
                <c:pt idx="20340">
                  <c:v>5.0416104720159254</c:v>
                </c:pt>
                <c:pt idx="20341">
                  <c:v>5.0385216005665718</c:v>
                </c:pt>
                <c:pt idx="20342">
                  <c:v>5.0391630139346146</c:v>
                </c:pt>
                <c:pt idx="20343">
                  <c:v>5.0392963785315059</c:v>
                </c:pt>
                <c:pt idx="20344">
                  <c:v>5.0386591283209556</c:v>
                </c:pt>
                <c:pt idx="20345">
                  <c:v>5.0400145471250291</c:v>
                </c:pt>
                <c:pt idx="20346">
                  <c:v>5.0395163559451799</c:v>
                </c:pt>
                <c:pt idx="20347">
                  <c:v>5.038095187964168</c:v>
                </c:pt>
                <c:pt idx="20348">
                  <c:v>5.0361356327999385</c:v>
                </c:pt>
                <c:pt idx="20349">
                  <c:v>5.0367782424776051</c:v>
                </c:pt>
                <c:pt idx="20350">
                  <c:v>5.0379827827118904</c:v>
                </c:pt>
                <c:pt idx="20351">
                  <c:v>5.0324189859122574</c:v>
                </c:pt>
                <c:pt idx="20352">
                  <c:v>5.0284445103743973</c:v>
                </c:pt>
                <c:pt idx="20353">
                  <c:v>5.0265207966465049</c:v>
                </c:pt>
                <c:pt idx="20354">
                  <c:v>5.0246831215067758</c:v>
                </c:pt>
                <c:pt idx="20355">
                  <c:v>5.0235807461143862</c:v>
                </c:pt>
                <c:pt idx="20356">
                  <c:v>5.0292981490697493</c:v>
                </c:pt>
                <c:pt idx="20357">
                  <c:v>5.0319668287267438</c:v>
                </c:pt>
                <c:pt idx="20358">
                  <c:v>5.0342780032156806</c:v>
                </c:pt>
                <c:pt idx="20359">
                  <c:v>5.03859581961565</c:v>
                </c:pt>
                <c:pt idx="20360">
                  <c:v>5.0409141719623305</c:v>
                </c:pt>
                <c:pt idx="20361">
                  <c:v>5.0424676517877653</c:v>
                </c:pt>
                <c:pt idx="20362">
                  <c:v>5.0436508498583565</c:v>
                </c:pt>
                <c:pt idx="20363">
                  <c:v>5.0415327597427453</c:v>
                </c:pt>
                <c:pt idx="20364">
                  <c:v>5.0340561595589923</c:v>
                </c:pt>
                <c:pt idx="20365">
                  <c:v>5.0292011044330449</c:v>
                </c:pt>
                <c:pt idx="20366">
                  <c:v>5.0305538913559449</c:v>
                </c:pt>
                <c:pt idx="20367">
                  <c:v>5.0341942615419955</c:v>
                </c:pt>
                <c:pt idx="20368">
                  <c:v>5.0345596145011866</c:v>
                </c:pt>
                <c:pt idx="20369">
                  <c:v>5.0331397385345689</c:v>
                </c:pt>
                <c:pt idx="20370">
                  <c:v>5.035447228389863</c:v>
                </c:pt>
                <c:pt idx="20371">
                  <c:v>5.0378780338412064</c:v>
                </c:pt>
                <c:pt idx="20372">
                  <c:v>5.0392969527601252</c:v>
                </c:pt>
                <c:pt idx="20373">
                  <c:v>5.0387272222647574</c:v>
                </c:pt>
                <c:pt idx="20374">
                  <c:v>5.0350086134292935</c:v>
                </c:pt>
                <c:pt idx="20375">
                  <c:v>5.0283555527907513</c:v>
                </c:pt>
                <c:pt idx="20376">
                  <c:v>5.0235058092795342</c:v>
                </c:pt>
                <c:pt idx="20377">
                  <c:v>5.0244518509302507</c:v>
                </c:pt>
                <c:pt idx="20378">
                  <c:v>5.029693983998162</c:v>
                </c:pt>
                <c:pt idx="20379">
                  <c:v>5.0318464799785625</c:v>
                </c:pt>
                <c:pt idx="20380">
                  <c:v>5.0364223164382516</c:v>
                </c:pt>
                <c:pt idx="20381">
                  <c:v>5.0389725614424625</c:v>
                </c:pt>
                <c:pt idx="20382">
                  <c:v>5.0352403625296684</c:v>
                </c:pt>
                <c:pt idx="20383">
                  <c:v>5.0348536674067832</c:v>
                </c:pt>
                <c:pt idx="20384">
                  <c:v>5.0338791057346297</c:v>
                </c:pt>
                <c:pt idx="20385">
                  <c:v>5.0314698817089045</c:v>
                </c:pt>
                <c:pt idx="20386">
                  <c:v>5.0268664344230913</c:v>
                </c:pt>
                <c:pt idx="20387">
                  <c:v>5.0263245540157717</c:v>
                </c:pt>
                <c:pt idx="20388">
                  <c:v>5.0264701688232138</c:v>
                </c:pt>
                <c:pt idx="20389">
                  <c:v>5.0262489950999161</c:v>
                </c:pt>
                <c:pt idx="20390">
                  <c:v>5.0258292818314061</c:v>
                </c:pt>
                <c:pt idx="20391">
                  <c:v>5.0273556772069519</c:v>
                </c:pt>
                <c:pt idx="20392">
                  <c:v>5.026192816399969</c:v>
                </c:pt>
                <c:pt idx="20393">
                  <c:v>5.0267440280223568</c:v>
                </c:pt>
                <c:pt idx="20394">
                  <c:v>5.0304788109639382</c:v>
                </c:pt>
                <c:pt idx="20395">
                  <c:v>5.0298848193093946</c:v>
                </c:pt>
                <c:pt idx="20396">
                  <c:v>5.0289517456550037</c:v>
                </c:pt>
                <c:pt idx="20397">
                  <c:v>5.0293379144016539</c:v>
                </c:pt>
                <c:pt idx="20398">
                  <c:v>5.0381987883776125</c:v>
                </c:pt>
                <c:pt idx="20399">
                  <c:v>5.0437722992113923</c:v>
                </c:pt>
                <c:pt idx="20400">
                  <c:v>5.0395834449888985</c:v>
                </c:pt>
                <c:pt idx="20401">
                  <c:v>5.0325366070744968</c:v>
                </c:pt>
                <c:pt idx="20402">
                  <c:v>5.0303837282750168</c:v>
                </c:pt>
                <c:pt idx="20403">
                  <c:v>5.0370061633871837</c:v>
                </c:pt>
                <c:pt idx="20404">
                  <c:v>5.0416263590077328</c:v>
                </c:pt>
                <c:pt idx="20405">
                  <c:v>5.0431186356327995</c:v>
                </c:pt>
                <c:pt idx="20406">
                  <c:v>5.0397721269428066</c:v>
                </c:pt>
                <c:pt idx="20407">
                  <c:v>5.0344126119745809</c:v>
                </c:pt>
                <c:pt idx="20408">
                  <c:v>5.0332306102136126</c:v>
                </c:pt>
                <c:pt idx="20409">
                  <c:v>5.0297121679044485</c:v>
                </c:pt>
                <c:pt idx="20410">
                  <c:v>5.0290095034836533</c:v>
                </c:pt>
                <c:pt idx="20411">
                  <c:v>5.0320406171043564</c:v>
                </c:pt>
                <c:pt idx="20412">
                  <c:v>5.0364895011867388</c:v>
                </c:pt>
                <c:pt idx="20413">
                  <c:v>5.0373113180460916</c:v>
                </c:pt>
                <c:pt idx="20414">
                  <c:v>5.0386909980093408</c:v>
                </c:pt>
                <c:pt idx="20415">
                  <c:v>5.0359441275553172</c:v>
                </c:pt>
                <c:pt idx="20416">
                  <c:v>5.0330458521552712</c:v>
                </c:pt>
                <c:pt idx="20417">
                  <c:v>5.0328832976035525</c:v>
                </c:pt>
                <c:pt idx="20418">
                  <c:v>5.0334519274940659</c:v>
                </c:pt>
                <c:pt idx="20419">
                  <c:v>5.0291448778807135</c:v>
                </c:pt>
                <c:pt idx="20420">
                  <c:v>5.0249925828803308</c:v>
                </c:pt>
                <c:pt idx="20421">
                  <c:v>5.0268770576525537</c:v>
                </c:pt>
                <c:pt idx="20422">
                  <c:v>5.030906706990276</c:v>
                </c:pt>
                <c:pt idx="20423">
                  <c:v>5.0349345857897561</c:v>
                </c:pt>
                <c:pt idx="20424">
                  <c:v>5.0363010584947556</c:v>
                </c:pt>
                <c:pt idx="20425">
                  <c:v>5.0332471192864254</c:v>
                </c:pt>
                <c:pt idx="20426">
                  <c:v>5.0307663559451807</c:v>
                </c:pt>
                <c:pt idx="20427">
                  <c:v>5.0310248545287495</c:v>
                </c:pt>
                <c:pt idx="20428">
                  <c:v>5.0283204769925733</c:v>
                </c:pt>
                <c:pt idx="20429">
                  <c:v>5.0290195524844954</c:v>
                </c:pt>
                <c:pt idx="20430">
                  <c:v>5.0350523505091491</c:v>
                </c:pt>
                <c:pt idx="20431">
                  <c:v>5.0376657606615112</c:v>
                </c:pt>
                <c:pt idx="20432">
                  <c:v>5.0412817739836155</c:v>
                </c:pt>
                <c:pt idx="20433">
                  <c:v>5.0444759206798864</c:v>
                </c:pt>
                <c:pt idx="20434">
                  <c:v>5.0401975346451264</c:v>
                </c:pt>
                <c:pt idx="20435">
                  <c:v>5.0327662028175482</c:v>
                </c:pt>
                <c:pt idx="20436">
                  <c:v>5.027739309777199</c:v>
                </c:pt>
                <c:pt idx="20437">
                  <c:v>5.0238170890437184</c:v>
                </c:pt>
                <c:pt idx="20438">
                  <c:v>5.023067768547584</c:v>
                </c:pt>
                <c:pt idx="20439">
                  <c:v>5.0273478772682028</c:v>
                </c:pt>
                <c:pt idx="20440">
                  <c:v>5.0336333837378451</c:v>
                </c:pt>
                <c:pt idx="20441">
                  <c:v>5.0368934710205959</c:v>
                </c:pt>
                <c:pt idx="20442">
                  <c:v>5.0378632953066385</c:v>
                </c:pt>
                <c:pt idx="20443">
                  <c:v>5.0372584890130927</c:v>
                </c:pt>
                <c:pt idx="20444">
                  <c:v>5.0334995884694891</c:v>
                </c:pt>
                <c:pt idx="20445">
                  <c:v>5.0317563260852918</c:v>
                </c:pt>
                <c:pt idx="20446">
                  <c:v>5.031325415358701</c:v>
                </c:pt>
                <c:pt idx="20447">
                  <c:v>5.026669904678049</c:v>
                </c:pt>
                <c:pt idx="20448">
                  <c:v>5.0244845819615653</c:v>
                </c:pt>
                <c:pt idx="20449">
                  <c:v>5.0299922000612511</c:v>
                </c:pt>
                <c:pt idx="20450">
                  <c:v>5.0349798541459307</c:v>
                </c:pt>
                <c:pt idx="20451">
                  <c:v>5.0353240084985833</c:v>
                </c:pt>
                <c:pt idx="20452">
                  <c:v>5.0340666392312992</c:v>
                </c:pt>
                <c:pt idx="20453">
                  <c:v>5.0306874952147611</c:v>
                </c:pt>
                <c:pt idx="20454">
                  <c:v>5.0328407568333207</c:v>
                </c:pt>
                <c:pt idx="20455">
                  <c:v>5.0342797259015386</c:v>
                </c:pt>
                <c:pt idx="20456">
                  <c:v>5.0336153912410992</c:v>
                </c:pt>
                <c:pt idx="20457">
                  <c:v>5.0312295191792362</c:v>
                </c:pt>
                <c:pt idx="20458">
                  <c:v>5.0290795115228546</c:v>
                </c:pt>
                <c:pt idx="20459">
                  <c:v>5.0289562916315749</c:v>
                </c:pt>
                <c:pt idx="20460">
                  <c:v>5.0305416411453949</c:v>
                </c:pt>
                <c:pt idx="20461">
                  <c:v>5.0297275763724061</c:v>
                </c:pt>
                <c:pt idx="20462">
                  <c:v>5.0264992630732719</c:v>
                </c:pt>
                <c:pt idx="20463">
                  <c:v>5.0250257445831101</c:v>
                </c:pt>
                <c:pt idx="20464">
                  <c:v>5.0286374033381822</c:v>
                </c:pt>
                <c:pt idx="20465">
                  <c:v>5.0349988036903763</c:v>
                </c:pt>
                <c:pt idx="20466">
                  <c:v>5.0295222896409157</c:v>
                </c:pt>
                <c:pt idx="20467">
                  <c:v>5.0247060427991732</c:v>
                </c:pt>
                <c:pt idx="20468">
                  <c:v>5.0247673895566951</c:v>
                </c:pt>
                <c:pt idx="20469">
                  <c:v>5.0227992688155574</c:v>
                </c:pt>
                <c:pt idx="20470">
                  <c:v>5.0233945046321109</c:v>
                </c:pt>
                <c:pt idx="20471">
                  <c:v>5.0253890877421332</c:v>
                </c:pt>
                <c:pt idx="20472">
                  <c:v>5.027563452262461</c:v>
                </c:pt>
                <c:pt idx="20473">
                  <c:v>5.03021241673685</c:v>
                </c:pt>
                <c:pt idx="20474">
                  <c:v>5.0388523562514358</c:v>
                </c:pt>
                <c:pt idx="20475">
                  <c:v>5.0414308341627745</c:v>
                </c:pt>
                <c:pt idx="20476">
                  <c:v>5.0423008862261698</c:v>
                </c:pt>
                <c:pt idx="20477">
                  <c:v>5.0399699965546283</c:v>
                </c:pt>
                <c:pt idx="20478">
                  <c:v>5.0375533554092335</c:v>
                </c:pt>
                <c:pt idx="20479">
                  <c:v>5.0389459076640382</c:v>
                </c:pt>
                <c:pt idx="20480">
                  <c:v>5.0429106213153663</c:v>
                </c:pt>
                <c:pt idx="20481">
                  <c:v>5.042224513819769</c:v>
                </c:pt>
                <c:pt idx="20482">
                  <c:v>5.038904515351045</c:v>
                </c:pt>
                <c:pt idx="20483">
                  <c:v>5.0382600872827501</c:v>
                </c:pt>
                <c:pt idx="20484">
                  <c:v>5.0380561882704233</c:v>
                </c:pt>
                <c:pt idx="20485">
                  <c:v>5.0380225958961793</c:v>
                </c:pt>
                <c:pt idx="20486">
                  <c:v>5.0390986046244546</c:v>
                </c:pt>
                <c:pt idx="20487">
                  <c:v>5.0400454119133293</c:v>
                </c:pt>
                <c:pt idx="20488">
                  <c:v>5.037514642829799</c:v>
                </c:pt>
                <c:pt idx="20489">
                  <c:v>5.0348755359467114</c:v>
                </c:pt>
                <c:pt idx="20490">
                  <c:v>5.0320299938748949</c:v>
                </c:pt>
                <c:pt idx="20491">
                  <c:v>5.0276710722762425</c:v>
                </c:pt>
                <c:pt idx="20492">
                  <c:v>5.0285993128397521</c:v>
                </c:pt>
                <c:pt idx="20493">
                  <c:v>5.0338961411836767</c:v>
                </c:pt>
                <c:pt idx="20494">
                  <c:v>5.0364410267207713</c:v>
                </c:pt>
                <c:pt idx="20495">
                  <c:v>5.0357976035525613</c:v>
                </c:pt>
                <c:pt idx="20496">
                  <c:v>5.0389048981701245</c:v>
                </c:pt>
                <c:pt idx="20497">
                  <c:v>5.0367618291095626</c:v>
                </c:pt>
                <c:pt idx="20498">
                  <c:v>5.0326492515886994</c:v>
                </c:pt>
                <c:pt idx="20499">
                  <c:v>5.0338675733098537</c:v>
                </c:pt>
                <c:pt idx="20500">
                  <c:v>5.0372540865936761</c:v>
                </c:pt>
                <c:pt idx="20501">
                  <c:v>5.0400497186279765</c:v>
                </c:pt>
                <c:pt idx="20502">
                  <c:v>5.0390786023275398</c:v>
                </c:pt>
                <c:pt idx="20503">
                  <c:v>5.0413661377383052</c:v>
                </c:pt>
                <c:pt idx="20504">
                  <c:v>5.0413804456014084</c:v>
                </c:pt>
                <c:pt idx="20505">
                  <c:v>5.0386499885154272</c:v>
                </c:pt>
                <c:pt idx="20506">
                  <c:v>5.0343303537248296</c:v>
                </c:pt>
                <c:pt idx="20507">
                  <c:v>5.0310741424852612</c:v>
                </c:pt>
                <c:pt idx="20508">
                  <c:v>5.027599532960723</c:v>
                </c:pt>
                <c:pt idx="20509">
                  <c:v>5.0253475518719855</c:v>
                </c:pt>
                <c:pt idx="20510">
                  <c:v>5.0276704023428529</c:v>
                </c:pt>
                <c:pt idx="20511">
                  <c:v>5.0324031946252203</c:v>
                </c:pt>
                <c:pt idx="20512">
                  <c:v>5.0352734763800626</c:v>
                </c:pt>
                <c:pt idx="20513">
                  <c:v>5.0348380675292859</c:v>
                </c:pt>
                <c:pt idx="20514">
                  <c:v>5.0357395107572165</c:v>
                </c:pt>
                <c:pt idx="20515">
                  <c:v>5.0375948434269961</c:v>
                </c:pt>
                <c:pt idx="20516">
                  <c:v>5.0412833531123189</c:v>
                </c:pt>
                <c:pt idx="20517">
                  <c:v>5.0439828497052295</c:v>
                </c:pt>
                <c:pt idx="20518">
                  <c:v>5.041228992803001</c:v>
                </c:pt>
                <c:pt idx="20519">
                  <c:v>5.0410777792665185</c:v>
                </c:pt>
                <c:pt idx="20520">
                  <c:v>5.0408483270806217</c:v>
                </c:pt>
                <c:pt idx="20521">
                  <c:v>5.0372543737079853</c:v>
                </c:pt>
                <c:pt idx="20522">
                  <c:v>5.0345196099073579</c:v>
                </c:pt>
                <c:pt idx="20523">
                  <c:v>5.0338878627210777</c:v>
                </c:pt>
                <c:pt idx="20524">
                  <c:v>5.0311070649261156</c:v>
                </c:pt>
                <c:pt idx="20525">
                  <c:v>5.027066074573157</c:v>
                </c:pt>
                <c:pt idx="20526">
                  <c:v>5.0283483749330067</c:v>
                </c:pt>
                <c:pt idx="20527">
                  <c:v>5.0315356787382282</c:v>
                </c:pt>
                <c:pt idx="20528">
                  <c:v>5.0351488687696193</c:v>
                </c:pt>
                <c:pt idx="20529">
                  <c:v>5.0359807346298142</c:v>
                </c:pt>
                <c:pt idx="20530">
                  <c:v>5.0348250516805759</c:v>
                </c:pt>
                <c:pt idx="20531">
                  <c:v>5.0341134388637929</c:v>
                </c:pt>
                <c:pt idx="20532">
                  <c:v>5.0332178814792128</c:v>
                </c:pt>
                <c:pt idx="20533">
                  <c:v>5.0346325415358706</c:v>
                </c:pt>
                <c:pt idx="20534">
                  <c:v>5.0325213900160781</c:v>
                </c:pt>
                <c:pt idx="20535">
                  <c:v>5.0300715393155198</c:v>
                </c:pt>
                <c:pt idx="20536">
                  <c:v>5.0273354835004973</c:v>
                </c:pt>
                <c:pt idx="20537">
                  <c:v>5.0222317873822835</c:v>
                </c:pt>
                <c:pt idx="20538">
                  <c:v>5.0202176804991963</c:v>
                </c:pt>
                <c:pt idx="20539">
                  <c:v>5.0249293220274103</c:v>
                </c:pt>
                <c:pt idx="20540">
                  <c:v>5.0302175847944257</c:v>
                </c:pt>
                <c:pt idx="20541">
                  <c:v>5.0305030242707298</c:v>
                </c:pt>
                <c:pt idx="20542">
                  <c:v>5.025989874435342</c:v>
                </c:pt>
                <c:pt idx="20543">
                  <c:v>5.0253077865400808</c:v>
                </c:pt>
                <c:pt idx="20544">
                  <c:v>5.0327931915626678</c:v>
                </c:pt>
                <c:pt idx="20545">
                  <c:v>5.0393784932241026</c:v>
                </c:pt>
                <c:pt idx="20546">
                  <c:v>5.0413601561901844</c:v>
                </c:pt>
                <c:pt idx="20547">
                  <c:v>5.0418164765331905</c:v>
                </c:pt>
                <c:pt idx="20548">
                  <c:v>5.0375169875966614</c:v>
                </c:pt>
                <c:pt idx="20549">
                  <c:v>5.0340851102518949</c:v>
                </c:pt>
                <c:pt idx="20550">
                  <c:v>5.0283453602327537</c:v>
                </c:pt>
                <c:pt idx="20551">
                  <c:v>5.0239680154658908</c:v>
                </c:pt>
                <c:pt idx="20552">
                  <c:v>5.0306292110098765</c:v>
                </c:pt>
                <c:pt idx="20553">
                  <c:v>5.0375112453104665</c:v>
                </c:pt>
                <c:pt idx="20554">
                  <c:v>5.0381063854222496</c:v>
                </c:pt>
                <c:pt idx="20555">
                  <c:v>5.0372062342087132</c:v>
                </c:pt>
                <c:pt idx="20556">
                  <c:v>5.0384800646964241</c:v>
                </c:pt>
                <c:pt idx="20557">
                  <c:v>5.0431164822754768</c:v>
                </c:pt>
                <c:pt idx="20558">
                  <c:v>5.043017523543373</c:v>
                </c:pt>
                <c:pt idx="20559">
                  <c:v>5.0379289009264223</c:v>
                </c:pt>
                <c:pt idx="20560">
                  <c:v>5.0339557174029554</c:v>
                </c:pt>
                <c:pt idx="20561">
                  <c:v>5.032008460301661</c:v>
                </c:pt>
                <c:pt idx="20562">
                  <c:v>5.0313469010795497</c:v>
                </c:pt>
                <c:pt idx="20563">
                  <c:v>5.032286339101141</c:v>
                </c:pt>
                <c:pt idx="20564">
                  <c:v>5.0304292837455016</c:v>
                </c:pt>
                <c:pt idx="20565">
                  <c:v>5.0301020212847405</c:v>
                </c:pt>
                <c:pt idx="20566">
                  <c:v>5.0321724504249294</c:v>
                </c:pt>
                <c:pt idx="20567">
                  <c:v>5.0345738745119055</c:v>
                </c:pt>
                <c:pt idx="20568">
                  <c:v>5.0381737137278924</c:v>
                </c:pt>
                <c:pt idx="20569">
                  <c:v>5.0383488534568563</c:v>
                </c:pt>
                <c:pt idx="20570">
                  <c:v>5.0316476533190411</c:v>
                </c:pt>
                <c:pt idx="20571">
                  <c:v>5.0292068467192408</c:v>
                </c:pt>
                <c:pt idx="20572">
                  <c:v>5.0296648897481049</c:v>
                </c:pt>
                <c:pt idx="20573">
                  <c:v>5.0296435954367968</c:v>
                </c:pt>
                <c:pt idx="20574">
                  <c:v>5.0315959248908966</c:v>
                </c:pt>
                <c:pt idx="20575">
                  <c:v>5.0336744410841439</c:v>
                </c:pt>
                <c:pt idx="20576">
                  <c:v>5.0305393442309168</c:v>
                </c:pt>
                <c:pt idx="20577">
                  <c:v>5.024282788454177</c:v>
                </c:pt>
                <c:pt idx="20578">
                  <c:v>5.0231750535946711</c:v>
                </c:pt>
                <c:pt idx="20579">
                  <c:v>5.0236520461679808</c:v>
                </c:pt>
                <c:pt idx="20580">
                  <c:v>5.0263753253962173</c:v>
                </c:pt>
                <c:pt idx="20581">
                  <c:v>5.0276501607840132</c:v>
                </c:pt>
                <c:pt idx="20582">
                  <c:v>5.0275565136666414</c:v>
                </c:pt>
                <c:pt idx="20583">
                  <c:v>5.0304106691677513</c:v>
                </c:pt>
                <c:pt idx="20584">
                  <c:v>5.0314685418421252</c:v>
                </c:pt>
                <c:pt idx="20585">
                  <c:v>5.032915741520557</c:v>
                </c:pt>
                <c:pt idx="20586">
                  <c:v>5.0321457966465051</c:v>
                </c:pt>
                <c:pt idx="20587">
                  <c:v>5.0328147729882859</c:v>
                </c:pt>
                <c:pt idx="20588">
                  <c:v>5.0378503273103128</c:v>
                </c:pt>
                <c:pt idx="20589">
                  <c:v>5.0414632780797799</c:v>
                </c:pt>
                <c:pt idx="20590">
                  <c:v>5.0394918076716948</c:v>
                </c:pt>
                <c:pt idx="20591">
                  <c:v>5.0330346546971905</c:v>
                </c:pt>
                <c:pt idx="20592">
                  <c:v>5.0307845877038515</c:v>
                </c:pt>
                <c:pt idx="20593">
                  <c:v>5.0302587856978791</c:v>
                </c:pt>
                <c:pt idx="20594">
                  <c:v>5.0299563107725289</c:v>
                </c:pt>
                <c:pt idx="20595">
                  <c:v>5.0304434959038362</c:v>
                </c:pt>
                <c:pt idx="20596">
                  <c:v>5.0332759742745576</c:v>
                </c:pt>
                <c:pt idx="20597">
                  <c:v>5.035454980476227</c:v>
                </c:pt>
                <c:pt idx="20598">
                  <c:v>5.0336661147691597</c:v>
                </c:pt>
                <c:pt idx="20599">
                  <c:v>5.0310380617869992</c:v>
                </c:pt>
                <c:pt idx="20600">
                  <c:v>5.0311849686088355</c:v>
                </c:pt>
                <c:pt idx="20601">
                  <c:v>5.034430939438022</c:v>
                </c:pt>
                <c:pt idx="20602">
                  <c:v>5.0330310657683182</c:v>
                </c:pt>
                <c:pt idx="20603">
                  <c:v>5.0312127229921142</c:v>
                </c:pt>
                <c:pt idx="20604">
                  <c:v>5.0324542531199752</c:v>
                </c:pt>
                <c:pt idx="20605">
                  <c:v>5.0346289526069983</c:v>
                </c:pt>
                <c:pt idx="20606">
                  <c:v>5.035789468647117</c:v>
                </c:pt>
                <c:pt idx="20607">
                  <c:v>5.036014996937447</c:v>
                </c:pt>
                <c:pt idx="20608">
                  <c:v>5.0330156094479745</c:v>
                </c:pt>
                <c:pt idx="20609">
                  <c:v>5.0322191065002677</c:v>
                </c:pt>
                <c:pt idx="20610">
                  <c:v>5.0303292722609294</c:v>
                </c:pt>
                <c:pt idx="20611">
                  <c:v>5.0302897461909506</c:v>
                </c:pt>
                <c:pt idx="20612">
                  <c:v>5.035583272720312</c:v>
                </c:pt>
                <c:pt idx="20613">
                  <c:v>5.0408825415358702</c:v>
                </c:pt>
                <c:pt idx="20614">
                  <c:v>5.0427069137125793</c:v>
                </c:pt>
                <c:pt idx="20615">
                  <c:v>5.0378075951305412</c:v>
                </c:pt>
                <c:pt idx="20616">
                  <c:v>5.0333842642217288</c:v>
                </c:pt>
                <c:pt idx="20617">
                  <c:v>5.0316162621545057</c:v>
                </c:pt>
                <c:pt idx="20618">
                  <c:v>5.0301838010106428</c:v>
                </c:pt>
                <c:pt idx="20619">
                  <c:v>5.0297843293009725</c:v>
                </c:pt>
                <c:pt idx="20620">
                  <c:v>5.032981394992726</c:v>
                </c:pt>
                <c:pt idx="20621">
                  <c:v>5.0361040023734782</c:v>
                </c:pt>
                <c:pt idx="20622">
                  <c:v>5.0389973489778734</c:v>
                </c:pt>
                <c:pt idx="20623">
                  <c:v>5.0437917751320729</c:v>
                </c:pt>
                <c:pt idx="20624">
                  <c:v>5.0445662181303117</c:v>
                </c:pt>
                <c:pt idx="20625">
                  <c:v>5.0405972456167216</c:v>
                </c:pt>
                <c:pt idx="20626">
                  <c:v>5.0369075396217751</c:v>
                </c:pt>
                <c:pt idx="20627">
                  <c:v>5.0356903663578594</c:v>
                </c:pt>
                <c:pt idx="20628">
                  <c:v>5.038638647500191</c:v>
                </c:pt>
                <c:pt idx="20629">
                  <c:v>5.0409801604011948</c:v>
                </c:pt>
                <c:pt idx="20630">
                  <c:v>5.0411216120511444</c:v>
                </c:pt>
                <c:pt idx="20631">
                  <c:v>5.0366876579128705</c:v>
                </c:pt>
                <c:pt idx="20632">
                  <c:v>5.0359101045096084</c:v>
                </c:pt>
                <c:pt idx="20633">
                  <c:v>5.0451382933925428</c:v>
                </c:pt>
                <c:pt idx="20634">
                  <c:v>5.0496554628282677</c:v>
                </c:pt>
                <c:pt idx="20635">
                  <c:v>5.0477535219355332</c:v>
                </c:pt>
                <c:pt idx="20636">
                  <c:v>5.0432552063394835</c:v>
                </c:pt>
                <c:pt idx="20637">
                  <c:v>5.0382286004134444</c:v>
                </c:pt>
                <c:pt idx="20638">
                  <c:v>5.0327446692443152</c:v>
                </c:pt>
                <c:pt idx="20639">
                  <c:v>5.0251544196462747</c:v>
                </c:pt>
                <c:pt idx="20640">
                  <c:v>5.0245171215833393</c:v>
                </c:pt>
                <c:pt idx="20641">
                  <c:v>5.0266276988745116</c:v>
                </c:pt>
                <c:pt idx="20642">
                  <c:v>5.0261829109562823</c:v>
                </c:pt>
                <c:pt idx="20643">
                  <c:v>5.029427637623459</c:v>
                </c:pt>
                <c:pt idx="20644">
                  <c:v>5.0330035984993495</c:v>
                </c:pt>
                <c:pt idx="20645">
                  <c:v>5.0346420641604777</c:v>
                </c:pt>
                <c:pt idx="20646">
                  <c:v>5.031625354107649</c:v>
                </c:pt>
                <c:pt idx="20647">
                  <c:v>5.0291692347446597</c:v>
                </c:pt>
                <c:pt idx="20648">
                  <c:v>5.0314629431130848</c:v>
                </c:pt>
                <c:pt idx="20649">
                  <c:v>5.0313541746420638</c:v>
                </c:pt>
                <c:pt idx="20650">
                  <c:v>5.0315304149758822</c:v>
                </c:pt>
                <c:pt idx="20651">
                  <c:v>5.0348243338948011</c:v>
                </c:pt>
                <c:pt idx="20652">
                  <c:v>5.0368600700558916</c:v>
                </c:pt>
                <c:pt idx="20653">
                  <c:v>5.0339444720924895</c:v>
                </c:pt>
                <c:pt idx="20654">
                  <c:v>5.0323997492535026</c:v>
                </c:pt>
                <c:pt idx="20655">
                  <c:v>5.0361255359467112</c:v>
                </c:pt>
                <c:pt idx="20656">
                  <c:v>5.038464273409387</c:v>
                </c:pt>
                <c:pt idx="20657">
                  <c:v>5.0393718895949773</c:v>
                </c:pt>
                <c:pt idx="20658">
                  <c:v>5.038348997014011</c:v>
                </c:pt>
                <c:pt idx="20659">
                  <c:v>5.0394028500880488</c:v>
                </c:pt>
                <c:pt idx="20660">
                  <c:v>5.0395564562437789</c:v>
                </c:pt>
                <c:pt idx="20661">
                  <c:v>5.0378931073424695</c:v>
                </c:pt>
                <c:pt idx="20662">
                  <c:v>5.03612098997014</c:v>
                </c:pt>
                <c:pt idx="20663">
                  <c:v>5.0323028960263381</c:v>
                </c:pt>
                <c:pt idx="20664">
                  <c:v>5.0294031850547434</c:v>
                </c:pt>
                <c:pt idx="20665">
                  <c:v>5.0269856825664192</c:v>
                </c:pt>
                <c:pt idx="20666">
                  <c:v>5.0273730476226932</c:v>
                </c:pt>
                <c:pt idx="20667">
                  <c:v>5.0333840249598039</c:v>
                </c:pt>
                <c:pt idx="20668">
                  <c:v>5.0344409884388641</c:v>
                </c:pt>
                <c:pt idx="20669">
                  <c:v>5.0334090517571397</c:v>
                </c:pt>
                <c:pt idx="20670">
                  <c:v>5.0354445965086896</c:v>
                </c:pt>
                <c:pt idx="20671">
                  <c:v>5.036166354031085</c:v>
                </c:pt>
                <c:pt idx="20672">
                  <c:v>5.0339026491080316</c:v>
                </c:pt>
                <c:pt idx="20673">
                  <c:v>5.0352616568409774</c:v>
                </c:pt>
                <c:pt idx="20674">
                  <c:v>5.0371469451037436</c:v>
                </c:pt>
                <c:pt idx="20675">
                  <c:v>5.0378770767935075</c:v>
                </c:pt>
                <c:pt idx="20676">
                  <c:v>5.0343758613429292</c:v>
                </c:pt>
                <c:pt idx="20677">
                  <c:v>5.0327413195773678</c:v>
                </c:pt>
                <c:pt idx="20678">
                  <c:v>5.0335079626368575</c:v>
                </c:pt>
                <c:pt idx="20679">
                  <c:v>5.0295715297450423</c:v>
                </c:pt>
                <c:pt idx="20680">
                  <c:v>5.0252901290100302</c:v>
                </c:pt>
                <c:pt idx="20681">
                  <c:v>5.0270152553403262</c:v>
                </c:pt>
                <c:pt idx="20682">
                  <c:v>5.0295401864328921</c:v>
                </c:pt>
                <c:pt idx="20683">
                  <c:v>5.0306249042952302</c:v>
                </c:pt>
                <c:pt idx="20684">
                  <c:v>5.0345794253885616</c:v>
                </c:pt>
                <c:pt idx="20685">
                  <c:v>5.0378332440088816</c:v>
                </c:pt>
                <c:pt idx="20686">
                  <c:v>5.0403603284587701</c:v>
                </c:pt>
                <c:pt idx="20687">
                  <c:v>5.0407457794196464</c:v>
                </c:pt>
                <c:pt idx="20688">
                  <c:v>5.0377764910803151</c:v>
                </c:pt>
                <c:pt idx="20689">
                  <c:v>5.0365124703315214</c:v>
                </c:pt>
                <c:pt idx="20690">
                  <c:v>5.0390479289487784</c:v>
                </c:pt>
                <c:pt idx="20691">
                  <c:v>5.0389272452339027</c:v>
                </c:pt>
                <c:pt idx="20692">
                  <c:v>5.0355390092642214</c:v>
                </c:pt>
                <c:pt idx="20693">
                  <c:v>5.0337160726590611</c:v>
                </c:pt>
                <c:pt idx="20694">
                  <c:v>5.0320450673761581</c:v>
                </c:pt>
                <c:pt idx="20695">
                  <c:v>5.0293879201439395</c:v>
                </c:pt>
                <c:pt idx="20696">
                  <c:v>5.0251445620549724</c:v>
                </c:pt>
                <c:pt idx="20697">
                  <c:v>5.0250143078631035</c:v>
                </c:pt>
                <c:pt idx="20698">
                  <c:v>5.0288023505091495</c:v>
                </c:pt>
                <c:pt idx="20699">
                  <c:v>5.0289632302273946</c:v>
                </c:pt>
                <c:pt idx="20700">
                  <c:v>5.0263587684710203</c:v>
                </c:pt>
                <c:pt idx="20701">
                  <c:v>5.0274302790751095</c:v>
                </c:pt>
                <c:pt idx="20702">
                  <c:v>5.0278831061940128</c:v>
                </c:pt>
                <c:pt idx="20703">
                  <c:v>5.0276602097848553</c:v>
                </c:pt>
                <c:pt idx="20704">
                  <c:v>5.0280175235433733</c:v>
                </c:pt>
                <c:pt idx="20705">
                  <c:v>5.0290558724446823</c:v>
                </c:pt>
                <c:pt idx="20706">
                  <c:v>5.0315829090421866</c:v>
                </c:pt>
                <c:pt idx="20707">
                  <c:v>5.0354452664420792</c:v>
                </c:pt>
                <c:pt idx="20708">
                  <c:v>5.0391532999004669</c:v>
                </c:pt>
                <c:pt idx="20709">
                  <c:v>5.0403423838144095</c:v>
                </c:pt>
                <c:pt idx="20710">
                  <c:v>5.0366424374090801</c:v>
                </c:pt>
                <c:pt idx="20711">
                  <c:v>5.029854098078248</c:v>
                </c:pt>
                <c:pt idx="20712">
                  <c:v>5.0288619745808134</c:v>
                </c:pt>
                <c:pt idx="20713">
                  <c:v>5.0296820209019222</c:v>
                </c:pt>
                <c:pt idx="20714">
                  <c:v>5.0297296340249602</c:v>
                </c:pt>
                <c:pt idx="20715">
                  <c:v>5.032290837225327</c:v>
                </c:pt>
                <c:pt idx="20716">
                  <c:v>5.0344608471786234</c:v>
                </c:pt>
                <c:pt idx="20717">
                  <c:v>5.0325177532348215</c:v>
                </c:pt>
                <c:pt idx="20718">
                  <c:v>5.0333101887298062</c:v>
                </c:pt>
                <c:pt idx="20719">
                  <c:v>5.032354241635403</c:v>
                </c:pt>
                <c:pt idx="20720">
                  <c:v>5.026566926345609</c:v>
                </c:pt>
                <c:pt idx="20721">
                  <c:v>5.027924259245081</c:v>
                </c:pt>
                <c:pt idx="20722">
                  <c:v>5.0315229021514432</c:v>
                </c:pt>
                <c:pt idx="20723">
                  <c:v>5.030293335119822</c:v>
                </c:pt>
                <c:pt idx="20724">
                  <c:v>5.0286791784702549</c:v>
                </c:pt>
                <c:pt idx="20725">
                  <c:v>5.031132235280606</c:v>
                </c:pt>
                <c:pt idx="20726">
                  <c:v>5.0349795670316206</c:v>
                </c:pt>
                <c:pt idx="20727">
                  <c:v>5.0348227069137126</c:v>
                </c:pt>
                <c:pt idx="20728">
                  <c:v>5.0341046340249598</c:v>
                </c:pt>
                <c:pt idx="20729">
                  <c:v>5.0280929867544595</c:v>
                </c:pt>
                <c:pt idx="20730">
                  <c:v>5.0236798005512595</c:v>
                </c:pt>
                <c:pt idx="20731">
                  <c:v>5.0193742343618402</c:v>
                </c:pt>
                <c:pt idx="20732">
                  <c:v>5.0171318237500957</c:v>
                </c:pt>
                <c:pt idx="20733">
                  <c:v>5.020623277314141</c:v>
                </c:pt>
                <c:pt idx="20734">
                  <c:v>5.0279687141107114</c:v>
                </c:pt>
                <c:pt idx="20735">
                  <c:v>5.0349733462215758</c:v>
                </c:pt>
                <c:pt idx="20736">
                  <c:v>5.0353755933695732</c:v>
                </c:pt>
                <c:pt idx="20737">
                  <c:v>5.0323807040042876</c:v>
                </c:pt>
                <c:pt idx="20738">
                  <c:v>5.0312175560829955</c:v>
                </c:pt>
                <c:pt idx="20739">
                  <c:v>5.0338729806293543</c:v>
                </c:pt>
                <c:pt idx="20740">
                  <c:v>5.0294447687772754</c:v>
                </c:pt>
                <c:pt idx="20741">
                  <c:v>5.0273159597274324</c:v>
                </c:pt>
                <c:pt idx="20742">
                  <c:v>5.0294283075568487</c:v>
                </c:pt>
                <c:pt idx="20743">
                  <c:v>5.031399586555394</c:v>
                </c:pt>
                <c:pt idx="20744">
                  <c:v>5.0323454367965699</c:v>
                </c:pt>
                <c:pt idx="20745">
                  <c:v>5.0312245425311994</c:v>
                </c:pt>
                <c:pt idx="20746">
                  <c:v>5.0314675847944264</c:v>
                </c:pt>
                <c:pt idx="20747">
                  <c:v>5.0312818696883852</c:v>
                </c:pt>
                <c:pt idx="20748">
                  <c:v>5.0281194012709589</c:v>
                </c:pt>
                <c:pt idx="20749">
                  <c:v>5.0253490352959194</c:v>
                </c:pt>
                <c:pt idx="20750">
                  <c:v>5.0255430767169438</c:v>
                </c:pt>
                <c:pt idx="20751">
                  <c:v>5.0259264221728808</c:v>
                </c:pt>
                <c:pt idx="20752">
                  <c:v>5.0273503177398364</c:v>
                </c:pt>
                <c:pt idx="20753">
                  <c:v>5.0299761695122882</c:v>
                </c:pt>
                <c:pt idx="20754">
                  <c:v>5.032170344919991</c:v>
                </c:pt>
                <c:pt idx="20755">
                  <c:v>5.0306317471862796</c:v>
                </c:pt>
                <c:pt idx="20756">
                  <c:v>5.0267389556695505</c:v>
                </c:pt>
                <c:pt idx="20757">
                  <c:v>5.0288902074879411</c:v>
                </c:pt>
                <c:pt idx="20758">
                  <c:v>5.0310910343771535</c:v>
                </c:pt>
                <c:pt idx="20759">
                  <c:v>5.0337471767092872</c:v>
                </c:pt>
                <c:pt idx="20760">
                  <c:v>5.037656955822678</c:v>
                </c:pt>
                <c:pt idx="20761">
                  <c:v>5.0404208617257487</c:v>
                </c:pt>
                <c:pt idx="20762">
                  <c:v>5.0459407300359853</c:v>
                </c:pt>
                <c:pt idx="20763">
                  <c:v>5.0479456971135441</c:v>
                </c:pt>
                <c:pt idx="20764">
                  <c:v>5.0496693400199062</c:v>
                </c:pt>
                <c:pt idx="20765">
                  <c:v>5.0494942002909422</c:v>
                </c:pt>
                <c:pt idx="20766">
                  <c:v>5.0438146964244694</c:v>
                </c:pt>
                <c:pt idx="20767">
                  <c:v>5.0394932910956278</c:v>
                </c:pt>
                <c:pt idx="20768">
                  <c:v>5.0382203698032306</c:v>
                </c:pt>
                <c:pt idx="20769">
                  <c:v>5.0348582133833553</c:v>
                </c:pt>
                <c:pt idx="20770">
                  <c:v>5.0297970580353724</c:v>
                </c:pt>
                <c:pt idx="20771">
                  <c:v>5.0300387125794348</c:v>
                </c:pt>
                <c:pt idx="20772">
                  <c:v>5.0275987194701788</c:v>
                </c:pt>
                <c:pt idx="20773">
                  <c:v>5.0264978753541074</c:v>
                </c:pt>
                <c:pt idx="20774">
                  <c:v>5.0279991003751627</c:v>
                </c:pt>
                <c:pt idx="20775">
                  <c:v>5.0261037152591683</c:v>
                </c:pt>
                <c:pt idx="20776">
                  <c:v>5.027238199601868</c:v>
                </c:pt>
                <c:pt idx="20777">
                  <c:v>5.0302738113467571</c:v>
                </c:pt>
                <c:pt idx="20778">
                  <c:v>5.0278632953066378</c:v>
                </c:pt>
                <c:pt idx="20779">
                  <c:v>5.0289233213383353</c:v>
                </c:pt>
                <c:pt idx="20780">
                  <c:v>5.0298501741826813</c:v>
                </c:pt>
                <c:pt idx="20781">
                  <c:v>5.0281779725901536</c:v>
                </c:pt>
                <c:pt idx="20782">
                  <c:v>5.031339196845571</c:v>
                </c:pt>
                <c:pt idx="20783">
                  <c:v>5.0339736620473161</c:v>
                </c:pt>
                <c:pt idx="20784">
                  <c:v>5.0380230744200292</c:v>
                </c:pt>
                <c:pt idx="20785">
                  <c:v>5.0365511350585717</c:v>
                </c:pt>
                <c:pt idx="20786">
                  <c:v>5.034376052752469</c:v>
                </c:pt>
                <c:pt idx="20787">
                  <c:v>5.0335292569481664</c:v>
                </c:pt>
                <c:pt idx="20788">
                  <c:v>5.0312915358701478</c:v>
                </c:pt>
                <c:pt idx="20789">
                  <c:v>5.0320158295689454</c:v>
                </c:pt>
                <c:pt idx="20790">
                  <c:v>5.0364731356710815</c:v>
                </c:pt>
                <c:pt idx="20791">
                  <c:v>5.042678776510221</c:v>
                </c:pt>
                <c:pt idx="20792">
                  <c:v>5.0435862012862724</c:v>
                </c:pt>
                <c:pt idx="20793">
                  <c:v>5.0419429503866473</c:v>
                </c:pt>
                <c:pt idx="20794">
                  <c:v>5.04280333626828</c:v>
                </c:pt>
                <c:pt idx="20795">
                  <c:v>5.0415674048694585</c:v>
                </c:pt>
                <c:pt idx="20796">
                  <c:v>5.0390701324554019</c:v>
                </c:pt>
                <c:pt idx="20797">
                  <c:v>5.0379444529515354</c:v>
                </c:pt>
                <c:pt idx="20798">
                  <c:v>5.0382969814715564</c:v>
                </c:pt>
                <c:pt idx="20799">
                  <c:v>5.038892743664344</c:v>
                </c:pt>
                <c:pt idx="20800">
                  <c:v>5.0378057288875278</c:v>
                </c:pt>
                <c:pt idx="20801">
                  <c:v>5.0363847523160556</c:v>
                </c:pt>
                <c:pt idx="20802">
                  <c:v>5.0383322965316593</c:v>
                </c:pt>
                <c:pt idx="20803">
                  <c:v>5.0404425388561362</c:v>
                </c:pt>
                <c:pt idx="20804">
                  <c:v>5.0372001091034377</c:v>
                </c:pt>
                <c:pt idx="20805">
                  <c:v>5.0358805317357014</c:v>
                </c:pt>
                <c:pt idx="20806">
                  <c:v>5.0375184710205954</c:v>
                </c:pt>
                <c:pt idx="20807">
                  <c:v>5.0362115266824903</c:v>
                </c:pt>
                <c:pt idx="20808">
                  <c:v>5.0353949257330983</c:v>
                </c:pt>
                <c:pt idx="20809">
                  <c:v>5.037207430518337</c:v>
                </c:pt>
                <c:pt idx="20810">
                  <c:v>5.0347183408621081</c:v>
                </c:pt>
                <c:pt idx="20811">
                  <c:v>5.0332459229768007</c:v>
                </c:pt>
                <c:pt idx="20812">
                  <c:v>5.0359855198683103</c:v>
                </c:pt>
                <c:pt idx="20813">
                  <c:v>5.0378487960339946</c:v>
                </c:pt>
                <c:pt idx="20814">
                  <c:v>5.0352870186050076</c:v>
                </c:pt>
                <c:pt idx="20815">
                  <c:v>5.0331235165760662</c:v>
                </c:pt>
                <c:pt idx="20816">
                  <c:v>5.0326269523773064</c:v>
                </c:pt>
                <c:pt idx="20817">
                  <c:v>5.0379332076410686</c:v>
                </c:pt>
                <c:pt idx="20818">
                  <c:v>5.039636417579052</c:v>
                </c:pt>
                <c:pt idx="20819">
                  <c:v>5.0371481414133683</c:v>
                </c:pt>
                <c:pt idx="20820">
                  <c:v>5.0335546187121967</c:v>
                </c:pt>
                <c:pt idx="20821">
                  <c:v>5.0340554896256027</c:v>
                </c:pt>
                <c:pt idx="20822">
                  <c:v>5.036493329377536</c:v>
                </c:pt>
                <c:pt idx="20823">
                  <c:v>5.0355383871832169</c:v>
                </c:pt>
                <c:pt idx="20824">
                  <c:v>5.0332645854069371</c:v>
                </c:pt>
                <c:pt idx="20825">
                  <c:v>5.0315713287650254</c:v>
                </c:pt>
                <c:pt idx="20826">
                  <c:v>5.0358212426307327</c:v>
                </c:pt>
                <c:pt idx="20827">
                  <c:v>5.0363709708291857</c:v>
                </c:pt>
                <c:pt idx="20828">
                  <c:v>5.0350097618865322</c:v>
                </c:pt>
                <c:pt idx="20829">
                  <c:v>5.0346097638006277</c:v>
                </c:pt>
                <c:pt idx="20830">
                  <c:v>5.0346074190337644</c:v>
                </c:pt>
                <c:pt idx="20831">
                  <c:v>5.0356944338105807</c:v>
                </c:pt>
                <c:pt idx="20832">
                  <c:v>5.0327276337952682</c:v>
                </c:pt>
                <c:pt idx="20833">
                  <c:v>5.0291446386187886</c:v>
                </c:pt>
                <c:pt idx="20834">
                  <c:v>5.02855667636475</c:v>
                </c:pt>
                <c:pt idx="20835">
                  <c:v>5.0296601045096088</c:v>
                </c:pt>
                <c:pt idx="20836">
                  <c:v>5.0298266308092794</c:v>
                </c:pt>
                <c:pt idx="20837">
                  <c:v>5.0261873133756989</c:v>
                </c:pt>
                <c:pt idx="20838">
                  <c:v>5.0253488917387639</c:v>
                </c:pt>
                <c:pt idx="20839">
                  <c:v>5.0314660056657221</c:v>
                </c:pt>
                <c:pt idx="20840">
                  <c:v>5.0359654218666261</c:v>
                </c:pt>
                <c:pt idx="20841">
                  <c:v>5.036819299823903</c:v>
                </c:pt>
                <c:pt idx="20842">
                  <c:v>5.0368157108950307</c:v>
                </c:pt>
                <c:pt idx="20843">
                  <c:v>5.0362538281907971</c:v>
                </c:pt>
                <c:pt idx="20844">
                  <c:v>5.0361078784166606</c:v>
                </c:pt>
                <c:pt idx="20845">
                  <c:v>5.0329275610596431</c:v>
                </c:pt>
                <c:pt idx="20846">
                  <c:v>5.0322586804226326</c:v>
                </c:pt>
                <c:pt idx="20847">
                  <c:v>5.0303576965775978</c:v>
                </c:pt>
                <c:pt idx="20848">
                  <c:v>5.0293890207487939</c:v>
                </c:pt>
                <c:pt idx="20849">
                  <c:v>5.0319954923053363</c:v>
                </c:pt>
                <c:pt idx="20850">
                  <c:v>5.0361151519791747</c:v>
                </c:pt>
                <c:pt idx="20851">
                  <c:v>5.0401755225480436</c:v>
                </c:pt>
                <c:pt idx="20852">
                  <c:v>5.0383079396677131</c:v>
                </c:pt>
                <c:pt idx="20853">
                  <c:v>5.0360458617257482</c:v>
                </c:pt>
                <c:pt idx="20854">
                  <c:v>5.0324478887527757</c:v>
                </c:pt>
                <c:pt idx="20855">
                  <c:v>5.0298060064313601</c:v>
                </c:pt>
                <c:pt idx="20856">
                  <c:v>5.0312716771303885</c:v>
                </c:pt>
                <c:pt idx="20857">
                  <c:v>5.0330643231758669</c:v>
                </c:pt>
                <c:pt idx="20858">
                  <c:v>5.0330057040042879</c:v>
                </c:pt>
                <c:pt idx="20859">
                  <c:v>5.0316297565270656</c:v>
                </c:pt>
                <c:pt idx="20860">
                  <c:v>5.0324034338871453</c:v>
                </c:pt>
                <c:pt idx="20861">
                  <c:v>5.0339194931475388</c:v>
                </c:pt>
                <c:pt idx="20862">
                  <c:v>5.0359370454023429</c:v>
                </c:pt>
                <c:pt idx="20863">
                  <c:v>5.0399298484036441</c:v>
                </c:pt>
                <c:pt idx="20864">
                  <c:v>5.0392979576602102</c:v>
                </c:pt>
                <c:pt idx="20865">
                  <c:v>5.0378695161166833</c:v>
                </c:pt>
                <c:pt idx="20866">
                  <c:v>5.0373313681953906</c:v>
                </c:pt>
                <c:pt idx="20867">
                  <c:v>5.0365675962789984</c:v>
                </c:pt>
                <c:pt idx="20868">
                  <c:v>5.03588321146926</c:v>
                </c:pt>
                <c:pt idx="20869">
                  <c:v>5.0388188117295769</c:v>
                </c:pt>
                <c:pt idx="20870">
                  <c:v>5.0413292914018832</c:v>
                </c:pt>
                <c:pt idx="20871">
                  <c:v>5.0361198893652857</c:v>
                </c:pt>
                <c:pt idx="20872">
                  <c:v>5.0325920679886682</c:v>
                </c:pt>
                <c:pt idx="20873">
                  <c:v>5.0330262326774369</c:v>
                </c:pt>
                <c:pt idx="20874">
                  <c:v>5.0359200578056811</c:v>
                </c:pt>
                <c:pt idx="20875">
                  <c:v>5.0355333148304116</c:v>
                </c:pt>
                <c:pt idx="20876">
                  <c:v>5.0324628186968843</c:v>
                </c:pt>
                <c:pt idx="20877">
                  <c:v>5.0310420335349511</c:v>
                </c:pt>
                <c:pt idx="20878">
                  <c:v>5.0318626540846791</c:v>
                </c:pt>
                <c:pt idx="20879">
                  <c:v>5.0359880560447134</c:v>
                </c:pt>
                <c:pt idx="20880">
                  <c:v>5.0368032692749409</c:v>
                </c:pt>
                <c:pt idx="20881">
                  <c:v>5.03753895184136</c:v>
                </c:pt>
                <c:pt idx="20882">
                  <c:v>5.0397683466043945</c:v>
                </c:pt>
                <c:pt idx="20883">
                  <c:v>5.0406481127019367</c:v>
                </c:pt>
                <c:pt idx="20884">
                  <c:v>5.0398485472015926</c:v>
                </c:pt>
                <c:pt idx="20885">
                  <c:v>5.0411740582650637</c:v>
                </c:pt>
                <c:pt idx="20886">
                  <c:v>5.0425071300053599</c:v>
                </c:pt>
                <c:pt idx="20887">
                  <c:v>5.0408060734246991</c:v>
                </c:pt>
                <c:pt idx="20888">
                  <c:v>5.0391307135747647</c:v>
                </c:pt>
                <c:pt idx="20889">
                  <c:v>5.037520385115994</c:v>
                </c:pt>
                <c:pt idx="20890">
                  <c:v>5.0344950137814868</c:v>
                </c:pt>
                <c:pt idx="20891">
                  <c:v>5.0354766097542303</c:v>
                </c:pt>
                <c:pt idx="20892">
                  <c:v>5.0392190012250211</c:v>
                </c:pt>
                <c:pt idx="20893">
                  <c:v>5.0409849456396909</c:v>
                </c:pt>
                <c:pt idx="20894">
                  <c:v>5.0353207066840211</c:v>
                </c:pt>
                <c:pt idx="20895">
                  <c:v>5.0296797239874431</c:v>
                </c:pt>
                <c:pt idx="20896">
                  <c:v>5.0301507350126329</c:v>
                </c:pt>
                <c:pt idx="20897">
                  <c:v>5.0310802675905366</c:v>
                </c:pt>
                <c:pt idx="20898">
                  <c:v>5.0283754115305106</c:v>
                </c:pt>
                <c:pt idx="20899">
                  <c:v>5.0302100241176024</c:v>
                </c:pt>
                <c:pt idx="20900">
                  <c:v>5.0336212292320646</c:v>
                </c:pt>
                <c:pt idx="20901">
                  <c:v>5.0356854375622078</c:v>
                </c:pt>
                <c:pt idx="20902">
                  <c:v>5.0378770767935075</c:v>
                </c:pt>
                <c:pt idx="20903">
                  <c:v>5.0342640303192709</c:v>
                </c:pt>
                <c:pt idx="20904">
                  <c:v>5.0309338871449354</c:v>
                </c:pt>
                <c:pt idx="20905">
                  <c:v>5.0310368176249902</c:v>
                </c:pt>
                <c:pt idx="20906">
                  <c:v>5.0330245578439632</c:v>
                </c:pt>
                <c:pt idx="20907">
                  <c:v>5.0330497760508388</c:v>
                </c:pt>
                <c:pt idx="20908">
                  <c:v>5.0340664956741445</c:v>
                </c:pt>
                <c:pt idx="20909">
                  <c:v>5.0330931303116149</c:v>
                </c:pt>
                <c:pt idx="20910">
                  <c:v>5.030071587167904</c:v>
                </c:pt>
                <c:pt idx="20911">
                  <c:v>5.0273123229461758</c:v>
                </c:pt>
                <c:pt idx="20912">
                  <c:v>5.0253699467881479</c:v>
                </c:pt>
                <c:pt idx="20913">
                  <c:v>5.0242453678891357</c:v>
                </c:pt>
                <c:pt idx="20914">
                  <c:v>5.026550130158487</c:v>
                </c:pt>
                <c:pt idx="20915">
                  <c:v>5.0266058781869685</c:v>
                </c:pt>
                <c:pt idx="20916">
                  <c:v>5.0240755876272871</c:v>
                </c:pt>
                <c:pt idx="20917">
                  <c:v>5.0266991424852616</c:v>
                </c:pt>
                <c:pt idx="20918">
                  <c:v>5.0314287765102215</c:v>
                </c:pt>
                <c:pt idx="20919">
                  <c:v>5.0333556484955206</c:v>
                </c:pt>
                <c:pt idx="20920">
                  <c:v>5.030040291708139</c:v>
                </c:pt>
                <c:pt idx="20921">
                  <c:v>5.025435887374627</c:v>
                </c:pt>
                <c:pt idx="20922">
                  <c:v>5.0269221824515737</c:v>
                </c:pt>
                <c:pt idx="20923">
                  <c:v>5.026752593599265</c:v>
                </c:pt>
                <c:pt idx="20924">
                  <c:v>5.0279620147768167</c:v>
                </c:pt>
                <c:pt idx="20925">
                  <c:v>5.0332820993798331</c:v>
                </c:pt>
                <c:pt idx="20926">
                  <c:v>5.0356550991501416</c:v>
                </c:pt>
                <c:pt idx="20927">
                  <c:v>5.0333560313146011</c:v>
                </c:pt>
                <c:pt idx="20928">
                  <c:v>5.0313801106347142</c:v>
                </c:pt>
                <c:pt idx="20929">
                  <c:v>5.0336745367889133</c:v>
                </c:pt>
                <c:pt idx="20930">
                  <c:v>5.0326905481969222</c:v>
                </c:pt>
                <c:pt idx="20931">
                  <c:v>5.0304950807748261</c:v>
                </c:pt>
                <c:pt idx="20932">
                  <c:v>5.032123210320802</c:v>
                </c:pt>
                <c:pt idx="20933">
                  <c:v>5.0354646945103747</c:v>
                </c:pt>
                <c:pt idx="20934">
                  <c:v>5.0374707143404027</c:v>
                </c:pt>
                <c:pt idx="20935">
                  <c:v>5.0379294751550416</c:v>
                </c:pt>
                <c:pt idx="20936">
                  <c:v>5.0368491118597349</c:v>
                </c:pt>
                <c:pt idx="20937">
                  <c:v>5.0357480763341247</c:v>
                </c:pt>
                <c:pt idx="20938">
                  <c:v>5.0388970982313754</c:v>
                </c:pt>
                <c:pt idx="20939">
                  <c:v>5.0410593082459227</c:v>
                </c:pt>
                <c:pt idx="20940">
                  <c:v>5.0420482256335655</c:v>
                </c:pt>
                <c:pt idx="20941">
                  <c:v>5.0433212904831173</c:v>
                </c:pt>
                <c:pt idx="20942">
                  <c:v>5.038961651098691</c:v>
                </c:pt>
                <c:pt idx="20943">
                  <c:v>5.0342479040655386</c:v>
                </c:pt>
                <c:pt idx="20944">
                  <c:v>5.0353415703238653</c:v>
                </c:pt>
                <c:pt idx="20945">
                  <c:v>5.0381584488170894</c:v>
                </c:pt>
                <c:pt idx="20946">
                  <c:v>5.0376060408850778</c:v>
                </c:pt>
                <c:pt idx="20947">
                  <c:v>5.0367751320725827</c:v>
                </c:pt>
                <c:pt idx="20948">
                  <c:v>5.0361199372176708</c:v>
                </c:pt>
                <c:pt idx="20949">
                  <c:v>5.0315901826047007</c:v>
                </c:pt>
                <c:pt idx="20950">
                  <c:v>5.0288097197764339</c:v>
                </c:pt>
                <c:pt idx="20951">
                  <c:v>5.0301982524309015</c:v>
                </c:pt>
                <c:pt idx="20952">
                  <c:v>5.033957870760279</c:v>
                </c:pt>
                <c:pt idx="20953">
                  <c:v>5.0338108203812881</c:v>
                </c:pt>
                <c:pt idx="20954">
                  <c:v>5.0330993989740449</c:v>
                </c:pt>
                <c:pt idx="20955">
                  <c:v>5.0316693783018147</c:v>
                </c:pt>
                <c:pt idx="20956">
                  <c:v>5.0295507618099684</c:v>
                </c:pt>
                <c:pt idx="20957">
                  <c:v>5.0301538454176553</c:v>
                </c:pt>
                <c:pt idx="20958">
                  <c:v>5.0311365898476383</c:v>
                </c:pt>
                <c:pt idx="20959">
                  <c:v>5.0333202855830335</c:v>
                </c:pt>
                <c:pt idx="20960">
                  <c:v>5.0310057614271493</c:v>
                </c:pt>
                <c:pt idx="20961">
                  <c:v>5.0305822678202281</c:v>
                </c:pt>
                <c:pt idx="20962">
                  <c:v>5.0342940337646427</c:v>
                </c:pt>
                <c:pt idx="20963">
                  <c:v>5.033712818696884</c:v>
                </c:pt>
                <c:pt idx="20964">
                  <c:v>5.0306288760431821</c:v>
                </c:pt>
                <c:pt idx="20965">
                  <c:v>5.0284491042033537</c:v>
                </c:pt>
                <c:pt idx="20966">
                  <c:v>5.031055575759896</c:v>
                </c:pt>
                <c:pt idx="20967">
                  <c:v>5.0356695984227855</c:v>
                </c:pt>
                <c:pt idx="20968">
                  <c:v>5.0382046263685778</c:v>
                </c:pt>
                <c:pt idx="20969">
                  <c:v>5.0375497664803612</c:v>
                </c:pt>
                <c:pt idx="20970">
                  <c:v>5.0331162430135521</c:v>
                </c:pt>
                <c:pt idx="20971">
                  <c:v>5.0289719872138425</c:v>
                </c:pt>
                <c:pt idx="20972">
                  <c:v>5.0276296321108642</c:v>
                </c:pt>
                <c:pt idx="20973">
                  <c:v>5.0267616855524082</c:v>
                </c:pt>
                <c:pt idx="20974">
                  <c:v>5.0272422670545902</c:v>
                </c:pt>
                <c:pt idx="20975">
                  <c:v>5.027358213383355</c:v>
                </c:pt>
                <c:pt idx="20976">
                  <c:v>5.0294566361687467</c:v>
                </c:pt>
                <c:pt idx="20977">
                  <c:v>5.0337048273485951</c:v>
                </c:pt>
                <c:pt idx="20978">
                  <c:v>5.0373509398208407</c:v>
                </c:pt>
                <c:pt idx="20979">
                  <c:v>5.0372287726820302</c:v>
                </c:pt>
                <c:pt idx="20980">
                  <c:v>5.0360717020136283</c:v>
                </c:pt>
                <c:pt idx="20981">
                  <c:v>5.0340753005129777</c:v>
                </c:pt>
                <c:pt idx="20982">
                  <c:v>5.0326875334966692</c:v>
                </c:pt>
                <c:pt idx="20983">
                  <c:v>5.0343153280759516</c:v>
                </c:pt>
                <c:pt idx="20984">
                  <c:v>5.0347597331751013</c:v>
                </c:pt>
                <c:pt idx="20985">
                  <c:v>5.0348290234285278</c:v>
                </c:pt>
                <c:pt idx="20986">
                  <c:v>5.0328494181149992</c:v>
                </c:pt>
                <c:pt idx="20987">
                  <c:v>5.0325356021744128</c:v>
                </c:pt>
                <c:pt idx="20988">
                  <c:v>5.0359787248296453</c:v>
                </c:pt>
                <c:pt idx="20989">
                  <c:v>5.0397963402495982</c:v>
                </c:pt>
                <c:pt idx="20990">
                  <c:v>5.0425129679963252</c:v>
                </c:pt>
                <c:pt idx="20991">
                  <c:v>5.0396884331215066</c:v>
                </c:pt>
                <c:pt idx="20992">
                  <c:v>5.0380654237807212</c:v>
                </c:pt>
                <c:pt idx="20993">
                  <c:v>5.0381082516652631</c:v>
                </c:pt>
                <c:pt idx="20994">
                  <c:v>5.0375436413750858</c:v>
                </c:pt>
                <c:pt idx="20995">
                  <c:v>5.0361925292856595</c:v>
                </c:pt>
                <c:pt idx="20996">
                  <c:v>5.0351205880101064</c:v>
                </c:pt>
                <c:pt idx="20997">
                  <c:v>5.0362178910496898</c:v>
                </c:pt>
                <c:pt idx="20998">
                  <c:v>5.040062878033841</c:v>
                </c:pt>
                <c:pt idx="20999">
                  <c:v>5.0405982983691908</c:v>
                </c:pt>
                <c:pt idx="21000">
                  <c:v>5.0410699314753851</c:v>
                </c:pt>
                <c:pt idx="21001">
                  <c:v>5.0398619458693821</c:v>
                </c:pt>
                <c:pt idx="21002">
                  <c:v>5.0378523371104817</c:v>
                </c:pt>
                <c:pt idx="21003">
                  <c:v>5.0359603016614347</c:v>
                </c:pt>
                <c:pt idx="21004">
                  <c:v>5.0328038147921292</c:v>
                </c:pt>
                <c:pt idx="21005">
                  <c:v>5.0319810408850776</c:v>
                </c:pt>
                <c:pt idx="21006">
                  <c:v>5.0371152668248982</c:v>
                </c:pt>
                <c:pt idx="21007">
                  <c:v>5.0416544483577059</c:v>
                </c:pt>
                <c:pt idx="21008">
                  <c:v>5.0432673129928798</c:v>
                </c:pt>
                <c:pt idx="21009">
                  <c:v>5.042785295919149</c:v>
                </c:pt>
                <c:pt idx="21010">
                  <c:v>5.039596078018528</c:v>
                </c:pt>
                <c:pt idx="21011">
                  <c:v>5.0346023945333434</c:v>
                </c:pt>
                <c:pt idx="21012">
                  <c:v>5.0300776644207943</c:v>
                </c:pt>
                <c:pt idx="21013">
                  <c:v>5.0275014355715486</c:v>
                </c:pt>
                <c:pt idx="21014">
                  <c:v>5.0277923780721228</c:v>
                </c:pt>
                <c:pt idx="21015">
                  <c:v>5.0315910918000153</c:v>
                </c:pt>
                <c:pt idx="21016">
                  <c:v>5.0348356270576522</c:v>
                </c:pt>
                <c:pt idx="21017">
                  <c:v>5.0373717556082998</c:v>
                </c:pt>
                <c:pt idx="21018">
                  <c:v>5.0383321529745047</c:v>
                </c:pt>
                <c:pt idx="21019">
                  <c:v>5.0355864788301048</c:v>
                </c:pt>
                <c:pt idx="21020">
                  <c:v>5.0357867410611741</c:v>
                </c:pt>
                <c:pt idx="21021">
                  <c:v>5.039074917693898</c:v>
                </c:pt>
                <c:pt idx="21022">
                  <c:v>5.0395359754230151</c:v>
                </c:pt>
                <c:pt idx="21023">
                  <c:v>5.0339351887298065</c:v>
                </c:pt>
                <c:pt idx="21024">
                  <c:v>5.0321184250823059</c:v>
                </c:pt>
                <c:pt idx="21025">
                  <c:v>5.0336005091493758</c:v>
                </c:pt>
                <c:pt idx="21026">
                  <c:v>5.0328008957966466</c:v>
                </c:pt>
                <c:pt idx="21027">
                  <c:v>5.0293597829415821</c:v>
                </c:pt>
                <c:pt idx="21028">
                  <c:v>5.0263395796646506</c:v>
                </c:pt>
                <c:pt idx="21029">
                  <c:v>5.0231934289104965</c:v>
                </c:pt>
                <c:pt idx="21030">
                  <c:v>5.0213877191639229</c:v>
                </c:pt>
                <c:pt idx="21031">
                  <c:v>5.0188306791210477</c:v>
                </c:pt>
                <c:pt idx="21032">
                  <c:v>5.0179968034606848</c:v>
                </c:pt>
                <c:pt idx="21033">
                  <c:v>5.0194219431896485</c:v>
                </c:pt>
                <c:pt idx="21034">
                  <c:v>5.0226355179542148</c:v>
                </c:pt>
                <c:pt idx="21035">
                  <c:v>5.0257240065844879</c:v>
                </c:pt>
                <c:pt idx="21036">
                  <c:v>5.0242981969221345</c:v>
                </c:pt>
                <c:pt idx="21037">
                  <c:v>5.0260668210703621</c:v>
                </c:pt>
                <c:pt idx="21038">
                  <c:v>5.0322438461832935</c:v>
                </c:pt>
                <c:pt idx="21039">
                  <c:v>5.034940567337876</c:v>
                </c:pt>
                <c:pt idx="21040">
                  <c:v>5.0379409118750482</c:v>
                </c:pt>
                <c:pt idx="21041">
                  <c:v>5.037089665798943</c:v>
                </c:pt>
                <c:pt idx="21042">
                  <c:v>5.0345019045249213</c:v>
                </c:pt>
                <c:pt idx="21043">
                  <c:v>5.0322225040196003</c:v>
                </c:pt>
                <c:pt idx="21044">
                  <c:v>5.0295453544904678</c:v>
                </c:pt>
                <c:pt idx="21045">
                  <c:v>5.0301005378608066</c:v>
                </c:pt>
                <c:pt idx="21046">
                  <c:v>5.0297817931245694</c:v>
                </c:pt>
                <c:pt idx="21047">
                  <c:v>5.0290144801316901</c:v>
                </c:pt>
                <c:pt idx="21048">
                  <c:v>5.0303914325089965</c:v>
                </c:pt>
                <c:pt idx="21049">
                  <c:v>5.0298545287497127</c:v>
                </c:pt>
                <c:pt idx="21050">
                  <c:v>5.0315599398974049</c:v>
                </c:pt>
                <c:pt idx="21051">
                  <c:v>5.0358768949544448</c:v>
                </c:pt>
                <c:pt idx="21052">
                  <c:v>5.0358622521246463</c:v>
                </c:pt>
                <c:pt idx="21053">
                  <c:v>5.0346389537554552</c:v>
                </c:pt>
                <c:pt idx="21054">
                  <c:v>5.036861409922671</c:v>
                </c:pt>
                <c:pt idx="21055">
                  <c:v>5.0371746994870223</c:v>
                </c:pt>
                <c:pt idx="21056">
                  <c:v>5.0328567395298984</c:v>
                </c:pt>
                <c:pt idx="21057">
                  <c:v>5.0286748239032235</c:v>
                </c:pt>
                <c:pt idx="21058">
                  <c:v>5.0275601025955137</c:v>
                </c:pt>
                <c:pt idx="21059">
                  <c:v>5.0281877344766865</c:v>
                </c:pt>
                <c:pt idx="21060">
                  <c:v>5.0288183332057272</c:v>
                </c:pt>
                <c:pt idx="21061">
                  <c:v>5.0284691065002676</c:v>
                </c:pt>
                <c:pt idx="21062">
                  <c:v>5.0297251359007733</c:v>
                </c:pt>
                <c:pt idx="21063">
                  <c:v>5.0322326965775979</c:v>
                </c:pt>
                <c:pt idx="21064">
                  <c:v>5.0321076104433047</c:v>
                </c:pt>
                <c:pt idx="21065">
                  <c:v>5.0331304551718858</c:v>
                </c:pt>
                <c:pt idx="21066">
                  <c:v>5.0334833665109873</c:v>
                </c:pt>
                <c:pt idx="21067">
                  <c:v>5.0324219527601253</c:v>
                </c:pt>
                <c:pt idx="21068">
                  <c:v>5.0336690337646433</c:v>
                </c:pt>
                <c:pt idx="21069">
                  <c:v>5.0361075913023505</c:v>
                </c:pt>
                <c:pt idx="21070">
                  <c:v>5.0397943304494293</c:v>
                </c:pt>
                <c:pt idx="21071">
                  <c:v>5.0434526931322257</c:v>
                </c:pt>
                <c:pt idx="21072">
                  <c:v>5.038097197764337</c:v>
                </c:pt>
                <c:pt idx="21073">
                  <c:v>5.0344201726514051</c:v>
                </c:pt>
                <c:pt idx="21074">
                  <c:v>5.0373208885230838</c:v>
                </c:pt>
                <c:pt idx="21075">
                  <c:v>5.0383018145624376</c:v>
                </c:pt>
                <c:pt idx="21076">
                  <c:v>5.0367346968072892</c:v>
                </c:pt>
                <c:pt idx="21077">
                  <c:v>5.0346463708751248</c:v>
                </c:pt>
                <c:pt idx="21078">
                  <c:v>5.0365216579894341</c:v>
                </c:pt>
                <c:pt idx="21079">
                  <c:v>5.0413868578209939</c:v>
                </c:pt>
                <c:pt idx="21080">
                  <c:v>5.0445109007732949</c:v>
                </c:pt>
                <c:pt idx="21081">
                  <c:v>5.0430036942041188</c:v>
                </c:pt>
                <c:pt idx="21082">
                  <c:v>5.0418571032080237</c:v>
                </c:pt>
                <c:pt idx="21083">
                  <c:v>5.0419391700482352</c:v>
                </c:pt>
                <c:pt idx="21084">
                  <c:v>5.0413658984763803</c:v>
                </c:pt>
                <c:pt idx="21085">
                  <c:v>5.0431537114309775</c:v>
                </c:pt>
                <c:pt idx="21086">
                  <c:v>5.0439220293239417</c:v>
                </c:pt>
                <c:pt idx="21087">
                  <c:v>5.0430810715106045</c:v>
                </c:pt>
                <c:pt idx="21088">
                  <c:v>5.0407057269734326</c:v>
                </c:pt>
                <c:pt idx="21089">
                  <c:v>5.036058351198224</c:v>
                </c:pt>
                <c:pt idx="21090">
                  <c:v>5.0313318275782866</c:v>
                </c:pt>
                <c:pt idx="21091">
                  <c:v>5.0294455822678206</c:v>
                </c:pt>
                <c:pt idx="21092">
                  <c:v>5.0332022337493303</c:v>
                </c:pt>
                <c:pt idx="21093">
                  <c:v>5.0356922326008728</c:v>
                </c:pt>
                <c:pt idx="21094">
                  <c:v>5.0359496784319733</c:v>
                </c:pt>
                <c:pt idx="21095">
                  <c:v>5.0378253005129778</c:v>
                </c:pt>
                <c:pt idx="21096">
                  <c:v>5.0392047412143022</c:v>
                </c:pt>
                <c:pt idx="21097">
                  <c:v>5.0371691964627514</c:v>
                </c:pt>
                <c:pt idx="21098">
                  <c:v>5.0352466790444836</c:v>
                </c:pt>
                <c:pt idx="21099">
                  <c:v>5.0387114309777203</c:v>
                </c:pt>
                <c:pt idx="21100">
                  <c:v>5.0414225078477912</c:v>
                </c:pt>
                <c:pt idx="21101">
                  <c:v>5.0387204750784775</c:v>
                </c:pt>
                <c:pt idx="21102">
                  <c:v>5.0338335024117606</c:v>
                </c:pt>
                <c:pt idx="21103">
                  <c:v>5.0321456530893496</c:v>
                </c:pt>
                <c:pt idx="21104">
                  <c:v>5.034503579358395</c:v>
                </c:pt>
                <c:pt idx="21105">
                  <c:v>5.0354092814485876</c:v>
                </c:pt>
                <c:pt idx="21106">
                  <c:v>5.03653993760049</c:v>
                </c:pt>
                <c:pt idx="21107">
                  <c:v>5.0394586459689155</c:v>
                </c:pt>
                <c:pt idx="21108">
                  <c:v>5.0379757484113012</c:v>
                </c:pt>
                <c:pt idx="21109">
                  <c:v>5.0354661779343086</c:v>
                </c:pt>
                <c:pt idx="21110">
                  <c:v>5.0364289679197611</c:v>
                </c:pt>
                <c:pt idx="21111">
                  <c:v>5.0358587589005435</c:v>
                </c:pt>
                <c:pt idx="21112">
                  <c:v>5.0343766269810883</c:v>
                </c:pt>
                <c:pt idx="21113">
                  <c:v>5.0362508134905442</c:v>
                </c:pt>
                <c:pt idx="21114">
                  <c:v>5.0387696673302198</c:v>
                </c:pt>
                <c:pt idx="21115">
                  <c:v>5.03900098575913</c:v>
                </c:pt>
                <c:pt idx="21116">
                  <c:v>5.0359781984534111</c:v>
                </c:pt>
                <c:pt idx="21117">
                  <c:v>5.0357573596968077</c:v>
                </c:pt>
                <c:pt idx="21118">
                  <c:v>5.0345877995559301</c:v>
                </c:pt>
                <c:pt idx="21119">
                  <c:v>5.0342614462904836</c:v>
                </c:pt>
                <c:pt idx="21120">
                  <c:v>5.0347629871372792</c:v>
                </c:pt>
                <c:pt idx="21121">
                  <c:v>5.0343591130081924</c:v>
                </c:pt>
                <c:pt idx="21122">
                  <c:v>5.0369025629737383</c:v>
                </c:pt>
                <c:pt idx="21123">
                  <c:v>5.0388083320572701</c:v>
                </c:pt>
                <c:pt idx="21124">
                  <c:v>5.0398114137508614</c:v>
                </c:pt>
                <c:pt idx="21125">
                  <c:v>5.0425191888063701</c:v>
                </c:pt>
                <c:pt idx="21126">
                  <c:v>5.0440977911339102</c:v>
                </c:pt>
                <c:pt idx="21127">
                  <c:v>5.0428865994181153</c:v>
                </c:pt>
                <c:pt idx="21128">
                  <c:v>5.0372704999617177</c:v>
                </c:pt>
                <c:pt idx="21129">
                  <c:v>5.0341904333511982</c:v>
                </c:pt>
                <c:pt idx="21130">
                  <c:v>5.0352210780185285</c:v>
                </c:pt>
                <c:pt idx="21131">
                  <c:v>5.038681762499043</c:v>
                </c:pt>
                <c:pt idx="21132">
                  <c:v>5.0380764776816473</c:v>
                </c:pt>
                <c:pt idx="21133">
                  <c:v>5.0333449295612898</c:v>
                </c:pt>
                <c:pt idx="21134">
                  <c:v>5.033578497052293</c:v>
                </c:pt>
                <c:pt idx="21135">
                  <c:v>5.0352945314294466</c:v>
                </c:pt>
                <c:pt idx="21136">
                  <c:v>5.0369970235816552</c:v>
                </c:pt>
                <c:pt idx="21137">
                  <c:v>5.0379516308092791</c:v>
                </c:pt>
                <c:pt idx="21138">
                  <c:v>5.0430984419263458</c:v>
                </c:pt>
                <c:pt idx="21139">
                  <c:v>5.0492874779879031</c:v>
                </c:pt>
                <c:pt idx="21140">
                  <c:v>5.0460753387948856</c:v>
                </c:pt>
                <c:pt idx="21141">
                  <c:v>5.0399687045402342</c:v>
                </c:pt>
                <c:pt idx="21142">
                  <c:v>5.034463000535947</c:v>
                </c:pt>
                <c:pt idx="21143">
                  <c:v>5.0281246650333049</c:v>
                </c:pt>
                <c:pt idx="21144">
                  <c:v>5.0247911243396368</c:v>
                </c:pt>
                <c:pt idx="21145">
                  <c:v>5.0246721633106191</c:v>
                </c:pt>
                <c:pt idx="21146">
                  <c:v>5.026440404639767</c:v>
                </c:pt>
                <c:pt idx="21147">
                  <c:v>5.0287185609830791</c:v>
                </c:pt>
                <c:pt idx="21148">
                  <c:v>5.0308498583569401</c:v>
                </c:pt>
                <c:pt idx="21149">
                  <c:v>5.034731117448894</c:v>
                </c:pt>
                <c:pt idx="21150">
                  <c:v>5.0354493338948014</c:v>
                </c:pt>
                <c:pt idx="21151">
                  <c:v>5.0314188232141488</c:v>
                </c:pt>
                <c:pt idx="21152">
                  <c:v>5.0294478791822987</c:v>
                </c:pt>
                <c:pt idx="21153">
                  <c:v>5.0342573309853762</c:v>
                </c:pt>
                <c:pt idx="21154">
                  <c:v>5.0378633910114079</c:v>
                </c:pt>
                <c:pt idx="21155">
                  <c:v>5.0395957909042188</c:v>
                </c:pt>
                <c:pt idx="21156">
                  <c:v>5.0349624358778042</c:v>
                </c:pt>
                <c:pt idx="21157">
                  <c:v>5.0230080487711506</c:v>
                </c:pt>
                <c:pt idx="21158">
                  <c:v>5.0219580717402952</c:v>
                </c:pt>
                <c:pt idx="21159">
                  <c:v>5.0245257350126327</c:v>
                </c:pt>
                <c:pt idx="21160">
                  <c:v>5.0239714608376085</c:v>
                </c:pt>
                <c:pt idx="21161">
                  <c:v>5.0283358854605318</c:v>
                </c:pt>
                <c:pt idx="21162">
                  <c:v>5.0315191696654162</c:v>
                </c:pt>
                <c:pt idx="21163">
                  <c:v>5.0320705248449586</c:v>
                </c:pt>
                <c:pt idx="21164">
                  <c:v>5.0292627861572621</c:v>
                </c:pt>
                <c:pt idx="21165">
                  <c:v>5.0247260929484723</c:v>
                </c:pt>
                <c:pt idx="21166">
                  <c:v>5.0242884350356025</c:v>
                </c:pt>
                <c:pt idx="21167">
                  <c:v>5.0262370798560596</c:v>
                </c:pt>
                <c:pt idx="21168">
                  <c:v>5.0279644073960643</c:v>
                </c:pt>
                <c:pt idx="21169">
                  <c:v>5.0315144801316896</c:v>
                </c:pt>
                <c:pt idx="21170">
                  <c:v>5.0332075932164457</c:v>
                </c:pt>
                <c:pt idx="21171">
                  <c:v>5.0347808360768704</c:v>
                </c:pt>
                <c:pt idx="21172">
                  <c:v>5.0337620109486254</c:v>
                </c:pt>
                <c:pt idx="21173">
                  <c:v>5.0315093599264991</c:v>
                </c:pt>
                <c:pt idx="21174">
                  <c:v>5.0291967498660135</c:v>
                </c:pt>
                <c:pt idx="21175">
                  <c:v>5.0280997817931246</c:v>
                </c:pt>
                <c:pt idx="21176">
                  <c:v>5.0270825357935838</c:v>
                </c:pt>
                <c:pt idx="21177">
                  <c:v>5.0289811270193709</c:v>
                </c:pt>
                <c:pt idx="21178">
                  <c:v>5.0290708023887909</c:v>
                </c:pt>
                <c:pt idx="21179">
                  <c:v>5.0268742822142256</c:v>
                </c:pt>
                <c:pt idx="21180">
                  <c:v>5.0279402897940431</c:v>
                </c:pt>
                <c:pt idx="21181">
                  <c:v>5.0292364673455321</c:v>
                </c:pt>
                <c:pt idx="21182">
                  <c:v>5.0291205210167673</c:v>
                </c:pt>
                <c:pt idx="21183">
                  <c:v>5.0298651041267899</c:v>
                </c:pt>
                <c:pt idx="21184">
                  <c:v>5.0300323482122353</c:v>
                </c:pt>
                <c:pt idx="21185">
                  <c:v>5.0276437964168137</c:v>
                </c:pt>
                <c:pt idx="21186">
                  <c:v>5.0282813337416741</c:v>
                </c:pt>
                <c:pt idx="21187">
                  <c:v>5.028511312303805</c:v>
                </c:pt>
                <c:pt idx="21188">
                  <c:v>5.0256387814868697</c:v>
                </c:pt>
                <c:pt idx="21189">
                  <c:v>5.0253272146083763</c:v>
                </c:pt>
                <c:pt idx="21190">
                  <c:v>5.0289950999157798</c:v>
                </c:pt>
                <c:pt idx="21191">
                  <c:v>5.03184231682107</c:v>
                </c:pt>
                <c:pt idx="21192">
                  <c:v>5.0347475786693208</c:v>
                </c:pt>
                <c:pt idx="21193">
                  <c:v>5.0389349016154963</c:v>
                </c:pt>
                <c:pt idx="21194">
                  <c:v>5.0400884790597962</c:v>
                </c:pt>
                <c:pt idx="21195">
                  <c:v>5.035272327922824</c:v>
                </c:pt>
                <c:pt idx="21196">
                  <c:v>5.0318187255952838</c:v>
                </c:pt>
                <c:pt idx="21197">
                  <c:v>5.0294363467575227</c:v>
                </c:pt>
                <c:pt idx="21198">
                  <c:v>5.0281072467651784</c:v>
                </c:pt>
                <c:pt idx="21199">
                  <c:v>5.0322998334736999</c:v>
                </c:pt>
                <c:pt idx="21200">
                  <c:v>5.0366233921598651</c:v>
                </c:pt>
                <c:pt idx="21201">
                  <c:v>5.040627153357323</c:v>
                </c:pt>
                <c:pt idx="21202">
                  <c:v>5.0396023945333432</c:v>
                </c:pt>
                <c:pt idx="21203">
                  <c:v>5.0364082956894576</c:v>
                </c:pt>
                <c:pt idx="21204">
                  <c:v>5.0342309164688768</c:v>
                </c:pt>
                <c:pt idx="21205">
                  <c:v>5.0353230035984993</c:v>
                </c:pt>
                <c:pt idx="21206">
                  <c:v>5.034551431743358</c:v>
                </c:pt>
                <c:pt idx="21207">
                  <c:v>5.031520605236965</c:v>
                </c:pt>
                <c:pt idx="21208">
                  <c:v>5.0331035142791514</c:v>
                </c:pt>
                <c:pt idx="21209">
                  <c:v>5.033730093407855</c:v>
                </c:pt>
                <c:pt idx="21210">
                  <c:v>5.0313265159635554</c:v>
                </c:pt>
                <c:pt idx="21211">
                  <c:v>5.0328181226552333</c:v>
                </c:pt>
                <c:pt idx="21212">
                  <c:v>5.0333628263532653</c:v>
                </c:pt>
                <c:pt idx="21213">
                  <c:v>5.0299336765944416</c:v>
                </c:pt>
                <c:pt idx="21214">
                  <c:v>5.0310597867697728</c:v>
                </c:pt>
                <c:pt idx="21215">
                  <c:v>5.0328735357170205</c:v>
                </c:pt>
                <c:pt idx="21216">
                  <c:v>5.0363580985376313</c:v>
                </c:pt>
                <c:pt idx="21217">
                  <c:v>5.0377272509761886</c:v>
                </c:pt>
                <c:pt idx="21218">
                  <c:v>5.0369505110634716</c:v>
                </c:pt>
                <c:pt idx="21219">
                  <c:v>5.0369696520174569</c:v>
                </c:pt>
                <c:pt idx="21220">
                  <c:v>5.034808542607764</c:v>
                </c:pt>
                <c:pt idx="21221">
                  <c:v>5.0346231624684172</c:v>
                </c:pt>
                <c:pt idx="21222">
                  <c:v>5.0327874014240868</c:v>
                </c:pt>
                <c:pt idx="21223">
                  <c:v>5.0288115381670622</c:v>
                </c:pt>
                <c:pt idx="21224">
                  <c:v>5.0277498851542761</c:v>
                </c:pt>
                <c:pt idx="21225">
                  <c:v>5.0265324726284355</c:v>
                </c:pt>
                <c:pt idx="21226">
                  <c:v>5.0282393672000616</c:v>
                </c:pt>
                <c:pt idx="21227">
                  <c:v>5.0315396983385652</c:v>
                </c:pt>
                <c:pt idx="21228">
                  <c:v>5.0315192175178014</c:v>
                </c:pt>
                <c:pt idx="21229">
                  <c:v>5.0326121659903533</c:v>
                </c:pt>
                <c:pt idx="21230">
                  <c:v>5.0340965469719015</c:v>
                </c:pt>
                <c:pt idx="21231">
                  <c:v>5.0334961909501565</c:v>
                </c:pt>
                <c:pt idx="21232">
                  <c:v>5.0287756010259548</c:v>
                </c:pt>
                <c:pt idx="21233">
                  <c:v>5.0250873784549421</c:v>
                </c:pt>
                <c:pt idx="21234">
                  <c:v>5.0281575874741593</c:v>
                </c:pt>
                <c:pt idx="21235">
                  <c:v>5.0344795096087589</c:v>
                </c:pt>
                <c:pt idx="21236">
                  <c:v>5.0379339254268434</c:v>
                </c:pt>
                <c:pt idx="21237">
                  <c:v>5.0382221881938598</c:v>
                </c:pt>
                <c:pt idx="21238">
                  <c:v>5.0357745387030093</c:v>
                </c:pt>
                <c:pt idx="21239">
                  <c:v>5.0326966254498124</c:v>
                </c:pt>
                <c:pt idx="21240">
                  <c:v>5.0285034645126716</c:v>
                </c:pt>
                <c:pt idx="21241">
                  <c:v>5.0201690624760742</c:v>
                </c:pt>
                <c:pt idx="21242">
                  <c:v>5.0177108376081465</c:v>
                </c:pt>
                <c:pt idx="21243">
                  <c:v>5.0199603782252504</c:v>
                </c:pt>
                <c:pt idx="21244">
                  <c:v>5.0211499406630429</c:v>
                </c:pt>
                <c:pt idx="21245">
                  <c:v>5.026071319194549</c:v>
                </c:pt>
                <c:pt idx="21246">
                  <c:v>5.0313926958119595</c:v>
                </c:pt>
                <c:pt idx="21247">
                  <c:v>5.0351214493530358</c:v>
                </c:pt>
                <c:pt idx="21248">
                  <c:v>5.0350635958196159</c:v>
                </c:pt>
                <c:pt idx="21249">
                  <c:v>5.0373278749712886</c:v>
                </c:pt>
                <c:pt idx="21250">
                  <c:v>5.0396039736620475</c:v>
                </c:pt>
                <c:pt idx="21251">
                  <c:v>5.0388155099150138</c:v>
                </c:pt>
                <c:pt idx="21252">
                  <c:v>5.0381398342393382</c:v>
                </c:pt>
                <c:pt idx="21253">
                  <c:v>5.0361188844652016</c:v>
                </c:pt>
                <c:pt idx="21254">
                  <c:v>5.0327013149835391</c:v>
                </c:pt>
                <c:pt idx="21255">
                  <c:v>5.0324303269274937</c:v>
                </c:pt>
                <c:pt idx="21256">
                  <c:v>5.0346416813413981</c:v>
                </c:pt>
                <c:pt idx="21257">
                  <c:v>5.0341376043181993</c:v>
                </c:pt>
                <c:pt idx="21258">
                  <c:v>5.0342396256029405</c:v>
                </c:pt>
                <c:pt idx="21259">
                  <c:v>5.0329665607533878</c:v>
                </c:pt>
                <c:pt idx="21260">
                  <c:v>5.0300301470025266</c:v>
                </c:pt>
                <c:pt idx="21261">
                  <c:v>5.0302455784396294</c:v>
                </c:pt>
                <c:pt idx="21262">
                  <c:v>5.03148150983845</c:v>
                </c:pt>
                <c:pt idx="21263">
                  <c:v>5.0326856672536557</c:v>
                </c:pt>
                <c:pt idx="21264">
                  <c:v>5.0332617621162239</c:v>
                </c:pt>
                <c:pt idx="21265">
                  <c:v>5.0353671713498205</c:v>
                </c:pt>
                <c:pt idx="21266">
                  <c:v>5.037095695199449</c:v>
                </c:pt>
                <c:pt idx="21267">
                  <c:v>5.0372126464282978</c:v>
                </c:pt>
                <c:pt idx="21268">
                  <c:v>5.0367549862185133</c:v>
                </c:pt>
                <c:pt idx="21269">
                  <c:v>5.0317892963785313</c:v>
                </c:pt>
                <c:pt idx="21270">
                  <c:v>5.0340864501186742</c:v>
                </c:pt>
                <c:pt idx="21271">
                  <c:v>5.040098958732103</c:v>
                </c:pt>
                <c:pt idx="21272">
                  <c:v>5.0404451228849245</c:v>
                </c:pt>
                <c:pt idx="21273">
                  <c:v>5.0338388618788761</c:v>
                </c:pt>
                <c:pt idx="21274">
                  <c:v>5.029423618023122</c:v>
                </c:pt>
                <c:pt idx="21275">
                  <c:v>5.0344857304188038</c:v>
                </c:pt>
                <c:pt idx="21276">
                  <c:v>5.0354676135058574</c:v>
                </c:pt>
                <c:pt idx="21277">
                  <c:v>5.0338598212234897</c:v>
                </c:pt>
                <c:pt idx="21278">
                  <c:v>5.0347322180537475</c:v>
                </c:pt>
                <c:pt idx="21279">
                  <c:v>5.0314872521246459</c:v>
                </c:pt>
                <c:pt idx="21280">
                  <c:v>5.0303159692979094</c:v>
                </c:pt>
                <c:pt idx="21281">
                  <c:v>5.0332140532884155</c:v>
                </c:pt>
                <c:pt idx="21282">
                  <c:v>5.0309803518107339</c:v>
                </c:pt>
                <c:pt idx="21283">
                  <c:v>5.0297309260393535</c:v>
                </c:pt>
                <c:pt idx="21284">
                  <c:v>5.0275937906745272</c:v>
                </c:pt>
                <c:pt idx="21285">
                  <c:v>5.0280689170048234</c:v>
                </c:pt>
                <c:pt idx="21286">
                  <c:v>5.0308094230916467</c:v>
                </c:pt>
                <c:pt idx="21287">
                  <c:v>5.032127229921139</c:v>
                </c:pt>
                <c:pt idx="21288">
                  <c:v>5.030206387336345</c:v>
                </c:pt>
                <c:pt idx="21289">
                  <c:v>5.0310216962713419</c:v>
                </c:pt>
                <c:pt idx="21290">
                  <c:v>5.0337151634637474</c:v>
                </c:pt>
                <c:pt idx="21291">
                  <c:v>5.0335879718245158</c:v>
                </c:pt>
                <c:pt idx="21292">
                  <c:v>5.0382199391317659</c:v>
                </c:pt>
                <c:pt idx="21293">
                  <c:v>5.0443016422938518</c:v>
                </c:pt>
                <c:pt idx="21294">
                  <c:v>5.0446410592603934</c:v>
                </c:pt>
                <c:pt idx="21295">
                  <c:v>5.038263341244928</c:v>
                </c:pt>
                <c:pt idx="21296">
                  <c:v>5.0336461124722458</c:v>
                </c:pt>
                <c:pt idx="21297">
                  <c:v>5.0313732198912797</c:v>
                </c:pt>
                <c:pt idx="21298">
                  <c:v>5.0387080334583878</c:v>
                </c:pt>
                <c:pt idx="21299">
                  <c:v>5.0445866989510755</c:v>
                </c:pt>
                <c:pt idx="21300">
                  <c:v>5.0438109160860574</c:v>
                </c:pt>
                <c:pt idx="21301">
                  <c:v>5.043372348977873</c:v>
                </c:pt>
                <c:pt idx="21302">
                  <c:v>5.0444127555317353</c:v>
                </c:pt>
                <c:pt idx="21303">
                  <c:v>5.0427841953142947</c:v>
                </c:pt>
                <c:pt idx="21304">
                  <c:v>5.0394057212311463</c:v>
                </c:pt>
                <c:pt idx="21305">
                  <c:v>5.0349498028481738</c:v>
                </c:pt>
                <c:pt idx="21306">
                  <c:v>5.0315073501263301</c:v>
                </c:pt>
                <c:pt idx="21307">
                  <c:v>5.0296782405635101</c:v>
                </c:pt>
                <c:pt idx="21308">
                  <c:v>5.0293105906898399</c:v>
                </c:pt>
                <c:pt idx="21309">
                  <c:v>5.0316526778194621</c:v>
                </c:pt>
                <c:pt idx="21310">
                  <c:v>5.0340520921062701</c:v>
                </c:pt>
                <c:pt idx="21311">
                  <c:v>5.0356157166373174</c:v>
                </c:pt>
                <c:pt idx="21312">
                  <c:v>5.0346885766786613</c:v>
                </c:pt>
                <c:pt idx="21313">
                  <c:v>5.0380248928106575</c:v>
                </c:pt>
                <c:pt idx="21314">
                  <c:v>5.0385792148380677</c:v>
                </c:pt>
                <c:pt idx="21315">
                  <c:v>5.0387441141566498</c:v>
                </c:pt>
                <c:pt idx="21316">
                  <c:v>5.0371952281601713</c:v>
                </c:pt>
                <c:pt idx="21317">
                  <c:v>5.0361805661894188</c:v>
                </c:pt>
                <c:pt idx="21318">
                  <c:v>5.0381635690222799</c:v>
                </c:pt>
                <c:pt idx="21319">
                  <c:v>5.038787516269811</c:v>
                </c:pt>
                <c:pt idx="21320">
                  <c:v>5.0368449487022433</c:v>
                </c:pt>
                <c:pt idx="21321">
                  <c:v>5.037195658831636</c:v>
                </c:pt>
                <c:pt idx="21322">
                  <c:v>5.0341013322103976</c:v>
                </c:pt>
                <c:pt idx="21323">
                  <c:v>5.0291877057652554</c:v>
                </c:pt>
                <c:pt idx="21324">
                  <c:v>5.0279263647500194</c:v>
                </c:pt>
                <c:pt idx="21325">
                  <c:v>5.0302603648265833</c:v>
                </c:pt>
                <c:pt idx="21326">
                  <c:v>5.0301441313835085</c:v>
                </c:pt>
                <c:pt idx="21327">
                  <c:v>5.027978380292474</c:v>
                </c:pt>
                <c:pt idx="21328">
                  <c:v>5.0265521399586559</c:v>
                </c:pt>
                <c:pt idx="21329">
                  <c:v>5.0295826793507388</c:v>
                </c:pt>
                <c:pt idx="21330">
                  <c:v>5.0336279764183445</c:v>
                </c:pt>
                <c:pt idx="21331">
                  <c:v>5.0309174259245077</c:v>
                </c:pt>
                <c:pt idx="21332">
                  <c:v>5.0258928776510219</c:v>
                </c:pt>
                <c:pt idx="21333">
                  <c:v>5.0251020212847406</c:v>
                </c:pt>
                <c:pt idx="21334">
                  <c:v>5.0276893997396828</c:v>
                </c:pt>
                <c:pt idx="21335">
                  <c:v>5.0303759761886528</c:v>
                </c:pt>
                <c:pt idx="21336">
                  <c:v>5.0310522260929487</c:v>
                </c:pt>
                <c:pt idx="21337">
                  <c:v>5.0307439131766323</c:v>
                </c:pt>
                <c:pt idx="21338">
                  <c:v>5.0307221403414744</c:v>
                </c:pt>
                <c:pt idx="21339">
                  <c:v>5.029775668019294</c:v>
                </c:pt>
                <c:pt idx="21340">
                  <c:v>5.0293547584411611</c:v>
                </c:pt>
                <c:pt idx="21341">
                  <c:v>5.0267631689763421</c:v>
                </c:pt>
                <c:pt idx="21342">
                  <c:v>5.0259294847255189</c:v>
                </c:pt>
                <c:pt idx="21343">
                  <c:v>5.0264558609601107</c:v>
                </c:pt>
                <c:pt idx="21344">
                  <c:v>5.0260724197994024</c:v>
                </c:pt>
                <c:pt idx="21345">
                  <c:v>5.0285085368654769</c:v>
                </c:pt>
                <c:pt idx="21346">
                  <c:v>5.028367755148917</c:v>
                </c:pt>
                <c:pt idx="21347">
                  <c:v>5.0273888389097312</c:v>
                </c:pt>
                <c:pt idx="21348">
                  <c:v>5.0282504211009877</c:v>
                </c:pt>
                <c:pt idx="21349">
                  <c:v>5.0290383584717864</c:v>
                </c:pt>
                <c:pt idx="21350">
                  <c:v>5.0304667043105429</c:v>
                </c:pt>
                <c:pt idx="21351">
                  <c:v>5.028678699946405</c:v>
                </c:pt>
                <c:pt idx="21352">
                  <c:v>5.0258487098997016</c:v>
                </c:pt>
                <c:pt idx="21353">
                  <c:v>5.0258527295000386</c:v>
                </c:pt>
                <c:pt idx="21354">
                  <c:v>5.0279322984457542</c:v>
                </c:pt>
                <c:pt idx="21355">
                  <c:v>5.0328447285812725</c:v>
                </c:pt>
                <c:pt idx="21356">
                  <c:v>5.0345531544292168</c:v>
                </c:pt>
                <c:pt idx="21357">
                  <c:v>5.0336367334047925</c:v>
                </c:pt>
                <c:pt idx="21358">
                  <c:v>5.0288778615726208</c:v>
                </c:pt>
                <c:pt idx="21359">
                  <c:v>5.0267243606921372</c:v>
                </c:pt>
                <c:pt idx="21360">
                  <c:v>5.0297556178699949</c:v>
                </c:pt>
                <c:pt idx="21361">
                  <c:v>5.0290982218053744</c:v>
                </c:pt>
                <c:pt idx="21362">
                  <c:v>5.0287520576525537</c:v>
                </c:pt>
                <c:pt idx="21363">
                  <c:v>5.0289991195161168</c:v>
                </c:pt>
                <c:pt idx="21364">
                  <c:v>5.0332532443917009</c:v>
                </c:pt>
                <c:pt idx="21365">
                  <c:v>5.0358291861266364</c:v>
                </c:pt>
                <c:pt idx="21366">
                  <c:v>5.0373794598422785</c:v>
                </c:pt>
                <c:pt idx="21367">
                  <c:v>5.0342073252430897</c:v>
                </c:pt>
                <c:pt idx="21368">
                  <c:v>5.031090651558074</c:v>
                </c:pt>
                <c:pt idx="21369">
                  <c:v>5.0288284779113388</c:v>
                </c:pt>
                <c:pt idx="21370">
                  <c:v>5.0271341685169588</c:v>
                </c:pt>
                <c:pt idx="21371">
                  <c:v>5.0269726188653241</c:v>
                </c:pt>
                <c:pt idx="21372">
                  <c:v>5.0284525974274557</c:v>
                </c:pt>
                <c:pt idx="21373">
                  <c:v>5.032794244315137</c:v>
                </c:pt>
                <c:pt idx="21374">
                  <c:v>5.0372447553786079</c:v>
                </c:pt>
                <c:pt idx="21375">
                  <c:v>5.0372023103131456</c:v>
                </c:pt>
                <c:pt idx="21376">
                  <c:v>5.0335206913712582</c:v>
                </c:pt>
                <c:pt idx="21377">
                  <c:v>5.0269380694433812</c:v>
                </c:pt>
                <c:pt idx="21378">
                  <c:v>5.0254973776893044</c:v>
                </c:pt>
                <c:pt idx="21379">
                  <c:v>5.0284329300972361</c:v>
                </c:pt>
                <c:pt idx="21380">
                  <c:v>5.0305072352806066</c:v>
                </c:pt>
                <c:pt idx="21381">
                  <c:v>5.028785937141107</c:v>
                </c:pt>
                <c:pt idx="21382">
                  <c:v>5.0259579090421864</c:v>
                </c:pt>
                <c:pt idx="21383">
                  <c:v>5.0250532597044639</c:v>
                </c:pt>
                <c:pt idx="21384">
                  <c:v>5.0252333282290786</c:v>
                </c:pt>
                <c:pt idx="21385">
                  <c:v>5.0271153146772836</c:v>
                </c:pt>
                <c:pt idx="21386">
                  <c:v>5.0297727490238113</c:v>
                </c:pt>
                <c:pt idx="21387">
                  <c:v>5.0346338335502638</c:v>
                </c:pt>
                <c:pt idx="21388">
                  <c:v>5.0368557154888602</c:v>
                </c:pt>
                <c:pt idx="21389">
                  <c:v>5.0361063949927267</c:v>
                </c:pt>
                <c:pt idx="21390">
                  <c:v>5.0345388465661127</c:v>
                </c:pt>
                <c:pt idx="21391">
                  <c:v>5.0322710263379529</c:v>
                </c:pt>
                <c:pt idx="21392">
                  <c:v>5.0327829990046702</c:v>
                </c:pt>
                <c:pt idx="21393">
                  <c:v>5.0339700252660595</c:v>
                </c:pt>
                <c:pt idx="21394">
                  <c:v>5.0326145107572158</c:v>
                </c:pt>
                <c:pt idx="21395">
                  <c:v>5.0304229193783021</c:v>
                </c:pt>
                <c:pt idx="21396">
                  <c:v>5.0304132531965395</c:v>
                </c:pt>
                <c:pt idx="21397">
                  <c:v>5.0342790081157647</c:v>
                </c:pt>
                <c:pt idx="21398">
                  <c:v>5.0326353265446748</c:v>
                </c:pt>
                <c:pt idx="21399">
                  <c:v>5.0306018872980633</c:v>
                </c:pt>
                <c:pt idx="21400">
                  <c:v>5.0312722035066226</c:v>
                </c:pt>
                <c:pt idx="21401">
                  <c:v>5.0322268107342474</c:v>
                </c:pt>
                <c:pt idx="21402">
                  <c:v>5.0333731146160323</c:v>
                </c:pt>
                <c:pt idx="21403">
                  <c:v>5.037305145088431</c:v>
                </c:pt>
                <c:pt idx="21404">
                  <c:v>5.0370621506775901</c:v>
                </c:pt>
                <c:pt idx="21405">
                  <c:v>5.0348970695199453</c:v>
                </c:pt>
                <c:pt idx="21406">
                  <c:v>5.0326548024653546</c:v>
                </c:pt>
                <c:pt idx="21407">
                  <c:v>5.0280555183370339</c:v>
                </c:pt>
                <c:pt idx="21408">
                  <c:v>5.0246161281678283</c:v>
                </c:pt>
                <c:pt idx="21409">
                  <c:v>5.0295450673761577</c:v>
                </c:pt>
                <c:pt idx="21410">
                  <c:v>5.034936547737539</c:v>
                </c:pt>
                <c:pt idx="21411">
                  <c:v>5.0348237118137966</c:v>
                </c:pt>
                <c:pt idx="21412">
                  <c:v>5.0317903969833857</c:v>
                </c:pt>
                <c:pt idx="21413">
                  <c:v>5.0275544560140881</c:v>
                </c:pt>
                <c:pt idx="21414">
                  <c:v>5.0300431149988514</c:v>
                </c:pt>
                <c:pt idx="21415">
                  <c:v>5.0370200405788221</c:v>
                </c:pt>
                <c:pt idx="21416">
                  <c:v>5.0396290483117676</c:v>
                </c:pt>
                <c:pt idx="21417">
                  <c:v>5.0356587359313991</c:v>
                </c:pt>
                <c:pt idx="21418">
                  <c:v>5.0314299728198453</c:v>
                </c:pt>
                <c:pt idx="21419">
                  <c:v>5.0313547967230683</c:v>
                </c:pt>
                <c:pt idx="21420">
                  <c:v>5.0331148552943876</c:v>
                </c:pt>
                <c:pt idx="21421">
                  <c:v>5.0310665339560527</c:v>
                </c:pt>
                <c:pt idx="21422">
                  <c:v>5.0289110711277853</c:v>
                </c:pt>
                <c:pt idx="21423">
                  <c:v>5.0318336555393923</c:v>
                </c:pt>
                <c:pt idx="21424">
                  <c:v>5.0311537210014547</c:v>
                </c:pt>
                <c:pt idx="21425">
                  <c:v>5.0288873363448436</c:v>
                </c:pt>
                <c:pt idx="21426">
                  <c:v>5.0312942634560907</c:v>
                </c:pt>
                <c:pt idx="21427">
                  <c:v>5.0348519447209252</c:v>
                </c:pt>
                <c:pt idx="21428">
                  <c:v>5.0396511561136208</c:v>
                </c:pt>
                <c:pt idx="21429">
                  <c:v>5.0402326582956896</c:v>
                </c:pt>
                <c:pt idx="21430">
                  <c:v>5.036901270959345</c:v>
                </c:pt>
                <c:pt idx="21431">
                  <c:v>5.0380379565117526</c:v>
                </c:pt>
                <c:pt idx="21432">
                  <c:v>5.0393070974657377</c:v>
                </c:pt>
                <c:pt idx="21433">
                  <c:v>5.0399953104662734</c:v>
                </c:pt>
                <c:pt idx="21434">
                  <c:v>5.0449541574152059</c:v>
                </c:pt>
                <c:pt idx="21435">
                  <c:v>5.0449514776816473</c:v>
                </c:pt>
                <c:pt idx="21436">
                  <c:v>5.0383958923512751</c:v>
                </c:pt>
                <c:pt idx="21437">
                  <c:v>5.0328517150294774</c:v>
                </c:pt>
                <c:pt idx="21438">
                  <c:v>5.0333836899931095</c:v>
                </c:pt>
                <c:pt idx="21439">
                  <c:v>5.0347144648189266</c:v>
                </c:pt>
                <c:pt idx="21440">
                  <c:v>5.0350581885001144</c:v>
                </c:pt>
                <c:pt idx="21441">
                  <c:v>5.034738630273333</c:v>
                </c:pt>
                <c:pt idx="21442">
                  <c:v>5.0360893116912946</c:v>
                </c:pt>
                <c:pt idx="21443">
                  <c:v>5.0357640111783173</c:v>
                </c:pt>
                <c:pt idx="21444">
                  <c:v>5.0296711584105349</c:v>
                </c:pt>
                <c:pt idx="21445">
                  <c:v>5.027515839139423</c:v>
                </c:pt>
                <c:pt idx="21446">
                  <c:v>5.035550445984228</c:v>
                </c:pt>
                <c:pt idx="21447">
                  <c:v>5.0405024500421103</c:v>
                </c:pt>
                <c:pt idx="21448">
                  <c:v>5.0423951554245461</c:v>
                </c:pt>
                <c:pt idx="21449">
                  <c:v>5.0420582267820224</c:v>
                </c:pt>
                <c:pt idx="21450">
                  <c:v>5.0369625698644818</c:v>
                </c:pt>
                <c:pt idx="21451">
                  <c:v>5.0340314677283517</c:v>
                </c:pt>
                <c:pt idx="21452">
                  <c:v>5.0333215775974276</c:v>
                </c:pt>
                <c:pt idx="21453">
                  <c:v>5.0325672804532582</c:v>
                </c:pt>
                <c:pt idx="21454">
                  <c:v>5.034881948166297</c:v>
                </c:pt>
                <c:pt idx="21455">
                  <c:v>5.0411942519715183</c:v>
                </c:pt>
                <c:pt idx="21456">
                  <c:v>5.0419913770002296</c:v>
                </c:pt>
                <c:pt idx="21457">
                  <c:v>5.0412659826965776</c:v>
                </c:pt>
                <c:pt idx="21458">
                  <c:v>5.0418356174871759</c:v>
                </c:pt>
                <c:pt idx="21459">
                  <c:v>5.041616405711661</c:v>
                </c:pt>
                <c:pt idx="21460">
                  <c:v>5.0396967594364899</c:v>
                </c:pt>
                <c:pt idx="21461">
                  <c:v>5.034234744659674</c:v>
                </c:pt>
                <c:pt idx="21462">
                  <c:v>5.0358672287726822</c:v>
                </c:pt>
                <c:pt idx="21463">
                  <c:v>5.0392738400581889</c:v>
                </c:pt>
                <c:pt idx="21464">
                  <c:v>5.0403689418880635</c:v>
                </c:pt>
                <c:pt idx="21465">
                  <c:v>5.0437839751933238</c:v>
                </c:pt>
                <c:pt idx="21466">
                  <c:v>5.045660745731567</c:v>
                </c:pt>
                <c:pt idx="21467">
                  <c:v>5.0460285391623918</c:v>
                </c:pt>
                <c:pt idx="21468">
                  <c:v>5.0463656592144552</c:v>
                </c:pt>
                <c:pt idx="21469">
                  <c:v>5.0427450520633945</c:v>
                </c:pt>
                <c:pt idx="21470">
                  <c:v>5.0367346968072892</c:v>
                </c:pt>
                <c:pt idx="21471">
                  <c:v>5.033245013781487</c:v>
                </c:pt>
                <c:pt idx="21472">
                  <c:v>5.033155051297757</c:v>
                </c:pt>
                <c:pt idx="21473">
                  <c:v>5.0375025361764028</c:v>
                </c:pt>
                <c:pt idx="21474">
                  <c:v>5.0395896179465582</c:v>
                </c:pt>
                <c:pt idx="21475">
                  <c:v>5.0381501703544904</c:v>
                </c:pt>
                <c:pt idx="21476">
                  <c:v>5.0371903472169057</c:v>
                </c:pt>
                <c:pt idx="21477">
                  <c:v>5.0382455401577211</c:v>
                </c:pt>
                <c:pt idx="21478">
                  <c:v>5.0360923742439327</c:v>
                </c:pt>
                <c:pt idx="21479">
                  <c:v>5.028755120205191</c:v>
                </c:pt>
                <c:pt idx="21480">
                  <c:v>5.0260229882857361</c:v>
                </c:pt>
                <c:pt idx="21481">
                  <c:v>5.0272803575530203</c:v>
                </c:pt>
                <c:pt idx="21482">
                  <c:v>5.0282734859505398</c:v>
                </c:pt>
                <c:pt idx="21483">
                  <c:v>5.0278679848403645</c:v>
                </c:pt>
                <c:pt idx="21484">
                  <c:v>5.0298538109639388</c:v>
                </c:pt>
                <c:pt idx="21485">
                  <c:v>5.0335658640226626</c:v>
                </c:pt>
                <c:pt idx="21486">
                  <c:v>5.0359416392312992</c:v>
                </c:pt>
                <c:pt idx="21487">
                  <c:v>5.0389147557614269</c:v>
                </c:pt>
                <c:pt idx="21488">
                  <c:v>5.0407189342316823</c:v>
                </c:pt>
                <c:pt idx="21489">
                  <c:v>5.0357442481433274</c:v>
                </c:pt>
                <c:pt idx="21490">
                  <c:v>5.0309055106806522</c:v>
                </c:pt>
                <c:pt idx="21491">
                  <c:v>5.0305525993415507</c:v>
                </c:pt>
                <c:pt idx="21492">
                  <c:v>5.0335027467268967</c:v>
                </c:pt>
                <c:pt idx="21493">
                  <c:v>5.0346705841819155</c:v>
                </c:pt>
                <c:pt idx="21494">
                  <c:v>5.0362597618865328</c:v>
                </c:pt>
                <c:pt idx="21495">
                  <c:v>5.0382589866778957</c:v>
                </c:pt>
                <c:pt idx="21496">
                  <c:v>5.0351967690069674</c:v>
                </c:pt>
                <c:pt idx="21497">
                  <c:v>5.0316336804226323</c:v>
                </c:pt>
                <c:pt idx="21498">
                  <c:v>5.0296880503024273</c:v>
                </c:pt>
                <c:pt idx="21499">
                  <c:v>5.0275109103437714</c:v>
                </c:pt>
                <c:pt idx="21500">
                  <c:v>5.0313926001071891</c:v>
                </c:pt>
                <c:pt idx="21501">
                  <c:v>5.0350537382283136</c:v>
                </c:pt>
                <c:pt idx="21502">
                  <c:v>5.0354589522241788</c:v>
                </c:pt>
                <c:pt idx="21503">
                  <c:v>5.0329675656534718</c:v>
                </c:pt>
                <c:pt idx="21504">
                  <c:v>5.0317258919684553</c:v>
                </c:pt>
                <c:pt idx="21505">
                  <c:v>5.0329584258479443</c:v>
                </c:pt>
                <c:pt idx="21506">
                  <c:v>5.0347179580430286</c:v>
                </c:pt>
                <c:pt idx="21507">
                  <c:v>5.0382889901232675</c:v>
                </c:pt>
                <c:pt idx="21508">
                  <c:v>5.0411133335885463</c:v>
                </c:pt>
                <c:pt idx="21509">
                  <c:v>5.041764221728811</c:v>
                </c:pt>
                <c:pt idx="21510">
                  <c:v>5.0370189399739687</c:v>
                </c:pt>
                <c:pt idx="21511">
                  <c:v>5.0302407453487481</c:v>
                </c:pt>
                <c:pt idx="21512">
                  <c:v>5.0254731643825128</c:v>
                </c:pt>
                <c:pt idx="21513">
                  <c:v>5.0275111017533112</c:v>
                </c:pt>
                <c:pt idx="21514">
                  <c:v>5.0268277218436568</c:v>
                </c:pt>
                <c:pt idx="21515">
                  <c:v>5.0242075166526297</c:v>
                </c:pt>
                <c:pt idx="21516">
                  <c:v>5.0255304436873134</c:v>
                </c:pt>
                <c:pt idx="21517">
                  <c:v>5.0304947458081308</c:v>
                </c:pt>
                <c:pt idx="21518">
                  <c:v>5.0304754612969909</c:v>
                </c:pt>
                <c:pt idx="21519">
                  <c:v>5.0270017609677664</c:v>
                </c:pt>
                <c:pt idx="21520">
                  <c:v>5.025465938672383</c:v>
                </c:pt>
                <c:pt idx="21521">
                  <c:v>5.0246627363907814</c:v>
                </c:pt>
                <c:pt idx="21522">
                  <c:v>5.0251057059183832</c:v>
                </c:pt>
                <c:pt idx="21523">
                  <c:v>5.0285197821759438</c:v>
                </c:pt>
                <c:pt idx="21524">
                  <c:v>5.0335443304494296</c:v>
                </c:pt>
                <c:pt idx="21525">
                  <c:v>5.0359380981548121</c:v>
                </c:pt>
                <c:pt idx="21526">
                  <c:v>5.037449994257714</c:v>
                </c:pt>
                <c:pt idx="21527">
                  <c:v>5.0360837608146394</c:v>
                </c:pt>
                <c:pt idx="21528">
                  <c:v>5.0395190835311228</c:v>
                </c:pt>
                <c:pt idx="21529">
                  <c:v>5.040021055049384</c:v>
                </c:pt>
                <c:pt idx="21530">
                  <c:v>5.0384401558073657</c:v>
                </c:pt>
                <c:pt idx="21531">
                  <c:v>5.0375734534109178</c:v>
                </c:pt>
                <c:pt idx="21532">
                  <c:v>5.0319679771839825</c:v>
                </c:pt>
                <c:pt idx="21533">
                  <c:v>5.0295500918765788</c:v>
                </c:pt>
                <c:pt idx="21534">
                  <c:v>5.0348070591838301</c:v>
                </c:pt>
                <c:pt idx="21535">
                  <c:v>5.035171598652477</c:v>
                </c:pt>
                <c:pt idx="21536">
                  <c:v>5.0330114941428681</c:v>
                </c:pt>
                <c:pt idx="21537">
                  <c:v>5.033403357323329</c:v>
                </c:pt>
                <c:pt idx="21538">
                  <c:v>5.0346830258020061</c:v>
                </c:pt>
                <c:pt idx="21539">
                  <c:v>5.034585024117602</c:v>
                </c:pt>
                <c:pt idx="21540">
                  <c:v>5.0345677494066301</c:v>
                </c:pt>
                <c:pt idx="21541">
                  <c:v>5.033514853380292</c:v>
                </c:pt>
                <c:pt idx="21542">
                  <c:v>5.0358558399050608</c:v>
                </c:pt>
                <c:pt idx="21543">
                  <c:v>5.0386952090192176</c:v>
                </c:pt>
                <c:pt idx="21544">
                  <c:v>5.0365296014853378</c:v>
                </c:pt>
                <c:pt idx="21545">
                  <c:v>5.0343400677589774</c:v>
                </c:pt>
                <c:pt idx="21546">
                  <c:v>5.0355244621391932</c:v>
                </c:pt>
                <c:pt idx="21547">
                  <c:v>5.0368494946788145</c:v>
                </c:pt>
                <c:pt idx="21548">
                  <c:v>5.0352429465584567</c:v>
                </c:pt>
                <c:pt idx="21549">
                  <c:v>5.035579013858051</c:v>
                </c:pt>
                <c:pt idx="21550">
                  <c:v>5.0361787477987905</c:v>
                </c:pt>
                <c:pt idx="21551">
                  <c:v>5.0367016786616645</c:v>
                </c:pt>
                <c:pt idx="21552">
                  <c:v>5.0395300417272795</c:v>
                </c:pt>
                <c:pt idx="21553">
                  <c:v>5.0402753904754611</c:v>
                </c:pt>
                <c:pt idx="21554">
                  <c:v>5.0410642370415744</c:v>
                </c:pt>
                <c:pt idx="21555">
                  <c:v>5.0426870071204348</c:v>
                </c:pt>
                <c:pt idx="21556">
                  <c:v>5.0445420048235201</c:v>
                </c:pt>
                <c:pt idx="21557">
                  <c:v>5.0420446367046932</c:v>
                </c:pt>
                <c:pt idx="21558">
                  <c:v>5.0392591972283896</c:v>
                </c:pt>
                <c:pt idx="21559">
                  <c:v>5.0382594173493604</c:v>
                </c:pt>
                <c:pt idx="21560">
                  <c:v>5.0358762250210551</c:v>
                </c:pt>
                <c:pt idx="21561">
                  <c:v>5.0325374205650411</c:v>
                </c:pt>
                <c:pt idx="21562">
                  <c:v>5.0313177111247223</c:v>
                </c:pt>
                <c:pt idx="21563">
                  <c:v>5.0321520653089351</c:v>
                </c:pt>
                <c:pt idx="21564">
                  <c:v>5.0332354911568791</c:v>
                </c:pt>
                <c:pt idx="21565">
                  <c:v>5.0383143040349134</c:v>
                </c:pt>
                <c:pt idx="21566">
                  <c:v>5.0436772165224717</c:v>
                </c:pt>
                <c:pt idx="21567">
                  <c:v>5.04139839024577</c:v>
                </c:pt>
                <c:pt idx="21568">
                  <c:v>5.0361691773217974</c:v>
                </c:pt>
                <c:pt idx="21569">
                  <c:v>5.035550206722303</c:v>
                </c:pt>
                <c:pt idx="21570">
                  <c:v>5.0378563088584336</c:v>
                </c:pt>
                <c:pt idx="21571">
                  <c:v>5.0399742075645051</c:v>
                </c:pt>
                <c:pt idx="21572">
                  <c:v>5.039602825204808</c:v>
                </c:pt>
                <c:pt idx="21573">
                  <c:v>5.0345187964168137</c:v>
                </c:pt>
                <c:pt idx="21574">
                  <c:v>5.0320643997396832</c:v>
                </c:pt>
                <c:pt idx="21575">
                  <c:v>5.0356273447668629</c:v>
                </c:pt>
                <c:pt idx="21576">
                  <c:v>5.0384247951917924</c:v>
                </c:pt>
                <c:pt idx="21577">
                  <c:v>5.0394047163310622</c:v>
                </c:pt>
                <c:pt idx="21578">
                  <c:v>5.0429734993492072</c:v>
                </c:pt>
                <c:pt idx="21579">
                  <c:v>5.0398234246994873</c:v>
                </c:pt>
                <c:pt idx="21580">
                  <c:v>5.0355908333971362</c:v>
                </c:pt>
                <c:pt idx="21581">
                  <c:v>5.0336850164612201</c:v>
                </c:pt>
                <c:pt idx="21582">
                  <c:v>5.0350930728887526</c:v>
                </c:pt>
                <c:pt idx="21583">
                  <c:v>5.0395810045172649</c:v>
                </c:pt>
                <c:pt idx="21584">
                  <c:v>5.0401129316285127</c:v>
                </c:pt>
                <c:pt idx="21585">
                  <c:v>5.0365711852078707</c:v>
                </c:pt>
                <c:pt idx="21586">
                  <c:v>5.0334910228925809</c:v>
                </c:pt>
                <c:pt idx="21587">
                  <c:v>5.0302263896332597</c:v>
                </c:pt>
                <c:pt idx="21588">
                  <c:v>5.028697745195621</c:v>
                </c:pt>
                <c:pt idx="21589">
                  <c:v>5.0326705459000074</c:v>
                </c:pt>
                <c:pt idx="21590">
                  <c:v>5.037804293315979</c:v>
                </c:pt>
                <c:pt idx="21591">
                  <c:v>5.0404336861649188</c:v>
                </c:pt>
                <c:pt idx="21592">
                  <c:v>5.0408894801316899</c:v>
                </c:pt>
                <c:pt idx="21593">
                  <c:v>5.037219489319348</c:v>
                </c:pt>
                <c:pt idx="21594">
                  <c:v>5.0336834851849019</c:v>
                </c:pt>
                <c:pt idx="21595">
                  <c:v>5.0312617238343158</c:v>
                </c:pt>
                <c:pt idx="21596">
                  <c:v>5.0327825683332055</c:v>
                </c:pt>
                <c:pt idx="21597">
                  <c:v>5.0341751205880101</c:v>
                </c:pt>
                <c:pt idx="21598">
                  <c:v>5.0322233653625297</c:v>
                </c:pt>
                <c:pt idx="21599">
                  <c:v>5.0329274175024885</c:v>
                </c:pt>
                <c:pt idx="21600">
                  <c:v>5.0363418765791286</c:v>
                </c:pt>
                <c:pt idx="21601">
                  <c:v>5.0372121200520636</c:v>
                </c:pt>
                <c:pt idx="21602">
                  <c:v>5.0357585560064315</c:v>
                </c:pt>
                <c:pt idx="21603">
                  <c:v>5.0327894112242557</c:v>
                </c:pt>
                <c:pt idx="21604">
                  <c:v>5.0292280931781637</c:v>
                </c:pt>
                <c:pt idx="21605">
                  <c:v>5.0254700061251052</c:v>
                </c:pt>
                <c:pt idx="21606">
                  <c:v>5.0294009359926495</c:v>
                </c:pt>
                <c:pt idx="21607">
                  <c:v>5.0346898686930555</c:v>
                </c:pt>
                <c:pt idx="21608">
                  <c:v>5.0377464397825591</c:v>
                </c:pt>
                <c:pt idx="21609">
                  <c:v>5.0376771016767474</c:v>
                </c:pt>
                <c:pt idx="21610">
                  <c:v>5.0328587493300665</c:v>
                </c:pt>
                <c:pt idx="21611">
                  <c:v>5.0288154142102446</c:v>
                </c:pt>
                <c:pt idx="21612">
                  <c:v>5.0284873861113235</c:v>
                </c:pt>
                <c:pt idx="21613">
                  <c:v>5.0310256201669095</c:v>
                </c:pt>
                <c:pt idx="21614">
                  <c:v>5.0420251607840134</c:v>
                </c:pt>
                <c:pt idx="21615">
                  <c:v>5.049139614118368</c:v>
                </c:pt>
                <c:pt idx="21616">
                  <c:v>5.0440915703238653</c:v>
                </c:pt>
                <c:pt idx="21617">
                  <c:v>5.0386771686700866</c:v>
                </c:pt>
                <c:pt idx="21618">
                  <c:v>5.0331669186892274</c:v>
                </c:pt>
                <c:pt idx="21619">
                  <c:v>5.0307093159023042</c:v>
                </c:pt>
                <c:pt idx="21620">
                  <c:v>5.0308798618023118</c:v>
                </c:pt>
                <c:pt idx="21621">
                  <c:v>5.0341466005665723</c:v>
                </c:pt>
                <c:pt idx="21622">
                  <c:v>5.0363603954521095</c:v>
                </c:pt>
                <c:pt idx="21623">
                  <c:v>5.0353336268279607</c:v>
                </c:pt>
                <c:pt idx="21624">
                  <c:v>5.0364694031850545</c:v>
                </c:pt>
                <c:pt idx="21625">
                  <c:v>5.0364629909654699</c:v>
                </c:pt>
                <c:pt idx="21626">
                  <c:v>5.0315357265906133</c:v>
                </c:pt>
                <c:pt idx="21627">
                  <c:v>5.0297758594288338</c:v>
                </c:pt>
                <c:pt idx="21628">
                  <c:v>5.0289574879411987</c:v>
                </c:pt>
                <c:pt idx="21629">
                  <c:v>5.0315488859964779</c:v>
                </c:pt>
                <c:pt idx="21630">
                  <c:v>5.0335898380675292</c:v>
                </c:pt>
                <c:pt idx="21631">
                  <c:v>5.030967862338259</c:v>
                </c:pt>
                <c:pt idx="21632">
                  <c:v>5.02454913482888</c:v>
                </c:pt>
                <c:pt idx="21633">
                  <c:v>5.0235937619630961</c:v>
                </c:pt>
                <c:pt idx="21634">
                  <c:v>5.0279443572467653</c:v>
                </c:pt>
                <c:pt idx="21635">
                  <c:v>5.0310367219202208</c:v>
                </c:pt>
                <c:pt idx="21636">
                  <c:v>5.0281891221958501</c:v>
                </c:pt>
                <c:pt idx="21637">
                  <c:v>5.0255121640762574</c:v>
                </c:pt>
                <c:pt idx="21638">
                  <c:v>5.0252520385115993</c:v>
                </c:pt>
                <c:pt idx="21639">
                  <c:v>5.0250308647883006</c:v>
                </c:pt>
                <c:pt idx="21640">
                  <c:v>5.0251404467498659</c:v>
                </c:pt>
                <c:pt idx="21641">
                  <c:v>5.0256811308475617</c:v>
                </c:pt>
                <c:pt idx="21642">
                  <c:v>5.0267330698262001</c:v>
                </c:pt>
                <c:pt idx="21643">
                  <c:v>5.031779438787229</c:v>
                </c:pt>
                <c:pt idx="21644">
                  <c:v>5.0336196979557464</c:v>
                </c:pt>
                <c:pt idx="21645">
                  <c:v>5.03193931360539</c:v>
                </c:pt>
                <c:pt idx="21646">
                  <c:v>5.0288137872291552</c:v>
                </c:pt>
                <c:pt idx="21647">
                  <c:v>5.0260219833856521</c:v>
                </c:pt>
                <c:pt idx="21648">
                  <c:v>5.0309058934997317</c:v>
                </c:pt>
                <c:pt idx="21649">
                  <c:v>5.0319815672613126</c:v>
                </c:pt>
                <c:pt idx="21650">
                  <c:v>5.0288770480820766</c:v>
                </c:pt>
                <c:pt idx="21651">
                  <c:v>5.0272017360845265</c:v>
                </c:pt>
                <c:pt idx="21652">
                  <c:v>5.029087359313988</c:v>
                </c:pt>
                <c:pt idx="21653">
                  <c:v>5.0331551470025264</c:v>
                </c:pt>
                <c:pt idx="21654">
                  <c:v>5.0327306484955212</c:v>
                </c:pt>
                <c:pt idx="21655">
                  <c:v>5.0297288683868002</c:v>
                </c:pt>
                <c:pt idx="21656">
                  <c:v>5.0291627746726899</c:v>
                </c:pt>
                <c:pt idx="21657">
                  <c:v>5.0301233155960494</c:v>
                </c:pt>
                <c:pt idx="21658">
                  <c:v>5.0305590594135214</c:v>
                </c:pt>
                <c:pt idx="21659">
                  <c:v>5.0307502775438326</c:v>
                </c:pt>
                <c:pt idx="21660">
                  <c:v>5.0276783936911418</c:v>
                </c:pt>
                <c:pt idx="21661">
                  <c:v>5.0273044751550415</c:v>
                </c:pt>
                <c:pt idx="21662">
                  <c:v>5.0296167502488327</c:v>
                </c:pt>
                <c:pt idx="21663">
                  <c:v>5.0319639575836463</c:v>
                </c:pt>
                <c:pt idx="21664">
                  <c:v>5.0322204942194322</c:v>
                </c:pt>
                <c:pt idx="21665">
                  <c:v>5.0311053422402576</c:v>
                </c:pt>
                <c:pt idx="21666">
                  <c:v>5.0299279343082457</c:v>
                </c:pt>
                <c:pt idx="21667">
                  <c:v>5.0330569060561983</c:v>
                </c:pt>
                <c:pt idx="21668">
                  <c:v>5.0368488247454257</c:v>
                </c:pt>
                <c:pt idx="21669">
                  <c:v>5.0329561767858513</c:v>
                </c:pt>
                <c:pt idx="21670">
                  <c:v>5.0282689399739686</c:v>
                </c:pt>
                <c:pt idx="21671">
                  <c:v>5.0281739051374323</c:v>
                </c:pt>
                <c:pt idx="21672">
                  <c:v>5.0262031525151212</c:v>
                </c:pt>
                <c:pt idx="21673">
                  <c:v>5.0236854471326851</c:v>
                </c:pt>
                <c:pt idx="21674">
                  <c:v>5.0228912410994564</c:v>
                </c:pt>
                <c:pt idx="21675">
                  <c:v>5.0244232352040425</c:v>
                </c:pt>
                <c:pt idx="21676">
                  <c:v>5.0250519676900698</c:v>
                </c:pt>
                <c:pt idx="21677">
                  <c:v>5.026078066380828</c:v>
                </c:pt>
                <c:pt idx="21678">
                  <c:v>5.0277545746880028</c:v>
                </c:pt>
                <c:pt idx="21679">
                  <c:v>5.0298695065462065</c:v>
                </c:pt>
                <c:pt idx="21680">
                  <c:v>5.0337951247990196</c:v>
                </c:pt>
                <c:pt idx="21681">
                  <c:v>5.0379366530127863</c:v>
                </c:pt>
                <c:pt idx="21682">
                  <c:v>5.0384955688691528</c:v>
                </c:pt>
                <c:pt idx="21683">
                  <c:v>5.0307842527371562</c:v>
                </c:pt>
                <c:pt idx="21684">
                  <c:v>5.0293932317586707</c:v>
                </c:pt>
                <c:pt idx="21685">
                  <c:v>5.0326909310160017</c:v>
                </c:pt>
                <c:pt idx="21686">
                  <c:v>5.033293871066534</c:v>
                </c:pt>
                <c:pt idx="21687">
                  <c:v>5.0325996286654924</c:v>
                </c:pt>
                <c:pt idx="21688">
                  <c:v>5.02993501646122</c:v>
                </c:pt>
                <c:pt idx="21689">
                  <c:v>5.0299554494295995</c:v>
                </c:pt>
                <c:pt idx="21690">
                  <c:v>5.0332423340479293</c:v>
                </c:pt>
                <c:pt idx="21691">
                  <c:v>5.0403832018987824</c:v>
                </c:pt>
                <c:pt idx="21692">
                  <c:v>5.0446566112855065</c:v>
                </c:pt>
                <c:pt idx="21693">
                  <c:v>5.0439009264221726</c:v>
                </c:pt>
                <c:pt idx="21694">
                  <c:v>5.0360231318428914</c:v>
                </c:pt>
                <c:pt idx="21695">
                  <c:v>5.0302355294387873</c:v>
                </c:pt>
                <c:pt idx="21696">
                  <c:v>5.0273680231222722</c:v>
                </c:pt>
                <c:pt idx="21697">
                  <c:v>5.0257728160171506</c:v>
                </c:pt>
                <c:pt idx="21698">
                  <c:v>5.0271624971288569</c:v>
                </c:pt>
                <c:pt idx="21699">
                  <c:v>5.0305643710282517</c:v>
                </c:pt>
                <c:pt idx="21700">
                  <c:v>5.0310884982007504</c:v>
                </c:pt>
                <c:pt idx="21701">
                  <c:v>5.0330493453793741</c:v>
                </c:pt>
                <c:pt idx="21702">
                  <c:v>5.039790262996708</c:v>
                </c:pt>
                <c:pt idx="21703">
                  <c:v>5.0428332918612666</c:v>
                </c:pt>
                <c:pt idx="21704">
                  <c:v>5.0378515714723218</c:v>
                </c:pt>
                <c:pt idx="21705">
                  <c:v>5.0348091168363833</c:v>
                </c:pt>
                <c:pt idx="21706">
                  <c:v>5.0337334909271876</c:v>
                </c:pt>
                <c:pt idx="21707">
                  <c:v>5.0323012211928644</c:v>
                </c:pt>
                <c:pt idx="21708">
                  <c:v>5.0339477260546666</c:v>
                </c:pt>
                <c:pt idx="21709">
                  <c:v>5.033955095321951</c:v>
                </c:pt>
                <c:pt idx="21710">
                  <c:v>5.0334493434652785</c:v>
                </c:pt>
                <c:pt idx="21711">
                  <c:v>5.0325685724676514</c:v>
                </c:pt>
                <c:pt idx="21712">
                  <c:v>5.032385824209479</c:v>
                </c:pt>
                <c:pt idx="21713">
                  <c:v>5.0330288645586094</c:v>
                </c:pt>
                <c:pt idx="21714">
                  <c:v>5.0367845589924203</c:v>
                </c:pt>
                <c:pt idx="21715">
                  <c:v>5.0414161434805909</c:v>
                </c:pt>
                <c:pt idx="21716">
                  <c:v>5.0445042971441696</c:v>
                </c:pt>
                <c:pt idx="21717">
                  <c:v>5.0432776012556468</c:v>
                </c:pt>
                <c:pt idx="21718">
                  <c:v>5.0368304015772143</c:v>
                </c:pt>
                <c:pt idx="21719">
                  <c:v>5.0356952951535101</c:v>
                </c:pt>
                <c:pt idx="21720">
                  <c:v>5.0369925733098535</c:v>
                </c:pt>
                <c:pt idx="21721">
                  <c:v>5.0367240735778269</c:v>
                </c:pt>
                <c:pt idx="21722">
                  <c:v>5.0350654620626294</c:v>
                </c:pt>
                <c:pt idx="21723">
                  <c:v>5.0332167330219741</c:v>
                </c:pt>
                <c:pt idx="21724">
                  <c:v>5.0347076697802615</c:v>
                </c:pt>
                <c:pt idx="21725">
                  <c:v>5.03713225442156</c:v>
                </c:pt>
                <c:pt idx="21726">
                  <c:v>5.039689294464436</c:v>
                </c:pt>
                <c:pt idx="21727">
                  <c:v>5.0426510221269432</c:v>
                </c:pt>
                <c:pt idx="21728">
                  <c:v>5.0436296033994337</c:v>
                </c:pt>
                <c:pt idx="21729">
                  <c:v>5.0414486831023657</c:v>
                </c:pt>
                <c:pt idx="21730">
                  <c:v>5.0381000689074344</c:v>
                </c:pt>
                <c:pt idx="21731">
                  <c:v>5.0363085713191946</c:v>
                </c:pt>
                <c:pt idx="21732">
                  <c:v>5.037566754077023</c:v>
                </c:pt>
                <c:pt idx="21733">
                  <c:v>5.0375074649720544</c:v>
                </c:pt>
                <c:pt idx="21734">
                  <c:v>5.0357274998085906</c:v>
                </c:pt>
                <c:pt idx="21735">
                  <c:v>5.0389619382130002</c:v>
                </c:pt>
                <c:pt idx="21736">
                  <c:v>5.0356189705994945</c:v>
                </c:pt>
                <c:pt idx="21737">
                  <c:v>5.0308589981624685</c:v>
                </c:pt>
                <c:pt idx="21738">
                  <c:v>5.0327774002756298</c:v>
                </c:pt>
                <c:pt idx="21739">
                  <c:v>5.0339687811040505</c:v>
                </c:pt>
                <c:pt idx="21740">
                  <c:v>5.0358809624071661</c:v>
                </c:pt>
                <c:pt idx="21741">
                  <c:v>5.0372169531429449</c:v>
                </c:pt>
                <c:pt idx="21742">
                  <c:v>5.0354841225786693</c:v>
                </c:pt>
                <c:pt idx="21743">
                  <c:v>5.0329834526452801</c:v>
                </c:pt>
                <c:pt idx="21744">
                  <c:v>5.0336616644973589</c:v>
                </c:pt>
                <c:pt idx="21745">
                  <c:v>5.0323430441773214</c:v>
                </c:pt>
                <c:pt idx="21746">
                  <c:v>5.0322345628206113</c:v>
                </c:pt>
                <c:pt idx="21747">
                  <c:v>5.0329371315366354</c:v>
                </c:pt>
                <c:pt idx="21748">
                  <c:v>5.0297202549575069</c:v>
                </c:pt>
                <c:pt idx="21749">
                  <c:v>5.028235682566419</c:v>
                </c:pt>
                <c:pt idx="21750">
                  <c:v>5.0277450520633948</c:v>
                </c:pt>
                <c:pt idx="21751">
                  <c:v>5.0310491635403105</c:v>
                </c:pt>
                <c:pt idx="21752">
                  <c:v>5.0330903548732868</c:v>
                </c:pt>
                <c:pt idx="21753">
                  <c:v>5.0325791478447286</c:v>
                </c:pt>
                <c:pt idx="21754">
                  <c:v>5.0328722437026263</c:v>
                </c:pt>
                <c:pt idx="21755">
                  <c:v>5.0368499253502792</c:v>
                </c:pt>
                <c:pt idx="21756">
                  <c:v>5.0378265446749868</c:v>
                </c:pt>
                <c:pt idx="21757">
                  <c:v>5.0374210914171966</c:v>
                </c:pt>
                <c:pt idx="21758">
                  <c:v>5.0418265733864178</c:v>
                </c:pt>
                <c:pt idx="21759">
                  <c:v>5.0451827004057881</c:v>
                </c:pt>
                <c:pt idx="21760">
                  <c:v>5.0434194357246769</c:v>
                </c:pt>
                <c:pt idx="21761">
                  <c:v>5.0375373248602706</c:v>
                </c:pt>
                <c:pt idx="21762">
                  <c:v>5.0334056542378072</c:v>
                </c:pt>
                <c:pt idx="21763">
                  <c:v>5.0354885249980859</c:v>
                </c:pt>
                <c:pt idx="21764">
                  <c:v>5.0387548330908816</c:v>
                </c:pt>
                <c:pt idx="21765">
                  <c:v>5.0429757484113011</c:v>
                </c:pt>
                <c:pt idx="21766">
                  <c:v>5.0435592125411528</c:v>
                </c:pt>
                <c:pt idx="21767">
                  <c:v>5.0372402094020368</c:v>
                </c:pt>
                <c:pt idx="21768">
                  <c:v>5.0305841340632416</c:v>
                </c:pt>
                <c:pt idx="21769">
                  <c:v>5.0273399816246842</c:v>
                </c:pt>
                <c:pt idx="21770">
                  <c:v>5.0265701803077869</c:v>
                </c:pt>
                <c:pt idx="21771">
                  <c:v>5.0306305508766558</c:v>
                </c:pt>
                <c:pt idx="21772">
                  <c:v>5.0351648036138119</c:v>
                </c:pt>
                <c:pt idx="21773">
                  <c:v>5.0352308399050605</c:v>
                </c:pt>
                <c:pt idx="21774">
                  <c:v>5.0312264087742129</c:v>
                </c:pt>
                <c:pt idx="21775">
                  <c:v>5.0347872961488402</c:v>
                </c:pt>
                <c:pt idx="21776">
                  <c:v>5.0411247224561668</c:v>
                </c:pt>
                <c:pt idx="21777">
                  <c:v>5.0420663616874668</c:v>
                </c:pt>
                <c:pt idx="21778">
                  <c:v>5.0439939036061556</c:v>
                </c:pt>
                <c:pt idx="21779">
                  <c:v>5.0457425733098535</c:v>
                </c:pt>
                <c:pt idx="21780">
                  <c:v>5.043816849781793</c:v>
                </c:pt>
                <c:pt idx="21781">
                  <c:v>5.0409714512671311</c:v>
                </c:pt>
                <c:pt idx="21782">
                  <c:v>5.0367841761733407</c:v>
                </c:pt>
                <c:pt idx="21783">
                  <c:v>5.0341874186509452</c:v>
                </c:pt>
                <c:pt idx="21784">
                  <c:v>5.034990429523007</c:v>
                </c:pt>
                <c:pt idx="21785">
                  <c:v>5.0352464876349439</c:v>
                </c:pt>
                <c:pt idx="21786">
                  <c:v>5.0340599877497896</c:v>
                </c:pt>
                <c:pt idx="21787">
                  <c:v>5.0327478275017228</c:v>
                </c:pt>
                <c:pt idx="21788">
                  <c:v>5.0301629852231837</c:v>
                </c:pt>
                <c:pt idx="21789">
                  <c:v>5.0282566419110326</c:v>
                </c:pt>
                <c:pt idx="21790">
                  <c:v>5.0274760738075184</c:v>
                </c:pt>
                <c:pt idx="21791">
                  <c:v>5.0274876540846796</c:v>
                </c:pt>
                <c:pt idx="21792">
                  <c:v>5.0293005416889978</c:v>
                </c:pt>
                <c:pt idx="21793">
                  <c:v>5.0299030032156802</c:v>
                </c:pt>
                <c:pt idx="21794">
                  <c:v>5.0311561614730875</c:v>
                </c:pt>
                <c:pt idx="21795">
                  <c:v>5.0304431130847558</c:v>
                </c:pt>
                <c:pt idx="21796">
                  <c:v>5.0320072161396521</c:v>
                </c:pt>
                <c:pt idx="21797">
                  <c:v>5.0320746880024503</c:v>
                </c:pt>
                <c:pt idx="21798">
                  <c:v>5.0303097006354793</c:v>
                </c:pt>
                <c:pt idx="21799">
                  <c:v>5.0312594747722228</c:v>
                </c:pt>
                <c:pt idx="21800">
                  <c:v>5.0305082880330758</c:v>
                </c:pt>
                <c:pt idx="21801">
                  <c:v>5.0293024079320112</c:v>
                </c:pt>
                <c:pt idx="21802">
                  <c:v>5.0303353016614345</c:v>
                </c:pt>
                <c:pt idx="21803">
                  <c:v>5.032984409692979</c:v>
                </c:pt>
                <c:pt idx="21804">
                  <c:v>5.036832842048848</c:v>
                </c:pt>
                <c:pt idx="21805">
                  <c:v>5.0393472456167219</c:v>
                </c:pt>
                <c:pt idx="21806">
                  <c:v>5.0420786118980168</c:v>
                </c:pt>
                <c:pt idx="21807">
                  <c:v>5.0457488898246687</c:v>
                </c:pt>
                <c:pt idx="21808">
                  <c:v>5.0443328899012325</c:v>
                </c:pt>
                <c:pt idx="21809">
                  <c:v>5.0379297144169666</c:v>
                </c:pt>
                <c:pt idx="21810">
                  <c:v>5.0339539947170966</c:v>
                </c:pt>
                <c:pt idx="21811">
                  <c:v>5.0368103992803004</c:v>
                </c:pt>
                <c:pt idx="21812">
                  <c:v>5.0389289200673764</c:v>
                </c:pt>
                <c:pt idx="21813">
                  <c:v>5.0376313069443377</c:v>
                </c:pt>
                <c:pt idx="21814">
                  <c:v>5.0330493932317584</c:v>
                </c:pt>
                <c:pt idx="21815">
                  <c:v>5.028679944108414</c:v>
                </c:pt>
                <c:pt idx="21816">
                  <c:v>5.0292428317127325</c:v>
                </c:pt>
                <c:pt idx="21817">
                  <c:v>5.0338974331980708</c:v>
                </c:pt>
                <c:pt idx="21818">
                  <c:v>5.036579511522854</c:v>
                </c:pt>
                <c:pt idx="21819">
                  <c:v>5.0404796723068674</c:v>
                </c:pt>
                <c:pt idx="21820">
                  <c:v>5.042659013475232</c:v>
                </c:pt>
                <c:pt idx="21821">
                  <c:v>5.0434450846030163</c:v>
                </c:pt>
                <c:pt idx="21822">
                  <c:v>5.0468456186356327</c:v>
                </c:pt>
                <c:pt idx="21823">
                  <c:v>5.0498329951764793</c:v>
                </c:pt>
                <c:pt idx="21824">
                  <c:v>5.0504459842278537</c:v>
                </c:pt>
                <c:pt idx="21825">
                  <c:v>5.0474221441696656</c:v>
                </c:pt>
                <c:pt idx="21826">
                  <c:v>5.0415462541153051</c:v>
                </c:pt>
                <c:pt idx="21827">
                  <c:v>5.0372579147844725</c:v>
                </c:pt>
                <c:pt idx="21828">
                  <c:v>5.0364587321032079</c:v>
                </c:pt>
                <c:pt idx="21829">
                  <c:v>5.0341152572544212</c:v>
                </c:pt>
                <c:pt idx="21830">
                  <c:v>5.0289732313758515</c:v>
                </c:pt>
                <c:pt idx="21831">
                  <c:v>5.0254670871296225</c:v>
                </c:pt>
                <c:pt idx="21832">
                  <c:v>5.0277515599877498</c:v>
                </c:pt>
                <c:pt idx="21833">
                  <c:v>5.0333420105658062</c:v>
                </c:pt>
                <c:pt idx="21834">
                  <c:v>5.036408391394227</c:v>
                </c:pt>
                <c:pt idx="21835">
                  <c:v>5.0373017954214836</c:v>
                </c:pt>
                <c:pt idx="21836">
                  <c:v>5.0361516633489014</c:v>
                </c:pt>
                <c:pt idx="21837">
                  <c:v>5.0357257292703466</c:v>
                </c:pt>
                <c:pt idx="21838">
                  <c:v>5.0372409750401959</c:v>
                </c:pt>
                <c:pt idx="21839">
                  <c:v>5.0359417349360696</c:v>
                </c:pt>
                <c:pt idx="21840">
                  <c:v>5.0348225155041728</c:v>
                </c:pt>
                <c:pt idx="21841">
                  <c:v>5.0363583856519405</c:v>
                </c:pt>
                <c:pt idx="21842">
                  <c:v>5.0385295919148607</c:v>
                </c:pt>
                <c:pt idx="21843">
                  <c:v>5.0421167023964477</c:v>
                </c:pt>
                <c:pt idx="21844">
                  <c:v>5.0439595934461376</c:v>
                </c:pt>
                <c:pt idx="21845">
                  <c:v>5.0450710129392853</c:v>
                </c:pt>
                <c:pt idx="21846">
                  <c:v>5.0472936126636547</c:v>
                </c:pt>
                <c:pt idx="21847">
                  <c:v>5.0463105332669782</c:v>
                </c:pt>
                <c:pt idx="21848">
                  <c:v>5.0428734878646351</c:v>
                </c:pt>
                <c:pt idx="21849">
                  <c:v>5.0413902074879413</c:v>
                </c:pt>
                <c:pt idx="21850">
                  <c:v>5.0382732945409998</c:v>
                </c:pt>
                <c:pt idx="21851">
                  <c:v>5.0321616357859273</c:v>
                </c:pt>
                <c:pt idx="21852">
                  <c:v>5.0309015867850855</c:v>
                </c:pt>
                <c:pt idx="21853">
                  <c:v>5.0314140858280378</c:v>
                </c:pt>
                <c:pt idx="21854">
                  <c:v>5.0345173608452649</c:v>
                </c:pt>
                <c:pt idx="21855">
                  <c:v>5.0398394073960642</c:v>
                </c:pt>
                <c:pt idx="21856">
                  <c:v>5.0432288396753693</c:v>
                </c:pt>
                <c:pt idx="21857">
                  <c:v>5.0407469278768851</c:v>
                </c:pt>
                <c:pt idx="21858">
                  <c:v>5.032303135288263</c:v>
                </c:pt>
                <c:pt idx="21859">
                  <c:v>5.0291515772146083</c:v>
                </c:pt>
                <c:pt idx="21860">
                  <c:v>5.0294729538320189</c:v>
                </c:pt>
                <c:pt idx="21861">
                  <c:v>5.0300323482122353</c:v>
                </c:pt>
                <c:pt idx="21862">
                  <c:v>5.0294889843809818</c:v>
                </c:pt>
                <c:pt idx="21863">
                  <c:v>5.0304668478676975</c:v>
                </c:pt>
                <c:pt idx="21864">
                  <c:v>5.031670191792359</c:v>
                </c:pt>
                <c:pt idx="21865">
                  <c:v>5.0364787822525079</c:v>
                </c:pt>
                <c:pt idx="21866">
                  <c:v>5.0402483538779572</c:v>
                </c:pt>
                <c:pt idx="21867">
                  <c:v>5.0396531180614046</c:v>
                </c:pt>
                <c:pt idx="21868">
                  <c:v>5.0382455401577211</c:v>
                </c:pt>
                <c:pt idx="21869">
                  <c:v>5.0405231222724138</c:v>
                </c:pt>
                <c:pt idx="21870">
                  <c:v>5.0418942366587549</c:v>
                </c:pt>
                <c:pt idx="21871">
                  <c:v>5.0416932566419108</c:v>
                </c:pt>
                <c:pt idx="21872">
                  <c:v>5.0407979863716408</c:v>
                </c:pt>
                <c:pt idx="21873">
                  <c:v>5.0360761044330449</c:v>
                </c:pt>
                <c:pt idx="21874">
                  <c:v>5.0325625430671463</c:v>
                </c:pt>
                <c:pt idx="21875">
                  <c:v>5.0307763570936377</c:v>
                </c:pt>
                <c:pt idx="21876">
                  <c:v>5.0301302063394839</c:v>
                </c:pt>
                <c:pt idx="21877">
                  <c:v>5.0291867965699408</c:v>
                </c:pt>
                <c:pt idx="21878">
                  <c:v>5.0244319921904905</c:v>
                </c:pt>
                <c:pt idx="21879">
                  <c:v>5.0188722149911955</c:v>
                </c:pt>
                <c:pt idx="21880">
                  <c:v>5.0202851045096084</c:v>
                </c:pt>
                <c:pt idx="21881">
                  <c:v>5.025483500497665</c:v>
                </c:pt>
                <c:pt idx="21882">
                  <c:v>5.0303861208942653</c:v>
                </c:pt>
                <c:pt idx="21883">
                  <c:v>5.0305680078095092</c:v>
                </c:pt>
                <c:pt idx="21884">
                  <c:v>5.0315305585330377</c:v>
                </c:pt>
                <c:pt idx="21885">
                  <c:v>5.0295990927187813</c:v>
                </c:pt>
                <c:pt idx="21886">
                  <c:v>5.0285956282061095</c:v>
                </c:pt>
                <c:pt idx="21887">
                  <c:v>5.0319315615190261</c:v>
                </c:pt>
                <c:pt idx="21888">
                  <c:v>5.036112950769466</c:v>
                </c:pt>
                <c:pt idx="21889">
                  <c:v>5.0384598231375852</c:v>
                </c:pt>
                <c:pt idx="21890">
                  <c:v>5.0382050091876582</c:v>
                </c:pt>
                <c:pt idx="21891">
                  <c:v>5.038748420871296</c:v>
                </c:pt>
                <c:pt idx="21892">
                  <c:v>5.0363068964857209</c:v>
                </c:pt>
                <c:pt idx="21893">
                  <c:v>5.0375504364137509</c:v>
                </c:pt>
                <c:pt idx="21894">
                  <c:v>5.0392356060026033</c:v>
                </c:pt>
                <c:pt idx="21895">
                  <c:v>5.0384139805527903</c:v>
                </c:pt>
                <c:pt idx="21896">
                  <c:v>5.0331315557767402</c:v>
                </c:pt>
                <c:pt idx="21897">
                  <c:v>5.0312882819079707</c:v>
                </c:pt>
                <c:pt idx="21898">
                  <c:v>5.0337038224485111</c:v>
                </c:pt>
                <c:pt idx="21899">
                  <c:v>5.0349993300666105</c:v>
                </c:pt>
                <c:pt idx="21900">
                  <c:v>5.0339227471097159</c:v>
                </c:pt>
                <c:pt idx="21901">
                  <c:v>5.0346601523619938</c:v>
                </c:pt>
                <c:pt idx="21902">
                  <c:v>5.0368929446443609</c:v>
                </c:pt>
                <c:pt idx="21903">
                  <c:v>5.0378505187198526</c:v>
                </c:pt>
                <c:pt idx="21904">
                  <c:v>5.0348145720082691</c:v>
                </c:pt>
                <c:pt idx="21905">
                  <c:v>5.0318072888752772</c:v>
                </c:pt>
                <c:pt idx="21906">
                  <c:v>5.0314382512824443</c:v>
                </c:pt>
                <c:pt idx="21907">
                  <c:v>5.0329637853150597</c:v>
                </c:pt>
                <c:pt idx="21908">
                  <c:v>5.0364917023964475</c:v>
                </c:pt>
                <c:pt idx="21909">
                  <c:v>5.0370269791746418</c:v>
                </c:pt>
                <c:pt idx="21910">
                  <c:v>5.0371161281678276</c:v>
                </c:pt>
                <c:pt idx="21911">
                  <c:v>5.0401331253349664</c:v>
                </c:pt>
                <c:pt idx="21912">
                  <c:v>5.0422545172651407</c:v>
                </c:pt>
                <c:pt idx="21913">
                  <c:v>5.0402720408085138</c:v>
                </c:pt>
                <c:pt idx="21914">
                  <c:v>5.0399663597733708</c:v>
                </c:pt>
                <c:pt idx="21915">
                  <c:v>5.037381326085292</c:v>
                </c:pt>
                <c:pt idx="21916">
                  <c:v>5.0357137183217215</c:v>
                </c:pt>
                <c:pt idx="21917">
                  <c:v>5.033897959574305</c:v>
                </c:pt>
                <c:pt idx="21918">
                  <c:v>5.0312031046627368</c:v>
                </c:pt>
                <c:pt idx="21919">
                  <c:v>5.0290529534491997</c:v>
                </c:pt>
                <c:pt idx="21920">
                  <c:v>5.0250471345991885</c:v>
                </c:pt>
                <c:pt idx="21921">
                  <c:v>5.0240456320343005</c:v>
                </c:pt>
                <c:pt idx="21922">
                  <c:v>5.0250431628512366</c:v>
                </c:pt>
                <c:pt idx="21923">
                  <c:v>5.0273086861649183</c:v>
                </c:pt>
                <c:pt idx="21924">
                  <c:v>5.0332182642982923</c:v>
                </c:pt>
                <c:pt idx="21925">
                  <c:v>5.0325942213459918</c:v>
                </c:pt>
                <c:pt idx="21926">
                  <c:v>5.0276080506852461</c:v>
                </c:pt>
                <c:pt idx="21927">
                  <c:v>5.0267786252966848</c:v>
                </c:pt>
                <c:pt idx="21928">
                  <c:v>5.0274968417425923</c:v>
                </c:pt>
                <c:pt idx="21929">
                  <c:v>5.0312114309777201</c:v>
                </c:pt>
                <c:pt idx="21930">
                  <c:v>5.0353155864788297</c:v>
                </c:pt>
                <c:pt idx="21931">
                  <c:v>5.0344272548043794</c:v>
                </c:pt>
                <c:pt idx="21932">
                  <c:v>5.0355002966847868</c:v>
                </c:pt>
                <c:pt idx="21933">
                  <c:v>5.0399703793737078</c:v>
                </c:pt>
                <c:pt idx="21934">
                  <c:v>5.0426055623612278</c:v>
                </c:pt>
                <c:pt idx="21935">
                  <c:v>5.0383734495827275</c:v>
                </c:pt>
                <c:pt idx="21936">
                  <c:v>5.0387688538396755</c:v>
                </c:pt>
                <c:pt idx="21937">
                  <c:v>5.0408068869152443</c:v>
                </c:pt>
                <c:pt idx="21938">
                  <c:v>5.0408772777735242</c:v>
                </c:pt>
                <c:pt idx="21939">
                  <c:v>5.0387386111323789</c:v>
                </c:pt>
                <c:pt idx="21940">
                  <c:v>5.0364885919914251</c:v>
                </c:pt>
                <c:pt idx="21941">
                  <c:v>5.0333143040349135</c:v>
                </c:pt>
                <c:pt idx="21942">
                  <c:v>5.0328348709899702</c:v>
                </c:pt>
                <c:pt idx="21943">
                  <c:v>5.0326099169282594</c:v>
                </c:pt>
                <c:pt idx="21944">
                  <c:v>5.032920526759054</c:v>
                </c:pt>
                <c:pt idx="21945">
                  <c:v>5.035254048311768</c:v>
                </c:pt>
                <c:pt idx="21946">
                  <c:v>5.0391512422479137</c:v>
                </c:pt>
                <c:pt idx="21947">
                  <c:v>5.0409313031161469</c:v>
                </c:pt>
                <c:pt idx="21948">
                  <c:v>5.044043861496057</c:v>
                </c:pt>
                <c:pt idx="21949">
                  <c:v>5.0450902495980401</c:v>
                </c:pt>
                <c:pt idx="21950">
                  <c:v>5.0421579990046705</c:v>
                </c:pt>
                <c:pt idx="21951">
                  <c:v>5.0418264298292623</c:v>
                </c:pt>
                <c:pt idx="21952">
                  <c:v>5.0367672364290632</c:v>
                </c:pt>
                <c:pt idx="21953">
                  <c:v>5.0379156458157874</c:v>
                </c:pt>
                <c:pt idx="21954">
                  <c:v>5.0381896964244701</c:v>
                </c:pt>
                <c:pt idx="21955">
                  <c:v>5.0383693821300053</c:v>
                </c:pt>
                <c:pt idx="21956">
                  <c:v>5.0454914918459535</c:v>
                </c:pt>
                <c:pt idx="21957">
                  <c:v>5.0505785353342008</c:v>
                </c:pt>
                <c:pt idx="21958">
                  <c:v>5.0506862032003674</c:v>
                </c:pt>
                <c:pt idx="21959">
                  <c:v>5.0497348977873058</c:v>
                </c:pt>
                <c:pt idx="21960">
                  <c:v>5.0486649184595356</c:v>
                </c:pt>
                <c:pt idx="21961">
                  <c:v>5.044603877957277</c:v>
                </c:pt>
                <c:pt idx="21962">
                  <c:v>5.0435221269428068</c:v>
                </c:pt>
                <c:pt idx="21963">
                  <c:v>5.0432037650256492</c:v>
                </c:pt>
                <c:pt idx="21964">
                  <c:v>5.0432650160784016</c:v>
                </c:pt>
                <c:pt idx="21965">
                  <c:v>5.0439204023428523</c:v>
                </c:pt>
                <c:pt idx="21966">
                  <c:v>5.0404211009876736</c:v>
                </c:pt>
                <c:pt idx="21967">
                  <c:v>5.0355358031544295</c:v>
                </c:pt>
                <c:pt idx="21968">
                  <c:v>5.0354521571855138</c:v>
                </c:pt>
                <c:pt idx="21969">
                  <c:v>5.0399312361228086</c:v>
                </c:pt>
                <c:pt idx="21970">
                  <c:v>5.0419117506316518</c:v>
                </c:pt>
                <c:pt idx="21971">
                  <c:v>5.0378846374703317</c:v>
                </c:pt>
                <c:pt idx="21972">
                  <c:v>5.0348837665569253</c:v>
                </c:pt>
                <c:pt idx="21973">
                  <c:v>5.0329380885843351</c:v>
                </c:pt>
                <c:pt idx="21974">
                  <c:v>5.0306186356328002</c:v>
                </c:pt>
                <c:pt idx="21975">
                  <c:v>5.030177580200597</c:v>
                </c:pt>
                <c:pt idx="21976">
                  <c:v>5.029764661970753</c:v>
                </c:pt>
                <c:pt idx="21977">
                  <c:v>5.0294786004134444</c:v>
                </c:pt>
                <c:pt idx="21978">
                  <c:v>5.0279035870147766</c:v>
                </c:pt>
                <c:pt idx="21979">
                  <c:v>5.027451190567338</c:v>
                </c:pt>
                <c:pt idx="21980">
                  <c:v>5.030570448281142</c:v>
                </c:pt>
                <c:pt idx="21981">
                  <c:v>5.0339362414822757</c:v>
                </c:pt>
                <c:pt idx="21982">
                  <c:v>5.0339937600490012</c:v>
                </c:pt>
                <c:pt idx="21983">
                  <c:v>5.0341956014087739</c:v>
                </c:pt>
                <c:pt idx="21984">
                  <c:v>5.0350374684174257</c:v>
                </c:pt>
                <c:pt idx="21985">
                  <c:v>5.0348377804149758</c:v>
                </c:pt>
                <c:pt idx="21986">
                  <c:v>5.0333290425694814</c:v>
                </c:pt>
                <c:pt idx="21987">
                  <c:v>5.0316532520480823</c:v>
                </c:pt>
                <c:pt idx="21988">
                  <c:v>5.0309154639767248</c:v>
                </c:pt>
                <c:pt idx="21989">
                  <c:v>5.0321358912028176</c:v>
                </c:pt>
                <c:pt idx="21990">
                  <c:v>5.0351760489242787</c:v>
                </c:pt>
                <c:pt idx="21991">
                  <c:v>5.0349522911721918</c:v>
                </c:pt>
                <c:pt idx="21992">
                  <c:v>5.0338923608452646</c:v>
                </c:pt>
                <c:pt idx="21993">
                  <c:v>5.0328563088584337</c:v>
                </c:pt>
                <c:pt idx="21994">
                  <c:v>5.0304253598499349</c:v>
                </c:pt>
                <c:pt idx="21995">
                  <c:v>5.0282867889135598</c:v>
                </c:pt>
                <c:pt idx="21996">
                  <c:v>5.0309015389327003</c:v>
                </c:pt>
                <c:pt idx="21997">
                  <c:v>5.0356161951611664</c:v>
                </c:pt>
                <c:pt idx="21998">
                  <c:v>5.0376166162621541</c:v>
                </c:pt>
                <c:pt idx="21999">
                  <c:v>5.0364740927187812</c:v>
                </c:pt>
                <c:pt idx="22000">
                  <c:v>5.036027534262308</c:v>
                </c:pt>
                <c:pt idx="22001">
                  <c:v>5.0343538013934612</c:v>
                </c:pt>
                <c:pt idx="22002">
                  <c:v>5.0351283400964704</c:v>
                </c:pt>
                <c:pt idx="22003">
                  <c:v>5.0380486275935992</c:v>
                </c:pt>
                <c:pt idx="22004">
                  <c:v>5.0364448549115686</c:v>
                </c:pt>
                <c:pt idx="22005">
                  <c:v>5.033985672995942</c:v>
                </c:pt>
                <c:pt idx="22006">
                  <c:v>5.0333052120817703</c:v>
                </c:pt>
                <c:pt idx="22007">
                  <c:v>5.0347660018375313</c:v>
                </c:pt>
                <c:pt idx="22008">
                  <c:v>5.0342715909960951</c:v>
                </c:pt>
                <c:pt idx="22009">
                  <c:v>5.0280472877268201</c:v>
                </c:pt>
                <c:pt idx="22010">
                  <c:v>5.0299929178470251</c:v>
                </c:pt>
                <c:pt idx="22011">
                  <c:v>5.0338314926115917</c:v>
                </c:pt>
                <c:pt idx="22012">
                  <c:v>5.0353249655462831</c:v>
                </c:pt>
                <c:pt idx="22013">
                  <c:v>5.0364639001607836</c:v>
                </c:pt>
                <c:pt idx="22014">
                  <c:v>5.0364939993109257</c:v>
                </c:pt>
                <c:pt idx="22015">
                  <c:v>5.0370299460225096</c:v>
                </c:pt>
                <c:pt idx="22016">
                  <c:v>5.0378550646964246</c:v>
                </c:pt>
                <c:pt idx="22017">
                  <c:v>5.0363179025342619</c:v>
                </c:pt>
                <c:pt idx="22018">
                  <c:v>5.0347542780032155</c:v>
                </c:pt>
                <c:pt idx="22019">
                  <c:v>5.0398294062476072</c:v>
                </c:pt>
                <c:pt idx="22020">
                  <c:v>5.0403886570706682</c:v>
                </c:pt>
                <c:pt idx="22021">
                  <c:v>5.0369119898935759</c:v>
                </c:pt>
                <c:pt idx="22022">
                  <c:v>5.0372625086134297</c:v>
                </c:pt>
                <c:pt idx="22023">
                  <c:v>5.0383317223030399</c:v>
                </c:pt>
                <c:pt idx="22024">
                  <c:v>5.0374060179159326</c:v>
                </c:pt>
                <c:pt idx="22025">
                  <c:v>5.0357290789372939</c:v>
                </c:pt>
                <c:pt idx="22026">
                  <c:v>5.0360859620243472</c:v>
                </c:pt>
                <c:pt idx="22027">
                  <c:v>5.0343801202051912</c:v>
                </c:pt>
                <c:pt idx="22028">
                  <c:v>5.0317779075109099</c:v>
                </c:pt>
                <c:pt idx="22029">
                  <c:v>5.0314416009493916</c:v>
                </c:pt>
                <c:pt idx="22030">
                  <c:v>5.0310999349207561</c:v>
                </c:pt>
                <c:pt idx="22031">
                  <c:v>5.0291433944567796</c:v>
                </c:pt>
                <c:pt idx="22032">
                  <c:v>5.0309484821223487</c:v>
                </c:pt>
                <c:pt idx="22033">
                  <c:v>5.0341833511982239</c:v>
                </c:pt>
                <c:pt idx="22034">
                  <c:v>5.0359697285812723</c:v>
                </c:pt>
                <c:pt idx="22035">
                  <c:v>5.0387411951611671</c:v>
                </c:pt>
                <c:pt idx="22036">
                  <c:v>5.0418257120434884</c:v>
                </c:pt>
                <c:pt idx="22037">
                  <c:v>5.0413441256412224</c:v>
                </c:pt>
                <c:pt idx="22038">
                  <c:v>5.0391669856825665</c:v>
                </c:pt>
                <c:pt idx="22039">
                  <c:v>5.0355633661281676</c:v>
                </c:pt>
                <c:pt idx="22040">
                  <c:v>5.0351129794808971</c:v>
                </c:pt>
                <c:pt idx="22041">
                  <c:v>5.0352727107419035</c:v>
                </c:pt>
                <c:pt idx="22042">
                  <c:v>5.0322122636092184</c:v>
                </c:pt>
                <c:pt idx="22043">
                  <c:v>5.0324668382972204</c:v>
                </c:pt>
                <c:pt idx="22044">
                  <c:v>5.0351075243090113</c:v>
                </c:pt>
                <c:pt idx="22045">
                  <c:v>5.0371323501263303</c:v>
                </c:pt>
                <c:pt idx="22046">
                  <c:v>5.038957392236429</c:v>
                </c:pt>
                <c:pt idx="22047">
                  <c:v>5.0422458559834622</c:v>
                </c:pt>
                <c:pt idx="22048">
                  <c:v>5.0477368214531815</c:v>
                </c:pt>
                <c:pt idx="22049">
                  <c:v>5.0520600451726514</c:v>
                </c:pt>
                <c:pt idx="22050">
                  <c:v>5.0533013360385883</c:v>
                </c:pt>
                <c:pt idx="22051">
                  <c:v>5.04732653510451</c:v>
                </c:pt>
                <c:pt idx="22052">
                  <c:v>5.0413280950922594</c:v>
                </c:pt>
                <c:pt idx="22053">
                  <c:v>5.0398783592374246</c:v>
                </c:pt>
                <c:pt idx="22054">
                  <c:v>5.0429886685552407</c:v>
                </c:pt>
                <c:pt idx="22055">
                  <c:v>5.0382029515351041</c:v>
                </c:pt>
                <c:pt idx="22056">
                  <c:v>5.0345141547354721</c:v>
                </c:pt>
                <c:pt idx="22057">
                  <c:v>5.0367589579664651</c:v>
                </c:pt>
                <c:pt idx="22058">
                  <c:v>5.0389524634407783</c:v>
                </c:pt>
                <c:pt idx="22059">
                  <c:v>5.0401736563050301</c:v>
                </c:pt>
                <c:pt idx="22060">
                  <c:v>5.039459507311844</c:v>
                </c:pt>
                <c:pt idx="22061">
                  <c:v>5.0372318352346683</c:v>
                </c:pt>
                <c:pt idx="22062">
                  <c:v>5.0350076563815938</c:v>
                </c:pt>
                <c:pt idx="22063">
                  <c:v>5.0343799287956514</c:v>
                </c:pt>
                <c:pt idx="22064">
                  <c:v>5.0344719010795496</c:v>
                </c:pt>
                <c:pt idx="22065">
                  <c:v>5.0317057939667711</c:v>
                </c:pt>
                <c:pt idx="22066">
                  <c:v>5.0329350260316978</c:v>
                </c:pt>
                <c:pt idx="22067">
                  <c:v>5.0405390571166064</c:v>
                </c:pt>
                <c:pt idx="22068">
                  <c:v>5.042034826965776</c:v>
                </c:pt>
                <c:pt idx="22069">
                  <c:v>5.042990247683945</c:v>
                </c:pt>
                <c:pt idx="22070">
                  <c:v>5.0424285085368652</c:v>
                </c:pt>
                <c:pt idx="22071">
                  <c:v>5.03956851504479</c:v>
                </c:pt>
                <c:pt idx="22072">
                  <c:v>5.0353601849016156</c:v>
                </c:pt>
                <c:pt idx="22073">
                  <c:v>5.0338636015619018</c:v>
                </c:pt>
                <c:pt idx="22074">
                  <c:v>5.0389926115917616</c:v>
                </c:pt>
                <c:pt idx="22075">
                  <c:v>5.0429568467192407</c:v>
                </c:pt>
                <c:pt idx="22076">
                  <c:v>5.0404892906362457</c:v>
                </c:pt>
                <c:pt idx="22077">
                  <c:v>5.0346426862414821</c:v>
                </c:pt>
                <c:pt idx="22078">
                  <c:v>5.0326284836536255</c:v>
                </c:pt>
                <c:pt idx="22079">
                  <c:v>5.030815500344537</c:v>
                </c:pt>
                <c:pt idx="22080">
                  <c:v>5.0302437121966159</c:v>
                </c:pt>
                <c:pt idx="22081">
                  <c:v>5.0358339713651326</c:v>
                </c:pt>
                <c:pt idx="22082">
                  <c:v>5.0398811825281369</c:v>
                </c:pt>
                <c:pt idx="22083">
                  <c:v>5.0368549977030854</c:v>
                </c:pt>
                <c:pt idx="22084">
                  <c:v>5.0333094709440322</c:v>
                </c:pt>
                <c:pt idx="22085">
                  <c:v>5.0313789143250895</c:v>
                </c:pt>
                <c:pt idx="22086">
                  <c:v>5.0276732256335652</c:v>
                </c:pt>
                <c:pt idx="22087">
                  <c:v>5.0250216292780028</c:v>
                </c:pt>
                <c:pt idx="22088">
                  <c:v>5.0281821357476453</c:v>
                </c:pt>
                <c:pt idx="22089">
                  <c:v>5.0365581215067756</c:v>
                </c:pt>
                <c:pt idx="22090">
                  <c:v>5.0407932011331447</c:v>
                </c:pt>
                <c:pt idx="22091">
                  <c:v>5.0413714015006512</c:v>
                </c:pt>
                <c:pt idx="22092">
                  <c:v>5.0410017418268129</c:v>
                </c:pt>
                <c:pt idx="22093">
                  <c:v>5.0404459842278539</c:v>
                </c:pt>
                <c:pt idx="22094">
                  <c:v>5.0420200884312072</c:v>
                </c:pt>
                <c:pt idx="22095">
                  <c:v>5.0414399261159177</c:v>
                </c:pt>
                <c:pt idx="22096">
                  <c:v>5.0412900045938294</c:v>
                </c:pt>
                <c:pt idx="22097">
                  <c:v>5.0416129603399433</c:v>
                </c:pt>
                <c:pt idx="22098">
                  <c:v>5.0391769389786383</c:v>
                </c:pt>
                <c:pt idx="22099">
                  <c:v>5.0384166602863489</c:v>
                </c:pt>
                <c:pt idx="22100">
                  <c:v>5.0404490467804912</c:v>
                </c:pt>
                <c:pt idx="22101">
                  <c:v>5.0402902247147994</c:v>
                </c:pt>
                <c:pt idx="22102">
                  <c:v>5.038361534338871</c:v>
                </c:pt>
                <c:pt idx="22103">
                  <c:v>5.0416460263379523</c:v>
                </c:pt>
                <c:pt idx="22104">
                  <c:v>5.0448587876119744</c:v>
                </c:pt>
                <c:pt idx="22105">
                  <c:v>5.0452943400199066</c:v>
                </c:pt>
                <c:pt idx="22106">
                  <c:v>5.0421281391164534</c:v>
                </c:pt>
                <c:pt idx="22107">
                  <c:v>5.0407660688308704</c:v>
                </c:pt>
                <c:pt idx="22108">
                  <c:v>5.0397329358395222</c:v>
                </c:pt>
                <c:pt idx="22109">
                  <c:v>5.0425124894724753</c:v>
                </c:pt>
                <c:pt idx="22110">
                  <c:v>5.0414020270270274</c:v>
                </c:pt>
                <c:pt idx="22111">
                  <c:v>5.0400389039889752</c:v>
                </c:pt>
                <c:pt idx="22112">
                  <c:v>5.0397236524768392</c:v>
                </c:pt>
                <c:pt idx="22113">
                  <c:v>5.0383240180690603</c:v>
                </c:pt>
                <c:pt idx="22114">
                  <c:v>5.0352929044483581</c:v>
                </c:pt>
                <c:pt idx="22115">
                  <c:v>5.0313067529285656</c:v>
                </c:pt>
                <c:pt idx="22116">
                  <c:v>5.0292220637776586</c:v>
                </c:pt>
                <c:pt idx="22117">
                  <c:v>5.0329283266978022</c:v>
                </c:pt>
                <c:pt idx="22118">
                  <c:v>5.0358872789219813</c:v>
                </c:pt>
                <c:pt idx="22119">
                  <c:v>5.0365788415894652</c:v>
                </c:pt>
                <c:pt idx="22120">
                  <c:v>5.0396854662736388</c:v>
                </c:pt>
                <c:pt idx="22121">
                  <c:v>5.0394314658142561</c:v>
                </c:pt>
                <c:pt idx="22122">
                  <c:v>5.0388892504402421</c:v>
                </c:pt>
                <c:pt idx="22123">
                  <c:v>5.0387587569864483</c:v>
                </c:pt>
                <c:pt idx="22124">
                  <c:v>5.036674977030855</c:v>
                </c:pt>
                <c:pt idx="22125">
                  <c:v>5.0357157281218896</c:v>
                </c:pt>
                <c:pt idx="22126">
                  <c:v>5.0311852557231456</c:v>
                </c:pt>
                <c:pt idx="22127">
                  <c:v>5.0265422823673536</c:v>
                </c:pt>
                <c:pt idx="22128">
                  <c:v>5.0259541287037743</c:v>
                </c:pt>
                <c:pt idx="22129">
                  <c:v>5.0271599131000686</c:v>
                </c:pt>
                <c:pt idx="22130">
                  <c:v>5.0315381670622461</c:v>
                </c:pt>
                <c:pt idx="22131">
                  <c:v>5.0388024462139196</c:v>
                </c:pt>
                <c:pt idx="22132">
                  <c:v>5.0414527027027027</c:v>
                </c:pt>
                <c:pt idx="22133">
                  <c:v>5.03878876043182</c:v>
                </c:pt>
                <c:pt idx="22134">
                  <c:v>5.0403258747415975</c:v>
                </c:pt>
                <c:pt idx="22135">
                  <c:v>5.0449562629201443</c:v>
                </c:pt>
                <c:pt idx="22136">
                  <c:v>5.0480083837378453</c:v>
                </c:pt>
                <c:pt idx="22137">
                  <c:v>5.0456566782788457</c:v>
                </c:pt>
                <c:pt idx="22138">
                  <c:v>5.0406433274634406</c:v>
                </c:pt>
                <c:pt idx="22139">
                  <c:v>5.0401284358012406</c:v>
                </c:pt>
                <c:pt idx="22140">
                  <c:v>5.0420615764489698</c:v>
                </c:pt>
                <c:pt idx="22141">
                  <c:v>5.0402601734170434</c:v>
                </c:pt>
                <c:pt idx="22142">
                  <c:v>5.0381577310313146</c:v>
                </c:pt>
                <c:pt idx="22143">
                  <c:v>5.0374087933542606</c:v>
                </c:pt>
                <c:pt idx="22144">
                  <c:v>5.040947381517495</c:v>
                </c:pt>
                <c:pt idx="22145">
                  <c:v>5.0432085502641453</c:v>
                </c:pt>
                <c:pt idx="22146">
                  <c:v>5.0408172708827808</c:v>
                </c:pt>
                <c:pt idx="22147">
                  <c:v>5.0380395356404559</c:v>
                </c:pt>
                <c:pt idx="22148">
                  <c:v>5.0352947706913715</c:v>
                </c:pt>
                <c:pt idx="22149">
                  <c:v>5.0355653759283365</c:v>
                </c:pt>
                <c:pt idx="22150">
                  <c:v>5.035157817165608</c:v>
                </c:pt>
                <c:pt idx="22151">
                  <c:v>5.0360153797565275</c:v>
                </c:pt>
                <c:pt idx="22152">
                  <c:v>5.0404390456320343</c:v>
                </c:pt>
                <c:pt idx="22153">
                  <c:v>5.0383126292014397</c:v>
                </c:pt>
                <c:pt idx="22154">
                  <c:v>5.0329061710435647</c:v>
                </c:pt>
                <c:pt idx="22155">
                  <c:v>5.0326795421483803</c:v>
                </c:pt>
                <c:pt idx="22156">
                  <c:v>5.0329810121736465</c:v>
                </c:pt>
                <c:pt idx="22157">
                  <c:v>5.032922775821147</c:v>
                </c:pt>
                <c:pt idx="22158">
                  <c:v>5.0345900964704082</c:v>
                </c:pt>
                <c:pt idx="22159">
                  <c:v>5.0397003005129779</c:v>
                </c:pt>
                <c:pt idx="22160">
                  <c:v>5.0412647863869537</c:v>
                </c:pt>
                <c:pt idx="22161">
                  <c:v>5.03612802427073</c:v>
                </c:pt>
                <c:pt idx="22162">
                  <c:v>5.0316643538013937</c:v>
                </c:pt>
                <c:pt idx="22163">
                  <c:v>5.0320970350662275</c:v>
                </c:pt>
                <c:pt idx="22164">
                  <c:v>5.0398005991118593</c:v>
                </c:pt>
                <c:pt idx="22165">
                  <c:v>5.0444780261848248</c:v>
                </c:pt>
                <c:pt idx="22166">
                  <c:v>5.0408291861266363</c:v>
                </c:pt>
                <c:pt idx="22167">
                  <c:v>5.0373011254880939</c:v>
                </c:pt>
                <c:pt idx="22168">
                  <c:v>5.0348716599035299</c:v>
                </c:pt>
                <c:pt idx="22169">
                  <c:v>5.0366010450960879</c:v>
                </c:pt>
                <c:pt idx="22170">
                  <c:v>5.0393155673378764</c:v>
                </c:pt>
                <c:pt idx="22171">
                  <c:v>5.0409679580430291</c:v>
                </c:pt>
                <c:pt idx="22172">
                  <c:v>5.0399687045402342</c:v>
                </c:pt>
                <c:pt idx="22173">
                  <c:v>5.0400692902534265</c:v>
                </c:pt>
                <c:pt idx="22174">
                  <c:v>5.0412894303652092</c:v>
                </c:pt>
                <c:pt idx="22175">
                  <c:v>5.0380480055125947</c:v>
                </c:pt>
                <c:pt idx="22176">
                  <c:v>5.0356818964857206</c:v>
                </c:pt>
                <c:pt idx="22177">
                  <c:v>5.038353016614348</c:v>
                </c:pt>
                <c:pt idx="22178">
                  <c:v>5.0424522911721921</c:v>
                </c:pt>
                <c:pt idx="22179">
                  <c:v>5.0437101389633261</c:v>
                </c:pt>
                <c:pt idx="22180">
                  <c:v>5.0423495999540613</c:v>
                </c:pt>
                <c:pt idx="22181">
                  <c:v>5.0384836536252964</c:v>
                </c:pt>
                <c:pt idx="22182">
                  <c:v>5.036073903223337</c:v>
                </c:pt>
                <c:pt idx="22183">
                  <c:v>5.0345986141949313</c:v>
                </c:pt>
                <c:pt idx="22184">
                  <c:v>5.0381672058035374</c:v>
                </c:pt>
                <c:pt idx="22185">
                  <c:v>5.0401913138350816</c:v>
                </c:pt>
                <c:pt idx="22186">
                  <c:v>5.040776261388868</c:v>
                </c:pt>
                <c:pt idx="22187">
                  <c:v>5.0420281754842664</c:v>
                </c:pt>
                <c:pt idx="22188">
                  <c:v>5.043985720848327</c:v>
                </c:pt>
                <c:pt idx="22189">
                  <c:v>5.0429813949927267</c:v>
                </c:pt>
                <c:pt idx="22190">
                  <c:v>5.0405533649797105</c:v>
                </c:pt>
                <c:pt idx="22191">
                  <c:v>5.0408872789219812</c:v>
                </c:pt>
                <c:pt idx="22192">
                  <c:v>5.03909769542914</c:v>
                </c:pt>
                <c:pt idx="22193">
                  <c:v>5.0398758230610214</c:v>
                </c:pt>
                <c:pt idx="22194">
                  <c:v>5.0420261656840974</c:v>
                </c:pt>
                <c:pt idx="22195">
                  <c:v>5.0440698453410917</c:v>
                </c:pt>
                <c:pt idx="22196">
                  <c:v>5.0459825530204423</c:v>
                </c:pt>
                <c:pt idx="22197">
                  <c:v>5.0430750899624837</c:v>
                </c:pt>
                <c:pt idx="22198">
                  <c:v>5.0438841780874357</c:v>
                </c:pt>
                <c:pt idx="22199">
                  <c:v>5.0476745655003441</c:v>
                </c:pt>
                <c:pt idx="22200">
                  <c:v>5.0483208598116533</c:v>
                </c:pt>
                <c:pt idx="22201">
                  <c:v>5.0437170297067606</c:v>
                </c:pt>
                <c:pt idx="22202">
                  <c:v>5.0389584928412834</c:v>
                </c:pt>
                <c:pt idx="22203">
                  <c:v>5.0402022720312383</c:v>
                </c:pt>
                <c:pt idx="22204">
                  <c:v>5.0459688672383436</c:v>
                </c:pt>
                <c:pt idx="22205">
                  <c:v>5.0509450846030166</c:v>
                </c:pt>
                <c:pt idx="22206">
                  <c:v>5.0491295651175259</c:v>
                </c:pt>
                <c:pt idx="22207">
                  <c:v>5.0468883508154043</c:v>
                </c:pt>
                <c:pt idx="22208">
                  <c:v>5.0440690797029326</c:v>
                </c:pt>
                <c:pt idx="22209">
                  <c:v>5.0453508536865481</c:v>
                </c:pt>
                <c:pt idx="22210">
                  <c:v>5.0468858624913864</c:v>
                </c:pt>
                <c:pt idx="22211">
                  <c:v>5.0453617640303197</c:v>
                </c:pt>
                <c:pt idx="22212">
                  <c:v>5.0464255225480441</c:v>
                </c:pt>
                <c:pt idx="22213">
                  <c:v>5.0476815998009341</c:v>
                </c:pt>
                <c:pt idx="22214">
                  <c:v>5.0472432719546738</c:v>
                </c:pt>
                <c:pt idx="22215">
                  <c:v>5.0468408333971366</c:v>
                </c:pt>
                <c:pt idx="22216">
                  <c:v>5.0476493472934694</c:v>
                </c:pt>
                <c:pt idx="22217">
                  <c:v>5.0489242783860346</c:v>
                </c:pt>
                <c:pt idx="22218">
                  <c:v>5.0473586919072044</c:v>
                </c:pt>
                <c:pt idx="22219">
                  <c:v>5.0445812437791897</c:v>
                </c:pt>
                <c:pt idx="22220">
                  <c:v>5.0415718072888751</c:v>
                </c:pt>
                <c:pt idx="22221">
                  <c:v>5.0368965814256184</c:v>
                </c:pt>
                <c:pt idx="22222">
                  <c:v>5.0337233940739603</c:v>
                </c:pt>
                <c:pt idx="22223">
                  <c:v>5.0323447190107951</c:v>
                </c:pt>
                <c:pt idx="22224">
                  <c:v>5.0364753847331754</c:v>
                </c:pt>
                <c:pt idx="22225">
                  <c:v>5.0404091378914329</c:v>
                </c:pt>
                <c:pt idx="22226">
                  <c:v>5.0414747626521708</c:v>
                </c:pt>
                <c:pt idx="22227">
                  <c:v>5.0382791803843503</c:v>
                </c:pt>
                <c:pt idx="22228">
                  <c:v>5.0359966216216216</c:v>
                </c:pt>
                <c:pt idx="22229">
                  <c:v>5.0351570036750628</c:v>
                </c:pt>
                <c:pt idx="22230">
                  <c:v>5.0363337416736851</c:v>
                </c:pt>
                <c:pt idx="22231">
                  <c:v>5.0412857935839526</c:v>
                </c:pt>
                <c:pt idx="22232">
                  <c:v>5.045094986984151</c:v>
                </c:pt>
                <c:pt idx="22233">
                  <c:v>5.0455267590536712</c:v>
                </c:pt>
                <c:pt idx="22234">
                  <c:v>5.0390857323328992</c:v>
                </c:pt>
                <c:pt idx="22235">
                  <c:v>5.0335522739453333</c:v>
                </c:pt>
                <c:pt idx="22236">
                  <c:v>5.0355403012786155</c:v>
                </c:pt>
                <c:pt idx="22237">
                  <c:v>5.0363668076716941</c:v>
                </c:pt>
                <c:pt idx="22238">
                  <c:v>5.0380940873593136</c:v>
                </c:pt>
                <c:pt idx="22239">
                  <c:v>5.0407969336191716</c:v>
                </c:pt>
                <c:pt idx="22240">
                  <c:v>5.0427536654926879</c:v>
                </c:pt>
                <c:pt idx="22241">
                  <c:v>5.0435083454559377</c:v>
                </c:pt>
                <c:pt idx="22242">
                  <c:v>5.043925091876579</c:v>
                </c:pt>
                <c:pt idx="22243">
                  <c:v>5.0431679714416964</c:v>
                </c:pt>
                <c:pt idx="22244">
                  <c:v>5.0425782386494147</c:v>
                </c:pt>
                <c:pt idx="22245">
                  <c:v>5.0443212139193019</c:v>
                </c:pt>
                <c:pt idx="22246">
                  <c:v>5.046256603629125</c:v>
                </c:pt>
                <c:pt idx="22247">
                  <c:v>5.0453285544751552</c:v>
                </c:pt>
                <c:pt idx="22248">
                  <c:v>5.0456095436796566</c:v>
                </c:pt>
                <c:pt idx="22249">
                  <c:v>5.0458067912104738</c:v>
                </c:pt>
                <c:pt idx="22250">
                  <c:v>5.0452231356710815</c:v>
                </c:pt>
                <c:pt idx="22251">
                  <c:v>5.0470426747569102</c:v>
                </c:pt>
                <c:pt idx="22252">
                  <c:v>5.0513499157798023</c:v>
                </c:pt>
                <c:pt idx="22253">
                  <c:v>5.0519394571625451</c:v>
                </c:pt>
                <c:pt idx="22254">
                  <c:v>5.0492166564581575</c:v>
                </c:pt>
                <c:pt idx="22255">
                  <c:v>5.0481653395605237</c:v>
                </c:pt>
                <c:pt idx="22256">
                  <c:v>5.0488950884312072</c:v>
                </c:pt>
                <c:pt idx="22257">
                  <c:v>5.0494587895260699</c:v>
                </c:pt>
                <c:pt idx="22258">
                  <c:v>5.0474692787688538</c:v>
                </c:pt>
                <c:pt idx="22259">
                  <c:v>5.0459475729270347</c:v>
                </c:pt>
                <c:pt idx="22260">
                  <c:v>5.0451940892734095</c:v>
                </c:pt>
                <c:pt idx="22261">
                  <c:v>5.0437657912870382</c:v>
                </c:pt>
                <c:pt idx="22262">
                  <c:v>5.0467669493147538</c:v>
                </c:pt>
                <c:pt idx="22263">
                  <c:v>5.0491927302656761</c:v>
                </c:pt>
                <c:pt idx="22264">
                  <c:v>5.0472849992343622</c:v>
                </c:pt>
                <c:pt idx="22265">
                  <c:v>5.049320496133527</c:v>
                </c:pt>
                <c:pt idx="22266">
                  <c:v>5.0515934844192634</c:v>
                </c:pt>
                <c:pt idx="22267">
                  <c:v>5.0522906936681728</c:v>
                </c:pt>
                <c:pt idx="22268">
                  <c:v>5.0510604088507769</c:v>
                </c:pt>
                <c:pt idx="22269">
                  <c:v>5.0502052867314911</c:v>
                </c:pt>
                <c:pt idx="22270">
                  <c:v>5.0530491539698339</c:v>
                </c:pt>
                <c:pt idx="22271">
                  <c:v>5.051075243090116</c:v>
                </c:pt>
                <c:pt idx="22272">
                  <c:v>5.047946175637394</c:v>
                </c:pt>
                <c:pt idx="22273">
                  <c:v>5.0481490697496367</c:v>
                </c:pt>
                <c:pt idx="22274">
                  <c:v>5.0448550072735623</c:v>
                </c:pt>
                <c:pt idx="22275">
                  <c:v>5.0410680652323716</c:v>
                </c:pt>
                <c:pt idx="22276">
                  <c:v>5.0364144207947321</c:v>
                </c:pt>
                <c:pt idx="22277">
                  <c:v>5.0352242841283212</c:v>
                </c:pt>
                <c:pt idx="22278">
                  <c:v>5.0396727375392389</c:v>
                </c:pt>
                <c:pt idx="22279">
                  <c:v>5.0455897327922825</c:v>
                </c:pt>
                <c:pt idx="22280">
                  <c:v>5.0490094556312686</c:v>
                </c:pt>
                <c:pt idx="22281">
                  <c:v>5.053197017839369</c:v>
                </c:pt>
                <c:pt idx="22282">
                  <c:v>5.0549407587474162</c:v>
                </c:pt>
                <c:pt idx="22283">
                  <c:v>5.0525122502105502</c:v>
                </c:pt>
                <c:pt idx="22284">
                  <c:v>5.0524768394456778</c:v>
                </c:pt>
                <c:pt idx="22285">
                  <c:v>5.0506842891049688</c:v>
                </c:pt>
                <c:pt idx="22286">
                  <c:v>5.0475961354413901</c:v>
                </c:pt>
                <c:pt idx="22287">
                  <c:v>5.0431867774289874</c:v>
                </c:pt>
                <c:pt idx="22288">
                  <c:v>5.0417973834315903</c:v>
                </c:pt>
                <c:pt idx="22289">
                  <c:v>5.0458387566036293</c:v>
                </c:pt>
                <c:pt idx="22290">
                  <c:v>5.0483471786233824</c:v>
                </c:pt>
                <c:pt idx="22291">
                  <c:v>5.0491104241635405</c:v>
                </c:pt>
                <c:pt idx="22292">
                  <c:v>5.0506507924354951</c:v>
                </c:pt>
                <c:pt idx="22293">
                  <c:v>5.0518466235357167</c:v>
                </c:pt>
                <c:pt idx="22294">
                  <c:v>5.0506163387183216</c:v>
                </c:pt>
                <c:pt idx="22295">
                  <c:v>5.0468736122808364</c:v>
                </c:pt>
                <c:pt idx="22296">
                  <c:v>5.0462160248066761</c:v>
                </c:pt>
                <c:pt idx="22297">
                  <c:v>5.048731433274634</c:v>
                </c:pt>
                <c:pt idx="22298">
                  <c:v>5.0500205765255339</c:v>
                </c:pt>
                <c:pt idx="22299">
                  <c:v>5.0497937562208097</c:v>
                </c:pt>
                <c:pt idx="22300">
                  <c:v>5.050391432508996</c:v>
                </c:pt>
                <c:pt idx="22301">
                  <c:v>5.0534286233825894</c:v>
                </c:pt>
                <c:pt idx="22302">
                  <c:v>5.055271418727509</c:v>
                </c:pt>
                <c:pt idx="22303">
                  <c:v>5.0563064658142558</c:v>
                </c:pt>
                <c:pt idx="22304">
                  <c:v>5.058082267820228</c:v>
                </c:pt>
                <c:pt idx="22305">
                  <c:v>5.0589847638006278</c:v>
                </c:pt>
                <c:pt idx="22306">
                  <c:v>5.0587297105887759</c:v>
                </c:pt>
                <c:pt idx="22307">
                  <c:v>5.0553173570170733</c:v>
                </c:pt>
                <c:pt idx="22308">
                  <c:v>5.0497277199295612</c:v>
                </c:pt>
                <c:pt idx="22309">
                  <c:v>5.0502875928336266</c:v>
                </c:pt>
                <c:pt idx="22310">
                  <c:v>5.0542880522165223</c:v>
                </c:pt>
                <c:pt idx="22311">
                  <c:v>5.0539995023351967</c:v>
                </c:pt>
                <c:pt idx="22312">
                  <c:v>5.0489869650103358</c:v>
                </c:pt>
                <c:pt idx="22313">
                  <c:v>5.0486639614118367</c:v>
                </c:pt>
                <c:pt idx="22314">
                  <c:v>5.0539310734246996</c:v>
                </c:pt>
                <c:pt idx="22315">
                  <c:v>5.0527807020901925</c:v>
                </c:pt>
                <c:pt idx="22316">
                  <c:v>5.047053632953066</c:v>
                </c:pt>
                <c:pt idx="22317">
                  <c:v>5.0466741156879262</c:v>
                </c:pt>
                <c:pt idx="22318">
                  <c:v>5.0481921368961027</c:v>
                </c:pt>
                <c:pt idx="22319">
                  <c:v>5.0473290712809122</c:v>
                </c:pt>
                <c:pt idx="22320">
                  <c:v>5.0479753655922215</c:v>
                </c:pt>
                <c:pt idx="22321">
                  <c:v>5.047814868693056</c:v>
                </c:pt>
                <c:pt idx="22322">
                  <c:v>5.0486778386034761</c:v>
                </c:pt>
                <c:pt idx="22323">
                  <c:v>5.0486792741750248</c:v>
                </c:pt>
                <c:pt idx="22324">
                  <c:v>5.0483208598116533</c:v>
                </c:pt>
                <c:pt idx="22325">
                  <c:v>5.0502411760202133</c:v>
                </c:pt>
                <c:pt idx="22326">
                  <c:v>5.0551163770002301</c:v>
                </c:pt>
                <c:pt idx="22327">
                  <c:v>5.0580612127708449</c:v>
                </c:pt>
                <c:pt idx="22328">
                  <c:v>5.0608280376693973</c:v>
                </c:pt>
                <c:pt idx="22329">
                  <c:v>5.0603576487252129</c:v>
                </c:pt>
                <c:pt idx="22330">
                  <c:v>5.0562078899012324</c:v>
                </c:pt>
                <c:pt idx="22331">
                  <c:v>5.0516748334737001</c:v>
                </c:pt>
                <c:pt idx="22332">
                  <c:v>5.046305221652247</c:v>
                </c:pt>
                <c:pt idx="22333">
                  <c:v>5.047130340326162</c:v>
                </c:pt>
                <c:pt idx="22334">
                  <c:v>5.0486663540310852</c:v>
                </c:pt>
                <c:pt idx="22335">
                  <c:v>5.0493123612280835</c:v>
                </c:pt>
                <c:pt idx="22336">
                  <c:v>5.0462853150601026</c:v>
                </c:pt>
                <c:pt idx="22337">
                  <c:v>5.0419638140264915</c:v>
                </c:pt>
                <c:pt idx="22338">
                  <c:v>5.0431144724753079</c:v>
                </c:pt>
                <c:pt idx="22339">
                  <c:v>5.0467636953525767</c:v>
                </c:pt>
                <c:pt idx="22340">
                  <c:v>5.0487376540846798</c:v>
                </c:pt>
                <c:pt idx="22341">
                  <c:v>5.0500263188117298</c:v>
                </c:pt>
                <c:pt idx="22342">
                  <c:v>5.0497171924048692</c:v>
                </c:pt>
                <c:pt idx="22343">
                  <c:v>5.049977987902917</c:v>
                </c:pt>
                <c:pt idx="22344">
                  <c:v>5.0521217747492537</c:v>
                </c:pt>
                <c:pt idx="22345">
                  <c:v>5.0557973164382517</c:v>
                </c:pt>
                <c:pt idx="22346">
                  <c:v>5.0568792588622618</c:v>
                </c:pt>
                <c:pt idx="22347">
                  <c:v>5.0556130847561445</c:v>
                </c:pt>
                <c:pt idx="22348">
                  <c:v>5.0558336842508229</c:v>
                </c:pt>
                <c:pt idx="22349">
                  <c:v>5.0595015695582264</c:v>
                </c:pt>
                <c:pt idx="22350">
                  <c:v>5.0646897251359011</c:v>
                </c:pt>
                <c:pt idx="22351">
                  <c:v>5.0606820878952608</c:v>
                </c:pt>
                <c:pt idx="22352">
                  <c:v>5.0539736620473166</c:v>
                </c:pt>
                <c:pt idx="22353">
                  <c:v>5.0513240754919222</c:v>
                </c:pt>
                <c:pt idx="22354">
                  <c:v>5.0511565921445527</c:v>
                </c:pt>
                <c:pt idx="22355">
                  <c:v>5.0561538167062245</c:v>
                </c:pt>
                <c:pt idx="22356">
                  <c:v>5.0651629852231839</c:v>
                </c:pt>
                <c:pt idx="22357">
                  <c:v>5.0633393308322487</c:v>
                </c:pt>
                <c:pt idx="22358">
                  <c:v>5.0624598039966315</c:v>
                </c:pt>
                <c:pt idx="22359">
                  <c:v>5.063592469948702</c:v>
                </c:pt>
                <c:pt idx="22360">
                  <c:v>5.0624358778041501</c:v>
                </c:pt>
                <c:pt idx="22361">
                  <c:v>5.0652347638006274</c:v>
                </c:pt>
                <c:pt idx="22362">
                  <c:v>5.0672531773983618</c:v>
                </c:pt>
                <c:pt idx="22363">
                  <c:v>5.0635876847102059</c:v>
                </c:pt>
                <c:pt idx="22364">
                  <c:v>5.0634781027486406</c:v>
                </c:pt>
                <c:pt idx="22365">
                  <c:v>5.0665325204808207</c:v>
                </c:pt>
                <c:pt idx="22366">
                  <c:v>5.0664368157108948</c:v>
                </c:pt>
                <c:pt idx="22367">
                  <c:v>5.0653606155730806</c:v>
                </c:pt>
                <c:pt idx="22368">
                  <c:v>5.0650735012633028</c:v>
                </c:pt>
                <c:pt idx="22369">
                  <c:v>5.06103093178164</c:v>
                </c:pt>
                <c:pt idx="22370">
                  <c:v>5.0588005321185205</c:v>
                </c:pt>
                <c:pt idx="22371">
                  <c:v>5.0608323443840444</c:v>
                </c:pt>
                <c:pt idx="22372">
                  <c:v>5.0591843082459231</c:v>
                </c:pt>
                <c:pt idx="22373">
                  <c:v>5.0572237960339947</c:v>
                </c:pt>
                <c:pt idx="22374">
                  <c:v>5.0550891011408012</c:v>
                </c:pt>
                <c:pt idx="22375">
                  <c:v>5.0578042454635943</c:v>
                </c:pt>
                <c:pt idx="22376">
                  <c:v>5.0611974580813106</c:v>
                </c:pt>
                <c:pt idx="22377">
                  <c:v>5.0648773064849548</c:v>
                </c:pt>
                <c:pt idx="22378">
                  <c:v>5.0638872406400735</c:v>
                </c:pt>
                <c:pt idx="22379">
                  <c:v>5.0618630847561441</c:v>
                </c:pt>
                <c:pt idx="22380">
                  <c:v>5.060998870683715</c:v>
                </c:pt>
                <c:pt idx="22381">
                  <c:v>5.06012891432509</c:v>
                </c:pt>
                <c:pt idx="22382">
                  <c:v>5.0607122348977871</c:v>
                </c:pt>
                <c:pt idx="22383">
                  <c:v>5.0611275935992648</c:v>
                </c:pt>
                <c:pt idx="22384">
                  <c:v>5.0627679733557924</c:v>
                </c:pt>
                <c:pt idx="22385">
                  <c:v>5.0672919378301815</c:v>
                </c:pt>
                <c:pt idx="22386">
                  <c:v>5.0709684365668783</c:v>
                </c:pt>
                <c:pt idx="22387">
                  <c:v>5.0729705803537248</c:v>
                </c:pt>
                <c:pt idx="22388">
                  <c:v>5.073309375239262</c:v>
                </c:pt>
                <c:pt idx="22389">
                  <c:v>5.0748813260852925</c:v>
                </c:pt>
                <c:pt idx="22390">
                  <c:v>5.0705396791976112</c:v>
                </c:pt>
                <c:pt idx="22391">
                  <c:v>5.0709368539928033</c:v>
                </c:pt>
                <c:pt idx="22392">
                  <c:v>5.0755091493760052</c:v>
                </c:pt>
                <c:pt idx="22393">
                  <c:v>5.0743937102825205</c:v>
                </c:pt>
                <c:pt idx="22394">
                  <c:v>5.0731787382283136</c:v>
                </c:pt>
                <c:pt idx="22395">
                  <c:v>5.0766327233749333</c:v>
                </c:pt>
                <c:pt idx="22396">
                  <c:v>5.0750287114309778</c:v>
                </c:pt>
                <c:pt idx="22397">
                  <c:v>5.0692581923283058</c:v>
                </c:pt>
                <c:pt idx="22398">
                  <c:v>5.0653036712349744</c:v>
                </c:pt>
                <c:pt idx="22399">
                  <c:v>5.0672876311155344</c:v>
                </c:pt>
                <c:pt idx="22400">
                  <c:v>5.0676345609065159</c:v>
                </c:pt>
                <c:pt idx="22401">
                  <c:v>5.0658343541842124</c:v>
                </c:pt>
                <c:pt idx="22402">
                  <c:v>5.0675599111859739</c:v>
                </c:pt>
                <c:pt idx="22403">
                  <c:v>5.0760910343771535</c:v>
                </c:pt>
                <c:pt idx="22404">
                  <c:v>5.0832420947860042</c:v>
                </c:pt>
                <c:pt idx="22405">
                  <c:v>5.0832923397902148</c:v>
                </c:pt>
                <c:pt idx="22406">
                  <c:v>5.0799445869382129</c:v>
                </c:pt>
                <c:pt idx="22407">
                  <c:v>5.0792344575453638</c:v>
                </c:pt>
                <c:pt idx="22408">
                  <c:v>5.0815686968838527</c:v>
                </c:pt>
                <c:pt idx="22409">
                  <c:v>5.0820041535870146</c:v>
                </c:pt>
                <c:pt idx="22410">
                  <c:v>5.0814667713038819</c:v>
                </c:pt>
                <c:pt idx="22411">
                  <c:v>5.0812054972819842</c:v>
                </c:pt>
                <c:pt idx="22412">
                  <c:v>5.0816342546512514</c:v>
                </c:pt>
                <c:pt idx="22413">
                  <c:v>5.0824094632876502</c:v>
                </c:pt>
                <c:pt idx="22414">
                  <c:v>5.0857883201898781</c:v>
                </c:pt>
                <c:pt idx="22415">
                  <c:v>5.0840598920450191</c:v>
                </c:pt>
                <c:pt idx="22416">
                  <c:v>5.0814356672536558</c:v>
                </c:pt>
                <c:pt idx="22417">
                  <c:v>5.0796531659137889</c:v>
                </c:pt>
                <c:pt idx="22418">
                  <c:v>5.0765374971288573</c:v>
                </c:pt>
                <c:pt idx="22419">
                  <c:v>5.0761446290483114</c:v>
                </c:pt>
                <c:pt idx="22420">
                  <c:v>5.0798359620243474</c:v>
                </c:pt>
                <c:pt idx="22421">
                  <c:v>5.0819251971518264</c:v>
                </c:pt>
                <c:pt idx="22422">
                  <c:v>5.07992305336498</c:v>
                </c:pt>
                <c:pt idx="22423">
                  <c:v>5.0798072505933698</c:v>
                </c:pt>
                <c:pt idx="22424">
                  <c:v>5.080479576602098</c:v>
                </c:pt>
                <c:pt idx="22425">
                  <c:v>5.0820491348288801</c:v>
                </c:pt>
                <c:pt idx="22426">
                  <c:v>5.0859964780644669</c:v>
                </c:pt>
                <c:pt idx="22427">
                  <c:v>5.0865774060179163</c:v>
                </c:pt>
                <c:pt idx="22428">
                  <c:v>5.0820878952606998</c:v>
                </c:pt>
                <c:pt idx="22429">
                  <c:v>5.0787253081693589</c:v>
                </c:pt>
                <c:pt idx="22430">
                  <c:v>5.0826903567873822</c:v>
                </c:pt>
                <c:pt idx="22431">
                  <c:v>5.0894949659291022</c:v>
                </c:pt>
                <c:pt idx="22432">
                  <c:v>5.0933040157721461</c:v>
                </c:pt>
                <c:pt idx="22433">
                  <c:v>5.1001272873440016</c:v>
                </c:pt>
                <c:pt idx="22434">
                  <c:v>5.1025605811193628</c:v>
                </c:pt>
                <c:pt idx="22435">
                  <c:v>5.0973819960186812</c:v>
                </c:pt>
                <c:pt idx="22436">
                  <c:v>5.0878392734093865</c:v>
                </c:pt>
                <c:pt idx="22437">
                  <c:v>5.0865285965852536</c:v>
                </c:pt>
                <c:pt idx="22438">
                  <c:v>5.0895050149299443</c:v>
                </c:pt>
                <c:pt idx="22439">
                  <c:v>5.0918741865094557</c:v>
                </c:pt>
                <c:pt idx="22440">
                  <c:v>5.0958354069366818</c:v>
                </c:pt>
                <c:pt idx="22441">
                  <c:v>5.0964857208483272</c:v>
                </c:pt>
                <c:pt idx="22442">
                  <c:v>5.0957105122119284</c:v>
                </c:pt>
                <c:pt idx="22443">
                  <c:v>5.0951879641681339</c:v>
                </c:pt>
                <c:pt idx="22444">
                  <c:v>5.0965694625220124</c:v>
                </c:pt>
                <c:pt idx="22445">
                  <c:v>5.0996080889671545</c:v>
                </c:pt>
                <c:pt idx="22446">
                  <c:v>5.1023964474389407</c:v>
                </c:pt>
                <c:pt idx="22447">
                  <c:v>5.1002225135900776</c:v>
                </c:pt>
                <c:pt idx="22448">
                  <c:v>5.098984572391088</c:v>
                </c:pt>
                <c:pt idx="22449">
                  <c:v>5.1014374856442846</c:v>
                </c:pt>
                <c:pt idx="22450">
                  <c:v>5.1025261274021894</c:v>
                </c:pt>
                <c:pt idx="22451">
                  <c:v>5.1047890666870837</c:v>
                </c:pt>
                <c:pt idx="22452">
                  <c:v>5.105635575377077</c:v>
                </c:pt>
                <c:pt idx="22453">
                  <c:v>5.1043014508843116</c:v>
                </c:pt>
                <c:pt idx="22454">
                  <c:v>5.1049393231758673</c:v>
                </c:pt>
                <c:pt idx="22455">
                  <c:v>5.1091890934844191</c:v>
                </c:pt>
                <c:pt idx="22456">
                  <c:v>5.1081511752545747</c:v>
                </c:pt>
                <c:pt idx="22457">
                  <c:v>5.1070199448740521</c:v>
                </c:pt>
                <c:pt idx="22458">
                  <c:v>5.110133699563586</c:v>
                </c:pt>
                <c:pt idx="22459">
                  <c:v>5.1103925809662352</c:v>
                </c:pt>
                <c:pt idx="22460">
                  <c:v>5.1094422326008724</c:v>
                </c:pt>
                <c:pt idx="22461">
                  <c:v>5.107815730035985</c:v>
                </c:pt>
                <c:pt idx="22462">
                  <c:v>5.1098681188270421</c:v>
                </c:pt>
                <c:pt idx="22463">
                  <c:v>5.1131608414363372</c:v>
                </c:pt>
                <c:pt idx="22464">
                  <c:v>5.1155137432049615</c:v>
                </c:pt>
                <c:pt idx="22465">
                  <c:v>5.1169206033228694</c:v>
                </c:pt>
                <c:pt idx="22466">
                  <c:v>5.1133249751167602</c:v>
                </c:pt>
                <c:pt idx="22467">
                  <c:v>5.1082133833550261</c:v>
                </c:pt>
                <c:pt idx="22468">
                  <c:v>5.1086158219125641</c:v>
                </c:pt>
                <c:pt idx="22469">
                  <c:v>5.1123999885154277</c:v>
                </c:pt>
                <c:pt idx="22470">
                  <c:v>5.1172010182987524</c:v>
                </c:pt>
                <c:pt idx="22471">
                  <c:v>5.1203511408008575</c:v>
                </c:pt>
                <c:pt idx="22472">
                  <c:v>5.1200223949161625</c:v>
                </c:pt>
                <c:pt idx="22473">
                  <c:v>5.1190639116453562</c:v>
                </c:pt>
                <c:pt idx="22474">
                  <c:v>5.1146145968915091</c:v>
                </c:pt>
                <c:pt idx="22475">
                  <c:v>5.1113094326621242</c:v>
                </c:pt>
                <c:pt idx="22476">
                  <c:v>5.1142341704310539</c:v>
                </c:pt>
                <c:pt idx="22477">
                  <c:v>5.1164928030013019</c:v>
                </c:pt>
                <c:pt idx="22478">
                  <c:v>5.1183537822525071</c:v>
                </c:pt>
                <c:pt idx="22479">
                  <c:v>5.1194936260623232</c:v>
                </c:pt>
                <c:pt idx="22480">
                  <c:v>5.1203693247071431</c:v>
                </c:pt>
                <c:pt idx="22481">
                  <c:v>5.1222408314830412</c:v>
                </c:pt>
                <c:pt idx="22482">
                  <c:v>5.1217694854911571</c:v>
                </c:pt>
                <c:pt idx="22483">
                  <c:v>5.1217843197304953</c:v>
                </c:pt>
                <c:pt idx="22484">
                  <c:v>5.1243439438021587</c:v>
                </c:pt>
                <c:pt idx="22485">
                  <c:v>5.123483079396677</c:v>
                </c:pt>
                <c:pt idx="22486">
                  <c:v>5.1192237386111321</c:v>
                </c:pt>
                <c:pt idx="22487">
                  <c:v>5.1158712005206342</c:v>
                </c:pt>
                <c:pt idx="22488">
                  <c:v>5.1175742669014621</c:v>
                </c:pt>
                <c:pt idx="22489">
                  <c:v>5.1201487252124647</c:v>
                </c:pt>
                <c:pt idx="22490">
                  <c:v>5.1239400696730728</c:v>
                </c:pt>
                <c:pt idx="22491">
                  <c:v>5.1280926996401499</c:v>
                </c:pt>
                <c:pt idx="22492">
                  <c:v>5.1280855217824053</c:v>
                </c:pt>
                <c:pt idx="22493">
                  <c:v>5.1304341168363834</c:v>
                </c:pt>
                <c:pt idx="22494">
                  <c:v>5.1315634331215065</c:v>
                </c:pt>
                <c:pt idx="22495">
                  <c:v>5.1299034338871445</c:v>
                </c:pt>
                <c:pt idx="22496">
                  <c:v>5.1305714531812265</c:v>
                </c:pt>
                <c:pt idx="22497">
                  <c:v>5.128123803690376</c:v>
                </c:pt>
                <c:pt idx="22498">
                  <c:v>5.1243195390858283</c:v>
                </c:pt>
                <c:pt idx="22499">
                  <c:v>5.1230117334047929</c:v>
                </c:pt>
                <c:pt idx="22500">
                  <c:v>5.1214153778424318</c:v>
                </c:pt>
                <c:pt idx="22501">
                  <c:v>5.1196213919301741</c:v>
                </c:pt>
                <c:pt idx="22502">
                  <c:v>5.1223566342546514</c:v>
                </c:pt>
                <c:pt idx="22503">
                  <c:v>5.1285779228236734</c:v>
                </c:pt>
                <c:pt idx="22504">
                  <c:v>5.1340139537554554</c:v>
                </c:pt>
                <c:pt idx="22505">
                  <c:v>5.1368688270423402</c:v>
                </c:pt>
                <c:pt idx="22506">
                  <c:v>5.1367070859811657</c:v>
                </c:pt>
                <c:pt idx="22507">
                  <c:v>5.1329056925197154</c:v>
                </c:pt>
                <c:pt idx="22508">
                  <c:v>5.1294397442768549</c:v>
                </c:pt>
                <c:pt idx="22509">
                  <c:v>5.1284214455248449</c:v>
                </c:pt>
                <c:pt idx="22510">
                  <c:v>5.1269877880713572</c:v>
                </c:pt>
                <c:pt idx="22511">
                  <c:v>5.1256062897174797</c:v>
                </c:pt>
                <c:pt idx="22512">
                  <c:v>5.1269399356863943</c:v>
                </c:pt>
                <c:pt idx="22513">
                  <c:v>5.1300962789985451</c:v>
                </c:pt>
                <c:pt idx="22514">
                  <c:v>5.1324697572927036</c:v>
                </c:pt>
                <c:pt idx="22515">
                  <c:v>5.1366243013551793</c:v>
                </c:pt>
                <c:pt idx="22516">
                  <c:v>5.1368678699946404</c:v>
                </c:pt>
                <c:pt idx="22517">
                  <c:v>5.1334641298522321</c:v>
                </c:pt>
                <c:pt idx="22518">
                  <c:v>5.1346164152821379</c:v>
                </c:pt>
                <c:pt idx="22519">
                  <c:v>5.1372430326927496</c:v>
                </c:pt>
                <c:pt idx="22520">
                  <c:v>5.1388680996860883</c:v>
                </c:pt>
                <c:pt idx="22521">
                  <c:v>5.1386025189495443</c:v>
                </c:pt>
                <c:pt idx="22522">
                  <c:v>5.1393404027256722</c:v>
                </c:pt>
                <c:pt idx="22523">
                  <c:v>5.1421732639154731</c:v>
                </c:pt>
                <c:pt idx="22524">
                  <c:v>5.142232122348978</c:v>
                </c:pt>
                <c:pt idx="22525">
                  <c:v>5.1397533688079013</c:v>
                </c:pt>
                <c:pt idx="22526">
                  <c:v>5.1387575606768241</c:v>
                </c:pt>
                <c:pt idx="22527">
                  <c:v>5.1378234821223492</c:v>
                </c:pt>
                <c:pt idx="22528">
                  <c:v>5.1355978676977259</c:v>
                </c:pt>
                <c:pt idx="22529">
                  <c:v>5.1355213038817853</c:v>
                </c:pt>
                <c:pt idx="22530">
                  <c:v>5.1387771801546585</c:v>
                </c:pt>
                <c:pt idx="22531">
                  <c:v>5.1390642944644362</c:v>
                </c:pt>
                <c:pt idx="22532">
                  <c:v>5.1373258173187351</c:v>
                </c:pt>
                <c:pt idx="22533">
                  <c:v>5.1348140456320346</c:v>
                </c:pt>
                <c:pt idx="22534">
                  <c:v>5.1383249751167597</c:v>
                </c:pt>
                <c:pt idx="22535">
                  <c:v>5.1426068065232373</c:v>
                </c:pt>
                <c:pt idx="22536">
                  <c:v>5.1474212349743507</c:v>
                </c:pt>
                <c:pt idx="22537">
                  <c:v>5.1502282558762724</c:v>
                </c:pt>
                <c:pt idx="22538">
                  <c:v>5.1473781678278847</c:v>
                </c:pt>
                <c:pt idx="22539">
                  <c:v>5.1445381287803382</c:v>
                </c:pt>
                <c:pt idx="22540">
                  <c:v>5.1411635785927574</c:v>
                </c:pt>
                <c:pt idx="22541">
                  <c:v>5.1381158601944721</c:v>
                </c:pt>
                <c:pt idx="22542">
                  <c:v>5.137108567491004</c:v>
                </c:pt>
                <c:pt idx="22543">
                  <c:v>5.1388513513513514</c:v>
                </c:pt>
                <c:pt idx="22544">
                  <c:v>5.1405501110175331</c:v>
                </c:pt>
                <c:pt idx="22545">
                  <c:v>5.1417617334047927</c:v>
                </c:pt>
                <c:pt idx="22546">
                  <c:v>5.142014393997397</c:v>
                </c:pt>
                <c:pt idx="22547">
                  <c:v>5.1428020442538855</c:v>
                </c:pt>
                <c:pt idx="22548">
                  <c:v>5.1442993453793733</c:v>
                </c:pt>
                <c:pt idx="22549">
                  <c:v>5.1456693591608609</c:v>
                </c:pt>
                <c:pt idx="22550">
                  <c:v>5.1444309394380214</c:v>
                </c:pt>
                <c:pt idx="22551">
                  <c:v>5.1416267896791972</c:v>
                </c:pt>
                <c:pt idx="22552">
                  <c:v>5.1437366013322103</c:v>
                </c:pt>
                <c:pt idx="22553">
                  <c:v>5.147090096470408</c:v>
                </c:pt>
                <c:pt idx="22554">
                  <c:v>5.1450769466350206</c:v>
                </c:pt>
                <c:pt idx="22555">
                  <c:v>5.1400921636934385</c:v>
                </c:pt>
                <c:pt idx="22556">
                  <c:v>5.1369578324783705</c:v>
                </c:pt>
                <c:pt idx="22557">
                  <c:v>5.1388154620626292</c:v>
                </c:pt>
                <c:pt idx="22558">
                  <c:v>5.142815442921675</c:v>
                </c:pt>
                <c:pt idx="22559">
                  <c:v>5.1417421139269583</c:v>
                </c:pt>
                <c:pt idx="22560">
                  <c:v>5.1390183561748719</c:v>
                </c:pt>
                <c:pt idx="22561">
                  <c:v>5.1382321414899321</c:v>
                </c:pt>
                <c:pt idx="22562">
                  <c:v>5.1391040119439548</c:v>
                </c:pt>
                <c:pt idx="22563">
                  <c:v>5.1410415550111015</c:v>
                </c:pt>
                <c:pt idx="22564">
                  <c:v>5.1414861036674067</c:v>
                </c:pt>
                <c:pt idx="22565">
                  <c:v>5.1401031697419803</c:v>
                </c:pt>
                <c:pt idx="22566">
                  <c:v>5.141653587014777</c:v>
                </c:pt>
                <c:pt idx="22567">
                  <c:v>5.140874071663732</c:v>
                </c:pt>
                <c:pt idx="22568">
                  <c:v>5.1406721345991881</c:v>
                </c:pt>
                <c:pt idx="22569">
                  <c:v>5.1392308207641069</c:v>
                </c:pt>
                <c:pt idx="22570">
                  <c:v>5.1361888446520174</c:v>
                </c:pt>
                <c:pt idx="22571">
                  <c:v>5.1369961143863412</c:v>
                </c:pt>
                <c:pt idx="22572">
                  <c:v>5.1380062782329068</c:v>
                </c:pt>
                <c:pt idx="22573">
                  <c:v>5.1371621621621619</c:v>
                </c:pt>
                <c:pt idx="22574">
                  <c:v>5.1356768241329149</c:v>
                </c:pt>
                <c:pt idx="22575">
                  <c:v>5.1367496746037826</c:v>
                </c:pt>
                <c:pt idx="22576">
                  <c:v>5.1433054513436947</c:v>
                </c:pt>
                <c:pt idx="22577">
                  <c:v>5.1483337799555926</c:v>
                </c:pt>
                <c:pt idx="22578">
                  <c:v>5.1525668019294084</c:v>
                </c:pt>
                <c:pt idx="22579">
                  <c:v>5.1517279496210087</c:v>
                </c:pt>
                <c:pt idx="22580">
                  <c:v>5.1508900543603096</c:v>
                </c:pt>
                <c:pt idx="22581">
                  <c:v>5.1508206684021127</c:v>
                </c:pt>
                <c:pt idx="22582">
                  <c:v>5.1497923206492615</c:v>
                </c:pt>
                <c:pt idx="22583">
                  <c:v>5.1492678585100684</c:v>
                </c:pt>
                <c:pt idx="22584">
                  <c:v>5.1455162315289797</c:v>
                </c:pt>
                <c:pt idx="22585">
                  <c:v>5.1435906515580738</c:v>
                </c:pt>
                <c:pt idx="22586">
                  <c:v>5.1433485184901615</c:v>
                </c:pt>
                <c:pt idx="22587">
                  <c:v>5.1450109103437711</c:v>
                </c:pt>
                <c:pt idx="22588">
                  <c:v>5.1418622234132147</c:v>
                </c:pt>
                <c:pt idx="22589">
                  <c:v>5.1433068869152434</c:v>
                </c:pt>
                <c:pt idx="22590">
                  <c:v>5.1478576487252123</c:v>
                </c:pt>
                <c:pt idx="22591">
                  <c:v>5.1500971403414741</c:v>
                </c:pt>
                <c:pt idx="22592">
                  <c:v>5.1515040004593828</c:v>
                </c:pt>
                <c:pt idx="22593">
                  <c:v>5.1497798790291709</c:v>
                </c:pt>
                <c:pt idx="22594">
                  <c:v>5.1465871679044479</c:v>
                </c:pt>
                <c:pt idx="22595">
                  <c:v>5.1445735395452106</c:v>
                </c:pt>
                <c:pt idx="22596">
                  <c:v>5.1443562897174795</c:v>
                </c:pt>
                <c:pt idx="22597">
                  <c:v>5.1463014891662198</c:v>
                </c:pt>
                <c:pt idx="22598">
                  <c:v>5.1486385996478061</c:v>
                </c:pt>
                <c:pt idx="22599">
                  <c:v>5.150595762192788</c:v>
                </c:pt>
                <c:pt idx="22600">
                  <c:v>5.1532214225557</c:v>
                </c:pt>
                <c:pt idx="22601">
                  <c:v>5.1514671541229617</c:v>
                </c:pt>
                <c:pt idx="22602">
                  <c:v>5.1473939591149218</c:v>
                </c:pt>
                <c:pt idx="22603">
                  <c:v>5.1450506278232906</c:v>
                </c:pt>
                <c:pt idx="22604">
                  <c:v>5.1436002220350661</c:v>
                </c:pt>
                <c:pt idx="22605">
                  <c:v>5.1423201707373094</c:v>
                </c:pt>
                <c:pt idx="22606">
                  <c:v>5.1402960148533801</c:v>
                </c:pt>
                <c:pt idx="22607">
                  <c:v>5.1425584756144245</c:v>
                </c:pt>
                <c:pt idx="22608">
                  <c:v>5.1512958425847941</c:v>
                </c:pt>
                <c:pt idx="22609">
                  <c:v>5.154818256641911</c:v>
                </c:pt>
                <c:pt idx="22610">
                  <c:v>5.1509111094096927</c:v>
                </c:pt>
                <c:pt idx="22611">
                  <c:v>5.1498961603246309</c:v>
                </c:pt>
                <c:pt idx="22612">
                  <c:v>5.151258996248373</c:v>
                </c:pt>
                <c:pt idx="22613">
                  <c:v>5.1506847676288183</c:v>
                </c:pt>
                <c:pt idx="22614">
                  <c:v>5.1490285965852536</c:v>
                </c:pt>
                <c:pt idx="22615">
                  <c:v>5.1440864022662893</c:v>
                </c:pt>
                <c:pt idx="22616">
                  <c:v>5.142232122348978</c:v>
                </c:pt>
                <c:pt idx="22617">
                  <c:v>5.1447553786080702</c:v>
                </c:pt>
                <c:pt idx="22618">
                  <c:v>5.1460162889518415</c:v>
                </c:pt>
                <c:pt idx="22619">
                  <c:v>5.1487189916545439</c:v>
                </c:pt>
                <c:pt idx="22620">
                  <c:v>5.1523840058188499</c:v>
                </c:pt>
                <c:pt idx="22621">
                  <c:v>5.1524423857285049</c:v>
                </c:pt>
                <c:pt idx="22622">
                  <c:v>5.1469345762192784</c:v>
                </c:pt>
                <c:pt idx="22623">
                  <c:v>5.1440907089809356</c:v>
                </c:pt>
                <c:pt idx="22624">
                  <c:v>5.1416057346298141</c:v>
                </c:pt>
                <c:pt idx="22625">
                  <c:v>5.140486945869382</c:v>
                </c:pt>
                <c:pt idx="22626">
                  <c:v>5.1432939667713038</c:v>
                </c:pt>
                <c:pt idx="22627">
                  <c:v>5.1411329530663812</c:v>
                </c:pt>
                <c:pt idx="22628">
                  <c:v>5.1393672000612511</c:v>
                </c:pt>
                <c:pt idx="22629">
                  <c:v>5.145727739070515</c:v>
                </c:pt>
                <c:pt idx="22630">
                  <c:v>5.1504455057040044</c:v>
                </c:pt>
                <c:pt idx="22631">
                  <c:v>5.1484390552025117</c:v>
                </c:pt>
                <c:pt idx="22632">
                  <c:v>5.1439122195850242</c:v>
                </c:pt>
                <c:pt idx="22633">
                  <c:v>5.1440342431666792</c:v>
                </c:pt>
                <c:pt idx="22634">
                  <c:v>5.1435662468417425</c:v>
                </c:pt>
                <c:pt idx="22635">
                  <c:v>5.1433155003445368</c:v>
                </c:pt>
                <c:pt idx="22636">
                  <c:v>5.1442869037592835</c:v>
                </c:pt>
                <c:pt idx="22637">
                  <c:v>5.1446898208406706</c:v>
                </c:pt>
                <c:pt idx="22638">
                  <c:v>5.1461005091493757</c:v>
                </c:pt>
                <c:pt idx="22639">
                  <c:v>5.1437839751933234</c:v>
                </c:pt>
                <c:pt idx="22640">
                  <c:v>5.1385249980859049</c:v>
                </c:pt>
                <c:pt idx="22641">
                  <c:v>5.135236582191256</c:v>
                </c:pt>
                <c:pt idx="22642">
                  <c:v>5.1318567682413292</c:v>
                </c:pt>
                <c:pt idx="22643">
                  <c:v>5.1334512097082916</c:v>
                </c:pt>
                <c:pt idx="22644">
                  <c:v>5.1391911032845874</c:v>
                </c:pt>
                <c:pt idx="22645">
                  <c:v>5.140158199984687</c:v>
                </c:pt>
                <c:pt idx="22646">
                  <c:v>5.1409018260470098</c:v>
                </c:pt>
                <c:pt idx="22647">
                  <c:v>5.1424086976494907</c:v>
                </c:pt>
                <c:pt idx="22648">
                  <c:v>5.1408678508536862</c:v>
                </c:pt>
                <c:pt idx="22649">
                  <c:v>5.1355524079320114</c:v>
                </c:pt>
                <c:pt idx="22650">
                  <c:v>5.1351207794196458</c:v>
                </c:pt>
                <c:pt idx="22651">
                  <c:v>5.1402041382742514</c:v>
                </c:pt>
                <c:pt idx="22652">
                  <c:v>5.1395543028864559</c:v>
                </c:pt>
                <c:pt idx="22653">
                  <c:v>5.1376043181992195</c:v>
                </c:pt>
                <c:pt idx="22654">
                  <c:v>5.1378292244085442</c:v>
                </c:pt>
                <c:pt idx="22655">
                  <c:v>5.1394341934001995</c:v>
                </c:pt>
                <c:pt idx="22656">
                  <c:v>5.1365788415894649</c:v>
                </c:pt>
                <c:pt idx="22657">
                  <c:v>5.1345594709440316</c:v>
                </c:pt>
                <c:pt idx="22658">
                  <c:v>5.1336196501033609</c:v>
                </c:pt>
                <c:pt idx="22659">
                  <c:v>5.1345738266595209</c:v>
                </c:pt>
                <c:pt idx="22660">
                  <c:v>5.1379579473240948</c:v>
                </c:pt>
                <c:pt idx="22661">
                  <c:v>5.1385259551336038</c:v>
                </c:pt>
                <c:pt idx="22662">
                  <c:v>5.1387341130081925</c:v>
                </c:pt>
                <c:pt idx="22663">
                  <c:v>5.1405036942041189</c:v>
                </c:pt>
                <c:pt idx="22664">
                  <c:v>5.1435451917923594</c:v>
                </c:pt>
                <c:pt idx="22665">
                  <c:v>5.1453726743740908</c:v>
                </c:pt>
                <c:pt idx="22666">
                  <c:v>5.1423598882168289</c:v>
                </c:pt>
                <c:pt idx="22667">
                  <c:v>5.1411138121123958</c:v>
                </c:pt>
                <c:pt idx="22668">
                  <c:v>5.1459086210856748</c:v>
                </c:pt>
                <c:pt idx="22669">
                  <c:v>5.1482734859505399</c:v>
                </c:pt>
                <c:pt idx="22670">
                  <c:v>5.1479232064926119</c:v>
                </c:pt>
                <c:pt idx="22671">
                  <c:v>5.1462306676364751</c:v>
                </c:pt>
                <c:pt idx="22672">
                  <c:v>5.141733500497665</c:v>
                </c:pt>
                <c:pt idx="22673">
                  <c:v>5.1407836306561521</c:v>
                </c:pt>
                <c:pt idx="22674">
                  <c:v>5.14488410152362</c:v>
                </c:pt>
                <c:pt idx="22675">
                  <c:v>5.148194050991501</c:v>
                </c:pt>
                <c:pt idx="22676">
                  <c:v>5.1489037018605011</c:v>
                </c:pt>
                <c:pt idx="22677">
                  <c:v>5.1485328458770381</c:v>
                </c:pt>
                <c:pt idx="22678">
                  <c:v>5.150564179618712</c:v>
                </c:pt>
                <c:pt idx="22679">
                  <c:v>5.1531721345991883</c:v>
                </c:pt>
                <c:pt idx="22680">
                  <c:v>5.1528807135747643</c:v>
                </c:pt>
                <c:pt idx="22681">
                  <c:v>5.151970082688921</c:v>
                </c:pt>
                <c:pt idx="22682">
                  <c:v>5.1515566380828419</c:v>
                </c:pt>
                <c:pt idx="22683">
                  <c:v>5.1482538664727047</c:v>
                </c:pt>
                <c:pt idx="22684">
                  <c:v>5.1450558915856366</c:v>
                </c:pt>
                <c:pt idx="22685">
                  <c:v>5.1458689036061553</c:v>
                </c:pt>
                <c:pt idx="22686">
                  <c:v>5.1488678125717788</c:v>
                </c:pt>
                <c:pt idx="22687">
                  <c:v>5.1521815902304571</c:v>
                </c:pt>
                <c:pt idx="22688">
                  <c:v>5.1503746841742588</c:v>
                </c:pt>
                <c:pt idx="22689">
                  <c:v>5.1510695008039198</c:v>
                </c:pt>
                <c:pt idx="22690">
                  <c:v>5.1558394265370184</c:v>
                </c:pt>
                <c:pt idx="22691">
                  <c:v>5.1587914401653778</c:v>
                </c:pt>
                <c:pt idx="22692">
                  <c:v>5.1550579970905748</c:v>
                </c:pt>
                <c:pt idx="22693">
                  <c:v>5.1521648418957202</c:v>
                </c:pt>
                <c:pt idx="22694">
                  <c:v>5.1519504632110866</c:v>
                </c:pt>
                <c:pt idx="22695">
                  <c:v>5.1477877842431665</c:v>
                </c:pt>
                <c:pt idx="22696">
                  <c:v>5.1437466503330525</c:v>
                </c:pt>
                <c:pt idx="22697">
                  <c:v>5.1426034568562899</c:v>
                </c:pt>
                <c:pt idx="22698">
                  <c:v>5.1419560140877421</c:v>
                </c:pt>
                <c:pt idx="22699">
                  <c:v>5.1424728198453407</c:v>
                </c:pt>
                <c:pt idx="22700">
                  <c:v>5.1457234323558687</c:v>
                </c:pt>
                <c:pt idx="22701">
                  <c:v>5.1452630924125256</c:v>
                </c:pt>
                <c:pt idx="22702">
                  <c:v>5.1414358586631961</c:v>
                </c:pt>
                <c:pt idx="22703">
                  <c:v>5.1374574113773832</c:v>
                </c:pt>
                <c:pt idx="22704">
                  <c:v>5.1354571816859353</c:v>
                </c:pt>
                <c:pt idx="22705">
                  <c:v>5.1359400122502104</c:v>
                </c:pt>
                <c:pt idx="22706">
                  <c:v>5.1397055164229384</c:v>
                </c:pt>
                <c:pt idx="22707">
                  <c:v>5.1476231720388945</c:v>
                </c:pt>
                <c:pt idx="22708">
                  <c:v>5.1510671081846722</c:v>
                </c:pt>
                <c:pt idx="22709">
                  <c:v>5.1470848327080621</c:v>
                </c:pt>
                <c:pt idx="22710">
                  <c:v>5.144119898935763</c:v>
                </c:pt>
                <c:pt idx="22711">
                  <c:v>5.1462737347829419</c:v>
                </c:pt>
                <c:pt idx="22712">
                  <c:v>5.1503005129775667</c:v>
                </c:pt>
                <c:pt idx="22713">
                  <c:v>5.1550900581884997</c:v>
                </c:pt>
                <c:pt idx="22714">
                  <c:v>5.1595173608452649</c:v>
                </c:pt>
                <c:pt idx="22715">
                  <c:v>5.1584330258020064</c:v>
                </c:pt>
                <c:pt idx="22716">
                  <c:v>5.1568227930480051</c:v>
                </c:pt>
                <c:pt idx="22717">
                  <c:v>5.1608983806752926</c:v>
                </c:pt>
                <c:pt idx="22718">
                  <c:v>5.1630665722379607</c:v>
                </c:pt>
                <c:pt idx="22719">
                  <c:v>5.1576793507388405</c:v>
                </c:pt>
                <c:pt idx="22720">
                  <c:v>5.1554714416966538</c:v>
                </c:pt>
                <c:pt idx="22721">
                  <c:v>5.1577463440777889</c:v>
                </c:pt>
                <c:pt idx="22722">
                  <c:v>5.1617817357017071</c:v>
                </c:pt>
                <c:pt idx="22723">
                  <c:v>5.1603935380139347</c:v>
                </c:pt>
                <c:pt idx="22724">
                  <c:v>5.1582076410688309</c:v>
                </c:pt>
                <c:pt idx="22725">
                  <c:v>5.1608524423857283</c:v>
                </c:pt>
                <c:pt idx="22726">
                  <c:v>5.165409903529592</c:v>
                </c:pt>
                <c:pt idx="22727">
                  <c:v>5.1693696883852693</c:v>
                </c:pt>
                <c:pt idx="22728">
                  <c:v>5.1727518949544447</c:v>
                </c:pt>
                <c:pt idx="22729">
                  <c:v>5.1756527065308937</c:v>
                </c:pt>
                <c:pt idx="22730">
                  <c:v>5.1730241750248833</c:v>
                </c:pt>
                <c:pt idx="22731">
                  <c:v>5.1700118673914703</c:v>
                </c:pt>
                <c:pt idx="22732">
                  <c:v>5.1695008039200676</c:v>
                </c:pt>
                <c:pt idx="22733">
                  <c:v>5.1735357170201359</c:v>
                </c:pt>
                <c:pt idx="22734">
                  <c:v>5.1752612740218975</c:v>
                </c:pt>
                <c:pt idx="22735">
                  <c:v>5.1694232830564273</c:v>
                </c:pt>
                <c:pt idx="22736">
                  <c:v>5.1630172842814481</c:v>
                </c:pt>
                <c:pt idx="22737">
                  <c:v>5.1656281104050228</c:v>
                </c:pt>
                <c:pt idx="22738">
                  <c:v>5.172310217441237</c:v>
                </c:pt>
                <c:pt idx="22739">
                  <c:v>5.181422268585866</c:v>
                </c:pt>
                <c:pt idx="22740">
                  <c:v>5.1880297259015391</c:v>
                </c:pt>
                <c:pt idx="22741">
                  <c:v>5.1871243587780418</c:v>
                </c:pt>
                <c:pt idx="22742">
                  <c:v>5.1913961411836764</c:v>
                </c:pt>
                <c:pt idx="22743">
                  <c:v>5.1942103399433428</c:v>
                </c:pt>
                <c:pt idx="22744">
                  <c:v>5.1948180652323712</c:v>
                </c:pt>
                <c:pt idx="22745">
                  <c:v>5.1918727509379066</c:v>
                </c:pt>
                <c:pt idx="22746">
                  <c:v>5.1943562897174793</c:v>
                </c:pt>
                <c:pt idx="22747">
                  <c:v>5.2017796301967687</c:v>
                </c:pt>
                <c:pt idx="22748">
                  <c:v>5.2075712043488247</c:v>
                </c:pt>
                <c:pt idx="22749">
                  <c:v>5.2082583645968912</c:v>
                </c:pt>
                <c:pt idx="22750">
                  <c:v>5.20729366051604</c:v>
                </c:pt>
                <c:pt idx="22751">
                  <c:v>5.2067347446596735</c:v>
                </c:pt>
                <c:pt idx="22752">
                  <c:v>5.2045560255723142</c:v>
                </c:pt>
                <c:pt idx="22753">
                  <c:v>5.2037324860271035</c:v>
                </c:pt>
                <c:pt idx="22754">
                  <c:v>5.2017509187657911</c:v>
                </c:pt>
                <c:pt idx="22755">
                  <c:v>5.2014805527907511</c:v>
                </c:pt>
                <c:pt idx="22756">
                  <c:v>5.207171636934385</c:v>
                </c:pt>
                <c:pt idx="22757">
                  <c:v>5.214666277467269</c:v>
                </c:pt>
                <c:pt idx="22758">
                  <c:v>5.220330564275323</c:v>
                </c:pt>
                <c:pt idx="22759">
                  <c:v>5.2239927072965315</c:v>
                </c:pt>
                <c:pt idx="22760">
                  <c:v>5.2265934844192632</c:v>
                </c:pt>
                <c:pt idx="22761">
                  <c:v>5.2316849781793122</c:v>
                </c:pt>
                <c:pt idx="22762">
                  <c:v>5.2350930250363676</c:v>
                </c:pt>
                <c:pt idx="22763">
                  <c:v>5.2371267513972892</c:v>
                </c:pt>
                <c:pt idx="22764">
                  <c:v>5.2342532156802699</c:v>
                </c:pt>
                <c:pt idx="22765">
                  <c:v>5.2302503636781257</c:v>
                </c:pt>
                <c:pt idx="22766">
                  <c:v>5.2344805145088431</c:v>
                </c:pt>
                <c:pt idx="22767">
                  <c:v>5.2405367123497433</c:v>
                </c:pt>
                <c:pt idx="22768">
                  <c:v>5.242372808360769</c:v>
                </c:pt>
                <c:pt idx="22769">
                  <c:v>5.2428599456396903</c:v>
                </c:pt>
                <c:pt idx="22770">
                  <c:v>5.2458339713651325</c:v>
                </c:pt>
                <c:pt idx="22771">
                  <c:v>5.2506541421024426</c:v>
                </c:pt>
                <c:pt idx="22772">
                  <c:v>5.2505919340019904</c:v>
                </c:pt>
                <c:pt idx="22773">
                  <c:v>5.2511197458081309</c:v>
                </c:pt>
                <c:pt idx="22774">
                  <c:v>5.2564045632034304</c:v>
                </c:pt>
                <c:pt idx="22775">
                  <c:v>5.2623339522241785</c:v>
                </c:pt>
                <c:pt idx="22776">
                  <c:v>5.2704133489013092</c:v>
                </c:pt>
                <c:pt idx="22777">
                  <c:v>5.2798819003139119</c:v>
                </c:pt>
                <c:pt idx="22778">
                  <c:v>5.2807217096700096</c:v>
                </c:pt>
                <c:pt idx="22779">
                  <c:v>5.2792483347370034</c:v>
                </c:pt>
                <c:pt idx="22780">
                  <c:v>5.282072103973662</c:v>
                </c:pt>
                <c:pt idx="22781">
                  <c:v>5.2832894686471175</c:v>
                </c:pt>
                <c:pt idx="22782">
                  <c:v>5.2855691562667486</c:v>
                </c:pt>
                <c:pt idx="22783">
                  <c:v>5.293008766556925</c:v>
                </c:pt>
                <c:pt idx="22784">
                  <c:v>5.2974844001225021</c:v>
                </c:pt>
                <c:pt idx="22785">
                  <c:v>5.2978514279151669</c:v>
                </c:pt>
                <c:pt idx="22786">
                  <c:v>5.3016025763724066</c:v>
                </c:pt>
                <c:pt idx="22787">
                  <c:v>5.3097518375315822</c:v>
                </c:pt>
                <c:pt idx="22788">
                  <c:v>5.3180044598422782</c:v>
                </c:pt>
                <c:pt idx="22789">
                  <c:v>5.3191175063165144</c:v>
                </c:pt>
                <c:pt idx="22790">
                  <c:v>5.319623306025572</c:v>
                </c:pt>
                <c:pt idx="22791">
                  <c:v>5.323293583952224</c:v>
                </c:pt>
                <c:pt idx="22792">
                  <c:v>5.3278773639078167</c:v>
                </c:pt>
                <c:pt idx="22793">
                  <c:v>5.3311734361840593</c:v>
                </c:pt>
                <c:pt idx="22794">
                  <c:v>5.3275132072582494</c:v>
                </c:pt>
                <c:pt idx="22795">
                  <c:v>5.3259546550800092</c:v>
                </c:pt>
                <c:pt idx="22796">
                  <c:v>5.328554475155042</c:v>
                </c:pt>
                <c:pt idx="22797">
                  <c:v>5.3350781907970291</c:v>
                </c:pt>
                <c:pt idx="22798">
                  <c:v>5.3418713153663582</c:v>
                </c:pt>
                <c:pt idx="22799">
                  <c:v>5.3412640686011787</c:v>
                </c:pt>
                <c:pt idx="22800">
                  <c:v>5.3404797680116376</c:v>
                </c:pt>
                <c:pt idx="22801">
                  <c:v>5.3383972322180533</c:v>
                </c:pt>
                <c:pt idx="22802">
                  <c:v>5.3371717326391543</c:v>
                </c:pt>
                <c:pt idx="22803">
                  <c:v>5.340832918612664</c:v>
                </c:pt>
                <c:pt idx="22804">
                  <c:v>5.3477059566648801</c:v>
                </c:pt>
                <c:pt idx="22805">
                  <c:v>5.354622540387413</c:v>
                </c:pt>
                <c:pt idx="22806">
                  <c:v>5.3569084488170891</c:v>
                </c:pt>
                <c:pt idx="22807">
                  <c:v>5.3570491348288796</c:v>
                </c:pt>
                <c:pt idx="22808">
                  <c:v>5.3571060791669858</c:v>
                </c:pt>
                <c:pt idx="22809">
                  <c:v>5.3613261809968611</c:v>
                </c:pt>
                <c:pt idx="22810">
                  <c:v>5.3694974542531195</c:v>
                </c:pt>
                <c:pt idx="22811">
                  <c:v>5.3738907817165611</c:v>
                </c:pt>
                <c:pt idx="22812">
                  <c:v>5.3732950195237734</c:v>
                </c:pt>
                <c:pt idx="22813">
                  <c:v>5.3755995903835849</c:v>
                </c:pt>
                <c:pt idx="22814">
                  <c:v>5.3815811385039432</c:v>
                </c:pt>
                <c:pt idx="22815">
                  <c:v>5.3877574458311006</c:v>
                </c:pt>
                <c:pt idx="22816">
                  <c:v>5.3919976456626602</c:v>
                </c:pt>
                <c:pt idx="22817">
                  <c:v>5.392141681341398</c:v>
                </c:pt>
                <c:pt idx="22818">
                  <c:v>5.3934633642140728</c:v>
                </c:pt>
                <c:pt idx="22819">
                  <c:v>5.3948391202817545</c:v>
                </c:pt>
                <c:pt idx="22820">
                  <c:v>5.3936251052752464</c:v>
                </c:pt>
                <c:pt idx="22821">
                  <c:v>5.3914439935686396</c:v>
                </c:pt>
                <c:pt idx="22822">
                  <c:v>5.3918043220274097</c:v>
                </c:pt>
                <c:pt idx="22823">
                  <c:v>5.3944031850547427</c:v>
                </c:pt>
                <c:pt idx="22824">
                  <c:v>5.3942179963249366</c:v>
                </c:pt>
                <c:pt idx="22825">
                  <c:v>5.3920727739070511</c:v>
                </c:pt>
                <c:pt idx="22826">
                  <c:v>5.3960483500497665</c:v>
                </c:pt>
                <c:pt idx="22827">
                  <c:v>5.4020499961718089</c:v>
                </c:pt>
                <c:pt idx="22828">
                  <c:v>5.4042564696424469</c:v>
                </c:pt>
                <c:pt idx="22829">
                  <c:v>5.405873401730342</c:v>
                </c:pt>
                <c:pt idx="22830">
                  <c:v>5.41465144322793</c:v>
                </c:pt>
                <c:pt idx="22831">
                  <c:v>5.421111036674068</c:v>
                </c:pt>
                <c:pt idx="22832">
                  <c:v>5.4231854375622079</c:v>
                </c:pt>
                <c:pt idx="22833">
                  <c:v>5.4223150026797331</c:v>
                </c:pt>
                <c:pt idx="22834">
                  <c:v>5.4175804877115077</c:v>
                </c:pt>
                <c:pt idx="22835">
                  <c:v>5.4159850891968455</c:v>
                </c:pt>
                <c:pt idx="22836">
                  <c:v>5.4188169933389476</c:v>
                </c:pt>
                <c:pt idx="22837">
                  <c:v>5.4229734514968229</c:v>
                </c:pt>
                <c:pt idx="22838">
                  <c:v>5.4276634637470327</c:v>
                </c:pt>
                <c:pt idx="22839">
                  <c:v>5.4352528520021437</c:v>
                </c:pt>
                <c:pt idx="22840">
                  <c:v>5.441679427302657</c:v>
                </c:pt>
                <c:pt idx="22841">
                  <c:v>5.4407807595130544</c:v>
                </c:pt>
                <c:pt idx="22842">
                  <c:v>5.4368999310925652</c:v>
                </c:pt>
                <c:pt idx="22843">
                  <c:v>5.4367405826506392</c:v>
                </c:pt>
                <c:pt idx="22844">
                  <c:v>5.436147691600949</c:v>
                </c:pt>
                <c:pt idx="22845">
                  <c:v>5.4319716139652403</c:v>
                </c:pt>
                <c:pt idx="22846">
                  <c:v>5.4286602289258097</c:v>
                </c:pt>
                <c:pt idx="22847">
                  <c:v>5.4266777046167984</c:v>
                </c:pt>
                <c:pt idx="22848">
                  <c:v>5.4247731796952756</c:v>
                </c:pt>
                <c:pt idx="22849">
                  <c:v>5.42427790751091</c:v>
                </c:pt>
                <c:pt idx="22850">
                  <c:v>5.4320673187351654</c:v>
                </c:pt>
                <c:pt idx="22851">
                  <c:v>5.4383283247837069</c:v>
                </c:pt>
                <c:pt idx="22852">
                  <c:v>5.4385049000842205</c:v>
                </c:pt>
                <c:pt idx="22853">
                  <c:v>5.4387341130081923</c:v>
                </c:pt>
                <c:pt idx="22854">
                  <c:v>5.4380010144705615</c:v>
                </c:pt>
                <c:pt idx="22855">
                  <c:v>5.4389776816476534</c:v>
                </c:pt>
                <c:pt idx="22856">
                  <c:v>5.433818716024807</c:v>
                </c:pt>
                <c:pt idx="22857">
                  <c:v>5.433533037286578</c:v>
                </c:pt>
                <c:pt idx="22858">
                  <c:v>5.4389049460225101</c:v>
                </c:pt>
                <c:pt idx="22859">
                  <c:v>5.437611496056963</c:v>
                </c:pt>
                <c:pt idx="22860">
                  <c:v>5.4304221537401425</c:v>
                </c:pt>
                <c:pt idx="22861">
                  <c:v>5.4267724523390246</c:v>
                </c:pt>
                <c:pt idx="22862">
                  <c:v>5.4232203698032313</c:v>
                </c:pt>
                <c:pt idx="22863">
                  <c:v>5.42079856060026</c:v>
                </c:pt>
                <c:pt idx="22864">
                  <c:v>5.4205683906285884</c:v>
                </c:pt>
                <c:pt idx="22865">
                  <c:v>5.4198960646198611</c:v>
                </c:pt>
                <c:pt idx="22866">
                  <c:v>5.4188949927264378</c:v>
                </c:pt>
                <c:pt idx="22867">
                  <c:v>5.4196429255034069</c:v>
                </c:pt>
                <c:pt idx="22868">
                  <c:v>5.4218039392083304</c:v>
                </c:pt>
                <c:pt idx="22869">
                  <c:v>5.4250684289104969</c:v>
                </c:pt>
                <c:pt idx="22870">
                  <c:v>5.424420986141949</c:v>
                </c:pt>
                <c:pt idx="22871">
                  <c:v>5.4222972972972974</c:v>
                </c:pt>
                <c:pt idx="22872">
                  <c:v>5.4231878301814564</c:v>
                </c:pt>
                <c:pt idx="22873">
                  <c:v>5.4213440777888371</c:v>
                </c:pt>
                <c:pt idx="22874">
                  <c:v>5.4161511369726663</c:v>
                </c:pt>
                <c:pt idx="22875">
                  <c:v>5.410710799326238</c:v>
                </c:pt>
                <c:pt idx="22876">
                  <c:v>5.4103184097695429</c:v>
                </c:pt>
                <c:pt idx="22877">
                  <c:v>5.4148414171962331</c:v>
                </c:pt>
                <c:pt idx="22878">
                  <c:v>5.416560753387949</c:v>
                </c:pt>
                <c:pt idx="22879">
                  <c:v>5.4151414516499505</c:v>
                </c:pt>
                <c:pt idx="22880">
                  <c:v>5.4136173531888829</c:v>
                </c:pt>
                <c:pt idx="22881">
                  <c:v>5.4139145164995019</c:v>
                </c:pt>
                <c:pt idx="22882">
                  <c:v>5.4127330411147687</c:v>
                </c:pt>
                <c:pt idx="22883">
                  <c:v>5.4112888561365899</c:v>
                </c:pt>
                <c:pt idx="22884">
                  <c:v>5.4131991233443078</c:v>
                </c:pt>
                <c:pt idx="22885">
                  <c:v>5.4154496210091114</c:v>
                </c:pt>
                <c:pt idx="22886">
                  <c:v>5.4161410879718241</c:v>
                </c:pt>
                <c:pt idx="22887">
                  <c:v>5.4160214570094176</c:v>
                </c:pt>
                <c:pt idx="22888">
                  <c:v>5.4174756909884385</c:v>
                </c:pt>
                <c:pt idx="22889">
                  <c:v>5.4204248334737004</c:v>
                </c:pt>
                <c:pt idx="22890">
                  <c:v>5.4200712043488251</c:v>
                </c:pt>
                <c:pt idx="22891">
                  <c:v>5.4169966886149608</c:v>
                </c:pt>
                <c:pt idx="22892">
                  <c:v>5.4132283132991343</c:v>
                </c:pt>
                <c:pt idx="22893">
                  <c:v>5.4089383469872141</c:v>
                </c:pt>
                <c:pt idx="22894">
                  <c:v>5.4071620664573921</c:v>
                </c:pt>
                <c:pt idx="22895">
                  <c:v>5.408180365209402</c:v>
                </c:pt>
                <c:pt idx="22896">
                  <c:v>5.4078678891355949</c:v>
                </c:pt>
                <c:pt idx="22897">
                  <c:v>5.4071371832172117</c:v>
                </c:pt>
                <c:pt idx="22898">
                  <c:v>5.4082956894571623</c:v>
                </c:pt>
                <c:pt idx="22899">
                  <c:v>5.4063323061021364</c:v>
                </c:pt>
                <c:pt idx="22900">
                  <c:v>5.4023438098154815</c:v>
                </c:pt>
                <c:pt idx="22901">
                  <c:v>5.4008536865477375</c:v>
                </c:pt>
                <c:pt idx="22902">
                  <c:v>5.4028912410994563</c:v>
                </c:pt>
                <c:pt idx="22903">
                  <c:v>5.4005780568103514</c:v>
                </c:pt>
                <c:pt idx="22904">
                  <c:v>5.3973374933006664</c:v>
                </c:pt>
                <c:pt idx="22905">
                  <c:v>5.394518030778654</c:v>
                </c:pt>
                <c:pt idx="22906">
                  <c:v>5.3931188270423398</c:v>
                </c:pt>
                <c:pt idx="22907">
                  <c:v>5.3926493951458543</c:v>
                </c:pt>
                <c:pt idx="22908">
                  <c:v>5.3908329186126638</c:v>
                </c:pt>
                <c:pt idx="22909">
                  <c:v>5.3903677934308245</c:v>
                </c:pt>
                <c:pt idx="22910">
                  <c:v>5.3884211584105355</c:v>
                </c:pt>
                <c:pt idx="22911">
                  <c:v>5.3890571166066916</c:v>
                </c:pt>
                <c:pt idx="22912">
                  <c:v>5.3878043411683638</c:v>
                </c:pt>
                <c:pt idx="22913">
                  <c:v>5.3875708215297449</c:v>
                </c:pt>
                <c:pt idx="22914">
                  <c:v>5.3896327807977951</c:v>
                </c:pt>
                <c:pt idx="22915">
                  <c:v>5.393886857820994</c:v>
                </c:pt>
                <c:pt idx="22916">
                  <c:v>5.397355677206952</c:v>
                </c:pt>
                <c:pt idx="22917">
                  <c:v>5.4006005474312841</c:v>
                </c:pt>
                <c:pt idx="22918">
                  <c:v>5.4017982926269044</c:v>
                </c:pt>
                <c:pt idx="22919">
                  <c:v>5.399461182145318</c:v>
                </c:pt>
                <c:pt idx="22920">
                  <c:v>5.3993482505168053</c:v>
                </c:pt>
                <c:pt idx="22921">
                  <c:v>5.397774385575377</c:v>
                </c:pt>
                <c:pt idx="22922">
                  <c:v>5.397870568869152</c:v>
                </c:pt>
                <c:pt idx="22923">
                  <c:v>5.3942825970446364</c:v>
                </c:pt>
                <c:pt idx="22924">
                  <c:v>5.3918904563203434</c:v>
                </c:pt>
                <c:pt idx="22925">
                  <c:v>5.3908444031850546</c:v>
                </c:pt>
                <c:pt idx="22926">
                  <c:v>5.3867879565117525</c:v>
                </c:pt>
                <c:pt idx="22927">
                  <c:v>5.3830430288645585</c:v>
                </c:pt>
                <c:pt idx="22928">
                  <c:v>5.3868252813720234</c:v>
                </c:pt>
                <c:pt idx="22929">
                  <c:v>5.3925321568026954</c:v>
                </c:pt>
                <c:pt idx="22930">
                  <c:v>5.3959885345685628</c:v>
                </c:pt>
                <c:pt idx="22931">
                  <c:v>5.396024423857285</c:v>
                </c:pt>
                <c:pt idx="22932">
                  <c:v>5.3941495674144395</c:v>
                </c:pt>
                <c:pt idx="22933">
                  <c:v>5.390656821836</c:v>
                </c:pt>
                <c:pt idx="22934">
                  <c:v>5.3880971977643366</c:v>
                </c:pt>
                <c:pt idx="22935">
                  <c:v>5.3884580047469566</c:v>
                </c:pt>
                <c:pt idx="22936">
                  <c:v>5.3888465661128553</c:v>
                </c:pt>
                <c:pt idx="22937">
                  <c:v>5.389685896945104</c:v>
                </c:pt>
                <c:pt idx="22938">
                  <c:v>5.3890623803690376</c:v>
                </c:pt>
                <c:pt idx="22939">
                  <c:v>5.3901448013168975</c:v>
                </c:pt>
                <c:pt idx="22940">
                  <c:v>5.3919373516576066</c:v>
                </c:pt>
                <c:pt idx="22941">
                  <c:v>5.3932695620549724</c:v>
                </c:pt>
                <c:pt idx="22942">
                  <c:v>5.3917899663119213</c:v>
                </c:pt>
                <c:pt idx="22943">
                  <c:v>5.3924546359390551</c:v>
                </c:pt>
                <c:pt idx="22944">
                  <c:v>5.3951444184978179</c:v>
                </c:pt>
                <c:pt idx="22945">
                  <c:v>5.3948721384273792</c:v>
                </c:pt>
                <c:pt idx="22946">
                  <c:v>5.3912894303652097</c:v>
                </c:pt>
                <c:pt idx="22947">
                  <c:v>5.3901160898859199</c:v>
                </c:pt>
                <c:pt idx="22948">
                  <c:v>5.3922737539238952</c:v>
                </c:pt>
                <c:pt idx="22949">
                  <c:v>5.398432355868616</c:v>
                </c:pt>
                <c:pt idx="22950">
                  <c:v>5.4038090498430442</c:v>
                </c:pt>
                <c:pt idx="22951">
                  <c:v>5.4054671349820076</c:v>
                </c:pt>
                <c:pt idx="22952">
                  <c:v>5.4033491884235509</c:v>
                </c:pt>
                <c:pt idx="22953">
                  <c:v>5.4011250095704773</c:v>
                </c:pt>
                <c:pt idx="22954">
                  <c:v>5.4051058494755377</c:v>
                </c:pt>
                <c:pt idx="22955">
                  <c:v>5.401137451190567</c:v>
                </c:pt>
                <c:pt idx="22956">
                  <c:v>5.3982801852844347</c:v>
                </c:pt>
                <c:pt idx="22957">
                  <c:v>5.3966551182910951</c:v>
                </c:pt>
                <c:pt idx="22958">
                  <c:v>5.3958779955592986</c:v>
                </c:pt>
                <c:pt idx="22959">
                  <c:v>5.3937590919531431</c:v>
                </c:pt>
                <c:pt idx="22960">
                  <c:v>5.3893069060561976</c:v>
                </c:pt>
                <c:pt idx="22961">
                  <c:v>5.3896313452262463</c:v>
                </c:pt>
                <c:pt idx="22962">
                  <c:v>5.3932226667177092</c:v>
                </c:pt>
                <c:pt idx="22963">
                  <c:v>5.3971226360921829</c:v>
                </c:pt>
                <c:pt idx="22964">
                  <c:v>5.4011312303805221</c:v>
                </c:pt>
                <c:pt idx="22965">
                  <c:v>5.4021605351810731</c:v>
                </c:pt>
                <c:pt idx="22966">
                  <c:v>5.3995329607227625</c:v>
                </c:pt>
                <c:pt idx="22967">
                  <c:v>5.3986342929331599</c:v>
                </c:pt>
                <c:pt idx="22968">
                  <c:v>5.3986429063624533</c:v>
                </c:pt>
                <c:pt idx="22969">
                  <c:v>5.397011140035219</c:v>
                </c:pt>
                <c:pt idx="22970">
                  <c:v>5.3954966120511445</c:v>
                </c:pt>
                <c:pt idx="22971">
                  <c:v>5.3955564275323482</c:v>
                </c:pt>
                <c:pt idx="22972">
                  <c:v>5.394173015083072</c:v>
                </c:pt>
                <c:pt idx="22973">
                  <c:v>5.3946352691218129</c:v>
                </c:pt>
                <c:pt idx="22974">
                  <c:v>5.3948903223336648</c:v>
                </c:pt>
                <c:pt idx="22975">
                  <c:v>5.3958009532195081</c:v>
                </c:pt>
                <c:pt idx="22976">
                  <c:v>5.3985495942117758</c:v>
                </c:pt>
                <c:pt idx="22977">
                  <c:v>5.4001976303498962</c:v>
                </c:pt>
                <c:pt idx="22978">
                  <c:v>5.4002507464972052</c:v>
                </c:pt>
                <c:pt idx="22979">
                  <c:v>5.3978212809126402</c:v>
                </c:pt>
                <c:pt idx="22980">
                  <c:v>5.3954812992879564</c:v>
                </c:pt>
                <c:pt idx="22981">
                  <c:v>5.3920655960493074</c:v>
                </c:pt>
                <c:pt idx="22982">
                  <c:v>5.3915459191486104</c:v>
                </c:pt>
                <c:pt idx="22983">
                  <c:v>5.3934825051680573</c:v>
                </c:pt>
                <c:pt idx="22984">
                  <c:v>5.3944251971518256</c:v>
                </c:pt>
                <c:pt idx="22985">
                  <c:v>5.394634790597963</c:v>
                </c:pt>
                <c:pt idx="22986">
                  <c:v>5.3952798407472624</c:v>
                </c:pt>
                <c:pt idx="22987">
                  <c:v>5.3957861189801699</c:v>
                </c:pt>
                <c:pt idx="22988">
                  <c:v>5.3934207755914558</c:v>
                </c:pt>
                <c:pt idx="22989">
                  <c:v>5.3950578056810352</c:v>
                </c:pt>
                <c:pt idx="22990">
                  <c:v>5.3964713651328378</c:v>
                </c:pt>
                <c:pt idx="22991">
                  <c:v>5.3953793737079856</c:v>
                </c:pt>
                <c:pt idx="22992">
                  <c:v>5.3958009532195081</c:v>
                </c:pt>
                <c:pt idx="22993">
                  <c:v>5.398129928795651</c:v>
                </c:pt>
                <c:pt idx="22994">
                  <c:v>5.4007943495903836</c:v>
                </c:pt>
                <c:pt idx="22995">
                  <c:v>5.399927742898706</c:v>
                </c:pt>
                <c:pt idx="22996">
                  <c:v>5.3978581272490622</c:v>
                </c:pt>
                <c:pt idx="22997">
                  <c:v>5.3937610060485417</c:v>
                </c:pt>
                <c:pt idx="22998">
                  <c:v>5.3914645700941737</c:v>
                </c:pt>
                <c:pt idx="22999">
                  <c:v>5.3892092871908739</c:v>
                </c:pt>
                <c:pt idx="23000">
                  <c:v>5.3838196730725061</c:v>
                </c:pt>
                <c:pt idx="23001">
                  <c:v>5.3821989127938137</c:v>
                </c:pt>
                <c:pt idx="23002">
                  <c:v>5.38426565730036</c:v>
                </c:pt>
                <c:pt idx="23003">
                  <c:v>5.3840890819998464</c:v>
                </c:pt>
                <c:pt idx="23004">
                  <c:v>5.3862716292780028</c:v>
                </c:pt>
                <c:pt idx="23005">
                  <c:v>5.3890341474619099</c:v>
                </c:pt>
                <c:pt idx="23006">
                  <c:v>5.3928676020212851</c:v>
                </c:pt>
                <c:pt idx="23007">
                  <c:v>5.3946008154046394</c:v>
                </c:pt>
                <c:pt idx="23008">
                  <c:v>5.3940787458846948</c:v>
                </c:pt>
                <c:pt idx="23009">
                  <c:v>5.3910721805374777</c:v>
                </c:pt>
                <c:pt idx="23010">
                  <c:v>5.3897409271878107</c:v>
                </c:pt>
                <c:pt idx="23011">
                  <c:v>5.3890724293698797</c:v>
                </c:pt>
                <c:pt idx="23012">
                  <c:v>5.3900586670239647</c:v>
                </c:pt>
                <c:pt idx="23013">
                  <c:v>5.3910166717709211</c:v>
                </c:pt>
                <c:pt idx="23014">
                  <c:v>5.3915138580506854</c:v>
                </c:pt>
                <c:pt idx="23015">
                  <c:v>5.3914420794732409</c:v>
                </c:pt>
                <c:pt idx="23016">
                  <c:v>5.3906171043564814</c:v>
                </c:pt>
                <c:pt idx="23017">
                  <c:v>5.3907027601255644</c:v>
                </c:pt>
                <c:pt idx="23018">
                  <c:v>5.390418038435036</c:v>
                </c:pt>
                <c:pt idx="23019">
                  <c:v>5.3865051489166218</c:v>
                </c:pt>
                <c:pt idx="23020">
                  <c:v>5.3822807403721002</c:v>
                </c:pt>
                <c:pt idx="23021">
                  <c:v>5.3831655309700635</c:v>
                </c:pt>
                <c:pt idx="23022">
                  <c:v>5.3829267475690985</c:v>
                </c:pt>
                <c:pt idx="23023">
                  <c:v>5.3808791440165376</c:v>
                </c:pt>
                <c:pt idx="23024">
                  <c:v>5.3799177896026338</c:v>
                </c:pt>
                <c:pt idx="23025">
                  <c:v>5.3806365324247762</c:v>
                </c:pt>
                <c:pt idx="23026">
                  <c:v>5.3804384235510296</c:v>
                </c:pt>
                <c:pt idx="23027">
                  <c:v>5.3792157951152282</c:v>
                </c:pt>
                <c:pt idx="23028">
                  <c:v>5.3789760546665644</c:v>
                </c:pt>
                <c:pt idx="23029">
                  <c:v>5.3809753273103134</c:v>
                </c:pt>
                <c:pt idx="23030">
                  <c:v>5.3819582152974501</c:v>
                </c:pt>
                <c:pt idx="23031">
                  <c:v>5.3799680346068453</c:v>
                </c:pt>
                <c:pt idx="23032">
                  <c:v>5.3785516040119443</c:v>
                </c:pt>
                <c:pt idx="23033">
                  <c:v>5.3760695008039203</c:v>
                </c:pt>
                <c:pt idx="23034">
                  <c:v>5.3743094900849862</c:v>
                </c:pt>
                <c:pt idx="23035">
                  <c:v>5.3713555623612281</c:v>
                </c:pt>
                <c:pt idx="23036">
                  <c:v>5.3704956550034453</c:v>
                </c:pt>
                <c:pt idx="23037">
                  <c:v>5.3701429829262688</c:v>
                </c:pt>
                <c:pt idx="23038">
                  <c:v>5.3707976035525613</c:v>
                </c:pt>
                <c:pt idx="23039">
                  <c:v>5.3733605772911721</c:v>
                </c:pt>
                <c:pt idx="23040">
                  <c:v>5.3740884120664578</c:v>
                </c:pt>
                <c:pt idx="23041">
                  <c:v>5.373875468953373</c:v>
                </c:pt>
                <c:pt idx="23042">
                  <c:v>5.3741286080698263</c:v>
                </c:pt>
                <c:pt idx="23043">
                  <c:v>5.3688926001071895</c:v>
                </c:pt>
                <c:pt idx="23044">
                  <c:v>5.3618415511829109</c:v>
                </c:pt>
                <c:pt idx="23045">
                  <c:v>5.3576472896409157</c:v>
                </c:pt>
                <c:pt idx="23046">
                  <c:v>5.3571654161243396</c:v>
                </c:pt>
                <c:pt idx="23047">
                  <c:v>5.3608376081463902</c:v>
                </c:pt>
                <c:pt idx="23048">
                  <c:v>5.3629220580353723</c:v>
                </c:pt>
                <c:pt idx="23049">
                  <c:v>5.3624100375162698</c:v>
                </c:pt>
                <c:pt idx="23050">
                  <c:v>5.3580904027256722</c:v>
                </c:pt>
                <c:pt idx="23051">
                  <c:v>5.3550938863792972</c:v>
                </c:pt>
                <c:pt idx="23052">
                  <c:v>5.3539334660439479</c:v>
                </c:pt>
                <c:pt idx="23053">
                  <c:v>5.3560097810274865</c:v>
                </c:pt>
                <c:pt idx="23054">
                  <c:v>5.3576750440241945</c:v>
                </c:pt>
                <c:pt idx="23055">
                  <c:v>5.3581636168746654</c:v>
                </c:pt>
                <c:pt idx="23056">
                  <c:v>5.3598441926345606</c:v>
                </c:pt>
                <c:pt idx="23057">
                  <c:v>5.3575802963019674</c:v>
                </c:pt>
                <c:pt idx="23058">
                  <c:v>5.3533333971365131</c:v>
                </c:pt>
                <c:pt idx="23059">
                  <c:v>5.3521825472781561</c:v>
                </c:pt>
                <c:pt idx="23060">
                  <c:v>5.3478370721996784</c:v>
                </c:pt>
                <c:pt idx="23061">
                  <c:v>5.3470508575147386</c:v>
                </c:pt>
                <c:pt idx="23062">
                  <c:v>5.3490496516346377</c:v>
                </c:pt>
                <c:pt idx="23063">
                  <c:v>5.3495865553939206</c:v>
                </c:pt>
                <c:pt idx="23064">
                  <c:v>5.3492683370339176</c:v>
                </c:pt>
                <c:pt idx="23065">
                  <c:v>5.346364654314371</c:v>
                </c:pt>
                <c:pt idx="23066">
                  <c:v>5.3484031659137887</c:v>
                </c:pt>
                <c:pt idx="23067">
                  <c:v>5.3495430097236047</c:v>
                </c:pt>
                <c:pt idx="23068">
                  <c:v>5.3496071319194547</c:v>
                </c:pt>
                <c:pt idx="23069">
                  <c:v>5.353535812724906</c:v>
                </c:pt>
                <c:pt idx="23070">
                  <c:v>5.3523916622004437</c:v>
                </c:pt>
                <c:pt idx="23071">
                  <c:v>5.347940433351198</c:v>
                </c:pt>
                <c:pt idx="23072">
                  <c:v>5.3455793966771301</c:v>
                </c:pt>
                <c:pt idx="23073">
                  <c:v>5.3457373095475074</c:v>
                </c:pt>
                <c:pt idx="23074">
                  <c:v>5.3452372521246456</c:v>
                </c:pt>
                <c:pt idx="23075">
                  <c:v>5.3468072888752776</c:v>
                </c:pt>
                <c:pt idx="23076">
                  <c:v>5.3500153127631878</c:v>
                </c:pt>
                <c:pt idx="23077">
                  <c:v>5.348815174948319</c:v>
                </c:pt>
                <c:pt idx="23078">
                  <c:v>5.3487778500880481</c:v>
                </c:pt>
                <c:pt idx="23079">
                  <c:v>5.3473657262077943</c:v>
                </c:pt>
                <c:pt idx="23080">
                  <c:v>5.3457650639307861</c:v>
                </c:pt>
                <c:pt idx="23081">
                  <c:v>5.347340364443764</c:v>
                </c:pt>
                <c:pt idx="23082">
                  <c:v>5.3488352729500042</c:v>
                </c:pt>
                <c:pt idx="23083">
                  <c:v>5.3457191256412218</c:v>
                </c:pt>
                <c:pt idx="23084">
                  <c:v>5.3450750325396221</c:v>
                </c:pt>
                <c:pt idx="23085">
                  <c:v>5.3436662583263148</c:v>
                </c:pt>
                <c:pt idx="23086">
                  <c:v>5.3425838373784549</c:v>
                </c:pt>
                <c:pt idx="23087">
                  <c:v>5.3423488821682872</c:v>
                </c:pt>
                <c:pt idx="23088">
                  <c:v>5.3417765676441311</c:v>
                </c:pt>
                <c:pt idx="23089">
                  <c:v>5.3441935916086054</c:v>
                </c:pt>
                <c:pt idx="23090">
                  <c:v>5.3428044368731333</c:v>
                </c:pt>
                <c:pt idx="23091">
                  <c:v>5.3424000842201975</c:v>
                </c:pt>
                <c:pt idx="23092">
                  <c:v>5.3428259704463672</c:v>
                </c:pt>
                <c:pt idx="23093">
                  <c:v>5.3462096125870913</c:v>
                </c:pt>
                <c:pt idx="23094">
                  <c:v>5.346985299747339</c:v>
                </c:pt>
                <c:pt idx="23095">
                  <c:v>5.3485194472092488</c:v>
                </c:pt>
                <c:pt idx="23096">
                  <c:v>5.3514226514049463</c:v>
                </c:pt>
                <c:pt idx="23097">
                  <c:v>5.3498306025572315</c:v>
                </c:pt>
                <c:pt idx="23098">
                  <c:v>5.3498626636551565</c:v>
                </c:pt>
                <c:pt idx="23099">
                  <c:v>5.351695409999234</c:v>
                </c:pt>
                <c:pt idx="23100">
                  <c:v>5.3535190643901691</c:v>
                </c:pt>
                <c:pt idx="23101">
                  <c:v>5.3531601715029478</c:v>
                </c:pt>
                <c:pt idx="23102">
                  <c:v>5.3512298062935457</c:v>
                </c:pt>
                <c:pt idx="23103">
                  <c:v>5.3509900658448819</c:v>
                </c:pt>
                <c:pt idx="23104">
                  <c:v>5.3533472743281525</c:v>
                </c:pt>
                <c:pt idx="23105">
                  <c:v>5.3549551144629044</c:v>
                </c:pt>
                <c:pt idx="23106">
                  <c:v>5.3537143021208173</c:v>
                </c:pt>
                <c:pt idx="23107">
                  <c:v>5.3537047316438251</c:v>
                </c:pt>
                <c:pt idx="23108">
                  <c:v>5.3548149069749638</c:v>
                </c:pt>
                <c:pt idx="23109">
                  <c:v>5.3524567414439934</c:v>
                </c:pt>
                <c:pt idx="23110">
                  <c:v>5.3507187428221421</c:v>
                </c:pt>
                <c:pt idx="23111">
                  <c:v>5.3502387834009646</c:v>
                </c:pt>
                <c:pt idx="23112">
                  <c:v>5.3505148916622005</c:v>
                </c:pt>
                <c:pt idx="23113">
                  <c:v>5.3523385460531356</c:v>
                </c:pt>
                <c:pt idx="23114">
                  <c:v>5.3534573348135668</c:v>
                </c:pt>
                <c:pt idx="23115">
                  <c:v>5.3506263877191635</c:v>
                </c:pt>
                <c:pt idx="23116">
                  <c:v>5.3454769925733094</c:v>
                </c:pt>
                <c:pt idx="23117">
                  <c:v>5.34831128933466</c:v>
                </c:pt>
                <c:pt idx="23118">
                  <c:v>5.3530596814945257</c:v>
                </c:pt>
                <c:pt idx="23119">
                  <c:v>5.3572252316055433</c:v>
                </c:pt>
                <c:pt idx="23120">
                  <c:v>5.3617956128933466</c:v>
                </c:pt>
                <c:pt idx="23121">
                  <c:v>5.3654242592450805</c:v>
                </c:pt>
                <c:pt idx="23122">
                  <c:v>5.3647806446673298</c:v>
                </c:pt>
                <c:pt idx="23123">
                  <c:v>5.3667497703085525</c:v>
                </c:pt>
                <c:pt idx="23124">
                  <c:v>5.3684686279764184</c:v>
                </c:pt>
                <c:pt idx="23125">
                  <c:v>5.3676316897634173</c:v>
                </c:pt>
                <c:pt idx="23126">
                  <c:v>5.3694586938212998</c:v>
                </c:pt>
                <c:pt idx="23127">
                  <c:v>5.3689002564887831</c:v>
                </c:pt>
                <c:pt idx="23128">
                  <c:v>5.3675077520863637</c:v>
                </c:pt>
                <c:pt idx="23129">
                  <c:v>5.3701850930250359</c:v>
                </c:pt>
                <c:pt idx="23130">
                  <c:v>5.373843886379297</c:v>
                </c:pt>
                <c:pt idx="23131">
                  <c:v>5.3754359352270118</c:v>
                </c:pt>
                <c:pt idx="23132">
                  <c:v>5.3748191179848401</c:v>
                </c:pt>
                <c:pt idx="23133">
                  <c:v>5.3789224599954064</c:v>
                </c:pt>
                <c:pt idx="23134">
                  <c:v>5.3817744621391927</c:v>
                </c:pt>
                <c:pt idx="23135">
                  <c:v>5.3822041765561597</c:v>
                </c:pt>
                <c:pt idx="23136">
                  <c:v>5.3861051029783322</c:v>
                </c:pt>
                <c:pt idx="23137">
                  <c:v>5.3878373593139886</c:v>
                </c:pt>
                <c:pt idx="23138">
                  <c:v>5.3879402419416582</c:v>
                </c:pt>
                <c:pt idx="23139">
                  <c:v>5.3897954789066684</c:v>
                </c:pt>
                <c:pt idx="23140">
                  <c:v>5.3921230189112626</c:v>
                </c:pt>
                <c:pt idx="23141">
                  <c:v>5.3938031161473088</c:v>
                </c:pt>
                <c:pt idx="23142">
                  <c:v>5.3957071625449808</c:v>
                </c:pt>
                <c:pt idx="23143">
                  <c:v>5.3968604050225863</c:v>
                </c:pt>
                <c:pt idx="23144">
                  <c:v>5.3949563586249134</c:v>
                </c:pt>
                <c:pt idx="23145">
                  <c:v>5.3967953257790366</c:v>
                </c:pt>
                <c:pt idx="23146">
                  <c:v>5.3972058992420182</c:v>
                </c:pt>
                <c:pt idx="23147">
                  <c:v>5.398765886991808</c:v>
                </c:pt>
                <c:pt idx="23148">
                  <c:v>5.4007330985376312</c:v>
                </c:pt>
                <c:pt idx="23149">
                  <c:v>5.4018279611055817</c:v>
                </c:pt>
                <c:pt idx="23150">
                  <c:v>5.4097920335349512</c:v>
                </c:pt>
                <c:pt idx="23151">
                  <c:v>5.4145887566036288</c:v>
                </c:pt>
                <c:pt idx="23152">
                  <c:v>5.416035812724906</c:v>
                </c:pt>
                <c:pt idx="23153">
                  <c:v>5.4190380713574768</c:v>
                </c:pt>
                <c:pt idx="23154">
                  <c:v>5.4226829875200977</c:v>
                </c:pt>
                <c:pt idx="23155">
                  <c:v>5.4255526950463207</c:v>
                </c:pt>
                <c:pt idx="23156">
                  <c:v>5.4273165339560521</c:v>
                </c:pt>
                <c:pt idx="23157">
                  <c:v>5.4324625794349588</c:v>
                </c:pt>
                <c:pt idx="23158">
                  <c:v>5.4358160745731565</c:v>
                </c:pt>
                <c:pt idx="23159">
                  <c:v>5.4362845494219432</c:v>
                </c:pt>
                <c:pt idx="23160">
                  <c:v>5.4323190222800708</c:v>
                </c:pt>
                <c:pt idx="23161">
                  <c:v>5.4309887259781027</c:v>
                </c:pt>
                <c:pt idx="23162">
                  <c:v>5.4344302695046318</c:v>
                </c:pt>
                <c:pt idx="23163">
                  <c:v>5.4352131345226242</c:v>
                </c:pt>
                <c:pt idx="23164">
                  <c:v>5.4374263073271569</c:v>
                </c:pt>
                <c:pt idx="23165">
                  <c:v>5.4428321912564126</c:v>
                </c:pt>
                <c:pt idx="23166">
                  <c:v>5.4452559145547816</c:v>
                </c:pt>
                <c:pt idx="23167">
                  <c:v>5.4487151634637474</c:v>
                </c:pt>
                <c:pt idx="23168">
                  <c:v>5.4533951267131151</c:v>
                </c:pt>
                <c:pt idx="23169">
                  <c:v>5.4542579052139954</c:v>
                </c:pt>
                <c:pt idx="23170">
                  <c:v>5.4602815634331217</c:v>
                </c:pt>
                <c:pt idx="23171">
                  <c:v>5.4637250210550494</c:v>
                </c:pt>
                <c:pt idx="23172">
                  <c:v>5.4634216369343847</c:v>
                </c:pt>
                <c:pt idx="23173">
                  <c:v>5.4672345149682258</c:v>
                </c:pt>
                <c:pt idx="23174">
                  <c:v>5.4714986409922668</c:v>
                </c:pt>
                <c:pt idx="23175">
                  <c:v>5.4678120932547278</c:v>
                </c:pt>
                <c:pt idx="23176">
                  <c:v>5.4640231414133682</c:v>
                </c:pt>
                <c:pt idx="23177">
                  <c:v>5.4677695046321109</c:v>
                </c:pt>
                <c:pt idx="23178">
                  <c:v>5.4719388829339257</c:v>
                </c:pt>
                <c:pt idx="23179">
                  <c:v>5.4734050800091874</c:v>
                </c:pt>
                <c:pt idx="23180">
                  <c:v>5.4795431054283741</c:v>
                </c:pt>
                <c:pt idx="23181">
                  <c:v>5.4819309394380218</c:v>
                </c:pt>
                <c:pt idx="23182">
                  <c:v>5.4798732868846187</c:v>
                </c:pt>
                <c:pt idx="23183">
                  <c:v>5.4837301891126256</c:v>
                </c:pt>
                <c:pt idx="23184">
                  <c:v>5.485414593063318</c:v>
                </c:pt>
                <c:pt idx="23185">
                  <c:v>5.4859122578669322</c:v>
                </c:pt>
                <c:pt idx="23186">
                  <c:v>5.489281065768318</c:v>
                </c:pt>
                <c:pt idx="23187">
                  <c:v>5.4907262077941965</c:v>
                </c:pt>
                <c:pt idx="23188">
                  <c:v>5.4925445984227856</c:v>
                </c:pt>
                <c:pt idx="23189">
                  <c:v>5.4933198070591835</c:v>
                </c:pt>
                <c:pt idx="23190">
                  <c:v>5.4938653242477606</c:v>
                </c:pt>
                <c:pt idx="23191">
                  <c:v>5.4968513130694436</c:v>
                </c:pt>
                <c:pt idx="23192">
                  <c:v>5.5014164305949009</c:v>
                </c:pt>
                <c:pt idx="23193">
                  <c:v>5.5084794426154202</c:v>
                </c:pt>
                <c:pt idx="23194">
                  <c:v>5.5059289104968991</c:v>
                </c:pt>
                <c:pt idx="23195">
                  <c:v>5.5021581425618251</c:v>
                </c:pt>
                <c:pt idx="23196">
                  <c:v>5.5072304953678888</c:v>
                </c:pt>
                <c:pt idx="23197">
                  <c:v>5.5107620013781489</c:v>
                </c:pt>
                <c:pt idx="23198">
                  <c:v>5.5090823826659516</c:v>
                </c:pt>
                <c:pt idx="23199">
                  <c:v>5.5074458311002221</c:v>
                </c:pt>
                <c:pt idx="23200">
                  <c:v>5.5067854681877346</c:v>
                </c:pt>
                <c:pt idx="23201">
                  <c:v>5.5072783477528517</c:v>
                </c:pt>
                <c:pt idx="23202">
                  <c:v>5.5128866472705003</c:v>
                </c:pt>
                <c:pt idx="23203">
                  <c:v>5.5182174029553632</c:v>
                </c:pt>
                <c:pt idx="23204">
                  <c:v>5.5191600949391315</c:v>
                </c:pt>
                <c:pt idx="23205">
                  <c:v>5.5208397136513288</c:v>
                </c:pt>
                <c:pt idx="23206">
                  <c:v>5.5199209478600411</c:v>
                </c:pt>
                <c:pt idx="23207">
                  <c:v>5.5200070821529748</c:v>
                </c:pt>
                <c:pt idx="23208">
                  <c:v>5.5184758058341625</c:v>
                </c:pt>
                <c:pt idx="23209">
                  <c:v>5.5149730112548809</c:v>
                </c:pt>
                <c:pt idx="23210">
                  <c:v>5.5214952913253192</c:v>
                </c:pt>
                <c:pt idx="23211">
                  <c:v>5.5272040808513898</c:v>
                </c:pt>
                <c:pt idx="23212">
                  <c:v>5.5271801546589083</c:v>
                </c:pt>
                <c:pt idx="23213">
                  <c:v>5.5227873057193166</c:v>
                </c:pt>
                <c:pt idx="23214">
                  <c:v>5.5194424240104123</c:v>
                </c:pt>
                <c:pt idx="23215">
                  <c:v>5.521385230839905</c:v>
                </c:pt>
                <c:pt idx="23216">
                  <c:v>5.5233567491003752</c:v>
                </c:pt>
                <c:pt idx="23217">
                  <c:v>5.52623746267514</c:v>
                </c:pt>
                <c:pt idx="23218">
                  <c:v>5.5280845647347068</c:v>
                </c:pt>
                <c:pt idx="23219">
                  <c:v>5.5296254115305103</c:v>
                </c:pt>
                <c:pt idx="23220">
                  <c:v>5.5301230763341245</c:v>
                </c:pt>
                <c:pt idx="23221">
                  <c:v>5.528046282826736</c:v>
                </c:pt>
                <c:pt idx="23222">
                  <c:v>5.5249310925656534</c:v>
                </c:pt>
                <c:pt idx="23223">
                  <c:v>5.5280319271112468</c:v>
                </c:pt>
                <c:pt idx="23224">
                  <c:v>5.5301900696730728</c:v>
                </c:pt>
                <c:pt idx="23225">
                  <c:v>5.5295440624760737</c:v>
                </c:pt>
                <c:pt idx="23226">
                  <c:v>5.5271323022739454</c:v>
                </c:pt>
                <c:pt idx="23227">
                  <c:v>5.5274433427762037</c:v>
                </c:pt>
                <c:pt idx="23228">
                  <c:v>5.5290368271954673</c:v>
                </c:pt>
                <c:pt idx="23229">
                  <c:v>5.5261943955286732</c:v>
                </c:pt>
                <c:pt idx="23230">
                  <c:v>5.5301087206186352</c:v>
                </c:pt>
                <c:pt idx="23231">
                  <c:v>5.538420679886686</c:v>
                </c:pt>
                <c:pt idx="23232">
                  <c:v>5.543019294081617</c:v>
                </c:pt>
                <c:pt idx="23233">
                  <c:v>5.542870951688232</c:v>
                </c:pt>
                <c:pt idx="23234">
                  <c:v>5.5370233902457695</c:v>
                </c:pt>
                <c:pt idx="23235">
                  <c:v>5.5312428221422554</c:v>
                </c:pt>
                <c:pt idx="23236">
                  <c:v>5.5291899548273484</c:v>
                </c:pt>
                <c:pt idx="23237">
                  <c:v>5.5317213459918841</c:v>
                </c:pt>
                <c:pt idx="23238">
                  <c:v>5.5355495367889134</c:v>
                </c:pt>
                <c:pt idx="23239">
                  <c:v>5.536410879718245</c:v>
                </c:pt>
                <c:pt idx="23240">
                  <c:v>5.5348796033994336</c:v>
                </c:pt>
                <c:pt idx="23241">
                  <c:v>5.5292282367353192</c:v>
                </c:pt>
                <c:pt idx="23242">
                  <c:v>5.5252852002143786</c:v>
                </c:pt>
                <c:pt idx="23243">
                  <c:v>5.5274624837301891</c:v>
                </c:pt>
                <c:pt idx="23244">
                  <c:v>5.5300225863257024</c:v>
                </c:pt>
                <c:pt idx="23245">
                  <c:v>5.5300321568026947</c:v>
                </c:pt>
                <c:pt idx="23246">
                  <c:v>5.5307260163846568</c:v>
                </c:pt>
                <c:pt idx="23247">
                  <c:v>5.5310514126024044</c:v>
                </c:pt>
                <c:pt idx="23248">
                  <c:v>5.5310514126024044</c:v>
                </c:pt>
                <c:pt idx="23249">
                  <c:v>5.5333339713651331</c:v>
                </c:pt>
                <c:pt idx="23250">
                  <c:v>5.5349753081693596</c:v>
                </c:pt>
                <c:pt idx="23251">
                  <c:v>5.5366788530740374</c:v>
                </c:pt>
                <c:pt idx="23252">
                  <c:v>5.5352289258096619</c:v>
                </c:pt>
                <c:pt idx="23253">
                  <c:v>5.5293382972207334</c:v>
                </c:pt>
                <c:pt idx="23254">
                  <c:v>5.5295105658065999</c:v>
                </c:pt>
                <c:pt idx="23255">
                  <c:v>5.5318505474312838</c:v>
                </c:pt>
                <c:pt idx="23256">
                  <c:v>5.5355734629813949</c:v>
                </c:pt>
                <c:pt idx="23257">
                  <c:v>5.5376789679197609</c:v>
                </c:pt>
                <c:pt idx="23258">
                  <c:v>5.5360567720695197</c:v>
                </c:pt>
                <c:pt idx="23259">
                  <c:v>5.531075338794885</c:v>
                </c:pt>
                <c:pt idx="23260">
                  <c:v>5.5250363678125716</c:v>
                </c:pt>
                <c:pt idx="23261">
                  <c:v>5.5215287879947939</c:v>
                </c:pt>
                <c:pt idx="23262">
                  <c:v>5.5228973662047318</c:v>
                </c:pt>
                <c:pt idx="23263">
                  <c:v>5.5258833550264148</c:v>
                </c:pt>
                <c:pt idx="23264">
                  <c:v>5.5259503483653623</c:v>
                </c:pt>
                <c:pt idx="23265">
                  <c:v>5.5257206569175406</c:v>
                </c:pt>
                <c:pt idx="23266">
                  <c:v>5.5279553632953062</c:v>
                </c:pt>
                <c:pt idx="23267">
                  <c:v>5.5279122961488403</c:v>
                </c:pt>
                <c:pt idx="23268">
                  <c:v>5.5279505780568101</c:v>
                </c:pt>
                <c:pt idx="23269">
                  <c:v>5.528046282826736</c:v>
                </c:pt>
                <c:pt idx="23270">
                  <c:v>5.5272232218053752</c:v>
                </c:pt>
                <c:pt idx="23271">
                  <c:v>5.5231366281295458</c:v>
                </c:pt>
                <c:pt idx="23272">
                  <c:v>5.5185236582191255</c:v>
                </c:pt>
                <c:pt idx="23273">
                  <c:v>5.5156190184518792</c:v>
                </c:pt>
                <c:pt idx="23274">
                  <c:v>5.511939170048235</c:v>
                </c:pt>
                <c:pt idx="23275">
                  <c:v>5.5171167981012177</c:v>
                </c:pt>
                <c:pt idx="23276">
                  <c:v>5.5255196769006965</c:v>
                </c:pt>
                <c:pt idx="23277">
                  <c:v>5.5271370875124415</c:v>
                </c:pt>
                <c:pt idx="23278">
                  <c:v>5.523251473853457</c:v>
                </c:pt>
                <c:pt idx="23279">
                  <c:v>5.5212751703544907</c:v>
                </c:pt>
                <c:pt idx="23280">
                  <c:v>5.522514547125029</c:v>
                </c:pt>
                <c:pt idx="23281">
                  <c:v>5.516834469029936</c:v>
                </c:pt>
                <c:pt idx="23282">
                  <c:v>5.507484113008192</c:v>
                </c:pt>
                <c:pt idx="23283">
                  <c:v>5.5066275553173565</c:v>
                </c:pt>
                <c:pt idx="23284">
                  <c:v>5.5117812571778577</c:v>
                </c:pt>
                <c:pt idx="23285">
                  <c:v>5.5130732715718551</c:v>
                </c:pt>
                <c:pt idx="23286">
                  <c:v>5.5153366893805984</c:v>
                </c:pt>
                <c:pt idx="23287">
                  <c:v>5.5156668708368422</c:v>
                </c:pt>
                <c:pt idx="23288">
                  <c:v>5.5092402955363298</c:v>
                </c:pt>
                <c:pt idx="23289">
                  <c:v>5.5048474465967381</c:v>
                </c:pt>
                <c:pt idx="23290">
                  <c:v>5.5044646275170352</c:v>
                </c:pt>
                <c:pt idx="23291">
                  <c:v>5.5047230303958345</c:v>
                </c:pt>
                <c:pt idx="23292">
                  <c:v>5.504010029859888</c:v>
                </c:pt>
                <c:pt idx="23293">
                  <c:v>5.5029524921522093</c:v>
                </c:pt>
                <c:pt idx="23294">
                  <c:v>5.5004450271801542</c:v>
                </c:pt>
                <c:pt idx="23295">
                  <c:v>5.5002488324018071</c:v>
                </c:pt>
                <c:pt idx="23296">
                  <c:v>5.4995358318658605</c:v>
                </c:pt>
                <c:pt idx="23297">
                  <c:v>5.4955545134369492</c:v>
                </c:pt>
                <c:pt idx="23298">
                  <c:v>5.4949659291019062</c:v>
                </c:pt>
                <c:pt idx="23299">
                  <c:v>5.4956406477298829</c:v>
                </c:pt>
                <c:pt idx="23300">
                  <c:v>5.492415396983386</c:v>
                </c:pt>
                <c:pt idx="23301">
                  <c:v>5.4899701401117831</c:v>
                </c:pt>
                <c:pt idx="23302">
                  <c:v>5.4894629048311767</c:v>
                </c:pt>
                <c:pt idx="23303">
                  <c:v>5.4913100068907434</c:v>
                </c:pt>
                <c:pt idx="23304">
                  <c:v>5.4928652094020363</c:v>
                </c:pt>
                <c:pt idx="23305">
                  <c:v>5.4926737998621853</c:v>
                </c:pt>
                <c:pt idx="23306">
                  <c:v>5.4862280836076867</c:v>
                </c:pt>
                <c:pt idx="23307">
                  <c:v>5.4838306791210476</c:v>
                </c:pt>
                <c:pt idx="23308">
                  <c:v>5.4841177934308245</c:v>
                </c:pt>
                <c:pt idx="23309">
                  <c:v>5.4814859122578667</c:v>
                </c:pt>
                <c:pt idx="23310">
                  <c:v>5.4802226092948469</c:v>
                </c:pt>
                <c:pt idx="23311">
                  <c:v>5.4839120281754843</c:v>
                </c:pt>
                <c:pt idx="23312">
                  <c:v>5.4890561595589924</c:v>
                </c:pt>
                <c:pt idx="23313">
                  <c:v>5.4881421790062017</c:v>
                </c:pt>
                <c:pt idx="23314">
                  <c:v>5.4845388944184981</c:v>
                </c:pt>
                <c:pt idx="23315">
                  <c:v>5.4827157185514128</c:v>
                </c:pt>
                <c:pt idx="23316">
                  <c:v>5.4812657912870382</c:v>
                </c:pt>
                <c:pt idx="23317">
                  <c:v>5.4793181992190494</c:v>
                </c:pt>
                <c:pt idx="23318">
                  <c:v>5.4806006431360537</c:v>
                </c:pt>
                <c:pt idx="23319">
                  <c:v>5.4786482658295688</c:v>
                </c:pt>
                <c:pt idx="23320">
                  <c:v>5.4726069022280068</c:v>
                </c:pt>
                <c:pt idx="23321">
                  <c:v>5.4666913903988972</c:v>
                </c:pt>
                <c:pt idx="23322">
                  <c:v>5.4664674412372714</c:v>
                </c:pt>
                <c:pt idx="23323">
                  <c:v>5.464056159558992</c:v>
                </c:pt>
                <c:pt idx="23324">
                  <c:v>5.4620324821989126</c:v>
                </c:pt>
                <c:pt idx="23325">
                  <c:v>5.4620377459612586</c:v>
                </c:pt>
                <c:pt idx="23326">
                  <c:v>5.4587770844498893</c:v>
                </c:pt>
                <c:pt idx="23327">
                  <c:v>5.4552010757216136</c:v>
                </c:pt>
                <c:pt idx="23328">
                  <c:v>5.452896983385652</c:v>
                </c:pt>
                <c:pt idx="23329">
                  <c:v>5.4538856136589846</c:v>
                </c:pt>
                <c:pt idx="23330">
                  <c:v>5.4534314945256872</c:v>
                </c:pt>
                <c:pt idx="23331">
                  <c:v>5.45105658065998</c:v>
                </c:pt>
                <c:pt idx="23332">
                  <c:v>5.4508991463134517</c:v>
                </c:pt>
                <c:pt idx="23333">
                  <c:v>5.4472054207181682</c:v>
                </c:pt>
                <c:pt idx="23334">
                  <c:v>5.4424517647959574</c:v>
                </c:pt>
                <c:pt idx="23335">
                  <c:v>5.4423086861649184</c:v>
                </c:pt>
                <c:pt idx="23336">
                  <c:v>5.4454946979557457</c:v>
                </c:pt>
                <c:pt idx="23337">
                  <c:v>5.4448506048541461</c:v>
                </c:pt>
                <c:pt idx="23338">
                  <c:v>5.4425168440395071</c:v>
                </c:pt>
                <c:pt idx="23339">
                  <c:v>5.4416248755837993</c:v>
                </c:pt>
                <c:pt idx="23340">
                  <c:v>5.4421890552025109</c:v>
                </c:pt>
                <c:pt idx="23341">
                  <c:v>5.4448596968072884</c:v>
                </c:pt>
                <c:pt idx="23342">
                  <c:v>5.4430307786540082</c:v>
                </c:pt>
                <c:pt idx="23343">
                  <c:v>5.4396720197534645</c:v>
                </c:pt>
                <c:pt idx="23344">
                  <c:v>5.4400208636398437</c:v>
                </c:pt>
                <c:pt idx="23345">
                  <c:v>5.436566878493224</c:v>
                </c:pt>
                <c:pt idx="23346">
                  <c:v>5.4367372329836918</c:v>
                </c:pt>
                <c:pt idx="23347">
                  <c:v>5.4392351274787538</c:v>
                </c:pt>
                <c:pt idx="23348">
                  <c:v>5.437812954597657</c:v>
                </c:pt>
                <c:pt idx="23349">
                  <c:v>5.4355863831253348</c:v>
                </c:pt>
                <c:pt idx="23350">
                  <c:v>5.4318668172421711</c:v>
                </c:pt>
                <c:pt idx="23351">
                  <c:v>5.4295048235204044</c:v>
                </c:pt>
                <c:pt idx="23352">
                  <c:v>5.4294832899471706</c:v>
                </c:pt>
                <c:pt idx="23353">
                  <c:v>5.4274079320113318</c:v>
                </c:pt>
                <c:pt idx="23354">
                  <c:v>5.4228164956741445</c:v>
                </c:pt>
                <c:pt idx="23355">
                  <c:v>5.4204597657147229</c:v>
                </c:pt>
                <c:pt idx="23356">
                  <c:v>5.4173536674067835</c:v>
                </c:pt>
                <c:pt idx="23357">
                  <c:v>5.4105614998851541</c:v>
                </c:pt>
                <c:pt idx="23358">
                  <c:v>5.4072142255570022</c:v>
                </c:pt>
                <c:pt idx="23359">
                  <c:v>5.4071902993645207</c:v>
                </c:pt>
                <c:pt idx="23360">
                  <c:v>5.4082344384044099</c:v>
                </c:pt>
                <c:pt idx="23361">
                  <c:v>5.4075357935839525</c:v>
                </c:pt>
                <c:pt idx="23362">
                  <c:v>5.405417368501646</c:v>
                </c:pt>
                <c:pt idx="23363">
                  <c:v>5.4053355409233594</c:v>
                </c:pt>
                <c:pt idx="23364">
                  <c:v>5.4066998124186512</c:v>
                </c:pt>
                <c:pt idx="23365">
                  <c:v>5.4072860041344457</c:v>
                </c:pt>
                <c:pt idx="23366">
                  <c:v>5.4039037975652704</c:v>
                </c:pt>
                <c:pt idx="23367">
                  <c:v>5.4017604892427835</c:v>
                </c:pt>
                <c:pt idx="23368">
                  <c:v>5.4020198491692826</c:v>
                </c:pt>
                <c:pt idx="23369">
                  <c:v>5.3994736237654086</c:v>
                </c:pt>
                <c:pt idx="23370">
                  <c:v>5.397366683255493</c:v>
                </c:pt>
                <c:pt idx="23371">
                  <c:v>5.3966484189572004</c:v>
                </c:pt>
                <c:pt idx="23372">
                  <c:v>5.3980638925044024</c:v>
                </c:pt>
                <c:pt idx="23373">
                  <c:v>5.4007493683485182</c:v>
                </c:pt>
                <c:pt idx="23374">
                  <c:v>5.3953980361381211</c:v>
                </c:pt>
                <c:pt idx="23375">
                  <c:v>5.389219336191716</c:v>
                </c:pt>
                <c:pt idx="23376">
                  <c:v>5.3868195390858276</c:v>
                </c:pt>
                <c:pt idx="23377">
                  <c:v>5.3852954406247608</c:v>
                </c:pt>
                <c:pt idx="23378">
                  <c:v>5.3867204846489551</c:v>
                </c:pt>
                <c:pt idx="23379">
                  <c:v>5.3886326659520707</c:v>
                </c:pt>
                <c:pt idx="23380">
                  <c:v>5.3879536406094477</c:v>
                </c:pt>
                <c:pt idx="23381">
                  <c:v>5.3845752622310696</c:v>
                </c:pt>
                <c:pt idx="23382">
                  <c:v>5.378676020212847</c:v>
                </c:pt>
                <c:pt idx="23383">
                  <c:v>5.3729007158716788</c:v>
                </c:pt>
                <c:pt idx="23384">
                  <c:v>5.3682418076716942</c:v>
                </c:pt>
                <c:pt idx="23385">
                  <c:v>5.3682887030089583</c:v>
                </c:pt>
                <c:pt idx="23386">
                  <c:v>5.3668311193629892</c:v>
                </c:pt>
                <c:pt idx="23387">
                  <c:v>5.3628904754612972</c:v>
                </c:pt>
                <c:pt idx="23388">
                  <c:v>5.3604715374014242</c:v>
                </c:pt>
                <c:pt idx="23389">
                  <c:v>5.3578592757063008</c:v>
                </c:pt>
                <c:pt idx="23390">
                  <c:v>5.3561696079932624</c:v>
                </c:pt>
                <c:pt idx="23391">
                  <c:v>5.3569797488706836</c:v>
                </c:pt>
                <c:pt idx="23392">
                  <c:v>5.3533003789908893</c:v>
                </c:pt>
                <c:pt idx="23393">
                  <c:v>5.3475092833626832</c:v>
                </c:pt>
                <c:pt idx="23394">
                  <c:v>5.3406084909271874</c:v>
                </c:pt>
                <c:pt idx="23395">
                  <c:v>5.3411075913023502</c:v>
                </c:pt>
                <c:pt idx="23396">
                  <c:v>5.345860768700712</c:v>
                </c:pt>
                <c:pt idx="23397">
                  <c:v>5.3472934691064999</c:v>
                </c:pt>
                <c:pt idx="23398">
                  <c:v>5.3420076946635024</c:v>
                </c:pt>
                <c:pt idx="23399">
                  <c:v>5.3384135020289412</c:v>
                </c:pt>
                <c:pt idx="23400">
                  <c:v>5.3393920833014317</c:v>
                </c:pt>
                <c:pt idx="23401">
                  <c:v>5.3367090000765636</c:v>
                </c:pt>
                <c:pt idx="23402">
                  <c:v>5.3305604471326848</c:v>
                </c:pt>
                <c:pt idx="23403">
                  <c:v>5.3300646964244693</c:v>
                </c:pt>
                <c:pt idx="23404">
                  <c:v>5.3332995176479594</c:v>
                </c:pt>
                <c:pt idx="23405">
                  <c:v>5.3351939935686392</c:v>
                </c:pt>
                <c:pt idx="23406">
                  <c:v>5.3336134292933162</c:v>
                </c:pt>
                <c:pt idx="23407">
                  <c:v>5.3292023964474389</c:v>
                </c:pt>
                <c:pt idx="23408">
                  <c:v>5.3309389594977414</c:v>
                </c:pt>
                <c:pt idx="23409">
                  <c:v>5.3329315328075948</c:v>
                </c:pt>
                <c:pt idx="23410">
                  <c:v>5.3271275170354491</c:v>
                </c:pt>
                <c:pt idx="23411">
                  <c:v>5.3231476341780875</c:v>
                </c:pt>
                <c:pt idx="23412">
                  <c:v>5.3233964665798945</c:v>
                </c:pt>
                <c:pt idx="23413">
                  <c:v>5.3200563701094863</c:v>
                </c:pt>
                <c:pt idx="23414">
                  <c:v>5.3168129354567029</c:v>
                </c:pt>
                <c:pt idx="23415">
                  <c:v>5.3134632685093024</c:v>
                </c:pt>
                <c:pt idx="23416">
                  <c:v>5.3117166564581577</c:v>
                </c:pt>
                <c:pt idx="23417">
                  <c:v>5.3113548924278389</c:v>
                </c:pt>
                <c:pt idx="23418">
                  <c:v>5.3092632646811113</c:v>
                </c:pt>
                <c:pt idx="23419">
                  <c:v>5.3126172383431589</c:v>
                </c:pt>
                <c:pt idx="23420">
                  <c:v>5.3190859237424393</c:v>
                </c:pt>
                <c:pt idx="23421">
                  <c:v>5.3200429714416968</c:v>
                </c:pt>
                <c:pt idx="23422">
                  <c:v>5.3186480744200288</c:v>
                </c:pt>
                <c:pt idx="23423">
                  <c:v>5.3173795076946631</c:v>
                </c:pt>
                <c:pt idx="23424">
                  <c:v>5.3172459995406172</c:v>
                </c:pt>
                <c:pt idx="23425">
                  <c:v>5.3130550876655693</c:v>
                </c:pt>
                <c:pt idx="23426">
                  <c:v>5.3070826314983535</c:v>
                </c:pt>
                <c:pt idx="23427">
                  <c:v>5.300778558303346</c:v>
                </c:pt>
                <c:pt idx="23428">
                  <c:v>5.2999229576602094</c:v>
                </c:pt>
                <c:pt idx="23429">
                  <c:v>5.2985663425465122</c:v>
                </c:pt>
                <c:pt idx="23430">
                  <c:v>5.2971652247147993</c:v>
                </c:pt>
                <c:pt idx="23431">
                  <c:v>5.2982347255187197</c:v>
                </c:pt>
                <c:pt idx="23432">
                  <c:v>5.2976935150447897</c:v>
                </c:pt>
                <c:pt idx="23433">
                  <c:v>5.2965512786157261</c:v>
                </c:pt>
                <c:pt idx="23434">
                  <c:v>5.2965024691830642</c:v>
                </c:pt>
                <c:pt idx="23435">
                  <c:v>5.2985917043105424</c:v>
                </c:pt>
                <c:pt idx="23436">
                  <c:v>5.297633699563586</c:v>
                </c:pt>
                <c:pt idx="23437">
                  <c:v>5.2953918153280757</c:v>
                </c:pt>
                <c:pt idx="23438">
                  <c:v>5.2919296952760124</c:v>
                </c:pt>
                <c:pt idx="23439">
                  <c:v>5.2886187887604317</c:v>
                </c:pt>
                <c:pt idx="23440">
                  <c:v>5.2877272988285737</c:v>
                </c:pt>
                <c:pt idx="23441">
                  <c:v>5.2881383508154043</c:v>
                </c:pt>
                <c:pt idx="23442">
                  <c:v>5.2901692060332284</c:v>
                </c:pt>
                <c:pt idx="23443">
                  <c:v>5.290961163004364</c:v>
                </c:pt>
                <c:pt idx="23444">
                  <c:v>5.2870583224867929</c:v>
                </c:pt>
                <c:pt idx="23445">
                  <c:v>5.281091130081923</c:v>
                </c:pt>
                <c:pt idx="23446">
                  <c:v>5.2756594058647881</c:v>
                </c:pt>
                <c:pt idx="23447">
                  <c:v>5.2734299632493684</c:v>
                </c:pt>
                <c:pt idx="23448">
                  <c:v>5.2735256680192943</c:v>
                </c:pt>
                <c:pt idx="23449">
                  <c:v>5.2729251205880097</c:v>
                </c:pt>
                <c:pt idx="23450">
                  <c:v>5.2665502258632566</c:v>
                </c:pt>
                <c:pt idx="23451">
                  <c:v>5.2655534606844805</c:v>
                </c:pt>
                <c:pt idx="23452">
                  <c:v>5.2705870530587244</c:v>
                </c:pt>
                <c:pt idx="23453">
                  <c:v>5.2744956358624915</c:v>
                </c:pt>
                <c:pt idx="23454">
                  <c:v>5.2760312188959499</c:v>
                </c:pt>
                <c:pt idx="23455">
                  <c:v>5.275293813643672</c:v>
                </c:pt>
                <c:pt idx="23456">
                  <c:v>5.2696644590766404</c:v>
                </c:pt>
                <c:pt idx="23457">
                  <c:v>5.2642810657683174</c:v>
                </c:pt>
                <c:pt idx="23458">
                  <c:v>5.2598097389173875</c:v>
                </c:pt>
                <c:pt idx="23459">
                  <c:v>5.2558370339177705</c:v>
                </c:pt>
                <c:pt idx="23460">
                  <c:v>5.2558982849705229</c:v>
                </c:pt>
                <c:pt idx="23461">
                  <c:v>5.2527218436566878</c:v>
                </c:pt>
                <c:pt idx="23462">
                  <c:v>5.2507211354413901</c:v>
                </c:pt>
                <c:pt idx="23463">
                  <c:v>5.2492697726054667</c:v>
                </c:pt>
                <c:pt idx="23464">
                  <c:v>5.2482452530434118</c:v>
                </c:pt>
                <c:pt idx="23465">
                  <c:v>5.2469202205037897</c:v>
                </c:pt>
                <c:pt idx="23466">
                  <c:v>5.244733366510987</c:v>
                </c:pt>
                <c:pt idx="23467">
                  <c:v>5.240680748028482</c:v>
                </c:pt>
                <c:pt idx="23468">
                  <c:v>5.2432236237654086</c:v>
                </c:pt>
                <c:pt idx="23469">
                  <c:v>5.244998468723681</c:v>
                </c:pt>
                <c:pt idx="23470">
                  <c:v>5.2454358395222416</c:v>
                </c:pt>
                <c:pt idx="23471">
                  <c:v>5.244563969068218</c:v>
                </c:pt>
                <c:pt idx="23472">
                  <c:v>5.2423819003139114</c:v>
                </c:pt>
                <c:pt idx="23473">
                  <c:v>5.2417478562131539</c:v>
                </c:pt>
                <c:pt idx="23474">
                  <c:v>5.2391911032845879</c:v>
                </c:pt>
                <c:pt idx="23475">
                  <c:v>5.2353026184825051</c:v>
                </c:pt>
                <c:pt idx="23476">
                  <c:v>5.2339311691294697</c:v>
                </c:pt>
                <c:pt idx="23477">
                  <c:v>5.2336665454406246</c:v>
                </c:pt>
                <c:pt idx="23478">
                  <c:v>5.2332420947860037</c:v>
                </c:pt>
                <c:pt idx="23479">
                  <c:v>5.2312571778577448</c:v>
                </c:pt>
                <c:pt idx="23480">
                  <c:v>5.2298067720695203</c:v>
                </c:pt>
                <c:pt idx="23481">
                  <c:v>5.2287253081693592</c:v>
                </c:pt>
                <c:pt idx="23482">
                  <c:v>5.2311920986141951</c:v>
                </c:pt>
                <c:pt idx="23483">
                  <c:v>5.2305369994640536</c:v>
                </c:pt>
                <c:pt idx="23484">
                  <c:v>5.2273131842891045</c:v>
                </c:pt>
                <c:pt idx="23485">
                  <c:v>5.2282893729423474</c:v>
                </c:pt>
                <c:pt idx="23486">
                  <c:v>5.2323510833779956</c:v>
                </c:pt>
                <c:pt idx="23487">
                  <c:v>5.2354337340173034</c:v>
                </c:pt>
                <c:pt idx="23488">
                  <c:v>5.2356203583186582</c:v>
                </c:pt>
                <c:pt idx="23489">
                  <c:v>5.2336100796263683</c:v>
                </c:pt>
                <c:pt idx="23490">
                  <c:v>5.234629813949927</c:v>
                </c:pt>
                <c:pt idx="23491">
                  <c:v>5.236501799249675</c:v>
                </c:pt>
                <c:pt idx="23492">
                  <c:v>5.2383192328305643</c:v>
                </c:pt>
                <c:pt idx="23493">
                  <c:v>5.2371454138274247</c:v>
                </c:pt>
                <c:pt idx="23494">
                  <c:v>5.2314648572084836</c:v>
                </c:pt>
                <c:pt idx="23495">
                  <c:v>5.2279285659597274</c:v>
                </c:pt>
                <c:pt idx="23496">
                  <c:v>5.227183025802006</c:v>
                </c:pt>
                <c:pt idx="23497">
                  <c:v>5.223173474465967</c:v>
                </c:pt>
                <c:pt idx="23498">
                  <c:v>5.2194175407702321</c:v>
                </c:pt>
                <c:pt idx="23499">
                  <c:v>5.2173589311691293</c:v>
                </c:pt>
                <c:pt idx="23500">
                  <c:v>5.2197534645126709</c:v>
                </c:pt>
                <c:pt idx="23501">
                  <c:v>5.2234558035372487</c:v>
                </c:pt>
                <c:pt idx="23502">
                  <c:v>5.2220159252737153</c:v>
                </c:pt>
                <c:pt idx="23503">
                  <c:v>5.2222049421943186</c:v>
                </c:pt>
                <c:pt idx="23504">
                  <c:v>5.220887566036291</c:v>
                </c:pt>
                <c:pt idx="23505">
                  <c:v>5.2206483041114771</c:v>
                </c:pt>
                <c:pt idx="23506">
                  <c:v>5.2266308092795342</c:v>
                </c:pt>
                <c:pt idx="23507">
                  <c:v>5.2319596508689994</c:v>
                </c:pt>
                <c:pt idx="23508">
                  <c:v>5.2290530970063545</c:v>
                </c:pt>
                <c:pt idx="23509">
                  <c:v>5.223496956588316</c:v>
                </c:pt>
                <c:pt idx="23510">
                  <c:v>5.2214751933236352</c:v>
                </c:pt>
                <c:pt idx="23511">
                  <c:v>5.2209291976112091</c:v>
                </c:pt>
                <c:pt idx="23512">
                  <c:v>5.2197285812724905</c:v>
                </c:pt>
                <c:pt idx="23513">
                  <c:v>5.2162779457928181</c:v>
                </c:pt>
                <c:pt idx="23514">
                  <c:v>5.2149227662506696</c:v>
                </c:pt>
                <c:pt idx="23515">
                  <c:v>5.2125689074343464</c:v>
                </c:pt>
                <c:pt idx="23516">
                  <c:v>5.2094340976954294</c:v>
                </c:pt>
                <c:pt idx="23517">
                  <c:v>5.2044186892274711</c:v>
                </c:pt>
                <c:pt idx="23518">
                  <c:v>5.2037076027869231</c:v>
                </c:pt>
                <c:pt idx="23519">
                  <c:v>5.2079473240946328</c:v>
                </c:pt>
                <c:pt idx="23520">
                  <c:v>5.2079597657147234</c:v>
                </c:pt>
                <c:pt idx="23521">
                  <c:v>5.2070950731184444</c:v>
                </c:pt>
                <c:pt idx="23522">
                  <c:v>5.2083430633182761</c:v>
                </c:pt>
                <c:pt idx="23523">
                  <c:v>5.2112366970369806</c:v>
                </c:pt>
                <c:pt idx="23524">
                  <c:v>5.2106356710818469</c:v>
                </c:pt>
                <c:pt idx="23525">
                  <c:v>5.208481835234668</c:v>
                </c:pt>
                <c:pt idx="23526">
                  <c:v>5.2094264413138349</c:v>
                </c:pt>
                <c:pt idx="23527">
                  <c:v>5.209685801240334</c:v>
                </c:pt>
                <c:pt idx="23528">
                  <c:v>5.2082722417885305</c:v>
                </c:pt>
                <c:pt idx="23529">
                  <c:v>5.2097786348671615</c:v>
                </c:pt>
                <c:pt idx="23530">
                  <c:v>5.2086880790138581</c:v>
                </c:pt>
                <c:pt idx="23531">
                  <c:v>5.205835119822372</c:v>
                </c:pt>
                <c:pt idx="23532">
                  <c:v>5.2038147921292399</c:v>
                </c:pt>
                <c:pt idx="23533">
                  <c:v>5.203856902228007</c:v>
                </c:pt>
                <c:pt idx="23534">
                  <c:v>5.2020169780261849</c:v>
                </c:pt>
                <c:pt idx="23535">
                  <c:v>5.2006938595819614</c:v>
                </c:pt>
                <c:pt idx="23536">
                  <c:v>5.1981452415588389</c:v>
                </c:pt>
                <c:pt idx="23537">
                  <c:v>5.1977686432891819</c:v>
                </c:pt>
                <c:pt idx="23538">
                  <c:v>5.1991290865936755</c:v>
                </c:pt>
                <c:pt idx="23539">
                  <c:v>5.201396332593216</c:v>
                </c:pt>
                <c:pt idx="23540">
                  <c:v>5.2011522854299059</c:v>
                </c:pt>
                <c:pt idx="23541">
                  <c:v>5.200212943113085</c:v>
                </c:pt>
                <c:pt idx="23542">
                  <c:v>5.1983443074802844</c:v>
                </c:pt>
                <c:pt idx="23543">
                  <c:v>5.1958770385115995</c:v>
                </c:pt>
                <c:pt idx="23544">
                  <c:v>5.1934466158793358</c:v>
                </c:pt>
                <c:pt idx="23545">
                  <c:v>5.1903926766710056</c:v>
                </c:pt>
                <c:pt idx="23546">
                  <c:v>5.1895428183140648</c:v>
                </c:pt>
                <c:pt idx="23547">
                  <c:v>5.1914712694280682</c:v>
                </c:pt>
                <c:pt idx="23548">
                  <c:v>5.1934853763111555</c:v>
                </c:pt>
                <c:pt idx="23549">
                  <c:v>5.1929872329836915</c:v>
                </c:pt>
                <c:pt idx="23550">
                  <c:v>5.1927130388178551</c:v>
                </c:pt>
                <c:pt idx="23551">
                  <c:v>5.1941883278462599</c:v>
                </c:pt>
                <c:pt idx="23552">
                  <c:v>5.1927192596278999</c:v>
                </c:pt>
                <c:pt idx="23553">
                  <c:v>5.1902998430441771</c:v>
                </c:pt>
                <c:pt idx="23554">
                  <c:v>5.188115381670622</c:v>
                </c:pt>
                <c:pt idx="23555">
                  <c:v>5.1861725748411303</c:v>
                </c:pt>
                <c:pt idx="23556">
                  <c:v>5.185823730954751</c:v>
                </c:pt>
                <c:pt idx="23557">
                  <c:v>5.1835215527141871</c:v>
                </c:pt>
                <c:pt idx="23558">
                  <c:v>5.1855064696424469</c:v>
                </c:pt>
                <c:pt idx="23559">
                  <c:v>5.1882608529209095</c:v>
                </c:pt>
                <c:pt idx="23560">
                  <c:v>5.1914152821376618</c:v>
                </c:pt>
                <c:pt idx="23561">
                  <c:v>5.1948166296608225</c:v>
                </c:pt>
                <c:pt idx="23562">
                  <c:v>5.1918110213613042</c:v>
                </c:pt>
                <c:pt idx="23563">
                  <c:v>5.186306561519026</c:v>
                </c:pt>
                <c:pt idx="23564">
                  <c:v>5.1822410228925806</c:v>
                </c:pt>
                <c:pt idx="23565">
                  <c:v>5.1787741176020212</c:v>
                </c:pt>
                <c:pt idx="23566">
                  <c:v>5.175380904984304</c:v>
                </c:pt>
                <c:pt idx="23567">
                  <c:v>5.1740735778271185</c:v>
                </c:pt>
                <c:pt idx="23568">
                  <c:v>5.1783209555164227</c:v>
                </c:pt>
                <c:pt idx="23569">
                  <c:v>5.1795158295689454</c:v>
                </c:pt>
                <c:pt idx="23570">
                  <c:v>5.1781573003598496</c:v>
                </c:pt>
                <c:pt idx="23571">
                  <c:v>5.180037420565041</c:v>
                </c:pt>
                <c:pt idx="23572">
                  <c:v>5.1817725480437948</c:v>
                </c:pt>
                <c:pt idx="23573">
                  <c:v>5.1833607687007124</c:v>
                </c:pt>
                <c:pt idx="23574">
                  <c:v>5.186047201592527</c:v>
                </c:pt>
                <c:pt idx="23575">
                  <c:v>5.1867491960799326</c:v>
                </c:pt>
                <c:pt idx="23576">
                  <c:v>5.1811437677053824</c:v>
                </c:pt>
                <c:pt idx="23577">
                  <c:v>5.1782209440318505</c:v>
                </c:pt>
                <c:pt idx="23578">
                  <c:v>5.1808853648265831</c:v>
                </c:pt>
                <c:pt idx="23579">
                  <c:v>5.1810490199831563</c:v>
                </c:pt>
                <c:pt idx="23580">
                  <c:v>5.1799933963708753</c:v>
                </c:pt>
                <c:pt idx="23581">
                  <c:v>5.1814414095398513</c:v>
                </c:pt>
                <c:pt idx="23582">
                  <c:v>5.1810619401270959</c:v>
                </c:pt>
                <c:pt idx="23583">
                  <c:v>5.1812815825740755</c:v>
                </c:pt>
                <c:pt idx="23584">
                  <c:v>5.1782869803230991</c:v>
                </c:pt>
                <c:pt idx="23585">
                  <c:v>5.1747985414593067</c:v>
                </c:pt>
                <c:pt idx="23586">
                  <c:v>5.1696381402649108</c:v>
                </c:pt>
                <c:pt idx="23587">
                  <c:v>5.1659042186662587</c:v>
                </c:pt>
                <c:pt idx="23588">
                  <c:v>5.1635628014700252</c:v>
                </c:pt>
                <c:pt idx="23589">
                  <c:v>5.1625741711966926</c:v>
                </c:pt>
                <c:pt idx="23590">
                  <c:v>5.1585660554322024</c:v>
                </c:pt>
                <c:pt idx="23591">
                  <c:v>5.1564739491616258</c:v>
                </c:pt>
                <c:pt idx="23592">
                  <c:v>5.1590307020901918</c:v>
                </c:pt>
                <c:pt idx="23593">
                  <c:v>5.1620138197687773</c:v>
                </c:pt>
                <c:pt idx="23594">
                  <c:v>5.1616300436413747</c:v>
                </c:pt>
                <c:pt idx="23595">
                  <c:v>5.1591823941505242</c:v>
                </c:pt>
                <c:pt idx="23596">
                  <c:v>5.1565543411683636</c:v>
                </c:pt>
                <c:pt idx="23597">
                  <c:v>5.1584430748028485</c:v>
                </c:pt>
                <c:pt idx="23598">
                  <c:v>5.1592101485338029</c:v>
                </c:pt>
                <c:pt idx="23599">
                  <c:v>5.1555197726054667</c:v>
                </c:pt>
                <c:pt idx="23600">
                  <c:v>5.1492362759359924</c:v>
                </c:pt>
                <c:pt idx="23601">
                  <c:v>5.1440974083148303</c:v>
                </c:pt>
                <c:pt idx="23602">
                  <c:v>5.1459067069902762</c:v>
                </c:pt>
                <c:pt idx="23603">
                  <c:v>5.1518509302503634</c:v>
                </c:pt>
                <c:pt idx="23604">
                  <c:v>5.1485098767322564</c:v>
                </c:pt>
                <c:pt idx="23605">
                  <c:v>5.1466115726207793</c:v>
                </c:pt>
                <c:pt idx="23606">
                  <c:v>5.1473709899701401</c:v>
                </c:pt>
                <c:pt idx="23607">
                  <c:v>5.1464584449888982</c:v>
                </c:pt>
                <c:pt idx="23608">
                  <c:v>5.1469446252201205</c:v>
                </c:pt>
                <c:pt idx="23609">
                  <c:v>5.1528218551412603</c:v>
                </c:pt>
                <c:pt idx="23610">
                  <c:v>5.1552087321032083</c:v>
                </c:pt>
                <c:pt idx="23611">
                  <c:v>5.1574314753847332</c:v>
                </c:pt>
                <c:pt idx="23612">
                  <c:v>5.1575956090651562</c:v>
                </c:pt>
                <c:pt idx="23613">
                  <c:v>5.1574941620090344</c:v>
                </c:pt>
                <c:pt idx="23614">
                  <c:v>5.1591852652936225</c:v>
                </c:pt>
                <c:pt idx="23615">
                  <c:v>5.153566438251282</c:v>
                </c:pt>
                <c:pt idx="23616">
                  <c:v>5.1473953946864714</c:v>
                </c:pt>
                <c:pt idx="23617">
                  <c:v>5.1436255837990963</c:v>
                </c:pt>
                <c:pt idx="23618">
                  <c:v>5.1446376617410614</c:v>
                </c:pt>
                <c:pt idx="23619">
                  <c:v>5.1465464933772296</c:v>
                </c:pt>
                <c:pt idx="23620">
                  <c:v>5.1474891853609988</c:v>
                </c:pt>
                <c:pt idx="23621">
                  <c:v>5.1477155271418731</c:v>
                </c:pt>
                <c:pt idx="23622">
                  <c:v>5.1497415971212002</c:v>
                </c:pt>
                <c:pt idx="23623">
                  <c:v>5.1526869114156648</c:v>
                </c:pt>
                <c:pt idx="23624">
                  <c:v>5.1510163846566108</c:v>
                </c:pt>
                <c:pt idx="23625">
                  <c:v>5.1471283783783788</c:v>
                </c:pt>
                <c:pt idx="23626">
                  <c:v>5.1450405788224485</c:v>
                </c:pt>
                <c:pt idx="23627">
                  <c:v>5.1427580200597198</c:v>
                </c:pt>
                <c:pt idx="23628">
                  <c:v>5.1432714761503711</c:v>
                </c:pt>
                <c:pt idx="23629">
                  <c:v>5.1434107265906128</c:v>
                </c:pt>
                <c:pt idx="23630">
                  <c:v>5.1403060638542222</c:v>
                </c:pt>
                <c:pt idx="23631">
                  <c:v>5.1377641451649954</c:v>
                </c:pt>
                <c:pt idx="23632">
                  <c:v>5.1356222724140572</c:v>
                </c:pt>
                <c:pt idx="23633">
                  <c:v>5.1335292090957809</c:v>
                </c:pt>
                <c:pt idx="23634">
                  <c:v>5.1353739185361</c:v>
                </c:pt>
                <c:pt idx="23635">
                  <c:v>5.1370616721537399</c:v>
                </c:pt>
                <c:pt idx="23636">
                  <c:v>5.135209784855677</c:v>
                </c:pt>
                <c:pt idx="23637">
                  <c:v>5.1301278615726211</c:v>
                </c:pt>
                <c:pt idx="23638">
                  <c:v>5.1276237462675143</c:v>
                </c:pt>
                <c:pt idx="23639">
                  <c:v>5.1292698683102369</c:v>
                </c:pt>
                <c:pt idx="23640">
                  <c:v>5.1316840211316128</c:v>
                </c:pt>
                <c:pt idx="23641">
                  <c:v>5.1313691524385572</c:v>
                </c:pt>
                <c:pt idx="23642">
                  <c:v>5.1328602327540001</c:v>
                </c:pt>
                <c:pt idx="23643">
                  <c:v>5.1336871219661591</c:v>
                </c:pt>
                <c:pt idx="23644">
                  <c:v>5.1351820304723983</c:v>
                </c:pt>
                <c:pt idx="23645">
                  <c:v>5.1371884809738919</c:v>
                </c:pt>
                <c:pt idx="23646">
                  <c:v>5.139092527371564</c:v>
                </c:pt>
                <c:pt idx="23647">
                  <c:v>5.1365951114003519</c:v>
                </c:pt>
                <c:pt idx="23648">
                  <c:v>5.1330325013398665</c:v>
                </c:pt>
                <c:pt idx="23649">
                  <c:v>5.1309710205956662</c:v>
                </c:pt>
                <c:pt idx="23650">
                  <c:v>5.1295316208559836</c:v>
                </c:pt>
                <c:pt idx="23651">
                  <c:v>5.129508651711201</c:v>
                </c:pt>
                <c:pt idx="23652">
                  <c:v>5.1271964244697958</c:v>
                </c:pt>
                <c:pt idx="23653">
                  <c:v>5.1248329951764795</c:v>
                </c:pt>
                <c:pt idx="23654">
                  <c:v>5.1184193400199067</c:v>
                </c:pt>
                <c:pt idx="23655">
                  <c:v>5.1181638082842049</c:v>
                </c:pt>
                <c:pt idx="23656">
                  <c:v>5.1175527333282291</c:v>
                </c:pt>
                <c:pt idx="23657">
                  <c:v>5.1152864443763875</c:v>
                </c:pt>
                <c:pt idx="23658">
                  <c:v>5.115617582880331</c:v>
                </c:pt>
                <c:pt idx="23659">
                  <c:v>5.1181925197151825</c:v>
                </c:pt>
                <c:pt idx="23660">
                  <c:v>5.1228337225327314</c:v>
                </c:pt>
                <c:pt idx="23661">
                  <c:v>5.1220379373707985</c:v>
                </c:pt>
                <c:pt idx="23662">
                  <c:v>5.1194984113008193</c:v>
                </c:pt>
                <c:pt idx="23663">
                  <c:v>5.1177010757216141</c:v>
                </c:pt>
                <c:pt idx="23664">
                  <c:v>5.1171751780108723</c:v>
                </c:pt>
                <c:pt idx="23665">
                  <c:v>5.1179350738840821</c:v>
                </c:pt>
                <c:pt idx="23666">
                  <c:v>5.1167401998315594</c:v>
                </c:pt>
                <c:pt idx="23667">
                  <c:v>5.1104533534951386</c:v>
                </c:pt>
                <c:pt idx="23668">
                  <c:v>5.1106572046550802</c:v>
                </c:pt>
                <c:pt idx="23669">
                  <c:v>5.1142982926269047</c:v>
                </c:pt>
                <c:pt idx="23670">
                  <c:v>5.1168076716943576</c:v>
                </c:pt>
                <c:pt idx="23671">
                  <c:v>5.1172522203506619</c:v>
                </c:pt>
                <c:pt idx="23672">
                  <c:v>5.1172378646351735</c:v>
                </c:pt>
                <c:pt idx="23673">
                  <c:v>5.1143140839139427</c:v>
                </c:pt>
                <c:pt idx="23674">
                  <c:v>5.1087512441620087</c:v>
                </c:pt>
                <c:pt idx="23675">
                  <c:v>5.1082880330755689</c:v>
                </c:pt>
                <c:pt idx="23676">
                  <c:v>5.1092173263915477</c:v>
                </c:pt>
                <c:pt idx="23677">
                  <c:v>5.1100571357476454</c:v>
                </c:pt>
                <c:pt idx="23678">
                  <c:v>5.1115673570170737</c:v>
                </c:pt>
                <c:pt idx="23679">
                  <c:v>5.1108237309547508</c:v>
                </c:pt>
                <c:pt idx="23680">
                  <c:v>5.1102179197611211</c:v>
                </c:pt>
                <c:pt idx="23681">
                  <c:v>5.1057599915779805</c:v>
                </c:pt>
                <c:pt idx="23682">
                  <c:v>5.1025873784549418</c:v>
                </c:pt>
                <c:pt idx="23683">
                  <c:v>5.1038401538932696</c:v>
                </c:pt>
                <c:pt idx="23684">
                  <c:v>5.1047397787305719</c:v>
                </c:pt>
                <c:pt idx="23685">
                  <c:v>5.1025031582574076</c:v>
                </c:pt>
                <c:pt idx="23686">
                  <c:v>5.1009647040808517</c:v>
                </c:pt>
                <c:pt idx="23687">
                  <c:v>5.0967015351045095</c:v>
                </c:pt>
                <c:pt idx="23688">
                  <c:v>5.0928967919761119</c:v>
                </c:pt>
                <c:pt idx="23689">
                  <c:v>5.091586115151979</c:v>
                </c:pt>
                <c:pt idx="23690">
                  <c:v>5.0935294005053215</c:v>
                </c:pt>
                <c:pt idx="23691">
                  <c:v>5.0958363639843807</c:v>
                </c:pt>
                <c:pt idx="23692">
                  <c:v>5.0946792933159788</c:v>
                </c:pt>
                <c:pt idx="23693">
                  <c:v>5.0956291631574917</c:v>
                </c:pt>
                <c:pt idx="23694">
                  <c:v>5.0970719125641226</c:v>
                </c:pt>
                <c:pt idx="23695">
                  <c:v>5.0953224293698796</c:v>
                </c:pt>
                <c:pt idx="23696">
                  <c:v>5.0961976494908505</c:v>
                </c:pt>
                <c:pt idx="23697">
                  <c:v>5.0998286884618329</c:v>
                </c:pt>
                <c:pt idx="23698">
                  <c:v>5.100872827501723</c:v>
                </c:pt>
                <c:pt idx="23699">
                  <c:v>5.1014484916928255</c:v>
                </c:pt>
                <c:pt idx="23700">
                  <c:v>5.1025031582574076</c:v>
                </c:pt>
                <c:pt idx="23701">
                  <c:v>5.1026012556465812</c:v>
                </c:pt>
                <c:pt idx="23702">
                  <c:v>5.1055221652247145</c:v>
                </c:pt>
                <c:pt idx="23703">
                  <c:v>5.1077185896945103</c:v>
                </c:pt>
                <c:pt idx="23704">
                  <c:v>5.1028582229538317</c:v>
                </c:pt>
                <c:pt idx="23705">
                  <c:v>5.0976537975652709</c:v>
                </c:pt>
                <c:pt idx="23706">
                  <c:v>5.0921354605313525</c:v>
                </c:pt>
                <c:pt idx="23707">
                  <c:v>5.0882938710665337</c:v>
                </c:pt>
                <c:pt idx="23708">
                  <c:v>5.0910090153893268</c:v>
                </c:pt>
                <c:pt idx="23709">
                  <c:v>5.0933284204884774</c:v>
                </c:pt>
                <c:pt idx="23710">
                  <c:v>5.0925919722838984</c:v>
                </c:pt>
                <c:pt idx="23711">
                  <c:v>5.0904979519179232</c:v>
                </c:pt>
                <c:pt idx="23712">
                  <c:v>5.0864577750555089</c:v>
                </c:pt>
                <c:pt idx="23713">
                  <c:v>5.0870334392466123</c:v>
                </c:pt>
                <c:pt idx="23714">
                  <c:v>5.0908094709440315</c:v>
                </c:pt>
                <c:pt idx="23715">
                  <c:v>5.0925158869918077</c:v>
                </c:pt>
                <c:pt idx="23716">
                  <c:v>5.0924532003675065</c:v>
                </c:pt>
                <c:pt idx="23717">
                  <c:v>5.0930523122272415</c:v>
                </c:pt>
                <c:pt idx="23718">
                  <c:v>5.0915985567720696</c:v>
                </c:pt>
                <c:pt idx="23719">
                  <c:v>5.0895208062169814</c:v>
                </c:pt>
                <c:pt idx="23720">
                  <c:v>5.0894968800245</c:v>
                </c:pt>
                <c:pt idx="23721">
                  <c:v>5.0925948434269968</c:v>
                </c:pt>
                <c:pt idx="23722">
                  <c:v>5.0897543258556004</c:v>
                </c:pt>
                <c:pt idx="23723">
                  <c:v>5.0881115534798251</c:v>
                </c:pt>
                <c:pt idx="23724">
                  <c:v>5.0888590077329452</c:v>
                </c:pt>
                <c:pt idx="23725">
                  <c:v>5.0866233443074806</c:v>
                </c:pt>
                <c:pt idx="23726">
                  <c:v>5.0863113467575225</c:v>
                </c:pt>
                <c:pt idx="23727">
                  <c:v>5.0850298598882171</c:v>
                </c:pt>
                <c:pt idx="23728">
                  <c:v>5.0843345647347062</c:v>
                </c:pt>
                <c:pt idx="23729">
                  <c:v>5.0867932202740986</c:v>
                </c:pt>
                <c:pt idx="23730">
                  <c:v>5.0895806216981851</c:v>
                </c:pt>
                <c:pt idx="23731">
                  <c:v>5.0890255340326158</c:v>
                </c:pt>
                <c:pt idx="23732">
                  <c:v>5.0860778271189035</c:v>
                </c:pt>
                <c:pt idx="23733">
                  <c:v>5.0856375851772455</c:v>
                </c:pt>
                <c:pt idx="23734">
                  <c:v>5.0881005474312841</c:v>
                </c:pt>
                <c:pt idx="23735">
                  <c:v>5.090498908965623</c:v>
                </c:pt>
                <c:pt idx="23736">
                  <c:v>5.0906831406477302</c:v>
                </c:pt>
                <c:pt idx="23737">
                  <c:v>5.0883704348824743</c:v>
                </c:pt>
                <c:pt idx="23738">
                  <c:v>5.0839991195161165</c:v>
                </c:pt>
                <c:pt idx="23739">
                  <c:v>5.0839278194625219</c:v>
                </c:pt>
                <c:pt idx="23740">
                  <c:v>5.0831382551106348</c:v>
                </c:pt>
                <c:pt idx="23741">
                  <c:v>5.0828750669933394</c:v>
                </c:pt>
                <c:pt idx="23742">
                  <c:v>5.0862457889901229</c:v>
                </c:pt>
                <c:pt idx="23743">
                  <c:v>5.0843178163999694</c:v>
                </c:pt>
                <c:pt idx="23744">
                  <c:v>5.0780970063547963</c:v>
                </c:pt>
                <c:pt idx="23745">
                  <c:v>5.0771590996095242</c:v>
                </c:pt>
                <c:pt idx="23746">
                  <c:v>5.0785138006278236</c:v>
                </c:pt>
                <c:pt idx="23747">
                  <c:v>5.0810518911262541</c:v>
                </c:pt>
                <c:pt idx="23748">
                  <c:v>5.0832574075491923</c:v>
                </c:pt>
                <c:pt idx="23749">
                  <c:v>5.0802690261082608</c:v>
                </c:pt>
                <c:pt idx="23750">
                  <c:v>5.0787497128856902</c:v>
                </c:pt>
                <c:pt idx="23751">
                  <c:v>5.0762838794885541</c:v>
                </c:pt>
                <c:pt idx="23752">
                  <c:v>5.0739826582956891</c:v>
                </c:pt>
                <c:pt idx="23753">
                  <c:v>5.0761403223336652</c:v>
                </c:pt>
                <c:pt idx="23754">
                  <c:v>5.0806006431360542</c:v>
                </c:pt>
                <c:pt idx="23755">
                  <c:v>5.0823003598499348</c:v>
                </c:pt>
                <c:pt idx="23756">
                  <c:v>5.0844919990812345</c:v>
                </c:pt>
                <c:pt idx="23757">
                  <c:v>5.0826018298752009</c:v>
                </c:pt>
                <c:pt idx="23758">
                  <c:v>5.0791263111553482</c:v>
                </c:pt>
                <c:pt idx="23759">
                  <c:v>5.0779879029170818</c:v>
                </c:pt>
                <c:pt idx="23760">
                  <c:v>5.0763178546818777</c:v>
                </c:pt>
                <c:pt idx="23761">
                  <c:v>5.0758158831636173</c:v>
                </c:pt>
                <c:pt idx="23762">
                  <c:v>5.0790664956741445</c:v>
                </c:pt>
                <c:pt idx="23763">
                  <c:v>5.0837502871143094</c:v>
                </c:pt>
                <c:pt idx="23764">
                  <c:v>5.0828013743204963</c:v>
                </c:pt>
                <c:pt idx="23765">
                  <c:v>5.0799804762269352</c:v>
                </c:pt>
                <c:pt idx="23766">
                  <c:v>5.0779295230074268</c:v>
                </c:pt>
                <c:pt idx="23767">
                  <c:v>5.0772906936681723</c:v>
                </c:pt>
                <c:pt idx="23768">
                  <c:v>5.0774907166373175</c:v>
                </c:pt>
                <c:pt idx="23769">
                  <c:v>5.0780328841589464</c:v>
                </c:pt>
                <c:pt idx="23770">
                  <c:v>5.0758469872138425</c:v>
                </c:pt>
                <c:pt idx="23771">
                  <c:v>5.0761766901462373</c:v>
                </c:pt>
                <c:pt idx="23772">
                  <c:v>5.0772227432815251</c:v>
                </c:pt>
                <c:pt idx="23773">
                  <c:v>5.0788368042263228</c:v>
                </c:pt>
                <c:pt idx="23774">
                  <c:v>5.0799713842737919</c:v>
                </c:pt>
                <c:pt idx="23775">
                  <c:v>5.0810777314141333</c:v>
                </c:pt>
                <c:pt idx="23776">
                  <c:v>5.0836373554857976</c:v>
                </c:pt>
                <c:pt idx="23777">
                  <c:v>5.0837354528749712</c:v>
                </c:pt>
                <c:pt idx="23778">
                  <c:v>5.0823592182834396</c:v>
                </c:pt>
                <c:pt idx="23779">
                  <c:v>5.0806355753770767</c:v>
                </c:pt>
                <c:pt idx="23780">
                  <c:v>5.0785913214914631</c:v>
                </c:pt>
                <c:pt idx="23781">
                  <c:v>5.0785018375315829</c:v>
                </c:pt>
                <c:pt idx="23782">
                  <c:v>5.0791038205344154</c:v>
                </c:pt>
                <c:pt idx="23783">
                  <c:v>5.0812720120970827</c:v>
                </c:pt>
                <c:pt idx="23784">
                  <c:v>5.0828870300895801</c:v>
                </c:pt>
                <c:pt idx="23785">
                  <c:v>5.08613381440931</c:v>
                </c:pt>
                <c:pt idx="23786">
                  <c:v>5.0852327540004598</c:v>
                </c:pt>
                <c:pt idx="23787">
                  <c:v>5.0849250631651479</c:v>
                </c:pt>
                <c:pt idx="23788">
                  <c:v>5.0823233289947174</c:v>
                </c:pt>
                <c:pt idx="23789">
                  <c:v>5.0774179810121733</c:v>
                </c:pt>
                <c:pt idx="23790">
                  <c:v>5.0772509761886528</c:v>
                </c:pt>
                <c:pt idx="23791">
                  <c:v>5.0820596623535721</c:v>
                </c:pt>
                <c:pt idx="23792">
                  <c:v>5.0841244927647198</c:v>
                </c:pt>
                <c:pt idx="23793">
                  <c:v>5.0809844192634559</c:v>
                </c:pt>
                <c:pt idx="23794">
                  <c:v>5.0770212847408311</c:v>
                </c:pt>
                <c:pt idx="23795">
                  <c:v>5.0777184939897406</c:v>
                </c:pt>
                <c:pt idx="23796">
                  <c:v>5.0770581310772531</c:v>
                </c:pt>
                <c:pt idx="23797">
                  <c:v>5.0738721192864249</c:v>
                </c:pt>
                <c:pt idx="23798">
                  <c:v>5.0739544253885613</c:v>
                </c:pt>
                <c:pt idx="23799">
                  <c:v>5.0797809317816398</c:v>
                </c:pt>
                <c:pt idx="23800">
                  <c:v>5.0846451267131156</c:v>
                </c:pt>
                <c:pt idx="23801">
                  <c:v>5.0831071510604087</c:v>
                </c:pt>
                <c:pt idx="23802">
                  <c:v>5.0808714876349441</c:v>
                </c:pt>
                <c:pt idx="23803">
                  <c:v>5.0798393116912948</c:v>
                </c:pt>
                <c:pt idx="23804">
                  <c:v>5.0811284549421947</c:v>
                </c:pt>
                <c:pt idx="23805">
                  <c:v>5.0812433006661051</c:v>
                </c:pt>
                <c:pt idx="23806">
                  <c:v>5.0775859428833936</c:v>
                </c:pt>
                <c:pt idx="23807">
                  <c:v>5.0772624607610446</c:v>
                </c:pt>
                <c:pt idx="23808">
                  <c:v>5.0788703008957965</c:v>
                </c:pt>
                <c:pt idx="23809">
                  <c:v>5.0755732715718551</c:v>
                </c:pt>
                <c:pt idx="23810">
                  <c:v>5.0733476571472318</c:v>
                </c:pt>
                <c:pt idx="23811">
                  <c:v>5.0774581770155427</c:v>
                </c:pt>
                <c:pt idx="23812">
                  <c:v>5.085036080698262</c:v>
                </c:pt>
                <c:pt idx="23813">
                  <c:v>5.0850016269810885</c:v>
                </c:pt>
                <c:pt idx="23814">
                  <c:v>5.0854595743051831</c:v>
                </c:pt>
                <c:pt idx="23815">
                  <c:v>5.082829128703775</c:v>
                </c:pt>
                <c:pt idx="23816">
                  <c:v>5.0801058494755376</c:v>
                </c:pt>
                <c:pt idx="23817">
                  <c:v>5.0827956320343004</c:v>
                </c:pt>
                <c:pt idx="23818">
                  <c:v>5.0868716981854378</c:v>
                </c:pt>
                <c:pt idx="23819">
                  <c:v>5.0818783018145623</c:v>
                </c:pt>
                <c:pt idx="23820">
                  <c:v>5.0788401538932701</c:v>
                </c:pt>
                <c:pt idx="23821">
                  <c:v>5.0781104050225867</c:v>
                </c:pt>
                <c:pt idx="23822">
                  <c:v>5.0738151749483196</c:v>
                </c:pt>
                <c:pt idx="23823">
                  <c:v>5.0754785238496289</c:v>
                </c:pt>
                <c:pt idx="23824">
                  <c:v>5.0832047699257332</c:v>
                </c:pt>
                <c:pt idx="23825">
                  <c:v>5.0881594058647881</c:v>
                </c:pt>
                <c:pt idx="23826">
                  <c:v>5.0878689418880638</c:v>
                </c:pt>
                <c:pt idx="23827">
                  <c:v>5.0846786233825894</c:v>
                </c:pt>
                <c:pt idx="23828">
                  <c:v>5.085756737615803</c:v>
                </c:pt>
                <c:pt idx="23829">
                  <c:v>5.0860242324477456</c:v>
                </c:pt>
                <c:pt idx="23830">
                  <c:v>5.087120052063395</c:v>
                </c:pt>
                <c:pt idx="23831">
                  <c:v>5.084786769772605</c:v>
                </c:pt>
                <c:pt idx="23832">
                  <c:v>5.0824520519102672</c:v>
                </c:pt>
                <c:pt idx="23833">
                  <c:v>5.0835287305719321</c:v>
                </c:pt>
                <c:pt idx="23834">
                  <c:v>5.0858036329530663</c:v>
                </c:pt>
                <c:pt idx="23835">
                  <c:v>5.082367831712733</c:v>
                </c:pt>
                <c:pt idx="23836">
                  <c:v>5.0803240563509684</c:v>
                </c:pt>
                <c:pt idx="23837">
                  <c:v>5.0786047201592526</c:v>
                </c:pt>
                <c:pt idx="23838">
                  <c:v>5.0758728275017226</c:v>
                </c:pt>
                <c:pt idx="23839">
                  <c:v>5.0806106921368963</c:v>
                </c:pt>
                <c:pt idx="23840">
                  <c:v>5.0869764949085061</c:v>
                </c:pt>
                <c:pt idx="23841">
                  <c:v>5.0879880943266214</c:v>
                </c:pt>
                <c:pt idx="23842">
                  <c:v>5.0870229117219203</c:v>
                </c:pt>
                <c:pt idx="23843">
                  <c:v>5.086478830104892</c:v>
                </c:pt>
                <c:pt idx="23844">
                  <c:v>5.0864003521935537</c:v>
                </c:pt>
                <c:pt idx="23845">
                  <c:v>5.0820630120205195</c:v>
                </c:pt>
                <c:pt idx="23846">
                  <c:v>5.0796531659137889</c:v>
                </c:pt>
                <c:pt idx="23847">
                  <c:v>5.0818744736237651</c:v>
                </c:pt>
                <c:pt idx="23848">
                  <c:v>5.0849054436873136</c:v>
                </c:pt>
                <c:pt idx="23849">
                  <c:v>5.0834516882321417</c:v>
                </c:pt>
                <c:pt idx="23850">
                  <c:v>5.0802139958655541</c:v>
                </c:pt>
                <c:pt idx="23851">
                  <c:v>5.0778587014776813</c:v>
                </c:pt>
                <c:pt idx="23852">
                  <c:v>5.0759996363218747</c:v>
                </c:pt>
                <c:pt idx="23853">
                  <c:v>5.0740132838220653</c:v>
                </c:pt>
                <c:pt idx="23854">
                  <c:v>5.0711789870607147</c:v>
                </c:pt>
                <c:pt idx="23855">
                  <c:v>5.0708311002220352</c:v>
                </c:pt>
                <c:pt idx="23856">
                  <c:v>5.0745913406324172</c:v>
                </c:pt>
                <c:pt idx="23857">
                  <c:v>5.0777720886608986</c:v>
                </c:pt>
                <c:pt idx="23858">
                  <c:v>5.0746903950692905</c:v>
                </c:pt>
                <c:pt idx="23859">
                  <c:v>5.0754421560370568</c:v>
                </c:pt>
                <c:pt idx="23860">
                  <c:v>5.0810672038894422</c:v>
                </c:pt>
                <c:pt idx="23861">
                  <c:v>5.0854978562131539</c:v>
                </c:pt>
                <c:pt idx="23862">
                  <c:v>5.0863883890973129</c:v>
                </c:pt>
                <c:pt idx="23863">
                  <c:v>5.0838613046474235</c:v>
                </c:pt>
                <c:pt idx="23864">
                  <c:v>5.0841283209555161</c:v>
                </c:pt>
                <c:pt idx="23865">
                  <c:v>5.083179886685552</c:v>
                </c:pt>
                <c:pt idx="23866">
                  <c:v>5.083274634407779</c:v>
                </c:pt>
                <c:pt idx="23867">
                  <c:v>5.0830655194854915</c:v>
                </c:pt>
                <c:pt idx="23868">
                  <c:v>5.0837727777352422</c:v>
                </c:pt>
                <c:pt idx="23869">
                  <c:v>5.0855806408391393</c:v>
                </c:pt>
                <c:pt idx="23870">
                  <c:v>5.0880976762881858</c:v>
                </c:pt>
                <c:pt idx="23871">
                  <c:v>5.0867137853150597</c:v>
                </c:pt>
                <c:pt idx="23872">
                  <c:v>5.0842182834392462</c:v>
                </c:pt>
                <c:pt idx="23873">
                  <c:v>5.0820433925426842</c:v>
                </c:pt>
                <c:pt idx="23874">
                  <c:v>5.0813088584335047</c:v>
                </c:pt>
                <c:pt idx="23875">
                  <c:v>5.0854255991118595</c:v>
                </c:pt>
                <c:pt idx="23876">
                  <c:v>5.0851490123267746</c:v>
                </c:pt>
                <c:pt idx="23877">
                  <c:v>5.0830569060561981</c:v>
                </c:pt>
                <c:pt idx="23878">
                  <c:v>5.0822697343235586</c:v>
                </c:pt>
                <c:pt idx="23879">
                  <c:v>5.0788602518949544</c:v>
                </c:pt>
                <c:pt idx="23880">
                  <c:v>5.0773686930556616</c:v>
                </c:pt>
                <c:pt idx="23881">
                  <c:v>5.078480303958349</c:v>
                </c:pt>
                <c:pt idx="23882">
                  <c:v>5.0799316667942733</c:v>
                </c:pt>
                <c:pt idx="23883">
                  <c:v>5.0798689801699712</c:v>
                </c:pt>
                <c:pt idx="23884">
                  <c:v>5.0820965086899932</c:v>
                </c:pt>
                <c:pt idx="23885">
                  <c:v>5.0871243587780413</c:v>
                </c:pt>
                <c:pt idx="23886">
                  <c:v>5.0863204387106657</c:v>
                </c:pt>
                <c:pt idx="23887">
                  <c:v>5.0819553441543528</c:v>
                </c:pt>
                <c:pt idx="23888">
                  <c:v>5.080066131996019</c:v>
                </c:pt>
                <c:pt idx="23889">
                  <c:v>5.0810294005053214</c:v>
                </c:pt>
                <c:pt idx="23890">
                  <c:v>5.0811681724217133</c:v>
                </c:pt>
                <c:pt idx="23891">
                  <c:v>5.0777797450424931</c:v>
                </c:pt>
                <c:pt idx="23892">
                  <c:v>5.0750459382895645</c:v>
                </c:pt>
                <c:pt idx="23893">
                  <c:v>5.0796584296761349</c:v>
                </c:pt>
                <c:pt idx="23894">
                  <c:v>5.0863993951458539</c:v>
                </c:pt>
                <c:pt idx="23895">
                  <c:v>5.0901960033688081</c:v>
                </c:pt>
                <c:pt idx="23896">
                  <c:v>5.0885369611821449</c:v>
                </c:pt>
                <c:pt idx="23897">
                  <c:v>5.0845120970829187</c:v>
                </c:pt>
                <c:pt idx="23898">
                  <c:v>5.0872238917387644</c:v>
                </c:pt>
                <c:pt idx="23899">
                  <c:v>5.0894992726437485</c:v>
                </c:pt>
                <c:pt idx="23900">
                  <c:v>5.0913511599418113</c:v>
                </c:pt>
                <c:pt idx="23901">
                  <c:v>5.09137891432509</c:v>
                </c:pt>
                <c:pt idx="23902">
                  <c:v>5.0889891662200446</c:v>
                </c:pt>
                <c:pt idx="23903">
                  <c:v>5.0858773256259093</c:v>
                </c:pt>
                <c:pt idx="23904">
                  <c:v>5.0849341551182912</c:v>
                </c:pt>
                <c:pt idx="23905">
                  <c:v>5.0889824668861499</c:v>
                </c:pt>
                <c:pt idx="23906">
                  <c:v>5.0903711430977721</c:v>
                </c:pt>
                <c:pt idx="23907">
                  <c:v>5.0836029017686242</c:v>
                </c:pt>
                <c:pt idx="23908">
                  <c:v>5.0793631804609145</c:v>
                </c:pt>
                <c:pt idx="23909">
                  <c:v>5.0796976686318045</c:v>
                </c:pt>
                <c:pt idx="23910">
                  <c:v>5.0818759091953147</c:v>
                </c:pt>
                <c:pt idx="23911">
                  <c:v>5.0821912564122194</c:v>
                </c:pt>
                <c:pt idx="23912">
                  <c:v>5.0818596393844269</c:v>
                </c:pt>
                <c:pt idx="23913">
                  <c:v>5.0801833703391779</c:v>
                </c:pt>
                <c:pt idx="23914">
                  <c:v>5.0751717900620168</c:v>
                </c:pt>
                <c:pt idx="23915">
                  <c:v>5.0694323750095709</c:v>
                </c:pt>
                <c:pt idx="23916">
                  <c:v>5.066244449123344</c:v>
                </c:pt>
                <c:pt idx="23917">
                  <c:v>5.0677096891509077</c:v>
                </c:pt>
                <c:pt idx="23918">
                  <c:v>5.0738855179542153</c:v>
                </c:pt>
                <c:pt idx="23919">
                  <c:v>5.0799575070821525</c:v>
                </c:pt>
                <c:pt idx="23920">
                  <c:v>5.0807212311461605</c:v>
                </c:pt>
                <c:pt idx="23921">
                  <c:v>5.078984189572008</c:v>
                </c:pt>
                <c:pt idx="23922">
                  <c:v>5.0757981777811807</c:v>
                </c:pt>
                <c:pt idx="23923">
                  <c:v>5.0690749176938983</c:v>
                </c:pt>
                <c:pt idx="23924">
                  <c:v>5.069553920067376</c:v>
                </c:pt>
                <c:pt idx="23925">
                  <c:v>5.0726432700405786</c:v>
                </c:pt>
                <c:pt idx="23926">
                  <c:v>5.0721810160018377</c:v>
                </c:pt>
                <c:pt idx="23927">
                  <c:v>5.0706631383508158</c:v>
                </c:pt>
                <c:pt idx="23928">
                  <c:v>5.0721834086210853</c:v>
                </c:pt>
                <c:pt idx="23929">
                  <c:v>5.076618846183294</c:v>
                </c:pt>
                <c:pt idx="23930">
                  <c:v>5.0774045823443839</c:v>
                </c:pt>
                <c:pt idx="23931">
                  <c:v>5.0782664037975653</c:v>
                </c:pt>
                <c:pt idx="23932">
                  <c:v>5.0810801240333818</c:v>
                </c:pt>
                <c:pt idx="23933">
                  <c:v>5.0789516499502332</c:v>
                </c:pt>
                <c:pt idx="23934">
                  <c:v>5.0781261963096238</c:v>
                </c:pt>
                <c:pt idx="23935">
                  <c:v>5.0811609945639686</c:v>
                </c:pt>
                <c:pt idx="23936">
                  <c:v>5.0812203315213234</c:v>
                </c:pt>
                <c:pt idx="23937">
                  <c:v>5.0788315404639768</c:v>
                </c:pt>
                <c:pt idx="23938">
                  <c:v>5.0759087167904449</c:v>
                </c:pt>
                <c:pt idx="23939">
                  <c:v>5.0704195697113548</c:v>
                </c:pt>
                <c:pt idx="23940">
                  <c:v>5.0669990812342087</c:v>
                </c:pt>
                <c:pt idx="23941">
                  <c:v>5.0663990123267748</c:v>
                </c:pt>
                <c:pt idx="23942">
                  <c:v>5.0666631574917691</c:v>
                </c:pt>
                <c:pt idx="23943">
                  <c:v>5.06835043258556</c:v>
                </c:pt>
                <c:pt idx="23944">
                  <c:v>5.0685786884618329</c:v>
                </c:pt>
                <c:pt idx="23945">
                  <c:v>5.0673460110251893</c:v>
                </c:pt>
                <c:pt idx="23946">
                  <c:v>5.0673512747875353</c:v>
                </c:pt>
                <c:pt idx="23947">
                  <c:v>5.0667631689763422</c:v>
                </c:pt>
                <c:pt idx="23948">
                  <c:v>5.0660592603935379</c:v>
                </c:pt>
                <c:pt idx="23949">
                  <c:v>5.0692371372789218</c:v>
                </c:pt>
                <c:pt idx="23950">
                  <c:v>5.0721326850930248</c:v>
                </c:pt>
                <c:pt idx="23951">
                  <c:v>5.0718541842125413</c:v>
                </c:pt>
                <c:pt idx="23952">
                  <c:v>5.0688830296301965</c:v>
                </c:pt>
                <c:pt idx="23953">
                  <c:v>5.066796187121966</c:v>
                </c:pt>
                <c:pt idx="23954">
                  <c:v>5.0667148380675293</c:v>
                </c:pt>
                <c:pt idx="23955">
                  <c:v>5.0655261848250515</c:v>
                </c:pt>
                <c:pt idx="23956">
                  <c:v>5.0607194127555317</c:v>
                </c:pt>
                <c:pt idx="23957">
                  <c:v>5.0603485567720696</c:v>
                </c:pt>
                <c:pt idx="23958">
                  <c:v>5.0665334775285196</c:v>
                </c:pt>
                <c:pt idx="23959">
                  <c:v>5.0734165645815787</c:v>
                </c:pt>
                <c:pt idx="23960">
                  <c:v>5.0741688040731949</c:v>
                </c:pt>
                <c:pt idx="23961">
                  <c:v>5.0745008996248373</c:v>
                </c:pt>
                <c:pt idx="23962">
                  <c:v>5.0714995980399662</c:v>
                </c:pt>
                <c:pt idx="23963">
                  <c:v>5.070795210933313</c:v>
                </c:pt>
                <c:pt idx="23964">
                  <c:v>5.0723982658295688</c:v>
                </c:pt>
                <c:pt idx="23965">
                  <c:v>5.0693462407166372</c:v>
                </c:pt>
                <c:pt idx="23966">
                  <c:v>5.0680834162774673</c:v>
                </c:pt>
                <c:pt idx="23967">
                  <c:v>5.067517801087206</c:v>
                </c:pt>
                <c:pt idx="23968">
                  <c:v>5.0687255952836692</c:v>
                </c:pt>
                <c:pt idx="23969">
                  <c:v>5.0674685131306942</c:v>
                </c:pt>
                <c:pt idx="23970">
                  <c:v>5.0699319539085828</c:v>
                </c:pt>
                <c:pt idx="23971">
                  <c:v>5.0731304073195007</c:v>
                </c:pt>
                <c:pt idx="23972">
                  <c:v>5.0733610558150222</c:v>
                </c:pt>
                <c:pt idx="23973">
                  <c:v>5.0730471441696654</c:v>
                </c:pt>
                <c:pt idx="23974">
                  <c:v>5.0713818811729574</c:v>
                </c:pt>
                <c:pt idx="23975">
                  <c:v>5.0714838067529282</c:v>
                </c:pt>
                <c:pt idx="23976">
                  <c:v>5.0738611132378839</c:v>
                </c:pt>
                <c:pt idx="23977">
                  <c:v>5.0745008996248373</c:v>
                </c:pt>
                <c:pt idx="23978">
                  <c:v>5.0772629392848936</c:v>
                </c:pt>
                <c:pt idx="23979">
                  <c:v>5.0782343426996404</c:v>
                </c:pt>
                <c:pt idx="23980">
                  <c:v>5.0760202128474079</c:v>
                </c:pt>
                <c:pt idx="23981">
                  <c:v>5.0743276739912719</c:v>
                </c:pt>
                <c:pt idx="23982">
                  <c:v>5.0721642676671008</c:v>
                </c:pt>
                <c:pt idx="23983">
                  <c:v>5.0675814447592069</c:v>
                </c:pt>
                <c:pt idx="23984">
                  <c:v>5.0649074534874821</c:v>
                </c:pt>
                <c:pt idx="23985">
                  <c:v>5.0640370186050072</c:v>
                </c:pt>
                <c:pt idx="23986">
                  <c:v>5.0627957277390703</c:v>
                </c:pt>
                <c:pt idx="23987">
                  <c:v>5.0630445601408773</c:v>
                </c:pt>
                <c:pt idx="23988">
                  <c:v>5.0585904601485341</c:v>
                </c:pt>
                <c:pt idx="23989">
                  <c:v>5.0578257790368273</c:v>
                </c:pt>
                <c:pt idx="23990">
                  <c:v>5.0598867812571777</c:v>
                </c:pt>
                <c:pt idx="23991">
                  <c:v>5.0635900773294544</c:v>
                </c:pt>
                <c:pt idx="23992">
                  <c:v>5.0685686394609908</c:v>
                </c:pt>
                <c:pt idx="23993">
                  <c:v>5.0743917961871219</c:v>
                </c:pt>
                <c:pt idx="23994">
                  <c:v>5.0774730112548809</c:v>
                </c:pt>
                <c:pt idx="23995">
                  <c:v>5.0783171273256258</c:v>
                </c:pt>
                <c:pt idx="23996">
                  <c:v>5.0784439361457778</c:v>
                </c:pt>
                <c:pt idx="23997">
                  <c:v>5.0769260584947551</c:v>
                </c:pt>
                <c:pt idx="23998">
                  <c:v>5.072953832018988</c:v>
                </c:pt>
                <c:pt idx="23999">
                  <c:v>5.0713957583645968</c:v>
                </c:pt>
                <c:pt idx="24000">
                  <c:v>5.0707224753081697</c:v>
                </c:pt>
                <c:pt idx="24001">
                  <c:v>5.0706545249215225</c:v>
                </c:pt>
                <c:pt idx="24002">
                  <c:v>5.0739166220044405</c:v>
                </c:pt>
                <c:pt idx="24003">
                  <c:v>5.0777854873286881</c:v>
                </c:pt>
                <c:pt idx="24004">
                  <c:v>5.0776840402725671</c:v>
                </c:pt>
                <c:pt idx="24005">
                  <c:v>5.0719393614577752</c:v>
                </c:pt>
                <c:pt idx="24006">
                  <c:v>5.0675493836612819</c:v>
                </c:pt>
                <c:pt idx="24007">
                  <c:v>5.0651907396064617</c:v>
                </c:pt>
                <c:pt idx="24008">
                  <c:v>5.0667741750248831</c:v>
                </c:pt>
                <c:pt idx="24009">
                  <c:v>5.0697936605160399</c:v>
                </c:pt>
                <c:pt idx="24010">
                  <c:v>5.0697907893729424</c:v>
                </c:pt>
                <c:pt idx="24011">
                  <c:v>5.0684480514508845</c:v>
                </c:pt>
                <c:pt idx="24012">
                  <c:v>5.0669727624224787</c:v>
                </c:pt>
                <c:pt idx="24013">
                  <c:v>5.0676637508613434</c:v>
                </c:pt>
                <c:pt idx="24014">
                  <c:v>5.0712646428297985</c:v>
                </c:pt>
                <c:pt idx="24015">
                  <c:v>5.0767049804762268</c:v>
                </c:pt>
                <c:pt idx="24016">
                  <c:v>5.0766020978485571</c:v>
                </c:pt>
                <c:pt idx="24017">
                  <c:v>5.0748722341321493</c:v>
                </c:pt>
                <c:pt idx="24018">
                  <c:v>5.0776237462675136</c:v>
                </c:pt>
                <c:pt idx="24019">
                  <c:v>5.0805111591761731</c:v>
                </c:pt>
                <c:pt idx="24020">
                  <c:v>5.0790626674833472</c:v>
                </c:pt>
                <c:pt idx="24021">
                  <c:v>5.0776505436030934</c:v>
                </c:pt>
                <c:pt idx="24022">
                  <c:v>5.0764145164995025</c:v>
                </c:pt>
                <c:pt idx="24023">
                  <c:v>5.0751244162009037</c:v>
                </c:pt>
                <c:pt idx="24024">
                  <c:v>5.0765173991271721</c:v>
                </c:pt>
                <c:pt idx="24025">
                  <c:v>5.0774529132531967</c:v>
                </c:pt>
                <c:pt idx="24026">
                  <c:v>5.0756503139116456</c:v>
                </c:pt>
                <c:pt idx="24027">
                  <c:v>5.0752124645892351</c:v>
                </c:pt>
                <c:pt idx="24028">
                  <c:v>5.0721097159482431</c:v>
                </c:pt>
                <c:pt idx="24029">
                  <c:v>5.0719876923665872</c:v>
                </c:pt>
                <c:pt idx="24030">
                  <c:v>5.0729227279687619</c:v>
                </c:pt>
                <c:pt idx="24031">
                  <c:v>5.0718781104050228</c:v>
                </c:pt>
                <c:pt idx="24032">
                  <c:v>5.0728959306331829</c:v>
                </c:pt>
                <c:pt idx="24033">
                  <c:v>5.0760092067988669</c:v>
                </c:pt>
                <c:pt idx="24034">
                  <c:v>5.0751004900084222</c:v>
                </c:pt>
                <c:pt idx="24035">
                  <c:v>5.0742793430824591</c:v>
                </c:pt>
                <c:pt idx="24036">
                  <c:v>5.075462732562591</c:v>
                </c:pt>
                <c:pt idx="24037">
                  <c:v>5.0768882551106351</c:v>
                </c:pt>
                <c:pt idx="24038">
                  <c:v>5.0773907051527445</c:v>
                </c:pt>
                <c:pt idx="24039">
                  <c:v>5.0749995214761503</c:v>
                </c:pt>
                <c:pt idx="24040">
                  <c:v>5.0717824056350969</c:v>
                </c:pt>
                <c:pt idx="24041">
                  <c:v>5.0708095666488013</c:v>
                </c:pt>
                <c:pt idx="24042">
                  <c:v>5.0693189648572083</c:v>
                </c:pt>
                <c:pt idx="24043">
                  <c:v>5.0678369764949087</c:v>
                </c:pt>
                <c:pt idx="24044">
                  <c:v>5.0657338641757903</c:v>
                </c:pt>
                <c:pt idx="24045">
                  <c:v>5.0667081387336346</c:v>
                </c:pt>
                <c:pt idx="24046">
                  <c:v>5.071887680882015</c:v>
                </c:pt>
                <c:pt idx="24047">
                  <c:v>5.0763006278232909</c:v>
                </c:pt>
                <c:pt idx="24048">
                  <c:v>5.0785027945792818</c:v>
                </c:pt>
                <c:pt idx="24049">
                  <c:v>5.0779553632953069</c:v>
                </c:pt>
                <c:pt idx="24050">
                  <c:v>5.0763073271571857</c:v>
                </c:pt>
                <c:pt idx="24051">
                  <c:v>5.0783046857055352</c:v>
                </c:pt>
                <c:pt idx="24052">
                  <c:v>5.0815227585942884</c:v>
                </c:pt>
                <c:pt idx="24053">
                  <c:v>5.0789449506163384</c:v>
                </c:pt>
                <c:pt idx="24054">
                  <c:v>5.0718546627363912</c:v>
                </c:pt>
                <c:pt idx="24055">
                  <c:v>5.0694103629124871</c:v>
                </c:pt>
                <c:pt idx="24056">
                  <c:v>5.0694007924354949</c:v>
                </c:pt>
                <c:pt idx="24057">
                  <c:v>5.0719082574075491</c:v>
                </c:pt>
                <c:pt idx="24058">
                  <c:v>5.072636092182834</c:v>
                </c:pt>
                <c:pt idx="24059">
                  <c:v>5.0711167789602634</c:v>
                </c:pt>
                <c:pt idx="24060">
                  <c:v>5.0685126521705843</c:v>
                </c:pt>
                <c:pt idx="24061">
                  <c:v>5.0683915856366282</c:v>
                </c:pt>
                <c:pt idx="24062">
                  <c:v>5.0717326391547353</c:v>
                </c:pt>
                <c:pt idx="24063">
                  <c:v>5.0737634943725594</c:v>
                </c:pt>
                <c:pt idx="24064">
                  <c:v>5.0726662391853612</c:v>
                </c:pt>
                <c:pt idx="24065">
                  <c:v>5.0703157300359853</c:v>
                </c:pt>
                <c:pt idx="24066">
                  <c:v>5.0702831904142105</c:v>
                </c:pt>
                <c:pt idx="24067">
                  <c:v>5.071755129775668</c:v>
                </c:pt>
                <c:pt idx="24068">
                  <c:v>5.0712411951611669</c:v>
                </c:pt>
                <c:pt idx="24069">
                  <c:v>5.0703444414669629</c:v>
                </c:pt>
                <c:pt idx="24070">
                  <c:v>5.0707234323558685</c:v>
                </c:pt>
                <c:pt idx="24071">
                  <c:v>5.0729830219738155</c:v>
                </c:pt>
                <c:pt idx="24072">
                  <c:v>5.076088641757905</c:v>
                </c:pt>
                <c:pt idx="24073">
                  <c:v>5.0792598193093941</c:v>
                </c:pt>
                <c:pt idx="24074">
                  <c:v>5.0772682030472396</c:v>
                </c:pt>
                <c:pt idx="24075">
                  <c:v>5.0773543373401733</c:v>
                </c:pt>
                <c:pt idx="24076">
                  <c:v>5.0798948204578513</c:v>
                </c:pt>
                <c:pt idx="24077">
                  <c:v>5.0810145662659822</c:v>
                </c:pt>
                <c:pt idx="24078">
                  <c:v>5.079429695276013</c:v>
                </c:pt>
                <c:pt idx="24079">
                  <c:v>5.0762465546282822</c:v>
                </c:pt>
                <c:pt idx="24080">
                  <c:v>5.0735510297833244</c:v>
                </c:pt>
                <c:pt idx="24081">
                  <c:v>5.0731600757981781</c:v>
                </c:pt>
                <c:pt idx="24082">
                  <c:v>5.071818773447669</c:v>
                </c:pt>
                <c:pt idx="24083">
                  <c:v>5.0711799441084144</c:v>
                </c:pt>
                <c:pt idx="24084">
                  <c:v>5.0709770499961717</c:v>
                </c:pt>
                <c:pt idx="24085">
                  <c:v>5.0702315098384503</c:v>
                </c:pt>
                <c:pt idx="24086">
                  <c:v>5.0704860845264532</c:v>
                </c:pt>
                <c:pt idx="24087">
                  <c:v>5.0680317357017071</c:v>
                </c:pt>
                <c:pt idx="24088">
                  <c:v>5.0624832516652631</c:v>
                </c:pt>
                <c:pt idx="24089">
                  <c:v>5.0572247530816936</c:v>
                </c:pt>
                <c:pt idx="24090">
                  <c:v>5.0546708712962252</c:v>
                </c:pt>
                <c:pt idx="24091">
                  <c:v>5.0555073309853764</c:v>
                </c:pt>
                <c:pt idx="24092">
                  <c:v>5.0579305757598956</c:v>
                </c:pt>
                <c:pt idx="24093">
                  <c:v>5.0640025648878337</c:v>
                </c:pt>
                <c:pt idx="24094">
                  <c:v>5.0717541727279691</c:v>
                </c:pt>
                <c:pt idx="24095">
                  <c:v>5.0733548350049764</c:v>
                </c:pt>
                <c:pt idx="24096">
                  <c:v>5.0708358854605313</c:v>
                </c:pt>
                <c:pt idx="24097">
                  <c:v>5.0692892963785319</c:v>
                </c:pt>
                <c:pt idx="24098">
                  <c:v>5.0664325089962485</c:v>
                </c:pt>
                <c:pt idx="24099">
                  <c:v>5.0653395605236966</c:v>
                </c:pt>
                <c:pt idx="24100">
                  <c:v>5.0678752584028786</c:v>
                </c:pt>
                <c:pt idx="24101">
                  <c:v>5.071245980399663</c:v>
                </c:pt>
                <c:pt idx="24102">
                  <c:v>5.0704320113314445</c:v>
                </c:pt>
                <c:pt idx="24103">
                  <c:v>5.0699812418650945</c:v>
                </c:pt>
                <c:pt idx="24104">
                  <c:v>5.0687677053824363</c:v>
                </c:pt>
                <c:pt idx="24105">
                  <c:v>5.0697328879871373</c:v>
                </c:pt>
                <c:pt idx="24106">
                  <c:v>5.0703640609447973</c:v>
                </c:pt>
                <c:pt idx="24107">
                  <c:v>5.0682480284817393</c:v>
                </c:pt>
                <c:pt idx="24108">
                  <c:v>5.0678695161166836</c:v>
                </c:pt>
                <c:pt idx="24109">
                  <c:v>5.070492783860348</c:v>
                </c:pt>
                <c:pt idx="24110">
                  <c:v>5.0727083492841283</c:v>
                </c:pt>
                <c:pt idx="24111">
                  <c:v>5.0735701707373098</c:v>
                </c:pt>
                <c:pt idx="24112">
                  <c:v>5.0747229346910654</c:v>
                </c:pt>
                <c:pt idx="24113">
                  <c:v>5.0736797526988742</c:v>
                </c:pt>
                <c:pt idx="24114">
                  <c:v>5.0734591532041957</c:v>
                </c:pt>
                <c:pt idx="24115">
                  <c:v>5.0710004976648033</c:v>
                </c:pt>
                <c:pt idx="24116">
                  <c:v>5.0667842240257253</c:v>
                </c:pt>
                <c:pt idx="24117">
                  <c:v>5.0653223336651099</c:v>
                </c:pt>
                <c:pt idx="24118">
                  <c:v>5.065608012403338</c:v>
                </c:pt>
                <c:pt idx="24119">
                  <c:v>5.0655343197304949</c:v>
                </c:pt>
                <c:pt idx="24120">
                  <c:v>5.0657711890360613</c:v>
                </c:pt>
                <c:pt idx="24121">
                  <c:v>5.0696845570783244</c:v>
                </c:pt>
                <c:pt idx="24122">
                  <c:v>5.0709373325166522</c:v>
                </c:pt>
                <c:pt idx="24123">
                  <c:v>5.0657463057958809</c:v>
                </c:pt>
                <c:pt idx="24124">
                  <c:v>5.0638240754919224</c:v>
                </c:pt>
                <c:pt idx="24125">
                  <c:v>5.0649615266824899</c:v>
                </c:pt>
                <c:pt idx="24126">
                  <c:v>5.065289794043335</c:v>
                </c:pt>
                <c:pt idx="24127">
                  <c:v>5.0675259359926494</c:v>
                </c:pt>
                <c:pt idx="24128">
                  <c:v>5.0718728466426768</c:v>
                </c:pt>
                <c:pt idx="24129">
                  <c:v>5.0737299977030856</c:v>
                </c:pt>
                <c:pt idx="24130">
                  <c:v>5.0734452760125563</c:v>
                </c:pt>
                <c:pt idx="24131">
                  <c:v>5.0704090421866628</c:v>
                </c:pt>
                <c:pt idx="24132">
                  <c:v>5.066960799326238</c:v>
                </c:pt>
                <c:pt idx="24133">
                  <c:v>5.0623612280836081</c:v>
                </c:pt>
                <c:pt idx="24134">
                  <c:v>5.0605098193093943</c:v>
                </c:pt>
                <c:pt idx="24135">
                  <c:v>5.0629818735165761</c:v>
                </c:pt>
                <c:pt idx="24136">
                  <c:v>5.0681580659980092</c:v>
                </c:pt>
                <c:pt idx="24137">
                  <c:v>5.0707487941198988</c:v>
                </c:pt>
                <c:pt idx="24138">
                  <c:v>5.0712766059260392</c:v>
                </c:pt>
                <c:pt idx="24139">
                  <c:v>5.0741204731643821</c:v>
                </c:pt>
                <c:pt idx="24140">
                  <c:v>5.0771002411760202</c:v>
                </c:pt>
                <c:pt idx="24141">
                  <c:v>5.0732486027103594</c:v>
                </c:pt>
                <c:pt idx="24142">
                  <c:v>5.0695563126866245</c:v>
                </c:pt>
                <c:pt idx="24143">
                  <c:v>5.0733428719087357</c:v>
                </c:pt>
                <c:pt idx="24144">
                  <c:v>5.0798732868846184</c:v>
                </c:pt>
                <c:pt idx="24145">
                  <c:v>5.0804570859811653</c:v>
                </c:pt>
                <c:pt idx="24146">
                  <c:v>5.0786195543985908</c:v>
                </c:pt>
                <c:pt idx="24147">
                  <c:v>5.0791755991118599</c:v>
                </c:pt>
                <c:pt idx="24148">
                  <c:v>5.0783458387566034</c:v>
                </c:pt>
                <c:pt idx="24149">
                  <c:v>5.0746511561136209</c:v>
                </c:pt>
                <c:pt idx="24150">
                  <c:v>5.0705913597733714</c:v>
                </c:pt>
                <c:pt idx="24151">
                  <c:v>5.0666492803001297</c:v>
                </c:pt>
                <c:pt idx="24152">
                  <c:v>5.0634431705076182</c:v>
                </c:pt>
                <c:pt idx="24153">
                  <c:v>5.0658645011867387</c:v>
                </c:pt>
                <c:pt idx="24154">
                  <c:v>5.0697362376540847</c:v>
                </c:pt>
                <c:pt idx="24155">
                  <c:v>5.0744573539545215</c:v>
                </c:pt>
                <c:pt idx="24156">
                  <c:v>5.0757364482045784</c:v>
                </c:pt>
                <c:pt idx="24157">
                  <c:v>5.0678589885919916</c:v>
                </c:pt>
                <c:pt idx="24158">
                  <c:v>5.0594541956971133</c:v>
                </c:pt>
                <c:pt idx="24159">
                  <c:v>5.0557796110558151</c:v>
                </c:pt>
                <c:pt idx="24160">
                  <c:v>5.0609577176326468</c:v>
                </c:pt>
                <c:pt idx="24161">
                  <c:v>5.0627622310695966</c:v>
                </c:pt>
                <c:pt idx="24162">
                  <c:v>5.0614453334354188</c:v>
                </c:pt>
                <c:pt idx="24163">
                  <c:v>5.0619707526223108</c:v>
                </c:pt>
                <c:pt idx="24164">
                  <c:v>5.0640958770385112</c:v>
                </c:pt>
                <c:pt idx="24165">
                  <c:v>5.0662277007886072</c:v>
                </c:pt>
                <c:pt idx="24166">
                  <c:v>5.0675316782788453</c:v>
                </c:pt>
                <c:pt idx="24167">
                  <c:v>5.0684915971212003</c:v>
                </c:pt>
                <c:pt idx="24168">
                  <c:v>5.0664420794732408</c:v>
                </c:pt>
                <c:pt idx="24169">
                  <c:v>5.0664162391853607</c:v>
                </c:pt>
                <c:pt idx="24170">
                  <c:v>5.0697773907051529</c:v>
                </c:pt>
                <c:pt idx="24171">
                  <c:v>5.0707401806906054</c:v>
                </c:pt>
                <c:pt idx="24172">
                  <c:v>5.0676158984763804</c:v>
                </c:pt>
                <c:pt idx="24173">
                  <c:v>5.0674991386570705</c:v>
                </c:pt>
                <c:pt idx="24174">
                  <c:v>5.0690414210244237</c:v>
                </c:pt>
                <c:pt idx="24175">
                  <c:v>5.0708928297986375</c:v>
                </c:pt>
                <c:pt idx="24176">
                  <c:v>5.0700511063471403</c:v>
                </c:pt>
                <c:pt idx="24177">
                  <c:v>5.0715933887144935</c:v>
                </c:pt>
                <c:pt idx="24178">
                  <c:v>5.0747128856902224</c:v>
                </c:pt>
                <c:pt idx="24179">
                  <c:v>5.077658199984687</c:v>
                </c:pt>
                <c:pt idx="24180">
                  <c:v>5.079795766020978</c:v>
                </c:pt>
                <c:pt idx="24181">
                  <c:v>5.0778998545287495</c:v>
                </c:pt>
                <c:pt idx="24182">
                  <c:v>5.0747798790291707</c:v>
                </c:pt>
                <c:pt idx="24183">
                  <c:v>5.0734385766786616</c:v>
                </c:pt>
                <c:pt idx="24184">
                  <c:v>5.074178853074037</c:v>
                </c:pt>
                <c:pt idx="24185">
                  <c:v>5.0721800589541379</c:v>
                </c:pt>
                <c:pt idx="24186">
                  <c:v>5.0696367046933624</c:v>
                </c:pt>
                <c:pt idx="24187">
                  <c:v>5.0664750976188655</c:v>
                </c:pt>
                <c:pt idx="24188">
                  <c:v>5.0662645471250283</c:v>
                </c:pt>
                <c:pt idx="24189">
                  <c:v>5.0674173110787839</c:v>
                </c:pt>
                <c:pt idx="24190">
                  <c:v>5.0663042646045477</c:v>
                </c:pt>
                <c:pt idx="24191">
                  <c:v>5.0691873707985602</c:v>
                </c:pt>
                <c:pt idx="24192">
                  <c:v>5.0720312380369039</c:v>
                </c:pt>
                <c:pt idx="24193">
                  <c:v>5.072327922823674</c:v>
                </c:pt>
                <c:pt idx="24194">
                  <c:v>5.0705013972896413</c:v>
                </c:pt>
                <c:pt idx="24195">
                  <c:v>5.0691897634178087</c:v>
                </c:pt>
                <c:pt idx="24196">
                  <c:v>5.0701037439705994</c:v>
                </c:pt>
                <c:pt idx="24197">
                  <c:v>5.0722532731031311</c:v>
                </c:pt>
                <c:pt idx="24198">
                  <c:v>5.0741635403108489</c:v>
                </c:pt>
                <c:pt idx="24199">
                  <c:v>5.0745999540617106</c:v>
                </c:pt>
                <c:pt idx="24200">
                  <c:v>5.0751851887298063</c:v>
                </c:pt>
                <c:pt idx="24201">
                  <c:v>5.0748487864635177</c:v>
                </c:pt>
                <c:pt idx="24202">
                  <c:v>5.0728696118214529</c:v>
                </c:pt>
                <c:pt idx="24203">
                  <c:v>5.072253751626981</c:v>
                </c:pt>
                <c:pt idx="24204">
                  <c:v>5.0741089885919912</c:v>
                </c:pt>
                <c:pt idx="24205">
                  <c:v>5.0736917157951149</c:v>
                </c:pt>
                <c:pt idx="24206">
                  <c:v>5.0739003521935535</c:v>
                </c:pt>
                <c:pt idx="24207">
                  <c:v>5.0718034606844808</c:v>
                </c:pt>
                <c:pt idx="24208">
                  <c:v>5.0705033113850391</c:v>
                </c:pt>
                <c:pt idx="24209">
                  <c:v>5.0687322946175639</c:v>
                </c:pt>
                <c:pt idx="24210">
                  <c:v>5.0668713153663578</c:v>
                </c:pt>
                <c:pt idx="24211">
                  <c:v>5.0692074688002453</c:v>
                </c:pt>
                <c:pt idx="24212">
                  <c:v>5.0731749100375163</c:v>
                </c:pt>
                <c:pt idx="24213">
                  <c:v>5.0768107342469948</c:v>
                </c:pt>
                <c:pt idx="24214">
                  <c:v>5.079143059490085</c:v>
                </c:pt>
                <c:pt idx="24215">
                  <c:v>5.076740869764949</c:v>
                </c:pt>
                <c:pt idx="24216">
                  <c:v>5.0739515542454638</c:v>
                </c:pt>
                <c:pt idx="24217">
                  <c:v>5.0757029515351046</c:v>
                </c:pt>
                <c:pt idx="24218">
                  <c:v>5.07623698415129</c:v>
                </c:pt>
                <c:pt idx="24219">
                  <c:v>5.0775758938825515</c:v>
                </c:pt>
                <c:pt idx="24220">
                  <c:v>5.0784860462445449</c:v>
                </c:pt>
                <c:pt idx="24221">
                  <c:v>5.0767987711507541</c:v>
                </c:pt>
                <c:pt idx="24222">
                  <c:v>5.0729959421177551</c:v>
                </c:pt>
                <c:pt idx="24223">
                  <c:v>5.075897710741903</c:v>
                </c:pt>
                <c:pt idx="24224">
                  <c:v>5.0788956626598267</c:v>
                </c:pt>
                <c:pt idx="24225">
                  <c:v>5.0828142944644359</c:v>
                </c:pt>
                <c:pt idx="24226">
                  <c:v>5.0871506775897712</c:v>
                </c:pt>
                <c:pt idx="24227">
                  <c:v>5.0827602212694281</c:v>
                </c:pt>
                <c:pt idx="24228">
                  <c:v>5.0796555585330374</c:v>
                </c:pt>
                <c:pt idx="24229">
                  <c:v>5.0819055776739912</c:v>
                </c:pt>
                <c:pt idx="24230">
                  <c:v>5.0857332899471706</c:v>
                </c:pt>
                <c:pt idx="24231">
                  <c:v>5.0876804034913103</c:v>
                </c:pt>
                <c:pt idx="24232">
                  <c:v>5.0824266901462369</c:v>
                </c:pt>
                <c:pt idx="24233">
                  <c:v>5.0769892236429062</c:v>
                </c:pt>
                <c:pt idx="24234">
                  <c:v>5.0750732141489934</c:v>
                </c:pt>
                <c:pt idx="24235">
                  <c:v>5.078692290023735</c:v>
                </c:pt>
                <c:pt idx="24236">
                  <c:v>5.0813863792971441</c:v>
                </c:pt>
                <c:pt idx="24237">
                  <c:v>5.080538435035602</c:v>
                </c:pt>
                <c:pt idx="24238">
                  <c:v>5.0841407625756068</c:v>
                </c:pt>
                <c:pt idx="24239">
                  <c:v>5.0878019485491155</c:v>
                </c:pt>
                <c:pt idx="24240">
                  <c:v>5.0904055968149455</c:v>
                </c:pt>
                <c:pt idx="24241">
                  <c:v>5.0885962981394997</c:v>
                </c:pt>
                <c:pt idx="24242">
                  <c:v>5.0876894954444527</c:v>
                </c:pt>
                <c:pt idx="24243">
                  <c:v>5.0883268892121585</c:v>
                </c:pt>
                <c:pt idx="24244">
                  <c:v>5.0839732792282364</c:v>
                </c:pt>
                <c:pt idx="24245">
                  <c:v>5.0823563471403412</c:v>
                </c:pt>
                <c:pt idx="24246">
                  <c:v>5.083710091110941</c:v>
                </c:pt>
                <c:pt idx="24247">
                  <c:v>5.0862797641834465</c:v>
                </c:pt>
                <c:pt idx="24248">
                  <c:v>5.0876626981088737</c:v>
                </c:pt>
                <c:pt idx="24249">
                  <c:v>5.0885178202281605</c:v>
                </c:pt>
                <c:pt idx="24250">
                  <c:v>5.08735883546436</c:v>
                </c:pt>
                <c:pt idx="24251">
                  <c:v>5.0897548043794503</c:v>
                </c:pt>
                <c:pt idx="24252">
                  <c:v>5.0930848518490164</c:v>
                </c:pt>
                <c:pt idx="24253">
                  <c:v>5.0977509379067456</c:v>
                </c:pt>
                <c:pt idx="24254">
                  <c:v>5.1023136628129544</c:v>
                </c:pt>
                <c:pt idx="24255">
                  <c:v>5.1015920488477144</c:v>
                </c:pt>
                <c:pt idx="24256">
                  <c:v>5.0976418344690302</c:v>
                </c:pt>
                <c:pt idx="24257">
                  <c:v>5.0938777658678509</c:v>
                </c:pt>
                <c:pt idx="24258">
                  <c:v>5.0948319424240101</c:v>
                </c:pt>
                <c:pt idx="24259">
                  <c:v>5.0925891011408009</c:v>
                </c:pt>
                <c:pt idx="24260">
                  <c:v>5.0932738687696197</c:v>
                </c:pt>
                <c:pt idx="24261">
                  <c:v>5.0966651672919374</c:v>
                </c:pt>
                <c:pt idx="24262">
                  <c:v>5.1015647729882856</c:v>
                </c:pt>
                <c:pt idx="24263">
                  <c:v>5.1052450999157797</c:v>
                </c:pt>
                <c:pt idx="24264">
                  <c:v>5.1061270193706454</c:v>
                </c:pt>
                <c:pt idx="24265">
                  <c:v>5.1034204884771457</c:v>
                </c:pt>
                <c:pt idx="24266">
                  <c:v>5.0982433389480128</c:v>
                </c:pt>
                <c:pt idx="24267">
                  <c:v>5.0938294349590381</c:v>
                </c:pt>
                <c:pt idx="24268">
                  <c:v>5.0932528137202357</c:v>
                </c:pt>
                <c:pt idx="24269">
                  <c:v>5.0954640724293698</c:v>
                </c:pt>
                <c:pt idx="24270">
                  <c:v>5.0958937868463368</c:v>
                </c:pt>
                <c:pt idx="24271">
                  <c:v>5.0982184557078325</c:v>
                </c:pt>
                <c:pt idx="24272">
                  <c:v>5.0993176249904293</c:v>
                </c:pt>
                <c:pt idx="24273">
                  <c:v>5.1031194969757294</c:v>
                </c:pt>
                <c:pt idx="24274">
                  <c:v>5.1087148763494374</c:v>
                </c:pt>
                <c:pt idx="24275">
                  <c:v>5.1096762307633412</c:v>
                </c:pt>
                <c:pt idx="24276">
                  <c:v>5.1099188423551034</c:v>
                </c:pt>
                <c:pt idx="24277">
                  <c:v>5.1140102212694281</c:v>
                </c:pt>
                <c:pt idx="24278">
                  <c:v>5.1205487711507542</c:v>
                </c:pt>
                <c:pt idx="24279">
                  <c:v>5.1275768509302502</c:v>
                </c:pt>
                <c:pt idx="24280">
                  <c:v>5.126686796569941</c:v>
                </c:pt>
                <c:pt idx="24281">
                  <c:v>5.1200860385881635</c:v>
                </c:pt>
                <c:pt idx="24282">
                  <c:v>5.1188107725289029</c:v>
                </c:pt>
                <c:pt idx="24283">
                  <c:v>5.1172206377765868</c:v>
                </c:pt>
                <c:pt idx="24284">
                  <c:v>5.1158869918076713</c:v>
                </c:pt>
                <c:pt idx="24285">
                  <c:v>5.1150280414975882</c:v>
                </c:pt>
                <c:pt idx="24286">
                  <c:v>5.1167268011637699</c:v>
                </c:pt>
                <c:pt idx="24287">
                  <c:v>5.1200444070132454</c:v>
                </c:pt>
                <c:pt idx="24288">
                  <c:v>5.1184399165454408</c:v>
                </c:pt>
                <c:pt idx="24289">
                  <c:v>5.1162267437409081</c:v>
                </c:pt>
                <c:pt idx="24290">
                  <c:v>5.1190801814562441</c:v>
                </c:pt>
                <c:pt idx="24291">
                  <c:v>5.1223087818696884</c:v>
                </c:pt>
                <c:pt idx="24292">
                  <c:v>5.1238027333282288</c:v>
                </c:pt>
                <c:pt idx="24293">
                  <c:v>5.12481959650869</c:v>
                </c:pt>
                <c:pt idx="24294">
                  <c:v>5.1270782290789372</c:v>
                </c:pt>
                <c:pt idx="24295">
                  <c:v>5.1286779343082456</c:v>
                </c:pt>
                <c:pt idx="24296">
                  <c:v>5.128622425541689</c:v>
                </c:pt>
                <c:pt idx="24297">
                  <c:v>5.1282467843197308</c:v>
                </c:pt>
                <c:pt idx="24298">
                  <c:v>5.12775773294541</c:v>
                </c:pt>
                <c:pt idx="24299">
                  <c:v>5.1282568333205729</c:v>
                </c:pt>
                <c:pt idx="24300">
                  <c:v>5.1295603322869612</c:v>
                </c:pt>
                <c:pt idx="24301">
                  <c:v>5.1297431283975197</c:v>
                </c:pt>
                <c:pt idx="24302">
                  <c:v>5.1335244238572848</c:v>
                </c:pt>
                <c:pt idx="24303">
                  <c:v>5.13774500421101</c:v>
                </c:pt>
                <c:pt idx="24304">
                  <c:v>5.1401840402725671</c:v>
                </c:pt>
                <c:pt idx="24305">
                  <c:v>5.1392987711507541</c:v>
                </c:pt>
                <c:pt idx="24306">
                  <c:v>5.1424460225097617</c:v>
                </c:pt>
                <c:pt idx="24307">
                  <c:v>5.1491932087895265</c:v>
                </c:pt>
                <c:pt idx="24308">
                  <c:v>5.1512944070132454</c:v>
                </c:pt>
                <c:pt idx="24309">
                  <c:v>5.1501033611515199</c:v>
                </c:pt>
                <c:pt idx="24310">
                  <c:v>5.1484495827272028</c:v>
                </c:pt>
                <c:pt idx="24311">
                  <c:v>5.1534381938595821</c:v>
                </c:pt>
                <c:pt idx="24312">
                  <c:v>5.1541717709210628</c:v>
                </c:pt>
                <c:pt idx="24313">
                  <c:v>5.152006929025343</c:v>
                </c:pt>
                <c:pt idx="24314">
                  <c:v>5.1547579626368574</c:v>
                </c:pt>
                <c:pt idx="24315">
                  <c:v>5.1582320457851623</c:v>
                </c:pt>
                <c:pt idx="24316">
                  <c:v>5.1582468800245005</c:v>
                </c:pt>
                <c:pt idx="24317">
                  <c:v>5.1575750325396221</c:v>
                </c:pt>
                <c:pt idx="24318">
                  <c:v>5.1617884350356018</c:v>
                </c:pt>
                <c:pt idx="24319">
                  <c:v>5.1642887221499123</c:v>
                </c:pt>
                <c:pt idx="24320">
                  <c:v>5.1644006967307252</c:v>
                </c:pt>
                <c:pt idx="24321">
                  <c:v>5.1659353227164839</c:v>
                </c:pt>
                <c:pt idx="24322">
                  <c:v>5.1692246956588317</c:v>
                </c:pt>
                <c:pt idx="24323">
                  <c:v>5.1708138733634481</c:v>
                </c:pt>
                <c:pt idx="24324">
                  <c:v>5.1678379335426081</c:v>
                </c:pt>
                <c:pt idx="24325">
                  <c:v>5.1666377957277394</c:v>
                </c:pt>
                <c:pt idx="24326">
                  <c:v>5.1695620549728201</c:v>
                </c:pt>
                <c:pt idx="24327">
                  <c:v>5.168957679350739</c:v>
                </c:pt>
                <c:pt idx="24328">
                  <c:v>5.1719585024117603</c:v>
                </c:pt>
                <c:pt idx="24329">
                  <c:v>5.1763384312074114</c:v>
                </c:pt>
                <c:pt idx="24330">
                  <c:v>5.176027869229002</c:v>
                </c:pt>
                <c:pt idx="24331">
                  <c:v>5.1765805642753238</c:v>
                </c:pt>
                <c:pt idx="24332">
                  <c:v>5.1793813643671998</c:v>
                </c:pt>
                <c:pt idx="24333">
                  <c:v>5.1826295842584793</c:v>
                </c:pt>
                <c:pt idx="24334">
                  <c:v>5.1832507082152972</c:v>
                </c:pt>
                <c:pt idx="24335">
                  <c:v>5.1820658831636166</c:v>
                </c:pt>
                <c:pt idx="24336">
                  <c:v>5.18632761656841</c:v>
                </c:pt>
                <c:pt idx="24337">
                  <c:v>5.1913870492305332</c:v>
                </c:pt>
                <c:pt idx="24338">
                  <c:v>5.1943342776203965</c:v>
                </c:pt>
                <c:pt idx="24339">
                  <c:v>5.1962359313988209</c:v>
                </c:pt>
                <c:pt idx="24340">
                  <c:v>5.1989750019140955</c:v>
                </c:pt>
                <c:pt idx="24341">
                  <c:v>5.2048723298369186</c:v>
                </c:pt>
                <c:pt idx="24342">
                  <c:v>5.2069500803920068</c:v>
                </c:pt>
                <c:pt idx="24343">
                  <c:v>5.2067840326161852</c:v>
                </c:pt>
                <c:pt idx="24344">
                  <c:v>5.2072060906515585</c:v>
                </c:pt>
                <c:pt idx="24345">
                  <c:v>5.2094986984151292</c:v>
                </c:pt>
                <c:pt idx="24346">
                  <c:v>5.207676001071893</c:v>
                </c:pt>
                <c:pt idx="24347">
                  <c:v>5.2057848748181605</c:v>
                </c:pt>
                <c:pt idx="24348">
                  <c:v>5.2069285468187738</c:v>
                </c:pt>
                <c:pt idx="24349">
                  <c:v>5.2101317854681879</c:v>
                </c:pt>
                <c:pt idx="24350">
                  <c:v>5.2113266595207106</c:v>
                </c:pt>
                <c:pt idx="24351">
                  <c:v>5.2124813375698649</c:v>
                </c:pt>
                <c:pt idx="24352">
                  <c:v>5.2134441275553174</c:v>
                </c:pt>
                <c:pt idx="24353">
                  <c:v>5.2142260355256109</c:v>
                </c:pt>
                <c:pt idx="24354">
                  <c:v>5.2197386302733326</c:v>
                </c:pt>
                <c:pt idx="24355">
                  <c:v>5.229564639001608</c:v>
                </c:pt>
                <c:pt idx="24356">
                  <c:v>5.2314428451114008</c:v>
                </c:pt>
                <c:pt idx="24357">
                  <c:v>5.2285061442462295</c:v>
                </c:pt>
                <c:pt idx="24358">
                  <c:v>5.227941486103667</c:v>
                </c:pt>
                <c:pt idx="24359">
                  <c:v>5.2301723642906364</c:v>
                </c:pt>
                <c:pt idx="24360">
                  <c:v>5.2333574190337648</c:v>
                </c:pt>
                <c:pt idx="24361">
                  <c:v>5.234443668172422</c:v>
                </c:pt>
                <c:pt idx="24362">
                  <c:v>5.2337115266824901</c:v>
                </c:pt>
                <c:pt idx="24363">
                  <c:v>5.2333578975576138</c:v>
                </c:pt>
                <c:pt idx="24364">
                  <c:v>5.2353342010565802</c:v>
                </c:pt>
                <c:pt idx="24365">
                  <c:v>5.2358701477681651</c:v>
                </c:pt>
                <c:pt idx="24366">
                  <c:v>5.2381766327233752</c:v>
                </c:pt>
                <c:pt idx="24367">
                  <c:v>5.2455057040042874</c:v>
                </c:pt>
                <c:pt idx="24368">
                  <c:v>5.2492209631728048</c:v>
                </c:pt>
                <c:pt idx="24369">
                  <c:v>5.2505431245693286</c:v>
                </c:pt>
                <c:pt idx="24370">
                  <c:v>5.2531951037439706</c:v>
                </c:pt>
                <c:pt idx="24371">
                  <c:v>5.2536406094479746</c:v>
                </c:pt>
                <c:pt idx="24372">
                  <c:v>5.2510474887068375</c:v>
                </c:pt>
                <c:pt idx="24373">
                  <c:v>5.2495674144399356</c:v>
                </c:pt>
                <c:pt idx="24374">
                  <c:v>5.2516135824209478</c:v>
                </c:pt>
                <c:pt idx="24375">
                  <c:v>5.2501727471097155</c:v>
                </c:pt>
                <c:pt idx="24376">
                  <c:v>5.2510479672306865</c:v>
                </c:pt>
                <c:pt idx="24377">
                  <c:v>5.255319749636322</c:v>
                </c:pt>
                <c:pt idx="24378">
                  <c:v>5.255971977643366</c:v>
                </c:pt>
                <c:pt idx="24379">
                  <c:v>5.2560882589388251</c:v>
                </c:pt>
                <c:pt idx="24380">
                  <c:v>5.2576664305949006</c:v>
                </c:pt>
                <c:pt idx="24381">
                  <c:v>5.2606327999387492</c:v>
                </c:pt>
                <c:pt idx="24382">
                  <c:v>5.2656922326008724</c:v>
                </c:pt>
                <c:pt idx="24383">
                  <c:v>5.2675326353265444</c:v>
                </c:pt>
                <c:pt idx="24384">
                  <c:v>5.266966541612434</c:v>
                </c:pt>
                <c:pt idx="24385">
                  <c:v>5.2655922211163002</c:v>
                </c:pt>
                <c:pt idx="24386">
                  <c:v>5.26895576525534</c:v>
                </c:pt>
                <c:pt idx="24387">
                  <c:v>5.2755239836153436</c:v>
                </c:pt>
                <c:pt idx="24388">
                  <c:v>5.277739070515274</c:v>
                </c:pt>
                <c:pt idx="24389">
                  <c:v>5.2752258632570248</c:v>
                </c:pt>
                <c:pt idx="24390">
                  <c:v>5.2735749559758061</c:v>
                </c:pt>
                <c:pt idx="24391">
                  <c:v>5.2746123956818005</c:v>
                </c:pt>
                <c:pt idx="24392">
                  <c:v>5.2799589426537015</c:v>
                </c:pt>
                <c:pt idx="24393">
                  <c:v>5.2848212234897787</c:v>
                </c:pt>
                <c:pt idx="24394">
                  <c:v>5.2858883316744505</c:v>
                </c:pt>
                <c:pt idx="24395">
                  <c:v>5.2833698606538553</c:v>
                </c:pt>
                <c:pt idx="24396">
                  <c:v>5.286081655309701</c:v>
                </c:pt>
                <c:pt idx="24397">
                  <c:v>5.2892174220963168</c:v>
                </c:pt>
                <c:pt idx="24398">
                  <c:v>5.2883661281678283</c:v>
                </c:pt>
                <c:pt idx="24399">
                  <c:v>5.2901471939361455</c:v>
                </c:pt>
                <c:pt idx="24400">
                  <c:v>5.2952855830334586</c:v>
                </c:pt>
                <c:pt idx="24401">
                  <c:v>5.2994018451879645</c:v>
                </c:pt>
                <c:pt idx="24402">
                  <c:v>5.3032759742745581</c:v>
                </c:pt>
                <c:pt idx="24403">
                  <c:v>5.3037822525074647</c:v>
                </c:pt>
                <c:pt idx="24404">
                  <c:v>5.3023433312916319</c:v>
                </c:pt>
                <c:pt idx="24405">
                  <c:v>5.3051742783860352</c:v>
                </c:pt>
                <c:pt idx="24406">
                  <c:v>5.3073209363754685</c:v>
                </c:pt>
                <c:pt idx="24407">
                  <c:v>5.3084502526605926</c:v>
                </c:pt>
                <c:pt idx="24408">
                  <c:v>5.3082133833550262</c:v>
                </c:pt>
                <c:pt idx="24409">
                  <c:v>5.3065045746880024</c:v>
                </c:pt>
                <c:pt idx="24410">
                  <c:v>5.3093020251129319</c:v>
                </c:pt>
                <c:pt idx="24411">
                  <c:v>5.3111338144093105</c:v>
                </c:pt>
                <c:pt idx="24412">
                  <c:v>5.3086268279611053</c:v>
                </c:pt>
                <c:pt idx="24413">
                  <c:v>5.3081784511140038</c:v>
                </c:pt>
                <c:pt idx="24414">
                  <c:v>5.3130689648572087</c:v>
                </c:pt>
                <c:pt idx="24415">
                  <c:v>5.3134642255570022</c:v>
                </c:pt>
                <c:pt idx="24416">
                  <c:v>5.3129234936069212</c:v>
                </c:pt>
                <c:pt idx="24417">
                  <c:v>5.3141643059490082</c:v>
                </c:pt>
                <c:pt idx="24418">
                  <c:v>5.3133426804991961</c:v>
                </c:pt>
                <c:pt idx="24419">
                  <c:v>5.3140528098920452</c:v>
                </c:pt>
                <c:pt idx="24420">
                  <c:v>5.3175785736161085</c:v>
                </c:pt>
                <c:pt idx="24421">
                  <c:v>5.3229490467804919</c:v>
                </c:pt>
                <c:pt idx="24422">
                  <c:v>5.3258000918765793</c:v>
                </c:pt>
                <c:pt idx="24423">
                  <c:v>5.3256244736237655</c:v>
                </c:pt>
                <c:pt idx="24424">
                  <c:v>5.3257876502564887</c:v>
                </c:pt>
                <c:pt idx="24425">
                  <c:v>5.3254646466579896</c:v>
                </c:pt>
                <c:pt idx="24426">
                  <c:v>5.3214713651328385</c:v>
                </c:pt>
                <c:pt idx="24427">
                  <c:v>5.3169574496592906</c:v>
                </c:pt>
                <c:pt idx="24428">
                  <c:v>5.3182671694357246</c:v>
                </c:pt>
                <c:pt idx="24429">
                  <c:v>5.3219613735548581</c:v>
                </c:pt>
                <c:pt idx="24430">
                  <c:v>5.3228523849628662</c:v>
                </c:pt>
                <c:pt idx="24431">
                  <c:v>5.3235830908812494</c:v>
                </c:pt>
                <c:pt idx="24432">
                  <c:v>5.3249698529974729</c:v>
                </c:pt>
                <c:pt idx="24433">
                  <c:v>5.3288119209861415</c:v>
                </c:pt>
                <c:pt idx="24434">
                  <c:v>5.3312289449506167</c:v>
                </c:pt>
                <c:pt idx="24435">
                  <c:v>5.3288449391317663</c:v>
                </c:pt>
                <c:pt idx="24436">
                  <c:v>5.3288018719852994</c:v>
                </c:pt>
                <c:pt idx="24437">
                  <c:v>5.3350949391317659</c:v>
                </c:pt>
                <c:pt idx="24438">
                  <c:v>5.3389384426919833</c:v>
                </c:pt>
                <c:pt idx="24439">
                  <c:v>5.3391949314753848</c:v>
                </c:pt>
                <c:pt idx="24440">
                  <c:v>5.3368994525687157</c:v>
                </c:pt>
                <c:pt idx="24441">
                  <c:v>5.338165626674833</c:v>
                </c:pt>
                <c:pt idx="24442">
                  <c:v>5.3420837799555931</c:v>
                </c:pt>
                <c:pt idx="24443">
                  <c:v>5.3430704961335271</c:v>
                </c:pt>
                <c:pt idx="24444">
                  <c:v>5.3413612089426534</c:v>
                </c:pt>
                <c:pt idx="24445">
                  <c:v>5.3402687389939514</c:v>
                </c:pt>
                <c:pt idx="24446">
                  <c:v>5.3413123995099916</c:v>
                </c:pt>
                <c:pt idx="24447">
                  <c:v>5.3402797450424933</c:v>
                </c:pt>
                <c:pt idx="24448">
                  <c:v>5.3425412487558379</c:v>
                </c:pt>
                <c:pt idx="24449">
                  <c:v>5.342439801699717</c:v>
                </c:pt>
                <c:pt idx="24450">
                  <c:v>5.3423948204578515</c:v>
                </c:pt>
                <c:pt idx="24451">
                  <c:v>5.3386642485261468</c:v>
                </c:pt>
                <c:pt idx="24452">
                  <c:v>5.3357466886149609</c:v>
                </c:pt>
                <c:pt idx="24453">
                  <c:v>5.3429307671694355</c:v>
                </c:pt>
                <c:pt idx="24454">
                  <c:v>5.347849513819769</c:v>
                </c:pt>
                <c:pt idx="24455">
                  <c:v>5.3484634599188423</c:v>
                </c:pt>
                <c:pt idx="24456">
                  <c:v>5.3501311155347979</c:v>
                </c:pt>
                <c:pt idx="24457">
                  <c:v>5.3504617755148915</c:v>
                </c:pt>
                <c:pt idx="24458">
                  <c:v>5.3531467728351583</c:v>
                </c:pt>
                <c:pt idx="24459">
                  <c:v>5.355519294081617</c:v>
                </c:pt>
                <c:pt idx="24460">
                  <c:v>5.357073061021361</c:v>
                </c:pt>
                <c:pt idx="24461">
                  <c:v>5.3516255455171882</c:v>
                </c:pt>
                <c:pt idx="24462">
                  <c:v>5.3434853763111549</c:v>
                </c:pt>
                <c:pt idx="24463">
                  <c:v>5.3388853265446752</c:v>
                </c:pt>
                <c:pt idx="24464">
                  <c:v>5.3412482773141416</c:v>
                </c:pt>
                <c:pt idx="24465">
                  <c:v>5.3463158448817092</c:v>
                </c:pt>
                <c:pt idx="24466">
                  <c:v>5.3477825204808207</c:v>
                </c:pt>
                <c:pt idx="24467">
                  <c:v>5.3480079052139962</c:v>
                </c:pt>
                <c:pt idx="24468">
                  <c:v>5.3480935609830791</c:v>
                </c:pt>
                <c:pt idx="24469">
                  <c:v>5.3518408812495215</c:v>
                </c:pt>
                <c:pt idx="24470">
                  <c:v>5.3573630464742363</c:v>
                </c:pt>
                <c:pt idx="24471">
                  <c:v>5.3572592067988669</c:v>
                </c:pt>
                <c:pt idx="24472">
                  <c:v>5.3546421598652474</c:v>
                </c:pt>
                <c:pt idx="24473">
                  <c:v>5.3534113965240024</c:v>
                </c:pt>
                <c:pt idx="24474">
                  <c:v>5.3501033611515201</c:v>
                </c:pt>
                <c:pt idx="24475">
                  <c:v>5.3498746267513972</c:v>
                </c:pt>
                <c:pt idx="24476">
                  <c:v>5.3500373248602706</c:v>
                </c:pt>
                <c:pt idx="24477">
                  <c:v>5.3500861342929333</c:v>
                </c:pt>
                <c:pt idx="24478">
                  <c:v>5.348603188882934</c:v>
                </c:pt>
                <c:pt idx="24479">
                  <c:v>5.3467130196769004</c:v>
                </c:pt>
                <c:pt idx="24480">
                  <c:v>5.348205057040043</c:v>
                </c:pt>
                <c:pt idx="24481">
                  <c:v>5.3518509302503636</c:v>
                </c:pt>
                <c:pt idx="24482">
                  <c:v>5.3520710512211931</c:v>
                </c:pt>
                <c:pt idx="24483">
                  <c:v>5.3504684748487863</c:v>
                </c:pt>
                <c:pt idx="24484">
                  <c:v>5.3538875277543836</c:v>
                </c:pt>
                <c:pt idx="24485">
                  <c:v>5.3603796608222956</c:v>
                </c:pt>
                <c:pt idx="24486">
                  <c:v>5.3622004440701323</c:v>
                </c:pt>
                <c:pt idx="24487">
                  <c:v>5.3634106308858431</c:v>
                </c:pt>
                <c:pt idx="24488">
                  <c:v>5.3619956358624918</c:v>
                </c:pt>
                <c:pt idx="24489">
                  <c:v>5.3603638695352576</c:v>
                </c:pt>
                <c:pt idx="24490">
                  <c:v>5.3611074955975804</c:v>
                </c:pt>
                <c:pt idx="24491">
                  <c:v>5.3631450501492992</c:v>
                </c:pt>
                <c:pt idx="24492">
                  <c:v>5.3659563777658681</c:v>
                </c:pt>
                <c:pt idx="24493">
                  <c:v>5.3707789411224258</c:v>
                </c:pt>
                <c:pt idx="24494">
                  <c:v>5.3729433044942958</c:v>
                </c:pt>
                <c:pt idx="24495">
                  <c:v>5.3687011905673376</c:v>
                </c:pt>
                <c:pt idx="24496">
                  <c:v>5.3703425273715641</c:v>
                </c:pt>
                <c:pt idx="24497">
                  <c:v>5.3711148648648646</c:v>
                </c:pt>
                <c:pt idx="24498">
                  <c:v>5.3690873593139878</c:v>
                </c:pt>
                <c:pt idx="24499">
                  <c:v>5.3686892274710969</c:v>
                </c:pt>
                <c:pt idx="24500">
                  <c:v>5.3666473662047318</c:v>
                </c:pt>
                <c:pt idx="24501">
                  <c:v>5.3648390245769848</c:v>
                </c:pt>
                <c:pt idx="24502">
                  <c:v>5.3651270959344615</c:v>
                </c:pt>
                <c:pt idx="24503">
                  <c:v>5.366052561059643</c:v>
                </c:pt>
                <c:pt idx="24504">
                  <c:v>5.3641427723757751</c:v>
                </c:pt>
                <c:pt idx="24505">
                  <c:v>5.3642552254804379</c:v>
                </c:pt>
                <c:pt idx="24506">
                  <c:v>5.3695376502564889</c:v>
                </c:pt>
                <c:pt idx="24507">
                  <c:v>5.375763724064007</c:v>
                </c:pt>
                <c:pt idx="24508">
                  <c:v>5.3792215374014241</c:v>
                </c:pt>
                <c:pt idx="24509">
                  <c:v>5.3785717020136286</c:v>
                </c:pt>
                <c:pt idx="24510">
                  <c:v>5.3782788454176558</c:v>
                </c:pt>
                <c:pt idx="24511">
                  <c:v>5.3793880637010947</c:v>
                </c:pt>
                <c:pt idx="24512">
                  <c:v>5.384737960339943</c:v>
                </c:pt>
                <c:pt idx="24513">
                  <c:v>5.3888666641145395</c:v>
                </c:pt>
                <c:pt idx="24514">
                  <c:v>5.3859955210167678</c:v>
                </c:pt>
                <c:pt idx="24515">
                  <c:v>5.3801996401500647</c:v>
                </c:pt>
                <c:pt idx="24516">
                  <c:v>5.3788947056121277</c:v>
                </c:pt>
                <c:pt idx="24517">
                  <c:v>5.3834827922823676</c:v>
                </c:pt>
                <c:pt idx="24518">
                  <c:v>5.3884225939820842</c:v>
                </c:pt>
                <c:pt idx="24519">
                  <c:v>5.3925752239491613</c:v>
                </c:pt>
                <c:pt idx="24520">
                  <c:v>5.3956837148763492</c:v>
                </c:pt>
                <c:pt idx="24521">
                  <c:v>5.3953822448510831</c:v>
                </c:pt>
                <c:pt idx="24522">
                  <c:v>5.3905788224485107</c:v>
                </c:pt>
                <c:pt idx="24523">
                  <c:v>5.3858615343388712</c:v>
                </c:pt>
                <c:pt idx="24524">
                  <c:v>5.3826353265446745</c:v>
                </c:pt>
                <c:pt idx="24525">
                  <c:v>5.3856299287956508</c:v>
                </c:pt>
                <c:pt idx="24526">
                  <c:v>5.3867386685552407</c:v>
                </c:pt>
                <c:pt idx="24527">
                  <c:v>5.3875660362912487</c:v>
                </c:pt>
                <c:pt idx="24528">
                  <c:v>5.3901093905520252</c:v>
                </c:pt>
                <c:pt idx="24529">
                  <c:v>5.3883934040272568</c:v>
                </c:pt>
                <c:pt idx="24530">
                  <c:v>5.3813605390092638</c:v>
                </c:pt>
                <c:pt idx="24531">
                  <c:v>5.380441773217977</c:v>
                </c:pt>
                <c:pt idx="24532">
                  <c:v>5.3868606921368958</c:v>
                </c:pt>
                <c:pt idx="24533">
                  <c:v>5.3892652744812803</c:v>
                </c:pt>
                <c:pt idx="24534">
                  <c:v>5.391070744965929</c:v>
                </c:pt>
                <c:pt idx="24535">
                  <c:v>5.395700941734936</c:v>
                </c:pt>
                <c:pt idx="24536">
                  <c:v>5.3975628780338409</c:v>
                </c:pt>
                <c:pt idx="24537">
                  <c:v>5.3987395681800781</c:v>
                </c:pt>
                <c:pt idx="24538">
                  <c:v>5.3967340747262842</c:v>
                </c:pt>
                <c:pt idx="24539">
                  <c:v>5.3921349820075033</c:v>
                </c:pt>
                <c:pt idx="24540">
                  <c:v>5.3900969489319346</c:v>
                </c:pt>
                <c:pt idx="24541">
                  <c:v>5.3936255837990963</c:v>
                </c:pt>
                <c:pt idx="24542">
                  <c:v>5.3939672498277318</c:v>
                </c:pt>
                <c:pt idx="24543">
                  <c:v>5.3945084603016618</c:v>
                </c:pt>
                <c:pt idx="24544">
                  <c:v>5.3958502411760199</c:v>
                </c:pt>
                <c:pt idx="24545">
                  <c:v>5.3971570898093564</c:v>
                </c:pt>
                <c:pt idx="24546">
                  <c:v>5.3970977528520017</c:v>
                </c:pt>
                <c:pt idx="24547">
                  <c:v>5.3972848556772073</c:v>
                </c:pt>
                <c:pt idx="24548">
                  <c:v>5.3985921828343928</c:v>
                </c:pt>
                <c:pt idx="24549">
                  <c:v>5.3997305910726592</c:v>
                </c:pt>
                <c:pt idx="24550">
                  <c:v>5.3998315596049302</c:v>
                </c:pt>
                <c:pt idx="24551">
                  <c:v>5.3993520787076026</c:v>
                </c:pt>
                <c:pt idx="24552">
                  <c:v>5.4013838909731264</c:v>
                </c:pt>
                <c:pt idx="24553">
                  <c:v>5.4050254574687999</c:v>
                </c:pt>
                <c:pt idx="24554">
                  <c:v>5.4097537516269814</c:v>
                </c:pt>
                <c:pt idx="24555">
                  <c:v>5.4118544713268513</c:v>
                </c:pt>
                <c:pt idx="24556">
                  <c:v>5.4097905979634024</c:v>
                </c:pt>
                <c:pt idx="24557">
                  <c:v>5.4071654161243394</c:v>
                </c:pt>
                <c:pt idx="24558">
                  <c:v>5.4097685858663196</c:v>
                </c:pt>
                <c:pt idx="24559">
                  <c:v>5.4119080659980092</c:v>
                </c:pt>
                <c:pt idx="24560">
                  <c:v>5.4110175331138501</c:v>
                </c:pt>
                <c:pt idx="24561">
                  <c:v>5.4100174182681267</c:v>
                </c:pt>
                <c:pt idx="24562">
                  <c:v>5.413383833550264</c:v>
                </c:pt>
                <c:pt idx="24563">
                  <c:v>5.4160382053441545</c:v>
                </c:pt>
                <c:pt idx="24564">
                  <c:v>5.4159649911951613</c:v>
                </c:pt>
                <c:pt idx="24565">
                  <c:v>5.418480591072659</c:v>
                </c:pt>
                <c:pt idx="24566">
                  <c:v>5.4240070630120201</c:v>
                </c:pt>
                <c:pt idx="24567">
                  <c:v>5.4256350011484571</c:v>
                </c:pt>
                <c:pt idx="24568">
                  <c:v>5.4265839139422711</c:v>
                </c:pt>
                <c:pt idx="24569">
                  <c:v>5.4334789640915702</c:v>
                </c:pt>
                <c:pt idx="24570">
                  <c:v>5.4392915932930102</c:v>
                </c:pt>
                <c:pt idx="24571">
                  <c:v>5.4448305068524618</c:v>
                </c:pt>
                <c:pt idx="24572">
                  <c:v>5.4484543679656996</c:v>
                </c:pt>
                <c:pt idx="24573">
                  <c:v>5.446474236275936</c:v>
                </c:pt>
                <c:pt idx="24574">
                  <c:v>5.4446319194548654</c:v>
                </c:pt>
                <c:pt idx="24575">
                  <c:v>5.4443754306714647</c:v>
                </c:pt>
                <c:pt idx="24576">
                  <c:v>5.4447056121277084</c:v>
                </c:pt>
                <c:pt idx="24577">
                  <c:v>5.4465795115228541</c:v>
                </c:pt>
                <c:pt idx="24578">
                  <c:v>5.4517494831942424</c:v>
                </c:pt>
                <c:pt idx="24579">
                  <c:v>5.4545340134752314</c:v>
                </c:pt>
                <c:pt idx="24580">
                  <c:v>5.4571189993109259</c:v>
                </c:pt>
                <c:pt idx="24581">
                  <c:v>5.4624554972819848</c:v>
                </c:pt>
                <c:pt idx="24582">
                  <c:v>5.4696457966465051</c:v>
                </c:pt>
                <c:pt idx="24583">
                  <c:v>5.4772399701401113</c:v>
                </c:pt>
                <c:pt idx="24584">
                  <c:v>5.4836679810121733</c:v>
                </c:pt>
                <c:pt idx="24585">
                  <c:v>5.4919416583722533</c:v>
                </c:pt>
                <c:pt idx="24586">
                  <c:v>5.496817816399969</c:v>
                </c:pt>
                <c:pt idx="24587">
                  <c:v>5.4972006354796719</c:v>
                </c:pt>
                <c:pt idx="24588">
                  <c:v>5.497310695965087</c:v>
                </c:pt>
                <c:pt idx="24589">
                  <c:v>5.4984400122502102</c:v>
                </c:pt>
                <c:pt idx="24590">
                  <c:v>5.4998325166526296</c:v>
                </c:pt>
                <c:pt idx="24591">
                  <c:v>5.5019188806370112</c:v>
                </c:pt>
                <c:pt idx="24592">
                  <c:v>5.5044024194165839</c:v>
                </c:pt>
                <c:pt idx="24593">
                  <c:v>5.5108768471020593</c:v>
                </c:pt>
                <c:pt idx="24594">
                  <c:v>5.517815442921675</c:v>
                </c:pt>
                <c:pt idx="24595">
                  <c:v>5.5218637546895337</c:v>
                </c:pt>
                <c:pt idx="24596">
                  <c:v>5.5213995865553942</c:v>
                </c:pt>
                <c:pt idx="24597">
                  <c:v>5.5226628895184131</c:v>
                </c:pt>
                <c:pt idx="24598">
                  <c:v>5.5270270270270272</c:v>
                </c:pt>
                <c:pt idx="24599">
                  <c:v>5.5294387872291555</c:v>
                </c:pt>
                <c:pt idx="24600">
                  <c:v>5.537195658831636</c:v>
                </c:pt>
                <c:pt idx="24601">
                  <c:v>5.543703583186586</c:v>
                </c:pt>
                <c:pt idx="24602">
                  <c:v>5.5502210780185282</c:v>
                </c:pt>
                <c:pt idx="24603">
                  <c:v>5.5584612587091335</c:v>
                </c:pt>
                <c:pt idx="24604">
                  <c:v>5.5650313911645357</c:v>
                </c:pt>
                <c:pt idx="24605">
                  <c:v>5.5704195697113548</c:v>
                </c:pt>
                <c:pt idx="24606">
                  <c:v>5.5792339790215149</c:v>
                </c:pt>
                <c:pt idx="24607">
                  <c:v>5.5911827195467421</c:v>
                </c:pt>
                <c:pt idx="24608">
                  <c:v>5.5976954291401881</c:v>
                </c:pt>
                <c:pt idx="24609">
                  <c:v>5.6007436260623233</c:v>
                </c:pt>
                <c:pt idx="24610">
                  <c:v>5.602193553326698</c:v>
                </c:pt>
                <c:pt idx="24611">
                  <c:v>5.603858816323406</c:v>
                </c:pt>
                <c:pt idx="24612">
                  <c:v>5.6047201592527376</c:v>
                </c:pt>
                <c:pt idx="24613">
                  <c:v>5.6057585560064318</c:v>
                </c:pt>
                <c:pt idx="24614">
                  <c:v>5.6112567950386651</c:v>
                </c:pt>
                <c:pt idx="24615">
                  <c:v>5.6201669091187503</c:v>
                </c:pt>
                <c:pt idx="24616">
                  <c:v>5.6285267207717631</c:v>
                </c:pt>
                <c:pt idx="24617">
                  <c:v>5.6350537860806984</c:v>
                </c:pt>
                <c:pt idx="24618">
                  <c:v>5.6408534951381979</c:v>
                </c:pt>
                <c:pt idx="24619">
                  <c:v>5.6501990659214458</c:v>
                </c:pt>
                <c:pt idx="24620">
                  <c:v>5.66689476303499</c:v>
                </c:pt>
                <c:pt idx="24621">
                  <c:v>5.6851935150447899</c:v>
                </c:pt>
                <c:pt idx="24622">
                  <c:v>5.702870186050073</c:v>
                </c:pt>
                <c:pt idx="24623">
                  <c:v>5.7280979634024956</c:v>
                </c:pt>
                <c:pt idx="24624">
                  <c:v>5.7544885537095167</c:v>
                </c:pt>
                <c:pt idx="24625">
                  <c:v>5.7696529745042495</c:v>
                </c:pt>
                <c:pt idx="24626">
                  <c:v>5.7706435188729808</c:v>
                </c:pt>
                <c:pt idx="24627">
                  <c:v>5.7621927876885382</c:v>
                </c:pt>
                <c:pt idx="24628">
                  <c:v>5.7509714034147459</c:v>
                </c:pt>
                <c:pt idx="24629">
                  <c:v>5.7366061174488934</c:v>
                </c:pt>
                <c:pt idx="24630">
                  <c:v>5.7239491616262157</c:v>
                </c:pt>
                <c:pt idx="24631">
                  <c:v>5.717891049689916</c:v>
                </c:pt>
                <c:pt idx="24632">
                  <c:v>5.7113974810504553</c:v>
                </c:pt>
                <c:pt idx="24633">
                  <c:v>5.7053920067376156</c:v>
                </c:pt>
                <c:pt idx="24634">
                  <c:v>5.7068419340019911</c:v>
                </c:pt>
                <c:pt idx="24635">
                  <c:v>5.7108519638618791</c:v>
                </c:pt>
                <c:pt idx="24636">
                  <c:v>5.7090766403797568</c:v>
                </c:pt>
                <c:pt idx="24637">
                  <c:v>5.7031860117908275</c:v>
                </c:pt>
                <c:pt idx="24638">
                  <c:v>5.7061289334660437</c:v>
                </c:pt>
                <c:pt idx="24639">
                  <c:v>5.7110098767322564</c:v>
                </c:pt>
                <c:pt idx="24640">
                  <c:v>5.7138905903070203</c:v>
                </c:pt>
                <c:pt idx="24641">
                  <c:v>5.7186566878493226</c:v>
                </c:pt>
                <c:pt idx="24642">
                  <c:v>5.7274471709670012</c:v>
                </c:pt>
                <c:pt idx="24643">
                  <c:v>5.731548120358319</c:v>
                </c:pt>
                <c:pt idx="24644">
                  <c:v>5.735122693515045</c:v>
                </c:pt>
                <c:pt idx="24645">
                  <c:v>5.739424622923206</c:v>
                </c:pt>
                <c:pt idx="24646">
                  <c:v>5.7429322027409846</c:v>
                </c:pt>
                <c:pt idx="24647">
                  <c:v>5.7438031161473084</c:v>
                </c:pt>
                <c:pt idx="24648">
                  <c:v>5.7415157721460837</c:v>
                </c:pt>
                <c:pt idx="24649">
                  <c:v>5.7361323788377607</c:v>
                </c:pt>
                <c:pt idx="24650">
                  <c:v>5.736543909348442</c:v>
                </c:pt>
                <c:pt idx="24651">
                  <c:v>5.7459181915626676</c:v>
                </c:pt>
                <c:pt idx="24652">
                  <c:v>5.7554360309317811</c:v>
                </c:pt>
                <c:pt idx="24653">
                  <c:v>5.7623602710359085</c:v>
                </c:pt>
                <c:pt idx="24654">
                  <c:v>5.7646332593216449</c:v>
                </c:pt>
                <c:pt idx="24655">
                  <c:v>5.7713756603629127</c:v>
                </c:pt>
                <c:pt idx="24656">
                  <c:v>5.7806781639996938</c:v>
                </c:pt>
                <c:pt idx="24657">
                  <c:v>5.7878608069826196</c:v>
                </c:pt>
                <c:pt idx="24658">
                  <c:v>5.7895212847408315</c:v>
                </c:pt>
                <c:pt idx="24659">
                  <c:v>5.7863295306638083</c:v>
                </c:pt>
                <c:pt idx="24660">
                  <c:v>5.7847216905290555</c:v>
                </c:pt>
                <c:pt idx="24661">
                  <c:v>5.7892628818620322</c:v>
                </c:pt>
                <c:pt idx="24662">
                  <c:v>5.7938136436720002</c:v>
                </c:pt>
                <c:pt idx="24663">
                  <c:v>5.7974982773141415</c:v>
                </c:pt>
                <c:pt idx="24664">
                  <c:v>5.8029199525304342</c:v>
                </c:pt>
                <c:pt idx="24665">
                  <c:v>5.8041593293009726</c:v>
                </c:pt>
                <c:pt idx="24666">
                  <c:v>5.809810695965087</c:v>
                </c:pt>
                <c:pt idx="24667">
                  <c:v>5.819448166296608</c:v>
                </c:pt>
                <c:pt idx="24668">
                  <c:v>5.8263245540157715</c:v>
                </c:pt>
                <c:pt idx="24669">
                  <c:v>5.8274060179159326</c:v>
                </c:pt>
                <c:pt idx="24670">
                  <c:v>5.8254010029859886</c:v>
                </c:pt>
                <c:pt idx="24671">
                  <c:v>5.8269944874052522</c:v>
                </c:pt>
                <c:pt idx="24672">
                  <c:v>5.8301001071893426</c:v>
                </c:pt>
                <c:pt idx="24673">
                  <c:v>5.8324975116759816</c:v>
                </c:pt>
                <c:pt idx="24674">
                  <c:v>5.8360864405481969</c:v>
                </c:pt>
                <c:pt idx="24675">
                  <c:v>5.841914861036674</c:v>
                </c:pt>
                <c:pt idx="24676">
                  <c:v>5.8492267054590004</c:v>
                </c:pt>
                <c:pt idx="24677">
                  <c:v>5.8561653012786152</c:v>
                </c:pt>
                <c:pt idx="24678">
                  <c:v>5.8580171885766781</c:v>
                </c:pt>
                <c:pt idx="24679">
                  <c:v>5.8621181379679959</c:v>
                </c:pt>
                <c:pt idx="24680">
                  <c:v>5.8648600796263688</c:v>
                </c:pt>
                <c:pt idx="24681">
                  <c:v>5.860759130235051</c:v>
                </c:pt>
                <c:pt idx="24682">
                  <c:v>5.8546723068677746</c:v>
                </c:pt>
                <c:pt idx="24683">
                  <c:v>5.8553039583492836</c:v>
                </c:pt>
                <c:pt idx="24684">
                  <c:v>5.862376540846796</c:v>
                </c:pt>
                <c:pt idx="24685">
                  <c:v>5.8717556082995177</c:v>
                </c:pt>
                <c:pt idx="24686">
                  <c:v>5.8778137202358165</c:v>
                </c:pt>
                <c:pt idx="24687">
                  <c:v>5.8805125947477226</c:v>
                </c:pt>
                <c:pt idx="24688">
                  <c:v>5.884637470331521</c:v>
                </c:pt>
                <c:pt idx="24689">
                  <c:v>5.8901404946022513</c:v>
                </c:pt>
                <c:pt idx="24690">
                  <c:v>5.8930834162774675</c:v>
                </c:pt>
                <c:pt idx="24691">
                  <c:v>5.8957248679274175</c:v>
                </c:pt>
                <c:pt idx="24692">
                  <c:v>5.896825472781563</c:v>
                </c:pt>
                <c:pt idx="24693">
                  <c:v>5.898591225786693</c:v>
                </c:pt>
                <c:pt idx="24694">
                  <c:v>5.9026395375545517</c:v>
                </c:pt>
                <c:pt idx="24695">
                  <c:v>5.9064438021590995</c:v>
                </c:pt>
                <c:pt idx="24696">
                  <c:v>5.9062093254727817</c:v>
                </c:pt>
                <c:pt idx="24697">
                  <c:v>5.9106883087053053</c:v>
                </c:pt>
                <c:pt idx="24698">
                  <c:v>5.9183734017303422</c:v>
                </c:pt>
                <c:pt idx="24699">
                  <c:v>5.921493377229921</c:v>
                </c:pt>
                <c:pt idx="24700">
                  <c:v>5.9245032922440855</c:v>
                </c:pt>
                <c:pt idx="24701">
                  <c:v>5.9292693897863868</c:v>
                </c:pt>
                <c:pt idx="24702">
                  <c:v>5.9352748640992266</c:v>
                </c:pt>
                <c:pt idx="24703">
                  <c:v>5.9378923895566951</c:v>
                </c:pt>
                <c:pt idx="24704">
                  <c:v>5.9416966541612437</c:v>
                </c:pt>
                <c:pt idx="24705">
                  <c:v>5.9457880330755684</c:v>
                </c:pt>
                <c:pt idx="24706">
                  <c:v>5.9491137738304873</c:v>
                </c:pt>
                <c:pt idx="24707">
                  <c:v>5.9488123038052212</c:v>
                </c:pt>
                <c:pt idx="24708">
                  <c:v>5.9517169435724675</c:v>
                </c:pt>
                <c:pt idx="24709">
                  <c:v>5.955511637700023</c:v>
                </c:pt>
                <c:pt idx="24710">
                  <c:v>5.9556121277084451</c:v>
                </c:pt>
                <c:pt idx="24711">
                  <c:v>5.9576267131153813</c:v>
                </c:pt>
                <c:pt idx="24712">
                  <c:v>5.9590862108567491</c:v>
                </c:pt>
                <c:pt idx="24713">
                  <c:v>5.9618999310925656</c:v>
                </c:pt>
                <c:pt idx="24714">
                  <c:v>5.9653500880483881</c:v>
                </c:pt>
                <c:pt idx="24715">
                  <c:v>5.9680154658908195</c:v>
                </c:pt>
                <c:pt idx="24716">
                  <c:v>5.9712407166373174</c:v>
                </c:pt>
                <c:pt idx="24717">
                  <c:v>5.9750928336268281</c:v>
                </c:pt>
                <c:pt idx="24718">
                  <c:v>5.9770930633182759</c:v>
                </c:pt>
                <c:pt idx="24719">
                  <c:v>5.981203583186586</c:v>
                </c:pt>
                <c:pt idx="24720">
                  <c:v>5.9824525304341165</c:v>
                </c:pt>
                <c:pt idx="24721">
                  <c:v>5.9831033228696118</c:v>
                </c:pt>
                <c:pt idx="24722">
                  <c:v>5.9836823367276626</c:v>
                </c:pt>
                <c:pt idx="24723">
                  <c:v>5.9839838067529287</c:v>
                </c:pt>
                <c:pt idx="24724">
                  <c:v>5.9899605696347908</c:v>
                </c:pt>
                <c:pt idx="24725">
                  <c:v>5.9952721843656684</c:v>
                </c:pt>
                <c:pt idx="24726">
                  <c:v>5.9952626138886762</c:v>
                </c:pt>
                <c:pt idx="24727">
                  <c:v>5.992558954138274</c:v>
                </c:pt>
                <c:pt idx="24728">
                  <c:v>5.9890705152744808</c:v>
                </c:pt>
                <c:pt idx="24729">
                  <c:v>5.9874913865707065</c:v>
                </c:pt>
                <c:pt idx="24730">
                  <c:v>5.994028022356634</c:v>
                </c:pt>
                <c:pt idx="24731">
                  <c:v>5.9978275017226856</c:v>
                </c:pt>
                <c:pt idx="24732">
                  <c:v>5.9969709440318502</c:v>
                </c:pt>
                <c:pt idx="24733">
                  <c:v>5.9992822142255573</c:v>
                </c:pt>
                <c:pt idx="24734">
                  <c:v>6.0023591225786692</c:v>
                </c:pt>
                <c:pt idx="24735">
                  <c:v>6.0002584028787993</c:v>
                </c:pt>
                <c:pt idx="24736">
                  <c:v>5.9953200367506314</c:v>
                </c:pt>
                <c:pt idx="24737">
                  <c:v>5.9945926804991956</c:v>
                </c:pt>
                <c:pt idx="24738">
                  <c:v>5.9979327769696038</c:v>
                </c:pt>
                <c:pt idx="24739">
                  <c:v>6.0008804838833161</c:v>
                </c:pt>
                <c:pt idx="24740">
                  <c:v>5.9980763341244927</c:v>
                </c:pt>
                <c:pt idx="24741">
                  <c:v>5.9985070055891585</c:v>
                </c:pt>
                <c:pt idx="24742">
                  <c:v>6.0028232907128087</c:v>
                </c:pt>
                <c:pt idx="24743">
                  <c:v>6.0028711430977717</c:v>
                </c:pt>
                <c:pt idx="24744">
                  <c:v>6.0036176403031929</c:v>
                </c:pt>
                <c:pt idx="24745">
                  <c:v>6.0063260852920912</c:v>
                </c:pt>
                <c:pt idx="24746">
                  <c:v>6.0107237194701781</c:v>
                </c:pt>
                <c:pt idx="24747">
                  <c:v>6.0135900773294537</c:v>
                </c:pt>
                <c:pt idx="24748">
                  <c:v>6.0121305795880868</c:v>
                </c:pt>
                <c:pt idx="24749">
                  <c:v>6.0148629507694666</c:v>
                </c:pt>
                <c:pt idx="24750">
                  <c:v>6.0165138580506854</c:v>
                </c:pt>
                <c:pt idx="24751">
                  <c:v>6.0167914018834701</c:v>
                </c:pt>
                <c:pt idx="24752">
                  <c:v>6.0181169129469412</c:v>
                </c:pt>
                <c:pt idx="24753">
                  <c:v>6.0179924967460376</c:v>
                </c:pt>
                <c:pt idx="24754">
                  <c:v>6.0217393384886302</c:v>
                </c:pt>
                <c:pt idx="24755">
                  <c:v>6.0266920603322873</c:v>
                </c:pt>
                <c:pt idx="24756">
                  <c:v>6.0272950003828187</c:v>
                </c:pt>
                <c:pt idx="24757">
                  <c:v>6.0249454482811426</c:v>
                </c:pt>
                <c:pt idx="24758">
                  <c:v>6.0246152668248989</c:v>
                </c:pt>
                <c:pt idx="24759">
                  <c:v>6.0236534338871444</c:v>
                </c:pt>
                <c:pt idx="24760">
                  <c:v>6.0199209478600411</c:v>
                </c:pt>
                <c:pt idx="24761">
                  <c:v>6.0194711354413899</c:v>
                </c:pt>
                <c:pt idx="24762">
                  <c:v>6.0220743051833701</c:v>
                </c:pt>
                <c:pt idx="24763">
                  <c:v>6.0214474389403563</c:v>
                </c:pt>
                <c:pt idx="24764">
                  <c:v>6.0217154122961487</c:v>
                </c:pt>
                <c:pt idx="24765">
                  <c:v>6.0244429982390324</c:v>
                </c:pt>
                <c:pt idx="24766">
                  <c:v>6.0203468340862107</c:v>
                </c:pt>
                <c:pt idx="24767">
                  <c:v>6.0130062782329068</c:v>
                </c:pt>
                <c:pt idx="24768">
                  <c:v>6.005971977643366</c:v>
                </c:pt>
                <c:pt idx="24769">
                  <c:v>6.0024978944950611</c:v>
                </c:pt>
                <c:pt idx="24770">
                  <c:v>6.0040961641528217</c:v>
                </c:pt>
                <c:pt idx="24771">
                  <c:v>6.0094269198376846</c:v>
                </c:pt>
                <c:pt idx="24772">
                  <c:v>6.0104126789679198</c:v>
                </c:pt>
                <c:pt idx="24773">
                  <c:v>6.007632455401577</c:v>
                </c:pt>
                <c:pt idx="24774">
                  <c:v>6.0050771380445598</c:v>
                </c:pt>
                <c:pt idx="24775">
                  <c:v>6.002689304034913</c:v>
                </c:pt>
                <c:pt idx="24776">
                  <c:v>5.9990860194472093</c:v>
                </c:pt>
                <c:pt idx="24777">
                  <c:v>5.996913521169895</c:v>
                </c:pt>
                <c:pt idx="24778">
                  <c:v>5.9998660133221042</c:v>
                </c:pt>
                <c:pt idx="24779">
                  <c:v>6.0044741979940284</c:v>
                </c:pt>
                <c:pt idx="24780">
                  <c:v>6.0086086440548199</c:v>
                </c:pt>
                <c:pt idx="24781">
                  <c:v>6.0084603016614349</c:v>
                </c:pt>
                <c:pt idx="24782">
                  <c:v>6.0063069443381059</c:v>
                </c:pt>
                <c:pt idx="24783">
                  <c:v>6.0034118750478527</c:v>
                </c:pt>
                <c:pt idx="24784">
                  <c:v>5.9996746037822524</c:v>
                </c:pt>
                <c:pt idx="24785">
                  <c:v>6.0012680882015159</c:v>
                </c:pt>
                <c:pt idx="24786">
                  <c:v>6.0048522318352351</c:v>
                </c:pt>
                <c:pt idx="24787">
                  <c:v>6.0051632723374935</c:v>
                </c:pt>
                <c:pt idx="24788">
                  <c:v>6.0016078401347519</c:v>
                </c:pt>
                <c:pt idx="24789">
                  <c:v>5.9991099456396908</c:v>
                </c:pt>
                <c:pt idx="24790">
                  <c:v>5.9949324324324325</c:v>
                </c:pt>
                <c:pt idx="24791">
                  <c:v>5.9912238725978106</c:v>
                </c:pt>
                <c:pt idx="24792">
                  <c:v>5.9924345379373705</c:v>
                </c:pt>
                <c:pt idx="24793">
                  <c:v>5.9939036061557305</c:v>
                </c:pt>
                <c:pt idx="24794">
                  <c:v>5.9915731950080389</c:v>
                </c:pt>
                <c:pt idx="24795">
                  <c:v>5.9869745808131078</c:v>
                </c:pt>
                <c:pt idx="24796">
                  <c:v>5.9859266135824205</c:v>
                </c:pt>
                <c:pt idx="24797">
                  <c:v>5.984189572008269</c:v>
                </c:pt>
                <c:pt idx="24798">
                  <c:v>5.9808255493453792</c:v>
                </c:pt>
                <c:pt idx="24799">
                  <c:v>5.980619784090039</c:v>
                </c:pt>
                <c:pt idx="24800">
                  <c:v>5.9820122884924585</c:v>
                </c:pt>
                <c:pt idx="24801">
                  <c:v>5.981203583186586</c:v>
                </c:pt>
                <c:pt idx="24802">
                  <c:v>5.9779448357706144</c:v>
                </c:pt>
                <c:pt idx="24803">
                  <c:v>5.9786817624990425</c:v>
                </c:pt>
                <c:pt idx="24804">
                  <c:v>5.9795096087589004</c:v>
                </c:pt>
                <c:pt idx="24805">
                  <c:v>5.9763944184978177</c:v>
                </c:pt>
                <c:pt idx="24806">
                  <c:v>5.9718915090728117</c:v>
                </c:pt>
                <c:pt idx="24807">
                  <c:v>5.9697907893729418</c:v>
                </c:pt>
                <c:pt idx="24808">
                  <c:v>5.9725375162698109</c:v>
                </c:pt>
                <c:pt idx="24809">
                  <c:v>5.9709057499425775</c:v>
                </c:pt>
                <c:pt idx="24810">
                  <c:v>5.9701544674986602</c:v>
                </c:pt>
                <c:pt idx="24811">
                  <c:v>5.9685514126024035</c:v>
                </c:pt>
                <c:pt idx="24812">
                  <c:v>5.9659913100068902</c:v>
                </c:pt>
                <c:pt idx="24813">
                  <c:v>5.9620913406324174</c:v>
                </c:pt>
                <c:pt idx="24814">
                  <c:v>5.9593398284970522</c:v>
                </c:pt>
                <c:pt idx="24815">
                  <c:v>5.959866204731644</c:v>
                </c:pt>
                <c:pt idx="24816">
                  <c:v>5.9601772452339024</c:v>
                </c:pt>
                <c:pt idx="24817">
                  <c:v>5.9556647653319041</c:v>
                </c:pt>
                <c:pt idx="24818">
                  <c:v>5.9541143480591074</c:v>
                </c:pt>
                <c:pt idx="24819">
                  <c:v>5.9544540999923434</c:v>
                </c:pt>
                <c:pt idx="24820">
                  <c:v>5.9502478753541075</c:v>
                </c:pt>
                <c:pt idx="24821">
                  <c:v>5.9441610519868311</c:v>
                </c:pt>
                <c:pt idx="24822">
                  <c:v>5.9428068294923815</c:v>
                </c:pt>
                <c:pt idx="24823">
                  <c:v>5.9435054743128397</c:v>
                </c:pt>
                <c:pt idx="24824">
                  <c:v>5.9461852078707604</c:v>
                </c:pt>
                <c:pt idx="24825">
                  <c:v>5.9489702166755993</c:v>
                </c:pt>
                <c:pt idx="24826">
                  <c:v>5.9486783171273254</c:v>
                </c:pt>
                <c:pt idx="24827">
                  <c:v>5.9459794426154193</c:v>
                </c:pt>
                <c:pt idx="24828">
                  <c:v>5.9453430058954133</c:v>
                </c:pt>
                <c:pt idx="24829">
                  <c:v>5.944400313911645</c:v>
                </c:pt>
                <c:pt idx="24830">
                  <c:v>5.9414526069979328</c:v>
                </c:pt>
                <c:pt idx="24831">
                  <c:v>5.9401988745119052</c:v>
                </c:pt>
                <c:pt idx="24832">
                  <c:v>5.9449649720542066</c:v>
                </c:pt>
                <c:pt idx="24833">
                  <c:v>5.9512432049613349</c:v>
                </c:pt>
                <c:pt idx="24834">
                  <c:v>5.9513915473547199</c:v>
                </c:pt>
                <c:pt idx="24835">
                  <c:v>5.9501617410611747</c:v>
                </c:pt>
                <c:pt idx="24836">
                  <c:v>5.9527888369956354</c:v>
                </c:pt>
                <c:pt idx="24837">
                  <c:v>5.9545067376158025</c:v>
                </c:pt>
                <c:pt idx="24838">
                  <c:v>5.9554015772146087</c:v>
                </c:pt>
                <c:pt idx="24839">
                  <c:v>5.9570094173493606</c:v>
                </c:pt>
                <c:pt idx="24840">
                  <c:v>5.9591627746726896</c:v>
                </c:pt>
                <c:pt idx="24841">
                  <c:v>5.9561911415664959</c:v>
                </c:pt>
                <c:pt idx="24842">
                  <c:v>5.9516882321414899</c:v>
                </c:pt>
                <c:pt idx="24843">
                  <c:v>5.9539612204272263</c:v>
                </c:pt>
                <c:pt idx="24844">
                  <c:v>5.9576889212158335</c:v>
                </c:pt>
                <c:pt idx="24845">
                  <c:v>5.9533487098997018</c:v>
                </c:pt>
                <c:pt idx="24846">
                  <c:v>5.9485108337799559</c:v>
                </c:pt>
                <c:pt idx="24847">
                  <c:v>5.9476494908506243</c:v>
                </c:pt>
                <c:pt idx="24848">
                  <c:v>5.9503483653625295</c:v>
                </c:pt>
                <c:pt idx="24849">
                  <c:v>5.9558753158257405</c:v>
                </c:pt>
                <c:pt idx="24850">
                  <c:v>5.9582440088814028</c:v>
                </c:pt>
                <c:pt idx="24851">
                  <c:v>5.9586842508230609</c:v>
                </c:pt>
                <c:pt idx="24852">
                  <c:v>5.9595360232754002</c:v>
                </c:pt>
                <c:pt idx="24853">
                  <c:v>5.9567892963785312</c:v>
                </c:pt>
                <c:pt idx="24854">
                  <c:v>5.9559327386876966</c:v>
                </c:pt>
                <c:pt idx="24855">
                  <c:v>5.9554207181685932</c:v>
                </c:pt>
                <c:pt idx="24856">
                  <c:v>5.9532912870377457</c:v>
                </c:pt>
                <c:pt idx="24857">
                  <c:v>5.9529946022509765</c:v>
                </c:pt>
                <c:pt idx="24858">
                  <c:v>5.954233979021514</c:v>
                </c:pt>
                <c:pt idx="24859">
                  <c:v>5.9564160477758215</c:v>
                </c:pt>
                <c:pt idx="24860">
                  <c:v>5.9609572391087973</c:v>
                </c:pt>
                <c:pt idx="24861">
                  <c:v>5.9657807595130539</c:v>
                </c:pt>
                <c:pt idx="24862">
                  <c:v>5.966034377153357</c:v>
                </c:pt>
                <c:pt idx="24863">
                  <c:v>5.9609333129163158</c:v>
                </c:pt>
                <c:pt idx="24864">
                  <c:v>5.9571912564122194</c:v>
                </c:pt>
                <c:pt idx="24865">
                  <c:v>5.9559327386876966</c:v>
                </c:pt>
                <c:pt idx="24866">
                  <c:v>5.9572869611821453</c:v>
                </c:pt>
                <c:pt idx="24867">
                  <c:v>5.9619142868080548</c:v>
                </c:pt>
                <c:pt idx="24868">
                  <c:v>5.9661731490697498</c:v>
                </c:pt>
                <c:pt idx="24869">
                  <c:v>5.9707286961182149</c:v>
                </c:pt>
                <c:pt idx="24870">
                  <c:v>5.9719680728887532</c:v>
                </c:pt>
                <c:pt idx="24871">
                  <c:v>5.9701544674986602</c:v>
                </c:pt>
                <c:pt idx="24872">
                  <c:v>5.9768107342469943</c:v>
                </c:pt>
                <c:pt idx="24873">
                  <c:v>5.9836919072046548</c:v>
                </c:pt>
                <c:pt idx="24874">
                  <c:v>5.9858117678585101</c:v>
                </c:pt>
                <c:pt idx="24875">
                  <c:v>5.9832851619324705</c:v>
                </c:pt>
                <c:pt idx="24876">
                  <c:v>5.9792368501646118</c:v>
                </c:pt>
                <c:pt idx="24877">
                  <c:v>5.9778491310006885</c:v>
                </c:pt>
                <c:pt idx="24878">
                  <c:v>5.980370951688232</c:v>
                </c:pt>
                <c:pt idx="24879">
                  <c:v>5.9851609754230148</c:v>
                </c:pt>
                <c:pt idx="24880">
                  <c:v>5.9883192328305643</c:v>
                </c:pt>
                <c:pt idx="24881">
                  <c:v>5.9864625602940045</c:v>
                </c:pt>
                <c:pt idx="24882">
                  <c:v>5.983605772911722</c:v>
                </c:pt>
                <c:pt idx="24883">
                  <c:v>5.984433619171579</c:v>
                </c:pt>
                <c:pt idx="24884">
                  <c:v>5.9839838067529287</c:v>
                </c:pt>
                <c:pt idx="24885">
                  <c:v>5.9872473394073964</c:v>
                </c:pt>
                <c:pt idx="24886">
                  <c:v>5.9919033764642826</c:v>
                </c:pt>
                <c:pt idx="24887">
                  <c:v>5.9924153969833851</c:v>
                </c:pt>
                <c:pt idx="24888">
                  <c:v>5.9907405635096849</c:v>
                </c:pt>
                <c:pt idx="24889">
                  <c:v>5.992410611744889</c:v>
                </c:pt>
                <c:pt idx="24890">
                  <c:v>5.9955258020059716</c:v>
                </c:pt>
                <c:pt idx="24891">
                  <c:v>5.9973776893040345</c:v>
                </c:pt>
                <c:pt idx="24892">
                  <c:v>5.9987319117984841</c:v>
                </c:pt>
                <c:pt idx="24893">
                  <c:v>6.0006172957660207</c:v>
                </c:pt>
                <c:pt idx="24894">
                  <c:v>5.9998373018911266</c:v>
                </c:pt>
                <c:pt idx="24895">
                  <c:v>5.9946213919301741</c:v>
                </c:pt>
                <c:pt idx="24896">
                  <c:v>5.9959612587091335</c:v>
                </c:pt>
                <c:pt idx="24897">
                  <c:v>5.9971145011867391</c:v>
                </c:pt>
                <c:pt idx="24898">
                  <c:v>5.9911185973508916</c:v>
                </c:pt>
                <c:pt idx="24899">
                  <c:v>5.9862041574152052</c:v>
                </c:pt>
                <c:pt idx="24900">
                  <c:v>5.985950539774902</c:v>
                </c:pt>
                <c:pt idx="24901">
                  <c:v>5.9862424393231759</c:v>
                </c:pt>
                <c:pt idx="24902">
                  <c:v>5.9884340785544747</c:v>
                </c:pt>
                <c:pt idx="24903">
                  <c:v>5.9916736850164609</c:v>
                </c:pt>
                <c:pt idx="24904">
                  <c:v>5.9920038664727047</c:v>
                </c:pt>
                <c:pt idx="24905">
                  <c:v>5.9907644897021664</c:v>
                </c:pt>
                <c:pt idx="24906">
                  <c:v>5.9912095168823214</c:v>
                </c:pt>
                <c:pt idx="24907">
                  <c:v>5.9946788147921293</c:v>
                </c:pt>
                <c:pt idx="24908">
                  <c:v>5.9992008651711197</c:v>
                </c:pt>
                <c:pt idx="24909">
                  <c:v>6.0014260010718932</c:v>
                </c:pt>
                <c:pt idx="24910">
                  <c:v>5.9981194012709595</c:v>
                </c:pt>
                <c:pt idx="24911">
                  <c:v>5.9978992803001301</c:v>
                </c:pt>
                <c:pt idx="24912">
                  <c:v>5.9974446826429828</c:v>
                </c:pt>
                <c:pt idx="24913">
                  <c:v>5.9954923053364979</c:v>
                </c:pt>
                <c:pt idx="24914">
                  <c:v>5.9962483730189113</c:v>
                </c:pt>
                <c:pt idx="24915">
                  <c:v>5.9983012403338183</c:v>
                </c:pt>
                <c:pt idx="24916">
                  <c:v>6.0050867085215529</c:v>
                </c:pt>
                <c:pt idx="24917">
                  <c:v>6.0117573309853762</c:v>
                </c:pt>
                <c:pt idx="24918">
                  <c:v>6.0138628359237423</c:v>
                </c:pt>
                <c:pt idx="24919">
                  <c:v>6.0096326850930248</c:v>
                </c:pt>
                <c:pt idx="24920">
                  <c:v>6.0021437868463359</c:v>
                </c:pt>
                <c:pt idx="24921">
                  <c:v>5.9968034606844807</c:v>
                </c:pt>
                <c:pt idx="24922">
                  <c:v>5.9959708291861267</c:v>
                </c:pt>
                <c:pt idx="24923">
                  <c:v>5.9999282214225556</c:v>
                </c:pt>
                <c:pt idx="24924">
                  <c:v>6</c:v>
                </c:pt>
                <c:pt idx="24925">
                  <c:v>5.9983155960493066</c:v>
                </c:pt>
                <c:pt idx="24926">
                  <c:v>5.9939658142561827</c:v>
                </c:pt>
                <c:pt idx="24927">
                  <c:v>5.9944299823903222</c:v>
                </c:pt>
                <c:pt idx="24928">
                  <c:v>5.9958224867927417</c:v>
                </c:pt>
                <c:pt idx="24929">
                  <c:v>5.9971767092871904</c:v>
                </c:pt>
                <c:pt idx="24930">
                  <c:v>6.0048187351657605</c:v>
                </c:pt>
                <c:pt idx="24931">
                  <c:v>6.0065509915014159</c:v>
                </c:pt>
                <c:pt idx="24932">
                  <c:v>6.0047660975423014</c:v>
                </c:pt>
                <c:pt idx="24933">
                  <c:v>5.996621621621621</c:v>
                </c:pt>
                <c:pt idx="24934">
                  <c:v>5.9898648648648649</c:v>
                </c:pt>
                <c:pt idx="24935">
                  <c:v>5.9891279381364368</c:v>
                </c:pt>
                <c:pt idx="24936">
                  <c:v>5.9929369879794807</c:v>
                </c:pt>
                <c:pt idx="24937">
                  <c:v>5.9952913253196538</c:v>
                </c:pt>
                <c:pt idx="24938">
                  <c:v>5.9919847255187202</c:v>
                </c:pt>
                <c:pt idx="24939">
                  <c:v>5.9912047316438253</c:v>
                </c:pt>
                <c:pt idx="24940">
                  <c:v>5.9919847255187202</c:v>
                </c:pt>
                <c:pt idx="24941">
                  <c:v>5.9920038664727047</c:v>
                </c:pt>
                <c:pt idx="24942">
                  <c:v>5.9886350585713188</c:v>
                </c:pt>
                <c:pt idx="24943">
                  <c:v>5.9841800015312758</c:v>
                </c:pt>
                <c:pt idx="24944">
                  <c:v>5.9821271342163689</c:v>
                </c:pt>
                <c:pt idx="24945">
                  <c:v>5.9809834622157565</c:v>
                </c:pt>
                <c:pt idx="24946">
                  <c:v>5.9795574611438633</c:v>
                </c:pt>
                <c:pt idx="24947">
                  <c:v>5.9770164995023354</c:v>
                </c:pt>
                <c:pt idx="24948">
                  <c:v>5.9720733481356714</c:v>
                </c:pt>
                <c:pt idx="24949">
                  <c:v>5.9681398820917231</c:v>
                </c:pt>
                <c:pt idx="24950">
                  <c:v>5.9666995253043407</c:v>
                </c:pt>
                <c:pt idx="24951">
                  <c:v>5.9668717938902072</c:v>
                </c:pt>
                <c:pt idx="24952">
                  <c:v>5.9708913942270883</c:v>
                </c:pt>
                <c:pt idx="24953">
                  <c:v>5.9698482122348979</c:v>
                </c:pt>
                <c:pt idx="24954">
                  <c:v>5.9608041114769161</c:v>
                </c:pt>
                <c:pt idx="24955">
                  <c:v>5.954085636628129</c:v>
                </c:pt>
                <c:pt idx="24956">
                  <c:v>5.948218934231682</c:v>
                </c:pt>
                <c:pt idx="24957">
                  <c:v>5.9414813184289104</c:v>
                </c:pt>
                <c:pt idx="24958">
                  <c:v>5.9378206109792515</c:v>
                </c:pt>
                <c:pt idx="24959">
                  <c:v>5.9393662430135521</c:v>
                </c:pt>
                <c:pt idx="24960">
                  <c:v>5.9357725289028407</c:v>
                </c:pt>
                <c:pt idx="24961">
                  <c:v>5.9303317127325625</c:v>
                </c:pt>
                <c:pt idx="24962">
                  <c:v>5.9264317433580889</c:v>
                </c:pt>
                <c:pt idx="24963">
                  <c:v>5.9261494142868081</c:v>
                </c:pt>
                <c:pt idx="24964">
                  <c:v>5.9250105275246918</c:v>
                </c:pt>
                <c:pt idx="24965">
                  <c:v>5.9181341398055274</c:v>
                </c:pt>
                <c:pt idx="24966">
                  <c:v>5.9109706377765869</c:v>
                </c:pt>
                <c:pt idx="24967">
                  <c:v>5.9130330755684861</c:v>
                </c:pt>
                <c:pt idx="24968">
                  <c:v>5.9138800627823294</c:v>
                </c:pt>
                <c:pt idx="24969">
                  <c:v>5.911999464053288</c:v>
                </c:pt>
                <c:pt idx="24970">
                  <c:v>5.91038683868004</c:v>
                </c:pt>
                <c:pt idx="24971">
                  <c:v>5.9074343465278307</c:v>
                </c:pt>
                <c:pt idx="24972">
                  <c:v>5.9099800934078557</c:v>
                </c:pt>
                <c:pt idx="24973">
                  <c:v>5.9100805834162777</c:v>
                </c:pt>
                <c:pt idx="24974">
                  <c:v>5.9075539774902381</c:v>
                </c:pt>
                <c:pt idx="24975">
                  <c:v>5.9037018605007274</c:v>
                </c:pt>
                <c:pt idx="24976">
                  <c:v>5.8977155271418731</c:v>
                </c:pt>
                <c:pt idx="24977">
                  <c:v>5.8925618252813718</c:v>
                </c:pt>
                <c:pt idx="24978">
                  <c:v>5.8882981777811807</c:v>
                </c:pt>
                <c:pt idx="24979">
                  <c:v>5.883125334966695</c:v>
                </c:pt>
                <c:pt idx="24980">
                  <c:v>5.8767705382436262</c:v>
                </c:pt>
                <c:pt idx="24981">
                  <c:v>5.8727270117142636</c:v>
                </c:pt>
                <c:pt idx="24982">
                  <c:v>5.8687887604318201</c:v>
                </c:pt>
                <c:pt idx="24983">
                  <c:v>5.8659128320955514</c:v>
                </c:pt>
                <c:pt idx="24984">
                  <c:v>5.8678987060715109</c:v>
                </c:pt>
                <c:pt idx="24985">
                  <c:v>5.8703631038970983</c:v>
                </c:pt>
                <c:pt idx="24986">
                  <c:v>5.8651232677436642</c:v>
                </c:pt>
                <c:pt idx="24987">
                  <c:v>5.8595293239415049</c:v>
                </c:pt>
                <c:pt idx="24988">
                  <c:v>5.8576439399739684</c:v>
                </c:pt>
                <c:pt idx="24989">
                  <c:v>5.8572754766097539</c:v>
                </c:pt>
                <c:pt idx="24990">
                  <c:v>5.8569787918229848</c:v>
                </c:pt>
                <c:pt idx="24991">
                  <c:v>5.8532606615113698</c:v>
                </c:pt>
                <c:pt idx="24992">
                  <c:v>5.8475853686547739</c:v>
                </c:pt>
                <c:pt idx="24993">
                  <c:v>5.8410583033458385</c:v>
                </c:pt>
                <c:pt idx="24994">
                  <c:v>5.830899242018222</c:v>
                </c:pt>
                <c:pt idx="24995">
                  <c:v>5.8240228542990584</c:v>
                </c:pt>
                <c:pt idx="24996">
                  <c:v>5.8185820381287803</c:v>
                </c:pt>
                <c:pt idx="24997">
                  <c:v>5.8163903988974806</c:v>
                </c:pt>
                <c:pt idx="24998">
                  <c:v>5.8124856442845108</c:v>
                </c:pt>
                <c:pt idx="24999">
                  <c:v>5.8067577138044557</c:v>
                </c:pt>
                <c:pt idx="25000">
                  <c:v>5.8020107572161397</c:v>
                </c:pt>
                <c:pt idx="25001">
                  <c:v>5.7970771763264679</c:v>
                </c:pt>
                <c:pt idx="25002">
                  <c:v>5.7915597963402492</c:v>
                </c:pt>
                <c:pt idx="25003">
                  <c:v>5.7861094096929788</c:v>
                </c:pt>
                <c:pt idx="25004">
                  <c:v>5.7806398820917231</c:v>
                </c:pt>
                <c:pt idx="25005">
                  <c:v>5.7800800091876576</c:v>
                </c:pt>
                <c:pt idx="25006">
                  <c:v>5.7770174565500341</c:v>
                </c:pt>
                <c:pt idx="25007">
                  <c:v>5.7703755455171883</c:v>
                </c:pt>
                <c:pt idx="25008">
                  <c:v>5.7656238036903762</c:v>
                </c:pt>
                <c:pt idx="25009">
                  <c:v>5.759546550800092</c:v>
                </c:pt>
                <c:pt idx="25010">
                  <c:v>5.7548139499272644</c:v>
                </c:pt>
                <c:pt idx="25011">
                  <c:v>5.746717326391547</c:v>
                </c:pt>
                <c:pt idx="25012">
                  <c:v>5.7397500191409536</c:v>
                </c:pt>
                <c:pt idx="25013">
                  <c:v>5.7335818467192405</c:v>
                </c:pt>
                <c:pt idx="25014">
                  <c:v>5.7284999234361837</c:v>
                </c:pt>
                <c:pt idx="25015">
                  <c:v>5.7256718474848789</c:v>
                </c:pt>
                <c:pt idx="25016">
                  <c:v>5.7235137049230538</c:v>
                </c:pt>
                <c:pt idx="25017">
                  <c:v>5.7188193859581959</c:v>
                </c:pt>
                <c:pt idx="25018">
                  <c:v>5.7117994410841435</c:v>
                </c:pt>
                <c:pt idx="25019">
                  <c:v>5.704042569481663</c:v>
                </c:pt>
                <c:pt idx="25020">
                  <c:v>5.699396102901769</c:v>
                </c:pt>
                <c:pt idx="25021">
                  <c:v>5.6938213000535942</c:v>
                </c:pt>
                <c:pt idx="25022">
                  <c:v>5.6891317663272334</c:v>
                </c:pt>
                <c:pt idx="25023">
                  <c:v>5.6882369267284281</c:v>
                </c:pt>
                <c:pt idx="25024">
                  <c:v>5.6836622387259776</c:v>
                </c:pt>
                <c:pt idx="25025">
                  <c:v>5.6754029170813869</c:v>
                </c:pt>
                <c:pt idx="25026">
                  <c:v>5.6712589005436032</c:v>
                </c:pt>
                <c:pt idx="25027">
                  <c:v>5.6682824821989124</c:v>
                </c:pt>
                <c:pt idx="25028">
                  <c:v>5.6621238802541916</c:v>
                </c:pt>
                <c:pt idx="25029">
                  <c:v>5.6546828343924664</c:v>
                </c:pt>
                <c:pt idx="25030">
                  <c:v>5.646878110405023</c:v>
                </c:pt>
                <c:pt idx="25031">
                  <c:v>5.6365611362070283</c:v>
                </c:pt>
                <c:pt idx="25032">
                  <c:v>5.6275792435494987</c:v>
                </c:pt>
                <c:pt idx="25033">
                  <c:v>5.6205688691524385</c:v>
                </c:pt>
                <c:pt idx="25034">
                  <c:v>5.6136924814332749</c:v>
                </c:pt>
                <c:pt idx="25035">
                  <c:v>5.6113764260010717</c:v>
                </c:pt>
                <c:pt idx="25036">
                  <c:v>5.6079023428527677</c:v>
                </c:pt>
                <c:pt idx="25037">
                  <c:v>5.607773141413368</c:v>
                </c:pt>
                <c:pt idx="25038">
                  <c:v>5.6066342546512518</c:v>
                </c:pt>
                <c:pt idx="25039">
                  <c:v>5.6012652170584181</c:v>
                </c:pt>
                <c:pt idx="25040">
                  <c:v>5.5957191256412218</c:v>
                </c:pt>
                <c:pt idx="25041">
                  <c:v>5.5884742745578437</c:v>
                </c:pt>
                <c:pt idx="25042">
                  <c:v>5.5834880560447129</c:v>
                </c:pt>
                <c:pt idx="25043">
                  <c:v>5.5788750861342926</c:v>
                </c:pt>
                <c:pt idx="25044">
                  <c:v>5.5728983232524305</c:v>
                </c:pt>
                <c:pt idx="25045">
                  <c:v>5.5673761580277166</c:v>
                </c:pt>
                <c:pt idx="25046">
                  <c:v>5.5604614884005823</c:v>
                </c:pt>
                <c:pt idx="25047">
                  <c:v>5.5502210780185282</c:v>
                </c:pt>
                <c:pt idx="25048">
                  <c:v>5.5385355256105964</c:v>
                </c:pt>
                <c:pt idx="25049">
                  <c:v>5.5304628282673605</c:v>
                </c:pt>
                <c:pt idx="25050">
                  <c:v>5.5241367429752701</c:v>
                </c:pt>
                <c:pt idx="25051">
                  <c:v>5.5196338335502642</c:v>
                </c:pt>
                <c:pt idx="25052">
                  <c:v>5.5175761809968611</c:v>
                </c:pt>
                <c:pt idx="25053">
                  <c:v>5.5186815710895027</c:v>
                </c:pt>
                <c:pt idx="25054">
                  <c:v>5.5167483347370032</c:v>
                </c:pt>
                <c:pt idx="25055">
                  <c:v>5.5093216445907665</c:v>
                </c:pt>
                <c:pt idx="25056">
                  <c:v>5.5027562973738613</c:v>
                </c:pt>
                <c:pt idx="25057">
                  <c:v>5.4993348518490164</c:v>
                </c:pt>
                <c:pt idx="25058">
                  <c:v>5.4956837148763498</c:v>
                </c:pt>
                <c:pt idx="25059">
                  <c:v>5.4877258632570243</c:v>
                </c:pt>
                <c:pt idx="25060">
                  <c:v>5.4776127402189729</c:v>
                </c:pt>
                <c:pt idx="25061">
                  <c:v>5.469237615802772</c:v>
                </c:pt>
                <c:pt idx="25062">
                  <c:v>5.46556733787612</c:v>
                </c:pt>
                <c:pt idx="25063">
                  <c:v>5.4616257369267283</c:v>
                </c:pt>
                <c:pt idx="25064">
                  <c:v>5.4572840900390478</c:v>
                </c:pt>
                <c:pt idx="25065">
                  <c:v>5.4538310619401269</c:v>
                </c:pt>
                <c:pt idx="25066">
                  <c:v>5.4480792052675904</c:v>
                </c:pt>
                <c:pt idx="25067">
                  <c:v>5.4420263570936376</c:v>
                </c:pt>
                <c:pt idx="25068">
                  <c:v>5.4383235395452107</c:v>
                </c:pt>
                <c:pt idx="25069">
                  <c:v>5.4361060600260318</c:v>
                </c:pt>
                <c:pt idx="25070">
                  <c:v>5.4349604739300208</c:v>
                </c:pt>
                <c:pt idx="25071">
                  <c:v>5.4358002832861185</c:v>
                </c:pt>
                <c:pt idx="25072">
                  <c:v>5.4340225671847486</c:v>
                </c:pt>
                <c:pt idx="25073">
                  <c:v>5.4278821491463134</c:v>
                </c:pt>
                <c:pt idx="25074">
                  <c:v>5.420337263609218</c:v>
                </c:pt>
                <c:pt idx="25075">
                  <c:v>5.41431695505704</c:v>
                </c:pt>
                <c:pt idx="25076">
                  <c:v>5.4081152859658523</c:v>
                </c:pt>
                <c:pt idx="25077">
                  <c:v>5.4000425886226173</c:v>
                </c:pt>
                <c:pt idx="25078">
                  <c:v>5.3947108758900546</c:v>
                </c:pt>
                <c:pt idx="25079">
                  <c:v>5.3904213881019833</c:v>
                </c:pt>
                <c:pt idx="25080">
                  <c:v>5.3834899701401113</c:v>
                </c:pt>
                <c:pt idx="25081">
                  <c:v>5.3789296378531501</c:v>
                </c:pt>
                <c:pt idx="25082">
                  <c:v>5.3732457315672608</c:v>
                </c:pt>
                <c:pt idx="25083">
                  <c:v>5.3680389135594515</c:v>
                </c:pt>
                <c:pt idx="25084">
                  <c:v>5.3668330334583878</c:v>
                </c:pt>
                <c:pt idx="25085">
                  <c:v>5.3659941811499881</c:v>
                </c:pt>
                <c:pt idx="25086">
                  <c:v>5.3613639843809811</c:v>
                </c:pt>
                <c:pt idx="25087">
                  <c:v>5.3521653204195694</c:v>
                </c:pt>
                <c:pt idx="25088">
                  <c:v>5.3440476418344689</c:v>
                </c:pt>
                <c:pt idx="25089">
                  <c:v>5.3385532309930328</c:v>
                </c:pt>
                <c:pt idx="25090">
                  <c:v>5.3347733711048155</c:v>
                </c:pt>
                <c:pt idx="25091">
                  <c:v>5.3291167406783551</c:v>
                </c:pt>
                <c:pt idx="25092">
                  <c:v>5.3258503368807899</c:v>
                </c:pt>
                <c:pt idx="25093">
                  <c:v>5.32264135594518</c:v>
                </c:pt>
                <c:pt idx="25094">
                  <c:v>5.3207382665952068</c:v>
                </c:pt>
                <c:pt idx="25095">
                  <c:v>5.3203702817548422</c:v>
                </c:pt>
                <c:pt idx="25096">
                  <c:v>5.3152835732332901</c:v>
                </c:pt>
                <c:pt idx="25097">
                  <c:v>5.3124057308016228</c:v>
                </c:pt>
                <c:pt idx="25098">
                  <c:v>5.3096078018528443</c:v>
                </c:pt>
                <c:pt idx="25099">
                  <c:v>5.3018461450118677</c:v>
                </c:pt>
                <c:pt idx="25100">
                  <c:v>5.2996401500650796</c:v>
                </c:pt>
                <c:pt idx="25101">
                  <c:v>5.2994353418574383</c:v>
                </c:pt>
                <c:pt idx="25102">
                  <c:v>5.2973073462981395</c:v>
                </c:pt>
                <c:pt idx="25103">
                  <c:v>5.297352327540005</c:v>
                </c:pt>
                <c:pt idx="25104">
                  <c:v>5.2938150792435499</c:v>
                </c:pt>
                <c:pt idx="25105">
                  <c:v>5.2890087856978791</c:v>
                </c:pt>
                <c:pt idx="25106">
                  <c:v>5.2832234323558689</c:v>
                </c:pt>
                <c:pt idx="25107">
                  <c:v>5.2830224523390248</c:v>
                </c:pt>
                <c:pt idx="25108">
                  <c:v>5.2831990276395375</c:v>
                </c:pt>
                <c:pt idx="25109">
                  <c:v>5.2798369190720464</c:v>
                </c:pt>
                <c:pt idx="25110">
                  <c:v>5.2776184825051677</c:v>
                </c:pt>
                <c:pt idx="25111">
                  <c:v>5.2743827042339788</c:v>
                </c:pt>
                <c:pt idx="25112">
                  <c:v>5.269963057958809</c:v>
                </c:pt>
                <c:pt idx="25113">
                  <c:v>5.2678073080162315</c:v>
                </c:pt>
                <c:pt idx="25114">
                  <c:v>5.263752775438328</c:v>
                </c:pt>
                <c:pt idx="25115">
                  <c:v>5.2575798177781179</c:v>
                </c:pt>
                <c:pt idx="25116">
                  <c:v>5.2534391509072815</c:v>
                </c:pt>
                <c:pt idx="25117">
                  <c:v>5.2558896715412295</c:v>
                </c:pt>
                <c:pt idx="25118">
                  <c:v>5.257324764566266</c:v>
                </c:pt>
                <c:pt idx="25119">
                  <c:v>5.2565189304034909</c:v>
                </c:pt>
                <c:pt idx="25120">
                  <c:v>5.2546493377229924</c:v>
                </c:pt>
                <c:pt idx="25121">
                  <c:v>5.2530467613505856</c:v>
                </c:pt>
                <c:pt idx="25122">
                  <c:v>5.2538521169895107</c:v>
                </c:pt>
                <c:pt idx="25123">
                  <c:v>5.2542325434499659</c:v>
                </c:pt>
                <c:pt idx="25124">
                  <c:v>5.2543186777428987</c:v>
                </c:pt>
                <c:pt idx="25125">
                  <c:v>5.2512250210550491</c:v>
                </c:pt>
                <c:pt idx="25126">
                  <c:v>5.2457387451190565</c:v>
                </c:pt>
                <c:pt idx="25127">
                  <c:v>5.2400385690222802</c:v>
                </c:pt>
                <c:pt idx="25128">
                  <c:v>5.2343015465890819</c:v>
                </c:pt>
                <c:pt idx="25129">
                  <c:v>5.2330731758670854</c:v>
                </c:pt>
                <c:pt idx="25130">
                  <c:v>5.2304570859811657</c:v>
                </c:pt>
                <c:pt idx="25131">
                  <c:v>5.2289683982849704</c:v>
                </c:pt>
                <c:pt idx="25132">
                  <c:v>5.2298431398820915</c:v>
                </c:pt>
                <c:pt idx="25133">
                  <c:v>5.2304226322639922</c:v>
                </c:pt>
                <c:pt idx="25134">
                  <c:v>5.2304374665033304</c:v>
                </c:pt>
                <c:pt idx="25135">
                  <c:v>5.2287822525074645</c:v>
                </c:pt>
                <c:pt idx="25136">
                  <c:v>5.2269518987826356</c:v>
                </c:pt>
                <c:pt idx="25137">
                  <c:v>5.2235582076410685</c:v>
                </c:pt>
                <c:pt idx="25138">
                  <c:v>5.2217340747262844</c:v>
                </c:pt>
                <c:pt idx="25139">
                  <c:v>5.2223087818696881</c:v>
                </c:pt>
                <c:pt idx="25140">
                  <c:v>5.220415262996708</c:v>
                </c:pt>
                <c:pt idx="25141">
                  <c:v>5.2174862185131303</c:v>
                </c:pt>
                <c:pt idx="25142">
                  <c:v>5.215302714187275</c:v>
                </c:pt>
                <c:pt idx="25143">
                  <c:v>5.2128316170277929</c:v>
                </c:pt>
                <c:pt idx="25144">
                  <c:v>5.2097456167215377</c:v>
                </c:pt>
                <c:pt idx="25145">
                  <c:v>5.207542971441697</c:v>
                </c:pt>
                <c:pt idx="25146">
                  <c:v>5.2049407587474157</c:v>
                </c:pt>
                <c:pt idx="25147">
                  <c:v>5.2012116223872598</c:v>
                </c:pt>
                <c:pt idx="25148">
                  <c:v>5.1981629469412756</c:v>
                </c:pt>
                <c:pt idx="25149">
                  <c:v>5.1977155271418729</c:v>
                </c:pt>
                <c:pt idx="25150">
                  <c:v>5.199609046014853</c:v>
                </c:pt>
                <c:pt idx="25151">
                  <c:v>5.1982093637546898</c:v>
                </c:pt>
                <c:pt idx="25152">
                  <c:v>5.1941486103667405</c:v>
                </c:pt>
                <c:pt idx="25153">
                  <c:v>5.1874373133756988</c:v>
                </c:pt>
                <c:pt idx="25154">
                  <c:v>5.1874818160937144</c:v>
                </c:pt>
                <c:pt idx="25155">
                  <c:v>5.1861988936528594</c:v>
                </c:pt>
                <c:pt idx="25156">
                  <c:v>5.1819768777275863</c:v>
                </c:pt>
                <c:pt idx="25157">
                  <c:v>5.1805216867008648</c:v>
                </c:pt>
                <c:pt idx="25158">
                  <c:v>5.1831248564428449</c:v>
                </c:pt>
                <c:pt idx="25159">
                  <c:v>5.1845824400888141</c:v>
                </c:pt>
                <c:pt idx="25160">
                  <c:v>5.1818041306178699</c:v>
                </c:pt>
                <c:pt idx="25161">
                  <c:v>5.177083492841283</c:v>
                </c:pt>
                <c:pt idx="25162">
                  <c:v>5.1766351159941815</c:v>
                </c:pt>
                <c:pt idx="25163">
                  <c:v>5.1786645356404559</c:v>
                </c:pt>
                <c:pt idx="25164">
                  <c:v>5.1810432776969604</c:v>
                </c:pt>
                <c:pt idx="25165">
                  <c:v>5.1799393231758675</c:v>
                </c:pt>
                <c:pt idx="25166">
                  <c:v>5.1763298177781181</c:v>
                </c:pt>
                <c:pt idx="25167">
                  <c:v>5.1773878340096466</c:v>
                </c:pt>
                <c:pt idx="25168">
                  <c:v>5.1783807709976264</c:v>
                </c:pt>
                <c:pt idx="25169">
                  <c:v>5.1774983730189108</c:v>
                </c:pt>
                <c:pt idx="25170">
                  <c:v>5.1771547928948776</c:v>
                </c:pt>
                <c:pt idx="25171">
                  <c:v>5.1767868080545139</c:v>
                </c:pt>
                <c:pt idx="25172">
                  <c:v>5.1753651136972669</c:v>
                </c:pt>
                <c:pt idx="25173">
                  <c:v>5.174622444682643</c:v>
                </c:pt>
                <c:pt idx="25174">
                  <c:v>5.1714201630809278</c:v>
                </c:pt>
                <c:pt idx="25175">
                  <c:v>5.1664664841895718</c:v>
                </c:pt>
                <c:pt idx="25176">
                  <c:v>5.1657625756067684</c:v>
                </c:pt>
                <c:pt idx="25177">
                  <c:v>5.1688346987213842</c:v>
                </c:pt>
                <c:pt idx="25178">
                  <c:v>5.174776529362223</c:v>
                </c:pt>
                <c:pt idx="25179">
                  <c:v>5.1795206148074424</c:v>
                </c:pt>
                <c:pt idx="25180">
                  <c:v>5.1792033534951383</c:v>
                </c:pt>
                <c:pt idx="25181">
                  <c:v>5.1758728275017223</c:v>
                </c:pt>
                <c:pt idx="25182">
                  <c:v>5.1713718321721158</c:v>
                </c:pt>
                <c:pt idx="25183">
                  <c:v>5.1688868578209934</c:v>
                </c:pt>
                <c:pt idx="25184">
                  <c:v>5.1651093905520247</c:v>
                </c:pt>
                <c:pt idx="25185">
                  <c:v>5.1639025534032612</c:v>
                </c:pt>
                <c:pt idx="25186">
                  <c:v>5.1642853724829649</c:v>
                </c:pt>
                <c:pt idx="25187">
                  <c:v>5.1614070515274477</c:v>
                </c:pt>
                <c:pt idx="25188">
                  <c:v>5.1613142179006202</c:v>
                </c:pt>
                <c:pt idx="25189">
                  <c:v>5.1602935265293626</c:v>
                </c:pt>
                <c:pt idx="25190">
                  <c:v>5.1636068256641909</c:v>
                </c:pt>
                <c:pt idx="25191">
                  <c:v>5.1637963211086442</c:v>
                </c:pt>
                <c:pt idx="25192">
                  <c:v>5.1642461335272953</c:v>
                </c:pt>
                <c:pt idx="25193">
                  <c:v>5.1657951152285433</c:v>
                </c:pt>
                <c:pt idx="25194">
                  <c:v>5.1638369956358625</c:v>
                </c:pt>
                <c:pt idx="25195">
                  <c:v>5.1613276165684097</c:v>
                </c:pt>
                <c:pt idx="25196">
                  <c:v>5.1596527830947094</c:v>
                </c:pt>
                <c:pt idx="25197">
                  <c:v>5.1588412066457394</c:v>
                </c:pt>
                <c:pt idx="25198">
                  <c:v>5.1580913597733709</c:v>
                </c:pt>
                <c:pt idx="25199">
                  <c:v>5.1594819500803917</c:v>
                </c:pt>
                <c:pt idx="25200">
                  <c:v>5.1636436720006129</c:v>
                </c:pt>
                <c:pt idx="25201">
                  <c:v>5.1672584411607074</c:v>
                </c:pt>
                <c:pt idx="25202">
                  <c:v>5.1619721881938592</c:v>
                </c:pt>
                <c:pt idx="25203">
                  <c:v>5.158100930250364</c:v>
                </c:pt>
                <c:pt idx="25204">
                  <c:v>5.160344728581272</c:v>
                </c:pt>
                <c:pt idx="25205">
                  <c:v>5.1606667751320723</c:v>
                </c:pt>
                <c:pt idx="25206">
                  <c:v>5.1631139460990738</c:v>
                </c:pt>
                <c:pt idx="25207">
                  <c:v>5.1652696960416504</c:v>
                </c:pt>
                <c:pt idx="25208">
                  <c:v>5.1640154850317739</c:v>
                </c:pt>
                <c:pt idx="25209">
                  <c:v>5.1611376426001074</c:v>
                </c:pt>
                <c:pt idx="25210">
                  <c:v>5.1565079243549494</c:v>
                </c:pt>
                <c:pt idx="25211">
                  <c:v>5.1561461603246306</c:v>
                </c:pt>
                <c:pt idx="25212">
                  <c:v>5.1566175063165147</c:v>
                </c:pt>
                <c:pt idx="25213">
                  <c:v>5.1542784817395297</c:v>
                </c:pt>
                <c:pt idx="25214">
                  <c:v>5.1493965814256182</c:v>
                </c:pt>
                <c:pt idx="25215">
                  <c:v>5.1437586134292932</c:v>
                </c:pt>
                <c:pt idx="25216">
                  <c:v>5.1400031582574073</c:v>
                </c:pt>
                <c:pt idx="25217">
                  <c:v>5.1393925618252814</c:v>
                </c:pt>
                <c:pt idx="25218">
                  <c:v>5.1411568792588627</c:v>
                </c:pt>
                <c:pt idx="25219">
                  <c:v>5.142995846412985</c:v>
                </c:pt>
                <c:pt idx="25220">
                  <c:v>5.1461306561519029</c:v>
                </c:pt>
                <c:pt idx="25221">
                  <c:v>5.1505479098078251</c:v>
                </c:pt>
                <c:pt idx="25222">
                  <c:v>5.1523457239108801</c:v>
                </c:pt>
                <c:pt idx="25223">
                  <c:v>5.1519523773064853</c:v>
                </c:pt>
                <c:pt idx="25224">
                  <c:v>5.1497200635479672</c:v>
                </c:pt>
                <c:pt idx="25225">
                  <c:v>5.149148227547661</c:v>
                </c:pt>
                <c:pt idx="25226">
                  <c:v>5.1473006469642444</c:v>
                </c:pt>
                <c:pt idx="25227">
                  <c:v>5.1478428144858741</c:v>
                </c:pt>
                <c:pt idx="25228">
                  <c:v>5.1505397749023807</c:v>
                </c:pt>
                <c:pt idx="25229">
                  <c:v>5.1505450386647267</c:v>
                </c:pt>
                <c:pt idx="25230">
                  <c:v>5.1501756182528133</c:v>
                </c:pt>
                <c:pt idx="25231">
                  <c:v>5.1484419263456092</c:v>
                </c:pt>
                <c:pt idx="25232">
                  <c:v>5.1447553786080702</c:v>
                </c:pt>
                <c:pt idx="25233">
                  <c:v>5.1408726360921833</c:v>
                </c:pt>
                <c:pt idx="25234">
                  <c:v>5.1385178202281603</c:v>
                </c:pt>
                <c:pt idx="25235">
                  <c:v>5.1381417004823522</c:v>
                </c:pt>
                <c:pt idx="25236">
                  <c:v>5.1336397481050451</c:v>
                </c:pt>
                <c:pt idx="25237">
                  <c:v>5.131252871143098</c:v>
                </c:pt>
                <c:pt idx="25238">
                  <c:v>5.1356715603705689</c:v>
                </c:pt>
                <c:pt idx="25239">
                  <c:v>5.1380436030931778</c:v>
                </c:pt>
                <c:pt idx="25240">
                  <c:v>5.1445634905443685</c:v>
                </c:pt>
                <c:pt idx="25241">
                  <c:v>5.1514121238802542</c:v>
                </c:pt>
                <c:pt idx="25242">
                  <c:v>5.1547335579205269</c:v>
                </c:pt>
                <c:pt idx="25243">
                  <c:v>5.1516078401347523</c:v>
                </c:pt>
                <c:pt idx="25244">
                  <c:v>5.1513757560676821</c:v>
                </c:pt>
                <c:pt idx="25245">
                  <c:v>5.1532750172268589</c:v>
                </c:pt>
                <c:pt idx="25246">
                  <c:v>5.1519332363524999</c:v>
                </c:pt>
                <c:pt idx="25247">
                  <c:v>5.1499052522777733</c:v>
                </c:pt>
                <c:pt idx="25248">
                  <c:v>5.1501703544904682</c:v>
                </c:pt>
                <c:pt idx="25249">
                  <c:v>5.1511881747186283</c:v>
                </c:pt>
                <c:pt idx="25250">
                  <c:v>5.1492147423627594</c:v>
                </c:pt>
                <c:pt idx="25251">
                  <c:v>5.1483170316208557</c:v>
                </c:pt>
                <c:pt idx="25252">
                  <c:v>5.1470671273256254</c:v>
                </c:pt>
                <c:pt idx="25253">
                  <c:v>5.1483749330066608</c:v>
                </c:pt>
                <c:pt idx="25254">
                  <c:v>5.1510886417579052</c:v>
                </c:pt>
                <c:pt idx="25255">
                  <c:v>5.1508541650715873</c:v>
                </c:pt>
                <c:pt idx="25256">
                  <c:v>5.1472202549575075</c:v>
                </c:pt>
                <c:pt idx="25257">
                  <c:v>5.1425512977566799</c:v>
                </c:pt>
                <c:pt idx="25258">
                  <c:v>5.1402649108031548</c:v>
                </c:pt>
                <c:pt idx="25259">
                  <c:v>5.1410688308705303</c:v>
                </c:pt>
                <c:pt idx="25260">
                  <c:v>5.138408238266595</c:v>
                </c:pt>
                <c:pt idx="25261">
                  <c:v>5.1404520136283596</c:v>
                </c:pt>
                <c:pt idx="25262">
                  <c:v>5.1435026031697424</c:v>
                </c:pt>
                <c:pt idx="25263">
                  <c:v>5.1438988209172347</c:v>
                </c:pt>
                <c:pt idx="25264">
                  <c:v>5.1441667942730263</c:v>
                </c:pt>
                <c:pt idx="25265">
                  <c:v>5.1437523926192483</c:v>
                </c:pt>
                <c:pt idx="25266">
                  <c:v>5.1380483883316748</c:v>
                </c:pt>
                <c:pt idx="25267">
                  <c:v>5.138020633948396</c:v>
                </c:pt>
                <c:pt idx="25268">
                  <c:v>5.1429719202205035</c:v>
                </c:pt>
                <c:pt idx="25269">
                  <c:v>5.1450300512977565</c:v>
                </c:pt>
                <c:pt idx="25270">
                  <c:v>5.1459732218053746</c:v>
                </c:pt>
                <c:pt idx="25271">
                  <c:v>5.1450621123956815</c:v>
                </c:pt>
                <c:pt idx="25272">
                  <c:v>5.1436552522777736</c:v>
                </c:pt>
                <c:pt idx="25273">
                  <c:v>5.144645318122655</c:v>
                </c:pt>
                <c:pt idx="25274">
                  <c:v>5.1464048503177402</c:v>
                </c:pt>
                <c:pt idx="25275">
                  <c:v>5.146878110405023</c:v>
                </c:pt>
                <c:pt idx="25276">
                  <c:v>5.1458105236965013</c:v>
                </c:pt>
                <c:pt idx="25277">
                  <c:v>5.1441093714110711</c:v>
                </c:pt>
                <c:pt idx="25278">
                  <c:v>5.1390843924661205</c:v>
                </c:pt>
                <c:pt idx="25279">
                  <c:v>5.1320242515886996</c:v>
                </c:pt>
                <c:pt idx="25280">
                  <c:v>5.1289224599954064</c:v>
                </c:pt>
                <c:pt idx="25281">
                  <c:v>5.1313500114845727</c:v>
                </c:pt>
                <c:pt idx="25282">
                  <c:v>5.133734974351122</c:v>
                </c:pt>
                <c:pt idx="25283">
                  <c:v>5.1377330411147693</c:v>
                </c:pt>
                <c:pt idx="25284">
                  <c:v>5.1382469757292704</c:v>
                </c:pt>
                <c:pt idx="25285">
                  <c:v>5.1391025763724061</c:v>
                </c:pt>
                <c:pt idx="25286">
                  <c:v>5.1353007043871068</c:v>
                </c:pt>
                <c:pt idx="25287">
                  <c:v>5.1291468876808821</c:v>
                </c:pt>
                <c:pt idx="25288">
                  <c:v>5.1299517647959574</c:v>
                </c:pt>
                <c:pt idx="25289">
                  <c:v>5.1329099992343616</c:v>
                </c:pt>
                <c:pt idx="25290">
                  <c:v>5.1326831789296374</c:v>
                </c:pt>
                <c:pt idx="25291">
                  <c:v>5.1352231835234665</c:v>
                </c:pt>
                <c:pt idx="25292">
                  <c:v>5.1381206454329682</c:v>
                </c:pt>
                <c:pt idx="25293">
                  <c:v>5.1416488017762809</c:v>
                </c:pt>
                <c:pt idx="25294">
                  <c:v>5.1436050072735622</c:v>
                </c:pt>
                <c:pt idx="25295">
                  <c:v>5.1443983998162466</c:v>
                </c:pt>
                <c:pt idx="25296">
                  <c:v>5.1428929637853154</c:v>
                </c:pt>
                <c:pt idx="25297">
                  <c:v>5.1421670431054283</c:v>
                </c:pt>
                <c:pt idx="25298">
                  <c:v>5.1444232830564278</c:v>
                </c:pt>
                <c:pt idx="25299">
                  <c:v>5.1465211316131994</c:v>
                </c:pt>
                <c:pt idx="25300">
                  <c:v>5.1463010106423708</c:v>
                </c:pt>
                <c:pt idx="25301">
                  <c:v>5.1454482811423325</c:v>
                </c:pt>
                <c:pt idx="25302">
                  <c:v>5.1464330832248679</c:v>
                </c:pt>
                <c:pt idx="25303">
                  <c:v>5.1483002832861189</c:v>
                </c:pt>
                <c:pt idx="25304">
                  <c:v>5.1516824898552942</c:v>
                </c:pt>
                <c:pt idx="25305">
                  <c:v>5.1510613658984763</c:v>
                </c:pt>
                <c:pt idx="25306">
                  <c:v>5.147838029247378</c:v>
                </c:pt>
                <c:pt idx="25307">
                  <c:v>5.1453415703238647</c:v>
                </c:pt>
                <c:pt idx="25308">
                  <c:v>5.140922402572544</c:v>
                </c:pt>
                <c:pt idx="25309">
                  <c:v>5.139872042722609</c:v>
                </c:pt>
                <c:pt idx="25310">
                  <c:v>5.1416990467804915</c:v>
                </c:pt>
                <c:pt idx="25311">
                  <c:v>5.1437198529974735</c:v>
                </c:pt>
                <c:pt idx="25312">
                  <c:v>5.1475671847484881</c:v>
                </c:pt>
                <c:pt idx="25313">
                  <c:v>5.1502062437791896</c:v>
                </c:pt>
                <c:pt idx="25314">
                  <c:v>5.1467757063012023</c:v>
                </c:pt>
                <c:pt idx="25315">
                  <c:v>5.144634790597963</c:v>
                </c:pt>
                <c:pt idx="25316">
                  <c:v>5.1445649261159172</c:v>
                </c:pt>
                <c:pt idx="25317">
                  <c:v>5.1392547469565883</c:v>
                </c:pt>
                <c:pt idx="25318">
                  <c:v>5.1350839330832247</c:v>
                </c:pt>
                <c:pt idx="25319">
                  <c:v>5.1329267475690985</c:v>
                </c:pt>
                <c:pt idx="25320">
                  <c:v>5.1311121851313066</c:v>
                </c:pt>
                <c:pt idx="25321">
                  <c:v>5.1272830372865785</c:v>
                </c:pt>
                <c:pt idx="25322">
                  <c:v>5.1239171005282902</c:v>
                </c:pt>
                <c:pt idx="25323">
                  <c:v>5.1201123573998926</c:v>
                </c:pt>
                <c:pt idx="25324">
                  <c:v>5.1153041497588241</c:v>
                </c:pt>
                <c:pt idx="25325">
                  <c:v>5.1118774404716332</c:v>
                </c:pt>
                <c:pt idx="25326">
                  <c:v>5.1143782061097927</c:v>
                </c:pt>
                <c:pt idx="25327">
                  <c:v>5.1181427532348209</c:v>
                </c:pt>
                <c:pt idx="25328">
                  <c:v>5.1221178508536864</c:v>
                </c:pt>
                <c:pt idx="25329">
                  <c:v>5.1281367238343156</c:v>
                </c:pt>
                <c:pt idx="25330">
                  <c:v>5.1338517341704311</c:v>
                </c:pt>
                <c:pt idx="25331">
                  <c:v>5.1311356327999391</c:v>
                </c:pt>
                <c:pt idx="25332">
                  <c:v>5.1261092182834389</c:v>
                </c:pt>
                <c:pt idx="25333">
                  <c:v>5.1246612051144629</c:v>
                </c:pt>
                <c:pt idx="25334">
                  <c:v>5.1246559413521169</c:v>
                </c:pt>
                <c:pt idx="25335">
                  <c:v>5.1184533152132303</c:v>
                </c:pt>
                <c:pt idx="25336">
                  <c:v>5.1156333741673681</c:v>
                </c:pt>
                <c:pt idx="25337">
                  <c:v>5.1167947515504171</c:v>
                </c:pt>
                <c:pt idx="25338">
                  <c:v>5.1211076870071208</c:v>
                </c:pt>
                <c:pt idx="25339">
                  <c:v>5.1243980169971675</c:v>
                </c:pt>
                <c:pt idx="25340">
                  <c:v>5.126389633259322</c:v>
                </c:pt>
                <c:pt idx="25341">
                  <c:v>5.1263810198300286</c:v>
                </c:pt>
                <c:pt idx="25342">
                  <c:v>5.1220843541842127</c:v>
                </c:pt>
                <c:pt idx="25343">
                  <c:v>5.12149433427762</c:v>
                </c:pt>
                <c:pt idx="25344">
                  <c:v>5.124830124033382</c:v>
                </c:pt>
                <c:pt idx="25345">
                  <c:v>5.1217876693974427</c:v>
                </c:pt>
                <c:pt idx="25346">
                  <c:v>5.1185590689839984</c:v>
                </c:pt>
                <c:pt idx="25347">
                  <c:v>5.1213177589771073</c:v>
                </c:pt>
                <c:pt idx="25348">
                  <c:v>5.1267198147155657</c:v>
                </c:pt>
                <c:pt idx="25349">
                  <c:v>5.1288703008957963</c:v>
                </c:pt>
                <c:pt idx="25350">
                  <c:v>5.1251421215833393</c:v>
                </c:pt>
                <c:pt idx="25351">
                  <c:v>5.120640169206033</c:v>
                </c:pt>
                <c:pt idx="25352">
                  <c:v>5.1146485720848327</c:v>
                </c:pt>
                <c:pt idx="25353">
                  <c:v>5.1102595513360383</c:v>
                </c:pt>
                <c:pt idx="25354">
                  <c:v>5.1113568065232373</c:v>
                </c:pt>
                <c:pt idx="25355">
                  <c:v>5.1137321989127935</c:v>
                </c:pt>
                <c:pt idx="25356">
                  <c:v>5.1118946673302199</c:v>
                </c:pt>
                <c:pt idx="25357">
                  <c:v>5.1087340173034228</c:v>
                </c:pt>
                <c:pt idx="25358">
                  <c:v>5.1116774175024879</c:v>
                </c:pt>
                <c:pt idx="25359">
                  <c:v>5.1158941696654159</c:v>
                </c:pt>
                <c:pt idx="25360">
                  <c:v>5.1134355141260244</c:v>
                </c:pt>
                <c:pt idx="25361">
                  <c:v>5.1115463019676897</c:v>
                </c:pt>
                <c:pt idx="25362">
                  <c:v>5.1070242515886992</c:v>
                </c:pt>
                <c:pt idx="25363">
                  <c:v>5.1033893844269196</c:v>
                </c:pt>
                <c:pt idx="25364">
                  <c:v>5.1029553632953064</c:v>
                </c:pt>
                <c:pt idx="25365">
                  <c:v>5.1051737998621851</c:v>
                </c:pt>
                <c:pt idx="25366">
                  <c:v>5.1032549192251739</c:v>
                </c:pt>
                <c:pt idx="25367">
                  <c:v>5.1003856902228009</c:v>
                </c:pt>
                <c:pt idx="25368">
                  <c:v>5.1015461105581501</c:v>
                </c:pt>
                <c:pt idx="25369">
                  <c:v>5.1019767820228159</c:v>
                </c:pt>
                <c:pt idx="25370">
                  <c:v>5.1011101753311383</c:v>
                </c:pt>
                <c:pt idx="25371">
                  <c:v>5.1012374626751393</c:v>
                </c:pt>
                <c:pt idx="25372">
                  <c:v>5.1021638848480206</c:v>
                </c:pt>
                <c:pt idx="25373">
                  <c:v>5.0986658755072352</c:v>
                </c:pt>
                <c:pt idx="25374">
                  <c:v>5.0952066265982694</c:v>
                </c:pt>
                <c:pt idx="25375">
                  <c:v>5.0957770270270268</c:v>
                </c:pt>
                <c:pt idx="25376">
                  <c:v>5.1013618788760429</c:v>
                </c:pt>
                <c:pt idx="25377">
                  <c:v>5.1019207947324094</c:v>
                </c:pt>
                <c:pt idx="25378">
                  <c:v>5.100597197764337</c:v>
                </c:pt>
                <c:pt idx="25379">
                  <c:v>5.1020849284128325</c:v>
                </c:pt>
                <c:pt idx="25380">
                  <c:v>5.1039090613276166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4-FC34-4E50-8FBC-CFB495C70B4F}"/>
            </c:ext>
          </c:extLst>
        </c:ser>
        <c:ser>
          <c:idx val="5"/>
          <c:order val="5"/>
          <c:tx>
            <c:strRef>
              <c:f>'For plotting'!$G$1</c:f>
              <c:strCache>
                <c:ptCount val="1"/>
                <c:pt idx="0">
                  <c:v>0.7% w/w R3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'For plotting'!$A$2:$A$25382</c:f>
              <c:numCache>
                <c:formatCode>General</c:formatCode>
                <c:ptCount val="25381"/>
                <c:pt idx="0">
                  <c:v>-0.499971</c:v>
                </c:pt>
                <c:pt idx="1">
                  <c:v>-0.49966500000000003</c:v>
                </c:pt>
                <c:pt idx="2">
                  <c:v>-0.49936000000000003</c:v>
                </c:pt>
                <c:pt idx="3">
                  <c:v>-0.499054</c:v>
                </c:pt>
                <c:pt idx="4">
                  <c:v>-0.498749</c:v>
                </c:pt>
                <c:pt idx="5">
                  <c:v>-0.498444</c:v>
                </c:pt>
                <c:pt idx="6">
                  <c:v>-0.49813800000000003</c:v>
                </c:pt>
                <c:pt idx="7">
                  <c:v>-0.49783300000000003</c:v>
                </c:pt>
                <c:pt idx="8">
                  <c:v>-0.497527</c:v>
                </c:pt>
                <c:pt idx="9">
                  <c:v>-0.497222</c:v>
                </c:pt>
                <c:pt idx="10">
                  <c:v>-0.496917</c:v>
                </c:pt>
                <c:pt idx="11">
                  <c:v>-0.49661100000000002</c:v>
                </c:pt>
                <c:pt idx="12">
                  <c:v>-0.49630600000000002</c:v>
                </c:pt>
                <c:pt idx="13">
                  <c:v>-0.496</c:v>
                </c:pt>
                <c:pt idx="14">
                  <c:v>-0.495695</c:v>
                </c:pt>
                <c:pt idx="15">
                  <c:v>-0.49539</c:v>
                </c:pt>
                <c:pt idx="16">
                  <c:v>-0.49508400000000002</c:v>
                </c:pt>
                <c:pt idx="17">
                  <c:v>-0.49477900000000002</c:v>
                </c:pt>
                <c:pt idx="18">
                  <c:v>-0.494473</c:v>
                </c:pt>
                <c:pt idx="19">
                  <c:v>-0.494168</c:v>
                </c:pt>
                <c:pt idx="20">
                  <c:v>-0.493863</c:v>
                </c:pt>
                <c:pt idx="21">
                  <c:v>-0.49355700000000002</c:v>
                </c:pt>
                <c:pt idx="22">
                  <c:v>-0.49325200000000002</c:v>
                </c:pt>
                <c:pt idx="23">
                  <c:v>-0.492946</c:v>
                </c:pt>
                <c:pt idx="24">
                  <c:v>-0.492641</c:v>
                </c:pt>
                <c:pt idx="25">
                  <c:v>-0.492336</c:v>
                </c:pt>
                <c:pt idx="26">
                  <c:v>-0.49203000000000002</c:v>
                </c:pt>
                <c:pt idx="27">
                  <c:v>-0.49172500000000002</c:v>
                </c:pt>
                <c:pt idx="28">
                  <c:v>-0.49141899999999999</c:v>
                </c:pt>
                <c:pt idx="29">
                  <c:v>-0.49111399999999999</c:v>
                </c:pt>
                <c:pt idx="30">
                  <c:v>-0.490809</c:v>
                </c:pt>
                <c:pt idx="31">
                  <c:v>-0.49050300000000002</c:v>
                </c:pt>
                <c:pt idx="32">
                  <c:v>-0.49019800000000002</c:v>
                </c:pt>
                <c:pt idx="33">
                  <c:v>-0.48989199999999999</c:v>
                </c:pt>
                <c:pt idx="34">
                  <c:v>-0.48958699999999999</c:v>
                </c:pt>
                <c:pt idx="35">
                  <c:v>-0.48928199999999999</c:v>
                </c:pt>
                <c:pt idx="36">
                  <c:v>-0.48897600000000002</c:v>
                </c:pt>
                <c:pt idx="37">
                  <c:v>-0.48867100000000002</c:v>
                </c:pt>
                <c:pt idx="38">
                  <c:v>-0.48836499999999999</c:v>
                </c:pt>
                <c:pt idx="39">
                  <c:v>-0.48805999999999999</c:v>
                </c:pt>
                <c:pt idx="40">
                  <c:v>-0.48775499999999999</c:v>
                </c:pt>
                <c:pt idx="41">
                  <c:v>-0.48744900000000002</c:v>
                </c:pt>
                <c:pt idx="42">
                  <c:v>-0.48714400000000002</c:v>
                </c:pt>
                <c:pt idx="43">
                  <c:v>-0.48683799999999999</c:v>
                </c:pt>
                <c:pt idx="44">
                  <c:v>-0.48653299999999999</c:v>
                </c:pt>
                <c:pt idx="45">
                  <c:v>-0.48622799999999999</c:v>
                </c:pt>
                <c:pt idx="46">
                  <c:v>-0.48592200000000002</c:v>
                </c:pt>
                <c:pt idx="47">
                  <c:v>-0.48561700000000002</c:v>
                </c:pt>
                <c:pt idx="48">
                  <c:v>-0.48531099999999999</c:v>
                </c:pt>
                <c:pt idx="49">
                  <c:v>-0.48500599999999999</c:v>
                </c:pt>
                <c:pt idx="50">
                  <c:v>-0.48470099999999999</c:v>
                </c:pt>
                <c:pt idx="51">
                  <c:v>-0.48439500000000002</c:v>
                </c:pt>
                <c:pt idx="52">
                  <c:v>-0.48409000000000002</c:v>
                </c:pt>
                <c:pt idx="53">
                  <c:v>-0.48378399999999999</c:v>
                </c:pt>
                <c:pt idx="54">
                  <c:v>-0.48347899999999999</c:v>
                </c:pt>
                <c:pt idx="55">
                  <c:v>-0.48317399999999999</c:v>
                </c:pt>
                <c:pt idx="56">
                  <c:v>-0.48286800000000002</c:v>
                </c:pt>
                <c:pt idx="57">
                  <c:v>-0.48256300000000002</c:v>
                </c:pt>
                <c:pt idx="58">
                  <c:v>-0.48225699999999999</c:v>
                </c:pt>
                <c:pt idx="59">
                  <c:v>-0.48195199999999999</c:v>
                </c:pt>
                <c:pt idx="60">
                  <c:v>-0.48164699999999999</c:v>
                </c:pt>
                <c:pt idx="61">
                  <c:v>-0.48134100000000002</c:v>
                </c:pt>
                <c:pt idx="62">
                  <c:v>-0.48103600000000002</c:v>
                </c:pt>
                <c:pt idx="63">
                  <c:v>-0.48072999999999999</c:v>
                </c:pt>
                <c:pt idx="64">
                  <c:v>-0.48042499999999999</c:v>
                </c:pt>
                <c:pt idx="65">
                  <c:v>-0.48011999999999999</c:v>
                </c:pt>
                <c:pt idx="66">
                  <c:v>-0.47981400000000002</c:v>
                </c:pt>
                <c:pt idx="67">
                  <c:v>-0.47950900000000002</c:v>
                </c:pt>
                <c:pt idx="68">
                  <c:v>-0.47920299999999999</c:v>
                </c:pt>
                <c:pt idx="69">
                  <c:v>-0.47889799999999999</c:v>
                </c:pt>
                <c:pt idx="70">
                  <c:v>-0.47859299999999999</c:v>
                </c:pt>
                <c:pt idx="71">
                  <c:v>-0.47828700000000002</c:v>
                </c:pt>
                <c:pt idx="72">
                  <c:v>-0.47798200000000002</c:v>
                </c:pt>
                <c:pt idx="73">
                  <c:v>-0.47767599999999999</c:v>
                </c:pt>
                <c:pt idx="74">
                  <c:v>-0.47737099999999999</c:v>
                </c:pt>
                <c:pt idx="75">
                  <c:v>-0.47706599999999999</c:v>
                </c:pt>
                <c:pt idx="76">
                  <c:v>-0.47676000000000002</c:v>
                </c:pt>
                <c:pt idx="77">
                  <c:v>-0.47645500000000002</c:v>
                </c:pt>
                <c:pt idx="78">
                  <c:v>-0.47614899999999999</c:v>
                </c:pt>
                <c:pt idx="79">
                  <c:v>-0.47584399999999999</c:v>
                </c:pt>
                <c:pt idx="80">
                  <c:v>-0.47553899999999999</c:v>
                </c:pt>
                <c:pt idx="81">
                  <c:v>-0.47523300000000002</c:v>
                </c:pt>
                <c:pt idx="82">
                  <c:v>-0.47492800000000002</c:v>
                </c:pt>
                <c:pt idx="83">
                  <c:v>-0.47462300000000002</c:v>
                </c:pt>
                <c:pt idx="84">
                  <c:v>-0.47431699999999999</c:v>
                </c:pt>
                <c:pt idx="85">
                  <c:v>-0.47401199999999999</c:v>
                </c:pt>
                <c:pt idx="86">
                  <c:v>-0.47370600000000002</c:v>
                </c:pt>
                <c:pt idx="87">
                  <c:v>-0.47340100000000002</c:v>
                </c:pt>
                <c:pt idx="88">
                  <c:v>-0.47309600000000002</c:v>
                </c:pt>
                <c:pt idx="89">
                  <c:v>-0.47278999999999999</c:v>
                </c:pt>
                <c:pt idx="90">
                  <c:v>-0.47248499999999999</c:v>
                </c:pt>
                <c:pt idx="91">
                  <c:v>-0.47217900000000002</c:v>
                </c:pt>
                <c:pt idx="92">
                  <c:v>-0.47187400000000002</c:v>
                </c:pt>
                <c:pt idx="93">
                  <c:v>-0.47156900000000002</c:v>
                </c:pt>
                <c:pt idx="94">
                  <c:v>-0.47126299999999999</c:v>
                </c:pt>
                <c:pt idx="95">
                  <c:v>-0.47095799999999999</c:v>
                </c:pt>
                <c:pt idx="96">
                  <c:v>-0.47065200000000001</c:v>
                </c:pt>
                <c:pt idx="97">
                  <c:v>-0.47034700000000002</c:v>
                </c:pt>
                <c:pt idx="98">
                  <c:v>-0.47004200000000002</c:v>
                </c:pt>
                <c:pt idx="99">
                  <c:v>-0.46973599999999999</c:v>
                </c:pt>
                <c:pt idx="100">
                  <c:v>-0.46943099999999999</c:v>
                </c:pt>
                <c:pt idx="101">
                  <c:v>-0.46912500000000001</c:v>
                </c:pt>
                <c:pt idx="102">
                  <c:v>-0.46882000000000001</c:v>
                </c:pt>
                <c:pt idx="103">
                  <c:v>-0.46851500000000001</c:v>
                </c:pt>
                <c:pt idx="104">
                  <c:v>-0.46820899999999999</c:v>
                </c:pt>
                <c:pt idx="105">
                  <c:v>-0.46790399999999999</c:v>
                </c:pt>
                <c:pt idx="106">
                  <c:v>-0.46759800000000001</c:v>
                </c:pt>
                <c:pt idx="107">
                  <c:v>-0.46729300000000001</c:v>
                </c:pt>
                <c:pt idx="108">
                  <c:v>-0.46698800000000001</c:v>
                </c:pt>
                <c:pt idx="109">
                  <c:v>-0.46668199999999999</c:v>
                </c:pt>
                <c:pt idx="110">
                  <c:v>-0.46637699999999999</c:v>
                </c:pt>
                <c:pt idx="111">
                  <c:v>-0.46607100000000001</c:v>
                </c:pt>
                <c:pt idx="112">
                  <c:v>-0.46576600000000001</c:v>
                </c:pt>
                <c:pt idx="113">
                  <c:v>-0.46546100000000001</c:v>
                </c:pt>
                <c:pt idx="114">
                  <c:v>-0.46515499999999999</c:v>
                </c:pt>
                <c:pt idx="115">
                  <c:v>-0.46484999999999999</c:v>
                </c:pt>
                <c:pt idx="116">
                  <c:v>-0.46454400000000001</c:v>
                </c:pt>
                <c:pt idx="117">
                  <c:v>-0.46423900000000001</c:v>
                </c:pt>
                <c:pt idx="118">
                  <c:v>-0.46393400000000001</c:v>
                </c:pt>
                <c:pt idx="119">
                  <c:v>-0.46362799999999998</c:v>
                </c:pt>
                <c:pt idx="120">
                  <c:v>-0.46332299999999998</c:v>
                </c:pt>
                <c:pt idx="121">
                  <c:v>-0.46301700000000001</c:v>
                </c:pt>
                <c:pt idx="122">
                  <c:v>-0.46271200000000001</c:v>
                </c:pt>
                <c:pt idx="123">
                  <c:v>-0.46240700000000001</c:v>
                </c:pt>
                <c:pt idx="124">
                  <c:v>-0.46210099999999998</c:v>
                </c:pt>
                <c:pt idx="125">
                  <c:v>-0.46179599999999998</c:v>
                </c:pt>
                <c:pt idx="126">
                  <c:v>-0.46149000000000001</c:v>
                </c:pt>
                <c:pt idx="127">
                  <c:v>-0.46118500000000001</c:v>
                </c:pt>
                <c:pt idx="128">
                  <c:v>-0.46088000000000001</c:v>
                </c:pt>
                <c:pt idx="129">
                  <c:v>-0.46057399999999998</c:v>
                </c:pt>
                <c:pt idx="130">
                  <c:v>-0.46026899999999998</c:v>
                </c:pt>
                <c:pt idx="131">
                  <c:v>-0.45996300000000001</c:v>
                </c:pt>
                <c:pt idx="132">
                  <c:v>-0.45965800000000001</c:v>
                </c:pt>
                <c:pt idx="133">
                  <c:v>-0.45935300000000001</c:v>
                </c:pt>
                <c:pt idx="134">
                  <c:v>-0.45904699999999998</c:v>
                </c:pt>
                <c:pt idx="135">
                  <c:v>-0.45874199999999998</c:v>
                </c:pt>
                <c:pt idx="136">
                  <c:v>-0.45843600000000001</c:v>
                </c:pt>
                <c:pt idx="137">
                  <c:v>-0.45813100000000001</c:v>
                </c:pt>
                <c:pt idx="138">
                  <c:v>-0.45782600000000001</c:v>
                </c:pt>
                <c:pt idx="139">
                  <c:v>-0.45751999999999998</c:v>
                </c:pt>
                <c:pt idx="140">
                  <c:v>-0.45721499999999998</c:v>
                </c:pt>
                <c:pt idx="141">
                  <c:v>-0.45690900000000001</c:v>
                </c:pt>
                <c:pt idx="142">
                  <c:v>-0.45660400000000001</c:v>
                </c:pt>
                <c:pt idx="143">
                  <c:v>-0.45629900000000001</c:v>
                </c:pt>
                <c:pt idx="144">
                  <c:v>-0.45599299999999998</c:v>
                </c:pt>
                <c:pt idx="145">
                  <c:v>-0.45568799999999998</c:v>
                </c:pt>
                <c:pt idx="146">
                  <c:v>-0.45538200000000001</c:v>
                </c:pt>
                <c:pt idx="147">
                  <c:v>-0.45507700000000001</c:v>
                </c:pt>
                <c:pt idx="148">
                  <c:v>-0.45477200000000001</c:v>
                </c:pt>
                <c:pt idx="149">
                  <c:v>-0.45446599999999998</c:v>
                </c:pt>
                <c:pt idx="150">
                  <c:v>-0.45416099999999998</c:v>
                </c:pt>
                <c:pt idx="151">
                  <c:v>-0.45385500000000001</c:v>
                </c:pt>
                <c:pt idx="152">
                  <c:v>-0.45355000000000001</c:v>
                </c:pt>
                <c:pt idx="153">
                  <c:v>-0.45324500000000001</c:v>
                </c:pt>
                <c:pt idx="154">
                  <c:v>-0.45293899999999998</c:v>
                </c:pt>
                <c:pt idx="155">
                  <c:v>-0.45263399999999998</c:v>
                </c:pt>
                <c:pt idx="156">
                  <c:v>-0.45232800000000001</c:v>
                </c:pt>
                <c:pt idx="157">
                  <c:v>-0.45202300000000001</c:v>
                </c:pt>
                <c:pt idx="158">
                  <c:v>-0.45171800000000001</c:v>
                </c:pt>
                <c:pt idx="159">
                  <c:v>-0.45141199999999998</c:v>
                </c:pt>
                <c:pt idx="160">
                  <c:v>-0.45110699999999998</c:v>
                </c:pt>
                <c:pt idx="161">
                  <c:v>-0.45080100000000001</c:v>
                </c:pt>
                <c:pt idx="162">
                  <c:v>-0.45049600000000001</c:v>
                </c:pt>
                <c:pt idx="163">
                  <c:v>-0.45019100000000001</c:v>
                </c:pt>
                <c:pt idx="164">
                  <c:v>-0.44988499999999998</c:v>
                </c:pt>
                <c:pt idx="165">
                  <c:v>-0.44957999999999998</c:v>
                </c:pt>
                <c:pt idx="166">
                  <c:v>-0.44927400000000001</c:v>
                </c:pt>
                <c:pt idx="167">
                  <c:v>-0.44896900000000001</c:v>
                </c:pt>
                <c:pt idx="168">
                  <c:v>-0.44866400000000001</c:v>
                </c:pt>
                <c:pt idx="169">
                  <c:v>-0.44835799999999998</c:v>
                </c:pt>
                <c:pt idx="170">
                  <c:v>-0.44805299999999998</c:v>
                </c:pt>
                <c:pt idx="171">
                  <c:v>-0.44774799999999998</c:v>
                </c:pt>
                <c:pt idx="172">
                  <c:v>-0.44744200000000001</c:v>
                </c:pt>
                <c:pt idx="173">
                  <c:v>-0.44713700000000001</c:v>
                </c:pt>
                <c:pt idx="174">
                  <c:v>-0.44683099999999998</c:v>
                </c:pt>
                <c:pt idx="175">
                  <c:v>-0.44652599999999998</c:v>
                </c:pt>
                <c:pt idx="176">
                  <c:v>-0.44622099999999998</c:v>
                </c:pt>
                <c:pt idx="177">
                  <c:v>-0.44591500000000001</c:v>
                </c:pt>
                <c:pt idx="178">
                  <c:v>-0.44561000000000001</c:v>
                </c:pt>
                <c:pt idx="179">
                  <c:v>-0.44530399999999998</c:v>
                </c:pt>
                <c:pt idx="180">
                  <c:v>-0.44499899999999998</c:v>
                </c:pt>
                <c:pt idx="181">
                  <c:v>-0.44469399999999998</c:v>
                </c:pt>
                <c:pt idx="182">
                  <c:v>-0.44438800000000001</c:v>
                </c:pt>
                <c:pt idx="183">
                  <c:v>-0.44408300000000001</c:v>
                </c:pt>
                <c:pt idx="184">
                  <c:v>-0.44377699999999998</c:v>
                </c:pt>
                <c:pt idx="185">
                  <c:v>-0.44347199999999998</c:v>
                </c:pt>
                <c:pt idx="186">
                  <c:v>-0.44316699999999998</c:v>
                </c:pt>
                <c:pt idx="187">
                  <c:v>-0.442861</c:v>
                </c:pt>
                <c:pt idx="188">
                  <c:v>-0.442556</c:v>
                </c:pt>
                <c:pt idx="189">
                  <c:v>-0.44224999999999998</c:v>
                </c:pt>
                <c:pt idx="190">
                  <c:v>-0.44194499999999998</c:v>
                </c:pt>
                <c:pt idx="191">
                  <c:v>-0.44163999999999998</c:v>
                </c:pt>
                <c:pt idx="192">
                  <c:v>-0.441334</c:v>
                </c:pt>
                <c:pt idx="193">
                  <c:v>-0.441029</c:v>
                </c:pt>
                <c:pt idx="194">
                  <c:v>-0.44072299999999998</c:v>
                </c:pt>
                <c:pt idx="195">
                  <c:v>-0.44041799999999998</c:v>
                </c:pt>
                <c:pt idx="196">
                  <c:v>-0.44011299999999998</c:v>
                </c:pt>
                <c:pt idx="197">
                  <c:v>-0.439807</c:v>
                </c:pt>
                <c:pt idx="198">
                  <c:v>-0.439502</c:v>
                </c:pt>
                <c:pt idx="199">
                  <c:v>-0.43919599999999998</c:v>
                </c:pt>
                <c:pt idx="200">
                  <c:v>-0.43889099999999998</c:v>
                </c:pt>
                <c:pt idx="201">
                  <c:v>-0.43858599999999998</c:v>
                </c:pt>
                <c:pt idx="202">
                  <c:v>-0.43828</c:v>
                </c:pt>
                <c:pt idx="203">
                  <c:v>-0.437975</c:v>
                </c:pt>
                <c:pt idx="204">
                  <c:v>-0.43766899999999997</c:v>
                </c:pt>
                <c:pt idx="205">
                  <c:v>-0.43736399999999998</c:v>
                </c:pt>
                <c:pt idx="206">
                  <c:v>-0.43705899999999998</c:v>
                </c:pt>
                <c:pt idx="207">
                  <c:v>-0.436753</c:v>
                </c:pt>
                <c:pt idx="208">
                  <c:v>-0.436448</c:v>
                </c:pt>
                <c:pt idx="209">
                  <c:v>-0.43614199999999997</c:v>
                </c:pt>
                <c:pt idx="210">
                  <c:v>-0.43583699999999997</c:v>
                </c:pt>
                <c:pt idx="211">
                  <c:v>-0.43553199999999997</c:v>
                </c:pt>
                <c:pt idx="212">
                  <c:v>-0.435226</c:v>
                </c:pt>
                <c:pt idx="213">
                  <c:v>-0.434921</c:v>
                </c:pt>
                <c:pt idx="214">
                  <c:v>-0.43461499999999997</c:v>
                </c:pt>
                <c:pt idx="215">
                  <c:v>-0.43430999999999997</c:v>
                </c:pt>
                <c:pt idx="216">
                  <c:v>-0.43400499999999997</c:v>
                </c:pt>
                <c:pt idx="217">
                  <c:v>-0.433699</c:v>
                </c:pt>
                <c:pt idx="218">
                  <c:v>-0.433394</c:v>
                </c:pt>
                <c:pt idx="219">
                  <c:v>-0.43308799999999997</c:v>
                </c:pt>
                <c:pt idx="220">
                  <c:v>-0.43278299999999997</c:v>
                </c:pt>
                <c:pt idx="221">
                  <c:v>-0.43247799999999997</c:v>
                </c:pt>
                <c:pt idx="222">
                  <c:v>-0.432172</c:v>
                </c:pt>
                <c:pt idx="223">
                  <c:v>-0.431867</c:v>
                </c:pt>
                <c:pt idx="224">
                  <c:v>-0.43156099999999997</c:v>
                </c:pt>
                <c:pt idx="225">
                  <c:v>-0.43125599999999997</c:v>
                </c:pt>
                <c:pt idx="226">
                  <c:v>-0.43095099999999997</c:v>
                </c:pt>
                <c:pt idx="227">
                  <c:v>-0.430645</c:v>
                </c:pt>
                <c:pt idx="228">
                  <c:v>-0.43034</c:v>
                </c:pt>
                <c:pt idx="229">
                  <c:v>-0.43003400000000003</c:v>
                </c:pt>
                <c:pt idx="230">
                  <c:v>-0.42972900000000003</c:v>
                </c:pt>
                <c:pt idx="231">
                  <c:v>-0.42942399999999997</c:v>
                </c:pt>
                <c:pt idx="232">
                  <c:v>-0.429118</c:v>
                </c:pt>
                <c:pt idx="233">
                  <c:v>-0.428813</c:v>
                </c:pt>
                <c:pt idx="234">
                  <c:v>-0.42850700000000003</c:v>
                </c:pt>
                <c:pt idx="235">
                  <c:v>-0.42820200000000003</c:v>
                </c:pt>
                <c:pt idx="236">
                  <c:v>-0.42789700000000003</c:v>
                </c:pt>
                <c:pt idx="237">
                  <c:v>-0.427591</c:v>
                </c:pt>
                <c:pt idx="238">
                  <c:v>-0.427286</c:v>
                </c:pt>
                <c:pt idx="239">
                  <c:v>-0.42698000000000003</c:v>
                </c:pt>
                <c:pt idx="240">
                  <c:v>-0.42667500000000003</c:v>
                </c:pt>
                <c:pt idx="241">
                  <c:v>-0.42637000000000003</c:v>
                </c:pt>
                <c:pt idx="242">
                  <c:v>-0.426064</c:v>
                </c:pt>
                <c:pt idx="243">
                  <c:v>-0.425759</c:v>
                </c:pt>
                <c:pt idx="244">
                  <c:v>-0.42545300000000003</c:v>
                </c:pt>
                <c:pt idx="245">
                  <c:v>-0.42514800000000003</c:v>
                </c:pt>
                <c:pt idx="246">
                  <c:v>-0.42484300000000003</c:v>
                </c:pt>
                <c:pt idx="247">
                  <c:v>-0.424537</c:v>
                </c:pt>
                <c:pt idx="248">
                  <c:v>-0.424232</c:v>
                </c:pt>
                <c:pt idx="249">
                  <c:v>-0.42392600000000003</c:v>
                </c:pt>
                <c:pt idx="250">
                  <c:v>-0.42362100000000003</c:v>
                </c:pt>
                <c:pt idx="251">
                  <c:v>-0.42331600000000003</c:v>
                </c:pt>
                <c:pt idx="252">
                  <c:v>-0.42301</c:v>
                </c:pt>
                <c:pt idx="253">
                  <c:v>-0.422705</c:v>
                </c:pt>
                <c:pt idx="254">
                  <c:v>-0.4224</c:v>
                </c:pt>
                <c:pt idx="255">
                  <c:v>-0.42209400000000002</c:v>
                </c:pt>
                <c:pt idx="256">
                  <c:v>-0.42178900000000003</c:v>
                </c:pt>
                <c:pt idx="257">
                  <c:v>-0.421483</c:v>
                </c:pt>
                <c:pt idx="258">
                  <c:v>-0.421178</c:v>
                </c:pt>
                <c:pt idx="259">
                  <c:v>-0.420873</c:v>
                </c:pt>
                <c:pt idx="260">
                  <c:v>-0.42056700000000002</c:v>
                </c:pt>
                <c:pt idx="261">
                  <c:v>-0.42026200000000002</c:v>
                </c:pt>
                <c:pt idx="262">
                  <c:v>-0.419956</c:v>
                </c:pt>
                <c:pt idx="263">
                  <c:v>-0.419651</c:v>
                </c:pt>
                <c:pt idx="264">
                  <c:v>-0.419346</c:v>
                </c:pt>
                <c:pt idx="265">
                  <c:v>-0.41904000000000002</c:v>
                </c:pt>
                <c:pt idx="266">
                  <c:v>-0.41873500000000002</c:v>
                </c:pt>
                <c:pt idx="267">
                  <c:v>-0.418429</c:v>
                </c:pt>
                <c:pt idx="268">
                  <c:v>-0.418124</c:v>
                </c:pt>
                <c:pt idx="269">
                  <c:v>-0.417819</c:v>
                </c:pt>
                <c:pt idx="270">
                  <c:v>-0.41751300000000002</c:v>
                </c:pt>
                <c:pt idx="271">
                  <c:v>-0.41720800000000002</c:v>
                </c:pt>
                <c:pt idx="272">
                  <c:v>-0.41690199999999999</c:v>
                </c:pt>
                <c:pt idx="273">
                  <c:v>-0.416597</c:v>
                </c:pt>
                <c:pt idx="274">
                  <c:v>-0.416292</c:v>
                </c:pt>
                <c:pt idx="275">
                  <c:v>-0.41598600000000002</c:v>
                </c:pt>
                <c:pt idx="276">
                  <c:v>-0.41568100000000002</c:v>
                </c:pt>
                <c:pt idx="277">
                  <c:v>-0.41537499999999999</c:v>
                </c:pt>
                <c:pt idx="278">
                  <c:v>-0.41506999999999999</c:v>
                </c:pt>
                <c:pt idx="279">
                  <c:v>-0.41476499999999999</c:v>
                </c:pt>
                <c:pt idx="280">
                  <c:v>-0.41445900000000002</c:v>
                </c:pt>
                <c:pt idx="281">
                  <c:v>-0.41415400000000002</c:v>
                </c:pt>
                <c:pt idx="282">
                  <c:v>-0.41384799999999999</c:v>
                </c:pt>
                <c:pt idx="283">
                  <c:v>-0.41354299999999999</c:v>
                </c:pt>
                <c:pt idx="284">
                  <c:v>-0.41323799999999999</c:v>
                </c:pt>
                <c:pt idx="285">
                  <c:v>-0.41293200000000002</c:v>
                </c:pt>
                <c:pt idx="286">
                  <c:v>-0.41262700000000002</c:v>
                </c:pt>
                <c:pt idx="287">
                  <c:v>-0.41232099999999999</c:v>
                </c:pt>
                <c:pt idx="288">
                  <c:v>-0.41201599999999999</c:v>
                </c:pt>
                <c:pt idx="289">
                  <c:v>-0.41171099999999999</c:v>
                </c:pt>
                <c:pt idx="290">
                  <c:v>-0.41140500000000002</c:v>
                </c:pt>
                <c:pt idx="291">
                  <c:v>-0.41110000000000002</c:v>
                </c:pt>
                <c:pt idx="292">
                  <c:v>-0.41079399999999999</c:v>
                </c:pt>
                <c:pt idx="293">
                  <c:v>-0.41048899999999999</c:v>
                </c:pt>
                <c:pt idx="294">
                  <c:v>-0.41018399999999999</c:v>
                </c:pt>
                <c:pt idx="295">
                  <c:v>-0.40987800000000002</c:v>
                </c:pt>
                <c:pt idx="296">
                  <c:v>-0.40957300000000002</c:v>
                </c:pt>
                <c:pt idx="297">
                  <c:v>-0.40926699999999999</c:v>
                </c:pt>
                <c:pt idx="298">
                  <c:v>-0.40896199999999999</c:v>
                </c:pt>
                <c:pt idx="299">
                  <c:v>-0.40865699999999999</c:v>
                </c:pt>
                <c:pt idx="300">
                  <c:v>-0.40835100000000002</c:v>
                </c:pt>
                <c:pt idx="301">
                  <c:v>-0.40804600000000002</c:v>
                </c:pt>
                <c:pt idx="302">
                  <c:v>-0.40773999999999999</c:v>
                </c:pt>
                <c:pt idx="303">
                  <c:v>-0.40743499999999999</c:v>
                </c:pt>
                <c:pt idx="304">
                  <c:v>-0.40712999999999999</c:v>
                </c:pt>
                <c:pt idx="305">
                  <c:v>-0.40682400000000002</c:v>
                </c:pt>
                <c:pt idx="306">
                  <c:v>-0.40651900000000002</c:v>
                </c:pt>
                <c:pt idx="307">
                  <c:v>-0.40621299999999999</c:v>
                </c:pt>
                <c:pt idx="308">
                  <c:v>-0.40590799999999999</c:v>
                </c:pt>
                <c:pt idx="309">
                  <c:v>-0.40560299999999999</c:v>
                </c:pt>
                <c:pt idx="310">
                  <c:v>-0.40529700000000002</c:v>
                </c:pt>
                <c:pt idx="311">
                  <c:v>-0.40499200000000002</c:v>
                </c:pt>
                <c:pt idx="312">
                  <c:v>-0.40468599999999999</c:v>
                </c:pt>
                <c:pt idx="313">
                  <c:v>-0.40438099999999999</c:v>
                </c:pt>
                <c:pt idx="314">
                  <c:v>-0.40407599999999999</c:v>
                </c:pt>
                <c:pt idx="315">
                  <c:v>-0.40377000000000002</c:v>
                </c:pt>
                <c:pt idx="316">
                  <c:v>-0.40346500000000002</c:v>
                </c:pt>
                <c:pt idx="317">
                  <c:v>-0.40315899999999999</c:v>
                </c:pt>
                <c:pt idx="318">
                  <c:v>-0.40285399999999999</c:v>
                </c:pt>
                <c:pt idx="319">
                  <c:v>-0.40254899999999999</c:v>
                </c:pt>
                <c:pt idx="320">
                  <c:v>-0.40224300000000002</c:v>
                </c:pt>
                <c:pt idx="321">
                  <c:v>-0.40193800000000002</c:v>
                </c:pt>
                <c:pt idx="322">
                  <c:v>-0.40163199999999999</c:v>
                </c:pt>
                <c:pt idx="323">
                  <c:v>-0.40132699999999999</c:v>
                </c:pt>
                <c:pt idx="324">
                  <c:v>-0.40102199999999999</c:v>
                </c:pt>
                <c:pt idx="325">
                  <c:v>-0.40071600000000002</c:v>
                </c:pt>
                <c:pt idx="326">
                  <c:v>-0.40041100000000002</c:v>
                </c:pt>
                <c:pt idx="327">
                  <c:v>-0.40010499999999999</c:v>
                </c:pt>
                <c:pt idx="328">
                  <c:v>-0.39979999999999999</c:v>
                </c:pt>
                <c:pt idx="329">
                  <c:v>-0.39949499999999999</c:v>
                </c:pt>
                <c:pt idx="330">
                  <c:v>-0.39918900000000002</c:v>
                </c:pt>
                <c:pt idx="331">
                  <c:v>-0.39888400000000002</c:v>
                </c:pt>
                <c:pt idx="332">
                  <c:v>-0.39857799999999999</c:v>
                </c:pt>
                <c:pt idx="333">
                  <c:v>-0.39827299999999999</c:v>
                </c:pt>
                <c:pt idx="334">
                  <c:v>-0.39796799999999999</c:v>
                </c:pt>
                <c:pt idx="335">
                  <c:v>-0.39766200000000002</c:v>
                </c:pt>
                <c:pt idx="336">
                  <c:v>-0.39735700000000002</c:v>
                </c:pt>
                <c:pt idx="337">
                  <c:v>-0.39705200000000002</c:v>
                </c:pt>
                <c:pt idx="338">
                  <c:v>-0.39674599999999999</c:v>
                </c:pt>
                <c:pt idx="339">
                  <c:v>-0.39644099999999999</c:v>
                </c:pt>
                <c:pt idx="340">
                  <c:v>-0.39613500000000001</c:v>
                </c:pt>
                <c:pt idx="341">
                  <c:v>-0.39583000000000002</c:v>
                </c:pt>
                <c:pt idx="342">
                  <c:v>-0.39552500000000002</c:v>
                </c:pt>
                <c:pt idx="343">
                  <c:v>-0.39521899999999999</c:v>
                </c:pt>
                <c:pt idx="344">
                  <c:v>-0.39491399999999999</c:v>
                </c:pt>
                <c:pt idx="345">
                  <c:v>-0.39460800000000001</c:v>
                </c:pt>
                <c:pt idx="346">
                  <c:v>-0.39430300000000001</c:v>
                </c:pt>
                <c:pt idx="347">
                  <c:v>-0.39399800000000001</c:v>
                </c:pt>
                <c:pt idx="348">
                  <c:v>-0.39369199999999999</c:v>
                </c:pt>
                <c:pt idx="349">
                  <c:v>-0.39338699999999999</c:v>
                </c:pt>
                <c:pt idx="350">
                  <c:v>-0.39308100000000001</c:v>
                </c:pt>
                <c:pt idx="351">
                  <c:v>-0.39277600000000001</c:v>
                </c:pt>
                <c:pt idx="352">
                  <c:v>-0.39247100000000001</c:v>
                </c:pt>
                <c:pt idx="353">
                  <c:v>-0.39216499999999999</c:v>
                </c:pt>
                <c:pt idx="354">
                  <c:v>-0.39185999999999999</c:v>
                </c:pt>
                <c:pt idx="355">
                  <c:v>-0.39155400000000001</c:v>
                </c:pt>
                <c:pt idx="356">
                  <c:v>-0.39124900000000001</c:v>
                </c:pt>
                <c:pt idx="357">
                  <c:v>-0.39094400000000001</c:v>
                </c:pt>
                <c:pt idx="358">
                  <c:v>-0.39063799999999999</c:v>
                </c:pt>
                <c:pt idx="359">
                  <c:v>-0.39033299999999999</c:v>
                </c:pt>
                <c:pt idx="360">
                  <c:v>-0.39002700000000001</c:v>
                </c:pt>
                <c:pt idx="361">
                  <c:v>-0.38972200000000001</c:v>
                </c:pt>
                <c:pt idx="362">
                  <c:v>-0.38941700000000001</c:v>
                </c:pt>
                <c:pt idx="363">
                  <c:v>-0.38911099999999998</c:v>
                </c:pt>
                <c:pt idx="364">
                  <c:v>-0.38880599999999998</c:v>
                </c:pt>
                <c:pt idx="365">
                  <c:v>-0.38850000000000001</c:v>
                </c:pt>
                <c:pt idx="366">
                  <c:v>-0.38819500000000001</c:v>
                </c:pt>
                <c:pt idx="367">
                  <c:v>-0.38789000000000001</c:v>
                </c:pt>
                <c:pt idx="368">
                  <c:v>-0.38758399999999998</c:v>
                </c:pt>
                <c:pt idx="369">
                  <c:v>-0.38727899999999998</c:v>
                </c:pt>
                <c:pt idx="370">
                  <c:v>-0.38697300000000001</c:v>
                </c:pt>
                <c:pt idx="371">
                  <c:v>-0.38666800000000001</c:v>
                </c:pt>
                <c:pt idx="372">
                  <c:v>-0.38636300000000001</c:v>
                </c:pt>
                <c:pt idx="373">
                  <c:v>-0.38605699999999998</c:v>
                </c:pt>
                <c:pt idx="374">
                  <c:v>-0.38575199999999998</c:v>
                </c:pt>
                <c:pt idx="375">
                  <c:v>-0.38544600000000001</c:v>
                </c:pt>
                <c:pt idx="376">
                  <c:v>-0.38514100000000001</c:v>
                </c:pt>
                <c:pt idx="377">
                  <c:v>-0.38483600000000001</c:v>
                </c:pt>
                <c:pt idx="378">
                  <c:v>-0.38452999999999998</c:v>
                </c:pt>
                <c:pt idx="379">
                  <c:v>-0.38422499999999998</c:v>
                </c:pt>
                <c:pt idx="380">
                  <c:v>-0.38391900000000001</c:v>
                </c:pt>
                <c:pt idx="381">
                  <c:v>-0.38361400000000001</c:v>
                </c:pt>
                <c:pt idx="382">
                  <c:v>-0.38330900000000001</c:v>
                </c:pt>
                <c:pt idx="383">
                  <c:v>-0.38300299999999998</c:v>
                </c:pt>
                <c:pt idx="384">
                  <c:v>-0.38269799999999998</c:v>
                </c:pt>
                <c:pt idx="385">
                  <c:v>-0.38239200000000001</c:v>
                </c:pt>
                <c:pt idx="386">
                  <c:v>-0.38208700000000001</c:v>
                </c:pt>
                <c:pt idx="387">
                  <c:v>-0.38178200000000001</c:v>
                </c:pt>
                <c:pt idx="388">
                  <c:v>-0.38147599999999998</c:v>
                </c:pt>
                <c:pt idx="389">
                  <c:v>-0.38117099999999998</c:v>
                </c:pt>
                <c:pt idx="390">
                  <c:v>-0.38086500000000001</c:v>
                </c:pt>
                <c:pt idx="391">
                  <c:v>-0.38056000000000001</c:v>
                </c:pt>
                <c:pt idx="392">
                  <c:v>-0.38025500000000001</c:v>
                </c:pt>
                <c:pt idx="393">
                  <c:v>-0.37994899999999998</c:v>
                </c:pt>
                <c:pt idx="394">
                  <c:v>-0.37964399999999998</c:v>
                </c:pt>
                <c:pt idx="395">
                  <c:v>-0.37933800000000001</c:v>
                </c:pt>
                <c:pt idx="396">
                  <c:v>-0.37903300000000001</c:v>
                </c:pt>
                <c:pt idx="397">
                  <c:v>-0.37872800000000001</c:v>
                </c:pt>
                <c:pt idx="398">
                  <c:v>-0.37842199999999998</c:v>
                </c:pt>
                <c:pt idx="399">
                  <c:v>-0.37811699999999998</c:v>
                </c:pt>
                <c:pt idx="400">
                  <c:v>-0.37781100000000001</c:v>
                </c:pt>
                <c:pt idx="401">
                  <c:v>-0.37750600000000001</c:v>
                </c:pt>
                <c:pt idx="402">
                  <c:v>-0.37720100000000001</c:v>
                </c:pt>
                <c:pt idx="403">
                  <c:v>-0.37689499999999998</c:v>
                </c:pt>
                <c:pt idx="404">
                  <c:v>-0.37658999999999998</c:v>
                </c:pt>
                <c:pt idx="405">
                  <c:v>-0.37628400000000001</c:v>
                </c:pt>
                <c:pt idx="406">
                  <c:v>-0.37597900000000001</c:v>
                </c:pt>
                <c:pt idx="407">
                  <c:v>-0.37567400000000001</c:v>
                </c:pt>
                <c:pt idx="408">
                  <c:v>-0.37536799999999998</c:v>
                </c:pt>
                <c:pt idx="409">
                  <c:v>-0.37506299999999998</c:v>
                </c:pt>
                <c:pt idx="410">
                  <c:v>-0.37475700000000001</c:v>
                </c:pt>
                <c:pt idx="411">
                  <c:v>-0.37445200000000001</c:v>
                </c:pt>
                <c:pt idx="412">
                  <c:v>-0.37414700000000001</c:v>
                </c:pt>
                <c:pt idx="413">
                  <c:v>-0.37384099999999998</c:v>
                </c:pt>
                <c:pt idx="414">
                  <c:v>-0.37353599999999998</c:v>
                </c:pt>
                <c:pt idx="415">
                  <c:v>-0.37323000000000001</c:v>
                </c:pt>
                <c:pt idx="416">
                  <c:v>-0.37292500000000001</c:v>
                </c:pt>
                <c:pt idx="417">
                  <c:v>-0.37262000000000001</c:v>
                </c:pt>
                <c:pt idx="418">
                  <c:v>-0.37231399999999998</c:v>
                </c:pt>
                <c:pt idx="419">
                  <c:v>-0.37200899999999998</c:v>
                </c:pt>
                <c:pt idx="420">
                  <c:v>-0.37170399999999998</c:v>
                </c:pt>
                <c:pt idx="421">
                  <c:v>-0.37139800000000001</c:v>
                </c:pt>
                <c:pt idx="422">
                  <c:v>-0.37109300000000001</c:v>
                </c:pt>
                <c:pt idx="423">
                  <c:v>-0.37078699999999998</c:v>
                </c:pt>
                <c:pt idx="424">
                  <c:v>-0.37048199999999998</c:v>
                </c:pt>
                <c:pt idx="425">
                  <c:v>-0.37017699999999998</c:v>
                </c:pt>
                <c:pt idx="426">
                  <c:v>-0.36987100000000001</c:v>
                </c:pt>
                <c:pt idx="427">
                  <c:v>-0.36956600000000001</c:v>
                </c:pt>
                <c:pt idx="428">
                  <c:v>-0.36925999999999998</c:v>
                </c:pt>
                <c:pt idx="429">
                  <c:v>-0.36895499999999998</c:v>
                </c:pt>
                <c:pt idx="430">
                  <c:v>-0.36864999999999998</c:v>
                </c:pt>
                <c:pt idx="431">
                  <c:v>-0.368344</c:v>
                </c:pt>
                <c:pt idx="432">
                  <c:v>-0.36803900000000001</c:v>
                </c:pt>
                <c:pt idx="433">
                  <c:v>-0.36773299999999998</c:v>
                </c:pt>
                <c:pt idx="434">
                  <c:v>-0.36742799999999998</c:v>
                </c:pt>
                <c:pt idx="435">
                  <c:v>-0.36712299999999998</c:v>
                </c:pt>
                <c:pt idx="436">
                  <c:v>-0.366817</c:v>
                </c:pt>
                <c:pt idx="437">
                  <c:v>-0.366512</c:v>
                </c:pt>
                <c:pt idx="438">
                  <c:v>-0.36620599999999998</c:v>
                </c:pt>
                <c:pt idx="439">
                  <c:v>-0.36590099999999998</c:v>
                </c:pt>
                <c:pt idx="440">
                  <c:v>-0.36559599999999998</c:v>
                </c:pt>
                <c:pt idx="441">
                  <c:v>-0.36529</c:v>
                </c:pt>
                <c:pt idx="442">
                  <c:v>-0.364985</c:v>
                </c:pt>
                <c:pt idx="443">
                  <c:v>-0.36467899999999998</c:v>
                </c:pt>
                <c:pt idx="444">
                  <c:v>-0.36437399999999998</c:v>
                </c:pt>
                <c:pt idx="445">
                  <c:v>-0.36406899999999998</c:v>
                </c:pt>
                <c:pt idx="446">
                  <c:v>-0.363763</c:v>
                </c:pt>
                <c:pt idx="447">
                  <c:v>-0.363458</c:v>
                </c:pt>
                <c:pt idx="448">
                  <c:v>-0.36315199999999997</c:v>
                </c:pt>
                <c:pt idx="449">
                  <c:v>-0.36284699999999998</c:v>
                </c:pt>
                <c:pt idx="450">
                  <c:v>-0.36254199999999998</c:v>
                </c:pt>
                <c:pt idx="451">
                  <c:v>-0.362236</c:v>
                </c:pt>
                <c:pt idx="452">
                  <c:v>-0.361931</c:v>
                </c:pt>
                <c:pt idx="453">
                  <c:v>-0.36162499999999997</c:v>
                </c:pt>
                <c:pt idx="454">
                  <c:v>-0.36131999999999997</c:v>
                </c:pt>
                <c:pt idx="455">
                  <c:v>-0.36101499999999997</c:v>
                </c:pt>
                <c:pt idx="456">
                  <c:v>-0.360709</c:v>
                </c:pt>
                <c:pt idx="457">
                  <c:v>-0.360404</c:v>
                </c:pt>
                <c:pt idx="458">
                  <c:v>-0.36009799999999997</c:v>
                </c:pt>
                <c:pt idx="459">
                  <c:v>-0.35979299999999997</c:v>
                </c:pt>
                <c:pt idx="460">
                  <c:v>-0.35948799999999997</c:v>
                </c:pt>
                <c:pt idx="461">
                  <c:v>-0.359182</c:v>
                </c:pt>
                <c:pt idx="462">
                  <c:v>-0.358877</c:v>
                </c:pt>
                <c:pt idx="463">
                  <c:v>-0.35857099999999997</c:v>
                </c:pt>
                <c:pt idx="464">
                  <c:v>-0.35826599999999997</c:v>
                </c:pt>
                <c:pt idx="465">
                  <c:v>-0.35796099999999997</c:v>
                </c:pt>
                <c:pt idx="466">
                  <c:v>-0.357655</c:v>
                </c:pt>
                <c:pt idx="467">
                  <c:v>-0.35735</c:v>
                </c:pt>
                <c:pt idx="468">
                  <c:v>-0.35704399999999997</c:v>
                </c:pt>
                <c:pt idx="469">
                  <c:v>-0.35673899999999997</c:v>
                </c:pt>
                <c:pt idx="470">
                  <c:v>-0.35643399999999997</c:v>
                </c:pt>
                <c:pt idx="471">
                  <c:v>-0.356128</c:v>
                </c:pt>
                <c:pt idx="472">
                  <c:v>-0.355823</c:v>
                </c:pt>
                <c:pt idx="473">
                  <c:v>-0.35551700000000003</c:v>
                </c:pt>
                <c:pt idx="474">
                  <c:v>-0.35521200000000003</c:v>
                </c:pt>
                <c:pt idx="475">
                  <c:v>-0.35490699999999997</c:v>
                </c:pt>
                <c:pt idx="476">
                  <c:v>-0.354601</c:v>
                </c:pt>
                <c:pt idx="477">
                  <c:v>-0.354296</c:v>
                </c:pt>
                <c:pt idx="478">
                  <c:v>-0.35399000000000003</c:v>
                </c:pt>
                <c:pt idx="479">
                  <c:v>-0.35368500000000003</c:v>
                </c:pt>
                <c:pt idx="480">
                  <c:v>-0.35338000000000003</c:v>
                </c:pt>
                <c:pt idx="481">
                  <c:v>-0.353074</c:v>
                </c:pt>
                <c:pt idx="482">
                  <c:v>-0.352769</c:v>
                </c:pt>
                <c:pt idx="483">
                  <c:v>-0.35246300000000003</c:v>
                </c:pt>
                <c:pt idx="484">
                  <c:v>-0.35215800000000003</c:v>
                </c:pt>
                <c:pt idx="485">
                  <c:v>-0.35185300000000003</c:v>
                </c:pt>
                <c:pt idx="486">
                  <c:v>-0.351547</c:v>
                </c:pt>
                <c:pt idx="487">
                  <c:v>-0.351242</c:v>
                </c:pt>
                <c:pt idx="488">
                  <c:v>-0.35093600000000003</c:v>
                </c:pt>
                <c:pt idx="489">
                  <c:v>-0.35063100000000003</c:v>
                </c:pt>
                <c:pt idx="490">
                  <c:v>-0.35032600000000003</c:v>
                </c:pt>
                <c:pt idx="491">
                  <c:v>-0.35002</c:v>
                </c:pt>
                <c:pt idx="492">
                  <c:v>-0.349715</c:v>
                </c:pt>
                <c:pt idx="493">
                  <c:v>-0.34940900000000003</c:v>
                </c:pt>
                <c:pt idx="494">
                  <c:v>-0.34910400000000003</c:v>
                </c:pt>
                <c:pt idx="495">
                  <c:v>-0.34879900000000003</c:v>
                </c:pt>
                <c:pt idx="496">
                  <c:v>-0.348493</c:v>
                </c:pt>
                <c:pt idx="497">
                  <c:v>-0.348188</c:v>
                </c:pt>
                <c:pt idx="498">
                  <c:v>-0.34788200000000002</c:v>
                </c:pt>
                <c:pt idx="499">
                  <c:v>-0.34757700000000002</c:v>
                </c:pt>
                <c:pt idx="500">
                  <c:v>-0.34727200000000003</c:v>
                </c:pt>
                <c:pt idx="501">
                  <c:v>-0.346966</c:v>
                </c:pt>
                <c:pt idx="502">
                  <c:v>-0.346661</c:v>
                </c:pt>
                <c:pt idx="503">
                  <c:v>-0.34635500000000002</c:v>
                </c:pt>
                <c:pt idx="504">
                  <c:v>-0.34605000000000002</c:v>
                </c:pt>
                <c:pt idx="505">
                  <c:v>-0.34574500000000002</c:v>
                </c:pt>
                <c:pt idx="506">
                  <c:v>-0.345439</c:v>
                </c:pt>
                <c:pt idx="507">
                  <c:v>-0.345134</c:v>
                </c:pt>
                <c:pt idx="508">
                  <c:v>-0.344829</c:v>
                </c:pt>
                <c:pt idx="509">
                  <c:v>-0.34452300000000002</c:v>
                </c:pt>
                <c:pt idx="510">
                  <c:v>-0.34421800000000002</c:v>
                </c:pt>
                <c:pt idx="511">
                  <c:v>-0.343912</c:v>
                </c:pt>
                <c:pt idx="512">
                  <c:v>-0.343607</c:v>
                </c:pt>
                <c:pt idx="513">
                  <c:v>-0.343302</c:v>
                </c:pt>
                <c:pt idx="514">
                  <c:v>-0.34299600000000002</c:v>
                </c:pt>
                <c:pt idx="515">
                  <c:v>-0.34269100000000002</c:v>
                </c:pt>
                <c:pt idx="516">
                  <c:v>-0.34238499999999999</c:v>
                </c:pt>
                <c:pt idx="517">
                  <c:v>-0.34208</c:v>
                </c:pt>
                <c:pt idx="518">
                  <c:v>-0.341775</c:v>
                </c:pt>
                <c:pt idx="519">
                  <c:v>-0.34146900000000002</c:v>
                </c:pt>
                <c:pt idx="520">
                  <c:v>-0.34116400000000002</c:v>
                </c:pt>
                <c:pt idx="521">
                  <c:v>-0.34085799999999999</c:v>
                </c:pt>
                <c:pt idx="522">
                  <c:v>-0.34055299999999999</c:v>
                </c:pt>
                <c:pt idx="523">
                  <c:v>-0.34024799999999999</c:v>
                </c:pt>
                <c:pt idx="524">
                  <c:v>-0.33994200000000002</c:v>
                </c:pt>
                <c:pt idx="525">
                  <c:v>-0.33963700000000002</c:v>
                </c:pt>
                <c:pt idx="526">
                  <c:v>-0.33933099999999999</c:v>
                </c:pt>
                <c:pt idx="527">
                  <c:v>-0.33902599999999999</c:v>
                </c:pt>
                <c:pt idx="528">
                  <c:v>-0.33872099999999999</c:v>
                </c:pt>
                <c:pt idx="529">
                  <c:v>-0.33841500000000002</c:v>
                </c:pt>
                <c:pt idx="530">
                  <c:v>-0.33811000000000002</c:v>
                </c:pt>
                <c:pt idx="531">
                  <c:v>-0.33780399999999999</c:v>
                </c:pt>
                <c:pt idx="532">
                  <c:v>-0.33749899999999999</c:v>
                </c:pt>
                <c:pt idx="533">
                  <c:v>-0.33719399999999999</c:v>
                </c:pt>
                <c:pt idx="534">
                  <c:v>-0.33688800000000002</c:v>
                </c:pt>
                <c:pt idx="535">
                  <c:v>-0.33658300000000002</c:v>
                </c:pt>
                <c:pt idx="536">
                  <c:v>-0.33627699999999999</c:v>
                </c:pt>
                <c:pt idx="537">
                  <c:v>-0.33597199999999999</c:v>
                </c:pt>
                <c:pt idx="538">
                  <c:v>-0.33566699999999999</c:v>
                </c:pt>
                <c:pt idx="539">
                  <c:v>-0.33536100000000002</c:v>
                </c:pt>
                <c:pt idx="540">
                  <c:v>-0.33505600000000002</c:v>
                </c:pt>
                <c:pt idx="541">
                  <c:v>-0.33474999999999999</c:v>
                </c:pt>
                <c:pt idx="542">
                  <c:v>-0.33444499999999999</c:v>
                </c:pt>
                <c:pt idx="543">
                  <c:v>-0.33413999999999999</c:v>
                </c:pt>
                <c:pt idx="544">
                  <c:v>-0.33383400000000002</c:v>
                </c:pt>
                <c:pt idx="545">
                  <c:v>-0.33352900000000002</c:v>
                </c:pt>
                <c:pt idx="546">
                  <c:v>-0.33322299999999999</c:v>
                </c:pt>
                <c:pt idx="547">
                  <c:v>-0.33291799999999999</c:v>
                </c:pt>
                <c:pt idx="548">
                  <c:v>-0.33261299999999999</c:v>
                </c:pt>
                <c:pt idx="549">
                  <c:v>-0.33230700000000002</c:v>
                </c:pt>
                <c:pt idx="550">
                  <c:v>-0.33200200000000002</c:v>
                </c:pt>
                <c:pt idx="551">
                  <c:v>-0.33169599999999999</c:v>
                </c:pt>
                <c:pt idx="552">
                  <c:v>-0.33139099999999999</c:v>
                </c:pt>
                <c:pt idx="553">
                  <c:v>-0.33108599999999999</c:v>
                </c:pt>
                <c:pt idx="554">
                  <c:v>-0.33078000000000002</c:v>
                </c:pt>
                <c:pt idx="555">
                  <c:v>-0.33047500000000002</c:v>
                </c:pt>
                <c:pt idx="556">
                  <c:v>-0.33016899999999999</c:v>
                </c:pt>
                <c:pt idx="557">
                  <c:v>-0.32986399999999999</c:v>
                </c:pt>
                <c:pt idx="558">
                  <c:v>-0.32955899999999999</c:v>
                </c:pt>
                <c:pt idx="559">
                  <c:v>-0.32925300000000002</c:v>
                </c:pt>
                <c:pt idx="560">
                  <c:v>-0.32894800000000002</c:v>
                </c:pt>
                <c:pt idx="561">
                  <c:v>-0.32864199999999999</c:v>
                </c:pt>
                <c:pt idx="562">
                  <c:v>-0.32833699999999999</c:v>
                </c:pt>
                <c:pt idx="563">
                  <c:v>-0.32803199999999999</c:v>
                </c:pt>
                <c:pt idx="564">
                  <c:v>-0.32772600000000002</c:v>
                </c:pt>
                <c:pt idx="565">
                  <c:v>-0.32742100000000002</c:v>
                </c:pt>
                <c:pt idx="566">
                  <c:v>-0.32711499999999999</c:v>
                </c:pt>
                <c:pt idx="567">
                  <c:v>-0.32680999999999999</c:v>
                </c:pt>
                <c:pt idx="568">
                  <c:v>-0.32650499999999999</c:v>
                </c:pt>
                <c:pt idx="569">
                  <c:v>-0.32619900000000002</c:v>
                </c:pt>
                <c:pt idx="570">
                  <c:v>-0.32589400000000002</c:v>
                </c:pt>
                <c:pt idx="571">
                  <c:v>-0.32558799999999999</c:v>
                </c:pt>
                <c:pt idx="572">
                  <c:v>-0.32528299999999999</c:v>
                </c:pt>
                <c:pt idx="573">
                  <c:v>-0.32497799999999999</c:v>
                </c:pt>
                <c:pt idx="574">
                  <c:v>-0.32467200000000002</c:v>
                </c:pt>
                <c:pt idx="575">
                  <c:v>-0.32436700000000002</c:v>
                </c:pt>
                <c:pt idx="576">
                  <c:v>-0.32406099999999999</c:v>
                </c:pt>
                <c:pt idx="577">
                  <c:v>-0.32375599999999999</c:v>
                </c:pt>
                <c:pt idx="578">
                  <c:v>-0.32345099999999999</c:v>
                </c:pt>
                <c:pt idx="579">
                  <c:v>-0.32314500000000002</c:v>
                </c:pt>
                <c:pt idx="580">
                  <c:v>-0.32284000000000002</c:v>
                </c:pt>
                <c:pt idx="581">
                  <c:v>-0.32253399999999999</c:v>
                </c:pt>
                <c:pt idx="582">
                  <c:v>-0.32222899999999999</c:v>
                </c:pt>
                <c:pt idx="583">
                  <c:v>-0.32192399999999999</c:v>
                </c:pt>
                <c:pt idx="584">
                  <c:v>-0.32161800000000001</c:v>
                </c:pt>
                <c:pt idx="585">
                  <c:v>-0.32131300000000002</c:v>
                </c:pt>
                <c:pt idx="586">
                  <c:v>-0.32100699999999999</c:v>
                </c:pt>
                <c:pt idx="587">
                  <c:v>-0.32070199999999999</c:v>
                </c:pt>
                <c:pt idx="588">
                  <c:v>-0.32039699999999999</c:v>
                </c:pt>
                <c:pt idx="589">
                  <c:v>-0.32009100000000001</c:v>
                </c:pt>
                <c:pt idx="590">
                  <c:v>-0.31978600000000001</c:v>
                </c:pt>
                <c:pt idx="591">
                  <c:v>-0.31948100000000001</c:v>
                </c:pt>
                <c:pt idx="592">
                  <c:v>-0.31917499999999999</c:v>
                </c:pt>
                <c:pt idx="593">
                  <c:v>-0.31886999999999999</c:v>
                </c:pt>
                <c:pt idx="594">
                  <c:v>-0.31856400000000001</c:v>
                </c:pt>
                <c:pt idx="595">
                  <c:v>-0.31825900000000001</c:v>
                </c:pt>
                <c:pt idx="596">
                  <c:v>-0.31795400000000001</c:v>
                </c:pt>
                <c:pt idx="597">
                  <c:v>-0.31764799999999999</c:v>
                </c:pt>
                <c:pt idx="598">
                  <c:v>-0.31734299999999999</c:v>
                </c:pt>
                <c:pt idx="599">
                  <c:v>-0.31703700000000001</c:v>
                </c:pt>
                <c:pt idx="600">
                  <c:v>-0.31673200000000001</c:v>
                </c:pt>
                <c:pt idx="601">
                  <c:v>-0.31642700000000001</c:v>
                </c:pt>
                <c:pt idx="602">
                  <c:v>-0.31612099999999999</c:v>
                </c:pt>
                <c:pt idx="603">
                  <c:v>-0.31581599999999999</c:v>
                </c:pt>
                <c:pt idx="604">
                  <c:v>-0.31551000000000001</c:v>
                </c:pt>
                <c:pt idx="605">
                  <c:v>-0.31520500000000001</c:v>
                </c:pt>
                <c:pt idx="606">
                  <c:v>-0.31490000000000001</c:v>
                </c:pt>
                <c:pt idx="607">
                  <c:v>-0.31459399999999998</c:v>
                </c:pt>
                <c:pt idx="608">
                  <c:v>-0.31428899999999999</c:v>
                </c:pt>
                <c:pt idx="609">
                  <c:v>-0.31398300000000001</c:v>
                </c:pt>
                <c:pt idx="610">
                  <c:v>-0.31367800000000001</c:v>
                </c:pt>
                <c:pt idx="611">
                  <c:v>-0.31337300000000001</c:v>
                </c:pt>
                <c:pt idx="612">
                  <c:v>-0.31306699999999998</c:v>
                </c:pt>
                <c:pt idx="613">
                  <c:v>-0.31276199999999998</c:v>
                </c:pt>
                <c:pt idx="614">
                  <c:v>-0.31245600000000001</c:v>
                </c:pt>
                <c:pt idx="615">
                  <c:v>-0.31215100000000001</c:v>
                </c:pt>
                <c:pt idx="616">
                  <c:v>-0.31184600000000001</c:v>
                </c:pt>
                <c:pt idx="617">
                  <c:v>-0.31153999999999998</c:v>
                </c:pt>
                <c:pt idx="618">
                  <c:v>-0.31123499999999998</c:v>
                </c:pt>
                <c:pt idx="619">
                  <c:v>-0.31092900000000001</c:v>
                </c:pt>
                <c:pt idx="620">
                  <c:v>-0.31062400000000001</c:v>
                </c:pt>
                <c:pt idx="621">
                  <c:v>-0.31031900000000001</c:v>
                </c:pt>
                <c:pt idx="622">
                  <c:v>-0.31001299999999998</c:v>
                </c:pt>
                <c:pt idx="623">
                  <c:v>-0.30970799999999998</c:v>
                </c:pt>
                <c:pt idx="624">
                  <c:v>-0.30940200000000001</c:v>
                </c:pt>
                <c:pt idx="625">
                  <c:v>-0.30909700000000001</c:v>
                </c:pt>
                <c:pt idx="626">
                  <c:v>-0.30879200000000001</c:v>
                </c:pt>
                <c:pt idx="627">
                  <c:v>-0.30848599999999998</c:v>
                </c:pt>
                <c:pt idx="628">
                  <c:v>-0.30818099999999998</c:v>
                </c:pt>
                <c:pt idx="629">
                  <c:v>-0.30787500000000001</c:v>
                </c:pt>
                <c:pt idx="630">
                  <c:v>-0.30757000000000001</c:v>
                </c:pt>
                <c:pt idx="631">
                  <c:v>-0.30726500000000001</c:v>
                </c:pt>
                <c:pt idx="632">
                  <c:v>-0.30695899999999998</c:v>
                </c:pt>
                <c:pt idx="633">
                  <c:v>-0.30665399999999998</c:v>
                </c:pt>
                <c:pt idx="634">
                  <c:v>-0.30634800000000001</c:v>
                </c:pt>
                <c:pt idx="635">
                  <c:v>-0.30604300000000001</c:v>
                </c:pt>
                <c:pt idx="636">
                  <c:v>-0.30573800000000001</c:v>
                </c:pt>
                <c:pt idx="637">
                  <c:v>-0.30543199999999998</c:v>
                </c:pt>
                <c:pt idx="638">
                  <c:v>-0.30512699999999998</c:v>
                </c:pt>
                <c:pt idx="639">
                  <c:v>-0.30482100000000001</c:v>
                </c:pt>
                <c:pt idx="640">
                  <c:v>-0.30451600000000001</c:v>
                </c:pt>
                <c:pt idx="641">
                  <c:v>-0.30421100000000001</c:v>
                </c:pt>
                <c:pt idx="642">
                  <c:v>-0.30390499999999998</c:v>
                </c:pt>
                <c:pt idx="643">
                  <c:v>-0.30359999999999998</c:v>
                </c:pt>
                <c:pt idx="644">
                  <c:v>-0.30329400000000001</c:v>
                </c:pt>
                <c:pt idx="645">
                  <c:v>-0.30298900000000001</c:v>
                </c:pt>
                <c:pt idx="646">
                  <c:v>-0.30268400000000001</c:v>
                </c:pt>
                <c:pt idx="647">
                  <c:v>-0.30237799999999998</c:v>
                </c:pt>
                <c:pt idx="648">
                  <c:v>-0.30207299999999998</c:v>
                </c:pt>
                <c:pt idx="649">
                  <c:v>-0.30176700000000001</c:v>
                </c:pt>
                <c:pt idx="650">
                  <c:v>-0.30146200000000001</c:v>
                </c:pt>
                <c:pt idx="651">
                  <c:v>-0.30115700000000001</c:v>
                </c:pt>
                <c:pt idx="652">
                  <c:v>-0.30085099999999998</c:v>
                </c:pt>
                <c:pt idx="653">
                  <c:v>-0.30054599999999998</c:v>
                </c:pt>
                <c:pt idx="654">
                  <c:v>-0.30024000000000001</c:v>
                </c:pt>
                <c:pt idx="655">
                  <c:v>-0.29993500000000001</c:v>
                </c:pt>
                <c:pt idx="656">
                  <c:v>-0.29963000000000001</c:v>
                </c:pt>
                <c:pt idx="657">
                  <c:v>-0.29932399999999998</c:v>
                </c:pt>
                <c:pt idx="658">
                  <c:v>-0.29901899999999998</c:v>
                </c:pt>
                <c:pt idx="659">
                  <c:v>-0.29871300000000001</c:v>
                </c:pt>
                <c:pt idx="660">
                  <c:v>-0.29840800000000001</c:v>
                </c:pt>
                <c:pt idx="661">
                  <c:v>-0.29810300000000001</c:v>
                </c:pt>
                <c:pt idx="662">
                  <c:v>-0.29779699999999998</c:v>
                </c:pt>
                <c:pt idx="663">
                  <c:v>-0.29749199999999998</c:v>
                </c:pt>
                <c:pt idx="664">
                  <c:v>-0.29718600000000001</c:v>
                </c:pt>
                <c:pt idx="665">
                  <c:v>-0.29688100000000001</c:v>
                </c:pt>
                <c:pt idx="666">
                  <c:v>-0.29657600000000001</c:v>
                </c:pt>
                <c:pt idx="667">
                  <c:v>-0.29626999999999998</c:v>
                </c:pt>
                <c:pt idx="668">
                  <c:v>-0.29596499999999998</c:v>
                </c:pt>
                <c:pt idx="669">
                  <c:v>-0.29565900000000001</c:v>
                </c:pt>
                <c:pt idx="670">
                  <c:v>-0.29535400000000001</c:v>
                </c:pt>
                <c:pt idx="671">
                  <c:v>-0.29504900000000001</c:v>
                </c:pt>
                <c:pt idx="672">
                  <c:v>-0.29474299999999998</c:v>
                </c:pt>
                <c:pt idx="673">
                  <c:v>-0.29443799999999998</c:v>
                </c:pt>
                <c:pt idx="674">
                  <c:v>-0.29413299999999998</c:v>
                </c:pt>
                <c:pt idx="675">
                  <c:v>-0.293827</c:v>
                </c:pt>
                <c:pt idx="676">
                  <c:v>-0.29352200000000001</c:v>
                </c:pt>
                <c:pt idx="677">
                  <c:v>-0.29321599999999998</c:v>
                </c:pt>
                <c:pt idx="678">
                  <c:v>-0.29291099999999998</c:v>
                </c:pt>
                <c:pt idx="679">
                  <c:v>-0.29260599999999998</c:v>
                </c:pt>
                <c:pt idx="680">
                  <c:v>-0.2923</c:v>
                </c:pt>
                <c:pt idx="681">
                  <c:v>-0.291995</c:v>
                </c:pt>
                <c:pt idx="682">
                  <c:v>-0.29168899999999998</c:v>
                </c:pt>
                <c:pt idx="683">
                  <c:v>-0.29138399999999998</c:v>
                </c:pt>
                <c:pt idx="684">
                  <c:v>-0.29107899999999998</c:v>
                </c:pt>
                <c:pt idx="685">
                  <c:v>-0.290773</c:v>
                </c:pt>
                <c:pt idx="686">
                  <c:v>-0.290468</c:v>
                </c:pt>
                <c:pt idx="687">
                  <c:v>-0.29016199999999998</c:v>
                </c:pt>
                <c:pt idx="688">
                  <c:v>-0.28985699999999998</c:v>
                </c:pt>
                <c:pt idx="689">
                  <c:v>-0.28955199999999998</c:v>
                </c:pt>
                <c:pt idx="690">
                  <c:v>-0.289246</c:v>
                </c:pt>
                <c:pt idx="691">
                  <c:v>-0.288941</c:v>
                </c:pt>
                <c:pt idx="692">
                  <c:v>-0.28863499999999997</c:v>
                </c:pt>
                <c:pt idx="693">
                  <c:v>-0.28832999999999998</c:v>
                </c:pt>
                <c:pt idx="694">
                  <c:v>-0.28802499999999998</c:v>
                </c:pt>
                <c:pt idx="695">
                  <c:v>-0.287719</c:v>
                </c:pt>
                <c:pt idx="696">
                  <c:v>-0.287414</c:v>
                </c:pt>
                <c:pt idx="697">
                  <c:v>-0.28710799999999997</c:v>
                </c:pt>
                <c:pt idx="698">
                  <c:v>-0.28680299999999997</c:v>
                </c:pt>
                <c:pt idx="699">
                  <c:v>-0.28649799999999997</c:v>
                </c:pt>
                <c:pt idx="700">
                  <c:v>-0.286192</c:v>
                </c:pt>
                <c:pt idx="701">
                  <c:v>-0.285887</c:v>
                </c:pt>
                <c:pt idx="702">
                  <c:v>-0.28558099999999997</c:v>
                </c:pt>
                <c:pt idx="703">
                  <c:v>-0.28527599999999997</c:v>
                </c:pt>
                <c:pt idx="704">
                  <c:v>-0.28497099999999997</c:v>
                </c:pt>
                <c:pt idx="705">
                  <c:v>-0.284665</c:v>
                </c:pt>
                <c:pt idx="706">
                  <c:v>-0.28436</c:v>
                </c:pt>
                <c:pt idx="707">
                  <c:v>-0.28405399999999997</c:v>
                </c:pt>
                <c:pt idx="708">
                  <c:v>-0.28374899999999997</c:v>
                </c:pt>
                <c:pt idx="709">
                  <c:v>-0.28344399999999997</c:v>
                </c:pt>
                <c:pt idx="710">
                  <c:v>-0.283138</c:v>
                </c:pt>
                <c:pt idx="711">
                  <c:v>-0.282833</c:v>
                </c:pt>
                <c:pt idx="712">
                  <c:v>-0.28252699999999997</c:v>
                </c:pt>
                <c:pt idx="713">
                  <c:v>-0.28222199999999997</c:v>
                </c:pt>
                <c:pt idx="714">
                  <c:v>-0.28191699999999997</c:v>
                </c:pt>
                <c:pt idx="715">
                  <c:v>-0.281611</c:v>
                </c:pt>
                <c:pt idx="716">
                  <c:v>-0.281306</c:v>
                </c:pt>
                <c:pt idx="717">
                  <c:v>-0.28100000000000003</c:v>
                </c:pt>
                <c:pt idx="718">
                  <c:v>-0.28069499999999997</c:v>
                </c:pt>
                <c:pt idx="719">
                  <c:v>-0.28038999999999997</c:v>
                </c:pt>
                <c:pt idx="720">
                  <c:v>-0.280084</c:v>
                </c:pt>
                <c:pt idx="721">
                  <c:v>-0.279779</c:v>
                </c:pt>
                <c:pt idx="722">
                  <c:v>-0.27947300000000003</c:v>
                </c:pt>
                <c:pt idx="723">
                  <c:v>-0.27916800000000003</c:v>
                </c:pt>
                <c:pt idx="724">
                  <c:v>-0.27886300000000003</c:v>
                </c:pt>
                <c:pt idx="725">
                  <c:v>-0.278557</c:v>
                </c:pt>
                <c:pt idx="726">
                  <c:v>-0.278252</c:v>
                </c:pt>
                <c:pt idx="727">
                  <c:v>-0.27794600000000003</c:v>
                </c:pt>
                <c:pt idx="728">
                  <c:v>-0.27764100000000003</c:v>
                </c:pt>
                <c:pt idx="729">
                  <c:v>-0.27733600000000003</c:v>
                </c:pt>
                <c:pt idx="730">
                  <c:v>-0.27703</c:v>
                </c:pt>
                <c:pt idx="731">
                  <c:v>-0.276725</c:v>
                </c:pt>
                <c:pt idx="732">
                  <c:v>-0.27641900000000003</c:v>
                </c:pt>
                <c:pt idx="733">
                  <c:v>-0.27611400000000003</c:v>
                </c:pt>
                <c:pt idx="734">
                  <c:v>-0.27580900000000003</c:v>
                </c:pt>
                <c:pt idx="735">
                  <c:v>-0.275503</c:v>
                </c:pt>
                <c:pt idx="736">
                  <c:v>-0.275198</c:v>
                </c:pt>
                <c:pt idx="737">
                  <c:v>-0.27489200000000003</c:v>
                </c:pt>
                <c:pt idx="738">
                  <c:v>-0.27458700000000003</c:v>
                </c:pt>
                <c:pt idx="739">
                  <c:v>-0.27428200000000003</c:v>
                </c:pt>
                <c:pt idx="740">
                  <c:v>-0.273976</c:v>
                </c:pt>
                <c:pt idx="741">
                  <c:v>-0.273671</c:v>
                </c:pt>
                <c:pt idx="742">
                  <c:v>-0.27336500000000002</c:v>
                </c:pt>
                <c:pt idx="743">
                  <c:v>-0.27306000000000002</c:v>
                </c:pt>
                <c:pt idx="744">
                  <c:v>-0.27275500000000003</c:v>
                </c:pt>
                <c:pt idx="745">
                  <c:v>-0.272449</c:v>
                </c:pt>
                <c:pt idx="746">
                  <c:v>-0.272144</c:v>
                </c:pt>
                <c:pt idx="747">
                  <c:v>-0.27183800000000002</c:v>
                </c:pt>
                <c:pt idx="748">
                  <c:v>-0.27153300000000002</c:v>
                </c:pt>
                <c:pt idx="749">
                  <c:v>-0.27122800000000002</c:v>
                </c:pt>
                <c:pt idx="750">
                  <c:v>-0.270922</c:v>
                </c:pt>
                <c:pt idx="751">
                  <c:v>-0.270617</c:v>
                </c:pt>
                <c:pt idx="752">
                  <c:v>-0.27031100000000002</c:v>
                </c:pt>
                <c:pt idx="753">
                  <c:v>-0.27000600000000002</c:v>
                </c:pt>
                <c:pt idx="754">
                  <c:v>-0.26970100000000002</c:v>
                </c:pt>
                <c:pt idx="755">
                  <c:v>-0.269395</c:v>
                </c:pt>
                <c:pt idx="756">
                  <c:v>-0.26909</c:v>
                </c:pt>
                <c:pt idx="757">
                  <c:v>-0.268785</c:v>
                </c:pt>
                <c:pt idx="758">
                  <c:v>-0.26847900000000002</c:v>
                </c:pt>
                <c:pt idx="759">
                  <c:v>-0.26817400000000002</c:v>
                </c:pt>
                <c:pt idx="760">
                  <c:v>-0.26786799999999999</c:v>
                </c:pt>
                <c:pt idx="761">
                  <c:v>-0.267563</c:v>
                </c:pt>
                <c:pt idx="762">
                  <c:v>-0.267258</c:v>
                </c:pt>
                <c:pt idx="763">
                  <c:v>-0.26695200000000002</c:v>
                </c:pt>
                <c:pt idx="764">
                  <c:v>-0.26664700000000002</c:v>
                </c:pt>
                <c:pt idx="765">
                  <c:v>-0.26634099999999999</c:v>
                </c:pt>
                <c:pt idx="766">
                  <c:v>-0.26603599999999999</c:v>
                </c:pt>
                <c:pt idx="767">
                  <c:v>-0.26573099999999999</c:v>
                </c:pt>
                <c:pt idx="768">
                  <c:v>-0.26542500000000002</c:v>
                </c:pt>
                <c:pt idx="769">
                  <c:v>-0.26512000000000002</c:v>
                </c:pt>
                <c:pt idx="770">
                  <c:v>-0.26481399999999999</c:v>
                </c:pt>
                <c:pt idx="771">
                  <c:v>-0.26450899999999999</c:v>
                </c:pt>
                <c:pt idx="772">
                  <c:v>-0.26420399999999999</c:v>
                </c:pt>
                <c:pt idx="773">
                  <c:v>-0.26389800000000002</c:v>
                </c:pt>
                <c:pt idx="774">
                  <c:v>-0.26359300000000002</c:v>
                </c:pt>
                <c:pt idx="775">
                  <c:v>-0.26328699999999999</c:v>
                </c:pt>
                <c:pt idx="776">
                  <c:v>-0.26298199999999999</c:v>
                </c:pt>
                <c:pt idx="777">
                  <c:v>-0.26267699999999999</c:v>
                </c:pt>
                <c:pt idx="778">
                  <c:v>-0.26237100000000002</c:v>
                </c:pt>
                <c:pt idx="779">
                  <c:v>-0.26206600000000002</c:v>
                </c:pt>
                <c:pt idx="780">
                  <c:v>-0.26175999999999999</c:v>
                </c:pt>
                <c:pt idx="781">
                  <c:v>-0.26145499999999999</c:v>
                </c:pt>
                <c:pt idx="782">
                  <c:v>-0.26114999999999999</c:v>
                </c:pt>
                <c:pt idx="783">
                  <c:v>-0.26084400000000002</c:v>
                </c:pt>
                <c:pt idx="784">
                  <c:v>-0.26053900000000002</c:v>
                </c:pt>
                <c:pt idx="785">
                  <c:v>-0.26023299999999999</c:v>
                </c:pt>
                <c:pt idx="786">
                  <c:v>-0.25992799999999999</c:v>
                </c:pt>
                <c:pt idx="787">
                  <c:v>-0.25962299999999999</c:v>
                </c:pt>
                <c:pt idx="788">
                  <c:v>-0.25931700000000002</c:v>
                </c:pt>
                <c:pt idx="789">
                  <c:v>-0.25901200000000002</c:v>
                </c:pt>
                <c:pt idx="790">
                  <c:v>-0.25870599999999999</c:v>
                </c:pt>
                <c:pt idx="791">
                  <c:v>-0.25840099999999999</c:v>
                </c:pt>
                <c:pt idx="792">
                  <c:v>-0.25809599999999999</c:v>
                </c:pt>
                <c:pt idx="793">
                  <c:v>-0.25779000000000002</c:v>
                </c:pt>
                <c:pt idx="794">
                  <c:v>-0.25748500000000002</c:v>
                </c:pt>
                <c:pt idx="795">
                  <c:v>-0.25717899999999999</c:v>
                </c:pt>
                <c:pt idx="796">
                  <c:v>-0.25687399999999999</c:v>
                </c:pt>
                <c:pt idx="797">
                  <c:v>-0.25656899999999999</c:v>
                </c:pt>
                <c:pt idx="798">
                  <c:v>-0.25626300000000002</c:v>
                </c:pt>
                <c:pt idx="799">
                  <c:v>-0.25595800000000002</c:v>
                </c:pt>
                <c:pt idx="800">
                  <c:v>-0.25565199999999999</c:v>
                </c:pt>
                <c:pt idx="801">
                  <c:v>-0.25534699999999999</c:v>
                </c:pt>
                <c:pt idx="802">
                  <c:v>-0.25504199999999999</c:v>
                </c:pt>
                <c:pt idx="803">
                  <c:v>-0.25473600000000002</c:v>
                </c:pt>
                <c:pt idx="804">
                  <c:v>-0.25443100000000002</c:v>
                </c:pt>
                <c:pt idx="805">
                  <c:v>-0.25412499999999999</c:v>
                </c:pt>
                <c:pt idx="806">
                  <c:v>-0.25381999999999999</c:v>
                </c:pt>
                <c:pt idx="807">
                  <c:v>-0.25351499999999999</c:v>
                </c:pt>
                <c:pt idx="808">
                  <c:v>-0.25320900000000002</c:v>
                </c:pt>
                <c:pt idx="809">
                  <c:v>-0.25290400000000002</c:v>
                </c:pt>
                <c:pt idx="810">
                  <c:v>-0.25259799999999999</c:v>
                </c:pt>
                <c:pt idx="811">
                  <c:v>-0.25229299999999999</c:v>
                </c:pt>
                <c:pt idx="812">
                  <c:v>-0.25198799999999999</c:v>
                </c:pt>
                <c:pt idx="813">
                  <c:v>-0.25168200000000002</c:v>
                </c:pt>
                <c:pt idx="814">
                  <c:v>-0.25137700000000002</c:v>
                </c:pt>
                <c:pt idx="815">
                  <c:v>-0.25107099999999999</c:v>
                </c:pt>
                <c:pt idx="816">
                  <c:v>-0.25076599999999999</c:v>
                </c:pt>
                <c:pt idx="817">
                  <c:v>-0.25046099999999999</c:v>
                </c:pt>
                <c:pt idx="818">
                  <c:v>-0.25015500000000002</c:v>
                </c:pt>
                <c:pt idx="819">
                  <c:v>-0.24984999999999999</c:v>
                </c:pt>
                <c:pt idx="820">
                  <c:v>-0.24954399999999999</c:v>
                </c:pt>
                <c:pt idx="821">
                  <c:v>-0.24923899999999999</c:v>
                </c:pt>
                <c:pt idx="822">
                  <c:v>-0.24893399999999999</c:v>
                </c:pt>
                <c:pt idx="823">
                  <c:v>-0.24862799999999999</c:v>
                </c:pt>
                <c:pt idx="824">
                  <c:v>-0.24832299999999999</c:v>
                </c:pt>
                <c:pt idx="825">
                  <c:v>-0.24801699999999999</c:v>
                </c:pt>
                <c:pt idx="826">
                  <c:v>-0.24771199999999999</c:v>
                </c:pt>
                <c:pt idx="827">
                  <c:v>-0.24740699999999999</c:v>
                </c:pt>
                <c:pt idx="828">
                  <c:v>-0.24710099999999999</c:v>
                </c:pt>
                <c:pt idx="829">
                  <c:v>-0.24679599999999999</c:v>
                </c:pt>
                <c:pt idx="830">
                  <c:v>-0.24648999999999999</c:v>
                </c:pt>
                <c:pt idx="831">
                  <c:v>-0.24618499999999999</c:v>
                </c:pt>
                <c:pt idx="832">
                  <c:v>-0.24587999999999999</c:v>
                </c:pt>
                <c:pt idx="833">
                  <c:v>-0.24557399999999999</c:v>
                </c:pt>
                <c:pt idx="834">
                  <c:v>-0.24526899999999999</c:v>
                </c:pt>
                <c:pt idx="835">
                  <c:v>-0.24496299999999999</c:v>
                </c:pt>
                <c:pt idx="836">
                  <c:v>-0.24465799999999999</c:v>
                </c:pt>
                <c:pt idx="837">
                  <c:v>-0.24435299999999999</c:v>
                </c:pt>
                <c:pt idx="838">
                  <c:v>-0.24404699999999999</c:v>
                </c:pt>
                <c:pt idx="839">
                  <c:v>-0.24374199999999999</c:v>
                </c:pt>
                <c:pt idx="840">
                  <c:v>-0.24343699999999999</c:v>
                </c:pt>
                <c:pt idx="841">
                  <c:v>-0.24313100000000001</c:v>
                </c:pt>
                <c:pt idx="842">
                  <c:v>-0.24282599999999999</c:v>
                </c:pt>
                <c:pt idx="843">
                  <c:v>-0.24252000000000001</c:v>
                </c:pt>
                <c:pt idx="844">
                  <c:v>-0.24221500000000001</c:v>
                </c:pt>
                <c:pt idx="845">
                  <c:v>-0.24190999999999999</c:v>
                </c:pt>
                <c:pt idx="846">
                  <c:v>-0.24160400000000001</c:v>
                </c:pt>
                <c:pt idx="847">
                  <c:v>-0.24129900000000001</c:v>
                </c:pt>
                <c:pt idx="848">
                  <c:v>-0.24099300000000001</c:v>
                </c:pt>
                <c:pt idx="849">
                  <c:v>-0.24068800000000001</c:v>
                </c:pt>
                <c:pt idx="850">
                  <c:v>-0.24038300000000001</c:v>
                </c:pt>
                <c:pt idx="851">
                  <c:v>-0.24007700000000001</c:v>
                </c:pt>
                <c:pt idx="852">
                  <c:v>-0.23977200000000001</c:v>
                </c:pt>
                <c:pt idx="853">
                  <c:v>-0.23946600000000001</c:v>
                </c:pt>
                <c:pt idx="854">
                  <c:v>-0.23916100000000001</c:v>
                </c:pt>
                <c:pt idx="855">
                  <c:v>-0.23885600000000001</c:v>
                </c:pt>
                <c:pt idx="856">
                  <c:v>-0.23855000000000001</c:v>
                </c:pt>
                <c:pt idx="857">
                  <c:v>-0.23824500000000001</c:v>
                </c:pt>
                <c:pt idx="858">
                  <c:v>-0.23793900000000001</c:v>
                </c:pt>
                <c:pt idx="859">
                  <c:v>-0.23763400000000001</c:v>
                </c:pt>
                <c:pt idx="860">
                  <c:v>-0.23732900000000001</c:v>
                </c:pt>
                <c:pt idx="861">
                  <c:v>-0.23702300000000001</c:v>
                </c:pt>
                <c:pt idx="862">
                  <c:v>-0.23671800000000001</c:v>
                </c:pt>
                <c:pt idx="863">
                  <c:v>-0.23641200000000001</c:v>
                </c:pt>
                <c:pt idx="864">
                  <c:v>-0.23610700000000001</c:v>
                </c:pt>
                <c:pt idx="865">
                  <c:v>-0.23580200000000001</c:v>
                </c:pt>
                <c:pt idx="866">
                  <c:v>-0.23549600000000001</c:v>
                </c:pt>
                <c:pt idx="867">
                  <c:v>-0.23519100000000001</c:v>
                </c:pt>
                <c:pt idx="868">
                  <c:v>-0.23488500000000001</c:v>
                </c:pt>
                <c:pt idx="869">
                  <c:v>-0.23458000000000001</c:v>
                </c:pt>
                <c:pt idx="870">
                  <c:v>-0.23427500000000001</c:v>
                </c:pt>
                <c:pt idx="871">
                  <c:v>-0.23396900000000001</c:v>
                </c:pt>
                <c:pt idx="872">
                  <c:v>-0.23366400000000001</c:v>
                </c:pt>
                <c:pt idx="873">
                  <c:v>-0.23335800000000001</c:v>
                </c:pt>
                <c:pt idx="874">
                  <c:v>-0.23305300000000001</c:v>
                </c:pt>
                <c:pt idx="875">
                  <c:v>-0.23274800000000001</c:v>
                </c:pt>
                <c:pt idx="876">
                  <c:v>-0.23244200000000001</c:v>
                </c:pt>
                <c:pt idx="877">
                  <c:v>-0.23213700000000001</c:v>
                </c:pt>
                <c:pt idx="878">
                  <c:v>-0.23183100000000001</c:v>
                </c:pt>
                <c:pt idx="879">
                  <c:v>-0.23152600000000001</c:v>
                </c:pt>
                <c:pt idx="880">
                  <c:v>-0.23122100000000001</c:v>
                </c:pt>
                <c:pt idx="881">
                  <c:v>-0.23091500000000001</c:v>
                </c:pt>
                <c:pt idx="882">
                  <c:v>-0.23061000000000001</c:v>
                </c:pt>
                <c:pt idx="883">
                  <c:v>-0.23030400000000001</c:v>
                </c:pt>
                <c:pt idx="884">
                  <c:v>-0.22999900000000001</c:v>
                </c:pt>
                <c:pt idx="885">
                  <c:v>-0.22969400000000001</c:v>
                </c:pt>
                <c:pt idx="886">
                  <c:v>-0.22938800000000001</c:v>
                </c:pt>
                <c:pt idx="887">
                  <c:v>-0.22908300000000001</c:v>
                </c:pt>
                <c:pt idx="888">
                  <c:v>-0.22877700000000001</c:v>
                </c:pt>
                <c:pt idx="889">
                  <c:v>-0.22847200000000001</c:v>
                </c:pt>
                <c:pt idx="890">
                  <c:v>-0.22816700000000001</c:v>
                </c:pt>
                <c:pt idx="891">
                  <c:v>-0.22786100000000001</c:v>
                </c:pt>
                <c:pt idx="892">
                  <c:v>-0.22755600000000001</c:v>
                </c:pt>
                <c:pt idx="893">
                  <c:v>-0.22725000000000001</c:v>
                </c:pt>
                <c:pt idx="894">
                  <c:v>-0.22694500000000001</c:v>
                </c:pt>
                <c:pt idx="895">
                  <c:v>-0.22664000000000001</c:v>
                </c:pt>
                <c:pt idx="896">
                  <c:v>-0.22633400000000001</c:v>
                </c:pt>
                <c:pt idx="897">
                  <c:v>-0.22602900000000001</c:v>
                </c:pt>
                <c:pt idx="898">
                  <c:v>-0.22572300000000001</c:v>
                </c:pt>
                <c:pt idx="899">
                  <c:v>-0.22541800000000001</c:v>
                </c:pt>
                <c:pt idx="900">
                  <c:v>-0.22511300000000001</c:v>
                </c:pt>
                <c:pt idx="901">
                  <c:v>-0.22480700000000001</c:v>
                </c:pt>
                <c:pt idx="902">
                  <c:v>-0.22450200000000001</c:v>
                </c:pt>
                <c:pt idx="903">
                  <c:v>-0.22419600000000001</c:v>
                </c:pt>
                <c:pt idx="904">
                  <c:v>-0.22389100000000001</c:v>
                </c:pt>
                <c:pt idx="905">
                  <c:v>-0.22358600000000001</c:v>
                </c:pt>
                <c:pt idx="906">
                  <c:v>-0.22328000000000001</c:v>
                </c:pt>
                <c:pt idx="907">
                  <c:v>-0.22297500000000001</c:v>
                </c:pt>
                <c:pt idx="908">
                  <c:v>-0.22266900000000001</c:v>
                </c:pt>
                <c:pt idx="909">
                  <c:v>-0.22236400000000001</c:v>
                </c:pt>
                <c:pt idx="910">
                  <c:v>-0.22205900000000001</c:v>
                </c:pt>
                <c:pt idx="911">
                  <c:v>-0.22175300000000001</c:v>
                </c:pt>
                <c:pt idx="912">
                  <c:v>-0.22144800000000001</c:v>
                </c:pt>
                <c:pt idx="913">
                  <c:v>-0.22114200000000001</c:v>
                </c:pt>
                <c:pt idx="914">
                  <c:v>-0.22083700000000001</c:v>
                </c:pt>
                <c:pt idx="915">
                  <c:v>-0.22053200000000001</c:v>
                </c:pt>
                <c:pt idx="916">
                  <c:v>-0.22022600000000001</c:v>
                </c:pt>
                <c:pt idx="917">
                  <c:v>-0.21992100000000001</c:v>
                </c:pt>
                <c:pt idx="918">
                  <c:v>-0.219615</c:v>
                </c:pt>
                <c:pt idx="919">
                  <c:v>-0.21931</c:v>
                </c:pt>
                <c:pt idx="920">
                  <c:v>-0.21900500000000001</c:v>
                </c:pt>
                <c:pt idx="921">
                  <c:v>-0.218699</c:v>
                </c:pt>
                <c:pt idx="922">
                  <c:v>-0.218394</c:v>
                </c:pt>
                <c:pt idx="923">
                  <c:v>-0.218088</c:v>
                </c:pt>
                <c:pt idx="924">
                  <c:v>-0.217783</c:v>
                </c:pt>
                <c:pt idx="925">
                  <c:v>-0.217478</c:v>
                </c:pt>
                <c:pt idx="926">
                  <c:v>-0.217172</c:v>
                </c:pt>
                <c:pt idx="927">
                  <c:v>-0.216867</c:v>
                </c:pt>
                <c:pt idx="928">
                  <c:v>-0.216562</c:v>
                </c:pt>
                <c:pt idx="929">
                  <c:v>-0.216256</c:v>
                </c:pt>
                <c:pt idx="930">
                  <c:v>-0.215951</c:v>
                </c:pt>
                <c:pt idx="931">
                  <c:v>-0.215645</c:v>
                </c:pt>
                <c:pt idx="932">
                  <c:v>-0.21534</c:v>
                </c:pt>
                <c:pt idx="933">
                  <c:v>-0.215035</c:v>
                </c:pt>
                <c:pt idx="934">
                  <c:v>-0.214729</c:v>
                </c:pt>
                <c:pt idx="935">
                  <c:v>-0.214424</c:v>
                </c:pt>
                <c:pt idx="936">
                  <c:v>-0.214118</c:v>
                </c:pt>
                <c:pt idx="937">
                  <c:v>-0.213813</c:v>
                </c:pt>
                <c:pt idx="938">
                  <c:v>-0.213508</c:v>
                </c:pt>
                <c:pt idx="939">
                  <c:v>-0.213202</c:v>
                </c:pt>
                <c:pt idx="940">
                  <c:v>-0.212897</c:v>
                </c:pt>
                <c:pt idx="941">
                  <c:v>-0.212591</c:v>
                </c:pt>
                <c:pt idx="942">
                  <c:v>-0.212286</c:v>
                </c:pt>
                <c:pt idx="943">
                  <c:v>-0.211981</c:v>
                </c:pt>
                <c:pt idx="944">
                  <c:v>-0.211675</c:v>
                </c:pt>
                <c:pt idx="945">
                  <c:v>-0.21137</c:v>
                </c:pt>
                <c:pt idx="946">
                  <c:v>-0.211064</c:v>
                </c:pt>
                <c:pt idx="947">
                  <c:v>-0.210759</c:v>
                </c:pt>
                <c:pt idx="948">
                  <c:v>-0.210454</c:v>
                </c:pt>
                <c:pt idx="949">
                  <c:v>-0.210148</c:v>
                </c:pt>
                <c:pt idx="950">
                  <c:v>-0.209843</c:v>
                </c:pt>
                <c:pt idx="951">
                  <c:v>-0.209537</c:v>
                </c:pt>
                <c:pt idx="952">
                  <c:v>-0.209232</c:v>
                </c:pt>
                <c:pt idx="953">
                  <c:v>-0.208927</c:v>
                </c:pt>
                <c:pt idx="954">
                  <c:v>-0.208621</c:v>
                </c:pt>
                <c:pt idx="955">
                  <c:v>-0.208316</c:v>
                </c:pt>
                <c:pt idx="956">
                  <c:v>-0.20801</c:v>
                </c:pt>
                <c:pt idx="957">
                  <c:v>-0.207705</c:v>
                </c:pt>
                <c:pt idx="958">
                  <c:v>-0.2074</c:v>
                </c:pt>
                <c:pt idx="959">
                  <c:v>-0.207094</c:v>
                </c:pt>
                <c:pt idx="960">
                  <c:v>-0.206789</c:v>
                </c:pt>
                <c:pt idx="961">
                  <c:v>-0.206483</c:v>
                </c:pt>
                <c:pt idx="962">
                  <c:v>-0.206178</c:v>
                </c:pt>
                <c:pt idx="963">
                  <c:v>-0.205873</c:v>
                </c:pt>
                <c:pt idx="964">
                  <c:v>-0.205567</c:v>
                </c:pt>
                <c:pt idx="965">
                  <c:v>-0.205262</c:v>
                </c:pt>
                <c:pt idx="966">
                  <c:v>-0.204956</c:v>
                </c:pt>
                <c:pt idx="967">
                  <c:v>-0.204651</c:v>
                </c:pt>
                <c:pt idx="968">
                  <c:v>-0.204346</c:v>
                </c:pt>
                <c:pt idx="969">
                  <c:v>-0.20404</c:v>
                </c:pt>
                <c:pt idx="970">
                  <c:v>-0.203735</c:v>
                </c:pt>
                <c:pt idx="971">
                  <c:v>-0.203429</c:v>
                </c:pt>
                <c:pt idx="972">
                  <c:v>-0.203124</c:v>
                </c:pt>
                <c:pt idx="973">
                  <c:v>-0.202819</c:v>
                </c:pt>
                <c:pt idx="974">
                  <c:v>-0.202513</c:v>
                </c:pt>
                <c:pt idx="975">
                  <c:v>-0.202208</c:v>
                </c:pt>
                <c:pt idx="976">
                  <c:v>-0.201902</c:v>
                </c:pt>
                <c:pt idx="977">
                  <c:v>-0.201597</c:v>
                </c:pt>
                <c:pt idx="978">
                  <c:v>-0.201292</c:v>
                </c:pt>
                <c:pt idx="979">
                  <c:v>-0.200986</c:v>
                </c:pt>
                <c:pt idx="980">
                  <c:v>-0.200681</c:v>
                </c:pt>
                <c:pt idx="981">
                  <c:v>-0.200375</c:v>
                </c:pt>
                <c:pt idx="982">
                  <c:v>-0.20007</c:v>
                </c:pt>
                <c:pt idx="983">
                  <c:v>-0.199765</c:v>
                </c:pt>
                <c:pt idx="984">
                  <c:v>-0.199459</c:v>
                </c:pt>
                <c:pt idx="985">
                  <c:v>-0.199154</c:v>
                </c:pt>
                <c:pt idx="986">
                  <c:v>-0.198848</c:v>
                </c:pt>
                <c:pt idx="987">
                  <c:v>-0.198543</c:v>
                </c:pt>
                <c:pt idx="988">
                  <c:v>-0.198238</c:v>
                </c:pt>
                <c:pt idx="989">
                  <c:v>-0.197932</c:v>
                </c:pt>
                <c:pt idx="990">
                  <c:v>-0.197627</c:v>
                </c:pt>
                <c:pt idx="991">
                  <c:v>-0.197321</c:v>
                </c:pt>
                <c:pt idx="992">
                  <c:v>-0.197016</c:v>
                </c:pt>
                <c:pt idx="993">
                  <c:v>-0.196711</c:v>
                </c:pt>
                <c:pt idx="994">
                  <c:v>-0.196405</c:v>
                </c:pt>
                <c:pt idx="995">
                  <c:v>-0.1961</c:v>
                </c:pt>
                <c:pt idx="996">
                  <c:v>-0.195794</c:v>
                </c:pt>
                <c:pt idx="997">
                  <c:v>-0.195489</c:v>
                </c:pt>
                <c:pt idx="998">
                  <c:v>-0.195184</c:v>
                </c:pt>
                <c:pt idx="999">
                  <c:v>-0.194878</c:v>
                </c:pt>
                <c:pt idx="1000">
                  <c:v>-0.194573</c:v>
                </c:pt>
                <c:pt idx="1001">
                  <c:v>-0.194267</c:v>
                </c:pt>
                <c:pt idx="1002">
                  <c:v>-0.193962</c:v>
                </c:pt>
                <c:pt idx="1003">
                  <c:v>-0.193657</c:v>
                </c:pt>
                <c:pt idx="1004">
                  <c:v>-0.193351</c:v>
                </c:pt>
                <c:pt idx="1005">
                  <c:v>-0.193046</c:v>
                </c:pt>
                <c:pt idx="1006">
                  <c:v>-0.19273999999999999</c:v>
                </c:pt>
                <c:pt idx="1007">
                  <c:v>-0.19243499999999999</c:v>
                </c:pt>
                <c:pt idx="1008">
                  <c:v>-0.19213</c:v>
                </c:pt>
                <c:pt idx="1009">
                  <c:v>-0.19182399999999999</c:v>
                </c:pt>
                <c:pt idx="1010">
                  <c:v>-0.19151899999999999</c:v>
                </c:pt>
                <c:pt idx="1011">
                  <c:v>-0.191214</c:v>
                </c:pt>
                <c:pt idx="1012">
                  <c:v>-0.19090799999999999</c:v>
                </c:pt>
                <c:pt idx="1013">
                  <c:v>-0.19060299999999999</c:v>
                </c:pt>
                <c:pt idx="1014">
                  <c:v>-0.19029699999999999</c:v>
                </c:pt>
                <c:pt idx="1015">
                  <c:v>-0.18999199999999999</c:v>
                </c:pt>
                <c:pt idx="1016">
                  <c:v>-0.18968699999999999</c:v>
                </c:pt>
                <c:pt idx="1017">
                  <c:v>-0.18938099999999999</c:v>
                </c:pt>
                <c:pt idx="1018">
                  <c:v>-0.18907599999999999</c:v>
                </c:pt>
                <c:pt idx="1019">
                  <c:v>-0.18876999999999999</c:v>
                </c:pt>
                <c:pt idx="1020">
                  <c:v>-0.18846499999999999</c:v>
                </c:pt>
                <c:pt idx="1021">
                  <c:v>-0.18815999999999999</c:v>
                </c:pt>
                <c:pt idx="1022">
                  <c:v>-0.18785399999999999</c:v>
                </c:pt>
                <c:pt idx="1023">
                  <c:v>-0.18754899999999999</c:v>
                </c:pt>
                <c:pt idx="1024">
                  <c:v>-0.18724299999999999</c:v>
                </c:pt>
                <c:pt idx="1025">
                  <c:v>-0.18693799999999999</c:v>
                </c:pt>
                <c:pt idx="1026">
                  <c:v>-0.18663299999999999</c:v>
                </c:pt>
                <c:pt idx="1027">
                  <c:v>-0.18632699999999999</c:v>
                </c:pt>
                <c:pt idx="1028">
                  <c:v>-0.18602199999999999</c:v>
                </c:pt>
                <c:pt idx="1029">
                  <c:v>-0.18571599999999999</c:v>
                </c:pt>
                <c:pt idx="1030">
                  <c:v>-0.18541099999999999</c:v>
                </c:pt>
                <c:pt idx="1031">
                  <c:v>-0.18510599999999999</c:v>
                </c:pt>
                <c:pt idx="1032">
                  <c:v>-0.18479999999999999</c:v>
                </c:pt>
                <c:pt idx="1033">
                  <c:v>-0.18449499999999999</c:v>
                </c:pt>
                <c:pt idx="1034">
                  <c:v>-0.18418899999999999</c:v>
                </c:pt>
                <c:pt idx="1035">
                  <c:v>-0.18388399999999999</c:v>
                </c:pt>
                <c:pt idx="1036">
                  <c:v>-0.18357899999999999</c:v>
                </c:pt>
                <c:pt idx="1037">
                  <c:v>-0.18327299999999999</c:v>
                </c:pt>
                <c:pt idx="1038">
                  <c:v>-0.18296799999999999</c:v>
                </c:pt>
                <c:pt idx="1039">
                  <c:v>-0.18266199999999999</c:v>
                </c:pt>
                <c:pt idx="1040">
                  <c:v>-0.18235699999999999</c:v>
                </c:pt>
                <c:pt idx="1041">
                  <c:v>-0.18205199999999999</c:v>
                </c:pt>
                <c:pt idx="1042">
                  <c:v>-0.18174599999999999</c:v>
                </c:pt>
                <c:pt idx="1043">
                  <c:v>-0.18144099999999999</c:v>
                </c:pt>
                <c:pt idx="1044">
                  <c:v>-0.18113499999999999</c:v>
                </c:pt>
                <c:pt idx="1045">
                  <c:v>-0.18082999999999999</c:v>
                </c:pt>
                <c:pt idx="1046">
                  <c:v>-0.18052499999999999</c:v>
                </c:pt>
                <c:pt idx="1047">
                  <c:v>-0.18021899999999999</c:v>
                </c:pt>
                <c:pt idx="1048">
                  <c:v>-0.17991399999999999</c:v>
                </c:pt>
                <c:pt idx="1049">
                  <c:v>-0.17960799999999999</c:v>
                </c:pt>
                <c:pt idx="1050">
                  <c:v>-0.17930299999999999</c:v>
                </c:pt>
                <c:pt idx="1051">
                  <c:v>-0.17899799999999999</c:v>
                </c:pt>
                <c:pt idx="1052">
                  <c:v>-0.17869199999999999</c:v>
                </c:pt>
                <c:pt idx="1053">
                  <c:v>-0.17838699999999999</c:v>
                </c:pt>
                <c:pt idx="1054">
                  <c:v>-0.17808099999999999</c:v>
                </c:pt>
                <c:pt idx="1055">
                  <c:v>-0.17777599999999999</c:v>
                </c:pt>
                <c:pt idx="1056">
                  <c:v>-0.17747099999999999</c:v>
                </c:pt>
                <c:pt idx="1057">
                  <c:v>-0.17716499999999999</c:v>
                </c:pt>
                <c:pt idx="1058">
                  <c:v>-0.17685999999999999</c:v>
                </c:pt>
                <c:pt idx="1059">
                  <c:v>-0.17655399999999999</c:v>
                </c:pt>
                <c:pt idx="1060">
                  <c:v>-0.17624899999999999</c:v>
                </c:pt>
                <c:pt idx="1061">
                  <c:v>-0.17594399999999999</c:v>
                </c:pt>
                <c:pt idx="1062">
                  <c:v>-0.17563799999999999</c:v>
                </c:pt>
                <c:pt idx="1063">
                  <c:v>-0.17533299999999999</c:v>
                </c:pt>
                <c:pt idx="1064">
                  <c:v>-0.17502699999999999</c:v>
                </c:pt>
                <c:pt idx="1065">
                  <c:v>-0.17472199999999999</c:v>
                </c:pt>
                <c:pt idx="1066">
                  <c:v>-0.17441699999999999</c:v>
                </c:pt>
                <c:pt idx="1067">
                  <c:v>-0.17411099999999999</c:v>
                </c:pt>
                <c:pt idx="1068">
                  <c:v>-0.17380599999999999</c:v>
                </c:pt>
                <c:pt idx="1069">
                  <c:v>-0.17349999999999999</c:v>
                </c:pt>
                <c:pt idx="1070">
                  <c:v>-0.17319499999999999</c:v>
                </c:pt>
                <c:pt idx="1071">
                  <c:v>-0.17288999999999999</c:v>
                </c:pt>
                <c:pt idx="1072">
                  <c:v>-0.17258399999999999</c:v>
                </c:pt>
                <c:pt idx="1073">
                  <c:v>-0.17227899999999999</c:v>
                </c:pt>
                <c:pt idx="1074">
                  <c:v>-0.17197299999999999</c:v>
                </c:pt>
                <c:pt idx="1075">
                  <c:v>-0.17166799999999999</c:v>
                </c:pt>
                <c:pt idx="1076">
                  <c:v>-0.17136299999999999</c:v>
                </c:pt>
                <c:pt idx="1077">
                  <c:v>-0.17105699999999999</c:v>
                </c:pt>
                <c:pt idx="1078">
                  <c:v>-0.17075199999999999</c:v>
                </c:pt>
                <c:pt idx="1079">
                  <c:v>-0.17044599999999999</c:v>
                </c:pt>
                <c:pt idx="1080">
                  <c:v>-0.17014099999999999</c:v>
                </c:pt>
                <c:pt idx="1081">
                  <c:v>-0.16983599999999999</c:v>
                </c:pt>
                <c:pt idx="1082">
                  <c:v>-0.16952999999999999</c:v>
                </c:pt>
                <c:pt idx="1083">
                  <c:v>-0.16922499999999999</c:v>
                </c:pt>
                <c:pt idx="1084">
                  <c:v>-0.16891900000000001</c:v>
                </c:pt>
                <c:pt idx="1085">
                  <c:v>-0.16861400000000001</c:v>
                </c:pt>
                <c:pt idx="1086">
                  <c:v>-0.16830899999999999</c:v>
                </c:pt>
                <c:pt idx="1087">
                  <c:v>-0.16800300000000001</c:v>
                </c:pt>
                <c:pt idx="1088">
                  <c:v>-0.16769800000000001</c:v>
                </c:pt>
                <c:pt idx="1089">
                  <c:v>-0.16739200000000001</c:v>
                </c:pt>
                <c:pt idx="1090">
                  <c:v>-0.16708700000000001</c:v>
                </c:pt>
                <c:pt idx="1091">
                  <c:v>-0.16678200000000001</c:v>
                </c:pt>
                <c:pt idx="1092">
                  <c:v>-0.16647600000000001</c:v>
                </c:pt>
                <c:pt idx="1093">
                  <c:v>-0.16617100000000001</c:v>
                </c:pt>
                <c:pt idx="1094">
                  <c:v>-0.16586600000000001</c:v>
                </c:pt>
                <c:pt idx="1095">
                  <c:v>-0.16556000000000001</c:v>
                </c:pt>
                <c:pt idx="1096">
                  <c:v>-0.16525500000000001</c:v>
                </c:pt>
                <c:pt idx="1097">
                  <c:v>-0.16494900000000001</c:v>
                </c:pt>
                <c:pt idx="1098">
                  <c:v>-0.16464400000000001</c:v>
                </c:pt>
                <c:pt idx="1099">
                  <c:v>-0.16433900000000001</c:v>
                </c:pt>
                <c:pt idx="1100">
                  <c:v>-0.16403300000000001</c:v>
                </c:pt>
                <c:pt idx="1101">
                  <c:v>-0.16372800000000001</c:v>
                </c:pt>
                <c:pt idx="1102">
                  <c:v>-0.16342200000000001</c:v>
                </c:pt>
                <c:pt idx="1103">
                  <c:v>-0.16311700000000001</c:v>
                </c:pt>
                <c:pt idx="1104">
                  <c:v>-0.16281200000000001</c:v>
                </c:pt>
                <c:pt idx="1105">
                  <c:v>-0.16250600000000001</c:v>
                </c:pt>
                <c:pt idx="1106">
                  <c:v>-0.16220100000000001</c:v>
                </c:pt>
                <c:pt idx="1107">
                  <c:v>-0.16189500000000001</c:v>
                </c:pt>
                <c:pt idx="1108">
                  <c:v>-0.16159000000000001</c:v>
                </c:pt>
                <c:pt idx="1109">
                  <c:v>-0.16128500000000001</c:v>
                </c:pt>
                <c:pt idx="1110">
                  <c:v>-0.16097900000000001</c:v>
                </c:pt>
                <c:pt idx="1111">
                  <c:v>-0.16067400000000001</c:v>
                </c:pt>
                <c:pt idx="1112">
                  <c:v>-0.16036800000000001</c:v>
                </c:pt>
                <c:pt idx="1113">
                  <c:v>-0.16006300000000001</c:v>
                </c:pt>
                <c:pt idx="1114">
                  <c:v>-0.15975800000000001</c:v>
                </c:pt>
                <c:pt idx="1115">
                  <c:v>-0.15945200000000001</c:v>
                </c:pt>
                <c:pt idx="1116">
                  <c:v>-0.15914700000000001</c:v>
                </c:pt>
                <c:pt idx="1117">
                  <c:v>-0.15884100000000001</c:v>
                </c:pt>
                <c:pt idx="1118">
                  <c:v>-0.15853600000000001</c:v>
                </c:pt>
                <c:pt idx="1119">
                  <c:v>-0.15823100000000001</c:v>
                </c:pt>
                <c:pt idx="1120">
                  <c:v>-0.15792500000000001</c:v>
                </c:pt>
                <c:pt idx="1121">
                  <c:v>-0.15762000000000001</c:v>
                </c:pt>
                <c:pt idx="1122">
                  <c:v>-0.15731400000000001</c:v>
                </c:pt>
                <c:pt idx="1123">
                  <c:v>-0.15700900000000001</c:v>
                </c:pt>
                <c:pt idx="1124">
                  <c:v>-0.15670400000000001</c:v>
                </c:pt>
                <c:pt idx="1125">
                  <c:v>-0.15639800000000001</c:v>
                </c:pt>
                <c:pt idx="1126">
                  <c:v>-0.15609300000000001</c:v>
                </c:pt>
                <c:pt idx="1127">
                  <c:v>-0.15578700000000001</c:v>
                </c:pt>
                <c:pt idx="1128">
                  <c:v>-0.15548200000000001</c:v>
                </c:pt>
                <c:pt idx="1129">
                  <c:v>-0.15517700000000001</c:v>
                </c:pt>
                <c:pt idx="1130">
                  <c:v>-0.15487100000000001</c:v>
                </c:pt>
                <c:pt idx="1131">
                  <c:v>-0.15456600000000001</c:v>
                </c:pt>
                <c:pt idx="1132">
                  <c:v>-0.15426000000000001</c:v>
                </c:pt>
                <c:pt idx="1133">
                  <c:v>-0.15395500000000001</c:v>
                </c:pt>
                <c:pt idx="1134">
                  <c:v>-0.15365000000000001</c:v>
                </c:pt>
                <c:pt idx="1135">
                  <c:v>-0.15334400000000001</c:v>
                </c:pt>
                <c:pt idx="1136">
                  <c:v>-0.15303900000000001</c:v>
                </c:pt>
                <c:pt idx="1137">
                  <c:v>-0.15273300000000001</c:v>
                </c:pt>
                <c:pt idx="1138">
                  <c:v>-0.15242800000000001</c:v>
                </c:pt>
                <c:pt idx="1139">
                  <c:v>-0.15212300000000001</c:v>
                </c:pt>
                <c:pt idx="1140">
                  <c:v>-0.15181700000000001</c:v>
                </c:pt>
                <c:pt idx="1141">
                  <c:v>-0.15151200000000001</c:v>
                </c:pt>
                <c:pt idx="1142">
                  <c:v>-0.15120600000000001</c:v>
                </c:pt>
                <c:pt idx="1143">
                  <c:v>-0.15090100000000001</c:v>
                </c:pt>
                <c:pt idx="1144">
                  <c:v>-0.15059600000000001</c:v>
                </c:pt>
                <c:pt idx="1145">
                  <c:v>-0.15029000000000001</c:v>
                </c:pt>
                <c:pt idx="1146">
                  <c:v>-0.14998500000000001</c:v>
                </c:pt>
                <c:pt idx="1147">
                  <c:v>-0.14967900000000001</c:v>
                </c:pt>
                <c:pt idx="1148">
                  <c:v>-0.14937400000000001</c:v>
                </c:pt>
                <c:pt idx="1149">
                  <c:v>-0.14906900000000001</c:v>
                </c:pt>
                <c:pt idx="1150">
                  <c:v>-0.14876300000000001</c:v>
                </c:pt>
                <c:pt idx="1151">
                  <c:v>-0.14845800000000001</c:v>
                </c:pt>
                <c:pt idx="1152">
                  <c:v>-0.14815200000000001</c:v>
                </c:pt>
                <c:pt idx="1153">
                  <c:v>-0.14784700000000001</c:v>
                </c:pt>
                <c:pt idx="1154">
                  <c:v>-0.14754200000000001</c:v>
                </c:pt>
                <c:pt idx="1155">
                  <c:v>-0.14723600000000001</c:v>
                </c:pt>
                <c:pt idx="1156">
                  <c:v>-0.14693100000000001</c:v>
                </c:pt>
                <c:pt idx="1157">
                  <c:v>-0.14662500000000001</c:v>
                </c:pt>
                <c:pt idx="1158">
                  <c:v>-0.14632000000000001</c:v>
                </c:pt>
                <c:pt idx="1159">
                  <c:v>-0.14601500000000001</c:v>
                </c:pt>
                <c:pt idx="1160">
                  <c:v>-0.14570900000000001</c:v>
                </c:pt>
                <c:pt idx="1161">
                  <c:v>-0.14540400000000001</c:v>
                </c:pt>
                <c:pt idx="1162">
                  <c:v>-0.145098</c:v>
                </c:pt>
                <c:pt idx="1163">
                  <c:v>-0.14479300000000001</c:v>
                </c:pt>
                <c:pt idx="1164">
                  <c:v>-0.14448800000000001</c:v>
                </c:pt>
                <c:pt idx="1165">
                  <c:v>-0.144182</c:v>
                </c:pt>
                <c:pt idx="1166">
                  <c:v>-0.143877</c:v>
                </c:pt>
                <c:pt idx="1167">
                  <c:v>-0.143571</c:v>
                </c:pt>
                <c:pt idx="1168">
                  <c:v>-0.143266</c:v>
                </c:pt>
                <c:pt idx="1169">
                  <c:v>-0.142961</c:v>
                </c:pt>
                <c:pt idx="1170">
                  <c:v>-0.142655</c:v>
                </c:pt>
                <c:pt idx="1171">
                  <c:v>-0.14235</c:v>
                </c:pt>
                <c:pt idx="1172">
                  <c:v>-0.142044</c:v>
                </c:pt>
                <c:pt idx="1173">
                  <c:v>-0.141739</c:v>
                </c:pt>
                <c:pt idx="1174">
                  <c:v>-0.141434</c:v>
                </c:pt>
                <c:pt idx="1175">
                  <c:v>-0.141128</c:v>
                </c:pt>
                <c:pt idx="1176">
                  <c:v>-0.140823</c:v>
                </c:pt>
                <c:pt idx="1177">
                  <c:v>-0.140518</c:v>
                </c:pt>
                <c:pt idx="1178">
                  <c:v>-0.140212</c:v>
                </c:pt>
                <c:pt idx="1179">
                  <c:v>-0.139907</c:v>
                </c:pt>
                <c:pt idx="1180">
                  <c:v>-0.139601</c:v>
                </c:pt>
                <c:pt idx="1181">
                  <c:v>-0.139296</c:v>
                </c:pt>
                <c:pt idx="1182">
                  <c:v>-0.138991</c:v>
                </c:pt>
                <c:pt idx="1183">
                  <c:v>-0.138685</c:v>
                </c:pt>
                <c:pt idx="1184">
                  <c:v>-0.13838</c:v>
                </c:pt>
                <c:pt idx="1185">
                  <c:v>-0.138074</c:v>
                </c:pt>
                <c:pt idx="1186">
                  <c:v>-0.137769</c:v>
                </c:pt>
                <c:pt idx="1187">
                  <c:v>-0.137464</c:v>
                </c:pt>
                <c:pt idx="1188">
                  <c:v>-0.137158</c:v>
                </c:pt>
                <c:pt idx="1189">
                  <c:v>-0.136853</c:v>
                </c:pt>
                <c:pt idx="1190">
                  <c:v>-0.136547</c:v>
                </c:pt>
                <c:pt idx="1191">
                  <c:v>-0.136242</c:v>
                </c:pt>
                <c:pt idx="1192">
                  <c:v>-0.135937</c:v>
                </c:pt>
                <c:pt idx="1193">
                  <c:v>-0.135631</c:v>
                </c:pt>
                <c:pt idx="1194">
                  <c:v>-0.135326</c:v>
                </c:pt>
                <c:pt idx="1195">
                  <c:v>-0.13502</c:v>
                </c:pt>
                <c:pt idx="1196">
                  <c:v>-0.134715</c:v>
                </c:pt>
                <c:pt idx="1197">
                  <c:v>-0.13441</c:v>
                </c:pt>
                <c:pt idx="1198">
                  <c:v>-0.134104</c:v>
                </c:pt>
                <c:pt idx="1199">
                  <c:v>-0.133799</c:v>
                </c:pt>
                <c:pt idx="1200">
                  <c:v>-0.133493</c:v>
                </c:pt>
                <c:pt idx="1201">
                  <c:v>-0.133188</c:v>
                </c:pt>
                <c:pt idx="1202">
                  <c:v>-0.132883</c:v>
                </c:pt>
                <c:pt idx="1203">
                  <c:v>-0.132577</c:v>
                </c:pt>
                <c:pt idx="1204">
                  <c:v>-0.132272</c:v>
                </c:pt>
                <c:pt idx="1205">
                  <c:v>-0.131966</c:v>
                </c:pt>
                <c:pt idx="1206">
                  <c:v>-0.131661</c:v>
                </c:pt>
                <c:pt idx="1207">
                  <c:v>-0.131356</c:v>
                </c:pt>
                <c:pt idx="1208">
                  <c:v>-0.13105</c:v>
                </c:pt>
                <c:pt idx="1209">
                  <c:v>-0.130745</c:v>
                </c:pt>
                <c:pt idx="1210">
                  <c:v>-0.130439</c:v>
                </c:pt>
                <c:pt idx="1211">
                  <c:v>-0.130134</c:v>
                </c:pt>
                <c:pt idx="1212">
                  <c:v>-0.129829</c:v>
                </c:pt>
                <c:pt idx="1213">
                  <c:v>-0.129523</c:v>
                </c:pt>
                <c:pt idx="1214">
                  <c:v>-0.129218</c:v>
                </c:pt>
                <c:pt idx="1215">
                  <c:v>-0.128912</c:v>
                </c:pt>
                <c:pt idx="1216">
                  <c:v>-0.128607</c:v>
                </c:pt>
                <c:pt idx="1217">
                  <c:v>-0.128302</c:v>
                </c:pt>
                <c:pt idx="1218">
                  <c:v>-0.127996</c:v>
                </c:pt>
                <c:pt idx="1219">
                  <c:v>-0.127691</c:v>
                </c:pt>
                <c:pt idx="1220">
                  <c:v>-0.127385</c:v>
                </c:pt>
                <c:pt idx="1221">
                  <c:v>-0.12708</c:v>
                </c:pt>
                <c:pt idx="1222">
                  <c:v>-0.126775</c:v>
                </c:pt>
                <c:pt idx="1223">
                  <c:v>-0.126469</c:v>
                </c:pt>
                <c:pt idx="1224">
                  <c:v>-0.126164</c:v>
                </c:pt>
                <c:pt idx="1225">
                  <c:v>-0.125858</c:v>
                </c:pt>
                <c:pt idx="1226">
                  <c:v>-0.125553</c:v>
                </c:pt>
                <c:pt idx="1227">
                  <c:v>-0.125248</c:v>
                </c:pt>
                <c:pt idx="1228">
                  <c:v>-0.124942</c:v>
                </c:pt>
                <c:pt idx="1229">
                  <c:v>-0.124637</c:v>
                </c:pt>
                <c:pt idx="1230">
                  <c:v>-0.124331</c:v>
                </c:pt>
                <c:pt idx="1231">
                  <c:v>-0.124026</c:v>
                </c:pt>
                <c:pt idx="1232">
                  <c:v>-0.123721</c:v>
                </c:pt>
                <c:pt idx="1233">
                  <c:v>-0.123415</c:v>
                </c:pt>
                <c:pt idx="1234">
                  <c:v>-0.12311</c:v>
                </c:pt>
                <c:pt idx="1235">
                  <c:v>-0.122804</c:v>
                </c:pt>
                <c:pt idx="1236">
                  <c:v>-0.122499</c:v>
                </c:pt>
                <c:pt idx="1237">
                  <c:v>-0.122194</c:v>
                </c:pt>
                <c:pt idx="1238">
                  <c:v>-0.121888</c:v>
                </c:pt>
                <c:pt idx="1239">
                  <c:v>-0.121583</c:v>
                </c:pt>
                <c:pt idx="1240">
                  <c:v>-0.121277</c:v>
                </c:pt>
                <c:pt idx="1241">
                  <c:v>-0.120972</c:v>
                </c:pt>
                <c:pt idx="1242">
                  <c:v>-0.120667</c:v>
                </c:pt>
                <c:pt idx="1243">
                  <c:v>-0.120361</c:v>
                </c:pt>
                <c:pt idx="1244">
                  <c:v>-0.120056</c:v>
                </c:pt>
                <c:pt idx="1245">
                  <c:v>-0.11975</c:v>
                </c:pt>
                <c:pt idx="1246">
                  <c:v>-0.119445</c:v>
                </c:pt>
                <c:pt idx="1247">
                  <c:v>-0.11914</c:v>
                </c:pt>
                <c:pt idx="1248">
                  <c:v>-0.118834</c:v>
                </c:pt>
                <c:pt idx="1249">
                  <c:v>-0.118529</c:v>
                </c:pt>
                <c:pt idx="1250">
                  <c:v>-0.11822299999999999</c:v>
                </c:pt>
                <c:pt idx="1251">
                  <c:v>-0.117918</c:v>
                </c:pt>
                <c:pt idx="1252">
                  <c:v>-0.117613</c:v>
                </c:pt>
                <c:pt idx="1253">
                  <c:v>-0.11730699999999999</c:v>
                </c:pt>
                <c:pt idx="1254">
                  <c:v>-0.11700199999999999</c:v>
                </c:pt>
                <c:pt idx="1255">
                  <c:v>-0.11669599999999999</c:v>
                </c:pt>
                <c:pt idx="1256">
                  <c:v>-0.11639099999999999</c:v>
                </c:pt>
                <c:pt idx="1257">
                  <c:v>-0.11608599999999999</c:v>
                </c:pt>
                <c:pt idx="1258">
                  <c:v>-0.11577999999999999</c:v>
                </c:pt>
                <c:pt idx="1259">
                  <c:v>-0.11547499999999999</c:v>
                </c:pt>
                <c:pt idx="1260">
                  <c:v>-0.11516999999999999</c:v>
                </c:pt>
                <c:pt idx="1261">
                  <c:v>-0.11486399999999999</c:v>
                </c:pt>
                <c:pt idx="1262">
                  <c:v>-0.11455899999999999</c:v>
                </c:pt>
                <c:pt idx="1263">
                  <c:v>-0.11425299999999999</c:v>
                </c:pt>
                <c:pt idx="1264">
                  <c:v>-0.11394799999999999</c:v>
                </c:pt>
                <c:pt idx="1265">
                  <c:v>-0.11364299999999999</c:v>
                </c:pt>
                <c:pt idx="1266">
                  <c:v>-0.11333699999999999</c:v>
                </c:pt>
                <c:pt idx="1267">
                  <c:v>-0.11303199999999999</c:v>
                </c:pt>
                <c:pt idx="1268">
                  <c:v>-0.11272600000000001</c:v>
                </c:pt>
                <c:pt idx="1269">
                  <c:v>-0.11242099999999999</c:v>
                </c:pt>
                <c:pt idx="1270">
                  <c:v>-0.11211599999999999</c:v>
                </c:pt>
                <c:pt idx="1271">
                  <c:v>-0.11181000000000001</c:v>
                </c:pt>
                <c:pt idx="1272">
                  <c:v>-0.11150500000000001</c:v>
                </c:pt>
                <c:pt idx="1273">
                  <c:v>-0.11119900000000001</c:v>
                </c:pt>
                <c:pt idx="1274">
                  <c:v>-0.11089400000000001</c:v>
                </c:pt>
                <c:pt idx="1275">
                  <c:v>-0.11058900000000001</c:v>
                </c:pt>
                <c:pt idx="1276">
                  <c:v>-0.11028300000000001</c:v>
                </c:pt>
                <c:pt idx="1277">
                  <c:v>-0.10997800000000001</c:v>
                </c:pt>
                <c:pt idx="1278">
                  <c:v>-0.10967200000000001</c:v>
                </c:pt>
                <c:pt idx="1279">
                  <c:v>-0.10936700000000001</c:v>
                </c:pt>
                <c:pt idx="1280">
                  <c:v>-0.10906200000000001</c:v>
                </c:pt>
                <c:pt idx="1281">
                  <c:v>-0.10875600000000001</c:v>
                </c:pt>
                <c:pt idx="1282">
                  <c:v>-0.10845100000000001</c:v>
                </c:pt>
                <c:pt idx="1283">
                  <c:v>-0.10814500000000001</c:v>
                </c:pt>
                <c:pt idx="1284">
                  <c:v>-0.10784000000000001</c:v>
                </c:pt>
                <c:pt idx="1285">
                  <c:v>-0.10753500000000001</c:v>
                </c:pt>
                <c:pt idx="1286">
                  <c:v>-0.107229</c:v>
                </c:pt>
                <c:pt idx="1287">
                  <c:v>-0.10692400000000001</c:v>
                </c:pt>
                <c:pt idx="1288">
                  <c:v>-0.106618</c:v>
                </c:pt>
                <c:pt idx="1289">
                  <c:v>-0.106313</c:v>
                </c:pt>
                <c:pt idx="1290">
                  <c:v>-0.10600800000000001</c:v>
                </c:pt>
                <c:pt idx="1291">
                  <c:v>-0.105702</c:v>
                </c:pt>
                <c:pt idx="1292">
                  <c:v>-0.105397</c:v>
                </c:pt>
                <c:pt idx="1293">
                  <c:v>-0.105091</c:v>
                </c:pt>
                <c:pt idx="1294">
                  <c:v>-0.104786</c:v>
                </c:pt>
                <c:pt idx="1295">
                  <c:v>-0.104481</c:v>
                </c:pt>
                <c:pt idx="1296">
                  <c:v>-0.104175</c:v>
                </c:pt>
                <c:pt idx="1297">
                  <c:v>-0.10387</c:v>
                </c:pt>
                <c:pt idx="1298">
                  <c:v>-0.103564</c:v>
                </c:pt>
                <c:pt idx="1299">
                  <c:v>-0.103259</c:v>
                </c:pt>
                <c:pt idx="1300">
                  <c:v>-0.102954</c:v>
                </c:pt>
                <c:pt idx="1301">
                  <c:v>-0.102648</c:v>
                </c:pt>
                <c:pt idx="1302">
                  <c:v>-0.102343</c:v>
                </c:pt>
                <c:pt idx="1303">
                  <c:v>-0.102037</c:v>
                </c:pt>
                <c:pt idx="1304">
                  <c:v>-0.101732</c:v>
                </c:pt>
                <c:pt idx="1305">
                  <c:v>-0.101427</c:v>
                </c:pt>
                <c:pt idx="1306">
                  <c:v>-0.101121</c:v>
                </c:pt>
                <c:pt idx="1307">
                  <c:v>-0.100816</c:v>
                </c:pt>
                <c:pt idx="1308">
                  <c:v>-0.10051</c:v>
                </c:pt>
                <c:pt idx="1309">
                  <c:v>-0.100205</c:v>
                </c:pt>
                <c:pt idx="1310">
                  <c:v>-9.9899600000000005E-2</c:v>
                </c:pt>
                <c:pt idx="1311">
                  <c:v>-9.9594199999999994E-2</c:v>
                </c:pt>
                <c:pt idx="1312">
                  <c:v>-9.9288799999999997E-2</c:v>
                </c:pt>
                <c:pt idx="1313">
                  <c:v>-9.8983399999999999E-2</c:v>
                </c:pt>
                <c:pt idx="1314">
                  <c:v>-9.8678000000000002E-2</c:v>
                </c:pt>
                <c:pt idx="1315">
                  <c:v>-9.8372600000000004E-2</c:v>
                </c:pt>
                <c:pt idx="1316">
                  <c:v>-9.8067199999999993E-2</c:v>
                </c:pt>
                <c:pt idx="1317">
                  <c:v>-9.7761799999999996E-2</c:v>
                </c:pt>
                <c:pt idx="1318">
                  <c:v>-9.7456399999999999E-2</c:v>
                </c:pt>
                <c:pt idx="1319">
                  <c:v>-9.7151000000000001E-2</c:v>
                </c:pt>
                <c:pt idx="1320">
                  <c:v>-9.6845600000000004E-2</c:v>
                </c:pt>
                <c:pt idx="1321">
                  <c:v>-9.6540200000000007E-2</c:v>
                </c:pt>
                <c:pt idx="1322">
                  <c:v>-9.6234799999999995E-2</c:v>
                </c:pt>
                <c:pt idx="1323">
                  <c:v>-9.5929399999999998E-2</c:v>
                </c:pt>
                <c:pt idx="1324">
                  <c:v>-9.5624100000000004E-2</c:v>
                </c:pt>
                <c:pt idx="1325">
                  <c:v>-9.5318700000000006E-2</c:v>
                </c:pt>
                <c:pt idx="1326">
                  <c:v>-9.5013299999999995E-2</c:v>
                </c:pt>
                <c:pt idx="1327">
                  <c:v>-9.4707899999999998E-2</c:v>
                </c:pt>
                <c:pt idx="1328">
                  <c:v>-9.44025E-2</c:v>
                </c:pt>
                <c:pt idx="1329">
                  <c:v>-9.4097100000000003E-2</c:v>
                </c:pt>
                <c:pt idx="1330">
                  <c:v>-9.3791700000000006E-2</c:v>
                </c:pt>
                <c:pt idx="1331">
                  <c:v>-9.3486299999999994E-2</c:v>
                </c:pt>
                <c:pt idx="1332">
                  <c:v>-9.3180899999999997E-2</c:v>
                </c:pt>
                <c:pt idx="1333">
                  <c:v>-9.28755E-2</c:v>
                </c:pt>
                <c:pt idx="1334">
                  <c:v>-9.2570100000000002E-2</c:v>
                </c:pt>
                <c:pt idx="1335">
                  <c:v>-9.2264700000000005E-2</c:v>
                </c:pt>
                <c:pt idx="1336">
                  <c:v>-9.1959299999999994E-2</c:v>
                </c:pt>
                <c:pt idx="1337">
                  <c:v>-9.1653899999999996E-2</c:v>
                </c:pt>
                <c:pt idx="1338">
                  <c:v>-9.1348499999999999E-2</c:v>
                </c:pt>
                <c:pt idx="1339">
                  <c:v>-9.1043100000000002E-2</c:v>
                </c:pt>
                <c:pt idx="1340">
                  <c:v>-9.0737700000000004E-2</c:v>
                </c:pt>
                <c:pt idx="1341">
                  <c:v>-9.0432299999999993E-2</c:v>
                </c:pt>
                <c:pt idx="1342">
                  <c:v>-9.0126899999999996E-2</c:v>
                </c:pt>
                <c:pt idx="1343">
                  <c:v>-8.9821499999999999E-2</c:v>
                </c:pt>
                <c:pt idx="1344">
                  <c:v>-8.9516100000000001E-2</c:v>
                </c:pt>
                <c:pt idx="1345">
                  <c:v>-8.9210700000000004E-2</c:v>
                </c:pt>
                <c:pt idx="1346">
                  <c:v>-8.8905300000000007E-2</c:v>
                </c:pt>
                <c:pt idx="1347">
                  <c:v>-8.8599899999999995E-2</c:v>
                </c:pt>
                <c:pt idx="1348">
                  <c:v>-8.8294499999999998E-2</c:v>
                </c:pt>
                <c:pt idx="1349">
                  <c:v>-8.7989100000000001E-2</c:v>
                </c:pt>
                <c:pt idx="1350">
                  <c:v>-8.7683700000000003E-2</c:v>
                </c:pt>
                <c:pt idx="1351">
                  <c:v>-8.7378300000000006E-2</c:v>
                </c:pt>
                <c:pt idx="1352">
                  <c:v>-8.7072899999999995E-2</c:v>
                </c:pt>
                <c:pt idx="1353">
                  <c:v>-8.6767499999999997E-2</c:v>
                </c:pt>
                <c:pt idx="1354">
                  <c:v>-8.64621E-2</c:v>
                </c:pt>
                <c:pt idx="1355">
                  <c:v>-8.6156700000000003E-2</c:v>
                </c:pt>
                <c:pt idx="1356">
                  <c:v>-8.5851300000000005E-2</c:v>
                </c:pt>
                <c:pt idx="1357">
                  <c:v>-8.5545899999999994E-2</c:v>
                </c:pt>
                <c:pt idx="1358">
                  <c:v>-8.5240499999999997E-2</c:v>
                </c:pt>
                <c:pt idx="1359">
                  <c:v>-8.4935099999999999E-2</c:v>
                </c:pt>
                <c:pt idx="1360">
                  <c:v>-8.4629700000000002E-2</c:v>
                </c:pt>
                <c:pt idx="1361">
                  <c:v>-8.4324300000000005E-2</c:v>
                </c:pt>
                <c:pt idx="1362">
                  <c:v>-8.4018899999999994E-2</c:v>
                </c:pt>
                <c:pt idx="1363">
                  <c:v>-8.3713499999999996E-2</c:v>
                </c:pt>
                <c:pt idx="1364">
                  <c:v>-8.3408099999999999E-2</c:v>
                </c:pt>
                <c:pt idx="1365">
                  <c:v>-8.3102700000000002E-2</c:v>
                </c:pt>
                <c:pt idx="1366">
                  <c:v>-8.2797399999999993E-2</c:v>
                </c:pt>
                <c:pt idx="1367">
                  <c:v>-8.2491999999999996E-2</c:v>
                </c:pt>
                <c:pt idx="1368">
                  <c:v>-8.2186599999999999E-2</c:v>
                </c:pt>
                <c:pt idx="1369">
                  <c:v>-8.1881200000000001E-2</c:v>
                </c:pt>
                <c:pt idx="1370">
                  <c:v>-8.1575800000000004E-2</c:v>
                </c:pt>
                <c:pt idx="1371">
                  <c:v>-8.1270400000000007E-2</c:v>
                </c:pt>
                <c:pt idx="1372">
                  <c:v>-8.0964999999999995E-2</c:v>
                </c:pt>
                <c:pt idx="1373">
                  <c:v>-8.0659599999999998E-2</c:v>
                </c:pt>
                <c:pt idx="1374">
                  <c:v>-8.0354200000000001E-2</c:v>
                </c:pt>
                <c:pt idx="1375">
                  <c:v>-8.0048800000000003E-2</c:v>
                </c:pt>
                <c:pt idx="1376">
                  <c:v>-7.9743400000000006E-2</c:v>
                </c:pt>
                <c:pt idx="1377">
                  <c:v>-7.9437999999999995E-2</c:v>
                </c:pt>
                <c:pt idx="1378">
                  <c:v>-7.9132599999999997E-2</c:v>
                </c:pt>
                <c:pt idx="1379">
                  <c:v>-7.88272E-2</c:v>
                </c:pt>
                <c:pt idx="1380">
                  <c:v>-7.8521800000000003E-2</c:v>
                </c:pt>
                <c:pt idx="1381">
                  <c:v>-7.8216400000000005E-2</c:v>
                </c:pt>
                <c:pt idx="1382">
                  <c:v>-7.7910999999999994E-2</c:v>
                </c:pt>
                <c:pt idx="1383">
                  <c:v>-7.7605599999999997E-2</c:v>
                </c:pt>
                <c:pt idx="1384">
                  <c:v>-7.7300199999999999E-2</c:v>
                </c:pt>
                <c:pt idx="1385">
                  <c:v>-7.6994800000000002E-2</c:v>
                </c:pt>
                <c:pt idx="1386">
                  <c:v>-7.6689400000000005E-2</c:v>
                </c:pt>
                <c:pt idx="1387">
                  <c:v>-7.6383999999999994E-2</c:v>
                </c:pt>
                <c:pt idx="1388">
                  <c:v>-7.6078599999999996E-2</c:v>
                </c:pt>
                <c:pt idx="1389">
                  <c:v>-7.5773199999999999E-2</c:v>
                </c:pt>
                <c:pt idx="1390">
                  <c:v>-7.5467800000000002E-2</c:v>
                </c:pt>
                <c:pt idx="1391">
                  <c:v>-7.5162400000000004E-2</c:v>
                </c:pt>
                <c:pt idx="1392">
                  <c:v>-7.4857000000000007E-2</c:v>
                </c:pt>
                <c:pt idx="1393">
                  <c:v>-7.4551599999999996E-2</c:v>
                </c:pt>
                <c:pt idx="1394">
                  <c:v>-7.4246199999999998E-2</c:v>
                </c:pt>
                <c:pt idx="1395">
                  <c:v>-7.3940800000000001E-2</c:v>
                </c:pt>
                <c:pt idx="1396">
                  <c:v>-7.3635400000000004E-2</c:v>
                </c:pt>
                <c:pt idx="1397">
                  <c:v>-7.3330000000000006E-2</c:v>
                </c:pt>
                <c:pt idx="1398">
                  <c:v>-7.3024599999999995E-2</c:v>
                </c:pt>
                <c:pt idx="1399">
                  <c:v>-7.2719199999999998E-2</c:v>
                </c:pt>
                <c:pt idx="1400">
                  <c:v>-7.24138E-2</c:v>
                </c:pt>
                <c:pt idx="1401">
                  <c:v>-7.2108400000000003E-2</c:v>
                </c:pt>
                <c:pt idx="1402">
                  <c:v>-7.1803000000000006E-2</c:v>
                </c:pt>
                <c:pt idx="1403">
                  <c:v>-7.1497599999999994E-2</c:v>
                </c:pt>
                <c:pt idx="1404">
                  <c:v>-7.1192199999999997E-2</c:v>
                </c:pt>
                <c:pt idx="1405">
                  <c:v>-7.08868E-2</c:v>
                </c:pt>
                <c:pt idx="1406">
                  <c:v>-7.0581400000000002E-2</c:v>
                </c:pt>
                <c:pt idx="1407">
                  <c:v>-7.0276000000000005E-2</c:v>
                </c:pt>
                <c:pt idx="1408">
                  <c:v>-6.9970699999999997E-2</c:v>
                </c:pt>
                <c:pt idx="1409">
                  <c:v>-6.9665299999999999E-2</c:v>
                </c:pt>
                <c:pt idx="1410">
                  <c:v>-6.9359900000000002E-2</c:v>
                </c:pt>
                <c:pt idx="1411">
                  <c:v>-6.9054500000000005E-2</c:v>
                </c:pt>
                <c:pt idx="1412">
                  <c:v>-6.8749099999999994E-2</c:v>
                </c:pt>
                <c:pt idx="1413">
                  <c:v>-6.8443699999999996E-2</c:v>
                </c:pt>
                <c:pt idx="1414">
                  <c:v>-6.8138299999999999E-2</c:v>
                </c:pt>
                <c:pt idx="1415">
                  <c:v>-6.7832900000000002E-2</c:v>
                </c:pt>
                <c:pt idx="1416">
                  <c:v>-6.7527500000000004E-2</c:v>
                </c:pt>
                <c:pt idx="1417">
                  <c:v>-6.7222100000000007E-2</c:v>
                </c:pt>
                <c:pt idx="1418">
                  <c:v>-6.6916699999999996E-2</c:v>
                </c:pt>
                <c:pt idx="1419">
                  <c:v>-6.6611299999999998E-2</c:v>
                </c:pt>
                <c:pt idx="1420">
                  <c:v>-6.6305900000000001E-2</c:v>
                </c:pt>
                <c:pt idx="1421">
                  <c:v>-6.6000500000000004E-2</c:v>
                </c:pt>
                <c:pt idx="1422">
                  <c:v>-6.5695100000000006E-2</c:v>
                </c:pt>
                <c:pt idx="1423">
                  <c:v>-6.5389699999999995E-2</c:v>
                </c:pt>
                <c:pt idx="1424">
                  <c:v>-6.5084299999999998E-2</c:v>
                </c:pt>
                <c:pt idx="1425">
                  <c:v>-6.47789E-2</c:v>
                </c:pt>
                <c:pt idx="1426">
                  <c:v>-6.4473500000000003E-2</c:v>
                </c:pt>
                <c:pt idx="1427">
                  <c:v>-6.4168100000000006E-2</c:v>
                </c:pt>
                <c:pt idx="1428">
                  <c:v>-6.3862699999999994E-2</c:v>
                </c:pt>
                <c:pt idx="1429">
                  <c:v>-6.3557299999999997E-2</c:v>
                </c:pt>
                <c:pt idx="1430">
                  <c:v>-6.32519E-2</c:v>
                </c:pt>
                <c:pt idx="1431">
                  <c:v>-6.2946500000000002E-2</c:v>
                </c:pt>
                <c:pt idx="1432">
                  <c:v>-6.2641100000000005E-2</c:v>
                </c:pt>
                <c:pt idx="1433">
                  <c:v>-6.2335700000000001E-2</c:v>
                </c:pt>
                <c:pt idx="1434">
                  <c:v>-6.2030299999999997E-2</c:v>
                </c:pt>
                <c:pt idx="1435">
                  <c:v>-6.1724899999999999E-2</c:v>
                </c:pt>
                <c:pt idx="1436">
                  <c:v>-6.1419500000000002E-2</c:v>
                </c:pt>
                <c:pt idx="1437">
                  <c:v>-6.1114099999999998E-2</c:v>
                </c:pt>
                <c:pt idx="1438">
                  <c:v>-6.08087E-2</c:v>
                </c:pt>
                <c:pt idx="1439">
                  <c:v>-6.0503300000000003E-2</c:v>
                </c:pt>
                <c:pt idx="1440">
                  <c:v>-6.0197899999999999E-2</c:v>
                </c:pt>
                <c:pt idx="1441">
                  <c:v>-5.9892500000000001E-2</c:v>
                </c:pt>
                <c:pt idx="1442">
                  <c:v>-5.9587099999999997E-2</c:v>
                </c:pt>
                <c:pt idx="1443">
                  <c:v>-5.92817E-2</c:v>
                </c:pt>
                <c:pt idx="1444">
                  <c:v>-5.8976300000000002E-2</c:v>
                </c:pt>
                <c:pt idx="1445">
                  <c:v>-5.8670899999999998E-2</c:v>
                </c:pt>
                <c:pt idx="1446">
                  <c:v>-5.8365500000000001E-2</c:v>
                </c:pt>
                <c:pt idx="1447">
                  <c:v>-5.8060100000000003E-2</c:v>
                </c:pt>
                <c:pt idx="1448">
                  <c:v>-5.7754699999999999E-2</c:v>
                </c:pt>
                <c:pt idx="1449">
                  <c:v>-5.7449300000000002E-2</c:v>
                </c:pt>
                <c:pt idx="1450">
                  <c:v>-5.7144E-2</c:v>
                </c:pt>
                <c:pt idx="1451">
                  <c:v>-5.6838600000000003E-2</c:v>
                </c:pt>
                <c:pt idx="1452">
                  <c:v>-5.6533199999999999E-2</c:v>
                </c:pt>
                <c:pt idx="1453">
                  <c:v>-5.6227800000000001E-2</c:v>
                </c:pt>
                <c:pt idx="1454">
                  <c:v>-5.5922399999999997E-2</c:v>
                </c:pt>
                <c:pt idx="1455">
                  <c:v>-5.5617E-2</c:v>
                </c:pt>
                <c:pt idx="1456">
                  <c:v>-5.5311600000000002E-2</c:v>
                </c:pt>
                <c:pt idx="1457">
                  <c:v>-5.5006199999999998E-2</c:v>
                </c:pt>
                <c:pt idx="1458">
                  <c:v>-5.4700800000000001E-2</c:v>
                </c:pt>
                <c:pt idx="1459">
                  <c:v>-5.4395399999999997E-2</c:v>
                </c:pt>
                <c:pt idx="1460">
                  <c:v>-5.4089999999999999E-2</c:v>
                </c:pt>
                <c:pt idx="1461">
                  <c:v>-5.3784600000000002E-2</c:v>
                </c:pt>
                <c:pt idx="1462">
                  <c:v>-5.3479199999999998E-2</c:v>
                </c:pt>
                <c:pt idx="1463">
                  <c:v>-5.31738E-2</c:v>
                </c:pt>
                <c:pt idx="1464">
                  <c:v>-5.2868400000000003E-2</c:v>
                </c:pt>
                <c:pt idx="1465">
                  <c:v>-5.2562999999999999E-2</c:v>
                </c:pt>
                <c:pt idx="1466">
                  <c:v>-5.2257600000000001E-2</c:v>
                </c:pt>
                <c:pt idx="1467">
                  <c:v>-5.1952199999999997E-2</c:v>
                </c:pt>
                <c:pt idx="1468">
                  <c:v>-5.16468E-2</c:v>
                </c:pt>
                <c:pt idx="1469">
                  <c:v>-5.1341400000000002E-2</c:v>
                </c:pt>
                <c:pt idx="1470">
                  <c:v>-5.1035999999999998E-2</c:v>
                </c:pt>
                <c:pt idx="1471">
                  <c:v>-5.0730600000000001E-2</c:v>
                </c:pt>
                <c:pt idx="1472">
                  <c:v>-5.0425200000000003E-2</c:v>
                </c:pt>
                <c:pt idx="1473">
                  <c:v>-5.0119799999999999E-2</c:v>
                </c:pt>
                <c:pt idx="1474">
                  <c:v>-4.9814400000000002E-2</c:v>
                </c:pt>
                <c:pt idx="1475">
                  <c:v>-4.9508999999999997E-2</c:v>
                </c:pt>
                <c:pt idx="1476">
                  <c:v>-4.92036E-2</c:v>
                </c:pt>
                <c:pt idx="1477">
                  <c:v>-4.8898200000000003E-2</c:v>
                </c:pt>
                <c:pt idx="1478">
                  <c:v>-4.8592799999999998E-2</c:v>
                </c:pt>
                <c:pt idx="1479">
                  <c:v>-4.8287400000000001E-2</c:v>
                </c:pt>
                <c:pt idx="1480">
                  <c:v>-4.7981999999999997E-2</c:v>
                </c:pt>
                <c:pt idx="1481">
                  <c:v>-4.76766E-2</c:v>
                </c:pt>
                <c:pt idx="1482">
                  <c:v>-4.7371200000000002E-2</c:v>
                </c:pt>
                <c:pt idx="1483">
                  <c:v>-4.7065799999999998E-2</c:v>
                </c:pt>
                <c:pt idx="1484">
                  <c:v>-4.6760400000000001E-2</c:v>
                </c:pt>
                <c:pt idx="1485">
                  <c:v>-4.6455000000000003E-2</c:v>
                </c:pt>
                <c:pt idx="1486">
                  <c:v>-4.6149599999999999E-2</c:v>
                </c:pt>
                <c:pt idx="1487">
                  <c:v>-4.5844200000000002E-2</c:v>
                </c:pt>
                <c:pt idx="1488">
                  <c:v>-4.5538799999999997E-2</c:v>
                </c:pt>
                <c:pt idx="1489">
                  <c:v>-4.52334E-2</c:v>
                </c:pt>
                <c:pt idx="1490">
                  <c:v>-4.4928000000000003E-2</c:v>
                </c:pt>
                <c:pt idx="1491">
                  <c:v>-4.4622599999999998E-2</c:v>
                </c:pt>
                <c:pt idx="1492">
                  <c:v>-4.4317299999999997E-2</c:v>
                </c:pt>
                <c:pt idx="1493">
                  <c:v>-4.40119E-2</c:v>
                </c:pt>
                <c:pt idx="1494">
                  <c:v>-4.3706500000000002E-2</c:v>
                </c:pt>
                <c:pt idx="1495">
                  <c:v>-4.3401099999999998E-2</c:v>
                </c:pt>
                <c:pt idx="1496">
                  <c:v>-4.3095700000000001E-2</c:v>
                </c:pt>
                <c:pt idx="1497">
                  <c:v>-4.2790300000000003E-2</c:v>
                </c:pt>
                <c:pt idx="1498">
                  <c:v>-4.2484899999999999E-2</c:v>
                </c:pt>
                <c:pt idx="1499">
                  <c:v>-4.2179500000000002E-2</c:v>
                </c:pt>
                <c:pt idx="1500">
                  <c:v>-4.1874099999999997E-2</c:v>
                </c:pt>
                <c:pt idx="1501">
                  <c:v>-4.15687E-2</c:v>
                </c:pt>
                <c:pt idx="1502">
                  <c:v>-4.1263300000000003E-2</c:v>
                </c:pt>
                <c:pt idx="1503">
                  <c:v>-4.0957899999999998E-2</c:v>
                </c:pt>
                <c:pt idx="1504">
                  <c:v>-4.0652500000000001E-2</c:v>
                </c:pt>
                <c:pt idx="1505">
                  <c:v>-4.0347099999999997E-2</c:v>
                </c:pt>
                <c:pt idx="1506">
                  <c:v>-4.00417E-2</c:v>
                </c:pt>
                <c:pt idx="1507">
                  <c:v>-3.9736300000000002E-2</c:v>
                </c:pt>
                <c:pt idx="1508">
                  <c:v>-3.9430899999999998E-2</c:v>
                </c:pt>
                <c:pt idx="1509">
                  <c:v>-3.9125500000000001E-2</c:v>
                </c:pt>
                <c:pt idx="1510">
                  <c:v>-3.8820100000000003E-2</c:v>
                </c:pt>
                <c:pt idx="1511">
                  <c:v>-3.8514699999999999E-2</c:v>
                </c:pt>
                <c:pt idx="1512">
                  <c:v>-3.8209300000000002E-2</c:v>
                </c:pt>
                <c:pt idx="1513">
                  <c:v>-3.7903899999999997E-2</c:v>
                </c:pt>
                <c:pt idx="1514">
                  <c:v>-3.75985E-2</c:v>
                </c:pt>
                <c:pt idx="1515">
                  <c:v>-3.7293100000000003E-2</c:v>
                </c:pt>
                <c:pt idx="1516">
                  <c:v>-3.6987699999999998E-2</c:v>
                </c:pt>
                <c:pt idx="1517">
                  <c:v>-3.6682300000000001E-2</c:v>
                </c:pt>
                <c:pt idx="1518">
                  <c:v>-3.6376899999999997E-2</c:v>
                </c:pt>
                <c:pt idx="1519">
                  <c:v>-3.6071499999999999E-2</c:v>
                </c:pt>
                <c:pt idx="1520">
                  <c:v>-3.5766100000000002E-2</c:v>
                </c:pt>
                <c:pt idx="1521">
                  <c:v>-3.5460699999999998E-2</c:v>
                </c:pt>
                <c:pt idx="1522">
                  <c:v>-3.51553E-2</c:v>
                </c:pt>
                <c:pt idx="1523">
                  <c:v>-3.4849900000000003E-2</c:v>
                </c:pt>
                <c:pt idx="1524">
                  <c:v>-3.4544499999999999E-2</c:v>
                </c:pt>
                <c:pt idx="1525">
                  <c:v>-3.4239100000000001E-2</c:v>
                </c:pt>
                <c:pt idx="1526">
                  <c:v>-3.3933699999999997E-2</c:v>
                </c:pt>
                <c:pt idx="1527">
                  <c:v>-3.36283E-2</c:v>
                </c:pt>
                <c:pt idx="1528">
                  <c:v>-3.3322900000000003E-2</c:v>
                </c:pt>
                <c:pt idx="1529">
                  <c:v>-3.3017499999999998E-2</c:v>
                </c:pt>
                <c:pt idx="1530">
                  <c:v>-3.2712100000000001E-2</c:v>
                </c:pt>
                <c:pt idx="1531">
                  <c:v>-3.2406699999999997E-2</c:v>
                </c:pt>
                <c:pt idx="1532">
                  <c:v>-3.2101299999999999E-2</c:v>
                </c:pt>
                <c:pt idx="1533">
                  <c:v>-3.1795900000000002E-2</c:v>
                </c:pt>
                <c:pt idx="1534">
                  <c:v>-3.1490600000000001E-2</c:v>
                </c:pt>
                <c:pt idx="1535">
                  <c:v>-3.11852E-2</c:v>
                </c:pt>
                <c:pt idx="1536">
                  <c:v>-3.0879799999999999E-2</c:v>
                </c:pt>
                <c:pt idx="1537">
                  <c:v>-3.0574400000000002E-2</c:v>
                </c:pt>
                <c:pt idx="1538">
                  <c:v>-3.0269000000000001E-2</c:v>
                </c:pt>
                <c:pt idx="1539">
                  <c:v>-2.99636E-2</c:v>
                </c:pt>
                <c:pt idx="1540">
                  <c:v>-2.9658199999999999E-2</c:v>
                </c:pt>
                <c:pt idx="1541">
                  <c:v>-2.9352799999999998E-2</c:v>
                </c:pt>
                <c:pt idx="1542">
                  <c:v>-2.9047400000000001E-2</c:v>
                </c:pt>
                <c:pt idx="1543">
                  <c:v>-2.8742E-2</c:v>
                </c:pt>
                <c:pt idx="1544">
                  <c:v>-2.8436599999999999E-2</c:v>
                </c:pt>
                <c:pt idx="1545">
                  <c:v>-2.8131199999999999E-2</c:v>
                </c:pt>
                <c:pt idx="1546">
                  <c:v>-2.7825800000000001E-2</c:v>
                </c:pt>
                <c:pt idx="1547">
                  <c:v>-2.75204E-2</c:v>
                </c:pt>
                <c:pt idx="1548">
                  <c:v>-2.7215E-2</c:v>
                </c:pt>
                <c:pt idx="1549">
                  <c:v>-2.6909599999999999E-2</c:v>
                </c:pt>
                <c:pt idx="1550">
                  <c:v>-2.6604200000000001E-2</c:v>
                </c:pt>
                <c:pt idx="1551">
                  <c:v>-2.6298800000000001E-2</c:v>
                </c:pt>
                <c:pt idx="1552">
                  <c:v>-2.59934E-2</c:v>
                </c:pt>
                <c:pt idx="1553">
                  <c:v>-2.5687999999999999E-2</c:v>
                </c:pt>
                <c:pt idx="1554">
                  <c:v>-2.5382600000000002E-2</c:v>
                </c:pt>
                <c:pt idx="1555">
                  <c:v>-2.5077200000000001E-2</c:v>
                </c:pt>
                <c:pt idx="1556">
                  <c:v>-2.47718E-2</c:v>
                </c:pt>
                <c:pt idx="1557">
                  <c:v>-2.4466399999999999E-2</c:v>
                </c:pt>
                <c:pt idx="1558">
                  <c:v>-2.4160999999999998E-2</c:v>
                </c:pt>
                <c:pt idx="1559">
                  <c:v>-2.3855600000000001E-2</c:v>
                </c:pt>
                <c:pt idx="1560">
                  <c:v>-2.35502E-2</c:v>
                </c:pt>
                <c:pt idx="1561">
                  <c:v>-2.3244799999999999E-2</c:v>
                </c:pt>
                <c:pt idx="1562">
                  <c:v>-2.2939399999999999E-2</c:v>
                </c:pt>
                <c:pt idx="1563">
                  <c:v>-2.2634000000000001E-2</c:v>
                </c:pt>
                <c:pt idx="1564">
                  <c:v>-2.2328600000000001E-2</c:v>
                </c:pt>
                <c:pt idx="1565">
                  <c:v>-2.20232E-2</c:v>
                </c:pt>
                <c:pt idx="1566">
                  <c:v>-2.1717799999999999E-2</c:v>
                </c:pt>
                <c:pt idx="1567">
                  <c:v>-2.1412400000000002E-2</c:v>
                </c:pt>
                <c:pt idx="1568">
                  <c:v>-2.1107000000000001E-2</c:v>
                </c:pt>
                <c:pt idx="1569">
                  <c:v>-2.08016E-2</c:v>
                </c:pt>
                <c:pt idx="1570">
                  <c:v>-2.0496199999999999E-2</c:v>
                </c:pt>
                <c:pt idx="1571">
                  <c:v>-2.0190799999999998E-2</c:v>
                </c:pt>
                <c:pt idx="1572">
                  <c:v>-1.9885400000000001E-2</c:v>
                </c:pt>
                <c:pt idx="1573">
                  <c:v>-1.958E-2</c:v>
                </c:pt>
                <c:pt idx="1574">
                  <c:v>-1.9274599999999999E-2</c:v>
                </c:pt>
                <c:pt idx="1575">
                  <c:v>-1.8969199999999999E-2</c:v>
                </c:pt>
                <c:pt idx="1576">
                  <c:v>-1.8663900000000001E-2</c:v>
                </c:pt>
                <c:pt idx="1577">
                  <c:v>-1.83585E-2</c:v>
                </c:pt>
                <c:pt idx="1578">
                  <c:v>-1.8053099999999999E-2</c:v>
                </c:pt>
                <c:pt idx="1579">
                  <c:v>-1.7747700000000002E-2</c:v>
                </c:pt>
                <c:pt idx="1580">
                  <c:v>-1.7442300000000001E-2</c:v>
                </c:pt>
                <c:pt idx="1581">
                  <c:v>-1.71369E-2</c:v>
                </c:pt>
                <c:pt idx="1582">
                  <c:v>-1.6831499999999999E-2</c:v>
                </c:pt>
                <c:pt idx="1583">
                  <c:v>-1.6526099999999998E-2</c:v>
                </c:pt>
                <c:pt idx="1584">
                  <c:v>-1.6220700000000001E-2</c:v>
                </c:pt>
                <c:pt idx="1585">
                  <c:v>-1.59153E-2</c:v>
                </c:pt>
                <c:pt idx="1586">
                  <c:v>-1.5609899999999999E-2</c:v>
                </c:pt>
                <c:pt idx="1587">
                  <c:v>-1.53045E-2</c:v>
                </c:pt>
                <c:pt idx="1588">
                  <c:v>-1.49991E-2</c:v>
                </c:pt>
                <c:pt idx="1589">
                  <c:v>-1.4693700000000001E-2</c:v>
                </c:pt>
                <c:pt idx="1590">
                  <c:v>-1.43883E-2</c:v>
                </c:pt>
                <c:pt idx="1591">
                  <c:v>-1.4082900000000001E-2</c:v>
                </c:pt>
                <c:pt idx="1592">
                  <c:v>-1.37775E-2</c:v>
                </c:pt>
                <c:pt idx="1593">
                  <c:v>-1.3472100000000001E-2</c:v>
                </c:pt>
                <c:pt idx="1594">
                  <c:v>-1.31667E-2</c:v>
                </c:pt>
                <c:pt idx="1595">
                  <c:v>-1.2861300000000001E-2</c:v>
                </c:pt>
                <c:pt idx="1596">
                  <c:v>-1.25559E-2</c:v>
                </c:pt>
                <c:pt idx="1597">
                  <c:v>-1.2250499999999999E-2</c:v>
                </c:pt>
                <c:pt idx="1598">
                  <c:v>-1.19451E-2</c:v>
                </c:pt>
                <c:pt idx="1599">
                  <c:v>-1.1639699999999999E-2</c:v>
                </c:pt>
                <c:pt idx="1600">
                  <c:v>-1.13343E-2</c:v>
                </c:pt>
                <c:pt idx="1601">
                  <c:v>-1.1028899999999999E-2</c:v>
                </c:pt>
                <c:pt idx="1602">
                  <c:v>-1.07235E-2</c:v>
                </c:pt>
                <c:pt idx="1603">
                  <c:v>-1.04181E-2</c:v>
                </c:pt>
                <c:pt idx="1604">
                  <c:v>-1.0112700000000001E-2</c:v>
                </c:pt>
                <c:pt idx="1605">
                  <c:v>-9.8073199999999996E-3</c:v>
                </c:pt>
                <c:pt idx="1606">
                  <c:v>-9.5019200000000005E-3</c:v>
                </c:pt>
                <c:pt idx="1607">
                  <c:v>-9.1965299999999996E-3</c:v>
                </c:pt>
                <c:pt idx="1608">
                  <c:v>-8.8911300000000006E-3</c:v>
                </c:pt>
                <c:pt idx="1609">
                  <c:v>-8.5857299999999998E-3</c:v>
                </c:pt>
                <c:pt idx="1610">
                  <c:v>-8.2803300000000007E-3</c:v>
                </c:pt>
                <c:pt idx="1611">
                  <c:v>-7.9749299999999999E-3</c:v>
                </c:pt>
                <c:pt idx="1612">
                  <c:v>-7.6695399999999999E-3</c:v>
                </c:pt>
                <c:pt idx="1613">
                  <c:v>-7.3641399999999999E-3</c:v>
                </c:pt>
                <c:pt idx="1614">
                  <c:v>-7.05874E-3</c:v>
                </c:pt>
                <c:pt idx="1615">
                  <c:v>-6.75334E-3</c:v>
                </c:pt>
                <c:pt idx="1616">
                  <c:v>-6.44795E-3</c:v>
                </c:pt>
                <c:pt idx="1617">
                  <c:v>-6.1425500000000001E-3</c:v>
                </c:pt>
                <c:pt idx="1618">
                  <c:v>-5.8371500000000002E-3</c:v>
                </c:pt>
                <c:pt idx="1619">
                  <c:v>-5.5317500000000002E-3</c:v>
                </c:pt>
                <c:pt idx="1620">
                  <c:v>-5.2263600000000002E-3</c:v>
                </c:pt>
                <c:pt idx="1621">
                  <c:v>-4.9209600000000003E-3</c:v>
                </c:pt>
                <c:pt idx="1622">
                  <c:v>-4.6155600000000003E-3</c:v>
                </c:pt>
                <c:pt idx="1623">
                  <c:v>-4.3101600000000004E-3</c:v>
                </c:pt>
                <c:pt idx="1624">
                  <c:v>-4.0047700000000004E-3</c:v>
                </c:pt>
                <c:pt idx="1625">
                  <c:v>-3.69937E-3</c:v>
                </c:pt>
                <c:pt idx="1626">
                  <c:v>-3.3939700000000001E-3</c:v>
                </c:pt>
                <c:pt idx="1627">
                  <c:v>-3.0885700000000001E-3</c:v>
                </c:pt>
                <c:pt idx="1628">
                  <c:v>-2.7831800000000001E-3</c:v>
                </c:pt>
                <c:pt idx="1629">
                  <c:v>-2.4777800000000002E-3</c:v>
                </c:pt>
                <c:pt idx="1630">
                  <c:v>-2.1723799999999998E-3</c:v>
                </c:pt>
                <c:pt idx="1631">
                  <c:v>-1.8669800000000001E-3</c:v>
                </c:pt>
                <c:pt idx="1632">
                  <c:v>-1.5615799999999999E-3</c:v>
                </c:pt>
                <c:pt idx="1633">
                  <c:v>-1.2561899999999999E-3</c:v>
                </c:pt>
                <c:pt idx="1634">
                  <c:v>-9.5078899999999995E-4</c:v>
                </c:pt>
                <c:pt idx="1635">
                  <c:v>-6.4539199999999995E-4</c:v>
                </c:pt>
                <c:pt idx="1636">
                  <c:v>-3.3999399999999998E-4</c:v>
                </c:pt>
                <c:pt idx="1637" formatCode="0.00E+00">
                  <c:v>-3.45965E-5</c:v>
                </c:pt>
                <c:pt idx="1638">
                  <c:v>2.7080099999999998E-4</c:v>
                </c:pt>
                <c:pt idx="1639">
                  <c:v>5.76199E-4</c:v>
                </c:pt>
                <c:pt idx="1640">
                  <c:v>8.8159600000000001E-4</c:v>
                </c:pt>
                <c:pt idx="1641">
                  <c:v>1.18699E-3</c:v>
                </c:pt>
                <c:pt idx="1642">
                  <c:v>1.4923899999999999E-3</c:v>
                </c:pt>
                <c:pt idx="1643">
                  <c:v>1.7977900000000001E-3</c:v>
                </c:pt>
                <c:pt idx="1644">
                  <c:v>2.10319E-3</c:v>
                </c:pt>
                <c:pt idx="1645">
                  <c:v>2.40858E-3</c:v>
                </c:pt>
                <c:pt idx="1646">
                  <c:v>2.71398E-3</c:v>
                </c:pt>
                <c:pt idx="1647">
                  <c:v>3.0193799999999999E-3</c:v>
                </c:pt>
                <c:pt idx="1648">
                  <c:v>3.3247799999999998E-3</c:v>
                </c:pt>
                <c:pt idx="1649">
                  <c:v>3.6301699999999998E-3</c:v>
                </c:pt>
                <c:pt idx="1650">
                  <c:v>3.9355700000000002E-3</c:v>
                </c:pt>
                <c:pt idx="1651">
                  <c:v>4.2409700000000002E-3</c:v>
                </c:pt>
                <c:pt idx="1652">
                  <c:v>4.5463700000000001E-3</c:v>
                </c:pt>
                <c:pt idx="1653">
                  <c:v>4.85177E-3</c:v>
                </c:pt>
                <c:pt idx="1654">
                  <c:v>5.15716E-3</c:v>
                </c:pt>
                <c:pt idx="1655">
                  <c:v>5.46256E-3</c:v>
                </c:pt>
                <c:pt idx="1656">
                  <c:v>5.7679599999999999E-3</c:v>
                </c:pt>
                <c:pt idx="1657">
                  <c:v>6.0733599999999999E-3</c:v>
                </c:pt>
                <c:pt idx="1658">
                  <c:v>6.3787499999999999E-3</c:v>
                </c:pt>
                <c:pt idx="1659">
                  <c:v>6.6841499999999998E-3</c:v>
                </c:pt>
                <c:pt idx="1660">
                  <c:v>6.9895499999999998E-3</c:v>
                </c:pt>
                <c:pt idx="1661">
                  <c:v>7.2949499999999997E-3</c:v>
                </c:pt>
                <c:pt idx="1662">
                  <c:v>7.6003399999999997E-3</c:v>
                </c:pt>
                <c:pt idx="1663">
                  <c:v>7.9057399999999996E-3</c:v>
                </c:pt>
                <c:pt idx="1664">
                  <c:v>8.2111400000000005E-3</c:v>
                </c:pt>
                <c:pt idx="1665">
                  <c:v>8.5165399999999995E-3</c:v>
                </c:pt>
                <c:pt idx="1666">
                  <c:v>8.8219300000000004E-3</c:v>
                </c:pt>
                <c:pt idx="1667">
                  <c:v>9.1273299999999995E-3</c:v>
                </c:pt>
                <c:pt idx="1668">
                  <c:v>9.4327300000000003E-3</c:v>
                </c:pt>
                <c:pt idx="1669">
                  <c:v>9.7381299999999994E-3</c:v>
                </c:pt>
                <c:pt idx="1670">
                  <c:v>1.00435E-2</c:v>
                </c:pt>
                <c:pt idx="1671">
                  <c:v>1.0348899999999999E-2</c:v>
                </c:pt>
                <c:pt idx="1672">
                  <c:v>1.06543E-2</c:v>
                </c:pt>
                <c:pt idx="1673">
                  <c:v>1.0959699999999999E-2</c:v>
                </c:pt>
                <c:pt idx="1674">
                  <c:v>1.12651E-2</c:v>
                </c:pt>
                <c:pt idx="1675">
                  <c:v>1.1570499999999999E-2</c:v>
                </c:pt>
                <c:pt idx="1676">
                  <c:v>1.18759E-2</c:v>
                </c:pt>
                <c:pt idx="1677">
                  <c:v>1.2181300000000001E-2</c:v>
                </c:pt>
                <c:pt idx="1678">
                  <c:v>1.24867E-2</c:v>
                </c:pt>
                <c:pt idx="1679">
                  <c:v>1.2792100000000001E-2</c:v>
                </c:pt>
                <c:pt idx="1680">
                  <c:v>1.30975E-2</c:v>
                </c:pt>
                <c:pt idx="1681">
                  <c:v>1.3402900000000001E-2</c:v>
                </c:pt>
                <c:pt idx="1682">
                  <c:v>1.37083E-2</c:v>
                </c:pt>
                <c:pt idx="1683">
                  <c:v>1.40137E-2</c:v>
                </c:pt>
                <c:pt idx="1684">
                  <c:v>1.43191E-2</c:v>
                </c:pt>
                <c:pt idx="1685">
                  <c:v>1.46245E-2</c:v>
                </c:pt>
                <c:pt idx="1686">
                  <c:v>1.4929899999999999E-2</c:v>
                </c:pt>
                <c:pt idx="1687">
                  <c:v>1.52353E-2</c:v>
                </c:pt>
                <c:pt idx="1688">
                  <c:v>1.5540699999999999E-2</c:v>
                </c:pt>
                <c:pt idx="1689">
                  <c:v>1.5846099999999998E-2</c:v>
                </c:pt>
                <c:pt idx="1690">
                  <c:v>1.6151499999999999E-2</c:v>
                </c:pt>
                <c:pt idx="1691">
                  <c:v>1.64569E-2</c:v>
                </c:pt>
                <c:pt idx="1692">
                  <c:v>1.6762300000000001E-2</c:v>
                </c:pt>
                <c:pt idx="1693">
                  <c:v>1.7067700000000002E-2</c:v>
                </c:pt>
                <c:pt idx="1694">
                  <c:v>1.7373099999999999E-2</c:v>
                </c:pt>
                <c:pt idx="1695">
                  <c:v>1.76785E-2</c:v>
                </c:pt>
                <c:pt idx="1696">
                  <c:v>1.7983900000000001E-2</c:v>
                </c:pt>
                <c:pt idx="1697">
                  <c:v>1.8289300000000001E-2</c:v>
                </c:pt>
                <c:pt idx="1698">
                  <c:v>1.8594699999999999E-2</c:v>
                </c:pt>
                <c:pt idx="1699">
                  <c:v>1.89001E-2</c:v>
                </c:pt>
                <c:pt idx="1700">
                  <c:v>1.92055E-2</c:v>
                </c:pt>
                <c:pt idx="1701">
                  <c:v>1.9510900000000001E-2</c:v>
                </c:pt>
                <c:pt idx="1702">
                  <c:v>1.9816199999999999E-2</c:v>
                </c:pt>
                <c:pt idx="1703">
                  <c:v>2.01216E-2</c:v>
                </c:pt>
                <c:pt idx="1704">
                  <c:v>2.0427000000000001E-2</c:v>
                </c:pt>
                <c:pt idx="1705">
                  <c:v>2.0732400000000002E-2</c:v>
                </c:pt>
                <c:pt idx="1706">
                  <c:v>2.1037799999999999E-2</c:v>
                </c:pt>
                <c:pt idx="1707">
                  <c:v>2.13432E-2</c:v>
                </c:pt>
                <c:pt idx="1708">
                  <c:v>2.16486E-2</c:v>
                </c:pt>
                <c:pt idx="1709">
                  <c:v>2.1954000000000001E-2</c:v>
                </c:pt>
                <c:pt idx="1710">
                  <c:v>2.2259399999999999E-2</c:v>
                </c:pt>
                <c:pt idx="1711">
                  <c:v>2.2564799999999999E-2</c:v>
                </c:pt>
                <c:pt idx="1712">
                  <c:v>2.28702E-2</c:v>
                </c:pt>
                <c:pt idx="1713">
                  <c:v>2.3175600000000001E-2</c:v>
                </c:pt>
                <c:pt idx="1714">
                  <c:v>2.3480999999999998E-2</c:v>
                </c:pt>
                <c:pt idx="1715">
                  <c:v>2.3786399999999999E-2</c:v>
                </c:pt>
                <c:pt idx="1716">
                  <c:v>2.40918E-2</c:v>
                </c:pt>
                <c:pt idx="1717">
                  <c:v>2.4397200000000001E-2</c:v>
                </c:pt>
                <c:pt idx="1718">
                  <c:v>2.4702600000000002E-2</c:v>
                </c:pt>
                <c:pt idx="1719">
                  <c:v>2.5007999999999999E-2</c:v>
                </c:pt>
                <c:pt idx="1720">
                  <c:v>2.53134E-2</c:v>
                </c:pt>
                <c:pt idx="1721">
                  <c:v>2.5618800000000001E-2</c:v>
                </c:pt>
                <c:pt idx="1722">
                  <c:v>2.5924200000000001E-2</c:v>
                </c:pt>
                <c:pt idx="1723">
                  <c:v>2.6229599999999999E-2</c:v>
                </c:pt>
                <c:pt idx="1724">
                  <c:v>2.6535E-2</c:v>
                </c:pt>
                <c:pt idx="1725">
                  <c:v>2.68404E-2</c:v>
                </c:pt>
                <c:pt idx="1726">
                  <c:v>2.7145800000000001E-2</c:v>
                </c:pt>
                <c:pt idx="1727">
                  <c:v>2.7451199999999999E-2</c:v>
                </c:pt>
                <c:pt idx="1728">
                  <c:v>2.7756599999999999E-2</c:v>
                </c:pt>
                <c:pt idx="1729">
                  <c:v>2.8062E-2</c:v>
                </c:pt>
                <c:pt idx="1730">
                  <c:v>2.8367400000000001E-2</c:v>
                </c:pt>
                <c:pt idx="1731">
                  <c:v>2.8672799999999998E-2</c:v>
                </c:pt>
                <c:pt idx="1732">
                  <c:v>2.8978199999999999E-2</c:v>
                </c:pt>
                <c:pt idx="1733">
                  <c:v>2.92836E-2</c:v>
                </c:pt>
                <c:pt idx="1734">
                  <c:v>2.9589000000000001E-2</c:v>
                </c:pt>
                <c:pt idx="1735">
                  <c:v>2.9894400000000002E-2</c:v>
                </c:pt>
                <c:pt idx="1736">
                  <c:v>3.0199799999999999E-2</c:v>
                </c:pt>
                <c:pt idx="1737">
                  <c:v>3.05052E-2</c:v>
                </c:pt>
                <c:pt idx="1738">
                  <c:v>3.08106E-2</c:v>
                </c:pt>
                <c:pt idx="1739">
                  <c:v>3.1116000000000001E-2</c:v>
                </c:pt>
                <c:pt idx="1740">
                  <c:v>3.1421400000000002E-2</c:v>
                </c:pt>
                <c:pt idx="1741">
                  <c:v>3.1726799999999999E-2</c:v>
                </c:pt>
                <c:pt idx="1742">
                  <c:v>3.2032199999999997E-2</c:v>
                </c:pt>
                <c:pt idx="1743">
                  <c:v>3.2337600000000001E-2</c:v>
                </c:pt>
                <c:pt idx="1744">
                  <c:v>3.2642900000000002E-2</c:v>
                </c:pt>
                <c:pt idx="1745">
                  <c:v>3.29483E-2</c:v>
                </c:pt>
                <c:pt idx="1746">
                  <c:v>3.3253699999999997E-2</c:v>
                </c:pt>
                <c:pt idx="1747">
                  <c:v>3.3559100000000001E-2</c:v>
                </c:pt>
                <c:pt idx="1748">
                  <c:v>3.3864499999999999E-2</c:v>
                </c:pt>
                <c:pt idx="1749">
                  <c:v>3.4169900000000003E-2</c:v>
                </c:pt>
                <c:pt idx="1750">
                  <c:v>3.44753E-2</c:v>
                </c:pt>
                <c:pt idx="1751">
                  <c:v>3.4780699999999998E-2</c:v>
                </c:pt>
                <c:pt idx="1752">
                  <c:v>3.5086100000000002E-2</c:v>
                </c:pt>
                <c:pt idx="1753">
                  <c:v>3.5391499999999999E-2</c:v>
                </c:pt>
                <c:pt idx="1754">
                  <c:v>3.5696899999999997E-2</c:v>
                </c:pt>
                <c:pt idx="1755">
                  <c:v>3.6002300000000001E-2</c:v>
                </c:pt>
                <c:pt idx="1756">
                  <c:v>3.6307699999999998E-2</c:v>
                </c:pt>
                <c:pt idx="1757">
                  <c:v>3.6613100000000003E-2</c:v>
                </c:pt>
                <c:pt idx="1758">
                  <c:v>3.69185E-2</c:v>
                </c:pt>
                <c:pt idx="1759">
                  <c:v>3.7223899999999997E-2</c:v>
                </c:pt>
                <c:pt idx="1760">
                  <c:v>3.7529300000000002E-2</c:v>
                </c:pt>
                <c:pt idx="1761">
                  <c:v>3.7834699999999999E-2</c:v>
                </c:pt>
                <c:pt idx="1762">
                  <c:v>3.8140100000000003E-2</c:v>
                </c:pt>
                <c:pt idx="1763">
                  <c:v>3.8445500000000001E-2</c:v>
                </c:pt>
                <c:pt idx="1764">
                  <c:v>3.8750899999999998E-2</c:v>
                </c:pt>
                <c:pt idx="1765">
                  <c:v>3.9056300000000002E-2</c:v>
                </c:pt>
                <c:pt idx="1766">
                  <c:v>3.9361699999999999E-2</c:v>
                </c:pt>
                <c:pt idx="1767">
                  <c:v>3.9667099999999997E-2</c:v>
                </c:pt>
                <c:pt idx="1768">
                  <c:v>3.9972500000000001E-2</c:v>
                </c:pt>
                <c:pt idx="1769">
                  <c:v>4.0277899999999998E-2</c:v>
                </c:pt>
                <c:pt idx="1770">
                  <c:v>4.0583300000000003E-2</c:v>
                </c:pt>
                <c:pt idx="1771">
                  <c:v>4.08887E-2</c:v>
                </c:pt>
                <c:pt idx="1772">
                  <c:v>4.1194099999999997E-2</c:v>
                </c:pt>
                <c:pt idx="1773">
                  <c:v>4.1499500000000002E-2</c:v>
                </c:pt>
                <c:pt idx="1774">
                  <c:v>4.1804899999999999E-2</c:v>
                </c:pt>
                <c:pt idx="1775">
                  <c:v>4.2110300000000003E-2</c:v>
                </c:pt>
                <c:pt idx="1776">
                  <c:v>4.2415700000000001E-2</c:v>
                </c:pt>
                <c:pt idx="1777">
                  <c:v>4.2721099999999998E-2</c:v>
                </c:pt>
                <c:pt idx="1778">
                  <c:v>4.3026500000000002E-2</c:v>
                </c:pt>
                <c:pt idx="1779">
                  <c:v>4.33319E-2</c:v>
                </c:pt>
                <c:pt idx="1780">
                  <c:v>4.3637299999999997E-2</c:v>
                </c:pt>
                <c:pt idx="1781">
                  <c:v>4.3942700000000001E-2</c:v>
                </c:pt>
                <c:pt idx="1782">
                  <c:v>4.4248099999999999E-2</c:v>
                </c:pt>
                <c:pt idx="1783">
                  <c:v>4.4553500000000003E-2</c:v>
                </c:pt>
                <c:pt idx="1784">
                  <c:v>4.48589E-2</c:v>
                </c:pt>
                <c:pt idx="1785">
                  <c:v>4.5164299999999998E-2</c:v>
                </c:pt>
                <c:pt idx="1786">
                  <c:v>4.5469599999999999E-2</c:v>
                </c:pt>
                <c:pt idx="1787">
                  <c:v>4.5775000000000003E-2</c:v>
                </c:pt>
                <c:pt idx="1788">
                  <c:v>4.6080400000000001E-2</c:v>
                </c:pt>
                <c:pt idx="1789">
                  <c:v>4.6385799999999998E-2</c:v>
                </c:pt>
                <c:pt idx="1790">
                  <c:v>4.6691200000000002E-2</c:v>
                </c:pt>
                <c:pt idx="1791">
                  <c:v>4.6996599999999999E-2</c:v>
                </c:pt>
                <c:pt idx="1792">
                  <c:v>4.7301999999999997E-2</c:v>
                </c:pt>
                <c:pt idx="1793">
                  <c:v>4.7607400000000001E-2</c:v>
                </c:pt>
                <c:pt idx="1794">
                  <c:v>4.7912799999999998E-2</c:v>
                </c:pt>
                <c:pt idx="1795">
                  <c:v>4.8218200000000003E-2</c:v>
                </c:pt>
                <c:pt idx="1796">
                  <c:v>4.85236E-2</c:v>
                </c:pt>
                <c:pt idx="1797">
                  <c:v>4.8828999999999997E-2</c:v>
                </c:pt>
                <c:pt idx="1798">
                  <c:v>4.9134400000000002E-2</c:v>
                </c:pt>
                <c:pt idx="1799">
                  <c:v>4.9439799999999999E-2</c:v>
                </c:pt>
                <c:pt idx="1800">
                  <c:v>4.9745200000000003E-2</c:v>
                </c:pt>
                <c:pt idx="1801">
                  <c:v>5.0050600000000001E-2</c:v>
                </c:pt>
                <c:pt idx="1802">
                  <c:v>5.0355999999999998E-2</c:v>
                </c:pt>
                <c:pt idx="1803">
                  <c:v>5.0661400000000002E-2</c:v>
                </c:pt>
                <c:pt idx="1804">
                  <c:v>5.09668E-2</c:v>
                </c:pt>
                <c:pt idx="1805">
                  <c:v>5.1272199999999997E-2</c:v>
                </c:pt>
                <c:pt idx="1806">
                  <c:v>5.1577600000000001E-2</c:v>
                </c:pt>
                <c:pt idx="1807">
                  <c:v>5.1882999999999999E-2</c:v>
                </c:pt>
                <c:pt idx="1808">
                  <c:v>5.2188400000000003E-2</c:v>
                </c:pt>
                <c:pt idx="1809">
                  <c:v>5.24938E-2</c:v>
                </c:pt>
                <c:pt idx="1810">
                  <c:v>5.2799199999999998E-2</c:v>
                </c:pt>
                <c:pt idx="1811">
                  <c:v>5.3104600000000002E-2</c:v>
                </c:pt>
                <c:pt idx="1812">
                  <c:v>5.3409999999999999E-2</c:v>
                </c:pt>
                <c:pt idx="1813">
                  <c:v>5.3715400000000003E-2</c:v>
                </c:pt>
                <c:pt idx="1814">
                  <c:v>5.4020800000000001E-2</c:v>
                </c:pt>
                <c:pt idx="1815">
                  <c:v>5.4326199999999998E-2</c:v>
                </c:pt>
                <c:pt idx="1816">
                  <c:v>5.4631600000000002E-2</c:v>
                </c:pt>
                <c:pt idx="1817">
                  <c:v>5.4937E-2</c:v>
                </c:pt>
                <c:pt idx="1818">
                  <c:v>5.5242399999999997E-2</c:v>
                </c:pt>
                <c:pt idx="1819">
                  <c:v>5.5547800000000001E-2</c:v>
                </c:pt>
                <c:pt idx="1820">
                  <c:v>5.5853199999999999E-2</c:v>
                </c:pt>
                <c:pt idx="1821">
                  <c:v>5.6158600000000003E-2</c:v>
                </c:pt>
                <c:pt idx="1822">
                  <c:v>5.6464E-2</c:v>
                </c:pt>
                <c:pt idx="1823">
                  <c:v>5.6769399999999998E-2</c:v>
                </c:pt>
                <c:pt idx="1824">
                  <c:v>5.7074800000000002E-2</c:v>
                </c:pt>
                <c:pt idx="1825">
                  <c:v>5.7380199999999999E-2</c:v>
                </c:pt>
                <c:pt idx="1826">
                  <c:v>5.7685599999999997E-2</c:v>
                </c:pt>
                <c:pt idx="1827">
                  <c:v>5.7991000000000001E-2</c:v>
                </c:pt>
                <c:pt idx="1828">
                  <c:v>5.8296300000000002E-2</c:v>
                </c:pt>
                <c:pt idx="1829">
                  <c:v>5.86017E-2</c:v>
                </c:pt>
                <c:pt idx="1830">
                  <c:v>5.8907099999999997E-2</c:v>
                </c:pt>
                <c:pt idx="1831">
                  <c:v>5.9212500000000001E-2</c:v>
                </c:pt>
                <c:pt idx="1832">
                  <c:v>5.9517899999999999E-2</c:v>
                </c:pt>
                <c:pt idx="1833">
                  <c:v>5.9823300000000003E-2</c:v>
                </c:pt>
                <c:pt idx="1834">
                  <c:v>6.01287E-2</c:v>
                </c:pt>
                <c:pt idx="1835">
                  <c:v>6.0434099999999998E-2</c:v>
                </c:pt>
                <c:pt idx="1836">
                  <c:v>6.0739500000000002E-2</c:v>
                </c:pt>
                <c:pt idx="1837">
                  <c:v>6.1044899999999999E-2</c:v>
                </c:pt>
                <c:pt idx="1838">
                  <c:v>6.1350300000000003E-2</c:v>
                </c:pt>
                <c:pt idx="1839">
                  <c:v>6.1655700000000001E-2</c:v>
                </c:pt>
                <c:pt idx="1840">
                  <c:v>6.1961099999999998E-2</c:v>
                </c:pt>
                <c:pt idx="1841">
                  <c:v>6.2266500000000002E-2</c:v>
                </c:pt>
                <c:pt idx="1842">
                  <c:v>6.25719E-2</c:v>
                </c:pt>
                <c:pt idx="1843">
                  <c:v>6.2877299999999997E-2</c:v>
                </c:pt>
                <c:pt idx="1844">
                  <c:v>6.3182699999999994E-2</c:v>
                </c:pt>
                <c:pt idx="1845">
                  <c:v>6.3488100000000006E-2</c:v>
                </c:pt>
                <c:pt idx="1846">
                  <c:v>6.3793500000000003E-2</c:v>
                </c:pt>
                <c:pt idx="1847">
                  <c:v>6.40989E-2</c:v>
                </c:pt>
                <c:pt idx="1848">
                  <c:v>6.4404299999999998E-2</c:v>
                </c:pt>
                <c:pt idx="1849">
                  <c:v>6.4709699999999995E-2</c:v>
                </c:pt>
                <c:pt idx="1850">
                  <c:v>6.5015100000000006E-2</c:v>
                </c:pt>
                <c:pt idx="1851">
                  <c:v>6.5320500000000004E-2</c:v>
                </c:pt>
                <c:pt idx="1852">
                  <c:v>6.5625900000000001E-2</c:v>
                </c:pt>
                <c:pt idx="1853">
                  <c:v>6.5931299999999998E-2</c:v>
                </c:pt>
                <c:pt idx="1854">
                  <c:v>6.6236699999999996E-2</c:v>
                </c:pt>
                <c:pt idx="1855">
                  <c:v>6.6542100000000007E-2</c:v>
                </c:pt>
                <c:pt idx="1856">
                  <c:v>6.6847500000000004E-2</c:v>
                </c:pt>
                <c:pt idx="1857">
                  <c:v>6.7152900000000001E-2</c:v>
                </c:pt>
                <c:pt idx="1858">
                  <c:v>6.7458299999999999E-2</c:v>
                </c:pt>
                <c:pt idx="1859">
                  <c:v>6.7763699999999996E-2</c:v>
                </c:pt>
                <c:pt idx="1860">
                  <c:v>6.8069099999999993E-2</c:v>
                </c:pt>
                <c:pt idx="1861">
                  <c:v>6.8374500000000005E-2</c:v>
                </c:pt>
                <c:pt idx="1862">
                  <c:v>6.8679900000000002E-2</c:v>
                </c:pt>
                <c:pt idx="1863">
                  <c:v>6.8985299999999999E-2</c:v>
                </c:pt>
                <c:pt idx="1864">
                  <c:v>6.9290699999999997E-2</c:v>
                </c:pt>
                <c:pt idx="1865">
                  <c:v>6.9596099999999994E-2</c:v>
                </c:pt>
                <c:pt idx="1866">
                  <c:v>6.9901500000000005E-2</c:v>
                </c:pt>
                <c:pt idx="1867">
                  <c:v>7.0206900000000003E-2</c:v>
                </c:pt>
                <c:pt idx="1868">
                  <c:v>7.05123E-2</c:v>
                </c:pt>
                <c:pt idx="1869">
                  <c:v>7.0817699999999997E-2</c:v>
                </c:pt>
                <c:pt idx="1870">
                  <c:v>7.1123000000000006E-2</c:v>
                </c:pt>
                <c:pt idx="1871">
                  <c:v>7.1428400000000003E-2</c:v>
                </c:pt>
                <c:pt idx="1872">
                  <c:v>7.17338E-2</c:v>
                </c:pt>
                <c:pt idx="1873">
                  <c:v>7.2039199999999998E-2</c:v>
                </c:pt>
                <c:pt idx="1874">
                  <c:v>7.2344599999999995E-2</c:v>
                </c:pt>
                <c:pt idx="1875">
                  <c:v>7.2650000000000006E-2</c:v>
                </c:pt>
                <c:pt idx="1876">
                  <c:v>7.2955400000000004E-2</c:v>
                </c:pt>
                <c:pt idx="1877">
                  <c:v>7.3260800000000001E-2</c:v>
                </c:pt>
                <c:pt idx="1878">
                  <c:v>7.3566199999999998E-2</c:v>
                </c:pt>
                <c:pt idx="1879">
                  <c:v>7.3871599999999996E-2</c:v>
                </c:pt>
                <c:pt idx="1880">
                  <c:v>7.4177000000000007E-2</c:v>
                </c:pt>
                <c:pt idx="1881">
                  <c:v>7.4482400000000004E-2</c:v>
                </c:pt>
                <c:pt idx="1882">
                  <c:v>7.4787800000000001E-2</c:v>
                </c:pt>
                <c:pt idx="1883">
                  <c:v>7.5093199999999999E-2</c:v>
                </c:pt>
                <c:pt idx="1884">
                  <c:v>7.5398599999999996E-2</c:v>
                </c:pt>
                <c:pt idx="1885">
                  <c:v>7.5703999999999994E-2</c:v>
                </c:pt>
                <c:pt idx="1886">
                  <c:v>7.6009400000000005E-2</c:v>
                </c:pt>
                <c:pt idx="1887">
                  <c:v>7.6314800000000002E-2</c:v>
                </c:pt>
                <c:pt idx="1888">
                  <c:v>7.6620199999999999E-2</c:v>
                </c:pt>
                <c:pt idx="1889">
                  <c:v>7.6925599999999997E-2</c:v>
                </c:pt>
                <c:pt idx="1890">
                  <c:v>7.7230999999999994E-2</c:v>
                </c:pt>
                <c:pt idx="1891">
                  <c:v>7.7536400000000005E-2</c:v>
                </c:pt>
                <c:pt idx="1892">
                  <c:v>7.7841800000000003E-2</c:v>
                </c:pt>
                <c:pt idx="1893">
                  <c:v>7.81472E-2</c:v>
                </c:pt>
                <c:pt idx="1894">
                  <c:v>7.8452599999999997E-2</c:v>
                </c:pt>
                <c:pt idx="1895">
                  <c:v>7.8757999999999995E-2</c:v>
                </c:pt>
                <c:pt idx="1896">
                  <c:v>7.9063400000000006E-2</c:v>
                </c:pt>
                <c:pt idx="1897">
                  <c:v>7.9368800000000003E-2</c:v>
                </c:pt>
                <c:pt idx="1898">
                  <c:v>7.9674200000000001E-2</c:v>
                </c:pt>
                <c:pt idx="1899">
                  <c:v>7.9979599999999998E-2</c:v>
                </c:pt>
                <c:pt idx="1900">
                  <c:v>8.0284999999999995E-2</c:v>
                </c:pt>
                <c:pt idx="1901">
                  <c:v>8.0590400000000006E-2</c:v>
                </c:pt>
                <c:pt idx="1902">
                  <c:v>8.0895800000000004E-2</c:v>
                </c:pt>
                <c:pt idx="1903">
                  <c:v>8.1201200000000001E-2</c:v>
                </c:pt>
                <c:pt idx="1904">
                  <c:v>8.1506599999999998E-2</c:v>
                </c:pt>
                <c:pt idx="1905">
                  <c:v>8.1811999999999996E-2</c:v>
                </c:pt>
                <c:pt idx="1906">
                  <c:v>8.2117399999999993E-2</c:v>
                </c:pt>
                <c:pt idx="1907">
                  <c:v>8.2422800000000004E-2</c:v>
                </c:pt>
                <c:pt idx="1908">
                  <c:v>8.2728200000000002E-2</c:v>
                </c:pt>
                <c:pt idx="1909">
                  <c:v>8.3033599999999999E-2</c:v>
                </c:pt>
                <c:pt idx="1910">
                  <c:v>8.3338999999999996E-2</c:v>
                </c:pt>
                <c:pt idx="1911">
                  <c:v>8.3644399999999994E-2</c:v>
                </c:pt>
                <c:pt idx="1912">
                  <c:v>8.3949700000000002E-2</c:v>
                </c:pt>
                <c:pt idx="1913">
                  <c:v>8.4255099999999999E-2</c:v>
                </c:pt>
                <c:pt idx="1914">
                  <c:v>8.4560499999999997E-2</c:v>
                </c:pt>
                <c:pt idx="1915">
                  <c:v>8.4865899999999994E-2</c:v>
                </c:pt>
                <c:pt idx="1916">
                  <c:v>8.5171300000000005E-2</c:v>
                </c:pt>
                <c:pt idx="1917">
                  <c:v>8.5476700000000003E-2</c:v>
                </c:pt>
                <c:pt idx="1918">
                  <c:v>8.57821E-2</c:v>
                </c:pt>
                <c:pt idx="1919">
                  <c:v>8.6087499999999997E-2</c:v>
                </c:pt>
                <c:pt idx="1920">
                  <c:v>8.6392899999999995E-2</c:v>
                </c:pt>
                <c:pt idx="1921">
                  <c:v>8.6698300000000006E-2</c:v>
                </c:pt>
                <c:pt idx="1922">
                  <c:v>8.7003700000000003E-2</c:v>
                </c:pt>
                <c:pt idx="1923">
                  <c:v>8.7309100000000001E-2</c:v>
                </c:pt>
                <c:pt idx="1924">
                  <c:v>8.7614499999999998E-2</c:v>
                </c:pt>
                <c:pt idx="1925">
                  <c:v>8.7919899999999995E-2</c:v>
                </c:pt>
                <c:pt idx="1926">
                  <c:v>8.8225300000000006E-2</c:v>
                </c:pt>
                <c:pt idx="1927">
                  <c:v>8.8530700000000004E-2</c:v>
                </c:pt>
                <c:pt idx="1928">
                  <c:v>8.8836100000000001E-2</c:v>
                </c:pt>
                <c:pt idx="1929">
                  <c:v>8.9141499999999999E-2</c:v>
                </c:pt>
                <c:pt idx="1930">
                  <c:v>8.9446899999999996E-2</c:v>
                </c:pt>
                <c:pt idx="1931">
                  <c:v>8.9752299999999993E-2</c:v>
                </c:pt>
                <c:pt idx="1932">
                  <c:v>9.0057700000000004E-2</c:v>
                </c:pt>
                <c:pt idx="1933">
                  <c:v>9.0363100000000002E-2</c:v>
                </c:pt>
                <c:pt idx="1934">
                  <c:v>9.0668499999999999E-2</c:v>
                </c:pt>
                <c:pt idx="1935">
                  <c:v>9.0973899999999996E-2</c:v>
                </c:pt>
                <c:pt idx="1936">
                  <c:v>9.1279299999999994E-2</c:v>
                </c:pt>
                <c:pt idx="1937">
                  <c:v>9.1584700000000005E-2</c:v>
                </c:pt>
                <c:pt idx="1938">
                  <c:v>9.1890100000000002E-2</c:v>
                </c:pt>
                <c:pt idx="1939">
                  <c:v>9.21955E-2</c:v>
                </c:pt>
                <c:pt idx="1940">
                  <c:v>9.2500899999999997E-2</c:v>
                </c:pt>
                <c:pt idx="1941">
                  <c:v>9.2806299999999994E-2</c:v>
                </c:pt>
                <c:pt idx="1942">
                  <c:v>9.3111700000000006E-2</c:v>
                </c:pt>
                <c:pt idx="1943">
                  <c:v>9.3417100000000003E-2</c:v>
                </c:pt>
                <c:pt idx="1944">
                  <c:v>9.37225E-2</c:v>
                </c:pt>
                <c:pt idx="1945">
                  <c:v>9.4027899999999998E-2</c:v>
                </c:pt>
                <c:pt idx="1946">
                  <c:v>9.4333299999999995E-2</c:v>
                </c:pt>
                <c:pt idx="1947">
                  <c:v>9.4638700000000006E-2</c:v>
                </c:pt>
                <c:pt idx="1948">
                  <c:v>9.4944100000000003E-2</c:v>
                </c:pt>
                <c:pt idx="1949">
                  <c:v>9.5249500000000001E-2</c:v>
                </c:pt>
                <c:pt idx="1950">
                  <c:v>9.5554899999999998E-2</c:v>
                </c:pt>
                <c:pt idx="1951">
                  <c:v>9.5860299999999996E-2</c:v>
                </c:pt>
                <c:pt idx="1952">
                  <c:v>9.6165700000000007E-2</c:v>
                </c:pt>
                <c:pt idx="1953">
                  <c:v>9.6471100000000004E-2</c:v>
                </c:pt>
                <c:pt idx="1954">
                  <c:v>9.6776399999999999E-2</c:v>
                </c:pt>
                <c:pt idx="1955">
                  <c:v>9.7081799999999996E-2</c:v>
                </c:pt>
                <c:pt idx="1956">
                  <c:v>9.7387199999999993E-2</c:v>
                </c:pt>
                <c:pt idx="1957">
                  <c:v>9.7692600000000004E-2</c:v>
                </c:pt>
                <c:pt idx="1958">
                  <c:v>9.7998000000000002E-2</c:v>
                </c:pt>
                <c:pt idx="1959">
                  <c:v>9.8303399999999999E-2</c:v>
                </c:pt>
                <c:pt idx="1960">
                  <c:v>9.8608799999999996E-2</c:v>
                </c:pt>
                <c:pt idx="1961">
                  <c:v>9.8914199999999994E-2</c:v>
                </c:pt>
                <c:pt idx="1962">
                  <c:v>9.9219600000000005E-2</c:v>
                </c:pt>
                <c:pt idx="1963">
                  <c:v>9.9525000000000002E-2</c:v>
                </c:pt>
                <c:pt idx="1964">
                  <c:v>9.98304E-2</c:v>
                </c:pt>
                <c:pt idx="1965">
                  <c:v>0.100136</c:v>
                </c:pt>
                <c:pt idx="1966">
                  <c:v>0.100441</c:v>
                </c:pt>
                <c:pt idx="1967">
                  <c:v>0.100747</c:v>
                </c:pt>
                <c:pt idx="1968">
                  <c:v>0.101052</c:v>
                </c:pt>
                <c:pt idx="1969">
                  <c:v>0.101357</c:v>
                </c:pt>
                <c:pt idx="1970">
                  <c:v>0.101663</c:v>
                </c:pt>
                <c:pt idx="1971">
                  <c:v>0.101968</c:v>
                </c:pt>
                <c:pt idx="1972">
                  <c:v>0.102274</c:v>
                </c:pt>
                <c:pt idx="1973">
                  <c:v>0.102579</c:v>
                </c:pt>
                <c:pt idx="1974">
                  <c:v>0.102884</c:v>
                </c:pt>
                <c:pt idx="1975">
                  <c:v>0.10319</c:v>
                </c:pt>
                <c:pt idx="1976">
                  <c:v>0.103495</c:v>
                </c:pt>
                <c:pt idx="1977">
                  <c:v>0.103801</c:v>
                </c:pt>
                <c:pt idx="1978">
                  <c:v>0.104106</c:v>
                </c:pt>
                <c:pt idx="1979">
                  <c:v>0.104411</c:v>
                </c:pt>
                <c:pt idx="1980">
                  <c:v>0.104717</c:v>
                </c:pt>
                <c:pt idx="1981">
                  <c:v>0.105022</c:v>
                </c:pt>
                <c:pt idx="1982">
                  <c:v>0.105328</c:v>
                </c:pt>
                <c:pt idx="1983">
                  <c:v>0.105633</c:v>
                </c:pt>
                <c:pt idx="1984">
                  <c:v>0.105938</c:v>
                </c:pt>
                <c:pt idx="1985">
                  <c:v>0.10624400000000001</c:v>
                </c:pt>
                <c:pt idx="1986">
                  <c:v>0.106549</c:v>
                </c:pt>
                <c:pt idx="1987">
                  <c:v>0.10685500000000001</c:v>
                </c:pt>
                <c:pt idx="1988">
                  <c:v>0.10716000000000001</c:v>
                </c:pt>
                <c:pt idx="1989">
                  <c:v>0.107465</c:v>
                </c:pt>
                <c:pt idx="1990">
                  <c:v>0.10777100000000001</c:v>
                </c:pt>
                <c:pt idx="1991">
                  <c:v>0.10807600000000001</c:v>
                </c:pt>
                <c:pt idx="1992">
                  <c:v>0.10838200000000001</c:v>
                </c:pt>
                <c:pt idx="1993">
                  <c:v>0.10868700000000001</c:v>
                </c:pt>
                <c:pt idx="1994">
                  <c:v>0.10899200000000001</c:v>
                </c:pt>
                <c:pt idx="1995">
                  <c:v>0.10929800000000001</c:v>
                </c:pt>
                <c:pt idx="1996">
                  <c:v>0.10960300000000001</c:v>
                </c:pt>
                <c:pt idx="1997">
                  <c:v>0.10990900000000001</c:v>
                </c:pt>
                <c:pt idx="1998">
                  <c:v>0.11021400000000001</c:v>
                </c:pt>
                <c:pt idx="1999">
                  <c:v>0.11051900000000001</c:v>
                </c:pt>
                <c:pt idx="2000">
                  <c:v>0.11082500000000001</c:v>
                </c:pt>
                <c:pt idx="2001">
                  <c:v>0.11113000000000001</c:v>
                </c:pt>
                <c:pt idx="2002">
                  <c:v>0.11143599999999999</c:v>
                </c:pt>
                <c:pt idx="2003">
                  <c:v>0.11174099999999999</c:v>
                </c:pt>
                <c:pt idx="2004">
                  <c:v>0.11204600000000001</c:v>
                </c:pt>
                <c:pt idx="2005">
                  <c:v>0.11235199999999999</c:v>
                </c:pt>
                <c:pt idx="2006">
                  <c:v>0.11265699999999999</c:v>
                </c:pt>
                <c:pt idx="2007">
                  <c:v>0.11296299999999999</c:v>
                </c:pt>
                <c:pt idx="2008">
                  <c:v>0.11326799999999999</c:v>
                </c:pt>
                <c:pt idx="2009">
                  <c:v>0.11357299999999999</c:v>
                </c:pt>
                <c:pt idx="2010">
                  <c:v>0.11387899999999999</c:v>
                </c:pt>
                <c:pt idx="2011">
                  <c:v>0.11418399999999999</c:v>
                </c:pt>
                <c:pt idx="2012">
                  <c:v>0.11448999999999999</c:v>
                </c:pt>
                <c:pt idx="2013">
                  <c:v>0.11479499999999999</c:v>
                </c:pt>
                <c:pt idx="2014">
                  <c:v>0.11509999999999999</c:v>
                </c:pt>
                <c:pt idx="2015">
                  <c:v>0.11540599999999999</c:v>
                </c:pt>
                <c:pt idx="2016">
                  <c:v>0.11571099999999999</c:v>
                </c:pt>
                <c:pt idx="2017">
                  <c:v>0.11601599999999999</c:v>
                </c:pt>
                <c:pt idx="2018">
                  <c:v>0.11632199999999999</c:v>
                </c:pt>
                <c:pt idx="2019">
                  <c:v>0.11662699999999999</c:v>
                </c:pt>
                <c:pt idx="2020">
                  <c:v>0.116933</c:v>
                </c:pt>
                <c:pt idx="2021">
                  <c:v>0.11723799999999999</c:v>
                </c:pt>
                <c:pt idx="2022">
                  <c:v>0.11754299999999999</c:v>
                </c:pt>
                <c:pt idx="2023">
                  <c:v>0.117849</c:v>
                </c:pt>
                <c:pt idx="2024">
                  <c:v>0.118154</c:v>
                </c:pt>
                <c:pt idx="2025">
                  <c:v>0.11846</c:v>
                </c:pt>
                <c:pt idx="2026">
                  <c:v>0.118765</c:v>
                </c:pt>
                <c:pt idx="2027">
                  <c:v>0.11907</c:v>
                </c:pt>
                <c:pt idx="2028">
                  <c:v>0.119376</c:v>
                </c:pt>
                <c:pt idx="2029">
                  <c:v>0.119681</c:v>
                </c:pt>
                <c:pt idx="2030">
                  <c:v>0.119987</c:v>
                </c:pt>
                <c:pt idx="2031">
                  <c:v>0.120292</c:v>
                </c:pt>
                <c:pt idx="2032">
                  <c:v>0.120597</c:v>
                </c:pt>
                <c:pt idx="2033">
                  <c:v>0.120903</c:v>
                </c:pt>
                <c:pt idx="2034">
                  <c:v>0.121208</c:v>
                </c:pt>
                <c:pt idx="2035">
                  <c:v>0.121514</c:v>
                </c:pt>
                <c:pt idx="2036">
                  <c:v>0.121819</c:v>
                </c:pt>
                <c:pt idx="2037">
                  <c:v>0.122124</c:v>
                </c:pt>
                <c:pt idx="2038">
                  <c:v>0.12243</c:v>
                </c:pt>
                <c:pt idx="2039">
                  <c:v>0.122735</c:v>
                </c:pt>
                <c:pt idx="2040">
                  <c:v>0.123041</c:v>
                </c:pt>
                <c:pt idx="2041">
                  <c:v>0.123346</c:v>
                </c:pt>
                <c:pt idx="2042">
                  <c:v>0.123651</c:v>
                </c:pt>
                <c:pt idx="2043">
                  <c:v>0.123957</c:v>
                </c:pt>
                <c:pt idx="2044">
                  <c:v>0.124262</c:v>
                </c:pt>
                <c:pt idx="2045">
                  <c:v>0.124568</c:v>
                </c:pt>
                <c:pt idx="2046">
                  <c:v>0.124873</c:v>
                </c:pt>
                <c:pt idx="2047">
                  <c:v>0.12517800000000001</c:v>
                </c:pt>
                <c:pt idx="2048">
                  <c:v>0.12548400000000001</c:v>
                </c:pt>
                <c:pt idx="2049">
                  <c:v>0.12578900000000001</c:v>
                </c:pt>
                <c:pt idx="2050">
                  <c:v>0.12609500000000001</c:v>
                </c:pt>
                <c:pt idx="2051">
                  <c:v>0.12640000000000001</c:v>
                </c:pt>
                <c:pt idx="2052">
                  <c:v>0.12670500000000001</c:v>
                </c:pt>
                <c:pt idx="2053">
                  <c:v>0.12701100000000001</c:v>
                </c:pt>
                <c:pt idx="2054">
                  <c:v>0.12731600000000001</c:v>
                </c:pt>
                <c:pt idx="2055">
                  <c:v>0.12762200000000001</c:v>
                </c:pt>
                <c:pt idx="2056">
                  <c:v>0.12792700000000001</c:v>
                </c:pt>
                <c:pt idx="2057">
                  <c:v>0.12823200000000001</c:v>
                </c:pt>
                <c:pt idx="2058">
                  <c:v>0.12853800000000001</c:v>
                </c:pt>
                <c:pt idx="2059">
                  <c:v>0.12884300000000001</c:v>
                </c:pt>
                <c:pt idx="2060">
                  <c:v>0.12914900000000001</c:v>
                </c:pt>
                <c:pt idx="2061">
                  <c:v>0.12945400000000001</c:v>
                </c:pt>
                <c:pt idx="2062">
                  <c:v>0.12975900000000001</c:v>
                </c:pt>
                <c:pt idx="2063">
                  <c:v>0.13006499999999999</c:v>
                </c:pt>
                <c:pt idx="2064">
                  <c:v>0.13037000000000001</c:v>
                </c:pt>
                <c:pt idx="2065">
                  <c:v>0.13067599999999999</c:v>
                </c:pt>
                <c:pt idx="2066">
                  <c:v>0.13098099999999999</c:v>
                </c:pt>
                <c:pt idx="2067">
                  <c:v>0.13128600000000001</c:v>
                </c:pt>
                <c:pt idx="2068">
                  <c:v>0.13159199999999999</c:v>
                </c:pt>
                <c:pt idx="2069">
                  <c:v>0.13189699999999999</c:v>
                </c:pt>
                <c:pt idx="2070">
                  <c:v>0.13220299999999999</c:v>
                </c:pt>
                <c:pt idx="2071">
                  <c:v>0.13250799999999999</c:v>
                </c:pt>
                <c:pt idx="2072">
                  <c:v>0.13281299999999999</c:v>
                </c:pt>
                <c:pt idx="2073">
                  <c:v>0.13311899999999999</c:v>
                </c:pt>
                <c:pt idx="2074">
                  <c:v>0.13342399999999999</c:v>
                </c:pt>
                <c:pt idx="2075">
                  <c:v>0.13372999999999999</c:v>
                </c:pt>
                <c:pt idx="2076">
                  <c:v>0.13403499999999999</c:v>
                </c:pt>
                <c:pt idx="2077">
                  <c:v>0.13433999999999999</c:v>
                </c:pt>
                <c:pt idx="2078">
                  <c:v>0.13464599999999999</c:v>
                </c:pt>
                <c:pt idx="2079">
                  <c:v>0.13495099999999999</c:v>
                </c:pt>
                <c:pt idx="2080">
                  <c:v>0.13525699999999999</c:v>
                </c:pt>
                <c:pt idx="2081">
                  <c:v>0.13556199999999999</c:v>
                </c:pt>
                <c:pt idx="2082">
                  <c:v>0.13586699999999999</c:v>
                </c:pt>
                <c:pt idx="2083">
                  <c:v>0.13617299999999999</c:v>
                </c:pt>
                <c:pt idx="2084">
                  <c:v>0.13647799999999999</c:v>
                </c:pt>
                <c:pt idx="2085">
                  <c:v>0.13678399999999999</c:v>
                </c:pt>
                <c:pt idx="2086">
                  <c:v>0.13708899999999999</c:v>
                </c:pt>
                <c:pt idx="2087">
                  <c:v>0.13739399999999999</c:v>
                </c:pt>
                <c:pt idx="2088">
                  <c:v>0.13769999999999999</c:v>
                </c:pt>
                <c:pt idx="2089">
                  <c:v>0.13800499999999999</c:v>
                </c:pt>
                <c:pt idx="2090">
                  <c:v>0.13831099999999999</c:v>
                </c:pt>
                <c:pt idx="2091">
                  <c:v>0.13861599999999999</c:v>
                </c:pt>
                <c:pt idx="2092">
                  <c:v>0.13892099999999999</c:v>
                </c:pt>
                <c:pt idx="2093">
                  <c:v>0.13922699999999999</c:v>
                </c:pt>
                <c:pt idx="2094">
                  <c:v>0.13953199999999999</c:v>
                </c:pt>
                <c:pt idx="2095">
                  <c:v>0.13983799999999999</c:v>
                </c:pt>
                <c:pt idx="2096">
                  <c:v>0.14014299999999999</c:v>
                </c:pt>
                <c:pt idx="2097">
                  <c:v>0.14044799999999999</c:v>
                </c:pt>
                <c:pt idx="2098">
                  <c:v>0.14075399999999999</c:v>
                </c:pt>
                <c:pt idx="2099">
                  <c:v>0.14105899999999999</c:v>
                </c:pt>
                <c:pt idx="2100">
                  <c:v>0.14136499999999999</c:v>
                </c:pt>
                <c:pt idx="2101">
                  <c:v>0.14166999999999999</c:v>
                </c:pt>
                <c:pt idx="2102">
                  <c:v>0.14197499999999999</c:v>
                </c:pt>
                <c:pt idx="2103">
                  <c:v>0.14228099999999999</c:v>
                </c:pt>
                <c:pt idx="2104">
                  <c:v>0.14258599999999999</c:v>
                </c:pt>
                <c:pt idx="2105">
                  <c:v>0.14289099999999999</c:v>
                </c:pt>
                <c:pt idx="2106">
                  <c:v>0.14319699999999999</c:v>
                </c:pt>
                <c:pt idx="2107">
                  <c:v>0.14350199999999999</c:v>
                </c:pt>
                <c:pt idx="2108">
                  <c:v>0.14380799999999999</c:v>
                </c:pt>
                <c:pt idx="2109">
                  <c:v>0.14411299999999999</c:v>
                </c:pt>
                <c:pt idx="2110">
                  <c:v>0.14441799999999999</c:v>
                </c:pt>
                <c:pt idx="2111">
                  <c:v>0.14472399999999999</c:v>
                </c:pt>
                <c:pt idx="2112">
                  <c:v>0.14502899999999999</c:v>
                </c:pt>
                <c:pt idx="2113">
                  <c:v>0.14533499999999999</c:v>
                </c:pt>
                <c:pt idx="2114">
                  <c:v>0.14563999999999999</c:v>
                </c:pt>
                <c:pt idx="2115">
                  <c:v>0.14594499999999999</c:v>
                </c:pt>
                <c:pt idx="2116">
                  <c:v>0.14625099999999999</c:v>
                </c:pt>
                <c:pt idx="2117">
                  <c:v>0.14655599999999999</c:v>
                </c:pt>
                <c:pt idx="2118">
                  <c:v>0.14686199999999999</c:v>
                </c:pt>
                <c:pt idx="2119">
                  <c:v>0.14716699999999999</c:v>
                </c:pt>
                <c:pt idx="2120">
                  <c:v>0.14747199999999999</c:v>
                </c:pt>
                <c:pt idx="2121">
                  <c:v>0.14777799999999999</c:v>
                </c:pt>
                <c:pt idx="2122">
                  <c:v>0.14808299999999999</c:v>
                </c:pt>
                <c:pt idx="2123">
                  <c:v>0.14838899999999999</c:v>
                </c:pt>
                <c:pt idx="2124">
                  <c:v>0.14869399999999999</c:v>
                </c:pt>
                <c:pt idx="2125">
                  <c:v>0.14899899999999999</c:v>
                </c:pt>
                <c:pt idx="2126">
                  <c:v>0.14930499999999999</c:v>
                </c:pt>
                <c:pt idx="2127">
                  <c:v>0.14960999999999999</c:v>
                </c:pt>
                <c:pt idx="2128">
                  <c:v>0.14991599999999999</c:v>
                </c:pt>
                <c:pt idx="2129">
                  <c:v>0.15022099999999999</c:v>
                </c:pt>
                <c:pt idx="2130">
                  <c:v>0.15052599999999999</c:v>
                </c:pt>
                <c:pt idx="2131">
                  <c:v>0.15083199999999999</c:v>
                </c:pt>
                <c:pt idx="2132">
                  <c:v>0.15113699999999999</c:v>
                </c:pt>
                <c:pt idx="2133">
                  <c:v>0.15144299999999999</c:v>
                </c:pt>
                <c:pt idx="2134">
                  <c:v>0.15174799999999999</c:v>
                </c:pt>
                <c:pt idx="2135">
                  <c:v>0.15205299999999999</c:v>
                </c:pt>
                <c:pt idx="2136">
                  <c:v>0.15235899999999999</c:v>
                </c:pt>
                <c:pt idx="2137">
                  <c:v>0.15266399999999999</c:v>
                </c:pt>
                <c:pt idx="2138">
                  <c:v>0.15296999999999999</c:v>
                </c:pt>
                <c:pt idx="2139">
                  <c:v>0.15327499999999999</c:v>
                </c:pt>
                <c:pt idx="2140">
                  <c:v>0.15357999999999999</c:v>
                </c:pt>
                <c:pt idx="2141">
                  <c:v>0.153886</c:v>
                </c:pt>
                <c:pt idx="2142">
                  <c:v>0.15419099999999999</c:v>
                </c:pt>
                <c:pt idx="2143">
                  <c:v>0.154497</c:v>
                </c:pt>
                <c:pt idx="2144">
                  <c:v>0.154802</c:v>
                </c:pt>
                <c:pt idx="2145">
                  <c:v>0.15510699999999999</c:v>
                </c:pt>
                <c:pt idx="2146">
                  <c:v>0.155413</c:v>
                </c:pt>
                <c:pt idx="2147">
                  <c:v>0.155718</c:v>
                </c:pt>
                <c:pt idx="2148">
                  <c:v>0.156024</c:v>
                </c:pt>
                <c:pt idx="2149">
                  <c:v>0.156329</c:v>
                </c:pt>
                <c:pt idx="2150">
                  <c:v>0.156634</c:v>
                </c:pt>
                <c:pt idx="2151">
                  <c:v>0.15694</c:v>
                </c:pt>
                <c:pt idx="2152">
                  <c:v>0.157245</c:v>
                </c:pt>
                <c:pt idx="2153">
                  <c:v>0.157551</c:v>
                </c:pt>
                <c:pt idx="2154">
                  <c:v>0.157856</c:v>
                </c:pt>
                <c:pt idx="2155">
                  <c:v>0.158161</c:v>
                </c:pt>
                <c:pt idx="2156">
                  <c:v>0.158467</c:v>
                </c:pt>
                <c:pt idx="2157">
                  <c:v>0.158772</c:v>
                </c:pt>
                <c:pt idx="2158">
                  <c:v>0.159078</c:v>
                </c:pt>
                <c:pt idx="2159">
                  <c:v>0.159383</c:v>
                </c:pt>
                <c:pt idx="2160">
                  <c:v>0.159688</c:v>
                </c:pt>
                <c:pt idx="2161">
                  <c:v>0.159994</c:v>
                </c:pt>
                <c:pt idx="2162">
                  <c:v>0.160299</c:v>
                </c:pt>
                <c:pt idx="2163">
                  <c:v>0.160605</c:v>
                </c:pt>
                <c:pt idx="2164">
                  <c:v>0.16091</c:v>
                </c:pt>
                <c:pt idx="2165">
                  <c:v>0.161215</c:v>
                </c:pt>
                <c:pt idx="2166">
                  <c:v>0.161521</c:v>
                </c:pt>
                <c:pt idx="2167">
                  <c:v>0.161826</c:v>
                </c:pt>
                <c:pt idx="2168">
                  <c:v>0.162132</c:v>
                </c:pt>
                <c:pt idx="2169">
                  <c:v>0.162437</c:v>
                </c:pt>
                <c:pt idx="2170">
                  <c:v>0.162742</c:v>
                </c:pt>
                <c:pt idx="2171">
                  <c:v>0.163048</c:v>
                </c:pt>
                <c:pt idx="2172">
                  <c:v>0.163353</c:v>
                </c:pt>
                <c:pt idx="2173">
                  <c:v>0.163659</c:v>
                </c:pt>
                <c:pt idx="2174">
                  <c:v>0.163964</c:v>
                </c:pt>
                <c:pt idx="2175">
                  <c:v>0.164269</c:v>
                </c:pt>
                <c:pt idx="2176">
                  <c:v>0.164575</c:v>
                </c:pt>
                <c:pt idx="2177">
                  <c:v>0.16488</c:v>
                </c:pt>
                <c:pt idx="2178">
                  <c:v>0.165186</c:v>
                </c:pt>
                <c:pt idx="2179">
                  <c:v>0.165491</c:v>
                </c:pt>
                <c:pt idx="2180">
                  <c:v>0.165796</c:v>
                </c:pt>
                <c:pt idx="2181">
                  <c:v>0.166102</c:v>
                </c:pt>
                <c:pt idx="2182">
                  <c:v>0.166407</c:v>
                </c:pt>
                <c:pt idx="2183">
                  <c:v>0.166713</c:v>
                </c:pt>
                <c:pt idx="2184">
                  <c:v>0.167018</c:v>
                </c:pt>
                <c:pt idx="2185">
                  <c:v>0.167323</c:v>
                </c:pt>
                <c:pt idx="2186">
                  <c:v>0.167629</c:v>
                </c:pt>
                <c:pt idx="2187">
                  <c:v>0.167934</c:v>
                </c:pt>
                <c:pt idx="2188">
                  <c:v>0.168239</c:v>
                </c:pt>
                <c:pt idx="2189">
                  <c:v>0.168545</c:v>
                </c:pt>
                <c:pt idx="2190">
                  <c:v>0.16885</c:v>
                </c:pt>
                <c:pt idx="2191">
                  <c:v>0.169156</c:v>
                </c:pt>
                <c:pt idx="2192">
                  <c:v>0.169461</c:v>
                </c:pt>
                <c:pt idx="2193">
                  <c:v>0.169766</c:v>
                </c:pt>
                <c:pt idx="2194">
                  <c:v>0.170072</c:v>
                </c:pt>
                <c:pt idx="2195">
                  <c:v>0.170377</c:v>
                </c:pt>
                <c:pt idx="2196">
                  <c:v>0.170683</c:v>
                </c:pt>
                <c:pt idx="2197">
                  <c:v>0.170988</c:v>
                </c:pt>
                <c:pt idx="2198">
                  <c:v>0.171293</c:v>
                </c:pt>
                <c:pt idx="2199">
                  <c:v>0.171599</c:v>
                </c:pt>
                <c:pt idx="2200">
                  <c:v>0.171904</c:v>
                </c:pt>
                <c:pt idx="2201">
                  <c:v>0.17221</c:v>
                </c:pt>
                <c:pt idx="2202">
                  <c:v>0.172515</c:v>
                </c:pt>
                <c:pt idx="2203">
                  <c:v>0.17282</c:v>
                </c:pt>
                <c:pt idx="2204">
                  <c:v>0.173126</c:v>
                </c:pt>
                <c:pt idx="2205">
                  <c:v>0.173431</c:v>
                </c:pt>
                <c:pt idx="2206">
                  <c:v>0.173737</c:v>
                </c:pt>
                <c:pt idx="2207">
                  <c:v>0.174042</c:v>
                </c:pt>
                <c:pt idx="2208">
                  <c:v>0.174347</c:v>
                </c:pt>
                <c:pt idx="2209">
                  <c:v>0.174653</c:v>
                </c:pt>
                <c:pt idx="2210">
                  <c:v>0.174958</c:v>
                </c:pt>
                <c:pt idx="2211">
                  <c:v>0.175264</c:v>
                </c:pt>
                <c:pt idx="2212">
                  <c:v>0.175569</c:v>
                </c:pt>
                <c:pt idx="2213">
                  <c:v>0.175874</c:v>
                </c:pt>
                <c:pt idx="2214">
                  <c:v>0.17618</c:v>
                </c:pt>
                <c:pt idx="2215">
                  <c:v>0.176485</c:v>
                </c:pt>
                <c:pt idx="2216">
                  <c:v>0.176791</c:v>
                </c:pt>
                <c:pt idx="2217">
                  <c:v>0.177096</c:v>
                </c:pt>
                <c:pt idx="2218">
                  <c:v>0.177401</c:v>
                </c:pt>
                <c:pt idx="2219">
                  <c:v>0.177707</c:v>
                </c:pt>
                <c:pt idx="2220">
                  <c:v>0.178012</c:v>
                </c:pt>
                <c:pt idx="2221">
                  <c:v>0.178318</c:v>
                </c:pt>
                <c:pt idx="2222">
                  <c:v>0.178623</c:v>
                </c:pt>
                <c:pt idx="2223">
                  <c:v>0.178928</c:v>
                </c:pt>
                <c:pt idx="2224">
                  <c:v>0.179234</c:v>
                </c:pt>
                <c:pt idx="2225">
                  <c:v>0.179539</c:v>
                </c:pt>
                <c:pt idx="2226">
                  <c:v>0.179845</c:v>
                </c:pt>
                <c:pt idx="2227">
                  <c:v>0.18015</c:v>
                </c:pt>
                <c:pt idx="2228">
                  <c:v>0.180455</c:v>
                </c:pt>
                <c:pt idx="2229">
                  <c:v>0.18076100000000001</c:v>
                </c:pt>
                <c:pt idx="2230">
                  <c:v>0.181066</c:v>
                </c:pt>
                <c:pt idx="2231">
                  <c:v>0.18137200000000001</c:v>
                </c:pt>
                <c:pt idx="2232">
                  <c:v>0.18167700000000001</c:v>
                </c:pt>
                <c:pt idx="2233">
                  <c:v>0.181982</c:v>
                </c:pt>
                <c:pt idx="2234">
                  <c:v>0.18228800000000001</c:v>
                </c:pt>
                <c:pt idx="2235">
                  <c:v>0.18259300000000001</c:v>
                </c:pt>
                <c:pt idx="2236">
                  <c:v>0.18289900000000001</c:v>
                </c:pt>
                <c:pt idx="2237">
                  <c:v>0.18320400000000001</c:v>
                </c:pt>
                <c:pt idx="2238">
                  <c:v>0.18350900000000001</c:v>
                </c:pt>
                <c:pt idx="2239">
                  <c:v>0.18381500000000001</c:v>
                </c:pt>
                <c:pt idx="2240">
                  <c:v>0.18412000000000001</c:v>
                </c:pt>
                <c:pt idx="2241">
                  <c:v>0.18442600000000001</c:v>
                </c:pt>
                <c:pt idx="2242">
                  <c:v>0.18473100000000001</c:v>
                </c:pt>
                <c:pt idx="2243">
                  <c:v>0.18503600000000001</c:v>
                </c:pt>
                <c:pt idx="2244">
                  <c:v>0.18534200000000001</c:v>
                </c:pt>
                <c:pt idx="2245">
                  <c:v>0.18564700000000001</c:v>
                </c:pt>
                <c:pt idx="2246">
                  <c:v>0.18595300000000001</c:v>
                </c:pt>
                <c:pt idx="2247">
                  <c:v>0.18625800000000001</c:v>
                </c:pt>
                <c:pt idx="2248">
                  <c:v>0.18656300000000001</c:v>
                </c:pt>
                <c:pt idx="2249">
                  <c:v>0.18686900000000001</c:v>
                </c:pt>
                <c:pt idx="2250">
                  <c:v>0.18717400000000001</c:v>
                </c:pt>
                <c:pt idx="2251">
                  <c:v>0.18748000000000001</c:v>
                </c:pt>
                <c:pt idx="2252">
                  <c:v>0.18778500000000001</c:v>
                </c:pt>
                <c:pt idx="2253">
                  <c:v>0.18809000000000001</c:v>
                </c:pt>
                <c:pt idx="2254">
                  <c:v>0.18839600000000001</c:v>
                </c:pt>
                <c:pt idx="2255">
                  <c:v>0.18870100000000001</c:v>
                </c:pt>
                <c:pt idx="2256">
                  <c:v>0.18900700000000001</c:v>
                </c:pt>
                <c:pt idx="2257">
                  <c:v>0.18931200000000001</c:v>
                </c:pt>
                <c:pt idx="2258">
                  <c:v>0.18961700000000001</c:v>
                </c:pt>
                <c:pt idx="2259">
                  <c:v>0.18992300000000001</c:v>
                </c:pt>
                <c:pt idx="2260">
                  <c:v>0.19022800000000001</c:v>
                </c:pt>
                <c:pt idx="2261">
                  <c:v>0.19053400000000001</c:v>
                </c:pt>
                <c:pt idx="2262">
                  <c:v>0.19083900000000001</c:v>
                </c:pt>
                <c:pt idx="2263">
                  <c:v>0.19114400000000001</c:v>
                </c:pt>
                <c:pt idx="2264">
                  <c:v>0.19145000000000001</c:v>
                </c:pt>
                <c:pt idx="2265">
                  <c:v>0.19175500000000001</c:v>
                </c:pt>
                <c:pt idx="2266">
                  <c:v>0.19206100000000001</c:v>
                </c:pt>
                <c:pt idx="2267">
                  <c:v>0.19236600000000001</c:v>
                </c:pt>
                <c:pt idx="2268">
                  <c:v>0.19267100000000001</c:v>
                </c:pt>
                <c:pt idx="2269">
                  <c:v>0.19297700000000001</c:v>
                </c:pt>
                <c:pt idx="2270">
                  <c:v>0.19328200000000001</c:v>
                </c:pt>
                <c:pt idx="2271">
                  <c:v>0.19358700000000001</c:v>
                </c:pt>
                <c:pt idx="2272">
                  <c:v>0.19389300000000001</c:v>
                </c:pt>
                <c:pt idx="2273">
                  <c:v>0.19419800000000001</c:v>
                </c:pt>
                <c:pt idx="2274">
                  <c:v>0.19450400000000001</c:v>
                </c:pt>
                <c:pt idx="2275">
                  <c:v>0.19480900000000001</c:v>
                </c:pt>
                <c:pt idx="2276">
                  <c:v>0.19511400000000001</c:v>
                </c:pt>
                <c:pt idx="2277">
                  <c:v>0.19542000000000001</c:v>
                </c:pt>
                <c:pt idx="2278">
                  <c:v>0.19572500000000001</c:v>
                </c:pt>
                <c:pt idx="2279">
                  <c:v>0.19603100000000001</c:v>
                </c:pt>
                <c:pt idx="2280">
                  <c:v>0.19633600000000001</c:v>
                </c:pt>
                <c:pt idx="2281">
                  <c:v>0.19664100000000001</c:v>
                </c:pt>
                <c:pt idx="2282">
                  <c:v>0.19694700000000001</c:v>
                </c:pt>
                <c:pt idx="2283">
                  <c:v>0.19725200000000001</c:v>
                </c:pt>
                <c:pt idx="2284">
                  <c:v>0.19755800000000001</c:v>
                </c:pt>
                <c:pt idx="2285">
                  <c:v>0.19786300000000001</c:v>
                </c:pt>
                <c:pt idx="2286">
                  <c:v>0.19816800000000001</c:v>
                </c:pt>
                <c:pt idx="2287">
                  <c:v>0.19847400000000001</c:v>
                </c:pt>
                <c:pt idx="2288">
                  <c:v>0.19877900000000001</c:v>
                </c:pt>
                <c:pt idx="2289">
                  <c:v>0.19908500000000001</c:v>
                </c:pt>
                <c:pt idx="2290">
                  <c:v>0.19939000000000001</c:v>
                </c:pt>
                <c:pt idx="2291">
                  <c:v>0.19969500000000001</c:v>
                </c:pt>
                <c:pt idx="2292">
                  <c:v>0.20000100000000001</c:v>
                </c:pt>
                <c:pt idx="2293">
                  <c:v>0.20030600000000001</c:v>
                </c:pt>
                <c:pt idx="2294">
                  <c:v>0.20061200000000001</c:v>
                </c:pt>
                <c:pt idx="2295">
                  <c:v>0.20091700000000001</c:v>
                </c:pt>
                <c:pt idx="2296">
                  <c:v>0.20122200000000001</c:v>
                </c:pt>
                <c:pt idx="2297">
                  <c:v>0.20152800000000001</c:v>
                </c:pt>
                <c:pt idx="2298">
                  <c:v>0.20183300000000001</c:v>
                </c:pt>
                <c:pt idx="2299">
                  <c:v>0.20213900000000001</c:v>
                </c:pt>
                <c:pt idx="2300">
                  <c:v>0.20244400000000001</c:v>
                </c:pt>
                <c:pt idx="2301">
                  <c:v>0.20274900000000001</c:v>
                </c:pt>
                <c:pt idx="2302">
                  <c:v>0.20305500000000001</c:v>
                </c:pt>
                <c:pt idx="2303">
                  <c:v>0.20336000000000001</c:v>
                </c:pt>
                <c:pt idx="2304">
                  <c:v>0.20366600000000001</c:v>
                </c:pt>
                <c:pt idx="2305">
                  <c:v>0.20397100000000001</c:v>
                </c:pt>
                <c:pt idx="2306">
                  <c:v>0.20427600000000001</c:v>
                </c:pt>
                <c:pt idx="2307">
                  <c:v>0.20458200000000001</c:v>
                </c:pt>
                <c:pt idx="2308">
                  <c:v>0.20488700000000001</c:v>
                </c:pt>
                <c:pt idx="2309">
                  <c:v>0.20519299999999999</c:v>
                </c:pt>
                <c:pt idx="2310">
                  <c:v>0.20549799999999999</c:v>
                </c:pt>
                <c:pt idx="2311">
                  <c:v>0.20580300000000001</c:v>
                </c:pt>
                <c:pt idx="2312">
                  <c:v>0.20610899999999999</c:v>
                </c:pt>
                <c:pt idx="2313">
                  <c:v>0.20641399999999999</c:v>
                </c:pt>
                <c:pt idx="2314">
                  <c:v>0.20671999999999999</c:v>
                </c:pt>
                <c:pt idx="2315">
                  <c:v>0.20702499999999999</c:v>
                </c:pt>
                <c:pt idx="2316">
                  <c:v>0.20732999999999999</c:v>
                </c:pt>
                <c:pt idx="2317">
                  <c:v>0.20763599999999999</c:v>
                </c:pt>
                <c:pt idx="2318">
                  <c:v>0.20794099999999999</c:v>
                </c:pt>
                <c:pt idx="2319">
                  <c:v>0.20824699999999999</c:v>
                </c:pt>
                <c:pt idx="2320">
                  <c:v>0.20855199999999999</c:v>
                </c:pt>
                <c:pt idx="2321">
                  <c:v>0.20885699999999999</c:v>
                </c:pt>
                <c:pt idx="2322">
                  <c:v>0.20916299999999999</c:v>
                </c:pt>
                <c:pt idx="2323">
                  <c:v>0.20946799999999999</c:v>
                </c:pt>
                <c:pt idx="2324">
                  <c:v>0.20977399999999999</c:v>
                </c:pt>
                <c:pt idx="2325">
                  <c:v>0.21007899999999999</c:v>
                </c:pt>
                <c:pt idx="2326">
                  <c:v>0.21038399999999999</c:v>
                </c:pt>
                <c:pt idx="2327">
                  <c:v>0.21068999999999999</c:v>
                </c:pt>
                <c:pt idx="2328">
                  <c:v>0.21099499999999999</c:v>
                </c:pt>
                <c:pt idx="2329">
                  <c:v>0.21130099999999999</c:v>
                </c:pt>
                <c:pt idx="2330">
                  <c:v>0.21160599999999999</c:v>
                </c:pt>
                <c:pt idx="2331">
                  <c:v>0.21191099999999999</c:v>
                </c:pt>
                <c:pt idx="2332">
                  <c:v>0.21221699999999999</c:v>
                </c:pt>
                <c:pt idx="2333">
                  <c:v>0.21252199999999999</c:v>
                </c:pt>
                <c:pt idx="2334">
                  <c:v>0.21282799999999999</c:v>
                </c:pt>
                <c:pt idx="2335">
                  <c:v>0.21313299999999999</c:v>
                </c:pt>
                <c:pt idx="2336">
                  <c:v>0.21343799999999999</c:v>
                </c:pt>
                <c:pt idx="2337">
                  <c:v>0.21374399999999999</c:v>
                </c:pt>
                <c:pt idx="2338">
                  <c:v>0.21404899999999999</c:v>
                </c:pt>
                <c:pt idx="2339">
                  <c:v>0.21435499999999999</c:v>
                </c:pt>
                <c:pt idx="2340">
                  <c:v>0.21465999999999999</c:v>
                </c:pt>
                <c:pt idx="2341">
                  <c:v>0.21496499999999999</c:v>
                </c:pt>
                <c:pt idx="2342">
                  <c:v>0.21527099999999999</c:v>
                </c:pt>
                <c:pt idx="2343">
                  <c:v>0.21557599999999999</c:v>
                </c:pt>
                <c:pt idx="2344">
                  <c:v>0.21588199999999999</c:v>
                </c:pt>
                <c:pt idx="2345">
                  <c:v>0.21618699999999999</c:v>
                </c:pt>
                <c:pt idx="2346">
                  <c:v>0.21649199999999999</c:v>
                </c:pt>
                <c:pt idx="2347">
                  <c:v>0.21679799999999999</c:v>
                </c:pt>
                <c:pt idx="2348">
                  <c:v>0.21710299999999999</c:v>
                </c:pt>
                <c:pt idx="2349">
                  <c:v>0.21740899999999999</c:v>
                </c:pt>
                <c:pt idx="2350">
                  <c:v>0.21771399999999999</c:v>
                </c:pt>
                <c:pt idx="2351">
                  <c:v>0.21801899999999999</c:v>
                </c:pt>
                <c:pt idx="2352">
                  <c:v>0.21832499999999999</c:v>
                </c:pt>
                <c:pt idx="2353">
                  <c:v>0.21862999999999999</c:v>
                </c:pt>
                <c:pt idx="2354">
                  <c:v>0.21893499999999999</c:v>
                </c:pt>
                <c:pt idx="2355">
                  <c:v>0.21924099999999999</c:v>
                </c:pt>
                <c:pt idx="2356">
                  <c:v>0.21954599999999999</c:v>
                </c:pt>
                <c:pt idx="2357">
                  <c:v>0.21985199999999999</c:v>
                </c:pt>
                <c:pt idx="2358">
                  <c:v>0.22015699999999999</c:v>
                </c:pt>
                <c:pt idx="2359">
                  <c:v>0.22046199999999999</c:v>
                </c:pt>
                <c:pt idx="2360">
                  <c:v>0.22076799999999999</c:v>
                </c:pt>
                <c:pt idx="2361">
                  <c:v>0.22107299999999999</c:v>
                </c:pt>
                <c:pt idx="2362">
                  <c:v>0.22137899999999999</c:v>
                </c:pt>
                <c:pt idx="2363">
                  <c:v>0.22168399999999999</c:v>
                </c:pt>
                <c:pt idx="2364">
                  <c:v>0.22198899999999999</c:v>
                </c:pt>
                <c:pt idx="2365">
                  <c:v>0.22229499999999999</c:v>
                </c:pt>
                <c:pt idx="2366">
                  <c:v>0.22259999999999999</c:v>
                </c:pt>
                <c:pt idx="2367">
                  <c:v>0.22290599999999999</c:v>
                </c:pt>
                <c:pt idx="2368">
                  <c:v>0.22321099999999999</c:v>
                </c:pt>
                <c:pt idx="2369">
                  <c:v>0.22351599999999999</c:v>
                </c:pt>
                <c:pt idx="2370">
                  <c:v>0.22382199999999999</c:v>
                </c:pt>
                <c:pt idx="2371">
                  <c:v>0.22412699999999999</c:v>
                </c:pt>
                <c:pt idx="2372">
                  <c:v>0.22443299999999999</c:v>
                </c:pt>
                <c:pt idx="2373">
                  <c:v>0.22473799999999999</c:v>
                </c:pt>
                <c:pt idx="2374">
                  <c:v>0.22504299999999999</c:v>
                </c:pt>
                <c:pt idx="2375">
                  <c:v>0.22534899999999999</c:v>
                </c:pt>
                <c:pt idx="2376">
                  <c:v>0.22565399999999999</c:v>
                </c:pt>
                <c:pt idx="2377">
                  <c:v>0.22595999999999999</c:v>
                </c:pt>
                <c:pt idx="2378">
                  <c:v>0.22626499999999999</c:v>
                </c:pt>
                <c:pt idx="2379">
                  <c:v>0.22656999999999999</c:v>
                </c:pt>
                <c:pt idx="2380">
                  <c:v>0.22687599999999999</c:v>
                </c:pt>
                <c:pt idx="2381">
                  <c:v>0.22718099999999999</c:v>
                </c:pt>
                <c:pt idx="2382">
                  <c:v>0.22748699999999999</c:v>
                </c:pt>
                <c:pt idx="2383">
                  <c:v>0.22779199999999999</c:v>
                </c:pt>
                <c:pt idx="2384">
                  <c:v>0.22809699999999999</c:v>
                </c:pt>
                <c:pt idx="2385">
                  <c:v>0.22840299999999999</c:v>
                </c:pt>
                <c:pt idx="2386">
                  <c:v>0.22870799999999999</c:v>
                </c:pt>
                <c:pt idx="2387">
                  <c:v>0.229014</c:v>
                </c:pt>
                <c:pt idx="2388">
                  <c:v>0.229319</c:v>
                </c:pt>
                <c:pt idx="2389">
                  <c:v>0.22962399999999999</c:v>
                </c:pt>
                <c:pt idx="2390">
                  <c:v>0.22993</c:v>
                </c:pt>
                <c:pt idx="2391">
                  <c:v>0.230235</c:v>
                </c:pt>
                <c:pt idx="2392">
                  <c:v>0.230541</c:v>
                </c:pt>
                <c:pt idx="2393">
                  <c:v>0.230846</c:v>
                </c:pt>
                <c:pt idx="2394">
                  <c:v>0.231151</c:v>
                </c:pt>
                <c:pt idx="2395">
                  <c:v>0.231457</c:v>
                </c:pt>
                <c:pt idx="2396">
                  <c:v>0.231762</c:v>
                </c:pt>
                <c:pt idx="2397">
                  <c:v>0.232068</c:v>
                </c:pt>
                <c:pt idx="2398">
                  <c:v>0.232373</c:v>
                </c:pt>
                <c:pt idx="2399">
                  <c:v>0.232678</c:v>
                </c:pt>
                <c:pt idx="2400">
                  <c:v>0.232984</c:v>
                </c:pt>
                <c:pt idx="2401">
                  <c:v>0.233289</c:v>
                </c:pt>
                <c:pt idx="2402">
                  <c:v>0.233595</c:v>
                </c:pt>
                <c:pt idx="2403">
                  <c:v>0.2339</c:v>
                </c:pt>
                <c:pt idx="2404">
                  <c:v>0.234205</c:v>
                </c:pt>
                <c:pt idx="2405">
                  <c:v>0.234511</c:v>
                </c:pt>
                <c:pt idx="2406">
                  <c:v>0.234816</c:v>
                </c:pt>
                <c:pt idx="2407">
                  <c:v>0.235122</c:v>
                </c:pt>
                <c:pt idx="2408">
                  <c:v>0.235427</c:v>
                </c:pt>
                <c:pt idx="2409">
                  <c:v>0.235732</c:v>
                </c:pt>
                <c:pt idx="2410">
                  <c:v>0.236038</c:v>
                </c:pt>
                <c:pt idx="2411">
                  <c:v>0.236343</c:v>
                </c:pt>
                <c:pt idx="2412">
                  <c:v>0.236649</c:v>
                </c:pt>
                <c:pt idx="2413">
                  <c:v>0.236954</c:v>
                </c:pt>
                <c:pt idx="2414">
                  <c:v>0.237259</c:v>
                </c:pt>
                <c:pt idx="2415">
                  <c:v>0.237565</c:v>
                </c:pt>
                <c:pt idx="2416">
                  <c:v>0.23787</c:v>
                </c:pt>
                <c:pt idx="2417">
                  <c:v>0.238176</c:v>
                </c:pt>
                <c:pt idx="2418">
                  <c:v>0.238481</c:v>
                </c:pt>
                <c:pt idx="2419">
                  <c:v>0.238786</c:v>
                </c:pt>
                <c:pt idx="2420">
                  <c:v>0.239092</c:v>
                </c:pt>
                <c:pt idx="2421">
                  <c:v>0.239397</c:v>
                </c:pt>
                <c:pt idx="2422">
                  <c:v>0.239703</c:v>
                </c:pt>
                <c:pt idx="2423">
                  <c:v>0.240008</c:v>
                </c:pt>
                <c:pt idx="2424">
                  <c:v>0.240313</c:v>
                </c:pt>
                <c:pt idx="2425">
                  <c:v>0.240619</c:v>
                </c:pt>
                <c:pt idx="2426">
                  <c:v>0.240924</c:v>
                </c:pt>
                <c:pt idx="2427">
                  <c:v>0.24123</c:v>
                </c:pt>
                <c:pt idx="2428">
                  <c:v>0.241535</c:v>
                </c:pt>
                <c:pt idx="2429">
                  <c:v>0.24184</c:v>
                </c:pt>
                <c:pt idx="2430">
                  <c:v>0.242146</c:v>
                </c:pt>
                <c:pt idx="2431">
                  <c:v>0.242451</c:v>
                </c:pt>
                <c:pt idx="2432">
                  <c:v>0.242757</c:v>
                </c:pt>
                <c:pt idx="2433">
                  <c:v>0.243062</c:v>
                </c:pt>
                <c:pt idx="2434">
                  <c:v>0.243367</c:v>
                </c:pt>
                <c:pt idx="2435">
                  <c:v>0.243673</c:v>
                </c:pt>
                <c:pt idx="2436">
                  <c:v>0.243978</c:v>
                </c:pt>
                <c:pt idx="2437">
                  <c:v>0.244284</c:v>
                </c:pt>
                <c:pt idx="2438">
                  <c:v>0.244589</c:v>
                </c:pt>
                <c:pt idx="2439">
                  <c:v>0.244894</c:v>
                </c:pt>
                <c:pt idx="2440">
                  <c:v>0.2452</c:v>
                </c:pt>
                <c:pt idx="2441">
                  <c:v>0.245505</c:v>
                </c:pt>
                <c:pt idx="2442">
                  <c:v>0.24581</c:v>
                </c:pt>
                <c:pt idx="2443">
                  <c:v>0.246116</c:v>
                </c:pt>
                <c:pt idx="2444">
                  <c:v>0.246421</c:v>
                </c:pt>
                <c:pt idx="2445">
                  <c:v>0.246727</c:v>
                </c:pt>
                <c:pt idx="2446">
                  <c:v>0.247032</c:v>
                </c:pt>
                <c:pt idx="2447">
                  <c:v>0.247337</c:v>
                </c:pt>
                <c:pt idx="2448">
                  <c:v>0.247643</c:v>
                </c:pt>
                <c:pt idx="2449">
                  <c:v>0.247948</c:v>
                </c:pt>
                <c:pt idx="2450">
                  <c:v>0.248254</c:v>
                </c:pt>
                <c:pt idx="2451">
                  <c:v>0.248559</c:v>
                </c:pt>
                <c:pt idx="2452">
                  <c:v>0.248864</c:v>
                </c:pt>
                <c:pt idx="2453">
                  <c:v>0.24917</c:v>
                </c:pt>
                <c:pt idx="2454">
                  <c:v>0.249475</c:v>
                </c:pt>
                <c:pt idx="2455">
                  <c:v>0.249781</c:v>
                </c:pt>
                <c:pt idx="2456">
                  <c:v>0.25008599999999997</c:v>
                </c:pt>
                <c:pt idx="2457">
                  <c:v>0.25039099999999997</c:v>
                </c:pt>
                <c:pt idx="2458">
                  <c:v>0.250697</c:v>
                </c:pt>
                <c:pt idx="2459">
                  <c:v>0.251002</c:v>
                </c:pt>
                <c:pt idx="2460">
                  <c:v>0.25130799999999998</c:v>
                </c:pt>
                <c:pt idx="2461">
                  <c:v>0.25161299999999998</c:v>
                </c:pt>
                <c:pt idx="2462">
                  <c:v>0.25191799999999998</c:v>
                </c:pt>
                <c:pt idx="2463">
                  <c:v>0.252224</c:v>
                </c:pt>
                <c:pt idx="2464">
                  <c:v>0.252529</c:v>
                </c:pt>
                <c:pt idx="2465">
                  <c:v>0.25283499999999998</c:v>
                </c:pt>
                <c:pt idx="2466">
                  <c:v>0.25313999999999998</c:v>
                </c:pt>
                <c:pt idx="2467">
                  <c:v>0.25344499999999998</c:v>
                </c:pt>
                <c:pt idx="2468">
                  <c:v>0.253751</c:v>
                </c:pt>
                <c:pt idx="2469">
                  <c:v>0.254056</c:v>
                </c:pt>
                <c:pt idx="2470">
                  <c:v>0.25436199999999998</c:v>
                </c:pt>
                <c:pt idx="2471">
                  <c:v>0.25466699999999998</c:v>
                </c:pt>
                <c:pt idx="2472">
                  <c:v>0.25497199999999998</c:v>
                </c:pt>
                <c:pt idx="2473">
                  <c:v>0.255278</c:v>
                </c:pt>
                <c:pt idx="2474">
                  <c:v>0.255583</c:v>
                </c:pt>
                <c:pt idx="2475">
                  <c:v>0.25588899999999998</c:v>
                </c:pt>
                <c:pt idx="2476">
                  <c:v>0.25619399999999998</c:v>
                </c:pt>
                <c:pt idx="2477">
                  <c:v>0.25649899999999998</c:v>
                </c:pt>
                <c:pt idx="2478">
                  <c:v>0.25680500000000001</c:v>
                </c:pt>
                <c:pt idx="2479">
                  <c:v>0.25711000000000001</c:v>
                </c:pt>
                <c:pt idx="2480">
                  <c:v>0.25741599999999998</c:v>
                </c:pt>
                <c:pt idx="2481">
                  <c:v>0.25772099999999998</c:v>
                </c:pt>
                <c:pt idx="2482">
                  <c:v>0.25802599999999998</c:v>
                </c:pt>
                <c:pt idx="2483">
                  <c:v>0.25833200000000001</c:v>
                </c:pt>
                <c:pt idx="2484">
                  <c:v>0.25863700000000001</c:v>
                </c:pt>
                <c:pt idx="2485">
                  <c:v>0.25894299999999998</c:v>
                </c:pt>
                <c:pt idx="2486">
                  <c:v>0.25924799999999998</c:v>
                </c:pt>
                <c:pt idx="2487">
                  <c:v>0.25955299999999998</c:v>
                </c:pt>
                <c:pt idx="2488">
                  <c:v>0.25985900000000001</c:v>
                </c:pt>
                <c:pt idx="2489">
                  <c:v>0.26016400000000001</c:v>
                </c:pt>
                <c:pt idx="2490">
                  <c:v>0.26046999999999998</c:v>
                </c:pt>
                <c:pt idx="2491">
                  <c:v>0.26077499999999998</c:v>
                </c:pt>
                <c:pt idx="2492">
                  <c:v>0.26107999999999998</c:v>
                </c:pt>
                <c:pt idx="2493">
                  <c:v>0.26138600000000001</c:v>
                </c:pt>
                <c:pt idx="2494">
                  <c:v>0.26169100000000001</c:v>
                </c:pt>
                <c:pt idx="2495">
                  <c:v>0.26199699999999998</c:v>
                </c:pt>
                <c:pt idx="2496">
                  <c:v>0.26230199999999998</c:v>
                </c:pt>
                <c:pt idx="2497">
                  <c:v>0.26260699999999998</c:v>
                </c:pt>
                <c:pt idx="2498">
                  <c:v>0.26291300000000001</c:v>
                </c:pt>
                <c:pt idx="2499">
                  <c:v>0.26321800000000001</c:v>
                </c:pt>
                <c:pt idx="2500">
                  <c:v>0.26352399999999998</c:v>
                </c:pt>
                <c:pt idx="2501">
                  <c:v>0.26382899999999998</c:v>
                </c:pt>
                <c:pt idx="2502">
                  <c:v>0.26413399999999998</c:v>
                </c:pt>
                <c:pt idx="2503">
                  <c:v>0.26444000000000001</c:v>
                </c:pt>
                <c:pt idx="2504">
                  <c:v>0.26474500000000001</c:v>
                </c:pt>
                <c:pt idx="2505">
                  <c:v>0.26505099999999998</c:v>
                </c:pt>
                <c:pt idx="2506">
                  <c:v>0.26535599999999998</c:v>
                </c:pt>
                <c:pt idx="2507">
                  <c:v>0.26566099999999998</c:v>
                </c:pt>
                <c:pt idx="2508">
                  <c:v>0.26596700000000001</c:v>
                </c:pt>
                <c:pt idx="2509">
                  <c:v>0.26627200000000001</c:v>
                </c:pt>
                <c:pt idx="2510">
                  <c:v>0.26657799999999998</c:v>
                </c:pt>
                <c:pt idx="2511">
                  <c:v>0.26688299999999998</c:v>
                </c:pt>
                <c:pt idx="2512">
                  <c:v>0.26718799999999998</c:v>
                </c:pt>
                <c:pt idx="2513">
                  <c:v>0.26749400000000001</c:v>
                </c:pt>
                <c:pt idx="2514">
                  <c:v>0.26779900000000001</c:v>
                </c:pt>
                <c:pt idx="2515">
                  <c:v>0.26810499999999998</c:v>
                </c:pt>
                <c:pt idx="2516">
                  <c:v>0.26840999999999998</c:v>
                </c:pt>
                <c:pt idx="2517">
                  <c:v>0.26871499999999998</c:v>
                </c:pt>
                <c:pt idx="2518">
                  <c:v>0.26902100000000001</c:v>
                </c:pt>
                <c:pt idx="2519">
                  <c:v>0.26932600000000001</c:v>
                </c:pt>
                <c:pt idx="2520">
                  <c:v>0.26963199999999998</c:v>
                </c:pt>
                <c:pt idx="2521">
                  <c:v>0.26993699999999998</c:v>
                </c:pt>
                <c:pt idx="2522">
                  <c:v>0.27024199999999998</c:v>
                </c:pt>
                <c:pt idx="2523">
                  <c:v>0.27054800000000001</c:v>
                </c:pt>
                <c:pt idx="2524">
                  <c:v>0.27085300000000001</c:v>
                </c:pt>
                <c:pt idx="2525">
                  <c:v>0.27115800000000001</c:v>
                </c:pt>
                <c:pt idx="2526">
                  <c:v>0.27146399999999998</c:v>
                </c:pt>
                <c:pt idx="2527">
                  <c:v>0.27176899999999998</c:v>
                </c:pt>
                <c:pt idx="2528">
                  <c:v>0.27207500000000001</c:v>
                </c:pt>
                <c:pt idx="2529">
                  <c:v>0.27238000000000001</c:v>
                </c:pt>
                <c:pt idx="2530">
                  <c:v>0.27268500000000001</c:v>
                </c:pt>
                <c:pt idx="2531">
                  <c:v>0.27299099999999998</c:v>
                </c:pt>
                <c:pt idx="2532">
                  <c:v>0.27329599999999998</c:v>
                </c:pt>
                <c:pt idx="2533">
                  <c:v>0.27360200000000001</c:v>
                </c:pt>
                <c:pt idx="2534">
                  <c:v>0.27390700000000001</c:v>
                </c:pt>
                <c:pt idx="2535">
                  <c:v>0.27421200000000001</c:v>
                </c:pt>
                <c:pt idx="2536">
                  <c:v>0.27451799999999998</c:v>
                </c:pt>
                <c:pt idx="2537">
                  <c:v>0.27482299999999998</c:v>
                </c:pt>
                <c:pt idx="2538">
                  <c:v>0.27512900000000001</c:v>
                </c:pt>
                <c:pt idx="2539">
                  <c:v>0.27543400000000001</c:v>
                </c:pt>
                <c:pt idx="2540">
                  <c:v>0.27573900000000001</c:v>
                </c:pt>
                <c:pt idx="2541">
                  <c:v>0.27604499999999998</c:v>
                </c:pt>
                <c:pt idx="2542">
                  <c:v>0.27634999999999998</c:v>
                </c:pt>
                <c:pt idx="2543">
                  <c:v>0.27665600000000001</c:v>
                </c:pt>
                <c:pt idx="2544">
                  <c:v>0.27696100000000001</c:v>
                </c:pt>
                <c:pt idx="2545">
                  <c:v>0.27726600000000001</c:v>
                </c:pt>
                <c:pt idx="2546">
                  <c:v>0.27757199999999999</c:v>
                </c:pt>
                <c:pt idx="2547">
                  <c:v>0.27787699999999999</c:v>
                </c:pt>
                <c:pt idx="2548">
                  <c:v>0.27818300000000001</c:v>
                </c:pt>
                <c:pt idx="2549">
                  <c:v>0.27848800000000001</c:v>
                </c:pt>
                <c:pt idx="2550">
                  <c:v>0.27879300000000001</c:v>
                </c:pt>
                <c:pt idx="2551">
                  <c:v>0.27909899999999999</c:v>
                </c:pt>
                <c:pt idx="2552">
                  <c:v>0.27940399999999999</c:v>
                </c:pt>
                <c:pt idx="2553">
                  <c:v>0.27971000000000001</c:v>
                </c:pt>
                <c:pt idx="2554">
                  <c:v>0.28001500000000001</c:v>
                </c:pt>
                <c:pt idx="2555">
                  <c:v>0.28032000000000001</c:v>
                </c:pt>
                <c:pt idx="2556">
                  <c:v>0.28062599999999999</c:v>
                </c:pt>
                <c:pt idx="2557">
                  <c:v>0.28093099999999999</c:v>
                </c:pt>
                <c:pt idx="2558">
                  <c:v>0.28123700000000001</c:v>
                </c:pt>
                <c:pt idx="2559">
                  <c:v>0.28154200000000001</c:v>
                </c:pt>
                <c:pt idx="2560">
                  <c:v>0.28184700000000001</c:v>
                </c:pt>
                <c:pt idx="2561">
                  <c:v>0.28215299999999999</c:v>
                </c:pt>
                <c:pt idx="2562">
                  <c:v>0.28245799999999999</c:v>
                </c:pt>
                <c:pt idx="2563">
                  <c:v>0.28276400000000002</c:v>
                </c:pt>
                <c:pt idx="2564">
                  <c:v>0.28306900000000002</c:v>
                </c:pt>
                <c:pt idx="2565">
                  <c:v>0.28337400000000001</c:v>
                </c:pt>
                <c:pt idx="2566">
                  <c:v>0.28367999999999999</c:v>
                </c:pt>
                <c:pt idx="2567">
                  <c:v>0.28398499999999999</c:v>
                </c:pt>
                <c:pt idx="2568">
                  <c:v>0.28429100000000002</c:v>
                </c:pt>
                <c:pt idx="2569">
                  <c:v>0.28459600000000002</c:v>
                </c:pt>
                <c:pt idx="2570">
                  <c:v>0.28490100000000002</c:v>
                </c:pt>
                <c:pt idx="2571">
                  <c:v>0.28520699999999999</c:v>
                </c:pt>
                <c:pt idx="2572">
                  <c:v>0.28551199999999999</c:v>
                </c:pt>
                <c:pt idx="2573">
                  <c:v>0.28581800000000002</c:v>
                </c:pt>
                <c:pt idx="2574">
                  <c:v>0.28612300000000002</c:v>
                </c:pt>
                <c:pt idx="2575">
                  <c:v>0.28642800000000002</c:v>
                </c:pt>
                <c:pt idx="2576">
                  <c:v>0.28673399999999999</c:v>
                </c:pt>
                <c:pt idx="2577">
                  <c:v>0.28703899999999999</c:v>
                </c:pt>
                <c:pt idx="2578">
                  <c:v>0.28734500000000002</c:v>
                </c:pt>
                <c:pt idx="2579">
                  <c:v>0.28765000000000002</c:v>
                </c:pt>
                <c:pt idx="2580">
                  <c:v>0.28795500000000002</c:v>
                </c:pt>
                <c:pt idx="2581">
                  <c:v>0.28826099999999999</c:v>
                </c:pt>
                <c:pt idx="2582">
                  <c:v>0.28856599999999999</c:v>
                </c:pt>
                <c:pt idx="2583">
                  <c:v>0.28887200000000002</c:v>
                </c:pt>
                <c:pt idx="2584">
                  <c:v>0.28917700000000002</c:v>
                </c:pt>
                <c:pt idx="2585">
                  <c:v>0.28948200000000002</c:v>
                </c:pt>
                <c:pt idx="2586">
                  <c:v>0.28978799999999999</c:v>
                </c:pt>
                <c:pt idx="2587">
                  <c:v>0.29009299999999999</c:v>
                </c:pt>
                <c:pt idx="2588">
                  <c:v>0.29039900000000002</c:v>
                </c:pt>
                <c:pt idx="2589">
                  <c:v>0.29070400000000002</c:v>
                </c:pt>
                <c:pt idx="2590">
                  <c:v>0.29100900000000002</c:v>
                </c:pt>
                <c:pt idx="2591">
                  <c:v>0.29131499999999999</c:v>
                </c:pt>
                <c:pt idx="2592">
                  <c:v>0.29161999999999999</c:v>
                </c:pt>
                <c:pt idx="2593">
                  <c:v>0.29192600000000002</c:v>
                </c:pt>
                <c:pt idx="2594">
                  <c:v>0.29223100000000002</c:v>
                </c:pt>
                <c:pt idx="2595">
                  <c:v>0.29253600000000002</c:v>
                </c:pt>
                <c:pt idx="2596">
                  <c:v>0.29284199999999999</c:v>
                </c:pt>
                <c:pt idx="2597">
                  <c:v>0.29314699999999999</c:v>
                </c:pt>
                <c:pt idx="2598">
                  <c:v>0.29345300000000002</c:v>
                </c:pt>
                <c:pt idx="2599">
                  <c:v>0.29375800000000002</c:v>
                </c:pt>
                <c:pt idx="2600">
                  <c:v>0.29406300000000002</c:v>
                </c:pt>
                <c:pt idx="2601">
                  <c:v>0.29436899999999999</c:v>
                </c:pt>
                <c:pt idx="2602">
                  <c:v>0.29467399999999999</c:v>
                </c:pt>
                <c:pt idx="2603">
                  <c:v>0.29498000000000002</c:v>
                </c:pt>
                <c:pt idx="2604">
                  <c:v>0.29528500000000002</c:v>
                </c:pt>
                <c:pt idx="2605">
                  <c:v>0.29559000000000002</c:v>
                </c:pt>
                <c:pt idx="2606">
                  <c:v>0.29589599999999999</c:v>
                </c:pt>
                <c:pt idx="2607">
                  <c:v>0.29620099999999999</c:v>
                </c:pt>
                <c:pt idx="2608">
                  <c:v>0.29650599999999999</c:v>
                </c:pt>
                <c:pt idx="2609">
                  <c:v>0.29681200000000002</c:v>
                </c:pt>
                <c:pt idx="2610">
                  <c:v>0.29711700000000002</c:v>
                </c:pt>
                <c:pt idx="2611">
                  <c:v>0.29742299999999999</c:v>
                </c:pt>
                <c:pt idx="2612">
                  <c:v>0.29772799999999999</c:v>
                </c:pt>
                <c:pt idx="2613">
                  <c:v>0.29803299999999999</c:v>
                </c:pt>
                <c:pt idx="2614">
                  <c:v>0.29833900000000002</c:v>
                </c:pt>
                <c:pt idx="2615">
                  <c:v>0.29864400000000002</c:v>
                </c:pt>
                <c:pt idx="2616">
                  <c:v>0.29894999999999999</c:v>
                </c:pt>
                <c:pt idx="2617">
                  <c:v>0.29925499999999999</c:v>
                </c:pt>
                <c:pt idx="2618">
                  <c:v>0.29955999999999999</c:v>
                </c:pt>
                <c:pt idx="2619">
                  <c:v>0.29986600000000002</c:v>
                </c:pt>
                <c:pt idx="2620">
                  <c:v>0.30017100000000002</c:v>
                </c:pt>
                <c:pt idx="2621">
                  <c:v>0.30047699999999999</c:v>
                </c:pt>
                <c:pt idx="2622">
                  <c:v>0.30078199999999999</c:v>
                </c:pt>
                <c:pt idx="2623">
                  <c:v>0.30108699999999999</c:v>
                </c:pt>
                <c:pt idx="2624">
                  <c:v>0.30139300000000002</c:v>
                </c:pt>
                <c:pt idx="2625">
                  <c:v>0.30169800000000002</c:v>
                </c:pt>
                <c:pt idx="2626">
                  <c:v>0.30200399999999999</c:v>
                </c:pt>
                <c:pt idx="2627">
                  <c:v>0.30230899999999999</c:v>
                </c:pt>
                <c:pt idx="2628">
                  <c:v>0.30261399999999999</c:v>
                </c:pt>
                <c:pt idx="2629">
                  <c:v>0.30292000000000002</c:v>
                </c:pt>
                <c:pt idx="2630">
                  <c:v>0.30322500000000002</c:v>
                </c:pt>
                <c:pt idx="2631">
                  <c:v>0.303531</c:v>
                </c:pt>
                <c:pt idx="2632">
                  <c:v>0.30383599999999999</c:v>
                </c:pt>
                <c:pt idx="2633">
                  <c:v>0.30414099999999999</c:v>
                </c:pt>
                <c:pt idx="2634">
                  <c:v>0.30444700000000002</c:v>
                </c:pt>
                <c:pt idx="2635">
                  <c:v>0.30475200000000002</c:v>
                </c:pt>
                <c:pt idx="2636">
                  <c:v>0.305058</c:v>
                </c:pt>
                <c:pt idx="2637">
                  <c:v>0.305363</c:v>
                </c:pt>
                <c:pt idx="2638">
                  <c:v>0.305668</c:v>
                </c:pt>
                <c:pt idx="2639">
                  <c:v>0.30597400000000002</c:v>
                </c:pt>
                <c:pt idx="2640">
                  <c:v>0.30627900000000002</c:v>
                </c:pt>
                <c:pt idx="2641">
                  <c:v>0.306585</c:v>
                </c:pt>
                <c:pt idx="2642">
                  <c:v>0.30689</c:v>
                </c:pt>
                <c:pt idx="2643">
                  <c:v>0.307195</c:v>
                </c:pt>
                <c:pt idx="2644">
                  <c:v>0.30750100000000002</c:v>
                </c:pt>
                <c:pt idx="2645">
                  <c:v>0.30780600000000002</c:v>
                </c:pt>
                <c:pt idx="2646">
                  <c:v>0.308112</c:v>
                </c:pt>
                <c:pt idx="2647">
                  <c:v>0.308417</c:v>
                </c:pt>
                <c:pt idx="2648">
                  <c:v>0.308722</c:v>
                </c:pt>
                <c:pt idx="2649">
                  <c:v>0.30902800000000002</c:v>
                </c:pt>
                <c:pt idx="2650">
                  <c:v>0.30933300000000002</c:v>
                </c:pt>
                <c:pt idx="2651">
                  <c:v>0.309639</c:v>
                </c:pt>
                <c:pt idx="2652">
                  <c:v>0.309944</c:v>
                </c:pt>
                <c:pt idx="2653">
                  <c:v>0.310249</c:v>
                </c:pt>
                <c:pt idx="2654">
                  <c:v>0.31055500000000003</c:v>
                </c:pt>
                <c:pt idx="2655">
                  <c:v>0.31086000000000003</c:v>
                </c:pt>
                <c:pt idx="2656">
                  <c:v>0.311166</c:v>
                </c:pt>
                <c:pt idx="2657">
                  <c:v>0.311471</c:v>
                </c:pt>
                <c:pt idx="2658">
                  <c:v>0.311776</c:v>
                </c:pt>
                <c:pt idx="2659">
                  <c:v>0.31208200000000003</c:v>
                </c:pt>
                <c:pt idx="2660">
                  <c:v>0.31238700000000003</c:v>
                </c:pt>
                <c:pt idx="2661">
                  <c:v>0.312693</c:v>
                </c:pt>
                <c:pt idx="2662">
                  <c:v>0.312998</c:v>
                </c:pt>
                <c:pt idx="2663">
                  <c:v>0.313303</c:v>
                </c:pt>
                <c:pt idx="2664">
                  <c:v>0.31360900000000003</c:v>
                </c:pt>
                <c:pt idx="2665">
                  <c:v>0.31391400000000003</c:v>
                </c:pt>
                <c:pt idx="2666">
                  <c:v>0.31422</c:v>
                </c:pt>
                <c:pt idx="2667">
                  <c:v>0.314525</c:v>
                </c:pt>
                <c:pt idx="2668">
                  <c:v>0.31483</c:v>
                </c:pt>
                <c:pt idx="2669">
                  <c:v>0.31513600000000003</c:v>
                </c:pt>
                <c:pt idx="2670">
                  <c:v>0.31544100000000003</c:v>
                </c:pt>
                <c:pt idx="2671">
                  <c:v>0.315747</c:v>
                </c:pt>
                <c:pt idx="2672">
                  <c:v>0.316052</c:v>
                </c:pt>
                <c:pt idx="2673">
                  <c:v>0.316357</c:v>
                </c:pt>
                <c:pt idx="2674">
                  <c:v>0.31666299999999997</c:v>
                </c:pt>
                <c:pt idx="2675">
                  <c:v>0.31696800000000003</c:v>
                </c:pt>
                <c:pt idx="2676">
                  <c:v>0.317274</c:v>
                </c:pt>
                <c:pt idx="2677">
                  <c:v>0.317579</c:v>
                </c:pt>
                <c:pt idx="2678">
                  <c:v>0.317884</c:v>
                </c:pt>
                <c:pt idx="2679">
                  <c:v>0.31818999999999997</c:v>
                </c:pt>
                <c:pt idx="2680">
                  <c:v>0.31849499999999997</c:v>
                </c:pt>
                <c:pt idx="2681">
                  <c:v>0.318801</c:v>
                </c:pt>
                <c:pt idx="2682">
                  <c:v>0.319106</c:v>
                </c:pt>
                <c:pt idx="2683">
                  <c:v>0.319411</c:v>
                </c:pt>
                <c:pt idx="2684">
                  <c:v>0.31971699999999997</c:v>
                </c:pt>
                <c:pt idx="2685">
                  <c:v>0.32002199999999997</c:v>
                </c:pt>
                <c:pt idx="2686">
                  <c:v>0.320328</c:v>
                </c:pt>
                <c:pt idx="2687">
                  <c:v>0.320633</c:v>
                </c:pt>
                <c:pt idx="2688">
                  <c:v>0.320938</c:v>
                </c:pt>
                <c:pt idx="2689">
                  <c:v>0.32124399999999997</c:v>
                </c:pt>
                <c:pt idx="2690">
                  <c:v>0.32154899999999997</c:v>
                </c:pt>
                <c:pt idx="2691">
                  <c:v>0.32185399999999997</c:v>
                </c:pt>
                <c:pt idx="2692">
                  <c:v>0.32216</c:v>
                </c:pt>
                <c:pt idx="2693">
                  <c:v>0.322465</c:v>
                </c:pt>
                <c:pt idx="2694">
                  <c:v>0.32277099999999997</c:v>
                </c:pt>
                <c:pt idx="2695">
                  <c:v>0.32307599999999997</c:v>
                </c:pt>
                <c:pt idx="2696">
                  <c:v>0.32338099999999997</c:v>
                </c:pt>
                <c:pt idx="2697">
                  <c:v>0.323687</c:v>
                </c:pt>
                <c:pt idx="2698">
                  <c:v>0.323992</c:v>
                </c:pt>
                <c:pt idx="2699">
                  <c:v>0.32429799999999998</c:v>
                </c:pt>
                <c:pt idx="2700">
                  <c:v>0.32460299999999997</c:v>
                </c:pt>
                <c:pt idx="2701">
                  <c:v>0.32490799999999997</c:v>
                </c:pt>
                <c:pt idx="2702">
                  <c:v>0.325214</c:v>
                </c:pt>
                <c:pt idx="2703">
                  <c:v>0.325519</c:v>
                </c:pt>
                <c:pt idx="2704">
                  <c:v>0.32582499999999998</c:v>
                </c:pt>
                <c:pt idx="2705">
                  <c:v>0.32612999999999998</c:v>
                </c:pt>
                <c:pt idx="2706">
                  <c:v>0.32643499999999998</c:v>
                </c:pt>
                <c:pt idx="2707">
                  <c:v>0.326741</c:v>
                </c:pt>
                <c:pt idx="2708">
                  <c:v>0.327046</c:v>
                </c:pt>
                <c:pt idx="2709">
                  <c:v>0.32735199999999998</c:v>
                </c:pt>
                <c:pt idx="2710">
                  <c:v>0.32765699999999998</c:v>
                </c:pt>
                <c:pt idx="2711">
                  <c:v>0.32796199999999998</c:v>
                </c:pt>
                <c:pt idx="2712">
                  <c:v>0.328268</c:v>
                </c:pt>
                <c:pt idx="2713">
                  <c:v>0.328573</c:v>
                </c:pt>
                <c:pt idx="2714">
                  <c:v>0.32887899999999998</c:v>
                </c:pt>
                <c:pt idx="2715">
                  <c:v>0.32918399999999998</c:v>
                </c:pt>
                <c:pt idx="2716">
                  <c:v>0.32948899999999998</c:v>
                </c:pt>
                <c:pt idx="2717">
                  <c:v>0.329795</c:v>
                </c:pt>
                <c:pt idx="2718">
                  <c:v>0.3301</c:v>
                </c:pt>
                <c:pt idx="2719">
                  <c:v>0.33040599999999998</c:v>
                </c:pt>
                <c:pt idx="2720">
                  <c:v>0.33071099999999998</c:v>
                </c:pt>
                <c:pt idx="2721">
                  <c:v>0.33101599999999998</c:v>
                </c:pt>
                <c:pt idx="2722">
                  <c:v>0.33132200000000001</c:v>
                </c:pt>
                <c:pt idx="2723">
                  <c:v>0.33162700000000001</c:v>
                </c:pt>
                <c:pt idx="2724">
                  <c:v>0.33193299999999998</c:v>
                </c:pt>
                <c:pt idx="2725">
                  <c:v>0.33223799999999998</c:v>
                </c:pt>
                <c:pt idx="2726">
                  <c:v>0.33254299999999998</c:v>
                </c:pt>
                <c:pt idx="2727">
                  <c:v>0.33284900000000001</c:v>
                </c:pt>
                <c:pt idx="2728">
                  <c:v>0.33315400000000001</c:v>
                </c:pt>
                <c:pt idx="2729">
                  <c:v>0.33345999999999998</c:v>
                </c:pt>
                <c:pt idx="2730">
                  <c:v>0.33376499999999998</c:v>
                </c:pt>
                <c:pt idx="2731">
                  <c:v>0.33406999999999998</c:v>
                </c:pt>
                <c:pt idx="2732">
                  <c:v>0.33437600000000001</c:v>
                </c:pt>
                <c:pt idx="2733">
                  <c:v>0.33468100000000001</c:v>
                </c:pt>
                <c:pt idx="2734">
                  <c:v>0.33498699999999998</c:v>
                </c:pt>
                <c:pt idx="2735">
                  <c:v>0.33529199999999998</c:v>
                </c:pt>
                <c:pt idx="2736">
                  <c:v>0.33559699999999998</c:v>
                </c:pt>
                <c:pt idx="2737">
                  <c:v>0.33590300000000001</c:v>
                </c:pt>
                <c:pt idx="2738">
                  <c:v>0.33620800000000001</c:v>
                </c:pt>
                <c:pt idx="2739">
                  <c:v>0.33651399999999998</c:v>
                </c:pt>
                <c:pt idx="2740">
                  <c:v>0.33681899999999998</c:v>
                </c:pt>
                <c:pt idx="2741">
                  <c:v>0.33712399999999998</c:v>
                </c:pt>
                <c:pt idx="2742">
                  <c:v>0.33743000000000001</c:v>
                </c:pt>
                <c:pt idx="2743">
                  <c:v>0.33773500000000001</c:v>
                </c:pt>
                <c:pt idx="2744">
                  <c:v>0.33804099999999998</c:v>
                </c:pt>
                <c:pt idx="2745">
                  <c:v>0.33834599999999998</c:v>
                </c:pt>
                <c:pt idx="2746">
                  <c:v>0.33865099999999998</c:v>
                </c:pt>
                <c:pt idx="2747">
                  <c:v>0.33895700000000001</c:v>
                </c:pt>
                <c:pt idx="2748">
                  <c:v>0.33926200000000001</c:v>
                </c:pt>
                <c:pt idx="2749">
                  <c:v>0.33956799999999998</c:v>
                </c:pt>
                <c:pt idx="2750">
                  <c:v>0.33987299999999998</c:v>
                </c:pt>
                <c:pt idx="2751">
                  <c:v>0.34017799999999998</c:v>
                </c:pt>
                <c:pt idx="2752">
                  <c:v>0.34048400000000001</c:v>
                </c:pt>
                <c:pt idx="2753">
                  <c:v>0.34078900000000001</c:v>
                </c:pt>
                <c:pt idx="2754">
                  <c:v>0.34109499999999998</c:v>
                </c:pt>
                <c:pt idx="2755">
                  <c:v>0.34139999999999998</c:v>
                </c:pt>
                <c:pt idx="2756">
                  <c:v>0.34170499999999998</c:v>
                </c:pt>
                <c:pt idx="2757">
                  <c:v>0.34201100000000001</c:v>
                </c:pt>
                <c:pt idx="2758">
                  <c:v>0.34231600000000001</c:v>
                </c:pt>
                <c:pt idx="2759">
                  <c:v>0.34262199999999998</c:v>
                </c:pt>
                <c:pt idx="2760">
                  <c:v>0.34292699999999998</c:v>
                </c:pt>
                <c:pt idx="2761">
                  <c:v>0.34323199999999998</c:v>
                </c:pt>
                <c:pt idx="2762">
                  <c:v>0.34353800000000001</c:v>
                </c:pt>
                <c:pt idx="2763">
                  <c:v>0.34384300000000001</c:v>
                </c:pt>
                <c:pt idx="2764">
                  <c:v>0.34414899999999998</c:v>
                </c:pt>
                <c:pt idx="2765">
                  <c:v>0.34445399999999998</c:v>
                </c:pt>
                <c:pt idx="2766">
                  <c:v>0.34475899999999998</c:v>
                </c:pt>
                <c:pt idx="2767">
                  <c:v>0.34506500000000001</c:v>
                </c:pt>
                <c:pt idx="2768">
                  <c:v>0.34537000000000001</c:v>
                </c:pt>
                <c:pt idx="2769">
                  <c:v>0.34567599999999998</c:v>
                </c:pt>
                <c:pt idx="2770">
                  <c:v>0.34598099999999998</c:v>
                </c:pt>
                <c:pt idx="2771">
                  <c:v>0.34628599999999998</c:v>
                </c:pt>
                <c:pt idx="2772">
                  <c:v>0.34659200000000001</c:v>
                </c:pt>
                <c:pt idx="2773">
                  <c:v>0.34689700000000001</c:v>
                </c:pt>
                <c:pt idx="2774">
                  <c:v>0.34720200000000001</c:v>
                </c:pt>
                <c:pt idx="2775">
                  <c:v>0.34750799999999998</c:v>
                </c:pt>
                <c:pt idx="2776">
                  <c:v>0.34781299999999998</c:v>
                </c:pt>
                <c:pt idx="2777">
                  <c:v>0.34811900000000001</c:v>
                </c:pt>
                <c:pt idx="2778">
                  <c:v>0.34842400000000001</c:v>
                </c:pt>
                <c:pt idx="2779">
                  <c:v>0.34872900000000001</c:v>
                </c:pt>
                <c:pt idx="2780">
                  <c:v>0.34903499999999998</c:v>
                </c:pt>
                <c:pt idx="2781">
                  <c:v>0.34933999999999998</c:v>
                </c:pt>
                <c:pt idx="2782">
                  <c:v>0.34964600000000001</c:v>
                </c:pt>
                <c:pt idx="2783">
                  <c:v>0.34995100000000001</c:v>
                </c:pt>
                <c:pt idx="2784">
                  <c:v>0.35025600000000001</c:v>
                </c:pt>
                <c:pt idx="2785">
                  <c:v>0.35056199999999998</c:v>
                </c:pt>
                <c:pt idx="2786">
                  <c:v>0.35086699999999998</c:v>
                </c:pt>
                <c:pt idx="2787">
                  <c:v>0.35117300000000001</c:v>
                </c:pt>
                <c:pt idx="2788">
                  <c:v>0.35147800000000001</c:v>
                </c:pt>
                <c:pt idx="2789">
                  <c:v>0.35178300000000001</c:v>
                </c:pt>
                <c:pt idx="2790">
                  <c:v>0.35208899999999999</c:v>
                </c:pt>
                <c:pt idx="2791">
                  <c:v>0.35239399999999999</c:v>
                </c:pt>
                <c:pt idx="2792">
                  <c:v>0.35270000000000001</c:v>
                </c:pt>
                <c:pt idx="2793">
                  <c:v>0.35300500000000001</c:v>
                </c:pt>
                <c:pt idx="2794">
                  <c:v>0.35331000000000001</c:v>
                </c:pt>
                <c:pt idx="2795">
                  <c:v>0.35361599999999999</c:v>
                </c:pt>
                <c:pt idx="2796">
                  <c:v>0.35392099999999999</c:v>
                </c:pt>
                <c:pt idx="2797">
                  <c:v>0.35422700000000001</c:v>
                </c:pt>
                <c:pt idx="2798">
                  <c:v>0.35453200000000001</c:v>
                </c:pt>
                <c:pt idx="2799">
                  <c:v>0.35483700000000001</c:v>
                </c:pt>
                <c:pt idx="2800">
                  <c:v>0.35514299999999999</c:v>
                </c:pt>
                <c:pt idx="2801">
                  <c:v>0.35544799999999999</c:v>
                </c:pt>
                <c:pt idx="2802">
                  <c:v>0.35575400000000001</c:v>
                </c:pt>
                <c:pt idx="2803">
                  <c:v>0.35605900000000001</c:v>
                </c:pt>
                <c:pt idx="2804">
                  <c:v>0.35636400000000001</c:v>
                </c:pt>
                <c:pt idx="2805">
                  <c:v>0.35666999999999999</c:v>
                </c:pt>
                <c:pt idx="2806">
                  <c:v>0.35697499999999999</c:v>
                </c:pt>
                <c:pt idx="2807">
                  <c:v>0.35728100000000002</c:v>
                </c:pt>
                <c:pt idx="2808">
                  <c:v>0.35758600000000001</c:v>
                </c:pt>
                <c:pt idx="2809">
                  <c:v>0.35789100000000001</c:v>
                </c:pt>
                <c:pt idx="2810">
                  <c:v>0.35819699999999999</c:v>
                </c:pt>
                <c:pt idx="2811">
                  <c:v>0.35850199999999999</c:v>
                </c:pt>
                <c:pt idx="2812">
                  <c:v>0.35880800000000002</c:v>
                </c:pt>
                <c:pt idx="2813">
                  <c:v>0.35911300000000002</c:v>
                </c:pt>
                <c:pt idx="2814">
                  <c:v>0.35941800000000002</c:v>
                </c:pt>
                <c:pt idx="2815">
                  <c:v>0.35972399999999999</c:v>
                </c:pt>
                <c:pt idx="2816">
                  <c:v>0.36002899999999999</c:v>
                </c:pt>
                <c:pt idx="2817">
                  <c:v>0.36033500000000002</c:v>
                </c:pt>
                <c:pt idx="2818">
                  <c:v>0.36064000000000002</c:v>
                </c:pt>
                <c:pt idx="2819">
                  <c:v>0.36094500000000002</c:v>
                </c:pt>
                <c:pt idx="2820">
                  <c:v>0.36125099999999999</c:v>
                </c:pt>
                <c:pt idx="2821">
                  <c:v>0.36155599999999999</c:v>
                </c:pt>
                <c:pt idx="2822">
                  <c:v>0.36186200000000002</c:v>
                </c:pt>
                <c:pt idx="2823">
                  <c:v>0.36216700000000002</c:v>
                </c:pt>
                <c:pt idx="2824">
                  <c:v>0.36247200000000002</c:v>
                </c:pt>
                <c:pt idx="2825">
                  <c:v>0.36277799999999999</c:v>
                </c:pt>
                <c:pt idx="2826">
                  <c:v>0.36308299999999999</c:v>
                </c:pt>
                <c:pt idx="2827">
                  <c:v>0.36338900000000002</c:v>
                </c:pt>
                <c:pt idx="2828">
                  <c:v>0.36369400000000002</c:v>
                </c:pt>
                <c:pt idx="2829">
                  <c:v>0.36399900000000002</c:v>
                </c:pt>
                <c:pt idx="2830">
                  <c:v>0.36430499999999999</c:v>
                </c:pt>
                <c:pt idx="2831">
                  <c:v>0.36460999999999999</c:v>
                </c:pt>
                <c:pt idx="2832">
                  <c:v>0.36491600000000002</c:v>
                </c:pt>
                <c:pt idx="2833">
                  <c:v>0.36522100000000002</c:v>
                </c:pt>
                <c:pt idx="2834">
                  <c:v>0.36552600000000002</c:v>
                </c:pt>
                <c:pt idx="2835">
                  <c:v>0.36583199999999999</c:v>
                </c:pt>
                <c:pt idx="2836">
                  <c:v>0.36613699999999999</c:v>
                </c:pt>
                <c:pt idx="2837">
                  <c:v>0.36644300000000002</c:v>
                </c:pt>
                <c:pt idx="2838">
                  <c:v>0.36674800000000002</c:v>
                </c:pt>
                <c:pt idx="2839">
                  <c:v>0.36705300000000002</c:v>
                </c:pt>
                <c:pt idx="2840">
                  <c:v>0.36735899999999999</c:v>
                </c:pt>
                <c:pt idx="2841">
                  <c:v>0.36766399999999999</c:v>
                </c:pt>
                <c:pt idx="2842">
                  <c:v>0.36797000000000002</c:v>
                </c:pt>
                <c:pt idx="2843">
                  <c:v>0.36827500000000002</c:v>
                </c:pt>
                <c:pt idx="2844">
                  <c:v>0.36858000000000002</c:v>
                </c:pt>
                <c:pt idx="2845">
                  <c:v>0.36888599999999999</c:v>
                </c:pt>
                <c:pt idx="2846">
                  <c:v>0.36919099999999999</c:v>
                </c:pt>
                <c:pt idx="2847">
                  <c:v>0.36949700000000002</c:v>
                </c:pt>
                <c:pt idx="2848">
                  <c:v>0.36980200000000002</c:v>
                </c:pt>
                <c:pt idx="2849">
                  <c:v>0.37010700000000002</c:v>
                </c:pt>
                <c:pt idx="2850">
                  <c:v>0.37041299999999999</c:v>
                </c:pt>
                <c:pt idx="2851">
                  <c:v>0.37071799999999999</c:v>
                </c:pt>
                <c:pt idx="2852">
                  <c:v>0.37102400000000002</c:v>
                </c:pt>
                <c:pt idx="2853">
                  <c:v>0.37132900000000002</c:v>
                </c:pt>
                <c:pt idx="2854">
                  <c:v>0.37163400000000002</c:v>
                </c:pt>
                <c:pt idx="2855">
                  <c:v>0.37193999999999999</c:v>
                </c:pt>
                <c:pt idx="2856">
                  <c:v>0.37224499999999999</c:v>
                </c:pt>
                <c:pt idx="2857">
                  <c:v>0.37255100000000002</c:v>
                </c:pt>
                <c:pt idx="2858">
                  <c:v>0.37285600000000002</c:v>
                </c:pt>
                <c:pt idx="2859">
                  <c:v>0.37316100000000002</c:v>
                </c:pt>
                <c:pt idx="2860">
                  <c:v>0.37346699999999999</c:v>
                </c:pt>
                <c:pt idx="2861">
                  <c:v>0.37377199999999999</c:v>
                </c:pt>
                <c:pt idx="2862">
                  <c:v>0.37407699999999999</c:v>
                </c:pt>
                <c:pt idx="2863">
                  <c:v>0.37438300000000002</c:v>
                </c:pt>
                <c:pt idx="2864">
                  <c:v>0.37468800000000002</c:v>
                </c:pt>
                <c:pt idx="2865">
                  <c:v>0.37499399999999999</c:v>
                </c:pt>
                <c:pt idx="2866">
                  <c:v>0.37529899999999999</c:v>
                </c:pt>
                <c:pt idx="2867">
                  <c:v>0.37560399999999999</c:v>
                </c:pt>
                <c:pt idx="2868">
                  <c:v>0.37591000000000002</c:v>
                </c:pt>
                <c:pt idx="2869">
                  <c:v>0.37621500000000002</c:v>
                </c:pt>
                <c:pt idx="2870">
                  <c:v>0.37652099999999999</c:v>
                </c:pt>
                <c:pt idx="2871">
                  <c:v>0.37682599999999999</c:v>
                </c:pt>
                <c:pt idx="2872">
                  <c:v>0.37713099999999999</c:v>
                </c:pt>
                <c:pt idx="2873">
                  <c:v>0.37743700000000002</c:v>
                </c:pt>
                <c:pt idx="2874">
                  <c:v>0.37774200000000002</c:v>
                </c:pt>
                <c:pt idx="2875">
                  <c:v>0.378048</c:v>
                </c:pt>
                <c:pt idx="2876">
                  <c:v>0.37835299999999999</c:v>
                </c:pt>
                <c:pt idx="2877">
                  <c:v>0.37865799999999999</c:v>
                </c:pt>
                <c:pt idx="2878">
                  <c:v>0.37896400000000002</c:v>
                </c:pt>
                <c:pt idx="2879">
                  <c:v>0.37926900000000002</c:v>
                </c:pt>
                <c:pt idx="2880">
                  <c:v>0.379575</c:v>
                </c:pt>
                <c:pt idx="2881">
                  <c:v>0.37988</c:v>
                </c:pt>
                <c:pt idx="2882">
                  <c:v>0.380185</c:v>
                </c:pt>
                <c:pt idx="2883">
                  <c:v>0.38049100000000002</c:v>
                </c:pt>
                <c:pt idx="2884">
                  <c:v>0.38079600000000002</c:v>
                </c:pt>
                <c:pt idx="2885">
                  <c:v>0.381102</c:v>
                </c:pt>
                <c:pt idx="2886">
                  <c:v>0.381407</c:v>
                </c:pt>
                <c:pt idx="2887">
                  <c:v>0.381712</c:v>
                </c:pt>
                <c:pt idx="2888">
                  <c:v>0.38201800000000002</c:v>
                </c:pt>
                <c:pt idx="2889">
                  <c:v>0.38232300000000002</c:v>
                </c:pt>
                <c:pt idx="2890">
                  <c:v>0.382629</c:v>
                </c:pt>
                <c:pt idx="2891">
                  <c:v>0.382934</c:v>
                </c:pt>
                <c:pt idx="2892">
                  <c:v>0.383239</c:v>
                </c:pt>
                <c:pt idx="2893">
                  <c:v>0.38354500000000002</c:v>
                </c:pt>
                <c:pt idx="2894">
                  <c:v>0.38385000000000002</c:v>
                </c:pt>
                <c:pt idx="2895">
                  <c:v>0.384156</c:v>
                </c:pt>
                <c:pt idx="2896">
                  <c:v>0.384461</c:v>
                </c:pt>
                <c:pt idx="2897">
                  <c:v>0.384766</c:v>
                </c:pt>
                <c:pt idx="2898">
                  <c:v>0.38507200000000003</c:v>
                </c:pt>
                <c:pt idx="2899">
                  <c:v>0.38537700000000003</c:v>
                </c:pt>
                <c:pt idx="2900">
                  <c:v>0.385683</c:v>
                </c:pt>
                <c:pt idx="2901">
                  <c:v>0.385988</c:v>
                </c:pt>
                <c:pt idx="2902">
                  <c:v>0.386293</c:v>
                </c:pt>
                <c:pt idx="2903">
                  <c:v>0.38659900000000003</c:v>
                </c:pt>
                <c:pt idx="2904">
                  <c:v>0.38690400000000003</c:v>
                </c:pt>
                <c:pt idx="2905">
                  <c:v>0.38721</c:v>
                </c:pt>
                <c:pt idx="2906">
                  <c:v>0.387515</c:v>
                </c:pt>
                <c:pt idx="2907">
                  <c:v>0.38782</c:v>
                </c:pt>
                <c:pt idx="2908">
                  <c:v>0.38812600000000003</c:v>
                </c:pt>
                <c:pt idx="2909">
                  <c:v>0.38843100000000003</c:v>
                </c:pt>
                <c:pt idx="2910">
                  <c:v>0.388737</c:v>
                </c:pt>
                <c:pt idx="2911">
                  <c:v>0.389042</c:v>
                </c:pt>
                <c:pt idx="2912">
                  <c:v>0.389347</c:v>
                </c:pt>
                <c:pt idx="2913">
                  <c:v>0.38965300000000003</c:v>
                </c:pt>
                <c:pt idx="2914">
                  <c:v>0.38995800000000003</c:v>
                </c:pt>
                <c:pt idx="2915">
                  <c:v>0.390264</c:v>
                </c:pt>
                <c:pt idx="2916">
                  <c:v>0.390569</c:v>
                </c:pt>
                <c:pt idx="2917">
                  <c:v>0.390874</c:v>
                </c:pt>
                <c:pt idx="2918">
                  <c:v>0.39118000000000003</c:v>
                </c:pt>
                <c:pt idx="2919">
                  <c:v>0.39148500000000003</c:v>
                </c:pt>
                <c:pt idx="2920">
                  <c:v>0.391791</c:v>
                </c:pt>
                <c:pt idx="2921">
                  <c:v>0.392096</c:v>
                </c:pt>
                <c:pt idx="2922">
                  <c:v>0.392401</c:v>
                </c:pt>
                <c:pt idx="2923">
                  <c:v>0.39270699999999997</c:v>
                </c:pt>
                <c:pt idx="2924">
                  <c:v>0.39301199999999997</c:v>
                </c:pt>
                <c:pt idx="2925">
                  <c:v>0.393318</c:v>
                </c:pt>
                <c:pt idx="2926">
                  <c:v>0.393623</c:v>
                </c:pt>
                <c:pt idx="2927">
                  <c:v>0.393928</c:v>
                </c:pt>
                <c:pt idx="2928">
                  <c:v>0.39423399999999997</c:v>
                </c:pt>
                <c:pt idx="2929">
                  <c:v>0.39453899999999997</c:v>
                </c:pt>
                <c:pt idx="2930">
                  <c:v>0.394845</c:v>
                </c:pt>
                <c:pt idx="2931">
                  <c:v>0.39515</c:v>
                </c:pt>
                <c:pt idx="2932">
                  <c:v>0.395455</c:v>
                </c:pt>
                <c:pt idx="2933">
                  <c:v>0.39576099999999997</c:v>
                </c:pt>
                <c:pt idx="2934">
                  <c:v>0.39606599999999997</c:v>
                </c:pt>
                <c:pt idx="2935">
                  <c:v>0.396372</c:v>
                </c:pt>
                <c:pt idx="2936">
                  <c:v>0.396677</c:v>
                </c:pt>
                <c:pt idx="2937">
                  <c:v>0.396982</c:v>
                </c:pt>
                <c:pt idx="2938">
                  <c:v>0.39728799999999997</c:v>
                </c:pt>
                <c:pt idx="2939">
                  <c:v>0.39759299999999997</c:v>
                </c:pt>
                <c:pt idx="2940">
                  <c:v>0.397899</c:v>
                </c:pt>
                <c:pt idx="2941">
                  <c:v>0.398204</c:v>
                </c:pt>
                <c:pt idx="2942">
                  <c:v>0.398509</c:v>
                </c:pt>
                <c:pt idx="2943">
                  <c:v>0.39881499999999998</c:v>
                </c:pt>
                <c:pt idx="2944">
                  <c:v>0.39911999999999997</c:v>
                </c:pt>
                <c:pt idx="2945">
                  <c:v>0.39942499999999997</c:v>
                </c:pt>
                <c:pt idx="2946">
                  <c:v>0.399731</c:v>
                </c:pt>
                <c:pt idx="2947">
                  <c:v>0.400036</c:v>
                </c:pt>
                <c:pt idx="2948">
                  <c:v>0.40034199999999998</c:v>
                </c:pt>
                <c:pt idx="2949">
                  <c:v>0.40064699999999998</c:v>
                </c:pt>
                <c:pt idx="2950">
                  <c:v>0.40095199999999998</c:v>
                </c:pt>
                <c:pt idx="2951">
                  <c:v>0.401258</c:v>
                </c:pt>
                <c:pt idx="2952">
                  <c:v>0.401563</c:v>
                </c:pt>
                <c:pt idx="2953">
                  <c:v>0.40186899999999998</c:v>
                </c:pt>
                <c:pt idx="2954">
                  <c:v>0.40217399999999998</c:v>
                </c:pt>
                <c:pt idx="2955">
                  <c:v>0.40247899999999998</c:v>
                </c:pt>
                <c:pt idx="2956">
                  <c:v>0.402785</c:v>
                </c:pt>
                <c:pt idx="2957">
                  <c:v>0.40309</c:v>
                </c:pt>
                <c:pt idx="2958">
                  <c:v>0.40339599999999998</c:v>
                </c:pt>
                <c:pt idx="2959">
                  <c:v>0.40370099999999998</c:v>
                </c:pt>
                <c:pt idx="2960">
                  <c:v>0.40400599999999998</c:v>
                </c:pt>
                <c:pt idx="2961">
                  <c:v>0.404312</c:v>
                </c:pt>
                <c:pt idx="2962">
                  <c:v>0.404617</c:v>
                </c:pt>
                <c:pt idx="2963">
                  <c:v>0.40492299999999998</c:v>
                </c:pt>
                <c:pt idx="2964">
                  <c:v>0.40522799999999998</c:v>
                </c:pt>
                <c:pt idx="2965">
                  <c:v>0.40553299999999998</c:v>
                </c:pt>
                <c:pt idx="2966">
                  <c:v>0.40583900000000001</c:v>
                </c:pt>
                <c:pt idx="2967">
                  <c:v>0.40614400000000001</c:v>
                </c:pt>
                <c:pt idx="2968">
                  <c:v>0.40644999999999998</c:v>
                </c:pt>
                <c:pt idx="2969">
                  <c:v>0.40675499999999998</c:v>
                </c:pt>
                <c:pt idx="2970">
                  <c:v>0.40705999999999998</c:v>
                </c:pt>
                <c:pt idx="2971">
                  <c:v>0.40736600000000001</c:v>
                </c:pt>
                <c:pt idx="2972">
                  <c:v>0.40767100000000001</c:v>
                </c:pt>
                <c:pt idx="2973">
                  <c:v>0.40797699999999998</c:v>
                </c:pt>
                <c:pt idx="2974">
                  <c:v>0.40828199999999998</c:v>
                </c:pt>
                <c:pt idx="2975">
                  <c:v>0.40858699999999998</c:v>
                </c:pt>
                <c:pt idx="2976">
                  <c:v>0.40889300000000001</c:v>
                </c:pt>
                <c:pt idx="2977">
                  <c:v>0.40919800000000001</c:v>
                </c:pt>
                <c:pt idx="2978">
                  <c:v>0.40950399999999998</c:v>
                </c:pt>
                <c:pt idx="2979">
                  <c:v>0.40980899999999998</c:v>
                </c:pt>
                <c:pt idx="2980">
                  <c:v>0.41011399999999998</c:v>
                </c:pt>
                <c:pt idx="2981">
                  <c:v>0.41042000000000001</c:v>
                </c:pt>
                <c:pt idx="2982">
                  <c:v>0.41072500000000001</c:v>
                </c:pt>
                <c:pt idx="2983">
                  <c:v>0.41103099999999998</c:v>
                </c:pt>
                <c:pt idx="2984">
                  <c:v>0.41133599999999998</c:v>
                </c:pt>
                <c:pt idx="2985">
                  <c:v>0.41164099999999998</c:v>
                </c:pt>
                <c:pt idx="2986">
                  <c:v>0.41194700000000001</c:v>
                </c:pt>
                <c:pt idx="2987">
                  <c:v>0.41225200000000001</c:v>
                </c:pt>
                <c:pt idx="2988">
                  <c:v>0.41255799999999998</c:v>
                </c:pt>
                <c:pt idx="2989">
                  <c:v>0.41286299999999998</c:v>
                </c:pt>
                <c:pt idx="2990">
                  <c:v>0.41316799999999998</c:v>
                </c:pt>
                <c:pt idx="2991">
                  <c:v>0.41347400000000001</c:v>
                </c:pt>
                <c:pt idx="2992">
                  <c:v>0.41377900000000001</c:v>
                </c:pt>
                <c:pt idx="2993">
                  <c:v>0.41408499999999998</c:v>
                </c:pt>
                <c:pt idx="2994">
                  <c:v>0.41438999999999998</c:v>
                </c:pt>
                <c:pt idx="2995">
                  <c:v>0.41469499999999998</c:v>
                </c:pt>
                <c:pt idx="2996">
                  <c:v>0.41500100000000001</c:v>
                </c:pt>
                <c:pt idx="2997">
                  <c:v>0.41530600000000001</c:v>
                </c:pt>
                <c:pt idx="2998">
                  <c:v>0.41561199999999998</c:v>
                </c:pt>
                <c:pt idx="2999">
                  <c:v>0.41591699999999998</c:v>
                </c:pt>
                <c:pt idx="3000">
                  <c:v>0.41622199999999998</c:v>
                </c:pt>
                <c:pt idx="3001">
                  <c:v>0.41652800000000001</c:v>
                </c:pt>
                <c:pt idx="3002">
                  <c:v>0.41683300000000001</c:v>
                </c:pt>
                <c:pt idx="3003">
                  <c:v>0.41713899999999998</c:v>
                </c:pt>
                <c:pt idx="3004">
                  <c:v>0.41744399999999998</c:v>
                </c:pt>
                <c:pt idx="3005">
                  <c:v>0.41774899999999998</c:v>
                </c:pt>
                <c:pt idx="3006">
                  <c:v>0.41805500000000001</c:v>
                </c:pt>
                <c:pt idx="3007">
                  <c:v>0.41836000000000001</c:v>
                </c:pt>
                <c:pt idx="3008">
                  <c:v>0.41866599999999998</c:v>
                </c:pt>
                <c:pt idx="3009">
                  <c:v>0.41897099999999998</c:v>
                </c:pt>
                <c:pt idx="3010">
                  <c:v>0.41927599999999998</c:v>
                </c:pt>
                <c:pt idx="3011">
                  <c:v>0.41958200000000001</c:v>
                </c:pt>
                <c:pt idx="3012">
                  <c:v>0.41988700000000001</c:v>
                </c:pt>
                <c:pt idx="3013">
                  <c:v>0.42019299999999998</c:v>
                </c:pt>
                <c:pt idx="3014">
                  <c:v>0.42049799999999998</c:v>
                </c:pt>
                <c:pt idx="3015">
                  <c:v>0.42080299999999998</c:v>
                </c:pt>
                <c:pt idx="3016">
                  <c:v>0.42110900000000001</c:v>
                </c:pt>
                <c:pt idx="3017">
                  <c:v>0.42141400000000001</c:v>
                </c:pt>
                <c:pt idx="3018">
                  <c:v>0.42171999999999998</c:v>
                </c:pt>
                <c:pt idx="3019">
                  <c:v>0.42202499999999998</c:v>
                </c:pt>
                <c:pt idx="3020">
                  <c:v>0.42232999999999998</c:v>
                </c:pt>
                <c:pt idx="3021">
                  <c:v>0.42263600000000001</c:v>
                </c:pt>
                <c:pt idx="3022">
                  <c:v>0.42294100000000001</c:v>
                </c:pt>
                <c:pt idx="3023">
                  <c:v>0.42324699999999998</c:v>
                </c:pt>
                <c:pt idx="3024">
                  <c:v>0.42355199999999998</c:v>
                </c:pt>
                <c:pt idx="3025">
                  <c:v>0.42385699999999998</c:v>
                </c:pt>
                <c:pt idx="3026">
                  <c:v>0.42416300000000001</c:v>
                </c:pt>
                <c:pt idx="3027">
                  <c:v>0.42446800000000001</c:v>
                </c:pt>
                <c:pt idx="3028">
                  <c:v>0.42477300000000001</c:v>
                </c:pt>
                <c:pt idx="3029">
                  <c:v>0.42507899999999998</c:v>
                </c:pt>
                <c:pt idx="3030">
                  <c:v>0.42538399999999998</c:v>
                </c:pt>
                <c:pt idx="3031">
                  <c:v>0.42569000000000001</c:v>
                </c:pt>
                <c:pt idx="3032">
                  <c:v>0.42599500000000001</c:v>
                </c:pt>
                <c:pt idx="3033">
                  <c:v>0.42630000000000001</c:v>
                </c:pt>
                <c:pt idx="3034">
                  <c:v>0.42660599999999999</c:v>
                </c:pt>
                <c:pt idx="3035">
                  <c:v>0.42691099999999998</c:v>
                </c:pt>
                <c:pt idx="3036">
                  <c:v>0.42721700000000001</c:v>
                </c:pt>
                <c:pt idx="3037">
                  <c:v>0.42752200000000001</c:v>
                </c:pt>
                <c:pt idx="3038">
                  <c:v>0.42782700000000001</c:v>
                </c:pt>
                <c:pt idx="3039">
                  <c:v>0.42813299999999999</c:v>
                </c:pt>
                <c:pt idx="3040">
                  <c:v>0.42843799999999999</c:v>
                </c:pt>
                <c:pt idx="3041">
                  <c:v>0.42874400000000001</c:v>
                </c:pt>
                <c:pt idx="3042">
                  <c:v>0.42904900000000001</c:v>
                </c:pt>
                <c:pt idx="3043">
                  <c:v>0.42935400000000001</c:v>
                </c:pt>
                <c:pt idx="3044">
                  <c:v>0.42965999999999999</c:v>
                </c:pt>
                <c:pt idx="3045">
                  <c:v>0.42996499999999999</c:v>
                </c:pt>
                <c:pt idx="3046">
                  <c:v>0.43027100000000001</c:v>
                </c:pt>
                <c:pt idx="3047">
                  <c:v>0.43057600000000001</c:v>
                </c:pt>
                <c:pt idx="3048">
                  <c:v>0.43088100000000001</c:v>
                </c:pt>
                <c:pt idx="3049">
                  <c:v>0.43118699999999999</c:v>
                </c:pt>
                <c:pt idx="3050">
                  <c:v>0.43149199999999999</c:v>
                </c:pt>
                <c:pt idx="3051">
                  <c:v>0.43179800000000002</c:v>
                </c:pt>
                <c:pt idx="3052">
                  <c:v>0.43210300000000001</c:v>
                </c:pt>
                <c:pt idx="3053">
                  <c:v>0.43240800000000001</c:v>
                </c:pt>
                <c:pt idx="3054">
                  <c:v>0.43271399999999999</c:v>
                </c:pt>
                <c:pt idx="3055">
                  <c:v>0.43301899999999999</c:v>
                </c:pt>
                <c:pt idx="3056">
                  <c:v>0.43332500000000002</c:v>
                </c:pt>
                <c:pt idx="3057">
                  <c:v>0.43363000000000002</c:v>
                </c:pt>
                <c:pt idx="3058">
                  <c:v>0.43393500000000002</c:v>
                </c:pt>
                <c:pt idx="3059">
                  <c:v>0.43424099999999999</c:v>
                </c:pt>
                <c:pt idx="3060">
                  <c:v>0.43454599999999999</c:v>
                </c:pt>
                <c:pt idx="3061">
                  <c:v>0.43485200000000002</c:v>
                </c:pt>
                <c:pt idx="3062">
                  <c:v>0.43515700000000002</c:v>
                </c:pt>
                <c:pt idx="3063">
                  <c:v>0.43546200000000002</c:v>
                </c:pt>
                <c:pt idx="3064">
                  <c:v>0.43576799999999999</c:v>
                </c:pt>
                <c:pt idx="3065">
                  <c:v>0.43607299999999999</c:v>
                </c:pt>
                <c:pt idx="3066">
                  <c:v>0.43637900000000002</c:v>
                </c:pt>
                <c:pt idx="3067">
                  <c:v>0.43668400000000002</c:v>
                </c:pt>
                <c:pt idx="3068">
                  <c:v>0.43698900000000002</c:v>
                </c:pt>
                <c:pt idx="3069">
                  <c:v>0.43729499999999999</c:v>
                </c:pt>
                <c:pt idx="3070">
                  <c:v>0.43759999999999999</c:v>
                </c:pt>
                <c:pt idx="3071">
                  <c:v>0.43790600000000002</c:v>
                </c:pt>
                <c:pt idx="3072">
                  <c:v>0.43821100000000002</c:v>
                </c:pt>
                <c:pt idx="3073">
                  <c:v>0.43851600000000002</c:v>
                </c:pt>
                <c:pt idx="3074">
                  <c:v>0.43882199999999999</c:v>
                </c:pt>
                <c:pt idx="3075">
                  <c:v>0.43912699999999999</c:v>
                </c:pt>
                <c:pt idx="3076">
                  <c:v>0.43943300000000002</c:v>
                </c:pt>
                <c:pt idx="3077">
                  <c:v>0.43973800000000002</c:v>
                </c:pt>
                <c:pt idx="3078">
                  <c:v>0.44004300000000002</c:v>
                </c:pt>
                <c:pt idx="3079">
                  <c:v>0.44034899999999999</c:v>
                </c:pt>
                <c:pt idx="3080">
                  <c:v>0.44065399999999999</c:v>
                </c:pt>
                <c:pt idx="3081">
                  <c:v>0.44096000000000002</c:v>
                </c:pt>
                <c:pt idx="3082">
                  <c:v>0.44126500000000002</c:v>
                </c:pt>
                <c:pt idx="3083">
                  <c:v>0.44157000000000002</c:v>
                </c:pt>
                <c:pt idx="3084">
                  <c:v>0.44187599999999999</c:v>
                </c:pt>
                <c:pt idx="3085">
                  <c:v>0.44218099999999999</c:v>
                </c:pt>
                <c:pt idx="3086">
                  <c:v>0.44248700000000002</c:v>
                </c:pt>
                <c:pt idx="3087">
                  <c:v>0.44279200000000002</c:v>
                </c:pt>
                <c:pt idx="3088">
                  <c:v>0.44309700000000002</c:v>
                </c:pt>
                <c:pt idx="3089">
                  <c:v>0.44340299999999999</c:v>
                </c:pt>
                <c:pt idx="3090">
                  <c:v>0.44370799999999999</c:v>
                </c:pt>
                <c:pt idx="3091">
                  <c:v>0.44401400000000002</c:v>
                </c:pt>
                <c:pt idx="3092">
                  <c:v>0.44431900000000002</c:v>
                </c:pt>
                <c:pt idx="3093">
                  <c:v>0.44462400000000002</c:v>
                </c:pt>
                <c:pt idx="3094">
                  <c:v>0.44492999999999999</c:v>
                </c:pt>
                <c:pt idx="3095">
                  <c:v>0.44523499999999999</c:v>
                </c:pt>
                <c:pt idx="3096">
                  <c:v>0.44554100000000002</c:v>
                </c:pt>
                <c:pt idx="3097">
                  <c:v>0.44584600000000002</c:v>
                </c:pt>
                <c:pt idx="3098">
                  <c:v>0.44615100000000002</c:v>
                </c:pt>
                <c:pt idx="3099">
                  <c:v>0.44645699999999999</c:v>
                </c:pt>
                <c:pt idx="3100">
                  <c:v>0.44676199999999999</c:v>
                </c:pt>
                <c:pt idx="3101">
                  <c:v>0.44706800000000002</c:v>
                </c:pt>
                <c:pt idx="3102">
                  <c:v>0.44737300000000002</c:v>
                </c:pt>
                <c:pt idx="3103">
                  <c:v>0.44767800000000002</c:v>
                </c:pt>
                <c:pt idx="3104">
                  <c:v>0.44798399999999999</c:v>
                </c:pt>
                <c:pt idx="3105">
                  <c:v>0.44828899999999999</c:v>
                </c:pt>
                <c:pt idx="3106">
                  <c:v>0.44859500000000002</c:v>
                </c:pt>
                <c:pt idx="3107">
                  <c:v>0.44890000000000002</c:v>
                </c:pt>
                <c:pt idx="3108">
                  <c:v>0.44920500000000002</c:v>
                </c:pt>
                <c:pt idx="3109">
                  <c:v>0.44951099999999999</c:v>
                </c:pt>
                <c:pt idx="3110">
                  <c:v>0.44981599999999999</c:v>
                </c:pt>
                <c:pt idx="3111">
                  <c:v>0.45012099999999999</c:v>
                </c:pt>
                <c:pt idx="3112">
                  <c:v>0.45042700000000002</c:v>
                </c:pt>
                <c:pt idx="3113">
                  <c:v>0.45073200000000002</c:v>
                </c:pt>
                <c:pt idx="3114">
                  <c:v>0.45103799999999999</c:v>
                </c:pt>
                <c:pt idx="3115">
                  <c:v>0.45134299999999999</c:v>
                </c:pt>
                <c:pt idx="3116">
                  <c:v>0.45164799999999999</c:v>
                </c:pt>
                <c:pt idx="3117">
                  <c:v>0.45195400000000002</c:v>
                </c:pt>
                <c:pt idx="3118">
                  <c:v>0.45225900000000002</c:v>
                </c:pt>
                <c:pt idx="3119">
                  <c:v>0.452565</c:v>
                </c:pt>
                <c:pt idx="3120">
                  <c:v>0.45286999999999999</c:v>
                </c:pt>
                <c:pt idx="3121">
                  <c:v>0.45317499999999999</c:v>
                </c:pt>
                <c:pt idx="3122">
                  <c:v>0.45348100000000002</c:v>
                </c:pt>
                <c:pt idx="3123">
                  <c:v>0.45378600000000002</c:v>
                </c:pt>
                <c:pt idx="3124">
                  <c:v>0.454092</c:v>
                </c:pt>
                <c:pt idx="3125">
                  <c:v>0.454397</c:v>
                </c:pt>
                <c:pt idx="3126">
                  <c:v>0.454702</c:v>
                </c:pt>
                <c:pt idx="3127">
                  <c:v>0.45500800000000002</c:v>
                </c:pt>
                <c:pt idx="3128">
                  <c:v>0.45531300000000002</c:v>
                </c:pt>
                <c:pt idx="3129">
                  <c:v>0.455619</c:v>
                </c:pt>
                <c:pt idx="3130">
                  <c:v>0.455924</c:v>
                </c:pt>
                <c:pt idx="3131">
                  <c:v>0.456229</c:v>
                </c:pt>
                <c:pt idx="3132">
                  <c:v>0.45653500000000002</c:v>
                </c:pt>
                <c:pt idx="3133">
                  <c:v>0.45684000000000002</c:v>
                </c:pt>
                <c:pt idx="3134">
                  <c:v>0.457146</c:v>
                </c:pt>
                <c:pt idx="3135">
                  <c:v>0.457451</c:v>
                </c:pt>
                <c:pt idx="3136">
                  <c:v>0.457756</c:v>
                </c:pt>
                <c:pt idx="3137">
                  <c:v>0.45806200000000002</c:v>
                </c:pt>
                <c:pt idx="3138">
                  <c:v>0.45836700000000002</c:v>
                </c:pt>
                <c:pt idx="3139">
                  <c:v>0.458673</c:v>
                </c:pt>
                <c:pt idx="3140">
                  <c:v>0.458978</c:v>
                </c:pt>
                <c:pt idx="3141">
                  <c:v>0.459283</c:v>
                </c:pt>
                <c:pt idx="3142">
                  <c:v>0.45958900000000003</c:v>
                </c:pt>
                <c:pt idx="3143">
                  <c:v>0.45989400000000002</c:v>
                </c:pt>
                <c:pt idx="3144">
                  <c:v>0.4602</c:v>
                </c:pt>
                <c:pt idx="3145">
                  <c:v>0.460505</c:v>
                </c:pt>
                <c:pt idx="3146">
                  <c:v>0.46081</c:v>
                </c:pt>
                <c:pt idx="3147">
                  <c:v>0.46111600000000003</c:v>
                </c:pt>
                <c:pt idx="3148">
                  <c:v>0.46142100000000003</c:v>
                </c:pt>
                <c:pt idx="3149">
                  <c:v>0.461727</c:v>
                </c:pt>
                <c:pt idx="3150">
                  <c:v>0.462032</c:v>
                </c:pt>
                <c:pt idx="3151">
                  <c:v>0.462337</c:v>
                </c:pt>
                <c:pt idx="3152">
                  <c:v>0.46264300000000003</c:v>
                </c:pt>
                <c:pt idx="3153">
                  <c:v>0.46294800000000003</c:v>
                </c:pt>
                <c:pt idx="3154">
                  <c:v>0.463254</c:v>
                </c:pt>
                <c:pt idx="3155">
                  <c:v>0.463559</c:v>
                </c:pt>
                <c:pt idx="3156">
                  <c:v>0.463864</c:v>
                </c:pt>
                <c:pt idx="3157">
                  <c:v>0.46417000000000003</c:v>
                </c:pt>
                <c:pt idx="3158">
                  <c:v>0.46447500000000003</c:v>
                </c:pt>
                <c:pt idx="3159">
                  <c:v>0.464781</c:v>
                </c:pt>
                <c:pt idx="3160">
                  <c:v>0.465086</c:v>
                </c:pt>
                <c:pt idx="3161">
                  <c:v>0.465391</c:v>
                </c:pt>
                <c:pt idx="3162">
                  <c:v>0.46569700000000003</c:v>
                </c:pt>
                <c:pt idx="3163">
                  <c:v>0.46600200000000003</c:v>
                </c:pt>
                <c:pt idx="3164">
                  <c:v>0.466308</c:v>
                </c:pt>
                <c:pt idx="3165">
                  <c:v>0.466613</c:v>
                </c:pt>
                <c:pt idx="3166">
                  <c:v>0.466918</c:v>
                </c:pt>
                <c:pt idx="3167">
                  <c:v>0.46722399999999997</c:v>
                </c:pt>
                <c:pt idx="3168">
                  <c:v>0.46752899999999997</c:v>
                </c:pt>
                <c:pt idx="3169">
                  <c:v>0.467835</c:v>
                </c:pt>
                <c:pt idx="3170">
                  <c:v>0.46814</c:v>
                </c:pt>
                <c:pt idx="3171">
                  <c:v>0.468445</c:v>
                </c:pt>
                <c:pt idx="3172">
                  <c:v>0.46875099999999997</c:v>
                </c:pt>
                <c:pt idx="3173">
                  <c:v>0.46905599999999997</c:v>
                </c:pt>
                <c:pt idx="3174">
                  <c:v>0.469362</c:v>
                </c:pt>
                <c:pt idx="3175">
                  <c:v>0.469667</c:v>
                </c:pt>
                <c:pt idx="3176">
                  <c:v>0.469972</c:v>
                </c:pt>
                <c:pt idx="3177">
                  <c:v>0.47027799999999997</c:v>
                </c:pt>
                <c:pt idx="3178">
                  <c:v>0.47058299999999997</c:v>
                </c:pt>
                <c:pt idx="3179">
                  <c:v>0.470889</c:v>
                </c:pt>
                <c:pt idx="3180">
                  <c:v>0.471194</c:v>
                </c:pt>
                <c:pt idx="3181">
                  <c:v>0.471499</c:v>
                </c:pt>
                <c:pt idx="3182">
                  <c:v>0.47180499999999997</c:v>
                </c:pt>
                <c:pt idx="3183">
                  <c:v>0.47210999999999997</c:v>
                </c:pt>
                <c:pt idx="3184">
                  <c:v>0.472416</c:v>
                </c:pt>
                <c:pt idx="3185">
                  <c:v>0.472721</c:v>
                </c:pt>
                <c:pt idx="3186">
                  <c:v>0.473026</c:v>
                </c:pt>
                <c:pt idx="3187">
                  <c:v>0.47333199999999997</c:v>
                </c:pt>
                <c:pt idx="3188">
                  <c:v>0.47363699999999997</c:v>
                </c:pt>
                <c:pt idx="3189">
                  <c:v>0.473943</c:v>
                </c:pt>
                <c:pt idx="3190">
                  <c:v>0.474248</c:v>
                </c:pt>
                <c:pt idx="3191">
                  <c:v>0.474553</c:v>
                </c:pt>
                <c:pt idx="3192">
                  <c:v>0.47485899999999998</c:v>
                </c:pt>
                <c:pt idx="3193">
                  <c:v>0.47516399999999998</c:v>
                </c:pt>
                <c:pt idx="3194">
                  <c:v>0.47547</c:v>
                </c:pt>
                <c:pt idx="3195">
                  <c:v>0.475775</c:v>
                </c:pt>
                <c:pt idx="3196">
                  <c:v>0.47608</c:v>
                </c:pt>
                <c:pt idx="3197">
                  <c:v>0.47638599999999998</c:v>
                </c:pt>
                <c:pt idx="3198">
                  <c:v>0.47669099999999998</c:v>
                </c:pt>
                <c:pt idx="3199">
                  <c:v>0.47699599999999998</c:v>
                </c:pt>
                <c:pt idx="3200">
                  <c:v>0.477302</c:v>
                </c:pt>
                <c:pt idx="3201">
                  <c:v>0.477607</c:v>
                </c:pt>
                <c:pt idx="3202">
                  <c:v>0.47791299999999998</c:v>
                </c:pt>
                <c:pt idx="3203">
                  <c:v>0.47821799999999998</c:v>
                </c:pt>
                <c:pt idx="3204">
                  <c:v>0.47852299999999998</c:v>
                </c:pt>
                <c:pt idx="3205">
                  <c:v>0.478829</c:v>
                </c:pt>
                <c:pt idx="3206">
                  <c:v>0.479134</c:v>
                </c:pt>
                <c:pt idx="3207">
                  <c:v>0.47943999999999998</c:v>
                </c:pt>
                <c:pt idx="3208">
                  <c:v>0.47974499999999998</c:v>
                </c:pt>
                <c:pt idx="3209">
                  <c:v>0.48004999999999998</c:v>
                </c:pt>
                <c:pt idx="3210">
                  <c:v>0.48035600000000001</c:v>
                </c:pt>
                <c:pt idx="3211">
                  <c:v>0.480661</c:v>
                </c:pt>
                <c:pt idx="3212">
                  <c:v>0.48096699999999998</c:v>
                </c:pt>
                <c:pt idx="3213">
                  <c:v>0.48127199999999998</c:v>
                </c:pt>
                <c:pt idx="3214">
                  <c:v>0.48157699999999998</c:v>
                </c:pt>
                <c:pt idx="3215">
                  <c:v>0.48188300000000001</c:v>
                </c:pt>
                <c:pt idx="3216">
                  <c:v>0.48218800000000001</c:v>
                </c:pt>
                <c:pt idx="3217">
                  <c:v>0.48249399999999998</c:v>
                </c:pt>
                <c:pt idx="3218">
                  <c:v>0.48279899999999998</c:v>
                </c:pt>
                <c:pt idx="3219">
                  <c:v>0.48310399999999998</c:v>
                </c:pt>
                <c:pt idx="3220">
                  <c:v>0.48341000000000001</c:v>
                </c:pt>
                <c:pt idx="3221">
                  <c:v>0.48371500000000001</c:v>
                </c:pt>
                <c:pt idx="3222">
                  <c:v>0.48402099999999998</c:v>
                </c:pt>
                <c:pt idx="3223">
                  <c:v>0.48432599999999998</c:v>
                </c:pt>
                <c:pt idx="3224">
                  <c:v>0.48463099999999998</c:v>
                </c:pt>
                <c:pt idx="3225">
                  <c:v>0.48493700000000001</c:v>
                </c:pt>
                <c:pt idx="3226">
                  <c:v>0.48524200000000001</c:v>
                </c:pt>
                <c:pt idx="3227">
                  <c:v>0.48554799999999998</c:v>
                </c:pt>
                <c:pt idx="3228">
                  <c:v>0.48585299999999998</c:v>
                </c:pt>
                <c:pt idx="3229">
                  <c:v>0.48615799999999998</c:v>
                </c:pt>
                <c:pt idx="3230">
                  <c:v>0.48646400000000001</c:v>
                </c:pt>
                <c:pt idx="3231">
                  <c:v>0.48676900000000001</c:v>
                </c:pt>
                <c:pt idx="3232">
                  <c:v>0.48707499999999998</c:v>
                </c:pt>
                <c:pt idx="3233">
                  <c:v>0.48737999999999998</c:v>
                </c:pt>
                <c:pt idx="3234">
                  <c:v>0.48768499999999998</c:v>
                </c:pt>
                <c:pt idx="3235">
                  <c:v>0.48799100000000001</c:v>
                </c:pt>
                <c:pt idx="3236">
                  <c:v>0.48829600000000001</c:v>
                </c:pt>
                <c:pt idx="3237">
                  <c:v>0.48860199999999998</c:v>
                </c:pt>
                <c:pt idx="3238">
                  <c:v>0.48890699999999998</c:v>
                </c:pt>
                <c:pt idx="3239">
                  <c:v>0.48921199999999998</c:v>
                </c:pt>
                <c:pt idx="3240">
                  <c:v>0.48951800000000001</c:v>
                </c:pt>
                <c:pt idx="3241">
                  <c:v>0.48982300000000001</c:v>
                </c:pt>
                <c:pt idx="3242">
                  <c:v>0.49012899999999998</c:v>
                </c:pt>
                <c:pt idx="3243">
                  <c:v>0.49043399999999998</c:v>
                </c:pt>
                <c:pt idx="3244">
                  <c:v>0.49073899999999998</c:v>
                </c:pt>
                <c:pt idx="3245">
                  <c:v>0.49104500000000001</c:v>
                </c:pt>
                <c:pt idx="3246">
                  <c:v>0.49135000000000001</c:v>
                </c:pt>
                <c:pt idx="3247">
                  <c:v>0.49165599999999998</c:v>
                </c:pt>
                <c:pt idx="3248">
                  <c:v>0.49196099999999998</c:v>
                </c:pt>
                <c:pt idx="3249">
                  <c:v>0.49226599999999998</c:v>
                </c:pt>
                <c:pt idx="3250">
                  <c:v>0.49257200000000001</c:v>
                </c:pt>
                <c:pt idx="3251">
                  <c:v>0.49287700000000001</c:v>
                </c:pt>
                <c:pt idx="3252">
                  <c:v>0.49318299999999998</c:v>
                </c:pt>
                <c:pt idx="3253">
                  <c:v>0.49348799999999998</c:v>
                </c:pt>
                <c:pt idx="3254">
                  <c:v>0.49379299999999998</c:v>
                </c:pt>
                <c:pt idx="3255">
                  <c:v>0.49409900000000001</c:v>
                </c:pt>
                <c:pt idx="3256">
                  <c:v>0.49440400000000001</c:v>
                </c:pt>
                <c:pt idx="3257">
                  <c:v>0.49470999999999998</c:v>
                </c:pt>
                <c:pt idx="3258">
                  <c:v>0.49501499999999998</c:v>
                </c:pt>
                <c:pt idx="3259">
                  <c:v>0.49531999999999998</c:v>
                </c:pt>
                <c:pt idx="3260">
                  <c:v>0.49562600000000001</c:v>
                </c:pt>
                <c:pt idx="3261">
                  <c:v>0.49593100000000001</c:v>
                </c:pt>
                <c:pt idx="3262">
                  <c:v>0.49623699999999998</c:v>
                </c:pt>
                <c:pt idx="3263">
                  <c:v>0.49654199999999998</c:v>
                </c:pt>
                <c:pt idx="3264">
                  <c:v>0.49684699999999998</c:v>
                </c:pt>
                <c:pt idx="3265">
                  <c:v>0.49715300000000001</c:v>
                </c:pt>
                <c:pt idx="3266">
                  <c:v>0.49745800000000001</c:v>
                </c:pt>
                <c:pt idx="3267">
                  <c:v>0.49776399999999998</c:v>
                </c:pt>
                <c:pt idx="3268">
                  <c:v>0.49806899999999998</c:v>
                </c:pt>
                <c:pt idx="3269">
                  <c:v>0.49837399999999998</c:v>
                </c:pt>
                <c:pt idx="3270">
                  <c:v>0.49868000000000001</c:v>
                </c:pt>
                <c:pt idx="3271">
                  <c:v>0.49898500000000001</c:v>
                </c:pt>
                <c:pt idx="3272">
                  <c:v>0.49929099999999998</c:v>
                </c:pt>
                <c:pt idx="3273">
                  <c:v>0.49959599999999998</c:v>
                </c:pt>
                <c:pt idx="3274">
                  <c:v>0.49990099999999998</c:v>
                </c:pt>
                <c:pt idx="3275">
                  <c:v>0.50020699999999996</c:v>
                </c:pt>
                <c:pt idx="3276">
                  <c:v>0.50051199999999996</c:v>
                </c:pt>
                <c:pt idx="3277">
                  <c:v>0.50081799999999999</c:v>
                </c:pt>
                <c:pt idx="3278">
                  <c:v>0.50112299999999999</c:v>
                </c:pt>
                <c:pt idx="3279">
                  <c:v>0.50142799999999998</c:v>
                </c:pt>
                <c:pt idx="3280">
                  <c:v>0.50173400000000001</c:v>
                </c:pt>
                <c:pt idx="3281">
                  <c:v>0.50203900000000001</c:v>
                </c:pt>
                <c:pt idx="3282">
                  <c:v>0.50234400000000001</c:v>
                </c:pt>
                <c:pt idx="3283">
                  <c:v>0.50265000000000004</c:v>
                </c:pt>
                <c:pt idx="3284">
                  <c:v>0.50295500000000004</c:v>
                </c:pt>
                <c:pt idx="3285">
                  <c:v>0.50326099999999996</c:v>
                </c:pt>
                <c:pt idx="3286">
                  <c:v>0.50356599999999996</c:v>
                </c:pt>
                <c:pt idx="3287">
                  <c:v>0.50387099999999996</c:v>
                </c:pt>
                <c:pt idx="3288">
                  <c:v>0.50417699999999999</c:v>
                </c:pt>
                <c:pt idx="3289">
                  <c:v>0.50448199999999999</c:v>
                </c:pt>
                <c:pt idx="3290">
                  <c:v>0.50478800000000001</c:v>
                </c:pt>
                <c:pt idx="3291">
                  <c:v>0.50509300000000001</c:v>
                </c:pt>
                <c:pt idx="3292">
                  <c:v>0.50539800000000001</c:v>
                </c:pt>
                <c:pt idx="3293">
                  <c:v>0.50570400000000004</c:v>
                </c:pt>
                <c:pt idx="3294">
                  <c:v>0.50600900000000004</c:v>
                </c:pt>
                <c:pt idx="3295">
                  <c:v>0.50631499999999996</c:v>
                </c:pt>
                <c:pt idx="3296">
                  <c:v>0.50661999999999996</c:v>
                </c:pt>
                <c:pt idx="3297">
                  <c:v>0.50692499999999996</c:v>
                </c:pt>
                <c:pt idx="3298">
                  <c:v>0.50723099999999999</c:v>
                </c:pt>
                <c:pt idx="3299">
                  <c:v>0.50753599999999999</c:v>
                </c:pt>
                <c:pt idx="3300">
                  <c:v>0.50784200000000002</c:v>
                </c:pt>
                <c:pt idx="3301">
                  <c:v>0.50814700000000002</c:v>
                </c:pt>
                <c:pt idx="3302">
                  <c:v>0.50845200000000002</c:v>
                </c:pt>
                <c:pt idx="3303">
                  <c:v>0.50875800000000004</c:v>
                </c:pt>
                <c:pt idx="3304">
                  <c:v>0.50906300000000004</c:v>
                </c:pt>
                <c:pt idx="3305">
                  <c:v>0.50936899999999996</c:v>
                </c:pt>
                <c:pt idx="3306">
                  <c:v>0.50967399999999996</c:v>
                </c:pt>
                <c:pt idx="3307">
                  <c:v>0.50997899999999996</c:v>
                </c:pt>
                <c:pt idx="3308">
                  <c:v>0.51028499999999999</c:v>
                </c:pt>
                <c:pt idx="3309">
                  <c:v>0.51058999999999999</c:v>
                </c:pt>
                <c:pt idx="3310">
                  <c:v>0.51089600000000002</c:v>
                </c:pt>
                <c:pt idx="3311">
                  <c:v>0.51120100000000002</c:v>
                </c:pt>
                <c:pt idx="3312">
                  <c:v>0.51150600000000002</c:v>
                </c:pt>
                <c:pt idx="3313">
                  <c:v>0.51181200000000004</c:v>
                </c:pt>
                <c:pt idx="3314">
                  <c:v>0.51211700000000004</c:v>
                </c:pt>
                <c:pt idx="3315">
                  <c:v>0.51242299999999996</c:v>
                </c:pt>
                <c:pt idx="3316">
                  <c:v>0.51272799999999996</c:v>
                </c:pt>
                <c:pt idx="3317">
                  <c:v>0.51303299999999996</c:v>
                </c:pt>
                <c:pt idx="3318">
                  <c:v>0.51333899999999999</c:v>
                </c:pt>
                <c:pt idx="3319">
                  <c:v>0.51364399999999999</c:v>
                </c:pt>
                <c:pt idx="3320">
                  <c:v>0.51395000000000002</c:v>
                </c:pt>
                <c:pt idx="3321">
                  <c:v>0.51425500000000002</c:v>
                </c:pt>
                <c:pt idx="3322">
                  <c:v>0.51456000000000002</c:v>
                </c:pt>
                <c:pt idx="3323">
                  <c:v>0.51486600000000005</c:v>
                </c:pt>
                <c:pt idx="3324">
                  <c:v>0.51517100000000005</c:v>
                </c:pt>
                <c:pt idx="3325">
                  <c:v>0.51547699999999996</c:v>
                </c:pt>
                <c:pt idx="3326">
                  <c:v>0.51578199999999996</c:v>
                </c:pt>
                <c:pt idx="3327">
                  <c:v>0.51608699999999996</c:v>
                </c:pt>
                <c:pt idx="3328">
                  <c:v>0.51639299999999999</c:v>
                </c:pt>
                <c:pt idx="3329">
                  <c:v>0.51669799999999999</c:v>
                </c:pt>
                <c:pt idx="3330">
                  <c:v>0.51700400000000002</c:v>
                </c:pt>
                <c:pt idx="3331">
                  <c:v>0.51730900000000002</c:v>
                </c:pt>
                <c:pt idx="3332">
                  <c:v>0.51761400000000002</c:v>
                </c:pt>
                <c:pt idx="3333">
                  <c:v>0.51792000000000005</c:v>
                </c:pt>
                <c:pt idx="3334">
                  <c:v>0.51822500000000005</c:v>
                </c:pt>
                <c:pt idx="3335">
                  <c:v>0.51853099999999996</c:v>
                </c:pt>
                <c:pt idx="3336">
                  <c:v>0.51883599999999996</c:v>
                </c:pt>
                <c:pt idx="3337">
                  <c:v>0.51914099999999996</c:v>
                </c:pt>
                <c:pt idx="3338">
                  <c:v>0.51944699999999999</c:v>
                </c:pt>
                <c:pt idx="3339">
                  <c:v>0.51975199999999999</c:v>
                </c:pt>
                <c:pt idx="3340">
                  <c:v>0.52005800000000002</c:v>
                </c:pt>
                <c:pt idx="3341">
                  <c:v>0.52036300000000002</c:v>
                </c:pt>
                <c:pt idx="3342">
                  <c:v>0.52066800000000002</c:v>
                </c:pt>
                <c:pt idx="3343">
                  <c:v>0.52097400000000005</c:v>
                </c:pt>
                <c:pt idx="3344">
                  <c:v>0.52127900000000005</c:v>
                </c:pt>
                <c:pt idx="3345">
                  <c:v>0.52158499999999997</c:v>
                </c:pt>
                <c:pt idx="3346">
                  <c:v>0.52188999999999997</c:v>
                </c:pt>
                <c:pt idx="3347">
                  <c:v>0.52219499999999996</c:v>
                </c:pt>
                <c:pt idx="3348">
                  <c:v>0.52250099999999999</c:v>
                </c:pt>
                <c:pt idx="3349">
                  <c:v>0.52280599999999999</c:v>
                </c:pt>
                <c:pt idx="3350">
                  <c:v>0.52311200000000002</c:v>
                </c:pt>
                <c:pt idx="3351">
                  <c:v>0.52341700000000002</c:v>
                </c:pt>
                <c:pt idx="3352">
                  <c:v>0.52372200000000002</c:v>
                </c:pt>
                <c:pt idx="3353">
                  <c:v>0.52402800000000005</c:v>
                </c:pt>
                <c:pt idx="3354">
                  <c:v>0.52433300000000005</c:v>
                </c:pt>
                <c:pt idx="3355">
                  <c:v>0.52463899999999997</c:v>
                </c:pt>
                <c:pt idx="3356">
                  <c:v>0.52494399999999997</c:v>
                </c:pt>
                <c:pt idx="3357">
                  <c:v>0.52524899999999997</c:v>
                </c:pt>
                <c:pt idx="3358">
                  <c:v>0.52555499999999999</c:v>
                </c:pt>
                <c:pt idx="3359">
                  <c:v>0.52585999999999999</c:v>
                </c:pt>
                <c:pt idx="3360">
                  <c:v>0.52616600000000002</c:v>
                </c:pt>
                <c:pt idx="3361">
                  <c:v>0.52647100000000002</c:v>
                </c:pt>
                <c:pt idx="3362">
                  <c:v>0.52677600000000002</c:v>
                </c:pt>
                <c:pt idx="3363">
                  <c:v>0.52708200000000005</c:v>
                </c:pt>
                <c:pt idx="3364">
                  <c:v>0.52738700000000005</c:v>
                </c:pt>
                <c:pt idx="3365">
                  <c:v>0.52769200000000005</c:v>
                </c:pt>
                <c:pt idx="3366">
                  <c:v>0.52799799999999997</c:v>
                </c:pt>
                <c:pt idx="3367">
                  <c:v>0.52830299999999997</c:v>
                </c:pt>
                <c:pt idx="3368">
                  <c:v>0.528609</c:v>
                </c:pt>
                <c:pt idx="3369">
                  <c:v>0.528914</c:v>
                </c:pt>
                <c:pt idx="3370">
                  <c:v>0.52921899999999999</c:v>
                </c:pt>
                <c:pt idx="3371">
                  <c:v>0.52952500000000002</c:v>
                </c:pt>
                <c:pt idx="3372">
                  <c:v>0.52983000000000002</c:v>
                </c:pt>
                <c:pt idx="3373">
                  <c:v>0.53013600000000005</c:v>
                </c:pt>
                <c:pt idx="3374">
                  <c:v>0.53044100000000005</c:v>
                </c:pt>
                <c:pt idx="3375">
                  <c:v>0.53074600000000005</c:v>
                </c:pt>
                <c:pt idx="3376">
                  <c:v>0.53105199999999997</c:v>
                </c:pt>
                <c:pt idx="3377">
                  <c:v>0.53135699999999997</c:v>
                </c:pt>
                <c:pt idx="3378">
                  <c:v>0.531663</c:v>
                </c:pt>
                <c:pt idx="3379">
                  <c:v>0.531968</c:v>
                </c:pt>
                <c:pt idx="3380">
                  <c:v>0.532273</c:v>
                </c:pt>
                <c:pt idx="3381">
                  <c:v>0.53257900000000002</c:v>
                </c:pt>
                <c:pt idx="3382">
                  <c:v>0.53288400000000002</c:v>
                </c:pt>
                <c:pt idx="3383">
                  <c:v>0.53319000000000005</c:v>
                </c:pt>
                <c:pt idx="3384">
                  <c:v>0.53349500000000005</c:v>
                </c:pt>
                <c:pt idx="3385">
                  <c:v>0.53380000000000005</c:v>
                </c:pt>
                <c:pt idx="3386">
                  <c:v>0.53410599999999997</c:v>
                </c:pt>
                <c:pt idx="3387">
                  <c:v>0.53441099999999997</c:v>
                </c:pt>
                <c:pt idx="3388">
                  <c:v>0.534717</c:v>
                </c:pt>
                <c:pt idx="3389">
                  <c:v>0.535022</c:v>
                </c:pt>
                <c:pt idx="3390">
                  <c:v>0.535327</c:v>
                </c:pt>
                <c:pt idx="3391">
                  <c:v>0.53563300000000003</c:v>
                </c:pt>
                <c:pt idx="3392">
                  <c:v>0.53593800000000003</c:v>
                </c:pt>
                <c:pt idx="3393">
                  <c:v>0.53624400000000005</c:v>
                </c:pt>
                <c:pt idx="3394">
                  <c:v>0.53654900000000005</c:v>
                </c:pt>
                <c:pt idx="3395">
                  <c:v>0.53685400000000005</c:v>
                </c:pt>
                <c:pt idx="3396">
                  <c:v>0.53715999999999997</c:v>
                </c:pt>
                <c:pt idx="3397">
                  <c:v>0.53746499999999997</c:v>
                </c:pt>
                <c:pt idx="3398">
                  <c:v>0.537771</c:v>
                </c:pt>
                <c:pt idx="3399">
                  <c:v>0.538076</c:v>
                </c:pt>
                <c:pt idx="3400">
                  <c:v>0.538381</c:v>
                </c:pt>
                <c:pt idx="3401">
                  <c:v>0.53868700000000003</c:v>
                </c:pt>
                <c:pt idx="3402">
                  <c:v>0.53899200000000003</c:v>
                </c:pt>
                <c:pt idx="3403">
                  <c:v>0.53929800000000006</c:v>
                </c:pt>
                <c:pt idx="3404">
                  <c:v>0.53960300000000005</c:v>
                </c:pt>
                <c:pt idx="3405">
                  <c:v>0.53990800000000005</c:v>
                </c:pt>
                <c:pt idx="3406">
                  <c:v>0.54021399999999997</c:v>
                </c:pt>
                <c:pt idx="3407">
                  <c:v>0.54051899999999997</c:v>
                </c:pt>
                <c:pt idx="3408">
                  <c:v>0.540825</c:v>
                </c:pt>
                <c:pt idx="3409">
                  <c:v>0.54113</c:v>
                </c:pt>
                <c:pt idx="3410">
                  <c:v>0.541435</c:v>
                </c:pt>
                <c:pt idx="3411">
                  <c:v>0.54174100000000003</c:v>
                </c:pt>
                <c:pt idx="3412">
                  <c:v>0.54204600000000003</c:v>
                </c:pt>
                <c:pt idx="3413">
                  <c:v>0.54235199999999995</c:v>
                </c:pt>
                <c:pt idx="3414">
                  <c:v>0.54265699999999994</c:v>
                </c:pt>
                <c:pt idx="3415">
                  <c:v>0.54296199999999994</c:v>
                </c:pt>
                <c:pt idx="3416">
                  <c:v>0.54326799999999997</c:v>
                </c:pt>
                <c:pt idx="3417">
                  <c:v>0.54357299999999997</c:v>
                </c:pt>
                <c:pt idx="3418">
                  <c:v>0.543879</c:v>
                </c:pt>
                <c:pt idx="3419">
                  <c:v>0.544184</c:v>
                </c:pt>
                <c:pt idx="3420">
                  <c:v>0.544489</c:v>
                </c:pt>
                <c:pt idx="3421">
                  <c:v>0.54479500000000003</c:v>
                </c:pt>
                <c:pt idx="3422">
                  <c:v>0.54510000000000003</c:v>
                </c:pt>
                <c:pt idx="3423">
                  <c:v>0.54540599999999995</c:v>
                </c:pt>
                <c:pt idx="3424">
                  <c:v>0.54571099999999995</c:v>
                </c:pt>
                <c:pt idx="3425">
                  <c:v>0.54601599999999995</c:v>
                </c:pt>
                <c:pt idx="3426">
                  <c:v>0.54632199999999997</c:v>
                </c:pt>
                <c:pt idx="3427">
                  <c:v>0.54662699999999997</c:v>
                </c:pt>
                <c:pt idx="3428">
                  <c:v>0.546933</c:v>
                </c:pt>
                <c:pt idx="3429">
                  <c:v>0.547238</c:v>
                </c:pt>
                <c:pt idx="3430">
                  <c:v>0.547543</c:v>
                </c:pt>
                <c:pt idx="3431">
                  <c:v>0.54784900000000003</c:v>
                </c:pt>
                <c:pt idx="3432">
                  <c:v>0.54815400000000003</c:v>
                </c:pt>
                <c:pt idx="3433">
                  <c:v>0.54845999999999995</c:v>
                </c:pt>
                <c:pt idx="3434">
                  <c:v>0.54876499999999995</c:v>
                </c:pt>
                <c:pt idx="3435">
                  <c:v>0.54906999999999995</c:v>
                </c:pt>
                <c:pt idx="3436">
                  <c:v>0.54937599999999998</c:v>
                </c:pt>
                <c:pt idx="3437">
                  <c:v>0.54968099999999998</c:v>
                </c:pt>
                <c:pt idx="3438">
                  <c:v>0.549987</c:v>
                </c:pt>
                <c:pt idx="3439">
                  <c:v>0.550292</c:v>
                </c:pt>
                <c:pt idx="3440">
                  <c:v>0.550597</c:v>
                </c:pt>
                <c:pt idx="3441">
                  <c:v>0.55090300000000003</c:v>
                </c:pt>
                <c:pt idx="3442">
                  <c:v>0.55120800000000003</c:v>
                </c:pt>
                <c:pt idx="3443">
                  <c:v>0.55151399999999995</c:v>
                </c:pt>
                <c:pt idx="3444">
                  <c:v>0.55181899999999995</c:v>
                </c:pt>
                <c:pt idx="3445">
                  <c:v>0.55212399999999995</c:v>
                </c:pt>
                <c:pt idx="3446">
                  <c:v>0.55242999999999998</c:v>
                </c:pt>
                <c:pt idx="3447">
                  <c:v>0.55273499999999998</c:v>
                </c:pt>
                <c:pt idx="3448">
                  <c:v>0.55303999999999998</c:v>
                </c:pt>
                <c:pt idx="3449">
                  <c:v>0.553346</c:v>
                </c:pt>
                <c:pt idx="3450">
                  <c:v>0.553651</c:v>
                </c:pt>
                <c:pt idx="3451">
                  <c:v>0.55395700000000003</c:v>
                </c:pt>
                <c:pt idx="3452">
                  <c:v>0.55426200000000003</c:v>
                </c:pt>
                <c:pt idx="3453">
                  <c:v>0.55456700000000003</c:v>
                </c:pt>
                <c:pt idx="3454">
                  <c:v>0.55487299999999995</c:v>
                </c:pt>
                <c:pt idx="3455">
                  <c:v>0.55517799999999995</c:v>
                </c:pt>
                <c:pt idx="3456">
                  <c:v>0.55548399999999998</c:v>
                </c:pt>
                <c:pt idx="3457">
                  <c:v>0.55578899999999998</c:v>
                </c:pt>
                <c:pt idx="3458">
                  <c:v>0.55609399999999998</c:v>
                </c:pt>
                <c:pt idx="3459">
                  <c:v>0.55640000000000001</c:v>
                </c:pt>
                <c:pt idx="3460">
                  <c:v>0.55670500000000001</c:v>
                </c:pt>
                <c:pt idx="3461">
                  <c:v>0.55701100000000003</c:v>
                </c:pt>
                <c:pt idx="3462">
                  <c:v>0.55731600000000003</c:v>
                </c:pt>
                <c:pt idx="3463">
                  <c:v>0.55762100000000003</c:v>
                </c:pt>
                <c:pt idx="3464">
                  <c:v>0.55792699999999995</c:v>
                </c:pt>
                <c:pt idx="3465">
                  <c:v>0.55823199999999995</c:v>
                </c:pt>
                <c:pt idx="3466">
                  <c:v>0.55853799999999998</c:v>
                </c:pt>
                <c:pt idx="3467">
                  <c:v>0.55884299999999998</c:v>
                </c:pt>
                <c:pt idx="3468">
                  <c:v>0.55914799999999998</c:v>
                </c:pt>
                <c:pt idx="3469">
                  <c:v>0.55945400000000001</c:v>
                </c:pt>
                <c:pt idx="3470">
                  <c:v>0.55975900000000001</c:v>
                </c:pt>
                <c:pt idx="3471">
                  <c:v>0.56006500000000004</c:v>
                </c:pt>
                <c:pt idx="3472">
                  <c:v>0.56037000000000003</c:v>
                </c:pt>
                <c:pt idx="3473">
                  <c:v>0.56067500000000003</c:v>
                </c:pt>
                <c:pt idx="3474">
                  <c:v>0.56098099999999995</c:v>
                </c:pt>
                <c:pt idx="3475">
                  <c:v>0.56128599999999995</c:v>
                </c:pt>
                <c:pt idx="3476">
                  <c:v>0.56159199999999998</c:v>
                </c:pt>
                <c:pt idx="3477">
                  <c:v>0.56189699999999998</c:v>
                </c:pt>
                <c:pt idx="3478">
                  <c:v>0.56220199999999998</c:v>
                </c:pt>
                <c:pt idx="3479">
                  <c:v>0.56250800000000001</c:v>
                </c:pt>
                <c:pt idx="3480">
                  <c:v>0.56281300000000001</c:v>
                </c:pt>
                <c:pt idx="3481">
                  <c:v>0.56311900000000004</c:v>
                </c:pt>
                <c:pt idx="3482">
                  <c:v>0.56342400000000004</c:v>
                </c:pt>
                <c:pt idx="3483">
                  <c:v>0.56372900000000004</c:v>
                </c:pt>
                <c:pt idx="3484">
                  <c:v>0.56403499999999995</c:v>
                </c:pt>
                <c:pt idx="3485">
                  <c:v>0.56433999999999995</c:v>
                </c:pt>
                <c:pt idx="3486">
                  <c:v>0.56464599999999998</c:v>
                </c:pt>
                <c:pt idx="3487">
                  <c:v>0.56495099999999998</c:v>
                </c:pt>
                <c:pt idx="3488">
                  <c:v>0.56525599999999998</c:v>
                </c:pt>
                <c:pt idx="3489">
                  <c:v>0.56556200000000001</c:v>
                </c:pt>
                <c:pt idx="3490">
                  <c:v>0.56586700000000001</c:v>
                </c:pt>
                <c:pt idx="3491">
                  <c:v>0.56617300000000004</c:v>
                </c:pt>
                <c:pt idx="3492">
                  <c:v>0.56647800000000004</c:v>
                </c:pt>
                <c:pt idx="3493">
                  <c:v>0.56678300000000004</c:v>
                </c:pt>
                <c:pt idx="3494">
                  <c:v>0.56708899999999995</c:v>
                </c:pt>
                <c:pt idx="3495">
                  <c:v>0.56739399999999995</c:v>
                </c:pt>
                <c:pt idx="3496">
                  <c:v>0.56769999999999998</c:v>
                </c:pt>
                <c:pt idx="3497">
                  <c:v>0.56800499999999998</c:v>
                </c:pt>
                <c:pt idx="3498">
                  <c:v>0.56830999999999998</c:v>
                </c:pt>
                <c:pt idx="3499">
                  <c:v>0.56861600000000001</c:v>
                </c:pt>
                <c:pt idx="3500">
                  <c:v>0.56892100000000001</c:v>
                </c:pt>
                <c:pt idx="3501">
                  <c:v>0.56922700000000004</c:v>
                </c:pt>
                <c:pt idx="3502">
                  <c:v>0.56953200000000004</c:v>
                </c:pt>
                <c:pt idx="3503">
                  <c:v>0.56983700000000004</c:v>
                </c:pt>
                <c:pt idx="3504">
                  <c:v>0.57014299999999996</c:v>
                </c:pt>
                <c:pt idx="3505">
                  <c:v>0.57044799999999996</c:v>
                </c:pt>
                <c:pt idx="3506">
                  <c:v>0.57075399999999998</c:v>
                </c:pt>
                <c:pt idx="3507">
                  <c:v>0.57105899999999998</c:v>
                </c:pt>
                <c:pt idx="3508">
                  <c:v>0.57136399999999998</c:v>
                </c:pt>
                <c:pt idx="3509">
                  <c:v>0.57167000000000001</c:v>
                </c:pt>
                <c:pt idx="3510">
                  <c:v>0.57197500000000001</c:v>
                </c:pt>
                <c:pt idx="3511">
                  <c:v>0.57228100000000004</c:v>
                </c:pt>
                <c:pt idx="3512">
                  <c:v>0.57258600000000004</c:v>
                </c:pt>
                <c:pt idx="3513">
                  <c:v>0.57289100000000004</c:v>
                </c:pt>
                <c:pt idx="3514">
                  <c:v>0.57319699999999996</c:v>
                </c:pt>
                <c:pt idx="3515">
                  <c:v>0.57350199999999996</c:v>
                </c:pt>
                <c:pt idx="3516">
                  <c:v>0.57380799999999998</c:v>
                </c:pt>
                <c:pt idx="3517">
                  <c:v>0.57411299999999998</c:v>
                </c:pt>
                <c:pt idx="3518">
                  <c:v>0.57441799999999998</c:v>
                </c:pt>
                <c:pt idx="3519">
                  <c:v>0.57472400000000001</c:v>
                </c:pt>
                <c:pt idx="3520">
                  <c:v>0.57502900000000001</c:v>
                </c:pt>
                <c:pt idx="3521">
                  <c:v>0.57533500000000004</c:v>
                </c:pt>
                <c:pt idx="3522">
                  <c:v>0.57564000000000004</c:v>
                </c:pt>
                <c:pt idx="3523">
                  <c:v>0.57594500000000004</c:v>
                </c:pt>
                <c:pt idx="3524">
                  <c:v>0.57625099999999996</c:v>
                </c:pt>
                <c:pt idx="3525">
                  <c:v>0.57655599999999996</c:v>
                </c:pt>
                <c:pt idx="3526">
                  <c:v>0.57686199999999999</c:v>
                </c:pt>
                <c:pt idx="3527">
                  <c:v>0.57716699999999999</c:v>
                </c:pt>
                <c:pt idx="3528">
                  <c:v>0.57747199999999999</c:v>
                </c:pt>
                <c:pt idx="3529">
                  <c:v>0.57777800000000001</c:v>
                </c:pt>
                <c:pt idx="3530">
                  <c:v>0.57808300000000001</c:v>
                </c:pt>
                <c:pt idx="3531">
                  <c:v>0.57838800000000001</c:v>
                </c:pt>
                <c:pt idx="3532">
                  <c:v>0.57869400000000004</c:v>
                </c:pt>
                <c:pt idx="3533">
                  <c:v>0.57899900000000004</c:v>
                </c:pt>
                <c:pt idx="3534">
                  <c:v>0.57930499999999996</c:v>
                </c:pt>
                <c:pt idx="3535">
                  <c:v>0.57960999999999996</c:v>
                </c:pt>
                <c:pt idx="3536">
                  <c:v>0.57991499999999996</c:v>
                </c:pt>
                <c:pt idx="3537">
                  <c:v>0.58022099999999999</c:v>
                </c:pt>
                <c:pt idx="3538">
                  <c:v>0.58052599999999999</c:v>
                </c:pt>
                <c:pt idx="3539">
                  <c:v>0.58083200000000001</c:v>
                </c:pt>
                <c:pt idx="3540">
                  <c:v>0.58113700000000001</c:v>
                </c:pt>
                <c:pt idx="3541">
                  <c:v>0.58144200000000001</c:v>
                </c:pt>
                <c:pt idx="3542">
                  <c:v>0.58174800000000004</c:v>
                </c:pt>
                <c:pt idx="3543">
                  <c:v>0.58205300000000004</c:v>
                </c:pt>
                <c:pt idx="3544">
                  <c:v>0.58235899999999996</c:v>
                </c:pt>
                <c:pt idx="3545">
                  <c:v>0.58266399999999996</c:v>
                </c:pt>
                <c:pt idx="3546">
                  <c:v>0.58296899999999996</c:v>
                </c:pt>
                <c:pt idx="3547">
                  <c:v>0.58327499999999999</c:v>
                </c:pt>
                <c:pt idx="3548">
                  <c:v>0.58357999999999999</c:v>
                </c:pt>
                <c:pt idx="3549">
                  <c:v>0.58388600000000002</c:v>
                </c:pt>
                <c:pt idx="3550">
                  <c:v>0.58419100000000002</c:v>
                </c:pt>
                <c:pt idx="3551">
                  <c:v>0.58449600000000002</c:v>
                </c:pt>
                <c:pt idx="3552">
                  <c:v>0.58480200000000004</c:v>
                </c:pt>
                <c:pt idx="3553">
                  <c:v>0.58510700000000004</c:v>
                </c:pt>
                <c:pt idx="3554">
                  <c:v>0.58541299999999996</c:v>
                </c:pt>
                <c:pt idx="3555">
                  <c:v>0.58571799999999996</c:v>
                </c:pt>
                <c:pt idx="3556">
                  <c:v>0.58602299999999996</c:v>
                </c:pt>
                <c:pt idx="3557">
                  <c:v>0.58632899999999999</c:v>
                </c:pt>
                <c:pt idx="3558">
                  <c:v>0.58663399999999999</c:v>
                </c:pt>
                <c:pt idx="3559">
                  <c:v>0.58694000000000002</c:v>
                </c:pt>
                <c:pt idx="3560">
                  <c:v>0.58724500000000002</c:v>
                </c:pt>
                <c:pt idx="3561">
                  <c:v>0.58755000000000002</c:v>
                </c:pt>
                <c:pt idx="3562">
                  <c:v>0.58785600000000005</c:v>
                </c:pt>
                <c:pt idx="3563">
                  <c:v>0.58816100000000004</c:v>
                </c:pt>
                <c:pt idx="3564">
                  <c:v>0.58846699999999996</c:v>
                </c:pt>
                <c:pt idx="3565">
                  <c:v>0.58877199999999996</c:v>
                </c:pt>
                <c:pt idx="3566">
                  <c:v>0.58907699999999996</c:v>
                </c:pt>
                <c:pt idx="3567">
                  <c:v>0.58938299999999999</c:v>
                </c:pt>
                <c:pt idx="3568">
                  <c:v>0.58968799999999999</c:v>
                </c:pt>
                <c:pt idx="3569">
                  <c:v>0.58999400000000002</c:v>
                </c:pt>
                <c:pt idx="3570">
                  <c:v>0.59029900000000002</c:v>
                </c:pt>
                <c:pt idx="3571">
                  <c:v>0.59060400000000002</c:v>
                </c:pt>
                <c:pt idx="3572">
                  <c:v>0.59091000000000005</c:v>
                </c:pt>
                <c:pt idx="3573">
                  <c:v>0.59121500000000005</c:v>
                </c:pt>
                <c:pt idx="3574">
                  <c:v>0.59152099999999996</c:v>
                </c:pt>
                <c:pt idx="3575">
                  <c:v>0.59182599999999996</c:v>
                </c:pt>
                <c:pt idx="3576">
                  <c:v>0.59213099999999996</c:v>
                </c:pt>
                <c:pt idx="3577">
                  <c:v>0.59243699999999999</c:v>
                </c:pt>
                <c:pt idx="3578">
                  <c:v>0.59274199999999999</c:v>
                </c:pt>
                <c:pt idx="3579">
                  <c:v>0.59304800000000002</c:v>
                </c:pt>
                <c:pt idx="3580">
                  <c:v>0.59335300000000002</c:v>
                </c:pt>
                <c:pt idx="3581">
                  <c:v>0.59365800000000002</c:v>
                </c:pt>
                <c:pt idx="3582">
                  <c:v>0.59396400000000005</c:v>
                </c:pt>
                <c:pt idx="3583">
                  <c:v>0.59426900000000005</c:v>
                </c:pt>
                <c:pt idx="3584">
                  <c:v>0.59457499999999996</c:v>
                </c:pt>
                <c:pt idx="3585">
                  <c:v>0.59487999999999996</c:v>
                </c:pt>
                <c:pt idx="3586">
                  <c:v>0.59518499999999996</c:v>
                </c:pt>
                <c:pt idx="3587">
                  <c:v>0.59549099999999999</c:v>
                </c:pt>
                <c:pt idx="3588">
                  <c:v>0.59579599999999999</c:v>
                </c:pt>
                <c:pt idx="3589">
                  <c:v>0.59610200000000002</c:v>
                </c:pt>
                <c:pt idx="3590">
                  <c:v>0.59640700000000002</c:v>
                </c:pt>
                <c:pt idx="3591">
                  <c:v>0.59671200000000002</c:v>
                </c:pt>
                <c:pt idx="3592">
                  <c:v>0.59701800000000005</c:v>
                </c:pt>
                <c:pt idx="3593">
                  <c:v>0.59732300000000005</c:v>
                </c:pt>
                <c:pt idx="3594">
                  <c:v>0.59762899999999997</c:v>
                </c:pt>
                <c:pt idx="3595">
                  <c:v>0.59793399999999997</c:v>
                </c:pt>
                <c:pt idx="3596">
                  <c:v>0.59823899999999997</c:v>
                </c:pt>
                <c:pt idx="3597">
                  <c:v>0.59854499999999999</c:v>
                </c:pt>
                <c:pt idx="3598">
                  <c:v>0.59884999999999999</c:v>
                </c:pt>
                <c:pt idx="3599">
                  <c:v>0.59915600000000002</c:v>
                </c:pt>
                <c:pt idx="3600">
                  <c:v>0.59946100000000002</c:v>
                </c:pt>
                <c:pt idx="3601">
                  <c:v>0.59976600000000002</c:v>
                </c:pt>
                <c:pt idx="3602">
                  <c:v>0.60007200000000005</c:v>
                </c:pt>
                <c:pt idx="3603">
                  <c:v>0.60037700000000005</c:v>
                </c:pt>
                <c:pt idx="3604">
                  <c:v>0.60068299999999997</c:v>
                </c:pt>
                <c:pt idx="3605">
                  <c:v>0.60098799999999997</c:v>
                </c:pt>
                <c:pt idx="3606">
                  <c:v>0.60129299999999997</c:v>
                </c:pt>
                <c:pt idx="3607">
                  <c:v>0.60159899999999999</c:v>
                </c:pt>
                <c:pt idx="3608">
                  <c:v>0.60190399999999999</c:v>
                </c:pt>
                <c:pt idx="3609">
                  <c:v>0.60221000000000002</c:v>
                </c:pt>
                <c:pt idx="3610">
                  <c:v>0.60251500000000002</c:v>
                </c:pt>
                <c:pt idx="3611">
                  <c:v>0.60282000000000002</c:v>
                </c:pt>
                <c:pt idx="3612">
                  <c:v>0.60312600000000005</c:v>
                </c:pt>
                <c:pt idx="3613">
                  <c:v>0.60343100000000005</c:v>
                </c:pt>
                <c:pt idx="3614">
                  <c:v>0.60373699999999997</c:v>
                </c:pt>
                <c:pt idx="3615">
                  <c:v>0.60404199999999997</c:v>
                </c:pt>
                <c:pt idx="3616">
                  <c:v>0.60434699999999997</c:v>
                </c:pt>
                <c:pt idx="3617">
                  <c:v>0.604653</c:v>
                </c:pt>
                <c:pt idx="3618">
                  <c:v>0.604958</c:v>
                </c:pt>
                <c:pt idx="3619">
                  <c:v>0.605263</c:v>
                </c:pt>
                <c:pt idx="3620">
                  <c:v>0.60556900000000002</c:v>
                </c:pt>
                <c:pt idx="3621">
                  <c:v>0.60587400000000002</c:v>
                </c:pt>
                <c:pt idx="3622">
                  <c:v>0.60618000000000005</c:v>
                </c:pt>
                <c:pt idx="3623">
                  <c:v>0.60648500000000005</c:v>
                </c:pt>
                <c:pt idx="3624">
                  <c:v>0.60679000000000005</c:v>
                </c:pt>
                <c:pt idx="3625">
                  <c:v>0.60709599999999997</c:v>
                </c:pt>
                <c:pt idx="3626">
                  <c:v>0.60740099999999997</c:v>
                </c:pt>
                <c:pt idx="3627">
                  <c:v>0.607707</c:v>
                </c:pt>
                <c:pt idx="3628">
                  <c:v>0.608012</c:v>
                </c:pt>
                <c:pt idx="3629">
                  <c:v>0.608317</c:v>
                </c:pt>
                <c:pt idx="3630">
                  <c:v>0.60862300000000003</c:v>
                </c:pt>
                <c:pt idx="3631">
                  <c:v>0.60892800000000002</c:v>
                </c:pt>
                <c:pt idx="3632">
                  <c:v>0.60923400000000005</c:v>
                </c:pt>
                <c:pt idx="3633">
                  <c:v>0.60953900000000005</c:v>
                </c:pt>
                <c:pt idx="3634">
                  <c:v>0.60984400000000005</c:v>
                </c:pt>
                <c:pt idx="3635">
                  <c:v>0.61014999999999997</c:v>
                </c:pt>
                <c:pt idx="3636">
                  <c:v>0.61045499999999997</c:v>
                </c:pt>
                <c:pt idx="3637">
                  <c:v>0.610761</c:v>
                </c:pt>
                <c:pt idx="3638">
                  <c:v>0.611066</c:v>
                </c:pt>
                <c:pt idx="3639">
                  <c:v>0.611371</c:v>
                </c:pt>
                <c:pt idx="3640">
                  <c:v>0.61167700000000003</c:v>
                </c:pt>
                <c:pt idx="3641">
                  <c:v>0.61198200000000003</c:v>
                </c:pt>
                <c:pt idx="3642">
                  <c:v>0.61228800000000005</c:v>
                </c:pt>
                <c:pt idx="3643">
                  <c:v>0.61259300000000005</c:v>
                </c:pt>
                <c:pt idx="3644">
                  <c:v>0.61289800000000005</c:v>
                </c:pt>
                <c:pt idx="3645">
                  <c:v>0.61320399999999997</c:v>
                </c:pt>
                <c:pt idx="3646">
                  <c:v>0.61350899999999997</c:v>
                </c:pt>
                <c:pt idx="3647">
                  <c:v>0.613815</c:v>
                </c:pt>
                <c:pt idx="3648">
                  <c:v>0.61412</c:v>
                </c:pt>
                <c:pt idx="3649">
                  <c:v>0.614425</c:v>
                </c:pt>
                <c:pt idx="3650">
                  <c:v>0.61473100000000003</c:v>
                </c:pt>
                <c:pt idx="3651">
                  <c:v>0.61503600000000003</c:v>
                </c:pt>
                <c:pt idx="3652">
                  <c:v>0.61534199999999994</c:v>
                </c:pt>
                <c:pt idx="3653">
                  <c:v>0.61564700000000006</c:v>
                </c:pt>
                <c:pt idx="3654">
                  <c:v>0.61595200000000006</c:v>
                </c:pt>
                <c:pt idx="3655">
                  <c:v>0.61625799999999997</c:v>
                </c:pt>
                <c:pt idx="3656">
                  <c:v>0.61656299999999997</c:v>
                </c:pt>
                <c:pt idx="3657">
                  <c:v>0.616869</c:v>
                </c:pt>
                <c:pt idx="3658">
                  <c:v>0.617174</c:v>
                </c:pt>
                <c:pt idx="3659">
                  <c:v>0.617479</c:v>
                </c:pt>
                <c:pt idx="3660">
                  <c:v>0.61778500000000003</c:v>
                </c:pt>
                <c:pt idx="3661">
                  <c:v>0.61809000000000003</c:v>
                </c:pt>
                <c:pt idx="3662">
                  <c:v>0.61839599999999995</c:v>
                </c:pt>
                <c:pt idx="3663">
                  <c:v>0.61870099999999995</c:v>
                </c:pt>
                <c:pt idx="3664">
                  <c:v>0.61900599999999995</c:v>
                </c:pt>
                <c:pt idx="3665">
                  <c:v>0.61931199999999997</c:v>
                </c:pt>
                <c:pt idx="3666">
                  <c:v>0.61961699999999997</c:v>
                </c:pt>
                <c:pt idx="3667">
                  <c:v>0.619923</c:v>
                </c:pt>
                <c:pt idx="3668">
                  <c:v>0.620228</c:v>
                </c:pt>
                <c:pt idx="3669">
                  <c:v>0.620533</c:v>
                </c:pt>
                <c:pt idx="3670">
                  <c:v>0.62083900000000003</c:v>
                </c:pt>
                <c:pt idx="3671">
                  <c:v>0.62114400000000003</c:v>
                </c:pt>
                <c:pt idx="3672">
                  <c:v>0.62144999999999995</c:v>
                </c:pt>
                <c:pt idx="3673">
                  <c:v>0.62175499999999995</c:v>
                </c:pt>
                <c:pt idx="3674">
                  <c:v>0.62205999999999995</c:v>
                </c:pt>
                <c:pt idx="3675">
                  <c:v>0.62236599999999997</c:v>
                </c:pt>
                <c:pt idx="3676">
                  <c:v>0.62267099999999997</c:v>
                </c:pt>
                <c:pt idx="3677">
                  <c:v>0.622977</c:v>
                </c:pt>
                <c:pt idx="3678">
                  <c:v>0.623282</c:v>
                </c:pt>
                <c:pt idx="3679">
                  <c:v>0.623587</c:v>
                </c:pt>
                <c:pt idx="3680">
                  <c:v>0.62389300000000003</c:v>
                </c:pt>
                <c:pt idx="3681">
                  <c:v>0.62419800000000003</c:v>
                </c:pt>
                <c:pt idx="3682">
                  <c:v>0.62450399999999995</c:v>
                </c:pt>
                <c:pt idx="3683">
                  <c:v>0.62480899999999995</c:v>
                </c:pt>
                <c:pt idx="3684">
                  <c:v>0.62511399999999995</c:v>
                </c:pt>
                <c:pt idx="3685">
                  <c:v>0.62541999999999998</c:v>
                </c:pt>
                <c:pt idx="3686">
                  <c:v>0.62572499999999998</c:v>
                </c:pt>
                <c:pt idx="3687">
                  <c:v>0.626031</c:v>
                </c:pt>
                <c:pt idx="3688">
                  <c:v>0.626336</c:v>
                </c:pt>
                <c:pt idx="3689">
                  <c:v>0.626641</c:v>
                </c:pt>
                <c:pt idx="3690">
                  <c:v>0.62694700000000003</c:v>
                </c:pt>
                <c:pt idx="3691">
                  <c:v>0.62725200000000003</c:v>
                </c:pt>
                <c:pt idx="3692">
                  <c:v>0.62755799999999995</c:v>
                </c:pt>
                <c:pt idx="3693">
                  <c:v>0.62786299999999995</c:v>
                </c:pt>
                <c:pt idx="3694">
                  <c:v>0.62816799999999995</c:v>
                </c:pt>
                <c:pt idx="3695">
                  <c:v>0.62847399999999998</c:v>
                </c:pt>
                <c:pt idx="3696">
                  <c:v>0.62877899999999998</c:v>
                </c:pt>
                <c:pt idx="3697">
                  <c:v>0.62908500000000001</c:v>
                </c:pt>
                <c:pt idx="3698">
                  <c:v>0.62939000000000001</c:v>
                </c:pt>
                <c:pt idx="3699">
                  <c:v>0.629695</c:v>
                </c:pt>
                <c:pt idx="3700">
                  <c:v>0.63000100000000003</c:v>
                </c:pt>
                <c:pt idx="3701">
                  <c:v>0.63030600000000003</c:v>
                </c:pt>
                <c:pt idx="3702">
                  <c:v>0.63061100000000003</c:v>
                </c:pt>
                <c:pt idx="3703">
                  <c:v>0.63091699999999995</c:v>
                </c:pt>
                <c:pt idx="3704">
                  <c:v>0.63122199999999995</c:v>
                </c:pt>
                <c:pt idx="3705">
                  <c:v>0.63152799999999998</c:v>
                </c:pt>
                <c:pt idx="3706">
                  <c:v>0.63183299999999998</c:v>
                </c:pt>
                <c:pt idx="3707">
                  <c:v>0.63213799999999998</c:v>
                </c:pt>
                <c:pt idx="3708">
                  <c:v>0.63244400000000001</c:v>
                </c:pt>
                <c:pt idx="3709">
                  <c:v>0.63274900000000001</c:v>
                </c:pt>
                <c:pt idx="3710">
                  <c:v>0.63305500000000003</c:v>
                </c:pt>
                <c:pt idx="3711">
                  <c:v>0.63336000000000003</c:v>
                </c:pt>
                <c:pt idx="3712">
                  <c:v>0.63366500000000003</c:v>
                </c:pt>
                <c:pt idx="3713">
                  <c:v>0.63397099999999995</c:v>
                </c:pt>
                <c:pt idx="3714">
                  <c:v>0.63427599999999995</c:v>
                </c:pt>
                <c:pt idx="3715">
                  <c:v>0.63458199999999998</c:v>
                </c:pt>
                <c:pt idx="3716">
                  <c:v>0.63488699999999998</c:v>
                </c:pt>
                <c:pt idx="3717">
                  <c:v>0.63519199999999998</c:v>
                </c:pt>
                <c:pt idx="3718">
                  <c:v>0.63549800000000001</c:v>
                </c:pt>
                <c:pt idx="3719">
                  <c:v>0.63580300000000001</c:v>
                </c:pt>
                <c:pt idx="3720">
                  <c:v>0.63610900000000004</c:v>
                </c:pt>
                <c:pt idx="3721">
                  <c:v>0.63641400000000004</c:v>
                </c:pt>
                <c:pt idx="3722">
                  <c:v>0.63671900000000003</c:v>
                </c:pt>
                <c:pt idx="3723">
                  <c:v>0.63702499999999995</c:v>
                </c:pt>
                <c:pt idx="3724">
                  <c:v>0.63732999999999995</c:v>
                </c:pt>
                <c:pt idx="3725">
                  <c:v>0.63763599999999998</c:v>
                </c:pt>
                <c:pt idx="3726">
                  <c:v>0.63794099999999998</c:v>
                </c:pt>
                <c:pt idx="3727">
                  <c:v>0.63824599999999998</c:v>
                </c:pt>
                <c:pt idx="3728">
                  <c:v>0.63855200000000001</c:v>
                </c:pt>
                <c:pt idx="3729">
                  <c:v>0.63885700000000001</c:v>
                </c:pt>
                <c:pt idx="3730">
                  <c:v>0.63916300000000004</c:v>
                </c:pt>
                <c:pt idx="3731">
                  <c:v>0.63946800000000004</c:v>
                </c:pt>
                <c:pt idx="3732">
                  <c:v>0.63977300000000004</c:v>
                </c:pt>
                <c:pt idx="3733">
                  <c:v>0.64007899999999995</c:v>
                </c:pt>
                <c:pt idx="3734">
                  <c:v>0.64038399999999995</c:v>
                </c:pt>
                <c:pt idx="3735">
                  <c:v>0.64068999999999998</c:v>
                </c:pt>
                <c:pt idx="3736">
                  <c:v>0.64099499999999998</c:v>
                </c:pt>
                <c:pt idx="3737">
                  <c:v>0.64129999999999998</c:v>
                </c:pt>
                <c:pt idx="3738">
                  <c:v>0.64160600000000001</c:v>
                </c:pt>
                <c:pt idx="3739">
                  <c:v>0.64191100000000001</c:v>
                </c:pt>
                <c:pt idx="3740">
                  <c:v>0.64221700000000004</c:v>
                </c:pt>
                <c:pt idx="3741">
                  <c:v>0.64252200000000004</c:v>
                </c:pt>
                <c:pt idx="3742">
                  <c:v>0.64282700000000004</c:v>
                </c:pt>
                <c:pt idx="3743">
                  <c:v>0.64313299999999995</c:v>
                </c:pt>
                <c:pt idx="3744">
                  <c:v>0.64343799999999995</c:v>
                </c:pt>
                <c:pt idx="3745">
                  <c:v>0.64374399999999998</c:v>
                </c:pt>
                <c:pt idx="3746">
                  <c:v>0.64404899999999998</c:v>
                </c:pt>
                <c:pt idx="3747">
                  <c:v>0.64435399999999998</c:v>
                </c:pt>
                <c:pt idx="3748">
                  <c:v>0.64466000000000001</c:v>
                </c:pt>
                <c:pt idx="3749">
                  <c:v>0.64496500000000001</c:v>
                </c:pt>
                <c:pt idx="3750">
                  <c:v>0.64527100000000004</c:v>
                </c:pt>
                <c:pt idx="3751">
                  <c:v>0.64557600000000004</c:v>
                </c:pt>
                <c:pt idx="3752">
                  <c:v>0.64588100000000004</c:v>
                </c:pt>
                <c:pt idx="3753">
                  <c:v>0.64618699999999996</c:v>
                </c:pt>
                <c:pt idx="3754">
                  <c:v>0.64649199999999996</c:v>
                </c:pt>
                <c:pt idx="3755">
                  <c:v>0.64679799999999998</c:v>
                </c:pt>
                <c:pt idx="3756">
                  <c:v>0.64710299999999998</c:v>
                </c:pt>
                <c:pt idx="3757">
                  <c:v>0.64740799999999998</c:v>
                </c:pt>
                <c:pt idx="3758">
                  <c:v>0.64771400000000001</c:v>
                </c:pt>
                <c:pt idx="3759">
                  <c:v>0.64801900000000001</c:v>
                </c:pt>
                <c:pt idx="3760">
                  <c:v>0.64832500000000004</c:v>
                </c:pt>
                <c:pt idx="3761">
                  <c:v>0.64863000000000004</c:v>
                </c:pt>
                <c:pt idx="3762">
                  <c:v>0.64893500000000004</c:v>
                </c:pt>
                <c:pt idx="3763">
                  <c:v>0.64924099999999996</c:v>
                </c:pt>
                <c:pt idx="3764">
                  <c:v>0.64954599999999996</c:v>
                </c:pt>
                <c:pt idx="3765">
                  <c:v>0.64985199999999999</c:v>
                </c:pt>
                <c:pt idx="3766">
                  <c:v>0.65015699999999998</c:v>
                </c:pt>
                <c:pt idx="3767">
                  <c:v>0.65046199999999998</c:v>
                </c:pt>
                <c:pt idx="3768">
                  <c:v>0.65076800000000001</c:v>
                </c:pt>
                <c:pt idx="3769">
                  <c:v>0.65107300000000001</c:v>
                </c:pt>
                <c:pt idx="3770">
                  <c:v>0.65137900000000004</c:v>
                </c:pt>
                <c:pt idx="3771">
                  <c:v>0.65168400000000004</c:v>
                </c:pt>
                <c:pt idx="3772">
                  <c:v>0.65198900000000004</c:v>
                </c:pt>
                <c:pt idx="3773">
                  <c:v>0.65229499999999996</c:v>
                </c:pt>
                <c:pt idx="3774">
                  <c:v>0.65259999999999996</c:v>
                </c:pt>
                <c:pt idx="3775">
                  <c:v>0.65290599999999999</c:v>
                </c:pt>
                <c:pt idx="3776">
                  <c:v>0.65321099999999999</c:v>
                </c:pt>
                <c:pt idx="3777">
                  <c:v>0.65351599999999999</c:v>
                </c:pt>
                <c:pt idx="3778">
                  <c:v>0.65382200000000001</c:v>
                </c:pt>
                <c:pt idx="3779">
                  <c:v>0.65412700000000001</c:v>
                </c:pt>
                <c:pt idx="3780">
                  <c:v>0.65443300000000004</c:v>
                </c:pt>
                <c:pt idx="3781">
                  <c:v>0.65473800000000004</c:v>
                </c:pt>
                <c:pt idx="3782">
                  <c:v>0.65504300000000004</c:v>
                </c:pt>
                <c:pt idx="3783">
                  <c:v>0.65534899999999996</c:v>
                </c:pt>
                <c:pt idx="3784">
                  <c:v>0.65565399999999996</c:v>
                </c:pt>
                <c:pt idx="3785">
                  <c:v>0.65595899999999996</c:v>
                </c:pt>
                <c:pt idx="3786">
                  <c:v>0.65626499999999999</c:v>
                </c:pt>
                <c:pt idx="3787">
                  <c:v>0.65656999999999999</c:v>
                </c:pt>
                <c:pt idx="3788">
                  <c:v>0.65687600000000002</c:v>
                </c:pt>
                <c:pt idx="3789">
                  <c:v>0.65718100000000002</c:v>
                </c:pt>
                <c:pt idx="3790">
                  <c:v>0.65748600000000001</c:v>
                </c:pt>
                <c:pt idx="3791">
                  <c:v>0.65779200000000004</c:v>
                </c:pt>
                <c:pt idx="3792">
                  <c:v>0.65809700000000004</c:v>
                </c:pt>
                <c:pt idx="3793">
                  <c:v>0.65840299999999996</c:v>
                </c:pt>
                <c:pt idx="3794">
                  <c:v>0.65870799999999996</c:v>
                </c:pt>
                <c:pt idx="3795">
                  <c:v>0.65901299999999996</c:v>
                </c:pt>
                <c:pt idx="3796">
                  <c:v>0.65931899999999999</c:v>
                </c:pt>
                <c:pt idx="3797">
                  <c:v>0.65962399999999999</c:v>
                </c:pt>
                <c:pt idx="3798">
                  <c:v>0.65993000000000002</c:v>
                </c:pt>
                <c:pt idx="3799">
                  <c:v>0.66023500000000002</c:v>
                </c:pt>
                <c:pt idx="3800">
                  <c:v>0.66054000000000002</c:v>
                </c:pt>
                <c:pt idx="3801">
                  <c:v>0.66084600000000004</c:v>
                </c:pt>
                <c:pt idx="3802">
                  <c:v>0.66115100000000004</c:v>
                </c:pt>
                <c:pt idx="3803">
                  <c:v>0.66145699999999996</c:v>
                </c:pt>
                <c:pt idx="3804">
                  <c:v>0.66176199999999996</c:v>
                </c:pt>
                <c:pt idx="3805">
                  <c:v>0.66206699999999996</c:v>
                </c:pt>
                <c:pt idx="3806">
                  <c:v>0.66237299999999999</c:v>
                </c:pt>
                <c:pt idx="3807">
                  <c:v>0.66267799999999999</c:v>
                </c:pt>
                <c:pt idx="3808">
                  <c:v>0.66298400000000002</c:v>
                </c:pt>
                <c:pt idx="3809">
                  <c:v>0.66328900000000002</c:v>
                </c:pt>
                <c:pt idx="3810">
                  <c:v>0.66359400000000002</c:v>
                </c:pt>
                <c:pt idx="3811">
                  <c:v>0.66390000000000005</c:v>
                </c:pt>
                <c:pt idx="3812">
                  <c:v>0.66420500000000005</c:v>
                </c:pt>
                <c:pt idx="3813">
                  <c:v>0.66451099999999996</c:v>
                </c:pt>
                <c:pt idx="3814">
                  <c:v>0.66481599999999996</c:v>
                </c:pt>
                <c:pt idx="3815">
                  <c:v>0.66512099999999996</c:v>
                </c:pt>
                <c:pt idx="3816">
                  <c:v>0.66542699999999999</c:v>
                </c:pt>
                <c:pt idx="3817">
                  <c:v>0.66573199999999999</c:v>
                </c:pt>
                <c:pt idx="3818">
                  <c:v>0.66603800000000002</c:v>
                </c:pt>
                <c:pt idx="3819">
                  <c:v>0.66634300000000002</c:v>
                </c:pt>
                <c:pt idx="3820">
                  <c:v>0.66664800000000002</c:v>
                </c:pt>
                <c:pt idx="3821">
                  <c:v>0.66695400000000005</c:v>
                </c:pt>
                <c:pt idx="3822">
                  <c:v>0.66725900000000005</c:v>
                </c:pt>
                <c:pt idx="3823">
                  <c:v>0.66756499999999996</c:v>
                </c:pt>
                <c:pt idx="3824">
                  <c:v>0.66786999999999996</c:v>
                </c:pt>
                <c:pt idx="3825">
                  <c:v>0.66817499999999996</c:v>
                </c:pt>
                <c:pt idx="3826">
                  <c:v>0.66848099999999999</c:v>
                </c:pt>
                <c:pt idx="3827">
                  <c:v>0.66878599999999999</c:v>
                </c:pt>
                <c:pt idx="3828">
                  <c:v>0.66909200000000002</c:v>
                </c:pt>
                <c:pt idx="3829">
                  <c:v>0.66939700000000002</c:v>
                </c:pt>
                <c:pt idx="3830">
                  <c:v>0.66970200000000002</c:v>
                </c:pt>
                <c:pt idx="3831">
                  <c:v>0.67000800000000005</c:v>
                </c:pt>
                <c:pt idx="3832">
                  <c:v>0.67031300000000005</c:v>
                </c:pt>
                <c:pt idx="3833">
                  <c:v>0.67061899999999997</c:v>
                </c:pt>
                <c:pt idx="3834">
                  <c:v>0.67092399999999996</c:v>
                </c:pt>
                <c:pt idx="3835">
                  <c:v>0.67122899999999996</c:v>
                </c:pt>
                <c:pt idx="3836">
                  <c:v>0.67153499999999999</c:v>
                </c:pt>
                <c:pt idx="3837">
                  <c:v>0.67183999999999999</c:v>
                </c:pt>
                <c:pt idx="3838">
                  <c:v>0.67214600000000002</c:v>
                </c:pt>
                <c:pt idx="3839">
                  <c:v>0.67245100000000002</c:v>
                </c:pt>
                <c:pt idx="3840">
                  <c:v>0.67275600000000002</c:v>
                </c:pt>
                <c:pt idx="3841">
                  <c:v>0.67306200000000005</c:v>
                </c:pt>
                <c:pt idx="3842">
                  <c:v>0.67336700000000005</c:v>
                </c:pt>
                <c:pt idx="3843">
                  <c:v>0.67367299999999997</c:v>
                </c:pt>
                <c:pt idx="3844">
                  <c:v>0.67397799999999997</c:v>
                </c:pt>
                <c:pt idx="3845">
                  <c:v>0.67428299999999997</c:v>
                </c:pt>
                <c:pt idx="3846">
                  <c:v>0.67458899999999999</c:v>
                </c:pt>
                <c:pt idx="3847">
                  <c:v>0.67489399999999999</c:v>
                </c:pt>
                <c:pt idx="3848">
                  <c:v>0.67520000000000002</c:v>
                </c:pt>
                <c:pt idx="3849">
                  <c:v>0.67550500000000002</c:v>
                </c:pt>
                <c:pt idx="3850">
                  <c:v>0.67581000000000002</c:v>
                </c:pt>
                <c:pt idx="3851">
                  <c:v>0.67611600000000005</c:v>
                </c:pt>
                <c:pt idx="3852">
                  <c:v>0.67642100000000005</c:v>
                </c:pt>
                <c:pt idx="3853">
                  <c:v>0.67672699999999997</c:v>
                </c:pt>
                <c:pt idx="3854">
                  <c:v>0.67703199999999997</c:v>
                </c:pt>
                <c:pt idx="3855">
                  <c:v>0.67733699999999997</c:v>
                </c:pt>
                <c:pt idx="3856">
                  <c:v>0.677643</c:v>
                </c:pt>
                <c:pt idx="3857">
                  <c:v>0.677948</c:v>
                </c:pt>
                <c:pt idx="3858">
                  <c:v>0.67825400000000002</c:v>
                </c:pt>
                <c:pt idx="3859">
                  <c:v>0.67855900000000002</c:v>
                </c:pt>
                <c:pt idx="3860">
                  <c:v>0.67886400000000002</c:v>
                </c:pt>
                <c:pt idx="3861">
                  <c:v>0.67917000000000005</c:v>
                </c:pt>
                <c:pt idx="3862">
                  <c:v>0.67947500000000005</c:v>
                </c:pt>
                <c:pt idx="3863">
                  <c:v>0.67978099999999997</c:v>
                </c:pt>
                <c:pt idx="3864">
                  <c:v>0.68008599999999997</c:v>
                </c:pt>
                <c:pt idx="3865">
                  <c:v>0.68039099999999997</c:v>
                </c:pt>
                <c:pt idx="3866">
                  <c:v>0.680697</c:v>
                </c:pt>
                <c:pt idx="3867">
                  <c:v>0.681002</c:v>
                </c:pt>
                <c:pt idx="3868">
                  <c:v>0.681307</c:v>
                </c:pt>
                <c:pt idx="3869">
                  <c:v>0.68161300000000002</c:v>
                </c:pt>
                <c:pt idx="3870">
                  <c:v>0.68191800000000002</c:v>
                </c:pt>
                <c:pt idx="3871">
                  <c:v>0.68222400000000005</c:v>
                </c:pt>
                <c:pt idx="3872">
                  <c:v>0.68252900000000005</c:v>
                </c:pt>
                <c:pt idx="3873">
                  <c:v>0.68283400000000005</c:v>
                </c:pt>
                <c:pt idx="3874">
                  <c:v>0.68313999999999997</c:v>
                </c:pt>
                <c:pt idx="3875">
                  <c:v>0.68344499999999997</c:v>
                </c:pt>
                <c:pt idx="3876">
                  <c:v>0.683751</c:v>
                </c:pt>
                <c:pt idx="3877">
                  <c:v>0.684056</c:v>
                </c:pt>
                <c:pt idx="3878">
                  <c:v>0.684361</c:v>
                </c:pt>
                <c:pt idx="3879">
                  <c:v>0.68466700000000003</c:v>
                </c:pt>
                <c:pt idx="3880">
                  <c:v>0.68497200000000003</c:v>
                </c:pt>
                <c:pt idx="3881">
                  <c:v>0.68527800000000005</c:v>
                </c:pt>
                <c:pt idx="3882">
                  <c:v>0.68558300000000005</c:v>
                </c:pt>
                <c:pt idx="3883">
                  <c:v>0.68588800000000005</c:v>
                </c:pt>
                <c:pt idx="3884">
                  <c:v>0.68619399999999997</c:v>
                </c:pt>
                <c:pt idx="3885">
                  <c:v>0.68649899999999997</c:v>
                </c:pt>
                <c:pt idx="3886">
                  <c:v>0.686805</c:v>
                </c:pt>
                <c:pt idx="3887">
                  <c:v>0.68711</c:v>
                </c:pt>
                <c:pt idx="3888">
                  <c:v>0.687415</c:v>
                </c:pt>
                <c:pt idx="3889">
                  <c:v>0.68772100000000003</c:v>
                </c:pt>
                <c:pt idx="3890">
                  <c:v>0.68802600000000003</c:v>
                </c:pt>
                <c:pt idx="3891">
                  <c:v>0.68833200000000005</c:v>
                </c:pt>
                <c:pt idx="3892">
                  <c:v>0.68863700000000005</c:v>
                </c:pt>
                <c:pt idx="3893">
                  <c:v>0.68894200000000005</c:v>
                </c:pt>
                <c:pt idx="3894">
                  <c:v>0.68924799999999997</c:v>
                </c:pt>
                <c:pt idx="3895">
                  <c:v>0.68955299999999997</c:v>
                </c:pt>
                <c:pt idx="3896">
                  <c:v>0.689859</c:v>
                </c:pt>
                <c:pt idx="3897">
                  <c:v>0.690164</c:v>
                </c:pt>
                <c:pt idx="3898">
                  <c:v>0.690469</c:v>
                </c:pt>
                <c:pt idx="3899">
                  <c:v>0.69077500000000003</c:v>
                </c:pt>
                <c:pt idx="3900">
                  <c:v>0.69108000000000003</c:v>
                </c:pt>
                <c:pt idx="3901">
                  <c:v>0.69138599999999995</c:v>
                </c:pt>
                <c:pt idx="3902">
                  <c:v>0.69169099999999994</c:v>
                </c:pt>
                <c:pt idx="3903">
                  <c:v>0.69199600000000006</c:v>
                </c:pt>
                <c:pt idx="3904">
                  <c:v>0.69230199999999997</c:v>
                </c:pt>
                <c:pt idx="3905">
                  <c:v>0.69260699999999997</c:v>
                </c:pt>
                <c:pt idx="3906">
                  <c:v>0.692913</c:v>
                </c:pt>
                <c:pt idx="3907">
                  <c:v>0.693218</c:v>
                </c:pt>
                <c:pt idx="3908">
                  <c:v>0.693523</c:v>
                </c:pt>
                <c:pt idx="3909">
                  <c:v>0.69382900000000003</c:v>
                </c:pt>
                <c:pt idx="3910">
                  <c:v>0.69413400000000003</c:v>
                </c:pt>
                <c:pt idx="3911">
                  <c:v>0.69443999999999995</c:v>
                </c:pt>
                <c:pt idx="3912">
                  <c:v>0.69474499999999995</c:v>
                </c:pt>
                <c:pt idx="3913">
                  <c:v>0.69504999999999995</c:v>
                </c:pt>
                <c:pt idx="3914">
                  <c:v>0.69535599999999997</c:v>
                </c:pt>
                <c:pt idx="3915">
                  <c:v>0.69566099999999997</c:v>
                </c:pt>
                <c:pt idx="3916">
                  <c:v>0.695967</c:v>
                </c:pt>
                <c:pt idx="3917">
                  <c:v>0.696272</c:v>
                </c:pt>
                <c:pt idx="3918">
                  <c:v>0.696577</c:v>
                </c:pt>
                <c:pt idx="3919">
                  <c:v>0.69688300000000003</c:v>
                </c:pt>
                <c:pt idx="3920">
                  <c:v>0.69718800000000003</c:v>
                </c:pt>
                <c:pt idx="3921">
                  <c:v>0.69749399999999995</c:v>
                </c:pt>
                <c:pt idx="3922">
                  <c:v>0.69779899999999995</c:v>
                </c:pt>
                <c:pt idx="3923">
                  <c:v>0.69810399999999995</c:v>
                </c:pt>
                <c:pt idx="3924">
                  <c:v>0.69840999999999998</c:v>
                </c:pt>
                <c:pt idx="3925">
                  <c:v>0.69871499999999997</c:v>
                </c:pt>
                <c:pt idx="3926">
                  <c:v>0.699021</c:v>
                </c:pt>
                <c:pt idx="3927">
                  <c:v>0.699326</c:v>
                </c:pt>
                <c:pt idx="3928">
                  <c:v>0.699631</c:v>
                </c:pt>
                <c:pt idx="3929">
                  <c:v>0.69993700000000003</c:v>
                </c:pt>
                <c:pt idx="3930">
                  <c:v>0.70024200000000003</c:v>
                </c:pt>
                <c:pt idx="3931">
                  <c:v>0.70054799999999995</c:v>
                </c:pt>
                <c:pt idx="3932">
                  <c:v>0.70085299999999995</c:v>
                </c:pt>
                <c:pt idx="3933">
                  <c:v>0.70115799999999995</c:v>
                </c:pt>
                <c:pt idx="3934">
                  <c:v>0.70146399999999998</c:v>
                </c:pt>
                <c:pt idx="3935">
                  <c:v>0.70176899999999998</c:v>
                </c:pt>
                <c:pt idx="3936">
                  <c:v>0.702075</c:v>
                </c:pt>
                <c:pt idx="3937">
                  <c:v>0.70238</c:v>
                </c:pt>
                <c:pt idx="3938">
                  <c:v>0.702685</c:v>
                </c:pt>
                <c:pt idx="3939">
                  <c:v>0.70299100000000003</c:v>
                </c:pt>
                <c:pt idx="3940">
                  <c:v>0.70329600000000003</c:v>
                </c:pt>
                <c:pt idx="3941">
                  <c:v>0.70360199999999995</c:v>
                </c:pt>
                <c:pt idx="3942">
                  <c:v>0.70390699999999995</c:v>
                </c:pt>
                <c:pt idx="3943">
                  <c:v>0.70421199999999995</c:v>
                </c:pt>
                <c:pt idx="3944">
                  <c:v>0.70451799999999998</c:v>
                </c:pt>
                <c:pt idx="3945">
                  <c:v>0.70482299999999998</c:v>
                </c:pt>
                <c:pt idx="3946">
                  <c:v>0.70512900000000001</c:v>
                </c:pt>
                <c:pt idx="3947">
                  <c:v>0.70543400000000001</c:v>
                </c:pt>
                <c:pt idx="3948">
                  <c:v>0.70573900000000001</c:v>
                </c:pt>
                <c:pt idx="3949">
                  <c:v>0.70604500000000003</c:v>
                </c:pt>
                <c:pt idx="3950">
                  <c:v>0.70635000000000003</c:v>
                </c:pt>
                <c:pt idx="3951">
                  <c:v>0.70665599999999995</c:v>
                </c:pt>
                <c:pt idx="3952">
                  <c:v>0.70696099999999995</c:v>
                </c:pt>
                <c:pt idx="3953">
                  <c:v>0.70726599999999995</c:v>
                </c:pt>
                <c:pt idx="3954">
                  <c:v>0.70757199999999998</c:v>
                </c:pt>
                <c:pt idx="3955">
                  <c:v>0.70787699999999998</c:v>
                </c:pt>
                <c:pt idx="3956">
                  <c:v>0.70818199999999998</c:v>
                </c:pt>
                <c:pt idx="3957">
                  <c:v>0.70848800000000001</c:v>
                </c:pt>
                <c:pt idx="3958">
                  <c:v>0.70879300000000001</c:v>
                </c:pt>
                <c:pt idx="3959">
                  <c:v>0.70909900000000003</c:v>
                </c:pt>
                <c:pt idx="3960">
                  <c:v>0.70940400000000003</c:v>
                </c:pt>
                <c:pt idx="3961">
                  <c:v>0.70970900000000003</c:v>
                </c:pt>
                <c:pt idx="3962">
                  <c:v>0.71001499999999995</c:v>
                </c:pt>
                <c:pt idx="3963">
                  <c:v>0.71031999999999995</c:v>
                </c:pt>
                <c:pt idx="3964">
                  <c:v>0.71062599999999998</c:v>
                </c:pt>
                <c:pt idx="3965">
                  <c:v>0.71093099999999998</c:v>
                </c:pt>
                <c:pt idx="3966">
                  <c:v>0.71123599999999998</c:v>
                </c:pt>
                <c:pt idx="3967">
                  <c:v>0.71154200000000001</c:v>
                </c:pt>
                <c:pt idx="3968">
                  <c:v>0.71184700000000001</c:v>
                </c:pt>
                <c:pt idx="3969">
                  <c:v>0.71215300000000004</c:v>
                </c:pt>
                <c:pt idx="3970">
                  <c:v>0.71245800000000004</c:v>
                </c:pt>
                <c:pt idx="3971">
                  <c:v>0.71276300000000004</c:v>
                </c:pt>
                <c:pt idx="3972">
                  <c:v>0.71306899999999995</c:v>
                </c:pt>
                <c:pt idx="3973">
                  <c:v>0.71337399999999995</c:v>
                </c:pt>
                <c:pt idx="3974">
                  <c:v>0.71367999999999998</c:v>
                </c:pt>
                <c:pt idx="3975">
                  <c:v>0.71398499999999998</c:v>
                </c:pt>
                <c:pt idx="3976">
                  <c:v>0.71428999999999998</c:v>
                </c:pt>
                <c:pt idx="3977">
                  <c:v>0.71459600000000001</c:v>
                </c:pt>
                <c:pt idx="3978">
                  <c:v>0.71490100000000001</c:v>
                </c:pt>
                <c:pt idx="3979">
                  <c:v>0.71520700000000004</c:v>
                </c:pt>
                <c:pt idx="3980">
                  <c:v>0.71551200000000004</c:v>
                </c:pt>
                <c:pt idx="3981">
                  <c:v>0.71581700000000004</c:v>
                </c:pt>
                <c:pt idx="3982">
                  <c:v>0.71612299999999995</c:v>
                </c:pt>
                <c:pt idx="3983">
                  <c:v>0.71642799999999995</c:v>
                </c:pt>
                <c:pt idx="3984">
                  <c:v>0.71673399999999998</c:v>
                </c:pt>
                <c:pt idx="3985">
                  <c:v>0.71703899999999998</c:v>
                </c:pt>
                <c:pt idx="3986">
                  <c:v>0.71734399999999998</c:v>
                </c:pt>
                <c:pt idx="3987">
                  <c:v>0.71765000000000001</c:v>
                </c:pt>
                <c:pt idx="3988">
                  <c:v>0.71795500000000001</c:v>
                </c:pt>
                <c:pt idx="3989">
                  <c:v>0.71826100000000004</c:v>
                </c:pt>
                <c:pt idx="3990">
                  <c:v>0.71856600000000004</c:v>
                </c:pt>
                <c:pt idx="3991">
                  <c:v>0.71887100000000004</c:v>
                </c:pt>
                <c:pt idx="3992">
                  <c:v>0.71917699999999996</c:v>
                </c:pt>
                <c:pt idx="3993">
                  <c:v>0.71948199999999995</c:v>
                </c:pt>
                <c:pt idx="3994">
                  <c:v>0.71978799999999998</c:v>
                </c:pt>
                <c:pt idx="3995">
                  <c:v>0.72009299999999998</c:v>
                </c:pt>
                <c:pt idx="3996">
                  <c:v>0.72039799999999998</c:v>
                </c:pt>
                <c:pt idx="3997">
                  <c:v>0.72070400000000001</c:v>
                </c:pt>
                <c:pt idx="3998">
                  <c:v>0.72100900000000001</c:v>
                </c:pt>
                <c:pt idx="3999">
                  <c:v>0.72131500000000004</c:v>
                </c:pt>
                <c:pt idx="4000">
                  <c:v>0.72162000000000004</c:v>
                </c:pt>
                <c:pt idx="4001">
                  <c:v>0.72192500000000004</c:v>
                </c:pt>
                <c:pt idx="4002">
                  <c:v>0.72223099999999996</c:v>
                </c:pt>
                <c:pt idx="4003">
                  <c:v>0.72253599999999996</c:v>
                </c:pt>
                <c:pt idx="4004">
                  <c:v>0.72284199999999998</c:v>
                </c:pt>
                <c:pt idx="4005">
                  <c:v>0.72314699999999998</c:v>
                </c:pt>
                <c:pt idx="4006">
                  <c:v>0.72345199999999998</c:v>
                </c:pt>
                <c:pt idx="4007">
                  <c:v>0.72375800000000001</c:v>
                </c:pt>
                <c:pt idx="4008">
                  <c:v>0.72406300000000001</c:v>
                </c:pt>
                <c:pt idx="4009">
                  <c:v>0.72436900000000004</c:v>
                </c:pt>
                <c:pt idx="4010">
                  <c:v>0.72467400000000004</c:v>
                </c:pt>
                <c:pt idx="4011">
                  <c:v>0.72497900000000004</c:v>
                </c:pt>
                <c:pt idx="4012">
                  <c:v>0.72528499999999996</c:v>
                </c:pt>
                <c:pt idx="4013">
                  <c:v>0.72558999999999996</c:v>
                </c:pt>
                <c:pt idx="4014">
                  <c:v>0.72589599999999999</c:v>
                </c:pt>
                <c:pt idx="4015">
                  <c:v>0.72620099999999999</c:v>
                </c:pt>
                <c:pt idx="4016">
                  <c:v>0.72650599999999999</c:v>
                </c:pt>
                <c:pt idx="4017">
                  <c:v>0.72681200000000001</c:v>
                </c:pt>
                <c:pt idx="4018">
                  <c:v>0.72711700000000001</c:v>
                </c:pt>
                <c:pt idx="4019">
                  <c:v>0.72742300000000004</c:v>
                </c:pt>
                <c:pt idx="4020">
                  <c:v>0.72772800000000004</c:v>
                </c:pt>
                <c:pt idx="4021">
                  <c:v>0.72803300000000004</c:v>
                </c:pt>
                <c:pt idx="4022">
                  <c:v>0.72833899999999996</c:v>
                </c:pt>
                <c:pt idx="4023">
                  <c:v>0.72864399999999996</c:v>
                </c:pt>
                <c:pt idx="4024">
                  <c:v>0.72894999999999999</c:v>
                </c:pt>
                <c:pt idx="4025">
                  <c:v>0.72925499999999999</c:v>
                </c:pt>
                <c:pt idx="4026">
                  <c:v>0.72955999999999999</c:v>
                </c:pt>
                <c:pt idx="4027">
                  <c:v>0.72986600000000001</c:v>
                </c:pt>
                <c:pt idx="4028">
                  <c:v>0.73017100000000001</c:v>
                </c:pt>
                <c:pt idx="4029">
                  <c:v>0.73047700000000004</c:v>
                </c:pt>
                <c:pt idx="4030">
                  <c:v>0.73078200000000004</c:v>
                </c:pt>
                <c:pt idx="4031">
                  <c:v>0.73108700000000004</c:v>
                </c:pt>
                <c:pt idx="4032">
                  <c:v>0.73139299999999996</c:v>
                </c:pt>
                <c:pt idx="4033">
                  <c:v>0.73169799999999996</c:v>
                </c:pt>
                <c:pt idx="4034">
                  <c:v>0.73200399999999999</c:v>
                </c:pt>
                <c:pt idx="4035">
                  <c:v>0.73230899999999999</c:v>
                </c:pt>
                <c:pt idx="4036">
                  <c:v>0.73261399999999999</c:v>
                </c:pt>
                <c:pt idx="4037">
                  <c:v>0.73292000000000002</c:v>
                </c:pt>
                <c:pt idx="4038">
                  <c:v>0.73322500000000002</c:v>
                </c:pt>
                <c:pt idx="4039">
                  <c:v>0.73353000000000002</c:v>
                </c:pt>
                <c:pt idx="4040">
                  <c:v>0.73383600000000004</c:v>
                </c:pt>
                <c:pt idx="4041">
                  <c:v>0.73414100000000004</c:v>
                </c:pt>
                <c:pt idx="4042">
                  <c:v>0.73444699999999996</c:v>
                </c:pt>
                <c:pt idx="4043">
                  <c:v>0.73475199999999996</c:v>
                </c:pt>
                <c:pt idx="4044">
                  <c:v>0.73505699999999996</c:v>
                </c:pt>
                <c:pt idx="4045">
                  <c:v>0.73536299999999999</c:v>
                </c:pt>
                <c:pt idx="4046">
                  <c:v>0.73566799999999999</c:v>
                </c:pt>
                <c:pt idx="4047">
                  <c:v>0.73597400000000002</c:v>
                </c:pt>
                <c:pt idx="4048">
                  <c:v>0.73627900000000002</c:v>
                </c:pt>
                <c:pt idx="4049">
                  <c:v>0.73658400000000002</c:v>
                </c:pt>
                <c:pt idx="4050">
                  <c:v>0.73689000000000004</c:v>
                </c:pt>
                <c:pt idx="4051">
                  <c:v>0.73719500000000004</c:v>
                </c:pt>
                <c:pt idx="4052">
                  <c:v>0.73750099999999996</c:v>
                </c:pt>
                <c:pt idx="4053">
                  <c:v>0.73780599999999996</c:v>
                </c:pt>
                <c:pt idx="4054">
                  <c:v>0.73811099999999996</c:v>
                </c:pt>
                <c:pt idx="4055">
                  <c:v>0.73841699999999999</c:v>
                </c:pt>
                <c:pt idx="4056">
                  <c:v>0.73872199999999999</c:v>
                </c:pt>
                <c:pt idx="4057">
                  <c:v>0.73902800000000002</c:v>
                </c:pt>
                <c:pt idx="4058">
                  <c:v>0.73933300000000002</c:v>
                </c:pt>
                <c:pt idx="4059">
                  <c:v>0.73963800000000002</c:v>
                </c:pt>
                <c:pt idx="4060">
                  <c:v>0.73994400000000005</c:v>
                </c:pt>
                <c:pt idx="4061">
                  <c:v>0.74024900000000005</c:v>
                </c:pt>
                <c:pt idx="4062">
                  <c:v>0.74055499999999996</c:v>
                </c:pt>
                <c:pt idx="4063">
                  <c:v>0.74085999999999996</c:v>
                </c:pt>
                <c:pt idx="4064">
                  <c:v>0.74116499999999996</c:v>
                </c:pt>
                <c:pt idx="4065">
                  <c:v>0.74147099999999999</c:v>
                </c:pt>
                <c:pt idx="4066">
                  <c:v>0.74177599999999999</c:v>
                </c:pt>
                <c:pt idx="4067">
                  <c:v>0.74208200000000002</c:v>
                </c:pt>
                <c:pt idx="4068">
                  <c:v>0.74238700000000002</c:v>
                </c:pt>
                <c:pt idx="4069">
                  <c:v>0.74269200000000002</c:v>
                </c:pt>
                <c:pt idx="4070">
                  <c:v>0.74299800000000005</c:v>
                </c:pt>
                <c:pt idx="4071">
                  <c:v>0.74330300000000005</c:v>
                </c:pt>
                <c:pt idx="4072">
                  <c:v>0.74360899999999996</c:v>
                </c:pt>
                <c:pt idx="4073">
                  <c:v>0.74391399999999996</c:v>
                </c:pt>
                <c:pt idx="4074">
                  <c:v>0.74421899999999996</c:v>
                </c:pt>
                <c:pt idx="4075">
                  <c:v>0.74452499999999999</c:v>
                </c:pt>
                <c:pt idx="4076">
                  <c:v>0.74482999999999999</c:v>
                </c:pt>
                <c:pt idx="4077">
                  <c:v>0.74513600000000002</c:v>
                </c:pt>
                <c:pt idx="4078">
                  <c:v>0.74544100000000002</c:v>
                </c:pt>
                <c:pt idx="4079">
                  <c:v>0.74574600000000002</c:v>
                </c:pt>
                <c:pt idx="4080">
                  <c:v>0.74605200000000005</c:v>
                </c:pt>
                <c:pt idx="4081">
                  <c:v>0.74635700000000005</c:v>
                </c:pt>
                <c:pt idx="4082">
                  <c:v>0.74666299999999997</c:v>
                </c:pt>
                <c:pt idx="4083">
                  <c:v>0.74696799999999997</c:v>
                </c:pt>
                <c:pt idx="4084">
                  <c:v>0.74727299999999997</c:v>
                </c:pt>
                <c:pt idx="4085">
                  <c:v>0.74757899999999999</c:v>
                </c:pt>
                <c:pt idx="4086">
                  <c:v>0.74788399999999999</c:v>
                </c:pt>
                <c:pt idx="4087">
                  <c:v>0.74819000000000002</c:v>
                </c:pt>
                <c:pt idx="4088">
                  <c:v>0.74849500000000002</c:v>
                </c:pt>
                <c:pt idx="4089">
                  <c:v>0.74880000000000002</c:v>
                </c:pt>
                <c:pt idx="4090">
                  <c:v>0.74910600000000005</c:v>
                </c:pt>
                <c:pt idx="4091">
                  <c:v>0.74941100000000005</c:v>
                </c:pt>
                <c:pt idx="4092">
                  <c:v>0.74971699999999997</c:v>
                </c:pt>
                <c:pt idx="4093">
                  <c:v>0.75002199999999997</c:v>
                </c:pt>
                <c:pt idx="4094">
                  <c:v>0.75032699999999997</c:v>
                </c:pt>
                <c:pt idx="4095">
                  <c:v>0.75063299999999999</c:v>
                </c:pt>
                <c:pt idx="4096">
                  <c:v>0.75093799999999999</c:v>
                </c:pt>
                <c:pt idx="4097">
                  <c:v>0.75124400000000002</c:v>
                </c:pt>
                <c:pt idx="4098">
                  <c:v>0.75154900000000002</c:v>
                </c:pt>
                <c:pt idx="4099">
                  <c:v>0.75185400000000002</c:v>
                </c:pt>
                <c:pt idx="4100">
                  <c:v>0.75216000000000005</c:v>
                </c:pt>
                <c:pt idx="4101">
                  <c:v>0.75246500000000005</c:v>
                </c:pt>
                <c:pt idx="4102">
                  <c:v>0.75277099999999997</c:v>
                </c:pt>
                <c:pt idx="4103">
                  <c:v>0.75307599999999997</c:v>
                </c:pt>
                <c:pt idx="4104">
                  <c:v>0.75338099999999997</c:v>
                </c:pt>
                <c:pt idx="4105">
                  <c:v>0.753687</c:v>
                </c:pt>
                <c:pt idx="4106">
                  <c:v>0.753992</c:v>
                </c:pt>
                <c:pt idx="4107">
                  <c:v>0.75429800000000002</c:v>
                </c:pt>
                <c:pt idx="4108">
                  <c:v>0.75460300000000002</c:v>
                </c:pt>
                <c:pt idx="4109">
                  <c:v>0.75490800000000002</c:v>
                </c:pt>
                <c:pt idx="4110">
                  <c:v>0.75521400000000005</c:v>
                </c:pt>
                <c:pt idx="4111">
                  <c:v>0.75551900000000005</c:v>
                </c:pt>
                <c:pt idx="4112">
                  <c:v>0.75582499999999997</c:v>
                </c:pt>
                <c:pt idx="4113">
                  <c:v>0.75612999999999997</c:v>
                </c:pt>
                <c:pt idx="4114">
                  <c:v>0.75643499999999997</c:v>
                </c:pt>
                <c:pt idx="4115">
                  <c:v>0.756741</c:v>
                </c:pt>
                <c:pt idx="4116">
                  <c:v>0.757046</c:v>
                </c:pt>
                <c:pt idx="4117">
                  <c:v>0.75735200000000003</c:v>
                </c:pt>
                <c:pt idx="4118">
                  <c:v>0.75765700000000002</c:v>
                </c:pt>
                <c:pt idx="4119">
                  <c:v>0.75796200000000002</c:v>
                </c:pt>
                <c:pt idx="4120">
                  <c:v>0.75826800000000005</c:v>
                </c:pt>
                <c:pt idx="4121">
                  <c:v>0.75857300000000005</c:v>
                </c:pt>
                <c:pt idx="4122">
                  <c:v>0.75887800000000005</c:v>
                </c:pt>
                <c:pt idx="4123">
                  <c:v>0.75918399999999997</c:v>
                </c:pt>
                <c:pt idx="4124">
                  <c:v>0.75948899999999997</c:v>
                </c:pt>
                <c:pt idx="4125">
                  <c:v>0.759795</c:v>
                </c:pt>
                <c:pt idx="4126">
                  <c:v>0.7601</c:v>
                </c:pt>
                <c:pt idx="4127">
                  <c:v>0.760405</c:v>
                </c:pt>
                <c:pt idx="4128">
                  <c:v>0.76071100000000003</c:v>
                </c:pt>
                <c:pt idx="4129">
                  <c:v>0.76101600000000003</c:v>
                </c:pt>
                <c:pt idx="4130">
                  <c:v>0.76132200000000005</c:v>
                </c:pt>
                <c:pt idx="4131">
                  <c:v>0.76162700000000005</c:v>
                </c:pt>
                <c:pt idx="4132">
                  <c:v>0.76193200000000005</c:v>
                </c:pt>
                <c:pt idx="4133">
                  <c:v>0.76223799999999997</c:v>
                </c:pt>
                <c:pt idx="4134">
                  <c:v>0.76254299999999997</c:v>
                </c:pt>
                <c:pt idx="4135">
                  <c:v>0.762849</c:v>
                </c:pt>
                <c:pt idx="4136">
                  <c:v>0.763154</c:v>
                </c:pt>
                <c:pt idx="4137">
                  <c:v>0.763459</c:v>
                </c:pt>
                <c:pt idx="4138">
                  <c:v>0.76376500000000003</c:v>
                </c:pt>
                <c:pt idx="4139">
                  <c:v>0.76407000000000003</c:v>
                </c:pt>
                <c:pt idx="4140">
                  <c:v>0.76437600000000006</c:v>
                </c:pt>
                <c:pt idx="4141">
                  <c:v>0.76468100000000006</c:v>
                </c:pt>
                <c:pt idx="4142">
                  <c:v>0.76498600000000005</c:v>
                </c:pt>
                <c:pt idx="4143">
                  <c:v>0.76529199999999997</c:v>
                </c:pt>
                <c:pt idx="4144">
                  <c:v>0.76559699999999997</c:v>
                </c:pt>
                <c:pt idx="4145">
                  <c:v>0.765903</c:v>
                </c:pt>
                <c:pt idx="4146">
                  <c:v>0.766208</c:v>
                </c:pt>
                <c:pt idx="4147">
                  <c:v>0.766513</c:v>
                </c:pt>
                <c:pt idx="4148">
                  <c:v>0.76681900000000003</c:v>
                </c:pt>
                <c:pt idx="4149">
                  <c:v>0.76712400000000003</c:v>
                </c:pt>
                <c:pt idx="4150">
                  <c:v>0.76742999999999995</c:v>
                </c:pt>
                <c:pt idx="4151">
                  <c:v>0.76773499999999995</c:v>
                </c:pt>
                <c:pt idx="4152">
                  <c:v>0.76803999999999994</c:v>
                </c:pt>
                <c:pt idx="4153">
                  <c:v>0.76834599999999997</c:v>
                </c:pt>
                <c:pt idx="4154">
                  <c:v>0.76865099999999997</c:v>
                </c:pt>
                <c:pt idx="4155">
                  <c:v>0.768957</c:v>
                </c:pt>
                <c:pt idx="4156">
                  <c:v>0.769262</c:v>
                </c:pt>
                <c:pt idx="4157">
                  <c:v>0.769567</c:v>
                </c:pt>
                <c:pt idx="4158">
                  <c:v>0.76987300000000003</c:v>
                </c:pt>
                <c:pt idx="4159">
                  <c:v>0.77017800000000003</c:v>
                </c:pt>
                <c:pt idx="4160">
                  <c:v>0.77048399999999995</c:v>
                </c:pt>
                <c:pt idx="4161">
                  <c:v>0.77078899999999995</c:v>
                </c:pt>
                <c:pt idx="4162">
                  <c:v>0.77109399999999995</c:v>
                </c:pt>
                <c:pt idx="4163">
                  <c:v>0.77139999999999997</c:v>
                </c:pt>
                <c:pt idx="4164">
                  <c:v>0.77170499999999997</c:v>
                </c:pt>
                <c:pt idx="4165">
                  <c:v>0.772011</c:v>
                </c:pt>
                <c:pt idx="4166">
                  <c:v>0.772316</c:v>
                </c:pt>
                <c:pt idx="4167">
                  <c:v>0.772621</c:v>
                </c:pt>
                <c:pt idx="4168">
                  <c:v>0.77292700000000003</c:v>
                </c:pt>
                <c:pt idx="4169">
                  <c:v>0.77323200000000003</c:v>
                </c:pt>
                <c:pt idx="4170">
                  <c:v>0.77353799999999995</c:v>
                </c:pt>
                <c:pt idx="4171">
                  <c:v>0.77384299999999995</c:v>
                </c:pt>
                <c:pt idx="4172">
                  <c:v>0.77414799999999995</c:v>
                </c:pt>
                <c:pt idx="4173">
                  <c:v>0.77445399999999998</c:v>
                </c:pt>
                <c:pt idx="4174">
                  <c:v>0.77475899999999998</c:v>
                </c:pt>
                <c:pt idx="4175">
                  <c:v>0.775065</c:v>
                </c:pt>
                <c:pt idx="4176">
                  <c:v>0.77537</c:v>
                </c:pt>
                <c:pt idx="4177">
                  <c:v>0.775675</c:v>
                </c:pt>
                <c:pt idx="4178">
                  <c:v>0.77598100000000003</c:v>
                </c:pt>
                <c:pt idx="4179">
                  <c:v>0.77628600000000003</c:v>
                </c:pt>
                <c:pt idx="4180">
                  <c:v>0.77659199999999995</c:v>
                </c:pt>
                <c:pt idx="4181">
                  <c:v>0.77689699999999995</c:v>
                </c:pt>
                <c:pt idx="4182">
                  <c:v>0.77720199999999995</c:v>
                </c:pt>
                <c:pt idx="4183">
                  <c:v>0.77750799999999998</c:v>
                </c:pt>
                <c:pt idx="4184">
                  <c:v>0.77781299999999998</c:v>
                </c:pt>
                <c:pt idx="4185">
                  <c:v>0.77811900000000001</c:v>
                </c:pt>
                <c:pt idx="4186">
                  <c:v>0.778424</c:v>
                </c:pt>
                <c:pt idx="4187">
                  <c:v>0.778729</c:v>
                </c:pt>
                <c:pt idx="4188">
                  <c:v>0.77903500000000003</c:v>
                </c:pt>
                <c:pt idx="4189">
                  <c:v>0.77934000000000003</c:v>
                </c:pt>
                <c:pt idx="4190">
                  <c:v>0.77964599999999995</c:v>
                </c:pt>
                <c:pt idx="4191">
                  <c:v>0.77995099999999995</c:v>
                </c:pt>
                <c:pt idx="4192">
                  <c:v>0.78025599999999995</c:v>
                </c:pt>
                <c:pt idx="4193">
                  <c:v>0.78056199999999998</c:v>
                </c:pt>
                <c:pt idx="4194">
                  <c:v>0.78086699999999998</c:v>
                </c:pt>
                <c:pt idx="4195">
                  <c:v>0.78117300000000001</c:v>
                </c:pt>
                <c:pt idx="4196">
                  <c:v>0.78147800000000001</c:v>
                </c:pt>
                <c:pt idx="4197">
                  <c:v>0.78178300000000001</c:v>
                </c:pt>
                <c:pt idx="4198">
                  <c:v>0.78208900000000003</c:v>
                </c:pt>
                <c:pt idx="4199">
                  <c:v>0.78239400000000003</c:v>
                </c:pt>
                <c:pt idx="4200">
                  <c:v>0.78269999999999995</c:v>
                </c:pt>
                <c:pt idx="4201">
                  <c:v>0.78300499999999995</c:v>
                </c:pt>
                <c:pt idx="4202">
                  <c:v>0.78330999999999995</c:v>
                </c:pt>
                <c:pt idx="4203">
                  <c:v>0.78361599999999998</c:v>
                </c:pt>
                <c:pt idx="4204">
                  <c:v>0.78392099999999998</c:v>
                </c:pt>
                <c:pt idx="4205">
                  <c:v>0.78422599999999998</c:v>
                </c:pt>
                <c:pt idx="4206">
                  <c:v>0.78453200000000001</c:v>
                </c:pt>
                <c:pt idx="4207">
                  <c:v>0.78483700000000001</c:v>
                </c:pt>
                <c:pt idx="4208">
                  <c:v>0.78514300000000004</c:v>
                </c:pt>
                <c:pt idx="4209">
                  <c:v>0.78544800000000004</c:v>
                </c:pt>
                <c:pt idx="4210">
                  <c:v>0.78575300000000003</c:v>
                </c:pt>
                <c:pt idx="4211">
                  <c:v>0.78605899999999995</c:v>
                </c:pt>
                <c:pt idx="4212">
                  <c:v>0.78636399999999995</c:v>
                </c:pt>
                <c:pt idx="4213">
                  <c:v>0.78666999999999998</c:v>
                </c:pt>
                <c:pt idx="4214">
                  <c:v>0.78697499999999998</c:v>
                </c:pt>
                <c:pt idx="4215">
                  <c:v>0.78727999999999998</c:v>
                </c:pt>
                <c:pt idx="4216">
                  <c:v>0.78758600000000001</c:v>
                </c:pt>
                <c:pt idx="4217">
                  <c:v>0.78789100000000001</c:v>
                </c:pt>
                <c:pt idx="4218">
                  <c:v>0.78819700000000004</c:v>
                </c:pt>
                <c:pt idx="4219">
                  <c:v>0.78850200000000004</c:v>
                </c:pt>
                <c:pt idx="4220">
                  <c:v>0.78880700000000004</c:v>
                </c:pt>
                <c:pt idx="4221">
                  <c:v>0.78911299999999995</c:v>
                </c:pt>
                <c:pt idx="4222">
                  <c:v>0.78941799999999995</c:v>
                </c:pt>
                <c:pt idx="4223">
                  <c:v>0.78972399999999998</c:v>
                </c:pt>
                <c:pt idx="4224">
                  <c:v>0.79002899999999998</c:v>
                </c:pt>
                <c:pt idx="4225">
                  <c:v>0.79033399999999998</c:v>
                </c:pt>
                <c:pt idx="4226">
                  <c:v>0.79064000000000001</c:v>
                </c:pt>
                <c:pt idx="4227">
                  <c:v>0.79094500000000001</c:v>
                </c:pt>
                <c:pt idx="4228">
                  <c:v>0.79125100000000004</c:v>
                </c:pt>
                <c:pt idx="4229">
                  <c:v>0.79155600000000004</c:v>
                </c:pt>
                <c:pt idx="4230">
                  <c:v>0.79186100000000004</c:v>
                </c:pt>
                <c:pt idx="4231">
                  <c:v>0.79216699999999995</c:v>
                </c:pt>
                <c:pt idx="4232">
                  <c:v>0.79247199999999995</c:v>
                </c:pt>
                <c:pt idx="4233">
                  <c:v>0.79277799999999998</c:v>
                </c:pt>
                <c:pt idx="4234">
                  <c:v>0.79308299999999998</c:v>
                </c:pt>
                <c:pt idx="4235">
                  <c:v>0.79338799999999998</c:v>
                </c:pt>
                <c:pt idx="4236">
                  <c:v>0.79369400000000001</c:v>
                </c:pt>
                <c:pt idx="4237">
                  <c:v>0.79399900000000001</c:v>
                </c:pt>
                <c:pt idx="4238">
                  <c:v>0.79430500000000004</c:v>
                </c:pt>
                <c:pt idx="4239">
                  <c:v>0.79461000000000004</c:v>
                </c:pt>
                <c:pt idx="4240">
                  <c:v>0.79491500000000004</c:v>
                </c:pt>
                <c:pt idx="4241">
                  <c:v>0.79522099999999996</c:v>
                </c:pt>
                <c:pt idx="4242">
                  <c:v>0.79552599999999996</c:v>
                </c:pt>
                <c:pt idx="4243">
                  <c:v>0.79583199999999998</c:v>
                </c:pt>
                <c:pt idx="4244">
                  <c:v>0.79613699999999998</c:v>
                </c:pt>
                <c:pt idx="4245">
                  <c:v>0.79644199999999998</c:v>
                </c:pt>
                <c:pt idx="4246">
                  <c:v>0.79674800000000001</c:v>
                </c:pt>
                <c:pt idx="4247">
                  <c:v>0.79705300000000001</c:v>
                </c:pt>
                <c:pt idx="4248">
                  <c:v>0.79735900000000004</c:v>
                </c:pt>
                <c:pt idx="4249">
                  <c:v>0.79766400000000004</c:v>
                </c:pt>
                <c:pt idx="4250">
                  <c:v>0.79796900000000004</c:v>
                </c:pt>
                <c:pt idx="4251">
                  <c:v>0.79827499999999996</c:v>
                </c:pt>
                <c:pt idx="4252">
                  <c:v>0.79857999999999996</c:v>
                </c:pt>
                <c:pt idx="4253">
                  <c:v>0.79888599999999999</c:v>
                </c:pt>
                <c:pt idx="4254">
                  <c:v>0.79919099999999998</c:v>
                </c:pt>
                <c:pt idx="4255">
                  <c:v>0.79949599999999998</c:v>
                </c:pt>
                <c:pt idx="4256">
                  <c:v>0.79980200000000001</c:v>
                </c:pt>
                <c:pt idx="4257">
                  <c:v>0.80010700000000001</c:v>
                </c:pt>
                <c:pt idx="4258">
                  <c:v>0.80041300000000004</c:v>
                </c:pt>
                <c:pt idx="4259">
                  <c:v>0.80071800000000004</c:v>
                </c:pt>
                <c:pt idx="4260">
                  <c:v>0.80102300000000004</c:v>
                </c:pt>
                <c:pt idx="4261">
                  <c:v>0.80132899999999996</c:v>
                </c:pt>
                <c:pt idx="4262">
                  <c:v>0.80163399999999996</c:v>
                </c:pt>
                <c:pt idx="4263">
                  <c:v>0.80193999999999999</c:v>
                </c:pt>
                <c:pt idx="4264">
                  <c:v>0.80224499999999999</c:v>
                </c:pt>
                <c:pt idx="4265">
                  <c:v>0.80254999999999999</c:v>
                </c:pt>
                <c:pt idx="4266">
                  <c:v>0.80285600000000001</c:v>
                </c:pt>
                <c:pt idx="4267">
                  <c:v>0.80316100000000001</c:v>
                </c:pt>
                <c:pt idx="4268">
                  <c:v>0.80346700000000004</c:v>
                </c:pt>
                <c:pt idx="4269">
                  <c:v>0.80377200000000004</c:v>
                </c:pt>
                <c:pt idx="4270">
                  <c:v>0.80407700000000004</c:v>
                </c:pt>
                <c:pt idx="4271">
                  <c:v>0.80438299999999996</c:v>
                </c:pt>
                <c:pt idx="4272">
                  <c:v>0.80468799999999996</c:v>
                </c:pt>
                <c:pt idx="4273">
                  <c:v>0.80499399999999999</c:v>
                </c:pt>
                <c:pt idx="4274">
                  <c:v>0.80529899999999999</c:v>
                </c:pt>
                <c:pt idx="4275">
                  <c:v>0.80560399999999999</c:v>
                </c:pt>
                <c:pt idx="4276">
                  <c:v>0.80591000000000002</c:v>
                </c:pt>
                <c:pt idx="4277">
                  <c:v>0.80621500000000001</c:v>
                </c:pt>
                <c:pt idx="4278">
                  <c:v>0.80652100000000004</c:v>
                </c:pt>
                <c:pt idx="4279">
                  <c:v>0.80682600000000004</c:v>
                </c:pt>
                <c:pt idx="4280">
                  <c:v>0.80713100000000004</c:v>
                </c:pt>
                <c:pt idx="4281">
                  <c:v>0.80743699999999996</c:v>
                </c:pt>
                <c:pt idx="4282">
                  <c:v>0.80774199999999996</c:v>
                </c:pt>
                <c:pt idx="4283">
                  <c:v>0.80804799999999999</c:v>
                </c:pt>
                <c:pt idx="4284">
                  <c:v>0.80835299999999999</c:v>
                </c:pt>
                <c:pt idx="4285">
                  <c:v>0.80865799999999999</c:v>
                </c:pt>
                <c:pt idx="4286">
                  <c:v>0.80896400000000002</c:v>
                </c:pt>
                <c:pt idx="4287">
                  <c:v>0.80926900000000002</c:v>
                </c:pt>
                <c:pt idx="4288">
                  <c:v>0.80957400000000002</c:v>
                </c:pt>
                <c:pt idx="4289">
                  <c:v>0.80988000000000004</c:v>
                </c:pt>
                <c:pt idx="4290">
                  <c:v>0.81018500000000004</c:v>
                </c:pt>
                <c:pt idx="4291">
                  <c:v>0.81049099999999996</c:v>
                </c:pt>
                <c:pt idx="4292">
                  <c:v>0.81079599999999996</c:v>
                </c:pt>
                <c:pt idx="4293">
                  <c:v>0.81110099999999996</c:v>
                </c:pt>
                <c:pt idx="4294">
                  <c:v>0.81140699999999999</c:v>
                </c:pt>
                <c:pt idx="4295">
                  <c:v>0.81171199999999999</c:v>
                </c:pt>
                <c:pt idx="4296">
                  <c:v>0.81201800000000002</c:v>
                </c:pt>
                <c:pt idx="4297">
                  <c:v>0.81232300000000002</c:v>
                </c:pt>
                <c:pt idx="4298">
                  <c:v>0.81262800000000002</c:v>
                </c:pt>
                <c:pt idx="4299">
                  <c:v>0.81293400000000005</c:v>
                </c:pt>
                <c:pt idx="4300">
                  <c:v>0.81323900000000005</c:v>
                </c:pt>
                <c:pt idx="4301">
                  <c:v>0.81354499999999996</c:v>
                </c:pt>
                <c:pt idx="4302">
                  <c:v>0.81384999999999996</c:v>
                </c:pt>
                <c:pt idx="4303">
                  <c:v>0.81415499999999996</c:v>
                </c:pt>
                <c:pt idx="4304">
                  <c:v>0.81446099999999999</c:v>
                </c:pt>
                <c:pt idx="4305">
                  <c:v>0.81476599999999999</c:v>
                </c:pt>
                <c:pt idx="4306">
                  <c:v>0.81507200000000002</c:v>
                </c:pt>
                <c:pt idx="4307">
                  <c:v>0.81537700000000002</c:v>
                </c:pt>
                <c:pt idx="4308">
                  <c:v>0.81568200000000002</c:v>
                </c:pt>
                <c:pt idx="4309">
                  <c:v>0.81598800000000005</c:v>
                </c:pt>
                <c:pt idx="4310">
                  <c:v>0.81629300000000005</c:v>
                </c:pt>
                <c:pt idx="4311">
                  <c:v>0.81659899999999996</c:v>
                </c:pt>
                <c:pt idx="4312">
                  <c:v>0.81690399999999996</c:v>
                </c:pt>
                <c:pt idx="4313">
                  <c:v>0.81720899999999996</c:v>
                </c:pt>
                <c:pt idx="4314">
                  <c:v>0.81751499999999999</c:v>
                </c:pt>
                <c:pt idx="4315">
                  <c:v>0.81781999999999999</c:v>
                </c:pt>
                <c:pt idx="4316">
                  <c:v>0.81812600000000002</c:v>
                </c:pt>
                <c:pt idx="4317">
                  <c:v>0.81843100000000002</c:v>
                </c:pt>
                <c:pt idx="4318">
                  <c:v>0.81873600000000002</c:v>
                </c:pt>
                <c:pt idx="4319">
                  <c:v>0.81904200000000005</c:v>
                </c:pt>
                <c:pt idx="4320">
                  <c:v>0.81934700000000005</c:v>
                </c:pt>
                <c:pt idx="4321">
                  <c:v>0.81965299999999996</c:v>
                </c:pt>
                <c:pt idx="4322">
                  <c:v>0.81995799999999996</c:v>
                </c:pt>
                <c:pt idx="4323">
                  <c:v>0.82026299999999996</c:v>
                </c:pt>
                <c:pt idx="4324">
                  <c:v>0.82056899999999999</c:v>
                </c:pt>
                <c:pt idx="4325">
                  <c:v>0.82087399999999999</c:v>
                </c:pt>
                <c:pt idx="4326">
                  <c:v>0.82118000000000002</c:v>
                </c:pt>
                <c:pt idx="4327">
                  <c:v>0.82148500000000002</c:v>
                </c:pt>
                <c:pt idx="4328">
                  <c:v>0.82179000000000002</c:v>
                </c:pt>
                <c:pt idx="4329">
                  <c:v>0.82209600000000005</c:v>
                </c:pt>
                <c:pt idx="4330">
                  <c:v>0.82240100000000005</c:v>
                </c:pt>
                <c:pt idx="4331">
                  <c:v>0.82270699999999997</c:v>
                </c:pt>
                <c:pt idx="4332">
                  <c:v>0.82301199999999997</c:v>
                </c:pt>
                <c:pt idx="4333">
                  <c:v>0.82331699999999997</c:v>
                </c:pt>
                <c:pt idx="4334">
                  <c:v>0.82362299999999999</c:v>
                </c:pt>
                <c:pt idx="4335">
                  <c:v>0.82392799999999999</c:v>
                </c:pt>
                <c:pt idx="4336">
                  <c:v>0.82423400000000002</c:v>
                </c:pt>
                <c:pt idx="4337">
                  <c:v>0.82453900000000002</c:v>
                </c:pt>
                <c:pt idx="4338">
                  <c:v>0.82484400000000002</c:v>
                </c:pt>
                <c:pt idx="4339">
                  <c:v>0.82515000000000005</c:v>
                </c:pt>
                <c:pt idx="4340">
                  <c:v>0.82545500000000005</c:v>
                </c:pt>
                <c:pt idx="4341">
                  <c:v>0.82576099999999997</c:v>
                </c:pt>
                <c:pt idx="4342">
                  <c:v>0.82606599999999997</c:v>
                </c:pt>
                <c:pt idx="4343">
                  <c:v>0.82637099999999997</c:v>
                </c:pt>
                <c:pt idx="4344">
                  <c:v>0.826677</c:v>
                </c:pt>
                <c:pt idx="4345">
                  <c:v>0.82698199999999999</c:v>
                </c:pt>
                <c:pt idx="4346">
                  <c:v>0.82728800000000002</c:v>
                </c:pt>
                <c:pt idx="4347">
                  <c:v>0.82759300000000002</c:v>
                </c:pt>
                <c:pt idx="4348">
                  <c:v>0.82789800000000002</c:v>
                </c:pt>
                <c:pt idx="4349">
                  <c:v>0.82820400000000005</c:v>
                </c:pt>
                <c:pt idx="4350">
                  <c:v>0.82850900000000005</c:v>
                </c:pt>
                <c:pt idx="4351">
                  <c:v>0.82881499999999997</c:v>
                </c:pt>
                <c:pt idx="4352">
                  <c:v>0.82911999999999997</c:v>
                </c:pt>
                <c:pt idx="4353">
                  <c:v>0.82942499999999997</c:v>
                </c:pt>
                <c:pt idx="4354">
                  <c:v>0.829731</c:v>
                </c:pt>
                <c:pt idx="4355">
                  <c:v>0.830036</c:v>
                </c:pt>
                <c:pt idx="4356">
                  <c:v>0.83034200000000002</c:v>
                </c:pt>
                <c:pt idx="4357">
                  <c:v>0.83064700000000002</c:v>
                </c:pt>
                <c:pt idx="4358">
                  <c:v>0.83095200000000002</c:v>
                </c:pt>
                <c:pt idx="4359">
                  <c:v>0.83125800000000005</c:v>
                </c:pt>
                <c:pt idx="4360">
                  <c:v>0.83156300000000005</c:v>
                </c:pt>
                <c:pt idx="4361">
                  <c:v>0.83186899999999997</c:v>
                </c:pt>
                <c:pt idx="4362">
                  <c:v>0.83217399999999997</c:v>
                </c:pt>
                <c:pt idx="4363">
                  <c:v>0.83247899999999997</c:v>
                </c:pt>
                <c:pt idx="4364">
                  <c:v>0.832785</c:v>
                </c:pt>
                <c:pt idx="4365">
                  <c:v>0.83309</c:v>
                </c:pt>
                <c:pt idx="4366">
                  <c:v>0.83339600000000003</c:v>
                </c:pt>
                <c:pt idx="4367">
                  <c:v>0.83370100000000003</c:v>
                </c:pt>
                <c:pt idx="4368">
                  <c:v>0.83400600000000003</c:v>
                </c:pt>
                <c:pt idx="4369">
                  <c:v>0.83431200000000005</c:v>
                </c:pt>
                <c:pt idx="4370">
                  <c:v>0.83461700000000005</c:v>
                </c:pt>
                <c:pt idx="4371">
                  <c:v>0.83492299999999997</c:v>
                </c:pt>
                <c:pt idx="4372">
                  <c:v>0.83522799999999997</c:v>
                </c:pt>
                <c:pt idx="4373">
                  <c:v>0.83553299999999997</c:v>
                </c:pt>
                <c:pt idx="4374">
                  <c:v>0.835839</c:v>
                </c:pt>
                <c:pt idx="4375">
                  <c:v>0.836144</c:v>
                </c:pt>
                <c:pt idx="4376">
                  <c:v>0.836449</c:v>
                </c:pt>
                <c:pt idx="4377">
                  <c:v>0.83675500000000003</c:v>
                </c:pt>
                <c:pt idx="4378">
                  <c:v>0.83706000000000003</c:v>
                </c:pt>
                <c:pt idx="4379">
                  <c:v>0.83736600000000005</c:v>
                </c:pt>
                <c:pt idx="4380">
                  <c:v>0.83767100000000005</c:v>
                </c:pt>
                <c:pt idx="4381">
                  <c:v>0.83797600000000005</c:v>
                </c:pt>
                <c:pt idx="4382">
                  <c:v>0.83828199999999997</c:v>
                </c:pt>
                <c:pt idx="4383">
                  <c:v>0.83858699999999997</c:v>
                </c:pt>
                <c:pt idx="4384">
                  <c:v>0.838893</c:v>
                </c:pt>
                <c:pt idx="4385">
                  <c:v>0.839198</c:v>
                </c:pt>
                <c:pt idx="4386">
                  <c:v>0.839503</c:v>
                </c:pt>
                <c:pt idx="4387">
                  <c:v>0.83980900000000003</c:v>
                </c:pt>
                <c:pt idx="4388">
                  <c:v>0.84011400000000003</c:v>
                </c:pt>
                <c:pt idx="4389">
                  <c:v>0.84041999999999994</c:v>
                </c:pt>
                <c:pt idx="4390">
                  <c:v>0.84072499999999994</c:v>
                </c:pt>
                <c:pt idx="4391">
                  <c:v>0.84103000000000006</c:v>
                </c:pt>
                <c:pt idx="4392">
                  <c:v>0.84133599999999997</c:v>
                </c:pt>
                <c:pt idx="4393">
                  <c:v>0.84164099999999997</c:v>
                </c:pt>
                <c:pt idx="4394">
                  <c:v>0.841947</c:v>
                </c:pt>
                <c:pt idx="4395">
                  <c:v>0.842252</c:v>
                </c:pt>
                <c:pt idx="4396">
                  <c:v>0.842557</c:v>
                </c:pt>
                <c:pt idx="4397">
                  <c:v>0.84286300000000003</c:v>
                </c:pt>
                <c:pt idx="4398">
                  <c:v>0.84316800000000003</c:v>
                </c:pt>
                <c:pt idx="4399">
                  <c:v>0.84347399999999995</c:v>
                </c:pt>
                <c:pt idx="4400">
                  <c:v>0.84377899999999995</c:v>
                </c:pt>
                <c:pt idx="4401">
                  <c:v>0.84408399999999995</c:v>
                </c:pt>
                <c:pt idx="4402">
                  <c:v>0.84438999999999997</c:v>
                </c:pt>
                <c:pt idx="4403">
                  <c:v>0.84469499999999997</c:v>
                </c:pt>
                <c:pt idx="4404">
                  <c:v>0.845001</c:v>
                </c:pt>
                <c:pt idx="4405">
                  <c:v>0.845306</c:v>
                </c:pt>
                <c:pt idx="4406">
                  <c:v>0.845611</c:v>
                </c:pt>
                <c:pt idx="4407">
                  <c:v>0.84591700000000003</c:v>
                </c:pt>
                <c:pt idx="4408">
                  <c:v>0.84622200000000003</c:v>
                </c:pt>
                <c:pt idx="4409">
                  <c:v>0.84652799999999995</c:v>
                </c:pt>
                <c:pt idx="4410">
                  <c:v>0.84683299999999995</c:v>
                </c:pt>
                <c:pt idx="4411">
                  <c:v>0.84713799999999995</c:v>
                </c:pt>
                <c:pt idx="4412">
                  <c:v>0.84744399999999998</c:v>
                </c:pt>
                <c:pt idx="4413">
                  <c:v>0.84774899999999997</c:v>
                </c:pt>
                <c:pt idx="4414">
                  <c:v>0.848055</c:v>
                </c:pt>
                <c:pt idx="4415">
                  <c:v>0.84836</c:v>
                </c:pt>
                <c:pt idx="4416">
                  <c:v>0.848665</c:v>
                </c:pt>
                <c:pt idx="4417">
                  <c:v>0.84897100000000003</c:v>
                </c:pt>
                <c:pt idx="4418">
                  <c:v>0.84927600000000003</c:v>
                </c:pt>
                <c:pt idx="4419">
                  <c:v>0.84958199999999995</c:v>
                </c:pt>
                <c:pt idx="4420">
                  <c:v>0.84988699999999995</c:v>
                </c:pt>
                <c:pt idx="4421">
                  <c:v>0.85019199999999995</c:v>
                </c:pt>
                <c:pt idx="4422">
                  <c:v>0.85049799999999998</c:v>
                </c:pt>
                <c:pt idx="4423">
                  <c:v>0.85080299999999998</c:v>
                </c:pt>
                <c:pt idx="4424">
                  <c:v>0.851109</c:v>
                </c:pt>
                <c:pt idx="4425">
                  <c:v>0.851414</c:v>
                </c:pt>
                <c:pt idx="4426">
                  <c:v>0.851719</c:v>
                </c:pt>
                <c:pt idx="4427">
                  <c:v>0.85202500000000003</c:v>
                </c:pt>
                <c:pt idx="4428">
                  <c:v>0.85233000000000003</c:v>
                </c:pt>
                <c:pt idx="4429">
                  <c:v>0.85263599999999995</c:v>
                </c:pt>
                <c:pt idx="4430">
                  <c:v>0.85294099999999995</c:v>
                </c:pt>
                <c:pt idx="4431">
                  <c:v>0.85324599999999995</c:v>
                </c:pt>
                <c:pt idx="4432">
                  <c:v>0.85355199999999998</c:v>
                </c:pt>
                <c:pt idx="4433">
                  <c:v>0.85385699999999998</c:v>
                </c:pt>
                <c:pt idx="4434">
                  <c:v>0.85416300000000001</c:v>
                </c:pt>
                <c:pt idx="4435">
                  <c:v>0.85446800000000001</c:v>
                </c:pt>
                <c:pt idx="4436">
                  <c:v>0.85477300000000001</c:v>
                </c:pt>
                <c:pt idx="4437">
                  <c:v>0.85507900000000003</c:v>
                </c:pt>
                <c:pt idx="4438">
                  <c:v>0.85538400000000003</c:v>
                </c:pt>
                <c:pt idx="4439">
                  <c:v>0.85568999999999995</c:v>
                </c:pt>
                <c:pt idx="4440">
                  <c:v>0.85599499999999995</c:v>
                </c:pt>
                <c:pt idx="4441">
                  <c:v>0.85629999999999995</c:v>
                </c:pt>
                <c:pt idx="4442">
                  <c:v>0.85660599999999998</c:v>
                </c:pt>
                <c:pt idx="4443">
                  <c:v>0.85691099999999998</c:v>
                </c:pt>
                <c:pt idx="4444">
                  <c:v>0.85721700000000001</c:v>
                </c:pt>
                <c:pt idx="4445">
                  <c:v>0.85752200000000001</c:v>
                </c:pt>
                <c:pt idx="4446">
                  <c:v>0.85782700000000001</c:v>
                </c:pt>
                <c:pt idx="4447">
                  <c:v>0.85813300000000003</c:v>
                </c:pt>
                <c:pt idx="4448">
                  <c:v>0.85843800000000003</c:v>
                </c:pt>
                <c:pt idx="4449">
                  <c:v>0.85874399999999995</c:v>
                </c:pt>
                <c:pt idx="4450">
                  <c:v>0.85904899999999995</c:v>
                </c:pt>
                <c:pt idx="4451">
                  <c:v>0.85935399999999995</c:v>
                </c:pt>
                <c:pt idx="4452">
                  <c:v>0.85965999999999998</c:v>
                </c:pt>
                <c:pt idx="4453">
                  <c:v>0.85996499999999998</c:v>
                </c:pt>
                <c:pt idx="4454">
                  <c:v>0.86027100000000001</c:v>
                </c:pt>
                <c:pt idx="4455">
                  <c:v>0.86057600000000001</c:v>
                </c:pt>
                <c:pt idx="4456">
                  <c:v>0.86088100000000001</c:v>
                </c:pt>
                <c:pt idx="4457">
                  <c:v>0.86118700000000004</c:v>
                </c:pt>
                <c:pt idx="4458">
                  <c:v>0.86149200000000004</c:v>
                </c:pt>
                <c:pt idx="4459">
                  <c:v>0.86179700000000004</c:v>
                </c:pt>
                <c:pt idx="4460">
                  <c:v>0.86210299999999995</c:v>
                </c:pt>
                <c:pt idx="4461">
                  <c:v>0.86240799999999995</c:v>
                </c:pt>
                <c:pt idx="4462">
                  <c:v>0.86271399999999998</c:v>
                </c:pt>
                <c:pt idx="4463">
                  <c:v>0.86301899999999998</c:v>
                </c:pt>
                <c:pt idx="4464">
                  <c:v>0.86332399999999998</c:v>
                </c:pt>
                <c:pt idx="4465">
                  <c:v>0.86363000000000001</c:v>
                </c:pt>
                <c:pt idx="4466">
                  <c:v>0.86393500000000001</c:v>
                </c:pt>
                <c:pt idx="4467">
                  <c:v>0.86424100000000004</c:v>
                </c:pt>
                <c:pt idx="4468">
                  <c:v>0.86454600000000004</c:v>
                </c:pt>
                <c:pt idx="4469">
                  <c:v>0.86485100000000004</c:v>
                </c:pt>
                <c:pt idx="4470">
                  <c:v>0.86515699999999995</c:v>
                </c:pt>
                <c:pt idx="4471">
                  <c:v>0.86546199999999995</c:v>
                </c:pt>
                <c:pt idx="4472">
                  <c:v>0.86576799999999998</c:v>
                </c:pt>
                <c:pt idx="4473">
                  <c:v>0.86607299999999998</c:v>
                </c:pt>
                <c:pt idx="4474">
                  <c:v>0.86637799999999998</c:v>
                </c:pt>
                <c:pt idx="4475">
                  <c:v>0.86668400000000001</c:v>
                </c:pt>
                <c:pt idx="4476">
                  <c:v>0.86698900000000001</c:v>
                </c:pt>
                <c:pt idx="4477">
                  <c:v>0.86729500000000004</c:v>
                </c:pt>
                <c:pt idx="4478">
                  <c:v>0.86760000000000004</c:v>
                </c:pt>
                <c:pt idx="4479">
                  <c:v>0.86790500000000004</c:v>
                </c:pt>
                <c:pt idx="4480">
                  <c:v>0.86821099999999996</c:v>
                </c:pt>
                <c:pt idx="4481">
                  <c:v>0.86851599999999995</c:v>
                </c:pt>
                <c:pt idx="4482">
                  <c:v>0.86882199999999998</c:v>
                </c:pt>
                <c:pt idx="4483">
                  <c:v>0.86912699999999998</c:v>
                </c:pt>
                <c:pt idx="4484">
                  <c:v>0.86943199999999998</c:v>
                </c:pt>
                <c:pt idx="4485">
                  <c:v>0.86973800000000001</c:v>
                </c:pt>
                <c:pt idx="4486">
                  <c:v>0.87004300000000001</c:v>
                </c:pt>
                <c:pt idx="4487">
                  <c:v>0.87034900000000004</c:v>
                </c:pt>
                <c:pt idx="4488">
                  <c:v>0.87065400000000004</c:v>
                </c:pt>
                <c:pt idx="4489">
                  <c:v>0.87095900000000004</c:v>
                </c:pt>
                <c:pt idx="4490">
                  <c:v>0.87126499999999996</c:v>
                </c:pt>
                <c:pt idx="4491">
                  <c:v>0.87156999999999996</c:v>
                </c:pt>
                <c:pt idx="4492">
                  <c:v>0.87187599999999998</c:v>
                </c:pt>
                <c:pt idx="4493">
                  <c:v>0.87218099999999998</c:v>
                </c:pt>
                <c:pt idx="4494">
                  <c:v>0.87248599999999998</c:v>
                </c:pt>
                <c:pt idx="4495">
                  <c:v>0.87279200000000001</c:v>
                </c:pt>
                <c:pt idx="4496">
                  <c:v>0.87309700000000001</c:v>
                </c:pt>
                <c:pt idx="4497">
                  <c:v>0.87340300000000004</c:v>
                </c:pt>
                <c:pt idx="4498">
                  <c:v>0.87370800000000004</c:v>
                </c:pt>
                <c:pt idx="4499">
                  <c:v>0.87401300000000004</c:v>
                </c:pt>
                <c:pt idx="4500">
                  <c:v>0.87431899999999996</c:v>
                </c:pt>
                <c:pt idx="4501">
                  <c:v>0.87462399999999996</c:v>
                </c:pt>
                <c:pt idx="4502">
                  <c:v>0.87492999999999999</c:v>
                </c:pt>
                <c:pt idx="4503">
                  <c:v>0.87523499999999999</c:v>
                </c:pt>
                <c:pt idx="4504">
                  <c:v>0.87553999999999998</c:v>
                </c:pt>
                <c:pt idx="4505">
                  <c:v>0.87584600000000001</c:v>
                </c:pt>
                <c:pt idx="4506">
                  <c:v>0.87615100000000001</c:v>
                </c:pt>
                <c:pt idx="4507">
                  <c:v>0.87645700000000004</c:v>
                </c:pt>
                <c:pt idx="4508">
                  <c:v>0.87676200000000004</c:v>
                </c:pt>
                <c:pt idx="4509">
                  <c:v>0.87706700000000004</c:v>
                </c:pt>
                <c:pt idx="4510">
                  <c:v>0.87737299999999996</c:v>
                </c:pt>
                <c:pt idx="4511">
                  <c:v>0.87767799999999996</c:v>
                </c:pt>
                <c:pt idx="4512">
                  <c:v>0.87798399999999999</c:v>
                </c:pt>
                <c:pt idx="4513">
                  <c:v>0.87828899999999999</c:v>
                </c:pt>
                <c:pt idx="4514">
                  <c:v>0.87859399999999999</c:v>
                </c:pt>
                <c:pt idx="4515">
                  <c:v>0.87890000000000001</c:v>
                </c:pt>
                <c:pt idx="4516">
                  <c:v>0.87920500000000001</c:v>
                </c:pt>
                <c:pt idx="4517">
                  <c:v>0.87951100000000004</c:v>
                </c:pt>
                <c:pt idx="4518">
                  <c:v>0.87981600000000004</c:v>
                </c:pt>
                <c:pt idx="4519">
                  <c:v>0.88012100000000004</c:v>
                </c:pt>
                <c:pt idx="4520">
                  <c:v>0.88042699999999996</c:v>
                </c:pt>
                <c:pt idx="4521">
                  <c:v>0.88073199999999996</c:v>
                </c:pt>
                <c:pt idx="4522">
                  <c:v>0.88103799999999999</c:v>
                </c:pt>
                <c:pt idx="4523">
                  <c:v>0.88134299999999999</c:v>
                </c:pt>
                <c:pt idx="4524">
                  <c:v>0.88164799999999999</c:v>
                </c:pt>
                <c:pt idx="4525">
                  <c:v>0.88195400000000002</c:v>
                </c:pt>
                <c:pt idx="4526">
                  <c:v>0.88225900000000002</c:v>
                </c:pt>
                <c:pt idx="4527">
                  <c:v>0.88256500000000004</c:v>
                </c:pt>
                <c:pt idx="4528">
                  <c:v>0.88287000000000004</c:v>
                </c:pt>
                <c:pt idx="4529">
                  <c:v>0.88317500000000004</c:v>
                </c:pt>
                <c:pt idx="4530">
                  <c:v>0.88348099999999996</c:v>
                </c:pt>
                <c:pt idx="4531">
                  <c:v>0.88378599999999996</c:v>
                </c:pt>
                <c:pt idx="4532">
                  <c:v>0.88409199999999999</c:v>
                </c:pt>
                <c:pt idx="4533">
                  <c:v>0.88439699999999999</c:v>
                </c:pt>
                <c:pt idx="4534">
                  <c:v>0.88470199999999999</c:v>
                </c:pt>
                <c:pt idx="4535">
                  <c:v>0.88500800000000002</c:v>
                </c:pt>
                <c:pt idx="4536">
                  <c:v>0.88531300000000002</c:v>
                </c:pt>
                <c:pt idx="4537">
                  <c:v>0.88561900000000005</c:v>
                </c:pt>
                <c:pt idx="4538">
                  <c:v>0.88592400000000004</c:v>
                </c:pt>
                <c:pt idx="4539">
                  <c:v>0.88622900000000004</c:v>
                </c:pt>
                <c:pt idx="4540">
                  <c:v>0.88653499999999996</c:v>
                </c:pt>
                <c:pt idx="4541">
                  <c:v>0.88683999999999996</c:v>
                </c:pt>
                <c:pt idx="4542">
                  <c:v>0.88714499999999996</c:v>
                </c:pt>
                <c:pt idx="4543">
                  <c:v>0.88745099999999999</c:v>
                </c:pt>
                <c:pt idx="4544">
                  <c:v>0.88775599999999999</c:v>
                </c:pt>
                <c:pt idx="4545">
                  <c:v>0.88806200000000002</c:v>
                </c:pt>
                <c:pt idx="4546">
                  <c:v>0.88836700000000002</c:v>
                </c:pt>
                <c:pt idx="4547">
                  <c:v>0.88867200000000002</c:v>
                </c:pt>
                <c:pt idx="4548">
                  <c:v>0.88897800000000005</c:v>
                </c:pt>
                <c:pt idx="4549">
                  <c:v>0.88928300000000005</c:v>
                </c:pt>
                <c:pt idx="4550">
                  <c:v>0.88958899999999996</c:v>
                </c:pt>
                <c:pt idx="4551">
                  <c:v>0.88989399999999996</c:v>
                </c:pt>
                <c:pt idx="4552">
                  <c:v>0.89019899999999996</c:v>
                </c:pt>
                <c:pt idx="4553">
                  <c:v>0.89050499999999999</c:v>
                </c:pt>
                <c:pt idx="4554">
                  <c:v>0.89080999999999999</c:v>
                </c:pt>
                <c:pt idx="4555">
                  <c:v>0.89111600000000002</c:v>
                </c:pt>
                <c:pt idx="4556">
                  <c:v>0.89142100000000002</c:v>
                </c:pt>
                <c:pt idx="4557">
                  <c:v>0.89172600000000002</c:v>
                </c:pt>
                <c:pt idx="4558">
                  <c:v>0.89203200000000005</c:v>
                </c:pt>
                <c:pt idx="4559">
                  <c:v>0.89233700000000005</c:v>
                </c:pt>
                <c:pt idx="4560">
                  <c:v>0.89264299999999996</c:v>
                </c:pt>
                <c:pt idx="4561">
                  <c:v>0.89294799999999996</c:v>
                </c:pt>
                <c:pt idx="4562">
                  <c:v>0.89325299999999996</c:v>
                </c:pt>
                <c:pt idx="4563">
                  <c:v>0.89355899999999999</c:v>
                </c:pt>
                <c:pt idx="4564">
                  <c:v>0.89386399999999999</c:v>
                </c:pt>
                <c:pt idx="4565">
                  <c:v>0.89417000000000002</c:v>
                </c:pt>
                <c:pt idx="4566">
                  <c:v>0.89447500000000002</c:v>
                </c:pt>
                <c:pt idx="4567">
                  <c:v>0.89478000000000002</c:v>
                </c:pt>
                <c:pt idx="4568">
                  <c:v>0.89508600000000005</c:v>
                </c:pt>
                <c:pt idx="4569">
                  <c:v>0.89539100000000005</c:v>
                </c:pt>
                <c:pt idx="4570">
                  <c:v>0.89569699999999997</c:v>
                </c:pt>
                <c:pt idx="4571">
                  <c:v>0.89600199999999997</c:v>
                </c:pt>
                <c:pt idx="4572">
                  <c:v>0.89630699999999996</c:v>
                </c:pt>
                <c:pt idx="4573">
                  <c:v>0.89661299999999999</c:v>
                </c:pt>
                <c:pt idx="4574">
                  <c:v>0.89691799999999999</c:v>
                </c:pt>
                <c:pt idx="4575">
                  <c:v>0.89722400000000002</c:v>
                </c:pt>
                <c:pt idx="4576">
                  <c:v>0.89752900000000002</c:v>
                </c:pt>
                <c:pt idx="4577">
                  <c:v>0.89783400000000002</c:v>
                </c:pt>
                <c:pt idx="4578">
                  <c:v>0.89814000000000005</c:v>
                </c:pt>
                <c:pt idx="4579">
                  <c:v>0.89844500000000005</c:v>
                </c:pt>
                <c:pt idx="4580">
                  <c:v>0.89875099999999997</c:v>
                </c:pt>
                <c:pt idx="4581">
                  <c:v>0.89905599999999997</c:v>
                </c:pt>
                <c:pt idx="4582">
                  <c:v>0.89936099999999997</c:v>
                </c:pt>
                <c:pt idx="4583">
                  <c:v>0.89966699999999999</c:v>
                </c:pt>
                <c:pt idx="4584">
                  <c:v>0.89997199999999999</c:v>
                </c:pt>
                <c:pt idx="4585">
                  <c:v>0.90027800000000002</c:v>
                </c:pt>
                <c:pt idx="4586">
                  <c:v>0.90058300000000002</c:v>
                </c:pt>
                <c:pt idx="4587">
                  <c:v>0.90088800000000002</c:v>
                </c:pt>
                <c:pt idx="4588">
                  <c:v>0.90119400000000005</c:v>
                </c:pt>
                <c:pt idx="4589">
                  <c:v>0.90149900000000005</c:v>
                </c:pt>
                <c:pt idx="4590">
                  <c:v>0.90180499999999997</c:v>
                </c:pt>
                <c:pt idx="4591">
                  <c:v>0.90210999999999997</c:v>
                </c:pt>
                <c:pt idx="4592">
                  <c:v>0.90241499999999997</c:v>
                </c:pt>
                <c:pt idx="4593">
                  <c:v>0.902721</c:v>
                </c:pt>
                <c:pt idx="4594">
                  <c:v>0.903026</c:v>
                </c:pt>
                <c:pt idx="4595">
                  <c:v>0.90333200000000002</c:v>
                </c:pt>
                <c:pt idx="4596">
                  <c:v>0.90363700000000002</c:v>
                </c:pt>
                <c:pt idx="4597">
                  <c:v>0.90394200000000002</c:v>
                </c:pt>
                <c:pt idx="4598">
                  <c:v>0.90424800000000005</c:v>
                </c:pt>
                <c:pt idx="4599">
                  <c:v>0.90455300000000005</c:v>
                </c:pt>
                <c:pt idx="4600">
                  <c:v>0.90485899999999997</c:v>
                </c:pt>
                <c:pt idx="4601">
                  <c:v>0.90516399999999997</c:v>
                </c:pt>
                <c:pt idx="4602">
                  <c:v>0.90546899999999997</c:v>
                </c:pt>
                <c:pt idx="4603">
                  <c:v>0.905775</c:v>
                </c:pt>
                <c:pt idx="4604">
                  <c:v>0.90608</c:v>
                </c:pt>
                <c:pt idx="4605">
                  <c:v>0.90638600000000002</c:v>
                </c:pt>
                <c:pt idx="4606">
                  <c:v>0.90669100000000002</c:v>
                </c:pt>
                <c:pt idx="4607">
                  <c:v>0.90699600000000002</c:v>
                </c:pt>
                <c:pt idx="4608">
                  <c:v>0.90730200000000005</c:v>
                </c:pt>
                <c:pt idx="4609">
                  <c:v>0.90760700000000005</c:v>
                </c:pt>
                <c:pt idx="4610">
                  <c:v>0.90791299999999997</c:v>
                </c:pt>
                <c:pt idx="4611">
                  <c:v>0.90821799999999997</c:v>
                </c:pt>
                <c:pt idx="4612">
                  <c:v>0.90852299999999997</c:v>
                </c:pt>
                <c:pt idx="4613">
                  <c:v>0.908829</c:v>
                </c:pt>
                <c:pt idx="4614">
                  <c:v>0.909134</c:v>
                </c:pt>
                <c:pt idx="4615">
                  <c:v>0.90944000000000003</c:v>
                </c:pt>
                <c:pt idx="4616">
                  <c:v>0.90974500000000003</c:v>
                </c:pt>
                <c:pt idx="4617">
                  <c:v>0.91005000000000003</c:v>
                </c:pt>
                <c:pt idx="4618">
                  <c:v>0.91035600000000005</c:v>
                </c:pt>
                <c:pt idx="4619">
                  <c:v>0.91066100000000005</c:v>
                </c:pt>
                <c:pt idx="4620">
                  <c:v>0.91096699999999997</c:v>
                </c:pt>
                <c:pt idx="4621">
                  <c:v>0.91127199999999997</c:v>
                </c:pt>
                <c:pt idx="4622">
                  <c:v>0.91157699999999997</c:v>
                </c:pt>
                <c:pt idx="4623">
                  <c:v>0.911883</c:v>
                </c:pt>
                <c:pt idx="4624">
                  <c:v>0.912188</c:v>
                </c:pt>
                <c:pt idx="4625">
                  <c:v>0.912493</c:v>
                </c:pt>
                <c:pt idx="4626">
                  <c:v>0.91279900000000003</c:v>
                </c:pt>
                <c:pt idx="4627">
                  <c:v>0.91310400000000003</c:v>
                </c:pt>
                <c:pt idx="4628">
                  <c:v>0.91341000000000006</c:v>
                </c:pt>
                <c:pt idx="4629">
                  <c:v>0.91371500000000005</c:v>
                </c:pt>
                <c:pt idx="4630">
                  <c:v>0.91402000000000005</c:v>
                </c:pt>
                <c:pt idx="4631">
                  <c:v>0.91432599999999997</c:v>
                </c:pt>
                <c:pt idx="4632">
                  <c:v>0.91463099999999997</c:v>
                </c:pt>
                <c:pt idx="4633">
                  <c:v>0.914937</c:v>
                </c:pt>
                <c:pt idx="4634">
                  <c:v>0.915242</c:v>
                </c:pt>
                <c:pt idx="4635">
                  <c:v>0.915547</c:v>
                </c:pt>
                <c:pt idx="4636">
                  <c:v>0.91585300000000003</c:v>
                </c:pt>
                <c:pt idx="4637">
                  <c:v>0.91615800000000003</c:v>
                </c:pt>
                <c:pt idx="4638">
                  <c:v>0.91646399999999995</c:v>
                </c:pt>
                <c:pt idx="4639">
                  <c:v>0.91676899999999995</c:v>
                </c:pt>
                <c:pt idx="4640">
                  <c:v>0.91707399999999994</c:v>
                </c:pt>
                <c:pt idx="4641">
                  <c:v>0.91737999999999997</c:v>
                </c:pt>
                <c:pt idx="4642">
                  <c:v>0.91768499999999997</c:v>
                </c:pt>
                <c:pt idx="4643">
                  <c:v>0.917991</c:v>
                </c:pt>
                <c:pt idx="4644">
                  <c:v>0.918296</c:v>
                </c:pt>
                <c:pt idx="4645">
                  <c:v>0.918601</c:v>
                </c:pt>
                <c:pt idx="4646">
                  <c:v>0.91890700000000003</c:v>
                </c:pt>
                <c:pt idx="4647">
                  <c:v>0.91921200000000003</c:v>
                </c:pt>
                <c:pt idx="4648">
                  <c:v>0.91951799999999995</c:v>
                </c:pt>
                <c:pt idx="4649">
                  <c:v>0.91982299999999995</c:v>
                </c:pt>
                <c:pt idx="4650">
                  <c:v>0.92012799999999995</c:v>
                </c:pt>
                <c:pt idx="4651">
                  <c:v>0.92043399999999997</c:v>
                </c:pt>
                <c:pt idx="4652">
                  <c:v>0.92073899999999997</c:v>
                </c:pt>
                <c:pt idx="4653">
                  <c:v>0.921045</c:v>
                </c:pt>
                <c:pt idx="4654">
                  <c:v>0.92135</c:v>
                </c:pt>
                <c:pt idx="4655">
                  <c:v>0.921655</c:v>
                </c:pt>
                <c:pt idx="4656">
                  <c:v>0.92196100000000003</c:v>
                </c:pt>
                <c:pt idx="4657">
                  <c:v>0.92226600000000003</c:v>
                </c:pt>
                <c:pt idx="4658">
                  <c:v>0.92257199999999995</c:v>
                </c:pt>
                <c:pt idx="4659">
                  <c:v>0.92287699999999995</c:v>
                </c:pt>
                <c:pt idx="4660">
                  <c:v>0.92318199999999995</c:v>
                </c:pt>
                <c:pt idx="4661">
                  <c:v>0.92348799999999998</c:v>
                </c:pt>
                <c:pt idx="4662">
                  <c:v>0.92379299999999998</c:v>
                </c:pt>
                <c:pt idx="4663">
                  <c:v>0.924099</c:v>
                </c:pt>
                <c:pt idx="4664">
                  <c:v>0.924404</c:v>
                </c:pt>
                <c:pt idx="4665">
                  <c:v>0.924709</c:v>
                </c:pt>
                <c:pt idx="4666">
                  <c:v>0.92501500000000003</c:v>
                </c:pt>
                <c:pt idx="4667">
                  <c:v>0.92532000000000003</c:v>
                </c:pt>
                <c:pt idx="4668">
                  <c:v>0.92562599999999995</c:v>
                </c:pt>
                <c:pt idx="4669">
                  <c:v>0.92593099999999995</c:v>
                </c:pt>
                <c:pt idx="4670">
                  <c:v>0.92623599999999995</c:v>
                </c:pt>
                <c:pt idx="4671">
                  <c:v>0.92654199999999998</c:v>
                </c:pt>
                <c:pt idx="4672">
                  <c:v>0.92684699999999998</c:v>
                </c:pt>
                <c:pt idx="4673">
                  <c:v>0.927153</c:v>
                </c:pt>
                <c:pt idx="4674">
                  <c:v>0.927458</c:v>
                </c:pt>
                <c:pt idx="4675">
                  <c:v>0.927763</c:v>
                </c:pt>
                <c:pt idx="4676">
                  <c:v>0.92806900000000003</c:v>
                </c:pt>
                <c:pt idx="4677">
                  <c:v>0.92837400000000003</c:v>
                </c:pt>
                <c:pt idx="4678">
                  <c:v>0.92867999999999995</c:v>
                </c:pt>
                <c:pt idx="4679">
                  <c:v>0.92898499999999995</c:v>
                </c:pt>
                <c:pt idx="4680">
                  <c:v>0.92928999999999995</c:v>
                </c:pt>
                <c:pt idx="4681">
                  <c:v>0.92959599999999998</c:v>
                </c:pt>
                <c:pt idx="4682">
                  <c:v>0.92990099999999998</c:v>
                </c:pt>
                <c:pt idx="4683">
                  <c:v>0.93020700000000001</c:v>
                </c:pt>
                <c:pt idx="4684">
                  <c:v>0.93051200000000001</c:v>
                </c:pt>
                <c:pt idx="4685">
                  <c:v>0.93081700000000001</c:v>
                </c:pt>
                <c:pt idx="4686">
                  <c:v>0.93112300000000003</c:v>
                </c:pt>
                <c:pt idx="4687">
                  <c:v>0.93142800000000003</c:v>
                </c:pt>
                <c:pt idx="4688">
                  <c:v>0.93173399999999995</c:v>
                </c:pt>
                <c:pt idx="4689">
                  <c:v>0.93203899999999995</c:v>
                </c:pt>
                <c:pt idx="4690">
                  <c:v>0.93234399999999995</c:v>
                </c:pt>
                <c:pt idx="4691">
                  <c:v>0.93264999999999998</c:v>
                </c:pt>
                <c:pt idx="4692">
                  <c:v>0.93295499999999998</c:v>
                </c:pt>
                <c:pt idx="4693">
                  <c:v>0.93326100000000001</c:v>
                </c:pt>
                <c:pt idx="4694">
                  <c:v>0.93356600000000001</c:v>
                </c:pt>
                <c:pt idx="4695">
                  <c:v>0.93387100000000001</c:v>
                </c:pt>
                <c:pt idx="4696">
                  <c:v>0.93417700000000004</c:v>
                </c:pt>
                <c:pt idx="4697">
                  <c:v>0.93448200000000003</c:v>
                </c:pt>
                <c:pt idx="4698">
                  <c:v>0.93478799999999995</c:v>
                </c:pt>
                <c:pt idx="4699">
                  <c:v>0.93509299999999995</c:v>
                </c:pt>
                <c:pt idx="4700">
                  <c:v>0.93539799999999995</c:v>
                </c:pt>
                <c:pt idx="4701">
                  <c:v>0.93570399999999998</c:v>
                </c:pt>
                <c:pt idx="4702">
                  <c:v>0.93600899999999998</c:v>
                </c:pt>
                <c:pt idx="4703">
                  <c:v>0.93631500000000001</c:v>
                </c:pt>
                <c:pt idx="4704">
                  <c:v>0.93662000000000001</c:v>
                </c:pt>
                <c:pt idx="4705">
                  <c:v>0.93692500000000001</c:v>
                </c:pt>
                <c:pt idx="4706">
                  <c:v>0.93723100000000004</c:v>
                </c:pt>
                <c:pt idx="4707">
                  <c:v>0.93753600000000004</c:v>
                </c:pt>
                <c:pt idx="4708">
                  <c:v>0.93784199999999995</c:v>
                </c:pt>
                <c:pt idx="4709">
                  <c:v>0.93814699999999995</c:v>
                </c:pt>
                <c:pt idx="4710">
                  <c:v>0.93845199999999995</c:v>
                </c:pt>
                <c:pt idx="4711">
                  <c:v>0.93875799999999998</c:v>
                </c:pt>
                <c:pt idx="4712">
                  <c:v>0.93906299999999998</c:v>
                </c:pt>
                <c:pt idx="4713">
                  <c:v>0.93936799999999998</c:v>
                </c:pt>
                <c:pt idx="4714">
                  <c:v>0.93967400000000001</c:v>
                </c:pt>
                <c:pt idx="4715">
                  <c:v>0.93997900000000001</c:v>
                </c:pt>
                <c:pt idx="4716">
                  <c:v>0.94028500000000004</c:v>
                </c:pt>
                <c:pt idx="4717">
                  <c:v>0.94059000000000004</c:v>
                </c:pt>
                <c:pt idx="4718">
                  <c:v>0.94089500000000004</c:v>
                </c:pt>
                <c:pt idx="4719">
                  <c:v>0.94120099999999995</c:v>
                </c:pt>
                <c:pt idx="4720">
                  <c:v>0.94150599999999995</c:v>
                </c:pt>
                <c:pt idx="4721">
                  <c:v>0.94181199999999998</c:v>
                </c:pt>
                <c:pt idx="4722">
                  <c:v>0.94211699999999998</c:v>
                </c:pt>
                <c:pt idx="4723">
                  <c:v>0.94242199999999998</c:v>
                </c:pt>
                <c:pt idx="4724">
                  <c:v>0.94272800000000001</c:v>
                </c:pt>
                <c:pt idx="4725">
                  <c:v>0.94303300000000001</c:v>
                </c:pt>
                <c:pt idx="4726">
                  <c:v>0.94333900000000004</c:v>
                </c:pt>
                <c:pt idx="4727">
                  <c:v>0.94364400000000004</c:v>
                </c:pt>
                <c:pt idx="4728">
                  <c:v>0.94394900000000004</c:v>
                </c:pt>
                <c:pt idx="4729">
                  <c:v>0.94425499999999996</c:v>
                </c:pt>
                <c:pt idx="4730">
                  <c:v>0.94455999999999996</c:v>
                </c:pt>
                <c:pt idx="4731">
                  <c:v>0.94486599999999998</c:v>
                </c:pt>
                <c:pt idx="4732">
                  <c:v>0.94517099999999998</c:v>
                </c:pt>
                <c:pt idx="4733">
                  <c:v>0.94547599999999998</c:v>
                </c:pt>
                <c:pt idx="4734">
                  <c:v>0.94578200000000001</c:v>
                </c:pt>
                <c:pt idx="4735">
                  <c:v>0.94608700000000001</c:v>
                </c:pt>
                <c:pt idx="4736">
                  <c:v>0.94639300000000004</c:v>
                </c:pt>
                <c:pt idx="4737">
                  <c:v>0.94669800000000004</c:v>
                </c:pt>
                <c:pt idx="4738">
                  <c:v>0.94700300000000004</c:v>
                </c:pt>
                <c:pt idx="4739">
                  <c:v>0.94730899999999996</c:v>
                </c:pt>
                <c:pt idx="4740">
                  <c:v>0.94761399999999996</c:v>
                </c:pt>
                <c:pt idx="4741">
                  <c:v>0.94791999999999998</c:v>
                </c:pt>
                <c:pt idx="4742">
                  <c:v>0.94822499999999998</c:v>
                </c:pt>
                <c:pt idx="4743">
                  <c:v>0.94852999999999998</c:v>
                </c:pt>
                <c:pt idx="4744">
                  <c:v>0.94883600000000001</c:v>
                </c:pt>
                <c:pt idx="4745">
                  <c:v>0.94914100000000001</c:v>
                </c:pt>
                <c:pt idx="4746">
                  <c:v>0.94944700000000004</c:v>
                </c:pt>
                <c:pt idx="4747">
                  <c:v>0.94975200000000004</c:v>
                </c:pt>
                <c:pt idx="4748">
                  <c:v>0.95005700000000004</c:v>
                </c:pt>
                <c:pt idx="4749">
                  <c:v>0.95036299999999996</c:v>
                </c:pt>
                <c:pt idx="4750">
                  <c:v>0.95066799999999996</c:v>
                </c:pt>
                <c:pt idx="4751">
                  <c:v>0.95097399999999999</c:v>
                </c:pt>
                <c:pt idx="4752">
                  <c:v>0.95127899999999999</c:v>
                </c:pt>
                <c:pt idx="4753">
                  <c:v>0.95158399999999999</c:v>
                </c:pt>
                <c:pt idx="4754">
                  <c:v>0.95189000000000001</c:v>
                </c:pt>
                <c:pt idx="4755">
                  <c:v>0.95219500000000001</c:v>
                </c:pt>
                <c:pt idx="4756">
                  <c:v>0.95250100000000004</c:v>
                </c:pt>
                <c:pt idx="4757">
                  <c:v>0.95280600000000004</c:v>
                </c:pt>
                <c:pt idx="4758">
                  <c:v>0.95311100000000004</c:v>
                </c:pt>
                <c:pt idx="4759">
                  <c:v>0.95341699999999996</c:v>
                </c:pt>
                <c:pt idx="4760">
                  <c:v>0.95372199999999996</c:v>
                </c:pt>
                <c:pt idx="4761">
                  <c:v>0.95402799999999999</c:v>
                </c:pt>
                <c:pt idx="4762">
                  <c:v>0.95433299999999999</c:v>
                </c:pt>
                <c:pt idx="4763">
                  <c:v>0.95463799999999999</c:v>
                </c:pt>
                <c:pt idx="4764">
                  <c:v>0.95494400000000002</c:v>
                </c:pt>
                <c:pt idx="4765">
                  <c:v>0.95524900000000001</c:v>
                </c:pt>
                <c:pt idx="4766">
                  <c:v>0.95555500000000004</c:v>
                </c:pt>
                <c:pt idx="4767">
                  <c:v>0.95586000000000004</c:v>
                </c:pt>
                <c:pt idx="4768">
                  <c:v>0.95616500000000004</c:v>
                </c:pt>
                <c:pt idx="4769">
                  <c:v>0.95647099999999996</c:v>
                </c:pt>
                <c:pt idx="4770">
                  <c:v>0.95677599999999996</c:v>
                </c:pt>
                <c:pt idx="4771">
                  <c:v>0.95708199999999999</c:v>
                </c:pt>
                <c:pt idx="4772">
                  <c:v>0.95738699999999999</c:v>
                </c:pt>
                <c:pt idx="4773">
                  <c:v>0.95769199999999999</c:v>
                </c:pt>
                <c:pt idx="4774">
                  <c:v>0.95799800000000002</c:v>
                </c:pt>
                <c:pt idx="4775">
                  <c:v>0.95830300000000002</c:v>
                </c:pt>
                <c:pt idx="4776">
                  <c:v>0.95860900000000004</c:v>
                </c:pt>
                <c:pt idx="4777">
                  <c:v>0.95891400000000004</c:v>
                </c:pt>
                <c:pt idx="4778">
                  <c:v>0.95921900000000004</c:v>
                </c:pt>
                <c:pt idx="4779">
                  <c:v>0.95952499999999996</c:v>
                </c:pt>
                <c:pt idx="4780">
                  <c:v>0.95982999999999996</c:v>
                </c:pt>
                <c:pt idx="4781">
                  <c:v>0.96013599999999999</c:v>
                </c:pt>
                <c:pt idx="4782">
                  <c:v>0.96044099999999999</c:v>
                </c:pt>
                <c:pt idx="4783">
                  <c:v>0.96074599999999999</c:v>
                </c:pt>
                <c:pt idx="4784">
                  <c:v>0.96105200000000002</c:v>
                </c:pt>
                <c:pt idx="4785">
                  <c:v>0.96135700000000002</c:v>
                </c:pt>
                <c:pt idx="4786">
                  <c:v>0.96166300000000005</c:v>
                </c:pt>
                <c:pt idx="4787">
                  <c:v>0.96196800000000005</c:v>
                </c:pt>
                <c:pt idx="4788">
                  <c:v>0.96227300000000004</c:v>
                </c:pt>
                <c:pt idx="4789">
                  <c:v>0.96257899999999996</c:v>
                </c:pt>
                <c:pt idx="4790">
                  <c:v>0.96288399999999996</c:v>
                </c:pt>
                <c:pt idx="4791">
                  <c:v>0.96318999999999999</c:v>
                </c:pt>
                <c:pt idx="4792">
                  <c:v>0.96349499999999999</c:v>
                </c:pt>
                <c:pt idx="4793">
                  <c:v>0.96379999999999999</c:v>
                </c:pt>
                <c:pt idx="4794">
                  <c:v>0.96410600000000002</c:v>
                </c:pt>
                <c:pt idx="4795">
                  <c:v>0.96441100000000002</c:v>
                </c:pt>
                <c:pt idx="4796">
                  <c:v>0.96471600000000002</c:v>
                </c:pt>
                <c:pt idx="4797">
                  <c:v>0.96502200000000005</c:v>
                </c:pt>
                <c:pt idx="4798">
                  <c:v>0.96532700000000005</c:v>
                </c:pt>
                <c:pt idx="4799">
                  <c:v>0.96563299999999996</c:v>
                </c:pt>
                <c:pt idx="4800">
                  <c:v>0.96593799999999996</c:v>
                </c:pt>
                <c:pt idx="4801">
                  <c:v>0.96624299999999996</c:v>
                </c:pt>
                <c:pt idx="4802">
                  <c:v>0.96654899999999999</c:v>
                </c:pt>
                <c:pt idx="4803">
                  <c:v>0.96685399999999999</c:v>
                </c:pt>
                <c:pt idx="4804">
                  <c:v>0.96716000000000002</c:v>
                </c:pt>
                <c:pt idx="4805">
                  <c:v>0.96746500000000002</c:v>
                </c:pt>
                <c:pt idx="4806">
                  <c:v>0.96777000000000002</c:v>
                </c:pt>
                <c:pt idx="4807">
                  <c:v>0.96807600000000005</c:v>
                </c:pt>
                <c:pt idx="4808">
                  <c:v>0.96838100000000005</c:v>
                </c:pt>
                <c:pt idx="4809">
                  <c:v>0.96868699999999996</c:v>
                </c:pt>
                <c:pt idx="4810">
                  <c:v>0.96899199999999996</c:v>
                </c:pt>
                <c:pt idx="4811">
                  <c:v>0.96929699999999996</c:v>
                </c:pt>
                <c:pt idx="4812">
                  <c:v>0.96960299999999999</c:v>
                </c:pt>
                <c:pt idx="4813">
                  <c:v>0.96990799999999999</c:v>
                </c:pt>
                <c:pt idx="4814">
                  <c:v>0.97021400000000002</c:v>
                </c:pt>
                <c:pt idx="4815">
                  <c:v>0.97051900000000002</c:v>
                </c:pt>
                <c:pt idx="4816">
                  <c:v>0.97082400000000002</c:v>
                </c:pt>
                <c:pt idx="4817">
                  <c:v>0.97113000000000005</c:v>
                </c:pt>
                <c:pt idx="4818">
                  <c:v>0.97143500000000005</c:v>
                </c:pt>
                <c:pt idx="4819">
                  <c:v>0.97174099999999997</c:v>
                </c:pt>
                <c:pt idx="4820">
                  <c:v>0.97204599999999997</c:v>
                </c:pt>
                <c:pt idx="4821">
                  <c:v>0.97235099999999997</c:v>
                </c:pt>
                <c:pt idx="4822">
                  <c:v>0.97265699999999999</c:v>
                </c:pt>
                <c:pt idx="4823">
                  <c:v>0.97296199999999999</c:v>
                </c:pt>
                <c:pt idx="4824">
                  <c:v>0.97326800000000002</c:v>
                </c:pt>
                <c:pt idx="4825">
                  <c:v>0.97357300000000002</c:v>
                </c:pt>
                <c:pt idx="4826">
                  <c:v>0.97387800000000002</c:v>
                </c:pt>
                <c:pt idx="4827">
                  <c:v>0.97418400000000005</c:v>
                </c:pt>
                <c:pt idx="4828">
                  <c:v>0.97448900000000005</c:v>
                </c:pt>
                <c:pt idx="4829">
                  <c:v>0.97479499999999997</c:v>
                </c:pt>
                <c:pt idx="4830">
                  <c:v>0.97509999999999997</c:v>
                </c:pt>
                <c:pt idx="4831">
                  <c:v>0.97540499999999997</c:v>
                </c:pt>
                <c:pt idx="4832">
                  <c:v>0.97571099999999999</c:v>
                </c:pt>
                <c:pt idx="4833">
                  <c:v>0.97601599999999999</c:v>
                </c:pt>
                <c:pt idx="4834">
                  <c:v>0.97632200000000002</c:v>
                </c:pt>
                <c:pt idx="4835">
                  <c:v>0.97662700000000002</c:v>
                </c:pt>
                <c:pt idx="4836">
                  <c:v>0.97693200000000002</c:v>
                </c:pt>
                <c:pt idx="4837">
                  <c:v>0.97723800000000005</c:v>
                </c:pt>
                <c:pt idx="4838">
                  <c:v>0.97754300000000005</c:v>
                </c:pt>
                <c:pt idx="4839">
                  <c:v>0.97784899999999997</c:v>
                </c:pt>
                <c:pt idx="4840">
                  <c:v>0.97815399999999997</c:v>
                </c:pt>
                <c:pt idx="4841">
                  <c:v>0.97845899999999997</c:v>
                </c:pt>
                <c:pt idx="4842">
                  <c:v>0.978765</c:v>
                </c:pt>
                <c:pt idx="4843">
                  <c:v>0.97907</c:v>
                </c:pt>
                <c:pt idx="4844">
                  <c:v>0.97937600000000002</c:v>
                </c:pt>
                <c:pt idx="4845">
                  <c:v>0.97968100000000002</c:v>
                </c:pt>
                <c:pt idx="4846">
                  <c:v>0.97998600000000002</c:v>
                </c:pt>
                <c:pt idx="4847">
                  <c:v>0.98029200000000005</c:v>
                </c:pt>
                <c:pt idx="4848">
                  <c:v>0.98059700000000005</c:v>
                </c:pt>
                <c:pt idx="4849">
                  <c:v>0.98090299999999997</c:v>
                </c:pt>
                <c:pt idx="4850">
                  <c:v>0.98120799999999997</c:v>
                </c:pt>
                <c:pt idx="4851">
                  <c:v>0.98151299999999997</c:v>
                </c:pt>
                <c:pt idx="4852">
                  <c:v>0.981819</c:v>
                </c:pt>
                <c:pt idx="4853">
                  <c:v>0.982124</c:v>
                </c:pt>
                <c:pt idx="4854">
                  <c:v>0.98243000000000003</c:v>
                </c:pt>
                <c:pt idx="4855">
                  <c:v>0.98273500000000003</c:v>
                </c:pt>
                <c:pt idx="4856">
                  <c:v>0.98304000000000002</c:v>
                </c:pt>
                <c:pt idx="4857">
                  <c:v>0.98334600000000005</c:v>
                </c:pt>
                <c:pt idx="4858">
                  <c:v>0.98365100000000005</c:v>
                </c:pt>
                <c:pt idx="4859">
                  <c:v>0.98395699999999997</c:v>
                </c:pt>
                <c:pt idx="4860">
                  <c:v>0.98426199999999997</c:v>
                </c:pt>
                <c:pt idx="4861">
                  <c:v>0.98456699999999997</c:v>
                </c:pt>
                <c:pt idx="4862">
                  <c:v>0.984873</c:v>
                </c:pt>
                <c:pt idx="4863">
                  <c:v>0.985178</c:v>
                </c:pt>
                <c:pt idx="4864">
                  <c:v>0.98548400000000003</c:v>
                </c:pt>
                <c:pt idx="4865">
                  <c:v>0.98578900000000003</c:v>
                </c:pt>
                <c:pt idx="4866">
                  <c:v>0.98609400000000003</c:v>
                </c:pt>
                <c:pt idx="4867">
                  <c:v>0.98640000000000005</c:v>
                </c:pt>
                <c:pt idx="4868">
                  <c:v>0.98670500000000005</c:v>
                </c:pt>
                <c:pt idx="4869">
                  <c:v>0.98701099999999997</c:v>
                </c:pt>
                <c:pt idx="4870">
                  <c:v>0.98731599999999997</c:v>
                </c:pt>
                <c:pt idx="4871">
                  <c:v>0.98762099999999997</c:v>
                </c:pt>
                <c:pt idx="4872">
                  <c:v>0.987927</c:v>
                </c:pt>
                <c:pt idx="4873">
                  <c:v>0.988232</c:v>
                </c:pt>
                <c:pt idx="4874">
                  <c:v>0.98853800000000003</c:v>
                </c:pt>
                <c:pt idx="4875">
                  <c:v>0.98884300000000003</c:v>
                </c:pt>
                <c:pt idx="4876">
                  <c:v>0.98914800000000003</c:v>
                </c:pt>
                <c:pt idx="4877">
                  <c:v>0.98945399999999994</c:v>
                </c:pt>
                <c:pt idx="4878">
                  <c:v>0.98975900000000006</c:v>
                </c:pt>
                <c:pt idx="4879">
                  <c:v>0.99006400000000006</c:v>
                </c:pt>
                <c:pt idx="4880">
                  <c:v>0.99036999999999997</c:v>
                </c:pt>
                <c:pt idx="4881">
                  <c:v>0.99067499999999997</c:v>
                </c:pt>
                <c:pt idx="4882">
                  <c:v>0.990981</c:v>
                </c:pt>
                <c:pt idx="4883">
                  <c:v>0.991286</c:v>
                </c:pt>
                <c:pt idx="4884">
                  <c:v>0.991591</c:v>
                </c:pt>
                <c:pt idx="4885">
                  <c:v>0.99189700000000003</c:v>
                </c:pt>
                <c:pt idx="4886">
                  <c:v>0.99220200000000003</c:v>
                </c:pt>
                <c:pt idx="4887">
                  <c:v>0.99250799999999995</c:v>
                </c:pt>
                <c:pt idx="4888">
                  <c:v>0.99281299999999995</c:v>
                </c:pt>
                <c:pt idx="4889">
                  <c:v>0.99311799999999995</c:v>
                </c:pt>
                <c:pt idx="4890">
                  <c:v>0.99342399999999997</c:v>
                </c:pt>
                <c:pt idx="4891">
                  <c:v>0.99372899999999997</c:v>
                </c:pt>
                <c:pt idx="4892">
                  <c:v>0.994035</c:v>
                </c:pt>
                <c:pt idx="4893">
                  <c:v>0.99434</c:v>
                </c:pt>
                <c:pt idx="4894">
                  <c:v>0.994645</c:v>
                </c:pt>
                <c:pt idx="4895">
                  <c:v>0.99495100000000003</c:v>
                </c:pt>
                <c:pt idx="4896">
                  <c:v>0.99525600000000003</c:v>
                </c:pt>
                <c:pt idx="4897">
                  <c:v>0.99556199999999995</c:v>
                </c:pt>
                <c:pt idx="4898">
                  <c:v>0.99586699999999995</c:v>
                </c:pt>
                <c:pt idx="4899">
                  <c:v>0.99617199999999995</c:v>
                </c:pt>
                <c:pt idx="4900">
                  <c:v>0.99647799999999997</c:v>
                </c:pt>
                <c:pt idx="4901">
                  <c:v>0.99678299999999997</c:v>
                </c:pt>
                <c:pt idx="4902">
                  <c:v>0.997089</c:v>
                </c:pt>
                <c:pt idx="4903">
                  <c:v>0.997394</c:v>
                </c:pt>
                <c:pt idx="4904">
                  <c:v>0.997699</c:v>
                </c:pt>
                <c:pt idx="4905">
                  <c:v>0.99800500000000003</c:v>
                </c:pt>
                <c:pt idx="4906">
                  <c:v>0.99831000000000003</c:v>
                </c:pt>
                <c:pt idx="4907">
                  <c:v>0.99861599999999995</c:v>
                </c:pt>
                <c:pt idx="4908">
                  <c:v>0.99892099999999995</c:v>
                </c:pt>
                <c:pt idx="4909">
                  <c:v>0.99922599999999995</c:v>
                </c:pt>
                <c:pt idx="4910">
                  <c:v>0.99953199999999998</c:v>
                </c:pt>
                <c:pt idx="4911">
                  <c:v>0.99983699999999998</c:v>
                </c:pt>
                <c:pt idx="4912">
                  <c:v>1.00014</c:v>
                </c:pt>
                <c:pt idx="4913">
                  <c:v>1.0004500000000001</c:v>
                </c:pt>
                <c:pt idx="4914">
                  <c:v>1.00075</c:v>
                </c:pt>
                <c:pt idx="4915">
                  <c:v>1.0010600000000001</c:v>
                </c:pt>
                <c:pt idx="4916">
                  <c:v>1.00136</c:v>
                </c:pt>
                <c:pt idx="4917">
                  <c:v>1.0016700000000001</c:v>
                </c:pt>
                <c:pt idx="4918">
                  <c:v>1.0019800000000001</c:v>
                </c:pt>
                <c:pt idx="4919">
                  <c:v>1.0022800000000001</c:v>
                </c:pt>
                <c:pt idx="4920">
                  <c:v>1.0025900000000001</c:v>
                </c:pt>
                <c:pt idx="4921">
                  <c:v>1.0028900000000001</c:v>
                </c:pt>
                <c:pt idx="4922">
                  <c:v>1.0032000000000001</c:v>
                </c:pt>
                <c:pt idx="4923">
                  <c:v>1.0035000000000001</c:v>
                </c:pt>
                <c:pt idx="4924">
                  <c:v>1.0038100000000001</c:v>
                </c:pt>
                <c:pt idx="4925">
                  <c:v>1.0041100000000001</c:v>
                </c:pt>
                <c:pt idx="4926">
                  <c:v>1.0044200000000001</c:v>
                </c:pt>
                <c:pt idx="4927">
                  <c:v>1.0047200000000001</c:v>
                </c:pt>
                <c:pt idx="4928">
                  <c:v>1.0050300000000001</c:v>
                </c:pt>
                <c:pt idx="4929">
                  <c:v>1.0053300000000001</c:v>
                </c:pt>
                <c:pt idx="4930">
                  <c:v>1.0056400000000001</c:v>
                </c:pt>
                <c:pt idx="4931">
                  <c:v>1.0059499999999999</c:v>
                </c:pt>
                <c:pt idx="4932">
                  <c:v>1.0062500000000001</c:v>
                </c:pt>
                <c:pt idx="4933">
                  <c:v>1.0065599999999999</c:v>
                </c:pt>
                <c:pt idx="4934">
                  <c:v>1.0068600000000001</c:v>
                </c:pt>
                <c:pt idx="4935">
                  <c:v>1.0071699999999999</c:v>
                </c:pt>
                <c:pt idx="4936">
                  <c:v>1.0074700000000001</c:v>
                </c:pt>
                <c:pt idx="4937">
                  <c:v>1.0077799999999999</c:v>
                </c:pt>
                <c:pt idx="4938">
                  <c:v>1.0080800000000001</c:v>
                </c:pt>
                <c:pt idx="4939">
                  <c:v>1.0083899999999999</c:v>
                </c:pt>
                <c:pt idx="4940">
                  <c:v>1.0086900000000001</c:v>
                </c:pt>
                <c:pt idx="4941">
                  <c:v>1.0089999999999999</c:v>
                </c:pt>
                <c:pt idx="4942">
                  <c:v>1.0093000000000001</c:v>
                </c:pt>
                <c:pt idx="4943">
                  <c:v>1.0096099999999999</c:v>
                </c:pt>
                <c:pt idx="4944">
                  <c:v>1.0099199999999999</c:v>
                </c:pt>
                <c:pt idx="4945">
                  <c:v>1.0102199999999999</c:v>
                </c:pt>
                <c:pt idx="4946">
                  <c:v>1.0105299999999999</c:v>
                </c:pt>
                <c:pt idx="4947">
                  <c:v>1.0108299999999999</c:v>
                </c:pt>
                <c:pt idx="4948">
                  <c:v>1.0111399999999999</c:v>
                </c:pt>
                <c:pt idx="4949">
                  <c:v>1.0114399999999999</c:v>
                </c:pt>
                <c:pt idx="4950">
                  <c:v>1.0117499999999999</c:v>
                </c:pt>
                <c:pt idx="4951">
                  <c:v>1.0120499999999999</c:v>
                </c:pt>
                <c:pt idx="4952">
                  <c:v>1.0123599999999999</c:v>
                </c:pt>
                <c:pt idx="4953">
                  <c:v>1.0126599999999999</c:v>
                </c:pt>
                <c:pt idx="4954">
                  <c:v>1.0129699999999999</c:v>
                </c:pt>
                <c:pt idx="4955">
                  <c:v>1.0132699999999999</c:v>
                </c:pt>
                <c:pt idx="4956">
                  <c:v>1.0135799999999999</c:v>
                </c:pt>
                <c:pt idx="4957">
                  <c:v>1.01389</c:v>
                </c:pt>
                <c:pt idx="4958">
                  <c:v>1.0141899999999999</c:v>
                </c:pt>
                <c:pt idx="4959">
                  <c:v>1.0145</c:v>
                </c:pt>
                <c:pt idx="4960">
                  <c:v>1.0147999999999999</c:v>
                </c:pt>
                <c:pt idx="4961">
                  <c:v>1.01511</c:v>
                </c:pt>
                <c:pt idx="4962">
                  <c:v>1.0154099999999999</c:v>
                </c:pt>
                <c:pt idx="4963">
                  <c:v>1.01572</c:v>
                </c:pt>
                <c:pt idx="4964">
                  <c:v>1.0160199999999999</c:v>
                </c:pt>
                <c:pt idx="4965">
                  <c:v>1.01633</c:v>
                </c:pt>
                <c:pt idx="4966">
                  <c:v>1.0166299999999999</c:v>
                </c:pt>
                <c:pt idx="4967">
                  <c:v>1.01694</c:v>
                </c:pt>
                <c:pt idx="4968">
                  <c:v>1.0172399999999999</c:v>
                </c:pt>
                <c:pt idx="4969">
                  <c:v>1.01755</c:v>
                </c:pt>
                <c:pt idx="4970">
                  <c:v>1.01786</c:v>
                </c:pt>
                <c:pt idx="4971">
                  <c:v>1.01816</c:v>
                </c:pt>
                <c:pt idx="4972">
                  <c:v>1.01847</c:v>
                </c:pt>
                <c:pt idx="4973">
                  <c:v>1.01877</c:v>
                </c:pt>
                <c:pt idx="4974">
                  <c:v>1.01908</c:v>
                </c:pt>
                <c:pt idx="4975">
                  <c:v>1.01938</c:v>
                </c:pt>
                <c:pt idx="4976">
                  <c:v>1.01969</c:v>
                </c:pt>
                <c:pt idx="4977">
                  <c:v>1.01999</c:v>
                </c:pt>
                <c:pt idx="4978">
                  <c:v>1.0203</c:v>
                </c:pt>
                <c:pt idx="4979">
                  <c:v>1.0206</c:v>
                </c:pt>
                <c:pt idx="4980">
                  <c:v>1.02091</c:v>
                </c:pt>
                <c:pt idx="4981">
                  <c:v>1.02122</c:v>
                </c:pt>
                <c:pt idx="4982">
                  <c:v>1.02152</c:v>
                </c:pt>
                <c:pt idx="4983">
                  <c:v>1.02183</c:v>
                </c:pt>
                <c:pt idx="4984">
                  <c:v>1.02213</c:v>
                </c:pt>
                <c:pt idx="4985">
                  <c:v>1.02244</c:v>
                </c:pt>
                <c:pt idx="4986">
                  <c:v>1.02274</c:v>
                </c:pt>
                <c:pt idx="4987">
                  <c:v>1.02305</c:v>
                </c:pt>
                <c:pt idx="4988">
                  <c:v>1.02335</c:v>
                </c:pt>
                <c:pt idx="4989">
                  <c:v>1.02366</c:v>
                </c:pt>
                <c:pt idx="4990">
                  <c:v>1.02396</c:v>
                </c:pt>
                <c:pt idx="4991">
                  <c:v>1.02427</c:v>
                </c:pt>
                <c:pt idx="4992">
                  <c:v>1.02457</c:v>
                </c:pt>
                <c:pt idx="4993">
                  <c:v>1.02488</c:v>
                </c:pt>
                <c:pt idx="4994">
                  <c:v>1.02519</c:v>
                </c:pt>
                <c:pt idx="4995">
                  <c:v>1.02549</c:v>
                </c:pt>
                <c:pt idx="4996">
                  <c:v>1.0258</c:v>
                </c:pt>
                <c:pt idx="4997">
                  <c:v>1.0261</c:v>
                </c:pt>
                <c:pt idx="4998">
                  <c:v>1.02641</c:v>
                </c:pt>
                <c:pt idx="4999">
                  <c:v>1.02671</c:v>
                </c:pt>
                <c:pt idx="5000">
                  <c:v>1.02702</c:v>
                </c:pt>
                <c:pt idx="5001">
                  <c:v>1.02732</c:v>
                </c:pt>
                <c:pt idx="5002">
                  <c:v>1.02763</c:v>
                </c:pt>
                <c:pt idx="5003">
                  <c:v>1.02793</c:v>
                </c:pt>
                <c:pt idx="5004">
                  <c:v>1.02824</c:v>
                </c:pt>
                <c:pt idx="5005">
                  <c:v>1.02854</c:v>
                </c:pt>
                <c:pt idx="5006">
                  <c:v>1.02885</c:v>
                </c:pt>
                <c:pt idx="5007">
                  <c:v>1.0291600000000001</c:v>
                </c:pt>
                <c:pt idx="5008">
                  <c:v>1.02946</c:v>
                </c:pt>
                <c:pt idx="5009">
                  <c:v>1.0297700000000001</c:v>
                </c:pt>
                <c:pt idx="5010">
                  <c:v>1.03007</c:v>
                </c:pt>
                <c:pt idx="5011">
                  <c:v>1.0303800000000001</c:v>
                </c:pt>
                <c:pt idx="5012">
                  <c:v>1.03068</c:v>
                </c:pt>
                <c:pt idx="5013">
                  <c:v>1.0309900000000001</c:v>
                </c:pt>
                <c:pt idx="5014">
                  <c:v>1.03129</c:v>
                </c:pt>
                <c:pt idx="5015">
                  <c:v>1.0316000000000001</c:v>
                </c:pt>
                <c:pt idx="5016">
                  <c:v>1.0319</c:v>
                </c:pt>
                <c:pt idx="5017">
                  <c:v>1.0322100000000001</c:v>
                </c:pt>
                <c:pt idx="5018">
                  <c:v>1.03251</c:v>
                </c:pt>
                <c:pt idx="5019">
                  <c:v>1.0328200000000001</c:v>
                </c:pt>
                <c:pt idx="5020">
                  <c:v>1.0331300000000001</c:v>
                </c:pt>
                <c:pt idx="5021">
                  <c:v>1.0334300000000001</c:v>
                </c:pt>
                <c:pt idx="5022">
                  <c:v>1.0337400000000001</c:v>
                </c:pt>
                <c:pt idx="5023">
                  <c:v>1.0340400000000001</c:v>
                </c:pt>
                <c:pt idx="5024">
                  <c:v>1.0343500000000001</c:v>
                </c:pt>
                <c:pt idx="5025">
                  <c:v>1.0346500000000001</c:v>
                </c:pt>
                <c:pt idx="5026">
                  <c:v>1.0349600000000001</c:v>
                </c:pt>
                <c:pt idx="5027">
                  <c:v>1.0352600000000001</c:v>
                </c:pt>
                <c:pt idx="5028">
                  <c:v>1.0355700000000001</c:v>
                </c:pt>
                <c:pt idx="5029">
                  <c:v>1.0358700000000001</c:v>
                </c:pt>
                <c:pt idx="5030">
                  <c:v>1.0361800000000001</c:v>
                </c:pt>
                <c:pt idx="5031">
                  <c:v>1.0364800000000001</c:v>
                </c:pt>
                <c:pt idx="5032">
                  <c:v>1.0367900000000001</c:v>
                </c:pt>
                <c:pt idx="5033">
                  <c:v>1.0370999999999999</c:v>
                </c:pt>
                <c:pt idx="5034">
                  <c:v>1.0374000000000001</c:v>
                </c:pt>
                <c:pt idx="5035">
                  <c:v>1.0377099999999999</c:v>
                </c:pt>
                <c:pt idx="5036">
                  <c:v>1.0380100000000001</c:v>
                </c:pt>
                <c:pt idx="5037">
                  <c:v>1.0383199999999999</c:v>
                </c:pt>
                <c:pt idx="5038">
                  <c:v>1.0386200000000001</c:v>
                </c:pt>
                <c:pt idx="5039">
                  <c:v>1.0389299999999999</c:v>
                </c:pt>
                <c:pt idx="5040">
                  <c:v>1.0392300000000001</c:v>
                </c:pt>
                <c:pt idx="5041">
                  <c:v>1.0395399999999999</c:v>
                </c:pt>
                <c:pt idx="5042">
                  <c:v>1.0398400000000001</c:v>
                </c:pt>
                <c:pt idx="5043">
                  <c:v>1.0401499999999999</c:v>
                </c:pt>
                <c:pt idx="5044">
                  <c:v>1.0404599999999999</c:v>
                </c:pt>
                <c:pt idx="5045">
                  <c:v>1.0407599999999999</c:v>
                </c:pt>
                <c:pt idx="5046">
                  <c:v>1.0410699999999999</c:v>
                </c:pt>
                <c:pt idx="5047">
                  <c:v>1.0413699999999999</c:v>
                </c:pt>
                <c:pt idx="5048">
                  <c:v>1.0416799999999999</c:v>
                </c:pt>
                <c:pt idx="5049">
                  <c:v>1.0419799999999999</c:v>
                </c:pt>
                <c:pt idx="5050">
                  <c:v>1.0422899999999999</c:v>
                </c:pt>
                <c:pt idx="5051">
                  <c:v>1.0425899999999999</c:v>
                </c:pt>
                <c:pt idx="5052">
                  <c:v>1.0428999999999999</c:v>
                </c:pt>
                <c:pt idx="5053">
                  <c:v>1.0431999999999999</c:v>
                </c:pt>
                <c:pt idx="5054">
                  <c:v>1.0435099999999999</c:v>
                </c:pt>
                <c:pt idx="5055">
                  <c:v>1.0438099999999999</c:v>
                </c:pt>
                <c:pt idx="5056">
                  <c:v>1.0441199999999999</c:v>
                </c:pt>
                <c:pt idx="5057">
                  <c:v>1.04443</c:v>
                </c:pt>
                <c:pt idx="5058">
                  <c:v>1.0447299999999999</c:v>
                </c:pt>
                <c:pt idx="5059">
                  <c:v>1.04504</c:v>
                </c:pt>
                <c:pt idx="5060">
                  <c:v>1.0453399999999999</c:v>
                </c:pt>
                <c:pt idx="5061">
                  <c:v>1.04565</c:v>
                </c:pt>
                <c:pt idx="5062">
                  <c:v>1.0459499999999999</c:v>
                </c:pt>
                <c:pt idx="5063">
                  <c:v>1.04626</c:v>
                </c:pt>
                <c:pt idx="5064">
                  <c:v>1.0465599999999999</c:v>
                </c:pt>
                <c:pt idx="5065">
                  <c:v>1.04687</c:v>
                </c:pt>
                <c:pt idx="5066">
                  <c:v>1.0471699999999999</c:v>
                </c:pt>
                <c:pt idx="5067">
                  <c:v>1.04748</c:v>
                </c:pt>
                <c:pt idx="5068">
                  <c:v>1.0477799999999999</c:v>
                </c:pt>
                <c:pt idx="5069">
                  <c:v>1.04809</c:v>
                </c:pt>
                <c:pt idx="5070">
                  <c:v>1.0484</c:v>
                </c:pt>
                <c:pt idx="5071">
                  <c:v>1.0487</c:v>
                </c:pt>
                <c:pt idx="5072">
                  <c:v>1.04901</c:v>
                </c:pt>
                <c:pt idx="5073">
                  <c:v>1.04931</c:v>
                </c:pt>
                <c:pt idx="5074">
                  <c:v>1.04962</c:v>
                </c:pt>
                <c:pt idx="5075">
                  <c:v>1.04992</c:v>
                </c:pt>
                <c:pt idx="5076">
                  <c:v>1.05023</c:v>
                </c:pt>
                <c:pt idx="5077">
                  <c:v>1.05053</c:v>
                </c:pt>
                <c:pt idx="5078">
                  <c:v>1.05084</c:v>
                </c:pt>
                <c:pt idx="5079">
                  <c:v>1.05114</c:v>
                </c:pt>
                <c:pt idx="5080">
                  <c:v>1.05145</c:v>
                </c:pt>
                <c:pt idx="5081">
                  <c:v>1.05175</c:v>
                </c:pt>
                <c:pt idx="5082">
                  <c:v>1.05206</c:v>
                </c:pt>
                <c:pt idx="5083">
                  <c:v>1.05237</c:v>
                </c:pt>
                <c:pt idx="5084">
                  <c:v>1.05267</c:v>
                </c:pt>
                <c:pt idx="5085">
                  <c:v>1.05298</c:v>
                </c:pt>
                <c:pt idx="5086">
                  <c:v>1.05328</c:v>
                </c:pt>
                <c:pt idx="5087">
                  <c:v>1.05359</c:v>
                </c:pt>
                <c:pt idx="5088">
                  <c:v>1.05389</c:v>
                </c:pt>
                <c:pt idx="5089">
                  <c:v>1.0542</c:v>
                </c:pt>
                <c:pt idx="5090">
                  <c:v>1.0545</c:v>
                </c:pt>
                <c:pt idx="5091">
                  <c:v>1.05481</c:v>
                </c:pt>
                <c:pt idx="5092">
                  <c:v>1.05511</c:v>
                </c:pt>
                <c:pt idx="5093">
                  <c:v>1.05542</c:v>
                </c:pt>
                <c:pt idx="5094">
                  <c:v>1.05572</c:v>
                </c:pt>
                <c:pt idx="5095">
                  <c:v>1.05603</c:v>
                </c:pt>
                <c:pt idx="5096">
                  <c:v>1.0563400000000001</c:v>
                </c:pt>
                <c:pt idx="5097">
                  <c:v>1.05664</c:v>
                </c:pt>
                <c:pt idx="5098">
                  <c:v>1.0569500000000001</c:v>
                </c:pt>
                <c:pt idx="5099">
                  <c:v>1.05725</c:v>
                </c:pt>
                <c:pt idx="5100">
                  <c:v>1.0575600000000001</c:v>
                </c:pt>
                <c:pt idx="5101">
                  <c:v>1.05786</c:v>
                </c:pt>
                <c:pt idx="5102">
                  <c:v>1.0581700000000001</c:v>
                </c:pt>
                <c:pt idx="5103">
                  <c:v>1.05847</c:v>
                </c:pt>
                <c:pt idx="5104">
                  <c:v>1.0587800000000001</c:v>
                </c:pt>
                <c:pt idx="5105">
                  <c:v>1.05908</c:v>
                </c:pt>
                <c:pt idx="5106">
                  <c:v>1.0593900000000001</c:v>
                </c:pt>
                <c:pt idx="5107">
                  <c:v>1.0597000000000001</c:v>
                </c:pt>
                <c:pt idx="5108">
                  <c:v>1.06</c:v>
                </c:pt>
                <c:pt idx="5109">
                  <c:v>1.0603100000000001</c:v>
                </c:pt>
                <c:pt idx="5110">
                  <c:v>1.0606100000000001</c:v>
                </c:pt>
                <c:pt idx="5111">
                  <c:v>1.0609200000000001</c:v>
                </c:pt>
                <c:pt idx="5112">
                  <c:v>1.0612200000000001</c:v>
                </c:pt>
                <c:pt idx="5113">
                  <c:v>1.0615300000000001</c:v>
                </c:pt>
                <c:pt idx="5114">
                  <c:v>1.0618300000000001</c:v>
                </c:pt>
                <c:pt idx="5115">
                  <c:v>1.0621400000000001</c:v>
                </c:pt>
                <c:pt idx="5116">
                  <c:v>1.0624400000000001</c:v>
                </c:pt>
                <c:pt idx="5117">
                  <c:v>1.0627500000000001</c:v>
                </c:pt>
                <c:pt idx="5118">
                  <c:v>1.0630500000000001</c:v>
                </c:pt>
                <c:pt idx="5119">
                  <c:v>1.0633600000000001</c:v>
                </c:pt>
                <c:pt idx="5120">
                  <c:v>1.0636699999999999</c:v>
                </c:pt>
                <c:pt idx="5121">
                  <c:v>1.0639700000000001</c:v>
                </c:pt>
                <c:pt idx="5122">
                  <c:v>1.0642799999999999</c:v>
                </c:pt>
                <c:pt idx="5123">
                  <c:v>1.0645800000000001</c:v>
                </c:pt>
                <c:pt idx="5124">
                  <c:v>1.0648899999999999</c:v>
                </c:pt>
                <c:pt idx="5125">
                  <c:v>1.0651900000000001</c:v>
                </c:pt>
                <c:pt idx="5126">
                  <c:v>1.0654999999999999</c:v>
                </c:pt>
                <c:pt idx="5127">
                  <c:v>1.0658000000000001</c:v>
                </c:pt>
                <c:pt idx="5128">
                  <c:v>1.0661099999999999</c:v>
                </c:pt>
                <c:pt idx="5129">
                  <c:v>1.0664100000000001</c:v>
                </c:pt>
                <c:pt idx="5130">
                  <c:v>1.0667199999999999</c:v>
                </c:pt>
                <c:pt idx="5131">
                  <c:v>1.0670200000000001</c:v>
                </c:pt>
                <c:pt idx="5132">
                  <c:v>1.0673299999999999</c:v>
                </c:pt>
                <c:pt idx="5133">
                  <c:v>1.0676399999999999</c:v>
                </c:pt>
                <c:pt idx="5134">
                  <c:v>1.0679399999999999</c:v>
                </c:pt>
                <c:pt idx="5135">
                  <c:v>1.0682499999999999</c:v>
                </c:pt>
                <c:pt idx="5136">
                  <c:v>1.0685500000000001</c:v>
                </c:pt>
                <c:pt idx="5137">
                  <c:v>1.0688599999999999</c:v>
                </c:pt>
                <c:pt idx="5138">
                  <c:v>1.0691600000000001</c:v>
                </c:pt>
                <c:pt idx="5139">
                  <c:v>1.0694699999999999</c:v>
                </c:pt>
                <c:pt idx="5140">
                  <c:v>1.0697700000000001</c:v>
                </c:pt>
                <c:pt idx="5141">
                  <c:v>1.0700799999999999</c:v>
                </c:pt>
                <c:pt idx="5142">
                  <c:v>1.0703800000000001</c:v>
                </c:pt>
                <c:pt idx="5143">
                  <c:v>1.0706899999999999</c:v>
                </c:pt>
                <c:pt idx="5144">
                  <c:v>1.0709900000000001</c:v>
                </c:pt>
                <c:pt idx="5145">
                  <c:v>1.0712999999999999</c:v>
                </c:pt>
                <c:pt idx="5146">
                  <c:v>1.07161</c:v>
                </c:pt>
                <c:pt idx="5147">
                  <c:v>1.0719099999999999</c:v>
                </c:pt>
                <c:pt idx="5148">
                  <c:v>1.07222</c:v>
                </c:pt>
                <c:pt idx="5149">
                  <c:v>1.0725199999999999</c:v>
                </c:pt>
                <c:pt idx="5150">
                  <c:v>1.07283</c:v>
                </c:pt>
                <c:pt idx="5151">
                  <c:v>1.0731299999999999</c:v>
                </c:pt>
                <c:pt idx="5152">
                  <c:v>1.0734399999999999</c:v>
                </c:pt>
                <c:pt idx="5153">
                  <c:v>1.0737399999999999</c:v>
                </c:pt>
                <c:pt idx="5154">
                  <c:v>1.0740499999999999</c:v>
                </c:pt>
                <c:pt idx="5155">
                  <c:v>1.0743499999999999</c:v>
                </c:pt>
                <c:pt idx="5156">
                  <c:v>1.0746599999999999</c:v>
                </c:pt>
                <c:pt idx="5157">
                  <c:v>1.07497</c:v>
                </c:pt>
                <c:pt idx="5158">
                  <c:v>1.0752699999999999</c:v>
                </c:pt>
                <c:pt idx="5159">
                  <c:v>1.07558</c:v>
                </c:pt>
                <c:pt idx="5160">
                  <c:v>1.0758799999999999</c:v>
                </c:pt>
                <c:pt idx="5161">
                  <c:v>1.07619</c:v>
                </c:pt>
                <c:pt idx="5162">
                  <c:v>1.0764899999999999</c:v>
                </c:pt>
                <c:pt idx="5163">
                  <c:v>1.0768</c:v>
                </c:pt>
                <c:pt idx="5164">
                  <c:v>1.0770999999999999</c:v>
                </c:pt>
                <c:pt idx="5165">
                  <c:v>1.07741</c:v>
                </c:pt>
                <c:pt idx="5166">
                  <c:v>1.0777099999999999</c:v>
                </c:pt>
                <c:pt idx="5167">
                  <c:v>1.07802</c:v>
                </c:pt>
                <c:pt idx="5168">
                  <c:v>1.0783199999999999</c:v>
                </c:pt>
                <c:pt idx="5169">
                  <c:v>1.07863</c:v>
                </c:pt>
                <c:pt idx="5170">
                  <c:v>1.07894</c:v>
                </c:pt>
                <c:pt idx="5171">
                  <c:v>1.07924</c:v>
                </c:pt>
                <c:pt idx="5172">
                  <c:v>1.07955</c:v>
                </c:pt>
                <c:pt idx="5173">
                  <c:v>1.07985</c:v>
                </c:pt>
                <c:pt idx="5174">
                  <c:v>1.08016</c:v>
                </c:pt>
                <c:pt idx="5175">
                  <c:v>1.08046</c:v>
                </c:pt>
                <c:pt idx="5176">
                  <c:v>1.08077</c:v>
                </c:pt>
                <c:pt idx="5177">
                  <c:v>1.08107</c:v>
                </c:pt>
                <c:pt idx="5178">
                  <c:v>1.08138</c:v>
                </c:pt>
                <c:pt idx="5179">
                  <c:v>1.08168</c:v>
                </c:pt>
                <c:pt idx="5180">
                  <c:v>1.08199</c:v>
                </c:pt>
                <c:pt idx="5181">
                  <c:v>1.08229</c:v>
                </c:pt>
                <c:pt idx="5182">
                  <c:v>1.0826</c:v>
                </c:pt>
                <c:pt idx="5183">
                  <c:v>1.08291</c:v>
                </c:pt>
                <c:pt idx="5184">
                  <c:v>1.08321</c:v>
                </c:pt>
                <c:pt idx="5185">
                  <c:v>1.08352</c:v>
                </c:pt>
                <c:pt idx="5186">
                  <c:v>1.08382</c:v>
                </c:pt>
                <c:pt idx="5187">
                  <c:v>1.08413</c:v>
                </c:pt>
                <c:pt idx="5188">
                  <c:v>1.08443</c:v>
                </c:pt>
                <c:pt idx="5189">
                  <c:v>1.08474</c:v>
                </c:pt>
                <c:pt idx="5190">
                  <c:v>1.08504</c:v>
                </c:pt>
                <c:pt idx="5191">
                  <c:v>1.08535</c:v>
                </c:pt>
                <c:pt idx="5192">
                  <c:v>1.08565</c:v>
                </c:pt>
                <c:pt idx="5193">
                  <c:v>1.08596</c:v>
                </c:pt>
                <c:pt idx="5194">
                  <c:v>1.08626</c:v>
                </c:pt>
                <c:pt idx="5195">
                  <c:v>1.08657</c:v>
                </c:pt>
                <c:pt idx="5196">
                  <c:v>1.0868800000000001</c:v>
                </c:pt>
                <c:pt idx="5197">
                  <c:v>1.08718</c:v>
                </c:pt>
                <c:pt idx="5198">
                  <c:v>1.0874900000000001</c:v>
                </c:pt>
                <c:pt idx="5199">
                  <c:v>1.08779</c:v>
                </c:pt>
                <c:pt idx="5200">
                  <c:v>1.0881000000000001</c:v>
                </c:pt>
                <c:pt idx="5201">
                  <c:v>1.0884</c:v>
                </c:pt>
                <c:pt idx="5202">
                  <c:v>1.0887100000000001</c:v>
                </c:pt>
                <c:pt idx="5203">
                  <c:v>1.08901</c:v>
                </c:pt>
                <c:pt idx="5204">
                  <c:v>1.0893200000000001</c:v>
                </c:pt>
                <c:pt idx="5205">
                  <c:v>1.08962</c:v>
                </c:pt>
                <c:pt idx="5206">
                  <c:v>1.0899300000000001</c:v>
                </c:pt>
                <c:pt idx="5207">
                  <c:v>1.09023</c:v>
                </c:pt>
                <c:pt idx="5208">
                  <c:v>1.0905400000000001</c:v>
                </c:pt>
                <c:pt idx="5209">
                  <c:v>1.0908500000000001</c:v>
                </c:pt>
                <c:pt idx="5210">
                  <c:v>1.0911500000000001</c:v>
                </c:pt>
                <c:pt idx="5211">
                  <c:v>1.0914600000000001</c:v>
                </c:pt>
                <c:pt idx="5212">
                  <c:v>1.0917600000000001</c:v>
                </c:pt>
                <c:pt idx="5213">
                  <c:v>1.0920700000000001</c:v>
                </c:pt>
                <c:pt idx="5214">
                  <c:v>1.0923700000000001</c:v>
                </c:pt>
                <c:pt idx="5215">
                  <c:v>1.0926800000000001</c:v>
                </c:pt>
                <c:pt idx="5216">
                  <c:v>1.0929800000000001</c:v>
                </c:pt>
                <c:pt idx="5217">
                  <c:v>1.0932900000000001</c:v>
                </c:pt>
                <c:pt idx="5218">
                  <c:v>1.0935900000000001</c:v>
                </c:pt>
                <c:pt idx="5219">
                  <c:v>1.0939000000000001</c:v>
                </c:pt>
                <c:pt idx="5220">
                  <c:v>1.0942099999999999</c:v>
                </c:pt>
                <c:pt idx="5221">
                  <c:v>1.0945100000000001</c:v>
                </c:pt>
                <c:pt idx="5222">
                  <c:v>1.0948199999999999</c:v>
                </c:pt>
                <c:pt idx="5223">
                  <c:v>1.0951200000000001</c:v>
                </c:pt>
                <c:pt idx="5224">
                  <c:v>1.0954299999999999</c:v>
                </c:pt>
                <c:pt idx="5225">
                  <c:v>1.0957300000000001</c:v>
                </c:pt>
                <c:pt idx="5226">
                  <c:v>1.0960399999999999</c:v>
                </c:pt>
                <c:pt idx="5227">
                  <c:v>1.0963400000000001</c:v>
                </c:pt>
                <c:pt idx="5228">
                  <c:v>1.0966499999999999</c:v>
                </c:pt>
                <c:pt idx="5229">
                  <c:v>1.0969500000000001</c:v>
                </c:pt>
                <c:pt idx="5230">
                  <c:v>1.0972599999999999</c:v>
                </c:pt>
                <c:pt idx="5231">
                  <c:v>1.0975600000000001</c:v>
                </c:pt>
                <c:pt idx="5232">
                  <c:v>1.0978699999999999</c:v>
                </c:pt>
                <c:pt idx="5233">
                  <c:v>1.0981799999999999</c:v>
                </c:pt>
                <c:pt idx="5234">
                  <c:v>1.0984799999999999</c:v>
                </c:pt>
                <c:pt idx="5235">
                  <c:v>1.0987899999999999</c:v>
                </c:pt>
                <c:pt idx="5236">
                  <c:v>1.0990899999999999</c:v>
                </c:pt>
                <c:pt idx="5237">
                  <c:v>1.0993999999999999</c:v>
                </c:pt>
                <c:pt idx="5238">
                  <c:v>1.0996999999999999</c:v>
                </c:pt>
                <c:pt idx="5239">
                  <c:v>1.1000099999999999</c:v>
                </c:pt>
                <c:pt idx="5240">
                  <c:v>1.1003099999999999</c:v>
                </c:pt>
                <c:pt idx="5241">
                  <c:v>1.1006199999999999</c:v>
                </c:pt>
                <c:pt idx="5242">
                  <c:v>1.1009199999999999</c:v>
                </c:pt>
                <c:pt idx="5243">
                  <c:v>1.1012299999999999</c:v>
                </c:pt>
                <c:pt idx="5244">
                  <c:v>1.1015299999999999</c:v>
                </c:pt>
                <c:pt idx="5245">
                  <c:v>1.1018399999999999</c:v>
                </c:pt>
                <c:pt idx="5246">
                  <c:v>1.10215</c:v>
                </c:pt>
                <c:pt idx="5247">
                  <c:v>1.1024499999999999</c:v>
                </c:pt>
                <c:pt idx="5248">
                  <c:v>1.10276</c:v>
                </c:pt>
                <c:pt idx="5249">
                  <c:v>1.1030599999999999</c:v>
                </c:pt>
                <c:pt idx="5250">
                  <c:v>1.10337</c:v>
                </c:pt>
                <c:pt idx="5251">
                  <c:v>1.1036699999999999</c:v>
                </c:pt>
                <c:pt idx="5252">
                  <c:v>1.10398</c:v>
                </c:pt>
                <c:pt idx="5253">
                  <c:v>1.1042799999999999</c:v>
                </c:pt>
                <c:pt idx="5254">
                  <c:v>1.10459</c:v>
                </c:pt>
                <c:pt idx="5255">
                  <c:v>1.1048899999999999</c:v>
                </c:pt>
                <c:pt idx="5256">
                  <c:v>1.1052</c:v>
                </c:pt>
                <c:pt idx="5257">
                  <c:v>1.1054999999999999</c:v>
                </c:pt>
                <c:pt idx="5258">
                  <c:v>1.10581</c:v>
                </c:pt>
                <c:pt idx="5259">
                  <c:v>1.10612</c:v>
                </c:pt>
                <c:pt idx="5260">
                  <c:v>1.10642</c:v>
                </c:pt>
                <c:pt idx="5261">
                  <c:v>1.10673</c:v>
                </c:pt>
                <c:pt idx="5262">
                  <c:v>1.10703</c:v>
                </c:pt>
                <c:pt idx="5263">
                  <c:v>1.10734</c:v>
                </c:pt>
                <c:pt idx="5264">
                  <c:v>1.10764</c:v>
                </c:pt>
                <c:pt idx="5265">
                  <c:v>1.10795</c:v>
                </c:pt>
                <c:pt idx="5266">
                  <c:v>1.10825</c:v>
                </c:pt>
                <c:pt idx="5267">
                  <c:v>1.10856</c:v>
                </c:pt>
                <c:pt idx="5268">
                  <c:v>1.10886</c:v>
                </c:pt>
                <c:pt idx="5269">
                  <c:v>1.10917</c:v>
                </c:pt>
                <c:pt idx="5270">
                  <c:v>1.10947</c:v>
                </c:pt>
                <c:pt idx="5271">
                  <c:v>1.10978</c:v>
                </c:pt>
                <c:pt idx="5272">
                  <c:v>1.11009</c:v>
                </c:pt>
                <c:pt idx="5273">
                  <c:v>1.11039</c:v>
                </c:pt>
                <c:pt idx="5274">
                  <c:v>1.1107</c:v>
                </c:pt>
                <c:pt idx="5275">
                  <c:v>1.111</c:v>
                </c:pt>
                <c:pt idx="5276">
                  <c:v>1.11131</c:v>
                </c:pt>
                <c:pt idx="5277">
                  <c:v>1.11161</c:v>
                </c:pt>
                <c:pt idx="5278">
                  <c:v>1.11192</c:v>
                </c:pt>
                <c:pt idx="5279">
                  <c:v>1.11222</c:v>
                </c:pt>
                <c:pt idx="5280">
                  <c:v>1.11253</c:v>
                </c:pt>
                <c:pt idx="5281">
                  <c:v>1.11283</c:v>
                </c:pt>
                <c:pt idx="5282">
                  <c:v>1.11314</c:v>
                </c:pt>
                <c:pt idx="5283">
                  <c:v>1.1134500000000001</c:v>
                </c:pt>
                <c:pt idx="5284">
                  <c:v>1.11375</c:v>
                </c:pt>
                <c:pt idx="5285">
                  <c:v>1.1140600000000001</c:v>
                </c:pt>
                <c:pt idx="5286">
                  <c:v>1.11436</c:v>
                </c:pt>
                <c:pt idx="5287">
                  <c:v>1.11467</c:v>
                </c:pt>
                <c:pt idx="5288">
                  <c:v>1.11497</c:v>
                </c:pt>
                <c:pt idx="5289">
                  <c:v>1.11528</c:v>
                </c:pt>
                <c:pt idx="5290">
                  <c:v>1.11558</c:v>
                </c:pt>
                <c:pt idx="5291">
                  <c:v>1.11589</c:v>
                </c:pt>
                <c:pt idx="5292">
                  <c:v>1.11619</c:v>
                </c:pt>
                <c:pt idx="5293">
                  <c:v>1.1165</c:v>
                </c:pt>
                <c:pt idx="5294">
                  <c:v>1.1168</c:v>
                </c:pt>
                <c:pt idx="5295">
                  <c:v>1.11711</c:v>
                </c:pt>
                <c:pt idx="5296">
                  <c:v>1.1174200000000001</c:v>
                </c:pt>
                <c:pt idx="5297">
                  <c:v>1.11772</c:v>
                </c:pt>
                <c:pt idx="5298">
                  <c:v>1.1180300000000001</c:v>
                </c:pt>
                <c:pt idx="5299">
                  <c:v>1.11833</c:v>
                </c:pt>
                <c:pt idx="5300">
                  <c:v>1.1186400000000001</c:v>
                </c:pt>
                <c:pt idx="5301">
                  <c:v>1.11894</c:v>
                </c:pt>
                <c:pt idx="5302">
                  <c:v>1.1192500000000001</c:v>
                </c:pt>
                <c:pt idx="5303">
                  <c:v>1.11955</c:v>
                </c:pt>
                <c:pt idx="5304">
                  <c:v>1.1198600000000001</c:v>
                </c:pt>
                <c:pt idx="5305">
                  <c:v>1.12016</c:v>
                </c:pt>
                <c:pt idx="5306">
                  <c:v>1.1204700000000001</c:v>
                </c:pt>
                <c:pt idx="5307">
                  <c:v>1.12077</c:v>
                </c:pt>
                <c:pt idx="5308">
                  <c:v>1.1210800000000001</c:v>
                </c:pt>
                <c:pt idx="5309">
                  <c:v>1.1213900000000001</c:v>
                </c:pt>
                <c:pt idx="5310">
                  <c:v>1.1216900000000001</c:v>
                </c:pt>
                <c:pt idx="5311">
                  <c:v>1.1220000000000001</c:v>
                </c:pt>
                <c:pt idx="5312">
                  <c:v>1.1223000000000001</c:v>
                </c:pt>
                <c:pt idx="5313">
                  <c:v>1.1226100000000001</c:v>
                </c:pt>
                <c:pt idx="5314">
                  <c:v>1.1229100000000001</c:v>
                </c:pt>
                <c:pt idx="5315">
                  <c:v>1.1232200000000001</c:v>
                </c:pt>
                <c:pt idx="5316">
                  <c:v>1.1235200000000001</c:v>
                </c:pt>
                <c:pt idx="5317">
                  <c:v>1.1238300000000001</c:v>
                </c:pt>
                <c:pt idx="5318">
                  <c:v>1.1241300000000001</c:v>
                </c:pt>
                <c:pt idx="5319">
                  <c:v>1.1244400000000001</c:v>
                </c:pt>
                <c:pt idx="5320">
                  <c:v>1.1247400000000001</c:v>
                </c:pt>
                <c:pt idx="5321">
                  <c:v>1.1250500000000001</c:v>
                </c:pt>
                <c:pt idx="5322">
                  <c:v>1.1253599999999999</c:v>
                </c:pt>
                <c:pt idx="5323">
                  <c:v>1.1256600000000001</c:v>
                </c:pt>
                <c:pt idx="5324">
                  <c:v>1.1259699999999999</c:v>
                </c:pt>
                <c:pt idx="5325">
                  <c:v>1.1262700000000001</c:v>
                </c:pt>
                <c:pt idx="5326">
                  <c:v>1.1265799999999999</c:v>
                </c:pt>
                <c:pt idx="5327">
                  <c:v>1.1268800000000001</c:v>
                </c:pt>
                <c:pt idx="5328">
                  <c:v>1.1271899999999999</c:v>
                </c:pt>
                <c:pt idx="5329">
                  <c:v>1.1274900000000001</c:v>
                </c:pt>
                <c:pt idx="5330">
                  <c:v>1.1277999999999999</c:v>
                </c:pt>
                <c:pt idx="5331">
                  <c:v>1.1281000000000001</c:v>
                </c:pt>
                <c:pt idx="5332">
                  <c:v>1.1284099999999999</c:v>
                </c:pt>
                <c:pt idx="5333">
                  <c:v>1.1287199999999999</c:v>
                </c:pt>
                <c:pt idx="5334">
                  <c:v>1.1290199999999999</c:v>
                </c:pt>
                <c:pt idx="5335">
                  <c:v>1.1293299999999999</c:v>
                </c:pt>
                <c:pt idx="5336">
                  <c:v>1.1296299999999999</c:v>
                </c:pt>
                <c:pt idx="5337">
                  <c:v>1.1299399999999999</c:v>
                </c:pt>
                <c:pt idx="5338">
                  <c:v>1.1302399999999999</c:v>
                </c:pt>
                <c:pt idx="5339">
                  <c:v>1.1305499999999999</c:v>
                </c:pt>
                <c:pt idx="5340">
                  <c:v>1.1308499999999999</c:v>
                </c:pt>
                <c:pt idx="5341">
                  <c:v>1.1311599999999999</c:v>
                </c:pt>
                <c:pt idx="5342">
                  <c:v>1.1314599999999999</c:v>
                </c:pt>
                <c:pt idx="5343">
                  <c:v>1.1317699999999999</c:v>
                </c:pt>
                <c:pt idx="5344">
                  <c:v>1.1320699999999999</c:v>
                </c:pt>
                <c:pt idx="5345">
                  <c:v>1.1323799999999999</c:v>
                </c:pt>
                <c:pt idx="5346">
                  <c:v>1.13269</c:v>
                </c:pt>
                <c:pt idx="5347">
                  <c:v>1.1329899999999999</c:v>
                </c:pt>
                <c:pt idx="5348">
                  <c:v>1.1333</c:v>
                </c:pt>
                <c:pt idx="5349">
                  <c:v>1.1335999999999999</c:v>
                </c:pt>
                <c:pt idx="5350">
                  <c:v>1.13391</c:v>
                </c:pt>
                <c:pt idx="5351">
                  <c:v>1.1342099999999999</c:v>
                </c:pt>
                <c:pt idx="5352">
                  <c:v>1.13452</c:v>
                </c:pt>
                <c:pt idx="5353">
                  <c:v>1.1348199999999999</c:v>
                </c:pt>
                <c:pt idx="5354">
                  <c:v>1.13513</c:v>
                </c:pt>
                <c:pt idx="5355">
                  <c:v>1.1354299999999999</c:v>
                </c:pt>
                <c:pt idx="5356">
                  <c:v>1.13574</c:v>
                </c:pt>
                <c:pt idx="5357">
                  <c:v>1.1360399999999999</c:v>
                </c:pt>
                <c:pt idx="5358">
                  <c:v>1.13635</c:v>
                </c:pt>
                <c:pt idx="5359">
                  <c:v>1.13666</c:v>
                </c:pt>
                <c:pt idx="5360">
                  <c:v>1.13696</c:v>
                </c:pt>
                <c:pt idx="5361">
                  <c:v>1.13727</c:v>
                </c:pt>
                <c:pt idx="5362">
                  <c:v>1.13757</c:v>
                </c:pt>
                <c:pt idx="5363">
                  <c:v>1.13788</c:v>
                </c:pt>
                <c:pt idx="5364">
                  <c:v>1.13818</c:v>
                </c:pt>
                <c:pt idx="5365">
                  <c:v>1.13849</c:v>
                </c:pt>
                <c:pt idx="5366">
                  <c:v>1.13879</c:v>
                </c:pt>
                <c:pt idx="5367">
                  <c:v>1.1391</c:v>
                </c:pt>
                <c:pt idx="5368">
                  <c:v>1.1394</c:v>
                </c:pt>
                <c:pt idx="5369">
                  <c:v>1.13971</c:v>
                </c:pt>
                <c:pt idx="5370">
                  <c:v>1.14001</c:v>
                </c:pt>
                <c:pt idx="5371">
                  <c:v>1.14032</c:v>
                </c:pt>
                <c:pt idx="5372">
                  <c:v>1.14063</c:v>
                </c:pt>
                <c:pt idx="5373">
                  <c:v>1.14093</c:v>
                </c:pt>
                <c:pt idx="5374">
                  <c:v>1.14124</c:v>
                </c:pt>
                <c:pt idx="5375">
                  <c:v>1.14154</c:v>
                </c:pt>
                <c:pt idx="5376">
                  <c:v>1.14185</c:v>
                </c:pt>
                <c:pt idx="5377">
                  <c:v>1.14215</c:v>
                </c:pt>
                <c:pt idx="5378">
                  <c:v>1.14246</c:v>
                </c:pt>
                <c:pt idx="5379">
                  <c:v>1.14276</c:v>
                </c:pt>
                <c:pt idx="5380">
                  <c:v>1.14307</c:v>
                </c:pt>
                <c:pt idx="5381">
                  <c:v>1.14337</c:v>
                </c:pt>
                <c:pt idx="5382">
                  <c:v>1.14368</c:v>
                </c:pt>
                <c:pt idx="5383">
                  <c:v>1.14398</c:v>
                </c:pt>
                <c:pt idx="5384">
                  <c:v>1.14429</c:v>
                </c:pt>
                <c:pt idx="5385">
                  <c:v>1.1446000000000001</c:v>
                </c:pt>
                <c:pt idx="5386">
                  <c:v>1.1449</c:v>
                </c:pt>
                <c:pt idx="5387">
                  <c:v>1.1452100000000001</c:v>
                </c:pt>
                <c:pt idx="5388">
                  <c:v>1.14551</c:v>
                </c:pt>
                <c:pt idx="5389">
                  <c:v>1.1458200000000001</c:v>
                </c:pt>
                <c:pt idx="5390">
                  <c:v>1.14612</c:v>
                </c:pt>
                <c:pt idx="5391">
                  <c:v>1.1464300000000001</c:v>
                </c:pt>
                <c:pt idx="5392">
                  <c:v>1.14673</c:v>
                </c:pt>
                <c:pt idx="5393">
                  <c:v>1.1470400000000001</c:v>
                </c:pt>
                <c:pt idx="5394">
                  <c:v>1.14734</c:v>
                </c:pt>
                <c:pt idx="5395">
                  <c:v>1.1476500000000001</c:v>
                </c:pt>
                <c:pt idx="5396">
                  <c:v>1.1479600000000001</c:v>
                </c:pt>
                <c:pt idx="5397">
                  <c:v>1.1482600000000001</c:v>
                </c:pt>
                <c:pt idx="5398">
                  <c:v>1.1485700000000001</c:v>
                </c:pt>
                <c:pt idx="5399">
                  <c:v>1.1488700000000001</c:v>
                </c:pt>
                <c:pt idx="5400">
                  <c:v>1.1491800000000001</c:v>
                </c:pt>
                <c:pt idx="5401">
                  <c:v>1.1494800000000001</c:v>
                </c:pt>
                <c:pt idx="5402">
                  <c:v>1.1497900000000001</c:v>
                </c:pt>
                <c:pt idx="5403">
                  <c:v>1.1500900000000001</c:v>
                </c:pt>
                <c:pt idx="5404">
                  <c:v>1.1504000000000001</c:v>
                </c:pt>
                <c:pt idx="5405">
                  <c:v>1.1507000000000001</c:v>
                </c:pt>
                <c:pt idx="5406">
                  <c:v>1.1510100000000001</c:v>
                </c:pt>
                <c:pt idx="5407">
                  <c:v>1.1513100000000001</c:v>
                </c:pt>
                <c:pt idx="5408">
                  <c:v>1.1516200000000001</c:v>
                </c:pt>
                <c:pt idx="5409">
                  <c:v>1.1519299999999999</c:v>
                </c:pt>
                <c:pt idx="5410">
                  <c:v>1.1522300000000001</c:v>
                </c:pt>
                <c:pt idx="5411">
                  <c:v>1.1525399999999999</c:v>
                </c:pt>
                <c:pt idx="5412">
                  <c:v>1.1528400000000001</c:v>
                </c:pt>
                <c:pt idx="5413">
                  <c:v>1.1531499999999999</c:v>
                </c:pt>
                <c:pt idx="5414">
                  <c:v>1.1534500000000001</c:v>
                </c:pt>
                <c:pt idx="5415">
                  <c:v>1.1537599999999999</c:v>
                </c:pt>
                <c:pt idx="5416">
                  <c:v>1.1540600000000001</c:v>
                </c:pt>
                <c:pt idx="5417">
                  <c:v>1.1543699999999999</c:v>
                </c:pt>
                <c:pt idx="5418">
                  <c:v>1.1546700000000001</c:v>
                </c:pt>
                <c:pt idx="5419">
                  <c:v>1.1549799999999999</c:v>
                </c:pt>
                <c:pt idx="5420">
                  <c:v>1.1552800000000001</c:v>
                </c:pt>
                <c:pt idx="5421">
                  <c:v>1.1555899999999999</c:v>
                </c:pt>
                <c:pt idx="5422">
                  <c:v>1.1558999999999999</c:v>
                </c:pt>
                <c:pt idx="5423">
                  <c:v>1.1561999999999999</c:v>
                </c:pt>
                <c:pt idx="5424">
                  <c:v>1.1565099999999999</c:v>
                </c:pt>
                <c:pt idx="5425">
                  <c:v>1.1568099999999999</c:v>
                </c:pt>
                <c:pt idx="5426">
                  <c:v>1.1571199999999999</c:v>
                </c:pt>
                <c:pt idx="5427">
                  <c:v>1.1574199999999999</c:v>
                </c:pt>
                <c:pt idx="5428">
                  <c:v>1.1577299999999999</c:v>
                </c:pt>
                <c:pt idx="5429">
                  <c:v>1.1580299999999999</c:v>
                </c:pt>
                <c:pt idx="5430">
                  <c:v>1.1583399999999999</c:v>
                </c:pt>
                <c:pt idx="5431">
                  <c:v>1.1586399999999999</c:v>
                </c:pt>
                <c:pt idx="5432">
                  <c:v>1.1589499999999999</c:v>
                </c:pt>
                <c:pt idx="5433">
                  <c:v>1.1592499999999999</c:v>
                </c:pt>
                <c:pt idx="5434">
                  <c:v>1.1595599999999999</c:v>
                </c:pt>
                <c:pt idx="5435">
                  <c:v>1.15987</c:v>
                </c:pt>
                <c:pt idx="5436">
                  <c:v>1.1601699999999999</c:v>
                </c:pt>
                <c:pt idx="5437">
                  <c:v>1.16048</c:v>
                </c:pt>
                <c:pt idx="5438">
                  <c:v>1.1607799999999999</c:v>
                </c:pt>
                <c:pt idx="5439">
                  <c:v>1.16109</c:v>
                </c:pt>
                <c:pt idx="5440">
                  <c:v>1.1613899999999999</c:v>
                </c:pt>
                <c:pt idx="5441">
                  <c:v>1.1617</c:v>
                </c:pt>
                <c:pt idx="5442">
                  <c:v>1.1619999999999999</c:v>
                </c:pt>
                <c:pt idx="5443">
                  <c:v>1.16231</c:v>
                </c:pt>
                <c:pt idx="5444">
                  <c:v>1.1626099999999999</c:v>
                </c:pt>
                <c:pt idx="5445">
                  <c:v>1.16292</c:v>
                </c:pt>
                <c:pt idx="5446">
                  <c:v>1.1632199999999999</c:v>
                </c:pt>
                <c:pt idx="5447">
                  <c:v>1.16353</c:v>
                </c:pt>
                <c:pt idx="5448">
                  <c:v>1.16384</c:v>
                </c:pt>
                <c:pt idx="5449">
                  <c:v>1.16414</c:v>
                </c:pt>
                <c:pt idx="5450">
                  <c:v>1.16445</c:v>
                </c:pt>
                <c:pt idx="5451">
                  <c:v>1.16475</c:v>
                </c:pt>
                <c:pt idx="5452">
                  <c:v>1.16506</c:v>
                </c:pt>
                <c:pt idx="5453">
                  <c:v>1.16536</c:v>
                </c:pt>
                <c:pt idx="5454">
                  <c:v>1.16567</c:v>
                </c:pt>
                <c:pt idx="5455">
                  <c:v>1.16597</c:v>
                </c:pt>
                <c:pt idx="5456">
                  <c:v>1.16628</c:v>
                </c:pt>
                <c:pt idx="5457">
                  <c:v>1.16658</c:v>
                </c:pt>
                <c:pt idx="5458">
                  <c:v>1.16689</c:v>
                </c:pt>
                <c:pt idx="5459">
                  <c:v>1.1672</c:v>
                </c:pt>
                <c:pt idx="5460">
                  <c:v>1.1675</c:v>
                </c:pt>
                <c:pt idx="5461">
                  <c:v>1.16781</c:v>
                </c:pt>
                <c:pt idx="5462">
                  <c:v>1.16811</c:v>
                </c:pt>
                <c:pt idx="5463">
                  <c:v>1.16842</c:v>
                </c:pt>
                <c:pt idx="5464">
                  <c:v>1.16872</c:v>
                </c:pt>
                <c:pt idx="5465">
                  <c:v>1.16903</c:v>
                </c:pt>
                <c:pt idx="5466">
                  <c:v>1.16933</c:v>
                </c:pt>
                <c:pt idx="5467">
                  <c:v>1.16964</c:v>
                </c:pt>
                <c:pt idx="5468">
                  <c:v>1.16994</c:v>
                </c:pt>
                <c:pt idx="5469">
                  <c:v>1.17025</c:v>
                </c:pt>
                <c:pt idx="5470">
                  <c:v>1.17055</c:v>
                </c:pt>
                <c:pt idx="5471">
                  <c:v>1.17086</c:v>
                </c:pt>
                <c:pt idx="5472">
                  <c:v>1.17117</c:v>
                </c:pt>
                <c:pt idx="5473">
                  <c:v>1.17147</c:v>
                </c:pt>
                <c:pt idx="5474">
                  <c:v>1.17178</c:v>
                </c:pt>
                <c:pt idx="5475">
                  <c:v>1.17208</c:v>
                </c:pt>
                <c:pt idx="5476">
                  <c:v>1.17239</c:v>
                </c:pt>
                <c:pt idx="5477">
                  <c:v>1.17269</c:v>
                </c:pt>
                <c:pt idx="5478">
                  <c:v>1.173</c:v>
                </c:pt>
                <c:pt idx="5479">
                  <c:v>1.1733</c:v>
                </c:pt>
                <c:pt idx="5480">
                  <c:v>1.17361</c:v>
                </c:pt>
                <c:pt idx="5481">
                  <c:v>1.17391</c:v>
                </c:pt>
                <c:pt idx="5482">
                  <c:v>1.17422</c:v>
                </c:pt>
                <c:pt idx="5483">
                  <c:v>1.17452</c:v>
                </c:pt>
                <c:pt idx="5484">
                  <c:v>1.17483</c:v>
                </c:pt>
                <c:pt idx="5485">
                  <c:v>1.1751400000000001</c:v>
                </c:pt>
                <c:pt idx="5486">
                  <c:v>1.17544</c:v>
                </c:pt>
                <c:pt idx="5487">
                  <c:v>1.1757500000000001</c:v>
                </c:pt>
                <c:pt idx="5488">
                  <c:v>1.17605</c:v>
                </c:pt>
                <c:pt idx="5489">
                  <c:v>1.1763600000000001</c:v>
                </c:pt>
                <c:pt idx="5490">
                  <c:v>1.17666</c:v>
                </c:pt>
                <c:pt idx="5491">
                  <c:v>1.1769700000000001</c:v>
                </c:pt>
                <c:pt idx="5492">
                  <c:v>1.17727</c:v>
                </c:pt>
                <c:pt idx="5493">
                  <c:v>1.1775800000000001</c:v>
                </c:pt>
                <c:pt idx="5494">
                  <c:v>1.17788</c:v>
                </c:pt>
                <c:pt idx="5495">
                  <c:v>1.1781900000000001</c:v>
                </c:pt>
                <c:pt idx="5496">
                  <c:v>1.17849</c:v>
                </c:pt>
                <c:pt idx="5497">
                  <c:v>1.1788000000000001</c:v>
                </c:pt>
                <c:pt idx="5498">
                  <c:v>1.1791100000000001</c:v>
                </c:pt>
                <c:pt idx="5499">
                  <c:v>1.1794100000000001</c:v>
                </c:pt>
                <c:pt idx="5500">
                  <c:v>1.1797200000000001</c:v>
                </c:pt>
                <c:pt idx="5501">
                  <c:v>1.1800200000000001</c:v>
                </c:pt>
                <c:pt idx="5502">
                  <c:v>1.1803300000000001</c:v>
                </c:pt>
                <c:pt idx="5503">
                  <c:v>1.1806300000000001</c:v>
                </c:pt>
                <c:pt idx="5504">
                  <c:v>1.1809400000000001</c:v>
                </c:pt>
                <c:pt idx="5505">
                  <c:v>1.1812400000000001</c:v>
                </c:pt>
                <c:pt idx="5506">
                  <c:v>1.1815500000000001</c:v>
                </c:pt>
                <c:pt idx="5507">
                  <c:v>1.1818500000000001</c:v>
                </c:pt>
                <c:pt idx="5508">
                  <c:v>1.1821600000000001</c:v>
                </c:pt>
                <c:pt idx="5509">
                  <c:v>1.1824600000000001</c:v>
                </c:pt>
                <c:pt idx="5510">
                  <c:v>1.1827700000000001</c:v>
                </c:pt>
                <c:pt idx="5511">
                  <c:v>1.1830799999999999</c:v>
                </c:pt>
                <c:pt idx="5512">
                  <c:v>1.1833800000000001</c:v>
                </c:pt>
                <c:pt idx="5513">
                  <c:v>1.1836899999999999</c:v>
                </c:pt>
                <c:pt idx="5514">
                  <c:v>1.1839900000000001</c:v>
                </c:pt>
                <c:pt idx="5515">
                  <c:v>1.1842999999999999</c:v>
                </c:pt>
                <c:pt idx="5516">
                  <c:v>1.1846000000000001</c:v>
                </c:pt>
                <c:pt idx="5517">
                  <c:v>1.1849099999999999</c:v>
                </c:pt>
                <c:pt idx="5518">
                  <c:v>1.1852100000000001</c:v>
                </c:pt>
                <c:pt idx="5519">
                  <c:v>1.1855199999999999</c:v>
                </c:pt>
                <c:pt idx="5520">
                  <c:v>1.1858200000000001</c:v>
                </c:pt>
                <c:pt idx="5521">
                  <c:v>1.1861299999999999</c:v>
                </c:pt>
                <c:pt idx="5522">
                  <c:v>1.1864399999999999</c:v>
                </c:pt>
                <c:pt idx="5523">
                  <c:v>1.1867399999999999</c:v>
                </c:pt>
                <c:pt idx="5524">
                  <c:v>1.1870499999999999</c:v>
                </c:pt>
                <c:pt idx="5525">
                  <c:v>1.1873499999999999</c:v>
                </c:pt>
                <c:pt idx="5526">
                  <c:v>1.1876599999999999</c:v>
                </c:pt>
                <c:pt idx="5527">
                  <c:v>1.1879599999999999</c:v>
                </c:pt>
                <c:pt idx="5528">
                  <c:v>1.1882699999999999</c:v>
                </c:pt>
                <c:pt idx="5529">
                  <c:v>1.1885699999999999</c:v>
                </c:pt>
                <c:pt idx="5530">
                  <c:v>1.1888799999999999</c:v>
                </c:pt>
                <c:pt idx="5531">
                  <c:v>1.1891799999999999</c:v>
                </c:pt>
                <c:pt idx="5532">
                  <c:v>1.1894899999999999</c:v>
                </c:pt>
                <c:pt idx="5533">
                  <c:v>1.1897899999999999</c:v>
                </c:pt>
                <c:pt idx="5534">
                  <c:v>1.1900999999999999</c:v>
                </c:pt>
                <c:pt idx="5535">
                  <c:v>1.19041</c:v>
                </c:pt>
                <c:pt idx="5536">
                  <c:v>1.1907099999999999</c:v>
                </c:pt>
                <c:pt idx="5537">
                  <c:v>1.19102</c:v>
                </c:pt>
                <c:pt idx="5538">
                  <c:v>1.1913199999999999</c:v>
                </c:pt>
                <c:pt idx="5539">
                  <c:v>1.19163</c:v>
                </c:pt>
                <c:pt idx="5540">
                  <c:v>1.1919299999999999</c:v>
                </c:pt>
                <c:pt idx="5541">
                  <c:v>1.19224</c:v>
                </c:pt>
                <c:pt idx="5542">
                  <c:v>1.1925399999999999</c:v>
                </c:pt>
                <c:pt idx="5543">
                  <c:v>1.19285</c:v>
                </c:pt>
                <c:pt idx="5544">
                  <c:v>1.1931499999999999</c:v>
                </c:pt>
                <c:pt idx="5545">
                  <c:v>1.19346</c:v>
                </c:pt>
                <c:pt idx="5546">
                  <c:v>1.1937599999999999</c:v>
                </c:pt>
                <c:pt idx="5547">
                  <c:v>1.19407</c:v>
                </c:pt>
                <c:pt idx="5548">
                  <c:v>1.19438</c:v>
                </c:pt>
                <c:pt idx="5549">
                  <c:v>1.19468</c:v>
                </c:pt>
                <c:pt idx="5550">
                  <c:v>1.19499</c:v>
                </c:pt>
                <c:pt idx="5551">
                  <c:v>1.19529</c:v>
                </c:pt>
                <c:pt idx="5552">
                  <c:v>1.1956</c:v>
                </c:pt>
                <c:pt idx="5553">
                  <c:v>1.1959</c:v>
                </c:pt>
                <c:pt idx="5554">
                  <c:v>1.19621</c:v>
                </c:pt>
                <c:pt idx="5555">
                  <c:v>1.19651</c:v>
                </c:pt>
                <c:pt idx="5556">
                  <c:v>1.19682</c:v>
                </c:pt>
                <c:pt idx="5557">
                  <c:v>1.19712</c:v>
                </c:pt>
                <c:pt idx="5558">
                  <c:v>1.19743</c:v>
                </c:pt>
                <c:pt idx="5559">
                  <c:v>1.19773</c:v>
                </c:pt>
                <c:pt idx="5560">
                  <c:v>1.19804</c:v>
                </c:pt>
                <c:pt idx="5561">
                  <c:v>1.19835</c:v>
                </c:pt>
                <c:pt idx="5562">
                  <c:v>1.19865</c:v>
                </c:pt>
                <c:pt idx="5563">
                  <c:v>1.19896</c:v>
                </c:pt>
                <c:pt idx="5564">
                  <c:v>1.19926</c:v>
                </c:pt>
                <c:pt idx="5565">
                  <c:v>1.19957</c:v>
                </c:pt>
                <c:pt idx="5566">
                  <c:v>1.19987</c:v>
                </c:pt>
                <c:pt idx="5567">
                  <c:v>1.20018</c:v>
                </c:pt>
                <c:pt idx="5568">
                  <c:v>1.20048</c:v>
                </c:pt>
                <c:pt idx="5569">
                  <c:v>1.20079</c:v>
                </c:pt>
                <c:pt idx="5570">
                  <c:v>1.20109</c:v>
                </c:pt>
                <c:pt idx="5571">
                  <c:v>1.2014</c:v>
                </c:pt>
                <c:pt idx="5572">
                  <c:v>1.2017100000000001</c:v>
                </c:pt>
                <c:pt idx="5573">
                  <c:v>1.20201</c:v>
                </c:pt>
                <c:pt idx="5574">
                  <c:v>1.2023200000000001</c:v>
                </c:pt>
                <c:pt idx="5575">
                  <c:v>1.20262</c:v>
                </c:pt>
                <c:pt idx="5576">
                  <c:v>1.2029300000000001</c:v>
                </c:pt>
                <c:pt idx="5577">
                  <c:v>1.20323</c:v>
                </c:pt>
                <c:pt idx="5578">
                  <c:v>1.2035400000000001</c:v>
                </c:pt>
                <c:pt idx="5579">
                  <c:v>1.20384</c:v>
                </c:pt>
                <c:pt idx="5580">
                  <c:v>1.2041500000000001</c:v>
                </c:pt>
                <c:pt idx="5581">
                  <c:v>1.20445</c:v>
                </c:pt>
                <c:pt idx="5582">
                  <c:v>1.2047600000000001</c:v>
                </c:pt>
                <c:pt idx="5583">
                  <c:v>1.20506</c:v>
                </c:pt>
                <c:pt idx="5584">
                  <c:v>1.2053700000000001</c:v>
                </c:pt>
                <c:pt idx="5585">
                  <c:v>1.2056800000000001</c:v>
                </c:pt>
                <c:pt idx="5586">
                  <c:v>1.2059800000000001</c:v>
                </c:pt>
                <c:pt idx="5587">
                  <c:v>1.2062900000000001</c:v>
                </c:pt>
                <c:pt idx="5588">
                  <c:v>1.2065900000000001</c:v>
                </c:pt>
                <c:pt idx="5589">
                  <c:v>1.2069000000000001</c:v>
                </c:pt>
                <c:pt idx="5590">
                  <c:v>1.2072000000000001</c:v>
                </c:pt>
                <c:pt idx="5591">
                  <c:v>1.2075100000000001</c:v>
                </c:pt>
                <c:pt idx="5592">
                  <c:v>1.2078100000000001</c:v>
                </c:pt>
                <c:pt idx="5593">
                  <c:v>1.2081200000000001</c:v>
                </c:pt>
                <c:pt idx="5594">
                  <c:v>1.20842</c:v>
                </c:pt>
                <c:pt idx="5595">
                  <c:v>1.2087300000000001</c:v>
                </c:pt>
                <c:pt idx="5596">
                  <c:v>1.20903</c:v>
                </c:pt>
                <c:pt idx="5597">
                  <c:v>1.2093400000000001</c:v>
                </c:pt>
                <c:pt idx="5598">
                  <c:v>1.2096499999999999</c:v>
                </c:pt>
                <c:pt idx="5599">
                  <c:v>1.2099500000000001</c:v>
                </c:pt>
                <c:pt idx="5600">
                  <c:v>1.2102599999999999</c:v>
                </c:pt>
                <c:pt idx="5601">
                  <c:v>1.2105600000000001</c:v>
                </c:pt>
                <c:pt idx="5602">
                  <c:v>1.2108699999999999</c:v>
                </c:pt>
                <c:pt idx="5603">
                  <c:v>1.2111700000000001</c:v>
                </c:pt>
                <c:pt idx="5604">
                  <c:v>1.2114799999999999</c:v>
                </c:pt>
                <c:pt idx="5605">
                  <c:v>1.2117800000000001</c:v>
                </c:pt>
                <c:pt idx="5606">
                  <c:v>1.2120899999999999</c:v>
                </c:pt>
                <c:pt idx="5607">
                  <c:v>1.2123900000000001</c:v>
                </c:pt>
                <c:pt idx="5608">
                  <c:v>1.2126999999999999</c:v>
                </c:pt>
                <c:pt idx="5609">
                  <c:v>1.2130000000000001</c:v>
                </c:pt>
                <c:pt idx="5610">
                  <c:v>1.2133100000000001</c:v>
                </c:pt>
                <c:pt idx="5611">
                  <c:v>1.2136199999999999</c:v>
                </c:pt>
                <c:pt idx="5612">
                  <c:v>1.2139200000000001</c:v>
                </c:pt>
                <c:pt idx="5613">
                  <c:v>1.2142299999999999</c:v>
                </c:pt>
                <c:pt idx="5614">
                  <c:v>1.2145300000000001</c:v>
                </c:pt>
                <c:pt idx="5615">
                  <c:v>1.2148399999999999</c:v>
                </c:pt>
                <c:pt idx="5616">
                  <c:v>1.2151400000000001</c:v>
                </c:pt>
                <c:pt idx="5617">
                  <c:v>1.2154499999999999</c:v>
                </c:pt>
                <c:pt idx="5618">
                  <c:v>1.2157500000000001</c:v>
                </c:pt>
                <c:pt idx="5619">
                  <c:v>1.2160599999999999</c:v>
                </c:pt>
                <c:pt idx="5620">
                  <c:v>1.2163600000000001</c:v>
                </c:pt>
                <c:pt idx="5621">
                  <c:v>1.2166699999999999</c:v>
                </c:pt>
                <c:pt idx="5622">
                  <c:v>1.2169700000000001</c:v>
                </c:pt>
                <c:pt idx="5623">
                  <c:v>1.2172799999999999</c:v>
                </c:pt>
                <c:pt idx="5624">
                  <c:v>1.21759</c:v>
                </c:pt>
                <c:pt idx="5625">
                  <c:v>1.2178899999999999</c:v>
                </c:pt>
                <c:pt idx="5626">
                  <c:v>1.2181999999999999</c:v>
                </c:pt>
                <c:pt idx="5627">
                  <c:v>1.2184999999999999</c:v>
                </c:pt>
                <c:pt idx="5628">
                  <c:v>1.2188099999999999</c:v>
                </c:pt>
                <c:pt idx="5629">
                  <c:v>1.2191099999999999</c:v>
                </c:pt>
                <c:pt idx="5630">
                  <c:v>1.2194199999999999</c:v>
                </c:pt>
                <c:pt idx="5631">
                  <c:v>1.2197199999999999</c:v>
                </c:pt>
                <c:pt idx="5632">
                  <c:v>1.2200299999999999</c:v>
                </c:pt>
                <c:pt idx="5633">
                  <c:v>1.2203299999999999</c:v>
                </c:pt>
                <c:pt idx="5634">
                  <c:v>1.2206399999999999</c:v>
                </c:pt>
                <c:pt idx="5635">
                  <c:v>1.22095</c:v>
                </c:pt>
                <c:pt idx="5636">
                  <c:v>1.2212499999999999</c:v>
                </c:pt>
                <c:pt idx="5637">
                  <c:v>1.22156</c:v>
                </c:pt>
                <c:pt idx="5638">
                  <c:v>1.2218599999999999</c:v>
                </c:pt>
                <c:pt idx="5639">
                  <c:v>1.22217</c:v>
                </c:pt>
                <c:pt idx="5640">
                  <c:v>1.2224699999999999</c:v>
                </c:pt>
                <c:pt idx="5641">
                  <c:v>1.22278</c:v>
                </c:pt>
                <c:pt idx="5642">
                  <c:v>1.2230799999999999</c:v>
                </c:pt>
                <c:pt idx="5643">
                  <c:v>1.22339</c:v>
                </c:pt>
                <c:pt idx="5644">
                  <c:v>1.2236899999999999</c:v>
                </c:pt>
                <c:pt idx="5645">
                  <c:v>1.224</c:v>
                </c:pt>
                <c:pt idx="5646">
                  <c:v>1.2242999999999999</c:v>
                </c:pt>
                <c:pt idx="5647">
                  <c:v>1.22461</c:v>
                </c:pt>
                <c:pt idx="5648">
                  <c:v>1.22492</c:v>
                </c:pt>
                <c:pt idx="5649">
                  <c:v>1.22522</c:v>
                </c:pt>
                <c:pt idx="5650">
                  <c:v>1.22553</c:v>
                </c:pt>
                <c:pt idx="5651">
                  <c:v>1.22583</c:v>
                </c:pt>
                <c:pt idx="5652">
                  <c:v>1.22614</c:v>
                </c:pt>
                <c:pt idx="5653">
                  <c:v>1.22644</c:v>
                </c:pt>
                <c:pt idx="5654">
                  <c:v>1.22675</c:v>
                </c:pt>
                <c:pt idx="5655">
                  <c:v>1.22705</c:v>
                </c:pt>
                <c:pt idx="5656">
                  <c:v>1.22736</c:v>
                </c:pt>
                <c:pt idx="5657">
                  <c:v>1.22766</c:v>
                </c:pt>
                <c:pt idx="5658">
                  <c:v>1.22797</c:v>
                </c:pt>
                <c:pt idx="5659">
                  <c:v>1.22827</c:v>
                </c:pt>
                <c:pt idx="5660">
                  <c:v>1.22858</c:v>
                </c:pt>
                <c:pt idx="5661">
                  <c:v>1.22889</c:v>
                </c:pt>
                <c:pt idx="5662">
                  <c:v>1.22919</c:v>
                </c:pt>
                <c:pt idx="5663">
                  <c:v>1.2295</c:v>
                </c:pt>
                <c:pt idx="5664">
                  <c:v>1.2298</c:v>
                </c:pt>
                <c:pt idx="5665">
                  <c:v>1.23011</c:v>
                </c:pt>
                <c:pt idx="5666">
                  <c:v>1.23041</c:v>
                </c:pt>
                <c:pt idx="5667">
                  <c:v>1.23072</c:v>
                </c:pt>
                <c:pt idx="5668">
                  <c:v>1.23102</c:v>
                </c:pt>
                <c:pt idx="5669">
                  <c:v>1.23133</c:v>
                </c:pt>
                <c:pt idx="5670">
                  <c:v>1.23163</c:v>
                </c:pt>
                <c:pt idx="5671">
                  <c:v>1.23194</c:v>
                </c:pt>
                <c:pt idx="5672">
                  <c:v>1.23224</c:v>
                </c:pt>
                <c:pt idx="5673">
                  <c:v>1.23255</c:v>
                </c:pt>
                <c:pt idx="5674">
                  <c:v>1.2328600000000001</c:v>
                </c:pt>
                <c:pt idx="5675">
                  <c:v>1.23316</c:v>
                </c:pt>
                <c:pt idx="5676">
                  <c:v>1.2334700000000001</c:v>
                </c:pt>
                <c:pt idx="5677">
                  <c:v>1.23377</c:v>
                </c:pt>
                <c:pt idx="5678">
                  <c:v>1.2340800000000001</c:v>
                </c:pt>
                <c:pt idx="5679">
                  <c:v>1.23438</c:v>
                </c:pt>
                <c:pt idx="5680">
                  <c:v>1.2346900000000001</c:v>
                </c:pt>
                <c:pt idx="5681">
                  <c:v>1.23499</c:v>
                </c:pt>
                <c:pt idx="5682">
                  <c:v>1.2353000000000001</c:v>
                </c:pt>
                <c:pt idx="5683">
                  <c:v>1.2356</c:v>
                </c:pt>
                <c:pt idx="5684">
                  <c:v>1.2359100000000001</c:v>
                </c:pt>
                <c:pt idx="5685">
                  <c:v>1.23621</c:v>
                </c:pt>
                <c:pt idx="5686">
                  <c:v>1.2365200000000001</c:v>
                </c:pt>
                <c:pt idx="5687">
                  <c:v>1.2368300000000001</c:v>
                </c:pt>
                <c:pt idx="5688">
                  <c:v>1.2371300000000001</c:v>
                </c:pt>
                <c:pt idx="5689">
                  <c:v>1.2374400000000001</c:v>
                </c:pt>
                <c:pt idx="5690">
                  <c:v>1.2377400000000001</c:v>
                </c:pt>
                <c:pt idx="5691">
                  <c:v>1.2380500000000001</c:v>
                </c:pt>
                <c:pt idx="5692">
                  <c:v>1.2383500000000001</c:v>
                </c:pt>
                <c:pt idx="5693">
                  <c:v>1.2386600000000001</c:v>
                </c:pt>
                <c:pt idx="5694">
                  <c:v>1.2389600000000001</c:v>
                </c:pt>
                <c:pt idx="5695">
                  <c:v>1.2392700000000001</c:v>
                </c:pt>
                <c:pt idx="5696">
                  <c:v>1.2395700000000001</c:v>
                </c:pt>
                <c:pt idx="5697">
                  <c:v>1.2398800000000001</c:v>
                </c:pt>
                <c:pt idx="5698">
                  <c:v>1.2401899999999999</c:v>
                </c:pt>
                <c:pt idx="5699">
                  <c:v>1.2404900000000001</c:v>
                </c:pt>
                <c:pt idx="5700">
                  <c:v>1.2407999999999999</c:v>
                </c:pt>
                <c:pt idx="5701">
                  <c:v>1.2411000000000001</c:v>
                </c:pt>
                <c:pt idx="5702">
                  <c:v>1.2414099999999999</c:v>
                </c:pt>
                <c:pt idx="5703">
                  <c:v>1.2417100000000001</c:v>
                </c:pt>
                <c:pt idx="5704">
                  <c:v>1.2420199999999999</c:v>
                </c:pt>
                <c:pt idx="5705">
                  <c:v>1.2423200000000001</c:v>
                </c:pt>
                <c:pt idx="5706">
                  <c:v>1.2426299999999999</c:v>
                </c:pt>
                <c:pt idx="5707">
                  <c:v>1.2429300000000001</c:v>
                </c:pt>
                <c:pt idx="5708">
                  <c:v>1.2432399999999999</c:v>
                </c:pt>
                <c:pt idx="5709">
                  <c:v>1.2435400000000001</c:v>
                </c:pt>
                <c:pt idx="5710">
                  <c:v>1.2438499999999999</c:v>
                </c:pt>
                <c:pt idx="5711">
                  <c:v>1.2441599999999999</c:v>
                </c:pt>
                <c:pt idx="5712">
                  <c:v>1.2444599999999999</c:v>
                </c:pt>
                <c:pt idx="5713">
                  <c:v>1.2447699999999999</c:v>
                </c:pt>
                <c:pt idx="5714">
                  <c:v>1.2450699999999999</c:v>
                </c:pt>
                <c:pt idx="5715">
                  <c:v>1.2453799999999999</c:v>
                </c:pt>
                <c:pt idx="5716">
                  <c:v>1.2456799999999999</c:v>
                </c:pt>
                <c:pt idx="5717">
                  <c:v>1.2459899999999999</c:v>
                </c:pt>
                <c:pt idx="5718">
                  <c:v>1.2462899999999999</c:v>
                </c:pt>
                <c:pt idx="5719">
                  <c:v>1.2465999999999999</c:v>
                </c:pt>
                <c:pt idx="5720">
                  <c:v>1.2468999999999999</c:v>
                </c:pt>
                <c:pt idx="5721">
                  <c:v>1.2472099999999999</c:v>
                </c:pt>
                <c:pt idx="5722">
                  <c:v>1.2475099999999999</c:v>
                </c:pt>
                <c:pt idx="5723">
                  <c:v>1.2478199999999999</c:v>
                </c:pt>
                <c:pt idx="5724">
                  <c:v>1.24813</c:v>
                </c:pt>
                <c:pt idx="5725">
                  <c:v>1.2484299999999999</c:v>
                </c:pt>
                <c:pt idx="5726">
                  <c:v>1.24874</c:v>
                </c:pt>
                <c:pt idx="5727">
                  <c:v>1.2490399999999999</c:v>
                </c:pt>
                <c:pt idx="5728">
                  <c:v>1.24935</c:v>
                </c:pt>
                <c:pt idx="5729">
                  <c:v>1.2496499999999999</c:v>
                </c:pt>
                <c:pt idx="5730">
                  <c:v>1.24996</c:v>
                </c:pt>
                <c:pt idx="5731">
                  <c:v>1.2502599999999999</c:v>
                </c:pt>
                <c:pt idx="5732">
                  <c:v>1.25057</c:v>
                </c:pt>
                <c:pt idx="5733">
                  <c:v>1.2508699999999999</c:v>
                </c:pt>
                <c:pt idx="5734">
                  <c:v>1.25118</c:v>
                </c:pt>
                <c:pt idx="5735">
                  <c:v>1.2514799999999999</c:v>
                </c:pt>
                <c:pt idx="5736">
                  <c:v>1.25179</c:v>
                </c:pt>
                <c:pt idx="5737">
                  <c:v>1.2521</c:v>
                </c:pt>
                <c:pt idx="5738">
                  <c:v>1.2524</c:v>
                </c:pt>
                <c:pt idx="5739">
                  <c:v>1.25271</c:v>
                </c:pt>
                <c:pt idx="5740">
                  <c:v>1.25301</c:v>
                </c:pt>
                <c:pt idx="5741">
                  <c:v>1.25332</c:v>
                </c:pt>
                <c:pt idx="5742">
                  <c:v>1.25362</c:v>
                </c:pt>
                <c:pt idx="5743">
                  <c:v>1.25393</c:v>
                </c:pt>
                <c:pt idx="5744">
                  <c:v>1.25423</c:v>
                </c:pt>
                <c:pt idx="5745">
                  <c:v>1.25454</c:v>
                </c:pt>
                <c:pt idx="5746">
                  <c:v>1.25484</c:v>
                </c:pt>
                <c:pt idx="5747">
                  <c:v>1.25515</c:v>
                </c:pt>
                <c:pt idx="5748">
                  <c:v>1.25546</c:v>
                </c:pt>
                <c:pt idx="5749">
                  <c:v>1.25576</c:v>
                </c:pt>
                <c:pt idx="5750">
                  <c:v>1.25607</c:v>
                </c:pt>
                <c:pt idx="5751">
                  <c:v>1.25637</c:v>
                </c:pt>
                <c:pt idx="5752">
                  <c:v>1.25668</c:v>
                </c:pt>
                <c:pt idx="5753">
                  <c:v>1.25698</c:v>
                </c:pt>
                <c:pt idx="5754">
                  <c:v>1.25729</c:v>
                </c:pt>
                <c:pt idx="5755">
                  <c:v>1.25759</c:v>
                </c:pt>
                <c:pt idx="5756">
                  <c:v>1.2579</c:v>
                </c:pt>
                <c:pt idx="5757">
                  <c:v>1.2582</c:v>
                </c:pt>
                <c:pt idx="5758">
                  <c:v>1.25851</c:v>
                </c:pt>
                <c:pt idx="5759">
                  <c:v>1.25881</c:v>
                </c:pt>
                <c:pt idx="5760">
                  <c:v>1.25912</c:v>
                </c:pt>
                <c:pt idx="5761">
                  <c:v>1.25943</c:v>
                </c:pt>
                <c:pt idx="5762">
                  <c:v>1.25973</c:v>
                </c:pt>
                <c:pt idx="5763">
                  <c:v>1.26004</c:v>
                </c:pt>
                <c:pt idx="5764">
                  <c:v>1.26034</c:v>
                </c:pt>
                <c:pt idx="5765">
                  <c:v>1.26065</c:v>
                </c:pt>
                <c:pt idx="5766">
                  <c:v>1.26095</c:v>
                </c:pt>
                <c:pt idx="5767">
                  <c:v>1.26126</c:v>
                </c:pt>
                <c:pt idx="5768">
                  <c:v>1.26156</c:v>
                </c:pt>
                <c:pt idx="5769">
                  <c:v>1.26187</c:v>
                </c:pt>
                <c:pt idx="5770">
                  <c:v>1.26217</c:v>
                </c:pt>
                <c:pt idx="5771">
                  <c:v>1.26248</c:v>
                </c:pt>
                <c:pt idx="5772">
                  <c:v>1.26278</c:v>
                </c:pt>
                <c:pt idx="5773">
                  <c:v>1.26309</c:v>
                </c:pt>
                <c:pt idx="5774">
                  <c:v>1.2634000000000001</c:v>
                </c:pt>
                <c:pt idx="5775">
                  <c:v>1.2637</c:v>
                </c:pt>
                <c:pt idx="5776">
                  <c:v>1.2640100000000001</c:v>
                </c:pt>
                <c:pt idx="5777">
                  <c:v>1.26431</c:v>
                </c:pt>
                <c:pt idx="5778">
                  <c:v>1.2646200000000001</c:v>
                </c:pt>
                <c:pt idx="5779">
                  <c:v>1.26492</c:v>
                </c:pt>
                <c:pt idx="5780">
                  <c:v>1.2652300000000001</c:v>
                </c:pt>
                <c:pt idx="5781">
                  <c:v>1.26553</c:v>
                </c:pt>
                <c:pt idx="5782">
                  <c:v>1.2658400000000001</c:v>
                </c:pt>
                <c:pt idx="5783">
                  <c:v>1.26614</c:v>
                </c:pt>
                <c:pt idx="5784">
                  <c:v>1.2664500000000001</c:v>
                </c:pt>
                <c:pt idx="5785">
                  <c:v>1.26675</c:v>
                </c:pt>
                <c:pt idx="5786">
                  <c:v>1.2670600000000001</c:v>
                </c:pt>
                <c:pt idx="5787">
                  <c:v>1.2673700000000001</c:v>
                </c:pt>
                <c:pt idx="5788">
                  <c:v>1.2676700000000001</c:v>
                </c:pt>
                <c:pt idx="5789">
                  <c:v>1.2679800000000001</c:v>
                </c:pt>
                <c:pt idx="5790">
                  <c:v>1.2682800000000001</c:v>
                </c:pt>
                <c:pt idx="5791">
                  <c:v>1.2685900000000001</c:v>
                </c:pt>
                <c:pt idx="5792">
                  <c:v>1.2688900000000001</c:v>
                </c:pt>
                <c:pt idx="5793">
                  <c:v>1.2692000000000001</c:v>
                </c:pt>
                <c:pt idx="5794">
                  <c:v>1.2695000000000001</c:v>
                </c:pt>
                <c:pt idx="5795">
                  <c:v>1.2698100000000001</c:v>
                </c:pt>
                <c:pt idx="5796">
                  <c:v>1.2701100000000001</c:v>
                </c:pt>
                <c:pt idx="5797">
                  <c:v>1.2704200000000001</c:v>
                </c:pt>
                <c:pt idx="5798">
                  <c:v>1.2707200000000001</c:v>
                </c:pt>
                <c:pt idx="5799">
                  <c:v>1.2710300000000001</c:v>
                </c:pt>
                <c:pt idx="5800">
                  <c:v>1.2713399999999999</c:v>
                </c:pt>
                <c:pt idx="5801">
                  <c:v>1.2716400000000001</c:v>
                </c:pt>
                <c:pt idx="5802">
                  <c:v>1.2719499999999999</c:v>
                </c:pt>
                <c:pt idx="5803">
                  <c:v>1.2722500000000001</c:v>
                </c:pt>
                <c:pt idx="5804">
                  <c:v>1.2725599999999999</c:v>
                </c:pt>
                <c:pt idx="5805">
                  <c:v>1.2728600000000001</c:v>
                </c:pt>
                <c:pt idx="5806">
                  <c:v>1.2731699999999999</c:v>
                </c:pt>
                <c:pt idx="5807">
                  <c:v>1.2734700000000001</c:v>
                </c:pt>
                <c:pt idx="5808">
                  <c:v>1.2737799999999999</c:v>
                </c:pt>
                <c:pt idx="5809">
                  <c:v>1.2740800000000001</c:v>
                </c:pt>
                <c:pt idx="5810">
                  <c:v>1.2743899999999999</c:v>
                </c:pt>
                <c:pt idx="5811">
                  <c:v>1.2746999999999999</c:v>
                </c:pt>
                <c:pt idx="5812">
                  <c:v>1.2749999999999999</c:v>
                </c:pt>
                <c:pt idx="5813">
                  <c:v>1.2753099999999999</c:v>
                </c:pt>
                <c:pt idx="5814">
                  <c:v>1.2756099999999999</c:v>
                </c:pt>
                <c:pt idx="5815">
                  <c:v>1.2759199999999999</c:v>
                </c:pt>
                <c:pt idx="5816">
                  <c:v>1.2762199999999999</c:v>
                </c:pt>
                <c:pt idx="5817">
                  <c:v>1.2765299999999999</c:v>
                </c:pt>
                <c:pt idx="5818">
                  <c:v>1.2768299999999999</c:v>
                </c:pt>
                <c:pt idx="5819">
                  <c:v>1.2771399999999999</c:v>
                </c:pt>
                <c:pt idx="5820">
                  <c:v>1.2774399999999999</c:v>
                </c:pt>
                <c:pt idx="5821">
                  <c:v>1.2777499999999999</c:v>
                </c:pt>
                <c:pt idx="5822">
                  <c:v>1.2780499999999999</c:v>
                </c:pt>
                <c:pt idx="5823">
                  <c:v>1.2783599999999999</c:v>
                </c:pt>
                <c:pt idx="5824">
                  <c:v>1.27867</c:v>
                </c:pt>
                <c:pt idx="5825">
                  <c:v>1.2789699999999999</c:v>
                </c:pt>
                <c:pt idx="5826">
                  <c:v>1.27928</c:v>
                </c:pt>
                <c:pt idx="5827">
                  <c:v>1.2795799999999999</c:v>
                </c:pt>
                <c:pt idx="5828">
                  <c:v>1.27989</c:v>
                </c:pt>
                <c:pt idx="5829">
                  <c:v>1.2801899999999999</c:v>
                </c:pt>
                <c:pt idx="5830">
                  <c:v>1.2805</c:v>
                </c:pt>
                <c:pt idx="5831">
                  <c:v>1.2807999999999999</c:v>
                </c:pt>
                <c:pt idx="5832">
                  <c:v>1.28111</c:v>
                </c:pt>
                <c:pt idx="5833">
                  <c:v>1.2814099999999999</c:v>
                </c:pt>
                <c:pt idx="5834">
                  <c:v>1.28172</c:v>
                </c:pt>
                <c:pt idx="5835">
                  <c:v>1.2820199999999999</c:v>
                </c:pt>
                <c:pt idx="5836">
                  <c:v>1.28233</c:v>
                </c:pt>
                <c:pt idx="5837">
                  <c:v>1.28264</c:v>
                </c:pt>
                <c:pt idx="5838">
                  <c:v>1.28294</c:v>
                </c:pt>
                <c:pt idx="5839">
                  <c:v>1.28325</c:v>
                </c:pt>
                <c:pt idx="5840">
                  <c:v>1.28355</c:v>
                </c:pt>
                <c:pt idx="5841">
                  <c:v>1.28386</c:v>
                </c:pt>
                <c:pt idx="5842">
                  <c:v>1.28416</c:v>
                </c:pt>
                <c:pt idx="5843">
                  <c:v>1.28447</c:v>
                </c:pt>
                <c:pt idx="5844">
                  <c:v>1.28477</c:v>
                </c:pt>
                <c:pt idx="5845">
                  <c:v>1.28508</c:v>
                </c:pt>
                <c:pt idx="5846">
                  <c:v>1.28538</c:v>
                </c:pt>
                <c:pt idx="5847">
                  <c:v>1.28569</c:v>
                </c:pt>
                <c:pt idx="5848">
                  <c:v>1.28599</c:v>
                </c:pt>
                <c:pt idx="5849">
                  <c:v>1.2863</c:v>
                </c:pt>
                <c:pt idx="5850">
                  <c:v>1.28661</c:v>
                </c:pt>
                <c:pt idx="5851">
                  <c:v>1.28691</c:v>
                </c:pt>
                <c:pt idx="5852">
                  <c:v>1.28722</c:v>
                </c:pt>
                <c:pt idx="5853">
                  <c:v>1.28752</c:v>
                </c:pt>
                <c:pt idx="5854">
                  <c:v>1.28783</c:v>
                </c:pt>
                <c:pt idx="5855">
                  <c:v>1.28813</c:v>
                </c:pt>
                <c:pt idx="5856">
                  <c:v>1.28844</c:v>
                </c:pt>
                <c:pt idx="5857">
                  <c:v>1.28874</c:v>
                </c:pt>
                <c:pt idx="5858">
                  <c:v>1.28905</c:v>
                </c:pt>
                <c:pt idx="5859">
                  <c:v>1.28935</c:v>
                </c:pt>
                <c:pt idx="5860">
                  <c:v>1.28966</c:v>
                </c:pt>
                <c:pt idx="5861">
                  <c:v>1.28996</c:v>
                </c:pt>
                <c:pt idx="5862">
                  <c:v>1.29027</c:v>
                </c:pt>
                <c:pt idx="5863">
                  <c:v>1.2905800000000001</c:v>
                </c:pt>
                <c:pt idx="5864">
                  <c:v>1.29088</c:v>
                </c:pt>
                <c:pt idx="5865">
                  <c:v>1.2911900000000001</c:v>
                </c:pt>
                <c:pt idx="5866">
                  <c:v>1.29149</c:v>
                </c:pt>
                <c:pt idx="5867">
                  <c:v>1.2918000000000001</c:v>
                </c:pt>
                <c:pt idx="5868">
                  <c:v>1.2921</c:v>
                </c:pt>
                <c:pt idx="5869">
                  <c:v>1.2924100000000001</c:v>
                </c:pt>
                <c:pt idx="5870">
                  <c:v>1.29271</c:v>
                </c:pt>
                <c:pt idx="5871">
                  <c:v>1.2930200000000001</c:v>
                </c:pt>
                <c:pt idx="5872">
                  <c:v>1.29332</c:v>
                </c:pt>
                <c:pt idx="5873">
                  <c:v>1.2936300000000001</c:v>
                </c:pt>
                <c:pt idx="5874">
                  <c:v>1.2939400000000001</c:v>
                </c:pt>
                <c:pt idx="5875">
                  <c:v>1.2942400000000001</c:v>
                </c:pt>
                <c:pt idx="5876">
                  <c:v>1.2945500000000001</c:v>
                </c:pt>
                <c:pt idx="5877">
                  <c:v>1.2948500000000001</c:v>
                </c:pt>
                <c:pt idx="5878">
                  <c:v>1.2951600000000001</c:v>
                </c:pt>
                <c:pt idx="5879">
                  <c:v>1.2954600000000001</c:v>
                </c:pt>
                <c:pt idx="5880">
                  <c:v>1.2957700000000001</c:v>
                </c:pt>
                <c:pt idx="5881">
                  <c:v>1.2960700000000001</c:v>
                </c:pt>
                <c:pt idx="5882">
                  <c:v>1.2963800000000001</c:v>
                </c:pt>
                <c:pt idx="5883">
                  <c:v>1.2966800000000001</c:v>
                </c:pt>
                <c:pt idx="5884">
                  <c:v>1.2969900000000001</c:v>
                </c:pt>
                <c:pt idx="5885">
                  <c:v>1.2972900000000001</c:v>
                </c:pt>
                <c:pt idx="5886">
                  <c:v>1.2976000000000001</c:v>
                </c:pt>
                <c:pt idx="5887">
                  <c:v>1.2979099999999999</c:v>
                </c:pt>
                <c:pt idx="5888">
                  <c:v>1.2982100000000001</c:v>
                </c:pt>
                <c:pt idx="5889">
                  <c:v>1.2985199999999999</c:v>
                </c:pt>
                <c:pt idx="5890">
                  <c:v>1.2988200000000001</c:v>
                </c:pt>
                <c:pt idx="5891">
                  <c:v>1.2991299999999999</c:v>
                </c:pt>
                <c:pt idx="5892">
                  <c:v>1.2994300000000001</c:v>
                </c:pt>
                <c:pt idx="5893">
                  <c:v>1.2997399999999999</c:v>
                </c:pt>
                <c:pt idx="5894">
                  <c:v>1.3000400000000001</c:v>
                </c:pt>
                <c:pt idx="5895">
                  <c:v>1.3003499999999999</c:v>
                </c:pt>
                <c:pt idx="5896">
                  <c:v>1.3006500000000001</c:v>
                </c:pt>
                <c:pt idx="5897">
                  <c:v>1.3009599999999999</c:v>
                </c:pt>
                <c:pt idx="5898">
                  <c:v>1.3012600000000001</c:v>
                </c:pt>
                <c:pt idx="5899">
                  <c:v>1.3015699999999999</c:v>
                </c:pt>
                <c:pt idx="5900">
                  <c:v>1.3018799999999999</c:v>
                </c:pt>
                <c:pt idx="5901">
                  <c:v>1.3021799999999999</c:v>
                </c:pt>
                <c:pt idx="5902">
                  <c:v>1.3024899999999999</c:v>
                </c:pt>
                <c:pt idx="5903">
                  <c:v>1.3027899999999999</c:v>
                </c:pt>
                <c:pt idx="5904">
                  <c:v>1.3030999999999999</c:v>
                </c:pt>
                <c:pt idx="5905">
                  <c:v>1.3033999999999999</c:v>
                </c:pt>
                <c:pt idx="5906">
                  <c:v>1.3037099999999999</c:v>
                </c:pt>
                <c:pt idx="5907">
                  <c:v>1.3040099999999999</c:v>
                </c:pt>
                <c:pt idx="5908">
                  <c:v>1.3043199999999999</c:v>
                </c:pt>
                <c:pt idx="5909">
                  <c:v>1.3046199999999999</c:v>
                </c:pt>
                <c:pt idx="5910">
                  <c:v>1.3049299999999999</c:v>
                </c:pt>
                <c:pt idx="5911">
                  <c:v>1.3052299999999999</c:v>
                </c:pt>
                <c:pt idx="5912">
                  <c:v>1.3055399999999999</c:v>
                </c:pt>
                <c:pt idx="5913">
                  <c:v>1.30585</c:v>
                </c:pt>
                <c:pt idx="5914">
                  <c:v>1.3061499999999999</c:v>
                </c:pt>
                <c:pt idx="5915">
                  <c:v>1.30646</c:v>
                </c:pt>
                <c:pt idx="5916">
                  <c:v>1.3067599999999999</c:v>
                </c:pt>
                <c:pt idx="5917">
                  <c:v>1.30707</c:v>
                </c:pt>
                <c:pt idx="5918">
                  <c:v>1.3073699999999999</c:v>
                </c:pt>
                <c:pt idx="5919">
                  <c:v>1.30768</c:v>
                </c:pt>
                <c:pt idx="5920">
                  <c:v>1.3079799999999999</c:v>
                </c:pt>
                <c:pt idx="5921">
                  <c:v>1.30829</c:v>
                </c:pt>
                <c:pt idx="5922">
                  <c:v>1.3085899999999999</c:v>
                </c:pt>
                <c:pt idx="5923">
                  <c:v>1.3089</c:v>
                </c:pt>
                <c:pt idx="5924">
                  <c:v>1.30921</c:v>
                </c:pt>
                <c:pt idx="5925">
                  <c:v>1.30951</c:v>
                </c:pt>
                <c:pt idx="5926">
                  <c:v>1.30982</c:v>
                </c:pt>
                <c:pt idx="5927">
                  <c:v>1.31012</c:v>
                </c:pt>
                <c:pt idx="5928">
                  <c:v>1.31043</c:v>
                </c:pt>
                <c:pt idx="5929">
                  <c:v>1.31073</c:v>
                </c:pt>
                <c:pt idx="5930">
                  <c:v>1.31104</c:v>
                </c:pt>
                <c:pt idx="5931">
                  <c:v>1.31134</c:v>
                </c:pt>
                <c:pt idx="5932">
                  <c:v>1.31165</c:v>
                </c:pt>
                <c:pt idx="5933">
                  <c:v>1.3119499999999999</c:v>
                </c:pt>
                <c:pt idx="5934">
                  <c:v>1.31226</c:v>
                </c:pt>
                <c:pt idx="5935">
                  <c:v>1.3125599999999999</c:v>
                </c:pt>
                <c:pt idx="5936">
                  <c:v>1.31287</c:v>
                </c:pt>
                <c:pt idx="5937">
                  <c:v>1.31318</c:v>
                </c:pt>
                <c:pt idx="5938">
                  <c:v>1.31348</c:v>
                </c:pt>
                <c:pt idx="5939">
                  <c:v>1.31379</c:v>
                </c:pt>
                <c:pt idx="5940">
                  <c:v>1.31409</c:v>
                </c:pt>
                <c:pt idx="5941">
                  <c:v>1.3144</c:v>
                </c:pt>
                <c:pt idx="5942">
                  <c:v>1.3147</c:v>
                </c:pt>
                <c:pt idx="5943">
                  <c:v>1.31501</c:v>
                </c:pt>
                <c:pt idx="5944">
                  <c:v>1.31531</c:v>
                </c:pt>
                <c:pt idx="5945">
                  <c:v>1.31562</c:v>
                </c:pt>
                <c:pt idx="5946">
                  <c:v>1.31592</c:v>
                </c:pt>
                <c:pt idx="5947">
                  <c:v>1.31623</c:v>
                </c:pt>
                <c:pt idx="5948">
                  <c:v>1.31653</c:v>
                </c:pt>
                <c:pt idx="5949">
                  <c:v>1.31684</c:v>
                </c:pt>
                <c:pt idx="5950">
                  <c:v>1.31715</c:v>
                </c:pt>
                <c:pt idx="5951">
                  <c:v>1.31745</c:v>
                </c:pt>
                <c:pt idx="5952">
                  <c:v>1.31776</c:v>
                </c:pt>
                <c:pt idx="5953">
                  <c:v>1.31806</c:v>
                </c:pt>
                <c:pt idx="5954">
                  <c:v>1.31837</c:v>
                </c:pt>
                <c:pt idx="5955">
                  <c:v>1.31867</c:v>
                </c:pt>
                <c:pt idx="5956">
                  <c:v>1.31898</c:v>
                </c:pt>
                <c:pt idx="5957">
                  <c:v>1.31928</c:v>
                </c:pt>
                <c:pt idx="5958">
                  <c:v>1.31959</c:v>
                </c:pt>
                <c:pt idx="5959">
                  <c:v>1.31989</c:v>
                </c:pt>
                <c:pt idx="5960">
                  <c:v>1.3202</c:v>
                </c:pt>
                <c:pt idx="5961">
                  <c:v>1.3205</c:v>
                </c:pt>
                <c:pt idx="5962">
                  <c:v>1.32081</c:v>
                </c:pt>
                <c:pt idx="5963">
                  <c:v>1.3211200000000001</c:v>
                </c:pt>
                <c:pt idx="5964">
                  <c:v>1.32142</c:v>
                </c:pt>
                <c:pt idx="5965">
                  <c:v>1.3217300000000001</c:v>
                </c:pt>
                <c:pt idx="5966">
                  <c:v>1.32203</c:v>
                </c:pt>
                <c:pt idx="5967">
                  <c:v>1.3223400000000001</c:v>
                </c:pt>
                <c:pt idx="5968">
                  <c:v>1.32264</c:v>
                </c:pt>
                <c:pt idx="5969">
                  <c:v>1.3229500000000001</c:v>
                </c:pt>
                <c:pt idx="5970">
                  <c:v>1.32325</c:v>
                </c:pt>
                <c:pt idx="5971">
                  <c:v>1.3235600000000001</c:v>
                </c:pt>
                <c:pt idx="5972">
                  <c:v>1.32386</c:v>
                </c:pt>
                <c:pt idx="5973">
                  <c:v>1.3241700000000001</c:v>
                </c:pt>
                <c:pt idx="5974">
                  <c:v>1.32447</c:v>
                </c:pt>
                <c:pt idx="5975">
                  <c:v>1.3247800000000001</c:v>
                </c:pt>
                <c:pt idx="5976">
                  <c:v>1.3250900000000001</c:v>
                </c:pt>
                <c:pt idx="5977">
                  <c:v>1.3253900000000001</c:v>
                </c:pt>
                <c:pt idx="5978">
                  <c:v>1.3257000000000001</c:v>
                </c:pt>
                <c:pt idx="5979">
                  <c:v>1.3260000000000001</c:v>
                </c:pt>
                <c:pt idx="5980">
                  <c:v>1.3263100000000001</c:v>
                </c:pt>
                <c:pt idx="5981">
                  <c:v>1.3266100000000001</c:v>
                </c:pt>
                <c:pt idx="5982">
                  <c:v>1.3269200000000001</c:v>
                </c:pt>
                <c:pt idx="5983">
                  <c:v>1.3272200000000001</c:v>
                </c:pt>
                <c:pt idx="5984">
                  <c:v>1.3275300000000001</c:v>
                </c:pt>
                <c:pt idx="5985">
                  <c:v>1.3278300000000001</c:v>
                </c:pt>
                <c:pt idx="5986">
                  <c:v>1.3281400000000001</c:v>
                </c:pt>
                <c:pt idx="5987">
                  <c:v>1.3284499999999999</c:v>
                </c:pt>
                <c:pt idx="5988">
                  <c:v>1.3287500000000001</c:v>
                </c:pt>
                <c:pt idx="5989">
                  <c:v>1.3290599999999999</c:v>
                </c:pt>
                <c:pt idx="5990">
                  <c:v>1.3293600000000001</c:v>
                </c:pt>
                <c:pt idx="5991">
                  <c:v>1.3296699999999999</c:v>
                </c:pt>
                <c:pt idx="5992">
                  <c:v>1.3299700000000001</c:v>
                </c:pt>
                <c:pt idx="5993">
                  <c:v>1.3302799999999999</c:v>
                </c:pt>
                <c:pt idx="5994">
                  <c:v>1.3305800000000001</c:v>
                </c:pt>
                <c:pt idx="5995">
                  <c:v>1.3308899999999999</c:v>
                </c:pt>
                <c:pt idx="5996">
                  <c:v>1.3311900000000001</c:v>
                </c:pt>
                <c:pt idx="5997">
                  <c:v>1.3314999999999999</c:v>
                </c:pt>
                <c:pt idx="5998">
                  <c:v>1.3318000000000001</c:v>
                </c:pt>
                <c:pt idx="5999">
                  <c:v>1.3321099999999999</c:v>
                </c:pt>
                <c:pt idx="6000">
                  <c:v>1.3324199999999999</c:v>
                </c:pt>
                <c:pt idx="6001">
                  <c:v>1.3327199999999999</c:v>
                </c:pt>
                <c:pt idx="6002">
                  <c:v>1.3330299999999999</c:v>
                </c:pt>
                <c:pt idx="6003">
                  <c:v>1.3333299999999999</c:v>
                </c:pt>
                <c:pt idx="6004">
                  <c:v>1.3336399999999999</c:v>
                </c:pt>
                <c:pt idx="6005">
                  <c:v>1.3339399999999999</c:v>
                </c:pt>
                <c:pt idx="6006">
                  <c:v>1.3342499999999999</c:v>
                </c:pt>
                <c:pt idx="6007">
                  <c:v>1.3345499999999999</c:v>
                </c:pt>
                <c:pt idx="6008">
                  <c:v>1.3348599999999999</c:v>
                </c:pt>
                <c:pt idx="6009">
                  <c:v>1.3351599999999999</c:v>
                </c:pt>
                <c:pt idx="6010">
                  <c:v>1.3354699999999999</c:v>
                </c:pt>
                <c:pt idx="6011">
                  <c:v>1.3357699999999999</c:v>
                </c:pt>
                <c:pt idx="6012">
                  <c:v>1.3360799999999999</c:v>
                </c:pt>
                <c:pt idx="6013">
                  <c:v>1.33639</c:v>
                </c:pt>
                <c:pt idx="6014">
                  <c:v>1.3366899999999999</c:v>
                </c:pt>
                <c:pt idx="6015">
                  <c:v>1.337</c:v>
                </c:pt>
                <c:pt idx="6016">
                  <c:v>1.3372999999999999</c:v>
                </c:pt>
                <c:pt idx="6017">
                  <c:v>1.33761</c:v>
                </c:pt>
                <c:pt idx="6018">
                  <c:v>1.3379099999999999</c:v>
                </c:pt>
                <c:pt idx="6019">
                  <c:v>1.33822</c:v>
                </c:pt>
                <c:pt idx="6020">
                  <c:v>1.3385199999999999</c:v>
                </c:pt>
                <c:pt idx="6021">
                  <c:v>1.33883</c:v>
                </c:pt>
                <c:pt idx="6022">
                  <c:v>1.3391299999999999</c:v>
                </c:pt>
                <c:pt idx="6023">
                  <c:v>1.33944</c:v>
                </c:pt>
                <c:pt idx="6024">
                  <c:v>1.3397399999999999</c:v>
                </c:pt>
                <c:pt idx="6025">
                  <c:v>1.34005</c:v>
                </c:pt>
                <c:pt idx="6026">
                  <c:v>1.34036</c:v>
                </c:pt>
                <c:pt idx="6027">
                  <c:v>1.34066</c:v>
                </c:pt>
                <c:pt idx="6028">
                  <c:v>1.34097</c:v>
                </c:pt>
                <c:pt idx="6029">
                  <c:v>1.34127</c:v>
                </c:pt>
                <c:pt idx="6030">
                  <c:v>1.34158</c:v>
                </c:pt>
                <c:pt idx="6031">
                  <c:v>1.34188</c:v>
                </c:pt>
                <c:pt idx="6032">
                  <c:v>1.34219</c:v>
                </c:pt>
                <c:pt idx="6033">
                  <c:v>1.34249</c:v>
                </c:pt>
                <c:pt idx="6034">
                  <c:v>1.3428</c:v>
                </c:pt>
                <c:pt idx="6035">
                  <c:v>1.3431</c:v>
                </c:pt>
                <c:pt idx="6036">
                  <c:v>1.34341</c:v>
                </c:pt>
                <c:pt idx="6037">
                  <c:v>1.34371</c:v>
                </c:pt>
                <c:pt idx="6038">
                  <c:v>1.34402</c:v>
                </c:pt>
                <c:pt idx="6039">
                  <c:v>1.34433</c:v>
                </c:pt>
                <c:pt idx="6040">
                  <c:v>1.34463</c:v>
                </c:pt>
                <c:pt idx="6041">
                  <c:v>1.34494</c:v>
                </c:pt>
                <c:pt idx="6042">
                  <c:v>1.34524</c:v>
                </c:pt>
                <c:pt idx="6043">
                  <c:v>1.34555</c:v>
                </c:pt>
                <c:pt idx="6044">
                  <c:v>1.34585</c:v>
                </c:pt>
                <c:pt idx="6045">
                  <c:v>1.34616</c:v>
                </c:pt>
                <c:pt idx="6046">
                  <c:v>1.34646</c:v>
                </c:pt>
                <c:pt idx="6047">
                  <c:v>1.34677</c:v>
                </c:pt>
                <c:pt idx="6048">
                  <c:v>1.34707</c:v>
                </c:pt>
                <c:pt idx="6049">
                  <c:v>1.34738</c:v>
                </c:pt>
                <c:pt idx="6050">
                  <c:v>1.3476900000000001</c:v>
                </c:pt>
                <c:pt idx="6051">
                  <c:v>1.34799</c:v>
                </c:pt>
                <c:pt idx="6052">
                  <c:v>1.3483000000000001</c:v>
                </c:pt>
                <c:pt idx="6053">
                  <c:v>1.3486</c:v>
                </c:pt>
                <c:pt idx="6054">
                  <c:v>1.3489100000000001</c:v>
                </c:pt>
                <c:pt idx="6055">
                  <c:v>1.34921</c:v>
                </c:pt>
                <c:pt idx="6056">
                  <c:v>1.3495200000000001</c:v>
                </c:pt>
                <c:pt idx="6057">
                  <c:v>1.34982</c:v>
                </c:pt>
                <c:pt idx="6058">
                  <c:v>1.3501300000000001</c:v>
                </c:pt>
                <c:pt idx="6059">
                  <c:v>1.35043</c:v>
                </c:pt>
                <c:pt idx="6060">
                  <c:v>1.3507400000000001</c:v>
                </c:pt>
                <c:pt idx="6061">
                  <c:v>1.35104</c:v>
                </c:pt>
                <c:pt idx="6062">
                  <c:v>1.3513500000000001</c:v>
                </c:pt>
                <c:pt idx="6063">
                  <c:v>1.3516600000000001</c:v>
                </c:pt>
                <c:pt idx="6064">
                  <c:v>1.3519600000000001</c:v>
                </c:pt>
                <c:pt idx="6065">
                  <c:v>1.3522700000000001</c:v>
                </c:pt>
                <c:pt idx="6066">
                  <c:v>1.3525700000000001</c:v>
                </c:pt>
                <c:pt idx="6067">
                  <c:v>1.3528800000000001</c:v>
                </c:pt>
                <c:pt idx="6068">
                  <c:v>1.35318</c:v>
                </c:pt>
                <c:pt idx="6069">
                  <c:v>1.3534900000000001</c:v>
                </c:pt>
                <c:pt idx="6070">
                  <c:v>1.35379</c:v>
                </c:pt>
                <c:pt idx="6071">
                  <c:v>1.3541000000000001</c:v>
                </c:pt>
                <c:pt idx="6072">
                  <c:v>1.3544</c:v>
                </c:pt>
                <c:pt idx="6073">
                  <c:v>1.3547100000000001</c:v>
                </c:pt>
                <c:pt idx="6074">
                  <c:v>1.35501</c:v>
                </c:pt>
                <c:pt idx="6075">
                  <c:v>1.3553200000000001</c:v>
                </c:pt>
                <c:pt idx="6076">
                  <c:v>1.3556299999999999</c:v>
                </c:pt>
                <c:pt idx="6077">
                  <c:v>1.3559300000000001</c:v>
                </c:pt>
                <c:pt idx="6078">
                  <c:v>1.3562399999999999</c:v>
                </c:pt>
                <c:pt idx="6079">
                  <c:v>1.3565400000000001</c:v>
                </c:pt>
                <c:pt idx="6080">
                  <c:v>1.3568499999999999</c:v>
                </c:pt>
                <c:pt idx="6081">
                  <c:v>1.3571500000000001</c:v>
                </c:pt>
                <c:pt idx="6082">
                  <c:v>1.3574600000000001</c:v>
                </c:pt>
                <c:pt idx="6083">
                  <c:v>1.3577600000000001</c:v>
                </c:pt>
                <c:pt idx="6084">
                  <c:v>1.3580700000000001</c:v>
                </c:pt>
                <c:pt idx="6085">
                  <c:v>1.3583700000000001</c:v>
                </c:pt>
                <c:pt idx="6086">
                  <c:v>1.3586800000000001</c:v>
                </c:pt>
                <c:pt idx="6087">
                  <c:v>1.3589800000000001</c:v>
                </c:pt>
                <c:pt idx="6088">
                  <c:v>1.3592900000000001</c:v>
                </c:pt>
                <c:pt idx="6089">
                  <c:v>1.3595999999999999</c:v>
                </c:pt>
                <c:pt idx="6090">
                  <c:v>1.3599000000000001</c:v>
                </c:pt>
                <c:pt idx="6091">
                  <c:v>1.3602099999999999</c:v>
                </c:pt>
                <c:pt idx="6092">
                  <c:v>1.3605100000000001</c:v>
                </c:pt>
                <c:pt idx="6093">
                  <c:v>1.3608199999999999</c:v>
                </c:pt>
                <c:pt idx="6094">
                  <c:v>1.3611200000000001</c:v>
                </c:pt>
                <c:pt idx="6095">
                  <c:v>1.3614299999999999</c:v>
                </c:pt>
                <c:pt idx="6096">
                  <c:v>1.3617300000000001</c:v>
                </c:pt>
                <c:pt idx="6097">
                  <c:v>1.3620399999999999</c:v>
                </c:pt>
                <c:pt idx="6098">
                  <c:v>1.3623400000000001</c:v>
                </c:pt>
                <c:pt idx="6099">
                  <c:v>1.3626499999999999</c:v>
                </c:pt>
                <c:pt idx="6100">
                  <c:v>1.3629500000000001</c:v>
                </c:pt>
                <c:pt idx="6101">
                  <c:v>1.3632599999999999</c:v>
                </c:pt>
                <c:pt idx="6102">
                  <c:v>1.3635699999999999</c:v>
                </c:pt>
                <c:pt idx="6103">
                  <c:v>1.3638699999999999</c:v>
                </c:pt>
                <c:pt idx="6104">
                  <c:v>1.3641799999999999</c:v>
                </c:pt>
                <c:pt idx="6105">
                  <c:v>1.3644799999999999</c:v>
                </c:pt>
                <c:pt idx="6106">
                  <c:v>1.3647899999999999</c:v>
                </c:pt>
                <c:pt idx="6107">
                  <c:v>1.3650899999999999</c:v>
                </c:pt>
                <c:pt idx="6108">
                  <c:v>1.3653999999999999</c:v>
                </c:pt>
                <c:pt idx="6109">
                  <c:v>1.3656999999999999</c:v>
                </c:pt>
                <c:pt idx="6110">
                  <c:v>1.3660099999999999</c:v>
                </c:pt>
                <c:pt idx="6111">
                  <c:v>1.3663099999999999</c:v>
                </c:pt>
                <c:pt idx="6112">
                  <c:v>1.3666199999999999</c:v>
                </c:pt>
                <c:pt idx="6113">
                  <c:v>1.36693</c:v>
                </c:pt>
                <c:pt idx="6114">
                  <c:v>1.3672299999999999</c:v>
                </c:pt>
                <c:pt idx="6115">
                  <c:v>1.36754</c:v>
                </c:pt>
                <c:pt idx="6116">
                  <c:v>1.3678399999999999</c:v>
                </c:pt>
                <c:pt idx="6117">
                  <c:v>1.36815</c:v>
                </c:pt>
                <c:pt idx="6118">
                  <c:v>1.3684499999999999</c:v>
                </c:pt>
                <c:pt idx="6119">
                  <c:v>1.36876</c:v>
                </c:pt>
                <c:pt idx="6120">
                  <c:v>1.3690599999999999</c:v>
                </c:pt>
                <c:pt idx="6121">
                  <c:v>1.36937</c:v>
                </c:pt>
                <c:pt idx="6122">
                  <c:v>1.3696699999999999</c:v>
                </c:pt>
                <c:pt idx="6123">
                  <c:v>1.36998</c:v>
                </c:pt>
                <c:pt idx="6124">
                  <c:v>1.3702799999999999</c:v>
                </c:pt>
                <c:pt idx="6125">
                  <c:v>1.37059</c:v>
                </c:pt>
                <c:pt idx="6126">
                  <c:v>1.3709</c:v>
                </c:pt>
                <c:pt idx="6127">
                  <c:v>1.3712</c:v>
                </c:pt>
                <c:pt idx="6128">
                  <c:v>1.37151</c:v>
                </c:pt>
                <c:pt idx="6129">
                  <c:v>1.37181</c:v>
                </c:pt>
                <c:pt idx="6130">
                  <c:v>1.37212</c:v>
                </c:pt>
                <c:pt idx="6131">
                  <c:v>1.37242</c:v>
                </c:pt>
                <c:pt idx="6132">
                  <c:v>1.37273</c:v>
                </c:pt>
                <c:pt idx="6133">
                  <c:v>1.37303</c:v>
                </c:pt>
                <c:pt idx="6134">
                  <c:v>1.37334</c:v>
                </c:pt>
                <c:pt idx="6135">
                  <c:v>1.37364</c:v>
                </c:pt>
                <c:pt idx="6136">
                  <c:v>1.37395</c:v>
                </c:pt>
                <c:pt idx="6137">
                  <c:v>1.37425</c:v>
                </c:pt>
                <c:pt idx="6138">
                  <c:v>1.37456</c:v>
                </c:pt>
                <c:pt idx="6139">
                  <c:v>1.37487</c:v>
                </c:pt>
                <c:pt idx="6140">
                  <c:v>1.37517</c:v>
                </c:pt>
                <c:pt idx="6141">
                  <c:v>1.37548</c:v>
                </c:pt>
                <c:pt idx="6142">
                  <c:v>1.37578</c:v>
                </c:pt>
                <c:pt idx="6143">
                  <c:v>1.37609</c:v>
                </c:pt>
                <c:pt idx="6144">
                  <c:v>1.37639</c:v>
                </c:pt>
                <c:pt idx="6145">
                  <c:v>1.3767</c:v>
                </c:pt>
                <c:pt idx="6146">
                  <c:v>1.377</c:v>
                </c:pt>
                <c:pt idx="6147">
                  <c:v>1.37731</c:v>
                </c:pt>
                <c:pt idx="6148">
                  <c:v>1.37761</c:v>
                </c:pt>
                <c:pt idx="6149">
                  <c:v>1.37792</c:v>
                </c:pt>
                <c:pt idx="6150">
                  <c:v>1.37822</c:v>
                </c:pt>
                <c:pt idx="6151">
                  <c:v>1.37853</c:v>
                </c:pt>
                <c:pt idx="6152">
                  <c:v>1.3788400000000001</c:v>
                </c:pt>
                <c:pt idx="6153">
                  <c:v>1.37914</c:v>
                </c:pt>
                <c:pt idx="6154">
                  <c:v>1.3794500000000001</c:v>
                </c:pt>
                <c:pt idx="6155">
                  <c:v>1.37975</c:v>
                </c:pt>
                <c:pt idx="6156">
                  <c:v>1.3800600000000001</c:v>
                </c:pt>
                <c:pt idx="6157">
                  <c:v>1.38036</c:v>
                </c:pt>
                <c:pt idx="6158">
                  <c:v>1.3806700000000001</c:v>
                </c:pt>
                <c:pt idx="6159">
                  <c:v>1.38097</c:v>
                </c:pt>
                <c:pt idx="6160">
                  <c:v>1.3812800000000001</c:v>
                </c:pt>
                <c:pt idx="6161">
                  <c:v>1.38158</c:v>
                </c:pt>
                <c:pt idx="6162">
                  <c:v>1.3818900000000001</c:v>
                </c:pt>
                <c:pt idx="6163">
                  <c:v>1.3822000000000001</c:v>
                </c:pt>
                <c:pt idx="6164">
                  <c:v>1.3825000000000001</c:v>
                </c:pt>
                <c:pt idx="6165">
                  <c:v>1.3828100000000001</c:v>
                </c:pt>
                <c:pt idx="6166">
                  <c:v>1.3831100000000001</c:v>
                </c:pt>
                <c:pt idx="6167">
                  <c:v>1.3834200000000001</c:v>
                </c:pt>
                <c:pt idx="6168">
                  <c:v>1.3837200000000001</c:v>
                </c:pt>
                <c:pt idx="6169">
                  <c:v>1.3840300000000001</c:v>
                </c:pt>
                <c:pt idx="6170">
                  <c:v>1.3843300000000001</c:v>
                </c:pt>
                <c:pt idx="6171">
                  <c:v>1.3846400000000001</c:v>
                </c:pt>
                <c:pt idx="6172">
                  <c:v>1.3849400000000001</c:v>
                </c:pt>
                <c:pt idx="6173">
                  <c:v>1.3852500000000001</c:v>
                </c:pt>
                <c:pt idx="6174">
                  <c:v>1.3855500000000001</c:v>
                </c:pt>
                <c:pt idx="6175">
                  <c:v>1.3858600000000001</c:v>
                </c:pt>
                <c:pt idx="6176">
                  <c:v>1.3861699999999999</c:v>
                </c:pt>
                <c:pt idx="6177">
                  <c:v>1.3864700000000001</c:v>
                </c:pt>
                <c:pt idx="6178">
                  <c:v>1.3867799999999999</c:v>
                </c:pt>
                <c:pt idx="6179">
                  <c:v>1.3870800000000001</c:v>
                </c:pt>
                <c:pt idx="6180">
                  <c:v>1.3873899999999999</c:v>
                </c:pt>
                <c:pt idx="6181">
                  <c:v>1.3876900000000001</c:v>
                </c:pt>
                <c:pt idx="6182">
                  <c:v>1.3879999999999999</c:v>
                </c:pt>
                <c:pt idx="6183">
                  <c:v>1.3883000000000001</c:v>
                </c:pt>
                <c:pt idx="6184">
                  <c:v>1.3886099999999999</c:v>
                </c:pt>
                <c:pt idx="6185">
                  <c:v>1.3889100000000001</c:v>
                </c:pt>
                <c:pt idx="6186">
                  <c:v>1.3892199999999999</c:v>
                </c:pt>
                <c:pt idx="6187">
                  <c:v>1.3895200000000001</c:v>
                </c:pt>
                <c:pt idx="6188">
                  <c:v>1.3898299999999999</c:v>
                </c:pt>
                <c:pt idx="6189">
                  <c:v>1.3901399999999999</c:v>
                </c:pt>
                <c:pt idx="6190">
                  <c:v>1.3904399999999999</c:v>
                </c:pt>
                <c:pt idx="6191">
                  <c:v>1.3907499999999999</c:v>
                </c:pt>
                <c:pt idx="6192">
                  <c:v>1.3910499999999999</c:v>
                </c:pt>
                <c:pt idx="6193">
                  <c:v>1.3913599999999999</c:v>
                </c:pt>
                <c:pt idx="6194">
                  <c:v>1.3916599999999999</c:v>
                </c:pt>
                <c:pt idx="6195">
                  <c:v>1.3919699999999999</c:v>
                </c:pt>
                <c:pt idx="6196">
                  <c:v>1.3922699999999999</c:v>
                </c:pt>
                <c:pt idx="6197">
                  <c:v>1.3925799999999999</c:v>
                </c:pt>
                <c:pt idx="6198">
                  <c:v>1.3928799999999999</c:v>
                </c:pt>
                <c:pt idx="6199">
                  <c:v>1.3931899999999999</c:v>
                </c:pt>
                <c:pt idx="6200">
                  <c:v>1.3934899999999999</c:v>
                </c:pt>
                <c:pt idx="6201">
                  <c:v>1.3937999999999999</c:v>
                </c:pt>
                <c:pt idx="6202">
                  <c:v>1.39411</c:v>
                </c:pt>
                <c:pt idx="6203">
                  <c:v>1.3944099999999999</c:v>
                </c:pt>
                <c:pt idx="6204">
                  <c:v>1.39472</c:v>
                </c:pt>
                <c:pt idx="6205">
                  <c:v>1.3950199999999999</c:v>
                </c:pt>
                <c:pt idx="6206">
                  <c:v>1.39533</c:v>
                </c:pt>
                <c:pt idx="6207">
                  <c:v>1.3956299999999999</c:v>
                </c:pt>
                <c:pt idx="6208">
                  <c:v>1.39594</c:v>
                </c:pt>
                <c:pt idx="6209">
                  <c:v>1.3962399999999999</c:v>
                </c:pt>
                <c:pt idx="6210">
                  <c:v>1.39655</c:v>
                </c:pt>
                <c:pt idx="6211">
                  <c:v>1.3968499999999999</c:v>
                </c:pt>
                <c:pt idx="6212">
                  <c:v>1.39716</c:v>
                </c:pt>
                <c:pt idx="6213">
                  <c:v>1.3974599999999999</c:v>
                </c:pt>
                <c:pt idx="6214">
                  <c:v>1.39777</c:v>
                </c:pt>
                <c:pt idx="6215">
                  <c:v>1.39808</c:v>
                </c:pt>
                <c:pt idx="6216">
                  <c:v>1.39838</c:v>
                </c:pt>
                <c:pt idx="6217">
                  <c:v>1.39869</c:v>
                </c:pt>
                <c:pt idx="6218">
                  <c:v>1.39899</c:v>
                </c:pt>
                <c:pt idx="6219">
                  <c:v>1.3993</c:v>
                </c:pt>
                <c:pt idx="6220">
                  <c:v>1.3996</c:v>
                </c:pt>
                <c:pt idx="6221">
                  <c:v>1.39991</c:v>
                </c:pt>
                <c:pt idx="6222">
                  <c:v>1.40021</c:v>
                </c:pt>
                <c:pt idx="6223">
                  <c:v>1.40052</c:v>
                </c:pt>
                <c:pt idx="6224">
                  <c:v>1.40082</c:v>
                </c:pt>
                <c:pt idx="6225">
                  <c:v>1.40113</c:v>
                </c:pt>
                <c:pt idx="6226">
                  <c:v>1.40144</c:v>
                </c:pt>
                <c:pt idx="6227">
                  <c:v>1.40174</c:v>
                </c:pt>
                <c:pt idx="6228">
                  <c:v>1.40205</c:v>
                </c:pt>
                <c:pt idx="6229">
                  <c:v>1.40235</c:v>
                </c:pt>
                <c:pt idx="6230">
                  <c:v>1.40266</c:v>
                </c:pt>
                <c:pt idx="6231">
                  <c:v>1.40296</c:v>
                </c:pt>
                <c:pt idx="6232">
                  <c:v>1.40327</c:v>
                </c:pt>
                <c:pt idx="6233">
                  <c:v>1.40357</c:v>
                </c:pt>
                <c:pt idx="6234">
                  <c:v>1.40388</c:v>
                </c:pt>
                <c:pt idx="6235">
                  <c:v>1.40418</c:v>
                </c:pt>
                <c:pt idx="6236">
                  <c:v>1.40449</c:v>
                </c:pt>
                <c:pt idx="6237">
                  <c:v>1.40479</c:v>
                </c:pt>
                <c:pt idx="6238">
                  <c:v>1.4051</c:v>
                </c:pt>
                <c:pt idx="6239">
                  <c:v>1.40541</c:v>
                </c:pt>
                <c:pt idx="6240">
                  <c:v>1.40571</c:v>
                </c:pt>
                <c:pt idx="6241">
                  <c:v>1.40602</c:v>
                </c:pt>
                <c:pt idx="6242">
                  <c:v>1.40632</c:v>
                </c:pt>
                <c:pt idx="6243">
                  <c:v>1.40663</c:v>
                </c:pt>
                <c:pt idx="6244">
                  <c:v>1.40693</c:v>
                </c:pt>
                <c:pt idx="6245">
                  <c:v>1.40724</c:v>
                </c:pt>
                <c:pt idx="6246">
                  <c:v>1.40754</c:v>
                </c:pt>
                <c:pt idx="6247">
                  <c:v>1.40785</c:v>
                </c:pt>
                <c:pt idx="6248">
                  <c:v>1.40815</c:v>
                </c:pt>
                <c:pt idx="6249">
                  <c:v>1.40846</c:v>
                </c:pt>
                <c:pt idx="6250">
                  <c:v>1.40876</c:v>
                </c:pt>
                <c:pt idx="6251">
                  <c:v>1.40907</c:v>
                </c:pt>
                <c:pt idx="6252">
                  <c:v>1.4093800000000001</c:v>
                </c:pt>
                <c:pt idx="6253">
                  <c:v>1.40968</c:v>
                </c:pt>
                <c:pt idx="6254">
                  <c:v>1.4099900000000001</c:v>
                </c:pt>
                <c:pt idx="6255">
                  <c:v>1.41029</c:v>
                </c:pt>
                <c:pt idx="6256">
                  <c:v>1.4106000000000001</c:v>
                </c:pt>
                <c:pt idx="6257">
                  <c:v>1.4109</c:v>
                </c:pt>
                <c:pt idx="6258">
                  <c:v>1.4112100000000001</c:v>
                </c:pt>
                <c:pt idx="6259">
                  <c:v>1.41151</c:v>
                </c:pt>
                <c:pt idx="6260">
                  <c:v>1.4118200000000001</c:v>
                </c:pt>
                <c:pt idx="6261">
                  <c:v>1.41212</c:v>
                </c:pt>
                <c:pt idx="6262">
                  <c:v>1.4124300000000001</c:v>
                </c:pt>
                <c:pt idx="6263">
                  <c:v>1.41273</c:v>
                </c:pt>
                <c:pt idx="6264">
                  <c:v>1.4130400000000001</c:v>
                </c:pt>
                <c:pt idx="6265">
                  <c:v>1.4133500000000001</c:v>
                </c:pt>
                <c:pt idx="6266">
                  <c:v>1.4136500000000001</c:v>
                </c:pt>
                <c:pt idx="6267">
                  <c:v>1.4139600000000001</c:v>
                </c:pt>
                <c:pt idx="6268">
                  <c:v>1.4142600000000001</c:v>
                </c:pt>
                <c:pt idx="6269">
                  <c:v>1.4145700000000001</c:v>
                </c:pt>
                <c:pt idx="6270">
                  <c:v>1.4148700000000001</c:v>
                </c:pt>
                <c:pt idx="6271">
                  <c:v>1.4151800000000001</c:v>
                </c:pt>
                <c:pt idx="6272">
                  <c:v>1.4154800000000001</c:v>
                </c:pt>
                <c:pt idx="6273">
                  <c:v>1.4157900000000001</c:v>
                </c:pt>
                <c:pt idx="6274">
                  <c:v>1.4160900000000001</c:v>
                </c:pt>
                <c:pt idx="6275">
                  <c:v>1.4164000000000001</c:v>
                </c:pt>
                <c:pt idx="6276">
                  <c:v>1.4167000000000001</c:v>
                </c:pt>
                <c:pt idx="6277">
                  <c:v>1.4170100000000001</c:v>
                </c:pt>
                <c:pt idx="6278">
                  <c:v>1.4173199999999999</c:v>
                </c:pt>
                <c:pt idx="6279">
                  <c:v>1.4176200000000001</c:v>
                </c:pt>
                <c:pt idx="6280">
                  <c:v>1.4179299999999999</c:v>
                </c:pt>
                <c:pt idx="6281">
                  <c:v>1.4182300000000001</c:v>
                </c:pt>
                <c:pt idx="6282">
                  <c:v>1.4185399999999999</c:v>
                </c:pt>
                <c:pt idx="6283">
                  <c:v>1.4188400000000001</c:v>
                </c:pt>
                <c:pt idx="6284">
                  <c:v>1.4191499999999999</c:v>
                </c:pt>
                <c:pt idx="6285">
                  <c:v>1.4194500000000001</c:v>
                </c:pt>
                <c:pt idx="6286">
                  <c:v>1.4197599999999999</c:v>
                </c:pt>
                <c:pt idx="6287">
                  <c:v>1.4200600000000001</c:v>
                </c:pt>
                <c:pt idx="6288">
                  <c:v>1.4203699999999999</c:v>
                </c:pt>
                <c:pt idx="6289">
                  <c:v>1.4206799999999999</c:v>
                </c:pt>
                <c:pt idx="6290">
                  <c:v>1.4209799999999999</c:v>
                </c:pt>
                <c:pt idx="6291">
                  <c:v>1.4212899999999999</c:v>
                </c:pt>
                <c:pt idx="6292">
                  <c:v>1.4215899999999999</c:v>
                </c:pt>
                <c:pt idx="6293">
                  <c:v>1.4218999999999999</c:v>
                </c:pt>
                <c:pt idx="6294">
                  <c:v>1.4221999999999999</c:v>
                </c:pt>
                <c:pt idx="6295">
                  <c:v>1.4225099999999999</c:v>
                </c:pt>
                <c:pt idx="6296">
                  <c:v>1.4228099999999999</c:v>
                </c:pt>
                <c:pt idx="6297">
                  <c:v>1.4231199999999999</c:v>
                </c:pt>
                <c:pt idx="6298">
                  <c:v>1.4234199999999999</c:v>
                </c:pt>
                <c:pt idx="6299">
                  <c:v>1.4237299999999999</c:v>
                </c:pt>
                <c:pt idx="6300">
                  <c:v>1.4240299999999999</c:v>
                </c:pt>
                <c:pt idx="6301">
                  <c:v>1.4243399999999999</c:v>
                </c:pt>
                <c:pt idx="6302">
                  <c:v>1.42465</c:v>
                </c:pt>
                <c:pt idx="6303">
                  <c:v>1.4249499999999999</c:v>
                </c:pt>
                <c:pt idx="6304">
                  <c:v>1.42526</c:v>
                </c:pt>
                <c:pt idx="6305">
                  <c:v>1.4255599999999999</c:v>
                </c:pt>
                <c:pt idx="6306">
                  <c:v>1.42587</c:v>
                </c:pt>
                <c:pt idx="6307">
                  <c:v>1.4261699999999999</c:v>
                </c:pt>
                <c:pt idx="6308">
                  <c:v>1.42648</c:v>
                </c:pt>
                <c:pt idx="6309">
                  <c:v>1.4267799999999999</c:v>
                </c:pt>
                <c:pt idx="6310">
                  <c:v>1.42709</c:v>
                </c:pt>
                <c:pt idx="6311">
                  <c:v>1.4273899999999999</c:v>
                </c:pt>
                <c:pt idx="6312">
                  <c:v>1.4277</c:v>
                </c:pt>
                <c:pt idx="6313">
                  <c:v>1.4279999999999999</c:v>
                </c:pt>
                <c:pt idx="6314">
                  <c:v>1.42831</c:v>
                </c:pt>
                <c:pt idx="6315">
                  <c:v>1.42862</c:v>
                </c:pt>
                <c:pt idx="6316">
                  <c:v>1.42892</c:v>
                </c:pt>
                <c:pt idx="6317">
                  <c:v>1.42923</c:v>
                </c:pt>
                <c:pt idx="6318">
                  <c:v>1.42953</c:v>
                </c:pt>
                <c:pt idx="6319">
                  <c:v>1.42984</c:v>
                </c:pt>
                <c:pt idx="6320">
                  <c:v>1.43014</c:v>
                </c:pt>
                <c:pt idx="6321">
                  <c:v>1.43045</c:v>
                </c:pt>
                <c:pt idx="6322">
                  <c:v>1.43075</c:v>
                </c:pt>
                <c:pt idx="6323">
                  <c:v>1.43106</c:v>
                </c:pt>
                <c:pt idx="6324">
                  <c:v>1.43136</c:v>
                </c:pt>
                <c:pt idx="6325">
                  <c:v>1.43167</c:v>
                </c:pt>
                <c:pt idx="6326">
                  <c:v>1.43197</c:v>
                </c:pt>
                <c:pt idx="6327">
                  <c:v>1.43228</c:v>
                </c:pt>
                <c:pt idx="6328">
                  <c:v>1.43259</c:v>
                </c:pt>
                <c:pt idx="6329">
                  <c:v>1.43289</c:v>
                </c:pt>
                <c:pt idx="6330">
                  <c:v>1.4332</c:v>
                </c:pt>
                <c:pt idx="6331">
                  <c:v>1.4335</c:v>
                </c:pt>
                <c:pt idx="6332">
                  <c:v>1.43381</c:v>
                </c:pt>
                <c:pt idx="6333">
                  <c:v>1.43411</c:v>
                </c:pt>
                <c:pt idx="6334">
                  <c:v>1.43442</c:v>
                </c:pt>
                <c:pt idx="6335">
                  <c:v>1.43472</c:v>
                </c:pt>
                <c:pt idx="6336">
                  <c:v>1.43503</c:v>
                </c:pt>
                <c:pt idx="6337">
                  <c:v>1.43533</c:v>
                </c:pt>
                <c:pt idx="6338">
                  <c:v>1.43564</c:v>
                </c:pt>
                <c:pt idx="6339">
                  <c:v>1.4359500000000001</c:v>
                </c:pt>
                <c:pt idx="6340">
                  <c:v>1.43625</c:v>
                </c:pt>
                <c:pt idx="6341">
                  <c:v>1.4365600000000001</c:v>
                </c:pt>
                <c:pt idx="6342">
                  <c:v>1.43686</c:v>
                </c:pt>
                <c:pt idx="6343">
                  <c:v>1.4371700000000001</c:v>
                </c:pt>
                <c:pt idx="6344">
                  <c:v>1.43747</c:v>
                </c:pt>
                <c:pt idx="6345">
                  <c:v>1.4377800000000001</c:v>
                </c:pt>
                <c:pt idx="6346">
                  <c:v>1.43808</c:v>
                </c:pt>
                <c:pt idx="6347">
                  <c:v>1.4383900000000001</c:v>
                </c:pt>
                <c:pt idx="6348">
                  <c:v>1.43869</c:v>
                </c:pt>
                <c:pt idx="6349">
                  <c:v>1.4390000000000001</c:v>
                </c:pt>
                <c:pt idx="6350">
                  <c:v>1.4393</c:v>
                </c:pt>
                <c:pt idx="6351">
                  <c:v>1.4396100000000001</c:v>
                </c:pt>
                <c:pt idx="6352">
                  <c:v>1.4399200000000001</c:v>
                </c:pt>
                <c:pt idx="6353">
                  <c:v>1.4402200000000001</c:v>
                </c:pt>
                <c:pt idx="6354">
                  <c:v>1.4405300000000001</c:v>
                </c:pt>
                <c:pt idx="6355">
                  <c:v>1.4408300000000001</c:v>
                </c:pt>
                <c:pt idx="6356">
                  <c:v>1.4411400000000001</c:v>
                </c:pt>
                <c:pt idx="6357">
                  <c:v>1.4414400000000001</c:v>
                </c:pt>
                <c:pt idx="6358">
                  <c:v>1.4417500000000001</c:v>
                </c:pt>
                <c:pt idx="6359">
                  <c:v>1.4420500000000001</c:v>
                </c:pt>
                <c:pt idx="6360">
                  <c:v>1.4423600000000001</c:v>
                </c:pt>
                <c:pt idx="6361">
                  <c:v>1.4426600000000001</c:v>
                </c:pt>
                <c:pt idx="6362">
                  <c:v>1.4429700000000001</c:v>
                </c:pt>
                <c:pt idx="6363">
                  <c:v>1.4432700000000001</c:v>
                </c:pt>
                <c:pt idx="6364">
                  <c:v>1.4435800000000001</c:v>
                </c:pt>
                <c:pt idx="6365">
                  <c:v>1.4438899999999999</c:v>
                </c:pt>
                <c:pt idx="6366">
                  <c:v>1.4441900000000001</c:v>
                </c:pt>
                <c:pt idx="6367">
                  <c:v>1.4444999999999999</c:v>
                </c:pt>
                <c:pt idx="6368">
                  <c:v>1.4448000000000001</c:v>
                </c:pt>
                <c:pt idx="6369">
                  <c:v>1.4451099999999999</c:v>
                </c:pt>
                <c:pt idx="6370">
                  <c:v>1.4454100000000001</c:v>
                </c:pt>
                <c:pt idx="6371">
                  <c:v>1.4457199999999999</c:v>
                </c:pt>
                <c:pt idx="6372">
                  <c:v>1.4460200000000001</c:v>
                </c:pt>
                <c:pt idx="6373">
                  <c:v>1.4463299999999999</c:v>
                </c:pt>
                <c:pt idx="6374">
                  <c:v>1.4466300000000001</c:v>
                </c:pt>
                <c:pt idx="6375">
                  <c:v>1.4469399999999999</c:v>
                </c:pt>
                <c:pt idx="6376">
                  <c:v>1.4472400000000001</c:v>
                </c:pt>
                <c:pt idx="6377">
                  <c:v>1.4475499999999999</c:v>
                </c:pt>
                <c:pt idx="6378">
                  <c:v>1.4478599999999999</c:v>
                </c:pt>
                <c:pt idx="6379">
                  <c:v>1.4481599999999999</c:v>
                </c:pt>
                <c:pt idx="6380">
                  <c:v>1.4484699999999999</c:v>
                </c:pt>
                <c:pt idx="6381">
                  <c:v>1.4487699999999999</c:v>
                </c:pt>
                <c:pt idx="6382">
                  <c:v>1.4490799999999999</c:v>
                </c:pt>
                <c:pt idx="6383">
                  <c:v>1.4493799999999999</c:v>
                </c:pt>
                <c:pt idx="6384">
                  <c:v>1.4496899999999999</c:v>
                </c:pt>
                <c:pt idx="6385">
                  <c:v>1.4499899999999999</c:v>
                </c:pt>
                <c:pt idx="6386">
                  <c:v>1.4502999999999999</c:v>
                </c:pt>
                <c:pt idx="6387">
                  <c:v>1.4505999999999999</c:v>
                </c:pt>
                <c:pt idx="6388">
                  <c:v>1.4509099999999999</c:v>
                </c:pt>
                <c:pt idx="6389">
                  <c:v>1.4512100000000001</c:v>
                </c:pt>
                <c:pt idx="6390">
                  <c:v>1.4515199999999999</c:v>
                </c:pt>
                <c:pt idx="6391">
                  <c:v>1.45183</c:v>
                </c:pt>
                <c:pt idx="6392">
                  <c:v>1.4521299999999999</c:v>
                </c:pt>
                <c:pt idx="6393">
                  <c:v>1.45244</c:v>
                </c:pt>
                <c:pt idx="6394">
                  <c:v>1.4527399999999999</c:v>
                </c:pt>
                <c:pt idx="6395">
                  <c:v>1.45305</c:v>
                </c:pt>
                <c:pt idx="6396">
                  <c:v>1.4533499999999999</c:v>
                </c:pt>
                <c:pt idx="6397">
                  <c:v>1.45366</c:v>
                </c:pt>
                <c:pt idx="6398">
                  <c:v>1.4539599999999999</c:v>
                </c:pt>
                <c:pt idx="6399">
                  <c:v>1.45427</c:v>
                </c:pt>
                <c:pt idx="6400">
                  <c:v>1.4545699999999999</c:v>
                </c:pt>
                <c:pt idx="6401">
                  <c:v>1.45488</c:v>
                </c:pt>
                <c:pt idx="6402">
                  <c:v>1.45519</c:v>
                </c:pt>
                <c:pt idx="6403">
                  <c:v>1.45549</c:v>
                </c:pt>
                <c:pt idx="6404">
                  <c:v>1.4558</c:v>
                </c:pt>
                <c:pt idx="6405">
                  <c:v>1.4560999999999999</c:v>
                </c:pt>
                <c:pt idx="6406">
                  <c:v>1.45641</c:v>
                </c:pt>
                <c:pt idx="6407">
                  <c:v>1.4567099999999999</c:v>
                </c:pt>
                <c:pt idx="6408">
                  <c:v>1.45702</c:v>
                </c:pt>
                <c:pt idx="6409">
                  <c:v>1.4573199999999999</c:v>
                </c:pt>
                <c:pt idx="6410">
                  <c:v>1.45763</c:v>
                </c:pt>
                <c:pt idx="6411">
                  <c:v>1.4579299999999999</c:v>
                </c:pt>
                <c:pt idx="6412">
                  <c:v>1.45824</c:v>
                </c:pt>
                <c:pt idx="6413">
                  <c:v>1.4585399999999999</c:v>
                </c:pt>
                <c:pt idx="6414">
                  <c:v>1.45885</c:v>
                </c:pt>
                <c:pt idx="6415">
                  <c:v>1.45916</c:v>
                </c:pt>
                <c:pt idx="6416">
                  <c:v>1.45946</c:v>
                </c:pt>
                <c:pt idx="6417">
                  <c:v>1.45977</c:v>
                </c:pt>
                <c:pt idx="6418">
                  <c:v>1.46007</c:v>
                </c:pt>
                <c:pt idx="6419">
                  <c:v>1.46038</c:v>
                </c:pt>
                <c:pt idx="6420">
                  <c:v>1.46068</c:v>
                </c:pt>
                <c:pt idx="6421">
                  <c:v>1.46099</c:v>
                </c:pt>
                <c:pt idx="6422">
                  <c:v>1.46129</c:v>
                </c:pt>
                <c:pt idx="6423">
                  <c:v>1.4616</c:v>
                </c:pt>
                <c:pt idx="6424">
                  <c:v>1.4619</c:v>
                </c:pt>
                <c:pt idx="6425">
                  <c:v>1.46221</c:v>
                </c:pt>
                <c:pt idx="6426">
                  <c:v>1.46251</c:v>
                </c:pt>
                <c:pt idx="6427">
                  <c:v>1.46282</c:v>
                </c:pt>
                <c:pt idx="6428">
                  <c:v>1.46313</c:v>
                </c:pt>
                <c:pt idx="6429">
                  <c:v>1.46343</c:v>
                </c:pt>
                <c:pt idx="6430">
                  <c:v>1.46374</c:v>
                </c:pt>
                <c:pt idx="6431">
                  <c:v>1.46404</c:v>
                </c:pt>
                <c:pt idx="6432">
                  <c:v>1.46435</c:v>
                </c:pt>
                <c:pt idx="6433">
                  <c:v>1.46465</c:v>
                </c:pt>
                <c:pt idx="6434">
                  <c:v>1.46496</c:v>
                </c:pt>
                <c:pt idx="6435">
                  <c:v>1.46526</c:v>
                </c:pt>
                <c:pt idx="6436">
                  <c:v>1.46557</c:v>
                </c:pt>
                <c:pt idx="6437">
                  <c:v>1.46587</c:v>
                </c:pt>
                <c:pt idx="6438">
                  <c:v>1.46618</c:v>
                </c:pt>
                <c:pt idx="6439">
                  <c:v>1.46648</c:v>
                </c:pt>
                <c:pt idx="6440">
                  <c:v>1.46679</c:v>
                </c:pt>
                <c:pt idx="6441">
                  <c:v>1.4671000000000001</c:v>
                </c:pt>
                <c:pt idx="6442">
                  <c:v>1.4674</c:v>
                </c:pt>
                <c:pt idx="6443">
                  <c:v>1.4677100000000001</c:v>
                </c:pt>
                <c:pt idx="6444">
                  <c:v>1.46801</c:v>
                </c:pt>
                <c:pt idx="6445">
                  <c:v>1.4683200000000001</c:v>
                </c:pt>
                <c:pt idx="6446">
                  <c:v>1.46862</c:v>
                </c:pt>
                <c:pt idx="6447">
                  <c:v>1.4689300000000001</c:v>
                </c:pt>
                <c:pt idx="6448">
                  <c:v>1.46923</c:v>
                </c:pt>
                <c:pt idx="6449">
                  <c:v>1.4695400000000001</c:v>
                </c:pt>
                <c:pt idx="6450">
                  <c:v>1.46984</c:v>
                </c:pt>
                <c:pt idx="6451">
                  <c:v>1.4701500000000001</c:v>
                </c:pt>
                <c:pt idx="6452">
                  <c:v>1.47045</c:v>
                </c:pt>
                <c:pt idx="6453">
                  <c:v>1.4707600000000001</c:v>
                </c:pt>
                <c:pt idx="6454">
                  <c:v>1.4710700000000001</c:v>
                </c:pt>
                <c:pt idx="6455">
                  <c:v>1.4713700000000001</c:v>
                </c:pt>
                <c:pt idx="6456">
                  <c:v>1.4716800000000001</c:v>
                </c:pt>
                <c:pt idx="6457">
                  <c:v>1.4719800000000001</c:v>
                </c:pt>
                <c:pt idx="6458">
                  <c:v>1.4722900000000001</c:v>
                </c:pt>
                <c:pt idx="6459">
                  <c:v>1.4725900000000001</c:v>
                </c:pt>
                <c:pt idx="6460">
                  <c:v>1.4729000000000001</c:v>
                </c:pt>
                <c:pt idx="6461">
                  <c:v>1.4732000000000001</c:v>
                </c:pt>
                <c:pt idx="6462">
                  <c:v>1.4735100000000001</c:v>
                </c:pt>
                <c:pt idx="6463">
                  <c:v>1.4738100000000001</c:v>
                </c:pt>
                <c:pt idx="6464">
                  <c:v>1.4741200000000001</c:v>
                </c:pt>
                <c:pt idx="6465">
                  <c:v>1.4744299999999999</c:v>
                </c:pt>
                <c:pt idx="6466">
                  <c:v>1.4747300000000001</c:v>
                </c:pt>
                <c:pt idx="6467">
                  <c:v>1.4750399999999999</c:v>
                </c:pt>
                <c:pt idx="6468">
                  <c:v>1.4753400000000001</c:v>
                </c:pt>
                <c:pt idx="6469">
                  <c:v>1.4756499999999999</c:v>
                </c:pt>
                <c:pt idx="6470">
                  <c:v>1.4759500000000001</c:v>
                </c:pt>
                <c:pt idx="6471">
                  <c:v>1.4762599999999999</c:v>
                </c:pt>
                <c:pt idx="6472">
                  <c:v>1.4765600000000001</c:v>
                </c:pt>
                <c:pt idx="6473">
                  <c:v>1.4768699999999999</c:v>
                </c:pt>
                <c:pt idx="6474">
                  <c:v>1.4771700000000001</c:v>
                </c:pt>
                <c:pt idx="6475">
                  <c:v>1.4774799999999999</c:v>
                </c:pt>
                <c:pt idx="6476">
                  <c:v>1.4777800000000001</c:v>
                </c:pt>
                <c:pt idx="6477">
                  <c:v>1.4780899999999999</c:v>
                </c:pt>
                <c:pt idx="6478">
                  <c:v>1.4783999999999999</c:v>
                </c:pt>
                <c:pt idx="6479">
                  <c:v>1.4786999999999999</c:v>
                </c:pt>
                <c:pt idx="6480">
                  <c:v>1.4790099999999999</c:v>
                </c:pt>
                <c:pt idx="6481">
                  <c:v>1.4793099999999999</c:v>
                </c:pt>
                <c:pt idx="6482">
                  <c:v>1.4796199999999999</c:v>
                </c:pt>
                <c:pt idx="6483">
                  <c:v>1.4799199999999999</c:v>
                </c:pt>
                <c:pt idx="6484">
                  <c:v>1.4802299999999999</c:v>
                </c:pt>
                <c:pt idx="6485">
                  <c:v>1.4805299999999999</c:v>
                </c:pt>
                <c:pt idx="6486">
                  <c:v>1.4808399999999999</c:v>
                </c:pt>
                <c:pt idx="6487">
                  <c:v>1.4811399999999999</c:v>
                </c:pt>
                <c:pt idx="6488">
                  <c:v>1.4814499999999999</c:v>
                </c:pt>
                <c:pt idx="6489">
                  <c:v>1.4817499999999999</c:v>
                </c:pt>
                <c:pt idx="6490">
                  <c:v>1.4820599999999999</c:v>
                </c:pt>
                <c:pt idx="6491">
                  <c:v>1.48237</c:v>
                </c:pt>
                <c:pt idx="6492">
                  <c:v>1.4826699999999999</c:v>
                </c:pt>
                <c:pt idx="6493">
                  <c:v>1.48298</c:v>
                </c:pt>
                <c:pt idx="6494">
                  <c:v>1.4832799999999999</c:v>
                </c:pt>
                <c:pt idx="6495">
                  <c:v>1.48359</c:v>
                </c:pt>
                <c:pt idx="6496">
                  <c:v>1.4838899999999999</c:v>
                </c:pt>
                <c:pt idx="6497">
                  <c:v>1.4842</c:v>
                </c:pt>
                <c:pt idx="6498">
                  <c:v>1.4844999999999999</c:v>
                </c:pt>
                <c:pt idx="6499">
                  <c:v>1.48481</c:v>
                </c:pt>
                <c:pt idx="6500">
                  <c:v>1.4851099999999999</c:v>
                </c:pt>
                <c:pt idx="6501">
                  <c:v>1.48542</c:v>
                </c:pt>
                <c:pt idx="6502">
                  <c:v>1.4857199999999999</c:v>
                </c:pt>
                <c:pt idx="6503">
                  <c:v>1.48603</c:v>
                </c:pt>
                <c:pt idx="6504">
                  <c:v>1.48634</c:v>
                </c:pt>
                <c:pt idx="6505">
                  <c:v>1.48664</c:v>
                </c:pt>
                <c:pt idx="6506">
                  <c:v>1.48695</c:v>
                </c:pt>
                <c:pt idx="6507">
                  <c:v>1.48725</c:v>
                </c:pt>
                <c:pt idx="6508">
                  <c:v>1.48756</c:v>
                </c:pt>
                <c:pt idx="6509">
                  <c:v>1.48786</c:v>
                </c:pt>
                <c:pt idx="6510">
                  <c:v>1.48817</c:v>
                </c:pt>
                <c:pt idx="6511">
                  <c:v>1.48847</c:v>
                </c:pt>
                <c:pt idx="6512">
                  <c:v>1.48878</c:v>
                </c:pt>
                <c:pt idx="6513">
                  <c:v>1.48908</c:v>
                </c:pt>
                <c:pt idx="6514">
                  <c:v>1.48939</c:v>
                </c:pt>
                <c:pt idx="6515">
                  <c:v>1.4897</c:v>
                </c:pt>
                <c:pt idx="6516">
                  <c:v>1.49</c:v>
                </c:pt>
                <c:pt idx="6517">
                  <c:v>1.49031</c:v>
                </c:pt>
                <c:pt idx="6518">
                  <c:v>1.49061</c:v>
                </c:pt>
                <c:pt idx="6519">
                  <c:v>1.49092</c:v>
                </c:pt>
                <c:pt idx="6520">
                  <c:v>1.49122</c:v>
                </c:pt>
                <c:pt idx="6521">
                  <c:v>1.49153</c:v>
                </c:pt>
                <c:pt idx="6522">
                  <c:v>1.49183</c:v>
                </c:pt>
                <c:pt idx="6523">
                  <c:v>1.49214</c:v>
                </c:pt>
                <c:pt idx="6524">
                  <c:v>1.49244</c:v>
                </c:pt>
                <c:pt idx="6525">
                  <c:v>1.49275</c:v>
                </c:pt>
                <c:pt idx="6526">
                  <c:v>1.49305</c:v>
                </c:pt>
                <c:pt idx="6527">
                  <c:v>1.49336</c:v>
                </c:pt>
                <c:pt idx="6528">
                  <c:v>1.4936700000000001</c:v>
                </c:pt>
                <c:pt idx="6529">
                  <c:v>1.49397</c:v>
                </c:pt>
                <c:pt idx="6530">
                  <c:v>1.4942800000000001</c:v>
                </c:pt>
                <c:pt idx="6531">
                  <c:v>1.49458</c:v>
                </c:pt>
                <c:pt idx="6532">
                  <c:v>1.4948900000000001</c:v>
                </c:pt>
                <c:pt idx="6533">
                  <c:v>1.49519</c:v>
                </c:pt>
                <c:pt idx="6534">
                  <c:v>1.4955000000000001</c:v>
                </c:pt>
                <c:pt idx="6535">
                  <c:v>1.4958</c:v>
                </c:pt>
                <c:pt idx="6536">
                  <c:v>1.4961100000000001</c:v>
                </c:pt>
                <c:pt idx="6537">
                  <c:v>1.49641</c:v>
                </c:pt>
                <c:pt idx="6538">
                  <c:v>1.4967200000000001</c:v>
                </c:pt>
                <c:pt idx="6539">
                  <c:v>1.49702</c:v>
                </c:pt>
                <c:pt idx="6540">
                  <c:v>1.49733</c:v>
                </c:pt>
                <c:pt idx="6541">
                  <c:v>1.4976400000000001</c:v>
                </c:pt>
                <c:pt idx="6542">
                  <c:v>1.49794</c:v>
                </c:pt>
                <c:pt idx="6543">
                  <c:v>1.4982500000000001</c:v>
                </c:pt>
                <c:pt idx="6544">
                  <c:v>1.49855</c:v>
                </c:pt>
                <c:pt idx="6545">
                  <c:v>1.4988600000000001</c:v>
                </c:pt>
                <c:pt idx="6546">
                  <c:v>1.49916</c:v>
                </c:pt>
                <c:pt idx="6547">
                  <c:v>1.4994700000000001</c:v>
                </c:pt>
                <c:pt idx="6548">
                  <c:v>1.49977</c:v>
                </c:pt>
                <c:pt idx="6549">
                  <c:v>1.5000800000000001</c:v>
                </c:pt>
                <c:pt idx="6550">
                  <c:v>1.50038</c:v>
                </c:pt>
                <c:pt idx="6551">
                  <c:v>1.5006900000000001</c:v>
                </c:pt>
                <c:pt idx="6552">
                  <c:v>1.50099</c:v>
                </c:pt>
                <c:pt idx="6553">
                  <c:v>1.5013000000000001</c:v>
                </c:pt>
                <c:pt idx="6554">
                  <c:v>1.5016099999999999</c:v>
                </c:pt>
                <c:pt idx="6555">
                  <c:v>1.5019100000000001</c:v>
                </c:pt>
                <c:pt idx="6556">
                  <c:v>1.5022200000000001</c:v>
                </c:pt>
                <c:pt idx="6557">
                  <c:v>1.5025200000000001</c:v>
                </c:pt>
                <c:pt idx="6558">
                  <c:v>1.5028300000000001</c:v>
                </c:pt>
                <c:pt idx="6559">
                  <c:v>1.5031300000000001</c:v>
                </c:pt>
                <c:pt idx="6560">
                  <c:v>1.5034400000000001</c:v>
                </c:pt>
                <c:pt idx="6561">
                  <c:v>1.5037400000000001</c:v>
                </c:pt>
                <c:pt idx="6562">
                  <c:v>1.5040500000000001</c:v>
                </c:pt>
                <c:pt idx="6563">
                  <c:v>1.5043500000000001</c:v>
                </c:pt>
                <c:pt idx="6564">
                  <c:v>1.5046600000000001</c:v>
                </c:pt>
                <c:pt idx="6565">
                  <c:v>1.5049600000000001</c:v>
                </c:pt>
                <c:pt idx="6566">
                  <c:v>1.5052700000000001</c:v>
                </c:pt>
                <c:pt idx="6567">
                  <c:v>1.5055799999999999</c:v>
                </c:pt>
                <c:pt idx="6568">
                  <c:v>1.5058800000000001</c:v>
                </c:pt>
                <c:pt idx="6569">
                  <c:v>1.5061899999999999</c:v>
                </c:pt>
                <c:pt idx="6570">
                  <c:v>1.5064900000000001</c:v>
                </c:pt>
                <c:pt idx="6571">
                  <c:v>1.5067999999999999</c:v>
                </c:pt>
                <c:pt idx="6572">
                  <c:v>1.5071000000000001</c:v>
                </c:pt>
                <c:pt idx="6573">
                  <c:v>1.5074099999999999</c:v>
                </c:pt>
                <c:pt idx="6574">
                  <c:v>1.5077100000000001</c:v>
                </c:pt>
                <c:pt idx="6575">
                  <c:v>1.5080199999999999</c:v>
                </c:pt>
                <c:pt idx="6576">
                  <c:v>1.5083200000000001</c:v>
                </c:pt>
                <c:pt idx="6577">
                  <c:v>1.5086299999999999</c:v>
                </c:pt>
                <c:pt idx="6578">
                  <c:v>1.5089399999999999</c:v>
                </c:pt>
                <c:pt idx="6579">
                  <c:v>1.5092399999999999</c:v>
                </c:pt>
                <c:pt idx="6580">
                  <c:v>1.5095499999999999</c:v>
                </c:pt>
                <c:pt idx="6581">
                  <c:v>1.5098499999999999</c:v>
                </c:pt>
                <c:pt idx="6582">
                  <c:v>1.5101599999999999</c:v>
                </c:pt>
                <c:pt idx="6583">
                  <c:v>1.5104599999999999</c:v>
                </c:pt>
                <c:pt idx="6584">
                  <c:v>1.5107699999999999</c:v>
                </c:pt>
                <c:pt idx="6585">
                  <c:v>1.5110699999999999</c:v>
                </c:pt>
                <c:pt idx="6586">
                  <c:v>1.5113799999999999</c:v>
                </c:pt>
                <c:pt idx="6587">
                  <c:v>1.5116799999999999</c:v>
                </c:pt>
                <c:pt idx="6588">
                  <c:v>1.5119899999999999</c:v>
                </c:pt>
                <c:pt idx="6589">
                  <c:v>1.5122899999999999</c:v>
                </c:pt>
                <c:pt idx="6590">
                  <c:v>1.5125999999999999</c:v>
                </c:pt>
                <c:pt idx="6591">
                  <c:v>1.51291</c:v>
                </c:pt>
                <c:pt idx="6592">
                  <c:v>1.5132099999999999</c:v>
                </c:pt>
                <c:pt idx="6593">
                  <c:v>1.51352</c:v>
                </c:pt>
                <c:pt idx="6594">
                  <c:v>1.5138199999999999</c:v>
                </c:pt>
                <c:pt idx="6595">
                  <c:v>1.51413</c:v>
                </c:pt>
                <c:pt idx="6596">
                  <c:v>1.5144299999999999</c:v>
                </c:pt>
                <c:pt idx="6597">
                  <c:v>1.51474</c:v>
                </c:pt>
                <c:pt idx="6598">
                  <c:v>1.5150399999999999</c:v>
                </c:pt>
                <c:pt idx="6599">
                  <c:v>1.51535</c:v>
                </c:pt>
                <c:pt idx="6600">
                  <c:v>1.5156499999999999</c:v>
                </c:pt>
                <c:pt idx="6601">
                  <c:v>1.51596</c:v>
                </c:pt>
                <c:pt idx="6602">
                  <c:v>1.5162599999999999</c:v>
                </c:pt>
                <c:pt idx="6603">
                  <c:v>1.51657</c:v>
                </c:pt>
                <c:pt idx="6604">
                  <c:v>1.51688</c:v>
                </c:pt>
                <c:pt idx="6605">
                  <c:v>1.51718</c:v>
                </c:pt>
                <c:pt idx="6606">
                  <c:v>1.51749</c:v>
                </c:pt>
                <c:pt idx="6607">
                  <c:v>1.51779</c:v>
                </c:pt>
                <c:pt idx="6608">
                  <c:v>1.5181</c:v>
                </c:pt>
                <c:pt idx="6609">
                  <c:v>1.5184</c:v>
                </c:pt>
                <c:pt idx="6610">
                  <c:v>1.51871</c:v>
                </c:pt>
                <c:pt idx="6611">
                  <c:v>1.51901</c:v>
                </c:pt>
                <c:pt idx="6612">
                  <c:v>1.51932</c:v>
                </c:pt>
                <c:pt idx="6613">
                  <c:v>1.51962</c:v>
                </c:pt>
                <c:pt idx="6614">
                  <c:v>1.51993</c:v>
                </c:pt>
                <c:pt idx="6615">
                  <c:v>1.52023</c:v>
                </c:pt>
                <c:pt idx="6616">
                  <c:v>1.52054</c:v>
                </c:pt>
                <c:pt idx="6617">
                  <c:v>1.52085</c:v>
                </c:pt>
                <c:pt idx="6618">
                  <c:v>1.52115</c:v>
                </c:pt>
                <c:pt idx="6619">
                  <c:v>1.52146</c:v>
                </c:pt>
                <c:pt idx="6620">
                  <c:v>1.52176</c:v>
                </c:pt>
                <c:pt idx="6621">
                  <c:v>1.52207</c:v>
                </c:pt>
                <c:pt idx="6622">
                  <c:v>1.52237</c:v>
                </c:pt>
                <c:pt idx="6623">
                  <c:v>1.52268</c:v>
                </c:pt>
                <c:pt idx="6624">
                  <c:v>1.52298</c:v>
                </c:pt>
                <c:pt idx="6625">
                  <c:v>1.52329</c:v>
                </c:pt>
                <c:pt idx="6626">
                  <c:v>1.52359</c:v>
                </c:pt>
                <c:pt idx="6627">
                  <c:v>1.5239</c:v>
                </c:pt>
                <c:pt idx="6628">
                  <c:v>1.5242</c:v>
                </c:pt>
                <c:pt idx="6629">
                  <c:v>1.52451</c:v>
                </c:pt>
                <c:pt idx="6630">
                  <c:v>1.5248200000000001</c:v>
                </c:pt>
                <c:pt idx="6631">
                  <c:v>1.52512</c:v>
                </c:pt>
                <c:pt idx="6632">
                  <c:v>1.5254300000000001</c:v>
                </c:pt>
                <c:pt idx="6633">
                  <c:v>1.52573</c:v>
                </c:pt>
                <c:pt idx="6634">
                  <c:v>1.5260400000000001</c:v>
                </c:pt>
                <c:pt idx="6635">
                  <c:v>1.52634</c:v>
                </c:pt>
                <c:pt idx="6636">
                  <c:v>1.5266500000000001</c:v>
                </c:pt>
                <c:pt idx="6637">
                  <c:v>1.52695</c:v>
                </c:pt>
                <c:pt idx="6638">
                  <c:v>1.5272600000000001</c:v>
                </c:pt>
                <c:pt idx="6639">
                  <c:v>1.52756</c:v>
                </c:pt>
                <c:pt idx="6640">
                  <c:v>1.5278700000000001</c:v>
                </c:pt>
                <c:pt idx="6641">
                  <c:v>1.5281800000000001</c:v>
                </c:pt>
                <c:pt idx="6642">
                  <c:v>1.5284800000000001</c:v>
                </c:pt>
                <c:pt idx="6643">
                  <c:v>1.5287900000000001</c:v>
                </c:pt>
                <c:pt idx="6644">
                  <c:v>1.5290900000000001</c:v>
                </c:pt>
                <c:pt idx="6645">
                  <c:v>1.5294000000000001</c:v>
                </c:pt>
                <c:pt idx="6646">
                  <c:v>1.5297000000000001</c:v>
                </c:pt>
                <c:pt idx="6647">
                  <c:v>1.5300100000000001</c:v>
                </c:pt>
                <c:pt idx="6648">
                  <c:v>1.5303100000000001</c:v>
                </c:pt>
                <c:pt idx="6649">
                  <c:v>1.5306200000000001</c:v>
                </c:pt>
                <c:pt idx="6650">
                  <c:v>1.5309200000000001</c:v>
                </c:pt>
                <c:pt idx="6651">
                  <c:v>1.5312300000000001</c:v>
                </c:pt>
                <c:pt idx="6652">
                  <c:v>1.5315300000000001</c:v>
                </c:pt>
                <c:pt idx="6653">
                  <c:v>1.5318400000000001</c:v>
                </c:pt>
                <c:pt idx="6654">
                  <c:v>1.5321499999999999</c:v>
                </c:pt>
                <c:pt idx="6655">
                  <c:v>1.5324500000000001</c:v>
                </c:pt>
                <c:pt idx="6656">
                  <c:v>1.5327599999999999</c:v>
                </c:pt>
                <c:pt idx="6657">
                  <c:v>1.5330600000000001</c:v>
                </c:pt>
                <c:pt idx="6658">
                  <c:v>1.5333699999999999</c:v>
                </c:pt>
                <c:pt idx="6659">
                  <c:v>1.5336700000000001</c:v>
                </c:pt>
                <c:pt idx="6660">
                  <c:v>1.5339799999999999</c:v>
                </c:pt>
                <c:pt idx="6661">
                  <c:v>1.5342800000000001</c:v>
                </c:pt>
                <c:pt idx="6662">
                  <c:v>1.5345899999999999</c:v>
                </c:pt>
                <c:pt idx="6663">
                  <c:v>1.5348900000000001</c:v>
                </c:pt>
                <c:pt idx="6664">
                  <c:v>1.5351999999999999</c:v>
                </c:pt>
                <c:pt idx="6665">
                  <c:v>1.5355000000000001</c:v>
                </c:pt>
                <c:pt idx="6666">
                  <c:v>1.5358099999999999</c:v>
                </c:pt>
                <c:pt idx="6667">
                  <c:v>1.5361199999999999</c:v>
                </c:pt>
                <c:pt idx="6668">
                  <c:v>1.5364199999999999</c:v>
                </c:pt>
                <c:pt idx="6669">
                  <c:v>1.5367299999999999</c:v>
                </c:pt>
                <c:pt idx="6670">
                  <c:v>1.5370299999999999</c:v>
                </c:pt>
                <c:pt idx="6671">
                  <c:v>1.5373399999999999</c:v>
                </c:pt>
                <c:pt idx="6672">
                  <c:v>1.5376399999999999</c:v>
                </c:pt>
                <c:pt idx="6673">
                  <c:v>1.5379499999999999</c:v>
                </c:pt>
                <c:pt idx="6674">
                  <c:v>1.5382499999999999</c:v>
                </c:pt>
                <c:pt idx="6675">
                  <c:v>1.5385599999999999</c:v>
                </c:pt>
                <c:pt idx="6676">
                  <c:v>1.5388599999999999</c:v>
                </c:pt>
                <c:pt idx="6677">
                  <c:v>1.5391699999999999</c:v>
                </c:pt>
                <c:pt idx="6678">
                  <c:v>1.5394699999999999</c:v>
                </c:pt>
                <c:pt idx="6679">
                  <c:v>1.5397799999999999</c:v>
                </c:pt>
                <c:pt idx="6680">
                  <c:v>1.54009</c:v>
                </c:pt>
                <c:pt idx="6681">
                  <c:v>1.5403899999999999</c:v>
                </c:pt>
                <c:pt idx="6682">
                  <c:v>1.5407</c:v>
                </c:pt>
                <c:pt idx="6683">
                  <c:v>1.5409999999999999</c:v>
                </c:pt>
                <c:pt idx="6684">
                  <c:v>1.54131</c:v>
                </c:pt>
                <c:pt idx="6685">
                  <c:v>1.5416099999999999</c:v>
                </c:pt>
                <c:pt idx="6686">
                  <c:v>1.54192</c:v>
                </c:pt>
                <c:pt idx="6687">
                  <c:v>1.5422199999999999</c:v>
                </c:pt>
                <c:pt idx="6688">
                  <c:v>1.54253</c:v>
                </c:pt>
                <c:pt idx="6689">
                  <c:v>1.5428299999999999</c:v>
                </c:pt>
                <c:pt idx="6690">
                  <c:v>1.54314</c:v>
                </c:pt>
                <c:pt idx="6691">
                  <c:v>1.5434399999999999</c:v>
                </c:pt>
                <c:pt idx="6692">
                  <c:v>1.54375</c:v>
                </c:pt>
                <c:pt idx="6693">
                  <c:v>1.54406</c:v>
                </c:pt>
                <c:pt idx="6694">
                  <c:v>1.54436</c:v>
                </c:pt>
                <c:pt idx="6695">
                  <c:v>1.54467</c:v>
                </c:pt>
                <c:pt idx="6696">
                  <c:v>1.54497</c:v>
                </c:pt>
                <c:pt idx="6697">
                  <c:v>1.54528</c:v>
                </c:pt>
                <c:pt idx="6698">
                  <c:v>1.54558</c:v>
                </c:pt>
                <c:pt idx="6699">
                  <c:v>1.54589</c:v>
                </c:pt>
                <c:pt idx="6700">
                  <c:v>1.54619</c:v>
                </c:pt>
                <c:pt idx="6701">
                  <c:v>1.5465</c:v>
                </c:pt>
                <c:pt idx="6702">
                  <c:v>1.5468</c:v>
                </c:pt>
                <c:pt idx="6703">
                  <c:v>1.54711</c:v>
                </c:pt>
                <c:pt idx="6704">
                  <c:v>1.54742</c:v>
                </c:pt>
                <c:pt idx="6705">
                  <c:v>1.54772</c:v>
                </c:pt>
                <c:pt idx="6706">
                  <c:v>1.54803</c:v>
                </c:pt>
                <c:pt idx="6707">
                  <c:v>1.54833</c:v>
                </c:pt>
                <c:pt idx="6708">
                  <c:v>1.54864</c:v>
                </c:pt>
                <c:pt idx="6709">
                  <c:v>1.54894</c:v>
                </c:pt>
                <c:pt idx="6710">
                  <c:v>1.54925</c:v>
                </c:pt>
                <c:pt idx="6711">
                  <c:v>1.54955</c:v>
                </c:pt>
                <c:pt idx="6712">
                  <c:v>1.54986</c:v>
                </c:pt>
                <c:pt idx="6713">
                  <c:v>1.55016</c:v>
                </c:pt>
                <c:pt idx="6714">
                  <c:v>1.55047</c:v>
                </c:pt>
                <c:pt idx="6715">
                  <c:v>1.55077</c:v>
                </c:pt>
                <c:pt idx="6716">
                  <c:v>1.55108</c:v>
                </c:pt>
                <c:pt idx="6717">
                  <c:v>1.55139</c:v>
                </c:pt>
                <c:pt idx="6718">
                  <c:v>1.55169</c:v>
                </c:pt>
                <c:pt idx="6719">
                  <c:v>1.552</c:v>
                </c:pt>
                <c:pt idx="6720">
                  <c:v>1.5523</c:v>
                </c:pt>
                <c:pt idx="6721">
                  <c:v>1.55261</c:v>
                </c:pt>
                <c:pt idx="6722">
                  <c:v>1.55291</c:v>
                </c:pt>
                <c:pt idx="6723">
                  <c:v>1.55322</c:v>
                </c:pt>
                <c:pt idx="6724">
                  <c:v>1.55352</c:v>
                </c:pt>
                <c:pt idx="6725">
                  <c:v>1.55383</c:v>
                </c:pt>
                <c:pt idx="6726">
                  <c:v>1.55413</c:v>
                </c:pt>
                <c:pt idx="6727">
                  <c:v>1.55444</c:v>
                </c:pt>
                <c:pt idx="6728">
                  <c:v>1.55474</c:v>
                </c:pt>
                <c:pt idx="6729">
                  <c:v>1.55505</c:v>
                </c:pt>
                <c:pt idx="6730">
                  <c:v>1.5553600000000001</c:v>
                </c:pt>
                <c:pt idx="6731">
                  <c:v>1.55566</c:v>
                </c:pt>
                <c:pt idx="6732">
                  <c:v>1.5559700000000001</c:v>
                </c:pt>
                <c:pt idx="6733">
                  <c:v>1.55627</c:v>
                </c:pt>
                <c:pt idx="6734">
                  <c:v>1.5565800000000001</c:v>
                </c:pt>
                <c:pt idx="6735">
                  <c:v>1.55688</c:v>
                </c:pt>
                <c:pt idx="6736">
                  <c:v>1.5571900000000001</c:v>
                </c:pt>
                <c:pt idx="6737">
                  <c:v>1.55749</c:v>
                </c:pt>
                <c:pt idx="6738">
                  <c:v>1.5578000000000001</c:v>
                </c:pt>
                <c:pt idx="6739">
                  <c:v>1.5581</c:v>
                </c:pt>
                <c:pt idx="6740">
                  <c:v>1.5584100000000001</c:v>
                </c:pt>
                <c:pt idx="6741">
                  <c:v>1.55871</c:v>
                </c:pt>
                <c:pt idx="6742">
                  <c:v>1.5590200000000001</c:v>
                </c:pt>
                <c:pt idx="6743">
                  <c:v>1.5593300000000001</c:v>
                </c:pt>
                <c:pt idx="6744">
                  <c:v>1.5596300000000001</c:v>
                </c:pt>
                <c:pt idx="6745">
                  <c:v>1.5599400000000001</c:v>
                </c:pt>
                <c:pt idx="6746">
                  <c:v>1.5602400000000001</c:v>
                </c:pt>
                <c:pt idx="6747">
                  <c:v>1.5605500000000001</c:v>
                </c:pt>
                <c:pt idx="6748">
                  <c:v>1.5608500000000001</c:v>
                </c:pt>
                <c:pt idx="6749">
                  <c:v>1.5611600000000001</c:v>
                </c:pt>
                <c:pt idx="6750">
                  <c:v>1.5614600000000001</c:v>
                </c:pt>
                <c:pt idx="6751">
                  <c:v>1.5617700000000001</c:v>
                </c:pt>
                <c:pt idx="6752">
                  <c:v>1.5620700000000001</c:v>
                </c:pt>
                <c:pt idx="6753">
                  <c:v>1.5623800000000001</c:v>
                </c:pt>
                <c:pt idx="6754">
                  <c:v>1.5626899999999999</c:v>
                </c:pt>
                <c:pt idx="6755">
                  <c:v>1.5629900000000001</c:v>
                </c:pt>
                <c:pt idx="6756">
                  <c:v>1.5632999999999999</c:v>
                </c:pt>
                <c:pt idx="6757">
                  <c:v>1.5636000000000001</c:v>
                </c:pt>
                <c:pt idx="6758">
                  <c:v>1.5639099999999999</c:v>
                </c:pt>
                <c:pt idx="6759">
                  <c:v>1.5642100000000001</c:v>
                </c:pt>
                <c:pt idx="6760">
                  <c:v>1.5645199999999999</c:v>
                </c:pt>
                <c:pt idx="6761">
                  <c:v>1.5648200000000001</c:v>
                </c:pt>
                <c:pt idx="6762">
                  <c:v>1.5651299999999999</c:v>
                </c:pt>
                <c:pt idx="6763">
                  <c:v>1.5654300000000001</c:v>
                </c:pt>
                <c:pt idx="6764">
                  <c:v>1.5657399999999999</c:v>
                </c:pt>
                <c:pt idx="6765">
                  <c:v>1.5660400000000001</c:v>
                </c:pt>
                <c:pt idx="6766">
                  <c:v>1.5663499999999999</c:v>
                </c:pt>
                <c:pt idx="6767">
                  <c:v>1.5666599999999999</c:v>
                </c:pt>
                <c:pt idx="6768">
                  <c:v>1.5669599999999999</c:v>
                </c:pt>
                <c:pt idx="6769">
                  <c:v>1.5672699999999999</c:v>
                </c:pt>
                <c:pt idx="6770">
                  <c:v>1.5675699999999999</c:v>
                </c:pt>
                <c:pt idx="6771">
                  <c:v>1.5678799999999999</c:v>
                </c:pt>
                <c:pt idx="6772">
                  <c:v>1.5681799999999999</c:v>
                </c:pt>
                <c:pt idx="6773">
                  <c:v>1.5684899999999999</c:v>
                </c:pt>
                <c:pt idx="6774">
                  <c:v>1.5687899999999999</c:v>
                </c:pt>
                <c:pt idx="6775">
                  <c:v>1.5690999999999999</c:v>
                </c:pt>
                <c:pt idx="6776">
                  <c:v>1.5693999999999999</c:v>
                </c:pt>
                <c:pt idx="6777">
                  <c:v>1.5697099999999999</c:v>
                </c:pt>
                <c:pt idx="6778">
                  <c:v>1.5700099999999999</c:v>
                </c:pt>
                <c:pt idx="6779">
                  <c:v>1.5703199999999999</c:v>
                </c:pt>
                <c:pt idx="6780">
                  <c:v>1.57063</c:v>
                </c:pt>
                <c:pt idx="6781">
                  <c:v>1.5709299999999999</c:v>
                </c:pt>
                <c:pt idx="6782">
                  <c:v>1.57124</c:v>
                </c:pt>
                <c:pt idx="6783">
                  <c:v>1.5715399999999999</c:v>
                </c:pt>
                <c:pt idx="6784">
                  <c:v>1.57185</c:v>
                </c:pt>
                <c:pt idx="6785">
                  <c:v>1.5721499999999999</c:v>
                </c:pt>
                <c:pt idx="6786">
                  <c:v>1.57246</c:v>
                </c:pt>
                <c:pt idx="6787">
                  <c:v>1.5727599999999999</c:v>
                </c:pt>
                <c:pt idx="6788">
                  <c:v>1.57307</c:v>
                </c:pt>
                <c:pt idx="6789">
                  <c:v>1.5733699999999999</c:v>
                </c:pt>
                <c:pt idx="6790">
                  <c:v>1.57368</c:v>
                </c:pt>
                <c:pt idx="6791">
                  <c:v>1.5739799999999999</c:v>
                </c:pt>
                <c:pt idx="6792">
                  <c:v>1.57429</c:v>
                </c:pt>
                <c:pt idx="6793">
                  <c:v>1.5746</c:v>
                </c:pt>
                <c:pt idx="6794">
                  <c:v>1.5749</c:v>
                </c:pt>
                <c:pt idx="6795">
                  <c:v>1.57521</c:v>
                </c:pt>
                <c:pt idx="6796">
                  <c:v>1.57551</c:v>
                </c:pt>
                <c:pt idx="6797">
                  <c:v>1.57582</c:v>
                </c:pt>
                <c:pt idx="6798">
                  <c:v>1.57612</c:v>
                </c:pt>
                <c:pt idx="6799">
                  <c:v>1.57643</c:v>
                </c:pt>
                <c:pt idx="6800">
                  <c:v>1.57673</c:v>
                </c:pt>
                <c:pt idx="6801">
                  <c:v>1.57704</c:v>
                </c:pt>
                <c:pt idx="6802">
                  <c:v>1.57734</c:v>
                </c:pt>
                <c:pt idx="6803">
                  <c:v>1.57765</c:v>
                </c:pt>
                <c:pt idx="6804">
                  <c:v>1.57795</c:v>
                </c:pt>
                <c:pt idx="6805">
                  <c:v>1.57826</c:v>
                </c:pt>
                <c:pt idx="6806">
                  <c:v>1.57857</c:v>
                </c:pt>
                <c:pt idx="6807">
                  <c:v>1.57887</c:v>
                </c:pt>
                <c:pt idx="6808">
                  <c:v>1.57918</c:v>
                </c:pt>
                <c:pt idx="6809">
                  <c:v>1.57948</c:v>
                </c:pt>
                <c:pt idx="6810">
                  <c:v>1.57979</c:v>
                </c:pt>
                <c:pt idx="6811">
                  <c:v>1.58009</c:v>
                </c:pt>
                <c:pt idx="6812">
                  <c:v>1.5804</c:v>
                </c:pt>
                <c:pt idx="6813">
                  <c:v>1.5807</c:v>
                </c:pt>
                <c:pt idx="6814">
                  <c:v>1.58101</c:v>
                </c:pt>
                <c:pt idx="6815">
                  <c:v>1.58131</c:v>
                </c:pt>
                <c:pt idx="6816">
                  <c:v>1.58162</c:v>
                </c:pt>
                <c:pt idx="6817">
                  <c:v>1.5819300000000001</c:v>
                </c:pt>
                <c:pt idx="6818">
                  <c:v>1.58223</c:v>
                </c:pt>
                <c:pt idx="6819">
                  <c:v>1.5825400000000001</c:v>
                </c:pt>
                <c:pt idx="6820">
                  <c:v>1.58284</c:v>
                </c:pt>
                <c:pt idx="6821">
                  <c:v>1.5831500000000001</c:v>
                </c:pt>
                <c:pt idx="6822">
                  <c:v>1.58345</c:v>
                </c:pt>
                <c:pt idx="6823">
                  <c:v>1.5837600000000001</c:v>
                </c:pt>
                <c:pt idx="6824">
                  <c:v>1.58406</c:v>
                </c:pt>
                <c:pt idx="6825">
                  <c:v>1.5843700000000001</c:v>
                </c:pt>
                <c:pt idx="6826">
                  <c:v>1.58467</c:v>
                </c:pt>
                <c:pt idx="6827">
                  <c:v>1.5849800000000001</c:v>
                </c:pt>
                <c:pt idx="6828">
                  <c:v>1.58528</c:v>
                </c:pt>
                <c:pt idx="6829">
                  <c:v>1.5855900000000001</c:v>
                </c:pt>
                <c:pt idx="6830">
                  <c:v>1.5859000000000001</c:v>
                </c:pt>
                <c:pt idx="6831">
                  <c:v>1.5862000000000001</c:v>
                </c:pt>
                <c:pt idx="6832">
                  <c:v>1.5865100000000001</c:v>
                </c:pt>
                <c:pt idx="6833">
                  <c:v>1.5868100000000001</c:v>
                </c:pt>
                <c:pt idx="6834">
                  <c:v>1.5871200000000001</c:v>
                </c:pt>
                <c:pt idx="6835">
                  <c:v>1.5874200000000001</c:v>
                </c:pt>
                <c:pt idx="6836">
                  <c:v>1.5877300000000001</c:v>
                </c:pt>
                <c:pt idx="6837">
                  <c:v>1.5880300000000001</c:v>
                </c:pt>
                <c:pt idx="6838">
                  <c:v>1.5883400000000001</c:v>
                </c:pt>
                <c:pt idx="6839">
                  <c:v>1.5886400000000001</c:v>
                </c:pt>
                <c:pt idx="6840">
                  <c:v>1.5889500000000001</c:v>
                </c:pt>
                <c:pt idx="6841">
                  <c:v>1.5892500000000001</c:v>
                </c:pt>
                <c:pt idx="6842">
                  <c:v>1.5895600000000001</c:v>
                </c:pt>
                <c:pt idx="6843">
                  <c:v>1.5898699999999999</c:v>
                </c:pt>
                <c:pt idx="6844">
                  <c:v>1.5901700000000001</c:v>
                </c:pt>
                <c:pt idx="6845">
                  <c:v>1.5904799999999999</c:v>
                </c:pt>
                <c:pt idx="6846">
                  <c:v>1.5907800000000001</c:v>
                </c:pt>
                <c:pt idx="6847">
                  <c:v>1.5910899999999999</c:v>
                </c:pt>
                <c:pt idx="6848">
                  <c:v>1.5913900000000001</c:v>
                </c:pt>
                <c:pt idx="6849">
                  <c:v>1.5916999999999999</c:v>
                </c:pt>
                <c:pt idx="6850">
                  <c:v>1.5920000000000001</c:v>
                </c:pt>
                <c:pt idx="6851">
                  <c:v>1.5923099999999999</c:v>
                </c:pt>
                <c:pt idx="6852">
                  <c:v>1.5926100000000001</c:v>
                </c:pt>
                <c:pt idx="6853">
                  <c:v>1.5929199999999999</c:v>
                </c:pt>
                <c:pt idx="6854">
                  <c:v>1.5932200000000001</c:v>
                </c:pt>
                <c:pt idx="6855">
                  <c:v>1.5935299999999999</c:v>
                </c:pt>
                <c:pt idx="6856">
                  <c:v>1.5938399999999999</c:v>
                </c:pt>
                <c:pt idx="6857">
                  <c:v>1.5941399999999999</c:v>
                </c:pt>
                <c:pt idx="6858">
                  <c:v>1.5944499999999999</c:v>
                </c:pt>
                <c:pt idx="6859">
                  <c:v>1.5947499999999999</c:v>
                </c:pt>
                <c:pt idx="6860">
                  <c:v>1.5950599999999999</c:v>
                </c:pt>
                <c:pt idx="6861">
                  <c:v>1.5953599999999999</c:v>
                </c:pt>
                <c:pt idx="6862">
                  <c:v>1.5956699999999999</c:v>
                </c:pt>
                <c:pt idx="6863">
                  <c:v>1.5959700000000001</c:v>
                </c:pt>
                <c:pt idx="6864">
                  <c:v>1.5962799999999999</c:v>
                </c:pt>
                <c:pt idx="6865">
                  <c:v>1.5965800000000001</c:v>
                </c:pt>
                <c:pt idx="6866">
                  <c:v>1.5968899999999999</c:v>
                </c:pt>
                <c:pt idx="6867">
                  <c:v>1.5971900000000001</c:v>
                </c:pt>
                <c:pt idx="6868">
                  <c:v>1.5974999999999999</c:v>
                </c:pt>
                <c:pt idx="6869">
                  <c:v>1.59781</c:v>
                </c:pt>
                <c:pt idx="6870">
                  <c:v>1.5981099999999999</c:v>
                </c:pt>
                <c:pt idx="6871">
                  <c:v>1.59842</c:v>
                </c:pt>
                <c:pt idx="6872">
                  <c:v>1.5987199999999999</c:v>
                </c:pt>
                <c:pt idx="6873">
                  <c:v>1.59903</c:v>
                </c:pt>
                <c:pt idx="6874">
                  <c:v>1.5993299999999999</c:v>
                </c:pt>
                <c:pt idx="6875">
                  <c:v>1.59964</c:v>
                </c:pt>
                <c:pt idx="6876">
                  <c:v>1.5999399999999999</c:v>
                </c:pt>
                <c:pt idx="6877">
                  <c:v>1.60025</c:v>
                </c:pt>
                <c:pt idx="6878">
                  <c:v>1.6005499999999999</c:v>
                </c:pt>
                <c:pt idx="6879">
                  <c:v>1.6008599999999999</c:v>
                </c:pt>
                <c:pt idx="6880">
                  <c:v>1.60117</c:v>
                </c:pt>
                <c:pt idx="6881">
                  <c:v>1.6014699999999999</c:v>
                </c:pt>
                <c:pt idx="6882">
                  <c:v>1.60178</c:v>
                </c:pt>
                <c:pt idx="6883">
                  <c:v>1.6020799999999999</c:v>
                </c:pt>
                <c:pt idx="6884">
                  <c:v>1.60239</c:v>
                </c:pt>
                <c:pt idx="6885">
                  <c:v>1.6026899999999999</c:v>
                </c:pt>
                <c:pt idx="6886">
                  <c:v>1.603</c:v>
                </c:pt>
                <c:pt idx="6887">
                  <c:v>1.6032999999999999</c:v>
                </c:pt>
                <c:pt idx="6888">
                  <c:v>1.60361</c:v>
                </c:pt>
                <c:pt idx="6889">
                  <c:v>1.6039099999999999</c:v>
                </c:pt>
                <c:pt idx="6890">
                  <c:v>1.60422</c:v>
                </c:pt>
                <c:pt idx="6891">
                  <c:v>1.6045199999999999</c:v>
                </c:pt>
                <c:pt idx="6892">
                  <c:v>1.60483</c:v>
                </c:pt>
                <c:pt idx="6893">
                  <c:v>1.60514</c:v>
                </c:pt>
                <c:pt idx="6894">
                  <c:v>1.60544</c:v>
                </c:pt>
                <c:pt idx="6895">
                  <c:v>1.60575</c:v>
                </c:pt>
                <c:pt idx="6896">
                  <c:v>1.60605</c:v>
                </c:pt>
                <c:pt idx="6897">
                  <c:v>1.60636</c:v>
                </c:pt>
                <c:pt idx="6898">
                  <c:v>1.60666</c:v>
                </c:pt>
                <c:pt idx="6899">
                  <c:v>1.60697</c:v>
                </c:pt>
                <c:pt idx="6900">
                  <c:v>1.60727</c:v>
                </c:pt>
                <c:pt idx="6901">
                  <c:v>1.60758</c:v>
                </c:pt>
                <c:pt idx="6902">
                  <c:v>1.60788</c:v>
                </c:pt>
                <c:pt idx="6903">
                  <c:v>1.60819</c:v>
                </c:pt>
                <c:pt idx="6904">
                  <c:v>1.60849</c:v>
                </c:pt>
                <c:pt idx="6905">
                  <c:v>1.6088</c:v>
                </c:pt>
                <c:pt idx="6906">
                  <c:v>1.60911</c:v>
                </c:pt>
                <c:pt idx="6907">
                  <c:v>1.60941</c:v>
                </c:pt>
                <c:pt idx="6908">
                  <c:v>1.60972</c:v>
                </c:pt>
                <c:pt idx="6909">
                  <c:v>1.61002</c:v>
                </c:pt>
                <c:pt idx="6910">
                  <c:v>1.61033</c:v>
                </c:pt>
                <c:pt idx="6911">
                  <c:v>1.61063</c:v>
                </c:pt>
                <c:pt idx="6912">
                  <c:v>1.61094</c:v>
                </c:pt>
                <c:pt idx="6913">
                  <c:v>1.61124</c:v>
                </c:pt>
                <c:pt idx="6914">
                  <c:v>1.61155</c:v>
                </c:pt>
                <c:pt idx="6915">
                  <c:v>1.61185</c:v>
                </c:pt>
                <c:pt idx="6916">
                  <c:v>1.61216</c:v>
                </c:pt>
                <c:pt idx="6917">
                  <c:v>1.61246</c:v>
                </c:pt>
                <c:pt idx="6918">
                  <c:v>1.61277</c:v>
                </c:pt>
                <c:pt idx="6919">
                  <c:v>1.6130800000000001</c:v>
                </c:pt>
                <c:pt idx="6920">
                  <c:v>1.61338</c:v>
                </c:pt>
                <c:pt idx="6921">
                  <c:v>1.6136900000000001</c:v>
                </c:pt>
                <c:pt idx="6922">
                  <c:v>1.61399</c:v>
                </c:pt>
                <c:pt idx="6923">
                  <c:v>1.6143000000000001</c:v>
                </c:pt>
                <c:pt idx="6924">
                  <c:v>1.6146</c:v>
                </c:pt>
                <c:pt idx="6925">
                  <c:v>1.6149100000000001</c:v>
                </c:pt>
                <c:pt idx="6926">
                  <c:v>1.61521</c:v>
                </c:pt>
                <c:pt idx="6927">
                  <c:v>1.6155200000000001</c:v>
                </c:pt>
                <c:pt idx="6928">
                  <c:v>1.61582</c:v>
                </c:pt>
                <c:pt idx="6929">
                  <c:v>1.6161300000000001</c:v>
                </c:pt>
                <c:pt idx="6930">
                  <c:v>1.6164400000000001</c:v>
                </c:pt>
                <c:pt idx="6931">
                  <c:v>1.6167400000000001</c:v>
                </c:pt>
                <c:pt idx="6932">
                  <c:v>1.6170500000000001</c:v>
                </c:pt>
                <c:pt idx="6933">
                  <c:v>1.6173500000000001</c:v>
                </c:pt>
                <c:pt idx="6934">
                  <c:v>1.6176600000000001</c:v>
                </c:pt>
                <c:pt idx="6935">
                  <c:v>1.6179600000000001</c:v>
                </c:pt>
                <c:pt idx="6936">
                  <c:v>1.6182700000000001</c:v>
                </c:pt>
                <c:pt idx="6937">
                  <c:v>1.6185700000000001</c:v>
                </c:pt>
                <c:pt idx="6938">
                  <c:v>1.6188800000000001</c:v>
                </c:pt>
                <c:pt idx="6939">
                  <c:v>1.6191800000000001</c:v>
                </c:pt>
                <c:pt idx="6940">
                  <c:v>1.6194900000000001</c:v>
                </c:pt>
                <c:pt idx="6941">
                  <c:v>1.6197900000000001</c:v>
                </c:pt>
                <c:pt idx="6942">
                  <c:v>1.6201000000000001</c:v>
                </c:pt>
                <c:pt idx="6943">
                  <c:v>1.6204099999999999</c:v>
                </c:pt>
                <c:pt idx="6944">
                  <c:v>1.6207100000000001</c:v>
                </c:pt>
                <c:pt idx="6945">
                  <c:v>1.6210199999999999</c:v>
                </c:pt>
                <c:pt idx="6946">
                  <c:v>1.6213200000000001</c:v>
                </c:pt>
                <c:pt idx="6947">
                  <c:v>1.6216299999999999</c:v>
                </c:pt>
                <c:pt idx="6948">
                  <c:v>1.6219300000000001</c:v>
                </c:pt>
                <c:pt idx="6949">
                  <c:v>1.6222399999999999</c:v>
                </c:pt>
                <c:pt idx="6950">
                  <c:v>1.6225400000000001</c:v>
                </c:pt>
                <c:pt idx="6951">
                  <c:v>1.6228499999999999</c:v>
                </c:pt>
                <c:pt idx="6952">
                  <c:v>1.6231500000000001</c:v>
                </c:pt>
                <c:pt idx="6953">
                  <c:v>1.6234599999999999</c:v>
                </c:pt>
                <c:pt idx="6954">
                  <c:v>1.6237600000000001</c:v>
                </c:pt>
                <c:pt idx="6955">
                  <c:v>1.6240699999999999</c:v>
                </c:pt>
                <c:pt idx="6956">
                  <c:v>1.6243799999999999</c:v>
                </c:pt>
                <c:pt idx="6957">
                  <c:v>1.6246799999999999</c:v>
                </c:pt>
                <c:pt idx="6958">
                  <c:v>1.6249899999999999</c:v>
                </c:pt>
                <c:pt idx="6959">
                  <c:v>1.6252899999999999</c:v>
                </c:pt>
                <c:pt idx="6960">
                  <c:v>1.6255999999999999</c:v>
                </c:pt>
                <c:pt idx="6961">
                  <c:v>1.6258999999999999</c:v>
                </c:pt>
                <c:pt idx="6962">
                  <c:v>1.6262099999999999</c:v>
                </c:pt>
                <c:pt idx="6963">
                  <c:v>1.6265099999999999</c:v>
                </c:pt>
                <c:pt idx="6964">
                  <c:v>1.6268199999999999</c:v>
                </c:pt>
                <c:pt idx="6965">
                  <c:v>1.6271199999999999</c:v>
                </c:pt>
                <c:pt idx="6966">
                  <c:v>1.6274299999999999</c:v>
                </c:pt>
                <c:pt idx="6967">
                  <c:v>1.6277299999999999</c:v>
                </c:pt>
                <c:pt idx="6968">
                  <c:v>1.6280399999999999</c:v>
                </c:pt>
                <c:pt idx="6969">
                  <c:v>1.62835</c:v>
                </c:pt>
                <c:pt idx="6970">
                  <c:v>1.6286499999999999</c:v>
                </c:pt>
                <c:pt idx="6971">
                  <c:v>1.62896</c:v>
                </c:pt>
                <c:pt idx="6972">
                  <c:v>1.6292599999999999</c:v>
                </c:pt>
                <c:pt idx="6973">
                  <c:v>1.62957</c:v>
                </c:pt>
                <c:pt idx="6974">
                  <c:v>1.6298699999999999</c:v>
                </c:pt>
                <c:pt idx="6975">
                  <c:v>1.63018</c:v>
                </c:pt>
                <c:pt idx="6976">
                  <c:v>1.6304799999999999</c:v>
                </c:pt>
                <c:pt idx="6977">
                  <c:v>1.63079</c:v>
                </c:pt>
                <c:pt idx="6978">
                  <c:v>1.6310899999999999</c:v>
                </c:pt>
                <c:pt idx="6979">
                  <c:v>1.6314</c:v>
                </c:pt>
                <c:pt idx="6980">
                  <c:v>1.6316999999999999</c:v>
                </c:pt>
                <c:pt idx="6981">
                  <c:v>1.63201</c:v>
                </c:pt>
                <c:pt idx="6982">
                  <c:v>1.63232</c:v>
                </c:pt>
                <c:pt idx="6983">
                  <c:v>1.63262</c:v>
                </c:pt>
                <c:pt idx="6984">
                  <c:v>1.63293</c:v>
                </c:pt>
                <c:pt idx="6985">
                  <c:v>1.63323</c:v>
                </c:pt>
                <c:pt idx="6986">
                  <c:v>1.63354</c:v>
                </c:pt>
                <c:pt idx="6987">
                  <c:v>1.63384</c:v>
                </c:pt>
                <c:pt idx="6988">
                  <c:v>1.63415</c:v>
                </c:pt>
                <c:pt idx="6989">
                  <c:v>1.63445</c:v>
                </c:pt>
                <c:pt idx="6990">
                  <c:v>1.63476</c:v>
                </c:pt>
                <c:pt idx="6991">
                  <c:v>1.63506</c:v>
                </c:pt>
                <c:pt idx="6992">
                  <c:v>1.63537</c:v>
                </c:pt>
                <c:pt idx="6993">
                  <c:v>1.63568</c:v>
                </c:pt>
                <c:pt idx="6994">
                  <c:v>1.63598</c:v>
                </c:pt>
                <c:pt idx="6995">
                  <c:v>1.63629</c:v>
                </c:pt>
                <c:pt idx="6996">
                  <c:v>1.63659</c:v>
                </c:pt>
                <c:pt idx="6997">
                  <c:v>1.6369</c:v>
                </c:pt>
                <c:pt idx="6998">
                  <c:v>1.6372</c:v>
                </c:pt>
                <c:pt idx="6999">
                  <c:v>1.63751</c:v>
                </c:pt>
                <c:pt idx="7000">
                  <c:v>1.63781</c:v>
                </c:pt>
                <c:pt idx="7001">
                  <c:v>1.63812</c:v>
                </c:pt>
                <c:pt idx="7002">
                  <c:v>1.63842</c:v>
                </c:pt>
                <c:pt idx="7003">
                  <c:v>1.63873</c:v>
                </c:pt>
                <c:pt idx="7004">
                  <c:v>1.63903</c:v>
                </c:pt>
                <c:pt idx="7005">
                  <c:v>1.63934</c:v>
                </c:pt>
                <c:pt idx="7006">
                  <c:v>1.6396500000000001</c:v>
                </c:pt>
                <c:pt idx="7007">
                  <c:v>1.63995</c:v>
                </c:pt>
                <c:pt idx="7008">
                  <c:v>1.6402600000000001</c:v>
                </c:pt>
                <c:pt idx="7009">
                  <c:v>1.64056</c:v>
                </c:pt>
                <c:pt idx="7010">
                  <c:v>1.6408700000000001</c:v>
                </c:pt>
                <c:pt idx="7011">
                  <c:v>1.64117</c:v>
                </c:pt>
                <c:pt idx="7012">
                  <c:v>1.6414800000000001</c:v>
                </c:pt>
                <c:pt idx="7013">
                  <c:v>1.64178</c:v>
                </c:pt>
                <c:pt idx="7014">
                  <c:v>1.64209</c:v>
                </c:pt>
                <c:pt idx="7015">
                  <c:v>1.64239</c:v>
                </c:pt>
                <c:pt idx="7016">
                  <c:v>1.6427</c:v>
                </c:pt>
                <c:pt idx="7017">
                  <c:v>1.643</c:v>
                </c:pt>
                <c:pt idx="7018">
                  <c:v>1.64331</c:v>
                </c:pt>
                <c:pt idx="7019">
                  <c:v>1.6436200000000001</c:v>
                </c:pt>
                <c:pt idx="7020">
                  <c:v>1.64392</c:v>
                </c:pt>
                <c:pt idx="7021">
                  <c:v>1.6442300000000001</c:v>
                </c:pt>
                <c:pt idx="7022">
                  <c:v>1.64453</c:v>
                </c:pt>
                <c:pt idx="7023">
                  <c:v>1.6448400000000001</c:v>
                </c:pt>
                <c:pt idx="7024">
                  <c:v>1.64514</c:v>
                </c:pt>
                <c:pt idx="7025">
                  <c:v>1.6454500000000001</c:v>
                </c:pt>
                <c:pt idx="7026">
                  <c:v>1.64575</c:v>
                </c:pt>
                <c:pt idx="7027">
                  <c:v>1.6460600000000001</c:v>
                </c:pt>
                <c:pt idx="7028">
                  <c:v>1.64636</c:v>
                </c:pt>
                <c:pt idx="7029">
                  <c:v>1.6466700000000001</c:v>
                </c:pt>
                <c:pt idx="7030">
                  <c:v>1.64697</c:v>
                </c:pt>
                <c:pt idx="7031">
                  <c:v>1.6472800000000001</c:v>
                </c:pt>
                <c:pt idx="7032">
                  <c:v>1.6475900000000001</c:v>
                </c:pt>
                <c:pt idx="7033">
                  <c:v>1.6478900000000001</c:v>
                </c:pt>
                <c:pt idx="7034">
                  <c:v>1.6482000000000001</c:v>
                </c:pt>
                <c:pt idx="7035">
                  <c:v>1.6485000000000001</c:v>
                </c:pt>
                <c:pt idx="7036">
                  <c:v>1.6488100000000001</c:v>
                </c:pt>
                <c:pt idx="7037">
                  <c:v>1.6491100000000001</c:v>
                </c:pt>
                <c:pt idx="7038">
                  <c:v>1.6494200000000001</c:v>
                </c:pt>
                <c:pt idx="7039">
                  <c:v>1.6497200000000001</c:v>
                </c:pt>
                <c:pt idx="7040">
                  <c:v>1.6500300000000001</c:v>
                </c:pt>
                <c:pt idx="7041">
                  <c:v>1.6503300000000001</c:v>
                </c:pt>
                <c:pt idx="7042">
                  <c:v>1.6506400000000001</c:v>
                </c:pt>
                <c:pt idx="7043">
                  <c:v>1.6509400000000001</c:v>
                </c:pt>
                <c:pt idx="7044">
                  <c:v>1.6512500000000001</c:v>
                </c:pt>
                <c:pt idx="7045">
                  <c:v>1.6515599999999999</c:v>
                </c:pt>
                <c:pt idx="7046">
                  <c:v>1.6518600000000001</c:v>
                </c:pt>
                <c:pt idx="7047">
                  <c:v>1.6521699999999999</c:v>
                </c:pt>
                <c:pt idx="7048">
                  <c:v>1.6524700000000001</c:v>
                </c:pt>
                <c:pt idx="7049">
                  <c:v>1.6527799999999999</c:v>
                </c:pt>
                <c:pt idx="7050">
                  <c:v>1.6530800000000001</c:v>
                </c:pt>
                <c:pt idx="7051">
                  <c:v>1.6533899999999999</c:v>
                </c:pt>
                <c:pt idx="7052">
                  <c:v>1.6536900000000001</c:v>
                </c:pt>
                <c:pt idx="7053">
                  <c:v>1.6539999999999999</c:v>
                </c:pt>
                <c:pt idx="7054">
                  <c:v>1.6543000000000001</c:v>
                </c:pt>
                <c:pt idx="7055">
                  <c:v>1.6546099999999999</c:v>
                </c:pt>
                <c:pt idx="7056">
                  <c:v>1.6549199999999999</c:v>
                </c:pt>
                <c:pt idx="7057">
                  <c:v>1.6552199999999999</c:v>
                </c:pt>
                <c:pt idx="7058">
                  <c:v>1.6555299999999999</c:v>
                </c:pt>
                <c:pt idx="7059">
                  <c:v>1.6558299999999999</c:v>
                </c:pt>
                <c:pt idx="7060">
                  <c:v>1.6561399999999999</c:v>
                </c:pt>
                <c:pt idx="7061">
                  <c:v>1.6564399999999999</c:v>
                </c:pt>
                <c:pt idx="7062">
                  <c:v>1.6567499999999999</c:v>
                </c:pt>
                <c:pt idx="7063">
                  <c:v>1.6570499999999999</c:v>
                </c:pt>
                <c:pt idx="7064">
                  <c:v>1.6573599999999999</c:v>
                </c:pt>
                <c:pt idx="7065">
                  <c:v>1.6576599999999999</c:v>
                </c:pt>
                <c:pt idx="7066">
                  <c:v>1.6579699999999999</c:v>
                </c:pt>
                <c:pt idx="7067">
                  <c:v>1.6582699999999999</c:v>
                </c:pt>
                <c:pt idx="7068">
                  <c:v>1.6585799999999999</c:v>
                </c:pt>
                <c:pt idx="7069">
                  <c:v>1.65889</c:v>
                </c:pt>
                <c:pt idx="7070">
                  <c:v>1.6591899999999999</c:v>
                </c:pt>
                <c:pt idx="7071">
                  <c:v>1.6595</c:v>
                </c:pt>
                <c:pt idx="7072">
                  <c:v>1.6597999999999999</c:v>
                </c:pt>
                <c:pt idx="7073">
                  <c:v>1.66011</c:v>
                </c:pt>
                <c:pt idx="7074">
                  <c:v>1.6604099999999999</c:v>
                </c:pt>
                <c:pt idx="7075">
                  <c:v>1.66072</c:v>
                </c:pt>
                <c:pt idx="7076">
                  <c:v>1.6610199999999999</c:v>
                </c:pt>
                <c:pt idx="7077">
                  <c:v>1.66133</c:v>
                </c:pt>
                <c:pt idx="7078">
                  <c:v>1.6616299999999999</c:v>
                </c:pt>
                <c:pt idx="7079">
                  <c:v>1.66194</c:v>
                </c:pt>
                <c:pt idx="7080">
                  <c:v>1.6622399999999999</c:v>
                </c:pt>
                <c:pt idx="7081">
                  <c:v>1.66255</c:v>
                </c:pt>
                <c:pt idx="7082">
                  <c:v>1.66286</c:v>
                </c:pt>
                <c:pt idx="7083">
                  <c:v>1.66316</c:v>
                </c:pt>
                <c:pt idx="7084">
                  <c:v>1.66347</c:v>
                </c:pt>
                <c:pt idx="7085">
                  <c:v>1.66377</c:v>
                </c:pt>
                <c:pt idx="7086">
                  <c:v>1.66408</c:v>
                </c:pt>
                <c:pt idx="7087">
                  <c:v>1.66438</c:v>
                </c:pt>
                <c:pt idx="7088">
                  <c:v>1.66469</c:v>
                </c:pt>
                <c:pt idx="7089">
                  <c:v>1.66499</c:v>
                </c:pt>
                <c:pt idx="7090">
                  <c:v>1.6653</c:v>
                </c:pt>
                <c:pt idx="7091">
                  <c:v>1.6656</c:v>
                </c:pt>
                <c:pt idx="7092">
                  <c:v>1.66591</c:v>
                </c:pt>
                <c:pt idx="7093">
                  <c:v>1.66621</c:v>
                </c:pt>
                <c:pt idx="7094">
                  <c:v>1.66652</c:v>
                </c:pt>
                <c:pt idx="7095">
                  <c:v>1.66683</c:v>
                </c:pt>
                <c:pt idx="7096">
                  <c:v>1.66713</c:v>
                </c:pt>
                <c:pt idx="7097">
                  <c:v>1.66744</c:v>
                </c:pt>
                <c:pt idx="7098">
                  <c:v>1.66774</c:v>
                </c:pt>
                <c:pt idx="7099">
                  <c:v>1.66805</c:v>
                </c:pt>
                <c:pt idx="7100">
                  <c:v>1.66835</c:v>
                </c:pt>
                <c:pt idx="7101">
                  <c:v>1.66866</c:v>
                </c:pt>
                <c:pt idx="7102">
                  <c:v>1.66896</c:v>
                </c:pt>
                <c:pt idx="7103">
                  <c:v>1.66927</c:v>
                </c:pt>
                <c:pt idx="7104">
                  <c:v>1.66957</c:v>
                </c:pt>
                <c:pt idx="7105">
                  <c:v>1.66988</c:v>
                </c:pt>
                <c:pt idx="7106">
                  <c:v>1.67018</c:v>
                </c:pt>
                <c:pt idx="7107">
                  <c:v>1.67049</c:v>
                </c:pt>
                <c:pt idx="7108">
                  <c:v>1.6708000000000001</c:v>
                </c:pt>
                <c:pt idx="7109">
                  <c:v>1.6711</c:v>
                </c:pt>
                <c:pt idx="7110">
                  <c:v>1.6714100000000001</c:v>
                </c:pt>
                <c:pt idx="7111">
                  <c:v>1.67171</c:v>
                </c:pt>
                <c:pt idx="7112">
                  <c:v>1.6720200000000001</c:v>
                </c:pt>
                <c:pt idx="7113">
                  <c:v>1.67232</c:v>
                </c:pt>
                <c:pt idx="7114">
                  <c:v>1.6726300000000001</c:v>
                </c:pt>
                <c:pt idx="7115">
                  <c:v>1.67293</c:v>
                </c:pt>
                <c:pt idx="7116">
                  <c:v>1.6732400000000001</c:v>
                </c:pt>
                <c:pt idx="7117">
                  <c:v>1.67354</c:v>
                </c:pt>
                <c:pt idx="7118">
                  <c:v>1.6738500000000001</c:v>
                </c:pt>
                <c:pt idx="7119">
                  <c:v>1.6741600000000001</c:v>
                </c:pt>
                <c:pt idx="7120">
                  <c:v>1.6744600000000001</c:v>
                </c:pt>
                <c:pt idx="7121">
                  <c:v>1.6747700000000001</c:v>
                </c:pt>
                <c:pt idx="7122">
                  <c:v>1.6750700000000001</c:v>
                </c:pt>
                <c:pt idx="7123">
                  <c:v>1.6753800000000001</c:v>
                </c:pt>
                <c:pt idx="7124">
                  <c:v>1.6756800000000001</c:v>
                </c:pt>
                <c:pt idx="7125">
                  <c:v>1.6759900000000001</c:v>
                </c:pt>
                <c:pt idx="7126">
                  <c:v>1.6762900000000001</c:v>
                </c:pt>
                <c:pt idx="7127">
                  <c:v>1.6766000000000001</c:v>
                </c:pt>
                <c:pt idx="7128">
                  <c:v>1.6769000000000001</c:v>
                </c:pt>
                <c:pt idx="7129">
                  <c:v>1.6772100000000001</c:v>
                </c:pt>
                <c:pt idx="7130">
                  <c:v>1.6775100000000001</c:v>
                </c:pt>
                <c:pt idx="7131">
                  <c:v>1.6778200000000001</c:v>
                </c:pt>
                <c:pt idx="7132">
                  <c:v>1.6781299999999999</c:v>
                </c:pt>
                <c:pt idx="7133">
                  <c:v>1.6784300000000001</c:v>
                </c:pt>
                <c:pt idx="7134">
                  <c:v>1.6787399999999999</c:v>
                </c:pt>
                <c:pt idx="7135">
                  <c:v>1.6790400000000001</c:v>
                </c:pt>
                <c:pt idx="7136">
                  <c:v>1.6793499999999999</c:v>
                </c:pt>
                <c:pt idx="7137">
                  <c:v>1.6796500000000001</c:v>
                </c:pt>
                <c:pt idx="7138">
                  <c:v>1.6799599999999999</c:v>
                </c:pt>
                <c:pt idx="7139">
                  <c:v>1.6802600000000001</c:v>
                </c:pt>
                <c:pt idx="7140">
                  <c:v>1.6805699999999999</c:v>
                </c:pt>
                <c:pt idx="7141">
                  <c:v>1.6808700000000001</c:v>
                </c:pt>
                <c:pt idx="7142">
                  <c:v>1.6811799999999999</c:v>
                </c:pt>
                <c:pt idx="7143">
                  <c:v>1.6814800000000001</c:v>
                </c:pt>
                <c:pt idx="7144">
                  <c:v>1.6817899999999999</c:v>
                </c:pt>
                <c:pt idx="7145">
                  <c:v>1.6820999999999999</c:v>
                </c:pt>
                <c:pt idx="7146">
                  <c:v>1.6823999999999999</c:v>
                </c:pt>
                <c:pt idx="7147">
                  <c:v>1.6827099999999999</c:v>
                </c:pt>
                <c:pt idx="7148">
                  <c:v>1.6830099999999999</c:v>
                </c:pt>
                <c:pt idx="7149">
                  <c:v>1.6833199999999999</c:v>
                </c:pt>
                <c:pt idx="7150">
                  <c:v>1.6836199999999999</c:v>
                </c:pt>
                <c:pt idx="7151">
                  <c:v>1.6839299999999999</c:v>
                </c:pt>
                <c:pt idx="7152">
                  <c:v>1.6842299999999999</c:v>
                </c:pt>
                <c:pt idx="7153">
                  <c:v>1.6845399999999999</c:v>
                </c:pt>
                <c:pt idx="7154">
                  <c:v>1.6848399999999999</c:v>
                </c:pt>
                <c:pt idx="7155">
                  <c:v>1.6851499999999999</c:v>
                </c:pt>
                <c:pt idx="7156">
                  <c:v>1.6854499999999999</c:v>
                </c:pt>
                <c:pt idx="7157">
                  <c:v>1.6857599999999999</c:v>
                </c:pt>
                <c:pt idx="7158">
                  <c:v>1.68607</c:v>
                </c:pt>
                <c:pt idx="7159">
                  <c:v>1.6863699999999999</c:v>
                </c:pt>
                <c:pt idx="7160">
                  <c:v>1.68668</c:v>
                </c:pt>
                <c:pt idx="7161">
                  <c:v>1.6869799999999999</c:v>
                </c:pt>
                <c:pt idx="7162">
                  <c:v>1.68729</c:v>
                </c:pt>
                <c:pt idx="7163">
                  <c:v>1.6875899999999999</c:v>
                </c:pt>
                <c:pt idx="7164">
                  <c:v>1.6879</c:v>
                </c:pt>
                <c:pt idx="7165">
                  <c:v>1.6881999999999999</c:v>
                </c:pt>
                <c:pt idx="7166">
                  <c:v>1.68851</c:v>
                </c:pt>
                <c:pt idx="7167">
                  <c:v>1.6888099999999999</c:v>
                </c:pt>
                <c:pt idx="7168">
                  <c:v>1.68912</c:v>
                </c:pt>
                <c:pt idx="7169">
                  <c:v>1.68943</c:v>
                </c:pt>
                <c:pt idx="7170">
                  <c:v>1.68973</c:v>
                </c:pt>
                <c:pt idx="7171">
                  <c:v>1.69004</c:v>
                </c:pt>
                <c:pt idx="7172">
                  <c:v>1.69034</c:v>
                </c:pt>
                <c:pt idx="7173">
                  <c:v>1.69065</c:v>
                </c:pt>
                <c:pt idx="7174">
                  <c:v>1.69095</c:v>
                </c:pt>
                <c:pt idx="7175">
                  <c:v>1.69126</c:v>
                </c:pt>
                <c:pt idx="7176">
                  <c:v>1.69156</c:v>
                </c:pt>
                <c:pt idx="7177">
                  <c:v>1.69187</c:v>
                </c:pt>
                <c:pt idx="7178">
                  <c:v>1.69217</c:v>
                </c:pt>
                <c:pt idx="7179">
                  <c:v>1.69248</c:v>
                </c:pt>
                <c:pt idx="7180">
                  <c:v>1.69278</c:v>
                </c:pt>
                <c:pt idx="7181">
                  <c:v>1.69309</c:v>
                </c:pt>
                <c:pt idx="7182">
                  <c:v>1.6934</c:v>
                </c:pt>
                <c:pt idx="7183">
                  <c:v>1.6937</c:v>
                </c:pt>
                <c:pt idx="7184">
                  <c:v>1.69401</c:v>
                </c:pt>
                <c:pt idx="7185">
                  <c:v>1.69431</c:v>
                </c:pt>
                <c:pt idx="7186">
                  <c:v>1.69462</c:v>
                </c:pt>
                <c:pt idx="7187">
                  <c:v>1.69492</c:v>
                </c:pt>
                <c:pt idx="7188">
                  <c:v>1.69523</c:v>
                </c:pt>
                <c:pt idx="7189">
                  <c:v>1.69553</c:v>
                </c:pt>
                <c:pt idx="7190">
                  <c:v>1.69584</c:v>
                </c:pt>
                <c:pt idx="7191">
                  <c:v>1.69614</c:v>
                </c:pt>
                <c:pt idx="7192">
                  <c:v>1.69645</c:v>
                </c:pt>
                <c:pt idx="7193">
                  <c:v>1.69675</c:v>
                </c:pt>
                <c:pt idx="7194">
                  <c:v>1.69706</c:v>
                </c:pt>
                <c:pt idx="7195">
                  <c:v>1.69737</c:v>
                </c:pt>
                <c:pt idx="7196">
                  <c:v>1.69767</c:v>
                </c:pt>
                <c:pt idx="7197">
                  <c:v>1.69798</c:v>
                </c:pt>
                <c:pt idx="7198">
                  <c:v>1.69828</c:v>
                </c:pt>
                <c:pt idx="7199">
                  <c:v>1.69859</c:v>
                </c:pt>
                <c:pt idx="7200">
                  <c:v>1.69889</c:v>
                </c:pt>
                <c:pt idx="7201">
                  <c:v>1.6992</c:v>
                </c:pt>
                <c:pt idx="7202">
                  <c:v>1.6995</c:v>
                </c:pt>
                <c:pt idx="7203">
                  <c:v>1.69981</c:v>
                </c:pt>
                <c:pt idx="7204">
                  <c:v>1.70011</c:v>
                </c:pt>
                <c:pt idx="7205">
                  <c:v>1.70042</c:v>
                </c:pt>
                <c:pt idx="7206">
                  <c:v>1.70072</c:v>
                </c:pt>
                <c:pt idx="7207">
                  <c:v>1.70103</c:v>
                </c:pt>
                <c:pt idx="7208">
                  <c:v>1.7013400000000001</c:v>
                </c:pt>
                <c:pt idx="7209">
                  <c:v>1.70164</c:v>
                </c:pt>
                <c:pt idx="7210">
                  <c:v>1.7019500000000001</c:v>
                </c:pt>
                <c:pt idx="7211">
                  <c:v>1.70225</c:v>
                </c:pt>
                <c:pt idx="7212">
                  <c:v>1.7025600000000001</c:v>
                </c:pt>
                <c:pt idx="7213">
                  <c:v>1.70286</c:v>
                </c:pt>
                <c:pt idx="7214">
                  <c:v>1.7031700000000001</c:v>
                </c:pt>
                <c:pt idx="7215">
                  <c:v>1.70347</c:v>
                </c:pt>
                <c:pt idx="7216">
                  <c:v>1.7037800000000001</c:v>
                </c:pt>
                <c:pt idx="7217">
                  <c:v>1.70408</c:v>
                </c:pt>
                <c:pt idx="7218">
                  <c:v>1.7043900000000001</c:v>
                </c:pt>
                <c:pt idx="7219">
                  <c:v>1.70469</c:v>
                </c:pt>
                <c:pt idx="7220">
                  <c:v>1.7050000000000001</c:v>
                </c:pt>
                <c:pt idx="7221">
                  <c:v>1.7053100000000001</c:v>
                </c:pt>
                <c:pt idx="7222">
                  <c:v>1.7056100000000001</c:v>
                </c:pt>
                <c:pt idx="7223">
                  <c:v>1.7059200000000001</c:v>
                </c:pt>
                <c:pt idx="7224">
                  <c:v>1.7062200000000001</c:v>
                </c:pt>
                <c:pt idx="7225">
                  <c:v>1.7065300000000001</c:v>
                </c:pt>
                <c:pt idx="7226">
                  <c:v>1.7068300000000001</c:v>
                </c:pt>
                <c:pt idx="7227">
                  <c:v>1.7071400000000001</c:v>
                </c:pt>
                <c:pt idx="7228">
                  <c:v>1.7074400000000001</c:v>
                </c:pt>
                <c:pt idx="7229">
                  <c:v>1.7077500000000001</c:v>
                </c:pt>
                <c:pt idx="7230">
                  <c:v>1.7080500000000001</c:v>
                </c:pt>
                <c:pt idx="7231">
                  <c:v>1.7083600000000001</c:v>
                </c:pt>
                <c:pt idx="7232">
                  <c:v>1.7086699999999999</c:v>
                </c:pt>
                <c:pt idx="7233">
                  <c:v>1.7089700000000001</c:v>
                </c:pt>
                <c:pt idx="7234">
                  <c:v>1.7092799999999999</c:v>
                </c:pt>
                <c:pt idx="7235">
                  <c:v>1.7095800000000001</c:v>
                </c:pt>
                <c:pt idx="7236">
                  <c:v>1.7098899999999999</c:v>
                </c:pt>
                <c:pt idx="7237">
                  <c:v>1.7101900000000001</c:v>
                </c:pt>
                <c:pt idx="7238">
                  <c:v>1.7104999999999999</c:v>
                </c:pt>
                <c:pt idx="7239">
                  <c:v>1.7108000000000001</c:v>
                </c:pt>
                <c:pt idx="7240">
                  <c:v>1.7111099999999999</c:v>
                </c:pt>
                <c:pt idx="7241">
                  <c:v>1.7114100000000001</c:v>
                </c:pt>
                <c:pt idx="7242">
                  <c:v>1.7117199999999999</c:v>
                </c:pt>
                <c:pt idx="7243">
                  <c:v>1.7120200000000001</c:v>
                </c:pt>
                <c:pt idx="7244">
                  <c:v>1.7123299999999999</c:v>
                </c:pt>
                <c:pt idx="7245">
                  <c:v>1.7126399999999999</c:v>
                </c:pt>
                <c:pt idx="7246">
                  <c:v>1.7129399999999999</c:v>
                </c:pt>
                <c:pt idx="7247">
                  <c:v>1.7132499999999999</c:v>
                </c:pt>
                <c:pt idx="7248">
                  <c:v>1.7135499999999999</c:v>
                </c:pt>
                <c:pt idx="7249">
                  <c:v>1.7138599999999999</c:v>
                </c:pt>
                <c:pt idx="7250">
                  <c:v>1.7141599999999999</c:v>
                </c:pt>
                <c:pt idx="7251">
                  <c:v>1.7144699999999999</c:v>
                </c:pt>
                <c:pt idx="7252">
                  <c:v>1.7147699999999999</c:v>
                </c:pt>
                <c:pt idx="7253">
                  <c:v>1.7150799999999999</c:v>
                </c:pt>
                <c:pt idx="7254">
                  <c:v>1.7153799999999999</c:v>
                </c:pt>
                <c:pt idx="7255">
                  <c:v>1.7156899999999999</c:v>
                </c:pt>
                <c:pt idx="7256">
                  <c:v>1.7159899999999999</c:v>
                </c:pt>
                <c:pt idx="7257">
                  <c:v>1.7162999999999999</c:v>
                </c:pt>
                <c:pt idx="7258">
                  <c:v>1.71661</c:v>
                </c:pt>
                <c:pt idx="7259">
                  <c:v>1.7169099999999999</c:v>
                </c:pt>
                <c:pt idx="7260">
                  <c:v>1.71722</c:v>
                </c:pt>
                <c:pt idx="7261">
                  <c:v>1.7175199999999999</c:v>
                </c:pt>
                <c:pt idx="7262">
                  <c:v>1.71783</c:v>
                </c:pt>
                <c:pt idx="7263">
                  <c:v>1.7181299999999999</c:v>
                </c:pt>
                <c:pt idx="7264">
                  <c:v>1.71844</c:v>
                </c:pt>
                <c:pt idx="7265">
                  <c:v>1.7187399999999999</c:v>
                </c:pt>
                <c:pt idx="7266">
                  <c:v>1.71905</c:v>
                </c:pt>
                <c:pt idx="7267">
                  <c:v>1.7193499999999999</c:v>
                </c:pt>
                <c:pt idx="7268">
                  <c:v>1.71966</c:v>
                </c:pt>
                <c:pt idx="7269">
                  <c:v>1.7199599999999999</c:v>
                </c:pt>
                <c:pt idx="7270">
                  <c:v>1.72027</c:v>
                </c:pt>
                <c:pt idx="7271">
                  <c:v>1.72058</c:v>
                </c:pt>
                <c:pt idx="7272">
                  <c:v>1.72088</c:v>
                </c:pt>
                <c:pt idx="7273">
                  <c:v>1.72119</c:v>
                </c:pt>
                <c:pt idx="7274">
                  <c:v>1.72149</c:v>
                </c:pt>
                <c:pt idx="7275">
                  <c:v>1.7218</c:v>
                </c:pt>
                <c:pt idx="7276">
                  <c:v>1.7221</c:v>
                </c:pt>
                <c:pt idx="7277">
                  <c:v>1.72241</c:v>
                </c:pt>
                <c:pt idx="7278">
                  <c:v>1.72271</c:v>
                </c:pt>
                <c:pt idx="7279">
                  <c:v>1.72302</c:v>
                </c:pt>
                <c:pt idx="7280">
                  <c:v>1.72332</c:v>
                </c:pt>
                <c:pt idx="7281">
                  <c:v>1.72363</c:v>
                </c:pt>
                <c:pt idx="7282">
                  <c:v>1.72393</c:v>
                </c:pt>
                <c:pt idx="7283">
                  <c:v>1.72424</c:v>
                </c:pt>
                <c:pt idx="7284">
                  <c:v>1.72455</c:v>
                </c:pt>
                <c:pt idx="7285">
                  <c:v>1.72485</c:v>
                </c:pt>
                <c:pt idx="7286">
                  <c:v>1.72516</c:v>
                </c:pt>
                <c:pt idx="7287">
                  <c:v>1.72546</c:v>
                </c:pt>
                <c:pt idx="7288">
                  <c:v>1.72577</c:v>
                </c:pt>
                <c:pt idx="7289">
                  <c:v>1.72607</c:v>
                </c:pt>
                <c:pt idx="7290">
                  <c:v>1.72638</c:v>
                </c:pt>
                <c:pt idx="7291">
                  <c:v>1.72668</c:v>
                </c:pt>
                <c:pt idx="7292">
                  <c:v>1.72699</c:v>
                </c:pt>
                <c:pt idx="7293">
                  <c:v>1.72729</c:v>
                </c:pt>
                <c:pt idx="7294">
                  <c:v>1.7276</c:v>
                </c:pt>
                <c:pt idx="7295">
                  <c:v>1.7279100000000001</c:v>
                </c:pt>
                <c:pt idx="7296">
                  <c:v>1.72821</c:v>
                </c:pt>
                <c:pt idx="7297">
                  <c:v>1.7285200000000001</c:v>
                </c:pt>
                <c:pt idx="7298">
                  <c:v>1.72882</c:v>
                </c:pt>
                <c:pt idx="7299">
                  <c:v>1.7291300000000001</c:v>
                </c:pt>
                <c:pt idx="7300">
                  <c:v>1.72943</c:v>
                </c:pt>
                <c:pt idx="7301">
                  <c:v>1.7297400000000001</c:v>
                </c:pt>
                <c:pt idx="7302">
                  <c:v>1.73004</c:v>
                </c:pt>
                <c:pt idx="7303">
                  <c:v>1.7303500000000001</c:v>
                </c:pt>
                <c:pt idx="7304">
                  <c:v>1.73065</c:v>
                </c:pt>
                <c:pt idx="7305">
                  <c:v>1.7309600000000001</c:v>
                </c:pt>
                <c:pt idx="7306">
                  <c:v>1.73126</c:v>
                </c:pt>
                <c:pt idx="7307">
                  <c:v>1.7315700000000001</c:v>
                </c:pt>
                <c:pt idx="7308">
                  <c:v>1.7318800000000001</c:v>
                </c:pt>
                <c:pt idx="7309">
                  <c:v>1.7321800000000001</c:v>
                </c:pt>
                <c:pt idx="7310">
                  <c:v>1.7324900000000001</c:v>
                </c:pt>
                <c:pt idx="7311">
                  <c:v>1.7327900000000001</c:v>
                </c:pt>
                <c:pt idx="7312">
                  <c:v>1.7331000000000001</c:v>
                </c:pt>
                <c:pt idx="7313">
                  <c:v>1.7334000000000001</c:v>
                </c:pt>
                <c:pt idx="7314">
                  <c:v>1.7337100000000001</c:v>
                </c:pt>
                <c:pt idx="7315">
                  <c:v>1.7340100000000001</c:v>
                </c:pt>
                <c:pt idx="7316">
                  <c:v>1.7343200000000001</c:v>
                </c:pt>
                <c:pt idx="7317">
                  <c:v>1.7346200000000001</c:v>
                </c:pt>
                <c:pt idx="7318">
                  <c:v>1.7349300000000001</c:v>
                </c:pt>
                <c:pt idx="7319">
                  <c:v>1.7352300000000001</c:v>
                </c:pt>
                <c:pt idx="7320">
                  <c:v>1.7355400000000001</c:v>
                </c:pt>
                <c:pt idx="7321">
                  <c:v>1.7358499999999999</c:v>
                </c:pt>
                <c:pt idx="7322">
                  <c:v>1.7361500000000001</c:v>
                </c:pt>
                <c:pt idx="7323">
                  <c:v>1.7364599999999999</c:v>
                </c:pt>
                <c:pt idx="7324">
                  <c:v>1.7367600000000001</c:v>
                </c:pt>
                <c:pt idx="7325">
                  <c:v>1.7370699999999999</c:v>
                </c:pt>
                <c:pt idx="7326">
                  <c:v>1.7373700000000001</c:v>
                </c:pt>
                <c:pt idx="7327">
                  <c:v>1.7376799999999999</c:v>
                </c:pt>
                <c:pt idx="7328">
                  <c:v>1.7379800000000001</c:v>
                </c:pt>
                <c:pt idx="7329">
                  <c:v>1.7382899999999999</c:v>
                </c:pt>
                <c:pt idx="7330">
                  <c:v>1.7385900000000001</c:v>
                </c:pt>
                <c:pt idx="7331">
                  <c:v>1.7388999999999999</c:v>
                </c:pt>
                <c:pt idx="7332">
                  <c:v>1.7392000000000001</c:v>
                </c:pt>
                <c:pt idx="7333">
                  <c:v>1.7395099999999999</c:v>
                </c:pt>
                <c:pt idx="7334">
                  <c:v>1.7398199999999999</c:v>
                </c:pt>
                <c:pt idx="7335">
                  <c:v>1.7401199999999999</c:v>
                </c:pt>
                <c:pt idx="7336">
                  <c:v>1.7404299999999999</c:v>
                </c:pt>
                <c:pt idx="7337">
                  <c:v>1.7407300000000001</c:v>
                </c:pt>
                <c:pt idx="7338">
                  <c:v>1.7410399999999999</c:v>
                </c:pt>
                <c:pt idx="7339">
                  <c:v>1.7413400000000001</c:v>
                </c:pt>
                <c:pt idx="7340">
                  <c:v>1.7416499999999999</c:v>
                </c:pt>
                <c:pt idx="7341">
                  <c:v>1.7419500000000001</c:v>
                </c:pt>
                <c:pt idx="7342">
                  <c:v>1.7422599999999999</c:v>
                </c:pt>
                <c:pt idx="7343">
                  <c:v>1.7425600000000001</c:v>
                </c:pt>
                <c:pt idx="7344">
                  <c:v>1.7428699999999999</c:v>
                </c:pt>
                <c:pt idx="7345">
                  <c:v>1.74318</c:v>
                </c:pt>
                <c:pt idx="7346">
                  <c:v>1.7434799999999999</c:v>
                </c:pt>
                <c:pt idx="7347">
                  <c:v>1.74379</c:v>
                </c:pt>
                <c:pt idx="7348">
                  <c:v>1.7440899999999999</c:v>
                </c:pt>
                <c:pt idx="7349">
                  <c:v>1.7444</c:v>
                </c:pt>
                <c:pt idx="7350">
                  <c:v>1.7446999999999999</c:v>
                </c:pt>
                <c:pt idx="7351">
                  <c:v>1.74501</c:v>
                </c:pt>
                <c:pt idx="7352">
                  <c:v>1.7453099999999999</c:v>
                </c:pt>
                <c:pt idx="7353">
                  <c:v>1.7456199999999999</c:v>
                </c:pt>
                <c:pt idx="7354">
                  <c:v>1.7459199999999999</c:v>
                </c:pt>
                <c:pt idx="7355">
                  <c:v>1.7462299999999999</c:v>
                </c:pt>
                <c:pt idx="7356">
                  <c:v>1.7465299999999999</c:v>
                </c:pt>
                <c:pt idx="7357">
                  <c:v>1.7468399999999999</c:v>
                </c:pt>
                <c:pt idx="7358">
                  <c:v>1.74715</c:v>
                </c:pt>
                <c:pt idx="7359">
                  <c:v>1.7474499999999999</c:v>
                </c:pt>
                <c:pt idx="7360">
                  <c:v>1.74776</c:v>
                </c:pt>
                <c:pt idx="7361">
                  <c:v>1.7480599999999999</c:v>
                </c:pt>
                <c:pt idx="7362">
                  <c:v>1.74837</c:v>
                </c:pt>
                <c:pt idx="7363">
                  <c:v>1.7486699999999999</c:v>
                </c:pt>
                <c:pt idx="7364">
                  <c:v>1.74898</c:v>
                </c:pt>
                <c:pt idx="7365">
                  <c:v>1.7492799999999999</c:v>
                </c:pt>
                <c:pt idx="7366">
                  <c:v>1.74959</c:v>
                </c:pt>
                <c:pt idx="7367">
                  <c:v>1.7498899999999999</c:v>
                </c:pt>
                <c:pt idx="7368">
                  <c:v>1.7502</c:v>
                </c:pt>
                <c:pt idx="7369">
                  <c:v>1.7504999999999999</c:v>
                </c:pt>
                <c:pt idx="7370">
                  <c:v>1.75081</c:v>
                </c:pt>
                <c:pt idx="7371">
                  <c:v>1.75112</c:v>
                </c:pt>
                <c:pt idx="7372">
                  <c:v>1.75142</c:v>
                </c:pt>
                <c:pt idx="7373">
                  <c:v>1.75173</c:v>
                </c:pt>
                <c:pt idx="7374">
                  <c:v>1.75203</c:v>
                </c:pt>
                <c:pt idx="7375">
                  <c:v>1.75234</c:v>
                </c:pt>
                <c:pt idx="7376">
                  <c:v>1.75264</c:v>
                </c:pt>
                <c:pt idx="7377">
                  <c:v>1.75295</c:v>
                </c:pt>
                <c:pt idx="7378">
                  <c:v>1.75325</c:v>
                </c:pt>
                <c:pt idx="7379">
                  <c:v>1.75356</c:v>
                </c:pt>
                <c:pt idx="7380">
                  <c:v>1.75386</c:v>
                </c:pt>
                <c:pt idx="7381">
                  <c:v>1.75417</c:v>
                </c:pt>
                <c:pt idx="7382">
                  <c:v>1.75447</c:v>
                </c:pt>
                <c:pt idx="7383">
                  <c:v>1.75478</c:v>
                </c:pt>
                <c:pt idx="7384">
                  <c:v>1.75509</c:v>
                </c:pt>
                <c:pt idx="7385">
                  <c:v>1.75539</c:v>
                </c:pt>
                <c:pt idx="7386">
                  <c:v>1.7557</c:v>
                </c:pt>
                <c:pt idx="7387">
                  <c:v>1.756</c:v>
                </c:pt>
                <c:pt idx="7388">
                  <c:v>1.75631</c:v>
                </c:pt>
                <c:pt idx="7389">
                  <c:v>1.75661</c:v>
                </c:pt>
                <c:pt idx="7390">
                  <c:v>1.75692</c:v>
                </c:pt>
                <c:pt idx="7391">
                  <c:v>1.75722</c:v>
                </c:pt>
                <c:pt idx="7392">
                  <c:v>1.75753</c:v>
                </c:pt>
                <c:pt idx="7393">
                  <c:v>1.75783</c:v>
                </c:pt>
                <c:pt idx="7394">
                  <c:v>1.75814</c:v>
                </c:pt>
                <c:pt idx="7395">
                  <c:v>1.75844</c:v>
                </c:pt>
                <c:pt idx="7396">
                  <c:v>1.75875</c:v>
                </c:pt>
                <c:pt idx="7397">
                  <c:v>1.7590600000000001</c:v>
                </c:pt>
                <c:pt idx="7398">
                  <c:v>1.75936</c:v>
                </c:pt>
                <c:pt idx="7399">
                  <c:v>1.7596700000000001</c:v>
                </c:pt>
                <c:pt idx="7400">
                  <c:v>1.75997</c:v>
                </c:pt>
                <c:pt idx="7401">
                  <c:v>1.7602800000000001</c:v>
                </c:pt>
                <c:pt idx="7402">
                  <c:v>1.76058</c:v>
                </c:pt>
                <c:pt idx="7403">
                  <c:v>1.7608900000000001</c:v>
                </c:pt>
                <c:pt idx="7404">
                  <c:v>1.76119</c:v>
                </c:pt>
                <c:pt idx="7405">
                  <c:v>1.7615000000000001</c:v>
                </c:pt>
                <c:pt idx="7406">
                  <c:v>1.7618</c:v>
                </c:pt>
                <c:pt idx="7407">
                  <c:v>1.7621100000000001</c:v>
                </c:pt>
                <c:pt idx="7408">
                  <c:v>1.7624200000000001</c:v>
                </c:pt>
                <c:pt idx="7409">
                  <c:v>1.7627200000000001</c:v>
                </c:pt>
                <c:pt idx="7410">
                  <c:v>1.7630300000000001</c:v>
                </c:pt>
                <c:pt idx="7411">
                  <c:v>1.7633300000000001</c:v>
                </c:pt>
                <c:pt idx="7412">
                  <c:v>1.7636400000000001</c:v>
                </c:pt>
                <c:pt idx="7413">
                  <c:v>1.7639400000000001</c:v>
                </c:pt>
                <c:pt idx="7414">
                  <c:v>1.7642500000000001</c:v>
                </c:pt>
                <c:pt idx="7415">
                  <c:v>1.7645500000000001</c:v>
                </c:pt>
                <c:pt idx="7416">
                  <c:v>1.7648600000000001</c:v>
                </c:pt>
                <c:pt idx="7417">
                  <c:v>1.7651600000000001</c:v>
                </c:pt>
                <c:pt idx="7418">
                  <c:v>1.7654700000000001</c:v>
                </c:pt>
                <c:pt idx="7419">
                  <c:v>1.7657700000000001</c:v>
                </c:pt>
                <c:pt idx="7420">
                  <c:v>1.7660800000000001</c:v>
                </c:pt>
                <c:pt idx="7421">
                  <c:v>1.7663899999999999</c:v>
                </c:pt>
                <c:pt idx="7422">
                  <c:v>1.7666900000000001</c:v>
                </c:pt>
                <c:pt idx="7423">
                  <c:v>1.7669999999999999</c:v>
                </c:pt>
                <c:pt idx="7424">
                  <c:v>1.7673000000000001</c:v>
                </c:pt>
                <c:pt idx="7425">
                  <c:v>1.7676099999999999</c:v>
                </c:pt>
                <c:pt idx="7426">
                  <c:v>1.7679100000000001</c:v>
                </c:pt>
                <c:pt idx="7427">
                  <c:v>1.7682199999999999</c:v>
                </c:pt>
                <c:pt idx="7428">
                  <c:v>1.7685200000000001</c:v>
                </c:pt>
                <c:pt idx="7429">
                  <c:v>1.7688299999999999</c:v>
                </c:pt>
                <c:pt idx="7430">
                  <c:v>1.7691300000000001</c:v>
                </c:pt>
                <c:pt idx="7431">
                  <c:v>1.7694399999999999</c:v>
                </c:pt>
                <c:pt idx="7432">
                  <c:v>1.7697400000000001</c:v>
                </c:pt>
                <c:pt idx="7433">
                  <c:v>1.7700499999999999</c:v>
                </c:pt>
                <c:pt idx="7434">
                  <c:v>1.7703599999999999</c:v>
                </c:pt>
                <c:pt idx="7435">
                  <c:v>1.7706599999999999</c:v>
                </c:pt>
                <c:pt idx="7436">
                  <c:v>1.7709699999999999</c:v>
                </c:pt>
                <c:pt idx="7437">
                  <c:v>1.7712699999999999</c:v>
                </c:pt>
                <c:pt idx="7438">
                  <c:v>1.7715799999999999</c:v>
                </c:pt>
                <c:pt idx="7439">
                  <c:v>1.7718799999999999</c:v>
                </c:pt>
                <c:pt idx="7440">
                  <c:v>1.7721899999999999</c:v>
                </c:pt>
                <c:pt idx="7441">
                  <c:v>1.7724899999999999</c:v>
                </c:pt>
                <c:pt idx="7442">
                  <c:v>1.7727999999999999</c:v>
                </c:pt>
                <c:pt idx="7443">
                  <c:v>1.7730999999999999</c:v>
                </c:pt>
                <c:pt idx="7444">
                  <c:v>1.7734099999999999</c:v>
                </c:pt>
                <c:pt idx="7445">
                  <c:v>1.7737099999999999</c:v>
                </c:pt>
                <c:pt idx="7446">
                  <c:v>1.7740199999999999</c:v>
                </c:pt>
                <c:pt idx="7447">
                  <c:v>1.77433</c:v>
                </c:pt>
                <c:pt idx="7448">
                  <c:v>1.7746299999999999</c:v>
                </c:pt>
                <c:pt idx="7449">
                  <c:v>1.77494</c:v>
                </c:pt>
                <c:pt idx="7450">
                  <c:v>1.7752399999999999</c:v>
                </c:pt>
                <c:pt idx="7451">
                  <c:v>1.77555</c:v>
                </c:pt>
                <c:pt idx="7452">
                  <c:v>1.7758499999999999</c:v>
                </c:pt>
                <c:pt idx="7453">
                  <c:v>1.77616</c:v>
                </c:pt>
                <c:pt idx="7454">
                  <c:v>1.7764599999999999</c:v>
                </c:pt>
                <c:pt idx="7455">
                  <c:v>1.77677</c:v>
                </c:pt>
                <c:pt idx="7456">
                  <c:v>1.7770699999999999</c:v>
                </c:pt>
                <c:pt idx="7457">
                  <c:v>1.77738</c:v>
                </c:pt>
                <c:pt idx="7458">
                  <c:v>1.7776799999999999</c:v>
                </c:pt>
                <c:pt idx="7459">
                  <c:v>1.77799</c:v>
                </c:pt>
                <c:pt idx="7460">
                  <c:v>1.7783</c:v>
                </c:pt>
                <c:pt idx="7461">
                  <c:v>1.7786</c:v>
                </c:pt>
                <c:pt idx="7462">
                  <c:v>1.77891</c:v>
                </c:pt>
                <c:pt idx="7463">
                  <c:v>1.77921</c:v>
                </c:pt>
                <c:pt idx="7464">
                  <c:v>1.77952</c:v>
                </c:pt>
                <c:pt idx="7465">
                  <c:v>1.77982</c:v>
                </c:pt>
                <c:pt idx="7466">
                  <c:v>1.78013</c:v>
                </c:pt>
                <c:pt idx="7467">
                  <c:v>1.78043</c:v>
                </c:pt>
                <c:pt idx="7468">
                  <c:v>1.78074</c:v>
                </c:pt>
                <c:pt idx="7469">
                  <c:v>1.78104</c:v>
                </c:pt>
                <c:pt idx="7470">
                  <c:v>1.78135</c:v>
                </c:pt>
                <c:pt idx="7471">
                  <c:v>1.78166</c:v>
                </c:pt>
                <c:pt idx="7472">
                  <c:v>1.78196</c:v>
                </c:pt>
                <c:pt idx="7473">
                  <c:v>1.78227</c:v>
                </c:pt>
                <c:pt idx="7474">
                  <c:v>1.78257</c:v>
                </c:pt>
                <c:pt idx="7475">
                  <c:v>1.78288</c:v>
                </c:pt>
                <c:pt idx="7476">
                  <c:v>1.78318</c:v>
                </c:pt>
                <c:pt idx="7477">
                  <c:v>1.78349</c:v>
                </c:pt>
                <c:pt idx="7478">
                  <c:v>1.78379</c:v>
                </c:pt>
                <c:pt idx="7479">
                  <c:v>1.7841</c:v>
                </c:pt>
                <c:pt idx="7480">
                  <c:v>1.7844</c:v>
                </c:pt>
                <c:pt idx="7481">
                  <c:v>1.78471</c:v>
                </c:pt>
                <c:pt idx="7482">
                  <c:v>1.78501</c:v>
                </c:pt>
                <c:pt idx="7483">
                  <c:v>1.78532</c:v>
                </c:pt>
                <c:pt idx="7484">
                  <c:v>1.7856300000000001</c:v>
                </c:pt>
                <c:pt idx="7485">
                  <c:v>1.78593</c:v>
                </c:pt>
                <c:pt idx="7486">
                  <c:v>1.78624</c:v>
                </c:pt>
                <c:pt idx="7487">
                  <c:v>1.78654</c:v>
                </c:pt>
                <c:pt idx="7488">
                  <c:v>1.78685</c:v>
                </c:pt>
                <c:pt idx="7489">
                  <c:v>1.78715</c:v>
                </c:pt>
                <c:pt idx="7490">
                  <c:v>1.78746</c:v>
                </c:pt>
                <c:pt idx="7491">
                  <c:v>1.78776</c:v>
                </c:pt>
                <c:pt idx="7492">
                  <c:v>1.78807</c:v>
                </c:pt>
                <c:pt idx="7493">
                  <c:v>1.78837</c:v>
                </c:pt>
                <c:pt idx="7494">
                  <c:v>1.78868</c:v>
                </c:pt>
                <c:pt idx="7495">
                  <c:v>1.78898</c:v>
                </c:pt>
                <c:pt idx="7496">
                  <c:v>1.78929</c:v>
                </c:pt>
                <c:pt idx="7497">
                  <c:v>1.7896000000000001</c:v>
                </c:pt>
                <c:pt idx="7498">
                  <c:v>1.7899</c:v>
                </c:pt>
                <c:pt idx="7499">
                  <c:v>1.7902100000000001</c:v>
                </c:pt>
                <c:pt idx="7500">
                  <c:v>1.79051</c:v>
                </c:pt>
                <c:pt idx="7501">
                  <c:v>1.7908200000000001</c:v>
                </c:pt>
                <c:pt idx="7502">
                  <c:v>1.79112</c:v>
                </c:pt>
                <c:pt idx="7503">
                  <c:v>1.7914300000000001</c:v>
                </c:pt>
                <c:pt idx="7504">
                  <c:v>1.79173</c:v>
                </c:pt>
                <c:pt idx="7505">
                  <c:v>1.7920400000000001</c:v>
                </c:pt>
                <c:pt idx="7506">
                  <c:v>1.79234</c:v>
                </c:pt>
                <c:pt idx="7507">
                  <c:v>1.7926500000000001</c:v>
                </c:pt>
                <c:pt idx="7508">
                  <c:v>1.79295</c:v>
                </c:pt>
                <c:pt idx="7509">
                  <c:v>1.7932600000000001</c:v>
                </c:pt>
                <c:pt idx="7510">
                  <c:v>1.7935700000000001</c:v>
                </c:pt>
                <c:pt idx="7511">
                  <c:v>1.7938700000000001</c:v>
                </c:pt>
                <c:pt idx="7512">
                  <c:v>1.7941800000000001</c:v>
                </c:pt>
                <c:pt idx="7513">
                  <c:v>1.7944800000000001</c:v>
                </c:pt>
                <c:pt idx="7514">
                  <c:v>1.7947900000000001</c:v>
                </c:pt>
                <c:pt idx="7515">
                  <c:v>1.7950900000000001</c:v>
                </c:pt>
                <c:pt idx="7516">
                  <c:v>1.7954000000000001</c:v>
                </c:pt>
                <c:pt idx="7517">
                  <c:v>1.7957000000000001</c:v>
                </c:pt>
                <c:pt idx="7518">
                  <c:v>1.7960100000000001</c:v>
                </c:pt>
                <c:pt idx="7519">
                  <c:v>1.7963100000000001</c:v>
                </c:pt>
                <c:pt idx="7520">
                  <c:v>1.7966200000000001</c:v>
                </c:pt>
                <c:pt idx="7521">
                  <c:v>1.7969299999999999</c:v>
                </c:pt>
                <c:pt idx="7522">
                  <c:v>1.7972300000000001</c:v>
                </c:pt>
                <c:pt idx="7523">
                  <c:v>1.7975399999999999</c:v>
                </c:pt>
                <c:pt idx="7524">
                  <c:v>1.7978400000000001</c:v>
                </c:pt>
                <c:pt idx="7525">
                  <c:v>1.7981499999999999</c:v>
                </c:pt>
                <c:pt idx="7526">
                  <c:v>1.7984500000000001</c:v>
                </c:pt>
                <c:pt idx="7527">
                  <c:v>1.7987599999999999</c:v>
                </c:pt>
                <c:pt idx="7528">
                  <c:v>1.7990600000000001</c:v>
                </c:pt>
                <c:pt idx="7529">
                  <c:v>1.7993699999999999</c:v>
                </c:pt>
                <c:pt idx="7530">
                  <c:v>1.7996700000000001</c:v>
                </c:pt>
                <c:pt idx="7531">
                  <c:v>1.7999799999999999</c:v>
                </c:pt>
                <c:pt idx="7532">
                  <c:v>1.8002800000000001</c:v>
                </c:pt>
                <c:pt idx="7533">
                  <c:v>1.8005899999999999</c:v>
                </c:pt>
                <c:pt idx="7534">
                  <c:v>1.8008999999999999</c:v>
                </c:pt>
                <c:pt idx="7535">
                  <c:v>1.8011999999999999</c:v>
                </c:pt>
                <c:pt idx="7536">
                  <c:v>1.8015099999999999</c:v>
                </c:pt>
                <c:pt idx="7537">
                  <c:v>1.8018099999999999</c:v>
                </c:pt>
                <c:pt idx="7538">
                  <c:v>1.8021199999999999</c:v>
                </c:pt>
                <c:pt idx="7539">
                  <c:v>1.8024199999999999</c:v>
                </c:pt>
                <c:pt idx="7540">
                  <c:v>1.8027299999999999</c:v>
                </c:pt>
                <c:pt idx="7541">
                  <c:v>1.8030299999999999</c:v>
                </c:pt>
                <c:pt idx="7542">
                  <c:v>1.8033399999999999</c:v>
                </c:pt>
                <c:pt idx="7543">
                  <c:v>1.8036399999999999</c:v>
                </c:pt>
                <c:pt idx="7544">
                  <c:v>1.8039499999999999</c:v>
                </c:pt>
                <c:pt idx="7545">
                  <c:v>1.8042499999999999</c:v>
                </c:pt>
                <c:pt idx="7546">
                  <c:v>1.8045599999999999</c:v>
                </c:pt>
                <c:pt idx="7547">
                  <c:v>1.80487</c:v>
                </c:pt>
                <c:pt idx="7548">
                  <c:v>1.8051699999999999</c:v>
                </c:pt>
                <c:pt idx="7549">
                  <c:v>1.80548</c:v>
                </c:pt>
                <c:pt idx="7550">
                  <c:v>1.8057799999999999</c:v>
                </c:pt>
                <c:pt idx="7551">
                  <c:v>1.80609</c:v>
                </c:pt>
                <c:pt idx="7552">
                  <c:v>1.8063899999999999</c:v>
                </c:pt>
                <c:pt idx="7553">
                  <c:v>1.8067</c:v>
                </c:pt>
                <c:pt idx="7554">
                  <c:v>1.8069999999999999</c:v>
                </c:pt>
                <c:pt idx="7555">
                  <c:v>1.80731</c:v>
                </c:pt>
                <c:pt idx="7556">
                  <c:v>1.8076099999999999</c:v>
                </c:pt>
                <c:pt idx="7557">
                  <c:v>1.80792</c:v>
                </c:pt>
                <c:pt idx="7558">
                  <c:v>1.8082199999999999</c:v>
                </c:pt>
                <c:pt idx="7559">
                  <c:v>1.80853</c:v>
                </c:pt>
                <c:pt idx="7560">
                  <c:v>1.80884</c:v>
                </c:pt>
                <c:pt idx="7561">
                  <c:v>1.80914</c:v>
                </c:pt>
                <c:pt idx="7562">
                  <c:v>1.80945</c:v>
                </c:pt>
                <c:pt idx="7563">
                  <c:v>1.80975</c:v>
                </c:pt>
                <c:pt idx="7564">
                  <c:v>1.81006</c:v>
                </c:pt>
                <c:pt idx="7565">
                  <c:v>1.81036</c:v>
                </c:pt>
                <c:pt idx="7566">
                  <c:v>1.81067</c:v>
                </c:pt>
                <c:pt idx="7567">
                  <c:v>1.81097</c:v>
                </c:pt>
                <c:pt idx="7568">
                  <c:v>1.81128</c:v>
                </c:pt>
                <c:pt idx="7569">
                  <c:v>1.81158</c:v>
                </c:pt>
                <c:pt idx="7570">
                  <c:v>1.81189</c:v>
                </c:pt>
                <c:pt idx="7571">
                  <c:v>1.81219</c:v>
                </c:pt>
                <c:pt idx="7572">
                  <c:v>1.8125</c:v>
                </c:pt>
                <c:pt idx="7573">
                  <c:v>1.81281</c:v>
                </c:pt>
                <c:pt idx="7574">
                  <c:v>1.81311</c:v>
                </c:pt>
                <c:pt idx="7575">
                  <c:v>1.81342</c:v>
                </c:pt>
                <c:pt idx="7576">
                  <c:v>1.81372</c:v>
                </c:pt>
                <c:pt idx="7577">
                  <c:v>1.81403</c:v>
                </c:pt>
                <c:pt idx="7578">
                  <c:v>1.81433</c:v>
                </c:pt>
                <c:pt idx="7579">
                  <c:v>1.81464</c:v>
                </c:pt>
                <c:pt idx="7580">
                  <c:v>1.81494</c:v>
                </c:pt>
                <c:pt idx="7581">
                  <c:v>1.81525</c:v>
                </c:pt>
                <c:pt idx="7582">
                  <c:v>1.81555</c:v>
                </c:pt>
                <c:pt idx="7583">
                  <c:v>1.81586</c:v>
                </c:pt>
                <c:pt idx="7584">
                  <c:v>1.8161700000000001</c:v>
                </c:pt>
                <c:pt idx="7585">
                  <c:v>1.81647</c:v>
                </c:pt>
                <c:pt idx="7586">
                  <c:v>1.8167800000000001</c:v>
                </c:pt>
                <c:pt idx="7587">
                  <c:v>1.81708</c:v>
                </c:pt>
                <c:pt idx="7588">
                  <c:v>1.8173900000000001</c:v>
                </c:pt>
                <c:pt idx="7589">
                  <c:v>1.81769</c:v>
                </c:pt>
                <c:pt idx="7590">
                  <c:v>1.8180000000000001</c:v>
                </c:pt>
                <c:pt idx="7591">
                  <c:v>1.8183</c:v>
                </c:pt>
                <c:pt idx="7592">
                  <c:v>1.8186100000000001</c:v>
                </c:pt>
                <c:pt idx="7593">
                  <c:v>1.81891</c:v>
                </c:pt>
                <c:pt idx="7594">
                  <c:v>1.8192200000000001</c:v>
                </c:pt>
                <c:pt idx="7595">
                  <c:v>1.81952</c:v>
                </c:pt>
                <c:pt idx="7596">
                  <c:v>1.8198300000000001</c:v>
                </c:pt>
                <c:pt idx="7597">
                  <c:v>1.8201400000000001</c:v>
                </c:pt>
                <c:pt idx="7598">
                  <c:v>1.8204400000000001</c:v>
                </c:pt>
                <c:pt idx="7599">
                  <c:v>1.8207500000000001</c:v>
                </c:pt>
                <c:pt idx="7600">
                  <c:v>1.8210500000000001</c:v>
                </c:pt>
                <c:pt idx="7601">
                  <c:v>1.8213600000000001</c:v>
                </c:pt>
                <c:pt idx="7602">
                  <c:v>1.8216600000000001</c:v>
                </c:pt>
                <c:pt idx="7603">
                  <c:v>1.8219700000000001</c:v>
                </c:pt>
                <c:pt idx="7604">
                  <c:v>1.8222700000000001</c:v>
                </c:pt>
                <c:pt idx="7605">
                  <c:v>1.8225800000000001</c:v>
                </c:pt>
                <c:pt idx="7606">
                  <c:v>1.8228800000000001</c:v>
                </c:pt>
                <c:pt idx="7607">
                  <c:v>1.8231900000000001</c:v>
                </c:pt>
                <c:pt idx="7608">
                  <c:v>1.8234900000000001</c:v>
                </c:pt>
                <c:pt idx="7609">
                  <c:v>1.8238000000000001</c:v>
                </c:pt>
                <c:pt idx="7610">
                  <c:v>1.8241099999999999</c:v>
                </c:pt>
                <c:pt idx="7611">
                  <c:v>1.8244100000000001</c:v>
                </c:pt>
                <c:pt idx="7612">
                  <c:v>1.8247199999999999</c:v>
                </c:pt>
                <c:pt idx="7613">
                  <c:v>1.8250200000000001</c:v>
                </c:pt>
                <c:pt idx="7614">
                  <c:v>1.8253299999999999</c:v>
                </c:pt>
                <c:pt idx="7615">
                  <c:v>1.8256300000000001</c:v>
                </c:pt>
                <c:pt idx="7616">
                  <c:v>1.8259399999999999</c:v>
                </c:pt>
                <c:pt idx="7617">
                  <c:v>1.8262400000000001</c:v>
                </c:pt>
                <c:pt idx="7618">
                  <c:v>1.8265499999999999</c:v>
                </c:pt>
                <c:pt idx="7619">
                  <c:v>1.8268500000000001</c:v>
                </c:pt>
                <c:pt idx="7620">
                  <c:v>1.8271599999999999</c:v>
                </c:pt>
                <c:pt idx="7621">
                  <c:v>1.8274600000000001</c:v>
                </c:pt>
                <c:pt idx="7622">
                  <c:v>1.8277699999999999</c:v>
                </c:pt>
                <c:pt idx="7623">
                  <c:v>1.8280799999999999</c:v>
                </c:pt>
                <c:pt idx="7624">
                  <c:v>1.8283799999999999</c:v>
                </c:pt>
                <c:pt idx="7625">
                  <c:v>1.8286899999999999</c:v>
                </c:pt>
                <c:pt idx="7626">
                  <c:v>1.8289899999999999</c:v>
                </c:pt>
                <c:pt idx="7627">
                  <c:v>1.8292999999999999</c:v>
                </c:pt>
                <c:pt idx="7628">
                  <c:v>1.8295999999999999</c:v>
                </c:pt>
                <c:pt idx="7629">
                  <c:v>1.8299099999999999</c:v>
                </c:pt>
                <c:pt idx="7630">
                  <c:v>1.8302099999999999</c:v>
                </c:pt>
                <c:pt idx="7631">
                  <c:v>1.8305199999999999</c:v>
                </c:pt>
                <c:pt idx="7632">
                  <c:v>1.8308199999999999</c:v>
                </c:pt>
                <c:pt idx="7633">
                  <c:v>1.8311299999999999</c:v>
                </c:pt>
                <c:pt idx="7634">
                  <c:v>1.8314299999999999</c:v>
                </c:pt>
                <c:pt idx="7635">
                  <c:v>1.8317399999999999</c:v>
                </c:pt>
                <c:pt idx="7636">
                  <c:v>1.83205</c:v>
                </c:pt>
                <c:pt idx="7637">
                  <c:v>1.8323499999999999</c:v>
                </c:pt>
                <c:pt idx="7638">
                  <c:v>1.83266</c:v>
                </c:pt>
                <c:pt idx="7639">
                  <c:v>1.8329599999999999</c:v>
                </c:pt>
                <c:pt idx="7640">
                  <c:v>1.83327</c:v>
                </c:pt>
                <c:pt idx="7641">
                  <c:v>1.8335699999999999</c:v>
                </c:pt>
                <c:pt idx="7642">
                  <c:v>1.83388</c:v>
                </c:pt>
                <c:pt idx="7643">
                  <c:v>1.8341799999999999</c:v>
                </c:pt>
                <c:pt idx="7644">
                  <c:v>1.83449</c:v>
                </c:pt>
                <c:pt idx="7645">
                  <c:v>1.8347899999999999</c:v>
                </c:pt>
                <c:pt idx="7646">
                  <c:v>1.8351</c:v>
                </c:pt>
                <c:pt idx="7647">
                  <c:v>1.83541</c:v>
                </c:pt>
                <c:pt idx="7648">
                  <c:v>1.83571</c:v>
                </c:pt>
                <c:pt idx="7649">
                  <c:v>1.83602</c:v>
                </c:pt>
                <c:pt idx="7650">
                  <c:v>1.83632</c:v>
                </c:pt>
                <c:pt idx="7651">
                  <c:v>1.83663</c:v>
                </c:pt>
                <c:pt idx="7652">
                  <c:v>1.83693</c:v>
                </c:pt>
                <c:pt idx="7653">
                  <c:v>1.83724</c:v>
                </c:pt>
                <c:pt idx="7654">
                  <c:v>1.83754</c:v>
                </c:pt>
                <c:pt idx="7655">
                  <c:v>1.83785</c:v>
                </c:pt>
                <c:pt idx="7656">
                  <c:v>1.83815</c:v>
                </c:pt>
                <c:pt idx="7657">
                  <c:v>1.83846</c:v>
                </c:pt>
                <c:pt idx="7658">
                  <c:v>1.83876</c:v>
                </c:pt>
                <c:pt idx="7659">
                  <c:v>1.83907</c:v>
                </c:pt>
                <c:pt idx="7660">
                  <c:v>1.83938</c:v>
                </c:pt>
                <c:pt idx="7661">
                  <c:v>1.83968</c:v>
                </c:pt>
                <c:pt idx="7662">
                  <c:v>1.83999</c:v>
                </c:pt>
                <c:pt idx="7663">
                  <c:v>1.84029</c:v>
                </c:pt>
                <c:pt idx="7664">
                  <c:v>1.8406</c:v>
                </c:pt>
                <c:pt idx="7665">
                  <c:v>1.8409</c:v>
                </c:pt>
                <c:pt idx="7666">
                  <c:v>1.84121</c:v>
                </c:pt>
                <c:pt idx="7667">
                  <c:v>1.84151</c:v>
                </c:pt>
                <c:pt idx="7668">
                  <c:v>1.84182</c:v>
                </c:pt>
                <c:pt idx="7669">
                  <c:v>1.84212</c:v>
                </c:pt>
                <c:pt idx="7670">
                  <c:v>1.84243</c:v>
                </c:pt>
                <c:pt idx="7671">
                  <c:v>1.84273</c:v>
                </c:pt>
                <c:pt idx="7672">
                  <c:v>1.84304</c:v>
                </c:pt>
                <c:pt idx="7673">
                  <c:v>1.84335</c:v>
                </c:pt>
                <c:pt idx="7674">
                  <c:v>1.84365</c:v>
                </c:pt>
                <c:pt idx="7675">
                  <c:v>1.84396</c:v>
                </c:pt>
                <c:pt idx="7676">
                  <c:v>1.84426</c:v>
                </c:pt>
                <c:pt idx="7677">
                  <c:v>1.84457</c:v>
                </c:pt>
                <c:pt idx="7678">
                  <c:v>1.84487</c:v>
                </c:pt>
                <c:pt idx="7679">
                  <c:v>1.84518</c:v>
                </c:pt>
                <c:pt idx="7680">
                  <c:v>1.84548</c:v>
                </c:pt>
                <c:pt idx="7681">
                  <c:v>1.84579</c:v>
                </c:pt>
                <c:pt idx="7682">
                  <c:v>1.84609</c:v>
                </c:pt>
                <c:pt idx="7683">
                  <c:v>1.8464</c:v>
                </c:pt>
                <c:pt idx="7684">
                  <c:v>1.8467</c:v>
                </c:pt>
                <c:pt idx="7685">
                  <c:v>1.84701</c:v>
                </c:pt>
                <c:pt idx="7686">
                  <c:v>1.8473200000000001</c:v>
                </c:pt>
                <c:pt idx="7687">
                  <c:v>1.84762</c:v>
                </c:pt>
                <c:pt idx="7688">
                  <c:v>1.8479300000000001</c:v>
                </c:pt>
                <c:pt idx="7689">
                  <c:v>1.84823</c:v>
                </c:pt>
                <c:pt idx="7690">
                  <c:v>1.8485400000000001</c:v>
                </c:pt>
                <c:pt idx="7691">
                  <c:v>1.84884</c:v>
                </c:pt>
                <c:pt idx="7692">
                  <c:v>1.8491500000000001</c:v>
                </c:pt>
                <c:pt idx="7693">
                  <c:v>1.84945</c:v>
                </c:pt>
                <c:pt idx="7694">
                  <c:v>1.8497600000000001</c:v>
                </c:pt>
                <c:pt idx="7695">
                  <c:v>1.85006</c:v>
                </c:pt>
                <c:pt idx="7696">
                  <c:v>1.8503700000000001</c:v>
                </c:pt>
                <c:pt idx="7697">
                  <c:v>1.85067</c:v>
                </c:pt>
                <c:pt idx="7698">
                  <c:v>1.8509800000000001</c:v>
                </c:pt>
                <c:pt idx="7699">
                  <c:v>1.8512900000000001</c:v>
                </c:pt>
                <c:pt idx="7700">
                  <c:v>1.8515900000000001</c:v>
                </c:pt>
                <c:pt idx="7701">
                  <c:v>1.8519000000000001</c:v>
                </c:pt>
                <c:pt idx="7702">
                  <c:v>1.8522000000000001</c:v>
                </c:pt>
                <c:pt idx="7703">
                  <c:v>1.8525100000000001</c:v>
                </c:pt>
                <c:pt idx="7704">
                  <c:v>1.8528100000000001</c:v>
                </c:pt>
                <c:pt idx="7705">
                  <c:v>1.8531200000000001</c:v>
                </c:pt>
                <c:pt idx="7706">
                  <c:v>1.8534200000000001</c:v>
                </c:pt>
                <c:pt idx="7707">
                  <c:v>1.8537300000000001</c:v>
                </c:pt>
                <c:pt idx="7708">
                  <c:v>1.8540300000000001</c:v>
                </c:pt>
                <c:pt idx="7709">
                  <c:v>1.8543400000000001</c:v>
                </c:pt>
                <c:pt idx="7710">
                  <c:v>1.8546499999999999</c:v>
                </c:pt>
                <c:pt idx="7711">
                  <c:v>1.8549500000000001</c:v>
                </c:pt>
                <c:pt idx="7712">
                  <c:v>1.8552599999999999</c:v>
                </c:pt>
                <c:pt idx="7713">
                  <c:v>1.8555600000000001</c:v>
                </c:pt>
                <c:pt idx="7714">
                  <c:v>1.8558699999999999</c:v>
                </c:pt>
                <c:pt idx="7715">
                  <c:v>1.8561700000000001</c:v>
                </c:pt>
                <c:pt idx="7716">
                  <c:v>1.8564799999999999</c:v>
                </c:pt>
                <c:pt idx="7717">
                  <c:v>1.8567800000000001</c:v>
                </c:pt>
                <c:pt idx="7718">
                  <c:v>1.8570899999999999</c:v>
                </c:pt>
                <c:pt idx="7719">
                  <c:v>1.8573900000000001</c:v>
                </c:pt>
                <c:pt idx="7720">
                  <c:v>1.8576999999999999</c:v>
                </c:pt>
                <c:pt idx="7721">
                  <c:v>1.8580000000000001</c:v>
                </c:pt>
                <c:pt idx="7722">
                  <c:v>1.8583099999999999</c:v>
                </c:pt>
                <c:pt idx="7723">
                  <c:v>1.8586199999999999</c:v>
                </c:pt>
                <c:pt idx="7724">
                  <c:v>1.8589199999999999</c:v>
                </c:pt>
                <c:pt idx="7725">
                  <c:v>1.8592299999999999</c:v>
                </c:pt>
                <c:pt idx="7726">
                  <c:v>1.8595299999999999</c:v>
                </c:pt>
                <c:pt idx="7727">
                  <c:v>1.8598399999999999</c:v>
                </c:pt>
                <c:pt idx="7728">
                  <c:v>1.8601399999999999</c:v>
                </c:pt>
                <c:pt idx="7729">
                  <c:v>1.8604499999999999</c:v>
                </c:pt>
                <c:pt idx="7730">
                  <c:v>1.8607499999999999</c:v>
                </c:pt>
                <c:pt idx="7731">
                  <c:v>1.8610599999999999</c:v>
                </c:pt>
                <c:pt idx="7732">
                  <c:v>1.8613599999999999</c:v>
                </c:pt>
                <c:pt idx="7733">
                  <c:v>1.8616699999999999</c:v>
                </c:pt>
                <c:pt idx="7734">
                  <c:v>1.8619699999999999</c:v>
                </c:pt>
                <c:pt idx="7735">
                  <c:v>1.8622799999999999</c:v>
                </c:pt>
                <c:pt idx="7736">
                  <c:v>1.86259</c:v>
                </c:pt>
                <c:pt idx="7737">
                  <c:v>1.8628899999999999</c:v>
                </c:pt>
                <c:pt idx="7738">
                  <c:v>1.8632</c:v>
                </c:pt>
                <c:pt idx="7739">
                  <c:v>1.8634999999999999</c:v>
                </c:pt>
                <c:pt idx="7740">
                  <c:v>1.86381</c:v>
                </c:pt>
                <c:pt idx="7741">
                  <c:v>1.8641099999999999</c:v>
                </c:pt>
                <c:pt idx="7742">
                  <c:v>1.86442</c:v>
                </c:pt>
                <c:pt idx="7743">
                  <c:v>1.8647199999999999</c:v>
                </c:pt>
                <c:pt idx="7744">
                  <c:v>1.86503</c:v>
                </c:pt>
                <c:pt idx="7745">
                  <c:v>1.8653299999999999</c:v>
                </c:pt>
                <c:pt idx="7746">
                  <c:v>1.86564</c:v>
                </c:pt>
                <c:pt idx="7747">
                  <c:v>1.8659399999999999</c:v>
                </c:pt>
                <c:pt idx="7748">
                  <c:v>1.86625</c:v>
                </c:pt>
                <c:pt idx="7749">
                  <c:v>1.86656</c:v>
                </c:pt>
                <c:pt idx="7750">
                  <c:v>1.86686</c:v>
                </c:pt>
                <c:pt idx="7751">
                  <c:v>1.86717</c:v>
                </c:pt>
                <c:pt idx="7752">
                  <c:v>1.86747</c:v>
                </c:pt>
                <c:pt idx="7753">
                  <c:v>1.86778</c:v>
                </c:pt>
                <c:pt idx="7754">
                  <c:v>1.86808</c:v>
                </c:pt>
                <c:pt idx="7755">
                  <c:v>1.86839</c:v>
                </c:pt>
                <c:pt idx="7756">
                  <c:v>1.86869</c:v>
                </c:pt>
                <c:pt idx="7757">
                  <c:v>1.869</c:v>
                </c:pt>
                <c:pt idx="7758">
                  <c:v>1.8693</c:v>
                </c:pt>
                <c:pt idx="7759">
                  <c:v>1.86961</c:v>
                </c:pt>
                <c:pt idx="7760">
                  <c:v>1.86992</c:v>
                </c:pt>
                <c:pt idx="7761">
                  <c:v>1.87022</c:v>
                </c:pt>
                <c:pt idx="7762">
                  <c:v>1.87053</c:v>
                </c:pt>
                <c:pt idx="7763">
                  <c:v>1.87083</c:v>
                </c:pt>
                <c:pt idx="7764">
                  <c:v>1.87114</c:v>
                </c:pt>
                <c:pt idx="7765">
                  <c:v>1.87144</c:v>
                </c:pt>
                <c:pt idx="7766">
                  <c:v>1.87175</c:v>
                </c:pt>
                <c:pt idx="7767">
                  <c:v>1.87205</c:v>
                </c:pt>
                <c:pt idx="7768">
                  <c:v>1.87236</c:v>
                </c:pt>
                <c:pt idx="7769">
                  <c:v>1.87266</c:v>
                </c:pt>
                <c:pt idx="7770">
                  <c:v>1.87297</c:v>
                </c:pt>
                <c:pt idx="7771">
                  <c:v>1.87327</c:v>
                </c:pt>
                <c:pt idx="7772">
                  <c:v>1.87358</c:v>
                </c:pt>
                <c:pt idx="7773">
                  <c:v>1.8738900000000001</c:v>
                </c:pt>
                <c:pt idx="7774">
                  <c:v>1.87419</c:v>
                </c:pt>
                <c:pt idx="7775">
                  <c:v>1.8745000000000001</c:v>
                </c:pt>
                <c:pt idx="7776">
                  <c:v>1.8748</c:v>
                </c:pt>
                <c:pt idx="7777">
                  <c:v>1.8751100000000001</c:v>
                </c:pt>
                <c:pt idx="7778">
                  <c:v>1.87541</c:v>
                </c:pt>
                <c:pt idx="7779">
                  <c:v>1.8757200000000001</c:v>
                </c:pt>
                <c:pt idx="7780">
                  <c:v>1.87602</c:v>
                </c:pt>
                <c:pt idx="7781">
                  <c:v>1.8763300000000001</c:v>
                </c:pt>
                <c:pt idx="7782">
                  <c:v>1.87663</c:v>
                </c:pt>
                <c:pt idx="7783">
                  <c:v>1.8769400000000001</c:v>
                </c:pt>
                <c:pt idx="7784">
                  <c:v>1.87724</c:v>
                </c:pt>
                <c:pt idx="7785">
                  <c:v>1.8775500000000001</c:v>
                </c:pt>
                <c:pt idx="7786">
                  <c:v>1.8778600000000001</c:v>
                </c:pt>
                <c:pt idx="7787">
                  <c:v>1.8781600000000001</c:v>
                </c:pt>
                <c:pt idx="7788">
                  <c:v>1.8784700000000001</c:v>
                </c:pt>
                <c:pt idx="7789">
                  <c:v>1.8787700000000001</c:v>
                </c:pt>
                <c:pt idx="7790">
                  <c:v>1.8790800000000001</c:v>
                </c:pt>
                <c:pt idx="7791">
                  <c:v>1.8793800000000001</c:v>
                </c:pt>
                <c:pt idx="7792">
                  <c:v>1.8796900000000001</c:v>
                </c:pt>
                <c:pt idx="7793">
                  <c:v>1.87999</c:v>
                </c:pt>
                <c:pt idx="7794">
                  <c:v>1.8803000000000001</c:v>
                </c:pt>
                <c:pt idx="7795">
                  <c:v>1.8806</c:v>
                </c:pt>
                <c:pt idx="7796">
                  <c:v>1.8809100000000001</c:v>
                </c:pt>
                <c:pt idx="7797">
                  <c:v>1.88121</c:v>
                </c:pt>
                <c:pt idx="7798">
                  <c:v>1.8815200000000001</c:v>
                </c:pt>
                <c:pt idx="7799">
                  <c:v>1.8818299999999999</c:v>
                </c:pt>
                <c:pt idx="7800">
                  <c:v>1.8821300000000001</c:v>
                </c:pt>
                <c:pt idx="7801">
                  <c:v>1.8824399999999999</c:v>
                </c:pt>
                <c:pt idx="7802">
                  <c:v>1.8827400000000001</c:v>
                </c:pt>
                <c:pt idx="7803">
                  <c:v>1.8830499999999999</c:v>
                </c:pt>
                <c:pt idx="7804">
                  <c:v>1.8833500000000001</c:v>
                </c:pt>
                <c:pt idx="7805">
                  <c:v>1.8836599999999999</c:v>
                </c:pt>
                <c:pt idx="7806">
                  <c:v>1.8839600000000001</c:v>
                </c:pt>
                <c:pt idx="7807">
                  <c:v>1.8842699999999999</c:v>
                </c:pt>
                <c:pt idx="7808">
                  <c:v>1.8845700000000001</c:v>
                </c:pt>
                <c:pt idx="7809">
                  <c:v>1.8848800000000001</c:v>
                </c:pt>
                <c:pt idx="7810">
                  <c:v>1.8851800000000001</c:v>
                </c:pt>
                <c:pt idx="7811">
                  <c:v>1.8854900000000001</c:v>
                </c:pt>
                <c:pt idx="7812">
                  <c:v>1.8857999999999999</c:v>
                </c:pt>
                <c:pt idx="7813">
                  <c:v>1.8861000000000001</c:v>
                </c:pt>
                <c:pt idx="7814">
                  <c:v>1.8864099999999999</c:v>
                </c:pt>
                <c:pt idx="7815">
                  <c:v>1.8867100000000001</c:v>
                </c:pt>
                <c:pt idx="7816">
                  <c:v>1.8870199999999999</c:v>
                </c:pt>
                <c:pt idx="7817">
                  <c:v>1.8873200000000001</c:v>
                </c:pt>
                <c:pt idx="7818">
                  <c:v>1.8876299999999999</c:v>
                </c:pt>
                <c:pt idx="7819">
                  <c:v>1.8879300000000001</c:v>
                </c:pt>
                <c:pt idx="7820">
                  <c:v>1.8882399999999999</c:v>
                </c:pt>
                <c:pt idx="7821">
                  <c:v>1.8885400000000001</c:v>
                </c:pt>
                <c:pt idx="7822">
                  <c:v>1.8888499999999999</c:v>
                </c:pt>
                <c:pt idx="7823">
                  <c:v>1.88916</c:v>
                </c:pt>
                <c:pt idx="7824">
                  <c:v>1.8894599999999999</c:v>
                </c:pt>
                <c:pt idx="7825">
                  <c:v>1.8897699999999999</c:v>
                </c:pt>
                <c:pt idx="7826">
                  <c:v>1.8900699999999999</c:v>
                </c:pt>
                <c:pt idx="7827">
                  <c:v>1.8903799999999999</c:v>
                </c:pt>
                <c:pt idx="7828">
                  <c:v>1.8906799999999999</c:v>
                </c:pt>
                <c:pt idx="7829">
                  <c:v>1.8909899999999999</c:v>
                </c:pt>
                <c:pt idx="7830">
                  <c:v>1.8912899999999999</c:v>
                </c:pt>
                <c:pt idx="7831">
                  <c:v>1.8915999999999999</c:v>
                </c:pt>
                <c:pt idx="7832">
                  <c:v>1.8918999999999999</c:v>
                </c:pt>
                <c:pt idx="7833">
                  <c:v>1.8922099999999999</c:v>
                </c:pt>
                <c:pt idx="7834">
                  <c:v>1.8925099999999999</c:v>
                </c:pt>
                <c:pt idx="7835">
                  <c:v>1.8928199999999999</c:v>
                </c:pt>
                <c:pt idx="7836">
                  <c:v>1.89313</c:v>
                </c:pt>
                <c:pt idx="7837">
                  <c:v>1.8934299999999999</c:v>
                </c:pt>
                <c:pt idx="7838">
                  <c:v>1.89374</c:v>
                </c:pt>
                <c:pt idx="7839">
                  <c:v>1.8940399999999999</c:v>
                </c:pt>
                <c:pt idx="7840">
                  <c:v>1.89435</c:v>
                </c:pt>
                <c:pt idx="7841">
                  <c:v>1.8946499999999999</c:v>
                </c:pt>
                <c:pt idx="7842">
                  <c:v>1.89496</c:v>
                </c:pt>
                <c:pt idx="7843">
                  <c:v>1.8952599999999999</c:v>
                </c:pt>
                <c:pt idx="7844">
                  <c:v>1.89557</c:v>
                </c:pt>
                <c:pt idx="7845">
                  <c:v>1.8958699999999999</c:v>
                </c:pt>
                <c:pt idx="7846">
                  <c:v>1.89618</c:v>
                </c:pt>
                <c:pt idx="7847">
                  <c:v>1.8964799999999999</c:v>
                </c:pt>
                <c:pt idx="7848">
                  <c:v>1.89679</c:v>
                </c:pt>
                <c:pt idx="7849">
                  <c:v>1.8971</c:v>
                </c:pt>
                <c:pt idx="7850">
                  <c:v>1.8974</c:v>
                </c:pt>
                <c:pt idx="7851">
                  <c:v>1.89771</c:v>
                </c:pt>
                <c:pt idx="7852">
                  <c:v>1.89801</c:v>
                </c:pt>
                <c:pt idx="7853">
                  <c:v>1.89832</c:v>
                </c:pt>
                <c:pt idx="7854">
                  <c:v>1.89862</c:v>
                </c:pt>
                <c:pt idx="7855">
                  <c:v>1.89893</c:v>
                </c:pt>
                <c:pt idx="7856">
                  <c:v>1.89923</c:v>
                </c:pt>
                <c:pt idx="7857">
                  <c:v>1.89954</c:v>
                </c:pt>
                <c:pt idx="7858">
                  <c:v>1.89984</c:v>
                </c:pt>
                <c:pt idx="7859">
                  <c:v>1.90015</c:v>
                </c:pt>
                <c:pt idx="7860">
                  <c:v>1.90045</c:v>
                </c:pt>
                <c:pt idx="7861">
                  <c:v>1.90076</c:v>
                </c:pt>
                <c:pt idx="7862">
                  <c:v>1.90107</c:v>
                </c:pt>
                <c:pt idx="7863">
                  <c:v>1.90137</c:v>
                </c:pt>
                <c:pt idx="7864">
                  <c:v>1.90168</c:v>
                </c:pt>
                <c:pt idx="7865">
                  <c:v>1.90198</c:v>
                </c:pt>
                <c:pt idx="7866">
                  <c:v>1.90229</c:v>
                </c:pt>
                <c:pt idx="7867">
                  <c:v>1.90259</c:v>
                </c:pt>
                <c:pt idx="7868">
                  <c:v>1.9029</c:v>
                </c:pt>
                <c:pt idx="7869">
                  <c:v>1.9032</c:v>
                </c:pt>
                <c:pt idx="7870">
                  <c:v>1.90351</c:v>
                </c:pt>
                <c:pt idx="7871">
                  <c:v>1.90381</c:v>
                </c:pt>
                <c:pt idx="7872">
                  <c:v>1.90412</c:v>
                </c:pt>
                <c:pt idx="7873">
                  <c:v>1.90442</c:v>
                </c:pt>
                <c:pt idx="7874">
                  <c:v>1.90473</c:v>
                </c:pt>
                <c:pt idx="7875">
                  <c:v>1.9050400000000001</c:v>
                </c:pt>
                <c:pt idx="7876">
                  <c:v>1.90534</c:v>
                </c:pt>
                <c:pt idx="7877">
                  <c:v>1.9056500000000001</c:v>
                </c:pt>
                <c:pt idx="7878">
                  <c:v>1.90595</c:v>
                </c:pt>
                <c:pt idx="7879">
                  <c:v>1.9062600000000001</c:v>
                </c:pt>
                <c:pt idx="7880">
                  <c:v>1.90656</c:v>
                </c:pt>
                <c:pt idx="7881">
                  <c:v>1.9068700000000001</c:v>
                </c:pt>
                <c:pt idx="7882">
                  <c:v>1.90717</c:v>
                </c:pt>
                <c:pt idx="7883">
                  <c:v>1.9074800000000001</c:v>
                </c:pt>
                <c:pt idx="7884">
                  <c:v>1.90778</c:v>
                </c:pt>
                <c:pt idx="7885">
                  <c:v>1.9080900000000001</c:v>
                </c:pt>
                <c:pt idx="7886">
                  <c:v>1.9084000000000001</c:v>
                </c:pt>
                <c:pt idx="7887">
                  <c:v>1.9087000000000001</c:v>
                </c:pt>
                <c:pt idx="7888">
                  <c:v>1.9090100000000001</c:v>
                </c:pt>
                <c:pt idx="7889">
                  <c:v>1.9093100000000001</c:v>
                </c:pt>
                <c:pt idx="7890">
                  <c:v>1.9096200000000001</c:v>
                </c:pt>
                <c:pt idx="7891">
                  <c:v>1.9099200000000001</c:v>
                </c:pt>
                <c:pt idx="7892">
                  <c:v>1.9102300000000001</c:v>
                </c:pt>
                <c:pt idx="7893">
                  <c:v>1.9105300000000001</c:v>
                </c:pt>
                <c:pt idx="7894">
                  <c:v>1.9108400000000001</c:v>
                </c:pt>
                <c:pt idx="7895">
                  <c:v>1.9111400000000001</c:v>
                </c:pt>
                <c:pt idx="7896">
                  <c:v>1.9114500000000001</c:v>
                </c:pt>
                <c:pt idx="7897">
                  <c:v>1.9117500000000001</c:v>
                </c:pt>
                <c:pt idx="7898">
                  <c:v>1.9120600000000001</c:v>
                </c:pt>
                <c:pt idx="7899">
                  <c:v>1.9123699999999999</c:v>
                </c:pt>
                <c:pt idx="7900">
                  <c:v>1.9126700000000001</c:v>
                </c:pt>
                <c:pt idx="7901">
                  <c:v>1.9129799999999999</c:v>
                </c:pt>
                <c:pt idx="7902">
                  <c:v>1.9132800000000001</c:v>
                </c:pt>
                <c:pt idx="7903">
                  <c:v>1.9135899999999999</c:v>
                </c:pt>
                <c:pt idx="7904">
                  <c:v>1.9138900000000001</c:v>
                </c:pt>
                <c:pt idx="7905">
                  <c:v>1.9141999999999999</c:v>
                </c:pt>
                <c:pt idx="7906">
                  <c:v>1.9145000000000001</c:v>
                </c:pt>
                <c:pt idx="7907">
                  <c:v>1.9148099999999999</c:v>
                </c:pt>
                <c:pt idx="7908">
                  <c:v>1.9151100000000001</c:v>
                </c:pt>
                <c:pt idx="7909">
                  <c:v>1.9154199999999999</c:v>
                </c:pt>
                <c:pt idx="7910">
                  <c:v>1.9157200000000001</c:v>
                </c:pt>
                <c:pt idx="7911">
                  <c:v>1.9160299999999999</c:v>
                </c:pt>
                <c:pt idx="7912">
                  <c:v>1.9163399999999999</c:v>
                </c:pt>
                <c:pt idx="7913">
                  <c:v>1.9166399999999999</c:v>
                </c:pt>
                <c:pt idx="7914">
                  <c:v>1.9169499999999999</c:v>
                </c:pt>
                <c:pt idx="7915">
                  <c:v>1.9172499999999999</c:v>
                </c:pt>
                <c:pt idx="7916">
                  <c:v>1.9175599999999999</c:v>
                </c:pt>
                <c:pt idx="7917">
                  <c:v>1.9178599999999999</c:v>
                </c:pt>
                <c:pt idx="7918">
                  <c:v>1.9181699999999999</c:v>
                </c:pt>
                <c:pt idx="7919">
                  <c:v>1.9184699999999999</c:v>
                </c:pt>
                <c:pt idx="7920">
                  <c:v>1.9187799999999999</c:v>
                </c:pt>
                <c:pt idx="7921">
                  <c:v>1.9190799999999999</c:v>
                </c:pt>
                <c:pt idx="7922">
                  <c:v>1.9193899999999999</c:v>
                </c:pt>
                <c:pt idx="7923">
                  <c:v>1.9196899999999999</c:v>
                </c:pt>
                <c:pt idx="7924">
                  <c:v>1.92</c:v>
                </c:pt>
                <c:pt idx="7925">
                  <c:v>1.92031</c:v>
                </c:pt>
                <c:pt idx="7926">
                  <c:v>1.9206099999999999</c:v>
                </c:pt>
                <c:pt idx="7927">
                  <c:v>1.92092</c:v>
                </c:pt>
                <c:pt idx="7928">
                  <c:v>1.9212199999999999</c:v>
                </c:pt>
                <c:pt idx="7929">
                  <c:v>1.92153</c:v>
                </c:pt>
                <c:pt idx="7930">
                  <c:v>1.9218299999999999</c:v>
                </c:pt>
                <c:pt idx="7931">
                  <c:v>1.92214</c:v>
                </c:pt>
                <c:pt idx="7932">
                  <c:v>1.9224399999999999</c:v>
                </c:pt>
                <c:pt idx="7933">
                  <c:v>1.92275</c:v>
                </c:pt>
                <c:pt idx="7934">
                  <c:v>1.9230499999999999</c:v>
                </c:pt>
                <c:pt idx="7935">
                  <c:v>1.92336</c:v>
                </c:pt>
                <c:pt idx="7936">
                  <c:v>1.92367</c:v>
                </c:pt>
                <c:pt idx="7937">
                  <c:v>1.92397</c:v>
                </c:pt>
                <c:pt idx="7938">
                  <c:v>1.92428</c:v>
                </c:pt>
                <c:pt idx="7939">
                  <c:v>1.92458</c:v>
                </c:pt>
                <c:pt idx="7940">
                  <c:v>1.92489</c:v>
                </c:pt>
                <c:pt idx="7941">
                  <c:v>1.92519</c:v>
                </c:pt>
                <c:pt idx="7942">
                  <c:v>1.9255</c:v>
                </c:pt>
                <c:pt idx="7943">
                  <c:v>1.9258</c:v>
                </c:pt>
                <c:pt idx="7944">
                  <c:v>1.92611</c:v>
                </c:pt>
                <c:pt idx="7945">
                  <c:v>1.92641</c:v>
                </c:pt>
                <c:pt idx="7946">
                  <c:v>1.92672</c:v>
                </c:pt>
                <c:pt idx="7947">
                  <c:v>1.92702</c:v>
                </c:pt>
                <c:pt idx="7948">
                  <c:v>1.92733</c:v>
                </c:pt>
                <c:pt idx="7949">
                  <c:v>1.92764</c:v>
                </c:pt>
                <c:pt idx="7950">
                  <c:v>1.92794</c:v>
                </c:pt>
                <c:pt idx="7951">
                  <c:v>1.92825</c:v>
                </c:pt>
                <c:pt idx="7952">
                  <c:v>1.92855</c:v>
                </c:pt>
                <c:pt idx="7953">
                  <c:v>1.92886</c:v>
                </c:pt>
                <c:pt idx="7954">
                  <c:v>1.92916</c:v>
                </c:pt>
                <c:pt idx="7955">
                  <c:v>1.92947</c:v>
                </c:pt>
                <c:pt idx="7956">
                  <c:v>1.92977</c:v>
                </c:pt>
                <c:pt idx="7957">
                  <c:v>1.93008</c:v>
                </c:pt>
                <c:pt idx="7958">
                  <c:v>1.93038</c:v>
                </c:pt>
                <c:pt idx="7959">
                  <c:v>1.93069</c:v>
                </c:pt>
                <c:pt idx="7960">
                  <c:v>1.93099</c:v>
                </c:pt>
                <c:pt idx="7961">
                  <c:v>1.9313</c:v>
                </c:pt>
                <c:pt idx="7962">
                  <c:v>1.93161</c:v>
                </c:pt>
                <c:pt idx="7963">
                  <c:v>1.93191</c:v>
                </c:pt>
                <c:pt idx="7964">
                  <c:v>1.93222</c:v>
                </c:pt>
                <c:pt idx="7965">
                  <c:v>1.93252</c:v>
                </c:pt>
                <c:pt idx="7966">
                  <c:v>1.93283</c:v>
                </c:pt>
                <c:pt idx="7967">
                  <c:v>1.93313</c:v>
                </c:pt>
                <c:pt idx="7968">
                  <c:v>1.93344</c:v>
                </c:pt>
                <c:pt idx="7969">
                  <c:v>1.93374</c:v>
                </c:pt>
                <c:pt idx="7970">
                  <c:v>1.93405</c:v>
                </c:pt>
                <c:pt idx="7971">
                  <c:v>1.93435</c:v>
                </c:pt>
                <c:pt idx="7972">
                  <c:v>1.93466</c:v>
                </c:pt>
                <c:pt idx="7973">
                  <c:v>1.93496</c:v>
                </c:pt>
                <c:pt idx="7974">
                  <c:v>1.93527</c:v>
                </c:pt>
                <c:pt idx="7975">
                  <c:v>1.9355800000000001</c:v>
                </c:pt>
                <c:pt idx="7976">
                  <c:v>1.93588</c:v>
                </c:pt>
                <c:pt idx="7977">
                  <c:v>1.9361900000000001</c:v>
                </c:pt>
                <c:pt idx="7978">
                  <c:v>1.93649</c:v>
                </c:pt>
                <c:pt idx="7979">
                  <c:v>1.9368000000000001</c:v>
                </c:pt>
                <c:pt idx="7980">
                  <c:v>1.9371</c:v>
                </c:pt>
                <c:pt idx="7981">
                  <c:v>1.9374100000000001</c:v>
                </c:pt>
                <c:pt idx="7982">
                  <c:v>1.93771</c:v>
                </c:pt>
                <c:pt idx="7983">
                  <c:v>1.9380200000000001</c:v>
                </c:pt>
                <c:pt idx="7984">
                  <c:v>1.93832</c:v>
                </c:pt>
                <c:pt idx="7985">
                  <c:v>1.9386300000000001</c:v>
                </c:pt>
                <c:pt idx="7986">
                  <c:v>1.93893</c:v>
                </c:pt>
                <c:pt idx="7987">
                  <c:v>1.9392400000000001</c:v>
                </c:pt>
                <c:pt idx="7988">
                  <c:v>1.9395500000000001</c:v>
                </c:pt>
                <c:pt idx="7989">
                  <c:v>1.9398500000000001</c:v>
                </c:pt>
                <c:pt idx="7990">
                  <c:v>1.9401600000000001</c:v>
                </c:pt>
                <c:pt idx="7991">
                  <c:v>1.9404600000000001</c:v>
                </c:pt>
                <c:pt idx="7992">
                  <c:v>1.9407700000000001</c:v>
                </c:pt>
                <c:pt idx="7993">
                  <c:v>1.9410700000000001</c:v>
                </c:pt>
                <c:pt idx="7994">
                  <c:v>1.9413800000000001</c:v>
                </c:pt>
                <c:pt idx="7995">
                  <c:v>1.9416800000000001</c:v>
                </c:pt>
                <c:pt idx="7996">
                  <c:v>1.9419900000000001</c:v>
                </c:pt>
                <c:pt idx="7997">
                  <c:v>1.9422900000000001</c:v>
                </c:pt>
                <c:pt idx="7998">
                  <c:v>1.9426000000000001</c:v>
                </c:pt>
                <c:pt idx="7999">
                  <c:v>1.9429099999999999</c:v>
                </c:pt>
                <c:pt idx="8000">
                  <c:v>1.9432100000000001</c:v>
                </c:pt>
                <c:pt idx="8001">
                  <c:v>1.9435199999999999</c:v>
                </c:pt>
                <c:pt idx="8002">
                  <c:v>1.9438200000000001</c:v>
                </c:pt>
                <c:pt idx="8003">
                  <c:v>1.9441299999999999</c:v>
                </c:pt>
                <c:pt idx="8004">
                  <c:v>1.9444300000000001</c:v>
                </c:pt>
                <c:pt idx="8005">
                  <c:v>1.9447399999999999</c:v>
                </c:pt>
                <c:pt idx="8006">
                  <c:v>1.9450400000000001</c:v>
                </c:pt>
                <c:pt idx="8007">
                  <c:v>1.9453499999999999</c:v>
                </c:pt>
                <c:pt idx="8008">
                  <c:v>1.9456500000000001</c:v>
                </c:pt>
                <c:pt idx="8009">
                  <c:v>1.9459599999999999</c:v>
                </c:pt>
                <c:pt idx="8010">
                  <c:v>1.9462600000000001</c:v>
                </c:pt>
                <c:pt idx="8011">
                  <c:v>1.9465699999999999</c:v>
                </c:pt>
                <c:pt idx="8012">
                  <c:v>1.9468799999999999</c:v>
                </c:pt>
                <c:pt idx="8013">
                  <c:v>1.9471799999999999</c:v>
                </c:pt>
                <c:pt idx="8014">
                  <c:v>1.9474899999999999</c:v>
                </c:pt>
                <c:pt idx="8015">
                  <c:v>1.9477899999999999</c:v>
                </c:pt>
                <c:pt idx="8016">
                  <c:v>1.9480999999999999</c:v>
                </c:pt>
                <c:pt idx="8017">
                  <c:v>1.9483999999999999</c:v>
                </c:pt>
                <c:pt idx="8018">
                  <c:v>1.9487099999999999</c:v>
                </c:pt>
                <c:pt idx="8019">
                  <c:v>1.9490099999999999</c:v>
                </c:pt>
                <c:pt idx="8020">
                  <c:v>1.9493199999999999</c:v>
                </c:pt>
                <c:pt idx="8021">
                  <c:v>1.9496199999999999</c:v>
                </c:pt>
                <c:pt idx="8022">
                  <c:v>1.9499299999999999</c:v>
                </c:pt>
                <c:pt idx="8023">
                  <c:v>1.9502299999999999</c:v>
                </c:pt>
                <c:pt idx="8024">
                  <c:v>1.9505399999999999</c:v>
                </c:pt>
                <c:pt idx="8025">
                  <c:v>1.95085</c:v>
                </c:pt>
                <c:pt idx="8026">
                  <c:v>1.9511499999999999</c:v>
                </c:pt>
                <c:pt idx="8027">
                  <c:v>1.95146</c:v>
                </c:pt>
                <c:pt idx="8028">
                  <c:v>1.9517599999999999</c:v>
                </c:pt>
                <c:pt idx="8029">
                  <c:v>1.95207</c:v>
                </c:pt>
                <c:pt idx="8030">
                  <c:v>1.9523699999999999</c:v>
                </c:pt>
                <c:pt idx="8031">
                  <c:v>1.95268</c:v>
                </c:pt>
                <c:pt idx="8032">
                  <c:v>1.9529799999999999</c:v>
                </c:pt>
                <c:pt idx="8033">
                  <c:v>1.95329</c:v>
                </c:pt>
                <c:pt idx="8034">
                  <c:v>1.9535899999999999</c:v>
                </c:pt>
                <c:pt idx="8035">
                  <c:v>1.9539</c:v>
                </c:pt>
                <c:pt idx="8036">
                  <c:v>1.9541999999999999</c:v>
                </c:pt>
                <c:pt idx="8037">
                  <c:v>1.95451</c:v>
                </c:pt>
                <c:pt idx="8038">
                  <c:v>1.95482</c:v>
                </c:pt>
                <c:pt idx="8039">
                  <c:v>1.95512</c:v>
                </c:pt>
                <c:pt idx="8040">
                  <c:v>1.95543</c:v>
                </c:pt>
                <c:pt idx="8041">
                  <c:v>1.95573</c:v>
                </c:pt>
                <c:pt idx="8042">
                  <c:v>1.95604</c:v>
                </c:pt>
                <c:pt idx="8043">
                  <c:v>1.95634</c:v>
                </c:pt>
                <c:pt idx="8044">
                  <c:v>1.95665</c:v>
                </c:pt>
                <c:pt idx="8045">
                  <c:v>1.95695</c:v>
                </c:pt>
                <c:pt idx="8046">
                  <c:v>1.95726</c:v>
                </c:pt>
                <c:pt idx="8047">
                  <c:v>1.95756</c:v>
                </c:pt>
                <c:pt idx="8048">
                  <c:v>1.95787</c:v>
                </c:pt>
                <c:pt idx="8049">
                  <c:v>1.95817</c:v>
                </c:pt>
                <c:pt idx="8050">
                  <c:v>1.95848</c:v>
                </c:pt>
                <c:pt idx="8051">
                  <c:v>1.95879</c:v>
                </c:pt>
                <c:pt idx="8052">
                  <c:v>1.95909</c:v>
                </c:pt>
                <c:pt idx="8053">
                  <c:v>1.9594</c:v>
                </c:pt>
                <c:pt idx="8054">
                  <c:v>1.9597</c:v>
                </c:pt>
                <c:pt idx="8055">
                  <c:v>1.96001</c:v>
                </c:pt>
                <c:pt idx="8056">
                  <c:v>1.96031</c:v>
                </c:pt>
                <c:pt idx="8057">
                  <c:v>1.96062</c:v>
                </c:pt>
                <c:pt idx="8058">
                  <c:v>1.96092</c:v>
                </c:pt>
                <c:pt idx="8059">
                  <c:v>1.96123</c:v>
                </c:pt>
                <c:pt idx="8060">
                  <c:v>1.96153</c:v>
                </c:pt>
                <c:pt idx="8061">
                  <c:v>1.96184</c:v>
                </c:pt>
                <c:pt idx="8062">
                  <c:v>1.9621500000000001</c:v>
                </c:pt>
                <c:pt idx="8063">
                  <c:v>1.96245</c:v>
                </c:pt>
                <c:pt idx="8064">
                  <c:v>1.9627600000000001</c:v>
                </c:pt>
                <c:pt idx="8065">
                  <c:v>1.96306</c:v>
                </c:pt>
                <c:pt idx="8066">
                  <c:v>1.9633700000000001</c:v>
                </c:pt>
                <c:pt idx="8067">
                  <c:v>1.96367</c:v>
                </c:pt>
                <c:pt idx="8068">
                  <c:v>1.9639800000000001</c:v>
                </c:pt>
                <c:pt idx="8069">
                  <c:v>1.96428</c:v>
                </c:pt>
                <c:pt idx="8070">
                  <c:v>1.9645900000000001</c:v>
                </c:pt>
                <c:pt idx="8071">
                  <c:v>1.96489</c:v>
                </c:pt>
                <c:pt idx="8072">
                  <c:v>1.9652000000000001</c:v>
                </c:pt>
                <c:pt idx="8073">
                  <c:v>1.9655</c:v>
                </c:pt>
                <c:pt idx="8074">
                  <c:v>1.9658100000000001</c:v>
                </c:pt>
                <c:pt idx="8075">
                  <c:v>1.9661200000000001</c:v>
                </c:pt>
                <c:pt idx="8076">
                  <c:v>1.9664200000000001</c:v>
                </c:pt>
                <c:pt idx="8077">
                  <c:v>1.9667300000000001</c:v>
                </c:pt>
                <c:pt idx="8078">
                  <c:v>1.9670300000000001</c:v>
                </c:pt>
                <c:pt idx="8079">
                  <c:v>1.9673400000000001</c:v>
                </c:pt>
                <c:pt idx="8080">
                  <c:v>1.9676400000000001</c:v>
                </c:pt>
                <c:pt idx="8081">
                  <c:v>1.9679500000000001</c:v>
                </c:pt>
                <c:pt idx="8082">
                  <c:v>1.9682500000000001</c:v>
                </c:pt>
                <c:pt idx="8083">
                  <c:v>1.9685600000000001</c:v>
                </c:pt>
                <c:pt idx="8084">
                  <c:v>1.9688600000000001</c:v>
                </c:pt>
                <c:pt idx="8085">
                  <c:v>1.9691700000000001</c:v>
                </c:pt>
                <c:pt idx="8086">
                  <c:v>1.9694700000000001</c:v>
                </c:pt>
                <c:pt idx="8087">
                  <c:v>1.9697800000000001</c:v>
                </c:pt>
                <c:pt idx="8088">
                  <c:v>1.9700899999999999</c:v>
                </c:pt>
                <c:pt idx="8089">
                  <c:v>1.9703900000000001</c:v>
                </c:pt>
                <c:pt idx="8090">
                  <c:v>1.9706999999999999</c:v>
                </c:pt>
                <c:pt idx="8091">
                  <c:v>1.9710000000000001</c:v>
                </c:pt>
                <c:pt idx="8092">
                  <c:v>1.9713099999999999</c:v>
                </c:pt>
                <c:pt idx="8093">
                  <c:v>1.9716100000000001</c:v>
                </c:pt>
                <c:pt idx="8094">
                  <c:v>1.9719199999999999</c:v>
                </c:pt>
                <c:pt idx="8095">
                  <c:v>1.9722200000000001</c:v>
                </c:pt>
                <c:pt idx="8096">
                  <c:v>1.9725299999999999</c:v>
                </c:pt>
                <c:pt idx="8097">
                  <c:v>1.9728300000000001</c:v>
                </c:pt>
                <c:pt idx="8098">
                  <c:v>1.9731399999999999</c:v>
                </c:pt>
                <c:pt idx="8099">
                  <c:v>1.9734400000000001</c:v>
                </c:pt>
                <c:pt idx="8100">
                  <c:v>1.9737499999999999</c:v>
                </c:pt>
                <c:pt idx="8101">
                  <c:v>1.9740599999999999</c:v>
                </c:pt>
                <c:pt idx="8102">
                  <c:v>1.9743599999999999</c:v>
                </c:pt>
                <c:pt idx="8103">
                  <c:v>1.9746699999999999</c:v>
                </c:pt>
                <c:pt idx="8104">
                  <c:v>1.9749699999999999</c:v>
                </c:pt>
                <c:pt idx="8105">
                  <c:v>1.9752799999999999</c:v>
                </c:pt>
                <c:pt idx="8106">
                  <c:v>1.9755799999999999</c:v>
                </c:pt>
                <c:pt idx="8107">
                  <c:v>1.9758899999999999</c:v>
                </c:pt>
                <c:pt idx="8108">
                  <c:v>1.9761899999999999</c:v>
                </c:pt>
                <c:pt idx="8109">
                  <c:v>1.9764999999999999</c:v>
                </c:pt>
                <c:pt idx="8110">
                  <c:v>1.9767999999999999</c:v>
                </c:pt>
                <c:pt idx="8111">
                  <c:v>1.9771099999999999</c:v>
                </c:pt>
                <c:pt idx="8112">
                  <c:v>1.97742</c:v>
                </c:pt>
                <c:pt idx="8113">
                  <c:v>1.9777199999999999</c:v>
                </c:pt>
                <c:pt idx="8114">
                  <c:v>1.97803</c:v>
                </c:pt>
                <c:pt idx="8115">
                  <c:v>1.9783299999999999</c:v>
                </c:pt>
                <c:pt idx="8116">
                  <c:v>1.97864</c:v>
                </c:pt>
                <c:pt idx="8117">
                  <c:v>1.9789399999999999</c:v>
                </c:pt>
                <c:pt idx="8118">
                  <c:v>1.97925</c:v>
                </c:pt>
                <c:pt idx="8119">
                  <c:v>1.9795499999999999</c:v>
                </c:pt>
                <c:pt idx="8120">
                  <c:v>1.97986</c:v>
                </c:pt>
                <c:pt idx="8121">
                  <c:v>1.9801599999999999</c:v>
                </c:pt>
                <c:pt idx="8122">
                  <c:v>1.98047</c:v>
                </c:pt>
                <c:pt idx="8123">
                  <c:v>1.9807699999999999</c:v>
                </c:pt>
                <c:pt idx="8124">
                  <c:v>1.98108</c:v>
                </c:pt>
                <c:pt idx="8125">
                  <c:v>1.98139</c:v>
                </c:pt>
                <c:pt idx="8126">
                  <c:v>1.98169</c:v>
                </c:pt>
                <c:pt idx="8127">
                  <c:v>1.982</c:v>
                </c:pt>
                <c:pt idx="8128">
                  <c:v>1.9823</c:v>
                </c:pt>
                <c:pt idx="8129">
                  <c:v>1.98261</c:v>
                </c:pt>
                <c:pt idx="8130">
                  <c:v>1.98291</c:v>
                </c:pt>
                <c:pt idx="8131">
                  <c:v>1.98322</c:v>
                </c:pt>
                <c:pt idx="8132">
                  <c:v>1.9835199999999999</c:v>
                </c:pt>
                <c:pt idx="8133">
                  <c:v>1.98383</c:v>
                </c:pt>
                <c:pt idx="8134">
                  <c:v>1.9841299999999999</c:v>
                </c:pt>
                <c:pt idx="8135">
                  <c:v>1.98444</c:v>
                </c:pt>
                <c:pt idx="8136">
                  <c:v>1.9847399999999999</c:v>
                </c:pt>
                <c:pt idx="8137">
                  <c:v>1.98505</c:v>
                </c:pt>
                <c:pt idx="8138">
                  <c:v>1.98536</c:v>
                </c:pt>
                <c:pt idx="8139">
                  <c:v>1.98566</c:v>
                </c:pt>
                <c:pt idx="8140">
                  <c:v>1.98597</c:v>
                </c:pt>
                <c:pt idx="8141">
                  <c:v>1.98627</c:v>
                </c:pt>
                <c:pt idx="8142">
                  <c:v>1.98658</c:v>
                </c:pt>
                <c:pt idx="8143">
                  <c:v>1.98688</c:v>
                </c:pt>
                <c:pt idx="8144">
                  <c:v>1.98719</c:v>
                </c:pt>
                <c:pt idx="8145">
                  <c:v>1.98749</c:v>
                </c:pt>
                <c:pt idx="8146">
                  <c:v>1.9878</c:v>
                </c:pt>
                <c:pt idx="8147">
                  <c:v>1.9881</c:v>
                </c:pt>
                <c:pt idx="8148">
                  <c:v>1.98841</c:v>
                </c:pt>
                <c:pt idx="8149">
                  <c:v>1.98871</c:v>
                </c:pt>
                <c:pt idx="8150">
                  <c:v>1.98902</c:v>
                </c:pt>
                <c:pt idx="8151">
                  <c:v>1.98933</c:v>
                </c:pt>
                <c:pt idx="8152">
                  <c:v>1.98963</c:v>
                </c:pt>
                <c:pt idx="8153">
                  <c:v>1.98994</c:v>
                </c:pt>
                <c:pt idx="8154">
                  <c:v>1.99024</c:v>
                </c:pt>
                <c:pt idx="8155">
                  <c:v>1.99055</c:v>
                </c:pt>
                <c:pt idx="8156">
                  <c:v>1.99085</c:v>
                </c:pt>
                <c:pt idx="8157">
                  <c:v>1.99116</c:v>
                </c:pt>
                <c:pt idx="8158">
                  <c:v>1.99146</c:v>
                </c:pt>
                <c:pt idx="8159">
                  <c:v>1.99177</c:v>
                </c:pt>
                <c:pt idx="8160">
                  <c:v>1.99207</c:v>
                </c:pt>
                <c:pt idx="8161">
                  <c:v>1.99238</c:v>
                </c:pt>
                <c:pt idx="8162">
                  <c:v>1.99268</c:v>
                </c:pt>
                <c:pt idx="8163">
                  <c:v>1.99299</c:v>
                </c:pt>
                <c:pt idx="8164">
                  <c:v>1.9933000000000001</c:v>
                </c:pt>
                <c:pt idx="8165">
                  <c:v>1.9936</c:v>
                </c:pt>
                <c:pt idx="8166">
                  <c:v>1.9939100000000001</c:v>
                </c:pt>
                <c:pt idx="8167">
                  <c:v>1.99421</c:v>
                </c:pt>
                <c:pt idx="8168">
                  <c:v>1.9945200000000001</c:v>
                </c:pt>
                <c:pt idx="8169">
                  <c:v>1.99482</c:v>
                </c:pt>
                <c:pt idx="8170">
                  <c:v>1.9951300000000001</c:v>
                </c:pt>
                <c:pt idx="8171">
                  <c:v>1.99543</c:v>
                </c:pt>
                <c:pt idx="8172">
                  <c:v>1.9957400000000001</c:v>
                </c:pt>
                <c:pt idx="8173">
                  <c:v>1.99604</c:v>
                </c:pt>
                <c:pt idx="8174">
                  <c:v>1.9963500000000001</c:v>
                </c:pt>
                <c:pt idx="8175">
                  <c:v>1.9966600000000001</c:v>
                </c:pt>
                <c:pt idx="8176">
                  <c:v>1.9969600000000001</c:v>
                </c:pt>
                <c:pt idx="8177">
                  <c:v>1.9972700000000001</c:v>
                </c:pt>
                <c:pt idx="8178">
                  <c:v>1.9975700000000001</c:v>
                </c:pt>
                <c:pt idx="8179">
                  <c:v>1.9978800000000001</c:v>
                </c:pt>
                <c:pt idx="8180">
                  <c:v>1.9981800000000001</c:v>
                </c:pt>
                <c:pt idx="8181">
                  <c:v>1.9984900000000001</c:v>
                </c:pt>
                <c:pt idx="8182">
                  <c:v>1.9987900000000001</c:v>
                </c:pt>
                <c:pt idx="8183">
                  <c:v>1.9991000000000001</c:v>
                </c:pt>
                <c:pt idx="8184">
                  <c:v>1.9994000000000001</c:v>
                </c:pt>
                <c:pt idx="8185">
                  <c:v>1.9997100000000001</c:v>
                </c:pt>
                <c:pt idx="8186">
                  <c:v>2.0000100000000001</c:v>
                </c:pt>
                <c:pt idx="8187">
                  <c:v>2.0003199999999999</c:v>
                </c:pt>
                <c:pt idx="8188">
                  <c:v>2.0006300000000001</c:v>
                </c:pt>
                <c:pt idx="8189">
                  <c:v>2.0009299999999999</c:v>
                </c:pt>
                <c:pt idx="8190">
                  <c:v>2.0012400000000001</c:v>
                </c:pt>
                <c:pt idx="8191">
                  <c:v>2.0015399999999999</c:v>
                </c:pt>
                <c:pt idx="8192">
                  <c:v>2.0018500000000001</c:v>
                </c:pt>
                <c:pt idx="8193">
                  <c:v>2.0021499999999999</c:v>
                </c:pt>
                <c:pt idx="8194">
                  <c:v>2.0024600000000001</c:v>
                </c:pt>
                <c:pt idx="8195">
                  <c:v>2.0027599999999999</c:v>
                </c:pt>
                <c:pt idx="8196">
                  <c:v>2.0030700000000001</c:v>
                </c:pt>
                <c:pt idx="8197">
                  <c:v>2.0033699999999999</c:v>
                </c:pt>
                <c:pt idx="8198">
                  <c:v>2.0036800000000001</c:v>
                </c:pt>
                <c:pt idx="8199">
                  <c:v>2.0039799999999999</c:v>
                </c:pt>
                <c:pt idx="8200">
                  <c:v>2.0042900000000001</c:v>
                </c:pt>
                <c:pt idx="8201">
                  <c:v>2.0045999999999999</c:v>
                </c:pt>
                <c:pt idx="8202">
                  <c:v>2.0049000000000001</c:v>
                </c:pt>
                <c:pt idx="8203">
                  <c:v>2.0052099999999999</c:v>
                </c:pt>
                <c:pt idx="8204">
                  <c:v>2.0055100000000001</c:v>
                </c:pt>
                <c:pt idx="8205">
                  <c:v>2.0058199999999999</c:v>
                </c:pt>
                <c:pt idx="8206">
                  <c:v>2.0061200000000001</c:v>
                </c:pt>
                <c:pt idx="8207">
                  <c:v>2.0064299999999999</c:v>
                </c:pt>
                <c:pt idx="8208">
                  <c:v>2.0067300000000001</c:v>
                </c:pt>
                <c:pt idx="8209">
                  <c:v>2.0070399999999999</c:v>
                </c:pt>
                <c:pt idx="8210">
                  <c:v>2.0073400000000001</c:v>
                </c:pt>
                <c:pt idx="8211">
                  <c:v>2.0076499999999999</c:v>
                </c:pt>
                <c:pt idx="8212">
                  <c:v>2.0079500000000001</c:v>
                </c:pt>
                <c:pt idx="8213">
                  <c:v>2.0082599999999999</c:v>
                </c:pt>
                <c:pt idx="8214">
                  <c:v>2.0085700000000002</c:v>
                </c:pt>
                <c:pt idx="8215">
                  <c:v>2.0088699999999999</c:v>
                </c:pt>
                <c:pt idx="8216">
                  <c:v>2.0091800000000002</c:v>
                </c:pt>
                <c:pt idx="8217">
                  <c:v>2.0094799999999999</c:v>
                </c:pt>
                <c:pt idx="8218">
                  <c:v>2.0097900000000002</c:v>
                </c:pt>
                <c:pt idx="8219">
                  <c:v>2.0100899999999999</c:v>
                </c:pt>
                <c:pt idx="8220">
                  <c:v>2.0104000000000002</c:v>
                </c:pt>
                <c:pt idx="8221">
                  <c:v>2.0106999999999999</c:v>
                </c:pt>
                <c:pt idx="8222">
                  <c:v>2.0110100000000002</c:v>
                </c:pt>
                <c:pt idx="8223">
                  <c:v>2.0113099999999999</c:v>
                </c:pt>
                <c:pt idx="8224">
                  <c:v>2.0116200000000002</c:v>
                </c:pt>
                <c:pt idx="8225">
                  <c:v>2.0119199999999999</c:v>
                </c:pt>
                <c:pt idx="8226">
                  <c:v>2.0122300000000002</c:v>
                </c:pt>
                <c:pt idx="8227">
                  <c:v>2.01254</c:v>
                </c:pt>
                <c:pt idx="8228">
                  <c:v>2.0128400000000002</c:v>
                </c:pt>
                <c:pt idx="8229">
                  <c:v>2.01315</c:v>
                </c:pt>
                <c:pt idx="8230">
                  <c:v>2.0134500000000002</c:v>
                </c:pt>
                <c:pt idx="8231">
                  <c:v>2.01376</c:v>
                </c:pt>
                <c:pt idx="8232">
                  <c:v>2.0140600000000002</c:v>
                </c:pt>
                <c:pt idx="8233">
                  <c:v>2.01437</c:v>
                </c:pt>
                <c:pt idx="8234">
                  <c:v>2.0146700000000002</c:v>
                </c:pt>
                <c:pt idx="8235">
                  <c:v>2.01498</c:v>
                </c:pt>
                <c:pt idx="8236">
                  <c:v>2.0152800000000002</c:v>
                </c:pt>
                <c:pt idx="8237">
                  <c:v>2.01559</c:v>
                </c:pt>
                <c:pt idx="8238">
                  <c:v>2.0158999999999998</c:v>
                </c:pt>
                <c:pt idx="8239">
                  <c:v>2.0162</c:v>
                </c:pt>
                <c:pt idx="8240">
                  <c:v>2.0165099999999998</c:v>
                </c:pt>
                <c:pt idx="8241">
                  <c:v>2.01681</c:v>
                </c:pt>
                <c:pt idx="8242">
                  <c:v>2.0171199999999998</c:v>
                </c:pt>
                <c:pt idx="8243">
                  <c:v>2.01742</c:v>
                </c:pt>
                <c:pt idx="8244">
                  <c:v>2.0177299999999998</c:v>
                </c:pt>
                <c:pt idx="8245">
                  <c:v>2.01803</c:v>
                </c:pt>
                <c:pt idx="8246">
                  <c:v>2.0183399999999998</c:v>
                </c:pt>
                <c:pt idx="8247">
                  <c:v>2.01864</c:v>
                </c:pt>
                <c:pt idx="8248">
                  <c:v>2.0189499999999998</c:v>
                </c:pt>
                <c:pt idx="8249">
                  <c:v>2.01925</c:v>
                </c:pt>
                <c:pt idx="8250">
                  <c:v>2.0195599999999998</c:v>
                </c:pt>
                <c:pt idx="8251">
                  <c:v>2.0198700000000001</c:v>
                </c:pt>
                <c:pt idx="8252">
                  <c:v>2.0201699999999998</c:v>
                </c:pt>
                <c:pt idx="8253">
                  <c:v>2.0204800000000001</c:v>
                </c:pt>
                <c:pt idx="8254">
                  <c:v>2.0207799999999998</c:v>
                </c:pt>
                <c:pt idx="8255">
                  <c:v>2.0210900000000001</c:v>
                </c:pt>
                <c:pt idx="8256">
                  <c:v>2.0213899999999998</c:v>
                </c:pt>
                <c:pt idx="8257">
                  <c:v>2.0217000000000001</c:v>
                </c:pt>
                <c:pt idx="8258">
                  <c:v>2.0219999999999998</c:v>
                </c:pt>
                <c:pt idx="8259">
                  <c:v>2.0223100000000001</c:v>
                </c:pt>
                <c:pt idx="8260">
                  <c:v>2.0226099999999998</c:v>
                </c:pt>
                <c:pt idx="8261">
                  <c:v>2.0229200000000001</c:v>
                </c:pt>
                <c:pt idx="8262">
                  <c:v>2.0232199999999998</c:v>
                </c:pt>
                <c:pt idx="8263">
                  <c:v>2.0235300000000001</c:v>
                </c:pt>
                <c:pt idx="8264">
                  <c:v>2.0238399999999999</c:v>
                </c:pt>
                <c:pt idx="8265">
                  <c:v>2.0241400000000001</c:v>
                </c:pt>
                <c:pt idx="8266">
                  <c:v>2.0244499999999999</c:v>
                </c:pt>
                <c:pt idx="8267">
                  <c:v>2.02475</c:v>
                </c:pt>
                <c:pt idx="8268">
                  <c:v>2.0250599999999999</c:v>
                </c:pt>
                <c:pt idx="8269">
                  <c:v>2.02536</c:v>
                </c:pt>
                <c:pt idx="8270">
                  <c:v>2.0256699999999999</c:v>
                </c:pt>
                <c:pt idx="8271">
                  <c:v>2.02597</c:v>
                </c:pt>
                <c:pt idx="8272">
                  <c:v>2.0262799999999999</c:v>
                </c:pt>
                <c:pt idx="8273">
                  <c:v>2.02658</c:v>
                </c:pt>
                <c:pt idx="8274">
                  <c:v>2.0268899999999999</c:v>
                </c:pt>
                <c:pt idx="8275">
                  <c:v>2.02719</c:v>
                </c:pt>
                <c:pt idx="8276">
                  <c:v>2.0274999999999999</c:v>
                </c:pt>
                <c:pt idx="8277">
                  <c:v>2.0278100000000001</c:v>
                </c:pt>
                <c:pt idx="8278">
                  <c:v>2.0281099999999999</c:v>
                </c:pt>
                <c:pt idx="8279">
                  <c:v>2.0284200000000001</c:v>
                </c:pt>
                <c:pt idx="8280">
                  <c:v>2.0287199999999999</c:v>
                </c:pt>
                <c:pt idx="8281">
                  <c:v>2.0290300000000001</c:v>
                </c:pt>
                <c:pt idx="8282">
                  <c:v>2.0293299999999999</c:v>
                </c:pt>
                <c:pt idx="8283">
                  <c:v>2.0296400000000001</c:v>
                </c:pt>
                <c:pt idx="8284">
                  <c:v>2.0299399999999999</c:v>
                </c:pt>
                <c:pt idx="8285">
                  <c:v>2.0302500000000001</c:v>
                </c:pt>
                <c:pt idx="8286">
                  <c:v>2.0305499999999999</c:v>
                </c:pt>
                <c:pt idx="8287">
                  <c:v>2.0308600000000001</c:v>
                </c:pt>
                <c:pt idx="8288">
                  <c:v>2.0311599999999999</c:v>
                </c:pt>
                <c:pt idx="8289">
                  <c:v>2.0314700000000001</c:v>
                </c:pt>
                <c:pt idx="8290">
                  <c:v>2.0317799999999999</c:v>
                </c:pt>
                <c:pt idx="8291">
                  <c:v>2.0320800000000001</c:v>
                </c:pt>
                <c:pt idx="8292">
                  <c:v>2.0323899999999999</c:v>
                </c:pt>
                <c:pt idx="8293">
                  <c:v>2.0326900000000001</c:v>
                </c:pt>
                <c:pt idx="8294">
                  <c:v>2.0329999999999999</c:v>
                </c:pt>
                <c:pt idx="8295">
                  <c:v>2.0333000000000001</c:v>
                </c:pt>
                <c:pt idx="8296">
                  <c:v>2.0336099999999999</c:v>
                </c:pt>
                <c:pt idx="8297">
                  <c:v>2.0339100000000001</c:v>
                </c:pt>
                <c:pt idx="8298">
                  <c:v>2.0342199999999999</c:v>
                </c:pt>
                <c:pt idx="8299">
                  <c:v>2.0345200000000001</c:v>
                </c:pt>
                <c:pt idx="8300">
                  <c:v>2.0348299999999999</c:v>
                </c:pt>
                <c:pt idx="8301">
                  <c:v>2.0351400000000002</c:v>
                </c:pt>
                <c:pt idx="8302">
                  <c:v>2.0354399999999999</c:v>
                </c:pt>
                <c:pt idx="8303">
                  <c:v>2.0357500000000002</c:v>
                </c:pt>
                <c:pt idx="8304">
                  <c:v>2.0360499999999999</c:v>
                </c:pt>
                <c:pt idx="8305">
                  <c:v>2.0363600000000002</c:v>
                </c:pt>
                <c:pt idx="8306">
                  <c:v>2.0366599999999999</c:v>
                </c:pt>
                <c:pt idx="8307">
                  <c:v>2.0369700000000002</c:v>
                </c:pt>
                <c:pt idx="8308">
                  <c:v>2.0372699999999999</c:v>
                </c:pt>
                <c:pt idx="8309">
                  <c:v>2.0375800000000002</c:v>
                </c:pt>
                <c:pt idx="8310">
                  <c:v>2.0378799999999999</c:v>
                </c:pt>
                <c:pt idx="8311">
                  <c:v>2.0381900000000002</c:v>
                </c:pt>
                <c:pt idx="8312">
                  <c:v>2.0384899999999999</c:v>
                </c:pt>
                <c:pt idx="8313">
                  <c:v>2.0388000000000002</c:v>
                </c:pt>
                <c:pt idx="8314">
                  <c:v>2.03911</c:v>
                </c:pt>
                <c:pt idx="8315">
                  <c:v>2.0394100000000002</c:v>
                </c:pt>
                <c:pt idx="8316">
                  <c:v>2.03972</c:v>
                </c:pt>
                <c:pt idx="8317">
                  <c:v>2.0400200000000002</c:v>
                </c:pt>
                <c:pt idx="8318">
                  <c:v>2.04033</c:v>
                </c:pt>
                <c:pt idx="8319">
                  <c:v>2.0406300000000002</c:v>
                </c:pt>
                <c:pt idx="8320">
                  <c:v>2.04094</c:v>
                </c:pt>
                <c:pt idx="8321">
                  <c:v>2.0412400000000002</c:v>
                </c:pt>
                <c:pt idx="8322">
                  <c:v>2.04155</c:v>
                </c:pt>
                <c:pt idx="8323">
                  <c:v>2.0418500000000002</c:v>
                </c:pt>
                <c:pt idx="8324">
                  <c:v>2.04216</c:v>
                </c:pt>
                <c:pt idx="8325">
                  <c:v>2.0424600000000002</c:v>
                </c:pt>
                <c:pt idx="8326">
                  <c:v>2.04277</c:v>
                </c:pt>
                <c:pt idx="8327">
                  <c:v>2.0430799999999998</c:v>
                </c:pt>
                <c:pt idx="8328">
                  <c:v>2.04338</c:v>
                </c:pt>
                <c:pt idx="8329">
                  <c:v>2.0436899999999998</c:v>
                </c:pt>
                <c:pt idx="8330">
                  <c:v>2.04399</c:v>
                </c:pt>
                <c:pt idx="8331">
                  <c:v>2.0442999999999998</c:v>
                </c:pt>
                <c:pt idx="8332">
                  <c:v>2.0446</c:v>
                </c:pt>
                <c:pt idx="8333">
                  <c:v>2.0449099999999998</c:v>
                </c:pt>
                <c:pt idx="8334">
                  <c:v>2.04521</c:v>
                </c:pt>
                <c:pt idx="8335">
                  <c:v>2.0455199999999998</c:v>
                </c:pt>
                <c:pt idx="8336">
                  <c:v>2.04582</c:v>
                </c:pt>
                <c:pt idx="8337">
                  <c:v>2.0461299999999998</c:v>
                </c:pt>
                <c:pt idx="8338">
                  <c:v>2.04643</c:v>
                </c:pt>
                <c:pt idx="8339">
                  <c:v>2.0467399999999998</c:v>
                </c:pt>
                <c:pt idx="8340">
                  <c:v>2.04705</c:v>
                </c:pt>
                <c:pt idx="8341">
                  <c:v>2.0473499999999998</c:v>
                </c:pt>
                <c:pt idx="8342">
                  <c:v>2.04766</c:v>
                </c:pt>
                <c:pt idx="8343">
                  <c:v>2.0479599999999998</c:v>
                </c:pt>
                <c:pt idx="8344">
                  <c:v>2.04827</c:v>
                </c:pt>
                <c:pt idx="8345">
                  <c:v>2.0485699999999998</c:v>
                </c:pt>
                <c:pt idx="8346">
                  <c:v>2.04888</c:v>
                </c:pt>
                <c:pt idx="8347">
                  <c:v>2.0491799999999998</c:v>
                </c:pt>
                <c:pt idx="8348">
                  <c:v>2.04949</c:v>
                </c:pt>
                <c:pt idx="8349">
                  <c:v>2.0497899999999998</c:v>
                </c:pt>
                <c:pt idx="8350">
                  <c:v>2.0501</c:v>
                </c:pt>
                <c:pt idx="8351">
                  <c:v>2.0504099999999998</c:v>
                </c:pt>
                <c:pt idx="8352">
                  <c:v>2.05071</c:v>
                </c:pt>
                <c:pt idx="8353">
                  <c:v>2.0510199999999998</c:v>
                </c:pt>
                <c:pt idx="8354">
                  <c:v>2.05132</c:v>
                </c:pt>
                <c:pt idx="8355">
                  <c:v>2.0516299999999998</c:v>
                </c:pt>
                <c:pt idx="8356">
                  <c:v>2.05193</c:v>
                </c:pt>
                <c:pt idx="8357">
                  <c:v>2.0522399999999998</c:v>
                </c:pt>
                <c:pt idx="8358">
                  <c:v>2.05254</c:v>
                </c:pt>
                <c:pt idx="8359">
                  <c:v>2.0528499999999998</c:v>
                </c:pt>
                <c:pt idx="8360">
                  <c:v>2.05315</c:v>
                </c:pt>
                <c:pt idx="8361">
                  <c:v>2.0534599999999998</c:v>
                </c:pt>
                <c:pt idx="8362">
                  <c:v>2.05376</c:v>
                </c:pt>
                <c:pt idx="8363">
                  <c:v>2.0540699999999998</c:v>
                </c:pt>
                <c:pt idx="8364">
                  <c:v>2.0543800000000001</c:v>
                </c:pt>
                <c:pt idx="8365">
                  <c:v>2.0546799999999998</c:v>
                </c:pt>
                <c:pt idx="8366">
                  <c:v>2.0549900000000001</c:v>
                </c:pt>
                <c:pt idx="8367">
                  <c:v>2.0552899999999998</c:v>
                </c:pt>
                <c:pt idx="8368">
                  <c:v>2.0556000000000001</c:v>
                </c:pt>
                <c:pt idx="8369">
                  <c:v>2.0558999999999998</c:v>
                </c:pt>
                <c:pt idx="8370">
                  <c:v>2.0562100000000001</c:v>
                </c:pt>
                <c:pt idx="8371">
                  <c:v>2.0565099999999998</c:v>
                </c:pt>
                <c:pt idx="8372">
                  <c:v>2.0568200000000001</c:v>
                </c:pt>
                <c:pt idx="8373">
                  <c:v>2.0571199999999998</c:v>
                </c:pt>
                <c:pt idx="8374">
                  <c:v>2.0574300000000001</c:v>
                </c:pt>
                <c:pt idx="8375">
                  <c:v>2.0577299999999998</c:v>
                </c:pt>
                <c:pt idx="8376">
                  <c:v>2.0580400000000001</c:v>
                </c:pt>
                <c:pt idx="8377">
                  <c:v>2.0583499999999999</c:v>
                </c:pt>
                <c:pt idx="8378">
                  <c:v>2.0586500000000001</c:v>
                </c:pt>
                <c:pt idx="8379">
                  <c:v>2.0589599999999999</c:v>
                </c:pt>
                <c:pt idx="8380">
                  <c:v>2.0592600000000001</c:v>
                </c:pt>
                <c:pt idx="8381">
                  <c:v>2.0595699999999999</c:v>
                </c:pt>
                <c:pt idx="8382">
                  <c:v>2.0598700000000001</c:v>
                </c:pt>
                <c:pt idx="8383">
                  <c:v>2.0601799999999999</c:v>
                </c:pt>
                <c:pt idx="8384">
                  <c:v>2.0604800000000001</c:v>
                </c:pt>
                <c:pt idx="8385">
                  <c:v>2.0607899999999999</c:v>
                </c:pt>
                <c:pt idx="8386">
                  <c:v>2.0610900000000001</c:v>
                </c:pt>
                <c:pt idx="8387">
                  <c:v>2.0613999999999999</c:v>
                </c:pt>
                <c:pt idx="8388">
                  <c:v>2.0617000000000001</c:v>
                </c:pt>
                <c:pt idx="8389">
                  <c:v>2.0620099999999999</c:v>
                </c:pt>
                <c:pt idx="8390">
                  <c:v>2.0623200000000002</c:v>
                </c:pt>
                <c:pt idx="8391">
                  <c:v>2.0626199999999999</c:v>
                </c:pt>
                <c:pt idx="8392">
                  <c:v>2.0629300000000002</c:v>
                </c:pt>
                <c:pt idx="8393">
                  <c:v>2.0632299999999999</c:v>
                </c:pt>
                <c:pt idx="8394">
                  <c:v>2.0635400000000002</c:v>
                </c:pt>
                <c:pt idx="8395">
                  <c:v>2.0638399999999999</c:v>
                </c:pt>
                <c:pt idx="8396">
                  <c:v>2.0641500000000002</c:v>
                </c:pt>
                <c:pt idx="8397">
                  <c:v>2.0644499999999999</c:v>
                </c:pt>
                <c:pt idx="8398">
                  <c:v>2.0647600000000002</c:v>
                </c:pt>
                <c:pt idx="8399">
                  <c:v>2.0650599999999999</c:v>
                </c:pt>
                <c:pt idx="8400">
                  <c:v>2.0653700000000002</c:v>
                </c:pt>
                <c:pt idx="8401">
                  <c:v>2.0656699999999999</c:v>
                </c:pt>
                <c:pt idx="8402">
                  <c:v>2.0659800000000001</c:v>
                </c:pt>
                <c:pt idx="8403">
                  <c:v>2.06629</c:v>
                </c:pt>
                <c:pt idx="8404">
                  <c:v>2.0665900000000001</c:v>
                </c:pt>
                <c:pt idx="8405">
                  <c:v>2.0669</c:v>
                </c:pt>
                <c:pt idx="8406">
                  <c:v>2.0672000000000001</c:v>
                </c:pt>
                <c:pt idx="8407">
                  <c:v>2.06751</c:v>
                </c:pt>
                <c:pt idx="8408">
                  <c:v>2.0678100000000001</c:v>
                </c:pt>
                <c:pt idx="8409">
                  <c:v>2.06812</c:v>
                </c:pt>
                <c:pt idx="8410">
                  <c:v>2.0684200000000001</c:v>
                </c:pt>
                <c:pt idx="8411">
                  <c:v>2.06873</c:v>
                </c:pt>
                <c:pt idx="8412">
                  <c:v>2.0690300000000001</c:v>
                </c:pt>
                <c:pt idx="8413">
                  <c:v>2.06934</c:v>
                </c:pt>
                <c:pt idx="8414">
                  <c:v>2.0696500000000002</c:v>
                </c:pt>
                <c:pt idx="8415">
                  <c:v>2.06995</c:v>
                </c:pt>
                <c:pt idx="8416">
                  <c:v>2.0702600000000002</c:v>
                </c:pt>
                <c:pt idx="8417">
                  <c:v>2.07056</c:v>
                </c:pt>
                <c:pt idx="8418">
                  <c:v>2.0708700000000002</c:v>
                </c:pt>
                <c:pt idx="8419">
                  <c:v>2.07117</c:v>
                </c:pt>
                <c:pt idx="8420">
                  <c:v>2.0714800000000002</c:v>
                </c:pt>
                <c:pt idx="8421">
                  <c:v>2.07178</c:v>
                </c:pt>
                <c:pt idx="8422">
                  <c:v>2.0720900000000002</c:v>
                </c:pt>
                <c:pt idx="8423">
                  <c:v>2.07239</c:v>
                </c:pt>
                <c:pt idx="8424">
                  <c:v>2.0727000000000002</c:v>
                </c:pt>
                <c:pt idx="8425">
                  <c:v>2.073</c:v>
                </c:pt>
                <c:pt idx="8426">
                  <c:v>2.0733100000000002</c:v>
                </c:pt>
                <c:pt idx="8427">
                  <c:v>2.07362</c:v>
                </c:pt>
                <c:pt idx="8428">
                  <c:v>2.0739200000000002</c:v>
                </c:pt>
                <c:pt idx="8429">
                  <c:v>2.07423</c:v>
                </c:pt>
                <c:pt idx="8430">
                  <c:v>2.0745300000000002</c:v>
                </c:pt>
                <c:pt idx="8431">
                  <c:v>2.07484</c:v>
                </c:pt>
                <c:pt idx="8432">
                  <c:v>2.0751400000000002</c:v>
                </c:pt>
                <c:pt idx="8433">
                  <c:v>2.07545</c:v>
                </c:pt>
                <c:pt idx="8434">
                  <c:v>2.0757500000000002</c:v>
                </c:pt>
                <c:pt idx="8435">
                  <c:v>2.07606</c:v>
                </c:pt>
                <c:pt idx="8436">
                  <c:v>2.0763600000000002</c:v>
                </c:pt>
                <c:pt idx="8437">
                  <c:v>2.07667</c:v>
                </c:pt>
                <c:pt idx="8438">
                  <c:v>2.0769700000000002</c:v>
                </c:pt>
                <c:pt idx="8439">
                  <c:v>2.07728</c:v>
                </c:pt>
                <c:pt idx="8440">
                  <c:v>2.0775899999999998</c:v>
                </c:pt>
                <c:pt idx="8441">
                  <c:v>2.07789</c:v>
                </c:pt>
                <c:pt idx="8442">
                  <c:v>2.0781999999999998</c:v>
                </c:pt>
                <c:pt idx="8443">
                  <c:v>2.0785</c:v>
                </c:pt>
                <c:pt idx="8444">
                  <c:v>2.0788099999999998</c:v>
                </c:pt>
                <c:pt idx="8445">
                  <c:v>2.07911</c:v>
                </c:pt>
                <c:pt idx="8446">
                  <c:v>2.0794199999999998</c:v>
                </c:pt>
                <c:pt idx="8447">
                  <c:v>2.07972</c:v>
                </c:pt>
                <c:pt idx="8448">
                  <c:v>2.0800299999999998</c:v>
                </c:pt>
                <c:pt idx="8449">
                  <c:v>2.08033</c:v>
                </c:pt>
                <c:pt idx="8450">
                  <c:v>2.0806399999999998</c:v>
                </c:pt>
                <c:pt idx="8451">
                  <c:v>2.08094</c:v>
                </c:pt>
                <c:pt idx="8452">
                  <c:v>2.0812499999999998</c:v>
                </c:pt>
                <c:pt idx="8453">
                  <c:v>2.0815600000000001</c:v>
                </c:pt>
                <c:pt idx="8454">
                  <c:v>2.0818599999999998</c:v>
                </c:pt>
                <c:pt idx="8455">
                  <c:v>2.0821700000000001</c:v>
                </c:pt>
                <c:pt idx="8456">
                  <c:v>2.0824699999999998</c:v>
                </c:pt>
                <c:pt idx="8457">
                  <c:v>2.0827800000000001</c:v>
                </c:pt>
                <c:pt idx="8458">
                  <c:v>2.0830799999999998</c:v>
                </c:pt>
                <c:pt idx="8459">
                  <c:v>2.0833900000000001</c:v>
                </c:pt>
                <c:pt idx="8460">
                  <c:v>2.0836899999999998</c:v>
                </c:pt>
                <c:pt idx="8461">
                  <c:v>2.0840000000000001</c:v>
                </c:pt>
                <c:pt idx="8462">
                  <c:v>2.0842999999999998</c:v>
                </c:pt>
                <c:pt idx="8463">
                  <c:v>2.0846100000000001</c:v>
                </c:pt>
                <c:pt idx="8464">
                  <c:v>2.0849099999999998</c:v>
                </c:pt>
                <c:pt idx="8465">
                  <c:v>2.0852200000000001</c:v>
                </c:pt>
                <c:pt idx="8466">
                  <c:v>2.0855299999999999</c:v>
                </c:pt>
                <c:pt idx="8467">
                  <c:v>2.0858300000000001</c:v>
                </c:pt>
                <c:pt idx="8468">
                  <c:v>2.0861399999999999</c:v>
                </c:pt>
                <c:pt idx="8469">
                  <c:v>2.0864400000000001</c:v>
                </c:pt>
                <c:pt idx="8470">
                  <c:v>2.0867499999999999</c:v>
                </c:pt>
                <c:pt idx="8471">
                  <c:v>2.0870500000000001</c:v>
                </c:pt>
                <c:pt idx="8472">
                  <c:v>2.0873599999999999</c:v>
                </c:pt>
                <c:pt idx="8473">
                  <c:v>2.0876600000000001</c:v>
                </c:pt>
                <c:pt idx="8474">
                  <c:v>2.0879699999999999</c:v>
                </c:pt>
                <c:pt idx="8475">
                  <c:v>2.0882700000000001</c:v>
                </c:pt>
                <c:pt idx="8476">
                  <c:v>2.0885799999999999</c:v>
                </c:pt>
                <c:pt idx="8477">
                  <c:v>2.0888900000000001</c:v>
                </c:pt>
                <c:pt idx="8478">
                  <c:v>2.0891899999999999</c:v>
                </c:pt>
                <c:pt idx="8479">
                  <c:v>2.0895000000000001</c:v>
                </c:pt>
                <c:pt idx="8480">
                  <c:v>2.0897999999999999</c:v>
                </c:pt>
                <c:pt idx="8481">
                  <c:v>2.0901100000000001</c:v>
                </c:pt>
                <c:pt idx="8482">
                  <c:v>2.0904099999999999</c:v>
                </c:pt>
                <c:pt idx="8483">
                  <c:v>2.0907200000000001</c:v>
                </c:pt>
                <c:pt idx="8484">
                  <c:v>2.0910199999999999</c:v>
                </c:pt>
                <c:pt idx="8485">
                  <c:v>2.0913300000000001</c:v>
                </c:pt>
                <c:pt idx="8486">
                  <c:v>2.0916299999999999</c:v>
                </c:pt>
                <c:pt idx="8487">
                  <c:v>2.0919400000000001</c:v>
                </c:pt>
                <c:pt idx="8488">
                  <c:v>2.0922399999999999</c:v>
                </c:pt>
                <c:pt idx="8489">
                  <c:v>2.0925500000000001</c:v>
                </c:pt>
                <c:pt idx="8490">
                  <c:v>2.0928599999999999</c:v>
                </c:pt>
                <c:pt idx="8491">
                  <c:v>2.0931600000000001</c:v>
                </c:pt>
                <c:pt idx="8492">
                  <c:v>2.0934699999999999</c:v>
                </c:pt>
                <c:pt idx="8493">
                  <c:v>2.0937700000000001</c:v>
                </c:pt>
                <c:pt idx="8494">
                  <c:v>2.0940799999999999</c:v>
                </c:pt>
                <c:pt idx="8495">
                  <c:v>2.0943800000000001</c:v>
                </c:pt>
                <c:pt idx="8496">
                  <c:v>2.0946899999999999</c:v>
                </c:pt>
                <c:pt idx="8497">
                  <c:v>2.0949900000000001</c:v>
                </c:pt>
                <c:pt idx="8498">
                  <c:v>2.0952999999999999</c:v>
                </c:pt>
                <c:pt idx="8499">
                  <c:v>2.0956000000000001</c:v>
                </c:pt>
                <c:pt idx="8500">
                  <c:v>2.0959099999999999</c:v>
                </c:pt>
                <c:pt idx="8501">
                  <c:v>2.0962100000000001</c:v>
                </c:pt>
                <c:pt idx="8502">
                  <c:v>2.0965199999999999</c:v>
                </c:pt>
                <c:pt idx="8503">
                  <c:v>2.0968300000000002</c:v>
                </c:pt>
                <c:pt idx="8504">
                  <c:v>2.0971299999999999</c:v>
                </c:pt>
                <c:pt idx="8505">
                  <c:v>2.0974400000000002</c:v>
                </c:pt>
                <c:pt idx="8506">
                  <c:v>2.0977399999999999</c:v>
                </c:pt>
                <c:pt idx="8507">
                  <c:v>2.0980500000000002</c:v>
                </c:pt>
                <c:pt idx="8508">
                  <c:v>2.0983499999999999</c:v>
                </c:pt>
                <c:pt idx="8509">
                  <c:v>2.0986600000000002</c:v>
                </c:pt>
                <c:pt idx="8510">
                  <c:v>2.0989599999999999</c:v>
                </c:pt>
                <c:pt idx="8511">
                  <c:v>2.0992700000000002</c:v>
                </c:pt>
                <c:pt idx="8512">
                  <c:v>2.0995699999999999</c:v>
                </c:pt>
                <c:pt idx="8513">
                  <c:v>2.0998800000000002</c:v>
                </c:pt>
                <c:pt idx="8514">
                  <c:v>2.1001799999999999</c:v>
                </c:pt>
                <c:pt idx="8515">
                  <c:v>2.1004900000000002</c:v>
                </c:pt>
                <c:pt idx="8516">
                  <c:v>2.1008</c:v>
                </c:pt>
                <c:pt idx="8517">
                  <c:v>2.1011000000000002</c:v>
                </c:pt>
                <c:pt idx="8518">
                  <c:v>2.10141</c:v>
                </c:pt>
                <c:pt idx="8519">
                  <c:v>2.1017100000000002</c:v>
                </c:pt>
                <c:pt idx="8520">
                  <c:v>2.10202</c:v>
                </c:pt>
                <c:pt idx="8521">
                  <c:v>2.1023200000000002</c:v>
                </c:pt>
                <c:pt idx="8522">
                  <c:v>2.10263</c:v>
                </c:pt>
                <c:pt idx="8523">
                  <c:v>2.1029300000000002</c:v>
                </c:pt>
                <c:pt idx="8524">
                  <c:v>2.10324</c:v>
                </c:pt>
                <c:pt idx="8525">
                  <c:v>2.1035400000000002</c:v>
                </c:pt>
                <c:pt idx="8526">
                  <c:v>2.10385</c:v>
                </c:pt>
                <c:pt idx="8527">
                  <c:v>2.1041599999999998</c:v>
                </c:pt>
                <c:pt idx="8528">
                  <c:v>2.10446</c:v>
                </c:pt>
                <c:pt idx="8529">
                  <c:v>2.1047699999999998</c:v>
                </c:pt>
                <c:pt idx="8530">
                  <c:v>2.10507</c:v>
                </c:pt>
                <c:pt idx="8531">
                  <c:v>2.1053799999999998</c:v>
                </c:pt>
                <c:pt idx="8532">
                  <c:v>2.10568</c:v>
                </c:pt>
                <c:pt idx="8533">
                  <c:v>2.1059899999999998</c:v>
                </c:pt>
                <c:pt idx="8534">
                  <c:v>2.10629</c:v>
                </c:pt>
                <c:pt idx="8535">
                  <c:v>2.1065999999999998</c:v>
                </c:pt>
                <c:pt idx="8536">
                  <c:v>2.1069</c:v>
                </c:pt>
                <c:pt idx="8537">
                  <c:v>2.1072099999999998</c:v>
                </c:pt>
                <c:pt idx="8538">
                  <c:v>2.10751</c:v>
                </c:pt>
                <c:pt idx="8539">
                  <c:v>2.1078199999999998</c:v>
                </c:pt>
                <c:pt idx="8540">
                  <c:v>2.1081300000000001</c:v>
                </c:pt>
                <c:pt idx="8541">
                  <c:v>2.1084299999999998</c:v>
                </c:pt>
                <c:pt idx="8542">
                  <c:v>2.1087400000000001</c:v>
                </c:pt>
                <c:pt idx="8543">
                  <c:v>2.1090399999999998</c:v>
                </c:pt>
                <c:pt idx="8544">
                  <c:v>2.1093500000000001</c:v>
                </c:pt>
                <c:pt idx="8545">
                  <c:v>2.1096499999999998</c:v>
                </c:pt>
                <c:pt idx="8546">
                  <c:v>2.1099600000000001</c:v>
                </c:pt>
                <c:pt idx="8547">
                  <c:v>2.1102599999999998</c:v>
                </c:pt>
                <c:pt idx="8548">
                  <c:v>2.1105700000000001</c:v>
                </c:pt>
                <c:pt idx="8549">
                  <c:v>2.1108699999999998</c:v>
                </c:pt>
                <c:pt idx="8550">
                  <c:v>2.1111800000000001</c:v>
                </c:pt>
                <c:pt idx="8551">
                  <c:v>2.1114799999999998</c:v>
                </c:pt>
                <c:pt idx="8552">
                  <c:v>2.1117900000000001</c:v>
                </c:pt>
                <c:pt idx="8553">
                  <c:v>2.1120999999999999</c:v>
                </c:pt>
                <c:pt idx="8554">
                  <c:v>2.1124000000000001</c:v>
                </c:pt>
                <c:pt idx="8555">
                  <c:v>2.1127099999999999</c:v>
                </c:pt>
                <c:pt idx="8556">
                  <c:v>2.1130100000000001</c:v>
                </c:pt>
                <c:pt idx="8557">
                  <c:v>2.1133199999999999</c:v>
                </c:pt>
                <c:pt idx="8558">
                  <c:v>2.1136200000000001</c:v>
                </c:pt>
                <c:pt idx="8559">
                  <c:v>2.1139299999999999</c:v>
                </c:pt>
                <c:pt idx="8560">
                  <c:v>2.1142300000000001</c:v>
                </c:pt>
                <c:pt idx="8561">
                  <c:v>2.1145399999999999</c:v>
                </c:pt>
                <c:pt idx="8562">
                  <c:v>2.1148400000000001</c:v>
                </c:pt>
                <c:pt idx="8563">
                  <c:v>2.1151499999999999</c:v>
                </c:pt>
                <c:pt idx="8564">
                  <c:v>2.1154500000000001</c:v>
                </c:pt>
                <c:pt idx="8565">
                  <c:v>2.1157599999999999</c:v>
                </c:pt>
                <c:pt idx="8566">
                  <c:v>2.1160700000000001</c:v>
                </c:pt>
                <c:pt idx="8567">
                  <c:v>2.1163699999999999</c:v>
                </c:pt>
                <c:pt idx="8568">
                  <c:v>2.1166800000000001</c:v>
                </c:pt>
                <c:pt idx="8569">
                  <c:v>2.1169799999999999</c:v>
                </c:pt>
                <c:pt idx="8570">
                  <c:v>2.1172900000000001</c:v>
                </c:pt>
                <c:pt idx="8571">
                  <c:v>2.1175899999999999</c:v>
                </c:pt>
                <c:pt idx="8572">
                  <c:v>2.1179000000000001</c:v>
                </c:pt>
                <c:pt idx="8573">
                  <c:v>2.1181999999999999</c:v>
                </c:pt>
                <c:pt idx="8574">
                  <c:v>2.1185100000000001</c:v>
                </c:pt>
                <c:pt idx="8575">
                  <c:v>2.1188099999999999</c:v>
                </c:pt>
                <c:pt idx="8576">
                  <c:v>2.1191200000000001</c:v>
                </c:pt>
                <c:pt idx="8577">
                  <c:v>2.1194199999999999</c:v>
                </c:pt>
                <c:pt idx="8578">
                  <c:v>2.1197300000000001</c:v>
                </c:pt>
                <c:pt idx="8579">
                  <c:v>2.1200399999999999</c:v>
                </c:pt>
                <c:pt idx="8580">
                  <c:v>2.1203400000000001</c:v>
                </c:pt>
                <c:pt idx="8581">
                  <c:v>2.1206499999999999</c:v>
                </c:pt>
                <c:pt idx="8582">
                  <c:v>2.1209500000000001</c:v>
                </c:pt>
                <c:pt idx="8583">
                  <c:v>2.1212599999999999</c:v>
                </c:pt>
                <c:pt idx="8584">
                  <c:v>2.1215600000000001</c:v>
                </c:pt>
                <c:pt idx="8585">
                  <c:v>2.1218699999999999</c:v>
                </c:pt>
                <c:pt idx="8586">
                  <c:v>2.1221700000000001</c:v>
                </c:pt>
                <c:pt idx="8587">
                  <c:v>2.1224799999999999</c:v>
                </c:pt>
                <c:pt idx="8588">
                  <c:v>2.1227800000000001</c:v>
                </c:pt>
                <c:pt idx="8589">
                  <c:v>2.1230899999999999</c:v>
                </c:pt>
                <c:pt idx="8590">
                  <c:v>2.1234000000000002</c:v>
                </c:pt>
                <c:pt idx="8591">
                  <c:v>2.1236999999999999</c:v>
                </c:pt>
                <c:pt idx="8592">
                  <c:v>2.1240100000000002</c:v>
                </c:pt>
                <c:pt idx="8593">
                  <c:v>2.1243099999999999</c:v>
                </c:pt>
                <c:pt idx="8594">
                  <c:v>2.1246200000000002</c:v>
                </c:pt>
                <c:pt idx="8595">
                  <c:v>2.1249199999999999</c:v>
                </c:pt>
                <c:pt idx="8596">
                  <c:v>2.1252300000000002</c:v>
                </c:pt>
                <c:pt idx="8597">
                  <c:v>2.1255299999999999</c:v>
                </c:pt>
                <c:pt idx="8598">
                  <c:v>2.1258400000000002</c:v>
                </c:pt>
                <c:pt idx="8599">
                  <c:v>2.1261399999999999</c:v>
                </c:pt>
                <c:pt idx="8600">
                  <c:v>2.1264500000000002</c:v>
                </c:pt>
                <c:pt idx="8601">
                  <c:v>2.1267499999999999</c:v>
                </c:pt>
                <c:pt idx="8602">
                  <c:v>2.1270600000000002</c:v>
                </c:pt>
                <c:pt idx="8603">
                  <c:v>2.12737</c:v>
                </c:pt>
                <c:pt idx="8604">
                  <c:v>2.1276700000000002</c:v>
                </c:pt>
                <c:pt idx="8605">
                  <c:v>2.12798</c:v>
                </c:pt>
                <c:pt idx="8606">
                  <c:v>2.1282800000000002</c:v>
                </c:pt>
                <c:pt idx="8607">
                  <c:v>2.12859</c:v>
                </c:pt>
                <c:pt idx="8608">
                  <c:v>2.1288900000000002</c:v>
                </c:pt>
                <c:pt idx="8609">
                  <c:v>2.1292</c:v>
                </c:pt>
                <c:pt idx="8610">
                  <c:v>2.1295000000000002</c:v>
                </c:pt>
                <c:pt idx="8611">
                  <c:v>2.12981</c:v>
                </c:pt>
                <c:pt idx="8612">
                  <c:v>2.1301100000000002</c:v>
                </c:pt>
                <c:pt idx="8613">
                  <c:v>2.13042</c:v>
                </c:pt>
                <c:pt idx="8614">
                  <c:v>2.1307200000000002</c:v>
                </c:pt>
                <c:pt idx="8615">
                  <c:v>2.13103</c:v>
                </c:pt>
                <c:pt idx="8616">
                  <c:v>2.1313399999999998</c:v>
                </c:pt>
                <c:pt idx="8617">
                  <c:v>2.13164</c:v>
                </c:pt>
                <c:pt idx="8618">
                  <c:v>2.1319499999999998</c:v>
                </c:pt>
                <c:pt idx="8619">
                  <c:v>2.13225</c:v>
                </c:pt>
                <c:pt idx="8620">
                  <c:v>2.1325599999999998</c:v>
                </c:pt>
                <c:pt idx="8621">
                  <c:v>2.13286</c:v>
                </c:pt>
                <c:pt idx="8622">
                  <c:v>2.1331699999999998</c:v>
                </c:pt>
                <c:pt idx="8623">
                  <c:v>2.13347</c:v>
                </c:pt>
                <c:pt idx="8624">
                  <c:v>2.1337799999999998</c:v>
                </c:pt>
                <c:pt idx="8625">
                  <c:v>2.13408</c:v>
                </c:pt>
                <c:pt idx="8626">
                  <c:v>2.1343899999999998</c:v>
                </c:pt>
                <c:pt idx="8627">
                  <c:v>2.13469</c:v>
                </c:pt>
                <c:pt idx="8628">
                  <c:v>2.1349999999999998</c:v>
                </c:pt>
                <c:pt idx="8629">
                  <c:v>2.13531</c:v>
                </c:pt>
                <c:pt idx="8630">
                  <c:v>2.1356099999999998</c:v>
                </c:pt>
                <c:pt idx="8631">
                  <c:v>2.13592</c:v>
                </c:pt>
                <c:pt idx="8632">
                  <c:v>2.1362199999999998</c:v>
                </c:pt>
                <c:pt idx="8633">
                  <c:v>2.13653</c:v>
                </c:pt>
                <c:pt idx="8634">
                  <c:v>2.1368299999999998</c:v>
                </c:pt>
                <c:pt idx="8635">
                  <c:v>2.13714</c:v>
                </c:pt>
                <c:pt idx="8636">
                  <c:v>2.1374399999999998</c:v>
                </c:pt>
                <c:pt idx="8637">
                  <c:v>2.13775</c:v>
                </c:pt>
                <c:pt idx="8638">
                  <c:v>2.1380499999999998</c:v>
                </c:pt>
                <c:pt idx="8639">
                  <c:v>2.13836</c:v>
                </c:pt>
                <c:pt idx="8640">
                  <c:v>2.1386599999999998</c:v>
                </c:pt>
                <c:pt idx="8641">
                  <c:v>2.13897</c:v>
                </c:pt>
                <c:pt idx="8642">
                  <c:v>2.1392799999999998</c:v>
                </c:pt>
                <c:pt idx="8643">
                  <c:v>2.13958</c:v>
                </c:pt>
                <c:pt idx="8644">
                  <c:v>2.1398899999999998</c:v>
                </c:pt>
                <c:pt idx="8645">
                  <c:v>2.14019</c:v>
                </c:pt>
                <c:pt idx="8646">
                  <c:v>2.1404999999999998</c:v>
                </c:pt>
                <c:pt idx="8647">
                  <c:v>2.1408</c:v>
                </c:pt>
                <c:pt idx="8648">
                  <c:v>2.1411099999999998</c:v>
                </c:pt>
                <c:pt idx="8649">
                  <c:v>2.14141</c:v>
                </c:pt>
                <c:pt idx="8650">
                  <c:v>2.1417199999999998</c:v>
                </c:pt>
                <c:pt idx="8651">
                  <c:v>2.14202</c:v>
                </c:pt>
                <c:pt idx="8652">
                  <c:v>2.1423299999999998</c:v>
                </c:pt>
                <c:pt idx="8653">
                  <c:v>2.1426400000000001</c:v>
                </c:pt>
                <c:pt idx="8654">
                  <c:v>2.1429399999999998</c:v>
                </c:pt>
                <c:pt idx="8655">
                  <c:v>2.1432500000000001</c:v>
                </c:pt>
                <c:pt idx="8656">
                  <c:v>2.1435499999999998</c:v>
                </c:pt>
                <c:pt idx="8657">
                  <c:v>2.1438600000000001</c:v>
                </c:pt>
                <c:pt idx="8658">
                  <c:v>2.1441599999999998</c:v>
                </c:pt>
                <c:pt idx="8659">
                  <c:v>2.1444700000000001</c:v>
                </c:pt>
                <c:pt idx="8660">
                  <c:v>2.1447699999999998</c:v>
                </c:pt>
                <c:pt idx="8661">
                  <c:v>2.1450800000000001</c:v>
                </c:pt>
                <c:pt idx="8662">
                  <c:v>2.1453799999999998</c:v>
                </c:pt>
                <c:pt idx="8663">
                  <c:v>2.1456900000000001</c:v>
                </c:pt>
                <c:pt idx="8664">
                  <c:v>2.1459899999999998</c:v>
                </c:pt>
                <c:pt idx="8665">
                  <c:v>2.1463000000000001</c:v>
                </c:pt>
                <c:pt idx="8666">
                  <c:v>2.1466099999999999</c:v>
                </c:pt>
                <c:pt idx="8667">
                  <c:v>2.1469100000000001</c:v>
                </c:pt>
                <c:pt idx="8668">
                  <c:v>2.1472199999999999</c:v>
                </c:pt>
                <c:pt idx="8669">
                  <c:v>2.1475200000000001</c:v>
                </c:pt>
                <c:pt idx="8670">
                  <c:v>2.1478299999999999</c:v>
                </c:pt>
                <c:pt idx="8671">
                  <c:v>2.1481300000000001</c:v>
                </c:pt>
                <c:pt idx="8672">
                  <c:v>2.1484399999999999</c:v>
                </c:pt>
                <c:pt idx="8673">
                  <c:v>2.1487400000000001</c:v>
                </c:pt>
                <c:pt idx="8674">
                  <c:v>2.1490499999999999</c:v>
                </c:pt>
                <c:pt idx="8675">
                  <c:v>2.1493500000000001</c:v>
                </c:pt>
                <c:pt idx="8676">
                  <c:v>2.1496599999999999</c:v>
                </c:pt>
                <c:pt idx="8677">
                  <c:v>2.1499600000000001</c:v>
                </c:pt>
                <c:pt idx="8678">
                  <c:v>2.1502699999999999</c:v>
                </c:pt>
                <c:pt idx="8679">
                  <c:v>2.1505800000000002</c:v>
                </c:pt>
                <c:pt idx="8680">
                  <c:v>2.1508799999999999</c:v>
                </c:pt>
                <c:pt idx="8681">
                  <c:v>2.1511900000000002</c:v>
                </c:pt>
                <c:pt idx="8682">
                  <c:v>2.1514899999999999</c:v>
                </c:pt>
                <c:pt idx="8683">
                  <c:v>2.1518000000000002</c:v>
                </c:pt>
                <c:pt idx="8684">
                  <c:v>2.1520999999999999</c:v>
                </c:pt>
                <c:pt idx="8685">
                  <c:v>2.1524100000000002</c:v>
                </c:pt>
                <c:pt idx="8686">
                  <c:v>2.1527099999999999</c:v>
                </c:pt>
                <c:pt idx="8687">
                  <c:v>2.1530200000000002</c:v>
                </c:pt>
                <c:pt idx="8688">
                  <c:v>2.1533199999999999</c:v>
                </c:pt>
                <c:pt idx="8689">
                  <c:v>2.1536300000000002</c:v>
                </c:pt>
                <c:pt idx="8690">
                  <c:v>2.1539299999999999</c:v>
                </c:pt>
                <c:pt idx="8691">
                  <c:v>2.1542400000000002</c:v>
                </c:pt>
                <c:pt idx="8692">
                  <c:v>2.15455</c:v>
                </c:pt>
                <c:pt idx="8693">
                  <c:v>2.1548500000000002</c:v>
                </c:pt>
                <c:pt idx="8694">
                  <c:v>2.15516</c:v>
                </c:pt>
                <c:pt idx="8695">
                  <c:v>2.1554600000000002</c:v>
                </c:pt>
                <c:pt idx="8696">
                  <c:v>2.15577</c:v>
                </c:pt>
                <c:pt idx="8697">
                  <c:v>2.1560700000000002</c:v>
                </c:pt>
                <c:pt idx="8698">
                  <c:v>2.15638</c:v>
                </c:pt>
                <c:pt idx="8699">
                  <c:v>2.1566800000000002</c:v>
                </c:pt>
                <c:pt idx="8700">
                  <c:v>2.15699</c:v>
                </c:pt>
                <c:pt idx="8701">
                  <c:v>2.1572900000000002</c:v>
                </c:pt>
                <c:pt idx="8702">
                  <c:v>2.1576</c:v>
                </c:pt>
                <c:pt idx="8703">
                  <c:v>2.1579100000000002</c:v>
                </c:pt>
                <c:pt idx="8704">
                  <c:v>2.15821</c:v>
                </c:pt>
                <c:pt idx="8705">
                  <c:v>2.1585200000000002</c:v>
                </c:pt>
                <c:pt idx="8706">
                  <c:v>2.15882</c:v>
                </c:pt>
                <c:pt idx="8707">
                  <c:v>2.1591300000000002</c:v>
                </c:pt>
                <c:pt idx="8708">
                  <c:v>2.15943</c:v>
                </c:pt>
                <c:pt idx="8709">
                  <c:v>2.1597400000000002</c:v>
                </c:pt>
                <c:pt idx="8710">
                  <c:v>2.16004</c:v>
                </c:pt>
                <c:pt idx="8711">
                  <c:v>2.1603500000000002</c:v>
                </c:pt>
                <c:pt idx="8712">
                  <c:v>2.16065</c:v>
                </c:pt>
                <c:pt idx="8713">
                  <c:v>2.1609600000000002</c:v>
                </c:pt>
                <c:pt idx="8714">
                  <c:v>2.16126</c:v>
                </c:pt>
                <c:pt idx="8715">
                  <c:v>2.1615700000000002</c:v>
                </c:pt>
                <c:pt idx="8716">
                  <c:v>2.16188</c:v>
                </c:pt>
                <c:pt idx="8717">
                  <c:v>2.1621800000000002</c:v>
                </c:pt>
                <c:pt idx="8718">
                  <c:v>2.16249</c:v>
                </c:pt>
                <c:pt idx="8719">
                  <c:v>2.1627900000000002</c:v>
                </c:pt>
                <c:pt idx="8720">
                  <c:v>2.1631</c:v>
                </c:pt>
                <c:pt idx="8721">
                  <c:v>2.1634000000000002</c:v>
                </c:pt>
                <c:pt idx="8722">
                  <c:v>2.16371</c:v>
                </c:pt>
                <c:pt idx="8723">
                  <c:v>2.1640100000000002</c:v>
                </c:pt>
                <c:pt idx="8724">
                  <c:v>2.16432</c:v>
                </c:pt>
                <c:pt idx="8725">
                  <c:v>2.1646200000000002</c:v>
                </c:pt>
                <c:pt idx="8726">
                  <c:v>2.16493</c:v>
                </c:pt>
                <c:pt idx="8727">
                  <c:v>2.1652300000000002</c:v>
                </c:pt>
                <c:pt idx="8728">
                  <c:v>2.16554</c:v>
                </c:pt>
                <c:pt idx="8729">
                  <c:v>2.1658499999999998</c:v>
                </c:pt>
                <c:pt idx="8730">
                  <c:v>2.16615</c:v>
                </c:pt>
                <c:pt idx="8731">
                  <c:v>2.1664599999999998</c:v>
                </c:pt>
                <c:pt idx="8732">
                  <c:v>2.16676</c:v>
                </c:pt>
                <c:pt idx="8733">
                  <c:v>2.1670699999999998</c:v>
                </c:pt>
                <c:pt idx="8734">
                  <c:v>2.16737</c:v>
                </c:pt>
                <c:pt idx="8735">
                  <c:v>2.1676799999999998</c:v>
                </c:pt>
                <c:pt idx="8736">
                  <c:v>2.16798</c:v>
                </c:pt>
                <c:pt idx="8737">
                  <c:v>2.1682899999999998</c:v>
                </c:pt>
                <c:pt idx="8738">
                  <c:v>2.16859</c:v>
                </c:pt>
                <c:pt idx="8739">
                  <c:v>2.1688999999999998</c:v>
                </c:pt>
                <c:pt idx="8740">
                  <c:v>2.1692</c:v>
                </c:pt>
                <c:pt idx="8741">
                  <c:v>2.1695099999999998</c:v>
                </c:pt>
                <c:pt idx="8742">
                  <c:v>2.1698200000000001</c:v>
                </c:pt>
                <c:pt idx="8743">
                  <c:v>2.1701199999999998</c:v>
                </c:pt>
                <c:pt idx="8744">
                  <c:v>2.1704300000000001</c:v>
                </c:pt>
                <c:pt idx="8745">
                  <c:v>2.1707299999999998</c:v>
                </c:pt>
                <c:pt idx="8746">
                  <c:v>2.1710400000000001</c:v>
                </c:pt>
                <c:pt idx="8747">
                  <c:v>2.1713399999999998</c:v>
                </c:pt>
                <c:pt idx="8748">
                  <c:v>2.1716500000000001</c:v>
                </c:pt>
                <c:pt idx="8749">
                  <c:v>2.1719499999999998</c:v>
                </c:pt>
                <c:pt idx="8750">
                  <c:v>2.1722600000000001</c:v>
                </c:pt>
                <c:pt idx="8751">
                  <c:v>2.1725599999999998</c:v>
                </c:pt>
                <c:pt idx="8752">
                  <c:v>2.1728700000000001</c:v>
                </c:pt>
                <c:pt idx="8753">
                  <c:v>2.1731699999999998</c:v>
                </c:pt>
                <c:pt idx="8754">
                  <c:v>2.1734800000000001</c:v>
                </c:pt>
                <c:pt idx="8755">
                  <c:v>2.1737899999999999</c:v>
                </c:pt>
                <c:pt idx="8756">
                  <c:v>2.1740900000000001</c:v>
                </c:pt>
                <c:pt idx="8757">
                  <c:v>2.1743999999999999</c:v>
                </c:pt>
                <c:pt idx="8758">
                  <c:v>2.1747000000000001</c:v>
                </c:pt>
                <c:pt idx="8759">
                  <c:v>2.1750099999999999</c:v>
                </c:pt>
                <c:pt idx="8760">
                  <c:v>2.1753100000000001</c:v>
                </c:pt>
                <c:pt idx="8761">
                  <c:v>2.1756199999999999</c:v>
                </c:pt>
                <c:pt idx="8762">
                  <c:v>2.1759200000000001</c:v>
                </c:pt>
                <c:pt idx="8763">
                  <c:v>2.1762299999999999</c:v>
                </c:pt>
                <c:pt idx="8764">
                  <c:v>2.1765300000000001</c:v>
                </c:pt>
                <c:pt idx="8765">
                  <c:v>2.1768399999999999</c:v>
                </c:pt>
                <c:pt idx="8766">
                  <c:v>2.1771500000000001</c:v>
                </c:pt>
                <c:pt idx="8767">
                  <c:v>2.1774499999999999</c:v>
                </c:pt>
                <c:pt idx="8768">
                  <c:v>2.1777600000000001</c:v>
                </c:pt>
                <c:pt idx="8769">
                  <c:v>2.1780599999999999</c:v>
                </c:pt>
                <c:pt idx="8770">
                  <c:v>2.1783700000000001</c:v>
                </c:pt>
                <c:pt idx="8771">
                  <c:v>2.1786699999999999</c:v>
                </c:pt>
                <c:pt idx="8772">
                  <c:v>2.1789800000000001</c:v>
                </c:pt>
                <c:pt idx="8773">
                  <c:v>2.1792799999999999</c:v>
                </c:pt>
                <c:pt idx="8774">
                  <c:v>2.1795900000000001</c:v>
                </c:pt>
                <c:pt idx="8775">
                  <c:v>2.1798899999999999</c:v>
                </c:pt>
                <c:pt idx="8776">
                  <c:v>2.1802000000000001</c:v>
                </c:pt>
                <c:pt idx="8777">
                  <c:v>2.1804999999999999</c:v>
                </c:pt>
                <c:pt idx="8778">
                  <c:v>2.1808100000000001</c:v>
                </c:pt>
                <c:pt idx="8779">
                  <c:v>2.1811199999999999</c:v>
                </c:pt>
                <c:pt idx="8780">
                  <c:v>2.1814200000000001</c:v>
                </c:pt>
                <c:pt idx="8781">
                  <c:v>2.1817299999999999</c:v>
                </c:pt>
                <c:pt idx="8782">
                  <c:v>2.1820300000000001</c:v>
                </c:pt>
                <c:pt idx="8783">
                  <c:v>2.1823399999999999</c:v>
                </c:pt>
                <c:pt idx="8784">
                  <c:v>2.1826400000000001</c:v>
                </c:pt>
                <c:pt idx="8785">
                  <c:v>2.1829499999999999</c:v>
                </c:pt>
                <c:pt idx="8786">
                  <c:v>2.1832500000000001</c:v>
                </c:pt>
                <c:pt idx="8787">
                  <c:v>2.1835599999999999</c:v>
                </c:pt>
                <c:pt idx="8788">
                  <c:v>2.1838600000000001</c:v>
                </c:pt>
                <c:pt idx="8789">
                  <c:v>2.1841699999999999</c:v>
                </c:pt>
                <c:pt idx="8790">
                  <c:v>2.1844700000000001</c:v>
                </c:pt>
                <c:pt idx="8791">
                  <c:v>2.1847799999999999</c:v>
                </c:pt>
                <c:pt idx="8792">
                  <c:v>2.1850900000000002</c:v>
                </c:pt>
                <c:pt idx="8793">
                  <c:v>2.1853899999999999</c:v>
                </c:pt>
                <c:pt idx="8794">
                  <c:v>2.1857000000000002</c:v>
                </c:pt>
                <c:pt idx="8795">
                  <c:v>2.1859999999999999</c:v>
                </c:pt>
                <c:pt idx="8796">
                  <c:v>2.1863100000000002</c:v>
                </c:pt>
                <c:pt idx="8797">
                  <c:v>2.1866099999999999</c:v>
                </c:pt>
                <c:pt idx="8798">
                  <c:v>2.1869200000000002</c:v>
                </c:pt>
                <c:pt idx="8799">
                  <c:v>2.1872199999999999</c:v>
                </c:pt>
                <c:pt idx="8800">
                  <c:v>2.1875300000000002</c:v>
                </c:pt>
                <c:pt idx="8801">
                  <c:v>2.1878299999999999</c:v>
                </c:pt>
                <c:pt idx="8802">
                  <c:v>2.1881400000000002</c:v>
                </c:pt>
                <c:pt idx="8803">
                  <c:v>2.1884399999999999</c:v>
                </c:pt>
                <c:pt idx="8804">
                  <c:v>2.1887500000000002</c:v>
                </c:pt>
                <c:pt idx="8805">
                  <c:v>2.18906</c:v>
                </c:pt>
                <c:pt idx="8806">
                  <c:v>2.1893600000000002</c:v>
                </c:pt>
                <c:pt idx="8807">
                  <c:v>2.18967</c:v>
                </c:pt>
                <c:pt idx="8808">
                  <c:v>2.1899700000000002</c:v>
                </c:pt>
                <c:pt idx="8809">
                  <c:v>2.19028</c:v>
                </c:pt>
                <c:pt idx="8810">
                  <c:v>2.1905800000000002</c:v>
                </c:pt>
                <c:pt idx="8811">
                  <c:v>2.19089</c:v>
                </c:pt>
                <c:pt idx="8812">
                  <c:v>2.1911900000000002</c:v>
                </c:pt>
                <c:pt idx="8813">
                  <c:v>2.1915</c:v>
                </c:pt>
                <c:pt idx="8814">
                  <c:v>2.1918000000000002</c:v>
                </c:pt>
                <c:pt idx="8815">
                  <c:v>2.19211</c:v>
                </c:pt>
                <c:pt idx="8816">
                  <c:v>2.1924100000000002</c:v>
                </c:pt>
                <c:pt idx="8817">
                  <c:v>2.19272</c:v>
                </c:pt>
                <c:pt idx="8818">
                  <c:v>2.1930299999999998</c:v>
                </c:pt>
                <c:pt idx="8819">
                  <c:v>2.19333</c:v>
                </c:pt>
                <c:pt idx="8820">
                  <c:v>2.1936399999999998</c:v>
                </c:pt>
                <c:pt idx="8821">
                  <c:v>2.19394</c:v>
                </c:pt>
                <c:pt idx="8822">
                  <c:v>2.1942499999999998</c:v>
                </c:pt>
                <c:pt idx="8823">
                  <c:v>2.19455</c:v>
                </c:pt>
                <c:pt idx="8824">
                  <c:v>2.1948599999999998</c:v>
                </c:pt>
                <c:pt idx="8825">
                  <c:v>2.19516</c:v>
                </c:pt>
                <c:pt idx="8826">
                  <c:v>2.1954699999999998</c:v>
                </c:pt>
                <c:pt idx="8827">
                  <c:v>2.19577</c:v>
                </c:pt>
                <c:pt idx="8828">
                  <c:v>2.1960799999999998</c:v>
                </c:pt>
                <c:pt idx="8829">
                  <c:v>2.1963900000000001</c:v>
                </c:pt>
                <c:pt idx="8830">
                  <c:v>2.1966899999999998</c:v>
                </c:pt>
                <c:pt idx="8831">
                  <c:v>2.1970000000000001</c:v>
                </c:pt>
                <c:pt idx="8832">
                  <c:v>2.1972999999999998</c:v>
                </c:pt>
                <c:pt idx="8833">
                  <c:v>2.1976100000000001</c:v>
                </c:pt>
                <c:pt idx="8834">
                  <c:v>2.1979099999999998</c:v>
                </c:pt>
                <c:pt idx="8835">
                  <c:v>2.1982200000000001</c:v>
                </c:pt>
                <c:pt idx="8836">
                  <c:v>2.1985199999999998</c:v>
                </c:pt>
                <c:pt idx="8837">
                  <c:v>2.1988300000000001</c:v>
                </c:pt>
                <c:pt idx="8838">
                  <c:v>2.1991299999999998</c:v>
                </c:pt>
                <c:pt idx="8839">
                  <c:v>2.1994400000000001</c:v>
                </c:pt>
                <c:pt idx="8840">
                  <c:v>2.1997399999999998</c:v>
                </c:pt>
                <c:pt idx="8841">
                  <c:v>2.2000500000000001</c:v>
                </c:pt>
                <c:pt idx="8842">
                  <c:v>2.2003599999999999</c:v>
                </c:pt>
                <c:pt idx="8843">
                  <c:v>2.2006600000000001</c:v>
                </c:pt>
                <c:pt idx="8844">
                  <c:v>2.2009699999999999</c:v>
                </c:pt>
                <c:pt idx="8845">
                  <c:v>2.2012700000000001</c:v>
                </c:pt>
                <c:pt idx="8846">
                  <c:v>2.2015799999999999</c:v>
                </c:pt>
                <c:pt idx="8847">
                  <c:v>2.2018800000000001</c:v>
                </c:pt>
                <c:pt idx="8848">
                  <c:v>2.2021899999999999</c:v>
                </c:pt>
                <c:pt idx="8849">
                  <c:v>2.2024900000000001</c:v>
                </c:pt>
                <c:pt idx="8850">
                  <c:v>2.2027999999999999</c:v>
                </c:pt>
                <c:pt idx="8851">
                  <c:v>2.2031000000000001</c:v>
                </c:pt>
                <c:pt idx="8852">
                  <c:v>2.2034099999999999</c:v>
                </c:pt>
                <c:pt idx="8853">
                  <c:v>2.2037100000000001</c:v>
                </c:pt>
                <c:pt idx="8854">
                  <c:v>2.2040199999999999</c:v>
                </c:pt>
                <c:pt idx="8855">
                  <c:v>2.2043300000000001</c:v>
                </c:pt>
                <c:pt idx="8856">
                  <c:v>2.2046299999999999</c:v>
                </c:pt>
                <c:pt idx="8857">
                  <c:v>2.2049400000000001</c:v>
                </c:pt>
                <c:pt idx="8858">
                  <c:v>2.2052399999999999</c:v>
                </c:pt>
                <c:pt idx="8859">
                  <c:v>2.2055500000000001</c:v>
                </c:pt>
                <c:pt idx="8860">
                  <c:v>2.2058499999999999</c:v>
                </c:pt>
                <c:pt idx="8861">
                  <c:v>2.2061600000000001</c:v>
                </c:pt>
                <c:pt idx="8862">
                  <c:v>2.2064599999999999</c:v>
                </c:pt>
                <c:pt idx="8863">
                  <c:v>2.2067700000000001</c:v>
                </c:pt>
                <c:pt idx="8864">
                  <c:v>2.2070699999999999</c:v>
                </c:pt>
                <c:pt idx="8865">
                  <c:v>2.2073800000000001</c:v>
                </c:pt>
                <c:pt idx="8866">
                  <c:v>2.2076799999999999</c:v>
                </c:pt>
                <c:pt idx="8867">
                  <c:v>2.2079900000000001</c:v>
                </c:pt>
                <c:pt idx="8868">
                  <c:v>2.2082999999999999</c:v>
                </c:pt>
                <c:pt idx="8869">
                  <c:v>2.2086000000000001</c:v>
                </c:pt>
                <c:pt idx="8870">
                  <c:v>2.2089099999999999</c:v>
                </c:pt>
                <c:pt idx="8871">
                  <c:v>2.2092100000000001</c:v>
                </c:pt>
                <c:pt idx="8872">
                  <c:v>2.2095199999999999</c:v>
                </c:pt>
                <c:pt idx="8873">
                  <c:v>2.2098200000000001</c:v>
                </c:pt>
                <c:pt idx="8874">
                  <c:v>2.2101299999999999</c:v>
                </c:pt>
                <c:pt idx="8875">
                  <c:v>2.2104300000000001</c:v>
                </c:pt>
                <c:pt idx="8876">
                  <c:v>2.2107399999999999</c:v>
                </c:pt>
                <c:pt idx="8877">
                  <c:v>2.2110400000000001</c:v>
                </c:pt>
                <c:pt idx="8878">
                  <c:v>2.2113499999999999</c:v>
                </c:pt>
                <c:pt idx="8879">
                  <c:v>2.2116500000000001</c:v>
                </c:pt>
                <c:pt idx="8880">
                  <c:v>2.2119599999999999</c:v>
                </c:pt>
                <c:pt idx="8881">
                  <c:v>2.2122700000000002</c:v>
                </c:pt>
                <c:pt idx="8882">
                  <c:v>2.2125699999999999</c:v>
                </c:pt>
                <c:pt idx="8883">
                  <c:v>2.2128800000000002</c:v>
                </c:pt>
                <c:pt idx="8884">
                  <c:v>2.2131799999999999</c:v>
                </c:pt>
                <c:pt idx="8885">
                  <c:v>2.2134900000000002</c:v>
                </c:pt>
                <c:pt idx="8886">
                  <c:v>2.2137899999999999</c:v>
                </c:pt>
                <c:pt idx="8887">
                  <c:v>2.2141000000000002</c:v>
                </c:pt>
                <c:pt idx="8888">
                  <c:v>2.2143999999999999</c:v>
                </c:pt>
                <c:pt idx="8889">
                  <c:v>2.2147100000000002</c:v>
                </c:pt>
                <c:pt idx="8890">
                  <c:v>2.2150099999999999</c:v>
                </c:pt>
                <c:pt idx="8891">
                  <c:v>2.2153200000000002</c:v>
                </c:pt>
                <c:pt idx="8892">
                  <c:v>2.21563</c:v>
                </c:pt>
                <c:pt idx="8893">
                  <c:v>2.2159300000000002</c:v>
                </c:pt>
                <c:pt idx="8894">
                  <c:v>2.21624</c:v>
                </c:pt>
                <c:pt idx="8895">
                  <c:v>2.2165400000000002</c:v>
                </c:pt>
                <c:pt idx="8896">
                  <c:v>2.21685</c:v>
                </c:pt>
                <c:pt idx="8897">
                  <c:v>2.2171500000000002</c:v>
                </c:pt>
                <c:pt idx="8898">
                  <c:v>2.21746</c:v>
                </c:pt>
                <c:pt idx="8899">
                  <c:v>2.2177600000000002</c:v>
                </c:pt>
                <c:pt idx="8900">
                  <c:v>2.21807</c:v>
                </c:pt>
                <c:pt idx="8901">
                  <c:v>2.2183700000000002</c:v>
                </c:pt>
                <c:pt idx="8902">
                  <c:v>2.21868</c:v>
                </c:pt>
                <c:pt idx="8903">
                  <c:v>2.2189800000000002</c:v>
                </c:pt>
                <c:pt idx="8904">
                  <c:v>2.21929</c:v>
                </c:pt>
                <c:pt idx="8905">
                  <c:v>2.2195999999999998</c:v>
                </c:pt>
                <c:pt idx="8906">
                  <c:v>2.2199</c:v>
                </c:pt>
                <c:pt idx="8907">
                  <c:v>2.2202099999999998</c:v>
                </c:pt>
                <c:pt idx="8908">
                  <c:v>2.22051</c:v>
                </c:pt>
                <c:pt idx="8909">
                  <c:v>2.2208199999999998</c:v>
                </c:pt>
                <c:pt idx="8910">
                  <c:v>2.22112</c:v>
                </c:pt>
                <c:pt idx="8911">
                  <c:v>2.2214299999999998</c:v>
                </c:pt>
                <c:pt idx="8912">
                  <c:v>2.22173</c:v>
                </c:pt>
                <c:pt idx="8913">
                  <c:v>2.2220399999999998</c:v>
                </c:pt>
                <c:pt idx="8914">
                  <c:v>2.22234</c:v>
                </c:pt>
                <c:pt idx="8915">
                  <c:v>2.2226499999999998</c:v>
                </c:pt>
                <c:pt idx="8916">
                  <c:v>2.22295</c:v>
                </c:pt>
                <c:pt idx="8917">
                  <c:v>2.2232599999999998</c:v>
                </c:pt>
                <c:pt idx="8918">
                  <c:v>2.22357</c:v>
                </c:pt>
                <c:pt idx="8919">
                  <c:v>2.2238699999999998</c:v>
                </c:pt>
                <c:pt idx="8920">
                  <c:v>2.22418</c:v>
                </c:pt>
                <c:pt idx="8921">
                  <c:v>2.2244799999999998</c:v>
                </c:pt>
                <c:pt idx="8922">
                  <c:v>2.22479</c:v>
                </c:pt>
                <c:pt idx="8923">
                  <c:v>2.2250899999999998</c:v>
                </c:pt>
                <c:pt idx="8924">
                  <c:v>2.2254</c:v>
                </c:pt>
                <c:pt idx="8925">
                  <c:v>2.2256999999999998</c:v>
                </c:pt>
                <c:pt idx="8926">
                  <c:v>2.22601</c:v>
                </c:pt>
                <c:pt idx="8927">
                  <c:v>2.2263099999999998</c:v>
                </c:pt>
                <c:pt idx="8928">
                  <c:v>2.22662</c:v>
                </c:pt>
                <c:pt idx="8929">
                  <c:v>2.2269199999999998</c:v>
                </c:pt>
                <c:pt idx="8930">
                  <c:v>2.22723</c:v>
                </c:pt>
                <c:pt idx="8931">
                  <c:v>2.2275399999999999</c:v>
                </c:pt>
                <c:pt idx="8932">
                  <c:v>2.22784</c:v>
                </c:pt>
                <c:pt idx="8933">
                  <c:v>2.2281499999999999</c:v>
                </c:pt>
                <c:pt idx="8934">
                  <c:v>2.22845</c:v>
                </c:pt>
                <c:pt idx="8935">
                  <c:v>2.2287599999999999</c:v>
                </c:pt>
                <c:pt idx="8936">
                  <c:v>2.22906</c:v>
                </c:pt>
                <c:pt idx="8937">
                  <c:v>2.2293699999999999</c:v>
                </c:pt>
                <c:pt idx="8938">
                  <c:v>2.22967</c:v>
                </c:pt>
                <c:pt idx="8939">
                  <c:v>2.2299799999999999</c:v>
                </c:pt>
                <c:pt idx="8940">
                  <c:v>2.23028</c:v>
                </c:pt>
                <c:pt idx="8941">
                  <c:v>2.2305899999999999</c:v>
                </c:pt>
                <c:pt idx="8942">
                  <c:v>2.2309000000000001</c:v>
                </c:pt>
                <c:pt idx="8943">
                  <c:v>2.2311999999999999</c:v>
                </c:pt>
                <c:pt idx="8944">
                  <c:v>2.2315100000000001</c:v>
                </c:pt>
                <c:pt idx="8945">
                  <c:v>2.2318099999999998</c:v>
                </c:pt>
                <c:pt idx="8946">
                  <c:v>2.2321200000000001</c:v>
                </c:pt>
                <c:pt idx="8947">
                  <c:v>2.2324199999999998</c:v>
                </c:pt>
                <c:pt idx="8948">
                  <c:v>2.2327300000000001</c:v>
                </c:pt>
                <c:pt idx="8949">
                  <c:v>2.2330299999999998</c:v>
                </c:pt>
                <c:pt idx="8950">
                  <c:v>2.2333400000000001</c:v>
                </c:pt>
                <c:pt idx="8951">
                  <c:v>2.2336399999999998</c:v>
                </c:pt>
                <c:pt idx="8952">
                  <c:v>2.2339500000000001</c:v>
                </c:pt>
                <c:pt idx="8953">
                  <c:v>2.2342499999999998</c:v>
                </c:pt>
                <c:pt idx="8954">
                  <c:v>2.2345600000000001</c:v>
                </c:pt>
                <c:pt idx="8955">
                  <c:v>2.2348699999999999</c:v>
                </c:pt>
                <c:pt idx="8956">
                  <c:v>2.2351700000000001</c:v>
                </c:pt>
                <c:pt idx="8957">
                  <c:v>2.2354799999999999</c:v>
                </c:pt>
                <c:pt idx="8958">
                  <c:v>2.2357800000000001</c:v>
                </c:pt>
                <c:pt idx="8959">
                  <c:v>2.2360899999999999</c:v>
                </c:pt>
                <c:pt idx="8960">
                  <c:v>2.2363900000000001</c:v>
                </c:pt>
                <c:pt idx="8961">
                  <c:v>2.2366999999999999</c:v>
                </c:pt>
                <c:pt idx="8962">
                  <c:v>2.2370000000000001</c:v>
                </c:pt>
                <c:pt idx="8963">
                  <c:v>2.2373099999999999</c:v>
                </c:pt>
                <c:pt idx="8964">
                  <c:v>2.2376100000000001</c:v>
                </c:pt>
                <c:pt idx="8965">
                  <c:v>2.2379199999999999</c:v>
                </c:pt>
                <c:pt idx="8966">
                  <c:v>2.2382200000000001</c:v>
                </c:pt>
                <c:pt idx="8967">
                  <c:v>2.2385299999999999</c:v>
                </c:pt>
                <c:pt idx="8968">
                  <c:v>2.2388400000000002</c:v>
                </c:pt>
                <c:pt idx="8969">
                  <c:v>2.2391399999999999</c:v>
                </c:pt>
                <c:pt idx="8970">
                  <c:v>2.2394500000000002</c:v>
                </c:pt>
                <c:pt idx="8971">
                  <c:v>2.2397499999999999</c:v>
                </c:pt>
                <c:pt idx="8972">
                  <c:v>2.2400600000000002</c:v>
                </c:pt>
                <c:pt idx="8973">
                  <c:v>2.2403599999999999</c:v>
                </c:pt>
                <c:pt idx="8974">
                  <c:v>2.2406700000000002</c:v>
                </c:pt>
                <c:pt idx="8975">
                  <c:v>2.2409699999999999</c:v>
                </c:pt>
                <c:pt idx="8976">
                  <c:v>2.2412800000000002</c:v>
                </c:pt>
                <c:pt idx="8977">
                  <c:v>2.2415799999999999</c:v>
                </c:pt>
                <c:pt idx="8978">
                  <c:v>2.2418900000000002</c:v>
                </c:pt>
                <c:pt idx="8979">
                  <c:v>2.2421899999999999</c:v>
                </c:pt>
                <c:pt idx="8980">
                  <c:v>2.2425000000000002</c:v>
                </c:pt>
                <c:pt idx="8981">
                  <c:v>2.24281</c:v>
                </c:pt>
                <c:pt idx="8982">
                  <c:v>2.2431100000000002</c:v>
                </c:pt>
                <c:pt idx="8983">
                  <c:v>2.24342</c:v>
                </c:pt>
                <c:pt idx="8984">
                  <c:v>2.2437200000000002</c:v>
                </c:pt>
                <c:pt idx="8985">
                  <c:v>2.24403</c:v>
                </c:pt>
                <c:pt idx="8986">
                  <c:v>2.2443300000000002</c:v>
                </c:pt>
                <c:pt idx="8987">
                  <c:v>2.24464</c:v>
                </c:pt>
                <c:pt idx="8988">
                  <c:v>2.2449400000000002</c:v>
                </c:pt>
                <c:pt idx="8989">
                  <c:v>2.24525</c:v>
                </c:pt>
                <c:pt idx="8990">
                  <c:v>2.2455500000000002</c:v>
                </c:pt>
                <c:pt idx="8991">
                  <c:v>2.24586</c:v>
                </c:pt>
                <c:pt idx="8992">
                  <c:v>2.2461600000000002</c:v>
                </c:pt>
                <c:pt idx="8993">
                  <c:v>2.24647</c:v>
                </c:pt>
                <c:pt idx="8994">
                  <c:v>2.2467800000000002</c:v>
                </c:pt>
                <c:pt idx="8995">
                  <c:v>2.24708</c:v>
                </c:pt>
                <c:pt idx="8996">
                  <c:v>2.2473900000000002</c:v>
                </c:pt>
                <c:pt idx="8997">
                  <c:v>2.24769</c:v>
                </c:pt>
                <c:pt idx="8998">
                  <c:v>2.2480000000000002</c:v>
                </c:pt>
                <c:pt idx="8999">
                  <c:v>2.2483</c:v>
                </c:pt>
                <c:pt idx="9000">
                  <c:v>2.2486100000000002</c:v>
                </c:pt>
                <c:pt idx="9001">
                  <c:v>2.24891</c:v>
                </c:pt>
                <c:pt idx="9002">
                  <c:v>2.2492200000000002</c:v>
                </c:pt>
                <c:pt idx="9003">
                  <c:v>2.24952</c:v>
                </c:pt>
                <c:pt idx="9004">
                  <c:v>2.2498300000000002</c:v>
                </c:pt>
                <c:pt idx="9005">
                  <c:v>2.25014</c:v>
                </c:pt>
                <c:pt idx="9006">
                  <c:v>2.2504400000000002</c:v>
                </c:pt>
                <c:pt idx="9007">
                  <c:v>2.25075</c:v>
                </c:pt>
                <c:pt idx="9008">
                  <c:v>2.2510500000000002</c:v>
                </c:pt>
                <c:pt idx="9009">
                  <c:v>2.25136</c:v>
                </c:pt>
                <c:pt idx="9010">
                  <c:v>2.2516600000000002</c:v>
                </c:pt>
                <c:pt idx="9011">
                  <c:v>2.25197</c:v>
                </c:pt>
                <c:pt idx="9012">
                  <c:v>2.2522700000000002</c:v>
                </c:pt>
                <c:pt idx="9013">
                  <c:v>2.25258</c:v>
                </c:pt>
                <c:pt idx="9014">
                  <c:v>2.2528800000000002</c:v>
                </c:pt>
                <c:pt idx="9015">
                  <c:v>2.25319</c:v>
                </c:pt>
                <c:pt idx="9016">
                  <c:v>2.2534900000000002</c:v>
                </c:pt>
                <c:pt idx="9017">
                  <c:v>2.2538</c:v>
                </c:pt>
                <c:pt idx="9018">
                  <c:v>2.2541099999999998</c:v>
                </c:pt>
                <c:pt idx="9019">
                  <c:v>2.25441</c:v>
                </c:pt>
                <c:pt idx="9020">
                  <c:v>2.2547199999999998</c:v>
                </c:pt>
                <c:pt idx="9021">
                  <c:v>2.25502</c:v>
                </c:pt>
                <c:pt idx="9022">
                  <c:v>2.2553299999999998</c:v>
                </c:pt>
                <c:pt idx="9023">
                  <c:v>2.25563</c:v>
                </c:pt>
                <c:pt idx="9024">
                  <c:v>2.2559399999999998</c:v>
                </c:pt>
                <c:pt idx="9025">
                  <c:v>2.25624</c:v>
                </c:pt>
                <c:pt idx="9026">
                  <c:v>2.2565499999999998</c:v>
                </c:pt>
                <c:pt idx="9027">
                  <c:v>2.25685</c:v>
                </c:pt>
                <c:pt idx="9028">
                  <c:v>2.2571599999999998</c:v>
                </c:pt>
                <c:pt idx="9029">
                  <c:v>2.25746</c:v>
                </c:pt>
                <c:pt idx="9030">
                  <c:v>2.2577699999999998</c:v>
                </c:pt>
                <c:pt idx="9031">
                  <c:v>2.2580800000000001</c:v>
                </c:pt>
                <c:pt idx="9032">
                  <c:v>2.2583799999999998</c:v>
                </c:pt>
                <c:pt idx="9033">
                  <c:v>2.2586900000000001</c:v>
                </c:pt>
                <c:pt idx="9034">
                  <c:v>2.2589899999999998</c:v>
                </c:pt>
                <c:pt idx="9035">
                  <c:v>2.2593000000000001</c:v>
                </c:pt>
                <c:pt idx="9036">
                  <c:v>2.2595999999999998</c:v>
                </c:pt>
                <c:pt idx="9037">
                  <c:v>2.2599100000000001</c:v>
                </c:pt>
                <c:pt idx="9038">
                  <c:v>2.2602099999999998</c:v>
                </c:pt>
                <c:pt idx="9039">
                  <c:v>2.2605200000000001</c:v>
                </c:pt>
                <c:pt idx="9040">
                  <c:v>2.2608199999999998</c:v>
                </c:pt>
                <c:pt idx="9041">
                  <c:v>2.2611300000000001</c:v>
                </c:pt>
                <c:pt idx="9042">
                  <c:v>2.2614299999999998</c:v>
                </c:pt>
                <c:pt idx="9043">
                  <c:v>2.2617400000000001</c:v>
                </c:pt>
                <c:pt idx="9044">
                  <c:v>2.2620499999999999</c:v>
                </c:pt>
                <c:pt idx="9045">
                  <c:v>2.2623500000000001</c:v>
                </c:pt>
                <c:pt idx="9046">
                  <c:v>2.2626599999999999</c:v>
                </c:pt>
                <c:pt idx="9047">
                  <c:v>2.2629600000000001</c:v>
                </c:pt>
                <c:pt idx="9048">
                  <c:v>2.2632699999999999</c:v>
                </c:pt>
                <c:pt idx="9049">
                  <c:v>2.2635700000000001</c:v>
                </c:pt>
                <c:pt idx="9050">
                  <c:v>2.2638799999999999</c:v>
                </c:pt>
                <c:pt idx="9051">
                  <c:v>2.2641800000000001</c:v>
                </c:pt>
                <c:pt idx="9052">
                  <c:v>2.2644899999999999</c:v>
                </c:pt>
                <c:pt idx="9053">
                  <c:v>2.2647900000000001</c:v>
                </c:pt>
                <c:pt idx="9054">
                  <c:v>2.2650999999999999</c:v>
                </c:pt>
                <c:pt idx="9055">
                  <c:v>2.2654000000000001</c:v>
                </c:pt>
                <c:pt idx="9056">
                  <c:v>2.2657099999999999</c:v>
                </c:pt>
                <c:pt idx="9057">
                  <c:v>2.2660200000000001</c:v>
                </c:pt>
                <c:pt idx="9058">
                  <c:v>2.2663199999999999</c:v>
                </c:pt>
                <c:pt idx="9059">
                  <c:v>2.2666300000000001</c:v>
                </c:pt>
                <c:pt idx="9060">
                  <c:v>2.2669299999999999</c:v>
                </c:pt>
                <c:pt idx="9061">
                  <c:v>2.2672400000000001</c:v>
                </c:pt>
                <c:pt idx="9062">
                  <c:v>2.2675399999999999</c:v>
                </c:pt>
                <c:pt idx="9063">
                  <c:v>2.2678500000000001</c:v>
                </c:pt>
                <c:pt idx="9064">
                  <c:v>2.2681499999999999</c:v>
                </c:pt>
                <c:pt idx="9065">
                  <c:v>2.2684600000000001</c:v>
                </c:pt>
                <c:pt idx="9066">
                  <c:v>2.2687599999999999</c:v>
                </c:pt>
                <c:pt idx="9067">
                  <c:v>2.2690700000000001</c:v>
                </c:pt>
                <c:pt idx="9068">
                  <c:v>2.26938</c:v>
                </c:pt>
                <c:pt idx="9069">
                  <c:v>2.2696800000000001</c:v>
                </c:pt>
                <c:pt idx="9070">
                  <c:v>2.26999</c:v>
                </c:pt>
                <c:pt idx="9071">
                  <c:v>2.2702900000000001</c:v>
                </c:pt>
                <c:pt idx="9072">
                  <c:v>2.2706</c:v>
                </c:pt>
                <c:pt idx="9073">
                  <c:v>2.2709000000000001</c:v>
                </c:pt>
                <c:pt idx="9074">
                  <c:v>2.27121</c:v>
                </c:pt>
                <c:pt idx="9075">
                  <c:v>2.2715100000000001</c:v>
                </c:pt>
                <c:pt idx="9076">
                  <c:v>2.27182</c:v>
                </c:pt>
                <c:pt idx="9077">
                  <c:v>2.2721200000000001</c:v>
                </c:pt>
                <c:pt idx="9078">
                  <c:v>2.2724299999999999</c:v>
                </c:pt>
                <c:pt idx="9079">
                  <c:v>2.2727300000000001</c:v>
                </c:pt>
                <c:pt idx="9080">
                  <c:v>2.2730399999999999</c:v>
                </c:pt>
                <c:pt idx="9081">
                  <c:v>2.2733500000000002</c:v>
                </c:pt>
                <c:pt idx="9082">
                  <c:v>2.2736499999999999</c:v>
                </c:pt>
                <c:pt idx="9083">
                  <c:v>2.2739600000000002</c:v>
                </c:pt>
                <c:pt idx="9084">
                  <c:v>2.2742599999999999</c:v>
                </c:pt>
                <c:pt idx="9085">
                  <c:v>2.2745700000000002</c:v>
                </c:pt>
                <c:pt idx="9086">
                  <c:v>2.2748699999999999</c:v>
                </c:pt>
                <c:pt idx="9087">
                  <c:v>2.2751800000000002</c:v>
                </c:pt>
                <c:pt idx="9088">
                  <c:v>2.2754799999999999</c:v>
                </c:pt>
                <c:pt idx="9089">
                  <c:v>2.2757900000000002</c:v>
                </c:pt>
                <c:pt idx="9090">
                  <c:v>2.2760899999999999</c:v>
                </c:pt>
                <c:pt idx="9091">
                  <c:v>2.2764000000000002</c:v>
                </c:pt>
                <c:pt idx="9092">
                  <c:v>2.2766999999999999</c:v>
                </c:pt>
                <c:pt idx="9093">
                  <c:v>2.2770100000000002</c:v>
                </c:pt>
                <c:pt idx="9094">
                  <c:v>2.27732</c:v>
                </c:pt>
                <c:pt idx="9095">
                  <c:v>2.2776200000000002</c:v>
                </c:pt>
                <c:pt idx="9096">
                  <c:v>2.27793</c:v>
                </c:pt>
                <c:pt idx="9097">
                  <c:v>2.2782300000000002</c:v>
                </c:pt>
                <c:pt idx="9098">
                  <c:v>2.27854</c:v>
                </c:pt>
                <c:pt idx="9099">
                  <c:v>2.2788400000000002</c:v>
                </c:pt>
                <c:pt idx="9100">
                  <c:v>2.27915</c:v>
                </c:pt>
                <c:pt idx="9101">
                  <c:v>2.2794500000000002</c:v>
                </c:pt>
                <c:pt idx="9102">
                  <c:v>2.27976</c:v>
                </c:pt>
                <c:pt idx="9103">
                  <c:v>2.2800600000000002</c:v>
                </c:pt>
                <c:pt idx="9104">
                  <c:v>2.28037</c:v>
                </c:pt>
                <c:pt idx="9105">
                  <c:v>2.2806700000000002</c:v>
                </c:pt>
                <c:pt idx="9106">
                  <c:v>2.28098</c:v>
                </c:pt>
                <c:pt idx="9107">
                  <c:v>2.2812899999999998</c:v>
                </c:pt>
                <c:pt idx="9108">
                  <c:v>2.28159</c:v>
                </c:pt>
                <c:pt idx="9109">
                  <c:v>2.2818999999999998</c:v>
                </c:pt>
                <c:pt idx="9110">
                  <c:v>2.2822</c:v>
                </c:pt>
                <c:pt idx="9111">
                  <c:v>2.2825099999999998</c:v>
                </c:pt>
                <c:pt idx="9112">
                  <c:v>2.28281</c:v>
                </c:pt>
                <c:pt idx="9113">
                  <c:v>2.2831199999999998</c:v>
                </c:pt>
                <c:pt idx="9114">
                  <c:v>2.28342</c:v>
                </c:pt>
                <c:pt idx="9115">
                  <c:v>2.2837299999999998</c:v>
                </c:pt>
                <c:pt idx="9116">
                  <c:v>2.28403</c:v>
                </c:pt>
                <c:pt idx="9117">
                  <c:v>2.2843399999999998</c:v>
                </c:pt>
                <c:pt idx="9118">
                  <c:v>2.2846500000000001</c:v>
                </c:pt>
                <c:pt idx="9119">
                  <c:v>2.2849499999999998</c:v>
                </c:pt>
                <c:pt idx="9120">
                  <c:v>2.2852600000000001</c:v>
                </c:pt>
                <c:pt idx="9121">
                  <c:v>2.2855599999999998</c:v>
                </c:pt>
                <c:pt idx="9122">
                  <c:v>2.2858700000000001</c:v>
                </c:pt>
                <c:pt idx="9123">
                  <c:v>2.2861699999999998</c:v>
                </c:pt>
                <c:pt idx="9124">
                  <c:v>2.2864800000000001</c:v>
                </c:pt>
                <c:pt idx="9125">
                  <c:v>2.2867799999999998</c:v>
                </c:pt>
                <c:pt idx="9126">
                  <c:v>2.2870900000000001</c:v>
                </c:pt>
                <c:pt idx="9127">
                  <c:v>2.2873899999999998</c:v>
                </c:pt>
                <c:pt idx="9128">
                  <c:v>2.2877000000000001</c:v>
                </c:pt>
                <c:pt idx="9129">
                  <c:v>2.2879999999999998</c:v>
                </c:pt>
                <c:pt idx="9130">
                  <c:v>2.2883100000000001</c:v>
                </c:pt>
                <c:pt idx="9131">
                  <c:v>2.2886199999999999</c:v>
                </c:pt>
                <c:pt idx="9132">
                  <c:v>2.2889200000000001</c:v>
                </c:pt>
                <c:pt idx="9133">
                  <c:v>2.2892299999999999</c:v>
                </c:pt>
                <c:pt idx="9134">
                  <c:v>2.2895300000000001</c:v>
                </c:pt>
                <c:pt idx="9135">
                  <c:v>2.2898399999999999</c:v>
                </c:pt>
                <c:pt idx="9136">
                  <c:v>2.2901400000000001</c:v>
                </c:pt>
                <c:pt idx="9137">
                  <c:v>2.2904499999999999</c:v>
                </c:pt>
                <c:pt idx="9138">
                  <c:v>2.2907500000000001</c:v>
                </c:pt>
                <c:pt idx="9139">
                  <c:v>2.2910599999999999</c:v>
                </c:pt>
                <c:pt idx="9140">
                  <c:v>2.2913600000000001</c:v>
                </c:pt>
                <c:pt idx="9141">
                  <c:v>2.2916699999999999</c:v>
                </c:pt>
                <c:pt idx="9142">
                  <c:v>2.2919700000000001</c:v>
                </c:pt>
                <c:pt idx="9143">
                  <c:v>2.2922799999999999</c:v>
                </c:pt>
                <c:pt idx="9144">
                  <c:v>2.2925900000000001</c:v>
                </c:pt>
                <c:pt idx="9145">
                  <c:v>2.2928899999999999</c:v>
                </c:pt>
                <c:pt idx="9146">
                  <c:v>2.2932000000000001</c:v>
                </c:pt>
                <c:pt idx="9147">
                  <c:v>2.2934999999999999</c:v>
                </c:pt>
                <c:pt idx="9148">
                  <c:v>2.2938100000000001</c:v>
                </c:pt>
                <c:pt idx="9149">
                  <c:v>2.2941099999999999</c:v>
                </c:pt>
                <c:pt idx="9150">
                  <c:v>2.2944200000000001</c:v>
                </c:pt>
                <c:pt idx="9151">
                  <c:v>2.2947199999999999</c:v>
                </c:pt>
                <c:pt idx="9152">
                  <c:v>2.2950300000000001</c:v>
                </c:pt>
                <c:pt idx="9153">
                  <c:v>2.2953299999999999</c:v>
                </c:pt>
                <c:pt idx="9154">
                  <c:v>2.2956400000000001</c:v>
                </c:pt>
                <c:pt idx="9155">
                  <c:v>2.2959399999999999</c:v>
                </c:pt>
                <c:pt idx="9156">
                  <c:v>2.2962500000000001</c:v>
                </c:pt>
                <c:pt idx="9157">
                  <c:v>2.2965599999999999</c:v>
                </c:pt>
                <c:pt idx="9158">
                  <c:v>2.2968600000000001</c:v>
                </c:pt>
                <c:pt idx="9159">
                  <c:v>2.2971699999999999</c:v>
                </c:pt>
                <c:pt idx="9160">
                  <c:v>2.2974700000000001</c:v>
                </c:pt>
                <c:pt idx="9161">
                  <c:v>2.2977799999999999</c:v>
                </c:pt>
                <c:pt idx="9162">
                  <c:v>2.2980800000000001</c:v>
                </c:pt>
                <c:pt idx="9163">
                  <c:v>2.2983899999999999</c:v>
                </c:pt>
                <c:pt idx="9164">
                  <c:v>2.2986900000000001</c:v>
                </c:pt>
                <c:pt idx="9165">
                  <c:v>2.2989999999999999</c:v>
                </c:pt>
                <c:pt idx="9166">
                  <c:v>2.2993000000000001</c:v>
                </c:pt>
                <c:pt idx="9167">
                  <c:v>2.2996099999999999</c:v>
                </c:pt>
                <c:pt idx="9168">
                  <c:v>2.2999100000000001</c:v>
                </c:pt>
                <c:pt idx="9169">
                  <c:v>2.3002199999999999</c:v>
                </c:pt>
                <c:pt idx="9170">
                  <c:v>2.3005300000000002</c:v>
                </c:pt>
                <c:pt idx="9171">
                  <c:v>2.3008299999999999</c:v>
                </c:pt>
                <c:pt idx="9172">
                  <c:v>2.3011400000000002</c:v>
                </c:pt>
                <c:pt idx="9173">
                  <c:v>2.3014399999999999</c:v>
                </c:pt>
                <c:pt idx="9174">
                  <c:v>2.3017500000000002</c:v>
                </c:pt>
                <c:pt idx="9175">
                  <c:v>2.3020499999999999</c:v>
                </c:pt>
                <c:pt idx="9176">
                  <c:v>2.3023600000000002</c:v>
                </c:pt>
                <c:pt idx="9177">
                  <c:v>2.3026599999999999</c:v>
                </c:pt>
                <c:pt idx="9178">
                  <c:v>2.3029700000000002</c:v>
                </c:pt>
                <c:pt idx="9179">
                  <c:v>2.3032699999999999</c:v>
                </c:pt>
                <c:pt idx="9180">
                  <c:v>2.3035800000000002</c:v>
                </c:pt>
                <c:pt idx="9181">
                  <c:v>2.30389</c:v>
                </c:pt>
                <c:pt idx="9182">
                  <c:v>2.3041900000000002</c:v>
                </c:pt>
                <c:pt idx="9183">
                  <c:v>2.3045</c:v>
                </c:pt>
                <c:pt idx="9184">
                  <c:v>2.3048000000000002</c:v>
                </c:pt>
                <c:pt idx="9185">
                  <c:v>2.30511</c:v>
                </c:pt>
                <c:pt idx="9186">
                  <c:v>2.3054100000000002</c:v>
                </c:pt>
                <c:pt idx="9187">
                  <c:v>2.30572</c:v>
                </c:pt>
                <c:pt idx="9188">
                  <c:v>2.3060200000000002</c:v>
                </c:pt>
                <c:pt idx="9189">
                  <c:v>2.30633</c:v>
                </c:pt>
                <c:pt idx="9190">
                  <c:v>2.3066300000000002</c:v>
                </c:pt>
                <c:pt idx="9191">
                  <c:v>2.30694</c:v>
                </c:pt>
                <c:pt idx="9192">
                  <c:v>2.3072400000000002</c:v>
                </c:pt>
                <c:pt idx="9193">
                  <c:v>2.30755</c:v>
                </c:pt>
                <c:pt idx="9194">
                  <c:v>2.3078599999999998</c:v>
                </c:pt>
                <c:pt idx="9195">
                  <c:v>2.30816</c:v>
                </c:pt>
                <c:pt idx="9196">
                  <c:v>2.3084699999999998</c:v>
                </c:pt>
                <c:pt idx="9197">
                  <c:v>2.30877</c:v>
                </c:pt>
                <c:pt idx="9198">
                  <c:v>2.3090799999999998</c:v>
                </c:pt>
                <c:pt idx="9199">
                  <c:v>2.30938</c:v>
                </c:pt>
                <c:pt idx="9200">
                  <c:v>2.3096899999999998</c:v>
                </c:pt>
                <c:pt idx="9201">
                  <c:v>2.30999</c:v>
                </c:pt>
                <c:pt idx="9202">
                  <c:v>2.3102999999999998</c:v>
                </c:pt>
                <c:pt idx="9203">
                  <c:v>2.3106</c:v>
                </c:pt>
                <c:pt idx="9204">
                  <c:v>2.3109099999999998</c:v>
                </c:pt>
                <c:pt idx="9205">
                  <c:v>2.31121</c:v>
                </c:pt>
                <c:pt idx="9206">
                  <c:v>2.3115199999999998</c:v>
                </c:pt>
                <c:pt idx="9207">
                  <c:v>2.3118300000000001</c:v>
                </c:pt>
                <c:pt idx="9208">
                  <c:v>2.3121299999999998</c:v>
                </c:pt>
                <c:pt idx="9209">
                  <c:v>2.3124400000000001</c:v>
                </c:pt>
                <c:pt idx="9210">
                  <c:v>2.3127399999999998</c:v>
                </c:pt>
                <c:pt idx="9211">
                  <c:v>2.3130500000000001</c:v>
                </c:pt>
                <c:pt idx="9212">
                  <c:v>2.3133499999999998</c:v>
                </c:pt>
                <c:pt idx="9213">
                  <c:v>2.31366</c:v>
                </c:pt>
                <c:pt idx="9214">
                  <c:v>2.3139599999999998</c:v>
                </c:pt>
                <c:pt idx="9215">
                  <c:v>2.31427</c:v>
                </c:pt>
                <c:pt idx="9216">
                  <c:v>2.3145699999999998</c:v>
                </c:pt>
                <c:pt idx="9217">
                  <c:v>2.31488</c:v>
                </c:pt>
                <c:pt idx="9218">
                  <c:v>2.3151799999999998</c:v>
                </c:pt>
                <c:pt idx="9219">
                  <c:v>2.31549</c:v>
                </c:pt>
                <c:pt idx="9220">
                  <c:v>2.3157999999999999</c:v>
                </c:pt>
                <c:pt idx="9221">
                  <c:v>2.3161</c:v>
                </c:pt>
                <c:pt idx="9222">
                  <c:v>2.3164099999999999</c:v>
                </c:pt>
                <c:pt idx="9223">
                  <c:v>2.31671</c:v>
                </c:pt>
                <c:pt idx="9224">
                  <c:v>2.3170199999999999</c:v>
                </c:pt>
                <c:pt idx="9225">
                  <c:v>2.31732</c:v>
                </c:pt>
                <c:pt idx="9226">
                  <c:v>2.3176299999999999</c:v>
                </c:pt>
                <c:pt idx="9227">
                  <c:v>2.31793</c:v>
                </c:pt>
                <c:pt idx="9228">
                  <c:v>2.3182399999999999</c:v>
                </c:pt>
                <c:pt idx="9229">
                  <c:v>2.31854</c:v>
                </c:pt>
                <c:pt idx="9230">
                  <c:v>2.3188499999999999</c:v>
                </c:pt>
                <c:pt idx="9231">
                  <c:v>2.31915</c:v>
                </c:pt>
                <c:pt idx="9232">
                  <c:v>2.3194599999999999</c:v>
                </c:pt>
                <c:pt idx="9233">
                  <c:v>2.3197700000000001</c:v>
                </c:pt>
                <c:pt idx="9234">
                  <c:v>2.3200699999999999</c:v>
                </c:pt>
                <c:pt idx="9235">
                  <c:v>2.3203800000000001</c:v>
                </c:pt>
                <c:pt idx="9236">
                  <c:v>2.3206799999999999</c:v>
                </c:pt>
                <c:pt idx="9237">
                  <c:v>2.3209900000000001</c:v>
                </c:pt>
                <c:pt idx="9238">
                  <c:v>2.3212899999999999</c:v>
                </c:pt>
                <c:pt idx="9239">
                  <c:v>2.3216000000000001</c:v>
                </c:pt>
                <c:pt idx="9240">
                  <c:v>2.3218999999999999</c:v>
                </c:pt>
                <c:pt idx="9241">
                  <c:v>2.3222100000000001</c:v>
                </c:pt>
                <c:pt idx="9242">
                  <c:v>2.3225099999999999</c:v>
                </c:pt>
                <c:pt idx="9243">
                  <c:v>2.3228200000000001</c:v>
                </c:pt>
                <c:pt idx="9244">
                  <c:v>2.3231299999999999</c:v>
                </c:pt>
                <c:pt idx="9245">
                  <c:v>2.3234300000000001</c:v>
                </c:pt>
                <c:pt idx="9246">
                  <c:v>2.3237399999999999</c:v>
                </c:pt>
                <c:pt idx="9247">
                  <c:v>2.3240400000000001</c:v>
                </c:pt>
                <c:pt idx="9248">
                  <c:v>2.3243499999999999</c:v>
                </c:pt>
                <c:pt idx="9249">
                  <c:v>2.3246500000000001</c:v>
                </c:pt>
                <c:pt idx="9250">
                  <c:v>2.3249599999999999</c:v>
                </c:pt>
                <c:pt idx="9251">
                  <c:v>2.3252600000000001</c:v>
                </c:pt>
                <c:pt idx="9252">
                  <c:v>2.3255699999999999</c:v>
                </c:pt>
                <c:pt idx="9253">
                  <c:v>2.3258700000000001</c:v>
                </c:pt>
                <c:pt idx="9254">
                  <c:v>2.3261799999999999</c:v>
                </c:pt>
                <c:pt idx="9255">
                  <c:v>2.3264800000000001</c:v>
                </c:pt>
                <c:pt idx="9256">
                  <c:v>2.3267899999999999</c:v>
                </c:pt>
                <c:pt idx="9257">
                  <c:v>2.3271000000000002</c:v>
                </c:pt>
                <c:pt idx="9258">
                  <c:v>2.3273999999999999</c:v>
                </c:pt>
                <c:pt idx="9259">
                  <c:v>2.3277100000000002</c:v>
                </c:pt>
                <c:pt idx="9260">
                  <c:v>2.3280099999999999</c:v>
                </c:pt>
                <c:pt idx="9261">
                  <c:v>2.3283200000000002</c:v>
                </c:pt>
                <c:pt idx="9262">
                  <c:v>2.3286199999999999</c:v>
                </c:pt>
                <c:pt idx="9263">
                  <c:v>2.3289300000000002</c:v>
                </c:pt>
                <c:pt idx="9264">
                  <c:v>2.3292299999999999</c:v>
                </c:pt>
                <c:pt idx="9265">
                  <c:v>2.3295400000000002</c:v>
                </c:pt>
                <c:pt idx="9266">
                  <c:v>2.3298399999999999</c:v>
                </c:pt>
                <c:pt idx="9267">
                  <c:v>2.3301500000000002</c:v>
                </c:pt>
                <c:pt idx="9268">
                  <c:v>2.3304499999999999</c:v>
                </c:pt>
                <c:pt idx="9269">
                  <c:v>2.3307600000000002</c:v>
                </c:pt>
                <c:pt idx="9270">
                  <c:v>2.33107</c:v>
                </c:pt>
                <c:pt idx="9271">
                  <c:v>2.3313700000000002</c:v>
                </c:pt>
                <c:pt idx="9272">
                  <c:v>2.33168</c:v>
                </c:pt>
                <c:pt idx="9273">
                  <c:v>2.3319800000000002</c:v>
                </c:pt>
                <c:pt idx="9274">
                  <c:v>2.33229</c:v>
                </c:pt>
                <c:pt idx="9275">
                  <c:v>2.3325900000000002</c:v>
                </c:pt>
                <c:pt idx="9276">
                  <c:v>2.3329</c:v>
                </c:pt>
                <c:pt idx="9277">
                  <c:v>2.3332000000000002</c:v>
                </c:pt>
                <c:pt idx="9278">
                  <c:v>2.33351</c:v>
                </c:pt>
                <c:pt idx="9279">
                  <c:v>2.3338100000000002</c:v>
                </c:pt>
                <c:pt idx="9280">
                  <c:v>2.33412</c:v>
                </c:pt>
                <c:pt idx="9281">
                  <c:v>2.3344200000000002</c:v>
                </c:pt>
                <c:pt idx="9282">
                  <c:v>2.33473</c:v>
                </c:pt>
                <c:pt idx="9283">
                  <c:v>2.3350399999999998</c:v>
                </c:pt>
                <c:pt idx="9284">
                  <c:v>2.33534</c:v>
                </c:pt>
                <c:pt idx="9285">
                  <c:v>2.3356499999999998</c:v>
                </c:pt>
                <c:pt idx="9286">
                  <c:v>2.33595</c:v>
                </c:pt>
                <c:pt idx="9287">
                  <c:v>2.3362599999999998</c:v>
                </c:pt>
                <c:pt idx="9288">
                  <c:v>2.33656</c:v>
                </c:pt>
                <c:pt idx="9289">
                  <c:v>2.3368699999999998</c:v>
                </c:pt>
                <c:pt idx="9290">
                  <c:v>2.33717</c:v>
                </c:pt>
                <c:pt idx="9291">
                  <c:v>2.3374799999999998</c:v>
                </c:pt>
                <c:pt idx="9292">
                  <c:v>2.33778</c:v>
                </c:pt>
                <c:pt idx="9293">
                  <c:v>2.3380899999999998</c:v>
                </c:pt>
                <c:pt idx="9294">
                  <c:v>2.33839</c:v>
                </c:pt>
                <c:pt idx="9295">
                  <c:v>2.3386999999999998</c:v>
                </c:pt>
                <c:pt idx="9296">
                  <c:v>2.33901</c:v>
                </c:pt>
                <c:pt idx="9297">
                  <c:v>2.3393099999999998</c:v>
                </c:pt>
                <c:pt idx="9298">
                  <c:v>2.33962</c:v>
                </c:pt>
                <c:pt idx="9299">
                  <c:v>2.3399200000000002</c:v>
                </c:pt>
                <c:pt idx="9300">
                  <c:v>2.34023</c:v>
                </c:pt>
                <c:pt idx="9301">
                  <c:v>2.3405300000000002</c:v>
                </c:pt>
                <c:pt idx="9302">
                  <c:v>2.34084</c:v>
                </c:pt>
                <c:pt idx="9303">
                  <c:v>2.3411400000000002</c:v>
                </c:pt>
                <c:pt idx="9304">
                  <c:v>2.34145</c:v>
                </c:pt>
                <c:pt idx="9305">
                  <c:v>2.3417500000000002</c:v>
                </c:pt>
                <c:pt idx="9306">
                  <c:v>2.34206</c:v>
                </c:pt>
                <c:pt idx="9307">
                  <c:v>2.3423699999999998</c:v>
                </c:pt>
                <c:pt idx="9308">
                  <c:v>2.34267</c:v>
                </c:pt>
                <c:pt idx="9309">
                  <c:v>2.3429799999999998</c:v>
                </c:pt>
                <c:pt idx="9310">
                  <c:v>2.34328</c:v>
                </c:pt>
                <c:pt idx="9311">
                  <c:v>2.3435899999999998</c:v>
                </c:pt>
                <c:pt idx="9312">
                  <c:v>2.34389</c:v>
                </c:pt>
                <c:pt idx="9313">
                  <c:v>2.3441999999999998</c:v>
                </c:pt>
                <c:pt idx="9314">
                  <c:v>2.3445</c:v>
                </c:pt>
                <c:pt idx="9315">
                  <c:v>2.3448099999999998</c:v>
                </c:pt>
                <c:pt idx="9316">
                  <c:v>2.34511</c:v>
                </c:pt>
                <c:pt idx="9317">
                  <c:v>2.3454199999999998</c:v>
                </c:pt>
                <c:pt idx="9318">
                  <c:v>2.34572</c:v>
                </c:pt>
                <c:pt idx="9319">
                  <c:v>2.3460299999999998</c:v>
                </c:pt>
                <c:pt idx="9320">
                  <c:v>2.3463400000000001</c:v>
                </c:pt>
                <c:pt idx="9321">
                  <c:v>2.3466399999999998</c:v>
                </c:pt>
                <c:pt idx="9322">
                  <c:v>2.3469500000000001</c:v>
                </c:pt>
                <c:pt idx="9323">
                  <c:v>2.3472499999999998</c:v>
                </c:pt>
                <c:pt idx="9324">
                  <c:v>2.3475600000000001</c:v>
                </c:pt>
                <c:pt idx="9325">
                  <c:v>2.3478599999999998</c:v>
                </c:pt>
                <c:pt idx="9326">
                  <c:v>2.3481700000000001</c:v>
                </c:pt>
                <c:pt idx="9327">
                  <c:v>2.3484699999999998</c:v>
                </c:pt>
                <c:pt idx="9328">
                  <c:v>2.3487800000000001</c:v>
                </c:pt>
                <c:pt idx="9329">
                  <c:v>2.3490799999999998</c:v>
                </c:pt>
                <c:pt idx="9330">
                  <c:v>2.3493900000000001</c:v>
                </c:pt>
                <c:pt idx="9331">
                  <c:v>2.3496899999999998</c:v>
                </c:pt>
                <c:pt idx="9332">
                  <c:v>2.35</c:v>
                </c:pt>
                <c:pt idx="9333">
                  <c:v>2.3503099999999999</c:v>
                </c:pt>
                <c:pt idx="9334">
                  <c:v>2.3506100000000001</c:v>
                </c:pt>
                <c:pt idx="9335">
                  <c:v>2.3509199999999999</c:v>
                </c:pt>
                <c:pt idx="9336">
                  <c:v>2.3512200000000001</c:v>
                </c:pt>
                <c:pt idx="9337">
                  <c:v>2.3515299999999999</c:v>
                </c:pt>
                <c:pt idx="9338">
                  <c:v>2.3518300000000001</c:v>
                </c:pt>
                <c:pt idx="9339">
                  <c:v>2.3521399999999999</c:v>
                </c:pt>
                <c:pt idx="9340">
                  <c:v>2.3524400000000001</c:v>
                </c:pt>
                <c:pt idx="9341">
                  <c:v>2.3527499999999999</c:v>
                </c:pt>
                <c:pt idx="9342">
                  <c:v>2.3530500000000001</c:v>
                </c:pt>
                <c:pt idx="9343">
                  <c:v>2.3533599999999999</c:v>
                </c:pt>
                <c:pt idx="9344">
                  <c:v>2.3536600000000001</c:v>
                </c:pt>
                <c:pt idx="9345">
                  <c:v>2.3539699999999999</c:v>
                </c:pt>
                <c:pt idx="9346">
                  <c:v>2.3542800000000002</c:v>
                </c:pt>
                <c:pt idx="9347">
                  <c:v>2.3545799999999999</c:v>
                </c:pt>
                <c:pt idx="9348">
                  <c:v>2.3548900000000001</c:v>
                </c:pt>
                <c:pt idx="9349">
                  <c:v>2.3551899999999999</c:v>
                </c:pt>
                <c:pt idx="9350">
                  <c:v>2.3555000000000001</c:v>
                </c:pt>
                <c:pt idx="9351">
                  <c:v>2.3557999999999999</c:v>
                </c:pt>
                <c:pt idx="9352">
                  <c:v>2.3561100000000001</c:v>
                </c:pt>
                <c:pt idx="9353">
                  <c:v>2.3564099999999999</c:v>
                </c:pt>
                <c:pt idx="9354">
                  <c:v>2.3567200000000001</c:v>
                </c:pt>
                <c:pt idx="9355">
                  <c:v>2.3570199999999999</c:v>
                </c:pt>
                <c:pt idx="9356">
                  <c:v>2.3573300000000001</c:v>
                </c:pt>
                <c:pt idx="9357">
                  <c:v>2.35764</c:v>
                </c:pt>
                <c:pt idx="9358">
                  <c:v>2.3579400000000001</c:v>
                </c:pt>
                <c:pt idx="9359">
                  <c:v>2.35825</c:v>
                </c:pt>
                <c:pt idx="9360">
                  <c:v>2.3585500000000001</c:v>
                </c:pt>
                <c:pt idx="9361">
                  <c:v>2.35886</c:v>
                </c:pt>
                <c:pt idx="9362">
                  <c:v>2.3591600000000001</c:v>
                </c:pt>
                <c:pt idx="9363">
                  <c:v>2.35947</c:v>
                </c:pt>
                <c:pt idx="9364">
                  <c:v>2.3597700000000001</c:v>
                </c:pt>
                <c:pt idx="9365">
                  <c:v>2.36008</c:v>
                </c:pt>
                <c:pt idx="9366">
                  <c:v>2.3603800000000001</c:v>
                </c:pt>
                <c:pt idx="9367">
                  <c:v>2.36069</c:v>
                </c:pt>
                <c:pt idx="9368">
                  <c:v>2.3609900000000001</c:v>
                </c:pt>
                <c:pt idx="9369">
                  <c:v>2.3613</c:v>
                </c:pt>
                <c:pt idx="9370">
                  <c:v>2.3616100000000002</c:v>
                </c:pt>
                <c:pt idx="9371">
                  <c:v>2.36191</c:v>
                </c:pt>
                <c:pt idx="9372">
                  <c:v>2.3622200000000002</c:v>
                </c:pt>
                <c:pt idx="9373">
                  <c:v>2.36252</c:v>
                </c:pt>
                <c:pt idx="9374">
                  <c:v>2.3628300000000002</c:v>
                </c:pt>
                <c:pt idx="9375">
                  <c:v>2.36313</c:v>
                </c:pt>
                <c:pt idx="9376">
                  <c:v>2.3634400000000002</c:v>
                </c:pt>
                <c:pt idx="9377">
                  <c:v>2.36374</c:v>
                </c:pt>
                <c:pt idx="9378">
                  <c:v>2.3640500000000002</c:v>
                </c:pt>
                <c:pt idx="9379">
                  <c:v>2.36435</c:v>
                </c:pt>
                <c:pt idx="9380">
                  <c:v>2.3646600000000002</c:v>
                </c:pt>
                <c:pt idx="9381">
                  <c:v>2.36496</c:v>
                </c:pt>
                <c:pt idx="9382">
                  <c:v>2.3652700000000002</c:v>
                </c:pt>
                <c:pt idx="9383">
                  <c:v>2.36558</c:v>
                </c:pt>
                <c:pt idx="9384">
                  <c:v>2.3658800000000002</c:v>
                </c:pt>
                <c:pt idx="9385">
                  <c:v>2.36619</c:v>
                </c:pt>
                <c:pt idx="9386">
                  <c:v>2.3664900000000002</c:v>
                </c:pt>
                <c:pt idx="9387">
                  <c:v>2.3668</c:v>
                </c:pt>
                <c:pt idx="9388">
                  <c:v>2.3671000000000002</c:v>
                </c:pt>
                <c:pt idx="9389">
                  <c:v>2.36741</c:v>
                </c:pt>
                <c:pt idx="9390">
                  <c:v>2.3677100000000002</c:v>
                </c:pt>
                <c:pt idx="9391">
                  <c:v>2.36802</c:v>
                </c:pt>
                <c:pt idx="9392">
                  <c:v>2.3683200000000002</c:v>
                </c:pt>
                <c:pt idx="9393">
                  <c:v>2.36863</c:v>
                </c:pt>
                <c:pt idx="9394">
                  <c:v>2.3689300000000002</c:v>
                </c:pt>
                <c:pt idx="9395">
                  <c:v>2.36924</c:v>
                </c:pt>
                <c:pt idx="9396">
                  <c:v>2.3695499999999998</c:v>
                </c:pt>
                <c:pt idx="9397">
                  <c:v>2.36985</c:v>
                </c:pt>
                <c:pt idx="9398">
                  <c:v>2.3701599999999998</c:v>
                </c:pt>
                <c:pt idx="9399">
                  <c:v>2.37046</c:v>
                </c:pt>
                <c:pt idx="9400">
                  <c:v>2.3707699999999998</c:v>
                </c:pt>
                <c:pt idx="9401">
                  <c:v>2.37107</c:v>
                </c:pt>
                <c:pt idx="9402">
                  <c:v>2.3713799999999998</c:v>
                </c:pt>
                <c:pt idx="9403">
                  <c:v>2.37168</c:v>
                </c:pt>
                <c:pt idx="9404">
                  <c:v>2.3719899999999998</c:v>
                </c:pt>
                <c:pt idx="9405">
                  <c:v>2.37229</c:v>
                </c:pt>
                <c:pt idx="9406">
                  <c:v>2.3725999999999998</c:v>
                </c:pt>
                <c:pt idx="9407">
                  <c:v>2.3729</c:v>
                </c:pt>
                <c:pt idx="9408">
                  <c:v>2.3732099999999998</c:v>
                </c:pt>
                <c:pt idx="9409">
                  <c:v>2.3735200000000001</c:v>
                </c:pt>
                <c:pt idx="9410">
                  <c:v>2.3738199999999998</c:v>
                </c:pt>
                <c:pt idx="9411">
                  <c:v>2.3741300000000001</c:v>
                </c:pt>
                <c:pt idx="9412">
                  <c:v>2.3744299999999998</c:v>
                </c:pt>
                <c:pt idx="9413">
                  <c:v>2.3747400000000001</c:v>
                </c:pt>
                <c:pt idx="9414">
                  <c:v>2.3750399999999998</c:v>
                </c:pt>
                <c:pt idx="9415">
                  <c:v>2.3753500000000001</c:v>
                </c:pt>
                <c:pt idx="9416">
                  <c:v>2.3756499999999998</c:v>
                </c:pt>
                <c:pt idx="9417">
                  <c:v>2.3759600000000001</c:v>
                </c:pt>
                <c:pt idx="9418">
                  <c:v>2.3762599999999998</c:v>
                </c:pt>
                <c:pt idx="9419">
                  <c:v>2.3765700000000001</c:v>
                </c:pt>
                <c:pt idx="9420">
                  <c:v>2.3768799999999999</c:v>
                </c:pt>
                <c:pt idx="9421">
                  <c:v>2.3771800000000001</c:v>
                </c:pt>
                <c:pt idx="9422">
                  <c:v>2.3774899999999999</c:v>
                </c:pt>
                <c:pt idx="9423">
                  <c:v>2.3777900000000001</c:v>
                </c:pt>
                <c:pt idx="9424">
                  <c:v>2.3780999999999999</c:v>
                </c:pt>
                <c:pt idx="9425">
                  <c:v>2.3784000000000001</c:v>
                </c:pt>
                <c:pt idx="9426">
                  <c:v>2.3787099999999999</c:v>
                </c:pt>
                <c:pt idx="9427">
                  <c:v>2.3790100000000001</c:v>
                </c:pt>
                <c:pt idx="9428">
                  <c:v>2.3793199999999999</c:v>
                </c:pt>
                <c:pt idx="9429">
                  <c:v>2.3796200000000001</c:v>
                </c:pt>
                <c:pt idx="9430">
                  <c:v>2.3799299999999999</c:v>
                </c:pt>
                <c:pt idx="9431">
                  <c:v>2.3802300000000001</c:v>
                </c:pt>
                <c:pt idx="9432">
                  <c:v>2.3805399999999999</c:v>
                </c:pt>
                <c:pt idx="9433">
                  <c:v>2.3808500000000001</c:v>
                </c:pt>
                <c:pt idx="9434">
                  <c:v>2.3811499999999999</c:v>
                </c:pt>
                <c:pt idx="9435">
                  <c:v>2.3814600000000001</c:v>
                </c:pt>
                <c:pt idx="9436">
                  <c:v>2.3817599999999999</c:v>
                </c:pt>
                <c:pt idx="9437">
                  <c:v>2.3820700000000001</c:v>
                </c:pt>
                <c:pt idx="9438">
                  <c:v>2.3823699999999999</c:v>
                </c:pt>
                <c:pt idx="9439">
                  <c:v>2.3826800000000001</c:v>
                </c:pt>
                <c:pt idx="9440">
                  <c:v>2.3829799999999999</c:v>
                </c:pt>
                <c:pt idx="9441">
                  <c:v>2.3832900000000001</c:v>
                </c:pt>
                <c:pt idx="9442">
                  <c:v>2.3835899999999999</c:v>
                </c:pt>
                <c:pt idx="9443">
                  <c:v>2.3839000000000001</c:v>
                </c:pt>
                <c:pt idx="9444">
                  <c:v>2.3841999999999999</c:v>
                </c:pt>
                <c:pt idx="9445">
                  <c:v>2.3845100000000001</c:v>
                </c:pt>
                <c:pt idx="9446">
                  <c:v>2.3848199999999999</c:v>
                </c:pt>
                <c:pt idx="9447">
                  <c:v>2.3851200000000001</c:v>
                </c:pt>
                <c:pt idx="9448">
                  <c:v>2.3854299999999999</c:v>
                </c:pt>
                <c:pt idx="9449">
                  <c:v>2.3857300000000001</c:v>
                </c:pt>
                <c:pt idx="9450">
                  <c:v>2.3860399999999999</c:v>
                </c:pt>
                <c:pt idx="9451">
                  <c:v>2.3863400000000001</c:v>
                </c:pt>
                <c:pt idx="9452">
                  <c:v>2.3866499999999999</c:v>
                </c:pt>
                <c:pt idx="9453">
                  <c:v>2.3869500000000001</c:v>
                </c:pt>
                <c:pt idx="9454">
                  <c:v>2.3872599999999999</c:v>
                </c:pt>
                <c:pt idx="9455">
                  <c:v>2.3875600000000001</c:v>
                </c:pt>
                <c:pt idx="9456">
                  <c:v>2.3878699999999999</c:v>
                </c:pt>
                <c:pt idx="9457">
                  <c:v>2.3881700000000001</c:v>
                </c:pt>
                <c:pt idx="9458">
                  <c:v>2.3884799999999999</c:v>
                </c:pt>
                <c:pt idx="9459">
                  <c:v>2.3887900000000002</c:v>
                </c:pt>
                <c:pt idx="9460">
                  <c:v>2.3890899999999999</c:v>
                </c:pt>
                <c:pt idx="9461">
                  <c:v>2.3894000000000002</c:v>
                </c:pt>
                <c:pt idx="9462">
                  <c:v>2.3896999999999999</c:v>
                </c:pt>
                <c:pt idx="9463">
                  <c:v>2.3900100000000002</c:v>
                </c:pt>
                <c:pt idx="9464">
                  <c:v>2.3903099999999999</c:v>
                </c:pt>
                <c:pt idx="9465">
                  <c:v>2.3906200000000002</c:v>
                </c:pt>
                <c:pt idx="9466">
                  <c:v>2.3909199999999999</c:v>
                </c:pt>
                <c:pt idx="9467">
                  <c:v>2.3912300000000002</c:v>
                </c:pt>
                <c:pt idx="9468">
                  <c:v>2.3915299999999999</c:v>
                </c:pt>
                <c:pt idx="9469">
                  <c:v>2.3918400000000002</c:v>
                </c:pt>
                <c:pt idx="9470">
                  <c:v>2.3921399999999999</c:v>
                </c:pt>
                <c:pt idx="9471">
                  <c:v>2.3924500000000002</c:v>
                </c:pt>
                <c:pt idx="9472">
                  <c:v>2.39276</c:v>
                </c:pt>
                <c:pt idx="9473">
                  <c:v>2.3930600000000002</c:v>
                </c:pt>
                <c:pt idx="9474">
                  <c:v>2.39337</c:v>
                </c:pt>
                <c:pt idx="9475">
                  <c:v>2.3936700000000002</c:v>
                </c:pt>
                <c:pt idx="9476">
                  <c:v>2.39398</c:v>
                </c:pt>
                <c:pt idx="9477">
                  <c:v>2.3942800000000002</c:v>
                </c:pt>
                <c:pt idx="9478">
                  <c:v>2.39459</c:v>
                </c:pt>
                <c:pt idx="9479">
                  <c:v>2.3948900000000002</c:v>
                </c:pt>
                <c:pt idx="9480">
                  <c:v>2.3952</c:v>
                </c:pt>
                <c:pt idx="9481">
                  <c:v>2.3955000000000002</c:v>
                </c:pt>
                <c:pt idx="9482">
                  <c:v>2.39581</c:v>
                </c:pt>
                <c:pt idx="9483">
                  <c:v>2.3961199999999998</c:v>
                </c:pt>
                <c:pt idx="9484">
                  <c:v>2.39642</c:v>
                </c:pt>
                <c:pt idx="9485">
                  <c:v>2.3967299999999998</c:v>
                </c:pt>
                <c:pt idx="9486">
                  <c:v>2.39703</c:v>
                </c:pt>
                <c:pt idx="9487">
                  <c:v>2.3973399999999998</c:v>
                </c:pt>
                <c:pt idx="9488">
                  <c:v>2.39764</c:v>
                </c:pt>
                <c:pt idx="9489">
                  <c:v>2.3979499999999998</c:v>
                </c:pt>
                <c:pt idx="9490">
                  <c:v>2.39825</c:v>
                </c:pt>
                <c:pt idx="9491">
                  <c:v>2.3985599999999998</c:v>
                </c:pt>
                <c:pt idx="9492">
                  <c:v>2.39886</c:v>
                </c:pt>
                <c:pt idx="9493">
                  <c:v>2.3991699999999998</c:v>
                </c:pt>
                <c:pt idx="9494">
                  <c:v>2.39947</c:v>
                </c:pt>
                <c:pt idx="9495">
                  <c:v>2.3997799999999998</c:v>
                </c:pt>
                <c:pt idx="9496">
                  <c:v>2.4000900000000001</c:v>
                </c:pt>
                <c:pt idx="9497">
                  <c:v>2.4003899999999998</c:v>
                </c:pt>
                <c:pt idx="9498">
                  <c:v>2.4007000000000001</c:v>
                </c:pt>
                <c:pt idx="9499">
                  <c:v>2.4009999999999998</c:v>
                </c:pt>
                <c:pt idx="9500">
                  <c:v>2.4013100000000001</c:v>
                </c:pt>
                <c:pt idx="9501">
                  <c:v>2.4016099999999998</c:v>
                </c:pt>
                <c:pt idx="9502">
                  <c:v>2.4019200000000001</c:v>
                </c:pt>
                <c:pt idx="9503">
                  <c:v>2.4022199999999998</c:v>
                </c:pt>
                <c:pt idx="9504">
                  <c:v>2.4025300000000001</c:v>
                </c:pt>
                <c:pt idx="9505">
                  <c:v>2.4028299999999998</c:v>
                </c:pt>
                <c:pt idx="9506">
                  <c:v>2.4031400000000001</c:v>
                </c:pt>
                <c:pt idx="9507">
                  <c:v>2.4034399999999998</c:v>
                </c:pt>
                <c:pt idx="9508">
                  <c:v>2.4037500000000001</c:v>
                </c:pt>
                <c:pt idx="9509">
                  <c:v>2.4040599999999999</c:v>
                </c:pt>
                <c:pt idx="9510">
                  <c:v>2.4043600000000001</c:v>
                </c:pt>
                <c:pt idx="9511">
                  <c:v>2.4046699999999999</c:v>
                </c:pt>
                <c:pt idx="9512">
                  <c:v>2.4049700000000001</c:v>
                </c:pt>
                <c:pt idx="9513">
                  <c:v>2.4052799999999999</c:v>
                </c:pt>
                <c:pt idx="9514">
                  <c:v>2.4055800000000001</c:v>
                </c:pt>
                <c:pt idx="9515">
                  <c:v>2.4058899999999999</c:v>
                </c:pt>
                <c:pt idx="9516">
                  <c:v>2.4061900000000001</c:v>
                </c:pt>
                <c:pt idx="9517">
                  <c:v>2.4064999999999999</c:v>
                </c:pt>
                <c:pt idx="9518">
                  <c:v>2.4068000000000001</c:v>
                </c:pt>
                <c:pt idx="9519">
                  <c:v>2.4071099999999999</c:v>
                </c:pt>
                <c:pt idx="9520">
                  <c:v>2.40741</c:v>
                </c:pt>
                <c:pt idx="9521">
                  <c:v>2.4077199999999999</c:v>
                </c:pt>
                <c:pt idx="9522">
                  <c:v>2.4080300000000001</c:v>
                </c:pt>
                <c:pt idx="9523">
                  <c:v>2.4083299999999999</c:v>
                </c:pt>
                <c:pt idx="9524">
                  <c:v>2.4086400000000001</c:v>
                </c:pt>
                <c:pt idx="9525">
                  <c:v>2.4089399999999999</c:v>
                </c:pt>
                <c:pt idx="9526">
                  <c:v>2.4092500000000001</c:v>
                </c:pt>
                <c:pt idx="9527">
                  <c:v>2.4095499999999999</c:v>
                </c:pt>
                <c:pt idx="9528">
                  <c:v>2.4098600000000001</c:v>
                </c:pt>
                <c:pt idx="9529">
                  <c:v>2.4101599999999999</c:v>
                </c:pt>
                <c:pt idx="9530">
                  <c:v>2.4104700000000001</c:v>
                </c:pt>
                <c:pt idx="9531">
                  <c:v>2.4107699999999999</c:v>
                </c:pt>
                <c:pt idx="9532">
                  <c:v>2.4110800000000001</c:v>
                </c:pt>
                <c:pt idx="9533">
                  <c:v>2.4113899999999999</c:v>
                </c:pt>
                <c:pt idx="9534">
                  <c:v>2.4116900000000001</c:v>
                </c:pt>
                <c:pt idx="9535">
                  <c:v>2.4119999999999999</c:v>
                </c:pt>
                <c:pt idx="9536">
                  <c:v>2.4123000000000001</c:v>
                </c:pt>
                <c:pt idx="9537">
                  <c:v>2.4126099999999999</c:v>
                </c:pt>
                <c:pt idx="9538">
                  <c:v>2.4129100000000001</c:v>
                </c:pt>
                <c:pt idx="9539">
                  <c:v>2.4132199999999999</c:v>
                </c:pt>
                <c:pt idx="9540">
                  <c:v>2.4135200000000001</c:v>
                </c:pt>
                <c:pt idx="9541">
                  <c:v>2.4138299999999999</c:v>
                </c:pt>
                <c:pt idx="9542">
                  <c:v>2.4141300000000001</c:v>
                </c:pt>
                <c:pt idx="9543">
                  <c:v>2.4144399999999999</c:v>
                </c:pt>
                <c:pt idx="9544">
                  <c:v>2.4147400000000001</c:v>
                </c:pt>
                <c:pt idx="9545">
                  <c:v>2.4150499999999999</c:v>
                </c:pt>
                <c:pt idx="9546">
                  <c:v>2.4153600000000002</c:v>
                </c:pt>
                <c:pt idx="9547">
                  <c:v>2.4156599999999999</c:v>
                </c:pt>
                <c:pt idx="9548">
                  <c:v>2.4159700000000002</c:v>
                </c:pt>
                <c:pt idx="9549">
                  <c:v>2.4162699999999999</c:v>
                </c:pt>
                <c:pt idx="9550">
                  <c:v>2.4165800000000002</c:v>
                </c:pt>
                <c:pt idx="9551">
                  <c:v>2.4168799999999999</c:v>
                </c:pt>
                <c:pt idx="9552">
                  <c:v>2.4171900000000002</c:v>
                </c:pt>
                <c:pt idx="9553">
                  <c:v>2.4174899999999999</c:v>
                </c:pt>
                <c:pt idx="9554">
                  <c:v>2.4178000000000002</c:v>
                </c:pt>
                <c:pt idx="9555">
                  <c:v>2.4180999999999999</c:v>
                </c:pt>
                <c:pt idx="9556">
                  <c:v>2.4184100000000002</c:v>
                </c:pt>
                <c:pt idx="9557">
                  <c:v>2.4187099999999999</c:v>
                </c:pt>
                <c:pt idx="9558">
                  <c:v>2.4190200000000002</c:v>
                </c:pt>
                <c:pt idx="9559">
                  <c:v>2.41933</c:v>
                </c:pt>
                <c:pt idx="9560">
                  <c:v>2.4196300000000002</c:v>
                </c:pt>
                <c:pt idx="9561">
                  <c:v>2.41994</c:v>
                </c:pt>
                <c:pt idx="9562">
                  <c:v>2.4202400000000002</c:v>
                </c:pt>
                <c:pt idx="9563">
                  <c:v>2.42055</c:v>
                </c:pt>
                <c:pt idx="9564">
                  <c:v>2.4208500000000002</c:v>
                </c:pt>
                <c:pt idx="9565">
                  <c:v>2.42116</c:v>
                </c:pt>
                <c:pt idx="9566">
                  <c:v>2.4214600000000002</c:v>
                </c:pt>
                <c:pt idx="9567">
                  <c:v>2.42177</c:v>
                </c:pt>
                <c:pt idx="9568">
                  <c:v>2.4220700000000002</c:v>
                </c:pt>
                <c:pt idx="9569">
                  <c:v>2.42238</c:v>
                </c:pt>
                <c:pt idx="9570">
                  <c:v>2.4226800000000002</c:v>
                </c:pt>
                <c:pt idx="9571">
                  <c:v>2.42299</c:v>
                </c:pt>
                <c:pt idx="9572">
                  <c:v>2.4232999999999998</c:v>
                </c:pt>
                <c:pt idx="9573">
                  <c:v>2.4236</c:v>
                </c:pt>
                <c:pt idx="9574">
                  <c:v>2.4239099999999998</c:v>
                </c:pt>
                <c:pt idx="9575">
                  <c:v>2.42421</c:v>
                </c:pt>
                <c:pt idx="9576">
                  <c:v>2.4245199999999998</c:v>
                </c:pt>
                <c:pt idx="9577">
                  <c:v>2.42482</c:v>
                </c:pt>
                <c:pt idx="9578">
                  <c:v>2.4251299999999998</c:v>
                </c:pt>
                <c:pt idx="9579">
                  <c:v>2.42543</c:v>
                </c:pt>
                <c:pt idx="9580">
                  <c:v>2.4257399999999998</c:v>
                </c:pt>
                <c:pt idx="9581">
                  <c:v>2.42604</c:v>
                </c:pt>
                <c:pt idx="9582">
                  <c:v>2.4263499999999998</c:v>
                </c:pt>
                <c:pt idx="9583">
                  <c:v>2.42665</c:v>
                </c:pt>
                <c:pt idx="9584">
                  <c:v>2.4269599999999998</c:v>
                </c:pt>
                <c:pt idx="9585">
                  <c:v>2.42727</c:v>
                </c:pt>
                <c:pt idx="9586">
                  <c:v>2.4275699999999998</c:v>
                </c:pt>
                <c:pt idx="9587">
                  <c:v>2.42788</c:v>
                </c:pt>
                <c:pt idx="9588">
                  <c:v>2.4281799999999998</c:v>
                </c:pt>
                <c:pt idx="9589">
                  <c:v>2.42849</c:v>
                </c:pt>
                <c:pt idx="9590">
                  <c:v>2.4287899999999998</c:v>
                </c:pt>
                <c:pt idx="9591">
                  <c:v>2.4291</c:v>
                </c:pt>
                <c:pt idx="9592">
                  <c:v>2.4293999999999998</c:v>
                </c:pt>
                <c:pt idx="9593">
                  <c:v>2.42971</c:v>
                </c:pt>
                <c:pt idx="9594">
                  <c:v>2.4300099999999998</c:v>
                </c:pt>
                <c:pt idx="9595">
                  <c:v>2.43032</c:v>
                </c:pt>
                <c:pt idx="9596">
                  <c:v>2.4306299999999998</c:v>
                </c:pt>
                <c:pt idx="9597">
                  <c:v>2.43093</c:v>
                </c:pt>
                <c:pt idx="9598">
                  <c:v>2.4312399999999998</c:v>
                </c:pt>
                <c:pt idx="9599">
                  <c:v>2.43154</c:v>
                </c:pt>
                <c:pt idx="9600">
                  <c:v>2.4318499999999998</c:v>
                </c:pt>
                <c:pt idx="9601">
                  <c:v>2.43215</c:v>
                </c:pt>
                <c:pt idx="9602">
                  <c:v>2.4324599999999998</c:v>
                </c:pt>
                <c:pt idx="9603">
                  <c:v>2.43276</c:v>
                </c:pt>
                <c:pt idx="9604">
                  <c:v>2.4330699999999998</c:v>
                </c:pt>
                <c:pt idx="9605">
                  <c:v>2.43337</c:v>
                </c:pt>
                <c:pt idx="9606">
                  <c:v>2.4336799999999998</c:v>
                </c:pt>
                <c:pt idx="9607">
                  <c:v>2.43398</c:v>
                </c:pt>
                <c:pt idx="9608">
                  <c:v>2.4342899999999998</c:v>
                </c:pt>
                <c:pt idx="9609">
                  <c:v>2.4346000000000001</c:v>
                </c:pt>
                <c:pt idx="9610">
                  <c:v>2.4348999999999998</c:v>
                </c:pt>
                <c:pt idx="9611">
                  <c:v>2.4352100000000001</c:v>
                </c:pt>
                <c:pt idx="9612">
                  <c:v>2.4355099999999998</c:v>
                </c:pt>
                <c:pt idx="9613">
                  <c:v>2.4358200000000001</c:v>
                </c:pt>
                <c:pt idx="9614">
                  <c:v>2.4361199999999998</c:v>
                </c:pt>
                <c:pt idx="9615">
                  <c:v>2.4364300000000001</c:v>
                </c:pt>
                <c:pt idx="9616">
                  <c:v>2.4367299999999998</c:v>
                </c:pt>
                <c:pt idx="9617">
                  <c:v>2.4370400000000001</c:v>
                </c:pt>
                <c:pt idx="9618">
                  <c:v>2.4373399999999998</c:v>
                </c:pt>
                <c:pt idx="9619">
                  <c:v>2.4376500000000001</c:v>
                </c:pt>
                <c:pt idx="9620">
                  <c:v>2.4379499999999998</c:v>
                </c:pt>
                <c:pt idx="9621">
                  <c:v>2.4382600000000001</c:v>
                </c:pt>
                <c:pt idx="9622">
                  <c:v>2.4385699999999999</c:v>
                </c:pt>
                <c:pt idx="9623">
                  <c:v>2.4388700000000001</c:v>
                </c:pt>
                <c:pt idx="9624">
                  <c:v>2.4391799999999999</c:v>
                </c:pt>
                <c:pt idx="9625">
                  <c:v>2.4394800000000001</c:v>
                </c:pt>
                <c:pt idx="9626">
                  <c:v>2.4397899999999999</c:v>
                </c:pt>
                <c:pt idx="9627">
                  <c:v>2.4400900000000001</c:v>
                </c:pt>
                <c:pt idx="9628">
                  <c:v>2.4403999999999999</c:v>
                </c:pt>
                <c:pt idx="9629">
                  <c:v>2.4407000000000001</c:v>
                </c:pt>
                <c:pt idx="9630">
                  <c:v>2.4410099999999999</c:v>
                </c:pt>
                <c:pt idx="9631">
                  <c:v>2.4413100000000001</c:v>
                </c:pt>
                <c:pt idx="9632">
                  <c:v>2.4416199999999999</c:v>
                </c:pt>
                <c:pt idx="9633">
                  <c:v>2.4419200000000001</c:v>
                </c:pt>
                <c:pt idx="9634">
                  <c:v>2.4422299999999999</c:v>
                </c:pt>
                <c:pt idx="9635">
                  <c:v>2.4425400000000002</c:v>
                </c:pt>
                <c:pt idx="9636">
                  <c:v>2.4428399999999999</c:v>
                </c:pt>
                <c:pt idx="9637">
                  <c:v>2.4431500000000002</c:v>
                </c:pt>
                <c:pt idx="9638">
                  <c:v>2.4434499999999999</c:v>
                </c:pt>
                <c:pt idx="9639">
                  <c:v>2.4437600000000002</c:v>
                </c:pt>
                <c:pt idx="9640">
                  <c:v>2.4440599999999999</c:v>
                </c:pt>
                <c:pt idx="9641">
                  <c:v>2.4443700000000002</c:v>
                </c:pt>
                <c:pt idx="9642">
                  <c:v>2.4446699999999999</c:v>
                </c:pt>
                <c:pt idx="9643">
                  <c:v>2.4449800000000002</c:v>
                </c:pt>
                <c:pt idx="9644">
                  <c:v>2.4452799999999999</c:v>
                </c:pt>
                <c:pt idx="9645">
                  <c:v>2.4455900000000002</c:v>
                </c:pt>
                <c:pt idx="9646">
                  <c:v>2.4458899999999999</c:v>
                </c:pt>
                <c:pt idx="9647">
                  <c:v>2.4462000000000002</c:v>
                </c:pt>
                <c:pt idx="9648">
                  <c:v>2.44651</c:v>
                </c:pt>
                <c:pt idx="9649">
                  <c:v>2.4468100000000002</c:v>
                </c:pt>
                <c:pt idx="9650">
                  <c:v>2.44712</c:v>
                </c:pt>
                <c:pt idx="9651">
                  <c:v>2.4474200000000002</c:v>
                </c:pt>
                <c:pt idx="9652">
                  <c:v>2.44773</c:v>
                </c:pt>
                <c:pt idx="9653">
                  <c:v>2.4480300000000002</c:v>
                </c:pt>
                <c:pt idx="9654">
                  <c:v>2.44834</c:v>
                </c:pt>
                <c:pt idx="9655">
                  <c:v>2.4486400000000001</c:v>
                </c:pt>
                <c:pt idx="9656">
                  <c:v>2.44895</c:v>
                </c:pt>
                <c:pt idx="9657">
                  <c:v>2.4492500000000001</c:v>
                </c:pt>
                <c:pt idx="9658">
                  <c:v>2.44956</c:v>
                </c:pt>
                <c:pt idx="9659">
                  <c:v>2.4498700000000002</c:v>
                </c:pt>
                <c:pt idx="9660">
                  <c:v>2.45017</c:v>
                </c:pt>
                <c:pt idx="9661">
                  <c:v>2.4504800000000002</c:v>
                </c:pt>
                <c:pt idx="9662">
                  <c:v>2.45078</c:v>
                </c:pt>
                <c:pt idx="9663">
                  <c:v>2.4510900000000002</c:v>
                </c:pt>
                <c:pt idx="9664">
                  <c:v>2.45139</c:v>
                </c:pt>
                <c:pt idx="9665">
                  <c:v>2.4517000000000002</c:v>
                </c:pt>
                <c:pt idx="9666">
                  <c:v>2.452</c:v>
                </c:pt>
                <c:pt idx="9667">
                  <c:v>2.4523100000000002</c:v>
                </c:pt>
                <c:pt idx="9668">
                  <c:v>2.45261</c:v>
                </c:pt>
                <c:pt idx="9669">
                  <c:v>2.4529200000000002</c:v>
                </c:pt>
                <c:pt idx="9670">
                  <c:v>2.45322</c:v>
                </c:pt>
                <c:pt idx="9671">
                  <c:v>2.4535300000000002</c:v>
                </c:pt>
                <c:pt idx="9672">
                  <c:v>2.45384</c:v>
                </c:pt>
                <c:pt idx="9673">
                  <c:v>2.4541400000000002</c:v>
                </c:pt>
                <c:pt idx="9674">
                  <c:v>2.45445</c:v>
                </c:pt>
                <c:pt idx="9675">
                  <c:v>2.4547500000000002</c:v>
                </c:pt>
                <c:pt idx="9676">
                  <c:v>2.45506</c:v>
                </c:pt>
                <c:pt idx="9677">
                  <c:v>2.4553600000000002</c:v>
                </c:pt>
                <c:pt idx="9678">
                  <c:v>2.45567</c:v>
                </c:pt>
                <c:pt idx="9679">
                  <c:v>2.4559700000000002</c:v>
                </c:pt>
                <c:pt idx="9680">
                  <c:v>2.45628</c:v>
                </c:pt>
                <c:pt idx="9681">
                  <c:v>2.4565800000000002</c:v>
                </c:pt>
                <c:pt idx="9682">
                  <c:v>2.45689</c:v>
                </c:pt>
                <c:pt idx="9683">
                  <c:v>2.4571900000000002</c:v>
                </c:pt>
                <c:pt idx="9684">
                  <c:v>2.4575</c:v>
                </c:pt>
                <c:pt idx="9685">
                  <c:v>2.4578099999999998</c:v>
                </c:pt>
                <c:pt idx="9686">
                  <c:v>2.45811</c:v>
                </c:pt>
                <c:pt idx="9687">
                  <c:v>2.4584199999999998</c:v>
                </c:pt>
                <c:pt idx="9688">
                  <c:v>2.45872</c:v>
                </c:pt>
                <c:pt idx="9689">
                  <c:v>2.4590299999999998</c:v>
                </c:pt>
                <c:pt idx="9690">
                  <c:v>2.45933</c:v>
                </c:pt>
                <c:pt idx="9691">
                  <c:v>2.4596399999999998</c:v>
                </c:pt>
                <c:pt idx="9692">
                  <c:v>2.45994</c:v>
                </c:pt>
                <c:pt idx="9693">
                  <c:v>2.4602499999999998</c:v>
                </c:pt>
                <c:pt idx="9694">
                  <c:v>2.46055</c:v>
                </c:pt>
                <c:pt idx="9695">
                  <c:v>2.4608599999999998</c:v>
                </c:pt>
                <c:pt idx="9696">
                  <c:v>2.46116</c:v>
                </c:pt>
                <c:pt idx="9697">
                  <c:v>2.4614699999999998</c:v>
                </c:pt>
                <c:pt idx="9698">
                  <c:v>2.4617800000000001</c:v>
                </c:pt>
                <c:pt idx="9699">
                  <c:v>2.4620799999999998</c:v>
                </c:pt>
                <c:pt idx="9700">
                  <c:v>2.4623900000000001</c:v>
                </c:pt>
                <c:pt idx="9701">
                  <c:v>2.4626899999999998</c:v>
                </c:pt>
                <c:pt idx="9702">
                  <c:v>2.4630000000000001</c:v>
                </c:pt>
                <c:pt idx="9703">
                  <c:v>2.4632999999999998</c:v>
                </c:pt>
                <c:pt idx="9704">
                  <c:v>2.4636100000000001</c:v>
                </c:pt>
                <c:pt idx="9705">
                  <c:v>2.4639099999999998</c:v>
                </c:pt>
                <c:pt idx="9706">
                  <c:v>2.4642200000000001</c:v>
                </c:pt>
                <c:pt idx="9707">
                  <c:v>2.4645199999999998</c:v>
                </c:pt>
                <c:pt idx="9708">
                  <c:v>2.4648300000000001</c:v>
                </c:pt>
                <c:pt idx="9709">
                  <c:v>2.4651399999999999</c:v>
                </c:pt>
                <c:pt idx="9710">
                  <c:v>2.4654400000000001</c:v>
                </c:pt>
                <c:pt idx="9711">
                  <c:v>2.4657499999999999</c:v>
                </c:pt>
                <c:pt idx="9712">
                  <c:v>2.4660500000000001</c:v>
                </c:pt>
                <c:pt idx="9713">
                  <c:v>2.4663599999999999</c:v>
                </c:pt>
                <c:pt idx="9714">
                  <c:v>2.4666600000000001</c:v>
                </c:pt>
                <c:pt idx="9715">
                  <c:v>2.4669699999999999</c:v>
                </c:pt>
                <c:pt idx="9716">
                  <c:v>2.4672700000000001</c:v>
                </c:pt>
                <c:pt idx="9717">
                  <c:v>2.4675799999999999</c:v>
                </c:pt>
                <c:pt idx="9718">
                  <c:v>2.4678800000000001</c:v>
                </c:pt>
                <c:pt idx="9719">
                  <c:v>2.4681899999999999</c:v>
                </c:pt>
                <c:pt idx="9720">
                  <c:v>2.4684900000000001</c:v>
                </c:pt>
                <c:pt idx="9721">
                  <c:v>2.4687999999999999</c:v>
                </c:pt>
                <c:pt idx="9722">
                  <c:v>2.4691100000000001</c:v>
                </c:pt>
                <c:pt idx="9723">
                  <c:v>2.4694099999999999</c:v>
                </c:pt>
                <c:pt idx="9724">
                  <c:v>2.4697200000000001</c:v>
                </c:pt>
                <c:pt idx="9725">
                  <c:v>2.4700199999999999</c:v>
                </c:pt>
                <c:pt idx="9726">
                  <c:v>2.4703300000000001</c:v>
                </c:pt>
                <c:pt idx="9727">
                  <c:v>2.4706299999999999</c:v>
                </c:pt>
                <c:pt idx="9728">
                  <c:v>2.4709400000000001</c:v>
                </c:pt>
                <c:pt idx="9729">
                  <c:v>2.4712399999999999</c:v>
                </c:pt>
                <c:pt idx="9730">
                  <c:v>2.4715500000000001</c:v>
                </c:pt>
                <c:pt idx="9731">
                  <c:v>2.4718499999999999</c:v>
                </c:pt>
                <c:pt idx="9732">
                  <c:v>2.4721600000000001</c:v>
                </c:pt>
                <c:pt idx="9733">
                  <c:v>2.4724599999999999</c:v>
                </c:pt>
                <c:pt idx="9734">
                  <c:v>2.4727700000000001</c:v>
                </c:pt>
                <c:pt idx="9735">
                  <c:v>2.4730799999999999</c:v>
                </c:pt>
                <c:pt idx="9736">
                  <c:v>2.4733800000000001</c:v>
                </c:pt>
                <c:pt idx="9737">
                  <c:v>2.4736899999999999</c:v>
                </c:pt>
                <c:pt idx="9738">
                  <c:v>2.4739900000000001</c:v>
                </c:pt>
                <c:pt idx="9739">
                  <c:v>2.4742999999999999</c:v>
                </c:pt>
                <c:pt idx="9740">
                  <c:v>2.4746000000000001</c:v>
                </c:pt>
                <c:pt idx="9741">
                  <c:v>2.4749099999999999</c:v>
                </c:pt>
                <c:pt idx="9742">
                  <c:v>2.4752100000000001</c:v>
                </c:pt>
                <c:pt idx="9743">
                  <c:v>2.4755199999999999</c:v>
                </c:pt>
                <c:pt idx="9744">
                  <c:v>2.4758200000000001</c:v>
                </c:pt>
                <c:pt idx="9745">
                  <c:v>2.4761299999999999</c:v>
                </c:pt>
                <c:pt idx="9746">
                  <c:v>2.4764300000000001</c:v>
                </c:pt>
                <c:pt idx="9747">
                  <c:v>2.4767399999999999</c:v>
                </c:pt>
                <c:pt idx="9748">
                  <c:v>2.4770500000000002</c:v>
                </c:pt>
                <c:pt idx="9749">
                  <c:v>2.4773499999999999</c:v>
                </c:pt>
                <c:pt idx="9750">
                  <c:v>2.4776600000000002</c:v>
                </c:pt>
                <c:pt idx="9751">
                  <c:v>2.4779599999999999</c:v>
                </c:pt>
                <c:pt idx="9752">
                  <c:v>2.4782700000000002</c:v>
                </c:pt>
                <c:pt idx="9753">
                  <c:v>2.4785699999999999</c:v>
                </c:pt>
                <c:pt idx="9754">
                  <c:v>2.4788800000000002</c:v>
                </c:pt>
                <c:pt idx="9755">
                  <c:v>2.4791799999999999</c:v>
                </c:pt>
                <c:pt idx="9756">
                  <c:v>2.4794900000000002</c:v>
                </c:pt>
                <c:pt idx="9757">
                  <c:v>2.4797899999999999</c:v>
                </c:pt>
                <c:pt idx="9758">
                  <c:v>2.4801000000000002</c:v>
                </c:pt>
                <c:pt idx="9759">
                  <c:v>2.4803999999999999</c:v>
                </c:pt>
                <c:pt idx="9760">
                  <c:v>2.4807100000000002</c:v>
                </c:pt>
                <c:pt idx="9761">
                  <c:v>2.48102</c:v>
                </c:pt>
                <c:pt idx="9762">
                  <c:v>2.4813200000000002</c:v>
                </c:pt>
                <c:pt idx="9763">
                  <c:v>2.48163</c:v>
                </c:pt>
                <c:pt idx="9764">
                  <c:v>2.4819300000000002</c:v>
                </c:pt>
                <c:pt idx="9765">
                  <c:v>2.48224</c:v>
                </c:pt>
                <c:pt idx="9766">
                  <c:v>2.4825400000000002</c:v>
                </c:pt>
                <c:pt idx="9767">
                  <c:v>2.48285</c:v>
                </c:pt>
                <c:pt idx="9768">
                  <c:v>2.4831500000000002</c:v>
                </c:pt>
                <c:pt idx="9769">
                  <c:v>2.48346</c:v>
                </c:pt>
                <c:pt idx="9770">
                  <c:v>2.4837600000000002</c:v>
                </c:pt>
                <c:pt idx="9771">
                  <c:v>2.48407</c:v>
                </c:pt>
                <c:pt idx="9772">
                  <c:v>2.4843799999999998</c:v>
                </c:pt>
                <c:pt idx="9773">
                  <c:v>2.48468</c:v>
                </c:pt>
                <c:pt idx="9774">
                  <c:v>2.4849899999999998</c:v>
                </c:pt>
                <c:pt idx="9775">
                  <c:v>2.48529</c:v>
                </c:pt>
                <c:pt idx="9776">
                  <c:v>2.4855999999999998</c:v>
                </c:pt>
                <c:pt idx="9777">
                  <c:v>2.4859</c:v>
                </c:pt>
                <c:pt idx="9778">
                  <c:v>2.4862099999999998</c:v>
                </c:pt>
                <c:pt idx="9779">
                  <c:v>2.48651</c:v>
                </c:pt>
                <c:pt idx="9780">
                  <c:v>2.4868199999999998</c:v>
                </c:pt>
                <c:pt idx="9781">
                  <c:v>2.48712</c:v>
                </c:pt>
                <c:pt idx="9782">
                  <c:v>2.4874299999999998</c:v>
                </c:pt>
                <c:pt idx="9783">
                  <c:v>2.48773</c:v>
                </c:pt>
                <c:pt idx="9784">
                  <c:v>2.4880399999999998</c:v>
                </c:pt>
                <c:pt idx="9785">
                  <c:v>2.4883500000000001</c:v>
                </c:pt>
                <c:pt idx="9786">
                  <c:v>2.4886499999999998</c:v>
                </c:pt>
                <c:pt idx="9787">
                  <c:v>2.4889600000000001</c:v>
                </c:pt>
                <c:pt idx="9788">
                  <c:v>2.4892599999999998</c:v>
                </c:pt>
                <c:pt idx="9789">
                  <c:v>2.4895700000000001</c:v>
                </c:pt>
                <c:pt idx="9790">
                  <c:v>2.4898699999999998</c:v>
                </c:pt>
                <c:pt idx="9791">
                  <c:v>2.4901800000000001</c:v>
                </c:pt>
                <c:pt idx="9792">
                  <c:v>2.4904799999999998</c:v>
                </c:pt>
                <c:pt idx="9793">
                  <c:v>2.4907900000000001</c:v>
                </c:pt>
                <c:pt idx="9794">
                  <c:v>2.4910899999999998</c:v>
                </c:pt>
                <c:pt idx="9795">
                  <c:v>2.4914000000000001</c:v>
                </c:pt>
                <c:pt idx="9796">
                  <c:v>2.4916999999999998</c:v>
                </c:pt>
                <c:pt idx="9797">
                  <c:v>2.4920100000000001</c:v>
                </c:pt>
                <c:pt idx="9798">
                  <c:v>2.4923199999999999</c:v>
                </c:pt>
                <c:pt idx="9799">
                  <c:v>2.4926200000000001</c:v>
                </c:pt>
                <c:pt idx="9800">
                  <c:v>2.4929299999999999</c:v>
                </c:pt>
                <c:pt idx="9801">
                  <c:v>2.4932300000000001</c:v>
                </c:pt>
                <c:pt idx="9802">
                  <c:v>2.4935399999999999</c:v>
                </c:pt>
                <c:pt idx="9803">
                  <c:v>2.4938400000000001</c:v>
                </c:pt>
                <c:pt idx="9804">
                  <c:v>2.4941499999999999</c:v>
                </c:pt>
                <c:pt idx="9805">
                  <c:v>2.4944500000000001</c:v>
                </c:pt>
                <c:pt idx="9806">
                  <c:v>2.4947599999999999</c:v>
                </c:pt>
                <c:pt idx="9807">
                  <c:v>2.4950600000000001</c:v>
                </c:pt>
                <c:pt idx="9808">
                  <c:v>2.4953699999999999</c:v>
                </c:pt>
                <c:pt idx="9809">
                  <c:v>2.4956700000000001</c:v>
                </c:pt>
                <c:pt idx="9810">
                  <c:v>2.4959799999999999</c:v>
                </c:pt>
                <c:pt idx="9811">
                  <c:v>2.4962900000000001</c:v>
                </c:pt>
                <c:pt idx="9812">
                  <c:v>2.4965899999999999</c:v>
                </c:pt>
                <c:pt idx="9813">
                  <c:v>2.4969000000000001</c:v>
                </c:pt>
                <c:pt idx="9814">
                  <c:v>2.4971999999999999</c:v>
                </c:pt>
                <c:pt idx="9815">
                  <c:v>2.4975100000000001</c:v>
                </c:pt>
                <c:pt idx="9816">
                  <c:v>2.4978099999999999</c:v>
                </c:pt>
                <c:pt idx="9817">
                  <c:v>2.4981200000000001</c:v>
                </c:pt>
                <c:pt idx="9818">
                  <c:v>2.4984199999999999</c:v>
                </c:pt>
                <c:pt idx="9819">
                  <c:v>2.4987300000000001</c:v>
                </c:pt>
                <c:pt idx="9820">
                  <c:v>2.4990299999999999</c:v>
                </c:pt>
                <c:pt idx="9821">
                  <c:v>2.4993400000000001</c:v>
                </c:pt>
                <c:pt idx="9822">
                  <c:v>2.4996399999999999</c:v>
                </c:pt>
                <c:pt idx="9823">
                  <c:v>2.4999500000000001</c:v>
                </c:pt>
                <c:pt idx="9824">
                  <c:v>2.5002599999999999</c:v>
                </c:pt>
                <c:pt idx="9825">
                  <c:v>2.5005600000000001</c:v>
                </c:pt>
                <c:pt idx="9826">
                  <c:v>2.5008699999999999</c:v>
                </c:pt>
                <c:pt idx="9827">
                  <c:v>2.5011700000000001</c:v>
                </c:pt>
                <c:pt idx="9828">
                  <c:v>2.5014799999999999</c:v>
                </c:pt>
                <c:pt idx="9829">
                  <c:v>2.5017800000000001</c:v>
                </c:pt>
                <c:pt idx="9830">
                  <c:v>2.5020899999999999</c:v>
                </c:pt>
                <c:pt idx="9831">
                  <c:v>2.5023900000000001</c:v>
                </c:pt>
                <c:pt idx="9832">
                  <c:v>2.5026999999999999</c:v>
                </c:pt>
                <c:pt idx="9833">
                  <c:v>2.5030000000000001</c:v>
                </c:pt>
                <c:pt idx="9834">
                  <c:v>2.5033099999999999</c:v>
                </c:pt>
                <c:pt idx="9835">
                  <c:v>2.5036200000000002</c:v>
                </c:pt>
                <c:pt idx="9836">
                  <c:v>2.5039199999999999</c:v>
                </c:pt>
                <c:pt idx="9837">
                  <c:v>2.5042300000000002</c:v>
                </c:pt>
                <c:pt idx="9838">
                  <c:v>2.5045299999999999</c:v>
                </c:pt>
                <c:pt idx="9839">
                  <c:v>2.5048400000000002</c:v>
                </c:pt>
                <c:pt idx="9840">
                  <c:v>2.5051399999999999</c:v>
                </c:pt>
                <c:pt idx="9841">
                  <c:v>2.5054500000000002</c:v>
                </c:pt>
                <c:pt idx="9842">
                  <c:v>2.5057499999999999</c:v>
                </c:pt>
                <c:pt idx="9843">
                  <c:v>2.5060600000000002</c:v>
                </c:pt>
                <c:pt idx="9844">
                  <c:v>2.5063599999999999</c:v>
                </c:pt>
                <c:pt idx="9845">
                  <c:v>2.5066700000000002</c:v>
                </c:pt>
                <c:pt idx="9846">
                  <c:v>2.5069699999999999</c:v>
                </c:pt>
                <c:pt idx="9847">
                  <c:v>2.5072800000000002</c:v>
                </c:pt>
                <c:pt idx="9848">
                  <c:v>2.50759</c:v>
                </c:pt>
                <c:pt idx="9849">
                  <c:v>2.5078900000000002</c:v>
                </c:pt>
                <c:pt idx="9850">
                  <c:v>2.5082</c:v>
                </c:pt>
                <c:pt idx="9851">
                  <c:v>2.5085000000000002</c:v>
                </c:pt>
                <c:pt idx="9852">
                  <c:v>2.50881</c:v>
                </c:pt>
                <c:pt idx="9853">
                  <c:v>2.5091100000000002</c:v>
                </c:pt>
                <c:pt idx="9854">
                  <c:v>2.50942</c:v>
                </c:pt>
                <c:pt idx="9855">
                  <c:v>2.5097200000000002</c:v>
                </c:pt>
                <c:pt idx="9856">
                  <c:v>2.51003</c:v>
                </c:pt>
                <c:pt idx="9857">
                  <c:v>2.5103300000000002</c:v>
                </c:pt>
                <c:pt idx="9858">
                  <c:v>2.51064</c:v>
                </c:pt>
                <c:pt idx="9859">
                  <c:v>2.5109400000000002</c:v>
                </c:pt>
                <c:pt idx="9860">
                  <c:v>2.51125</c:v>
                </c:pt>
                <c:pt idx="9861">
                  <c:v>2.5115599999999998</c:v>
                </c:pt>
                <c:pt idx="9862">
                  <c:v>2.51186</c:v>
                </c:pt>
                <c:pt idx="9863">
                  <c:v>2.5121699999999998</c:v>
                </c:pt>
                <c:pt idx="9864">
                  <c:v>2.51247</c:v>
                </c:pt>
                <c:pt idx="9865">
                  <c:v>2.5127799999999998</c:v>
                </c:pt>
                <c:pt idx="9866">
                  <c:v>2.51308</c:v>
                </c:pt>
                <c:pt idx="9867">
                  <c:v>2.5133899999999998</c:v>
                </c:pt>
                <c:pt idx="9868">
                  <c:v>2.51369</c:v>
                </c:pt>
                <c:pt idx="9869">
                  <c:v>2.5139999999999998</c:v>
                </c:pt>
                <c:pt idx="9870">
                  <c:v>2.5143</c:v>
                </c:pt>
                <c:pt idx="9871">
                  <c:v>2.5146099999999998</c:v>
                </c:pt>
                <c:pt idx="9872">
                  <c:v>2.51491</c:v>
                </c:pt>
                <c:pt idx="9873">
                  <c:v>2.5152199999999998</c:v>
                </c:pt>
                <c:pt idx="9874">
                  <c:v>2.51553</c:v>
                </c:pt>
                <c:pt idx="9875">
                  <c:v>2.5158299999999998</c:v>
                </c:pt>
                <c:pt idx="9876">
                  <c:v>2.51614</c:v>
                </c:pt>
                <c:pt idx="9877">
                  <c:v>2.5164399999999998</c:v>
                </c:pt>
                <c:pt idx="9878">
                  <c:v>2.51675</c:v>
                </c:pt>
                <c:pt idx="9879">
                  <c:v>2.5170499999999998</c:v>
                </c:pt>
                <c:pt idx="9880">
                  <c:v>2.51736</c:v>
                </c:pt>
                <c:pt idx="9881">
                  <c:v>2.5176599999999998</c:v>
                </c:pt>
                <c:pt idx="9882">
                  <c:v>2.51797</c:v>
                </c:pt>
                <c:pt idx="9883">
                  <c:v>2.5182699999999998</c:v>
                </c:pt>
                <c:pt idx="9884">
                  <c:v>2.51858</c:v>
                </c:pt>
                <c:pt idx="9885">
                  <c:v>2.5188799999999998</c:v>
                </c:pt>
                <c:pt idx="9886">
                  <c:v>2.51919</c:v>
                </c:pt>
                <c:pt idx="9887">
                  <c:v>2.5194999999999999</c:v>
                </c:pt>
                <c:pt idx="9888">
                  <c:v>2.5198</c:v>
                </c:pt>
                <c:pt idx="9889">
                  <c:v>2.5201099999999999</c:v>
                </c:pt>
                <c:pt idx="9890">
                  <c:v>2.52041</c:v>
                </c:pt>
                <c:pt idx="9891">
                  <c:v>2.5207199999999998</c:v>
                </c:pt>
                <c:pt idx="9892">
                  <c:v>2.52102</c:v>
                </c:pt>
                <c:pt idx="9893">
                  <c:v>2.5213299999999998</c:v>
                </c:pt>
                <c:pt idx="9894">
                  <c:v>2.52163</c:v>
                </c:pt>
                <c:pt idx="9895">
                  <c:v>2.5219399999999998</c:v>
                </c:pt>
                <c:pt idx="9896">
                  <c:v>2.52224</c:v>
                </c:pt>
                <c:pt idx="9897">
                  <c:v>2.5225499999999998</c:v>
                </c:pt>
                <c:pt idx="9898">
                  <c:v>2.5228600000000001</c:v>
                </c:pt>
                <c:pt idx="9899">
                  <c:v>2.5231599999999998</c:v>
                </c:pt>
                <c:pt idx="9900">
                  <c:v>2.5234700000000001</c:v>
                </c:pt>
                <c:pt idx="9901">
                  <c:v>2.5237699999999998</c:v>
                </c:pt>
                <c:pt idx="9902">
                  <c:v>2.5240800000000001</c:v>
                </c:pt>
                <c:pt idx="9903">
                  <c:v>2.5243799999999998</c:v>
                </c:pt>
                <c:pt idx="9904">
                  <c:v>2.5246900000000001</c:v>
                </c:pt>
                <c:pt idx="9905">
                  <c:v>2.5249899999999998</c:v>
                </c:pt>
                <c:pt idx="9906">
                  <c:v>2.5253000000000001</c:v>
                </c:pt>
                <c:pt idx="9907">
                  <c:v>2.5255999999999998</c:v>
                </c:pt>
                <c:pt idx="9908">
                  <c:v>2.5259100000000001</c:v>
                </c:pt>
                <c:pt idx="9909">
                  <c:v>2.5262099999999998</c:v>
                </c:pt>
                <c:pt idx="9910">
                  <c:v>2.5265200000000001</c:v>
                </c:pt>
                <c:pt idx="9911">
                  <c:v>2.5268299999999999</c:v>
                </c:pt>
                <c:pt idx="9912">
                  <c:v>2.5271300000000001</c:v>
                </c:pt>
                <c:pt idx="9913">
                  <c:v>2.5274399999999999</c:v>
                </c:pt>
                <c:pt idx="9914">
                  <c:v>2.5277400000000001</c:v>
                </c:pt>
                <c:pt idx="9915">
                  <c:v>2.5280499999999999</c:v>
                </c:pt>
                <c:pt idx="9916">
                  <c:v>2.5283500000000001</c:v>
                </c:pt>
                <c:pt idx="9917">
                  <c:v>2.5286599999999999</c:v>
                </c:pt>
                <c:pt idx="9918">
                  <c:v>2.5289600000000001</c:v>
                </c:pt>
                <c:pt idx="9919">
                  <c:v>2.5292699999999999</c:v>
                </c:pt>
                <c:pt idx="9920">
                  <c:v>2.5295700000000001</c:v>
                </c:pt>
                <c:pt idx="9921">
                  <c:v>2.5298799999999999</c:v>
                </c:pt>
                <c:pt idx="9922">
                  <c:v>2.5301800000000001</c:v>
                </c:pt>
                <c:pt idx="9923">
                  <c:v>2.5304899999999999</c:v>
                </c:pt>
                <c:pt idx="9924">
                  <c:v>2.5308000000000002</c:v>
                </c:pt>
                <c:pt idx="9925">
                  <c:v>2.5310999999999999</c:v>
                </c:pt>
                <c:pt idx="9926">
                  <c:v>2.5314100000000002</c:v>
                </c:pt>
                <c:pt idx="9927">
                  <c:v>2.5317099999999999</c:v>
                </c:pt>
                <c:pt idx="9928">
                  <c:v>2.5320200000000002</c:v>
                </c:pt>
                <c:pt idx="9929">
                  <c:v>2.5323199999999999</c:v>
                </c:pt>
                <c:pt idx="9930">
                  <c:v>2.5326300000000002</c:v>
                </c:pt>
                <c:pt idx="9931">
                  <c:v>2.5329299999999999</c:v>
                </c:pt>
                <c:pt idx="9932">
                  <c:v>2.5332400000000002</c:v>
                </c:pt>
                <c:pt idx="9933">
                  <c:v>2.5335399999999999</c:v>
                </c:pt>
                <c:pt idx="9934">
                  <c:v>2.5338500000000002</c:v>
                </c:pt>
                <c:pt idx="9935">
                  <c:v>2.5341499999999999</c:v>
                </c:pt>
                <c:pt idx="9936">
                  <c:v>2.5344600000000002</c:v>
                </c:pt>
                <c:pt idx="9937">
                  <c:v>2.53477</c:v>
                </c:pt>
                <c:pt idx="9938">
                  <c:v>2.5350700000000002</c:v>
                </c:pt>
                <c:pt idx="9939">
                  <c:v>2.53538</c:v>
                </c:pt>
                <c:pt idx="9940">
                  <c:v>2.5356800000000002</c:v>
                </c:pt>
                <c:pt idx="9941">
                  <c:v>2.53599</c:v>
                </c:pt>
                <c:pt idx="9942">
                  <c:v>2.5362900000000002</c:v>
                </c:pt>
                <c:pt idx="9943">
                  <c:v>2.5366</c:v>
                </c:pt>
                <c:pt idx="9944">
                  <c:v>2.5369000000000002</c:v>
                </c:pt>
                <c:pt idx="9945">
                  <c:v>2.53721</c:v>
                </c:pt>
                <c:pt idx="9946">
                  <c:v>2.5375100000000002</c:v>
                </c:pt>
                <c:pt idx="9947">
                  <c:v>2.53782</c:v>
                </c:pt>
                <c:pt idx="9948">
                  <c:v>2.5381300000000002</c:v>
                </c:pt>
                <c:pt idx="9949">
                  <c:v>2.53843</c:v>
                </c:pt>
                <c:pt idx="9950">
                  <c:v>2.5387400000000002</c:v>
                </c:pt>
                <c:pt idx="9951">
                  <c:v>2.53904</c:v>
                </c:pt>
                <c:pt idx="9952">
                  <c:v>2.5393500000000002</c:v>
                </c:pt>
                <c:pt idx="9953">
                  <c:v>2.53965</c:v>
                </c:pt>
                <c:pt idx="9954">
                  <c:v>2.5399600000000002</c:v>
                </c:pt>
                <c:pt idx="9955">
                  <c:v>2.54026</c:v>
                </c:pt>
                <c:pt idx="9956">
                  <c:v>2.5405700000000002</c:v>
                </c:pt>
                <c:pt idx="9957">
                  <c:v>2.54087</c:v>
                </c:pt>
                <c:pt idx="9958">
                  <c:v>2.5411800000000002</c:v>
                </c:pt>
                <c:pt idx="9959">
                  <c:v>2.54148</c:v>
                </c:pt>
                <c:pt idx="9960">
                  <c:v>2.5417900000000002</c:v>
                </c:pt>
                <c:pt idx="9961">
                  <c:v>2.5421</c:v>
                </c:pt>
                <c:pt idx="9962">
                  <c:v>2.5424000000000002</c:v>
                </c:pt>
                <c:pt idx="9963">
                  <c:v>2.54271</c:v>
                </c:pt>
                <c:pt idx="9964">
                  <c:v>2.5430100000000002</c:v>
                </c:pt>
                <c:pt idx="9965">
                  <c:v>2.54332</c:v>
                </c:pt>
                <c:pt idx="9966">
                  <c:v>2.5436200000000002</c:v>
                </c:pt>
                <c:pt idx="9967">
                  <c:v>2.54393</c:v>
                </c:pt>
                <c:pt idx="9968">
                  <c:v>2.5442300000000002</c:v>
                </c:pt>
                <c:pt idx="9969">
                  <c:v>2.54454</c:v>
                </c:pt>
                <c:pt idx="9970">
                  <c:v>2.5448400000000002</c:v>
                </c:pt>
                <c:pt idx="9971">
                  <c:v>2.54515</c:v>
                </c:pt>
                <c:pt idx="9972">
                  <c:v>2.5454500000000002</c:v>
                </c:pt>
                <c:pt idx="9973">
                  <c:v>2.54576</c:v>
                </c:pt>
                <c:pt idx="9974">
                  <c:v>2.5460699999999998</c:v>
                </c:pt>
                <c:pt idx="9975">
                  <c:v>2.54637</c:v>
                </c:pt>
                <c:pt idx="9976">
                  <c:v>2.5466799999999998</c:v>
                </c:pt>
                <c:pt idx="9977">
                  <c:v>2.54698</c:v>
                </c:pt>
                <c:pt idx="9978">
                  <c:v>2.5472899999999998</c:v>
                </c:pt>
                <c:pt idx="9979">
                  <c:v>2.54759</c:v>
                </c:pt>
                <c:pt idx="9980">
                  <c:v>2.5478999999999998</c:v>
                </c:pt>
                <c:pt idx="9981">
                  <c:v>2.5482</c:v>
                </c:pt>
                <c:pt idx="9982">
                  <c:v>2.5485099999999998</c:v>
                </c:pt>
                <c:pt idx="9983">
                  <c:v>2.54881</c:v>
                </c:pt>
                <c:pt idx="9984">
                  <c:v>2.5491199999999998</c:v>
                </c:pt>
                <c:pt idx="9985">
                  <c:v>2.54942</c:v>
                </c:pt>
                <c:pt idx="9986">
                  <c:v>2.5497299999999998</c:v>
                </c:pt>
                <c:pt idx="9987">
                  <c:v>2.5500400000000001</c:v>
                </c:pt>
                <c:pt idx="9988">
                  <c:v>2.5503399999999998</c:v>
                </c:pt>
                <c:pt idx="9989">
                  <c:v>2.5506500000000001</c:v>
                </c:pt>
                <c:pt idx="9990">
                  <c:v>2.5509499999999998</c:v>
                </c:pt>
                <c:pt idx="9991">
                  <c:v>2.5512600000000001</c:v>
                </c:pt>
                <c:pt idx="9992">
                  <c:v>2.5515599999999998</c:v>
                </c:pt>
                <c:pt idx="9993">
                  <c:v>2.5518700000000001</c:v>
                </c:pt>
                <c:pt idx="9994">
                  <c:v>2.5521699999999998</c:v>
                </c:pt>
                <c:pt idx="9995">
                  <c:v>2.5524800000000001</c:v>
                </c:pt>
                <c:pt idx="9996">
                  <c:v>2.5527799999999998</c:v>
                </c:pt>
                <c:pt idx="9997">
                  <c:v>2.5530900000000001</c:v>
                </c:pt>
                <c:pt idx="9998">
                  <c:v>2.5533899999999998</c:v>
                </c:pt>
                <c:pt idx="9999">
                  <c:v>2.5537000000000001</c:v>
                </c:pt>
                <c:pt idx="10000">
                  <c:v>2.5540099999999999</c:v>
                </c:pt>
                <c:pt idx="10001">
                  <c:v>2.5543100000000001</c:v>
                </c:pt>
                <c:pt idx="10002">
                  <c:v>2.5546199999999999</c:v>
                </c:pt>
                <c:pt idx="10003">
                  <c:v>2.5549200000000001</c:v>
                </c:pt>
                <c:pt idx="10004">
                  <c:v>2.5552299999999999</c:v>
                </c:pt>
                <c:pt idx="10005">
                  <c:v>2.5555300000000001</c:v>
                </c:pt>
                <c:pt idx="10006">
                  <c:v>2.5558399999999999</c:v>
                </c:pt>
                <c:pt idx="10007">
                  <c:v>2.5561400000000001</c:v>
                </c:pt>
                <c:pt idx="10008">
                  <c:v>2.5564499999999999</c:v>
                </c:pt>
                <c:pt idx="10009">
                  <c:v>2.5567500000000001</c:v>
                </c:pt>
                <c:pt idx="10010">
                  <c:v>2.5570599999999999</c:v>
                </c:pt>
                <c:pt idx="10011">
                  <c:v>2.5573700000000001</c:v>
                </c:pt>
                <c:pt idx="10012">
                  <c:v>2.5576699999999999</c:v>
                </c:pt>
                <c:pt idx="10013">
                  <c:v>2.5579800000000001</c:v>
                </c:pt>
                <c:pt idx="10014">
                  <c:v>2.5582799999999999</c:v>
                </c:pt>
                <c:pt idx="10015">
                  <c:v>2.5585900000000001</c:v>
                </c:pt>
                <c:pt idx="10016">
                  <c:v>2.5588899999999999</c:v>
                </c:pt>
                <c:pt idx="10017">
                  <c:v>2.5592000000000001</c:v>
                </c:pt>
                <c:pt idx="10018">
                  <c:v>2.5594999999999999</c:v>
                </c:pt>
                <c:pt idx="10019">
                  <c:v>2.5598100000000001</c:v>
                </c:pt>
                <c:pt idx="10020">
                  <c:v>2.5601099999999999</c:v>
                </c:pt>
                <c:pt idx="10021">
                  <c:v>2.5604200000000001</c:v>
                </c:pt>
                <c:pt idx="10022">
                  <c:v>2.5607199999999999</c:v>
                </c:pt>
                <c:pt idx="10023">
                  <c:v>2.5610300000000001</c:v>
                </c:pt>
                <c:pt idx="10024">
                  <c:v>2.56134</c:v>
                </c:pt>
                <c:pt idx="10025">
                  <c:v>2.5616400000000001</c:v>
                </c:pt>
                <c:pt idx="10026">
                  <c:v>2.5619499999999999</c:v>
                </c:pt>
                <c:pt idx="10027">
                  <c:v>2.5622500000000001</c:v>
                </c:pt>
                <c:pt idx="10028">
                  <c:v>2.5625599999999999</c:v>
                </c:pt>
                <c:pt idx="10029">
                  <c:v>2.5628600000000001</c:v>
                </c:pt>
                <c:pt idx="10030">
                  <c:v>2.5631699999999999</c:v>
                </c:pt>
                <c:pt idx="10031">
                  <c:v>2.5634700000000001</c:v>
                </c:pt>
                <c:pt idx="10032">
                  <c:v>2.5637799999999999</c:v>
                </c:pt>
                <c:pt idx="10033">
                  <c:v>2.5640800000000001</c:v>
                </c:pt>
                <c:pt idx="10034">
                  <c:v>2.5643899999999999</c:v>
                </c:pt>
                <c:pt idx="10035">
                  <c:v>2.5646900000000001</c:v>
                </c:pt>
                <c:pt idx="10036">
                  <c:v>2.5649999999999999</c:v>
                </c:pt>
                <c:pt idx="10037">
                  <c:v>2.5653100000000002</c:v>
                </c:pt>
                <c:pt idx="10038">
                  <c:v>2.5656099999999999</c:v>
                </c:pt>
                <c:pt idx="10039">
                  <c:v>2.5659200000000002</c:v>
                </c:pt>
                <c:pt idx="10040">
                  <c:v>2.5662199999999999</c:v>
                </c:pt>
                <c:pt idx="10041">
                  <c:v>2.5665300000000002</c:v>
                </c:pt>
                <c:pt idx="10042">
                  <c:v>2.5668299999999999</c:v>
                </c:pt>
                <c:pt idx="10043">
                  <c:v>2.5671400000000002</c:v>
                </c:pt>
                <c:pt idx="10044">
                  <c:v>2.5674399999999999</c:v>
                </c:pt>
                <c:pt idx="10045">
                  <c:v>2.5677500000000002</c:v>
                </c:pt>
                <c:pt idx="10046">
                  <c:v>2.5680499999999999</c:v>
                </c:pt>
                <c:pt idx="10047">
                  <c:v>2.5683600000000002</c:v>
                </c:pt>
                <c:pt idx="10048">
                  <c:v>2.5686599999999999</c:v>
                </c:pt>
                <c:pt idx="10049">
                  <c:v>2.5689700000000002</c:v>
                </c:pt>
                <c:pt idx="10050">
                  <c:v>2.56928</c:v>
                </c:pt>
                <c:pt idx="10051">
                  <c:v>2.5695800000000002</c:v>
                </c:pt>
                <c:pt idx="10052">
                  <c:v>2.56989</c:v>
                </c:pt>
                <c:pt idx="10053">
                  <c:v>2.5701900000000002</c:v>
                </c:pt>
                <c:pt idx="10054">
                  <c:v>2.5705</c:v>
                </c:pt>
                <c:pt idx="10055">
                  <c:v>2.5708000000000002</c:v>
                </c:pt>
                <c:pt idx="10056">
                  <c:v>2.57111</c:v>
                </c:pt>
                <c:pt idx="10057">
                  <c:v>2.5714100000000002</c:v>
                </c:pt>
                <c:pt idx="10058">
                  <c:v>2.57172</c:v>
                </c:pt>
                <c:pt idx="10059">
                  <c:v>2.5720200000000002</c:v>
                </c:pt>
                <c:pt idx="10060">
                  <c:v>2.57233</c:v>
                </c:pt>
                <c:pt idx="10061">
                  <c:v>2.5726300000000002</c:v>
                </c:pt>
                <c:pt idx="10062">
                  <c:v>2.57294</c:v>
                </c:pt>
                <c:pt idx="10063">
                  <c:v>2.5732499999999998</c:v>
                </c:pt>
                <c:pt idx="10064">
                  <c:v>2.57355</c:v>
                </c:pt>
                <c:pt idx="10065">
                  <c:v>2.5738599999999998</c:v>
                </c:pt>
                <c:pt idx="10066">
                  <c:v>2.57416</c:v>
                </c:pt>
                <c:pt idx="10067">
                  <c:v>2.5744699999999998</c:v>
                </c:pt>
                <c:pt idx="10068">
                  <c:v>2.57477</c:v>
                </c:pt>
                <c:pt idx="10069">
                  <c:v>2.5750799999999998</c:v>
                </c:pt>
                <c:pt idx="10070">
                  <c:v>2.57538</c:v>
                </c:pt>
                <c:pt idx="10071">
                  <c:v>2.5756899999999998</c:v>
                </c:pt>
                <c:pt idx="10072">
                  <c:v>2.57599</c:v>
                </c:pt>
                <c:pt idx="10073">
                  <c:v>2.5762999999999998</c:v>
                </c:pt>
                <c:pt idx="10074">
                  <c:v>2.5766100000000001</c:v>
                </c:pt>
                <c:pt idx="10075">
                  <c:v>2.5769099999999998</c:v>
                </c:pt>
                <c:pt idx="10076">
                  <c:v>2.5772200000000001</c:v>
                </c:pt>
                <c:pt idx="10077">
                  <c:v>2.5775199999999998</c:v>
                </c:pt>
                <c:pt idx="10078">
                  <c:v>2.5778300000000001</c:v>
                </c:pt>
                <c:pt idx="10079">
                  <c:v>2.5781299999999998</c:v>
                </c:pt>
                <c:pt idx="10080">
                  <c:v>2.5784400000000001</c:v>
                </c:pt>
                <c:pt idx="10081">
                  <c:v>2.5787399999999998</c:v>
                </c:pt>
                <c:pt idx="10082">
                  <c:v>2.5790500000000001</c:v>
                </c:pt>
                <c:pt idx="10083">
                  <c:v>2.5793499999999998</c:v>
                </c:pt>
                <c:pt idx="10084">
                  <c:v>2.5796600000000001</c:v>
                </c:pt>
                <c:pt idx="10085">
                  <c:v>2.5799599999999998</c:v>
                </c:pt>
                <c:pt idx="10086">
                  <c:v>2.5802700000000001</c:v>
                </c:pt>
                <c:pt idx="10087">
                  <c:v>2.5805799999999999</c:v>
                </c:pt>
                <c:pt idx="10088">
                  <c:v>2.5808800000000001</c:v>
                </c:pt>
                <c:pt idx="10089">
                  <c:v>2.5811899999999999</c:v>
                </c:pt>
                <c:pt idx="10090">
                  <c:v>2.5814900000000001</c:v>
                </c:pt>
                <c:pt idx="10091">
                  <c:v>2.5817999999999999</c:v>
                </c:pt>
                <c:pt idx="10092">
                  <c:v>2.5821000000000001</c:v>
                </c:pt>
                <c:pt idx="10093">
                  <c:v>2.5824099999999999</c:v>
                </c:pt>
                <c:pt idx="10094">
                  <c:v>2.5827100000000001</c:v>
                </c:pt>
                <c:pt idx="10095">
                  <c:v>2.5830199999999999</c:v>
                </c:pt>
                <c:pt idx="10096">
                  <c:v>2.5833200000000001</c:v>
                </c:pt>
                <c:pt idx="10097">
                  <c:v>2.5836299999999999</c:v>
                </c:pt>
                <c:pt idx="10098">
                  <c:v>2.5839300000000001</c:v>
                </c:pt>
                <c:pt idx="10099">
                  <c:v>2.5842399999999999</c:v>
                </c:pt>
                <c:pt idx="10100">
                  <c:v>2.5845500000000001</c:v>
                </c:pt>
                <c:pt idx="10101">
                  <c:v>2.5848499999999999</c:v>
                </c:pt>
                <c:pt idx="10102">
                  <c:v>2.5851600000000001</c:v>
                </c:pt>
                <c:pt idx="10103">
                  <c:v>2.5854599999999999</c:v>
                </c:pt>
                <c:pt idx="10104">
                  <c:v>2.5857700000000001</c:v>
                </c:pt>
                <c:pt idx="10105">
                  <c:v>2.5860699999999999</c:v>
                </c:pt>
                <c:pt idx="10106">
                  <c:v>2.5863800000000001</c:v>
                </c:pt>
                <c:pt idx="10107">
                  <c:v>2.5866799999999999</c:v>
                </c:pt>
                <c:pt idx="10108">
                  <c:v>2.5869900000000001</c:v>
                </c:pt>
                <c:pt idx="10109">
                  <c:v>2.5872899999999999</c:v>
                </c:pt>
                <c:pt idx="10110">
                  <c:v>2.5876000000000001</c:v>
                </c:pt>
                <c:pt idx="10111">
                  <c:v>2.5878999999999999</c:v>
                </c:pt>
                <c:pt idx="10112">
                  <c:v>2.5882100000000001</c:v>
                </c:pt>
                <c:pt idx="10113">
                  <c:v>2.5885199999999999</c:v>
                </c:pt>
                <c:pt idx="10114">
                  <c:v>2.5888200000000001</c:v>
                </c:pt>
                <c:pt idx="10115">
                  <c:v>2.5891299999999999</c:v>
                </c:pt>
                <c:pt idx="10116">
                  <c:v>2.5894300000000001</c:v>
                </c:pt>
                <c:pt idx="10117">
                  <c:v>2.5897399999999999</c:v>
                </c:pt>
                <c:pt idx="10118">
                  <c:v>2.5900400000000001</c:v>
                </c:pt>
                <c:pt idx="10119">
                  <c:v>2.5903499999999999</c:v>
                </c:pt>
                <c:pt idx="10120">
                  <c:v>2.5906500000000001</c:v>
                </c:pt>
                <c:pt idx="10121">
                  <c:v>2.5909599999999999</c:v>
                </c:pt>
                <c:pt idx="10122">
                  <c:v>2.5912600000000001</c:v>
                </c:pt>
                <c:pt idx="10123">
                  <c:v>2.5915699999999999</c:v>
                </c:pt>
                <c:pt idx="10124">
                  <c:v>2.5918800000000002</c:v>
                </c:pt>
                <c:pt idx="10125">
                  <c:v>2.5921799999999999</c:v>
                </c:pt>
                <c:pt idx="10126">
                  <c:v>2.5924900000000002</c:v>
                </c:pt>
                <c:pt idx="10127">
                  <c:v>2.5927899999999999</c:v>
                </c:pt>
                <c:pt idx="10128">
                  <c:v>2.5931000000000002</c:v>
                </c:pt>
                <c:pt idx="10129">
                  <c:v>2.5933999999999999</c:v>
                </c:pt>
                <c:pt idx="10130">
                  <c:v>2.5937100000000002</c:v>
                </c:pt>
                <c:pt idx="10131">
                  <c:v>2.5940099999999999</c:v>
                </c:pt>
                <c:pt idx="10132">
                  <c:v>2.5943200000000002</c:v>
                </c:pt>
                <c:pt idx="10133">
                  <c:v>2.5946199999999999</c:v>
                </c:pt>
                <c:pt idx="10134">
                  <c:v>2.5949300000000002</c:v>
                </c:pt>
                <c:pt idx="10135">
                  <c:v>2.5952299999999999</c:v>
                </c:pt>
                <c:pt idx="10136">
                  <c:v>2.5955400000000002</c:v>
                </c:pt>
                <c:pt idx="10137">
                  <c:v>2.59585</c:v>
                </c:pt>
                <c:pt idx="10138">
                  <c:v>2.5961500000000002</c:v>
                </c:pt>
                <c:pt idx="10139">
                  <c:v>2.59646</c:v>
                </c:pt>
                <c:pt idx="10140">
                  <c:v>2.5967600000000002</c:v>
                </c:pt>
                <c:pt idx="10141">
                  <c:v>2.59707</c:v>
                </c:pt>
                <c:pt idx="10142">
                  <c:v>2.5973700000000002</c:v>
                </c:pt>
                <c:pt idx="10143">
                  <c:v>2.59768</c:v>
                </c:pt>
                <c:pt idx="10144">
                  <c:v>2.5979800000000002</c:v>
                </c:pt>
                <c:pt idx="10145">
                  <c:v>2.59829</c:v>
                </c:pt>
                <c:pt idx="10146">
                  <c:v>2.5985900000000002</c:v>
                </c:pt>
                <c:pt idx="10147">
                  <c:v>2.5989</c:v>
                </c:pt>
                <c:pt idx="10148">
                  <c:v>2.5992000000000002</c:v>
                </c:pt>
                <c:pt idx="10149">
                  <c:v>2.59951</c:v>
                </c:pt>
                <c:pt idx="10150">
                  <c:v>2.5998199999999998</c:v>
                </c:pt>
                <c:pt idx="10151">
                  <c:v>2.60012</c:v>
                </c:pt>
                <c:pt idx="10152">
                  <c:v>2.6004299999999998</c:v>
                </c:pt>
                <c:pt idx="10153">
                  <c:v>2.60073</c:v>
                </c:pt>
                <c:pt idx="10154">
                  <c:v>2.6010399999999998</c:v>
                </c:pt>
                <c:pt idx="10155">
                  <c:v>2.60134</c:v>
                </c:pt>
                <c:pt idx="10156">
                  <c:v>2.6016499999999998</c:v>
                </c:pt>
                <c:pt idx="10157">
                  <c:v>2.60195</c:v>
                </c:pt>
                <c:pt idx="10158">
                  <c:v>2.6022599999999998</c:v>
                </c:pt>
                <c:pt idx="10159">
                  <c:v>2.60256</c:v>
                </c:pt>
                <c:pt idx="10160">
                  <c:v>2.6028699999999998</c:v>
                </c:pt>
                <c:pt idx="10161">
                  <c:v>2.60317</c:v>
                </c:pt>
                <c:pt idx="10162">
                  <c:v>2.6034799999999998</c:v>
                </c:pt>
                <c:pt idx="10163">
                  <c:v>2.60379</c:v>
                </c:pt>
                <c:pt idx="10164">
                  <c:v>2.6040899999999998</c:v>
                </c:pt>
                <c:pt idx="10165">
                  <c:v>2.6044</c:v>
                </c:pt>
                <c:pt idx="10166">
                  <c:v>2.6046999999999998</c:v>
                </c:pt>
                <c:pt idx="10167">
                  <c:v>2.60501</c:v>
                </c:pt>
                <c:pt idx="10168">
                  <c:v>2.6053099999999998</c:v>
                </c:pt>
                <c:pt idx="10169">
                  <c:v>2.60562</c:v>
                </c:pt>
                <c:pt idx="10170">
                  <c:v>2.6059199999999998</c:v>
                </c:pt>
                <c:pt idx="10171">
                  <c:v>2.60623</c:v>
                </c:pt>
                <c:pt idx="10172">
                  <c:v>2.6065299999999998</c:v>
                </c:pt>
                <c:pt idx="10173">
                  <c:v>2.60684</c:v>
                </c:pt>
                <c:pt idx="10174">
                  <c:v>2.6071399999999998</c:v>
                </c:pt>
                <c:pt idx="10175">
                  <c:v>2.60745</c:v>
                </c:pt>
                <c:pt idx="10176">
                  <c:v>2.6077599999999999</c:v>
                </c:pt>
                <c:pt idx="10177">
                  <c:v>2.60806</c:v>
                </c:pt>
                <c:pt idx="10178">
                  <c:v>2.6083699999999999</c:v>
                </c:pt>
                <c:pt idx="10179">
                  <c:v>2.60867</c:v>
                </c:pt>
                <c:pt idx="10180">
                  <c:v>2.6089799999999999</c:v>
                </c:pt>
                <c:pt idx="10181">
                  <c:v>2.60928</c:v>
                </c:pt>
                <c:pt idx="10182">
                  <c:v>2.6095899999999999</c:v>
                </c:pt>
                <c:pt idx="10183">
                  <c:v>2.60989</c:v>
                </c:pt>
                <c:pt idx="10184">
                  <c:v>2.6101999999999999</c:v>
                </c:pt>
                <c:pt idx="10185">
                  <c:v>2.6105</c:v>
                </c:pt>
                <c:pt idx="10186">
                  <c:v>2.6108099999999999</c:v>
                </c:pt>
                <c:pt idx="10187">
                  <c:v>2.6111200000000001</c:v>
                </c:pt>
                <c:pt idx="10188">
                  <c:v>2.6114199999999999</c:v>
                </c:pt>
                <c:pt idx="10189">
                  <c:v>2.6117300000000001</c:v>
                </c:pt>
                <c:pt idx="10190">
                  <c:v>2.6120299999999999</c:v>
                </c:pt>
                <c:pt idx="10191">
                  <c:v>2.6123400000000001</c:v>
                </c:pt>
                <c:pt idx="10192">
                  <c:v>2.6126399999999999</c:v>
                </c:pt>
                <c:pt idx="10193">
                  <c:v>2.6129500000000001</c:v>
                </c:pt>
                <c:pt idx="10194">
                  <c:v>2.6132499999999999</c:v>
                </c:pt>
                <c:pt idx="10195">
                  <c:v>2.6135600000000001</c:v>
                </c:pt>
                <c:pt idx="10196">
                  <c:v>2.6138599999999999</c:v>
                </c:pt>
                <c:pt idx="10197">
                  <c:v>2.6141700000000001</c:v>
                </c:pt>
                <c:pt idx="10198">
                  <c:v>2.6144699999999998</c:v>
                </c:pt>
                <c:pt idx="10199">
                  <c:v>2.6147800000000001</c:v>
                </c:pt>
                <c:pt idx="10200">
                  <c:v>2.6150899999999999</c:v>
                </c:pt>
                <c:pt idx="10201">
                  <c:v>2.6153900000000001</c:v>
                </c:pt>
                <c:pt idx="10202">
                  <c:v>2.6156999999999999</c:v>
                </c:pt>
                <c:pt idx="10203">
                  <c:v>2.6160000000000001</c:v>
                </c:pt>
                <c:pt idx="10204">
                  <c:v>2.6163099999999999</c:v>
                </c:pt>
                <c:pt idx="10205">
                  <c:v>2.6166100000000001</c:v>
                </c:pt>
                <c:pt idx="10206">
                  <c:v>2.6169199999999999</c:v>
                </c:pt>
                <c:pt idx="10207">
                  <c:v>2.6172200000000001</c:v>
                </c:pt>
                <c:pt idx="10208">
                  <c:v>2.6175299999999999</c:v>
                </c:pt>
                <c:pt idx="10209">
                  <c:v>2.6178300000000001</c:v>
                </c:pt>
                <c:pt idx="10210">
                  <c:v>2.6181399999999999</c:v>
                </c:pt>
                <c:pt idx="10211">
                  <c:v>2.6184400000000001</c:v>
                </c:pt>
                <c:pt idx="10212">
                  <c:v>2.6187499999999999</c:v>
                </c:pt>
                <c:pt idx="10213">
                  <c:v>2.6190600000000002</c:v>
                </c:pt>
                <c:pt idx="10214">
                  <c:v>2.6193599999999999</c:v>
                </c:pt>
                <c:pt idx="10215">
                  <c:v>2.6196700000000002</c:v>
                </c:pt>
                <c:pt idx="10216">
                  <c:v>2.6199699999999999</c:v>
                </c:pt>
                <c:pt idx="10217">
                  <c:v>2.6202800000000002</c:v>
                </c:pt>
                <c:pt idx="10218">
                  <c:v>2.6205799999999999</c:v>
                </c:pt>
                <c:pt idx="10219">
                  <c:v>2.6208900000000002</c:v>
                </c:pt>
                <c:pt idx="10220">
                  <c:v>2.6211899999999999</c:v>
                </c:pt>
                <c:pt idx="10221">
                  <c:v>2.6215000000000002</c:v>
                </c:pt>
                <c:pt idx="10222">
                  <c:v>2.6217999999999999</c:v>
                </c:pt>
                <c:pt idx="10223">
                  <c:v>2.6221100000000002</c:v>
                </c:pt>
                <c:pt idx="10224">
                  <c:v>2.6224099999999999</c:v>
                </c:pt>
                <c:pt idx="10225">
                  <c:v>2.6227200000000002</c:v>
                </c:pt>
                <c:pt idx="10226">
                  <c:v>2.62303</c:v>
                </c:pt>
                <c:pt idx="10227">
                  <c:v>2.6233300000000002</c:v>
                </c:pt>
                <c:pt idx="10228">
                  <c:v>2.62364</c:v>
                </c:pt>
                <c:pt idx="10229">
                  <c:v>2.6239400000000002</c:v>
                </c:pt>
                <c:pt idx="10230">
                  <c:v>2.62425</c:v>
                </c:pt>
                <c:pt idx="10231">
                  <c:v>2.6245500000000002</c:v>
                </c:pt>
                <c:pt idx="10232">
                  <c:v>2.62486</c:v>
                </c:pt>
                <c:pt idx="10233">
                  <c:v>2.6251600000000002</c:v>
                </c:pt>
                <c:pt idx="10234">
                  <c:v>2.62547</c:v>
                </c:pt>
                <c:pt idx="10235">
                  <c:v>2.6257700000000002</c:v>
                </c:pt>
                <c:pt idx="10236">
                  <c:v>2.62608</c:v>
                </c:pt>
                <c:pt idx="10237">
                  <c:v>2.6263800000000002</c:v>
                </c:pt>
                <c:pt idx="10238">
                  <c:v>2.62669</c:v>
                </c:pt>
                <c:pt idx="10239">
                  <c:v>2.6269999999999998</c:v>
                </c:pt>
                <c:pt idx="10240">
                  <c:v>2.6273</c:v>
                </c:pt>
                <c:pt idx="10241">
                  <c:v>2.6276099999999998</c:v>
                </c:pt>
                <c:pt idx="10242">
                  <c:v>2.62791</c:v>
                </c:pt>
                <c:pt idx="10243">
                  <c:v>2.6282199999999998</c:v>
                </c:pt>
                <c:pt idx="10244">
                  <c:v>2.62852</c:v>
                </c:pt>
                <c:pt idx="10245">
                  <c:v>2.6288299999999998</c:v>
                </c:pt>
                <c:pt idx="10246">
                  <c:v>2.62913</c:v>
                </c:pt>
                <c:pt idx="10247">
                  <c:v>2.6294400000000002</c:v>
                </c:pt>
                <c:pt idx="10248">
                  <c:v>2.62974</c:v>
                </c:pt>
                <c:pt idx="10249">
                  <c:v>2.6300500000000002</c:v>
                </c:pt>
                <c:pt idx="10250">
                  <c:v>2.63036</c:v>
                </c:pt>
                <c:pt idx="10251">
                  <c:v>2.6306600000000002</c:v>
                </c:pt>
                <c:pt idx="10252">
                  <c:v>2.63097</c:v>
                </c:pt>
                <c:pt idx="10253">
                  <c:v>2.6312700000000002</c:v>
                </c:pt>
                <c:pt idx="10254">
                  <c:v>2.63158</c:v>
                </c:pt>
                <c:pt idx="10255">
                  <c:v>2.6318800000000002</c:v>
                </c:pt>
                <c:pt idx="10256">
                  <c:v>2.63219</c:v>
                </c:pt>
                <c:pt idx="10257">
                  <c:v>2.6324900000000002</c:v>
                </c:pt>
                <c:pt idx="10258">
                  <c:v>2.6328</c:v>
                </c:pt>
                <c:pt idx="10259">
                  <c:v>2.6331000000000002</c:v>
                </c:pt>
                <c:pt idx="10260">
                  <c:v>2.63341</c:v>
                </c:pt>
                <c:pt idx="10261">
                  <c:v>2.6337100000000002</c:v>
                </c:pt>
                <c:pt idx="10262">
                  <c:v>2.63402</c:v>
                </c:pt>
                <c:pt idx="10263">
                  <c:v>2.6343299999999998</c:v>
                </c:pt>
                <c:pt idx="10264">
                  <c:v>2.63463</c:v>
                </c:pt>
                <c:pt idx="10265">
                  <c:v>2.6349399999999998</c:v>
                </c:pt>
                <c:pt idx="10266">
                  <c:v>2.63524</c:v>
                </c:pt>
                <c:pt idx="10267">
                  <c:v>2.6355499999999998</c:v>
                </c:pt>
                <c:pt idx="10268">
                  <c:v>2.63585</c:v>
                </c:pt>
                <c:pt idx="10269">
                  <c:v>2.6361599999999998</c:v>
                </c:pt>
                <c:pt idx="10270">
                  <c:v>2.63646</c:v>
                </c:pt>
                <c:pt idx="10271">
                  <c:v>2.6367699999999998</c:v>
                </c:pt>
                <c:pt idx="10272">
                  <c:v>2.63707</c:v>
                </c:pt>
                <c:pt idx="10273">
                  <c:v>2.6373799999999998</c:v>
                </c:pt>
                <c:pt idx="10274">
                  <c:v>2.63768</c:v>
                </c:pt>
                <c:pt idx="10275">
                  <c:v>2.6379899999999998</c:v>
                </c:pt>
                <c:pt idx="10276">
                  <c:v>2.6383000000000001</c:v>
                </c:pt>
                <c:pt idx="10277">
                  <c:v>2.6385999999999998</c:v>
                </c:pt>
                <c:pt idx="10278">
                  <c:v>2.6389100000000001</c:v>
                </c:pt>
                <c:pt idx="10279">
                  <c:v>2.6392099999999998</c:v>
                </c:pt>
                <c:pt idx="10280">
                  <c:v>2.6395200000000001</c:v>
                </c:pt>
                <c:pt idx="10281">
                  <c:v>2.6398199999999998</c:v>
                </c:pt>
                <c:pt idx="10282">
                  <c:v>2.6401300000000001</c:v>
                </c:pt>
                <c:pt idx="10283">
                  <c:v>2.6404299999999998</c:v>
                </c:pt>
                <c:pt idx="10284">
                  <c:v>2.6407400000000001</c:v>
                </c:pt>
                <c:pt idx="10285">
                  <c:v>2.6410399999999998</c:v>
                </c:pt>
                <c:pt idx="10286">
                  <c:v>2.6413500000000001</c:v>
                </c:pt>
                <c:pt idx="10287">
                  <c:v>2.6416499999999998</c:v>
                </c:pt>
                <c:pt idx="10288">
                  <c:v>2.6419600000000001</c:v>
                </c:pt>
                <c:pt idx="10289">
                  <c:v>2.6422699999999999</c:v>
                </c:pt>
                <c:pt idx="10290">
                  <c:v>2.6425700000000001</c:v>
                </c:pt>
                <c:pt idx="10291">
                  <c:v>2.6428799999999999</c:v>
                </c:pt>
                <c:pt idx="10292">
                  <c:v>2.6431800000000001</c:v>
                </c:pt>
                <c:pt idx="10293">
                  <c:v>2.6434899999999999</c:v>
                </c:pt>
                <c:pt idx="10294">
                  <c:v>2.6437900000000001</c:v>
                </c:pt>
                <c:pt idx="10295">
                  <c:v>2.6440999999999999</c:v>
                </c:pt>
                <c:pt idx="10296">
                  <c:v>2.6444000000000001</c:v>
                </c:pt>
                <c:pt idx="10297">
                  <c:v>2.6447099999999999</c:v>
                </c:pt>
                <c:pt idx="10298">
                  <c:v>2.6450100000000001</c:v>
                </c:pt>
                <c:pt idx="10299">
                  <c:v>2.6453199999999999</c:v>
                </c:pt>
                <c:pt idx="10300">
                  <c:v>2.6456300000000001</c:v>
                </c:pt>
                <c:pt idx="10301">
                  <c:v>2.6459299999999999</c:v>
                </c:pt>
                <c:pt idx="10302">
                  <c:v>2.6462400000000001</c:v>
                </c:pt>
                <c:pt idx="10303">
                  <c:v>2.6465399999999999</c:v>
                </c:pt>
                <c:pt idx="10304">
                  <c:v>2.6468500000000001</c:v>
                </c:pt>
                <c:pt idx="10305">
                  <c:v>2.6471499999999999</c:v>
                </c:pt>
                <c:pt idx="10306">
                  <c:v>2.6474600000000001</c:v>
                </c:pt>
                <c:pt idx="10307">
                  <c:v>2.6477599999999999</c:v>
                </c:pt>
                <c:pt idx="10308">
                  <c:v>2.6480700000000001</c:v>
                </c:pt>
                <c:pt idx="10309">
                  <c:v>2.6483699999999999</c:v>
                </c:pt>
                <c:pt idx="10310">
                  <c:v>2.6486800000000001</c:v>
                </c:pt>
                <c:pt idx="10311">
                  <c:v>2.6489799999999999</c:v>
                </c:pt>
                <c:pt idx="10312">
                  <c:v>2.6492900000000001</c:v>
                </c:pt>
                <c:pt idx="10313">
                  <c:v>2.6496</c:v>
                </c:pt>
                <c:pt idx="10314">
                  <c:v>2.6499000000000001</c:v>
                </c:pt>
                <c:pt idx="10315">
                  <c:v>2.65021</c:v>
                </c:pt>
                <c:pt idx="10316">
                  <c:v>2.6505100000000001</c:v>
                </c:pt>
                <c:pt idx="10317">
                  <c:v>2.65082</c:v>
                </c:pt>
                <c:pt idx="10318">
                  <c:v>2.6511200000000001</c:v>
                </c:pt>
                <c:pt idx="10319">
                  <c:v>2.65143</c:v>
                </c:pt>
                <c:pt idx="10320">
                  <c:v>2.6517300000000001</c:v>
                </c:pt>
                <c:pt idx="10321">
                  <c:v>2.65204</c:v>
                </c:pt>
                <c:pt idx="10322">
                  <c:v>2.6523400000000001</c:v>
                </c:pt>
                <c:pt idx="10323">
                  <c:v>2.65265</c:v>
                </c:pt>
                <c:pt idx="10324">
                  <c:v>2.6529500000000001</c:v>
                </c:pt>
                <c:pt idx="10325">
                  <c:v>2.65326</c:v>
                </c:pt>
                <c:pt idx="10326">
                  <c:v>2.6535700000000002</c:v>
                </c:pt>
                <c:pt idx="10327">
                  <c:v>2.65387</c:v>
                </c:pt>
                <c:pt idx="10328">
                  <c:v>2.6541800000000002</c:v>
                </c:pt>
                <c:pt idx="10329">
                  <c:v>2.65448</c:v>
                </c:pt>
                <c:pt idx="10330">
                  <c:v>2.6547900000000002</c:v>
                </c:pt>
                <c:pt idx="10331">
                  <c:v>2.65509</c:v>
                </c:pt>
                <c:pt idx="10332">
                  <c:v>2.6554000000000002</c:v>
                </c:pt>
                <c:pt idx="10333">
                  <c:v>2.6556999999999999</c:v>
                </c:pt>
                <c:pt idx="10334">
                  <c:v>2.6560100000000002</c:v>
                </c:pt>
                <c:pt idx="10335">
                  <c:v>2.6563099999999999</c:v>
                </c:pt>
                <c:pt idx="10336">
                  <c:v>2.6566200000000002</c:v>
                </c:pt>
                <c:pt idx="10337">
                  <c:v>2.6569199999999999</c:v>
                </c:pt>
                <c:pt idx="10338">
                  <c:v>2.6572300000000002</c:v>
                </c:pt>
                <c:pt idx="10339">
                  <c:v>2.65754</c:v>
                </c:pt>
                <c:pt idx="10340">
                  <c:v>2.6578400000000002</c:v>
                </c:pt>
                <c:pt idx="10341">
                  <c:v>2.65815</c:v>
                </c:pt>
                <c:pt idx="10342">
                  <c:v>2.6584500000000002</c:v>
                </c:pt>
                <c:pt idx="10343">
                  <c:v>2.65876</c:v>
                </c:pt>
                <c:pt idx="10344">
                  <c:v>2.6590600000000002</c:v>
                </c:pt>
                <c:pt idx="10345">
                  <c:v>2.65937</c:v>
                </c:pt>
                <c:pt idx="10346">
                  <c:v>2.6596700000000002</c:v>
                </c:pt>
                <c:pt idx="10347">
                  <c:v>2.65998</c:v>
                </c:pt>
                <c:pt idx="10348">
                  <c:v>2.6602800000000002</c:v>
                </c:pt>
                <c:pt idx="10349">
                  <c:v>2.66059</c:v>
                </c:pt>
                <c:pt idx="10350">
                  <c:v>2.6608900000000002</c:v>
                </c:pt>
                <c:pt idx="10351">
                  <c:v>2.6612</c:v>
                </c:pt>
                <c:pt idx="10352">
                  <c:v>2.6615099999999998</c:v>
                </c:pt>
                <c:pt idx="10353">
                  <c:v>2.66181</c:v>
                </c:pt>
                <c:pt idx="10354">
                  <c:v>2.6621199999999998</c:v>
                </c:pt>
                <c:pt idx="10355">
                  <c:v>2.66242</c:v>
                </c:pt>
                <c:pt idx="10356">
                  <c:v>2.6627299999999998</c:v>
                </c:pt>
                <c:pt idx="10357">
                  <c:v>2.66303</c:v>
                </c:pt>
                <c:pt idx="10358">
                  <c:v>2.6633399999999998</c:v>
                </c:pt>
                <c:pt idx="10359">
                  <c:v>2.66364</c:v>
                </c:pt>
                <c:pt idx="10360">
                  <c:v>2.6639499999999998</c:v>
                </c:pt>
                <c:pt idx="10361">
                  <c:v>2.66425</c:v>
                </c:pt>
                <c:pt idx="10362">
                  <c:v>2.6645599999999998</c:v>
                </c:pt>
                <c:pt idx="10363">
                  <c:v>2.6648700000000001</c:v>
                </c:pt>
                <c:pt idx="10364">
                  <c:v>2.6651699999999998</c:v>
                </c:pt>
                <c:pt idx="10365">
                  <c:v>2.6654800000000001</c:v>
                </c:pt>
                <c:pt idx="10366">
                  <c:v>2.6657799999999998</c:v>
                </c:pt>
                <c:pt idx="10367">
                  <c:v>2.6660900000000001</c:v>
                </c:pt>
                <c:pt idx="10368">
                  <c:v>2.6663899999999998</c:v>
                </c:pt>
                <c:pt idx="10369">
                  <c:v>2.6667000000000001</c:v>
                </c:pt>
                <c:pt idx="10370">
                  <c:v>2.6669999999999998</c:v>
                </c:pt>
                <c:pt idx="10371">
                  <c:v>2.6673100000000001</c:v>
                </c:pt>
                <c:pt idx="10372">
                  <c:v>2.6676099999999998</c:v>
                </c:pt>
                <c:pt idx="10373">
                  <c:v>2.6679200000000001</c:v>
                </c:pt>
                <c:pt idx="10374">
                  <c:v>2.6682199999999998</c:v>
                </c:pt>
                <c:pt idx="10375">
                  <c:v>2.6685300000000001</c:v>
                </c:pt>
                <c:pt idx="10376">
                  <c:v>2.6688399999999999</c:v>
                </c:pt>
                <c:pt idx="10377">
                  <c:v>2.6691400000000001</c:v>
                </c:pt>
                <c:pt idx="10378">
                  <c:v>2.6694499999999999</c:v>
                </c:pt>
                <c:pt idx="10379">
                  <c:v>2.6697500000000001</c:v>
                </c:pt>
                <c:pt idx="10380">
                  <c:v>2.6700599999999999</c:v>
                </c:pt>
                <c:pt idx="10381">
                  <c:v>2.6703600000000001</c:v>
                </c:pt>
                <c:pt idx="10382">
                  <c:v>2.6706699999999999</c:v>
                </c:pt>
                <c:pt idx="10383">
                  <c:v>2.6709700000000001</c:v>
                </c:pt>
                <c:pt idx="10384">
                  <c:v>2.6712799999999999</c:v>
                </c:pt>
                <c:pt idx="10385">
                  <c:v>2.6715800000000001</c:v>
                </c:pt>
                <c:pt idx="10386">
                  <c:v>2.6718899999999999</c:v>
                </c:pt>
                <c:pt idx="10387">
                  <c:v>2.6721900000000001</c:v>
                </c:pt>
                <c:pt idx="10388">
                  <c:v>2.6724999999999999</c:v>
                </c:pt>
                <c:pt idx="10389">
                  <c:v>2.6728100000000001</c:v>
                </c:pt>
                <c:pt idx="10390">
                  <c:v>2.6731099999999999</c:v>
                </c:pt>
                <c:pt idx="10391">
                  <c:v>2.6734200000000001</c:v>
                </c:pt>
                <c:pt idx="10392">
                  <c:v>2.6737199999999999</c:v>
                </c:pt>
                <c:pt idx="10393">
                  <c:v>2.6740300000000001</c:v>
                </c:pt>
                <c:pt idx="10394">
                  <c:v>2.6743299999999999</c:v>
                </c:pt>
                <c:pt idx="10395">
                  <c:v>2.6746400000000001</c:v>
                </c:pt>
                <c:pt idx="10396">
                  <c:v>2.6749399999999999</c:v>
                </c:pt>
                <c:pt idx="10397">
                  <c:v>2.6752500000000001</c:v>
                </c:pt>
                <c:pt idx="10398">
                  <c:v>2.6755499999999999</c:v>
                </c:pt>
                <c:pt idx="10399">
                  <c:v>2.6758600000000001</c:v>
                </c:pt>
                <c:pt idx="10400">
                  <c:v>2.6761599999999999</c:v>
                </c:pt>
                <c:pt idx="10401">
                  <c:v>2.6764700000000001</c:v>
                </c:pt>
                <c:pt idx="10402">
                  <c:v>2.6767799999999999</c:v>
                </c:pt>
                <c:pt idx="10403">
                  <c:v>2.6770800000000001</c:v>
                </c:pt>
                <c:pt idx="10404">
                  <c:v>2.6773899999999999</c:v>
                </c:pt>
                <c:pt idx="10405">
                  <c:v>2.6776900000000001</c:v>
                </c:pt>
                <c:pt idx="10406">
                  <c:v>2.6779999999999999</c:v>
                </c:pt>
                <c:pt idx="10407">
                  <c:v>2.6783000000000001</c:v>
                </c:pt>
                <c:pt idx="10408">
                  <c:v>2.6786099999999999</c:v>
                </c:pt>
                <c:pt idx="10409">
                  <c:v>2.6789100000000001</c:v>
                </c:pt>
                <c:pt idx="10410">
                  <c:v>2.6792199999999999</c:v>
                </c:pt>
                <c:pt idx="10411">
                  <c:v>2.6795200000000001</c:v>
                </c:pt>
                <c:pt idx="10412">
                  <c:v>2.6798299999999999</c:v>
                </c:pt>
                <c:pt idx="10413">
                  <c:v>2.6801300000000001</c:v>
                </c:pt>
                <c:pt idx="10414">
                  <c:v>2.6804399999999999</c:v>
                </c:pt>
                <c:pt idx="10415">
                  <c:v>2.6807500000000002</c:v>
                </c:pt>
                <c:pt idx="10416">
                  <c:v>2.6810499999999999</c:v>
                </c:pt>
                <c:pt idx="10417">
                  <c:v>2.6813600000000002</c:v>
                </c:pt>
                <c:pt idx="10418">
                  <c:v>2.6816599999999999</c:v>
                </c:pt>
                <c:pt idx="10419">
                  <c:v>2.6819700000000002</c:v>
                </c:pt>
                <c:pt idx="10420">
                  <c:v>2.6822699999999999</c:v>
                </c:pt>
                <c:pt idx="10421">
                  <c:v>2.6825800000000002</c:v>
                </c:pt>
                <c:pt idx="10422">
                  <c:v>2.6828799999999999</c:v>
                </c:pt>
                <c:pt idx="10423">
                  <c:v>2.6831900000000002</c:v>
                </c:pt>
                <c:pt idx="10424">
                  <c:v>2.6834899999999999</c:v>
                </c:pt>
                <c:pt idx="10425">
                  <c:v>2.6838000000000002</c:v>
                </c:pt>
                <c:pt idx="10426">
                  <c:v>2.68411</c:v>
                </c:pt>
                <c:pt idx="10427">
                  <c:v>2.6844100000000002</c:v>
                </c:pt>
                <c:pt idx="10428">
                  <c:v>2.68472</c:v>
                </c:pt>
                <c:pt idx="10429">
                  <c:v>2.6850200000000002</c:v>
                </c:pt>
                <c:pt idx="10430">
                  <c:v>2.68533</c:v>
                </c:pt>
                <c:pt idx="10431">
                  <c:v>2.6856300000000002</c:v>
                </c:pt>
                <c:pt idx="10432">
                  <c:v>2.68594</c:v>
                </c:pt>
                <c:pt idx="10433">
                  <c:v>2.6862400000000002</c:v>
                </c:pt>
                <c:pt idx="10434">
                  <c:v>2.68655</c:v>
                </c:pt>
                <c:pt idx="10435">
                  <c:v>2.6868500000000002</c:v>
                </c:pt>
                <c:pt idx="10436">
                  <c:v>2.68716</c:v>
                </c:pt>
                <c:pt idx="10437">
                  <c:v>2.6874600000000002</c:v>
                </c:pt>
                <c:pt idx="10438">
                  <c:v>2.68777</c:v>
                </c:pt>
                <c:pt idx="10439">
                  <c:v>2.6880799999999998</c:v>
                </c:pt>
                <c:pt idx="10440">
                  <c:v>2.68838</c:v>
                </c:pt>
                <c:pt idx="10441">
                  <c:v>2.6886899999999998</c:v>
                </c:pt>
                <c:pt idx="10442">
                  <c:v>2.68899</c:v>
                </c:pt>
                <c:pt idx="10443">
                  <c:v>2.6892999999999998</c:v>
                </c:pt>
                <c:pt idx="10444">
                  <c:v>2.6896</c:v>
                </c:pt>
                <c:pt idx="10445">
                  <c:v>2.6899099999999998</c:v>
                </c:pt>
                <c:pt idx="10446">
                  <c:v>2.69021</c:v>
                </c:pt>
                <c:pt idx="10447">
                  <c:v>2.6905199999999998</c:v>
                </c:pt>
                <c:pt idx="10448">
                  <c:v>2.69082</c:v>
                </c:pt>
                <c:pt idx="10449">
                  <c:v>2.6911299999999998</c:v>
                </c:pt>
                <c:pt idx="10450">
                  <c:v>2.69143</c:v>
                </c:pt>
                <c:pt idx="10451">
                  <c:v>2.6917399999999998</c:v>
                </c:pt>
                <c:pt idx="10452">
                  <c:v>2.6920500000000001</c:v>
                </c:pt>
                <c:pt idx="10453">
                  <c:v>2.6923499999999998</c:v>
                </c:pt>
                <c:pt idx="10454">
                  <c:v>2.6926600000000001</c:v>
                </c:pt>
                <c:pt idx="10455">
                  <c:v>2.6929599999999998</c:v>
                </c:pt>
                <c:pt idx="10456">
                  <c:v>2.6932700000000001</c:v>
                </c:pt>
                <c:pt idx="10457">
                  <c:v>2.6935699999999998</c:v>
                </c:pt>
                <c:pt idx="10458">
                  <c:v>2.6938800000000001</c:v>
                </c:pt>
                <c:pt idx="10459">
                  <c:v>2.6941799999999998</c:v>
                </c:pt>
                <c:pt idx="10460">
                  <c:v>2.6944900000000001</c:v>
                </c:pt>
                <c:pt idx="10461">
                  <c:v>2.6947899999999998</c:v>
                </c:pt>
                <c:pt idx="10462">
                  <c:v>2.6951000000000001</c:v>
                </c:pt>
                <c:pt idx="10463">
                  <c:v>2.6953999999999998</c:v>
                </c:pt>
                <c:pt idx="10464">
                  <c:v>2.6957100000000001</c:v>
                </c:pt>
                <c:pt idx="10465">
                  <c:v>2.6960199999999999</c:v>
                </c:pt>
                <c:pt idx="10466">
                  <c:v>2.6963200000000001</c:v>
                </c:pt>
                <c:pt idx="10467">
                  <c:v>2.6966299999999999</c:v>
                </c:pt>
                <c:pt idx="10468">
                  <c:v>2.69693</c:v>
                </c:pt>
                <c:pt idx="10469">
                  <c:v>2.6972399999999999</c:v>
                </c:pt>
                <c:pt idx="10470">
                  <c:v>2.69754</c:v>
                </c:pt>
                <c:pt idx="10471">
                  <c:v>2.6978499999999999</c:v>
                </c:pt>
                <c:pt idx="10472">
                  <c:v>2.69815</c:v>
                </c:pt>
                <c:pt idx="10473">
                  <c:v>2.6984599999999999</c:v>
                </c:pt>
                <c:pt idx="10474">
                  <c:v>2.69876</c:v>
                </c:pt>
                <c:pt idx="10475">
                  <c:v>2.6990699999999999</c:v>
                </c:pt>
                <c:pt idx="10476">
                  <c:v>2.69937</c:v>
                </c:pt>
                <c:pt idx="10477">
                  <c:v>2.6996799999999999</c:v>
                </c:pt>
                <c:pt idx="10478">
                  <c:v>2.6999900000000001</c:v>
                </c:pt>
                <c:pt idx="10479">
                  <c:v>2.7002899999999999</c:v>
                </c:pt>
                <c:pt idx="10480">
                  <c:v>2.7006000000000001</c:v>
                </c:pt>
                <c:pt idx="10481">
                  <c:v>2.7008999999999999</c:v>
                </c:pt>
                <c:pt idx="10482">
                  <c:v>2.7012100000000001</c:v>
                </c:pt>
                <c:pt idx="10483">
                  <c:v>2.7015099999999999</c:v>
                </c:pt>
                <c:pt idx="10484">
                  <c:v>2.7018200000000001</c:v>
                </c:pt>
                <c:pt idx="10485">
                  <c:v>2.7021199999999999</c:v>
                </c:pt>
                <c:pt idx="10486">
                  <c:v>2.7024300000000001</c:v>
                </c:pt>
                <c:pt idx="10487">
                  <c:v>2.7027299999999999</c:v>
                </c:pt>
                <c:pt idx="10488">
                  <c:v>2.7030400000000001</c:v>
                </c:pt>
                <c:pt idx="10489">
                  <c:v>2.7033499999999999</c:v>
                </c:pt>
                <c:pt idx="10490">
                  <c:v>2.7036500000000001</c:v>
                </c:pt>
                <c:pt idx="10491">
                  <c:v>2.7039599999999999</c:v>
                </c:pt>
                <c:pt idx="10492">
                  <c:v>2.7042600000000001</c:v>
                </c:pt>
                <c:pt idx="10493">
                  <c:v>2.7045699999999999</c:v>
                </c:pt>
                <c:pt idx="10494">
                  <c:v>2.7048700000000001</c:v>
                </c:pt>
                <c:pt idx="10495">
                  <c:v>2.7051799999999999</c:v>
                </c:pt>
                <c:pt idx="10496">
                  <c:v>2.7054800000000001</c:v>
                </c:pt>
                <c:pt idx="10497">
                  <c:v>2.7057899999999999</c:v>
                </c:pt>
                <c:pt idx="10498">
                  <c:v>2.7060900000000001</c:v>
                </c:pt>
                <c:pt idx="10499">
                  <c:v>2.7063999999999999</c:v>
                </c:pt>
                <c:pt idx="10500">
                  <c:v>2.7067000000000001</c:v>
                </c:pt>
                <c:pt idx="10501">
                  <c:v>2.7070099999999999</c:v>
                </c:pt>
                <c:pt idx="10502">
                  <c:v>2.7073200000000002</c:v>
                </c:pt>
                <c:pt idx="10503">
                  <c:v>2.7076199999999999</c:v>
                </c:pt>
                <c:pt idx="10504">
                  <c:v>2.7079300000000002</c:v>
                </c:pt>
                <c:pt idx="10505">
                  <c:v>2.7082299999999999</c:v>
                </c:pt>
                <c:pt idx="10506">
                  <c:v>2.7085400000000002</c:v>
                </c:pt>
                <c:pt idx="10507">
                  <c:v>2.7088399999999999</c:v>
                </c:pt>
                <c:pt idx="10508">
                  <c:v>2.7091500000000002</c:v>
                </c:pt>
                <c:pt idx="10509">
                  <c:v>2.7094499999999999</c:v>
                </c:pt>
                <c:pt idx="10510">
                  <c:v>2.7097600000000002</c:v>
                </c:pt>
                <c:pt idx="10511">
                  <c:v>2.7100599999999999</c:v>
                </c:pt>
                <c:pt idx="10512">
                  <c:v>2.7103700000000002</c:v>
                </c:pt>
                <c:pt idx="10513">
                  <c:v>2.7106699999999999</c:v>
                </c:pt>
                <c:pt idx="10514">
                  <c:v>2.7109800000000002</c:v>
                </c:pt>
                <c:pt idx="10515">
                  <c:v>2.71129</c:v>
                </c:pt>
                <c:pt idx="10516">
                  <c:v>2.7115900000000002</c:v>
                </c:pt>
                <c:pt idx="10517">
                  <c:v>2.7119</c:v>
                </c:pt>
                <c:pt idx="10518">
                  <c:v>2.7122000000000002</c:v>
                </c:pt>
                <c:pt idx="10519">
                  <c:v>2.71251</c:v>
                </c:pt>
                <c:pt idx="10520">
                  <c:v>2.7128100000000002</c:v>
                </c:pt>
                <c:pt idx="10521">
                  <c:v>2.71312</c:v>
                </c:pt>
                <c:pt idx="10522">
                  <c:v>2.7134200000000002</c:v>
                </c:pt>
                <c:pt idx="10523">
                  <c:v>2.71373</c:v>
                </c:pt>
                <c:pt idx="10524">
                  <c:v>2.7140300000000002</c:v>
                </c:pt>
                <c:pt idx="10525">
                  <c:v>2.71434</c:v>
                </c:pt>
                <c:pt idx="10526">
                  <c:v>2.7146400000000002</c:v>
                </c:pt>
                <c:pt idx="10527">
                  <c:v>2.71495</c:v>
                </c:pt>
                <c:pt idx="10528">
                  <c:v>2.7152599999999998</c:v>
                </c:pt>
                <c:pt idx="10529">
                  <c:v>2.71556</c:v>
                </c:pt>
                <c:pt idx="10530">
                  <c:v>2.7158699999999998</c:v>
                </c:pt>
                <c:pt idx="10531">
                  <c:v>2.71617</c:v>
                </c:pt>
                <c:pt idx="10532">
                  <c:v>2.7164799999999998</c:v>
                </c:pt>
                <c:pt idx="10533">
                  <c:v>2.71678</c:v>
                </c:pt>
                <c:pt idx="10534">
                  <c:v>2.7170899999999998</c:v>
                </c:pt>
                <c:pt idx="10535">
                  <c:v>2.71739</c:v>
                </c:pt>
                <c:pt idx="10536">
                  <c:v>2.7176999999999998</c:v>
                </c:pt>
                <c:pt idx="10537">
                  <c:v>2.718</c:v>
                </c:pt>
                <c:pt idx="10538">
                  <c:v>2.7183099999999998</c:v>
                </c:pt>
                <c:pt idx="10539">
                  <c:v>2.71862</c:v>
                </c:pt>
                <c:pt idx="10540">
                  <c:v>2.7189199999999998</c:v>
                </c:pt>
                <c:pt idx="10541">
                  <c:v>2.71923</c:v>
                </c:pt>
                <c:pt idx="10542">
                  <c:v>2.7195299999999998</c:v>
                </c:pt>
                <c:pt idx="10543">
                  <c:v>2.71984</c:v>
                </c:pt>
                <c:pt idx="10544">
                  <c:v>2.7201399999999998</c:v>
                </c:pt>
                <c:pt idx="10545">
                  <c:v>2.72045</c:v>
                </c:pt>
                <c:pt idx="10546">
                  <c:v>2.7207499999999998</c:v>
                </c:pt>
                <c:pt idx="10547">
                  <c:v>2.72106</c:v>
                </c:pt>
                <c:pt idx="10548">
                  <c:v>2.7213599999999998</c:v>
                </c:pt>
                <c:pt idx="10549">
                  <c:v>2.72167</c:v>
                </c:pt>
                <c:pt idx="10550">
                  <c:v>2.7219699999999998</c:v>
                </c:pt>
                <c:pt idx="10551">
                  <c:v>2.72228</c:v>
                </c:pt>
                <c:pt idx="10552">
                  <c:v>2.7225899999999998</c:v>
                </c:pt>
                <c:pt idx="10553">
                  <c:v>2.72289</c:v>
                </c:pt>
                <c:pt idx="10554">
                  <c:v>2.7231999999999998</c:v>
                </c:pt>
                <c:pt idx="10555">
                  <c:v>2.7235</c:v>
                </c:pt>
                <c:pt idx="10556">
                  <c:v>2.7238099999999998</c:v>
                </c:pt>
                <c:pt idx="10557">
                  <c:v>2.72411</c:v>
                </c:pt>
                <c:pt idx="10558">
                  <c:v>2.7244199999999998</c:v>
                </c:pt>
                <c:pt idx="10559">
                  <c:v>2.72472</c:v>
                </c:pt>
                <c:pt idx="10560">
                  <c:v>2.7250299999999998</c:v>
                </c:pt>
                <c:pt idx="10561">
                  <c:v>2.72533</c:v>
                </c:pt>
                <c:pt idx="10562">
                  <c:v>2.7256399999999998</c:v>
                </c:pt>
                <c:pt idx="10563">
                  <c:v>2.72594</c:v>
                </c:pt>
                <c:pt idx="10564">
                  <c:v>2.7262499999999998</c:v>
                </c:pt>
                <c:pt idx="10565">
                  <c:v>2.7265600000000001</c:v>
                </c:pt>
                <c:pt idx="10566">
                  <c:v>2.7268599999999998</c:v>
                </c:pt>
                <c:pt idx="10567">
                  <c:v>2.7271700000000001</c:v>
                </c:pt>
                <c:pt idx="10568">
                  <c:v>2.7274699999999998</c:v>
                </c:pt>
                <c:pt idx="10569">
                  <c:v>2.7277800000000001</c:v>
                </c:pt>
                <c:pt idx="10570">
                  <c:v>2.7280799999999998</c:v>
                </c:pt>
                <c:pt idx="10571">
                  <c:v>2.7283900000000001</c:v>
                </c:pt>
                <c:pt idx="10572">
                  <c:v>2.7286899999999998</c:v>
                </c:pt>
                <c:pt idx="10573">
                  <c:v>2.7290000000000001</c:v>
                </c:pt>
                <c:pt idx="10574">
                  <c:v>2.7292999999999998</c:v>
                </c:pt>
                <c:pt idx="10575">
                  <c:v>2.7296100000000001</c:v>
                </c:pt>
                <c:pt idx="10576">
                  <c:v>2.7299099999999998</c:v>
                </c:pt>
                <c:pt idx="10577">
                  <c:v>2.7302200000000001</c:v>
                </c:pt>
                <c:pt idx="10578">
                  <c:v>2.7305299999999999</c:v>
                </c:pt>
                <c:pt idx="10579">
                  <c:v>2.7308300000000001</c:v>
                </c:pt>
                <c:pt idx="10580">
                  <c:v>2.7311399999999999</c:v>
                </c:pt>
                <c:pt idx="10581">
                  <c:v>2.7314400000000001</c:v>
                </c:pt>
                <c:pt idx="10582">
                  <c:v>2.7317499999999999</c:v>
                </c:pt>
                <c:pt idx="10583">
                  <c:v>2.7320500000000001</c:v>
                </c:pt>
                <c:pt idx="10584">
                  <c:v>2.7323599999999999</c:v>
                </c:pt>
                <c:pt idx="10585">
                  <c:v>2.7326600000000001</c:v>
                </c:pt>
                <c:pt idx="10586">
                  <c:v>2.7329699999999999</c:v>
                </c:pt>
                <c:pt idx="10587">
                  <c:v>2.7332700000000001</c:v>
                </c:pt>
                <c:pt idx="10588">
                  <c:v>2.7335799999999999</c:v>
                </c:pt>
                <c:pt idx="10589">
                  <c:v>2.7338800000000001</c:v>
                </c:pt>
                <c:pt idx="10590">
                  <c:v>2.7341899999999999</c:v>
                </c:pt>
                <c:pt idx="10591">
                  <c:v>2.7345000000000002</c:v>
                </c:pt>
                <c:pt idx="10592">
                  <c:v>2.7347999999999999</c:v>
                </c:pt>
                <c:pt idx="10593">
                  <c:v>2.7351100000000002</c:v>
                </c:pt>
                <c:pt idx="10594">
                  <c:v>2.7354099999999999</c:v>
                </c:pt>
                <c:pt idx="10595">
                  <c:v>2.7357200000000002</c:v>
                </c:pt>
                <c:pt idx="10596">
                  <c:v>2.7360199999999999</c:v>
                </c:pt>
                <c:pt idx="10597">
                  <c:v>2.7363300000000002</c:v>
                </c:pt>
                <c:pt idx="10598">
                  <c:v>2.7366299999999999</c:v>
                </c:pt>
                <c:pt idx="10599">
                  <c:v>2.7369400000000002</c:v>
                </c:pt>
                <c:pt idx="10600">
                  <c:v>2.7372399999999999</c:v>
                </c:pt>
                <c:pt idx="10601">
                  <c:v>2.7375500000000001</c:v>
                </c:pt>
                <c:pt idx="10602">
                  <c:v>2.73786</c:v>
                </c:pt>
                <c:pt idx="10603">
                  <c:v>2.7381600000000001</c:v>
                </c:pt>
                <c:pt idx="10604">
                  <c:v>2.73847</c:v>
                </c:pt>
                <c:pt idx="10605">
                  <c:v>2.7387700000000001</c:v>
                </c:pt>
                <c:pt idx="10606">
                  <c:v>2.73908</c:v>
                </c:pt>
                <c:pt idx="10607">
                  <c:v>2.7393800000000001</c:v>
                </c:pt>
                <c:pt idx="10608">
                  <c:v>2.73969</c:v>
                </c:pt>
                <c:pt idx="10609">
                  <c:v>2.7399900000000001</c:v>
                </c:pt>
                <c:pt idx="10610">
                  <c:v>2.7403</c:v>
                </c:pt>
                <c:pt idx="10611">
                  <c:v>2.7406000000000001</c:v>
                </c:pt>
                <c:pt idx="10612">
                  <c:v>2.74091</c:v>
                </c:pt>
                <c:pt idx="10613">
                  <c:v>2.7412100000000001</c:v>
                </c:pt>
                <c:pt idx="10614">
                  <c:v>2.74152</c:v>
                </c:pt>
                <c:pt idx="10615">
                  <c:v>2.7418300000000002</c:v>
                </c:pt>
                <c:pt idx="10616">
                  <c:v>2.74213</c:v>
                </c:pt>
                <c:pt idx="10617">
                  <c:v>2.7424400000000002</c:v>
                </c:pt>
                <c:pt idx="10618">
                  <c:v>2.74274</c:v>
                </c:pt>
                <c:pt idx="10619">
                  <c:v>2.7430500000000002</c:v>
                </c:pt>
                <c:pt idx="10620">
                  <c:v>2.74335</c:v>
                </c:pt>
                <c:pt idx="10621">
                  <c:v>2.7436600000000002</c:v>
                </c:pt>
                <c:pt idx="10622">
                  <c:v>2.74396</c:v>
                </c:pt>
                <c:pt idx="10623">
                  <c:v>2.7442700000000002</c:v>
                </c:pt>
                <c:pt idx="10624">
                  <c:v>2.74457</c:v>
                </c:pt>
                <c:pt idx="10625">
                  <c:v>2.7448800000000002</c:v>
                </c:pt>
                <c:pt idx="10626">
                  <c:v>2.74518</c:v>
                </c:pt>
                <c:pt idx="10627">
                  <c:v>2.7454900000000002</c:v>
                </c:pt>
                <c:pt idx="10628">
                  <c:v>2.7458</c:v>
                </c:pt>
                <c:pt idx="10629">
                  <c:v>2.7461000000000002</c:v>
                </c:pt>
                <c:pt idx="10630">
                  <c:v>2.74641</c:v>
                </c:pt>
                <c:pt idx="10631">
                  <c:v>2.7467100000000002</c:v>
                </c:pt>
                <c:pt idx="10632">
                  <c:v>2.74702</c:v>
                </c:pt>
                <c:pt idx="10633">
                  <c:v>2.7473200000000002</c:v>
                </c:pt>
                <c:pt idx="10634">
                  <c:v>2.74763</c:v>
                </c:pt>
                <c:pt idx="10635">
                  <c:v>2.7479300000000002</c:v>
                </c:pt>
                <c:pt idx="10636">
                  <c:v>2.74824</c:v>
                </c:pt>
                <c:pt idx="10637">
                  <c:v>2.7485400000000002</c:v>
                </c:pt>
                <c:pt idx="10638">
                  <c:v>2.74885</c:v>
                </c:pt>
                <c:pt idx="10639">
                  <c:v>2.7491500000000002</c:v>
                </c:pt>
                <c:pt idx="10640">
                  <c:v>2.74946</c:v>
                </c:pt>
                <c:pt idx="10641">
                  <c:v>2.7497699999999998</c:v>
                </c:pt>
                <c:pt idx="10642">
                  <c:v>2.75007</c:v>
                </c:pt>
                <c:pt idx="10643">
                  <c:v>2.7503799999999998</c:v>
                </c:pt>
                <c:pt idx="10644">
                  <c:v>2.75068</c:v>
                </c:pt>
                <c:pt idx="10645">
                  <c:v>2.7509899999999998</c:v>
                </c:pt>
                <c:pt idx="10646">
                  <c:v>2.75129</c:v>
                </c:pt>
                <c:pt idx="10647">
                  <c:v>2.7515999999999998</c:v>
                </c:pt>
                <c:pt idx="10648">
                  <c:v>2.7519</c:v>
                </c:pt>
                <c:pt idx="10649">
                  <c:v>2.7522099999999998</c:v>
                </c:pt>
                <c:pt idx="10650">
                  <c:v>2.75251</c:v>
                </c:pt>
                <c:pt idx="10651">
                  <c:v>2.7528199999999998</c:v>
                </c:pt>
                <c:pt idx="10652">
                  <c:v>2.75312</c:v>
                </c:pt>
                <c:pt idx="10653">
                  <c:v>2.7534299999999998</c:v>
                </c:pt>
                <c:pt idx="10654">
                  <c:v>2.7537400000000001</c:v>
                </c:pt>
                <c:pt idx="10655">
                  <c:v>2.7540399999999998</c:v>
                </c:pt>
                <c:pt idx="10656">
                  <c:v>2.7543500000000001</c:v>
                </c:pt>
                <c:pt idx="10657">
                  <c:v>2.7546499999999998</c:v>
                </c:pt>
                <c:pt idx="10658">
                  <c:v>2.7549600000000001</c:v>
                </c:pt>
                <c:pt idx="10659">
                  <c:v>2.7552599999999998</c:v>
                </c:pt>
                <c:pt idx="10660">
                  <c:v>2.7555700000000001</c:v>
                </c:pt>
                <c:pt idx="10661">
                  <c:v>2.7558699999999998</c:v>
                </c:pt>
                <c:pt idx="10662">
                  <c:v>2.7561800000000001</c:v>
                </c:pt>
                <c:pt idx="10663">
                  <c:v>2.7564799999999998</c:v>
                </c:pt>
                <c:pt idx="10664">
                  <c:v>2.7567900000000001</c:v>
                </c:pt>
                <c:pt idx="10665">
                  <c:v>2.7570999999999999</c:v>
                </c:pt>
                <c:pt idx="10666">
                  <c:v>2.7574000000000001</c:v>
                </c:pt>
                <c:pt idx="10667">
                  <c:v>2.7577099999999999</c:v>
                </c:pt>
                <c:pt idx="10668">
                  <c:v>2.7580100000000001</c:v>
                </c:pt>
                <c:pt idx="10669">
                  <c:v>2.7583199999999999</c:v>
                </c:pt>
                <c:pt idx="10670">
                  <c:v>2.7586200000000001</c:v>
                </c:pt>
                <c:pt idx="10671">
                  <c:v>2.7589299999999999</c:v>
                </c:pt>
                <c:pt idx="10672">
                  <c:v>2.7592300000000001</c:v>
                </c:pt>
                <c:pt idx="10673">
                  <c:v>2.7595399999999999</c:v>
                </c:pt>
                <c:pt idx="10674">
                  <c:v>2.7598400000000001</c:v>
                </c:pt>
                <c:pt idx="10675">
                  <c:v>2.7601499999999999</c:v>
                </c:pt>
                <c:pt idx="10676">
                  <c:v>2.7604500000000001</c:v>
                </c:pt>
                <c:pt idx="10677">
                  <c:v>2.7607599999999999</c:v>
                </c:pt>
                <c:pt idx="10678">
                  <c:v>2.7610700000000001</c:v>
                </c:pt>
                <c:pt idx="10679">
                  <c:v>2.7613699999999999</c:v>
                </c:pt>
                <c:pt idx="10680">
                  <c:v>2.7616800000000001</c:v>
                </c:pt>
                <c:pt idx="10681">
                  <c:v>2.7619799999999999</c:v>
                </c:pt>
                <c:pt idx="10682">
                  <c:v>2.7622900000000001</c:v>
                </c:pt>
                <c:pt idx="10683">
                  <c:v>2.7625899999999999</c:v>
                </c:pt>
                <c:pt idx="10684">
                  <c:v>2.7629000000000001</c:v>
                </c:pt>
                <c:pt idx="10685">
                  <c:v>2.7631999999999999</c:v>
                </c:pt>
                <c:pt idx="10686">
                  <c:v>2.7635100000000001</c:v>
                </c:pt>
                <c:pt idx="10687">
                  <c:v>2.7638099999999999</c:v>
                </c:pt>
                <c:pt idx="10688">
                  <c:v>2.7641200000000001</c:v>
                </c:pt>
                <c:pt idx="10689">
                  <c:v>2.7644199999999999</c:v>
                </c:pt>
                <c:pt idx="10690">
                  <c:v>2.7647300000000001</c:v>
                </c:pt>
                <c:pt idx="10691">
                  <c:v>2.7650399999999999</c:v>
                </c:pt>
                <c:pt idx="10692">
                  <c:v>2.7653400000000001</c:v>
                </c:pt>
                <c:pt idx="10693">
                  <c:v>2.7656499999999999</c:v>
                </c:pt>
                <c:pt idx="10694">
                  <c:v>2.7659500000000001</c:v>
                </c:pt>
                <c:pt idx="10695">
                  <c:v>2.7662599999999999</c:v>
                </c:pt>
                <c:pt idx="10696">
                  <c:v>2.7665600000000001</c:v>
                </c:pt>
                <c:pt idx="10697">
                  <c:v>2.7668699999999999</c:v>
                </c:pt>
                <c:pt idx="10698">
                  <c:v>2.7671700000000001</c:v>
                </c:pt>
                <c:pt idx="10699">
                  <c:v>2.7674799999999999</c:v>
                </c:pt>
                <c:pt idx="10700">
                  <c:v>2.7677800000000001</c:v>
                </c:pt>
                <c:pt idx="10701">
                  <c:v>2.7680899999999999</c:v>
                </c:pt>
                <c:pt idx="10702">
                  <c:v>2.7683900000000001</c:v>
                </c:pt>
                <c:pt idx="10703">
                  <c:v>2.7686999999999999</c:v>
                </c:pt>
                <c:pt idx="10704">
                  <c:v>2.7690100000000002</c:v>
                </c:pt>
                <c:pt idx="10705">
                  <c:v>2.7693099999999999</c:v>
                </c:pt>
                <c:pt idx="10706">
                  <c:v>2.7696200000000002</c:v>
                </c:pt>
                <c:pt idx="10707">
                  <c:v>2.7699199999999999</c:v>
                </c:pt>
                <c:pt idx="10708">
                  <c:v>2.7702300000000002</c:v>
                </c:pt>
                <c:pt idx="10709">
                  <c:v>2.7705299999999999</c:v>
                </c:pt>
                <c:pt idx="10710">
                  <c:v>2.7708400000000002</c:v>
                </c:pt>
                <c:pt idx="10711">
                  <c:v>2.7711399999999999</c:v>
                </c:pt>
                <c:pt idx="10712">
                  <c:v>2.7714500000000002</c:v>
                </c:pt>
                <c:pt idx="10713">
                  <c:v>2.7717499999999999</c:v>
                </c:pt>
                <c:pt idx="10714">
                  <c:v>2.7720600000000002</c:v>
                </c:pt>
                <c:pt idx="10715">
                  <c:v>2.77237</c:v>
                </c:pt>
                <c:pt idx="10716">
                  <c:v>2.7726700000000002</c:v>
                </c:pt>
                <c:pt idx="10717">
                  <c:v>2.77298</c:v>
                </c:pt>
                <c:pt idx="10718">
                  <c:v>2.7732800000000002</c:v>
                </c:pt>
                <c:pt idx="10719">
                  <c:v>2.77359</c:v>
                </c:pt>
                <c:pt idx="10720">
                  <c:v>2.7738900000000002</c:v>
                </c:pt>
                <c:pt idx="10721">
                  <c:v>2.7742</c:v>
                </c:pt>
                <c:pt idx="10722">
                  <c:v>2.7745000000000002</c:v>
                </c:pt>
                <c:pt idx="10723">
                  <c:v>2.77481</c:v>
                </c:pt>
                <c:pt idx="10724">
                  <c:v>2.7751100000000002</c:v>
                </c:pt>
                <c:pt idx="10725">
                  <c:v>2.77542</c:v>
                </c:pt>
                <c:pt idx="10726">
                  <c:v>2.7757200000000002</c:v>
                </c:pt>
                <c:pt idx="10727">
                  <c:v>2.77603</c:v>
                </c:pt>
                <c:pt idx="10728">
                  <c:v>2.7763399999999998</c:v>
                </c:pt>
                <c:pt idx="10729">
                  <c:v>2.77664</c:v>
                </c:pt>
                <c:pt idx="10730">
                  <c:v>2.7769499999999998</c:v>
                </c:pt>
                <c:pt idx="10731">
                  <c:v>2.77725</c:v>
                </c:pt>
                <c:pt idx="10732">
                  <c:v>2.7775599999999998</c:v>
                </c:pt>
                <c:pt idx="10733">
                  <c:v>2.77786</c:v>
                </c:pt>
                <c:pt idx="10734">
                  <c:v>2.7781699999999998</c:v>
                </c:pt>
                <c:pt idx="10735">
                  <c:v>2.77847</c:v>
                </c:pt>
                <c:pt idx="10736">
                  <c:v>2.7787799999999998</c:v>
                </c:pt>
                <c:pt idx="10737">
                  <c:v>2.77908</c:v>
                </c:pt>
                <c:pt idx="10738">
                  <c:v>2.7793899999999998</c:v>
                </c:pt>
                <c:pt idx="10739">
                  <c:v>2.77969</c:v>
                </c:pt>
                <c:pt idx="10740">
                  <c:v>2.78</c:v>
                </c:pt>
                <c:pt idx="10741">
                  <c:v>2.7803100000000001</c:v>
                </c:pt>
                <c:pt idx="10742">
                  <c:v>2.7806099999999998</c:v>
                </c:pt>
                <c:pt idx="10743">
                  <c:v>2.7809200000000001</c:v>
                </c:pt>
                <c:pt idx="10744">
                  <c:v>2.7812199999999998</c:v>
                </c:pt>
                <c:pt idx="10745">
                  <c:v>2.7815300000000001</c:v>
                </c:pt>
                <c:pt idx="10746">
                  <c:v>2.7818299999999998</c:v>
                </c:pt>
                <c:pt idx="10747">
                  <c:v>2.7821400000000001</c:v>
                </c:pt>
                <c:pt idx="10748">
                  <c:v>2.7824399999999998</c:v>
                </c:pt>
                <c:pt idx="10749">
                  <c:v>2.7827500000000001</c:v>
                </c:pt>
                <c:pt idx="10750">
                  <c:v>2.7830499999999998</c:v>
                </c:pt>
                <c:pt idx="10751">
                  <c:v>2.7833600000000001</c:v>
                </c:pt>
                <c:pt idx="10752">
                  <c:v>2.7836599999999998</c:v>
                </c:pt>
                <c:pt idx="10753">
                  <c:v>2.7839700000000001</c:v>
                </c:pt>
                <c:pt idx="10754">
                  <c:v>2.7842799999999999</c:v>
                </c:pt>
                <c:pt idx="10755">
                  <c:v>2.7845800000000001</c:v>
                </c:pt>
                <c:pt idx="10756">
                  <c:v>2.7848899999999999</c:v>
                </c:pt>
                <c:pt idx="10757">
                  <c:v>2.7851900000000001</c:v>
                </c:pt>
                <c:pt idx="10758">
                  <c:v>2.7854999999999999</c:v>
                </c:pt>
                <c:pt idx="10759">
                  <c:v>2.7858000000000001</c:v>
                </c:pt>
                <c:pt idx="10760">
                  <c:v>2.7861099999999999</c:v>
                </c:pt>
                <c:pt idx="10761">
                  <c:v>2.7864100000000001</c:v>
                </c:pt>
                <c:pt idx="10762">
                  <c:v>2.7867199999999999</c:v>
                </c:pt>
                <c:pt idx="10763">
                  <c:v>2.7870200000000001</c:v>
                </c:pt>
                <c:pt idx="10764">
                  <c:v>2.7873299999999999</c:v>
                </c:pt>
                <c:pt idx="10765">
                  <c:v>2.7876300000000001</c:v>
                </c:pt>
                <c:pt idx="10766">
                  <c:v>2.7879399999999999</c:v>
                </c:pt>
                <c:pt idx="10767">
                  <c:v>2.7882500000000001</c:v>
                </c:pt>
                <c:pt idx="10768">
                  <c:v>2.7885499999999999</c:v>
                </c:pt>
                <c:pt idx="10769">
                  <c:v>2.7888600000000001</c:v>
                </c:pt>
                <c:pt idx="10770">
                  <c:v>2.7891599999999999</c:v>
                </c:pt>
                <c:pt idx="10771">
                  <c:v>2.7894700000000001</c:v>
                </c:pt>
                <c:pt idx="10772">
                  <c:v>2.7897699999999999</c:v>
                </c:pt>
                <c:pt idx="10773">
                  <c:v>2.7900800000000001</c:v>
                </c:pt>
                <c:pt idx="10774">
                  <c:v>2.7903799999999999</c:v>
                </c:pt>
                <c:pt idx="10775">
                  <c:v>2.7906900000000001</c:v>
                </c:pt>
                <c:pt idx="10776">
                  <c:v>2.7909899999999999</c:v>
                </c:pt>
                <c:pt idx="10777">
                  <c:v>2.7913000000000001</c:v>
                </c:pt>
                <c:pt idx="10778">
                  <c:v>2.7916099999999999</c:v>
                </c:pt>
                <c:pt idx="10779">
                  <c:v>2.7919100000000001</c:v>
                </c:pt>
                <c:pt idx="10780">
                  <c:v>2.7922199999999999</c:v>
                </c:pt>
                <c:pt idx="10781">
                  <c:v>2.7925200000000001</c:v>
                </c:pt>
                <c:pt idx="10782">
                  <c:v>2.7928299999999999</c:v>
                </c:pt>
                <c:pt idx="10783">
                  <c:v>2.7931300000000001</c:v>
                </c:pt>
                <c:pt idx="10784">
                  <c:v>2.7934399999999999</c:v>
                </c:pt>
                <c:pt idx="10785">
                  <c:v>2.7937400000000001</c:v>
                </c:pt>
                <c:pt idx="10786">
                  <c:v>2.7940499999999999</c:v>
                </c:pt>
                <c:pt idx="10787">
                  <c:v>2.7943500000000001</c:v>
                </c:pt>
                <c:pt idx="10788">
                  <c:v>2.7946599999999999</c:v>
                </c:pt>
                <c:pt idx="10789">
                  <c:v>2.7949600000000001</c:v>
                </c:pt>
                <c:pt idx="10790">
                  <c:v>2.7952699999999999</c:v>
                </c:pt>
                <c:pt idx="10791">
                  <c:v>2.7955800000000002</c:v>
                </c:pt>
                <c:pt idx="10792">
                  <c:v>2.7958799999999999</c:v>
                </c:pt>
                <c:pt idx="10793">
                  <c:v>2.7961900000000002</c:v>
                </c:pt>
                <c:pt idx="10794">
                  <c:v>2.7964899999999999</c:v>
                </c:pt>
                <c:pt idx="10795">
                  <c:v>2.7968000000000002</c:v>
                </c:pt>
                <c:pt idx="10796">
                  <c:v>2.7970999999999999</c:v>
                </c:pt>
                <c:pt idx="10797">
                  <c:v>2.7974100000000002</c:v>
                </c:pt>
                <c:pt idx="10798">
                  <c:v>2.7977099999999999</c:v>
                </c:pt>
                <c:pt idx="10799">
                  <c:v>2.7980200000000002</c:v>
                </c:pt>
                <c:pt idx="10800">
                  <c:v>2.7983199999999999</c:v>
                </c:pt>
                <c:pt idx="10801">
                  <c:v>2.7986300000000002</c:v>
                </c:pt>
                <c:pt idx="10802">
                  <c:v>2.7989299999999999</c:v>
                </c:pt>
                <c:pt idx="10803">
                  <c:v>2.7992400000000002</c:v>
                </c:pt>
                <c:pt idx="10804">
                  <c:v>2.79955</c:v>
                </c:pt>
                <c:pt idx="10805">
                  <c:v>2.7998500000000002</c:v>
                </c:pt>
                <c:pt idx="10806">
                  <c:v>2.80016</c:v>
                </c:pt>
                <c:pt idx="10807">
                  <c:v>2.8004600000000002</c:v>
                </c:pt>
                <c:pt idx="10808">
                  <c:v>2.80077</c:v>
                </c:pt>
                <c:pt idx="10809">
                  <c:v>2.8010700000000002</c:v>
                </c:pt>
                <c:pt idx="10810">
                  <c:v>2.80138</c:v>
                </c:pt>
                <c:pt idx="10811">
                  <c:v>2.8016800000000002</c:v>
                </c:pt>
                <c:pt idx="10812">
                  <c:v>2.80199</c:v>
                </c:pt>
                <c:pt idx="10813">
                  <c:v>2.8022900000000002</c:v>
                </c:pt>
                <c:pt idx="10814">
                  <c:v>2.8026</c:v>
                </c:pt>
                <c:pt idx="10815">
                  <c:v>2.8029000000000002</c:v>
                </c:pt>
                <c:pt idx="10816">
                  <c:v>2.80321</c:v>
                </c:pt>
                <c:pt idx="10817">
                  <c:v>2.8035199999999998</c:v>
                </c:pt>
                <c:pt idx="10818">
                  <c:v>2.80382</c:v>
                </c:pt>
                <c:pt idx="10819">
                  <c:v>2.8041299999999998</c:v>
                </c:pt>
                <c:pt idx="10820">
                  <c:v>2.80443</c:v>
                </c:pt>
                <c:pt idx="10821">
                  <c:v>2.8047399999999998</c:v>
                </c:pt>
                <c:pt idx="10822">
                  <c:v>2.80504</c:v>
                </c:pt>
                <c:pt idx="10823">
                  <c:v>2.8053499999999998</c:v>
                </c:pt>
                <c:pt idx="10824">
                  <c:v>2.80565</c:v>
                </c:pt>
                <c:pt idx="10825">
                  <c:v>2.8059599999999998</c:v>
                </c:pt>
                <c:pt idx="10826">
                  <c:v>2.80626</c:v>
                </c:pt>
                <c:pt idx="10827">
                  <c:v>2.8065699999999998</c:v>
                </c:pt>
                <c:pt idx="10828">
                  <c:v>2.80687</c:v>
                </c:pt>
                <c:pt idx="10829">
                  <c:v>2.8071799999999998</c:v>
                </c:pt>
                <c:pt idx="10830">
                  <c:v>2.80749</c:v>
                </c:pt>
                <c:pt idx="10831">
                  <c:v>2.8077899999999998</c:v>
                </c:pt>
                <c:pt idx="10832">
                  <c:v>2.8081</c:v>
                </c:pt>
                <c:pt idx="10833">
                  <c:v>2.8083999999999998</c:v>
                </c:pt>
                <c:pt idx="10834">
                  <c:v>2.80871</c:v>
                </c:pt>
                <c:pt idx="10835">
                  <c:v>2.8090099999999998</c:v>
                </c:pt>
                <c:pt idx="10836">
                  <c:v>2.80932</c:v>
                </c:pt>
                <c:pt idx="10837">
                  <c:v>2.8096199999999998</c:v>
                </c:pt>
                <c:pt idx="10838">
                  <c:v>2.80993</c:v>
                </c:pt>
                <c:pt idx="10839">
                  <c:v>2.8102299999999998</c:v>
                </c:pt>
                <c:pt idx="10840">
                  <c:v>2.81054</c:v>
                </c:pt>
                <c:pt idx="10841">
                  <c:v>2.8108499999999998</c:v>
                </c:pt>
                <c:pt idx="10842">
                  <c:v>2.81115</c:v>
                </c:pt>
                <c:pt idx="10843">
                  <c:v>2.8114599999999998</c:v>
                </c:pt>
                <c:pt idx="10844">
                  <c:v>2.81176</c:v>
                </c:pt>
                <c:pt idx="10845">
                  <c:v>2.8120699999999998</c:v>
                </c:pt>
                <c:pt idx="10846">
                  <c:v>2.81237</c:v>
                </c:pt>
                <c:pt idx="10847">
                  <c:v>2.8126799999999998</c:v>
                </c:pt>
                <c:pt idx="10848">
                  <c:v>2.81298</c:v>
                </c:pt>
                <c:pt idx="10849">
                  <c:v>2.8132899999999998</c:v>
                </c:pt>
                <c:pt idx="10850">
                  <c:v>2.81359</c:v>
                </c:pt>
                <c:pt idx="10851">
                  <c:v>2.8138999999999998</c:v>
                </c:pt>
                <c:pt idx="10852">
                  <c:v>2.8142</c:v>
                </c:pt>
                <c:pt idx="10853">
                  <c:v>2.8145099999999998</c:v>
                </c:pt>
                <c:pt idx="10854">
                  <c:v>2.8148200000000001</c:v>
                </c:pt>
                <c:pt idx="10855">
                  <c:v>2.8151199999999998</c:v>
                </c:pt>
                <c:pt idx="10856">
                  <c:v>2.8154300000000001</c:v>
                </c:pt>
                <c:pt idx="10857">
                  <c:v>2.8157299999999998</c:v>
                </c:pt>
                <c:pt idx="10858">
                  <c:v>2.8160400000000001</c:v>
                </c:pt>
                <c:pt idx="10859">
                  <c:v>2.8163399999999998</c:v>
                </c:pt>
                <c:pt idx="10860">
                  <c:v>2.8166500000000001</c:v>
                </c:pt>
                <c:pt idx="10861">
                  <c:v>2.8169499999999998</c:v>
                </c:pt>
                <c:pt idx="10862">
                  <c:v>2.8172600000000001</c:v>
                </c:pt>
                <c:pt idx="10863">
                  <c:v>2.8175599999999998</c:v>
                </c:pt>
                <c:pt idx="10864">
                  <c:v>2.8178700000000001</c:v>
                </c:pt>
                <c:pt idx="10865">
                  <c:v>2.8181699999999998</c:v>
                </c:pt>
                <c:pt idx="10866">
                  <c:v>2.8184800000000001</c:v>
                </c:pt>
                <c:pt idx="10867">
                  <c:v>2.8187899999999999</c:v>
                </c:pt>
                <c:pt idx="10868">
                  <c:v>2.8190900000000001</c:v>
                </c:pt>
                <c:pt idx="10869">
                  <c:v>2.8193999999999999</c:v>
                </c:pt>
                <c:pt idx="10870">
                  <c:v>2.8197000000000001</c:v>
                </c:pt>
                <c:pt idx="10871">
                  <c:v>2.8200099999999999</c:v>
                </c:pt>
                <c:pt idx="10872">
                  <c:v>2.8203100000000001</c:v>
                </c:pt>
                <c:pt idx="10873">
                  <c:v>2.8206199999999999</c:v>
                </c:pt>
                <c:pt idx="10874">
                  <c:v>2.8209200000000001</c:v>
                </c:pt>
                <c:pt idx="10875">
                  <c:v>2.8212299999999999</c:v>
                </c:pt>
                <c:pt idx="10876">
                  <c:v>2.8215300000000001</c:v>
                </c:pt>
                <c:pt idx="10877">
                  <c:v>2.8218399999999999</c:v>
                </c:pt>
                <c:pt idx="10878">
                  <c:v>2.8221400000000001</c:v>
                </c:pt>
                <c:pt idx="10879">
                  <c:v>2.8224499999999999</c:v>
                </c:pt>
                <c:pt idx="10880">
                  <c:v>2.8227600000000002</c:v>
                </c:pt>
                <c:pt idx="10881">
                  <c:v>2.8230599999999999</c:v>
                </c:pt>
                <c:pt idx="10882">
                  <c:v>2.8233700000000002</c:v>
                </c:pt>
                <c:pt idx="10883">
                  <c:v>2.8236699999999999</c:v>
                </c:pt>
                <c:pt idx="10884">
                  <c:v>2.8239800000000002</c:v>
                </c:pt>
                <c:pt idx="10885">
                  <c:v>2.8242799999999999</c:v>
                </c:pt>
                <c:pt idx="10886">
                  <c:v>2.8245900000000002</c:v>
                </c:pt>
                <c:pt idx="10887">
                  <c:v>2.8248899999999999</c:v>
                </c:pt>
                <c:pt idx="10888">
                  <c:v>2.8252000000000002</c:v>
                </c:pt>
                <c:pt idx="10889">
                  <c:v>2.8254999999999999</c:v>
                </c:pt>
                <c:pt idx="10890">
                  <c:v>2.8258100000000002</c:v>
                </c:pt>
                <c:pt idx="10891">
                  <c:v>2.8261099999999999</c:v>
                </c:pt>
                <c:pt idx="10892">
                  <c:v>2.8264200000000002</c:v>
                </c:pt>
                <c:pt idx="10893">
                  <c:v>2.82673</c:v>
                </c:pt>
                <c:pt idx="10894">
                  <c:v>2.8270300000000002</c:v>
                </c:pt>
                <c:pt idx="10895">
                  <c:v>2.82734</c:v>
                </c:pt>
                <c:pt idx="10896">
                  <c:v>2.8276400000000002</c:v>
                </c:pt>
                <c:pt idx="10897">
                  <c:v>2.82795</c:v>
                </c:pt>
                <c:pt idx="10898">
                  <c:v>2.8282500000000002</c:v>
                </c:pt>
                <c:pt idx="10899">
                  <c:v>2.82856</c:v>
                </c:pt>
                <c:pt idx="10900">
                  <c:v>2.8288600000000002</c:v>
                </c:pt>
                <c:pt idx="10901">
                  <c:v>2.82917</c:v>
                </c:pt>
                <c:pt idx="10902">
                  <c:v>2.8294700000000002</c:v>
                </c:pt>
                <c:pt idx="10903">
                  <c:v>2.82978</c:v>
                </c:pt>
                <c:pt idx="10904">
                  <c:v>2.8300900000000002</c:v>
                </c:pt>
                <c:pt idx="10905">
                  <c:v>2.83039</c:v>
                </c:pt>
                <c:pt idx="10906">
                  <c:v>2.8307000000000002</c:v>
                </c:pt>
                <c:pt idx="10907">
                  <c:v>2.831</c:v>
                </c:pt>
                <c:pt idx="10908">
                  <c:v>2.8313100000000002</c:v>
                </c:pt>
                <c:pt idx="10909">
                  <c:v>2.83161</c:v>
                </c:pt>
                <c:pt idx="10910">
                  <c:v>2.8319200000000002</c:v>
                </c:pt>
                <c:pt idx="10911">
                  <c:v>2.83222</c:v>
                </c:pt>
                <c:pt idx="10912">
                  <c:v>2.8325300000000002</c:v>
                </c:pt>
                <c:pt idx="10913">
                  <c:v>2.83283</c:v>
                </c:pt>
                <c:pt idx="10914">
                  <c:v>2.8331400000000002</c:v>
                </c:pt>
                <c:pt idx="10915">
                  <c:v>2.83344</c:v>
                </c:pt>
                <c:pt idx="10916">
                  <c:v>2.8337500000000002</c:v>
                </c:pt>
                <c:pt idx="10917">
                  <c:v>2.83406</c:v>
                </c:pt>
                <c:pt idx="10918">
                  <c:v>2.8343600000000002</c:v>
                </c:pt>
                <c:pt idx="10919">
                  <c:v>2.83467</c:v>
                </c:pt>
                <c:pt idx="10920">
                  <c:v>2.8349700000000002</c:v>
                </c:pt>
                <c:pt idx="10921">
                  <c:v>2.83528</c:v>
                </c:pt>
                <c:pt idx="10922">
                  <c:v>2.8355800000000002</c:v>
                </c:pt>
                <c:pt idx="10923">
                  <c:v>2.83589</c:v>
                </c:pt>
                <c:pt idx="10924">
                  <c:v>2.8361900000000002</c:v>
                </c:pt>
                <c:pt idx="10925">
                  <c:v>2.8365</c:v>
                </c:pt>
                <c:pt idx="10926">
                  <c:v>2.8368000000000002</c:v>
                </c:pt>
                <c:pt idx="10927">
                  <c:v>2.83711</c:v>
                </c:pt>
                <c:pt idx="10928">
                  <c:v>2.8374100000000002</c:v>
                </c:pt>
                <c:pt idx="10929">
                  <c:v>2.83772</c:v>
                </c:pt>
                <c:pt idx="10930">
                  <c:v>2.8380299999999998</c:v>
                </c:pt>
                <c:pt idx="10931">
                  <c:v>2.83833</c:v>
                </c:pt>
                <c:pt idx="10932">
                  <c:v>2.8386399999999998</c:v>
                </c:pt>
                <c:pt idx="10933">
                  <c:v>2.83894</c:v>
                </c:pt>
                <c:pt idx="10934">
                  <c:v>2.8392499999999998</c:v>
                </c:pt>
                <c:pt idx="10935">
                  <c:v>2.83955</c:v>
                </c:pt>
                <c:pt idx="10936">
                  <c:v>2.8398599999999998</c:v>
                </c:pt>
                <c:pt idx="10937">
                  <c:v>2.84016</c:v>
                </c:pt>
                <c:pt idx="10938">
                  <c:v>2.8404699999999998</c:v>
                </c:pt>
                <c:pt idx="10939">
                  <c:v>2.84077</c:v>
                </c:pt>
                <c:pt idx="10940">
                  <c:v>2.8410799999999998</c:v>
                </c:pt>
                <c:pt idx="10941">
                  <c:v>2.84138</c:v>
                </c:pt>
                <c:pt idx="10942">
                  <c:v>2.8416899999999998</c:v>
                </c:pt>
                <c:pt idx="10943">
                  <c:v>2.8420000000000001</c:v>
                </c:pt>
                <c:pt idx="10944">
                  <c:v>2.8422999999999998</c:v>
                </c:pt>
                <c:pt idx="10945">
                  <c:v>2.8426100000000001</c:v>
                </c:pt>
                <c:pt idx="10946">
                  <c:v>2.8429099999999998</c:v>
                </c:pt>
                <c:pt idx="10947">
                  <c:v>2.8432200000000001</c:v>
                </c:pt>
                <c:pt idx="10948">
                  <c:v>2.8435199999999998</c:v>
                </c:pt>
                <c:pt idx="10949">
                  <c:v>2.8438300000000001</c:v>
                </c:pt>
                <c:pt idx="10950">
                  <c:v>2.8441299999999998</c:v>
                </c:pt>
                <c:pt idx="10951">
                  <c:v>2.8444400000000001</c:v>
                </c:pt>
                <c:pt idx="10952">
                  <c:v>2.8447399999999998</c:v>
                </c:pt>
                <c:pt idx="10953">
                  <c:v>2.8450500000000001</c:v>
                </c:pt>
                <c:pt idx="10954">
                  <c:v>2.8453599999999999</c:v>
                </c:pt>
                <c:pt idx="10955">
                  <c:v>2.8456600000000001</c:v>
                </c:pt>
                <c:pt idx="10956">
                  <c:v>2.8459699999999999</c:v>
                </c:pt>
                <c:pt idx="10957">
                  <c:v>2.8462700000000001</c:v>
                </c:pt>
                <c:pt idx="10958">
                  <c:v>2.8465799999999999</c:v>
                </c:pt>
                <c:pt idx="10959">
                  <c:v>2.8468800000000001</c:v>
                </c:pt>
                <c:pt idx="10960">
                  <c:v>2.8471899999999999</c:v>
                </c:pt>
                <c:pt idx="10961">
                  <c:v>2.8474900000000001</c:v>
                </c:pt>
                <c:pt idx="10962">
                  <c:v>2.8477999999999999</c:v>
                </c:pt>
                <c:pt idx="10963">
                  <c:v>2.8481000000000001</c:v>
                </c:pt>
                <c:pt idx="10964">
                  <c:v>2.8484099999999999</c:v>
                </c:pt>
                <c:pt idx="10965">
                  <c:v>2.8487100000000001</c:v>
                </c:pt>
                <c:pt idx="10966">
                  <c:v>2.8490199999999999</c:v>
                </c:pt>
                <c:pt idx="10967">
                  <c:v>2.8493300000000001</c:v>
                </c:pt>
                <c:pt idx="10968">
                  <c:v>2.8496299999999999</c:v>
                </c:pt>
                <c:pt idx="10969">
                  <c:v>2.8499400000000001</c:v>
                </c:pt>
                <c:pt idx="10970">
                  <c:v>2.8502399999999999</c:v>
                </c:pt>
                <c:pt idx="10971">
                  <c:v>2.8505500000000001</c:v>
                </c:pt>
                <c:pt idx="10972">
                  <c:v>2.8508499999999999</c:v>
                </c:pt>
                <c:pt idx="10973">
                  <c:v>2.8511600000000001</c:v>
                </c:pt>
                <c:pt idx="10974">
                  <c:v>2.8514599999999999</c:v>
                </c:pt>
                <c:pt idx="10975">
                  <c:v>2.8517700000000001</c:v>
                </c:pt>
                <c:pt idx="10976">
                  <c:v>2.8520699999999999</c:v>
                </c:pt>
                <c:pt idx="10977">
                  <c:v>2.8523800000000001</c:v>
                </c:pt>
                <c:pt idx="10978">
                  <c:v>2.8526799999999999</c:v>
                </c:pt>
                <c:pt idx="10979">
                  <c:v>2.8529900000000001</c:v>
                </c:pt>
                <c:pt idx="10980">
                  <c:v>2.8532999999999999</c:v>
                </c:pt>
                <c:pt idx="10981">
                  <c:v>2.8536000000000001</c:v>
                </c:pt>
                <c:pt idx="10982">
                  <c:v>2.8539099999999999</c:v>
                </c:pt>
                <c:pt idx="10983">
                  <c:v>2.8542100000000001</c:v>
                </c:pt>
                <c:pt idx="10984">
                  <c:v>2.8545199999999999</c:v>
                </c:pt>
                <c:pt idx="10985">
                  <c:v>2.8548200000000001</c:v>
                </c:pt>
                <c:pt idx="10986">
                  <c:v>2.8551299999999999</c:v>
                </c:pt>
                <c:pt idx="10987">
                  <c:v>2.8554300000000001</c:v>
                </c:pt>
                <c:pt idx="10988">
                  <c:v>2.8557399999999999</c:v>
                </c:pt>
                <c:pt idx="10989">
                  <c:v>2.8560400000000001</c:v>
                </c:pt>
                <c:pt idx="10990">
                  <c:v>2.8563499999999999</c:v>
                </c:pt>
                <c:pt idx="10991">
                  <c:v>2.8566500000000001</c:v>
                </c:pt>
                <c:pt idx="10992">
                  <c:v>2.8569599999999999</c:v>
                </c:pt>
                <c:pt idx="10993">
                  <c:v>2.8572700000000002</c:v>
                </c:pt>
                <c:pt idx="10994">
                  <c:v>2.8575699999999999</c:v>
                </c:pt>
                <c:pt idx="10995">
                  <c:v>2.8578800000000002</c:v>
                </c:pt>
                <c:pt idx="10996">
                  <c:v>2.8581799999999999</c:v>
                </c:pt>
                <c:pt idx="10997">
                  <c:v>2.8584900000000002</c:v>
                </c:pt>
                <c:pt idx="10998">
                  <c:v>2.8587899999999999</c:v>
                </c:pt>
                <c:pt idx="10999">
                  <c:v>2.8591000000000002</c:v>
                </c:pt>
                <c:pt idx="11000">
                  <c:v>2.8593999999999999</c:v>
                </c:pt>
                <c:pt idx="11001">
                  <c:v>2.8597100000000002</c:v>
                </c:pt>
                <c:pt idx="11002">
                  <c:v>2.8600099999999999</c:v>
                </c:pt>
                <c:pt idx="11003">
                  <c:v>2.8603200000000002</c:v>
                </c:pt>
                <c:pt idx="11004">
                  <c:v>2.8606199999999999</c:v>
                </c:pt>
                <c:pt idx="11005">
                  <c:v>2.8609300000000002</c:v>
                </c:pt>
                <c:pt idx="11006">
                  <c:v>2.86124</c:v>
                </c:pt>
                <c:pt idx="11007">
                  <c:v>2.8615400000000002</c:v>
                </c:pt>
                <c:pt idx="11008">
                  <c:v>2.86185</c:v>
                </c:pt>
                <c:pt idx="11009">
                  <c:v>2.8621500000000002</c:v>
                </c:pt>
                <c:pt idx="11010">
                  <c:v>2.86246</c:v>
                </c:pt>
                <c:pt idx="11011">
                  <c:v>2.8627600000000002</c:v>
                </c:pt>
                <c:pt idx="11012">
                  <c:v>2.86307</c:v>
                </c:pt>
                <c:pt idx="11013">
                  <c:v>2.8633700000000002</c:v>
                </c:pt>
                <c:pt idx="11014">
                  <c:v>2.86368</c:v>
                </c:pt>
                <c:pt idx="11015">
                  <c:v>2.8639800000000002</c:v>
                </c:pt>
                <c:pt idx="11016">
                  <c:v>2.86429</c:v>
                </c:pt>
                <c:pt idx="11017">
                  <c:v>2.8645999999999998</c:v>
                </c:pt>
                <c:pt idx="11018">
                  <c:v>2.8649</c:v>
                </c:pt>
                <c:pt idx="11019">
                  <c:v>2.8652099999999998</c:v>
                </c:pt>
                <c:pt idx="11020">
                  <c:v>2.86551</c:v>
                </c:pt>
                <c:pt idx="11021">
                  <c:v>2.8658199999999998</c:v>
                </c:pt>
                <c:pt idx="11022">
                  <c:v>2.86612</c:v>
                </c:pt>
                <c:pt idx="11023">
                  <c:v>2.8664299999999998</c:v>
                </c:pt>
                <c:pt idx="11024">
                  <c:v>2.86673</c:v>
                </c:pt>
                <c:pt idx="11025">
                  <c:v>2.8670399999999998</c:v>
                </c:pt>
                <c:pt idx="11026">
                  <c:v>2.86734</c:v>
                </c:pt>
                <c:pt idx="11027">
                  <c:v>2.8676499999999998</c:v>
                </c:pt>
                <c:pt idx="11028">
                  <c:v>2.86795</c:v>
                </c:pt>
                <c:pt idx="11029">
                  <c:v>2.8682599999999998</c:v>
                </c:pt>
                <c:pt idx="11030">
                  <c:v>2.8685700000000001</c:v>
                </c:pt>
                <c:pt idx="11031">
                  <c:v>2.8688699999999998</c:v>
                </c:pt>
                <c:pt idx="11032">
                  <c:v>2.8691800000000001</c:v>
                </c:pt>
                <c:pt idx="11033">
                  <c:v>2.8694799999999998</c:v>
                </c:pt>
                <c:pt idx="11034">
                  <c:v>2.8697900000000001</c:v>
                </c:pt>
                <c:pt idx="11035">
                  <c:v>2.8700899999999998</c:v>
                </c:pt>
                <c:pt idx="11036">
                  <c:v>2.8704000000000001</c:v>
                </c:pt>
                <c:pt idx="11037">
                  <c:v>2.8706999999999998</c:v>
                </c:pt>
                <c:pt idx="11038">
                  <c:v>2.8710100000000001</c:v>
                </c:pt>
                <c:pt idx="11039">
                  <c:v>2.8713099999999998</c:v>
                </c:pt>
                <c:pt idx="11040">
                  <c:v>2.8716200000000001</c:v>
                </c:pt>
                <c:pt idx="11041">
                  <c:v>2.8719199999999998</c:v>
                </c:pt>
                <c:pt idx="11042">
                  <c:v>2.8722300000000001</c:v>
                </c:pt>
                <c:pt idx="11043">
                  <c:v>2.8725399999999999</c:v>
                </c:pt>
                <c:pt idx="11044">
                  <c:v>2.8728400000000001</c:v>
                </c:pt>
                <c:pt idx="11045">
                  <c:v>2.8731499999999999</c:v>
                </c:pt>
                <c:pt idx="11046">
                  <c:v>2.8734500000000001</c:v>
                </c:pt>
                <c:pt idx="11047">
                  <c:v>2.8737599999999999</c:v>
                </c:pt>
                <c:pt idx="11048">
                  <c:v>2.8740600000000001</c:v>
                </c:pt>
                <c:pt idx="11049">
                  <c:v>2.8743699999999999</c:v>
                </c:pt>
                <c:pt idx="11050">
                  <c:v>2.8746700000000001</c:v>
                </c:pt>
                <c:pt idx="11051">
                  <c:v>2.8749799999999999</c:v>
                </c:pt>
                <c:pt idx="11052">
                  <c:v>2.8752800000000001</c:v>
                </c:pt>
                <c:pt idx="11053">
                  <c:v>2.8755899999999999</c:v>
                </c:pt>
                <c:pt idx="11054">
                  <c:v>2.8758900000000001</c:v>
                </c:pt>
                <c:pt idx="11055">
                  <c:v>2.8761999999999999</c:v>
                </c:pt>
                <c:pt idx="11056">
                  <c:v>2.8765100000000001</c:v>
                </c:pt>
                <c:pt idx="11057">
                  <c:v>2.8768099999999999</c:v>
                </c:pt>
                <c:pt idx="11058">
                  <c:v>2.8771200000000001</c:v>
                </c:pt>
                <c:pt idx="11059">
                  <c:v>2.8774199999999999</c:v>
                </c:pt>
                <c:pt idx="11060">
                  <c:v>2.8777300000000001</c:v>
                </c:pt>
                <c:pt idx="11061">
                  <c:v>2.8780299999999999</c:v>
                </c:pt>
                <c:pt idx="11062">
                  <c:v>2.8783400000000001</c:v>
                </c:pt>
                <c:pt idx="11063">
                  <c:v>2.8786399999999999</c:v>
                </c:pt>
                <c:pt idx="11064">
                  <c:v>2.8789500000000001</c:v>
                </c:pt>
                <c:pt idx="11065">
                  <c:v>2.8792499999999999</c:v>
                </c:pt>
                <c:pt idx="11066">
                  <c:v>2.8795600000000001</c:v>
                </c:pt>
                <c:pt idx="11067">
                  <c:v>2.8798599999999999</c:v>
                </c:pt>
                <c:pt idx="11068">
                  <c:v>2.8801700000000001</c:v>
                </c:pt>
                <c:pt idx="11069">
                  <c:v>2.8804799999999999</c:v>
                </c:pt>
                <c:pt idx="11070">
                  <c:v>2.8807800000000001</c:v>
                </c:pt>
                <c:pt idx="11071">
                  <c:v>2.8810899999999999</c:v>
                </c:pt>
                <c:pt idx="11072">
                  <c:v>2.8813900000000001</c:v>
                </c:pt>
                <c:pt idx="11073">
                  <c:v>2.8816999999999999</c:v>
                </c:pt>
                <c:pt idx="11074">
                  <c:v>2.8820000000000001</c:v>
                </c:pt>
                <c:pt idx="11075">
                  <c:v>2.8823099999999999</c:v>
                </c:pt>
                <c:pt idx="11076">
                  <c:v>2.8826100000000001</c:v>
                </c:pt>
                <c:pt idx="11077">
                  <c:v>2.8829199999999999</c:v>
                </c:pt>
                <c:pt idx="11078">
                  <c:v>2.8832200000000001</c:v>
                </c:pt>
                <c:pt idx="11079">
                  <c:v>2.8835299999999999</c:v>
                </c:pt>
                <c:pt idx="11080">
                  <c:v>2.8838400000000002</c:v>
                </c:pt>
                <c:pt idx="11081">
                  <c:v>2.8841399999999999</c:v>
                </c:pt>
                <c:pt idx="11082">
                  <c:v>2.8844500000000002</c:v>
                </c:pt>
                <c:pt idx="11083">
                  <c:v>2.8847499999999999</c:v>
                </c:pt>
                <c:pt idx="11084">
                  <c:v>2.8850600000000002</c:v>
                </c:pt>
                <c:pt idx="11085">
                  <c:v>2.8853599999999999</c:v>
                </c:pt>
                <c:pt idx="11086">
                  <c:v>2.8856700000000002</c:v>
                </c:pt>
                <c:pt idx="11087">
                  <c:v>2.8859699999999999</c:v>
                </c:pt>
                <c:pt idx="11088">
                  <c:v>2.8862800000000002</c:v>
                </c:pt>
                <c:pt idx="11089">
                  <c:v>2.8865799999999999</c:v>
                </c:pt>
                <c:pt idx="11090">
                  <c:v>2.8868900000000002</c:v>
                </c:pt>
                <c:pt idx="11091">
                  <c:v>2.8871899999999999</c:v>
                </c:pt>
                <c:pt idx="11092">
                  <c:v>2.8875000000000002</c:v>
                </c:pt>
                <c:pt idx="11093">
                  <c:v>2.88781</c:v>
                </c:pt>
                <c:pt idx="11094">
                  <c:v>2.8881100000000002</c:v>
                </c:pt>
                <c:pt idx="11095">
                  <c:v>2.88842</c:v>
                </c:pt>
                <c:pt idx="11096">
                  <c:v>2.8887200000000002</c:v>
                </c:pt>
                <c:pt idx="11097">
                  <c:v>2.88903</c:v>
                </c:pt>
                <c:pt idx="11098">
                  <c:v>2.8893300000000002</c:v>
                </c:pt>
                <c:pt idx="11099">
                  <c:v>2.88964</c:v>
                </c:pt>
                <c:pt idx="11100">
                  <c:v>2.8899400000000002</c:v>
                </c:pt>
                <c:pt idx="11101">
                  <c:v>2.89025</c:v>
                </c:pt>
                <c:pt idx="11102">
                  <c:v>2.8905500000000002</c:v>
                </c:pt>
                <c:pt idx="11103">
                  <c:v>2.89086</c:v>
                </c:pt>
                <c:pt idx="11104">
                  <c:v>2.8911600000000002</c:v>
                </c:pt>
                <c:pt idx="11105">
                  <c:v>2.89147</c:v>
                </c:pt>
                <c:pt idx="11106">
                  <c:v>2.8917799999999998</c:v>
                </c:pt>
                <c:pt idx="11107">
                  <c:v>2.89208</c:v>
                </c:pt>
                <c:pt idx="11108">
                  <c:v>2.8923899999999998</c:v>
                </c:pt>
                <c:pt idx="11109">
                  <c:v>2.89269</c:v>
                </c:pt>
                <c:pt idx="11110">
                  <c:v>2.8929999999999998</c:v>
                </c:pt>
                <c:pt idx="11111">
                  <c:v>2.8933</c:v>
                </c:pt>
                <c:pt idx="11112">
                  <c:v>2.8936099999999998</c:v>
                </c:pt>
                <c:pt idx="11113">
                  <c:v>2.89391</c:v>
                </c:pt>
                <c:pt idx="11114">
                  <c:v>2.8942199999999998</c:v>
                </c:pt>
                <c:pt idx="11115">
                  <c:v>2.89452</c:v>
                </c:pt>
                <c:pt idx="11116">
                  <c:v>2.8948299999999998</c:v>
                </c:pt>
                <c:pt idx="11117">
                  <c:v>2.89513</c:v>
                </c:pt>
                <c:pt idx="11118">
                  <c:v>2.8954399999999998</c:v>
                </c:pt>
                <c:pt idx="11119">
                  <c:v>2.89575</c:v>
                </c:pt>
                <c:pt idx="11120">
                  <c:v>2.8960499999999998</c:v>
                </c:pt>
                <c:pt idx="11121">
                  <c:v>2.89636</c:v>
                </c:pt>
                <c:pt idx="11122">
                  <c:v>2.8966599999999998</c:v>
                </c:pt>
                <c:pt idx="11123">
                  <c:v>2.89697</c:v>
                </c:pt>
                <c:pt idx="11124">
                  <c:v>2.8972699999999998</c:v>
                </c:pt>
                <c:pt idx="11125">
                  <c:v>2.89758</c:v>
                </c:pt>
                <c:pt idx="11126">
                  <c:v>2.8978799999999998</c:v>
                </c:pt>
                <c:pt idx="11127">
                  <c:v>2.89819</c:v>
                </c:pt>
                <c:pt idx="11128">
                  <c:v>2.8984899999999998</c:v>
                </c:pt>
                <c:pt idx="11129">
                  <c:v>2.8988</c:v>
                </c:pt>
                <c:pt idx="11130">
                  <c:v>2.8991099999999999</c:v>
                </c:pt>
                <c:pt idx="11131">
                  <c:v>2.89941</c:v>
                </c:pt>
                <c:pt idx="11132">
                  <c:v>2.8997199999999999</c:v>
                </c:pt>
                <c:pt idx="11133">
                  <c:v>2.90002</c:v>
                </c:pt>
                <c:pt idx="11134">
                  <c:v>2.9003299999999999</c:v>
                </c:pt>
                <c:pt idx="11135">
                  <c:v>2.90063</c:v>
                </c:pt>
                <c:pt idx="11136">
                  <c:v>2.9009399999999999</c:v>
                </c:pt>
                <c:pt idx="11137">
                  <c:v>2.90124</c:v>
                </c:pt>
                <c:pt idx="11138">
                  <c:v>2.9015499999999999</c:v>
                </c:pt>
                <c:pt idx="11139">
                  <c:v>2.90185</c:v>
                </c:pt>
                <c:pt idx="11140">
                  <c:v>2.9021599999999999</c:v>
                </c:pt>
                <c:pt idx="11141">
                  <c:v>2.90246</c:v>
                </c:pt>
                <c:pt idx="11142">
                  <c:v>2.9027699999999999</c:v>
                </c:pt>
                <c:pt idx="11143">
                  <c:v>2.9030800000000001</c:v>
                </c:pt>
                <c:pt idx="11144">
                  <c:v>2.9033799999999998</c:v>
                </c:pt>
                <c:pt idx="11145">
                  <c:v>2.9036900000000001</c:v>
                </c:pt>
                <c:pt idx="11146">
                  <c:v>2.9039899999999998</c:v>
                </c:pt>
                <c:pt idx="11147">
                  <c:v>2.9043000000000001</c:v>
                </c:pt>
                <c:pt idx="11148">
                  <c:v>2.9045999999999998</c:v>
                </c:pt>
                <c:pt idx="11149">
                  <c:v>2.9049100000000001</c:v>
                </c:pt>
                <c:pt idx="11150">
                  <c:v>2.9052099999999998</c:v>
                </c:pt>
                <c:pt idx="11151">
                  <c:v>2.9055200000000001</c:v>
                </c:pt>
                <c:pt idx="11152">
                  <c:v>2.9058199999999998</c:v>
                </c:pt>
                <c:pt idx="11153">
                  <c:v>2.9061300000000001</c:v>
                </c:pt>
                <c:pt idx="11154">
                  <c:v>2.9064299999999998</c:v>
                </c:pt>
                <c:pt idx="11155">
                  <c:v>2.9067400000000001</c:v>
                </c:pt>
                <c:pt idx="11156">
                  <c:v>2.9070499999999999</c:v>
                </c:pt>
                <c:pt idx="11157">
                  <c:v>2.9073500000000001</c:v>
                </c:pt>
                <c:pt idx="11158">
                  <c:v>2.9076599999999999</c:v>
                </c:pt>
                <c:pt idx="11159">
                  <c:v>2.9079600000000001</c:v>
                </c:pt>
                <c:pt idx="11160">
                  <c:v>2.9082699999999999</c:v>
                </c:pt>
                <c:pt idx="11161">
                  <c:v>2.9085700000000001</c:v>
                </c:pt>
                <c:pt idx="11162">
                  <c:v>2.9088799999999999</c:v>
                </c:pt>
                <c:pt idx="11163">
                  <c:v>2.9091800000000001</c:v>
                </c:pt>
                <c:pt idx="11164">
                  <c:v>2.9094899999999999</c:v>
                </c:pt>
                <c:pt idx="11165">
                  <c:v>2.9097900000000001</c:v>
                </c:pt>
                <c:pt idx="11166">
                  <c:v>2.9100999999999999</c:v>
                </c:pt>
                <c:pt idx="11167">
                  <c:v>2.9104000000000001</c:v>
                </c:pt>
                <c:pt idx="11168">
                  <c:v>2.9107099999999999</c:v>
                </c:pt>
                <c:pt idx="11169">
                  <c:v>2.9110200000000002</c:v>
                </c:pt>
                <c:pt idx="11170">
                  <c:v>2.9113199999999999</c:v>
                </c:pt>
                <c:pt idx="11171">
                  <c:v>2.9116300000000002</c:v>
                </c:pt>
                <c:pt idx="11172">
                  <c:v>2.9119299999999999</c:v>
                </c:pt>
                <c:pt idx="11173">
                  <c:v>2.9122400000000002</c:v>
                </c:pt>
                <c:pt idx="11174">
                  <c:v>2.9125399999999999</c:v>
                </c:pt>
                <c:pt idx="11175">
                  <c:v>2.9128500000000002</c:v>
                </c:pt>
                <c:pt idx="11176">
                  <c:v>2.9131499999999999</c:v>
                </c:pt>
                <c:pt idx="11177">
                  <c:v>2.9134600000000002</c:v>
                </c:pt>
                <c:pt idx="11178">
                  <c:v>2.9137599999999999</c:v>
                </c:pt>
                <c:pt idx="11179">
                  <c:v>2.9140700000000002</c:v>
                </c:pt>
                <c:pt idx="11180">
                  <c:v>2.9143699999999999</c:v>
                </c:pt>
                <c:pt idx="11181">
                  <c:v>2.9146800000000002</c:v>
                </c:pt>
                <c:pt idx="11182">
                  <c:v>2.91499</c:v>
                </c:pt>
                <c:pt idx="11183">
                  <c:v>2.9152900000000002</c:v>
                </c:pt>
                <c:pt idx="11184">
                  <c:v>2.9156</c:v>
                </c:pt>
                <c:pt idx="11185">
                  <c:v>2.9159000000000002</c:v>
                </c:pt>
                <c:pt idx="11186">
                  <c:v>2.91621</c:v>
                </c:pt>
                <c:pt idx="11187">
                  <c:v>2.9165100000000002</c:v>
                </c:pt>
                <c:pt idx="11188">
                  <c:v>2.91682</c:v>
                </c:pt>
                <c:pt idx="11189">
                  <c:v>2.9171200000000002</c:v>
                </c:pt>
                <c:pt idx="11190">
                  <c:v>2.91743</c:v>
                </c:pt>
                <c:pt idx="11191">
                  <c:v>2.9177300000000002</c:v>
                </c:pt>
                <c:pt idx="11192">
                  <c:v>2.91804</c:v>
                </c:pt>
                <c:pt idx="11193">
                  <c:v>2.9183500000000002</c:v>
                </c:pt>
                <c:pt idx="11194">
                  <c:v>2.91865</c:v>
                </c:pt>
                <c:pt idx="11195">
                  <c:v>2.9189600000000002</c:v>
                </c:pt>
                <c:pt idx="11196">
                  <c:v>2.91926</c:v>
                </c:pt>
                <c:pt idx="11197">
                  <c:v>2.9195700000000002</c:v>
                </c:pt>
                <c:pt idx="11198">
                  <c:v>2.91987</c:v>
                </c:pt>
                <c:pt idx="11199">
                  <c:v>2.9201800000000002</c:v>
                </c:pt>
                <c:pt idx="11200">
                  <c:v>2.92048</c:v>
                </c:pt>
                <c:pt idx="11201">
                  <c:v>2.9207900000000002</c:v>
                </c:pt>
                <c:pt idx="11202">
                  <c:v>2.92109</c:v>
                </c:pt>
                <c:pt idx="11203">
                  <c:v>2.9214000000000002</c:v>
                </c:pt>
                <c:pt idx="11204">
                  <c:v>2.9217</c:v>
                </c:pt>
                <c:pt idx="11205">
                  <c:v>2.9220100000000002</c:v>
                </c:pt>
                <c:pt idx="11206">
                  <c:v>2.92232</c:v>
                </c:pt>
                <c:pt idx="11207">
                  <c:v>2.9226200000000002</c:v>
                </c:pt>
                <c:pt idx="11208">
                  <c:v>2.92293</c:v>
                </c:pt>
                <c:pt idx="11209">
                  <c:v>2.9232300000000002</c:v>
                </c:pt>
                <c:pt idx="11210">
                  <c:v>2.92354</c:v>
                </c:pt>
                <c:pt idx="11211">
                  <c:v>2.9238400000000002</c:v>
                </c:pt>
                <c:pt idx="11212">
                  <c:v>2.92415</c:v>
                </c:pt>
                <c:pt idx="11213">
                  <c:v>2.9244500000000002</c:v>
                </c:pt>
                <c:pt idx="11214">
                  <c:v>2.92476</c:v>
                </c:pt>
                <c:pt idx="11215">
                  <c:v>2.9250600000000002</c:v>
                </c:pt>
                <c:pt idx="11216">
                  <c:v>2.92537</c:v>
                </c:pt>
                <c:pt idx="11217">
                  <c:v>2.9256700000000002</c:v>
                </c:pt>
                <c:pt idx="11218">
                  <c:v>2.92598</c:v>
                </c:pt>
                <c:pt idx="11219">
                  <c:v>2.9262899999999998</c:v>
                </c:pt>
                <c:pt idx="11220">
                  <c:v>2.92659</c:v>
                </c:pt>
                <c:pt idx="11221">
                  <c:v>2.9268999999999998</c:v>
                </c:pt>
                <c:pt idx="11222">
                  <c:v>2.9272</c:v>
                </c:pt>
                <c:pt idx="11223">
                  <c:v>2.9275099999999998</c:v>
                </c:pt>
                <c:pt idx="11224">
                  <c:v>2.92781</c:v>
                </c:pt>
                <c:pt idx="11225">
                  <c:v>2.9281199999999998</c:v>
                </c:pt>
                <c:pt idx="11226">
                  <c:v>2.92842</c:v>
                </c:pt>
                <c:pt idx="11227">
                  <c:v>2.9287299999999998</c:v>
                </c:pt>
                <c:pt idx="11228">
                  <c:v>2.92903</c:v>
                </c:pt>
                <c:pt idx="11229">
                  <c:v>2.9293399999999998</c:v>
                </c:pt>
                <c:pt idx="11230">
                  <c:v>2.92964</c:v>
                </c:pt>
                <c:pt idx="11231">
                  <c:v>2.9299499999999998</c:v>
                </c:pt>
                <c:pt idx="11232">
                  <c:v>2.9302600000000001</c:v>
                </c:pt>
                <c:pt idx="11233">
                  <c:v>2.9305599999999998</c:v>
                </c:pt>
                <c:pt idx="11234">
                  <c:v>2.9308700000000001</c:v>
                </c:pt>
                <c:pt idx="11235">
                  <c:v>2.9311699999999998</c:v>
                </c:pt>
                <c:pt idx="11236">
                  <c:v>2.9314800000000001</c:v>
                </c:pt>
                <c:pt idx="11237">
                  <c:v>2.9317799999999998</c:v>
                </c:pt>
                <c:pt idx="11238">
                  <c:v>2.9320900000000001</c:v>
                </c:pt>
                <c:pt idx="11239">
                  <c:v>2.9323899999999998</c:v>
                </c:pt>
                <c:pt idx="11240">
                  <c:v>2.9327000000000001</c:v>
                </c:pt>
                <c:pt idx="11241">
                  <c:v>2.9329999999999998</c:v>
                </c:pt>
                <c:pt idx="11242">
                  <c:v>2.9333100000000001</c:v>
                </c:pt>
                <c:pt idx="11243">
                  <c:v>2.9336099999999998</c:v>
                </c:pt>
                <c:pt idx="11244">
                  <c:v>2.9339200000000001</c:v>
                </c:pt>
                <c:pt idx="11245">
                  <c:v>2.9342299999999999</c:v>
                </c:pt>
                <c:pt idx="11246">
                  <c:v>2.9345300000000001</c:v>
                </c:pt>
                <c:pt idx="11247">
                  <c:v>2.9348399999999999</c:v>
                </c:pt>
                <c:pt idx="11248">
                  <c:v>2.9351400000000001</c:v>
                </c:pt>
                <c:pt idx="11249">
                  <c:v>2.9354499999999999</c:v>
                </c:pt>
                <c:pt idx="11250">
                  <c:v>2.9357500000000001</c:v>
                </c:pt>
                <c:pt idx="11251">
                  <c:v>2.9360599999999999</c:v>
                </c:pt>
                <c:pt idx="11252">
                  <c:v>2.9363600000000001</c:v>
                </c:pt>
                <c:pt idx="11253">
                  <c:v>2.9366699999999999</c:v>
                </c:pt>
                <c:pt idx="11254">
                  <c:v>2.9369700000000001</c:v>
                </c:pt>
                <c:pt idx="11255">
                  <c:v>2.9372799999999999</c:v>
                </c:pt>
                <c:pt idx="11256">
                  <c:v>2.9375900000000001</c:v>
                </c:pt>
                <c:pt idx="11257">
                  <c:v>2.9378899999999999</c:v>
                </c:pt>
                <c:pt idx="11258">
                  <c:v>2.9382000000000001</c:v>
                </c:pt>
                <c:pt idx="11259">
                  <c:v>2.9384999999999999</c:v>
                </c:pt>
                <c:pt idx="11260">
                  <c:v>2.9388100000000001</c:v>
                </c:pt>
                <c:pt idx="11261">
                  <c:v>2.9391099999999999</c:v>
                </c:pt>
                <c:pt idx="11262">
                  <c:v>2.9394200000000001</c:v>
                </c:pt>
                <c:pt idx="11263">
                  <c:v>2.9397199999999999</c:v>
                </c:pt>
                <c:pt idx="11264">
                  <c:v>2.9400300000000001</c:v>
                </c:pt>
                <c:pt idx="11265">
                  <c:v>2.9403299999999999</c:v>
                </c:pt>
                <c:pt idx="11266">
                  <c:v>2.9406400000000001</c:v>
                </c:pt>
                <c:pt idx="11267">
                  <c:v>2.9409399999999999</c:v>
                </c:pt>
                <c:pt idx="11268">
                  <c:v>2.9412500000000001</c:v>
                </c:pt>
                <c:pt idx="11269">
                  <c:v>2.94156</c:v>
                </c:pt>
                <c:pt idx="11270">
                  <c:v>2.9418600000000001</c:v>
                </c:pt>
                <c:pt idx="11271">
                  <c:v>2.94217</c:v>
                </c:pt>
                <c:pt idx="11272">
                  <c:v>2.9424700000000001</c:v>
                </c:pt>
                <c:pt idx="11273">
                  <c:v>2.94278</c:v>
                </c:pt>
                <c:pt idx="11274">
                  <c:v>2.9430800000000001</c:v>
                </c:pt>
                <c:pt idx="11275">
                  <c:v>2.94339</c:v>
                </c:pt>
                <c:pt idx="11276">
                  <c:v>2.9436900000000001</c:v>
                </c:pt>
                <c:pt idx="11277">
                  <c:v>2.944</c:v>
                </c:pt>
                <c:pt idx="11278">
                  <c:v>2.9443000000000001</c:v>
                </c:pt>
                <c:pt idx="11279">
                  <c:v>2.9446099999999999</c:v>
                </c:pt>
                <c:pt idx="11280">
                  <c:v>2.9449100000000001</c:v>
                </c:pt>
                <c:pt idx="11281">
                  <c:v>2.9452199999999999</c:v>
                </c:pt>
                <c:pt idx="11282">
                  <c:v>2.9455300000000002</c:v>
                </c:pt>
                <c:pt idx="11283">
                  <c:v>2.9458299999999999</c:v>
                </c:pt>
                <c:pt idx="11284">
                  <c:v>2.9461400000000002</c:v>
                </c:pt>
                <c:pt idx="11285">
                  <c:v>2.9464399999999999</c:v>
                </c:pt>
                <c:pt idx="11286">
                  <c:v>2.9467500000000002</c:v>
                </c:pt>
                <c:pt idx="11287">
                  <c:v>2.9470499999999999</c:v>
                </c:pt>
                <c:pt idx="11288">
                  <c:v>2.9473600000000002</c:v>
                </c:pt>
                <c:pt idx="11289">
                  <c:v>2.9476599999999999</c:v>
                </c:pt>
                <c:pt idx="11290">
                  <c:v>2.9479700000000002</c:v>
                </c:pt>
                <c:pt idx="11291">
                  <c:v>2.9482699999999999</c:v>
                </c:pt>
                <c:pt idx="11292">
                  <c:v>2.9485800000000002</c:v>
                </c:pt>
                <c:pt idx="11293">
                  <c:v>2.9488799999999999</c:v>
                </c:pt>
                <c:pt idx="11294">
                  <c:v>2.9491900000000002</c:v>
                </c:pt>
                <c:pt idx="11295">
                  <c:v>2.9495</c:v>
                </c:pt>
                <c:pt idx="11296">
                  <c:v>2.9498000000000002</c:v>
                </c:pt>
                <c:pt idx="11297">
                  <c:v>2.95011</c:v>
                </c:pt>
                <c:pt idx="11298">
                  <c:v>2.9504100000000002</c:v>
                </c:pt>
                <c:pt idx="11299">
                  <c:v>2.95072</c:v>
                </c:pt>
                <c:pt idx="11300">
                  <c:v>2.9510200000000002</c:v>
                </c:pt>
                <c:pt idx="11301">
                  <c:v>2.95133</c:v>
                </c:pt>
                <c:pt idx="11302">
                  <c:v>2.9516300000000002</c:v>
                </c:pt>
                <c:pt idx="11303">
                  <c:v>2.95194</c:v>
                </c:pt>
                <c:pt idx="11304">
                  <c:v>2.9522400000000002</c:v>
                </c:pt>
                <c:pt idx="11305">
                  <c:v>2.95255</c:v>
                </c:pt>
                <c:pt idx="11306">
                  <c:v>2.9528599999999998</c:v>
                </c:pt>
                <c:pt idx="11307">
                  <c:v>2.95316</c:v>
                </c:pt>
                <c:pt idx="11308">
                  <c:v>2.9534699999999998</c:v>
                </c:pt>
                <c:pt idx="11309">
                  <c:v>2.95377</c:v>
                </c:pt>
                <c:pt idx="11310">
                  <c:v>2.9540799999999998</c:v>
                </c:pt>
                <c:pt idx="11311">
                  <c:v>2.95438</c:v>
                </c:pt>
                <c:pt idx="11312">
                  <c:v>2.9546899999999998</c:v>
                </c:pt>
                <c:pt idx="11313">
                  <c:v>2.95499</c:v>
                </c:pt>
                <c:pt idx="11314">
                  <c:v>2.9552999999999998</c:v>
                </c:pt>
                <c:pt idx="11315">
                  <c:v>2.9556</c:v>
                </c:pt>
                <c:pt idx="11316">
                  <c:v>2.9559099999999998</c:v>
                </c:pt>
                <c:pt idx="11317">
                  <c:v>2.95621</c:v>
                </c:pt>
                <c:pt idx="11318">
                  <c:v>2.9565199999999998</c:v>
                </c:pt>
                <c:pt idx="11319">
                  <c:v>2.9568300000000001</c:v>
                </c:pt>
                <c:pt idx="11320">
                  <c:v>2.9571299999999998</c:v>
                </c:pt>
                <c:pt idx="11321">
                  <c:v>2.9574400000000001</c:v>
                </c:pt>
                <c:pt idx="11322">
                  <c:v>2.9577399999999998</c:v>
                </c:pt>
                <c:pt idx="11323">
                  <c:v>2.9580500000000001</c:v>
                </c:pt>
                <c:pt idx="11324">
                  <c:v>2.9583499999999998</c:v>
                </c:pt>
                <c:pt idx="11325">
                  <c:v>2.9586600000000001</c:v>
                </c:pt>
                <c:pt idx="11326">
                  <c:v>2.9589599999999998</c:v>
                </c:pt>
                <c:pt idx="11327">
                  <c:v>2.9592700000000001</c:v>
                </c:pt>
                <c:pt idx="11328">
                  <c:v>2.9595699999999998</c:v>
                </c:pt>
                <c:pt idx="11329">
                  <c:v>2.9598800000000001</c:v>
                </c:pt>
                <c:pt idx="11330">
                  <c:v>2.9601799999999998</c:v>
                </c:pt>
                <c:pt idx="11331">
                  <c:v>2.9604900000000001</c:v>
                </c:pt>
                <c:pt idx="11332">
                  <c:v>2.9607999999999999</c:v>
                </c:pt>
                <c:pt idx="11333">
                  <c:v>2.9611000000000001</c:v>
                </c:pt>
                <c:pt idx="11334">
                  <c:v>2.9614099999999999</c:v>
                </c:pt>
                <c:pt idx="11335">
                  <c:v>2.9617100000000001</c:v>
                </c:pt>
                <c:pt idx="11336">
                  <c:v>2.9620199999999999</c:v>
                </c:pt>
                <c:pt idx="11337">
                  <c:v>2.9623200000000001</c:v>
                </c:pt>
                <c:pt idx="11338">
                  <c:v>2.9626299999999999</c:v>
                </c:pt>
                <c:pt idx="11339">
                  <c:v>2.9629300000000001</c:v>
                </c:pt>
                <c:pt idx="11340">
                  <c:v>2.9632399999999999</c:v>
                </c:pt>
                <c:pt idx="11341">
                  <c:v>2.9635400000000001</c:v>
                </c:pt>
                <c:pt idx="11342">
                  <c:v>2.9638499999999999</c:v>
                </c:pt>
                <c:pt idx="11343">
                  <c:v>2.9641500000000001</c:v>
                </c:pt>
                <c:pt idx="11344">
                  <c:v>2.9644599999999999</c:v>
                </c:pt>
                <c:pt idx="11345">
                  <c:v>2.9647700000000001</c:v>
                </c:pt>
                <c:pt idx="11346">
                  <c:v>2.9650699999999999</c:v>
                </c:pt>
                <c:pt idx="11347">
                  <c:v>2.9653800000000001</c:v>
                </c:pt>
                <c:pt idx="11348">
                  <c:v>2.9656799999999999</c:v>
                </c:pt>
                <c:pt idx="11349">
                  <c:v>2.9659900000000001</c:v>
                </c:pt>
                <c:pt idx="11350">
                  <c:v>2.9662899999999999</c:v>
                </c:pt>
                <c:pt idx="11351">
                  <c:v>2.9666000000000001</c:v>
                </c:pt>
                <c:pt idx="11352">
                  <c:v>2.9668999999999999</c:v>
                </c:pt>
                <c:pt idx="11353">
                  <c:v>2.9672100000000001</c:v>
                </c:pt>
                <c:pt idx="11354">
                  <c:v>2.9675099999999999</c:v>
                </c:pt>
                <c:pt idx="11355">
                  <c:v>2.9678200000000001</c:v>
                </c:pt>
                <c:pt idx="11356">
                  <c:v>2.9681199999999999</c:v>
                </c:pt>
                <c:pt idx="11357">
                  <c:v>2.9684300000000001</c:v>
                </c:pt>
                <c:pt idx="11358">
                  <c:v>2.9687399999999999</c:v>
                </c:pt>
                <c:pt idx="11359">
                  <c:v>2.9690400000000001</c:v>
                </c:pt>
                <c:pt idx="11360">
                  <c:v>2.9693499999999999</c:v>
                </c:pt>
                <c:pt idx="11361">
                  <c:v>2.9696500000000001</c:v>
                </c:pt>
                <c:pt idx="11362">
                  <c:v>2.9699599999999999</c:v>
                </c:pt>
                <c:pt idx="11363">
                  <c:v>2.9702600000000001</c:v>
                </c:pt>
                <c:pt idx="11364">
                  <c:v>2.9705699999999999</c:v>
                </c:pt>
                <c:pt idx="11365">
                  <c:v>2.9708700000000001</c:v>
                </c:pt>
                <c:pt idx="11366">
                  <c:v>2.9711799999999999</c:v>
                </c:pt>
                <c:pt idx="11367">
                  <c:v>2.9714800000000001</c:v>
                </c:pt>
                <c:pt idx="11368">
                  <c:v>2.9717899999999999</c:v>
                </c:pt>
                <c:pt idx="11369">
                  <c:v>2.9721000000000002</c:v>
                </c:pt>
                <c:pt idx="11370">
                  <c:v>2.9723999999999999</c:v>
                </c:pt>
                <c:pt idx="11371">
                  <c:v>2.9727100000000002</c:v>
                </c:pt>
                <c:pt idx="11372">
                  <c:v>2.9730099999999999</c:v>
                </c:pt>
                <c:pt idx="11373">
                  <c:v>2.9733200000000002</c:v>
                </c:pt>
                <c:pt idx="11374">
                  <c:v>2.9736199999999999</c:v>
                </c:pt>
                <c:pt idx="11375">
                  <c:v>2.9739300000000002</c:v>
                </c:pt>
                <c:pt idx="11376">
                  <c:v>2.9742299999999999</c:v>
                </c:pt>
                <c:pt idx="11377">
                  <c:v>2.9745400000000002</c:v>
                </c:pt>
                <c:pt idx="11378">
                  <c:v>2.9748399999999999</c:v>
                </c:pt>
                <c:pt idx="11379">
                  <c:v>2.9751500000000002</c:v>
                </c:pt>
                <c:pt idx="11380">
                  <c:v>2.9754499999999999</c:v>
                </c:pt>
                <c:pt idx="11381">
                  <c:v>2.9757600000000002</c:v>
                </c:pt>
                <c:pt idx="11382">
                  <c:v>2.97607</c:v>
                </c:pt>
                <c:pt idx="11383">
                  <c:v>2.9763700000000002</c:v>
                </c:pt>
                <c:pt idx="11384">
                  <c:v>2.97668</c:v>
                </c:pt>
                <c:pt idx="11385">
                  <c:v>2.9769800000000002</c:v>
                </c:pt>
                <c:pt idx="11386">
                  <c:v>2.97729</c:v>
                </c:pt>
                <c:pt idx="11387">
                  <c:v>2.9775900000000002</c:v>
                </c:pt>
                <c:pt idx="11388">
                  <c:v>2.9779</c:v>
                </c:pt>
                <c:pt idx="11389">
                  <c:v>2.9782000000000002</c:v>
                </c:pt>
                <c:pt idx="11390">
                  <c:v>2.97851</c:v>
                </c:pt>
                <c:pt idx="11391">
                  <c:v>2.9788100000000002</c:v>
                </c:pt>
                <c:pt idx="11392">
                  <c:v>2.97912</c:v>
                </c:pt>
                <c:pt idx="11393">
                  <c:v>2.9794200000000002</c:v>
                </c:pt>
                <c:pt idx="11394">
                  <c:v>2.97973</c:v>
                </c:pt>
                <c:pt idx="11395">
                  <c:v>2.9800399999999998</c:v>
                </c:pt>
                <c:pt idx="11396">
                  <c:v>2.98034</c:v>
                </c:pt>
                <c:pt idx="11397">
                  <c:v>2.9806499999999998</c:v>
                </c:pt>
                <c:pt idx="11398">
                  <c:v>2.98095</c:v>
                </c:pt>
                <c:pt idx="11399">
                  <c:v>2.9812599999999998</c:v>
                </c:pt>
                <c:pt idx="11400">
                  <c:v>2.98156</c:v>
                </c:pt>
                <c:pt idx="11401">
                  <c:v>2.9818699999999998</c:v>
                </c:pt>
                <c:pt idx="11402">
                  <c:v>2.98217</c:v>
                </c:pt>
                <c:pt idx="11403">
                  <c:v>2.9824799999999998</c:v>
                </c:pt>
                <c:pt idx="11404">
                  <c:v>2.98278</c:v>
                </c:pt>
                <c:pt idx="11405">
                  <c:v>2.9830899999999998</c:v>
                </c:pt>
                <c:pt idx="11406">
                  <c:v>2.98339</c:v>
                </c:pt>
                <c:pt idx="11407">
                  <c:v>2.9836999999999998</c:v>
                </c:pt>
                <c:pt idx="11408">
                  <c:v>2.9840100000000001</c:v>
                </c:pt>
                <c:pt idx="11409">
                  <c:v>2.9843099999999998</c:v>
                </c:pt>
                <c:pt idx="11410">
                  <c:v>2.9846200000000001</c:v>
                </c:pt>
                <c:pt idx="11411">
                  <c:v>2.9849199999999998</c:v>
                </c:pt>
                <c:pt idx="11412">
                  <c:v>2.9852300000000001</c:v>
                </c:pt>
                <c:pt idx="11413">
                  <c:v>2.9855299999999998</c:v>
                </c:pt>
                <c:pt idx="11414">
                  <c:v>2.98584</c:v>
                </c:pt>
                <c:pt idx="11415">
                  <c:v>2.9861399999999998</c:v>
                </c:pt>
                <c:pt idx="11416">
                  <c:v>2.98645</c:v>
                </c:pt>
                <c:pt idx="11417">
                  <c:v>2.9867499999999998</c:v>
                </c:pt>
                <c:pt idx="11418">
                  <c:v>2.98706</c:v>
                </c:pt>
                <c:pt idx="11419">
                  <c:v>2.9873599999999998</c:v>
                </c:pt>
                <c:pt idx="11420">
                  <c:v>2.98767</c:v>
                </c:pt>
                <c:pt idx="11421">
                  <c:v>2.9879799999999999</c:v>
                </c:pt>
                <c:pt idx="11422">
                  <c:v>2.98828</c:v>
                </c:pt>
                <c:pt idx="11423">
                  <c:v>2.9885899999999999</c:v>
                </c:pt>
                <c:pt idx="11424">
                  <c:v>2.98889</c:v>
                </c:pt>
                <c:pt idx="11425">
                  <c:v>2.9891999999999999</c:v>
                </c:pt>
                <c:pt idx="11426">
                  <c:v>2.9895</c:v>
                </c:pt>
                <c:pt idx="11427">
                  <c:v>2.9898099999999999</c:v>
                </c:pt>
                <c:pt idx="11428">
                  <c:v>2.99011</c:v>
                </c:pt>
                <c:pt idx="11429">
                  <c:v>2.9904199999999999</c:v>
                </c:pt>
                <c:pt idx="11430">
                  <c:v>2.99072</c:v>
                </c:pt>
                <c:pt idx="11431">
                  <c:v>2.9910299999999999</c:v>
                </c:pt>
                <c:pt idx="11432">
                  <c:v>2.9913400000000001</c:v>
                </c:pt>
                <c:pt idx="11433">
                  <c:v>2.9916399999999999</c:v>
                </c:pt>
                <c:pt idx="11434">
                  <c:v>2.9919500000000001</c:v>
                </c:pt>
                <c:pt idx="11435">
                  <c:v>2.9922499999999999</c:v>
                </c:pt>
                <c:pt idx="11436">
                  <c:v>2.9925600000000001</c:v>
                </c:pt>
                <c:pt idx="11437">
                  <c:v>2.9928599999999999</c:v>
                </c:pt>
                <c:pt idx="11438">
                  <c:v>2.9931700000000001</c:v>
                </c:pt>
                <c:pt idx="11439">
                  <c:v>2.9934699999999999</c:v>
                </c:pt>
                <c:pt idx="11440">
                  <c:v>2.9937800000000001</c:v>
                </c:pt>
                <c:pt idx="11441">
                  <c:v>2.9940799999999999</c:v>
                </c:pt>
                <c:pt idx="11442">
                  <c:v>2.9943900000000001</c:v>
                </c:pt>
                <c:pt idx="11443">
                  <c:v>2.9946899999999999</c:v>
                </c:pt>
                <c:pt idx="11444">
                  <c:v>2.9950000000000001</c:v>
                </c:pt>
                <c:pt idx="11445">
                  <c:v>2.9953099999999999</c:v>
                </c:pt>
                <c:pt idx="11446">
                  <c:v>2.9956100000000001</c:v>
                </c:pt>
                <c:pt idx="11447">
                  <c:v>2.9959199999999999</c:v>
                </c:pt>
                <c:pt idx="11448">
                  <c:v>2.9962200000000001</c:v>
                </c:pt>
                <c:pt idx="11449">
                  <c:v>2.9965299999999999</c:v>
                </c:pt>
                <c:pt idx="11450">
                  <c:v>2.9968300000000001</c:v>
                </c:pt>
                <c:pt idx="11451">
                  <c:v>2.9971399999999999</c:v>
                </c:pt>
                <c:pt idx="11452">
                  <c:v>2.9974400000000001</c:v>
                </c:pt>
                <c:pt idx="11453">
                  <c:v>2.9977499999999999</c:v>
                </c:pt>
                <c:pt idx="11454">
                  <c:v>2.9980500000000001</c:v>
                </c:pt>
                <c:pt idx="11455">
                  <c:v>2.9983599999999999</c:v>
                </c:pt>
                <c:pt idx="11456">
                  <c:v>2.9986600000000001</c:v>
                </c:pt>
                <c:pt idx="11457">
                  <c:v>2.9989699999999999</c:v>
                </c:pt>
                <c:pt idx="11458">
                  <c:v>2.9992800000000002</c:v>
                </c:pt>
                <c:pt idx="11459">
                  <c:v>2.9995799999999999</c:v>
                </c:pt>
                <c:pt idx="11460">
                  <c:v>2.9998900000000002</c:v>
                </c:pt>
                <c:pt idx="11461">
                  <c:v>3.0001899999999999</c:v>
                </c:pt>
                <c:pt idx="11462">
                  <c:v>3.0005000000000002</c:v>
                </c:pt>
                <c:pt idx="11463">
                  <c:v>3.0007999999999999</c:v>
                </c:pt>
                <c:pt idx="11464">
                  <c:v>3.0011100000000002</c:v>
                </c:pt>
                <c:pt idx="11465">
                  <c:v>3.0014099999999999</c:v>
                </c:pt>
                <c:pt idx="11466">
                  <c:v>3.0017200000000002</c:v>
                </c:pt>
                <c:pt idx="11467">
                  <c:v>3.0020199999999999</c:v>
                </c:pt>
                <c:pt idx="11468">
                  <c:v>3.0023300000000002</c:v>
                </c:pt>
                <c:pt idx="11469">
                  <c:v>3.0026299999999999</c:v>
                </c:pt>
                <c:pt idx="11470">
                  <c:v>3.0029400000000002</c:v>
                </c:pt>
                <c:pt idx="11471">
                  <c:v>3.00325</c:v>
                </c:pt>
                <c:pt idx="11472">
                  <c:v>3.0035500000000002</c:v>
                </c:pt>
                <c:pt idx="11473">
                  <c:v>3.00386</c:v>
                </c:pt>
                <c:pt idx="11474">
                  <c:v>3.0041600000000002</c:v>
                </c:pt>
                <c:pt idx="11475">
                  <c:v>3.00447</c:v>
                </c:pt>
                <c:pt idx="11476">
                  <c:v>3.0047700000000002</c:v>
                </c:pt>
                <c:pt idx="11477">
                  <c:v>3.00508</c:v>
                </c:pt>
                <c:pt idx="11478">
                  <c:v>3.0053800000000002</c:v>
                </c:pt>
                <c:pt idx="11479">
                  <c:v>3.00569</c:v>
                </c:pt>
                <c:pt idx="11480">
                  <c:v>3.0059900000000002</c:v>
                </c:pt>
                <c:pt idx="11481">
                  <c:v>3.0063</c:v>
                </c:pt>
                <c:pt idx="11482">
                  <c:v>3.0066000000000002</c:v>
                </c:pt>
                <c:pt idx="11483">
                  <c:v>3.00691</c:v>
                </c:pt>
                <c:pt idx="11484">
                  <c:v>3.0072199999999998</c:v>
                </c:pt>
                <c:pt idx="11485">
                  <c:v>3.00752</c:v>
                </c:pt>
                <c:pt idx="11486">
                  <c:v>3.0078299999999998</c:v>
                </c:pt>
                <c:pt idx="11487">
                  <c:v>3.00813</c:v>
                </c:pt>
                <c:pt idx="11488">
                  <c:v>3.0084399999999998</c:v>
                </c:pt>
                <c:pt idx="11489">
                  <c:v>3.00874</c:v>
                </c:pt>
                <c:pt idx="11490">
                  <c:v>3.0090499999999998</c:v>
                </c:pt>
                <c:pt idx="11491">
                  <c:v>3.00935</c:v>
                </c:pt>
                <c:pt idx="11492">
                  <c:v>3.0096599999999998</c:v>
                </c:pt>
                <c:pt idx="11493">
                  <c:v>3.00996</c:v>
                </c:pt>
                <c:pt idx="11494">
                  <c:v>3.0102699999999998</c:v>
                </c:pt>
                <c:pt idx="11495">
                  <c:v>3.01058</c:v>
                </c:pt>
                <c:pt idx="11496">
                  <c:v>3.0108799999999998</c:v>
                </c:pt>
                <c:pt idx="11497">
                  <c:v>3.01119</c:v>
                </c:pt>
                <c:pt idx="11498">
                  <c:v>3.0114899999999998</c:v>
                </c:pt>
                <c:pt idx="11499">
                  <c:v>3.0118</c:v>
                </c:pt>
                <c:pt idx="11500">
                  <c:v>3.0121000000000002</c:v>
                </c:pt>
                <c:pt idx="11501">
                  <c:v>3.01241</c:v>
                </c:pt>
                <c:pt idx="11502">
                  <c:v>3.0127100000000002</c:v>
                </c:pt>
                <c:pt idx="11503">
                  <c:v>3.01302</c:v>
                </c:pt>
                <c:pt idx="11504">
                  <c:v>3.0133200000000002</c:v>
                </c:pt>
                <c:pt idx="11505">
                  <c:v>3.01363</c:v>
                </c:pt>
                <c:pt idx="11506">
                  <c:v>3.0139300000000002</c:v>
                </c:pt>
                <c:pt idx="11507">
                  <c:v>3.01424</c:v>
                </c:pt>
                <c:pt idx="11508">
                  <c:v>3.0145499999999998</c:v>
                </c:pt>
                <c:pt idx="11509">
                  <c:v>3.01485</c:v>
                </c:pt>
                <c:pt idx="11510">
                  <c:v>3.0151599999999998</c:v>
                </c:pt>
                <c:pt idx="11511">
                  <c:v>3.01546</c:v>
                </c:pt>
                <c:pt idx="11512">
                  <c:v>3.0157699999999998</c:v>
                </c:pt>
                <c:pt idx="11513">
                  <c:v>3.01607</c:v>
                </c:pt>
                <c:pt idx="11514">
                  <c:v>3.0163799999999998</c:v>
                </c:pt>
                <c:pt idx="11515">
                  <c:v>3.01668</c:v>
                </c:pt>
                <c:pt idx="11516">
                  <c:v>3.0169899999999998</c:v>
                </c:pt>
                <c:pt idx="11517">
                  <c:v>3.01729</c:v>
                </c:pt>
                <c:pt idx="11518">
                  <c:v>3.0175999999999998</c:v>
                </c:pt>
                <c:pt idx="11519">
                  <c:v>3.0179</c:v>
                </c:pt>
                <c:pt idx="11520">
                  <c:v>3.0182099999999998</c:v>
                </c:pt>
                <c:pt idx="11521">
                  <c:v>3.0185200000000001</c:v>
                </c:pt>
                <c:pt idx="11522">
                  <c:v>3.0188199999999998</c:v>
                </c:pt>
                <c:pt idx="11523">
                  <c:v>3.0191300000000001</c:v>
                </c:pt>
                <c:pt idx="11524">
                  <c:v>3.0194299999999998</c:v>
                </c:pt>
                <c:pt idx="11525">
                  <c:v>3.0197400000000001</c:v>
                </c:pt>
                <c:pt idx="11526">
                  <c:v>3.0200399999999998</c:v>
                </c:pt>
                <c:pt idx="11527">
                  <c:v>3.0203500000000001</c:v>
                </c:pt>
                <c:pt idx="11528">
                  <c:v>3.0206499999999998</c:v>
                </c:pt>
                <c:pt idx="11529">
                  <c:v>3.0209600000000001</c:v>
                </c:pt>
                <c:pt idx="11530">
                  <c:v>3.0212599999999998</c:v>
                </c:pt>
                <c:pt idx="11531">
                  <c:v>3.0215700000000001</c:v>
                </c:pt>
                <c:pt idx="11532">
                  <c:v>3.0218699999999998</c:v>
                </c:pt>
                <c:pt idx="11533">
                  <c:v>3.0221800000000001</c:v>
                </c:pt>
                <c:pt idx="11534">
                  <c:v>3.0224899999999999</c:v>
                </c:pt>
                <c:pt idx="11535">
                  <c:v>3.0227900000000001</c:v>
                </c:pt>
                <c:pt idx="11536">
                  <c:v>3.0230999999999999</c:v>
                </c:pt>
                <c:pt idx="11537">
                  <c:v>3.0234000000000001</c:v>
                </c:pt>
                <c:pt idx="11538">
                  <c:v>3.0237099999999999</c:v>
                </c:pt>
                <c:pt idx="11539">
                  <c:v>3.0240100000000001</c:v>
                </c:pt>
                <c:pt idx="11540">
                  <c:v>3.0243199999999999</c:v>
                </c:pt>
                <c:pt idx="11541">
                  <c:v>3.0246200000000001</c:v>
                </c:pt>
                <c:pt idx="11542">
                  <c:v>3.0249299999999999</c:v>
                </c:pt>
                <c:pt idx="11543">
                  <c:v>3.0252300000000001</c:v>
                </c:pt>
                <c:pt idx="11544">
                  <c:v>3.0255399999999999</c:v>
                </c:pt>
                <c:pt idx="11545">
                  <c:v>3.0258500000000002</c:v>
                </c:pt>
                <c:pt idx="11546">
                  <c:v>3.0261499999999999</c:v>
                </c:pt>
                <c:pt idx="11547">
                  <c:v>3.0264600000000002</c:v>
                </c:pt>
                <c:pt idx="11548">
                  <c:v>3.0267599999999999</c:v>
                </c:pt>
                <c:pt idx="11549">
                  <c:v>3.0270700000000001</c:v>
                </c:pt>
                <c:pt idx="11550">
                  <c:v>3.0273699999999999</c:v>
                </c:pt>
                <c:pt idx="11551">
                  <c:v>3.0276800000000001</c:v>
                </c:pt>
                <c:pt idx="11552">
                  <c:v>3.0279799999999999</c:v>
                </c:pt>
                <c:pt idx="11553">
                  <c:v>3.0282900000000001</c:v>
                </c:pt>
                <c:pt idx="11554">
                  <c:v>3.0285899999999999</c:v>
                </c:pt>
                <c:pt idx="11555">
                  <c:v>3.0289000000000001</c:v>
                </c:pt>
                <c:pt idx="11556">
                  <c:v>3.0291999999999999</c:v>
                </c:pt>
                <c:pt idx="11557">
                  <c:v>3.0295100000000001</c:v>
                </c:pt>
                <c:pt idx="11558">
                  <c:v>3.02982</c:v>
                </c:pt>
                <c:pt idx="11559">
                  <c:v>3.0301200000000001</c:v>
                </c:pt>
                <c:pt idx="11560">
                  <c:v>3.03043</c:v>
                </c:pt>
                <c:pt idx="11561">
                  <c:v>3.0307300000000001</c:v>
                </c:pt>
                <c:pt idx="11562">
                  <c:v>3.03104</c:v>
                </c:pt>
                <c:pt idx="11563">
                  <c:v>3.0313400000000001</c:v>
                </c:pt>
                <c:pt idx="11564">
                  <c:v>3.03165</c:v>
                </c:pt>
                <c:pt idx="11565">
                  <c:v>3.0319500000000001</c:v>
                </c:pt>
                <c:pt idx="11566">
                  <c:v>3.03226</c:v>
                </c:pt>
                <c:pt idx="11567">
                  <c:v>3.0325600000000001</c:v>
                </c:pt>
                <c:pt idx="11568">
                  <c:v>3.03287</c:v>
                </c:pt>
                <c:pt idx="11569">
                  <c:v>3.0331700000000001</c:v>
                </c:pt>
                <c:pt idx="11570">
                  <c:v>3.03348</c:v>
                </c:pt>
                <c:pt idx="11571">
                  <c:v>3.0337900000000002</c:v>
                </c:pt>
                <c:pt idx="11572">
                  <c:v>3.03409</c:v>
                </c:pt>
                <c:pt idx="11573">
                  <c:v>3.0344000000000002</c:v>
                </c:pt>
                <c:pt idx="11574">
                  <c:v>3.0347</c:v>
                </c:pt>
                <c:pt idx="11575">
                  <c:v>3.0350100000000002</c:v>
                </c:pt>
                <c:pt idx="11576">
                  <c:v>3.03531</c:v>
                </c:pt>
                <c:pt idx="11577">
                  <c:v>3.0356200000000002</c:v>
                </c:pt>
                <c:pt idx="11578">
                  <c:v>3.03592</c:v>
                </c:pt>
                <c:pt idx="11579">
                  <c:v>3.0362300000000002</c:v>
                </c:pt>
                <c:pt idx="11580">
                  <c:v>3.03653</c:v>
                </c:pt>
                <c:pt idx="11581">
                  <c:v>3.0368400000000002</c:v>
                </c:pt>
                <c:pt idx="11582">
                  <c:v>3.03714</c:v>
                </c:pt>
                <c:pt idx="11583">
                  <c:v>3.0374500000000002</c:v>
                </c:pt>
                <c:pt idx="11584">
                  <c:v>3.03776</c:v>
                </c:pt>
                <c:pt idx="11585">
                  <c:v>3.0380600000000002</c:v>
                </c:pt>
                <c:pt idx="11586">
                  <c:v>3.03837</c:v>
                </c:pt>
                <c:pt idx="11587">
                  <c:v>3.0386700000000002</c:v>
                </c:pt>
                <c:pt idx="11588">
                  <c:v>3.03898</c:v>
                </c:pt>
                <c:pt idx="11589">
                  <c:v>3.0392800000000002</c:v>
                </c:pt>
                <c:pt idx="11590">
                  <c:v>3.03959</c:v>
                </c:pt>
                <c:pt idx="11591">
                  <c:v>3.0398900000000002</c:v>
                </c:pt>
                <c:pt idx="11592">
                  <c:v>3.0402</c:v>
                </c:pt>
                <c:pt idx="11593">
                  <c:v>3.0405000000000002</c:v>
                </c:pt>
                <c:pt idx="11594">
                  <c:v>3.04081</c:v>
                </c:pt>
                <c:pt idx="11595">
                  <c:v>3.0411100000000002</c:v>
                </c:pt>
                <c:pt idx="11596">
                  <c:v>3.04142</c:v>
                </c:pt>
                <c:pt idx="11597">
                  <c:v>3.0417299999999998</c:v>
                </c:pt>
                <c:pt idx="11598">
                  <c:v>3.04203</c:v>
                </c:pt>
                <c:pt idx="11599">
                  <c:v>3.0423399999999998</c:v>
                </c:pt>
                <c:pt idx="11600">
                  <c:v>3.04264</c:v>
                </c:pt>
                <c:pt idx="11601">
                  <c:v>3.0429499999999998</c:v>
                </c:pt>
                <c:pt idx="11602">
                  <c:v>3.04325</c:v>
                </c:pt>
                <c:pt idx="11603">
                  <c:v>3.0435599999999998</c:v>
                </c:pt>
                <c:pt idx="11604">
                  <c:v>3.04386</c:v>
                </c:pt>
                <c:pt idx="11605">
                  <c:v>3.0441699999999998</c:v>
                </c:pt>
                <c:pt idx="11606">
                  <c:v>3.04447</c:v>
                </c:pt>
                <c:pt idx="11607">
                  <c:v>3.0447799999999998</c:v>
                </c:pt>
                <c:pt idx="11608">
                  <c:v>3.0450900000000001</c:v>
                </c:pt>
                <c:pt idx="11609">
                  <c:v>3.0453899999999998</c:v>
                </c:pt>
                <c:pt idx="11610">
                  <c:v>3.0457000000000001</c:v>
                </c:pt>
                <c:pt idx="11611">
                  <c:v>3.0459999999999998</c:v>
                </c:pt>
                <c:pt idx="11612">
                  <c:v>3.0463100000000001</c:v>
                </c:pt>
                <c:pt idx="11613">
                  <c:v>3.0466099999999998</c:v>
                </c:pt>
                <c:pt idx="11614">
                  <c:v>3.0469200000000001</c:v>
                </c:pt>
                <c:pt idx="11615">
                  <c:v>3.0472199999999998</c:v>
                </c:pt>
                <c:pt idx="11616">
                  <c:v>3.0475300000000001</c:v>
                </c:pt>
                <c:pt idx="11617">
                  <c:v>3.0478299999999998</c:v>
                </c:pt>
                <c:pt idx="11618">
                  <c:v>3.0481400000000001</c:v>
                </c:pt>
                <c:pt idx="11619">
                  <c:v>3.0484399999999998</c:v>
                </c:pt>
                <c:pt idx="11620">
                  <c:v>3.0487500000000001</c:v>
                </c:pt>
                <c:pt idx="11621">
                  <c:v>3.0490599999999999</c:v>
                </c:pt>
                <c:pt idx="11622">
                  <c:v>3.0493600000000001</c:v>
                </c:pt>
                <c:pt idx="11623">
                  <c:v>3.0496699999999999</c:v>
                </c:pt>
                <c:pt idx="11624">
                  <c:v>3.0499700000000001</c:v>
                </c:pt>
                <c:pt idx="11625">
                  <c:v>3.0502799999999999</c:v>
                </c:pt>
                <c:pt idx="11626">
                  <c:v>3.0505800000000001</c:v>
                </c:pt>
                <c:pt idx="11627">
                  <c:v>3.0508899999999999</c:v>
                </c:pt>
                <c:pt idx="11628">
                  <c:v>3.0511900000000001</c:v>
                </c:pt>
                <c:pt idx="11629">
                  <c:v>3.0514999999999999</c:v>
                </c:pt>
                <c:pt idx="11630">
                  <c:v>3.0518000000000001</c:v>
                </c:pt>
                <c:pt idx="11631">
                  <c:v>3.0521099999999999</c:v>
                </c:pt>
                <c:pt idx="11632">
                  <c:v>3.0524100000000001</c:v>
                </c:pt>
                <c:pt idx="11633">
                  <c:v>3.0527199999999999</c:v>
                </c:pt>
                <c:pt idx="11634">
                  <c:v>3.0530300000000001</c:v>
                </c:pt>
                <c:pt idx="11635">
                  <c:v>3.0533299999999999</c:v>
                </c:pt>
                <c:pt idx="11636">
                  <c:v>3.0536400000000001</c:v>
                </c:pt>
                <c:pt idx="11637">
                  <c:v>3.0539399999999999</c:v>
                </c:pt>
                <c:pt idx="11638">
                  <c:v>3.0542500000000001</c:v>
                </c:pt>
                <c:pt idx="11639">
                  <c:v>3.0545499999999999</c:v>
                </c:pt>
                <c:pt idx="11640">
                  <c:v>3.0548600000000001</c:v>
                </c:pt>
                <c:pt idx="11641">
                  <c:v>3.0551599999999999</c:v>
                </c:pt>
                <c:pt idx="11642">
                  <c:v>3.0554700000000001</c:v>
                </c:pt>
                <c:pt idx="11643">
                  <c:v>3.0557699999999999</c:v>
                </c:pt>
                <c:pt idx="11644">
                  <c:v>3.0560800000000001</c:v>
                </c:pt>
                <c:pt idx="11645">
                  <c:v>3.0563799999999999</c:v>
                </c:pt>
                <c:pt idx="11646">
                  <c:v>3.0566900000000001</c:v>
                </c:pt>
                <c:pt idx="11647">
                  <c:v>3.0569999999999999</c:v>
                </c:pt>
                <c:pt idx="11648">
                  <c:v>3.0573000000000001</c:v>
                </c:pt>
                <c:pt idx="11649">
                  <c:v>3.0576099999999999</c:v>
                </c:pt>
                <c:pt idx="11650">
                  <c:v>3.0579100000000001</c:v>
                </c:pt>
                <c:pt idx="11651">
                  <c:v>3.0582199999999999</c:v>
                </c:pt>
                <c:pt idx="11652">
                  <c:v>3.0585200000000001</c:v>
                </c:pt>
                <c:pt idx="11653">
                  <c:v>3.0588299999999999</c:v>
                </c:pt>
                <c:pt idx="11654">
                  <c:v>3.0591300000000001</c:v>
                </c:pt>
                <c:pt idx="11655">
                  <c:v>3.0594399999999999</c:v>
                </c:pt>
                <c:pt idx="11656">
                  <c:v>3.0597400000000001</c:v>
                </c:pt>
                <c:pt idx="11657">
                  <c:v>3.0600499999999999</c:v>
                </c:pt>
                <c:pt idx="11658">
                  <c:v>3.0603500000000001</c:v>
                </c:pt>
                <c:pt idx="11659">
                  <c:v>3.0606599999999999</c:v>
                </c:pt>
                <c:pt idx="11660">
                  <c:v>3.0609700000000002</c:v>
                </c:pt>
                <c:pt idx="11661">
                  <c:v>3.0612699999999999</c:v>
                </c:pt>
                <c:pt idx="11662">
                  <c:v>3.0615800000000002</c:v>
                </c:pt>
                <c:pt idx="11663">
                  <c:v>3.0618799999999999</c:v>
                </c:pt>
                <c:pt idx="11664">
                  <c:v>3.0621900000000002</c:v>
                </c:pt>
                <c:pt idx="11665">
                  <c:v>3.0624899999999999</c:v>
                </c:pt>
                <c:pt idx="11666">
                  <c:v>3.0628000000000002</c:v>
                </c:pt>
                <c:pt idx="11667">
                  <c:v>3.0630999999999999</c:v>
                </c:pt>
                <c:pt idx="11668">
                  <c:v>3.0634100000000002</c:v>
                </c:pt>
                <c:pt idx="11669">
                  <c:v>3.0637099999999999</c:v>
                </c:pt>
                <c:pt idx="11670">
                  <c:v>3.0640200000000002</c:v>
                </c:pt>
                <c:pt idx="11671">
                  <c:v>3.06433</c:v>
                </c:pt>
                <c:pt idx="11672">
                  <c:v>3.0646300000000002</c:v>
                </c:pt>
                <c:pt idx="11673">
                  <c:v>3.06494</c:v>
                </c:pt>
                <c:pt idx="11674">
                  <c:v>3.0652400000000002</c:v>
                </c:pt>
                <c:pt idx="11675">
                  <c:v>3.06555</c:v>
                </c:pt>
                <c:pt idx="11676">
                  <c:v>3.0658500000000002</c:v>
                </c:pt>
                <c:pt idx="11677">
                  <c:v>3.06616</c:v>
                </c:pt>
                <c:pt idx="11678">
                  <c:v>3.0664600000000002</c:v>
                </c:pt>
                <c:pt idx="11679">
                  <c:v>3.06677</c:v>
                </c:pt>
                <c:pt idx="11680">
                  <c:v>3.0670700000000002</c:v>
                </c:pt>
                <c:pt idx="11681">
                  <c:v>3.06738</c:v>
                </c:pt>
                <c:pt idx="11682">
                  <c:v>3.0676800000000002</c:v>
                </c:pt>
                <c:pt idx="11683">
                  <c:v>3.06799</c:v>
                </c:pt>
                <c:pt idx="11684">
                  <c:v>3.0682999999999998</c:v>
                </c:pt>
                <c:pt idx="11685">
                  <c:v>3.0686</c:v>
                </c:pt>
                <c:pt idx="11686">
                  <c:v>3.0689099999999998</c:v>
                </c:pt>
                <c:pt idx="11687">
                  <c:v>3.06921</c:v>
                </c:pt>
                <c:pt idx="11688">
                  <c:v>3.0695199999999998</c:v>
                </c:pt>
                <c:pt idx="11689">
                  <c:v>3.06982</c:v>
                </c:pt>
                <c:pt idx="11690">
                  <c:v>3.0701299999999998</c:v>
                </c:pt>
                <c:pt idx="11691">
                  <c:v>3.07043</c:v>
                </c:pt>
                <c:pt idx="11692">
                  <c:v>3.0707399999999998</c:v>
                </c:pt>
                <c:pt idx="11693">
                  <c:v>3.07104</c:v>
                </c:pt>
                <c:pt idx="11694">
                  <c:v>3.0713499999999998</c:v>
                </c:pt>
                <c:pt idx="11695">
                  <c:v>3.07165</c:v>
                </c:pt>
                <c:pt idx="11696">
                  <c:v>3.0719599999999998</c:v>
                </c:pt>
                <c:pt idx="11697">
                  <c:v>3.0722700000000001</c:v>
                </c:pt>
                <c:pt idx="11698">
                  <c:v>3.0725699999999998</c:v>
                </c:pt>
                <c:pt idx="11699">
                  <c:v>3.0728800000000001</c:v>
                </c:pt>
                <c:pt idx="11700">
                  <c:v>3.0731799999999998</c:v>
                </c:pt>
                <c:pt idx="11701">
                  <c:v>3.0734900000000001</c:v>
                </c:pt>
                <c:pt idx="11702">
                  <c:v>3.0737899999999998</c:v>
                </c:pt>
                <c:pt idx="11703">
                  <c:v>3.0741000000000001</c:v>
                </c:pt>
                <c:pt idx="11704">
                  <c:v>3.0743999999999998</c:v>
                </c:pt>
                <c:pt idx="11705">
                  <c:v>3.0747100000000001</c:v>
                </c:pt>
                <c:pt idx="11706">
                  <c:v>3.0750099999999998</c:v>
                </c:pt>
                <c:pt idx="11707">
                  <c:v>3.0753200000000001</c:v>
                </c:pt>
                <c:pt idx="11708">
                  <c:v>3.0756199999999998</c:v>
                </c:pt>
                <c:pt idx="11709">
                  <c:v>3.0759300000000001</c:v>
                </c:pt>
                <c:pt idx="11710">
                  <c:v>3.0762399999999999</c:v>
                </c:pt>
                <c:pt idx="11711">
                  <c:v>3.0765400000000001</c:v>
                </c:pt>
                <c:pt idx="11712">
                  <c:v>3.0768499999999999</c:v>
                </c:pt>
                <c:pt idx="11713">
                  <c:v>3.0771500000000001</c:v>
                </c:pt>
                <c:pt idx="11714">
                  <c:v>3.0774599999999999</c:v>
                </c:pt>
                <c:pt idx="11715">
                  <c:v>3.0777600000000001</c:v>
                </c:pt>
                <c:pt idx="11716">
                  <c:v>3.0780699999999999</c:v>
                </c:pt>
                <c:pt idx="11717">
                  <c:v>3.0783700000000001</c:v>
                </c:pt>
                <c:pt idx="11718">
                  <c:v>3.0786799999999999</c:v>
                </c:pt>
                <c:pt idx="11719">
                  <c:v>3.0789800000000001</c:v>
                </c:pt>
                <c:pt idx="11720">
                  <c:v>3.0792899999999999</c:v>
                </c:pt>
                <c:pt idx="11721">
                  <c:v>3.0796000000000001</c:v>
                </c:pt>
                <c:pt idx="11722">
                  <c:v>3.0798999999999999</c:v>
                </c:pt>
                <c:pt idx="11723">
                  <c:v>3.0802100000000001</c:v>
                </c:pt>
                <c:pt idx="11724">
                  <c:v>3.0805099999999999</c:v>
                </c:pt>
                <c:pt idx="11725">
                  <c:v>3.0808200000000001</c:v>
                </c:pt>
                <c:pt idx="11726">
                  <c:v>3.0811199999999999</c:v>
                </c:pt>
                <c:pt idx="11727">
                  <c:v>3.0814300000000001</c:v>
                </c:pt>
                <c:pt idx="11728">
                  <c:v>3.0817299999999999</c:v>
                </c:pt>
                <c:pt idx="11729">
                  <c:v>3.0820400000000001</c:v>
                </c:pt>
                <c:pt idx="11730">
                  <c:v>3.0823399999999999</c:v>
                </c:pt>
                <c:pt idx="11731">
                  <c:v>3.0826500000000001</c:v>
                </c:pt>
                <c:pt idx="11732">
                  <c:v>3.0829499999999999</c:v>
                </c:pt>
                <c:pt idx="11733">
                  <c:v>3.0832600000000001</c:v>
                </c:pt>
                <c:pt idx="11734">
                  <c:v>3.0835699999999999</c:v>
                </c:pt>
                <c:pt idx="11735">
                  <c:v>3.0838700000000001</c:v>
                </c:pt>
                <c:pt idx="11736">
                  <c:v>3.0841799999999999</c:v>
                </c:pt>
                <c:pt idx="11737">
                  <c:v>3.0844800000000001</c:v>
                </c:pt>
                <c:pt idx="11738">
                  <c:v>3.0847899999999999</c:v>
                </c:pt>
                <c:pt idx="11739">
                  <c:v>3.0850900000000001</c:v>
                </c:pt>
                <c:pt idx="11740">
                  <c:v>3.0853999999999999</c:v>
                </c:pt>
                <c:pt idx="11741">
                  <c:v>3.0857000000000001</c:v>
                </c:pt>
                <c:pt idx="11742">
                  <c:v>3.0860099999999999</c:v>
                </c:pt>
                <c:pt idx="11743">
                  <c:v>3.0863100000000001</c:v>
                </c:pt>
                <c:pt idx="11744">
                  <c:v>3.0866199999999999</c:v>
                </c:pt>
                <c:pt idx="11745">
                  <c:v>3.0869200000000001</c:v>
                </c:pt>
                <c:pt idx="11746">
                  <c:v>3.0872299999999999</c:v>
                </c:pt>
                <c:pt idx="11747">
                  <c:v>3.0875400000000002</c:v>
                </c:pt>
                <c:pt idx="11748">
                  <c:v>3.0878399999999999</c:v>
                </c:pt>
                <c:pt idx="11749">
                  <c:v>3.0881500000000002</c:v>
                </c:pt>
                <c:pt idx="11750">
                  <c:v>3.0884499999999999</c:v>
                </c:pt>
                <c:pt idx="11751">
                  <c:v>3.0887600000000002</c:v>
                </c:pt>
                <c:pt idx="11752">
                  <c:v>3.0890599999999999</c:v>
                </c:pt>
                <c:pt idx="11753">
                  <c:v>3.0893700000000002</c:v>
                </c:pt>
                <c:pt idx="11754">
                  <c:v>3.0896699999999999</c:v>
                </c:pt>
                <c:pt idx="11755">
                  <c:v>3.0899800000000002</c:v>
                </c:pt>
                <c:pt idx="11756">
                  <c:v>3.0902799999999999</c:v>
                </c:pt>
                <c:pt idx="11757">
                  <c:v>3.0905900000000002</c:v>
                </c:pt>
                <c:pt idx="11758">
                  <c:v>3.0908899999999999</c:v>
                </c:pt>
                <c:pt idx="11759">
                  <c:v>3.0912000000000002</c:v>
                </c:pt>
                <c:pt idx="11760">
                  <c:v>3.09151</c:v>
                </c:pt>
                <c:pt idx="11761">
                  <c:v>3.0918100000000002</c:v>
                </c:pt>
                <c:pt idx="11762">
                  <c:v>3.09212</c:v>
                </c:pt>
                <c:pt idx="11763">
                  <c:v>3.0924200000000002</c:v>
                </c:pt>
                <c:pt idx="11764">
                  <c:v>3.09273</c:v>
                </c:pt>
                <c:pt idx="11765">
                  <c:v>3.0930300000000002</c:v>
                </c:pt>
                <c:pt idx="11766">
                  <c:v>3.09334</c:v>
                </c:pt>
                <c:pt idx="11767">
                  <c:v>3.0936400000000002</c:v>
                </c:pt>
                <c:pt idx="11768">
                  <c:v>3.09395</c:v>
                </c:pt>
                <c:pt idx="11769">
                  <c:v>3.0942500000000002</c:v>
                </c:pt>
                <c:pt idx="11770">
                  <c:v>3.09456</c:v>
                </c:pt>
                <c:pt idx="11771">
                  <c:v>3.0948600000000002</c:v>
                </c:pt>
                <c:pt idx="11772">
                  <c:v>3.09517</c:v>
                </c:pt>
                <c:pt idx="11773">
                  <c:v>3.0954799999999998</c:v>
                </c:pt>
                <c:pt idx="11774">
                  <c:v>3.09578</c:v>
                </c:pt>
                <c:pt idx="11775">
                  <c:v>3.0960899999999998</c:v>
                </c:pt>
                <c:pt idx="11776">
                  <c:v>3.09639</c:v>
                </c:pt>
                <c:pt idx="11777">
                  <c:v>3.0966999999999998</c:v>
                </c:pt>
                <c:pt idx="11778">
                  <c:v>3.097</c:v>
                </c:pt>
                <c:pt idx="11779">
                  <c:v>3.0973099999999998</c:v>
                </c:pt>
                <c:pt idx="11780">
                  <c:v>3.09761</c:v>
                </c:pt>
                <c:pt idx="11781">
                  <c:v>3.0979199999999998</c:v>
                </c:pt>
                <c:pt idx="11782">
                  <c:v>3.09822</c:v>
                </c:pt>
                <c:pt idx="11783">
                  <c:v>3.0985299999999998</c:v>
                </c:pt>
                <c:pt idx="11784">
                  <c:v>3.09884</c:v>
                </c:pt>
                <c:pt idx="11785">
                  <c:v>3.0991399999999998</c:v>
                </c:pt>
                <c:pt idx="11786">
                  <c:v>3.09945</c:v>
                </c:pt>
                <c:pt idx="11787">
                  <c:v>3.0997499999999998</c:v>
                </c:pt>
                <c:pt idx="11788">
                  <c:v>3.10006</c:v>
                </c:pt>
                <c:pt idx="11789">
                  <c:v>3.1003599999999998</c:v>
                </c:pt>
                <c:pt idx="11790">
                  <c:v>3.10067</c:v>
                </c:pt>
                <c:pt idx="11791">
                  <c:v>3.1009699999999998</c:v>
                </c:pt>
                <c:pt idx="11792">
                  <c:v>3.10128</c:v>
                </c:pt>
                <c:pt idx="11793">
                  <c:v>3.1015799999999998</c:v>
                </c:pt>
                <c:pt idx="11794">
                  <c:v>3.10189</c:v>
                </c:pt>
                <c:pt idx="11795">
                  <c:v>3.1021899999999998</c:v>
                </c:pt>
                <c:pt idx="11796">
                  <c:v>3.1025</c:v>
                </c:pt>
                <c:pt idx="11797">
                  <c:v>3.1028099999999998</c:v>
                </c:pt>
                <c:pt idx="11798">
                  <c:v>3.10311</c:v>
                </c:pt>
                <c:pt idx="11799">
                  <c:v>3.1034199999999998</c:v>
                </c:pt>
                <c:pt idx="11800">
                  <c:v>3.10372</c:v>
                </c:pt>
                <c:pt idx="11801">
                  <c:v>3.1040299999999998</c:v>
                </c:pt>
                <c:pt idx="11802">
                  <c:v>3.10433</c:v>
                </c:pt>
                <c:pt idx="11803">
                  <c:v>3.1046399999999998</c:v>
                </c:pt>
                <c:pt idx="11804">
                  <c:v>3.10494</c:v>
                </c:pt>
                <c:pt idx="11805">
                  <c:v>3.1052499999999998</c:v>
                </c:pt>
                <c:pt idx="11806">
                  <c:v>3.10555</c:v>
                </c:pt>
                <c:pt idx="11807">
                  <c:v>3.1058599999999998</c:v>
                </c:pt>
                <c:pt idx="11808">
                  <c:v>3.10616</c:v>
                </c:pt>
                <c:pt idx="11809">
                  <c:v>3.1064699999999998</c:v>
                </c:pt>
                <c:pt idx="11810">
                  <c:v>3.1067800000000001</c:v>
                </c:pt>
                <c:pt idx="11811">
                  <c:v>3.1070799999999998</c:v>
                </c:pt>
                <c:pt idx="11812">
                  <c:v>3.1073900000000001</c:v>
                </c:pt>
                <c:pt idx="11813">
                  <c:v>3.1076899999999998</c:v>
                </c:pt>
                <c:pt idx="11814">
                  <c:v>3.1080000000000001</c:v>
                </c:pt>
                <c:pt idx="11815">
                  <c:v>3.1082999999999998</c:v>
                </c:pt>
                <c:pt idx="11816">
                  <c:v>3.1086100000000001</c:v>
                </c:pt>
                <c:pt idx="11817">
                  <c:v>3.1089099999999998</c:v>
                </c:pt>
                <c:pt idx="11818">
                  <c:v>3.1092200000000001</c:v>
                </c:pt>
                <c:pt idx="11819">
                  <c:v>3.1095199999999998</c:v>
                </c:pt>
                <c:pt idx="11820">
                  <c:v>3.1098300000000001</c:v>
                </c:pt>
                <c:pt idx="11821">
                  <c:v>3.1101299999999998</c:v>
                </c:pt>
                <c:pt idx="11822">
                  <c:v>3.1104400000000001</c:v>
                </c:pt>
                <c:pt idx="11823">
                  <c:v>3.1107499999999999</c:v>
                </c:pt>
                <c:pt idx="11824">
                  <c:v>3.1110500000000001</c:v>
                </c:pt>
                <c:pt idx="11825">
                  <c:v>3.1113599999999999</c:v>
                </c:pt>
                <c:pt idx="11826">
                  <c:v>3.1116600000000001</c:v>
                </c:pt>
                <c:pt idx="11827">
                  <c:v>3.1119699999999999</c:v>
                </c:pt>
                <c:pt idx="11828">
                  <c:v>3.1122700000000001</c:v>
                </c:pt>
                <c:pt idx="11829">
                  <c:v>3.1125799999999999</c:v>
                </c:pt>
                <c:pt idx="11830">
                  <c:v>3.1128800000000001</c:v>
                </c:pt>
                <c:pt idx="11831">
                  <c:v>3.1131899999999999</c:v>
                </c:pt>
                <c:pt idx="11832">
                  <c:v>3.1134900000000001</c:v>
                </c:pt>
                <c:pt idx="11833">
                  <c:v>3.1137999999999999</c:v>
                </c:pt>
                <c:pt idx="11834">
                  <c:v>3.1141000000000001</c:v>
                </c:pt>
                <c:pt idx="11835">
                  <c:v>3.1144099999999999</c:v>
                </c:pt>
                <c:pt idx="11836">
                  <c:v>3.1147200000000002</c:v>
                </c:pt>
                <c:pt idx="11837">
                  <c:v>3.1150199999999999</c:v>
                </c:pt>
                <c:pt idx="11838">
                  <c:v>3.1153300000000002</c:v>
                </c:pt>
                <c:pt idx="11839">
                  <c:v>3.1156299999999999</c:v>
                </c:pt>
                <c:pt idx="11840">
                  <c:v>3.1159400000000002</c:v>
                </c:pt>
                <c:pt idx="11841">
                  <c:v>3.1162399999999999</c:v>
                </c:pt>
                <c:pt idx="11842">
                  <c:v>3.1165500000000002</c:v>
                </c:pt>
                <c:pt idx="11843">
                  <c:v>3.1168499999999999</c:v>
                </c:pt>
                <c:pt idx="11844">
                  <c:v>3.1171600000000002</c:v>
                </c:pt>
                <c:pt idx="11845">
                  <c:v>3.1174599999999999</c:v>
                </c:pt>
                <c:pt idx="11846">
                  <c:v>3.1177700000000002</c:v>
                </c:pt>
                <c:pt idx="11847">
                  <c:v>3.11808</c:v>
                </c:pt>
                <c:pt idx="11848">
                  <c:v>3.1183800000000002</c:v>
                </c:pt>
                <c:pt idx="11849">
                  <c:v>3.11869</c:v>
                </c:pt>
                <c:pt idx="11850">
                  <c:v>3.1189900000000002</c:v>
                </c:pt>
                <c:pt idx="11851">
                  <c:v>3.1193</c:v>
                </c:pt>
                <c:pt idx="11852">
                  <c:v>3.1196000000000002</c:v>
                </c:pt>
                <c:pt idx="11853">
                  <c:v>3.11991</c:v>
                </c:pt>
                <c:pt idx="11854">
                  <c:v>3.1202100000000002</c:v>
                </c:pt>
                <c:pt idx="11855">
                  <c:v>3.12052</c:v>
                </c:pt>
                <c:pt idx="11856">
                  <c:v>3.1208200000000001</c:v>
                </c:pt>
                <c:pt idx="11857">
                  <c:v>3.12113</c:v>
                </c:pt>
                <c:pt idx="11858">
                  <c:v>3.1214300000000001</c:v>
                </c:pt>
                <c:pt idx="11859">
                  <c:v>3.12174</c:v>
                </c:pt>
                <c:pt idx="11860">
                  <c:v>3.1220500000000002</c:v>
                </c:pt>
                <c:pt idx="11861">
                  <c:v>3.12235</c:v>
                </c:pt>
                <c:pt idx="11862">
                  <c:v>3.1226600000000002</c:v>
                </c:pt>
                <c:pt idx="11863">
                  <c:v>3.12296</c:v>
                </c:pt>
                <c:pt idx="11864">
                  <c:v>3.1232700000000002</c:v>
                </c:pt>
                <c:pt idx="11865">
                  <c:v>3.12357</c:v>
                </c:pt>
                <c:pt idx="11866">
                  <c:v>3.1238800000000002</c:v>
                </c:pt>
                <c:pt idx="11867">
                  <c:v>3.12418</c:v>
                </c:pt>
                <c:pt idx="11868">
                  <c:v>3.1244900000000002</c:v>
                </c:pt>
                <c:pt idx="11869">
                  <c:v>3.12479</c:v>
                </c:pt>
                <c:pt idx="11870">
                  <c:v>3.1251000000000002</c:v>
                </c:pt>
                <c:pt idx="11871">
                  <c:v>3.1254</c:v>
                </c:pt>
                <c:pt idx="11872">
                  <c:v>3.1257100000000002</c:v>
                </c:pt>
                <c:pt idx="11873">
                  <c:v>3.12602</c:v>
                </c:pt>
                <c:pt idx="11874">
                  <c:v>3.1263200000000002</c:v>
                </c:pt>
                <c:pt idx="11875">
                  <c:v>3.12663</c:v>
                </c:pt>
                <c:pt idx="11876">
                  <c:v>3.1269300000000002</c:v>
                </c:pt>
                <c:pt idx="11877">
                  <c:v>3.12724</c:v>
                </c:pt>
                <c:pt idx="11878">
                  <c:v>3.1275400000000002</c:v>
                </c:pt>
                <c:pt idx="11879">
                  <c:v>3.12785</c:v>
                </c:pt>
                <c:pt idx="11880">
                  <c:v>3.1281500000000002</c:v>
                </c:pt>
                <c:pt idx="11881">
                  <c:v>3.12846</c:v>
                </c:pt>
                <c:pt idx="11882">
                  <c:v>3.1287600000000002</c:v>
                </c:pt>
                <c:pt idx="11883">
                  <c:v>3.12907</c:v>
                </c:pt>
                <c:pt idx="11884">
                  <c:v>3.1293700000000002</c:v>
                </c:pt>
                <c:pt idx="11885">
                  <c:v>3.12968</c:v>
                </c:pt>
                <c:pt idx="11886">
                  <c:v>3.1299899999999998</c:v>
                </c:pt>
                <c:pt idx="11887">
                  <c:v>3.13029</c:v>
                </c:pt>
                <c:pt idx="11888">
                  <c:v>3.1305999999999998</c:v>
                </c:pt>
                <c:pt idx="11889">
                  <c:v>3.1309</c:v>
                </c:pt>
                <c:pt idx="11890">
                  <c:v>3.1312099999999998</c:v>
                </c:pt>
                <c:pt idx="11891">
                  <c:v>3.13151</c:v>
                </c:pt>
                <c:pt idx="11892">
                  <c:v>3.1318199999999998</c:v>
                </c:pt>
                <c:pt idx="11893">
                  <c:v>3.13212</c:v>
                </c:pt>
                <c:pt idx="11894">
                  <c:v>3.1324299999999998</c:v>
                </c:pt>
                <c:pt idx="11895">
                  <c:v>3.13273</c:v>
                </c:pt>
                <c:pt idx="11896">
                  <c:v>3.1330399999999998</c:v>
                </c:pt>
                <c:pt idx="11897">
                  <c:v>3.1333500000000001</c:v>
                </c:pt>
                <c:pt idx="11898">
                  <c:v>3.1336499999999998</c:v>
                </c:pt>
                <c:pt idx="11899">
                  <c:v>3.1339600000000001</c:v>
                </c:pt>
                <c:pt idx="11900">
                  <c:v>3.1342599999999998</c:v>
                </c:pt>
                <c:pt idx="11901">
                  <c:v>3.1345700000000001</c:v>
                </c:pt>
                <c:pt idx="11902">
                  <c:v>3.1348699999999998</c:v>
                </c:pt>
                <c:pt idx="11903">
                  <c:v>3.1351800000000001</c:v>
                </c:pt>
                <c:pt idx="11904">
                  <c:v>3.1354799999999998</c:v>
                </c:pt>
                <c:pt idx="11905">
                  <c:v>3.1357900000000001</c:v>
                </c:pt>
                <c:pt idx="11906">
                  <c:v>3.1360899999999998</c:v>
                </c:pt>
                <c:pt idx="11907">
                  <c:v>3.1364000000000001</c:v>
                </c:pt>
                <c:pt idx="11908">
                  <c:v>3.1366999999999998</c:v>
                </c:pt>
                <c:pt idx="11909">
                  <c:v>3.1370100000000001</c:v>
                </c:pt>
                <c:pt idx="11910">
                  <c:v>3.1373199999999999</c:v>
                </c:pt>
                <c:pt idx="11911">
                  <c:v>3.1376200000000001</c:v>
                </c:pt>
                <c:pt idx="11912">
                  <c:v>3.1379299999999999</c:v>
                </c:pt>
                <c:pt idx="11913">
                  <c:v>3.1382300000000001</c:v>
                </c:pt>
                <c:pt idx="11914">
                  <c:v>3.1385399999999999</c:v>
                </c:pt>
                <c:pt idx="11915">
                  <c:v>3.1388400000000001</c:v>
                </c:pt>
                <c:pt idx="11916">
                  <c:v>3.1391499999999999</c:v>
                </c:pt>
                <c:pt idx="11917">
                  <c:v>3.1394500000000001</c:v>
                </c:pt>
                <c:pt idx="11918">
                  <c:v>3.1397599999999999</c:v>
                </c:pt>
                <c:pt idx="11919">
                  <c:v>3.1400600000000001</c:v>
                </c:pt>
                <c:pt idx="11920">
                  <c:v>3.1403699999999999</c:v>
                </c:pt>
                <c:pt idx="11921">
                  <c:v>3.1406700000000001</c:v>
                </c:pt>
                <c:pt idx="11922">
                  <c:v>3.1409799999999999</c:v>
                </c:pt>
                <c:pt idx="11923">
                  <c:v>3.1412900000000001</c:v>
                </c:pt>
                <c:pt idx="11924">
                  <c:v>3.1415899999999999</c:v>
                </c:pt>
                <c:pt idx="11925">
                  <c:v>3.1419000000000001</c:v>
                </c:pt>
                <c:pt idx="11926">
                  <c:v>3.1421999999999999</c:v>
                </c:pt>
                <c:pt idx="11927">
                  <c:v>3.1425100000000001</c:v>
                </c:pt>
                <c:pt idx="11928">
                  <c:v>3.1428099999999999</c:v>
                </c:pt>
                <c:pt idx="11929">
                  <c:v>3.1431200000000001</c:v>
                </c:pt>
                <c:pt idx="11930">
                  <c:v>3.1434199999999999</c:v>
                </c:pt>
                <c:pt idx="11931">
                  <c:v>3.1437300000000001</c:v>
                </c:pt>
                <c:pt idx="11932">
                  <c:v>3.1440299999999999</c:v>
                </c:pt>
                <c:pt idx="11933">
                  <c:v>3.1443400000000001</c:v>
                </c:pt>
                <c:pt idx="11934">
                  <c:v>3.1446399999999999</c:v>
                </c:pt>
                <c:pt idx="11935">
                  <c:v>3.1449500000000001</c:v>
                </c:pt>
                <c:pt idx="11936">
                  <c:v>3.1452599999999999</c:v>
                </c:pt>
                <c:pt idx="11937">
                  <c:v>3.1455600000000001</c:v>
                </c:pt>
                <c:pt idx="11938">
                  <c:v>3.1458699999999999</c:v>
                </c:pt>
                <c:pt idx="11939">
                  <c:v>3.1461700000000001</c:v>
                </c:pt>
                <c:pt idx="11940">
                  <c:v>3.1464799999999999</c:v>
                </c:pt>
                <c:pt idx="11941">
                  <c:v>3.1467800000000001</c:v>
                </c:pt>
                <c:pt idx="11942">
                  <c:v>3.1470899999999999</c:v>
                </c:pt>
                <c:pt idx="11943">
                  <c:v>3.1473900000000001</c:v>
                </c:pt>
                <c:pt idx="11944">
                  <c:v>3.1476999999999999</c:v>
                </c:pt>
                <c:pt idx="11945">
                  <c:v>3.1480000000000001</c:v>
                </c:pt>
                <c:pt idx="11946">
                  <c:v>3.1483099999999999</c:v>
                </c:pt>
                <c:pt idx="11947">
                  <c:v>3.1486100000000001</c:v>
                </c:pt>
                <c:pt idx="11948">
                  <c:v>3.1489199999999999</c:v>
                </c:pt>
                <c:pt idx="11949">
                  <c:v>3.1492300000000002</c:v>
                </c:pt>
                <c:pt idx="11950">
                  <c:v>3.1495299999999999</c:v>
                </c:pt>
                <c:pt idx="11951">
                  <c:v>3.1498400000000002</c:v>
                </c:pt>
                <c:pt idx="11952">
                  <c:v>3.1501399999999999</c:v>
                </c:pt>
                <c:pt idx="11953">
                  <c:v>3.1504500000000002</c:v>
                </c:pt>
                <c:pt idx="11954">
                  <c:v>3.1507499999999999</c:v>
                </c:pt>
                <c:pt idx="11955">
                  <c:v>3.1510600000000002</c:v>
                </c:pt>
                <c:pt idx="11956">
                  <c:v>3.1513599999999999</c:v>
                </c:pt>
                <c:pt idx="11957">
                  <c:v>3.1516700000000002</c:v>
                </c:pt>
                <c:pt idx="11958">
                  <c:v>3.1519699999999999</c:v>
                </c:pt>
                <c:pt idx="11959">
                  <c:v>3.1522800000000002</c:v>
                </c:pt>
                <c:pt idx="11960">
                  <c:v>3.15259</c:v>
                </c:pt>
                <c:pt idx="11961">
                  <c:v>3.1528900000000002</c:v>
                </c:pt>
                <c:pt idx="11962">
                  <c:v>3.1532</c:v>
                </c:pt>
                <c:pt idx="11963">
                  <c:v>3.1535000000000002</c:v>
                </c:pt>
                <c:pt idx="11964">
                  <c:v>3.15381</c:v>
                </c:pt>
                <c:pt idx="11965">
                  <c:v>3.1541100000000002</c:v>
                </c:pt>
                <c:pt idx="11966">
                  <c:v>3.15442</c:v>
                </c:pt>
                <c:pt idx="11967">
                  <c:v>3.1547200000000002</c:v>
                </c:pt>
                <c:pt idx="11968">
                  <c:v>3.15503</c:v>
                </c:pt>
                <c:pt idx="11969">
                  <c:v>3.1553300000000002</c:v>
                </c:pt>
                <c:pt idx="11970">
                  <c:v>3.15564</c:v>
                </c:pt>
                <c:pt idx="11971">
                  <c:v>3.1559400000000002</c:v>
                </c:pt>
                <c:pt idx="11972">
                  <c:v>3.15625</c:v>
                </c:pt>
                <c:pt idx="11973">
                  <c:v>3.1565599999999998</c:v>
                </c:pt>
                <c:pt idx="11974">
                  <c:v>3.15686</c:v>
                </c:pt>
                <c:pt idx="11975">
                  <c:v>3.1571699999999998</c:v>
                </c:pt>
                <c:pt idx="11976">
                  <c:v>3.15747</c:v>
                </c:pt>
                <c:pt idx="11977">
                  <c:v>3.1577799999999998</c:v>
                </c:pt>
                <c:pt idx="11978">
                  <c:v>3.15808</c:v>
                </c:pt>
                <c:pt idx="11979">
                  <c:v>3.1583899999999998</c:v>
                </c:pt>
                <c:pt idx="11980">
                  <c:v>3.15869</c:v>
                </c:pt>
                <c:pt idx="11981">
                  <c:v>3.1589999999999998</c:v>
                </c:pt>
                <c:pt idx="11982">
                  <c:v>3.1593</c:v>
                </c:pt>
                <c:pt idx="11983">
                  <c:v>3.1596099999999998</c:v>
                </c:pt>
                <c:pt idx="11984">
                  <c:v>3.15991</c:v>
                </c:pt>
                <c:pt idx="11985">
                  <c:v>3.1602199999999998</c:v>
                </c:pt>
                <c:pt idx="11986">
                  <c:v>3.1605300000000001</c:v>
                </c:pt>
                <c:pt idx="11987">
                  <c:v>3.1608299999999998</c:v>
                </c:pt>
                <c:pt idx="11988">
                  <c:v>3.1611400000000001</c:v>
                </c:pt>
                <c:pt idx="11989">
                  <c:v>3.1614399999999998</c:v>
                </c:pt>
                <c:pt idx="11990">
                  <c:v>3.1617500000000001</c:v>
                </c:pt>
                <c:pt idx="11991">
                  <c:v>3.1620499999999998</c:v>
                </c:pt>
                <c:pt idx="11992">
                  <c:v>3.1623600000000001</c:v>
                </c:pt>
                <c:pt idx="11993">
                  <c:v>3.1626599999999998</c:v>
                </c:pt>
                <c:pt idx="11994">
                  <c:v>3.1629700000000001</c:v>
                </c:pt>
                <c:pt idx="11995">
                  <c:v>3.1632699999999998</c:v>
                </c:pt>
                <c:pt idx="11996">
                  <c:v>3.1635800000000001</c:v>
                </c:pt>
                <c:pt idx="11997">
                  <c:v>3.1638799999999998</c:v>
                </c:pt>
                <c:pt idx="11998">
                  <c:v>3.1641900000000001</c:v>
                </c:pt>
                <c:pt idx="11999">
                  <c:v>3.1644999999999999</c:v>
                </c:pt>
                <c:pt idx="12000">
                  <c:v>3.1648000000000001</c:v>
                </c:pt>
                <c:pt idx="12001">
                  <c:v>3.1651099999999999</c:v>
                </c:pt>
                <c:pt idx="12002">
                  <c:v>3.1654100000000001</c:v>
                </c:pt>
                <c:pt idx="12003">
                  <c:v>3.1657199999999999</c:v>
                </c:pt>
                <c:pt idx="12004">
                  <c:v>3.1660200000000001</c:v>
                </c:pt>
                <c:pt idx="12005">
                  <c:v>3.1663299999999999</c:v>
                </c:pt>
                <c:pt idx="12006">
                  <c:v>3.1666300000000001</c:v>
                </c:pt>
                <c:pt idx="12007">
                  <c:v>3.1669399999999999</c:v>
                </c:pt>
                <c:pt idx="12008">
                  <c:v>3.1672400000000001</c:v>
                </c:pt>
                <c:pt idx="12009">
                  <c:v>3.1675499999999999</c:v>
                </c:pt>
                <c:pt idx="12010">
                  <c:v>3.1678500000000001</c:v>
                </c:pt>
                <c:pt idx="12011">
                  <c:v>3.1681599999999999</c:v>
                </c:pt>
                <c:pt idx="12012">
                  <c:v>3.1684700000000001</c:v>
                </c:pt>
                <c:pt idx="12013">
                  <c:v>3.1687699999999999</c:v>
                </c:pt>
                <c:pt idx="12014">
                  <c:v>3.1690800000000001</c:v>
                </c:pt>
                <c:pt idx="12015">
                  <c:v>3.1693799999999999</c:v>
                </c:pt>
                <c:pt idx="12016">
                  <c:v>3.1696900000000001</c:v>
                </c:pt>
                <c:pt idx="12017">
                  <c:v>3.1699899999999999</c:v>
                </c:pt>
                <c:pt idx="12018">
                  <c:v>3.1703000000000001</c:v>
                </c:pt>
                <c:pt idx="12019">
                  <c:v>3.1705999999999999</c:v>
                </c:pt>
                <c:pt idx="12020">
                  <c:v>3.1709100000000001</c:v>
                </c:pt>
                <c:pt idx="12021">
                  <c:v>3.1712099999999999</c:v>
                </c:pt>
                <c:pt idx="12022">
                  <c:v>3.1715200000000001</c:v>
                </c:pt>
                <c:pt idx="12023">
                  <c:v>3.1718299999999999</c:v>
                </c:pt>
                <c:pt idx="12024">
                  <c:v>3.1721300000000001</c:v>
                </c:pt>
                <c:pt idx="12025">
                  <c:v>3.1724399999999999</c:v>
                </c:pt>
                <c:pt idx="12026">
                  <c:v>3.1727400000000001</c:v>
                </c:pt>
                <c:pt idx="12027">
                  <c:v>3.1730499999999999</c:v>
                </c:pt>
                <c:pt idx="12028">
                  <c:v>3.1733500000000001</c:v>
                </c:pt>
                <c:pt idx="12029">
                  <c:v>3.1736599999999999</c:v>
                </c:pt>
                <c:pt idx="12030">
                  <c:v>3.1739600000000001</c:v>
                </c:pt>
                <c:pt idx="12031">
                  <c:v>3.1742699999999999</c:v>
                </c:pt>
                <c:pt idx="12032">
                  <c:v>3.1745700000000001</c:v>
                </c:pt>
                <c:pt idx="12033">
                  <c:v>3.1748799999999999</c:v>
                </c:pt>
                <c:pt idx="12034">
                  <c:v>3.1751800000000001</c:v>
                </c:pt>
                <c:pt idx="12035">
                  <c:v>3.1754899999999999</c:v>
                </c:pt>
                <c:pt idx="12036">
                  <c:v>3.1758000000000002</c:v>
                </c:pt>
                <c:pt idx="12037">
                  <c:v>3.1760999999999999</c:v>
                </c:pt>
                <c:pt idx="12038">
                  <c:v>3.1764100000000002</c:v>
                </c:pt>
                <c:pt idx="12039">
                  <c:v>3.1767099999999999</c:v>
                </c:pt>
                <c:pt idx="12040">
                  <c:v>3.1770200000000002</c:v>
                </c:pt>
                <c:pt idx="12041">
                  <c:v>3.1773199999999999</c:v>
                </c:pt>
                <c:pt idx="12042">
                  <c:v>3.1776300000000002</c:v>
                </c:pt>
                <c:pt idx="12043">
                  <c:v>3.1779299999999999</c:v>
                </c:pt>
                <c:pt idx="12044">
                  <c:v>3.1782400000000002</c:v>
                </c:pt>
                <c:pt idx="12045">
                  <c:v>3.1785399999999999</c:v>
                </c:pt>
                <c:pt idx="12046">
                  <c:v>3.1788500000000002</c:v>
                </c:pt>
                <c:pt idx="12047">
                  <c:v>3.1791499999999999</c:v>
                </c:pt>
                <c:pt idx="12048">
                  <c:v>3.1794600000000002</c:v>
                </c:pt>
                <c:pt idx="12049">
                  <c:v>3.17977</c:v>
                </c:pt>
                <c:pt idx="12050">
                  <c:v>3.1800700000000002</c:v>
                </c:pt>
                <c:pt idx="12051">
                  <c:v>3.18038</c:v>
                </c:pt>
                <c:pt idx="12052">
                  <c:v>3.1806800000000002</c:v>
                </c:pt>
                <c:pt idx="12053">
                  <c:v>3.18099</c:v>
                </c:pt>
                <c:pt idx="12054">
                  <c:v>3.1812900000000002</c:v>
                </c:pt>
                <c:pt idx="12055">
                  <c:v>3.1816</c:v>
                </c:pt>
                <c:pt idx="12056">
                  <c:v>3.1819000000000002</c:v>
                </c:pt>
                <c:pt idx="12057">
                  <c:v>3.18221</c:v>
                </c:pt>
                <c:pt idx="12058">
                  <c:v>3.1825100000000002</c:v>
                </c:pt>
                <c:pt idx="12059">
                  <c:v>3.18282</c:v>
                </c:pt>
                <c:pt idx="12060">
                  <c:v>3.1831200000000002</c:v>
                </c:pt>
                <c:pt idx="12061">
                  <c:v>3.18343</c:v>
                </c:pt>
                <c:pt idx="12062">
                  <c:v>3.1837399999999998</c:v>
                </c:pt>
                <c:pt idx="12063">
                  <c:v>3.18404</c:v>
                </c:pt>
                <c:pt idx="12064">
                  <c:v>3.1843499999999998</c:v>
                </c:pt>
                <c:pt idx="12065">
                  <c:v>3.18465</c:v>
                </c:pt>
                <c:pt idx="12066">
                  <c:v>3.1849599999999998</c:v>
                </c:pt>
                <c:pt idx="12067">
                  <c:v>3.18526</c:v>
                </c:pt>
                <c:pt idx="12068">
                  <c:v>3.1855699999999998</c:v>
                </c:pt>
                <c:pt idx="12069">
                  <c:v>3.18587</c:v>
                </c:pt>
                <c:pt idx="12070">
                  <c:v>3.1861799999999998</c:v>
                </c:pt>
                <c:pt idx="12071">
                  <c:v>3.18648</c:v>
                </c:pt>
                <c:pt idx="12072">
                  <c:v>3.1867899999999998</c:v>
                </c:pt>
                <c:pt idx="12073">
                  <c:v>3.18709</c:v>
                </c:pt>
                <c:pt idx="12074">
                  <c:v>3.1873999999999998</c:v>
                </c:pt>
                <c:pt idx="12075">
                  <c:v>3.18771</c:v>
                </c:pt>
                <c:pt idx="12076">
                  <c:v>3.1880099999999998</c:v>
                </c:pt>
                <c:pt idx="12077">
                  <c:v>3.18832</c:v>
                </c:pt>
                <c:pt idx="12078">
                  <c:v>3.1886199999999998</c:v>
                </c:pt>
                <c:pt idx="12079">
                  <c:v>3.18893</c:v>
                </c:pt>
                <c:pt idx="12080">
                  <c:v>3.1892299999999998</c:v>
                </c:pt>
                <c:pt idx="12081">
                  <c:v>3.18954</c:v>
                </c:pt>
                <c:pt idx="12082">
                  <c:v>3.1898399999999998</c:v>
                </c:pt>
                <c:pt idx="12083">
                  <c:v>3.19015</c:v>
                </c:pt>
                <c:pt idx="12084">
                  <c:v>3.1904499999999998</c:v>
                </c:pt>
                <c:pt idx="12085">
                  <c:v>3.19076</c:v>
                </c:pt>
                <c:pt idx="12086">
                  <c:v>3.1910699999999999</c:v>
                </c:pt>
                <c:pt idx="12087">
                  <c:v>3.19137</c:v>
                </c:pt>
                <c:pt idx="12088">
                  <c:v>3.1916799999999999</c:v>
                </c:pt>
                <c:pt idx="12089">
                  <c:v>3.19198</c:v>
                </c:pt>
                <c:pt idx="12090">
                  <c:v>3.1922899999999998</c:v>
                </c:pt>
                <c:pt idx="12091">
                  <c:v>3.19259</c:v>
                </c:pt>
                <c:pt idx="12092">
                  <c:v>3.1928999999999998</c:v>
                </c:pt>
                <c:pt idx="12093">
                  <c:v>3.1932</c:v>
                </c:pt>
                <c:pt idx="12094">
                  <c:v>3.1935099999999998</c:v>
                </c:pt>
                <c:pt idx="12095">
                  <c:v>3.19381</c:v>
                </c:pt>
                <c:pt idx="12096">
                  <c:v>3.1941199999999998</c:v>
                </c:pt>
                <c:pt idx="12097">
                  <c:v>3.19442</c:v>
                </c:pt>
                <c:pt idx="12098">
                  <c:v>3.1947299999999998</c:v>
                </c:pt>
                <c:pt idx="12099">
                  <c:v>3.1950400000000001</c:v>
                </c:pt>
                <c:pt idx="12100">
                  <c:v>3.1953399999999998</c:v>
                </c:pt>
                <c:pt idx="12101">
                  <c:v>3.1956500000000001</c:v>
                </c:pt>
                <c:pt idx="12102">
                  <c:v>3.1959499999999998</c:v>
                </c:pt>
                <c:pt idx="12103">
                  <c:v>3.1962600000000001</c:v>
                </c:pt>
                <c:pt idx="12104">
                  <c:v>3.1965599999999998</c:v>
                </c:pt>
                <c:pt idx="12105">
                  <c:v>3.1968700000000001</c:v>
                </c:pt>
                <c:pt idx="12106">
                  <c:v>3.1971699999999998</c:v>
                </c:pt>
                <c:pt idx="12107">
                  <c:v>3.1974800000000001</c:v>
                </c:pt>
                <c:pt idx="12108">
                  <c:v>3.1977799999999998</c:v>
                </c:pt>
                <c:pt idx="12109">
                  <c:v>3.1980900000000001</c:v>
                </c:pt>
                <c:pt idx="12110">
                  <c:v>3.1983899999999998</c:v>
                </c:pt>
                <c:pt idx="12111">
                  <c:v>3.1987000000000001</c:v>
                </c:pt>
                <c:pt idx="12112">
                  <c:v>3.1990099999999999</c:v>
                </c:pt>
                <c:pt idx="12113">
                  <c:v>3.1993100000000001</c:v>
                </c:pt>
                <c:pt idx="12114">
                  <c:v>3.1996199999999999</c:v>
                </c:pt>
                <c:pt idx="12115">
                  <c:v>3.1999200000000001</c:v>
                </c:pt>
                <c:pt idx="12116">
                  <c:v>3.2002299999999999</c:v>
                </c:pt>
                <c:pt idx="12117">
                  <c:v>3.2005300000000001</c:v>
                </c:pt>
                <c:pt idx="12118">
                  <c:v>3.2008399999999999</c:v>
                </c:pt>
                <c:pt idx="12119">
                  <c:v>3.2011400000000001</c:v>
                </c:pt>
                <c:pt idx="12120">
                  <c:v>3.2014499999999999</c:v>
                </c:pt>
                <c:pt idx="12121">
                  <c:v>3.2017500000000001</c:v>
                </c:pt>
                <c:pt idx="12122">
                  <c:v>3.2020599999999999</c:v>
                </c:pt>
                <c:pt idx="12123">
                  <c:v>3.2023600000000001</c:v>
                </c:pt>
                <c:pt idx="12124">
                  <c:v>3.2026699999999999</c:v>
                </c:pt>
                <c:pt idx="12125">
                  <c:v>3.2029800000000002</c:v>
                </c:pt>
                <c:pt idx="12126">
                  <c:v>3.2032799999999999</c:v>
                </c:pt>
                <c:pt idx="12127">
                  <c:v>3.2035900000000002</c:v>
                </c:pt>
                <c:pt idx="12128">
                  <c:v>3.2038899999999999</c:v>
                </c:pt>
                <c:pt idx="12129">
                  <c:v>3.2042000000000002</c:v>
                </c:pt>
                <c:pt idx="12130">
                  <c:v>3.2044999999999999</c:v>
                </c:pt>
                <c:pt idx="12131">
                  <c:v>3.2048100000000002</c:v>
                </c:pt>
                <c:pt idx="12132">
                  <c:v>3.2051099999999999</c:v>
                </c:pt>
                <c:pt idx="12133">
                  <c:v>3.2054200000000002</c:v>
                </c:pt>
                <c:pt idx="12134">
                  <c:v>3.2057199999999999</c:v>
                </c:pt>
                <c:pt idx="12135">
                  <c:v>3.2060300000000002</c:v>
                </c:pt>
                <c:pt idx="12136">
                  <c:v>3.20634</c:v>
                </c:pt>
                <c:pt idx="12137">
                  <c:v>3.2066400000000002</c:v>
                </c:pt>
                <c:pt idx="12138">
                  <c:v>3.20695</c:v>
                </c:pt>
                <c:pt idx="12139">
                  <c:v>3.2072500000000002</c:v>
                </c:pt>
                <c:pt idx="12140">
                  <c:v>3.20756</c:v>
                </c:pt>
                <c:pt idx="12141">
                  <c:v>3.2078600000000002</c:v>
                </c:pt>
                <c:pt idx="12142">
                  <c:v>3.20817</c:v>
                </c:pt>
                <c:pt idx="12143">
                  <c:v>3.2084700000000002</c:v>
                </c:pt>
                <c:pt idx="12144">
                  <c:v>3.20878</c:v>
                </c:pt>
                <c:pt idx="12145">
                  <c:v>3.2090800000000002</c:v>
                </c:pt>
                <c:pt idx="12146">
                  <c:v>3.20939</c:v>
                </c:pt>
                <c:pt idx="12147">
                  <c:v>3.2096900000000002</c:v>
                </c:pt>
                <c:pt idx="12148">
                  <c:v>3.21</c:v>
                </c:pt>
                <c:pt idx="12149">
                  <c:v>3.2103100000000002</c:v>
                </c:pt>
                <c:pt idx="12150">
                  <c:v>3.21061</c:v>
                </c:pt>
                <c:pt idx="12151">
                  <c:v>3.2109200000000002</c:v>
                </c:pt>
                <c:pt idx="12152">
                  <c:v>3.21122</c:v>
                </c:pt>
                <c:pt idx="12153">
                  <c:v>3.2115300000000002</c:v>
                </c:pt>
                <c:pt idx="12154">
                  <c:v>3.21183</c:v>
                </c:pt>
                <c:pt idx="12155">
                  <c:v>3.2121400000000002</c:v>
                </c:pt>
                <c:pt idx="12156">
                  <c:v>3.21244</c:v>
                </c:pt>
                <c:pt idx="12157">
                  <c:v>3.2127500000000002</c:v>
                </c:pt>
                <c:pt idx="12158">
                  <c:v>3.21305</c:v>
                </c:pt>
                <c:pt idx="12159">
                  <c:v>3.2133600000000002</c:v>
                </c:pt>
                <c:pt idx="12160">
                  <c:v>3.21366</c:v>
                </c:pt>
                <c:pt idx="12161">
                  <c:v>3.2139700000000002</c:v>
                </c:pt>
                <c:pt idx="12162">
                  <c:v>3.21428</c:v>
                </c:pt>
                <c:pt idx="12163">
                  <c:v>3.2145800000000002</c:v>
                </c:pt>
                <c:pt idx="12164">
                  <c:v>3.21489</c:v>
                </c:pt>
                <c:pt idx="12165">
                  <c:v>3.2151900000000002</c:v>
                </c:pt>
                <c:pt idx="12166">
                  <c:v>3.2155</c:v>
                </c:pt>
                <c:pt idx="12167">
                  <c:v>3.2158000000000002</c:v>
                </c:pt>
                <c:pt idx="12168">
                  <c:v>3.21611</c:v>
                </c:pt>
                <c:pt idx="12169">
                  <c:v>3.2164100000000002</c:v>
                </c:pt>
                <c:pt idx="12170">
                  <c:v>3.21672</c:v>
                </c:pt>
                <c:pt idx="12171">
                  <c:v>3.2170200000000002</c:v>
                </c:pt>
                <c:pt idx="12172">
                  <c:v>3.21733</c:v>
                </c:pt>
                <c:pt idx="12173">
                  <c:v>3.2176300000000002</c:v>
                </c:pt>
                <c:pt idx="12174">
                  <c:v>3.21794</c:v>
                </c:pt>
                <c:pt idx="12175">
                  <c:v>3.2182499999999998</c:v>
                </c:pt>
                <c:pt idx="12176">
                  <c:v>3.21855</c:v>
                </c:pt>
                <c:pt idx="12177">
                  <c:v>3.2188599999999998</c:v>
                </c:pt>
                <c:pt idx="12178">
                  <c:v>3.21916</c:v>
                </c:pt>
                <c:pt idx="12179">
                  <c:v>3.2194699999999998</c:v>
                </c:pt>
                <c:pt idx="12180">
                  <c:v>3.21977</c:v>
                </c:pt>
                <c:pt idx="12181">
                  <c:v>3.2200799999999998</c:v>
                </c:pt>
                <c:pt idx="12182">
                  <c:v>3.22038</c:v>
                </c:pt>
                <c:pt idx="12183">
                  <c:v>3.2206899999999998</c:v>
                </c:pt>
                <c:pt idx="12184">
                  <c:v>3.22099</c:v>
                </c:pt>
                <c:pt idx="12185">
                  <c:v>3.2212999999999998</c:v>
                </c:pt>
                <c:pt idx="12186">
                  <c:v>3.2216</c:v>
                </c:pt>
                <c:pt idx="12187">
                  <c:v>3.2219099999999998</c:v>
                </c:pt>
                <c:pt idx="12188">
                  <c:v>3.2222200000000001</c:v>
                </c:pt>
                <c:pt idx="12189">
                  <c:v>3.2225199999999998</c:v>
                </c:pt>
                <c:pt idx="12190">
                  <c:v>3.2228300000000001</c:v>
                </c:pt>
                <c:pt idx="12191">
                  <c:v>3.2231299999999998</c:v>
                </c:pt>
                <c:pt idx="12192">
                  <c:v>3.2234400000000001</c:v>
                </c:pt>
                <c:pt idx="12193">
                  <c:v>3.2237399999999998</c:v>
                </c:pt>
                <c:pt idx="12194">
                  <c:v>3.2240500000000001</c:v>
                </c:pt>
                <c:pt idx="12195">
                  <c:v>3.2243499999999998</c:v>
                </c:pt>
                <c:pt idx="12196">
                  <c:v>3.2246600000000001</c:v>
                </c:pt>
                <c:pt idx="12197">
                  <c:v>3.2249599999999998</c:v>
                </c:pt>
                <c:pt idx="12198">
                  <c:v>3.2252700000000001</c:v>
                </c:pt>
                <c:pt idx="12199">
                  <c:v>3.2255799999999999</c:v>
                </c:pt>
                <c:pt idx="12200">
                  <c:v>3.2258800000000001</c:v>
                </c:pt>
                <c:pt idx="12201">
                  <c:v>3.2261899999999999</c:v>
                </c:pt>
                <c:pt idx="12202">
                  <c:v>3.2264900000000001</c:v>
                </c:pt>
                <c:pt idx="12203">
                  <c:v>3.2267999999999999</c:v>
                </c:pt>
                <c:pt idx="12204">
                  <c:v>3.2271000000000001</c:v>
                </c:pt>
                <c:pt idx="12205">
                  <c:v>3.2274099999999999</c:v>
                </c:pt>
                <c:pt idx="12206">
                  <c:v>3.2277100000000001</c:v>
                </c:pt>
                <c:pt idx="12207">
                  <c:v>3.2280199999999999</c:v>
                </c:pt>
                <c:pt idx="12208">
                  <c:v>3.2283200000000001</c:v>
                </c:pt>
                <c:pt idx="12209">
                  <c:v>3.2286299999999999</c:v>
                </c:pt>
                <c:pt idx="12210">
                  <c:v>3.2289300000000001</c:v>
                </c:pt>
                <c:pt idx="12211">
                  <c:v>3.2292399999999999</c:v>
                </c:pt>
                <c:pt idx="12212">
                  <c:v>3.2295500000000001</c:v>
                </c:pt>
                <c:pt idx="12213">
                  <c:v>3.2298499999999999</c:v>
                </c:pt>
                <c:pt idx="12214">
                  <c:v>3.2301600000000001</c:v>
                </c:pt>
                <c:pt idx="12215">
                  <c:v>3.2304599999999999</c:v>
                </c:pt>
                <c:pt idx="12216">
                  <c:v>3.2307700000000001</c:v>
                </c:pt>
                <c:pt idx="12217">
                  <c:v>3.2310699999999999</c:v>
                </c:pt>
                <c:pt idx="12218">
                  <c:v>3.2313800000000001</c:v>
                </c:pt>
                <c:pt idx="12219">
                  <c:v>3.2316799999999999</c:v>
                </c:pt>
                <c:pt idx="12220">
                  <c:v>3.2319900000000001</c:v>
                </c:pt>
                <c:pt idx="12221">
                  <c:v>3.2322899999999999</c:v>
                </c:pt>
                <c:pt idx="12222">
                  <c:v>3.2326000000000001</c:v>
                </c:pt>
                <c:pt idx="12223">
                  <c:v>3.2328999999999999</c:v>
                </c:pt>
                <c:pt idx="12224">
                  <c:v>3.2332100000000001</c:v>
                </c:pt>
                <c:pt idx="12225">
                  <c:v>3.2335199999999999</c:v>
                </c:pt>
                <c:pt idx="12226">
                  <c:v>3.2338200000000001</c:v>
                </c:pt>
                <c:pt idx="12227">
                  <c:v>3.2341299999999999</c:v>
                </c:pt>
                <c:pt idx="12228">
                  <c:v>3.2344300000000001</c:v>
                </c:pt>
                <c:pt idx="12229">
                  <c:v>3.2347399999999999</c:v>
                </c:pt>
                <c:pt idx="12230">
                  <c:v>3.2350400000000001</c:v>
                </c:pt>
                <c:pt idx="12231">
                  <c:v>3.2353499999999999</c:v>
                </c:pt>
                <c:pt idx="12232">
                  <c:v>3.2356500000000001</c:v>
                </c:pt>
                <c:pt idx="12233">
                  <c:v>3.2359599999999999</c:v>
                </c:pt>
                <c:pt idx="12234">
                  <c:v>3.2362600000000001</c:v>
                </c:pt>
                <c:pt idx="12235">
                  <c:v>3.2365699999999999</c:v>
                </c:pt>
                <c:pt idx="12236">
                  <c:v>3.2368700000000001</c:v>
                </c:pt>
                <c:pt idx="12237">
                  <c:v>3.2371799999999999</c:v>
                </c:pt>
                <c:pt idx="12238">
                  <c:v>3.2374900000000002</c:v>
                </c:pt>
                <c:pt idx="12239">
                  <c:v>3.2377899999999999</c:v>
                </c:pt>
                <c:pt idx="12240">
                  <c:v>3.2381000000000002</c:v>
                </c:pt>
                <c:pt idx="12241">
                  <c:v>3.2383999999999999</c:v>
                </c:pt>
                <c:pt idx="12242">
                  <c:v>3.2387100000000002</c:v>
                </c:pt>
                <c:pt idx="12243">
                  <c:v>3.2390099999999999</c:v>
                </c:pt>
                <c:pt idx="12244">
                  <c:v>3.2393200000000002</c:v>
                </c:pt>
                <c:pt idx="12245">
                  <c:v>3.2396199999999999</c:v>
                </c:pt>
                <c:pt idx="12246">
                  <c:v>3.2399300000000002</c:v>
                </c:pt>
                <c:pt idx="12247">
                  <c:v>3.2402299999999999</c:v>
                </c:pt>
                <c:pt idx="12248">
                  <c:v>3.2405400000000002</c:v>
                </c:pt>
                <c:pt idx="12249">
                  <c:v>3.2408399999999999</c:v>
                </c:pt>
                <c:pt idx="12250">
                  <c:v>3.2411500000000002</c:v>
                </c:pt>
                <c:pt idx="12251">
                  <c:v>3.24146</c:v>
                </c:pt>
                <c:pt idx="12252">
                  <c:v>3.2417600000000002</c:v>
                </c:pt>
                <c:pt idx="12253">
                  <c:v>3.24207</c:v>
                </c:pt>
                <c:pt idx="12254">
                  <c:v>3.2423700000000002</c:v>
                </c:pt>
                <c:pt idx="12255">
                  <c:v>3.24268</c:v>
                </c:pt>
                <c:pt idx="12256">
                  <c:v>3.2429800000000002</c:v>
                </c:pt>
                <c:pt idx="12257">
                  <c:v>3.24329</c:v>
                </c:pt>
                <c:pt idx="12258">
                  <c:v>3.2435900000000002</c:v>
                </c:pt>
                <c:pt idx="12259">
                  <c:v>3.2439</c:v>
                </c:pt>
                <c:pt idx="12260">
                  <c:v>3.2442000000000002</c:v>
                </c:pt>
                <c:pt idx="12261">
                  <c:v>3.24451</c:v>
                </c:pt>
                <c:pt idx="12262">
                  <c:v>3.2448199999999998</c:v>
                </c:pt>
                <c:pt idx="12263">
                  <c:v>3.24512</c:v>
                </c:pt>
                <c:pt idx="12264">
                  <c:v>3.2454299999999998</c:v>
                </c:pt>
                <c:pt idx="12265">
                  <c:v>3.24573</c:v>
                </c:pt>
                <c:pt idx="12266">
                  <c:v>3.2460399999999998</c:v>
                </c:pt>
                <c:pt idx="12267">
                  <c:v>3.24634</c:v>
                </c:pt>
                <c:pt idx="12268">
                  <c:v>3.2466499999999998</c:v>
                </c:pt>
                <c:pt idx="12269">
                  <c:v>3.24695</c:v>
                </c:pt>
                <c:pt idx="12270">
                  <c:v>3.2472599999999998</c:v>
                </c:pt>
                <c:pt idx="12271">
                  <c:v>3.24756</c:v>
                </c:pt>
                <c:pt idx="12272">
                  <c:v>3.2478699999999998</c:v>
                </c:pt>
                <c:pt idx="12273">
                  <c:v>3.24817</c:v>
                </c:pt>
                <c:pt idx="12274">
                  <c:v>3.2484799999999998</c:v>
                </c:pt>
                <c:pt idx="12275">
                  <c:v>3.2487900000000001</c:v>
                </c:pt>
                <c:pt idx="12276">
                  <c:v>3.2490899999999998</c:v>
                </c:pt>
                <c:pt idx="12277">
                  <c:v>3.2494000000000001</c:v>
                </c:pt>
                <c:pt idx="12278">
                  <c:v>3.2496999999999998</c:v>
                </c:pt>
                <c:pt idx="12279">
                  <c:v>3.2500100000000001</c:v>
                </c:pt>
                <c:pt idx="12280">
                  <c:v>3.2503099999999998</c:v>
                </c:pt>
                <c:pt idx="12281">
                  <c:v>3.2506200000000001</c:v>
                </c:pt>
                <c:pt idx="12282">
                  <c:v>3.2509199999999998</c:v>
                </c:pt>
                <c:pt idx="12283">
                  <c:v>3.2512300000000001</c:v>
                </c:pt>
                <c:pt idx="12284">
                  <c:v>3.2515299999999998</c:v>
                </c:pt>
                <c:pt idx="12285">
                  <c:v>3.2518400000000001</c:v>
                </c:pt>
                <c:pt idx="12286">
                  <c:v>3.2521399999999998</c:v>
                </c:pt>
                <c:pt idx="12287">
                  <c:v>3.2524500000000001</c:v>
                </c:pt>
                <c:pt idx="12288">
                  <c:v>3.2527599999999999</c:v>
                </c:pt>
                <c:pt idx="12289">
                  <c:v>3.2530600000000001</c:v>
                </c:pt>
                <c:pt idx="12290">
                  <c:v>3.2533699999999999</c:v>
                </c:pt>
                <c:pt idx="12291">
                  <c:v>3.2536700000000001</c:v>
                </c:pt>
                <c:pt idx="12292">
                  <c:v>3.2539799999999999</c:v>
                </c:pt>
                <c:pt idx="12293">
                  <c:v>3.2542800000000001</c:v>
                </c:pt>
                <c:pt idx="12294">
                  <c:v>3.2545899999999999</c:v>
                </c:pt>
                <c:pt idx="12295">
                  <c:v>3.2548900000000001</c:v>
                </c:pt>
                <c:pt idx="12296">
                  <c:v>3.2551999999999999</c:v>
                </c:pt>
                <c:pt idx="12297">
                  <c:v>3.2555000000000001</c:v>
                </c:pt>
                <c:pt idx="12298">
                  <c:v>3.2558099999999999</c:v>
                </c:pt>
                <c:pt idx="12299">
                  <c:v>3.2561100000000001</c:v>
                </c:pt>
                <c:pt idx="12300">
                  <c:v>3.2564199999999999</c:v>
                </c:pt>
                <c:pt idx="12301">
                  <c:v>3.2567300000000001</c:v>
                </c:pt>
                <c:pt idx="12302">
                  <c:v>3.2570299999999999</c:v>
                </c:pt>
                <c:pt idx="12303">
                  <c:v>3.2573400000000001</c:v>
                </c:pt>
                <c:pt idx="12304">
                  <c:v>3.2576399999999999</c:v>
                </c:pt>
                <c:pt idx="12305">
                  <c:v>3.2579500000000001</c:v>
                </c:pt>
                <c:pt idx="12306">
                  <c:v>3.2582499999999999</c:v>
                </c:pt>
                <c:pt idx="12307">
                  <c:v>3.2585600000000001</c:v>
                </c:pt>
                <c:pt idx="12308">
                  <c:v>3.2588599999999999</c:v>
                </c:pt>
                <c:pt idx="12309">
                  <c:v>3.2591700000000001</c:v>
                </c:pt>
                <c:pt idx="12310">
                  <c:v>3.2594699999999999</c:v>
                </c:pt>
                <c:pt idx="12311">
                  <c:v>3.2597800000000001</c:v>
                </c:pt>
                <c:pt idx="12312">
                  <c:v>3.2600899999999999</c:v>
                </c:pt>
                <c:pt idx="12313">
                  <c:v>3.2603900000000001</c:v>
                </c:pt>
                <c:pt idx="12314">
                  <c:v>3.2606999999999999</c:v>
                </c:pt>
                <c:pt idx="12315">
                  <c:v>3.2610000000000001</c:v>
                </c:pt>
                <c:pt idx="12316">
                  <c:v>3.2613099999999999</c:v>
                </c:pt>
                <c:pt idx="12317">
                  <c:v>3.2616100000000001</c:v>
                </c:pt>
                <c:pt idx="12318">
                  <c:v>3.2619199999999999</c:v>
                </c:pt>
                <c:pt idx="12319">
                  <c:v>3.2622200000000001</c:v>
                </c:pt>
                <c:pt idx="12320">
                  <c:v>3.2625299999999999</c:v>
                </c:pt>
                <c:pt idx="12321">
                  <c:v>3.2628300000000001</c:v>
                </c:pt>
                <c:pt idx="12322">
                  <c:v>3.2631399999999999</c:v>
                </c:pt>
                <c:pt idx="12323">
                  <c:v>3.2634400000000001</c:v>
                </c:pt>
                <c:pt idx="12324">
                  <c:v>3.2637499999999999</c:v>
                </c:pt>
                <c:pt idx="12325">
                  <c:v>3.2640600000000002</c:v>
                </c:pt>
                <c:pt idx="12326">
                  <c:v>3.2643599999999999</c:v>
                </c:pt>
                <c:pt idx="12327">
                  <c:v>3.2646700000000002</c:v>
                </c:pt>
                <c:pt idx="12328">
                  <c:v>3.2649699999999999</c:v>
                </c:pt>
                <c:pt idx="12329">
                  <c:v>3.2652800000000002</c:v>
                </c:pt>
                <c:pt idx="12330">
                  <c:v>3.2655799999999999</c:v>
                </c:pt>
                <c:pt idx="12331">
                  <c:v>3.2658900000000002</c:v>
                </c:pt>
                <c:pt idx="12332">
                  <c:v>3.2661899999999999</c:v>
                </c:pt>
                <c:pt idx="12333">
                  <c:v>3.2665000000000002</c:v>
                </c:pt>
                <c:pt idx="12334">
                  <c:v>3.2667999999999999</c:v>
                </c:pt>
                <c:pt idx="12335">
                  <c:v>3.2671100000000002</c:v>
                </c:pt>
                <c:pt idx="12336">
                  <c:v>3.2674099999999999</c:v>
                </c:pt>
                <c:pt idx="12337">
                  <c:v>3.2677200000000002</c:v>
                </c:pt>
                <c:pt idx="12338">
                  <c:v>3.26803</c:v>
                </c:pt>
                <c:pt idx="12339">
                  <c:v>3.2683300000000002</c:v>
                </c:pt>
                <c:pt idx="12340">
                  <c:v>3.26864</c:v>
                </c:pt>
                <c:pt idx="12341">
                  <c:v>3.2689400000000002</c:v>
                </c:pt>
                <c:pt idx="12342">
                  <c:v>3.26925</c:v>
                </c:pt>
                <c:pt idx="12343">
                  <c:v>3.2695500000000002</c:v>
                </c:pt>
                <c:pt idx="12344">
                  <c:v>3.26986</c:v>
                </c:pt>
                <c:pt idx="12345">
                  <c:v>3.2701600000000002</c:v>
                </c:pt>
                <c:pt idx="12346">
                  <c:v>3.27047</c:v>
                </c:pt>
                <c:pt idx="12347">
                  <c:v>3.2707700000000002</c:v>
                </c:pt>
                <c:pt idx="12348">
                  <c:v>3.27108</c:v>
                </c:pt>
                <c:pt idx="12349">
                  <c:v>3.2713800000000002</c:v>
                </c:pt>
                <c:pt idx="12350">
                  <c:v>3.27169</c:v>
                </c:pt>
                <c:pt idx="12351">
                  <c:v>3.2719999999999998</c:v>
                </c:pt>
                <c:pt idx="12352">
                  <c:v>3.2723</c:v>
                </c:pt>
                <c:pt idx="12353">
                  <c:v>3.2726099999999998</c:v>
                </c:pt>
                <c:pt idx="12354">
                  <c:v>3.27291</c:v>
                </c:pt>
                <c:pt idx="12355">
                  <c:v>3.2732199999999998</c:v>
                </c:pt>
                <c:pt idx="12356">
                  <c:v>3.27352</c:v>
                </c:pt>
                <c:pt idx="12357">
                  <c:v>3.2738299999999998</c:v>
                </c:pt>
                <c:pt idx="12358">
                  <c:v>3.27413</c:v>
                </c:pt>
                <c:pt idx="12359">
                  <c:v>3.2744399999999998</c:v>
                </c:pt>
                <c:pt idx="12360">
                  <c:v>3.27474</c:v>
                </c:pt>
                <c:pt idx="12361">
                  <c:v>3.2750499999999998</c:v>
                </c:pt>
                <c:pt idx="12362">
                  <c:v>3.27535</c:v>
                </c:pt>
                <c:pt idx="12363">
                  <c:v>3.2756599999999998</c:v>
                </c:pt>
                <c:pt idx="12364">
                  <c:v>3.27597</c:v>
                </c:pt>
                <c:pt idx="12365">
                  <c:v>3.2762699999999998</c:v>
                </c:pt>
                <c:pt idx="12366">
                  <c:v>3.27658</c:v>
                </c:pt>
                <c:pt idx="12367">
                  <c:v>3.2768799999999998</c:v>
                </c:pt>
                <c:pt idx="12368">
                  <c:v>3.27719</c:v>
                </c:pt>
                <c:pt idx="12369">
                  <c:v>3.2774899999999998</c:v>
                </c:pt>
                <c:pt idx="12370">
                  <c:v>3.2778</c:v>
                </c:pt>
                <c:pt idx="12371">
                  <c:v>3.2780999999999998</c:v>
                </c:pt>
                <c:pt idx="12372">
                  <c:v>3.27841</c:v>
                </c:pt>
                <c:pt idx="12373">
                  <c:v>3.2787099999999998</c:v>
                </c:pt>
                <c:pt idx="12374">
                  <c:v>3.27902</c:v>
                </c:pt>
                <c:pt idx="12375">
                  <c:v>3.2793299999999999</c:v>
                </c:pt>
                <c:pt idx="12376">
                  <c:v>3.27963</c:v>
                </c:pt>
                <c:pt idx="12377">
                  <c:v>3.2799399999999999</c:v>
                </c:pt>
                <c:pt idx="12378">
                  <c:v>3.28024</c:v>
                </c:pt>
                <c:pt idx="12379">
                  <c:v>3.2805499999999999</c:v>
                </c:pt>
                <c:pt idx="12380">
                  <c:v>3.28085</c:v>
                </c:pt>
                <c:pt idx="12381">
                  <c:v>3.2811599999999999</c:v>
                </c:pt>
                <c:pt idx="12382">
                  <c:v>3.28146</c:v>
                </c:pt>
                <c:pt idx="12383">
                  <c:v>3.2817699999999999</c:v>
                </c:pt>
                <c:pt idx="12384">
                  <c:v>3.28207</c:v>
                </c:pt>
                <c:pt idx="12385">
                  <c:v>3.2823799999999999</c:v>
                </c:pt>
                <c:pt idx="12386">
                  <c:v>3.28268</c:v>
                </c:pt>
                <c:pt idx="12387">
                  <c:v>3.2829899999999999</c:v>
                </c:pt>
                <c:pt idx="12388">
                  <c:v>3.2833000000000001</c:v>
                </c:pt>
                <c:pt idx="12389">
                  <c:v>3.2835999999999999</c:v>
                </c:pt>
                <c:pt idx="12390">
                  <c:v>3.2839100000000001</c:v>
                </c:pt>
                <c:pt idx="12391">
                  <c:v>3.2842099999999999</c:v>
                </c:pt>
                <c:pt idx="12392">
                  <c:v>3.2845200000000001</c:v>
                </c:pt>
                <c:pt idx="12393">
                  <c:v>3.2848199999999999</c:v>
                </c:pt>
                <c:pt idx="12394">
                  <c:v>3.2851300000000001</c:v>
                </c:pt>
                <c:pt idx="12395">
                  <c:v>3.2854299999999999</c:v>
                </c:pt>
                <c:pt idx="12396">
                  <c:v>3.2857400000000001</c:v>
                </c:pt>
                <c:pt idx="12397">
                  <c:v>3.2860399999999998</c:v>
                </c:pt>
                <c:pt idx="12398">
                  <c:v>3.2863500000000001</c:v>
                </c:pt>
                <c:pt idx="12399">
                  <c:v>3.2866499999999998</c:v>
                </c:pt>
                <c:pt idx="12400">
                  <c:v>3.2869600000000001</c:v>
                </c:pt>
                <c:pt idx="12401">
                  <c:v>3.2872699999999999</c:v>
                </c:pt>
                <c:pt idx="12402">
                  <c:v>3.2875700000000001</c:v>
                </c:pt>
                <c:pt idx="12403">
                  <c:v>3.2878799999999999</c:v>
                </c:pt>
                <c:pt idx="12404">
                  <c:v>3.2881800000000001</c:v>
                </c:pt>
                <c:pt idx="12405">
                  <c:v>3.2884899999999999</c:v>
                </c:pt>
                <c:pt idx="12406">
                  <c:v>3.2887900000000001</c:v>
                </c:pt>
                <c:pt idx="12407">
                  <c:v>3.2890999999999999</c:v>
                </c:pt>
                <c:pt idx="12408">
                  <c:v>3.2894000000000001</c:v>
                </c:pt>
                <c:pt idx="12409">
                  <c:v>3.2897099999999999</c:v>
                </c:pt>
                <c:pt idx="12410">
                  <c:v>3.2900100000000001</c:v>
                </c:pt>
                <c:pt idx="12411">
                  <c:v>3.2903199999999999</c:v>
                </c:pt>
                <c:pt idx="12412">
                  <c:v>3.2906200000000001</c:v>
                </c:pt>
                <c:pt idx="12413">
                  <c:v>3.2909299999999999</c:v>
                </c:pt>
                <c:pt idx="12414">
                  <c:v>3.2912400000000002</c:v>
                </c:pt>
                <c:pt idx="12415">
                  <c:v>3.2915399999999999</c:v>
                </c:pt>
                <c:pt idx="12416">
                  <c:v>3.2918500000000002</c:v>
                </c:pt>
                <c:pt idx="12417">
                  <c:v>3.2921499999999999</c:v>
                </c:pt>
                <c:pt idx="12418">
                  <c:v>3.2924600000000002</c:v>
                </c:pt>
                <c:pt idx="12419">
                  <c:v>3.2927599999999999</c:v>
                </c:pt>
                <c:pt idx="12420">
                  <c:v>3.2930700000000002</c:v>
                </c:pt>
                <c:pt idx="12421">
                  <c:v>3.2933699999999999</c:v>
                </c:pt>
                <c:pt idx="12422">
                  <c:v>3.2936800000000002</c:v>
                </c:pt>
                <c:pt idx="12423">
                  <c:v>3.2939799999999999</c:v>
                </c:pt>
                <c:pt idx="12424">
                  <c:v>3.2942900000000002</c:v>
                </c:pt>
                <c:pt idx="12425">
                  <c:v>3.2945899999999999</c:v>
                </c:pt>
                <c:pt idx="12426">
                  <c:v>3.2949000000000002</c:v>
                </c:pt>
                <c:pt idx="12427">
                  <c:v>3.29521</c:v>
                </c:pt>
                <c:pt idx="12428">
                  <c:v>3.2955100000000002</c:v>
                </c:pt>
                <c:pt idx="12429">
                  <c:v>3.29582</c:v>
                </c:pt>
                <c:pt idx="12430">
                  <c:v>3.2961200000000002</c:v>
                </c:pt>
                <c:pt idx="12431">
                  <c:v>3.29643</c:v>
                </c:pt>
                <c:pt idx="12432">
                  <c:v>3.2967300000000002</c:v>
                </c:pt>
                <c:pt idx="12433">
                  <c:v>3.29704</c:v>
                </c:pt>
                <c:pt idx="12434">
                  <c:v>3.2973400000000002</c:v>
                </c:pt>
                <c:pt idx="12435">
                  <c:v>3.29765</c:v>
                </c:pt>
                <c:pt idx="12436">
                  <c:v>3.2979500000000002</c:v>
                </c:pt>
                <c:pt idx="12437">
                  <c:v>3.29826</c:v>
                </c:pt>
                <c:pt idx="12438">
                  <c:v>3.2985699999999998</c:v>
                </c:pt>
                <c:pt idx="12439">
                  <c:v>3.29887</c:v>
                </c:pt>
                <c:pt idx="12440">
                  <c:v>3.2991799999999998</c:v>
                </c:pt>
                <c:pt idx="12441">
                  <c:v>3.29948</c:v>
                </c:pt>
                <c:pt idx="12442">
                  <c:v>3.2997899999999998</c:v>
                </c:pt>
                <c:pt idx="12443">
                  <c:v>3.30009</c:v>
                </c:pt>
                <c:pt idx="12444">
                  <c:v>3.3003999999999998</c:v>
                </c:pt>
                <c:pt idx="12445">
                  <c:v>3.3007</c:v>
                </c:pt>
                <c:pt idx="12446">
                  <c:v>3.3010100000000002</c:v>
                </c:pt>
                <c:pt idx="12447">
                  <c:v>3.30131</c:v>
                </c:pt>
                <c:pt idx="12448">
                  <c:v>3.3016200000000002</c:v>
                </c:pt>
                <c:pt idx="12449">
                  <c:v>3.30192</c:v>
                </c:pt>
                <c:pt idx="12450">
                  <c:v>3.3022300000000002</c:v>
                </c:pt>
                <c:pt idx="12451">
                  <c:v>3.30254</c:v>
                </c:pt>
                <c:pt idx="12452">
                  <c:v>3.3028400000000002</c:v>
                </c:pt>
                <c:pt idx="12453">
                  <c:v>3.30315</c:v>
                </c:pt>
                <c:pt idx="12454">
                  <c:v>3.3034500000000002</c:v>
                </c:pt>
                <c:pt idx="12455">
                  <c:v>3.30376</c:v>
                </c:pt>
                <c:pt idx="12456">
                  <c:v>3.3040600000000002</c:v>
                </c:pt>
                <c:pt idx="12457">
                  <c:v>3.30437</c:v>
                </c:pt>
                <c:pt idx="12458">
                  <c:v>3.3046700000000002</c:v>
                </c:pt>
                <c:pt idx="12459">
                  <c:v>3.30498</c:v>
                </c:pt>
                <c:pt idx="12460">
                  <c:v>3.3052800000000002</c:v>
                </c:pt>
                <c:pt idx="12461">
                  <c:v>3.30559</c:v>
                </c:pt>
                <c:pt idx="12462">
                  <c:v>3.3058900000000002</c:v>
                </c:pt>
                <c:pt idx="12463">
                  <c:v>3.3062</c:v>
                </c:pt>
                <c:pt idx="12464">
                  <c:v>3.3065099999999998</c:v>
                </c:pt>
                <c:pt idx="12465">
                  <c:v>3.30681</c:v>
                </c:pt>
                <c:pt idx="12466">
                  <c:v>3.3071199999999998</c:v>
                </c:pt>
                <c:pt idx="12467">
                  <c:v>3.30742</c:v>
                </c:pt>
                <c:pt idx="12468">
                  <c:v>3.3077299999999998</c:v>
                </c:pt>
                <c:pt idx="12469">
                  <c:v>3.30803</c:v>
                </c:pt>
                <c:pt idx="12470">
                  <c:v>3.3083399999999998</c:v>
                </c:pt>
                <c:pt idx="12471">
                  <c:v>3.30864</c:v>
                </c:pt>
                <c:pt idx="12472">
                  <c:v>3.3089499999999998</c:v>
                </c:pt>
                <c:pt idx="12473">
                  <c:v>3.30925</c:v>
                </c:pt>
                <c:pt idx="12474">
                  <c:v>3.3095599999999998</c:v>
                </c:pt>
                <c:pt idx="12475">
                  <c:v>3.30986</c:v>
                </c:pt>
                <c:pt idx="12476">
                  <c:v>3.3101699999999998</c:v>
                </c:pt>
                <c:pt idx="12477">
                  <c:v>3.3104800000000001</c:v>
                </c:pt>
                <c:pt idx="12478">
                  <c:v>3.3107799999999998</c:v>
                </c:pt>
                <c:pt idx="12479">
                  <c:v>3.3110900000000001</c:v>
                </c:pt>
                <c:pt idx="12480">
                  <c:v>3.3113899999999998</c:v>
                </c:pt>
                <c:pt idx="12481">
                  <c:v>3.3117000000000001</c:v>
                </c:pt>
                <c:pt idx="12482">
                  <c:v>3.3119999999999998</c:v>
                </c:pt>
                <c:pt idx="12483">
                  <c:v>3.3123100000000001</c:v>
                </c:pt>
                <c:pt idx="12484">
                  <c:v>3.3126099999999998</c:v>
                </c:pt>
                <c:pt idx="12485">
                  <c:v>3.3129200000000001</c:v>
                </c:pt>
                <c:pt idx="12486">
                  <c:v>3.3132199999999998</c:v>
                </c:pt>
                <c:pt idx="12487">
                  <c:v>3.3135300000000001</c:v>
                </c:pt>
                <c:pt idx="12488">
                  <c:v>3.3138399999999999</c:v>
                </c:pt>
                <c:pt idx="12489">
                  <c:v>3.3141400000000001</c:v>
                </c:pt>
                <c:pt idx="12490">
                  <c:v>3.3144499999999999</c:v>
                </c:pt>
                <c:pt idx="12491">
                  <c:v>3.3147500000000001</c:v>
                </c:pt>
                <c:pt idx="12492">
                  <c:v>3.3150599999999999</c:v>
                </c:pt>
                <c:pt idx="12493">
                  <c:v>3.3153600000000001</c:v>
                </c:pt>
                <c:pt idx="12494">
                  <c:v>3.3156699999999999</c:v>
                </c:pt>
                <c:pt idx="12495">
                  <c:v>3.3159700000000001</c:v>
                </c:pt>
                <c:pt idx="12496">
                  <c:v>3.3162799999999999</c:v>
                </c:pt>
                <c:pt idx="12497">
                  <c:v>3.3165800000000001</c:v>
                </c:pt>
                <c:pt idx="12498">
                  <c:v>3.3168899999999999</c:v>
                </c:pt>
                <c:pt idx="12499">
                  <c:v>3.3171900000000001</c:v>
                </c:pt>
                <c:pt idx="12500">
                  <c:v>3.3174999999999999</c:v>
                </c:pt>
                <c:pt idx="12501">
                  <c:v>3.3178100000000001</c:v>
                </c:pt>
                <c:pt idx="12502">
                  <c:v>3.3181099999999999</c:v>
                </c:pt>
                <c:pt idx="12503">
                  <c:v>3.3184200000000001</c:v>
                </c:pt>
                <c:pt idx="12504">
                  <c:v>3.3187199999999999</c:v>
                </c:pt>
                <c:pt idx="12505">
                  <c:v>3.3190300000000001</c:v>
                </c:pt>
                <c:pt idx="12506">
                  <c:v>3.3193299999999999</c:v>
                </c:pt>
                <c:pt idx="12507">
                  <c:v>3.3196400000000001</c:v>
                </c:pt>
                <c:pt idx="12508">
                  <c:v>3.3199399999999999</c:v>
                </c:pt>
                <c:pt idx="12509">
                  <c:v>3.3202500000000001</c:v>
                </c:pt>
                <c:pt idx="12510">
                  <c:v>3.3205499999999999</c:v>
                </c:pt>
                <c:pt idx="12511">
                  <c:v>3.3208600000000001</c:v>
                </c:pt>
                <c:pt idx="12512">
                  <c:v>3.3211599999999999</c:v>
                </c:pt>
                <c:pt idx="12513">
                  <c:v>3.3214700000000001</c:v>
                </c:pt>
                <c:pt idx="12514">
                  <c:v>3.32178</c:v>
                </c:pt>
                <c:pt idx="12515">
                  <c:v>3.3220800000000001</c:v>
                </c:pt>
                <c:pt idx="12516">
                  <c:v>3.32239</c:v>
                </c:pt>
                <c:pt idx="12517">
                  <c:v>3.3226900000000001</c:v>
                </c:pt>
                <c:pt idx="12518">
                  <c:v>3.323</c:v>
                </c:pt>
                <c:pt idx="12519">
                  <c:v>3.3233000000000001</c:v>
                </c:pt>
                <c:pt idx="12520">
                  <c:v>3.32361</c:v>
                </c:pt>
                <c:pt idx="12521">
                  <c:v>3.3239100000000001</c:v>
                </c:pt>
                <c:pt idx="12522">
                  <c:v>3.32422</c:v>
                </c:pt>
                <c:pt idx="12523">
                  <c:v>3.3245200000000001</c:v>
                </c:pt>
                <c:pt idx="12524">
                  <c:v>3.32483</c:v>
                </c:pt>
                <c:pt idx="12525">
                  <c:v>3.3251300000000001</c:v>
                </c:pt>
                <c:pt idx="12526">
                  <c:v>3.32544</c:v>
                </c:pt>
                <c:pt idx="12527">
                  <c:v>3.3257500000000002</c:v>
                </c:pt>
                <c:pt idx="12528">
                  <c:v>3.32605</c:v>
                </c:pt>
                <c:pt idx="12529">
                  <c:v>3.3263600000000002</c:v>
                </c:pt>
                <c:pt idx="12530">
                  <c:v>3.32666</c:v>
                </c:pt>
                <c:pt idx="12531">
                  <c:v>3.3269700000000002</c:v>
                </c:pt>
                <c:pt idx="12532">
                  <c:v>3.3272699999999999</c:v>
                </c:pt>
                <c:pt idx="12533">
                  <c:v>3.3275800000000002</c:v>
                </c:pt>
                <c:pt idx="12534">
                  <c:v>3.3278799999999999</c:v>
                </c:pt>
                <c:pt idx="12535">
                  <c:v>3.3281900000000002</c:v>
                </c:pt>
                <c:pt idx="12536">
                  <c:v>3.3284899999999999</c:v>
                </c:pt>
                <c:pt idx="12537">
                  <c:v>3.3288000000000002</c:v>
                </c:pt>
                <c:pt idx="12538">
                  <c:v>3.3290999999999999</c:v>
                </c:pt>
                <c:pt idx="12539">
                  <c:v>3.3294100000000002</c:v>
                </c:pt>
                <c:pt idx="12540">
                  <c:v>3.32972</c:v>
                </c:pt>
                <c:pt idx="12541">
                  <c:v>3.3300200000000002</c:v>
                </c:pt>
                <c:pt idx="12542">
                  <c:v>3.33033</c:v>
                </c:pt>
                <c:pt idx="12543">
                  <c:v>3.3306300000000002</c:v>
                </c:pt>
                <c:pt idx="12544">
                  <c:v>3.33094</c:v>
                </c:pt>
                <c:pt idx="12545">
                  <c:v>3.3312400000000002</c:v>
                </c:pt>
                <c:pt idx="12546">
                  <c:v>3.33155</c:v>
                </c:pt>
                <c:pt idx="12547">
                  <c:v>3.3318500000000002</c:v>
                </c:pt>
                <c:pt idx="12548">
                  <c:v>3.33216</c:v>
                </c:pt>
                <c:pt idx="12549">
                  <c:v>3.3324600000000002</c:v>
                </c:pt>
                <c:pt idx="12550">
                  <c:v>3.33277</c:v>
                </c:pt>
                <c:pt idx="12551">
                  <c:v>3.3330799999999998</c:v>
                </c:pt>
                <c:pt idx="12552">
                  <c:v>3.33338</c:v>
                </c:pt>
                <c:pt idx="12553">
                  <c:v>3.3336899999999998</c:v>
                </c:pt>
                <c:pt idx="12554">
                  <c:v>3.33399</c:v>
                </c:pt>
                <c:pt idx="12555">
                  <c:v>3.3342999999999998</c:v>
                </c:pt>
                <c:pt idx="12556">
                  <c:v>3.3346</c:v>
                </c:pt>
                <c:pt idx="12557">
                  <c:v>3.3349099999999998</c:v>
                </c:pt>
                <c:pt idx="12558">
                  <c:v>3.33521</c:v>
                </c:pt>
                <c:pt idx="12559">
                  <c:v>3.3355199999999998</c:v>
                </c:pt>
                <c:pt idx="12560">
                  <c:v>3.33582</c:v>
                </c:pt>
                <c:pt idx="12561">
                  <c:v>3.3361299999999998</c:v>
                </c:pt>
                <c:pt idx="12562">
                  <c:v>3.33643</c:v>
                </c:pt>
                <c:pt idx="12563">
                  <c:v>3.3367399999999998</c:v>
                </c:pt>
                <c:pt idx="12564">
                  <c:v>3.3370500000000001</c:v>
                </c:pt>
                <c:pt idx="12565">
                  <c:v>3.3373499999999998</c:v>
                </c:pt>
                <c:pt idx="12566">
                  <c:v>3.3376600000000001</c:v>
                </c:pt>
                <c:pt idx="12567">
                  <c:v>3.3379599999999998</c:v>
                </c:pt>
                <c:pt idx="12568">
                  <c:v>3.3382700000000001</c:v>
                </c:pt>
                <c:pt idx="12569">
                  <c:v>3.3385699999999998</c:v>
                </c:pt>
                <c:pt idx="12570">
                  <c:v>3.3388800000000001</c:v>
                </c:pt>
                <c:pt idx="12571">
                  <c:v>3.3391799999999998</c:v>
                </c:pt>
                <c:pt idx="12572">
                  <c:v>3.3394900000000001</c:v>
                </c:pt>
                <c:pt idx="12573">
                  <c:v>3.3397899999999998</c:v>
                </c:pt>
                <c:pt idx="12574">
                  <c:v>3.3401000000000001</c:v>
                </c:pt>
                <c:pt idx="12575">
                  <c:v>3.3403999999999998</c:v>
                </c:pt>
                <c:pt idx="12576">
                  <c:v>3.3407100000000001</c:v>
                </c:pt>
                <c:pt idx="12577">
                  <c:v>3.3410199999999999</c:v>
                </c:pt>
                <c:pt idx="12578">
                  <c:v>3.3413200000000001</c:v>
                </c:pt>
                <c:pt idx="12579">
                  <c:v>3.3416299999999999</c:v>
                </c:pt>
                <c:pt idx="12580">
                  <c:v>3.3419300000000001</c:v>
                </c:pt>
                <c:pt idx="12581">
                  <c:v>3.3422399999999999</c:v>
                </c:pt>
                <c:pt idx="12582">
                  <c:v>3.3425400000000001</c:v>
                </c:pt>
                <c:pt idx="12583">
                  <c:v>3.3428499999999999</c:v>
                </c:pt>
                <c:pt idx="12584">
                  <c:v>3.3431500000000001</c:v>
                </c:pt>
                <c:pt idx="12585">
                  <c:v>3.3434599999999999</c:v>
                </c:pt>
                <c:pt idx="12586">
                  <c:v>3.3437600000000001</c:v>
                </c:pt>
                <c:pt idx="12587">
                  <c:v>3.3440699999999999</c:v>
                </c:pt>
                <c:pt idx="12588">
                  <c:v>3.3443700000000001</c:v>
                </c:pt>
                <c:pt idx="12589">
                  <c:v>3.3446799999999999</c:v>
                </c:pt>
                <c:pt idx="12590">
                  <c:v>3.3449900000000001</c:v>
                </c:pt>
                <c:pt idx="12591">
                  <c:v>3.3452899999999999</c:v>
                </c:pt>
                <c:pt idx="12592">
                  <c:v>3.3456000000000001</c:v>
                </c:pt>
                <c:pt idx="12593">
                  <c:v>3.3458999999999999</c:v>
                </c:pt>
                <c:pt idx="12594">
                  <c:v>3.3462100000000001</c:v>
                </c:pt>
                <c:pt idx="12595">
                  <c:v>3.3465099999999999</c:v>
                </c:pt>
                <c:pt idx="12596">
                  <c:v>3.3468200000000001</c:v>
                </c:pt>
                <c:pt idx="12597">
                  <c:v>3.3471199999999999</c:v>
                </c:pt>
                <c:pt idx="12598">
                  <c:v>3.3474300000000001</c:v>
                </c:pt>
                <c:pt idx="12599">
                  <c:v>3.3477299999999999</c:v>
                </c:pt>
                <c:pt idx="12600">
                  <c:v>3.3480400000000001</c:v>
                </c:pt>
                <c:pt idx="12601">
                  <c:v>3.3483399999999999</c:v>
                </c:pt>
                <c:pt idx="12602">
                  <c:v>3.3486500000000001</c:v>
                </c:pt>
                <c:pt idx="12603">
                  <c:v>3.3489599999999999</c:v>
                </c:pt>
                <c:pt idx="12604">
                  <c:v>3.3492600000000001</c:v>
                </c:pt>
                <c:pt idx="12605">
                  <c:v>3.3495699999999999</c:v>
                </c:pt>
                <c:pt idx="12606">
                  <c:v>3.3498700000000001</c:v>
                </c:pt>
                <c:pt idx="12607">
                  <c:v>3.3501799999999999</c:v>
                </c:pt>
                <c:pt idx="12608">
                  <c:v>3.3504800000000001</c:v>
                </c:pt>
                <c:pt idx="12609">
                  <c:v>3.3507899999999999</c:v>
                </c:pt>
                <c:pt idx="12610">
                  <c:v>3.3510900000000001</c:v>
                </c:pt>
                <c:pt idx="12611">
                  <c:v>3.3513999999999999</c:v>
                </c:pt>
                <c:pt idx="12612">
                  <c:v>3.3517000000000001</c:v>
                </c:pt>
                <c:pt idx="12613">
                  <c:v>3.3520099999999999</c:v>
                </c:pt>
                <c:pt idx="12614">
                  <c:v>3.3523200000000002</c:v>
                </c:pt>
                <c:pt idx="12615">
                  <c:v>3.3526199999999999</c:v>
                </c:pt>
                <c:pt idx="12616">
                  <c:v>3.3529300000000002</c:v>
                </c:pt>
                <c:pt idx="12617">
                  <c:v>3.3532299999999999</c:v>
                </c:pt>
                <c:pt idx="12618">
                  <c:v>3.3535400000000002</c:v>
                </c:pt>
                <c:pt idx="12619">
                  <c:v>3.3538399999999999</c:v>
                </c:pt>
                <c:pt idx="12620">
                  <c:v>3.3541500000000002</c:v>
                </c:pt>
                <c:pt idx="12621">
                  <c:v>3.3544499999999999</c:v>
                </c:pt>
                <c:pt idx="12622">
                  <c:v>3.3547600000000002</c:v>
                </c:pt>
                <c:pt idx="12623">
                  <c:v>3.3550599999999999</c:v>
                </c:pt>
                <c:pt idx="12624">
                  <c:v>3.3553700000000002</c:v>
                </c:pt>
                <c:pt idx="12625">
                  <c:v>3.3556699999999999</c:v>
                </c:pt>
                <c:pt idx="12626">
                  <c:v>3.3559800000000002</c:v>
                </c:pt>
                <c:pt idx="12627">
                  <c:v>3.35629</c:v>
                </c:pt>
                <c:pt idx="12628">
                  <c:v>3.3565900000000002</c:v>
                </c:pt>
                <c:pt idx="12629">
                  <c:v>3.3569</c:v>
                </c:pt>
                <c:pt idx="12630">
                  <c:v>3.3572000000000002</c:v>
                </c:pt>
                <c:pt idx="12631">
                  <c:v>3.35751</c:v>
                </c:pt>
                <c:pt idx="12632">
                  <c:v>3.3578100000000002</c:v>
                </c:pt>
                <c:pt idx="12633">
                  <c:v>3.35812</c:v>
                </c:pt>
                <c:pt idx="12634">
                  <c:v>3.3584200000000002</c:v>
                </c:pt>
                <c:pt idx="12635">
                  <c:v>3.35873</c:v>
                </c:pt>
                <c:pt idx="12636">
                  <c:v>3.3590300000000002</c:v>
                </c:pt>
                <c:pt idx="12637">
                  <c:v>3.35934</c:v>
                </c:pt>
                <c:pt idx="12638">
                  <c:v>3.3596400000000002</c:v>
                </c:pt>
                <c:pt idx="12639">
                  <c:v>3.35995</c:v>
                </c:pt>
                <c:pt idx="12640">
                  <c:v>3.3602599999999998</c:v>
                </c:pt>
                <c:pt idx="12641">
                  <c:v>3.36056</c:v>
                </c:pt>
                <c:pt idx="12642">
                  <c:v>3.3608699999999998</c:v>
                </c:pt>
                <c:pt idx="12643">
                  <c:v>3.36117</c:v>
                </c:pt>
                <c:pt idx="12644">
                  <c:v>3.3614799999999998</c:v>
                </c:pt>
                <c:pt idx="12645">
                  <c:v>3.36178</c:v>
                </c:pt>
                <c:pt idx="12646">
                  <c:v>3.3620899999999998</c:v>
                </c:pt>
                <c:pt idx="12647">
                  <c:v>3.36239</c:v>
                </c:pt>
                <c:pt idx="12648">
                  <c:v>3.3626999999999998</c:v>
                </c:pt>
                <c:pt idx="12649">
                  <c:v>3.363</c:v>
                </c:pt>
                <c:pt idx="12650">
                  <c:v>3.3633099999999998</c:v>
                </c:pt>
                <c:pt idx="12651">
                  <c:v>3.36361</c:v>
                </c:pt>
                <c:pt idx="12652">
                  <c:v>3.3639199999999998</c:v>
                </c:pt>
                <c:pt idx="12653">
                  <c:v>3.3642300000000001</c:v>
                </c:pt>
                <c:pt idx="12654">
                  <c:v>3.3645299999999998</c:v>
                </c:pt>
                <c:pt idx="12655">
                  <c:v>3.3648400000000001</c:v>
                </c:pt>
                <c:pt idx="12656">
                  <c:v>3.3651399999999998</c:v>
                </c:pt>
                <c:pt idx="12657">
                  <c:v>3.3654500000000001</c:v>
                </c:pt>
                <c:pt idx="12658">
                  <c:v>3.3657499999999998</c:v>
                </c:pt>
                <c:pt idx="12659">
                  <c:v>3.3660600000000001</c:v>
                </c:pt>
                <c:pt idx="12660">
                  <c:v>3.3663599999999998</c:v>
                </c:pt>
                <c:pt idx="12661">
                  <c:v>3.3666700000000001</c:v>
                </c:pt>
                <c:pt idx="12662">
                  <c:v>3.3669699999999998</c:v>
                </c:pt>
                <c:pt idx="12663">
                  <c:v>3.3672800000000001</c:v>
                </c:pt>
                <c:pt idx="12664">
                  <c:v>3.3675799999999998</c:v>
                </c:pt>
                <c:pt idx="12665">
                  <c:v>3.3678900000000001</c:v>
                </c:pt>
                <c:pt idx="12666">
                  <c:v>3.3681999999999999</c:v>
                </c:pt>
                <c:pt idx="12667">
                  <c:v>3.3685</c:v>
                </c:pt>
                <c:pt idx="12668">
                  <c:v>3.3688099999999999</c:v>
                </c:pt>
                <c:pt idx="12669">
                  <c:v>3.36911</c:v>
                </c:pt>
                <c:pt idx="12670">
                  <c:v>3.3694199999999999</c:v>
                </c:pt>
                <c:pt idx="12671">
                  <c:v>3.36972</c:v>
                </c:pt>
                <c:pt idx="12672">
                  <c:v>3.3700299999999999</c:v>
                </c:pt>
                <c:pt idx="12673">
                  <c:v>3.37033</c:v>
                </c:pt>
                <c:pt idx="12674">
                  <c:v>3.3706399999999999</c:v>
                </c:pt>
                <c:pt idx="12675">
                  <c:v>3.37094</c:v>
                </c:pt>
                <c:pt idx="12676">
                  <c:v>3.3712499999999999</c:v>
                </c:pt>
                <c:pt idx="12677">
                  <c:v>3.3715600000000001</c:v>
                </c:pt>
                <c:pt idx="12678">
                  <c:v>3.3718599999999999</c:v>
                </c:pt>
                <c:pt idx="12679">
                  <c:v>3.3721700000000001</c:v>
                </c:pt>
                <c:pt idx="12680">
                  <c:v>3.3724699999999999</c:v>
                </c:pt>
                <c:pt idx="12681">
                  <c:v>3.3727800000000001</c:v>
                </c:pt>
                <c:pt idx="12682">
                  <c:v>3.3730799999999999</c:v>
                </c:pt>
                <c:pt idx="12683">
                  <c:v>3.3733900000000001</c:v>
                </c:pt>
                <c:pt idx="12684">
                  <c:v>3.3736899999999999</c:v>
                </c:pt>
                <c:pt idx="12685">
                  <c:v>3.3740000000000001</c:v>
                </c:pt>
                <c:pt idx="12686">
                  <c:v>3.3742999999999999</c:v>
                </c:pt>
                <c:pt idx="12687">
                  <c:v>3.3746100000000001</c:v>
                </c:pt>
                <c:pt idx="12688">
                  <c:v>3.3749099999999999</c:v>
                </c:pt>
                <c:pt idx="12689">
                  <c:v>3.3752200000000001</c:v>
                </c:pt>
                <c:pt idx="12690">
                  <c:v>3.3755299999999999</c:v>
                </c:pt>
                <c:pt idx="12691">
                  <c:v>3.3758300000000001</c:v>
                </c:pt>
                <c:pt idx="12692">
                  <c:v>3.3761399999999999</c:v>
                </c:pt>
                <c:pt idx="12693">
                  <c:v>3.3764400000000001</c:v>
                </c:pt>
                <c:pt idx="12694">
                  <c:v>3.3767499999999999</c:v>
                </c:pt>
                <c:pt idx="12695">
                  <c:v>3.3770500000000001</c:v>
                </c:pt>
                <c:pt idx="12696">
                  <c:v>3.3773599999999999</c:v>
                </c:pt>
                <c:pt idx="12697">
                  <c:v>3.3776600000000001</c:v>
                </c:pt>
                <c:pt idx="12698">
                  <c:v>3.3779699999999999</c:v>
                </c:pt>
                <c:pt idx="12699">
                  <c:v>3.3782700000000001</c:v>
                </c:pt>
                <c:pt idx="12700">
                  <c:v>3.3785799999999999</c:v>
                </c:pt>
                <c:pt idx="12701">
                  <c:v>3.3788800000000001</c:v>
                </c:pt>
                <c:pt idx="12702">
                  <c:v>3.3791899999999999</c:v>
                </c:pt>
                <c:pt idx="12703">
                  <c:v>3.3795000000000002</c:v>
                </c:pt>
                <c:pt idx="12704">
                  <c:v>3.3797999999999999</c:v>
                </c:pt>
                <c:pt idx="12705">
                  <c:v>3.3801100000000002</c:v>
                </c:pt>
                <c:pt idx="12706">
                  <c:v>3.3804099999999999</c:v>
                </c:pt>
                <c:pt idx="12707">
                  <c:v>3.3807200000000002</c:v>
                </c:pt>
                <c:pt idx="12708">
                  <c:v>3.3810199999999999</c:v>
                </c:pt>
                <c:pt idx="12709">
                  <c:v>3.3813300000000002</c:v>
                </c:pt>
                <c:pt idx="12710">
                  <c:v>3.3816299999999999</c:v>
                </c:pt>
                <c:pt idx="12711">
                  <c:v>3.3819400000000002</c:v>
                </c:pt>
                <c:pt idx="12712">
                  <c:v>3.3822399999999999</c:v>
                </c:pt>
                <c:pt idx="12713">
                  <c:v>3.3825500000000002</c:v>
                </c:pt>
                <c:pt idx="12714">
                  <c:v>3.3828499999999999</c:v>
                </c:pt>
                <c:pt idx="12715">
                  <c:v>3.3831600000000002</c:v>
                </c:pt>
                <c:pt idx="12716">
                  <c:v>3.38347</c:v>
                </c:pt>
                <c:pt idx="12717">
                  <c:v>3.3837700000000002</c:v>
                </c:pt>
                <c:pt idx="12718">
                  <c:v>3.38408</c:v>
                </c:pt>
                <c:pt idx="12719">
                  <c:v>3.3843800000000002</c:v>
                </c:pt>
                <c:pt idx="12720">
                  <c:v>3.38469</c:v>
                </c:pt>
                <c:pt idx="12721">
                  <c:v>3.3849900000000002</c:v>
                </c:pt>
                <c:pt idx="12722">
                  <c:v>3.3853</c:v>
                </c:pt>
                <c:pt idx="12723">
                  <c:v>3.3856000000000002</c:v>
                </c:pt>
                <c:pt idx="12724">
                  <c:v>3.38591</c:v>
                </c:pt>
                <c:pt idx="12725">
                  <c:v>3.3862100000000002</c:v>
                </c:pt>
                <c:pt idx="12726">
                  <c:v>3.38652</c:v>
                </c:pt>
                <c:pt idx="12727">
                  <c:v>3.3868299999999998</c:v>
                </c:pt>
                <c:pt idx="12728">
                  <c:v>3.38713</c:v>
                </c:pt>
                <c:pt idx="12729">
                  <c:v>3.3874399999999998</c:v>
                </c:pt>
                <c:pt idx="12730">
                  <c:v>3.38774</c:v>
                </c:pt>
                <c:pt idx="12731">
                  <c:v>3.3880499999999998</c:v>
                </c:pt>
                <c:pt idx="12732">
                  <c:v>3.38835</c:v>
                </c:pt>
                <c:pt idx="12733">
                  <c:v>3.3886599999999998</c:v>
                </c:pt>
                <c:pt idx="12734">
                  <c:v>3.38896</c:v>
                </c:pt>
                <c:pt idx="12735">
                  <c:v>3.3892699999999998</c:v>
                </c:pt>
                <c:pt idx="12736">
                  <c:v>3.38957</c:v>
                </c:pt>
                <c:pt idx="12737">
                  <c:v>3.3898799999999998</c:v>
                </c:pt>
                <c:pt idx="12738">
                  <c:v>3.39018</c:v>
                </c:pt>
                <c:pt idx="12739">
                  <c:v>3.3904899999999998</c:v>
                </c:pt>
                <c:pt idx="12740">
                  <c:v>3.3908</c:v>
                </c:pt>
                <c:pt idx="12741">
                  <c:v>3.3910999999999998</c:v>
                </c:pt>
                <c:pt idx="12742">
                  <c:v>3.39141</c:v>
                </c:pt>
                <c:pt idx="12743">
                  <c:v>3.3917099999999998</c:v>
                </c:pt>
                <c:pt idx="12744">
                  <c:v>3.39202</c:v>
                </c:pt>
                <c:pt idx="12745">
                  <c:v>3.3923199999999998</c:v>
                </c:pt>
                <c:pt idx="12746">
                  <c:v>3.39263</c:v>
                </c:pt>
                <c:pt idx="12747">
                  <c:v>3.3929299999999998</c:v>
                </c:pt>
                <c:pt idx="12748">
                  <c:v>3.39324</c:v>
                </c:pt>
                <c:pt idx="12749">
                  <c:v>3.3935399999999998</c:v>
                </c:pt>
                <c:pt idx="12750">
                  <c:v>3.39385</c:v>
                </c:pt>
                <c:pt idx="12751">
                  <c:v>3.3941499999999998</c:v>
                </c:pt>
                <c:pt idx="12752">
                  <c:v>3.39446</c:v>
                </c:pt>
                <c:pt idx="12753">
                  <c:v>3.3947699999999998</c:v>
                </c:pt>
                <c:pt idx="12754">
                  <c:v>3.39507</c:v>
                </c:pt>
                <c:pt idx="12755">
                  <c:v>3.3953799999999998</c:v>
                </c:pt>
                <c:pt idx="12756">
                  <c:v>3.39568</c:v>
                </c:pt>
                <c:pt idx="12757">
                  <c:v>3.3959899999999998</c:v>
                </c:pt>
                <c:pt idx="12758">
                  <c:v>3.39629</c:v>
                </c:pt>
                <c:pt idx="12759">
                  <c:v>3.3965999999999998</c:v>
                </c:pt>
                <c:pt idx="12760">
                  <c:v>3.3969</c:v>
                </c:pt>
                <c:pt idx="12761">
                  <c:v>3.3972099999999998</c:v>
                </c:pt>
                <c:pt idx="12762">
                  <c:v>3.39751</c:v>
                </c:pt>
                <c:pt idx="12763">
                  <c:v>3.3978199999999998</c:v>
                </c:pt>
                <c:pt idx="12764">
                  <c:v>3.39812</c:v>
                </c:pt>
                <c:pt idx="12765">
                  <c:v>3.3984299999999998</c:v>
                </c:pt>
                <c:pt idx="12766">
                  <c:v>3.3987400000000001</c:v>
                </c:pt>
                <c:pt idx="12767">
                  <c:v>3.3990399999999998</c:v>
                </c:pt>
                <c:pt idx="12768">
                  <c:v>3.3993500000000001</c:v>
                </c:pt>
                <c:pt idx="12769">
                  <c:v>3.3996499999999998</c:v>
                </c:pt>
                <c:pt idx="12770">
                  <c:v>3.3999600000000001</c:v>
                </c:pt>
                <c:pt idx="12771">
                  <c:v>3.4002599999999998</c:v>
                </c:pt>
                <c:pt idx="12772">
                  <c:v>3.4005700000000001</c:v>
                </c:pt>
                <c:pt idx="12773">
                  <c:v>3.4008699999999998</c:v>
                </c:pt>
                <c:pt idx="12774">
                  <c:v>3.4011800000000001</c:v>
                </c:pt>
                <c:pt idx="12775">
                  <c:v>3.4014799999999998</c:v>
                </c:pt>
                <c:pt idx="12776">
                  <c:v>3.4017900000000001</c:v>
                </c:pt>
                <c:pt idx="12777">
                  <c:v>3.4020899999999998</c:v>
                </c:pt>
                <c:pt idx="12778">
                  <c:v>3.4024000000000001</c:v>
                </c:pt>
                <c:pt idx="12779">
                  <c:v>3.4027099999999999</c:v>
                </c:pt>
                <c:pt idx="12780">
                  <c:v>3.4030100000000001</c:v>
                </c:pt>
                <c:pt idx="12781">
                  <c:v>3.4033199999999999</c:v>
                </c:pt>
                <c:pt idx="12782">
                  <c:v>3.4036200000000001</c:v>
                </c:pt>
                <c:pt idx="12783">
                  <c:v>3.4039299999999999</c:v>
                </c:pt>
                <c:pt idx="12784">
                  <c:v>3.4042300000000001</c:v>
                </c:pt>
                <c:pt idx="12785">
                  <c:v>3.4045399999999999</c:v>
                </c:pt>
                <c:pt idx="12786">
                  <c:v>3.4048400000000001</c:v>
                </c:pt>
                <c:pt idx="12787">
                  <c:v>3.4051499999999999</c:v>
                </c:pt>
                <c:pt idx="12788">
                  <c:v>3.4054500000000001</c:v>
                </c:pt>
                <c:pt idx="12789">
                  <c:v>3.4057599999999999</c:v>
                </c:pt>
                <c:pt idx="12790">
                  <c:v>3.4060700000000002</c:v>
                </c:pt>
                <c:pt idx="12791">
                  <c:v>3.4063699999999999</c:v>
                </c:pt>
                <c:pt idx="12792">
                  <c:v>3.4066800000000002</c:v>
                </c:pt>
                <c:pt idx="12793">
                  <c:v>3.4069799999999999</c:v>
                </c:pt>
                <c:pt idx="12794">
                  <c:v>3.4072900000000002</c:v>
                </c:pt>
                <c:pt idx="12795">
                  <c:v>3.4075899999999999</c:v>
                </c:pt>
                <c:pt idx="12796">
                  <c:v>3.4079000000000002</c:v>
                </c:pt>
                <c:pt idx="12797">
                  <c:v>3.4081999999999999</c:v>
                </c:pt>
                <c:pt idx="12798">
                  <c:v>3.4085100000000002</c:v>
                </c:pt>
                <c:pt idx="12799">
                  <c:v>3.4088099999999999</c:v>
                </c:pt>
                <c:pt idx="12800">
                  <c:v>3.4091200000000002</c:v>
                </c:pt>
                <c:pt idx="12801">
                  <c:v>3.4094199999999999</c:v>
                </c:pt>
                <c:pt idx="12802">
                  <c:v>3.4097300000000001</c:v>
                </c:pt>
                <c:pt idx="12803">
                  <c:v>3.41004</c:v>
                </c:pt>
                <c:pt idx="12804">
                  <c:v>3.4103400000000001</c:v>
                </c:pt>
                <c:pt idx="12805">
                  <c:v>3.41065</c:v>
                </c:pt>
                <c:pt idx="12806">
                  <c:v>3.4109500000000001</c:v>
                </c:pt>
                <c:pt idx="12807">
                  <c:v>3.41126</c:v>
                </c:pt>
                <c:pt idx="12808">
                  <c:v>3.4115600000000001</c:v>
                </c:pt>
                <c:pt idx="12809">
                  <c:v>3.41187</c:v>
                </c:pt>
                <c:pt idx="12810">
                  <c:v>3.4121700000000001</c:v>
                </c:pt>
                <c:pt idx="12811">
                  <c:v>3.41248</c:v>
                </c:pt>
                <c:pt idx="12812">
                  <c:v>3.4127800000000001</c:v>
                </c:pt>
                <c:pt idx="12813">
                  <c:v>3.41309</c:v>
                </c:pt>
                <c:pt idx="12814">
                  <c:v>3.4133900000000001</c:v>
                </c:pt>
                <c:pt idx="12815">
                  <c:v>3.4137</c:v>
                </c:pt>
                <c:pt idx="12816">
                  <c:v>3.4140100000000002</c:v>
                </c:pt>
                <c:pt idx="12817">
                  <c:v>3.41431</c:v>
                </c:pt>
                <c:pt idx="12818">
                  <c:v>3.4146200000000002</c:v>
                </c:pt>
                <c:pt idx="12819">
                  <c:v>3.41492</c:v>
                </c:pt>
                <c:pt idx="12820">
                  <c:v>3.4152300000000002</c:v>
                </c:pt>
                <c:pt idx="12821">
                  <c:v>3.41553</c:v>
                </c:pt>
                <c:pt idx="12822">
                  <c:v>3.4158400000000002</c:v>
                </c:pt>
                <c:pt idx="12823">
                  <c:v>3.41614</c:v>
                </c:pt>
                <c:pt idx="12824">
                  <c:v>3.4164500000000002</c:v>
                </c:pt>
                <c:pt idx="12825">
                  <c:v>3.41675</c:v>
                </c:pt>
                <c:pt idx="12826">
                  <c:v>3.4170600000000002</c:v>
                </c:pt>
                <c:pt idx="12827">
                  <c:v>3.41736</c:v>
                </c:pt>
                <c:pt idx="12828">
                  <c:v>3.4176700000000002</c:v>
                </c:pt>
                <c:pt idx="12829">
                  <c:v>3.41798</c:v>
                </c:pt>
                <c:pt idx="12830">
                  <c:v>3.4182800000000002</c:v>
                </c:pt>
                <c:pt idx="12831">
                  <c:v>3.41859</c:v>
                </c:pt>
                <c:pt idx="12832">
                  <c:v>3.4188900000000002</c:v>
                </c:pt>
                <c:pt idx="12833">
                  <c:v>3.4192</c:v>
                </c:pt>
                <c:pt idx="12834">
                  <c:v>3.4195000000000002</c:v>
                </c:pt>
                <c:pt idx="12835">
                  <c:v>3.41981</c:v>
                </c:pt>
                <c:pt idx="12836">
                  <c:v>3.4201100000000002</c:v>
                </c:pt>
                <c:pt idx="12837">
                  <c:v>3.42042</c:v>
                </c:pt>
                <c:pt idx="12838">
                  <c:v>3.4207200000000002</c:v>
                </c:pt>
                <c:pt idx="12839">
                  <c:v>3.42103</c:v>
                </c:pt>
                <c:pt idx="12840">
                  <c:v>3.4213300000000002</c:v>
                </c:pt>
                <c:pt idx="12841">
                  <c:v>3.42164</c:v>
                </c:pt>
                <c:pt idx="12842">
                  <c:v>3.4219499999999998</c:v>
                </c:pt>
                <c:pt idx="12843">
                  <c:v>3.42225</c:v>
                </c:pt>
                <c:pt idx="12844">
                  <c:v>3.4225599999999998</c:v>
                </c:pt>
                <c:pt idx="12845">
                  <c:v>3.42286</c:v>
                </c:pt>
                <c:pt idx="12846">
                  <c:v>3.4231699999999998</c:v>
                </c:pt>
                <c:pt idx="12847">
                  <c:v>3.42347</c:v>
                </c:pt>
                <c:pt idx="12848">
                  <c:v>3.4237799999999998</c:v>
                </c:pt>
                <c:pt idx="12849">
                  <c:v>3.42408</c:v>
                </c:pt>
                <c:pt idx="12850">
                  <c:v>3.4243899999999998</c:v>
                </c:pt>
                <c:pt idx="12851">
                  <c:v>3.42469</c:v>
                </c:pt>
                <c:pt idx="12852">
                  <c:v>3.4249999999999998</c:v>
                </c:pt>
                <c:pt idx="12853">
                  <c:v>3.4253100000000001</c:v>
                </c:pt>
                <c:pt idx="12854">
                  <c:v>3.4256099999999998</c:v>
                </c:pt>
                <c:pt idx="12855">
                  <c:v>3.4259200000000001</c:v>
                </c:pt>
                <c:pt idx="12856">
                  <c:v>3.4262199999999998</c:v>
                </c:pt>
                <c:pt idx="12857">
                  <c:v>3.4265300000000001</c:v>
                </c:pt>
                <c:pt idx="12858">
                  <c:v>3.4268299999999998</c:v>
                </c:pt>
                <c:pt idx="12859">
                  <c:v>3.4271400000000001</c:v>
                </c:pt>
                <c:pt idx="12860">
                  <c:v>3.4274399999999998</c:v>
                </c:pt>
                <c:pt idx="12861">
                  <c:v>3.4277500000000001</c:v>
                </c:pt>
                <c:pt idx="12862">
                  <c:v>3.4280499999999998</c:v>
                </c:pt>
                <c:pt idx="12863">
                  <c:v>3.4283600000000001</c:v>
                </c:pt>
                <c:pt idx="12864">
                  <c:v>3.4286599999999998</c:v>
                </c:pt>
                <c:pt idx="12865">
                  <c:v>3.4289700000000001</c:v>
                </c:pt>
                <c:pt idx="12866">
                  <c:v>3.4292799999999999</c:v>
                </c:pt>
                <c:pt idx="12867">
                  <c:v>3.4295800000000001</c:v>
                </c:pt>
                <c:pt idx="12868">
                  <c:v>3.4298899999999999</c:v>
                </c:pt>
                <c:pt idx="12869">
                  <c:v>3.4301900000000001</c:v>
                </c:pt>
                <c:pt idx="12870">
                  <c:v>3.4304999999999999</c:v>
                </c:pt>
                <c:pt idx="12871">
                  <c:v>3.4308000000000001</c:v>
                </c:pt>
                <c:pt idx="12872">
                  <c:v>3.4311099999999999</c:v>
                </c:pt>
                <c:pt idx="12873">
                  <c:v>3.4314100000000001</c:v>
                </c:pt>
                <c:pt idx="12874">
                  <c:v>3.4317199999999999</c:v>
                </c:pt>
                <c:pt idx="12875">
                  <c:v>3.4320200000000001</c:v>
                </c:pt>
                <c:pt idx="12876">
                  <c:v>3.4323299999999999</c:v>
                </c:pt>
                <c:pt idx="12877">
                  <c:v>3.4326300000000001</c:v>
                </c:pt>
                <c:pt idx="12878">
                  <c:v>3.4329399999999999</c:v>
                </c:pt>
                <c:pt idx="12879">
                  <c:v>3.4332500000000001</c:v>
                </c:pt>
                <c:pt idx="12880">
                  <c:v>3.4335499999999999</c:v>
                </c:pt>
                <c:pt idx="12881">
                  <c:v>3.4338600000000001</c:v>
                </c:pt>
                <c:pt idx="12882">
                  <c:v>3.4341599999999999</c:v>
                </c:pt>
                <c:pt idx="12883">
                  <c:v>3.4344700000000001</c:v>
                </c:pt>
                <c:pt idx="12884">
                  <c:v>3.4347699999999999</c:v>
                </c:pt>
                <c:pt idx="12885">
                  <c:v>3.4350800000000001</c:v>
                </c:pt>
                <c:pt idx="12886">
                  <c:v>3.4353799999999999</c:v>
                </c:pt>
                <c:pt idx="12887">
                  <c:v>3.4356900000000001</c:v>
                </c:pt>
                <c:pt idx="12888">
                  <c:v>3.4359899999999999</c:v>
                </c:pt>
                <c:pt idx="12889">
                  <c:v>3.4363000000000001</c:v>
                </c:pt>
                <c:pt idx="12890">
                  <c:v>3.4365999999999999</c:v>
                </c:pt>
                <c:pt idx="12891">
                  <c:v>3.4369100000000001</c:v>
                </c:pt>
                <c:pt idx="12892">
                  <c:v>3.4372199999999999</c:v>
                </c:pt>
                <c:pt idx="12893">
                  <c:v>3.4375200000000001</c:v>
                </c:pt>
                <c:pt idx="12894">
                  <c:v>3.4378299999999999</c:v>
                </c:pt>
                <c:pt idx="12895">
                  <c:v>3.4381300000000001</c:v>
                </c:pt>
                <c:pt idx="12896">
                  <c:v>3.4384399999999999</c:v>
                </c:pt>
                <c:pt idx="12897">
                  <c:v>3.4387400000000001</c:v>
                </c:pt>
                <c:pt idx="12898">
                  <c:v>3.4390499999999999</c:v>
                </c:pt>
                <c:pt idx="12899">
                  <c:v>3.4393500000000001</c:v>
                </c:pt>
                <c:pt idx="12900">
                  <c:v>3.4396599999999999</c:v>
                </c:pt>
                <c:pt idx="12901">
                  <c:v>3.4399600000000001</c:v>
                </c:pt>
                <c:pt idx="12902">
                  <c:v>3.4402699999999999</c:v>
                </c:pt>
                <c:pt idx="12903">
                  <c:v>3.4405800000000002</c:v>
                </c:pt>
                <c:pt idx="12904">
                  <c:v>3.4408799999999999</c:v>
                </c:pt>
                <c:pt idx="12905">
                  <c:v>3.4411900000000002</c:v>
                </c:pt>
                <c:pt idx="12906">
                  <c:v>3.4414899999999999</c:v>
                </c:pt>
                <c:pt idx="12907">
                  <c:v>3.4418000000000002</c:v>
                </c:pt>
                <c:pt idx="12908">
                  <c:v>3.4420999999999999</c:v>
                </c:pt>
                <c:pt idx="12909">
                  <c:v>3.4424100000000002</c:v>
                </c:pt>
                <c:pt idx="12910">
                  <c:v>3.4427099999999999</c:v>
                </c:pt>
                <c:pt idx="12911">
                  <c:v>3.4430200000000002</c:v>
                </c:pt>
                <c:pt idx="12912">
                  <c:v>3.4433199999999999</c:v>
                </c:pt>
                <c:pt idx="12913">
                  <c:v>3.4436300000000002</c:v>
                </c:pt>
                <c:pt idx="12914">
                  <c:v>3.4439299999999999</c:v>
                </c:pt>
                <c:pt idx="12915">
                  <c:v>3.4442400000000002</c:v>
                </c:pt>
                <c:pt idx="12916">
                  <c:v>3.44455</c:v>
                </c:pt>
                <c:pt idx="12917">
                  <c:v>3.4448500000000002</c:v>
                </c:pt>
                <c:pt idx="12918">
                  <c:v>3.44516</c:v>
                </c:pt>
                <c:pt idx="12919">
                  <c:v>3.4454600000000002</c:v>
                </c:pt>
                <c:pt idx="12920">
                  <c:v>3.44577</c:v>
                </c:pt>
                <c:pt idx="12921">
                  <c:v>3.4460700000000002</c:v>
                </c:pt>
                <c:pt idx="12922">
                  <c:v>3.44638</c:v>
                </c:pt>
                <c:pt idx="12923">
                  <c:v>3.4466800000000002</c:v>
                </c:pt>
                <c:pt idx="12924">
                  <c:v>3.44699</c:v>
                </c:pt>
                <c:pt idx="12925">
                  <c:v>3.4472900000000002</c:v>
                </c:pt>
                <c:pt idx="12926">
                  <c:v>3.4476</c:v>
                </c:pt>
                <c:pt idx="12927">
                  <c:v>3.4479000000000002</c:v>
                </c:pt>
                <c:pt idx="12928">
                  <c:v>3.44821</c:v>
                </c:pt>
                <c:pt idx="12929">
                  <c:v>3.4485199999999998</c:v>
                </c:pt>
                <c:pt idx="12930">
                  <c:v>3.44882</c:v>
                </c:pt>
                <c:pt idx="12931">
                  <c:v>3.4491299999999998</c:v>
                </c:pt>
                <c:pt idx="12932">
                  <c:v>3.44943</c:v>
                </c:pt>
                <c:pt idx="12933">
                  <c:v>3.4497399999999998</c:v>
                </c:pt>
                <c:pt idx="12934">
                  <c:v>3.45004</c:v>
                </c:pt>
                <c:pt idx="12935">
                  <c:v>3.4503499999999998</c:v>
                </c:pt>
                <c:pt idx="12936">
                  <c:v>3.45065</c:v>
                </c:pt>
                <c:pt idx="12937">
                  <c:v>3.4509599999999998</c:v>
                </c:pt>
                <c:pt idx="12938">
                  <c:v>3.45126</c:v>
                </c:pt>
                <c:pt idx="12939">
                  <c:v>3.4515699999999998</c:v>
                </c:pt>
                <c:pt idx="12940">
                  <c:v>3.45187</c:v>
                </c:pt>
                <c:pt idx="12941">
                  <c:v>3.4521799999999998</c:v>
                </c:pt>
                <c:pt idx="12942">
                  <c:v>3.4524900000000001</c:v>
                </c:pt>
                <c:pt idx="12943">
                  <c:v>3.4527899999999998</c:v>
                </c:pt>
                <c:pt idx="12944">
                  <c:v>3.4531000000000001</c:v>
                </c:pt>
                <c:pt idx="12945">
                  <c:v>3.4533999999999998</c:v>
                </c:pt>
                <c:pt idx="12946">
                  <c:v>3.4537100000000001</c:v>
                </c:pt>
                <c:pt idx="12947">
                  <c:v>3.4540099999999998</c:v>
                </c:pt>
                <c:pt idx="12948">
                  <c:v>3.4543200000000001</c:v>
                </c:pt>
                <c:pt idx="12949">
                  <c:v>3.4546199999999998</c:v>
                </c:pt>
                <c:pt idx="12950">
                  <c:v>3.4549300000000001</c:v>
                </c:pt>
                <c:pt idx="12951">
                  <c:v>3.4552299999999998</c:v>
                </c:pt>
                <c:pt idx="12952">
                  <c:v>3.4555400000000001</c:v>
                </c:pt>
                <c:pt idx="12953">
                  <c:v>3.4558399999999998</c:v>
                </c:pt>
                <c:pt idx="12954">
                  <c:v>3.4561500000000001</c:v>
                </c:pt>
                <c:pt idx="12955">
                  <c:v>3.4564599999999999</c:v>
                </c:pt>
                <c:pt idx="12956">
                  <c:v>3.4567600000000001</c:v>
                </c:pt>
                <c:pt idx="12957">
                  <c:v>3.4570699999999999</c:v>
                </c:pt>
                <c:pt idx="12958">
                  <c:v>3.4573700000000001</c:v>
                </c:pt>
                <c:pt idx="12959">
                  <c:v>3.4576799999999999</c:v>
                </c:pt>
                <c:pt idx="12960">
                  <c:v>3.4579800000000001</c:v>
                </c:pt>
                <c:pt idx="12961">
                  <c:v>3.4582899999999999</c:v>
                </c:pt>
                <c:pt idx="12962">
                  <c:v>3.4585900000000001</c:v>
                </c:pt>
                <c:pt idx="12963">
                  <c:v>3.4588999999999999</c:v>
                </c:pt>
                <c:pt idx="12964">
                  <c:v>3.4592000000000001</c:v>
                </c:pt>
                <c:pt idx="12965">
                  <c:v>3.4595099999999999</c:v>
                </c:pt>
                <c:pt idx="12966">
                  <c:v>3.4598200000000001</c:v>
                </c:pt>
                <c:pt idx="12967">
                  <c:v>3.4601199999999999</c:v>
                </c:pt>
                <c:pt idx="12968">
                  <c:v>3.4604300000000001</c:v>
                </c:pt>
                <c:pt idx="12969">
                  <c:v>3.4607299999999999</c:v>
                </c:pt>
                <c:pt idx="12970">
                  <c:v>3.4610400000000001</c:v>
                </c:pt>
                <c:pt idx="12971">
                  <c:v>3.4613399999999999</c:v>
                </c:pt>
                <c:pt idx="12972">
                  <c:v>3.4616500000000001</c:v>
                </c:pt>
                <c:pt idx="12973">
                  <c:v>3.4619499999999999</c:v>
                </c:pt>
                <c:pt idx="12974">
                  <c:v>3.4622600000000001</c:v>
                </c:pt>
                <c:pt idx="12975">
                  <c:v>3.4625599999999999</c:v>
                </c:pt>
                <c:pt idx="12976">
                  <c:v>3.4628700000000001</c:v>
                </c:pt>
                <c:pt idx="12977">
                  <c:v>3.4631699999999999</c:v>
                </c:pt>
                <c:pt idx="12978">
                  <c:v>3.4634800000000001</c:v>
                </c:pt>
                <c:pt idx="12979">
                  <c:v>3.4637899999999999</c:v>
                </c:pt>
                <c:pt idx="12980">
                  <c:v>3.4640900000000001</c:v>
                </c:pt>
                <c:pt idx="12981">
                  <c:v>3.4643999999999999</c:v>
                </c:pt>
                <c:pt idx="12982">
                  <c:v>3.4647000000000001</c:v>
                </c:pt>
                <c:pt idx="12983">
                  <c:v>3.4650099999999999</c:v>
                </c:pt>
                <c:pt idx="12984">
                  <c:v>3.4653100000000001</c:v>
                </c:pt>
                <c:pt idx="12985">
                  <c:v>3.4656199999999999</c:v>
                </c:pt>
                <c:pt idx="12986">
                  <c:v>3.4659200000000001</c:v>
                </c:pt>
                <c:pt idx="12987">
                  <c:v>3.4662299999999999</c:v>
                </c:pt>
                <c:pt idx="12988">
                  <c:v>3.4665300000000001</c:v>
                </c:pt>
                <c:pt idx="12989">
                  <c:v>3.4668399999999999</c:v>
                </c:pt>
                <c:pt idx="12990">
                  <c:v>3.4671400000000001</c:v>
                </c:pt>
                <c:pt idx="12991">
                  <c:v>3.4674499999999999</c:v>
                </c:pt>
                <c:pt idx="12992">
                  <c:v>3.4677600000000002</c:v>
                </c:pt>
                <c:pt idx="12993">
                  <c:v>3.4680599999999999</c:v>
                </c:pt>
                <c:pt idx="12994">
                  <c:v>3.4683700000000002</c:v>
                </c:pt>
                <c:pt idx="12995">
                  <c:v>3.4686699999999999</c:v>
                </c:pt>
                <c:pt idx="12996">
                  <c:v>3.4689800000000002</c:v>
                </c:pt>
                <c:pt idx="12997">
                  <c:v>3.4692799999999999</c:v>
                </c:pt>
                <c:pt idx="12998">
                  <c:v>3.4695900000000002</c:v>
                </c:pt>
                <c:pt idx="12999">
                  <c:v>3.4698899999999999</c:v>
                </c:pt>
                <c:pt idx="13000">
                  <c:v>3.4702000000000002</c:v>
                </c:pt>
                <c:pt idx="13001">
                  <c:v>3.4704999999999999</c:v>
                </c:pt>
                <c:pt idx="13002">
                  <c:v>3.4708100000000002</c:v>
                </c:pt>
                <c:pt idx="13003">
                  <c:v>3.4711099999999999</c:v>
                </c:pt>
                <c:pt idx="13004">
                  <c:v>3.4714200000000002</c:v>
                </c:pt>
                <c:pt idx="13005">
                  <c:v>3.47173</c:v>
                </c:pt>
                <c:pt idx="13006">
                  <c:v>3.4720300000000002</c:v>
                </c:pt>
                <c:pt idx="13007">
                  <c:v>3.47234</c:v>
                </c:pt>
                <c:pt idx="13008">
                  <c:v>3.4726400000000002</c:v>
                </c:pt>
                <c:pt idx="13009">
                  <c:v>3.47295</c:v>
                </c:pt>
                <c:pt idx="13010">
                  <c:v>3.4732500000000002</c:v>
                </c:pt>
                <c:pt idx="13011">
                  <c:v>3.47356</c:v>
                </c:pt>
                <c:pt idx="13012">
                  <c:v>3.4738600000000002</c:v>
                </c:pt>
                <c:pt idx="13013">
                  <c:v>3.47417</c:v>
                </c:pt>
                <c:pt idx="13014">
                  <c:v>3.4744700000000002</c:v>
                </c:pt>
                <c:pt idx="13015">
                  <c:v>3.47478</c:v>
                </c:pt>
                <c:pt idx="13016">
                  <c:v>3.4750800000000002</c:v>
                </c:pt>
                <c:pt idx="13017">
                  <c:v>3.47539</c:v>
                </c:pt>
                <c:pt idx="13018">
                  <c:v>3.4756999999999998</c:v>
                </c:pt>
                <c:pt idx="13019">
                  <c:v>3.476</c:v>
                </c:pt>
                <c:pt idx="13020">
                  <c:v>3.4763099999999998</c:v>
                </c:pt>
                <c:pt idx="13021">
                  <c:v>3.47661</c:v>
                </c:pt>
                <c:pt idx="13022">
                  <c:v>3.4769199999999998</c:v>
                </c:pt>
                <c:pt idx="13023">
                  <c:v>3.47722</c:v>
                </c:pt>
                <c:pt idx="13024">
                  <c:v>3.4775299999999998</c:v>
                </c:pt>
                <c:pt idx="13025">
                  <c:v>3.47783</c:v>
                </c:pt>
                <c:pt idx="13026">
                  <c:v>3.4781399999999998</c:v>
                </c:pt>
                <c:pt idx="13027">
                  <c:v>3.47844</c:v>
                </c:pt>
                <c:pt idx="13028">
                  <c:v>3.4787499999999998</c:v>
                </c:pt>
                <c:pt idx="13029">
                  <c:v>3.47906</c:v>
                </c:pt>
                <c:pt idx="13030">
                  <c:v>3.4793599999999998</c:v>
                </c:pt>
                <c:pt idx="13031">
                  <c:v>3.47967</c:v>
                </c:pt>
                <c:pt idx="13032">
                  <c:v>3.4799699999999998</c:v>
                </c:pt>
                <c:pt idx="13033">
                  <c:v>3.48028</c:v>
                </c:pt>
                <c:pt idx="13034">
                  <c:v>3.4805799999999998</c:v>
                </c:pt>
                <c:pt idx="13035">
                  <c:v>3.48089</c:v>
                </c:pt>
                <c:pt idx="13036">
                  <c:v>3.4811899999999998</c:v>
                </c:pt>
                <c:pt idx="13037">
                  <c:v>3.4815</c:v>
                </c:pt>
                <c:pt idx="13038">
                  <c:v>3.4817999999999998</c:v>
                </c:pt>
                <c:pt idx="13039">
                  <c:v>3.48211</c:v>
                </c:pt>
                <c:pt idx="13040">
                  <c:v>3.4824099999999998</c:v>
                </c:pt>
                <c:pt idx="13041">
                  <c:v>3.48272</c:v>
                </c:pt>
                <c:pt idx="13042">
                  <c:v>3.4830299999999998</c:v>
                </c:pt>
                <c:pt idx="13043">
                  <c:v>3.48333</c:v>
                </c:pt>
                <c:pt idx="13044">
                  <c:v>3.4836399999999998</c:v>
                </c:pt>
                <c:pt idx="13045">
                  <c:v>3.48394</c:v>
                </c:pt>
                <c:pt idx="13046">
                  <c:v>3.4842499999999998</c:v>
                </c:pt>
                <c:pt idx="13047">
                  <c:v>3.48455</c:v>
                </c:pt>
                <c:pt idx="13048">
                  <c:v>3.4848599999999998</c:v>
                </c:pt>
                <c:pt idx="13049">
                  <c:v>3.48516</c:v>
                </c:pt>
                <c:pt idx="13050">
                  <c:v>3.4854699999999998</c:v>
                </c:pt>
                <c:pt idx="13051">
                  <c:v>3.48577</c:v>
                </c:pt>
                <c:pt idx="13052">
                  <c:v>3.4860799999999998</c:v>
                </c:pt>
                <c:pt idx="13053">
                  <c:v>3.48638</c:v>
                </c:pt>
                <c:pt idx="13054">
                  <c:v>3.4866899999999998</c:v>
                </c:pt>
                <c:pt idx="13055">
                  <c:v>3.4870000000000001</c:v>
                </c:pt>
                <c:pt idx="13056">
                  <c:v>3.4872999999999998</c:v>
                </c:pt>
                <c:pt idx="13057">
                  <c:v>3.4876100000000001</c:v>
                </c:pt>
                <c:pt idx="13058">
                  <c:v>3.4879099999999998</c:v>
                </c:pt>
                <c:pt idx="13059">
                  <c:v>3.4882200000000001</c:v>
                </c:pt>
                <c:pt idx="13060">
                  <c:v>3.4885199999999998</c:v>
                </c:pt>
                <c:pt idx="13061">
                  <c:v>3.4888300000000001</c:v>
                </c:pt>
                <c:pt idx="13062">
                  <c:v>3.4891299999999998</c:v>
                </c:pt>
                <c:pt idx="13063">
                  <c:v>3.4894400000000001</c:v>
                </c:pt>
                <c:pt idx="13064">
                  <c:v>3.4897399999999998</c:v>
                </c:pt>
                <c:pt idx="13065">
                  <c:v>3.4900500000000001</c:v>
                </c:pt>
                <c:pt idx="13066">
                  <c:v>3.4903499999999998</c:v>
                </c:pt>
                <c:pt idx="13067">
                  <c:v>3.4906600000000001</c:v>
                </c:pt>
                <c:pt idx="13068">
                  <c:v>3.4909699999999999</c:v>
                </c:pt>
                <c:pt idx="13069">
                  <c:v>3.4912700000000001</c:v>
                </c:pt>
                <c:pt idx="13070">
                  <c:v>3.4915799999999999</c:v>
                </c:pt>
                <c:pt idx="13071">
                  <c:v>3.4918800000000001</c:v>
                </c:pt>
                <c:pt idx="13072">
                  <c:v>3.4921899999999999</c:v>
                </c:pt>
                <c:pt idx="13073">
                  <c:v>3.4924900000000001</c:v>
                </c:pt>
                <c:pt idx="13074">
                  <c:v>3.4927999999999999</c:v>
                </c:pt>
                <c:pt idx="13075">
                  <c:v>3.4931000000000001</c:v>
                </c:pt>
                <c:pt idx="13076">
                  <c:v>3.4934099999999999</c:v>
                </c:pt>
                <c:pt idx="13077">
                  <c:v>3.4937100000000001</c:v>
                </c:pt>
                <c:pt idx="13078">
                  <c:v>3.4940199999999999</c:v>
                </c:pt>
                <c:pt idx="13079">
                  <c:v>3.4943200000000001</c:v>
                </c:pt>
                <c:pt idx="13080">
                  <c:v>3.4946299999999999</c:v>
                </c:pt>
                <c:pt idx="13081">
                  <c:v>3.4949400000000002</c:v>
                </c:pt>
                <c:pt idx="13082">
                  <c:v>3.4952399999999999</c:v>
                </c:pt>
                <c:pt idx="13083">
                  <c:v>3.4955500000000002</c:v>
                </c:pt>
                <c:pt idx="13084">
                  <c:v>3.4958499999999999</c:v>
                </c:pt>
                <c:pt idx="13085">
                  <c:v>3.4961600000000002</c:v>
                </c:pt>
                <c:pt idx="13086">
                  <c:v>3.4964599999999999</c:v>
                </c:pt>
                <c:pt idx="13087">
                  <c:v>3.4967700000000002</c:v>
                </c:pt>
                <c:pt idx="13088">
                  <c:v>3.4970699999999999</c:v>
                </c:pt>
                <c:pt idx="13089">
                  <c:v>3.4973800000000002</c:v>
                </c:pt>
                <c:pt idx="13090">
                  <c:v>3.4976799999999999</c:v>
                </c:pt>
                <c:pt idx="13091">
                  <c:v>3.4979900000000002</c:v>
                </c:pt>
                <c:pt idx="13092">
                  <c:v>3.4983</c:v>
                </c:pt>
                <c:pt idx="13093">
                  <c:v>3.4986000000000002</c:v>
                </c:pt>
                <c:pt idx="13094">
                  <c:v>3.49891</c:v>
                </c:pt>
                <c:pt idx="13095">
                  <c:v>3.4992100000000002</c:v>
                </c:pt>
                <c:pt idx="13096">
                  <c:v>3.49952</c:v>
                </c:pt>
                <c:pt idx="13097">
                  <c:v>3.4998200000000002</c:v>
                </c:pt>
                <c:pt idx="13098">
                  <c:v>3.50013</c:v>
                </c:pt>
                <c:pt idx="13099">
                  <c:v>3.5004300000000002</c:v>
                </c:pt>
                <c:pt idx="13100">
                  <c:v>3.50074</c:v>
                </c:pt>
                <c:pt idx="13101">
                  <c:v>3.5010400000000002</c:v>
                </c:pt>
                <c:pt idx="13102">
                  <c:v>3.50135</c:v>
                </c:pt>
                <c:pt idx="13103">
                  <c:v>3.5016500000000002</c:v>
                </c:pt>
                <c:pt idx="13104">
                  <c:v>3.50196</c:v>
                </c:pt>
                <c:pt idx="13105">
                  <c:v>3.5022700000000002</c:v>
                </c:pt>
                <c:pt idx="13106">
                  <c:v>3.50257</c:v>
                </c:pt>
                <c:pt idx="13107">
                  <c:v>3.5028800000000002</c:v>
                </c:pt>
                <c:pt idx="13108">
                  <c:v>3.50318</c:v>
                </c:pt>
                <c:pt idx="13109">
                  <c:v>3.5034900000000002</c:v>
                </c:pt>
                <c:pt idx="13110">
                  <c:v>3.50379</c:v>
                </c:pt>
                <c:pt idx="13111">
                  <c:v>3.5041000000000002</c:v>
                </c:pt>
                <c:pt idx="13112">
                  <c:v>3.5044</c:v>
                </c:pt>
                <c:pt idx="13113">
                  <c:v>3.5047100000000002</c:v>
                </c:pt>
                <c:pt idx="13114">
                  <c:v>3.50501</c:v>
                </c:pt>
                <c:pt idx="13115">
                  <c:v>3.5053200000000002</c:v>
                </c:pt>
                <c:pt idx="13116">
                  <c:v>3.50562</c:v>
                </c:pt>
                <c:pt idx="13117">
                  <c:v>3.5059300000000002</c:v>
                </c:pt>
                <c:pt idx="13118">
                  <c:v>3.50624</c:v>
                </c:pt>
                <c:pt idx="13119">
                  <c:v>3.5065400000000002</c:v>
                </c:pt>
                <c:pt idx="13120">
                  <c:v>3.50685</c:v>
                </c:pt>
                <c:pt idx="13121">
                  <c:v>3.5071500000000002</c:v>
                </c:pt>
                <c:pt idx="13122">
                  <c:v>3.50746</c:v>
                </c:pt>
                <c:pt idx="13123">
                  <c:v>3.5077600000000002</c:v>
                </c:pt>
                <c:pt idx="13124">
                  <c:v>3.50807</c:v>
                </c:pt>
                <c:pt idx="13125">
                  <c:v>3.5083700000000002</c:v>
                </c:pt>
                <c:pt idx="13126">
                  <c:v>3.50868</c:v>
                </c:pt>
                <c:pt idx="13127">
                  <c:v>3.5089800000000002</c:v>
                </c:pt>
                <c:pt idx="13128">
                  <c:v>3.50929</c:v>
                </c:pt>
                <c:pt idx="13129">
                  <c:v>3.5095900000000002</c:v>
                </c:pt>
                <c:pt idx="13130">
                  <c:v>3.5099</c:v>
                </c:pt>
                <c:pt idx="13131">
                  <c:v>3.5102099999999998</c:v>
                </c:pt>
                <c:pt idx="13132">
                  <c:v>3.51051</c:v>
                </c:pt>
                <c:pt idx="13133">
                  <c:v>3.5108199999999998</c:v>
                </c:pt>
                <c:pt idx="13134">
                  <c:v>3.51112</c:v>
                </c:pt>
                <c:pt idx="13135">
                  <c:v>3.5114299999999998</c:v>
                </c:pt>
                <c:pt idx="13136">
                  <c:v>3.51173</c:v>
                </c:pt>
                <c:pt idx="13137">
                  <c:v>3.5120399999999998</c:v>
                </c:pt>
                <c:pt idx="13138">
                  <c:v>3.51234</c:v>
                </c:pt>
                <c:pt idx="13139">
                  <c:v>3.5126499999999998</c:v>
                </c:pt>
                <c:pt idx="13140">
                  <c:v>3.51295</c:v>
                </c:pt>
                <c:pt idx="13141">
                  <c:v>3.5132599999999998</c:v>
                </c:pt>
                <c:pt idx="13142">
                  <c:v>3.5135700000000001</c:v>
                </c:pt>
                <c:pt idx="13143">
                  <c:v>3.5138699999999998</c:v>
                </c:pt>
                <c:pt idx="13144">
                  <c:v>3.5141800000000001</c:v>
                </c:pt>
                <c:pt idx="13145">
                  <c:v>3.5144799999999998</c:v>
                </c:pt>
                <c:pt idx="13146">
                  <c:v>3.5147900000000001</c:v>
                </c:pt>
                <c:pt idx="13147">
                  <c:v>3.5150899999999998</c:v>
                </c:pt>
                <c:pt idx="13148">
                  <c:v>3.5154000000000001</c:v>
                </c:pt>
                <c:pt idx="13149">
                  <c:v>3.5156999999999998</c:v>
                </c:pt>
                <c:pt idx="13150">
                  <c:v>3.5160100000000001</c:v>
                </c:pt>
                <c:pt idx="13151">
                  <c:v>3.5163099999999998</c:v>
                </c:pt>
                <c:pt idx="13152">
                  <c:v>3.5166200000000001</c:v>
                </c:pt>
                <c:pt idx="13153">
                  <c:v>3.5169199999999998</c:v>
                </c:pt>
                <c:pt idx="13154">
                  <c:v>3.5172300000000001</c:v>
                </c:pt>
                <c:pt idx="13155">
                  <c:v>3.5175399999999999</c:v>
                </c:pt>
                <c:pt idx="13156">
                  <c:v>3.5178400000000001</c:v>
                </c:pt>
                <c:pt idx="13157">
                  <c:v>3.5181499999999999</c:v>
                </c:pt>
                <c:pt idx="13158">
                  <c:v>3.5184500000000001</c:v>
                </c:pt>
                <c:pt idx="13159">
                  <c:v>3.5187599999999999</c:v>
                </c:pt>
                <c:pt idx="13160">
                  <c:v>3.5190600000000001</c:v>
                </c:pt>
                <c:pt idx="13161">
                  <c:v>3.5193699999999999</c:v>
                </c:pt>
                <c:pt idx="13162">
                  <c:v>3.5196700000000001</c:v>
                </c:pt>
                <c:pt idx="13163">
                  <c:v>3.5199799999999999</c:v>
                </c:pt>
                <c:pt idx="13164">
                  <c:v>3.5202800000000001</c:v>
                </c:pt>
                <c:pt idx="13165">
                  <c:v>3.5205899999999999</c:v>
                </c:pt>
                <c:pt idx="13166">
                  <c:v>3.5208900000000001</c:v>
                </c:pt>
                <c:pt idx="13167">
                  <c:v>3.5211999999999999</c:v>
                </c:pt>
                <c:pt idx="13168">
                  <c:v>3.5215100000000001</c:v>
                </c:pt>
                <c:pt idx="13169">
                  <c:v>3.5218099999999999</c:v>
                </c:pt>
                <c:pt idx="13170">
                  <c:v>3.5221200000000001</c:v>
                </c:pt>
                <c:pt idx="13171">
                  <c:v>3.5224199999999999</c:v>
                </c:pt>
                <c:pt idx="13172">
                  <c:v>3.5227300000000001</c:v>
                </c:pt>
                <c:pt idx="13173">
                  <c:v>3.5230299999999999</c:v>
                </c:pt>
                <c:pt idx="13174">
                  <c:v>3.5233400000000001</c:v>
                </c:pt>
                <c:pt idx="13175">
                  <c:v>3.5236399999999999</c:v>
                </c:pt>
                <c:pt idx="13176">
                  <c:v>3.5239500000000001</c:v>
                </c:pt>
                <c:pt idx="13177">
                  <c:v>3.5242499999999999</c:v>
                </c:pt>
                <c:pt idx="13178">
                  <c:v>3.5245600000000001</c:v>
                </c:pt>
                <c:pt idx="13179">
                  <c:v>3.5248599999999999</c:v>
                </c:pt>
                <c:pt idx="13180">
                  <c:v>3.5251700000000001</c:v>
                </c:pt>
                <c:pt idx="13181">
                  <c:v>3.5254799999999999</c:v>
                </c:pt>
                <c:pt idx="13182">
                  <c:v>3.5257800000000001</c:v>
                </c:pt>
                <c:pt idx="13183">
                  <c:v>3.5260899999999999</c:v>
                </c:pt>
                <c:pt idx="13184">
                  <c:v>3.5263900000000001</c:v>
                </c:pt>
                <c:pt idx="13185">
                  <c:v>3.5266999999999999</c:v>
                </c:pt>
                <c:pt idx="13186">
                  <c:v>3.5270000000000001</c:v>
                </c:pt>
                <c:pt idx="13187">
                  <c:v>3.5273099999999999</c:v>
                </c:pt>
                <c:pt idx="13188">
                  <c:v>3.5276100000000001</c:v>
                </c:pt>
                <c:pt idx="13189">
                  <c:v>3.5279199999999999</c:v>
                </c:pt>
                <c:pt idx="13190">
                  <c:v>3.5282200000000001</c:v>
                </c:pt>
                <c:pt idx="13191">
                  <c:v>3.5285299999999999</c:v>
                </c:pt>
                <c:pt idx="13192">
                  <c:v>3.5288300000000001</c:v>
                </c:pt>
                <c:pt idx="13193">
                  <c:v>3.5291399999999999</c:v>
                </c:pt>
                <c:pt idx="13194">
                  <c:v>3.5294500000000002</c:v>
                </c:pt>
                <c:pt idx="13195">
                  <c:v>3.5297499999999999</c:v>
                </c:pt>
                <c:pt idx="13196">
                  <c:v>3.5300600000000002</c:v>
                </c:pt>
                <c:pt idx="13197">
                  <c:v>3.5303599999999999</c:v>
                </c:pt>
                <c:pt idx="13198">
                  <c:v>3.5306700000000002</c:v>
                </c:pt>
                <c:pt idx="13199">
                  <c:v>3.5309699999999999</c:v>
                </c:pt>
                <c:pt idx="13200">
                  <c:v>3.5312800000000002</c:v>
                </c:pt>
                <c:pt idx="13201">
                  <c:v>3.5315799999999999</c:v>
                </c:pt>
                <c:pt idx="13202">
                  <c:v>3.5318900000000002</c:v>
                </c:pt>
                <c:pt idx="13203">
                  <c:v>3.5321899999999999</c:v>
                </c:pt>
                <c:pt idx="13204">
                  <c:v>3.5325000000000002</c:v>
                </c:pt>
                <c:pt idx="13205">
                  <c:v>3.53281</c:v>
                </c:pt>
                <c:pt idx="13206">
                  <c:v>3.5331100000000002</c:v>
                </c:pt>
                <c:pt idx="13207">
                  <c:v>3.53342</c:v>
                </c:pt>
                <c:pt idx="13208">
                  <c:v>3.5337200000000002</c:v>
                </c:pt>
                <c:pt idx="13209">
                  <c:v>3.53403</c:v>
                </c:pt>
                <c:pt idx="13210">
                  <c:v>3.5343300000000002</c:v>
                </c:pt>
                <c:pt idx="13211">
                  <c:v>3.53464</c:v>
                </c:pt>
                <c:pt idx="13212">
                  <c:v>3.5349400000000002</c:v>
                </c:pt>
                <c:pt idx="13213">
                  <c:v>3.53525</c:v>
                </c:pt>
                <c:pt idx="13214">
                  <c:v>3.5355500000000002</c:v>
                </c:pt>
                <c:pt idx="13215">
                  <c:v>3.53586</c:v>
                </c:pt>
                <c:pt idx="13216">
                  <c:v>3.5361600000000002</c:v>
                </c:pt>
                <c:pt idx="13217">
                  <c:v>3.53647</c:v>
                </c:pt>
                <c:pt idx="13218">
                  <c:v>3.5367799999999998</c:v>
                </c:pt>
                <c:pt idx="13219">
                  <c:v>3.53708</c:v>
                </c:pt>
                <c:pt idx="13220">
                  <c:v>3.5373899999999998</c:v>
                </c:pt>
                <c:pt idx="13221">
                  <c:v>3.53769</c:v>
                </c:pt>
                <c:pt idx="13222">
                  <c:v>3.5379999999999998</c:v>
                </c:pt>
                <c:pt idx="13223">
                  <c:v>3.5383</c:v>
                </c:pt>
                <c:pt idx="13224">
                  <c:v>3.5386099999999998</c:v>
                </c:pt>
                <c:pt idx="13225">
                  <c:v>3.53891</c:v>
                </c:pt>
                <c:pt idx="13226">
                  <c:v>3.5392199999999998</c:v>
                </c:pt>
                <c:pt idx="13227">
                  <c:v>3.53952</c:v>
                </c:pt>
                <c:pt idx="13228">
                  <c:v>3.5398299999999998</c:v>
                </c:pt>
                <c:pt idx="13229">
                  <c:v>3.54013</c:v>
                </c:pt>
                <c:pt idx="13230">
                  <c:v>3.5404399999999998</c:v>
                </c:pt>
                <c:pt idx="13231">
                  <c:v>3.5407500000000001</c:v>
                </c:pt>
                <c:pt idx="13232">
                  <c:v>3.5410499999999998</c:v>
                </c:pt>
                <c:pt idx="13233">
                  <c:v>3.5413600000000001</c:v>
                </c:pt>
                <c:pt idx="13234">
                  <c:v>3.5416599999999998</c:v>
                </c:pt>
                <c:pt idx="13235">
                  <c:v>3.5419700000000001</c:v>
                </c:pt>
                <c:pt idx="13236">
                  <c:v>3.5422699999999998</c:v>
                </c:pt>
                <c:pt idx="13237">
                  <c:v>3.5425800000000001</c:v>
                </c:pt>
                <c:pt idx="13238">
                  <c:v>3.5428799999999998</c:v>
                </c:pt>
                <c:pt idx="13239">
                  <c:v>3.5431900000000001</c:v>
                </c:pt>
                <c:pt idx="13240">
                  <c:v>3.5434899999999998</c:v>
                </c:pt>
                <c:pt idx="13241">
                  <c:v>3.5438000000000001</c:v>
                </c:pt>
                <c:pt idx="13242">
                  <c:v>3.5440999999999998</c:v>
                </c:pt>
                <c:pt idx="13243">
                  <c:v>3.5444100000000001</c:v>
                </c:pt>
                <c:pt idx="13244">
                  <c:v>3.5447199999999999</c:v>
                </c:pt>
                <c:pt idx="13245">
                  <c:v>3.5450200000000001</c:v>
                </c:pt>
                <c:pt idx="13246">
                  <c:v>3.5453299999999999</c:v>
                </c:pt>
                <c:pt idx="13247">
                  <c:v>3.5456300000000001</c:v>
                </c:pt>
                <c:pt idx="13248">
                  <c:v>3.5459399999999999</c:v>
                </c:pt>
                <c:pt idx="13249">
                  <c:v>3.5462400000000001</c:v>
                </c:pt>
                <c:pt idx="13250">
                  <c:v>3.5465499999999999</c:v>
                </c:pt>
                <c:pt idx="13251">
                  <c:v>3.5468500000000001</c:v>
                </c:pt>
                <c:pt idx="13252">
                  <c:v>3.5471599999999999</c:v>
                </c:pt>
                <c:pt idx="13253">
                  <c:v>3.5474600000000001</c:v>
                </c:pt>
                <c:pt idx="13254">
                  <c:v>3.5477699999999999</c:v>
                </c:pt>
                <c:pt idx="13255">
                  <c:v>3.5480700000000001</c:v>
                </c:pt>
                <c:pt idx="13256">
                  <c:v>3.5483799999999999</c:v>
                </c:pt>
                <c:pt idx="13257">
                  <c:v>3.5486900000000001</c:v>
                </c:pt>
                <c:pt idx="13258">
                  <c:v>3.5489899999999999</c:v>
                </c:pt>
                <c:pt idx="13259">
                  <c:v>3.5493000000000001</c:v>
                </c:pt>
                <c:pt idx="13260">
                  <c:v>3.5495999999999999</c:v>
                </c:pt>
                <c:pt idx="13261">
                  <c:v>3.5499100000000001</c:v>
                </c:pt>
                <c:pt idx="13262">
                  <c:v>3.5502099999999999</c:v>
                </c:pt>
                <c:pt idx="13263">
                  <c:v>3.5505200000000001</c:v>
                </c:pt>
                <c:pt idx="13264">
                  <c:v>3.5508199999999999</c:v>
                </c:pt>
                <c:pt idx="13265">
                  <c:v>3.5511300000000001</c:v>
                </c:pt>
                <c:pt idx="13266">
                  <c:v>3.5514299999999999</c:v>
                </c:pt>
                <c:pt idx="13267">
                  <c:v>3.5517400000000001</c:v>
                </c:pt>
                <c:pt idx="13268">
                  <c:v>3.5520499999999999</c:v>
                </c:pt>
                <c:pt idx="13269">
                  <c:v>3.5523500000000001</c:v>
                </c:pt>
                <c:pt idx="13270">
                  <c:v>3.5526599999999999</c:v>
                </c:pt>
                <c:pt idx="13271">
                  <c:v>3.5529600000000001</c:v>
                </c:pt>
                <c:pt idx="13272">
                  <c:v>3.5532699999999999</c:v>
                </c:pt>
                <c:pt idx="13273">
                  <c:v>3.5535700000000001</c:v>
                </c:pt>
                <c:pt idx="13274">
                  <c:v>3.5538799999999999</c:v>
                </c:pt>
                <c:pt idx="13275">
                  <c:v>3.5541800000000001</c:v>
                </c:pt>
                <c:pt idx="13276">
                  <c:v>3.5544899999999999</c:v>
                </c:pt>
                <c:pt idx="13277">
                  <c:v>3.5547900000000001</c:v>
                </c:pt>
                <c:pt idx="13278">
                  <c:v>3.5550999999999999</c:v>
                </c:pt>
                <c:pt idx="13279">
                  <c:v>3.5554000000000001</c:v>
                </c:pt>
                <c:pt idx="13280">
                  <c:v>3.5557099999999999</c:v>
                </c:pt>
                <c:pt idx="13281">
                  <c:v>3.5560200000000002</c:v>
                </c:pt>
                <c:pt idx="13282">
                  <c:v>3.5563199999999999</c:v>
                </c:pt>
                <c:pt idx="13283">
                  <c:v>3.5566300000000002</c:v>
                </c:pt>
                <c:pt idx="13284">
                  <c:v>3.5569299999999999</c:v>
                </c:pt>
                <c:pt idx="13285">
                  <c:v>3.5572400000000002</c:v>
                </c:pt>
                <c:pt idx="13286">
                  <c:v>3.5575399999999999</c:v>
                </c:pt>
                <c:pt idx="13287">
                  <c:v>3.5578500000000002</c:v>
                </c:pt>
                <c:pt idx="13288">
                  <c:v>3.5581499999999999</c:v>
                </c:pt>
                <c:pt idx="13289">
                  <c:v>3.5584600000000002</c:v>
                </c:pt>
                <c:pt idx="13290">
                  <c:v>3.5587599999999999</c:v>
                </c:pt>
                <c:pt idx="13291">
                  <c:v>3.5590700000000002</c:v>
                </c:pt>
                <c:pt idx="13292">
                  <c:v>3.5593699999999999</c:v>
                </c:pt>
                <c:pt idx="13293">
                  <c:v>3.5596800000000002</c:v>
                </c:pt>
                <c:pt idx="13294">
                  <c:v>3.55999</c:v>
                </c:pt>
                <c:pt idx="13295">
                  <c:v>3.5602900000000002</c:v>
                </c:pt>
                <c:pt idx="13296">
                  <c:v>3.5606</c:v>
                </c:pt>
                <c:pt idx="13297">
                  <c:v>3.5609000000000002</c:v>
                </c:pt>
                <c:pt idx="13298">
                  <c:v>3.56121</c:v>
                </c:pt>
                <c:pt idx="13299">
                  <c:v>3.5615100000000002</c:v>
                </c:pt>
                <c:pt idx="13300">
                  <c:v>3.56182</c:v>
                </c:pt>
                <c:pt idx="13301">
                  <c:v>3.5621200000000002</c:v>
                </c:pt>
                <c:pt idx="13302">
                  <c:v>3.56243</c:v>
                </c:pt>
                <c:pt idx="13303">
                  <c:v>3.5627300000000002</c:v>
                </c:pt>
                <c:pt idx="13304">
                  <c:v>3.56304</c:v>
                </c:pt>
                <c:pt idx="13305">
                  <c:v>3.5633400000000002</c:v>
                </c:pt>
                <c:pt idx="13306">
                  <c:v>3.56365</c:v>
                </c:pt>
                <c:pt idx="13307">
                  <c:v>3.5639599999999998</c:v>
                </c:pt>
                <c:pt idx="13308">
                  <c:v>3.56426</c:v>
                </c:pt>
                <c:pt idx="13309">
                  <c:v>3.5645699999999998</c:v>
                </c:pt>
                <c:pt idx="13310">
                  <c:v>3.56487</c:v>
                </c:pt>
                <c:pt idx="13311">
                  <c:v>3.5651799999999998</c:v>
                </c:pt>
                <c:pt idx="13312">
                  <c:v>3.56548</c:v>
                </c:pt>
                <c:pt idx="13313">
                  <c:v>3.5657899999999998</c:v>
                </c:pt>
                <c:pt idx="13314">
                  <c:v>3.56609</c:v>
                </c:pt>
                <c:pt idx="13315">
                  <c:v>3.5663999999999998</c:v>
                </c:pt>
                <c:pt idx="13316">
                  <c:v>3.5667</c:v>
                </c:pt>
                <c:pt idx="13317">
                  <c:v>3.5670099999999998</c:v>
                </c:pt>
                <c:pt idx="13318">
                  <c:v>3.56732</c:v>
                </c:pt>
                <c:pt idx="13319">
                  <c:v>3.5676199999999998</c:v>
                </c:pt>
                <c:pt idx="13320">
                  <c:v>3.56793</c:v>
                </c:pt>
                <c:pt idx="13321">
                  <c:v>3.5682299999999998</c:v>
                </c:pt>
                <c:pt idx="13322">
                  <c:v>3.56854</c:v>
                </c:pt>
                <c:pt idx="13323">
                  <c:v>3.5688399999999998</c:v>
                </c:pt>
                <c:pt idx="13324">
                  <c:v>3.56915</c:v>
                </c:pt>
                <c:pt idx="13325">
                  <c:v>3.5694499999999998</c:v>
                </c:pt>
                <c:pt idx="13326">
                  <c:v>3.56976</c:v>
                </c:pt>
                <c:pt idx="13327">
                  <c:v>3.5700599999999998</c:v>
                </c:pt>
                <c:pt idx="13328">
                  <c:v>3.57037</c:v>
                </c:pt>
                <c:pt idx="13329">
                  <c:v>3.5706699999999998</c:v>
                </c:pt>
                <c:pt idx="13330">
                  <c:v>3.57098</c:v>
                </c:pt>
                <c:pt idx="13331">
                  <c:v>3.5712899999999999</c:v>
                </c:pt>
                <c:pt idx="13332">
                  <c:v>3.57159</c:v>
                </c:pt>
                <c:pt idx="13333">
                  <c:v>3.5718999999999999</c:v>
                </c:pt>
                <c:pt idx="13334">
                  <c:v>3.5722</c:v>
                </c:pt>
                <c:pt idx="13335">
                  <c:v>3.5725099999999999</c:v>
                </c:pt>
                <c:pt idx="13336">
                  <c:v>3.57281</c:v>
                </c:pt>
                <c:pt idx="13337">
                  <c:v>3.5731199999999999</c:v>
                </c:pt>
                <c:pt idx="13338">
                  <c:v>3.57342</c:v>
                </c:pt>
                <c:pt idx="13339">
                  <c:v>3.5737299999999999</c:v>
                </c:pt>
                <c:pt idx="13340">
                  <c:v>3.57403</c:v>
                </c:pt>
                <c:pt idx="13341">
                  <c:v>3.5743399999999999</c:v>
                </c:pt>
                <c:pt idx="13342">
                  <c:v>3.57464</c:v>
                </c:pt>
                <c:pt idx="13343">
                  <c:v>3.5749499999999999</c:v>
                </c:pt>
                <c:pt idx="13344">
                  <c:v>3.5752600000000001</c:v>
                </c:pt>
                <c:pt idx="13345">
                  <c:v>3.5755599999999998</c:v>
                </c:pt>
                <c:pt idx="13346">
                  <c:v>3.5758700000000001</c:v>
                </c:pt>
                <c:pt idx="13347">
                  <c:v>3.5761699999999998</c:v>
                </c:pt>
                <c:pt idx="13348">
                  <c:v>3.5764800000000001</c:v>
                </c:pt>
                <c:pt idx="13349">
                  <c:v>3.5767799999999998</c:v>
                </c:pt>
                <c:pt idx="13350">
                  <c:v>3.5770900000000001</c:v>
                </c:pt>
                <c:pt idx="13351">
                  <c:v>3.5773899999999998</c:v>
                </c:pt>
                <c:pt idx="13352">
                  <c:v>3.5777000000000001</c:v>
                </c:pt>
                <c:pt idx="13353">
                  <c:v>3.5779999999999998</c:v>
                </c:pt>
                <c:pt idx="13354">
                  <c:v>3.5783100000000001</c:v>
                </c:pt>
                <c:pt idx="13355">
                  <c:v>3.5786099999999998</c:v>
                </c:pt>
                <c:pt idx="13356">
                  <c:v>3.5789200000000001</c:v>
                </c:pt>
                <c:pt idx="13357">
                  <c:v>3.5792299999999999</c:v>
                </c:pt>
                <c:pt idx="13358">
                  <c:v>3.5795300000000001</c:v>
                </c:pt>
                <c:pt idx="13359">
                  <c:v>3.5798399999999999</c:v>
                </c:pt>
                <c:pt idx="13360">
                  <c:v>3.5801400000000001</c:v>
                </c:pt>
                <c:pt idx="13361">
                  <c:v>3.5804499999999999</c:v>
                </c:pt>
                <c:pt idx="13362">
                  <c:v>3.5807500000000001</c:v>
                </c:pt>
                <c:pt idx="13363">
                  <c:v>3.5810599999999999</c:v>
                </c:pt>
                <c:pt idx="13364">
                  <c:v>3.5813600000000001</c:v>
                </c:pt>
                <c:pt idx="13365">
                  <c:v>3.5816699999999999</c:v>
                </c:pt>
                <c:pt idx="13366">
                  <c:v>3.5819700000000001</c:v>
                </c:pt>
                <c:pt idx="13367">
                  <c:v>3.5822799999999999</c:v>
                </c:pt>
                <c:pt idx="13368">
                  <c:v>3.5825800000000001</c:v>
                </c:pt>
                <c:pt idx="13369">
                  <c:v>3.5828899999999999</c:v>
                </c:pt>
                <c:pt idx="13370">
                  <c:v>3.5832000000000002</c:v>
                </c:pt>
                <c:pt idx="13371">
                  <c:v>3.5834999999999999</c:v>
                </c:pt>
                <c:pt idx="13372">
                  <c:v>3.5838100000000002</c:v>
                </c:pt>
                <c:pt idx="13373">
                  <c:v>3.5841099999999999</c:v>
                </c:pt>
                <c:pt idx="13374">
                  <c:v>3.5844200000000002</c:v>
                </c:pt>
                <c:pt idx="13375">
                  <c:v>3.5847199999999999</c:v>
                </c:pt>
                <c:pt idx="13376">
                  <c:v>3.5850300000000002</c:v>
                </c:pt>
                <c:pt idx="13377">
                  <c:v>3.5853299999999999</c:v>
                </c:pt>
                <c:pt idx="13378">
                  <c:v>3.5856400000000002</c:v>
                </c:pt>
                <c:pt idx="13379">
                  <c:v>3.5859399999999999</c:v>
                </c:pt>
                <c:pt idx="13380">
                  <c:v>3.5862500000000002</c:v>
                </c:pt>
                <c:pt idx="13381">
                  <c:v>3.58656</c:v>
                </c:pt>
                <c:pt idx="13382">
                  <c:v>3.5868600000000002</c:v>
                </c:pt>
                <c:pt idx="13383">
                  <c:v>3.58717</c:v>
                </c:pt>
                <c:pt idx="13384">
                  <c:v>3.5874700000000002</c:v>
                </c:pt>
                <c:pt idx="13385">
                  <c:v>3.58778</c:v>
                </c:pt>
                <c:pt idx="13386">
                  <c:v>3.5880800000000002</c:v>
                </c:pt>
                <c:pt idx="13387">
                  <c:v>3.58839</c:v>
                </c:pt>
                <c:pt idx="13388">
                  <c:v>3.5886900000000002</c:v>
                </c:pt>
                <c:pt idx="13389">
                  <c:v>3.589</c:v>
                </c:pt>
                <c:pt idx="13390">
                  <c:v>3.5893000000000002</c:v>
                </c:pt>
                <c:pt idx="13391">
                  <c:v>3.58961</c:v>
                </c:pt>
                <c:pt idx="13392">
                  <c:v>3.5899100000000002</c:v>
                </c:pt>
                <c:pt idx="13393">
                  <c:v>3.59022</c:v>
                </c:pt>
                <c:pt idx="13394">
                  <c:v>3.5905300000000002</c:v>
                </c:pt>
                <c:pt idx="13395">
                  <c:v>3.59083</c:v>
                </c:pt>
                <c:pt idx="13396">
                  <c:v>3.5911400000000002</c:v>
                </c:pt>
                <c:pt idx="13397">
                  <c:v>3.59144</c:v>
                </c:pt>
                <c:pt idx="13398">
                  <c:v>3.5917500000000002</c:v>
                </c:pt>
                <c:pt idx="13399">
                  <c:v>3.59205</c:v>
                </c:pt>
                <c:pt idx="13400">
                  <c:v>3.5923600000000002</c:v>
                </c:pt>
                <c:pt idx="13401">
                  <c:v>3.59266</c:v>
                </c:pt>
                <c:pt idx="13402">
                  <c:v>3.5929700000000002</c:v>
                </c:pt>
                <c:pt idx="13403">
                  <c:v>3.59327</c:v>
                </c:pt>
                <c:pt idx="13404">
                  <c:v>3.5935800000000002</c:v>
                </c:pt>
                <c:pt idx="13405">
                  <c:v>3.59388</c:v>
                </c:pt>
                <c:pt idx="13406">
                  <c:v>3.5941900000000002</c:v>
                </c:pt>
                <c:pt idx="13407">
                  <c:v>3.5945</c:v>
                </c:pt>
                <c:pt idx="13408">
                  <c:v>3.5948000000000002</c:v>
                </c:pt>
                <c:pt idx="13409">
                  <c:v>3.59511</c:v>
                </c:pt>
                <c:pt idx="13410">
                  <c:v>3.5954100000000002</c:v>
                </c:pt>
                <c:pt idx="13411">
                  <c:v>3.59572</c:v>
                </c:pt>
                <c:pt idx="13412">
                  <c:v>3.5960200000000002</c:v>
                </c:pt>
                <c:pt idx="13413">
                  <c:v>3.59633</c:v>
                </c:pt>
                <c:pt idx="13414">
                  <c:v>3.5966300000000002</c:v>
                </c:pt>
                <c:pt idx="13415">
                  <c:v>3.59694</c:v>
                </c:pt>
                <c:pt idx="13416">
                  <c:v>3.5972400000000002</c:v>
                </c:pt>
                <c:pt idx="13417">
                  <c:v>3.59755</c:v>
                </c:pt>
                <c:pt idx="13418">
                  <c:v>3.5978500000000002</c:v>
                </c:pt>
                <c:pt idx="13419">
                  <c:v>3.59816</c:v>
                </c:pt>
                <c:pt idx="13420">
                  <c:v>3.5984699999999998</c:v>
                </c:pt>
                <c:pt idx="13421">
                  <c:v>3.59877</c:v>
                </c:pt>
                <c:pt idx="13422">
                  <c:v>3.5990799999999998</c:v>
                </c:pt>
                <c:pt idx="13423">
                  <c:v>3.59938</c:v>
                </c:pt>
                <c:pt idx="13424">
                  <c:v>3.5996899999999998</c:v>
                </c:pt>
                <c:pt idx="13425">
                  <c:v>3.59999</c:v>
                </c:pt>
                <c:pt idx="13426">
                  <c:v>3.6002999999999998</c:v>
                </c:pt>
                <c:pt idx="13427">
                  <c:v>3.6006</c:v>
                </c:pt>
                <c:pt idx="13428">
                  <c:v>3.6009099999999998</c:v>
                </c:pt>
                <c:pt idx="13429">
                  <c:v>3.60121</c:v>
                </c:pt>
                <c:pt idx="13430">
                  <c:v>3.6015199999999998</c:v>
                </c:pt>
                <c:pt idx="13431">
                  <c:v>3.60182</c:v>
                </c:pt>
                <c:pt idx="13432">
                  <c:v>3.6021299999999998</c:v>
                </c:pt>
                <c:pt idx="13433">
                  <c:v>3.6024400000000001</c:v>
                </c:pt>
                <c:pt idx="13434">
                  <c:v>3.6027399999999998</c:v>
                </c:pt>
                <c:pt idx="13435">
                  <c:v>3.6030500000000001</c:v>
                </c:pt>
                <c:pt idx="13436">
                  <c:v>3.6033499999999998</c:v>
                </c:pt>
                <c:pt idx="13437">
                  <c:v>3.6036600000000001</c:v>
                </c:pt>
                <c:pt idx="13438">
                  <c:v>3.6039599999999998</c:v>
                </c:pt>
                <c:pt idx="13439">
                  <c:v>3.6042700000000001</c:v>
                </c:pt>
                <c:pt idx="13440">
                  <c:v>3.6045699999999998</c:v>
                </c:pt>
                <c:pt idx="13441">
                  <c:v>3.6048800000000001</c:v>
                </c:pt>
                <c:pt idx="13442">
                  <c:v>3.6051799999999998</c:v>
                </c:pt>
                <c:pt idx="13443">
                  <c:v>3.6054900000000001</c:v>
                </c:pt>
                <c:pt idx="13444">
                  <c:v>3.6057999999999999</c:v>
                </c:pt>
                <c:pt idx="13445">
                  <c:v>3.6061000000000001</c:v>
                </c:pt>
                <c:pt idx="13446">
                  <c:v>3.6064099999999999</c:v>
                </c:pt>
                <c:pt idx="13447">
                  <c:v>3.6067100000000001</c:v>
                </c:pt>
                <c:pt idx="13448">
                  <c:v>3.6070199999999999</c:v>
                </c:pt>
                <c:pt idx="13449">
                  <c:v>3.6073200000000001</c:v>
                </c:pt>
                <c:pt idx="13450">
                  <c:v>3.6076299999999999</c:v>
                </c:pt>
                <c:pt idx="13451">
                  <c:v>3.6079300000000001</c:v>
                </c:pt>
                <c:pt idx="13452">
                  <c:v>3.6082399999999999</c:v>
                </c:pt>
                <c:pt idx="13453">
                  <c:v>3.6085400000000001</c:v>
                </c:pt>
                <c:pt idx="13454">
                  <c:v>3.6088499999999999</c:v>
                </c:pt>
                <c:pt idx="13455">
                  <c:v>3.6091500000000001</c:v>
                </c:pt>
                <c:pt idx="13456">
                  <c:v>3.6094599999999999</c:v>
                </c:pt>
                <c:pt idx="13457">
                  <c:v>3.6097700000000001</c:v>
                </c:pt>
                <c:pt idx="13458">
                  <c:v>3.6100699999999999</c:v>
                </c:pt>
                <c:pt idx="13459">
                  <c:v>3.6103800000000001</c:v>
                </c:pt>
                <c:pt idx="13460">
                  <c:v>3.6106799999999999</c:v>
                </c:pt>
                <c:pt idx="13461">
                  <c:v>3.6109900000000001</c:v>
                </c:pt>
                <c:pt idx="13462">
                  <c:v>3.6112899999999999</c:v>
                </c:pt>
                <c:pt idx="13463">
                  <c:v>3.6116000000000001</c:v>
                </c:pt>
                <c:pt idx="13464">
                  <c:v>3.6118999999999999</c:v>
                </c:pt>
                <c:pt idx="13465">
                  <c:v>3.6122100000000001</c:v>
                </c:pt>
                <c:pt idx="13466">
                  <c:v>3.6125099999999999</c:v>
                </c:pt>
                <c:pt idx="13467">
                  <c:v>3.6128200000000001</c:v>
                </c:pt>
                <c:pt idx="13468">
                  <c:v>3.6131199999999999</c:v>
                </c:pt>
                <c:pt idx="13469">
                  <c:v>3.6134300000000001</c:v>
                </c:pt>
                <c:pt idx="13470">
                  <c:v>3.61374</c:v>
                </c:pt>
                <c:pt idx="13471">
                  <c:v>3.6140400000000001</c:v>
                </c:pt>
                <c:pt idx="13472">
                  <c:v>3.61435</c:v>
                </c:pt>
                <c:pt idx="13473">
                  <c:v>3.6146500000000001</c:v>
                </c:pt>
                <c:pt idx="13474">
                  <c:v>3.61496</c:v>
                </c:pt>
                <c:pt idx="13475">
                  <c:v>3.6152600000000001</c:v>
                </c:pt>
                <c:pt idx="13476">
                  <c:v>3.61557</c:v>
                </c:pt>
                <c:pt idx="13477">
                  <c:v>3.6158700000000001</c:v>
                </c:pt>
                <c:pt idx="13478">
                  <c:v>3.6161799999999999</c:v>
                </c:pt>
                <c:pt idx="13479">
                  <c:v>3.6164800000000001</c:v>
                </c:pt>
                <c:pt idx="13480">
                  <c:v>3.6167899999999999</c:v>
                </c:pt>
                <c:pt idx="13481">
                  <c:v>3.6170900000000001</c:v>
                </c:pt>
                <c:pt idx="13482">
                  <c:v>3.6173999999999999</c:v>
                </c:pt>
                <c:pt idx="13483">
                  <c:v>3.6177100000000002</c:v>
                </c:pt>
                <c:pt idx="13484">
                  <c:v>3.6180099999999999</c:v>
                </c:pt>
                <c:pt idx="13485">
                  <c:v>3.6183200000000002</c:v>
                </c:pt>
                <c:pt idx="13486">
                  <c:v>3.6186199999999999</c:v>
                </c:pt>
                <c:pt idx="13487">
                  <c:v>3.6189300000000002</c:v>
                </c:pt>
                <c:pt idx="13488">
                  <c:v>3.6192299999999999</c:v>
                </c:pt>
                <c:pt idx="13489">
                  <c:v>3.6195400000000002</c:v>
                </c:pt>
                <c:pt idx="13490">
                  <c:v>3.6198399999999999</c:v>
                </c:pt>
                <c:pt idx="13491">
                  <c:v>3.6201500000000002</c:v>
                </c:pt>
                <c:pt idx="13492">
                  <c:v>3.6204499999999999</c:v>
                </c:pt>
                <c:pt idx="13493">
                  <c:v>3.6207600000000002</c:v>
                </c:pt>
                <c:pt idx="13494">
                  <c:v>3.62107</c:v>
                </c:pt>
                <c:pt idx="13495">
                  <c:v>3.6213700000000002</c:v>
                </c:pt>
                <c:pt idx="13496">
                  <c:v>3.62168</c:v>
                </c:pt>
                <c:pt idx="13497">
                  <c:v>3.6219800000000002</c:v>
                </c:pt>
                <c:pt idx="13498">
                  <c:v>3.62229</c:v>
                </c:pt>
                <c:pt idx="13499">
                  <c:v>3.6225900000000002</c:v>
                </c:pt>
                <c:pt idx="13500">
                  <c:v>3.6229</c:v>
                </c:pt>
                <c:pt idx="13501">
                  <c:v>3.6232000000000002</c:v>
                </c:pt>
                <c:pt idx="13502">
                  <c:v>3.62351</c:v>
                </c:pt>
                <c:pt idx="13503">
                  <c:v>3.6238100000000002</c:v>
                </c:pt>
                <c:pt idx="13504">
                  <c:v>3.62412</c:v>
                </c:pt>
                <c:pt idx="13505">
                  <c:v>3.6244200000000002</c:v>
                </c:pt>
                <c:pt idx="13506">
                  <c:v>3.62473</c:v>
                </c:pt>
                <c:pt idx="13507">
                  <c:v>3.6250399999999998</c:v>
                </c:pt>
                <c:pt idx="13508">
                  <c:v>3.62534</c:v>
                </c:pt>
                <c:pt idx="13509">
                  <c:v>3.6256499999999998</c:v>
                </c:pt>
                <c:pt idx="13510">
                  <c:v>3.62595</c:v>
                </c:pt>
                <c:pt idx="13511">
                  <c:v>3.6262599999999998</c:v>
                </c:pt>
                <c:pt idx="13512">
                  <c:v>3.62656</c:v>
                </c:pt>
                <c:pt idx="13513">
                  <c:v>3.6268699999999998</c:v>
                </c:pt>
                <c:pt idx="13514">
                  <c:v>3.62717</c:v>
                </c:pt>
                <c:pt idx="13515">
                  <c:v>3.6274799999999998</c:v>
                </c:pt>
                <c:pt idx="13516">
                  <c:v>3.62778</c:v>
                </c:pt>
                <c:pt idx="13517">
                  <c:v>3.6280899999999998</c:v>
                </c:pt>
                <c:pt idx="13518">
                  <c:v>3.62839</c:v>
                </c:pt>
                <c:pt idx="13519">
                  <c:v>3.6286999999999998</c:v>
                </c:pt>
                <c:pt idx="13520">
                  <c:v>3.6290100000000001</c:v>
                </c:pt>
                <c:pt idx="13521">
                  <c:v>3.6293099999999998</c:v>
                </c:pt>
                <c:pt idx="13522">
                  <c:v>3.6296200000000001</c:v>
                </c:pt>
                <c:pt idx="13523">
                  <c:v>3.6299199999999998</c:v>
                </c:pt>
                <c:pt idx="13524">
                  <c:v>3.6302300000000001</c:v>
                </c:pt>
                <c:pt idx="13525">
                  <c:v>3.6305299999999998</c:v>
                </c:pt>
                <c:pt idx="13526">
                  <c:v>3.6308400000000001</c:v>
                </c:pt>
                <c:pt idx="13527">
                  <c:v>3.6311399999999998</c:v>
                </c:pt>
                <c:pt idx="13528">
                  <c:v>3.6314500000000001</c:v>
                </c:pt>
                <c:pt idx="13529">
                  <c:v>3.6317499999999998</c:v>
                </c:pt>
                <c:pt idx="13530">
                  <c:v>3.6320600000000001</c:v>
                </c:pt>
                <c:pt idx="13531">
                  <c:v>3.6323599999999998</c:v>
                </c:pt>
                <c:pt idx="13532">
                  <c:v>3.6326700000000001</c:v>
                </c:pt>
                <c:pt idx="13533">
                  <c:v>3.6329799999999999</c:v>
                </c:pt>
                <c:pt idx="13534">
                  <c:v>3.6332800000000001</c:v>
                </c:pt>
                <c:pt idx="13535">
                  <c:v>3.6335899999999999</c:v>
                </c:pt>
                <c:pt idx="13536">
                  <c:v>3.6338900000000001</c:v>
                </c:pt>
                <c:pt idx="13537">
                  <c:v>3.6341999999999999</c:v>
                </c:pt>
                <c:pt idx="13538">
                  <c:v>3.6345000000000001</c:v>
                </c:pt>
                <c:pt idx="13539">
                  <c:v>3.6348099999999999</c:v>
                </c:pt>
                <c:pt idx="13540">
                  <c:v>3.6351100000000001</c:v>
                </c:pt>
                <c:pt idx="13541">
                  <c:v>3.6354199999999999</c:v>
                </c:pt>
                <c:pt idx="13542">
                  <c:v>3.6357200000000001</c:v>
                </c:pt>
                <c:pt idx="13543">
                  <c:v>3.6360299999999999</c:v>
                </c:pt>
                <c:pt idx="13544">
                  <c:v>3.6363300000000001</c:v>
                </c:pt>
                <c:pt idx="13545">
                  <c:v>3.6366399999999999</c:v>
                </c:pt>
                <c:pt idx="13546">
                  <c:v>3.6369500000000001</c:v>
                </c:pt>
                <c:pt idx="13547">
                  <c:v>3.6372499999999999</c:v>
                </c:pt>
                <c:pt idx="13548">
                  <c:v>3.6375600000000001</c:v>
                </c:pt>
                <c:pt idx="13549">
                  <c:v>3.6378599999999999</c:v>
                </c:pt>
                <c:pt idx="13550">
                  <c:v>3.6381700000000001</c:v>
                </c:pt>
                <c:pt idx="13551">
                  <c:v>3.6384699999999999</c:v>
                </c:pt>
                <c:pt idx="13552">
                  <c:v>3.6387800000000001</c:v>
                </c:pt>
                <c:pt idx="13553">
                  <c:v>3.6390799999999999</c:v>
                </c:pt>
                <c:pt idx="13554">
                  <c:v>3.6393900000000001</c:v>
                </c:pt>
                <c:pt idx="13555">
                  <c:v>3.6396899999999999</c:v>
                </c:pt>
                <c:pt idx="13556">
                  <c:v>3.64</c:v>
                </c:pt>
                <c:pt idx="13557">
                  <c:v>3.6403099999999999</c:v>
                </c:pt>
                <c:pt idx="13558">
                  <c:v>3.6406100000000001</c:v>
                </c:pt>
                <c:pt idx="13559">
                  <c:v>3.6409199999999999</c:v>
                </c:pt>
                <c:pt idx="13560">
                  <c:v>3.6412200000000001</c:v>
                </c:pt>
                <c:pt idx="13561">
                  <c:v>3.6415299999999999</c:v>
                </c:pt>
                <c:pt idx="13562">
                  <c:v>3.6418300000000001</c:v>
                </c:pt>
                <c:pt idx="13563">
                  <c:v>3.6421399999999999</c:v>
                </c:pt>
                <c:pt idx="13564">
                  <c:v>3.6424400000000001</c:v>
                </c:pt>
                <c:pt idx="13565">
                  <c:v>3.6427499999999999</c:v>
                </c:pt>
                <c:pt idx="13566">
                  <c:v>3.6430500000000001</c:v>
                </c:pt>
                <c:pt idx="13567">
                  <c:v>3.6433599999999999</c:v>
                </c:pt>
                <c:pt idx="13568">
                  <c:v>3.6436600000000001</c:v>
                </c:pt>
                <c:pt idx="13569">
                  <c:v>3.6439699999999999</c:v>
                </c:pt>
                <c:pt idx="13570">
                  <c:v>3.6442800000000002</c:v>
                </c:pt>
                <c:pt idx="13571">
                  <c:v>3.6445799999999999</c:v>
                </c:pt>
                <c:pt idx="13572">
                  <c:v>3.6448900000000002</c:v>
                </c:pt>
                <c:pt idx="13573">
                  <c:v>3.6451899999999999</c:v>
                </c:pt>
                <c:pt idx="13574">
                  <c:v>3.6455000000000002</c:v>
                </c:pt>
                <c:pt idx="13575">
                  <c:v>3.6457999999999999</c:v>
                </c:pt>
                <c:pt idx="13576">
                  <c:v>3.6461100000000002</c:v>
                </c:pt>
                <c:pt idx="13577">
                  <c:v>3.6464099999999999</c:v>
                </c:pt>
                <c:pt idx="13578">
                  <c:v>3.6467200000000002</c:v>
                </c:pt>
                <c:pt idx="13579">
                  <c:v>3.6470199999999999</c:v>
                </c:pt>
                <c:pt idx="13580">
                  <c:v>3.6473300000000002</c:v>
                </c:pt>
                <c:pt idx="13581">
                  <c:v>3.6476299999999999</c:v>
                </c:pt>
                <c:pt idx="13582">
                  <c:v>3.6479400000000002</c:v>
                </c:pt>
                <c:pt idx="13583">
                  <c:v>3.64825</c:v>
                </c:pt>
                <c:pt idx="13584">
                  <c:v>3.6485500000000002</c:v>
                </c:pt>
                <c:pt idx="13585">
                  <c:v>3.64886</c:v>
                </c:pt>
                <c:pt idx="13586">
                  <c:v>3.6491600000000002</c:v>
                </c:pt>
                <c:pt idx="13587">
                  <c:v>3.64947</c:v>
                </c:pt>
                <c:pt idx="13588">
                  <c:v>3.6497700000000002</c:v>
                </c:pt>
                <c:pt idx="13589">
                  <c:v>3.65008</c:v>
                </c:pt>
                <c:pt idx="13590">
                  <c:v>3.6503800000000002</c:v>
                </c:pt>
                <c:pt idx="13591">
                  <c:v>3.65069</c:v>
                </c:pt>
                <c:pt idx="13592">
                  <c:v>3.6509900000000002</c:v>
                </c:pt>
                <c:pt idx="13593">
                  <c:v>3.6513</c:v>
                </c:pt>
                <c:pt idx="13594">
                  <c:v>3.6516000000000002</c:v>
                </c:pt>
                <c:pt idx="13595">
                  <c:v>3.65191</c:v>
                </c:pt>
                <c:pt idx="13596">
                  <c:v>3.6522199999999998</c:v>
                </c:pt>
                <c:pt idx="13597">
                  <c:v>3.65252</c:v>
                </c:pt>
                <c:pt idx="13598">
                  <c:v>3.6528299999999998</c:v>
                </c:pt>
                <c:pt idx="13599">
                  <c:v>3.65313</c:v>
                </c:pt>
                <c:pt idx="13600">
                  <c:v>3.6534399999999998</c:v>
                </c:pt>
                <c:pt idx="13601">
                  <c:v>3.65374</c:v>
                </c:pt>
                <c:pt idx="13602">
                  <c:v>3.6540499999999998</c:v>
                </c:pt>
                <c:pt idx="13603">
                  <c:v>3.65435</c:v>
                </c:pt>
                <c:pt idx="13604">
                  <c:v>3.6546599999999998</c:v>
                </c:pt>
                <c:pt idx="13605">
                  <c:v>3.65496</c:v>
                </c:pt>
                <c:pt idx="13606">
                  <c:v>3.6552699999999998</c:v>
                </c:pt>
                <c:pt idx="13607">
                  <c:v>3.65557</c:v>
                </c:pt>
                <c:pt idx="13608">
                  <c:v>3.6558799999999998</c:v>
                </c:pt>
                <c:pt idx="13609">
                  <c:v>3.6561900000000001</c:v>
                </c:pt>
                <c:pt idx="13610">
                  <c:v>3.6564899999999998</c:v>
                </c:pt>
                <c:pt idx="13611">
                  <c:v>3.6568000000000001</c:v>
                </c:pt>
                <c:pt idx="13612">
                  <c:v>3.6570999999999998</c:v>
                </c:pt>
                <c:pt idx="13613">
                  <c:v>3.65741</c:v>
                </c:pt>
                <c:pt idx="13614">
                  <c:v>3.6577099999999998</c:v>
                </c:pt>
                <c:pt idx="13615">
                  <c:v>3.65802</c:v>
                </c:pt>
                <c:pt idx="13616">
                  <c:v>3.6583199999999998</c:v>
                </c:pt>
                <c:pt idx="13617">
                  <c:v>3.65863</c:v>
                </c:pt>
                <c:pt idx="13618">
                  <c:v>3.6589299999999998</c:v>
                </c:pt>
                <c:pt idx="13619">
                  <c:v>3.65924</c:v>
                </c:pt>
                <c:pt idx="13620">
                  <c:v>3.6595499999999999</c:v>
                </c:pt>
                <c:pt idx="13621">
                  <c:v>3.65985</c:v>
                </c:pt>
                <c:pt idx="13622">
                  <c:v>3.6601599999999999</c:v>
                </c:pt>
                <c:pt idx="13623">
                  <c:v>3.66046</c:v>
                </c:pt>
                <c:pt idx="13624">
                  <c:v>3.6607699999999999</c:v>
                </c:pt>
                <c:pt idx="13625">
                  <c:v>3.66107</c:v>
                </c:pt>
                <c:pt idx="13626">
                  <c:v>3.6613799999999999</c:v>
                </c:pt>
                <c:pt idx="13627">
                  <c:v>3.66168</c:v>
                </c:pt>
                <c:pt idx="13628">
                  <c:v>3.6619899999999999</c:v>
                </c:pt>
                <c:pt idx="13629">
                  <c:v>3.66229</c:v>
                </c:pt>
                <c:pt idx="13630">
                  <c:v>3.6625999999999999</c:v>
                </c:pt>
                <c:pt idx="13631">
                  <c:v>3.6629</c:v>
                </c:pt>
                <c:pt idx="13632">
                  <c:v>3.6632099999999999</c:v>
                </c:pt>
                <c:pt idx="13633">
                  <c:v>3.6635200000000001</c:v>
                </c:pt>
                <c:pt idx="13634">
                  <c:v>3.6638199999999999</c:v>
                </c:pt>
                <c:pt idx="13635">
                  <c:v>3.6641300000000001</c:v>
                </c:pt>
                <c:pt idx="13636">
                  <c:v>3.6644299999999999</c:v>
                </c:pt>
                <c:pt idx="13637">
                  <c:v>3.6647400000000001</c:v>
                </c:pt>
                <c:pt idx="13638">
                  <c:v>3.6650399999999999</c:v>
                </c:pt>
                <c:pt idx="13639">
                  <c:v>3.6653500000000001</c:v>
                </c:pt>
                <c:pt idx="13640">
                  <c:v>3.6656499999999999</c:v>
                </c:pt>
                <c:pt idx="13641">
                  <c:v>3.6659600000000001</c:v>
                </c:pt>
                <c:pt idx="13642">
                  <c:v>3.6662599999999999</c:v>
                </c:pt>
                <c:pt idx="13643">
                  <c:v>3.6665700000000001</c:v>
                </c:pt>
                <c:pt idx="13644">
                  <c:v>3.6668699999999999</c:v>
                </c:pt>
                <c:pt idx="13645">
                  <c:v>3.6671800000000001</c:v>
                </c:pt>
                <c:pt idx="13646">
                  <c:v>3.6674899999999999</c:v>
                </c:pt>
                <c:pt idx="13647">
                  <c:v>3.6677900000000001</c:v>
                </c:pt>
                <c:pt idx="13648">
                  <c:v>3.6680999999999999</c:v>
                </c:pt>
                <c:pt idx="13649">
                  <c:v>3.6684000000000001</c:v>
                </c:pt>
                <c:pt idx="13650">
                  <c:v>3.6687099999999999</c:v>
                </c:pt>
                <c:pt idx="13651">
                  <c:v>3.6690100000000001</c:v>
                </c:pt>
                <c:pt idx="13652">
                  <c:v>3.6693199999999999</c:v>
                </c:pt>
                <c:pt idx="13653">
                  <c:v>3.6696200000000001</c:v>
                </c:pt>
                <c:pt idx="13654">
                  <c:v>3.6699299999999999</c:v>
                </c:pt>
                <c:pt idx="13655">
                  <c:v>3.6702300000000001</c:v>
                </c:pt>
                <c:pt idx="13656">
                  <c:v>3.6705399999999999</c:v>
                </c:pt>
                <c:pt idx="13657">
                  <c:v>3.6708400000000001</c:v>
                </c:pt>
                <c:pt idx="13658">
                  <c:v>3.6711499999999999</c:v>
                </c:pt>
                <c:pt idx="13659">
                  <c:v>3.6714600000000002</c:v>
                </c:pt>
                <c:pt idx="13660">
                  <c:v>3.6717599999999999</c:v>
                </c:pt>
                <c:pt idx="13661">
                  <c:v>3.6720700000000002</c:v>
                </c:pt>
                <c:pt idx="13662">
                  <c:v>3.6723699999999999</c:v>
                </c:pt>
                <c:pt idx="13663">
                  <c:v>3.6726800000000002</c:v>
                </c:pt>
                <c:pt idx="13664">
                  <c:v>3.6729799999999999</c:v>
                </c:pt>
                <c:pt idx="13665">
                  <c:v>3.6732900000000002</c:v>
                </c:pt>
                <c:pt idx="13666">
                  <c:v>3.6735899999999999</c:v>
                </c:pt>
                <c:pt idx="13667">
                  <c:v>3.6739000000000002</c:v>
                </c:pt>
                <c:pt idx="13668">
                  <c:v>3.6741999999999999</c:v>
                </c:pt>
                <c:pt idx="13669">
                  <c:v>3.6745100000000002</c:v>
                </c:pt>
                <c:pt idx="13670">
                  <c:v>3.6748099999999999</c:v>
                </c:pt>
                <c:pt idx="13671">
                  <c:v>3.6751200000000002</c:v>
                </c:pt>
                <c:pt idx="13672">
                  <c:v>3.67543</c:v>
                </c:pt>
                <c:pt idx="13673">
                  <c:v>3.6757300000000002</c:v>
                </c:pt>
                <c:pt idx="13674">
                  <c:v>3.67604</c:v>
                </c:pt>
                <c:pt idx="13675">
                  <c:v>3.6763400000000002</c:v>
                </c:pt>
                <c:pt idx="13676">
                  <c:v>3.67665</c:v>
                </c:pt>
                <c:pt idx="13677">
                  <c:v>3.6769500000000002</c:v>
                </c:pt>
                <c:pt idx="13678">
                  <c:v>3.67726</c:v>
                </c:pt>
                <c:pt idx="13679">
                  <c:v>3.6775600000000002</c:v>
                </c:pt>
                <c:pt idx="13680">
                  <c:v>3.67787</c:v>
                </c:pt>
                <c:pt idx="13681">
                  <c:v>3.6781700000000002</c:v>
                </c:pt>
                <c:pt idx="13682">
                  <c:v>3.67848</c:v>
                </c:pt>
                <c:pt idx="13683">
                  <c:v>3.6787899999999998</c:v>
                </c:pt>
                <c:pt idx="13684">
                  <c:v>3.67909</c:v>
                </c:pt>
                <c:pt idx="13685">
                  <c:v>3.6793999999999998</c:v>
                </c:pt>
                <c:pt idx="13686">
                  <c:v>3.6797</c:v>
                </c:pt>
                <c:pt idx="13687">
                  <c:v>3.6800099999999998</c:v>
                </c:pt>
                <c:pt idx="13688">
                  <c:v>3.68031</c:v>
                </c:pt>
                <c:pt idx="13689">
                  <c:v>3.6806199999999998</c:v>
                </c:pt>
                <c:pt idx="13690">
                  <c:v>3.68092</c:v>
                </c:pt>
                <c:pt idx="13691">
                  <c:v>3.6812299999999998</c:v>
                </c:pt>
                <c:pt idx="13692">
                  <c:v>3.68153</c:v>
                </c:pt>
                <c:pt idx="13693">
                  <c:v>3.6818399999999998</c:v>
                </c:pt>
                <c:pt idx="13694">
                  <c:v>3.68214</c:v>
                </c:pt>
                <c:pt idx="13695">
                  <c:v>3.6824499999999998</c:v>
                </c:pt>
                <c:pt idx="13696">
                  <c:v>3.68276</c:v>
                </c:pt>
                <c:pt idx="13697">
                  <c:v>3.6830599999999998</c:v>
                </c:pt>
                <c:pt idx="13698">
                  <c:v>3.68337</c:v>
                </c:pt>
                <c:pt idx="13699">
                  <c:v>3.6836700000000002</c:v>
                </c:pt>
                <c:pt idx="13700">
                  <c:v>3.68398</c:v>
                </c:pt>
                <c:pt idx="13701">
                  <c:v>3.6842800000000002</c:v>
                </c:pt>
                <c:pt idx="13702">
                  <c:v>3.68459</c:v>
                </c:pt>
                <c:pt idx="13703">
                  <c:v>3.6848900000000002</c:v>
                </c:pt>
                <c:pt idx="13704">
                  <c:v>3.6852</c:v>
                </c:pt>
                <c:pt idx="13705">
                  <c:v>3.6855000000000002</c:v>
                </c:pt>
                <c:pt idx="13706">
                  <c:v>3.68581</c:v>
                </c:pt>
                <c:pt idx="13707">
                  <c:v>3.6861100000000002</c:v>
                </c:pt>
                <c:pt idx="13708">
                  <c:v>3.68642</c:v>
                </c:pt>
                <c:pt idx="13709">
                  <c:v>3.6867299999999998</c:v>
                </c:pt>
                <c:pt idx="13710">
                  <c:v>3.68703</c:v>
                </c:pt>
                <c:pt idx="13711">
                  <c:v>3.6873399999999998</c:v>
                </c:pt>
                <c:pt idx="13712">
                  <c:v>3.68764</c:v>
                </c:pt>
                <c:pt idx="13713">
                  <c:v>3.6879499999999998</c:v>
                </c:pt>
                <c:pt idx="13714">
                  <c:v>3.68825</c:v>
                </c:pt>
                <c:pt idx="13715">
                  <c:v>3.6885599999999998</c:v>
                </c:pt>
                <c:pt idx="13716">
                  <c:v>3.68886</c:v>
                </c:pt>
                <c:pt idx="13717">
                  <c:v>3.6891699999999998</c:v>
                </c:pt>
                <c:pt idx="13718">
                  <c:v>3.68947</c:v>
                </c:pt>
                <c:pt idx="13719">
                  <c:v>3.6897799999999998</c:v>
                </c:pt>
                <c:pt idx="13720">
                  <c:v>3.69008</c:v>
                </c:pt>
                <c:pt idx="13721">
                  <c:v>3.6903899999999998</c:v>
                </c:pt>
                <c:pt idx="13722">
                  <c:v>3.6907000000000001</c:v>
                </c:pt>
                <c:pt idx="13723">
                  <c:v>3.6909999999999998</c:v>
                </c:pt>
                <c:pt idx="13724">
                  <c:v>3.6913100000000001</c:v>
                </c:pt>
                <c:pt idx="13725">
                  <c:v>3.6916099999999998</c:v>
                </c:pt>
                <c:pt idx="13726">
                  <c:v>3.6919200000000001</c:v>
                </c:pt>
                <c:pt idx="13727">
                  <c:v>3.6922199999999998</c:v>
                </c:pt>
                <c:pt idx="13728">
                  <c:v>3.6925300000000001</c:v>
                </c:pt>
                <c:pt idx="13729">
                  <c:v>3.6928299999999998</c:v>
                </c:pt>
                <c:pt idx="13730">
                  <c:v>3.6931400000000001</c:v>
                </c:pt>
                <c:pt idx="13731">
                  <c:v>3.6934399999999998</c:v>
                </c:pt>
                <c:pt idx="13732">
                  <c:v>3.6937500000000001</c:v>
                </c:pt>
                <c:pt idx="13733">
                  <c:v>3.6940599999999999</c:v>
                </c:pt>
                <c:pt idx="13734">
                  <c:v>3.6943600000000001</c:v>
                </c:pt>
                <c:pt idx="13735">
                  <c:v>3.6946699999999999</c:v>
                </c:pt>
                <c:pt idx="13736">
                  <c:v>3.6949700000000001</c:v>
                </c:pt>
                <c:pt idx="13737">
                  <c:v>3.6952799999999999</c:v>
                </c:pt>
                <c:pt idx="13738">
                  <c:v>3.6955800000000001</c:v>
                </c:pt>
                <c:pt idx="13739">
                  <c:v>3.6958899999999999</c:v>
                </c:pt>
                <c:pt idx="13740">
                  <c:v>3.6961900000000001</c:v>
                </c:pt>
                <c:pt idx="13741">
                  <c:v>3.6964999999999999</c:v>
                </c:pt>
                <c:pt idx="13742">
                  <c:v>3.6968000000000001</c:v>
                </c:pt>
                <c:pt idx="13743">
                  <c:v>3.6971099999999999</c:v>
                </c:pt>
                <c:pt idx="13744">
                  <c:v>3.6974100000000001</c:v>
                </c:pt>
                <c:pt idx="13745">
                  <c:v>3.6977199999999999</c:v>
                </c:pt>
                <c:pt idx="13746">
                  <c:v>3.6980300000000002</c:v>
                </c:pt>
                <c:pt idx="13747">
                  <c:v>3.6983299999999999</c:v>
                </c:pt>
                <c:pt idx="13748">
                  <c:v>3.6986400000000001</c:v>
                </c:pt>
                <c:pt idx="13749">
                  <c:v>3.6989399999999999</c:v>
                </c:pt>
                <c:pt idx="13750">
                  <c:v>3.6992500000000001</c:v>
                </c:pt>
                <c:pt idx="13751">
                  <c:v>3.6995499999999999</c:v>
                </c:pt>
                <c:pt idx="13752">
                  <c:v>3.6998600000000001</c:v>
                </c:pt>
                <c:pt idx="13753">
                  <c:v>3.7001599999999999</c:v>
                </c:pt>
                <c:pt idx="13754">
                  <c:v>3.7004700000000001</c:v>
                </c:pt>
                <c:pt idx="13755">
                  <c:v>3.7007699999999999</c:v>
                </c:pt>
                <c:pt idx="13756">
                  <c:v>3.7010800000000001</c:v>
                </c:pt>
                <c:pt idx="13757">
                  <c:v>3.7013799999999999</c:v>
                </c:pt>
                <c:pt idx="13758">
                  <c:v>3.7016900000000001</c:v>
                </c:pt>
                <c:pt idx="13759">
                  <c:v>3.702</c:v>
                </c:pt>
                <c:pt idx="13760">
                  <c:v>3.7023000000000001</c:v>
                </c:pt>
                <c:pt idx="13761">
                  <c:v>3.70261</c:v>
                </c:pt>
                <c:pt idx="13762">
                  <c:v>3.7029100000000001</c:v>
                </c:pt>
                <c:pt idx="13763">
                  <c:v>3.70322</c:v>
                </c:pt>
                <c:pt idx="13764">
                  <c:v>3.7035200000000001</c:v>
                </c:pt>
                <c:pt idx="13765">
                  <c:v>3.70383</c:v>
                </c:pt>
                <c:pt idx="13766">
                  <c:v>3.7041300000000001</c:v>
                </c:pt>
                <c:pt idx="13767">
                  <c:v>3.70444</c:v>
                </c:pt>
                <c:pt idx="13768">
                  <c:v>3.7047400000000001</c:v>
                </c:pt>
                <c:pt idx="13769">
                  <c:v>3.70505</c:v>
                </c:pt>
                <c:pt idx="13770">
                  <c:v>3.7053500000000001</c:v>
                </c:pt>
                <c:pt idx="13771">
                  <c:v>3.70566</c:v>
                </c:pt>
                <c:pt idx="13772">
                  <c:v>3.7059700000000002</c:v>
                </c:pt>
                <c:pt idx="13773">
                  <c:v>3.70627</c:v>
                </c:pt>
                <c:pt idx="13774">
                  <c:v>3.7065800000000002</c:v>
                </c:pt>
                <c:pt idx="13775">
                  <c:v>3.70688</c:v>
                </c:pt>
                <c:pt idx="13776">
                  <c:v>3.7071900000000002</c:v>
                </c:pt>
                <c:pt idx="13777">
                  <c:v>3.70749</c:v>
                </c:pt>
                <c:pt idx="13778">
                  <c:v>3.7078000000000002</c:v>
                </c:pt>
                <c:pt idx="13779">
                  <c:v>3.7081</c:v>
                </c:pt>
                <c:pt idx="13780">
                  <c:v>3.7084100000000002</c:v>
                </c:pt>
                <c:pt idx="13781">
                  <c:v>3.70871</c:v>
                </c:pt>
                <c:pt idx="13782">
                  <c:v>3.7090200000000002</c:v>
                </c:pt>
                <c:pt idx="13783">
                  <c:v>3.70932</c:v>
                </c:pt>
                <c:pt idx="13784">
                  <c:v>3.7096300000000002</c:v>
                </c:pt>
                <c:pt idx="13785">
                  <c:v>3.70994</c:v>
                </c:pt>
                <c:pt idx="13786">
                  <c:v>3.7102400000000002</c:v>
                </c:pt>
                <c:pt idx="13787">
                  <c:v>3.71055</c:v>
                </c:pt>
                <c:pt idx="13788">
                  <c:v>3.7108500000000002</c:v>
                </c:pt>
                <c:pt idx="13789">
                  <c:v>3.71116</c:v>
                </c:pt>
                <c:pt idx="13790">
                  <c:v>3.7114600000000002</c:v>
                </c:pt>
                <c:pt idx="13791">
                  <c:v>3.71177</c:v>
                </c:pt>
                <c:pt idx="13792">
                  <c:v>3.7120700000000002</c:v>
                </c:pt>
                <c:pt idx="13793">
                  <c:v>3.71238</c:v>
                </c:pt>
                <c:pt idx="13794">
                  <c:v>3.7126800000000002</c:v>
                </c:pt>
                <c:pt idx="13795">
                  <c:v>3.71299</c:v>
                </c:pt>
                <c:pt idx="13796">
                  <c:v>3.7132999999999998</c:v>
                </c:pt>
                <c:pt idx="13797">
                  <c:v>3.7136</c:v>
                </c:pt>
                <c:pt idx="13798">
                  <c:v>3.7139099999999998</c:v>
                </c:pt>
                <c:pt idx="13799">
                  <c:v>3.71421</c:v>
                </c:pt>
                <c:pt idx="13800">
                  <c:v>3.7145199999999998</c:v>
                </c:pt>
                <c:pt idx="13801">
                  <c:v>3.71482</c:v>
                </c:pt>
                <c:pt idx="13802">
                  <c:v>3.7151299999999998</c:v>
                </c:pt>
                <c:pt idx="13803">
                  <c:v>3.71543</c:v>
                </c:pt>
                <c:pt idx="13804">
                  <c:v>3.7157399999999998</c:v>
                </c:pt>
                <c:pt idx="13805">
                  <c:v>3.71604</c:v>
                </c:pt>
                <c:pt idx="13806">
                  <c:v>3.7163499999999998</c:v>
                </c:pt>
                <c:pt idx="13807">
                  <c:v>3.71665</c:v>
                </c:pt>
                <c:pt idx="13808">
                  <c:v>3.7169599999999998</c:v>
                </c:pt>
                <c:pt idx="13809">
                  <c:v>3.7172700000000001</c:v>
                </c:pt>
                <c:pt idx="13810">
                  <c:v>3.7175699999999998</c:v>
                </c:pt>
                <c:pt idx="13811">
                  <c:v>3.7178800000000001</c:v>
                </c:pt>
                <c:pt idx="13812">
                  <c:v>3.7181799999999998</c:v>
                </c:pt>
                <c:pt idx="13813">
                  <c:v>3.7184900000000001</c:v>
                </c:pt>
                <c:pt idx="13814">
                  <c:v>3.7187899999999998</c:v>
                </c:pt>
                <c:pt idx="13815">
                  <c:v>3.7191000000000001</c:v>
                </c:pt>
                <c:pt idx="13816">
                  <c:v>3.7193999999999998</c:v>
                </c:pt>
                <c:pt idx="13817">
                  <c:v>3.7197100000000001</c:v>
                </c:pt>
                <c:pt idx="13818">
                  <c:v>3.7200099999999998</c:v>
                </c:pt>
                <c:pt idx="13819">
                  <c:v>3.7203200000000001</c:v>
                </c:pt>
                <c:pt idx="13820">
                  <c:v>3.7206199999999998</c:v>
                </c:pt>
                <c:pt idx="13821">
                  <c:v>3.7209300000000001</c:v>
                </c:pt>
                <c:pt idx="13822">
                  <c:v>3.7212399999999999</c:v>
                </c:pt>
                <c:pt idx="13823">
                  <c:v>3.7215400000000001</c:v>
                </c:pt>
                <c:pt idx="13824">
                  <c:v>3.7218499999999999</c:v>
                </c:pt>
                <c:pt idx="13825">
                  <c:v>3.7221500000000001</c:v>
                </c:pt>
                <c:pt idx="13826">
                  <c:v>3.7224599999999999</c:v>
                </c:pt>
                <c:pt idx="13827">
                  <c:v>3.7227600000000001</c:v>
                </c:pt>
                <c:pt idx="13828">
                  <c:v>3.7230699999999999</c:v>
                </c:pt>
                <c:pt idx="13829">
                  <c:v>3.7233700000000001</c:v>
                </c:pt>
                <c:pt idx="13830">
                  <c:v>3.7236799999999999</c:v>
                </c:pt>
                <c:pt idx="13831">
                  <c:v>3.7239800000000001</c:v>
                </c:pt>
                <c:pt idx="13832">
                  <c:v>3.7242899999999999</c:v>
                </c:pt>
                <c:pt idx="13833">
                  <c:v>3.7245900000000001</c:v>
                </c:pt>
                <c:pt idx="13834">
                  <c:v>3.7248999999999999</c:v>
                </c:pt>
                <c:pt idx="13835">
                  <c:v>3.7252100000000001</c:v>
                </c:pt>
                <c:pt idx="13836">
                  <c:v>3.7255099999999999</c:v>
                </c:pt>
                <c:pt idx="13837">
                  <c:v>3.7258200000000001</c:v>
                </c:pt>
                <c:pt idx="13838">
                  <c:v>3.7261199999999999</c:v>
                </c:pt>
                <c:pt idx="13839">
                  <c:v>3.7264300000000001</c:v>
                </c:pt>
                <c:pt idx="13840">
                  <c:v>3.7267299999999999</c:v>
                </c:pt>
                <c:pt idx="13841">
                  <c:v>3.7270400000000001</c:v>
                </c:pt>
                <c:pt idx="13842">
                  <c:v>3.7273399999999999</c:v>
                </c:pt>
                <c:pt idx="13843">
                  <c:v>3.7276500000000001</c:v>
                </c:pt>
                <c:pt idx="13844">
                  <c:v>3.7279499999999999</c:v>
                </c:pt>
                <c:pt idx="13845">
                  <c:v>3.7282600000000001</c:v>
                </c:pt>
                <c:pt idx="13846">
                  <c:v>3.7285599999999999</c:v>
                </c:pt>
                <c:pt idx="13847">
                  <c:v>3.7288700000000001</c:v>
                </c:pt>
                <c:pt idx="13848">
                  <c:v>3.7291799999999999</c:v>
                </c:pt>
                <c:pt idx="13849">
                  <c:v>3.7294800000000001</c:v>
                </c:pt>
                <c:pt idx="13850">
                  <c:v>3.7297899999999999</c:v>
                </c:pt>
                <c:pt idx="13851">
                  <c:v>3.7300900000000001</c:v>
                </c:pt>
                <c:pt idx="13852">
                  <c:v>3.7303999999999999</c:v>
                </c:pt>
                <c:pt idx="13853">
                  <c:v>3.7307000000000001</c:v>
                </c:pt>
                <c:pt idx="13854">
                  <c:v>3.7310099999999999</c:v>
                </c:pt>
                <c:pt idx="13855">
                  <c:v>3.7313100000000001</c:v>
                </c:pt>
                <c:pt idx="13856">
                  <c:v>3.7316199999999999</c:v>
                </c:pt>
                <c:pt idx="13857">
                  <c:v>3.7319200000000001</c:v>
                </c:pt>
                <c:pt idx="13858">
                  <c:v>3.7322299999999999</c:v>
                </c:pt>
                <c:pt idx="13859">
                  <c:v>3.7325400000000002</c:v>
                </c:pt>
                <c:pt idx="13860">
                  <c:v>3.7328399999999999</c:v>
                </c:pt>
                <c:pt idx="13861">
                  <c:v>3.7331500000000002</c:v>
                </c:pt>
                <c:pt idx="13862">
                  <c:v>3.7334499999999999</c:v>
                </c:pt>
                <c:pt idx="13863">
                  <c:v>3.7337600000000002</c:v>
                </c:pt>
                <c:pt idx="13864">
                  <c:v>3.7340599999999999</c:v>
                </c:pt>
                <c:pt idx="13865">
                  <c:v>3.7343700000000002</c:v>
                </c:pt>
                <c:pt idx="13866">
                  <c:v>3.7346699999999999</c:v>
                </c:pt>
                <c:pt idx="13867">
                  <c:v>3.7349800000000002</c:v>
                </c:pt>
                <c:pt idx="13868">
                  <c:v>3.7352799999999999</c:v>
                </c:pt>
                <c:pt idx="13869">
                  <c:v>3.7355900000000002</c:v>
                </c:pt>
                <c:pt idx="13870">
                  <c:v>3.7358899999999999</c:v>
                </c:pt>
                <c:pt idx="13871">
                  <c:v>3.7362000000000002</c:v>
                </c:pt>
                <c:pt idx="13872">
                  <c:v>3.73651</c:v>
                </c:pt>
                <c:pt idx="13873">
                  <c:v>3.7368100000000002</c:v>
                </c:pt>
                <c:pt idx="13874">
                  <c:v>3.73712</c:v>
                </c:pt>
                <c:pt idx="13875">
                  <c:v>3.7374200000000002</c:v>
                </c:pt>
                <c:pt idx="13876">
                  <c:v>3.73773</c:v>
                </c:pt>
                <c:pt idx="13877">
                  <c:v>3.7380300000000002</c:v>
                </c:pt>
                <c:pt idx="13878">
                  <c:v>3.73834</c:v>
                </c:pt>
                <c:pt idx="13879">
                  <c:v>3.7386400000000002</c:v>
                </c:pt>
                <c:pt idx="13880">
                  <c:v>3.73895</c:v>
                </c:pt>
                <c:pt idx="13881">
                  <c:v>3.7392500000000002</c:v>
                </c:pt>
                <c:pt idx="13882">
                  <c:v>3.73956</c:v>
                </c:pt>
                <c:pt idx="13883">
                  <c:v>3.7398600000000002</c:v>
                </c:pt>
                <c:pt idx="13884">
                  <c:v>3.74017</c:v>
                </c:pt>
                <c:pt idx="13885">
                  <c:v>3.7404799999999998</c:v>
                </c:pt>
                <c:pt idx="13886">
                  <c:v>3.74078</c:v>
                </c:pt>
                <c:pt idx="13887">
                  <c:v>3.7410899999999998</c:v>
                </c:pt>
                <c:pt idx="13888">
                  <c:v>3.74139</c:v>
                </c:pt>
                <c:pt idx="13889">
                  <c:v>3.7416999999999998</c:v>
                </c:pt>
                <c:pt idx="13890">
                  <c:v>3.742</c:v>
                </c:pt>
                <c:pt idx="13891">
                  <c:v>3.7423099999999998</c:v>
                </c:pt>
                <c:pt idx="13892">
                  <c:v>3.74261</c:v>
                </c:pt>
                <c:pt idx="13893">
                  <c:v>3.7429199999999998</c:v>
                </c:pt>
                <c:pt idx="13894">
                  <c:v>3.74322</c:v>
                </c:pt>
                <c:pt idx="13895">
                  <c:v>3.7435299999999998</c:v>
                </c:pt>
                <c:pt idx="13896">
                  <c:v>3.74383</c:v>
                </c:pt>
                <c:pt idx="13897">
                  <c:v>3.7441399999999998</c:v>
                </c:pt>
                <c:pt idx="13898">
                  <c:v>3.7444500000000001</c:v>
                </c:pt>
                <c:pt idx="13899">
                  <c:v>3.7447499999999998</c:v>
                </c:pt>
                <c:pt idx="13900">
                  <c:v>3.7450600000000001</c:v>
                </c:pt>
                <c:pt idx="13901">
                  <c:v>3.7453599999999998</c:v>
                </c:pt>
                <c:pt idx="13902">
                  <c:v>3.7456700000000001</c:v>
                </c:pt>
                <c:pt idx="13903">
                  <c:v>3.7459699999999998</c:v>
                </c:pt>
                <c:pt idx="13904">
                  <c:v>3.7462800000000001</c:v>
                </c:pt>
                <c:pt idx="13905">
                  <c:v>3.7465799999999998</c:v>
                </c:pt>
                <c:pt idx="13906">
                  <c:v>3.7468900000000001</c:v>
                </c:pt>
                <c:pt idx="13907">
                  <c:v>3.7471899999999998</c:v>
                </c:pt>
                <c:pt idx="13908">
                  <c:v>3.7475000000000001</c:v>
                </c:pt>
                <c:pt idx="13909">
                  <c:v>3.7478099999999999</c:v>
                </c:pt>
                <c:pt idx="13910">
                  <c:v>3.7481100000000001</c:v>
                </c:pt>
                <c:pt idx="13911">
                  <c:v>3.7484199999999999</c:v>
                </c:pt>
                <c:pt idx="13912">
                  <c:v>3.7487200000000001</c:v>
                </c:pt>
                <c:pt idx="13913">
                  <c:v>3.7490299999999999</c:v>
                </c:pt>
                <c:pt idx="13914">
                  <c:v>3.7493300000000001</c:v>
                </c:pt>
                <c:pt idx="13915">
                  <c:v>3.7496399999999999</c:v>
                </c:pt>
                <c:pt idx="13916">
                  <c:v>3.7499400000000001</c:v>
                </c:pt>
                <c:pt idx="13917">
                  <c:v>3.7502499999999999</c:v>
                </c:pt>
                <c:pt idx="13918">
                  <c:v>3.7505500000000001</c:v>
                </c:pt>
                <c:pt idx="13919">
                  <c:v>3.7508599999999999</c:v>
                </c:pt>
                <c:pt idx="13920">
                  <c:v>3.75116</c:v>
                </c:pt>
                <c:pt idx="13921">
                  <c:v>3.7514699999999999</c:v>
                </c:pt>
                <c:pt idx="13922">
                  <c:v>3.7517800000000001</c:v>
                </c:pt>
                <c:pt idx="13923">
                  <c:v>3.7520799999999999</c:v>
                </c:pt>
                <c:pt idx="13924">
                  <c:v>3.7523900000000001</c:v>
                </c:pt>
                <c:pt idx="13925">
                  <c:v>3.7526899999999999</c:v>
                </c:pt>
                <c:pt idx="13926">
                  <c:v>3.7530000000000001</c:v>
                </c:pt>
                <c:pt idx="13927">
                  <c:v>3.7532999999999999</c:v>
                </c:pt>
                <c:pt idx="13928">
                  <c:v>3.7536100000000001</c:v>
                </c:pt>
                <c:pt idx="13929">
                  <c:v>3.7539099999999999</c:v>
                </c:pt>
                <c:pt idx="13930">
                  <c:v>3.7542200000000001</c:v>
                </c:pt>
                <c:pt idx="13931">
                  <c:v>3.7545199999999999</c:v>
                </c:pt>
                <c:pt idx="13932">
                  <c:v>3.7548300000000001</c:v>
                </c:pt>
                <c:pt idx="13933">
                  <c:v>3.7551299999999999</c:v>
                </c:pt>
                <c:pt idx="13934">
                  <c:v>3.7554400000000001</c:v>
                </c:pt>
                <c:pt idx="13935">
                  <c:v>3.7557499999999999</c:v>
                </c:pt>
                <c:pt idx="13936">
                  <c:v>3.7560500000000001</c:v>
                </c:pt>
                <c:pt idx="13937">
                  <c:v>3.7563599999999999</c:v>
                </c:pt>
                <c:pt idx="13938">
                  <c:v>3.7566600000000001</c:v>
                </c:pt>
                <c:pt idx="13939">
                  <c:v>3.7569699999999999</c:v>
                </c:pt>
                <c:pt idx="13940">
                  <c:v>3.7572700000000001</c:v>
                </c:pt>
                <c:pt idx="13941">
                  <c:v>3.7575799999999999</c:v>
                </c:pt>
                <c:pt idx="13942">
                  <c:v>3.7578800000000001</c:v>
                </c:pt>
                <c:pt idx="13943">
                  <c:v>3.7581899999999999</c:v>
                </c:pt>
                <c:pt idx="13944">
                  <c:v>3.7584900000000001</c:v>
                </c:pt>
                <c:pt idx="13945">
                  <c:v>3.7587999999999999</c:v>
                </c:pt>
                <c:pt idx="13946">
                  <c:v>3.7591000000000001</c:v>
                </c:pt>
                <c:pt idx="13947">
                  <c:v>3.7594099999999999</c:v>
                </c:pt>
                <c:pt idx="13948">
                  <c:v>3.7597200000000002</c:v>
                </c:pt>
                <c:pt idx="13949">
                  <c:v>3.7600199999999999</c:v>
                </c:pt>
                <c:pt idx="13950">
                  <c:v>3.7603300000000002</c:v>
                </c:pt>
                <c:pt idx="13951">
                  <c:v>3.7606299999999999</c:v>
                </c:pt>
                <c:pt idx="13952">
                  <c:v>3.7609400000000002</c:v>
                </c:pt>
                <c:pt idx="13953">
                  <c:v>3.7612399999999999</c:v>
                </c:pt>
                <c:pt idx="13954">
                  <c:v>3.7615500000000002</c:v>
                </c:pt>
                <c:pt idx="13955">
                  <c:v>3.7618499999999999</c:v>
                </c:pt>
                <c:pt idx="13956">
                  <c:v>3.7621600000000002</c:v>
                </c:pt>
                <c:pt idx="13957">
                  <c:v>3.7624599999999999</c:v>
                </c:pt>
                <c:pt idx="13958">
                  <c:v>3.7627700000000002</c:v>
                </c:pt>
                <c:pt idx="13959">
                  <c:v>3.7630699999999999</c:v>
                </c:pt>
                <c:pt idx="13960">
                  <c:v>3.7633800000000002</c:v>
                </c:pt>
                <c:pt idx="13961">
                  <c:v>3.76369</c:v>
                </c:pt>
                <c:pt idx="13962">
                  <c:v>3.7639900000000002</c:v>
                </c:pt>
                <c:pt idx="13963">
                  <c:v>3.7643</c:v>
                </c:pt>
                <c:pt idx="13964">
                  <c:v>3.7646000000000002</c:v>
                </c:pt>
                <c:pt idx="13965">
                  <c:v>3.76491</c:v>
                </c:pt>
                <c:pt idx="13966">
                  <c:v>3.7652100000000002</c:v>
                </c:pt>
                <c:pt idx="13967">
                  <c:v>3.76552</c:v>
                </c:pt>
                <c:pt idx="13968">
                  <c:v>3.7658200000000002</c:v>
                </c:pt>
                <c:pt idx="13969">
                  <c:v>3.76613</c:v>
                </c:pt>
                <c:pt idx="13970">
                  <c:v>3.7664300000000002</c:v>
                </c:pt>
                <c:pt idx="13971">
                  <c:v>3.76674</c:v>
                </c:pt>
                <c:pt idx="13972">
                  <c:v>3.7670499999999998</c:v>
                </c:pt>
                <c:pt idx="13973">
                  <c:v>3.76735</c:v>
                </c:pt>
                <c:pt idx="13974">
                  <c:v>3.7676599999999998</c:v>
                </c:pt>
                <c:pt idx="13975">
                  <c:v>3.76796</c:v>
                </c:pt>
                <c:pt idx="13976">
                  <c:v>3.7682699999999998</c:v>
                </c:pt>
                <c:pt idx="13977">
                  <c:v>3.76857</c:v>
                </c:pt>
                <c:pt idx="13978">
                  <c:v>3.7688799999999998</c:v>
                </c:pt>
                <c:pt idx="13979">
                  <c:v>3.76918</c:v>
                </c:pt>
                <c:pt idx="13980">
                  <c:v>3.7694899999999998</c:v>
                </c:pt>
                <c:pt idx="13981">
                  <c:v>3.76979</c:v>
                </c:pt>
                <c:pt idx="13982">
                  <c:v>3.7700999999999998</c:v>
                </c:pt>
                <c:pt idx="13983">
                  <c:v>3.7704</c:v>
                </c:pt>
                <c:pt idx="13984">
                  <c:v>3.7707099999999998</c:v>
                </c:pt>
                <c:pt idx="13985">
                  <c:v>3.77102</c:v>
                </c:pt>
                <c:pt idx="13986">
                  <c:v>3.7713199999999998</c:v>
                </c:pt>
                <c:pt idx="13987">
                  <c:v>3.77163</c:v>
                </c:pt>
                <c:pt idx="13988">
                  <c:v>3.7719299999999998</c:v>
                </c:pt>
                <c:pt idx="13989">
                  <c:v>3.77224</c:v>
                </c:pt>
                <c:pt idx="13990">
                  <c:v>3.7725399999999998</c:v>
                </c:pt>
                <c:pt idx="13991">
                  <c:v>3.77285</c:v>
                </c:pt>
                <c:pt idx="13992">
                  <c:v>3.7731499999999998</c:v>
                </c:pt>
                <c:pt idx="13993">
                  <c:v>3.77346</c:v>
                </c:pt>
                <c:pt idx="13994">
                  <c:v>3.7737599999999998</c:v>
                </c:pt>
                <c:pt idx="13995">
                  <c:v>3.77407</c:v>
                </c:pt>
                <c:pt idx="13996">
                  <c:v>3.7743699999999998</c:v>
                </c:pt>
                <c:pt idx="13997">
                  <c:v>3.77468</c:v>
                </c:pt>
                <c:pt idx="13998">
                  <c:v>3.7749899999999998</c:v>
                </c:pt>
                <c:pt idx="13999">
                  <c:v>3.77529</c:v>
                </c:pt>
                <c:pt idx="14000">
                  <c:v>3.7755999999999998</c:v>
                </c:pt>
                <c:pt idx="14001">
                  <c:v>3.7759</c:v>
                </c:pt>
                <c:pt idx="14002">
                  <c:v>3.7762099999999998</c:v>
                </c:pt>
                <c:pt idx="14003">
                  <c:v>3.77651</c:v>
                </c:pt>
                <c:pt idx="14004">
                  <c:v>3.7768199999999998</c:v>
                </c:pt>
                <c:pt idx="14005">
                  <c:v>3.77712</c:v>
                </c:pt>
                <c:pt idx="14006">
                  <c:v>3.7774299999999998</c:v>
                </c:pt>
                <c:pt idx="14007">
                  <c:v>3.77773</c:v>
                </c:pt>
                <c:pt idx="14008">
                  <c:v>3.7780399999999998</c:v>
                </c:pt>
                <c:pt idx="14009">
                  <c:v>3.77834</c:v>
                </c:pt>
                <c:pt idx="14010">
                  <c:v>3.7786499999999998</c:v>
                </c:pt>
                <c:pt idx="14011">
                  <c:v>3.7789600000000001</c:v>
                </c:pt>
                <c:pt idx="14012">
                  <c:v>3.7792599999999998</c:v>
                </c:pt>
                <c:pt idx="14013">
                  <c:v>3.7795700000000001</c:v>
                </c:pt>
                <c:pt idx="14014">
                  <c:v>3.7798699999999998</c:v>
                </c:pt>
                <c:pt idx="14015">
                  <c:v>3.7801800000000001</c:v>
                </c:pt>
                <c:pt idx="14016">
                  <c:v>3.7804799999999998</c:v>
                </c:pt>
                <c:pt idx="14017">
                  <c:v>3.7807900000000001</c:v>
                </c:pt>
                <c:pt idx="14018">
                  <c:v>3.7810899999999998</c:v>
                </c:pt>
                <c:pt idx="14019">
                  <c:v>3.7814000000000001</c:v>
                </c:pt>
                <c:pt idx="14020">
                  <c:v>3.7816999999999998</c:v>
                </c:pt>
                <c:pt idx="14021">
                  <c:v>3.7820100000000001</c:v>
                </c:pt>
                <c:pt idx="14022">
                  <c:v>3.7823099999999998</c:v>
                </c:pt>
                <c:pt idx="14023">
                  <c:v>3.7826200000000001</c:v>
                </c:pt>
                <c:pt idx="14024">
                  <c:v>3.7829299999999999</c:v>
                </c:pt>
                <c:pt idx="14025">
                  <c:v>3.7832300000000001</c:v>
                </c:pt>
                <c:pt idx="14026">
                  <c:v>3.7835399999999999</c:v>
                </c:pt>
                <c:pt idx="14027">
                  <c:v>3.7838400000000001</c:v>
                </c:pt>
                <c:pt idx="14028">
                  <c:v>3.7841499999999999</c:v>
                </c:pt>
                <c:pt idx="14029">
                  <c:v>3.7844500000000001</c:v>
                </c:pt>
                <c:pt idx="14030">
                  <c:v>3.7847599999999999</c:v>
                </c:pt>
                <c:pt idx="14031">
                  <c:v>3.7850600000000001</c:v>
                </c:pt>
                <c:pt idx="14032">
                  <c:v>3.7853699999999999</c:v>
                </c:pt>
                <c:pt idx="14033">
                  <c:v>3.7856700000000001</c:v>
                </c:pt>
                <c:pt idx="14034">
                  <c:v>3.7859799999999999</c:v>
                </c:pt>
                <c:pt idx="14035">
                  <c:v>3.7862900000000002</c:v>
                </c:pt>
                <c:pt idx="14036">
                  <c:v>3.7865899999999999</c:v>
                </c:pt>
                <c:pt idx="14037">
                  <c:v>3.7869000000000002</c:v>
                </c:pt>
                <c:pt idx="14038">
                  <c:v>3.7871999999999999</c:v>
                </c:pt>
                <c:pt idx="14039">
                  <c:v>3.7875100000000002</c:v>
                </c:pt>
                <c:pt idx="14040">
                  <c:v>3.7878099999999999</c:v>
                </c:pt>
                <c:pt idx="14041">
                  <c:v>3.7881200000000002</c:v>
                </c:pt>
                <c:pt idx="14042">
                  <c:v>3.7884199999999999</c:v>
                </c:pt>
                <c:pt idx="14043">
                  <c:v>3.7887300000000002</c:v>
                </c:pt>
                <c:pt idx="14044">
                  <c:v>3.7890299999999999</c:v>
                </c:pt>
                <c:pt idx="14045">
                  <c:v>3.7893400000000002</c:v>
                </c:pt>
                <c:pt idx="14046">
                  <c:v>3.7896399999999999</c:v>
                </c:pt>
                <c:pt idx="14047">
                  <c:v>3.7899500000000002</c:v>
                </c:pt>
                <c:pt idx="14048">
                  <c:v>3.79026</c:v>
                </c:pt>
                <c:pt idx="14049">
                  <c:v>3.7905600000000002</c:v>
                </c:pt>
                <c:pt idx="14050">
                  <c:v>3.79087</c:v>
                </c:pt>
                <c:pt idx="14051">
                  <c:v>3.7911700000000002</c:v>
                </c:pt>
                <c:pt idx="14052">
                  <c:v>3.79148</c:v>
                </c:pt>
                <c:pt idx="14053">
                  <c:v>3.7917800000000002</c:v>
                </c:pt>
                <c:pt idx="14054">
                  <c:v>3.79209</c:v>
                </c:pt>
                <c:pt idx="14055">
                  <c:v>3.7923900000000001</c:v>
                </c:pt>
                <c:pt idx="14056">
                  <c:v>3.7927</c:v>
                </c:pt>
                <c:pt idx="14057">
                  <c:v>3.7930000000000001</c:v>
                </c:pt>
                <c:pt idx="14058">
                  <c:v>3.79331</c:v>
                </c:pt>
                <c:pt idx="14059">
                  <c:v>3.7936100000000001</c:v>
                </c:pt>
                <c:pt idx="14060">
                  <c:v>3.79392</c:v>
                </c:pt>
                <c:pt idx="14061">
                  <c:v>3.7942300000000002</c:v>
                </c:pt>
                <c:pt idx="14062">
                  <c:v>3.79453</c:v>
                </c:pt>
                <c:pt idx="14063">
                  <c:v>3.7948400000000002</c:v>
                </c:pt>
                <c:pt idx="14064">
                  <c:v>3.79514</c:v>
                </c:pt>
                <c:pt idx="14065">
                  <c:v>3.7954500000000002</c:v>
                </c:pt>
                <c:pt idx="14066">
                  <c:v>3.79575</c:v>
                </c:pt>
                <c:pt idx="14067">
                  <c:v>3.7960600000000002</c:v>
                </c:pt>
                <c:pt idx="14068">
                  <c:v>3.79636</c:v>
                </c:pt>
                <c:pt idx="14069">
                  <c:v>3.7966700000000002</c:v>
                </c:pt>
                <c:pt idx="14070">
                  <c:v>3.79697</c:v>
                </c:pt>
                <c:pt idx="14071">
                  <c:v>3.7972800000000002</c:v>
                </c:pt>
                <c:pt idx="14072">
                  <c:v>3.79758</c:v>
                </c:pt>
                <c:pt idx="14073">
                  <c:v>3.7978900000000002</c:v>
                </c:pt>
                <c:pt idx="14074">
                  <c:v>3.7982</c:v>
                </c:pt>
                <c:pt idx="14075">
                  <c:v>3.7985000000000002</c:v>
                </c:pt>
                <c:pt idx="14076">
                  <c:v>3.79881</c:v>
                </c:pt>
                <c:pt idx="14077">
                  <c:v>3.7991100000000002</c:v>
                </c:pt>
                <c:pt idx="14078">
                  <c:v>3.79942</c:v>
                </c:pt>
                <c:pt idx="14079">
                  <c:v>3.7997200000000002</c:v>
                </c:pt>
                <c:pt idx="14080">
                  <c:v>3.80003</c:v>
                </c:pt>
                <c:pt idx="14081">
                  <c:v>3.8003300000000002</c:v>
                </c:pt>
                <c:pt idx="14082">
                  <c:v>3.80064</c:v>
                </c:pt>
                <c:pt idx="14083">
                  <c:v>3.8009400000000002</c:v>
                </c:pt>
                <c:pt idx="14084">
                  <c:v>3.80125</c:v>
                </c:pt>
                <c:pt idx="14085">
                  <c:v>3.8015599999999998</c:v>
                </c:pt>
                <c:pt idx="14086">
                  <c:v>3.80186</c:v>
                </c:pt>
                <c:pt idx="14087">
                  <c:v>3.8021699999999998</c:v>
                </c:pt>
                <c:pt idx="14088">
                  <c:v>3.80247</c:v>
                </c:pt>
                <c:pt idx="14089">
                  <c:v>3.8027799999999998</c:v>
                </c:pt>
                <c:pt idx="14090">
                  <c:v>3.80308</c:v>
                </c:pt>
                <c:pt idx="14091">
                  <c:v>3.8033899999999998</c:v>
                </c:pt>
                <c:pt idx="14092">
                  <c:v>3.80369</c:v>
                </c:pt>
                <c:pt idx="14093">
                  <c:v>3.8039999999999998</c:v>
                </c:pt>
                <c:pt idx="14094">
                  <c:v>3.8043</c:v>
                </c:pt>
                <c:pt idx="14095">
                  <c:v>3.8046099999999998</c:v>
                </c:pt>
                <c:pt idx="14096">
                  <c:v>3.80491</c:v>
                </c:pt>
                <c:pt idx="14097">
                  <c:v>3.8052199999999998</c:v>
                </c:pt>
                <c:pt idx="14098">
                  <c:v>3.8055300000000001</c:v>
                </c:pt>
                <c:pt idx="14099">
                  <c:v>3.8058299999999998</c:v>
                </c:pt>
                <c:pt idx="14100">
                  <c:v>3.8061400000000001</c:v>
                </c:pt>
                <c:pt idx="14101">
                  <c:v>3.8064399999999998</c:v>
                </c:pt>
                <c:pt idx="14102">
                  <c:v>3.8067500000000001</c:v>
                </c:pt>
                <c:pt idx="14103">
                  <c:v>3.8070499999999998</c:v>
                </c:pt>
                <c:pt idx="14104">
                  <c:v>3.8073600000000001</c:v>
                </c:pt>
                <c:pt idx="14105">
                  <c:v>3.8076599999999998</c:v>
                </c:pt>
                <c:pt idx="14106">
                  <c:v>3.8079700000000001</c:v>
                </c:pt>
                <c:pt idx="14107">
                  <c:v>3.8082699999999998</c:v>
                </c:pt>
                <c:pt idx="14108">
                  <c:v>3.8085800000000001</c:v>
                </c:pt>
                <c:pt idx="14109">
                  <c:v>3.8088799999999998</c:v>
                </c:pt>
                <c:pt idx="14110">
                  <c:v>3.8091900000000001</c:v>
                </c:pt>
                <c:pt idx="14111">
                  <c:v>3.8094999999999999</c:v>
                </c:pt>
                <c:pt idx="14112">
                  <c:v>3.8098000000000001</c:v>
                </c:pt>
                <c:pt idx="14113">
                  <c:v>3.8101099999999999</c:v>
                </c:pt>
                <c:pt idx="14114">
                  <c:v>3.8104100000000001</c:v>
                </c:pt>
                <c:pt idx="14115">
                  <c:v>3.8107199999999999</c:v>
                </c:pt>
                <c:pt idx="14116">
                  <c:v>3.8110200000000001</c:v>
                </c:pt>
                <c:pt idx="14117">
                  <c:v>3.8113299999999999</c:v>
                </c:pt>
                <c:pt idx="14118">
                  <c:v>3.8116300000000001</c:v>
                </c:pt>
                <c:pt idx="14119">
                  <c:v>3.8119399999999999</c:v>
                </c:pt>
                <c:pt idx="14120">
                  <c:v>3.8122400000000001</c:v>
                </c:pt>
                <c:pt idx="14121">
                  <c:v>3.8125499999999999</c:v>
                </c:pt>
                <c:pt idx="14122">
                  <c:v>3.8128500000000001</c:v>
                </c:pt>
                <c:pt idx="14123">
                  <c:v>3.8131599999999999</c:v>
                </c:pt>
                <c:pt idx="14124">
                  <c:v>3.8134700000000001</c:v>
                </c:pt>
                <c:pt idx="14125">
                  <c:v>3.8137699999999999</c:v>
                </c:pt>
                <c:pt idx="14126">
                  <c:v>3.8140800000000001</c:v>
                </c:pt>
                <c:pt idx="14127">
                  <c:v>3.8143799999999999</c:v>
                </c:pt>
                <c:pt idx="14128">
                  <c:v>3.8146900000000001</c:v>
                </c:pt>
                <c:pt idx="14129">
                  <c:v>3.8149899999999999</c:v>
                </c:pt>
                <c:pt idx="14130">
                  <c:v>3.8153000000000001</c:v>
                </c:pt>
                <c:pt idx="14131">
                  <c:v>3.8155999999999999</c:v>
                </c:pt>
                <c:pt idx="14132">
                  <c:v>3.8159100000000001</c:v>
                </c:pt>
                <c:pt idx="14133">
                  <c:v>3.8162099999999999</c:v>
                </c:pt>
                <c:pt idx="14134">
                  <c:v>3.8165200000000001</c:v>
                </c:pt>
                <c:pt idx="14135">
                  <c:v>3.8168199999999999</c:v>
                </c:pt>
                <c:pt idx="14136">
                  <c:v>3.8171300000000001</c:v>
                </c:pt>
                <c:pt idx="14137">
                  <c:v>3.8174399999999999</c:v>
                </c:pt>
                <c:pt idx="14138">
                  <c:v>3.8177400000000001</c:v>
                </c:pt>
                <c:pt idx="14139">
                  <c:v>3.8180499999999999</c:v>
                </c:pt>
                <c:pt idx="14140">
                  <c:v>3.8183500000000001</c:v>
                </c:pt>
                <c:pt idx="14141">
                  <c:v>3.8186599999999999</c:v>
                </c:pt>
                <c:pt idx="14142">
                  <c:v>3.8189600000000001</c:v>
                </c:pt>
                <c:pt idx="14143">
                  <c:v>3.8192699999999999</c:v>
                </c:pt>
                <c:pt idx="14144">
                  <c:v>3.8195700000000001</c:v>
                </c:pt>
                <c:pt idx="14145">
                  <c:v>3.8198799999999999</c:v>
                </c:pt>
                <c:pt idx="14146">
                  <c:v>3.8201800000000001</c:v>
                </c:pt>
                <c:pt idx="14147">
                  <c:v>3.8204899999999999</c:v>
                </c:pt>
                <c:pt idx="14148">
                  <c:v>3.8208000000000002</c:v>
                </c:pt>
                <c:pt idx="14149">
                  <c:v>3.8210999999999999</c:v>
                </c:pt>
                <c:pt idx="14150">
                  <c:v>3.8214100000000002</c:v>
                </c:pt>
                <c:pt idx="14151">
                  <c:v>3.8217099999999999</c:v>
                </c:pt>
                <c:pt idx="14152">
                  <c:v>3.8220200000000002</c:v>
                </c:pt>
                <c:pt idx="14153">
                  <c:v>3.8223199999999999</c:v>
                </c:pt>
                <c:pt idx="14154">
                  <c:v>3.8226300000000002</c:v>
                </c:pt>
                <c:pt idx="14155">
                  <c:v>3.8229299999999999</c:v>
                </c:pt>
                <c:pt idx="14156">
                  <c:v>3.8232400000000002</c:v>
                </c:pt>
                <c:pt idx="14157">
                  <c:v>3.8235399999999999</c:v>
                </c:pt>
                <c:pt idx="14158">
                  <c:v>3.8238500000000002</c:v>
                </c:pt>
                <c:pt idx="14159">
                  <c:v>3.8241499999999999</c:v>
                </c:pt>
                <c:pt idx="14160">
                  <c:v>3.8244600000000002</c:v>
                </c:pt>
                <c:pt idx="14161">
                  <c:v>3.82477</c:v>
                </c:pt>
                <c:pt idx="14162">
                  <c:v>3.8250700000000002</c:v>
                </c:pt>
                <c:pt idx="14163">
                  <c:v>3.82538</c:v>
                </c:pt>
                <c:pt idx="14164">
                  <c:v>3.8256800000000002</c:v>
                </c:pt>
                <c:pt idx="14165">
                  <c:v>3.82599</c:v>
                </c:pt>
                <c:pt idx="14166">
                  <c:v>3.8262900000000002</c:v>
                </c:pt>
                <c:pt idx="14167">
                  <c:v>3.8266</c:v>
                </c:pt>
                <c:pt idx="14168">
                  <c:v>3.8269000000000002</c:v>
                </c:pt>
                <c:pt idx="14169">
                  <c:v>3.82721</c:v>
                </c:pt>
                <c:pt idx="14170">
                  <c:v>3.8275100000000002</c:v>
                </c:pt>
                <c:pt idx="14171">
                  <c:v>3.82782</c:v>
                </c:pt>
                <c:pt idx="14172">
                  <c:v>3.8281200000000002</c:v>
                </c:pt>
                <c:pt idx="14173">
                  <c:v>3.82843</c:v>
                </c:pt>
                <c:pt idx="14174">
                  <c:v>3.8287399999999998</c:v>
                </c:pt>
                <c:pt idx="14175">
                  <c:v>3.82904</c:v>
                </c:pt>
                <c:pt idx="14176">
                  <c:v>3.8293499999999998</c:v>
                </c:pt>
                <c:pt idx="14177">
                  <c:v>3.82965</c:v>
                </c:pt>
                <c:pt idx="14178">
                  <c:v>3.8299599999999998</c:v>
                </c:pt>
                <c:pt idx="14179">
                  <c:v>3.83026</c:v>
                </c:pt>
                <c:pt idx="14180">
                  <c:v>3.8305699999999998</c:v>
                </c:pt>
                <c:pt idx="14181">
                  <c:v>3.83087</c:v>
                </c:pt>
                <c:pt idx="14182">
                  <c:v>3.8311799999999998</c:v>
                </c:pt>
                <c:pt idx="14183">
                  <c:v>3.83148</c:v>
                </c:pt>
                <c:pt idx="14184">
                  <c:v>3.8317899999999998</c:v>
                </c:pt>
                <c:pt idx="14185">
                  <c:v>3.83209</c:v>
                </c:pt>
                <c:pt idx="14186">
                  <c:v>3.8323999999999998</c:v>
                </c:pt>
                <c:pt idx="14187">
                  <c:v>3.8327100000000001</c:v>
                </c:pt>
                <c:pt idx="14188">
                  <c:v>3.8330099999999998</c:v>
                </c:pt>
                <c:pt idx="14189">
                  <c:v>3.8333200000000001</c:v>
                </c:pt>
                <c:pt idx="14190">
                  <c:v>3.8336199999999998</c:v>
                </c:pt>
                <c:pt idx="14191">
                  <c:v>3.8339300000000001</c:v>
                </c:pt>
                <c:pt idx="14192">
                  <c:v>3.8342299999999998</c:v>
                </c:pt>
                <c:pt idx="14193">
                  <c:v>3.8345400000000001</c:v>
                </c:pt>
                <c:pt idx="14194">
                  <c:v>3.8348399999999998</c:v>
                </c:pt>
                <c:pt idx="14195">
                  <c:v>3.8351500000000001</c:v>
                </c:pt>
                <c:pt idx="14196">
                  <c:v>3.8354499999999998</c:v>
                </c:pt>
                <c:pt idx="14197">
                  <c:v>3.8357600000000001</c:v>
                </c:pt>
                <c:pt idx="14198">
                  <c:v>3.8360599999999998</c:v>
                </c:pt>
                <c:pt idx="14199">
                  <c:v>3.8363700000000001</c:v>
                </c:pt>
                <c:pt idx="14200">
                  <c:v>3.8366799999999999</c:v>
                </c:pt>
                <c:pt idx="14201">
                  <c:v>3.8369800000000001</c:v>
                </c:pt>
                <c:pt idx="14202">
                  <c:v>3.8372899999999999</c:v>
                </c:pt>
                <c:pt idx="14203">
                  <c:v>3.8375900000000001</c:v>
                </c:pt>
                <c:pt idx="14204">
                  <c:v>3.8378999999999999</c:v>
                </c:pt>
                <c:pt idx="14205">
                  <c:v>3.8382000000000001</c:v>
                </c:pt>
                <c:pt idx="14206">
                  <c:v>3.8385099999999999</c:v>
                </c:pt>
                <c:pt idx="14207">
                  <c:v>3.8388100000000001</c:v>
                </c:pt>
                <c:pt idx="14208">
                  <c:v>3.8391199999999999</c:v>
                </c:pt>
                <c:pt idx="14209">
                  <c:v>3.8394200000000001</c:v>
                </c:pt>
                <c:pt idx="14210">
                  <c:v>3.8397299999999999</c:v>
                </c:pt>
                <c:pt idx="14211">
                  <c:v>3.8400400000000001</c:v>
                </c:pt>
                <c:pt idx="14212">
                  <c:v>3.8403399999999999</c:v>
                </c:pt>
                <c:pt idx="14213">
                  <c:v>3.8406500000000001</c:v>
                </c:pt>
                <c:pt idx="14214">
                  <c:v>3.8409499999999999</c:v>
                </c:pt>
                <c:pt idx="14215">
                  <c:v>3.8412600000000001</c:v>
                </c:pt>
                <c:pt idx="14216">
                  <c:v>3.8415599999999999</c:v>
                </c:pt>
                <c:pt idx="14217">
                  <c:v>3.8418700000000001</c:v>
                </c:pt>
                <c:pt idx="14218">
                  <c:v>3.8421699999999999</c:v>
                </c:pt>
                <c:pt idx="14219">
                  <c:v>3.8424800000000001</c:v>
                </c:pt>
                <c:pt idx="14220">
                  <c:v>3.8427799999999999</c:v>
                </c:pt>
                <c:pt idx="14221">
                  <c:v>3.8430900000000001</c:v>
                </c:pt>
                <c:pt idx="14222">
                  <c:v>3.8433899999999999</c:v>
                </c:pt>
                <c:pt idx="14223">
                  <c:v>3.8437000000000001</c:v>
                </c:pt>
                <c:pt idx="14224">
                  <c:v>3.8440099999999999</c:v>
                </c:pt>
                <c:pt idx="14225">
                  <c:v>3.8443100000000001</c:v>
                </c:pt>
                <c:pt idx="14226">
                  <c:v>3.8446199999999999</c:v>
                </c:pt>
                <c:pt idx="14227">
                  <c:v>3.8449200000000001</c:v>
                </c:pt>
                <c:pt idx="14228">
                  <c:v>3.8452299999999999</c:v>
                </c:pt>
                <c:pt idx="14229">
                  <c:v>3.8455300000000001</c:v>
                </c:pt>
                <c:pt idx="14230">
                  <c:v>3.8458399999999999</c:v>
                </c:pt>
                <c:pt idx="14231">
                  <c:v>3.8461400000000001</c:v>
                </c:pt>
                <c:pt idx="14232">
                  <c:v>3.8464499999999999</c:v>
                </c:pt>
                <c:pt idx="14233">
                  <c:v>3.8467500000000001</c:v>
                </c:pt>
                <c:pt idx="14234">
                  <c:v>3.8470599999999999</c:v>
                </c:pt>
                <c:pt idx="14235">
                  <c:v>3.8473600000000001</c:v>
                </c:pt>
                <c:pt idx="14236">
                  <c:v>3.8476699999999999</c:v>
                </c:pt>
                <c:pt idx="14237">
                  <c:v>3.8479800000000002</c:v>
                </c:pt>
                <c:pt idx="14238">
                  <c:v>3.8482799999999999</c:v>
                </c:pt>
                <c:pt idx="14239">
                  <c:v>3.8485900000000002</c:v>
                </c:pt>
                <c:pt idx="14240">
                  <c:v>3.8488899999999999</c:v>
                </c:pt>
                <c:pt idx="14241">
                  <c:v>3.8492000000000002</c:v>
                </c:pt>
                <c:pt idx="14242">
                  <c:v>3.8494999999999999</c:v>
                </c:pt>
                <c:pt idx="14243">
                  <c:v>3.8498100000000002</c:v>
                </c:pt>
                <c:pt idx="14244">
                  <c:v>3.8501099999999999</c:v>
                </c:pt>
                <c:pt idx="14245">
                  <c:v>3.8504200000000002</c:v>
                </c:pt>
                <c:pt idx="14246">
                  <c:v>3.8507199999999999</c:v>
                </c:pt>
                <c:pt idx="14247">
                  <c:v>3.8510300000000002</c:v>
                </c:pt>
                <c:pt idx="14248">
                  <c:v>3.8513299999999999</c:v>
                </c:pt>
                <c:pt idx="14249">
                  <c:v>3.8516400000000002</c:v>
                </c:pt>
                <c:pt idx="14250">
                  <c:v>3.85195</c:v>
                </c:pt>
                <c:pt idx="14251">
                  <c:v>3.8522500000000002</c:v>
                </c:pt>
                <c:pt idx="14252">
                  <c:v>3.85256</c:v>
                </c:pt>
                <c:pt idx="14253">
                  <c:v>3.8528600000000002</c:v>
                </c:pt>
                <c:pt idx="14254">
                  <c:v>3.85317</c:v>
                </c:pt>
                <c:pt idx="14255">
                  <c:v>3.8534700000000002</c:v>
                </c:pt>
                <c:pt idx="14256">
                  <c:v>3.85378</c:v>
                </c:pt>
                <c:pt idx="14257">
                  <c:v>3.8540800000000002</c:v>
                </c:pt>
                <c:pt idx="14258">
                  <c:v>3.85439</c:v>
                </c:pt>
                <c:pt idx="14259">
                  <c:v>3.8546900000000002</c:v>
                </c:pt>
                <c:pt idx="14260">
                  <c:v>3.855</c:v>
                </c:pt>
                <c:pt idx="14261">
                  <c:v>3.8553000000000002</c:v>
                </c:pt>
                <c:pt idx="14262">
                  <c:v>3.85561</c:v>
                </c:pt>
                <c:pt idx="14263">
                  <c:v>3.8559199999999998</c:v>
                </c:pt>
                <c:pt idx="14264">
                  <c:v>3.85622</c:v>
                </c:pt>
                <c:pt idx="14265">
                  <c:v>3.8565299999999998</c:v>
                </c:pt>
                <c:pt idx="14266">
                  <c:v>3.85683</c:v>
                </c:pt>
                <c:pt idx="14267">
                  <c:v>3.8571399999999998</c:v>
                </c:pt>
                <c:pt idx="14268">
                  <c:v>3.85744</c:v>
                </c:pt>
                <c:pt idx="14269">
                  <c:v>3.8577499999999998</c:v>
                </c:pt>
                <c:pt idx="14270">
                  <c:v>3.85805</c:v>
                </c:pt>
                <c:pt idx="14271">
                  <c:v>3.8583599999999998</c:v>
                </c:pt>
                <c:pt idx="14272">
                  <c:v>3.85866</c:v>
                </c:pt>
                <c:pt idx="14273">
                  <c:v>3.8589699999999998</c:v>
                </c:pt>
                <c:pt idx="14274">
                  <c:v>3.85928</c:v>
                </c:pt>
                <c:pt idx="14275">
                  <c:v>3.8595799999999998</c:v>
                </c:pt>
                <c:pt idx="14276">
                  <c:v>3.85989</c:v>
                </c:pt>
                <c:pt idx="14277">
                  <c:v>3.8601899999999998</c:v>
                </c:pt>
                <c:pt idx="14278">
                  <c:v>3.8605</c:v>
                </c:pt>
                <c:pt idx="14279">
                  <c:v>3.8607999999999998</c:v>
                </c:pt>
                <c:pt idx="14280">
                  <c:v>3.86111</c:v>
                </c:pt>
                <c:pt idx="14281">
                  <c:v>3.8614099999999998</c:v>
                </c:pt>
                <c:pt idx="14282">
                  <c:v>3.86172</c:v>
                </c:pt>
                <c:pt idx="14283">
                  <c:v>3.8620199999999998</c:v>
                </c:pt>
                <c:pt idx="14284">
                  <c:v>3.86233</c:v>
                </c:pt>
                <c:pt idx="14285">
                  <c:v>3.8626299999999998</c:v>
                </c:pt>
                <c:pt idx="14286">
                  <c:v>3.86294</c:v>
                </c:pt>
                <c:pt idx="14287">
                  <c:v>3.8632499999999999</c:v>
                </c:pt>
                <c:pt idx="14288">
                  <c:v>3.86355</c:v>
                </c:pt>
                <c:pt idx="14289">
                  <c:v>3.8638599999999999</c:v>
                </c:pt>
                <c:pt idx="14290">
                  <c:v>3.86416</c:v>
                </c:pt>
                <c:pt idx="14291">
                  <c:v>3.8644699999999998</c:v>
                </c:pt>
                <c:pt idx="14292">
                  <c:v>3.86477</c:v>
                </c:pt>
                <c:pt idx="14293">
                  <c:v>3.8650799999999998</c:v>
                </c:pt>
                <c:pt idx="14294">
                  <c:v>3.86538</c:v>
                </c:pt>
                <c:pt idx="14295">
                  <c:v>3.8656899999999998</c:v>
                </c:pt>
                <c:pt idx="14296">
                  <c:v>3.86599</c:v>
                </c:pt>
                <c:pt idx="14297">
                  <c:v>3.8662999999999998</c:v>
                </c:pt>
                <c:pt idx="14298">
                  <c:v>3.8666</c:v>
                </c:pt>
                <c:pt idx="14299">
                  <c:v>3.8669099999999998</c:v>
                </c:pt>
                <c:pt idx="14300">
                  <c:v>3.8672200000000001</c:v>
                </c:pt>
                <c:pt idx="14301">
                  <c:v>3.8675199999999998</c:v>
                </c:pt>
                <c:pt idx="14302">
                  <c:v>3.8678300000000001</c:v>
                </c:pt>
                <c:pt idx="14303">
                  <c:v>3.8681299999999998</c:v>
                </c:pt>
                <c:pt idx="14304">
                  <c:v>3.8684400000000001</c:v>
                </c:pt>
                <c:pt idx="14305">
                  <c:v>3.8687399999999998</c:v>
                </c:pt>
                <c:pt idx="14306">
                  <c:v>3.8690500000000001</c:v>
                </c:pt>
                <c:pt idx="14307">
                  <c:v>3.8693499999999998</c:v>
                </c:pt>
                <c:pt idx="14308">
                  <c:v>3.8696600000000001</c:v>
                </c:pt>
                <c:pt idx="14309">
                  <c:v>3.8699599999999998</c:v>
                </c:pt>
                <c:pt idx="14310">
                  <c:v>3.8702700000000001</c:v>
                </c:pt>
                <c:pt idx="14311">
                  <c:v>3.8705699999999998</c:v>
                </c:pt>
                <c:pt idx="14312">
                  <c:v>3.8708800000000001</c:v>
                </c:pt>
                <c:pt idx="14313">
                  <c:v>3.8711899999999999</c:v>
                </c:pt>
                <c:pt idx="14314">
                  <c:v>3.8714900000000001</c:v>
                </c:pt>
                <c:pt idx="14315">
                  <c:v>3.8717999999999999</c:v>
                </c:pt>
                <c:pt idx="14316">
                  <c:v>3.8721000000000001</c:v>
                </c:pt>
                <c:pt idx="14317">
                  <c:v>3.8724099999999999</c:v>
                </c:pt>
                <c:pt idx="14318">
                  <c:v>3.8727100000000001</c:v>
                </c:pt>
                <c:pt idx="14319">
                  <c:v>3.8730199999999999</c:v>
                </c:pt>
                <c:pt idx="14320">
                  <c:v>3.8733200000000001</c:v>
                </c:pt>
                <c:pt idx="14321">
                  <c:v>3.8736299999999999</c:v>
                </c:pt>
                <c:pt idx="14322">
                  <c:v>3.8739300000000001</c:v>
                </c:pt>
                <c:pt idx="14323">
                  <c:v>3.8742399999999999</c:v>
                </c:pt>
                <c:pt idx="14324">
                  <c:v>3.8745500000000002</c:v>
                </c:pt>
                <c:pt idx="14325">
                  <c:v>3.8748499999999999</c:v>
                </c:pt>
                <c:pt idx="14326">
                  <c:v>3.8751600000000002</c:v>
                </c:pt>
                <c:pt idx="14327">
                  <c:v>3.8754599999999999</c:v>
                </c:pt>
                <c:pt idx="14328">
                  <c:v>3.8757700000000002</c:v>
                </c:pt>
                <c:pt idx="14329">
                  <c:v>3.8760699999999999</c:v>
                </c:pt>
                <c:pt idx="14330">
                  <c:v>3.8763800000000002</c:v>
                </c:pt>
                <c:pt idx="14331">
                  <c:v>3.8766799999999999</c:v>
                </c:pt>
                <c:pt idx="14332">
                  <c:v>3.8769900000000002</c:v>
                </c:pt>
                <c:pt idx="14333">
                  <c:v>3.8772899999999999</c:v>
                </c:pt>
                <c:pt idx="14334">
                  <c:v>3.8776000000000002</c:v>
                </c:pt>
                <c:pt idx="14335">
                  <c:v>3.8778999999999999</c:v>
                </c:pt>
                <c:pt idx="14336">
                  <c:v>3.8782100000000002</c:v>
                </c:pt>
                <c:pt idx="14337">
                  <c:v>3.87852</c:v>
                </c:pt>
                <c:pt idx="14338">
                  <c:v>3.8788200000000002</c:v>
                </c:pt>
                <c:pt idx="14339">
                  <c:v>3.87913</c:v>
                </c:pt>
                <c:pt idx="14340">
                  <c:v>3.8794300000000002</c:v>
                </c:pt>
                <c:pt idx="14341">
                  <c:v>3.87974</c:v>
                </c:pt>
                <c:pt idx="14342">
                  <c:v>3.8800400000000002</c:v>
                </c:pt>
                <c:pt idx="14343">
                  <c:v>3.88035</c:v>
                </c:pt>
                <c:pt idx="14344">
                  <c:v>3.8806500000000002</c:v>
                </c:pt>
                <c:pt idx="14345">
                  <c:v>3.88096</c:v>
                </c:pt>
                <c:pt idx="14346">
                  <c:v>3.8812600000000002</c:v>
                </c:pt>
                <c:pt idx="14347">
                  <c:v>3.88157</c:v>
                </c:pt>
                <c:pt idx="14348">
                  <c:v>3.8818700000000002</c:v>
                </c:pt>
                <c:pt idx="14349">
                  <c:v>3.88218</c:v>
                </c:pt>
                <c:pt idx="14350">
                  <c:v>3.8824900000000002</c:v>
                </c:pt>
                <c:pt idx="14351">
                  <c:v>3.88279</c:v>
                </c:pt>
                <c:pt idx="14352">
                  <c:v>3.8831000000000002</c:v>
                </c:pt>
                <c:pt idx="14353">
                  <c:v>3.8834</c:v>
                </c:pt>
                <c:pt idx="14354">
                  <c:v>3.8837100000000002</c:v>
                </c:pt>
                <c:pt idx="14355">
                  <c:v>3.88401</c:v>
                </c:pt>
                <c:pt idx="14356">
                  <c:v>3.8843200000000002</c:v>
                </c:pt>
                <c:pt idx="14357">
                  <c:v>3.88462</c:v>
                </c:pt>
                <c:pt idx="14358">
                  <c:v>3.8849300000000002</c:v>
                </c:pt>
                <c:pt idx="14359">
                  <c:v>3.88523</c:v>
                </c:pt>
                <c:pt idx="14360">
                  <c:v>3.8855400000000002</c:v>
                </c:pt>
                <c:pt idx="14361">
                  <c:v>3.88584</c:v>
                </c:pt>
                <c:pt idx="14362">
                  <c:v>3.8861500000000002</c:v>
                </c:pt>
                <c:pt idx="14363">
                  <c:v>3.88646</c:v>
                </c:pt>
                <c:pt idx="14364">
                  <c:v>3.8867600000000002</c:v>
                </c:pt>
                <c:pt idx="14365">
                  <c:v>3.88707</c:v>
                </c:pt>
                <c:pt idx="14366">
                  <c:v>3.8873700000000002</c:v>
                </c:pt>
                <c:pt idx="14367">
                  <c:v>3.88768</c:v>
                </c:pt>
                <c:pt idx="14368">
                  <c:v>3.8879800000000002</c:v>
                </c:pt>
                <c:pt idx="14369">
                  <c:v>3.88829</c:v>
                </c:pt>
                <c:pt idx="14370">
                  <c:v>3.8885900000000002</c:v>
                </c:pt>
                <c:pt idx="14371">
                  <c:v>3.8889</c:v>
                </c:pt>
                <c:pt idx="14372">
                  <c:v>3.8892000000000002</c:v>
                </c:pt>
                <c:pt idx="14373">
                  <c:v>3.88951</c:v>
                </c:pt>
                <c:pt idx="14374">
                  <c:v>3.8898100000000002</c:v>
                </c:pt>
                <c:pt idx="14375">
                  <c:v>3.89012</c:v>
                </c:pt>
                <c:pt idx="14376">
                  <c:v>3.8904299999999998</c:v>
                </c:pt>
                <c:pt idx="14377">
                  <c:v>3.89073</c:v>
                </c:pt>
                <c:pt idx="14378">
                  <c:v>3.8910399999999998</c:v>
                </c:pt>
                <c:pt idx="14379">
                  <c:v>3.89134</c:v>
                </c:pt>
                <c:pt idx="14380">
                  <c:v>3.8916499999999998</c:v>
                </c:pt>
                <c:pt idx="14381">
                  <c:v>3.89195</c:v>
                </c:pt>
                <c:pt idx="14382">
                  <c:v>3.8922599999999998</c:v>
                </c:pt>
                <c:pt idx="14383">
                  <c:v>3.89256</c:v>
                </c:pt>
                <c:pt idx="14384">
                  <c:v>3.8928699999999998</c:v>
                </c:pt>
                <c:pt idx="14385">
                  <c:v>3.89317</c:v>
                </c:pt>
                <c:pt idx="14386">
                  <c:v>3.8934799999999998</c:v>
                </c:pt>
                <c:pt idx="14387">
                  <c:v>3.8937900000000001</c:v>
                </c:pt>
                <c:pt idx="14388">
                  <c:v>3.8940899999999998</c:v>
                </c:pt>
                <c:pt idx="14389">
                  <c:v>3.8944000000000001</c:v>
                </c:pt>
                <c:pt idx="14390">
                  <c:v>3.8946999999999998</c:v>
                </c:pt>
                <c:pt idx="14391">
                  <c:v>3.8950100000000001</c:v>
                </c:pt>
                <c:pt idx="14392">
                  <c:v>3.8953099999999998</c:v>
                </c:pt>
                <c:pt idx="14393">
                  <c:v>3.8956200000000001</c:v>
                </c:pt>
                <c:pt idx="14394">
                  <c:v>3.8959199999999998</c:v>
                </c:pt>
                <c:pt idx="14395">
                  <c:v>3.8962300000000001</c:v>
                </c:pt>
                <c:pt idx="14396">
                  <c:v>3.8965299999999998</c:v>
                </c:pt>
                <c:pt idx="14397">
                  <c:v>3.8968400000000001</c:v>
                </c:pt>
                <c:pt idx="14398">
                  <c:v>3.8971399999999998</c:v>
                </c:pt>
                <c:pt idx="14399">
                  <c:v>3.8974500000000001</c:v>
                </c:pt>
                <c:pt idx="14400">
                  <c:v>3.8977599999999999</c:v>
                </c:pt>
                <c:pt idx="14401">
                  <c:v>3.8980600000000001</c:v>
                </c:pt>
                <c:pt idx="14402">
                  <c:v>3.8983699999999999</c:v>
                </c:pt>
                <c:pt idx="14403">
                  <c:v>3.8986700000000001</c:v>
                </c:pt>
                <c:pt idx="14404">
                  <c:v>3.8989799999999999</c:v>
                </c:pt>
                <c:pt idx="14405">
                  <c:v>3.8992800000000001</c:v>
                </c:pt>
                <c:pt idx="14406">
                  <c:v>3.8995899999999999</c:v>
                </c:pt>
                <c:pt idx="14407">
                  <c:v>3.8998900000000001</c:v>
                </c:pt>
                <c:pt idx="14408">
                  <c:v>3.9001999999999999</c:v>
                </c:pt>
                <c:pt idx="14409">
                  <c:v>3.9005000000000001</c:v>
                </c:pt>
                <c:pt idx="14410">
                  <c:v>3.9008099999999999</c:v>
                </c:pt>
                <c:pt idx="14411">
                  <c:v>3.9011100000000001</c:v>
                </c:pt>
                <c:pt idx="14412">
                  <c:v>3.9014199999999999</c:v>
                </c:pt>
                <c:pt idx="14413">
                  <c:v>3.9017300000000001</c:v>
                </c:pt>
                <c:pt idx="14414">
                  <c:v>3.9020299999999999</c:v>
                </c:pt>
                <c:pt idx="14415">
                  <c:v>3.9023400000000001</c:v>
                </c:pt>
                <c:pt idx="14416">
                  <c:v>3.9026399999999999</c:v>
                </c:pt>
                <c:pt idx="14417">
                  <c:v>3.9029500000000001</c:v>
                </c:pt>
                <c:pt idx="14418">
                  <c:v>3.9032499999999999</c:v>
                </c:pt>
                <c:pt idx="14419">
                  <c:v>3.9035600000000001</c:v>
                </c:pt>
                <c:pt idx="14420">
                  <c:v>3.9038599999999999</c:v>
                </c:pt>
                <c:pt idx="14421">
                  <c:v>3.9041700000000001</c:v>
                </c:pt>
                <c:pt idx="14422">
                  <c:v>3.9044699999999999</c:v>
                </c:pt>
                <c:pt idx="14423">
                  <c:v>3.9047800000000001</c:v>
                </c:pt>
                <c:pt idx="14424">
                  <c:v>3.9050799999999999</c:v>
                </c:pt>
                <c:pt idx="14425">
                  <c:v>3.9053900000000001</c:v>
                </c:pt>
                <c:pt idx="14426">
                  <c:v>3.9056999999999999</c:v>
                </c:pt>
                <c:pt idx="14427">
                  <c:v>3.9060000000000001</c:v>
                </c:pt>
                <c:pt idx="14428">
                  <c:v>3.9063099999999999</c:v>
                </c:pt>
                <c:pt idx="14429">
                  <c:v>3.9066100000000001</c:v>
                </c:pt>
                <c:pt idx="14430">
                  <c:v>3.9069199999999999</c:v>
                </c:pt>
                <c:pt idx="14431">
                  <c:v>3.9072200000000001</c:v>
                </c:pt>
                <c:pt idx="14432">
                  <c:v>3.9075299999999999</c:v>
                </c:pt>
                <c:pt idx="14433">
                  <c:v>3.9078300000000001</c:v>
                </c:pt>
                <c:pt idx="14434">
                  <c:v>3.9081399999999999</c:v>
                </c:pt>
                <c:pt idx="14435">
                  <c:v>3.9084400000000001</c:v>
                </c:pt>
                <c:pt idx="14436">
                  <c:v>3.9087499999999999</c:v>
                </c:pt>
                <c:pt idx="14437">
                  <c:v>3.9090500000000001</c:v>
                </c:pt>
                <c:pt idx="14438">
                  <c:v>3.9093599999999999</c:v>
                </c:pt>
                <c:pt idx="14439">
                  <c:v>3.9096700000000002</c:v>
                </c:pt>
                <c:pt idx="14440">
                  <c:v>3.9099699999999999</c:v>
                </c:pt>
                <c:pt idx="14441">
                  <c:v>3.9102800000000002</c:v>
                </c:pt>
                <c:pt idx="14442">
                  <c:v>3.9105799999999999</c:v>
                </c:pt>
                <c:pt idx="14443">
                  <c:v>3.9108900000000002</c:v>
                </c:pt>
                <c:pt idx="14444">
                  <c:v>3.9111899999999999</c:v>
                </c:pt>
                <c:pt idx="14445">
                  <c:v>3.9115000000000002</c:v>
                </c:pt>
                <c:pt idx="14446">
                  <c:v>3.9117999999999999</c:v>
                </c:pt>
                <c:pt idx="14447">
                  <c:v>3.9121100000000002</c:v>
                </c:pt>
                <c:pt idx="14448">
                  <c:v>3.9124099999999999</c:v>
                </c:pt>
                <c:pt idx="14449">
                  <c:v>3.9127200000000002</c:v>
                </c:pt>
                <c:pt idx="14450">
                  <c:v>3.91303</c:v>
                </c:pt>
                <c:pt idx="14451">
                  <c:v>3.9133300000000002</c:v>
                </c:pt>
                <c:pt idx="14452">
                  <c:v>3.91364</c:v>
                </c:pt>
                <c:pt idx="14453">
                  <c:v>3.9139400000000002</c:v>
                </c:pt>
                <c:pt idx="14454">
                  <c:v>3.91425</c:v>
                </c:pt>
                <c:pt idx="14455">
                  <c:v>3.9145500000000002</c:v>
                </c:pt>
                <c:pt idx="14456">
                  <c:v>3.91486</c:v>
                </c:pt>
                <c:pt idx="14457">
                  <c:v>3.9151600000000002</c:v>
                </c:pt>
                <c:pt idx="14458">
                  <c:v>3.91547</c:v>
                </c:pt>
                <c:pt idx="14459">
                  <c:v>3.9157700000000002</c:v>
                </c:pt>
                <c:pt idx="14460">
                  <c:v>3.91608</c:v>
                </c:pt>
                <c:pt idx="14461">
                  <c:v>3.9163800000000002</c:v>
                </c:pt>
                <c:pt idx="14462">
                  <c:v>3.91669</c:v>
                </c:pt>
                <c:pt idx="14463">
                  <c:v>3.9169999999999998</c:v>
                </c:pt>
                <c:pt idx="14464">
                  <c:v>3.9173</c:v>
                </c:pt>
                <c:pt idx="14465">
                  <c:v>3.9176099999999998</c:v>
                </c:pt>
                <c:pt idx="14466">
                  <c:v>3.91791</c:v>
                </c:pt>
                <c:pt idx="14467">
                  <c:v>3.9182199999999998</c:v>
                </c:pt>
                <c:pt idx="14468">
                  <c:v>3.91852</c:v>
                </c:pt>
                <c:pt idx="14469">
                  <c:v>3.9188299999999998</c:v>
                </c:pt>
                <c:pt idx="14470">
                  <c:v>3.91913</c:v>
                </c:pt>
                <c:pt idx="14471">
                  <c:v>3.9194399999999998</c:v>
                </c:pt>
                <c:pt idx="14472">
                  <c:v>3.91974</c:v>
                </c:pt>
                <c:pt idx="14473">
                  <c:v>3.9200499999999998</c:v>
                </c:pt>
                <c:pt idx="14474">
                  <c:v>3.92035</c:v>
                </c:pt>
                <c:pt idx="14475">
                  <c:v>3.9206599999999998</c:v>
                </c:pt>
                <c:pt idx="14476">
                  <c:v>3.9209700000000001</c:v>
                </c:pt>
                <c:pt idx="14477">
                  <c:v>3.9212699999999998</c:v>
                </c:pt>
                <c:pt idx="14478">
                  <c:v>3.9215800000000001</c:v>
                </c:pt>
                <c:pt idx="14479">
                  <c:v>3.9218799999999998</c:v>
                </c:pt>
                <c:pt idx="14480">
                  <c:v>3.9221900000000001</c:v>
                </c:pt>
                <c:pt idx="14481">
                  <c:v>3.9224899999999998</c:v>
                </c:pt>
                <c:pt idx="14482">
                  <c:v>3.9228000000000001</c:v>
                </c:pt>
                <c:pt idx="14483">
                  <c:v>3.9230999999999998</c:v>
                </c:pt>
                <c:pt idx="14484">
                  <c:v>3.9234100000000001</c:v>
                </c:pt>
                <c:pt idx="14485">
                  <c:v>3.9237099999999998</c:v>
                </c:pt>
                <c:pt idx="14486">
                  <c:v>3.9240200000000001</c:v>
                </c:pt>
                <c:pt idx="14487">
                  <c:v>3.9243199999999998</c:v>
                </c:pt>
                <c:pt idx="14488">
                  <c:v>3.9246300000000001</c:v>
                </c:pt>
                <c:pt idx="14489">
                  <c:v>3.9249399999999999</c:v>
                </c:pt>
                <c:pt idx="14490">
                  <c:v>3.9252400000000001</c:v>
                </c:pt>
                <c:pt idx="14491">
                  <c:v>3.9255499999999999</c:v>
                </c:pt>
                <c:pt idx="14492">
                  <c:v>3.9258500000000001</c:v>
                </c:pt>
                <c:pt idx="14493">
                  <c:v>3.9261599999999999</c:v>
                </c:pt>
                <c:pt idx="14494">
                  <c:v>3.9264600000000001</c:v>
                </c:pt>
                <c:pt idx="14495">
                  <c:v>3.9267699999999999</c:v>
                </c:pt>
                <c:pt idx="14496">
                  <c:v>3.9270700000000001</c:v>
                </c:pt>
                <c:pt idx="14497">
                  <c:v>3.9273799999999999</c:v>
                </c:pt>
                <c:pt idx="14498">
                  <c:v>3.9276800000000001</c:v>
                </c:pt>
                <c:pt idx="14499">
                  <c:v>3.9279899999999999</c:v>
                </c:pt>
                <c:pt idx="14500">
                  <c:v>3.9283000000000001</c:v>
                </c:pt>
                <c:pt idx="14501">
                  <c:v>3.9285999999999999</c:v>
                </c:pt>
                <c:pt idx="14502">
                  <c:v>3.9289100000000001</c:v>
                </c:pt>
                <c:pt idx="14503">
                  <c:v>3.9292099999999999</c:v>
                </c:pt>
                <c:pt idx="14504">
                  <c:v>3.9295200000000001</c:v>
                </c:pt>
                <c:pt idx="14505">
                  <c:v>3.9298199999999999</c:v>
                </c:pt>
                <c:pt idx="14506">
                  <c:v>3.9301300000000001</c:v>
                </c:pt>
                <c:pt idx="14507">
                  <c:v>3.9304299999999999</c:v>
                </c:pt>
                <c:pt idx="14508">
                  <c:v>3.9307400000000001</c:v>
                </c:pt>
                <c:pt idx="14509">
                  <c:v>3.9310399999999999</c:v>
                </c:pt>
                <c:pt idx="14510">
                  <c:v>3.9313500000000001</c:v>
                </c:pt>
                <c:pt idx="14511">
                  <c:v>3.9316499999999999</c:v>
                </c:pt>
                <c:pt idx="14512">
                  <c:v>3.9319600000000001</c:v>
                </c:pt>
                <c:pt idx="14513">
                  <c:v>3.9322699999999999</c:v>
                </c:pt>
                <c:pt idx="14514">
                  <c:v>3.9325700000000001</c:v>
                </c:pt>
                <c:pt idx="14515">
                  <c:v>3.9328799999999999</c:v>
                </c:pt>
                <c:pt idx="14516">
                  <c:v>3.9331800000000001</c:v>
                </c:pt>
                <c:pt idx="14517">
                  <c:v>3.9334899999999999</c:v>
                </c:pt>
                <c:pt idx="14518">
                  <c:v>3.9337900000000001</c:v>
                </c:pt>
                <c:pt idx="14519">
                  <c:v>3.9340999999999999</c:v>
                </c:pt>
                <c:pt idx="14520">
                  <c:v>3.9344000000000001</c:v>
                </c:pt>
                <c:pt idx="14521">
                  <c:v>3.9347099999999999</c:v>
                </c:pt>
                <c:pt idx="14522">
                  <c:v>3.9350100000000001</c:v>
                </c:pt>
                <c:pt idx="14523">
                  <c:v>3.9353199999999999</c:v>
                </c:pt>
                <c:pt idx="14524">
                  <c:v>3.9356200000000001</c:v>
                </c:pt>
                <c:pt idx="14525">
                  <c:v>3.9359299999999999</c:v>
                </c:pt>
                <c:pt idx="14526">
                  <c:v>3.9362400000000002</c:v>
                </c:pt>
                <c:pt idx="14527">
                  <c:v>3.9365399999999999</c:v>
                </c:pt>
                <c:pt idx="14528">
                  <c:v>3.9368500000000002</c:v>
                </c:pt>
                <c:pt idx="14529">
                  <c:v>3.9371499999999999</c:v>
                </c:pt>
                <c:pt idx="14530">
                  <c:v>3.9374600000000002</c:v>
                </c:pt>
                <c:pt idx="14531">
                  <c:v>3.9377599999999999</c:v>
                </c:pt>
                <c:pt idx="14532">
                  <c:v>3.9380700000000002</c:v>
                </c:pt>
                <c:pt idx="14533">
                  <c:v>3.9383699999999999</c:v>
                </c:pt>
                <c:pt idx="14534">
                  <c:v>3.9386800000000002</c:v>
                </c:pt>
                <c:pt idx="14535">
                  <c:v>3.9389799999999999</c:v>
                </c:pt>
                <c:pt idx="14536">
                  <c:v>3.9392900000000002</c:v>
                </c:pt>
                <c:pt idx="14537">
                  <c:v>3.9395899999999999</c:v>
                </c:pt>
                <c:pt idx="14538">
                  <c:v>3.9399000000000002</c:v>
                </c:pt>
                <c:pt idx="14539">
                  <c:v>3.94021</c:v>
                </c:pt>
                <c:pt idx="14540">
                  <c:v>3.9405100000000002</c:v>
                </c:pt>
                <c:pt idx="14541">
                  <c:v>3.94082</c:v>
                </c:pt>
                <c:pt idx="14542">
                  <c:v>3.9411200000000002</c:v>
                </c:pt>
                <c:pt idx="14543">
                  <c:v>3.94143</c:v>
                </c:pt>
                <c:pt idx="14544">
                  <c:v>3.9417300000000002</c:v>
                </c:pt>
                <c:pt idx="14545">
                  <c:v>3.94204</c:v>
                </c:pt>
                <c:pt idx="14546">
                  <c:v>3.9423400000000002</c:v>
                </c:pt>
                <c:pt idx="14547">
                  <c:v>3.94265</c:v>
                </c:pt>
                <c:pt idx="14548">
                  <c:v>3.9429500000000002</c:v>
                </c:pt>
                <c:pt idx="14549">
                  <c:v>3.94326</c:v>
                </c:pt>
                <c:pt idx="14550">
                  <c:v>3.9435600000000002</c:v>
                </c:pt>
                <c:pt idx="14551">
                  <c:v>3.94387</c:v>
                </c:pt>
                <c:pt idx="14552">
                  <c:v>3.9441799999999998</c:v>
                </c:pt>
                <c:pt idx="14553">
                  <c:v>3.94448</c:v>
                </c:pt>
                <c:pt idx="14554">
                  <c:v>3.9447899999999998</c:v>
                </c:pt>
                <c:pt idx="14555">
                  <c:v>3.94509</c:v>
                </c:pt>
                <c:pt idx="14556">
                  <c:v>3.9453999999999998</c:v>
                </c:pt>
                <c:pt idx="14557">
                  <c:v>3.9457</c:v>
                </c:pt>
                <c:pt idx="14558">
                  <c:v>3.9460099999999998</c:v>
                </c:pt>
                <c:pt idx="14559">
                  <c:v>3.94631</c:v>
                </c:pt>
                <c:pt idx="14560">
                  <c:v>3.9466199999999998</c:v>
                </c:pt>
                <c:pt idx="14561">
                  <c:v>3.94692</c:v>
                </c:pt>
                <c:pt idx="14562">
                  <c:v>3.9472299999999998</c:v>
                </c:pt>
                <c:pt idx="14563">
                  <c:v>3.94754</c:v>
                </c:pt>
                <c:pt idx="14564">
                  <c:v>3.9478399999999998</c:v>
                </c:pt>
                <c:pt idx="14565">
                  <c:v>3.94815</c:v>
                </c:pt>
                <c:pt idx="14566">
                  <c:v>3.9484499999999998</c:v>
                </c:pt>
                <c:pt idx="14567">
                  <c:v>3.94876</c:v>
                </c:pt>
                <c:pt idx="14568">
                  <c:v>3.9490599999999998</c:v>
                </c:pt>
                <c:pt idx="14569">
                  <c:v>3.94937</c:v>
                </c:pt>
                <c:pt idx="14570">
                  <c:v>3.9496699999999998</c:v>
                </c:pt>
                <c:pt idx="14571">
                  <c:v>3.94998</c:v>
                </c:pt>
                <c:pt idx="14572">
                  <c:v>3.9502799999999998</c:v>
                </c:pt>
                <c:pt idx="14573">
                  <c:v>3.95059</c:v>
                </c:pt>
                <c:pt idx="14574">
                  <c:v>3.9508899999999998</c:v>
                </c:pt>
                <c:pt idx="14575">
                  <c:v>3.9512</c:v>
                </c:pt>
                <c:pt idx="14576">
                  <c:v>3.9515099999999999</c:v>
                </c:pt>
                <c:pt idx="14577">
                  <c:v>3.95181</c:v>
                </c:pt>
                <c:pt idx="14578">
                  <c:v>3.9521199999999999</c:v>
                </c:pt>
                <c:pt idx="14579">
                  <c:v>3.95242</c:v>
                </c:pt>
                <c:pt idx="14580">
                  <c:v>3.9527299999999999</c:v>
                </c:pt>
                <c:pt idx="14581">
                  <c:v>3.95303</c:v>
                </c:pt>
                <c:pt idx="14582">
                  <c:v>3.9533399999999999</c:v>
                </c:pt>
                <c:pt idx="14583">
                  <c:v>3.95364</c:v>
                </c:pt>
                <c:pt idx="14584">
                  <c:v>3.9539499999999999</c:v>
                </c:pt>
                <c:pt idx="14585">
                  <c:v>3.95425</c:v>
                </c:pt>
                <c:pt idx="14586">
                  <c:v>3.9545599999999999</c:v>
                </c:pt>
                <c:pt idx="14587">
                  <c:v>3.95486</c:v>
                </c:pt>
                <c:pt idx="14588">
                  <c:v>3.9551699999999999</c:v>
                </c:pt>
                <c:pt idx="14589">
                  <c:v>3.9554800000000001</c:v>
                </c:pt>
                <c:pt idx="14590">
                  <c:v>3.9557799999999999</c:v>
                </c:pt>
                <c:pt idx="14591">
                  <c:v>3.9560900000000001</c:v>
                </c:pt>
                <c:pt idx="14592">
                  <c:v>3.9563899999999999</c:v>
                </c:pt>
                <c:pt idx="14593">
                  <c:v>3.9567000000000001</c:v>
                </c:pt>
                <c:pt idx="14594">
                  <c:v>3.9569999999999999</c:v>
                </c:pt>
                <c:pt idx="14595">
                  <c:v>3.9573100000000001</c:v>
                </c:pt>
                <c:pt idx="14596">
                  <c:v>3.9576099999999999</c:v>
                </c:pt>
                <c:pt idx="14597">
                  <c:v>3.9579200000000001</c:v>
                </c:pt>
                <c:pt idx="14598">
                  <c:v>3.9582199999999998</c:v>
                </c:pt>
                <c:pt idx="14599">
                  <c:v>3.9585300000000001</c:v>
                </c:pt>
                <c:pt idx="14600">
                  <c:v>3.9588299999999998</c:v>
                </c:pt>
                <c:pt idx="14601">
                  <c:v>3.9591400000000001</c:v>
                </c:pt>
                <c:pt idx="14602">
                  <c:v>3.9594499999999999</c:v>
                </c:pt>
                <c:pt idx="14603">
                  <c:v>3.9597500000000001</c:v>
                </c:pt>
                <c:pt idx="14604">
                  <c:v>3.9600599999999999</c:v>
                </c:pt>
                <c:pt idx="14605">
                  <c:v>3.9603600000000001</c:v>
                </c:pt>
                <c:pt idx="14606">
                  <c:v>3.9606699999999999</c:v>
                </c:pt>
                <c:pt idx="14607">
                  <c:v>3.9609700000000001</c:v>
                </c:pt>
                <c:pt idx="14608">
                  <c:v>3.9612799999999999</c:v>
                </c:pt>
                <c:pt idx="14609">
                  <c:v>3.9615800000000001</c:v>
                </c:pt>
                <c:pt idx="14610">
                  <c:v>3.9618899999999999</c:v>
                </c:pt>
                <c:pt idx="14611">
                  <c:v>3.9621900000000001</c:v>
                </c:pt>
                <c:pt idx="14612">
                  <c:v>3.9624999999999999</c:v>
                </c:pt>
                <c:pt idx="14613">
                  <c:v>3.9628000000000001</c:v>
                </c:pt>
                <c:pt idx="14614">
                  <c:v>3.9631099999999999</c:v>
                </c:pt>
                <c:pt idx="14615">
                  <c:v>3.9634200000000002</c:v>
                </c:pt>
                <c:pt idx="14616">
                  <c:v>3.9637199999999999</c:v>
                </c:pt>
                <c:pt idx="14617">
                  <c:v>3.9640300000000002</c:v>
                </c:pt>
                <c:pt idx="14618">
                  <c:v>3.9643299999999999</c:v>
                </c:pt>
                <c:pt idx="14619">
                  <c:v>3.9646400000000002</c:v>
                </c:pt>
                <c:pt idx="14620">
                  <c:v>3.9649399999999999</c:v>
                </c:pt>
                <c:pt idx="14621">
                  <c:v>3.9652500000000002</c:v>
                </c:pt>
                <c:pt idx="14622">
                  <c:v>3.9655499999999999</c:v>
                </c:pt>
                <c:pt idx="14623">
                  <c:v>3.9658600000000002</c:v>
                </c:pt>
                <c:pt idx="14624">
                  <c:v>3.9661599999999999</c:v>
                </c:pt>
                <c:pt idx="14625">
                  <c:v>3.9664700000000002</c:v>
                </c:pt>
                <c:pt idx="14626">
                  <c:v>3.96678</c:v>
                </c:pt>
                <c:pt idx="14627">
                  <c:v>3.9670800000000002</c:v>
                </c:pt>
                <c:pt idx="14628">
                  <c:v>3.96739</c:v>
                </c:pt>
                <c:pt idx="14629">
                  <c:v>3.9676900000000002</c:v>
                </c:pt>
                <c:pt idx="14630">
                  <c:v>3.968</c:v>
                </c:pt>
                <c:pt idx="14631">
                  <c:v>3.9683000000000002</c:v>
                </c:pt>
                <c:pt idx="14632">
                  <c:v>3.96861</c:v>
                </c:pt>
                <c:pt idx="14633">
                  <c:v>3.9689100000000002</c:v>
                </c:pt>
                <c:pt idx="14634">
                  <c:v>3.96922</c:v>
                </c:pt>
                <c:pt idx="14635">
                  <c:v>3.9695200000000002</c:v>
                </c:pt>
                <c:pt idx="14636">
                  <c:v>3.96983</c:v>
                </c:pt>
                <c:pt idx="14637">
                  <c:v>3.9701300000000002</c:v>
                </c:pt>
                <c:pt idx="14638">
                  <c:v>3.97044</c:v>
                </c:pt>
                <c:pt idx="14639">
                  <c:v>3.9707499999999998</c:v>
                </c:pt>
                <c:pt idx="14640">
                  <c:v>3.97105</c:v>
                </c:pt>
                <c:pt idx="14641">
                  <c:v>3.9713599999999998</c:v>
                </c:pt>
                <c:pt idx="14642">
                  <c:v>3.97166</c:v>
                </c:pt>
                <c:pt idx="14643">
                  <c:v>3.9719699999999998</c:v>
                </c:pt>
                <c:pt idx="14644">
                  <c:v>3.97227</c:v>
                </c:pt>
                <c:pt idx="14645">
                  <c:v>3.9725799999999998</c:v>
                </c:pt>
                <c:pt idx="14646">
                  <c:v>3.97288</c:v>
                </c:pt>
                <c:pt idx="14647">
                  <c:v>3.9731900000000002</c:v>
                </c:pt>
                <c:pt idx="14648">
                  <c:v>3.97349</c:v>
                </c:pt>
                <c:pt idx="14649">
                  <c:v>3.9738000000000002</c:v>
                </c:pt>
                <c:pt idx="14650">
                  <c:v>3.9741</c:v>
                </c:pt>
                <c:pt idx="14651">
                  <c:v>3.9744100000000002</c:v>
                </c:pt>
                <c:pt idx="14652">
                  <c:v>3.97472</c:v>
                </c:pt>
                <c:pt idx="14653">
                  <c:v>3.9750200000000002</c:v>
                </c:pt>
                <c:pt idx="14654">
                  <c:v>3.97533</c:v>
                </c:pt>
                <c:pt idx="14655">
                  <c:v>3.9756300000000002</c:v>
                </c:pt>
                <c:pt idx="14656">
                  <c:v>3.97594</c:v>
                </c:pt>
                <c:pt idx="14657">
                  <c:v>3.9762400000000002</c:v>
                </c:pt>
                <c:pt idx="14658">
                  <c:v>3.97655</c:v>
                </c:pt>
                <c:pt idx="14659">
                  <c:v>3.9768500000000002</c:v>
                </c:pt>
                <c:pt idx="14660">
                  <c:v>3.97716</c:v>
                </c:pt>
                <c:pt idx="14661">
                  <c:v>3.9774600000000002</c:v>
                </c:pt>
                <c:pt idx="14662">
                  <c:v>3.97777</c:v>
                </c:pt>
                <c:pt idx="14663">
                  <c:v>3.9780700000000002</c:v>
                </c:pt>
                <c:pt idx="14664">
                  <c:v>3.97838</c:v>
                </c:pt>
                <c:pt idx="14665">
                  <c:v>3.9786899999999998</c:v>
                </c:pt>
                <c:pt idx="14666">
                  <c:v>3.97899</c:v>
                </c:pt>
                <c:pt idx="14667">
                  <c:v>3.9792999999999998</c:v>
                </c:pt>
                <c:pt idx="14668">
                  <c:v>3.9796</c:v>
                </c:pt>
                <c:pt idx="14669">
                  <c:v>3.9799099999999998</c:v>
                </c:pt>
                <c:pt idx="14670">
                  <c:v>3.98021</c:v>
                </c:pt>
                <c:pt idx="14671">
                  <c:v>3.9805199999999998</c:v>
                </c:pt>
                <c:pt idx="14672">
                  <c:v>3.98082</c:v>
                </c:pt>
                <c:pt idx="14673">
                  <c:v>3.9811299999999998</c:v>
                </c:pt>
                <c:pt idx="14674">
                  <c:v>3.98143</c:v>
                </c:pt>
                <c:pt idx="14675">
                  <c:v>3.9817399999999998</c:v>
                </c:pt>
                <c:pt idx="14676">
                  <c:v>3.98204</c:v>
                </c:pt>
                <c:pt idx="14677">
                  <c:v>3.9823499999999998</c:v>
                </c:pt>
                <c:pt idx="14678">
                  <c:v>3.9826600000000001</c:v>
                </c:pt>
                <c:pt idx="14679">
                  <c:v>3.9829599999999998</c:v>
                </c:pt>
                <c:pt idx="14680">
                  <c:v>3.9832700000000001</c:v>
                </c:pt>
                <c:pt idx="14681">
                  <c:v>3.9835699999999998</c:v>
                </c:pt>
                <c:pt idx="14682">
                  <c:v>3.9838800000000001</c:v>
                </c:pt>
                <c:pt idx="14683">
                  <c:v>3.9841799999999998</c:v>
                </c:pt>
                <c:pt idx="14684">
                  <c:v>3.9844900000000001</c:v>
                </c:pt>
                <c:pt idx="14685">
                  <c:v>3.9847899999999998</c:v>
                </c:pt>
                <c:pt idx="14686">
                  <c:v>3.9851000000000001</c:v>
                </c:pt>
                <c:pt idx="14687">
                  <c:v>3.9853999999999998</c:v>
                </c:pt>
                <c:pt idx="14688">
                  <c:v>3.9857100000000001</c:v>
                </c:pt>
                <c:pt idx="14689">
                  <c:v>3.9860199999999999</c:v>
                </c:pt>
                <c:pt idx="14690">
                  <c:v>3.9863200000000001</c:v>
                </c:pt>
                <c:pt idx="14691">
                  <c:v>3.9866299999999999</c:v>
                </c:pt>
                <c:pt idx="14692">
                  <c:v>3.9869300000000001</c:v>
                </c:pt>
                <c:pt idx="14693">
                  <c:v>3.9872399999999999</c:v>
                </c:pt>
                <c:pt idx="14694">
                  <c:v>3.9875400000000001</c:v>
                </c:pt>
                <c:pt idx="14695">
                  <c:v>3.9878499999999999</c:v>
                </c:pt>
                <c:pt idx="14696">
                  <c:v>3.9881500000000001</c:v>
                </c:pt>
                <c:pt idx="14697">
                  <c:v>3.9884599999999999</c:v>
                </c:pt>
                <c:pt idx="14698">
                  <c:v>3.9887600000000001</c:v>
                </c:pt>
                <c:pt idx="14699">
                  <c:v>3.9890699999999999</c:v>
                </c:pt>
                <c:pt idx="14700">
                  <c:v>3.9893700000000001</c:v>
                </c:pt>
                <c:pt idx="14701">
                  <c:v>3.9896799999999999</c:v>
                </c:pt>
                <c:pt idx="14702">
                  <c:v>3.9899900000000001</c:v>
                </c:pt>
                <c:pt idx="14703">
                  <c:v>3.9902899999999999</c:v>
                </c:pt>
                <c:pt idx="14704">
                  <c:v>3.9906000000000001</c:v>
                </c:pt>
                <c:pt idx="14705">
                  <c:v>3.9908999999999999</c:v>
                </c:pt>
                <c:pt idx="14706">
                  <c:v>3.9912100000000001</c:v>
                </c:pt>
                <c:pt idx="14707">
                  <c:v>3.9915099999999999</c:v>
                </c:pt>
                <c:pt idx="14708">
                  <c:v>3.9918200000000001</c:v>
                </c:pt>
                <c:pt idx="14709">
                  <c:v>3.9921199999999999</c:v>
                </c:pt>
                <c:pt idx="14710">
                  <c:v>3.9924300000000001</c:v>
                </c:pt>
                <c:pt idx="14711">
                  <c:v>3.9927299999999999</c:v>
                </c:pt>
                <c:pt idx="14712">
                  <c:v>3.9930400000000001</c:v>
                </c:pt>
                <c:pt idx="14713">
                  <c:v>3.9933399999999999</c:v>
                </c:pt>
                <c:pt idx="14714">
                  <c:v>3.9936500000000001</c:v>
                </c:pt>
                <c:pt idx="14715">
                  <c:v>3.99396</c:v>
                </c:pt>
                <c:pt idx="14716">
                  <c:v>3.9942600000000001</c:v>
                </c:pt>
                <c:pt idx="14717">
                  <c:v>3.99457</c:v>
                </c:pt>
                <c:pt idx="14718">
                  <c:v>3.9948700000000001</c:v>
                </c:pt>
                <c:pt idx="14719">
                  <c:v>3.99518</c:v>
                </c:pt>
                <c:pt idx="14720">
                  <c:v>3.9954800000000001</c:v>
                </c:pt>
                <c:pt idx="14721">
                  <c:v>3.99579</c:v>
                </c:pt>
                <c:pt idx="14722">
                  <c:v>3.9960900000000001</c:v>
                </c:pt>
                <c:pt idx="14723">
                  <c:v>3.9964</c:v>
                </c:pt>
                <c:pt idx="14724">
                  <c:v>3.9967000000000001</c:v>
                </c:pt>
                <c:pt idx="14725">
                  <c:v>3.99701</c:v>
                </c:pt>
                <c:pt idx="14726">
                  <c:v>3.9973100000000001</c:v>
                </c:pt>
                <c:pt idx="14727">
                  <c:v>3.99762</c:v>
                </c:pt>
                <c:pt idx="14728">
                  <c:v>3.9979300000000002</c:v>
                </c:pt>
                <c:pt idx="14729">
                  <c:v>3.99823</c:v>
                </c:pt>
                <c:pt idx="14730">
                  <c:v>3.9985400000000002</c:v>
                </c:pt>
                <c:pt idx="14731">
                  <c:v>3.99884</c:v>
                </c:pt>
                <c:pt idx="14732">
                  <c:v>3.9991500000000002</c:v>
                </c:pt>
                <c:pt idx="14733">
                  <c:v>3.9994499999999999</c:v>
                </c:pt>
                <c:pt idx="14734">
                  <c:v>3.9997600000000002</c:v>
                </c:pt>
                <c:pt idx="14735">
                  <c:v>4.0000600000000004</c:v>
                </c:pt>
                <c:pt idx="14736">
                  <c:v>4.0003700000000002</c:v>
                </c:pt>
                <c:pt idx="14737">
                  <c:v>4.0006700000000004</c:v>
                </c:pt>
                <c:pt idx="14738">
                  <c:v>4.0009800000000002</c:v>
                </c:pt>
                <c:pt idx="14739">
                  <c:v>4.00129</c:v>
                </c:pt>
                <c:pt idx="14740">
                  <c:v>4.0015900000000002</c:v>
                </c:pt>
                <c:pt idx="14741">
                  <c:v>4.0019</c:v>
                </c:pt>
                <c:pt idx="14742">
                  <c:v>4.0022000000000002</c:v>
                </c:pt>
                <c:pt idx="14743">
                  <c:v>4.00251</c:v>
                </c:pt>
                <c:pt idx="14744">
                  <c:v>4.0028100000000002</c:v>
                </c:pt>
                <c:pt idx="14745">
                  <c:v>4.00312</c:v>
                </c:pt>
                <c:pt idx="14746">
                  <c:v>4.0034200000000002</c:v>
                </c:pt>
                <c:pt idx="14747">
                  <c:v>4.00373</c:v>
                </c:pt>
                <c:pt idx="14748">
                  <c:v>4.0040300000000002</c:v>
                </c:pt>
                <c:pt idx="14749">
                  <c:v>4.00434</c:v>
                </c:pt>
                <c:pt idx="14750">
                  <c:v>4.0046400000000002</c:v>
                </c:pt>
                <c:pt idx="14751">
                  <c:v>4.00495</c:v>
                </c:pt>
                <c:pt idx="14752">
                  <c:v>4.0052599999999998</c:v>
                </c:pt>
                <c:pt idx="14753">
                  <c:v>4.00556</c:v>
                </c:pt>
                <c:pt idx="14754">
                  <c:v>4.0058699999999998</c:v>
                </c:pt>
                <c:pt idx="14755">
                  <c:v>4.00617</c:v>
                </c:pt>
                <c:pt idx="14756">
                  <c:v>4.0064799999999998</c:v>
                </c:pt>
                <c:pt idx="14757">
                  <c:v>4.00678</c:v>
                </c:pt>
                <c:pt idx="14758">
                  <c:v>4.0070899999999998</c:v>
                </c:pt>
                <c:pt idx="14759">
                  <c:v>4.00739</c:v>
                </c:pt>
                <c:pt idx="14760">
                  <c:v>4.0076999999999998</c:v>
                </c:pt>
                <c:pt idx="14761">
                  <c:v>4.008</c:v>
                </c:pt>
                <c:pt idx="14762">
                  <c:v>4.0083099999999998</c:v>
                </c:pt>
                <c:pt idx="14763">
                  <c:v>4.00861</c:v>
                </c:pt>
                <c:pt idx="14764">
                  <c:v>4.0089199999999998</c:v>
                </c:pt>
                <c:pt idx="14765">
                  <c:v>4.0092299999999996</c:v>
                </c:pt>
                <c:pt idx="14766">
                  <c:v>4.0095299999999998</c:v>
                </c:pt>
                <c:pt idx="14767">
                  <c:v>4.0098399999999996</c:v>
                </c:pt>
                <c:pt idx="14768">
                  <c:v>4.0101399999999998</c:v>
                </c:pt>
                <c:pt idx="14769">
                  <c:v>4.0104499999999996</c:v>
                </c:pt>
                <c:pt idx="14770">
                  <c:v>4.0107499999999998</c:v>
                </c:pt>
                <c:pt idx="14771">
                  <c:v>4.0110599999999996</c:v>
                </c:pt>
                <c:pt idx="14772">
                  <c:v>4.0113599999999998</c:v>
                </c:pt>
                <c:pt idx="14773">
                  <c:v>4.0116699999999996</c:v>
                </c:pt>
                <c:pt idx="14774">
                  <c:v>4.0119699999999998</c:v>
                </c:pt>
                <c:pt idx="14775">
                  <c:v>4.0122799999999996</c:v>
                </c:pt>
                <c:pt idx="14776">
                  <c:v>4.0125799999999998</c:v>
                </c:pt>
                <c:pt idx="14777">
                  <c:v>4.0128899999999996</c:v>
                </c:pt>
                <c:pt idx="14778">
                  <c:v>4.0132000000000003</c:v>
                </c:pt>
                <c:pt idx="14779">
                  <c:v>4.0134999999999996</c:v>
                </c:pt>
                <c:pt idx="14780">
                  <c:v>4.0138100000000003</c:v>
                </c:pt>
                <c:pt idx="14781">
                  <c:v>4.0141099999999996</c:v>
                </c:pt>
                <c:pt idx="14782">
                  <c:v>4.0144200000000003</c:v>
                </c:pt>
                <c:pt idx="14783">
                  <c:v>4.0147199999999996</c:v>
                </c:pt>
                <c:pt idx="14784">
                  <c:v>4.0150300000000003</c:v>
                </c:pt>
                <c:pt idx="14785">
                  <c:v>4.0153299999999996</c:v>
                </c:pt>
                <c:pt idx="14786">
                  <c:v>4.0156400000000003</c:v>
                </c:pt>
                <c:pt idx="14787">
                  <c:v>4.0159399999999996</c:v>
                </c:pt>
                <c:pt idx="14788">
                  <c:v>4.0162500000000003</c:v>
                </c:pt>
                <c:pt idx="14789">
                  <c:v>4.0165499999999996</c:v>
                </c:pt>
                <c:pt idx="14790">
                  <c:v>4.0168600000000003</c:v>
                </c:pt>
                <c:pt idx="14791">
                  <c:v>4.0171700000000001</c:v>
                </c:pt>
                <c:pt idx="14792">
                  <c:v>4.0174700000000003</c:v>
                </c:pt>
                <c:pt idx="14793">
                  <c:v>4.0177800000000001</c:v>
                </c:pt>
                <c:pt idx="14794">
                  <c:v>4.0180800000000003</c:v>
                </c:pt>
                <c:pt idx="14795">
                  <c:v>4.0183900000000001</c:v>
                </c:pt>
                <c:pt idx="14796">
                  <c:v>4.0186900000000003</c:v>
                </c:pt>
                <c:pt idx="14797">
                  <c:v>4.0190000000000001</c:v>
                </c:pt>
                <c:pt idx="14798">
                  <c:v>4.0193000000000003</c:v>
                </c:pt>
                <c:pt idx="14799">
                  <c:v>4.0196100000000001</c:v>
                </c:pt>
                <c:pt idx="14800">
                  <c:v>4.0199100000000003</c:v>
                </c:pt>
                <c:pt idx="14801">
                  <c:v>4.0202200000000001</c:v>
                </c:pt>
                <c:pt idx="14802">
                  <c:v>4.0205299999999999</c:v>
                </c:pt>
                <c:pt idx="14803">
                  <c:v>4.0208300000000001</c:v>
                </c:pt>
                <c:pt idx="14804">
                  <c:v>4.0211399999999999</c:v>
                </c:pt>
                <c:pt idx="14805">
                  <c:v>4.0214400000000001</c:v>
                </c:pt>
                <c:pt idx="14806">
                  <c:v>4.0217499999999999</c:v>
                </c:pt>
                <c:pt idx="14807">
                  <c:v>4.0220500000000001</c:v>
                </c:pt>
                <c:pt idx="14808">
                  <c:v>4.0223599999999999</c:v>
                </c:pt>
                <c:pt idx="14809">
                  <c:v>4.0226600000000001</c:v>
                </c:pt>
                <c:pt idx="14810">
                  <c:v>4.0229699999999999</c:v>
                </c:pt>
                <c:pt idx="14811">
                  <c:v>4.0232700000000001</c:v>
                </c:pt>
                <c:pt idx="14812">
                  <c:v>4.0235799999999999</c:v>
                </c:pt>
                <c:pt idx="14813">
                  <c:v>4.0238800000000001</c:v>
                </c:pt>
                <c:pt idx="14814">
                  <c:v>4.0241899999999999</c:v>
                </c:pt>
                <c:pt idx="14815">
                  <c:v>4.0244999999999997</c:v>
                </c:pt>
                <c:pt idx="14816">
                  <c:v>4.0247999999999999</c:v>
                </c:pt>
                <c:pt idx="14817">
                  <c:v>4.0251099999999997</c:v>
                </c:pt>
                <c:pt idx="14818">
                  <c:v>4.0254099999999999</c:v>
                </c:pt>
                <c:pt idx="14819">
                  <c:v>4.0257199999999997</c:v>
                </c:pt>
                <c:pt idx="14820">
                  <c:v>4.0260199999999999</c:v>
                </c:pt>
                <c:pt idx="14821">
                  <c:v>4.0263299999999997</c:v>
                </c:pt>
                <c:pt idx="14822">
                  <c:v>4.0266299999999999</c:v>
                </c:pt>
                <c:pt idx="14823">
                  <c:v>4.0269399999999997</c:v>
                </c:pt>
                <c:pt idx="14824">
                  <c:v>4.0272399999999999</c:v>
                </c:pt>
                <c:pt idx="14825">
                  <c:v>4.0275499999999997</c:v>
                </c:pt>
                <c:pt idx="14826">
                  <c:v>4.0278499999999999</c:v>
                </c:pt>
                <c:pt idx="14827">
                  <c:v>4.0281599999999997</c:v>
                </c:pt>
                <c:pt idx="14828">
                  <c:v>4.0284700000000004</c:v>
                </c:pt>
                <c:pt idx="14829">
                  <c:v>4.0287699999999997</c:v>
                </c:pt>
                <c:pt idx="14830">
                  <c:v>4.0290800000000004</c:v>
                </c:pt>
                <c:pt idx="14831">
                  <c:v>4.0293799999999997</c:v>
                </c:pt>
                <c:pt idx="14832">
                  <c:v>4.0296900000000004</c:v>
                </c:pt>
                <c:pt idx="14833">
                  <c:v>4.0299899999999997</c:v>
                </c:pt>
                <c:pt idx="14834">
                  <c:v>4.0303000000000004</c:v>
                </c:pt>
                <c:pt idx="14835">
                  <c:v>4.0305999999999997</c:v>
                </c:pt>
                <c:pt idx="14836">
                  <c:v>4.0309100000000004</c:v>
                </c:pt>
                <c:pt idx="14837">
                  <c:v>4.0312099999999997</c:v>
                </c:pt>
                <c:pt idx="14838">
                  <c:v>4.0315200000000004</c:v>
                </c:pt>
                <c:pt idx="14839">
                  <c:v>4.0318199999999997</c:v>
                </c:pt>
                <c:pt idx="14840">
                  <c:v>4.0321300000000004</c:v>
                </c:pt>
                <c:pt idx="14841">
                  <c:v>4.0324400000000002</c:v>
                </c:pt>
                <c:pt idx="14842">
                  <c:v>4.0327400000000004</c:v>
                </c:pt>
                <c:pt idx="14843">
                  <c:v>4.0330500000000002</c:v>
                </c:pt>
                <c:pt idx="14844">
                  <c:v>4.0333500000000004</c:v>
                </c:pt>
                <c:pt idx="14845">
                  <c:v>4.0336600000000002</c:v>
                </c:pt>
                <c:pt idx="14846">
                  <c:v>4.0339600000000004</c:v>
                </c:pt>
                <c:pt idx="14847">
                  <c:v>4.0342700000000002</c:v>
                </c:pt>
                <c:pt idx="14848">
                  <c:v>4.0345700000000004</c:v>
                </c:pt>
                <c:pt idx="14849">
                  <c:v>4.0348800000000002</c:v>
                </c:pt>
                <c:pt idx="14850">
                  <c:v>4.0351800000000004</c:v>
                </c:pt>
                <c:pt idx="14851">
                  <c:v>4.0354900000000002</c:v>
                </c:pt>
                <c:pt idx="14852">
                  <c:v>4.0357900000000004</c:v>
                </c:pt>
                <c:pt idx="14853">
                  <c:v>4.0361000000000002</c:v>
                </c:pt>
                <c:pt idx="14854">
                  <c:v>4.0364100000000001</c:v>
                </c:pt>
                <c:pt idx="14855">
                  <c:v>4.0367100000000002</c:v>
                </c:pt>
                <c:pt idx="14856">
                  <c:v>4.0370200000000001</c:v>
                </c:pt>
                <c:pt idx="14857">
                  <c:v>4.0373200000000002</c:v>
                </c:pt>
                <c:pt idx="14858">
                  <c:v>4.0376300000000001</c:v>
                </c:pt>
                <c:pt idx="14859">
                  <c:v>4.0379300000000002</c:v>
                </c:pt>
                <c:pt idx="14860">
                  <c:v>4.0382400000000001</c:v>
                </c:pt>
                <c:pt idx="14861">
                  <c:v>4.0385400000000002</c:v>
                </c:pt>
                <c:pt idx="14862">
                  <c:v>4.0388500000000001</c:v>
                </c:pt>
                <c:pt idx="14863">
                  <c:v>4.0391500000000002</c:v>
                </c:pt>
                <c:pt idx="14864">
                  <c:v>4.0394600000000001</c:v>
                </c:pt>
                <c:pt idx="14865">
                  <c:v>4.0397699999999999</c:v>
                </c:pt>
                <c:pt idx="14866">
                  <c:v>4.0400700000000001</c:v>
                </c:pt>
                <c:pt idx="14867">
                  <c:v>4.0403799999999999</c:v>
                </c:pt>
                <c:pt idx="14868">
                  <c:v>4.04068</c:v>
                </c:pt>
                <c:pt idx="14869">
                  <c:v>4.0409899999999999</c:v>
                </c:pt>
                <c:pt idx="14870">
                  <c:v>4.04129</c:v>
                </c:pt>
                <c:pt idx="14871">
                  <c:v>4.0415999999999999</c:v>
                </c:pt>
                <c:pt idx="14872">
                  <c:v>4.0419</c:v>
                </c:pt>
                <c:pt idx="14873">
                  <c:v>4.0422099999999999</c:v>
                </c:pt>
                <c:pt idx="14874">
                  <c:v>4.04251</c:v>
                </c:pt>
                <c:pt idx="14875">
                  <c:v>4.0428199999999999</c:v>
                </c:pt>
                <c:pt idx="14876">
                  <c:v>4.04312</c:v>
                </c:pt>
                <c:pt idx="14877">
                  <c:v>4.0434299999999999</c:v>
                </c:pt>
                <c:pt idx="14878">
                  <c:v>4.0437399999999997</c:v>
                </c:pt>
                <c:pt idx="14879">
                  <c:v>4.0440399999999999</c:v>
                </c:pt>
                <c:pt idx="14880">
                  <c:v>4.0443499999999997</c:v>
                </c:pt>
                <c:pt idx="14881">
                  <c:v>4.0446499999999999</c:v>
                </c:pt>
                <c:pt idx="14882">
                  <c:v>4.0449599999999997</c:v>
                </c:pt>
                <c:pt idx="14883">
                  <c:v>4.0452599999999999</c:v>
                </c:pt>
                <c:pt idx="14884">
                  <c:v>4.0455699999999997</c:v>
                </c:pt>
                <c:pt idx="14885">
                  <c:v>4.0458699999999999</c:v>
                </c:pt>
                <c:pt idx="14886">
                  <c:v>4.0461799999999997</c:v>
                </c:pt>
                <c:pt idx="14887">
                  <c:v>4.0464799999999999</c:v>
                </c:pt>
                <c:pt idx="14888">
                  <c:v>4.0467899999999997</c:v>
                </c:pt>
                <c:pt idx="14889">
                  <c:v>4.0470899999999999</c:v>
                </c:pt>
                <c:pt idx="14890">
                  <c:v>4.0473999999999997</c:v>
                </c:pt>
                <c:pt idx="14891">
                  <c:v>4.0477100000000004</c:v>
                </c:pt>
                <c:pt idx="14892">
                  <c:v>4.0480099999999997</c:v>
                </c:pt>
                <c:pt idx="14893">
                  <c:v>4.0483200000000004</c:v>
                </c:pt>
                <c:pt idx="14894">
                  <c:v>4.0486199999999997</c:v>
                </c:pt>
                <c:pt idx="14895">
                  <c:v>4.0489300000000004</c:v>
                </c:pt>
                <c:pt idx="14896">
                  <c:v>4.0492299999999997</c:v>
                </c:pt>
                <c:pt idx="14897">
                  <c:v>4.0495400000000004</c:v>
                </c:pt>
                <c:pt idx="14898">
                  <c:v>4.0498399999999997</c:v>
                </c:pt>
                <c:pt idx="14899">
                  <c:v>4.0501500000000004</c:v>
                </c:pt>
                <c:pt idx="14900">
                  <c:v>4.0504499999999997</c:v>
                </c:pt>
                <c:pt idx="14901">
                  <c:v>4.0507600000000004</c:v>
                </c:pt>
                <c:pt idx="14902">
                  <c:v>4.0510599999999997</c:v>
                </c:pt>
                <c:pt idx="14903">
                  <c:v>4.0513700000000004</c:v>
                </c:pt>
                <c:pt idx="14904">
                  <c:v>4.0516800000000002</c:v>
                </c:pt>
                <c:pt idx="14905">
                  <c:v>4.0519800000000004</c:v>
                </c:pt>
                <c:pt idx="14906">
                  <c:v>4.0522900000000002</c:v>
                </c:pt>
                <c:pt idx="14907">
                  <c:v>4.0525900000000004</c:v>
                </c:pt>
                <c:pt idx="14908">
                  <c:v>4.0529000000000002</c:v>
                </c:pt>
                <c:pt idx="14909">
                  <c:v>4.0532000000000004</c:v>
                </c:pt>
                <c:pt idx="14910">
                  <c:v>4.0535100000000002</c:v>
                </c:pt>
                <c:pt idx="14911">
                  <c:v>4.0538100000000004</c:v>
                </c:pt>
                <c:pt idx="14912">
                  <c:v>4.0541200000000002</c:v>
                </c:pt>
                <c:pt idx="14913">
                  <c:v>4.0544200000000004</c:v>
                </c:pt>
                <c:pt idx="14914">
                  <c:v>4.0547300000000002</c:v>
                </c:pt>
                <c:pt idx="14915">
                  <c:v>4.05504</c:v>
                </c:pt>
                <c:pt idx="14916">
                  <c:v>4.0553400000000002</c:v>
                </c:pt>
                <c:pt idx="14917">
                  <c:v>4.05565</c:v>
                </c:pt>
                <c:pt idx="14918">
                  <c:v>4.0559500000000002</c:v>
                </c:pt>
                <c:pt idx="14919">
                  <c:v>4.05626</c:v>
                </c:pt>
                <c:pt idx="14920">
                  <c:v>4.0565600000000002</c:v>
                </c:pt>
                <c:pt idx="14921">
                  <c:v>4.05687</c:v>
                </c:pt>
                <c:pt idx="14922">
                  <c:v>4.0571700000000002</c:v>
                </c:pt>
                <c:pt idx="14923">
                  <c:v>4.05748</c:v>
                </c:pt>
                <c:pt idx="14924">
                  <c:v>4.0577800000000002</c:v>
                </c:pt>
                <c:pt idx="14925">
                  <c:v>4.05809</c:v>
                </c:pt>
                <c:pt idx="14926">
                  <c:v>4.0583900000000002</c:v>
                </c:pt>
                <c:pt idx="14927">
                  <c:v>4.0587</c:v>
                </c:pt>
                <c:pt idx="14928">
                  <c:v>4.0590099999999998</c:v>
                </c:pt>
                <c:pt idx="14929">
                  <c:v>4.05931</c:v>
                </c:pt>
                <c:pt idx="14930">
                  <c:v>4.0596199999999998</c:v>
                </c:pt>
                <c:pt idx="14931">
                  <c:v>4.05992</c:v>
                </c:pt>
                <c:pt idx="14932">
                  <c:v>4.0602299999999998</c:v>
                </c:pt>
                <c:pt idx="14933">
                  <c:v>4.06053</c:v>
                </c:pt>
                <c:pt idx="14934">
                  <c:v>4.0608399999999998</c:v>
                </c:pt>
                <c:pt idx="14935">
                  <c:v>4.06114</c:v>
                </c:pt>
                <c:pt idx="14936">
                  <c:v>4.0614499999999998</c:v>
                </c:pt>
                <c:pt idx="14937">
                  <c:v>4.06175</c:v>
                </c:pt>
                <c:pt idx="14938">
                  <c:v>4.0620599999999998</c:v>
                </c:pt>
                <c:pt idx="14939">
                  <c:v>4.06236</c:v>
                </c:pt>
                <c:pt idx="14940">
                  <c:v>4.0626699999999998</c:v>
                </c:pt>
                <c:pt idx="14941">
                  <c:v>4.0629799999999996</c:v>
                </c:pt>
                <c:pt idx="14942">
                  <c:v>4.0632799999999998</c:v>
                </c:pt>
                <c:pt idx="14943">
                  <c:v>4.0635899999999996</c:v>
                </c:pt>
                <c:pt idx="14944">
                  <c:v>4.0638899999999998</c:v>
                </c:pt>
                <c:pt idx="14945">
                  <c:v>4.0641999999999996</c:v>
                </c:pt>
                <c:pt idx="14946">
                  <c:v>4.0644999999999998</c:v>
                </c:pt>
                <c:pt idx="14947">
                  <c:v>4.0648099999999996</c:v>
                </c:pt>
                <c:pt idx="14948">
                  <c:v>4.0651099999999998</c:v>
                </c:pt>
                <c:pt idx="14949">
                  <c:v>4.0654199999999996</c:v>
                </c:pt>
                <c:pt idx="14950">
                  <c:v>4.0657199999999998</c:v>
                </c:pt>
                <c:pt idx="14951">
                  <c:v>4.0660299999999996</c:v>
                </c:pt>
                <c:pt idx="14952">
                  <c:v>4.0663299999999998</c:v>
                </c:pt>
                <c:pt idx="14953">
                  <c:v>4.0666399999999996</c:v>
                </c:pt>
                <c:pt idx="14954">
                  <c:v>4.0669500000000003</c:v>
                </c:pt>
                <c:pt idx="14955">
                  <c:v>4.0672499999999996</c:v>
                </c:pt>
                <c:pt idx="14956">
                  <c:v>4.0675600000000003</c:v>
                </c:pt>
                <c:pt idx="14957">
                  <c:v>4.0678599999999996</c:v>
                </c:pt>
                <c:pt idx="14958">
                  <c:v>4.0681700000000003</c:v>
                </c:pt>
                <c:pt idx="14959">
                  <c:v>4.0684699999999996</c:v>
                </c:pt>
                <c:pt idx="14960">
                  <c:v>4.0687800000000003</c:v>
                </c:pt>
                <c:pt idx="14961">
                  <c:v>4.0690799999999996</c:v>
                </c:pt>
                <c:pt idx="14962">
                  <c:v>4.0693900000000003</c:v>
                </c:pt>
                <c:pt idx="14963">
                  <c:v>4.0696899999999996</c:v>
                </c:pt>
                <c:pt idx="14964">
                  <c:v>4.07</c:v>
                </c:pt>
                <c:pt idx="14965">
                  <c:v>4.0702999999999996</c:v>
                </c:pt>
                <c:pt idx="14966">
                  <c:v>4.0706100000000003</c:v>
                </c:pt>
                <c:pt idx="14967">
                  <c:v>4.0709200000000001</c:v>
                </c:pt>
                <c:pt idx="14968">
                  <c:v>4.0712200000000003</c:v>
                </c:pt>
                <c:pt idx="14969">
                  <c:v>4.0715300000000001</c:v>
                </c:pt>
                <c:pt idx="14970">
                  <c:v>4.0718300000000003</c:v>
                </c:pt>
                <c:pt idx="14971">
                  <c:v>4.0721400000000001</c:v>
                </c:pt>
                <c:pt idx="14972">
                  <c:v>4.0724400000000003</c:v>
                </c:pt>
                <c:pt idx="14973">
                  <c:v>4.0727500000000001</c:v>
                </c:pt>
                <c:pt idx="14974">
                  <c:v>4.0730500000000003</c:v>
                </c:pt>
                <c:pt idx="14975">
                  <c:v>4.0733600000000001</c:v>
                </c:pt>
                <c:pt idx="14976">
                  <c:v>4.0736600000000003</c:v>
                </c:pt>
                <c:pt idx="14977">
                  <c:v>4.0739700000000001</c:v>
                </c:pt>
                <c:pt idx="14978">
                  <c:v>4.0742799999999999</c:v>
                </c:pt>
                <c:pt idx="14979">
                  <c:v>4.0745800000000001</c:v>
                </c:pt>
                <c:pt idx="14980">
                  <c:v>4.0748899999999999</c:v>
                </c:pt>
                <c:pt idx="14981">
                  <c:v>4.0751900000000001</c:v>
                </c:pt>
                <c:pt idx="14982">
                  <c:v>4.0754999999999999</c:v>
                </c:pt>
                <c:pt idx="14983">
                  <c:v>4.0758000000000001</c:v>
                </c:pt>
                <c:pt idx="14984">
                  <c:v>4.0761099999999999</c:v>
                </c:pt>
                <c:pt idx="14985">
                  <c:v>4.0764100000000001</c:v>
                </c:pt>
                <c:pt idx="14986">
                  <c:v>4.0767199999999999</c:v>
                </c:pt>
                <c:pt idx="14987">
                  <c:v>4.0770200000000001</c:v>
                </c:pt>
                <c:pt idx="14988">
                  <c:v>4.0773299999999999</c:v>
                </c:pt>
                <c:pt idx="14989">
                  <c:v>4.0776300000000001</c:v>
                </c:pt>
                <c:pt idx="14990">
                  <c:v>4.0779399999999999</c:v>
                </c:pt>
                <c:pt idx="14991">
                  <c:v>4.0782499999999997</c:v>
                </c:pt>
                <c:pt idx="14992">
                  <c:v>4.0785499999999999</c:v>
                </c:pt>
                <c:pt idx="14993">
                  <c:v>4.0788599999999997</c:v>
                </c:pt>
                <c:pt idx="14994">
                  <c:v>4.0791599999999999</c:v>
                </c:pt>
                <c:pt idx="14995">
                  <c:v>4.0794699999999997</c:v>
                </c:pt>
                <c:pt idx="14996">
                  <c:v>4.0797699999999999</c:v>
                </c:pt>
                <c:pt idx="14997">
                  <c:v>4.0800799999999997</c:v>
                </c:pt>
                <c:pt idx="14998">
                  <c:v>4.0803799999999999</c:v>
                </c:pt>
                <c:pt idx="14999">
                  <c:v>4.0806899999999997</c:v>
                </c:pt>
                <c:pt idx="15000">
                  <c:v>4.0809899999999999</c:v>
                </c:pt>
                <c:pt idx="15001">
                  <c:v>4.0812999999999997</c:v>
                </c:pt>
                <c:pt idx="15002">
                  <c:v>4.0815999999999999</c:v>
                </c:pt>
                <c:pt idx="15003">
                  <c:v>4.0819099999999997</c:v>
                </c:pt>
                <c:pt idx="15004">
                  <c:v>4.0822200000000004</c:v>
                </c:pt>
                <c:pt idx="15005">
                  <c:v>4.0825199999999997</c:v>
                </c:pt>
                <c:pt idx="15006">
                  <c:v>4.0828300000000004</c:v>
                </c:pt>
                <c:pt idx="15007">
                  <c:v>4.0831299999999997</c:v>
                </c:pt>
                <c:pt idx="15008">
                  <c:v>4.0834400000000004</c:v>
                </c:pt>
                <c:pt idx="15009">
                  <c:v>4.0837399999999997</c:v>
                </c:pt>
                <c:pt idx="15010">
                  <c:v>4.0840500000000004</c:v>
                </c:pt>
                <c:pt idx="15011">
                  <c:v>4.0843499999999997</c:v>
                </c:pt>
                <c:pt idx="15012">
                  <c:v>4.0846600000000004</c:v>
                </c:pt>
                <c:pt idx="15013">
                  <c:v>4.0849599999999997</c:v>
                </c:pt>
                <c:pt idx="15014">
                  <c:v>4.0852700000000004</c:v>
                </c:pt>
                <c:pt idx="15015">
                  <c:v>4.0855699999999997</c:v>
                </c:pt>
                <c:pt idx="15016">
                  <c:v>4.0858800000000004</c:v>
                </c:pt>
                <c:pt idx="15017">
                  <c:v>4.0861900000000002</c:v>
                </c:pt>
                <c:pt idx="15018">
                  <c:v>4.0864900000000004</c:v>
                </c:pt>
                <c:pt idx="15019">
                  <c:v>4.0868000000000002</c:v>
                </c:pt>
                <c:pt idx="15020">
                  <c:v>4.0871000000000004</c:v>
                </c:pt>
                <c:pt idx="15021">
                  <c:v>4.0874100000000002</c:v>
                </c:pt>
                <c:pt idx="15022">
                  <c:v>4.0877100000000004</c:v>
                </c:pt>
                <c:pt idx="15023">
                  <c:v>4.0880200000000002</c:v>
                </c:pt>
                <c:pt idx="15024">
                  <c:v>4.0883200000000004</c:v>
                </c:pt>
                <c:pt idx="15025">
                  <c:v>4.0886300000000002</c:v>
                </c:pt>
                <c:pt idx="15026">
                  <c:v>4.0889300000000004</c:v>
                </c:pt>
                <c:pt idx="15027">
                  <c:v>4.0892400000000002</c:v>
                </c:pt>
                <c:pt idx="15028">
                  <c:v>4.0895400000000004</c:v>
                </c:pt>
                <c:pt idx="15029">
                  <c:v>4.0898500000000002</c:v>
                </c:pt>
                <c:pt idx="15030">
                  <c:v>4.09016</c:v>
                </c:pt>
                <c:pt idx="15031">
                  <c:v>4.0904600000000002</c:v>
                </c:pt>
                <c:pt idx="15032">
                  <c:v>4.09077</c:v>
                </c:pt>
                <c:pt idx="15033">
                  <c:v>4.0910700000000002</c:v>
                </c:pt>
                <c:pt idx="15034">
                  <c:v>4.09138</c:v>
                </c:pt>
                <c:pt idx="15035">
                  <c:v>4.0916800000000002</c:v>
                </c:pt>
                <c:pt idx="15036">
                  <c:v>4.09199</c:v>
                </c:pt>
                <c:pt idx="15037">
                  <c:v>4.0922900000000002</c:v>
                </c:pt>
                <c:pt idx="15038">
                  <c:v>4.0926</c:v>
                </c:pt>
                <c:pt idx="15039">
                  <c:v>4.0929000000000002</c:v>
                </c:pt>
                <c:pt idx="15040">
                  <c:v>4.09321</c:v>
                </c:pt>
                <c:pt idx="15041">
                  <c:v>4.0935199999999998</c:v>
                </c:pt>
                <c:pt idx="15042">
                  <c:v>4.09382</c:v>
                </c:pt>
                <c:pt idx="15043">
                  <c:v>4.0941299999999998</c:v>
                </c:pt>
                <c:pt idx="15044">
                  <c:v>4.09443</c:v>
                </c:pt>
                <c:pt idx="15045">
                  <c:v>4.0947399999999998</c:v>
                </c:pt>
                <c:pt idx="15046">
                  <c:v>4.09504</c:v>
                </c:pt>
                <c:pt idx="15047">
                  <c:v>4.0953499999999998</c:v>
                </c:pt>
                <c:pt idx="15048">
                  <c:v>4.09565</c:v>
                </c:pt>
                <c:pt idx="15049">
                  <c:v>4.0959599999999998</c:v>
                </c:pt>
                <c:pt idx="15050">
                  <c:v>4.09626</c:v>
                </c:pt>
                <c:pt idx="15051">
                  <c:v>4.0965699999999998</c:v>
                </c:pt>
                <c:pt idx="15052">
                  <c:v>4.09687</c:v>
                </c:pt>
                <c:pt idx="15053">
                  <c:v>4.0971799999999998</c:v>
                </c:pt>
                <c:pt idx="15054">
                  <c:v>4.0974899999999996</c:v>
                </c:pt>
                <c:pt idx="15055">
                  <c:v>4.0977899999999998</c:v>
                </c:pt>
                <c:pt idx="15056">
                  <c:v>4.0980999999999996</c:v>
                </c:pt>
                <c:pt idx="15057">
                  <c:v>4.0983999999999998</c:v>
                </c:pt>
                <c:pt idx="15058">
                  <c:v>4.0987099999999996</c:v>
                </c:pt>
                <c:pt idx="15059">
                  <c:v>4.0990099999999998</c:v>
                </c:pt>
                <c:pt idx="15060">
                  <c:v>4.0993199999999996</c:v>
                </c:pt>
                <c:pt idx="15061">
                  <c:v>4.0996199999999998</c:v>
                </c:pt>
                <c:pt idx="15062">
                  <c:v>4.0999299999999996</c:v>
                </c:pt>
                <c:pt idx="15063">
                  <c:v>4.1002299999999998</c:v>
                </c:pt>
                <c:pt idx="15064">
                  <c:v>4.1005399999999996</c:v>
                </c:pt>
                <c:pt idx="15065">
                  <c:v>4.1008399999999998</c:v>
                </c:pt>
                <c:pt idx="15066">
                  <c:v>4.1011499999999996</c:v>
                </c:pt>
                <c:pt idx="15067">
                  <c:v>4.1014600000000003</c:v>
                </c:pt>
                <c:pt idx="15068">
                  <c:v>4.1017599999999996</c:v>
                </c:pt>
                <c:pt idx="15069">
                  <c:v>4.1020700000000003</c:v>
                </c:pt>
                <c:pt idx="15070">
                  <c:v>4.1023699999999996</c:v>
                </c:pt>
                <c:pt idx="15071">
                  <c:v>4.1026800000000003</c:v>
                </c:pt>
                <c:pt idx="15072">
                  <c:v>4.1029799999999996</c:v>
                </c:pt>
                <c:pt idx="15073">
                  <c:v>4.1032900000000003</c:v>
                </c:pt>
                <c:pt idx="15074">
                  <c:v>4.1035899999999996</c:v>
                </c:pt>
                <c:pt idx="15075">
                  <c:v>4.1039000000000003</c:v>
                </c:pt>
                <c:pt idx="15076">
                  <c:v>4.1041999999999996</c:v>
                </c:pt>
                <c:pt idx="15077">
                  <c:v>4.1045100000000003</c:v>
                </c:pt>
                <c:pt idx="15078">
                  <c:v>4.1048099999999996</c:v>
                </c:pt>
                <c:pt idx="15079">
                  <c:v>4.1051200000000003</c:v>
                </c:pt>
                <c:pt idx="15080">
                  <c:v>4.1054300000000001</c:v>
                </c:pt>
                <c:pt idx="15081">
                  <c:v>4.1057300000000003</c:v>
                </c:pt>
                <c:pt idx="15082">
                  <c:v>4.1060400000000001</c:v>
                </c:pt>
                <c:pt idx="15083">
                  <c:v>4.1063400000000003</c:v>
                </c:pt>
                <c:pt idx="15084">
                  <c:v>4.1066500000000001</c:v>
                </c:pt>
                <c:pt idx="15085">
                  <c:v>4.1069500000000003</c:v>
                </c:pt>
                <c:pt idx="15086">
                  <c:v>4.1072600000000001</c:v>
                </c:pt>
                <c:pt idx="15087">
                  <c:v>4.1075600000000003</c:v>
                </c:pt>
                <c:pt idx="15088">
                  <c:v>4.1078700000000001</c:v>
                </c:pt>
                <c:pt idx="15089">
                  <c:v>4.1081700000000003</c:v>
                </c:pt>
                <c:pt idx="15090">
                  <c:v>4.1084800000000001</c:v>
                </c:pt>
                <c:pt idx="15091">
                  <c:v>4.1087899999999999</c:v>
                </c:pt>
                <c:pt idx="15092">
                  <c:v>4.1090900000000001</c:v>
                </c:pt>
                <c:pt idx="15093">
                  <c:v>4.1093999999999999</c:v>
                </c:pt>
                <c:pt idx="15094">
                  <c:v>4.1097000000000001</c:v>
                </c:pt>
                <c:pt idx="15095">
                  <c:v>4.1100099999999999</c:v>
                </c:pt>
                <c:pt idx="15096">
                  <c:v>4.1103100000000001</c:v>
                </c:pt>
                <c:pt idx="15097">
                  <c:v>4.1106199999999999</c:v>
                </c:pt>
                <c:pt idx="15098">
                  <c:v>4.1109200000000001</c:v>
                </c:pt>
                <c:pt idx="15099">
                  <c:v>4.1112299999999999</c:v>
                </c:pt>
                <c:pt idx="15100">
                  <c:v>4.1115300000000001</c:v>
                </c:pt>
                <c:pt idx="15101">
                  <c:v>4.1118399999999999</c:v>
                </c:pt>
                <c:pt idx="15102">
                  <c:v>4.1121400000000001</c:v>
                </c:pt>
                <c:pt idx="15103">
                  <c:v>4.1124499999999999</c:v>
                </c:pt>
                <c:pt idx="15104">
                  <c:v>4.1127599999999997</c:v>
                </c:pt>
                <c:pt idx="15105">
                  <c:v>4.1130599999999999</c:v>
                </c:pt>
                <c:pt idx="15106">
                  <c:v>4.1133699999999997</c:v>
                </c:pt>
                <c:pt idx="15107">
                  <c:v>4.1136699999999999</c:v>
                </c:pt>
                <c:pt idx="15108">
                  <c:v>4.1139799999999997</c:v>
                </c:pt>
                <c:pt idx="15109">
                  <c:v>4.1142799999999999</c:v>
                </c:pt>
                <c:pt idx="15110">
                  <c:v>4.1145899999999997</c:v>
                </c:pt>
                <c:pt idx="15111">
                  <c:v>4.1148899999999999</c:v>
                </c:pt>
                <c:pt idx="15112">
                  <c:v>4.1151999999999997</c:v>
                </c:pt>
                <c:pt idx="15113">
                  <c:v>4.1154999999999999</c:v>
                </c:pt>
                <c:pt idx="15114">
                  <c:v>4.1158099999999997</c:v>
                </c:pt>
                <c:pt idx="15115">
                  <c:v>4.1161099999999999</c:v>
                </c:pt>
                <c:pt idx="15116">
                  <c:v>4.1164199999999997</c:v>
                </c:pt>
                <c:pt idx="15117">
                  <c:v>4.1167299999999996</c:v>
                </c:pt>
                <c:pt idx="15118">
                  <c:v>4.1170299999999997</c:v>
                </c:pt>
                <c:pt idx="15119">
                  <c:v>4.1173400000000004</c:v>
                </c:pt>
                <c:pt idx="15120">
                  <c:v>4.1176399999999997</c:v>
                </c:pt>
                <c:pt idx="15121">
                  <c:v>4.1179500000000004</c:v>
                </c:pt>
                <c:pt idx="15122">
                  <c:v>4.1182499999999997</c:v>
                </c:pt>
                <c:pt idx="15123">
                  <c:v>4.1185600000000004</c:v>
                </c:pt>
                <c:pt idx="15124">
                  <c:v>4.1188599999999997</c:v>
                </c:pt>
                <c:pt idx="15125">
                  <c:v>4.1191700000000004</c:v>
                </c:pt>
                <c:pt idx="15126">
                  <c:v>4.1194699999999997</c:v>
                </c:pt>
                <c:pt idx="15127">
                  <c:v>4.1197800000000004</c:v>
                </c:pt>
                <c:pt idx="15128">
                  <c:v>4.1200799999999997</c:v>
                </c:pt>
                <c:pt idx="15129">
                  <c:v>4.1203900000000004</c:v>
                </c:pt>
                <c:pt idx="15130">
                  <c:v>4.1207000000000003</c:v>
                </c:pt>
                <c:pt idx="15131">
                  <c:v>4.1210000000000004</c:v>
                </c:pt>
                <c:pt idx="15132">
                  <c:v>4.1213100000000003</c:v>
                </c:pt>
                <c:pt idx="15133">
                  <c:v>4.1216100000000004</c:v>
                </c:pt>
                <c:pt idx="15134">
                  <c:v>4.1219200000000003</c:v>
                </c:pt>
                <c:pt idx="15135">
                  <c:v>4.1222200000000004</c:v>
                </c:pt>
                <c:pt idx="15136">
                  <c:v>4.1225300000000002</c:v>
                </c:pt>
                <c:pt idx="15137">
                  <c:v>4.1228300000000004</c:v>
                </c:pt>
                <c:pt idx="15138">
                  <c:v>4.1231400000000002</c:v>
                </c:pt>
                <c:pt idx="15139">
                  <c:v>4.1234400000000004</c:v>
                </c:pt>
                <c:pt idx="15140">
                  <c:v>4.1237500000000002</c:v>
                </c:pt>
                <c:pt idx="15141">
                  <c:v>4.1240500000000004</c:v>
                </c:pt>
                <c:pt idx="15142">
                  <c:v>4.1243600000000002</c:v>
                </c:pt>
                <c:pt idx="15143">
                  <c:v>4.1246700000000001</c:v>
                </c:pt>
                <c:pt idx="15144">
                  <c:v>4.1249700000000002</c:v>
                </c:pt>
                <c:pt idx="15145">
                  <c:v>4.1252800000000001</c:v>
                </c:pt>
                <c:pt idx="15146">
                  <c:v>4.1255800000000002</c:v>
                </c:pt>
                <c:pt idx="15147">
                  <c:v>4.1258900000000001</c:v>
                </c:pt>
                <c:pt idx="15148">
                  <c:v>4.1261900000000002</c:v>
                </c:pt>
                <c:pt idx="15149">
                  <c:v>4.1265000000000001</c:v>
                </c:pt>
                <c:pt idx="15150">
                  <c:v>4.1268000000000002</c:v>
                </c:pt>
                <c:pt idx="15151">
                  <c:v>4.1271100000000001</c:v>
                </c:pt>
                <c:pt idx="15152">
                  <c:v>4.1274100000000002</c:v>
                </c:pt>
                <c:pt idx="15153">
                  <c:v>4.1277200000000001</c:v>
                </c:pt>
                <c:pt idx="15154">
                  <c:v>4.1280299999999999</c:v>
                </c:pt>
                <c:pt idx="15155">
                  <c:v>4.1283300000000001</c:v>
                </c:pt>
                <c:pt idx="15156">
                  <c:v>4.1286399999999999</c:v>
                </c:pt>
                <c:pt idx="15157">
                  <c:v>4.1289400000000001</c:v>
                </c:pt>
                <c:pt idx="15158">
                  <c:v>4.1292499999999999</c:v>
                </c:pt>
                <c:pt idx="15159">
                  <c:v>4.1295500000000001</c:v>
                </c:pt>
                <c:pt idx="15160">
                  <c:v>4.1298599999999999</c:v>
                </c:pt>
                <c:pt idx="15161">
                  <c:v>4.1301600000000001</c:v>
                </c:pt>
                <c:pt idx="15162">
                  <c:v>4.1304699999999999</c:v>
                </c:pt>
                <c:pt idx="15163">
                  <c:v>4.1307700000000001</c:v>
                </c:pt>
                <c:pt idx="15164">
                  <c:v>4.1310799999999999</c:v>
                </c:pt>
                <c:pt idx="15165">
                  <c:v>4.1313800000000001</c:v>
                </c:pt>
                <c:pt idx="15166">
                  <c:v>4.1316899999999999</c:v>
                </c:pt>
                <c:pt idx="15167">
                  <c:v>4.1319999999999997</c:v>
                </c:pt>
                <c:pt idx="15168">
                  <c:v>4.1322999999999999</c:v>
                </c:pt>
                <c:pt idx="15169">
                  <c:v>4.1326099999999997</c:v>
                </c:pt>
                <c:pt idx="15170">
                  <c:v>4.1329099999999999</c:v>
                </c:pt>
                <c:pt idx="15171">
                  <c:v>4.1332199999999997</c:v>
                </c:pt>
                <c:pt idx="15172">
                  <c:v>4.1335199999999999</c:v>
                </c:pt>
                <c:pt idx="15173">
                  <c:v>4.1338299999999997</c:v>
                </c:pt>
                <c:pt idx="15174">
                  <c:v>4.1341299999999999</c:v>
                </c:pt>
                <c:pt idx="15175">
                  <c:v>4.1344399999999997</c:v>
                </c:pt>
                <c:pt idx="15176">
                  <c:v>4.1347399999999999</c:v>
                </c:pt>
                <c:pt idx="15177">
                  <c:v>4.1350499999999997</c:v>
                </c:pt>
                <c:pt idx="15178">
                  <c:v>4.1353499999999999</c:v>
                </c:pt>
                <c:pt idx="15179">
                  <c:v>4.1356599999999997</c:v>
                </c:pt>
                <c:pt idx="15180">
                  <c:v>4.1359700000000004</c:v>
                </c:pt>
                <c:pt idx="15181">
                  <c:v>4.1362699999999997</c:v>
                </c:pt>
                <c:pt idx="15182">
                  <c:v>4.1365800000000004</c:v>
                </c:pt>
                <c:pt idx="15183">
                  <c:v>4.1368799999999997</c:v>
                </c:pt>
                <c:pt idx="15184">
                  <c:v>4.1371900000000004</c:v>
                </c:pt>
                <c:pt idx="15185">
                  <c:v>4.1374899999999997</c:v>
                </c:pt>
                <c:pt idx="15186">
                  <c:v>4.1378000000000004</c:v>
                </c:pt>
                <c:pt idx="15187">
                  <c:v>4.1380999999999997</c:v>
                </c:pt>
                <c:pt idx="15188">
                  <c:v>4.1384100000000004</c:v>
                </c:pt>
                <c:pt idx="15189">
                  <c:v>4.1387099999999997</c:v>
                </c:pt>
                <c:pt idx="15190">
                  <c:v>4.1390200000000004</c:v>
                </c:pt>
                <c:pt idx="15191">
                  <c:v>4.1393199999999997</c:v>
                </c:pt>
                <c:pt idx="15192">
                  <c:v>4.1396300000000004</c:v>
                </c:pt>
                <c:pt idx="15193">
                  <c:v>4.1399400000000002</c:v>
                </c:pt>
                <c:pt idx="15194">
                  <c:v>4.1402400000000004</c:v>
                </c:pt>
                <c:pt idx="15195">
                  <c:v>4.1405500000000002</c:v>
                </c:pt>
                <c:pt idx="15196">
                  <c:v>4.1408500000000004</c:v>
                </c:pt>
                <c:pt idx="15197">
                  <c:v>4.1411600000000002</c:v>
                </c:pt>
                <c:pt idx="15198">
                  <c:v>4.1414600000000004</c:v>
                </c:pt>
                <c:pt idx="15199">
                  <c:v>4.1417700000000002</c:v>
                </c:pt>
                <c:pt idx="15200">
                  <c:v>4.1420700000000004</c:v>
                </c:pt>
                <c:pt idx="15201">
                  <c:v>4.1423800000000002</c:v>
                </c:pt>
                <c:pt idx="15202">
                  <c:v>4.1426800000000004</c:v>
                </c:pt>
                <c:pt idx="15203">
                  <c:v>4.1429900000000002</c:v>
                </c:pt>
                <c:pt idx="15204">
                  <c:v>4.1432900000000004</c:v>
                </c:pt>
                <c:pt idx="15205">
                  <c:v>4.1436000000000002</c:v>
                </c:pt>
                <c:pt idx="15206">
                  <c:v>4.14391</c:v>
                </c:pt>
                <c:pt idx="15207">
                  <c:v>4.1442100000000002</c:v>
                </c:pt>
                <c:pt idx="15208">
                  <c:v>4.14452</c:v>
                </c:pt>
                <c:pt idx="15209">
                  <c:v>4.1448200000000002</c:v>
                </c:pt>
                <c:pt idx="15210">
                  <c:v>4.14513</c:v>
                </c:pt>
                <c:pt idx="15211">
                  <c:v>4.1454300000000002</c:v>
                </c:pt>
                <c:pt idx="15212">
                  <c:v>4.14574</c:v>
                </c:pt>
                <c:pt idx="15213">
                  <c:v>4.1460400000000002</c:v>
                </c:pt>
                <c:pt idx="15214">
                  <c:v>4.14635</c:v>
                </c:pt>
                <c:pt idx="15215">
                  <c:v>4.1466500000000002</c:v>
                </c:pt>
                <c:pt idx="15216">
                  <c:v>4.14696</c:v>
                </c:pt>
                <c:pt idx="15217">
                  <c:v>4.1472699999999998</c:v>
                </c:pt>
                <c:pt idx="15218">
                  <c:v>4.14757</c:v>
                </c:pt>
                <c:pt idx="15219">
                  <c:v>4.1478799999999998</c:v>
                </c:pt>
                <c:pt idx="15220">
                  <c:v>4.14818</c:v>
                </c:pt>
                <c:pt idx="15221">
                  <c:v>4.1484899999999998</c:v>
                </c:pt>
                <c:pt idx="15222">
                  <c:v>4.14879</c:v>
                </c:pt>
                <c:pt idx="15223">
                  <c:v>4.1490999999999998</c:v>
                </c:pt>
                <c:pt idx="15224">
                  <c:v>4.1494</c:v>
                </c:pt>
                <c:pt idx="15225">
                  <c:v>4.1497099999999998</c:v>
                </c:pt>
                <c:pt idx="15226">
                  <c:v>4.15001</c:v>
                </c:pt>
                <c:pt idx="15227">
                  <c:v>4.1503199999999998</c:v>
                </c:pt>
                <c:pt idx="15228">
                  <c:v>4.15062</c:v>
                </c:pt>
                <c:pt idx="15229">
                  <c:v>4.1509299999999998</c:v>
                </c:pt>
                <c:pt idx="15230">
                  <c:v>4.1512399999999996</c:v>
                </c:pt>
                <c:pt idx="15231">
                  <c:v>4.1515399999999998</c:v>
                </c:pt>
                <c:pt idx="15232">
                  <c:v>4.1518499999999996</c:v>
                </c:pt>
                <c:pt idx="15233">
                  <c:v>4.1521499999999998</c:v>
                </c:pt>
                <c:pt idx="15234">
                  <c:v>4.1524599999999996</c:v>
                </c:pt>
                <c:pt idx="15235">
                  <c:v>4.1527599999999998</c:v>
                </c:pt>
                <c:pt idx="15236">
                  <c:v>4.1530699999999996</c:v>
                </c:pt>
                <c:pt idx="15237">
                  <c:v>4.1533699999999998</c:v>
                </c:pt>
                <c:pt idx="15238">
                  <c:v>4.1536799999999996</c:v>
                </c:pt>
                <c:pt idx="15239">
                  <c:v>4.1539799999999998</c:v>
                </c:pt>
                <c:pt idx="15240">
                  <c:v>4.1542899999999996</c:v>
                </c:pt>
                <c:pt idx="15241">
                  <c:v>4.1545899999999998</c:v>
                </c:pt>
                <c:pt idx="15242">
                  <c:v>4.1548999999999996</c:v>
                </c:pt>
                <c:pt idx="15243">
                  <c:v>4.1552100000000003</c:v>
                </c:pt>
                <c:pt idx="15244">
                  <c:v>4.1555099999999996</c:v>
                </c:pt>
                <c:pt idx="15245">
                  <c:v>4.1558200000000003</c:v>
                </c:pt>
                <c:pt idx="15246">
                  <c:v>4.1561199999999996</c:v>
                </c:pt>
                <c:pt idx="15247">
                  <c:v>4.1564300000000003</c:v>
                </c:pt>
                <c:pt idx="15248">
                  <c:v>4.1567299999999996</c:v>
                </c:pt>
                <c:pt idx="15249">
                  <c:v>4.1570400000000003</c:v>
                </c:pt>
                <c:pt idx="15250">
                  <c:v>4.1573399999999996</c:v>
                </c:pt>
                <c:pt idx="15251">
                  <c:v>4.1576500000000003</c:v>
                </c:pt>
                <c:pt idx="15252">
                  <c:v>4.1579499999999996</c:v>
                </c:pt>
                <c:pt idx="15253">
                  <c:v>4.1582600000000003</c:v>
                </c:pt>
                <c:pt idx="15254">
                  <c:v>4.1585599999999996</c:v>
                </c:pt>
                <c:pt idx="15255">
                  <c:v>4.1588700000000003</c:v>
                </c:pt>
                <c:pt idx="15256">
                  <c:v>4.1591800000000001</c:v>
                </c:pt>
                <c:pt idx="15257">
                  <c:v>4.1594800000000003</c:v>
                </c:pt>
                <c:pt idx="15258">
                  <c:v>4.1597900000000001</c:v>
                </c:pt>
                <c:pt idx="15259">
                  <c:v>4.1600900000000003</c:v>
                </c:pt>
                <c:pt idx="15260">
                  <c:v>4.1604000000000001</c:v>
                </c:pt>
                <c:pt idx="15261">
                  <c:v>4.1607000000000003</c:v>
                </c:pt>
                <c:pt idx="15262">
                  <c:v>4.1610100000000001</c:v>
                </c:pt>
                <c:pt idx="15263">
                  <c:v>4.1613100000000003</c:v>
                </c:pt>
                <c:pt idx="15264">
                  <c:v>4.1616200000000001</c:v>
                </c:pt>
                <c:pt idx="15265">
                  <c:v>4.1619200000000003</c:v>
                </c:pt>
                <c:pt idx="15266">
                  <c:v>4.1622300000000001</c:v>
                </c:pt>
                <c:pt idx="15267">
                  <c:v>4.1625300000000003</c:v>
                </c:pt>
                <c:pt idx="15268">
                  <c:v>4.1628400000000001</c:v>
                </c:pt>
                <c:pt idx="15269">
                  <c:v>4.1631499999999999</c:v>
                </c:pt>
                <c:pt idx="15270">
                  <c:v>4.1634500000000001</c:v>
                </c:pt>
                <c:pt idx="15271">
                  <c:v>4.1637599999999999</c:v>
                </c:pt>
                <c:pt idx="15272">
                  <c:v>4.1640600000000001</c:v>
                </c:pt>
                <c:pt idx="15273">
                  <c:v>4.1643699999999999</c:v>
                </c:pt>
                <c:pt idx="15274">
                  <c:v>4.1646700000000001</c:v>
                </c:pt>
                <c:pt idx="15275">
                  <c:v>4.1649799999999999</c:v>
                </c:pt>
                <c:pt idx="15276">
                  <c:v>4.1652800000000001</c:v>
                </c:pt>
                <c:pt idx="15277">
                  <c:v>4.1655899999999999</c:v>
                </c:pt>
                <c:pt idx="15278">
                  <c:v>4.1658900000000001</c:v>
                </c:pt>
                <c:pt idx="15279">
                  <c:v>4.1661999999999999</c:v>
                </c:pt>
                <c:pt idx="15280">
                  <c:v>4.1665099999999997</c:v>
                </c:pt>
                <c:pt idx="15281">
                  <c:v>4.1668099999999999</c:v>
                </c:pt>
                <c:pt idx="15282">
                  <c:v>4.1671199999999997</c:v>
                </c:pt>
                <c:pt idx="15283">
                  <c:v>4.1674199999999999</c:v>
                </c:pt>
                <c:pt idx="15284">
                  <c:v>4.1677299999999997</c:v>
                </c:pt>
                <c:pt idx="15285">
                  <c:v>4.1680299999999999</c:v>
                </c:pt>
                <c:pt idx="15286">
                  <c:v>4.1683399999999997</c:v>
                </c:pt>
                <c:pt idx="15287">
                  <c:v>4.1686399999999999</c:v>
                </c:pt>
                <c:pt idx="15288">
                  <c:v>4.1689499999999997</c:v>
                </c:pt>
                <c:pt idx="15289">
                  <c:v>4.1692499999999999</c:v>
                </c:pt>
                <c:pt idx="15290">
                  <c:v>4.1695599999999997</c:v>
                </c:pt>
                <c:pt idx="15291">
                  <c:v>4.1698599999999999</c:v>
                </c:pt>
                <c:pt idx="15292">
                  <c:v>4.1701699999999997</c:v>
                </c:pt>
                <c:pt idx="15293">
                  <c:v>4.1704800000000004</c:v>
                </c:pt>
                <c:pt idx="15294">
                  <c:v>4.1707799999999997</c:v>
                </c:pt>
                <c:pt idx="15295">
                  <c:v>4.1710900000000004</c:v>
                </c:pt>
                <c:pt idx="15296">
                  <c:v>4.1713899999999997</c:v>
                </c:pt>
                <c:pt idx="15297">
                  <c:v>4.1717000000000004</c:v>
                </c:pt>
                <c:pt idx="15298">
                  <c:v>4.1719999999999997</c:v>
                </c:pt>
                <c:pt idx="15299">
                  <c:v>4.1723100000000004</c:v>
                </c:pt>
                <c:pt idx="15300">
                  <c:v>4.1726099999999997</c:v>
                </c:pt>
                <c:pt idx="15301">
                  <c:v>4.1729200000000004</c:v>
                </c:pt>
                <c:pt idx="15302">
                  <c:v>4.1732199999999997</c:v>
                </c:pt>
                <c:pt idx="15303">
                  <c:v>4.1735300000000004</c:v>
                </c:pt>
                <c:pt idx="15304">
                  <c:v>4.1738299999999997</c:v>
                </c:pt>
                <c:pt idx="15305">
                  <c:v>4.1741400000000004</c:v>
                </c:pt>
                <c:pt idx="15306">
                  <c:v>4.1744500000000002</c:v>
                </c:pt>
                <c:pt idx="15307">
                  <c:v>4.1747500000000004</c:v>
                </c:pt>
                <c:pt idx="15308">
                  <c:v>4.1750600000000002</c:v>
                </c:pt>
                <c:pt idx="15309">
                  <c:v>4.1753600000000004</c:v>
                </c:pt>
                <c:pt idx="15310">
                  <c:v>4.1756700000000002</c:v>
                </c:pt>
                <c:pt idx="15311">
                  <c:v>4.1759700000000004</c:v>
                </c:pt>
                <c:pt idx="15312">
                  <c:v>4.1762800000000002</c:v>
                </c:pt>
                <c:pt idx="15313">
                  <c:v>4.1765800000000004</c:v>
                </c:pt>
                <c:pt idx="15314">
                  <c:v>4.1768900000000002</c:v>
                </c:pt>
                <c:pt idx="15315">
                  <c:v>4.1771900000000004</c:v>
                </c:pt>
                <c:pt idx="15316">
                  <c:v>4.1775000000000002</c:v>
                </c:pt>
                <c:pt idx="15317">
                  <c:v>4.1778000000000004</c:v>
                </c:pt>
                <c:pt idx="15318">
                  <c:v>4.1781100000000002</c:v>
                </c:pt>
                <c:pt idx="15319">
                  <c:v>4.17842</c:v>
                </c:pt>
                <c:pt idx="15320">
                  <c:v>4.1787200000000002</c:v>
                </c:pt>
                <c:pt idx="15321">
                  <c:v>4.17903</c:v>
                </c:pt>
                <c:pt idx="15322">
                  <c:v>4.1793300000000002</c:v>
                </c:pt>
                <c:pt idx="15323">
                  <c:v>4.17964</c:v>
                </c:pt>
                <c:pt idx="15324">
                  <c:v>4.1799400000000002</c:v>
                </c:pt>
                <c:pt idx="15325">
                  <c:v>4.18025</c:v>
                </c:pt>
                <c:pt idx="15326">
                  <c:v>4.1805500000000002</c:v>
                </c:pt>
                <c:pt idx="15327">
                  <c:v>4.18086</c:v>
                </c:pt>
                <c:pt idx="15328">
                  <c:v>4.1811600000000002</c:v>
                </c:pt>
                <c:pt idx="15329">
                  <c:v>4.18147</c:v>
                </c:pt>
                <c:pt idx="15330">
                  <c:v>4.1817799999999998</c:v>
                </c:pt>
                <c:pt idx="15331">
                  <c:v>4.18208</c:v>
                </c:pt>
                <c:pt idx="15332">
                  <c:v>4.1823899999999998</c:v>
                </c:pt>
                <c:pt idx="15333">
                  <c:v>4.18269</c:v>
                </c:pt>
                <c:pt idx="15334">
                  <c:v>4.1829999999999998</c:v>
                </c:pt>
                <c:pt idx="15335">
                  <c:v>4.1833</c:v>
                </c:pt>
                <c:pt idx="15336">
                  <c:v>4.1836099999999998</c:v>
                </c:pt>
                <c:pt idx="15337">
                  <c:v>4.18391</c:v>
                </c:pt>
                <c:pt idx="15338">
                  <c:v>4.1842199999999998</c:v>
                </c:pt>
                <c:pt idx="15339">
                  <c:v>4.18452</c:v>
                </c:pt>
                <c:pt idx="15340">
                  <c:v>4.1848299999999998</c:v>
                </c:pt>
                <c:pt idx="15341">
                  <c:v>4.18513</c:v>
                </c:pt>
                <c:pt idx="15342">
                  <c:v>4.1854399999999998</c:v>
                </c:pt>
                <c:pt idx="15343">
                  <c:v>4.1857499999999996</c:v>
                </c:pt>
                <c:pt idx="15344">
                  <c:v>4.1860499999999998</c:v>
                </c:pt>
                <c:pt idx="15345">
                  <c:v>4.1863599999999996</c:v>
                </c:pt>
                <c:pt idx="15346">
                  <c:v>4.1866599999999998</c:v>
                </c:pt>
                <c:pt idx="15347">
                  <c:v>4.1869699999999996</c:v>
                </c:pt>
                <c:pt idx="15348">
                  <c:v>4.1872699999999998</c:v>
                </c:pt>
                <c:pt idx="15349">
                  <c:v>4.1875799999999996</c:v>
                </c:pt>
                <c:pt idx="15350">
                  <c:v>4.1878799999999998</c:v>
                </c:pt>
                <c:pt idx="15351">
                  <c:v>4.1881899999999996</c:v>
                </c:pt>
                <c:pt idx="15352">
                  <c:v>4.1884899999999998</c:v>
                </c:pt>
                <c:pt idx="15353">
                  <c:v>4.1887999999999996</c:v>
                </c:pt>
                <c:pt idx="15354">
                  <c:v>4.1890999999999998</c:v>
                </c:pt>
                <c:pt idx="15355">
                  <c:v>4.1894099999999996</c:v>
                </c:pt>
                <c:pt idx="15356">
                  <c:v>4.1897200000000003</c:v>
                </c:pt>
                <c:pt idx="15357">
                  <c:v>4.1900199999999996</c:v>
                </c:pt>
                <c:pt idx="15358">
                  <c:v>4.1903300000000003</c:v>
                </c:pt>
                <c:pt idx="15359">
                  <c:v>4.1906299999999996</c:v>
                </c:pt>
                <c:pt idx="15360">
                  <c:v>4.1909400000000003</c:v>
                </c:pt>
                <c:pt idx="15361">
                  <c:v>4.1912399999999996</c:v>
                </c:pt>
                <c:pt idx="15362">
                  <c:v>4.1915500000000003</c:v>
                </c:pt>
                <c:pt idx="15363">
                  <c:v>4.1918499999999996</c:v>
                </c:pt>
                <c:pt idx="15364">
                  <c:v>4.1921600000000003</c:v>
                </c:pt>
                <c:pt idx="15365">
                  <c:v>4.1924599999999996</c:v>
                </c:pt>
                <c:pt idx="15366">
                  <c:v>4.1927700000000003</c:v>
                </c:pt>
                <c:pt idx="15367">
                  <c:v>4.1930699999999996</c:v>
                </c:pt>
                <c:pt idx="15368">
                  <c:v>4.1933800000000003</c:v>
                </c:pt>
                <c:pt idx="15369">
                  <c:v>4.1936900000000001</c:v>
                </c:pt>
                <c:pt idx="15370">
                  <c:v>4.1939900000000003</c:v>
                </c:pt>
                <c:pt idx="15371">
                  <c:v>4.1943000000000001</c:v>
                </c:pt>
                <c:pt idx="15372">
                  <c:v>4.1946000000000003</c:v>
                </c:pt>
                <c:pt idx="15373">
                  <c:v>4.1949100000000001</c:v>
                </c:pt>
                <c:pt idx="15374">
                  <c:v>4.1952100000000003</c:v>
                </c:pt>
                <c:pt idx="15375">
                  <c:v>4.1955200000000001</c:v>
                </c:pt>
                <c:pt idx="15376">
                  <c:v>4.1958200000000003</c:v>
                </c:pt>
                <c:pt idx="15377">
                  <c:v>4.1961300000000001</c:v>
                </c:pt>
                <c:pt idx="15378">
                  <c:v>4.1964300000000003</c:v>
                </c:pt>
                <c:pt idx="15379">
                  <c:v>4.1967400000000001</c:v>
                </c:pt>
                <c:pt idx="15380">
                  <c:v>4.1970400000000003</c:v>
                </c:pt>
                <c:pt idx="15381">
                  <c:v>4.1973500000000001</c:v>
                </c:pt>
                <c:pt idx="15382">
                  <c:v>4.1976599999999999</c:v>
                </c:pt>
                <c:pt idx="15383">
                  <c:v>4.1979600000000001</c:v>
                </c:pt>
                <c:pt idx="15384">
                  <c:v>4.1982699999999999</c:v>
                </c:pt>
                <c:pt idx="15385">
                  <c:v>4.1985700000000001</c:v>
                </c:pt>
                <c:pt idx="15386">
                  <c:v>4.1988799999999999</c:v>
                </c:pt>
                <c:pt idx="15387">
                  <c:v>4.1991800000000001</c:v>
                </c:pt>
                <c:pt idx="15388">
                  <c:v>4.1994899999999999</c:v>
                </c:pt>
                <c:pt idx="15389">
                  <c:v>4.1997900000000001</c:v>
                </c:pt>
                <c:pt idx="15390">
                  <c:v>4.2000999999999999</c:v>
                </c:pt>
                <c:pt idx="15391">
                  <c:v>4.2004000000000001</c:v>
                </c:pt>
                <c:pt idx="15392">
                  <c:v>4.2007099999999999</c:v>
                </c:pt>
                <c:pt idx="15393">
                  <c:v>4.2010199999999998</c:v>
                </c:pt>
                <c:pt idx="15394">
                  <c:v>4.2013199999999999</c:v>
                </c:pt>
                <c:pt idx="15395">
                  <c:v>4.2016299999999998</c:v>
                </c:pt>
                <c:pt idx="15396">
                  <c:v>4.2019299999999999</c:v>
                </c:pt>
                <c:pt idx="15397">
                  <c:v>4.2022399999999998</c:v>
                </c:pt>
                <c:pt idx="15398">
                  <c:v>4.2025399999999999</c:v>
                </c:pt>
                <c:pt idx="15399">
                  <c:v>4.2028499999999998</c:v>
                </c:pt>
                <c:pt idx="15400">
                  <c:v>4.2031499999999999</c:v>
                </c:pt>
                <c:pt idx="15401">
                  <c:v>4.2034599999999998</c:v>
                </c:pt>
                <c:pt idx="15402">
                  <c:v>4.2037599999999999</c:v>
                </c:pt>
                <c:pt idx="15403">
                  <c:v>4.2040699999999998</c:v>
                </c:pt>
                <c:pt idx="15404">
                  <c:v>4.2043699999999999</c:v>
                </c:pt>
                <c:pt idx="15405">
                  <c:v>4.2046799999999998</c:v>
                </c:pt>
                <c:pt idx="15406">
                  <c:v>4.2049899999999996</c:v>
                </c:pt>
                <c:pt idx="15407">
                  <c:v>4.2052899999999998</c:v>
                </c:pt>
                <c:pt idx="15408">
                  <c:v>4.2055999999999996</c:v>
                </c:pt>
                <c:pt idx="15409">
                  <c:v>4.2058999999999997</c:v>
                </c:pt>
                <c:pt idx="15410">
                  <c:v>4.2062099999999996</c:v>
                </c:pt>
                <c:pt idx="15411">
                  <c:v>4.2065099999999997</c:v>
                </c:pt>
                <c:pt idx="15412">
                  <c:v>4.2068199999999996</c:v>
                </c:pt>
                <c:pt idx="15413">
                  <c:v>4.2071199999999997</c:v>
                </c:pt>
                <c:pt idx="15414">
                  <c:v>4.2074299999999996</c:v>
                </c:pt>
                <c:pt idx="15415">
                  <c:v>4.2077299999999997</c:v>
                </c:pt>
                <c:pt idx="15416">
                  <c:v>4.2080399999999996</c:v>
                </c:pt>
                <c:pt idx="15417">
                  <c:v>4.2083399999999997</c:v>
                </c:pt>
                <c:pt idx="15418">
                  <c:v>4.2086499999999996</c:v>
                </c:pt>
                <c:pt idx="15419">
                  <c:v>4.2089600000000003</c:v>
                </c:pt>
                <c:pt idx="15420">
                  <c:v>4.2092599999999996</c:v>
                </c:pt>
                <c:pt idx="15421">
                  <c:v>4.2095700000000003</c:v>
                </c:pt>
                <c:pt idx="15422">
                  <c:v>4.2098699999999996</c:v>
                </c:pt>
                <c:pt idx="15423">
                  <c:v>4.2101800000000003</c:v>
                </c:pt>
                <c:pt idx="15424">
                  <c:v>4.2104799999999996</c:v>
                </c:pt>
                <c:pt idx="15425">
                  <c:v>4.2107900000000003</c:v>
                </c:pt>
                <c:pt idx="15426">
                  <c:v>4.2110900000000004</c:v>
                </c:pt>
                <c:pt idx="15427">
                  <c:v>4.2114000000000003</c:v>
                </c:pt>
                <c:pt idx="15428">
                  <c:v>4.2117000000000004</c:v>
                </c:pt>
                <c:pt idx="15429">
                  <c:v>4.2120100000000003</c:v>
                </c:pt>
                <c:pt idx="15430">
                  <c:v>4.2123100000000004</c:v>
                </c:pt>
                <c:pt idx="15431">
                  <c:v>4.2126200000000003</c:v>
                </c:pt>
                <c:pt idx="15432">
                  <c:v>4.2129300000000001</c:v>
                </c:pt>
                <c:pt idx="15433">
                  <c:v>4.2132300000000003</c:v>
                </c:pt>
                <c:pt idx="15434">
                  <c:v>4.2135400000000001</c:v>
                </c:pt>
                <c:pt idx="15435">
                  <c:v>4.2138400000000003</c:v>
                </c:pt>
                <c:pt idx="15436">
                  <c:v>4.2141500000000001</c:v>
                </c:pt>
                <c:pt idx="15437">
                  <c:v>4.2144500000000003</c:v>
                </c:pt>
                <c:pt idx="15438">
                  <c:v>4.2147600000000001</c:v>
                </c:pt>
                <c:pt idx="15439">
                  <c:v>4.2150600000000003</c:v>
                </c:pt>
                <c:pt idx="15440">
                  <c:v>4.2153700000000001</c:v>
                </c:pt>
                <c:pt idx="15441">
                  <c:v>4.2156700000000003</c:v>
                </c:pt>
                <c:pt idx="15442">
                  <c:v>4.2159800000000001</c:v>
                </c:pt>
                <c:pt idx="15443">
                  <c:v>4.2162800000000002</c:v>
                </c:pt>
                <c:pt idx="15444">
                  <c:v>4.2165900000000001</c:v>
                </c:pt>
                <c:pt idx="15445">
                  <c:v>4.2168999999999999</c:v>
                </c:pt>
                <c:pt idx="15446">
                  <c:v>4.2172000000000001</c:v>
                </c:pt>
                <c:pt idx="15447">
                  <c:v>4.2175099999999999</c:v>
                </c:pt>
                <c:pt idx="15448">
                  <c:v>4.2178100000000001</c:v>
                </c:pt>
                <c:pt idx="15449">
                  <c:v>4.2181199999999999</c:v>
                </c:pt>
                <c:pt idx="15450">
                  <c:v>4.2184200000000001</c:v>
                </c:pt>
                <c:pt idx="15451">
                  <c:v>4.2187299999999999</c:v>
                </c:pt>
                <c:pt idx="15452">
                  <c:v>4.2190300000000001</c:v>
                </c:pt>
                <c:pt idx="15453">
                  <c:v>4.2193399999999999</c:v>
                </c:pt>
                <c:pt idx="15454">
                  <c:v>4.2196400000000001</c:v>
                </c:pt>
                <c:pt idx="15455">
                  <c:v>4.2199499999999999</c:v>
                </c:pt>
                <c:pt idx="15456">
                  <c:v>4.2202599999999997</c:v>
                </c:pt>
                <c:pt idx="15457">
                  <c:v>4.2205599999999999</c:v>
                </c:pt>
                <c:pt idx="15458">
                  <c:v>4.2208699999999997</c:v>
                </c:pt>
                <c:pt idx="15459">
                  <c:v>4.2211699999999999</c:v>
                </c:pt>
                <c:pt idx="15460">
                  <c:v>4.2214799999999997</c:v>
                </c:pt>
                <c:pt idx="15461">
                  <c:v>4.2217799999999999</c:v>
                </c:pt>
                <c:pt idx="15462">
                  <c:v>4.2220899999999997</c:v>
                </c:pt>
                <c:pt idx="15463">
                  <c:v>4.2223899999999999</c:v>
                </c:pt>
                <c:pt idx="15464">
                  <c:v>4.2226999999999997</c:v>
                </c:pt>
                <c:pt idx="15465">
                  <c:v>4.2229999999999999</c:v>
                </c:pt>
                <c:pt idx="15466">
                  <c:v>4.2233099999999997</c:v>
                </c:pt>
                <c:pt idx="15467">
                  <c:v>4.2236099999999999</c:v>
                </c:pt>
                <c:pt idx="15468">
                  <c:v>4.2239199999999997</c:v>
                </c:pt>
                <c:pt idx="15469">
                  <c:v>4.2242300000000004</c:v>
                </c:pt>
                <c:pt idx="15470">
                  <c:v>4.2245299999999997</c:v>
                </c:pt>
                <c:pt idx="15471">
                  <c:v>4.2248400000000004</c:v>
                </c:pt>
                <c:pt idx="15472">
                  <c:v>4.2251399999999997</c:v>
                </c:pt>
                <c:pt idx="15473">
                  <c:v>4.2254500000000004</c:v>
                </c:pt>
                <c:pt idx="15474">
                  <c:v>4.2257499999999997</c:v>
                </c:pt>
                <c:pt idx="15475">
                  <c:v>4.2260600000000004</c:v>
                </c:pt>
                <c:pt idx="15476">
                  <c:v>4.2263599999999997</c:v>
                </c:pt>
                <c:pt idx="15477">
                  <c:v>4.2266700000000004</c:v>
                </c:pt>
                <c:pt idx="15478">
                  <c:v>4.2269699999999997</c:v>
                </c:pt>
                <c:pt idx="15479">
                  <c:v>4.2272800000000004</c:v>
                </c:pt>
                <c:pt idx="15480">
                  <c:v>4.2275799999999997</c:v>
                </c:pt>
                <c:pt idx="15481">
                  <c:v>4.2278900000000004</c:v>
                </c:pt>
                <c:pt idx="15482">
                  <c:v>4.2282000000000002</c:v>
                </c:pt>
                <c:pt idx="15483">
                  <c:v>4.2285000000000004</c:v>
                </c:pt>
                <c:pt idx="15484">
                  <c:v>4.2288100000000002</c:v>
                </c:pt>
                <c:pt idx="15485">
                  <c:v>4.2291100000000004</c:v>
                </c:pt>
                <c:pt idx="15486">
                  <c:v>4.2294200000000002</c:v>
                </c:pt>
                <c:pt idx="15487">
                  <c:v>4.2297200000000004</c:v>
                </c:pt>
                <c:pt idx="15488">
                  <c:v>4.2300300000000002</c:v>
                </c:pt>
                <c:pt idx="15489">
                  <c:v>4.2303300000000004</c:v>
                </c:pt>
                <c:pt idx="15490">
                  <c:v>4.2306400000000002</c:v>
                </c:pt>
                <c:pt idx="15491">
                  <c:v>4.2309400000000004</c:v>
                </c:pt>
                <c:pt idx="15492">
                  <c:v>4.2312500000000002</c:v>
                </c:pt>
                <c:pt idx="15493">
                  <c:v>4.2315500000000004</c:v>
                </c:pt>
                <c:pt idx="15494">
                  <c:v>4.2318600000000002</c:v>
                </c:pt>
                <c:pt idx="15495">
                  <c:v>4.23217</c:v>
                </c:pt>
                <c:pt idx="15496">
                  <c:v>4.2324700000000002</c:v>
                </c:pt>
                <c:pt idx="15497">
                  <c:v>4.23278</c:v>
                </c:pt>
                <c:pt idx="15498">
                  <c:v>4.2330800000000002</c:v>
                </c:pt>
                <c:pt idx="15499">
                  <c:v>4.23339</c:v>
                </c:pt>
                <c:pt idx="15500">
                  <c:v>4.2336900000000002</c:v>
                </c:pt>
                <c:pt idx="15501">
                  <c:v>4.234</c:v>
                </c:pt>
                <c:pt idx="15502">
                  <c:v>4.2343000000000002</c:v>
                </c:pt>
                <c:pt idx="15503">
                  <c:v>4.23461</c:v>
                </c:pt>
                <c:pt idx="15504">
                  <c:v>4.2349100000000002</c:v>
                </c:pt>
                <c:pt idx="15505">
                  <c:v>4.23522</c:v>
                </c:pt>
                <c:pt idx="15506">
                  <c:v>4.2355299999999998</c:v>
                </c:pt>
                <c:pt idx="15507">
                  <c:v>4.23583</c:v>
                </c:pt>
                <c:pt idx="15508">
                  <c:v>4.2361399999999998</c:v>
                </c:pt>
                <c:pt idx="15509">
                  <c:v>4.23644</c:v>
                </c:pt>
                <c:pt idx="15510">
                  <c:v>4.2367499999999998</c:v>
                </c:pt>
                <c:pt idx="15511">
                  <c:v>4.23705</c:v>
                </c:pt>
                <c:pt idx="15512">
                  <c:v>4.2373599999999998</c:v>
                </c:pt>
                <c:pt idx="15513">
                  <c:v>4.23766</c:v>
                </c:pt>
                <c:pt idx="15514">
                  <c:v>4.2379699999999998</c:v>
                </c:pt>
                <c:pt idx="15515">
                  <c:v>4.23827</c:v>
                </c:pt>
                <c:pt idx="15516">
                  <c:v>4.2385799999999998</c:v>
                </c:pt>
                <c:pt idx="15517">
                  <c:v>4.23888</c:v>
                </c:pt>
                <c:pt idx="15518">
                  <c:v>4.2391899999999998</c:v>
                </c:pt>
                <c:pt idx="15519">
                  <c:v>4.2394999999999996</c:v>
                </c:pt>
                <c:pt idx="15520">
                  <c:v>4.2397999999999998</c:v>
                </c:pt>
                <c:pt idx="15521">
                  <c:v>4.2401099999999996</c:v>
                </c:pt>
                <c:pt idx="15522">
                  <c:v>4.2404099999999998</c:v>
                </c:pt>
                <c:pt idx="15523">
                  <c:v>4.2407199999999996</c:v>
                </c:pt>
                <c:pt idx="15524">
                  <c:v>4.2410199999999998</c:v>
                </c:pt>
                <c:pt idx="15525">
                  <c:v>4.2413299999999996</c:v>
                </c:pt>
                <c:pt idx="15526">
                  <c:v>4.2416299999999998</c:v>
                </c:pt>
                <c:pt idx="15527">
                  <c:v>4.2419399999999996</c:v>
                </c:pt>
                <c:pt idx="15528">
                  <c:v>4.2422399999999998</c:v>
                </c:pt>
                <c:pt idx="15529">
                  <c:v>4.2425499999999996</c:v>
                </c:pt>
                <c:pt idx="15530">
                  <c:v>4.2428499999999998</c:v>
                </c:pt>
                <c:pt idx="15531">
                  <c:v>4.2431599999999996</c:v>
                </c:pt>
                <c:pt idx="15532">
                  <c:v>4.2434700000000003</c:v>
                </c:pt>
                <c:pt idx="15533">
                  <c:v>4.2437699999999996</c:v>
                </c:pt>
                <c:pt idx="15534">
                  <c:v>4.2440800000000003</c:v>
                </c:pt>
                <c:pt idx="15535">
                  <c:v>4.2443799999999996</c:v>
                </c:pt>
                <c:pt idx="15536">
                  <c:v>4.2446900000000003</c:v>
                </c:pt>
                <c:pt idx="15537">
                  <c:v>4.2449899999999996</c:v>
                </c:pt>
                <c:pt idx="15538">
                  <c:v>4.2453000000000003</c:v>
                </c:pt>
                <c:pt idx="15539">
                  <c:v>4.2455999999999996</c:v>
                </c:pt>
                <c:pt idx="15540">
                  <c:v>4.2459100000000003</c:v>
                </c:pt>
                <c:pt idx="15541">
                  <c:v>4.2462099999999996</c:v>
                </c:pt>
                <c:pt idx="15542">
                  <c:v>4.2465200000000003</c:v>
                </c:pt>
                <c:pt idx="15543">
                  <c:v>4.2468199999999996</c:v>
                </c:pt>
                <c:pt idx="15544">
                  <c:v>4.2471300000000003</c:v>
                </c:pt>
                <c:pt idx="15545">
                  <c:v>4.2474400000000001</c:v>
                </c:pt>
                <c:pt idx="15546">
                  <c:v>4.2477400000000003</c:v>
                </c:pt>
                <c:pt idx="15547">
                  <c:v>4.2480500000000001</c:v>
                </c:pt>
                <c:pt idx="15548">
                  <c:v>4.2483500000000003</c:v>
                </c:pt>
                <c:pt idx="15549">
                  <c:v>4.2486600000000001</c:v>
                </c:pt>
                <c:pt idx="15550">
                  <c:v>4.2489600000000003</c:v>
                </c:pt>
                <c:pt idx="15551">
                  <c:v>4.2492700000000001</c:v>
                </c:pt>
                <c:pt idx="15552">
                  <c:v>4.2495700000000003</c:v>
                </c:pt>
                <c:pt idx="15553">
                  <c:v>4.2498800000000001</c:v>
                </c:pt>
                <c:pt idx="15554">
                  <c:v>4.2501800000000003</c:v>
                </c:pt>
                <c:pt idx="15555">
                  <c:v>4.2504900000000001</c:v>
                </c:pt>
                <c:pt idx="15556">
                  <c:v>4.2507900000000003</c:v>
                </c:pt>
                <c:pt idx="15557">
                  <c:v>4.2511000000000001</c:v>
                </c:pt>
                <c:pt idx="15558">
                  <c:v>4.2514099999999999</c:v>
                </c:pt>
                <c:pt idx="15559">
                  <c:v>4.2517100000000001</c:v>
                </c:pt>
                <c:pt idx="15560">
                  <c:v>4.2520199999999999</c:v>
                </c:pt>
                <c:pt idx="15561">
                  <c:v>4.2523200000000001</c:v>
                </c:pt>
                <c:pt idx="15562">
                  <c:v>4.2526299999999999</c:v>
                </c:pt>
                <c:pt idx="15563">
                  <c:v>4.2529300000000001</c:v>
                </c:pt>
                <c:pt idx="15564">
                  <c:v>4.2532399999999999</c:v>
                </c:pt>
                <c:pt idx="15565">
                  <c:v>4.2535400000000001</c:v>
                </c:pt>
                <c:pt idx="15566">
                  <c:v>4.2538499999999999</c:v>
                </c:pt>
                <c:pt idx="15567">
                  <c:v>4.2541500000000001</c:v>
                </c:pt>
                <c:pt idx="15568">
                  <c:v>4.2544599999999999</c:v>
                </c:pt>
                <c:pt idx="15569">
                  <c:v>4.2547699999999997</c:v>
                </c:pt>
                <c:pt idx="15570">
                  <c:v>4.2550699999999999</c:v>
                </c:pt>
                <c:pt idx="15571">
                  <c:v>4.2553799999999997</c:v>
                </c:pt>
                <c:pt idx="15572">
                  <c:v>4.2556799999999999</c:v>
                </c:pt>
                <c:pt idx="15573">
                  <c:v>4.2559899999999997</c:v>
                </c:pt>
                <c:pt idx="15574">
                  <c:v>4.2562899999999999</c:v>
                </c:pt>
                <c:pt idx="15575">
                  <c:v>4.2565999999999997</c:v>
                </c:pt>
                <c:pt idx="15576">
                  <c:v>4.2568999999999999</c:v>
                </c:pt>
                <c:pt idx="15577">
                  <c:v>4.2572099999999997</c:v>
                </c:pt>
                <c:pt idx="15578">
                  <c:v>4.2575099999999999</c:v>
                </c:pt>
                <c:pt idx="15579">
                  <c:v>4.2578199999999997</c:v>
                </c:pt>
                <c:pt idx="15580">
                  <c:v>4.2581199999999999</c:v>
                </c:pt>
                <c:pt idx="15581">
                  <c:v>4.2584299999999997</c:v>
                </c:pt>
                <c:pt idx="15582">
                  <c:v>4.2587400000000004</c:v>
                </c:pt>
                <c:pt idx="15583">
                  <c:v>4.2590399999999997</c:v>
                </c:pt>
                <c:pt idx="15584">
                  <c:v>4.2593500000000004</c:v>
                </c:pt>
                <c:pt idx="15585">
                  <c:v>4.2596499999999997</c:v>
                </c:pt>
                <c:pt idx="15586">
                  <c:v>4.2599600000000004</c:v>
                </c:pt>
                <c:pt idx="15587">
                  <c:v>4.2602599999999997</c:v>
                </c:pt>
                <c:pt idx="15588">
                  <c:v>4.2605700000000004</c:v>
                </c:pt>
                <c:pt idx="15589">
                  <c:v>4.2608699999999997</c:v>
                </c:pt>
                <c:pt idx="15590">
                  <c:v>4.2611800000000004</c:v>
                </c:pt>
                <c:pt idx="15591">
                  <c:v>4.2614799999999997</c:v>
                </c:pt>
                <c:pt idx="15592">
                  <c:v>4.2617900000000004</c:v>
                </c:pt>
                <c:pt idx="15593">
                  <c:v>4.2620899999999997</c:v>
                </c:pt>
                <c:pt idx="15594">
                  <c:v>4.2624000000000004</c:v>
                </c:pt>
                <c:pt idx="15595">
                  <c:v>4.2627100000000002</c:v>
                </c:pt>
                <c:pt idx="15596">
                  <c:v>4.2630100000000004</c:v>
                </c:pt>
                <c:pt idx="15597">
                  <c:v>4.2633200000000002</c:v>
                </c:pt>
                <c:pt idx="15598">
                  <c:v>4.2636200000000004</c:v>
                </c:pt>
                <c:pt idx="15599">
                  <c:v>4.2639300000000002</c:v>
                </c:pt>
                <c:pt idx="15600">
                  <c:v>4.2642300000000004</c:v>
                </c:pt>
                <c:pt idx="15601">
                  <c:v>4.2645400000000002</c:v>
                </c:pt>
                <c:pt idx="15602">
                  <c:v>4.2648400000000004</c:v>
                </c:pt>
                <c:pt idx="15603">
                  <c:v>4.2651500000000002</c:v>
                </c:pt>
                <c:pt idx="15604">
                  <c:v>4.2654500000000004</c:v>
                </c:pt>
                <c:pt idx="15605">
                  <c:v>4.2657600000000002</c:v>
                </c:pt>
                <c:pt idx="15606">
                  <c:v>4.2660600000000004</c:v>
                </c:pt>
                <c:pt idx="15607">
                  <c:v>4.2663700000000002</c:v>
                </c:pt>
                <c:pt idx="15608">
                  <c:v>4.26668</c:v>
                </c:pt>
                <c:pt idx="15609">
                  <c:v>4.2669800000000002</c:v>
                </c:pt>
                <c:pt idx="15610">
                  <c:v>4.26729</c:v>
                </c:pt>
                <c:pt idx="15611">
                  <c:v>4.2675900000000002</c:v>
                </c:pt>
                <c:pt idx="15612">
                  <c:v>4.2679</c:v>
                </c:pt>
                <c:pt idx="15613">
                  <c:v>4.2682000000000002</c:v>
                </c:pt>
                <c:pt idx="15614">
                  <c:v>4.26851</c:v>
                </c:pt>
                <c:pt idx="15615">
                  <c:v>4.2688100000000002</c:v>
                </c:pt>
                <c:pt idx="15616">
                  <c:v>4.26912</c:v>
                </c:pt>
                <c:pt idx="15617">
                  <c:v>4.2694200000000002</c:v>
                </c:pt>
                <c:pt idx="15618">
                  <c:v>4.26973</c:v>
                </c:pt>
                <c:pt idx="15619">
                  <c:v>4.2700300000000002</c:v>
                </c:pt>
                <c:pt idx="15620">
                  <c:v>4.27034</c:v>
                </c:pt>
                <c:pt idx="15621">
                  <c:v>4.2706499999999998</c:v>
                </c:pt>
                <c:pt idx="15622">
                  <c:v>4.27095</c:v>
                </c:pt>
                <c:pt idx="15623">
                  <c:v>4.2712599999999998</c:v>
                </c:pt>
                <c:pt idx="15624">
                  <c:v>4.27156</c:v>
                </c:pt>
                <c:pt idx="15625">
                  <c:v>4.2718699999999998</c:v>
                </c:pt>
                <c:pt idx="15626">
                  <c:v>4.27217</c:v>
                </c:pt>
                <c:pt idx="15627">
                  <c:v>4.2724799999999998</c:v>
                </c:pt>
                <c:pt idx="15628">
                  <c:v>4.27278</c:v>
                </c:pt>
                <c:pt idx="15629">
                  <c:v>4.2730899999999998</c:v>
                </c:pt>
                <c:pt idx="15630">
                  <c:v>4.27339</c:v>
                </c:pt>
                <c:pt idx="15631">
                  <c:v>4.2736999999999998</c:v>
                </c:pt>
                <c:pt idx="15632">
                  <c:v>4.2740099999999996</c:v>
                </c:pt>
                <c:pt idx="15633">
                  <c:v>4.2743099999999998</c:v>
                </c:pt>
                <c:pt idx="15634">
                  <c:v>4.2746199999999996</c:v>
                </c:pt>
                <c:pt idx="15635">
                  <c:v>4.2749199999999998</c:v>
                </c:pt>
                <c:pt idx="15636">
                  <c:v>4.2752299999999996</c:v>
                </c:pt>
                <c:pt idx="15637">
                  <c:v>4.2755299999999998</c:v>
                </c:pt>
                <c:pt idx="15638">
                  <c:v>4.2758399999999996</c:v>
                </c:pt>
                <c:pt idx="15639">
                  <c:v>4.2761399999999998</c:v>
                </c:pt>
                <c:pt idx="15640">
                  <c:v>4.2764499999999996</c:v>
                </c:pt>
                <c:pt idx="15641">
                  <c:v>4.2767499999999998</c:v>
                </c:pt>
                <c:pt idx="15642">
                  <c:v>4.2770599999999996</c:v>
                </c:pt>
                <c:pt idx="15643">
                  <c:v>4.2773599999999998</c:v>
                </c:pt>
                <c:pt idx="15644">
                  <c:v>4.2776699999999996</c:v>
                </c:pt>
                <c:pt idx="15645">
                  <c:v>4.2779800000000003</c:v>
                </c:pt>
                <c:pt idx="15646">
                  <c:v>4.2782799999999996</c:v>
                </c:pt>
                <c:pt idx="15647">
                  <c:v>4.2785900000000003</c:v>
                </c:pt>
                <c:pt idx="15648">
                  <c:v>4.2788899999999996</c:v>
                </c:pt>
                <c:pt idx="15649">
                  <c:v>4.2792000000000003</c:v>
                </c:pt>
                <c:pt idx="15650">
                  <c:v>4.2794999999999996</c:v>
                </c:pt>
                <c:pt idx="15651">
                  <c:v>4.2798100000000003</c:v>
                </c:pt>
                <c:pt idx="15652">
                  <c:v>4.2801099999999996</c:v>
                </c:pt>
                <c:pt idx="15653">
                  <c:v>4.2804200000000003</c:v>
                </c:pt>
                <c:pt idx="15654">
                  <c:v>4.2807199999999996</c:v>
                </c:pt>
                <c:pt idx="15655">
                  <c:v>4.2810300000000003</c:v>
                </c:pt>
                <c:pt idx="15656">
                  <c:v>4.2813299999999996</c:v>
                </c:pt>
                <c:pt idx="15657">
                  <c:v>4.2816400000000003</c:v>
                </c:pt>
                <c:pt idx="15658">
                  <c:v>4.2819500000000001</c:v>
                </c:pt>
                <c:pt idx="15659">
                  <c:v>4.2822500000000003</c:v>
                </c:pt>
                <c:pt idx="15660">
                  <c:v>4.2825600000000001</c:v>
                </c:pt>
                <c:pt idx="15661">
                  <c:v>4.2828600000000003</c:v>
                </c:pt>
                <c:pt idx="15662">
                  <c:v>4.2831700000000001</c:v>
                </c:pt>
                <c:pt idx="15663">
                  <c:v>4.2834700000000003</c:v>
                </c:pt>
                <c:pt idx="15664">
                  <c:v>4.2837800000000001</c:v>
                </c:pt>
                <c:pt idx="15665">
                  <c:v>4.2840800000000003</c:v>
                </c:pt>
                <c:pt idx="15666">
                  <c:v>4.2843900000000001</c:v>
                </c:pt>
                <c:pt idx="15667">
                  <c:v>4.2846900000000003</c:v>
                </c:pt>
                <c:pt idx="15668">
                  <c:v>4.2850000000000001</c:v>
                </c:pt>
                <c:pt idx="15669">
                  <c:v>4.2853000000000003</c:v>
                </c:pt>
                <c:pt idx="15670">
                  <c:v>4.2856100000000001</c:v>
                </c:pt>
                <c:pt idx="15671">
                  <c:v>4.28592</c:v>
                </c:pt>
                <c:pt idx="15672">
                  <c:v>4.2862200000000001</c:v>
                </c:pt>
                <c:pt idx="15673">
                  <c:v>4.28653</c:v>
                </c:pt>
                <c:pt idx="15674">
                  <c:v>4.2868300000000001</c:v>
                </c:pt>
                <c:pt idx="15675">
                  <c:v>4.28714</c:v>
                </c:pt>
                <c:pt idx="15676">
                  <c:v>4.2874400000000001</c:v>
                </c:pt>
                <c:pt idx="15677">
                  <c:v>4.28775</c:v>
                </c:pt>
                <c:pt idx="15678">
                  <c:v>4.2880500000000001</c:v>
                </c:pt>
                <c:pt idx="15679">
                  <c:v>4.2883599999999999</c:v>
                </c:pt>
                <c:pt idx="15680">
                  <c:v>4.2886600000000001</c:v>
                </c:pt>
                <c:pt idx="15681">
                  <c:v>4.2889699999999999</c:v>
                </c:pt>
                <c:pt idx="15682">
                  <c:v>4.2892799999999998</c:v>
                </c:pt>
                <c:pt idx="15683">
                  <c:v>4.2895799999999999</c:v>
                </c:pt>
                <c:pt idx="15684">
                  <c:v>4.2898899999999998</c:v>
                </c:pt>
                <c:pt idx="15685">
                  <c:v>4.2901899999999999</c:v>
                </c:pt>
                <c:pt idx="15686">
                  <c:v>4.2904999999999998</c:v>
                </c:pt>
                <c:pt idx="15687">
                  <c:v>4.2907999999999999</c:v>
                </c:pt>
                <c:pt idx="15688">
                  <c:v>4.2911099999999998</c:v>
                </c:pt>
                <c:pt idx="15689">
                  <c:v>4.2914099999999999</c:v>
                </c:pt>
                <c:pt idx="15690">
                  <c:v>4.2917199999999998</c:v>
                </c:pt>
                <c:pt idx="15691">
                  <c:v>4.2920199999999999</c:v>
                </c:pt>
                <c:pt idx="15692">
                  <c:v>4.2923299999999998</c:v>
                </c:pt>
                <c:pt idx="15693">
                  <c:v>4.2926299999999999</c:v>
                </c:pt>
                <c:pt idx="15694">
                  <c:v>4.2929399999999998</c:v>
                </c:pt>
                <c:pt idx="15695">
                  <c:v>4.2932499999999996</c:v>
                </c:pt>
                <c:pt idx="15696">
                  <c:v>4.2935499999999998</c:v>
                </c:pt>
                <c:pt idx="15697">
                  <c:v>4.2938599999999996</c:v>
                </c:pt>
                <c:pt idx="15698">
                  <c:v>4.2941599999999998</c:v>
                </c:pt>
                <c:pt idx="15699">
                  <c:v>4.2944699999999996</c:v>
                </c:pt>
                <c:pt idx="15700">
                  <c:v>4.2947699999999998</c:v>
                </c:pt>
                <c:pt idx="15701">
                  <c:v>4.2950799999999996</c:v>
                </c:pt>
                <c:pt idx="15702">
                  <c:v>4.2953799999999998</c:v>
                </c:pt>
                <c:pt idx="15703">
                  <c:v>4.2956899999999996</c:v>
                </c:pt>
                <c:pt idx="15704">
                  <c:v>4.2959899999999998</c:v>
                </c:pt>
                <c:pt idx="15705">
                  <c:v>4.2962999999999996</c:v>
                </c:pt>
                <c:pt idx="15706">
                  <c:v>4.2965999999999998</c:v>
                </c:pt>
                <c:pt idx="15707">
                  <c:v>4.2969099999999996</c:v>
                </c:pt>
                <c:pt idx="15708">
                  <c:v>4.2972200000000003</c:v>
                </c:pt>
                <c:pt idx="15709">
                  <c:v>4.2975199999999996</c:v>
                </c:pt>
                <c:pt idx="15710">
                  <c:v>4.2978300000000003</c:v>
                </c:pt>
                <c:pt idx="15711">
                  <c:v>4.2981299999999996</c:v>
                </c:pt>
                <c:pt idx="15712">
                  <c:v>4.2984400000000003</c:v>
                </c:pt>
                <c:pt idx="15713">
                  <c:v>4.2987399999999996</c:v>
                </c:pt>
                <c:pt idx="15714">
                  <c:v>4.2990500000000003</c:v>
                </c:pt>
                <c:pt idx="15715">
                  <c:v>4.2993499999999996</c:v>
                </c:pt>
                <c:pt idx="15716">
                  <c:v>4.2996600000000003</c:v>
                </c:pt>
                <c:pt idx="15717">
                  <c:v>4.2999599999999996</c:v>
                </c:pt>
                <c:pt idx="15718">
                  <c:v>4.3002700000000003</c:v>
                </c:pt>
                <c:pt idx="15719">
                  <c:v>4.3005699999999996</c:v>
                </c:pt>
                <c:pt idx="15720">
                  <c:v>4.3008800000000003</c:v>
                </c:pt>
                <c:pt idx="15721">
                  <c:v>4.3011900000000001</c:v>
                </c:pt>
                <c:pt idx="15722">
                  <c:v>4.3014900000000003</c:v>
                </c:pt>
                <c:pt idx="15723">
                  <c:v>4.3018000000000001</c:v>
                </c:pt>
                <c:pt idx="15724">
                  <c:v>4.3021000000000003</c:v>
                </c:pt>
                <c:pt idx="15725">
                  <c:v>4.3024100000000001</c:v>
                </c:pt>
                <c:pt idx="15726">
                  <c:v>4.3027100000000003</c:v>
                </c:pt>
                <c:pt idx="15727">
                  <c:v>4.3030200000000001</c:v>
                </c:pt>
                <c:pt idx="15728">
                  <c:v>4.3033200000000003</c:v>
                </c:pt>
                <c:pt idx="15729">
                  <c:v>4.3036300000000001</c:v>
                </c:pt>
                <c:pt idx="15730">
                  <c:v>4.3039300000000003</c:v>
                </c:pt>
                <c:pt idx="15731">
                  <c:v>4.3042400000000001</c:v>
                </c:pt>
                <c:pt idx="15732">
                  <c:v>4.3045400000000003</c:v>
                </c:pt>
                <c:pt idx="15733">
                  <c:v>4.3048500000000001</c:v>
                </c:pt>
                <c:pt idx="15734">
                  <c:v>4.3051599999999999</c:v>
                </c:pt>
                <c:pt idx="15735">
                  <c:v>4.3054600000000001</c:v>
                </c:pt>
                <c:pt idx="15736">
                  <c:v>4.3057699999999999</c:v>
                </c:pt>
                <c:pt idx="15737">
                  <c:v>4.3060700000000001</c:v>
                </c:pt>
                <c:pt idx="15738">
                  <c:v>4.3063799999999999</c:v>
                </c:pt>
                <c:pt idx="15739">
                  <c:v>4.3066800000000001</c:v>
                </c:pt>
                <c:pt idx="15740">
                  <c:v>4.3069899999999999</c:v>
                </c:pt>
                <c:pt idx="15741">
                  <c:v>4.3072900000000001</c:v>
                </c:pt>
                <c:pt idx="15742">
                  <c:v>4.3075999999999999</c:v>
                </c:pt>
                <c:pt idx="15743">
                  <c:v>4.3079000000000001</c:v>
                </c:pt>
                <c:pt idx="15744">
                  <c:v>4.3082099999999999</c:v>
                </c:pt>
                <c:pt idx="15745">
                  <c:v>4.3085199999999997</c:v>
                </c:pt>
                <c:pt idx="15746">
                  <c:v>4.3088199999999999</c:v>
                </c:pt>
                <c:pt idx="15747">
                  <c:v>4.3091299999999997</c:v>
                </c:pt>
                <c:pt idx="15748">
                  <c:v>4.3094299999999999</c:v>
                </c:pt>
                <c:pt idx="15749">
                  <c:v>4.3097399999999997</c:v>
                </c:pt>
                <c:pt idx="15750">
                  <c:v>4.3100399999999999</c:v>
                </c:pt>
                <c:pt idx="15751">
                  <c:v>4.3103499999999997</c:v>
                </c:pt>
                <c:pt idx="15752">
                  <c:v>4.3106499999999999</c:v>
                </c:pt>
                <c:pt idx="15753">
                  <c:v>4.3109599999999997</c:v>
                </c:pt>
                <c:pt idx="15754">
                  <c:v>4.3112599999999999</c:v>
                </c:pt>
                <c:pt idx="15755">
                  <c:v>4.3115699999999997</c:v>
                </c:pt>
                <c:pt idx="15756">
                  <c:v>4.3118699999999999</c:v>
                </c:pt>
                <c:pt idx="15757">
                  <c:v>4.3121799999999997</c:v>
                </c:pt>
                <c:pt idx="15758">
                  <c:v>4.3124900000000004</c:v>
                </c:pt>
                <c:pt idx="15759">
                  <c:v>4.3127899999999997</c:v>
                </c:pt>
                <c:pt idx="15760">
                  <c:v>4.3131000000000004</c:v>
                </c:pt>
                <c:pt idx="15761">
                  <c:v>4.3133999999999997</c:v>
                </c:pt>
                <c:pt idx="15762">
                  <c:v>4.3137100000000004</c:v>
                </c:pt>
                <c:pt idx="15763">
                  <c:v>4.3140099999999997</c:v>
                </c:pt>
                <c:pt idx="15764">
                  <c:v>4.3143200000000004</c:v>
                </c:pt>
                <c:pt idx="15765">
                  <c:v>4.3146199999999997</c:v>
                </c:pt>
                <c:pt idx="15766">
                  <c:v>4.3149300000000004</c:v>
                </c:pt>
                <c:pt idx="15767">
                  <c:v>4.3152299999999997</c:v>
                </c:pt>
                <c:pt idx="15768">
                  <c:v>4.3155400000000004</c:v>
                </c:pt>
                <c:pt idx="15769">
                  <c:v>4.3158399999999997</c:v>
                </c:pt>
                <c:pt idx="15770">
                  <c:v>4.3161500000000004</c:v>
                </c:pt>
                <c:pt idx="15771">
                  <c:v>4.3164600000000002</c:v>
                </c:pt>
                <c:pt idx="15772">
                  <c:v>4.3167600000000004</c:v>
                </c:pt>
                <c:pt idx="15773">
                  <c:v>4.3170700000000002</c:v>
                </c:pt>
                <c:pt idx="15774">
                  <c:v>4.3173700000000004</c:v>
                </c:pt>
                <c:pt idx="15775">
                  <c:v>4.3176800000000002</c:v>
                </c:pt>
                <c:pt idx="15776">
                  <c:v>4.3179800000000004</c:v>
                </c:pt>
                <c:pt idx="15777">
                  <c:v>4.3182900000000002</c:v>
                </c:pt>
                <c:pt idx="15778">
                  <c:v>4.3185900000000004</c:v>
                </c:pt>
                <c:pt idx="15779">
                  <c:v>4.3189000000000002</c:v>
                </c:pt>
                <c:pt idx="15780">
                  <c:v>4.3192000000000004</c:v>
                </c:pt>
                <c:pt idx="15781">
                  <c:v>4.3195100000000002</c:v>
                </c:pt>
                <c:pt idx="15782">
                  <c:v>4.3198100000000004</c:v>
                </c:pt>
                <c:pt idx="15783">
                  <c:v>4.3201200000000002</c:v>
                </c:pt>
                <c:pt idx="15784">
                  <c:v>4.32043</c:v>
                </c:pt>
                <c:pt idx="15785">
                  <c:v>4.3207300000000002</c:v>
                </c:pt>
                <c:pt idx="15786">
                  <c:v>4.32104</c:v>
                </c:pt>
                <c:pt idx="15787">
                  <c:v>4.3213400000000002</c:v>
                </c:pt>
                <c:pt idx="15788">
                  <c:v>4.32165</c:v>
                </c:pt>
                <c:pt idx="15789">
                  <c:v>4.3219500000000002</c:v>
                </c:pt>
                <c:pt idx="15790">
                  <c:v>4.32226</c:v>
                </c:pt>
                <c:pt idx="15791">
                  <c:v>4.3225600000000002</c:v>
                </c:pt>
                <c:pt idx="15792">
                  <c:v>4.32287</c:v>
                </c:pt>
                <c:pt idx="15793">
                  <c:v>4.3231700000000002</c:v>
                </c:pt>
                <c:pt idx="15794">
                  <c:v>4.32348</c:v>
                </c:pt>
                <c:pt idx="15795">
                  <c:v>4.3237800000000002</c:v>
                </c:pt>
                <c:pt idx="15796">
                  <c:v>4.32409</c:v>
                </c:pt>
                <c:pt idx="15797">
                  <c:v>4.3243999999999998</c:v>
                </c:pt>
                <c:pt idx="15798">
                  <c:v>4.3247</c:v>
                </c:pt>
                <c:pt idx="15799">
                  <c:v>4.3250099999999998</c:v>
                </c:pt>
                <c:pt idx="15800">
                  <c:v>4.32531</c:v>
                </c:pt>
                <c:pt idx="15801">
                  <c:v>4.3256199999999998</c:v>
                </c:pt>
                <c:pt idx="15802">
                  <c:v>4.32592</c:v>
                </c:pt>
                <c:pt idx="15803">
                  <c:v>4.3262299999999998</c:v>
                </c:pt>
                <c:pt idx="15804">
                  <c:v>4.32653</c:v>
                </c:pt>
                <c:pt idx="15805">
                  <c:v>4.3268399999999998</c:v>
                </c:pt>
                <c:pt idx="15806">
                  <c:v>4.32714</c:v>
                </c:pt>
                <c:pt idx="15807">
                  <c:v>4.3274499999999998</c:v>
                </c:pt>
                <c:pt idx="15808">
                  <c:v>4.3277599999999996</c:v>
                </c:pt>
                <c:pt idx="15809">
                  <c:v>4.3280599999999998</c:v>
                </c:pt>
                <c:pt idx="15810">
                  <c:v>4.3283699999999996</c:v>
                </c:pt>
                <c:pt idx="15811">
                  <c:v>4.3286699999999998</c:v>
                </c:pt>
                <c:pt idx="15812">
                  <c:v>4.3289799999999996</c:v>
                </c:pt>
                <c:pt idx="15813">
                  <c:v>4.3292799999999998</c:v>
                </c:pt>
                <c:pt idx="15814">
                  <c:v>4.3295899999999996</c:v>
                </c:pt>
                <c:pt idx="15815">
                  <c:v>4.3298899999999998</c:v>
                </c:pt>
                <c:pt idx="15816">
                  <c:v>4.3301999999999996</c:v>
                </c:pt>
                <c:pt idx="15817">
                  <c:v>4.3304999999999998</c:v>
                </c:pt>
                <c:pt idx="15818">
                  <c:v>4.3308099999999996</c:v>
                </c:pt>
                <c:pt idx="15819">
                  <c:v>4.3311099999999998</c:v>
                </c:pt>
                <c:pt idx="15820">
                  <c:v>4.3314199999999996</c:v>
                </c:pt>
                <c:pt idx="15821">
                  <c:v>4.3317300000000003</c:v>
                </c:pt>
                <c:pt idx="15822">
                  <c:v>4.3320299999999996</c:v>
                </c:pt>
                <c:pt idx="15823">
                  <c:v>4.3323400000000003</c:v>
                </c:pt>
                <c:pt idx="15824">
                  <c:v>4.3326399999999996</c:v>
                </c:pt>
                <c:pt idx="15825">
                  <c:v>4.3329500000000003</c:v>
                </c:pt>
                <c:pt idx="15826">
                  <c:v>4.3332499999999996</c:v>
                </c:pt>
                <c:pt idx="15827">
                  <c:v>4.3335600000000003</c:v>
                </c:pt>
                <c:pt idx="15828">
                  <c:v>4.3338599999999996</c:v>
                </c:pt>
                <c:pt idx="15829">
                  <c:v>4.3341700000000003</c:v>
                </c:pt>
                <c:pt idx="15830">
                  <c:v>4.3344699999999996</c:v>
                </c:pt>
                <c:pt idx="15831">
                  <c:v>4.3347800000000003</c:v>
                </c:pt>
                <c:pt idx="15832">
                  <c:v>4.3350799999999996</c:v>
                </c:pt>
                <c:pt idx="15833">
                  <c:v>4.3353900000000003</c:v>
                </c:pt>
                <c:pt idx="15834">
                  <c:v>4.3357000000000001</c:v>
                </c:pt>
                <c:pt idx="15835">
                  <c:v>4.3360000000000003</c:v>
                </c:pt>
                <c:pt idx="15836">
                  <c:v>4.3363100000000001</c:v>
                </c:pt>
                <c:pt idx="15837">
                  <c:v>4.3366100000000003</c:v>
                </c:pt>
                <c:pt idx="15838">
                  <c:v>4.3369200000000001</c:v>
                </c:pt>
                <c:pt idx="15839">
                  <c:v>4.3372200000000003</c:v>
                </c:pt>
                <c:pt idx="15840">
                  <c:v>4.3375300000000001</c:v>
                </c:pt>
                <c:pt idx="15841">
                  <c:v>4.3378300000000003</c:v>
                </c:pt>
                <c:pt idx="15842">
                  <c:v>4.3381400000000001</c:v>
                </c:pt>
                <c:pt idx="15843">
                  <c:v>4.3384400000000003</c:v>
                </c:pt>
                <c:pt idx="15844">
                  <c:v>4.3387500000000001</c:v>
                </c:pt>
                <c:pt idx="15845">
                  <c:v>4.3390500000000003</c:v>
                </c:pt>
                <c:pt idx="15846">
                  <c:v>4.3393600000000001</c:v>
                </c:pt>
                <c:pt idx="15847">
                  <c:v>4.3396699999999999</c:v>
                </c:pt>
                <c:pt idx="15848">
                  <c:v>4.3399700000000001</c:v>
                </c:pt>
                <c:pt idx="15849">
                  <c:v>4.3402799999999999</c:v>
                </c:pt>
                <c:pt idx="15850">
                  <c:v>4.3405800000000001</c:v>
                </c:pt>
                <c:pt idx="15851">
                  <c:v>4.3408899999999999</c:v>
                </c:pt>
                <c:pt idx="15852">
                  <c:v>4.3411900000000001</c:v>
                </c:pt>
                <c:pt idx="15853">
                  <c:v>4.3414999999999999</c:v>
                </c:pt>
                <c:pt idx="15854">
                  <c:v>4.3418000000000001</c:v>
                </c:pt>
                <c:pt idx="15855">
                  <c:v>4.3421099999999999</c:v>
                </c:pt>
                <c:pt idx="15856">
                  <c:v>4.3424100000000001</c:v>
                </c:pt>
                <c:pt idx="15857">
                  <c:v>4.3427199999999999</c:v>
                </c:pt>
                <c:pt idx="15858">
                  <c:v>4.3430200000000001</c:v>
                </c:pt>
                <c:pt idx="15859">
                  <c:v>4.3433299999999999</c:v>
                </c:pt>
                <c:pt idx="15860">
                  <c:v>4.3436399999999997</c:v>
                </c:pt>
                <c:pt idx="15861">
                  <c:v>4.3439399999999999</c:v>
                </c:pt>
                <c:pt idx="15862">
                  <c:v>4.3442499999999997</c:v>
                </c:pt>
                <c:pt idx="15863">
                  <c:v>4.3445499999999999</c:v>
                </c:pt>
                <c:pt idx="15864">
                  <c:v>4.3448599999999997</c:v>
                </c:pt>
                <c:pt idx="15865">
                  <c:v>4.3451599999999999</c:v>
                </c:pt>
                <c:pt idx="15866">
                  <c:v>4.3454699999999997</c:v>
                </c:pt>
                <c:pt idx="15867">
                  <c:v>4.3457699999999999</c:v>
                </c:pt>
                <c:pt idx="15868">
                  <c:v>4.3460799999999997</c:v>
                </c:pt>
                <c:pt idx="15869">
                  <c:v>4.3463799999999999</c:v>
                </c:pt>
                <c:pt idx="15870">
                  <c:v>4.3466899999999997</c:v>
                </c:pt>
                <c:pt idx="15871">
                  <c:v>4.3470000000000004</c:v>
                </c:pt>
                <c:pt idx="15872">
                  <c:v>4.3472999999999997</c:v>
                </c:pt>
                <c:pt idx="15873">
                  <c:v>4.3476100000000004</c:v>
                </c:pt>
                <c:pt idx="15874">
                  <c:v>4.3479099999999997</c:v>
                </c:pt>
                <c:pt idx="15875">
                  <c:v>4.3482200000000004</c:v>
                </c:pt>
                <c:pt idx="15876">
                  <c:v>4.3485199999999997</c:v>
                </c:pt>
                <c:pt idx="15877">
                  <c:v>4.3488300000000004</c:v>
                </c:pt>
                <c:pt idx="15878">
                  <c:v>4.3491299999999997</c:v>
                </c:pt>
                <c:pt idx="15879">
                  <c:v>4.3494400000000004</c:v>
                </c:pt>
                <c:pt idx="15880">
                  <c:v>4.3497399999999997</c:v>
                </c:pt>
                <c:pt idx="15881">
                  <c:v>4.3500500000000004</c:v>
                </c:pt>
                <c:pt idx="15882">
                  <c:v>4.3503499999999997</c:v>
                </c:pt>
                <c:pt idx="15883">
                  <c:v>4.3506600000000004</c:v>
                </c:pt>
                <c:pt idx="15884">
                  <c:v>4.3509700000000002</c:v>
                </c:pt>
                <c:pt idx="15885">
                  <c:v>4.3512700000000004</c:v>
                </c:pt>
                <c:pt idx="15886">
                  <c:v>4.3515800000000002</c:v>
                </c:pt>
                <c:pt idx="15887">
                  <c:v>4.3518800000000004</c:v>
                </c:pt>
                <c:pt idx="15888">
                  <c:v>4.3521900000000002</c:v>
                </c:pt>
                <c:pt idx="15889">
                  <c:v>4.3524900000000004</c:v>
                </c:pt>
                <c:pt idx="15890">
                  <c:v>4.3528000000000002</c:v>
                </c:pt>
                <c:pt idx="15891">
                  <c:v>4.3531000000000004</c:v>
                </c:pt>
                <c:pt idx="15892">
                  <c:v>4.3534100000000002</c:v>
                </c:pt>
                <c:pt idx="15893">
                  <c:v>4.3537100000000004</c:v>
                </c:pt>
                <c:pt idx="15894">
                  <c:v>4.3540200000000002</c:v>
                </c:pt>
                <c:pt idx="15895">
                  <c:v>4.3543200000000004</c:v>
                </c:pt>
                <c:pt idx="15896">
                  <c:v>4.3546300000000002</c:v>
                </c:pt>
                <c:pt idx="15897">
                  <c:v>4.35494</c:v>
                </c:pt>
                <c:pt idx="15898">
                  <c:v>4.3552400000000002</c:v>
                </c:pt>
                <c:pt idx="15899">
                  <c:v>4.35555</c:v>
                </c:pt>
                <c:pt idx="15900">
                  <c:v>4.3558500000000002</c:v>
                </c:pt>
                <c:pt idx="15901">
                  <c:v>4.35616</c:v>
                </c:pt>
                <c:pt idx="15902">
                  <c:v>4.3564600000000002</c:v>
                </c:pt>
                <c:pt idx="15903">
                  <c:v>4.35677</c:v>
                </c:pt>
                <c:pt idx="15904">
                  <c:v>4.3570700000000002</c:v>
                </c:pt>
                <c:pt idx="15905">
                  <c:v>4.35738</c:v>
                </c:pt>
                <c:pt idx="15906">
                  <c:v>4.3576800000000002</c:v>
                </c:pt>
                <c:pt idx="15907">
                  <c:v>4.35799</c:v>
                </c:pt>
                <c:pt idx="15908">
                  <c:v>4.3582900000000002</c:v>
                </c:pt>
                <c:pt idx="15909">
                  <c:v>4.3586</c:v>
                </c:pt>
                <c:pt idx="15910">
                  <c:v>4.3589099999999998</c:v>
                </c:pt>
                <c:pt idx="15911">
                  <c:v>4.35921</c:v>
                </c:pt>
                <c:pt idx="15912">
                  <c:v>4.3595199999999998</c:v>
                </c:pt>
                <c:pt idx="15913">
                  <c:v>4.35982</c:v>
                </c:pt>
                <c:pt idx="15914">
                  <c:v>4.3601299999999998</c:v>
                </c:pt>
                <c:pt idx="15915">
                  <c:v>4.36043</c:v>
                </c:pt>
                <c:pt idx="15916">
                  <c:v>4.3607399999999998</c:v>
                </c:pt>
                <c:pt idx="15917">
                  <c:v>4.36104</c:v>
                </c:pt>
                <c:pt idx="15918">
                  <c:v>4.3613499999999998</c:v>
                </c:pt>
                <c:pt idx="15919">
                  <c:v>4.36165</c:v>
                </c:pt>
                <c:pt idx="15920">
                  <c:v>4.3619599999999998</c:v>
                </c:pt>
                <c:pt idx="15921">
                  <c:v>4.3622699999999996</c:v>
                </c:pt>
                <c:pt idx="15922">
                  <c:v>4.3625699999999998</c:v>
                </c:pt>
                <c:pt idx="15923">
                  <c:v>4.3628799999999996</c:v>
                </c:pt>
                <c:pt idx="15924">
                  <c:v>4.3631799999999998</c:v>
                </c:pt>
                <c:pt idx="15925">
                  <c:v>4.3634899999999996</c:v>
                </c:pt>
                <c:pt idx="15926">
                  <c:v>4.3637899999999998</c:v>
                </c:pt>
                <c:pt idx="15927">
                  <c:v>4.3640999999999996</c:v>
                </c:pt>
                <c:pt idx="15928">
                  <c:v>4.3643999999999998</c:v>
                </c:pt>
                <c:pt idx="15929">
                  <c:v>4.3647099999999996</c:v>
                </c:pt>
                <c:pt idx="15930">
                  <c:v>4.3650099999999998</c:v>
                </c:pt>
                <c:pt idx="15931">
                  <c:v>4.3653199999999996</c:v>
                </c:pt>
                <c:pt idx="15932">
                  <c:v>4.3656199999999998</c:v>
                </c:pt>
                <c:pt idx="15933">
                  <c:v>4.3659299999999996</c:v>
                </c:pt>
                <c:pt idx="15934">
                  <c:v>4.3662400000000003</c:v>
                </c:pt>
                <c:pt idx="15935">
                  <c:v>4.3665399999999996</c:v>
                </c:pt>
                <c:pt idx="15936">
                  <c:v>4.3668500000000003</c:v>
                </c:pt>
                <c:pt idx="15937">
                  <c:v>4.3671499999999996</c:v>
                </c:pt>
                <c:pt idx="15938">
                  <c:v>4.3674600000000003</c:v>
                </c:pt>
                <c:pt idx="15939">
                  <c:v>4.3677599999999996</c:v>
                </c:pt>
                <c:pt idx="15940">
                  <c:v>4.3680700000000003</c:v>
                </c:pt>
                <c:pt idx="15941">
                  <c:v>4.3683699999999996</c:v>
                </c:pt>
                <c:pt idx="15942">
                  <c:v>4.3686800000000003</c:v>
                </c:pt>
                <c:pt idx="15943">
                  <c:v>4.3689799999999996</c:v>
                </c:pt>
                <c:pt idx="15944">
                  <c:v>4.3692900000000003</c:v>
                </c:pt>
                <c:pt idx="15945">
                  <c:v>4.3695899999999996</c:v>
                </c:pt>
                <c:pt idx="15946">
                  <c:v>4.3699000000000003</c:v>
                </c:pt>
                <c:pt idx="15947">
                  <c:v>4.3702100000000002</c:v>
                </c:pt>
                <c:pt idx="15948">
                  <c:v>4.3705100000000003</c:v>
                </c:pt>
                <c:pt idx="15949">
                  <c:v>4.3708200000000001</c:v>
                </c:pt>
                <c:pt idx="15950">
                  <c:v>4.3711200000000003</c:v>
                </c:pt>
                <c:pt idx="15951">
                  <c:v>4.3714300000000001</c:v>
                </c:pt>
                <c:pt idx="15952">
                  <c:v>4.3717300000000003</c:v>
                </c:pt>
                <c:pt idx="15953">
                  <c:v>4.3720400000000001</c:v>
                </c:pt>
                <c:pt idx="15954">
                  <c:v>4.3723400000000003</c:v>
                </c:pt>
                <c:pt idx="15955">
                  <c:v>4.3726500000000001</c:v>
                </c:pt>
                <c:pt idx="15956">
                  <c:v>4.3729500000000003</c:v>
                </c:pt>
                <c:pt idx="15957">
                  <c:v>4.3732600000000001</c:v>
                </c:pt>
                <c:pt idx="15958">
                  <c:v>4.3735600000000003</c:v>
                </c:pt>
                <c:pt idx="15959">
                  <c:v>4.3738700000000001</c:v>
                </c:pt>
                <c:pt idx="15960">
                  <c:v>4.37418</c:v>
                </c:pt>
                <c:pt idx="15961">
                  <c:v>4.3744800000000001</c:v>
                </c:pt>
                <c:pt idx="15962">
                  <c:v>4.37479</c:v>
                </c:pt>
                <c:pt idx="15963">
                  <c:v>4.3750900000000001</c:v>
                </c:pt>
                <c:pt idx="15964">
                  <c:v>4.3754</c:v>
                </c:pt>
                <c:pt idx="15965">
                  <c:v>4.3757000000000001</c:v>
                </c:pt>
                <c:pt idx="15966">
                  <c:v>4.37601</c:v>
                </c:pt>
                <c:pt idx="15967">
                  <c:v>4.3763100000000001</c:v>
                </c:pt>
                <c:pt idx="15968">
                  <c:v>4.37662</c:v>
                </c:pt>
                <c:pt idx="15969">
                  <c:v>4.3769200000000001</c:v>
                </c:pt>
                <c:pt idx="15970">
                  <c:v>4.37723</c:v>
                </c:pt>
                <c:pt idx="15971">
                  <c:v>4.3775300000000001</c:v>
                </c:pt>
                <c:pt idx="15972">
                  <c:v>4.37784</c:v>
                </c:pt>
                <c:pt idx="15973">
                  <c:v>4.3781499999999998</c:v>
                </c:pt>
                <c:pt idx="15974">
                  <c:v>4.37845</c:v>
                </c:pt>
                <c:pt idx="15975">
                  <c:v>4.3787599999999998</c:v>
                </c:pt>
                <c:pt idx="15976">
                  <c:v>4.37906</c:v>
                </c:pt>
                <c:pt idx="15977">
                  <c:v>4.3793699999999998</c:v>
                </c:pt>
                <c:pt idx="15978">
                  <c:v>4.37967</c:v>
                </c:pt>
                <c:pt idx="15979">
                  <c:v>4.3799799999999998</c:v>
                </c:pt>
                <c:pt idx="15980">
                  <c:v>4.38028</c:v>
                </c:pt>
                <c:pt idx="15981">
                  <c:v>4.3805899999999998</c:v>
                </c:pt>
                <c:pt idx="15982">
                  <c:v>4.38089</c:v>
                </c:pt>
                <c:pt idx="15983">
                  <c:v>4.3811999999999998</c:v>
                </c:pt>
                <c:pt idx="15984">
                  <c:v>4.3815099999999996</c:v>
                </c:pt>
                <c:pt idx="15985">
                  <c:v>4.3818099999999998</c:v>
                </c:pt>
                <c:pt idx="15986">
                  <c:v>4.3821199999999996</c:v>
                </c:pt>
                <c:pt idx="15987">
                  <c:v>4.3824199999999998</c:v>
                </c:pt>
                <c:pt idx="15988">
                  <c:v>4.3827299999999996</c:v>
                </c:pt>
                <c:pt idx="15989">
                  <c:v>4.3830299999999998</c:v>
                </c:pt>
                <c:pt idx="15990">
                  <c:v>4.3833399999999996</c:v>
                </c:pt>
                <c:pt idx="15991">
                  <c:v>4.3836399999999998</c:v>
                </c:pt>
                <c:pt idx="15992">
                  <c:v>4.3839499999999996</c:v>
                </c:pt>
                <c:pt idx="15993">
                  <c:v>4.3842499999999998</c:v>
                </c:pt>
                <c:pt idx="15994">
                  <c:v>4.3845599999999996</c:v>
                </c:pt>
                <c:pt idx="15995">
                  <c:v>4.3848599999999998</c:v>
                </c:pt>
                <c:pt idx="15996">
                  <c:v>4.3851699999999996</c:v>
                </c:pt>
                <c:pt idx="15997">
                  <c:v>4.3854800000000003</c:v>
                </c:pt>
                <c:pt idx="15998">
                  <c:v>4.3857799999999996</c:v>
                </c:pt>
                <c:pt idx="15999">
                  <c:v>4.3860900000000003</c:v>
                </c:pt>
                <c:pt idx="16000">
                  <c:v>4.3863899999999996</c:v>
                </c:pt>
                <c:pt idx="16001">
                  <c:v>4.3867000000000003</c:v>
                </c:pt>
                <c:pt idx="16002">
                  <c:v>4.3869999999999996</c:v>
                </c:pt>
                <c:pt idx="16003">
                  <c:v>4.3873100000000003</c:v>
                </c:pt>
                <c:pt idx="16004">
                  <c:v>4.3876099999999996</c:v>
                </c:pt>
                <c:pt idx="16005">
                  <c:v>4.3879200000000003</c:v>
                </c:pt>
                <c:pt idx="16006">
                  <c:v>4.3882199999999996</c:v>
                </c:pt>
                <c:pt idx="16007">
                  <c:v>4.3885300000000003</c:v>
                </c:pt>
                <c:pt idx="16008">
                  <c:v>4.3888299999999996</c:v>
                </c:pt>
                <c:pt idx="16009">
                  <c:v>4.3891400000000003</c:v>
                </c:pt>
                <c:pt idx="16010">
                  <c:v>4.3894500000000001</c:v>
                </c:pt>
                <c:pt idx="16011">
                  <c:v>4.3897500000000003</c:v>
                </c:pt>
                <c:pt idx="16012">
                  <c:v>4.3900600000000001</c:v>
                </c:pt>
                <c:pt idx="16013">
                  <c:v>4.3903600000000003</c:v>
                </c:pt>
                <c:pt idx="16014">
                  <c:v>4.3906700000000001</c:v>
                </c:pt>
                <c:pt idx="16015">
                  <c:v>4.3909700000000003</c:v>
                </c:pt>
                <c:pt idx="16016">
                  <c:v>4.3912800000000001</c:v>
                </c:pt>
                <c:pt idx="16017">
                  <c:v>4.3915800000000003</c:v>
                </c:pt>
                <c:pt idx="16018">
                  <c:v>4.3918900000000001</c:v>
                </c:pt>
                <c:pt idx="16019">
                  <c:v>4.3921900000000003</c:v>
                </c:pt>
                <c:pt idx="16020">
                  <c:v>4.3925000000000001</c:v>
                </c:pt>
                <c:pt idx="16021">
                  <c:v>4.3928000000000003</c:v>
                </c:pt>
                <c:pt idx="16022">
                  <c:v>4.3931100000000001</c:v>
                </c:pt>
                <c:pt idx="16023">
                  <c:v>4.3934199999999999</c:v>
                </c:pt>
                <c:pt idx="16024">
                  <c:v>4.3937200000000001</c:v>
                </c:pt>
                <c:pt idx="16025">
                  <c:v>4.3940299999999999</c:v>
                </c:pt>
                <c:pt idx="16026">
                  <c:v>4.3943300000000001</c:v>
                </c:pt>
                <c:pt idx="16027">
                  <c:v>4.3946399999999999</c:v>
                </c:pt>
                <c:pt idx="16028">
                  <c:v>4.3949400000000001</c:v>
                </c:pt>
                <c:pt idx="16029">
                  <c:v>4.3952499999999999</c:v>
                </c:pt>
                <c:pt idx="16030">
                  <c:v>4.3955500000000001</c:v>
                </c:pt>
                <c:pt idx="16031">
                  <c:v>4.3958599999999999</c:v>
                </c:pt>
                <c:pt idx="16032">
                  <c:v>4.3961600000000001</c:v>
                </c:pt>
                <c:pt idx="16033">
                  <c:v>4.3964699999999999</c:v>
                </c:pt>
                <c:pt idx="16034">
                  <c:v>4.3967700000000001</c:v>
                </c:pt>
                <c:pt idx="16035">
                  <c:v>4.3970799999999999</c:v>
                </c:pt>
                <c:pt idx="16036">
                  <c:v>4.3973899999999997</c:v>
                </c:pt>
                <c:pt idx="16037">
                  <c:v>4.3976899999999999</c:v>
                </c:pt>
                <c:pt idx="16038">
                  <c:v>4.3979999999999997</c:v>
                </c:pt>
                <c:pt idx="16039">
                  <c:v>4.3982999999999999</c:v>
                </c:pt>
                <c:pt idx="16040">
                  <c:v>4.3986099999999997</c:v>
                </c:pt>
                <c:pt idx="16041">
                  <c:v>4.3989099999999999</c:v>
                </c:pt>
                <c:pt idx="16042">
                  <c:v>4.3992199999999997</c:v>
                </c:pt>
                <c:pt idx="16043">
                  <c:v>4.3995199999999999</c:v>
                </c:pt>
                <c:pt idx="16044">
                  <c:v>4.3998299999999997</c:v>
                </c:pt>
                <c:pt idx="16045">
                  <c:v>4.4001299999999999</c:v>
                </c:pt>
                <c:pt idx="16046">
                  <c:v>4.4004399999999997</c:v>
                </c:pt>
                <c:pt idx="16047">
                  <c:v>4.4007500000000004</c:v>
                </c:pt>
                <c:pt idx="16048">
                  <c:v>4.4010499999999997</c:v>
                </c:pt>
                <c:pt idx="16049">
                  <c:v>4.4013600000000004</c:v>
                </c:pt>
                <c:pt idx="16050">
                  <c:v>4.4016599999999997</c:v>
                </c:pt>
                <c:pt idx="16051">
                  <c:v>4.4019700000000004</c:v>
                </c:pt>
                <c:pt idx="16052">
                  <c:v>4.4022699999999997</c:v>
                </c:pt>
                <c:pt idx="16053">
                  <c:v>4.4025800000000004</c:v>
                </c:pt>
                <c:pt idx="16054">
                  <c:v>4.4028799999999997</c:v>
                </c:pt>
                <c:pt idx="16055">
                  <c:v>4.4031900000000004</c:v>
                </c:pt>
                <c:pt idx="16056">
                  <c:v>4.4034899999999997</c:v>
                </c:pt>
                <c:pt idx="16057">
                  <c:v>4.4038000000000004</c:v>
                </c:pt>
                <c:pt idx="16058">
                  <c:v>4.4040999999999997</c:v>
                </c:pt>
                <c:pt idx="16059">
                  <c:v>4.4044100000000004</c:v>
                </c:pt>
                <c:pt idx="16060">
                  <c:v>4.4047200000000002</c:v>
                </c:pt>
                <c:pt idx="16061">
                  <c:v>4.4050200000000004</c:v>
                </c:pt>
                <c:pt idx="16062">
                  <c:v>4.4053300000000002</c:v>
                </c:pt>
                <c:pt idx="16063">
                  <c:v>4.4056300000000004</c:v>
                </c:pt>
                <c:pt idx="16064">
                  <c:v>4.4059400000000002</c:v>
                </c:pt>
                <c:pt idx="16065">
                  <c:v>4.4062400000000004</c:v>
                </c:pt>
                <c:pt idx="16066">
                  <c:v>4.4065500000000002</c:v>
                </c:pt>
                <c:pt idx="16067">
                  <c:v>4.4068500000000004</c:v>
                </c:pt>
                <c:pt idx="16068">
                  <c:v>4.4071600000000002</c:v>
                </c:pt>
                <c:pt idx="16069">
                  <c:v>4.4074600000000004</c:v>
                </c:pt>
                <c:pt idx="16070">
                  <c:v>4.4077700000000002</c:v>
                </c:pt>
                <c:pt idx="16071">
                  <c:v>4.4080700000000004</c:v>
                </c:pt>
                <c:pt idx="16072">
                  <c:v>4.4083800000000002</c:v>
                </c:pt>
                <c:pt idx="16073">
                  <c:v>4.40869</c:v>
                </c:pt>
                <c:pt idx="16074">
                  <c:v>4.4089900000000002</c:v>
                </c:pt>
                <c:pt idx="16075">
                  <c:v>4.4093</c:v>
                </c:pt>
                <c:pt idx="16076">
                  <c:v>4.4096000000000002</c:v>
                </c:pt>
                <c:pt idx="16077">
                  <c:v>4.40991</c:v>
                </c:pt>
                <c:pt idx="16078">
                  <c:v>4.4102100000000002</c:v>
                </c:pt>
                <c:pt idx="16079">
                  <c:v>4.41052</c:v>
                </c:pt>
                <c:pt idx="16080">
                  <c:v>4.4108200000000002</c:v>
                </c:pt>
                <c:pt idx="16081">
                  <c:v>4.41113</c:v>
                </c:pt>
                <c:pt idx="16082">
                  <c:v>4.4114300000000002</c:v>
                </c:pt>
                <c:pt idx="16083">
                  <c:v>4.41174</c:v>
                </c:pt>
                <c:pt idx="16084">
                  <c:v>4.4120400000000002</c:v>
                </c:pt>
                <c:pt idx="16085">
                  <c:v>4.41235</c:v>
                </c:pt>
                <c:pt idx="16086">
                  <c:v>4.4126599999999998</c:v>
                </c:pt>
                <c:pt idx="16087">
                  <c:v>4.41296</c:v>
                </c:pt>
                <c:pt idx="16088">
                  <c:v>4.4132699999999998</c:v>
                </c:pt>
                <c:pt idx="16089">
                  <c:v>4.41357</c:v>
                </c:pt>
                <c:pt idx="16090">
                  <c:v>4.4138799999999998</c:v>
                </c:pt>
                <c:pt idx="16091">
                  <c:v>4.41418</c:v>
                </c:pt>
                <c:pt idx="16092">
                  <c:v>4.4144899999999998</c:v>
                </c:pt>
                <c:pt idx="16093">
                  <c:v>4.41479</c:v>
                </c:pt>
                <c:pt idx="16094">
                  <c:v>4.4150999999999998</c:v>
                </c:pt>
                <c:pt idx="16095">
                  <c:v>4.4154</c:v>
                </c:pt>
                <c:pt idx="16096">
                  <c:v>4.4157099999999998</c:v>
                </c:pt>
                <c:pt idx="16097">
                  <c:v>4.4160199999999996</c:v>
                </c:pt>
                <c:pt idx="16098">
                  <c:v>4.4163199999999998</c:v>
                </c:pt>
                <c:pt idx="16099">
                  <c:v>4.4166299999999996</c:v>
                </c:pt>
                <c:pt idx="16100">
                  <c:v>4.4169299999999998</c:v>
                </c:pt>
                <c:pt idx="16101">
                  <c:v>4.4172399999999996</c:v>
                </c:pt>
                <c:pt idx="16102">
                  <c:v>4.4175399999999998</c:v>
                </c:pt>
                <c:pt idx="16103">
                  <c:v>4.4178499999999996</c:v>
                </c:pt>
                <c:pt idx="16104">
                  <c:v>4.4181499999999998</c:v>
                </c:pt>
                <c:pt idx="16105">
                  <c:v>4.4184599999999996</c:v>
                </c:pt>
                <c:pt idx="16106">
                  <c:v>4.4187599999999998</c:v>
                </c:pt>
                <c:pt idx="16107">
                  <c:v>4.4190699999999996</c:v>
                </c:pt>
                <c:pt idx="16108">
                  <c:v>4.4193699999999998</c:v>
                </c:pt>
                <c:pt idx="16109">
                  <c:v>4.4196799999999996</c:v>
                </c:pt>
                <c:pt idx="16110">
                  <c:v>4.4199900000000003</c:v>
                </c:pt>
                <c:pt idx="16111">
                  <c:v>4.4202899999999996</c:v>
                </c:pt>
                <c:pt idx="16112">
                  <c:v>4.4206000000000003</c:v>
                </c:pt>
                <c:pt idx="16113">
                  <c:v>4.4208999999999996</c:v>
                </c:pt>
                <c:pt idx="16114">
                  <c:v>4.4212100000000003</c:v>
                </c:pt>
                <c:pt idx="16115">
                  <c:v>4.4215099999999996</c:v>
                </c:pt>
                <c:pt idx="16116">
                  <c:v>4.4218200000000003</c:v>
                </c:pt>
                <c:pt idx="16117">
                  <c:v>4.4221199999999996</c:v>
                </c:pt>
                <c:pt idx="16118">
                  <c:v>4.4224300000000003</c:v>
                </c:pt>
                <c:pt idx="16119">
                  <c:v>4.4227299999999996</c:v>
                </c:pt>
                <c:pt idx="16120">
                  <c:v>4.4230400000000003</c:v>
                </c:pt>
                <c:pt idx="16121">
                  <c:v>4.4233399999999996</c:v>
                </c:pt>
                <c:pt idx="16122">
                  <c:v>4.4236500000000003</c:v>
                </c:pt>
                <c:pt idx="16123">
                  <c:v>4.4239600000000001</c:v>
                </c:pt>
                <c:pt idx="16124">
                  <c:v>4.4242600000000003</c:v>
                </c:pt>
                <c:pt idx="16125">
                  <c:v>4.4245700000000001</c:v>
                </c:pt>
                <c:pt idx="16126">
                  <c:v>4.4248700000000003</c:v>
                </c:pt>
                <c:pt idx="16127">
                  <c:v>4.4251800000000001</c:v>
                </c:pt>
                <c:pt idx="16128">
                  <c:v>4.4254800000000003</c:v>
                </c:pt>
                <c:pt idx="16129">
                  <c:v>4.4257900000000001</c:v>
                </c:pt>
                <c:pt idx="16130">
                  <c:v>4.4260900000000003</c:v>
                </c:pt>
                <c:pt idx="16131">
                  <c:v>4.4264000000000001</c:v>
                </c:pt>
                <c:pt idx="16132">
                  <c:v>4.4267000000000003</c:v>
                </c:pt>
                <c:pt idx="16133">
                  <c:v>4.4270100000000001</c:v>
                </c:pt>
                <c:pt idx="16134">
                  <c:v>4.4273100000000003</c:v>
                </c:pt>
                <c:pt idx="16135">
                  <c:v>4.4276200000000001</c:v>
                </c:pt>
                <c:pt idx="16136">
                  <c:v>4.4279299999999999</c:v>
                </c:pt>
                <c:pt idx="16137">
                  <c:v>4.4282300000000001</c:v>
                </c:pt>
                <c:pt idx="16138">
                  <c:v>4.4285399999999999</c:v>
                </c:pt>
                <c:pt idx="16139">
                  <c:v>4.4288400000000001</c:v>
                </c:pt>
                <c:pt idx="16140">
                  <c:v>4.4291499999999999</c:v>
                </c:pt>
                <c:pt idx="16141">
                  <c:v>4.4294500000000001</c:v>
                </c:pt>
                <c:pt idx="16142">
                  <c:v>4.4297599999999999</c:v>
                </c:pt>
                <c:pt idx="16143">
                  <c:v>4.4300600000000001</c:v>
                </c:pt>
                <c:pt idx="16144">
                  <c:v>4.4303699999999999</c:v>
                </c:pt>
                <c:pt idx="16145">
                  <c:v>4.4306700000000001</c:v>
                </c:pt>
                <c:pt idx="16146">
                  <c:v>4.4309799999999999</c:v>
                </c:pt>
                <c:pt idx="16147">
                  <c:v>4.4312800000000001</c:v>
                </c:pt>
                <c:pt idx="16148">
                  <c:v>4.4315899999999999</c:v>
                </c:pt>
                <c:pt idx="16149">
                  <c:v>4.4318999999999997</c:v>
                </c:pt>
                <c:pt idx="16150">
                  <c:v>4.4321999999999999</c:v>
                </c:pt>
                <c:pt idx="16151">
                  <c:v>4.4325099999999997</c:v>
                </c:pt>
                <c:pt idx="16152">
                  <c:v>4.4328099999999999</c:v>
                </c:pt>
                <c:pt idx="16153">
                  <c:v>4.4331199999999997</c:v>
                </c:pt>
                <c:pt idx="16154">
                  <c:v>4.4334199999999999</c:v>
                </c:pt>
                <c:pt idx="16155">
                  <c:v>4.4337299999999997</c:v>
                </c:pt>
                <c:pt idx="16156">
                  <c:v>4.4340299999999999</c:v>
                </c:pt>
                <c:pt idx="16157">
                  <c:v>4.4343399999999997</c:v>
                </c:pt>
                <c:pt idx="16158">
                  <c:v>4.4346399999999999</c:v>
                </c:pt>
                <c:pt idx="16159">
                  <c:v>4.4349499999999997</c:v>
                </c:pt>
                <c:pt idx="16160">
                  <c:v>4.4352600000000004</c:v>
                </c:pt>
                <c:pt idx="16161">
                  <c:v>4.4355599999999997</c:v>
                </c:pt>
                <c:pt idx="16162">
                  <c:v>4.4358700000000004</c:v>
                </c:pt>
                <c:pt idx="16163">
                  <c:v>4.4361699999999997</c:v>
                </c:pt>
                <c:pt idx="16164">
                  <c:v>4.4364800000000004</c:v>
                </c:pt>
                <c:pt idx="16165">
                  <c:v>4.4367799999999997</c:v>
                </c:pt>
                <c:pt idx="16166">
                  <c:v>4.4370900000000004</c:v>
                </c:pt>
                <c:pt idx="16167">
                  <c:v>4.4373899999999997</c:v>
                </c:pt>
                <c:pt idx="16168">
                  <c:v>4.4377000000000004</c:v>
                </c:pt>
                <c:pt idx="16169">
                  <c:v>4.4379999999999997</c:v>
                </c:pt>
                <c:pt idx="16170">
                  <c:v>4.4383100000000004</c:v>
                </c:pt>
                <c:pt idx="16171">
                  <c:v>4.4386099999999997</c:v>
                </c:pt>
                <c:pt idx="16172">
                  <c:v>4.4389200000000004</c:v>
                </c:pt>
                <c:pt idx="16173">
                  <c:v>4.4392300000000002</c:v>
                </c:pt>
                <c:pt idx="16174">
                  <c:v>4.4395300000000004</c:v>
                </c:pt>
                <c:pt idx="16175">
                  <c:v>4.4398400000000002</c:v>
                </c:pt>
                <c:pt idx="16176">
                  <c:v>4.4401400000000004</c:v>
                </c:pt>
                <c:pt idx="16177">
                  <c:v>4.4404500000000002</c:v>
                </c:pt>
                <c:pt idx="16178">
                  <c:v>4.4407500000000004</c:v>
                </c:pt>
                <c:pt idx="16179">
                  <c:v>4.4410600000000002</c:v>
                </c:pt>
                <c:pt idx="16180">
                  <c:v>4.4413600000000004</c:v>
                </c:pt>
                <c:pt idx="16181">
                  <c:v>4.4416700000000002</c:v>
                </c:pt>
                <c:pt idx="16182">
                  <c:v>4.4419700000000004</c:v>
                </c:pt>
                <c:pt idx="16183">
                  <c:v>4.4422800000000002</c:v>
                </c:pt>
                <c:pt idx="16184">
                  <c:v>4.4425800000000004</c:v>
                </c:pt>
                <c:pt idx="16185">
                  <c:v>4.4428900000000002</c:v>
                </c:pt>
                <c:pt idx="16186">
                  <c:v>4.4432</c:v>
                </c:pt>
                <c:pt idx="16187">
                  <c:v>4.4435000000000002</c:v>
                </c:pt>
                <c:pt idx="16188">
                  <c:v>4.44381</c:v>
                </c:pt>
                <c:pt idx="16189">
                  <c:v>4.4441100000000002</c:v>
                </c:pt>
                <c:pt idx="16190">
                  <c:v>4.44442</c:v>
                </c:pt>
                <c:pt idx="16191">
                  <c:v>4.4447200000000002</c:v>
                </c:pt>
                <c:pt idx="16192">
                  <c:v>4.44503</c:v>
                </c:pt>
                <c:pt idx="16193">
                  <c:v>4.4453300000000002</c:v>
                </c:pt>
                <c:pt idx="16194">
                  <c:v>4.44564</c:v>
                </c:pt>
                <c:pt idx="16195">
                  <c:v>4.4459400000000002</c:v>
                </c:pt>
                <c:pt idx="16196">
                  <c:v>4.44625</c:v>
                </c:pt>
                <c:pt idx="16197">
                  <c:v>4.4465500000000002</c:v>
                </c:pt>
                <c:pt idx="16198">
                  <c:v>4.44686</c:v>
                </c:pt>
                <c:pt idx="16199">
                  <c:v>4.4471699999999998</c:v>
                </c:pt>
                <c:pt idx="16200">
                  <c:v>4.44747</c:v>
                </c:pt>
                <c:pt idx="16201">
                  <c:v>4.4477799999999998</c:v>
                </c:pt>
                <c:pt idx="16202">
                  <c:v>4.44808</c:v>
                </c:pt>
                <c:pt idx="16203">
                  <c:v>4.4483899999999998</c:v>
                </c:pt>
                <c:pt idx="16204">
                  <c:v>4.44869</c:v>
                </c:pt>
                <c:pt idx="16205">
                  <c:v>4.4489999999999998</c:v>
                </c:pt>
                <c:pt idx="16206">
                  <c:v>4.4493</c:v>
                </c:pt>
                <c:pt idx="16207">
                  <c:v>4.4496099999999998</c:v>
                </c:pt>
                <c:pt idx="16208">
                  <c:v>4.44991</c:v>
                </c:pt>
                <c:pt idx="16209">
                  <c:v>4.4502199999999998</c:v>
                </c:pt>
                <c:pt idx="16210">
                  <c:v>4.45052</c:v>
                </c:pt>
                <c:pt idx="16211">
                  <c:v>4.4508299999999998</c:v>
                </c:pt>
                <c:pt idx="16212">
                  <c:v>4.4511399999999997</c:v>
                </c:pt>
                <c:pt idx="16213">
                  <c:v>4.4514399999999998</c:v>
                </c:pt>
                <c:pt idx="16214">
                  <c:v>4.4517499999999997</c:v>
                </c:pt>
                <c:pt idx="16215">
                  <c:v>4.4520499999999998</c:v>
                </c:pt>
                <c:pt idx="16216">
                  <c:v>4.4523599999999997</c:v>
                </c:pt>
                <c:pt idx="16217">
                  <c:v>4.4526599999999998</c:v>
                </c:pt>
                <c:pt idx="16218">
                  <c:v>4.4529699999999997</c:v>
                </c:pt>
                <c:pt idx="16219">
                  <c:v>4.4532699999999998</c:v>
                </c:pt>
                <c:pt idx="16220">
                  <c:v>4.4535799999999997</c:v>
                </c:pt>
                <c:pt idx="16221">
                  <c:v>4.4538799999999998</c:v>
                </c:pt>
                <c:pt idx="16222">
                  <c:v>4.4541899999999996</c:v>
                </c:pt>
                <c:pt idx="16223">
                  <c:v>4.4545000000000003</c:v>
                </c:pt>
                <c:pt idx="16224">
                  <c:v>4.4547999999999996</c:v>
                </c:pt>
                <c:pt idx="16225">
                  <c:v>4.4551100000000003</c:v>
                </c:pt>
                <c:pt idx="16226">
                  <c:v>4.4554099999999996</c:v>
                </c:pt>
                <c:pt idx="16227">
                  <c:v>4.4557200000000003</c:v>
                </c:pt>
                <c:pt idx="16228">
                  <c:v>4.4560199999999996</c:v>
                </c:pt>
                <c:pt idx="16229">
                  <c:v>4.4563300000000003</c:v>
                </c:pt>
                <c:pt idx="16230">
                  <c:v>4.4566299999999996</c:v>
                </c:pt>
                <c:pt idx="16231">
                  <c:v>4.4569400000000003</c:v>
                </c:pt>
                <c:pt idx="16232">
                  <c:v>4.4572399999999996</c:v>
                </c:pt>
                <c:pt idx="16233">
                  <c:v>4.4575500000000003</c:v>
                </c:pt>
                <c:pt idx="16234">
                  <c:v>4.4578499999999996</c:v>
                </c:pt>
                <c:pt idx="16235">
                  <c:v>4.4581600000000003</c:v>
                </c:pt>
                <c:pt idx="16236">
                  <c:v>4.4584700000000002</c:v>
                </c:pt>
                <c:pt idx="16237">
                  <c:v>4.4587700000000003</c:v>
                </c:pt>
                <c:pt idx="16238">
                  <c:v>4.4590800000000002</c:v>
                </c:pt>
                <c:pt idx="16239">
                  <c:v>4.4593800000000003</c:v>
                </c:pt>
                <c:pt idx="16240">
                  <c:v>4.4596900000000002</c:v>
                </c:pt>
                <c:pt idx="16241">
                  <c:v>4.4599900000000003</c:v>
                </c:pt>
                <c:pt idx="16242">
                  <c:v>4.4603000000000002</c:v>
                </c:pt>
                <c:pt idx="16243">
                  <c:v>4.4606000000000003</c:v>
                </c:pt>
                <c:pt idx="16244">
                  <c:v>4.4609100000000002</c:v>
                </c:pt>
                <c:pt idx="16245">
                  <c:v>4.4612100000000003</c:v>
                </c:pt>
                <c:pt idx="16246">
                  <c:v>4.4615200000000002</c:v>
                </c:pt>
                <c:pt idx="16247">
                  <c:v>4.4618200000000003</c:v>
                </c:pt>
                <c:pt idx="16248">
                  <c:v>4.4621300000000002</c:v>
                </c:pt>
                <c:pt idx="16249">
                  <c:v>4.46244</c:v>
                </c:pt>
                <c:pt idx="16250">
                  <c:v>4.4627400000000002</c:v>
                </c:pt>
                <c:pt idx="16251">
                  <c:v>4.46305</c:v>
                </c:pt>
                <c:pt idx="16252">
                  <c:v>4.4633500000000002</c:v>
                </c:pt>
                <c:pt idx="16253">
                  <c:v>4.46366</c:v>
                </c:pt>
                <c:pt idx="16254">
                  <c:v>4.4639600000000002</c:v>
                </c:pt>
                <c:pt idx="16255">
                  <c:v>4.46427</c:v>
                </c:pt>
                <c:pt idx="16256">
                  <c:v>4.4645700000000001</c:v>
                </c:pt>
                <c:pt idx="16257">
                  <c:v>4.46488</c:v>
                </c:pt>
                <c:pt idx="16258">
                  <c:v>4.4651800000000001</c:v>
                </c:pt>
                <c:pt idx="16259">
                  <c:v>4.46549</c:v>
                </c:pt>
                <c:pt idx="16260">
                  <c:v>4.4657900000000001</c:v>
                </c:pt>
                <c:pt idx="16261">
                  <c:v>4.4661</c:v>
                </c:pt>
                <c:pt idx="16262">
                  <c:v>4.4664099999999998</c:v>
                </c:pt>
                <c:pt idx="16263">
                  <c:v>4.46671</c:v>
                </c:pt>
                <c:pt idx="16264">
                  <c:v>4.4670199999999998</c:v>
                </c:pt>
                <c:pt idx="16265">
                  <c:v>4.46732</c:v>
                </c:pt>
                <c:pt idx="16266">
                  <c:v>4.4676299999999998</c:v>
                </c:pt>
                <c:pt idx="16267">
                  <c:v>4.46793</c:v>
                </c:pt>
                <c:pt idx="16268">
                  <c:v>4.4682399999999998</c:v>
                </c:pt>
                <c:pt idx="16269">
                  <c:v>4.46854</c:v>
                </c:pt>
                <c:pt idx="16270">
                  <c:v>4.4688499999999998</c:v>
                </c:pt>
                <c:pt idx="16271">
                  <c:v>4.46915</c:v>
                </c:pt>
                <c:pt idx="16272">
                  <c:v>4.4694599999999998</c:v>
                </c:pt>
                <c:pt idx="16273">
                  <c:v>4.4697699999999996</c:v>
                </c:pt>
                <c:pt idx="16274">
                  <c:v>4.4700699999999998</c:v>
                </c:pt>
                <c:pt idx="16275">
                  <c:v>4.4703799999999996</c:v>
                </c:pt>
                <c:pt idx="16276">
                  <c:v>4.4706799999999998</c:v>
                </c:pt>
                <c:pt idx="16277">
                  <c:v>4.4709899999999996</c:v>
                </c:pt>
                <c:pt idx="16278">
                  <c:v>4.4712899999999998</c:v>
                </c:pt>
                <c:pt idx="16279">
                  <c:v>4.4715999999999996</c:v>
                </c:pt>
                <c:pt idx="16280">
                  <c:v>4.4718999999999998</c:v>
                </c:pt>
                <c:pt idx="16281">
                  <c:v>4.4722099999999996</c:v>
                </c:pt>
                <c:pt idx="16282">
                  <c:v>4.4725099999999998</c:v>
                </c:pt>
                <c:pt idx="16283">
                  <c:v>4.4728199999999996</c:v>
                </c:pt>
                <c:pt idx="16284">
                  <c:v>4.4731199999999998</c:v>
                </c:pt>
                <c:pt idx="16285">
                  <c:v>4.4734299999999996</c:v>
                </c:pt>
                <c:pt idx="16286">
                  <c:v>4.4737400000000003</c:v>
                </c:pt>
                <c:pt idx="16287">
                  <c:v>4.4740399999999996</c:v>
                </c:pt>
                <c:pt idx="16288">
                  <c:v>4.4743500000000003</c:v>
                </c:pt>
                <c:pt idx="16289">
                  <c:v>4.4746499999999996</c:v>
                </c:pt>
                <c:pt idx="16290">
                  <c:v>4.4749600000000003</c:v>
                </c:pt>
                <c:pt idx="16291">
                  <c:v>4.4752599999999996</c:v>
                </c:pt>
                <c:pt idx="16292">
                  <c:v>4.4755700000000003</c:v>
                </c:pt>
                <c:pt idx="16293">
                  <c:v>4.4758699999999996</c:v>
                </c:pt>
                <c:pt idx="16294">
                  <c:v>4.4761800000000003</c:v>
                </c:pt>
                <c:pt idx="16295">
                  <c:v>4.4764799999999996</c:v>
                </c:pt>
                <c:pt idx="16296">
                  <c:v>4.4767900000000003</c:v>
                </c:pt>
                <c:pt idx="16297">
                  <c:v>4.4770899999999996</c:v>
                </c:pt>
                <c:pt idx="16298">
                  <c:v>4.4774000000000003</c:v>
                </c:pt>
                <c:pt idx="16299">
                  <c:v>4.4777100000000001</c:v>
                </c:pt>
                <c:pt idx="16300">
                  <c:v>4.4780100000000003</c:v>
                </c:pt>
                <c:pt idx="16301">
                  <c:v>4.4783200000000001</c:v>
                </c:pt>
                <c:pt idx="16302">
                  <c:v>4.4786200000000003</c:v>
                </c:pt>
                <c:pt idx="16303">
                  <c:v>4.4789300000000001</c:v>
                </c:pt>
                <c:pt idx="16304">
                  <c:v>4.4792300000000003</c:v>
                </c:pt>
                <c:pt idx="16305">
                  <c:v>4.4795400000000001</c:v>
                </c:pt>
                <c:pt idx="16306">
                  <c:v>4.4798400000000003</c:v>
                </c:pt>
                <c:pt idx="16307">
                  <c:v>4.4801500000000001</c:v>
                </c:pt>
                <c:pt idx="16308">
                  <c:v>4.4804500000000003</c:v>
                </c:pt>
                <c:pt idx="16309">
                  <c:v>4.4807600000000001</c:v>
                </c:pt>
                <c:pt idx="16310">
                  <c:v>4.4810600000000003</c:v>
                </c:pt>
                <c:pt idx="16311">
                  <c:v>4.4813700000000001</c:v>
                </c:pt>
                <c:pt idx="16312">
                  <c:v>4.4816799999999999</c:v>
                </c:pt>
                <c:pt idx="16313">
                  <c:v>4.4819800000000001</c:v>
                </c:pt>
                <c:pt idx="16314">
                  <c:v>4.4822899999999999</c:v>
                </c:pt>
                <c:pt idx="16315">
                  <c:v>4.4825900000000001</c:v>
                </c:pt>
                <c:pt idx="16316">
                  <c:v>4.4828999999999999</c:v>
                </c:pt>
                <c:pt idx="16317">
                  <c:v>4.4832000000000001</c:v>
                </c:pt>
                <c:pt idx="16318">
                  <c:v>4.4835099999999999</c:v>
                </c:pt>
                <c:pt idx="16319">
                  <c:v>4.4838100000000001</c:v>
                </c:pt>
                <c:pt idx="16320">
                  <c:v>4.4841199999999999</c:v>
                </c:pt>
                <c:pt idx="16321">
                  <c:v>4.4844200000000001</c:v>
                </c:pt>
                <c:pt idx="16322">
                  <c:v>4.4847299999999999</c:v>
                </c:pt>
                <c:pt idx="16323">
                  <c:v>4.4850300000000001</c:v>
                </c:pt>
                <c:pt idx="16324">
                  <c:v>4.4853399999999999</c:v>
                </c:pt>
                <c:pt idx="16325">
                  <c:v>4.4856499999999997</c:v>
                </c:pt>
                <c:pt idx="16326">
                  <c:v>4.4859499999999999</c:v>
                </c:pt>
                <c:pt idx="16327">
                  <c:v>4.4862599999999997</c:v>
                </c:pt>
                <c:pt idx="16328">
                  <c:v>4.4865599999999999</c:v>
                </c:pt>
                <c:pt idx="16329">
                  <c:v>4.4868699999999997</c:v>
                </c:pt>
                <c:pt idx="16330">
                  <c:v>4.4871699999999999</c:v>
                </c:pt>
                <c:pt idx="16331">
                  <c:v>4.4874799999999997</c:v>
                </c:pt>
                <c:pt idx="16332">
                  <c:v>4.4877799999999999</c:v>
                </c:pt>
                <c:pt idx="16333">
                  <c:v>4.4880899999999997</c:v>
                </c:pt>
                <c:pt idx="16334">
                  <c:v>4.4883899999999999</c:v>
                </c:pt>
                <c:pt idx="16335">
                  <c:v>4.4886999999999997</c:v>
                </c:pt>
                <c:pt idx="16336">
                  <c:v>4.4890100000000004</c:v>
                </c:pt>
                <c:pt idx="16337">
                  <c:v>4.4893099999999997</c:v>
                </c:pt>
                <c:pt idx="16338">
                  <c:v>4.4896200000000004</c:v>
                </c:pt>
                <c:pt idx="16339">
                  <c:v>4.4899199999999997</c:v>
                </c:pt>
                <c:pt idx="16340">
                  <c:v>4.4902300000000004</c:v>
                </c:pt>
                <c:pt idx="16341">
                  <c:v>4.4905299999999997</c:v>
                </c:pt>
                <c:pt idx="16342">
                  <c:v>4.4908400000000004</c:v>
                </c:pt>
                <c:pt idx="16343">
                  <c:v>4.4911399999999997</c:v>
                </c:pt>
                <c:pt idx="16344">
                  <c:v>4.4914500000000004</c:v>
                </c:pt>
                <c:pt idx="16345">
                  <c:v>4.4917499999999997</c:v>
                </c:pt>
                <c:pt idx="16346">
                  <c:v>4.4920600000000004</c:v>
                </c:pt>
                <c:pt idx="16347">
                  <c:v>4.4923599999999997</c:v>
                </c:pt>
                <c:pt idx="16348">
                  <c:v>4.4926700000000004</c:v>
                </c:pt>
                <c:pt idx="16349">
                  <c:v>4.4929800000000002</c:v>
                </c:pt>
                <c:pt idx="16350">
                  <c:v>4.4932800000000004</c:v>
                </c:pt>
                <c:pt idx="16351">
                  <c:v>4.4935900000000002</c:v>
                </c:pt>
                <c:pt idx="16352">
                  <c:v>4.4938900000000004</c:v>
                </c:pt>
                <c:pt idx="16353">
                  <c:v>4.4942000000000002</c:v>
                </c:pt>
                <c:pt idx="16354">
                  <c:v>4.4945000000000004</c:v>
                </c:pt>
                <c:pt idx="16355">
                  <c:v>4.4948100000000002</c:v>
                </c:pt>
                <c:pt idx="16356">
                  <c:v>4.4951100000000004</c:v>
                </c:pt>
                <c:pt idx="16357">
                  <c:v>4.4954200000000002</c:v>
                </c:pt>
                <c:pt idx="16358">
                  <c:v>4.4957200000000004</c:v>
                </c:pt>
                <c:pt idx="16359">
                  <c:v>4.4960300000000002</c:v>
                </c:pt>
                <c:pt idx="16360">
                  <c:v>4.4963300000000004</c:v>
                </c:pt>
                <c:pt idx="16361">
                  <c:v>4.4966400000000002</c:v>
                </c:pt>
                <c:pt idx="16362">
                  <c:v>4.49695</c:v>
                </c:pt>
                <c:pt idx="16363">
                  <c:v>4.4972500000000002</c:v>
                </c:pt>
                <c:pt idx="16364">
                  <c:v>4.49756</c:v>
                </c:pt>
                <c:pt idx="16365">
                  <c:v>4.4978600000000002</c:v>
                </c:pt>
                <c:pt idx="16366">
                  <c:v>4.49817</c:v>
                </c:pt>
                <c:pt idx="16367">
                  <c:v>4.4984700000000002</c:v>
                </c:pt>
                <c:pt idx="16368">
                  <c:v>4.49878</c:v>
                </c:pt>
                <c:pt idx="16369">
                  <c:v>4.4990800000000002</c:v>
                </c:pt>
                <c:pt idx="16370">
                  <c:v>4.49939</c:v>
                </c:pt>
                <c:pt idx="16371">
                  <c:v>4.4996900000000002</c:v>
                </c:pt>
                <c:pt idx="16372">
                  <c:v>4.5</c:v>
                </c:pt>
                <c:pt idx="16373">
                  <c:v>4.5003000000000002</c:v>
                </c:pt>
                <c:pt idx="16374">
                  <c:v>4.50061</c:v>
                </c:pt>
                <c:pt idx="16375">
                  <c:v>4.5009199999999998</c:v>
                </c:pt>
                <c:pt idx="16376">
                  <c:v>4.50122</c:v>
                </c:pt>
                <c:pt idx="16377">
                  <c:v>4.5015299999999998</c:v>
                </c:pt>
                <c:pt idx="16378">
                  <c:v>4.50183</c:v>
                </c:pt>
                <c:pt idx="16379">
                  <c:v>4.5021399999999998</c:v>
                </c:pt>
                <c:pt idx="16380">
                  <c:v>4.50244</c:v>
                </c:pt>
                <c:pt idx="16381">
                  <c:v>4.5027499999999998</c:v>
                </c:pt>
                <c:pt idx="16382">
                  <c:v>4.50305</c:v>
                </c:pt>
                <c:pt idx="16383">
                  <c:v>4.5033599999999998</c:v>
                </c:pt>
                <c:pt idx="16384">
                  <c:v>4.50366</c:v>
                </c:pt>
                <c:pt idx="16385">
                  <c:v>4.5039699999999998</c:v>
                </c:pt>
                <c:pt idx="16386">
                  <c:v>4.50427</c:v>
                </c:pt>
                <c:pt idx="16387">
                  <c:v>4.5045799999999998</c:v>
                </c:pt>
                <c:pt idx="16388">
                  <c:v>4.5048899999999996</c:v>
                </c:pt>
                <c:pt idx="16389">
                  <c:v>4.5051899999999998</c:v>
                </c:pt>
                <c:pt idx="16390">
                  <c:v>4.5054999999999996</c:v>
                </c:pt>
                <c:pt idx="16391">
                  <c:v>4.5057999999999998</c:v>
                </c:pt>
                <c:pt idx="16392">
                  <c:v>4.5061099999999996</c:v>
                </c:pt>
                <c:pt idx="16393">
                  <c:v>4.5064099999999998</c:v>
                </c:pt>
                <c:pt idx="16394">
                  <c:v>4.5067199999999996</c:v>
                </c:pt>
                <c:pt idx="16395">
                  <c:v>4.5070199999999998</c:v>
                </c:pt>
                <c:pt idx="16396">
                  <c:v>4.5073299999999996</c:v>
                </c:pt>
                <c:pt idx="16397">
                  <c:v>4.5076299999999998</c:v>
                </c:pt>
                <c:pt idx="16398">
                  <c:v>4.5079399999999996</c:v>
                </c:pt>
                <c:pt idx="16399">
                  <c:v>4.5082500000000003</c:v>
                </c:pt>
                <c:pt idx="16400">
                  <c:v>4.5085499999999996</c:v>
                </c:pt>
                <c:pt idx="16401">
                  <c:v>4.5088600000000003</c:v>
                </c:pt>
                <c:pt idx="16402">
                  <c:v>4.5091599999999996</c:v>
                </c:pt>
                <c:pt idx="16403">
                  <c:v>4.5094700000000003</c:v>
                </c:pt>
                <c:pt idx="16404">
                  <c:v>4.5097699999999996</c:v>
                </c:pt>
                <c:pt idx="16405">
                  <c:v>4.5100800000000003</c:v>
                </c:pt>
                <c:pt idx="16406">
                  <c:v>4.5103799999999996</c:v>
                </c:pt>
                <c:pt idx="16407">
                  <c:v>4.5106900000000003</c:v>
                </c:pt>
                <c:pt idx="16408">
                  <c:v>4.5109899999999996</c:v>
                </c:pt>
                <c:pt idx="16409">
                  <c:v>4.5113000000000003</c:v>
                </c:pt>
                <c:pt idx="16410">
                  <c:v>4.5115999999999996</c:v>
                </c:pt>
                <c:pt idx="16411">
                  <c:v>4.5119100000000003</c:v>
                </c:pt>
                <c:pt idx="16412">
                  <c:v>4.5122200000000001</c:v>
                </c:pt>
                <c:pt idx="16413">
                  <c:v>4.5125200000000003</c:v>
                </c:pt>
                <c:pt idx="16414">
                  <c:v>4.5128300000000001</c:v>
                </c:pt>
                <c:pt idx="16415">
                  <c:v>4.5131300000000003</c:v>
                </c:pt>
                <c:pt idx="16416">
                  <c:v>4.5134400000000001</c:v>
                </c:pt>
                <c:pt idx="16417">
                  <c:v>4.5137400000000003</c:v>
                </c:pt>
                <c:pt idx="16418">
                  <c:v>4.5140500000000001</c:v>
                </c:pt>
                <c:pt idx="16419">
                  <c:v>4.5143500000000003</c:v>
                </c:pt>
                <c:pt idx="16420">
                  <c:v>4.5146600000000001</c:v>
                </c:pt>
                <c:pt idx="16421">
                  <c:v>4.5149600000000003</c:v>
                </c:pt>
                <c:pt idx="16422">
                  <c:v>4.5152700000000001</c:v>
                </c:pt>
                <c:pt idx="16423">
                  <c:v>4.5155700000000003</c:v>
                </c:pt>
                <c:pt idx="16424">
                  <c:v>4.5158800000000001</c:v>
                </c:pt>
                <c:pt idx="16425">
                  <c:v>4.5161899999999999</c:v>
                </c:pt>
                <c:pt idx="16426">
                  <c:v>4.5164900000000001</c:v>
                </c:pt>
                <c:pt idx="16427">
                  <c:v>4.5167999999999999</c:v>
                </c:pt>
                <c:pt idx="16428">
                  <c:v>4.5171000000000001</c:v>
                </c:pt>
                <c:pt idx="16429">
                  <c:v>4.5174099999999999</c:v>
                </c:pt>
                <c:pt idx="16430">
                  <c:v>4.5177100000000001</c:v>
                </c:pt>
                <c:pt idx="16431">
                  <c:v>4.5180199999999999</c:v>
                </c:pt>
                <c:pt idx="16432">
                  <c:v>4.5183200000000001</c:v>
                </c:pt>
                <c:pt idx="16433">
                  <c:v>4.5186299999999999</c:v>
                </c:pt>
                <c:pt idx="16434">
                  <c:v>4.5189300000000001</c:v>
                </c:pt>
                <c:pt idx="16435">
                  <c:v>4.5192399999999999</c:v>
                </c:pt>
                <c:pt idx="16436">
                  <c:v>4.5195400000000001</c:v>
                </c:pt>
                <c:pt idx="16437">
                  <c:v>4.5198499999999999</c:v>
                </c:pt>
                <c:pt idx="16438">
                  <c:v>4.5201599999999997</c:v>
                </c:pt>
                <c:pt idx="16439">
                  <c:v>4.5204599999999999</c:v>
                </c:pt>
                <c:pt idx="16440">
                  <c:v>4.5207699999999997</c:v>
                </c:pt>
                <c:pt idx="16441">
                  <c:v>4.5210699999999999</c:v>
                </c:pt>
                <c:pt idx="16442">
                  <c:v>4.5213799999999997</c:v>
                </c:pt>
                <c:pt idx="16443">
                  <c:v>4.5216799999999999</c:v>
                </c:pt>
                <c:pt idx="16444">
                  <c:v>4.5219899999999997</c:v>
                </c:pt>
                <c:pt idx="16445">
                  <c:v>4.5222899999999999</c:v>
                </c:pt>
                <c:pt idx="16446">
                  <c:v>4.5225999999999997</c:v>
                </c:pt>
                <c:pt idx="16447">
                  <c:v>4.5228999999999999</c:v>
                </c:pt>
                <c:pt idx="16448">
                  <c:v>4.5232099999999997</c:v>
                </c:pt>
                <c:pt idx="16449">
                  <c:v>4.5235099999999999</c:v>
                </c:pt>
                <c:pt idx="16450">
                  <c:v>4.5238199999999997</c:v>
                </c:pt>
                <c:pt idx="16451">
                  <c:v>4.5241300000000004</c:v>
                </c:pt>
                <c:pt idx="16452">
                  <c:v>4.5244299999999997</c:v>
                </c:pt>
                <c:pt idx="16453">
                  <c:v>4.5247400000000004</c:v>
                </c:pt>
                <c:pt idx="16454">
                  <c:v>4.5250399999999997</c:v>
                </c:pt>
                <c:pt idx="16455">
                  <c:v>4.5253500000000004</c:v>
                </c:pt>
                <c:pt idx="16456">
                  <c:v>4.5256499999999997</c:v>
                </c:pt>
                <c:pt idx="16457">
                  <c:v>4.5259600000000004</c:v>
                </c:pt>
                <c:pt idx="16458">
                  <c:v>4.5262599999999997</c:v>
                </c:pt>
                <c:pt idx="16459">
                  <c:v>4.5265700000000004</c:v>
                </c:pt>
                <c:pt idx="16460">
                  <c:v>4.5268699999999997</c:v>
                </c:pt>
                <c:pt idx="16461">
                  <c:v>4.5271800000000004</c:v>
                </c:pt>
                <c:pt idx="16462">
                  <c:v>4.5274900000000002</c:v>
                </c:pt>
                <c:pt idx="16463">
                  <c:v>4.5277900000000004</c:v>
                </c:pt>
                <c:pt idx="16464">
                  <c:v>4.5281000000000002</c:v>
                </c:pt>
                <c:pt idx="16465">
                  <c:v>4.5284000000000004</c:v>
                </c:pt>
                <c:pt idx="16466">
                  <c:v>4.5287100000000002</c:v>
                </c:pt>
                <c:pt idx="16467">
                  <c:v>4.5290100000000004</c:v>
                </c:pt>
                <c:pt idx="16468">
                  <c:v>4.5293200000000002</c:v>
                </c:pt>
                <c:pt idx="16469">
                  <c:v>4.5296200000000004</c:v>
                </c:pt>
                <c:pt idx="16470">
                  <c:v>4.5299300000000002</c:v>
                </c:pt>
                <c:pt idx="16471">
                  <c:v>4.5302300000000004</c:v>
                </c:pt>
                <c:pt idx="16472">
                  <c:v>4.5305400000000002</c:v>
                </c:pt>
                <c:pt idx="16473">
                  <c:v>4.5308400000000004</c:v>
                </c:pt>
                <c:pt idx="16474">
                  <c:v>4.5311500000000002</c:v>
                </c:pt>
                <c:pt idx="16475">
                  <c:v>4.53146</c:v>
                </c:pt>
                <c:pt idx="16476">
                  <c:v>4.5317600000000002</c:v>
                </c:pt>
                <c:pt idx="16477">
                  <c:v>4.53207</c:v>
                </c:pt>
                <c:pt idx="16478">
                  <c:v>4.5323700000000002</c:v>
                </c:pt>
                <c:pt idx="16479">
                  <c:v>4.53268</c:v>
                </c:pt>
                <c:pt idx="16480">
                  <c:v>4.5329800000000002</c:v>
                </c:pt>
                <c:pt idx="16481">
                  <c:v>4.53329</c:v>
                </c:pt>
                <c:pt idx="16482">
                  <c:v>4.5335900000000002</c:v>
                </c:pt>
                <c:pt idx="16483">
                  <c:v>4.5339</c:v>
                </c:pt>
                <c:pt idx="16484">
                  <c:v>4.5342000000000002</c:v>
                </c:pt>
                <c:pt idx="16485">
                  <c:v>4.53451</c:v>
                </c:pt>
                <c:pt idx="16486">
                  <c:v>4.5348100000000002</c:v>
                </c:pt>
                <c:pt idx="16487">
                  <c:v>4.53512</c:v>
                </c:pt>
                <c:pt idx="16488">
                  <c:v>4.5354299999999999</c:v>
                </c:pt>
                <c:pt idx="16489">
                  <c:v>4.53573</c:v>
                </c:pt>
                <c:pt idx="16490">
                  <c:v>4.5360399999999998</c:v>
                </c:pt>
                <c:pt idx="16491">
                  <c:v>4.53634</c:v>
                </c:pt>
                <c:pt idx="16492">
                  <c:v>4.5366499999999998</c:v>
                </c:pt>
                <c:pt idx="16493">
                  <c:v>4.53695</c:v>
                </c:pt>
                <c:pt idx="16494">
                  <c:v>4.5372599999999998</c:v>
                </c:pt>
                <c:pt idx="16495">
                  <c:v>4.53756</c:v>
                </c:pt>
                <c:pt idx="16496">
                  <c:v>4.5378699999999998</c:v>
                </c:pt>
                <c:pt idx="16497">
                  <c:v>4.53817</c:v>
                </c:pt>
                <c:pt idx="16498">
                  <c:v>4.5384799999999998</c:v>
                </c:pt>
                <c:pt idx="16499">
                  <c:v>4.53878</c:v>
                </c:pt>
                <c:pt idx="16500">
                  <c:v>4.5390899999999998</c:v>
                </c:pt>
                <c:pt idx="16501">
                  <c:v>4.5393999999999997</c:v>
                </c:pt>
                <c:pt idx="16502">
                  <c:v>4.5396999999999998</c:v>
                </c:pt>
                <c:pt idx="16503">
                  <c:v>4.5400099999999997</c:v>
                </c:pt>
                <c:pt idx="16504">
                  <c:v>4.5403099999999998</c:v>
                </c:pt>
                <c:pt idx="16505">
                  <c:v>4.5406199999999997</c:v>
                </c:pt>
                <c:pt idx="16506">
                  <c:v>4.5409199999999998</c:v>
                </c:pt>
                <c:pt idx="16507">
                  <c:v>4.5412299999999997</c:v>
                </c:pt>
                <c:pt idx="16508">
                  <c:v>4.5415299999999998</c:v>
                </c:pt>
                <c:pt idx="16509">
                  <c:v>4.5418399999999997</c:v>
                </c:pt>
                <c:pt idx="16510">
                  <c:v>4.5421399999999998</c:v>
                </c:pt>
                <c:pt idx="16511">
                  <c:v>4.5424499999999997</c:v>
                </c:pt>
                <c:pt idx="16512">
                  <c:v>4.5427600000000004</c:v>
                </c:pt>
                <c:pt idx="16513">
                  <c:v>4.5430599999999997</c:v>
                </c:pt>
                <c:pt idx="16514">
                  <c:v>4.5433700000000004</c:v>
                </c:pt>
                <c:pt idx="16515">
                  <c:v>4.5436699999999997</c:v>
                </c:pt>
                <c:pt idx="16516">
                  <c:v>4.5439800000000004</c:v>
                </c:pt>
                <c:pt idx="16517">
                  <c:v>4.5442799999999997</c:v>
                </c:pt>
                <c:pt idx="16518">
                  <c:v>4.5445900000000004</c:v>
                </c:pt>
                <c:pt idx="16519">
                  <c:v>4.5448899999999997</c:v>
                </c:pt>
                <c:pt idx="16520">
                  <c:v>4.5452000000000004</c:v>
                </c:pt>
                <c:pt idx="16521">
                  <c:v>4.5454999999999997</c:v>
                </c:pt>
                <c:pt idx="16522">
                  <c:v>4.5458100000000004</c:v>
                </c:pt>
                <c:pt idx="16523">
                  <c:v>4.5461099999999997</c:v>
                </c:pt>
                <c:pt idx="16524">
                  <c:v>4.5464200000000003</c:v>
                </c:pt>
                <c:pt idx="16525">
                  <c:v>4.5467300000000002</c:v>
                </c:pt>
                <c:pt idx="16526">
                  <c:v>4.5470300000000003</c:v>
                </c:pt>
                <c:pt idx="16527">
                  <c:v>4.5473400000000002</c:v>
                </c:pt>
                <c:pt idx="16528">
                  <c:v>4.5476400000000003</c:v>
                </c:pt>
                <c:pt idx="16529">
                  <c:v>4.5479500000000002</c:v>
                </c:pt>
                <c:pt idx="16530">
                  <c:v>4.5482500000000003</c:v>
                </c:pt>
                <c:pt idx="16531">
                  <c:v>4.5485600000000002</c:v>
                </c:pt>
                <c:pt idx="16532">
                  <c:v>4.5488600000000003</c:v>
                </c:pt>
                <c:pt idx="16533">
                  <c:v>4.5491700000000002</c:v>
                </c:pt>
                <c:pt idx="16534">
                  <c:v>4.5494700000000003</c:v>
                </c:pt>
                <c:pt idx="16535">
                  <c:v>4.5497800000000002</c:v>
                </c:pt>
                <c:pt idx="16536">
                  <c:v>4.5500800000000003</c:v>
                </c:pt>
                <c:pt idx="16537">
                  <c:v>4.5503900000000002</c:v>
                </c:pt>
                <c:pt idx="16538">
                  <c:v>4.5507</c:v>
                </c:pt>
                <c:pt idx="16539">
                  <c:v>4.5510000000000002</c:v>
                </c:pt>
                <c:pt idx="16540">
                  <c:v>4.55131</c:v>
                </c:pt>
                <c:pt idx="16541">
                  <c:v>4.5516100000000002</c:v>
                </c:pt>
                <c:pt idx="16542">
                  <c:v>4.55192</c:v>
                </c:pt>
                <c:pt idx="16543">
                  <c:v>4.5522200000000002</c:v>
                </c:pt>
                <c:pt idx="16544">
                  <c:v>4.55253</c:v>
                </c:pt>
                <c:pt idx="16545">
                  <c:v>4.5528300000000002</c:v>
                </c:pt>
                <c:pt idx="16546">
                  <c:v>4.55314</c:v>
                </c:pt>
                <c:pt idx="16547">
                  <c:v>4.5534400000000002</c:v>
                </c:pt>
                <c:pt idx="16548">
                  <c:v>4.55375</c:v>
                </c:pt>
                <c:pt idx="16549">
                  <c:v>4.5540500000000002</c:v>
                </c:pt>
                <c:pt idx="16550">
                  <c:v>4.55436</c:v>
                </c:pt>
                <c:pt idx="16551">
                  <c:v>4.5546699999999998</c:v>
                </c:pt>
                <c:pt idx="16552">
                  <c:v>4.55497</c:v>
                </c:pt>
                <c:pt idx="16553">
                  <c:v>4.5552799999999998</c:v>
                </c:pt>
                <c:pt idx="16554">
                  <c:v>4.55558</c:v>
                </c:pt>
                <c:pt idx="16555">
                  <c:v>4.5558899999999998</c:v>
                </c:pt>
                <c:pt idx="16556">
                  <c:v>4.55619</c:v>
                </c:pt>
                <c:pt idx="16557">
                  <c:v>4.5564999999999998</c:v>
                </c:pt>
                <c:pt idx="16558">
                  <c:v>4.5568</c:v>
                </c:pt>
                <c:pt idx="16559">
                  <c:v>4.5571099999999998</c:v>
                </c:pt>
                <c:pt idx="16560">
                  <c:v>4.55741</c:v>
                </c:pt>
                <c:pt idx="16561">
                  <c:v>4.5577199999999998</c:v>
                </c:pt>
                <c:pt idx="16562">
                  <c:v>4.55802</c:v>
                </c:pt>
                <c:pt idx="16563">
                  <c:v>4.5583299999999998</c:v>
                </c:pt>
                <c:pt idx="16564">
                  <c:v>4.5586399999999996</c:v>
                </c:pt>
                <c:pt idx="16565">
                  <c:v>4.5589399999999998</c:v>
                </c:pt>
                <c:pt idx="16566">
                  <c:v>4.5592499999999996</c:v>
                </c:pt>
                <c:pt idx="16567">
                  <c:v>4.5595499999999998</c:v>
                </c:pt>
                <c:pt idx="16568">
                  <c:v>4.5598599999999996</c:v>
                </c:pt>
                <c:pt idx="16569">
                  <c:v>4.5601599999999998</c:v>
                </c:pt>
                <c:pt idx="16570">
                  <c:v>4.5604699999999996</c:v>
                </c:pt>
                <c:pt idx="16571">
                  <c:v>4.5607699999999998</c:v>
                </c:pt>
                <c:pt idx="16572">
                  <c:v>4.5610799999999996</c:v>
                </c:pt>
                <c:pt idx="16573">
                  <c:v>4.5613799999999998</c:v>
                </c:pt>
                <c:pt idx="16574">
                  <c:v>4.5616899999999996</c:v>
                </c:pt>
                <c:pt idx="16575">
                  <c:v>4.5620000000000003</c:v>
                </c:pt>
                <c:pt idx="16576">
                  <c:v>4.5622999999999996</c:v>
                </c:pt>
                <c:pt idx="16577">
                  <c:v>4.5626100000000003</c:v>
                </c:pt>
                <c:pt idx="16578">
                  <c:v>4.5629099999999996</c:v>
                </c:pt>
                <c:pt idx="16579">
                  <c:v>4.5632200000000003</c:v>
                </c:pt>
                <c:pt idx="16580">
                  <c:v>4.5635199999999996</c:v>
                </c:pt>
                <c:pt idx="16581">
                  <c:v>4.5638300000000003</c:v>
                </c:pt>
                <c:pt idx="16582">
                  <c:v>4.5641299999999996</c:v>
                </c:pt>
                <c:pt idx="16583">
                  <c:v>4.5644400000000003</c:v>
                </c:pt>
                <c:pt idx="16584">
                  <c:v>4.5647399999999996</c:v>
                </c:pt>
                <c:pt idx="16585">
                  <c:v>4.5650500000000003</c:v>
                </c:pt>
                <c:pt idx="16586">
                  <c:v>4.5653499999999996</c:v>
                </c:pt>
                <c:pt idx="16587">
                  <c:v>4.5656600000000003</c:v>
                </c:pt>
                <c:pt idx="16588">
                  <c:v>4.5659700000000001</c:v>
                </c:pt>
                <c:pt idx="16589">
                  <c:v>4.5662700000000003</c:v>
                </c:pt>
                <c:pt idx="16590">
                  <c:v>4.5665800000000001</c:v>
                </c:pt>
                <c:pt idx="16591">
                  <c:v>4.5668800000000003</c:v>
                </c:pt>
                <c:pt idx="16592">
                  <c:v>4.5671900000000001</c:v>
                </c:pt>
                <c:pt idx="16593">
                  <c:v>4.5674900000000003</c:v>
                </c:pt>
                <c:pt idx="16594">
                  <c:v>4.5678000000000001</c:v>
                </c:pt>
                <c:pt idx="16595">
                  <c:v>4.5681000000000003</c:v>
                </c:pt>
                <c:pt idx="16596">
                  <c:v>4.5684100000000001</c:v>
                </c:pt>
                <c:pt idx="16597">
                  <c:v>4.5687100000000003</c:v>
                </c:pt>
                <c:pt idx="16598">
                  <c:v>4.5690200000000001</c:v>
                </c:pt>
                <c:pt idx="16599">
                  <c:v>4.5693200000000003</c:v>
                </c:pt>
                <c:pt idx="16600">
                  <c:v>4.5696300000000001</c:v>
                </c:pt>
                <c:pt idx="16601">
                  <c:v>4.5699399999999999</c:v>
                </c:pt>
                <c:pt idx="16602">
                  <c:v>4.5702400000000001</c:v>
                </c:pt>
                <c:pt idx="16603">
                  <c:v>4.5705499999999999</c:v>
                </c:pt>
                <c:pt idx="16604">
                  <c:v>4.5708500000000001</c:v>
                </c:pt>
                <c:pt idx="16605">
                  <c:v>4.5711599999999999</c:v>
                </c:pt>
                <c:pt idx="16606">
                  <c:v>4.5714600000000001</c:v>
                </c:pt>
                <c:pt idx="16607">
                  <c:v>4.5717699999999999</c:v>
                </c:pt>
                <c:pt idx="16608">
                  <c:v>4.5720700000000001</c:v>
                </c:pt>
                <c:pt idx="16609">
                  <c:v>4.5723799999999999</c:v>
                </c:pt>
                <c:pt idx="16610">
                  <c:v>4.5726800000000001</c:v>
                </c:pt>
                <c:pt idx="16611">
                  <c:v>4.5729899999999999</c:v>
                </c:pt>
                <c:pt idx="16612">
                  <c:v>4.5732900000000001</c:v>
                </c:pt>
                <c:pt idx="16613">
                  <c:v>4.5735999999999999</c:v>
                </c:pt>
                <c:pt idx="16614">
                  <c:v>4.5739099999999997</c:v>
                </c:pt>
                <c:pt idx="16615">
                  <c:v>4.5742099999999999</c:v>
                </c:pt>
                <c:pt idx="16616">
                  <c:v>4.5745199999999997</c:v>
                </c:pt>
                <c:pt idx="16617">
                  <c:v>4.5748199999999999</c:v>
                </c:pt>
                <c:pt idx="16618">
                  <c:v>4.5751299999999997</c:v>
                </c:pt>
                <c:pt idx="16619">
                  <c:v>4.5754299999999999</c:v>
                </c:pt>
                <c:pt idx="16620">
                  <c:v>4.5757399999999997</c:v>
                </c:pt>
                <c:pt idx="16621">
                  <c:v>4.5760399999999999</c:v>
                </c:pt>
                <c:pt idx="16622">
                  <c:v>4.5763499999999997</c:v>
                </c:pt>
                <c:pt idx="16623">
                  <c:v>4.5766499999999999</c:v>
                </c:pt>
                <c:pt idx="16624">
                  <c:v>4.5769599999999997</c:v>
                </c:pt>
                <c:pt idx="16625">
                  <c:v>4.5772599999999999</c:v>
                </c:pt>
                <c:pt idx="16626">
                  <c:v>4.5775699999999997</c:v>
                </c:pt>
                <c:pt idx="16627">
                  <c:v>4.5778800000000004</c:v>
                </c:pt>
                <c:pt idx="16628">
                  <c:v>4.5781799999999997</c:v>
                </c:pt>
                <c:pt idx="16629">
                  <c:v>4.5784900000000004</c:v>
                </c:pt>
                <c:pt idx="16630">
                  <c:v>4.5787899999999997</c:v>
                </c:pt>
                <c:pt idx="16631">
                  <c:v>4.5791000000000004</c:v>
                </c:pt>
                <c:pt idx="16632">
                  <c:v>4.5793999999999997</c:v>
                </c:pt>
                <c:pt idx="16633">
                  <c:v>4.5797100000000004</c:v>
                </c:pt>
                <c:pt idx="16634">
                  <c:v>4.5800099999999997</c:v>
                </c:pt>
                <c:pt idx="16635">
                  <c:v>4.5803200000000004</c:v>
                </c:pt>
                <c:pt idx="16636">
                  <c:v>4.5806199999999997</c:v>
                </c:pt>
                <c:pt idx="16637">
                  <c:v>4.5809300000000004</c:v>
                </c:pt>
                <c:pt idx="16638">
                  <c:v>4.5812400000000002</c:v>
                </c:pt>
                <c:pt idx="16639">
                  <c:v>4.5815400000000004</c:v>
                </c:pt>
                <c:pt idx="16640">
                  <c:v>4.5818500000000002</c:v>
                </c:pt>
                <c:pt idx="16641">
                  <c:v>4.5821500000000004</c:v>
                </c:pt>
                <c:pt idx="16642">
                  <c:v>4.5824600000000002</c:v>
                </c:pt>
                <c:pt idx="16643">
                  <c:v>4.5827600000000004</c:v>
                </c:pt>
                <c:pt idx="16644">
                  <c:v>4.5830700000000002</c:v>
                </c:pt>
                <c:pt idx="16645">
                  <c:v>4.5833700000000004</c:v>
                </c:pt>
                <c:pt idx="16646">
                  <c:v>4.5836800000000002</c:v>
                </c:pt>
                <c:pt idx="16647">
                  <c:v>4.5839800000000004</c:v>
                </c:pt>
                <c:pt idx="16648">
                  <c:v>4.5842900000000002</c:v>
                </c:pt>
                <c:pt idx="16649">
                  <c:v>4.5845900000000004</c:v>
                </c:pt>
                <c:pt idx="16650">
                  <c:v>4.5849000000000002</c:v>
                </c:pt>
                <c:pt idx="16651">
                  <c:v>4.58521</c:v>
                </c:pt>
                <c:pt idx="16652">
                  <c:v>4.5855100000000002</c:v>
                </c:pt>
                <c:pt idx="16653">
                  <c:v>4.58582</c:v>
                </c:pt>
                <c:pt idx="16654">
                  <c:v>4.5861200000000002</c:v>
                </c:pt>
                <c:pt idx="16655">
                  <c:v>4.58643</c:v>
                </c:pt>
                <c:pt idx="16656">
                  <c:v>4.5867300000000002</c:v>
                </c:pt>
                <c:pt idx="16657">
                  <c:v>4.58704</c:v>
                </c:pt>
                <c:pt idx="16658">
                  <c:v>4.5873400000000002</c:v>
                </c:pt>
                <c:pt idx="16659">
                  <c:v>4.58765</c:v>
                </c:pt>
                <c:pt idx="16660">
                  <c:v>4.5879500000000002</c:v>
                </c:pt>
                <c:pt idx="16661">
                  <c:v>4.58826</c:v>
                </c:pt>
                <c:pt idx="16662">
                  <c:v>4.5885600000000002</c:v>
                </c:pt>
                <c:pt idx="16663">
                  <c:v>4.58887</c:v>
                </c:pt>
                <c:pt idx="16664">
                  <c:v>4.5891799999999998</c:v>
                </c:pt>
                <c:pt idx="16665">
                  <c:v>4.58948</c:v>
                </c:pt>
                <c:pt idx="16666">
                  <c:v>4.5897899999999998</c:v>
                </c:pt>
                <c:pt idx="16667">
                  <c:v>4.59009</c:v>
                </c:pt>
                <c:pt idx="16668">
                  <c:v>4.5903999999999998</c:v>
                </c:pt>
                <c:pt idx="16669">
                  <c:v>4.5907</c:v>
                </c:pt>
                <c:pt idx="16670">
                  <c:v>4.5910099999999998</c:v>
                </c:pt>
                <c:pt idx="16671">
                  <c:v>4.59131</c:v>
                </c:pt>
                <c:pt idx="16672">
                  <c:v>4.5916199999999998</c:v>
                </c:pt>
                <c:pt idx="16673">
                  <c:v>4.59192</c:v>
                </c:pt>
                <c:pt idx="16674">
                  <c:v>4.5922299999999998</c:v>
                </c:pt>
                <c:pt idx="16675">
                  <c:v>4.59253</c:v>
                </c:pt>
                <c:pt idx="16676">
                  <c:v>4.5928399999999998</c:v>
                </c:pt>
                <c:pt idx="16677">
                  <c:v>4.5931499999999996</c:v>
                </c:pt>
                <c:pt idx="16678">
                  <c:v>4.5934499999999998</c:v>
                </c:pt>
                <c:pt idx="16679">
                  <c:v>4.5937599999999996</c:v>
                </c:pt>
                <c:pt idx="16680">
                  <c:v>4.5940599999999998</c:v>
                </c:pt>
                <c:pt idx="16681">
                  <c:v>4.5943699999999996</c:v>
                </c:pt>
                <c:pt idx="16682">
                  <c:v>4.5946699999999998</c:v>
                </c:pt>
                <c:pt idx="16683">
                  <c:v>4.5949799999999996</c:v>
                </c:pt>
                <c:pt idx="16684">
                  <c:v>4.5952799999999998</c:v>
                </c:pt>
                <c:pt idx="16685">
                  <c:v>4.5955899999999996</c:v>
                </c:pt>
                <c:pt idx="16686">
                  <c:v>4.5958899999999998</c:v>
                </c:pt>
                <c:pt idx="16687">
                  <c:v>4.5961999999999996</c:v>
                </c:pt>
                <c:pt idx="16688">
                  <c:v>4.5965100000000003</c:v>
                </c:pt>
                <c:pt idx="16689">
                  <c:v>4.5968099999999996</c:v>
                </c:pt>
                <c:pt idx="16690">
                  <c:v>4.5971200000000003</c:v>
                </c:pt>
                <c:pt idx="16691">
                  <c:v>4.5974199999999996</c:v>
                </c:pt>
                <c:pt idx="16692">
                  <c:v>4.5977300000000003</c:v>
                </c:pt>
                <c:pt idx="16693">
                  <c:v>4.5980299999999996</c:v>
                </c:pt>
                <c:pt idx="16694">
                  <c:v>4.5983400000000003</c:v>
                </c:pt>
                <c:pt idx="16695">
                  <c:v>4.5986399999999996</c:v>
                </c:pt>
                <c:pt idx="16696">
                  <c:v>4.5989500000000003</c:v>
                </c:pt>
                <c:pt idx="16697">
                  <c:v>4.5992499999999996</c:v>
                </c:pt>
                <c:pt idx="16698">
                  <c:v>4.5995600000000003</c:v>
                </c:pt>
                <c:pt idx="16699">
                  <c:v>4.5998599999999996</c:v>
                </c:pt>
                <c:pt idx="16700">
                  <c:v>4.6001700000000003</c:v>
                </c:pt>
                <c:pt idx="16701">
                  <c:v>4.6004800000000001</c:v>
                </c:pt>
                <c:pt idx="16702">
                  <c:v>4.6007800000000003</c:v>
                </c:pt>
                <c:pt idx="16703">
                  <c:v>4.6010900000000001</c:v>
                </c:pt>
                <c:pt idx="16704">
                  <c:v>4.6013900000000003</c:v>
                </c:pt>
                <c:pt idx="16705">
                  <c:v>4.6017000000000001</c:v>
                </c:pt>
                <c:pt idx="16706">
                  <c:v>4.6020000000000003</c:v>
                </c:pt>
                <c:pt idx="16707">
                  <c:v>4.6023100000000001</c:v>
                </c:pt>
                <c:pt idx="16708">
                  <c:v>4.6026100000000003</c:v>
                </c:pt>
                <c:pt idx="16709">
                  <c:v>4.6029200000000001</c:v>
                </c:pt>
                <c:pt idx="16710">
                  <c:v>4.6032200000000003</c:v>
                </c:pt>
                <c:pt idx="16711">
                  <c:v>4.6035300000000001</c:v>
                </c:pt>
                <c:pt idx="16712">
                  <c:v>4.6038300000000003</c:v>
                </c:pt>
                <c:pt idx="16713">
                  <c:v>4.6041400000000001</c:v>
                </c:pt>
                <c:pt idx="16714">
                  <c:v>4.6044499999999999</c:v>
                </c:pt>
                <c:pt idx="16715">
                  <c:v>4.6047500000000001</c:v>
                </c:pt>
                <c:pt idx="16716">
                  <c:v>4.6050599999999999</c:v>
                </c:pt>
                <c:pt idx="16717">
                  <c:v>4.6053600000000001</c:v>
                </c:pt>
                <c:pt idx="16718">
                  <c:v>4.6056699999999999</c:v>
                </c:pt>
                <c:pt idx="16719">
                  <c:v>4.6059700000000001</c:v>
                </c:pt>
                <c:pt idx="16720">
                  <c:v>4.6062799999999999</c:v>
                </c:pt>
                <c:pt idx="16721">
                  <c:v>4.6065800000000001</c:v>
                </c:pt>
                <c:pt idx="16722">
                  <c:v>4.6068899999999999</c:v>
                </c:pt>
                <c:pt idx="16723">
                  <c:v>4.6071900000000001</c:v>
                </c:pt>
                <c:pt idx="16724">
                  <c:v>4.6074999999999999</c:v>
                </c:pt>
                <c:pt idx="16725">
                  <c:v>4.6078000000000001</c:v>
                </c:pt>
                <c:pt idx="16726">
                  <c:v>4.6081099999999999</c:v>
                </c:pt>
                <c:pt idx="16727">
                  <c:v>4.6084199999999997</c:v>
                </c:pt>
                <c:pt idx="16728">
                  <c:v>4.6087199999999999</c:v>
                </c:pt>
                <c:pt idx="16729">
                  <c:v>4.6090299999999997</c:v>
                </c:pt>
                <c:pt idx="16730">
                  <c:v>4.6093299999999999</c:v>
                </c:pt>
                <c:pt idx="16731">
                  <c:v>4.6096399999999997</c:v>
                </c:pt>
                <c:pt idx="16732">
                  <c:v>4.6099399999999999</c:v>
                </c:pt>
                <c:pt idx="16733">
                  <c:v>4.6102499999999997</c:v>
                </c:pt>
                <c:pt idx="16734">
                  <c:v>4.6105499999999999</c:v>
                </c:pt>
                <c:pt idx="16735">
                  <c:v>4.6108599999999997</c:v>
                </c:pt>
                <c:pt idx="16736">
                  <c:v>4.6111599999999999</c:v>
                </c:pt>
                <c:pt idx="16737">
                  <c:v>4.6114699999999997</c:v>
                </c:pt>
                <c:pt idx="16738">
                  <c:v>4.6117699999999999</c:v>
                </c:pt>
                <c:pt idx="16739">
                  <c:v>4.6120799999999997</c:v>
                </c:pt>
                <c:pt idx="16740">
                  <c:v>4.6123900000000004</c:v>
                </c:pt>
                <c:pt idx="16741">
                  <c:v>4.6126899999999997</c:v>
                </c:pt>
                <c:pt idx="16742">
                  <c:v>4.6130000000000004</c:v>
                </c:pt>
                <c:pt idx="16743">
                  <c:v>4.6132999999999997</c:v>
                </c:pt>
                <c:pt idx="16744">
                  <c:v>4.6136100000000004</c:v>
                </c:pt>
                <c:pt idx="16745">
                  <c:v>4.6139099999999997</c:v>
                </c:pt>
                <c:pt idx="16746">
                  <c:v>4.6142200000000004</c:v>
                </c:pt>
                <c:pt idx="16747">
                  <c:v>4.6145199999999997</c:v>
                </c:pt>
                <c:pt idx="16748">
                  <c:v>4.6148300000000004</c:v>
                </c:pt>
                <c:pt idx="16749">
                  <c:v>4.6151299999999997</c:v>
                </c:pt>
                <c:pt idx="16750">
                  <c:v>4.6154400000000004</c:v>
                </c:pt>
                <c:pt idx="16751">
                  <c:v>4.6157500000000002</c:v>
                </c:pt>
                <c:pt idx="16752">
                  <c:v>4.6160500000000004</c:v>
                </c:pt>
                <c:pt idx="16753">
                  <c:v>4.6163600000000002</c:v>
                </c:pt>
                <c:pt idx="16754">
                  <c:v>4.6166600000000004</c:v>
                </c:pt>
                <c:pt idx="16755">
                  <c:v>4.6169700000000002</c:v>
                </c:pt>
                <c:pt idx="16756">
                  <c:v>4.6172700000000004</c:v>
                </c:pt>
                <c:pt idx="16757">
                  <c:v>4.6175800000000002</c:v>
                </c:pt>
                <c:pt idx="16758">
                  <c:v>4.6178800000000004</c:v>
                </c:pt>
                <c:pt idx="16759">
                  <c:v>4.6181900000000002</c:v>
                </c:pt>
                <c:pt idx="16760">
                  <c:v>4.6184900000000004</c:v>
                </c:pt>
                <c:pt idx="16761">
                  <c:v>4.6188000000000002</c:v>
                </c:pt>
                <c:pt idx="16762">
                  <c:v>4.6191000000000004</c:v>
                </c:pt>
                <c:pt idx="16763">
                  <c:v>4.6194100000000002</c:v>
                </c:pt>
                <c:pt idx="16764">
                  <c:v>4.61972</c:v>
                </c:pt>
                <c:pt idx="16765">
                  <c:v>4.6200200000000002</c:v>
                </c:pt>
                <c:pt idx="16766">
                  <c:v>4.62033</c:v>
                </c:pt>
                <c:pt idx="16767">
                  <c:v>4.6206300000000002</c:v>
                </c:pt>
                <c:pt idx="16768">
                  <c:v>4.62094</c:v>
                </c:pt>
                <c:pt idx="16769">
                  <c:v>4.6212400000000002</c:v>
                </c:pt>
                <c:pt idx="16770">
                  <c:v>4.62155</c:v>
                </c:pt>
                <c:pt idx="16771">
                  <c:v>4.6218500000000002</c:v>
                </c:pt>
                <c:pt idx="16772">
                  <c:v>4.62216</c:v>
                </c:pt>
                <c:pt idx="16773">
                  <c:v>4.6224600000000002</c:v>
                </c:pt>
                <c:pt idx="16774">
                  <c:v>4.62277</c:v>
                </c:pt>
                <c:pt idx="16775">
                  <c:v>4.6230700000000002</c:v>
                </c:pt>
                <c:pt idx="16776">
                  <c:v>4.62338</c:v>
                </c:pt>
                <c:pt idx="16777">
                  <c:v>4.6236899999999999</c:v>
                </c:pt>
                <c:pt idx="16778">
                  <c:v>4.62399</c:v>
                </c:pt>
                <c:pt idx="16779">
                  <c:v>4.6242999999999999</c:v>
                </c:pt>
                <c:pt idx="16780">
                  <c:v>4.6246</c:v>
                </c:pt>
                <c:pt idx="16781">
                  <c:v>4.6249099999999999</c:v>
                </c:pt>
                <c:pt idx="16782">
                  <c:v>4.62521</c:v>
                </c:pt>
                <c:pt idx="16783">
                  <c:v>4.6255199999999999</c:v>
                </c:pt>
                <c:pt idx="16784">
                  <c:v>4.62582</c:v>
                </c:pt>
                <c:pt idx="16785">
                  <c:v>4.6261299999999999</c:v>
                </c:pt>
                <c:pt idx="16786">
                  <c:v>4.62643</c:v>
                </c:pt>
                <c:pt idx="16787">
                  <c:v>4.6267399999999999</c:v>
                </c:pt>
                <c:pt idx="16788">
                  <c:v>4.62704</c:v>
                </c:pt>
                <c:pt idx="16789">
                  <c:v>4.6273499999999999</c:v>
                </c:pt>
                <c:pt idx="16790">
                  <c:v>4.6276599999999997</c:v>
                </c:pt>
                <c:pt idx="16791">
                  <c:v>4.6279599999999999</c:v>
                </c:pt>
                <c:pt idx="16792">
                  <c:v>4.6282699999999997</c:v>
                </c:pt>
                <c:pt idx="16793">
                  <c:v>4.6285699999999999</c:v>
                </c:pt>
                <c:pt idx="16794">
                  <c:v>4.6288799999999997</c:v>
                </c:pt>
                <c:pt idx="16795">
                  <c:v>4.6291799999999999</c:v>
                </c:pt>
                <c:pt idx="16796">
                  <c:v>4.6294899999999997</c:v>
                </c:pt>
                <c:pt idx="16797">
                  <c:v>4.6297899999999998</c:v>
                </c:pt>
                <c:pt idx="16798">
                  <c:v>4.6300999999999997</c:v>
                </c:pt>
                <c:pt idx="16799">
                  <c:v>4.6303999999999998</c:v>
                </c:pt>
                <c:pt idx="16800">
                  <c:v>4.6307099999999997</c:v>
                </c:pt>
                <c:pt idx="16801">
                  <c:v>4.6310099999999998</c:v>
                </c:pt>
                <c:pt idx="16802">
                  <c:v>4.6313199999999997</c:v>
                </c:pt>
                <c:pt idx="16803">
                  <c:v>4.6316300000000004</c:v>
                </c:pt>
                <c:pt idx="16804">
                  <c:v>4.6319299999999997</c:v>
                </c:pt>
                <c:pt idx="16805">
                  <c:v>4.6322400000000004</c:v>
                </c:pt>
                <c:pt idx="16806">
                  <c:v>4.6325399999999997</c:v>
                </c:pt>
                <c:pt idx="16807">
                  <c:v>4.6328500000000004</c:v>
                </c:pt>
                <c:pt idx="16808">
                  <c:v>4.6331499999999997</c:v>
                </c:pt>
                <c:pt idx="16809">
                  <c:v>4.6334600000000004</c:v>
                </c:pt>
                <c:pt idx="16810">
                  <c:v>4.6337599999999997</c:v>
                </c:pt>
                <c:pt idx="16811">
                  <c:v>4.6340700000000004</c:v>
                </c:pt>
                <c:pt idx="16812">
                  <c:v>4.6343699999999997</c:v>
                </c:pt>
                <c:pt idx="16813">
                  <c:v>4.6346800000000004</c:v>
                </c:pt>
                <c:pt idx="16814">
                  <c:v>4.6349900000000002</c:v>
                </c:pt>
                <c:pt idx="16815">
                  <c:v>4.6352900000000004</c:v>
                </c:pt>
                <c:pt idx="16816">
                  <c:v>4.6356000000000002</c:v>
                </c:pt>
                <c:pt idx="16817">
                  <c:v>4.6359000000000004</c:v>
                </c:pt>
                <c:pt idx="16818">
                  <c:v>4.6362100000000002</c:v>
                </c:pt>
                <c:pt idx="16819">
                  <c:v>4.6365100000000004</c:v>
                </c:pt>
                <c:pt idx="16820">
                  <c:v>4.6368200000000002</c:v>
                </c:pt>
                <c:pt idx="16821">
                  <c:v>4.6371200000000004</c:v>
                </c:pt>
                <c:pt idx="16822">
                  <c:v>4.6374300000000002</c:v>
                </c:pt>
                <c:pt idx="16823">
                  <c:v>4.6377300000000004</c:v>
                </c:pt>
                <c:pt idx="16824">
                  <c:v>4.6380400000000002</c:v>
                </c:pt>
                <c:pt idx="16825">
                  <c:v>4.6383400000000004</c:v>
                </c:pt>
                <c:pt idx="16826">
                  <c:v>4.6386500000000002</c:v>
                </c:pt>
                <c:pt idx="16827">
                  <c:v>4.63896</c:v>
                </c:pt>
                <c:pt idx="16828">
                  <c:v>4.6392600000000002</c:v>
                </c:pt>
                <c:pt idx="16829">
                  <c:v>4.63957</c:v>
                </c:pt>
                <c:pt idx="16830">
                  <c:v>4.6398700000000002</c:v>
                </c:pt>
                <c:pt idx="16831">
                  <c:v>4.64018</c:v>
                </c:pt>
                <c:pt idx="16832">
                  <c:v>4.6404800000000002</c:v>
                </c:pt>
                <c:pt idx="16833">
                  <c:v>4.64079</c:v>
                </c:pt>
                <c:pt idx="16834">
                  <c:v>4.6410900000000002</c:v>
                </c:pt>
                <c:pt idx="16835">
                  <c:v>4.6414</c:v>
                </c:pt>
                <c:pt idx="16836">
                  <c:v>4.6417000000000002</c:v>
                </c:pt>
                <c:pt idx="16837">
                  <c:v>4.64201</c:v>
                </c:pt>
                <c:pt idx="16838">
                  <c:v>4.6423100000000002</c:v>
                </c:pt>
                <c:pt idx="16839">
                  <c:v>4.64262</c:v>
                </c:pt>
                <c:pt idx="16840">
                  <c:v>4.6429299999999998</c:v>
                </c:pt>
                <c:pt idx="16841">
                  <c:v>4.64323</c:v>
                </c:pt>
                <c:pt idx="16842">
                  <c:v>4.6435399999999998</c:v>
                </c:pt>
                <c:pt idx="16843">
                  <c:v>4.64384</c:v>
                </c:pt>
                <c:pt idx="16844">
                  <c:v>4.6441499999999998</c:v>
                </c:pt>
                <c:pt idx="16845">
                  <c:v>4.64445</c:v>
                </c:pt>
                <c:pt idx="16846">
                  <c:v>4.6447599999999998</c:v>
                </c:pt>
                <c:pt idx="16847">
                  <c:v>4.64506</c:v>
                </c:pt>
                <c:pt idx="16848">
                  <c:v>4.6453699999999998</c:v>
                </c:pt>
                <c:pt idx="16849">
                  <c:v>4.64567</c:v>
                </c:pt>
                <c:pt idx="16850">
                  <c:v>4.6459799999999998</c:v>
                </c:pt>
                <c:pt idx="16851">
                  <c:v>4.64628</c:v>
                </c:pt>
                <c:pt idx="16852">
                  <c:v>4.6465899999999998</c:v>
                </c:pt>
                <c:pt idx="16853">
                  <c:v>4.6468999999999996</c:v>
                </c:pt>
                <c:pt idx="16854">
                  <c:v>4.6471999999999998</c:v>
                </c:pt>
                <c:pt idx="16855">
                  <c:v>4.6475099999999996</c:v>
                </c:pt>
                <c:pt idx="16856">
                  <c:v>4.6478099999999998</c:v>
                </c:pt>
                <c:pt idx="16857">
                  <c:v>4.6481199999999996</c:v>
                </c:pt>
                <c:pt idx="16858">
                  <c:v>4.6484199999999998</c:v>
                </c:pt>
                <c:pt idx="16859">
                  <c:v>4.6487299999999996</c:v>
                </c:pt>
                <c:pt idx="16860">
                  <c:v>4.6490299999999998</c:v>
                </c:pt>
                <c:pt idx="16861">
                  <c:v>4.6493399999999996</c:v>
                </c:pt>
                <c:pt idx="16862">
                  <c:v>4.6496399999999998</c:v>
                </c:pt>
                <c:pt idx="16863">
                  <c:v>4.6499499999999996</c:v>
                </c:pt>
                <c:pt idx="16864">
                  <c:v>4.6502499999999998</c:v>
                </c:pt>
                <c:pt idx="16865">
                  <c:v>4.6505599999999996</c:v>
                </c:pt>
                <c:pt idx="16866">
                  <c:v>4.6508700000000003</c:v>
                </c:pt>
                <c:pt idx="16867">
                  <c:v>4.6511699999999996</c:v>
                </c:pt>
                <c:pt idx="16868">
                  <c:v>4.6514800000000003</c:v>
                </c:pt>
                <c:pt idx="16869">
                  <c:v>4.6517799999999996</c:v>
                </c:pt>
                <c:pt idx="16870">
                  <c:v>4.6520900000000003</c:v>
                </c:pt>
                <c:pt idx="16871">
                  <c:v>4.6523899999999996</c:v>
                </c:pt>
                <c:pt idx="16872">
                  <c:v>4.6527000000000003</c:v>
                </c:pt>
                <c:pt idx="16873">
                  <c:v>4.6529999999999996</c:v>
                </c:pt>
                <c:pt idx="16874">
                  <c:v>4.6533100000000003</c:v>
                </c:pt>
                <c:pt idx="16875">
                  <c:v>4.6536099999999996</c:v>
                </c:pt>
                <c:pt idx="16876">
                  <c:v>4.6539200000000003</c:v>
                </c:pt>
                <c:pt idx="16877">
                  <c:v>4.6542300000000001</c:v>
                </c:pt>
                <c:pt idx="16878">
                  <c:v>4.6545300000000003</c:v>
                </c:pt>
                <c:pt idx="16879">
                  <c:v>4.6548400000000001</c:v>
                </c:pt>
                <c:pt idx="16880">
                  <c:v>4.6551400000000003</c:v>
                </c:pt>
                <c:pt idx="16881">
                  <c:v>4.6554500000000001</c:v>
                </c:pt>
                <c:pt idx="16882">
                  <c:v>4.6557500000000003</c:v>
                </c:pt>
                <c:pt idx="16883">
                  <c:v>4.6560600000000001</c:v>
                </c:pt>
                <c:pt idx="16884">
                  <c:v>4.6563600000000003</c:v>
                </c:pt>
                <c:pt idx="16885">
                  <c:v>4.6566700000000001</c:v>
                </c:pt>
                <c:pt idx="16886">
                  <c:v>4.6569700000000003</c:v>
                </c:pt>
                <c:pt idx="16887">
                  <c:v>4.6572800000000001</c:v>
                </c:pt>
                <c:pt idx="16888">
                  <c:v>4.6575800000000003</c:v>
                </c:pt>
                <c:pt idx="16889">
                  <c:v>4.6578900000000001</c:v>
                </c:pt>
                <c:pt idx="16890">
                  <c:v>4.6581999999999999</c:v>
                </c:pt>
                <c:pt idx="16891">
                  <c:v>4.6585000000000001</c:v>
                </c:pt>
                <c:pt idx="16892">
                  <c:v>4.6588099999999999</c:v>
                </c:pt>
                <c:pt idx="16893">
                  <c:v>4.6591100000000001</c:v>
                </c:pt>
                <c:pt idx="16894">
                  <c:v>4.6594199999999999</c:v>
                </c:pt>
                <c:pt idx="16895">
                  <c:v>4.6597200000000001</c:v>
                </c:pt>
                <c:pt idx="16896">
                  <c:v>4.6600299999999999</c:v>
                </c:pt>
                <c:pt idx="16897">
                  <c:v>4.6603300000000001</c:v>
                </c:pt>
                <c:pt idx="16898">
                  <c:v>4.6606399999999999</c:v>
                </c:pt>
                <c:pt idx="16899">
                  <c:v>4.6609400000000001</c:v>
                </c:pt>
                <c:pt idx="16900">
                  <c:v>4.6612499999999999</c:v>
                </c:pt>
                <c:pt idx="16901">
                  <c:v>4.6615500000000001</c:v>
                </c:pt>
                <c:pt idx="16902">
                  <c:v>4.6618599999999999</c:v>
                </c:pt>
                <c:pt idx="16903">
                  <c:v>4.6621699999999997</c:v>
                </c:pt>
                <c:pt idx="16904">
                  <c:v>4.6624699999999999</c:v>
                </c:pt>
                <c:pt idx="16905">
                  <c:v>4.6627799999999997</c:v>
                </c:pt>
                <c:pt idx="16906">
                  <c:v>4.6630799999999999</c:v>
                </c:pt>
                <c:pt idx="16907">
                  <c:v>4.6633899999999997</c:v>
                </c:pt>
                <c:pt idx="16908">
                  <c:v>4.6636899999999999</c:v>
                </c:pt>
                <c:pt idx="16909">
                  <c:v>4.6639999999999997</c:v>
                </c:pt>
                <c:pt idx="16910">
                  <c:v>4.6642999999999999</c:v>
                </c:pt>
                <c:pt idx="16911">
                  <c:v>4.6646099999999997</c:v>
                </c:pt>
                <c:pt idx="16912">
                  <c:v>4.6649099999999999</c:v>
                </c:pt>
                <c:pt idx="16913">
                  <c:v>4.6652199999999997</c:v>
                </c:pt>
                <c:pt idx="16914">
                  <c:v>4.6655199999999999</c:v>
                </c:pt>
                <c:pt idx="16915">
                  <c:v>4.6658299999999997</c:v>
                </c:pt>
                <c:pt idx="16916">
                  <c:v>4.6661400000000004</c:v>
                </c:pt>
                <c:pt idx="16917">
                  <c:v>4.6664399999999997</c:v>
                </c:pt>
                <c:pt idx="16918">
                  <c:v>4.6667500000000004</c:v>
                </c:pt>
                <c:pt idx="16919">
                  <c:v>4.6670499999999997</c:v>
                </c:pt>
                <c:pt idx="16920">
                  <c:v>4.6673600000000004</c:v>
                </c:pt>
                <c:pt idx="16921">
                  <c:v>4.6676599999999997</c:v>
                </c:pt>
                <c:pt idx="16922">
                  <c:v>4.6679700000000004</c:v>
                </c:pt>
                <c:pt idx="16923">
                  <c:v>4.6682699999999997</c:v>
                </c:pt>
                <c:pt idx="16924">
                  <c:v>4.6685800000000004</c:v>
                </c:pt>
                <c:pt idx="16925">
                  <c:v>4.6688799999999997</c:v>
                </c:pt>
                <c:pt idx="16926">
                  <c:v>4.6691900000000004</c:v>
                </c:pt>
                <c:pt idx="16927">
                  <c:v>4.6695000000000002</c:v>
                </c:pt>
                <c:pt idx="16928">
                  <c:v>4.6698000000000004</c:v>
                </c:pt>
                <c:pt idx="16929">
                  <c:v>4.6701100000000002</c:v>
                </c:pt>
                <c:pt idx="16930">
                  <c:v>4.6704100000000004</c:v>
                </c:pt>
                <c:pt idx="16931">
                  <c:v>4.6707200000000002</c:v>
                </c:pt>
                <c:pt idx="16932">
                  <c:v>4.6710200000000004</c:v>
                </c:pt>
                <c:pt idx="16933">
                  <c:v>4.6713300000000002</c:v>
                </c:pt>
                <c:pt idx="16934">
                  <c:v>4.6716300000000004</c:v>
                </c:pt>
                <c:pt idx="16935">
                  <c:v>4.6719400000000002</c:v>
                </c:pt>
                <c:pt idx="16936">
                  <c:v>4.6722400000000004</c:v>
                </c:pt>
                <c:pt idx="16937">
                  <c:v>4.6725500000000002</c:v>
                </c:pt>
                <c:pt idx="16938">
                  <c:v>4.6728500000000004</c:v>
                </c:pt>
                <c:pt idx="16939">
                  <c:v>4.6731600000000002</c:v>
                </c:pt>
                <c:pt idx="16940">
                  <c:v>4.67347</c:v>
                </c:pt>
                <c:pt idx="16941">
                  <c:v>4.6737700000000002</c:v>
                </c:pt>
                <c:pt idx="16942">
                  <c:v>4.67408</c:v>
                </c:pt>
                <c:pt idx="16943">
                  <c:v>4.6743800000000002</c:v>
                </c:pt>
                <c:pt idx="16944">
                  <c:v>4.67469</c:v>
                </c:pt>
                <c:pt idx="16945">
                  <c:v>4.6749900000000002</c:v>
                </c:pt>
                <c:pt idx="16946">
                  <c:v>4.6753</c:v>
                </c:pt>
                <c:pt idx="16947">
                  <c:v>4.6756000000000002</c:v>
                </c:pt>
                <c:pt idx="16948">
                  <c:v>4.67591</c:v>
                </c:pt>
                <c:pt idx="16949">
                  <c:v>4.6762100000000002</c:v>
                </c:pt>
                <c:pt idx="16950">
                  <c:v>4.67652</c:v>
                </c:pt>
                <c:pt idx="16951">
                  <c:v>4.6768200000000002</c:v>
                </c:pt>
                <c:pt idx="16952">
                  <c:v>4.67713</c:v>
                </c:pt>
                <c:pt idx="16953">
                  <c:v>4.6774399999999998</c:v>
                </c:pt>
                <c:pt idx="16954">
                  <c:v>4.67774</c:v>
                </c:pt>
                <c:pt idx="16955">
                  <c:v>4.6780499999999998</c:v>
                </c:pt>
                <c:pt idx="16956">
                  <c:v>4.67835</c:v>
                </c:pt>
                <c:pt idx="16957">
                  <c:v>4.6786599999999998</c:v>
                </c:pt>
                <c:pt idx="16958">
                  <c:v>4.67896</c:v>
                </c:pt>
                <c:pt idx="16959">
                  <c:v>4.6792699999999998</c:v>
                </c:pt>
                <c:pt idx="16960">
                  <c:v>4.67957</c:v>
                </c:pt>
                <c:pt idx="16961">
                  <c:v>4.6798799999999998</c:v>
                </c:pt>
                <c:pt idx="16962">
                  <c:v>4.68018</c:v>
                </c:pt>
                <c:pt idx="16963">
                  <c:v>4.6804899999999998</c:v>
                </c:pt>
                <c:pt idx="16964">
                  <c:v>4.68079</c:v>
                </c:pt>
                <c:pt idx="16965">
                  <c:v>4.6810999999999998</c:v>
                </c:pt>
                <c:pt idx="16966">
                  <c:v>4.6814099999999996</c:v>
                </c:pt>
                <c:pt idx="16967">
                  <c:v>4.6817099999999998</c:v>
                </c:pt>
                <c:pt idx="16968">
                  <c:v>4.6820199999999996</c:v>
                </c:pt>
                <c:pt idx="16969">
                  <c:v>4.6823199999999998</c:v>
                </c:pt>
                <c:pt idx="16970">
                  <c:v>4.6826299999999996</c:v>
                </c:pt>
                <c:pt idx="16971">
                  <c:v>4.6829299999999998</c:v>
                </c:pt>
                <c:pt idx="16972">
                  <c:v>4.6832399999999996</c:v>
                </c:pt>
                <c:pt idx="16973">
                  <c:v>4.6835399999999998</c:v>
                </c:pt>
                <c:pt idx="16974">
                  <c:v>4.6838499999999996</c:v>
                </c:pt>
                <c:pt idx="16975">
                  <c:v>4.6841499999999998</c:v>
                </c:pt>
                <c:pt idx="16976">
                  <c:v>4.6844599999999996</c:v>
                </c:pt>
                <c:pt idx="16977">
                  <c:v>4.6847599999999998</c:v>
                </c:pt>
                <c:pt idx="16978">
                  <c:v>4.6850699999999996</c:v>
                </c:pt>
                <c:pt idx="16979">
                  <c:v>4.6853800000000003</c:v>
                </c:pt>
                <c:pt idx="16980">
                  <c:v>4.6856799999999996</c:v>
                </c:pt>
                <c:pt idx="16981">
                  <c:v>4.6859900000000003</c:v>
                </c:pt>
                <c:pt idx="16982">
                  <c:v>4.6862899999999996</c:v>
                </c:pt>
                <c:pt idx="16983">
                  <c:v>4.6866000000000003</c:v>
                </c:pt>
                <c:pt idx="16984">
                  <c:v>4.6868999999999996</c:v>
                </c:pt>
                <c:pt idx="16985">
                  <c:v>4.6872100000000003</c:v>
                </c:pt>
                <c:pt idx="16986">
                  <c:v>4.6875099999999996</c:v>
                </c:pt>
                <c:pt idx="16987">
                  <c:v>4.6878200000000003</c:v>
                </c:pt>
                <c:pt idx="16988">
                  <c:v>4.6881199999999996</c:v>
                </c:pt>
                <c:pt idx="16989">
                  <c:v>4.6884300000000003</c:v>
                </c:pt>
                <c:pt idx="16990">
                  <c:v>4.6887400000000001</c:v>
                </c:pt>
                <c:pt idx="16991">
                  <c:v>4.6890400000000003</c:v>
                </c:pt>
                <c:pt idx="16992">
                  <c:v>4.6893500000000001</c:v>
                </c:pt>
                <c:pt idx="16993">
                  <c:v>4.6896500000000003</c:v>
                </c:pt>
                <c:pt idx="16994">
                  <c:v>4.6899600000000001</c:v>
                </c:pt>
                <c:pt idx="16995">
                  <c:v>4.6902600000000003</c:v>
                </c:pt>
                <c:pt idx="16996">
                  <c:v>4.6905700000000001</c:v>
                </c:pt>
                <c:pt idx="16997">
                  <c:v>4.6908700000000003</c:v>
                </c:pt>
                <c:pt idx="16998">
                  <c:v>4.6911800000000001</c:v>
                </c:pt>
                <c:pt idx="16999">
                  <c:v>4.6914800000000003</c:v>
                </c:pt>
                <c:pt idx="17000">
                  <c:v>4.6917900000000001</c:v>
                </c:pt>
                <c:pt idx="17001">
                  <c:v>4.6920900000000003</c:v>
                </c:pt>
                <c:pt idx="17002">
                  <c:v>4.6924000000000001</c:v>
                </c:pt>
                <c:pt idx="17003">
                  <c:v>4.6927099999999999</c:v>
                </c:pt>
                <c:pt idx="17004">
                  <c:v>4.6930100000000001</c:v>
                </c:pt>
                <c:pt idx="17005">
                  <c:v>4.6933199999999999</c:v>
                </c:pt>
                <c:pt idx="17006">
                  <c:v>4.6936200000000001</c:v>
                </c:pt>
                <c:pt idx="17007">
                  <c:v>4.6939299999999999</c:v>
                </c:pt>
                <c:pt idx="17008">
                  <c:v>4.6942300000000001</c:v>
                </c:pt>
                <c:pt idx="17009">
                  <c:v>4.6945399999999999</c:v>
                </c:pt>
                <c:pt idx="17010">
                  <c:v>4.6948400000000001</c:v>
                </c:pt>
                <c:pt idx="17011">
                  <c:v>4.6951499999999999</c:v>
                </c:pt>
                <c:pt idx="17012">
                  <c:v>4.6954500000000001</c:v>
                </c:pt>
                <c:pt idx="17013">
                  <c:v>4.6957599999999999</c:v>
                </c:pt>
                <c:pt idx="17014">
                  <c:v>4.6960600000000001</c:v>
                </c:pt>
                <c:pt idx="17015">
                  <c:v>4.6963699999999999</c:v>
                </c:pt>
                <c:pt idx="17016">
                  <c:v>4.6966799999999997</c:v>
                </c:pt>
                <c:pt idx="17017">
                  <c:v>4.6969799999999999</c:v>
                </c:pt>
                <c:pt idx="17018">
                  <c:v>4.6972899999999997</c:v>
                </c:pt>
                <c:pt idx="17019">
                  <c:v>4.6975899999999999</c:v>
                </c:pt>
                <c:pt idx="17020">
                  <c:v>4.6978999999999997</c:v>
                </c:pt>
                <c:pt idx="17021">
                  <c:v>4.6981999999999999</c:v>
                </c:pt>
                <c:pt idx="17022">
                  <c:v>4.6985099999999997</c:v>
                </c:pt>
                <c:pt idx="17023">
                  <c:v>4.6988099999999999</c:v>
                </c:pt>
                <c:pt idx="17024">
                  <c:v>4.6991199999999997</c:v>
                </c:pt>
                <c:pt idx="17025">
                  <c:v>4.6994199999999999</c:v>
                </c:pt>
                <c:pt idx="17026">
                  <c:v>4.6997299999999997</c:v>
                </c:pt>
                <c:pt idx="17027">
                  <c:v>4.7000299999999999</c:v>
                </c:pt>
                <c:pt idx="17028">
                  <c:v>4.7003399999999997</c:v>
                </c:pt>
                <c:pt idx="17029">
                  <c:v>4.7006500000000004</c:v>
                </c:pt>
                <c:pt idx="17030">
                  <c:v>4.7009499999999997</c:v>
                </c:pt>
                <c:pt idx="17031">
                  <c:v>4.7012600000000004</c:v>
                </c:pt>
                <c:pt idx="17032">
                  <c:v>4.7015599999999997</c:v>
                </c:pt>
                <c:pt idx="17033">
                  <c:v>4.7018700000000004</c:v>
                </c:pt>
                <c:pt idx="17034">
                  <c:v>4.7021699999999997</c:v>
                </c:pt>
                <c:pt idx="17035">
                  <c:v>4.7024800000000004</c:v>
                </c:pt>
                <c:pt idx="17036">
                  <c:v>4.7027799999999997</c:v>
                </c:pt>
                <c:pt idx="17037">
                  <c:v>4.7030900000000004</c:v>
                </c:pt>
                <c:pt idx="17038">
                  <c:v>4.7033899999999997</c:v>
                </c:pt>
                <c:pt idx="17039">
                  <c:v>4.7037000000000004</c:v>
                </c:pt>
                <c:pt idx="17040">
                  <c:v>4.7039999999999997</c:v>
                </c:pt>
                <c:pt idx="17041">
                  <c:v>4.7043100000000004</c:v>
                </c:pt>
                <c:pt idx="17042">
                  <c:v>4.7046200000000002</c:v>
                </c:pt>
                <c:pt idx="17043">
                  <c:v>4.7049200000000004</c:v>
                </c:pt>
                <c:pt idx="17044">
                  <c:v>4.7052300000000002</c:v>
                </c:pt>
                <c:pt idx="17045">
                  <c:v>4.7055300000000004</c:v>
                </c:pt>
                <c:pt idx="17046">
                  <c:v>4.7058400000000002</c:v>
                </c:pt>
                <c:pt idx="17047">
                  <c:v>4.7061400000000004</c:v>
                </c:pt>
                <c:pt idx="17048">
                  <c:v>4.7064500000000002</c:v>
                </c:pt>
                <c:pt idx="17049">
                  <c:v>4.7067500000000004</c:v>
                </c:pt>
                <c:pt idx="17050">
                  <c:v>4.7070600000000002</c:v>
                </c:pt>
                <c:pt idx="17051">
                  <c:v>4.7073600000000004</c:v>
                </c:pt>
                <c:pt idx="17052">
                  <c:v>4.7076700000000002</c:v>
                </c:pt>
                <c:pt idx="17053">
                  <c:v>4.7079800000000001</c:v>
                </c:pt>
                <c:pt idx="17054">
                  <c:v>4.7082800000000002</c:v>
                </c:pt>
                <c:pt idx="17055">
                  <c:v>4.7085900000000001</c:v>
                </c:pt>
                <c:pt idx="17056">
                  <c:v>4.7088900000000002</c:v>
                </c:pt>
                <c:pt idx="17057">
                  <c:v>4.7092000000000001</c:v>
                </c:pt>
                <c:pt idx="17058">
                  <c:v>4.7095000000000002</c:v>
                </c:pt>
                <c:pt idx="17059">
                  <c:v>4.7098100000000001</c:v>
                </c:pt>
                <c:pt idx="17060">
                  <c:v>4.7101100000000002</c:v>
                </c:pt>
                <c:pt idx="17061">
                  <c:v>4.7104200000000001</c:v>
                </c:pt>
                <c:pt idx="17062">
                  <c:v>4.7107200000000002</c:v>
                </c:pt>
                <c:pt idx="17063">
                  <c:v>4.7110300000000001</c:v>
                </c:pt>
                <c:pt idx="17064">
                  <c:v>4.7113300000000002</c:v>
                </c:pt>
                <c:pt idx="17065">
                  <c:v>4.7116400000000001</c:v>
                </c:pt>
                <c:pt idx="17066">
                  <c:v>4.7119499999999999</c:v>
                </c:pt>
                <c:pt idx="17067">
                  <c:v>4.71225</c:v>
                </c:pt>
                <c:pt idx="17068">
                  <c:v>4.7125599999999999</c:v>
                </c:pt>
                <c:pt idx="17069">
                  <c:v>4.71286</c:v>
                </c:pt>
                <c:pt idx="17070">
                  <c:v>4.7131699999999999</c:v>
                </c:pt>
                <c:pt idx="17071">
                  <c:v>4.71347</c:v>
                </c:pt>
                <c:pt idx="17072">
                  <c:v>4.7137799999999999</c:v>
                </c:pt>
                <c:pt idx="17073">
                  <c:v>4.71408</c:v>
                </c:pt>
                <c:pt idx="17074">
                  <c:v>4.7143899999999999</c:v>
                </c:pt>
                <c:pt idx="17075">
                  <c:v>4.71469</c:v>
                </c:pt>
                <c:pt idx="17076">
                  <c:v>4.7149999999999999</c:v>
                </c:pt>
                <c:pt idx="17077">
                  <c:v>4.7153</c:v>
                </c:pt>
                <c:pt idx="17078">
                  <c:v>4.7156099999999999</c:v>
                </c:pt>
                <c:pt idx="17079">
                  <c:v>4.7159199999999997</c:v>
                </c:pt>
                <c:pt idx="17080">
                  <c:v>4.7162199999999999</c:v>
                </c:pt>
                <c:pt idx="17081">
                  <c:v>4.7165299999999997</c:v>
                </c:pt>
                <c:pt idx="17082">
                  <c:v>4.7168299999999999</c:v>
                </c:pt>
                <c:pt idx="17083">
                  <c:v>4.7171399999999997</c:v>
                </c:pt>
                <c:pt idx="17084">
                  <c:v>4.7174399999999999</c:v>
                </c:pt>
                <c:pt idx="17085">
                  <c:v>4.7177499999999997</c:v>
                </c:pt>
                <c:pt idx="17086">
                  <c:v>4.7180499999999999</c:v>
                </c:pt>
                <c:pt idx="17087">
                  <c:v>4.7183599999999997</c:v>
                </c:pt>
                <c:pt idx="17088">
                  <c:v>4.7186599999999999</c:v>
                </c:pt>
                <c:pt idx="17089">
                  <c:v>4.7189699999999997</c:v>
                </c:pt>
                <c:pt idx="17090">
                  <c:v>4.7192699999999999</c:v>
                </c:pt>
                <c:pt idx="17091">
                  <c:v>4.7195799999999997</c:v>
                </c:pt>
                <c:pt idx="17092">
                  <c:v>4.7198900000000004</c:v>
                </c:pt>
                <c:pt idx="17093">
                  <c:v>4.7201899999999997</c:v>
                </c:pt>
                <c:pt idx="17094">
                  <c:v>4.7205000000000004</c:v>
                </c:pt>
                <c:pt idx="17095">
                  <c:v>4.7207999999999997</c:v>
                </c:pt>
                <c:pt idx="17096">
                  <c:v>4.7211100000000004</c:v>
                </c:pt>
                <c:pt idx="17097">
                  <c:v>4.7214099999999997</c:v>
                </c:pt>
                <c:pt idx="17098">
                  <c:v>4.7217200000000004</c:v>
                </c:pt>
                <c:pt idx="17099">
                  <c:v>4.7220199999999997</c:v>
                </c:pt>
                <c:pt idx="17100">
                  <c:v>4.7223300000000004</c:v>
                </c:pt>
                <c:pt idx="17101">
                  <c:v>4.7226299999999997</c:v>
                </c:pt>
                <c:pt idx="17102">
                  <c:v>4.7229400000000004</c:v>
                </c:pt>
                <c:pt idx="17103">
                  <c:v>4.7232500000000002</c:v>
                </c:pt>
                <c:pt idx="17104">
                  <c:v>4.7235500000000004</c:v>
                </c:pt>
                <c:pt idx="17105">
                  <c:v>4.7238600000000002</c:v>
                </c:pt>
                <c:pt idx="17106">
                  <c:v>4.7241600000000004</c:v>
                </c:pt>
                <c:pt idx="17107">
                  <c:v>4.7244700000000002</c:v>
                </c:pt>
                <c:pt idx="17108">
                  <c:v>4.7247700000000004</c:v>
                </c:pt>
                <c:pt idx="17109">
                  <c:v>4.7250800000000002</c:v>
                </c:pt>
                <c:pt idx="17110">
                  <c:v>4.7253800000000004</c:v>
                </c:pt>
                <c:pt idx="17111">
                  <c:v>4.7256900000000002</c:v>
                </c:pt>
                <c:pt idx="17112">
                  <c:v>4.7259900000000004</c:v>
                </c:pt>
                <c:pt idx="17113">
                  <c:v>4.7263000000000002</c:v>
                </c:pt>
                <c:pt idx="17114">
                  <c:v>4.7266000000000004</c:v>
                </c:pt>
                <c:pt idx="17115">
                  <c:v>4.7269100000000002</c:v>
                </c:pt>
                <c:pt idx="17116">
                  <c:v>4.72722</c:v>
                </c:pt>
                <c:pt idx="17117">
                  <c:v>4.7275200000000002</c:v>
                </c:pt>
                <c:pt idx="17118">
                  <c:v>4.72783</c:v>
                </c:pt>
                <c:pt idx="17119">
                  <c:v>4.7281300000000002</c:v>
                </c:pt>
                <c:pt idx="17120">
                  <c:v>4.72844</c:v>
                </c:pt>
                <c:pt idx="17121">
                  <c:v>4.7287400000000002</c:v>
                </c:pt>
                <c:pt idx="17122">
                  <c:v>4.72905</c:v>
                </c:pt>
                <c:pt idx="17123">
                  <c:v>4.7293500000000002</c:v>
                </c:pt>
                <c:pt idx="17124">
                  <c:v>4.72966</c:v>
                </c:pt>
                <c:pt idx="17125">
                  <c:v>4.7299600000000002</c:v>
                </c:pt>
                <c:pt idx="17126">
                  <c:v>4.73027</c:v>
                </c:pt>
                <c:pt idx="17127">
                  <c:v>4.7305700000000002</c:v>
                </c:pt>
                <c:pt idx="17128">
                  <c:v>4.73088</c:v>
                </c:pt>
                <c:pt idx="17129">
                  <c:v>4.7311899999999998</c:v>
                </c:pt>
                <c:pt idx="17130">
                  <c:v>4.73149</c:v>
                </c:pt>
                <c:pt idx="17131">
                  <c:v>4.7317999999999998</c:v>
                </c:pt>
                <c:pt idx="17132">
                  <c:v>4.7321</c:v>
                </c:pt>
                <c:pt idx="17133">
                  <c:v>4.7324099999999998</c:v>
                </c:pt>
                <c:pt idx="17134">
                  <c:v>4.73271</c:v>
                </c:pt>
                <c:pt idx="17135">
                  <c:v>4.7330199999999998</c:v>
                </c:pt>
                <c:pt idx="17136">
                  <c:v>4.73332</c:v>
                </c:pt>
                <c:pt idx="17137">
                  <c:v>4.7336299999999998</c:v>
                </c:pt>
                <c:pt idx="17138">
                  <c:v>4.73393</c:v>
                </c:pt>
                <c:pt idx="17139">
                  <c:v>4.7342399999999998</c:v>
                </c:pt>
                <c:pt idx="17140">
                  <c:v>4.73454</c:v>
                </c:pt>
                <c:pt idx="17141">
                  <c:v>4.7348499999999998</c:v>
                </c:pt>
                <c:pt idx="17142">
                  <c:v>4.7351599999999996</c:v>
                </c:pt>
                <c:pt idx="17143">
                  <c:v>4.7354599999999998</c:v>
                </c:pt>
                <c:pt idx="17144">
                  <c:v>4.7357699999999996</c:v>
                </c:pt>
                <c:pt idx="17145">
                  <c:v>4.7360699999999998</c:v>
                </c:pt>
                <c:pt idx="17146">
                  <c:v>4.7363799999999996</c:v>
                </c:pt>
                <c:pt idx="17147">
                  <c:v>4.7366799999999998</c:v>
                </c:pt>
                <c:pt idx="17148">
                  <c:v>4.7369899999999996</c:v>
                </c:pt>
                <c:pt idx="17149">
                  <c:v>4.7372899999999998</c:v>
                </c:pt>
                <c:pt idx="17150">
                  <c:v>4.7375999999999996</c:v>
                </c:pt>
                <c:pt idx="17151">
                  <c:v>4.7378999999999998</c:v>
                </c:pt>
                <c:pt idx="17152">
                  <c:v>4.7382099999999996</c:v>
                </c:pt>
                <c:pt idx="17153">
                  <c:v>4.7385099999999998</c:v>
                </c:pt>
                <c:pt idx="17154">
                  <c:v>4.7388199999999996</c:v>
                </c:pt>
                <c:pt idx="17155">
                  <c:v>4.7391300000000003</c:v>
                </c:pt>
                <c:pt idx="17156">
                  <c:v>4.7394299999999996</c:v>
                </c:pt>
                <c:pt idx="17157">
                  <c:v>4.7397400000000003</c:v>
                </c:pt>
                <c:pt idx="17158">
                  <c:v>4.7400399999999996</c:v>
                </c:pt>
                <c:pt idx="17159">
                  <c:v>4.7403500000000003</c:v>
                </c:pt>
                <c:pt idx="17160">
                  <c:v>4.7406499999999996</c:v>
                </c:pt>
                <c:pt idx="17161">
                  <c:v>4.7409600000000003</c:v>
                </c:pt>
                <c:pt idx="17162">
                  <c:v>4.7412599999999996</c:v>
                </c:pt>
                <c:pt idx="17163">
                  <c:v>4.7415700000000003</c:v>
                </c:pt>
                <c:pt idx="17164">
                  <c:v>4.7418699999999996</c:v>
                </c:pt>
                <c:pt idx="17165">
                  <c:v>4.7421800000000003</c:v>
                </c:pt>
                <c:pt idx="17166">
                  <c:v>4.7424900000000001</c:v>
                </c:pt>
                <c:pt idx="17167">
                  <c:v>4.7427900000000003</c:v>
                </c:pt>
                <c:pt idx="17168">
                  <c:v>4.7431000000000001</c:v>
                </c:pt>
                <c:pt idx="17169">
                  <c:v>4.7434000000000003</c:v>
                </c:pt>
                <c:pt idx="17170">
                  <c:v>4.7437100000000001</c:v>
                </c:pt>
                <c:pt idx="17171">
                  <c:v>4.7440100000000003</c:v>
                </c:pt>
                <c:pt idx="17172">
                  <c:v>4.7443200000000001</c:v>
                </c:pt>
                <c:pt idx="17173">
                  <c:v>4.7446200000000003</c:v>
                </c:pt>
                <c:pt idx="17174">
                  <c:v>4.7449300000000001</c:v>
                </c:pt>
                <c:pt idx="17175">
                  <c:v>4.7452300000000003</c:v>
                </c:pt>
                <c:pt idx="17176">
                  <c:v>4.7455400000000001</c:v>
                </c:pt>
                <c:pt idx="17177">
                  <c:v>4.7458400000000003</c:v>
                </c:pt>
                <c:pt idx="17178">
                  <c:v>4.7461500000000001</c:v>
                </c:pt>
                <c:pt idx="17179">
                  <c:v>4.7464599999999999</c:v>
                </c:pt>
                <c:pt idx="17180">
                  <c:v>4.7467600000000001</c:v>
                </c:pt>
                <c:pt idx="17181">
                  <c:v>4.7470699999999999</c:v>
                </c:pt>
                <c:pt idx="17182">
                  <c:v>4.7473700000000001</c:v>
                </c:pt>
                <c:pt idx="17183">
                  <c:v>4.7476799999999999</c:v>
                </c:pt>
                <c:pt idx="17184">
                  <c:v>4.7479800000000001</c:v>
                </c:pt>
                <c:pt idx="17185">
                  <c:v>4.7482899999999999</c:v>
                </c:pt>
                <c:pt idx="17186">
                  <c:v>4.7485900000000001</c:v>
                </c:pt>
                <c:pt idx="17187">
                  <c:v>4.7488999999999999</c:v>
                </c:pt>
                <c:pt idx="17188">
                  <c:v>4.7492000000000001</c:v>
                </c:pt>
                <c:pt idx="17189">
                  <c:v>4.7495099999999999</c:v>
                </c:pt>
                <c:pt idx="17190">
                  <c:v>4.7498100000000001</c:v>
                </c:pt>
                <c:pt idx="17191">
                  <c:v>4.7501199999999999</c:v>
                </c:pt>
                <c:pt idx="17192">
                  <c:v>4.7504299999999997</c:v>
                </c:pt>
                <c:pt idx="17193">
                  <c:v>4.7507299999999999</c:v>
                </c:pt>
                <c:pt idx="17194">
                  <c:v>4.7510399999999997</c:v>
                </c:pt>
                <c:pt idx="17195">
                  <c:v>4.7513399999999999</c:v>
                </c:pt>
                <c:pt idx="17196">
                  <c:v>4.7516499999999997</c:v>
                </c:pt>
                <c:pt idx="17197">
                  <c:v>4.7519499999999999</c:v>
                </c:pt>
                <c:pt idx="17198">
                  <c:v>4.7522599999999997</c:v>
                </c:pt>
                <c:pt idx="17199">
                  <c:v>4.7525599999999999</c:v>
                </c:pt>
                <c:pt idx="17200">
                  <c:v>4.7528699999999997</c:v>
                </c:pt>
                <c:pt idx="17201">
                  <c:v>4.7531699999999999</c:v>
                </c:pt>
                <c:pt idx="17202">
                  <c:v>4.7534799999999997</c:v>
                </c:pt>
                <c:pt idx="17203">
                  <c:v>4.7537799999999999</c:v>
                </c:pt>
                <c:pt idx="17204">
                  <c:v>4.7540899999999997</c:v>
                </c:pt>
                <c:pt idx="17205">
                  <c:v>4.7544000000000004</c:v>
                </c:pt>
                <c:pt idx="17206">
                  <c:v>4.7546999999999997</c:v>
                </c:pt>
                <c:pt idx="17207">
                  <c:v>4.7550100000000004</c:v>
                </c:pt>
                <c:pt idx="17208">
                  <c:v>4.7553099999999997</c:v>
                </c:pt>
                <c:pt idx="17209">
                  <c:v>4.7556200000000004</c:v>
                </c:pt>
                <c:pt idx="17210">
                  <c:v>4.7559199999999997</c:v>
                </c:pt>
                <c:pt idx="17211">
                  <c:v>4.7562300000000004</c:v>
                </c:pt>
                <c:pt idx="17212">
                  <c:v>4.7565299999999997</c:v>
                </c:pt>
                <c:pt idx="17213">
                  <c:v>4.7568400000000004</c:v>
                </c:pt>
                <c:pt idx="17214">
                  <c:v>4.7571399999999997</c:v>
                </c:pt>
                <c:pt idx="17215">
                  <c:v>4.7574500000000004</c:v>
                </c:pt>
                <c:pt idx="17216">
                  <c:v>4.7577499999999997</c:v>
                </c:pt>
                <c:pt idx="17217">
                  <c:v>4.7580600000000004</c:v>
                </c:pt>
                <c:pt idx="17218">
                  <c:v>4.7583700000000002</c:v>
                </c:pt>
                <c:pt idx="17219">
                  <c:v>4.7586700000000004</c:v>
                </c:pt>
                <c:pt idx="17220">
                  <c:v>4.7589800000000002</c:v>
                </c:pt>
                <c:pt idx="17221">
                  <c:v>4.7592800000000004</c:v>
                </c:pt>
                <c:pt idx="17222">
                  <c:v>4.7595900000000002</c:v>
                </c:pt>
                <c:pt idx="17223">
                  <c:v>4.7598900000000004</c:v>
                </c:pt>
                <c:pt idx="17224">
                  <c:v>4.7602000000000002</c:v>
                </c:pt>
                <c:pt idx="17225">
                  <c:v>4.7605000000000004</c:v>
                </c:pt>
                <c:pt idx="17226">
                  <c:v>4.7608100000000002</c:v>
                </c:pt>
                <c:pt idx="17227">
                  <c:v>4.7611100000000004</c:v>
                </c:pt>
                <c:pt idx="17228">
                  <c:v>4.7614200000000002</c:v>
                </c:pt>
                <c:pt idx="17229">
                  <c:v>4.76173</c:v>
                </c:pt>
                <c:pt idx="17230">
                  <c:v>4.7620300000000002</c:v>
                </c:pt>
                <c:pt idx="17231">
                  <c:v>4.76234</c:v>
                </c:pt>
                <c:pt idx="17232">
                  <c:v>4.7626400000000002</c:v>
                </c:pt>
                <c:pt idx="17233">
                  <c:v>4.76295</c:v>
                </c:pt>
                <c:pt idx="17234">
                  <c:v>4.7632500000000002</c:v>
                </c:pt>
                <c:pt idx="17235">
                  <c:v>4.76356</c:v>
                </c:pt>
                <c:pt idx="17236">
                  <c:v>4.7638600000000002</c:v>
                </c:pt>
                <c:pt idx="17237">
                  <c:v>4.76417</c:v>
                </c:pt>
                <c:pt idx="17238">
                  <c:v>4.7644700000000002</c:v>
                </c:pt>
                <c:pt idx="17239">
                  <c:v>4.76478</c:v>
                </c:pt>
                <c:pt idx="17240">
                  <c:v>4.7650800000000002</c:v>
                </c:pt>
                <c:pt idx="17241">
                  <c:v>4.76539</c:v>
                </c:pt>
                <c:pt idx="17242">
                  <c:v>4.7656999999999998</c:v>
                </c:pt>
                <c:pt idx="17243">
                  <c:v>4.766</c:v>
                </c:pt>
                <c:pt idx="17244">
                  <c:v>4.7663099999999998</c:v>
                </c:pt>
                <c:pt idx="17245">
                  <c:v>4.76661</c:v>
                </c:pt>
                <c:pt idx="17246">
                  <c:v>4.7669199999999998</c:v>
                </c:pt>
                <c:pt idx="17247">
                  <c:v>4.76722</c:v>
                </c:pt>
                <c:pt idx="17248">
                  <c:v>4.7675299999999998</c:v>
                </c:pt>
                <c:pt idx="17249">
                  <c:v>4.76783</c:v>
                </c:pt>
                <c:pt idx="17250">
                  <c:v>4.7681399999999998</c:v>
                </c:pt>
                <c:pt idx="17251">
                  <c:v>4.76844</c:v>
                </c:pt>
                <c:pt idx="17252">
                  <c:v>4.7687499999999998</c:v>
                </c:pt>
                <c:pt idx="17253">
                  <c:v>4.76905</c:v>
                </c:pt>
                <c:pt idx="17254">
                  <c:v>4.7693599999999998</c:v>
                </c:pt>
                <c:pt idx="17255">
                  <c:v>4.7696699999999996</c:v>
                </c:pt>
                <c:pt idx="17256">
                  <c:v>4.7699699999999998</c:v>
                </c:pt>
                <c:pt idx="17257">
                  <c:v>4.7702799999999996</c:v>
                </c:pt>
                <c:pt idx="17258">
                  <c:v>4.7705799999999998</c:v>
                </c:pt>
                <c:pt idx="17259">
                  <c:v>4.7708899999999996</c:v>
                </c:pt>
                <c:pt idx="17260">
                  <c:v>4.7711899999999998</c:v>
                </c:pt>
                <c:pt idx="17261">
                  <c:v>4.7714999999999996</c:v>
                </c:pt>
                <c:pt idx="17262">
                  <c:v>4.7717999999999998</c:v>
                </c:pt>
                <c:pt idx="17263">
                  <c:v>4.7721099999999996</c:v>
                </c:pt>
                <c:pt idx="17264">
                  <c:v>4.7724099999999998</c:v>
                </c:pt>
                <c:pt idx="17265">
                  <c:v>4.7727199999999996</c:v>
                </c:pt>
                <c:pt idx="17266">
                  <c:v>4.7730199999999998</c:v>
                </c:pt>
                <c:pt idx="17267">
                  <c:v>4.7733299999999996</c:v>
                </c:pt>
                <c:pt idx="17268">
                  <c:v>4.7736400000000003</c:v>
                </c:pt>
                <c:pt idx="17269">
                  <c:v>4.7739399999999996</c:v>
                </c:pt>
                <c:pt idx="17270">
                  <c:v>4.7742500000000003</c:v>
                </c:pt>
                <c:pt idx="17271">
                  <c:v>4.7745499999999996</c:v>
                </c:pt>
                <c:pt idx="17272">
                  <c:v>4.7748600000000003</c:v>
                </c:pt>
                <c:pt idx="17273">
                  <c:v>4.7751599999999996</c:v>
                </c:pt>
                <c:pt idx="17274">
                  <c:v>4.7754700000000003</c:v>
                </c:pt>
                <c:pt idx="17275">
                  <c:v>4.7757699999999996</c:v>
                </c:pt>
                <c:pt idx="17276">
                  <c:v>4.7760800000000003</c:v>
                </c:pt>
                <c:pt idx="17277">
                  <c:v>4.7763799999999996</c:v>
                </c:pt>
                <c:pt idx="17278">
                  <c:v>4.7766900000000003</c:v>
                </c:pt>
                <c:pt idx="17279">
                  <c:v>4.7770000000000001</c:v>
                </c:pt>
                <c:pt idx="17280">
                  <c:v>4.7773000000000003</c:v>
                </c:pt>
                <c:pt idx="17281">
                  <c:v>4.7776100000000001</c:v>
                </c:pt>
                <c:pt idx="17282">
                  <c:v>4.7779100000000003</c:v>
                </c:pt>
                <c:pt idx="17283">
                  <c:v>4.7782200000000001</c:v>
                </c:pt>
                <c:pt idx="17284">
                  <c:v>4.7785200000000003</c:v>
                </c:pt>
                <c:pt idx="17285">
                  <c:v>4.7788300000000001</c:v>
                </c:pt>
                <c:pt idx="17286">
                  <c:v>4.7791300000000003</c:v>
                </c:pt>
                <c:pt idx="17287">
                  <c:v>4.7794400000000001</c:v>
                </c:pt>
                <c:pt idx="17288">
                  <c:v>4.7797400000000003</c:v>
                </c:pt>
                <c:pt idx="17289">
                  <c:v>4.7800500000000001</c:v>
                </c:pt>
                <c:pt idx="17290">
                  <c:v>4.7803500000000003</c:v>
                </c:pt>
                <c:pt idx="17291">
                  <c:v>4.7806600000000001</c:v>
                </c:pt>
                <c:pt idx="17292">
                  <c:v>4.7809699999999999</c:v>
                </c:pt>
                <c:pt idx="17293">
                  <c:v>4.7812700000000001</c:v>
                </c:pt>
                <c:pt idx="17294">
                  <c:v>4.7815799999999999</c:v>
                </c:pt>
                <c:pt idx="17295">
                  <c:v>4.7818800000000001</c:v>
                </c:pt>
                <c:pt idx="17296">
                  <c:v>4.7821899999999999</c:v>
                </c:pt>
                <c:pt idx="17297">
                  <c:v>4.7824900000000001</c:v>
                </c:pt>
                <c:pt idx="17298">
                  <c:v>4.7827999999999999</c:v>
                </c:pt>
                <c:pt idx="17299">
                  <c:v>4.7831000000000001</c:v>
                </c:pt>
                <c:pt idx="17300">
                  <c:v>4.7834099999999999</c:v>
                </c:pt>
                <c:pt idx="17301">
                  <c:v>4.7837100000000001</c:v>
                </c:pt>
                <c:pt idx="17302">
                  <c:v>4.7840199999999999</c:v>
                </c:pt>
                <c:pt idx="17303">
                  <c:v>4.7843200000000001</c:v>
                </c:pt>
                <c:pt idx="17304">
                  <c:v>4.7846299999999999</c:v>
                </c:pt>
                <c:pt idx="17305">
                  <c:v>4.7849399999999997</c:v>
                </c:pt>
                <c:pt idx="17306">
                  <c:v>4.7852399999999999</c:v>
                </c:pt>
                <c:pt idx="17307">
                  <c:v>4.7855499999999997</c:v>
                </c:pt>
                <c:pt idx="17308">
                  <c:v>4.7858499999999999</c:v>
                </c:pt>
                <c:pt idx="17309">
                  <c:v>4.7861599999999997</c:v>
                </c:pt>
                <c:pt idx="17310">
                  <c:v>4.7864599999999999</c:v>
                </c:pt>
                <c:pt idx="17311">
                  <c:v>4.7867699999999997</c:v>
                </c:pt>
                <c:pt idx="17312">
                  <c:v>4.7870699999999999</c:v>
                </c:pt>
                <c:pt idx="17313">
                  <c:v>4.7873799999999997</c:v>
                </c:pt>
                <c:pt idx="17314">
                  <c:v>4.7876799999999999</c:v>
                </c:pt>
                <c:pt idx="17315">
                  <c:v>4.7879899999999997</c:v>
                </c:pt>
                <c:pt idx="17316">
                  <c:v>4.7882899999999999</c:v>
                </c:pt>
                <c:pt idx="17317">
                  <c:v>4.7885999999999997</c:v>
                </c:pt>
                <c:pt idx="17318">
                  <c:v>4.7889099999999996</c:v>
                </c:pt>
                <c:pt idx="17319">
                  <c:v>4.7892099999999997</c:v>
                </c:pt>
                <c:pt idx="17320">
                  <c:v>4.7895200000000004</c:v>
                </c:pt>
                <c:pt idx="17321">
                  <c:v>4.7898199999999997</c:v>
                </c:pt>
                <c:pt idx="17322">
                  <c:v>4.7901300000000004</c:v>
                </c:pt>
                <c:pt idx="17323">
                  <c:v>4.7904299999999997</c:v>
                </c:pt>
                <c:pt idx="17324">
                  <c:v>4.7907400000000004</c:v>
                </c:pt>
                <c:pt idx="17325">
                  <c:v>4.7910399999999997</c:v>
                </c:pt>
                <c:pt idx="17326">
                  <c:v>4.7913500000000004</c:v>
                </c:pt>
                <c:pt idx="17327">
                  <c:v>4.7916499999999997</c:v>
                </c:pt>
                <c:pt idx="17328">
                  <c:v>4.7919600000000004</c:v>
                </c:pt>
                <c:pt idx="17329">
                  <c:v>4.7922599999999997</c:v>
                </c:pt>
                <c:pt idx="17330">
                  <c:v>4.7925700000000004</c:v>
                </c:pt>
                <c:pt idx="17331">
                  <c:v>4.7928800000000003</c:v>
                </c:pt>
                <c:pt idx="17332">
                  <c:v>4.7931800000000004</c:v>
                </c:pt>
                <c:pt idx="17333">
                  <c:v>4.7934900000000003</c:v>
                </c:pt>
                <c:pt idx="17334">
                  <c:v>4.7937900000000004</c:v>
                </c:pt>
                <c:pt idx="17335">
                  <c:v>4.7941000000000003</c:v>
                </c:pt>
                <c:pt idx="17336">
                  <c:v>4.7944000000000004</c:v>
                </c:pt>
                <c:pt idx="17337">
                  <c:v>4.7947100000000002</c:v>
                </c:pt>
                <c:pt idx="17338">
                  <c:v>4.7950100000000004</c:v>
                </c:pt>
                <c:pt idx="17339">
                  <c:v>4.7953200000000002</c:v>
                </c:pt>
                <c:pt idx="17340">
                  <c:v>4.7956200000000004</c:v>
                </c:pt>
                <c:pt idx="17341">
                  <c:v>4.7959300000000002</c:v>
                </c:pt>
                <c:pt idx="17342">
                  <c:v>4.7962400000000001</c:v>
                </c:pt>
                <c:pt idx="17343">
                  <c:v>4.7965400000000002</c:v>
                </c:pt>
                <c:pt idx="17344">
                  <c:v>4.7968500000000001</c:v>
                </c:pt>
                <c:pt idx="17345">
                  <c:v>4.7971500000000002</c:v>
                </c:pt>
                <c:pt idx="17346">
                  <c:v>4.7974600000000001</c:v>
                </c:pt>
                <c:pt idx="17347">
                  <c:v>4.7977600000000002</c:v>
                </c:pt>
                <c:pt idx="17348">
                  <c:v>4.7980700000000001</c:v>
                </c:pt>
                <c:pt idx="17349">
                  <c:v>4.7983700000000002</c:v>
                </c:pt>
                <c:pt idx="17350">
                  <c:v>4.7986800000000001</c:v>
                </c:pt>
                <c:pt idx="17351">
                  <c:v>4.7989800000000002</c:v>
                </c:pt>
                <c:pt idx="17352">
                  <c:v>4.7992900000000001</c:v>
                </c:pt>
                <c:pt idx="17353">
                  <c:v>4.7995900000000002</c:v>
                </c:pt>
                <c:pt idx="17354">
                  <c:v>4.7999000000000001</c:v>
                </c:pt>
                <c:pt idx="17355">
                  <c:v>4.8002099999999999</c:v>
                </c:pt>
                <c:pt idx="17356">
                  <c:v>4.8005100000000001</c:v>
                </c:pt>
                <c:pt idx="17357">
                  <c:v>4.8008199999999999</c:v>
                </c:pt>
                <c:pt idx="17358">
                  <c:v>4.8011200000000001</c:v>
                </c:pt>
                <c:pt idx="17359">
                  <c:v>4.8014299999999999</c:v>
                </c:pt>
                <c:pt idx="17360">
                  <c:v>4.8017300000000001</c:v>
                </c:pt>
                <c:pt idx="17361">
                  <c:v>4.8020399999999999</c:v>
                </c:pt>
                <c:pt idx="17362">
                  <c:v>4.8023400000000001</c:v>
                </c:pt>
                <c:pt idx="17363">
                  <c:v>4.8026499999999999</c:v>
                </c:pt>
                <c:pt idx="17364">
                  <c:v>4.8029500000000001</c:v>
                </c:pt>
                <c:pt idx="17365">
                  <c:v>4.8032599999999999</c:v>
                </c:pt>
                <c:pt idx="17366">
                  <c:v>4.8035600000000001</c:v>
                </c:pt>
                <c:pt idx="17367">
                  <c:v>4.8038699999999999</c:v>
                </c:pt>
                <c:pt idx="17368">
                  <c:v>4.8041799999999997</c:v>
                </c:pt>
                <c:pt idx="17369">
                  <c:v>4.8044799999999999</c:v>
                </c:pt>
                <c:pt idx="17370">
                  <c:v>4.8047899999999997</c:v>
                </c:pt>
                <c:pt idx="17371">
                  <c:v>4.8050899999999999</c:v>
                </c:pt>
                <c:pt idx="17372">
                  <c:v>4.8053999999999997</c:v>
                </c:pt>
                <c:pt idx="17373">
                  <c:v>4.8056999999999999</c:v>
                </c:pt>
                <c:pt idx="17374">
                  <c:v>4.8060099999999997</c:v>
                </c:pt>
                <c:pt idx="17375">
                  <c:v>4.8063099999999999</c:v>
                </c:pt>
                <c:pt idx="17376">
                  <c:v>4.8066199999999997</c:v>
                </c:pt>
                <c:pt idx="17377">
                  <c:v>4.8069199999999999</c:v>
                </c:pt>
                <c:pt idx="17378">
                  <c:v>4.8072299999999997</c:v>
                </c:pt>
                <c:pt idx="17379">
                  <c:v>4.8075299999999999</c:v>
                </c:pt>
                <c:pt idx="17380">
                  <c:v>4.8078399999999997</c:v>
                </c:pt>
                <c:pt idx="17381">
                  <c:v>4.8081500000000004</c:v>
                </c:pt>
                <c:pt idx="17382">
                  <c:v>4.8084499999999997</c:v>
                </c:pt>
                <c:pt idx="17383">
                  <c:v>4.8087600000000004</c:v>
                </c:pt>
                <c:pt idx="17384">
                  <c:v>4.8090599999999997</c:v>
                </c:pt>
                <c:pt idx="17385">
                  <c:v>4.8093700000000004</c:v>
                </c:pt>
                <c:pt idx="17386">
                  <c:v>4.8096699999999997</c:v>
                </c:pt>
                <c:pt idx="17387">
                  <c:v>4.8099800000000004</c:v>
                </c:pt>
                <c:pt idx="17388">
                  <c:v>4.8102799999999997</c:v>
                </c:pt>
                <c:pt idx="17389">
                  <c:v>4.8105900000000004</c:v>
                </c:pt>
                <c:pt idx="17390">
                  <c:v>4.8108899999999997</c:v>
                </c:pt>
                <c:pt idx="17391">
                  <c:v>4.8112000000000004</c:v>
                </c:pt>
                <c:pt idx="17392">
                  <c:v>4.8114999999999997</c:v>
                </c:pt>
                <c:pt idx="17393">
                  <c:v>4.8118100000000004</c:v>
                </c:pt>
                <c:pt idx="17394">
                  <c:v>4.8121200000000002</c:v>
                </c:pt>
                <c:pt idx="17395">
                  <c:v>4.8124200000000004</c:v>
                </c:pt>
                <c:pt idx="17396">
                  <c:v>4.8127300000000002</c:v>
                </c:pt>
                <c:pt idx="17397">
                  <c:v>4.8130300000000004</c:v>
                </c:pt>
                <c:pt idx="17398">
                  <c:v>4.8133400000000002</c:v>
                </c:pt>
                <c:pt idx="17399">
                  <c:v>4.8136400000000004</c:v>
                </c:pt>
                <c:pt idx="17400">
                  <c:v>4.8139500000000002</c:v>
                </c:pt>
                <c:pt idx="17401">
                  <c:v>4.8142500000000004</c:v>
                </c:pt>
                <c:pt idx="17402">
                  <c:v>4.8145600000000002</c:v>
                </c:pt>
                <c:pt idx="17403">
                  <c:v>4.8148600000000004</c:v>
                </c:pt>
                <c:pt idx="17404">
                  <c:v>4.8151700000000002</c:v>
                </c:pt>
                <c:pt idx="17405">
                  <c:v>4.81548</c:v>
                </c:pt>
                <c:pt idx="17406">
                  <c:v>4.8157800000000002</c:v>
                </c:pt>
                <c:pt idx="17407">
                  <c:v>4.81609</c:v>
                </c:pt>
                <c:pt idx="17408">
                  <c:v>4.8163900000000002</c:v>
                </c:pt>
                <c:pt idx="17409">
                  <c:v>4.8167</c:v>
                </c:pt>
                <c:pt idx="17410">
                  <c:v>4.8170000000000002</c:v>
                </c:pt>
                <c:pt idx="17411">
                  <c:v>4.81731</c:v>
                </c:pt>
                <c:pt idx="17412">
                  <c:v>4.8176100000000002</c:v>
                </c:pt>
                <c:pt idx="17413">
                  <c:v>4.81792</c:v>
                </c:pt>
                <c:pt idx="17414">
                  <c:v>4.8182200000000002</c:v>
                </c:pt>
                <c:pt idx="17415">
                  <c:v>4.81853</c:v>
                </c:pt>
                <c:pt idx="17416">
                  <c:v>4.8188300000000002</c:v>
                </c:pt>
                <c:pt idx="17417">
                  <c:v>4.81914</c:v>
                </c:pt>
                <c:pt idx="17418">
                  <c:v>4.8194499999999998</c:v>
                </c:pt>
                <c:pt idx="17419">
                  <c:v>4.81975</c:v>
                </c:pt>
                <c:pt idx="17420">
                  <c:v>4.8200599999999998</c:v>
                </c:pt>
                <c:pt idx="17421">
                  <c:v>4.82036</c:v>
                </c:pt>
                <c:pt idx="17422">
                  <c:v>4.8206699999999998</c:v>
                </c:pt>
                <c:pt idx="17423">
                  <c:v>4.82097</c:v>
                </c:pt>
                <c:pt idx="17424">
                  <c:v>4.8212799999999998</c:v>
                </c:pt>
                <c:pt idx="17425">
                  <c:v>4.82158</c:v>
                </c:pt>
                <c:pt idx="17426">
                  <c:v>4.8218899999999998</c:v>
                </c:pt>
                <c:pt idx="17427">
                  <c:v>4.82219</c:v>
                </c:pt>
                <c:pt idx="17428">
                  <c:v>4.8224999999999998</c:v>
                </c:pt>
                <c:pt idx="17429">
                  <c:v>4.8228</c:v>
                </c:pt>
                <c:pt idx="17430">
                  <c:v>4.8231099999999998</c:v>
                </c:pt>
                <c:pt idx="17431">
                  <c:v>4.8234199999999996</c:v>
                </c:pt>
                <c:pt idx="17432">
                  <c:v>4.8237199999999998</c:v>
                </c:pt>
                <c:pt idx="17433">
                  <c:v>4.8240299999999996</c:v>
                </c:pt>
                <c:pt idx="17434">
                  <c:v>4.8243299999999998</c:v>
                </c:pt>
                <c:pt idx="17435">
                  <c:v>4.8246399999999996</c:v>
                </c:pt>
                <c:pt idx="17436">
                  <c:v>4.8249399999999998</c:v>
                </c:pt>
                <c:pt idx="17437">
                  <c:v>4.8252499999999996</c:v>
                </c:pt>
                <c:pt idx="17438">
                  <c:v>4.8255499999999998</c:v>
                </c:pt>
                <c:pt idx="17439">
                  <c:v>4.8258599999999996</c:v>
                </c:pt>
                <c:pt idx="17440">
                  <c:v>4.8261599999999998</c:v>
                </c:pt>
                <c:pt idx="17441">
                  <c:v>4.8264699999999996</c:v>
                </c:pt>
                <c:pt idx="17442">
                  <c:v>4.8267699999999998</c:v>
                </c:pt>
                <c:pt idx="17443">
                  <c:v>4.8270799999999996</c:v>
                </c:pt>
                <c:pt idx="17444">
                  <c:v>4.8273900000000003</c:v>
                </c:pt>
                <c:pt idx="17445">
                  <c:v>4.8276899999999996</c:v>
                </c:pt>
                <c:pt idx="17446">
                  <c:v>4.8280000000000003</c:v>
                </c:pt>
                <c:pt idx="17447">
                  <c:v>4.8282999999999996</c:v>
                </c:pt>
                <c:pt idx="17448">
                  <c:v>4.8286100000000003</c:v>
                </c:pt>
                <c:pt idx="17449">
                  <c:v>4.8289099999999996</c:v>
                </c:pt>
                <c:pt idx="17450">
                  <c:v>4.8292200000000003</c:v>
                </c:pt>
                <c:pt idx="17451">
                  <c:v>4.8295199999999996</c:v>
                </c:pt>
                <c:pt idx="17452">
                  <c:v>4.8298300000000003</c:v>
                </c:pt>
                <c:pt idx="17453">
                  <c:v>4.8301299999999996</c:v>
                </c:pt>
                <c:pt idx="17454">
                  <c:v>4.8304400000000003</c:v>
                </c:pt>
                <c:pt idx="17455">
                  <c:v>4.8307399999999996</c:v>
                </c:pt>
                <c:pt idx="17456">
                  <c:v>4.8310500000000003</c:v>
                </c:pt>
                <c:pt idx="17457">
                  <c:v>4.8313600000000001</c:v>
                </c:pt>
                <c:pt idx="17458">
                  <c:v>4.8316600000000003</c:v>
                </c:pt>
                <c:pt idx="17459">
                  <c:v>4.8319700000000001</c:v>
                </c:pt>
                <c:pt idx="17460">
                  <c:v>4.8322700000000003</c:v>
                </c:pt>
                <c:pt idx="17461">
                  <c:v>4.8325800000000001</c:v>
                </c:pt>
                <c:pt idx="17462">
                  <c:v>4.8328800000000003</c:v>
                </c:pt>
                <c:pt idx="17463">
                  <c:v>4.8331900000000001</c:v>
                </c:pt>
                <c:pt idx="17464">
                  <c:v>4.8334900000000003</c:v>
                </c:pt>
                <c:pt idx="17465">
                  <c:v>4.8338000000000001</c:v>
                </c:pt>
                <c:pt idx="17466">
                  <c:v>4.8341000000000003</c:v>
                </c:pt>
                <c:pt idx="17467">
                  <c:v>4.8344100000000001</c:v>
                </c:pt>
                <c:pt idx="17468">
                  <c:v>4.8347199999999999</c:v>
                </c:pt>
                <c:pt idx="17469">
                  <c:v>4.8350200000000001</c:v>
                </c:pt>
                <c:pt idx="17470">
                  <c:v>4.8353299999999999</c:v>
                </c:pt>
                <c:pt idx="17471">
                  <c:v>4.8356300000000001</c:v>
                </c:pt>
                <c:pt idx="17472">
                  <c:v>4.8359399999999999</c:v>
                </c:pt>
                <c:pt idx="17473">
                  <c:v>4.8362400000000001</c:v>
                </c:pt>
                <c:pt idx="17474">
                  <c:v>4.8365499999999999</c:v>
                </c:pt>
                <c:pt idx="17475">
                  <c:v>4.8368500000000001</c:v>
                </c:pt>
                <c:pt idx="17476">
                  <c:v>4.8371599999999999</c:v>
                </c:pt>
                <c:pt idx="17477">
                  <c:v>4.8374600000000001</c:v>
                </c:pt>
                <c:pt idx="17478">
                  <c:v>4.8377699999999999</c:v>
                </c:pt>
                <c:pt idx="17479">
                  <c:v>4.8380700000000001</c:v>
                </c:pt>
                <c:pt idx="17480">
                  <c:v>4.8383799999999999</c:v>
                </c:pt>
                <c:pt idx="17481">
                  <c:v>4.8386899999999997</c:v>
                </c:pt>
                <c:pt idx="17482">
                  <c:v>4.8389899999999999</c:v>
                </c:pt>
                <c:pt idx="17483">
                  <c:v>4.8392999999999997</c:v>
                </c:pt>
                <c:pt idx="17484">
                  <c:v>4.8395999999999999</c:v>
                </c:pt>
                <c:pt idx="17485">
                  <c:v>4.8399099999999997</c:v>
                </c:pt>
                <c:pt idx="17486">
                  <c:v>4.8402099999999999</c:v>
                </c:pt>
                <c:pt idx="17487">
                  <c:v>4.8405199999999997</c:v>
                </c:pt>
                <c:pt idx="17488">
                  <c:v>4.8408199999999999</c:v>
                </c:pt>
                <c:pt idx="17489">
                  <c:v>4.8411299999999997</c:v>
                </c:pt>
                <c:pt idx="17490">
                  <c:v>4.8414299999999999</c:v>
                </c:pt>
                <c:pt idx="17491">
                  <c:v>4.8417399999999997</c:v>
                </c:pt>
                <c:pt idx="17492">
                  <c:v>4.8420399999999999</c:v>
                </c:pt>
                <c:pt idx="17493">
                  <c:v>4.8423499999999997</c:v>
                </c:pt>
                <c:pt idx="17494">
                  <c:v>4.8426600000000004</c:v>
                </c:pt>
                <c:pt idx="17495">
                  <c:v>4.8429599999999997</c:v>
                </c:pt>
                <c:pt idx="17496">
                  <c:v>4.8432700000000004</c:v>
                </c:pt>
                <c:pt idx="17497">
                  <c:v>4.8435699999999997</c:v>
                </c:pt>
                <c:pt idx="17498">
                  <c:v>4.8438800000000004</c:v>
                </c:pt>
                <c:pt idx="17499">
                  <c:v>4.8441799999999997</c:v>
                </c:pt>
                <c:pt idx="17500">
                  <c:v>4.8444900000000004</c:v>
                </c:pt>
                <c:pt idx="17501">
                  <c:v>4.8447899999999997</c:v>
                </c:pt>
                <c:pt idx="17502">
                  <c:v>4.8451000000000004</c:v>
                </c:pt>
                <c:pt idx="17503">
                  <c:v>4.8453999999999997</c:v>
                </c:pt>
                <c:pt idx="17504">
                  <c:v>4.8457100000000004</c:v>
                </c:pt>
                <c:pt idx="17505">
                  <c:v>4.8460099999999997</c:v>
                </c:pt>
                <c:pt idx="17506">
                  <c:v>4.8463200000000004</c:v>
                </c:pt>
                <c:pt idx="17507">
                  <c:v>4.8466300000000002</c:v>
                </c:pt>
                <c:pt idx="17508">
                  <c:v>4.8469300000000004</c:v>
                </c:pt>
                <c:pt idx="17509">
                  <c:v>4.8472400000000002</c:v>
                </c:pt>
                <c:pt idx="17510">
                  <c:v>4.8475400000000004</c:v>
                </c:pt>
                <c:pt idx="17511">
                  <c:v>4.8478500000000002</c:v>
                </c:pt>
                <c:pt idx="17512">
                  <c:v>4.8481500000000004</c:v>
                </c:pt>
                <c:pt idx="17513">
                  <c:v>4.8484600000000002</c:v>
                </c:pt>
                <c:pt idx="17514">
                  <c:v>4.8487600000000004</c:v>
                </c:pt>
                <c:pt idx="17515">
                  <c:v>4.8490700000000002</c:v>
                </c:pt>
                <c:pt idx="17516">
                  <c:v>4.8493700000000004</c:v>
                </c:pt>
                <c:pt idx="17517">
                  <c:v>4.8496800000000002</c:v>
                </c:pt>
                <c:pt idx="17518">
                  <c:v>4.84999</c:v>
                </c:pt>
                <c:pt idx="17519">
                  <c:v>4.8502900000000002</c:v>
                </c:pt>
                <c:pt idx="17520">
                  <c:v>4.8506</c:v>
                </c:pt>
                <c:pt idx="17521">
                  <c:v>4.8509000000000002</c:v>
                </c:pt>
                <c:pt idx="17522">
                  <c:v>4.85121</c:v>
                </c:pt>
                <c:pt idx="17523">
                  <c:v>4.8515100000000002</c:v>
                </c:pt>
                <c:pt idx="17524">
                  <c:v>4.85182</c:v>
                </c:pt>
                <c:pt idx="17525">
                  <c:v>4.8521200000000002</c:v>
                </c:pt>
                <c:pt idx="17526">
                  <c:v>4.85243</c:v>
                </c:pt>
                <c:pt idx="17527">
                  <c:v>4.8527300000000002</c:v>
                </c:pt>
                <c:pt idx="17528">
                  <c:v>4.85304</c:v>
                </c:pt>
                <c:pt idx="17529">
                  <c:v>4.8533400000000002</c:v>
                </c:pt>
                <c:pt idx="17530">
                  <c:v>4.85365</c:v>
                </c:pt>
                <c:pt idx="17531">
                  <c:v>4.8539599999999998</c:v>
                </c:pt>
                <c:pt idx="17532">
                  <c:v>4.85426</c:v>
                </c:pt>
                <c:pt idx="17533">
                  <c:v>4.8545699999999998</c:v>
                </c:pt>
                <c:pt idx="17534">
                  <c:v>4.85487</c:v>
                </c:pt>
                <c:pt idx="17535">
                  <c:v>4.8551799999999998</c:v>
                </c:pt>
                <c:pt idx="17536">
                  <c:v>4.85548</c:v>
                </c:pt>
                <c:pt idx="17537">
                  <c:v>4.8557899999999998</c:v>
                </c:pt>
                <c:pt idx="17538">
                  <c:v>4.85609</c:v>
                </c:pt>
                <c:pt idx="17539">
                  <c:v>4.8563999999999998</c:v>
                </c:pt>
                <c:pt idx="17540">
                  <c:v>4.8567</c:v>
                </c:pt>
                <c:pt idx="17541">
                  <c:v>4.8570099999999998</c:v>
                </c:pt>
                <c:pt idx="17542">
                  <c:v>4.85731</c:v>
                </c:pt>
                <c:pt idx="17543">
                  <c:v>4.8576199999999998</c:v>
                </c:pt>
                <c:pt idx="17544">
                  <c:v>4.8579299999999996</c:v>
                </c:pt>
                <c:pt idx="17545">
                  <c:v>4.8582299999999998</c:v>
                </c:pt>
                <c:pt idx="17546">
                  <c:v>4.8585399999999996</c:v>
                </c:pt>
                <c:pt idx="17547">
                  <c:v>4.8588399999999998</c:v>
                </c:pt>
                <c:pt idx="17548">
                  <c:v>4.8591499999999996</c:v>
                </c:pt>
                <c:pt idx="17549">
                  <c:v>4.8594499999999998</c:v>
                </c:pt>
                <c:pt idx="17550">
                  <c:v>4.8597599999999996</c:v>
                </c:pt>
                <c:pt idx="17551">
                  <c:v>4.8600599999999998</c:v>
                </c:pt>
                <c:pt idx="17552">
                  <c:v>4.8603699999999996</c:v>
                </c:pt>
                <c:pt idx="17553">
                  <c:v>4.8606699999999998</c:v>
                </c:pt>
                <c:pt idx="17554">
                  <c:v>4.8609799999999996</c:v>
                </c:pt>
                <c:pt idx="17555">
                  <c:v>4.8612799999999998</c:v>
                </c:pt>
                <c:pt idx="17556">
                  <c:v>4.8615899999999996</c:v>
                </c:pt>
                <c:pt idx="17557">
                  <c:v>4.8619000000000003</c:v>
                </c:pt>
                <c:pt idx="17558">
                  <c:v>4.8621999999999996</c:v>
                </c:pt>
                <c:pt idx="17559">
                  <c:v>4.8625100000000003</c:v>
                </c:pt>
                <c:pt idx="17560">
                  <c:v>4.8628099999999996</c:v>
                </c:pt>
                <c:pt idx="17561">
                  <c:v>4.8631200000000003</c:v>
                </c:pt>
                <c:pt idx="17562">
                  <c:v>4.8634199999999996</c:v>
                </c:pt>
                <c:pt idx="17563">
                  <c:v>4.8637300000000003</c:v>
                </c:pt>
                <c:pt idx="17564">
                  <c:v>4.8640299999999996</c:v>
                </c:pt>
                <c:pt idx="17565">
                  <c:v>4.8643400000000003</c:v>
                </c:pt>
                <c:pt idx="17566">
                  <c:v>4.8646399999999996</c:v>
                </c:pt>
                <c:pt idx="17567">
                  <c:v>4.8649500000000003</c:v>
                </c:pt>
                <c:pt idx="17568">
                  <c:v>4.8652499999999996</c:v>
                </c:pt>
                <c:pt idx="17569">
                  <c:v>4.8655600000000003</c:v>
                </c:pt>
                <c:pt idx="17570">
                  <c:v>4.8658700000000001</c:v>
                </c:pt>
                <c:pt idx="17571">
                  <c:v>4.8661700000000003</c:v>
                </c:pt>
                <c:pt idx="17572">
                  <c:v>4.8664800000000001</c:v>
                </c:pt>
                <c:pt idx="17573">
                  <c:v>4.8667800000000003</c:v>
                </c:pt>
                <c:pt idx="17574">
                  <c:v>4.8670900000000001</c:v>
                </c:pt>
                <c:pt idx="17575">
                  <c:v>4.8673900000000003</c:v>
                </c:pt>
                <c:pt idx="17576">
                  <c:v>4.8677000000000001</c:v>
                </c:pt>
                <c:pt idx="17577">
                  <c:v>4.8680000000000003</c:v>
                </c:pt>
                <c:pt idx="17578">
                  <c:v>4.8683100000000001</c:v>
                </c:pt>
                <c:pt idx="17579">
                  <c:v>4.8686100000000003</c:v>
                </c:pt>
                <c:pt idx="17580">
                  <c:v>4.8689200000000001</c:v>
                </c:pt>
                <c:pt idx="17581">
                  <c:v>4.8692299999999999</c:v>
                </c:pt>
                <c:pt idx="17582">
                  <c:v>4.8695300000000001</c:v>
                </c:pt>
                <c:pt idx="17583">
                  <c:v>4.8698399999999999</c:v>
                </c:pt>
                <c:pt idx="17584">
                  <c:v>4.8701400000000001</c:v>
                </c:pt>
                <c:pt idx="17585">
                  <c:v>4.8704499999999999</c:v>
                </c:pt>
                <c:pt idx="17586">
                  <c:v>4.8707500000000001</c:v>
                </c:pt>
                <c:pt idx="17587">
                  <c:v>4.8710599999999999</c:v>
                </c:pt>
                <c:pt idx="17588">
                  <c:v>4.8713600000000001</c:v>
                </c:pt>
                <c:pt idx="17589">
                  <c:v>4.8716699999999999</c:v>
                </c:pt>
                <c:pt idx="17590">
                  <c:v>4.8719700000000001</c:v>
                </c:pt>
                <c:pt idx="17591">
                  <c:v>4.8722799999999999</c:v>
                </c:pt>
                <c:pt idx="17592">
                  <c:v>4.8725800000000001</c:v>
                </c:pt>
                <c:pt idx="17593">
                  <c:v>4.8728899999999999</c:v>
                </c:pt>
                <c:pt idx="17594">
                  <c:v>4.8731999999999998</c:v>
                </c:pt>
                <c:pt idx="17595">
                  <c:v>4.8734999999999999</c:v>
                </c:pt>
                <c:pt idx="17596">
                  <c:v>4.8738099999999998</c:v>
                </c:pt>
                <c:pt idx="17597">
                  <c:v>4.8741099999999999</c:v>
                </c:pt>
                <c:pt idx="17598">
                  <c:v>4.8744199999999998</c:v>
                </c:pt>
                <c:pt idx="17599">
                  <c:v>4.8747199999999999</c:v>
                </c:pt>
                <c:pt idx="17600">
                  <c:v>4.8750299999999998</c:v>
                </c:pt>
                <c:pt idx="17601">
                  <c:v>4.8753299999999999</c:v>
                </c:pt>
                <c:pt idx="17602">
                  <c:v>4.8756399999999998</c:v>
                </c:pt>
                <c:pt idx="17603">
                  <c:v>4.8759399999999999</c:v>
                </c:pt>
                <c:pt idx="17604">
                  <c:v>4.8762499999999998</c:v>
                </c:pt>
                <c:pt idx="17605">
                  <c:v>4.8765499999999999</c:v>
                </c:pt>
                <c:pt idx="17606">
                  <c:v>4.8768599999999998</c:v>
                </c:pt>
                <c:pt idx="17607">
                  <c:v>4.8771699999999996</c:v>
                </c:pt>
                <c:pt idx="17608">
                  <c:v>4.8774699999999998</c:v>
                </c:pt>
                <c:pt idx="17609">
                  <c:v>4.8777799999999996</c:v>
                </c:pt>
                <c:pt idx="17610">
                  <c:v>4.8780799999999997</c:v>
                </c:pt>
                <c:pt idx="17611">
                  <c:v>4.8783899999999996</c:v>
                </c:pt>
                <c:pt idx="17612">
                  <c:v>4.8786899999999997</c:v>
                </c:pt>
                <c:pt idx="17613">
                  <c:v>4.8789999999999996</c:v>
                </c:pt>
                <c:pt idx="17614">
                  <c:v>4.8792999999999997</c:v>
                </c:pt>
                <c:pt idx="17615">
                  <c:v>4.8796099999999996</c:v>
                </c:pt>
                <c:pt idx="17616">
                  <c:v>4.8799099999999997</c:v>
                </c:pt>
                <c:pt idx="17617">
                  <c:v>4.8802199999999996</c:v>
                </c:pt>
                <c:pt idx="17618">
                  <c:v>4.8805199999999997</c:v>
                </c:pt>
                <c:pt idx="17619">
                  <c:v>4.8808299999999996</c:v>
                </c:pt>
                <c:pt idx="17620">
                  <c:v>4.8811400000000003</c:v>
                </c:pt>
                <c:pt idx="17621">
                  <c:v>4.8814399999999996</c:v>
                </c:pt>
                <c:pt idx="17622">
                  <c:v>4.8817500000000003</c:v>
                </c:pt>
                <c:pt idx="17623">
                  <c:v>4.8820499999999996</c:v>
                </c:pt>
                <c:pt idx="17624">
                  <c:v>4.8823600000000003</c:v>
                </c:pt>
                <c:pt idx="17625">
                  <c:v>4.8826599999999996</c:v>
                </c:pt>
                <c:pt idx="17626">
                  <c:v>4.8829700000000003</c:v>
                </c:pt>
                <c:pt idx="17627">
                  <c:v>4.8832700000000004</c:v>
                </c:pt>
                <c:pt idx="17628">
                  <c:v>4.8835800000000003</c:v>
                </c:pt>
                <c:pt idx="17629">
                  <c:v>4.8838800000000004</c:v>
                </c:pt>
                <c:pt idx="17630">
                  <c:v>4.8841900000000003</c:v>
                </c:pt>
                <c:pt idx="17631">
                  <c:v>4.8844900000000004</c:v>
                </c:pt>
                <c:pt idx="17632">
                  <c:v>4.8848000000000003</c:v>
                </c:pt>
                <c:pt idx="17633">
                  <c:v>4.8851100000000001</c:v>
                </c:pt>
                <c:pt idx="17634">
                  <c:v>4.8854100000000003</c:v>
                </c:pt>
                <c:pt idx="17635">
                  <c:v>4.8857200000000001</c:v>
                </c:pt>
                <c:pt idx="17636">
                  <c:v>4.8860200000000003</c:v>
                </c:pt>
                <c:pt idx="17637">
                  <c:v>4.8863300000000001</c:v>
                </c:pt>
                <c:pt idx="17638">
                  <c:v>4.8866300000000003</c:v>
                </c:pt>
                <c:pt idx="17639">
                  <c:v>4.8869400000000001</c:v>
                </c:pt>
                <c:pt idx="17640">
                  <c:v>4.8872400000000003</c:v>
                </c:pt>
                <c:pt idx="17641">
                  <c:v>4.8875500000000001</c:v>
                </c:pt>
                <c:pt idx="17642">
                  <c:v>4.8878500000000003</c:v>
                </c:pt>
                <c:pt idx="17643">
                  <c:v>4.8881600000000001</c:v>
                </c:pt>
                <c:pt idx="17644">
                  <c:v>4.8884699999999999</c:v>
                </c:pt>
                <c:pt idx="17645">
                  <c:v>4.8887700000000001</c:v>
                </c:pt>
                <c:pt idx="17646">
                  <c:v>4.8890799999999999</c:v>
                </c:pt>
                <c:pt idx="17647">
                  <c:v>4.8893800000000001</c:v>
                </c:pt>
                <c:pt idx="17648">
                  <c:v>4.8896899999999999</c:v>
                </c:pt>
                <c:pt idx="17649">
                  <c:v>4.8899900000000001</c:v>
                </c:pt>
                <c:pt idx="17650">
                  <c:v>4.8902999999999999</c:v>
                </c:pt>
                <c:pt idx="17651">
                  <c:v>4.8906000000000001</c:v>
                </c:pt>
                <c:pt idx="17652">
                  <c:v>4.8909099999999999</c:v>
                </c:pt>
                <c:pt idx="17653">
                  <c:v>4.8912100000000001</c:v>
                </c:pt>
                <c:pt idx="17654">
                  <c:v>4.8915199999999999</c:v>
                </c:pt>
                <c:pt idx="17655">
                  <c:v>4.8918200000000001</c:v>
                </c:pt>
                <c:pt idx="17656">
                  <c:v>4.8921299999999999</c:v>
                </c:pt>
                <c:pt idx="17657">
                  <c:v>4.8924399999999997</c:v>
                </c:pt>
                <c:pt idx="17658">
                  <c:v>4.8927399999999999</c:v>
                </c:pt>
                <c:pt idx="17659">
                  <c:v>4.8930499999999997</c:v>
                </c:pt>
                <c:pt idx="17660">
                  <c:v>4.8933499999999999</c:v>
                </c:pt>
                <c:pt idx="17661">
                  <c:v>4.8936599999999997</c:v>
                </c:pt>
                <c:pt idx="17662">
                  <c:v>4.8939599999999999</c:v>
                </c:pt>
                <c:pt idx="17663">
                  <c:v>4.8942699999999997</c:v>
                </c:pt>
                <c:pt idx="17664">
                  <c:v>4.8945699999999999</c:v>
                </c:pt>
                <c:pt idx="17665">
                  <c:v>4.8948799999999997</c:v>
                </c:pt>
                <c:pt idx="17666">
                  <c:v>4.8951799999999999</c:v>
                </c:pt>
                <c:pt idx="17667">
                  <c:v>4.8954899999999997</c:v>
                </c:pt>
                <c:pt idx="17668">
                  <c:v>4.8957899999999999</c:v>
                </c:pt>
                <c:pt idx="17669">
                  <c:v>4.8960999999999997</c:v>
                </c:pt>
                <c:pt idx="17670">
                  <c:v>4.8964100000000004</c:v>
                </c:pt>
                <c:pt idx="17671">
                  <c:v>4.8967099999999997</c:v>
                </c:pt>
                <c:pt idx="17672">
                  <c:v>4.8970200000000004</c:v>
                </c:pt>
                <c:pt idx="17673">
                  <c:v>4.8973199999999997</c:v>
                </c:pt>
                <c:pt idx="17674">
                  <c:v>4.8976300000000004</c:v>
                </c:pt>
                <c:pt idx="17675">
                  <c:v>4.8979299999999997</c:v>
                </c:pt>
                <c:pt idx="17676">
                  <c:v>4.8982400000000004</c:v>
                </c:pt>
                <c:pt idx="17677">
                  <c:v>4.8985399999999997</c:v>
                </c:pt>
                <c:pt idx="17678">
                  <c:v>4.8988500000000004</c:v>
                </c:pt>
                <c:pt idx="17679">
                  <c:v>4.8991499999999997</c:v>
                </c:pt>
                <c:pt idx="17680">
                  <c:v>4.8994600000000004</c:v>
                </c:pt>
                <c:pt idx="17681">
                  <c:v>4.8997599999999997</c:v>
                </c:pt>
                <c:pt idx="17682">
                  <c:v>4.9000700000000004</c:v>
                </c:pt>
                <c:pt idx="17683">
                  <c:v>4.9003800000000002</c:v>
                </c:pt>
                <c:pt idx="17684">
                  <c:v>4.9006800000000004</c:v>
                </c:pt>
                <c:pt idx="17685">
                  <c:v>4.9009900000000002</c:v>
                </c:pt>
                <c:pt idx="17686">
                  <c:v>4.9012900000000004</c:v>
                </c:pt>
                <c:pt idx="17687">
                  <c:v>4.9016000000000002</c:v>
                </c:pt>
                <c:pt idx="17688">
                  <c:v>4.9019000000000004</c:v>
                </c:pt>
                <c:pt idx="17689">
                  <c:v>4.9022100000000002</c:v>
                </c:pt>
                <c:pt idx="17690">
                  <c:v>4.9025100000000004</c:v>
                </c:pt>
                <c:pt idx="17691">
                  <c:v>4.9028200000000002</c:v>
                </c:pt>
                <c:pt idx="17692">
                  <c:v>4.9031200000000004</c:v>
                </c:pt>
                <c:pt idx="17693">
                  <c:v>4.9034300000000002</c:v>
                </c:pt>
                <c:pt idx="17694">
                  <c:v>4.90374</c:v>
                </c:pt>
                <c:pt idx="17695">
                  <c:v>4.9040400000000002</c:v>
                </c:pt>
                <c:pt idx="17696">
                  <c:v>4.90435</c:v>
                </c:pt>
                <c:pt idx="17697">
                  <c:v>4.9046500000000002</c:v>
                </c:pt>
                <c:pt idx="17698">
                  <c:v>4.90496</c:v>
                </c:pt>
                <c:pt idx="17699">
                  <c:v>4.9052600000000002</c:v>
                </c:pt>
                <c:pt idx="17700">
                  <c:v>4.90557</c:v>
                </c:pt>
                <c:pt idx="17701">
                  <c:v>4.9058700000000002</c:v>
                </c:pt>
                <c:pt idx="17702">
                  <c:v>4.90618</c:v>
                </c:pt>
                <c:pt idx="17703">
                  <c:v>4.9064800000000002</c:v>
                </c:pt>
                <c:pt idx="17704">
                  <c:v>4.90679</c:v>
                </c:pt>
                <c:pt idx="17705">
                  <c:v>4.9070900000000002</c:v>
                </c:pt>
                <c:pt idx="17706">
                  <c:v>4.9074</c:v>
                </c:pt>
                <c:pt idx="17707">
                  <c:v>4.9077099999999998</c:v>
                </c:pt>
                <c:pt idx="17708">
                  <c:v>4.90801</c:v>
                </c:pt>
                <c:pt idx="17709">
                  <c:v>4.9083199999999998</c:v>
                </c:pt>
                <c:pt idx="17710">
                  <c:v>4.90862</c:v>
                </c:pt>
                <c:pt idx="17711">
                  <c:v>4.9089299999999998</c:v>
                </c:pt>
                <c:pt idx="17712">
                  <c:v>4.90923</c:v>
                </c:pt>
                <c:pt idx="17713">
                  <c:v>4.9095399999999998</c:v>
                </c:pt>
                <c:pt idx="17714">
                  <c:v>4.90984</c:v>
                </c:pt>
                <c:pt idx="17715">
                  <c:v>4.9101499999999998</c:v>
                </c:pt>
                <c:pt idx="17716">
                  <c:v>4.91045</c:v>
                </c:pt>
                <c:pt idx="17717">
                  <c:v>4.9107599999999998</c:v>
                </c:pt>
                <c:pt idx="17718">
                  <c:v>4.91106</c:v>
                </c:pt>
                <c:pt idx="17719">
                  <c:v>4.9113699999999998</c:v>
                </c:pt>
                <c:pt idx="17720">
                  <c:v>4.9116799999999996</c:v>
                </c:pt>
                <c:pt idx="17721">
                  <c:v>4.9119799999999998</c:v>
                </c:pt>
                <c:pt idx="17722">
                  <c:v>4.9122899999999996</c:v>
                </c:pt>
                <c:pt idx="17723">
                  <c:v>4.9125899999999998</c:v>
                </c:pt>
                <c:pt idx="17724">
                  <c:v>4.9128999999999996</c:v>
                </c:pt>
                <c:pt idx="17725">
                  <c:v>4.9131999999999998</c:v>
                </c:pt>
                <c:pt idx="17726">
                  <c:v>4.9135099999999996</c:v>
                </c:pt>
                <c:pt idx="17727">
                  <c:v>4.9138099999999998</c:v>
                </c:pt>
                <c:pt idx="17728">
                  <c:v>4.9141199999999996</c:v>
                </c:pt>
                <c:pt idx="17729">
                  <c:v>4.9144199999999998</c:v>
                </c:pt>
                <c:pt idx="17730">
                  <c:v>4.9147299999999996</c:v>
                </c:pt>
                <c:pt idx="17731">
                  <c:v>4.9150299999999998</c:v>
                </c:pt>
                <c:pt idx="17732">
                  <c:v>4.9153399999999996</c:v>
                </c:pt>
                <c:pt idx="17733">
                  <c:v>4.9156500000000003</c:v>
                </c:pt>
                <c:pt idx="17734">
                  <c:v>4.9159499999999996</c:v>
                </c:pt>
                <c:pt idx="17735">
                  <c:v>4.9162600000000003</c:v>
                </c:pt>
                <c:pt idx="17736">
                  <c:v>4.9165599999999996</c:v>
                </c:pt>
                <c:pt idx="17737">
                  <c:v>4.9168700000000003</c:v>
                </c:pt>
                <c:pt idx="17738">
                  <c:v>4.9171699999999996</c:v>
                </c:pt>
                <c:pt idx="17739">
                  <c:v>4.9174800000000003</c:v>
                </c:pt>
                <c:pt idx="17740">
                  <c:v>4.9177799999999996</c:v>
                </c:pt>
                <c:pt idx="17741">
                  <c:v>4.9180900000000003</c:v>
                </c:pt>
                <c:pt idx="17742">
                  <c:v>4.9183899999999996</c:v>
                </c:pt>
                <c:pt idx="17743">
                  <c:v>4.9187000000000003</c:v>
                </c:pt>
                <c:pt idx="17744">
                  <c:v>4.9189999999999996</c:v>
                </c:pt>
                <c:pt idx="17745">
                  <c:v>4.9193100000000003</c:v>
                </c:pt>
                <c:pt idx="17746">
                  <c:v>4.9196200000000001</c:v>
                </c:pt>
                <c:pt idx="17747">
                  <c:v>4.9199200000000003</c:v>
                </c:pt>
                <c:pt idx="17748">
                  <c:v>4.9202300000000001</c:v>
                </c:pt>
                <c:pt idx="17749">
                  <c:v>4.9205300000000003</c:v>
                </c:pt>
                <c:pt idx="17750">
                  <c:v>4.9208400000000001</c:v>
                </c:pt>
                <c:pt idx="17751">
                  <c:v>4.9211400000000003</c:v>
                </c:pt>
                <c:pt idx="17752">
                  <c:v>4.9214500000000001</c:v>
                </c:pt>
                <c:pt idx="17753">
                  <c:v>4.9217500000000003</c:v>
                </c:pt>
                <c:pt idx="17754">
                  <c:v>4.9220600000000001</c:v>
                </c:pt>
                <c:pt idx="17755">
                  <c:v>4.9223600000000003</c:v>
                </c:pt>
                <c:pt idx="17756">
                  <c:v>4.9226700000000001</c:v>
                </c:pt>
                <c:pt idx="17757">
                  <c:v>4.9229799999999999</c:v>
                </c:pt>
                <c:pt idx="17758">
                  <c:v>4.9232800000000001</c:v>
                </c:pt>
                <c:pt idx="17759">
                  <c:v>4.9235899999999999</c:v>
                </c:pt>
                <c:pt idx="17760">
                  <c:v>4.9238900000000001</c:v>
                </c:pt>
                <c:pt idx="17761">
                  <c:v>4.9241999999999999</c:v>
                </c:pt>
                <c:pt idx="17762">
                  <c:v>4.9245000000000001</c:v>
                </c:pt>
                <c:pt idx="17763">
                  <c:v>4.9248099999999999</c:v>
                </c:pt>
                <c:pt idx="17764">
                  <c:v>4.9251100000000001</c:v>
                </c:pt>
                <c:pt idx="17765">
                  <c:v>4.9254199999999999</c:v>
                </c:pt>
                <c:pt idx="17766">
                  <c:v>4.9257200000000001</c:v>
                </c:pt>
                <c:pt idx="17767">
                  <c:v>4.9260299999999999</c:v>
                </c:pt>
                <c:pt idx="17768">
                  <c:v>4.9263300000000001</c:v>
                </c:pt>
                <c:pt idx="17769">
                  <c:v>4.9266399999999999</c:v>
                </c:pt>
                <c:pt idx="17770">
                  <c:v>4.9269499999999997</c:v>
                </c:pt>
                <c:pt idx="17771">
                  <c:v>4.9272499999999999</c:v>
                </c:pt>
                <c:pt idx="17772">
                  <c:v>4.9275599999999997</c:v>
                </c:pt>
                <c:pt idx="17773">
                  <c:v>4.9278599999999999</c:v>
                </c:pt>
                <c:pt idx="17774">
                  <c:v>4.9281699999999997</c:v>
                </c:pt>
                <c:pt idx="17775">
                  <c:v>4.9284699999999999</c:v>
                </c:pt>
                <c:pt idx="17776">
                  <c:v>4.9287799999999997</c:v>
                </c:pt>
                <c:pt idx="17777">
                  <c:v>4.9290799999999999</c:v>
                </c:pt>
                <c:pt idx="17778">
                  <c:v>4.9293899999999997</c:v>
                </c:pt>
                <c:pt idx="17779">
                  <c:v>4.9296899999999999</c:v>
                </c:pt>
                <c:pt idx="17780">
                  <c:v>4.93</c:v>
                </c:pt>
                <c:pt idx="17781">
                  <c:v>4.9302999999999999</c:v>
                </c:pt>
                <c:pt idx="17782">
                  <c:v>4.9306099999999997</c:v>
                </c:pt>
                <c:pt idx="17783">
                  <c:v>4.9309200000000004</c:v>
                </c:pt>
                <c:pt idx="17784">
                  <c:v>4.9312199999999997</c:v>
                </c:pt>
                <c:pt idx="17785">
                  <c:v>4.9315300000000004</c:v>
                </c:pt>
                <c:pt idx="17786">
                  <c:v>4.9318299999999997</c:v>
                </c:pt>
                <c:pt idx="17787">
                  <c:v>4.9321400000000004</c:v>
                </c:pt>
                <c:pt idx="17788">
                  <c:v>4.9324399999999997</c:v>
                </c:pt>
                <c:pt idx="17789">
                  <c:v>4.9327500000000004</c:v>
                </c:pt>
                <c:pt idx="17790">
                  <c:v>4.9330499999999997</c:v>
                </c:pt>
                <c:pt idx="17791">
                  <c:v>4.9333600000000004</c:v>
                </c:pt>
                <c:pt idx="17792">
                  <c:v>4.9336599999999997</c:v>
                </c:pt>
                <c:pt idx="17793">
                  <c:v>4.9339700000000004</c:v>
                </c:pt>
                <c:pt idx="17794">
                  <c:v>4.9342699999999997</c:v>
                </c:pt>
                <c:pt idx="17795">
                  <c:v>4.9345800000000004</c:v>
                </c:pt>
                <c:pt idx="17796">
                  <c:v>4.9348900000000002</c:v>
                </c:pt>
                <c:pt idx="17797">
                  <c:v>4.9351900000000004</c:v>
                </c:pt>
                <c:pt idx="17798">
                  <c:v>4.9355000000000002</c:v>
                </c:pt>
                <c:pt idx="17799">
                  <c:v>4.9358000000000004</c:v>
                </c:pt>
                <c:pt idx="17800">
                  <c:v>4.9361100000000002</c:v>
                </c:pt>
                <c:pt idx="17801">
                  <c:v>4.9364100000000004</c:v>
                </c:pt>
                <c:pt idx="17802">
                  <c:v>4.9367200000000002</c:v>
                </c:pt>
                <c:pt idx="17803">
                  <c:v>4.9370200000000004</c:v>
                </c:pt>
                <c:pt idx="17804">
                  <c:v>4.9373300000000002</c:v>
                </c:pt>
                <c:pt idx="17805">
                  <c:v>4.9376300000000004</c:v>
                </c:pt>
                <c:pt idx="17806">
                  <c:v>4.9379400000000002</c:v>
                </c:pt>
                <c:pt idx="17807">
                  <c:v>4.9382400000000004</c:v>
                </c:pt>
                <c:pt idx="17808">
                  <c:v>4.9385500000000002</c:v>
                </c:pt>
                <c:pt idx="17809">
                  <c:v>4.93886</c:v>
                </c:pt>
                <c:pt idx="17810">
                  <c:v>4.9391600000000002</c:v>
                </c:pt>
                <c:pt idx="17811">
                  <c:v>4.93947</c:v>
                </c:pt>
                <c:pt idx="17812">
                  <c:v>4.9397700000000002</c:v>
                </c:pt>
                <c:pt idx="17813">
                  <c:v>4.94008</c:v>
                </c:pt>
                <c:pt idx="17814">
                  <c:v>4.9403800000000002</c:v>
                </c:pt>
                <c:pt idx="17815">
                  <c:v>4.94069</c:v>
                </c:pt>
                <c:pt idx="17816">
                  <c:v>4.9409900000000002</c:v>
                </c:pt>
                <c:pt idx="17817">
                  <c:v>4.9413</c:v>
                </c:pt>
                <c:pt idx="17818">
                  <c:v>4.9416000000000002</c:v>
                </c:pt>
                <c:pt idx="17819">
                  <c:v>4.94191</c:v>
                </c:pt>
                <c:pt idx="17820">
                  <c:v>4.9422199999999998</c:v>
                </c:pt>
                <c:pt idx="17821">
                  <c:v>4.94252</c:v>
                </c:pt>
                <c:pt idx="17822">
                  <c:v>4.9428299999999998</c:v>
                </c:pt>
                <c:pt idx="17823">
                  <c:v>4.94313</c:v>
                </c:pt>
                <c:pt idx="17824">
                  <c:v>4.9434399999999998</c:v>
                </c:pt>
                <c:pt idx="17825">
                  <c:v>4.94374</c:v>
                </c:pt>
                <c:pt idx="17826">
                  <c:v>4.9440499999999998</c:v>
                </c:pt>
                <c:pt idx="17827">
                  <c:v>4.94435</c:v>
                </c:pt>
                <c:pt idx="17828">
                  <c:v>4.9446599999999998</c:v>
                </c:pt>
                <c:pt idx="17829">
                  <c:v>4.94496</c:v>
                </c:pt>
                <c:pt idx="17830">
                  <c:v>4.9452699999999998</c:v>
                </c:pt>
                <c:pt idx="17831">
                  <c:v>4.94557</c:v>
                </c:pt>
                <c:pt idx="17832">
                  <c:v>4.9458799999999998</c:v>
                </c:pt>
                <c:pt idx="17833">
                  <c:v>4.9461899999999996</c:v>
                </c:pt>
                <c:pt idx="17834">
                  <c:v>4.9464899999999998</c:v>
                </c:pt>
                <c:pt idx="17835">
                  <c:v>4.9467999999999996</c:v>
                </c:pt>
                <c:pt idx="17836">
                  <c:v>4.9470999999999998</c:v>
                </c:pt>
                <c:pt idx="17837">
                  <c:v>4.9474099999999996</c:v>
                </c:pt>
                <c:pt idx="17838">
                  <c:v>4.9477099999999998</c:v>
                </c:pt>
                <c:pt idx="17839">
                  <c:v>4.9480199999999996</c:v>
                </c:pt>
                <c:pt idx="17840">
                  <c:v>4.9483199999999998</c:v>
                </c:pt>
                <c:pt idx="17841">
                  <c:v>4.9486299999999996</c:v>
                </c:pt>
                <c:pt idx="17842">
                  <c:v>4.9489299999999998</c:v>
                </c:pt>
                <c:pt idx="17843">
                  <c:v>4.9492399999999996</c:v>
                </c:pt>
                <c:pt idx="17844">
                  <c:v>4.9495399999999998</c:v>
                </c:pt>
                <c:pt idx="17845">
                  <c:v>4.9498499999999996</c:v>
                </c:pt>
                <c:pt idx="17846">
                  <c:v>4.9501600000000003</c:v>
                </c:pt>
                <c:pt idx="17847">
                  <c:v>4.9504599999999996</c:v>
                </c:pt>
                <c:pt idx="17848">
                  <c:v>4.9507700000000003</c:v>
                </c:pt>
                <c:pt idx="17849">
                  <c:v>4.9510699999999996</c:v>
                </c:pt>
                <c:pt idx="17850">
                  <c:v>4.9513800000000003</c:v>
                </c:pt>
                <c:pt idx="17851">
                  <c:v>4.9516799999999996</c:v>
                </c:pt>
                <c:pt idx="17852">
                  <c:v>4.9519900000000003</c:v>
                </c:pt>
                <c:pt idx="17853">
                  <c:v>4.9522899999999996</c:v>
                </c:pt>
                <c:pt idx="17854">
                  <c:v>4.9526000000000003</c:v>
                </c:pt>
                <c:pt idx="17855">
                  <c:v>4.9528999999999996</c:v>
                </c:pt>
                <c:pt idx="17856">
                  <c:v>4.9532100000000003</c:v>
                </c:pt>
                <c:pt idx="17857">
                  <c:v>4.9535099999999996</c:v>
                </c:pt>
                <c:pt idx="17858">
                  <c:v>4.9538200000000003</c:v>
                </c:pt>
                <c:pt idx="17859">
                  <c:v>4.9541300000000001</c:v>
                </c:pt>
                <c:pt idx="17860">
                  <c:v>4.9544300000000003</c:v>
                </c:pt>
                <c:pt idx="17861">
                  <c:v>4.9547400000000001</c:v>
                </c:pt>
                <c:pt idx="17862">
                  <c:v>4.9550400000000003</c:v>
                </c:pt>
                <c:pt idx="17863">
                  <c:v>4.9553500000000001</c:v>
                </c:pt>
                <c:pt idx="17864">
                  <c:v>4.9556500000000003</c:v>
                </c:pt>
                <c:pt idx="17865">
                  <c:v>4.9559600000000001</c:v>
                </c:pt>
                <c:pt idx="17866">
                  <c:v>4.9562600000000003</c:v>
                </c:pt>
                <c:pt idx="17867">
                  <c:v>4.9565700000000001</c:v>
                </c:pt>
                <c:pt idx="17868">
                  <c:v>4.9568700000000003</c:v>
                </c:pt>
                <c:pt idx="17869">
                  <c:v>4.9571800000000001</c:v>
                </c:pt>
                <c:pt idx="17870">
                  <c:v>4.95749</c:v>
                </c:pt>
                <c:pt idx="17871">
                  <c:v>4.9577900000000001</c:v>
                </c:pt>
                <c:pt idx="17872">
                  <c:v>4.9581</c:v>
                </c:pt>
                <c:pt idx="17873">
                  <c:v>4.9584000000000001</c:v>
                </c:pt>
                <c:pt idx="17874">
                  <c:v>4.95871</c:v>
                </c:pt>
                <c:pt idx="17875">
                  <c:v>4.9590100000000001</c:v>
                </c:pt>
                <c:pt idx="17876">
                  <c:v>4.95932</c:v>
                </c:pt>
                <c:pt idx="17877">
                  <c:v>4.9596200000000001</c:v>
                </c:pt>
                <c:pt idx="17878">
                  <c:v>4.9599299999999999</c:v>
                </c:pt>
                <c:pt idx="17879">
                  <c:v>4.9602300000000001</c:v>
                </c:pt>
                <c:pt idx="17880">
                  <c:v>4.9605399999999999</c:v>
                </c:pt>
                <c:pt idx="17881">
                  <c:v>4.9608400000000001</c:v>
                </c:pt>
                <c:pt idx="17882">
                  <c:v>4.9611499999999999</c:v>
                </c:pt>
                <c:pt idx="17883">
                  <c:v>4.9614599999999998</c:v>
                </c:pt>
                <c:pt idx="17884">
                  <c:v>4.9617599999999999</c:v>
                </c:pt>
                <c:pt idx="17885">
                  <c:v>4.9620699999999998</c:v>
                </c:pt>
                <c:pt idx="17886">
                  <c:v>4.9623699999999999</c:v>
                </c:pt>
                <c:pt idx="17887">
                  <c:v>4.9626799999999998</c:v>
                </c:pt>
                <c:pt idx="17888">
                  <c:v>4.9629799999999999</c:v>
                </c:pt>
                <c:pt idx="17889">
                  <c:v>4.9632899999999998</c:v>
                </c:pt>
                <c:pt idx="17890">
                  <c:v>4.9635899999999999</c:v>
                </c:pt>
                <c:pt idx="17891">
                  <c:v>4.9638999999999998</c:v>
                </c:pt>
                <c:pt idx="17892">
                  <c:v>4.9641999999999999</c:v>
                </c:pt>
                <c:pt idx="17893">
                  <c:v>4.9645099999999998</c:v>
                </c:pt>
                <c:pt idx="17894">
                  <c:v>4.9648099999999999</c:v>
                </c:pt>
                <c:pt idx="17895">
                  <c:v>4.9651199999999998</c:v>
                </c:pt>
                <c:pt idx="17896">
                  <c:v>4.9654299999999996</c:v>
                </c:pt>
                <c:pt idx="17897">
                  <c:v>4.9657299999999998</c:v>
                </c:pt>
                <c:pt idx="17898">
                  <c:v>4.9660399999999996</c:v>
                </c:pt>
                <c:pt idx="17899">
                  <c:v>4.9663399999999998</c:v>
                </c:pt>
                <c:pt idx="17900">
                  <c:v>4.9666499999999996</c:v>
                </c:pt>
                <c:pt idx="17901">
                  <c:v>4.9669499999999998</c:v>
                </c:pt>
                <c:pt idx="17902">
                  <c:v>4.9672599999999996</c:v>
                </c:pt>
                <c:pt idx="17903">
                  <c:v>4.9675599999999998</c:v>
                </c:pt>
                <c:pt idx="17904">
                  <c:v>4.9678699999999996</c:v>
                </c:pt>
                <c:pt idx="17905">
                  <c:v>4.9681699999999998</c:v>
                </c:pt>
                <c:pt idx="17906">
                  <c:v>4.9684799999999996</c:v>
                </c:pt>
                <c:pt idx="17907">
                  <c:v>4.9687799999999998</c:v>
                </c:pt>
                <c:pt idx="17908">
                  <c:v>4.9690899999999996</c:v>
                </c:pt>
                <c:pt idx="17909">
                  <c:v>4.9694000000000003</c:v>
                </c:pt>
                <c:pt idx="17910">
                  <c:v>4.9696999999999996</c:v>
                </c:pt>
                <c:pt idx="17911">
                  <c:v>4.9700100000000003</c:v>
                </c:pt>
                <c:pt idx="17912">
                  <c:v>4.9703099999999996</c:v>
                </c:pt>
                <c:pt idx="17913">
                  <c:v>4.9706200000000003</c:v>
                </c:pt>
                <c:pt idx="17914">
                  <c:v>4.9709199999999996</c:v>
                </c:pt>
                <c:pt idx="17915">
                  <c:v>4.9712300000000003</c:v>
                </c:pt>
                <c:pt idx="17916">
                  <c:v>4.9715299999999996</c:v>
                </c:pt>
                <c:pt idx="17917">
                  <c:v>4.9718400000000003</c:v>
                </c:pt>
                <c:pt idx="17918">
                  <c:v>4.9721399999999996</c:v>
                </c:pt>
                <c:pt idx="17919">
                  <c:v>4.9724500000000003</c:v>
                </c:pt>
                <c:pt idx="17920">
                  <c:v>4.9727499999999996</c:v>
                </c:pt>
                <c:pt idx="17921">
                  <c:v>4.9730600000000003</c:v>
                </c:pt>
                <c:pt idx="17922">
                  <c:v>4.9733700000000001</c:v>
                </c:pt>
                <c:pt idx="17923">
                  <c:v>4.9736700000000003</c:v>
                </c:pt>
                <c:pt idx="17924">
                  <c:v>4.9739800000000001</c:v>
                </c:pt>
                <c:pt idx="17925">
                  <c:v>4.9742800000000003</c:v>
                </c:pt>
                <c:pt idx="17926">
                  <c:v>4.9745900000000001</c:v>
                </c:pt>
                <c:pt idx="17927">
                  <c:v>4.9748900000000003</c:v>
                </c:pt>
                <c:pt idx="17928">
                  <c:v>4.9752000000000001</c:v>
                </c:pt>
                <c:pt idx="17929">
                  <c:v>4.9755000000000003</c:v>
                </c:pt>
                <c:pt idx="17930">
                  <c:v>4.9758100000000001</c:v>
                </c:pt>
                <c:pt idx="17931">
                  <c:v>4.9761100000000003</c:v>
                </c:pt>
                <c:pt idx="17932">
                  <c:v>4.9764200000000001</c:v>
                </c:pt>
                <c:pt idx="17933">
                  <c:v>4.9767299999999999</c:v>
                </c:pt>
                <c:pt idx="17934">
                  <c:v>4.9770300000000001</c:v>
                </c:pt>
                <c:pt idx="17935">
                  <c:v>4.9773399999999999</c:v>
                </c:pt>
                <c:pt idx="17936">
                  <c:v>4.9776400000000001</c:v>
                </c:pt>
                <c:pt idx="17937">
                  <c:v>4.9779499999999999</c:v>
                </c:pt>
                <c:pt idx="17938">
                  <c:v>4.9782500000000001</c:v>
                </c:pt>
                <c:pt idx="17939">
                  <c:v>4.9785599999999999</c:v>
                </c:pt>
                <c:pt idx="17940">
                  <c:v>4.9788600000000001</c:v>
                </c:pt>
                <c:pt idx="17941">
                  <c:v>4.9791699999999999</c:v>
                </c:pt>
                <c:pt idx="17942">
                  <c:v>4.9794700000000001</c:v>
                </c:pt>
                <c:pt idx="17943">
                  <c:v>4.9797799999999999</c:v>
                </c:pt>
                <c:pt idx="17944">
                  <c:v>4.9800800000000001</c:v>
                </c:pt>
                <c:pt idx="17945">
                  <c:v>4.9803899999999999</c:v>
                </c:pt>
                <c:pt idx="17946">
                  <c:v>4.9806999999999997</c:v>
                </c:pt>
                <c:pt idx="17947">
                  <c:v>4.9809999999999999</c:v>
                </c:pt>
                <c:pt idx="17948">
                  <c:v>4.9813099999999997</c:v>
                </c:pt>
                <c:pt idx="17949">
                  <c:v>4.9816099999999999</c:v>
                </c:pt>
                <c:pt idx="17950">
                  <c:v>4.9819199999999997</c:v>
                </c:pt>
                <c:pt idx="17951">
                  <c:v>4.9822199999999999</c:v>
                </c:pt>
                <c:pt idx="17952">
                  <c:v>4.9825299999999997</c:v>
                </c:pt>
                <c:pt idx="17953">
                  <c:v>4.9828299999999999</c:v>
                </c:pt>
                <c:pt idx="17954">
                  <c:v>4.9831399999999997</c:v>
                </c:pt>
                <c:pt idx="17955">
                  <c:v>4.9834399999999999</c:v>
                </c:pt>
                <c:pt idx="17956">
                  <c:v>4.9837499999999997</c:v>
                </c:pt>
                <c:pt idx="17957">
                  <c:v>4.9840499999999999</c:v>
                </c:pt>
                <c:pt idx="17958">
                  <c:v>4.9843599999999997</c:v>
                </c:pt>
                <c:pt idx="17959">
                  <c:v>4.9846700000000004</c:v>
                </c:pt>
                <c:pt idx="17960">
                  <c:v>4.9849699999999997</c:v>
                </c:pt>
                <c:pt idx="17961">
                  <c:v>4.9852800000000004</c:v>
                </c:pt>
                <c:pt idx="17962">
                  <c:v>4.9855799999999997</c:v>
                </c:pt>
                <c:pt idx="17963">
                  <c:v>4.9858900000000004</c:v>
                </c:pt>
                <c:pt idx="17964">
                  <c:v>4.9861899999999997</c:v>
                </c:pt>
                <c:pt idx="17965">
                  <c:v>4.9865000000000004</c:v>
                </c:pt>
                <c:pt idx="17966">
                  <c:v>4.9867999999999997</c:v>
                </c:pt>
                <c:pt idx="17967">
                  <c:v>4.9871100000000004</c:v>
                </c:pt>
                <c:pt idx="17968">
                  <c:v>4.9874099999999997</c:v>
                </c:pt>
                <c:pt idx="17969">
                  <c:v>4.9877200000000004</c:v>
                </c:pt>
                <c:pt idx="17970">
                  <c:v>4.9880199999999997</c:v>
                </c:pt>
                <c:pt idx="17971">
                  <c:v>4.9883300000000004</c:v>
                </c:pt>
                <c:pt idx="17972">
                  <c:v>4.9886400000000002</c:v>
                </c:pt>
                <c:pt idx="17973">
                  <c:v>4.9889400000000004</c:v>
                </c:pt>
                <c:pt idx="17974">
                  <c:v>4.9892500000000002</c:v>
                </c:pt>
                <c:pt idx="17975">
                  <c:v>4.9895500000000004</c:v>
                </c:pt>
                <c:pt idx="17976">
                  <c:v>4.9898600000000002</c:v>
                </c:pt>
                <c:pt idx="17977">
                  <c:v>4.9901600000000004</c:v>
                </c:pt>
                <c:pt idx="17978">
                  <c:v>4.9904700000000002</c:v>
                </c:pt>
                <c:pt idx="17979">
                  <c:v>4.9907700000000004</c:v>
                </c:pt>
                <c:pt idx="17980">
                  <c:v>4.9910800000000002</c:v>
                </c:pt>
                <c:pt idx="17981">
                  <c:v>4.9913800000000004</c:v>
                </c:pt>
                <c:pt idx="17982">
                  <c:v>4.9916900000000002</c:v>
                </c:pt>
                <c:pt idx="17983">
                  <c:v>4.9919900000000004</c:v>
                </c:pt>
                <c:pt idx="17984">
                  <c:v>4.9923000000000002</c:v>
                </c:pt>
                <c:pt idx="17985">
                  <c:v>4.99261</c:v>
                </c:pt>
                <c:pt idx="17986">
                  <c:v>4.9929100000000002</c:v>
                </c:pt>
                <c:pt idx="17987">
                  <c:v>4.99322</c:v>
                </c:pt>
                <c:pt idx="17988">
                  <c:v>4.9935200000000002</c:v>
                </c:pt>
                <c:pt idx="17989">
                  <c:v>4.99383</c:v>
                </c:pt>
                <c:pt idx="17990">
                  <c:v>4.9941300000000002</c:v>
                </c:pt>
                <c:pt idx="17991">
                  <c:v>4.99444</c:v>
                </c:pt>
                <c:pt idx="17992">
                  <c:v>4.9947400000000002</c:v>
                </c:pt>
                <c:pt idx="17993">
                  <c:v>4.99505</c:v>
                </c:pt>
                <c:pt idx="17994">
                  <c:v>4.9953500000000002</c:v>
                </c:pt>
                <c:pt idx="17995">
                  <c:v>4.99566</c:v>
                </c:pt>
                <c:pt idx="17996">
                  <c:v>4.9959699999999998</c:v>
                </c:pt>
                <c:pt idx="17997">
                  <c:v>4.99627</c:v>
                </c:pt>
                <c:pt idx="17998">
                  <c:v>4.9965799999999998</c:v>
                </c:pt>
                <c:pt idx="17999">
                  <c:v>4.99688</c:v>
                </c:pt>
                <c:pt idx="18000">
                  <c:v>4.9971899999999998</c:v>
                </c:pt>
                <c:pt idx="18001">
                  <c:v>4.99749</c:v>
                </c:pt>
                <c:pt idx="18002">
                  <c:v>4.9977999999999998</c:v>
                </c:pt>
                <c:pt idx="18003">
                  <c:v>4.9981</c:v>
                </c:pt>
                <c:pt idx="18004">
                  <c:v>4.9984099999999998</c:v>
                </c:pt>
                <c:pt idx="18005">
                  <c:v>4.99871</c:v>
                </c:pt>
                <c:pt idx="18006">
                  <c:v>4.9990199999999998</c:v>
                </c:pt>
                <c:pt idx="18007">
                  <c:v>4.99932</c:v>
                </c:pt>
                <c:pt idx="18008">
                  <c:v>4.9996299999999998</c:v>
                </c:pt>
                <c:pt idx="18009">
                  <c:v>4.9999399999999996</c:v>
                </c:pt>
                <c:pt idx="18010">
                  <c:v>5.0002399999999998</c:v>
                </c:pt>
                <c:pt idx="18011">
                  <c:v>5.0005499999999996</c:v>
                </c:pt>
                <c:pt idx="18012">
                  <c:v>5.0008499999999998</c:v>
                </c:pt>
                <c:pt idx="18013">
                  <c:v>5.0011599999999996</c:v>
                </c:pt>
                <c:pt idx="18014">
                  <c:v>5.0014599999999998</c:v>
                </c:pt>
                <c:pt idx="18015">
                  <c:v>5.0017699999999996</c:v>
                </c:pt>
                <c:pt idx="18016">
                  <c:v>5.0020699999999998</c:v>
                </c:pt>
                <c:pt idx="18017">
                  <c:v>5.0023799999999996</c:v>
                </c:pt>
                <c:pt idx="18018">
                  <c:v>5.0026799999999998</c:v>
                </c:pt>
                <c:pt idx="18019">
                  <c:v>5.0029899999999996</c:v>
                </c:pt>
                <c:pt idx="18020">
                  <c:v>5.0032899999999998</c:v>
                </c:pt>
                <c:pt idx="18021">
                  <c:v>5.0035999999999996</c:v>
                </c:pt>
                <c:pt idx="18022">
                  <c:v>5.0039100000000003</c:v>
                </c:pt>
                <c:pt idx="18023">
                  <c:v>5.0042099999999996</c:v>
                </c:pt>
                <c:pt idx="18024">
                  <c:v>5.0045200000000003</c:v>
                </c:pt>
                <c:pt idx="18025">
                  <c:v>5.0048199999999996</c:v>
                </c:pt>
                <c:pt idx="18026">
                  <c:v>5.0051300000000003</c:v>
                </c:pt>
                <c:pt idx="18027">
                  <c:v>5.0054299999999996</c:v>
                </c:pt>
                <c:pt idx="18028">
                  <c:v>5.0057400000000003</c:v>
                </c:pt>
                <c:pt idx="18029">
                  <c:v>5.0060399999999996</c:v>
                </c:pt>
                <c:pt idx="18030">
                  <c:v>5.0063500000000003</c:v>
                </c:pt>
                <c:pt idx="18031">
                  <c:v>5.0066499999999996</c:v>
                </c:pt>
                <c:pt idx="18032">
                  <c:v>5.0069600000000003</c:v>
                </c:pt>
                <c:pt idx="18033">
                  <c:v>5.0072599999999996</c:v>
                </c:pt>
                <c:pt idx="18034">
                  <c:v>5.0075700000000003</c:v>
                </c:pt>
                <c:pt idx="18035">
                  <c:v>5.0078800000000001</c:v>
                </c:pt>
                <c:pt idx="18036">
                  <c:v>5.0081800000000003</c:v>
                </c:pt>
                <c:pt idx="18037">
                  <c:v>5.0084900000000001</c:v>
                </c:pt>
                <c:pt idx="18038">
                  <c:v>5.0087900000000003</c:v>
                </c:pt>
                <c:pt idx="18039">
                  <c:v>5.0091000000000001</c:v>
                </c:pt>
                <c:pt idx="18040">
                  <c:v>5.0094000000000003</c:v>
                </c:pt>
                <c:pt idx="18041">
                  <c:v>5.0097100000000001</c:v>
                </c:pt>
                <c:pt idx="18042">
                  <c:v>5.0100100000000003</c:v>
                </c:pt>
                <c:pt idx="18043">
                  <c:v>5.0103200000000001</c:v>
                </c:pt>
                <c:pt idx="18044">
                  <c:v>5.0106200000000003</c:v>
                </c:pt>
                <c:pt idx="18045">
                  <c:v>5.0109300000000001</c:v>
                </c:pt>
                <c:pt idx="18046">
                  <c:v>5.0112300000000003</c:v>
                </c:pt>
                <c:pt idx="18047">
                  <c:v>5.0115400000000001</c:v>
                </c:pt>
                <c:pt idx="18048">
                  <c:v>5.0118499999999999</c:v>
                </c:pt>
                <c:pt idx="18049">
                  <c:v>5.0121500000000001</c:v>
                </c:pt>
                <c:pt idx="18050">
                  <c:v>5.0124599999999999</c:v>
                </c:pt>
                <c:pt idx="18051">
                  <c:v>5.0127600000000001</c:v>
                </c:pt>
                <c:pt idx="18052">
                  <c:v>5.0130699999999999</c:v>
                </c:pt>
                <c:pt idx="18053">
                  <c:v>5.0133700000000001</c:v>
                </c:pt>
                <c:pt idx="18054">
                  <c:v>5.0136799999999999</c:v>
                </c:pt>
                <c:pt idx="18055">
                  <c:v>5.0139800000000001</c:v>
                </c:pt>
                <c:pt idx="18056">
                  <c:v>5.0142899999999999</c:v>
                </c:pt>
                <c:pt idx="18057">
                  <c:v>5.0145900000000001</c:v>
                </c:pt>
                <c:pt idx="18058">
                  <c:v>5.0148999999999999</c:v>
                </c:pt>
                <c:pt idx="18059">
                  <c:v>5.0152099999999997</c:v>
                </c:pt>
                <c:pt idx="18060">
                  <c:v>5.0155099999999999</c:v>
                </c:pt>
                <c:pt idx="18061">
                  <c:v>5.0158199999999997</c:v>
                </c:pt>
                <c:pt idx="18062">
                  <c:v>5.0161199999999999</c:v>
                </c:pt>
                <c:pt idx="18063">
                  <c:v>5.0164299999999997</c:v>
                </c:pt>
                <c:pt idx="18064">
                  <c:v>5.0167299999999999</c:v>
                </c:pt>
                <c:pt idx="18065">
                  <c:v>5.0170399999999997</c:v>
                </c:pt>
                <c:pt idx="18066">
                  <c:v>5.0173399999999999</c:v>
                </c:pt>
                <c:pt idx="18067">
                  <c:v>5.0176499999999997</c:v>
                </c:pt>
                <c:pt idx="18068">
                  <c:v>5.0179499999999999</c:v>
                </c:pt>
                <c:pt idx="18069">
                  <c:v>5.0182599999999997</c:v>
                </c:pt>
                <c:pt idx="18070">
                  <c:v>5.0185599999999999</c:v>
                </c:pt>
                <c:pt idx="18071">
                  <c:v>5.0188699999999997</c:v>
                </c:pt>
                <c:pt idx="18072">
                  <c:v>5.0191800000000004</c:v>
                </c:pt>
                <c:pt idx="18073">
                  <c:v>5.0194799999999997</c:v>
                </c:pt>
                <c:pt idx="18074">
                  <c:v>5.0197900000000004</c:v>
                </c:pt>
                <c:pt idx="18075">
                  <c:v>5.0200899999999997</c:v>
                </c:pt>
                <c:pt idx="18076">
                  <c:v>5.0204000000000004</c:v>
                </c:pt>
                <c:pt idx="18077">
                  <c:v>5.0206999999999997</c:v>
                </c:pt>
                <c:pt idx="18078">
                  <c:v>5.0210100000000004</c:v>
                </c:pt>
                <c:pt idx="18079">
                  <c:v>5.0213099999999997</c:v>
                </c:pt>
                <c:pt idx="18080">
                  <c:v>5.0216200000000004</c:v>
                </c:pt>
                <c:pt idx="18081">
                  <c:v>5.0219199999999997</c:v>
                </c:pt>
                <c:pt idx="18082">
                  <c:v>5.0222300000000004</c:v>
                </c:pt>
                <c:pt idx="18083">
                  <c:v>5.0225299999999997</c:v>
                </c:pt>
                <c:pt idx="18084">
                  <c:v>5.0228400000000004</c:v>
                </c:pt>
                <c:pt idx="18085">
                  <c:v>5.0231500000000002</c:v>
                </c:pt>
                <c:pt idx="18086">
                  <c:v>5.0234500000000004</c:v>
                </c:pt>
                <c:pt idx="18087">
                  <c:v>5.0237600000000002</c:v>
                </c:pt>
                <c:pt idx="18088">
                  <c:v>5.0240600000000004</c:v>
                </c:pt>
                <c:pt idx="18089">
                  <c:v>5.0243700000000002</c:v>
                </c:pt>
                <c:pt idx="18090">
                  <c:v>5.0246700000000004</c:v>
                </c:pt>
                <c:pt idx="18091">
                  <c:v>5.0249800000000002</c:v>
                </c:pt>
                <c:pt idx="18092">
                  <c:v>5.0252800000000004</c:v>
                </c:pt>
                <c:pt idx="18093">
                  <c:v>5.0255900000000002</c:v>
                </c:pt>
                <c:pt idx="18094">
                  <c:v>5.0258900000000004</c:v>
                </c:pt>
                <c:pt idx="18095">
                  <c:v>5.0262000000000002</c:v>
                </c:pt>
                <c:pt idx="18096">
                  <c:v>5.0265000000000004</c:v>
                </c:pt>
                <c:pt idx="18097">
                  <c:v>5.0268100000000002</c:v>
                </c:pt>
                <c:pt idx="18098">
                  <c:v>5.02712</c:v>
                </c:pt>
                <c:pt idx="18099">
                  <c:v>5.0274200000000002</c:v>
                </c:pt>
                <c:pt idx="18100">
                  <c:v>5.02773</c:v>
                </c:pt>
                <c:pt idx="18101">
                  <c:v>5.0280300000000002</c:v>
                </c:pt>
                <c:pt idx="18102">
                  <c:v>5.02834</c:v>
                </c:pt>
                <c:pt idx="18103">
                  <c:v>5.0286400000000002</c:v>
                </c:pt>
                <c:pt idx="18104">
                  <c:v>5.02895</c:v>
                </c:pt>
                <c:pt idx="18105">
                  <c:v>5.0292500000000002</c:v>
                </c:pt>
                <c:pt idx="18106">
                  <c:v>5.02956</c:v>
                </c:pt>
                <c:pt idx="18107">
                  <c:v>5.0298600000000002</c:v>
                </c:pt>
                <c:pt idx="18108">
                  <c:v>5.03017</c:v>
                </c:pt>
                <c:pt idx="18109">
                  <c:v>5.0304799999999998</c:v>
                </c:pt>
                <c:pt idx="18110">
                  <c:v>5.03078</c:v>
                </c:pt>
                <c:pt idx="18111">
                  <c:v>5.0310899999999998</c:v>
                </c:pt>
                <c:pt idx="18112">
                  <c:v>5.03139</c:v>
                </c:pt>
                <c:pt idx="18113">
                  <c:v>5.0316999999999998</c:v>
                </c:pt>
                <c:pt idx="18114">
                  <c:v>5.032</c:v>
                </c:pt>
                <c:pt idx="18115">
                  <c:v>5.0323099999999998</c:v>
                </c:pt>
                <c:pt idx="18116">
                  <c:v>5.03261</c:v>
                </c:pt>
                <c:pt idx="18117">
                  <c:v>5.0329199999999998</c:v>
                </c:pt>
                <c:pt idx="18118">
                  <c:v>5.03322</c:v>
                </c:pt>
                <c:pt idx="18119">
                  <c:v>5.0335299999999998</c:v>
                </c:pt>
                <c:pt idx="18120">
                  <c:v>5.03383</c:v>
                </c:pt>
                <c:pt idx="18121">
                  <c:v>5.0341399999999998</c:v>
                </c:pt>
                <c:pt idx="18122">
                  <c:v>5.0344499999999996</c:v>
                </c:pt>
                <c:pt idx="18123">
                  <c:v>5.0347499999999998</c:v>
                </c:pt>
                <c:pt idx="18124">
                  <c:v>5.0350599999999996</c:v>
                </c:pt>
                <c:pt idx="18125">
                  <c:v>5.0353599999999998</c:v>
                </c:pt>
                <c:pt idx="18126">
                  <c:v>5.0356699999999996</c:v>
                </c:pt>
                <c:pt idx="18127">
                  <c:v>5.0359699999999998</c:v>
                </c:pt>
                <c:pt idx="18128">
                  <c:v>5.0362799999999996</c:v>
                </c:pt>
                <c:pt idx="18129">
                  <c:v>5.0365799999999998</c:v>
                </c:pt>
                <c:pt idx="18130">
                  <c:v>5.0368899999999996</c:v>
                </c:pt>
                <c:pt idx="18131">
                  <c:v>5.0371899999999998</c:v>
                </c:pt>
                <c:pt idx="18132">
                  <c:v>5.0374999999999996</c:v>
                </c:pt>
                <c:pt idx="18133">
                  <c:v>5.0377999999999998</c:v>
                </c:pt>
                <c:pt idx="18134">
                  <c:v>5.0381099999999996</c:v>
                </c:pt>
                <c:pt idx="18135">
                  <c:v>5.0384200000000003</c:v>
                </c:pt>
                <c:pt idx="18136">
                  <c:v>5.0387199999999996</c:v>
                </c:pt>
                <c:pt idx="18137">
                  <c:v>5.0390300000000003</c:v>
                </c:pt>
                <c:pt idx="18138">
                  <c:v>5.0393299999999996</c:v>
                </c:pt>
                <c:pt idx="18139">
                  <c:v>5.0396400000000003</c:v>
                </c:pt>
                <c:pt idx="18140">
                  <c:v>5.0399399999999996</c:v>
                </c:pt>
                <c:pt idx="18141">
                  <c:v>5.0402500000000003</c:v>
                </c:pt>
                <c:pt idx="18142">
                  <c:v>5.0405499999999996</c:v>
                </c:pt>
                <c:pt idx="18143">
                  <c:v>5.0408600000000003</c:v>
                </c:pt>
                <c:pt idx="18144">
                  <c:v>5.0411599999999996</c:v>
                </c:pt>
                <c:pt idx="18145">
                  <c:v>5.0414700000000003</c:v>
                </c:pt>
                <c:pt idx="18146">
                  <c:v>5.0417699999999996</c:v>
                </c:pt>
                <c:pt idx="18147">
                  <c:v>5.0420800000000003</c:v>
                </c:pt>
                <c:pt idx="18148">
                  <c:v>5.0423900000000001</c:v>
                </c:pt>
                <c:pt idx="18149">
                  <c:v>5.0426900000000003</c:v>
                </c:pt>
                <c:pt idx="18150">
                  <c:v>5.0430000000000001</c:v>
                </c:pt>
                <c:pt idx="18151">
                  <c:v>5.0433000000000003</c:v>
                </c:pt>
                <c:pt idx="18152">
                  <c:v>5.0436100000000001</c:v>
                </c:pt>
                <c:pt idx="18153">
                  <c:v>5.0439100000000003</c:v>
                </c:pt>
                <c:pt idx="18154">
                  <c:v>5.0442200000000001</c:v>
                </c:pt>
                <c:pt idx="18155">
                  <c:v>5.0445200000000003</c:v>
                </c:pt>
                <c:pt idx="18156">
                  <c:v>5.0448300000000001</c:v>
                </c:pt>
                <c:pt idx="18157">
                  <c:v>5.0451300000000003</c:v>
                </c:pt>
                <c:pt idx="18158">
                  <c:v>5.0454400000000001</c:v>
                </c:pt>
                <c:pt idx="18159">
                  <c:v>5.0457400000000003</c:v>
                </c:pt>
                <c:pt idx="18160">
                  <c:v>5.0460500000000001</c:v>
                </c:pt>
                <c:pt idx="18161">
                  <c:v>5.04636</c:v>
                </c:pt>
                <c:pt idx="18162">
                  <c:v>5.0466600000000001</c:v>
                </c:pt>
                <c:pt idx="18163">
                  <c:v>5.04697</c:v>
                </c:pt>
                <c:pt idx="18164">
                  <c:v>5.0472700000000001</c:v>
                </c:pt>
                <c:pt idx="18165">
                  <c:v>5.04758</c:v>
                </c:pt>
                <c:pt idx="18166">
                  <c:v>5.0478800000000001</c:v>
                </c:pt>
                <c:pt idx="18167">
                  <c:v>5.04819</c:v>
                </c:pt>
                <c:pt idx="18168">
                  <c:v>5.0484900000000001</c:v>
                </c:pt>
                <c:pt idx="18169">
                  <c:v>5.0488</c:v>
                </c:pt>
                <c:pt idx="18170">
                  <c:v>5.0491000000000001</c:v>
                </c:pt>
                <c:pt idx="18171">
                  <c:v>5.04941</c:v>
                </c:pt>
                <c:pt idx="18172">
                  <c:v>5.0497199999999998</c:v>
                </c:pt>
                <c:pt idx="18173">
                  <c:v>5.05002</c:v>
                </c:pt>
                <c:pt idx="18174">
                  <c:v>5.0503299999999998</c:v>
                </c:pt>
                <c:pt idx="18175">
                  <c:v>5.05063</c:v>
                </c:pt>
                <c:pt idx="18176">
                  <c:v>5.0509399999999998</c:v>
                </c:pt>
                <c:pt idx="18177">
                  <c:v>5.05124</c:v>
                </c:pt>
                <c:pt idx="18178">
                  <c:v>5.0515499999999998</c:v>
                </c:pt>
                <c:pt idx="18179">
                  <c:v>5.05185</c:v>
                </c:pt>
                <c:pt idx="18180">
                  <c:v>5.0521599999999998</c:v>
                </c:pt>
                <c:pt idx="18181">
                  <c:v>5.05246</c:v>
                </c:pt>
                <c:pt idx="18182">
                  <c:v>5.0527699999999998</c:v>
                </c:pt>
                <c:pt idx="18183">
                  <c:v>5.05307</c:v>
                </c:pt>
                <c:pt idx="18184">
                  <c:v>5.0533799999999998</c:v>
                </c:pt>
                <c:pt idx="18185">
                  <c:v>5.0536899999999996</c:v>
                </c:pt>
                <c:pt idx="18186">
                  <c:v>5.0539899999999998</c:v>
                </c:pt>
                <c:pt idx="18187">
                  <c:v>5.0542999999999996</c:v>
                </c:pt>
                <c:pt idx="18188">
                  <c:v>5.0545999999999998</c:v>
                </c:pt>
                <c:pt idx="18189">
                  <c:v>5.0549099999999996</c:v>
                </c:pt>
                <c:pt idx="18190">
                  <c:v>5.0552099999999998</c:v>
                </c:pt>
                <c:pt idx="18191">
                  <c:v>5.0555199999999996</c:v>
                </c:pt>
                <c:pt idx="18192">
                  <c:v>5.0558199999999998</c:v>
                </c:pt>
                <c:pt idx="18193">
                  <c:v>5.0561299999999996</c:v>
                </c:pt>
                <c:pt idx="18194">
                  <c:v>5.0564299999999998</c:v>
                </c:pt>
                <c:pt idx="18195">
                  <c:v>5.0567399999999996</c:v>
                </c:pt>
                <c:pt idx="18196">
                  <c:v>5.0570399999999998</c:v>
                </c:pt>
                <c:pt idx="18197">
                  <c:v>5.0573499999999996</c:v>
                </c:pt>
                <c:pt idx="18198">
                  <c:v>5.0576600000000003</c:v>
                </c:pt>
                <c:pt idx="18199">
                  <c:v>5.0579599999999996</c:v>
                </c:pt>
                <c:pt idx="18200">
                  <c:v>5.0582700000000003</c:v>
                </c:pt>
                <c:pt idx="18201">
                  <c:v>5.0585699999999996</c:v>
                </c:pt>
                <c:pt idx="18202">
                  <c:v>5.0588800000000003</c:v>
                </c:pt>
                <c:pt idx="18203">
                  <c:v>5.0591799999999996</c:v>
                </c:pt>
                <c:pt idx="18204">
                  <c:v>5.0594900000000003</c:v>
                </c:pt>
                <c:pt idx="18205">
                  <c:v>5.0597899999999996</c:v>
                </c:pt>
                <c:pt idx="18206">
                  <c:v>5.0601000000000003</c:v>
                </c:pt>
                <c:pt idx="18207">
                  <c:v>5.0603999999999996</c:v>
                </c:pt>
                <c:pt idx="18208">
                  <c:v>5.0607100000000003</c:v>
                </c:pt>
                <c:pt idx="18209">
                  <c:v>5.0610099999999996</c:v>
                </c:pt>
                <c:pt idx="18210">
                  <c:v>5.0613200000000003</c:v>
                </c:pt>
                <c:pt idx="18211">
                  <c:v>5.0616300000000001</c:v>
                </c:pt>
                <c:pt idx="18212">
                  <c:v>5.0619300000000003</c:v>
                </c:pt>
                <c:pt idx="18213">
                  <c:v>5.0622400000000001</c:v>
                </c:pt>
                <c:pt idx="18214">
                  <c:v>5.0625400000000003</c:v>
                </c:pt>
                <c:pt idx="18215">
                  <c:v>5.0628500000000001</c:v>
                </c:pt>
                <c:pt idx="18216">
                  <c:v>5.0631500000000003</c:v>
                </c:pt>
                <c:pt idx="18217">
                  <c:v>5.0634600000000001</c:v>
                </c:pt>
                <c:pt idx="18218">
                  <c:v>5.0637600000000003</c:v>
                </c:pt>
                <c:pt idx="18219">
                  <c:v>5.0640700000000001</c:v>
                </c:pt>
                <c:pt idx="18220">
                  <c:v>5.0643700000000003</c:v>
                </c:pt>
                <c:pt idx="18221">
                  <c:v>5.0646800000000001</c:v>
                </c:pt>
                <c:pt idx="18222">
                  <c:v>5.0649800000000003</c:v>
                </c:pt>
                <c:pt idx="18223">
                  <c:v>5.0652900000000001</c:v>
                </c:pt>
                <c:pt idx="18224">
                  <c:v>5.0655999999999999</c:v>
                </c:pt>
                <c:pt idx="18225">
                  <c:v>5.0659000000000001</c:v>
                </c:pt>
                <c:pt idx="18226">
                  <c:v>5.0662099999999999</c:v>
                </c:pt>
                <c:pt idx="18227">
                  <c:v>5.0665100000000001</c:v>
                </c:pt>
                <c:pt idx="18228">
                  <c:v>5.0668199999999999</c:v>
                </c:pt>
                <c:pt idx="18229">
                  <c:v>5.0671200000000001</c:v>
                </c:pt>
                <c:pt idx="18230">
                  <c:v>5.0674299999999999</c:v>
                </c:pt>
                <c:pt idx="18231">
                  <c:v>5.0677300000000001</c:v>
                </c:pt>
                <c:pt idx="18232">
                  <c:v>5.0680399999999999</c:v>
                </c:pt>
                <c:pt idx="18233">
                  <c:v>5.0683400000000001</c:v>
                </c:pt>
                <c:pt idx="18234">
                  <c:v>5.0686499999999999</c:v>
                </c:pt>
                <c:pt idx="18235">
                  <c:v>5.0689599999999997</c:v>
                </c:pt>
                <c:pt idx="18236">
                  <c:v>5.0692599999999999</c:v>
                </c:pt>
                <c:pt idx="18237">
                  <c:v>5.0695699999999997</c:v>
                </c:pt>
                <c:pt idx="18238">
                  <c:v>5.0698699999999999</c:v>
                </c:pt>
                <c:pt idx="18239">
                  <c:v>5.0701799999999997</c:v>
                </c:pt>
                <c:pt idx="18240">
                  <c:v>5.0704799999999999</c:v>
                </c:pt>
                <c:pt idx="18241">
                  <c:v>5.0707899999999997</c:v>
                </c:pt>
                <c:pt idx="18242">
                  <c:v>5.0710899999999999</c:v>
                </c:pt>
                <c:pt idx="18243">
                  <c:v>5.0713999999999997</c:v>
                </c:pt>
                <c:pt idx="18244">
                  <c:v>5.0716999999999999</c:v>
                </c:pt>
                <c:pt idx="18245">
                  <c:v>5.0720099999999997</c:v>
                </c:pt>
                <c:pt idx="18246">
                  <c:v>5.0723099999999999</c:v>
                </c:pt>
                <c:pt idx="18247">
                  <c:v>5.0726199999999997</c:v>
                </c:pt>
                <c:pt idx="18248">
                  <c:v>5.0729300000000004</c:v>
                </c:pt>
                <c:pt idx="18249">
                  <c:v>5.0732299999999997</c:v>
                </c:pt>
                <c:pt idx="18250">
                  <c:v>5.0735400000000004</c:v>
                </c:pt>
                <c:pt idx="18251">
                  <c:v>5.0738399999999997</c:v>
                </c:pt>
                <c:pt idx="18252">
                  <c:v>5.0741500000000004</c:v>
                </c:pt>
                <c:pt idx="18253">
                  <c:v>5.0744499999999997</c:v>
                </c:pt>
                <c:pt idx="18254">
                  <c:v>5.0747600000000004</c:v>
                </c:pt>
                <c:pt idx="18255">
                  <c:v>5.0750599999999997</c:v>
                </c:pt>
                <c:pt idx="18256">
                  <c:v>5.0753700000000004</c:v>
                </c:pt>
                <c:pt idx="18257">
                  <c:v>5.0756699999999997</c:v>
                </c:pt>
                <c:pt idx="18258">
                  <c:v>5.0759800000000004</c:v>
                </c:pt>
                <c:pt idx="18259">
                  <c:v>5.0762799999999997</c:v>
                </c:pt>
                <c:pt idx="18260">
                  <c:v>5.0765900000000004</c:v>
                </c:pt>
                <c:pt idx="18261">
                  <c:v>5.0769000000000002</c:v>
                </c:pt>
                <c:pt idx="18262">
                  <c:v>5.0772000000000004</c:v>
                </c:pt>
                <c:pt idx="18263">
                  <c:v>5.0775100000000002</c:v>
                </c:pt>
                <c:pt idx="18264">
                  <c:v>5.0778100000000004</c:v>
                </c:pt>
                <c:pt idx="18265">
                  <c:v>5.0781200000000002</c:v>
                </c:pt>
                <c:pt idx="18266">
                  <c:v>5.0784200000000004</c:v>
                </c:pt>
                <c:pt idx="18267">
                  <c:v>5.0787300000000002</c:v>
                </c:pt>
                <c:pt idx="18268">
                  <c:v>5.0790300000000004</c:v>
                </c:pt>
                <c:pt idx="18269">
                  <c:v>5.0793400000000002</c:v>
                </c:pt>
                <c:pt idx="18270">
                  <c:v>5.0796400000000004</c:v>
                </c:pt>
                <c:pt idx="18271">
                  <c:v>5.0799500000000002</c:v>
                </c:pt>
                <c:pt idx="18272">
                  <c:v>5.0802500000000004</c:v>
                </c:pt>
                <c:pt idx="18273">
                  <c:v>5.0805600000000002</c:v>
                </c:pt>
                <c:pt idx="18274">
                  <c:v>5.08087</c:v>
                </c:pt>
                <c:pt idx="18275">
                  <c:v>5.0811700000000002</c:v>
                </c:pt>
                <c:pt idx="18276">
                  <c:v>5.08148</c:v>
                </c:pt>
                <c:pt idx="18277">
                  <c:v>5.0817800000000002</c:v>
                </c:pt>
                <c:pt idx="18278">
                  <c:v>5.08209</c:v>
                </c:pt>
                <c:pt idx="18279">
                  <c:v>5.0823900000000002</c:v>
                </c:pt>
                <c:pt idx="18280">
                  <c:v>5.0827</c:v>
                </c:pt>
                <c:pt idx="18281">
                  <c:v>5.0830000000000002</c:v>
                </c:pt>
                <c:pt idx="18282">
                  <c:v>5.08331</c:v>
                </c:pt>
                <c:pt idx="18283">
                  <c:v>5.0836100000000002</c:v>
                </c:pt>
                <c:pt idx="18284">
                  <c:v>5.08392</c:v>
                </c:pt>
                <c:pt idx="18285">
                  <c:v>5.0842299999999998</c:v>
                </c:pt>
                <c:pt idx="18286">
                  <c:v>5.08453</c:v>
                </c:pt>
                <c:pt idx="18287">
                  <c:v>5.0848399999999998</c:v>
                </c:pt>
                <c:pt idx="18288">
                  <c:v>5.08514</c:v>
                </c:pt>
                <c:pt idx="18289">
                  <c:v>5.0854499999999998</c:v>
                </c:pt>
                <c:pt idx="18290">
                  <c:v>5.08575</c:v>
                </c:pt>
                <c:pt idx="18291">
                  <c:v>5.0860599999999998</c:v>
                </c:pt>
                <c:pt idx="18292">
                  <c:v>5.08636</c:v>
                </c:pt>
                <c:pt idx="18293">
                  <c:v>5.0866699999999998</c:v>
                </c:pt>
                <c:pt idx="18294">
                  <c:v>5.08697</c:v>
                </c:pt>
                <c:pt idx="18295">
                  <c:v>5.0872799999999998</c:v>
                </c:pt>
                <c:pt idx="18296">
                  <c:v>5.08758</c:v>
                </c:pt>
                <c:pt idx="18297">
                  <c:v>5.0878899999999998</c:v>
                </c:pt>
                <c:pt idx="18298">
                  <c:v>5.0881999999999996</c:v>
                </c:pt>
                <c:pt idx="18299">
                  <c:v>5.0884999999999998</c:v>
                </c:pt>
                <c:pt idx="18300">
                  <c:v>5.0888099999999996</c:v>
                </c:pt>
                <c:pt idx="18301">
                  <c:v>5.0891099999999998</c:v>
                </c:pt>
                <c:pt idx="18302">
                  <c:v>5.0894199999999996</c:v>
                </c:pt>
                <c:pt idx="18303">
                  <c:v>5.0897199999999998</c:v>
                </c:pt>
                <c:pt idx="18304">
                  <c:v>5.0900299999999996</c:v>
                </c:pt>
                <c:pt idx="18305">
                  <c:v>5.0903299999999998</c:v>
                </c:pt>
                <c:pt idx="18306">
                  <c:v>5.0906399999999996</c:v>
                </c:pt>
                <c:pt idx="18307">
                  <c:v>5.0909399999999998</c:v>
                </c:pt>
                <c:pt idx="18308">
                  <c:v>5.0912499999999996</c:v>
                </c:pt>
                <c:pt idx="18309">
                  <c:v>5.0915499999999998</c:v>
                </c:pt>
                <c:pt idx="18310">
                  <c:v>5.0918599999999996</c:v>
                </c:pt>
                <c:pt idx="18311">
                  <c:v>5.0921700000000003</c:v>
                </c:pt>
                <c:pt idx="18312">
                  <c:v>5.0924699999999996</c:v>
                </c:pt>
                <c:pt idx="18313">
                  <c:v>5.0927800000000003</c:v>
                </c:pt>
                <c:pt idx="18314">
                  <c:v>5.0930799999999996</c:v>
                </c:pt>
                <c:pt idx="18315">
                  <c:v>5.0933900000000003</c:v>
                </c:pt>
                <c:pt idx="18316">
                  <c:v>5.0936899999999996</c:v>
                </c:pt>
                <c:pt idx="18317">
                  <c:v>5.0940000000000003</c:v>
                </c:pt>
                <c:pt idx="18318">
                  <c:v>5.0942999999999996</c:v>
                </c:pt>
                <c:pt idx="18319">
                  <c:v>5.0946100000000003</c:v>
                </c:pt>
                <c:pt idx="18320">
                  <c:v>5.0949099999999996</c:v>
                </c:pt>
                <c:pt idx="18321">
                  <c:v>5.0952200000000003</c:v>
                </c:pt>
                <c:pt idx="18322">
                  <c:v>5.0955199999999996</c:v>
                </c:pt>
                <c:pt idx="18323">
                  <c:v>5.0958300000000003</c:v>
                </c:pt>
                <c:pt idx="18324">
                  <c:v>5.0961400000000001</c:v>
                </c:pt>
                <c:pt idx="18325">
                  <c:v>5.0964400000000003</c:v>
                </c:pt>
                <c:pt idx="18326">
                  <c:v>5.0967500000000001</c:v>
                </c:pt>
                <c:pt idx="18327">
                  <c:v>5.0970500000000003</c:v>
                </c:pt>
                <c:pt idx="18328">
                  <c:v>5.0973600000000001</c:v>
                </c:pt>
                <c:pt idx="18329">
                  <c:v>5.0976600000000003</c:v>
                </c:pt>
                <c:pt idx="18330">
                  <c:v>5.0979700000000001</c:v>
                </c:pt>
                <c:pt idx="18331">
                  <c:v>5.0982700000000003</c:v>
                </c:pt>
                <c:pt idx="18332">
                  <c:v>5.0985800000000001</c:v>
                </c:pt>
                <c:pt idx="18333">
                  <c:v>5.0988800000000003</c:v>
                </c:pt>
                <c:pt idx="18334">
                  <c:v>5.0991900000000001</c:v>
                </c:pt>
                <c:pt idx="18335">
                  <c:v>5.0994900000000003</c:v>
                </c:pt>
                <c:pt idx="18336">
                  <c:v>5.0998000000000001</c:v>
                </c:pt>
                <c:pt idx="18337">
                  <c:v>5.1001099999999999</c:v>
                </c:pt>
                <c:pt idx="18338">
                  <c:v>5.1004100000000001</c:v>
                </c:pt>
                <c:pt idx="18339">
                  <c:v>5.1007199999999999</c:v>
                </c:pt>
                <c:pt idx="18340">
                  <c:v>5.1010200000000001</c:v>
                </c:pt>
                <c:pt idx="18341">
                  <c:v>5.1013299999999999</c:v>
                </c:pt>
                <c:pt idx="18342">
                  <c:v>5.1016300000000001</c:v>
                </c:pt>
                <c:pt idx="18343">
                  <c:v>5.1019399999999999</c:v>
                </c:pt>
                <c:pt idx="18344">
                  <c:v>5.1022400000000001</c:v>
                </c:pt>
                <c:pt idx="18345">
                  <c:v>5.1025499999999999</c:v>
                </c:pt>
                <c:pt idx="18346">
                  <c:v>5.1028500000000001</c:v>
                </c:pt>
                <c:pt idx="18347">
                  <c:v>5.1031599999999999</c:v>
                </c:pt>
                <c:pt idx="18348">
                  <c:v>5.1034699999999997</c:v>
                </c:pt>
                <c:pt idx="18349">
                  <c:v>5.1037699999999999</c:v>
                </c:pt>
                <c:pt idx="18350">
                  <c:v>5.1040799999999997</c:v>
                </c:pt>
                <c:pt idx="18351">
                  <c:v>5.1043799999999999</c:v>
                </c:pt>
                <c:pt idx="18352">
                  <c:v>5.1046899999999997</c:v>
                </c:pt>
                <c:pt idx="18353">
                  <c:v>5.1049899999999999</c:v>
                </c:pt>
                <c:pt idx="18354">
                  <c:v>5.1052999999999997</c:v>
                </c:pt>
                <c:pt idx="18355">
                  <c:v>5.1055999999999999</c:v>
                </c:pt>
                <c:pt idx="18356">
                  <c:v>5.1059099999999997</c:v>
                </c:pt>
                <c:pt idx="18357">
                  <c:v>5.1062099999999999</c:v>
                </c:pt>
                <c:pt idx="18358">
                  <c:v>5.1065199999999997</c:v>
                </c:pt>
                <c:pt idx="18359">
                  <c:v>5.1068199999999999</c:v>
                </c:pt>
                <c:pt idx="18360">
                  <c:v>5.1071299999999997</c:v>
                </c:pt>
                <c:pt idx="18361">
                  <c:v>5.1074400000000004</c:v>
                </c:pt>
                <c:pt idx="18362">
                  <c:v>5.1077399999999997</c:v>
                </c:pt>
                <c:pt idx="18363">
                  <c:v>5.1080500000000004</c:v>
                </c:pt>
                <c:pt idx="18364">
                  <c:v>5.1083499999999997</c:v>
                </c:pt>
                <c:pt idx="18365">
                  <c:v>5.1086600000000004</c:v>
                </c:pt>
                <c:pt idx="18366">
                  <c:v>5.1089599999999997</c:v>
                </c:pt>
                <c:pt idx="18367">
                  <c:v>5.1092700000000004</c:v>
                </c:pt>
                <c:pt idx="18368">
                  <c:v>5.1095699999999997</c:v>
                </c:pt>
                <c:pt idx="18369">
                  <c:v>5.1098800000000004</c:v>
                </c:pt>
                <c:pt idx="18370">
                  <c:v>5.1101799999999997</c:v>
                </c:pt>
                <c:pt idx="18371">
                  <c:v>5.1104900000000004</c:v>
                </c:pt>
                <c:pt idx="18372">
                  <c:v>5.1107899999999997</c:v>
                </c:pt>
                <c:pt idx="18373">
                  <c:v>5.1111000000000004</c:v>
                </c:pt>
                <c:pt idx="18374">
                  <c:v>5.1114100000000002</c:v>
                </c:pt>
                <c:pt idx="18375">
                  <c:v>5.1117100000000004</c:v>
                </c:pt>
                <c:pt idx="18376">
                  <c:v>5.1120200000000002</c:v>
                </c:pt>
                <c:pt idx="18377">
                  <c:v>5.1123200000000004</c:v>
                </c:pt>
                <c:pt idx="18378">
                  <c:v>5.1126300000000002</c:v>
                </c:pt>
                <c:pt idx="18379">
                  <c:v>5.1129300000000004</c:v>
                </c:pt>
                <c:pt idx="18380">
                  <c:v>5.1132400000000002</c:v>
                </c:pt>
                <c:pt idx="18381">
                  <c:v>5.1135400000000004</c:v>
                </c:pt>
                <c:pt idx="18382">
                  <c:v>5.1138500000000002</c:v>
                </c:pt>
                <c:pt idx="18383">
                  <c:v>5.1141500000000004</c:v>
                </c:pt>
                <c:pt idx="18384">
                  <c:v>5.1144600000000002</c:v>
                </c:pt>
                <c:pt idx="18385">
                  <c:v>5.1147600000000004</c:v>
                </c:pt>
                <c:pt idx="18386">
                  <c:v>5.1150700000000002</c:v>
                </c:pt>
                <c:pt idx="18387">
                  <c:v>5.11538</c:v>
                </c:pt>
                <c:pt idx="18388">
                  <c:v>5.1156800000000002</c:v>
                </c:pt>
                <c:pt idx="18389">
                  <c:v>5.11599</c:v>
                </c:pt>
                <c:pt idx="18390">
                  <c:v>5.1162900000000002</c:v>
                </c:pt>
                <c:pt idx="18391">
                  <c:v>5.1166</c:v>
                </c:pt>
                <c:pt idx="18392">
                  <c:v>5.1169000000000002</c:v>
                </c:pt>
                <c:pt idx="18393">
                  <c:v>5.11721</c:v>
                </c:pt>
                <c:pt idx="18394">
                  <c:v>5.1175100000000002</c:v>
                </c:pt>
                <c:pt idx="18395">
                  <c:v>5.11782</c:v>
                </c:pt>
                <c:pt idx="18396">
                  <c:v>5.1181200000000002</c:v>
                </c:pt>
                <c:pt idx="18397">
                  <c:v>5.11843</c:v>
                </c:pt>
                <c:pt idx="18398">
                  <c:v>5.1187300000000002</c:v>
                </c:pt>
                <c:pt idx="18399">
                  <c:v>5.11904</c:v>
                </c:pt>
                <c:pt idx="18400">
                  <c:v>5.1193499999999998</c:v>
                </c:pt>
                <c:pt idx="18401">
                  <c:v>5.11965</c:v>
                </c:pt>
                <c:pt idx="18402">
                  <c:v>5.1199599999999998</c:v>
                </c:pt>
                <c:pt idx="18403">
                  <c:v>5.12026</c:v>
                </c:pt>
                <c:pt idx="18404">
                  <c:v>5.1205699999999998</c:v>
                </c:pt>
                <c:pt idx="18405">
                  <c:v>5.12087</c:v>
                </c:pt>
                <c:pt idx="18406">
                  <c:v>5.1211799999999998</c:v>
                </c:pt>
                <c:pt idx="18407">
                  <c:v>5.12148</c:v>
                </c:pt>
                <c:pt idx="18408">
                  <c:v>5.1217899999999998</c:v>
                </c:pt>
                <c:pt idx="18409">
                  <c:v>5.12209</c:v>
                </c:pt>
                <c:pt idx="18410">
                  <c:v>5.1223999999999998</c:v>
                </c:pt>
                <c:pt idx="18411">
                  <c:v>5.1227099999999997</c:v>
                </c:pt>
                <c:pt idx="18412">
                  <c:v>5.1230099999999998</c:v>
                </c:pt>
                <c:pt idx="18413">
                  <c:v>5.1233199999999997</c:v>
                </c:pt>
                <c:pt idx="18414">
                  <c:v>5.1236199999999998</c:v>
                </c:pt>
                <c:pt idx="18415">
                  <c:v>5.1239299999999997</c:v>
                </c:pt>
                <c:pt idx="18416">
                  <c:v>5.1242299999999998</c:v>
                </c:pt>
                <c:pt idx="18417">
                  <c:v>5.1245399999999997</c:v>
                </c:pt>
                <c:pt idx="18418">
                  <c:v>5.1248399999999998</c:v>
                </c:pt>
                <c:pt idx="18419">
                  <c:v>5.1251499999999997</c:v>
                </c:pt>
                <c:pt idx="18420">
                  <c:v>5.1254499999999998</c:v>
                </c:pt>
                <c:pt idx="18421">
                  <c:v>5.1257599999999996</c:v>
                </c:pt>
                <c:pt idx="18422">
                  <c:v>5.1260599999999998</c:v>
                </c:pt>
                <c:pt idx="18423">
                  <c:v>5.1263699999999996</c:v>
                </c:pt>
                <c:pt idx="18424">
                  <c:v>5.1266800000000003</c:v>
                </c:pt>
                <c:pt idx="18425">
                  <c:v>5.1269799999999996</c:v>
                </c:pt>
                <c:pt idx="18426">
                  <c:v>5.1272900000000003</c:v>
                </c:pt>
                <c:pt idx="18427">
                  <c:v>5.1275899999999996</c:v>
                </c:pt>
                <c:pt idx="18428">
                  <c:v>5.1279000000000003</c:v>
                </c:pt>
                <c:pt idx="18429">
                  <c:v>5.1281999999999996</c:v>
                </c:pt>
                <c:pt idx="18430">
                  <c:v>5.1285100000000003</c:v>
                </c:pt>
                <c:pt idx="18431">
                  <c:v>5.1288099999999996</c:v>
                </c:pt>
                <c:pt idx="18432">
                  <c:v>5.1291200000000003</c:v>
                </c:pt>
                <c:pt idx="18433">
                  <c:v>5.1294199999999996</c:v>
                </c:pt>
                <c:pt idx="18434">
                  <c:v>5.1297300000000003</c:v>
                </c:pt>
                <c:pt idx="18435">
                  <c:v>5.1300299999999996</c:v>
                </c:pt>
                <c:pt idx="18436">
                  <c:v>5.1303400000000003</c:v>
                </c:pt>
                <c:pt idx="18437">
                  <c:v>5.1306500000000002</c:v>
                </c:pt>
                <c:pt idx="18438">
                  <c:v>5.1309500000000003</c:v>
                </c:pt>
                <c:pt idx="18439">
                  <c:v>5.1312600000000002</c:v>
                </c:pt>
                <c:pt idx="18440">
                  <c:v>5.1315600000000003</c:v>
                </c:pt>
                <c:pt idx="18441">
                  <c:v>5.1318700000000002</c:v>
                </c:pt>
                <c:pt idx="18442">
                  <c:v>5.1321700000000003</c:v>
                </c:pt>
                <c:pt idx="18443">
                  <c:v>5.1324800000000002</c:v>
                </c:pt>
                <c:pt idx="18444">
                  <c:v>5.1327800000000003</c:v>
                </c:pt>
                <c:pt idx="18445">
                  <c:v>5.1330900000000002</c:v>
                </c:pt>
                <c:pt idx="18446">
                  <c:v>5.1333900000000003</c:v>
                </c:pt>
                <c:pt idx="18447">
                  <c:v>5.1337000000000002</c:v>
                </c:pt>
                <c:pt idx="18448">
                  <c:v>5.1340000000000003</c:v>
                </c:pt>
                <c:pt idx="18449">
                  <c:v>5.1343100000000002</c:v>
                </c:pt>
                <c:pt idx="18450">
                  <c:v>5.13462</c:v>
                </c:pt>
                <c:pt idx="18451">
                  <c:v>5.1349200000000002</c:v>
                </c:pt>
                <c:pt idx="18452">
                  <c:v>5.13523</c:v>
                </c:pt>
                <c:pt idx="18453">
                  <c:v>5.1355300000000002</c:v>
                </c:pt>
                <c:pt idx="18454">
                  <c:v>5.13584</c:v>
                </c:pt>
                <c:pt idx="18455">
                  <c:v>5.1361400000000001</c:v>
                </c:pt>
                <c:pt idx="18456">
                  <c:v>5.13645</c:v>
                </c:pt>
                <c:pt idx="18457">
                  <c:v>5.1367500000000001</c:v>
                </c:pt>
                <c:pt idx="18458">
                  <c:v>5.13706</c:v>
                </c:pt>
                <c:pt idx="18459">
                  <c:v>5.1373600000000001</c:v>
                </c:pt>
                <c:pt idx="18460">
                  <c:v>5.13767</c:v>
                </c:pt>
                <c:pt idx="18461">
                  <c:v>5.1379700000000001</c:v>
                </c:pt>
                <c:pt idx="18462">
                  <c:v>5.13828</c:v>
                </c:pt>
                <c:pt idx="18463">
                  <c:v>5.1385899999999998</c:v>
                </c:pt>
                <c:pt idx="18464">
                  <c:v>5.13889</c:v>
                </c:pt>
                <c:pt idx="18465">
                  <c:v>5.1391999999999998</c:v>
                </c:pt>
                <c:pt idx="18466">
                  <c:v>5.1395</c:v>
                </c:pt>
                <c:pt idx="18467">
                  <c:v>5.1398099999999998</c:v>
                </c:pt>
                <c:pt idx="18468">
                  <c:v>5.14011</c:v>
                </c:pt>
                <c:pt idx="18469">
                  <c:v>5.1404199999999998</c:v>
                </c:pt>
                <c:pt idx="18470">
                  <c:v>5.14072</c:v>
                </c:pt>
                <c:pt idx="18471">
                  <c:v>5.1410299999999998</c:v>
                </c:pt>
                <c:pt idx="18472">
                  <c:v>5.14133</c:v>
                </c:pt>
                <c:pt idx="18473">
                  <c:v>5.1416399999999998</c:v>
                </c:pt>
                <c:pt idx="18474">
                  <c:v>5.1419499999999996</c:v>
                </c:pt>
                <c:pt idx="18475">
                  <c:v>5.1422499999999998</c:v>
                </c:pt>
                <c:pt idx="18476">
                  <c:v>5.1425599999999996</c:v>
                </c:pt>
                <c:pt idx="18477">
                  <c:v>5.1428599999999998</c:v>
                </c:pt>
                <c:pt idx="18478">
                  <c:v>5.1431699999999996</c:v>
                </c:pt>
                <c:pt idx="18479">
                  <c:v>5.1434699999999998</c:v>
                </c:pt>
                <c:pt idx="18480">
                  <c:v>5.1437799999999996</c:v>
                </c:pt>
                <c:pt idx="18481">
                  <c:v>5.1440799999999998</c:v>
                </c:pt>
                <c:pt idx="18482">
                  <c:v>5.1443899999999996</c:v>
                </c:pt>
                <c:pt idx="18483">
                  <c:v>5.1446899999999998</c:v>
                </c:pt>
                <c:pt idx="18484">
                  <c:v>5.1449999999999996</c:v>
                </c:pt>
                <c:pt idx="18485">
                  <c:v>5.1452999999999998</c:v>
                </c:pt>
                <c:pt idx="18486">
                  <c:v>5.1456099999999996</c:v>
                </c:pt>
                <c:pt idx="18487">
                  <c:v>5.1459200000000003</c:v>
                </c:pt>
                <c:pt idx="18488">
                  <c:v>5.1462199999999996</c:v>
                </c:pt>
                <c:pt idx="18489">
                  <c:v>5.1465300000000003</c:v>
                </c:pt>
                <c:pt idx="18490">
                  <c:v>5.1468299999999996</c:v>
                </c:pt>
                <c:pt idx="18491">
                  <c:v>5.1471400000000003</c:v>
                </c:pt>
                <c:pt idx="18492">
                  <c:v>5.1474399999999996</c:v>
                </c:pt>
                <c:pt idx="18493">
                  <c:v>5.1477500000000003</c:v>
                </c:pt>
                <c:pt idx="18494">
                  <c:v>5.1480499999999996</c:v>
                </c:pt>
                <c:pt idx="18495">
                  <c:v>5.1483600000000003</c:v>
                </c:pt>
                <c:pt idx="18496">
                  <c:v>5.1486599999999996</c:v>
                </c:pt>
                <c:pt idx="18497">
                  <c:v>5.1489700000000003</c:v>
                </c:pt>
                <c:pt idx="18498">
                  <c:v>5.1492699999999996</c:v>
                </c:pt>
                <c:pt idx="18499">
                  <c:v>5.1495800000000003</c:v>
                </c:pt>
                <c:pt idx="18500">
                  <c:v>5.1498900000000001</c:v>
                </c:pt>
                <c:pt idx="18501">
                  <c:v>5.1501900000000003</c:v>
                </c:pt>
                <c:pt idx="18502">
                  <c:v>5.1505000000000001</c:v>
                </c:pt>
                <c:pt idx="18503">
                  <c:v>5.1508000000000003</c:v>
                </c:pt>
                <c:pt idx="18504">
                  <c:v>5.1511100000000001</c:v>
                </c:pt>
                <c:pt idx="18505">
                  <c:v>5.1514100000000003</c:v>
                </c:pt>
                <c:pt idx="18506">
                  <c:v>5.1517200000000001</c:v>
                </c:pt>
                <c:pt idx="18507">
                  <c:v>5.1520200000000003</c:v>
                </c:pt>
                <c:pt idx="18508">
                  <c:v>5.1523300000000001</c:v>
                </c:pt>
                <c:pt idx="18509">
                  <c:v>5.1526300000000003</c:v>
                </c:pt>
                <c:pt idx="18510">
                  <c:v>5.1529400000000001</c:v>
                </c:pt>
                <c:pt idx="18511">
                  <c:v>5.1532400000000003</c:v>
                </c:pt>
                <c:pt idx="18512">
                  <c:v>5.1535500000000001</c:v>
                </c:pt>
                <c:pt idx="18513">
                  <c:v>5.1538599999999999</c:v>
                </c:pt>
                <c:pt idx="18514">
                  <c:v>5.1541600000000001</c:v>
                </c:pt>
                <c:pt idx="18515">
                  <c:v>5.1544699999999999</c:v>
                </c:pt>
                <c:pt idx="18516">
                  <c:v>5.1547700000000001</c:v>
                </c:pt>
                <c:pt idx="18517">
                  <c:v>5.1550799999999999</c:v>
                </c:pt>
                <c:pt idx="18518">
                  <c:v>5.1553800000000001</c:v>
                </c:pt>
                <c:pt idx="18519">
                  <c:v>5.1556899999999999</c:v>
                </c:pt>
                <c:pt idx="18520">
                  <c:v>5.1559900000000001</c:v>
                </c:pt>
                <c:pt idx="18521">
                  <c:v>5.1562999999999999</c:v>
                </c:pt>
                <c:pt idx="18522">
                  <c:v>5.1566000000000001</c:v>
                </c:pt>
                <c:pt idx="18523">
                  <c:v>5.1569099999999999</c:v>
                </c:pt>
                <c:pt idx="18524">
                  <c:v>5.1572199999999997</c:v>
                </c:pt>
                <c:pt idx="18525">
                  <c:v>5.1575199999999999</c:v>
                </c:pt>
                <c:pt idx="18526">
                  <c:v>5.1578299999999997</c:v>
                </c:pt>
                <c:pt idx="18527">
                  <c:v>5.1581299999999999</c:v>
                </c:pt>
                <c:pt idx="18528">
                  <c:v>5.1584399999999997</c:v>
                </c:pt>
                <c:pt idx="18529">
                  <c:v>5.1587399999999999</c:v>
                </c:pt>
                <c:pt idx="18530">
                  <c:v>5.1590499999999997</c:v>
                </c:pt>
                <c:pt idx="18531">
                  <c:v>5.1593499999999999</c:v>
                </c:pt>
                <c:pt idx="18532">
                  <c:v>5.1596599999999997</c:v>
                </c:pt>
                <c:pt idx="18533">
                  <c:v>5.1599599999999999</c:v>
                </c:pt>
                <c:pt idx="18534">
                  <c:v>5.1602699999999997</c:v>
                </c:pt>
                <c:pt idx="18535">
                  <c:v>5.1605699999999999</c:v>
                </c:pt>
                <c:pt idx="18536">
                  <c:v>5.1608799999999997</c:v>
                </c:pt>
                <c:pt idx="18537">
                  <c:v>5.1611900000000004</c:v>
                </c:pt>
                <c:pt idx="18538">
                  <c:v>5.1614899999999997</c:v>
                </c:pt>
                <c:pt idx="18539">
                  <c:v>5.1618000000000004</c:v>
                </c:pt>
                <c:pt idx="18540">
                  <c:v>5.1620999999999997</c:v>
                </c:pt>
                <c:pt idx="18541">
                  <c:v>5.1624100000000004</c:v>
                </c:pt>
                <c:pt idx="18542">
                  <c:v>5.1627099999999997</c:v>
                </c:pt>
                <c:pt idx="18543">
                  <c:v>5.1630200000000004</c:v>
                </c:pt>
                <c:pt idx="18544">
                  <c:v>5.1633199999999997</c:v>
                </c:pt>
                <c:pt idx="18545">
                  <c:v>5.1636300000000004</c:v>
                </c:pt>
                <c:pt idx="18546">
                  <c:v>5.1639299999999997</c:v>
                </c:pt>
                <c:pt idx="18547">
                  <c:v>5.1642400000000004</c:v>
                </c:pt>
                <c:pt idx="18548">
                  <c:v>5.1645399999999997</c:v>
                </c:pt>
                <c:pt idx="18549">
                  <c:v>5.1648500000000004</c:v>
                </c:pt>
                <c:pt idx="18550">
                  <c:v>5.1651600000000002</c:v>
                </c:pt>
                <c:pt idx="18551">
                  <c:v>5.1654600000000004</c:v>
                </c:pt>
                <c:pt idx="18552">
                  <c:v>5.1657700000000002</c:v>
                </c:pt>
                <c:pt idx="18553">
                  <c:v>5.1660700000000004</c:v>
                </c:pt>
                <c:pt idx="18554">
                  <c:v>5.1663800000000002</c:v>
                </c:pt>
                <c:pt idx="18555">
                  <c:v>5.1666800000000004</c:v>
                </c:pt>
                <c:pt idx="18556">
                  <c:v>5.1669900000000002</c:v>
                </c:pt>
                <c:pt idx="18557">
                  <c:v>5.1672900000000004</c:v>
                </c:pt>
                <c:pt idx="18558">
                  <c:v>5.1676000000000002</c:v>
                </c:pt>
                <c:pt idx="18559">
                  <c:v>5.1679000000000004</c:v>
                </c:pt>
                <c:pt idx="18560">
                  <c:v>5.1682100000000002</c:v>
                </c:pt>
                <c:pt idx="18561">
                  <c:v>5.1685100000000004</c:v>
                </c:pt>
                <c:pt idx="18562">
                  <c:v>5.1688200000000002</c:v>
                </c:pt>
                <c:pt idx="18563">
                  <c:v>5.16913</c:v>
                </c:pt>
                <c:pt idx="18564">
                  <c:v>5.1694300000000002</c:v>
                </c:pt>
                <c:pt idx="18565">
                  <c:v>5.16974</c:v>
                </c:pt>
                <c:pt idx="18566">
                  <c:v>5.1700400000000002</c:v>
                </c:pt>
                <c:pt idx="18567">
                  <c:v>5.17035</c:v>
                </c:pt>
                <c:pt idx="18568">
                  <c:v>5.1706500000000002</c:v>
                </c:pt>
                <c:pt idx="18569">
                  <c:v>5.17096</c:v>
                </c:pt>
                <c:pt idx="18570">
                  <c:v>5.1712600000000002</c:v>
                </c:pt>
                <c:pt idx="18571">
                  <c:v>5.17157</c:v>
                </c:pt>
                <c:pt idx="18572">
                  <c:v>5.1718700000000002</c:v>
                </c:pt>
                <c:pt idx="18573">
                  <c:v>5.17218</c:v>
                </c:pt>
                <c:pt idx="18574">
                  <c:v>5.1724800000000002</c:v>
                </c:pt>
                <c:pt idx="18575">
                  <c:v>5.17279</c:v>
                </c:pt>
                <c:pt idx="18576">
                  <c:v>5.1730999999999998</c:v>
                </c:pt>
                <c:pt idx="18577">
                  <c:v>5.1734</c:v>
                </c:pt>
                <c:pt idx="18578">
                  <c:v>5.1737099999999998</c:v>
                </c:pt>
                <c:pt idx="18579">
                  <c:v>5.17401</c:v>
                </c:pt>
                <c:pt idx="18580">
                  <c:v>5.1743199999999998</c:v>
                </c:pt>
                <c:pt idx="18581">
                  <c:v>5.17462</c:v>
                </c:pt>
                <c:pt idx="18582">
                  <c:v>5.1749299999999998</c:v>
                </c:pt>
                <c:pt idx="18583">
                  <c:v>5.17523</c:v>
                </c:pt>
                <c:pt idx="18584">
                  <c:v>5.1755399999999998</c:v>
                </c:pt>
                <c:pt idx="18585">
                  <c:v>5.17584</c:v>
                </c:pt>
                <c:pt idx="18586">
                  <c:v>5.1761499999999998</c:v>
                </c:pt>
                <c:pt idx="18587">
                  <c:v>5.1764599999999996</c:v>
                </c:pt>
                <c:pt idx="18588">
                  <c:v>5.1767599999999998</c:v>
                </c:pt>
                <c:pt idx="18589">
                  <c:v>5.1770699999999996</c:v>
                </c:pt>
                <c:pt idx="18590">
                  <c:v>5.1773699999999998</c:v>
                </c:pt>
                <c:pt idx="18591">
                  <c:v>5.1776799999999996</c:v>
                </c:pt>
                <c:pt idx="18592">
                  <c:v>5.1779799999999998</c:v>
                </c:pt>
                <c:pt idx="18593">
                  <c:v>5.1782899999999996</c:v>
                </c:pt>
                <c:pt idx="18594">
                  <c:v>5.1785899999999998</c:v>
                </c:pt>
                <c:pt idx="18595">
                  <c:v>5.1788999999999996</c:v>
                </c:pt>
                <c:pt idx="18596">
                  <c:v>5.1791999999999998</c:v>
                </c:pt>
                <c:pt idx="18597">
                  <c:v>5.1795099999999996</c:v>
                </c:pt>
                <c:pt idx="18598">
                  <c:v>5.1798099999999998</c:v>
                </c:pt>
                <c:pt idx="18599">
                  <c:v>5.1801199999999996</c:v>
                </c:pt>
                <c:pt idx="18600">
                  <c:v>5.1804300000000003</c:v>
                </c:pt>
                <c:pt idx="18601">
                  <c:v>5.1807299999999996</c:v>
                </c:pt>
                <c:pt idx="18602">
                  <c:v>5.1810400000000003</c:v>
                </c:pt>
                <c:pt idx="18603">
                  <c:v>5.1813399999999996</c:v>
                </c:pt>
                <c:pt idx="18604">
                  <c:v>5.1816500000000003</c:v>
                </c:pt>
                <c:pt idx="18605">
                  <c:v>5.1819499999999996</c:v>
                </c:pt>
                <c:pt idx="18606">
                  <c:v>5.1822600000000003</c:v>
                </c:pt>
                <c:pt idx="18607">
                  <c:v>5.1825599999999996</c:v>
                </c:pt>
                <c:pt idx="18608">
                  <c:v>5.1828700000000003</c:v>
                </c:pt>
                <c:pt idx="18609">
                  <c:v>5.1831699999999996</c:v>
                </c:pt>
                <c:pt idx="18610">
                  <c:v>5.1834800000000003</c:v>
                </c:pt>
                <c:pt idx="18611">
                  <c:v>5.1837799999999996</c:v>
                </c:pt>
                <c:pt idx="18612">
                  <c:v>5.1840900000000003</c:v>
                </c:pt>
                <c:pt idx="18613">
                  <c:v>5.1844000000000001</c:v>
                </c:pt>
                <c:pt idx="18614">
                  <c:v>5.1847000000000003</c:v>
                </c:pt>
                <c:pt idx="18615">
                  <c:v>5.1850100000000001</c:v>
                </c:pt>
                <c:pt idx="18616">
                  <c:v>5.1853100000000003</c:v>
                </c:pt>
                <c:pt idx="18617">
                  <c:v>5.1856200000000001</c:v>
                </c:pt>
                <c:pt idx="18618">
                  <c:v>5.1859200000000003</c:v>
                </c:pt>
                <c:pt idx="18619">
                  <c:v>5.1862300000000001</c:v>
                </c:pt>
                <c:pt idx="18620">
                  <c:v>5.1865300000000003</c:v>
                </c:pt>
                <c:pt idx="18621">
                  <c:v>5.1868400000000001</c:v>
                </c:pt>
                <c:pt idx="18622">
                  <c:v>5.1871400000000003</c:v>
                </c:pt>
                <c:pt idx="18623">
                  <c:v>5.1874500000000001</c:v>
                </c:pt>
                <c:pt idx="18624">
                  <c:v>5.1877500000000003</c:v>
                </c:pt>
                <c:pt idx="18625">
                  <c:v>5.1880600000000001</c:v>
                </c:pt>
                <c:pt idx="18626">
                  <c:v>5.1883699999999999</c:v>
                </c:pt>
                <c:pt idx="18627">
                  <c:v>5.1886700000000001</c:v>
                </c:pt>
                <c:pt idx="18628">
                  <c:v>5.1889799999999999</c:v>
                </c:pt>
                <c:pt idx="18629">
                  <c:v>5.1892800000000001</c:v>
                </c:pt>
                <c:pt idx="18630">
                  <c:v>5.1895899999999999</c:v>
                </c:pt>
                <c:pt idx="18631">
                  <c:v>5.1898900000000001</c:v>
                </c:pt>
                <c:pt idx="18632">
                  <c:v>5.1901999999999999</c:v>
                </c:pt>
                <c:pt idx="18633">
                  <c:v>5.1905000000000001</c:v>
                </c:pt>
                <c:pt idx="18634">
                  <c:v>5.1908099999999999</c:v>
                </c:pt>
                <c:pt idx="18635">
                  <c:v>5.1911100000000001</c:v>
                </c:pt>
                <c:pt idx="18636">
                  <c:v>5.1914199999999999</c:v>
                </c:pt>
                <c:pt idx="18637">
                  <c:v>5.1917200000000001</c:v>
                </c:pt>
                <c:pt idx="18638">
                  <c:v>5.1920299999999999</c:v>
                </c:pt>
                <c:pt idx="18639">
                  <c:v>5.1923399999999997</c:v>
                </c:pt>
                <c:pt idx="18640">
                  <c:v>5.1926399999999999</c:v>
                </c:pt>
                <c:pt idx="18641">
                  <c:v>5.1929499999999997</c:v>
                </c:pt>
                <c:pt idx="18642">
                  <c:v>5.1932499999999999</c:v>
                </c:pt>
                <c:pt idx="18643">
                  <c:v>5.1935599999999997</c:v>
                </c:pt>
                <c:pt idx="18644">
                  <c:v>5.1938599999999999</c:v>
                </c:pt>
                <c:pt idx="18645">
                  <c:v>5.1941699999999997</c:v>
                </c:pt>
                <c:pt idx="18646">
                  <c:v>5.1944699999999999</c:v>
                </c:pt>
                <c:pt idx="18647">
                  <c:v>5.1947799999999997</c:v>
                </c:pt>
                <c:pt idx="18648">
                  <c:v>5.1950799999999999</c:v>
                </c:pt>
                <c:pt idx="18649">
                  <c:v>5.1953899999999997</c:v>
                </c:pt>
                <c:pt idx="18650">
                  <c:v>5.1957000000000004</c:v>
                </c:pt>
                <c:pt idx="18651">
                  <c:v>5.1959999999999997</c:v>
                </c:pt>
                <c:pt idx="18652">
                  <c:v>5.1963100000000004</c:v>
                </c:pt>
                <c:pt idx="18653">
                  <c:v>5.1966099999999997</c:v>
                </c:pt>
                <c:pt idx="18654">
                  <c:v>5.1969200000000004</c:v>
                </c:pt>
                <c:pt idx="18655">
                  <c:v>5.1972199999999997</c:v>
                </c:pt>
                <c:pt idx="18656">
                  <c:v>5.1975300000000004</c:v>
                </c:pt>
                <c:pt idx="18657">
                  <c:v>5.1978299999999997</c:v>
                </c:pt>
                <c:pt idx="18658">
                  <c:v>5.1981400000000004</c:v>
                </c:pt>
                <c:pt idx="18659">
                  <c:v>5.1984399999999997</c:v>
                </c:pt>
                <c:pt idx="18660">
                  <c:v>5.1987500000000004</c:v>
                </c:pt>
                <c:pt idx="18661">
                  <c:v>5.1990499999999997</c:v>
                </c:pt>
                <c:pt idx="18662">
                  <c:v>5.1993600000000004</c:v>
                </c:pt>
                <c:pt idx="18663">
                  <c:v>5.1996700000000002</c:v>
                </c:pt>
                <c:pt idx="18664">
                  <c:v>5.1999700000000004</c:v>
                </c:pt>
                <c:pt idx="18665">
                  <c:v>5.2002800000000002</c:v>
                </c:pt>
                <c:pt idx="18666">
                  <c:v>5.2005800000000004</c:v>
                </c:pt>
                <c:pt idx="18667">
                  <c:v>5.2008900000000002</c:v>
                </c:pt>
                <c:pt idx="18668">
                  <c:v>5.2011900000000004</c:v>
                </c:pt>
                <c:pt idx="18669">
                  <c:v>5.2015000000000002</c:v>
                </c:pt>
                <c:pt idx="18670">
                  <c:v>5.2018000000000004</c:v>
                </c:pt>
                <c:pt idx="18671">
                  <c:v>5.2021100000000002</c:v>
                </c:pt>
                <c:pt idx="18672">
                  <c:v>5.2024100000000004</c:v>
                </c:pt>
                <c:pt idx="18673">
                  <c:v>5.2027200000000002</c:v>
                </c:pt>
                <c:pt idx="18674">
                  <c:v>5.2030200000000004</c:v>
                </c:pt>
                <c:pt idx="18675">
                  <c:v>5.2033300000000002</c:v>
                </c:pt>
                <c:pt idx="18676">
                  <c:v>5.20364</c:v>
                </c:pt>
                <c:pt idx="18677">
                  <c:v>5.2039400000000002</c:v>
                </c:pt>
                <c:pt idx="18678">
                  <c:v>5.20425</c:v>
                </c:pt>
                <c:pt idx="18679">
                  <c:v>5.2045500000000002</c:v>
                </c:pt>
                <c:pt idx="18680">
                  <c:v>5.20486</c:v>
                </c:pt>
                <c:pt idx="18681">
                  <c:v>5.2051600000000002</c:v>
                </c:pt>
                <c:pt idx="18682">
                  <c:v>5.20547</c:v>
                </c:pt>
                <c:pt idx="18683">
                  <c:v>5.2057700000000002</c:v>
                </c:pt>
                <c:pt idx="18684">
                  <c:v>5.20608</c:v>
                </c:pt>
                <c:pt idx="18685">
                  <c:v>5.2063800000000002</c:v>
                </c:pt>
                <c:pt idx="18686">
                  <c:v>5.20669</c:v>
                </c:pt>
                <c:pt idx="18687">
                  <c:v>5.2069900000000002</c:v>
                </c:pt>
                <c:pt idx="18688">
                  <c:v>5.2073</c:v>
                </c:pt>
                <c:pt idx="18689">
                  <c:v>5.2076099999999999</c:v>
                </c:pt>
                <c:pt idx="18690">
                  <c:v>5.20791</c:v>
                </c:pt>
                <c:pt idx="18691">
                  <c:v>5.2082199999999998</c:v>
                </c:pt>
                <c:pt idx="18692">
                  <c:v>5.20852</c:v>
                </c:pt>
                <c:pt idx="18693">
                  <c:v>5.2088299999999998</c:v>
                </c:pt>
                <c:pt idx="18694">
                  <c:v>5.20913</c:v>
                </c:pt>
                <c:pt idx="18695">
                  <c:v>5.2094399999999998</c:v>
                </c:pt>
                <c:pt idx="18696">
                  <c:v>5.20974</c:v>
                </c:pt>
                <c:pt idx="18697">
                  <c:v>5.2100499999999998</c:v>
                </c:pt>
                <c:pt idx="18698">
                  <c:v>5.21035</c:v>
                </c:pt>
                <c:pt idx="18699">
                  <c:v>5.2106599999999998</c:v>
                </c:pt>
                <c:pt idx="18700">
                  <c:v>5.2109699999999997</c:v>
                </c:pt>
                <c:pt idx="18701">
                  <c:v>5.2112699999999998</c:v>
                </c:pt>
                <c:pt idx="18702">
                  <c:v>5.2115799999999997</c:v>
                </c:pt>
                <c:pt idx="18703">
                  <c:v>5.2118799999999998</c:v>
                </c:pt>
                <c:pt idx="18704">
                  <c:v>5.2121899999999997</c:v>
                </c:pt>
                <c:pt idx="18705">
                  <c:v>5.2124899999999998</c:v>
                </c:pt>
                <c:pt idx="18706">
                  <c:v>5.2127999999999997</c:v>
                </c:pt>
                <c:pt idx="18707">
                  <c:v>5.2130999999999998</c:v>
                </c:pt>
                <c:pt idx="18708">
                  <c:v>5.2134099999999997</c:v>
                </c:pt>
                <c:pt idx="18709">
                  <c:v>5.2137099999999998</c:v>
                </c:pt>
                <c:pt idx="18710">
                  <c:v>5.2140199999999997</c:v>
                </c:pt>
                <c:pt idx="18711">
                  <c:v>5.2143199999999998</c:v>
                </c:pt>
                <c:pt idx="18712">
                  <c:v>5.2146299999999997</c:v>
                </c:pt>
                <c:pt idx="18713">
                  <c:v>5.2149400000000004</c:v>
                </c:pt>
                <c:pt idx="18714">
                  <c:v>5.2152399999999997</c:v>
                </c:pt>
                <c:pt idx="18715">
                  <c:v>5.2155500000000004</c:v>
                </c:pt>
                <c:pt idx="18716">
                  <c:v>5.2158499999999997</c:v>
                </c:pt>
                <c:pt idx="18717">
                  <c:v>5.2161600000000004</c:v>
                </c:pt>
                <c:pt idx="18718">
                  <c:v>5.2164599999999997</c:v>
                </c:pt>
                <c:pt idx="18719">
                  <c:v>5.2167700000000004</c:v>
                </c:pt>
                <c:pt idx="18720">
                  <c:v>5.2170699999999997</c:v>
                </c:pt>
                <c:pt idx="18721">
                  <c:v>5.2173800000000004</c:v>
                </c:pt>
                <c:pt idx="18722">
                  <c:v>5.2176799999999997</c:v>
                </c:pt>
                <c:pt idx="18723">
                  <c:v>5.2179900000000004</c:v>
                </c:pt>
                <c:pt idx="18724">
                  <c:v>5.2182899999999997</c:v>
                </c:pt>
                <c:pt idx="18725">
                  <c:v>5.2186000000000003</c:v>
                </c:pt>
                <c:pt idx="18726">
                  <c:v>5.2189100000000002</c:v>
                </c:pt>
                <c:pt idx="18727">
                  <c:v>5.2192100000000003</c:v>
                </c:pt>
                <c:pt idx="18728">
                  <c:v>5.2195200000000002</c:v>
                </c:pt>
                <c:pt idx="18729">
                  <c:v>5.2198200000000003</c:v>
                </c:pt>
                <c:pt idx="18730">
                  <c:v>5.2201300000000002</c:v>
                </c:pt>
                <c:pt idx="18731">
                  <c:v>5.2204300000000003</c:v>
                </c:pt>
                <c:pt idx="18732">
                  <c:v>5.2207400000000002</c:v>
                </c:pt>
                <c:pt idx="18733">
                  <c:v>5.2210400000000003</c:v>
                </c:pt>
                <c:pt idx="18734">
                  <c:v>5.2213500000000002</c:v>
                </c:pt>
                <c:pt idx="18735">
                  <c:v>5.2216500000000003</c:v>
                </c:pt>
                <c:pt idx="18736">
                  <c:v>5.2219600000000002</c:v>
                </c:pt>
                <c:pt idx="18737">
                  <c:v>5.2222600000000003</c:v>
                </c:pt>
                <c:pt idx="18738">
                  <c:v>5.2225700000000002</c:v>
                </c:pt>
                <c:pt idx="18739">
                  <c:v>5.22288</c:v>
                </c:pt>
                <c:pt idx="18740">
                  <c:v>5.2231800000000002</c:v>
                </c:pt>
                <c:pt idx="18741">
                  <c:v>5.22349</c:v>
                </c:pt>
                <c:pt idx="18742">
                  <c:v>5.2237900000000002</c:v>
                </c:pt>
                <c:pt idx="18743">
                  <c:v>5.2241</c:v>
                </c:pt>
                <c:pt idx="18744">
                  <c:v>5.2244000000000002</c:v>
                </c:pt>
                <c:pt idx="18745">
                  <c:v>5.22471</c:v>
                </c:pt>
                <c:pt idx="18746">
                  <c:v>5.2250100000000002</c:v>
                </c:pt>
                <c:pt idx="18747">
                  <c:v>5.22532</c:v>
                </c:pt>
                <c:pt idx="18748">
                  <c:v>5.2256200000000002</c:v>
                </c:pt>
                <c:pt idx="18749">
                  <c:v>5.22593</c:v>
                </c:pt>
                <c:pt idx="18750">
                  <c:v>5.2262300000000002</c:v>
                </c:pt>
                <c:pt idx="18751">
                  <c:v>5.22654</c:v>
                </c:pt>
                <c:pt idx="18752">
                  <c:v>5.2268499999999998</c:v>
                </c:pt>
                <c:pt idx="18753">
                  <c:v>5.22715</c:v>
                </c:pt>
                <c:pt idx="18754">
                  <c:v>5.2274599999999998</c:v>
                </c:pt>
                <c:pt idx="18755">
                  <c:v>5.22776</c:v>
                </c:pt>
                <c:pt idx="18756">
                  <c:v>5.2280699999999998</c:v>
                </c:pt>
                <c:pt idx="18757">
                  <c:v>5.22837</c:v>
                </c:pt>
                <c:pt idx="18758">
                  <c:v>5.2286799999999998</c:v>
                </c:pt>
                <c:pt idx="18759">
                  <c:v>5.22898</c:v>
                </c:pt>
                <c:pt idx="18760">
                  <c:v>5.2292899999999998</c:v>
                </c:pt>
                <c:pt idx="18761">
                  <c:v>5.22959</c:v>
                </c:pt>
                <c:pt idx="18762">
                  <c:v>5.2298999999999998</c:v>
                </c:pt>
                <c:pt idx="18763">
                  <c:v>5.2302099999999996</c:v>
                </c:pt>
                <c:pt idx="18764">
                  <c:v>5.2305099999999998</c:v>
                </c:pt>
                <c:pt idx="18765">
                  <c:v>5.2308199999999996</c:v>
                </c:pt>
                <c:pt idx="18766">
                  <c:v>5.2311199999999998</c:v>
                </c:pt>
                <c:pt idx="18767">
                  <c:v>5.2314299999999996</c:v>
                </c:pt>
                <c:pt idx="18768">
                  <c:v>5.2317299999999998</c:v>
                </c:pt>
                <c:pt idx="18769">
                  <c:v>5.2320399999999996</c:v>
                </c:pt>
                <c:pt idx="18770">
                  <c:v>5.2323399999999998</c:v>
                </c:pt>
                <c:pt idx="18771">
                  <c:v>5.2326499999999996</c:v>
                </c:pt>
                <c:pt idx="18772">
                  <c:v>5.2329499999999998</c:v>
                </c:pt>
                <c:pt idx="18773">
                  <c:v>5.2332599999999996</c:v>
                </c:pt>
                <c:pt idx="18774">
                  <c:v>5.2335599999999998</c:v>
                </c:pt>
                <c:pt idx="18775">
                  <c:v>5.2338699999999996</c:v>
                </c:pt>
                <c:pt idx="18776">
                  <c:v>5.2341800000000003</c:v>
                </c:pt>
                <c:pt idx="18777">
                  <c:v>5.2344799999999996</c:v>
                </c:pt>
                <c:pt idx="18778">
                  <c:v>5.2347900000000003</c:v>
                </c:pt>
                <c:pt idx="18779">
                  <c:v>5.2350899999999996</c:v>
                </c:pt>
                <c:pt idx="18780">
                  <c:v>5.2354000000000003</c:v>
                </c:pt>
                <c:pt idx="18781">
                  <c:v>5.2356999999999996</c:v>
                </c:pt>
                <c:pt idx="18782">
                  <c:v>5.2360100000000003</c:v>
                </c:pt>
                <c:pt idx="18783">
                  <c:v>5.2363099999999996</c:v>
                </c:pt>
                <c:pt idx="18784">
                  <c:v>5.2366200000000003</c:v>
                </c:pt>
                <c:pt idx="18785">
                  <c:v>5.2369199999999996</c:v>
                </c:pt>
                <c:pt idx="18786">
                  <c:v>5.2372300000000003</c:v>
                </c:pt>
                <c:pt idx="18787">
                  <c:v>5.2375299999999996</c:v>
                </c:pt>
                <c:pt idx="18788">
                  <c:v>5.2378400000000003</c:v>
                </c:pt>
                <c:pt idx="18789">
                  <c:v>5.2381500000000001</c:v>
                </c:pt>
                <c:pt idx="18790">
                  <c:v>5.2384500000000003</c:v>
                </c:pt>
                <c:pt idx="18791">
                  <c:v>5.2387600000000001</c:v>
                </c:pt>
                <c:pt idx="18792">
                  <c:v>5.2390600000000003</c:v>
                </c:pt>
                <c:pt idx="18793">
                  <c:v>5.2393700000000001</c:v>
                </c:pt>
                <c:pt idx="18794">
                  <c:v>5.2396700000000003</c:v>
                </c:pt>
                <c:pt idx="18795">
                  <c:v>5.2399800000000001</c:v>
                </c:pt>
                <c:pt idx="18796">
                  <c:v>5.2402800000000003</c:v>
                </c:pt>
                <c:pt idx="18797">
                  <c:v>5.2405900000000001</c:v>
                </c:pt>
                <c:pt idx="18798">
                  <c:v>5.2408900000000003</c:v>
                </c:pt>
                <c:pt idx="18799">
                  <c:v>5.2412000000000001</c:v>
                </c:pt>
                <c:pt idx="18800">
                  <c:v>5.2415000000000003</c:v>
                </c:pt>
                <c:pt idx="18801">
                  <c:v>5.2418100000000001</c:v>
                </c:pt>
                <c:pt idx="18802">
                  <c:v>5.2421199999999999</c:v>
                </c:pt>
                <c:pt idx="18803">
                  <c:v>5.2424200000000001</c:v>
                </c:pt>
                <c:pt idx="18804">
                  <c:v>5.2427299999999999</c:v>
                </c:pt>
                <c:pt idx="18805">
                  <c:v>5.2430300000000001</c:v>
                </c:pt>
                <c:pt idx="18806">
                  <c:v>5.2433399999999999</c:v>
                </c:pt>
                <c:pt idx="18807">
                  <c:v>5.2436400000000001</c:v>
                </c:pt>
                <c:pt idx="18808">
                  <c:v>5.2439499999999999</c:v>
                </c:pt>
                <c:pt idx="18809">
                  <c:v>5.2442500000000001</c:v>
                </c:pt>
                <c:pt idx="18810">
                  <c:v>5.2445599999999999</c:v>
                </c:pt>
                <c:pt idx="18811">
                  <c:v>5.2448600000000001</c:v>
                </c:pt>
                <c:pt idx="18812">
                  <c:v>5.2451699999999999</c:v>
                </c:pt>
                <c:pt idx="18813">
                  <c:v>5.2454700000000001</c:v>
                </c:pt>
                <c:pt idx="18814">
                  <c:v>5.2457799999999999</c:v>
                </c:pt>
                <c:pt idx="18815">
                  <c:v>5.2460899999999997</c:v>
                </c:pt>
                <c:pt idx="18816">
                  <c:v>5.2463899999999999</c:v>
                </c:pt>
                <c:pt idx="18817">
                  <c:v>5.2466999999999997</c:v>
                </c:pt>
                <c:pt idx="18818">
                  <c:v>5.2469999999999999</c:v>
                </c:pt>
                <c:pt idx="18819">
                  <c:v>5.2473099999999997</c:v>
                </c:pt>
                <c:pt idx="18820">
                  <c:v>5.2476099999999999</c:v>
                </c:pt>
                <c:pt idx="18821">
                  <c:v>5.2479199999999997</c:v>
                </c:pt>
                <c:pt idx="18822">
                  <c:v>5.2482199999999999</c:v>
                </c:pt>
                <c:pt idx="18823">
                  <c:v>5.2485299999999997</c:v>
                </c:pt>
                <c:pt idx="18824">
                  <c:v>5.2488299999999999</c:v>
                </c:pt>
                <c:pt idx="18825">
                  <c:v>5.2491399999999997</c:v>
                </c:pt>
                <c:pt idx="18826">
                  <c:v>5.2494500000000004</c:v>
                </c:pt>
                <c:pt idx="18827">
                  <c:v>5.2497499999999997</c:v>
                </c:pt>
                <c:pt idx="18828">
                  <c:v>5.2500600000000004</c:v>
                </c:pt>
                <c:pt idx="18829">
                  <c:v>5.2503599999999997</c:v>
                </c:pt>
                <c:pt idx="18830">
                  <c:v>5.2506700000000004</c:v>
                </c:pt>
                <c:pt idx="18831">
                  <c:v>5.2509699999999997</c:v>
                </c:pt>
                <c:pt idx="18832">
                  <c:v>5.2512800000000004</c:v>
                </c:pt>
                <c:pt idx="18833">
                  <c:v>5.2515799999999997</c:v>
                </c:pt>
                <c:pt idx="18834">
                  <c:v>5.2518900000000004</c:v>
                </c:pt>
                <c:pt idx="18835">
                  <c:v>5.2521899999999997</c:v>
                </c:pt>
                <c:pt idx="18836">
                  <c:v>5.2525000000000004</c:v>
                </c:pt>
                <c:pt idx="18837">
                  <c:v>5.2527999999999997</c:v>
                </c:pt>
                <c:pt idx="18838">
                  <c:v>5.2531100000000004</c:v>
                </c:pt>
                <c:pt idx="18839">
                  <c:v>5.2534200000000002</c:v>
                </c:pt>
                <c:pt idx="18840">
                  <c:v>5.2537200000000004</c:v>
                </c:pt>
                <c:pt idx="18841">
                  <c:v>5.2540300000000002</c:v>
                </c:pt>
                <c:pt idx="18842">
                  <c:v>5.2543300000000004</c:v>
                </c:pt>
                <c:pt idx="18843">
                  <c:v>5.2546400000000002</c:v>
                </c:pt>
                <c:pt idx="18844">
                  <c:v>5.2549400000000004</c:v>
                </c:pt>
                <c:pt idx="18845">
                  <c:v>5.2552500000000002</c:v>
                </c:pt>
                <c:pt idx="18846">
                  <c:v>5.2555500000000004</c:v>
                </c:pt>
                <c:pt idx="18847">
                  <c:v>5.2558600000000002</c:v>
                </c:pt>
                <c:pt idx="18848">
                  <c:v>5.2561600000000004</c:v>
                </c:pt>
                <c:pt idx="18849">
                  <c:v>5.2564700000000002</c:v>
                </c:pt>
                <c:pt idx="18850">
                  <c:v>5.2567700000000004</c:v>
                </c:pt>
                <c:pt idx="18851">
                  <c:v>5.2570800000000002</c:v>
                </c:pt>
                <c:pt idx="18852">
                  <c:v>5.25739</c:v>
                </c:pt>
                <c:pt idx="18853">
                  <c:v>5.2576900000000002</c:v>
                </c:pt>
                <c:pt idx="18854">
                  <c:v>5.258</c:v>
                </c:pt>
                <c:pt idx="18855">
                  <c:v>5.2583000000000002</c:v>
                </c:pt>
                <c:pt idx="18856">
                  <c:v>5.25861</c:v>
                </c:pt>
                <c:pt idx="18857">
                  <c:v>5.2589100000000002</c:v>
                </c:pt>
                <c:pt idx="18858">
                  <c:v>5.25922</c:v>
                </c:pt>
                <c:pt idx="18859">
                  <c:v>5.2595200000000002</c:v>
                </c:pt>
                <c:pt idx="18860">
                  <c:v>5.25983</c:v>
                </c:pt>
                <c:pt idx="18861">
                  <c:v>5.2601300000000002</c:v>
                </c:pt>
                <c:pt idx="18862">
                  <c:v>5.26044</c:v>
                </c:pt>
                <c:pt idx="18863">
                  <c:v>5.2607400000000002</c:v>
                </c:pt>
                <c:pt idx="18864">
                  <c:v>5.26105</c:v>
                </c:pt>
                <c:pt idx="18865">
                  <c:v>5.2613599999999998</c:v>
                </c:pt>
                <c:pt idx="18866">
                  <c:v>5.26166</c:v>
                </c:pt>
                <c:pt idx="18867">
                  <c:v>5.2619699999999998</c:v>
                </c:pt>
                <c:pt idx="18868">
                  <c:v>5.26227</c:v>
                </c:pt>
                <c:pt idx="18869">
                  <c:v>5.2625799999999998</c:v>
                </c:pt>
                <c:pt idx="18870">
                  <c:v>5.26288</c:v>
                </c:pt>
                <c:pt idx="18871">
                  <c:v>5.2631899999999998</c:v>
                </c:pt>
                <c:pt idx="18872">
                  <c:v>5.26349</c:v>
                </c:pt>
                <c:pt idx="18873">
                  <c:v>5.2637999999999998</c:v>
                </c:pt>
                <c:pt idx="18874">
                  <c:v>5.2641</c:v>
                </c:pt>
                <c:pt idx="18875">
                  <c:v>5.2644099999999998</c:v>
                </c:pt>
                <c:pt idx="18876">
                  <c:v>5.2647199999999996</c:v>
                </c:pt>
                <c:pt idx="18877">
                  <c:v>5.2650199999999998</c:v>
                </c:pt>
                <c:pt idx="18878">
                  <c:v>5.2653299999999996</c:v>
                </c:pt>
                <c:pt idx="18879">
                  <c:v>5.2656299999999998</c:v>
                </c:pt>
                <c:pt idx="18880">
                  <c:v>5.2659399999999996</c:v>
                </c:pt>
                <c:pt idx="18881">
                  <c:v>5.2662399999999998</c:v>
                </c:pt>
                <c:pt idx="18882">
                  <c:v>5.2665499999999996</c:v>
                </c:pt>
                <c:pt idx="18883">
                  <c:v>5.2668499999999998</c:v>
                </c:pt>
                <c:pt idx="18884">
                  <c:v>5.2671599999999996</c:v>
                </c:pt>
                <c:pt idx="18885">
                  <c:v>5.2674599999999998</c:v>
                </c:pt>
                <c:pt idx="18886">
                  <c:v>5.2677699999999996</c:v>
                </c:pt>
                <c:pt idx="18887">
                  <c:v>5.2680699999999998</c:v>
                </c:pt>
                <c:pt idx="18888">
                  <c:v>5.2683799999999996</c:v>
                </c:pt>
                <c:pt idx="18889">
                  <c:v>5.2686900000000003</c:v>
                </c:pt>
                <c:pt idx="18890">
                  <c:v>5.2689899999999996</c:v>
                </c:pt>
                <c:pt idx="18891">
                  <c:v>5.2693000000000003</c:v>
                </c:pt>
                <c:pt idx="18892">
                  <c:v>5.2695999999999996</c:v>
                </c:pt>
                <c:pt idx="18893">
                  <c:v>5.2699100000000003</c:v>
                </c:pt>
                <c:pt idx="18894">
                  <c:v>5.2702099999999996</c:v>
                </c:pt>
                <c:pt idx="18895">
                  <c:v>5.2705200000000003</c:v>
                </c:pt>
                <c:pt idx="18896">
                  <c:v>5.2708199999999996</c:v>
                </c:pt>
                <c:pt idx="18897">
                  <c:v>5.2711300000000003</c:v>
                </c:pt>
                <c:pt idx="18898">
                  <c:v>5.2714299999999996</c:v>
                </c:pt>
                <c:pt idx="18899">
                  <c:v>5.2717400000000003</c:v>
                </c:pt>
                <c:pt idx="18900">
                  <c:v>5.2720399999999996</c:v>
                </c:pt>
                <c:pt idx="18901">
                  <c:v>5.2723500000000003</c:v>
                </c:pt>
                <c:pt idx="18902">
                  <c:v>5.2726600000000001</c:v>
                </c:pt>
                <c:pt idx="18903">
                  <c:v>5.2729600000000003</c:v>
                </c:pt>
                <c:pt idx="18904">
                  <c:v>5.2732700000000001</c:v>
                </c:pt>
                <c:pt idx="18905">
                  <c:v>5.2735700000000003</c:v>
                </c:pt>
                <c:pt idx="18906">
                  <c:v>5.2738800000000001</c:v>
                </c:pt>
                <c:pt idx="18907">
                  <c:v>5.2741800000000003</c:v>
                </c:pt>
                <c:pt idx="18908">
                  <c:v>5.2744900000000001</c:v>
                </c:pt>
                <c:pt idx="18909">
                  <c:v>5.2747900000000003</c:v>
                </c:pt>
                <c:pt idx="18910">
                  <c:v>5.2751000000000001</c:v>
                </c:pt>
                <c:pt idx="18911">
                  <c:v>5.2754000000000003</c:v>
                </c:pt>
                <c:pt idx="18912">
                  <c:v>5.2757100000000001</c:v>
                </c:pt>
                <c:pt idx="18913">
                  <c:v>5.2760100000000003</c:v>
                </c:pt>
                <c:pt idx="18914">
                  <c:v>5.2763200000000001</c:v>
                </c:pt>
                <c:pt idx="18915">
                  <c:v>5.2766299999999999</c:v>
                </c:pt>
                <c:pt idx="18916">
                  <c:v>5.2769300000000001</c:v>
                </c:pt>
                <c:pt idx="18917">
                  <c:v>5.2772399999999999</c:v>
                </c:pt>
                <c:pt idx="18918">
                  <c:v>5.2775400000000001</c:v>
                </c:pt>
                <c:pt idx="18919">
                  <c:v>5.2778499999999999</c:v>
                </c:pt>
                <c:pt idx="18920">
                  <c:v>5.2781500000000001</c:v>
                </c:pt>
                <c:pt idx="18921">
                  <c:v>5.2784599999999999</c:v>
                </c:pt>
                <c:pt idx="18922">
                  <c:v>5.2787600000000001</c:v>
                </c:pt>
                <c:pt idx="18923">
                  <c:v>5.2790699999999999</c:v>
                </c:pt>
                <c:pt idx="18924">
                  <c:v>5.2793700000000001</c:v>
                </c:pt>
                <c:pt idx="18925">
                  <c:v>5.2796799999999999</c:v>
                </c:pt>
                <c:pt idx="18926">
                  <c:v>5.2799800000000001</c:v>
                </c:pt>
                <c:pt idx="18927">
                  <c:v>5.2802899999999999</c:v>
                </c:pt>
                <c:pt idx="18928">
                  <c:v>5.2805999999999997</c:v>
                </c:pt>
                <c:pt idx="18929">
                  <c:v>5.2808999999999999</c:v>
                </c:pt>
                <c:pt idx="18930">
                  <c:v>5.2812099999999997</c:v>
                </c:pt>
                <c:pt idx="18931">
                  <c:v>5.2815099999999999</c:v>
                </c:pt>
                <c:pt idx="18932">
                  <c:v>5.2818199999999997</c:v>
                </c:pt>
                <c:pt idx="18933">
                  <c:v>5.2821199999999999</c:v>
                </c:pt>
                <c:pt idx="18934">
                  <c:v>5.2824299999999997</c:v>
                </c:pt>
                <c:pt idx="18935">
                  <c:v>5.2827299999999999</c:v>
                </c:pt>
                <c:pt idx="18936">
                  <c:v>5.2830399999999997</c:v>
                </c:pt>
                <c:pt idx="18937">
                  <c:v>5.2833399999999999</c:v>
                </c:pt>
                <c:pt idx="18938">
                  <c:v>5.2836499999999997</c:v>
                </c:pt>
                <c:pt idx="18939">
                  <c:v>5.2839600000000004</c:v>
                </c:pt>
                <c:pt idx="18940">
                  <c:v>5.2842599999999997</c:v>
                </c:pt>
                <c:pt idx="18941">
                  <c:v>5.2845700000000004</c:v>
                </c:pt>
                <c:pt idx="18942">
                  <c:v>5.2848699999999997</c:v>
                </c:pt>
                <c:pt idx="18943">
                  <c:v>5.2851800000000004</c:v>
                </c:pt>
                <c:pt idx="18944">
                  <c:v>5.2854799999999997</c:v>
                </c:pt>
                <c:pt idx="18945">
                  <c:v>5.2857900000000004</c:v>
                </c:pt>
                <c:pt idx="18946">
                  <c:v>5.2860899999999997</c:v>
                </c:pt>
                <c:pt idx="18947">
                  <c:v>5.2864000000000004</c:v>
                </c:pt>
                <c:pt idx="18948">
                  <c:v>5.2866999999999997</c:v>
                </c:pt>
                <c:pt idx="18949">
                  <c:v>5.2870100000000004</c:v>
                </c:pt>
                <c:pt idx="18950">
                  <c:v>5.2873099999999997</c:v>
                </c:pt>
                <c:pt idx="18951">
                  <c:v>5.2876200000000004</c:v>
                </c:pt>
                <c:pt idx="18952">
                  <c:v>5.2879300000000002</c:v>
                </c:pt>
                <c:pt idx="18953">
                  <c:v>5.2882300000000004</c:v>
                </c:pt>
                <c:pt idx="18954">
                  <c:v>5.2885400000000002</c:v>
                </c:pt>
                <c:pt idx="18955">
                  <c:v>5.2888400000000004</c:v>
                </c:pt>
                <c:pt idx="18956">
                  <c:v>5.2891500000000002</c:v>
                </c:pt>
                <c:pt idx="18957">
                  <c:v>5.2894500000000004</c:v>
                </c:pt>
                <c:pt idx="18958">
                  <c:v>5.2897600000000002</c:v>
                </c:pt>
                <c:pt idx="18959">
                  <c:v>5.2900600000000004</c:v>
                </c:pt>
                <c:pt idx="18960">
                  <c:v>5.2903700000000002</c:v>
                </c:pt>
                <c:pt idx="18961">
                  <c:v>5.2906700000000004</c:v>
                </c:pt>
                <c:pt idx="18962">
                  <c:v>5.2909800000000002</c:v>
                </c:pt>
                <c:pt idx="18963">
                  <c:v>5.2912800000000004</c:v>
                </c:pt>
                <c:pt idx="18964">
                  <c:v>5.2915900000000002</c:v>
                </c:pt>
                <c:pt idx="18965">
                  <c:v>5.2919</c:v>
                </c:pt>
                <c:pt idx="18966">
                  <c:v>5.2922000000000002</c:v>
                </c:pt>
                <c:pt idx="18967">
                  <c:v>5.29251</c:v>
                </c:pt>
                <c:pt idx="18968">
                  <c:v>5.2928100000000002</c:v>
                </c:pt>
                <c:pt idx="18969">
                  <c:v>5.29312</c:v>
                </c:pt>
                <c:pt idx="18970">
                  <c:v>5.2934200000000002</c:v>
                </c:pt>
                <c:pt idx="18971">
                  <c:v>5.29373</c:v>
                </c:pt>
                <c:pt idx="18972">
                  <c:v>5.2940300000000002</c:v>
                </c:pt>
                <c:pt idx="18973">
                  <c:v>5.29434</c:v>
                </c:pt>
                <c:pt idx="18974">
                  <c:v>5.2946400000000002</c:v>
                </c:pt>
                <c:pt idx="18975">
                  <c:v>5.29495</c:v>
                </c:pt>
                <c:pt idx="18976">
                  <c:v>5.2952500000000002</c:v>
                </c:pt>
                <c:pt idx="18977">
                  <c:v>5.29556</c:v>
                </c:pt>
                <c:pt idx="18978">
                  <c:v>5.2958699999999999</c:v>
                </c:pt>
                <c:pt idx="18979">
                  <c:v>5.29617</c:v>
                </c:pt>
                <c:pt idx="18980">
                  <c:v>5.2964799999999999</c:v>
                </c:pt>
                <c:pt idx="18981">
                  <c:v>5.29678</c:v>
                </c:pt>
                <c:pt idx="18982">
                  <c:v>5.2970899999999999</c:v>
                </c:pt>
                <c:pt idx="18983">
                  <c:v>5.29739</c:v>
                </c:pt>
                <c:pt idx="18984">
                  <c:v>5.2976999999999999</c:v>
                </c:pt>
                <c:pt idx="18985">
                  <c:v>5.298</c:v>
                </c:pt>
                <c:pt idx="18986">
                  <c:v>5.2983099999999999</c:v>
                </c:pt>
                <c:pt idx="18987">
                  <c:v>5.29861</c:v>
                </c:pt>
                <c:pt idx="18988">
                  <c:v>5.2989199999999999</c:v>
                </c:pt>
                <c:pt idx="18989">
                  <c:v>5.29922</c:v>
                </c:pt>
                <c:pt idx="18990">
                  <c:v>5.2995299999999999</c:v>
                </c:pt>
                <c:pt idx="18991">
                  <c:v>5.2998399999999997</c:v>
                </c:pt>
                <c:pt idx="18992">
                  <c:v>5.3001399999999999</c:v>
                </c:pt>
                <c:pt idx="18993">
                  <c:v>5.3004499999999997</c:v>
                </c:pt>
                <c:pt idx="18994">
                  <c:v>5.3007499999999999</c:v>
                </c:pt>
                <c:pt idx="18995">
                  <c:v>5.3010599999999997</c:v>
                </c:pt>
                <c:pt idx="18996">
                  <c:v>5.3013599999999999</c:v>
                </c:pt>
                <c:pt idx="18997">
                  <c:v>5.3016699999999997</c:v>
                </c:pt>
                <c:pt idx="18998">
                  <c:v>5.3019699999999998</c:v>
                </c:pt>
                <c:pt idx="18999">
                  <c:v>5.3022799999999997</c:v>
                </c:pt>
                <c:pt idx="19000">
                  <c:v>5.3025799999999998</c:v>
                </c:pt>
                <c:pt idx="19001">
                  <c:v>5.3028899999999997</c:v>
                </c:pt>
                <c:pt idx="19002">
                  <c:v>5.3032000000000004</c:v>
                </c:pt>
                <c:pt idx="19003">
                  <c:v>5.3034999999999997</c:v>
                </c:pt>
                <c:pt idx="19004">
                  <c:v>5.3038100000000004</c:v>
                </c:pt>
                <c:pt idx="19005">
                  <c:v>5.3041099999999997</c:v>
                </c:pt>
                <c:pt idx="19006">
                  <c:v>5.3044200000000004</c:v>
                </c:pt>
                <c:pt idx="19007">
                  <c:v>5.3047199999999997</c:v>
                </c:pt>
                <c:pt idx="19008">
                  <c:v>5.3050300000000004</c:v>
                </c:pt>
                <c:pt idx="19009">
                  <c:v>5.3053299999999997</c:v>
                </c:pt>
                <c:pt idx="19010">
                  <c:v>5.3056400000000004</c:v>
                </c:pt>
                <c:pt idx="19011">
                  <c:v>5.3059399999999997</c:v>
                </c:pt>
                <c:pt idx="19012">
                  <c:v>5.3062500000000004</c:v>
                </c:pt>
                <c:pt idx="19013">
                  <c:v>5.3065499999999997</c:v>
                </c:pt>
                <c:pt idx="19014">
                  <c:v>5.3068600000000004</c:v>
                </c:pt>
                <c:pt idx="19015">
                  <c:v>5.3071700000000002</c:v>
                </c:pt>
                <c:pt idx="19016">
                  <c:v>5.3074700000000004</c:v>
                </c:pt>
                <c:pt idx="19017">
                  <c:v>5.3077800000000002</c:v>
                </c:pt>
                <c:pt idx="19018">
                  <c:v>5.3080800000000004</c:v>
                </c:pt>
                <c:pt idx="19019">
                  <c:v>5.3083900000000002</c:v>
                </c:pt>
                <c:pt idx="19020">
                  <c:v>5.3086900000000004</c:v>
                </c:pt>
                <c:pt idx="19021">
                  <c:v>5.3090000000000002</c:v>
                </c:pt>
                <c:pt idx="19022">
                  <c:v>5.3093000000000004</c:v>
                </c:pt>
                <c:pt idx="19023">
                  <c:v>5.3096100000000002</c:v>
                </c:pt>
                <c:pt idx="19024">
                  <c:v>5.3099100000000004</c:v>
                </c:pt>
                <c:pt idx="19025">
                  <c:v>5.3102200000000002</c:v>
                </c:pt>
                <c:pt idx="19026">
                  <c:v>5.3105200000000004</c:v>
                </c:pt>
                <c:pt idx="19027">
                  <c:v>5.3108300000000002</c:v>
                </c:pt>
                <c:pt idx="19028">
                  <c:v>5.31114</c:v>
                </c:pt>
                <c:pt idx="19029">
                  <c:v>5.3114400000000002</c:v>
                </c:pt>
                <c:pt idx="19030">
                  <c:v>5.31175</c:v>
                </c:pt>
                <c:pt idx="19031">
                  <c:v>5.3120500000000002</c:v>
                </c:pt>
                <c:pt idx="19032">
                  <c:v>5.31236</c:v>
                </c:pt>
                <c:pt idx="19033">
                  <c:v>5.3126600000000002</c:v>
                </c:pt>
                <c:pt idx="19034">
                  <c:v>5.31297</c:v>
                </c:pt>
                <c:pt idx="19035">
                  <c:v>5.3132700000000002</c:v>
                </c:pt>
                <c:pt idx="19036">
                  <c:v>5.31358</c:v>
                </c:pt>
                <c:pt idx="19037">
                  <c:v>5.3138800000000002</c:v>
                </c:pt>
                <c:pt idx="19038">
                  <c:v>5.31419</c:v>
                </c:pt>
                <c:pt idx="19039">
                  <c:v>5.3144900000000002</c:v>
                </c:pt>
                <c:pt idx="19040">
                  <c:v>5.3148</c:v>
                </c:pt>
                <c:pt idx="19041">
                  <c:v>5.3151099999999998</c:v>
                </c:pt>
                <c:pt idx="19042">
                  <c:v>5.31541</c:v>
                </c:pt>
                <c:pt idx="19043">
                  <c:v>5.3157199999999998</c:v>
                </c:pt>
                <c:pt idx="19044">
                  <c:v>5.31602</c:v>
                </c:pt>
                <c:pt idx="19045">
                  <c:v>5.3163299999999998</c:v>
                </c:pt>
                <c:pt idx="19046">
                  <c:v>5.31663</c:v>
                </c:pt>
                <c:pt idx="19047">
                  <c:v>5.3169399999999998</c:v>
                </c:pt>
                <c:pt idx="19048">
                  <c:v>5.31724</c:v>
                </c:pt>
                <c:pt idx="19049">
                  <c:v>5.3175499999999998</c:v>
                </c:pt>
                <c:pt idx="19050">
                  <c:v>5.31785</c:v>
                </c:pt>
                <c:pt idx="19051">
                  <c:v>5.3181599999999998</c:v>
                </c:pt>
                <c:pt idx="19052">
                  <c:v>5.31846</c:v>
                </c:pt>
                <c:pt idx="19053">
                  <c:v>5.3187699999999998</c:v>
                </c:pt>
                <c:pt idx="19054">
                  <c:v>5.3190799999999996</c:v>
                </c:pt>
                <c:pt idx="19055">
                  <c:v>5.3193799999999998</c:v>
                </c:pt>
                <c:pt idx="19056">
                  <c:v>5.3196899999999996</c:v>
                </c:pt>
                <c:pt idx="19057">
                  <c:v>5.3199899999999998</c:v>
                </c:pt>
                <c:pt idx="19058">
                  <c:v>5.3202999999999996</c:v>
                </c:pt>
                <c:pt idx="19059">
                  <c:v>5.3205999999999998</c:v>
                </c:pt>
                <c:pt idx="19060">
                  <c:v>5.3209099999999996</c:v>
                </c:pt>
                <c:pt idx="19061">
                  <c:v>5.3212099999999998</c:v>
                </c:pt>
                <c:pt idx="19062">
                  <c:v>5.3215199999999996</c:v>
                </c:pt>
                <c:pt idx="19063">
                  <c:v>5.3218199999999998</c:v>
                </c:pt>
                <c:pt idx="19064">
                  <c:v>5.3221299999999996</c:v>
                </c:pt>
                <c:pt idx="19065">
                  <c:v>5.3224400000000003</c:v>
                </c:pt>
                <c:pt idx="19066">
                  <c:v>5.3227399999999996</c:v>
                </c:pt>
                <c:pt idx="19067">
                  <c:v>5.3230500000000003</c:v>
                </c:pt>
                <c:pt idx="19068">
                  <c:v>5.3233499999999996</c:v>
                </c:pt>
                <c:pt idx="19069">
                  <c:v>5.3236600000000003</c:v>
                </c:pt>
                <c:pt idx="19070">
                  <c:v>5.3239599999999996</c:v>
                </c:pt>
                <c:pt idx="19071">
                  <c:v>5.3242700000000003</c:v>
                </c:pt>
                <c:pt idx="19072">
                  <c:v>5.3245699999999996</c:v>
                </c:pt>
                <c:pt idx="19073">
                  <c:v>5.3248800000000003</c:v>
                </c:pt>
                <c:pt idx="19074">
                  <c:v>5.3251799999999996</c:v>
                </c:pt>
                <c:pt idx="19075">
                  <c:v>5.3254900000000003</c:v>
                </c:pt>
                <c:pt idx="19076">
                  <c:v>5.3257899999999996</c:v>
                </c:pt>
                <c:pt idx="19077">
                  <c:v>5.3261000000000003</c:v>
                </c:pt>
                <c:pt idx="19078">
                  <c:v>5.3264100000000001</c:v>
                </c:pt>
                <c:pt idx="19079">
                  <c:v>5.3267100000000003</c:v>
                </c:pt>
                <c:pt idx="19080">
                  <c:v>5.3270200000000001</c:v>
                </c:pt>
                <c:pt idx="19081">
                  <c:v>5.3273200000000003</c:v>
                </c:pt>
                <c:pt idx="19082">
                  <c:v>5.3276300000000001</c:v>
                </c:pt>
                <c:pt idx="19083">
                  <c:v>5.3279300000000003</c:v>
                </c:pt>
                <c:pt idx="19084">
                  <c:v>5.3282400000000001</c:v>
                </c:pt>
                <c:pt idx="19085">
                  <c:v>5.3285400000000003</c:v>
                </c:pt>
                <c:pt idx="19086">
                  <c:v>5.3288500000000001</c:v>
                </c:pt>
                <c:pt idx="19087">
                  <c:v>5.3291500000000003</c:v>
                </c:pt>
                <c:pt idx="19088">
                  <c:v>5.3294600000000001</c:v>
                </c:pt>
                <c:pt idx="19089">
                  <c:v>5.3297600000000003</c:v>
                </c:pt>
                <c:pt idx="19090">
                  <c:v>5.3300700000000001</c:v>
                </c:pt>
                <c:pt idx="19091">
                  <c:v>5.3303799999999999</c:v>
                </c:pt>
                <c:pt idx="19092">
                  <c:v>5.3306800000000001</c:v>
                </c:pt>
                <c:pt idx="19093">
                  <c:v>5.3309899999999999</c:v>
                </c:pt>
                <c:pt idx="19094">
                  <c:v>5.3312900000000001</c:v>
                </c:pt>
                <c:pt idx="19095">
                  <c:v>5.3315999999999999</c:v>
                </c:pt>
                <c:pt idx="19096">
                  <c:v>5.3319000000000001</c:v>
                </c:pt>
                <c:pt idx="19097">
                  <c:v>5.3322099999999999</c:v>
                </c:pt>
                <c:pt idx="19098">
                  <c:v>5.3325100000000001</c:v>
                </c:pt>
                <c:pt idx="19099">
                  <c:v>5.3328199999999999</c:v>
                </c:pt>
                <c:pt idx="19100">
                  <c:v>5.3331200000000001</c:v>
                </c:pt>
                <c:pt idx="19101">
                  <c:v>5.3334299999999999</c:v>
                </c:pt>
                <c:pt idx="19102">
                  <c:v>5.3337300000000001</c:v>
                </c:pt>
                <c:pt idx="19103">
                  <c:v>5.3340399999999999</c:v>
                </c:pt>
                <c:pt idx="19104">
                  <c:v>5.3343499999999997</c:v>
                </c:pt>
                <c:pt idx="19105">
                  <c:v>5.3346499999999999</c:v>
                </c:pt>
                <c:pt idx="19106">
                  <c:v>5.3349599999999997</c:v>
                </c:pt>
                <c:pt idx="19107">
                  <c:v>5.3352599999999999</c:v>
                </c:pt>
                <c:pt idx="19108">
                  <c:v>5.3355699999999997</c:v>
                </c:pt>
                <c:pt idx="19109">
                  <c:v>5.3358699999999999</c:v>
                </c:pt>
                <c:pt idx="19110">
                  <c:v>5.3361799999999997</c:v>
                </c:pt>
                <c:pt idx="19111">
                  <c:v>5.3364799999999999</c:v>
                </c:pt>
                <c:pt idx="19112">
                  <c:v>5.3367899999999997</c:v>
                </c:pt>
                <c:pt idx="19113">
                  <c:v>5.3370899999999999</c:v>
                </c:pt>
                <c:pt idx="19114">
                  <c:v>5.3373999999999997</c:v>
                </c:pt>
                <c:pt idx="19115">
                  <c:v>5.3377100000000004</c:v>
                </c:pt>
                <c:pt idx="19116">
                  <c:v>5.3380099999999997</c:v>
                </c:pt>
                <c:pt idx="19117">
                  <c:v>5.3383200000000004</c:v>
                </c:pt>
                <c:pt idx="19118">
                  <c:v>5.3386199999999997</c:v>
                </c:pt>
                <c:pt idx="19119">
                  <c:v>5.3389300000000004</c:v>
                </c:pt>
                <c:pt idx="19120">
                  <c:v>5.3392299999999997</c:v>
                </c:pt>
                <c:pt idx="19121">
                  <c:v>5.3395400000000004</c:v>
                </c:pt>
                <c:pt idx="19122">
                  <c:v>5.3398399999999997</c:v>
                </c:pt>
                <c:pt idx="19123">
                  <c:v>5.3401500000000004</c:v>
                </c:pt>
                <c:pt idx="19124">
                  <c:v>5.3404499999999997</c:v>
                </c:pt>
                <c:pt idx="19125">
                  <c:v>5.3407600000000004</c:v>
                </c:pt>
                <c:pt idx="19126">
                  <c:v>5.3410599999999997</c:v>
                </c:pt>
                <c:pt idx="19127">
                  <c:v>5.3413700000000004</c:v>
                </c:pt>
                <c:pt idx="19128">
                  <c:v>5.3416800000000002</c:v>
                </c:pt>
                <c:pt idx="19129">
                  <c:v>5.3419800000000004</c:v>
                </c:pt>
                <c:pt idx="19130">
                  <c:v>5.3422900000000002</c:v>
                </c:pt>
                <c:pt idx="19131">
                  <c:v>5.3425900000000004</c:v>
                </c:pt>
                <c:pt idx="19132">
                  <c:v>5.3429000000000002</c:v>
                </c:pt>
                <c:pt idx="19133">
                  <c:v>5.3432000000000004</c:v>
                </c:pt>
                <c:pt idx="19134">
                  <c:v>5.3435100000000002</c:v>
                </c:pt>
                <c:pt idx="19135">
                  <c:v>5.3438100000000004</c:v>
                </c:pt>
                <c:pt idx="19136">
                  <c:v>5.3441200000000002</c:v>
                </c:pt>
                <c:pt idx="19137">
                  <c:v>5.3444200000000004</c:v>
                </c:pt>
                <c:pt idx="19138">
                  <c:v>5.3447300000000002</c:v>
                </c:pt>
                <c:pt idx="19139">
                  <c:v>5.3450300000000004</c:v>
                </c:pt>
                <c:pt idx="19140">
                  <c:v>5.3453400000000002</c:v>
                </c:pt>
                <c:pt idx="19141">
                  <c:v>5.34565</c:v>
                </c:pt>
                <c:pt idx="19142">
                  <c:v>5.3459500000000002</c:v>
                </c:pt>
                <c:pt idx="19143">
                  <c:v>5.34626</c:v>
                </c:pt>
                <c:pt idx="19144">
                  <c:v>5.3465600000000002</c:v>
                </c:pt>
                <c:pt idx="19145">
                  <c:v>5.34687</c:v>
                </c:pt>
                <c:pt idx="19146">
                  <c:v>5.3471700000000002</c:v>
                </c:pt>
                <c:pt idx="19147">
                  <c:v>5.34748</c:v>
                </c:pt>
                <c:pt idx="19148">
                  <c:v>5.3477800000000002</c:v>
                </c:pt>
                <c:pt idx="19149">
                  <c:v>5.34809</c:v>
                </c:pt>
                <c:pt idx="19150">
                  <c:v>5.3483900000000002</c:v>
                </c:pt>
                <c:pt idx="19151">
                  <c:v>5.3487</c:v>
                </c:pt>
                <c:pt idx="19152">
                  <c:v>5.3490000000000002</c:v>
                </c:pt>
                <c:pt idx="19153">
                  <c:v>5.34931</c:v>
                </c:pt>
                <c:pt idx="19154">
                  <c:v>5.3496199999999998</c:v>
                </c:pt>
                <c:pt idx="19155">
                  <c:v>5.34992</c:v>
                </c:pt>
                <c:pt idx="19156">
                  <c:v>5.3502299999999998</c:v>
                </c:pt>
                <c:pt idx="19157">
                  <c:v>5.35053</c:v>
                </c:pt>
                <c:pt idx="19158">
                  <c:v>5.3508399999999998</c:v>
                </c:pt>
                <c:pt idx="19159">
                  <c:v>5.35114</c:v>
                </c:pt>
                <c:pt idx="19160">
                  <c:v>5.3514499999999998</c:v>
                </c:pt>
                <c:pt idx="19161">
                  <c:v>5.35175</c:v>
                </c:pt>
                <c:pt idx="19162">
                  <c:v>5.3520599999999998</c:v>
                </c:pt>
                <c:pt idx="19163">
                  <c:v>5.35236</c:v>
                </c:pt>
                <c:pt idx="19164">
                  <c:v>5.3526699999999998</c:v>
                </c:pt>
                <c:pt idx="19165">
                  <c:v>5.35297</c:v>
                </c:pt>
                <c:pt idx="19166">
                  <c:v>5.3532799999999998</c:v>
                </c:pt>
                <c:pt idx="19167">
                  <c:v>5.3535899999999996</c:v>
                </c:pt>
                <c:pt idx="19168">
                  <c:v>5.3538899999999998</c:v>
                </c:pt>
                <c:pt idx="19169">
                  <c:v>5.3541999999999996</c:v>
                </c:pt>
                <c:pt idx="19170">
                  <c:v>5.3544999999999998</c:v>
                </c:pt>
                <c:pt idx="19171">
                  <c:v>5.3548099999999996</c:v>
                </c:pt>
                <c:pt idx="19172">
                  <c:v>5.3551099999999998</c:v>
                </c:pt>
                <c:pt idx="19173">
                  <c:v>5.3554199999999996</c:v>
                </c:pt>
                <c:pt idx="19174">
                  <c:v>5.3557199999999998</c:v>
                </c:pt>
                <c:pt idx="19175">
                  <c:v>5.3560299999999996</c:v>
                </c:pt>
                <c:pt idx="19176">
                  <c:v>5.3563299999999998</c:v>
                </c:pt>
                <c:pt idx="19177">
                  <c:v>5.3566399999999996</c:v>
                </c:pt>
                <c:pt idx="19178">
                  <c:v>5.3569500000000003</c:v>
                </c:pt>
                <c:pt idx="19179">
                  <c:v>5.3572499999999996</c:v>
                </c:pt>
                <c:pt idx="19180">
                  <c:v>5.3575600000000003</c:v>
                </c:pt>
                <c:pt idx="19181">
                  <c:v>5.3578599999999996</c:v>
                </c:pt>
                <c:pt idx="19182">
                  <c:v>5.3581700000000003</c:v>
                </c:pt>
                <c:pt idx="19183">
                  <c:v>5.3584699999999996</c:v>
                </c:pt>
                <c:pt idx="19184">
                  <c:v>5.3587800000000003</c:v>
                </c:pt>
                <c:pt idx="19185">
                  <c:v>5.3590799999999996</c:v>
                </c:pt>
                <c:pt idx="19186">
                  <c:v>5.3593900000000003</c:v>
                </c:pt>
                <c:pt idx="19187">
                  <c:v>5.3596899999999996</c:v>
                </c:pt>
                <c:pt idx="19188">
                  <c:v>5.36</c:v>
                </c:pt>
                <c:pt idx="19189">
                  <c:v>5.3602999999999996</c:v>
                </c:pt>
                <c:pt idx="19190">
                  <c:v>5.3606100000000003</c:v>
                </c:pt>
                <c:pt idx="19191">
                  <c:v>5.3609200000000001</c:v>
                </c:pt>
                <c:pt idx="19192">
                  <c:v>5.3612200000000003</c:v>
                </c:pt>
                <c:pt idx="19193">
                  <c:v>5.3615300000000001</c:v>
                </c:pt>
                <c:pt idx="19194">
                  <c:v>5.3618300000000003</c:v>
                </c:pt>
                <c:pt idx="19195">
                  <c:v>5.3621400000000001</c:v>
                </c:pt>
                <c:pt idx="19196">
                  <c:v>5.3624400000000003</c:v>
                </c:pt>
                <c:pt idx="19197">
                  <c:v>5.3627500000000001</c:v>
                </c:pt>
                <c:pt idx="19198">
                  <c:v>5.3630500000000003</c:v>
                </c:pt>
                <c:pt idx="19199">
                  <c:v>5.3633600000000001</c:v>
                </c:pt>
                <c:pt idx="19200">
                  <c:v>5.3636600000000003</c:v>
                </c:pt>
                <c:pt idx="19201">
                  <c:v>5.3639700000000001</c:v>
                </c:pt>
                <c:pt idx="19202">
                  <c:v>5.3642700000000003</c:v>
                </c:pt>
                <c:pt idx="19203">
                  <c:v>5.3645800000000001</c:v>
                </c:pt>
                <c:pt idx="19204">
                  <c:v>5.3648899999999999</c:v>
                </c:pt>
                <c:pt idx="19205">
                  <c:v>5.3651900000000001</c:v>
                </c:pt>
                <c:pt idx="19206">
                  <c:v>5.3654999999999999</c:v>
                </c:pt>
                <c:pt idx="19207">
                  <c:v>5.3658000000000001</c:v>
                </c:pt>
                <c:pt idx="19208">
                  <c:v>5.3661099999999999</c:v>
                </c:pt>
                <c:pt idx="19209">
                  <c:v>5.3664100000000001</c:v>
                </c:pt>
                <c:pt idx="19210">
                  <c:v>5.3667199999999999</c:v>
                </c:pt>
                <c:pt idx="19211">
                  <c:v>5.3670200000000001</c:v>
                </c:pt>
                <c:pt idx="19212">
                  <c:v>5.3673299999999999</c:v>
                </c:pt>
                <c:pt idx="19213">
                  <c:v>5.3676300000000001</c:v>
                </c:pt>
                <c:pt idx="19214">
                  <c:v>5.3679399999999999</c:v>
                </c:pt>
                <c:pt idx="19215">
                  <c:v>5.3682400000000001</c:v>
                </c:pt>
                <c:pt idx="19216">
                  <c:v>5.3685499999999999</c:v>
                </c:pt>
                <c:pt idx="19217">
                  <c:v>5.3688599999999997</c:v>
                </c:pt>
                <c:pt idx="19218">
                  <c:v>5.3691599999999999</c:v>
                </c:pt>
                <c:pt idx="19219">
                  <c:v>5.3694699999999997</c:v>
                </c:pt>
                <c:pt idx="19220">
                  <c:v>5.3697699999999999</c:v>
                </c:pt>
                <c:pt idx="19221">
                  <c:v>5.3700799999999997</c:v>
                </c:pt>
                <c:pt idx="19222">
                  <c:v>5.3703799999999999</c:v>
                </c:pt>
                <c:pt idx="19223">
                  <c:v>5.3706899999999997</c:v>
                </c:pt>
                <c:pt idx="19224">
                  <c:v>5.3709899999999999</c:v>
                </c:pt>
                <c:pt idx="19225">
                  <c:v>5.3712999999999997</c:v>
                </c:pt>
                <c:pt idx="19226">
                  <c:v>5.3715999999999999</c:v>
                </c:pt>
                <c:pt idx="19227">
                  <c:v>5.3719099999999997</c:v>
                </c:pt>
                <c:pt idx="19228">
                  <c:v>5.3722099999999999</c:v>
                </c:pt>
                <c:pt idx="19229">
                  <c:v>5.3725199999999997</c:v>
                </c:pt>
                <c:pt idx="19230">
                  <c:v>5.3728300000000004</c:v>
                </c:pt>
                <c:pt idx="19231">
                  <c:v>5.3731299999999997</c:v>
                </c:pt>
                <c:pt idx="19232">
                  <c:v>5.3734400000000004</c:v>
                </c:pt>
                <c:pt idx="19233">
                  <c:v>5.3737399999999997</c:v>
                </c:pt>
                <c:pt idx="19234">
                  <c:v>5.3740500000000004</c:v>
                </c:pt>
                <c:pt idx="19235">
                  <c:v>5.3743499999999997</c:v>
                </c:pt>
                <c:pt idx="19236">
                  <c:v>5.3746600000000004</c:v>
                </c:pt>
                <c:pt idx="19237">
                  <c:v>5.3749599999999997</c:v>
                </c:pt>
                <c:pt idx="19238">
                  <c:v>5.3752700000000004</c:v>
                </c:pt>
                <c:pt idx="19239">
                  <c:v>5.3755699999999997</c:v>
                </c:pt>
                <c:pt idx="19240">
                  <c:v>5.3758800000000004</c:v>
                </c:pt>
                <c:pt idx="19241">
                  <c:v>5.3761900000000002</c:v>
                </c:pt>
                <c:pt idx="19242">
                  <c:v>5.3764900000000004</c:v>
                </c:pt>
                <c:pt idx="19243">
                  <c:v>5.3768000000000002</c:v>
                </c:pt>
                <c:pt idx="19244">
                  <c:v>5.3771000000000004</c:v>
                </c:pt>
                <c:pt idx="19245">
                  <c:v>5.3774100000000002</c:v>
                </c:pt>
                <c:pt idx="19246">
                  <c:v>5.3777100000000004</c:v>
                </c:pt>
                <c:pt idx="19247">
                  <c:v>5.3780200000000002</c:v>
                </c:pt>
                <c:pt idx="19248">
                  <c:v>5.3783200000000004</c:v>
                </c:pt>
                <c:pt idx="19249">
                  <c:v>5.3786300000000002</c:v>
                </c:pt>
                <c:pt idx="19250">
                  <c:v>5.3789300000000004</c:v>
                </c:pt>
                <c:pt idx="19251">
                  <c:v>5.3792400000000002</c:v>
                </c:pt>
                <c:pt idx="19252">
                  <c:v>5.3795400000000004</c:v>
                </c:pt>
                <c:pt idx="19253">
                  <c:v>5.3798500000000002</c:v>
                </c:pt>
                <c:pt idx="19254">
                  <c:v>5.3801600000000001</c:v>
                </c:pt>
                <c:pt idx="19255">
                  <c:v>5.3804600000000002</c:v>
                </c:pt>
                <c:pt idx="19256">
                  <c:v>5.3807700000000001</c:v>
                </c:pt>
                <c:pt idx="19257">
                  <c:v>5.3810700000000002</c:v>
                </c:pt>
                <c:pt idx="19258">
                  <c:v>5.3813800000000001</c:v>
                </c:pt>
                <c:pt idx="19259">
                  <c:v>5.3816800000000002</c:v>
                </c:pt>
                <c:pt idx="19260">
                  <c:v>5.3819900000000001</c:v>
                </c:pt>
                <c:pt idx="19261">
                  <c:v>5.3822900000000002</c:v>
                </c:pt>
                <c:pt idx="19262">
                  <c:v>5.3826000000000001</c:v>
                </c:pt>
                <c:pt idx="19263">
                  <c:v>5.3829000000000002</c:v>
                </c:pt>
                <c:pt idx="19264">
                  <c:v>5.3832100000000001</c:v>
                </c:pt>
                <c:pt idx="19265">
                  <c:v>5.3835100000000002</c:v>
                </c:pt>
                <c:pt idx="19266">
                  <c:v>5.3838200000000001</c:v>
                </c:pt>
                <c:pt idx="19267">
                  <c:v>5.3841299999999999</c:v>
                </c:pt>
                <c:pt idx="19268">
                  <c:v>5.38443</c:v>
                </c:pt>
                <c:pt idx="19269">
                  <c:v>5.3847399999999999</c:v>
                </c:pt>
                <c:pt idx="19270">
                  <c:v>5.38504</c:v>
                </c:pt>
                <c:pt idx="19271">
                  <c:v>5.3853499999999999</c:v>
                </c:pt>
                <c:pt idx="19272">
                  <c:v>5.38565</c:v>
                </c:pt>
                <c:pt idx="19273">
                  <c:v>5.3859599999999999</c:v>
                </c:pt>
                <c:pt idx="19274">
                  <c:v>5.38626</c:v>
                </c:pt>
                <c:pt idx="19275">
                  <c:v>5.3865699999999999</c:v>
                </c:pt>
                <c:pt idx="19276">
                  <c:v>5.38687</c:v>
                </c:pt>
                <c:pt idx="19277">
                  <c:v>5.3871799999999999</c:v>
                </c:pt>
                <c:pt idx="19278">
                  <c:v>5.38748</c:v>
                </c:pt>
                <c:pt idx="19279">
                  <c:v>5.3877899999999999</c:v>
                </c:pt>
                <c:pt idx="19280">
                  <c:v>5.3880999999999997</c:v>
                </c:pt>
                <c:pt idx="19281">
                  <c:v>5.3883999999999999</c:v>
                </c:pt>
                <c:pt idx="19282">
                  <c:v>5.3887099999999997</c:v>
                </c:pt>
                <c:pt idx="19283">
                  <c:v>5.3890099999999999</c:v>
                </c:pt>
                <c:pt idx="19284">
                  <c:v>5.3893199999999997</c:v>
                </c:pt>
                <c:pt idx="19285">
                  <c:v>5.3896199999999999</c:v>
                </c:pt>
                <c:pt idx="19286">
                  <c:v>5.3899299999999997</c:v>
                </c:pt>
                <c:pt idx="19287">
                  <c:v>5.3902299999999999</c:v>
                </c:pt>
                <c:pt idx="19288">
                  <c:v>5.3905399999999997</c:v>
                </c:pt>
                <c:pt idx="19289">
                  <c:v>5.3908399999999999</c:v>
                </c:pt>
                <c:pt idx="19290">
                  <c:v>5.3911499999999997</c:v>
                </c:pt>
                <c:pt idx="19291">
                  <c:v>5.3914600000000004</c:v>
                </c:pt>
                <c:pt idx="19292">
                  <c:v>5.3917599999999997</c:v>
                </c:pt>
                <c:pt idx="19293">
                  <c:v>5.3920700000000004</c:v>
                </c:pt>
                <c:pt idx="19294">
                  <c:v>5.3923699999999997</c:v>
                </c:pt>
                <c:pt idx="19295">
                  <c:v>5.3926800000000004</c:v>
                </c:pt>
                <c:pt idx="19296">
                  <c:v>5.3929799999999997</c:v>
                </c:pt>
                <c:pt idx="19297">
                  <c:v>5.3932900000000004</c:v>
                </c:pt>
                <c:pt idx="19298">
                  <c:v>5.3935899999999997</c:v>
                </c:pt>
                <c:pt idx="19299">
                  <c:v>5.3939000000000004</c:v>
                </c:pt>
                <c:pt idx="19300">
                  <c:v>5.3941999999999997</c:v>
                </c:pt>
                <c:pt idx="19301">
                  <c:v>5.3945100000000004</c:v>
                </c:pt>
                <c:pt idx="19302">
                  <c:v>5.3948099999999997</c:v>
                </c:pt>
                <c:pt idx="19303">
                  <c:v>5.3951200000000004</c:v>
                </c:pt>
                <c:pt idx="19304">
                  <c:v>5.3954300000000002</c:v>
                </c:pt>
                <c:pt idx="19305">
                  <c:v>5.3957300000000004</c:v>
                </c:pt>
                <c:pt idx="19306">
                  <c:v>5.3960400000000002</c:v>
                </c:pt>
                <c:pt idx="19307">
                  <c:v>5.3963400000000004</c:v>
                </c:pt>
                <c:pt idx="19308">
                  <c:v>5.3966500000000002</c:v>
                </c:pt>
                <c:pt idx="19309">
                  <c:v>5.3969500000000004</c:v>
                </c:pt>
                <c:pt idx="19310">
                  <c:v>5.3972600000000002</c:v>
                </c:pt>
                <c:pt idx="19311">
                  <c:v>5.3975600000000004</c:v>
                </c:pt>
                <c:pt idx="19312">
                  <c:v>5.3978700000000002</c:v>
                </c:pt>
                <c:pt idx="19313">
                  <c:v>5.3981700000000004</c:v>
                </c:pt>
                <c:pt idx="19314">
                  <c:v>5.3984800000000002</c:v>
                </c:pt>
                <c:pt idx="19315">
                  <c:v>5.3987800000000004</c:v>
                </c:pt>
                <c:pt idx="19316">
                  <c:v>5.3990900000000002</c:v>
                </c:pt>
                <c:pt idx="19317">
                  <c:v>5.3994</c:v>
                </c:pt>
                <c:pt idx="19318">
                  <c:v>5.3997000000000002</c:v>
                </c:pt>
                <c:pt idx="19319">
                  <c:v>5.40001</c:v>
                </c:pt>
                <c:pt idx="19320">
                  <c:v>5.4003100000000002</c:v>
                </c:pt>
                <c:pt idx="19321">
                  <c:v>5.40062</c:v>
                </c:pt>
                <c:pt idx="19322">
                  <c:v>5.4009200000000002</c:v>
                </c:pt>
                <c:pt idx="19323">
                  <c:v>5.40123</c:v>
                </c:pt>
                <c:pt idx="19324">
                  <c:v>5.4015300000000002</c:v>
                </c:pt>
                <c:pt idx="19325">
                  <c:v>5.40184</c:v>
                </c:pt>
                <c:pt idx="19326">
                  <c:v>5.4021400000000002</c:v>
                </c:pt>
                <c:pt idx="19327">
                  <c:v>5.40245</c:v>
                </c:pt>
                <c:pt idx="19328">
                  <c:v>5.4027500000000002</c:v>
                </c:pt>
                <c:pt idx="19329">
                  <c:v>5.40306</c:v>
                </c:pt>
                <c:pt idx="19330">
                  <c:v>5.4033699999999998</c:v>
                </c:pt>
                <c:pt idx="19331">
                  <c:v>5.40367</c:v>
                </c:pt>
                <c:pt idx="19332">
                  <c:v>5.4039799999999998</c:v>
                </c:pt>
                <c:pt idx="19333">
                  <c:v>5.40428</c:v>
                </c:pt>
                <c:pt idx="19334">
                  <c:v>5.4045899999999998</c:v>
                </c:pt>
                <c:pt idx="19335">
                  <c:v>5.40489</c:v>
                </c:pt>
                <c:pt idx="19336">
                  <c:v>5.4051999999999998</c:v>
                </c:pt>
                <c:pt idx="19337">
                  <c:v>5.4055</c:v>
                </c:pt>
                <c:pt idx="19338">
                  <c:v>5.4058099999999998</c:v>
                </c:pt>
                <c:pt idx="19339">
                  <c:v>5.40611</c:v>
                </c:pt>
                <c:pt idx="19340">
                  <c:v>5.4064199999999998</c:v>
                </c:pt>
                <c:pt idx="19341">
                  <c:v>5.40672</c:v>
                </c:pt>
                <c:pt idx="19342">
                  <c:v>5.4070299999999998</c:v>
                </c:pt>
                <c:pt idx="19343">
                  <c:v>5.4073399999999996</c:v>
                </c:pt>
                <c:pt idx="19344">
                  <c:v>5.4076399999999998</c:v>
                </c:pt>
                <c:pt idx="19345">
                  <c:v>5.4079499999999996</c:v>
                </c:pt>
                <c:pt idx="19346">
                  <c:v>5.4082499999999998</c:v>
                </c:pt>
                <c:pt idx="19347">
                  <c:v>5.4085599999999996</c:v>
                </c:pt>
                <c:pt idx="19348">
                  <c:v>5.4088599999999998</c:v>
                </c:pt>
                <c:pt idx="19349">
                  <c:v>5.4091699999999996</c:v>
                </c:pt>
                <c:pt idx="19350">
                  <c:v>5.4094699999999998</c:v>
                </c:pt>
                <c:pt idx="19351">
                  <c:v>5.4097799999999996</c:v>
                </c:pt>
                <c:pt idx="19352">
                  <c:v>5.4100799999999998</c:v>
                </c:pt>
                <c:pt idx="19353">
                  <c:v>5.4103899999999996</c:v>
                </c:pt>
                <c:pt idx="19354">
                  <c:v>5.4107000000000003</c:v>
                </c:pt>
                <c:pt idx="19355">
                  <c:v>5.4109999999999996</c:v>
                </c:pt>
                <c:pt idx="19356">
                  <c:v>5.4113100000000003</c:v>
                </c:pt>
                <c:pt idx="19357">
                  <c:v>5.4116099999999996</c:v>
                </c:pt>
                <c:pt idx="19358">
                  <c:v>5.4119200000000003</c:v>
                </c:pt>
                <c:pt idx="19359">
                  <c:v>5.4122199999999996</c:v>
                </c:pt>
                <c:pt idx="19360">
                  <c:v>5.4125300000000003</c:v>
                </c:pt>
                <c:pt idx="19361">
                  <c:v>5.4128299999999996</c:v>
                </c:pt>
                <c:pt idx="19362">
                  <c:v>5.4131400000000003</c:v>
                </c:pt>
                <c:pt idx="19363">
                  <c:v>5.4134399999999996</c:v>
                </c:pt>
                <c:pt idx="19364">
                  <c:v>5.4137500000000003</c:v>
                </c:pt>
                <c:pt idx="19365">
                  <c:v>5.4140499999999996</c:v>
                </c:pt>
                <c:pt idx="19366">
                  <c:v>5.4143600000000003</c:v>
                </c:pt>
                <c:pt idx="19367">
                  <c:v>5.4146700000000001</c:v>
                </c:pt>
                <c:pt idx="19368">
                  <c:v>5.4149700000000003</c:v>
                </c:pt>
                <c:pt idx="19369">
                  <c:v>5.4152800000000001</c:v>
                </c:pt>
                <c:pt idx="19370">
                  <c:v>5.4155800000000003</c:v>
                </c:pt>
                <c:pt idx="19371">
                  <c:v>5.4158900000000001</c:v>
                </c:pt>
                <c:pt idx="19372">
                  <c:v>5.4161900000000003</c:v>
                </c:pt>
                <c:pt idx="19373">
                  <c:v>5.4165000000000001</c:v>
                </c:pt>
                <c:pt idx="19374">
                  <c:v>5.4168000000000003</c:v>
                </c:pt>
                <c:pt idx="19375">
                  <c:v>5.4171100000000001</c:v>
                </c:pt>
                <c:pt idx="19376">
                  <c:v>5.4174100000000003</c:v>
                </c:pt>
                <c:pt idx="19377">
                  <c:v>5.4177200000000001</c:v>
                </c:pt>
                <c:pt idx="19378">
                  <c:v>5.4180200000000003</c:v>
                </c:pt>
                <c:pt idx="19379">
                  <c:v>5.4183300000000001</c:v>
                </c:pt>
                <c:pt idx="19380">
                  <c:v>5.4186399999999999</c:v>
                </c:pt>
                <c:pt idx="19381">
                  <c:v>5.4189400000000001</c:v>
                </c:pt>
                <c:pt idx="19382">
                  <c:v>5.4192499999999999</c:v>
                </c:pt>
                <c:pt idx="19383">
                  <c:v>5.4195500000000001</c:v>
                </c:pt>
                <c:pt idx="19384">
                  <c:v>5.4198599999999999</c:v>
                </c:pt>
                <c:pt idx="19385">
                  <c:v>5.4201600000000001</c:v>
                </c:pt>
                <c:pt idx="19386">
                  <c:v>5.4204699999999999</c:v>
                </c:pt>
                <c:pt idx="19387">
                  <c:v>5.4207700000000001</c:v>
                </c:pt>
                <c:pt idx="19388">
                  <c:v>5.4210799999999999</c:v>
                </c:pt>
                <c:pt idx="19389">
                  <c:v>5.4213800000000001</c:v>
                </c:pt>
                <c:pt idx="19390">
                  <c:v>5.4216899999999999</c:v>
                </c:pt>
                <c:pt idx="19391">
                  <c:v>5.4219900000000001</c:v>
                </c:pt>
                <c:pt idx="19392">
                  <c:v>5.4222999999999999</c:v>
                </c:pt>
                <c:pt idx="19393">
                  <c:v>5.4226099999999997</c:v>
                </c:pt>
                <c:pt idx="19394">
                  <c:v>5.4229099999999999</c:v>
                </c:pt>
                <c:pt idx="19395">
                  <c:v>5.4232199999999997</c:v>
                </c:pt>
                <c:pt idx="19396">
                  <c:v>5.4235199999999999</c:v>
                </c:pt>
                <c:pt idx="19397">
                  <c:v>5.4238299999999997</c:v>
                </c:pt>
                <c:pt idx="19398">
                  <c:v>5.4241299999999999</c:v>
                </c:pt>
                <c:pt idx="19399">
                  <c:v>5.4244399999999997</c:v>
                </c:pt>
                <c:pt idx="19400">
                  <c:v>5.4247399999999999</c:v>
                </c:pt>
                <c:pt idx="19401">
                  <c:v>5.4250499999999997</c:v>
                </c:pt>
                <c:pt idx="19402">
                  <c:v>5.4253499999999999</c:v>
                </c:pt>
                <c:pt idx="19403">
                  <c:v>5.4256599999999997</c:v>
                </c:pt>
                <c:pt idx="19404">
                  <c:v>5.4259599999999999</c:v>
                </c:pt>
                <c:pt idx="19405">
                  <c:v>5.4262699999999997</c:v>
                </c:pt>
                <c:pt idx="19406">
                  <c:v>5.4265800000000004</c:v>
                </c:pt>
                <c:pt idx="19407">
                  <c:v>5.4268799999999997</c:v>
                </c:pt>
                <c:pt idx="19408">
                  <c:v>5.4271900000000004</c:v>
                </c:pt>
                <c:pt idx="19409">
                  <c:v>5.4274899999999997</c:v>
                </c:pt>
                <c:pt idx="19410">
                  <c:v>5.4278000000000004</c:v>
                </c:pt>
                <c:pt idx="19411">
                  <c:v>5.4280999999999997</c:v>
                </c:pt>
                <c:pt idx="19412">
                  <c:v>5.4284100000000004</c:v>
                </c:pt>
                <c:pt idx="19413">
                  <c:v>5.4287099999999997</c:v>
                </c:pt>
                <c:pt idx="19414">
                  <c:v>5.4290200000000004</c:v>
                </c:pt>
                <c:pt idx="19415">
                  <c:v>5.4293199999999997</c:v>
                </c:pt>
                <c:pt idx="19416">
                  <c:v>5.4296300000000004</c:v>
                </c:pt>
                <c:pt idx="19417">
                  <c:v>5.4299400000000002</c:v>
                </c:pt>
                <c:pt idx="19418">
                  <c:v>5.4302400000000004</c:v>
                </c:pt>
                <c:pt idx="19419">
                  <c:v>5.4305500000000002</c:v>
                </c:pt>
                <c:pt idx="19420">
                  <c:v>5.4308500000000004</c:v>
                </c:pt>
                <c:pt idx="19421">
                  <c:v>5.4311600000000002</c:v>
                </c:pt>
                <c:pt idx="19422">
                  <c:v>5.4314600000000004</c:v>
                </c:pt>
                <c:pt idx="19423">
                  <c:v>5.4317700000000002</c:v>
                </c:pt>
                <c:pt idx="19424">
                  <c:v>5.4320700000000004</c:v>
                </c:pt>
                <c:pt idx="19425">
                  <c:v>5.4323800000000002</c:v>
                </c:pt>
                <c:pt idx="19426">
                  <c:v>5.4326800000000004</c:v>
                </c:pt>
                <c:pt idx="19427">
                  <c:v>5.4329900000000002</c:v>
                </c:pt>
                <c:pt idx="19428">
                  <c:v>5.4332900000000004</c:v>
                </c:pt>
                <c:pt idx="19429">
                  <c:v>5.4336000000000002</c:v>
                </c:pt>
                <c:pt idx="19430">
                  <c:v>5.43391</c:v>
                </c:pt>
                <c:pt idx="19431">
                  <c:v>5.4342100000000002</c:v>
                </c:pt>
                <c:pt idx="19432">
                  <c:v>5.43452</c:v>
                </c:pt>
                <c:pt idx="19433">
                  <c:v>5.4348200000000002</c:v>
                </c:pt>
                <c:pt idx="19434">
                  <c:v>5.43513</c:v>
                </c:pt>
                <c:pt idx="19435">
                  <c:v>5.4354300000000002</c:v>
                </c:pt>
                <c:pt idx="19436">
                  <c:v>5.43574</c:v>
                </c:pt>
                <c:pt idx="19437">
                  <c:v>5.4360400000000002</c:v>
                </c:pt>
                <c:pt idx="19438">
                  <c:v>5.43635</c:v>
                </c:pt>
                <c:pt idx="19439">
                  <c:v>5.4366500000000002</c:v>
                </c:pt>
                <c:pt idx="19440">
                  <c:v>5.43696</c:v>
                </c:pt>
                <c:pt idx="19441">
                  <c:v>5.4372600000000002</c:v>
                </c:pt>
                <c:pt idx="19442">
                  <c:v>5.43757</c:v>
                </c:pt>
                <c:pt idx="19443">
                  <c:v>5.4378799999999998</c:v>
                </c:pt>
                <c:pt idx="19444">
                  <c:v>5.43818</c:v>
                </c:pt>
                <c:pt idx="19445">
                  <c:v>5.4384899999999998</c:v>
                </c:pt>
                <c:pt idx="19446">
                  <c:v>5.43879</c:v>
                </c:pt>
                <c:pt idx="19447">
                  <c:v>5.4390999999999998</c:v>
                </c:pt>
                <c:pt idx="19448">
                  <c:v>5.4394</c:v>
                </c:pt>
                <c:pt idx="19449">
                  <c:v>5.4397099999999998</c:v>
                </c:pt>
                <c:pt idx="19450">
                  <c:v>5.44001</c:v>
                </c:pt>
                <c:pt idx="19451">
                  <c:v>5.4403199999999998</c:v>
                </c:pt>
                <c:pt idx="19452">
                  <c:v>5.44062</c:v>
                </c:pt>
                <c:pt idx="19453">
                  <c:v>5.4409299999999998</c:v>
                </c:pt>
                <c:pt idx="19454">
                  <c:v>5.44123</c:v>
                </c:pt>
                <c:pt idx="19455">
                  <c:v>5.4415399999999998</c:v>
                </c:pt>
                <c:pt idx="19456">
                  <c:v>5.4418499999999996</c:v>
                </c:pt>
                <c:pt idx="19457">
                  <c:v>5.4421499999999998</c:v>
                </c:pt>
                <c:pt idx="19458">
                  <c:v>5.4424599999999996</c:v>
                </c:pt>
                <c:pt idx="19459">
                  <c:v>5.4427599999999998</c:v>
                </c:pt>
                <c:pt idx="19460">
                  <c:v>5.4430699999999996</c:v>
                </c:pt>
                <c:pt idx="19461">
                  <c:v>5.4433699999999998</c:v>
                </c:pt>
                <c:pt idx="19462">
                  <c:v>5.4436799999999996</c:v>
                </c:pt>
                <c:pt idx="19463">
                  <c:v>5.4439799999999998</c:v>
                </c:pt>
                <c:pt idx="19464">
                  <c:v>5.4442899999999996</c:v>
                </c:pt>
                <c:pt idx="19465">
                  <c:v>5.4445899999999998</c:v>
                </c:pt>
                <c:pt idx="19466">
                  <c:v>5.4448999999999996</c:v>
                </c:pt>
                <c:pt idx="19467">
                  <c:v>5.4452100000000003</c:v>
                </c:pt>
                <c:pt idx="19468">
                  <c:v>5.4455099999999996</c:v>
                </c:pt>
                <c:pt idx="19469">
                  <c:v>5.4458200000000003</c:v>
                </c:pt>
                <c:pt idx="19470">
                  <c:v>5.4461199999999996</c:v>
                </c:pt>
                <c:pt idx="19471">
                  <c:v>5.4464300000000003</c:v>
                </c:pt>
                <c:pt idx="19472">
                  <c:v>5.4467299999999996</c:v>
                </c:pt>
                <c:pt idx="19473">
                  <c:v>5.4470400000000003</c:v>
                </c:pt>
                <c:pt idx="19474">
                  <c:v>5.4473399999999996</c:v>
                </c:pt>
                <c:pt idx="19475">
                  <c:v>5.4476500000000003</c:v>
                </c:pt>
                <c:pt idx="19476">
                  <c:v>5.4479499999999996</c:v>
                </c:pt>
                <c:pt idx="19477">
                  <c:v>5.4482600000000003</c:v>
                </c:pt>
                <c:pt idx="19478">
                  <c:v>5.4485599999999996</c:v>
                </c:pt>
                <c:pt idx="19479">
                  <c:v>5.4488700000000003</c:v>
                </c:pt>
                <c:pt idx="19480">
                  <c:v>5.4491800000000001</c:v>
                </c:pt>
                <c:pt idx="19481">
                  <c:v>5.4494800000000003</c:v>
                </c:pt>
                <c:pt idx="19482">
                  <c:v>5.4497900000000001</c:v>
                </c:pt>
                <c:pt idx="19483">
                  <c:v>5.4500900000000003</c:v>
                </c:pt>
                <c:pt idx="19484">
                  <c:v>5.4504000000000001</c:v>
                </c:pt>
                <c:pt idx="19485">
                  <c:v>5.4507000000000003</c:v>
                </c:pt>
                <c:pt idx="19486">
                  <c:v>5.4510100000000001</c:v>
                </c:pt>
                <c:pt idx="19487">
                  <c:v>5.4513100000000003</c:v>
                </c:pt>
                <c:pt idx="19488">
                  <c:v>5.4516200000000001</c:v>
                </c:pt>
                <c:pt idx="19489">
                  <c:v>5.4519200000000003</c:v>
                </c:pt>
                <c:pt idx="19490">
                  <c:v>5.4522300000000001</c:v>
                </c:pt>
                <c:pt idx="19491">
                  <c:v>5.4525300000000003</c:v>
                </c:pt>
                <c:pt idx="19492">
                  <c:v>5.4528400000000001</c:v>
                </c:pt>
                <c:pt idx="19493">
                  <c:v>5.4531499999999999</c:v>
                </c:pt>
                <c:pt idx="19494">
                  <c:v>5.4534500000000001</c:v>
                </c:pt>
                <c:pt idx="19495">
                  <c:v>5.4537599999999999</c:v>
                </c:pt>
                <c:pt idx="19496">
                  <c:v>5.4540600000000001</c:v>
                </c:pt>
                <c:pt idx="19497">
                  <c:v>5.4543699999999999</c:v>
                </c:pt>
                <c:pt idx="19498">
                  <c:v>5.4546700000000001</c:v>
                </c:pt>
                <c:pt idx="19499">
                  <c:v>5.4549799999999999</c:v>
                </c:pt>
                <c:pt idx="19500">
                  <c:v>5.4552800000000001</c:v>
                </c:pt>
                <c:pt idx="19501">
                  <c:v>5.4555899999999999</c:v>
                </c:pt>
                <c:pt idx="19502">
                  <c:v>5.4558900000000001</c:v>
                </c:pt>
                <c:pt idx="19503">
                  <c:v>5.4561999999999999</c:v>
                </c:pt>
                <c:pt idx="19504">
                  <c:v>5.4565000000000001</c:v>
                </c:pt>
                <c:pt idx="19505">
                  <c:v>5.4568099999999999</c:v>
                </c:pt>
                <c:pt idx="19506">
                  <c:v>5.4571199999999997</c:v>
                </c:pt>
                <c:pt idx="19507">
                  <c:v>5.4574199999999999</c:v>
                </c:pt>
                <c:pt idx="19508">
                  <c:v>5.4577299999999997</c:v>
                </c:pt>
                <c:pt idx="19509">
                  <c:v>5.4580299999999999</c:v>
                </c:pt>
                <c:pt idx="19510">
                  <c:v>5.4583399999999997</c:v>
                </c:pt>
                <c:pt idx="19511">
                  <c:v>5.4586399999999999</c:v>
                </c:pt>
                <c:pt idx="19512">
                  <c:v>5.4589499999999997</c:v>
                </c:pt>
                <c:pt idx="19513">
                  <c:v>5.4592499999999999</c:v>
                </c:pt>
                <c:pt idx="19514">
                  <c:v>5.4595599999999997</c:v>
                </c:pt>
                <c:pt idx="19515">
                  <c:v>5.4598599999999999</c:v>
                </c:pt>
                <c:pt idx="19516">
                  <c:v>5.4601699999999997</c:v>
                </c:pt>
                <c:pt idx="19517">
                  <c:v>5.4604699999999999</c:v>
                </c:pt>
                <c:pt idx="19518">
                  <c:v>5.4607799999999997</c:v>
                </c:pt>
                <c:pt idx="19519">
                  <c:v>5.4610900000000004</c:v>
                </c:pt>
                <c:pt idx="19520">
                  <c:v>5.4613899999999997</c:v>
                </c:pt>
                <c:pt idx="19521">
                  <c:v>5.4617000000000004</c:v>
                </c:pt>
                <c:pt idx="19522">
                  <c:v>5.4619999999999997</c:v>
                </c:pt>
                <c:pt idx="19523">
                  <c:v>5.4623100000000004</c:v>
                </c:pt>
                <c:pt idx="19524">
                  <c:v>5.4626099999999997</c:v>
                </c:pt>
                <c:pt idx="19525">
                  <c:v>5.4629200000000004</c:v>
                </c:pt>
                <c:pt idx="19526">
                  <c:v>5.4632199999999997</c:v>
                </c:pt>
                <c:pt idx="19527">
                  <c:v>5.4635300000000004</c:v>
                </c:pt>
                <c:pt idx="19528">
                  <c:v>5.4638299999999997</c:v>
                </c:pt>
                <c:pt idx="19529">
                  <c:v>5.4641400000000004</c:v>
                </c:pt>
                <c:pt idx="19530">
                  <c:v>5.4644500000000003</c:v>
                </c:pt>
                <c:pt idx="19531">
                  <c:v>5.4647500000000004</c:v>
                </c:pt>
                <c:pt idx="19532">
                  <c:v>5.4650600000000003</c:v>
                </c:pt>
                <c:pt idx="19533">
                  <c:v>5.4653600000000004</c:v>
                </c:pt>
                <c:pt idx="19534">
                  <c:v>5.4656700000000003</c:v>
                </c:pt>
                <c:pt idx="19535">
                  <c:v>5.4659700000000004</c:v>
                </c:pt>
                <c:pt idx="19536">
                  <c:v>5.4662800000000002</c:v>
                </c:pt>
                <c:pt idx="19537">
                  <c:v>5.4665800000000004</c:v>
                </c:pt>
                <c:pt idx="19538">
                  <c:v>5.4668900000000002</c:v>
                </c:pt>
                <c:pt idx="19539">
                  <c:v>5.4671900000000004</c:v>
                </c:pt>
                <c:pt idx="19540">
                  <c:v>5.4675000000000002</c:v>
                </c:pt>
                <c:pt idx="19541">
                  <c:v>5.4678000000000004</c:v>
                </c:pt>
                <c:pt idx="19542">
                  <c:v>5.4681100000000002</c:v>
                </c:pt>
                <c:pt idx="19543">
                  <c:v>5.4684200000000001</c:v>
                </c:pt>
                <c:pt idx="19544">
                  <c:v>5.4687200000000002</c:v>
                </c:pt>
                <c:pt idx="19545">
                  <c:v>5.4690300000000001</c:v>
                </c:pt>
                <c:pt idx="19546">
                  <c:v>5.4693300000000002</c:v>
                </c:pt>
                <c:pt idx="19547">
                  <c:v>5.4696400000000001</c:v>
                </c:pt>
                <c:pt idx="19548">
                  <c:v>5.4699400000000002</c:v>
                </c:pt>
                <c:pt idx="19549">
                  <c:v>5.4702500000000001</c:v>
                </c:pt>
                <c:pt idx="19550">
                  <c:v>5.4705500000000002</c:v>
                </c:pt>
                <c:pt idx="19551">
                  <c:v>5.4708600000000001</c:v>
                </c:pt>
                <c:pt idx="19552">
                  <c:v>5.4711600000000002</c:v>
                </c:pt>
                <c:pt idx="19553">
                  <c:v>5.4714700000000001</c:v>
                </c:pt>
                <c:pt idx="19554">
                  <c:v>5.4717700000000002</c:v>
                </c:pt>
                <c:pt idx="19555">
                  <c:v>5.4720800000000001</c:v>
                </c:pt>
                <c:pt idx="19556">
                  <c:v>5.4723899999999999</c:v>
                </c:pt>
                <c:pt idx="19557">
                  <c:v>5.4726900000000001</c:v>
                </c:pt>
                <c:pt idx="19558">
                  <c:v>5.4729999999999999</c:v>
                </c:pt>
                <c:pt idx="19559">
                  <c:v>5.4733000000000001</c:v>
                </c:pt>
                <c:pt idx="19560">
                  <c:v>5.4736099999999999</c:v>
                </c:pt>
                <c:pt idx="19561">
                  <c:v>5.4739100000000001</c:v>
                </c:pt>
                <c:pt idx="19562">
                  <c:v>5.4742199999999999</c:v>
                </c:pt>
                <c:pt idx="19563">
                  <c:v>5.4745200000000001</c:v>
                </c:pt>
                <c:pt idx="19564">
                  <c:v>5.4748299999999999</c:v>
                </c:pt>
                <c:pt idx="19565">
                  <c:v>5.4751300000000001</c:v>
                </c:pt>
                <c:pt idx="19566">
                  <c:v>5.4754399999999999</c:v>
                </c:pt>
                <c:pt idx="19567">
                  <c:v>5.4757400000000001</c:v>
                </c:pt>
                <c:pt idx="19568">
                  <c:v>5.4760499999999999</c:v>
                </c:pt>
                <c:pt idx="19569">
                  <c:v>5.4763599999999997</c:v>
                </c:pt>
                <c:pt idx="19570">
                  <c:v>5.4766599999999999</c:v>
                </c:pt>
                <c:pt idx="19571">
                  <c:v>5.4769699999999997</c:v>
                </c:pt>
                <c:pt idx="19572">
                  <c:v>5.4772699999999999</c:v>
                </c:pt>
                <c:pt idx="19573">
                  <c:v>5.4775799999999997</c:v>
                </c:pt>
                <c:pt idx="19574">
                  <c:v>5.4778799999999999</c:v>
                </c:pt>
                <c:pt idx="19575">
                  <c:v>5.4781899999999997</c:v>
                </c:pt>
                <c:pt idx="19576">
                  <c:v>5.4784899999999999</c:v>
                </c:pt>
                <c:pt idx="19577">
                  <c:v>5.4787999999999997</c:v>
                </c:pt>
                <c:pt idx="19578">
                  <c:v>5.4790999999999999</c:v>
                </c:pt>
                <c:pt idx="19579">
                  <c:v>5.4794099999999997</c:v>
                </c:pt>
                <c:pt idx="19580">
                  <c:v>5.4797099999999999</c:v>
                </c:pt>
                <c:pt idx="19581">
                  <c:v>5.4800199999999997</c:v>
                </c:pt>
                <c:pt idx="19582">
                  <c:v>5.4803300000000004</c:v>
                </c:pt>
                <c:pt idx="19583">
                  <c:v>5.4806299999999997</c:v>
                </c:pt>
                <c:pt idx="19584">
                  <c:v>5.4809400000000004</c:v>
                </c:pt>
                <c:pt idx="19585">
                  <c:v>5.4812399999999997</c:v>
                </c:pt>
                <c:pt idx="19586">
                  <c:v>5.4815500000000004</c:v>
                </c:pt>
                <c:pt idx="19587">
                  <c:v>5.4818499999999997</c:v>
                </c:pt>
                <c:pt idx="19588">
                  <c:v>5.4821600000000004</c:v>
                </c:pt>
                <c:pt idx="19589">
                  <c:v>5.4824599999999997</c:v>
                </c:pt>
                <c:pt idx="19590">
                  <c:v>5.4827700000000004</c:v>
                </c:pt>
                <c:pt idx="19591">
                  <c:v>5.4830699999999997</c:v>
                </c:pt>
                <c:pt idx="19592">
                  <c:v>5.4833800000000004</c:v>
                </c:pt>
                <c:pt idx="19593">
                  <c:v>5.4836900000000002</c:v>
                </c:pt>
                <c:pt idx="19594">
                  <c:v>5.4839900000000004</c:v>
                </c:pt>
                <c:pt idx="19595">
                  <c:v>5.4843000000000002</c:v>
                </c:pt>
                <c:pt idx="19596">
                  <c:v>5.4846000000000004</c:v>
                </c:pt>
                <c:pt idx="19597">
                  <c:v>5.4849100000000002</c:v>
                </c:pt>
                <c:pt idx="19598">
                  <c:v>5.4852100000000004</c:v>
                </c:pt>
                <c:pt idx="19599">
                  <c:v>5.4855200000000002</c:v>
                </c:pt>
                <c:pt idx="19600">
                  <c:v>5.4858200000000004</c:v>
                </c:pt>
                <c:pt idx="19601">
                  <c:v>5.4861300000000002</c:v>
                </c:pt>
                <c:pt idx="19602">
                  <c:v>5.4864300000000004</c:v>
                </c:pt>
                <c:pt idx="19603">
                  <c:v>5.4867400000000002</c:v>
                </c:pt>
                <c:pt idx="19604">
                  <c:v>5.4870400000000004</c:v>
                </c:pt>
                <c:pt idx="19605">
                  <c:v>5.4873500000000002</c:v>
                </c:pt>
                <c:pt idx="19606">
                  <c:v>5.48766</c:v>
                </c:pt>
                <c:pt idx="19607">
                  <c:v>5.4879600000000002</c:v>
                </c:pt>
                <c:pt idx="19608">
                  <c:v>5.48827</c:v>
                </c:pt>
                <c:pt idx="19609">
                  <c:v>5.4885700000000002</c:v>
                </c:pt>
                <c:pt idx="19610">
                  <c:v>5.48888</c:v>
                </c:pt>
                <c:pt idx="19611">
                  <c:v>5.4891800000000002</c:v>
                </c:pt>
                <c:pt idx="19612">
                  <c:v>5.48949</c:v>
                </c:pt>
                <c:pt idx="19613">
                  <c:v>5.4897900000000002</c:v>
                </c:pt>
                <c:pt idx="19614">
                  <c:v>5.4901</c:v>
                </c:pt>
                <c:pt idx="19615">
                  <c:v>5.4904000000000002</c:v>
                </c:pt>
                <c:pt idx="19616">
                  <c:v>5.49071</c:v>
                </c:pt>
                <c:pt idx="19617">
                  <c:v>5.4910100000000002</c:v>
                </c:pt>
                <c:pt idx="19618">
                  <c:v>5.49132</c:v>
                </c:pt>
                <c:pt idx="19619">
                  <c:v>5.4916299999999998</c:v>
                </c:pt>
                <c:pt idx="19620">
                  <c:v>5.49193</c:v>
                </c:pt>
                <c:pt idx="19621">
                  <c:v>5.4922399999999998</c:v>
                </c:pt>
                <c:pt idx="19622">
                  <c:v>5.49254</c:v>
                </c:pt>
                <c:pt idx="19623">
                  <c:v>5.4928499999999998</c:v>
                </c:pt>
                <c:pt idx="19624">
                  <c:v>5.49315</c:v>
                </c:pt>
                <c:pt idx="19625">
                  <c:v>5.4934599999999998</c:v>
                </c:pt>
                <c:pt idx="19626">
                  <c:v>5.49376</c:v>
                </c:pt>
                <c:pt idx="19627">
                  <c:v>5.4940699999999998</c:v>
                </c:pt>
                <c:pt idx="19628">
                  <c:v>5.49437</c:v>
                </c:pt>
                <c:pt idx="19629">
                  <c:v>5.4946799999999998</c:v>
                </c:pt>
                <c:pt idx="19630">
                  <c:v>5.49498</c:v>
                </c:pt>
                <c:pt idx="19631">
                  <c:v>5.4952899999999998</c:v>
                </c:pt>
                <c:pt idx="19632">
                  <c:v>5.4955999999999996</c:v>
                </c:pt>
                <c:pt idx="19633">
                  <c:v>5.4958999999999998</c:v>
                </c:pt>
                <c:pt idx="19634">
                  <c:v>5.4962099999999996</c:v>
                </c:pt>
                <c:pt idx="19635">
                  <c:v>5.4965099999999998</c:v>
                </c:pt>
                <c:pt idx="19636">
                  <c:v>5.4968199999999996</c:v>
                </c:pt>
                <c:pt idx="19637">
                  <c:v>5.4971199999999998</c:v>
                </c:pt>
                <c:pt idx="19638">
                  <c:v>5.4974299999999996</c:v>
                </c:pt>
                <c:pt idx="19639">
                  <c:v>5.4977299999999998</c:v>
                </c:pt>
                <c:pt idx="19640">
                  <c:v>5.4980399999999996</c:v>
                </c:pt>
                <c:pt idx="19641">
                  <c:v>5.4983399999999998</c:v>
                </c:pt>
                <c:pt idx="19642">
                  <c:v>5.4986499999999996</c:v>
                </c:pt>
                <c:pt idx="19643">
                  <c:v>5.4989499999999998</c:v>
                </c:pt>
                <c:pt idx="19644">
                  <c:v>5.4992599999999996</c:v>
                </c:pt>
                <c:pt idx="19645">
                  <c:v>5.4995700000000003</c:v>
                </c:pt>
                <c:pt idx="19646">
                  <c:v>5.4998699999999996</c:v>
                </c:pt>
                <c:pt idx="19647">
                  <c:v>5.5001800000000003</c:v>
                </c:pt>
                <c:pt idx="19648">
                  <c:v>5.5004799999999996</c:v>
                </c:pt>
                <c:pt idx="19649">
                  <c:v>5.5007900000000003</c:v>
                </c:pt>
                <c:pt idx="19650">
                  <c:v>5.5010899999999996</c:v>
                </c:pt>
                <c:pt idx="19651">
                  <c:v>5.5014000000000003</c:v>
                </c:pt>
                <c:pt idx="19652">
                  <c:v>5.5016999999999996</c:v>
                </c:pt>
                <c:pt idx="19653">
                  <c:v>5.5020100000000003</c:v>
                </c:pt>
                <c:pt idx="19654">
                  <c:v>5.5023099999999996</c:v>
                </c:pt>
                <c:pt idx="19655">
                  <c:v>5.5026200000000003</c:v>
                </c:pt>
                <c:pt idx="19656">
                  <c:v>5.5029300000000001</c:v>
                </c:pt>
                <c:pt idx="19657">
                  <c:v>5.5032300000000003</c:v>
                </c:pt>
                <c:pt idx="19658">
                  <c:v>5.5035400000000001</c:v>
                </c:pt>
                <c:pt idx="19659">
                  <c:v>5.5038400000000003</c:v>
                </c:pt>
                <c:pt idx="19660">
                  <c:v>5.5041500000000001</c:v>
                </c:pt>
                <c:pt idx="19661">
                  <c:v>5.5044500000000003</c:v>
                </c:pt>
                <c:pt idx="19662">
                  <c:v>5.5047600000000001</c:v>
                </c:pt>
                <c:pt idx="19663">
                  <c:v>5.5050600000000003</c:v>
                </c:pt>
                <c:pt idx="19664">
                  <c:v>5.5053700000000001</c:v>
                </c:pt>
                <c:pt idx="19665">
                  <c:v>5.5056700000000003</c:v>
                </c:pt>
                <c:pt idx="19666">
                  <c:v>5.5059800000000001</c:v>
                </c:pt>
                <c:pt idx="19667">
                  <c:v>5.5062800000000003</c:v>
                </c:pt>
                <c:pt idx="19668">
                  <c:v>5.5065900000000001</c:v>
                </c:pt>
                <c:pt idx="19669">
                  <c:v>5.5068999999999999</c:v>
                </c:pt>
                <c:pt idx="19670">
                  <c:v>5.5072000000000001</c:v>
                </c:pt>
                <c:pt idx="19671">
                  <c:v>5.5075099999999999</c:v>
                </c:pt>
                <c:pt idx="19672">
                  <c:v>5.5078100000000001</c:v>
                </c:pt>
                <c:pt idx="19673">
                  <c:v>5.5081199999999999</c:v>
                </c:pt>
                <c:pt idx="19674">
                  <c:v>5.5084200000000001</c:v>
                </c:pt>
                <c:pt idx="19675">
                  <c:v>5.5087299999999999</c:v>
                </c:pt>
                <c:pt idx="19676">
                  <c:v>5.5090300000000001</c:v>
                </c:pt>
                <c:pt idx="19677">
                  <c:v>5.5093399999999999</c:v>
                </c:pt>
                <c:pt idx="19678">
                  <c:v>5.5096400000000001</c:v>
                </c:pt>
                <c:pt idx="19679">
                  <c:v>5.5099499999999999</c:v>
                </c:pt>
                <c:pt idx="19680">
                  <c:v>5.5102500000000001</c:v>
                </c:pt>
                <c:pt idx="19681">
                  <c:v>5.5105599999999999</c:v>
                </c:pt>
                <c:pt idx="19682">
                  <c:v>5.5108699999999997</c:v>
                </c:pt>
                <c:pt idx="19683">
                  <c:v>5.5111699999999999</c:v>
                </c:pt>
                <c:pt idx="19684">
                  <c:v>5.5114799999999997</c:v>
                </c:pt>
                <c:pt idx="19685">
                  <c:v>5.5117799999999999</c:v>
                </c:pt>
                <c:pt idx="19686">
                  <c:v>5.5120899999999997</c:v>
                </c:pt>
                <c:pt idx="19687">
                  <c:v>5.5123899999999999</c:v>
                </c:pt>
                <c:pt idx="19688">
                  <c:v>5.5126999999999997</c:v>
                </c:pt>
                <c:pt idx="19689">
                  <c:v>5.5129999999999999</c:v>
                </c:pt>
                <c:pt idx="19690">
                  <c:v>5.5133099999999997</c:v>
                </c:pt>
                <c:pt idx="19691">
                  <c:v>5.5136099999999999</c:v>
                </c:pt>
                <c:pt idx="19692">
                  <c:v>5.5139199999999997</c:v>
                </c:pt>
                <c:pt idx="19693">
                  <c:v>5.5142199999999999</c:v>
                </c:pt>
                <c:pt idx="19694">
                  <c:v>5.5145299999999997</c:v>
                </c:pt>
                <c:pt idx="19695">
                  <c:v>5.5148400000000004</c:v>
                </c:pt>
                <c:pt idx="19696">
                  <c:v>5.5151399999999997</c:v>
                </c:pt>
                <c:pt idx="19697">
                  <c:v>5.5154500000000004</c:v>
                </c:pt>
                <c:pt idx="19698">
                  <c:v>5.5157499999999997</c:v>
                </c:pt>
                <c:pt idx="19699">
                  <c:v>5.5160600000000004</c:v>
                </c:pt>
                <c:pt idx="19700">
                  <c:v>5.5163599999999997</c:v>
                </c:pt>
                <c:pt idx="19701">
                  <c:v>5.5166700000000004</c:v>
                </c:pt>
                <c:pt idx="19702">
                  <c:v>5.5169699999999997</c:v>
                </c:pt>
                <c:pt idx="19703">
                  <c:v>5.5172800000000004</c:v>
                </c:pt>
                <c:pt idx="19704">
                  <c:v>5.5175799999999997</c:v>
                </c:pt>
                <c:pt idx="19705">
                  <c:v>5.5178900000000004</c:v>
                </c:pt>
                <c:pt idx="19706">
                  <c:v>5.5182000000000002</c:v>
                </c:pt>
                <c:pt idx="19707">
                  <c:v>5.5185000000000004</c:v>
                </c:pt>
                <c:pt idx="19708">
                  <c:v>5.5188100000000002</c:v>
                </c:pt>
                <c:pt idx="19709">
                  <c:v>5.5191100000000004</c:v>
                </c:pt>
                <c:pt idx="19710">
                  <c:v>5.5194200000000002</c:v>
                </c:pt>
                <c:pt idx="19711">
                  <c:v>5.5197200000000004</c:v>
                </c:pt>
                <c:pt idx="19712">
                  <c:v>5.5200300000000002</c:v>
                </c:pt>
                <c:pt idx="19713">
                  <c:v>5.5203300000000004</c:v>
                </c:pt>
                <c:pt idx="19714">
                  <c:v>5.5206400000000002</c:v>
                </c:pt>
                <c:pt idx="19715">
                  <c:v>5.5209400000000004</c:v>
                </c:pt>
                <c:pt idx="19716">
                  <c:v>5.5212500000000002</c:v>
                </c:pt>
                <c:pt idx="19717">
                  <c:v>5.5215500000000004</c:v>
                </c:pt>
                <c:pt idx="19718">
                  <c:v>5.5218600000000002</c:v>
                </c:pt>
                <c:pt idx="19719">
                  <c:v>5.52217</c:v>
                </c:pt>
                <c:pt idx="19720">
                  <c:v>5.5224700000000002</c:v>
                </c:pt>
                <c:pt idx="19721">
                  <c:v>5.52278</c:v>
                </c:pt>
                <c:pt idx="19722">
                  <c:v>5.5230800000000002</c:v>
                </c:pt>
                <c:pt idx="19723">
                  <c:v>5.52339</c:v>
                </c:pt>
                <c:pt idx="19724">
                  <c:v>5.5236900000000002</c:v>
                </c:pt>
                <c:pt idx="19725">
                  <c:v>5.524</c:v>
                </c:pt>
                <c:pt idx="19726">
                  <c:v>5.5243000000000002</c:v>
                </c:pt>
                <c:pt idx="19727">
                  <c:v>5.52461</c:v>
                </c:pt>
                <c:pt idx="19728">
                  <c:v>5.5249100000000002</c:v>
                </c:pt>
                <c:pt idx="19729">
                  <c:v>5.52522</c:v>
                </c:pt>
                <c:pt idx="19730">
                  <c:v>5.5255200000000002</c:v>
                </c:pt>
                <c:pt idx="19731">
                  <c:v>5.52583</c:v>
                </c:pt>
                <c:pt idx="19732">
                  <c:v>5.5261399999999998</c:v>
                </c:pt>
                <c:pt idx="19733">
                  <c:v>5.52644</c:v>
                </c:pt>
                <c:pt idx="19734">
                  <c:v>5.5267499999999998</c:v>
                </c:pt>
                <c:pt idx="19735">
                  <c:v>5.52705</c:v>
                </c:pt>
                <c:pt idx="19736">
                  <c:v>5.5273599999999998</c:v>
                </c:pt>
                <c:pt idx="19737">
                  <c:v>5.52766</c:v>
                </c:pt>
                <c:pt idx="19738">
                  <c:v>5.5279699999999998</c:v>
                </c:pt>
                <c:pt idx="19739">
                  <c:v>5.52827</c:v>
                </c:pt>
                <c:pt idx="19740">
                  <c:v>5.5285799999999998</c:v>
                </c:pt>
                <c:pt idx="19741">
                  <c:v>5.52888</c:v>
                </c:pt>
                <c:pt idx="19742">
                  <c:v>5.5291899999999998</c:v>
                </c:pt>
                <c:pt idx="19743">
                  <c:v>5.52949</c:v>
                </c:pt>
                <c:pt idx="19744">
                  <c:v>5.5297999999999998</c:v>
                </c:pt>
                <c:pt idx="19745">
                  <c:v>5.5301099999999996</c:v>
                </c:pt>
                <c:pt idx="19746">
                  <c:v>5.5304099999999998</c:v>
                </c:pt>
                <c:pt idx="19747">
                  <c:v>5.5307199999999996</c:v>
                </c:pt>
                <c:pt idx="19748">
                  <c:v>5.5310199999999998</c:v>
                </c:pt>
                <c:pt idx="19749">
                  <c:v>5.5313299999999996</c:v>
                </c:pt>
                <c:pt idx="19750">
                  <c:v>5.5316299999999998</c:v>
                </c:pt>
                <c:pt idx="19751">
                  <c:v>5.5319399999999996</c:v>
                </c:pt>
                <c:pt idx="19752">
                  <c:v>5.5322399999999998</c:v>
                </c:pt>
                <c:pt idx="19753">
                  <c:v>5.5325499999999996</c:v>
                </c:pt>
                <c:pt idx="19754">
                  <c:v>5.5328499999999998</c:v>
                </c:pt>
                <c:pt idx="19755">
                  <c:v>5.5331599999999996</c:v>
                </c:pt>
                <c:pt idx="19756">
                  <c:v>5.5334599999999998</c:v>
                </c:pt>
                <c:pt idx="19757">
                  <c:v>5.5337699999999996</c:v>
                </c:pt>
                <c:pt idx="19758">
                  <c:v>5.5340800000000003</c:v>
                </c:pt>
                <c:pt idx="19759">
                  <c:v>5.5343799999999996</c:v>
                </c:pt>
                <c:pt idx="19760">
                  <c:v>5.5346900000000003</c:v>
                </c:pt>
                <c:pt idx="19761">
                  <c:v>5.5349899999999996</c:v>
                </c:pt>
                <c:pt idx="19762">
                  <c:v>5.5353000000000003</c:v>
                </c:pt>
                <c:pt idx="19763">
                  <c:v>5.5355999999999996</c:v>
                </c:pt>
                <c:pt idx="19764">
                  <c:v>5.5359100000000003</c:v>
                </c:pt>
                <c:pt idx="19765">
                  <c:v>5.5362099999999996</c:v>
                </c:pt>
                <c:pt idx="19766">
                  <c:v>5.5365200000000003</c:v>
                </c:pt>
                <c:pt idx="19767">
                  <c:v>5.5368199999999996</c:v>
                </c:pt>
                <c:pt idx="19768">
                  <c:v>5.5371300000000003</c:v>
                </c:pt>
                <c:pt idx="19769">
                  <c:v>5.5374400000000001</c:v>
                </c:pt>
                <c:pt idx="19770">
                  <c:v>5.5377400000000003</c:v>
                </c:pt>
                <c:pt idx="19771">
                  <c:v>5.5380500000000001</c:v>
                </c:pt>
                <c:pt idx="19772">
                  <c:v>5.5383500000000003</c:v>
                </c:pt>
                <c:pt idx="19773">
                  <c:v>5.5386600000000001</c:v>
                </c:pt>
                <c:pt idx="19774">
                  <c:v>5.5389600000000003</c:v>
                </c:pt>
                <c:pt idx="19775">
                  <c:v>5.5392700000000001</c:v>
                </c:pt>
                <c:pt idx="19776">
                  <c:v>5.5395700000000003</c:v>
                </c:pt>
                <c:pt idx="19777">
                  <c:v>5.5398800000000001</c:v>
                </c:pt>
                <c:pt idx="19778">
                  <c:v>5.5401800000000003</c:v>
                </c:pt>
                <c:pt idx="19779">
                  <c:v>5.5404900000000001</c:v>
                </c:pt>
                <c:pt idx="19780">
                  <c:v>5.5407900000000003</c:v>
                </c:pt>
                <c:pt idx="19781">
                  <c:v>5.5411000000000001</c:v>
                </c:pt>
                <c:pt idx="19782">
                  <c:v>5.5414099999999999</c:v>
                </c:pt>
                <c:pt idx="19783">
                  <c:v>5.5417100000000001</c:v>
                </c:pt>
                <c:pt idx="19784">
                  <c:v>5.5420199999999999</c:v>
                </c:pt>
                <c:pt idx="19785">
                  <c:v>5.5423200000000001</c:v>
                </c:pt>
                <c:pt idx="19786">
                  <c:v>5.5426299999999999</c:v>
                </c:pt>
                <c:pt idx="19787">
                  <c:v>5.5429300000000001</c:v>
                </c:pt>
                <c:pt idx="19788">
                  <c:v>5.5432399999999999</c:v>
                </c:pt>
                <c:pt idx="19789">
                  <c:v>5.5435400000000001</c:v>
                </c:pt>
                <c:pt idx="19790">
                  <c:v>5.5438499999999999</c:v>
                </c:pt>
                <c:pt idx="19791">
                  <c:v>5.5441500000000001</c:v>
                </c:pt>
                <c:pt idx="19792">
                  <c:v>5.5444599999999999</c:v>
                </c:pt>
                <c:pt idx="19793">
                  <c:v>5.5447600000000001</c:v>
                </c:pt>
                <c:pt idx="19794">
                  <c:v>5.5450699999999999</c:v>
                </c:pt>
                <c:pt idx="19795">
                  <c:v>5.5453799999999998</c:v>
                </c:pt>
                <c:pt idx="19796">
                  <c:v>5.5456799999999999</c:v>
                </c:pt>
                <c:pt idx="19797">
                  <c:v>5.5459899999999998</c:v>
                </c:pt>
                <c:pt idx="19798">
                  <c:v>5.5462899999999999</c:v>
                </c:pt>
                <c:pt idx="19799">
                  <c:v>5.5465999999999998</c:v>
                </c:pt>
                <c:pt idx="19800">
                  <c:v>5.5468999999999999</c:v>
                </c:pt>
                <c:pt idx="19801">
                  <c:v>5.5472099999999998</c:v>
                </c:pt>
                <c:pt idx="19802">
                  <c:v>5.5475099999999999</c:v>
                </c:pt>
                <c:pt idx="19803">
                  <c:v>5.5478199999999998</c:v>
                </c:pt>
                <c:pt idx="19804">
                  <c:v>5.5481199999999999</c:v>
                </c:pt>
                <c:pt idx="19805">
                  <c:v>5.5484299999999998</c:v>
                </c:pt>
                <c:pt idx="19806">
                  <c:v>5.5487299999999999</c:v>
                </c:pt>
                <c:pt idx="19807">
                  <c:v>5.5490399999999998</c:v>
                </c:pt>
                <c:pt idx="19808">
                  <c:v>5.5493499999999996</c:v>
                </c:pt>
                <c:pt idx="19809">
                  <c:v>5.5496499999999997</c:v>
                </c:pt>
                <c:pt idx="19810">
                  <c:v>5.5499599999999996</c:v>
                </c:pt>
                <c:pt idx="19811">
                  <c:v>5.5502599999999997</c:v>
                </c:pt>
                <c:pt idx="19812">
                  <c:v>5.5505699999999996</c:v>
                </c:pt>
                <c:pt idx="19813">
                  <c:v>5.5508699999999997</c:v>
                </c:pt>
                <c:pt idx="19814">
                  <c:v>5.5511799999999996</c:v>
                </c:pt>
                <c:pt idx="19815">
                  <c:v>5.5514799999999997</c:v>
                </c:pt>
                <c:pt idx="19816">
                  <c:v>5.5517899999999996</c:v>
                </c:pt>
                <c:pt idx="19817">
                  <c:v>5.5520899999999997</c:v>
                </c:pt>
                <c:pt idx="19818">
                  <c:v>5.5523999999999996</c:v>
                </c:pt>
                <c:pt idx="19819">
                  <c:v>5.5526999999999997</c:v>
                </c:pt>
                <c:pt idx="19820">
                  <c:v>5.5530099999999996</c:v>
                </c:pt>
                <c:pt idx="19821">
                  <c:v>5.5533200000000003</c:v>
                </c:pt>
                <c:pt idx="19822">
                  <c:v>5.5536199999999996</c:v>
                </c:pt>
                <c:pt idx="19823">
                  <c:v>5.5539300000000003</c:v>
                </c:pt>
                <c:pt idx="19824">
                  <c:v>5.5542299999999996</c:v>
                </c:pt>
                <c:pt idx="19825">
                  <c:v>5.5545400000000003</c:v>
                </c:pt>
                <c:pt idx="19826">
                  <c:v>5.5548400000000004</c:v>
                </c:pt>
                <c:pt idx="19827">
                  <c:v>5.5551500000000003</c:v>
                </c:pt>
                <c:pt idx="19828">
                  <c:v>5.5554500000000004</c:v>
                </c:pt>
                <c:pt idx="19829">
                  <c:v>5.5557600000000003</c:v>
                </c:pt>
                <c:pt idx="19830">
                  <c:v>5.5560600000000004</c:v>
                </c:pt>
                <c:pt idx="19831">
                  <c:v>5.5563700000000003</c:v>
                </c:pt>
                <c:pt idx="19832">
                  <c:v>5.5566800000000001</c:v>
                </c:pt>
                <c:pt idx="19833">
                  <c:v>5.5569800000000003</c:v>
                </c:pt>
                <c:pt idx="19834">
                  <c:v>5.5572900000000001</c:v>
                </c:pt>
                <c:pt idx="19835">
                  <c:v>5.5575900000000003</c:v>
                </c:pt>
                <c:pt idx="19836">
                  <c:v>5.5579000000000001</c:v>
                </c:pt>
                <c:pt idx="19837">
                  <c:v>5.5582000000000003</c:v>
                </c:pt>
                <c:pt idx="19838">
                  <c:v>5.5585100000000001</c:v>
                </c:pt>
                <c:pt idx="19839">
                  <c:v>5.5588100000000003</c:v>
                </c:pt>
                <c:pt idx="19840">
                  <c:v>5.5591200000000001</c:v>
                </c:pt>
                <c:pt idx="19841">
                  <c:v>5.5594200000000003</c:v>
                </c:pt>
                <c:pt idx="19842">
                  <c:v>5.5597300000000001</c:v>
                </c:pt>
                <c:pt idx="19843">
                  <c:v>5.5600300000000002</c:v>
                </c:pt>
                <c:pt idx="19844">
                  <c:v>5.5603400000000001</c:v>
                </c:pt>
                <c:pt idx="19845">
                  <c:v>5.5606499999999999</c:v>
                </c:pt>
                <c:pt idx="19846">
                  <c:v>5.5609500000000001</c:v>
                </c:pt>
                <c:pt idx="19847">
                  <c:v>5.5612599999999999</c:v>
                </c:pt>
                <c:pt idx="19848">
                  <c:v>5.5615600000000001</c:v>
                </c:pt>
                <c:pt idx="19849">
                  <c:v>5.5618699999999999</c:v>
                </c:pt>
                <c:pt idx="19850">
                  <c:v>5.5621700000000001</c:v>
                </c:pt>
                <c:pt idx="19851">
                  <c:v>5.5624799999999999</c:v>
                </c:pt>
                <c:pt idx="19852">
                  <c:v>5.5627800000000001</c:v>
                </c:pt>
                <c:pt idx="19853">
                  <c:v>5.5630899999999999</c:v>
                </c:pt>
                <c:pt idx="19854">
                  <c:v>5.5633900000000001</c:v>
                </c:pt>
                <c:pt idx="19855">
                  <c:v>5.5636999999999999</c:v>
                </c:pt>
                <c:pt idx="19856">
                  <c:v>5.5640000000000001</c:v>
                </c:pt>
                <c:pt idx="19857">
                  <c:v>5.5643099999999999</c:v>
                </c:pt>
                <c:pt idx="19858">
                  <c:v>5.5646199999999997</c:v>
                </c:pt>
                <c:pt idx="19859">
                  <c:v>5.5649199999999999</c:v>
                </c:pt>
                <c:pt idx="19860">
                  <c:v>5.5652299999999997</c:v>
                </c:pt>
                <c:pt idx="19861">
                  <c:v>5.5655299999999999</c:v>
                </c:pt>
                <c:pt idx="19862">
                  <c:v>5.5658399999999997</c:v>
                </c:pt>
                <c:pt idx="19863">
                  <c:v>5.5661399999999999</c:v>
                </c:pt>
                <c:pt idx="19864">
                  <c:v>5.5664499999999997</c:v>
                </c:pt>
                <c:pt idx="19865">
                  <c:v>5.5667499999999999</c:v>
                </c:pt>
                <c:pt idx="19866">
                  <c:v>5.5670599999999997</c:v>
                </c:pt>
                <c:pt idx="19867">
                  <c:v>5.5673599999999999</c:v>
                </c:pt>
                <c:pt idx="19868">
                  <c:v>5.5676699999999997</c:v>
                </c:pt>
                <c:pt idx="19869">
                  <c:v>5.5679699999999999</c:v>
                </c:pt>
                <c:pt idx="19870">
                  <c:v>5.5682799999999997</c:v>
                </c:pt>
                <c:pt idx="19871">
                  <c:v>5.5685900000000004</c:v>
                </c:pt>
                <c:pt idx="19872">
                  <c:v>5.5688899999999997</c:v>
                </c:pt>
                <c:pt idx="19873">
                  <c:v>5.5692000000000004</c:v>
                </c:pt>
                <c:pt idx="19874">
                  <c:v>5.5694999999999997</c:v>
                </c:pt>
                <c:pt idx="19875">
                  <c:v>5.5698100000000004</c:v>
                </c:pt>
                <c:pt idx="19876">
                  <c:v>5.5701099999999997</c:v>
                </c:pt>
                <c:pt idx="19877">
                  <c:v>5.5704200000000004</c:v>
                </c:pt>
                <c:pt idx="19878">
                  <c:v>5.5707199999999997</c:v>
                </c:pt>
                <c:pt idx="19879">
                  <c:v>5.5710300000000004</c:v>
                </c:pt>
                <c:pt idx="19880">
                  <c:v>5.5713299999999997</c:v>
                </c:pt>
                <c:pt idx="19881">
                  <c:v>5.5716400000000004</c:v>
                </c:pt>
                <c:pt idx="19882">
                  <c:v>5.5719500000000002</c:v>
                </c:pt>
                <c:pt idx="19883">
                  <c:v>5.5722500000000004</c:v>
                </c:pt>
                <c:pt idx="19884">
                  <c:v>5.5725600000000002</c:v>
                </c:pt>
                <c:pt idx="19885">
                  <c:v>5.5728600000000004</c:v>
                </c:pt>
                <c:pt idx="19886">
                  <c:v>5.5731700000000002</c:v>
                </c:pt>
                <c:pt idx="19887">
                  <c:v>5.5734700000000004</c:v>
                </c:pt>
                <c:pt idx="19888">
                  <c:v>5.5737800000000002</c:v>
                </c:pt>
                <c:pt idx="19889">
                  <c:v>5.5740800000000004</c:v>
                </c:pt>
                <c:pt idx="19890">
                  <c:v>5.5743900000000002</c:v>
                </c:pt>
                <c:pt idx="19891">
                  <c:v>5.5746900000000004</c:v>
                </c:pt>
                <c:pt idx="19892">
                  <c:v>5.5750000000000002</c:v>
                </c:pt>
                <c:pt idx="19893">
                  <c:v>5.5753000000000004</c:v>
                </c:pt>
                <c:pt idx="19894">
                  <c:v>5.5756100000000002</c:v>
                </c:pt>
                <c:pt idx="19895">
                  <c:v>5.57592</c:v>
                </c:pt>
                <c:pt idx="19896">
                  <c:v>5.5762200000000002</c:v>
                </c:pt>
                <c:pt idx="19897">
                  <c:v>5.57653</c:v>
                </c:pt>
                <c:pt idx="19898">
                  <c:v>5.5768300000000002</c:v>
                </c:pt>
                <c:pt idx="19899">
                  <c:v>5.57714</c:v>
                </c:pt>
                <c:pt idx="19900">
                  <c:v>5.5774400000000002</c:v>
                </c:pt>
                <c:pt idx="19901">
                  <c:v>5.57775</c:v>
                </c:pt>
                <c:pt idx="19902">
                  <c:v>5.5780500000000002</c:v>
                </c:pt>
                <c:pt idx="19903">
                  <c:v>5.57836</c:v>
                </c:pt>
                <c:pt idx="19904">
                  <c:v>5.5786600000000002</c:v>
                </c:pt>
                <c:pt idx="19905">
                  <c:v>5.57897</c:v>
                </c:pt>
                <c:pt idx="19906">
                  <c:v>5.5792700000000002</c:v>
                </c:pt>
                <c:pt idx="19907">
                  <c:v>5.57958</c:v>
                </c:pt>
                <c:pt idx="19908">
                  <c:v>5.5798899999999998</c:v>
                </c:pt>
                <c:pt idx="19909">
                  <c:v>5.58019</c:v>
                </c:pt>
                <c:pt idx="19910">
                  <c:v>5.5804999999999998</c:v>
                </c:pt>
                <c:pt idx="19911">
                  <c:v>5.5808</c:v>
                </c:pt>
                <c:pt idx="19912">
                  <c:v>5.5811099999999998</c:v>
                </c:pt>
                <c:pt idx="19913">
                  <c:v>5.58141</c:v>
                </c:pt>
                <c:pt idx="19914">
                  <c:v>5.5817199999999998</c:v>
                </c:pt>
                <c:pt idx="19915">
                  <c:v>5.58202</c:v>
                </c:pt>
                <c:pt idx="19916">
                  <c:v>5.5823299999999998</c:v>
                </c:pt>
                <c:pt idx="19917">
                  <c:v>5.58263</c:v>
                </c:pt>
                <c:pt idx="19918">
                  <c:v>5.5829399999999998</c:v>
                </c:pt>
                <c:pt idx="19919">
                  <c:v>5.58324</c:v>
                </c:pt>
                <c:pt idx="19920">
                  <c:v>5.5835499999999998</c:v>
                </c:pt>
                <c:pt idx="19921">
                  <c:v>5.5838599999999996</c:v>
                </c:pt>
                <c:pt idx="19922">
                  <c:v>5.5841599999999998</c:v>
                </c:pt>
                <c:pt idx="19923">
                  <c:v>5.5844699999999996</c:v>
                </c:pt>
                <c:pt idx="19924">
                  <c:v>5.5847699999999998</c:v>
                </c:pt>
                <c:pt idx="19925">
                  <c:v>5.5850799999999996</c:v>
                </c:pt>
                <c:pt idx="19926">
                  <c:v>5.5853799999999998</c:v>
                </c:pt>
                <c:pt idx="19927">
                  <c:v>5.5856899999999996</c:v>
                </c:pt>
                <c:pt idx="19928">
                  <c:v>5.5859899999999998</c:v>
                </c:pt>
                <c:pt idx="19929">
                  <c:v>5.5862999999999996</c:v>
                </c:pt>
                <c:pt idx="19930">
                  <c:v>5.5865999999999998</c:v>
                </c:pt>
                <c:pt idx="19931">
                  <c:v>5.5869099999999996</c:v>
                </c:pt>
                <c:pt idx="19932">
                  <c:v>5.5872099999999998</c:v>
                </c:pt>
                <c:pt idx="19933">
                  <c:v>5.5875199999999996</c:v>
                </c:pt>
                <c:pt idx="19934">
                  <c:v>5.5878300000000003</c:v>
                </c:pt>
                <c:pt idx="19935">
                  <c:v>5.5881299999999996</c:v>
                </c:pt>
                <c:pt idx="19936">
                  <c:v>5.5884400000000003</c:v>
                </c:pt>
                <c:pt idx="19937">
                  <c:v>5.5887399999999996</c:v>
                </c:pt>
                <c:pt idx="19938">
                  <c:v>5.5890500000000003</c:v>
                </c:pt>
                <c:pt idx="19939">
                  <c:v>5.5893499999999996</c:v>
                </c:pt>
                <c:pt idx="19940">
                  <c:v>5.5896600000000003</c:v>
                </c:pt>
                <c:pt idx="19941">
                  <c:v>5.5899599999999996</c:v>
                </c:pt>
                <c:pt idx="19942">
                  <c:v>5.5902700000000003</c:v>
                </c:pt>
                <c:pt idx="19943">
                  <c:v>5.5905699999999996</c:v>
                </c:pt>
                <c:pt idx="19944">
                  <c:v>5.5908800000000003</c:v>
                </c:pt>
                <c:pt idx="19945">
                  <c:v>5.5911900000000001</c:v>
                </c:pt>
                <c:pt idx="19946">
                  <c:v>5.5914900000000003</c:v>
                </c:pt>
                <c:pt idx="19947">
                  <c:v>5.5918000000000001</c:v>
                </c:pt>
                <c:pt idx="19948">
                  <c:v>5.5921000000000003</c:v>
                </c:pt>
                <c:pt idx="19949">
                  <c:v>5.5924100000000001</c:v>
                </c:pt>
                <c:pt idx="19950">
                  <c:v>5.5927100000000003</c:v>
                </c:pt>
                <c:pt idx="19951">
                  <c:v>5.5930200000000001</c:v>
                </c:pt>
                <c:pt idx="19952">
                  <c:v>5.5933200000000003</c:v>
                </c:pt>
                <c:pt idx="19953">
                  <c:v>5.5936300000000001</c:v>
                </c:pt>
                <c:pt idx="19954">
                  <c:v>5.5939300000000003</c:v>
                </c:pt>
                <c:pt idx="19955">
                  <c:v>5.5942400000000001</c:v>
                </c:pt>
                <c:pt idx="19956">
                  <c:v>5.5945400000000003</c:v>
                </c:pt>
                <c:pt idx="19957">
                  <c:v>5.5948500000000001</c:v>
                </c:pt>
                <c:pt idx="19958">
                  <c:v>5.5951599999999999</c:v>
                </c:pt>
                <c:pt idx="19959">
                  <c:v>5.5954600000000001</c:v>
                </c:pt>
                <c:pt idx="19960">
                  <c:v>5.5957699999999999</c:v>
                </c:pt>
                <c:pt idx="19961">
                  <c:v>5.5960700000000001</c:v>
                </c:pt>
                <c:pt idx="19962">
                  <c:v>5.5963799999999999</c:v>
                </c:pt>
                <c:pt idx="19963">
                  <c:v>5.5966800000000001</c:v>
                </c:pt>
                <c:pt idx="19964">
                  <c:v>5.5969899999999999</c:v>
                </c:pt>
                <c:pt idx="19965">
                  <c:v>5.5972900000000001</c:v>
                </c:pt>
                <c:pt idx="19966">
                  <c:v>5.5975999999999999</c:v>
                </c:pt>
                <c:pt idx="19967">
                  <c:v>5.5979000000000001</c:v>
                </c:pt>
                <c:pt idx="19968">
                  <c:v>5.5982099999999999</c:v>
                </c:pt>
                <c:pt idx="19969">
                  <c:v>5.5985100000000001</c:v>
                </c:pt>
                <c:pt idx="19970">
                  <c:v>5.5988199999999999</c:v>
                </c:pt>
                <c:pt idx="19971">
                  <c:v>5.5991299999999997</c:v>
                </c:pt>
                <c:pt idx="19972">
                  <c:v>5.5994299999999999</c:v>
                </c:pt>
                <c:pt idx="19973">
                  <c:v>5.5997399999999997</c:v>
                </c:pt>
                <c:pt idx="19974">
                  <c:v>5.6000399999999999</c:v>
                </c:pt>
                <c:pt idx="19975">
                  <c:v>5.6003499999999997</c:v>
                </c:pt>
                <c:pt idx="19976">
                  <c:v>5.6006499999999999</c:v>
                </c:pt>
                <c:pt idx="19977">
                  <c:v>5.6009599999999997</c:v>
                </c:pt>
                <c:pt idx="19978">
                  <c:v>5.6012599999999999</c:v>
                </c:pt>
                <c:pt idx="19979">
                  <c:v>5.6015699999999997</c:v>
                </c:pt>
                <c:pt idx="19980">
                  <c:v>5.6018699999999999</c:v>
                </c:pt>
                <c:pt idx="19981">
                  <c:v>5.6021799999999997</c:v>
                </c:pt>
                <c:pt idx="19982">
                  <c:v>5.6024799999999999</c:v>
                </c:pt>
                <c:pt idx="19983">
                  <c:v>5.6027899999999997</c:v>
                </c:pt>
                <c:pt idx="19984">
                  <c:v>5.6031000000000004</c:v>
                </c:pt>
                <c:pt idx="19985">
                  <c:v>5.6033999999999997</c:v>
                </c:pt>
                <c:pt idx="19986">
                  <c:v>5.6037100000000004</c:v>
                </c:pt>
                <c:pt idx="19987">
                  <c:v>5.6040099999999997</c:v>
                </c:pt>
                <c:pt idx="19988">
                  <c:v>5.6043200000000004</c:v>
                </c:pt>
                <c:pt idx="19989">
                  <c:v>5.6046199999999997</c:v>
                </c:pt>
                <c:pt idx="19990">
                  <c:v>5.6049300000000004</c:v>
                </c:pt>
                <c:pt idx="19991">
                  <c:v>5.6052299999999997</c:v>
                </c:pt>
                <c:pt idx="19992">
                  <c:v>5.6055400000000004</c:v>
                </c:pt>
                <c:pt idx="19993">
                  <c:v>5.6058399999999997</c:v>
                </c:pt>
                <c:pt idx="19994">
                  <c:v>5.6061500000000004</c:v>
                </c:pt>
                <c:pt idx="19995">
                  <c:v>5.6064499999999997</c:v>
                </c:pt>
                <c:pt idx="19996">
                  <c:v>5.6067600000000004</c:v>
                </c:pt>
                <c:pt idx="19997">
                  <c:v>5.6070700000000002</c:v>
                </c:pt>
                <c:pt idx="19998">
                  <c:v>5.6073700000000004</c:v>
                </c:pt>
                <c:pt idx="19999">
                  <c:v>5.6076800000000002</c:v>
                </c:pt>
                <c:pt idx="20000">
                  <c:v>5.6079800000000004</c:v>
                </c:pt>
                <c:pt idx="20001">
                  <c:v>5.6082900000000002</c:v>
                </c:pt>
                <c:pt idx="20002">
                  <c:v>5.6085900000000004</c:v>
                </c:pt>
                <c:pt idx="20003">
                  <c:v>5.6089000000000002</c:v>
                </c:pt>
                <c:pt idx="20004">
                  <c:v>5.6092000000000004</c:v>
                </c:pt>
                <c:pt idx="20005">
                  <c:v>5.6095100000000002</c:v>
                </c:pt>
                <c:pt idx="20006">
                  <c:v>5.6098100000000004</c:v>
                </c:pt>
                <c:pt idx="20007">
                  <c:v>5.6101200000000002</c:v>
                </c:pt>
                <c:pt idx="20008">
                  <c:v>5.61043</c:v>
                </c:pt>
                <c:pt idx="20009">
                  <c:v>5.6107300000000002</c:v>
                </c:pt>
                <c:pt idx="20010">
                  <c:v>5.61104</c:v>
                </c:pt>
                <c:pt idx="20011">
                  <c:v>5.6113400000000002</c:v>
                </c:pt>
                <c:pt idx="20012">
                  <c:v>5.61165</c:v>
                </c:pt>
                <c:pt idx="20013">
                  <c:v>5.6119500000000002</c:v>
                </c:pt>
                <c:pt idx="20014">
                  <c:v>5.61226</c:v>
                </c:pt>
                <c:pt idx="20015">
                  <c:v>5.6125600000000002</c:v>
                </c:pt>
                <c:pt idx="20016">
                  <c:v>5.61287</c:v>
                </c:pt>
                <c:pt idx="20017">
                  <c:v>5.6131700000000002</c:v>
                </c:pt>
                <c:pt idx="20018">
                  <c:v>5.61348</c:v>
                </c:pt>
                <c:pt idx="20019">
                  <c:v>5.6137800000000002</c:v>
                </c:pt>
                <c:pt idx="20020">
                  <c:v>5.61409</c:v>
                </c:pt>
                <c:pt idx="20021">
                  <c:v>5.6143999999999998</c:v>
                </c:pt>
                <c:pt idx="20022">
                  <c:v>5.6147</c:v>
                </c:pt>
                <c:pt idx="20023">
                  <c:v>5.6150099999999998</c:v>
                </c:pt>
                <c:pt idx="20024">
                  <c:v>5.61531</c:v>
                </c:pt>
                <c:pt idx="20025">
                  <c:v>5.6156199999999998</c:v>
                </c:pt>
                <c:pt idx="20026">
                  <c:v>5.61592</c:v>
                </c:pt>
                <c:pt idx="20027">
                  <c:v>5.6162299999999998</c:v>
                </c:pt>
                <c:pt idx="20028">
                  <c:v>5.61653</c:v>
                </c:pt>
                <c:pt idx="20029">
                  <c:v>5.6168399999999998</c:v>
                </c:pt>
                <c:pt idx="20030">
                  <c:v>5.61714</c:v>
                </c:pt>
                <c:pt idx="20031">
                  <c:v>5.6174499999999998</c:v>
                </c:pt>
                <c:pt idx="20032">
                  <c:v>5.61775</c:v>
                </c:pt>
                <c:pt idx="20033">
                  <c:v>5.6180599999999998</c:v>
                </c:pt>
                <c:pt idx="20034">
                  <c:v>5.6183699999999996</c:v>
                </c:pt>
                <c:pt idx="20035">
                  <c:v>5.6186699999999998</c:v>
                </c:pt>
                <c:pt idx="20036">
                  <c:v>5.6189799999999996</c:v>
                </c:pt>
                <c:pt idx="20037">
                  <c:v>5.6192799999999998</c:v>
                </c:pt>
                <c:pt idx="20038">
                  <c:v>5.6195899999999996</c:v>
                </c:pt>
                <c:pt idx="20039">
                  <c:v>5.6198899999999998</c:v>
                </c:pt>
                <c:pt idx="20040">
                  <c:v>5.6201999999999996</c:v>
                </c:pt>
                <c:pt idx="20041">
                  <c:v>5.6204999999999998</c:v>
                </c:pt>
                <c:pt idx="20042">
                  <c:v>5.6208099999999996</c:v>
                </c:pt>
                <c:pt idx="20043">
                  <c:v>5.6211099999999998</c:v>
                </c:pt>
                <c:pt idx="20044">
                  <c:v>5.6214199999999996</c:v>
                </c:pt>
                <c:pt idx="20045">
                  <c:v>5.6217199999999998</c:v>
                </c:pt>
                <c:pt idx="20046">
                  <c:v>5.6220299999999996</c:v>
                </c:pt>
                <c:pt idx="20047">
                  <c:v>5.6223400000000003</c:v>
                </c:pt>
                <c:pt idx="20048">
                  <c:v>5.6226399999999996</c:v>
                </c:pt>
                <c:pt idx="20049">
                  <c:v>5.6229500000000003</c:v>
                </c:pt>
                <c:pt idx="20050">
                  <c:v>5.6232499999999996</c:v>
                </c:pt>
                <c:pt idx="20051">
                  <c:v>5.6235600000000003</c:v>
                </c:pt>
                <c:pt idx="20052">
                  <c:v>5.6238599999999996</c:v>
                </c:pt>
                <c:pt idx="20053">
                  <c:v>5.6241700000000003</c:v>
                </c:pt>
                <c:pt idx="20054">
                  <c:v>5.6244699999999996</c:v>
                </c:pt>
                <c:pt idx="20055">
                  <c:v>5.6247800000000003</c:v>
                </c:pt>
                <c:pt idx="20056">
                  <c:v>5.6250799999999996</c:v>
                </c:pt>
                <c:pt idx="20057">
                  <c:v>5.6253900000000003</c:v>
                </c:pt>
                <c:pt idx="20058">
                  <c:v>5.6256899999999996</c:v>
                </c:pt>
                <c:pt idx="20059">
                  <c:v>5.6260000000000003</c:v>
                </c:pt>
                <c:pt idx="20060">
                  <c:v>5.6263100000000001</c:v>
                </c:pt>
                <c:pt idx="20061">
                  <c:v>5.6266100000000003</c:v>
                </c:pt>
                <c:pt idx="20062">
                  <c:v>5.6269200000000001</c:v>
                </c:pt>
                <c:pt idx="20063">
                  <c:v>5.6272200000000003</c:v>
                </c:pt>
                <c:pt idx="20064">
                  <c:v>5.6275300000000001</c:v>
                </c:pt>
                <c:pt idx="20065">
                  <c:v>5.6278300000000003</c:v>
                </c:pt>
                <c:pt idx="20066">
                  <c:v>5.6281400000000001</c:v>
                </c:pt>
                <c:pt idx="20067">
                  <c:v>5.6284400000000003</c:v>
                </c:pt>
                <c:pt idx="20068">
                  <c:v>5.6287500000000001</c:v>
                </c:pt>
                <c:pt idx="20069">
                  <c:v>5.6290500000000003</c:v>
                </c:pt>
                <c:pt idx="20070">
                  <c:v>5.6293600000000001</c:v>
                </c:pt>
                <c:pt idx="20071">
                  <c:v>5.62967</c:v>
                </c:pt>
                <c:pt idx="20072">
                  <c:v>5.6299700000000001</c:v>
                </c:pt>
                <c:pt idx="20073">
                  <c:v>5.63028</c:v>
                </c:pt>
                <c:pt idx="20074">
                  <c:v>5.6305800000000001</c:v>
                </c:pt>
                <c:pt idx="20075">
                  <c:v>5.63089</c:v>
                </c:pt>
                <c:pt idx="20076">
                  <c:v>5.6311900000000001</c:v>
                </c:pt>
                <c:pt idx="20077">
                  <c:v>5.6315</c:v>
                </c:pt>
                <c:pt idx="20078">
                  <c:v>5.6318000000000001</c:v>
                </c:pt>
                <c:pt idx="20079">
                  <c:v>5.6321099999999999</c:v>
                </c:pt>
                <c:pt idx="20080">
                  <c:v>5.6324100000000001</c:v>
                </c:pt>
                <c:pt idx="20081">
                  <c:v>5.6327199999999999</c:v>
                </c:pt>
                <c:pt idx="20082">
                  <c:v>5.6330200000000001</c:v>
                </c:pt>
                <c:pt idx="20083">
                  <c:v>5.6333299999999999</c:v>
                </c:pt>
                <c:pt idx="20084">
                  <c:v>5.6336399999999998</c:v>
                </c:pt>
                <c:pt idx="20085">
                  <c:v>5.6339399999999999</c:v>
                </c:pt>
                <c:pt idx="20086">
                  <c:v>5.6342499999999998</c:v>
                </c:pt>
                <c:pt idx="20087">
                  <c:v>5.6345499999999999</c:v>
                </c:pt>
                <c:pt idx="20088">
                  <c:v>5.6348599999999998</c:v>
                </c:pt>
                <c:pt idx="20089">
                  <c:v>5.6351599999999999</c:v>
                </c:pt>
                <c:pt idx="20090">
                  <c:v>5.6354699999999998</c:v>
                </c:pt>
                <c:pt idx="20091">
                  <c:v>5.6357699999999999</c:v>
                </c:pt>
                <c:pt idx="20092">
                  <c:v>5.6360799999999998</c:v>
                </c:pt>
                <c:pt idx="20093">
                  <c:v>5.6363799999999999</c:v>
                </c:pt>
                <c:pt idx="20094">
                  <c:v>5.6366899999999998</c:v>
                </c:pt>
                <c:pt idx="20095">
                  <c:v>5.6369899999999999</c:v>
                </c:pt>
                <c:pt idx="20096">
                  <c:v>5.6372999999999998</c:v>
                </c:pt>
                <c:pt idx="20097">
                  <c:v>5.6376099999999996</c:v>
                </c:pt>
                <c:pt idx="20098">
                  <c:v>5.6379099999999998</c:v>
                </c:pt>
                <c:pt idx="20099">
                  <c:v>5.6382199999999996</c:v>
                </c:pt>
                <c:pt idx="20100">
                  <c:v>5.6385199999999998</c:v>
                </c:pt>
                <c:pt idx="20101">
                  <c:v>5.6388299999999996</c:v>
                </c:pt>
                <c:pt idx="20102">
                  <c:v>5.6391299999999998</c:v>
                </c:pt>
                <c:pt idx="20103">
                  <c:v>5.6394399999999996</c:v>
                </c:pt>
                <c:pt idx="20104">
                  <c:v>5.6397399999999998</c:v>
                </c:pt>
                <c:pt idx="20105">
                  <c:v>5.6400499999999996</c:v>
                </c:pt>
                <c:pt idx="20106">
                  <c:v>5.6403499999999998</c:v>
                </c:pt>
                <c:pt idx="20107">
                  <c:v>5.6406599999999996</c:v>
                </c:pt>
                <c:pt idx="20108">
                  <c:v>5.6409599999999998</c:v>
                </c:pt>
                <c:pt idx="20109">
                  <c:v>5.6412699999999996</c:v>
                </c:pt>
                <c:pt idx="20110">
                  <c:v>5.6415800000000003</c:v>
                </c:pt>
                <c:pt idx="20111">
                  <c:v>5.6418799999999996</c:v>
                </c:pt>
                <c:pt idx="20112">
                  <c:v>5.6421900000000003</c:v>
                </c:pt>
                <c:pt idx="20113">
                  <c:v>5.6424899999999996</c:v>
                </c:pt>
                <c:pt idx="20114">
                  <c:v>5.6428000000000003</c:v>
                </c:pt>
                <c:pt idx="20115">
                  <c:v>5.6430999999999996</c:v>
                </c:pt>
                <c:pt idx="20116">
                  <c:v>5.6434100000000003</c:v>
                </c:pt>
                <c:pt idx="20117">
                  <c:v>5.6437099999999996</c:v>
                </c:pt>
                <c:pt idx="20118">
                  <c:v>5.6440200000000003</c:v>
                </c:pt>
                <c:pt idx="20119">
                  <c:v>5.6443199999999996</c:v>
                </c:pt>
                <c:pt idx="20120">
                  <c:v>5.6446300000000003</c:v>
                </c:pt>
                <c:pt idx="20121">
                  <c:v>5.6449400000000001</c:v>
                </c:pt>
                <c:pt idx="20122">
                  <c:v>5.6452400000000003</c:v>
                </c:pt>
                <c:pt idx="20123">
                  <c:v>5.6455500000000001</c:v>
                </c:pt>
                <c:pt idx="20124">
                  <c:v>5.6458500000000003</c:v>
                </c:pt>
                <c:pt idx="20125">
                  <c:v>5.6461600000000001</c:v>
                </c:pt>
                <c:pt idx="20126">
                  <c:v>5.6464600000000003</c:v>
                </c:pt>
                <c:pt idx="20127">
                  <c:v>5.6467700000000001</c:v>
                </c:pt>
                <c:pt idx="20128">
                  <c:v>5.6470700000000003</c:v>
                </c:pt>
                <c:pt idx="20129">
                  <c:v>5.6473800000000001</c:v>
                </c:pt>
                <c:pt idx="20130">
                  <c:v>5.6476800000000003</c:v>
                </c:pt>
                <c:pt idx="20131">
                  <c:v>5.6479900000000001</c:v>
                </c:pt>
                <c:pt idx="20132">
                  <c:v>5.6482900000000003</c:v>
                </c:pt>
                <c:pt idx="20133">
                  <c:v>5.6486000000000001</c:v>
                </c:pt>
                <c:pt idx="20134">
                  <c:v>5.6489099999999999</c:v>
                </c:pt>
                <c:pt idx="20135">
                  <c:v>5.6492100000000001</c:v>
                </c:pt>
                <c:pt idx="20136">
                  <c:v>5.6495199999999999</c:v>
                </c:pt>
                <c:pt idx="20137">
                  <c:v>5.6498200000000001</c:v>
                </c:pt>
                <c:pt idx="20138">
                  <c:v>5.6501299999999999</c:v>
                </c:pt>
                <c:pt idx="20139">
                  <c:v>5.6504300000000001</c:v>
                </c:pt>
                <c:pt idx="20140">
                  <c:v>5.6507399999999999</c:v>
                </c:pt>
                <c:pt idx="20141">
                  <c:v>5.6510400000000001</c:v>
                </c:pt>
                <c:pt idx="20142">
                  <c:v>5.6513499999999999</c:v>
                </c:pt>
                <c:pt idx="20143">
                  <c:v>5.6516500000000001</c:v>
                </c:pt>
                <c:pt idx="20144">
                  <c:v>5.6519599999999999</c:v>
                </c:pt>
                <c:pt idx="20145">
                  <c:v>5.6522600000000001</c:v>
                </c:pt>
                <c:pt idx="20146">
                  <c:v>5.6525699999999999</c:v>
                </c:pt>
                <c:pt idx="20147">
                  <c:v>5.6528799999999997</c:v>
                </c:pt>
                <c:pt idx="20148">
                  <c:v>5.6531799999999999</c:v>
                </c:pt>
                <c:pt idx="20149">
                  <c:v>5.6534899999999997</c:v>
                </c:pt>
                <c:pt idx="20150">
                  <c:v>5.6537899999999999</c:v>
                </c:pt>
                <c:pt idx="20151">
                  <c:v>5.6540999999999997</c:v>
                </c:pt>
                <c:pt idx="20152">
                  <c:v>5.6543999999999999</c:v>
                </c:pt>
                <c:pt idx="20153">
                  <c:v>5.6547099999999997</c:v>
                </c:pt>
                <c:pt idx="20154">
                  <c:v>5.6550099999999999</c:v>
                </c:pt>
                <c:pt idx="20155">
                  <c:v>5.6553199999999997</c:v>
                </c:pt>
                <c:pt idx="20156">
                  <c:v>5.6556199999999999</c:v>
                </c:pt>
                <c:pt idx="20157">
                  <c:v>5.6559299999999997</c:v>
                </c:pt>
                <c:pt idx="20158">
                  <c:v>5.6562299999999999</c:v>
                </c:pt>
                <c:pt idx="20159">
                  <c:v>5.6565399999999997</c:v>
                </c:pt>
                <c:pt idx="20160">
                  <c:v>5.6568500000000004</c:v>
                </c:pt>
                <c:pt idx="20161">
                  <c:v>5.6571499999999997</c:v>
                </c:pt>
                <c:pt idx="20162">
                  <c:v>5.6574600000000004</c:v>
                </c:pt>
                <c:pt idx="20163">
                  <c:v>5.6577599999999997</c:v>
                </c:pt>
                <c:pt idx="20164">
                  <c:v>5.6580700000000004</c:v>
                </c:pt>
                <c:pt idx="20165">
                  <c:v>5.6583699999999997</c:v>
                </c:pt>
                <c:pt idx="20166">
                  <c:v>5.6586800000000004</c:v>
                </c:pt>
                <c:pt idx="20167">
                  <c:v>5.6589799999999997</c:v>
                </c:pt>
                <c:pt idx="20168">
                  <c:v>5.6592900000000004</c:v>
                </c:pt>
                <c:pt idx="20169">
                  <c:v>5.6595899999999997</c:v>
                </c:pt>
                <c:pt idx="20170">
                  <c:v>5.6599000000000004</c:v>
                </c:pt>
                <c:pt idx="20171">
                  <c:v>5.6601999999999997</c:v>
                </c:pt>
                <c:pt idx="20172">
                  <c:v>5.6605100000000004</c:v>
                </c:pt>
                <c:pt idx="20173">
                  <c:v>5.6608200000000002</c:v>
                </c:pt>
                <c:pt idx="20174">
                  <c:v>5.6611200000000004</c:v>
                </c:pt>
                <c:pt idx="20175">
                  <c:v>5.6614300000000002</c:v>
                </c:pt>
                <c:pt idx="20176">
                  <c:v>5.6617300000000004</c:v>
                </c:pt>
                <c:pt idx="20177">
                  <c:v>5.6620400000000002</c:v>
                </c:pt>
                <c:pt idx="20178">
                  <c:v>5.6623400000000004</c:v>
                </c:pt>
                <c:pt idx="20179">
                  <c:v>5.6626500000000002</c:v>
                </c:pt>
                <c:pt idx="20180">
                  <c:v>5.6629500000000004</c:v>
                </c:pt>
                <c:pt idx="20181">
                  <c:v>5.6632600000000002</c:v>
                </c:pt>
                <c:pt idx="20182">
                  <c:v>5.6635600000000004</c:v>
                </c:pt>
                <c:pt idx="20183">
                  <c:v>5.6638700000000002</c:v>
                </c:pt>
                <c:pt idx="20184">
                  <c:v>5.66418</c:v>
                </c:pt>
                <c:pt idx="20185">
                  <c:v>5.6644800000000002</c:v>
                </c:pt>
                <c:pt idx="20186">
                  <c:v>5.66479</c:v>
                </c:pt>
                <c:pt idx="20187">
                  <c:v>5.6650900000000002</c:v>
                </c:pt>
                <c:pt idx="20188">
                  <c:v>5.6654</c:v>
                </c:pt>
                <c:pt idx="20189">
                  <c:v>5.6657000000000002</c:v>
                </c:pt>
                <c:pt idx="20190">
                  <c:v>5.66601</c:v>
                </c:pt>
                <c:pt idx="20191">
                  <c:v>5.6663100000000002</c:v>
                </c:pt>
                <c:pt idx="20192">
                  <c:v>5.66662</c:v>
                </c:pt>
                <c:pt idx="20193">
                  <c:v>5.6669200000000002</c:v>
                </c:pt>
                <c:pt idx="20194">
                  <c:v>5.66723</c:v>
                </c:pt>
                <c:pt idx="20195">
                  <c:v>5.6675300000000002</c:v>
                </c:pt>
                <c:pt idx="20196">
                  <c:v>5.66784</c:v>
                </c:pt>
                <c:pt idx="20197">
                  <c:v>5.6681499999999998</c:v>
                </c:pt>
                <c:pt idx="20198">
                  <c:v>5.66845</c:v>
                </c:pt>
                <c:pt idx="20199">
                  <c:v>5.6687599999999998</c:v>
                </c:pt>
                <c:pt idx="20200">
                  <c:v>5.66906</c:v>
                </c:pt>
                <c:pt idx="20201">
                  <c:v>5.6693699999999998</c:v>
                </c:pt>
                <c:pt idx="20202">
                  <c:v>5.66967</c:v>
                </c:pt>
                <c:pt idx="20203">
                  <c:v>5.6699799999999998</c:v>
                </c:pt>
                <c:pt idx="20204">
                  <c:v>5.67028</c:v>
                </c:pt>
                <c:pt idx="20205">
                  <c:v>5.6705899999999998</c:v>
                </c:pt>
                <c:pt idx="20206">
                  <c:v>5.67089</c:v>
                </c:pt>
                <c:pt idx="20207">
                  <c:v>5.6711999999999998</c:v>
                </c:pt>
                <c:pt idx="20208">
                  <c:v>5.6715</c:v>
                </c:pt>
                <c:pt idx="20209">
                  <c:v>5.6718099999999998</c:v>
                </c:pt>
                <c:pt idx="20210">
                  <c:v>5.6721199999999996</c:v>
                </c:pt>
                <c:pt idx="20211">
                  <c:v>5.6724199999999998</c:v>
                </c:pt>
                <c:pt idx="20212">
                  <c:v>5.6727299999999996</c:v>
                </c:pt>
                <c:pt idx="20213">
                  <c:v>5.6730299999999998</c:v>
                </c:pt>
                <c:pt idx="20214">
                  <c:v>5.6733399999999996</c:v>
                </c:pt>
                <c:pt idx="20215">
                  <c:v>5.6736399999999998</c:v>
                </c:pt>
                <c:pt idx="20216">
                  <c:v>5.6739499999999996</c:v>
                </c:pt>
                <c:pt idx="20217">
                  <c:v>5.6742499999999998</c:v>
                </c:pt>
                <c:pt idx="20218">
                  <c:v>5.6745599999999996</c:v>
                </c:pt>
                <c:pt idx="20219">
                  <c:v>5.6748599999999998</c:v>
                </c:pt>
                <c:pt idx="20220">
                  <c:v>5.6751699999999996</c:v>
                </c:pt>
                <c:pt idx="20221">
                  <c:v>5.6754699999999998</c:v>
                </c:pt>
                <c:pt idx="20222">
                  <c:v>5.6757799999999996</c:v>
                </c:pt>
                <c:pt idx="20223">
                  <c:v>5.6760900000000003</c:v>
                </c:pt>
                <c:pt idx="20224">
                  <c:v>5.6763899999999996</c:v>
                </c:pt>
                <c:pt idx="20225">
                  <c:v>5.6767000000000003</c:v>
                </c:pt>
                <c:pt idx="20226">
                  <c:v>5.6769999999999996</c:v>
                </c:pt>
                <c:pt idx="20227">
                  <c:v>5.6773100000000003</c:v>
                </c:pt>
                <c:pt idx="20228">
                  <c:v>5.6776099999999996</c:v>
                </c:pt>
                <c:pt idx="20229">
                  <c:v>5.6779200000000003</c:v>
                </c:pt>
                <c:pt idx="20230">
                  <c:v>5.6782199999999996</c:v>
                </c:pt>
                <c:pt idx="20231">
                  <c:v>5.6785300000000003</c:v>
                </c:pt>
                <c:pt idx="20232">
                  <c:v>5.6788299999999996</c:v>
                </c:pt>
                <c:pt idx="20233">
                  <c:v>5.6791400000000003</c:v>
                </c:pt>
                <c:pt idx="20234">
                  <c:v>5.6794399999999996</c:v>
                </c:pt>
                <c:pt idx="20235">
                  <c:v>5.6797500000000003</c:v>
                </c:pt>
                <c:pt idx="20236">
                  <c:v>5.6800600000000001</c:v>
                </c:pt>
                <c:pt idx="20237">
                  <c:v>5.6803600000000003</c:v>
                </c:pt>
                <c:pt idx="20238">
                  <c:v>5.6806700000000001</c:v>
                </c:pt>
                <c:pt idx="20239">
                  <c:v>5.6809700000000003</c:v>
                </c:pt>
                <c:pt idx="20240">
                  <c:v>5.6812800000000001</c:v>
                </c:pt>
                <c:pt idx="20241">
                  <c:v>5.6815800000000003</c:v>
                </c:pt>
                <c:pt idx="20242">
                  <c:v>5.6818900000000001</c:v>
                </c:pt>
                <c:pt idx="20243">
                  <c:v>5.6821900000000003</c:v>
                </c:pt>
                <c:pt idx="20244">
                  <c:v>5.6825000000000001</c:v>
                </c:pt>
                <c:pt idx="20245">
                  <c:v>5.6828000000000003</c:v>
                </c:pt>
                <c:pt idx="20246">
                  <c:v>5.6831100000000001</c:v>
                </c:pt>
                <c:pt idx="20247">
                  <c:v>5.6834199999999999</c:v>
                </c:pt>
                <c:pt idx="20248">
                  <c:v>5.6837200000000001</c:v>
                </c:pt>
                <c:pt idx="20249">
                  <c:v>5.6840299999999999</c:v>
                </c:pt>
                <c:pt idx="20250">
                  <c:v>5.6843300000000001</c:v>
                </c:pt>
                <c:pt idx="20251">
                  <c:v>5.6846399999999999</c:v>
                </c:pt>
                <c:pt idx="20252">
                  <c:v>5.6849400000000001</c:v>
                </c:pt>
                <c:pt idx="20253">
                  <c:v>5.6852499999999999</c:v>
                </c:pt>
                <c:pt idx="20254">
                  <c:v>5.6855500000000001</c:v>
                </c:pt>
                <c:pt idx="20255">
                  <c:v>5.6858599999999999</c:v>
                </c:pt>
                <c:pt idx="20256">
                  <c:v>5.6861600000000001</c:v>
                </c:pt>
                <c:pt idx="20257">
                  <c:v>5.6864699999999999</c:v>
                </c:pt>
                <c:pt idx="20258">
                  <c:v>5.6867700000000001</c:v>
                </c:pt>
                <c:pt idx="20259">
                  <c:v>5.6870799999999999</c:v>
                </c:pt>
                <c:pt idx="20260">
                  <c:v>5.6873899999999997</c:v>
                </c:pt>
                <c:pt idx="20261">
                  <c:v>5.6876899999999999</c:v>
                </c:pt>
                <c:pt idx="20262">
                  <c:v>5.6879999999999997</c:v>
                </c:pt>
                <c:pt idx="20263">
                  <c:v>5.6882999999999999</c:v>
                </c:pt>
                <c:pt idx="20264">
                  <c:v>5.6886099999999997</c:v>
                </c:pt>
                <c:pt idx="20265">
                  <c:v>5.6889099999999999</c:v>
                </c:pt>
                <c:pt idx="20266">
                  <c:v>5.6892199999999997</c:v>
                </c:pt>
                <c:pt idx="20267">
                  <c:v>5.6895199999999999</c:v>
                </c:pt>
                <c:pt idx="20268">
                  <c:v>5.6898299999999997</c:v>
                </c:pt>
                <c:pt idx="20269">
                  <c:v>5.6901299999999999</c:v>
                </c:pt>
                <c:pt idx="20270">
                  <c:v>5.6904399999999997</c:v>
                </c:pt>
                <c:pt idx="20271">
                  <c:v>5.6907399999999999</c:v>
                </c:pt>
                <c:pt idx="20272">
                  <c:v>5.6910499999999997</c:v>
                </c:pt>
                <c:pt idx="20273">
                  <c:v>5.6913600000000004</c:v>
                </c:pt>
                <c:pt idx="20274">
                  <c:v>5.6916599999999997</c:v>
                </c:pt>
                <c:pt idx="20275">
                  <c:v>5.6919700000000004</c:v>
                </c:pt>
                <c:pt idx="20276">
                  <c:v>5.6922699999999997</c:v>
                </c:pt>
                <c:pt idx="20277">
                  <c:v>5.6925800000000004</c:v>
                </c:pt>
                <c:pt idx="20278">
                  <c:v>5.6928799999999997</c:v>
                </c:pt>
                <c:pt idx="20279">
                  <c:v>5.6931900000000004</c:v>
                </c:pt>
                <c:pt idx="20280">
                  <c:v>5.6934899999999997</c:v>
                </c:pt>
                <c:pt idx="20281">
                  <c:v>5.6938000000000004</c:v>
                </c:pt>
                <c:pt idx="20282">
                  <c:v>5.6940999999999997</c:v>
                </c:pt>
                <c:pt idx="20283">
                  <c:v>5.6944100000000004</c:v>
                </c:pt>
                <c:pt idx="20284">
                  <c:v>5.6947099999999997</c:v>
                </c:pt>
                <c:pt idx="20285">
                  <c:v>5.6950200000000004</c:v>
                </c:pt>
                <c:pt idx="20286">
                  <c:v>5.6953300000000002</c:v>
                </c:pt>
                <c:pt idx="20287">
                  <c:v>5.6956300000000004</c:v>
                </c:pt>
                <c:pt idx="20288">
                  <c:v>5.6959400000000002</c:v>
                </c:pt>
                <c:pt idx="20289">
                  <c:v>5.6962400000000004</c:v>
                </c:pt>
                <c:pt idx="20290">
                  <c:v>5.6965500000000002</c:v>
                </c:pt>
                <c:pt idx="20291">
                  <c:v>5.6968500000000004</c:v>
                </c:pt>
                <c:pt idx="20292">
                  <c:v>5.6971600000000002</c:v>
                </c:pt>
                <c:pt idx="20293">
                  <c:v>5.6974600000000004</c:v>
                </c:pt>
                <c:pt idx="20294">
                  <c:v>5.6977700000000002</c:v>
                </c:pt>
                <c:pt idx="20295">
                  <c:v>5.6980700000000004</c:v>
                </c:pt>
                <c:pt idx="20296">
                  <c:v>5.6983800000000002</c:v>
                </c:pt>
                <c:pt idx="20297">
                  <c:v>5.69869</c:v>
                </c:pt>
                <c:pt idx="20298">
                  <c:v>5.6989900000000002</c:v>
                </c:pt>
                <c:pt idx="20299">
                  <c:v>5.6993</c:v>
                </c:pt>
                <c:pt idx="20300">
                  <c:v>5.6996000000000002</c:v>
                </c:pt>
                <c:pt idx="20301">
                  <c:v>5.69991</c:v>
                </c:pt>
                <c:pt idx="20302">
                  <c:v>5.7002100000000002</c:v>
                </c:pt>
                <c:pt idx="20303">
                  <c:v>5.70052</c:v>
                </c:pt>
                <c:pt idx="20304">
                  <c:v>5.7008200000000002</c:v>
                </c:pt>
                <c:pt idx="20305">
                  <c:v>5.70113</c:v>
                </c:pt>
                <c:pt idx="20306">
                  <c:v>5.7014300000000002</c:v>
                </c:pt>
                <c:pt idx="20307">
                  <c:v>5.70174</c:v>
                </c:pt>
                <c:pt idx="20308">
                  <c:v>5.7020400000000002</c:v>
                </c:pt>
                <c:pt idx="20309">
                  <c:v>5.70235</c:v>
                </c:pt>
                <c:pt idx="20310">
                  <c:v>5.7026599999999998</c:v>
                </c:pt>
                <c:pt idx="20311">
                  <c:v>5.70296</c:v>
                </c:pt>
                <c:pt idx="20312">
                  <c:v>5.7032699999999998</c:v>
                </c:pt>
                <c:pt idx="20313">
                  <c:v>5.70357</c:v>
                </c:pt>
                <c:pt idx="20314">
                  <c:v>5.7038799999999998</c:v>
                </c:pt>
                <c:pt idx="20315">
                  <c:v>5.70418</c:v>
                </c:pt>
                <c:pt idx="20316">
                  <c:v>5.7044899999999998</c:v>
                </c:pt>
                <c:pt idx="20317">
                  <c:v>5.70479</c:v>
                </c:pt>
                <c:pt idx="20318">
                  <c:v>5.7050999999999998</c:v>
                </c:pt>
                <c:pt idx="20319">
                  <c:v>5.7054</c:v>
                </c:pt>
                <c:pt idx="20320">
                  <c:v>5.7057099999999998</c:v>
                </c:pt>
                <c:pt idx="20321">
                  <c:v>5.70601</c:v>
                </c:pt>
                <c:pt idx="20322">
                  <c:v>5.7063199999999998</c:v>
                </c:pt>
                <c:pt idx="20323">
                  <c:v>5.7066299999999996</c:v>
                </c:pt>
                <c:pt idx="20324">
                  <c:v>5.7069299999999998</c:v>
                </c:pt>
                <c:pt idx="20325">
                  <c:v>5.7072399999999996</c:v>
                </c:pt>
                <c:pt idx="20326">
                  <c:v>5.7075399999999998</c:v>
                </c:pt>
                <c:pt idx="20327">
                  <c:v>5.7078499999999996</c:v>
                </c:pt>
                <c:pt idx="20328">
                  <c:v>5.7081499999999998</c:v>
                </c:pt>
                <c:pt idx="20329">
                  <c:v>5.7084599999999996</c:v>
                </c:pt>
                <c:pt idx="20330">
                  <c:v>5.7087599999999998</c:v>
                </c:pt>
                <c:pt idx="20331">
                  <c:v>5.7090699999999996</c:v>
                </c:pt>
                <c:pt idx="20332">
                  <c:v>5.7093699999999998</c:v>
                </c:pt>
                <c:pt idx="20333">
                  <c:v>5.7096799999999996</c:v>
                </c:pt>
                <c:pt idx="20334">
                  <c:v>5.7099799999999998</c:v>
                </c:pt>
                <c:pt idx="20335">
                  <c:v>5.7102899999999996</c:v>
                </c:pt>
                <c:pt idx="20336">
                  <c:v>5.7106000000000003</c:v>
                </c:pt>
                <c:pt idx="20337">
                  <c:v>5.7108999999999996</c:v>
                </c:pt>
                <c:pt idx="20338">
                  <c:v>5.7112100000000003</c:v>
                </c:pt>
                <c:pt idx="20339">
                  <c:v>5.7115099999999996</c:v>
                </c:pt>
                <c:pt idx="20340">
                  <c:v>5.7118200000000003</c:v>
                </c:pt>
                <c:pt idx="20341">
                  <c:v>5.7121199999999996</c:v>
                </c:pt>
                <c:pt idx="20342">
                  <c:v>5.7124300000000003</c:v>
                </c:pt>
                <c:pt idx="20343">
                  <c:v>5.7127299999999996</c:v>
                </c:pt>
                <c:pt idx="20344">
                  <c:v>5.7130400000000003</c:v>
                </c:pt>
                <c:pt idx="20345">
                  <c:v>5.7133399999999996</c:v>
                </c:pt>
                <c:pt idx="20346">
                  <c:v>5.7136500000000003</c:v>
                </c:pt>
                <c:pt idx="20347">
                  <c:v>5.7139499999999996</c:v>
                </c:pt>
                <c:pt idx="20348">
                  <c:v>5.7142600000000003</c:v>
                </c:pt>
                <c:pt idx="20349">
                  <c:v>5.7145700000000001</c:v>
                </c:pt>
                <c:pt idx="20350">
                  <c:v>5.7148700000000003</c:v>
                </c:pt>
                <c:pt idx="20351">
                  <c:v>5.7151800000000001</c:v>
                </c:pt>
                <c:pt idx="20352">
                  <c:v>5.7154800000000003</c:v>
                </c:pt>
                <c:pt idx="20353">
                  <c:v>5.7157900000000001</c:v>
                </c:pt>
                <c:pt idx="20354">
                  <c:v>5.7160900000000003</c:v>
                </c:pt>
                <c:pt idx="20355">
                  <c:v>5.7164000000000001</c:v>
                </c:pt>
                <c:pt idx="20356">
                  <c:v>5.7167000000000003</c:v>
                </c:pt>
                <c:pt idx="20357">
                  <c:v>5.7170100000000001</c:v>
                </c:pt>
                <c:pt idx="20358">
                  <c:v>5.7173100000000003</c:v>
                </c:pt>
                <c:pt idx="20359">
                  <c:v>5.7176200000000001</c:v>
                </c:pt>
                <c:pt idx="20360">
                  <c:v>5.71793</c:v>
                </c:pt>
                <c:pt idx="20361">
                  <c:v>5.7182300000000001</c:v>
                </c:pt>
                <c:pt idx="20362">
                  <c:v>5.71854</c:v>
                </c:pt>
                <c:pt idx="20363">
                  <c:v>5.7188400000000001</c:v>
                </c:pt>
                <c:pt idx="20364">
                  <c:v>5.71915</c:v>
                </c:pt>
                <c:pt idx="20365">
                  <c:v>5.7194500000000001</c:v>
                </c:pt>
                <c:pt idx="20366">
                  <c:v>5.71976</c:v>
                </c:pt>
                <c:pt idx="20367">
                  <c:v>5.7200600000000001</c:v>
                </c:pt>
                <c:pt idx="20368">
                  <c:v>5.72037</c:v>
                </c:pt>
                <c:pt idx="20369">
                  <c:v>5.7206700000000001</c:v>
                </c:pt>
                <c:pt idx="20370">
                  <c:v>5.72098</c:v>
                </c:pt>
                <c:pt idx="20371">
                  <c:v>5.7212800000000001</c:v>
                </c:pt>
                <c:pt idx="20372">
                  <c:v>5.72159</c:v>
                </c:pt>
                <c:pt idx="20373">
                  <c:v>5.7218999999999998</c:v>
                </c:pt>
                <c:pt idx="20374">
                  <c:v>5.7222</c:v>
                </c:pt>
                <c:pt idx="20375">
                  <c:v>5.7225099999999998</c:v>
                </c:pt>
                <c:pt idx="20376">
                  <c:v>5.72281</c:v>
                </c:pt>
                <c:pt idx="20377">
                  <c:v>5.7231199999999998</c:v>
                </c:pt>
                <c:pt idx="20378">
                  <c:v>5.72342</c:v>
                </c:pt>
                <c:pt idx="20379">
                  <c:v>5.7237299999999998</c:v>
                </c:pt>
                <c:pt idx="20380">
                  <c:v>5.72403</c:v>
                </c:pt>
                <c:pt idx="20381">
                  <c:v>5.7243399999999998</c:v>
                </c:pt>
                <c:pt idx="20382">
                  <c:v>5.72464</c:v>
                </c:pt>
                <c:pt idx="20383">
                  <c:v>5.7249499999999998</c:v>
                </c:pt>
                <c:pt idx="20384">
                  <c:v>5.72525</c:v>
                </c:pt>
                <c:pt idx="20385">
                  <c:v>5.7255599999999998</c:v>
                </c:pt>
                <c:pt idx="20386">
                  <c:v>5.7258699999999996</c:v>
                </c:pt>
                <c:pt idx="20387">
                  <c:v>5.7261699999999998</c:v>
                </c:pt>
                <c:pt idx="20388">
                  <c:v>5.7264799999999996</c:v>
                </c:pt>
                <c:pt idx="20389">
                  <c:v>5.7267799999999998</c:v>
                </c:pt>
                <c:pt idx="20390">
                  <c:v>5.7270899999999996</c:v>
                </c:pt>
                <c:pt idx="20391">
                  <c:v>5.7273899999999998</c:v>
                </c:pt>
                <c:pt idx="20392">
                  <c:v>5.7276999999999996</c:v>
                </c:pt>
                <c:pt idx="20393">
                  <c:v>5.7279999999999998</c:v>
                </c:pt>
                <c:pt idx="20394">
                  <c:v>5.7283099999999996</c:v>
                </c:pt>
                <c:pt idx="20395">
                  <c:v>5.7286099999999998</c:v>
                </c:pt>
                <c:pt idx="20396">
                  <c:v>5.7289199999999996</c:v>
                </c:pt>
                <c:pt idx="20397">
                  <c:v>5.7292199999999998</c:v>
                </c:pt>
                <c:pt idx="20398">
                  <c:v>5.7295299999999996</c:v>
                </c:pt>
                <c:pt idx="20399">
                  <c:v>5.7298400000000003</c:v>
                </c:pt>
                <c:pt idx="20400">
                  <c:v>5.7301399999999996</c:v>
                </c:pt>
                <c:pt idx="20401">
                  <c:v>5.7304500000000003</c:v>
                </c:pt>
                <c:pt idx="20402">
                  <c:v>5.7307499999999996</c:v>
                </c:pt>
                <c:pt idx="20403">
                  <c:v>5.7310600000000003</c:v>
                </c:pt>
                <c:pt idx="20404">
                  <c:v>5.7313599999999996</c:v>
                </c:pt>
                <c:pt idx="20405">
                  <c:v>5.7316700000000003</c:v>
                </c:pt>
                <c:pt idx="20406">
                  <c:v>5.7319699999999996</c:v>
                </c:pt>
                <c:pt idx="20407">
                  <c:v>5.7322800000000003</c:v>
                </c:pt>
                <c:pt idx="20408">
                  <c:v>5.7325799999999996</c:v>
                </c:pt>
                <c:pt idx="20409">
                  <c:v>5.7328900000000003</c:v>
                </c:pt>
                <c:pt idx="20410">
                  <c:v>5.7331899999999996</c:v>
                </c:pt>
                <c:pt idx="20411">
                  <c:v>5.7335000000000003</c:v>
                </c:pt>
                <c:pt idx="20412">
                  <c:v>5.7338100000000001</c:v>
                </c:pt>
                <c:pt idx="20413">
                  <c:v>5.7341100000000003</c:v>
                </c:pt>
                <c:pt idx="20414">
                  <c:v>5.7344200000000001</c:v>
                </c:pt>
                <c:pt idx="20415">
                  <c:v>5.7347200000000003</c:v>
                </c:pt>
                <c:pt idx="20416">
                  <c:v>5.7350300000000001</c:v>
                </c:pt>
                <c:pt idx="20417">
                  <c:v>5.7353300000000003</c:v>
                </c:pt>
                <c:pt idx="20418">
                  <c:v>5.7356400000000001</c:v>
                </c:pt>
                <c:pt idx="20419">
                  <c:v>5.7359400000000003</c:v>
                </c:pt>
                <c:pt idx="20420">
                  <c:v>5.7362500000000001</c:v>
                </c:pt>
                <c:pt idx="20421">
                  <c:v>5.7365500000000003</c:v>
                </c:pt>
                <c:pt idx="20422">
                  <c:v>5.7368600000000001</c:v>
                </c:pt>
                <c:pt idx="20423">
                  <c:v>5.7371699999999999</c:v>
                </c:pt>
                <c:pt idx="20424">
                  <c:v>5.7374700000000001</c:v>
                </c:pt>
                <c:pt idx="20425">
                  <c:v>5.7377799999999999</c:v>
                </c:pt>
                <c:pt idx="20426">
                  <c:v>5.7380800000000001</c:v>
                </c:pt>
                <c:pt idx="20427">
                  <c:v>5.7383899999999999</c:v>
                </c:pt>
                <c:pt idx="20428">
                  <c:v>5.7386900000000001</c:v>
                </c:pt>
                <c:pt idx="20429">
                  <c:v>5.7389999999999999</c:v>
                </c:pt>
                <c:pt idx="20430">
                  <c:v>5.7393000000000001</c:v>
                </c:pt>
                <c:pt idx="20431">
                  <c:v>5.7396099999999999</c:v>
                </c:pt>
                <c:pt idx="20432">
                  <c:v>5.7399100000000001</c:v>
                </c:pt>
                <c:pt idx="20433">
                  <c:v>5.7402199999999999</c:v>
                </c:pt>
                <c:pt idx="20434">
                  <c:v>5.7405200000000001</c:v>
                </c:pt>
                <c:pt idx="20435">
                  <c:v>5.7408299999999999</c:v>
                </c:pt>
                <c:pt idx="20436">
                  <c:v>5.7411399999999997</c:v>
                </c:pt>
                <c:pt idx="20437">
                  <c:v>5.7414399999999999</c:v>
                </c:pt>
                <c:pt idx="20438">
                  <c:v>5.7417499999999997</c:v>
                </c:pt>
                <c:pt idx="20439">
                  <c:v>5.7420499999999999</c:v>
                </c:pt>
                <c:pt idx="20440">
                  <c:v>5.7423599999999997</c:v>
                </c:pt>
                <c:pt idx="20441">
                  <c:v>5.7426599999999999</c:v>
                </c:pt>
                <c:pt idx="20442">
                  <c:v>5.7429699999999997</c:v>
                </c:pt>
                <c:pt idx="20443">
                  <c:v>5.7432699999999999</c:v>
                </c:pt>
                <c:pt idx="20444">
                  <c:v>5.7435799999999997</c:v>
                </c:pt>
                <c:pt idx="20445">
                  <c:v>5.7438799999999999</c:v>
                </c:pt>
                <c:pt idx="20446">
                  <c:v>5.7441899999999997</c:v>
                </c:pt>
                <c:pt idx="20447">
                  <c:v>5.7444899999999999</c:v>
                </c:pt>
                <c:pt idx="20448">
                  <c:v>5.7447999999999997</c:v>
                </c:pt>
                <c:pt idx="20449">
                  <c:v>5.7451100000000004</c:v>
                </c:pt>
                <c:pt idx="20450">
                  <c:v>5.7454099999999997</c:v>
                </c:pt>
                <c:pt idx="20451">
                  <c:v>5.7457200000000004</c:v>
                </c:pt>
                <c:pt idx="20452">
                  <c:v>5.7460199999999997</c:v>
                </c:pt>
                <c:pt idx="20453">
                  <c:v>5.7463300000000004</c:v>
                </c:pt>
                <c:pt idx="20454">
                  <c:v>5.7466299999999997</c:v>
                </c:pt>
                <c:pt idx="20455">
                  <c:v>5.7469400000000004</c:v>
                </c:pt>
                <c:pt idx="20456">
                  <c:v>5.7472399999999997</c:v>
                </c:pt>
                <c:pt idx="20457">
                  <c:v>5.7475500000000004</c:v>
                </c:pt>
                <c:pt idx="20458">
                  <c:v>5.7478499999999997</c:v>
                </c:pt>
                <c:pt idx="20459">
                  <c:v>5.7481600000000004</c:v>
                </c:pt>
                <c:pt idx="20460">
                  <c:v>5.7484599999999997</c:v>
                </c:pt>
                <c:pt idx="20461">
                  <c:v>5.7487700000000004</c:v>
                </c:pt>
                <c:pt idx="20462">
                  <c:v>5.7490800000000002</c:v>
                </c:pt>
                <c:pt idx="20463">
                  <c:v>5.7493800000000004</c:v>
                </c:pt>
                <c:pt idx="20464">
                  <c:v>5.7496900000000002</c:v>
                </c:pt>
                <c:pt idx="20465">
                  <c:v>5.7499900000000004</c:v>
                </c:pt>
                <c:pt idx="20466">
                  <c:v>5.7503000000000002</c:v>
                </c:pt>
                <c:pt idx="20467">
                  <c:v>5.7506000000000004</c:v>
                </c:pt>
                <c:pt idx="20468">
                  <c:v>5.7509100000000002</c:v>
                </c:pt>
                <c:pt idx="20469">
                  <c:v>5.7512100000000004</c:v>
                </c:pt>
                <c:pt idx="20470">
                  <c:v>5.7515200000000002</c:v>
                </c:pt>
                <c:pt idx="20471">
                  <c:v>5.7518200000000004</c:v>
                </c:pt>
                <c:pt idx="20472">
                  <c:v>5.7521300000000002</c:v>
                </c:pt>
                <c:pt idx="20473">
                  <c:v>5.75244</c:v>
                </c:pt>
                <c:pt idx="20474">
                  <c:v>5.7527400000000002</c:v>
                </c:pt>
                <c:pt idx="20475">
                  <c:v>5.75305</c:v>
                </c:pt>
                <c:pt idx="20476">
                  <c:v>5.7533500000000002</c:v>
                </c:pt>
                <c:pt idx="20477">
                  <c:v>5.75366</c:v>
                </c:pt>
                <c:pt idx="20478">
                  <c:v>5.7539600000000002</c:v>
                </c:pt>
                <c:pt idx="20479">
                  <c:v>5.75427</c:v>
                </c:pt>
                <c:pt idx="20480">
                  <c:v>5.7545700000000002</c:v>
                </c:pt>
                <c:pt idx="20481">
                  <c:v>5.75488</c:v>
                </c:pt>
                <c:pt idx="20482">
                  <c:v>5.7551800000000002</c:v>
                </c:pt>
                <c:pt idx="20483">
                  <c:v>5.75549</c:v>
                </c:pt>
                <c:pt idx="20484">
                  <c:v>5.7557900000000002</c:v>
                </c:pt>
                <c:pt idx="20485">
                  <c:v>5.7561</c:v>
                </c:pt>
                <c:pt idx="20486">
                  <c:v>5.7564099999999998</c:v>
                </c:pt>
                <c:pt idx="20487">
                  <c:v>5.75671</c:v>
                </c:pt>
                <c:pt idx="20488">
                  <c:v>5.7570199999999998</c:v>
                </c:pt>
                <c:pt idx="20489">
                  <c:v>5.75732</c:v>
                </c:pt>
                <c:pt idx="20490">
                  <c:v>5.7576299999999998</c:v>
                </c:pt>
                <c:pt idx="20491">
                  <c:v>5.75793</c:v>
                </c:pt>
                <c:pt idx="20492">
                  <c:v>5.7582399999999998</c:v>
                </c:pt>
                <c:pt idx="20493">
                  <c:v>5.75854</c:v>
                </c:pt>
                <c:pt idx="20494">
                  <c:v>5.7588499999999998</c:v>
                </c:pt>
                <c:pt idx="20495">
                  <c:v>5.75915</c:v>
                </c:pt>
                <c:pt idx="20496">
                  <c:v>5.7594599999999998</c:v>
                </c:pt>
                <c:pt idx="20497">
                  <c:v>5.75976</c:v>
                </c:pt>
                <c:pt idx="20498">
                  <c:v>5.7600699999999998</c:v>
                </c:pt>
                <c:pt idx="20499">
                  <c:v>5.7603799999999996</c:v>
                </c:pt>
                <c:pt idx="20500">
                  <c:v>5.7606799999999998</c:v>
                </c:pt>
                <c:pt idx="20501">
                  <c:v>5.7609899999999996</c:v>
                </c:pt>
                <c:pt idx="20502">
                  <c:v>5.7612899999999998</c:v>
                </c:pt>
                <c:pt idx="20503">
                  <c:v>5.7615999999999996</c:v>
                </c:pt>
                <c:pt idx="20504">
                  <c:v>5.7618999999999998</c:v>
                </c:pt>
                <c:pt idx="20505">
                  <c:v>5.7622099999999996</c:v>
                </c:pt>
                <c:pt idx="20506">
                  <c:v>5.7625099999999998</c:v>
                </c:pt>
                <c:pt idx="20507">
                  <c:v>5.7628199999999996</c:v>
                </c:pt>
                <c:pt idx="20508">
                  <c:v>5.7631199999999998</c:v>
                </c:pt>
                <c:pt idx="20509">
                  <c:v>5.7634299999999996</c:v>
                </c:pt>
                <c:pt idx="20510">
                  <c:v>5.7637299999999998</c:v>
                </c:pt>
                <c:pt idx="20511">
                  <c:v>5.7640399999999996</c:v>
                </c:pt>
                <c:pt idx="20512">
                  <c:v>5.7643500000000003</c:v>
                </c:pt>
                <c:pt idx="20513">
                  <c:v>5.7646499999999996</c:v>
                </c:pt>
                <c:pt idx="20514">
                  <c:v>5.7649600000000003</c:v>
                </c:pt>
                <c:pt idx="20515">
                  <c:v>5.7652599999999996</c:v>
                </c:pt>
                <c:pt idx="20516">
                  <c:v>5.7655700000000003</c:v>
                </c:pt>
                <c:pt idx="20517">
                  <c:v>5.7658699999999996</c:v>
                </c:pt>
                <c:pt idx="20518">
                  <c:v>5.7661800000000003</c:v>
                </c:pt>
                <c:pt idx="20519">
                  <c:v>5.7664799999999996</c:v>
                </c:pt>
                <c:pt idx="20520">
                  <c:v>5.7667900000000003</c:v>
                </c:pt>
                <c:pt idx="20521">
                  <c:v>5.7670899999999996</c:v>
                </c:pt>
                <c:pt idx="20522">
                  <c:v>5.7674000000000003</c:v>
                </c:pt>
                <c:pt idx="20523">
                  <c:v>5.7676999999999996</c:v>
                </c:pt>
                <c:pt idx="20524">
                  <c:v>5.7680100000000003</c:v>
                </c:pt>
                <c:pt idx="20525">
                  <c:v>5.7683200000000001</c:v>
                </c:pt>
                <c:pt idx="20526">
                  <c:v>5.7686200000000003</c:v>
                </c:pt>
                <c:pt idx="20527">
                  <c:v>5.7689300000000001</c:v>
                </c:pt>
                <c:pt idx="20528">
                  <c:v>5.7692300000000003</c:v>
                </c:pt>
                <c:pt idx="20529">
                  <c:v>5.7695400000000001</c:v>
                </c:pt>
                <c:pt idx="20530">
                  <c:v>5.7698400000000003</c:v>
                </c:pt>
                <c:pt idx="20531">
                  <c:v>5.7701500000000001</c:v>
                </c:pt>
                <c:pt idx="20532">
                  <c:v>5.7704500000000003</c:v>
                </c:pt>
                <c:pt idx="20533">
                  <c:v>5.7707600000000001</c:v>
                </c:pt>
                <c:pt idx="20534">
                  <c:v>5.7710600000000003</c:v>
                </c:pt>
                <c:pt idx="20535">
                  <c:v>5.7713700000000001</c:v>
                </c:pt>
                <c:pt idx="20536">
                  <c:v>5.7716799999999999</c:v>
                </c:pt>
                <c:pt idx="20537">
                  <c:v>5.7719800000000001</c:v>
                </c:pt>
                <c:pt idx="20538">
                  <c:v>5.7722899999999999</c:v>
                </c:pt>
                <c:pt idx="20539">
                  <c:v>5.7725900000000001</c:v>
                </c:pt>
                <c:pt idx="20540">
                  <c:v>5.7728999999999999</c:v>
                </c:pt>
                <c:pt idx="20541">
                  <c:v>5.7732000000000001</c:v>
                </c:pt>
                <c:pt idx="20542">
                  <c:v>5.7735099999999999</c:v>
                </c:pt>
                <c:pt idx="20543">
                  <c:v>5.7738100000000001</c:v>
                </c:pt>
                <c:pt idx="20544">
                  <c:v>5.7741199999999999</c:v>
                </c:pt>
                <c:pt idx="20545">
                  <c:v>5.7744200000000001</c:v>
                </c:pt>
                <c:pt idx="20546">
                  <c:v>5.7747299999999999</c:v>
                </c:pt>
                <c:pt idx="20547">
                  <c:v>5.7750300000000001</c:v>
                </c:pt>
                <c:pt idx="20548">
                  <c:v>5.7753399999999999</c:v>
                </c:pt>
                <c:pt idx="20549">
                  <c:v>5.7756499999999997</c:v>
                </c:pt>
                <c:pt idx="20550">
                  <c:v>5.7759499999999999</c:v>
                </c:pt>
                <c:pt idx="20551">
                  <c:v>5.7762599999999997</c:v>
                </c:pt>
                <c:pt idx="20552">
                  <c:v>5.7765599999999999</c:v>
                </c:pt>
                <c:pt idx="20553">
                  <c:v>5.7768699999999997</c:v>
                </c:pt>
                <c:pt idx="20554">
                  <c:v>5.7771699999999999</c:v>
                </c:pt>
                <c:pt idx="20555">
                  <c:v>5.7774799999999997</c:v>
                </c:pt>
                <c:pt idx="20556">
                  <c:v>5.7777799999999999</c:v>
                </c:pt>
                <c:pt idx="20557">
                  <c:v>5.7780899999999997</c:v>
                </c:pt>
                <c:pt idx="20558">
                  <c:v>5.7783899999999999</c:v>
                </c:pt>
                <c:pt idx="20559">
                  <c:v>5.7786999999999997</c:v>
                </c:pt>
                <c:pt idx="20560">
                  <c:v>5.7789999999999999</c:v>
                </c:pt>
                <c:pt idx="20561">
                  <c:v>5.7793099999999997</c:v>
                </c:pt>
                <c:pt idx="20562">
                  <c:v>5.7796200000000004</c:v>
                </c:pt>
                <c:pt idx="20563">
                  <c:v>5.7799199999999997</c:v>
                </c:pt>
                <c:pt idx="20564">
                  <c:v>5.7802300000000004</c:v>
                </c:pt>
                <c:pt idx="20565">
                  <c:v>5.7805299999999997</c:v>
                </c:pt>
                <c:pt idx="20566">
                  <c:v>5.7808400000000004</c:v>
                </c:pt>
                <c:pt idx="20567">
                  <c:v>5.7811399999999997</c:v>
                </c:pt>
                <c:pt idx="20568">
                  <c:v>5.7814500000000004</c:v>
                </c:pt>
                <c:pt idx="20569">
                  <c:v>5.7817499999999997</c:v>
                </c:pt>
                <c:pt idx="20570">
                  <c:v>5.7820600000000004</c:v>
                </c:pt>
                <c:pt idx="20571">
                  <c:v>5.7823599999999997</c:v>
                </c:pt>
                <c:pt idx="20572">
                  <c:v>5.7826700000000004</c:v>
                </c:pt>
                <c:pt idx="20573">
                  <c:v>5.7829699999999997</c:v>
                </c:pt>
                <c:pt idx="20574">
                  <c:v>5.7832800000000004</c:v>
                </c:pt>
                <c:pt idx="20575">
                  <c:v>5.7835900000000002</c:v>
                </c:pt>
                <c:pt idx="20576">
                  <c:v>5.7838900000000004</c:v>
                </c:pt>
                <c:pt idx="20577">
                  <c:v>5.7842000000000002</c:v>
                </c:pt>
                <c:pt idx="20578">
                  <c:v>5.7845000000000004</c:v>
                </c:pt>
                <c:pt idx="20579">
                  <c:v>5.7848100000000002</c:v>
                </c:pt>
                <c:pt idx="20580">
                  <c:v>5.7851100000000004</c:v>
                </c:pt>
                <c:pt idx="20581">
                  <c:v>5.7854200000000002</c:v>
                </c:pt>
                <c:pt idx="20582">
                  <c:v>5.7857200000000004</c:v>
                </c:pt>
                <c:pt idx="20583">
                  <c:v>5.7860300000000002</c:v>
                </c:pt>
                <c:pt idx="20584">
                  <c:v>5.7863300000000004</c:v>
                </c:pt>
                <c:pt idx="20585">
                  <c:v>5.7866400000000002</c:v>
                </c:pt>
                <c:pt idx="20586">
                  <c:v>5.7869400000000004</c:v>
                </c:pt>
                <c:pt idx="20587">
                  <c:v>5.7872500000000002</c:v>
                </c:pt>
                <c:pt idx="20588">
                  <c:v>5.78756</c:v>
                </c:pt>
                <c:pt idx="20589">
                  <c:v>5.7878600000000002</c:v>
                </c:pt>
                <c:pt idx="20590">
                  <c:v>5.78817</c:v>
                </c:pt>
                <c:pt idx="20591">
                  <c:v>5.7884700000000002</c:v>
                </c:pt>
                <c:pt idx="20592">
                  <c:v>5.78878</c:v>
                </c:pt>
                <c:pt idx="20593">
                  <c:v>5.7890800000000002</c:v>
                </c:pt>
                <c:pt idx="20594">
                  <c:v>5.78939</c:v>
                </c:pt>
                <c:pt idx="20595">
                  <c:v>5.7896900000000002</c:v>
                </c:pt>
                <c:pt idx="20596">
                  <c:v>5.79</c:v>
                </c:pt>
                <c:pt idx="20597">
                  <c:v>5.7903000000000002</c:v>
                </c:pt>
                <c:pt idx="20598">
                  <c:v>5.79061</c:v>
                </c:pt>
                <c:pt idx="20599">
                  <c:v>5.7909199999999998</c:v>
                </c:pt>
                <c:pt idx="20600">
                  <c:v>5.79122</c:v>
                </c:pt>
                <c:pt idx="20601">
                  <c:v>5.7915299999999998</c:v>
                </c:pt>
                <c:pt idx="20602">
                  <c:v>5.79183</c:v>
                </c:pt>
                <c:pt idx="20603">
                  <c:v>5.7921399999999998</c:v>
                </c:pt>
                <c:pt idx="20604">
                  <c:v>5.79244</c:v>
                </c:pt>
                <c:pt idx="20605">
                  <c:v>5.7927499999999998</c:v>
                </c:pt>
                <c:pt idx="20606">
                  <c:v>5.79305</c:v>
                </c:pt>
                <c:pt idx="20607">
                  <c:v>5.7933599999999998</c:v>
                </c:pt>
                <c:pt idx="20608">
                  <c:v>5.79366</c:v>
                </c:pt>
                <c:pt idx="20609">
                  <c:v>5.7939699999999998</c:v>
                </c:pt>
                <c:pt idx="20610">
                  <c:v>5.79427</c:v>
                </c:pt>
                <c:pt idx="20611">
                  <c:v>5.7945799999999998</c:v>
                </c:pt>
                <c:pt idx="20612">
                  <c:v>5.7948899999999997</c:v>
                </c:pt>
                <c:pt idx="20613">
                  <c:v>5.7951899999999998</c:v>
                </c:pt>
                <c:pt idx="20614">
                  <c:v>5.7954999999999997</c:v>
                </c:pt>
                <c:pt idx="20615">
                  <c:v>5.7957999999999998</c:v>
                </c:pt>
                <c:pt idx="20616">
                  <c:v>5.7961099999999997</c:v>
                </c:pt>
                <c:pt idx="20617">
                  <c:v>5.7964099999999998</c:v>
                </c:pt>
                <c:pt idx="20618">
                  <c:v>5.7967199999999997</c:v>
                </c:pt>
                <c:pt idx="20619">
                  <c:v>5.7970199999999998</c:v>
                </c:pt>
                <c:pt idx="20620">
                  <c:v>5.7973299999999997</c:v>
                </c:pt>
                <c:pt idx="20621">
                  <c:v>5.7976299999999998</c:v>
                </c:pt>
                <c:pt idx="20622">
                  <c:v>5.7979399999999996</c:v>
                </c:pt>
                <c:pt idx="20623">
                  <c:v>5.7982399999999998</c:v>
                </c:pt>
                <c:pt idx="20624">
                  <c:v>5.7985499999999996</c:v>
                </c:pt>
                <c:pt idx="20625">
                  <c:v>5.7988600000000003</c:v>
                </c:pt>
                <c:pt idx="20626">
                  <c:v>5.7991599999999996</c:v>
                </c:pt>
                <c:pt idx="20627">
                  <c:v>5.7994700000000003</c:v>
                </c:pt>
                <c:pt idx="20628">
                  <c:v>5.7997699999999996</c:v>
                </c:pt>
                <c:pt idx="20629">
                  <c:v>5.8000800000000003</c:v>
                </c:pt>
                <c:pt idx="20630">
                  <c:v>5.8003799999999996</c:v>
                </c:pt>
                <c:pt idx="20631">
                  <c:v>5.8006900000000003</c:v>
                </c:pt>
                <c:pt idx="20632">
                  <c:v>5.8009899999999996</c:v>
                </c:pt>
                <c:pt idx="20633">
                  <c:v>5.8013000000000003</c:v>
                </c:pt>
                <c:pt idx="20634">
                  <c:v>5.8015999999999996</c:v>
                </c:pt>
                <c:pt idx="20635">
                  <c:v>5.8019100000000003</c:v>
                </c:pt>
                <c:pt idx="20636">
                  <c:v>5.8022099999999996</c:v>
                </c:pt>
                <c:pt idx="20637">
                  <c:v>5.8025200000000003</c:v>
                </c:pt>
                <c:pt idx="20638">
                  <c:v>5.8028300000000002</c:v>
                </c:pt>
                <c:pt idx="20639">
                  <c:v>5.8031300000000003</c:v>
                </c:pt>
                <c:pt idx="20640">
                  <c:v>5.8034400000000002</c:v>
                </c:pt>
                <c:pt idx="20641">
                  <c:v>5.8037400000000003</c:v>
                </c:pt>
                <c:pt idx="20642">
                  <c:v>5.8040500000000002</c:v>
                </c:pt>
                <c:pt idx="20643">
                  <c:v>5.8043500000000003</c:v>
                </c:pt>
                <c:pt idx="20644">
                  <c:v>5.8046600000000002</c:v>
                </c:pt>
                <c:pt idx="20645">
                  <c:v>5.8049600000000003</c:v>
                </c:pt>
                <c:pt idx="20646">
                  <c:v>5.8052700000000002</c:v>
                </c:pt>
                <c:pt idx="20647">
                  <c:v>5.8055700000000003</c:v>
                </c:pt>
                <c:pt idx="20648">
                  <c:v>5.8058800000000002</c:v>
                </c:pt>
                <c:pt idx="20649">
                  <c:v>5.8061800000000003</c:v>
                </c:pt>
                <c:pt idx="20650">
                  <c:v>5.8064900000000002</c:v>
                </c:pt>
                <c:pt idx="20651">
                  <c:v>5.8068</c:v>
                </c:pt>
                <c:pt idx="20652">
                  <c:v>5.8071000000000002</c:v>
                </c:pt>
                <c:pt idx="20653">
                  <c:v>5.80741</c:v>
                </c:pt>
                <c:pt idx="20654">
                  <c:v>5.8077100000000002</c:v>
                </c:pt>
                <c:pt idx="20655">
                  <c:v>5.80802</c:v>
                </c:pt>
                <c:pt idx="20656">
                  <c:v>5.8083200000000001</c:v>
                </c:pt>
                <c:pt idx="20657">
                  <c:v>5.80863</c:v>
                </c:pt>
                <c:pt idx="20658">
                  <c:v>5.8089300000000001</c:v>
                </c:pt>
                <c:pt idx="20659">
                  <c:v>5.80924</c:v>
                </c:pt>
                <c:pt idx="20660">
                  <c:v>5.8095400000000001</c:v>
                </c:pt>
                <c:pt idx="20661">
                  <c:v>5.80985</c:v>
                </c:pt>
                <c:pt idx="20662">
                  <c:v>5.8101599999999998</c:v>
                </c:pt>
                <c:pt idx="20663">
                  <c:v>5.81046</c:v>
                </c:pt>
                <c:pt idx="20664">
                  <c:v>5.8107699999999998</c:v>
                </c:pt>
                <c:pt idx="20665">
                  <c:v>5.81107</c:v>
                </c:pt>
                <c:pt idx="20666">
                  <c:v>5.8113799999999998</c:v>
                </c:pt>
                <c:pt idx="20667">
                  <c:v>5.81168</c:v>
                </c:pt>
                <c:pt idx="20668">
                  <c:v>5.8119899999999998</c:v>
                </c:pt>
                <c:pt idx="20669">
                  <c:v>5.81229</c:v>
                </c:pt>
                <c:pt idx="20670">
                  <c:v>5.8125999999999998</c:v>
                </c:pt>
                <c:pt idx="20671">
                  <c:v>5.8129</c:v>
                </c:pt>
                <c:pt idx="20672">
                  <c:v>5.8132099999999998</c:v>
                </c:pt>
                <c:pt idx="20673">
                  <c:v>5.81351</c:v>
                </c:pt>
                <c:pt idx="20674">
                  <c:v>5.8138199999999998</c:v>
                </c:pt>
                <c:pt idx="20675">
                  <c:v>5.8141299999999996</c:v>
                </c:pt>
                <c:pt idx="20676">
                  <c:v>5.8144299999999998</c:v>
                </c:pt>
                <c:pt idx="20677">
                  <c:v>5.8147399999999996</c:v>
                </c:pt>
                <c:pt idx="20678">
                  <c:v>5.8150399999999998</c:v>
                </c:pt>
                <c:pt idx="20679">
                  <c:v>5.8153499999999996</c:v>
                </c:pt>
                <c:pt idx="20680">
                  <c:v>5.8156499999999998</c:v>
                </c:pt>
                <c:pt idx="20681">
                  <c:v>5.8159599999999996</c:v>
                </c:pt>
                <c:pt idx="20682">
                  <c:v>5.8162599999999998</c:v>
                </c:pt>
                <c:pt idx="20683">
                  <c:v>5.8165699999999996</c:v>
                </c:pt>
                <c:pt idx="20684">
                  <c:v>5.8168699999999998</c:v>
                </c:pt>
                <c:pt idx="20685">
                  <c:v>5.8171799999999996</c:v>
                </c:pt>
                <c:pt idx="20686">
                  <c:v>5.8174799999999998</c:v>
                </c:pt>
                <c:pt idx="20687">
                  <c:v>5.8177899999999996</c:v>
                </c:pt>
                <c:pt idx="20688">
                  <c:v>5.8181000000000003</c:v>
                </c:pt>
                <c:pt idx="20689">
                  <c:v>5.8183999999999996</c:v>
                </c:pt>
                <c:pt idx="20690">
                  <c:v>5.8187100000000003</c:v>
                </c:pt>
                <c:pt idx="20691">
                  <c:v>5.8190099999999996</c:v>
                </c:pt>
                <c:pt idx="20692">
                  <c:v>5.8193200000000003</c:v>
                </c:pt>
                <c:pt idx="20693">
                  <c:v>5.8196199999999996</c:v>
                </c:pt>
                <c:pt idx="20694">
                  <c:v>5.8199300000000003</c:v>
                </c:pt>
                <c:pt idx="20695">
                  <c:v>5.8202299999999996</c:v>
                </c:pt>
                <c:pt idx="20696">
                  <c:v>5.8205400000000003</c:v>
                </c:pt>
                <c:pt idx="20697">
                  <c:v>5.8208399999999996</c:v>
                </c:pt>
                <c:pt idx="20698">
                  <c:v>5.8211500000000003</c:v>
                </c:pt>
                <c:pt idx="20699">
                  <c:v>5.8214499999999996</c:v>
                </c:pt>
                <c:pt idx="20700">
                  <c:v>5.8217600000000003</c:v>
                </c:pt>
                <c:pt idx="20701">
                  <c:v>5.8220700000000001</c:v>
                </c:pt>
                <c:pt idx="20702">
                  <c:v>5.8223700000000003</c:v>
                </c:pt>
                <c:pt idx="20703">
                  <c:v>5.8226800000000001</c:v>
                </c:pt>
                <c:pt idx="20704">
                  <c:v>5.8229800000000003</c:v>
                </c:pt>
                <c:pt idx="20705">
                  <c:v>5.8232900000000001</c:v>
                </c:pt>
                <c:pt idx="20706">
                  <c:v>5.8235900000000003</c:v>
                </c:pt>
                <c:pt idx="20707">
                  <c:v>5.8239000000000001</c:v>
                </c:pt>
                <c:pt idx="20708">
                  <c:v>5.8242000000000003</c:v>
                </c:pt>
                <c:pt idx="20709">
                  <c:v>5.8245100000000001</c:v>
                </c:pt>
                <c:pt idx="20710">
                  <c:v>5.8248100000000003</c:v>
                </c:pt>
                <c:pt idx="20711">
                  <c:v>5.8251200000000001</c:v>
                </c:pt>
                <c:pt idx="20712">
                  <c:v>5.8254299999999999</c:v>
                </c:pt>
                <c:pt idx="20713">
                  <c:v>5.8257300000000001</c:v>
                </c:pt>
                <c:pt idx="20714">
                  <c:v>5.8260399999999999</c:v>
                </c:pt>
                <c:pt idx="20715">
                  <c:v>5.8263400000000001</c:v>
                </c:pt>
                <c:pt idx="20716">
                  <c:v>5.8266499999999999</c:v>
                </c:pt>
                <c:pt idx="20717">
                  <c:v>5.8269500000000001</c:v>
                </c:pt>
                <c:pt idx="20718">
                  <c:v>5.8272599999999999</c:v>
                </c:pt>
                <c:pt idx="20719">
                  <c:v>5.8275600000000001</c:v>
                </c:pt>
                <c:pt idx="20720">
                  <c:v>5.8278699999999999</c:v>
                </c:pt>
                <c:pt idx="20721">
                  <c:v>5.8281700000000001</c:v>
                </c:pt>
                <c:pt idx="20722">
                  <c:v>5.8284799999999999</c:v>
                </c:pt>
                <c:pt idx="20723">
                  <c:v>5.8287800000000001</c:v>
                </c:pt>
                <c:pt idx="20724">
                  <c:v>5.8290899999999999</c:v>
                </c:pt>
                <c:pt idx="20725">
                  <c:v>5.8293999999999997</c:v>
                </c:pt>
                <c:pt idx="20726">
                  <c:v>5.8296999999999999</c:v>
                </c:pt>
                <c:pt idx="20727">
                  <c:v>5.8300099999999997</c:v>
                </c:pt>
                <c:pt idx="20728">
                  <c:v>5.8303099999999999</c:v>
                </c:pt>
                <c:pt idx="20729">
                  <c:v>5.8306199999999997</c:v>
                </c:pt>
                <c:pt idx="20730">
                  <c:v>5.8309199999999999</c:v>
                </c:pt>
                <c:pt idx="20731">
                  <c:v>5.8312299999999997</c:v>
                </c:pt>
                <c:pt idx="20732">
                  <c:v>5.8315299999999999</c:v>
                </c:pt>
                <c:pt idx="20733">
                  <c:v>5.8318399999999997</c:v>
                </c:pt>
                <c:pt idx="20734">
                  <c:v>5.8321399999999999</c:v>
                </c:pt>
                <c:pt idx="20735">
                  <c:v>5.8324499999999997</c:v>
                </c:pt>
                <c:pt idx="20736">
                  <c:v>5.8327499999999999</c:v>
                </c:pt>
                <c:pt idx="20737">
                  <c:v>5.8330599999999997</c:v>
                </c:pt>
                <c:pt idx="20738">
                  <c:v>5.8333700000000004</c:v>
                </c:pt>
                <c:pt idx="20739">
                  <c:v>5.8336699999999997</c:v>
                </c:pt>
                <c:pt idx="20740">
                  <c:v>5.8339800000000004</c:v>
                </c:pt>
                <c:pt idx="20741">
                  <c:v>5.8342799999999997</c:v>
                </c:pt>
                <c:pt idx="20742">
                  <c:v>5.8345900000000004</c:v>
                </c:pt>
                <c:pt idx="20743">
                  <c:v>5.8348899999999997</c:v>
                </c:pt>
                <c:pt idx="20744">
                  <c:v>5.8352000000000004</c:v>
                </c:pt>
                <c:pt idx="20745">
                  <c:v>5.8354999999999997</c:v>
                </c:pt>
                <c:pt idx="20746">
                  <c:v>5.8358100000000004</c:v>
                </c:pt>
                <c:pt idx="20747">
                  <c:v>5.8361099999999997</c:v>
                </c:pt>
                <c:pt idx="20748">
                  <c:v>5.8364200000000004</c:v>
                </c:pt>
                <c:pt idx="20749">
                  <c:v>5.8367199999999997</c:v>
                </c:pt>
                <c:pt idx="20750">
                  <c:v>5.8370300000000004</c:v>
                </c:pt>
                <c:pt idx="20751">
                  <c:v>5.8373400000000002</c:v>
                </c:pt>
                <c:pt idx="20752">
                  <c:v>5.8376400000000004</c:v>
                </c:pt>
                <c:pt idx="20753">
                  <c:v>5.8379500000000002</c:v>
                </c:pt>
                <c:pt idx="20754">
                  <c:v>5.8382500000000004</c:v>
                </c:pt>
                <c:pt idx="20755">
                  <c:v>5.8385600000000002</c:v>
                </c:pt>
                <c:pt idx="20756">
                  <c:v>5.8388600000000004</c:v>
                </c:pt>
                <c:pt idx="20757">
                  <c:v>5.8391700000000002</c:v>
                </c:pt>
                <c:pt idx="20758">
                  <c:v>5.8394700000000004</c:v>
                </c:pt>
                <c:pt idx="20759">
                  <c:v>5.8397800000000002</c:v>
                </c:pt>
                <c:pt idx="20760">
                  <c:v>5.8400800000000004</c:v>
                </c:pt>
                <c:pt idx="20761">
                  <c:v>5.8403900000000002</c:v>
                </c:pt>
                <c:pt idx="20762">
                  <c:v>5.8406900000000004</c:v>
                </c:pt>
                <c:pt idx="20763">
                  <c:v>5.8410000000000002</c:v>
                </c:pt>
                <c:pt idx="20764">
                  <c:v>5.84131</c:v>
                </c:pt>
                <c:pt idx="20765">
                  <c:v>5.8416100000000002</c:v>
                </c:pt>
                <c:pt idx="20766">
                  <c:v>5.84192</c:v>
                </c:pt>
                <c:pt idx="20767">
                  <c:v>5.8422200000000002</c:v>
                </c:pt>
                <c:pt idx="20768">
                  <c:v>5.84253</c:v>
                </c:pt>
                <c:pt idx="20769">
                  <c:v>5.8428300000000002</c:v>
                </c:pt>
                <c:pt idx="20770">
                  <c:v>5.84314</c:v>
                </c:pt>
                <c:pt idx="20771">
                  <c:v>5.8434400000000002</c:v>
                </c:pt>
                <c:pt idx="20772">
                  <c:v>5.84375</c:v>
                </c:pt>
                <c:pt idx="20773">
                  <c:v>5.8440500000000002</c:v>
                </c:pt>
                <c:pt idx="20774">
                  <c:v>5.84436</c:v>
                </c:pt>
                <c:pt idx="20775">
                  <c:v>5.8446699999999998</c:v>
                </c:pt>
                <c:pt idx="20776">
                  <c:v>5.84497</c:v>
                </c:pt>
                <c:pt idx="20777">
                  <c:v>5.8452799999999998</c:v>
                </c:pt>
                <c:pt idx="20778">
                  <c:v>5.84558</c:v>
                </c:pt>
                <c:pt idx="20779">
                  <c:v>5.8458899999999998</c:v>
                </c:pt>
                <c:pt idx="20780">
                  <c:v>5.84619</c:v>
                </c:pt>
                <c:pt idx="20781">
                  <c:v>5.8464999999999998</c:v>
                </c:pt>
                <c:pt idx="20782">
                  <c:v>5.8468</c:v>
                </c:pt>
                <c:pt idx="20783">
                  <c:v>5.8471099999999998</c:v>
                </c:pt>
                <c:pt idx="20784">
                  <c:v>5.84741</c:v>
                </c:pt>
                <c:pt idx="20785">
                  <c:v>5.8477199999999998</c:v>
                </c:pt>
                <c:pt idx="20786">
                  <c:v>5.84802</c:v>
                </c:pt>
                <c:pt idx="20787">
                  <c:v>5.8483299999999998</c:v>
                </c:pt>
                <c:pt idx="20788">
                  <c:v>5.8486399999999996</c:v>
                </c:pt>
                <c:pt idx="20789">
                  <c:v>5.8489399999999998</c:v>
                </c:pt>
                <c:pt idx="20790">
                  <c:v>5.8492499999999996</c:v>
                </c:pt>
                <c:pt idx="20791">
                  <c:v>5.8495499999999998</c:v>
                </c:pt>
                <c:pt idx="20792">
                  <c:v>5.8498599999999996</c:v>
                </c:pt>
                <c:pt idx="20793">
                  <c:v>5.8501599999999998</c:v>
                </c:pt>
                <c:pt idx="20794">
                  <c:v>5.8504699999999996</c:v>
                </c:pt>
                <c:pt idx="20795">
                  <c:v>5.8507699999999998</c:v>
                </c:pt>
                <c:pt idx="20796">
                  <c:v>5.8510799999999996</c:v>
                </c:pt>
                <c:pt idx="20797">
                  <c:v>5.8513799999999998</c:v>
                </c:pt>
                <c:pt idx="20798">
                  <c:v>5.8516899999999996</c:v>
                </c:pt>
                <c:pt idx="20799">
                  <c:v>5.8519899999999998</c:v>
                </c:pt>
                <c:pt idx="20800">
                  <c:v>5.8522999999999996</c:v>
                </c:pt>
                <c:pt idx="20801">
                  <c:v>5.8526100000000003</c:v>
                </c:pt>
                <c:pt idx="20802">
                  <c:v>5.8529099999999996</c:v>
                </c:pt>
                <c:pt idx="20803">
                  <c:v>5.8532200000000003</c:v>
                </c:pt>
                <c:pt idx="20804">
                  <c:v>5.8535199999999996</c:v>
                </c:pt>
                <c:pt idx="20805">
                  <c:v>5.8538300000000003</c:v>
                </c:pt>
                <c:pt idx="20806">
                  <c:v>5.8541299999999996</c:v>
                </c:pt>
                <c:pt idx="20807">
                  <c:v>5.8544400000000003</c:v>
                </c:pt>
                <c:pt idx="20808">
                  <c:v>5.8547399999999996</c:v>
                </c:pt>
                <c:pt idx="20809">
                  <c:v>5.8550500000000003</c:v>
                </c:pt>
                <c:pt idx="20810">
                  <c:v>5.8553499999999996</c:v>
                </c:pt>
                <c:pt idx="20811">
                  <c:v>5.8556600000000003</c:v>
                </c:pt>
                <c:pt idx="20812">
                  <c:v>5.8559599999999996</c:v>
                </c:pt>
                <c:pt idx="20813">
                  <c:v>5.8562700000000003</c:v>
                </c:pt>
                <c:pt idx="20814">
                  <c:v>5.8565800000000001</c:v>
                </c:pt>
                <c:pt idx="20815">
                  <c:v>5.8568800000000003</c:v>
                </c:pt>
                <c:pt idx="20816">
                  <c:v>5.8571900000000001</c:v>
                </c:pt>
                <c:pt idx="20817">
                  <c:v>5.8574900000000003</c:v>
                </c:pt>
                <c:pt idx="20818">
                  <c:v>5.8578000000000001</c:v>
                </c:pt>
                <c:pt idx="20819">
                  <c:v>5.8581000000000003</c:v>
                </c:pt>
                <c:pt idx="20820">
                  <c:v>5.8584100000000001</c:v>
                </c:pt>
                <c:pt idx="20821">
                  <c:v>5.8587100000000003</c:v>
                </c:pt>
                <c:pt idx="20822">
                  <c:v>5.8590200000000001</c:v>
                </c:pt>
                <c:pt idx="20823">
                  <c:v>5.8593200000000003</c:v>
                </c:pt>
                <c:pt idx="20824">
                  <c:v>5.8596300000000001</c:v>
                </c:pt>
                <c:pt idx="20825">
                  <c:v>5.8599300000000003</c:v>
                </c:pt>
                <c:pt idx="20826">
                  <c:v>5.8602400000000001</c:v>
                </c:pt>
                <c:pt idx="20827">
                  <c:v>5.8605499999999999</c:v>
                </c:pt>
                <c:pt idx="20828">
                  <c:v>5.8608500000000001</c:v>
                </c:pt>
                <c:pt idx="20829">
                  <c:v>5.8611599999999999</c:v>
                </c:pt>
                <c:pt idx="20830">
                  <c:v>5.8614600000000001</c:v>
                </c:pt>
                <c:pt idx="20831">
                  <c:v>5.8617699999999999</c:v>
                </c:pt>
                <c:pt idx="20832">
                  <c:v>5.8620700000000001</c:v>
                </c:pt>
                <c:pt idx="20833">
                  <c:v>5.8623799999999999</c:v>
                </c:pt>
                <c:pt idx="20834">
                  <c:v>5.8626800000000001</c:v>
                </c:pt>
                <c:pt idx="20835">
                  <c:v>5.8629899999999999</c:v>
                </c:pt>
                <c:pt idx="20836">
                  <c:v>5.8632900000000001</c:v>
                </c:pt>
                <c:pt idx="20837">
                  <c:v>5.8635999999999999</c:v>
                </c:pt>
                <c:pt idx="20838">
                  <c:v>5.8639099999999997</c:v>
                </c:pt>
                <c:pt idx="20839">
                  <c:v>5.8642099999999999</c:v>
                </c:pt>
                <c:pt idx="20840">
                  <c:v>5.8645199999999997</c:v>
                </c:pt>
                <c:pt idx="20841">
                  <c:v>5.8648199999999999</c:v>
                </c:pt>
                <c:pt idx="20842">
                  <c:v>5.8651299999999997</c:v>
                </c:pt>
                <c:pt idx="20843">
                  <c:v>5.8654299999999999</c:v>
                </c:pt>
                <c:pt idx="20844">
                  <c:v>5.8657399999999997</c:v>
                </c:pt>
                <c:pt idx="20845">
                  <c:v>5.8660399999999999</c:v>
                </c:pt>
                <c:pt idx="20846">
                  <c:v>5.8663499999999997</c:v>
                </c:pt>
                <c:pt idx="20847">
                  <c:v>5.8666499999999999</c:v>
                </c:pt>
                <c:pt idx="20848">
                  <c:v>5.8669599999999997</c:v>
                </c:pt>
                <c:pt idx="20849">
                  <c:v>5.8672599999999999</c:v>
                </c:pt>
                <c:pt idx="20850">
                  <c:v>5.8675699999999997</c:v>
                </c:pt>
                <c:pt idx="20851">
                  <c:v>5.8678800000000004</c:v>
                </c:pt>
                <c:pt idx="20852">
                  <c:v>5.8681799999999997</c:v>
                </c:pt>
                <c:pt idx="20853">
                  <c:v>5.8684900000000004</c:v>
                </c:pt>
                <c:pt idx="20854">
                  <c:v>5.8687899999999997</c:v>
                </c:pt>
                <c:pt idx="20855">
                  <c:v>5.8691000000000004</c:v>
                </c:pt>
                <c:pt idx="20856">
                  <c:v>5.8693999999999997</c:v>
                </c:pt>
                <c:pt idx="20857">
                  <c:v>5.8697100000000004</c:v>
                </c:pt>
                <c:pt idx="20858">
                  <c:v>5.8700099999999997</c:v>
                </c:pt>
                <c:pt idx="20859">
                  <c:v>5.8703200000000004</c:v>
                </c:pt>
                <c:pt idx="20860">
                  <c:v>5.8706199999999997</c:v>
                </c:pt>
                <c:pt idx="20861">
                  <c:v>5.8709300000000004</c:v>
                </c:pt>
                <c:pt idx="20862">
                  <c:v>5.8712299999999997</c:v>
                </c:pt>
                <c:pt idx="20863">
                  <c:v>5.8715400000000004</c:v>
                </c:pt>
                <c:pt idx="20864">
                  <c:v>5.8718500000000002</c:v>
                </c:pt>
                <c:pt idx="20865">
                  <c:v>5.8721500000000004</c:v>
                </c:pt>
                <c:pt idx="20866">
                  <c:v>5.8724600000000002</c:v>
                </c:pt>
                <c:pt idx="20867">
                  <c:v>5.8727600000000004</c:v>
                </c:pt>
                <c:pt idx="20868">
                  <c:v>5.8730700000000002</c:v>
                </c:pt>
                <c:pt idx="20869">
                  <c:v>5.8733700000000004</c:v>
                </c:pt>
                <c:pt idx="20870">
                  <c:v>5.8736800000000002</c:v>
                </c:pt>
                <c:pt idx="20871">
                  <c:v>5.8739800000000004</c:v>
                </c:pt>
                <c:pt idx="20872">
                  <c:v>5.8742900000000002</c:v>
                </c:pt>
                <c:pt idx="20873">
                  <c:v>5.8745900000000004</c:v>
                </c:pt>
                <c:pt idx="20874">
                  <c:v>5.8749000000000002</c:v>
                </c:pt>
                <c:pt idx="20875">
                  <c:v>5.8752000000000004</c:v>
                </c:pt>
                <c:pt idx="20876">
                  <c:v>5.8755100000000002</c:v>
                </c:pt>
                <c:pt idx="20877">
                  <c:v>5.87582</c:v>
                </c:pt>
                <c:pt idx="20878">
                  <c:v>5.8761200000000002</c:v>
                </c:pt>
                <c:pt idx="20879">
                  <c:v>5.87643</c:v>
                </c:pt>
                <c:pt idx="20880">
                  <c:v>5.8767300000000002</c:v>
                </c:pt>
                <c:pt idx="20881">
                  <c:v>5.87704</c:v>
                </c:pt>
                <c:pt idx="20882">
                  <c:v>5.8773400000000002</c:v>
                </c:pt>
                <c:pt idx="20883">
                  <c:v>5.87765</c:v>
                </c:pt>
                <c:pt idx="20884">
                  <c:v>5.8779500000000002</c:v>
                </c:pt>
                <c:pt idx="20885">
                  <c:v>5.87826</c:v>
                </c:pt>
                <c:pt idx="20886">
                  <c:v>5.8785600000000002</c:v>
                </c:pt>
                <c:pt idx="20887">
                  <c:v>5.87887</c:v>
                </c:pt>
                <c:pt idx="20888">
                  <c:v>5.8791799999999999</c:v>
                </c:pt>
                <c:pt idx="20889">
                  <c:v>5.87948</c:v>
                </c:pt>
                <c:pt idx="20890">
                  <c:v>5.8797899999999998</c:v>
                </c:pt>
                <c:pt idx="20891">
                  <c:v>5.88009</c:v>
                </c:pt>
                <c:pt idx="20892">
                  <c:v>5.8803999999999998</c:v>
                </c:pt>
                <c:pt idx="20893">
                  <c:v>5.8807</c:v>
                </c:pt>
                <c:pt idx="20894">
                  <c:v>5.8810099999999998</c:v>
                </c:pt>
                <c:pt idx="20895">
                  <c:v>5.88131</c:v>
                </c:pt>
                <c:pt idx="20896">
                  <c:v>5.8816199999999998</c:v>
                </c:pt>
                <c:pt idx="20897">
                  <c:v>5.88192</c:v>
                </c:pt>
                <c:pt idx="20898">
                  <c:v>5.8822299999999998</c:v>
                </c:pt>
                <c:pt idx="20899">
                  <c:v>5.88253</c:v>
                </c:pt>
                <c:pt idx="20900">
                  <c:v>5.8828399999999998</c:v>
                </c:pt>
                <c:pt idx="20901">
                  <c:v>5.8831499999999997</c:v>
                </c:pt>
                <c:pt idx="20902">
                  <c:v>5.8834499999999998</c:v>
                </c:pt>
                <c:pt idx="20903">
                  <c:v>5.8837599999999997</c:v>
                </c:pt>
                <c:pt idx="20904">
                  <c:v>5.8840599999999998</c:v>
                </c:pt>
                <c:pt idx="20905">
                  <c:v>5.8843699999999997</c:v>
                </c:pt>
                <c:pt idx="20906">
                  <c:v>5.8846699999999998</c:v>
                </c:pt>
                <c:pt idx="20907">
                  <c:v>5.8849799999999997</c:v>
                </c:pt>
                <c:pt idx="20908">
                  <c:v>5.8852799999999998</c:v>
                </c:pt>
                <c:pt idx="20909">
                  <c:v>5.8855899999999997</c:v>
                </c:pt>
                <c:pt idx="20910">
                  <c:v>5.8858899999999998</c:v>
                </c:pt>
                <c:pt idx="20911">
                  <c:v>5.8861999999999997</c:v>
                </c:pt>
                <c:pt idx="20912">
                  <c:v>5.8864999999999998</c:v>
                </c:pt>
                <c:pt idx="20913">
                  <c:v>5.8868099999999997</c:v>
                </c:pt>
                <c:pt idx="20914">
                  <c:v>5.8871200000000004</c:v>
                </c:pt>
                <c:pt idx="20915">
                  <c:v>5.8874199999999997</c:v>
                </c:pt>
                <c:pt idx="20916">
                  <c:v>5.8877300000000004</c:v>
                </c:pt>
                <c:pt idx="20917">
                  <c:v>5.8880299999999997</c:v>
                </c:pt>
                <c:pt idx="20918">
                  <c:v>5.8883400000000004</c:v>
                </c:pt>
                <c:pt idx="20919">
                  <c:v>5.8886399999999997</c:v>
                </c:pt>
                <c:pt idx="20920">
                  <c:v>5.8889500000000004</c:v>
                </c:pt>
                <c:pt idx="20921">
                  <c:v>5.8892499999999997</c:v>
                </c:pt>
                <c:pt idx="20922">
                  <c:v>5.8895600000000004</c:v>
                </c:pt>
                <c:pt idx="20923">
                  <c:v>5.8898599999999997</c:v>
                </c:pt>
                <c:pt idx="20924">
                  <c:v>5.8901700000000003</c:v>
                </c:pt>
                <c:pt idx="20925">
                  <c:v>5.8904699999999997</c:v>
                </c:pt>
                <c:pt idx="20926">
                  <c:v>5.8907800000000003</c:v>
                </c:pt>
                <c:pt idx="20927">
                  <c:v>5.8910900000000002</c:v>
                </c:pt>
                <c:pt idx="20928">
                  <c:v>5.8913900000000003</c:v>
                </c:pt>
                <c:pt idx="20929">
                  <c:v>5.8917000000000002</c:v>
                </c:pt>
                <c:pt idx="20930">
                  <c:v>5.8920000000000003</c:v>
                </c:pt>
                <c:pt idx="20931">
                  <c:v>5.8923100000000002</c:v>
                </c:pt>
                <c:pt idx="20932">
                  <c:v>5.8926100000000003</c:v>
                </c:pt>
                <c:pt idx="20933">
                  <c:v>5.8929200000000002</c:v>
                </c:pt>
                <c:pt idx="20934">
                  <c:v>5.8932200000000003</c:v>
                </c:pt>
                <c:pt idx="20935">
                  <c:v>5.8935300000000002</c:v>
                </c:pt>
                <c:pt idx="20936">
                  <c:v>5.8938300000000003</c:v>
                </c:pt>
                <c:pt idx="20937">
                  <c:v>5.8941400000000002</c:v>
                </c:pt>
                <c:pt idx="20938">
                  <c:v>5.8944400000000003</c:v>
                </c:pt>
                <c:pt idx="20939">
                  <c:v>5.8947500000000002</c:v>
                </c:pt>
                <c:pt idx="20940">
                  <c:v>5.89506</c:v>
                </c:pt>
                <c:pt idx="20941">
                  <c:v>5.8953600000000002</c:v>
                </c:pt>
                <c:pt idx="20942">
                  <c:v>5.89567</c:v>
                </c:pt>
                <c:pt idx="20943">
                  <c:v>5.8959700000000002</c:v>
                </c:pt>
                <c:pt idx="20944">
                  <c:v>5.89628</c:v>
                </c:pt>
                <c:pt idx="20945">
                  <c:v>5.8965800000000002</c:v>
                </c:pt>
                <c:pt idx="20946">
                  <c:v>5.89689</c:v>
                </c:pt>
                <c:pt idx="20947">
                  <c:v>5.8971900000000002</c:v>
                </c:pt>
                <c:pt idx="20948">
                  <c:v>5.8975</c:v>
                </c:pt>
                <c:pt idx="20949">
                  <c:v>5.8978000000000002</c:v>
                </c:pt>
                <c:pt idx="20950">
                  <c:v>5.89811</c:v>
                </c:pt>
                <c:pt idx="20951">
                  <c:v>5.8984199999999998</c:v>
                </c:pt>
                <c:pt idx="20952">
                  <c:v>5.89872</c:v>
                </c:pt>
                <c:pt idx="20953">
                  <c:v>5.8990299999999998</c:v>
                </c:pt>
                <c:pt idx="20954">
                  <c:v>5.89933</c:v>
                </c:pt>
                <c:pt idx="20955">
                  <c:v>5.8996399999999998</c:v>
                </c:pt>
                <c:pt idx="20956">
                  <c:v>5.89994</c:v>
                </c:pt>
                <c:pt idx="20957">
                  <c:v>5.9002499999999998</c:v>
                </c:pt>
                <c:pt idx="20958">
                  <c:v>5.90055</c:v>
                </c:pt>
                <c:pt idx="20959">
                  <c:v>5.9008599999999998</c:v>
                </c:pt>
                <c:pt idx="20960">
                  <c:v>5.90116</c:v>
                </c:pt>
                <c:pt idx="20961">
                  <c:v>5.9014699999999998</c:v>
                </c:pt>
                <c:pt idx="20962">
                  <c:v>5.90177</c:v>
                </c:pt>
                <c:pt idx="20963">
                  <c:v>5.9020799999999998</c:v>
                </c:pt>
                <c:pt idx="20964">
                  <c:v>5.9023899999999996</c:v>
                </c:pt>
                <c:pt idx="20965">
                  <c:v>5.9026899999999998</c:v>
                </c:pt>
                <c:pt idx="20966">
                  <c:v>5.9029999999999996</c:v>
                </c:pt>
                <c:pt idx="20967">
                  <c:v>5.9032999999999998</c:v>
                </c:pt>
                <c:pt idx="20968">
                  <c:v>5.9036099999999996</c:v>
                </c:pt>
                <c:pt idx="20969">
                  <c:v>5.9039099999999998</c:v>
                </c:pt>
                <c:pt idx="20970">
                  <c:v>5.9042199999999996</c:v>
                </c:pt>
                <c:pt idx="20971">
                  <c:v>5.9045199999999998</c:v>
                </c:pt>
                <c:pt idx="20972">
                  <c:v>5.9048299999999996</c:v>
                </c:pt>
                <c:pt idx="20973">
                  <c:v>5.9051299999999998</c:v>
                </c:pt>
                <c:pt idx="20974">
                  <c:v>5.9054399999999996</c:v>
                </c:pt>
                <c:pt idx="20975">
                  <c:v>5.9057399999999998</c:v>
                </c:pt>
                <c:pt idx="20976">
                  <c:v>5.9060499999999996</c:v>
                </c:pt>
                <c:pt idx="20977">
                  <c:v>5.9063600000000003</c:v>
                </c:pt>
                <c:pt idx="20978">
                  <c:v>5.9066599999999996</c:v>
                </c:pt>
                <c:pt idx="20979">
                  <c:v>5.9069700000000003</c:v>
                </c:pt>
                <c:pt idx="20980">
                  <c:v>5.9072699999999996</c:v>
                </c:pt>
                <c:pt idx="20981">
                  <c:v>5.9075800000000003</c:v>
                </c:pt>
                <c:pt idx="20982">
                  <c:v>5.9078799999999996</c:v>
                </c:pt>
                <c:pt idx="20983">
                  <c:v>5.9081900000000003</c:v>
                </c:pt>
                <c:pt idx="20984">
                  <c:v>5.9084899999999996</c:v>
                </c:pt>
                <c:pt idx="20985">
                  <c:v>5.9088000000000003</c:v>
                </c:pt>
                <c:pt idx="20986">
                  <c:v>5.9090999999999996</c:v>
                </c:pt>
                <c:pt idx="20987">
                  <c:v>5.9094100000000003</c:v>
                </c:pt>
                <c:pt idx="20988">
                  <c:v>5.9097099999999996</c:v>
                </c:pt>
                <c:pt idx="20989">
                  <c:v>5.9100200000000003</c:v>
                </c:pt>
                <c:pt idx="20990">
                  <c:v>5.9103300000000001</c:v>
                </c:pt>
                <c:pt idx="20991">
                  <c:v>5.9106300000000003</c:v>
                </c:pt>
                <c:pt idx="20992">
                  <c:v>5.9109400000000001</c:v>
                </c:pt>
                <c:pt idx="20993">
                  <c:v>5.9112400000000003</c:v>
                </c:pt>
                <c:pt idx="20994">
                  <c:v>5.9115500000000001</c:v>
                </c:pt>
                <c:pt idx="20995">
                  <c:v>5.9118500000000003</c:v>
                </c:pt>
                <c:pt idx="20996">
                  <c:v>5.9121600000000001</c:v>
                </c:pt>
                <c:pt idx="20997">
                  <c:v>5.9124600000000003</c:v>
                </c:pt>
                <c:pt idx="20998">
                  <c:v>5.9127700000000001</c:v>
                </c:pt>
                <c:pt idx="20999">
                  <c:v>5.9130700000000003</c:v>
                </c:pt>
                <c:pt idx="21000">
                  <c:v>5.9133800000000001</c:v>
                </c:pt>
                <c:pt idx="21001">
                  <c:v>5.9136800000000003</c:v>
                </c:pt>
                <c:pt idx="21002">
                  <c:v>5.9139900000000001</c:v>
                </c:pt>
                <c:pt idx="21003">
                  <c:v>5.9142999999999999</c:v>
                </c:pt>
                <c:pt idx="21004">
                  <c:v>5.9146000000000001</c:v>
                </c:pt>
                <c:pt idx="21005">
                  <c:v>5.9149099999999999</c:v>
                </c:pt>
                <c:pt idx="21006">
                  <c:v>5.9152100000000001</c:v>
                </c:pt>
                <c:pt idx="21007">
                  <c:v>5.9155199999999999</c:v>
                </c:pt>
                <c:pt idx="21008">
                  <c:v>5.9158200000000001</c:v>
                </c:pt>
                <c:pt idx="21009">
                  <c:v>5.9161299999999999</c:v>
                </c:pt>
                <c:pt idx="21010">
                  <c:v>5.9164300000000001</c:v>
                </c:pt>
                <c:pt idx="21011">
                  <c:v>5.9167399999999999</c:v>
                </c:pt>
                <c:pt idx="21012">
                  <c:v>5.9170400000000001</c:v>
                </c:pt>
                <c:pt idx="21013">
                  <c:v>5.9173499999999999</c:v>
                </c:pt>
                <c:pt idx="21014">
                  <c:v>5.9176599999999997</c:v>
                </c:pt>
                <c:pt idx="21015">
                  <c:v>5.9179599999999999</c:v>
                </c:pt>
                <c:pt idx="21016">
                  <c:v>5.9182699999999997</c:v>
                </c:pt>
                <c:pt idx="21017">
                  <c:v>5.9185699999999999</c:v>
                </c:pt>
                <c:pt idx="21018">
                  <c:v>5.9188799999999997</c:v>
                </c:pt>
                <c:pt idx="21019">
                  <c:v>5.9191799999999999</c:v>
                </c:pt>
                <c:pt idx="21020">
                  <c:v>5.9194899999999997</c:v>
                </c:pt>
                <c:pt idx="21021">
                  <c:v>5.9197899999999999</c:v>
                </c:pt>
                <c:pt idx="21022">
                  <c:v>5.9200999999999997</c:v>
                </c:pt>
                <c:pt idx="21023">
                  <c:v>5.9203999999999999</c:v>
                </c:pt>
                <c:pt idx="21024">
                  <c:v>5.9207099999999997</c:v>
                </c:pt>
                <c:pt idx="21025">
                  <c:v>5.9210099999999999</c:v>
                </c:pt>
                <c:pt idx="21026">
                  <c:v>5.9213199999999997</c:v>
                </c:pt>
                <c:pt idx="21027">
                  <c:v>5.9216300000000004</c:v>
                </c:pt>
                <c:pt idx="21028">
                  <c:v>5.9219299999999997</c:v>
                </c:pt>
                <c:pt idx="21029">
                  <c:v>5.9222400000000004</c:v>
                </c:pt>
                <c:pt idx="21030">
                  <c:v>5.9225399999999997</c:v>
                </c:pt>
                <c:pt idx="21031">
                  <c:v>5.9228500000000004</c:v>
                </c:pt>
                <c:pt idx="21032">
                  <c:v>5.9231499999999997</c:v>
                </c:pt>
                <c:pt idx="21033">
                  <c:v>5.9234600000000004</c:v>
                </c:pt>
                <c:pt idx="21034">
                  <c:v>5.9237599999999997</c:v>
                </c:pt>
                <c:pt idx="21035">
                  <c:v>5.9240700000000004</c:v>
                </c:pt>
                <c:pt idx="21036">
                  <c:v>5.9243699999999997</c:v>
                </c:pt>
                <c:pt idx="21037">
                  <c:v>5.9246800000000004</c:v>
                </c:pt>
                <c:pt idx="21038">
                  <c:v>5.9249799999999997</c:v>
                </c:pt>
                <c:pt idx="21039">
                  <c:v>5.9252900000000004</c:v>
                </c:pt>
                <c:pt idx="21040">
                  <c:v>5.9256000000000002</c:v>
                </c:pt>
                <c:pt idx="21041">
                  <c:v>5.9259000000000004</c:v>
                </c:pt>
                <c:pt idx="21042">
                  <c:v>5.9262100000000002</c:v>
                </c:pt>
                <c:pt idx="21043">
                  <c:v>5.9265100000000004</c:v>
                </c:pt>
                <c:pt idx="21044">
                  <c:v>5.9268200000000002</c:v>
                </c:pt>
                <c:pt idx="21045">
                  <c:v>5.9271200000000004</c:v>
                </c:pt>
                <c:pt idx="21046">
                  <c:v>5.9274300000000002</c:v>
                </c:pt>
                <c:pt idx="21047">
                  <c:v>5.9277300000000004</c:v>
                </c:pt>
                <c:pt idx="21048">
                  <c:v>5.9280400000000002</c:v>
                </c:pt>
                <c:pt idx="21049">
                  <c:v>5.9283400000000004</c:v>
                </c:pt>
                <c:pt idx="21050">
                  <c:v>5.9286500000000002</c:v>
                </c:pt>
                <c:pt idx="21051">
                  <c:v>5.9289500000000004</c:v>
                </c:pt>
                <c:pt idx="21052">
                  <c:v>5.9292600000000002</c:v>
                </c:pt>
                <c:pt idx="21053">
                  <c:v>5.92957</c:v>
                </c:pt>
                <c:pt idx="21054">
                  <c:v>5.9298700000000002</c:v>
                </c:pt>
                <c:pt idx="21055">
                  <c:v>5.93018</c:v>
                </c:pt>
                <c:pt idx="21056">
                  <c:v>5.9304800000000002</c:v>
                </c:pt>
                <c:pt idx="21057">
                  <c:v>5.93079</c:v>
                </c:pt>
                <c:pt idx="21058">
                  <c:v>5.9310900000000002</c:v>
                </c:pt>
                <c:pt idx="21059">
                  <c:v>5.9314</c:v>
                </c:pt>
                <c:pt idx="21060">
                  <c:v>5.9317000000000002</c:v>
                </c:pt>
                <c:pt idx="21061">
                  <c:v>5.93201</c:v>
                </c:pt>
                <c:pt idx="21062">
                  <c:v>5.9323100000000002</c:v>
                </c:pt>
                <c:pt idx="21063">
                  <c:v>5.93262</c:v>
                </c:pt>
                <c:pt idx="21064">
                  <c:v>5.9329299999999998</c:v>
                </c:pt>
                <c:pt idx="21065">
                  <c:v>5.93323</c:v>
                </c:pt>
                <c:pt idx="21066">
                  <c:v>5.9335399999999998</c:v>
                </c:pt>
                <c:pt idx="21067">
                  <c:v>5.93384</c:v>
                </c:pt>
                <c:pt idx="21068">
                  <c:v>5.9341499999999998</c:v>
                </c:pt>
                <c:pt idx="21069">
                  <c:v>5.93445</c:v>
                </c:pt>
                <c:pt idx="21070">
                  <c:v>5.9347599999999998</c:v>
                </c:pt>
                <c:pt idx="21071">
                  <c:v>5.93506</c:v>
                </c:pt>
                <c:pt idx="21072">
                  <c:v>5.9353699999999998</c:v>
                </c:pt>
                <c:pt idx="21073">
                  <c:v>5.93567</c:v>
                </c:pt>
                <c:pt idx="21074">
                  <c:v>5.9359799999999998</c:v>
                </c:pt>
                <c:pt idx="21075">
                  <c:v>5.93628</c:v>
                </c:pt>
                <c:pt idx="21076">
                  <c:v>5.9365899999999998</c:v>
                </c:pt>
                <c:pt idx="21077">
                  <c:v>5.9368999999999996</c:v>
                </c:pt>
                <c:pt idx="21078">
                  <c:v>5.9371999999999998</c:v>
                </c:pt>
                <c:pt idx="21079">
                  <c:v>5.9375099999999996</c:v>
                </c:pt>
                <c:pt idx="21080">
                  <c:v>5.9378099999999998</c:v>
                </c:pt>
                <c:pt idx="21081">
                  <c:v>5.9381199999999996</c:v>
                </c:pt>
                <c:pt idx="21082">
                  <c:v>5.9384199999999998</c:v>
                </c:pt>
                <c:pt idx="21083">
                  <c:v>5.9387299999999996</c:v>
                </c:pt>
                <c:pt idx="21084">
                  <c:v>5.9390299999999998</c:v>
                </c:pt>
                <c:pt idx="21085">
                  <c:v>5.9393399999999996</c:v>
                </c:pt>
                <c:pt idx="21086">
                  <c:v>5.9396399999999998</c:v>
                </c:pt>
                <c:pt idx="21087">
                  <c:v>5.9399499999999996</c:v>
                </c:pt>
                <c:pt idx="21088">
                  <c:v>5.9402499999999998</c:v>
                </c:pt>
                <c:pt idx="21089">
                  <c:v>5.9405599999999996</c:v>
                </c:pt>
                <c:pt idx="21090">
                  <c:v>5.9408700000000003</c:v>
                </c:pt>
                <c:pt idx="21091">
                  <c:v>5.9411699999999996</c:v>
                </c:pt>
                <c:pt idx="21092">
                  <c:v>5.9414800000000003</c:v>
                </c:pt>
                <c:pt idx="21093">
                  <c:v>5.9417799999999996</c:v>
                </c:pt>
                <c:pt idx="21094">
                  <c:v>5.9420900000000003</c:v>
                </c:pt>
                <c:pt idx="21095">
                  <c:v>5.9423899999999996</c:v>
                </c:pt>
                <c:pt idx="21096">
                  <c:v>5.9427000000000003</c:v>
                </c:pt>
                <c:pt idx="21097">
                  <c:v>5.9429999999999996</c:v>
                </c:pt>
                <c:pt idx="21098">
                  <c:v>5.9433100000000003</c:v>
                </c:pt>
                <c:pt idx="21099">
                  <c:v>5.9436099999999996</c:v>
                </c:pt>
                <c:pt idx="21100">
                  <c:v>5.9439200000000003</c:v>
                </c:pt>
                <c:pt idx="21101">
                  <c:v>5.9442199999999996</c:v>
                </c:pt>
                <c:pt idx="21102">
                  <c:v>5.9445300000000003</c:v>
                </c:pt>
                <c:pt idx="21103">
                  <c:v>5.9448400000000001</c:v>
                </c:pt>
                <c:pt idx="21104">
                  <c:v>5.9451400000000003</c:v>
                </c:pt>
                <c:pt idx="21105">
                  <c:v>5.9454500000000001</c:v>
                </c:pt>
                <c:pt idx="21106">
                  <c:v>5.9457500000000003</c:v>
                </c:pt>
                <c:pt idx="21107">
                  <c:v>5.9460600000000001</c:v>
                </c:pt>
                <c:pt idx="21108">
                  <c:v>5.9463600000000003</c:v>
                </c:pt>
                <c:pt idx="21109">
                  <c:v>5.9466700000000001</c:v>
                </c:pt>
                <c:pt idx="21110">
                  <c:v>5.9469700000000003</c:v>
                </c:pt>
                <c:pt idx="21111">
                  <c:v>5.9472800000000001</c:v>
                </c:pt>
                <c:pt idx="21112">
                  <c:v>5.9475800000000003</c:v>
                </c:pt>
                <c:pt idx="21113">
                  <c:v>5.9478900000000001</c:v>
                </c:pt>
                <c:pt idx="21114">
                  <c:v>5.9481900000000003</c:v>
                </c:pt>
                <c:pt idx="21115">
                  <c:v>5.9485000000000001</c:v>
                </c:pt>
                <c:pt idx="21116">
                  <c:v>5.9488099999999999</c:v>
                </c:pt>
                <c:pt idx="21117">
                  <c:v>5.9491100000000001</c:v>
                </c:pt>
                <c:pt idx="21118">
                  <c:v>5.9494199999999999</c:v>
                </c:pt>
                <c:pt idx="21119">
                  <c:v>5.9497200000000001</c:v>
                </c:pt>
                <c:pt idx="21120">
                  <c:v>5.9500299999999999</c:v>
                </c:pt>
                <c:pt idx="21121">
                  <c:v>5.9503300000000001</c:v>
                </c:pt>
                <c:pt idx="21122">
                  <c:v>5.9506399999999999</c:v>
                </c:pt>
                <c:pt idx="21123">
                  <c:v>5.9509400000000001</c:v>
                </c:pt>
                <c:pt idx="21124">
                  <c:v>5.9512499999999999</c:v>
                </c:pt>
                <c:pt idx="21125">
                  <c:v>5.9515500000000001</c:v>
                </c:pt>
                <c:pt idx="21126">
                  <c:v>5.9518599999999999</c:v>
                </c:pt>
                <c:pt idx="21127">
                  <c:v>5.9521699999999997</c:v>
                </c:pt>
                <c:pt idx="21128">
                  <c:v>5.9524699999999999</c:v>
                </c:pt>
                <c:pt idx="21129">
                  <c:v>5.9527799999999997</c:v>
                </c:pt>
                <c:pt idx="21130">
                  <c:v>5.9530799999999999</c:v>
                </c:pt>
                <c:pt idx="21131">
                  <c:v>5.9533899999999997</c:v>
                </c:pt>
                <c:pt idx="21132">
                  <c:v>5.9536899999999999</c:v>
                </c:pt>
                <c:pt idx="21133">
                  <c:v>5.9539999999999997</c:v>
                </c:pt>
                <c:pt idx="21134">
                  <c:v>5.9542999999999999</c:v>
                </c:pt>
                <c:pt idx="21135">
                  <c:v>5.9546099999999997</c:v>
                </c:pt>
                <c:pt idx="21136">
                  <c:v>5.9549099999999999</c:v>
                </c:pt>
                <c:pt idx="21137">
                  <c:v>5.9552199999999997</c:v>
                </c:pt>
                <c:pt idx="21138">
                  <c:v>5.9555199999999999</c:v>
                </c:pt>
                <c:pt idx="21139">
                  <c:v>5.9558299999999997</c:v>
                </c:pt>
                <c:pt idx="21140">
                  <c:v>5.9561400000000004</c:v>
                </c:pt>
                <c:pt idx="21141">
                  <c:v>5.9564399999999997</c:v>
                </c:pt>
                <c:pt idx="21142">
                  <c:v>5.9567500000000004</c:v>
                </c:pt>
                <c:pt idx="21143">
                  <c:v>5.9570499999999997</c:v>
                </c:pt>
                <c:pt idx="21144">
                  <c:v>5.9573600000000004</c:v>
                </c:pt>
                <c:pt idx="21145">
                  <c:v>5.9576599999999997</c:v>
                </c:pt>
                <c:pt idx="21146">
                  <c:v>5.9579700000000004</c:v>
                </c:pt>
                <c:pt idx="21147">
                  <c:v>5.9582699999999997</c:v>
                </c:pt>
                <c:pt idx="21148">
                  <c:v>5.9585800000000004</c:v>
                </c:pt>
                <c:pt idx="21149">
                  <c:v>5.9588799999999997</c:v>
                </c:pt>
                <c:pt idx="21150">
                  <c:v>5.9591900000000004</c:v>
                </c:pt>
                <c:pt idx="21151">
                  <c:v>5.9594899999999997</c:v>
                </c:pt>
                <c:pt idx="21152">
                  <c:v>5.9598000000000004</c:v>
                </c:pt>
                <c:pt idx="21153">
                  <c:v>5.9601100000000002</c:v>
                </c:pt>
                <c:pt idx="21154">
                  <c:v>5.9604100000000004</c:v>
                </c:pt>
                <c:pt idx="21155">
                  <c:v>5.9607200000000002</c:v>
                </c:pt>
                <c:pt idx="21156">
                  <c:v>5.9610200000000004</c:v>
                </c:pt>
                <c:pt idx="21157">
                  <c:v>5.9613300000000002</c:v>
                </c:pt>
                <c:pt idx="21158">
                  <c:v>5.9616300000000004</c:v>
                </c:pt>
                <c:pt idx="21159">
                  <c:v>5.9619400000000002</c:v>
                </c:pt>
                <c:pt idx="21160">
                  <c:v>5.9622400000000004</c:v>
                </c:pt>
                <c:pt idx="21161">
                  <c:v>5.9625500000000002</c:v>
                </c:pt>
                <c:pt idx="21162">
                  <c:v>5.9628500000000004</c:v>
                </c:pt>
                <c:pt idx="21163">
                  <c:v>5.9631600000000002</c:v>
                </c:pt>
                <c:pt idx="21164">
                  <c:v>5.9634600000000004</c:v>
                </c:pt>
                <c:pt idx="21165">
                  <c:v>5.9637700000000002</c:v>
                </c:pt>
                <c:pt idx="21166">
                  <c:v>5.96408</c:v>
                </c:pt>
                <c:pt idx="21167">
                  <c:v>5.9643800000000002</c:v>
                </c:pt>
                <c:pt idx="21168">
                  <c:v>5.96469</c:v>
                </c:pt>
                <c:pt idx="21169">
                  <c:v>5.9649900000000002</c:v>
                </c:pt>
                <c:pt idx="21170">
                  <c:v>5.9653</c:v>
                </c:pt>
                <c:pt idx="21171">
                  <c:v>5.9656000000000002</c:v>
                </c:pt>
                <c:pt idx="21172">
                  <c:v>5.96591</c:v>
                </c:pt>
                <c:pt idx="21173">
                  <c:v>5.9662100000000002</c:v>
                </c:pt>
                <c:pt idx="21174">
                  <c:v>5.96652</c:v>
                </c:pt>
                <c:pt idx="21175">
                  <c:v>5.9668200000000002</c:v>
                </c:pt>
                <c:pt idx="21176">
                  <c:v>5.96713</c:v>
                </c:pt>
                <c:pt idx="21177">
                  <c:v>5.9674300000000002</c:v>
                </c:pt>
                <c:pt idx="21178">
                  <c:v>5.96774</c:v>
                </c:pt>
                <c:pt idx="21179">
                  <c:v>5.9680499999999999</c:v>
                </c:pt>
                <c:pt idx="21180">
                  <c:v>5.96835</c:v>
                </c:pt>
                <c:pt idx="21181">
                  <c:v>5.9686599999999999</c:v>
                </c:pt>
                <c:pt idx="21182">
                  <c:v>5.96896</c:v>
                </c:pt>
                <c:pt idx="21183">
                  <c:v>5.9692699999999999</c:v>
                </c:pt>
                <c:pt idx="21184">
                  <c:v>5.96957</c:v>
                </c:pt>
                <c:pt idx="21185">
                  <c:v>5.9698799999999999</c:v>
                </c:pt>
                <c:pt idx="21186">
                  <c:v>5.97018</c:v>
                </c:pt>
                <c:pt idx="21187">
                  <c:v>5.9704899999999999</c:v>
                </c:pt>
                <c:pt idx="21188">
                  <c:v>5.97079</c:v>
                </c:pt>
                <c:pt idx="21189">
                  <c:v>5.9710999999999999</c:v>
                </c:pt>
                <c:pt idx="21190">
                  <c:v>5.9714099999999997</c:v>
                </c:pt>
                <c:pt idx="21191">
                  <c:v>5.9717099999999999</c:v>
                </c:pt>
                <c:pt idx="21192">
                  <c:v>5.9720199999999997</c:v>
                </c:pt>
                <c:pt idx="21193">
                  <c:v>5.9723199999999999</c:v>
                </c:pt>
                <c:pt idx="21194">
                  <c:v>5.9726299999999997</c:v>
                </c:pt>
                <c:pt idx="21195">
                  <c:v>5.9729299999999999</c:v>
                </c:pt>
                <c:pt idx="21196">
                  <c:v>5.9732399999999997</c:v>
                </c:pt>
                <c:pt idx="21197">
                  <c:v>5.9735399999999998</c:v>
                </c:pt>
                <c:pt idx="21198">
                  <c:v>5.9738499999999997</c:v>
                </c:pt>
                <c:pt idx="21199">
                  <c:v>5.9741499999999998</c:v>
                </c:pt>
                <c:pt idx="21200">
                  <c:v>5.9744599999999997</c:v>
                </c:pt>
                <c:pt idx="21201">
                  <c:v>5.9747599999999998</c:v>
                </c:pt>
                <c:pt idx="21202">
                  <c:v>5.9750699999999997</c:v>
                </c:pt>
                <c:pt idx="21203">
                  <c:v>5.9753800000000004</c:v>
                </c:pt>
                <c:pt idx="21204">
                  <c:v>5.9756799999999997</c:v>
                </c:pt>
                <c:pt idx="21205">
                  <c:v>5.9759900000000004</c:v>
                </c:pt>
                <c:pt idx="21206">
                  <c:v>5.9762899999999997</c:v>
                </c:pt>
                <c:pt idx="21207">
                  <c:v>5.9766000000000004</c:v>
                </c:pt>
                <c:pt idx="21208">
                  <c:v>5.9768999999999997</c:v>
                </c:pt>
                <c:pt idx="21209">
                  <c:v>5.9772100000000004</c:v>
                </c:pt>
                <c:pt idx="21210">
                  <c:v>5.9775099999999997</c:v>
                </c:pt>
                <c:pt idx="21211">
                  <c:v>5.9778200000000004</c:v>
                </c:pt>
                <c:pt idx="21212">
                  <c:v>5.9781199999999997</c:v>
                </c:pt>
                <c:pt idx="21213">
                  <c:v>5.9784300000000004</c:v>
                </c:pt>
                <c:pt idx="21214">
                  <c:v>5.9787299999999997</c:v>
                </c:pt>
                <c:pt idx="21215">
                  <c:v>5.9790400000000004</c:v>
                </c:pt>
                <c:pt idx="21216">
                  <c:v>5.9793500000000002</c:v>
                </c:pt>
                <c:pt idx="21217">
                  <c:v>5.9796500000000004</c:v>
                </c:pt>
                <c:pt idx="21218">
                  <c:v>5.9799600000000002</c:v>
                </c:pt>
                <c:pt idx="21219">
                  <c:v>5.9802600000000004</c:v>
                </c:pt>
                <c:pt idx="21220">
                  <c:v>5.9805700000000002</c:v>
                </c:pt>
                <c:pt idx="21221">
                  <c:v>5.9808700000000004</c:v>
                </c:pt>
                <c:pt idx="21222">
                  <c:v>5.9811800000000002</c:v>
                </c:pt>
                <c:pt idx="21223">
                  <c:v>5.9814800000000004</c:v>
                </c:pt>
                <c:pt idx="21224">
                  <c:v>5.9817900000000002</c:v>
                </c:pt>
                <c:pt idx="21225">
                  <c:v>5.9820900000000004</c:v>
                </c:pt>
                <c:pt idx="21226">
                  <c:v>5.9824000000000002</c:v>
                </c:pt>
                <c:pt idx="21227">
                  <c:v>5.9827000000000004</c:v>
                </c:pt>
                <c:pt idx="21228">
                  <c:v>5.9830100000000002</c:v>
                </c:pt>
                <c:pt idx="21229">
                  <c:v>5.98332</c:v>
                </c:pt>
                <c:pt idx="21230">
                  <c:v>5.9836200000000002</c:v>
                </c:pt>
                <c:pt idx="21231">
                  <c:v>5.98393</c:v>
                </c:pt>
                <c:pt idx="21232">
                  <c:v>5.9842300000000002</c:v>
                </c:pt>
                <c:pt idx="21233">
                  <c:v>5.98454</c:v>
                </c:pt>
                <c:pt idx="21234">
                  <c:v>5.9848400000000002</c:v>
                </c:pt>
                <c:pt idx="21235">
                  <c:v>5.98515</c:v>
                </c:pt>
                <c:pt idx="21236">
                  <c:v>5.9854500000000002</c:v>
                </c:pt>
                <c:pt idx="21237">
                  <c:v>5.98576</c:v>
                </c:pt>
                <c:pt idx="21238">
                  <c:v>5.9860600000000002</c:v>
                </c:pt>
                <c:pt idx="21239">
                  <c:v>5.98637</c:v>
                </c:pt>
                <c:pt idx="21240">
                  <c:v>5.9866700000000002</c:v>
                </c:pt>
                <c:pt idx="21241">
                  <c:v>5.98698</c:v>
                </c:pt>
                <c:pt idx="21242">
                  <c:v>5.9872899999999998</c:v>
                </c:pt>
                <c:pt idx="21243">
                  <c:v>5.98759</c:v>
                </c:pt>
                <c:pt idx="21244">
                  <c:v>5.9878999999999998</c:v>
                </c:pt>
                <c:pt idx="21245">
                  <c:v>5.9882</c:v>
                </c:pt>
                <c:pt idx="21246">
                  <c:v>5.9885099999999998</c:v>
                </c:pt>
                <c:pt idx="21247">
                  <c:v>5.98881</c:v>
                </c:pt>
                <c:pt idx="21248">
                  <c:v>5.9891199999999998</c:v>
                </c:pt>
                <c:pt idx="21249">
                  <c:v>5.98942</c:v>
                </c:pt>
                <c:pt idx="21250">
                  <c:v>5.9897299999999998</c:v>
                </c:pt>
                <c:pt idx="21251">
                  <c:v>5.99003</c:v>
                </c:pt>
                <c:pt idx="21252">
                  <c:v>5.9903399999999998</c:v>
                </c:pt>
                <c:pt idx="21253">
                  <c:v>5.9906499999999996</c:v>
                </c:pt>
                <c:pt idx="21254">
                  <c:v>5.9909499999999998</c:v>
                </c:pt>
                <c:pt idx="21255">
                  <c:v>5.9912599999999996</c:v>
                </c:pt>
                <c:pt idx="21256">
                  <c:v>5.9915599999999998</c:v>
                </c:pt>
                <c:pt idx="21257">
                  <c:v>5.9918699999999996</c:v>
                </c:pt>
                <c:pt idx="21258">
                  <c:v>5.9921699999999998</c:v>
                </c:pt>
                <c:pt idx="21259">
                  <c:v>5.9924799999999996</c:v>
                </c:pt>
                <c:pt idx="21260">
                  <c:v>5.9927799999999998</c:v>
                </c:pt>
                <c:pt idx="21261">
                  <c:v>5.9930899999999996</c:v>
                </c:pt>
                <c:pt idx="21262">
                  <c:v>5.9933899999999998</c:v>
                </c:pt>
                <c:pt idx="21263">
                  <c:v>5.9936999999999996</c:v>
                </c:pt>
                <c:pt idx="21264">
                  <c:v>5.9939999999999998</c:v>
                </c:pt>
                <c:pt idx="21265">
                  <c:v>5.9943099999999996</c:v>
                </c:pt>
                <c:pt idx="21266">
                  <c:v>5.9946200000000003</c:v>
                </c:pt>
                <c:pt idx="21267">
                  <c:v>5.9949199999999996</c:v>
                </c:pt>
                <c:pt idx="21268">
                  <c:v>5.9952300000000003</c:v>
                </c:pt>
                <c:pt idx="21269">
                  <c:v>5.9955299999999996</c:v>
                </c:pt>
                <c:pt idx="21270">
                  <c:v>5.9958400000000003</c:v>
                </c:pt>
                <c:pt idx="21271">
                  <c:v>5.9961399999999996</c:v>
                </c:pt>
                <c:pt idx="21272">
                  <c:v>5.9964500000000003</c:v>
                </c:pt>
                <c:pt idx="21273">
                  <c:v>5.9967499999999996</c:v>
                </c:pt>
                <c:pt idx="21274">
                  <c:v>5.9970600000000003</c:v>
                </c:pt>
                <c:pt idx="21275">
                  <c:v>5.9973599999999996</c:v>
                </c:pt>
                <c:pt idx="21276">
                  <c:v>5.9976700000000003</c:v>
                </c:pt>
                <c:pt idx="21277">
                  <c:v>5.9979699999999996</c:v>
                </c:pt>
                <c:pt idx="21278">
                  <c:v>5.9982800000000003</c:v>
                </c:pt>
                <c:pt idx="21279">
                  <c:v>5.9985900000000001</c:v>
                </c:pt>
                <c:pt idx="21280">
                  <c:v>5.9988900000000003</c:v>
                </c:pt>
                <c:pt idx="21281">
                  <c:v>5.9992000000000001</c:v>
                </c:pt>
                <c:pt idx="21282">
                  <c:v>5.9995000000000003</c:v>
                </c:pt>
                <c:pt idx="21283">
                  <c:v>5.9998100000000001</c:v>
                </c:pt>
                <c:pt idx="21284">
                  <c:v>6.0001100000000003</c:v>
                </c:pt>
                <c:pt idx="21285">
                  <c:v>6.0004200000000001</c:v>
                </c:pt>
                <c:pt idx="21286">
                  <c:v>6.0007200000000003</c:v>
                </c:pt>
                <c:pt idx="21287">
                  <c:v>6.0010300000000001</c:v>
                </c:pt>
                <c:pt idx="21288">
                  <c:v>6.0013300000000003</c:v>
                </c:pt>
                <c:pt idx="21289">
                  <c:v>6.0016400000000001</c:v>
                </c:pt>
                <c:pt idx="21290">
                  <c:v>6.0019400000000003</c:v>
                </c:pt>
                <c:pt idx="21291">
                  <c:v>6.0022500000000001</c:v>
                </c:pt>
                <c:pt idx="21292">
                  <c:v>6.0025599999999999</c:v>
                </c:pt>
                <c:pt idx="21293">
                  <c:v>6.0028600000000001</c:v>
                </c:pt>
                <c:pt idx="21294">
                  <c:v>6.0031699999999999</c:v>
                </c:pt>
                <c:pt idx="21295">
                  <c:v>6.0034700000000001</c:v>
                </c:pt>
                <c:pt idx="21296">
                  <c:v>6.0037799999999999</c:v>
                </c:pt>
                <c:pt idx="21297">
                  <c:v>6.0040800000000001</c:v>
                </c:pt>
                <c:pt idx="21298">
                  <c:v>6.0043899999999999</c:v>
                </c:pt>
                <c:pt idx="21299">
                  <c:v>6.0046900000000001</c:v>
                </c:pt>
                <c:pt idx="21300">
                  <c:v>6.0049999999999999</c:v>
                </c:pt>
                <c:pt idx="21301">
                  <c:v>6.0053000000000001</c:v>
                </c:pt>
                <c:pt idx="21302">
                  <c:v>6.0056099999999999</c:v>
                </c:pt>
                <c:pt idx="21303">
                  <c:v>6.0059199999999997</c:v>
                </c:pt>
                <c:pt idx="21304">
                  <c:v>6.0062199999999999</c:v>
                </c:pt>
                <c:pt idx="21305">
                  <c:v>6.0065299999999997</c:v>
                </c:pt>
                <c:pt idx="21306">
                  <c:v>6.0068299999999999</c:v>
                </c:pt>
                <c:pt idx="21307">
                  <c:v>6.0071399999999997</c:v>
                </c:pt>
                <c:pt idx="21308">
                  <c:v>6.0074399999999999</c:v>
                </c:pt>
                <c:pt idx="21309">
                  <c:v>6.0077499999999997</c:v>
                </c:pt>
                <c:pt idx="21310">
                  <c:v>6.0080499999999999</c:v>
                </c:pt>
                <c:pt idx="21311">
                  <c:v>6.0083599999999997</c:v>
                </c:pt>
                <c:pt idx="21312">
                  <c:v>6.0086599999999999</c:v>
                </c:pt>
                <c:pt idx="21313">
                  <c:v>6.0089699999999997</c:v>
                </c:pt>
                <c:pt idx="21314">
                  <c:v>6.0092699999999999</c:v>
                </c:pt>
                <c:pt idx="21315">
                  <c:v>6.0095799999999997</c:v>
                </c:pt>
                <c:pt idx="21316">
                  <c:v>6.0098900000000004</c:v>
                </c:pt>
                <c:pt idx="21317">
                  <c:v>6.0101899999999997</c:v>
                </c:pt>
                <c:pt idx="21318">
                  <c:v>6.0105000000000004</c:v>
                </c:pt>
                <c:pt idx="21319">
                  <c:v>6.0107999999999997</c:v>
                </c:pt>
                <c:pt idx="21320">
                  <c:v>6.0111100000000004</c:v>
                </c:pt>
                <c:pt idx="21321">
                  <c:v>6.0114099999999997</c:v>
                </c:pt>
                <c:pt idx="21322">
                  <c:v>6.0117200000000004</c:v>
                </c:pt>
                <c:pt idx="21323">
                  <c:v>6.0120199999999997</c:v>
                </c:pt>
                <c:pt idx="21324">
                  <c:v>6.0123300000000004</c:v>
                </c:pt>
                <c:pt idx="21325">
                  <c:v>6.0126299999999997</c:v>
                </c:pt>
                <c:pt idx="21326">
                  <c:v>6.0129400000000004</c:v>
                </c:pt>
                <c:pt idx="21327">
                  <c:v>6.0132399999999997</c:v>
                </c:pt>
                <c:pt idx="21328">
                  <c:v>6.0135500000000004</c:v>
                </c:pt>
                <c:pt idx="21329">
                  <c:v>6.0138600000000002</c:v>
                </c:pt>
                <c:pt idx="21330">
                  <c:v>6.0141600000000004</c:v>
                </c:pt>
                <c:pt idx="21331">
                  <c:v>6.0144700000000002</c:v>
                </c:pt>
                <c:pt idx="21332">
                  <c:v>6.0147700000000004</c:v>
                </c:pt>
                <c:pt idx="21333">
                  <c:v>6.0150800000000002</c:v>
                </c:pt>
                <c:pt idx="21334">
                  <c:v>6.0153800000000004</c:v>
                </c:pt>
                <c:pt idx="21335">
                  <c:v>6.0156900000000002</c:v>
                </c:pt>
                <c:pt idx="21336">
                  <c:v>6.0159900000000004</c:v>
                </c:pt>
                <c:pt idx="21337">
                  <c:v>6.0163000000000002</c:v>
                </c:pt>
                <c:pt idx="21338">
                  <c:v>6.0166000000000004</c:v>
                </c:pt>
                <c:pt idx="21339">
                  <c:v>6.0169100000000002</c:v>
                </c:pt>
                <c:pt idx="21340">
                  <c:v>6.0172100000000004</c:v>
                </c:pt>
                <c:pt idx="21341">
                  <c:v>6.0175200000000002</c:v>
                </c:pt>
                <c:pt idx="21342">
                  <c:v>6.01783</c:v>
                </c:pt>
                <c:pt idx="21343">
                  <c:v>6.0181300000000002</c:v>
                </c:pt>
                <c:pt idx="21344">
                  <c:v>6.01844</c:v>
                </c:pt>
                <c:pt idx="21345">
                  <c:v>6.0187400000000002</c:v>
                </c:pt>
                <c:pt idx="21346">
                  <c:v>6.01905</c:v>
                </c:pt>
                <c:pt idx="21347">
                  <c:v>6.0193500000000002</c:v>
                </c:pt>
                <c:pt idx="21348">
                  <c:v>6.01966</c:v>
                </c:pt>
                <c:pt idx="21349">
                  <c:v>6.0199600000000002</c:v>
                </c:pt>
                <c:pt idx="21350">
                  <c:v>6.02027</c:v>
                </c:pt>
                <c:pt idx="21351">
                  <c:v>6.0205700000000002</c:v>
                </c:pt>
                <c:pt idx="21352">
                  <c:v>6.02088</c:v>
                </c:pt>
                <c:pt idx="21353">
                  <c:v>6.0211800000000002</c:v>
                </c:pt>
                <c:pt idx="21354">
                  <c:v>6.02149</c:v>
                </c:pt>
                <c:pt idx="21355">
                  <c:v>6.0217999999999998</c:v>
                </c:pt>
                <c:pt idx="21356">
                  <c:v>6.0221</c:v>
                </c:pt>
                <c:pt idx="21357">
                  <c:v>6.0224099999999998</c:v>
                </c:pt>
                <c:pt idx="21358">
                  <c:v>6.02271</c:v>
                </c:pt>
                <c:pt idx="21359">
                  <c:v>6.0230199999999998</c:v>
                </c:pt>
                <c:pt idx="21360">
                  <c:v>6.02332</c:v>
                </c:pt>
                <c:pt idx="21361">
                  <c:v>6.0236299999999998</c:v>
                </c:pt>
                <c:pt idx="21362">
                  <c:v>6.02393</c:v>
                </c:pt>
                <c:pt idx="21363">
                  <c:v>6.0242399999999998</c:v>
                </c:pt>
                <c:pt idx="21364">
                  <c:v>6.02454</c:v>
                </c:pt>
                <c:pt idx="21365">
                  <c:v>6.0248499999999998</c:v>
                </c:pt>
                <c:pt idx="21366">
                  <c:v>6.0251599999999996</c:v>
                </c:pt>
                <c:pt idx="21367">
                  <c:v>6.0254599999999998</c:v>
                </c:pt>
                <c:pt idx="21368">
                  <c:v>6.0257699999999996</c:v>
                </c:pt>
                <c:pt idx="21369">
                  <c:v>6.0260699999999998</c:v>
                </c:pt>
                <c:pt idx="21370">
                  <c:v>6.0263799999999996</c:v>
                </c:pt>
                <c:pt idx="21371">
                  <c:v>6.0266799999999998</c:v>
                </c:pt>
                <c:pt idx="21372">
                  <c:v>6.0269899999999996</c:v>
                </c:pt>
                <c:pt idx="21373">
                  <c:v>6.0272899999999998</c:v>
                </c:pt>
                <c:pt idx="21374">
                  <c:v>6.0275999999999996</c:v>
                </c:pt>
                <c:pt idx="21375">
                  <c:v>6.0278999999999998</c:v>
                </c:pt>
                <c:pt idx="21376">
                  <c:v>6.0282099999999996</c:v>
                </c:pt>
                <c:pt idx="21377">
                  <c:v>6.0285099999999998</c:v>
                </c:pt>
                <c:pt idx="21378">
                  <c:v>6.0288199999999996</c:v>
                </c:pt>
                <c:pt idx="21379">
                  <c:v>6.0291300000000003</c:v>
                </c:pt>
                <c:pt idx="21380">
                  <c:v>6.0294299999999996</c:v>
                </c:pt>
                <c:pt idx="21381">
                  <c:v>6.0297400000000003</c:v>
                </c:pt>
                <c:pt idx="21382">
                  <c:v>6.0300399999999996</c:v>
                </c:pt>
                <c:pt idx="21383">
                  <c:v>6.0303500000000003</c:v>
                </c:pt>
                <c:pt idx="21384">
                  <c:v>6.0306499999999996</c:v>
                </c:pt>
                <c:pt idx="21385">
                  <c:v>6.0309600000000003</c:v>
                </c:pt>
                <c:pt idx="21386">
                  <c:v>6.0312599999999996</c:v>
                </c:pt>
                <c:pt idx="21387">
                  <c:v>6.0315700000000003</c:v>
                </c:pt>
                <c:pt idx="21388">
                  <c:v>6.0318699999999996</c:v>
                </c:pt>
                <c:pt idx="21389">
                  <c:v>6.0321800000000003</c:v>
                </c:pt>
                <c:pt idx="21390">
                  <c:v>6.0324799999999996</c:v>
                </c:pt>
                <c:pt idx="21391">
                  <c:v>6.0327900000000003</c:v>
                </c:pt>
                <c:pt idx="21392">
                  <c:v>6.0331000000000001</c:v>
                </c:pt>
                <c:pt idx="21393">
                  <c:v>6.0334000000000003</c:v>
                </c:pt>
                <c:pt idx="21394">
                  <c:v>6.0337100000000001</c:v>
                </c:pt>
                <c:pt idx="21395">
                  <c:v>6.0340100000000003</c:v>
                </c:pt>
                <c:pt idx="21396">
                  <c:v>6.0343200000000001</c:v>
                </c:pt>
                <c:pt idx="21397">
                  <c:v>6.0346200000000003</c:v>
                </c:pt>
                <c:pt idx="21398">
                  <c:v>6.0349300000000001</c:v>
                </c:pt>
                <c:pt idx="21399">
                  <c:v>6.0352300000000003</c:v>
                </c:pt>
                <c:pt idx="21400">
                  <c:v>6.0355400000000001</c:v>
                </c:pt>
                <c:pt idx="21401">
                  <c:v>6.0358400000000003</c:v>
                </c:pt>
                <c:pt idx="21402">
                  <c:v>6.0361500000000001</c:v>
                </c:pt>
                <c:pt idx="21403">
                  <c:v>6.0364500000000003</c:v>
                </c:pt>
                <c:pt idx="21404">
                  <c:v>6.0367600000000001</c:v>
                </c:pt>
                <c:pt idx="21405">
                  <c:v>6.0370699999999999</c:v>
                </c:pt>
                <c:pt idx="21406">
                  <c:v>6.0373700000000001</c:v>
                </c:pt>
                <c:pt idx="21407">
                  <c:v>6.0376799999999999</c:v>
                </c:pt>
                <c:pt idx="21408">
                  <c:v>6.0379800000000001</c:v>
                </c:pt>
                <c:pt idx="21409">
                  <c:v>6.0382899999999999</c:v>
                </c:pt>
                <c:pt idx="21410">
                  <c:v>6.0385900000000001</c:v>
                </c:pt>
                <c:pt idx="21411">
                  <c:v>6.0388999999999999</c:v>
                </c:pt>
                <c:pt idx="21412">
                  <c:v>6.0392000000000001</c:v>
                </c:pt>
                <c:pt idx="21413">
                  <c:v>6.0395099999999999</c:v>
                </c:pt>
                <c:pt idx="21414">
                  <c:v>6.0398100000000001</c:v>
                </c:pt>
                <c:pt idx="21415">
                  <c:v>6.0401199999999999</c:v>
                </c:pt>
                <c:pt idx="21416">
                  <c:v>6.0404200000000001</c:v>
                </c:pt>
                <c:pt idx="21417">
                  <c:v>6.0407299999999999</c:v>
                </c:pt>
                <c:pt idx="21418">
                  <c:v>6.0410399999999997</c:v>
                </c:pt>
                <c:pt idx="21419">
                  <c:v>6.0413399999999999</c:v>
                </c:pt>
                <c:pt idx="21420">
                  <c:v>6.0416499999999997</c:v>
                </c:pt>
                <c:pt idx="21421">
                  <c:v>6.0419499999999999</c:v>
                </c:pt>
                <c:pt idx="21422">
                  <c:v>6.0422599999999997</c:v>
                </c:pt>
                <c:pt idx="21423">
                  <c:v>6.0425599999999999</c:v>
                </c:pt>
                <c:pt idx="21424">
                  <c:v>6.0428699999999997</c:v>
                </c:pt>
                <c:pt idx="21425">
                  <c:v>6.0431699999999999</c:v>
                </c:pt>
                <c:pt idx="21426">
                  <c:v>6.0434799999999997</c:v>
                </c:pt>
                <c:pt idx="21427">
                  <c:v>6.0437799999999999</c:v>
                </c:pt>
                <c:pt idx="21428">
                  <c:v>6.0440899999999997</c:v>
                </c:pt>
                <c:pt idx="21429">
                  <c:v>6.0444000000000004</c:v>
                </c:pt>
                <c:pt idx="21430">
                  <c:v>6.0446999999999997</c:v>
                </c:pt>
                <c:pt idx="21431">
                  <c:v>6.0450100000000004</c:v>
                </c:pt>
                <c:pt idx="21432">
                  <c:v>6.0453099999999997</c:v>
                </c:pt>
                <c:pt idx="21433">
                  <c:v>6.0456200000000004</c:v>
                </c:pt>
                <c:pt idx="21434">
                  <c:v>6.0459199999999997</c:v>
                </c:pt>
                <c:pt idx="21435">
                  <c:v>6.0462300000000004</c:v>
                </c:pt>
                <c:pt idx="21436">
                  <c:v>6.0465299999999997</c:v>
                </c:pt>
                <c:pt idx="21437">
                  <c:v>6.0468400000000004</c:v>
                </c:pt>
                <c:pt idx="21438">
                  <c:v>6.0471399999999997</c:v>
                </c:pt>
                <c:pt idx="21439">
                  <c:v>6.0474500000000004</c:v>
                </c:pt>
                <c:pt idx="21440">
                  <c:v>6.0477499999999997</c:v>
                </c:pt>
                <c:pt idx="21441">
                  <c:v>6.0480600000000004</c:v>
                </c:pt>
                <c:pt idx="21442">
                  <c:v>6.0483700000000002</c:v>
                </c:pt>
                <c:pt idx="21443">
                  <c:v>6.0486700000000004</c:v>
                </c:pt>
                <c:pt idx="21444">
                  <c:v>6.0489800000000002</c:v>
                </c:pt>
                <c:pt idx="21445">
                  <c:v>6.0492800000000004</c:v>
                </c:pt>
                <c:pt idx="21446">
                  <c:v>6.0495900000000002</c:v>
                </c:pt>
                <c:pt idx="21447">
                  <c:v>6.0498900000000004</c:v>
                </c:pt>
                <c:pt idx="21448">
                  <c:v>6.0502000000000002</c:v>
                </c:pt>
                <c:pt idx="21449">
                  <c:v>6.0505000000000004</c:v>
                </c:pt>
                <c:pt idx="21450">
                  <c:v>6.0508100000000002</c:v>
                </c:pt>
                <c:pt idx="21451">
                  <c:v>6.0511100000000004</c:v>
                </c:pt>
                <c:pt idx="21452">
                  <c:v>6.0514200000000002</c:v>
                </c:pt>
                <c:pt idx="21453">
                  <c:v>6.0517200000000004</c:v>
                </c:pt>
                <c:pt idx="21454">
                  <c:v>6.0520300000000002</c:v>
                </c:pt>
                <c:pt idx="21455">
                  <c:v>6.0523400000000001</c:v>
                </c:pt>
                <c:pt idx="21456">
                  <c:v>6.0526400000000002</c:v>
                </c:pt>
                <c:pt idx="21457">
                  <c:v>6.0529500000000001</c:v>
                </c:pt>
                <c:pt idx="21458">
                  <c:v>6.0532500000000002</c:v>
                </c:pt>
                <c:pt idx="21459">
                  <c:v>6.0535600000000001</c:v>
                </c:pt>
                <c:pt idx="21460">
                  <c:v>6.0538600000000002</c:v>
                </c:pt>
                <c:pt idx="21461">
                  <c:v>6.0541700000000001</c:v>
                </c:pt>
                <c:pt idx="21462">
                  <c:v>6.0544700000000002</c:v>
                </c:pt>
                <c:pt idx="21463">
                  <c:v>6.0547800000000001</c:v>
                </c:pt>
                <c:pt idx="21464">
                  <c:v>6.0550800000000002</c:v>
                </c:pt>
                <c:pt idx="21465">
                  <c:v>6.0553900000000001</c:v>
                </c:pt>
                <c:pt idx="21466">
                  <c:v>6.0556900000000002</c:v>
                </c:pt>
                <c:pt idx="21467">
                  <c:v>6.056</c:v>
                </c:pt>
                <c:pt idx="21468">
                  <c:v>6.0563099999999999</c:v>
                </c:pt>
                <c:pt idx="21469">
                  <c:v>6.05661</c:v>
                </c:pt>
                <c:pt idx="21470">
                  <c:v>6.0569199999999999</c:v>
                </c:pt>
                <c:pt idx="21471">
                  <c:v>6.05722</c:v>
                </c:pt>
                <c:pt idx="21472">
                  <c:v>6.0575299999999999</c:v>
                </c:pt>
                <c:pt idx="21473">
                  <c:v>6.05783</c:v>
                </c:pt>
                <c:pt idx="21474">
                  <c:v>6.0581399999999999</c:v>
                </c:pt>
                <c:pt idx="21475">
                  <c:v>6.05844</c:v>
                </c:pt>
                <c:pt idx="21476">
                  <c:v>6.0587499999999999</c:v>
                </c:pt>
                <c:pt idx="21477">
                  <c:v>6.05905</c:v>
                </c:pt>
                <c:pt idx="21478">
                  <c:v>6.0593599999999999</c:v>
                </c:pt>
                <c:pt idx="21479">
                  <c:v>6.0596699999999997</c:v>
                </c:pt>
                <c:pt idx="21480">
                  <c:v>6.0599699999999999</c:v>
                </c:pt>
                <c:pt idx="21481">
                  <c:v>6.0602799999999997</c:v>
                </c:pt>
                <c:pt idx="21482">
                  <c:v>6.0605799999999999</c:v>
                </c:pt>
                <c:pt idx="21483">
                  <c:v>6.0608899999999997</c:v>
                </c:pt>
                <c:pt idx="21484">
                  <c:v>6.0611899999999999</c:v>
                </c:pt>
                <c:pt idx="21485">
                  <c:v>6.0614999999999997</c:v>
                </c:pt>
                <c:pt idx="21486">
                  <c:v>6.0617999999999999</c:v>
                </c:pt>
                <c:pt idx="21487">
                  <c:v>6.0621099999999997</c:v>
                </c:pt>
                <c:pt idx="21488">
                  <c:v>6.0624099999999999</c:v>
                </c:pt>
                <c:pt idx="21489">
                  <c:v>6.0627199999999997</c:v>
                </c:pt>
                <c:pt idx="21490">
                  <c:v>6.0630199999999999</c:v>
                </c:pt>
                <c:pt idx="21491">
                  <c:v>6.0633299999999997</c:v>
                </c:pt>
                <c:pt idx="21492">
                  <c:v>6.0636400000000004</c:v>
                </c:pt>
                <c:pt idx="21493">
                  <c:v>6.0639399999999997</c:v>
                </c:pt>
                <c:pt idx="21494">
                  <c:v>6.0642500000000004</c:v>
                </c:pt>
                <c:pt idx="21495">
                  <c:v>6.0645499999999997</c:v>
                </c:pt>
                <c:pt idx="21496">
                  <c:v>6.0648600000000004</c:v>
                </c:pt>
                <c:pt idx="21497">
                  <c:v>6.0651599999999997</c:v>
                </c:pt>
                <c:pt idx="21498">
                  <c:v>6.0654700000000004</c:v>
                </c:pt>
                <c:pt idx="21499">
                  <c:v>6.0657699999999997</c:v>
                </c:pt>
                <c:pt idx="21500">
                  <c:v>6.0660800000000004</c:v>
                </c:pt>
                <c:pt idx="21501">
                  <c:v>6.0663799999999997</c:v>
                </c:pt>
                <c:pt idx="21502">
                  <c:v>6.0666900000000004</c:v>
                </c:pt>
                <c:pt idx="21503">
                  <c:v>6.0669899999999997</c:v>
                </c:pt>
                <c:pt idx="21504">
                  <c:v>6.0673000000000004</c:v>
                </c:pt>
                <c:pt idx="21505">
                  <c:v>6.0676100000000002</c:v>
                </c:pt>
                <c:pt idx="21506">
                  <c:v>6.0679100000000004</c:v>
                </c:pt>
                <c:pt idx="21507">
                  <c:v>6.0682200000000002</c:v>
                </c:pt>
                <c:pt idx="21508">
                  <c:v>6.0685200000000004</c:v>
                </c:pt>
                <c:pt idx="21509">
                  <c:v>6.0688300000000002</c:v>
                </c:pt>
                <c:pt idx="21510">
                  <c:v>6.0691300000000004</c:v>
                </c:pt>
                <c:pt idx="21511">
                  <c:v>6.0694400000000002</c:v>
                </c:pt>
                <c:pt idx="21512">
                  <c:v>6.0697400000000004</c:v>
                </c:pt>
                <c:pt idx="21513">
                  <c:v>6.0700500000000002</c:v>
                </c:pt>
                <c:pt idx="21514">
                  <c:v>6.0703500000000004</c:v>
                </c:pt>
                <c:pt idx="21515">
                  <c:v>6.0706600000000002</c:v>
                </c:pt>
                <c:pt idx="21516">
                  <c:v>6.0709600000000004</c:v>
                </c:pt>
                <c:pt idx="21517">
                  <c:v>6.0712700000000002</c:v>
                </c:pt>
                <c:pt idx="21518">
                  <c:v>6.07158</c:v>
                </c:pt>
                <c:pt idx="21519">
                  <c:v>6.0718800000000002</c:v>
                </c:pt>
                <c:pt idx="21520">
                  <c:v>6.07219</c:v>
                </c:pt>
                <c:pt idx="21521">
                  <c:v>6.0724900000000002</c:v>
                </c:pt>
                <c:pt idx="21522">
                  <c:v>6.0728</c:v>
                </c:pt>
                <c:pt idx="21523">
                  <c:v>6.0731000000000002</c:v>
                </c:pt>
                <c:pt idx="21524">
                  <c:v>6.07341</c:v>
                </c:pt>
                <c:pt idx="21525">
                  <c:v>6.0737100000000002</c:v>
                </c:pt>
                <c:pt idx="21526">
                  <c:v>6.07402</c:v>
                </c:pt>
                <c:pt idx="21527">
                  <c:v>6.0743200000000002</c:v>
                </c:pt>
                <c:pt idx="21528">
                  <c:v>6.07463</c:v>
                </c:pt>
                <c:pt idx="21529">
                  <c:v>6.0749300000000002</c:v>
                </c:pt>
                <c:pt idx="21530">
                  <c:v>6.07524</c:v>
                </c:pt>
                <c:pt idx="21531">
                  <c:v>6.0755499999999998</c:v>
                </c:pt>
                <c:pt idx="21532">
                  <c:v>6.07585</c:v>
                </c:pt>
                <c:pt idx="21533">
                  <c:v>6.0761599999999998</c:v>
                </c:pt>
                <c:pt idx="21534">
                  <c:v>6.07646</c:v>
                </c:pt>
                <c:pt idx="21535">
                  <c:v>6.0767699999999998</c:v>
                </c:pt>
                <c:pt idx="21536">
                  <c:v>6.07707</c:v>
                </c:pt>
                <c:pt idx="21537">
                  <c:v>6.0773799999999998</c:v>
                </c:pt>
                <c:pt idx="21538">
                  <c:v>6.07768</c:v>
                </c:pt>
                <c:pt idx="21539">
                  <c:v>6.0779899999999998</c:v>
                </c:pt>
                <c:pt idx="21540">
                  <c:v>6.07829</c:v>
                </c:pt>
                <c:pt idx="21541">
                  <c:v>6.0785999999999998</c:v>
                </c:pt>
                <c:pt idx="21542">
                  <c:v>6.0789099999999996</c:v>
                </c:pt>
                <c:pt idx="21543">
                  <c:v>6.0792099999999998</c:v>
                </c:pt>
                <c:pt idx="21544">
                  <c:v>6.0795199999999996</c:v>
                </c:pt>
                <c:pt idx="21545">
                  <c:v>6.0798199999999998</c:v>
                </c:pt>
                <c:pt idx="21546">
                  <c:v>6.0801299999999996</c:v>
                </c:pt>
                <c:pt idx="21547">
                  <c:v>6.0804299999999998</c:v>
                </c:pt>
                <c:pt idx="21548">
                  <c:v>6.0807399999999996</c:v>
                </c:pt>
                <c:pt idx="21549">
                  <c:v>6.0810399999999998</c:v>
                </c:pt>
                <c:pt idx="21550">
                  <c:v>6.0813499999999996</c:v>
                </c:pt>
                <c:pt idx="21551">
                  <c:v>6.0816499999999998</c:v>
                </c:pt>
                <c:pt idx="21552">
                  <c:v>6.0819599999999996</c:v>
                </c:pt>
                <c:pt idx="21553">
                  <c:v>6.0822599999999998</c:v>
                </c:pt>
                <c:pt idx="21554">
                  <c:v>6.0825699999999996</c:v>
                </c:pt>
                <c:pt idx="21555">
                  <c:v>6.0828800000000003</c:v>
                </c:pt>
                <c:pt idx="21556">
                  <c:v>6.0831799999999996</c:v>
                </c:pt>
                <c:pt idx="21557">
                  <c:v>6.0834900000000003</c:v>
                </c:pt>
                <c:pt idx="21558">
                  <c:v>6.0837899999999996</c:v>
                </c:pt>
                <c:pt idx="21559">
                  <c:v>6.0841000000000003</c:v>
                </c:pt>
                <c:pt idx="21560">
                  <c:v>6.0843999999999996</c:v>
                </c:pt>
                <c:pt idx="21561">
                  <c:v>6.0847100000000003</c:v>
                </c:pt>
                <c:pt idx="21562">
                  <c:v>6.0850099999999996</c:v>
                </c:pt>
                <c:pt idx="21563">
                  <c:v>6.0853200000000003</c:v>
                </c:pt>
                <c:pt idx="21564">
                  <c:v>6.0856199999999996</c:v>
                </c:pt>
                <c:pt idx="21565">
                  <c:v>6.0859300000000003</c:v>
                </c:pt>
                <c:pt idx="21566">
                  <c:v>6.0862299999999996</c:v>
                </c:pt>
                <c:pt idx="21567">
                  <c:v>6.0865400000000003</c:v>
                </c:pt>
                <c:pt idx="21568">
                  <c:v>6.0868500000000001</c:v>
                </c:pt>
                <c:pt idx="21569">
                  <c:v>6.0871500000000003</c:v>
                </c:pt>
                <c:pt idx="21570">
                  <c:v>6.0874600000000001</c:v>
                </c:pt>
                <c:pt idx="21571">
                  <c:v>6.0877600000000003</c:v>
                </c:pt>
                <c:pt idx="21572">
                  <c:v>6.0880700000000001</c:v>
                </c:pt>
                <c:pt idx="21573">
                  <c:v>6.0883700000000003</c:v>
                </c:pt>
                <c:pt idx="21574">
                  <c:v>6.0886800000000001</c:v>
                </c:pt>
                <c:pt idx="21575">
                  <c:v>6.0889800000000003</c:v>
                </c:pt>
                <c:pt idx="21576">
                  <c:v>6.0892900000000001</c:v>
                </c:pt>
                <c:pt idx="21577">
                  <c:v>6.0895900000000003</c:v>
                </c:pt>
                <c:pt idx="21578">
                  <c:v>6.0899000000000001</c:v>
                </c:pt>
                <c:pt idx="21579">
                  <c:v>6.0902000000000003</c:v>
                </c:pt>
                <c:pt idx="21580">
                  <c:v>6.0905100000000001</c:v>
                </c:pt>
                <c:pt idx="21581">
                  <c:v>6.0908199999999999</c:v>
                </c:pt>
                <c:pt idx="21582">
                  <c:v>6.0911200000000001</c:v>
                </c:pt>
                <c:pt idx="21583">
                  <c:v>6.0914299999999999</c:v>
                </c:pt>
                <c:pt idx="21584">
                  <c:v>6.0917300000000001</c:v>
                </c:pt>
                <c:pt idx="21585">
                  <c:v>6.0920399999999999</c:v>
                </c:pt>
                <c:pt idx="21586">
                  <c:v>6.0923400000000001</c:v>
                </c:pt>
                <c:pt idx="21587">
                  <c:v>6.0926499999999999</c:v>
                </c:pt>
                <c:pt idx="21588">
                  <c:v>6.0929500000000001</c:v>
                </c:pt>
                <c:pt idx="21589">
                  <c:v>6.0932599999999999</c:v>
                </c:pt>
                <c:pt idx="21590">
                  <c:v>6.0935600000000001</c:v>
                </c:pt>
                <c:pt idx="21591">
                  <c:v>6.0938699999999999</c:v>
                </c:pt>
                <c:pt idx="21592">
                  <c:v>6.0941700000000001</c:v>
                </c:pt>
                <c:pt idx="21593">
                  <c:v>6.0944799999999999</c:v>
                </c:pt>
                <c:pt idx="21594">
                  <c:v>6.0947899999999997</c:v>
                </c:pt>
                <c:pt idx="21595">
                  <c:v>6.0950899999999999</c:v>
                </c:pt>
                <c:pt idx="21596">
                  <c:v>6.0953999999999997</c:v>
                </c:pt>
                <c:pt idx="21597">
                  <c:v>6.0956999999999999</c:v>
                </c:pt>
                <c:pt idx="21598">
                  <c:v>6.0960099999999997</c:v>
                </c:pt>
                <c:pt idx="21599">
                  <c:v>6.0963099999999999</c:v>
                </c:pt>
                <c:pt idx="21600">
                  <c:v>6.0966199999999997</c:v>
                </c:pt>
                <c:pt idx="21601">
                  <c:v>6.0969199999999999</c:v>
                </c:pt>
                <c:pt idx="21602">
                  <c:v>6.0972299999999997</c:v>
                </c:pt>
                <c:pt idx="21603">
                  <c:v>6.0975299999999999</c:v>
                </c:pt>
                <c:pt idx="21604">
                  <c:v>6.0978399999999997</c:v>
                </c:pt>
                <c:pt idx="21605">
                  <c:v>6.0981500000000004</c:v>
                </c:pt>
                <c:pt idx="21606">
                  <c:v>6.0984499999999997</c:v>
                </c:pt>
                <c:pt idx="21607">
                  <c:v>6.0987600000000004</c:v>
                </c:pt>
                <c:pt idx="21608">
                  <c:v>6.0990599999999997</c:v>
                </c:pt>
                <c:pt idx="21609">
                  <c:v>6.0993700000000004</c:v>
                </c:pt>
                <c:pt idx="21610">
                  <c:v>6.0996699999999997</c:v>
                </c:pt>
                <c:pt idx="21611">
                  <c:v>6.0999800000000004</c:v>
                </c:pt>
                <c:pt idx="21612">
                  <c:v>6.1002799999999997</c:v>
                </c:pt>
                <c:pt idx="21613">
                  <c:v>6.1005900000000004</c:v>
                </c:pt>
                <c:pt idx="21614">
                  <c:v>6.1008899999999997</c:v>
                </c:pt>
                <c:pt idx="21615">
                  <c:v>6.1012000000000004</c:v>
                </c:pt>
                <c:pt idx="21616">
                  <c:v>6.1014999999999997</c:v>
                </c:pt>
                <c:pt idx="21617">
                  <c:v>6.1018100000000004</c:v>
                </c:pt>
                <c:pt idx="21618">
                  <c:v>6.1021200000000002</c:v>
                </c:pt>
                <c:pt idx="21619">
                  <c:v>6.1024200000000004</c:v>
                </c:pt>
                <c:pt idx="21620">
                  <c:v>6.1027300000000002</c:v>
                </c:pt>
                <c:pt idx="21621">
                  <c:v>6.1030300000000004</c:v>
                </c:pt>
                <c:pt idx="21622">
                  <c:v>6.1033400000000002</c:v>
                </c:pt>
                <c:pt idx="21623">
                  <c:v>6.1036400000000004</c:v>
                </c:pt>
                <c:pt idx="21624">
                  <c:v>6.1039500000000002</c:v>
                </c:pt>
                <c:pt idx="21625">
                  <c:v>6.1042500000000004</c:v>
                </c:pt>
                <c:pt idx="21626">
                  <c:v>6.1045600000000002</c:v>
                </c:pt>
                <c:pt idx="21627">
                  <c:v>6.1048600000000004</c:v>
                </c:pt>
                <c:pt idx="21628">
                  <c:v>6.1051700000000002</c:v>
                </c:pt>
                <c:pt idx="21629">
                  <c:v>6.1054700000000004</c:v>
                </c:pt>
                <c:pt idx="21630">
                  <c:v>6.1057800000000002</c:v>
                </c:pt>
                <c:pt idx="21631">
                  <c:v>6.10609</c:v>
                </c:pt>
                <c:pt idx="21632">
                  <c:v>6.1063900000000002</c:v>
                </c:pt>
                <c:pt idx="21633">
                  <c:v>6.1067</c:v>
                </c:pt>
                <c:pt idx="21634">
                  <c:v>6.1070000000000002</c:v>
                </c:pt>
                <c:pt idx="21635">
                  <c:v>6.10731</c:v>
                </c:pt>
                <c:pt idx="21636">
                  <c:v>6.1076100000000002</c:v>
                </c:pt>
                <c:pt idx="21637">
                  <c:v>6.10792</c:v>
                </c:pt>
                <c:pt idx="21638">
                  <c:v>6.1082200000000002</c:v>
                </c:pt>
                <c:pt idx="21639">
                  <c:v>6.10853</c:v>
                </c:pt>
                <c:pt idx="21640">
                  <c:v>6.1088300000000002</c:v>
                </c:pt>
                <c:pt idx="21641">
                  <c:v>6.10914</c:v>
                </c:pt>
                <c:pt idx="21642">
                  <c:v>6.1094400000000002</c:v>
                </c:pt>
                <c:pt idx="21643">
                  <c:v>6.10975</c:v>
                </c:pt>
                <c:pt idx="21644">
                  <c:v>6.1100599999999998</c:v>
                </c:pt>
                <c:pt idx="21645">
                  <c:v>6.11036</c:v>
                </c:pt>
                <c:pt idx="21646">
                  <c:v>6.1106699999999998</c:v>
                </c:pt>
                <c:pt idx="21647">
                  <c:v>6.11097</c:v>
                </c:pt>
                <c:pt idx="21648">
                  <c:v>6.1112799999999998</c:v>
                </c:pt>
                <c:pt idx="21649">
                  <c:v>6.11158</c:v>
                </c:pt>
                <c:pt idx="21650">
                  <c:v>6.1118899999999998</c:v>
                </c:pt>
                <c:pt idx="21651">
                  <c:v>6.11219</c:v>
                </c:pt>
                <c:pt idx="21652">
                  <c:v>6.1124999999999998</c:v>
                </c:pt>
                <c:pt idx="21653">
                  <c:v>6.1128</c:v>
                </c:pt>
                <c:pt idx="21654">
                  <c:v>6.1131099999999998</c:v>
                </c:pt>
                <c:pt idx="21655">
                  <c:v>6.1134199999999996</c:v>
                </c:pt>
                <c:pt idx="21656">
                  <c:v>6.1137199999999998</c:v>
                </c:pt>
                <c:pt idx="21657">
                  <c:v>6.1140299999999996</c:v>
                </c:pt>
                <c:pt idx="21658">
                  <c:v>6.1143299999999998</c:v>
                </c:pt>
                <c:pt idx="21659">
                  <c:v>6.1146399999999996</c:v>
                </c:pt>
                <c:pt idx="21660">
                  <c:v>6.1149399999999998</c:v>
                </c:pt>
                <c:pt idx="21661">
                  <c:v>6.1152499999999996</c:v>
                </c:pt>
                <c:pt idx="21662">
                  <c:v>6.1155499999999998</c:v>
                </c:pt>
                <c:pt idx="21663">
                  <c:v>6.1158599999999996</c:v>
                </c:pt>
                <c:pt idx="21664">
                  <c:v>6.1161599999999998</c:v>
                </c:pt>
                <c:pt idx="21665">
                  <c:v>6.1164699999999996</c:v>
                </c:pt>
                <c:pt idx="21666">
                  <c:v>6.1167699999999998</c:v>
                </c:pt>
                <c:pt idx="21667">
                  <c:v>6.1170799999999996</c:v>
                </c:pt>
                <c:pt idx="21668">
                  <c:v>6.1173900000000003</c:v>
                </c:pt>
                <c:pt idx="21669">
                  <c:v>6.1176899999999996</c:v>
                </c:pt>
                <c:pt idx="21670">
                  <c:v>6.1180000000000003</c:v>
                </c:pt>
                <c:pt idx="21671">
                  <c:v>6.1182999999999996</c:v>
                </c:pt>
                <c:pt idx="21672">
                  <c:v>6.1186100000000003</c:v>
                </c:pt>
                <c:pt idx="21673">
                  <c:v>6.1189099999999996</c:v>
                </c:pt>
                <c:pt idx="21674">
                  <c:v>6.1192200000000003</c:v>
                </c:pt>
                <c:pt idx="21675">
                  <c:v>6.1195199999999996</c:v>
                </c:pt>
                <c:pt idx="21676">
                  <c:v>6.1198300000000003</c:v>
                </c:pt>
                <c:pt idx="21677">
                  <c:v>6.1201299999999996</c:v>
                </c:pt>
                <c:pt idx="21678">
                  <c:v>6.1204400000000003</c:v>
                </c:pt>
                <c:pt idx="21679">
                  <c:v>6.1207399999999996</c:v>
                </c:pt>
                <c:pt idx="21680">
                  <c:v>6.1210500000000003</c:v>
                </c:pt>
                <c:pt idx="21681">
                  <c:v>6.1213600000000001</c:v>
                </c:pt>
                <c:pt idx="21682">
                  <c:v>6.1216600000000003</c:v>
                </c:pt>
                <c:pt idx="21683">
                  <c:v>6.1219700000000001</c:v>
                </c:pt>
                <c:pt idx="21684">
                  <c:v>6.1222700000000003</c:v>
                </c:pt>
                <c:pt idx="21685">
                  <c:v>6.1225800000000001</c:v>
                </c:pt>
                <c:pt idx="21686">
                  <c:v>6.1228800000000003</c:v>
                </c:pt>
                <c:pt idx="21687">
                  <c:v>6.1231900000000001</c:v>
                </c:pt>
                <c:pt idx="21688">
                  <c:v>6.1234900000000003</c:v>
                </c:pt>
                <c:pt idx="21689">
                  <c:v>6.1238000000000001</c:v>
                </c:pt>
                <c:pt idx="21690">
                  <c:v>6.1241000000000003</c:v>
                </c:pt>
                <c:pt idx="21691">
                  <c:v>6.1244100000000001</c:v>
                </c:pt>
                <c:pt idx="21692">
                  <c:v>6.1247100000000003</c:v>
                </c:pt>
                <c:pt idx="21693">
                  <c:v>6.1250200000000001</c:v>
                </c:pt>
                <c:pt idx="21694">
                  <c:v>6.1253299999999999</c:v>
                </c:pt>
                <c:pt idx="21695">
                  <c:v>6.1256300000000001</c:v>
                </c:pt>
                <c:pt idx="21696">
                  <c:v>6.1259399999999999</c:v>
                </c:pt>
                <c:pt idx="21697">
                  <c:v>6.1262400000000001</c:v>
                </c:pt>
                <c:pt idx="21698">
                  <c:v>6.1265499999999999</c:v>
                </c:pt>
                <c:pt idx="21699">
                  <c:v>6.1268500000000001</c:v>
                </c:pt>
                <c:pt idx="21700">
                  <c:v>6.1271599999999999</c:v>
                </c:pt>
                <c:pt idx="21701">
                  <c:v>6.1274600000000001</c:v>
                </c:pt>
                <c:pt idx="21702">
                  <c:v>6.1277699999999999</c:v>
                </c:pt>
                <c:pt idx="21703">
                  <c:v>6.1280700000000001</c:v>
                </c:pt>
                <c:pt idx="21704">
                  <c:v>6.1283799999999999</c:v>
                </c:pt>
                <c:pt idx="21705">
                  <c:v>6.1286800000000001</c:v>
                </c:pt>
                <c:pt idx="21706">
                  <c:v>6.1289899999999999</c:v>
                </c:pt>
                <c:pt idx="21707">
                  <c:v>6.1292999999999997</c:v>
                </c:pt>
                <c:pt idx="21708">
                  <c:v>6.1295999999999999</c:v>
                </c:pt>
                <c:pt idx="21709">
                  <c:v>6.1299099999999997</c:v>
                </c:pt>
                <c:pt idx="21710">
                  <c:v>6.1302099999999999</c:v>
                </c:pt>
                <c:pt idx="21711">
                  <c:v>6.1305199999999997</c:v>
                </c:pt>
                <c:pt idx="21712">
                  <c:v>6.1308199999999999</c:v>
                </c:pt>
                <c:pt idx="21713">
                  <c:v>6.1311299999999997</c:v>
                </c:pt>
                <c:pt idx="21714">
                  <c:v>6.1314299999999999</c:v>
                </c:pt>
                <c:pt idx="21715">
                  <c:v>6.1317399999999997</c:v>
                </c:pt>
                <c:pt idx="21716">
                  <c:v>6.1320399999999999</c:v>
                </c:pt>
                <c:pt idx="21717">
                  <c:v>6.1323499999999997</c:v>
                </c:pt>
                <c:pt idx="21718">
                  <c:v>6.1326599999999996</c:v>
                </c:pt>
                <c:pt idx="21719">
                  <c:v>6.1329599999999997</c:v>
                </c:pt>
                <c:pt idx="21720">
                  <c:v>6.1332700000000004</c:v>
                </c:pt>
                <c:pt idx="21721">
                  <c:v>6.1335699999999997</c:v>
                </c:pt>
                <c:pt idx="21722">
                  <c:v>6.1338800000000004</c:v>
                </c:pt>
                <c:pt idx="21723">
                  <c:v>6.1341799999999997</c:v>
                </c:pt>
                <c:pt idx="21724">
                  <c:v>6.1344900000000004</c:v>
                </c:pt>
                <c:pt idx="21725">
                  <c:v>6.1347899999999997</c:v>
                </c:pt>
                <c:pt idx="21726">
                  <c:v>6.1351000000000004</c:v>
                </c:pt>
                <c:pt idx="21727">
                  <c:v>6.1353999999999997</c:v>
                </c:pt>
                <c:pt idx="21728">
                  <c:v>6.1357100000000004</c:v>
                </c:pt>
                <c:pt idx="21729">
                  <c:v>6.1360099999999997</c:v>
                </c:pt>
                <c:pt idx="21730">
                  <c:v>6.1363200000000004</c:v>
                </c:pt>
                <c:pt idx="21731">
                  <c:v>6.1366300000000003</c:v>
                </c:pt>
                <c:pt idx="21732">
                  <c:v>6.1369300000000004</c:v>
                </c:pt>
                <c:pt idx="21733">
                  <c:v>6.1372400000000003</c:v>
                </c:pt>
                <c:pt idx="21734">
                  <c:v>6.1375400000000004</c:v>
                </c:pt>
                <c:pt idx="21735">
                  <c:v>6.1378500000000003</c:v>
                </c:pt>
                <c:pt idx="21736">
                  <c:v>6.1381500000000004</c:v>
                </c:pt>
                <c:pt idx="21737">
                  <c:v>6.1384600000000002</c:v>
                </c:pt>
                <c:pt idx="21738">
                  <c:v>6.1387600000000004</c:v>
                </c:pt>
                <c:pt idx="21739">
                  <c:v>6.1390700000000002</c:v>
                </c:pt>
                <c:pt idx="21740">
                  <c:v>6.1393700000000004</c:v>
                </c:pt>
                <c:pt idx="21741">
                  <c:v>6.1396800000000002</c:v>
                </c:pt>
                <c:pt idx="21742">
                  <c:v>6.1399800000000004</c:v>
                </c:pt>
                <c:pt idx="21743">
                  <c:v>6.1402900000000002</c:v>
                </c:pt>
                <c:pt idx="21744">
                  <c:v>6.1406000000000001</c:v>
                </c:pt>
                <c:pt idx="21745">
                  <c:v>6.1409000000000002</c:v>
                </c:pt>
                <c:pt idx="21746">
                  <c:v>6.1412100000000001</c:v>
                </c:pt>
                <c:pt idx="21747">
                  <c:v>6.1415100000000002</c:v>
                </c:pt>
                <c:pt idx="21748">
                  <c:v>6.1418200000000001</c:v>
                </c:pt>
                <c:pt idx="21749">
                  <c:v>6.1421200000000002</c:v>
                </c:pt>
                <c:pt idx="21750">
                  <c:v>6.1424300000000001</c:v>
                </c:pt>
                <c:pt idx="21751">
                  <c:v>6.1427300000000002</c:v>
                </c:pt>
                <c:pt idx="21752">
                  <c:v>6.1430400000000001</c:v>
                </c:pt>
                <c:pt idx="21753">
                  <c:v>6.1433400000000002</c:v>
                </c:pt>
                <c:pt idx="21754">
                  <c:v>6.1436500000000001</c:v>
                </c:pt>
                <c:pt idx="21755">
                  <c:v>6.1439500000000002</c:v>
                </c:pt>
                <c:pt idx="21756">
                  <c:v>6.1442600000000001</c:v>
                </c:pt>
                <c:pt idx="21757">
                  <c:v>6.1445699999999999</c:v>
                </c:pt>
                <c:pt idx="21758">
                  <c:v>6.1448700000000001</c:v>
                </c:pt>
                <c:pt idx="21759">
                  <c:v>6.1451799999999999</c:v>
                </c:pt>
                <c:pt idx="21760">
                  <c:v>6.1454800000000001</c:v>
                </c:pt>
                <c:pt idx="21761">
                  <c:v>6.1457899999999999</c:v>
                </c:pt>
                <c:pt idx="21762">
                  <c:v>6.1460900000000001</c:v>
                </c:pt>
                <c:pt idx="21763">
                  <c:v>6.1463999999999999</c:v>
                </c:pt>
                <c:pt idx="21764">
                  <c:v>6.1467000000000001</c:v>
                </c:pt>
                <c:pt idx="21765">
                  <c:v>6.1470099999999999</c:v>
                </c:pt>
                <c:pt idx="21766">
                  <c:v>6.1473100000000001</c:v>
                </c:pt>
                <c:pt idx="21767">
                  <c:v>6.1476199999999999</c:v>
                </c:pt>
                <c:pt idx="21768">
                  <c:v>6.1479200000000001</c:v>
                </c:pt>
                <c:pt idx="21769">
                  <c:v>6.1482299999999999</c:v>
                </c:pt>
                <c:pt idx="21770">
                  <c:v>6.1485399999999997</c:v>
                </c:pt>
                <c:pt idx="21771">
                  <c:v>6.1488399999999999</c:v>
                </c:pt>
                <c:pt idx="21772">
                  <c:v>6.1491499999999997</c:v>
                </c:pt>
                <c:pt idx="21773">
                  <c:v>6.1494499999999999</c:v>
                </c:pt>
                <c:pt idx="21774">
                  <c:v>6.1497599999999997</c:v>
                </c:pt>
                <c:pt idx="21775">
                  <c:v>6.1500599999999999</c:v>
                </c:pt>
                <c:pt idx="21776">
                  <c:v>6.1503699999999997</c:v>
                </c:pt>
                <c:pt idx="21777">
                  <c:v>6.1506699999999999</c:v>
                </c:pt>
                <c:pt idx="21778">
                  <c:v>6.1509799999999997</c:v>
                </c:pt>
                <c:pt idx="21779">
                  <c:v>6.1512799999999999</c:v>
                </c:pt>
                <c:pt idx="21780">
                  <c:v>6.1515899999999997</c:v>
                </c:pt>
                <c:pt idx="21781">
                  <c:v>6.1519000000000004</c:v>
                </c:pt>
                <c:pt idx="21782">
                  <c:v>6.1521999999999997</c:v>
                </c:pt>
                <c:pt idx="21783">
                  <c:v>6.1525100000000004</c:v>
                </c:pt>
                <c:pt idx="21784">
                  <c:v>6.1528099999999997</c:v>
                </c:pt>
                <c:pt idx="21785">
                  <c:v>6.1531200000000004</c:v>
                </c:pt>
                <c:pt idx="21786">
                  <c:v>6.1534199999999997</c:v>
                </c:pt>
                <c:pt idx="21787">
                  <c:v>6.1537300000000004</c:v>
                </c:pt>
                <c:pt idx="21788">
                  <c:v>6.1540299999999997</c:v>
                </c:pt>
                <c:pt idx="21789">
                  <c:v>6.1543400000000004</c:v>
                </c:pt>
                <c:pt idx="21790">
                  <c:v>6.1546399999999997</c:v>
                </c:pt>
                <c:pt idx="21791">
                  <c:v>6.1549500000000004</c:v>
                </c:pt>
                <c:pt idx="21792">
                  <c:v>6.1552499999999997</c:v>
                </c:pt>
                <c:pt idx="21793">
                  <c:v>6.1555600000000004</c:v>
                </c:pt>
                <c:pt idx="21794">
                  <c:v>6.1558700000000002</c:v>
                </c:pt>
                <c:pt idx="21795">
                  <c:v>6.1561700000000004</c:v>
                </c:pt>
                <c:pt idx="21796">
                  <c:v>6.1564800000000002</c:v>
                </c:pt>
                <c:pt idx="21797">
                  <c:v>6.1567800000000004</c:v>
                </c:pt>
                <c:pt idx="21798">
                  <c:v>6.1570900000000002</c:v>
                </c:pt>
                <c:pt idx="21799">
                  <c:v>6.1573900000000004</c:v>
                </c:pt>
                <c:pt idx="21800">
                  <c:v>6.1577000000000002</c:v>
                </c:pt>
                <c:pt idx="21801">
                  <c:v>6.1580000000000004</c:v>
                </c:pt>
                <c:pt idx="21802">
                  <c:v>6.1583100000000002</c:v>
                </c:pt>
                <c:pt idx="21803">
                  <c:v>6.1586100000000004</c:v>
                </c:pt>
                <c:pt idx="21804">
                  <c:v>6.1589200000000002</c:v>
                </c:pt>
                <c:pt idx="21805">
                  <c:v>6.1592200000000004</c:v>
                </c:pt>
                <c:pt idx="21806">
                  <c:v>6.1595300000000002</c:v>
                </c:pt>
                <c:pt idx="21807">
                  <c:v>6.15984</c:v>
                </c:pt>
                <c:pt idx="21808">
                  <c:v>6.1601400000000002</c:v>
                </c:pt>
                <c:pt idx="21809">
                  <c:v>6.16045</c:v>
                </c:pt>
                <c:pt idx="21810">
                  <c:v>6.1607500000000002</c:v>
                </c:pt>
                <c:pt idx="21811">
                  <c:v>6.16106</c:v>
                </c:pt>
                <c:pt idx="21812">
                  <c:v>6.1613600000000002</c:v>
                </c:pt>
                <c:pt idx="21813">
                  <c:v>6.16167</c:v>
                </c:pt>
                <c:pt idx="21814">
                  <c:v>6.1619700000000002</c:v>
                </c:pt>
                <c:pt idx="21815">
                  <c:v>6.16228</c:v>
                </c:pt>
                <c:pt idx="21816">
                  <c:v>6.1625800000000002</c:v>
                </c:pt>
                <c:pt idx="21817">
                  <c:v>6.16289</c:v>
                </c:pt>
                <c:pt idx="21818">
                  <c:v>6.1631900000000002</c:v>
                </c:pt>
                <c:pt idx="21819">
                  <c:v>6.1635</c:v>
                </c:pt>
                <c:pt idx="21820">
                  <c:v>6.1638099999999998</c:v>
                </c:pt>
                <c:pt idx="21821">
                  <c:v>6.16411</c:v>
                </c:pt>
                <c:pt idx="21822">
                  <c:v>6.1644199999999998</c:v>
                </c:pt>
                <c:pt idx="21823">
                  <c:v>6.16472</c:v>
                </c:pt>
                <c:pt idx="21824">
                  <c:v>6.1650299999999998</c:v>
                </c:pt>
                <c:pt idx="21825">
                  <c:v>6.16533</c:v>
                </c:pt>
                <c:pt idx="21826">
                  <c:v>6.1656399999999998</c:v>
                </c:pt>
                <c:pt idx="21827">
                  <c:v>6.16594</c:v>
                </c:pt>
                <c:pt idx="21828">
                  <c:v>6.1662499999999998</c:v>
                </c:pt>
                <c:pt idx="21829">
                  <c:v>6.16655</c:v>
                </c:pt>
                <c:pt idx="21830">
                  <c:v>6.1668599999999998</c:v>
                </c:pt>
                <c:pt idx="21831">
                  <c:v>6.16716</c:v>
                </c:pt>
                <c:pt idx="21832">
                  <c:v>6.1674699999999998</c:v>
                </c:pt>
                <c:pt idx="21833">
                  <c:v>6.1677799999999996</c:v>
                </c:pt>
                <c:pt idx="21834">
                  <c:v>6.1680799999999998</c:v>
                </c:pt>
                <c:pt idx="21835">
                  <c:v>6.1683899999999996</c:v>
                </c:pt>
                <c:pt idx="21836">
                  <c:v>6.1686899999999998</c:v>
                </c:pt>
                <c:pt idx="21837">
                  <c:v>6.1689999999999996</c:v>
                </c:pt>
                <c:pt idx="21838">
                  <c:v>6.1692999999999998</c:v>
                </c:pt>
                <c:pt idx="21839">
                  <c:v>6.1696099999999996</c:v>
                </c:pt>
                <c:pt idx="21840">
                  <c:v>6.1699099999999998</c:v>
                </c:pt>
                <c:pt idx="21841">
                  <c:v>6.1702199999999996</c:v>
                </c:pt>
                <c:pt idx="21842">
                  <c:v>6.1705199999999998</c:v>
                </c:pt>
                <c:pt idx="21843">
                  <c:v>6.1708299999999996</c:v>
                </c:pt>
                <c:pt idx="21844">
                  <c:v>6.1711400000000003</c:v>
                </c:pt>
                <c:pt idx="21845">
                  <c:v>6.1714399999999996</c:v>
                </c:pt>
                <c:pt idx="21846">
                  <c:v>6.1717500000000003</c:v>
                </c:pt>
                <c:pt idx="21847">
                  <c:v>6.1720499999999996</c:v>
                </c:pt>
                <c:pt idx="21848">
                  <c:v>6.1723600000000003</c:v>
                </c:pt>
                <c:pt idx="21849">
                  <c:v>6.1726599999999996</c:v>
                </c:pt>
                <c:pt idx="21850">
                  <c:v>6.1729700000000003</c:v>
                </c:pt>
                <c:pt idx="21851">
                  <c:v>6.1732699999999996</c:v>
                </c:pt>
                <c:pt idx="21852">
                  <c:v>6.1735800000000003</c:v>
                </c:pt>
                <c:pt idx="21853">
                  <c:v>6.1738799999999996</c:v>
                </c:pt>
                <c:pt idx="21854">
                  <c:v>6.1741900000000003</c:v>
                </c:pt>
                <c:pt idx="21855">
                  <c:v>6.1744899999999996</c:v>
                </c:pt>
                <c:pt idx="21856">
                  <c:v>6.1748000000000003</c:v>
                </c:pt>
                <c:pt idx="21857">
                  <c:v>6.1751100000000001</c:v>
                </c:pt>
                <c:pt idx="21858">
                  <c:v>6.1754100000000003</c:v>
                </c:pt>
                <c:pt idx="21859">
                  <c:v>6.1757200000000001</c:v>
                </c:pt>
                <c:pt idx="21860">
                  <c:v>6.1760200000000003</c:v>
                </c:pt>
                <c:pt idx="21861">
                  <c:v>6.1763300000000001</c:v>
                </c:pt>
                <c:pt idx="21862">
                  <c:v>6.1766300000000003</c:v>
                </c:pt>
                <c:pt idx="21863">
                  <c:v>6.1769400000000001</c:v>
                </c:pt>
                <c:pt idx="21864">
                  <c:v>6.1772400000000003</c:v>
                </c:pt>
                <c:pt idx="21865">
                  <c:v>6.1775500000000001</c:v>
                </c:pt>
                <c:pt idx="21866">
                  <c:v>6.1778500000000003</c:v>
                </c:pt>
                <c:pt idx="21867">
                  <c:v>6.1781600000000001</c:v>
                </c:pt>
                <c:pt idx="21868">
                  <c:v>6.1784600000000003</c:v>
                </c:pt>
                <c:pt idx="21869">
                  <c:v>6.1787700000000001</c:v>
                </c:pt>
                <c:pt idx="21870">
                  <c:v>6.1790799999999999</c:v>
                </c:pt>
                <c:pt idx="21871">
                  <c:v>6.1793800000000001</c:v>
                </c:pt>
                <c:pt idx="21872">
                  <c:v>6.1796899999999999</c:v>
                </c:pt>
                <c:pt idx="21873">
                  <c:v>6.1799900000000001</c:v>
                </c:pt>
                <c:pt idx="21874">
                  <c:v>6.1802999999999999</c:v>
                </c:pt>
                <c:pt idx="21875">
                  <c:v>6.1806000000000001</c:v>
                </c:pt>
                <c:pt idx="21876">
                  <c:v>6.1809099999999999</c:v>
                </c:pt>
                <c:pt idx="21877">
                  <c:v>6.1812100000000001</c:v>
                </c:pt>
                <c:pt idx="21878">
                  <c:v>6.1815199999999999</c:v>
                </c:pt>
                <c:pt idx="21879">
                  <c:v>6.1818200000000001</c:v>
                </c:pt>
                <c:pt idx="21880">
                  <c:v>6.1821299999999999</c:v>
                </c:pt>
                <c:pt idx="21881">
                  <c:v>6.1824300000000001</c:v>
                </c:pt>
                <c:pt idx="21882">
                  <c:v>6.1827399999999999</c:v>
                </c:pt>
                <c:pt idx="21883">
                  <c:v>6.1830499999999997</c:v>
                </c:pt>
                <c:pt idx="21884">
                  <c:v>6.1833499999999999</c:v>
                </c:pt>
                <c:pt idx="21885">
                  <c:v>6.1836599999999997</c:v>
                </c:pt>
                <c:pt idx="21886">
                  <c:v>6.1839599999999999</c:v>
                </c:pt>
                <c:pt idx="21887">
                  <c:v>6.1842699999999997</c:v>
                </c:pt>
                <c:pt idx="21888">
                  <c:v>6.1845699999999999</c:v>
                </c:pt>
                <c:pt idx="21889">
                  <c:v>6.1848799999999997</c:v>
                </c:pt>
                <c:pt idx="21890">
                  <c:v>6.1851799999999999</c:v>
                </c:pt>
                <c:pt idx="21891">
                  <c:v>6.1854899999999997</c:v>
                </c:pt>
                <c:pt idx="21892">
                  <c:v>6.1857899999999999</c:v>
                </c:pt>
                <c:pt idx="21893">
                  <c:v>6.1860999999999997</c:v>
                </c:pt>
                <c:pt idx="21894">
                  <c:v>6.1864100000000004</c:v>
                </c:pt>
                <c:pt idx="21895">
                  <c:v>6.1867099999999997</c:v>
                </c:pt>
                <c:pt idx="21896">
                  <c:v>6.1870200000000004</c:v>
                </c:pt>
                <c:pt idx="21897">
                  <c:v>6.1873199999999997</c:v>
                </c:pt>
                <c:pt idx="21898">
                  <c:v>6.1876300000000004</c:v>
                </c:pt>
                <c:pt idx="21899">
                  <c:v>6.1879299999999997</c:v>
                </c:pt>
                <c:pt idx="21900">
                  <c:v>6.1882400000000004</c:v>
                </c:pt>
                <c:pt idx="21901">
                  <c:v>6.1885399999999997</c:v>
                </c:pt>
                <c:pt idx="21902">
                  <c:v>6.1888500000000004</c:v>
                </c:pt>
                <c:pt idx="21903">
                  <c:v>6.1891499999999997</c:v>
                </c:pt>
                <c:pt idx="21904">
                  <c:v>6.1894600000000004</c:v>
                </c:pt>
                <c:pt idx="21905">
                  <c:v>6.1897599999999997</c:v>
                </c:pt>
                <c:pt idx="21906">
                  <c:v>6.1900700000000004</c:v>
                </c:pt>
                <c:pt idx="21907">
                  <c:v>6.1903800000000002</c:v>
                </c:pt>
                <c:pt idx="21908">
                  <c:v>6.1906800000000004</c:v>
                </c:pt>
                <c:pt idx="21909">
                  <c:v>6.1909900000000002</c:v>
                </c:pt>
                <c:pt idx="21910">
                  <c:v>6.1912900000000004</c:v>
                </c:pt>
                <c:pt idx="21911">
                  <c:v>6.1916000000000002</c:v>
                </c:pt>
                <c:pt idx="21912">
                  <c:v>6.1919000000000004</c:v>
                </c:pt>
                <c:pt idx="21913">
                  <c:v>6.1922100000000002</c:v>
                </c:pt>
                <c:pt idx="21914">
                  <c:v>6.1925100000000004</c:v>
                </c:pt>
                <c:pt idx="21915">
                  <c:v>6.1928200000000002</c:v>
                </c:pt>
                <c:pt idx="21916">
                  <c:v>6.1931200000000004</c:v>
                </c:pt>
                <c:pt idx="21917">
                  <c:v>6.1934300000000002</c:v>
                </c:pt>
                <c:pt idx="21918">
                  <c:v>6.1937300000000004</c:v>
                </c:pt>
                <c:pt idx="21919">
                  <c:v>6.1940400000000002</c:v>
                </c:pt>
                <c:pt idx="21920">
                  <c:v>6.19435</c:v>
                </c:pt>
                <c:pt idx="21921">
                  <c:v>6.1946500000000002</c:v>
                </c:pt>
                <c:pt idx="21922">
                  <c:v>6.19496</c:v>
                </c:pt>
                <c:pt idx="21923">
                  <c:v>6.1952600000000002</c:v>
                </c:pt>
                <c:pt idx="21924">
                  <c:v>6.19557</c:v>
                </c:pt>
                <c:pt idx="21925">
                  <c:v>6.1958700000000002</c:v>
                </c:pt>
                <c:pt idx="21926">
                  <c:v>6.19618</c:v>
                </c:pt>
                <c:pt idx="21927">
                  <c:v>6.1964800000000002</c:v>
                </c:pt>
                <c:pt idx="21928">
                  <c:v>6.19679</c:v>
                </c:pt>
                <c:pt idx="21929">
                  <c:v>6.1970900000000002</c:v>
                </c:pt>
                <c:pt idx="21930">
                  <c:v>6.1974</c:v>
                </c:pt>
                <c:pt idx="21931">
                  <c:v>6.1977000000000002</c:v>
                </c:pt>
                <c:pt idx="21932">
                  <c:v>6.19801</c:v>
                </c:pt>
                <c:pt idx="21933">
                  <c:v>6.1983199999999998</c:v>
                </c:pt>
                <c:pt idx="21934">
                  <c:v>6.19862</c:v>
                </c:pt>
                <c:pt idx="21935">
                  <c:v>6.1989299999999998</c:v>
                </c:pt>
                <c:pt idx="21936">
                  <c:v>6.19923</c:v>
                </c:pt>
                <c:pt idx="21937">
                  <c:v>6.1995399999999998</c:v>
                </c:pt>
                <c:pt idx="21938">
                  <c:v>6.19984</c:v>
                </c:pt>
                <c:pt idx="21939">
                  <c:v>6.2001499999999998</c:v>
                </c:pt>
                <c:pt idx="21940">
                  <c:v>6.20045</c:v>
                </c:pt>
                <c:pt idx="21941">
                  <c:v>6.2007599999999998</c:v>
                </c:pt>
                <c:pt idx="21942">
                  <c:v>6.20106</c:v>
                </c:pt>
                <c:pt idx="21943">
                  <c:v>6.2013699999999998</c:v>
                </c:pt>
                <c:pt idx="21944">
                  <c:v>6.20167</c:v>
                </c:pt>
                <c:pt idx="21945">
                  <c:v>6.2019799999999998</c:v>
                </c:pt>
                <c:pt idx="21946">
                  <c:v>6.2022899999999996</c:v>
                </c:pt>
                <c:pt idx="21947">
                  <c:v>6.2025899999999998</c:v>
                </c:pt>
                <c:pt idx="21948">
                  <c:v>6.2028999999999996</c:v>
                </c:pt>
                <c:pt idx="21949">
                  <c:v>6.2031999999999998</c:v>
                </c:pt>
                <c:pt idx="21950">
                  <c:v>6.2035099999999996</c:v>
                </c:pt>
                <c:pt idx="21951">
                  <c:v>6.2038099999999998</c:v>
                </c:pt>
                <c:pt idx="21952">
                  <c:v>6.2041199999999996</c:v>
                </c:pt>
                <c:pt idx="21953">
                  <c:v>6.2044199999999998</c:v>
                </c:pt>
                <c:pt idx="21954">
                  <c:v>6.2047299999999996</c:v>
                </c:pt>
                <c:pt idx="21955">
                  <c:v>6.2050299999999998</c:v>
                </c:pt>
                <c:pt idx="21956">
                  <c:v>6.2053399999999996</c:v>
                </c:pt>
                <c:pt idx="21957">
                  <c:v>6.2056500000000003</c:v>
                </c:pt>
                <c:pt idx="21958">
                  <c:v>6.2059499999999996</c:v>
                </c:pt>
                <c:pt idx="21959">
                  <c:v>6.2062600000000003</c:v>
                </c:pt>
                <c:pt idx="21960">
                  <c:v>6.2065599999999996</c:v>
                </c:pt>
                <c:pt idx="21961">
                  <c:v>6.2068700000000003</c:v>
                </c:pt>
                <c:pt idx="21962">
                  <c:v>6.2071699999999996</c:v>
                </c:pt>
                <c:pt idx="21963">
                  <c:v>6.2074800000000003</c:v>
                </c:pt>
                <c:pt idx="21964">
                  <c:v>6.2077799999999996</c:v>
                </c:pt>
                <c:pt idx="21965">
                  <c:v>6.2080900000000003</c:v>
                </c:pt>
                <c:pt idx="21966">
                  <c:v>6.2083899999999996</c:v>
                </c:pt>
                <c:pt idx="21967">
                  <c:v>6.2087000000000003</c:v>
                </c:pt>
                <c:pt idx="21968">
                  <c:v>6.2089999999999996</c:v>
                </c:pt>
                <c:pt idx="21969">
                  <c:v>6.2093100000000003</c:v>
                </c:pt>
                <c:pt idx="21970">
                  <c:v>6.2096200000000001</c:v>
                </c:pt>
                <c:pt idx="21971">
                  <c:v>6.2099200000000003</c:v>
                </c:pt>
                <c:pt idx="21972">
                  <c:v>6.2102300000000001</c:v>
                </c:pt>
                <c:pt idx="21973">
                  <c:v>6.2105300000000003</c:v>
                </c:pt>
                <c:pt idx="21974">
                  <c:v>6.2108400000000001</c:v>
                </c:pt>
                <c:pt idx="21975">
                  <c:v>6.2111400000000003</c:v>
                </c:pt>
                <c:pt idx="21976">
                  <c:v>6.2114500000000001</c:v>
                </c:pt>
                <c:pt idx="21977">
                  <c:v>6.2117500000000003</c:v>
                </c:pt>
                <c:pt idx="21978">
                  <c:v>6.2120600000000001</c:v>
                </c:pt>
                <c:pt idx="21979">
                  <c:v>6.2123600000000003</c:v>
                </c:pt>
                <c:pt idx="21980">
                  <c:v>6.2126700000000001</c:v>
                </c:pt>
                <c:pt idx="21981">
                  <c:v>6.2129700000000003</c:v>
                </c:pt>
                <c:pt idx="21982">
                  <c:v>6.2132800000000001</c:v>
                </c:pt>
                <c:pt idx="21983">
                  <c:v>6.2135899999999999</c:v>
                </c:pt>
                <c:pt idx="21984">
                  <c:v>6.2138900000000001</c:v>
                </c:pt>
                <c:pt idx="21985">
                  <c:v>6.2141999999999999</c:v>
                </c:pt>
                <c:pt idx="21986">
                  <c:v>6.2145000000000001</c:v>
                </c:pt>
                <c:pt idx="21987">
                  <c:v>6.2148099999999999</c:v>
                </c:pt>
                <c:pt idx="21988">
                  <c:v>6.2151100000000001</c:v>
                </c:pt>
                <c:pt idx="21989">
                  <c:v>6.2154199999999999</c:v>
                </c:pt>
                <c:pt idx="21990">
                  <c:v>6.2157200000000001</c:v>
                </c:pt>
                <c:pt idx="21991">
                  <c:v>6.2160299999999999</c:v>
                </c:pt>
                <c:pt idx="21992">
                  <c:v>6.2163300000000001</c:v>
                </c:pt>
                <c:pt idx="21993">
                  <c:v>6.2166399999999999</c:v>
                </c:pt>
                <c:pt idx="21994">
                  <c:v>6.2169400000000001</c:v>
                </c:pt>
                <c:pt idx="21995">
                  <c:v>6.2172499999999999</c:v>
                </c:pt>
                <c:pt idx="21996">
                  <c:v>6.2175599999999998</c:v>
                </c:pt>
                <c:pt idx="21997">
                  <c:v>6.2178599999999999</c:v>
                </c:pt>
                <c:pt idx="21998">
                  <c:v>6.2181699999999998</c:v>
                </c:pt>
                <c:pt idx="21999">
                  <c:v>6.2184699999999999</c:v>
                </c:pt>
                <c:pt idx="22000">
                  <c:v>6.2187799999999998</c:v>
                </c:pt>
                <c:pt idx="22001">
                  <c:v>6.2190799999999999</c:v>
                </c:pt>
                <c:pt idx="22002">
                  <c:v>6.2193899999999998</c:v>
                </c:pt>
                <c:pt idx="22003">
                  <c:v>6.2196899999999999</c:v>
                </c:pt>
                <c:pt idx="22004">
                  <c:v>6.22</c:v>
                </c:pt>
                <c:pt idx="22005">
                  <c:v>6.2202999999999999</c:v>
                </c:pt>
                <c:pt idx="22006">
                  <c:v>6.2206099999999998</c:v>
                </c:pt>
                <c:pt idx="22007">
                  <c:v>6.2209099999999999</c:v>
                </c:pt>
                <c:pt idx="22008">
                  <c:v>6.2212199999999998</c:v>
                </c:pt>
                <c:pt idx="22009">
                  <c:v>6.2215299999999996</c:v>
                </c:pt>
                <c:pt idx="22010">
                  <c:v>6.2218299999999997</c:v>
                </c:pt>
                <c:pt idx="22011">
                  <c:v>6.2221399999999996</c:v>
                </c:pt>
                <c:pt idx="22012">
                  <c:v>6.2224399999999997</c:v>
                </c:pt>
                <c:pt idx="22013">
                  <c:v>6.2227499999999996</c:v>
                </c:pt>
                <c:pt idx="22014">
                  <c:v>6.2230499999999997</c:v>
                </c:pt>
                <c:pt idx="22015">
                  <c:v>6.2233599999999996</c:v>
                </c:pt>
                <c:pt idx="22016">
                  <c:v>6.2236599999999997</c:v>
                </c:pt>
                <c:pt idx="22017">
                  <c:v>6.2239699999999996</c:v>
                </c:pt>
                <c:pt idx="22018">
                  <c:v>6.2242699999999997</c:v>
                </c:pt>
                <c:pt idx="22019">
                  <c:v>6.2245799999999996</c:v>
                </c:pt>
                <c:pt idx="22020">
                  <c:v>6.2248900000000003</c:v>
                </c:pt>
                <c:pt idx="22021">
                  <c:v>6.2251899999999996</c:v>
                </c:pt>
                <c:pt idx="22022">
                  <c:v>6.2255000000000003</c:v>
                </c:pt>
                <c:pt idx="22023">
                  <c:v>6.2257999999999996</c:v>
                </c:pt>
                <c:pt idx="22024">
                  <c:v>6.2261100000000003</c:v>
                </c:pt>
                <c:pt idx="22025">
                  <c:v>6.2264099999999996</c:v>
                </c:pt>
                <c:pt idx="22026">
                  <c:v>6.2267200000000003</c:v>
                </c:pt>
                <c:pt idx="22027">
                  <c:v>6.2270200000000004</c:v>
                </c:pt>
                <c:pt idx="22028">
                  <c:v>6.2273300000000003</c:v>
                </c:pt>
                <c:pt idx="22029">
                  <c:v>6.2276300000000004</c:v>
                </c:pt>
                <c:pt idx="22030">
                  <c:v>6.2279400000000003</c:v>
                </c:pt>
                <c:pt idx="22031">
                  <c:v>6.2282400000000004</c:v>
                </c:pt>
                <c:pt idx="22032">
                  <c:v>6.2285500000000003</c:v>
                </c:pt>
                <c:pt idx="22033">
                  <c:v>6.2288600000000001</c:v>
                </c:pt>
                <c:pt idx="22034">
                  <c:v>6.2291600000000003</c:v>
                </c:pt>
                <c:pt idx="22035">
                  <c:v>6.2294700000000001</c:v>
                </c:pt>
                <c:pt idx="22036">
                  <c:v>6.2297700000000003</c:v>
                </c:pt>
                <c:pt idx="22037">
                  <c:v>6.2300800000000001</c:v>
                </c:pt>
                <c:pt idx="22038">
                  <c:v>6.2303800000000003</c:v>
                </c:pt>
                <c:pt idx="22039">
                  <c:v>6.2306900000000001</c:v>
                </c:pt>
                <c:pt idx="22040">
                  <c:v>6.2309900000000003</c:v>
                </c:pt>
                <c:pt idx="22041">
                  <c:v>6.2313000000000001</c:v>
                </c:pt>
                <c:pt idx="22042">
                  <c:v>6.2316000000000003</c:v>
                </c:pt>
                <c:pt idx="22043">
                  <c:v>6.2319100000000001</c:v>
                </c:pt>
                <c:pt idx="22044">
                  <c:v>6.2322100000000002</c:v>
                </c:pt>
                <c:pt idx="22045">
                  <c:v>6.2325200000000001</c:v>
                </c:pt>
                <c:pt idx="22046">
                  <c:v>6.2328299999999999</c:v>
                </c:pt>
                <c:pt idx="22047">
                  <c:v>6.2331300000000001</c:v>
                </c:pt>
                <c:pt idx="22048">
                  <c:v>6.2334399999999999</c:v>
                </c:pt>
                <c:pt idx="22049">
                  <c:v>6.2337400000000001</c:v>
                </c:pt>
                <c:pt idx="22050">
                  <c:v>6.2340499999999999</c:v>
                </c:pt>
                <c:pt idx="22051">
                  <c:v>6.2343500000000001</c:v>
                </c:pt>
                <c:pt idx="22052">
                  <c:v>6.2346599999999999</c:v>
                </c:pt>
                <c:pt idx="22053">
                  <c:v>6.2349600000000001</c:v>
                </c:pt>
                <c:pt idx="22054">
                  <c:v>6.2352699999999999</c:v>
                </c:pt>
                <c:pt idx="22055">
                  <c:v>6.2355700000000001</c:v>
                </c:pt>
                <c:pt idx="22056">
                  <c:v>6.2358799999999999</c:v>
                </c:pt>
                <c:pt idx="22057">
                  <c:v>6.2361800000000001</c:v>
                </c:pt>
                <c:pt idx="22058">
                  <c:v>6.2364899999999999</c:v>
                </c:pt>
                <c:pt idx="22059">
                  <c:v>6.2367999999999997</c:v>
                </c:pt>
                <c:pt idx="22060">
                  <c:v>6.2370999999999999</c:v>
                </c:pt>
                <c:pt idx="22061">
                  <c:v>6.2374099999999997</c:v>
                </c:pt>
                <c:pt idx="22062">
                  <c:v>6.2377099999999999</c:v>
                </c:pt>
                <c:pt idx="22063">
                  <c:v>6.2380199999999997</c:v>
                </c:pt>
                <c:pt idx="22064">
                  <c:v>6.2383199999999999</c:v>
                </c:pt>
                <c:pt idx="22065">
                  <c:v>6.2386299999999997</c:v>
                </c:pt>
                <c:pt idx="22066">
                  <c:v>6.2389299999999999</c:v>
                </c:pt>
                <c:pt idx="22067">
                  <c:v>6.2392399999999997</c:v>
                </c:pt>
                <c:pt idx="22068">
                  <c:v>6.2395399999999999</c:v>
                </c:pt>
                <c:pt idx="22069">
                  <c:v>6.2398499999999997</c:v>
                </c:pt>
                <c:pt idx="22070">
                  <c:v>6.2401600000000004</c:v>
                </c:pt>
                <c:pt idx="22071">
                  <c:v>6.2404599999999997</c:v>
                </c:pt>
                <c:pt idx="22072">
                  <c:v>6.2407700000000004</c:v>
                </c:pt>
                <c:pt idx="22073">
                  <c:v>6.2410699999999997</c:v>
                </c:pt>
                <c:pt idx="22074">
                  <c:v>6.2413800000000004</c:v>
                </c:pt>
                <c:pt idx="22075">
                  <c:v>6.2416799999999997</c:v>
                </c:pt>
                <c:pt idx="22076">
                  <c:v>6.2419900000000004</c:v>
                </c:pt>
                <c:pt idx="22077">
                  <c:v>6.2422899999999997</c:v>
                </c:pt>
                <c:pt idx="22078">
                  <c:v>6.2426000000000004</c:v>
                </c:pt>
                <c:pt idx="22079">
                  <c:v>6.2428999999999997</c:v>
                </c:pt>
                <c:pt idx="22080">
                  <c:v>6.2432100000000004</c:v>
                </c:pt>
                <c:pt idx="22081">
                  <c:v>6.2435099999999997</c:v>
                </c:pt>
                <c:pt idx="22082">
                  <c:v>6.2438200000000004</c:v>
                </c:pt>
                <c:pt idx="22083">
                  <c:v>6.2441300000000002</c:v>
                </c:pt>
                <c:pt idx="22084">
                  <c:v>6.2444300000000004</c:v>
                </c:pt>
                <c:pt idx="22085">
                  <c:v>6.2447400000000002</c:v>
                </c:pt>
                <c:pt idx="22086">
                  <c:v>6.2450400000000004</c:v>
                </c:pt>
                <c:pt idx="22087">
                  <c:v>6.2453500000000002</c:v>
                </c:pt>
                <c:pt idx="22088">
                  <c:v>6.2456500000000004</c:v>
                </c:pt>
                <c:pt idx="22089">
                  <c:v>6.2459600000000002</c:v>
                </c:pt>
                <c:pt idx="22090">
                  <c:v>6.2462600000000004</c:v>
                </c:pt>
                <c:pt idx="22091">
                  <c:v>6.2465700000000002</c:v>
                </c:pt>
                <c:pt idx="22092">
                  <c:v>6.2468700000000004</c:v>
                </c:pt>
                <c:pt idx="22093">
                  <c:v>6.2471800000000002</c:v>
                </c:pt>
                <c:pt idx="22094">
                  <c:v>6.2474800000000004</c:v>
                </c:pt>
                <c:pt idx="22095">
                  <c:v>6.2477900000000002</c:v>
                </c:pt>
                <c:pt idx="22096">
                  <c:v>6.2481</c:v>
                </c:pt>
                <c:pt idx="22097">
                  <c:v>6.2484000000000002</c:v>
                </c:pt>
                <c:pt idx="22098">
                  <c:v>6.24871</c:v>
                </c:pt>
                <c:pt idx="22099">
                  <c:v>6.2490100000000002</c:v>
                </c:pt>
                <c:pt idx="22100">
                  <c:v>6.24932</c:v>
                </c:pt>
                <c:pt idx="22101">
                  <c:v>6.2496200000000002</c:v>
                </c:pt>
                <c:pt idx="22102">
                  <c:v>6.24993</c:v>
                </c:pt>
                <c:pt idx="22103">
                  <c:v>6.2502300000000002</c:v>
                </c:pt>
                <c:pt idx="22104">
                  <c:v>6.25054</c:v>
                </c:pt>
                <c:pt idx="22105">
                  <c:v>6.2508400000000002</c:v>
                </c:pt>
                <c:pt idx="22106">
                  <c:v>6.25115</c:v>
                </c:pt>
                <c:pt idx="22107">
                  <c:v>6.2514500000000002</c:v>
                </c:pt>
                <c:pt idx="22108">
                  <c:v>6.25176</c:v>
                </c:pt>
                <c:pt idx="22109">
                  <c:v>6.2520699999999998</c:v>
                </c:pt>
                <c:pt idx="22110">
                  <c:v>6.25237</c:v>
                </c:pt>
                <c:pt idx="22111">
                  <c:v>6.2526799999999998</c:v>
                </c:pt>
                <c:pt idx="22112">
                  <c:v>6.25298</c:v>
                </c:pt>
                <c:pt idx="22113">
                  <c:v>6.2532899999999998</c:v>
                </c:pt>
                <c:pt idx="22114">
                  <c:v>6.25359</c:v>
                </c:pt>
                <c:pt idx="22115">
                  <c:v>6.2538999999999998</c:v>
                </c:pt>
                <c:pt idx="22116">
                  <c:v>6.2542</c:v>
                </c:pt>
                <c:pt idx="22117">
                  <c:v>6.2545099999999998</c:v>
                </c:pt>
                <c:pt idx="22118">
                  <c:v>6.25481</c:v>
                </c:pt>
                <c:pt idx="22119">
                  <c:v>6.2551199999999998</c:v>
                </c:pt>
                <c:pt idx="22120">
                  <c:v>6.25542</c:v>
                </c:pt>
                <c:pt idx="22121">
                  <c:v>6.2557299999999998</c:v>
                </c:pt>
                <c:pt idx="22122">
                  <c:v>6.2560399999999996</c:v>
                </c:pt>
                <c:pt idx="22123">
                  <c:v>6.2563399999999998</c:v>
                </c:pt>
                <c:pt idx="22124">
                  <c:v>6.2566499999999996</c:v>
                </c:pt>
                <c:pt idx="22125">
                  <c:v>6.2569499999999998</c:v>
                </c:pt>
                <c:pt idx="22126">
                  <c:v>6.2572599999999996</c:v>
                </c:pt>
                <c:pt idx="22127">
                  <c:v>6.2575599999999998</c:v>
                </c:pt>
                <c:pt idx="22128">
                  <c:v>6.2578699999999996</c:v>
                </c:pt>
                <c:pt idx="22129">
                  <c:v>6.2581699999999998</c:v>
                </c:pt>
                <c:pt idx="22130">
                  <c:v>6.2584799999999996</c:v>
                </c:pt>
                <c:pt idx="22131">
                  <c:v>6.2587799999999998</c:v>
                </c:pt>
                <c:pt idx="22132">
                  <c:v>6.2590899999999996</c:v>
                </c:pt>
                <c:pt idx="22133">
                  <c:v>6.2594000000000003</c:v>
                </c:pt>
                <c:pt idx="22134">
                  <c:v>6.2596999999999996</c:v>
                </c:pt>
                <c:pt idx="22135">
                  <c:v>6.2600100000000003</c:v>
                </c:pt>
                <c:pt idx="22136">
                  <c:v>6.2603099999999996</c:v>
                </c:pt>
                <c:pt idx="22137">
                  <c:v>6.2606200000000003</c:v>
                </c:pt>
                <c:pt idx="22138">
                  <c:v>6.2609199999999996</c:v>
                </c:pt>
                <c:pt idx="22139">
                  <c:v>6.2612300000000003</c:v>
                </c:pt>
                <c:pt idx="22140">
                  <c:v>6.2615299999999996</c:v>
                </c:pt>
                <c:pt idx="22141">
                  <c:v>6.2618400000000003</c:v>
                </c:pt>
                <c:pt idx="22142">
                  <c:v>6.2621399999999996</c:v>
                </c:pt>
                <c:pt idx="22143">
                  <c:v>6.2624500000000003</c:v>
                </c:pt>
                <c:pt idx="22144">
                  <c:v>6.2627499999999996</c:v>
                </c:pt>
                <c:pt idx="22145">
                  <c:v>6.2630600000000003</c:v>
                </c:pt>
                <c:pt idx="22146">
                  <c:v>6.2633700000000001</c:v>
                </c:pt>
                <c:pt idx="22147">
                  <c:v>6.2636700000000003</c:v>
                </c:pt>
                <c:pt idx="22148">
                  <c:v>6.2639800000000001</c:v>
                </c:pt>
                <c:pt idx="22149">
                  <c:v>6.2642800000000003</c:v>
                </c:pt>
                <c:pt idx="22150">
                  <c:v>6.2645900000000001</c:v>
                </c:pt>
                <c:pt idx="22151">
                  <c:v>6.2648900000000003</c:v>
                </c:pt>
                <c:pt idx="22152">
                  <c:v>6.2652000000000001</c:v>
                </c:pt>
                <c:pt idx="22153">
                  <c:v>6.2655000000000003</c:v>
                </c:pt>
                <c:pt idx="22154">
                  <c:v>6.2658100000000001</c:v>
                </c:pt>
                <c:pt idx="22155">
                  <c:v>6.2661100000000003</c:v>
                </c:pt>
                <c:pt idx="22156">
                  <c:v>6.2664200000000001</c:v>
                </c:pt>
                <c:pt idx="22157">
                  <c:v>6.2667200000000003</c:v>
                </c:pt>
                <c:pt idx="22158">
                  <c:v>6.2670300000000001</c:v>
                </c:pt>
                <c:pt idx="22159">
                  <c:v>6.2673399999999999</c:v>
                </c:pt>
                <c:pt idx="22160">
                  <c:v>6.2676400000000001</c:v>
                </c:pt>
                <c:pt idx="22161">
                  <c:v>6.2679499999999999</c:v>
                </c:pt>
                <c:pt idx="22162">
                  <c:v>6.2682500000000001</c:v>
                </c:pt>
                <c:pt idx="22163">
                  <c:v>6.2685599999999999</c:v>
                </c:pt>
                <c:pt idx="22164">
                  <c:v>6.2688600000000001</c:v>
                </c:pt>
                <c:pt idx="22165">
                  <c:v>6.2691699999999999</c:v>
                </c:pt>
                <c:pt idx="22166">
                  <c:v>6.2694700000000001</c:v>
                </c:pt>
                <c:pt idx="22167">
                  <c:v>6.2697799999999999</c:v>
                </c:pt>
                <c:pt idx="22168">
                  <c:v>6.2700800000000001</c:v>
                </c:pt>
                <c:pt idx="22169">
                  <c:v>6.2703899999999999</c:v>
                </c:pt>
                <c:pt idx="22170">
                  <c:v>6.2706900000000001</c:v>
                </c:pt>
                <c:pt idx="22171">
                  <c:v>6.2709999999999999</c:v>
                </c:pt>
                <c:pt idx="22172">
                  <c:v>6.2713099999999997</c:v>
                </c:pt>
                <c:pt idx="22173">
                  <c:v>6.2716099999999999</c:v>
                </c:pt>
                <c:pt idx="22174">
                  <c:v>6.2719199999999997</c:v>
                </c:pt>
                <c:pt idx="22175">
                  <c:v>6.2722199999999999</c:v>
                </c:pt>
                <c:pt idx="22176">
                  <c:v>6.2725299999999997</c:v>
                </c:pt>
                <c:pt idx="22177">
                  <c:v>6.2728299999999999</c:v>
                </c:pt>
                <c:pt idx="22178">
                  <c:v>6.2731399999999997</c:v>
                </c:pt>
                <c:pt idx="22179">
                  <c:v>6.2734399999999999</c:v>
                </c:pt>
                <c:pt idx="22180">
                  <c:v>6.2737499999999997</c:v>
                </c:pt>
                <c:pt idx="22181">
                  <c:v>6.2740499999999999</c:v>
                </c:pt>
                <c:pt idx="22182">
                  <c:v>6.2743599999999997</c:v>
                </c:pt>
                <c:pt idx="22183">
                  <c:v>6.2746599999999999</c:v>
                </c:pt>
                <c:pt idx="22184">
                  <c:v>6.2749699999999997</c:v>
                </c:pt>
                <c:pt idx="22185">
                  <c:v>6.2752800000000004</c:v>
                </c:pt>
                <c:pt idx="22186">
                  <c:v>6.2755799999999997</c:v>
                </c:pt>
                <c:pt idx="22187">
                  <c:v>6.2758900000000004</c:v>
                </c:pt>
                <c:pt idx="22188">
                  <c:v>6.2761899999999997</c:v>
                </c:pt>
                <c:pt idx="22189">
                  <c:v>6.2765000000000004</c:v>
                </c:pt>
                <c:pt idx="22190">
                  <c:v>6.2767999999999997</c:v>
                </c:pt>
                <c:pt idx="22191">
                  <c:v>6.2771100000000004</c:v>
                </c:pt>
                <c:pt idx="22192">
                  <c:v>6.2774099999999997</c:v>
                </c:pt>
                <c:pt idx="22193">
                  <c:v>6.2777200000000004</c:v>
                </c:pt>
                <c:pt idx="22194">
                  <c:v>6.2780199999999997</c:v>
                </c:pt>
                <c:pt idx="22195">
                  <c:v>6.2783300000000004</c:v>
                </c:pt>
                <c:pt idx="22196">
                  <c:v>6.2786400000000002</c:v>
                </c:pt>
                <c:pt idx="22197">
                  <c:v>6.2789400000000004</c:v>
                </c:pt>
                <c:pt idx="22198">
                  <c:v>6.2792500000000002</c:v>
                </c:pt>
                <c:pt idx="22199">
                  <c:v>6.2795500000000004</c:v>
                </c:pt>
                <c:pt idx="22200">
                  <c:v>6.2798600000000002</c:v>
                </c:pt>
                <c:pt idx="22201">
                  <c:v>6.2801600000000004</c:v>
                </c:pt>
                <c:pt idx="22202">
                  <c:v>6.2804700000000002</c:v>
                </c:pt>
                <c:pt idx="22203">
                  <c:v>6.2807700000000004</c:v>
                </c:pt>
                <c:pt idx="22204">
                  <c:v>6.2810800000000002</c:v>
                </c:pt>
                <c:pt idx="22205">
                  <c:v>6.2813800000000004</c:v>
                </c:pt>
                <c:pt idx="22206">
                  <c:v>6.2816900000000002</c:v>
                </c:pt>
                <c:pt idx="22207">
                  <c:v>6.2819900000000004</c:v>
                </c:pt>
                <c:pt idx="22208">
                  <c:v>6.2823000000000002</c:v>
                </c:pt>
                <c:pt idx="22209">
                  <c:v>6.28261</c:v>
                </c:pt>
                <c:pt idx="22210">
                  <c:v>6.2829100000000002</c:v>
                </c:pt>
                <c:pt idx="22211">
                  <c:v>6.28322</c:v>
                </c:pt>
                <c:pt idx="22212">
                  <c:v>6.2835200000000002</c:v>
                </c:pt>
                <c:pt idx="22213">
                  <c:v>6.28383</c:v>
                </c:pt>
                <c:pt idx="22214">
                  <c:v>6.2841300000000002</c:v>
                </c:pt>
                <c:pt idx="22215">
                  <c:v>6.28444</c:v>
                </c:pt>
                <c:pt idx="22216">
                  <c:v>6.2847400000000002</c:v>
                </c:pt>
                <c:pt idx="22217">
                  <c:v>6.28505</c:v>
                </c:pt>
                <c:pt idx="22218">
                  <c:v>6.2853500000000002</c:v>
                </c:pt>
                <c:pt idx="22219">
                  <c:v>6.28566</c:v>
                </c:pt>
                <c:pt idx="22220">
                  <c:v>6.2859600000000002</c:v>
                </c:pt>
                <c:pt idx="22221">
                  <c:v>6.28627</c:v>
                </c:pt>
                <c:pt idx="22222">
                  <c:v>6.2865799999999998</c:v>
                </c:pt>
                <c:pt idx="22223">
                  <c:v>6.28688</c:v>
                </c:pt>
                <c:pt idx="22224">
                  <c:v>6.2871899999999998</c:v>
                </c:pt>
                <c:pt idx="22225">
                  <c:v>6.28749</c:v>
                </c:pt>
                <c:pt idx="22226">
                  <c:v>6.2877999999999998</c:v>
                </c:pt>
                <c:pt idx="22227">
                  <c:v>6.2881</c:v>
                </c:pt>
                <c:pt idx="22228">
                  <c:v>6.2884099999999998</c:v>
                </c:pt>
                <c:pt idx="22229">
                  <c:v>6.28871</c:v>
                </c:pt>
                <c:pt idx="22230">
                  <c:v>6.2890199999999998</c:v>
                </c:pt>
                <c:pt idx="22231">
                  <c:v>6.28932</c:v>
                </c:pt>
                <c:pt idx="22232">
                  <c:v>6.2896299999999998</c:v>
                </c:pt>
                <c:pt idx="22233">
                  <c:v>6.28993</c:v>
                </c:pt>
                <c:pt idx="22234">
                  <c:v>6.2902399999999998</c:v>
                </c:pt>
                <c:pt idx="22235">
                  <c:v>6.2905499999999996</c:v>
                </c:pt>
                <c:pt idx="22236">
                  <c:v>6.2908499999999998</c:v>
                </c:pt>
                <c:pt idx="22237">
                  <c:v>6.2911599999999996</c:v>
                </c:pt>
                <c:pt idx="22238">
                  <c:v>6.2914599999999998</c:v>
                </c:pt>
                <c:pt idx="22239">
                  <c:v>6.2917699999999996</c:v>
                </c:pt>
                <c:pt idx="22240">
                  <c:v>6.2920699999999998</c:v>
                </c:pt>
                <c:pt idx="22241">
                  <c:v>6.2923799999999996</c:v>
                </c:pt>
                <c:pt idx="22242">
                  <c:v>6.2926799999999998</c:v>
                </c:pt>
                <c:pt idx="22243">
                  <c:v>6.2929899999999996</c:v>
                </c:pt>
                <c:pt idx="22244">
                  <c:v>6.2932899999999998</c:v>
                </c:pt>
                <c:pt idx="22245">
                  <c:v>6.2935999999999996</c:v>
                </c:pt>
                <c:pt idx="22246">
                  <c:v>6.2938999999999998</c:v>
                </c:pt>
                <c:pt idx="22247">
                  <c:v>6.2942099999999996</c:v>
                </c:pt>
                <c:pt idx="22248">
                  <c:v>6.2945200000000003</c:v>
                </c:pt>
                <c:pt idx="22249">
                  <c:v>6.2948199999999996</c:v>
                </c:pt>
                <c:pt idx="22250">
                  <c:v>6.2951300000000003</c:v>
                </c:pt>
                <c:pt idx="22251">
                  <c:v>6.2954299999999996</c:v>
                </c:pt>
                <c:pt idx="22252">
                  <c:v>6.2957400000000003</c:v>
                </c:pt>
                <c:pt idx="22253">
                  <c:v>6.2960399999999996</c:v>
                </c:pt>
                <c:pt idx="22254">
                  <c:v>6.2963500000000003</c:v>
                </c:pt>
                <c:pt idx="22255">
                  <c:v>6.2966499999999996</c:v>
                </c:pt>
                <c:pt idx="22256">
                  <c:v>6.2969600000000003</c:v>
                </c:pt>
                <c:pt idx="22257">
                  <c:v>6.2972599999999996</c:v>
                </c:pt>
                <c:pt idx="22258">
                  <c:v>6.2975700000000003</c:v>
                </c:pt>
                <c:pt idx="22259">
                  <c:v>6.2978800000000001</c:v>
                </c:pt>
                <c:pt idx="22260">
                  <c:v>6.2981800000000003</c:v>
                </c:pt>
                <c:pt idx="22261">
                  <c:v>6.2984900000000001</c:v>
                </c:pt>
                <c:pt idx="22262">
                  <c:v>6.2987900000000003</c:v>
                </c:pt>
                <c:pt idx="22263">
                  <c:v>6.2991000000000001</c:v>
                </c:pt>
                <c:pt idx="22264">
                  <c:v>6.2994000000000003</c:v>
                </c:pt>
                <c:pt idx="22265">
                  <c:v>6.2997100000000001</c:v>
                </c:pt>
                <c:pt idx="22266">
                  <c:v>6.3000100000000003</c:v>
                </c:pt>
                <c:pt idx="22267">
                  <c:v>6.3003200000000001</c:v>
                </c:pt>
                <c:pt idx="22268">
                  <c:v>6.3006200000000003</c:v>
                </c:pt>
                <c:pt idx="22269">
                  <c:v>6.3009300000000001</c:v>
                </c:pt>
                <c:pt idx="22270">
                  <c:v>6.3012300000000003</c:v>
                </c:pt>
                <c:pt idx="22271">
                  <c:v>6.3015400000000001</c:v>
                </c:pt>
                <c:pt idx="22272">
                  <c:v>6.30185</c:v>
                </c:pt>
                <c:pt idx="22273">
                  <c:v>6.3021500000000001</c:v>
                </c:pt>
                <c:pt idx="22274">
                  <c:v>6.30246</c:v>
                </c:pt>
                <c:pt idx="22275">
                  <c:v>6.3027600000000001</c:v>
                </c:pt>
                <c:pt idx="22276">
                  <c:v>6.30307</c:v>
                </c:pt>
                <c:pt idx="22277">
                  <c:v>6.3033700000000001</c:v>
                </c:pt>
                <c:pt idx="22278">
                  <c:v>6.3036799999999999</c:v>
                </c:pt>
                <c:pt idx="22279">
                  <c:v>6.3039800000000001</c:v>
                </c:pt>
                <c:pt idx="22280">
                  <c:v>6.3042899999999999</c:v>
                </c:pt>
                <c:pt idx="22281">
                  <c:v>6.3045900000000001</c:v>
                </c:pt>
                <c:pt idx="22282">
                  <c:v>6.3048999999999999</c:v>
                </c:pt>
                <c:pt idx="22283">
                  <c:v>6.3052000000000001</c:v>
                </c:pt>
                <c:pt idx="22284">
                  <c:v>6.3055099999999999</c:v>
                </c:pt>
                <c:pt idx="22285">
                  <c:v>6.3058199999999998</c:v>
                </c:pt>
                <c:pt idx="22286">
                  <c:v>6.3061199999999999</c:v>
                </c:pt>
                <c:pt idx="22287">
                  <c:v>6.3064299999999998</c:v>
                </c:pt>
                <c:pt idx="22288">
                  <c:v>6.3067299999999999</c:v>
                </c:pt>
                <c:pt idx="22289">
                  <c:v>6.3070399999999998</c:v>
                </c:pt>
                <c:pt idx="22290">
                  <c:v>6.3073399999999999</c:v>
                </c:pt>
                <c:pt idx="22291">
                  <c:v>6.3076499999999998</c:v>
                </c:pt>
                <c:pt idx="22292">
                  <c:v>6.3079499999999999</c:v>
                </c:pt>
                <c:pt idx="22293">
                  <c:v>6.3082599999999998</c:v>
                </c:pt>
                <c:pt idx="22294">
                  <c:v>6.3085599999999999</c:v>
                </c:pt>
                <c:pt idx="22295">
                  <c:v>6.3088699999999998</c:v>
                </c:pt>
                <c:pt idx="22296">
                  <c:v>6.3091699999999999</c:v>
                </c:pt>
                <c:pt idx="22297">
                  <c:v>6.3094799999999998</c:v>
                </c:pt>
                <c:pt idx="22298">
                  <c:v>6.3097899999999996</c:v>
                </c:pt>
                <c:pt idx="22299">
                  <c:v>6.3100899999999998</c:v>
                </c:pt>
                <c:pt idx="22300">
                  <c:v>6.3103999999999996</c:v>
                </c:pt>
                <c:pt idx="22301">
                  <c:v>6.3106999999999998</c:v>
                </c:pt>
                <c:pt idx="22302">
                  <c:v>6.3110099999999996</c:v>
                </c:pt>
                <c:pt idx="22303">
                  <c:v>6.3113099999999998</c:v>
                </c:pt>
                <c:pt idx="22304">
                  <c:v>6.3116199999999996</c:v>
                </c:pt>
                <c:pt idx="22305">
                  <c:v>6.3119199999999998</c:v>
                </c:pt>
                <c:pt idx="22306">
                  <c:v>6.3122299999999996</c:v>
                </c:pt>
                <c:pt idx="22307">
                  <c:v>6.3125299999999998</c:v>
                </c:pt>
                <c:pt idx="22308">
                  <c:v>6.3128399999999996</c:v>
                </c:pt>
                <c:pt idx="22309">
                  <c:v>6.3131500000000003</c:v>
                </c:pt>
                <c:pt idx="22310">
                  <c:v>6.3134499999999996</c:v>
                </c:pt>
                <c:pt idx="22311">
                  <c:v>6.3137600000000003</c:v>
                </c:pt>
                <c:pt idx="22312">
                  <c:v>6.3140599999999996</c:v>
                </c:pt>
                <c:pt idx="22313">
                  <c:v>6.3143700000000003</c:v>
                </c:pt>
                <c:pt idx="22314">
                  <c:v>6.3146699999999996</c:v>
                </c:pt>
                <c:pt idx="22315">
                  <c:v>6.3149800000000003</c:v>
                </c:pt>
                <c:pt idx="22316">
                  <c:v>6.3152799999999996</c:v>
                </c:pt>
                <c:pt idx="22317">
                  <c:v>6.3155900000000003</c:v>
                </c:pt>
                <c:pt idx="22318">
                  <c:v>6.3158899999999996</c:v>
                </c:pt>
                <c:pt idx="22319">
                  <c:v>6.3162000000000003</c:v>
                </c:pt>
                <c:pt idx="22320">
                  <c:v>6.3164999999999996</c:v>
                </c:pt>
                <c:pt idx="22321">
                  <c:v>6.3168100000000003</c:v>
                </c:pt>
                <c:pt idx="22322">
                  <c:v>6.3171200000000001</c:v>
                </c:pt>
                <c:pt idx="22323">
                  <c:v>6.3174200000000003</c:v>
                </c:pt>
                <c:pt idx="22324">
                  <c:v>6.3177300000000001</c:v>
                </c:pt>
                <c:pt idx="22325">
                  <c:v>6.3180300000000003</c:v>
                </c:pt>
                <c:pt idx="22326">
                  <c:v>6.3183400000000001</c:v>
                </c:pt>
                <c:pt idx="22327">
                  <c:v>6.3186400000000003</c:v>
                </c:pt>
                <c:pt idx="22328">
                  <c:v>6.3189500000000001</c:v>
                </c:pt>
                <c:pt idx="22329">
                  <c:v>6.3192500000000003</c:v>
                </c:pt>
                <c:pt idx="22330">
                  <c:v>6.3195600000000001</c:v>
                </c:pt>
                <c:pt idx="22331">
                  <c:v>6.3198600000000003</c:v>
                </c:pt>
                <c:pt idx="22332">
                  <c:v>6.3201700000000001</c:v>
                </c:pt>
                <c:pt idx="22333">
                  <c:v>6.3204700000000003</c:v>
                </c:pt>
                <c:pt idx="22334">
                  <c:v>6.3207800000000001</c:v>
                </c:pt>
                <c:pt idx="22335">
                  <c:v>6.3210899999999999</c:v>
                </c:pt>
                <c:pt idx="22336">
                  <c:v>6.3213900000000001</c:v>
                </c:pt>
                <c:pt idx="22337">
                  <c:v>6.3216999999999999</c:v>
                </c:pt>
                <c:pt idx="22338">
                  <c:v>6.3220000000000001</c:v>
                </c:pt>
                <c:pt idx="22339">
                  <c:v>6.3223099999999999</c:v>
                </c:pt>
                <c:pt idx="22340">
                  <c:v>6.3226100000000001</c:v>
                </c:pt>
                <c:pt idx="22341">
                  <c:v>6.3229199999999999</c:v>
                </c:pt>
                <c:pt idx="22342">
                  <c:v>6.3232200000000001</c:v>
                </c:pt>
                <c:pt idx="22343">
                  <c:v>6.3235299999999999</c:v>
                </c:pt>
                <c:pt idx="22344">
                  <c:v>6.3238300000000001</c:v>
                </c:pt>
                <c:pt idx="22345">
                  <c:v>6.3241399999999999</c:v>
                </c:pt>
                <c:pt idx="22346">
                  <c:v>6.3244400000000001</c:v>
                </c:pt>
                <c:pt idx="22347">
                  <c:v>6.3247499999999999</c:v>
                </c:pt>
                <c:pt idx="22348">
                  <c:v>6.3250599999999997</c:v>
                </c:pt>
                <c:pt idx="22349">
                  <c:v>6.3253599999999999</c:v>
                </c:pt>
                <c:pt idx="22350">
                  <c:v>6.3256699999999997</c:v>
                </c:pt>
                <c:pt idx="22351">
                  <c:v>6.3259699999999999</c:v>
                </c:pt>
                <c:pt idx="22352">
                  <c:v>6.3262799999999997</c:v>
                </c:pt>
                <c:pt idx="22353">
                  <c:v>6.3265799999999999</c:v>
                </c:pt>
                <c:pt idx="22354">
                  <c:v>6.3268899999999997</c:v>
                </c:pt>
                <c:pt idx="22355">
                  <c:v>6.3271899999999999</c:v>
                </c:pt>
                <c:pt idx="22356">
                  <c:v>6.3274999999999997</c:v>
                </c:pt>
                <c:pt idx="22357">
                  <c:v>6.3277999999999999</c:v>
                </c:pt>
                <c:pt idx="22358">
                  <c:v>6.3281099999999997</c:v>
                </c:pt>
                <c:pt idx="22359">
                  <c:v>6.3284099999999999</c:v>
                </c:pt>
                <c:pt idx="22360">
                  <c:v>6.3287199999999997</c:v>
                </c:pt>
                <c:pt idx="22361">
                  <c:v>6.3290300000000004</c:v>
                </c:pt>
                <c:pt idx="22362">
                  <c:v>6.3293299999999997</c:v>
                </c:pt>
                <c:pt idx="22363">
                  <c:v>6.3296400000000004</c:v>
                </c:pt>
                <c:pt idx="22364">
                  <c:v>6.3299399999999997</c:v>
                </c:pt>
                <c:pt idx="22365">
                  <c:v>6.3302500000000004</c:v>
                </c:pt>
                <c:pt idx="22366">
                  <c:v>6.3305499999999997</c:v>
                </c:pt>
                <c:pt idx="22367">
                  <c:v>6.3308600000000004</c:v>
                </c:pt>
                <c:pt idx="22368">
                  <c:v>6.3311599999999997</c:v>
                </c:pt>
                <c:pt idx="22369">
                  <c:v>6.3314700000000004</c:v>
                </c:pt>
                <c:pt idx="22370">
                  <c:v>6.3317699999999997</c:v>
                </c:pt>
                <c:pt idx="22371">
                  <c:v>6.3320800000000004</c:v>
                </c:pt>
                <c:pt idx="22372">
                  <c:v>6.3323900000000002</c:v>
                </c:pt>
                <c:pt idx="22373">
                  <c:v>6.3326900000000004</c:v>
                </c:pt>
                <c:pt idx="22374">
                  <c:v>6.3330000000000002</c:v>
                </c:pt>
                <c:pt idx="22375">
                  <c:v>6.3333000000000004</c:v>
                </c:pt>
                <c:pt idx="22376">
                  <c:v>6.3336100000000002</c:v>
                </c:pt>
                <c:pt idx="22377">
                  <c:v>6.3339100000000004</c:v>
                </c:pt>
                <c:pt idx="22378">
                  <c:v>6.3342200000000002</c:v>
                </c:pt>
                <c:pt idx="22379">
                  <c:v>6.3345200000000004</c:v>
                </c:pt>
                <c:pt idx="22380">
                  <c:v>6.3348300000000002</c:v>
                </c:pt>
                <c:pt idx="22381">
                  <c:v>6.3351300000000004</c:v>
                </c:pt>
                <c:pt idx="22382">
                  <c:v>6.3354400000000002</c:v>
                </c:pt>
                <c:pt idx="22383">
                  <c:v>6.3357400000000004</c:v>
                </c:pt>
                <c:pt idx="22384">
                  <c:v>6.3360500000000002</c:v>
                </c:pt>
                <c:pt idx="22385">
                  <c:v>6.33636</c:v>
                </c:pt>
                <c:pt idx="22386">
                  <c:v>6.3366600000000002</c:v>
                </c:pt>
                <c:pt idx="22387">
                  <c:v>6.33697</c:v>
                </c:pt>
                <c:pt idx="22388">
                  <c:v>6.3372700000000002</c:v>
                </c:pt>
                <c:pt idx="22389">
                  <c:v>6.33758</c:v>
                </c:pt>
                <c:pt idx="22390">
                  <c:v>6.3378800000000002</c:v>
                </c:pt>
                <c:pt idx="22391">
                  <c:v>6.33819</c:v>
                </c:pt>
                <c:pt idx="22392">
                  <c:v>6.3384900000000002</c:v>
                </c:pt>
                <c:pt idx="22393">
                  <c:v>6.3388</c:v>
                </c:pt>
                <c:pt idx="22394">
                  <c:v>6.3391000000000002</c:v>
                </c:pt>
                <c:pt idx="22395">
                  <c:v>6.33941</c:v>
                </c:pt>
                <c:pt idx="22396">
                  <c:v>6.3397100000000002</c:v>
                </c:pt>
                <c:pt idx="22397">
                  <c:v>6.34002</c:v>
                </c:pt>
                <c:pt idx="22398">
                  <c:v>6.3403299999999998</c:v>
                </c:pt>
                <c:pt idx="22399">
                  <c:v>6.34063</c:v>
                </c:pt>
                <c:pt idx="22400">
                  <c:v>6.3409399999999998</c:v>
                </c:pt>
                <c:pt idx="22401">
                  <c:v>6.34124</c:v>
                </c:pt>
                <c:pt idx="22402">
                  <c:v>6.3415499999999998</c:v>
                </c:pt>
                <c:pt idx="22403">
                  <c:v>6.34185</c:v>
                </c:pt>
                <c:pt idx="22404">
                  <c:v>6.3421599999999998</c:v>
                </c:pt>
                <c:pt idx="22405">
                  <c:v>6.34246</c:v>
                </c:pt>
                <c:pt idx="22406">
                  <c:v>6.3427699999999998</c:v>
                </c:pt>
                <c:pt idx="22407">
                  <c:v>6.34307</c:v>
                </c:pt>
                <c:pt idx="22408">
                  <c:v>6.3433799999999998</c:v>
                </c:pt>
                <c:pt idx="22409">
                  <c:v>6.34368</c:v>
                </c:pt>
                <c:pt idx="22410">
                  <c:v>6.3439899999999998</c:v>
                </c:pt>
                <c:pt idx="22411">
                  <c:v>6.3442999999999996</c:v>
                </c:pt>
                <c:pt idx="22412">
                  <c:v>6.3445999999999998</c:v>
                </c:pt>
                <c:pt idx="22413">
                  <c:v>6.3449099999999996</c:v>
                </c:pt>
                <c:pt idx="22414">
                  <c:v>6.3452099999999998</c:v>
                </c:pt>
                <c:pt idx="22415">
                  <c:v>6.3455199999999996</c:v>
                </c:pt>
                <c:pt idx="22416">
                  <c:v>6.3458199999999998</c:v>
                </c:pt>
                <c:pt idx="22417">
                  <c:v>6.3461299999999996</c:v>
                </c:pt>
                <c:pt idx="22418">
                  <c:v>6.3464299999999998</c:v>
                </c:pt>
                <c:pt idx="22419">
                  <c:v>6.3467399999999996</c:v>
                </c:pt>
                <c:pt idx="22420">
                  <c:v>6.3470399999999998</c:v>
                </c:pt>
                <c:pt idx="22421">
                  <c:v>6.3473499999999996</c:v>
                </c:pt>
                <c:pt idx="22422">
                  <c:v>6.3476499999999998</c:v>
                </c:pt>
                <c:pt idx="22423">
                  <c:v>6.3479599999999996</c:v>
                </c:pt>
                <c:pt idx="22424">
                  <c:v>6.3482700000000003</c:v>
                </c:pt>
                <c:pt idx="22425">
                  <c:v>6.3485699999999996</c:v>
                </c:pt>
                <c:pt idx="22426">
                  <c:v>6.3488800000000003</c:v>
                </c:pt>
                <c:pt idx="22427">
                  <c:v>6.3491799999999996</c:v>
                </c:pt>
                <c:pt idx="22428">
                  <c:v>6.3494900000000003</c:v>
                </c:pt>
                <c:pt idx="22429">
                  <c:v>6.3497899999999996</c:v>
                </c:pt>
                <c:pt idx="22430">
                  <c:v>6.3501000000000003</c:v>
                </c:pt>
                <c:pt idx="22431">
                  <c:v>6.3503999999999996</c:v>
                </c:pt>
                <c:pt idx="22432">
                  <c:v>6.3507100000000003</c:v>
                </c:pt>
                <c:pt idx="22433">
                  <c:v>6.3510099999999996</c:v>
                </c:pt>
                <c:pt idx="22434">
                  <c:v>6.3513200000000003</c:v>
                </c:pt>
                <c:pt idx="22435">
                  <c:v>6.3516300000000001</c:v>
                </c:pt>
                <c:pt idx="22436">
                  <c:v>6.3519300000000003</c:v>
                </c:pt>
                <c:pt idx="22437">
                  <c:v>6.3522400000000001</c:v>
                </c:pt>
                <c:pt idx="22438">
                  <c:v>6.3525400000000003</c:v>
                </c:pt>
                <c:pt idx="22439">
                  <c:v>6.3528500000000001</c:v>
                </c:pt>
                <c:pt idx="22440">
                  <c:v>6.3531500000000003</c:v>
                </c:pt>
                <c:pt idx="22441">
                  <c:v>6.3534600000000001</c:v>
                </c:pt>
                <c:pt idx="22442">
                  <c:v>6.3537600000000003</c:v>
                </c:pt>
                <c:pt idx="22443">
                  <c:v>6.3540700000000001</c:v>
                </c:pt>
                <c:pt idx="22444">
                  <c:v>6.3543700000000003</c:v>
                </c:pt>
                <c:pt idx="22445">
                  <c:v>6.3546800000000001</c:v>
                </c:pt>
                <c:pt idx="22446">
                  <c:v>6.3549800000000003</c:v>
                </c:pt>
                <c:pt idx="22447">
                  <c:v>6.3552900000000001</c:v>
                </c:pt>
                <c:pt idx="22448">
                  <c:v>6.3555999999999999</c:v>
                </c:pt>
                <c:pt idx="22449">
                  <c:v>6.3559000000000001</c:v>
                </c:pt>
                <c:pt idx="22450">
                  <c:v>6.3562099999999999</c:v>
                </c:pt>
                <c:pt idx="22451">
                  <c:v>6.3565100000000001</c:v>
                </c:pt>
                <c:pt idx="22452">
                  <c:v>6.3568199999999999</c:v>
                </c:pt>
                <c:pt idx="22453">
                  <c:v>6.3571200000000001</c:v>
                </c:pt>
                <c:pt idx="22454">
                  <c:v>6.3574299999999999</c:v>
                </c:pt>
                <c:pt idx="22455">
                  <c:v>6.3577300000000001</c:v>
                </c:pt>
                <c:pt idx="22456">
                  <c:v>6.3580399999999999</c:v>
                </c:pt>
                <c:pt idx="22457">
                  <c:v>6.3583400000000001</c:v>
                </c:pt>
                <c:pt idx="22458">
                  <c:v>6.3586499999999999</c:v>
                </c:pt>
                <c:pt idx="22459">
                  <c:v>6.3589500000000001</c:v>
                </c:pt>
                <c:pt idx="22460">
                  <c:v>6.3592599999999999</c:v>
                </c:pt>
                <c:pt idx="22461">
                  <c:v>6.3595699999999997</c:v>
                </c:pt>
                <c:pt idx="22462">
                  <c:v>6.3598699999999999</c:v>
                </c:pt>
                <c:pt idx="22463">
                  <c:v>6.3601799999999997</c:v>
                </c:pt>
                <c:pt idx="22464">
                  <c:v>6.3604799999999999</c:v>
                </c:pt>
                <c:pt idx="22465">
                  <c:v>6.3607899999999997</c:v>
                </c:pt>
                <c:pt idx="22466">
                  <c:v>6.3610899999999999</c:v>
                </c:pt>
                <c:pt idx="22467">
                  <c:v>6.3613999999999997</c:v>
                </c:pt>
                <c:pt idx="22468">
                  <c:v>6.3616999999999999</c:v>
                </c:pt>
                <c:pt idx="22469">
                  <c:v>6.3620099999999997</c:v>
                </c:pt>
                <c:pt idx="22470">
                  <c:v>6.3623099999999999</c:v>
                </c:pt>
                <c:pt idx="22471">
                  <c:v>6.3626199999999997</c:v>
                </c:pt>
                <c:pt idx="22472">
                  <c:v>6.3629199999999999</c:v>
                </c:pt>
                <c:pt idx="22473">
                  <c:v>6.3632299999999997</c:v>
                </c:pt>
                <c:pt idx="22474">
                  <c:v>6.3635400000000004</c:v>
                </c:pt>
                <c:pt idx="22475">
                  <c:v>6.3638399999999997</c:v>
                </c:pt>
                <c:pt idx="22476">
                  <c:v>6.3641500000000004</c:v>
                </c:pt>
                <c:pt idx="22477">
                  <c:v>6.3644499999999997</c:v>
                </c:pt>
                <c:pt idx="22478">
                  <c:v>6.3647600000000004</c:v>
                </c:pt>
                <c:pt idx="22479">
                  <c:v>6.3650599999999997</c:v>
                </c:pt>
                <c:pt idx="22480">
                  <c:v>6.3653700000000004</c:v>
                </c:pt>
                <c:pt idx="22481">
                  <c:v>6.3656699999999997</c:v>
                </c:pt>
                <c:pt idx="22482">
                  <c:v>6.3659800000000004</c:v>
                </c:pt>
                <c:pt idx="22483">
                  <c:v>6.3662799999999997</c:v>
                </c:pt>
                <c:pt idx="22484">
                  <c:v>6.3665900000000004</c:v>
                </c:pt>
                <c:pt idx="22485">
                  <c:v>6.3669000000000002</c:v>
                </c:pt>
                <c:pt idx="22486">
                  <c:v>6.3672000000000004</c:v>
                </c:pt>
                <c:pt idx="22487">
                  <c:v>6.3675100000000002</c:v>
                </c:pt>
                <c:pt idx="22488">
                  <c:v>6.3678100000000004</c:v>
                </c:pt>
                <c:pt idx="22489">
                  <c:v>6.3681200000000002</c:v>
                </c:pt>
                <c:pt idx="22490">
                  <c:v>6.3684200000000004</c:v>
                </c:pt>
                <c:pt idx="22491">
                  <c:v>6.3687300000000002</c:v>
                </c:pt>
                <c:pt idx="22492">
                  <c:v>6.3690300000000004</c:v>
                </c:pt>
                <c:pt idx="22493">
                  <c:v>6.3693400000000002</c:v>
                </c:pt>
                <c:pt idx="22494">
                  <c:v>6.3696400000000004</c:v>
                </c:pt>
                <c:pt idx="22495">
                  <c:v>6.3699500000000002</c:v>
                </c:pt>
                <c:pt idx="22496">
                  <c:v>6.3702500000000004</c:v>
                </c:pt>
                <c:pt idx="22497">
                  <c:v>6.3705600000000002</c:v>
                </c:pt>
                <c:pt idx="22498">
                  <c:v>6.37087</c:v>
                </c:pt>
                <c:pt idx="22499">
                  <c:v>6.3711700000000002</c:v>
                </c:pt>
                <c:pt idx="22500">
                  <c:v>6.37148</c:v>
                </c:pt>
                <c:pt idx="22501">
                  <c:v>6.3717800000000002</c:v>
                </c:pt>
                <c:pt idx="22502">
                  <c:v>6.37209</c:v>
                </c:pt>
                <c:pt idx="22503">
                  <c:v>6.3723900000000002</c:v>
                </c:pt>
                <c:pt idx="22504">
                  <c:v>6.3727</c:v>
                </c:pt>
                <c:pt idx="22505">
                  <c:v>6.3730000000000002</c:v>
                </c:pt>
                <c:pt idx="22506">
                  <c:v>6.37331</c:v>
                </c:pt>
                <c:pt idx="22507">
                  <c:v>6.3736100000000002</c:v>
                </c:pt>
                <c:pt idx="22508">
                  <c:v>6.37392</c:v>
                </c:pt>
                <c:pt idx="22509">
                  <c:v>6.3742200000000002</c:v>
                </c:pt>
                <c:pt idx="22510">
                  <c:v>6.37453</c:v>
                </c:pt>
                <c:pt idx="22511">
                  <c:v>6.3748399999999998</c:v>
                </c:pt>
                <c:pt idx="22512">
                  <c:v>6.37514</c:v>
                </c:pt>
                <c:pt idx="22513">
                  <c:v>6.3754499999999998</c:v>
                </c:pt>
                <c:pt idx="22514">
                  <c:v>6.37575</c:v>
                </c:pt>
                <c:pt idx="22515">
                  <c:v>6.3760599999999998</c:v>
                </c:pt>
                <c:pt idx="22516">
                  <c:v>6.37636</c:v>
                </c:pt>
                <c:pt idx="22517">
                  <c:v>6.3766699999999998</c:v>
                </c:pt>
                <c:pt idx="22518">
                  <c:v>6.37697</c:v>
                </c:pt>
                <c:pt idx="22519">
                  <c:v>6.3772799999999998</c:v>
                </c:pt>
                <c:pt idx="22520">
                  <c:v>6.37758</c:v>
                </c:pt>
                <c:pt idx="22521">
                  <c:v>6.3778899999999998</c:v>
                </c:pt>
                <c:pt idx="22522">
                  <c:v>6.37819</c:v>
                </c:pt>
                <c:pt idx="22523">
                  <c:v>6.3784999999999998</c:v>
                </c:pt>
                <c:pt idx="22524">
                  <c:v>6.3788099999999996</c:v>
                </c:pt>
                <c:pt idx="22525">
                  <c:v>6.3791099999999998</c:v>
                </c:pt>
                <c:pt idx="22526">
                  <c:v>6.3794199999999996</c:v>
                </c:pt>
                <c:pt idx="22527">
                  <c:v>6.3797199999999998</c:v>
                </c:pt>
                <c:pt idx="22528">
                  <c:v>6.3800299999999996</c:v>
                </c:pt>
                <c:pt idx="22529">
                  <c:v>6.3803299999999998</c:v>
                </c:pt>
                <c:pt idx="22530">
                  <c:v>6.3806399999999996</c:v>
                </c:pt>
                <c:pt idx="22531">
                  <c:v>6.3809399999999998</c:v>
                </c:pt>
                <c:pt idx="22532">
                  <c:v>6.3812499999999996</c:v>
                </c:pt>
                <c:pt idx="22533">
                  <c:v>6.3815499999999998</c:v>
                </c:pt>
                <c:pt idx="22534">
                  <c:v>6.3818599999999996</c:v>
                </c:pt>
                <c:pt idx="22535">
                  <c:v>6.3821599999999998</c:v>
                </c:pt>
                <c:pt idx="22536">
                  <c:v>6.3824699999999996</c:v>
                </c:pt>
                <c:pt idx="22537">
                  <c:v>6.3827800000000003</c:v>
                </c:pt>
                <c:pt idx="22538">
                  <c:v>6.3830799999999996</c:v>
                </c:pt>
                <c:pt idx="22539">
                  <c:v>6.3833900000000003</c:v>
                </c:pt>
                <c:pt idx="22540">
                  <c:v>6.3836899999999996</c:v>
                </c:pt>
                <c:pt idx="22541">
                  <c:v>6.3840000000000003</c:v>
                </c:pt>
                <c:pt idx="22542">
                  <c:v>6.3842999999999996</c:v>
                </c:pt>
                <c:pt idx="22543">
                  <c:v>6.3846100000000003</c:v>
                </c:pt>
                <c:pt idx="22544">
                  <c:v>6.3849099999999996</c:v>
                </c:pt>
                <c:pt idx="22545">
                  <c:v>6.3852200000000003</c:v>
                </c:pt>
                <c:pt idx="22546">
                  <c:v>6.3855199999999996</c:v>
                </c:pt>
                <c:pt idx="22547">
                  <c:v>6.3858300000000003</c:v>
                </c:pt>
                <c:pt idx="22548">
                  <c:v>6.3861400000000001</c:v>
                </c:pt>
                <c:pt idx="22549">
                  <c:v>6.3864400000000003</c:v>
                </c:pt>
                <c:pt idx="22550">
                  <c:v>6.3867500000000001</c:v>
                </c:pt>
                <c:pt idx="22551">
                  <c:v>6.3870500000000003</c:v>
                </c:pt>
                <c:pt idx="22552">
                  <c:v>6.3873600000000001</c:v>
                </c:pt>
                <c:pt idx="22553">
                  <c:v>6.3876600000000003</c:v>
                </c:pt>
                <c:pt idx="22554">
                  <c:v>6.3879700000000001</c:v>
                </c:pt>
                <c:pt idx="22555">
                  <c:v>6.3882700000000003</c:v>
                </c:pt>
                <c:pt idx="22556">
                  <c:v>6.3885800000000001</c:v>
                </c:pt>
                <c:pt idx="22557">
                  <c:v>6.3888800000000003</c:v>
                </c:pt>
                <c:pt idx="22558">
                  <c:v>6.3891900000000001</c:v>
                </c:pt>
                <c:pt idx="22559">
                  <c:v>6.3894900000000003</c:v>
                </c:pt>
                <c:pt idx="22560">
                  <c:v>6.3898000000000001</c:v>
                </c:pt>
                <c:pt idx="22561">
                  <c:v>6.39011</c:v>
                </c:pt>
                <c:pt idx="22562">
                  <c:v>6.3904100000000001</c:v>
                </c:pt>
                <c:pt idx="22563">
                  <c:v>6.39072</c:v>
                </c:pt>
                <c:pt idx="22564">
                  <c:v>6.3910200000000001</c:v>
                </c:pt>
                <c:pt idx="22565">
                  <c:v>6.39133</c:v>
                </c:pt>
                <c:pt idx="22566">
                  <c:v>6.3916300000000001</c:v>
                </c:pt>
                <c:pt idx="22567">
                  <c:v>6.39194</c:v>
                </c:pt>
                <c:pt idx="22568">
                  <c:v>6.3922400000000001</c:v>
                </c:pt>
                <c:pt idx="22569">
                  <c:v>6.39255</c:v>
                </c:pt>
                <c:pt idx="22570">
                  <c:v>6.3928500000000001</c:v>
                </c:pt>
                <c:pt idx="22571">
                  <c:v>6.39316</c:v>
                </c:pt>
                <c:pt idx="22572">
                  <c:v>6.3934600000000001</c:v>
                </c:pt>
                <c:pt idx="22573">
                  <c:v>6.39377</c:v>
                </c:pt>
                <c:pt idx="22574">
                  <c:v>6.3940799999999998</c:v>
                </c:pt>
                <c:pt idx="22575">
                  <c:v>6.39438</c:v>
                </c:pt>
                <c:pt idx="22576">
                  <c:v>6.3946899999999998</c:v>
                </c:pt>
                <c:pt idx="22577">
                  <c:v>6.39499</c:v>
                </c:pt>
                <c:pt idx="22578">
                  <c:v>6.3952999999999998</c:v>
                </c:pt>
                <c:pt idx="22579">
                  <c:v>6.3956</c:v>
                </c:pt>
                <c:pt idx="22580">
                  <c:v>6.3959099999999998</c:v>
                </c:pt>
                <c:pt idx="22581">
                  <c:v>6.39621</c:v>
                </c:pt>
                <c:pt idx="22582">
                  <c:v>6.3965199999999998</c:v>
                </c:pt>
                <c:pt idx="22583">
                  <c:v>6.39682</c:v>
                </c:pt>
                <c:pt idx="22584">
                  <c:v>6.3971299999999998</c:v>
                </c:pt>
                <c:pt idx="22585">
                  <c:v>6.3974299999999999</c:v>
                </c:pt>
                <c:pt idx="22586">
                  <c:v>6.3977399999999998</c:v>
                </c:pt>
                <c:pt idx="22587">
                  <c:v>6.3980499999999996</c:v>
                </c:pt>
                <c:pt idx="22588">
                  <c:v>6.3983499999999998</c:v>
                </c:pt>
                <c:pt idx="22589">
                  <c:v>6.3986599999999996</c:v>
                </c:pt>
                <c:pt idx="22590">
                  <c:v>6.3989599999999998</c:v>
                </c:pt>
                <c:pt idx="22591">
                  <c:v>6.3992699999999996</c:v>
                </c:pt>
                <c:pt idx="22592">
                  <c:v>6.3995699999999998</c:v>
                </c:pt>
                <c:pt idx="22593">
                  <c:v>6.3998799999999996</c:v>
                </c:pt>
                <c:pt idx="22594">
                  <c:v>6.4001799999999998</c:v>
                </c:pt>
                <c:pt idx="22595">
                  <c:v>6.4004899999999996</c:v>
                </c:pt>
                <c:pt idx="22596">
                  <c:v>6.4007899999999998</c:v>
                </c:pt>
                <c:pt idx="22597">
                  <c:v>6.4010999999999996</c:v>
                </c:pt>
                <c:pt idx="22598">
                  <c:v>6.4013999999999998</c:v>
                </c:pt>
                <c:pt idx="22599">
                  <c:v>6.4017099999999996</c:v>
                </c:pt>
                <c:pt idx="22600">
                  <c:v>6.4020200000000003</c:v>
                </c:pt>
                <c:pt idx="22601">
                  <c:v>6.4023199999999996</c:v>
                </c:pt>
                <c:pt idx="22602">
                  <c:v>6.4026300000000003</c:v>
                </c:pt>
                <c:pt idx="22603">
                  <c:v>6.4029299999999996</c:v>
                </c:pt>
                <c:pt idx="22604">
                  <c:v>6.4032400000000003</c:v>
                </c:pt>
                <c:pt idx="22605">
                  <c:v>6.4035399999999996</c:v>
                </c:pt>
                <c:pt idx="22606">
                  <c:v>6.4038500000000003</c:v>
                </c:pt>
                <c:pt idx="22607">
                  <c:v>6.4041499999999996</c:v>
                </c:pt>
                <c:pt idx="22608">
                  <c:v>6.4044600000000003</c:v>
                </c:pt>
                <c:pt idx="22609">
                  <c:v>6.4047599999999996</c:v>
                </c:pt>
                <c:pt idx="22610">
                  <c:v>6.4050700000000003</c:v>
                </c:pt>
                <c:pt idx="22611">
                  <c:v>6.4053800000000001</c:v>
                </c:pt>
                <c:pt idx="22612">
                  <c:v>6.4056800000000003</c:v>
                </c:pt>
                <c:pt idx="22613">
                  <c:v>6.4059900000000001</c:v>
                </c:pt>
                <c:pt idx="22614">
                  <c:v>6.4062900000000003</c:v>
                </c:pt>
                <c:pt idx="22615">
                  <c:v>6.4066000000000001</c:v>
                </c:pt>
                <c:pt idx="22616">
                  <c:v>6.4069000000000003</c:v>
                </c:pt>
                <c:pt idx="22617">
                  <c:v>6.4072100000000001</c:v>
                </c:pt>
                <c:pt idx="22618">
                  <c:v>6.4075100000000003</c:v>
                </c:pt>
                <c:pt idx="22619">
                  <c:v>6.4078200000000001</c:v>
                </c:pt>
                <c:pt idx="22620">
                  <c:v>6.4081200000000003</c:v>
                </c:pt>
                <c:pt idx="22621">
                  <c:v>6.4084300000000001</c:v>
                </c:pt>
                <c:pt idx="22622">
                  <c:v>6.4087300000000003</c:v>
                </c:pt>
                <c:pt idx="22623">
                  <c:v>6.4090400000000001</c:v>
                </c:pt>
                <c:pt idx="22624">
                  <c:v>6.4093499999999999</c:v>
                </c:pt>
                <c:pt idx="22625">
                  <c:v>6.4096500000000001</c:v>
                </c:pt>
                <c:pt idx="22626">
                  <c:v>6.4099599999999999</c:v>
                </c:pt>
                <c:pt idx="22627">
                  <c:v>6.4102600000000001</c:v>
                </c:pt>
                <c:pt idx="22628">
                  <c:v>6.4105699999999999</c:v>
                </c:pt>
                <c:pt idx="22629">
                  <c:v>6.4108700000000001</c:v>
                </c:pt>
                <c:pt idx="22630">
                  <c:v>6.4111799999999999</c:v>
                </c:pt>
                <c:pt idx="22631">
                  <c:v>6.4114800000000001</c:v>
                </c:pt>
                <c:pt idx="22632">
                  <c:v>6.4117899999999999</c:v>
                </c:pt>
                <c:pt idx="22633">
                  <c:v>6.4120900000000001</c:v>
                </c:pt>
                <c:pt idx="22634">
                  <c:v>6.4123999999999999</c:v>
                </c:pt>
                <c:pt idx="22635">
                  <c:v>6.4127000000000001</c:v>
                </c:pt>
                <c:pt idx="22636">
                  <c:v>6.4130099999999999</c:v>
                </c:pt>
                <c:pt idx="22637">
                  <c:v>6.4133199999999997</c:v>
                </c:pt>
                <c:pt idx="22638">
                  <c:v>6.4136199999999999</c:v>
                </c:pt>
                <c:pt idx="22639">
                  <c:v>6.4139299999999997</c:v>
                </c:pt>
                <c:pt idx="22640">
                  <c:v>6.4142299999999999</c:v>
                </c:pt>
                <c:pt idx="22641">
                  <c:v>6.4145399999999997</c:v>
                </c:pt>
                <c:pt idx="22642">
                  <c:v>6.4148399999999999</c:v>
                </c:pt>
                <c:pt idx="22643">
                  <c:v>6.4151499999999997</c:v>
                </c:pt>
                <c:pt idx="22644">
                  <c:v>6.4154499999999999</c:v>
                </c:pt>
                <c:pt idx="22645">
                  <c:v>6.4157599999999997</c:v>
                </c:pt>
                <c:pt idx="22646">
                  <c:v>6.4160599999999999</c:v>
                </c:pt>
                <c:pt idx="22647">
                  <c:v>6.4163699999999997</c:v>
                </c:pt>
                <c:pt idx="22648">
                  <c:v>6.4166699999999999</c:v>
                </c:pt>
                <c:pt idx="22649">
                  <c:v>6.4169799999999997</c:v>
                </c:pt>
                <c:pt idx="22650">
                  <c:v>6.4172900000000004</c:v>
                </c:pt>
                <c:pt idx="22651">
                  <c:v>6.4175899999999997</c:v>
                </c:pt>
                <c:pt idx="22652">
                  <c:v>6.4179000000000004</c:v>
                </c:pt>
                <c:pt idx="22653">
                  <c:v>6.4181999999999997</c:v>
                </c:pt>
                <c:pt idx="22654">
                  <c:v>6.4185100000000004</c:v>
                </c:pt>
                <c:pt idx="22655">
                  <c:v>6.4188099999999997</c:v>
                </c:pt>
                <c:pt idx="22656">
                  <c:v>6.4191200000000004</c:v>
                </c:pt>
                <c:pt idx="22657">
                  <c:v>6.4194199999999997</c:v>
                </c:pt>
                <c:pt idx="22658">
                  <c:v>6.4197300000000004</c:v>
                </c:pt>
                <c:pt idx="22659">
                  <c:v>6.4200299999999997</c:v>
                </c:pt>
                <c:pt idx="22660">
                  <c:v>6.4203400000000004</c:v>
                </c:pt>
                <c:pt idx="22661">
                  <c:v>6.4206500000000002</c:v>
                </c:pt>
                <c:pt idx="22662">
                  <c:v>6.4209500000000004</c:v>
                </c:pt>
                <c:pt idx="22663">
                  <c:v>6.4212600000000002</c:v>
                </c:pt>
                <c:pt idx="22664">
                  <c:v>6.4215600000000004</c:v>
                </c:pt>
                <c:pt idx="22665">
                  <c:v>6.4218700000000002</c:v>
                </c:pt>
                <c:pt idx="22666">
                  <c:v>6.4221700000000004</c:v>
                </c:pt>
                <c:pt idx="22667">
                  <c:v>6.4224800000000002</c:v>
                </c:pt>
                <c:pt idx="22668">
                  <c:v>6.4227800000000004</c:v>
                </c:pt>
                <c:pt idx="22669">
                  <c:v>6.4230900000000002</c:v>
                </c:pt>
                <c:pt idx="22670">
                  <c:v>6.4233900000000004</c:v>
                </c:pt>
                <c:pt idx="22671">
                  <c:v>6.4237000000000002</c:v>
                </c:pt>
                <c:pt idx="22672">
                  <c:v>6.4240000000000004</c:v>
                </c:pt>
                <c:pt idx="22673">
                  <c:v>6.4243100000000002</c:v>
                </c:pt>
                <c:pt idx="22674">
                  <c:v>6.42462</c:v>
                </c:pt>
                <c:pt idx="22675">
                  <c:v>6.4249200000000002</c:v>
                </c:pt>
                <c:pt idx="22676">
                  <c:v>6.42523</c:v>
                </c:pt>
                <c:pt idx="22677">
                  <c:v>6.4255300000000002</c:v>
                </c:pt>
                <c:pt idx="22678">
                  <c:v>6.42584</c:v>
                </c:pt>
                <c:pt idx="22679">
                  <c:v>6.4261400000000002</c:v>
                </c:pt>
                <c:pt idx="22680">
                  <c:v>6.42645</c:v>
                </c:pt>
                <c:pt idx="22681">
                  <c:v>6.4267500000000002</c:v>
                </c:pt>
                <c:pt idx="22682">
                  <c:v>6.42706</c:v>
                </c:pt>
                <c:pt idx="22683">
                  <c:v>6.4273600000000002</c:v>
                </c:pt>
                <c:pt idx="22684">
                  <c:v>6.42767</c:v>
                </c:pt>
                <c:pt idx="22685">
                  <c:v>6.4279700000000002</c:v>
                </c:pt>
                <c:pt idx="22686">
                  <c:v>6.42828</c:v>
                </c:pt>
                <c:pt idx="22687">
                  <c:v>6.4285899999999998</c:v>
                </c:pt>
                <c:pt idx="22688">
                  <c:v>6.42889</c:v>
                </c:pt>
                <c:pt idx="22689">
                  <c:v>6.4291999999999998</c:v>
                </c:pt>
                <c:pt idx="22690">
                  <c:v>6.4295</c:v>
                </c:pt>
                <c:pt idx="22691">
                  <c:v>6.4298099999999998</c:v>
                </c:pt>
                <c:pt idx="22692">
                  <c:v>6.43011</c:v>
                </c:pt>
                <c:pt idx="22693">
                  <c:v>6.4304199999999998</c:v>
                </c:pt>
                <c:pt idx="22694">
                  <c:v>6.43072</c:v>
                </c:pt>
                <c:pt idx="22695">
                  <c:v>6.4310299999999998</c:v>
                </c:pt>
                <c:pt idx="22696">
                  <c:v>6.43133</c:v>
                </c:pt>
                <c:pt idx="22697">
                  <c:v>6.4316399999999998</c:v>
                </c:pt>
                <c:pt idx="22698">
                  <c:v>6.43194</c:v>
                </c:pt>
                <c:pt idx="22699">
                  <c:v>6.4322499999999998</c:v>
                </c:pt>
                <c:pt idx="22700">
                  <c:v>6.4325599999999996</c:v>
                </c:pt>
                <c:pt idx="22701">
                  <c:v>6.4328599999999998</c:v>
                </c:pt>
                <c:pt idx="22702">
                  <c:v>6.4331699999999996</c:v>
                </c:pt>
                <c:pt idx="22703">
                  <c:v>6.4334699999999998</c:v>
                </c:pt>
                <c:pt idx="22704">
                  <c:v>6.4337799999999996</c:v>
                </c:pt>
                <c:pt idx="22705">
                  <c:v>6.4340799999999998</c:v>
                </c:pt>
                <c:pt idx="22706">
                  <c:v>6.4343899999999996</c:v>
                </c:pt>
                <c:pt idx="22707">
                  <c:v>6.4346899999999998</c:v>
                </c:pt>
                <c:pt idx="22708">
                  <c:v>6.4349999999999996</c:v>
                </c:pt>
                <c:pt idx="22709">
                  <c:v>6.4352999999999998</c:v>
                </c:pt>
                <c:pt idx="22710">
                  <c:v>6.4356099999999996</c:v>
                </c:pt>
                <c:pt idx="22711">
                  <c:v>6.4359099999999998</c:v>
                </c:pt>
                <c:pt idx="22712">
                  <c:v>6.4362199999999996</c:v>
                </c:pt>
                <c:pt idx="22713">
                  <c:v>6.4365300000000003</c:v>
                </c:pt>
                <c:pt idx="22714">
                  <c:v>6.4368299999999996</c:v>
                </c:pt>
                <c:pt idx="22715">
                  <c:v>6.4371400000000003</c:v>
                </c:pt>
                <c:pt idx="22716">
                  <c:v>6.4374399999999996</c:v>
                </c:pt>
                <c:pt idx="22717">
                  <c:v>6.4377500000000003</c:v>
                </c:pt>
                <c:pt idx="22718">
                  <c:v>6.4380499999999996</c:v>
                </c:pt>
                <c:pt idx="22719">
                  <c:v>6.4383600000000003</c:v>
                </c:pt>
                <c:pt idx="22720">
                  <c:v>6.4386599999999996</c:v>
                </c:pt>
                <c:pt idx="22721">
                  <c:v>6.4389700000000003</c:v>
                </c:pt>
                <c:pt idx="22722">
                  <c:v>6.4392699999999996</c:v>
                </c:pt>
                <c:pt idx="22723">
                  <c:v>6.4395800000000003</c:v>
                </c:pt>
                <c:pt idx="22724">
                  <c:v>6.4398900000000001</c:v>
                </c:pt>
                <c:pt idx="22725">
                  <c:v>6.4401900000000003</c:v>
                </c:pt>
                <c:pt idx="22726">
                  <c:v>6.4405000000000001</c:v>
                </c:pt>
                <c:pt idx="22727">
                  <c:v>6.4408000000000003</c:v>
                </c:pt>
                <c:pt idx="22728">
                  <c:v>6.4411100000000001</c:v>
                </c:pt>
                <c:pt idx="22729">
                  <c:v>6.4414100000000003</c:v>
                </c:pt>
                <c:pt idx="22730">
                  <c:v>6.4417200000000001</c:v>
                </c:pt>
                <c:pt idx="22731">
                  <c:v>6.4420200000000003</c:v>
                </c:pt>
                <c:pt idx="22732">
                  <c:v>6.4423300000000001</c:v>
                </c:pt>
                <c:pt idx="22733">
                  <c:v>6.4426300000000003</c:v>
                </c:pt>
                <c:pt idx="22734">
                  <c:v>6.4429400000000001</c:v>
                </c:pt>
                <c:pt idx="22735">
                  <c:v>6.4432400000000003</c:v>
                </c:pt>
                <c:pt idx="22736">
                  <c:v>6.4435500000000001</c:v>
                </c:pt>
                <c:pt idx="22737">
                  <c:v>6.4438599999999999</c:v>
                </c:pt>
                <c:pt idx="22738">
                  <c:v>6.4441600000000001</c:v>
                </c:pt>
                <c:pt idx="22739">
                  <c:v>6.4444699999999999</c:v>
                </c:pt>
                <c:pt idx="22740">
                  <c:v>6.4447700000000001</c:v>
                </c:pt>
                <c:pt idx="22741">
                  <c:v>6.4450799999999999</c:v>
                </c:pt>
                <c:pt idx="22742">
                  <c:v>6.4453800000000001</c:v>
                </c:pt>
                <c:pt idx="22743">
                  <c:v>6.4456899999999999</c:v>
                </c:pt>
                <c:pt idx="22744">
                  <c:v>6.4459900000000001</c:v>
                </c:pt>
                <c:pt idx="22745">
                  <c:v>6.4462999999999999</c:v>
                </c:pt>
                <c:pt idx="22746">
                  <c:v>6.4466000000000001</c:v>
                </c:pt>
                <c:pt idx="22747">
                  <c:v>6.4469099999999999</c:v>
                </c:pt>
                <c:pt idx="22748">
                  <c:v>6.4472100000000001</c:v>
                </c:pt>
                <c:pt idx="22749">
                  <c:v>6.4475199999999999</c:v>
                </c:pt>
                <c:pt idx="22750">
                  <c:v>6.4478299999999997</c:v>
                </c:pt>
                <c:pt idx="22751">
                  <c:v>6.4481299999999999</c:v>
                </c:pt>
                <c:pt idx="22752">
                  <c:v>6.4484399999999997</c:v>
                </c:pt>
                <c:pt idx="22753">
                  <c:v>6.4487399999999999</c:v>
                </c:pt>
                <c:pt idx="22754">
                  <c:v>6.4490499999999997</c:v>
                </c:pt>
                <c:pt idx="22755">
                  <c:v>6.4493499999999999</c:v>
                </c:pt>
                <c:pt idx="22756">
                  <c:v>6.4496599999999997</c:v>
                </c:pt>
                <c:pt idx="22757">
                  <c:v>6.4499599999999999</c:v>
                </c:pt>
                <c:pt idx="22758">
                  <c:v>6.4502699999999997</c:v>
                </c:pt>
                <c:pt idx="22759">
                  <c:v>6.4505699999999999</c:v>
                </c:pt>
                <c:pt idx="22760">
                  <c:v>6.4508799999999997</c:v>
                </c:pt>
                <c:pt idx="22761">
                  <c:v>6.4511799999999999</c:v>
                </c:pt>
                <c:pt idx="22762">
                  <c:v>6.4514899999999997</c:v>
                </c:pt>
                <c:pt idx="22763">
                  <c:v>6.4518000000000004</c:v>
                </c:pt>
                <c:pt idx="22764">
                  <c:v>6.4520999999999997</c:v>
                </c:pt>
                <c:pt idx="22765">
                  <c:v>6.4524100000000004</c:v>
                </c:pt>
                <c:pt idx="22766">
                  <c:v>6.4527099999999997</c:v>
                </c:pt>
                <c:pt idx="22767">
                  <c:v>6.4530200000000004</c:v>
                </c:pt>
                <c:pt idx="22768">
                  <c:v>6.4533199999999997</c:v>
                </c:pt>
                <c:pt idx="22769">
                  <c:v>6.4536300000000004</c:v>
                </c:pt>
                <c:pt idx="22770">
                  <c:v>6.4539299999999997</c:v>
                </c:pt>
                <c:pt idx="22771">
                  <c:v>6.4542400000000004</c:v>
                </c:pt>
                <c:pt idx="22772">
                  <c:v>6.4545399999999997</c:v>
                </c:pt>
                <c:pt idx="22773">
                  <c:v>6.4548500000000004</c:v>
                </c:pt>
                <c:pt idx="22774">
                  <c:v>6.4551499999999997</c:v>
                </c:pt>
                <c:pt idx="22775">
                  <c:v>6.4554600000000004</c:v>
                </c:pt>
                <c:pt idx="22776">
                  <c:v>6.4557700000000002</c:v>
                </c:pt>
                <c:pt idx="22777">
                  <c:v>6.4560700000000004</c:v>
                </c:pt>
                <c:pt idx="22778">
                  <c:v>6.4563800000000002</c:v>
                </c:pt>
                <c:pt idx="22779">
                  <c:v>6.4566800000000004</c:v>
                </c:pt>
                <c:pt idx="22780">
                  <c:v>6.4569900000000002</c:v>
                </c:pt>
                <c:pt idx="22781">
                  <c:v>6.4572900000000004</c:v>
                </c:pt>
                <c:pt idx="22782">
                  <c:v>6.4576000000000002</c:v>
                </c:pt>
                <c:pt idx="22783">
                  <c:v>6.4579000000000004</c:v>
                </c:pt>
                <c:pt idx="22784">
                  <c:v>6.4582100000000002</c:v>
                </c:pt>
                <c:pt idx="22785">
                  <c:v>6.4585100000000004</c:v>
                </c:pt>
                <c:pt idx="22786">
                  <c:v>6.4588200000000002</c:v>
                </c:pt>
                <c:pt idx="22787">
                  <c:v>6.45913</c:v>
                </c:pt>
                <c:pt idx="22788">
                  <c:v>6.4594300000000002</c:v>
                </c:pt>
                <c:pt idx="22789">
                  <c:v>6.45974</c:v>
                </c:pt>
                <c:pt idx="22790">
                  <c:v>6.4600400000000002</c:v>
                </c:pt>
                <c:pt idx="22791">
                  <c:v>6.46035</c:v>
                </c:pt>
                <c:pt idx="22792">
                  <c:v>6.4606500000000002</c:v>
                </c:pt>
                <c:pt idx="22793">
                  <c:v>6.46096</c:v>
                </c:pt>
                <c:pt idx="22794">
                  <c:v>6.4612600000000002</c:v>
                </c:pt>
                <c:pt idx="22795">
                  <c:v>6.46157</c:v>
                </c:pt>
                <c:pt idx="22796">
                  <c:v>6.4618700000000002</c:v>
                </c:pt>
                <c:pt idx="22797">
                  <c:v>6.46218</c:v>
                </c:pt>
                <c:pt idx="22798">
                  <c:v>6.4624800000000002</c:v>
                </c:pt>
                <c:pt idx="22799">
                  <c:v>6.46279</c:v>
                </c:pt>
                <c:pt idx="22800">
                  <c:v>6.4630999999999998</c:v>
                </c:pt>
                <c:pt idx="22801">
                  <c:v>6.4634</c:v>
                </c:pt>
                <c:pt idx="22802">
                  <c:v>6.4637099999999998</c:v>
                </c:pt>
                <c:pt idx="22803">
                  <c:v>6.46401</c:v>
                </c:pt>
                <c:pt idx="22804">
                  <c:v>6.4643199999999998</c:v>
                </c:pt>
                <c:pt idx="22805">
                  <c:v>6.46462</c:v>
                </c:pt>
                <c:pt idx="22806">
                  <c:v>6.4649299999999998</c:v>
                </c:pt>
                <c:pt idx="22807">
                  <c:v>6.46523</c:v>
                </c:pt>
                <c:pt idx="22808">
                  <c:v>6.4655399999999998</c:v>
                </c:pt>
                <c:pt idx="22809">
                  <c:v>6.46584</c:v>
                </c:pt>
                <c:pt idx="22810">
                  <c:v>6.4661499999999998</c:v>
                </c:pt>
                <c:pt idx="22811">
                  <c:v>6.46645</c:v>
                </c:pt>
                <c:pt idx="22812">
                  <c:v>6.4667599999999998</c:v>
                </c:pt>
                <c:pt idx="22813">
                  <c:v>6.4670699999999997</c:v>
                </c:pt>
                <c:pt idx="22814">
                  <c:v>6.4673699999999998</c:v>
                </c:pt>
                <c:pt idx="22815">
                  <c:v>6.4676799999999997</c:v>
                </c:pt>
                <c:pt idx="22816">
                  <c:v>6.4679799999999998</c:v>
                </c:pt>
                <c:pt idx="22817">
                  <c:v>6.4682899999999997</c:v>
                </c:pt>
                <c:pt idx="22818">
                  <c:v>6.4685899999999998</c:v>
                </c:pt>
                <c:pt idx="22819">
                  <c:v>6.4688999999999997</c:v>
                </c:pt>
                <c:pt idx="22820">
                  <c:v>6.4691999999999998</c:v>
                </c:pt>
                <c:pt idx="22821">
                  <c:v>6.4695099999999996</c:v>
                </c:pt>
                <c:pt idx="22822">
                  <c:v>6.4698099999999998</c:v>
                </c:pt>
                <c:pt idx="22823">
                  <c:v>6.4701199999999996</c:v>
                </c:pt>
                <c:pt idx="22824">
                  <c:v>6.4704199999999998</c:v>
                </c:pt>
                <c:pt idx="22825">
                  <c:v>6.4707299999999996</c:v>
                </c:pt>
                <c:pt idx="22826">
                  <c:v>6.4710400000000003</c:v>
                </c:pt>
                <c:pt idx="22827">
                  <c:v>6.4713399999999996</c:v>
                </c:pt>
                <c:pt idx="22828">
                  <c:v>6.4716500000000003</c:v>
                </c:pt>
                <c:pt idx="22829">
                  <c:v>6.4719499999999996</c:v>
                </c:pt>
                <c:pt idx="22830">
                  <c:v>6.4722600000000003</c:v>
                </c:pt>
                <c:pt idx="22831">
                  <c:v>6.4725599999999996</c:v>
                </c:pt>
                <c:pt idx="22832">
                  <c:v>6.4728700000000003</c:v>
                </c:pt>
                <c:pt idx="22833">
                  <c:v>6.4731699999999996</c:v>
                </c:pt>
                <c:pt idx="22834">
                  <c:v>6.4734800000000003</c:v>
                </c:pt>
                <c:pt idx="22835">
                  <c:v>6.4737799999999996</c:v>
                </c:pt>
                <c:pt idx="22836">
                  <c:v>6.4740900000000003</c:v>
                </c:pt>
                <c:pt idx="22837">
                  <c:v>6.4743899999999996</c:v>
                </c:pt>
                <c:pt idx="22838">
                  <c:v>6.4747000000000003</c:v>
                </c:pt>
                <c:pt idx="22839">
                  <c:v>6.4750100000000002</c:v>
                </c:pt>
                <c:pt idx="22840">
                  <c:v>6.4753100000000003</c:v>
                </c:pt>
                <c:pt idx="22841">
                  <c:v>6.4756200000000002</c:v>
                </c:pt>
                <c:pt idx="22842">
                  <c:v>6.4759200000000003</c:v>
                </c:pt>
                <c:pt idx="22843">
                  <c:v>6.4762300000000002</c:v>
                </c:pt>
                <c:pt idx="22844">
                  <c:v>6.4765300000000003</c:v>
                </c:pt>
                <c:pt idx="22845">
                  <c:v>6.4768400000000002</c:v>
                </c:pt>
                <c:pt idx="22846">
                  <c:v>6.4771400000000003</c:v>
                </c:pt>
                <c:pt idx="22847">
                  <c:v>6.4774500000000002</c:v>
                </c:pt>
                <c:pt idx="22848">
                  <c:v>6.4777500000000003</c:v>
                </c:pt>
                <c:pt idx="22849">
                  <c:v>6.4780600000000002</c:v>
                </c:pt>
                <c:pt idx="22850">
                  <c:v>6.47837</c:v>
                </c:pt>
                <c:pt idx="22851">
                  <c:v>6.4786700000000002</c:v>
                </c:pt>
                <c:pt idx="22852">
                  <c:v>6.47898</c:v>
                </c:pt>
                <c:pt idx="22853">
                  <c:v>6.4792800000000002</c:v>
                </c:pt>
                <c:pt idx="22854">
                  <c:v>6.47959</c:v>
                </c:pt>
                <c:pt idx="22855">
                  <c:v>6.4798900000000001</c:v>
                </c:pt>
                <c:pt idx="22856">
                  <c:v>6.4802</c:v>
                </c:pt>
                <c:pt idx="22857">
                  <c:v>6.4805000000000001</c:v>
                </c:pt>
                <c:pt idx="22858">
                  <c:v>6.48081</c:v>
                </c:pt>
                <c:pt idx="22859">
                  <c:v>6.4811100000000001</c:v>
                </c:pt>
                <c:pt idx="22860">
                  <c:v>6.48142</c:v>
                </c:pt>
                <c:pt idx="22861">
                  <c:v>6.4817200000000001</c:v>
                </c:pt>
                <c:pt idx="22862">
                  <c:v>6.48203</c:v>
                </c:pt>
                <c:pt idx="22863">
                  <c:v>6.4823399999999998</c:v>
                </c:pt>
                <c:pt idx="22864">
                  <c:v>6.48264</c:v>
                </c:pt>
                <c:pt idx="22865">
                  <c:v>6.4829499999999998</c:v>
                </c:pt>
                <c:pt idx="22866">
                  <c:v>6.48325</c:v>
                </c:pt>
                <c:pt idx="22867">
                  <c:v>6.4835599999999998</c:v>
                </c:pt>
                <c:pt idx="22868">
                  <c:v>6.48386</c:v>
                </c:pt>
                <c:pt idx="22869">
                  <c:v>6.4841699999999998</c:v>
                </c:pt>
                <c:pt idx="22870">
                  <c:v>6.48447</c:v>
                </c:pt>
                <c:pt idx="22871">
                  <c:v>6.4847799999999998</c:v>
                </c:pt>
                <c:pt idx="22872">
                  <c:v>6.48508</c:v>
                </c:pt>
                <c:pt idx="22873">
                  <c:v>6.4853899999999998</c:v>
                </c:pt>
                <c:pt idx="22874">
                  <c:v>6.48569</c:v>
                </c:pt>
                <c:pt idx="22875">
                  <c:v>6.4859999999999998</c:v>
                </c:pt>
                <c:pt idx="22876">
                  <c:v>6.4863099999999996</c:v>
                </c:pt>
                <c:pt idx="22877">
                  <c:v>6.4866099999999998</c:v>
                </c:pt>
                <c:pt idx="22878">
                  <c:v>6.4869199999999996</c:v>
                </c:pt>
                <c:pt idx="22879">
                  <c:v>6.4872199999999998</c:v>
                </c:pt>
                <c:pt idx="22880">
                  <c:v>6.4875299999999996</c:v>
                </c:pt>
                <c:pt idx="22881">
                  <c:v>6.4878299999999998</c:v>
                </c:pt>
                <c:pt idx="22882">
                  <c:v>6.4881399999999996</c:v>
                </c:pt>
                <c:pt idx="22883">
                  <c:v>6.4884399999999998</c:v>
                </c:pt>
                <c:pt idx="22884">
                  <c:v>6.4887499999999996</c:v>
                </c:pt>
                <c:pt idx="22885">
                  <c:v>6.4890499999999998</c:v>
                </c:pt>
                <c:pt idx="22886">
                  <c:v>6.4893599999999996</c:v>
                </c:pt>
                <c:pt idx="22887">
                  <c:v>6.4896599999999998</c:v>
                </c:pt>
                <c:pt idx="22888">
                  <c:v>6.4899699999999996</c:v>
                </c:pt>
                <c:pt idx="22889">
                  <c:v>6.4902800000000003</c:v>
                </c:pt>
                <c:pt idx="22890">
                  <c:v>6.4905799999999996</c:v>
                </c:pt>
                <c:pt idx="22891">
                  <c:v>6.4908900000000003</c:v>
                </c:pt>
                <c:pt idx="22892">
                  <c:v>6.4911899999999996</c:v>
                </c:pt>
                <c:pt idx="22893">
                  <c:v>6.4915000000000003</c:v>
                </c:pt>
                <c:pt idx="22894">
                  <c:v>6.4917999999999996</c:v>
                </c:pt>
                <c:pt idx="22895">
                  <c:v>6.4921100000000003</c:v>
                </c:pt>
                <c:pt idx="22896">
                  <c:v>6.4924099999999996</c:v>
                </c:pt>
                <c:pt idx="22897">
                  <c:v>6.4927200000000003</c:v>
                </c:pt>
                <c:pt idx="22898">
                  <c:v>6.4930199999999996</c:v>
                </c:pt>
                <c:pt idx="22899">
                  <c:v>6.4933300000000003</c:v>
                </c:pt>
                <c:pt idx="22900">
                  <c:v>6.4936400000000001</c:v>
                </c:pt>
                <c:pt idx="22901">
                  <c:v>6.4939400000000003</c:v>
                </c:pt>
                <c:pt idx="22902">
                  <c:v>6.4942500000000001</c:v>
                </c:pt>
                <c:pt idx="22903">
                  <c:v>6.4945500000000003</c:v>
                </c:pt>
                <c:pt idx="22904">
                  <c:v>6.4948600000000001</c:v>
                </c:pt>
                <c:pt idx="22905">
                  <c:v>6.4951600000000003</c:v>
                </c:pt>
                <c:pt idx="22906">
                  <c:v>6.4954700000000001</c:v>
                </c:pt>
                <c:pt idx="22907">
                  <c:v>6.4957700000000003</c:v>
                </c:pt>
                <c:pt idx="22908">
                  <c:v>6.4960800000000001</c:v>
                </c:pt>
                <c:pt idx="22909">
                  <c:v>6.4963800000000003</c:v>
                </c:pt>
                <c:pt idx="22910">
                  <c:v>6.4966900000000001</c:v>
                </c:pt>
                <c:pt idx="22911">
                  <c:v>6.4969900000000003</c:v>
                </c:pt>
                <c:pt idx="22912">
                  <c:v>6.4973000000000001</c:v>
                </c:pt>
                <c:pt idx="22913">
                  <c:v>6.4976099999999999</c:v>
                </c:pt>
                <c:pt idx="22914">
                  <c:v>6.4979100000000001</c:v>
                </c:pt>
                <c:pt idx="22915">
                  <c:v>6.4982199999999999</c:v>
                </c:pt>
                <c:pt idx="22916">
                  <c:v>6.4985200000000001</c:v>
                </c:pt>
                <c:pt idx="22917">
                  <c:v>6.4988299999999999</c:v>
                </c:pt>
                <c:pt idx="22918">
                  <c:v>6.4991300000000001</c:v>
                </c:pt>
                <c:pt idx="22919">
                  <c:v>6.4994399999999999</c:v>
                </c:pt>
                <c:pt idx="22920">
                  <c:v>6.4997400000000001</c:v>
                </c:pt>
                <c:pt idx="22921">
                  <c:v>6.5000499999999999</c:v>
                </c:pt>
                <c:pt idx="22922">
                  <c:v>6.5003500000000001</c:v>
                </c:pt>
                <c:pt idx="22923">
                  <c:v>6.5006599999999999</c:v>
                </c:pt>
                <c:pt idx="22924">
                  <c:v>6.5009600000000001</c:v>
                </c:pt>
                <c:pt idx="22925">
                  <c:v>6.5012699999999999</c:v>
                </c:pt>
                <c:pt idx="22926">
                  <c:v>6.5015799999999997</c:v>
                </c:pt>
                <c:pt idx="22927">
                  <c:v>6.5018799999999999</c:v>
                </c:pt>
                <c:pt idx="22928">
                  <c:v>6.5021899999999997</c:v>
                </c:pt>
                <c:pt idx="22929">
                  <c:v>6.5024899999999999</c:v>
                </c:pt>
                <c:pt idx="22930">
                  <c:v>6.5027999999999997</c:v>
                </c:pt>
                <c:pt idx="22931">
                  <c:v>6.5030999999999999</c:v>
                </c:pt>
                <c:pt idx="22932">
                  <c:v>6.5034099999999997</c:v>
                </c:pt>
                <c:pt idx="22933">
                  <c:v>6.5037099999999999</c:v>
                </c:pt>
                <c:pt idx="22934">
                  <c:v>6.5040199999999997</c:v>
                </c:pt>
                <c:pt idx="22935">
                  <c:v>6.5043199999999999</c:v>
                </c:pt>
                <c:pt idx="22936">
                  <c:v>6.5046299999999997</c:v>
                </c:pt>
                <c:pt idx="22937">
                  <c:v>6.5049299999999999</c:v>
                </c:pt>
                <c:pt idx="22938">
                  <c:v>6.5052399999999997</c:v>
                </c:pt>
                <c:pt idx="22939">
                  <c:v>6.5055500000000004</c:v>
                </c:pt>
                <c:pt idx="22940">
                  <c:v>6.5058499999999997</c:v>
                </c:pt>
                <c:pt idx="22941">
                  <c:v>6.5061600000000004</c:v>
                </c:pt>
                <c:pt idx="22942">
                  <c:v>6.5064599999999997</c:v>
                </c:pt>
                <c:pt idx="22943">
                  <c:v>6.5067700000000004</c:v>
                </c:pt>
                <c:pt idx="22944">
                  <c:v>6.5070699999999997</c:v>
                </c:pt>
                <c:pt idx="22945">
                  <c:v>6.5073800000000004</c:v>
                </c:pt>
                <c:pt idx="22946">
                  <c:v>6.5076799999999997</c:v>
                </c:pt>
                <c:pt idx="22947">
                  <c:v>6.5079900000000004</c:v>
                </c:pt>
                <c:pt idx="22948">
                  <c:v>6.5082899999999997</c:v>
                </c:pt>
                <c:pt idx="22949">
                  <c:v>6.5086000000000004</c:v>
                </c:pt>
                <c:pt idx="22950">
                  <c:v>6.5088999999999997</c:v>
                </c:pt>
                <c:pt idx="22951">
                  <c:v>6.5092100000000004</c:v>
                </c:pt>
                <c:pt idx="22952">
                  <c:v>6.5095200000000002</c:v>
                </c:pt>
                <c:pt idx="22953">
                  <c:v>6.5098200000000004</c:v>
                </c:pt>
                <c:pt idx="22954">
                  <c:v>6.5101300000000002</c:v>
                </c:pt>
                <c:pt idx="22955">
                  <c:v>6.5104300000000004</c:v>
                </c:pt>
                <c:pt idx="22956">
                  <c:v>6.5107400000000002</c:v>
                </c:pt>
                <c:pt idx="22957">
                  <c:v>6.5110400000000004</c:v>
                </c:pt>
                <c:pt idx="22958">
                  <c:v>6.5113500000000002</c:v>
                </c:pt>
                <c:pt idx="22959">
                  <c:v>6.5116500000000004</c:v>
                </c:pt>
                <c:pt idx="22960">
                  <c:v>6.5119600000000002</c:v>
                </c:pt>
                <c:pt idx="22961">
                  <c:v>6.5122600000000004</c:v>
                </c:pt>
                <c:pt idx="22962">
                  <c:v>6.5125700000000002</c:v>
                </c:pt>
                <c:pt idx="22963">
                  <c:v>6.51288</c:v>
                </c:pt>
                <c:pt idx="22964">
                  <c:v>6.5131800000000002</c:v>
                </c:pt>
                <c:pt idx="22965">
                  <c:v>6.51349</c:v>
                </c:pt>
                <c:pt idx="22966">
                  <c:v>6.5137900000000002</c:v>
                </c:pt>
                <c:pt idx="22967">
                  <c:v>6.5141</c:v>
                </c:pt>
                <c:pt idx="22968">
                  <c:v>6.5144000000000002</c:v>
                </c:pt>
                <c:pt idx="22969">
                  <c:v>6.51471</c:v>
                </c:pt>
                <c:pt idx="22970">
                  <c:v>6.5150100000000002</c:v>
                </c:pt>
                <c:pt idx="22971">
                  <c:v>6.51532</c:v>
                </c:pt>
                <c:pt idx="22972">
                  <c:v>6.5156200000000002</c:v>
                </c:pt>
                <c:pt idx="22973">
                  <c:v>6.51593</c:v>
                </c:pt>
                <c:pt idx="22974">
                  <c:v>6.5162300000000002</c:v>
                </c:pt>
                <c:pt idx="22975">
                  <c:v>6.51654</c:v>
                </c:pt>
                <c:pt idx="22976">
                  <c:v>6.5168499999999998</c:v>
                </c:pt>
                <c:pt idx="22977">
                  <c:v>6.51715</c:v>
                </c:pt>
                <c:pt idx="22978">
                  <c:v>6.5174599999999998</c:v>
                </c:pt>
                <c:pt idx="22979">
                  <c:v>6.51776</c:v>
                </c:pt>
                <c:pt idx="22980">
                  <c:v>6.5180699999999998</c:v>
                </c:pt>
                <c:pt idx="22981">
                  <c:v>6.51837</c:v>
                </c:pt>
                <c:pt idx="22982">
                  <c:v>6.5186799999999998</c:v>
                </c:pt>
                <c:pt idx="22983">
                  <c:v>6.51898</c:v>
                </c:pt>
                <c:pt idx="22984">
                  <c:v>6.5192899999999998</c:v>
                </c:pt>
                <c:pt idx="22985">
                  <c:v>6.51959</c:v>
                </c:pt>
                <c:pt idx="22986">
                  <c:v>6.5198999999999998</c:v>
                </c:pt>
                <c:pt idx="22987">
                  <c:v>6.5202</c:v>
                </c:pt>
                <c:pt idx="22988">
                  <c:v>6.5205099999999998</c:v>
                </c:pt>
                <c:pt idx="22989">
                  <c:v>6.5208199999999996</c:v>
                </c:pt>
                <c:pt idx="22990">
                  <c:v>6.5211199999999998</c:v>
                </c:pt>
                <c:pt idx="22991">
                  <c:v>6.5214299999999996</c:v>
                </c:pt>
                <c:pt idx="22992">
                  <c:v>6.5217299999999998</c:v>
                </c:pt>
                <c:pt idx="22993">
                  <c:v>6.5220399999999996</c:v>
                </c:pt>
                <c:pt idx="22994">
                  <c:v>6.5223399999999998</c:v>
                </c:pt>
                <c:pt idx="22995">
                  <c:v>6.5226499999999996</c:v>
                </c:pt>
                <c:pt idx="22996">
                  <c:v>6.5229499999999998</c:v>
                </c:pt>
                <c:pt idx="22997">
                  <c:v>6.5232599999999996</c:v>
                </c:pt>
                <c:pt idx="22998">
                  <c:v>6.5235599999999998</c:v>
                </c:pt>
                <c:pt idx="22999">
                  <c:v>6.5238699999999996</c:v>
                </c:pt>
                <c:pt idx="23000">
                  <c:v>6.5241699999999998</c:v>
                </c:pt>
                <c:pt idx="23001">
                  <c:v>6.5244799999999996</c:v>
                </c:pt>
                <c:pt idx="23002">
                  <c:v>6.5247900000000003</c:v>
                </c:pt>
                <c:pt idx="23003">
                  <c:v>6.5250899999999996</c:v>
                </c:pt>
                <c:pt idx="23004">
                  <c:v>6.5254000000000003</c:v>
                </c:pt>
                <c:pt idx="23005">
                  <c:v>6.5256999999999996</c:v>
                </c:pt>
                <c:pt idx="23006">
                  <c:v>6.5260100000000003</c:v>
                </c:pt>
                <c:pt idx="23007">
                  <c:v>6.5263099999999996</c:v>
                </c:pt>
                <c:pt idx="23008">
                  <c:v>6.5266200000000003</c:v>
                </c:pt>
                <c:pt idx="23009">
                  <c:v>6.5269199999999996</c:v>
                </c:pt>
                <c:pt idx="23010">
                  <c:v>6.5272300000000003</c:v>
                </c:pt>
                <c:pt idx="23011">
                  <c:v>6.5275299999999996</c:v>
                </c:pt>
                <c:pt idx="23012">
                  <c:v>6.5278400000000003</c:v>
                </c:pt>
                <c:pt idx="23013">
                  <c:v>6.5281399999999996</c:v>
                </c:pt>
                <c:pt idx="23014">
                  <c:v>6.5284500000000003</c:v>
                </c:pt>
                <c:pt idx="23015">
                  <c:v>6.5287600000000001</c:v>
                </c:pt>
                <c:pt idx="23016">
                  <c:v>6.5290600000000003</c:v>
                </c:pt>
                <c:pt idx="23017">
                  <c:v>6.5293700000000001</c:v>
                </c:pt>
                <c:pt idx="23018">
                  <c:v>6.5296700000000003</c:v>
                </c:pt>
                <c:pt idx="23019">
                  <c:v>6.5299800000000001</c:v>
                </c:pt>
                <c:pt idx="23020">
                  <c:v>6.5302800000000003</c:v>
                </c:pt>
                <c:pt idx="23021">
                  <c:v>6.5305900000000001</c:v>
                </c:pt>
                <c:pt idx="23022">
                  <c:v>6.5308900000000003</c:v>
                </c:pt>
                <c:pt idx="23023">
                  <c:v>6.5312000000000001</c:v>
                </c:pt>
                <c:pt idx="23024">
                  <c:v>6.5315000000000003</c:v>
                </c:pt>
                <c:pt idx="23025">
                  <c:v>6.5318100000000001</c:v>
                </c:pt>
                <c:pt idx="23026">
                  <c:v>6.5321199999999999</c:v>
                </c:pt>
                <c:pt idx="23027">
                  <c:v>6.5324200000000001</c:v>
                </c:pt>
                <c:pt idx="23028">
                  <c:v>6.5327299999999999</c:v>
                </c:pt>
                <c:pt idx="23029">
                  <c:v>6.5330300000000001</c:v>
                </c:pt>
                <c:pt idx="23030">
                  <c:v>6.5333399999999999</c:v>
                </c:pt>
                <c:pt idx="23031">
                  <c:v>6.5336400000000001</c:v>
                </c:pt>
                <c:pt idx="23032">
                  <c:v>6.5339499999999999</c:v>
                </c:pt>
                <c:pt idx="23033">
                  <c:v>6.5342500000000001</c:v>
                </c:pt>
                <c:pt idx="23034">
                  <c:v>6.5345599999999999</c:v>
                </c:pt>
                <c:pt idx="23035">
                  <c:v>6.5348600000000001</c:v>
                </c:pt>
                <c:pt idx="23036">
                  <c:v>6.5351699999999999</c:v>
                </c:pt>
                <c:pt idx="23037">
                  <c:v>6.5354700000000001</c:v>
                </c:pt>
                <c:pt idx="23038">
                  <c:v>6.5357799999999999</c:v>
                </c:pt>
                <c:pt idx="23039">
                  <c:v>6.5360899999999997</c:v>
                </c:pt>
                <c:pt idx="23040">
                  <c:v>6.5363899999999999</c:v>
                </c:pt>
                <c:pt idx="23041">
                  <c:v>6.5366999999999997</c:v>
                </c:pt>
                <c:pt idx="23042">
                  <c:v>6.5369999999999999</c:v>
                </c:pt>
                <c:pt idx="23043">
                  <c:v>6.5373099999999997</c:v>
                </c:pt>
                <c:pt idx="23044">
                  <c:v>6.5376099999999999</c:v>
                </c:pt>
                <c:pt idx="23045">
                  <c:v>6.5379199999999997</c:v>
                </c:pt>
                <c:pt idx="23046">
                  <c:v>6.5382199999999999</c:v>
                </c:pt>
                <c:pt idx="23047">
                  <c:v>6.5385299999999997</c:v>
                </c:pt>
                <c:pt idx="23048">
                  <c:v>6.5388299999999999</c:v>
                </c:pt>
                <c:pt idx="23049">
                  <c:v>6.5391399999999997</c:v>
                </c:pt>
                <c:pt idx="23050">
                  <c:v>6.5394399999999999</c:v>
                </c:pt>
                <c:pt idx="23051">
                  <c:v>6.5397499999999997</c:v>
                </c:pt>
                <c:pt idx="23052">
                  <c:v>6.5400600000000004</c:v>
                </c:pt>
                <c:pt idx="23053">
                  <c:v>6.5403599999999997</c:v>
                </c:pt>
                <c:pt idx="23054">
                  <c:v>6.5406700000000004</c:v>
                </c:pt>
                <c:pt idx="23055">
                  <c:v>6.5409699999999997</c:v>
                </c:pt>
                <c:pt idx="23056">
                  <c:v>6.5412800000000004</c:v>
                </c:pt>
                <c:pt idx="23057">
                  <c:v>6.5415799999999997</c:v>
                </c:pt>
                <c:pt idx="23058">
                  <c:v>6.5418900000000004</c:v>
                </c:pt>
                <c:pt idx="23059">
                  <c:v>6.5421899999999997</c:v>
                </c:pt>
                <c:pt idx="23060">
                  <c:v>6.5425000000000004</c:v>
                </c:pt>
                <c:pt idx="23061">
                  <c:v>6.5427999999999997</c:v>
                </c:pt>
                <c:pt idx="23062">
                  <c:v>6.5431100000000004</c:v>
                </c:pt>
                <c:pt idx="23063">
                  <c:v>6.5434099999999997</c:v>
                </c:pt>
                <c:pt idx="23064">
                  <c:v>6.5437200000000004</c:v>
                </c:pt>
                <c:pt idx="23065">
                  <c:v>6.5440300000000002</c:v>
                </c:pt>
                <c:pt idx="23066">
                  <c:v>6.5443300000000004</c:v>
                </c:pt>
                <c:pt idx="23067">
                  <c:v>6.5446400000000002</c:v>
                </c:pt>
                <c:pt idx="23068">
                  <c:v>6.5449400000000004</c:v>
                </c:pt>
                <c:pt idx="23069">
                  <c:v>6.5452500000000002</c:v>
                </c:pt>
                <c:pt idx="23070">
                  <c:v>6.5455500000000004</c:v>
                </c:pt>
                <c:pt idx="23071">
                  <c:v>6.5458600000000002</c:v>
                </c:pt>
                <c:pt idx="23072">
                  <c:v>6.5461600000000004</c:v>
                </c:pt>
                <c:pt idx="23073">
                  <c:v>6.5464700000000002</c:v>
                </c:pt>
                <c:pt idx="23074">
                  <c:v>6.5467700000000004</c:v>
                </c:pt>
                <c:pt idx="23075">
                  <c:v>6.5470800000000002</c:v>
                </c:pt>
                <c:pt idx="23076">
                  <c:v>6.54739</c:v>
                </c:pt>
                <c:pt idx="23077">
                  <c:v>6.5476900000000002</c:v>
                </c:pt>
                <c:pt idx="23078">
                  <c:v>6.548</c:v>
                </c:pt>
                <c:pt idx="23079">
                  <c:v>6.5483000000000002</c:v>
                </c:pt>
                <c:pt idx="23080">
                  <c:v>6.54861</c:v>
                </c:pt>
                <c:pt idx="23081">
                  <c:v>6.5489100000000002</c:v>
                </c:pt>
                <c:pt idx="23082">
                  <c:v>6.54922</c:v>
                </c:pt>
                <c:pt idx="23083">
                  <c:v>6.5495200000000002</c:v>
                </c:pt>
                <c:pt idx="23084">
                  <c:v>6.54983</c:v>
                </c:pt>
                <c:pt idx="23085">
                  <c:v>6.5501300000000002</c:v>
                </c:pt>
                <c:pt idx="23086">
                  <c:v>6.55044</c:v>
                </c:pt>
                <c:pt idx="23087">
                  <c:v>6.5507400000000002</c:v>
                </c:pt>
                <c:pt idx="23088">
                  <c:v>6.55105</c:v>
                </c:pt>
                <c:pt idx="23089">
                  <c:v>6.5513599999999999</c:v>
                </c:pt>
                <c:pt idx="23090">
                  <c:v>6.55166</c:v>
                </c:pt>
                <c:pt idx="23091">
                  <c:v>6.5519699999999998</c:v>
                </c:pt>
                <c:pt idx="23092">
                  <c:v>6.55227</c:v>
                </c:pt>
                <c:pt idx="23093">
                  <c:v>6.5525799999999998</c:v>
                </c:pt>
                <c:pt idx="23094">
                  <c:v>6.55288</c:v>
                </c:pt>
                <c:pt idx="23095">
                  <c:v>6.5531899999999998</c:v>
                </c:pt>
                <c:pt idx="23096">
                  <c:v>6.55349</c:v>
                </c:pt>
                <c:pt idx="23097">
                  <c:v>6.5537999999999998</c:v>
                </c:pt>
                <c:pt idx="23098">
                  <c:v>6.5541</c:v>
                </c:pt>
                <c:pt idx="23099">
                  <c:v>6.5544099999999998</c:v>
                </c:pt>
                <c:pt idx="23100">
                  <c:v>6.55471</c:v>
                </c:pt>
                <c:pt idx="23101">
                  <c:v>6.5550199999999998</c:v>
                </c:pt>
                <c:pt idx="23102">
                  <c:v>6.5553299999999997</c:v>
                </c:pt>
                <c:pt idx="23103">
                  <c:v>6.5556299999999998</c:v>
                </c:pt>
                <c:pt idx="23104">
                  <c:v>6.5559399999999997</c:v>
                </c:pt>
                <c:pt idx="23105">
                  <c:v>6.5562399999999998</c:v>
                </c:pt>
                <c:pt idx="23106">
                  <c:v>6.5565499999999997</c:v>
                </c:pt>
                <c:pt idx="23107">
                  <c:v>6.5568499999999998</c:v>
                </c:pt>
                <c:pt idx="23108">
                  <c:v>6.5571599999999997</c:v>
                </c:pt>
                <c:pt idx="23109">
                  <c:v>6.5574599999999998</c:v>
                </c:pt>
                <c:pt idx="23110">
                  <c:v>6.5577699999999997</c:v>
                </c:pt>
                <c:pt idx="23111">
                  <c:v>6.5580699999999998</c:v>
                </c:pt>
                <c:pt idx="23112">
                  <c:v>6.5583799999999997</c:v>
                </c:pt>
                <c:pt idx="23113">
                  <c:v>6.5586799999999998</c:v>
                </c:pt>
                <c:pt idx="23114">
                  <c:v>6.5589899999999997</c:v>
                </c:pt>
                <c:pt idx="23115">
                  <c:v>6.5593000000000004</c:v>
                </c:pt>
                <c:pt idx="23116">
                  <c:v>6.5595999999999997</c:v>
                </c:pt>
                <c:pt idx="23117">
                  <c:v>6.5599100000000004</c:v>
                </c:pt>
                <c:pt idx="23118">
                  <c:v>6.5602099999999997</c:v>
                </c:pt>
                <c:pt idx="23119">
                  <c:v>6.5605200000000004</c:v>
                </c:pt>
                <c:pt idx="23120">
                  <c:v>6.5608199999999997</c:v>
                </c:pt>
                <c:pt idx="23121">
                  <c:v>6.5611300000000004</c:v>
                </c:pt>
                <c:pt idx="23122">
                  <c:v>6.5614299999999997</c:v>
                </c:pt>
                <c:pt idx="23123">
                  <c:v>6.5617400000000004</c:v>
                </c:pt>
                <c:pt idx="23124">
                  <c:v>6.5620399999999997</c:v>
                </c:pt>
                <c:pt idx="23125">
                  <c:v>6.5623500000000003</c:v>
                </c:pt>
                <c:pt idx="23126">
                  <c:v>6.5626499999999997</c:v>
                </c:pt>
                <c:pt idx="23127">
                  <c:v>6.5629600000000003</c:v>
                </c:pt>
                <c:pt idx="23128">
                  <c:v>6.5632700000000002</c:v>
                </c:pt>
                <c:pt idx="23129">
                  <c:v>6.5635700000000003</c:v>
                </c:pt>
                <c:pt idx="23130">
                  <c:v>6.5638800000000002</c:v>
                </c:pt>
                <c:pt idx="23131">
                  <c:v>6.5641800000000003</c:v>
                </c:pt>
                <c:pt idx="23132">
                  <c:v>6.5644900000000002</c:v>
                </c:pt>
                <c:pt idx="23133">
                  <c:v>6.5647900000000003</c:v>
                </c:pt>
                <c:pt idx="23134">
                  <c:v>6.5651000000000002</c:v>
                </c:pt>
                <c:pt idx="23135">
                  <c:v>6.5654000000000003</c:v>
                </c:pt>
                <c:pt idx="23136">
                  <c:v>6.5657100000000002</c:v>
                </c:pt>
                <c:pt idx="23137">
                  <c:v>6.5660100000000003</c:v>
                </c:pt>
                <c:pt idx="23138">
                  <c:v>6.5663200000000002</c:v>
                </c:pt>
                <c:pt idx="23139">
                  <c:v>6.56663</c:v>
                </c:pt>
                <c:pt idx="23140">
                  <c:v>6.5669300000000002</c:v>
                </c:pt>
                <c:pt idx="23141">
                  <c:v>6.56724</c:v>
                </c:pt>
                <c:pt idx="23142">
                  <c:v>6.5675400000000002</c:v>
                </c:pt>
                <c:pt idx="23143">
                  <c:v>6.56785</c:v>
                </c:pt>
                <c:pt idx="23144">
                  <c:v>6.5681500000000002</c:v>
                </c:pt>
                <c:pt idx="23145">
                  <c:v>6.56846</c:v>
                </c:pt>
                <c:pt idx="23146">
                  <c:v>6.5687600000000002</c:v>
                </c:pt>
                <c:pt idx="23147">
                  <c:v>6.56907</c:v>
                </c:pt>
                <c:pt idx="23148">
                  <c:v>6.5693700000000002</c:v>
                </c:pt>
                <c:pt idx="23149">
                  <c:v>6.56968</c:v>
                </c:pt>
                <c:pt idx="23150">
                  <c:v>6.5699800000000002</c:v>
                </c:pt>
                <c:pt idx="23151">
                  <c:v>6.57029</c:v>
                </c:pt>
                <c:pt idx="23152">
                  <c:v>6.5705999999999998</c:v>
                </c:pt>
                <c:pt idx="23153">
                  <c:v>6.5709</c:v>
                </c:pt>
                <c:pt idx="23154">
                  <c:v>6.5712099999999998</c:v>
                </c:pt>
                <c:pt idx="23155">
                  <c:v>6.57151</c:v>
                </c:pt>
                <c:pt idx="23156">
                  <c:v>6.5718199999999998</c:v>
                </c:pt>
                <c:pt idx="23157">
                  <c:v>6.57212</c:v>
                </c:pt>
                <c:pt idx="23158">
                  <c:v>6.5724299999999998</c:v>
                </c:pt>
                <c:pt idx="23159">
                  <c:v>6.57273</c:v>
                </c:pt>
                <c:pt idx="23160">
                  <c:v>6.5730399999999998</c:v>
                </c:pt>
                <c:pt idx="23161">
                  <c:v>6.57334</c:v>
                </c:pt>
                <c:pt idx="23162">
                  <c:v>6.5736499999999998</c:v>
                </c:pt>
                <c:pt idx="23163">
                  <c:v>6.57395</c:v>
                </c:pt>
                <c:pt idx="23164">
                  <c:v>6.5742599999999998</c:v>
                </c:pt>
                <c:pt idx="23165">
                  <c:v>6.5745699999999996</c:v>
                </c:pt>
                <c:pt idx="23166">
                  <c:v>6.5748699999999998</c:v>
                </c:pt>
                <c:pt idx="23167">
                  <c:v>6.5751799999999996</c:v>
                </c:pt>
                <c:pt idx="23168">
                  <c:v>6.5754799999999998</c:v>
                </c:pt>
                <c:pt idx="23169">
                  <c:v>6.5757899999999996</c:v>
                </c:pt>
                <c:pt idx="23170">
                  <c:v>6.5760899999999998</c:v>
                </c:pt>
                <c:pt idx="23171">
                  <c:v>6.5763999999999996</c:v>
                </c:pt>
                <c:pt idx="23172">
                  <c:v>6.5766999999999998</c:v>
                </c:pt>
                <c:pt idx="23173">
                  <c:v>6.5770099999999996</c:v>
                </c:pt>
                <c:pt idx="23174">
                  <c:v>6.5773099999999998</c:v>
                </c:pt>
                <c:pt idx="23175">
                  <c:v>6.5776199999999996</c:v>
                </c:pt>
                <c:pt idx="23176">
                  <c:v>6.5779199999999998</c:v>
                </c:pt>
                <c:pt idx="23177">
                  <c:v>6.5782299999999996</c:v>
                </c:pt>
                <c:pt idx="23178">
                  <c:v>6.5785400000000003</c:v>
                </c:pt>
                <c:pt idx="23179">
                  <c:v>6.5788399999999996</c:v>
                </c:pt>
                <c:pt idx="23180">
                  <c:v>6.5791500000000003</c:v>
                </c:pt>
                <c:pt idx="23181">
                  <c:v>6.5794499999999996</c:v>
                </c:pt>
                <c:pt idx="23182">
                  <c:v>6.5797600000000003</c:v>
                </c:pt>
                <c:pt idx="23183">
                  <c:v>6.5800599999999996</c:v>
                </c:pt>
                <c:pt idx="23184">
                  <c:v>6.5803700000000003</c:v>
                </c:pt>
                <c:pt idx="23185">
                  <c:v>6.5806699999999996</c:v>
                </c:pt>
                <c:pt idx="23186">
                  <c:v>6.5809800000000003</c:v>
                </c:pt>
                <c:pt idx="23187">
                  <c:v>6.5812799999999996</c:v>
                </c:pt>
                <c:pt idx="23188">
                  <c:v>6.5815900000000003</c:v>
                </c:pt>
                <c:pt idx="23189">
                  <c:v>6.5818899999999996</c:v>
                </c:pt>
                <c:pt idx="23190">
                  <c:v>6.5822000000000003</c:v>
                </c:pt>
                <c:pt idx="23191">
                  <c:v>6.5825100000000001</c:v>
                </c:pt>
                <c:pt idx="23192">
                  <c:v>6.5828100000000003</c:v>
                </c:pt>
                <c:pt idx="23193">
                  <c:v>6.5831200000000001</c:v>
                </c:pt>
                <c:pt idx="23194">
                  <c:v>6.5834200000000003</c:v>
                </c:pt>
                <c:pt idx="23195">
                  <c:v>6.5837300000000001</c:v>
                </c:pt>
                <c:pt idx="23196">
                  <c:v>6.5840300000000003</c:v>
                </c:pt>
                <c:pt idx="23197">
                  <c:v>6.5843400000000001</c:v>
                </c:pt>
                <c:pt idx="23198">
                  <c:v>6.5846400000000003</c:v>
                </c:pt>
                <c:pt idx="23199">
                  <c:v>6.5849500000000001</c:v>
                </c:pt>
                <c:pt idx="23200">
                  <c:v>6.5852500000000003</c:v>
                </c:pt>
                <c:pt idx="23201">
                  <c:v>6.5855600000000001</c:v>
                </c:pt>
                <c:pt idx="23202">
                  <c:v>6.5858699999999999</c:v>
                </c:pt>
                <c:pt idx="23203">
                  <c:v>6.5861700000000001</c:v>
                </c:pt>
                <c:pt idx="23204">
                  <c:v>6.5864799999999999</c:v>
                </c:pt>
                <c:pt idx="23205">
                  <c:v>6.5867800000000001</c:v>
                </c:pt>
                <c:pt idx="23206">
                  <c:v>6.5870899999999999</c:v>
                </c:pt>
                <c:pt idx="23207">
                  <c:v>6.5873900000000001</c:v>
                </c:pt>
                <c:pt idx="23208">
                  <c:v>6.5876999999999999</c:v>
                </c:pt>
                <c:pt idx="23209">
                  <c:v>6.5880000000000001</c:v>
                </c:pt>
                <c:pt idx="23210">
                  <c:v>6.5883099999999999</c:v>
                </c:pt>
                <c:pt idx="23211">
                  <c:v>6.5886100000000001</c:v>
                </c:pt>
                <c:pt idx="23212">
                  <c:v>6.5889199999999999</c:v>
                </c:pt>
                <c:pt idx="23213">
                  <c:v>6.5892200000000001</c:v>
                </c:pt>
                <c:pt idx="23214">
                  <c:v>6.5895299999999999</c:v>
                </c:pt>
                <c:pt idx="23215">
                  <c:v>6.5898399999999997</c:v>
                </c:pt>
                <c:pt idx="23216">
                  <c:v>6.5901399999999999</c:v>
                </c:pt>
                <c:pt idx="23217">
                  <c:v>6.5904499999999997</c:v>
                </c:pt>
                <c:pt idx="23218">
                  <c:v>6.5907499999999999</c:v>
                </c:pt>
                <c:pt idx="23219">
                  <c:v>6.5910599999999997</c:v>
                </c:pt>
                <c:pt idx="23220">
                  <c:v>6.5913599999999999</c:v>
                </c:pt>
                <c:pt idx="23221">
                  <c:v>6.5916699999999997</c:v>
                </c:pt>
                <c:pt idx="23222">
                  <c:v>6.5919699999999999</c:v>
                </c:pt>
                <c:pt idx="23223">
                  <c:v>6.5922799999999997</c:v>
                </c:pt>
                <c:pt idx="23224">
                  <c:v>6.5925799999999999</c:v>
                </c:pt>
                <c:pt idx="23225">
                  <c:v>6.5928899999999997</c:v>
                </c:pt>
                <c:pt idx="23226">
                  <c:v>6.5931899999999999</c:v>
                </c:pt>
                <c:pt idx="23227">
                  <c:v>6.5934999999999997</c:v>
                </c:pt>
                <c:pt idx="23228">
                  <c:v>6.5938100000000004</c:v>
                </c:pt>
                <c:pt idx="23229">
                  <c:v>6.5941099999999997</c:v>
                </c:pt>
                <c:pt idx="23230">
                  <c:v>6.5944200000000004</c:v>
                </c:pt>
                <c:pt idx="23231">
                  <c:v>6.5947199999999997</c:v>
                </c:pt>
                <c:pt idx="23232">
                  <c:v>6.5950300000000004</c:v>
                </c:pt>
                <c:pt idx="23233">
                  <c:v>6.5953299999999997</c:v>
                </c:pt>
                <c:pt idx="23234">
                  <c:v>6.5956400000000004</c:v>
                </c:pt>
                <c:pt idx="23235">
                  <c:v>6.5959399999999997</c:v>
                </c:pt>
                <c:pt idx="23236">
                  <c:v>6.5962500000000004</c:v>
                </c:pt>
                <c:pt idx="23237">
                  <c:v>6.5965499999999997</c:v>
                </c:pt>
                <c:pt idx="23238">
                  <c:v>6.5968600000000004</c:v>
                </c:pt>
                <c:pt idx="23239">
                  <c:v>6.5971599999999997</c:v>
                </c:pt>
                <c:pt idx="23240">
                  <c:v>6.5974700000000004</c:v>
                </c:pt>
                <c:pt idx="23241">
                  <c:v>6.5977800000000002</c:v>
                </c:pt>
                <c:pt idx="23242">
                  <c:v>6.5980800000000004</c:v>
                </c:pt>
                <c:pt idx="23243">
                  <c:v>6.5983900000000002</c:v>
                </c:pt>
                <c:pt idx="23244">
                  <c:v>6.5986900000000004</c:v>
                </c:pt>
                <c:pt idx="23245">
                  <c:v>6.5990000000000002</c:v>
                </c:pt>
                <c:pt idx="23246">
                  <c:v>6.5993000000000004</c:v>
                </c:pt>
                <c:pt idx="23247">
                  <c:v>6.5996100000000002</c:v>
                </c:pt>
                <c:pt idx="23248">
                  <c:v>6.5999100000000004</c:v>
                </c:pt>
                <c:pt idx="23249">
                  <c:v>6.6002200000000002</c:v>
                </c:pt>
                <c:pt idx="23250">
                  <c:v>6.6005200000000004</c:v>
                </c:pt>
                <c:pt idx="23251">
                  <c:v>6.6008300000000002</c:v>
                </c:pt>
                <c:pt idx="23252">
                  <c:v>6.60114</c:v>
                </c:pt>
                <c:pt idx="23253">
                  <c:v>6.6014400000000002</c:v>
                </c:pt>
                <c:pt idx="23254">
                  <c:v>6.60175</c:v>
                </c:pt>
                <c:pt idx="23255">
                  <c:v>6.6020500000000002</c:v>
                </c:pt>
                <c:pt idx="23256">
                  <c:v>6.60236</c:v>
                </c:pt>
                <c:pt idx="23257">
                  <c:v>6.6026600000000002</c:v>
                </c:pt>
                <c:pt idx="23258">
                  <c:v>6.60297</c:v>
                </c:pt>
                <c:pt idx="23259">
                  <c:v>6.6032700000000002</c:v>
                </c:pt>
                <c:pt idx="23260">
                  <c:v>6.60358</c:v>
                </c:pt>
                <c:pt idx="23261">
                  <c:v>6.6038800000000002</c:v>
                </c:pt>
                <c:pt idx="23262">
                  <c:v>6.60419</c:v>
                </c:pt>
                <c:pt idx="23263">
                  <c:v>6.6044900000000002</c:v>
                </c:pt>
                <c:pt idx="23264">
                  <c:v>6.6048</c:v>
                </c:pt>
                <c:pt idx="23265">
                  <c:v>6.6051099999999998</c:v>
                </c:pt>
                <c:pt idx="23266">
                  <c:v>6.60541</c:v>
                </c:pt>
                <c:pt idx="23267">
                  <c:v>6.6057199999999998</c:v>
                </c:pt>
                <c:pt idx="23268">
                  <c:v>6.60602</c:v>
                </c:pt>
                <c:pt idx="23269">
                  <c:v>6.6063299999999998</c:v>
                </c:pt>
                <c:pt idx="23270">
                  <c:v>6.60663</c:v>
                </c:pt>
                <c:pt idx="23271">
                  <c:v>6.6069399999999998</c:v>
                </c:pt>
                <c:pt idx="23272">
                  <c:v>6.60724</c:v>
                </c:pt>
                <c:pt idx="23273">
                  <c:v>6.6075499999999998</c:v>
                </c:pt>
                <c:pt idx="23274">
                  <c:v>6.60785</c:v>
                </c:pt>
                <c:pt idx="23275">
                  <c:v>6.6081599999999998</c:v>
                </c:pt>
                <c:pt idx="23276">
                  <c:v>6.60846</c:v>
                </c:pt>
                <c:pt idx="23277">
                  <c:v>6.6087699999999998</c:v>
                </c:pt>
                <c:pt idx="23278">
                  <c:v>6.6090799999999996</c:v>
                </c:pt>
                <c:pt idx="23279">
                  <c:v>6.6093799999999998</c:v>
                </c:pt>
                <c:pt idx="23280">
                  <c:v>6.6096899999999996</c:v>
                </c:pt>
                <c:pt idx="23281">
                  <c:v>6.6099899999999998</c:v>
                </c:pt>
                <c:pt idx="23282">
                  <c:v>6.6102999999999996</c:v>
                </c:pt>
                <c:pt idx="23283">
                  <c:v>6.6105999999999998</c:v>
                </c:pt>
                <c:pt idx="23284">
                  <c:v>6.6109099999999996</c:v>
                </c:pt>
                <c:pt idx="23285">
                  <c:v>6.6112099999999998</c:v>
                </c:pt>
                <c:pt idx="23286">
                  <c:v>6.6115199999999996</c:v>
                </c:pt>
                <c:pt idx="23287">
                  <c:v>6.6118199999999998</c:v>
                </c:pt>
                <c:pt idx="23288">
                  <c:v>6.6121299999999996</c:v>
                </c:pt>
                <c:pt idx="23289">
                  <c:v>6.6124299999999998</c:v>
                </c:pt>
                <c:pt idx="23290">
                  <c:v>6.6127399999999996</c:v>
                </c:pt>
                <c:pt idx="23291">
                  <c:v>6.6130500000000003</c:v>
                </c:pt>
                <c:pt idx="23292">
                  <c:v>6.6133499999999996</c:v>
                </c:pt>
                <c:pt idx="23293">
                  <c:v>6.6136600000000003</c:v>
                </c:pt>
                <c:pt idx="23294">
                  <c:v>6.6139599999999996</c:v>
                </c:pt>
                <c:pt idx="23295">
                  <c:v>6.6142700000000003</c:v>
                </c:pt>
                <c:pt idx="23296">
                  <c:v>6.6145699999999996</c:v>
                </c:pt>
                <c:pt idx="23297">
                  <c:v>6.6148800000000003</c:v>
                </c:pt>
                <c:pt idx="23298">
                  <c:v>6.6151799999999996</c:v>
                </c:pt>
                <c:pt idx="23299">
                  <c:v>6.6154900000000003</c:v>
                </c:pt>
                <c:pt idx="23300">
                  <c:v>6.6157899999999996</c:v>
                </c:pt>
                <c:pt idx="23301">
                  <c:v>6.6161000000000003</c:v>
                </c:pt>
                <c:pt idx="23302">
                  <c:v>6.6163999999999996</c:v>
                </c:pt>
                <c:pt idx="23303">
                  <c:v>6.6167100000000003</c:v>
                </c:pt>
                <c:pt idx="23304">
                  <c:v>6.6170200000000001</c:v>
                </c:pt>
                <c:pt idx="23305">
                  <c:v>6.6173200000000003</c:v>
                </c:pt>
                <c:pt idx="23306">
                  <c:v>6.6176300000000001</c:v>
                </c:pt>
                <c:pt idx="23307">
                  <c:v>6.6179300000000003</c:v>
                </c:pt>
                <c:pt idx="23308">
                  <c:v>6.6182400000000001</c:v>
                </c:pt>
                <c:pt idx="23309">
                  <c:v>6.6185400000000003</c:v>
                </c:pt>
                <c:pt idx="23310">
                  <c:v>6.6188500000000001</c:v>
                </c:pt>
                <c:pt idx="23311">
                  <c:v>6.6191500000000003</c:v>
                </c:pt>
                <c:pt idx="23312">
                  <c:v>6.6194600000000001</c:v>
                </c:pt>
                <c:pt idx="23313">
                  <c:v>6.6197600000000003</c:v>
                </c:pt>
                <c:pt idx="23314">
                  <c:v>6.6200700000000001</c:v>
                </c:pt>
                <c:pt idx="23315">
                  <c:v>6.6203799999999999</c:v>
                </c:pt>
                <c:pt idx="23316">
                  <c:v>6.6206800000000001</c:v>
                </c:pt>
                <c:pt idx="23317">
                  <c:v>6.6209899999999999</c:v>
                </c:pt>
                <c:pt idx="23318">
                  <c:v>6.6212900000000001</c:v>
                </c:pt>
                <c:pt idx="23319">
                  <c:v>6.6215999999999999</c:v>
                </c:pt>
                <c:pt idx="23320">
                  <c:v>6.6219000000000001</c:v>
                </c:pt>
                <c:pt idx="23321">
                  <c:v>6.6222099999999999</c:v>
                </c:pt>
                <c:pt idx="23322">
                  <c:v>6.6225100000000001</c:v>
                </c:pt>
                <c:pt idx="23323">
                  <c:v>6.6228199999999999</c:v>
                </c:pt>
                <c:pt idx="23324">
                  <c:v>6.6231200000000001</c:v>
                </c:pt>
                <c:pt idx="23325">
                  <c:v>6.6234299999999999</c:v>
                </c:pt>
                <c:pt idx="23326">
                  <c:v>6.6237300000000001</c:v>
                </c:pt>
                <c:pt idx="23327">
                  <c:v>6.6240399999999999</c:v>
                </c:pt>
                <c:pt idx="23328">
                  <c:v>6.6243499999999997</c:v>
                </c:pt>
                <c:pt idx="23329">
                  <c:v>6.6246499999999999</c:v>
                </c:pt>
                <c:pt idx="23330">
                  <c:v>6.6249599999999997</c:v>
                </c:pt>
                <c:pt idx="23331">
                  <c:v>6.6252599999999999</c:v>
                </c:pt>
                <c:pt idx="23332">
                  <c:v>6.6255699999999997</c:v>
                </c:pt>
                <c:pt idx="23333">
                  <c:v>6.6258699999999999</c:v>
                </c:pt>
                <c:pt idx="23334">
                  <c:v>6.6261799999999997</c:v>
                </c:pt>
                <c:pt idx="23335">
                  <c:v>6.6264799999999999</c:v>
                </c:pt>
                <c:pt idx="23336">
                  <c:v>6.6267899999999997</c:v>
                </c:pt>
                <c:pt idx="23337">
                  <c:v>6.6270899999999999</c:v>
                </c:pt>
                <c:pt idx="23338">
                  <c:v>6.6273999999999997</c:v>
                </c:pt>
                <c:pt idx="23339">
                  <c:v>6.6276999999999999</c:v>
                </c:pt>
                <c:pt idx="23340">
                  <c:v>6.6280099999999997</c:v>
                </c:pt>
                <c:pt idx="23341">
                  <c:v>6.6283200000000004</c:v>
                </c:pt>
                <c:pt idx="23342">
                  <c:v>6.6286199999999997</c:v>
                </c:pt>
                <c:pt idx="23343">
                  <c:v>6.6289300000000004</c:v>
                </c:pt>
                <c:pt idx="23344">
                  <c:v>6.6292299999999997</c:v>
                </c:pt>
                <c:pt idx="23345">
                  <c:v>6.6295400000000004</c:v>
                </c:pt>
                <c:pt idx="23346">
                  <c:v>6.6298399999999997</c:v>
                </c:pt>
                <c:pt idx="23347">
                  <c:v>6.6301500000000004</c:v>
                </c:pt>
                <c:pt idx="23348">
                  <c:v>6.6304499999999997</c:v>
                </c:pt>
                <c:pt idx="23349">
                  <c:v>6.6307600000000004</c:v>
                </c:pt>
                <c:pt idx="23350">
                  <c:v>6.6310599999999997</c:v>
                </c:pt>
                <c:pt idx="23351">
                  <c:v>6.6313700000000004</c:v>
                </c:pt>
                <c:pt idx="23352">
                  <c:v>6.6316699999999997</c:v>
                </c:pt>
                <c:pt idx="23353">
                  <c:v>6.6319800000000004</c:v>
                </c:pt>
                <c:pt idx="23354">
                  <c:v>6.6322900000000002</c:v>
                </c:pt>
                <c:pt idx="23355">
                  <c:v>6.6325900000000004</c:v>
                </c:pt>
                <c:pt idx="23356">
                  <c:v>6.6329000000000002</c:v>
                </c:pt>
                <c:pt idx="23357">
                  <c:v>6.6332000000000004</c:v>
                </c:pt>
                <c:pt idx="23358">
                  <c:v>6.6335100000000002</c:v>
                </c:pt>
                <c:pt idx="23359">
                  <c:v>6.6338100000000004</c:v>
                </c:pt>
                <c:pt idx="23360">
                  <c:v>6.6341200000000002</c:v>
                </c:pt>
                <c:pt idx="23361">
                  <c:v>6.6344200000000004</c:v>
                </c:pt>
                <c:pt idx="23362">
                  <c:v>6.6347300000000002</c:v>
                </c:pt>
                <c:pt idx="23363">
                  <c:v>6.6350300000000004</c:v>
                </c:pt>
                <c:pt idx="23364">
                  <c:v>6.6353400000000002</c:v>
                </c:pt>
                <c:pt idx="23365">
                  <c:v>6.6356400000000004</c:v>
                </c:pt>
                <c:pt idx="23366">
                  <c:v>6.6359500000000002</c:v>
                </c:pt>
                <c:pt idx="23367">
                  <c:v>6.63626</c:v>
                </c:pt>
                <c:pt idx="23368">
                  <c:v>6.6365600000000002</c:v>
                </c:pt>
                <c:pt idx="23369">
                  <c:v>6.63687</c:v>
                </c:pt>
                <c:pt idx="23370">
                  <c:v>6.6371700000000002</c:v>
                </c:pt>
                <c:pt idx="23371">
                  <c:v>6.63748</c:v>
                </c:pt>
                <c:pt idx="23372">
                  <c:v>6.6377800000000002</c:v>
                </c:pt>
                <c:pt idx="23373">
                  <c:v>6.63809</c:v>
                </c:pt>
                <c:pt idx="23374">
                  <c:v>6.6383900000000002</c:v>
                </c:pt>
                <c:pt idx="23375">
                  <c:v>6.6387</c:v>
                </c:pt>
                <c:pt idx="23376">
                  <c:v>6.6390000000000002</c:v>
                </c:pt>
                <c:pt idx="23377">
                  <c:v>6.63931</c:v>
                </c:pt>
                <c:pt idx="23378">
                  <c:v>6.6396199999999999</c:v>
                </c:pt>
                <c:pt idx="23379">
                  <c:v>6.63992</c:v>
                </c:pt>
                <c:pt idx="23380">
                  <c:v>6.6402299999999999</c:v>
                </c:pt>
                <c:pt idx="23381">
                  <c:v>6.64053</c:v>
                </c:pt>
                <c:pt idx="23382">
                  <c:v>6.6408399999999999</c:v>
                </c:pt>
                <c:pt idx="23383">
                  <c:v>6.64114</c:v>
                </c:pt>
                <c:pt idx="23384">
                  <c:v>6.6414499999999999</c:v>
                </c:pt>
                <c:pt idx="23385">
                  <c:v>6.64175</c:v>
                </c:pt>
                <c:pt idx="23386">
                  <c:v>6.6420599999999999</c:v>
                </c:pt>
                <c:pt idx="23387">
                  <c:v>6.64236</c:v>
                </c:pt>
                <c:pt idx="23388">
                  <c:v>6.6426699999999999</c:v>
                </c:pt>
                <c:pt idx="23389">
                  <c:v>6.64297</c:v>
                </c:pt>
                <c:pt idx="23390">
                  <c:v>6.6432799999999999</c:v>
                </c:pt>
                <c:pt idx="23391">
                  <c:v>6.6435899999999997</c:v>
                </c:pt>
                <c:pt idx="23392">
                  <c:v>6.6438899999999999</c:v>
                </c:pt>
                <c:pt idx="23393">
                  <c:v>6.6441999999999997</c:v>
                </c:pt>
                <c:pt idx="23394">
                  <c:v>6.6444999999999999</c:v>
                </c:pt>
                <c:pt idx="23395">
                  <c:v>6.6448099999999997</c:v>
                </c:pt>
                <c:pt idx="23396">
                  <c:v>6.6451099999999999</c:v>
                </c:pt>
                <c:pt idx="23397">
                  <c:v>6.6454199999999997</c:v>
                </c:pt>
                <c:pt idx="23398">
                  <c:v>6.6457199999999998</c:v>
                </c:pt>
                <c:pt idx="23399">
                  <c:v>6.6460299999999997</c:v>
                </c:pt>
                <c:pt idx="23400">
                  <c:v>6.6463299999999998</c:v>
                </c:pt>
                <c:pt idx="23401">
                  <c:v>6.6466399999999997</c:v>
                </c:pt>
                <c:pt idx="23402">
                  <c:v>6.6469399999999998</c:v>
                </c:pt>
                <c:pt idx="23403">
                  <c:v>6.6472499999999997</c:v>
                </c:pt>
                <c:pt idx="23404">
                  <c:v>6.6475600000000004</c:v>
                </c:pt>
                <c:pt idx="23405">
                  <c:v>6.6478599999999997</c:v>
                </c:pt>
                <c:pt idx="23406">
                  <c:v>6.6481700000000004</c:v>
                </c:pt>
                <c:pt idx="23407">
                  <c:v>6.6484699999999997</c:v>
                </c:pt>
                <c:pt idx="23408">
                  <c:v>6.6487800000000004</c:v>
                </c:pt>
                <c:pt idx="23409">
                  <c:v>6.6490799999999997</c:v>
                </c:pt>
                <c:pt idx="23410">
                  <c:v>6.6493900000000004</c:v>
                </c:pt>
                <c:pt idx="23411">
                  <c:v>6.6496899999999997</c:v>
                </c:pt>
                <c:pt idx="23412">
                  <c:v>6.65</c:v>
                </c:pt>
                <c:pt idx="23413">
                  <c:v>6.6502999999999997</c:v>
                </c:pt>
                <c:pt idx="23414">
                  <c:v>6.6506100000000004</c:v>
                </c:pt>
                <c:pt idx="23415">
                  <c:v>6.6509099999999997</c:v>
                </c:pt>
                <c:pt idx="23416">
                  <c:v>6.6512200000000004</c:v>
                </c:pt>
                <c:pt idx="23417">
                  <c:v>6.6515300000000002</c:v>
                </c:pt>
                <c:pt idx="23418">
                  <c:v>6.6518300000000004</c:v>
                </c:pt>
                <c:pt idx="23419">
                  <c:v>6.6521400000000002</c:v>
                </c:pt>
                <c:pt idx="23420">
                  <c:v>6.6524400000000004</c:v>
                </c:pt>
                <c:pt idx="23421">
                  <c:v>6.6527500000000002</c:v>
                </c:pt>
                <c:pt idx="23422">
                  <c:v>6.6530500000000004</c:v>
                </c:pt>
                <c:pt idx="23423">
                  <c:v>6.6533600000000002</c:v>
                </c:pt>
                <c:pt idx="23424">
                  <c:v>6.6536600000000004</c:v>
                </c:pt>
                <c:pt idx="23425">
                  <c:v>6.6539700000000002</c:v>
                </c:pt>
                <c:pt idx="23426">
                  <c:v>6.6542700000000004</c:v>
                </c:pt>
                <c:pt idx="23427">
                  <c:v>6.6545800000000002</c:v>
                </c:pt>
                <c:pt idx="23428">
                  <c:v>6.6548800000000004</c:v>
                </c:pt>
                <c:pt idx="23429">
                  <c:v>6.6551900000000002</c:v>
                </c:pt>
                <c:pt idx="23430">
                  <c:v>6.6555</c:v>
                </c:pt>
                <c:pt idx="23431">
                  <c:v>6.6558000000000002</c:v>
                </c:pt>
                <c:pt idx="23432">
                  <c:v>6.65611</c:v>
                </c:pt>
                <c:pt idx="23433">
                  <c:v>6.6564100000000002</c:v>
                </c:pt>
                <c:pt idx="23434">
                  <c:v>6.65672</c:v>
                </c:pt>
                <c:pt idx="23435">
                  <c:v>6.6570200000000002</c:v>
                </c:pt>
                <c:pt idx="23436">
                  <c:v>6.65733</c:v>
                </c:pt>
                <c:pt idx="23437">
                  <c:v>6.6576300000000002</c:v>
                </c:pt>
                <c:pt idx="23438">
                  <c:v>6.65794</c:v>
                </c:pt>
                <c:pt idx="23439">
                  <c:v>6.6582400000000002</c:v>
                </c:pt>
                <c:pt idx="23440">
                  <c:v>6.65855</c:v>
                </c:pt>
                <c:pt idx="23441">
                  <c:v>6.6588599999999998</c:v>
                </c:pt>
                <c:pt idx="23442">
                  <c:v>6.65916</c:v>
                </c:pt>
                <c:pt idx="23443">
                  <c:v>6.6594699999999998</c:v>
                </c:pt>
                <c:pt idx="23444">
                  <c:v>6.65977</c:v>
                </c:pt>
                <c:pt idx="23445">
                  <c:v>6.6600799999999998</c:v>
                </c:pt>
                <c:pt idx="23446">
                  <c:v>6.66038</c:v>
                </c:pt>
                <c:pt idx="23447">
                  <c:v>6.6606899999999998</c:v>
                </c:pt>
                <c:pt idx="23448">
                  <c:v>6.66099</c:v>
                </c:pt>
                <c:pt idx="23449">
                  <c:v>6.6612999999999998</c:v>
                </c:pt>
                <c:pt idx="23450">
                  <c:v>6.6616</c:v>
                </c:pt>
                <c:pt idx="23451">
                  <c:v>6.6619099999999998</c:v>
                </c:pt>
                <c:pt idx="23452">
                  <c:v>6.66221</c:v>
                </c:pt>
                <c:pt idx="23453">
                  <c:v>6.6625199999999998</c:v>
                </c:pt>
                <c:pt idx="23454">
                  <c:v>6.6628299999999996</c:v>
                </c:pt>
                <c:pt idx="23455">
                  <c:v>6.6631299999999998</c:v>
                </c:pt>
                <c:pt idx="23456">
                  <c:v>6.6634399999999996</c:v>
                </c:pt>
                <c:pt idx="23457">
                  <c:v>6.6637399999999998</c:v>
                </c:pt>
                <c:pt idx="23458">
                  <c:v>6.6640499999999996</c:v>
                </c:pt>
                <c:pt idx="23459">
                  <c:v>6.6643499999999998</c:v>
                </c:pt>
                <c:pt idx="23460">
                  <c:v>6.6646599999999996</c:v>
                </c:pt>
                <c:pt idx="23461">
                  <c:v>6.6649599999999998</c:v>
                </c:pt>
                <c:pt idx="23462">
                  <c:v>6.6652699999999996</c:v>
                </c:pt>
                <c:pt idx="23463">
                  <c:v>6.6655699999999998</c:v>
                </c:pt>
                <c:pt idx="23464">
                  <c:v>6.6658799999999996</c:v>
                </c:pt>
                <c:pt idx="23465">
                  <c:v>6.6661799999999998</c:v>
                </c:pt>
                <c:pt idx="23466">
                  <c:v>6.6664899999999996</c:v>
                </c:pt>
                <c:pt idx="23467">
                  <c:v>6.6668000000000003</c:v>
                </c:pt>
                <c:pt idx="23468">
                  <c:v>6.6670999999999996</c:v>
                </c:pt>
                <c:pt idx="23469">
                  <c:v>6.6674100000000003</c:v>
                </c:pt>
                <c:pt idx="23470">
                  <c:v>6.6677099999999996</c:v>
                </c:pt>
                <c:pt idx="23471">
                  <c:v>6.6680200000000003</c:v>
                </c:pt>
                <c:pt idx="23472">
                  <c:v>6.6683199999999996</c:v>
                </c:pt>
                <c:pt idx="23473">
                  <c:v>6.6686300000000003</c:v>
                </c:pt>
                <c:pt idx="23474">
                  <c:v>6.6689299999999996</c:v>
                </c:pt>
                <c:pt idx="23475">
                  <c:v>6.6692400000000003</c:v>
                </c:pt>
                <c:pt idx="23476">
                  <c:v>6.6695399999999996</c:v>
                </c:pt>
                <c:pt idx="23477">
                  <c:v>6.6698500000000003</c:v>
                </c:pt>
                <c:pt idx="23478">
                  <c:v>6.6701499999999996</c:v>
                </c:pt>
                <c:pt idx="23479">
                  <c:v>6.6704600000000003</c:v>
                </c:pt>
                <c:pt idx="23480">
                  <c:v>6.6707700000000001</c:v>
                </c:pt>
                <c:pt idx="23481">
                  <c:v>6.6710700000000003</c:v>
                </c:pt>
                <c:pt idx="23482">
                  <c:v>6.6713800000000001</c:v>
                </c:pt>
                <c:pt idx="23483">
                  <c:v>6.6716800000000003</c:v>
                </c:pt>
                <c:pt idx="23484">
                  <c:v>6.6719900000000001</c:v>
                </c:pt>
                <c:pt idx="23485">
                  <c:v>6.6722900000000003</c:v>
                </c:pt>
                <c:pt idx="23486">
                  <c:v>6.6726000000000001</c:v>
                </c:pt>
                <c:pt idx="23487">
                  <c:v>6.6729000000000003</c:v>
                </c:pt>
                <c:pt idx="23488">
                  <c:v>6.6732100000000001</c:v>
                </c:pt>
                <c:pt idx="23489">
                  <c:v>6.6735100000000003</c:v>
                </c:pt>
                <c:pt idx="23490">
                  <c:v>6.6738200000000001</c:v>
                </c:pt>
                <c:pt idx="23491">
                  <c:v>6.6741299999999999</c:v>
                </c:pt>
                <c:pt idx="23492">
                  <c:v>6.6744300000000001</c:v>
                </c:pt>
                <c:pt idx="23493">
                  <c:v>6.6747399999999999</c:v>
                </c:pt>
                <c:pt idx="23494">
                  <c:v>6.6750400000000001</c:v>
                </c:pt>
                <c:pt idx="23495">
                  <c:v>6.6753499999999999</c:v>
                </c:pt>
                <c:pt idx="23496">
                  <c:v>6.6756500000000001</c:v>
                </c:pt>
                <c:pt idx="23497">
                  <c:v>6.6759599999999999</c:v>
                </c:pt>
                <c:pt idx="23498">
                  <c:v>6.6762600000000001</c:v>
                </c:pt>
                <c:pt idx="23499">
                  <c:v>6.6765699999999999</c:v>
                </c:pt>
                <c:pt idx="23500">
                  <c:v>6.6768700000000001</c:v>
                </c:pt>
                <c:pt idx="23501">
                  <c:v>6.6771799999999999</c:v>
                </c:pt>
                <c:pt idx="23502">
                  <c:v>6.6774800000000001</c:v>
                </c:pt>
                <c:pt idx="23503">
                  <c:v>6.6777899999999999</c:v>
                </c:pt>
                <c:pt idx="23504">
                  <c:v>6.6780999999999997</c:v>
                </c:pt>
                <c:pt idx="23505">
                  <c:v>6.6783999999999999</c:v>
                </c:pt>
                <c:pt idx="23506">
                  <c:v>6.6787099999999997</c:v>
                </c:pt>
                <c:pt idx="23507">
                  <c:v>6.6790099999999999</c:v>
                </c:pt>
                <c:pt idx="23508">
                  <c:v>6.6793199999999997</c:v>
                </c:pt>
                <c:pt idx="23509">
                  <c:v>6.6796199999999999</c:v>
                </c:pt>
                <c:pt idx="23510">
                  <c:v>6.6799299999999997</c:v>
                </c:pt>
                <c:pt idx="23511">
                  <c:v>6.6802299999999999</c:v>
                </c:pt>
                <c:pt idx="23512">
                  <c:v>6.6805399999999997</c:v>
                </c:pt>
                <c:pt idx="23513">
                  <c:v>6.6808399999999999</c:v>
                </c:pt>
                <c:pt idx="23514">
                  <c:v>6.6811499999999997</c:v>
                </c:pt>
                <c:pt idx="23515">
                  <c:v>6.6814499999999999</c:v>
                </c:pt>
                <c:pt idx="23516">
                  <c:v>6.6817599999999997</c:v>
                </c:pt>
                <c:pt idx="23517">
                  <c:v>6.6820700000000004</c:v>
                </c:pt>
                <c:pt idx="23518">
                  <c:v>6.6823699999999997</c:v>
                </c:pt>
                <c:pt idx="23519">
                  <c:v>6.6826800000000004</c:v>
                </c:pt>
                <c:pt idx="23520">
                  <c:v>6.6829799999999997</c:v>
                </c:pt>
                <c:pt idx="23521">
                  <c:v>6.6832900000000004</c:v>
                </c:pt>
                <c:pt idx="23522">
                  <c:v>6.6835899999999997</c:v>
                </c:pt>
                <c:pt idx="23523">
                  <c:v>6.6839000000000004</c:v>
                </c:pt>
                <c:pt idx="23524">
                  <c:v>6.6841999999999997</c:v>
                </c:pt>
                <c:pt idx="23525">
                  <c:v>6.6845100000000004</c:v>
                </c:pt>
                <c:pt idx="23526">
                  <c:v>6.6848099999999997</c:v>
                </c:pt>
                <c:pt idx="23527">
                  <c:v>6.6851200000000004</c:v>
                </c:pt>
                <c:pt idx="23528">
                  <c:v>6.6854199999999997</c:v>
                </c:pt>
                <c:pt idx="23529">
                  <c:v>6.6857300000000004</c:v>
                </c:pt>
                <c:pt idx="23530">
                  <c:v>6.6860400000000002</c:v>
                </c:pt>
                <c:pt idx="23531">
                  <c:v>6.6863400000000004</c:v>
                </c:pt>
                <c:pt idx="23532">
                  <c:v>6.6866500000000002</c:v>
                </c:pt>
                <c:pt idx="23533">
                  <c:v>6.6869500000000004</c:v>
                </c:pt>
                <c:pt idx="23534">
                  <c:v>6.6872600000000002</c:v>
                </c:pt>
                <c:pt idx="23535">
                  <c:v>6.6875600000000004</c:v>
                </c:pt>
                <c:pt idx="23536">
                  <c:v>6.6878700000000002</c:v>
                </c:pt>
                <c:pt idx="23537">
                  <c:v>6.6881700000000004</c:v>
                </c:pt>
                <c:pt idx="23538">
                  <c:v>6.6884800000000002</c:v>
                </c:pt>
                <c:pt idx="23539">
                  <c:v>6.6887800000000004</c:v>
                </c:pt>
                <c:pt idx="23540">
                  <c:v>6.6890900000000002</c:v>
                </c:pt>
                <c:pt idx="23541">
                  <c:v>6.6893900000000004</c:v>
                </c:pt>
                <c:pt idx="23542">
                  <c:v>6.6897000000000002</c:v>
                </c:pt>
                <c:pt idx="23543">
                  <c:v>6.69001</c:v>
                </c:pt>
                <c:pt idx="23544">
                  <c:v>6.6903100000000002</c:v>
                </c:pt>
                <c:pt idx="23545">
                  <c:v>6.69062</c:v>
                </c:pt>
                <c:pt idx="23546">
                  <c:v>6.6909200000000002</c:v>
                </c:pt>
                <c:pt idx="23547">
                  <c:v>6.69123</c:v>
                </c:pt>
                <c:pt idx="23548">
                  <c:v>6.6915300000000002</c:v>
                </c:pt>
                <c:pt idx="23549">
                  <c:v>6.69184</c:v>
                </c:pt>
                <c:pt idx="23550">
                  <c:v>6.6921400000000002</c:v>
                </c:pt>
                <c:pt idx="23551">
                  <c:v>6.69245</c:v>
                </c:pt>
                <c:pt idx="23552">
                  <c:v>6.6927500000000002</c:v>
                </c:pt>
                <c:pt idx="23553">
                  <c:v>6.69306</c:v>
                </c:pt>
                <c:pt idx="23554">
                  <c:v>6.6933699999999998</c:v>
                </c:pt>
                <c:pt idx="23555">
                  <c:v>6.69367</c:v>
                </c:pt>
                <c:pt idx="23556">
                  <c:v>6.6939799999999998</c:v>
                </c:pt>
                <c:pt idx="23557">
                  <c:v>6.69428</c:v>
                </c:pt>
                <c:pt idx="23558">
                  <c:v>6.6945899999999998</c:v>
                </c:pt>
                <c:pt idx="23559">
                  <c:v>6.69489</c:v>
                </c:pt>
                <c:pt idx="23560">
                  <c:v>6.6951999999999998</c:v>
                </c:pt>
                <c:pt idx="23561">
                  <c:v>6.6955</c:v>
                </c:pt>
                <c:pt idx="23562">
                  <c:v>6.6958099999999998</c:v>
                </c:pt>
                <c:pt idx="23563">
                  <c:v>6.69611</c:v>
                </c:pt>
                <c:pt idx="23564">
                  <c:v>6.6964199999999998</c:v>
                </c:pt>
                <c:pt idx="23565">
                  <c:v>6.69672</c:v>
                </c:pt>
                <c:pt idx="23566">
                  <c:v>6.6970299999999998</c:v>
                </c:pt>
                <c:pt idx="23567">
                  <c:v>6.6973399999999996</c:v>
                </c:pt>
                <c:pt idx="23568">
                  <c:v>6.6976399999999998</c:v>
                </c:pt>
                <c:pt idx="23569">
                  <c:v>6.6979499999999996</c:v>
                </c:pt>
                <c:pt idx="23570">
                  <c:v>6.6982499999999998</c:v>
                </c:pt>
                <c:pt idx="23571">
                  <c:v>6.6985599999999996</c:v>
                </c:pt>
                <c:pt idx="23572">
                  <c:v>6.6988599999999998</c:v>
                </c:pt>
                <c:pt idx="23573">
                  <c:v>6.6991699999999996</c:v>
                </c:pt>
                <c:pt idx="23574">
                  <c:v>6.6994699999999998</c:v>
                </c:pt>
                <c:pt idx="23575">
                  <c:v>6.6997799999999996</c:v>
                </c:pt>
                <c:pt idx="23576">
                  <c:v>6.7000799999999998</c:v>
                </c:pt>
                <c:pt idx="23577">
                  <c:v>6.7003899999999996</c:v>
                </c:pt>
                <c:pt idx="23578">
                  <c:v>6.7006899999999998</c:v>
                </c:pt>
                <c:pt idx="23579">
                  <c:v>6.7009999999999996</c:v>
                </c:pt>
                <c:pt idx="23580">
                  <c:v>6.7013100000000003</c:v>
                </c:pt>
                <c:pt idx="23581">
                  <c:v>6.7016099999999996</c:v>
                </c:pt>
                <c:pt idx="23582">
                  <c:v>6.7019200000000003</c:v>
                </c:pt>
                <c:pt idx="23583">
                  <c:v>6.7022199999999996</c:v>
                </c:pt>
                <c:pt idx="23584">
                  <c:v>6.7025300000000003</c:v>
                </c:pt>
                <c:pt idx="23585">
                  <c:v>6.7028299999999996</c:v>
                </c:pt>
                <c:pt idx="23586">
                  <c:v>6.7031400000000003</c:v>
                </c:pt>
                <c:pt idx="23587">
                  <c:v>6.7034399999999996</c:v>
                </c:pt>
                <c:pt idx="23588">
                  <c:v>6.7037500000000003</c:v>
                </c:pt>
                <c:pt idx="23589">
                  <c:v>6.7040499999999996</c:v>
                </c:pt>
                <c:pt idx="23590">
                  <c:v>6.7043600000000003</c:v>
                </c:pt>
                <c:pt idx="23591">
                  <c:v>6.7046599999999996</c:v>
                </c:pt>
                <c:pt idx="23592">
                  <c:v>6.7049700000000003</c:v>
                </c:pt>
                <c:pt idx="23593">
                  <c:v>6.7052800000000001</c:v>
                </c:pt>
                <c:pt idx="23594">
                  <c:v>6.7055800000000003</c:v>
                </c:pt>
                <c:pt idx="23595">
                  <c:v>6.7058900000000001</c:v>
                </c:pt>
                <c:pt idx="23596">
                  <c:v>6.7061900000000003</c:v>
                </c:pt>
                <c:pt idx="23597">
                  <c:v>6.7065000000000001</c:v>
                </c:pt>
                <c:pt idx="23598">
                  <c:v>6.7068000000000003</c:v>
                </c:pt>
                <c:pt idx="23599">
                  <c:v>6.7071100000000001</c:v>
                </c:pt>
                <c:pt idx="23600">
                  <c:v>6.7074100000000003</c:v>
                </c:pt>
                <c:pt idx="23601">
                  <c:v>6.7077200000000001</c:v>
                </c:pt>
                <c:pt idx="23602">
                  <c:v>6.7080200000000003</c:v>
                </c:pt>
                <c:pt idx="23603">
                  <c:v>6.7083300000000001</c:v>
                </c:pt>
                <c:pt idx="23604">
                  <c:v>6.7086300000000003</c:v>
                </c:pt>
                <c:pt idx="23605">
                  <c:v>6.7089400000000001</c:v>
                </c:pt>
                <c:pt idx="23606">
                  <c:v>6.7092499999999999</c:v>
                </c:pt>
                <c:pt idx="23607">
                  <c:v>6.7095500000000001</c:v>
                </c:pt>
                <c:pt idx="23608">
                  <c:v>6.7098599999999999</c:v>
                </c:pt>
                <c:pt idx="23609">
                  <c:v>6.7101600000000001</c:v>
                </c:pt>
                <c:pt idx="23610">
                  <c:v>6.7104699999999999</c:v>
                </c:pt>
                <c:pt idx="23611">
                  <c:v>6.7107700000000001</c:v>
                </c:pt>
                <c:pt idx="23612">
                  <c:v>6.7110799999999999</c:v>
                </c:pt>
                <c:pt idx="23613">
                  <c:v>6.7113800000000001</c:v>
                </c:pt>
                <c:pt idx="23614">
                  <c:v>6.7116899999999999</c:v>
                </c:pt>
                <c:pt idx="23615">
                  <c:v>6.7119900000000001</c:v>
                </c:pt>
                <c:pt idx="23616">
                  <c:v>6.7122999999999999</c:v>
                </c:pt>
                <c:pt idx="23617">
                  <c:v>6.7126099999999997</c:v>
                </c:pt>
                <c:pt idx="23618">
                  <c:v>6.7129099999999999</c:v>
                </c:pt>
                <c:pt idx="23619">
                  <c:v>6.7132199999999997</c:v>
                </c:pt>
                <c:pt idx="23620">
                  <c:v>6.7135199999999999</c:v>
                </c:pt>
                <c:pt idx="23621">
                  <c:v>6.7138299999999997</c:v>
                </c:pt>
                <c:pt idx="23622">
                  <c:v>6.7141299999999999</c:v>
                </c:pt>
                <c:pt idx="23623">
                  <c:v>6.7144399999999997</c:v>
                </c:pt>
                <c:pt idx="23624">
                  <c:v>6.7147399999999999</c:v>
                </c:pt>
                <c:pt idx="23625">
                  <c:v>6.7150499999999997</c:v>
                </c:pt>
                <c:pt idx="23626">
                  <c:v>6.7153499999999999</c:v>
                </c:pt>
                <c:pt idx="23627">
                  <c:v>6.7156599999999997</c:v>
                </c:pt>
                <c:pt idx="23628">
                  <c:v>6.7159599999999999</c:v>
                </c:pt>
                <c:pt idx="23629">
                  <c:v>6.7162699999999997</c:v>
                </c:pt>
                <c:pt idx="23630">
                  <c:v>6.7165800000000004</c:v>
                </c:pt>
                <c:pt idx="23631">
                  <c:v>6.7168799999999997</c:v>
                </c:pt>
                <c:pt idx="23632">
                  <c:v>6.7171900000000004</c:v>
                </c:pt>
                <c:pt idx="23633">
                  <c:v>6.7174899999999997</c:v>
                </c:pt>
                <c:pt idx="23634">
                  <c:v>6.7178000000000004</c:v>
                </c:pt>
                <c:pt idx="23635">
                  <c:v>6.7180999999999997</c:v>
                </c:pt>
                <c:pt idx="23636">
                  <c:v>6.7184100000000004</c:v>
                </c:pt>
                <c:pt idx="23637">
                  <c:v>6.7187099999999997</c:v>
                </c:pt>
                <c:pt idx="23638">
                  <c:v>6.7190200000000004</c:v>
                </c:pt>
                <c:pt idx="23639">
                  <c:v>6.7193199999999997</c:v>
                </c:pt>
                <c:pt idx="23640">
                  <c:v>6.7196300000000004</c:v>
                </c:pt>
                <c:pt idx="23641">
                  <c:v>6.7199299999999997</c:v>
                </c:pt>
                <c:pt idx="23642">
                  <c:v>6.7202400000000004</c:v>
                </c:pt>
                <c:pt idx="23643">
                  <c:v>6.7205500000000002</c:v>
                </c:pt>
                <c:pt idx="23644">
                  <c:v>6.7208500000000004</c:v>
                </c:pt>
                <c:pt idx="23645">
                  <c:v>6.7211600000000002</c:v>
                </c:pt>
                <c:pt idx="23646">
                  <c:v>6.7214600000000004</c:v>
                </c:pt>
                <c:pt idx="23647">
                  <c:v>6.7217700000000002</c:v>
                </c:pt>
                <c:pt idx="23648">
                  <c:v>6.7220700000000004</c:v>
                </c:pt>
                <c:pt idx="23649">
                  <c:v>6.7223800000000002</c:v>
                </c:pt>
                <c:pt idx="23650">
                  <c:v>6.7226800000000004</c:v>
                </c:pt>
                <c:pt idx="23651">
                  <c:v>6.7229900000000002</c:v>
                </c:pt>
                <c:pt idx="23652">
                  <c:v>6.7232900000000004</c:v>
                </c:pt>
                <c:pt idx="23653">
                  <c:v>6.7236000000000002</c:v>
                </c:pt>
                <c:pt idx="23654">
                  <c:v>6.7239000000000004</c:v>
                </c:pt>
                <c:pt idx="23655">
                  <c:v>6.7242100000000002</c:v>
                </c:pt>
                <c:pt idx="23656">
                  <c:v>6.7245200000000001</c:v>
                </c:pt>
                <c:pt idx="23657">
                  <c:v>6.7248200000000002</c:v>
                </c:pt>
                <c:pt idx="23658">
                  <c:v>6.7251300000000001</c:v>
                </c:pt>
                <c:pt idx="23659">
                  <c:v>6.7254300000000002</c:v>
                </c:pt>
                <c:pt idx="23660">
                  <c:v>6.7257400000000001</c:v>
                </c:pt>
                <c:pt idx="23661">
                  <c:v>6.7260400000000002</c:v>
                </c:pt>
                <c:pt idx="23662">
                  <c:v>6.7263500000000001</c:v>
                </c:pt>
                <c:pt idx="23663">
                  <c:v>6.7266500000000002</c:v>
                </c:pt>
                <c:pt idx="23664">
                  <c:v>6.7269600000000001</c:v>
                </c:pt>
                <c:pt idx="23665">
                  <c:v>6.7272600000000002</c:v>
                </c:pt>
                <c:pt idx="23666">
                  <c:v>6.7275700000000001</c:v>
                </c:pt>
                <c:pt idx="23667">
                  <c:v>6.7278799999999999</c:v>
                </c:pt>
                <c:pt idx="23668">
                  <c:v>6.72818</c:v>
                </c:pt>
                <c:pt idx="23669">
                  <c:v>6.7284899999999999</c:v>
                </c:pt>
                <c:pt idx="23670">
                  <c:v>6.72879</c:v>
                </c:pt>
                <c:pt idx="23671">
                  <c:v>6.7290999999999999</c:v>
                </c:pt>
                <c:pt idx="23672">
                  <c:v>6.7294</c:v>
                </c:pt>
                <c:pt idx="23673">
                  <c:v>6.7297099999999999</c:v>
                </c:pt>
                <c:pt idx="23674">
                  <c:v>6.73001</c:v>
                </c:pt>
                <c:pt idx="23675">
                  <c:v>6.7303199999999999</c:v>
                </c:pt>
                <c:pt idx="23676">
                  <c:v>6.73062</c:v>
                </c:pt>
                <c:pt idx="23677">
                  <c:v>6.7309299999999999</c:v>
                </c:pt>
                <c:pt idx="23678">
                  <c:v>6.73123</c:v>
                </c:pt>
                <c:pt idx="23679">
                  <c:v>6.7315399999999999</c:v>
                </c:pt>
                <c:pt idx="23680">
                  <c:v>6.7318499999999997</c:v>
                </c:pt>
                <c:pt idx="23681">
                  <c:v>6.7321499999999999</c:v>
                </c:pt>
                <c:pt idx="23682">
                  <c:v>6.7324599999999997</c:v>
                </c:pt>
                <c:pt idx="23683">
                  <c:v>6.7327599999999999</c:v>
                </c:pt>
                <c:pt idx="23684">
                  <c:v>6.7330699999999997</c:v>
                </c:pt>
                <c:pt idx="23685">
                  <c:v>6.7333699999999999</c:v>
                </c:pt>
                <c:pt idx="23686">
                  <c:v>6.7336799999999997</c:v>
                </c:pt>
                <c:pt idx="23687">
                  <c:v>6.7339799999999999</c:v>
                </c:pt>
                <c:pt idx="23688">
                  <c:v>6.7342899999999997</c:v>
                </c:pt>
                <c:pt idx="23689">
                  <c:v>6.7345899999999999</c:v>
                </c:pt>
                <c:pt idx="23690">
                  <c:v>6.7348999999999997</c:v>
                </c:pt>
                <c:pt idx="23691">
                  <c:v>6.7351999999999999</c:v>
                </c:pt>
                <c:pt idx="23692">
                  <c:v>6.7355099999999997</c:v>
                </c:pt>
                <c:pt idx="23693">
                  <c:v>6.7358200000000004</c:v>
                </c:pt>
                <c:pt idx="23694">
                  <c:v>6.7361199999999997</c:v>
                </c:pt>
                <c:pt idx="23695">
                  <c:v>6.7364300000000004</c:v>
                </c:pt>
                <c:pt idx="23696">
                  <c:v>6.7367299999999997</c:v>
                </c:pt>
                <c:pt idx="23697">
                  <c:v>6.7370400000000004</c:v>
                </c:pt>
                <c:pt idx="23698">
                  <c:v>6.7373399999999997</c:v>
                </c:pt>
                <c:pt idx="23699">
                  <c:v>6.7376500000000004</c:v>
                </c:pt>
                <c:pt idx="23700">
                  <c:v>6.7379499999999997</c:v>
                </c:pt>
                <c:pt idx="23701">
                  <c:v>6.7382600000000004</c:v>
                </c:pt>
                <c:pt idx="23702">
                  <c:v>6.7385599999999997</c:v>
                </c:pt>
                <c:pt idx="23703">
                  <c:v>6.7388700000000004</c:v>
                </c:pt>
                <c:pt idx="23704">
                  <c:v>6.7391699999999997</c:v>
                </c:pt>
                <c:pt idx="23705">
                  <c:v>6.7394800000000004</c:v>
                </c:pt>
                <c:pt idx="23706">
                  <c:v>6.7397900000000002</c:v>
                </c:pt>
                <c:pt idx="23707">
                  <c:v>6.7400900000000004</c:v>
                </c:pt>
                <c:pt idx="23708">
                  <c:v>6.7404000000000002</c:v>
                </c:pt>
                <c:pt idx="23709">
                  <c:v>6.7407000000000004</c:v>
                </c:pt>
                <c:pt idx="23710">
                  <c:v>6.7410100000000002</c:v>
                </c:pt>
                <c:pt idx="23711">
                  <c:v>6.7413100000000004</c:v>
                </c:pt>
                <c:pt idx="23712">
                  <c:v>6.7416200000000002</c:v>
                </c:pt>
                <c:pt idx="23713">
                  <c:v>6.7419200000000004</c:v>
                </c:pt>
                <c:pt idx="23714">
                  <c:v>6.7422300000000002</c:v>
                </c:pt>
                <c:pt idx="23715">
                  <c:v>6.7425300000000004</c:v>
                </c:pt>
                <c:pt idx="23716">
                  <c:v>6.7428400000000002</c:v>
                </c:pt>
                <c:pt idx="23717">
                  <c:v>6.7431400000000004</c:v>
                </c:pt>
                <c:pt idx="23718">
                  <c:v>6.7434500000000002</c:v>
                </c:pt>
                <c:pt idx="23719">
                  <c:v>6.74376</c:v>
                </c:pt>
                <c:pt idx="23720">
                  <c:v>6.7440600000000002</c:v>
                </c:pt>
                <c:pt idx="23721">
                  <c:v>6.74437</c:v>
                </c:pt>
                <c:pt idx="23722">
                  <c:v>6.7446700000000002</c:v>
                </c:pt>
                <c:pt idx="23723">
                  <c:v>6.74498</c:v>
                </c:pt>
                <c:pt idx="23724">
                  <c:v>6.7452800000000002</c:v>
                </c:pt>
                <c:pt idx="23725">
                  <c:v>6.74559</c:v>
                </c:pt>
                <c:pt idx="23726">
                  <c:v>6.7458900000000002</c:v>
                </c:pt>
                <c:pt idx="23727">
                  <c:v>6.7462</c:v>
                </c:pt>
                <c:pt idx="23728">
                  <c:v>6.7465000000000002</c:v>
                </c:pt>
                <c:pt idx="23729">
                  <c:v>6.74681</c:v>
                </c:pt>
                <c:pt idx="23730">
                  <c:v>6.7471199999999998</c:v>
                </c:pt>
                <c:pt idx="23731">
                  <c:v>6.74742</c:v>
                </c:pt>
                <c:pt idx="23732">
                  <c:v>6.7477299999999998</c:v>
                </c:pt>
                <c:pt idx="23733">
                  <c:v>6.74803</c:v>
                </c:pt>
                <c:pt idx="23734">
                  <c:v>6.7483399999999998</c:v>
                </c:pt>
                <c:pt idx="23735">
                  <c:v>6.74864</c:v>
                </c:pt>
                <c:pt idx="23736">
                  <c:v>6.7489499999999998</c:v>
                </c:pt>
                <c:pt idx="23737">
                  <c:v>6.74925</c:v>
                </c:pt>
                <c:pt idx="23738">
                  <c:v>6.7495599999999998</c:v>
                </c:pt>
                <c:pt idx="23739">
                  <c:v>6.74986</c:v>
                </c:pt>
                <c:pt idx="23740">
                  <c:v>6.7501699999999998</c:v>
                </c:pt>
                <c:pt idx="23741">
                  <c:v>6.75047</c:v>
                </c:pt>
                <c:pt idx="23742">
                  <c:v>6.7507799999999998</c:v>
                </c:pt>
                <c:pt idx="23743">
                  <c:v>6.7510899999999996</c:v>
                </c:pt>
                <c:pt idx="23744">
                  <c:v>6.7513899999999998</c:v>
                </c:pt>
                <c:pt idx="23745">
                  <c:v>6.7516999999999996</c:v>
                </c:pt>
                <c:pt idx="23746">
                  <c:v>6.7519999999999998</c:v>
                </c:pt>
                <c:pt idx="23747">
                  <c:v>6.7523099999999996</c:v>
                </c:pt>
                <c:pt idx="23748">
                  <c:v>6.7526099999999998</c:v>
                </c:pt>
                <c:pt idx="23749">
                  <c:v>6.7529199999999996</c:v>
                </c:pt>
                <c:pt idx="23750">
                  <c:v>6.7532199999999998</c:v>
                </c:pt>
                <c:pt idx="23751">
                  <c:v>6.7535299999999996</c:v>
                </c:pt>
                <c:pt idx="23752">
                  <c:v>6.7538299999999998</c:v>
                </c:pt>
                <c:pt idx="23753">
                  <c:v>6.7541399999999996</c:v>
                </c:pt>
                <c:pt idx="23754">
                  <c:v>6.7544399999999998</c:v>
                </c:pt>
                <c:pt idx="23755">
                  <c:v>6.7547499999999996</c:v>
                </c:pt>
                <c:pt idx="23756">
                  <c:v>6.7550600000000003</c:v>
                </c:pt>
                <c:pt idx="23757">
                  <c:v>6.7553599999999996</c:v>
                </c:pt>
                <c:pt idx="23758">
                  <c:v>6.7556700000000003</c:v>
                </c:pt>
                <c:pt idx="23759">
                  <c:v>6.7559699999999996</c:v>
                </c:pt>
                <c:pt idx="23760">
                  <c:v>6.7562800000000003</c:v>
                </c:pt>
                <c:pt idx="23761">
                  <c:v>6.7565799999999996</c:v>
                </c:pt>
                <c:pt idx="23762">
                  <c:v>6.7568900000000003</c:v>
                </c:pt>
                <c:pt idx="23763">
                  <c:v>6.7571899999999996</c:v>
                </c:pt>
                <c:pt idx="23764">
                  <c:v>6.7575000000000003</c:v>
                </c:pt>
                <c:pt idx="23765">
                  <c:v>6.7577999999999996</c:v>
                </c:pt>
                <c:pt idx="23766">
                  <c:v>6.7581100000000003</c:v>
                </c:pt>
                <c:pt idx="23767">
                  <c:v>6.7584099999999996</c:v>
                </c:pt>
                <c:pt idx="23768">
                  <c:v>6.7587200000000003</c:v>
                </c:pt>
                <c:pt idx="23769">
                  <c:v>6.7590300000000001</c:v>
                </c:pt>
                <c:pt idx="23770">
                  <c:v>6.7593300000000003</c:v>
                </c:pt>
                <c:pt idx="23771">
                  <c:v>6.7596400000000001</c:v>
                </c:pt>
                <c:pt idx="23772">
                  <c:v>6.7599400000000003</c:v>
                </c:pt>
                <c:pt idx="23773">
                  <c:v>6.7602500000000001</c:v>
                </c:pt>
                <c:pt idx="23774">
                  <c:v>6.7605500000000003</c:v>
                </c:pt>
                <c:pt idx="23775">
                  <c:v>6.7608600000000001</c:v>
                </c:pt>
                <c:pt idx="23776">
                  <c:v>6.7611600000000003</c:v>
                </c:pt>
                <c:pt idx="23777">
                  <c:v>6.7614700000000001</c:v>
                </c:pt>
                <c:pt idx="23778">
                  <c:v>6.7617700000000003</c:v>
                </c:pt>
                <c:pt idx="23779">
                  <c:v>6.7620800000000001</c:v>
                </c:pt>
                <c:pt idx="23780">
                  <c:v>6.7623800000000003</c:v>
                </c:pt>
                <c:pt idx="23781">
                  <c:v>6.7626900000000001</c:v>
                </c:pt>
                <c:pt idx="23782">
                  <c:v>6.7629999999999999</c:v>
                </c:pt>
                <c:pt idx="23783">
                  <c:v>6.7633000000000001</c:v>
                </c:pt>
                <c:pt idx="23784">
                  <c:v>6.7636099999999999</c:v>
                </c:pt>
                <c:pt idx="23785">
                  <c:v>6.7639100000000001</c:v>
                </c:pt>
                <c:pt idx="23786">
                  <c:v>6.7642199999999999</c:v>
                </c:pt>
                <c:pt idx="23787">
                  <c:v>6.7645200000000001</c:v>
                </c:pt>
                <c:pt idx="23788">
                  <c:v>6.7648299999999999</c:v>
                </c:pt>
                <c:pt idx="23789">
                  <c:v>6.7651300000000001</c:v>
                </c:pt>
                <c:pt idx="23790">
                  <c:v>6.7654399999999999</c:v>
                </c:pt>
                <c:pt idx="23791">
                  <c:v>6.7657400000000001</c:v>
                </c:pt>
                <c:pt idx="23792">
                  <c:v>6.7660499999999999</c:v>
                </c:pt>
                <c:pt idx="23793">
                  <c:v>6.7663599999999997</c:v>
                </c:pt>
                <c:pt idx="23794">
                  <c:v>6.7666599999999999</c:v>
                </c:pt>
                <c:pt idx="23795">
                  <c:v>6.7669699999999997</c:v>
                </c:pt>
                <c:pt idx="23796">
                  <c:v>6.7672699999999999</c:v>
                </c:pt>
                <c:pt idx="23797">
                  <c:v>6.7675799999999997</c:v>
                </c:pt>
                <c:pt idx="23798">
                  <c:v>6.7678799999999999</c:v>
                </c:pt>
                <c:pt idx="23799">
                  <c:v>6.7681899999999997</c:v>
                </c:pt>
                <c:pt idx="23800">
                  <c:v>6.7684899999999999</c:v>
                </c:pt>
                <c:pt idx="23801">
                  <c:v>6.7687999999999997</c:v>
                </c:pt>
                <c:pt idx="23802">
                  <c:v>6.7690999999999999</c:v>
                </c:pt>
                <c:pt idx="23803">
                  <c:v>6.7694099999999997</c:v>
                </c:pt>
                <c:pt idx="23804">
                  <c:v>6.7697099999999999</c:v>
                </c:pt>
                <c:pt idx="23805">
                  <c:v>6.7700199999999997</c:v>
                </c:pt>
                <c:pt idx="23806">
                  <c:v>6.7703300000000004</c:v>
                </c:pt>
                <c:pt idx="23807">
                  <c:v>6.7706299999999997</c:v>
                </c:pt>
                <c:pt idx="23808">
                  <c:v>6.7709400000000004</c:v>
                </c:pt>
                <c:pt idx="23809">
                  <c:v>6.7712399999999997</c:v>
                </c:pt>
                <c:pt idx="23810">
                  <c:v>6.7715500000000004</c:v>
                </c:pt>
                <c:pt idx="23811">
                  <c:v>6.7718499999999997</c:v>
                </c:pt>
                <c:pt idx="23812">
                  <c:v>6.7721600000000004</c:v>
                </c:pt>
                <c:pt idx="23813">
                  <c:v>6.7724599999999997</c:v>
                </c:pt>
                <c:pt idx="23814">
                  <c:v>6.7727700000000004</c:v>
                </c:pt>
                <c:pt idx="23815">
                  <c:v>6.7730699999999997</c:v>
                </c:pt>
                <c:pt idx="23816">
                  <c:v>6.7733800000000004</c:v>
                </c:pt>
                <c:pt idx="23817">
                  <c:v>6.7736799999999997</c:v>
                </c:pt>
                <c:pt idx="23818">
                  <c:v>6.7739900000000004</c:v>
                </c:pt>
                <c:pt idx="23819">
                  <c:v>6.7743000000000002</c:v>
                </c:pt>
                <c:pt idx="23820">
                  <c:v>6.7746000000000004</c:v>
                </c:pt>
                <c:pt idx="23821">
                  <c:v>6.7749100000000002</c:v>
                </c:pt>
                <c:pt idx="23822">
                  <c:v>6.7752100000000004</c:v>
                </c:pt>
                <c:pt idx="23823">
                  <c:v>6.7755200000000002</c:v>
                </c:pt>
                <c:pt idx="23824">
                  <c:v>6.7758200000000004</c:v>
                </c:pt>
                <c:pt idx="23825">
                  <c:v>6.7761300000000002</c:v>
                </c:pt>
                <c:pt idx="23826">
                  <c:v>6.7764300000000004</c:v>
                </c:pt>
                <c:pt idx="23827">
                  <c:v>6.7767400000000002</c:v>
                </c:pt>
                <c:pt idx="23828">
                  <c:v>6.7770400000000004</c:v>
                </c:pt>
                <c:pt idx="23829">
                  <c:v>6.7773500000000002</c:v>
                </c:pt>
                <c:pt idx="23830">
                  <c:v>6.7776500000000004</c:v>
                </c:pt>
                <c:pt idx="23831">
                  <c:v>6.7779600000000002</c:v>
                </c:pt>
                <c:pt idx="23832">
                  <c:v>6.77827</c:v>
                </c:pt>
                <c:pt idx="23833">
                  <c:v>6.7785700000000002</c:v>
                </c:pt>
                <c:pt idx="23834">
                  <c:v>6.77888</c:v>
                </c:pt>
                <c:pt idx="23835">
                  <c:v>6.7791800000000002</c:v>
                </c:pt>
                <c:pt idx="23836">
                  <c:v>6.77949</c:v>
                </c:pt>
                <c:pt idx="23837">
                  <c:v>6.7797900000000002</c:v>
                </c:pt>
                <c:pt idx="23838">
                  <c:v>6.7801</c:v>
                </c:pt>
                <c:pt idx="23839">
                  <c:v>6.7804000000000002</c:v>
                </c:pt>
                <c:pt idx="23840">
                  <c:v>6.78071</c:v>
                </c:pt>
                <c:pt idx="23841">
                  <c:v>6.7810100000000002</c:v>
                </c:pt>
                <c:pt idx="23842">
                  <c:v>6.78132</c:v>
                </c:pt>
                <c:pt idx="23843">
                  <c:v>6.7816200000000002</c:v>
                </c:pt>
                <c:pt idx="23844">
                  <c:v>6.78193</c:v>
                </c:pt>
                <c:pt idx="23845">
                  <c:v>6.7822399999999998</c:v>
                </c:pt>
                <c:pt idx="23846">
                  <c:v>6.78254</c:v>
                </c:pt>
                <c:pt idx="23847">
                  <c:v>6.7828499999999998</c:v>
                </c:pt>
                <c:pt idx="23848">
                  <c:v>6.78315</c:v>
                </c:pt>
                <c:pt idx="23849">
                  <c:v>6.7834599999999998</c:v>
                </c:pt>
                <c:pt idx="23850">
                  <c:v>6.78376</c:v>
                </c:pt>
                <c:pt idx="23851">
                  <c:v>6.7840699999999998</c:v>
                </c:pt>
                <c:pt idx="23852">
                  <c:v>6.78437</c:v>
                </c:pt>
                <c:pt idx="23853">
                  <c:v>6.7846799999999998</c:v>
                </c:pt>
                <c:pt idx="23854">
                  <c:v>6.78498</c:v>
                </c:pt>
                <c:pt idx="23855">
                  <c:v>6.7852899999999998</c:v>
                </c:pt>
                <c:pt idx="23856">
                  <c:v>6.7855999999999996</c:v>
                </c:pt>
                <c:pt idx="23857">
                  <c:v>6.7858999999999998</c:v>
                </c:pt>
                <c:pt idx="23858">
                  <c:v>6.7862099999999996</c:v>
                </c:pt>
                <c:pt idx="23859">
                  <c:v>6.7865099999999998</c:v>
                </c:pt>
                <c:pt idx="23860">
                  <c:v>6.7868199999999996</c:v>
                </c:pt>
                <c:pt idx="23861">
                  <c:v>6.7871199999999998</c:v>
                </c:pt>
                <c:pt idx="23862">
                  <c:v>6.7874299999999996</c:v>
                </c:pt>
                <c:pt idx="23863">
                  <c:v>6.7877299999999998</c:v>
                </c:pt>
                <c:pt idx="23864">
                  <c:v>6.7880399999999996</c:v>
                </c:pt>
                <c:pt idx="23865">
                  <c:v>6.7883399999999998</c:v>
                </c:pt>
                <c:pt idx="23866">
                  <c:v>6.7886499999999996</c:v>
                </c:pt>
                <c:pt idx="23867">
                  <c:v>6.7889499999999998</c:v>
                </c:pt>
                <c:pt idx="23868">
                  <c:v>6.7892599999999996</c:v>
                </c:pt>
                <c:pt idx="23869">
                  <c:v>6.7895700000000003</c:v>
                </c:pt>
                <c:pt idx="23870">
                  <c:v>6.7898699999999996</c:v>
                </c:pt>
                <c:pt idx="23871">
                  <c:v>6.7901800000000003</c:v>
                </c:pt>
                <c:pt idx="23872">
                  <c:v>6.7904799999999996</c:v>
                </c:pt>
                <c:pt idx="23873">
                  <c:v>6.7907900000000003</c:v>
                </c:pt>
                <c:pt idx="23874">
                  <c:v>6.7910899999999996</c:v>
                </c:pt>
                <c:pt idx="23875">
                  <c:v>6.7914000000000003</c:v>
                </c:pt>
                <c:pt idx="23876">
                  <c:v>6.7916999999999996</c:v>
                </c:pt>
                <c:pt idx="23877">
                  <c:v>6.7920100000000003</c:v>
                </c:pt>
                <c:pt idx="23878">
                  <c:v>6.7923099999999996</c:v>
                </c:pt>
                <c:pt idx="23879">
                  <c:v>6.7926200000000003</c:v>
                </c:pt>
                <c:pt idx="23880">
                  <c:v>6.7929199999999996</c:v>
                </c:pt>
                <c:pt idx="23881">
                  <c:v>6.7932300000000003</c:v>
                </c:pt>
                <c:pt idx="23882">
                  <c:v>6.7935400000000001</c:v>
                </c:pt>
                <c:pt idx="23883">
                  <c:v>6.7938400000000003</c:v>
                </c:pt>
                <c:pt idx="23884">
                  <c:v>6.7941500000000001</c:v>
                </c:pt>
                <c:pt idx="23885">
                  <c:v>6.7944500000000003</c:v>
                </c:pt>
                <c:pt idx="23886">
                  <c:v>6.7947600000000001</c:v>
                </c:pt>
                <c:pt idx="23887">
                  <c:v>6.7950600000000003</c:v>
                </c:pt>
                <c:pt idx="23888">
                  <c:v>6.7953700000000001</c:v>
                </c:pt>
                <c:pt idx="23889">
                  <c:v>6.7956700000000003</c:v>
                </c:pt>
                <c:pt idx="23890">
                  <c:v>6.7959800000000001</c:v>
                </c:pt>
                <c:pt idx="23891">
                  <c:v>6.7962800000000003</c:v>
                </c:pt>
                <c:pt idx="23892">
                  <c:v>6.7965900000000001</c:v>
                </c:pt>
                <c:pt idx="23893">
                  <c:v>6.7968900000000003</c:v>
                </c:pt>
                <c:pt idx="23894">
                  <c:v>6.7972000000000001</c:v>
                </c:pt>
                <c:pt idx="23895">
                  <c:v>6.7975099999999999</c:v>
                </c:pt>
                <c:pt idx="23896">
                  <c:v>6.7978100000000001</c:v>
                </c:pt>
                <c:pt idx="23897">
                  <c:v>6.7981199999999999</c:v>
                </c:pt>
                <c:pt idx="23898">
                  <c:v>6.7984200000000001</c:v>
                </c:pt>
                <c:pt idx="23899">
                  <c:v>6.7987299999999999</c:v>
                </c:pt>
                <c:pt idx="23900">
                  <c:v>6.7990300000000001</c:v>
                </c:pt>
                <c:pt idx="23901">
                  <c:v>6.7993399999999999</c:v>
                </c:pt>
                <c:pt idx="23902">
                  <c:v>6.7996400000000001</c:v>
                </c:pt>
                <c:pt idx="23903">
                  <c:v>6.7999499999999999</c:v>
                </c:pt>
                <c:pt idx="23904">
                  <c:v>6.8002500000000001</c:v>
                </c:pt>
                <c:pt idx="23905">
                  <c:v>6.8005599999999999</c:v>
                </c:pt>
                <c:pt idx="23906">
                  <c:v>6.8008699999999997</c:v>
                </c:pt>
                <c:pt idx="23907">
                  <c:v>6.8011699999999999</c:v>
                </c:pt>
                <c:pt idx="23908">
                  <c:v>6.8014799999999997</c:v>
                </c:pt>
                <c:pt idx="23909">
                  <c:v>6.8017799999999999</c:v>
                </c:pt>
                <c:pt idx="23910">
                  <c:v>6.8020899999999997</c:v>
                </c:pt>
                <c:pt idx="23911">
                  <c:v>6.8023899999999999</c:v>
                </c:pt>
                <c:pt idx="23912">
                  <c:v>6.8026999999999997</c:v>
                </c:pt>
                <c:pt idx="23913">
                  <c:v>6.8029999999999999</c:v>
                </c:pt>
                <c:pt idx="23914">
                  <c:v>6.8033099999999997</c:v>
                </c:pt>
                <c:pt idx="23915">
                  <c:v>6.8036099999999999</c:v>
                </c:pt>
                <c:pt idx="23916">
                  <c:v>6.8039199999999997</c:v>
                </c:pt>
                <c:pt idx="23917">
                  <c:v>6.8042199999999999</c:v>
                </c:pt>
                <c:pt idx="23918">
                  <c:v>6.8045299999999997</c:v>
                </c:pt>
                <c:pt idx="23919">
                  <c:v>6.8048400000000004</c:v>
                </c:pt>
                <c:pt idx="23920">
                  <c:v>6.8051399999999997</c:v>
                </c:pt>
                <c:pt idx="23921">
                  <c:v>6.8054500000000004</c:v>
                </c:pt>
                <c:pt idx="23922">
                  <c:v>6.8057499999999997</c:v>
                </c:pt>
                <c:pt idx="23923">
                  <c:v>6.8060600000000004</c:v>
                </c:pt>
                <c:pt idx="23924">
                  <c:v>6.8063599999999997</c:v>
                </c:pt>
                <c:pt idx="23925">
                  <c:v>6.8066700000000004</c:v>
                </c:pt>
                <c:pt idx="23926">
                  <c:v>6.8069699999999997</c:v>
                </c:pt>
                <c:pt idx="23927">
                  <c:v>6.8072800000000004</c:v>
                </c:pt>
                <c:pt idx="23928">
                  <c:v>6.8075799999999997</c:v>
                </c:pt>
                <c:pt idx="23929">
                  <c:v>6.8078900000000004</c:v>
                </c:pt>
                <c:pt idx="23930">
                  <c:v>6.8081899999999997</c:v>
                </c:pt>
                <c:pt idx="23931">
                  <c:v>6.8085000000000004</c:v>
                </c:pt>
                <c:pt idx="23932">
                  <c:v>6.8088100000000003</c:v>
                </c:pt>
                <c:pt idx="23933">
                  <c:v>6.8091100000000004</c:v>
                </c:pt>
                <c:pt idx="23934">
                  <c:v>6.8094200000000003</c:v>
                </c:pt>
                <c:pt idx="23935">
                  <c:v>6.8097200000000004</c:v>
                </c:pt>
                <c:pt idx="23936">
                  <c:v>6.8100300000000002</c:v>
                </c:pt>
                <c:pt idx="23937">
                  <c:v>6.8103300000000004</c:v>
                </c:pt>
                <c:pt idx="23938">
                  <c:v>6.8106400000000002</c:v>
                </c:pt>
                <c:pt idx="23939">
                  <c:v>6.8109400000000004</c:v>
                </c:pt>
                <c:pt idx="23940">
                  <c:v>6.8112500000000002</c:v>
                </c:pt>
                <c:pt idx="23941">
                  <c:v>6.8115500000000004</c:v>
                </c:pt>
                <c:pt idx="23942">
                  <c:v>6.8118600000000002</c:v>
                </c:pt>
                <c:pt idx="23943">
                  <c:v>6.8121600000000004</c:v>
                </c:pt>
                <c:pt idx="23944">
                  <c:v>6.8124700000000002</c:v>
                </c:pt>
                <c:pt idx="23945">
                  <c:v>6.8127800000000001</c:v>
                </c:pt>
                <c:pt idx="23946">
                  <c:v>6.8130800000000002</c:v>
                </c:pt>
                <c:pt idx="23947">
                  <c:v>6.8133900000000001</c:v>
                </c:pt>
                <c:pt idx="23948">
                  <c:v>6.8136900000000002</c:v>
                </c:pt>
                <c:pt idx="23949">
                  <c:v>6.8140000000000001</c:v>
                </c:pt>
                <c:pt idx="23950">
                  <c:v>6.8143000000000002</c:v>
                </c:pt>
                <c:pt idx="23951">
                  <c:v>6.8146100000000001</c:v>
                </c:pt>
                <c:pt idx="23952">
                  <c:v>6.8149100000000002</c:v>
                </c:pt>
                <c:pt idx="23953">
                  <c:v>6.8152200000000001</c:v>
                </c:pt>
                <c:pt idx="23954">
                  <c:v>6.8155200000000002</c:v>
                </c:pt>
                <c:pt idx="23955">
                  <c:v>6.8158300000000001</c:v>
                </c:pt>
                <c:pt idx="23956">
                  <c:v>6.8161300000000002</c:v>
                </c:pt>
                <c:pt idx="23957">
                  <c:v>6.8164400000000001</c:v>
                </c:pt>
                <c:pt idx="23958">
                  <c:v>6.8167499999999999</c:v>
                </c:pt>
                <c:pt idx="23959">
                  <c:v>6.8170500000000001</c:v>
                </c:pt>
                <c:pt idx="23960">
                  <c:v>6.8173599999999999</c:v>
                </c:pt>
                <c:pt idx="23961">
                  <c:v>6.8176600000000001</c:v>
                </c:pt>
                <c:pt idx="23962">
                  <c:v>6.8179699999999999</c:v>
                </c:pt>
                <c:pt idx="23963">
                  <c:v>6.8182700000000001</c:v>
                </c:pt>
                <c:pt idx="23964">
                  <c:v>6.8185799999999999</c:v>
                </c:pt>
                <c:pt idx="23965">
                  <c:v>6.8188800000000001</c:v>
                </c:pt>
                <c:pt idx="23966">
                  <c:v>6.8191899999999999</c:v>
                </c:pt>
                <c:pt idx="23967">
                  <c:v>6.8194900000000001</c:v>
                </c:pt>
                <c:pt idx="23968">
                  <c:v>6.8197999999999999</c:v>
                </c:pt>
                <c:pt idx="23969">
                  <c:v>6.8201099999999997</c:v>
                </c:pt>
                <c:pt idx="23970">
                  <c:v>6.8204099999999999</c:v>
                </c:pt>
                <c:pt idx="23971">
                  <c:v>6.8207199999999997</c:v>
                </c:pt>
                <c:pt idx="23972">
                  <c:v>6.8210199999999999</c:v>
                </c:pt>
                <c:pt idx="23973">
                  <c:v>6.8213299999999997</c:v>
                </c:pt>
                <c:pt idx="23974">
                  <c:v>6.8216299999999999</c:v>
                </c:pt>
                <c:pt idx="23975">
                  <c:v>6.8219399999999997</c:v>
                </c:pt>
                <c:pt idx="23976">
                  <c:v>6.8222399999999999</c:v>
                </c:pt>
                <c:pt idx="23977">
                  <c:v>6.8225499999999997</c:v>
                </c:pt>
                <c:pt idx="23978">
                  <c:v>6.8228499999999999</c:v>
                </c:pt>
                <c:pt idx="23979">
                  <c:v>6.8231599999999997</c:v>
                </c:pt>
                <c:pt idx="23980">
                  <c:v>6.8234599999999999</c:v>
                </c:pt>
                <c:pt idx="23981">
                  <c:v>6.8237699999999997</c:v>
                </c:pt>
                <c:pt idx="23982">
                  <c:v>6.8240800000000004</c:v>
                </c:pt>
                <c:pt idx="23983">
                  <c:v>6.8243799999999997</c:v>
                </c:pt>
                <c:pt idx="23984">
                  <c:v>6.8246900000000004</c:v>
                </c:pt>
                <c:pt idx="23985">
                  <c:v>6.8249899999999997</c:v>
                </c:pt>
                <c:pt idx="23986">
                  <c:v>6.8253000000000004</c:v>
                </c:pt>
                <c:pt idx="23987">
                  <c:v>6.8255999999999997</c:v>
                </c:pt>
                <c:pt idx="23988">
                  <c:v>6.8259100000000004</c:v>
                </c:pt>
                <c:pt idx="23989">
                  <c:v>6.8262099999999997</c:v>
                </c:pt>
                <c:pt idx="23990">
                  <c:v>6.8265200000000004</c:v>
                </c:pt>
                <c:pt idx="23991">
                  <c:v>6.8268199999999997</c:v>
                </c:pt>
                <c:pt idx="23992">
                  <c:v>6.8271300000000004</c:v>
                </c:pt>
                <c:pt idx="23993">
                  <c:v>6.8274299999999997</c:v>
                </c:pt>
                <c:pt idx="23994">
                  <c:v>6.8277400000000004</c:v>
                </c:pt>
                <c:pt idx="23995">
                  <c:v>6.8280500000000002</c:v>
                </c:pt>
                <c:pt idx="23996">
                  <c:v>6.8283500000000004</c:v>
                </c:pt>
                <c:pt idx="23997">
                  <c:v>6.8286600000000002</c:v>
                </c:pt>
                <c:pt idx="23998">
                  <c:v>6.8289600000000004</c:v>
                </c:pt>
                <c:pt idx="23999">
                  <c:v>6.8292700000000002</c:v>
                </c:pt>
                <c:pt idx="24000">
                  <c:v>6.8295700000000004</c:v>
                </c:pt>
                <c:pt idx="24001">
                  <c:v>6.8298800000000002</c:v>
                </c:pt>
                <c:pt idx="24002">
                  <c:v>6.8301800000000004</c:v>
                </c:pt>
                <c:pt idx="24003">
                  <c:v>6.8304900000000002</c:v>
                </c:pt>
                <c:pt idx="24004">
                  <c:v>6.8307900000000004</c:v>
                </c:pt>
                <c:pt idx="24005">
                  <c:v>6.8311000000000002</c:v>
                </c:pt>
                <c:pt idx="24006">
                  <c:v>6.8314000000000004</c:v>
                </c:pt>
                <c:pt idx="24007">
                  <c:v>6.8317100000000002</c:v>
                </c:pt>
                <c:pt idx="24008">
                  <c:v>6.83202</c:v>
                </c:pt>
                <c:pt idx="24009">
                  <c:v>6.8323200000000002</c:v>
                </c:pt>
                <c:pt idx="24010">
                  <c:v>6.83263</c:v>
                </c:pt>
                <c:pt idx="24011">
                  <c:v>6.8329300000000002</c:v>
                </c:pt>
                <c:pt idx="24012">
                  <c:v>6.83324</c:v>
                </c:pt>
                <c:pt idx="24013">
                  <c:v>6.8335400000000002</c:v>
                </c:pt>
                <c:pt idx="24014">
                  <c:v>6.83385</c:v>
                </c:pt>
                <c:pt idx="24015">
                  <c:v>6.8341500000000002</c:v>
                </c:pt>
                <c:pt idx="24016">
                  <c:v>6.83446</c:v>
                </c:pt>
                <c:pt idx="24017">
                  <c:v>6.8347600000000002</c:v>
                </c:pt>
                <c:pt idx="24018">
                  <c:v>6.83507</c:v>
                </c:pt>
                <c:pt idx="24019">
                  <c:v>6.8353700000000002</c:v>
                </c:pt>
                <c:pt idx="24020">
                  <c:v>6.83568</c:v>
                </c:pt>
                <c:pt idx="24021">
                  <c:v>6.8359899999999998</c:v>
                </c:pt>
                <c:pt idx="24022">
                  <c:v>6.83629</c:v>
                </c:pt>
                <c:pt idx="24023">
                  <c:v>6.8365999999999998</c:v>
                </c:pt>
                <c:pt idx="24024">
                  <c:v>6.8369</c:v>
                </c:pt>
                <c:pt idx="24025">
                  <c:v>6.8372099999999998</c:v>
                </c:pt>
                <c:pt idx="24026">
                  <c:v>6.83751</c:v>
                </c:pt>
                <c:pt idx="24027">
                  <c:v>6.8378199999999998</c:v>
                </c:pt>
                <c:pt idx="24028">
                  <c:v>6.83812</c:v>
                </c:pt>
                <c:pt idx="24029">
                  <c:v>6.8384299999999998</c:v>
                </c:pt>
                <c:pt idx="24030">
                  <c:v>6.83873</c:v>
                </c:pt>
                <c:pt idx="24031">
                  <c:v>6.8390399999999998</c:v>
                </c:pt>
                <c:pt idx="24032">
                  <c:v>6.8393499999999996</c:v>
                </c:pt>
                <c:pt idx="24033">
                  <c:v>6.8396499999999998</c:v>
                </c:pt>
                <c:pt idx="24034">
                  <c:v>6.8399599999999996</c:v>
                </c:pt>
                <c:pt idx="24035">
                  <c:v>6.8402599999999998</c:v>
                </c:pt>
                <c:pt idx="24036">
                  <c:v>6.8405699999999996</c:v>
                </c:pt>
                <c:pt idx="24037">
                  <c:v>6.8408699999999998</c:v>
                </c:pt>
                <c:pt idx="24038">
                  <c:v>6.8411799999999996</c:v>
                </c:pt>
                <c:pt idx="24039">
                  <c:v>6.8414799999999998</c:v>
                </c:pt>
                <c:pt idx="24040">
                  <c:v>6.8417899999999996</c:v>
                </c:pt>
                <c:pt idx="24041">
                  <c:v>6.8420899999999998</c:v>
                </c:pt>
                <c:pt idx="24042">
                  <c:v>6.8423999999999996</c:v>
                </c:pt>
                <c:pt idx="24043">
                  <c:v>6.8426999999999998</c:v>
                </c:pt>
                <c:pt idx="24044">
                  <c:v>6.8430099999999996</c:v>
                </c:pt>
                <c:pt idx="24045">
                  <c:v>6.8433200000000003</c:v>
                </c:pt>
                <c:pt idx="24046">
                  <c:v>6.8436199999999996</c:v>
                </c:pt>
                <c:pt idx="24047">
                  <c:v>6.8439300000000003</c:v>
                </c:pt>
                <c:pt idx="24048">
                  <c:v>6.8442299999999996</c:v>
                </c:pt>
                <c:pt idx="24049">
                  <c:v>6.8445400000000003</c:v>
                </c:pt>
                <c:pt idx="24050">
                  <c:v>6.8448399999999996</c:v>
                </c:pt>
                <c:pt idx="24051">
                  <c:v>6.8451500000000003</c:v>
                </c:pt>
                <c:pt idx="24052">
                  <c:v>6.8454499999999996</c:v>
                </c:pt>
                <c:pt idx="24053">
                  <c:v>6.8457600000000003</c:v>
                </c:pt>
                <c:pt idx="24054">
                  <c:v>6.8460599999999996</c:v>
                </c:pt>
                <c:pt idx="24055">
                  <c:v>6.8463700000000003</c:v>
                </c:pt>
                <c:pt idx="24056">
                  <c:v>6.8466699999999996</c:v>
                </c:pt>
                <c:pt idx="24057">
                  <c:v>6.8469800000000003</c:v>
                </c:pt>
                <c:pt idx="24058">
                  <c:v>6.8472900000000001</c:v>
                </c:pt>
                <c:pt idx="24059">
                  <c:v>6.8475900000000003</c:v>
                </c:pt>
                <c:pt idx="24060">
                  <c:v>6.8479000000000001</c:v>
                </c:pt>
                <c:pt idx="24061">
                  <c:v>6.8482000000000003</c:v>
                </c:pt>
                <c:pt idx="24062">
                  <c:v>6.8485100000000001</c:v>
                </c:pt>
                <c:pt idx="24063">
                  <c:v>6.8488100000000003</c:v>
                </c:pt>
                <c:pt idx="24064">
                  <c:v>6.8491200000000001</c:v>
                </c:pt>
                <c:pt idx="24065">
                  <c:v>6.8494200000000003</c:v>
                </c:pt>
                <c:pt idx="24066">
                  <c:v>6.8497300000000001</c:v>
                </c:pt>
                <c:pt idx="24067">
                  <c:v>6.8500300000000003</c:v>
                </c:pt>
                <c:pt idx="24068">
                  <c:v>6.8503400000000001</c:v>
                </c:pt>
                <c:pt idx="24069">
                  <c:v>6.8506400000000003</c:v>
                </c:pt>
                <c:pt idx="24070">
                  <c:v>6.8509500000000001</c:v>
                </c:pt>
                <c:pt idx="24071">
                  <c:v>6.8512599999999999</c:v>
                </c:pt>
                <c:pt idx="24072">
                  <c:v>6.8515600000000001</c:v>
                </c:pt>
                <c:pt idx="24073">
                  <c:v>6.8518699999999999</c:v>
                </c:pt>
                <c:pt idx="24074">
                  <c:v>6.8521700000000001</c:v>
                </c:pt>
                <c:pt idx="24075">
                  <c:v>6.8524799999999999</c:v>
                </c:pt>
                <c:pt idx="24076">
                  <c:v>6.8527800000000001</c:v>
                </c:pt>
                <c:pt idx="24077">
                  <c:v>6.8530899999999999</c:v>
                </c:pt>
                <c:pt idx="24078">
                  <c:v>6.8533900000000001</c:v>
                </c:pt>
                <c:pt idx="24079">
                  <c:v>6.8536999999999999</c:v>
                </c:pt>
                <c:pt idx="24080">
                  <c:v>6.8540000000000001</c:v>
                </c:pt>
                <c:pt idx="24081">
                  <c:v>6.8543099999999999</c:v>
                </c:pt>
                <c:pt idx="24082">
                  <c:v>6.8546199999999997</c:v>
                </c:pt>
                <c:pt idx="24083">
                  <c:v>6.8549199999999999</c:v>
                </c:pt>
                <c:pt idx="24084">
                  <c:v>6.8552299999999997</c:v>
                </c:pt>
                <c:pt idx="24085">
                  <c:v>6.8555299999999999</c:v>
                </c:pt>
                <c:pt idx="24086">
                  <c:v>6.8558399999999997</c:v>
                </c:pt>
                <c:pt idx="24087">
                  <c:v>6.8561399999999999</c:v>
                </c:pt>
                <c:pt idx="24088">
                  <c:v>6.8564499999999997</c:v>
                </c:pt>
                <c:pt idx="24089">
                  <c:v>6.8567499999999999</c:v>
                </c:pt>
                <c:pt idx="24090">
                  <c:v>6.8570599999999997</c:v>
                </c:pt>
                <c:pt idx="24091">
                  <c:v>6.8573599999999999</c:v>
                </c:pt>
                <c:pt idx="24092">
                  <c:v>6.8576699999999997</c:v>
                </c:pt>
                <c:pt idx="24093">
                  <c:v>6.8579699999999999</c:v>
                </c:pt>
                <c:pt idx="24094">
                  <c:v>6.8582799999999997</c:v>
                </c:pt>
                <c:pt idx="24095">
                  <c:v>6.8585900000000004</c:v>
                </c:pt>
                <c:pt idx="24096">
                  <c:v>6.8588899999999997</c:v>
                </c:pt>
                <c:pt idx="24097">
                  <c:v>6.8592000000000004</c:v>
                </c:pt>
                <c:pt idx="24098">
                  <c:v>6.8594999999999997</c:v>
                </c:pt>
                <c:pt idx="24099">
                  <c:v>6.8598100000000004</c:v>
                </c:pt>
                <c:pt idx="24100">
                  <c:v>6.8601099999999997</c:v>
                </c:pt>
                <c:pt idx="24101">
                  <c:v>6.8604200000000004</c:v>
                </c:pt>
                <c:pt idx="24102">
                  <c:v>6.8607199999999997</c:v>
                </c:pt>
                <c:pt idx="24103">
                  <c:v>6.8610300000000004</c:v>
                </c:pt>
                <c:pt idx="24104">
                  <c:v>6.8613299999999997</c:v>
                </c:pt>
                <c:pt idx="24105">
                  <c:v>6.8616400000000004</c:v>
                </c:pt>
                <c:pt idx="24106">
                  <c:v>6.8619399999999997</c:v>
                </c:pt>
                <c:pt idx="24107">
                  <c:v>6.8622500000000004</c:v>
                </c:pt>
                <c:pt idx="24108">
                  <c:v>6.8625600000000002</c:v>
                </c:pt>
                <c:pt idx="24109">
                  <c:v>6.8628600000000004</c:v>
                </c:pt>
                <c:pt idx="24110">
                  <c:v>6.8631700000000002</c:v>
                </c:pt>
                <c:pt idx="24111">
                  <c:v>6.8634700000000004</c:v>
                </c:pt>
                <c:pt idx="24112">
                  <c:v>6.8637800000000002</c:v>
                </c:pt>
                <c:pt idx="24113">
                  <c:v>6.8640800000000004</c:v>
                </c:pt>
                <c:pt idx="24114">
                  <c:v>6.8643900000000002</c:v>
                </c:pt>
                <c:pt idx="24115">
                  <c:v>6.8646900000000004</c:v>
                </c:pt>
                <c:pt idx="24116">
                  <c:v>6.8650000000000002</c:v>
                </c:pt>
                <c:pt idx="24117">
                  <c:v>6.8653000000000004</c:v>
                </c:pt>
                <c:pt idx="24118">
                  <c:v>6.8656100000000002</c:v>
                </c:pt>
                <c:pt idx="24119">
                  <c:v>6.8659100000000004</c:v>
                </c:pt>
                <c:pt idx="24120">
                  <c:v>6.8662200000000002</c:v>
                </c:pt>
                <c:pt idx="24121">
                  <c:v>6.86653</c:v>
                </c:pt>
                <c:pt idx="24122">
                  <c:v>6.8668300000000002</c:v>
                </c:pt>
                <c:pt idx="24123">
                  <c:v>6.86714</c:v>
                </c:pt>
                <c:pt idx="24124">
                  <c:v>6.8674400000000002</c:v>
                </c:pt>
                <c:pt idx="24125">
                  <c:v>6.86775</c:v>
                </c:pt>
                <c:pt idx="24126">
                  <c:v>6.8680500000000002</c:v>
                </c:pt>
                <c:pt idx="24127">
                  <c:v>6.86836</c:v>
                </c:pt>
                <c:pt idx="24128">
                  <c:v>6.8686600000000002</c:v>
                </c:pt>
                <c:pt idx="24129">
                  <c:v>6.86897</c:v>
                </c:pt>
                <c:pt idx="24130">
                  <c:v>6.8692700000000002</c:v>
                </c:pt>
                <c:pt idx="24131">
                  <c:v>6.86958</c:v>
                </c:pt>
                <c:pt idx="24132">
                  <c:v>6.8698800000000002</c:v>
                </c:pt>
                <c:pt idx="24133">
                  <c:v>6.87019</c:v>
                </c:pt>
                <c:pt idx="24134">
                  <c:v>6.8704999999999998</c:v>
                </c:pt>
                <c:pt idx="24135">
                  <c:v>6.8708</c:v>
                </c:pt>
                <c:pt idx="24136">
                  <c:v>6.8711099999999998</c:v>
                </c:pt>
                <c:pt idx="24137">
                  <c:v>6.87141</c:v>
                </c:pt>
                <c:pt idx="24138">
                  <c:v>6.8717199999999998</c:v>
                </c:pt>
                <c:pt idx="24139">
                  <c:v>6.87202</c:v>
                </c:pt>
                <c:pt idx="24140">
                  <c:v>6.8723299999999998</c:v>
                </c:pt>
                <c:pt idx="24141">
                  <c:v>6.87263</c:v>
                </c:pt>
                <c:pt idx="24142">
                  <c:v>6.8729399999999998</c:v>
                </c:pt>
                <c:pt idx="24143">
                  <c:v>6.87324</c:v>
                </c:pt>
                <c:pt idx="24144">
                  <c:v>6.8735499999999998</c:v>
                </c:pt>
                <c:pt idx="24145">
                  <c:v>6.8738599999999996</c:v>
                </c:pt>
                <c:pt idx="24146">
                  <c:v>6.8741599999999998</c:v>
                </c:pt>
                <c:pt idx="24147">
                  <c:v>6.8744699999999996</c:v>
                </c:pt>
                <c:pt idx="24148">
                  <c:v>6.8747699999999998</c:v>
                </c:pt>
                <c:pt idx="24149">
                  <c:v>6.8750799999999996</c:v>
                </c:pt>
                <c:pt idx="24150">
                  <c:v>6.8753799999999998</c:v>
                </c:pt>
                <c:pt idx="24151">
                  <c:v>6.8756899999999996</c:v>
                </c:pt>
                <c:pt idx="24152">
                  <c:v>6.8759899999999998</c:v>
                </c:pt>
                <c:pt idx="24153">
                  <c:v>6.8762999999999996</c:v>
                </c:pt>
                <c:pt idx="24154">
                  <c:v>6.8765999999999998</c:v>
                </c:pt>
                <c:pt idx="24155">
                  <c:v>6.8769099999999996</c:v>
                </c:pt>
                <c:pt idx="24156">
                  <c:v>6.8772099999999998</c:v>
                </c:pt>
                <c:pt idx="24157">
                  <c:v>6.8775199999999996</c:v>
                </c:pt>
                <c:pt idx="24158">
                  <c:v>6.8778300000000003</c:v>
                </c:pt>
                <c:pt idx="24159">
                  <c:v>6.8781299999999996</c:v>
                </c:pt>
                <c:pt idx="24160">
                  <c:v>6.8784400000000003</c:v>
                </c:pt>
                <c:pt idx="24161">
                  <c:v>6.8787399999999996</c:v>
                </c:pt>
                <c:pt idx="24162">
                  <c:v>6.8790500000000003</c:v>
                </c:pt>
                <c:pt idx="24163">
                  <c:v>6.8793499999999996</c:v>
                </c:pt>
                <c:pt idx="24164">
                  <c:v>6.8796600000000003</c:v>
                </c:pt>
                <c:pt idx="24165">
                  <c:v>6.8799599999999996</c:v>
                </c:pt>
                <c:pt idx="24166">
                  <c:v>6.8802700000000003</c:v>
                </c:pt>
                <c:pt idx="24167">
                  <c:v>6.8805699999999996</c:v>
                </c:pt>
                <c:pt idx="24168">
                  <c:v>6.8808800000000003</c:v>
                </c:pt>
                <c:pt idx="24169">
                  <c:v>6.8811799999999996</c:v>
                </c:pt>
                <c:pt idx="24170">
                  <c:v>6.8814900000000003</c:v>
                </c:pt>
                <c:pt idx="24171">
                  <c:v>6.8818000000000001</c:v>
                </c:pt>
                <c:pt idx="24172">
                  <c:v>6.8821000000000003</c:v>
                </c:pt>
                <c:pt idx="24173">
                  <c:v>6.8824100000000001</c:v>
                </c:pt>
                <c:pt idx="24174">
                  <c:v>6.8827100000000003</c:v>
                </c:pt>
                <c:pt idx="24175">
                  <c:v>6.8830200000000001</c:v>
                </c:pt>
                <c:pt idx="24176">
                  <c:v>6.8833200000000003</c:v>
                </c:pt>
                <c:pt idx="24177">
                  <c:v>6.8836300000000001</c:v>
                </c:pt>
                <c:pt idx="24178">
                  <c:v>6.8839300000000003</c:v>
                </c:pt>
                <c:pt idx="24179">
                  <c:v>6.8842400000000001</c:v>
                </c:pt>
                <c:pt idx="24180">
                  <c:v>6.8845400000000003</c:v>
                </c:pt>
                <c:pt idx="24181">
                  <c:v>6.8848500000000001</c:v>
                </c:pt>
                <c:pt idx="24182">
                  <c:v>6.8851500000000003</c:v>
                </c:pt>
                <c:pt idx="24183">
                  <c:v>6.8854600000000001</c:v>
                </c:pt>
                <c:pt idx="24184">
                  <c:v>6.8857699999999999</c:v>
                </c:pt>
                <c:pt idx="24185">
                  <c:v>6.8860700000000001</c:v>
                </c:pt>
                <c:pt idx="24186">
                  <c:v>6.8863799999999999</c:v>
                </c:pt>
                <c:pt idx="24187">
                  <c:v>6.8866800000000001</c:v>
                </c:pt>
                <c:pt idx="24188">
                  <c:v>6.8869899999999999</c:v>
                </c:pt>
                <c:pt idx="24189">
                  <c:v>6.8872900000000001</c:v>
                </c:pt>
                <c:pt idx="24190">
                  <c:v>6.8875999999999999</c:v>
                </c:pt>
                <c:pt idx="24191">
                  <c:v>6.8879000000000001</c:v>
                </c:pt>
                <c:pt idx="24192">
                  <c:v>6.8882099999999999</c:v>
                </c:pt>
                <c:pt idx="24193">
                  <c:v>6.8885100000000001</c:v>
                </c:pt>
                <c:pt idx="24194">
                  <c:v>6.8888199999999999</c:v>
                </c:pt>
                <c:pt idx="24195">
                  <c:v>6.8891200000000001</c:v>
                </c:pt>
                <c:pt idx="24196">
                  <c:v>6.8894299999999999</c:v>
                </c:pt>
                <c:pt idx="24197">
                  <c:v>6.8897399999999998</c:v>
                </c:pt>
                <c:pt idx="24198">
                  <c:v>6.8900399999999999</c:v>
                </c:pt>
                <c:pt idx="24199">
                  <c:v>6.8903499999999998</c:v>
                </c:pt>
                <c:pt idx="24200">
                  <c:v>6.8906499999999999</c:v>
                </c:pt>
                <c:pt idx="24201">
                  <c:v>6.8909599999999998</c:v>
                </c:pt>
                <c:pt idx="24202">
                  <c:v>6.8912599999999999</c:v>
                </c:pt>
                <c:pt idx="24203">
                  <c:v>6.8915699999999998</c:v>
                </c:pt>
                <c:pt idx="24204">
                  <c:v>6.8918699999999999</c:v>
                </c:pt>
                <c:pt idx="24205">
                  <c:v>6.8921799999999998</c:v>
                </c:pt>
                <c:pt idx="24206">
                  <c:v>6.8924799999999999</c:v>
                </c:pt>
                <c:pt idx="24207">
                  <c:v>6.8927899999999998</c:v>
                </c:pt>
                <c:pt idx="24208">
                  <c:v>6.8930999999999996</c:v>
                </c:pt>
                <c:pt idx="24209">
                  <c:v>6.8933999999999997</c:v>
                </c:pt>
                <c:pt idx="24210">
                  <c:v>6.8937099999999996</c:v>
                </c:pt>
                <c:pt idx="24211">
                  <c:v>6.8940099999999997</c:v>
                </c:pt>
                <c:pt idx="24212">
                  <c:v>6.8943199999999996</c:v>
                </c:pt>
                <c:pt idx="24213">
                  <c:v>6.8946199999999997</c:v>
                </c:pt>
                <c:pt idx="24214">
                  <c:v>6.8949299999999996</c:v>
                </c:pt>
                <c:pt idx="24215">
                  <c:v>6.8952299999999997</c:v>
                </c:pt>
                <c:pt idx="24216">
                  <c:v>6.8955399999999996</c:v>
                </c:pt>
                <c:pt idx="24217">
                  <c:v>6.8958399999999997</c:v>
                </c:pt>
                <c:pt idx="24218">
                  <c:v>6.8961499999999996</c:v>
                </c:pt>
                <c:pt idx="24219">
                  <c:v>6.8964499999999997</c:v>
                </c:pt>
                <c:pt idx="24220">
                  <c:v>6.8967599999999996</c:v>
                </c:pt>
                <c:pt idx="24221">
                  <c:v>6.8970700000000003</c:v>
                </c:pt>
                <c:pt idx="24222">
                  <c:v>6.8973699999999996</c:v>
                </c:pt>
                <c:pt idx="24223">
                  <c:v>6.8976800000000003</c:v>
                </c:pt>
                <c:pt idx="24224">
                  <c:v>6.8979799999999996</c:v>
                </c:pt>
                <c:pt idx="24225">
                  <c:v>6.8982900000000003</c:v>
                </c:pt>
                <c:pt idx="24226">
                  <c:v>6.8985900000000004</c:v>
                </c:pt>
                <c:pt idx="24227">
                  <c:v>6.8989000000000003</c:v>
                </c:pt>
                <c:pt idx="24228">
                  <c:v>6.8992000000000004</c:v>
                </c:pt>
                <c:pt idx="24229">
                  <c:v>6.8995100000000003</c:v>
                </c:pt>
                <c:pt idx="24230">
                  <c:v>6.8998100000000004</c:v>
                </c:pt>
                <c:pt idx="24231">
                  <c:v>6.9001200000000003</c:v>
                </c:pt>
                <c:pt idx="24232">
                  <c:v>6.9004200000000004</c:v>
                </c:pt>
                <c:pt idx="24233">
                  <c:v>6.9007300000000003</c:v>
                </c:pt>
                <c:pt idx="24234">
                  <c:v>6.9010400000000001</c:v>
                </c:pt>
                <c:pt idx="24235">
                  <c:v>6.9013400000000003</c:v>
                </c:pt>
                <c:pt idx="24236">
                  <c:v>6.9016500000000001</c:v>
                </c:pt>
                <c:pt idx="24237">
                  <c:v>6.9019500000000003</c:v>
                </c:pt>
                <c:pt idx="24238">
                  <c:v>6.9022600000000001</c:v>
                </c:pt>
                <c:pt idx="24239">
                  <c:v>6.9025600000000003</c:v>
                </c:pt>
                <c:pt idx="24240">
                  <c:v>6.9028700000000001</c:v>
                </c:pt>
                <c:pt idx="24241">
                  <c:v>6.9031700000000003</c:v>
                </c:pt>
                <c:pt idx="24242">
                  <c:v>6.9034800000000001</c:v>
                </c:pt>
                <c:pt idx="24243">
                  <c:v>6.9037800000000002</c:v>
                </c:pt>
                <c:pt idx="24244">
                  <c:v>6.9040900000000001</c:v>
                </c:pt>
                <c:pt idx="24245">
                  <c:v>6.9043900000000002</c:v>
                </c:pt>
                <c:pt idx="24246">
                  <c:v>6.9047000000000001</c:v>
                </c:pt>
                <c:pt idx="24247">
                  <c:v>6.9050099999999999</c:v>
                </c:pt>
                <c:pt idx="24248">
                  <c:v>6.9053100000000001</c:v>
                </c:pt>
                <c:pt idx="24249">
                  <c:v>6.9056199999999999</c:v>
                </c:pt>
                <c:pt idx="24250">
                  <c:v>6.9059200000000001</c:v>
                </c:pt>
                <c:pt idx="24251">
                  <c:v>6.9062299999999999</c:v>
                </c:pt>
                <c:pt idx="24252">
                  <c:v>6.9065300000000001</c:v>
                </c:pt>
                <c:pt idx="24253">
                  <c:v>6.9068399999999999</c:v>
                </c:pt>
                <c:pt idx="24254">
                  <c:v>6.9071400000000001</c:v>
                </c:pt>
                <c:pt idx="24255">
                  <c:v>6.9074499999999999</c:v>
                </c:pt>
                <c:pt idx="24256">
                  <c:v>6.9077500000000001</c:v>
                </c:pt>
                <c:pt idx="24257">
                  <c:v>6.9080599999999999</c:v>
                </c:pt>
                <c:pt idx="24258">
                  <c:v>6.9083699999999997</c:v>
                </c:pt>
                <c:pt idx="24259">
                  <c:v>6.9086699999999999</c:v>
                </c:pt>
                <c:pt idx="24260">
                  <c:v>6.9089799999999997</c:v>
                </c:pt>
                <c:pt idx="24261">
                  <c:v>6.9092799999999999</c:v>
                </c:pt>
                <c:pt idx="24262">
                  <c:v>6.9095899999999997</c:v>
                </c:pt>
                <c:pt idx="24263">
                  <c:v>6.9098899999999999</c:v>
                </c:pt>
                <c:pt idx="24264">
                  <c:v>6.9101999999999997</c:v>
                </c:pt>
                <c:pt idx="24265">
                  <c:v>6.9104999999999999</c:v>
                </c:pt>
                <c:pt idx="24266">
                  <c:v>6.9108099999999997</c:v>
                </c:pt>
                <c:pt idx="24267">
                  <c:v>6.9111099999999999</c:v>
                </c:pt>
                <c:pt idx="24268">
                  <c:v>6.9114199999999997</c:v>
                </c:pt>
                <c:pt idx="24269">
                  <c:v>6.9117199999999999</c:v>
                </c:pt>
                <c:pt idx="24270">
                  <c:v>6.9120299999999997</c:v>
                </c:pt>
                <c:pt idx="24271">
                  <c:v>6.9123400000000004</c:v>
                </c:pt>
                <c:pt idx="24272">
                  <c:v>6.9126399999999997</c:v>
                </c:pt>
                <c:pt idx="24273">
                  <c:v>6.9129500000000004</c:v>
                </c:pt>
                <c:pt idx="24274">
                  <c:v>6.9132499999999997</c:v>
                </c:pt>
                <c:pt idx="24275">
                  <c:v>6.9135600000000004</c:v>
                </c:pt>
                <c:pt idx="24276">
                  <c:v>6.9138599999999997</c:v>
                </c:pt>
                <c:pt idx="24277">
                  <c:v>6.9141700000000004</c:v>
                </c:pt>
                <c:pt idx="24278">
                  <c:v>6.9144699999999997</c:v>
                </c:pt>
                <c:pt idx="24279">
                  <c:v>6.9147800000000004</c:v>
                </c:pt>
                <c:pt idx="24280">
                  <c:v>6.9150799999999997</c:v>
                </c:pt>
                <c:pt idx="24281">
                  <c:v>6.9153900000000004</c:v>
                </c:pt>
                <c:pt idx="24282">
                  <c:v>6.9156899999999997</c:v>
                </c:pt>
                <c:pt idx="24283">
                  <c:v>6.9160000000000004</c:v>
                </c:pt>
                <c:pt idx="24284">
                  <c:v>6.9163100000000002</c:v>
                </c:pt>
                <c:pt idx="24285">
                  <c:v>6.9166100000000004</c:v>
                </c:pt>
                <c:pt idx="24286">
                  <c:v>6.9169200000000002</c:v>
                </c:pt>
                <c:pt idx="24287">
                  <c:v>6.9172200000000004</c:v>
                </c:pt>
                <c:pt idx="24288">
                  <c:v>6.9175300000000002</c:v>
                </c:pt>
                <c:pt idx="24289">
                  <c:v>6.9178300000000004</c:v>
                </c:pt>
                <c:pt idx="24290">
                  <c:v>6.9181400000000002</c:v>
                </c:pt>
                <c:pt idx="24291">
                  <c:v>6.9184400000000004</c:v>
                </c:pt>
                <c:pt idx="24292">
                  <c:v>6.9187500000000002</c:v>
                </c:pt>
                <c:pt idx="24293">
                  <c:v>6.9190500000000004</c:v>
                </c:pt>
                <c:pt idx="24294">
                  <c:v>6.9193600000000002</c:v>
                </c:pt>
                <c:pt idx="24295">
                  <c:v>6.9196600000000004</c:v>
                </c:pt>
                <c:pt idx="24296">
                  <c:v>6.9199700000000002</c:v>
                </c:pt>
                <c:pt idx="24297">
                  <c:v>6.92028</c:v>
                </c:pt>
                <c:pt idx="24298">
                  <c:v>6.9205800000000002</c:v>
                </c:pt>
                <c:pt idx="24299">
                  <c:v>6.92089</c:v>
                </c:pt>
                <c:pt idx="24300">
                  <c:v>6.9211900000000002</c:v>
                </c:pt>
                <c:pt idx="24301">
                  <c:v>6.9215</c:v>
                </c:pt>
                <c:pt idx="24302">
                  <c:v>6.9218000000000002</c:v>
                </c:pt>
                <c:pt idx="24303">
                  <c:v>6.92211</c:v>
                </c:pt>
                <c:pt idx="24304">
                  <c:v>6.9224100000000002</c:v>
                </c:pt>
                <c:pt idx="24305">
                  <c:v>6.92272</c:v>
                </c:pt>
                <c:pt idx="24306">
                  <c:v>6.9230200000000002</c:v>
                </c:pt>
                <c:pt idx="24307">
                  <c:v>6.92333</c:v>
                </c:pt>
                <c:pt idx="24308">
                  <c:v>6.9236300000000002</c:v>
                </c:pt>
                <c:pt idx="24309">
                  <c:v>6.92394</c:v>
                </c:pt>
                <c:pt idx="24310">
                  <c:v>6.9242499999999998</c:v>
                </c:pt>
                <c:pt idx="24311">
                  <c:v>6.92455</c:v>
                </c:pt>
                <c:pt idx="24312">
                  <c:v>6.9248599999999998</c:v>
                </c:pt>
                <c:pt idx="24313">
                  <c:v>6.92516</c:v>
                </c:pt>
                <c:pt idx="24314">
                  <c:v>6.9254699999999998</c:v>
                </c:pt>
                <c:pt idx="24315">
                  <c:v>6.92577</c:v>
                </c:pt>
                <c:pt idx="24316">
                  <c:v>6.9260799999999998</c:v>
                </c:pt>
                <c:pt idx="24317">
                  <c:v>6.92638</c:v>
                </c:pt>
                <c:pt idx="24318">
                  <c:v>6.9266899999999998</c:v>
                </c:pt>
                <c:pt idx="24319">
                  <c:v>6.92699</c:v>
                </c:pt>
                <c:pt idx="24320">
                  <c:v>6.9272999999999998</c:v>
                </c:pt>
                <c:pt idx="24321">
                  <c:v>6.9276099999999996</c:v>
                </c:pt>
                <c:pt idx="24322">
                  <c:v>6.9279099999999998</c:v>
                </c:pt>
                <c:pt idx="24323">
                  <c:v>6.9282199999999996</c:v>
                </c:pt>
                <c:pt idx="24324">
                  <c:v>6.9285199999999998</c:v>
                </c:pt>
                <c:pt idx="24325">
                  <c:v>6.9288299999999996</c:v>
                </c:pt>
                <c:pt idx="24326">
                  <c:v>6.9291299999999998</c:v>
                </c:pt>
                <c:pt idx="24327">
                  <c:v>6.9294399999999996</c:v>
                </c:pt>
                <c:pt idx="24328">
                  <c:v>6.9297399999999998</c:v>
                </c:pt>
                <c:pt idx="24329">
                  <c:v>6.9300499999999996</c:v>
                </c:pt>
                <c:pt idx="24330">
                  <c:v>6.9303499999999998</c:v>
                </c:pt>
                <c:pt idx="24331">
                  <c:v>6.9306599999999996</c:v>
                </c:pt>
                <c:pt idx="24332">
                  <c:v>6.9309599999999998</c:v>
                </c:pt>
                <c:pt idx="24333">
                  <c:v>6.9312699999999996</c:v>
                </c:pt>
                <c:pt idx="24334">
                  <c:v>6.9315800000000003</c:v>
                </c:pt>
                <c:pt idx="24335">
                  <c:v>6.9318799999999996</c:v>
                </c:pt>
                <c:pt idx="24336">
                  <c:v>6.9321900000000003</c:v>
                </c:pt>
                <c:pt idx="24337">
                  <c:v>6.9324899999999996</c:v>
                </c:pt>
                <c:pt idx="24338">
                  <c:v>6.9328000000000003</c:v>
                </c:pt>
                <c:pt idx="24339">
                  <c:v>6.9330999999999996</c:v>
                </c:pt>
                <c:pt idx="24340">
                  <c:v>6.9334100000000003</c:v>
                </c:pt>
                <c:pt idx="24341">
                  <c:v>6.9337099999999996</c:v>
                </c:pt>
                <c:pt idx="24342">
                  <c:v>6.9340200000000003</c:v>
                </c:pt>
                <c:pt idx="24343">
                  <c:v>6.9343199999999996</c:v>
                </c:pt>
                <c:pt idx="24344">
                  <c:v>6.9346300000000003</c:v>
                </c:pt>
                <c:pt idx="24345">
                  <c:v>6.9349299999999996</c:v>
                </c:pt>
                <c:pt idx="24346">
                  <c:v>6.9352400000000003</c:v>
                </c:pt>
                <c:pt idx="24347">
                  <c:v>6.9355500000000001</c:v>
                </c:pt>
                <c:pt idx="24348">
                  <c:v>6.9358500000000003</c:v>
                </c:pt>
                <c:pt idx="24349">
                  <c:v>6.9361600000000001</c:v>
                </c:pt>
                <c:pt idx="24350">
                  <c:v>6.9364600000000003</c:v>
                </c:pt>
                <c:pt idx="24351">
                  <c:v>6.9367700000000001</c:v>
                </c:pt>
                <c:pt idx="24352">
                  <c:v>6.9370700000000003</c:v>
                </c:pt>
                <c:pt idx="24353">
                  <c:v>6.9373800000000001</c:v>
                </c:pt>
                <c:pt idx="24354">
                  <c:v>6.9376800000000003</c:v>
                </c:pt>
                <c:pt idx="24355">
                  <c:v>6.9379900000000001</c:v>
                </c:pt>
                <c:pt idx="24356">
                  <c:v>6.9382900000000003</c:v>
                </c:pt>
                <c:pt idx="24357">
                  <c:v>6.9386000000000001</c:v>
                </c:pt>
                <c:pt idx="24358">
                  <c:v>6.9389000000000003</c:v>
                </c:pt>
                <c:pt idx="24359">
                  <c:v>6.9392100000000001</c:v>
                </c:pt>
                <c:pt idx="24360">
                  <c:v>6.9395199999999999</c:v>
                </c:pt>
                <c:pt idx="24361">
                  <c:v>6.9398200000000001</c:v>
                </c:pt>
                <c:pt idx="24362">
                  <c:v>6.9401299999999999</c:v>
                </c:pt>
                <c:pt idx="24363">
                  <c:v>6.9404300000000001</c:v>
                </c:pt>
                <c:pt idx="24364">
                  <c:v>6.9407399999999999</c:v>
                </c:pt>
                <c:pt idx="24365">
                  <c:v>6.9410400000000001</c:v>
                </c:pt>
                <c:pt idx="24366">
                  <c:v>6.9413499999999999</c:v>
                </c:pt>
                <c:pt idx="24367">
                  <c:v>6.9416500000000001</c:v>
                </c:pt>
                <c:pt idx="24368">
                  <c:v>6.9419599999999999</c:v>
                </c:pt>
                <c:pt idx="24369">
                  <c:v>6.9422600000000001</c:v>
                </c:pt>
                <c:pt idx="24370">
                  <c:v>6.9425699999999999</c:v>
                </c:pt>
                <c:pt idx="24371">
                  <c:v>6.9428700000000001</c:v>
                </c:pt>
                <c:pt idx="24372">
                  <c:v>6.9431799999999999</c:v>
                </c:pt>
                <c:pt idx="24373">
                  <c:v>6.9434899999999997</c:v>
                </c:pt>
                <c:pt idx="24374">
                  <c:v>6.9437899999999999</c:v>
                </c:pt>
                <c:pt idx="24375">
                  <c:v>6.9440999999999997</c:v>
                </c:pt>
                <c:pt idx="24376">
                  <c:v>6.9443999999999999</c:v>
                </c:pt>
                <c:pt idx="24377">
                  <c:v>6.9447099999999997</c:v>
                </c:pt>
                <c:pt idx="24378">
                  <c:v>6.9450099999999999</c:v>
                </c:pt>
                <c:pt idx="24379">
                  <c:v>6.9453199999999997</c:v>
                </c:pt>
                <c:pt idx="24380">
                  <c:v>6.9456199999999999</c:v>
                </c:pt>
                <c:pt idx="24381">
                  <c:v>6.9459299999999997</c:v>
                </c:pt>
                <c:pt idx="24382">
                  <c:v>6.9462299999999999</c:v>
                </c:pt>
                <c:pt idx="24383">
                  <c:v>6.9465399999999997</c:v>
                </c:pt>
                <c:pt idx="24384">
                  <c:v>6.9468500000000004</c:v>
                </c:pt>
                <c:pt idx="24385">
                  <c:v>6.9471499999999997</c:v>
                </c:pt>
                <c:pt idx="24386">
                  <c:v>6.9474600000000004</c:v>
                </c:pt>
                <c:pt idx="24387">
                  <c:v>6.9477599999999997</c:v>
                </c:pt>
                <c:pt idx="24388">
                  <c:v>6.9480700000000004</c:v>
                </c:pt>
                <c:pt idx="24389">
                  <c:v>6.9483699999999997</c:v>
                </c:pt>
                <c:pt idx="24390">
                  <c:v>6.9486800000000004</c:v>
                </c:pt>
                <c:pt idx="24391">
                  <c:v>6.9489799999999997</c:v>
                </c:pt>
                <c:pt idx="24392">
                  <c:v>6.9492900000000004</c:v>
                </c:pt>
                <c:pt idx="24393">
                  <c:v>6.9495899999999997</c:v>
                </c:pt>
                <c:pt idx="24394">
                  <c:v>6.9499000000000004</c:v>
                </c:pt>
                <c:pt idx="24395">
                  <c:v>6.9501999999999997</c:v>
                </c:pt>
                <c:pt idx="24396">
                  <c:v>6.9505100000000004</c:v>
                </c:pt>
                <c:pt idx="24397">
                  <c:v>6.9508200000000002</c:v>
                </c:pt>
                <c:pt idx="24398">
                  <c:v>6.9511200000000004</c:v>
                </c:pt>
                <c:pt idx="24399">
                  <c:v>6.9514300000000002</c:v>
                </c:pt>
                <c:pt idx="24400">
                  <c:v>6.9517300000000004</c:v>
                </c:pt>
                <c:pt idx="24401">
                  <c:v>6.9520400000000002</c:v>
                </c:pt>
                <c:pt idx="24402">
                  <c:v>6.9523400000000004</c:v>
                </c:pt>
                <c:pt idx="24403">
                  <c:v>6.9526500000000002</c:v>
                </c:pt>
                <c:pt idx="24404">
                  <c:v>6.9529500000000004</c:v>
                </c:pt>
                <c:pt idx="24405">
                  <c:v>6.9532600000000002</c:v>
                </c:pt>
                <c:pt idx="24406">
                  <c:v>6.9535600000000004</c:v>
                </c:pt>
                <c:pt idx="24407">
                  <c:v>6.9538700000000002</c:v>
                </c:pt>
                <c:pt idx="24408">
                  <c:v>6.9541700000000004</c:v>
                </c:pt>
                <c:pt idx="24409">
                  <c:v>6.9544800000000002</c:v>
                </c:pt>
                <c:pt idx="24410">
                  <c:v>6.95479</c:v>
                </c:pt>
                <c:pt idx="24411">
                  <c:v>6.9550900000000002</c:v>
                </c:pt>
                <c:pt idx="24412">
                  <c:v>6.9554</c:v>
                </c:pt>
                <c:pt idx="24413">
                  <c:v>6.9557000000000002</c:v>
                </c:pt>
                <c:pt idx="24414">
                  <c:v>6.95601</c:v>
                </c:pt>
                <c:pt idx="24415">
                  <c:v>6.9563100000000002</c:v>
                </c:pt>
                <c:pt idx="24416">
                  <c:v>6.95662</c:v>
                </c:pt>
                <c:pt idx="24417">
                  <c:v>6.9569200000000002</c:v>
                </c:pt>
                <c:pt idx="24418">
                  <c:v>6.95723</c:v>
                </c:pt>
                <c:pt idx="24419">
                  <c:v>6.9575300000000002</c:v>
                </c:pt>
                <c:pt idx="24420">
                  <c:v>6.95784</c:v>
                </c:pt>
                <c:pt idx="24421">
                  <c:v>6.9581400000000002</c:v>
                </c:pt>
                <c:pt idx="24422">
                  <c:v>6.95845</c:v>
                </c:pt>
                <c:pt idx="24423">
                  <c:v>6.9587599999999998</c:v>
                </c:pt>
                <c:pt idx="24424">
                  <c:v>6.95906</c:v>
                </c:pt>
                <c:pt idx="24425">
                  <c:v>6.9593699999999998</c:v>
                </c:pt>
                <c:pt idx="24426">
                  <c:v>6.95967</c:v>
                </c:pt>
                <c:pt idx="24427">
                  <c:v>6.9599799999999998</c:v>
                </c:pt>
                <c:pt idx="24428">
                  <c:v>6.96028</c:v>
                </c:pt>
                <c:pt idx="24429">
                  <c:v>6.9605899999999998</c:v>
                </c:pt>
                <c:pt idx="24430">
                  <c:v>6.96089</c:v>
                </c:pt>
                <c:pt idx="24431">
                  <c:v>6.9611999999999998</c:v>
                </c:pt>
                <c:pt idx="24432">
                  <c:v>6.9615</c:v>
                </c:pt>
                <c:pt idx="24433">
                  <c:v>6.9618099999999998</c:v>
                </c:pt>
                <c:pt idx="24434">
                  <c:v>6.96211</c:v>
                </c:pt>
                <c:pt idx="24435">
                  <c:v>6.9624199999999998</c:v>
                </c:pt>
                <c:pt idx="24436">
                  <c:v>6.9627299999999996</c:v>
                </c:pt>
                <c:pt idx="24437">
                  <c:v>6.9630299999999998</c:v>
                </c:pt>
                <c:pt idx="24438">
                  <c:v>6.9633399999999996</c:v>
                </c:pt>
                <c:pt idx="24439">
                  <c:v>6.9636399999999998</c:v>
                </c:pt>
                <c:pt idx="24440">
                  <c:v>6.9639499999999996</c:v>
                </c:pt>
                <c:pt idx="24441">
                  <c:v>6.9642499999999998</c:v>
                </c:pt>
                <c:pt idx="24442">
                  <c:v>6.9645599999999996</c:v>
                </c:pt>
                <c:pt idx="24443">
                  <c:v>6.9648599999999998</c:v>
                </c:pt>
                <c:pt idx="24444">
                  <c:v>6.9651699999999996</c:v>
                </c:pt>
                <c:pt idx="24445">
                  <c:v>6.9654699999999998</c:v>
                </c:pt>
                <c:pt idx="24446">
                  <c:v>6.9657799999999996</c:v>
                </c:pt>
                <c:pt idx="24447">
                  <c:v>6.9660900000000003</c:v>
                </c:pt>
                <c:pt idx="24448">
                  <c:v>6.9663899999999996</c:v>
                </c:pt>
                <c:pt idx="24449">
                  <c:v>6.9667000000000003</c:v>
                </c:pt>
                <c:pt idx="24450">
                  <c:v>6.9669999999999996</c:v>
                </c:pt>
                <c:pt idx="24451">
                  <c:v>6.9673100000000003</c:v>
                </c:pt>
                <c:pt idx="24452">
                  <c:v>6.9676099999999996</c:v>
                </c:pt>
                <c:pt idx="24453">
                  <c:v>6.9679200000000003</c:v>
                </c:pt>
                <c:pt idx="24454">
                  <c:v>6.9682199999999996</c:v>
                </c:pt>
                <c:pt idx="24455">
                  <c:v>6.9685300000000003</c:v>
                </c:pt>
                <c:pt idx="24456">
                  <c:v>6.9688299999999996</c:v>
                </c:pt>
                <c:pt idx="24457">
                  <c:v>6.9691400000000003</c:v>
                </c:pt>
                <c:pt idx="24458">
                  <c:v>6.9694399999999996</c:v>
                </c:pt>
                <c:pt idx="24459">
                  <c:v>6.9697500000000003</c:v>
                </c:pt>
                <c:pt idx="24460">
                  <c:v>6.9700600000000001</c:v>
                </c:pt>
                <c:pt idx="24461">
                  <c:v>6.9703600000000003</c:v>
                </c:pt>
                <c:pt idx="24462">
                  <c:v>6.9706700000000001</c:v>
                </c:pt>
                <c:pt idx="24463">
                  <c:v>6.9709700000000003</c:v>
                </c:pt>
                <c:pt idx="24464">
                  <c:v>6.9712800000000001</c:v>
                </c:pt>
                <c:pt idx="24465">
                  <c:v>6.9715800000000003</c:v>
                </c:pt>
                <c:pt idx="24466">
                  <c:v>6.9718900000000001</c:v>
                </c:pt>
                <c:pt idx="24467">
                  <c:v>6.9721900000000003</c:v>
                </c:pt>
                <c:pt idx="24468">
                  <c:v>6.9725000000000001</c:v>
                </c:pt>
                <c:pt idx="24469">
                  <c:v>6.9728000000000003</c:v>
                </c:pt>
                <c:pt idx="24470">
                  <c:v>6.9731100000000001</c:v>
                </c:pt>
                <c:pt idx="24471">
                  <c:v>6.9734100000000003</c:v>
                </c:pt>
                <c:pt idx="24472">
                  <c:v>6.9737200000000001</c:v>
                </c:pt>
                <c:pt idx="24473">
                  <c:v>6.97403</c:v>
                </c:pt>
                <c:pt idx="24474">
                  <c:v>6.9743300000000001</c:v>
                </c:pt>
                <c:pt idx="24475">
                  <c:v>6.97464</c:v>
                </c:pt>
                <c:pt idx="24476">
                  <c:v>6.9749400000000001</c:v>
                </c:pt>
                <c:pt idx="24477">
                  <c:v>6.97525</c:v>
                </c:pt>
                <c:pt idx="24478">
                  <c:v>6.9755500000000001</c:v>
                </c:pt>
                <c:pt idx="24479">
                  <c:v>6.9758599999999999</c:v>
                </c:pt>
                <c:pt idx="24480">
                  <c:v>6.9761600000000001</c:v>
                </c:pt>
                <c:pt idx="24481">
                  <c:v>6.9764699999999999</c:v>
                </c:pt>
                <c:pt idx="24482">
                  <c:v>6.9767700000000001</c:v>
                </c:pt>
                <c:pt idx="24483">
                  <c:v>6.9770799999999999</c:v>
                </c:pt>
                <c:pt idx="24484">
                  <c:v>6.9773800000000001</c:v>
                </c:pt>
                <c:pt idx="24485">
                  <c:v>6.9776899999999999</c:v>
                </c:pt>
                <c:pt idx="24486">
                  <c:v>6.9779999999999998</c:v>
                </c:pt>
                <c:pt idx="24487">
                  <c:v>6.9782999999999999</c:v>
                </c:pt>
                <c:pt idx="24488">
                  <c:v>6.9786099999999998</c:v>
                </c:pt>
                <c:pt idx="24489">
                  <c:v>6.9789099999999999</c:v>
                </c:pt>
                <c:pt idx="24490">
                  <c:v>6.9792199999999998</c:v>
                </c:pt>
                <c:pt idx="24491">
                  <c:v>6.9795199999999999</c:v>
                </c:pt>
                <c:pt idx="24492">
                  <c:v>6.9798299999999998</c:v>
                </c:pt>
                <c:pt idx="24493">
                  <c:v>6.9801299999999999</c:v>
                </c:pt>
                <c:pt idx="24494">
                  <c:v>6.9804399999999998</c:v>
                </c:pt>
                <c:pt idx="24495">
                  <c:v>6.9807399999999999</c:v>
                </c:pt>
                <c:pt idx="24496">
                  <c:v>6.9810499999999998</c:v>
                </c:pt>
                <c:pt idx="24497">
                  <c:v>6.9813599999999996</c:v>
                </c:pt>
                <c:pt idx="24498">
                  <c:v>6.9816599999999998</c:v>
                </c:pt>
                <c:pt idx="24499">
                  <c:v>6.9819699999999996</c:v>
                </c:pt>
                <c:pt idx="24500">
                  <c:v>6.9822699999999998</c:v>
                </c:pt>
                <c:pt idx="24501">
                  <c:v>6.9825799999999996</c:v>
                </c:pt>
                <c:pt idx="24502">
                  <c:v>6.9828799999999998</c:v>
                </c:pt>
                <c:pt idx="24503">
                  <c:v>6.9831899999999996</c:v>
                </c:pt>
                <c:pt idx="24504">
                  <c:v>6.9834899999999998</c:v>
                </c:pt>
                <c:pt idx="24505">
                  <c:v>6.9837999999999996</c:v>
                </c:pt>
                <c:pt idx="24506">
                  <c:v>6.9840999999999998</c:v>
                </c:pt>
                <c:pt idx="24507">
                  <c:v>6.9844099999999996</c:v>
                </c:pt>
                <c:pt idx="24508">
                  <c:v>6.9847099999999998</c:v>
                </c:pt>
                <c:pt idx="24509">
                  <c:v>6.9850199999999996</c:v>
                </c:pt>
                <c:pt idx="24510">
                  <c:v>6.9853300000000003</c:v>
                </c:pt>
                <c:pt idx="24511">
                  <c:v>6.9856299999999996</c:v>
                </c:pt>
                <c:pt idx="24512">
                  <c:v>6.9859400000000003</c:v>
                </c:pt>
                <c:pt idx="24513">
                  <c:v>6.9862399999999996</c:v>
                </c:pt>
                <c:pt idx="24514">
                  <c:v>6.9865500000000003</c:v>
                </c:pt>
                <c:pt idx="24515">
                  <c:v>6.9868499999999996</c:v>
                </c:pt>
                <c:pt idx="24516">
                  <c:v>6.9871600000000003</c:v>
                </c:pt>
                <c:pt idx="24517">
                  <c:v>6.9874599999999996</c:v>
                </c:pt>
                <c:pt idx="24518">
                  <c:v>6.9877700000000003</c:v>
                </c:pt>
                <c:pt idx="24519">
                  <c:v>6.9880699999999996</c:v>
                </c:pt>
                <c:pt idx="24520">
                  <c:v>6.9883800000000003</c:v>
                </c:pt>
                <c:pt idx="24521">
                  <c:v>6.9886799999999996</c:v>
                </c:pt>
                <c:pt idx="24522">
                  <c:v>6.9889900000000003</c:v>
                </c:pt>
                <c:pt idx="24523">
                  <c:v>6.9893000000000001</c:v>
                </c:pt>
                <c:pt idx="24524">
                  <c:v>6.9896000000000003</c:v>
                </c:pt>
                <c:pt idx="24525">
                  <c:v>6.9899100000000001</c:v>
                </c:pt>
                <c:pt idx="24526">
                  <c:v>6.9902100000000003</c:v>
                </c:pt>
                <c:pt idx="24527">
                  <c:v>6.9905200000000001</c:v>
                </c:pt>
                <c:pt idx="24528">
                  <c:v>6.9908200000000003</c:v>
                </c:pt>
                <c:pt idx="24529">
                  <c:v>6.9911300000000001</c:v>
                </c:pt>
                <c:pt idx="24530">
                  <c:v>6.9914300000000003</c:v>
                </c:pt>
                <c:pt idx="24531">
                  <c:v>6.9917400000000001</c:v>
                </c:pt>
                <c:pt idx="24532">
                  <c:v>6.9920400000000003</c:v>
                </c:pt>
                <c:pt idx="24533">
                  <c:v>6.9923500000000001</c:v>
                </c:pt>
                <c:pt idx="24534">
                  <c:v>6.9926500000000003</c:v>
                </c:pt>
                <c:pt idx="24535">
                  <c:v>6.9929600000000001</c:v>
                </c:pt>
                <c:pt idx="24536">
                  <c:v>6.9932699999999999</c:v>
                </c:pt>
                <c:pt idx="24537">
                  <c:v>6.9935700000000001</c:v>
                </c:pt>
                <c:pt idx="24538">
                  <c:v>6.9938799999999999</c:v>
                </c:pt>
                <c:pt idx="24539">
                  <c:v>6.9941800000000001</c:v>
                </c:pt>
                <c:pt idx="24540">
                  <c:v>6.9944899999999999</c:v>
                </c:pt>
                <c:pt idx="24541">
                  <c:v>6.9947900000000001</c:v>
                </c:pt>
                <c:pt idx="24542">
                  <c:v>6.9950999999999999</c:v>
                </c:pt>
                <c:pt idx="24543">
                  <c:v>6.9954000000000001</c:v>
                </c:pt>
                <c:pt idx="24544">
                  <c:v>6.9957099999999999</c:v>
                </c:pt>
                <c:pt idx="24545">
                  <c:v>6.9960100000000001</c:v>
                </c:pt>
                <c:pt idx="24546">
                  <c:v>6.9963199999999999</c:v>
                </c:pt>
                <c:pt idx="24547">
                  <c:v>6.9966200000000001</c:v>
                </c:pt>
                <c:pt idx="24548">
                  <c:v>6.9969299999999999</c:v>
                </c:pt>
                <c:pt idx="24549">
                  <c:v>6.9972399999999997</c:v>
                </c:pt>
                <c:pt idx="24550">
                  <c:v>6.9975399999999999</c:v>
                </c:pt>
                <c:pt idx="24551">
                  <c:v>6.9978499999999997</c:v>
                </c:pt>
                <c:pt idx="24552">
                  <c:v>6.9981499999999999</c:v>
                </c:pt>
                <c:pt idx="24553">
                  <c:v>6.9984599999999997</c:v>
                </c:pt>
                <c:pt idx="24554">
                  <c:v>6.9987599999999999</c:v>
                </c:pt>
                <c:pt idx="24555">
                  <c:v>6.9990699999999997</c:v>
                </c:pt>
                <c:pt idx="24556">
                  <c:v>6.9993699999999999</c:v>
                </c:pt>
                <c:pt idx="24557">
                  <c:v>6.9996799999999997</c:v>
                </c:pt>
                <c:pt idx="24558">
                  <c:v>6.9999799999999999</c:v>
                </c:pt>
                <c:pt idx="24559">
                  <c:v>7.0002899999999997</c:v>
                </c:pt>
                <c:pt idx="24560">
                  <c:v>7.0006000000000004</c:v>
                </c:pt>
                <c:pt idx="24561">
                  <c:v>7.0008999999999997</c:v>
                </c:pt>
                <c:pt idx="24562">
                  <c:v>7.0012100000000004</c:v>
                </c:pt>
                <c:pt idx="24563">
                  <c:v>7.0015099999999997</c:v>
                </c:pt>
                <c:pt idx="24564">
                  <c:v>7.0018200000000004</c:v>
                </c:pt>
                <c:pt idx="24565">
                  <c:v>7.0021199999999997</c:v>
                </c:pt>
                <c:pt idx="24566">
                  <c:v>7.0024300000000004</c:v>
                </c:pt>
                <c:pt idx="24567">
                  <c:v>7.0027299999999997</c:v>
                </c:pt>
                <c:pt idx="24568">
                  <c:v>7.0030400000000004</c:v>
                </c:pt>
                <c:pt idx="24569">
                  <c:v>7.0033399999999997</c:v>
                </c:pt>
                <c:pt idx="24570">
                  <c:v>7.0036500000000004</c:v>
                </c:pt>
                <c:pt idx="24571">
                  <c:v>7.0039499999999997</c:v>
                </c:pt>
                <c:pt idx="24572">
                  <c:v>7.0042600000000004</c:v>
                </c:pt>
                <c:pt idx="24573">
                  <c:v>7.0045700000000002</c:v>
                </c:pt>
                <c:pt idx="24574">
                  <c:v>7.0048700000000004</c:v>
                </c:pt>
                <c:pt idx="24575">
                  <c:v>7.0051800000000002</c:v>
                </c:pt>
                <c:pt idx="24576">
                  <c:v>7.0054800000000004</c:v>
                </c:pt>
                <c:pt idx="24577">
                  <c:v>7.0057900000000002</c:v>
                </c:pt>
                <c:pt idx="24578">
                  <c:v>7.0060900000000004</c:v>
                </c:pt>
                <c:pt idx="24579">
                  <c:v>7.0064000000000002</c:v>
                </c:pt>
                <c:pt idx="24580">
                  <c:v>7.0067000000000004</c:v>
                </c:pt>
                <c:pt idx="24581">
                  <c:v>7.0070100000000002</c:v>
                </c:pt>
                <c:pt idx="24582">
                  <c:v>7.0073100000000004</c:v>
                </c:pt>
                <c:pt idx="24583">
                  <c:v>7.0076200000000002</c:v>
                </c:pt>
                <c:pt idx="24584">
                  <c:v>7.0079200000000004</c:v>
                </c:pt>
                <c:pt idx="24585">
                  <c:v>7.0082300000000002</c:v>
                </c:pt>
                <c:pt idx="24586">
                  <c:v>7.00854</c:v>
                </c:pt>
                <c:pt idx="24587">
                  <c:v>7.0088400000000002</c:v>
                </c:pt>
                <c:pt idx="24588">
                  <c:v>7.00915</c:v>
                </c:pt>
                <c:pt idx="24589">
                  <c:v>7.0094500000000002</c:v>
                </c:pt>
                <c:pt idx="24590">
                  <c:v>7.00976</c:v>
                </c:pt>
                <c:pt idx="24591">
                  <c:v>7.0100600000000002</c:v>
                </c:pt>
                <c:pt idx="24592">
                  <c:v>7.01037</c:v>
                </c:pt>
                <c:pt idx="24593">
                  <c:v>7.0106700000000002</c:v>
                </c:pt>
                <c:pt idx="24594">
                  <c:v>7.01098</c:v>
                </c:pt>
                <c:pt idx="24595">
                  <c:v>7.0112800000000002</c:v>
                </c:pt>
                <c:pt idx="24596">
                  <c:v>7.01159</c:v>
                </c:pt>
                <c:pt idx="24597">
                  <c:v>7.0118900000000002</c:v>
                </c:pt>
                <c:pt idx="24598">
                  <c:v>7.0122</c:v>
                </c:pt>
                <c:pt idx="24599">
                  <c:v>7.0125099999999998</c:v>
                </c:pt>
                <c:pt idx="24600">
                  <c:v>7.01281</c:v>
                </c:pt>
                <c:pt idx="24601">
                  <c:v>7.0131199999999998</c:v>
                </c:pt>
                <c:pt idx="24602">
                  <c:v>7.01342</c:v>
                </c:pt>
                <c:pt idx="24603">
                  <c:v>7.0137299999999998</c:v>
                </c:pt>
                <c:pt idx="24604">
                  <c:v>7.01403</c:v>
                </c:pt>
                <c:pt idx="24605">
                  <c:v>7.0143399999999998</c:v>
                </c:pt>
                <c:pt idx="24606">
                  <c:v>7.01464</c:v>
                </c:pt>
                <c:pt idx="24607">
                  <c:v>7.0149499999999998</c:v>
                </c:pt>
                <c:pt idx="24608">
                  <c:v>7.01525</c:v>
                </c:pt>
                <c:pt idx="24609">
                  <c:v>7.0155599999999998</c:v>
                </c:pt>
                <c:pt idx="24610">
                  <c:v>7.01586</c:v>
                </c:pt>
                <c:pt idx="24611">
                  <c:v>7.0161699999999998</c:v>
                </c:pt>
                <c:pt idx="24612">
                  <c:v>7.0164799999999996</c:v>
                </c:pt>
                <c:pt idx="24613">
                  <c:v>7.0167799999999998</c:v>
                </c:pt>
                <c:pt idx="24614">
                  <c:v>7.0170899999999996</c:v>
                </c:pt>
                <c:pt idx="24615">
                  <c:v>7.0173899999999998</c:v>
                </c:pt>
                <c:pt idx="24616">
                  <c:v>7.0176999999999996</c:v>
                </c:pt>
                <c:pt idx="24617">
                  <c:v>7.0179999999999998</c:v>
                </c:pt>
                <c:pt idx="24618">
                  <c:v>7.0183099999999996</c:v>
                </c:pt>
                <c:pt idx="24619">
                  <c:v>7.0186099999999998</c:v>
                </c:pt>
                <c:pt idx="24620">
                  <c:v>7.0189199999999996</c:v>
                </c:pt>
                <c:pt idx="24621">
                  <c:v>7.0192199999999998</c:v>
                </c:pt>
                <c:pt idx="24622">
                  <c:v>7.0195299999999996</c:v>
                </c:pt>
                <c:pt idx="24623">
                  <c:v>7.0198400000000003</c:v>
                </c:pt>
                <c:pt idx="24624">
                  <c:v>7.0201399999999996</c:v>
                </c:pt>
                <c:pt idx="24625">
                  <c:v>7.0204500000000003</c:v>
                </c:pt>
                <c:pt idx="24626">
                  <c:v>7.0207499999999996</c:v>
                </c:pt>
                <c:pt idx="24627">
                  <c:v>7.0210600000000003</c:v>
                </c:pt>
                <c:pt idx="24628">
                  <c:v>7.0213599999999996</c:v>
                </c:pt>
                <c:pt idx="24629">
                  <c:v>7.0216700000000003</c:v>
                </c:pt>
                <c:pt idx="24630">
                  <c:v>7.0219699999999996</c:v>
                </c:pt>
                <c:pt idx="24631">
                  <c:v>7.0222800000000003</c:v>
                </c:pt>
                <c:pt idx="24632">
                  <c:v>7.0225799999999996</c:v>
                </c:pt>
                <c:pt idx="24633">
                  <c:v>7.0228900000000003</c:v>
                </c:pt>
                <c:pt idx="24634">
                  <c:v>7.0231899999999996</c:v>
                </c:pt>
                <c:pt idx="24635">
                  <c:v>7.0235000000000003</c:v>
                </c:pt>
                <c:pt idx="24636">
                  <c:v>7.0238100000000001</c:v>
                </c:pt>
                <c:pt idx="24637">
                  <c:v>7.0241100000000003</c:v>
                </c:pt>
                <c:pt idx="24638">
                  <c:v>7.0244200000000001</c:v>
                </c:pt>
                <c:pt idx="24639">
                  <c:v>7.0247200000000003</c:v>
                </c:pt>
                <c:pt idx="24640">
                  <c:v>7.0250300000000001</c:v>
                </c:pt>
                <c:pt idx="24641">
                  <c:v>7.0253300000000003</c:v>
                </c:pt>
                <c:pt idx="24642">
                  <c:v>7.0256400000000001</c:v>
                </c:pt>
                <c:pt idx="24643">
                  <c:v>7.0259400000000003</c:v>
                </c:pt>
                <c:pt idx="24644">
                  <c:v>7.0262500000000001</c:v>
                </c:pt>
                <c:pt idx="24645">
                  <c:v>7.0265500000000003</c:v>
                </c:pt>
                <c:pt idx="24646">
                  <c:v>7.0268600000000001</c:v>
                </c:pt>
                <c:pt idx="24647">
                  <c:v>7.0271600000000003</c:v>
                </c:pt>
                <c:pt idx="24648">
                  <c:v>7.0274700000000001</c:v>
                </c:pt>
                <c:pt idx="24649">
                  <c:v>7.0277799999999999</c:v>
                </c:pt>
                <c:pt idx="24650">
                  <c:v>7.0280800000000001</c:v>
                </c:pt>
                <c:pt idx="24651">
                  <c:v>7.0283899999999999</c:v>
                </c:pt>
                <c:pt idx="24652">
                  <c:v>7.0286900000000001</c:v>
                </c:pt>
                <c:pt idx="24653">
                  <c:v>7.0289999999999999</c:v>
                </c:pt>
                <c:pt idx="24654">
                  <c:v>7.0293000000000001</c:v>
                </c:pt>
                <c:pt idx="24655">
                  <c:v>7.0296099999999999</c:v>
                </c:pt>
                <c:pt idx="24656">
                  <c:v>7.0299100000000001</c:v>
                </c:pt>
                <c:pt idx="24657">
                  <c:v>7.0302199999999999</c:v>
                </c:pt>
                <c:pt idx="24658">
                  <c:v>7.0305200000000001</c:v>
                </c:pt>
                <c:pt idx="24659">
                  <c:v>7.0308299999999999</c:v>
                </c:pt>
                <c:pt idx="24660">
                  <c:v>7.0311300000000001</c:v>
                </c:pt>
                <c:pt idx="24661">
                  <c:v>7.0314399999999999</c:v>
                </c:pt>
                <c:pt idx="24662">
                  <c:v>7.0317499999999997</c:v>
                </c:pt>
                <c:pt idx="24663">
                  <c:v>7.0320499999999999</c:v>
                </c:pt>
                <c:pt idx="24664">
                  <c:v>7.0323599999999997</c:v>
                </c:pt>
                <c:pt idx="24665">
                  <c:v>7.0326599999999999</c:v>
                </c:pt>
                <c:pt idx="24666">
                  <c:v>7.0329699999999997</c:v>
                </c:pt>
                <c:pt idx="24667">
                  <c:v>7.0332699999999999</c:v>
                </c:pt>
                <c:pt idx="24668">
                  <c:v>7.0335799999999997</c:v>
                </c:pt>
                <c:pt idx="24669">
                  <c:v>7.0338799999999999</c:v>
                </c:pt>
                <c:pt idx="24670">
                  <c:v>7.0341899999999997</c:v>
                </c:pt>
                <c:pt idx="24671">
                  <c:v>7.0344899999999999</c:v>
                </c:pt>
                <c:pt idx="24672">
                  <c:v>7.0347999999999997</c:v>
                </c:pt>
                <c:pt idx="24673">
                  <c:v>7.0351100000000004</c:v>
                </c:pt>
                <c:pt idx="24674">
                  <c:v>7.0354099999999997</c:v>
                </c:pt>
                <c:pt idx="24675">
                  <c:v>7.0357200000000004</c:v>
                </c:pt>
                <c:pt idx="24676">
                  <c:v>7.0360199999999997</c:v>
                </c:pt>
                <c:pt idx="24677">
                  <c:v>7.0363300000000004</c:v>
                </c:pt>
                <c:pt idx="24678">
                  <c:v>7.0366299999999997</c:v>
                </c:pt>
                <c:pt idx="24679">
                  <c:v>7.0369400000000004</c:v>
                </c:pt>
                <c:pt idx="24680">
                  <c:v>7.0372399999999997</c:v>
                </c:pt>
                <c:pt idx="24681">
                  <c:v>7.0375500000000004</c:v>
                </c:pt>
                <c:pt idx="24682">
                  <c:v>7.0378499999999997</c:v>
                </c:pt>
                <c:pt idx="24683">
                  <c:v>7.0381600000000004</c:v>
                </c:pt>
                <c:pt idx="24684">
                  <c:v>7.0384599999999997</c:v>
                </c:pt>
                <c:pt idx="24685">
                  <c:v>7.0387700000000004</c:v>
                </c:pt>
                <c:pt idx="24686">
                  <c:v>7.0390800000000002</c:v>
                </c:pt>
                <c:pt idx="24687">
                  <c:v>7.0393800000000004</c:v>
                </c:pt>
                <c:pt idx="24688">
                  <c:v>7.0396900000000002</c:v>
                </c:pt>
                <c:pt idx="24689">
                  <c:v>7.0399900000000004</c:v>
                </c:pt>
                <c:pt idx="24690">
                  <c:v>7.0403000000000002</c:v>
                </c:pt>
                <c:pt idx="24691">
                  <c:v>7.0406000000000004</c:v>
                </c:pt>
                <c:pt idx="24692">
                  <c:v>7.0409100000000002</c:v>
                </c:pt>
                <c:pt idx="24693">
                  <c:v>7.0412100000000004</c:v>
                </c:pt>
                <c:pt idx="24694">
                  <c:v>7.0415200000000002</c:v>
                </c:pt>
                <c:pt idx="24695">
                  <c:v>7.0418200000000004</c:v>
                </c:pt>
                <c:pt idx="24696">
                  <c:v>7.0421300000000002</c:v>
                </c:pt>
                <c:pt idx="24697">
                  <c:v>7.0424300000000004</c:v>
                </c:pt>
                <c:pt idx="24698">
                  <c:v>7.0427400000000002</c:v>
                </c:pt>
                <c:pt idx="24699">
                  <c:v>7.04305</c:v>
                </c:pt>
                <c:pt idx="24700">
                  <c:v>7.0433500000000002</c:v>
                </c:pt>
                <c:pt idx="24701">
                  <c:v>7.04366</c:v>
                </c:pt>
                <c:pt idx="24702">
                  <c:v>7.0439600000000002</c:v>
                </c:pt>
                <c:pt idx="24703">
                  <c:v>7.04427</c:v>
                </c:pt>
                <c:pt idx="24704">
                  <c:v>7.0445700000000002</c:v>
                </c:pt>
                <c:pt idx="24705">
                  <c:v>7.04488</c:v>
                </c:pt>
                <c:pt idx="24706">
                  <c:v>7.0451800000000002</c:v>
                </c:pt>
                <c:pt idx="24707">
                  <c:v>7.04549</c:v>
                </c:pt>
                <c:pt idx="24708">
                  <c:v>7.0457900000000002</c:v>
                </c:pt>
                <c:pt idx="24709">
                  <c:v>7.0461</c:v>
                </c:pt>
                <c:pt idx="24710">
                  <c:v>7.0464000000000002</c:v>
                </c:pt>
                <c:pt idx="24711">
                  <c:v>7.04671</c:v>
                </c:pt>
                <c:pt idx="24712">
                  <c:v>7.0470199999999998</c:v>
                </c:pt>
                <c:pt idx="24713">
                  <c:v>7.04732</c:v>
                </c:pt>
                <c:pt idx="24714">
                  <c:v>7.0476299999999998</c:v>
                </c:pt>
                <c:pt idx="24715">
                  <c:v>7.04793</c:v>
                </c:pt>
                <c:pt idx="24716">
                  <c:v>7.0482399999999998</c:v>
                </c:pt>
                <c:pt idx="24717">
                  <c:v>7.04854</c:v>
                </c:pt>
                <c:pt idx="24718">
                  <c:v>7.0488499999999998</c:v>
                </c:pt>
                <c:pt idx="24719">
                  <c:v>7.04915</c:v>
                </c:pt>
                <c:pt idx="24720">
                  <c:v>7.0494599999999998</c:v>
                </c:pt>
                <c:pt idx="24721">
                  <c:v>7.04976</c:v>
                </c:pt>
                <c:pt idx="24722">
                  <c:v>7.0500699999999998</c:v>
                </c:pt>
                <c:pt idx="24723">
                  <c:v>7.05037</c:v>
                </c:pt>
                <c:pt idx="24724">
                  <c:v>7.0506799999999998</c:v>
                </c:pt>
                <c:pt idx="24725">
                  <c:v>7.0509899999999996</c:v>
                </c:pt>
                <c:pt idx="24726">
                  <c:v>7.0512899999999998</c:v>
                </c:pt>
                <c:pt idx="24727">
                  <c:v>7.0515999999999996</c:v>
                </c:pt>
                <c:pt idx="24728">
                  <c:v>7.0518999999999998</c:v>
                </c:pt>
                <c:pt idx="24729">
                  <c:v>7.0522099999999996</c:v>
                </c:pt>
                <c:pt idx="24730">
                  <c:v>7.0525099999999998</c:v>
                </c:pt>
                <c:pt idx="24731">
                  <c:v>7.0528199999999996</c:v>
                </c:pt>
                <c:pt idx="24732">
                  <c:v>7.0531199999999998</c:v>
                </c:pt>
                <c:pt idx="24733">
                  <c:v>7.0534299999999996</c:v>
                </c:pt>
                <c:pt idx="24734">
                  <c:v>7.0537299999999998</c:v>
                </c:pt>
                <c:pt idx="24735">
                  <c:v>7.0540399999999996</c:v>
                </c:pt>
                <c:pt idx="24736">
                  <c:v>7.0543500000000003</c:v>
                </c:pt>
                <c:pt idx="24737">
                  <c:v>7.0546499999999996</c:v>
                </c:pt>
                <c:pt idx="24738">
                  <c:v>7.0549600000000003</c:v>
                </c:pt>
                <c:pt idx="24739">
                  <c:v>7.0552599999999996</c:v>
                </c:pt>
                <c:pt idx="24740">
                  <c:v>7.0555700000000003</c:v>
                </c:pt>
                <c:pt idx="24741">
                  <c:v>7.0558699999999996</c:v>
                </c:pt>
                <c:pt idx="24742">
                  <c:v>7.0561800000000003</c:v>
                </c:pt>
                <c:pt idx="24743">
                  <c:v>7.0564799999999996</c:v>
                </c:pt>
                <c:pt idx="24744">
                  <c:v>7.0567900000000003</c:v>
                </c:pt>
                <c:pt idx="24745">
                  <c:v>7.0570899999999996</c:v>
                </c:pt>
                <c:pt idx="24746">
                  <c:v>7.0574000000000003</c:v>
                </c:pt>
                <c:pt idx="24747">
                  <c:v>7.0576999999999996</c:v>
                </c:pt>
                <c:pt idx="24748">
                  <c:v>7.0580100000000003</c:v>
                </c:pt>
                <c:pt idx="24749">
                  <c:v>7.0583200000000001</c:v>
                </c:pt>
                <c:pt idx="24750">
                  <c:v>7.0586200000000003</c:v>
                </c:pt>
                <c:pt idx="24751">
                  <c:v>7.0589300000000001</c:v>
                </c:pt>
                <c:pt idx="24752">
                  <c:v>7.0592300000000003</c:v>
                </c:pt>
                <c:pt idx="24753">
                  <c:v>7.0595400000000001</c:v>
                </c:pt>
                <c:pt idx="24754">
                  <c:v>7.0598400000000003</c:v>
                </c:pt>
                <c:pt idx="24755">
                  <c:v>7.0601500000000001</c:v>
                </c:pt>
                <c:pt idx="24756">
                  <c:v>7.0604500000000003</c:v>
                </c:pt>
                <c:pt idx="24757">
                  <c:v>7.0607600000000001</c:v>
                </c:pt>
                <c:pt idx="24758">
                  <c:v>7.0610600000000003</c:v>
                </c:pt>
                <c:pt idx="24759">
                  <c:v>7.0613700000000001</c:v>
                </c:pt>
                <c:pt idx="24760">
                  <c:v>7.0616700000000003</c:v>
                </c:pt>
                <c:pt idx="24761">
                  <c:v>7.0619800000000001</c:v>
                </c:pt>
                <c:pt idx="24762">
                  <c:v>7.06229</c:v>
                </c:pt>
                <c:pt idx="24763">
                  <c:v>7.0625900000000001</c:v>
                </c:pt>
                <c:pt idx="24764">
                  <c:v>7.0629</c:v>
                </c:pt>
                <c:pt idx="24765">
                  <c:v>7.0632000000000001</c:v>
                </c:pt>
                <c:pt idx="24766">
                  <c:v>7.06351</c:v>
                </c:pt>
                <c:pt idx="24767">
                  <c:v>7.0638100000000001</c:v>
                </c:pt>
                <c:pt idx="24768">
                  <c:v>7.06412</c:v>
                </c:pt>
                <c:pt idx="24769">
                  <c:v>7.0644200000000001</c:v>
                </c:pt>
                <c:pt idx="24770">
                  <c:v>7.06473</c:v>
                </c:pt>
                <c:pt idx="24771">
                  <c:v>7.0650300000000001</c:v>
                </c:pt>
                <c:pt idx="24772">
                  <c:v>7.06534</c:v>
                </c:pt>
                <c:pt idx="24773">
                  <c:v>7.0656400000000001</c:v>
                </c:pt>
                <c:pt idx="24774">
                  <c:v>7.06595</c:v>
                </c:pt>
                <c:pt idx="24775">
                  <c:v>7.0662599999999998</c:v>
                </c:pt>
                <c:pt idx="24776">
                  <c:v>7.06656</c:v>
                </c:pt>
                <c:pt idx="24777">
                  <c:v>7.0668699999999998</c:v>
                </c:pt>
                <c:pt idx="24778">
                  <c:v>7.06717</c:v>
                </c:pt>
                <c:pt idx="24779">
                  <c:v>7.0674799999999998</c:v>
                </c:pt>
                <c:pt idx="24780">
                  <c:v>7.06778</c:v>
                </c:pt>
                <c:pt idx="24781">
                  <c:v>7.0680899999999998</c:v>
                </c:pt>
                <c:pt idx="24782">
                  <c:v>7.06839</c:v>
                </c:pt>
                <c:pt idx="24783">
                  <c:v>7.0686999999999998</c:v>
                </c:pt>
                <c:pt idx="24784">
                  <c:v>7.069</c:v>
                </c:pt>
                <c:pt idx="24785">
                  <c:v>7.0693099999999998</c:v>
                </c:pt>
                <c:pt idx="24786">
                  <c:v>7.0696099999999999</c:v>
                </c:pt>
                <c:pt idx="24787">
                  <c:v>7.0699199999999998</c:v>
                </c:pt>
                <c:pt idx="24788">
                  <c:v>7.0702299999999996</c:v>
                </c:pt>
                <c:pt idx="24789">
                  <c:v>7.0705299999999998</c:v>
                </c:pt>
                <c:pt idx="24790">
                  <c:v>7.0708399999999996</c:v>
                </c:pt>
                <c:pt idx="24791">
                  <c:v>7.0711399999999998</c:v>
                </c:pt>
                <c:pt idx="24792">
                  <c:v>7.0714499999999996</c:v>
                </c:pt>
                <c:pt idx="24793">
                  <c:v>7.0717499999999998</c:v>
                </c:pt>
                <c:pt idx="24794">
                  <c:v>7.0720599999999996</c:v>
                </c:pt>
                <c:pt idx="24795">
                  <c:v>7.0723599999999998</c:v>
                </c:pt>
                <c:pt idx="24796">
                  <c:v>7.0726699999999996</c:v>
                </c:pt>
                <c:pt idx="24797">
                  <c:v>7.0729699999999998</c:v>
                </c:pt>
                <c:pt idx="24798">
                  <c:v>7.0732799999999996</c:v>
                </c:pt>
                <c:pt idx="24799">
                  <c:v>7.0735900000000003</c:v>
                </c:pt>
                <c:pt idx="24800">
                  <c:v>7.0738899999999996</c:v>
                </c:pt>
                <c:pt idx="24801">
                  <c:v>7.0742000000000003</c:v>
                </c:pt>
                <c:pt idx="24802">
                  <c:v>7.0744999999999996</c:v>
                </c:pt>
                <c:pt idx="24803">
                  <c:v>7.0748100000000003</c:v>
                </c:pt>
                <c:pt idx="24804">
                  <c:v>7.0751099999999996</c:v>
                </c:pt>
                <c:pt idx="24805">
                  <c:v>7.0754200000000003</c:v>
                </c:pt>
                <c:pt idx="24806">
                  <c:v>7.0757199999999996</c:v>
                </c:pt>
                <c:pt idx="24807">
                  <c:v>7.0760300000000003</c:v>
                </c:pt>
                <c:pt idx="24808">
                  <c:v>7.0763299999999996</c:v>
                </c:pt>
                <c:pt idx="24809">
                  <c:v>7.0766400000000003</c:v>
                </c:pt>
                <c:pt idx="24810">
                  <c:v>7.0769399999999996</c:v>
                </c:pt>
                <c:pt idx="24811">
                  <c:v>7.0772500000000003</c:v>
                </c:pt>
                <c:pt idx="24812">
                  <c:v>7.0775600000000001</c:v>
                </c:pt>
                <c:pt idx="24813">
                  <c:v>7.0778600000000003</c:v>
                </c:pt>
                <c:pt idx="24814">
                  <c:v>7.0781700000000001</c:v>
                </c:pt>
                <c:pt idx="24815">
                  <c:v>7.0784700000000003</c:v>
                </c:pt>
                <c:pt idx="24816">
                  <c:v>7.0787800000000001</c:v>
                </c:pt>
                <c:pt idx="24817">
                  <c:v>7.0790800000000003</c:v>
                </c:pt>
                <c:pt idx="24818">
                  <c:v>7.0793900000000001</c:v>
                </c:pt>
                <c:pt idx="24819">
                  <c:v>7.0796900000000003</c:v>
                </c:pt>
                <c:pt idx="24820">
                  <c:v>7.08</c:v>
                </c:pt>
                <c:pt idx="24821">
                  <c:v>7.0803000000000003</c:v>
                </c:pt>
                <c:pt idx="24822">
                  <c:v>7.0806100000000001</c:v>
                </c:pt>
                <c:pt idx="24823">
                  <c:v>7.0809100000000003</c:v>
                </c:pt>
                <c:pt idx="24824">
                  <c:v>7.0812200000000001</c:v>
                </c:pt>
                <c:pt idx="24825">
                  <c:v>7.0815299999999999</c:v>
                </c:pt>
                <c:pt idx="24826">
                  <c:v>7.0818300000000001</c:v>
                </c:pt>
                <c:pt idx="24827">
                  <c:v>7.0821399999999999</c:v>
                </c:pt>
                <c:pt idx="24828">
                  <c:v>7.0824400000000001</c:v>
                </c:pt>
                <c:pt idx="24829">
                  <c:v>7.0827499999999999</c:v>
                </c:pt>
                <c:pt idx="24830">
                  <c:v>7.0830500000000001</c:v>
                </c:pt>
                <c:pt idx="24831">
                  <c:v>7.0833599999999999</c:v>
                </c:pt>
                <c:pt idx="24832">
                  <c:v>7.0836600000000001</c:v>
                </c:pt>
                <c:pt idx="24833">
                  <c:v>7.0839699999999999</c:v>
                </c:pt>
                <c:pt idx="24834">
                  <c:v>7.0842700000000001</c:v>
                </c:pt>
                <c:pt idx="24835">
                  <c:v>7.0845799999999999</c:v>
                </c:pt>
                <c:pt idx="24836">
                  <c:v>7.0848800000000001</c:v>
                </c:pt>
                <c:pt idx="24837">
                  <c:v>7.0851899999999999</c:v>
                </c:pt>
                <c:pt idx="24838">
                  <c:v>7.0854999999999997</c:v>
                </c:pt>
                <c:pt idx="24839">
                  <c:v>7.0857999999999999</c:v>
                </c:pt>
                <c:pt idx="24840">
                  <c:v>7.0861099999999997</c:v>
                </c:pt>
                <c:pt idx="24841">
                  <c:v>7.0864099999999999</c:v>
                </c:pt>
                <c:pt idx="24842">
                  <c:v>7.0867199999999997</c:v>
                </c:pt>
                <c:pt idx="24843">
                  <c:v>7.0870199999999999</c:v>
                </c:pt>
                <c:pt idx="24844">
                  <c:v>7.0873299999999997</c:v>
                </c:pt>
                <c:pt idx="24845">
                  <c:v>7.0876299999999999</c:v>
                </c:pt>
                <c:pt idx="24846">
                  <c:v>7.0879399999999997</c:v>
                </c:pt>
                <c:pt idx="24847">
                  <c:v>7.0882399999999999</c:v>
                </c:pt>
                <c:pt idx="24848">
                  <c:v>7.0885499999999997</c:v>
                </c:pt>
                <c:pt idx="24849">
                  <c:v>7.0888600000000004</c:v>
                </c:pt>
                <c:pt idx="24850">
                  <c:v>7.0891599999999997</c:v>
                </c:pt>
                <c:pt idx="24851">
                  <c:v>7.0894700000000004</c:v>
                </c:pt>
                <c:pt idx="24852">
                  <c:v>7.0897699999999997</c:v>
                </c:pt>
                <c:pt idx="24853">
                  <c:v>7.0900800000000004</c:v>
                </c:pt>
                <c:pt idx="24854">
                  <c:v>7.0903799999999997</c:v>
                </c:pt>
                <c:pt idx="24855">
                  <c:v>7.0906900000000004</c:v>
                </c:pt>
                <c:pt idx="24856">
                  <c:v>7.0909899999999997</c:v>
                </c:pt>
                <c:pt idx="24857">
                  <c:v>7.0913000000000004</c:v>
                </c:pt>
                <c:pt idx="24858">
                  <c:v>7.0915999999999997</c:v>
                </c:pt>
                <c:pt idx="24859">
                  <c:v>7.0919100000000004</c:v>
                </c:pt>
                <c:pt idx="24860">
                  <c:v>7.0922099999999997</c:v>
                </c:pt>
                <c:pt idx="24861">
                  <c:v>7.0925200000000004</c:v>
                </c:pt>
                <c:pt idx="24862">
                  <c:v>7.0928300000000002</c:v>
                </c:pt>
                <c:pt idx="24863">
                  <c:v>7.0931300000000004</c:v>
                </c:pt>
                <c:pt idx="24864">
                  <c:v>7.0934400000000002</c:v>
                </c:pt>
                <c:pt idx="24865">
                  <c:v>7.0937400000000004</c:v>
                </c:pt>
                <c:pt idx="24866">
                  <c:v>7.0940500000000002</c:v>
                </c:pt>
                <c:pt idx="24867">
                  <c:v>7.0943500000000004</c:v>
                </c:pt>
                <c:pt idx="24868">
                  <c:v>7.0946600000000002</c:v>
                </c:pt>
                <c:pt idx="24869">
                  <c:v>7.0949600000000004</c:v>
                </c:pt>
                <c:pt idx="24870">
                  <c:v>7.0952700000000002</c:v>
                </c:pt>
                <c:pt idx="24871">
                  <c:v>7.0955700000000004</c:v>
                </c:pt>
                <c:pt idx="24872">
                  <c:v>7.0958800000000002</c:v>
                </c:pt>
                <c:pt idx="24873">
                  <c:v>7.0961800000000004</c:v>
                </c:pt>
                <c:pt idx="24874">
                  <c:v>7.0964900000000002</c:v>
                </c:pt>
                <c:pt idx="24875">
                  <c:v>7.0968</c:v>
                </c:pt>
                <c:pt idx="24876">
                  <c:v>7.0971000000000002</c:v>
                </c:pt>
                <c:pt idx="24877">
                  <c:v>7.09741</c:v>
                </c:pt>
                <c:pt idx="24878">
                  <c:v>7.0977100000000002</c:v>
                </c:pt>
                <c:pt idx="24879">
                  <c:v>7.09802</c:v>
                </c:pt>
                <c:pt idx="24880">
                  <c:v>7.0983200000000002</c:v>
                </c:pt>
                <c:pt idx="24881">
                  <c:v>7.09863</c:v>
                </c:pt>
                <c:pt idx="24882">
                  <c:v>7.0989300000000002</c:v>
                </c:pt>
                <c:pt idx="24883">
                  <c:v>7.09924</c:v>
                </c:pt>
                <c:pt idx="24884">
                  <c:v>7.0995400000000002</c:v>
                </c:pt>
                <c:pt idx="24885">
                  <c:v>7.09985</c:v>
                </c:pt>
                <c:pt idx="24886">
                  <c:v>7.1001500000000002</c:v>
                </c:pt>
                <c:pt idx="24887">
                  <c:v>7.10046</c:v>
                </c:pt>
                <c:pt idx="24888">
                  <c:v>7.1007699999999998</c:v>
                </c:pt>
                <c:pt idx="24889">
                  <c:v>7.10107</c:v>
                </c:pt>
                <c:pt idx="24890">
                  <c:v>7.1013799999999998</c:v>
                </c:pt>
                <c:pt idx="24891">
                  <c:v>7.10168</c:v>
                </c:pt>
                <c:pt idx="24892">
                  <c:v>7.1019899999999998</c:v>
                </c:pt>
                <c:pt idx="24893">
                  <c:v>7.10229</c:v>
                </c:pt>
                <c:pt idx="24894">
                  <c:v>7.1025999999999998</c:v>
                </c:pt>
                <c:pt idx="24895">
                  <c:v>7.1029</c:v>
                </c:pt>
                <c:pt idx="24896">
                  <c:v>7.1032099999999998</c:v>
                </c:pt>
                <c:pt idx="24897">
                  <c:v>7.10351</c:v>
                </c:pt>
                <c:pt idx="24898">
                  <c:v>7.1038199999999998</c:v>
                </c:pt>
                <c:pt idx="24899">
                  <c:v>7.10412</c:v>
                </c:pt>
                <c:pt idx="24900">
                  <c:v>7.1044299999999998</c:v>
                </c:pt>
                <c:pt idx="24901">
                  <c:v>7.1047399999999996</c:v>
                </c:pt>
                <c:pt idx="24902">
                  <c:v>7.1050399999999998</c:v>
                </c:pt>
                <c:pt idx="24903">
                  <c:v>7.1053499999999996</c:v>
                </c:pt>
                <c:pt idx="24904">
                  <c:v>7.1056499999999998</c:v>
                </c:pt>
                <c:pt idx="24905">
                  <c:v>7.1059599999999996</c:v>
                </c:pt>
                <c:pt idx="24906">
                  <c:v>7.1062599999999998</c:v>
                </c:pt>
                <c:pt idx="24907">
                  <c:v>7.1065699999999996</c:v>
                </c:pt>
                <c:pt idx="24908">
                  <c:v>7.1068699999999998</c:v>
                </c:pt>
                <c:pt idx="24909">
                  <c:v>7.1071799999999996</c:v>
                </c:pt>
                <c:pt idx="24910">
                  <c:v>7.1074799999999998</c:v>
                </c:pt>
                <c:pt idx="24911">
                  <c:v>7.1077899999999996</c:v>
                </c:pt>
                <c:pt idx="24912">
                  <c:v>7.1081000000000003</c:v>
                </c:pt>
                <c:pt idx="24913">
                  <c:v>7.1083999999999996</c:v>
                </c:pt>
                <c:pt idx="24914">
                  <c:v>7.1087100000000003</c:v>
                </c:pt>
                <c:pt idx="24915">
                  <c:v>7.1090099999999996</c:v>
                </c:pt>
                <c:pt idx="24916">
                  <c:v>7.1093200000000003</c:v>
                </c:pt>
                <c:pt idx="24917">
                  <c:v>7.1096199999999996</c:v>
                </c:pt>
                <c:pt idx="24918">
                  <c:v>7.1099300000000003</c:v>
                </c:pt>
                <c:pt idx="24919">
                  <c:v>7.1102299999999996</c:v>
                </c:pt>
                <c:pt idx="24920">
                  <c:v>7.1105400000000003</c:v>
                </c:pt>
                <c:pt idx="24921">
                  <c:v>7.1108399999999996</c:v>
                </c:pt>
                <c:pt idx="24922">
                  <c:v>7.1111500000000003</c:v>
                </c:pt>
                <c:pt idx="24923">
                  <c:v>7.1114499999999996</c:v>
                </c:pt>
                <c:pt idx="24924">
                  <c:v>7.1117600000000003</c:v>
                </c:pt>
                <c:pt idx="24925">
                  <c:v>7.1120700000000001</c:v>
                </c:pt>
                <c:pt idx="24926">
                  <c:v>7.1123700000000003</c:v>
                </c:pt>
                <c:pt idx="24927">
                  <c:v>7.1126800000000001</c:v>
                </c:pt>
                <c:pt idx="24928">
                  <c:v>7.1129800000000003</c:v>
                </c:pt>
                <c:pt idx="24929">
                  <c:v>7.1132900000000001</c:v>
                </c:pt>
                <c:pt idx="24930">
                  <c:v>7.1135900000000003</c:v>
                </c:pt>
                <c:pt idx="24931">
                  <c:v>7.1139000000000001</c:v>
                </c:pt>
                <c:pt idx="24932">
                  <c:v>7.1142000000000003</c:v>
                </c:pt>
                <c:pt idx="24933">
                  <c:v>7.1145100000000001</c:v>
                </c:pt>
                <c:pt idx="24934">
                  <c:v>7.1148100000000003</c:v>
                </c:pt>
                <c:pt idx="24935">
                  <c:v>7.1151200000000001</c:v>
                </c:pt>
                <c:pt idx="24936">
                  <c:v>7.1154200000000003</c:v>
                </c:pt>
                <c:pt idx="24937">
                  <c:v>7.1157300000000001</c:v>
                </c:pt>
                <c:pt idx="24938">
                  <c:v>7.1160399999999999</c:v>
                </c:pt>
                <c:pt idx="24939">
                  <c:v>7.1163400000000001</c:v>
                </c:pt>
                <c:pt idx="24940">
                  <c:v>7.1166499999999999</c:v>
                </c:pt>
                <c:pt idx="24941">
                  <c:v>7.1169500000000001</c:v>
                </c:pt>
                <c:pt idx="24942">
                  <c:v>7.1172599999999999</c:v>
                </c:pt>
                <c:pt idx="24943">
                  <c:v>7.1175600000000001</c:v>
                </c:pt>
                <c:pt idx="24944">
                  <c:v>7.1178699999999999</c:v>
                </c:pt>
                <c:pt idx="24945">
                  <c:v>7.1181700000000001</c:v>
                </c:pt>
                <c:pt idx="24946">
                  <c:v>7.1184799999999999</c:v>
                </c:pt>
                <c:pt idx="24947">
                  <c:v>7.1187800000000001</c:v>
                </c:pt>
                <c:pt idx="24948">
                  <c:v>7.1190899999999999</c:v>
                </c:pt>
                <c:pt idx="24949">
                  <c:v>7.1193900000000001</c:v>
                </c:pt>
                <c:pt idx="24950">
                  <c:v>7.1196999999999999</c:v>
                </c:pt>
                <c:pt idx="24951">
                  <c:v>7.1200099999999997</c:v>
                </c:pt>
                <c:pt idx="24952">
                  <c:v>7.1203099999999999</c:v>
                </c:pt>
                <c:pt idx="24953">
                  <c:v>7.1206199999999997</c:v>
                </c:pt>
                <c:pt idx="24954">
                  <c:v>7.1209199999999999</c:v>
                </c:pt>
                <c:pt idx="24955">
                  <c:v>7.1212299999999997</c:v>
                </c:pt>
                <c:pt idx="24956">
                  <c:v>7.1215299999999999</c:v>
                </c:pt>
                <c:pt idx="24957">
                  <c:v>7.1218399999999997</c:v>
                </c:pt>
                <c:pt idx="24958">
                  <c:v>7.1221399999999999</c:v>
                </c:pt>
                <c:pt idx="24959">
                  <c:v>7.1224499999999997</c:v>
                </c:pt>
                <c:pt idx="24960">
                  <c:v>7.1227499999999999</c:v>
                </c:pt>
                <c:pt idx="24961">
                  <c:v>7.1230599999999997</c:v>
                </c:pt>
                <c:pt idx="24962">
                  <c:v>7.1233599999999999</c:v>
                </c:pt>
                <c:pt idx="24963">
                  <c:v>7.1236699999999997</c:v>
                </c:pt>
                <c:pt idx="24964">
                  <c:v>7.1239800000000004</c:v>
                </c:pt>
                <c:pt idx="24965">
                  <c:v>7.1242799999999997</c:v>
                </c:pt>
                <c:pt idx="24966">
                  <c:v>7.1245900000000004</c:v>
                </c:pt>
                <c:pt idx="24967">
                  <c:v>7.1248899999999997</c:v>
                </c:pt>
                <c:pt idx="24968">
                  <c:v>7.1252000000000004</c:v>
                </c:pt>
                <c:pt idx="24969">
                  <c:v>7.1254999999999997</c:v>
                </c:pt>
                <c:pt idx="24970">
                  <c:v>7.1258100000000004</c:v>
                </c:pt>
                <c:pt idx="24971">
                  <c:v>7.1261099999999997</c:v>
                </c:pt>
                <c:pt idx="24972">
                  <c:v>7.1264200000000004</c:v>
                </c:pt>
                <c:pt idx="24973">
                  <c:v>7.1267199999999997</c:v>
                </c:pt>
                <c:pt idx="24974">
                  <c:v>7.1270300000000004</c:v>
                </c:pt>
                <c:pt idx="24975">
                  <c:v>7.1273400000000002</c:v>
                </c:pt>
                <c:pt idx="24976">
                  <c:v>7.1276400000000004</c:v>
                </c:pt>
                <c:pt idx="24977">
                  <c:v>7.1279500000000002</c:v>
                </c:pt>
                <c:pt idx="24978">
                  <c:v>7.1282500000000004</c:v>
                </c:pt>
                <c:pt idx="24979">
                  <c:v>7.1285600000000002</c:v>
                </c:pt>
                <c:pt idx="24980">
                  <c:v>7.1288600000000004</c:v>
                </c:pt>
                <c:pt idx="24981">
                  <c:v>7.1291700000000002</c:v>
                </c:pt>
                <c:pt idx="24982">
                  <c:v>7.1294700000000004</c:v>
                </c:pt>
                <c:pt idx="24983">
                  <c:v>7.1297800000000002</c:v>
                </c:pt>
                <c:pt idx="24984">
                  <c:v>7.1300800000000004</c:v>
                </c:pt>
                <c:pt idx="24985">
                  <c:v>7.1303900000000002</c:v>
                </c:pt>
                <c:pt idx="24986">
                  <c:v>7.1306900000000004</c:v>
                </c:pt>
                <c:pt idx="24987">
                  <c:v>7.1310000000000002</c:v>
                </c:pt>
                <c:pt idx="24988">
                  <c:v>7.13131</c:v>
                </c:pt>
                <c:pt idx="24989">
                  <c:v>7.1316100000000002</c:v>
                </c:pt>
                <c:pt idx="24990">
                  <c:v>7.13192</c:v>
                </c:pt>
                <c:pt idx="24991">
                  <c:v>7.1322200000000002</c:v>
                </c:pt>
                <c:pt idx="24992">
                  <c:v>7.13253</c:v>
                </c:pt>
                <c:pt idx="24993">
                  <c:v>7.1328300000000002</c:v>
                </c:pt>
                <c:pt idx="24994">
                  <c:v>7.13314</c:v>
                </c:pt>
                <c:pt idx="24995">
                  <c:v>7.1334400000000002</c:v>
                </c:pt>
                <c:pt idx="24996">
                  <c:v>7.13375</c:v>
                </c:pt>
                <c:pt idx="24997">
                  <c:v>7.1340500000000002</c:v>
                </c:pt>
                <c:pt idx="24998">
                  <c:v>7.13436</c:v>
                </c:pt>
                <c:pt idx="24999">
                  <c:v>7.1346600000000002</c:v>
                </c:pt>
                <c:pt idx="25000">
                  <c:v>7.13497</c:v>
                </c:pt>
                <c:pt idx="25001">
                  <c:v>7.1352799999999998</c:v>
                </c:pt>
                <c:pt idx="25002">
                  <c:v>7.13558</c:v>
                </c:pt>
                <c:pt idx="25003">
                  <c:v>7.1358899999999998</c:v>
                </c:pt>
                <c:pt idx="25004">
                  <c:v>7.13619</c:v>
                </c:pt>
                <c:pt idx="25005">
                  <c:v>7.1364999999999998</c:v>
                </c:pt>
                <c:pt idx="25006">
                  <c:v>7.1368</c:v>
                </c:pt>
                <c:pt idx="25007">
                  <c:v>7.1371099999999998</c:v>
                </c:pt>
                <c:pt idx="25008">
                  <c:v>7.13741</c:v>
                </c:pt>
                <c:pt idx="25009">
                  <c:v>7.1377199999999998</c:v>
                </c:pt>
                <c:pt idx="25010">
                  <c:v>7.13802</c:v>
                </c:pt>
                <c:pt idx="25011">
                  <c:v>7.1383299999999998</c:v>
                </c:pt>
                <c:pt idx="25012">
                  <c:v>7.13863</c:v>
                </c:pt>
                <c:pt idx="25013">
                  <c:v>7.1389399999999998</c:v>
                </c:pt>
                <c:pt idx="25014">
                  <c:v>7.1392499999999997</c:v>
                </c:pt>
                <c:pt idx="25015">
                  <c:v>7.1395499999999998</c:v>
                </c:pt>
                <c:pt idx="25016">
                  <c:v>7.1398599999999997</c:v>
                </c:pt>
                <c:pt idx="25017">
                  <c:v>7.1401599999999998</c:v>
                </c:pt>
                <c:pt idx="25018">
                  <c:v>7.1404699999999997</c:v>
                </c:pt>
                <c:pt idx="25019">
                  <c:v>7.1407699999999998</c:v>
                </c:pt>
                <c:pt idx="25020">
                  <c:v>7.1410799999999997</c:v>
                </c:pt>
                <c:pt idx="25021">
                  <c:v>7.1413799999999998</c:v>
                </c:pt>
                <c:pt idx="25022">
                  <c:v>7.1416899999999996</c:v>
                </c:pt>
                <c:pt idx="25023">
                  <c:v>7.1419899999999998</c:v>
                </c:pt>
                <c:pt idx="25024">
                  <c:v>7.1422999999999996</c:v>
                </c:pt>
                <c:pt idx="25025">
                  <c:v>7.1425999999999998</c:v>
                </c:pt>
                <c:pt idx="25026">
                  <c:v>7.1429099999999996</c:v>
                </c:pt>
                <c:pt idx="25027">
                  <c:v>7.1432200000000003</c:v>
                </c:pt>
                <c:pt idx="25028">
                  <c:v>7.1435199999999996</c:v>
                </c:pt>
                <c:pt idx="25029">
                  <c:v>7.1438300000000003</c:v>
                </c:pt>
                <c:pt idx="25030">
                  <c:v>7.1441299999999996</c:v>
                </c:pt>
                <c:pt idx="25031">
                  <c:v>7.1444400000000003</c:v>
                </c:pt>
                <c:pt idx="25032">
                  <c:v>7.1447399999999996</c:v>
                </c:pt>
                <c:pt idx="25033">
                  <c:v>7.1450500000000003</c:v>
                </c:pt>
                <c:pt idx="25034">
                  <c:v>7.1453499999999996</c:v>
                </c:pt>
                <c:pt idx="25035">
                  <c:v>7.1456600000000003</c:v>
                </c:pt>
                <c:pt idx="25036">
                  <c:v>7.1459599999999996</c:v>
                </c:pt>
                <c:pt idx="25037">
                  <c:v>7.1462700000000003</c:v>
                </c:pt>
                <c:pt idx="25038">
                  <c:v>7.1465800000000002</c:v>
                </c:pt>
                <c:pt idx="25039">
                  <c:v>7.1468800000000003</c:v>
                </c:pt>
                <c:pt idx="25040">
                  <c:v>7.1471900000000002</c:v>
                </c:pt>
                <c:pt idx="25041">
                  <c:v>7.1474900000000003</c:v>
                </c:pt>
                <c:pt idx="25042">
                  <c:v>7.1478000000000002</c:v>
                </c:pt>
                <c:pt idx="25043">
                  <c:v>7.1481000000000003</c:v>
                </c:pt>
                <c:pt idx="25044">
                  <c:v>7.1484100000000002</c:v>
                </c:pt>
                <c:pt idx="25045">
                  <c:v>7.1487100000000003</c:v>
                </c:pt>
                <c:pt idx="25046">
                  <c:v>7.1490200000000002</c:v>
                </c:pt>
                <c:pt idx="25047">
                  <c:v>7.1493200000000003</c:v>
                </c:pt>
                <c:pt idx="25048">
                  <c:v>7.1496300000000002</c:v>
                </c:pt>
                <c:pt idx="25049">
                  <c:v>7.1499300000000003</c:v>
                </c:pt>
                <c:pt idx="25050">
                  <c:v>7.1502400000000002</c:v>
                </c:pt>
                <c:pt idx="25051">
                  <c:v>7.15055</c:v>
                </c:pt>
                <c:pt idx="25052">
                  <c:v>7.1508500000000002</c:v>
                </c:pt>
                <c:pt idx="25053">
                  <c:v>7.15116</c:v>
                </c:pt>
                <c:pt idx="25054">
                  <c:v>7.1514600000000002</c:v>
                </c:pt>
                <c:pt idx="25055">
                  <c:v>7.15177</c:v>
                </c:pt>
                <c:pt idx="25056">
                  <c:v>7.1520700000000001</c:v>
                </c:pt>
                <c:pt idx="25057">
                  <c:v>7.15238</c:v>
                </c:pt>
                <c:pt idx="25058">
                  <c:v>7.1526800000000001</c:v>
                </c:pt>
                <c:pt idx="25059">
                  <c:v>7.15299</c:v>
                </c:pt>
                <c:pt idx="25060">
                  <c:v>7.1532900000000001</c:v>
                </c:pt>
                <c:pt idx="25061">
                  <c:v>7.1536</c:v>
                </c:pt>
                <c:pt idx="25062">
                  <c:v>7.1539000000000001</c:v>
                </c:pt>
                <c:pt idx="25063">
                  <c:v>7.15421</c:v>
                </c:pt>
                <c:pt idx="25064">
                  <c:v>7.1545199999999998</c:v>
                </c:pt>
                <c:pt idx="25065">
                  <c:v>7.15482</c:v>
                </c:pt>
                <c:pt idx="25066">
                  <c:v>7.1551299999999998</c:v>
                </c:pt>
                <c:pt idx="25067">
                  <c:v>7.15543</c:v>
                </c:pt>
                <c:pt idx="25068">
                  <c:v>7.1557399999999998</c:v>
                </c:pt>
                <c:pt idx="25069">
                  <c:v>7.15604</c:v>
                </c:pt>
                <c:pt idx="25070">
                  <c:v>7.1563499999999998</c:v>
                </c:pt>
                <c:pt idx="25071">
                  <c:v>7.15665</c:v>
                </c:pt>
                <c:pt idx="25072">
                  <c:v>7.1569599999999998</c:v>
                </c:pt>
                <c:pt idx="25073">
                  <c:v>7.15726</c:v>
                </c:pt>
                <c:pt idx="25074">
                  <c:v>7.1575699999999998</c:v>
                </c:pt>
                <c:pt idx="25075">
                  <c:v>7.15787</c:v>
                </c:pt>
                <c:pt idx="25076">
                  <c:v>7.1581799999999998</c:v>
                </c:pt>
                <c:pt idx="25077">
                  <c:v>7.1584899999999996</c:v>
                </c:pt>
                <c:pt idx="25078">
                  <c:v>7.1587899999999998</c:v>
                </c:pt>
                <c:pt idx="25079">
                  <c:v>7.1590999999999996</c:v>
                </c:pt>
                <c:pt idx="25080">
                  <c:v>7.1593999999999998</c:v>
                </c:pt>
                <c:pt idx="25081">
                  <c:v>7.1597099999999996</c:v>
                </c:pt>
                <c:pt idx="25082">
                  <c:v>7.1600099999999998</c:v>
                </c:pt>
                <c:pt idx="25083">
                  <c:v>7.1603199999999996</c:v>
                </c:pt>
                <c:pt idx="25084">
                  <c:v>7.1606199999999998</c:v>
                </c:pt>
                <c:pt idx="25085">
                  <c:v>7.1609299999999996</c:v>
                </c:pt>
                <c:pt idx="25086">
                  <c:v>7.1612299999999998</c:v>
                </c:pt>
                <c:pt idx="25087">
                  <c:v>7.1615399999999996</c:v>
                </c:pt>
                <c:pt idx="25088">
                  <c:v>7.1618500000000003</c:v>
                </c:pt>
                <c:pt idx="25089">
                  <c:v>7.1621499999999996</c:v>
                </c:pt>
                <c:pt idx="25090">
                  <c:v>7.1624600000000003</c:v>
                </c:pt>
                <c:pt idx="25091">
                  <c:v>7.1627599999999996</c:v>
                </c:pt>
                <c:pt idx="25092">
                  <c:v>7.1630700000000003</c:v>
                </c:pt>
                <c:pt idx="25093">
                  <c:v>7.1633699999999996</c:v>
                </c:pt>
                <c:pt idx="25094">
                  <c:v>7.1636800000000003</c:v>
                </c:pt>
                <c:pt idx="25095">
                  <c:v>7.1639799999999996</c:v>
                </c:pt>
                <c:pt idx="25096">
                  <c:v>7.1642900000000003</c:v>
                </c:pt>
                <c:pt idx="25097">
                  <c:v>7.1645899999999996</c:v>
                </c:pt>
                <c:pt idx="25098">
                  <c:v>7.1649000000000003</c:v>
                </c:pt>
                <c:pt idx="25099">
                  <c:v>7.1651999999999996</c:v>
                </c:pt>
                <c:pt idx="25100">
                  <c:v>7.1655100000000003</c:v>
                </c:pt>
                <c:pt idx="25101">
                  <c:v>7.1658200000000001</c:v>
                </c:pt>
                <c:pt idx="25102">
                  <c:v>7.1661200000000003</c:v>
                </c:pt>
                <c:pt idx="25103">
                  <c:v>7.1664300000000001</c:v>
                </c:pt>
                <c:pt idx="25104">
                  <c:v>7.1667300000000003</c:v>
                </c:pt>
                <c:pt idx="25105">
                  <c:v>7.1670400000000001</c:v>
                </c:pt>
                <c:pt idx="25106">
                  <c:v>7.1673400000000003</c:v>
                </c:pt>
                <c:pt idx="25107">
                  <c:v>7.1676500000000001</c:v>
                </c:pt>
                <c:pt idx="25108">
                  <c:v>7.1679500000000003</c:v>
                </c:pt>
                <c:pt idx="25109">
                  <c:v>7.1682600000000001</c:v>
                </c:pt>
                <c:pt idx="25110">
                  <c:v>7.1685600000000003</c:v>
                </c:pt>
                <c:pt idx="25111">
                  <c:v>7.1688700000000001</c:v>
                </c:pt>
                <c:pt idx="25112">
                  <c:v>7.1691700000000003</c:v>
                </c:pt>
                <c:pt idx="25113">
                  <c:v>7.1694800000000001</c:v>
                </c:pt>
                <c:pt idx="25114">
                  <c:v>7.1697899999999999</c:v>
                </c:pt>
                <c:pt idx="25115">
                  <c:v>7.1700900000000001</c:v>
                </c:pt>
                <c:pt idx="25116">
                  <c:v>7.1703999999999999</c:v>
                </c:pt>
                <c:pt idx="25117">
                  <c:v>7.1707000000000001</c:v>
                </c:pt>
                <c:pt idx="25118">
                  <c:v>7.1710099999999999</c:v>
                </c:pt>
                <c:pt idx="25119">
                  <c:v>7.1713100000000001</c:v>
                </c:pt>
                <c:pt idx="25120">
                  <c:v>7.1716199999999999</c:v>
                </c:pt>
                <c:pt idx="25121">
                  <c:v>7.1719200000000001</c:v>
                </c:pt>
                <c:pt idx="25122">
                  <c:v>7.1722299999999999</c:v>
                </c:pt>
                <c:pt idx="25123">
                  <c:v>7.1725300000000001</c:v>
                </c:pt>
                <c:pt idx="25124">
                  <c:v>7.1728399999999999</c:v>
                </c:pt>
                <c:pt idx="25125">
                  <c:v>7.1731400000000001</c:v>
                </c:pt>
                <c:pt idx="25126">
                  <c:v>7.1734499999999999</c:v>
                </c:pt>
                <c:pt idx="25127">
                  <c:v>7.1737599999999997</c:v>
                </c:pt>
                <c:pt idx="25128">
                  <c:v>7.1740599999999999</c:v>
                </c:pt>
                <c:pt idx="25129">
                  <c:v>7.1743699999999997</c:v>
                </c:pt>
                <c:pt idx="25130">
                  <c:v>7.1746699999999999</c:v>
                </c:pt>
                <c:pt idx="25131">
                  <c:v>7.1749799999999997</c:v>
                </c:pt>
                <c:pt idx="25132">
                  <c:v>7.1752799999999999</c:v>
                </c:pt>
                <c:pt idx="25133">
                  <c:v>7.1755899999999997</c:v>
                </c:pt>
                <c:pt idx="25134">
                  <c:v>7.1758899999999999</c:v>
                </c:pt>
                <c:pt idx="25135">
                  <c:v>7.1761999999999997</c:v>
                </c:pt>
                <c:pt idx="25136">
                  <c:v>7.1764999999999999</c:v>
                </c:pt>
                <c:pt idx="25137">
                  <c:v>7.1768099999999997</c:v>
                </c:pt>
                <c:pt idx="25138">
                  <c:v>7.1771099999999999</c:v>
                </c:pt>
                <c:pt idx="25139">
                  <c:v>7.1774199999999997</c:v>
                </c:pt>
                <c:pt idx="25140">
                  <c:v>7.1777300000000004</c:v>
                </c:pt>
                <c:pt idx="25141">
                  <c:v>7.1780299999999997</c:v>
                </c:pt>
                <c:pt idx="25142">
                  <c:v>7.1783400000000004</c:v>
                </c:pt>
                <c:pt idx="25143">
                  <c:v>7.1786399999999997</c:v>
                </c:pt>
                <c:pt idx="25144">
                  <c:v>7.1789500000000004</c:v>
                </c:pt>
                <c:pt idx="25145">
                  <c:v>7.1792499999999997</c:v>
                </c:pt>
                <c:pt idx="25146">
                  <c:v>7.1795600000000004</c:v>
                </c:pt>
                <c:pt idx="25147">
                  <c:v>7.1798599999999997</c:v>
                </c:pt>
                <c:pt idx="25148">
                  <c:v>7.1801700000000004</c:v>
                </c:pt>
                <c:pt idx="25149">
                  <c:v>7.1804699999999997</c:v>
                </c:pt>
                <c:pt idx="25150">
                  <c:v>7.1807800000000004</c:v>
                </c:pt>
                <c:pt idx="25151">
                  <c:v>7.1810900000000002</c:v>
                </c:pt>
                <c:pt idx="25152">
                  <c:v>7.1813900000000004</c:v>
                </c:pt>
                <c:pt idx="25153">
                  <c:v>7.1817000000000002</c:v>
                </c:pt>
                <c:pt idx="25154">
                  <c:v>7.1820000000000004</c:v>
                </c:pt>
                <c:pt idx="25155">
                  <c:v>7.1823100000000002</c:v>
                </c:pt>
                <c:pt idx="25156">
                  <c:v>7.1826100000000004</c:v>
                </c:pt>
                <c:pt idx="25157">
                  <c:v>7.1829200000000002</c:v>
                </c:pt>
                <c:pt idx="25158">
                  <c:v>7.1832200000000004</c:v>
                </c:pt>
                <c:pt idx="25159">
                  <c:v>7.1835300000000002</c:v>
                </c:pt>
                <c:pt idx="25160">
                  <c:v>7.1838300000000004</c:v>
                </c:pt>
                <c:pt idx="25161">
                  <c:v>7.1841400000000002</c:v>
                </c:pt>
                <c:pt idx="25162">
                  <c:v>7.1844400000000004</c:v>
                </c:pt>
                <c:pt idx="25163">
                  <c:v>7.1847500000000002</c:v>
                </c:pt>
                <c:pt idx="25164">
                  <c:v>7.18506</c:v>
                </c:pt>
                <c:pt idx="25165">
                  <c:v>7.1853600000000002</c:v>
                </c:pt>
                <c:pt idx="25166">
                  <c:v>7.18567</c:v>
                </c:pt>
                <c:pt idx="25167">
                  <c:v>7.1859700000000002</c:v>
                </c:pt>
                <c:pt idx="25168">
                  <c:v>7.18628</c:v>
                </c:pt>
                <c:pt idx="25169">
                  <c:v>7.1865800000000002</c:v>
                </c:pt>
                <c:pt idx="25170">
                  <c:v>7.18689</c:v>
                </c:pt>
                <c:pt idx="25171">
                  <c:v>7.1871900000000002</c:v>
                </c:pt>
                <c:pt idx="25172">
                  <c:v>7.1875</c:v>
                </c:pt>
                <c:pt idx="25173">
                  <c:v>7.1878000000000002</c:v>
                </c:pt>
                <c:pt idx="25174">
                  <c:v>7.18811</c:v>
                </c:pt>
                <c:pt idx="25175">
                  <c:v>7.1884100000000002</c:v>
                </c:pt>
                <c:pt idx="25176">
                  <c:v>7.18872</c:v>
                </c:pt>
                <c:pt idx="25177">
                  <c:v>7.1890299999999998</c:v>
                </c:pt>
                <c:pt idx="25178">
                  <c:v>7.18933</c:v>
                </c:pt>
                <c:pt idx="25179">
                  <c:v>7.1896399999999998</c:v>
                </c:pt>
                <c:pt idx="25180">
                  <c:v>7.18994</c:v>
                </c:pt>
                <c:pt idx="25181">
                  <c:v>7.1902499999999998</c:v>
                </c:pt>
                <c:pt idx="25182">
                  <c:v>7.19055</c:v>
                </c:pt>
                <c:pt idx="25183">
                  <c:v>7.1908599999999998</c:v>
                </c:pt>
                <c:pt idx="25184">
                  <c:v>7.19116</c:v>
                </c:pt>
                <c:pt idx="25185">
                  <c:v>7.1914699999999998</c:v>
                </c:pt>
                <c:pt idx="25186">
                  <c:v>7.19177</c:v>
                </c:pt>
                <c:pt idx="25187">
                  <c:v>7.1920799999999998</c:v>
                </c:pt>
                <c:pt idx="25188">
                  <c:v>7.19238</c:v>
                </c:pt>
                <c:pt idx="25189">
                  <c:v>7.1926899999999998</c:v>
                </c:pt>
                <c:pt idx="25190">
                  <c:v>7.1929999999999996</c:v>
                </c:pt>
                <c:pt idx="25191">
                  <c:v>7.1932999999999998</c:v>
                </c:pt>
                <c:pt idx="25192">
                  <c:v>7.1936099999999996</c:v>
                </c:pt>
                <c:pt idx="25193">
                  <c:v>7.1939099999999998</c:v>
                </c:pt>
                <c:pt idx="25194">
                  <c:v>7.1942199999999996</c:v>
                </c:pt>
                <c:pt idx="25195">
                  <c:v>7.1945199999999998</c:v>
                </c:pt>
                <c:pt idx="25196">
                  <c:v>7.1948299999999996</c:v>
                </c:pt>
                <c:pt idx="25197">
                  <c:v>7.1951299999999998</c:v>
                </c:pt>
                <c:pt idx="25198">
                  <c:v>7.1954399999999996</c:v>
                </c:pt>
                <c:pt idx="25199">
                  <c:v>7.1957399999999998</c:v>
                </c:pt>
                <c:pt idx="25200">
                  <c:v>7.1960499999999996</c:v>
                </c:pt>
                <c:pt idx="25201">
                  <c:v>7.1963499999999998</c:v>
                </c:pt>
                <c:pt idx="25202">
                  <c:v>7.1966599999999996</c:v>
                </c:pt>
                <c:pt idx="25203">
                  <c:v>7.1969700000000003</c:v>
                </c:pt>
                <c:pt idx="25204">
                  <c:v>7.1972699999999996</c:v>
                </c:pt>
                <c:pt idx="25205">
                  <c:v>7.1975800000000003</c:v>
                </c:pt>
                <c:pt idx="25206">
                  <c:v>7.1978799999999996</c:v>
                </c:pt>
                <c:pt idx="25207">
                  <c:v>7.1981900000000003</c:v>
                </c:pt>
                <c:pt idx="25208">
                  <c:v>7.1984899999999996</c:v>
                </c:pt>
                <c:pt idx="25209">
                  <c:v>7.1988000000000003</c:v>
                </c:pt>
                <c:pt idx="25210">
                  <c:v>7.1990999999999996</c:v>
                </c:pt>
                <c:pt idx="25211">
                  <c:v>7.1994100000000003</c:v>
                </c:pt>
                <c:pt idx="25212">
                  <c:v>7.1997099999999996</c:v>
                </c:pt>
                <c:pt idx="25213">
                  <c:v>7.2000200000000003</c:v>
                </c:pt>
                <c:pt idx="25214">
                  <c:v>7.2003300000000001</c:v>
                </c:pt>
                <c:pt idx="25215">
                  <c:v>7.2006300000000003</c:v>
                </c:pt>
                <c:pt idx="25216">
                  <c:v>7.2009400000000001</c:v>
                </c:pt>
                <c:pt idx="25217">
                  <c:v>7.2012400000000003</c:v>
                </c:pt>
                <c:pt idx="25218">
                  <c:v>7.2015500000000001</c:v>
                </c:pt>
                <c:pt idx="25219">
                  <c:v>7.2018500000000003</c:v>
                </c:pt>
                <c:pt idx="25220">
                  <c:v>7.2021600000000001</c:v>
                </c:pt>
                <c:pt idx="25221">
                  <c:v>7.2024600000000003</c:v>
                </c:pt>
                <c:pt idx="25222">
                  <c:v>7.2027700000000001</c:v>
                </c:pt>
                <c:pt idx="25223">
                  <c:v>7.2030700000000003</c:v>
                </c:pt>
                <c:pt idx="25224">
                  <c:v>7.2033800000000001</c:v>
                </c:pt>
                <c:pt idx="25225">
                  <c:v>7.2036800000000003</c:v>
                </c:pt>
                <c:pt idx="25226">
                  <c:v>7.2039900000000001</c:v>
                </c:pt>
                <c:pt idx="25227">
                  <c:v>7.2042999999999999</c:v>
                </c:pt>
                <c:pt idx="25228">
                  <c:v>7.2046000000000001</c:v>
                </c:pt>
                <c:pt idx="25229">
                  <c:v>7.2049099999999999</c:v>
                </c:pt>
                <c:pt idx="25230">
                  <c:v>7.2052100000000001</c:v>
                </c:pt>
                <c:pt idx="25231">
                  <c:v>7.2055199999999999</c:v>
                </c:pt>
                <c:pt idx="25232">
                  <c:v>7.2058200000000001</c:v>
                </c:pt>
                <c:pt idx="25233">
                  <c:v>7.2061299999999999</c:v>
                </c:pt>
                <c:pt idx="25234">
                  <c:v>7.2064300000000001</c:v>
                </c:pt>
                <c:pt idx="25235">
                  <c:v>7.2067399999999999</c:v>
                </c:pt>
                <c:pt idx="25236">
                  <c:v>7.2070400000000001</c:v>
                </c:pt>
                <c:pt idx="25237">
                  <c:v>7.2073499999999999</c:v>
                </c:pt>
                <c:pt idx="25238">
                  <c:v>7.2076500000000001</c:v>
                </c:pt>
                <c:pt idx="25239">
                  <c:v>7.2079599999999999</c:v>
                </c:pt>
                <c:pt idx="25240">
                  <c:v>7.2082699999999997</c:v>
                </c:pt>
                <c:pt idx="25241">
                  <c:v>7.2085699999999999</c:v>
                </c:pt>
                <c:pt idx="25242">
                  <c:v>7.2088799999999997</c:v>
                </c:pt>
                <c:pt idx="25243">
                  <c:v>7.2091799999999999</c:v>
                </c:pt>
                <c:pt idx="25244">
                  <c:v>7.2094899999999997</c:v>
                </c:pt>
                <c:pt idx="25245">
                  <c:v>7.2097899999999999</c:v>
                </c:pt>
                <c:pt idx="25246">
                  <c:v>7.2100999999999997</c:v>
                </c:pt>
                <c:pt idx="25247">
                  <c:v>7.2103999999999999</c:v>
                </c:pt>
                <c:pt idx="25248">
                  <c:v>7.2107099999999997</c:v>
                </c:pt>
                <c:pt idx="25249">
                  <c:v>7.2110099999999999</c:v>
                </c:pt>
                <c:pt idx="25250">
                  <c:v>7.2113199999999997</c:v>
                </c:pt>
                <c:pt idx="25251">
                  <c:v>7.2116199999999999</c:v>
                </c:pt>
                <c:pt idx="25252">
                  <c:v>7.2119299999999997</c:v>
                </c:pt>
                <c:pt idx="25253">
                  <c:v>7.2122400000000004</c:v>
                </c:pt>
                <c:pt idx="25254">
                  <c:v>7.2125399999999997</c:v>
                </c:pt>
                <c:pt idx="25255">
                  <c:v>7.2128500000000004</c:v>
                </c:pt>
                <c:pt idx="25256">
                  <c:v>7.2131499999999997</c:v>
                </c:pt>
                <c:pt idx="25257">
                  <c:v>7.2134600000000004</c:v>
                </c:pt>
                <c:pt idx="25258">
                  <c:v>7.2137599999999997</c:v>
                </c:pt>
                <c:pt idx="25259">
                  <c:v>7.2140700000000004</c:v>
                </c:pt>
                <c:pt idx="25260">
                  <c:v>7.2143699999999997</c:v>
                </c:pt>
                <c:pt idx="25261">
                  <c:v>7.2146800000000004</c:v>
                </c:pt>
                <c:pt idx="25262">
                  <c:v>7.2149799999999997</c:v>
                </c:pt>
                <c:pt idx="25263">
                  <c:v>7.2152900000000004</c:v>
                </c:pt>
                <c:pt idx="25264">
                  <c:v>7.2156000000000002</c:v>
                </c:pt>
                <c:pt idx="25265">
                  <c:v>7.2159000000000004</c:v>
                </c:pt>
                <c:pt idx="25266">
                  <c:v>7.2162100000000002</c:v>
                </c:pt>
                <c:pt idx="25267">
                  <c:v>7.2165100000000004</c:v>
                </c:pt>
                <c:pt idx="25268">
                  <c:v>7.2168200000000002</c:v>
                </c:pt>
                <c:pt idx="25269">
                  <c:v>7.2171200000000004</c:v>
                </c:pt>
                <c:pt idx="25270">
                  <c:v>7.2174300000000002</c:v>
                </c:pt>
                <c:pt idx="25271">
                  <c:v>7.2177300000000004</c:v>
                </c:pt>
                <c:pt idx="25272">
                  <c:v>7.2180400000000002</c:v>
                </c:pt>
                <c:pt idx="25273">
                  <c:v>7.2183400000000004</c:v>
                </c:pt>
                <c:pt idx="25274">
                  <c:v>7.2186500000000002</c:v>
                </c:pt>
                <c:pt idx="25275">
                  <c:v>7.2189500000000004</c:v>
                </c:pt>
                <c:pt idx="25276">
                  <c:v>7.2192600000000002</c:v>
                </c:pt>
                <c:pt idx="25277">
                  <c:v>7.21957</c:v>
                </c:pt>
                <c:pt idx="25278">
                  <c:v>7.2198700000000002</c:v>
                </c:pt>
                <c:pt idx="25279">
                  <c:v>7.22018</c:v>
                </c:pt>
                <c:pt idx="25280">
                  <c:v>7.2204800000000002</c:v>
                </c:pt>
                <c:pt idx="25281">
                  <c:v>7.22079</c:v>
                </c:pt>
                <c:pt idx="25282">
                  <c:v>7.2210900000000002</c:v>
                </c:pt>
                <c:pt idx="25283">
                  <c:v>7.2214</c:v>
                </c:pt>
                <c:pt idx="25284">
                  <c:v>7.2217000000000002</c:v>
                </c:pt>
                <c:pt idx="25285">
                  <c:v>7.22201</c:v>
                </c:pt>
                <c:pt idx="25286">
                  <c:v>7.2223100000000002</c:v>
                </c:pt>
                <c:pt idx="25287">
                  <c:v>7.22262</c:v>
                </c:pt>
                <c:pt idx="25288">
                  <c:v>7.2229200000000002</c:v>
                </c:pt>
                <c:pt idx="25289">
                  <c:v>7.22323</c:v>
                </c:pt>
                <c:pt idx="25290">
                  <c:v>7.2235399999999998</c:v>
                </c:pt>
                <c:pt idx="25291">
                  <c:v>7.22384</c:v>
                </c:pt>
                <c:pt idx="25292">
                  <c:v>7.2241499999999998</c:v>
                </c:pt>
                <c:pt idx="25293">
                  <c:v>7.22445</c:v>
                </c:pt>
                <c:pt idx="25294">
                  <c:v>7.2247599999999998</c:v>
                </c:pt>
                <c:pt idx="25295">
                  <c:v>7.22506</c:v>
                </c:pt>
                <c:pt idx="25296">
                  <c:v>7.2253699999999998</c:v>
                </c:pt>
                <c:pt idx="25297">
                  <c:v>7.22567</c:v>
                </c:pt>
                <c:pt idx="25298">
                  <c:v>7.2259799999999998</c:v>
                </c:pt>
                <c:pt idx="25299">
                  <c:v>7.22628</c:v>
                </c:pt>
                <c:pt idx="25300">
                  <c:v>7.2265899999999998</c:v>
                </c:pt>
                <c:pt idx="25301">
                  <c:v>7.22689</c:v>
                </c:pt>
                <c:pt idx="25302">
                  <c:v>7.2271999999999998</c:v>
                </c:pt>
                <c:pt idx="25303">
                  <c:v>7.2275099999999997</c:v>
                </c:pt>
                <c:pt idx="25304">
                  <c:v>7.2278099999999998</c:v>
                </c:pt>
                <c:pt idx="25305">
                  <c:v>7.2281199999999997</c:v>
                </c:pt>
                <c:pt idx="25306">
                  <c:v>7.2284199999999998</c:v>
                </c:pt>
                <c:pt idx="25307">
                  <c:v>7.2287299999999997</c:v>
                </c:pt>
                <c:pt idx="25308">
                  <c:v>7.2290299999999998</c:v>
                </c:pt>
                <c:pt idx="25309">
                  <c:v>7.2293399999999997</c:v>
                </c:pt>
                <c:pt idx="25310">
                  <c:v>7.2296399999999998</c:v>
                </c:pt>
                <c:pt idx="25311">
                  <c:v>7.2299499999999997</c:v>
                </c:pt>
                <c:pt idx="25312">
                  <c:v>7.2302499999999998</c:v>
                </c:pt>
                <c:pt idx="25313">
                  <c:v>7.2305599999999997</c:v>
                </c:pt>
                <c:pt idx="25314">
                  <c:v>7.2308599999999998</c:v>
                </c:pt>
                <c:pt idx="25315">
                  <c:v>7.2311699999999997</c:v>
                </c:pt>
                <c:pt idx="25316">
                  <c:v>7.2314800000000004</c:v>
                </c:pt>
                <c:pt idx="25317">
                  <c:v>7.2317799999999997</c:v>
                </c:pt>
                <c:pt idx="25318">
                  <c:v>7.2320900000000004</c:v>
                </c:pt>
                <c:pt idx="25319">
                  <c:v>7.2323899999999997</c:v>
                </c:pt>
                <c:pt idx="25320">
                  <c:v>7.2327000000000004</c:v>
                </c:pt>
                <c:pt idx="25321">
                  <c:v>7.2329999999999997</c:v>
                </c:pt>
                <c:pt idx="25322">
                  <c:v>7.2333100000000004</c:v>
                </c:pt>
                <c:pt idx="25323">
                  <c:v>7.2336099999999997</c:v>
                </c:pt>
                <c:pt idx="25324">
                  <c:v>7.2339200000000003</c:v>
                </c:pt>
                <c:pt idx="25325">
                  <c:v>7.2342199999999997</c:v>
                </c:pt>
                <c:pt idx="25326">
                  <c:v>7.2345300000000003</c:v>
                </c:pt>
                <c:pt idx="25327">
                  <c:v>7.2348400000000002</c:v>
                </c:pt>
                <c:pt idx="25328">
                  <c:v>7.2351400000000003</c:v>
                </c:pt>
                <c:pt idx="25329">
                  <c:v>7.2354500000000002</c:v>
                </c:pt>
                <c:pt idx="25330">
                  <c:v>7.2357500000000003</c:v>
                </c:pt>
                <c:pt idx="25331">
                  <c:v>7.2360600000000002</c:v>
                </c:pt>
                <c:pt idx="25332">
                  <c:v>7.2363600000000003</c:v>
                </c:pt>
                <c:pt idx="25333">
                  <c:v>7.2366700000000002</c:v>
                </c:pt>
                <c:pt idx="25334">
                  <c:v>7.2369700000000003</c:v>
                </c:pt>
                <c:pt idx="25335">
                  <c:v>7.2372800000000002</c:v>
                </c:pt>
                <c:pt idx="25336">
                  <c:v>7.2375800000000003</c:v>
                </c:pt>
                <c:pt idx="25337">
                  <c:v>7.2378900000000002</c:v>
                </c:pt>
                <c:pt idx="25338">
                  <c:v>7.2381900000000003</c:v>
                </c:pt>
                <c:pt idx="25339">
                  <c:v>7.2385000000000002</c:v>
                </c:pt>
                <c:pt idx="25340">
                  <c:v>7.23881</c:v>
                </c:pt>
                <c:pt idx="25341">
                  <c:v>7.2391100000000002</c:v>
                </c:pt>
                <c:pt idx="25342">
                  <c:v>7.23942</c:v>
                </c:pt>
                <c:pt idx="25343">
                  <c:v>7.2397200000000002</c:v>
                </c:pt>
                <c:pt idx="25344">
                  <c:v>7.24003</c:v>
                </c:pt>
                <c:pt idx="25345">
                  <c:v>7.2403300000000002</c:v>
                </c:pt>
                <c:pt idx="25346">
                  <c:v>7.24064</c:v>
                </c:pt>
                <c:pt idx="25347">
                  <c:v>7.2409400000000002</c:v>
                </c:pt>
                <c:pt idx="25348">
                  <c:v>7.24125</c:v>
                </c:pt>
                <c:pt idx="25349">
                  <c:v>7.2415500000000002</c:v>
                </c:pt>
                <c:pt idx="25350">
                  <c:v>7.24186</c:v>
                </c:pt>
                <c:pt idx="25351">
                  <c:v>7.2421600000000002</c:v>
                </c:pt>
                <c:pt idx="25352">
                  <c:v>7.24247</c:v>
                </c:pt>
                <c:pt idx="25353">
                  <c:v>7.2427799999999998</c:v>
                </c:pt>
                <c:pt idx="25354">
                  <c:v>7.24308</c:v>
                </c:pt>
                <c:pt idx="25355">
                  <c:v>7.2433899999999998</c:v>
                </c:pt>
                <c:pt idx="25356">
                  <c:v>7.24369</c:v>
                </c:pt>
                <c:pt idx="25357">
                  <c:v>7.2439999999999998</c:v>
                </c:pt>
                <c:pt idx="25358">
                  <c:v>7.2443</c:v>
                </c:pt>
                <c:pt idx="25359">
                  <c:v>7.2446099999999998</c:v>
                </c:pt>
                <c:pt idx="25360">
                  <c:v>7.24491</c:v>
                </c:pt>
                <c:pt idx="25361">
                  <c:v>7.2452199999999998</c:v>
                </c:pt>
                <c:pt idx="25362">
                  <c:v>7.24552</c:v>
                </c:pt>
                <c:pt idx="25363">
                  <c:v>7.2458299999999998</c:v>
                </c:pt>
                <c:pt idx="25364">
                  <c:v>7.24613</c:v>
                </c:pt>
                <c:pt idx="25365">
                  <c:v>7.2464399999999998</c:v>
                </c:pt>
                <c:pt idx="25366">
                  <c:v>7.2467499999999996</c:v>
                </c:pt>
                <c:pt idx="25367">
                  <c:v>7.2470499999999998</c:v>
                </c:pt>
                <c:pt idx="25368">
                  <c:v>7.2473599999999996</c:v>
                </c:pt>
                <c:pt idx="25369">
                  <c:v>7.2476599999999998</c:v>
                </c:pt>
                <c:pt idx="25370">
                  <c:v>7.2479699999999996</c:v>
                </c:pt>
                <c:pt idx="25371">
                  <c:v>7.2482699999999998</c:v>
                </c:pt>
                <c:pt idx="25372">
                  <c:v>7.2485799999999996</c:v>
                </c:pt>
                <c:pt idx="25373">
                  <c:v>7.2488799999999998</c:v>
                </c:pt>
                <c:pt idx="25374">
                  <c:v>7.2491899999999996</c:v>
                </c:pt>
                <c:pt idx="25375">
                  <c:v>7.2494899999999998</c:v>
                </c:pt>
                <c:pt idx="25376">
                  <c:v>7.2497999999999996</c:v>
                </c:pt>
                <c:pt idx="25377">
                  <c:v>7.2500999999999998</c:v>
                </c:pt>
                <c:pt idx="25378">
                  <c:v>7.2504099999999996</c:v>
                </c:pt>
                <c:pt idx="25379">
                  <c:v>7.2507200000000003</c:v>
                </c:pt>
                <c:pt idx="25380">
                  <c:v>7.2510199999999996</c:v>
                </c:pt>
              </c:numCache>
            </c:numRef>
          </c:xVal>
          <c:yVal>
            <c:numRef>
              <c:f>'For plotting'!$G$2:$G$25382</c:f>
              <c:numCache>
                <c:formatCode>General</c:formatCode>
                <c:ptCount val="25381"/>
                <c:pt idx="0">
                  <c:v>4.0521549234481942</c:v>
                </c:pt>
                <c:pt idx="1">
                  <c:v>4.0477570123036752</c:v>
                </c:pt>
                <c:pt idx="2">
                  <c:v>4.0421158365312335</c:v>
                </c:pt>
                <c:pt idx="3">
                  <c:v>4.0416364283736206</c:v>
                </c:pt>
                <c:pt idx="4">
                  <c:v>4.054052300510345</c:v>
                </c:pt>
                <c:pt idx="5">
                  <c:v>4.0597383392016457</c:v>
                </c:pt>
                <c:pt idx="6">
                  <c:v>4.0590992601970175</c:v>
                </c:pt>
                <c:pt idx="7">
                  <c:v>4.0578412786327496</c:v>
                </c:pt>
                <c:pt idx="8">
                  <c:v>4.0584627922617402</c:v>
                </c:pt>
                <c:pt idx="9">
                  <c:v>4.0612119317957038</c:v>
                </c:pt>
                <c:pt idx="10">
                  <c:v>4.0617790085848799</c:v>
                </c:pt>
                <c:pt idx="11">
                  <c:v>4.0619597262333347</c:v>
                </c:pt>
                <c:pt idx="12">
                  <c:v>4.0605714285714285</c:v>
                </c:pt>
                <c:pt idx="13">
                  <c:v>4.0589312022787514</c:v>
                </c:pt>
                <c:pt idx="14">
                  <c:v>4.0540062507417813</c:v>
                </c:pt>
                <c:pt idx="15">
                  <c:v>4.0559862325434191</c:v>
                </c:pt>
                <c:pt idx="16">
                  <c:v>4.0603980693911463</c:v>
                </c:pt>
                <c:pt idx="17">
                  <c:v>4.0643337421371211</c:v>
                </c:pt>
                <c:pt idx="18">
                  <c:v>4.067076789175931</c:v>
                </c:pt>
                <c:pt idx="19">
                  <c:v>4.0657300312537092</c:v>
                </c:pt>
                <c:pt idx="20">
                  <c:v>4.0660726352019623</c:v>
                </c:pt>
                <c:pt idx="21">
                  <c:v>4.0673486568817498</c:v>
                </c:pt>
                <c:pt idx="22">
                  <c:v>4.0688003323179176</c:v>
                </c:pt>
                <c:pt idx="23">
                  <c:v>4.0697240178818692</c:v>
                </c:pt>
                <c:pt idx="24">
                  <c:v>4.0637407920243698</c:v>
                </c:pt>
                <c:pt idx="25">
                  <c:v>4.056953594176524</c:v>
                </c:pt>
                <c:pt idx="26">
                  <c:v>4.0436351624006015</c:v>
                </c:pt>
                <c:pt idx="27">
                  <c:v>4.0400076749614273</c:v>
                </c:pt>
                <c:pt idx="28">
                  <c:v>4.0462522451240259</c:v>
                </c:pt>
                <c:pt idx="29">
                  <c:v>4.0531592356687902</c:v>
                </c:pt>
                <c:pt idx="30">
                  <c:v>4.0598646200102859</c:v>
                </c:pt>
                <c:pt idx="31">
                  <c:v>4.0542751908849946</c:v>
                </c:pt>
                <c:pt idx="32">
                  <c:v>4.0459232503857265</c:v>
                </c:pt>
                <c:pt idx="33">
                  <c:v>4.0409501127507221</c:v>
                </c:pt>
                <c:pt idx="34">
                  <c:v>4.0422581002492386</c:v>
                </c:pt>
                <c:pt idx="35">
                  <c:v>4.0429241603038335</c:v>
                </c:pt>
                <c:pt idx="36">
                  <c:v>4.0404093049016891</c:v>
                </c:pt>
                <c:pt idx="37">
                  <c:v>4.044851604225185</c:v>
                </c:pt>
                <c:pt idx="38">
                  <c:v>4.0483206076670495</c:v>
                </c:pt>
                <c:pt idx="39">
                  <c:v>4.0480279305297309</c:v>
                </c:pt>
                <c:pt idx="40">
                  <c:v>4.054826838628002</c:v>
                </c:pt>
                <c:pt idx="41">
                  <c:v>4.0593436721129885</c:v>
                </c:pt>
                <c:pt idx="42">
                  <c:v>4.0631626379712786</c:v>
                </c:pt>
                <c:pt idx="43">
                  <c:v>4.059786920916248</c:v>
                </c:pt>
                <c:pt idx="44">
                  <c:v>4.0555948886339364</c:v>
                </c:pt>
                <c:pt idx="45">
                  <c:v>4.0544505281481191</c:v>
                </c:pt>
                <c:pt idx="46">
                  <c:v>4.0512677928551648</c:v>
                </c:pt>
                <c:pt idx="47">
                  <c:v>4.0439405783914228</c:v>
                </c:pt>
                <c:pt idx="48">
                  <c:v>4.0423869130039165</c:v>
                </c:pt>
                <c:pt idx="49">
                  <c:v>4.0468861811132646</c:v>
                </c:pt>
                <c:pt idx="50">
                  <c:v>4.0500176444989515</c:v>
                </c:pt>
                <c:pt idx="51">
                  <c:v>4.0444089884084349</c:v>
                </c:pt>
                <c:pt idx="52">
                  <c:v>4.0383789215492341</c:v>
                </c:pt>
                <c:pt idx="53">
                  <c:v>4.0368430589073068</c:v>
                </c:pt>
                <c:pt idx="54">
                  <c:v>4.0364829687067294</c:v>
                </c:pt>
                <c:pt idx="55">
                  <c:v>4.0303772599596472</c:v>
                </c:pt>
                <c:pt idx="56">
                  <c:v>4.0257691181706692</c:v>
                </c:pt>
                <c:pt idx="57">
                  <c:v>4.030647307829252</c:v>
                </c:pt>
                <c:pt idx="58">
                  <c:v>4.0384222020018194</c:v>
                </c:pt>
                <c:pt idx="59">
                  <c:v>4.0439394706650313</c:v>
                </c:pt>
                <c:pt idx="60">
                  <c:v>4.0510869169600827</c:v>
                </c:pt>
                <c:pt idx="61">
                  <c:v>4.0594270680856113</c:v>
                </c:pt>
                <c:pt idx="62">
                  <c:v>4.0583362740831586</c:v>
                </c:pt>
                <c:pt idx="63">
                  <c:v>4.0465182577046326</c:v>
                </c:pt>
                <c:pt idx="64">
                  <c:v>4.0448737587530168</c:v>
                </c:pt>
                <c:pt idx="65">
                  <c:v>4.0497689599240418</c:v>
                </c:pt>
                <c:pt idx="66">
                  <c:v>4.0478316255884801</c:v>
                </c:pt>
                <c:pt idx="67">
                  <c:v>4.0511541717767141</c:v>
                </c:pt>
                <c:pt idx="68">
                  <c:v>4.0568845195236776</c:v>
                </c:pt>
                <c:pt idx="69">
                  <c:v>4.0552368556395137</c:v>
                </c:pt>
                <c:pt idx="70">
                  <c:v>4.0529421212960397</c:v>
                </c:pt>
                <c:pt idx="71">
                  <c:v>4.0570598567868021</c:v>
                </c:pt>
                <c:pt idx="72">
                  <c:v>4.0573371048779521</c:v>
                </c:pt>
                <c:pt idx="73">
                  <c:v>4.0504665110574827</c:v>
                </c:pt>
                <c:pt idx="74">
                  <c:v>4.0499468291332041</c:v>
                </c:pt>
                <c:pt idx="75">
                  <c:v>4.0550938798116869</c:v>
                </c:pt>
                <c:pt idx="76">
                  <c:v>4.0514755706769003</c:v>
                </c:pt>
                <c:pt idx="77">
                  <c:v>4.0460144004430907</c:v>
                </c:pt>
                <c:pt idx="78">
                  <c:v>4.0493337816987776</c:v>
                </c:pt>
                <c:pt idx="79">
                  <c:v>4.0528825414408356</c:v>
                </c:pt>
                <c:pt idx="80">
                  <c:v>4.0543592198441267</c:v>
                </c:pt>
                <c:pt idx="81">
                  <c:v>4.0598777544803575</c:v>
                </c:pt>
                <c:pt idx="82">
                  <c:v>4.0617300312537088</c:v>
                </c:pt>
                <c:pt idx="83">
                  <c:v>4.0485509356331839</c:v>
                </c:pt>
                <c:pt idx="84">
                  <c:v>4.0345127190726746</c:v>
                </c:pt>
                <c:pt idx="85">
                  <c:v>4.0323781303160979</c:v>
                </c:pt>
                <c:pt idx="86">
                  <c:v>4.0366609961625191</c:v>
                </c:pt>
                <c:pt idx="87">
                  <c:v>4.0455918028247027</c:v>
                </c:pt>
                <c:pt idx="88">
                  <c:v>4.0606254697946751</c:v>
                </c:pt>
                <c:pt idx="89">
                  <c:v>4.0667243739367809</c:v>
                </c:pt>
                <c:pt idx="90">
                  <c:v>4.0652981762076195</c:v>
                </c:pt>
                <c:pt idx="91">
                  <c:v>4.0621608576967203</c:v>
                </c:pt>
                <c:pt idx="92">
                  <c:v>4.0580399572734107</c:v>
                </c:pt>
                <c:pt idx="93">
                  <c:v>4.0531689678363731</c:v>
                </c:pt>
                <c:pt idx="94">
                  <c:v>4.0543820864817821</c:v>
                </c:pt>
                <c:pt idx="95">
                  <c:v>4.0610675317482299</c:v>
                </c:pt>
                <c:pt idx="96">
                  <c:v>4.0659177908770818</c:v>
                </c:pt>
                <c:pt idx="97">
                  <c:v>4.0641864936503538</c:v>
                </c:pt>
                <c:pt idx="98">
                  <c:v>4.0611018712663682</c:v>
                </c:pt>
                <c:pt idx="99">
                  <c:v>4.0541863354037266</c:v>
                </c:pt>
                <c:pt idx="100">
                  <c:v>4.0423043082644305</c:v>
                </c:pt>
                <c:pt idx="101">
                  <c:v>4.0396068362543023</c:v>
                </c:pt>
                <c:pt idx="102">
                  <c:v>4.0423848557977609</c:v>
                </c:pt>
                <c:pt idx="103">
                  <c:v>4.0430858883570044</c:v>
                </c:pt>
                <c:pt idx="104">
                  <c:v>4.0485529137160263</c:v>
                </c:pt>
                <c:pt idx="105">
                  <c:v>4.0501626775329349</c:v>
                </c:pt>
                <c:pt idx="106">
                  <c:v>4.0512893143964872</c:v>
                </c:pt>
                <c:pt idx="107">
                  <c:v>4.0576144320924161</c:v>
                </c:pt>
                <c:pt idx="108">
                  <c:v>4.0557312972267274</c:v>
                </c:pt>
                <c:pt idx="109">
                  <c:v>4.0507814218459472</c:v>
                </c:pt>
                <c:pt idx="110">
                  <c:v>4.0505808442457569</c:v>
                </c:pt>
                <c:pt idx="111">
                  <c:v>4.0438114491434902</c:v>
                </c:pt>
                <c:pt idx="112">
                  <c:v>4.0409208371246592</c:v>
                </c:pt>
                <c:pt idx="113">
                  <c:v>4.0478944494995455</c:v>
                </c:pt>
                <c:pt idx="114">
                  <c:v>4.0528530284448312</c:v>
                </c:pt>
                <c:pt idx="115">
                  <c:v>4.0504421410768687</c:v>
                </c:pt>
                <c:pt idx="116">
                  <c:v>4.0439669264548801</c:v>
                </c:pt>
                <c:pt idx="117">
                  <c:v>4.0371193575186926</c:v>
                </c:pt>
                <c:pt idx="118">
                  <c:v>4.0356773351267954</c:v>
                </c:pt>
                <c:pt idx="119">
                  <c:v>4.0405328955176643</c:v>
                </c:pt>
                <c:pt idx="120">
                  <c:v>4.0376921311864544</c:v>
                </c:pt>
                <c:pt idx="121">
                  <c:v>4.0406593345729318</c:v>
                </c:pt>
                <c:pt idx="122">
                  <c:v>4.0507519879732561</c:v>
                </c:pt>
                <c:pt idx="123">
                  <c:v>4.0621431340744554</c:v>
                </c:pt>
                <c:pt idx="124">
                  <c:v>4.0644404794872813</c:v>
                </c:pt>
                <c:pt idx="125">
                  <c:v>4.05662879297385</c:v>
                </c:pt>
                <c:pt idx="126">
                  <c:v>4.0549253471535387</c:v>
                </c:pt>
                <c:pt idx="127">
                  <c:v>4.0545816354788942</c:v>
                </c:pt>
                <c:pt idx="128">
                  <c:v>4.0537952288641845</c:v>
                </c:pt>
                <c:pt idx="129">
                  <c:v>4.0471920718439689</c:v>
                </c:pt>
                <c:pt idx="130">
                  <c:v>4.0389793883767853</c:v>
                </c:pt>
                <c:pt idx="131">
                  <c:v>4.0395934644142892</c:v>
                </c:pt>
                <c:pt idx="132">
                  <c:v>4.0496520947897299</c:v>
                </c:pt>
                <c:pt idx="133">
                  <c:v>4.0554148039719902</c:v>
                </c:pt>
                <c:pt idx="134">
                  <c:v>4.0488996320765915</c:v>
                </c:pt>
                <c:pt idx="135">
                  <c:v>4.034569371365273</c:v>
                </c:pt>
                <c:pt idx="136">
                  <c:v>4.0288725719033112</c:v>
                </c:pt>
                <c:pt idx="137">
                  <c:v>4.0335756616687108</c:v>
                </c:pt>
                <c:pt idx="138">
                  <c:v>4.0364202239189781</c:v>
                </c:pt>
                <c:pt idx="139">
                  <c:v>4.0426537959409741</c:v>
                </c:pt>
                <c:pt idx="140">
                  <c:v>4.0524637417415041</c:v>
                </c:pt>
                <c:pt idx="141">
                  <c:v>4.0543050203742537</c:v>
                </c:pt>
                <c:pt idx="142">
                  <c:v>4.046417138109744</c:v>
                </c:pt>
                <c:pt idx="143">
                  <c:v>4.0437865252996792</c:v>
                </c:pt>
                <c:pt idx="144">
                  <c:v>4.0495599161292875</c:v>
                </c:pt>
                <c:pt idx="145">
                  <c:v>4.0570535269217078</c:v>
                </c:pt>
                <c:pt idx="146">
                  <c:v>4.0606215136289912</c:v>
                </c:pt>
                <c:pt idx="147">
                  <c:v>4.0526743680025321</c:v>
                </c:pt>
                <c:pt idx="148">
                  <c:v>4.0430639711991141</c:v>
                </c:pt>
                <c:pt idx="149">
                  <c:v>4.0409966372591688</c:v>
                </c:pt>
                <c:pt idx="150">
                  <c:v>4.0452123274122718</c:v>
                </c:pt>
                <c:pt idx="151">
                  <c:v>4.0478203900779368</c:v>
                </c:pt>
                <c:pt idx="152">
                  <c:v>4.0500753253946273</c:v>
                </c:pt>
                <c:pt idx="153">
                  <c:v>4.0525518851129485</c:v>
                </c:pt>
                <c:pt idx="154">
                  <c:v>4.0526984214898922</c:v>
                </c:pt>
                <c:pt idx="155">
                  <c:v>4.0552003797919056</c:v>
                </c:pt>
                <c:pt idx="156">
                  <c:v>4.0510521027020614</c:v>
                </c:pt>
                <c:pt idx="157">
                  <c:v>4.0407548364125487</c:v>
                </c:pt>
                <c:pt idx="158">
                  <c:v>4.030063852514143</c:v>
                </c:pt>
                <c:pt idx="159">
                  <c:v>4.0298266408197172</c:v>
                </c:pt>
                <c:pt idx="160">
                  <c:v>4.035435376033548</c:v>
                </c:pt>
                <c:pt idx="161">
                  <c:v>4.0393151877200619</c:v>
                </c:pt>
                <c:pt idx="162">
                  <c:v>4.041049570756023</c:v>
                </c:pt>
                <c:pt idx="163">
                  <c:v>4.0510741781065791</c:v>
                </c:pt>
                <c:pt idx="164">
                  <c:v>4.0581388614155163</c:v>
                </c:pt>
                <c:pt idx="165">
                  <c:v>4.0518558373224671</c:v>
                </c:pt>
                <c:pt idx="166">
                  <c:v>4.0483802666455668</c:v>
                </c:pt>
                <c:pt idx="167">
                  <c:v>4.0422499505479292</c:v>
                </c:pt>
                <c:pt idx="168">
                  <c:v>4.0425473750840686</c:v>
                </c:pt>
                <c:pt idx="169">
                  <c:v>4.0482015270799545</c:v>
                </c:pt>
                <c:pt idx="170">
                  <c:v>4.0511351030581162</c:v>
                </c:pt>
                <c:pt idx="171">
                  <c:v>4.0559160501641811</c:v>
                </c:pt>
                <c:pt idx="172">
                  <c:v>4.0591089923646004</c:v>
                </c:pt>
                <c:pt idx="173">
                  <c:v>4.0581171025042533</c:v>
                </c:pt>
                <c:pt idx="174">
                  <c:v>4.0536688689322311</c:v>
                </c:pt>
                <c:pt idx="175">
                  <c:v>4.0495108596748031</c:v>
                </c:pt>
                <c:pt idx="176">
                  <c:v>4.0440333109150615</c:v>
                </c:pt>
                <c:pt idx="177">
                  <c:v>4.0444635834948768</c:v>
                </c:pt>
                <c:pt idx="178">
                  <c:v>4.0402838944494999</c:v>
                </c:pt>
                <c:pt idx="179">
                  <c:v>4.0368266803813739</c:v>
                </c:pt>
                <c:pt idx="180">
                  <c:v>4.0366549036673653</c:v>
                </c:pt>
                <c:pt idx="181">
                  <c:v>4.0440533291134235</c:v>
                </c:pt>
                <c:pt idx="182">
                  <c:v>4.0495398188076113</c:v>
                </c:pt>
                <c:pt idx="183">
                  <c:v>4.046417138109744</c:v>
                </c:pt>
                <c:pt idx="184">
                  <c:v>4.0447415436958503</c:v>
                </c:pt>
                <c:pt idx="185">
                  <c:v>4.0427372710369109</c:v>
                </c:pt>
                <c:pt idx="186">
                  <c:v>4.0437359655022354</c:v>
                </c:pt>
                <c:pt idx="187">
                  <c:v>4.0490425287811052</c:v>
                </c:pt>
                <c:pt idx="188">
                  <c:v>4.0534584009178305</c:v>
                </c:pt>
                <c:pt idx="189">
                  <c:v>4.0495160026901926</c:v>
                </c:pt>
                <c:pt idx="190">
                  <c:v>4.0418828183724331</c:v>
                </c:pt>
                <c:pt idx="191">
                  <c:v>4.0373719191359738</c:v>
                </c:pt>
                <c:pt idx="192">
                  <c:v>4.0431248170273371</c:v>
                </c:pt>
                <c:pt idx="193">
                  <c:v>4.0531633500811015</c:v>
                </c:pt>
                <c:pt idx="194">
                  <c:v>4.0552514143292324</c:v>
                </c:pt>
                <c:pt idx="195">
                  <c:v>4.0496476638841639</c:v>
                </c:pt>
                <c:pt idx="196">
                  <c:v>4.0443037544012341</c:v>
                </c:pt>
                <c:pt idx="197">
                  <c:v>4.0385825058353442</c:v>
                </c:pt>
                <c:pt idx="198">
                  <c:v>4.0354308660046687</c:v>
                </c:pt>
                <c:pt idx="199">
                  <c:v>4.0388007279344862</c:v>
                </c:pt>
                <c:pt idx="200">
                  <c:v>4.0444707045931088</c:v>
                </c:pt>
                <c:pt idx="201">
                  <c:v>4.0414129841357758</c:v>
                </c:pt>
                <c:pt idx="202">
                  <c:v>4.0304520314910786</c:v>
                </c:pt>
                <c:pt idx="203">
                  <c:v>4.0306889266922497</c:v>
                </c:pt>
                <c:pt idx="204">
                  <c:v>4.0403429204415078</c:v>
                </c:pt>
                <c:pt idx="205">
                  <c:v>4.050264509237647</c:v>
                </c:pt>
                <c:pt idx="206">
                  <c:v>4.0639331407999366</c:v>
                </c:pt>
                <c:pt idx="207">
                  <c:v>4.0686612335324606</c:v>
                </c:pt>
                <c:pt idx="208">
                  <c:v>4.0665291767219207</c:v>
                </c:pt>
                <c:pt idx="209">
                  <c:v>4.0616358745104248</c:v>
                </c:pt>
                <c:pt idx="210">
                  <c:v>4.0580795189302528</c:v>
                </c:pt>
                <c:pt idx="211">
                  <c:v>4.0535216995687779</c:v>
                </c:pt>
                <c:pt idx="212">
                  <c:v>4.0443062072239586</c:v>
                </c:pt>
                <c:pt idx="213">
                  <c:v>4.0387143252759428</c:v>
                </c:pt>
                <c:pt idx="214">
                  <c:v>4.0382311191992724</c:v>
                </c:pt>
                <c:pt idx="215">
                  <c:v>4.0397801954345844</c:v>
                </c:pt>
                <c:pt idx="216">
                  <c:v>4.0401902915694112</c:v>
                </c:pt>
                <c:pt idx="217">
                  <c:v>4.042874154369585</c:v>
                </c:pt>
                <c:pt idx="218">
                  <c:v>4.044900502433042</c:v>
                </c:pt>
                <c:pt idx="219">
                  <c:v>4.0528514459785576</c:v>
                </c:pt>
                <c:pt idx="220">
                  <c:v>4.0591915971040864</c:v>
                </c:pt>
                <c:pt idx="221">
                  <c:v>4.0614209755904573</c:v>
                </c:pt>
                <c:pt idx="222">
                  <c:v>4.0632237211694422</c:v>
                </c:pt>
                <c:pt idx="223">
                  <c:v>4.0580932863868338</c:v>
                </c:pt>
                <c:pt idx="224">
                  <c:v>4.0577949123709303</c:v>
                </c:pt>
                <c:pt idx="225">
                  <c:v>4.060088143371444</c:v>
                </c:pt>
                <c:pt idx="226">
                  <c:v>4.0610789255054005</c:v>
                </c:pt>
                <c:pt idx="227">
                  <c:v>4.0585652569529609</c:v>
                </c:pt>
                <c:pt idx="228">
                  <c:v>4.051156782846066</c:v>
                </c:pt>
                <c:pt idx="229">
                  <c:v>4.0487014281758116</c:v>
                </c:pt>
                <c:pt idx="230">
                  <c:v>4.0470585908137835</c:v>
                </c:pt>
                <c:pt idx="231">
                  <c:v>4.0453465205522807</c:v>
                </c:pt>
                <c:pt idx="232">
                  <c:v>4.0434765992799777</c:v>
                </c:pt>
                <c:pt idx="233">
                  <c:v>4.0437355698856665</c:v>
                </c:pt>
                <c:pt idx="234">
                  <c:v>4.053234640186731</c:v>
                </c:pt>
                <c:pt idx="235">
                  <c:v>4.0574181271511653</c:v>
                </c:pt>
                <c:pt idx="236">
                  <c:v>4.0538043280452589</c:v>
                </c:pt>
                <c:pt idx="237">
                  <c:v>4.0483254341891834</c:v>
                </c:pt>
                <c:pt idx="238">
                  <c:v>4.0475497092218218</c:v>
                </c:pt>
                <c:pt idx="239">
                  <c:v>4.0453045851960283</c:v>
                </c:pt>
                <c:pt idx="240">
                  <c:v>4.0436115045298093</c:v>
                </c:pt>
                <c:pt idx="241">
                  <c:v>4.0481241444791705</c:v>
                </c:pt>
                <c:pt idx="242">
                  <c:v>4.0463746488902954</c:v>
                </c:pt>
                <c:pt idx="243">
                  <c:v>4.0423994936107928</c:v>
                </c:pt>
                <c:pt idx="244">
                  <c:v>4.0395468607825293</c:v>
                </c:pt>
                <c:pt idx="245">
                  <c:v>4.0354110851762472</c:v>
                </c:pt>
                <c:pt idx="246">
                  <c:v>4.0374426553784071</c:v>
                </c:pt>
                <c:pt idx="247">
                  <c:v>4.0412907386161336</c:v>
                </c:pt>
                <c:pt idx="248">
                  <c:v>4.0428301618071769</c:v>
                </c:pt>
                <c:pt idx="249">
                  <c:v>4.0374822170352491</c:v>
                </c:pt>
                <c:pt idx="250">
                  <c:v>4.0360589468686952</c:v>
                </c:pt>
                <c:pt idx="251">
                  <c:v>4.0411404834434466</c:v>
                </c:pt>
                <c:pt idx="252">
                  <c:v>4.0443424457016262</c:v>
                </c:pt>
                <c:pt idx="253">
                  <c:v>4.0454145666020489</c:v>
                </c:pt>
                <c:pt idx="254">
                  <c:v>4.0444850259128851</c:v>
                </c:pt>
                <c:pt idx="255">
                  <c:v>4.0388853898801278</c:v>
                </c:pt>
                <c:pt idx="256">
                  <c:v>4.0407858527515135</c:v>
                </c:pt>
                <c:pt idx="257">
                  <c:v>4.0450589864303517</c:v>
                </c:pt>
                <c:pt idx="258">
                  <c:v>4.0481182102306441</c:v>
                </c:pt>
                <c:pt idx="259">
                  <c:v>4.0399249910986272</c:v>
                </c:pt>
                <c:pt idx="260">
                  <c:v>4.0319938283815322</c:v>
                </c:pt>
                <c:pt idx="261">
                  <c:v>4.0338453139217467</c:v>
                </c:pt>
                <c:pt idx="262">
                  <c:v>4.052403687146418</c:v>
                </c:pt>
                <c:pt idx="263">
                  <c:v>4.0603634133797524</c:v>
                </c:pt>
                <c:pt idx="264">
                  <c:v>4.0578339201645761</c:v>
                </c:pt>
                <c:pt idx="265">
                  <c:v>4.0577285279107489</c:v>
                </c:pt>
                <c:pt idx="266">
                  <c:v>4.0573939945404911</c:v>
                </c:pt>
                <c:pt idx="267">
                  <c:v>4.0563441072912134</c:v>
                </c:pt>
                <c:pt idx="268">
                  <c:v>4.0653767456581082</c:v>
                </c:pt>
                <c:pt idx="269">
                  <c:v>4.0648780314119559</c:v>
                </c:pt>
                <c:pt idx="270">
                  <c:v>4.0552489615065079</c:v>
                </c:pt>
                <c:pt idx="271">
                  <c:v>4.0528322190133323</c:v>
                </c:pt>
                <c:pt idx="272">
                  <c:v>4.0498201527079951</c:v>
                </c:pt>
                <c:pt idx="273">
                  <c:v>4.046862839735728</c:v>
                </c:pt>
                <c:pt idx="274">
                  <c:v>4.0445810816156982</c:v>
                </c:pt>
                <c:pt idx="275">
                  <c:v>4.0465458717411087</c:v>
                </c:pt>
                <c:pt idx="276">
                  <c:v>4.0468989990900823</c:v>
                </c:pt>
                <c:pt idx="277">
                  <c:v>4.0478654112434231</c:v>
                </c:pt>
                <c:pt idx="278">
                  <c:v>4.0482345215017608</c:v>
                </c:pt>
                <c:pt idx="279">
                  <c:v>4.0390618348696448</c:v>
                </c:pt>
                <c:pt idx="280">
                  <c:v>4.0314584800411444</c:v>
                </c:pt>
                <c:pt idx="281">
                  <c:v>4.0370696680776987</c:v>
                </c:pt>
                <c:pt idx="282">
                  <c:v>4.0511373185108992</c:v>
                </c:pt>
                <c:pt idx="283">
                  <c:v>4.0523371444396092</c:v>
                </c:pt>
                <c:pt idx="284">
                  <c:v>4.0503152272817182</c:v>
                </c:pt>
                <c:pt idx="285">
                  <c:v>4.0458725323416544</c:v>
                </c:pt>
                <c:pt idx="286">
                  <c:v>4.0387665466629743</c:v>
                </c:pt>
                <c:pt idx="287">
                  <c:v>4.0335164774300747</c:v>
                </c:pt>
                <c:pt idx="288">
                  <c:v>4.0322800174071292</c:v>
                </c:pt>
                <c:pt idx="289">
                  <c:v>4.037686117814614</c:v>
                </c:pt>
                <c:pt idx="290">
                  <c:v>4.0401383075523203</c:v>
                </c:pt>
                <c:pt idx="291">
                  <c:v>4.0391537761601457</c:v>
                </c:pt>
                <c:pt idx="292">
                  <c:v>4.0453320409858762</c:v>
                </c:pt>
                <c:pt idx="293">
                  <c:v>4.0483267001622032</c:v>
                </c:pt>
                <c:pt idx="294">
                  <c:v>4.0473020532499904</c:v>
                </c:pt>
                <c:pt idx="295">
                  <c:v>4.0504163468766068</c:v>
                </c:pt>
                <c:pt idx="296">
                  <c:v>4.0450722000237374</c:v>
                </c:pt>
                <c:pt idx="297">
                  <c:v>4.0403894449499544</c:v>
                </c:pt>
                <c:pt idx="298">
                  <c:v>4.0446878980891716</c:v>
                </c:pt>
                <c:pt idx="299">
                  <c:v>4.0484818609803375</c:v>
                </c:pt>
                <c:pt idx="300">
                  <c:v>4.0467210507576059</c:v>
                </c:pt>
                <c:pt idx="301">
                  <c:v>4.0443709300945523</c:v>
                </c:pt>
                <c:pt idx="302">
                  <c:v>4.0468379158919179</c:v>
                </c:pt>
                <c:pt idx="303">
                  <c:v>4.0466801440044309</c:v>
                </c:pt>
                <c:pt idx="304">
                  <c:v>4.0493668552438979</c:v>
                </c:pt>
                <c:pt idx="305">
                  <c:v>4.0466812517308224</c:v>
                </c:pt>
                <c:pt idx="306">
                  <c:v>4.0469827906792739</c:v>
                </c:pt>
                <c:pt idx="307">
                  <c:v>4.0485353483403888</c:v>
                </c:pt>
                <c:pt idx="308">
                  <c:v>4.054665506191399</c:v>
                </c:pt>
                <c:pt idx="309">
                  <c:v>4.0602201210586699</c:v>
                </c:pt>
                <c:pt idx="310">
                  <c:v>4.0532294180480282</c:v>
                </c:pt>
                <c:pt idx="311">
                  <c:v>4.0528163943505957</c:v>
                </c:pt>
                <c:pt idx="312">
                  <c:v>4.0615846817264707</c:v>
                </c:pt>
                <c:pt idx="313">
                  <c:v>4.0684041618863001</c:v>
                </c:pt>
                <c:pt idx="314">
                  <c:v>4.0699070301064211</c:v>
                </c:pt>
                <c:pt idx="315">
                  <c:v>4.0627404359694586</c:v>
                </c:pt>
                <c:pt idx="316">
                  <c:v>4.0513759544249712</c:v>
                </c:pt>
                <c:pt idx="317">
                  <c:v>4.0519097994223996</c:v>
                </c:pt>
                <c:pt idx="318">
                  <c:v>4.0526376547849825</c:v>
                </c:pt>
                <c:pt idx="319">
                  <c:v>4.0404699133599715</c:v>
                </c:pt>
                <c:pt idx="320">
                  <c:v>4.0305639909799424</c:v>
                </c:pt>
                <c:pt idx="321">
                  <c:v>4.0380780155872928</c:v>
                </c:pt>
                <c:pt idx="322">
                  <c:v>4.0574312616212369</c:v>
                </c:pt>
                <c:pt idx="323">
                  <c:v>4.0775418760137674</c:v>
                </c:pt>
                <c:pt idx="324">
                  <c:v>4.0817802745578984</c:v>
                </c:pt>
                <c:pt idx="325">
                  <c:v>4.0723733037939631</c:v>
                </c:pt>
                <c:pt idx="326">
                  <c:v>4.0689137160264268</c:v>
                </c:pt>
                <c:pt idx="327">
                  <c:v>4.0640271392965941</c:v>
                </c:pt>
                <c:pt idx="328">
                  <c:v>4.0593906713613164</c:v>
                </c:pt>
                <c:pt idx="329">
                  <c:v>4.0530721209004232</c:v>
                </c:pt>
                <c:pt idx="330">
                  <c:v>4.0524621592752306</c:v>
                </c:pt>
                <c:pt idx="331">
                  <c:v>4.0601246983423662</c:v>
                </c:pt>
                <c:pt idx="332">
                  <c:v>4.0626950191874034</c:v>
                </c:pt>
                <c:pt idx="333">
                  <c:v>4.0569142698896226</c:v>
                </c:pt>
                <c:pt idx="334">
                  <c:v>4.0474390157059776</c:v>
                </c:pt>
                <c:pt idx="335">
                  <c:v>4.0459437433239707</c:v>
                </c:pt>
                <c:pt idx="336">
                  <c:v>4.0472075008901376</c:v>
                </c:pt>
                <c:pt idx="337">
                  <c:v>4.0529039838588439</c:v>
                </c:pt>
                <c:pt idx="338">
                  <c:v>4.0493075127586344</c:v>
                </c:pt>
                <c:pt idx="339">
                  <c:v>4.0418697630256757</c:v>
                </c:pt>
                <c:pt idx="340">
                  <c:v>4.0415500257150772</c:v>
                </c:pt>
                <c:pt idx="341">
                  <c:v>4.0428789017684057</c:v>
                </c:pt>
                <c:pt idx="342">
                  <c:v>4.0384896941883923</c:v>
                </c:pt>
                <c:pt idx="343">
                  <c:v>4.0393229418048024</c:v>
                </c:pt>
                <c:pt idx="344">
                  <c:v>4.0447898880405111</c:v>
                </c:pt>
                <c:pt idx="345">
                  <c:v>4.0475535862641925</c:v>
                </c:pt>
                <c:pt idx="346">
                  <c:v>4.0408303200538036</c:v>
                </c:pt>
                <c:pt idx="347">
                  <c:v>4.0373731059856786</c:v>
                </c:pt>
                <c:pt idx="348">
                  <c:v>4.0397682478142185</c:v>
                </c:pt>
                <c:pt idx="349">
                  <c:v>4.0413533251572575</c:v>
                </c:pt>
                <c:pt idx="350">
                  <c:v>4.0467136922894333</c:v>
                </c:pt>
                <c:pt idx="351">
                  <c:v>4.0581678205483245</c:v>
                </c:pt>
                <c:pt idx="352">
                  <c:v>4.0586481781857024</c:v>
                </c:pt>
                <c:pt idx="353">
                  <c:v>4.0636765438936582</c:v>
                </c:pt>
                <c:pt idx="354">
                  <c:v>4.0654912370930099</c:v>
                </c:pt>
                <c:pt idx="355">
                  <c:v>4.0594139336155397</c:v>
                </c:pt>
                <c:pt idx="356">
                  <c:v>4.0563055742374488</c:v>
                </c:pt>
                <c:pt idx="357">
                  <c:v>4.0530240930490171</c:v>
                </c:pt>
                <c:pt idx="358">
                  <c:v>4.0481531827352928</c:v>
                </c:pt>
                <c:pt idx="359">
                  <c:v>4.0495467816592159</c:v>
                </c:pt>
                <c:pt idx="360">
                  <c:v>4.0525458717411089</c:v>
                </c:pt>
                <c:pt idx="361">
                  <c:v>4.0512081338766466</c:v>
                </c:pt>
                <c:pt idx="362">
                  <c:v>4.0500271392965939</c:v>
                </c:pt>
                <c:pt idx="363">
                  <c:v>4.0442628476480591</c:v>
                </c:pt>
                <c:pt idx="364">
                  <c:v>4.0509336551014758</c:v>
                </c:pt>
                <c:pt idx="365">
                  <c:v>4.0647253234165444</c:v>
                </c:pt>
                <c:pt idx="366">
                  <c:v>4.0695639514182851</c:v>
                </c:pt>
                <c:pt idx="367">
                  <c:v>4.073143331882739</c:v>
                </c:pt>
                <c:pt idx="368">
                  <c:v>4.0722133955770063</c:v>
                </c:pt>
                <c:pt idx="369">
                  <c:v>4.0604076433121019</c:v>
                </c:pt>
                <c:pt idx="370">
                  <c:v>4.0470438738774384</c:v>
                </c:pt>
                <c:pt idx="371">
                  <c:v>4.0388322190133321</c:v>
                </c:pt>
                <c:pt idx="372">
                  <c:v>4.0387978003718796</c:v>
                </c:pt>
                <c:pt idx="373">
                  <c:v>4.0399041816671284</c:v>
                </c:pt>
                <c:pt idx="374">
                  <c:v>4.0349221030976778</c:v>
                </c:pt>
                <c:pt idx="375">
                  <c:v>4.0346625786287929</c:v>
                </c:pt>
                <c:pt idx="376">
                  <c:v>4.0443520987458959</c:v>
                </c:pt>
                <c:pt idx="377">
                  <c:v>4.0485309174348219</c:v>
                </c:pt>
                <c:pt idx="378">
                  <c:v>4.0527631443604859</c:v>
                </c:pt>
                <c:pt idx="379">
                  <c:v>4.0581703524943622</c:v>
                </c:pt>
                <c:pt idx="380">
                  <c:v>4.0607121889464732</c:v>
                </c:pt>
                <c:pt idx="381">
                  <c:v>4.0565249040629823</c:v>
                </c:pt>
                <c:pt idx="382">
                  <c:v>4.0566571191201488</c:v>
                </c:pt>
                <c:pt idx="383">
                  <c:v>4.0621188432171538</c:v>
                </c:pt>
                <c:pt idx="384">
                  <c:v>4.0585461091110497</c:v>
                </c:pt>
                <c:pt idx="385">
                  <c:v>4.0607412272025956</c:v>
                </c:pt>
                <c:pt idx="386">
                  <c:v>4.0602863472722239</c:v>
                </c:pt>
                <c:pt idx="387">
                  <c:v>4.0576634094235864</c:v>
                </c:pt>
                <c:pt idx="388">
                  <c:v>4.0569369782806506</c:v>
                </c:pt>
                <c:pt idx="389">
                  <c:v>4.055631127111603</c:v>
                </c:pt>
                <c:pt idx="390">
                  <c:v>4.0539413696245603</c:v>
                </c:pt>
                <c:pt idx="391">
                  <c:v>4.050999485698461</c:v>
                </c:pt>
                <c:pt idx="392">
                  <c:v>4.0376644380266642</c:v>
                </c:pt>
                <c:pt idx="393">
                  <c:v>4.0311544091466551</c:v>
                </c:pt>
                <c:pt idx="394">
                  <c:v>4.0390262293784867</c:v>
                </c:pt>
                <c:pt idx="395">
                  <c:v>4.0412198441270721</c:v>
                </c:pt>
                <c:pt idx="396">
                  <c:v>4.0433898801281796</c:v>
                </c:pt>
                <c:pt idx="397">
                  <c:v>4.0503062072239588</c:v>
                </c:pt>
                <c:pt idx="398">
                  <c:v>4.0534418641452703</c:v>
                </c:pt>
                <c:pt idx="399">
                  <c:v>4.0568823831942078</c:v>
                </c:pt>
                <c:pt idx="400">
                  <c:v>4.0517169759069507</c:v>
                </c:pt>
                <c:pt idx="401">
                  <c:v>4.049565059144677</c:v>
                </c:pt>
                <c:pt idx="402">
                  <c:v>4.0471604225184947</c:v>
                </c:pt>
                <c:pt idx="403">
                  <c:v>4.0399058432567152</c:v>
                </c:pt>
                <c:pt idx="404">
                  <c:v>4.0387463702179849</c:v>
                </c:pt>
                <c:pt idx="405">
                  <c:v>4.0459285516477426</c:v>
                </c:pt>
                <c:pt idx="406">
                  <c:v>4.0570713296672869</c:v>
                </c:pt>
                <c:pt idx="407">
                  <c:v>4.0642694148830953</c:v>
                </c:pt>
                <c:pt idx="408">
                  <c:v>4.0610931677018636</c:v>
                </c:pt>
                <c:pt idx="409">
                  <c:v>4.057537919848083</c:v>
                </c:pt>
                <c:pt idx="410">
                  <c:v>4.0511555168730471</c:v>
                </c:pt>
                <c:pt idx="411">
                  <c:v>4.0439207184396881</c:v>
                </c:pt>
                <c:pt idx="412">
                  <c:v>4.0430168928274712</c:v>
                </c:pt>
                <c:pt idx="413">
                  <c:v>4.0471650907940022</c:v>
                </c:pt>
                <c:pt idx="414">
                  <c:v>4.0539328243066821</c:v>
                </c:pt>
                <c:pt idx="415">
                  <c:v>4.0616892827471611</c:v>
                </c:pt>
                <c:pt idx="416">
                  <c:v>4.0605697669818408</c:v>
                </c:pt>
                <c:pt idx="417">
                  <c:v>4.0626171618467382</c:v>
                </c:pt>
                <c:pt idx="418">
                  <c:v>4.0597168176603233</c:v>
                </c:pt>
                <c:pt idx="419">
                  <c:v>4.0540843454523872</c:v>
                </c:pt>
                <c:pt idx="420">
                  <c:v>4.0467079954108476</c:v>
                </c:pt>
                <c:pt idx="421">
                  <c:v>4.0488303991771177</c:v>
                </c:pt>
                <c:pt idx="422">
                  <c:v>4.0513912252245126</c:v>
                </c:pt>
                <c:pt idx="423">
                  <c:v>4.0512971476045418</c:v>
                </c:pt>
                <c:pt idx="424">
                  <c:v>4.0552272025952449</c:v>
                </c:pt>
                <c:pt idx="425">
                  <c:v>4.0621409186216715</c:v>
                </c:pt>
                <c:pt idx="426">
                  <c:v>4.0625283854887844</c:v>
                </c:pt>
                <c:pt idx="427">
                  <c:v>4.0570560588677456</c:v>
                </c:pt>
                <c:pt idx="428">
                  <c:v>4.0478734026981051</c:v>
                </c:pt>
                <c:pt idx="429">
                  <c:v>4.043626063219528</c:v>
                </c:pt>
                <c:pt idx="430">
                  <c:v>4.0473301420263477</c:v>
                </c:pt>
                <c:pt idx="431">
                  <c:v>4.0558685761759703</c:v>
                </c:pt>
                <c:pt idx="432">
                  <c:v>4.0660257942002609</c:v>
                </c:pt>
                <c:pt idx="433">
                  <c:v>4.0669656209202039</c:v>
                </c:pt>
                <c:pt idx="434">
                  <c:v>4.0636691854254856</c:v>
                </c:pt>
                <c:pt idx="435">
                  <c:v>4.0662577837559839</c:v>
                </c:pt>
                <c:pt idx="436">
                  <c:v>4.0681114847489814</c:v>
                </c:pt>
                <c:pt idx="437">
                  <c:v>4.073449934723266</c:v>
                </c:pt>
                <c:pt idx="438">
                  <c:v>4.073341535783519</c:v>
                </c:pt>
                <c:pt idx="439">
                  <c:v>4.0670946710448233</c:v>
                </c:pt>
                <c:pt idx="440">
                  <c:v>4.0578564703089768</c:v>
                </c:pt>
                <c:pt idx="441">
                  <c:v>4.0463967242948131</c:v>
                </c:pt>
                <c:pt idx="442">
                  <c:v>4.0420928907702658</c:v>
                </c:pt>
                <c:pt idx="443">
                  <c:v>4.0364382640344978</c:v>
                </c:pt>
                <c:pt idx="444">
                  <c:v>4.0352754678165921</c:v>
                </c:pt>
                <c:pt idx="445">
                  <c:v>4.0379464335166357</c:v>
                </c:pt>
                <c:pt idx="446">
                  <c:v>4.0421701942477348</c:v>
                </c:pt>
                <c:pt idx="447">
                  <c:v>4.040568738378763</c:v>
                </c:pt>
                <c:pt idx="448">
                  <c:v>4.0406742888792184</c:v>
                </c:pt>
                <c:pt idx="449">
                  <c:v>4.0414137753689126</c:v>
                </c:pt>
                <c:pt idx="450">
                  <c:v>4.0405755429837402</c:v>
                </c:pt>
                <c:pt idx="451">
                  <c:v>4.0339130434782611</c:v>
                </c:pt>
                <c:pt idx="452">
                  <c:v>4.032504332001424</c:v>
                </c:pt>
                <c:pt idx="453">
                  <c:v>4.045097361237489</c:v>
                </c:pt>
                <c:pt idx="454">
                  <c:v>4.049788107765953</c:v>
                </c:pt>
                <c:pt idx="455">
                  <c:v>4.0514501720932072</c:v>
                </c:pt>
                <c:pt idx="456">
                  <c:v>4.0517067689994857</c:v>
                </c:pt>
                <c:pt idx="457">
                  <c:v>4.0461818253748465</c:v>
                </c:pt>
                <c:pt idx="458">
                  <c:v>4.0436612730941173</c:v>
                </c:pt>
                <c:pt idx="459">
                  <c:v>4.0488113304585198</c:v>
                </c:pt>
                <c:pt idx="460">
                  <c:v>4.0511797286070337</c:v>
                </c:pt>
                <c:pt idx="461">
                  <c:v>4.0471641413142381</c:v>
                </c:pt>
                <c:pt idx="462">
                  <c:v>4.0436334216877006</c:v>
                </c:pt>
                <c:pt idx="463">
                  <c:v>4.0395459904260793</c:v>
                </c:pt>
                <c:pt idx="464">
                  <c:v>4.0414469280373462</c:v>
                </c:pt>
                <c:pt idx="465">
                  <c:v>4.0489150611227602</c:v>
                </c:pt>
                <c:pt idx="466">
                  <c:v>4.0565947699489655</c:v>
                </c:pt>
                <c:pt idx="467">
                  <c:v>4.0638909680737427</c:v>
                </c:pt>
                <c:pt idx="468">
                  <c:v>4.0592848834909203</c:v>
                </c:pt>
                <c:pt idx="469">
                  <c:v>4.0573617122285084</c:v>
                </c:pt>
                <c:pt idx="470">
                  <c:v>4.053943426830716</c:v>
                </c:pt>
                <c:pt idx="471">
                  <c:v>4.05997444316968</c:v>
                </c:pt>
                <c:pt idx="472">
                  <c:v>4.0627509593701783</c:v>
                </c:pt>
                <c:pt idx="473">
                  <c:v>4.0590983898405666</c:v>
                </c:pt>
                <c:pt idx="474">
                  <c:v>4.0527055425881233</c:v>
                </c:pt>
                <c:pt idx="475">
                  <c:v>4.0520224710210861</c:v>
                </c:pt>
                <c:pt idx="476">
                  <c:v>4.0447401985995173</c:v>
                </c:pt>
                <c:pt idx="477">
                  <c:v>4.0403858844008385</c:v>
                </c:pt>
                <c:pt idx="478">
                  <c:v>4.0440826838628006</c:v>
                </c:pt>
                <c:pt idx="479">
                  <c:v>4.0425715868180561</c:v>
                </c:pt>
                <c:pt idx="480">
                  <c:v>4.043637140483443</c:v>
                </c:pt>
                <c:pt idx="481">
                  <c:v>4.0454858567076792</c:v>
                </c:pt>
                <c:pt idx="482">
                  <c:v>4.0441523915021564</c:v>
                </c:pt>
                <c:pt idx="483">
                  <c:v>4.0396851683348496</c:v>
                </c:pt>
                <c:pt idx="484">
                  <c:v>4.0405732484076431</c:v>
                </c:pt>
                <c:pt idx="485">
                  <c:v>4.0469033508723342</c:v>
                </c:pt>
                <c:pt idx="486">
                  <c:v>4.0493750840685205</c:v>
                </c:pt>
                <c:pt idx="487">
                  <c:v>4.052292598014005</c:v>
                </c:pt>
                <c:pt idx="488">
                  <c:v>4.0499564030541597</c:v>
                </c:pt>
                <c:pt idx="489">
                  <c:v>4.0452393875855517</c:v>
                </c:pt>
                <c:pt idx="490">
                  <c:v>4.0495277920639312</c:v>
                </c:pt>
                <c:pt idx="491">
                  <c:v>4.0483873086204847</c:v>
                </c:pt>
                <c:pt idx="492">
                  <c:v>4.0405228468568266</c:v>
                </c:pt>
                <c:pt idx="493">
                  <c:v>4.0344912766546663</c:v>
                </c:pt>
                <c:pt idx="494">
                  <c:v>4.0393460458123984</c:v>
                </c:pt>
                <c:pt idx="495">
                  <c:v>4.0494867270641297</c:v>
                </c:pt>
                <c:pt idx="496">
                  <c:v>4.0514417850219564</c:v>
                </c:pt>
                <c:pt idx="497">
                  <c:v>4.0514106104363652</c:v>
                </c:pt>
                <c:pt idx="498">
                  <c:v>4.0557308224868454</c:v>
                </c:pt>
                <c:pt idx="499">
                  <c:v>4.0565711120781742</c:v>
                </c:pt>
                <c:pt idx="500">
                  <c:v>4.0592010127784155</c:v>
                </c:pt>
                <c:pt idx="501">
                  <c:v>4.0542806503936388</c:v>
                </c:pt>
                <c:pt idx="502">
                  <c:v>4.0528159987340269</c:v>
                </c:pt>
                <c:pt idx="503">
                  <c:v>4.0508894251691263</c:v>
                </c:pt>
                <c:pt idx="504">
                  <c:v>4.0536893618704752</c:v>
                </c:pt>
                <c:pt idx="505">
                  <c:v>4.0589345254579259</c:v>
                </c:pt>
                <c:pt idx="506">
                  <c:v>4.0543045456343716</c:v>
                </c:pt>
                <c:pt idx="507">
                  <c:v>4.0491689678363727</c:v>
                </c:pt>
                <c:pt idx="508">
                  <c:v>4.0465086046603629</c:v>
                </c:pt>
                <c:pt idx="509">
                  <c:v>4.0510777386556951</c:v>
                </c:pt>
                <c:pt idx="510">
                  <c:v>4.050691063021719</c:v>
                </c:pt>
                <c:pt idx="511">
                  <c:v>4.046301618071765</c:v>
                </c:pt>
                <c:pt idx="512">
                  <c:v>4.0476646753966055</c:v>
                </c:pt>
                <c:pt idx="513">
                  <c:v>4.0489310440321242</c:v>
                </c:pt>
                <c:pt idx="514">
                  <c:v>4.0513635320647232</c:v>
                </c:pt>
                <c:pt idx="515">
                  <c:v>4.0535990821695611</c:v>
                </c:pt>
                <c:pt idx="516">
                  <c:v>4.0501796890453772</c:v>
                </c:pt>
                <c:pt idx="517">
                  <c:v>4.0424237844680935</c:v>
                </c:pt>
                <c:pt idx="518">
                  <c:v>4.0410154686078252</c:v>
                </c:pt>
                <c:pt idx="519">
                  <c:v>4.045662143450568</c:v>
                </c:pt>
                <c:pt idx="520">
                  <c:v>4.0525860663844604</c:v>
                </c:pt>
                <c:pt idx="521">
                  <c:v>4.0551888277881076</c:v>
                </c:pt>
                <c:pt idx="522">
                  <c:v>4.0567394864896942</c:v>
                </c:pt>
                <c:pt idx="523">
                  <c:v>4.0517841516002688</c:v>
                </c:pt>
                <c:pt idx="524">
                  <c:v>4.0474553151085964</c:v>
                </c:pt>
                <c:pt idx="525">
                  <c:v>4.0496932389128455</c:v>
                </c:pt>
                <c:pt idx="526">
                  <c:v>4.0538750642876922</c:v>
                </c:pt>
                <c:pt idx="527">
                  <c:v>4.0626130474344269</c:v>
                </c:pt>
                <c:pt idx="528">
                  <c:v>4.0641732009336549</c:v>
                </c:pt>
                <c:pt idx="529">
                  <c:v>4.0676391185662855</c:v>
                </c:pt>
                <c:pt idx="530">
                  <c:v>4.0747220793606838</c:v>
                </c:pt>
                <c:pt idx="531">
                  <c:v>4.0690463267001622</c:v>
                </c:pt>
                <c:pt idx="532">
                  <c:v>4.0626634489852433</c:v>
                </c:pt>
                <c:pt idx="533">
                  <c:v>4.056531866914586</c:v>
                </c:pt>
                <c:pt idx="534">
                  <c:v>4.0514543656288327</c:v>
                </c:pt>
                <c:pt idx="535">
                  <c:v>4.0427489812873363</c:v>
                </c:pt>
                <c:pt idx="536">
                  <c:v>4.0358495074573719</c:v>
                </c:pt>
                <c:pt idx="537">
                  <c:v>4.037658582901452</c:v>
                </c:pt>
                <c:pt idx="538">
                  <c:v>4.0441580883807413</c:v>
                </c:pt>
                <c:pt idx="539">
                  <c:v>4.0504389761443207</c:v>
                </c:pt>
                <c:pt idx="540">
                  <c:v>4.0464268702773269</c:v>
                </c:pt>
                <c:pt idx="541">
                  <c:v>4.0409058036950585</c:v>
                </c:pt>
                <c:pt idx="542">
                  <c:v>4.0393845788661631</c:v>
                </c:pt>
                <c:pt idx="543">
                  <c:v>4.0438634331605812</c:v>
                </c:pt>
                <c:pt idx="544">
                  <c:v>4.0469523282035054</c:v>
                </c:pt>
                <c:pt idx="545">
                  <c:v>4.0499219844127072</c:v>
                </c:pt>
                <c:pt idx="546">
                  <c:v>4.0488734422597616</c:v>
                </c:pt>
                <c:pt idx="547">
                  <c:v>4.0395000197808288</c:v>
                </c:pt>
                <c:pt idx="548">
                  <c:v>4.0269038256122167</c:v>
                </c:pt>
                <c:pt idx="549">
                  <c:v>4.0213386873442261</c:v>
                </c:pt>
                <c:pt idx="550">
                  <c:v>4.0267629069905446</c:v>
                </c:pt>
                <c:pt idx="551">
                  <c:v>4.036640582347589</c:v>
                </c:pt>
                <c:pt idx="552">
                  <c:v>4.045295090398386</c:v>
                </c:pt>
                <c:pt idx="553">
                  <c:v>4.0505576611148477</c:v>
                </c:pt>
                <c:pt idx="554">
                  <c:v>4.0544680144004435</c:v>
                </c:pt>
                <c:pt idx="555">
                  <c:v>4.0540632986509477</c:v>
                </c:pt>
                <c:pt idx="556">
                  <c:v>4.0457105669185429</c:v>
                </c:pt>
                <c:pt idx="557">
                  <c:v>4.0417119120148755</c:v>
                </c:pt>
                <c:pt idx="558">
                  <c:v>4.0448145745143806</c:v>
                </c:pt>
                <c:pt idx="559">
                  <c:v>4.0484028167899675</c:v>
                </c:pt>
                <c:pt idx="560">
                  <c:v>4.0526263401511251</c:v>
                </c:pt>
                <c:pt idx="561">
                  <c:v>4.0579204810697469</c:v>
                </c:pt>
                <c:pt idx="562">
                  <c:v>4.0586306919333781</c:v>
                </c:pt>
                <c:pt idx="563">
                  <c:v>4.0602243937176086</c:v>
                </c:pt>
                <c:pt idx="564">
                  <c:v>4.0599462752700086</c:v>
                </c:pt>
                <c:pt idx="565">
                  <c:v>4.0574072081338768</c:v>
                </c:pt>
                <c:pt idx="566">
                  <c:v>4.0534000870356452</c:v>
                </c:pt>
                <c:pt idx="567">
                  <c:v>4.0514678165921589</c:v>
                </c:pt>
                <c:pt idx="568">
                  <c:v>4.050000553863196</c:v>
                </c:pt>
                <c:pt idx="569">
                  <c:v>4.0498624836808164</c:v>
                </c:pt>
                <c:pt idx="570">
                  <c:v>4.0502410096134822</c:v>
                </c:pt>
                <c:pt idx="571">
                  <c:v>4.0442408513668555</c:v>
                </c:pt>
                <c:pt idx="572">
                  <c:v>4.0428712268069784</c:v>
                </c:pt>
                <c:pt idx="573">
                  <c:v>4.0473496854848285</c:v>
                </c:pt>
                <c:pt idx="574">
                  <c:v>4.0550153894845113</c:v>
                </c:pt>
                <c:pt idx="575">
                  <c:v>4.0610234600625077</c:v>
                </c:pt>
                <c:pt idx="576">
                  <c:v>4.0570580369505871</c:v>
                </c:pt>
                <c:pt idx="577">
                  <c:v>4.0515154488269971</c:v>
                </c:pt>
                <c:pt idx="578">
                  <c:v>4.0533527712940618</c:v>
                </c:pt>
                <c:pt idx="579">
                  <c:v>4.0471234719310045</c:v>
                </c:pt>
                <c:pt idx="580">
                  <c:v>4.0400749297780587</c:v>
                </c:pt>
                <c:pt idx="581">
                  <c:v>4.0382587332357476</c:v>
                </c:pt>
                <c:pt idx="582">
                  <c:v>4.0416031965818728</c:v>
                </c:pt>
                <c:pt idx="583">
                  <c:v>4.0427155121256479</c:v>
                </c:pt>
                <c:pt idx="584">
                  <c:v>4.0402482889583418</c:v>
                </c:pt>
                <c:pt idx="585">
                  <c:v>4.0459427147208924</c:v>
                </c:pt>
                <c:pt idx="586">
                  <c:v>4.0452419195315903</c:v>
                </c:pt>
                <c:pt idx="587">
                  <c:v>4.0460867982751116</c:v>
                </c:pt>
                <c:pt idx="588">
                  <c:v>4.0494702694148828</c:v>
                </c:pt>
                <c:pt idx="589">
                  <c:v>4.0483385686592559</c:v>
                </c:pt>
                <c:pt idx="590">
                  <c:v>4.0480587094987541</c:v>
                </c:pt>
                <c:pt idx="591">
                  <c:v>4.0485127981959881</c:v>
                </c:pt>
                <c:pt idx="592">
                  <c:v>4.0466510266249953</c:v>
                </c:pt>
                <c:pt idx="593">
                  <c:v>4.0510866795901412</c:v>
                </c:pt>
                <c:pt idx="594">
                  <c:v>4.0611704711793326</c:v>
                </c:pt>
                <c:pt idx="595">
                  <c:v>4.0687208133876647</c:v>
                </c:pt>
                <c:pt idx="596">
                  <c:v>4.0694011947620368</c:v>
                </c:pt>
                <c:pt idx="597">
                  <c:v>4.0676414922656958</c:v>
                </c:pt>
                <c:pt idx="598">
                  <c:v>4.0685927127428094</c:v>
                </c:pt>
                <c:pt idx="599">
                  <c:v>4.066430668196384</c:v>
                </c:pt>
                <c:pt idx="600">
                  <c:v>4.0570209281164695</c:v>
                </c:pt>
                <c:pt idx="601">
                  <c:v>4.0484604185623292</c:v>
                </c:pt>
                <c:pt idx="602">
                  <c:v>4.0444723661826956</c:v>
                </c:pt>
                <c:pt idx="603">
                  <c:v>4.0353529295406894</c:v>
                </c:pt>
                <c:pt idx="604">
                  <c:v>4.0365320251612138</c:v>
                </c:pt>
                <c:pt idx="605">
                  <c:v>4.04584301934565</c:v>
                </c:pt>
                <c:pt idx="606">
                  <c:v>4.0507593464414287</c:v>
                </c:pt>
                <c:pt idx="607">
                  <c:v>4.0492427898880408</c:v>
                </c:pt>
                <c:pt idx="608">
                  <c:v>4.0562999564821771</c:v>
                </c:pt>
                <c:pt idx="609">
                  <c:v>4.062713534042806</c:v>
                </c:pt>
                <c:pt idx="610">
                  <c:v>4.0620863235352296</c:v>
                </c:pt>
                <c:pt idx="611">
                  <c:v>4.05870396012185</c:v>
                </c:pt>
                <c:pt idx="612">
                  <c:v>4.0510722791470508</c:v>
                </c:pt>
                <c:pt idx="613">
                  <c:v>4.040299007002413</c:v>
                </c:pt>
                <c:pt idx="614">
                  <c:v>4.0463104007595838</c:v>
                </c:pt>
                <c:pt idx="615">
                  <c:v>4.0638220516675236</c:v>
                </c:pt>
                <c:pt idx="616">
                  <c:v>4.0729036673655896</c:v>
                </c:pt>
                <c:pt idx="617">
                  <c:v>4.0695086442220196</c:v>
                </c:pt>
                <c:pt idx="618">
                  <c:v>4.0614661550025719</c:v>
                </c:pt>
                <c:pt idx="619">
                  <c:v>4.0634263559757882</c:v>
                </c:pt>
                <c:pt idx="620">
                  <c:v>4.0622186968390235</c:v>
                </c:pt>
                <c:pt idx="621">
                  <c:v>4.0533887724017879</c:v>
                </c:pt>
                <c:pt idx="622">
                  <c:v>4.04561237488626</c:v>
                </c:pt>
                <c:pt idx="623">
                  <c:v>4.0462017644498953</c:v>
                </c:pt>
                <c:pt idx="624">
                  <c:v>4.0469684693594967</c:v>
                </c:pt>
                <c:pt idx="625">
                  <c:v>4.0482010523400724</c:v>
                </c:pt>
                <c:pt idx="626">
                  <c:v>4.05107504846303</c:v>
                </c:pt>
                <c:pt idx="627">
                  <c:v>4.0537524231514812</c:v>
                </c:pt>
                <c:pt idx="628">
                  <c:v>4.0497608893460457</c:v>
                </c:pt>
                <c:pt idx="629">
                  <c:v>4.0410994975669583</c:v>
                </c:pt>
                <c:pt idx="630">
                  <c:v>4.0434330023341376</c:v>
                </c:pt>
                <c:pt idx="631">
                  <c:v>4.0532095580962935</c:v>
                </c:pt>
                <c:pt idx="632">
                  <c:v>4.0590716461605414</c:v>
                </c:pt>
                <c:pt idx="633">
                  <c:v>4.0593565692131186</c:v>
                </c:pt>
                <c:pt idx="634">
                  <c:v>4.0605071804407169</c:v>
                </c:pt>
                <c:pt idx="635">
                  <c:v>4.0605707164616058</c:v>
                </c:pt>
                <c:pt idx="636">
                  <c:v>4.0563073940736638</c:v>
                </c:pt>
                <c:pt idx="637">
                  <c:v>4.0489639593306164</c:v>
                </c:pt>
                <c:pt idx="638">
                  <c:v>4.0424359694584009</c:v>
                </c:pt>
                <c:pt idx="639">
                  <c:v>4.037633263441073</c:v>
                </c:pt>
                <c:pt idx="640">
                  <c:v>4.0368918779918506</c:v>
                </c:pt>
                <c:pt idx="641">
                  <c:v>4.0474235075364957</c:v>
                </c:pt>
                <c:pt idx="642">
                  <c:v>4.0517244926217506</c:v>
                </c:pt>
                <c:pt idx="643">
                  <c:v>4.0488019147841916</c:v>
                </c:pt>
                <c:pt idx="644">
                  <c:v>4.0444307473196979</c:v>
                </c:pt>
                <c:pt idx="645">
                  <c:v>4.0395114135379986</c:v>
                </c:pt>
                <c:pt idx="646">
                  <c:v>4.0304534557107248</c:v>
                </c:pt>
                <c:pt idx="647">
                  <c:v>4.0258683388060295</c:v>
                </c:pt>
                <c:pt idx="648">
                  <c:v>4.0349402223365116</c:v>
                </c:pt>
                <c:pt idx="649">
                  <c:v>4.0512555287415433</c:v>
                </c:pt>
                <c:pt idx="650">
                  <c:v>4.0502755073782488</c:v>
                </c:pt>
                <c:pt idx="651">
                  <c:v>4.0519185821102184</c:v>
                </c:pt>
                <c:pt idx="652">
                  <c:v>4.0503579538711083</c:v>
                </c:pt>
                <c:pt idx="653">
                  <c:v>4.0457968113304581</c:v>
                </c:pt>
                <c:pt idx="654">
                  <c:v>4.0513610792419987</c:v>
                </c:pt>
                <c:pt idx="655">
                  <c:v>4.0647022985322625</c:v>
                </c:pt>
                <c:pt idx="656">
                  <c:v>4.0691128694069709</c:v>
                </c:pt>
                <c:pt idx="657">
                  <c:v>4.0691014756498003</c:v>
                </c:pt>
                <c:pt idx="658">
                  <c:v>4.0584119159710408</c:v>
                </c:pt>
                <c:pt idx="659">
                  <c:v>4.0499604383431578</c:v>
                </c:pt>
                <c:pt idx="660">
                  <c:v>4.047935118882779</c:v>
                </c:pt>
                <c:pt idx="661">
                  <c:v>4.0458331289314398</c:v>
                </c:pt>
                <c:pt idx="662">
                  <c:v>4.0457081140958184</c:v>
                </c:pt>
                <c:pt idx="663">
                  <c:v>4.0501402856351625</c:v>
                </c:pt>
                <c:pt idx="664">
                  <c:v>4.0560823673695454</c:v>
                </c:pt>
                <c:pt idx="665">
                  <c:v>4.0650994975669583</c:v>
                </c:pt>
                <c:pt idx="666">
                  <c:v>4.0726352810855717</c:v>
                </c:pt>
                <c:pt idx="667">
                  <c:v>4.0680425683427623</c:v>
                </c:pt>
                <c:pt idx="668">
                  <c:v>4.0569582624520315</c:v>
                </c:pt>
                <c:pt idx="669">
                  <c:v>4.0574045970645249</c:v>
                </c:pt>
                <c:pt idx="670">
                  <c:v>4.0608622858725321</c:v>
                </c:pt>
                <c:pt idx="671">
                  <c:v>4.0599346441428965</c:v>
                </c:pt>
                <c:pt idx="672">
                  <c:v>4.0566399493610792</c:v>
                </c:pt>
                <c:pt idx="673">
                  <c:v>4.0563017763183922</c:v>
                </c:pt>
                <c:pt idx="674">
                  <c:v>4.0512083712465881</c:v>
                </c:pt>
                <c:pt idx="675">
                  <c:v>4.0471827352929539</c:v>
                </c:pt>
                <c:pt idx="676">
                  <c:v>4.0484534557107255</c:v>
                </c:pt>
                <c:pt idx="677">
                  <c:v>4.0395940182774854</c:v>
                </c:pt>
                <c:pt idx="678">
                  <c:v>4.0404421410768681</c:v>
                </c:pt>
                <c:pt idx="679">
                  <c:v>4.0478147723226652</c:v>
                </c:pt>
                <c:pt idx="680">
                  <c:v>4.0515721011195946</c:v>
                </c:pt>
                <c:pt idx="681">
                  <c:v>4.0567769118170673</c:v>
                </c:pt>
                <c:pt idx="682">
                  <c:v>4.0578236341337979</c:v>
                </c:pt>
                <c:pt idx="683">
                  <c:v>4.0535683032005378</c:v>
                </c:pt>
                <c:pt idx="684">
                  <c:v>4.0479506270522609</c:v>
                </c:pt>
                <c:pt idx="685">
                  <c:v>4.0439569569173557</c:v>
                </c:pt>
                <c:pt idx="686">
                  <c:v>4.0478215769276416</c:v>
                </c:pt>
                <c:pt idx="687">
                  <c:v>4.048629188590418</c:v>
                </c:pt>
                <c:pt idx="688">
                  <c:v>4.0493163745697673</c:v>
                </c:pt>
                <c:pt idx="689">
                  <c:v>4.0531127111603436</c:v>
                </c:pt>
                <c:pt idx="690">
                  <c:v>4.0556353997705425</c:v>
                </c:pt>
                <c:pt idx="691">
                  <c:v>4.0514103730664237</c:v>
                </c:pt>
                <c:pt idx="692">
                  <c:v>4.0525423111919929</c:v>
                </c:pt>
                <c:pt idx="693">
                  <c:v>4.056251928630771</c:v>
                </c:pt>
                <c:pt idx="694">
                  <c:v>4.0618641452704036</c:v>
                </c:pt>
                <c:pt idx="695">
                  <c:v>4.0615506587015862</c:v>
                </c:pt>
                <c:pt idx="696">
                  <c:v>4.0544703089765397</c:v>
                </c:pt>
                <c:pt idx="697">
                  <c:v>4.0445366934367213</c:v>
                </c:pt>
                <c:pt idx="698">
                  <c:v>4.039892867033271</c:v>
                </c:pt>
                <c:pt idx="699">
                  <c:v>4.0390462475768487</c:v>
                </c:pt>
                <c:pt idx="700">
                  <c:v>4.0424392135142622</c:v>
                </c:pt>
                <c:pt idx="701">
                  <c:v>4.0449656209202045</c:v>
                </c:pt>
                <c:pt idx="702">
                  <c:v>4.0475861059461167</c:v>
                </c:pt>
                <c:pt idx="703">
                  <c:v>4.0421461407603747</c:v>
                </c:pt>
                <c:pt idx="704">
                  <c:v>4.0427111603433952</c:v>
                </c:pt>
                <c:pt idx="705">
                  <c:v>4.0495144993472323</c:v>
                </c:pt>
                <c:pt idx="706">
                  <c:v>4.0518990386517384</c:v>
                </c:pt>
                <c:pt idx="707">
                  <c:v>4.0478641452704043</c:v>
                </c:pt>
                <c:pt idx="708">
                  <c:v>4.0463926098825018</c:v>
                </c:pt>
                <c:pt idx="709">
                  <c:v>4.0480056177552717</c:v>
                </c:pt>
                <c:pt idx="710">
                  <c:v>4.047378328124382</c:v>
                </c:pt>
                <c:pt idx="711">
                  <c:v>4.0441808758950826</c:v>
                </c:pt>
                <c:pt idx="712">
                  <c:v>4.0428878427028527</c:v>
                </c:pt>
                <c:pt idx="713">
                  <c:v>4.0433232582980576</c:v>
                </c:pt>
                <c:pt idx="714">
                  <c:v>4.0473492898682597</c:v>
                </c:pt>
                <c:pt idx="715">
                  <c:v>4.0521356173596548</c:v>
                </c:pt>
                <c:pt idx="716">
                  <c:v>4.0491915179807734</c:v>
                </c:pt>
                <c:pt idx="717">
                  <c:v>4.0518839260988253</c:v>
                </c:pt>
                <c:pt idx="718">
                  <c:v>4.0581950389682317</c:v>
                </c:pt>
                <c:pt idx="719">
                  <c:v>4.0564066938323373</c:v>
                </c:pt>
                <c:pt idx="720">
                  <c:v>4.0539622581793724</c:v>
                </c:pt>
                <c:pt idx="721">
                  <c:v>4.0501584839973095</c:v>
                </c:pt>
                <c:pt idx="722">
                  <c:v>4.0515634766784032</c:v>
                </c:pt>
                <c:pt idx="723">
                  <c:v>4.0475807255607865</c:v>
                </c:pt>
                <c:pt idx="724">
                  <c:v>4.0461360920995375</c:v>
                </c:pt>
                <c:pt idx="725">
                  <c:v>4.0493474700320453</c:v>
                </c:pt>
                <c:pt idx="726">
                  <c:v>4.0504694386200892</c:v>
                </c:pt>
                <c:pt idx="727">
                  <c:v>4.0515638722949721</c:v>
                </c:pt>
                <c:pt idx="728">
                  <c:v>4.0519086916960081</c:v>
                </c:pt>
                <c:pt idx="729">
                  <c:v>4.0518131107330779</c:v>
                </c:pt>
                <c:pt idx="730">
                  <c:v>4.0507826878189661</c:v>
                </c:pt>
                <c:pt idx="731">
                  <c:v>4.0455639514182851</c:v>
                </c:pt>
                <c:pt idx="732">
                  <c:v>4.0534329232108242</c:v>
                </c:pt>
                <c:pt idx="733">
                  <c:v>4.0610582743205281</c:v>
                </c:pt>
                <c:pt idx="734">
                  <c:v>4.0642254223206864</c:v>
                </c:pt>
                <c:pt idx="735">
                  <c:v>4.0642484472049691</c:v>
                </c:pt>
                <c:pt idx="736">
                  <c:v>4.0625787079162876</c:v>
                </c:pt>
                <c:pt idx="737">
                  <c:v>4.061938125568699</c:v>
                </c:pt>
                <c:pt idx="738">
                  <c:v>4.0660306207223957</c:v>
                </c:pt>
                <c:pt idx="739">
                  <c:v>4.0710617557463307</c:v>
                </c:pt>
                <c:pt idx="740">
                  <c:v>4.0688187680500061</c:v>
                </c:pt>
                <c:pt idx="741">
                  <c:v>4.0661035724176129</c:v>
                </c:pt>
                <c:pt idx="742">
                  <c:v>4.0705041737547969</c:v>
                </c:pt>
                <c:pt idx="743">
                  <c:v>4.0719742849230522</c:v>
                </c:pt>
                <c:pt idx="744">
                  <c:v>4.0653004707837166</c:v>
                </c:pt>
                <c:pt idx="745">
                  <c:v>4.0620473157415828</c:v>
                </c:pt>
                <c:pt idx="746">
                  <c:v>4.062925030660284</c:v>
                </c:pt>
                <c:pt idx="747">
                  <c:v>4.0655661668710685</c:v>
                </c:pt>
                <c:pt idx="748">
                  <c:v>4.0630801914784191</c:v>
                </c:pt>
                <c:pt idx="749">
                  <c:v>4.0560672548166314</c:v>
                </c:pt>
                <c:pt idx="750">
                  <c:v>4.0521027020611626</c:v>
                </c:pt>
                <c:pt idx="751">
                  <c:v>4.0532116944257623</c:v>
                </c:pt>
                <c:pt idx="752">
                  <c:v>4.0540342603948254</c:v>
                </c:pt>
                <c:pt idx="753">
                  <c:v>4.0607967717688016</c:v>
                </c:pt>
                <c:pt idx="754">
                  <c:v>4.0631574158325749</c:v>
                </c:pt>
                <c:pt idx="755">
                  <c:v>4.056896704513985</c:v>
                </c:pt>
                <c:pt idx="756">
                  <c:v>4.0523926890058153</c:v>
                </c:pt>
                <c:pt idx="757">
                  <c:v>4.0511226806978673</c:v>
                </c:pt>
                <c:pt idx="758">
                  <c:v>4.0538572615421131</c:v>
                </c:pt>
                <c:pt idx="759">
                  <c:v>4.0561102187759621</c:v>
                </c:pt>
                <c:pt idx="760">
                  <c:v>4.0516680776990937</c:v>
                </c:pt>
                <c:pt idx="761">
                  <c:v>4.0547865648613364</c:v>
                </c:pt>
                <c:pt idx="762">
                  <c:v>4.0561698777544803</c:v>
                </c:pt>
                <c:pt idx="763">
                  <c:v>4.0539026783241683</c:v>
                </c:pt>
                <c:pt idx="764">
                  <c:v>4.0529160897258381</c:v>
                </c:pt>
                <c:pt idx="765">
                  <c:v>4.047385844839182</c:v>
                </c:pt>
                <c:pt idx="766">
                  <c:v>4.0473266606005458</c:v>
                </c:pt>
                <c:pt idx="767">
                  <c:v>4.0427690786090125</c:v>
                </c:pt>
                <c:pt idx="768">
                  <c:v>4.0431139771333626</c:v>
                </c:pt>
                <c:pt idx="769">
                  <c:v>4.0474634648099066</c:v>
                </c:pt>
                <c:pt idx="770">
                  <c:v>4.0553865569490046</c:v>
                </c:pt>
                <c:pt idx="771">
                  <c:v>4.0624381849111844</c:v>
                </c:pt>
                <c:pt idx="772">
                  <c:v>4.0657650828816712</c:v>
                </c:pt>
                <c:pt idx="773">
                  <c:v>4.0627095778771212</c:v>
                </c:pt>
                <c:pt idx="774">
                  <c:v>4.0567320488982075</c:v>
                </c:pt>
                <c:pt idx="775">
                  <c:v>4.054362463899988</c:v>
                </c:pt>
                <c:pt idx="776">
                  <c:v>4.0620668592000637</c:v>
                </c:pt>
                <c:pt idx="777">
                  <c:v>4.0640976381690868</c:v>
                </c:pt>
                <c:pt idx="778">
                  <c:v>4.0569041421054717</c:v>
                </c:pt>
                <c:pt idx="779">
                  <c:v>4.0520150334296003</c:v>
                </c:pt>
                <c:pt idx="780">
                  <c:v>4.0523473513470742</c:v>
                </c:pt>
                <c:pt idx="781">
                  <c:v>4.0562498714246153</c:v>
                </c:pt>
                <c:pt idx="782">
                  <c:v>4.0650787672587727</c:v>
                </c:pt>
                <c:pt idx="783">
                  <c:v>4.0725063892075797</c:v>
                </c:pt>
                <c:pt idx="784">
                  <c:v>4.0682664873204892</c:v>
                </c:pt>
                <c:pt idx="785">
                  <c:v>4.0611726866321165</c:v>
                </c:pt>
                <c:pt idx="786">
                  <c:v>4.0593164536930804</c:v>
                </c:pt>
                <c:pt idx="787">
                  <c:v>4.0614678957154728</c:v>
                </c:pt>
                <c:pt idx="788">
                  <c:v>4.0537631047988292</c:v>
                </c:pt>
                <c:pt idx="789">
                  <c:v>4.0529473434347434</c:v>
                </c:pt>
                <c:pt idx="790">
                  <c:v>4.0628242275586501</c:v>
                </c:pt>
                <c:pt idx="791">
                  <c:v>4.0703041500178028</c:v>
                </c:pt>
                <c:pt idx="792">
                  <c:v>4.0620856114254069</c:v>
                </c:pt>
                <c:pt idx="793">
                  <c:v>4.052279700913874</c:v>
                </c:pt>
                <c:pt idx="794">
                  <c:v>4.0484448312695331</c:v>
                </c:pt>
                <c:pt idx="795">
                  <c:v>4.0435225699252282</c:v>
                </c:pt>
                <c:pt idx="796">
                  <c:v>4.0447626696206038</c:v>
                </c:pt>
                <c:pt idx="797">
                  <c:v>4.0418175416386442</c:v>
                </c:pt>
                <c:pt idx="798">
                  <c:v>4.0477651620049846</c:v>
                </c:pt>
                <c:pt idx="799">
                  <c:v>4.0470420540412233</c:v>
                </c:pt>
                <c:pt idx="800">
                  <c:v>4.0400536456066778</c:v>
                </c:pt>
                <c:pt idx="801">
                  <c:v>4.0392751513233378</c:v>
                </c:pt>
                <c:pt idx="802">
                  <c:v>4.0441796890453769</c:v>
                </c:pt>
                <c:pt idx="803">
                  <c:v>4.0467424931756142</c:v>
                </c:pt>
                <c:pt idx="804">
                  <c:v>4.0487667840329156</c:v>
                </c:pt>
                <c:pt idx="805">
                  <c:v>4.0492112988091939</c:v>
                </c:pt>
                <c:pt idx="806">
                  <c:v>4.0538833722356289</c:v>
                </c:pt>
                <c:pt idx="807">
                  <c:v>4.0515067452624915</c:v>
                </c:pt>
                <c:pt idx="808">
                  <c:v>4.0391579696957711</c:v>
                </c:pt>
                <c:pt idx="809">
                  <c:v>4.0332663686355188</c:v>
                </c:pt>
                <c:pt idx="810">
                  <c:v>4.0390013846579897</c:v>
                </c:pt>
                <c:pt idx="811">
                  <c:v>4.0525620920204135</c:v>
                </c:pt>
                <c:pt idx="812">
                  <c:v>4.057273568857064</c:v>
                </c:pt>
                <c:pt idx="813">
                  <c:v>4.0536478221307908</c:v>
                </c:pt>
                <c:pt idx="814">
                  <c:v>4.0557612849626139</c:v>
                </c:pt>
                <c:pt idx="815">
                  <c:v>4.0621473276100799</c:v>
                </c:pt>
                <c:pt idx="816">
                  <c:v>4.0631967401194764</c:v>
                </c:pt>
                <c:pt idx="817">
                  <c:v>4.0534795268425841</c:v>
                </c:pt>
                <c:pt idx="818">
                  <c:v>4.0517273410610439</c:v>
                </c:pt>
                <c:pt idx="819">
                  <c:v>4.0452786327491399</c:v>
                </c:pt>
                <c:pt idx="820">
                  <c:v>4.0452769711595522</c:v>
                </c:pt>
                <c:pt idx="821">
                  <c:v>4.0511999841753372</c:v>
                </c:pt>
                <c:pt idx="822">
                  <c:v>4.0569755113344144</c:v>
                </c:pt>
                <c:pt idx="823">
                  <c:v>4.0608910867587138</c:v>
                </c:pt>
                <c:pt idx="824">
                  <c:v>4.0591355777979983</c:v>
                </c:pt>
                <c:pt idx="825">
                  <c:v>4.0562391106539541</c:v>
                </c:pt>
                <c:pt idx="826">
                  <c:v>4.0595151323337424</c:v>
                </c:pt>
                <c:pt idx="827">
                  <c:v>4.0614966174783396</c:v>
                </c:pt>
                <c:pt idx="828">
                  <c:v>4.0549305692922424</c:v>
                </c:pt>
                <c:pt idx="829">
                  <c:v>4.0553071171420658</c:v>
                </c:pt>
                <c:pt idx="830">
                  <c:v>4.0584414289670452</c:v>
                </c:pt>
                <c:pt idx="831">
                  <c:v>4.0494750959370176</c:v>
                </c:pt>
                <c:pt idx="832">
                  <c:v>4.0390585908137835</c:v>
                </c:pt>
                <c:pt idx="833">
                  <c:v>4.0365692131186455</c:v>
                </c:pt>
                <c:pt idx="834">
                  <c:v>4.0417259959647112</c:v>
                </c:pt>
                <c:pt idx="835">
                  <c:v>4.0439048937769515</c:v>
                </c:pt>
                <c:pt idx="836">
                  <c:v>4.0457576452901849</c:v>
                </c:pt>
                <c:pt idx="837">
                  <c:v>4.0544879534754914</c:v>
                </c:pt>
                <c:pt idx="838">
                  <c:v>4.0591055109387977</c:v>
                </c:pt>
                <c:pt idx="839">
                  <c:v>4.0616236103968033</c:v>
                </c:pt>
                <c:pt idx="840">
                  <c:v>4.0618104205404126</c:v>
                </c:pt>
                <c:pt idx="841">
                  <c:v>4.0571408790600154</c:v>
                </c:pt>
                <c:pt idx="842">
                  <c:v>4.0558214978043283</c:v>
                </c:pt>
                <c:pt idx="843">
                  <c:v>4.0544883490920602</c:v>
                </c:pt>
                <c:pt idx="844">
                  <c:v>4.0487118724532181</c:v>
                </c:pt>
                <c:pt idx="845">
                  <c:v>4.0463611188036559</c:v>
                </c:pt>
                <c:pt idx="846">
                  <c:v>4.0425918423863587</c:v>
                </c:pt>
                <c:pt idx="847">
                  <c:v>4.0431915179807731</c:v>
                </c:pt>
                <c:pt idx="848">
                  <c:v>4.0461517585156468</c:v>
                </c:pt>
                <c:pt idx="849">
                  <c:v>4.0487720061716184</c:v>
                </c:pt>
                <c:pt idx="850">
                  <c:v>4.0567493769039045</c:v>
                </c:pt>
                <c:pt idx="851">
                  <c:v>4.0581346678798909</c:v>
                </c:pt>
                <c:pt idx="852">
                  <c:v>4.052508129920481</c:v>
                </c:pt>
                <c:pt idx="853">
                  <c:v>4.0502940222336514</c:v>
                </c:pt>
                <c:pt idx="854">
                  <c:v>4.0524656407010324</c:v>
                </c:pt>
                <c:pt idx="855">
                  <c:v>4.0583485381967801</c:v>
                </c:pt>
                <c:pt idx="856">
                  <c:v>4.0584759267318118</c:v>
                </c:pt>
                <c:pt idx="857">
                  <c:v>4.0560673339399456</c:v>
                </c:pt>
                <c:pt idx="858">
                  <c:v>4.0527866439846498</c:v>
                </c:pt>
                <c:pt idx="859">
                  <c:v>4.0567622740040354</c:v>
                </c:pt>
                <c:pt idx="860">
                  <c:v>4.0509496380108398</c:v>
                </c:pt>
                <c:pt idx="861">
                  <c:v>4.0414012738853504</c:v>
                </c:pt>
                <c:pt idx="862">
                  <c:v>4.0462003402302491</c:v>
                </c:pt>
                <c:pt idx="863">
                  <c:v>4.0600155872927957</c:v>
                </c:pt>
                <c:pt idx="864">
                  <c:v>4.0644676187838744</c:v>
                </c:pt>
                <c:pt idx="865">
                  <c:v>4.0655038176998852</c:v>
                </c:pt>
                <c:pt idx="866">
                  <c:v>4.0633599715156068</c:v>
                </c:pt>
                <c:pt idx="867">
                  <c:v>4.0636987775448032</c:v>
                </c:pt>
                <c:pt idx="868">
                  <c:v>4.0672193693871899</c:v>
                </c:pt>
                <c:pt idx="869">
                  <c:v>4.0624004430905565</c:v>
                </c:pt>
                <c:pt idx="870">
                  <c:v>4.0581421054713775</c:v>
                </c:pt>
                <c:pt idx="871">
                  <c:v>4.0568412390710922</c:v>
                </c:pt>
                <c:pt idx="872">
                  <c:v>4.0607617992641529</c:v>
                </c:pt>
                <c:pt idx="873">
                  <c:v>4.0602087273014993</c:v>
                </c:pt>
                <c:pt idx="874">
                  <c:v>4.059161688491514</c:v>
                </c:pt>
                <c:pt idx="875">
                  <c:v>4.0585420738220517</c:v>
                </c:pt>
                <c:pt idx="876">
                  <c:v>4.0611710250425288</c:v>
                </c:pt>
                <c:pt idx="877">
                  <c:v>4.0582300905961946</c:v>
                </c:pt>
                <c:pt idx="878">
                  <c:v>4.0550875499465917</c:v>
                </c:pt>
                <c:pt idx="879">
                  <c:v>4.0570456937136523</c:v>
                </c:pt>
                <c:pt idx="880">
                  <c:v>4.0594595877675355</c:v>
                </c:pt>
                <c:pt idx="881">
                  <c:v>4.0575869763025674</c:v>
                </c:pt>
                <c:pt idx="882">
                  <c:v>4.0509240020572062</c:v>
                </c:pt>
                <c:pt idx="883">
                  <c:v>4.0481132254618828</c:v>
                </c:pt>
                <c:pt idx="884">
                  <c:v>4.0436270918226054</c:v>
                </c:pt>
                <c:pt idx="885">
                  <c:v>4.0365266447758836</c:v>
                </c:pt>
                <c:pt idx="886">
                  <c:v>4.0349370574039645</c:v>
                </c:pt>
                <c:pt idx="887">
                  <c:v>4.0402669620603708</c:v>
                </c:pt>
                <c:pt idx="888">
                  <c:v>4.046831269533568</c:v>
                </c:pt>
                <c:pt idx="889">
                  <c:v>4.0512606717569328</c:v>
                </c:pt>
                <c:pt idx="890">
                  <c:v>4.0590050243304185</c:v>
                </c:pt>
                <c:pt idx="891">
                  <c:v>4.0612127230288406</c:v>
                </c:pt>
                <c:pt idx="892">
                  <c:v>4.0596895201171028</c:v>
                </c:pt>
                <c:pt idx="893">
                  <c:v>4.0601709854808723</c:v>
                </c:pt>
                <c:pt idx="894">
                  <c:v>4.0555486014954303</c:v>
                </c:pt>
                <c:pt idx="895">
                  <c:v>4.0529632472207933</c:v>
                </c:pt>
                <c:pt idx="896">
                  <c:v>4.0534618032203191</c:v>
                </c:pt>
                <c:pt idx="897">
                  <c:v>4.0501618862997981</c:v>
                </c:pt>
                <c:pt idx="898">
                  <c:v>4.0498742730545558</c:v>
                </c:pt>
                <c:pt idx="899">
                  <c:v>4.0552477746568023</c:v>
                </c:pt>
                <c:pt idx="900">
                  <c:v>4.0559216679194527</c:v>
                </c:pt>
                <c:pt idx="901">
                  <c:v>4.0575387110812198</c:v>
                </c:pt>
                <c:pt idx="902">
                  <c:v>4.0562193298255327</c:v>
                </c:pt>
                <c:pt idx="903">
                  <c:v>4.0526089330221149</c:v>
                </c:pt>
                <c:pt idx="904">
                  <c:v>4.0526259445345572</c:v>
                </c:pt>
                <c:pt idx="905">
                  <c:v>4.0520516675238358</c:v>
                </c:pt>
                <c:pt idx="906">
                  <c:v>4.0478544131028205</c:v>
                </c:pt>
                <c:pt idx="907">
                  <c:v>4.0520983502789099</c:v>
                </c:pt>
                <c:pt idx="908">
                  <c:v>4.0594841951180918</c:v>
                </c:pt>
                <c:pt idx="909">
                  <c:v>4.0628276298611388</c:v>
                </c:pt>
                <c:pt idx="910">
                  <c:v>4.0650579578272739</c:v>
                </c:pt>
                <c:pt idx="911">
                  <c:v>4.070489535941765</c:v>
                </c:pt>
                <c:pt idx="912">
                  <c:v>4.0706119397080354</c:v>
                </c:pt>
                <c:pt idx="913">
                  <c:v>4.064415476520157</c:v>
                </c:pt>
                <c:pt idx="914">
                  <c:v>4.0529377695137869</c:v>
                </c:pt>
                <c:pt idx="915">
                  <c:v>4.0472833010246472</c:v>
                </c:pt>
                <c:pt idx="916">
                  <c:v>4.0437364402421174</c:v>
                </c:pt>
                <c:pt idx="917">
                  <c:v>4.0407442338885149</c:v>
                </c:pt>
                <c:pt idx="918">
                  <c:v>4.0412867824504488</c:v>
                </c:pt>
                <c:pt idx="919">
                  <c:v>4.0425730110377023</c:v>
                </c:pt>
                <c:pt idx="920">
                  <c:v>4.0420468410017012</c:v>
                </c:pt>
                <c:pt idx="921">
                  <c:v>4.0422364204612888</c:v>
                </c:pt>
                <c:pt idx="922">
                  <c:v>4.0504406377339084</c:v>
                </c:pt>
                <c:pt idx="923">
                  <c:v>4.0590725956403055</c:v>
                </c:pt>
                <c:pt idx="924">
                  <c:v>4.0601689282747158</c:v>
                </c:pt>
                <c:pt idx="925">
                  <c:v>4.0529820785694506</c:v>
                </c:pt>
                <c:pt idx="926">
                  <c:v>4.0496353997705423</c:v>
                </c:pt>
                <c:pt idx="927">
                  <c:v>4.0528047632234836</c:v>
                </c:pt>
                <c:pt idx="928">
                  <c:v>4.0532849626142342</c:v>
                </c:pt>
                <c:pt idx="929">
                  <c:v>4.0541486727064129</c:v>
                </c:pt>
                <c:pt idx="930">
                  <c:v>4.0553409027970089</c:v>
                </c:pt>
                <c:pt idx="931">
                  <c:v>4.0517214859358308</c:v>
                </c:pt>
                <c:pt idx="932">
                  <c:v>4.0536985401748629</c:v>
                </c:pt>
                <c:pt idx="933">
                  <c:v>4.0561401273885354</c:v>
                </c:pt>
                <c:pt idx="934">
                  <c:v>4.0572680302251056</c:v>
                </c:pt>
                <c:pt idx="935">
                  <c:v>4.0577473592594062</c:v>
                </c:pt>
                <c:pt idx="936">
                  <c:v>4.0578242671203073</c:v>
                </c:pt>
                <c:pt idx="937">
                  <c:v>4.0583177592277568</c:v>
                </c:pt>
                <c:pt idx="938">
                  <c:v>4.0585962732919256</c:v>
                </c:pt>
                <c:pt idx="939">
                  <c:v>4.0533730268623653</c:v>
                </c:pt>
                <c:pt idx="940">
                  <c:v>4.0488422676741704</c:v>
                </c:pt>
                <c:pt idx="941">
                  <c:v>4.0461846738141389</c:v>
                </c:pt>
                <c:pt idx="942">
                  <c:v>4.0526025240337065</c:v>
                </c:pt>
                <c:pt idx="943">
                  <c:v>4.0559965185741982</c:v>
                </c:pt>
                <c:pt idx="944">
                  <c:v>4.0540415397396847</c:v>
                </c:pt>
                <c:pt idx="945">
                  <c:v>4.0565784705463468</c:v>
                </c:pt>
                <c:pt idx="946">
                  <c:v>4.0619543458480045</c:v>
                </c:pt>
                <c:pt idx="947">
                  <c:v>4.0689095224908023</c:v>
                </c:pt>
                <c:pt idx="948">
                  <c:v>4.0708920362384777</c:v>
                </c:pt>
                <c:pt idx="949">
                  <c:v>4.0615155279503101</c:v>
                </c:pt>
                <c:pt idx="950">
                  <c:v>4.0546109111049571</c:v>
                </c:pt>
                <c:pt idx="951">
                  <c:v>4.0499406575147363</c:v>
                </c:pt>
                <c:pt idx="952">
                  <c:v>4.0400932072635198</c:v>
                </c:pt>
                <c:pt idx="953">
                  <c:v>4.038300272975432</c:v>
                </c:pt>
                <c:pt idx="954">
                  <c:v>4.040781184476006</c:v>
                </c:pt>
                <c:pt idx="955">
                  <c:v>4.0453294299165252</c:v>
                </c:pt>
                <c:pt idx="956">
                  <c:v>4.049657000435178</c:v>
                </c:pt>
                <c:pt idx="957">
                  <c:v>4.059726470704593</c:v>
                </c:pt>
                <c:pt idx="958">
                  <c:v>4.0641122759821178</c:v>
                </c:pt>
                <c:pt idx="959">
                  <c:v>4.0673105985678681</c:v>
                </c:pt>
                <c:pt idx="960">
                  <c:v>4.0656785219765004</c:v>
                </c:pt>
                <c:pt idx="961">
                  <c:v>4.0644720496894413</c:v>
                </c:pt>
                <c:pt idx="962">
                  <c:v>4.0636185465047276</c:v>
                </c:pt>
                <c:pt idx="963">
                  <c:v>4.063071646160541</c:v>
                </c:pt>
                <c:pt idx="964">
                  <c:v>4.0629419630494121</c:v>
                </c:pt>
                <c:pt idx="965">
                  <c:v>4.0591587609289075</c:v>
                </c:pt>
                <c:pt idx="966">
                  <c:v>4.0579455631601853</c:v>
                </c:pt>
                <c:pt idx="967">
                  <c:v>4.0557356490089802</c:v>
                </c:pt>
                <c:pt idx="968">
                  <c:v>4.0583084226767419</c:v>
                </c:pt>
                <c:pt idx="969">
                  <c:v>4.0618400126597303</c:v>
                </c:pt>
                <c:pt idx="970">
                  <c:v>4.0598525932666059</c:v>
                </c:pt>
                <c:pt idx="971">
                  <c:v>4.050248921944851</c:v>
                </c:pt>
                <c:pt idx="972">
                  <c:v>4.0480976381690867</c:v>
                </c:pt>
                <c:pt idx="973">
                  <c:v>4.0534304703880997</c:v>
                </c:pt>
                <c:pt idx="974">
                  <c:v>4.0526324326462788</c:v>
                </c:pt>
                <c:pt idx="975">
                  <c:v>4.0414710606480195</c:v>
                </c:pt>
                <c:pt idx="976">
                  <c:v>4.0334974087114768</c:v>
                </c:pt>
                <c:pt idx="977">
                  <c:v>4.0363622265300467</c:v>
                </c:pt>
                <c:pt idx="978">
                  <c:v>4.0490729121335605</c:v>
                </c:pt>
                <c:pt idx="979">
                  <c:v>4.0591302765359814</c:v>
                </c:pt>
                <c:pt idx="980">
                  <c:v>4.0613056137991057</c:v>
                </c:pt>
                <c:pt idx="981">
                  <c:v>4.0625930292360648</c:v>
                </c:pt>
                <c:pt idx="982">
                  <c:v>4.0610757605728525</c:v>
                </c:pt>
                <c:pt idx="983">
                  <c:v>4.056842505044111</c:v>
                </c:pt>
                <c:pt idx="984">
                  <c:v>4.0543197373105988</c:v>
                </c:pt>
                <c:pt idx="985">
                  <c:v>4.0499234877556676</c:v>
                </c:pt>
                <c:pt idx="986">
                  <c:v>4.0471870870752067</c:v>
                </c:pt>
                <c:pt idx="987">
                  <c:v>4.0431609763816905</c:v>
                </c:pt>
                <c:pt idx="988">
                  <c:v>4.0399602009732165</c:v>
                </c:pt>
                <c:pt idx="989">
                  <c:v>4.0457513154250897</c:v>
                </c:pt>
                <c:pt idx="990">
                  <c:v>4.0547959805356646</c:v>
                </c:pt>
                <c:pt idx="991">
                  <c:v>4.0529103137239391</c:v>
                </c:pt>
                <c:pt idx="992">
                  <c:v>4.0458262452031493</c:v>
                </c:pt>
                <c:pt idx="993">
                  <c:v>4.0494737508406855</c:v>
                </c:pt>
                <c:pt idx="994">
                  <c:v>4.0555602326225424</c:v>
                </c:pt>
                <c:pt idx="995">
                  <c:v>4.0600003164932543</c:v>
                </c:pt>
                <c:pt idx="996">
                  <c:v>4.0584363650749697</c:v>
                </c:pt>
                <c:pt idx="997">
                  <c:v>4.0594059421608577</c:v>
                </c:pt>
                <c:pt idx="998">
                  <c:v>4.0593109941844361</c:v>
                </c:pt>
                <c:pt idx="999">
                  <c:v>4.0549647505637534</c:v>
                </c:pt>
                <c:pt idx="1000">
                  <c:v>4.0475295327768324</c:v>
                </c:pt>
                <c:pt idx="1001">
                  <c:v>4.0416792340863239</c:v>
                </c:pt>
                <c:pt idx="1002">
                  <c:v>4.0327733512679513</c:v>
                </c:pt>
                <c:pt idx="1003">
                  <c:v>4.029201804011552</c:v>
                </c:pt>
                <c:pt idx="1004">
                  <c:v>4.0318473711279026</c:v>
                </c:pt>
                <c:pt idx="1005">
                  <c:v>4.038394034102148</c:v>
                </c:pt>
                <c:pt idx="1006">
                  <c:v>4.045313288760533</c:v>
                </c:pt>
                <c:pt idx="1007">
                  <c:v>4.0490123827985913</c:v>
                </c:pt>
                <c:pt idx="1008">
                  <c:v>4.0473291134232703</c:v>
                </c:pt>
                <c:pt idx="1009">
                  <c:v>4.0500944732365394</c:v>
                </c:pt>
                <c:pt idx="1010">
                  <c:v>4.0602211496617482</c:v>
                </c:pt>
                <c:pt idx="1011">
                  <c:v>4.0629355540610037</c:v>
                </c:pt>
                <c:pt idx="1012">
                  <c:v>4.0620841872057598</c:v>
                </c:pt>
                <c:pt idx="1013">
                  <c:v>4.0527261937729948</c:v>
                </c:pt>
                <c:pt idx="1014">
                  <c:v>4.0444277406337781</c:v>
                </c:pt>
                <c:pt idx="1015">
                  <c:v>4.0446404241009617</c:v>
                </c:pt>
                <c:pt idx="1016">
                  <c:v>4.0502023183130911</c:v>
                </c:pt>
                <c:pt idx="1017">
                  <c:v>4.0556353997705425</c:v>
                </c:pt>
                <c:pt idx="1018">
                  <c:v>4.0579595679867069</c:v>
                </c:pt>
                <c:pt idx="1019">
                  <c:v>4.0605727736677615</c:v>
                </c:pt>
                <c:pt idx="1020">
                  <c:v>4.0630521818253751</c:v>
                </c:pt>
                <c:pt idx="1021">
                  <c:v>4.0620472366182696</c:v>
                </c:pt>
                <c:pt idx="1022">
                  <c:v>4.057500178027456</c:v>
                </c:pt>
                <c:pt idx="1023">
                  <c:v>4.0477790877081929</c:v>
                </c:pt>
                <c:pt idx="1024">
                  <c:v>4.0453440677295562</c:v>
                </c:pt>
                <c:pt idx="1025">
                  <c:v>4.042983502789097</c:v>
                </c:pt>
                <c:pt idx="1026">
                  <c:v>4.0383322387941609</c:v>
                </c:pt>
                <c:pt idx="1027">
                  <c:v>4.0341475649800218</c:v>
                </c:pt>
                <c:pt idx="1028">
                  <c:v>4.036560113937572</c:v>
                </c:pt>
                <c:pt idx="1029">
                  <c:v>4.0472887605332915</c:v>
                </c:pt>
                <c:pt idx="1030">
                  <c:v>4.0479001463781303</c:v>
                </c:pt>
                <c:pt idx="1031">
                  <c:v>4.0513279265735651</c:v>
                </c:pt>
                <c:pt idx="1032">
                  <c:v>4.0547637773469951</c:v>
                </c:pt>
                <c:pt idx="1033">
                  <c:v>4.0623585077343041</c:v>
                </c:pt>
                <c:pt idx="1034">
                  <c:v>4.0621379910590658</c:v>
                </c:pt>
                <c:pt idx="1035">
                  <c:v>4.0605118487162244</c:v>
                </c:pt>
                <c:pt idx="1036">
                  <c:v>4.0574917118328919</c:v>
                </c:pt>
                <c:pt idx="1037">
                  <c:v>4.0506356767021403</c:v>
                </c:pt>
                <c:pt idx="1038">
                  <c:v>4.0503741741504138</c:v>
                </c:pt>
                <c:pt idx="1039">
                  <c:v>4.0535342801756542</c:v>
                </c:pt>
                <c:pt idx="1040">
                  <c:v>4.0547464493412981</c:v>
                </c:pt>
                <c:pt idx="1041">
                  <c:v>4.0594943229022435</c:v>
                </c:pt>
                <c:pt idx="1042">
                  <c:v>4.0627867231079637</c:v>
                </c:pt>
                <c:pt idx="1043">
                  <c:v>4.0645992008545315</c:v>
                </c:pt>
                <c:pt idx="1044">
                  <c:v>4.068565889939471</c:v>
                </c:pt>
                <c:pt idx="1045">
                  <c:v>4.0681636270126997</c:v>
                </c:pt>
                <c:pt idx="1046">
                  <c:v>4.0645003758357401</c:v>
                </c:pt>
                <c:pt idx="1047">
                  <c:v>4.0559025200775407</c:v>
                </c:pt>
                <c:pt idx="1048">
                  <c:v>4.0463583494876767</c:v>
                </c:pt>
                <c:pt idx="1049">
                  <c:v>4.0393922538275904</c:v>
                </c:pt>
                <c:pt idx="1050">
                  <c:v>4.0357703050203746</c:v>
                </c:pt>
                <c:pt idx="1051">
                  <c:v>4.0448998694465326</c:v>
                </c:pt>
                <c:pt idx="1052">
                  <c:v>4.0551013174031727</c:v>
                </c:pt>
                <c:pt idx="1053">
                  <c:v>4.0540124223602483</c:v>
                </c:pt>
                <c:pt idx="1054">
                  <c:v>4.0564736321557149</c:v>
                </c:pt>
                <c:pt idx="1055">
                  <c:v>4.0590416584246549</c:v>
                </c:pt>
                <c:pt idx="1056">
                  <c:v>4.0648324563832734</c:v>
                </c:pt>
                <c:pt idx="1057">
                  <c:v>4.0660055386319582</c:v>
                </c:pt>
                <c:pt idx="1058">
                  <c:v>4.0630138861415519</c:v>
                </c:pt>
                <c:pt idx="1059">
                  <c:v>4.0552640740594219</c:v>
                </c:pt>
                <c:pt idx="1060">
                  <c:v>4.0443169679946198</c:v>
                </c:pt>
                <c:pt idx="1061">
                  <c:v>4.0353606836254299</c:v>
                </c:pt>
                <c:pt idx="1062">
                  <c:v>4.0294260394825336</c:v>
                </c:pt>
                <c:pt idx="1063">
                  <c:v>4.0332034656011393</c:v>
                </c:pt>
                <c:pt idx="1064">
                  <c:v>4.0357915891917555</c:v>
                </c:pt>
                <c:pt idx="1065">
                  <c:v>4.0410837520275349</c:v>
                </c:pt>
                <c:pt idx="1066">
                  <c:v>4.0559371760889347</c:v>
                </c:pt>
                <c:pt idx="1067">
                  <c:v>4.0595505795782731</c:v>
                </c:pt>
                <c:pt idx="1068">
                  <c:v>4.0550032836175181</c:v>
                </c:pt>
                <c:pt idx="1069">
                  <c:v>4.0503198164339125</c:v>
                </c:pt>
                <c:pt idx="1070">
                  <c:v>4.0414382244728406</c:v>
                </c:pt>
                <c:pt idx="1071">
                  <c:v>4.0390326383668951</c:v>
                </c:pt>
                <c:pt idx="1072">
                  <c:v>4.0407742216244014</c:v>
                </c:pt>
                <c:pt idx="1073">
                  <c:v>4.0407677335126797</c:v>
                </c:pt>
                <c:pt idx="1074">
                  <c:v>4.0367890176840602</c:v>
                </c:pt>
                <c:pt idx="1075">
                  <c:v>4.0300155872927954</c:v>
                </c:pt>
                <c:pt idx="1076">
                  <c:v>4.0281725679471458</c:v>
                </c:pt>
                <c:pt idx="1077">
                  <c:v>4.0283570043913439</c:v>
                </c:pt>
                <c:pt idx="1078">
                  <c:v>4.0301832495944927</c:v>
                </c:pt>
                <c:pt idx="1079">
                  <c:v>4.0398954781026228</c:v>
                </c:pt>
                <c:pt idx="1080">
                  <c:v>4.0459655022352337</c:v>
                </c:pt>
                <c:pt idx="1081">
                  <c:v>4.0429575503422086</c:v>
                </c:pt>
                <c:pt idx="1082">
                  <c:v>4.038843296277248</c:v>
                </c:pt>
                <c:pt idx="1083">
                  <c:v>4.0416381690865215</c:v>
                </c:pt>
                <c:pt idx="1084">
                  <c:v>4.0452134351386633</c:v>
                </c:pt>
                <c:pt idx="1085">
                  <c:v>4.0428531866914588</c:v>
                </c:pt>
                <c:pt idx="1086">
                  <c:v>4.0481752581398105</c:v>
                </c:pt>
                <c:pt idx="1087">
                  <c:v>4.0581245400957391</c:v>
                </c:pt>
                <c:pt idx="1088">
                  <c:v>4.0607830834355338</c:v>
                </c:pt>
                <c:pt idx="1089">
                  <c:v>4.0599493610792416</c:v>
                </c:pt>
                <c:pt idx="1090">
                  <c:v>4.0652031491078846</c:v>
                </c:pt>
                <c:pt idx="1091">
                  <c:v>4.0627119515765324</c:v>
                </c:pt>
                <c:pt idx="1092">
                  <c:v>4.0602103097677729</c:v>
                </c:pt>
                <c:pt idx="1093">
                  <c:v>4.0609956877794042</c:v>
                </c:pt>
                <c:pt idx="1094">
                  <c:v>4.0572658147723226</c:v>
                </c:pt>
                <c:pt idx="1095">
                  <c:v>4.0563718795743169</c:v>
                </c:pt>
                <c:pt idx="1096">
                  <c:v>4.0617934881512836</c:v>
                </c:pt>
                <c:pt idx="1097">
                  <c:v>4.0628806424813071</c:v>
                </c:pt>
                <c:pt idx="1098">
                  <c:v>4.0586076670490963</c:v>
                </c:pt>
                <c:pt idx="1099">
                  <c:v>4.0595673537207739</c:v>
                </c:pt>
                <c:pt idx="1100">
                  <c:v>4.0576187047513548</c:v>
                </c:pt>
                <c:pt idx="1101">
                  <c:v>4.0542039007793642</c:v>
                </c:pt>
                <c:pt idx="1102">
                  <c:v>4.0615305613799109</c:v>
                </c:pt>
                <c:pt idx="1103">
                  <c:v>4.062790837520275</c:v>
                </c:pt>
                <c:pt idx="1104">
                  <c:v>4.0511926257071647</c:v>
                </c:pt>
                <c:pt idx="1105">
                  <c:v>4.0445491949202834</c:v>
                </c:pt>
                <c:pt idx="1106">
                  <c:v>4.0466663765478499</c:v>
                </c:pt>
                <c:pt idx="1107">
                  <c:v>4.0547338687344228</c:v>
                </c:pt>
                <c:pt idx="1108">
                  <c:v>4.0564326462792266</c:v>
                </c:pt>
                <c:pt idx="1109">
                  <c:v>4.0564903271749024</c:v>
                </c:pt>
                <c:pt idx="1110">
                  <c:v>4.0564520314910792</c:v>
                </c:pt>
                <c:pt idx="1111">
                  <c:v>4.0548498635122838</c:v>
                </c:pt>
                <c:pt idx="1112">
                  <c:v>4.0564479170787671</c:v>
                </c:pt>
                <c:pt idx="1113">
                  <c:v>4.0632445306009419</c:v>
                </c:pt>
                <c:pt idx="1114">
                  <c:v>4.068628951220477</c:v>
                </c:pt>
                <c:pt idx="1115">
                  <c:v>4.0645541796890452</c:v>
                </c:pt>
                <c:pt idx="1116">
                  <c:v>4.0539059223800296</c:v>
                </c:pt>
                <c:pt idx="1117">
                  <c:v>4.0520962139494401</c:v>
                </c:pt>
                <c:pt idx="1118">
                  <c:v>4.054936582664082</c:v>
                </c:pt>
                <c:pt idx="1119">
                  <c:v>4.0589103137239384</c:v>
                </c:pt>
                <c:pt idx="1120">
                  <c:v>4.0594757289235277</c:v>
                </c:pt>
                <c:pt idx="1121">
                  <c:v>4.0528219329825532</c:v>
                </c:pt>
                <c:pt idx="1122">
                  <c:v>4.0481587213672512</c:v>
                </c:pt>
                <c:pt idx="1123">
                  <c:v>4.0459420026110697</c:v>
                </c:pt>
                <c:pt idx="1124">
                  <c:v>4.0486614709024016</c:v>
                </c:pt>
                <c:pt idx="1125">
                  <c:v>4.0533120227875141</c:v>
                </c:pt>
                <c:pt idx="1126">
                  <c:v>4.056187522253432</c:v>
                </c:pt>
                <c:pt idx="1127">
                  <c:v>4.0561728053170869</c:v>
                </c:pt>
                <c:pt idx="1128">
                  <c:v>4.053291134232702</c:v>
                </c:pt>
                <c:pt idx="1129">
                  <c:v>4.0494287296751992</c:v>
                </c:pt>
                <c:pt idx="1130">
                  <c:v>4.0552795822289038</c:v>
                </c:pt>
                <c:pt idx="1131">
                  <c:v>4.0598464216481389</c:v>
                </c:pt>
                <c:pt idx="1132">
                  <c:v>4.0593586264192743</c:v>
                </c:pt>
                <c:pt idx="1133">
                  <c:v>4.0651409581833287</c:v>
                </c:pt>
                <c:pt idx="1134">
                  <c:v>4.0703489338133485</c:v>
                </c:pt>
                <c:pt idx="1135">
                  <c:v>4.0675779562448078</c:v>
                </c:pt>
                <c:pt idx="1136">
                  <c:v>4.0626070340625864</c:v>
                </c:pt>
                <c:pt idx="1137">
                  <c:v>4.0682870593820466</c:v>
                </c:pt>
                <c:pt idx="1138">
                  <c:v>4.0690772639158128</c:v>
                </c:pt>
                <c:pt idx="1139">
                  <c:v>4.0672544210151518</c:v>
                </c:pt>
                <c:pt idx="1140">
                  <c:v>4.0580545950864426</c:v>
                </c:pt>
                <c:pt idx="1141">
                  <c:v>4.0502900660679666</c:v>
                </c:pt>
                <c:pt idx="1142">
                  <c:v>4.0480264271867705</c:v>
                </c:pt>
                <c:pt idx="1143">
                  <c:v>4.0506624203821655</c:v>
                </c:pt>
                <c:pt idx="1144">
                  <c:v>4.0566913003916607</c:v>
                </c:pt>
                <c:pt idx="1145">
                  <c:v>4.0579506270522607</c:v>
                </c:pt>
                <c:pt idx="1146">
                  <c:v>4.048650551885113</c:v>
                </c:pt>
                <c:pt idx="1147">
                  <c:v>4.0418590813783277</c:v>
                </c:pt>
                <c:pt idx="1148">
                  <c:v>4.0395143411006051</c:v>
                </c:pt>
                <c:pt idx="1149">
                  <c:v>4.0379602009732167</c:v>
                </c:pt>
                <c:pt idx="1150">
                  <c:v>4.0360737429283535</c:v>
                </c:pt>
                <c:pt idx="1151">
                  <c:v>4.0373033192230094</c:v>
                </c:pt>
                <c:pt idx="1152">
                  <c:v>4.0357511571784626</c:v>
                </c:pt>
                <c:pt idx="1153">
                  <c:v>4.0306060845828222</c:v>
                </c:pt>
                <c:pt idx="1154">
                  <c:v>4.0331934960636149</c:v>
                </c:pt>
                <c:pt idx="1155">
                  <c:v>4.0358288562725004</c:v>
                </c:pt>
                <c:pt idx="1156">
                  <c:v>4.0391271907267479</c:v>
                </c:pt>
                <c:pt idx="1157">
                  <c:v>4.0455342010523401</c:v>
                </c:pt>
                <c:pt idx="1158">
                  <c:v>4.0503232187364011</c:v>
                </c:pt>
                <c:pt idx="1159">
                  <c:v>4.0507570518653324</c:v>
                </c:pt>
                <c:pt idx="1160">
                  <c:v>4.0528887130593025</c:v>
                </c:pt>
                <c:pt idx="1161">
                  <c:v>4.063450725956403</c:v>
                </c:pt>
                <c:pt idx="1162">
                  <c:v>4.0680990623887325</c:v>
                </c:pt>
                <c:pt idx="1163">
                  <c:v>4.0714466906674049</c:v>
                </c:pt>
                <c:pt idx="1164">
                  <c:v>4.0676125331328876</c:v>
                </c:pt>
                <c:pt idx="1165">
                  <c:v>4.057790323218736</c:v>
                </c:pt>
                <c:pt idx="1166">
                  <c:v>4.0520513510305811</c:v>
                </c:pt>
                <c:pt idx="1167">
                  <c:v>4.0551958697630255</c:v>
                </c:pt>
                <c:pt idx="1168">
                  <c:v>4.0640337856549431</c:v>
                </c:pt>
                <c:pt idx="1169">
                  <c:v>4.0731959488863394</c:v>
                </c:pt>
                <c:pt idx="1170">
                  <c:v>4.0752133560153503</c:v>
                </c:pt>
                <c:pt idx="1171">
                  <c:v>4.0698491118408038</c:v>
                </c:pt>
                <c:pt idx="1172">
                  <c:v>4.05180242908573</c:v>
                </c:pt>
                <c:pt idx="1173">
                  <c:v>4.0377144439609127</c:v>
                </c:pt>
                <c:pt idx="1174">
                  <c:v>4.0365764924635048</c:v>
                </c:pt>
                <c:pt idx="1175">
                  <c:v>4.0389764608141787</c:v>
                </c:pt>
                <c:pt idx="1176">
                  <c:v>4.0439840170906356</c:v>
                </c:pt>
                <c:pt idx="1177">
                  <c:v>4.0506353602088856</c:v>
                </c:pt>
                <c:pt idx="1178">
                  <c:v>4.0500688372829057</c:v>
                </c:pt>
                <c:pt idx="1179">
                  <c:v>4.0485223721169445</c:v>
                </c:pt>
                <c:pt idx="1180">
                  <c:v>4.0507277762392686</c:v>
                </c:pt>
                <c:pt idx="1181">
                  <c:v>4.0542842109427539</c:v>
                </c:pt>
                <c:pt idx="1182">
                  <c:v>4.0585978557581992</c:v>
                </c:pt>
                <c:pt idx="1183">
                  <c:v>4.0668804051113661</c:v>
                </c:pt>
                <c:pt idx="1184">
                  <c:v>4.0700439134390951</c:v>
                </c:pt>
                <c:pt idx="1185">
                  <c:v>4.0667034853819679</c:v>
                </c:pt>
                <c:pt idx="1186">
                  <c:v>4.0641561894212126</c:v>
                </c:pt>
                <c:pt idx="1187">
                  <c:v>4.0589756695810424</c:v>
                </c:pt>
                <c:pt idx="1188">
                  <c:v>4.0575300866400283</c:v>
                </c:pt>
                <c:pt idx="1189">
                  <c:v>4.055284566997666</c:v>
                </c:pt>
                <c:pt idx="1190">
                  <c:v>4.0526794318946076</c:v>
                </c:pt>
                <c:pt idx="1191">
                  <c:v>4.0514870435573842</c:v>
                </c:pt>
                <c:pt idx="1192">
                  <c:v>4.0477606519761045</c:v>
                </c:pt>
                <c:pt idx="1193">
                  <c:v>4.0448661629149028</c:v>
                </c:pt>
                <c:pt idx="1194">
                  <c:v>4.0485351900937614</c:v>
                </c:pt>
                <c:pt idx="1195">
                  <c:v>4.0491872453218338</c:v>
                </c:pt>
                <c:pt idx="1196">
                  <c:v>4.0527539660560983</c:v>
                </c:pt>
                <c:pt idx="1197">
                  <c:v>4.0578299639988922</c:v>
                </c:pt>
                <c:pt idx="1198">
                  <c:v>4.0580508762906993</c:v>
                </c:pt>
                <c:pt idx="1199">
                  <c:v>4.0570912687423348</c:v>
                </c:pt>
                <c:pt idx="1200">
                  <c:v>4.0592105866993711</c:v>
                </c:pt>
                <c:pt idx="1201">
                  <c:v>4.0560958183328717</c:v>
                </c:pt>
                <c:pt idx="1202">
                  <c:v>4.0605157257585951</c:v>
                </c:pt>
                <c:pt idx="1203">
                  <c:v>4.0683501997863667</c:v>
                </c:pt>
                <c:pt idx="1204">
                  <c:v>4.0701547652015666</c:v>
                </c:pt>
                <c:pt idx="1205">
                  <c:v>4.0675986074296793</c:v>
                </c:pt>
                <c:pt idx="1206">
                  <c:v>4.0616957708588837</c:v>
                </c:pt>
                <c:pt idx="1207">
                  <c:v>4.0619513391620838</c:v>
                </c:pt>
                <c:pt idx="1208">
                  <c:v>4.0642215452783166</c:v>
                </c:pt>
                <c:pt idx="1209">
                  <c:v>4.0560227083910272</c:v>
                </c:pt>
                <c:pt idx="1210">
                  <c:v>4.0555935435376034</c:v>
                </c:pt>
                <c:pt idx="1211">
                  <c:v>4.0668456699766589</c:v>
                </c:pt>
                <c:pt idx="1212">
                  <c:v>4.0773054555524784</c:v>
                </c:pt>
                <c:pt idx="1213">
                  <c:v>4.0803623847766746</c:v>
                </c:pt>
                <c:pt idx="1214">
                  <c:v>4.072515884005222</c:v>
                </c:pt>
                <c:pt idx="1215">
                  <c:v>4.0676738537009927</c:v>
                </c:pt>
                <c:pt idx="1216">
                  <c:v>4.0734731178541761</c:v>
                </c:pt>
                <c:pt idx="1217">
                  <c:v>4.0828690113541954</c:v>
                </c:pt>
                <c:pt idx="1218">
                  <c:v>4.0900747715314321</c:v>
                </c:pt>
                <c:pt idx="1219">
                  <c:v>4.0900929698935791</c:v>
                </c:pt>
                <c:pt idx="1220">
                  <c:v>4.08960636151442</c:v>
                </c:pt>
                <c:pt idx="1221">
                  <c:v>4.0951402460735054</c:v>
                </c:pt>
                <c:pt idx="1222">
                  <c:v>4.1111223642046131</c:v>
                </c:pt>
                <c:pt idx="1223">
                  <c:v>4.1402152154132219</c:v>
                </c:pt>
                <c:pt idx="1224">
                  <c:v>4.1689029552557662</c:v>
                </c:pt>
                <c:pt idx="1225">
                  <c:v>4.191047197056613</c:v>
                </c:pt>
                <c:pt idx="1226">
                  <c:v>4.2112030699845713</c:v>
                </c:pt>
                <c:pt idx="1227">
                  <c:v>4.23928314277802</c:v>
                </c:pt>
                <c:pt idx="1228">
                  <c:v>4.255787474779444</c:v>
                </c:pt>
                <c:pt idx="1229">
                  <c:v>4.2590703010642086</c:v>
                </c:pt>
                <c:pt idx="1230">
                  <c:v>4.2582648257309019</c:v>
                </c:pt>
                <c:pt idx="1231">
                  <c:v>4.2466606005459511</c:v>
                </c:pt>
                <c:pt idx="1232">
                  <c:v>4.2252474581635475</c:v>
                </c:pt>
                <c:pt idx="1233">
                  <c:v>4.1998243462436209</c:v>
                </c:pt>
                <c:pt idx="1234">
                  <c:v>4.1794564228349884</c:v>
                </c:pt>
                <c:pt idx="1235">
                  <c:v>4.1609850852553709</c:v>
                </c:pt>
                <c:pt idx="1236">
                  <c:v>4.1391304347826088</c:v>
                </c:pt>
                <c:pt idx="1237">
                  <c:v>4.1200205720615584</c:v>
                </c:pt>
                <c:pt idx="1238">
                  <c:v>4.1060299877358863</c:v>
                </c:pt>
                <c:pt idx="1239">
                  <c:v>4.0907726391581276</c:v>
                </c:pt>
                <c:pt idx="1240">
                  <c:v>4.0846674842742416</c:v>
                </c:pt>
                <c:pt idx="1241">
                  <c:v>4.0852237211694424</c:v>
                </c:pt>
                <c:pt idx="1242">
                  <c:v>4.0914443960913083</c:v>
                </c:pt>
                <c:pt idx="1243">
                  <c:v>4.088448787435218</c:v>
                </c:pt>
                <c:pt idx="1244">
                  <c:v>4.0792799778454718</c:v>
                </c:pt>
                <c:pt idx="1245">
                  <c:v>4.0768119634450288</c:v>
                </c:pt>
                <c:pt idx="1246">
                  <c:v>4.0765244293230998</c:v>
                </c:pt>
                <c:pt idx="1247">
                  <c:v>4.0723657870791632</c:v>
                </c:pt>
                <c:pt idx="1248">
                  <c:v>4.06945238754599</c:v>
                </c:pt>
                <c:pt idx="1249">
                  <c:v>4.0650266249950544</c:v>
                </c:pt>
                <c:pt idx="1250">
                  <c:v>4.0604627131384259</c:v>
                </c:pt>
                <c:pt idx="1251">
                  <c:v>4.061305297305851</c:v>
                </c:pt>
                <c:pt idx="1252">
                  <c:v>4.064743838271947</c:v>
                </c:pt>
                <c:pt idx="1253">
                  <c:v>4.0616383273331484</c:v>
                </c:pt>
                <c:pt idx="1254">
                  <c:v>4.0610599359101158</c:v>
                </c:pt>
                <c:pt idx="1255">
                  <c:v>4.0651378723740947</c:v>
                </c:pt>
                <c:pt idx="1256">
                  <c:v>4.0599116983819279</c:v>
                </c:pt>
                <c:pt idx="1257">
                  <c:v>4.0553578351861379</c:v>
                </c:pt>
                <c:pt idx="1258">
                  <c:v>4.0523206867903632</c:v>
                </c:pt>
                <c:pt idx="1259">
                  <c:v>4.0518221307908373</c:v>
                </c:pt>
                <c:pt idx="1260">
                  <c:v>4.0607555485223719</c:v>
                </c:pt>
                <c:pt idx="1261">
                  <c:v>4.0708959924041617</c:v>
                </c:pt>
                <c:pt idx="1262">
                  <c:v>4.072303042291411</c:v>
                </c:pt>
                <c:pt idx="1263">
                  <c:v>4.0739563239308465</c:v>
                </c:pt>
                <c:pt idx="1264">
                  <c:v>4.0696232939035486</c:v>
                </c:pt>
                <c:pt idx="1265">
                  <c:v>4.0617809866677215</c:v>
                </c:pt>
                <c:pt idx="1266">
                  <c:v>4.0610400759583811</c:v>
                </c:pt>
                <c:pt idx="1267">
                  <c:v>4.0595927523044661</c:v>
                </c:pt>
                <c:pt idx="1268">
                  <c:v>4.0475963919768958</c:v>
                </c:pt>
                <c:pt idx="1269">
                  <c:v>4.0391344700716063</c:v>
                </c:pt>
                <c:pt idx="1270">
                  <c:v>4.0367452624915927</c:v>
                </c:pt>
                <c:pt idx="1271">
                  <c:v>4.0365335285041741</c:v>
                </c:pt>
                <c:pt idx="1272">
                  <c:v>4.0438743521778688</c:v>
                </c:pt>
                <c:pt idx="1273">
                  <c:v>4.0490880246864736</c:v>
                </c:pt>
                <c:pt idx="1274">
                  <c:v>4.0463108754994659</c:v>
                </c:pt>
                <c:pt idx="1275">
                  <c:v>4.0460526961269139</c:v>
                </c:pt>
                <c:pt idx="1276">
                  <c:v>4.0531661193970807</c:v>
                </c:pt>
                <c:pt idx="1277">
                  <c:v>4.0568224077224357</c:v>
                </c:pt>
                <c:pt idx="1278">
                  <c:v>4.0512020413814929</c:v>
                </c:pt>
                <c:pt idx="1279">
                  <c:v>4.0454712980179606</c:v>
                </c:pt>
                <c:pt idx="1280">
                  <c:v>4.0384126280808639</c:v>
                </c:pt>
                <c:pt idx="1281">
                  <c:v>4.0339722277168963</c:v>
                </c:pt>
                <c:pt idx="1282">
                  <c:v>4.0325820310954619</c:v>
                </c:pt>
                <c:pt idx="1283">
                  <c:v>4.0342420382165605</c:v>
                </c:pt>
                <c:pt idx="1284">
                  <c:v>4.0370243304189577</c:v>
                </c:pt>
                <c:pt idx="1285">
                  <c:v>4.044573881394153</c:v>
                </c:pt>
                <c:pt idx="1286">
                  <c:v>4.0457020216006647</c:v>
                </c:pt>
                <c:pt idx="1287">
                  <c:v>4.0354410729121337</c:v>
                </c:pt>
                <c:pt idx="1288">
                  <c:v>4.0366735767693953</c:v>
                </c:pt>
                <c:pt idx="1289">
                  <c:v>4.0477088262056418</c:v>
                </c:pt>
                <c:pt idx="1290">
                  <c:v>4.050265379594097</c:v>
                </c:pt>
                <c:pt idx="1291">
                  <c:v>4.0437928551647744</c:v>
                </c:pt>
                <c:pt idx="1292">
                  <c:v>4.0453884559085331</c:v>
                </c:pt>
                <c:pt idx="1293">
                  <c:v>4.0515280294338725</c:v>
                </c:pt>
                <c:pt idx="1294">
                  <c:v>4.0507481900541995</c:v>
                </c:pt>
                <c:pt idx="1295">
                  <c:v>4.0547300708153662</c:v>
                </c:pt>
                <c:pt idx="1296">
                  <c:v>4.0630285239545829</c:v>
                </c:pt>
                <c:pt idx="1297">
                  <c:v>4.0629816038295683</c:v>
                </c:pt>
                <c:pt idx="1298">
                  <c:v>4.0578157218024291</c:v>
                </c:pt>
                <c:pt idx="1299">
                  <c:v>4.0560011077263916</c:v>
                </c:pt>
                <c:pt idx="1300">
                  <c:v>4.056513668552439</c:v>
                </c:pt>
                <c:pt idx="1301">
                  <c:v>4.0524805158840049</c:v>
                </c:pt>
                <c:pt idx="1302">
                  <c:v>4.0456464770344578</c:v>
                </c:pt>
                <c:pt idx="1303">
                  <c:v>4.0437297147604543</c:v>
                </c:pt>
                <c:pt idx="1304">
                  <c:v>4.0420714483522566</c:v>
                </c:pt>
                <c:pt idx="1305">
                  <c:v>4.0456259049729004</c:v>
                </c:pt>
                <c:pt idx="1306">
                  <c:v>4.0467063338212608</c:v>
                </c:pt>
                <c:pt idx="1307">
                  <c:v>4.0527615618942123</c:v>
                </c:pt>
                <c:pt idx="1308">
                  <c:v>4.0649962416426</c:v>
                </c:pt>
                <c:pt idx="1309">
                  <c:v>4.0692367765162007</c:v>
                </c:pt>
                <c:pt idx="1310">
                  <c:v>4.0696198124777467</c:v>
                </c:pt>
                <c:pt idx="1311">
                  <c:v>4.062873046643193</c:v>
                </c:pt>
                <c:pt idx="1312">
                  <c:v>4.0564680144004432</c:v>
                </c:pt>
                <c:pt idx="1313">
                  <c:v>4.0499996043834319</c:v>
                </c:pt>
                <c:pt idx="1314">
                  <c:v>4.0439811686513432</c:v>
                </c:pt>
                <c:pt idx="1315">
                  <c:v>4.0388504964987932</c:v>
                </c:pt>
                <c:pt idx="1316">
                  <c:v>4.0431859002255015</c:v>
                </c:pt>
                <c:pt idx="1317">
                  <c:v>4.0466310875499465</c:v>
                </c:pt>
                <c:pt idx="1318">
                  <c:v>4.0451749020848995</c:v>
                </c:pt>
                <c:pt idx="1319">
                  <c:v>4.0508062665664442</c:v>
                </c:pt>
                <c:pt idx="1320">
                  <c:v>4.0634105313130515</c:v>
                </c:pt>
                <c:pt idx="1321">
                  <c:v>4.0698189658582899</c:v>
                </c:pt>
                <c:pt idx="1322">
                  <c:v>4.0713109150611224</c:v>
                </c:pt>
                <c:pt idx="1323">
                  <c:v>4.0768513668552435</c:v>
                </c:pt>
                <c:pt idx="1324">
                  <c:v>4.0706222257388136</c:v>
                </c:pt>
                <c:pt idx="1325">
                  <c:v>4.0517823317640547</c:v>
                </c:pt>
                <c:pt idx="1326">
                  <c:v>4.0478940538829766</c:v>
                </c:pt>
                <c:pt idx="1327">
                  <c:v>4.0507045931083594</c:v>
                </c:pt>
                <c:pt idx="1328">
                  <c:v>4.0465897060568894</c:v>
                </c:pt>
                <c:pt idx="1329">
                  <c:v>4.051450488586462</c:v>
                </c:pt>
                <c:pt idx="1330">
                  <c:v>4.0603604066938326</c:v>
                </c:pt>
                <c:pt idx="1331">
                  <c:v>4.0607001622027932</c:v>
                </c:pt>
                <c:pt idx="1332">
                  <c:v>4.0607563397555086</c:v>
                </c:pt>
                <c:pt idx="1333">
                  <c:v>4.0641019108280254</c:v>
                </c:pt>
                <c:pt idx="1334">
                  <c:v>4.0604928591209397</c:v>
                </c:pt>
                <c:pt idx="1335">
                  <c:v>4.0549422004193536</c:v>
                </c:pt>
                <c:pt idx="1336">
                  <c:v>4.0526101198718205</c:v>
                </c:pt>
                <c:pt idx="1337">
                  <c:v>4.0500158246627365</c:v>
                </c:pt>
                <c:pt idx="1338">
                  <c:v>4.0504627922617402</c:v>
                </c:pt>
                <c:pt idx="1339">
                  <c:v>4.0472977014677376</c:v>
                </c:pt>
                <c:pt idx="1340">
                  <c:v>4.0478514855402148</c:v>
                </c:pt>
                <c:pt idx="1341">
                  <c:v>4.0529801796099223</c:v>
                </c:pt>
                <c:pt idx="1342">
                  <c:v>4.0630826443011436</c:v>
                </c:pt>
                <c:pt idx="1343">
                  <c:v>4.0648140206511849</c:v>
                </c:pt>
                <c:pt idx="1344">
                  <c:v>4.065699252284686</c:v>
                </c:pt>
                <c:pt idx="1345">
                  <c:v>4.0718798116865136</c:v>
                </c:pt>
                <c:pt idx="1346">
                  <c:v>4.0729058828183726</c:v>
                </c:pt>
                <c:pt idx="1347">
                  <c:v>4.0707314950350124</c:v>
                </c:pt>
                <c:pt idx="1348">
                  <c:v>4.0672939826719947</c:v>
                </c:pt>
                <c:pt idx="1349">
                  <c:v>4.0541732800569692</c:v>
                </c:pt>
                <c:pt idx="1350">
                  <c:v>4.0470782925188908</c:v>
                </c:pt>
                <c:pt idx="1351">
                  <c:v>4.0554376706096456</c:v>
                </c:pt>
                <c:pt idx="1352">
                  <c:v>4.0619082169561258</c:v>
                </c:pt>
                <c:pt idx="1353">
                  <c:v>4.0714252482493967</c:v>
                </c:pt>
                <c:pt idx="1354">
                  <c:v>4.0689166435890334</c:v>
                </c:pt>
                <c:pt idx="1355">
                  <c:v>4.0597812240376623</c:v>
                </c:pt>
                <c:pt idx="1356">
                  <c:v>4.0575531115243102</c:v>
                </c:pt>
                <c:pt idx="1357">
                  <c:v>4.0588671915179804</c:v>
                </c:pt>
                <c:pt idx="1358">
                  <c:v>4.0622179056058867</c:v>
                </c:pt>
                <c:pt idx="1359">
                  <c:v>4.0661288127546777</c:v>
                </c:pt>
                <c:pt idx="1360">
                  <c:v>4.0693651145309966</c:v>
                </c:pt>
                <c:pt idx="1361">
                  <c:v>4.0726415318273528</c:v>
                </c:pt>
                <c:pt idx="1362">
                  <c:v>4.0734004035288995</c:v>
                </c:pt>
                <c:pt idx="1363">
                  <c:v>4.0727431261621234</c:v>
                </c:pt>
                <c:pt idx="1364">
                  <c:v>4.0635179016497212</c:v>
                </c:pt>
                <c:pt idx="1365">
                  <c:v>4.0537742611860583</c:v>
                </c:pt>
                <c:pt idx="1366">
                  <c:v>4.0532152549748783</c:v>
                </c:pt>
                <c:pt idx="1367">
                  <c:v>4.0590415793013408</c:v>
                </c:pt>
                <c:pt idx="1368">
                  <c:v>4.0626776911817064</c:v>
                </c:pt>
                <c:pt idx="1369">
                  <c:v>4.0627285674724058</c:v>
                </c:pt>
                <c:pt idx="1370">
                  <c:v>4.0603408632353526</c:v>
                </c:pt>
                <c:pt idx="1371">
                  <c:v>4.0614797642125255</c:v>
                </c:pt>
                <c:pt idx="1372">
                  <c:v>4.0607041974917912</c:v>
                </c:pt>
                <c:pt idx="1373">
                  <c:v>4.0560129762234443</c:v>
                </c:pt>
                <c:pt idx="1374">
                  <c:v>4.0525309965581355</c:v>
                </c:pt>
                <c:pt idx="1375">
                  <c:v>4.0438199153380543</c:v>
                </c:pt>
                <c:pt idx="1376">
                  <c:v>4.0426642402183806</c:v>
                </c:pt>
                <c:pt idx="1377">
                  <c:v>4.0452275190884999</c:v>
                </c:pt>
                <c:pt idx="1378">
                  <c:v>4.050819954899711</c:v>
                </c:pt>
                <c:pt idx="1379">
                  <c:v>4.0559905052023577</c:v>
                </c:pt>
                <c:pt idx="1380">
                  <c:v>4.0591664358903348</c:v>
                </c:pt>
                <c:pt idx="1381">
                  <c:v>4.0629883293112314</c:v>
                </c:pt>
                <c:pt idx="1382">
                  <c:v>4.0601845946908259</c:v>
                </c:pt>
                <c:pt idx="1383">
                  <c:v>4.0575582545396998</c:v>
                </c:pt>
                <c:pt idx="1384">
                  <c:v>4.0575793013411401</c:v>
                </c:pt>
                <c:pt idx="1385">
                  <c:v>4.0599857578035365</c:v>
                </c:pt>
                <c:pt idx="1386">
                  <c:v>4.0564679352771291</c:v>
                </c:pt>
                <c:pt idx="1387">
                  <c:v>4.0511140562566759</c:v>
                </c:pt>
                <c:pt idx="1388">
                  <c:v>4.0504862127625909</c:v>
                </c:pt>
                <c:pt idx="1389">
                  <c:v>4.0507060964513197</c:v>
                </c:pt>
                <c:pt idx="1390">
                  <c:v>4.0552999169205206</c:v>
                </c:pt>
                <c:pt idx="1391">
                  <c:v>4.060908493887724</c:v>
                </c:pt>
                <c:pt idx="1392">
                  <c:v>4.0632014083949839</c:v>
                </c:pt>
                <c:pt idx="1393">
                  <c:v>4.0601239071092294</c:v>
                </c:pt>
                <c:pt idx="1394">
                  <c:v>4.0580951062230488</c:v>
                </c:pt>
                <c:pt idx="1395">
                  <c:v>4.0594266724690433</c:v>
                </c:pt>
                <c:pt idx="1396">
                  <c:v>4.0606882145824263</c:v>
                </c:pt>
                <c:pt idx="1397">
                  <c:v>4.0596588202713928</c:v>
                </c:pt>
                <c:pt idx="1398">
                  <c:v>4.0541349052498319</c:v>
                </c:pt>
                <c:pt idx="1399">
                  <c:v>4.0521335601534991</c:v>
                </c:pt>
                <c:pt idx="1400">
                  <c:v>4.0553083831150847</c:v>
                </c:pt>
                <c:pt idx="1401">
                  <c:v>4.0599652648652924</c:v>
                </c:pt>
                <c:pt idx="1402">
                  <c:v>4.0621345887565772</c:v>
                </c:pt>
                <c:pt idx="1403">
                  <c:v>4.0616143529691024</c:v>
                </c:pt>
                <c:pt idx="1404">
                  <c:v>4.0636604027376668</c:v>
                </c:pt>
                <c:pt idx="1405">
                  <c:v>4.0661092692961978</c:v>
                </c:pt>
                <c:pt idx="1406">
                  <c:v>4.0724271867705824</c:v>
                </c:pt>
                <c:pt idx="1407">
                  <c:v>4.0741656050955415</c:v>
                </c:pt>
                <c:pt idx="1408">
                  <c:v>4.0679097994223996</c:v>
                </c:pt>
                <c:pt idx="1409">
                  <c:v>4.0592808482019223</c:v>
                </c:pt>
                <c:pt idx="1410">
                  <c:v>4.0551034537326425</c:v>
                </c:pt>
                <c:pt idx="1411">
                  <c:v>4.058802152154132</c:v>
                </c:pt>
                <c:pt idx="1412">
                  <c:v>4.0579909799422396</c:v>
                </c:pt>
                <c:pt idx="1413">
                  <c:v>4.0556341337975237</c:v>
                </c:pt>
                <c:pt idx="1414">
                  <c:v>4.0550385726154214</c:v>
                </c:pt>
                <c:pt idx="1415">
                  <c:v>4.0586125726945443</c:v>
                </c:pt>
                <c:pt idx="1416">
                  <c:v>4.0627996202080947</c:v>
                </c:pt>
                <c:pt idx="1417">
                  <c:v>4.0666046603631756</c:v>
                </c:pt>
                <c:pt idx="1418">
                  <c:v>4.070648178185702</c:v>
                </c:pt>
                <c:pt idx="1419">
                  <c:v>4.0669676781263595</c:v>
                </c:pt>
                <c:pt idx="1420">
                  <c:v>4.0628296870672944</c:v>
                </c:pt>
                <c:pt idx="1421">
                  <c:v>4.0566526090912687</c:v>
                </c:pt>
                <c:pt idx="1422">
                  <c:v>4.0540785694504882</c:v>
                </c:pt>
                <c:pt idx="1423">
                  <c:v>4.0528040511136609</c:v>
                </c:pt>
                <c:pt idx="1424">
                  <c:v>4.0553928868140998</c:v>
                </c:pt>
                <c:pt idx="1425">
                  <c:v>4.0672211101000908</c:v>
                </c:pt>
                <c:pt idx="1426">
                  <c:v>4.0783786050559794</c:v>
                </c:pt>
                <c:pt idx="1427">
                  <c:v>4.0829236064406373</c:v>
                </c:pt>
                <c:pt idx="1428">
                  <c:v>4.084410333504767</c:v>
                </c:pt>
                <c:pt idx="1429">
                  <c:v>4.081493056929224</c:v>
                </c:pt>
                <c:pt idx="1430">
                  <c:v>4.0734925030660287</c:v>
                </c:pt>
                <c:pt idx="1431">
                  <c:v>4.064488744708628</c:v>
                </c:pt>
                <c:pt idx="1432">
                  <c:v>4.0666650314515174</c:v>
                </c:pt>
                <c:pt idx="1433">
                  <c:v>4.0720885389880124</c:v>
                </c:pt>
                <c:pt idx="1434">
                  <c:v>4.0761667919452469</c:v>
                </c:pt>
                <c:pt idx="1435">
                  <c:v>4.0743755192467459</c:v>
                </c:pt>
                <c:pt idx="1436">
                  <c:v>4.0741143331882741</c:v>
                </c:pt>
                <c:pt idx="1437">
                  <c:v>4.0756456858013212</c:v>
                </c:pt>
                <c:pt idx="1438">
                  <c:v>4.0714350595402937</c:v>
                </c:pt>
                <c:pt idx="1439">
                  <c:v>4.0653895636349251</c:v>
                </c:pt>
                <c:pt idx="1440">
                  <c:v>4.0633290342999562</c:v>
                </c:pt>
                <c:pt idx="1441">
                  <c:v>4.0675448826996874</c:v>
                </c:pt>
                <c:pt idx="1442">
                  <c:v>4.0637652411282987</c:v>
                </c:pt>
                <c:pt idx="1443">
                  <c:v>4.0542196463187876</c:v>
                </c:pt>
                <c:pt idx="1444">
                  <c:v>4.0477233848953595</c:v>
                </c:pt>
                <c:pt idx="1445">
                  <c:v>4.0521795307987496</c:v>
                </c:pt>
                <c:pt idx="1446">
                  <c:v>4.0588429797839938</c:v>
                </c:pt>
                <c:pt idx="1447">
                  <c:v>4.0564417454603001</c:v>
                </c:pt>
                <c:pt idx="1448">
                  <c:v>4.0554901293666177</c:v>
                </c:pt>
                <c:pt idx="1449">
                  <c:v>4.0527721644182462</c:v>
                </c:pt>
                <c:pt idx="1450">
                  <c:v>4.0554192348775571</c:v>
                </c:pt>
                <c:pt idx="1451">
                  <c:v>4.0599386003085813</c:v>
                </c:pt>
                <c:pt idx="1452">
                  <c:v>4.0621987577639755</c:v>
                </c:pt>
                <c:pt idx="1453">
                  <c:v>4.0624965779166828</c:v>
                </c:pt>
                <c:pt idx="1454">
                  <c:v>4.0572033864778261</c:v>
                </c:pt>
                <c:pt idx="1455">
                  <c:v>4.0528431380306209</c:v>
                </c:pt>
                <c:pt idx="1456">
                  <c:v>4.050899948569846</c:v>
                </c:pt>
                <c:pt idx="1457">
                  <c:v>4.0473123392807695</c:v>
                </c:pt>
                <c:pt idx="1458">
                  <c:v>4.0428287375875298</c:v>
                </c:pt>
                <c:pt idx="1459">
                  <c:v>4.042872413656684</c:v>
                </c:pt>
                <c:pt idx="1460">
                  <c:v>4.0380765122443325</c:v>
                </c:pt>
                <c:pt idx="1461">
                  <c:v>4.0378338410412624</c:v>
                </c:pt>
                <c:pt idx="1462">
                  <c:v>4.0433973968429795</c:v>
                </c:pt>
                <c:pt idx="1463">
                  <c:v>4.0421432923210823</c:v>
                </c:pt>
                <c:pt idx="1464">
                  <c:v>4.034558214978043</c:v>
                </c:pt>
                <c:pt idx="1465">
                  <c:v>4.0250634173359181</c:v>
                </c:pt>
                <c:pt idx="1466">
                  <c:v>4.0279120939984967</c:v>
                </c:pt>
                <c:pt idx="1467">
                  <c:v>4.0303430786881353</c:v>
                </c:pt>
                <c:pt idx="1468">
                  <c:v>4.0317093800688371</c:v>
                </c:pt>
                <c:pt idx="1469">
                  <c:v>4.0368393401115643</c:v>
                </c:pt>
                <c:pt idx="1470">
                  <c:v>4.0438160382956836</c:v>
                </c:pt>
                <c:pt idx="1471">
                  <c:v>4.0463826403449774</c:v>
                </c:pt>
                <c:pt idx="1472">
                  <c:v>4.0451729240020571</c:v>
                </c:pt>
                <c:pt idx="1473">
                  <c:v>4.0428896625390669</c:v>
                </c:pt>
                <c:pt idx="1474">
                  <c:v>4.0373724729991691</c:v>
                </c:pt>
                <c:pt idx="1475">
                  <c:v>4.0385215017604938</c:v>
                </c:pt>
                <c:pt idx="1476">
                  <c:v>4.0441292083712463</c:v>
                </c:pt>
                <c:pt idx="1477">
                  <c:v>4.0524132610673735</c:v>
                </c:pt>
                <c:pt idx="1478">
                  <c:v>4.0544394508842032</c:v>
                </c:pt>
                <c:pt idx="1479">
                  <c:v>4.0529559678759348</c:v>
                </c:pt>
                <c:pt idx="1480">
                  <c:v>4.0518354235075362</c:v>
                </c:pt>
                <c:pt idx="1481">
                  <c:v>4.0527942398227639</c:v>
                </c:pt>
                <c:pt idx="1482">
                  <c:v>4.0538260869565219</c:v>
                </c:pt>
                <c:pt idx="1483">
                  <c:v>4.0530665031451516</c:v>
                </c:pt>
                <c:pt idx="1484">
                  <c:v>4.0475114135379986</c:v>
                </c:pt>
                <c:pt idx="1485">
                  <c:v>4.0449221030976776</c:v>
                </c:pt>
                <c:pt idx="1486">
                  <c:v>4.0453129722672783</c:v>
                </c:pt>
                <c:pt idx="1487">
                  <c:v>4.0466329073861615</c:v>
                </c:pt>
                <c:pt idx="1488">
                  <c:v>4.0517752106658227</c:v>
                </c:pt>
                <c:pt idx="1489">
                  <c:v>4.0541254895755037</c:v>
                </c:pt>
                <c:pt idx="1490">
                  <c:v>4.048543023301816</c:v>
                </c:pt>
                <c:pt idx="1491">
                  <c:v>4.0501767614827706</c:v>
                </c:pt>
                <c:pt idx="1492">
                  <c:v>4.0581891047197054</c:v>
                </c:pt>
                <c:pt idx="1493">
                  <c:v>4.0606839419234877</c:v>
                </c:pt>
                <c:pt idx="1494">
                  <c:v>4.0601146496815286</c:v>
                </c:pt>
                <c:pt idx="1495">
                  <c:v>4.0604347034853818</c:v>
                </c:pt>
                <c:pt idx="1496">
                  <c:v>4.0609493215175849</c:v>
                </c:pt>
                <c:pt idx="1497">
                  <c:v>4.0591293270562172</c:v>
                </c:pt>
                <c:pt idx="1498">
                  <c:v>4.0570441112473787</c:v>
                </c:pt>
                <c:pt idx="1499">
                  <c:v>4.060890295525577</c:v>
                </c:pt>
                <c:pt idx="1500">
                  <c:v>4.0603289947382999</c:v>
                </c:pt>
                <c:pt idx="1501">
                  <c:v>4.061051153222297</c:v>
                </c:pt>
                <c:pt idx="1502">
                  <c:v>4.054730862048503</c:v>
                </c:pt>
                <c:pt idx="1503">
                  <c:v>4.0493075918819477</c:v>
                </c:pt>
                <c:pt idx="1504">
                  <c:v>4.0521777900858487</c:v>
                </c:pt>
                <c:pt idx="1505">
                  <c:v>4.0590157059777665</c:v>
                </c:pt>
                <c:pt idx="1506">
                  <c:v>4.0641676623016973</c:v>
                </c:pt>
                <c:pt idx="1507">
                  <c:v>4.0643953791984808</c:v>
                </c:pt>
                <c:pt idx="1508">
                  <c:v>4.0581219290263872</c:v>
                </c:pt>
                <c:pt idx="1509">
                  <c:v>4.0566321952763378</c:v>
                </c:pt>
                <c:pt idx="1510">
                  <c:v>4.0582792261739922</c:v>
                </c:pt>
                <c:pt idx="1511">
                  <c:v>4.0586060054595086</c:v>
                </c:pt>
                <c:pt idx="1512">
                  <c:v>4.0540821299996042</c:v>
                </c:pt>
                <c:pt idx="1513">
                  <c:v>4.0501293666178739</c:v>
                </c:pt>
                <c:pt idx="1514">
                  <c:v>4.0514813466787993</c:v>
                </c:pt>
                <c:pt idx="1515">
                  <c:v>4.0577149978241085</c:v>
                </c:pt>
                <c:pt idx="1516">
                  <c:v>4.0681064999802192</c:v>
                </c:pt>
                <c:pt idx="1517">
                  <c:v>4.0702149780432801</c:v>
                </c:pt>
                <c:pt idx="1518">
                  <c:v>4.0639117775052416</c:v>
                </c:pt>
                <c:pt idx="1519">
                  <c:v>4.0696457649246351</c:v>
                </c:pt>
                <c:pt idx="1520">
                  <c:v>4.0763998101040473</c:v>
                </c:pt>
                <c:pt idx="1521">
                  <c:v>4.0755895082486058</c:v>
                </c:pt>
                <c:pt idx="1522">
                  <c:v>4.0665976183882577</c:v>
                </c:pt>
                <c:pt idx="1523">
                  <c:v>4.0613939154171774</c:v>
                </c:pt>
                <c:pt idx="1524">
                  <c:v>4.0641690865213436</c:v>
                </c:pt>
                <c:pt idx="1525">
                  <c:v>4.0579829093642443</c:v>
                </c:pt>
                <c:pt idx="1526">
                  <c:v>4.0518629584206991</c:v>
                </c:pt>
                <c:pt idx="1527">
                  <c:v>4.046737112790284</c:v>
                </c:pt>
                <c:pt idx="1528">
                  <c:v>4.0405179412113776</c:v>
                </c:pt>
                <c:pt idx="1529">
                  <c:v>4.0351646951774338</c:v>
                </c:pt>
                <c:pt idx="1530">
                  <c:v>4.0320765122443332</c:v>
                </c:pt>
                <c:pt idx="1531">
                  <c:v>4.0336238477667443</c:v>
                </c:pt>
                <c:pt idx="1532">
                  <c:v>4.0362887209716343</c:v>
                </c:pt>
                <c:pt idx="1533">
                  <c:v>4.0382905408078491</c:v>
                </c:pt>
                <c:pt idx="1534">
                  <c:v>4.0416225026704122</c:v>
                </c:pt>
                <c:pt idx="1535">
                  <c:v>4.0508637892154926</c:v>
                </c:pt>
                <c:pt idx="1536">
                  <c:v>4.0574720101277846</c:v>
                </c:pt>
                <c:pt idx="1537">
                  <c:v>4.0612171539344066</c:v>
                </c:pt>
                <c:pt idx="1538">
                  <c:v>4.0688260473948645</c:v>
                </c:pt>
                <c:pt idx="1539">
                  <c:v>4.0696629346837048</c:v>
                </c:pt>
                <c:pt idx="1540">
                  <c:v>4.0658332871780667</c:v>
                </c:pt>
                <c:pt idx="1541">
                  <c:v>4.0680442299323492</c:v>
                </c:pt>
                <c:pt idx="1542">
                  <c:v>4.0693553032400995</c:v>
                </c:pt>
                <c:pt idx="1543">
                  <c:v>4.0644124698342363</c:v>
                </c:pt>
                <c:pt idx="1544">
                  <c:v>4.0660290382561222</c:v>
                </c:pt>
                <c:pt idx="1545">
                  <c:v>4.0665430233018158</c:v>
                </c:pt>
                <c:pt idx="1546">
                  <c:v>4.0663024884282155</c:v>
                </c:pt>
                <c:pt idx="1547">
                  <c:v>4.066680856114254</c:v>
                </c:pt>
                <c:pt idx="1548">
                  <c:v>4.0645935830992599</c:v>
                </c:pt>
                <c:pt idx="1549">
                  <c:v>4.0641448747873561</c:v>
                </c:pt>
                <c:pt idx="1550">
                  <c:v>4.0595654547612456</c:v>
                </c:pt>
                <c:pt idx="1551">
                  <c:v>4.0528454326067171</c:v>
                </c:pt>
                <c:pt idx="1552">
                  <c:v>4.0531237093009453</c:v>
                </c:pt>
                <c:pt idx="1553">
                  <c:v>4.0589539897930926</c:v>
                </c:pt>
                <c:pt idx="1554">
                  <c:v>4.0514094235866596</c:v>
                </c:pt>
                <c:pt idx="1555">
                  <c:v>4.0370346955730509</c:v>
                </c:pt>
                <c:pt idx="1556">
                  <c:v>4.0335377616014556</c:v>
                </c:pt>
                <c:pt idx="1557">
                  <c:v>4.0345581358547298</c:v>
                </c:pt>
                <c:pt idx="1558">
                  <c:v>4.0343432369347632</c:v>
                </c:pt>
                <c:pt idx="1559">
                  <c:v>4.0317799580646438</c:v>
                </c:pt>
                <c:pt idx="1560">
                  <c:v>4.0260787276971159</c:v>
                </c:pt>
                <c:pt idx="1561">
                  <c:v>4.0260728725719037</c:v>
                </c:pt>
                <c:pt idx="1562">
                  <c:v>4.0359476203663407</c:v>
                </c:pt>
                <c:pt idx="1563">
                  <c:v>4.0449695770858884</c:v>
                </c:pt>
                <c:pt idx="1564">
                  <c:v>4.0450372275190887</c:v>
                </c:pt>
                <c:pt idx="1565">
                  <c:v>4.0468713850536062</c:v>
                </c:pt>
                <c:pt idx="1566">
                  <c:v>4.0483157020216005</c:v>
                </c:pt>
                <c:pt idx="1567">
                  <c:v>4.0516346876607194</c:v>
                </c:pt>
                <c:pt idx="1568">
                  <c:v>4.0550142817581198</c:v>
                </c:pt>
                <c:pt idx="1569">
                  <c:v>4.0522848439292636</c:v>
                </c:pt>
                <c:pt idx="1570">
                  <c:v>4.0490743363532067</c:v>
                </c:pt>
                <c:pt idx="1571">
                  <c:v>4.0532740435969457</c:v>
                </c:pt>
                <c:pt idx="1572">
                  <c:v>4.0569971911223641</c:v>
                </c:pt>
                <c:pt idx="1573">
                  <c:v>4.0666957312972265</c:v>
                </c:pt>
                <c:pt idx="1574">
                  <c:v>4.0741423428413182</c:v>
                </c:pt>
                <c:pt idx="1575">
                  <c:v>4.075074098983265</c:v>
                </c:pt>
                <c:pt idx="1576">
                  <c:v>4.0719068718597935</c:v>
                </c:pt>
                <c:pt idx="1577">
                  <c:v>4.0773610792419985</c:v>
                </c:pt>
                <c:pt idx="1578">
                  <c:v>4.0806685920006327</c:v>
                </c:pt>
                <c:pt idx="1579">
                  <c:v>4.0770984689638805</c:v>
                </c:pt>
                <c:pt idx="1580">
                  <c:v>4.0757862879297386</c:v>
                </c:pt>
                <c:pt idx="1581">
                  <c:v>4.0756199707243743</c:v>
                </c:pt>
                <c:pt idx="1582">
                  <c:v>4.0774674209755908</c:v>
                </c:pt>
                <c:pt idx="1583">
                  <c:v>4.0805293349685483</c:v>
                </c:pt>
                <c:pt idx="1584">
                  <c:v>4.0797317719666104</c:v>
                </c:pt>
                <c:pt idx="1585">
                  <c:v>4.0763791589191758</c:v>
                </c:pt>
                <c:pt idx="1586">
                  <c:v>4.0750483047830039</c:v>
                </c:pt>
                <c:pt idx="1587">
                  <c:v>4.0705198401709062</c:v>
                </c:pt>
                <c:pt idx="1588">
                  <c:v>4.0588490722791475</c:v>
                </c:pt>
                <c:pt idx="1589">
                  <c:v>4.0547975630019382</c:v>
                </c:pt>
                <c:pt idx="1590">
                  <c:v>4.0548356213158208</c:v>
                </c:pt>
                <c:pt idx="1591">
                  <c:v>4.0560098112908971</c:v>
                </c:pt>
                <c:pt idx="1592">
                  <c:v>4.0568125173082246</c:v>
                </c:pt>
                <c:pt idx="1593">
                  <c:v>4.0537189539897929</c:v>
                </c:pt>
                <c:pt idx="1594">
                  <c:v>4.0461205048067415</c:v>
                </c:pt>
                <c:pt idx="1595">
                  <c:v>4.0423032796613523</c:v>
                </c:pt>
                <c:pt idx="1596">
                  <c:v>4.0484766388416347</c:v>
                </c:pt>
                <c:pt idx="1597">
                  <c:v>4.0570883411797283</c:v>
                </c:pt>
                <c:pt idx="1598">
                  <c:v>4.0572993630573251</c:v>
                </c:pt>
                <c:pt idx="1599">
                  <c:v>4.062122482889583</c:v>
                </c:pt>
                <c:pt idx="1600">
                  <c:v>4.0651498991177748</c:v>
                </c:pt>
                <c:pt idx="1601">
                  <c:v>4.0693878229220237</c:v>
                </c:pt>
                <c:pt idx="1602">
                  <c:v>4.0717303477469633</c:v>
                </c:pt>
                <c:pt idx="1603">
                  <c:v>4.0772583771808364</c:v>
                </c:pt>
                <c:pt idx="1604">
                  <c:v>4.0811915971040866</c:v>
                </c:pt>
                <c:pt idx="1605">
                  <c:v>4.0731612137516322</c:v>
                </c:pt>
                <c:pt idx="1606">
                  <c:v>4.074068520789651</c:v>
                </c:pt>
                <c:pt idx="1607">
                  <c:v>4.0760451002888001</c:v>
                </c:pt>
                <c:pt idx="1608">
                  <c:v>4.0714242987696325</c:v>
                </c:pt>
                <c:pt idx="1609">
                  <c:v>4.0632974640977961</c:v>
                </c:pt>
                <c:pt idx="1610">
                  <c:v>4.0623149899117772</c:v>
                </c:pt>
                <c:pt idx="1611">
                  <c:v>4.0646177948332474</c:v>
                </c:pt>
                <c:pt idx="1612">
                  <c:v>4.0605735649008983</c:v>
                </c:pt>
                <c:pt idx="1613">
                  <c:v>4.0590021758911261</c:v>
                </c:pt>
                <c:pt idx="1614">
                  <c:v>4.0611100209676785</c:v>
                </c:pt>
                <c:pt idx="1615">
                  <c:v>4.0616014558689715</c:v>
                </c:pt>
                <c:pt idx="1616">
                  <c:v>4.0660621909245558</c:v>
                </c:pt>
                <c:pt idx="1617">
                  <c:v>4.0722120504806743</c:v>
                </c:pt>
                <c:pt idx="1618">
                  <c:v>4.0700958183328719</c:v>
                </c:pt>
                <c:pt idx="1619">
                  <c:v>4.0704957866835461</c:v>
                </c:pt>
                <c:pt idx="1620">
                  <c:v>4.0767827669422791</c:v>
                </c:pt>
                <c:pt idx="1621">
                  <c:v>4.0770157059777663</c:v>
                </c:pt>
                <c:pt idx="1622">
                  <c:v>4.0721531036119796</c:v>
                </c:pt>
                <c:pt idx="1623">
                  <c:v>4.0674981999446134</c:v>
                </c:pt>
                <c:pt idx="1624">
                  <c:v>4.0714103730664242</c:v>
                </c:pt>
                <c:pt idx="1625">
                  <c:v>4.0737640542785929</c:v>
                </c:pt>
                <c:pt idx="1626">
                  <c:v>4.0759829884875582</c:v>
                </c:pt>
                <c:pt idx="1627">
                  <c:v>4.0812762590497291</c:v>
                </c:pt>
                <c:pt idx="1628">
                  <c:v>4.0893776951378724</c:v>
                </c:pt>
                <c:pt idx="1629">
                  <c:v>4.0949740871147684</c:v>
                </c:pt>
                <c:pt idx="1630">
                  <c:v>4.0992166791945248</c:v>
                </c:pt>
                <c:pt idx="1631">
                  <c:v>4.0962329390354872</c:v>
                </c:pt>
                <c:pt idx="1632">
                  <c:v>4.0937278949242391</c:v>
                </c:pt>
                <c:pt idx="1633">
                  <c:v>4.0961253313288761</c:v>
                </c:pt>
                <c:pt idx="1634">
                  <c:v>4.0963357993432767</c:v>
                </c:pt>
                <c:pt idx="1635">
                  <c:v>4.0907275388693281</c:v>
                </c:pt>
                <c:pt idx="1636">
                  <c:v>4.0904553546702536</c:v>
                </c:pt>
                <c:pt idx="1637">
                  <c:v>4.094712188946473</c:v>
                </c:pt>
                <c:pt idx="1638">
                  <c:v>4.0942936266170831</c:v>
                </c:pt>
                <c:pt idx="1639">
                  <c:v>4.0950096926059265</c:v>
                </c:pt>
                <c:pt idx="1640">
                  <c:v>4.099118566285556</c:v>
                </c:pt>
                <c:pt idx="1641">
                  <c:v>4.0991581279423981</c:v>
                </c:pt>
                <c:pt idx="1642">
                  <c:v>4.0977505241919534</c:v>
                </c:pt>
                <c:pt idx="1643">
                  <c:v>4.1002073030818531</c:v>
                </c:pt>
                <c:pt idx="1644">
                  <c:v>4.101906080626657</c:v>
                </c:pt>
                <c:pt idx="1645">
                  <c:v>4.1025090002769318</c:v>
                </c:pt>
                <c:pt idx="1646">
                  <c:v>4.1005404122324647</c:v>
                </c:pt>
                <c:pt idx="1647">
                  <c:v>4.101523915021561</c:v>
                </c:pt>
                <c:pt idx="1648">
                  <c:v>4.0996360327570516</c:v>
                </c:pt>
                <c:pt idx="1649">
                  <c:v>4.0967717688016778</c:v>
                </c:pt>
                <c:pt idx="1650">
                  <c:v>4.1042916485342404</c:v>
                </c:pt>
                <c:pt idx="1651">
                  <c:v>4.1148957550342207</c:v>
                </c:pt>
                <c:pt idx="1652">
                  <c:v>4.1184270285239544</c:v>
                </c:pt>
                <c:pt idx="1653">
                  <c:v>4.1199469873798318</c:v>
                </c:pt>
                <c:pt idx="1654">
                  <c:v>4.1278427028523952</c:v>
                </c:pt>
                <c:pt idx="1655">
                  <c:v>4.1386723107963759</c:v>
                </c:pt>
                <c:pt idx="1656">
                  <c:v>4.1518344740277726</c:v>
                </c:pt>
                <c:pt idx="1657">
                  <c:v>4.1663694267515927</c:v>
                </c:pt>
                <c:pt idx="1658">
                  <c:v>4.1793282430668199</c:v>
                </c:pt>
                <c:pt idx="1659">
                  <c:v>4.1838271946829133</c:v>
                </c:pt>
                <c:pt idx="1660">
                  <c:v>4.1885358230802705</c:v>
                </c:pt>
                <c:pt idx="1661">
                  <c:v>4.1921137793250782</c:v>
                </c:pt>
                <c:pt idx="1662">
                  <c:v>4.1905289393519798</c:v>
                </c:pt>
                <c:pt idx="1663">
                  <c:v>4.1903643628595164</c:v>
                </c:pt>
                <c:pt idx="1664">
                  <c:v>4.1906199311627175</c:v>
                </c:pt>
                <c:pt idx="1665">
                  <c:v>4.1861858606638442</c:v>
                </c:pt>
                <c:pt idx="1666">
                  <c:v>4.1812912924793286</c:v>
                </c:pt>
                <c:pt idx="1667">
                  <c:v>4.1899157336709258</c:v>
                </c:pt>
                <c:pt idx="1668">
                  <c:v>4.198111326502354</c:v>
                </c:pt>
                <c:pt idx="1669">
                  <c:v>4.196127705028287</c:v>
                </c:pt>
                <c:pt idx="1670">
                  <c:v>4.2093737389721886</c:v>
                </c:pt>
                <c:pt idx="1671">
                  <c:v>4.2324769553348895</c:v>
                </c:pt>
                <c:pt idx="1672">
                  <c:v>4.2559480951062234</c:v>
                </c:pt>
                <c:pt idx="1673">
                  <c:v>4.2757115163983066</c:v>
                </c:pt>
                <c:pt idx="1674">
                  <c:v>4.2897859714364834</c:v>
                </c:pt>
                <c:pt idx="1675">
                  <c:v>4.3014194722474981</c:v>
                </c:pt>
                <c:pt idx="1676">
                  <c:v>4.3183035961546068</c:v>
                </c:pt>
                <c:pt idx="1677">
                  <c:v>4.3343972781580096</c:v>
                </c:pt>
                <c:pt idx="1678">
                  <c:v>4.3485801321359343</c:v>
                </c:pt>
                <c:pt idx="1679">
                  <c:v>4.3699086125726945</c:v>
                </c:pt>
                <c:pt idx="1680">
                  <c:v>4.4015072991256874</c:v>
                </c:pt>
                <c:pt idx="1681">
                  <c:v>4.446524508446414</c:v>
                </c:pt>
                <c:pt idx="1682">
                  <c:v>4.5111081220081495</c:v>
                </c:pt>
                <c:pt idx="1683">
                  <c:v>4.5930379396289114</c:v>
                </c:pt>
                <c:pt idx="1684">
                  <c:v>4.6902258970605688</c:v>
                </c:pt>
                <c:pt idx="1685">
                  <c:v>4.8107686829924443</c:v>
                </c:pt>
                <c:pt idx="1686">
                  <c:v>4.9741741504134191</c:v>
                </c:pt>
                <c:pt idx="1687">
                  <c:v>5.1846421648138623</c:v>
                </c:pt>
                <c:pt idx="1688">
                  <c:v>5.4428373620287216</c:v>
                </c:pt>
                <c:pt idx="1689">
                  <c:v>5.6903113502393481</c:v>
                </c:pt>
                <c:pt idx="1690">
                  <c:v>5.8486529255845241</c:v>
                </c:pt>
                <c:pt idx="1691">
                  <c:v>5.875135498674684</c:v>
                </c:pt>
                <c:pt idx="1692">
                  <c:v>5.7900067254816632</c:v>
                </c:pt>
                <c:pt idx="1693">
                  <c:v>5.6609249515369706</c:v>
                </c:pt>
                <c:pt idx="1694">
                  <c:v>5.56019306088539</c:v>
                </c:pt>
                <c:pt idx="1695">
                  <c:v>5.5078213395577009</c:v>
                </c:pt>
                <c:pt idx="1696">
                  <c:v>5.498856668117261</c:v>
                </c:pt>
                <c:pt idx="1697">
                  <c:v>5.5201091901728843</c:v>
                </c:pt>
                <c:pt idx="1698">
                  <c:v>5.5785417573287965</c:v>
                </c:pt>
                <c:pt idx="1699">
                  <c:v>5.6784665901807969</c:v>
                </c:pt>
                <c:pt idx="1700">
                  <c:v>5.8257862879297386</c:v>
                </c:pt>
                <c:pt idx="1701">
                  <c:v>6.0131186454088699</c:v>
                </c:pt>
                <c:pt idx="1702">
                  <c:v>6.2605609842940222</c:v>
                </c:pt>
                <c:pt idx="1703">
                  <c:v>6.5698540174862519</c:v>
                </c:pt>
                <c:pt idx="1704">
                  <c:v>6.9433951813901968</c:v>
                </c:pt>
                <c:pt idx="1705">
                  <c:v>7.3958302013688328</c:v>
                </c:pt>
                <c:pt idx="1706">
                  <c:v>7.9735569885666813</c:v>
                </c:pt>
                <c:pt idx="1707">
                  <c:v>8.7052973058511682</c:v>
                </c:pt>
                <c:pt idx="1708">
                  <c:v>9.6308897416623811</c:v>
                </c:pt>
                <c:pt idx="1709">
                  <c:v>10.813719982592872</c:v>
                </c:pt>
                <c:pt idx="1710">
                  <c:v>12.39878150096926</c:v>
                </c:pt>
                <c:pt idx="1711">
                  <c:v>14.615737627091823</c:v>
                </c:pt>
                <c:pt idx="1712">
                  <c:v>17.863037544012343</c:v>
                </c:pt>
                <c:pt idx="1713">
                  <c:v>22.661312655774022</c:v>
                </c:pt>
                <c:pt idx="1714">
                  <c:v>29.553981880761171</c:v>
                </c:pt>
                <c:pt idx="1715">
                  <c:v>38.524033706531633</c:v>
                </c:pt>
                <c:pt idx="1716">
                  <c:v>48.034656011393757</c:v>
                </c:pt>
                <c:pt idx="1717">
                  <c:v>54.555841278632755</c:v>
                </c:pt>
                <c:pt idx="1718">
                  <c:v>55.42421964631879</c:v>
                </c:pt>
                <c:pt idx="1719">
                  <c:v>50.448154448708316</c:v>
                </c:pt>
                <c:pt idx="1720">
                  <c:v>42.294417850219574</c:v>
                </c:pt>
                <c:pt idx="1721">
                  <c:v>34.295367329983783</c:v>
                </c:pt>
                <c:pt idx="1722">
                  <c:v>27.752897891363691</c:v>
                </c:pt>
                <c:pt idx="1723">
                  <c:v>22.663765478498242</c:v>
                </c:pt>
                <c:pt idx="1724">
                  <c:v>18.746291094671044</c:v>
                </c:pt>
                <c:pt idx="1725">
                  <c:v>15.774340309372157</c:v>
                </c:pt>
                <c:pt idx="1726">
                  <c:v>13.500731890651581</c:v>
                </c:pt>
                <c:pt idx="1727">
                  <c:v>11.744297187166199</c:v>
                </c:pt>
                <c:pt idx="1728">
                  <c:v>10.354891798868536</c:v>
                </c:pt>
                <c:pt idx="1729">
                  <c:v>9.26731811528267</c:v>
                </c:pt>
                <c:pt idx="1730">
                  <c:v>8.402990861257269</c:v>
                </c:pt>
                <c:pt idx="1731">
                  <c:v>7.727333148712269</c:v>
                </c:pt>
                <c:pt idx="1732">
                  <c:v>7.1960121849903071</c:v>
                </c:pt>
                <c:pt idx="1733">
                  <c:v>6.7904419037069275</c:v>
                </c:pt>
                <c:pt idx="1734">
                  <c:v>6.4728567472405754</c:v>
                </c:pt>
                <c:pt idx="1735">
                  <c:v>6.2278197570914271</c:v>
                </c:pt>
                <c:pt idx="1736">
                  <c:v>6.0397119911381889</c:v>
                </c:pt>
                <c:pt idx="1737">
                  <c:v>5.9016892827471619</c:v>
                </c:pt>
                <c:pt idx="1738">
                  <c:v>5.8065355857103302</c:v>
                </c:pt>
                <c:pt idx="1739">
                  <c:v>5.7690706966807772</c:v>
                </c:pt>
                <c:pt idx="1740">
                  <c:v>5.785409660956601</c:v>
                </c:pt>
                <c:pt idx="1741">
                  <c:v>5.8710527356885711</c:v>
                </c:pt>
                <c:pt idx="1742">
                  <c:v>6.0159275230446649</c:v>
                </c:pt>
                <c:pt idx="1743">
                  <c:v>6.1675357043953003</c:v>
                </c:pt>
                <c:pt idx="1744">
                  <c:v>6.2411045614590339</c:v>
                </c:pt>
                <c:pt idx="1745">
                  <c:v>6.1791826561696404</c:v>
                </c:pt>
                <c:pt idx="1746">
                  <c:v>5.9719349606361511</c:v>
                </c:pt>
                <c:pt idx="1747">
                  <c:v>5.7097677730743364</c:v>
                </c:pt>
                <c:pt idx="1748">
                  <c:v>5.4686157376270916</c:v>
                </c:pt>
                <c:pt idx="1749">
                  <c:v>5.2713534042805712</c:v>
                </c:pt>
                <c:pt idx="1750">
                  <c:v>5.1215413221505717</c:v>
                </c:pt>
                <c:pt idx="1751">
                  <c:v>5.0072951695216998</c:v>
                </c:pt>
                <c:pt idx="1752">
                  <c:v>4.9171737152351938</c:v>
                </c:pt>
                <c:pt idx="1753">
                  <c:v>4.8525932666060054</c:v>
                </c:pt>
                <c:pt idx="1754">
                  <c:v>4.8106341733591806</c:v>
                </c:pt>
                <c:pt idx="1755">
                  <c:v>4.7727887011908061</c:v>
                </c:pt>
                <c:pt idx="1756">
                  <c:v>4.7263108754994656</c:v>
                </c:pt>
                <c:pt idx="1757">
                  <c:v>4.6884416663369866</c:v>
                </c:pt>
                <c:pt idx="1758">
                  <c:v>4.6542469438620087</c:v>
                </c:pt>
                <c:pt idx="1759">
                  <c:v>4.6223001147288052</c:v>
                </c:pt>
                <c:pt idx="1760">
                  <c:v>4.5918368477271834</c:v>
                </c:pt>
                <c:pt idx="1761">
                  <c:v>4.5650417375479684</c:v>
                </c:pt>
                <c:pt idx="1762">
                  <c:v>4.5414811884321713</c:v>
                </c:pt>
                <c:pt idx="1763">
                  <c:v>4.5210689559678761</c:v>
                </c:pt>
                <c:pt idx="1764">
                  <c:v>4.4999050520235784</c:v>
                </c:pt>
                <c:pt idx="1765">
                  <c:v>4.4873497646081422</c:v>
                </c:pt>
                <c:pt idx="1766">
                  <c:v>4.4816236103968032</c:v>
                </c:pt>
                <c:pt idx="1767">
                  <c:v>4.4722332555287414</c:v>
                </c:pt>
                <c:pt idx="1768">
                  <c:v>4.4632622542232072</c:v>
                </c:pt>
                <c:pt idx="1769">
                  <c:v>4.4531360525378805</c:v>
                </c:pt>
                <c:pt idx="1770">
                  <c:v>4.4411219685880443</c:v>
                </c:pt>
                <c:pt idx="1771">
                  <c:v>4.4212889187799185</c:v>
                </c:pt>
                <c:pt idx="1772">
                  <c:v>4.3951133441468526</c:v>
                </c:pt>
                <c:pt idx="1773">
                  <c:v>4.374936899157337</c:v>
                </c:pt>
                <c:pt idx="1774">
                  <c:v>4.3622162440162997</c:v>
                </c:pt>
                <c:pt idx="1775">
                  <c:v>4.3524698342366577</c:v>
                </c:pt>
                <c:pt idx="1776">
                  <c:v>4.3432867824504493</c:v>
                </c:pt>
                <c:pt idx="1777">
                  <c:v>4.3381849111840802</c:v>
                </c:pt>
                <c:pt idx="1778">
                  <c:v>4.3272651026624995</c:v>
                </c:pt>
                <c:pt idx="1779">
                  <c:v>4.3258116073901176</c:v>
                </c:pt>
                <c:pt idx="1780">
                  <c:v>4.3200150334296001</c:v>
                </c:pt>
                <c:pt idx="1781">
                  <c:v>4.3191288523163349</c:v>
                </c:pt>
                <c:pt idx="1782">
                  <c:v>4.3284851841595122</c:v>
                </c:pt>
                <c:pt idx="1783">
                  <c:v>4.3215721802429083</c:v>
                </c:pt>
                <c:pt idx="1784">
                  <c:v>4.309554931360525</c:v>
                </c:pt>
                <c:pt idx="1785">
                  <c:v>4.3077121493848161</c:v>
                </c:pt>
                <c:pt idx="1786">
                  <c:v>4.3016742493175615</c:v>
                </c:pt>
                <c:pt idx="1787">
                  <c:v>4.2859872611464969</c:v>
                </c:pt>
                <c:pt idx="1788">
                  <c:v>4.2649190964117576</c:v>
                </c:pt>
                <c:pt idx="1789">
                  <c:v>4.2541227202595246</c:v>
                </c:pt>
                <c:pt idx="1790">
                  <c:v>4.2582948925901016</c:v>
                </c:pt>
                <c:pt idx="1791">
                  <c:v>4.2556529651461803</c:v>
                </c:pt>
                <c:pt idx="1792">
                  <c:v>4.2379103532855957</c:v>
                </c:pt>
                <c:pt idx="1793">
                  <c:v>4.2276986984214897</c:v>
                </c:pt>
                <c:pt idx="1794">
                  <c:v>4.2330806662183011</c:v>
                </c:pt>
                <c:pt idx="1795">
                  <c:v>4.2290596194168613</c:v>
                </c:pt>
                <c:pt idx="1796">
                  <c:v>4.2181588004905644</c:v>
                </c:pt>
                <c:pt idx="1797">
                  <c:v>4.21307591881948</c:v>
                </c:pt>
                <c:pt idx="1798">
                  <c:v>4.204565415199589</c:v>
                </c:pt>
                <c:pt idx="1799">
                  <c:v>4.2034956679985758</c:v>
                </c:pt>
                <c:pt idx="1800">
                  <c:v>4.2026435099101951</c:v>
                </c:pt>
                <c:pt idx="1801">
                  <c:v>4.1969656209202038</c:v>
                </c:pt>
                <c:pt idx="1802">
                  <c:v>4.1887542034260399</c:v>
                </c:pt>
                <c:pt idx="1803">
                  <c:v>4.1786549036673657</c:v>
                </c:pt>
                <c:pt idx="1804">
                  <c:v>4.1749914942437787</c:v>
                </c:pt>
                <c:pt idx="1805">
                  <c:v>4.1769988527119519</c:v>
                </c:pt>
                <c:pt idx="1806">
                  <c:v>4.1789595284250503</c:v>
                </c:pt>
                <c:pt idx="1807">
                  <c:v>4.1868370455354667</c:v>
                </c:pt>
                <c:pt idx="1808">
                  <c:v>4.1862277960200975</c:v>
                </c:pt>
                <c:pt idx="1809">
                  <c:v>4.1840020572061558</c:v>
                </c:pt>
                <c:pt idx="1810">
                  <c:v>4.1766878980891722</c:v>
                </c:pt>
                <c:pt idx="1811">
                  <c:v>4.1680808640265852</c:v>
                </c:pt>
                <c:pt idx="1812">
                  <c:v>4.1599477786129686</c:v>
                </c:pt>
                <c:pt idx="1813">
                  <c:v>4.1587759623373026</c:v>
                </c:pt>
                <c:pt idx="1814">
                  <c:v>4.1574830873917001</c:v>
                </c:pt>
                <c:pt idx="1815">
                  <c:v>4.152767337896111</c:v>
                </c:pt>
                <c:pt idx="1816">
                  <c:v>4.1431293270562168</c:v>
                </c:pt>
                <c:pt idx="1817">
                  <c:v>4.1388661629149031</c:v>
                </c:pt>
                <c:pt idx="1818">
                  <c:v>4.1387886220674925</c:v>
                </c:pt>
                <c:pt idx="1819">
                  <c:v>4.1374110851762476</c:v>
                </c:pt>
                <c:pt idx="1820">
                  <c:v>4.132768920362385</c:v>
                </c:pt>
                <c:pt idx="1821">
                  <c:v>4.1262554891798873</c:v>
                </c:pt>
                <c:pt idx="1822">
                  <c:v>4.1240819717529771</c:v>
                </c:pt>
                <c:pt idx="1823">
                  <c:v>4.1249634054674207</c:v>
                </c:pt>
                <c:pt idx="1824">
                  <c:v>4.1286038691300391</c:v>
                </c:pt>
                <c:pt idx="1825">
                  <c:v>4.1270435573841828</c:v>
                </c:pt>
                <c:pt idx="1826">
                  <c:v>4.1176405427859315</c:v>
                </c:pt>
                <c:pt idx="1827">
                  <c:v>4.1212833801479603</c:v>
                </c:pt>
                <c:pt idx="1828">
                  <c:v>4.1303960121849901</c:v>
                </c:pt>
                <c:pt idx="1829">
                  <c:v>4.1277390513114689</c:v>
                </c:pt>
                <c:pt idx="1830">
                  <c:v>4.118612177077976</c:v>
                </c:pt>
                <c:pt idx="1831">
                  <c:v>4.1196819242789884</c:v>
                </c:pt>
                <c:pt idx="1832">
                  <c:v>4.1191114451873245</c:v>
                </c:pt>
                <c:pt idx="1833">
                  <c:v>4.1128852316335012</c:v>
                </c:pt>
                <c:pt idx="1834">
                  <c:v>4.1088546900344189</c:v>
                </c:pt>
                <c:pt idx="1835">
                  <c:v>4.1062958420698656</c:v>
                </c:pt>
                <c:pt idx="1836">
                  <c:v>4.1066218301222452</c:v>
                </c:pt>
                <c:pt idx="1837">
                  <c:v>4.1043921351426196</c:v>
                </c:pt>
                <c:pt idx="1838">
                  <c:v>4.1069011354195517</c:v>
                </c:pt>
                <c:pt idx="1839">
                  <c:v>4.1129192546583848</c:v>
                </c:pt>
                <c:pt idx="1840">
                  <c:v>4.1105613799105907</c:v>
                </c:pt>
                <c:pt idx="1841">
                  <c:v>4.1062634015112556</c:v>
                </c:pt>
                <c:pt idx="1842">
                  <c:v>4.1007034062586545</c:v>
                </c:pt>
                <c:pt idx="1843">
                  <c:v>4.0967448668750244</c:v>
                </c:pt>
                <c:pt idx="1844">
                  <c:v>4.0922870593820466</c:v>
                </c:pt>
                <c:pt idx="1845">
                  <c:v>4.0898247418601894</c:v>
                </c:pt>
                <c:pt idx="1846">
                  <c:v>4.0928219329825533</c:v>
                </c:pt>
                <c:pt idx="1847">
                  <c:v>4.0950983107172529</c:v>
                </c:pt>
                <c:pt idx="1848">
                  <c:v>4.1039806939114607</c:v>
                </c:pt>
                <c:pt idx="1849">
                  <c:v>4.1088388653716814</c:v>
                </c:pt>
                <c:pt idx="1850">
                  <c:v>4.1088341179728607</c:v>
                </c:pt>
                <c:pt idx="1851">
                  <c:v>4.1086537168176607</c:v>
                </c:pt>
                <c:pt idx="1852">
                  <c:v>4.1105661273094114</c:v>
                </c:pt>
                <c:pt idx="1853">
                  <c:v>4.1192285476915771</c:v>
                </c:pt>
                <c:pt idx="1854">
                  <c:v>4.1164623966451712</c:v>
                </c:pt>
                <c:pt idx="1855">
                  <c:v>4.1039870237765559</c:v>
                </c:pt>
                <c:pt idx="1856">
                  <c:v>4.0972813229418046</c:v>
                </c:pt>
                <c:pt idx="1857">
                  <c:v>4.0974973295881636</c:v>
                </c:pt>
                <c:pt idx="1858">
                  <c:v>4.0961324524271072</c:v>
                </c:pt>
                <c:pt idx="1859">
                  <c:v>4.0907022194089491</c:v>
                </c:pt>
                <c:pt idx="1860">
                  <c:v>4.094167820548325</c:v>
                </c:pt>
                <c:pt idx="1861">
                  <c:v>4.1028721762867431</c:v>
                </c:pt>
                <c:pt idx="1862">
                  <c:v>4.1023278078885941</c:v>
                </c:pt>
                <c:pt idx="1863">
                  <c:v>4.0964283736202871</c:v>
                </c:pt>
                <c:pt idx="1864">
                  <c:v>4.0980955018396168</c:v>
                </c:pt>
                <c:pt idx="1865">
                  <c:v>4.1001740712901054</c:v>
                </c:pt>
                <c:pt idx="1866">
                  <c:v>4.0974182062744786</c:v>
                </c:pt>
                <c:pt idx="1867">
                  <c:v>4.0930308185306803</c:v>
                </c:pt>
                <c:pt idx="1868">
                  <c:v>4.0878363729873008</c:v>
                </c:pt>
                <c:pt idx="1869">
                  <c:v>4.0905210270206114</c:v>
                </c:pt>
                <c:pt idx="1870">
                  <c:v>4.0955944138940543</c:v>
                </c:pt>
                <c:pt idx="1871">
                  <c:v>4.0933212010919018</c:v>
                </c:pt>
                <c:pt idx="1872">
                  <c:v>4.09809471060648</c:v>
                </c:pt>
                <c:pt idx="1873">
                  <c:v>4.1025002967124262</c:v>
                </c:pt>
                <c:pt idx="1874">
                  <c:v>4.1117695929105507</c:v>
                </c:pt>
                <c:pt idx="1875">
                  <c:v>4.1184650077145228</c:v>
                </c:pt>
                <c:pt idx="1876">
                  <c:v>4.1209866677216445</c:v>
                </c:pt>
                <c:pt idx="1877">
                  <c:v>4.1183724334375125</c:v>
                </c:pt>
                <c:pt idx="1878">
                  <c:v>4.1096253511097043</c:v>
                </c:pt>
                <c:pt idx="1879">
                  <c:v>4.1069043003520989</c:v>
                </c:pt>
                <c:pt idx="1880">
                  <c:v>4.1075008901372794</c:v>
                </c:pt>
                <c:pt idx="1881">
                  <c:v>4.110239348023895</c:v>
                </c:pt>
                <c:pt idx="1882">
                  <c:v>4.1047450251216517</c:v>
                </c:pt>
                <c:pt idx="1883">
                  <c:v>4.1065268821458245</c:v>
                </c:pt>
                <c:pt idx="1884">
                  <c:v>4.1040693120227871</c:v>
                </c:pt>
                <c:pt idx="1885">
                  <c:v>4.0957581991533809</c:v>
                </c:pt>
                <c:pt idx="1886">
                  <c:v>4.0862705226094871</c:v>
                </c:pt>
                <c:pt idx="1887">
                  <c:v>4.0882533528504172</c:v>
                </c:pt>
                <c:pt idx="1888">
                  <c:v>4.0905977766348851</c:v>
                </c:pt>
                <c:pt idx="1889">
                  <c:v>4.0907346599675591</c:v>
                </c:pt>
                <c:pt idx="1890">
                  <c:v>4.0855014440004744</c:v>
                </c:pt>
                <c:pt idx="1891">
                  <c:v>4.0854151995885584</c:v>
                </c:pt>
                <c:pt idx="1892">
                  <c:v>4.0958104205404124</c:v>
                </c:pt>
                <c:pt idx="1893">
                  <c:v>4.1017066898761723</c:v>
                </c:pt>
                <c:pt idx="1894">
                  <c:v>4.099356727459746</c:v>
                </c:pt>
                <c:pt idx="1895">
                  <c:v>4.0933520591842383</c:v>
                </c:pt>
                <c:pt idx="1896">
                  <c:v>4.0865632788701189</c:v>
                </c:pt>
                <c:pt idx="1897">
                  <c:v>4.0870134905249831</c:v>
                </c:pt>
                <c:pt idx="1898">
                  <c:v>4.0897329588163149</c:v>
                </c:pt>
                <c:pt idx="1899">
                  <c:v>4.0952707995410851</c:v>
                </c:pt>
                <c:pt idx="1900">
                  <c:v>4.0967693951022666</c:v>
                </c:pt>
                <c:pt idx="1901">
                  <c:v>4.101058669937097</c:v>
                </c:pt>
                <c:pt idx="1902">
                  <c:v>4.0948126755548522</c:v>
                </c:pt>
                <c:pt idx="1903">
                  <c:v>4.0886260236578709</c:v>
                </c:pt>
                <c:pt idx="1904">
                  <c:v>4.0947343434743049</c:v>
                </c:pt>
                <c:pt idx="1905">
                  <c:v>4.0983415753451755</c:v>
                </c:pt>
                <c:pt idx="1906">
                  <c:v>4.0940032440558607</c:v>
                </c:pt>
                <c:pt idx="1907">
                  <c:v>4.0847703445820311</c:v>
                </c:pt>
                <c:pt idx="1908">
                  <c:v>4.072037267080745</c:v>
                </c:pt>
                <c:pt idx="1909">
                  <c:v>4.0681925070221938</c:v>
                </c:pt>
                <c:pt idx="1910">
                  <c:v>4.0733285595600748</c:v>
                </c:pt>
                <c:pt idx="1911">
                  <c:v>4.0758894647307828</c:v>
                </c:pt>
                <c:pt idx="1912">
                  <c:v>4.0835217786920914</c:v>
                </c:pt>
                <c:pt idx="1913">
                  <c:v>4.0884574909997227</c:v>
                </c:pt>
                <c:pt idx="1914">
                  <c:v>4.0931613719982591</c:v>
                </c:pt>
                <c:pt idx="1915">
                  <c:v>4.0954084741068959</c:v>
                </c:pt>
                <c:pt idx="1916">
                  <c:v>4.092924002057206</c:v>
                </c:pt>
                <c:pt idx="1917">
                  <c:v>4.0895723384895364</c:v>
                </c:pt>
                <c:pt idx="1918">
                  <c:v>4.0954298374015901</c:v>
                </c:pt>
                <c:pt idx="1919">
                  <c:v>4.0991169838192825</c:v>
                </c:pt>
                <c:pt idx="1920">
                  <c:v>4.0933726312457965</c:v>
                </c:pt>
                <c:pt idx="1921">
                  <c:v>4.0894853028444835</c:v>
                </c:pt>
                <c:pt idx="1922">
                  <c:v>4.0876646753966055</c:v>
                </c:pt>
                <c:pt idx="1923">
                  <c:v>4.084644538513273</c:v>
                </c:pt>
                <c:pt idx="1924">
                  <c:v>4.0766132848043677</c:v>
                </c:pt>
                <c:pt idx="1925">
                  <c:v>4.076836491672271</c:v>
                </c:pt>
                <c:pt idx="1926">
                  <c:v>4.0795355461486729</c:v>
                </c:pt>
                <c:pt idx="1927">
                  <c:v>4.0781982039007794</c:v>
                </c:pt>
                <c:pt idx="1928">
                  <c:v>4.0811464968152862</c:v>
                </c:pt>
                <c:pt idx="1929">
                  <c:v>4.0850797167385373</c:v>
                </c:pt>
                <c:pt idx="1930">
                  <c:v>4.0850900027693156</c:v>
                </c:pt>
                <c:pt idx="1931">
                  <c:v>4.0850140443881786</c:v>
                </c:pt>
                <c:pt idx="1932">
                  <c:v>4.0847996202080941</c:v>
                </c:pt>
                <c:pt idx="1933">
                  <c:v>4.0877865252996797</c:v>
                </c:pt>
                <c:pt idx="1934">
                  <c:v>4.0958080468410021</c:v>
                </c:pt>
                <c:pt idx="1935">
                  <c:v>4.1026181904498165</c:v>
                </c:pt>
                <c:pt idx="1936">
                  <c:v>4.1035676702140282</c:v>
                </c:pt>
                <c:pt idx="1937">
                  <c:v>4.1036056494045967</c:v>
                </c:pt>
                <c:pt idx="1938">
                  <c:v>4.109838984056652</c:v>
                </c:pt>
                <c:pt idx="1939">
                  <c:v>4.1183083435534282</c:v>
                </c:pt>
                <c:pt idx="1940">
                  <c:v>4.1287890176840607</c:v>
                </c:pt>
                <c:pt idx="1941">
                  <c:v>4.146399493610792</c:v>
                </c:pt>
                <c:pt idx="1942">
                  <c:v>4.1681892629663331</c:v>
                </c:pt>
                <c:pt idx="1943">
                  <c:v>4.1887257190331129</c:v>
                </c:pt>
                <c:pt idx="1944">
                  <c:v>4.1960572852791076</c:v>
                </c:pt>
                <c:pt idx="1945">
                  <c:v>4.1890453772203982</c:v>
                </c:pt>
                <c:pt idx="1946">
                  <c:v>4.1737619179491237</c:v>
                </c:pt>
                <c:pt idx="1947">
                  <c:v>4.1515417177671399</c:v>
                </c:pt>
                <c:pt idx="1948">
                  <c:v>4.1330458519602802</c:v>
                </c:pt>
                <c:pt idx="1949">
                  <c:v>4.125542588123591</c:v>
                </c:pt>
                <c:pt idx="1950">
                  <c:v>4.1194477192704833</c:v>
                </c:pt>
                <c:pt idx="1951">
                  <c:v>4.1162384776674443</c:v>
                </c:pt>
                <c:pt idx="1952">
                  <c:v>4.1187237409502711</c:v>
                </c:pt>
                <c:pt idx="1953">
                  <c:v>4.1122799382838151</c:v>
                </c:pt>
                <c:pt idx="1954">
                  <c:v>4.1003892867033276</c:v>
                </c:pt>
                <c:pt idx="1955">
                  <c:v>4.0906547454207383</c:v>
                </c:pt>
                <c:pt idx="1956">
                  <c:v>4.081731218103414</c:v>
                </c:pt>
                <c:pt idx="1957">
                  <c:v>4.0797317719666104</c:v>
                </c:pt>
                <c:pt idx="1958">
                  <c:v>4.0818309134786563</c:v>
                </c:pt>
                <c:pt idx="1959">
                  <c:v>4.0841460616370613</c:v>
                </c:pt>
                <c:pt idx="1960">
                  <c:v>4.0837868417929339</c:v>
                </c:pt>
                <c:pt idx="1961">
                  <c:v>4.0758047236618271</c:v>
                </c:pt>
                <c:pt idx="1962">
                  <c:v>4.0716279621790559</c:v>
                </c:pt>
                <c:pt idx="1963">
                  <c:v>4.0662103888910863</c:v>
                </c:pt>
                <c:pt idx="1964">
                  <c:v>4.0585752264904853</c:v>
                </c:pt>
                <c:pt idx="1965">
                  <c:v>4.0539185029869049</c:v>
                </c:pt>
                <c:pt idx="1966">
                  <c:v>4.0485476124540094</c:v>
                </c:pt>
                <c:pt idx="1967">
                  <c:v>4.0505855125212644</c:v>
                </c:pt>
                <c:pt idx="1968">
                  <c:v>4.0599387585552087</c:v>
                </c:pt>
                <c:pt idx="1969">
                  <c:v>4.0664196700557822</c:v>
                </c:pt>
                <c:pt idx="1970">
                  <c:v>4.0713745302053246</c:v>
                </c:pt>
                <c:pt idx="1971">
                  <c:v>4.0746089330221151</c:v>
                </c:pt>
                <c:pt idx="1972">
                  <c:v>4.0757595442497134</c:v>
                </c:pt>
                <c:pt idx="1973">
                  <c:v>4.077457293191439</c:v>
                </c:pt>
                <c:pt idx="1974">
                  <c:v>4.0721802429085727</c:v>
                </c:pt>
                <c:pt idx="1975">
                  <c:v>4.0641545278316258</c:v>
                </c:pt>
                <c:pt idx="1976">
                  <c:v>4.0623622265300474</c:v>
                </c:pt>
                <c:pt idx="1977">
                  <c:v>4.0602803339003835</c:v>
                </c:pt>
                <c:pt idx="1978">
                  <c:v>4.0581628357795623</c:v>
                </c:pt>
                <c:pt idx="1979">
                  <c:v>4.0571983225857498</c:v>
                </c:pt>
                <c:pt idx="1980">
                  <c:v>4.0593913834711399</c:v>
                </c:pt>
                <c:pt idx="1981">
                  <c:v>4.0617797998180167</c:v>
                </c:pt>
                <c:pt idx="1982">
                  <c:v>4.0578511690469599</c:v>
                </c:pt>
                <c:pt idx="1983">
                  <c:v>4.0520356846144718</c:v>
                </c:pt>
                <c:pt idx="1984">
                  <c:v>4.0546606005459509</c:v>
                </c:pt>
                <c:pt idx="1985">
                  <c:v>4.0617185583732249</c:v>
                </c:pt>
                <c:pt idx="1986">
                  <c:v>4.0611990346955729</c:v>
                </c:pt>
                <c:pt idx="1987">
                  <c:v>4.0593841041262806</c:v>
                </c:pt>
                <c:pt idx="1988">
                  <c:v>4.0592556078648574</c:v>
                </c:pt>
                <c:pt idx="1989">
                  <c:v>4.0622563595363372</c:v>
                </c:pt>
                <c:pt idx="1990">
                  <c:v>4.0646040273766664</c:v>
                </c:pt>
                <c:pt idx="1991">
                  <c:v>4.0665169126083001</c:v>
                </c:pt>
                <c:pt idx="1992">
                  <c:v>4.0732639158127943</c:v>
                </c:pt>
                <c:pt idx="1993">
                  <c:v>4.0767494560272182</c:v>
                </c:pt>
                <c:pt idx="1994">
                  <c:v>4.0723936384855799</c:v>
                </c:pt>
                <c:pt idx="1995">
                  <c:v>4.0633038730862046</c:v>
                </c:pt>
                <c:pt idx="1996">
                  <c:v>4.0572090042330977</c:v>
                </c:pt>
                <c:pt idx="1997">
                  <c:v>4.0543865965106622</c:v>
                </c:pt>
                <c:pt idx="1998">
                  <c:v>4.055145468212209</c:v>
                </c:pt>
                <c:pt idx="1999">
                  <c:v>4.0634687660719235</c:v>
                </c:pt>
                <c:pt idx="2000">
                  <c:v>4.0638264825730905</c:v>
                </c:pt>
                <c:pt idx="2001">
                  <c:v>4.0637094591921512</c:v>
                </c:pt>
                <c:pt idx="2002">
                  <c:v>4.0649372947739053</c:v>
                </c:pt>
                <c:pt idx="2003">
                  <c:v>4.0600241326106739</c:v>
                </c:pt>
                <c:pt idx="2004">
                  <c:v>4.0536698975353085</c:v>
                </c:pt>
                <c:pt idx="2005">
                  <c:v>4.0531908058709503</c:v>
                </c:pt>
                <c:pt idx="2006">
                  <c:v>4.050188946473078</c:v>
                </c:pt>
                <c:pt idx="2007">
                  <c:v>4.0465569490050246</c:v>
                </c:pt>
                <c:pt idx="2008">
                  <c:v>4.045119594888634</c:v>
                </c:pt>
                <c:pt idx="2009">
                  <c:v>4.0500984294022233</c:v>
                </c:pt>
                <c:pt idx="2010">
                  <c:v>4.0621113265023538</c:v>
                </c:pt>
                <c:pt idx="2011">
                  <c:v>4.0718409621394942</c:v>
                </c:pt>
                <c:pt idx="2012">
                  <c:v>4.0692667642520872</c:v>
                </c:pt>
                <c:pt idx="2013">
                  <c:v>4.0635069826324326</c:v>
                </c:pt>
                <c:pt idx="2014">
                  <c:v>4.0502419590932472</c:v>
                </c:pt>
                <c:pt idx="2015">
                  <c:v>4.0466279226173993</c:v>
                </c:pt>
                <c:pt idx="2016">
                  <c:v>4.0548020730308183</c:v>
                </c:pt>
                <c:pt idx="2017">
                  <c:v>4.0577289235273177</c:v>
                </c:pt>
                <c:pt idx="2018">
                  <c:v>4.0522141868101436</c:v>
                </c:pt>
                <c:pt idx="2019">
                  <c:v>4.050095185346362</c:v>
                </c:pt>
                <c:pt idx="2020">
                  <c:v>4.047984017090636</c:v>
                </c:pt>
                <c:pt idx="2021">
                  <c:v>4.0518318629584211</c:v>
                </c:pt>
                <c:pt idx="2022">
                  <c:v>4.0576901531036116</c:v>
                </c:pt>
                <c:pt idx="2023">
                  <c:v>4.0561819836214736</c:v>
                </c:pt>
                <c:pt idx="2024">
                  <c:v>4.057662776437077</c:v>
                </c:pt>
                <c:pt idx="2025">
                  <c:v>4.0619260197017049</c:v>
                </c:pt>
                <c:pt idx="2026">
                  <c:v>4.0692025952446889</c:v>
                </c:pt>
                <c:pt idx="2027">
                  <c:v>4.0752518099458008</c:v>
                </c:pt>
                <c:pt idx="2028">
                  <c:v>4.0721583257506824</c:v>
                </c:pt>
                <c:pt idx="2029">
                  <c:v>4.0667094987538075</c:v>
                </c:pt>
                <c:pt idx="2030">
                  <c:v>4.0688376785219766</c:v>
                </c:pt>
                <c:pt idx="2031">
                  <c:v>4.0774429718716618</c:v>
                </c:pt>
                <c:pt idx="2032">
                  <c:v>4.0733457293191435</c:v>
                </c:pt>
                <c:pt idx="2033">
                  <c:v>4.0600587094987537</c:v>
                </c:pt>
                <c:pt idx="2034">
                  <c:v>4.0590401550816946</c:v>
                </c:pt>
                <c:pt idx="2035">
                  <c:v>4.0639935118882775</c:v>
                </c:pt>
                <c:pt idx="2036">
                  <c:v>4.0713665387506426</c:v>
                </c:pt>
                <c:pt idx="2037">
                  <c:v>4.0791612928749457</c:v>
                </c:pt>
                <c:pt idx="2038">
                  <c:v>4.0853083831150849</c:v>
                </c:pt>
                <c:pt idx="2039">
                  <c:v>4.082178264825731</c:v>
                </c:pt>
                <c:pt idx="2040">
                  <c:v>4.0765198401709064</c:v>
                </c:pt>
                <c:pt idx="2041">
                  <c:v>4.0758395379198484</c:v>
                </c:pt>
                <c:pt idx="2042">
                  <c:v>4.0873869525655735</c:v>
                </c:pt>
                <c:pt idx="2043">
                  <c:v>4.0928527910748906</c:v>
                </c:pt>
                <c:pt idx="2044">
                  <c:v>4.0911184080389287</c:v>
                </c:pt>
                <c:pt idx="2045">
                  <c:v>4.0901950389682318</c:v>
                </c:pt>
                <c:pt idx="2046">
                  <c:v>4.0929374530205322</c:v>
                </c:pt>
                <c:pt idx="2047">
                  <c:v>4.0838588440083869</c:v>
                </c:pt>
                <c:pt idx="2048">
                  <c:v>4.0755026308501803</c:v>
                </c:pt>
                <c:pt idx="2049">
                  <c:v>4.074466194564228</c:v>
                </c:pt>
                <c:pt idx="2050">
                  <c:v>4.0693152668433754</c:v>
                </c:pt>
                <c:pt idx="2051">
                  <c:v>4.0655506587015866</c:v>
                </c:pt>
                <c:pt idx="2052">
                  <c:v>4.061959884479962</c:v>
                </c:pt>
                <c:pt idx="2053">
                  <c:v>4.0662137120702617</c:v>
                </c:pt>
                <c:pt idx="2054">
                  <c:v>4.0690835146575939</c:v>
                </c:pt>
                <c:pt idx="2055">
                  <c:v>4.0716811330458516</c:v>
                </c:pt>
                <c:pt idx="2056">
                  <c:v>4.0753203307354511</c:v>
                </c:pt>
                <c:pt idx="2057">
                  <c:v>4.0736644380266647</c:v>
                </c:pt>
                <c:pt idx="2058">
                  <c:v>4.0716793923329506</c:v>
                </c:pt>
                <c:pt idx="2059">
                  <c:v>4.0655277920639312</c:v>
                </c:pt>
                <c:pt idx="2060">
                  <c:v>4.0625614590339048</c:v>
                </c:pt>
                <c:pt idx="2061">
                  <c:v>4.0634378288562729</c:v>
                </c:pt>
                <c:pt idx="2062">
                  <c:v>4.0658224472840923</c:v>
                </c:pt>
                <c:pt idx="2063">
                  <c:v>4.068625390671361</c:v>
                </c:pt>
                <c:pt idx="2064">
                  <c:v>4.0588288167108439</c:v>
                </c:pt>
                <c:pt idx="2065">
                  <c:v>4.0537203782094391</c:v>
                </c:pt>
                <c:pt idx="2066">
                  <c:v>4.0570441112473787</c:v>
                </c:pt>
                <c:pt idx="2067">
                  <c:v>4.0576055702812832</c:v>
                </c:pt>
                <c:pt idx="2068">
                  <c:v>4.0602613443050997</c:v>
                </c:pt>
                <c:pt idx="2069">
                  <c:v>4.0536220279305297</c:v>
                </c:pt>
                <c:pt idx="2070">
                  <c:v>4.0458490327174905</c:v>
                </c:pt>
                <c:pt idx="2071">
                  <c:v>4.0443717213276891</c:v>
                </c:pt>
                <c:pt idx="2072">
                  <c:v>4.0470731495035013</c:v>
                </c:pt>
                <c:pt idx="2073">
                  <c:v>4.0479687462910947</c:v>
                </c:pt>
                <c:pt idx="2074">
                  <c:v>4.0492275982118136</c:v>
                </c:pt>
                <c:pt idx="2075">
                  <c:v>4.0521512046524508</c:v>
                </c:pt>
                <c:pt idx="2076">
                  <c:v>4.0557682478142185</c:v>
                </c:pt>
                <c:pt idx="2077">
                  <c:v>4.0606301380701826</c:v>
                </c:pt>
                <c:pt idx="2078">
                  <c:v>4.0573505558412784</c:v>
                </c:pt>
                <c:pt idx="2079">
                  <c:v>4.050169403014598</c:v>
                </c:pt>
                <c:pt idx="2080">
                  <c:v>4.0463906317996594</c:v>
                </c:pt>
                <c:pt idx="2081">
                  <c:v>4.0469660165367722</c:v>
                </c:pt>
                <c:pt idx="2082">
                  <c:v>4.0516921311864538</c:v>
                </c:pt>
                <c:pt idx="2083">
                  <c:v>4.0680233413775371</c:v>
                </c:pt>
                <c:pt idx="2084">
                  <c:v>4.0784822565969066</c:v>
                </c:pt>
                <c:pt idx="2085">
                  <c:v>4.0721739921667917</c:v>
                </c:pt>
                <c:pt idx="2086">
                  <c:v>4.0734699529216281</c:v>
                </c:pt>
                <c:pt idx="2087">
                  <c:v>4.0778653321201093</c:v>
                </c:pt>
                <c:pt idx="2088">
                  <c:v>4.0790467223167308</c:v>
                </c:pt>
                <c:pt idx="2089">
                  <c:v>4.0797847845867787</c:v>
                </c:pt>
                <c:pt idx="2090">
                  <c:v>4.0745976975115719</c:v>
                </c:pt>
                <c:pt idx="2091">
                  <c:v>4.0685802112592473</c:v>
                </c:pt>
                <c:pt idx="2092">
                  <c:v>4.0705896269335762</c:v>
                </c:pt>
                <c:pt idx="2093">
                  <c:v>4.0714208964671439</c:v>
                </c:pt>
                <c:pt idx="2094">
                  <c:v>4.0680419353562529</c:v>
                </c:pt>
                <c:pt idx="2095">
                  <c:v>4.0602106262610276</c:v>
                </c:pt>
                <c:pt idx="2096">
                  <c:v>4.0553617122285077</c:v>
                </c:pt>
                <c:pt idx="2097">
                  <c:v>4.0492212683467184</c:v>
                </c:pt>
                <c:pt idx="2098">
                  <c:v>4.0387059382046919</c:v>
                </c:pt>
                <c:pt idx="2099">
                  <c:v>4.0289963207659136</c:v>
                </c:pt>
                <c:pt idx="2100">
                  <c:v>4.0317014677374692</c:v>
                </c:pt>
                <c:pt idx="2101">
                  <c:v>4.0450263085018001</c:v>
                </c:pt>
                <c:pt idx="2102">
                  <c:v>4.049978794951933</c:v>
                </c:pt>
                <c:pt idx="2103">
                  <c:v>4.0466803022510582</c:v>
                </c:pt>
                <c:pt idx="2104">
                  <c:v>4.041090002769316</c:v>
                </c:pt>
                <c:pt idx="2105">
                  <c:v>4.0481218499030742</c:v>
                </c:pt>
                <c:pt idx="2106">
                  <c:v>4.0562827075997943</c:v>
                </c:pt>
                <c:pt idx="2107">
                  <c:v>4.0589396684733154</c:v>
                </c:pt>
                <c:pt idx="2108">
                  <c:v>4.0575638722949714</c:v>
                </c:pt>
                <c:pt idx="2109">
                  <c:v>4.0527962970289195</c:v>
                </c:pt>
                <c:pt idx="2110">
                  <c:v>4.0471696008228824</c:v>
                </c:pt>
                <c:pt idx="2111">
                  <c:v>4.0452847252442936</c:v>
                </c:pt>
                <c:pt idx="2112">
                  <c:v>4.0475122047711354</c:v>
                </c:pt>
                <c:pt idx="2113">
                  <c:v>4.0560967678126358</c:v>
                </c:pt>
                <c:pt idx="2114">
                  <c:v>4.0659502314356928</c:v>
                </c:pt>
                <c:pt idx="2115">
                  <c:v>4.0684043992562406</c:v>
                </c:pt>
                <c:pt idx="2116">
                  <c:v>4.0708235154488266</c:v>
                </c:pt>
                <c:pt idx="2117">
                  <c:v>4.0678403291529852</c:v>
                </c:pt>
                <c:pt idx="2118">
                  <c:v>4.061455077738656</c:v>
                </c:pt>
                <c:pt idx="2119">
                  <c:v>4.0496835858685758</c:v>
                </c:pt>
                <c:pt idx="2120">
                  <c:v>4.0466442220200181</c:v>
                </c:pt>
                <c:pt idx="2121">
                  <c:v>4.0512095580962928</c:v>
                </c:pt>
                <c:pt idx="2122">
                  <c:v>4.0589146655061912</c:v>
                </c:pt>
                <c:pt idx="2123">
                  <c:v>4.0697126241246986</c:v>
                </c:pt>
                <c:pt idx="2124">
                  <c:v>4.0693428017565374</c:v>
                </c:pt>
                <c:pt idx="2125">
                  <c:v>4.0651768801677415</c:v>
                </c:pt>
                <c:pt idx="2126">
                  <c:v>4.0612703248012023</c:v>
                </c:pt>
                <c:pt idx="2127">
                  <c:v>4.0645803695058751</c:v>
                </c:pt>
                <c:pt idx="2128">
                  <c:v>4.0669104719705658</c:v>
                </c:pt>
                <c:pt idx="2129">
                  <c:v>4.063940894884678</c:v>
                </c:pt>
                <c:pt idx="2130">
                  <c:v>4.0606335403726712</c:v>
                </c:pt>
                <c:pt idx="2131">
                  <c:v>4.064992285476916</c:v>
                </c:pt>
                <c:pt idx="2132">
                  <c:v>4.0722205166752383</c:v>
                </c:pt>
                <c:pt idx="2133">
                  <c:v>4.0704724453060095</c:v>
                </c:pt>
                <c:pt idx="2134">
                  <c:v>4.0670297899276022</c:v>
                </c:pt>
                <c:pt idx="2135">
                  <c:v>4.0628218538592398</c:v>
                </c:pt>
                <c:pt idx="2136">
                  <c:v>4.058969260592634</c:v>
                </c:pt>
                <c:pt idx="2137">
                  <c:v>4.0644368398148512</c:v>
                </c:pt>
                <c:pt idx="2138">
                  <c:v>4.0728185306800651</c:v>
                </c:pt>
                <c:pt idx="2139">
                  <c:v>4.07473553032401</c:v>
                </c:pt>
                <c:pt idx="2140">
                  <c:v>4.0702497923013015</c:v>
                </c:pt>
                <c:pt idx="2141">
                  <c:v>4.0664112829845314</c:v>
                </c:pt>
                <c:pt idx="2142">
                  <c:v>4.0704328045258533</c:v>
                </c:pt>
                <c:pt idx="2143">
                  <c:v>4.0777661906080631</c:v>
                </c:pt>
                <c:pt idx="2144">
                  <c:v>4.079351188827788</c:v>
                </c:pt>
                <c:pt idx="2145">
                  <c:v>4.076519681924279</c:v>
                </c:pt>
                <c:pt idx="2146">
                  <c:v>4.0724916722712345</c:v>
                </c:pt>
                <c:pt idx="2147">
                  <c:v>4.0765071804407169</c:v>
                </c:pt>
                <c:pt idx="2148">
                  <c:v>4.0779253075918822</c:v>
                </c:pt>
                <c:pt idx="2149">
                  <c:v>4.0774469280373467</c:v>
                </c:pt>
                <c:pt idx="2150">
                  <c:v>4.0766642402183804</c:v>
                </c:pt>
                <c:pt idx="2151">
                  <c:v>4.0702054832456387</c:v>
                </c:pt>
                <c:pt idx="2152">
                  <c:v>4.0633811765636745</c:v>
                </c:pt>
                <c:pt idx="2153">
                  <c:v>4.0624530600941569</c:v>
                </c:pt>
                <c:pt idx="2154">
                  <c:v>4.0702960794398066</c:v>
                </c:pt>
                <c:pt idx="2155">
                  <c:v>4.07560248447205</c:v>
                </c:pt>
                <c:pt idx="2156">
                  <c:v>4.0709372947739055</c:v>
                </c:pt>
                <c:pt idx="2157">
                  <c:v>4.0723055742374488</c:v>
                </c:pt>
                <c:pt idx="2158">
                  <c:v>4.0726804604976854</c:v>
                </c:pt>
                <c:pt idx="2159">
                  <c:v>4.0714629109467104</c:v>
                </c:pt>
                <c:pt idx="2160">
                  <c:v>4.0836752779206389</c:v>
                </c:pt>
                <c:pt idx="2161">
                  <c:v>4.0921984412707202</c:v>
                </c:pt>
                <c:pt idx="2162">
                  <c:v>4.0893674091070933</c:v>
                </c:pt>
                <c:pt idx="2163">
                  <c:v>4.0854959053685169</c:v>
                </c:pt>
                <c:pt idx="2164">
                  <c:v>4.0809534359298967</c:v>
                </c:pt>
                <c:pt idx="2165">
                  <c:v>4.0708163152272814</c:v>
                </c:pt>
                <c:pt idx="2166">
                  <c:v>4.0655950468805635</c:v>
                </c:pt>
                <c:pt idx="2167">
                  <c:v>4.0655353879020453</c:v>
                </c:pt>
                <c:pt idx="2168">
                  <c:v>4.0635887170154685</c:v>
                </c:pt>
                <c:pt idx="2169">
                  <c:v>4.0637881077659532</c:v>
                </c:pt>
                <c:pt idx="2170">
                  <c:v>4.0646257862879294</c:v>
                </c:pt>
                <c:pt idx="2171">
                  <c:v>4.0660888554812677</c:v>
                </c:pt>
                <c:pt idx="2172">
                  <c:v>4.0691268742334925</c:v>
                </c:pt>
                <c:pt idx="2173">
                  <c:v>4.0739746014163076</c:v>
                </c:pt>
                <c:pt idx="2174">
                  <c:v>4.075940657514737</c:v>
                </c:pt>
                <c:pt idx="2175">
                  <c:v>4.071368516833485</c:v>
                </c:pt>
                <c:pt idx="2176">
                  <c:v>4.0722795426672471</c:v>
                </c:pt>
                <c:pt idx="2177">
                  <c:v>4.079495193258694</c:v>
                </c:pt>
                <c:pt idx="2178">
                  <c:v>4.0867238991968984</c:v>
                </c:pt>
                <c:pt idx="2179">
                  <c:v>4.0834600625074176</c:v>
                </c:pt>
                <c:pt idx="2180">
                  <c:v>4.080703406258654</c:v>
                </c:pt>
                <c:pt idx="2181">
                  <c:v>4.0873046643193414</c:v>
                </c:pt>
                <c:pt idx="2182">
                  <c:v>4.0946750009890414</c:v>
                </c:pt>
                <c:pt idx="2183">
                  <c:v>4.0913565692131186</c:v>
                </c:pt>
                <c:pt idx="2184">
                  <c:v>4.0868077699094041</c:v>
                </c:pt>
                <c:pt idx="2185">
                  <c:v>4.0865055188511299</c:v>
                </c:pt>
                <c:pt idx="2186">
                  <c:v>4.0958935000197805</c:v>
                </c:pt>
                <c:pt idx="2187">
                  <c:v>4.1016489298571823</c:v>
                </c:pt>
                <c:pt idx="2188">
                  <c:v>4.104134193140009</c:v>
                </c:pt>
                <c:pt idx="2189">
                  <c:v>4.1182046920125011</c:v>
                </c:pt>
                <c:pt idx="2190">
                  <c:v>4.1391668315069037</c:v>
                </c:pt>
                <c:pt idx="2191">
                  <c:v>4.1602524033706532</c:v>
                </c:pt>
                <c:pt idx="2192">
                  <c:v>4.1917300312537087</c:v>
                </c:pt>
                <c:pt idx="2193">
                  <c:v>4.2212256201289708</c:v>
                </c:pt>
                <c:pt idx="2194">
                  <c:v>4.2477873165328166</c:v>
                </c:pt>
                <c:pt idx="2195">
                  <c:v>4.2614289670451395</c:v>
                </c:pt>
                <c:pt idx="2196">
                  <c:v>4.2617233057720458</c:v>
                </c:pt>
                <c:pt idx="2197">
                  <c:v>4.2499355144993469</c:v>
                </c:pt>
                <c:pt idx="2198">
                  <c:v>4.2393060885389877</c:v>
                </c:pt>
                <c:pt idx="2199">
                  <c:v>4.2259207975630018</c:v>
                </c:pt>
                <c:pt idx="2200">
                  <c:v>4.2036285951655659</c:v>
                </c:pt>
                <c:pt idx="2201">
                  <c:v>4.1773003125370893</c:v>
                </c:pt>
                <c:pt idx="2202">
                  <c:v>4.1560216797879495</c:v>
                </c:pt>
                <c:pt idx="2203">
                  <c:v>4.1433295090398383</c:v>
                </c:pt>
                <c:pt idx="2204">
                  <c:v>4.1257277366776117</c:v>
                </c:pt>
                <c:pt idx="2205">
                  <c:v>4.1035170312932703</c:v>
                </c:pt>
                <c:pt idx="2206">
                  <c:v>4.0914182853977925</c:v>
                </c:pt>
                <c:pt idx="2207">
                  <c:v>4.0829552557661115</c:v>
                </c:pt>
                <c:pt idx="2208">
                  <c:v>4.0769363452941407</c:v>
                </c:pt>
                <c:pt idx="2209">
                  <c:v>4.0710637338291731</c:v>
                </c:pt>
                <c:pt idx="2210">
                  <c:v>4.0622648257309013</c:v>
                </c:pt>
                <c:pt idx="2211">
                  <c:v>4.058268940143213</c:v>
                </c:pt>
                <c:pt idx="2212">
                  <c:v>4.0601042054041221</c:v>
                </c:pt>
                <c:pt idx="2213">
                  <c:v>4.0587716896783634</c:v>
                </c:pt>
                <c:pt idx="2214">
                  <c:v>4.0605643865965106</c:v>
                </c:pt>
                <c:pt idx="2215">
                  <c:v>4.0701254104521896</c:v>
                </c:pt>
                <c:pt idx="2216">
                  <c:v>4.0742172726193777</c:v>
                </c:pt>
                <c:pt idx="2217">
                  <c:v>4.0688291332040984</c:v>
                </c:pt>
                <c:pt idx="2218">
                  <c:v>4.0688635518455509</c:v>
                </c:pt>
                <c:pt idx="2219">
                  <c:v>4.0684010760770661</c:v>
                </c:pt>
                <c:pt idx="2220">
                  <c:v>4.0672522055623688</c:v>
                </c:pt>
                <c:pt idx="2221">
                  <c:v>4.0665236380899632</c:v>
                </c:pt>
                <c:pt idx="2222">
                  <c:v>4.0624020255568301</c:v>
                </c:pt>
                <c:pt idx="2223">
                  <c:v>4.0586014163073152</c:v>
                </c:pt>
                <c:pt idx="2224">
                  <c:v>4.0617543221110104</c:v>
                </c:pt>
                <c:pt idx="2225">
                  <c:v>4.0640564940459702</c:v>
                </c:pt>
                <c:pt idx="2226">
                  <c:v>4.0640421727261939</c:v>
                </c:pt>
                <c:pt idx="2227">
                  <c:v>4.0682666455671166</c:v>
                </c:pt>
                <c:pt idx="2228">
                  <c:v>4.0739995252601178</c:v>
                </c:pt>
                <c:pt idx="2229">
                  <c:v>4.0742176682359457</c:v>
                </c:pt>
                <c:pt idx="2230">
                  <c:v>4.0689484511611349</c:v>
                </c:pt>
                <c:pt idx="2231">
                  <c:v>4.0659990505202357</c:v>
                </c:pt>
                <c:pt idx="2232">
                  <c:v>4.0739523677651617</c:v>
                </c:pt>
                <c:pt idx="2233">
                  <c:v>4.0775368121216919</c:v>
                </c:pt>
                <c:pt idx="2234">
                  <c:v>4.0768762115757404</c:v>
                </c:pt>
                <c:pt idx="2235">
                  <c:v>4.0793939154171781</c:v>
                </c:pt>
                <c:pt idx="2236">
                  <c:v>4.0701514420223921</c:v>
                </c:pt>
                <c:pt idx="2237">
                  <c:v>4.0536295446453297</c:v>
                </c:pt>
                <c:pt idx="2238">
                  <c:v>4.0546689876172017</c:v>
                </c:pt>
                <c:pt idx="2239">
                  <c:v>4.0605389088895043</c:v>
                </c:pt>
                <c:pt idx="2240">
                  <c:v>4.0649210744945998</c:v>
                </c:pt>
                <c:pt idx="2241">
                  <c:v>4.0648123590615972</c:v>
                </c:pt>
                <c:pt idx="2242">
                  <c:v>4.0665378802864263</c:v>
                </c:pt>
                <c:pt idx="2243">
                  <c:v>4.068711160343395</c:v>
                </c:pt>
                <c:pt idx="2244">
                  <c:v>4.0645410452189736</c:v>
                </c:pt>
                <c:pt idx="2245">
                  <c:v>4.0683572417612845</c:v>
                </c:pt>
                <c:pt idx="2246">
                  <c:v>4.0710986272105076</c:v>
                </c:pt>
                <c:pt idx="2247">
                  <c:v>4.0732214265933457</c:v>
                </c:pt>
                <c:pt idx="2248">
                  <c:v>4.0727026941488313</c:v>
                </c:pt>
                <c:pt idx="2249">
                  <c:v>4.0687797602563593</c:v>
                </c:pt>
                <c:pt idx="2250">
                  <c:v>4.0657668235945721</c:v>
                </c:pt>
                <c:pt idx="2251">
                  <c:v>4.0634887842702856</c:v>
                </c:pt>
                <c:pt idx="2252">
                  <c:v>4.0580397990267834</c:v>
                </c:pt>
                <c:pt idx="2253">
                  <c:v>4.0532746765834551</c:v>
                </c:pt>
                <c:pt idx="2254">
                  <c:v>4.0579440598172249</c:v>
                </c:pt>
                <c:pt idx="2255">
                  <c:v>4.0596778889899907</c:v>
                </c:pt>
                <c:pt idx="2256">
                  <c:v>4.055742216244016</c:v>
                </c:pt>
                <c:pt idx="2257">
                  <c:v>4.0538064643747278</c:v>
                </c:pt>
                <c:pt idx="2258">
                  <c:v>4.0528752620959763</c:v>
                </c:pt>
                <c:pt idx="2259">
                  <c:v>4.0559322704434866</c:v>
                </c:pt>
                <c:pt idx="2260">
                  <c:v>4.0587708984452266</c:v>
                </c:pt>
                <c:pt idx="2261">
                  <c:v>4.0605230842267677</c:v>
                </c:pt>
                <c:pt idx="2262">
                  <c:v>4.0596627764370776</c:v>
                </c:pt>
                <c:pt idx="2263">
                  <c:v>4.0557131779878945</c:v>
                </c:pt>
                <c:pt idx="2264">
                  <c:v>4.0639669264548797</c:v>
                </c:pt>
                <c:pt idx="2265">
                  <c:v>4.0689460774617245</c:v>
                </c:pt>
                <c:pt idx="2266">
                  <c:v>4.063691102583376</c:v>
                </c:pt>
                <c:pt idx="2267">
                  <c:v>4.0612417612849629</c:v>
                </c:pt>
                <c:pt idx="2268">
                  <c:v>4.063061913992958</c:v>
                </c:pt>
                <c:pt idx="2269">
                  <c:v>4.0700215215413218</c:v>
                </c:pt>
                <c:pt idx="2270">
                  <c:v>4.0773380543577167</c:v>
                </c:pt>
                <c:pt idx="2271">
                  <c:v>4.0785885983304979</c:v>
                </c:pt>
                <c:pt idx="2272">
                  <c:v>4.0742630850180008</c:v>
                </c:pt>
                <c:pt idx="2273">
                  <c:v>4.0755454365628836</c:v>
                </c:pt>
                <c:pt idx="2274">
                  <c:v>4.0733295881631522</c:v>
                </c:pt>
                <c:pt idx="2275">
                  <c:v>4.0699324286901133</c:v>
                </c:pt>
                <c:pt idx="2276">
                  <c:v>4.066194247735095</c:v>
                </c:pt>
                <c:pt idx="2277">
                  <c:v>4.0567920243699804</c:v>
                </c:pt>
                <c:pt idx="2278">
                  <c:v>4.0548754994659175</c:v>
                </c:pt>
                <c:pt idx="2279">
                  <c:v>4.0599409740079917</c:v>
                </c:pt>
                <c:pt idx="2280">
                  <c:v>4.0682573881394148</c:v>
                </c:pt>
                <c:pt idx="2281">
                  <c:v>4.071408078490327</c:v>
                </c:pt>
                <c:pt idx="2282">
                  <c:v>4.068437868417929</c:v>
                </c:pt>
                <c:pt idx="2283">
                  <c:v>4.0645624876369819</c:v>
                </c:pt>
                <c:pt idx="2284">
                  <c:v>4.0596137991059065</c:v>
                </c:pt>
                <c:pt idx="2285">
                  <c:v>4.0626826759504686</c:v>
                </c:pt>
                <c:pt idx="2286">
                  <c:v>4.0615338054357712</c:v>
                </c:pt>
                <c:pt idx="2287">
                  <c:v>4.0561725679471454</c:v>
                </c:pt>
                <c:pt idx="2288">
                  <c:v>4.052560984294022</c:v>
                </c:pt>
                <c:pt idx="2289">
                  <c:v>4.0515483641254892</c:v>
                </c:pt>
                <c:pt idx="2290">
                  <c:v>4.0565850377813826</c:v>
                </c:pt>
                <c:pt idx="2291">
                  <c:v>4.0587206551410375</c:v>
                </c:pt>
                <c:pt idx="2292">
                  <c:v>4.0596303358784667</c:v>
                </c:pt>
                <c:pt idx="2293">
                  <c:v>4.0585096332634407</c:v>
                </c:pt>
                <c:pt idx="2294">
                  <c:v>4.0581504925426275</c:v>
                </c:pt>
                <c:pt idx="2295">
                  <c:v>4.0553752423151481</c:v>
                </c:pt>
                <c:pt idx="2296">
                  <c:v>4.0564184040827627</c:v>
                </c:pt>
                <c:pt idx="2297">
                  <c:v>4.0568802468647389</c:v>
                </c:pt>
                <c:pt idx="2298">
                  <c:v>4.0536372196067569</c:v>
                </c:pt>
                <c:pt idx="2299">
                  <c:v>4.0498368477271827</c:v>
                </c:pt>
                <c:pt idx="2300">
                  <c:v>4.051980614788147</c:v>
                </c:pt>
                <c:pt idx="2301">
                  <c:v>4.0575444870831188</c:v>
                </c:pt>
                <c:pt idx="2302">
                  <c:v>4.0625457134944813</c:v>
                </c:pt>
                <c:pt idx="2303">
                  <c:v>4.068525457926178</c:v>
                </c:pt>
                <c:pt idx="2304">
                  <c:v>4.0661387031688889</c:v>
                </c:pt>
                <c:pt idx="2305">
                  <c:v>4.0618531471298018</c:v>
                </c:pt>
                <c:pt idx="2306">
                  <c:v>4.0611652490406298</c:v>
                </c:pt>
                <c:pt idx="2307">
                  <c:v>4.0658567868022315</c:v>
                </c:pt>
                <c:pt idx="2308">
                  <c:v>4.06407817383392</c:v>
                </c:pt>
                <c:pt idx="2309">
                  <c:v>4.0671335205918426</c:v>
                </c:pt>
                <c:pt idx="2310">
                  <c:v>4.0743199746805399</c:v>
                </c:pt>
                <c:pt idx="2311">
                  <c:v>4.0808228824623178</c:v>
                </c:pt>
                <c:pt idx="2312">
                  <c:v>4.078513114689243</c:v>
                </c:pt>
                <c:pt idx="2313">
                  <c:v>4.0659988131502951</c:v>
                </c:pt>
                <c:pt idx="2314">
                  <c:v>4.0599806939114611</c:v>
                </c:pt>
                <c:pt idx="2315">
                  <c:v>4.0624851841595122</c:v>
                </c:pt>
                <c:pt idx="2316">
                  <c:v>4.0604280571270328</c:v>
                </c:pt>
                <c:pt idx="2317">
                  <c:v>4.0601036515409268</c:v>
                </c:pt>
                <c:pt idx="2318">
                  <c:v>4.0586927246113067</c:v>
                </c:pt>
                <c:pt idx="2319">
                  <c:v>4.0613069588954387</c:v>
                </c:pt>
                <c:pt idx="2320">
                  <c:v>4.0678242671203071</c:v>
                </c:pt>
                <c:pt idx="2321">
                  <c:v>4.0743909482929146</c:v>
                </c:pt>
                <c:pt idx="2322">
                  <c:v>4.0803133283221902</c:v>
                </c:pt>
                <c:pt idx="2323">
                  <c:v>4.0809091268742339</c:v>
                </c:pt>
                <c:pt idx="2324">
                  <c:v>4.0817256794714565</c:v>
                </c:pt>
                <c:pt idx="2325">
                  <c:v>4.078242908573011</c:v>
                </c:pt>
                <c:pt idx="2326">
                  <c:v>4.0723764687265103</c:v>
                </c:pt>
                <c:pt idx="2327">
                  <c:v>4.0630993393203312</c:v>
                </c:pt>
                <c:pt idx="2328">
                  <c:v>4.0576010602524031</c:v>
                </c:pt>
                <c:pt idx="2329">
                  <c:v>4.0567924199865493</c:v>
                </c:pt>
                <c:pt idx="2330">
                  <c:v>4.0557187957431653</c:v>
                </c:pt>
                <c:pt idx="2331">
                  <c:v>4.0598430193456503</c:v>
                </c:pt>
                <c:pt idx="2332">
                  <c:v>4.0623058907307037</c:v>
                </c:pt>
                <c:pt idx="2333">
                  <c:v>4.0657189539897933</c:v>
                </c:pt>
                <c:pt idx="2334">
                  <c:v>4.0707967717688014</c:v>
                </c:pt>
                <c:pt idx="2335">
                  <c:v>4.0709387189935518</c:v>
                </c:pt>
                <c:pt idx="2336">
                  <c:v>4.060148197966531</c:v>
                </c:pt>
                <c:pt idx="2337">
                  <c:v>4.0537140483443448</c:v>
                </c:pt>
                <c:pt idx="2338">
                  <c:v>4.0497684851841598</c:v>
                </c:pt>
                <c:pt idx="2339">
                  <c:v>4.0485109783597739</c:v>
                </c:pt>
                <c:pt idx="2340">
                  <c:v>4.0450543181548442</c:v>
                </c:pt>
                <c:pt idx="2341">
                  <c:v>4.0432368556395142</c:v>
                </c:pt>
                <c:pt idx="2342">
                  <c:v>4.0487008743126163</c:v>
                </c:pt>
                <c:pt idx="2343">
                  <c:v>4.0519036278039327</c:v>
                </c:pt>
                <c:pt idx="2344">
                  <c:v>4.0512424733947858</c:v>
                </c:pt>
                <c:pt idx="2345">
                  <c:v>4.0469937096965625</c:v>
                </c:pt>
                <c:pt idx="2346">
                  <c:v>4.045271590774222</c:v>
                </c:pt>
                <c:pt idx="2347">
                  <c:v>4.0497623926890061</c:v>
                </c:pt>
                <c:pt idx="2348">
                  <c:v>4.0493493689915736</c:v>
                </c:pt>
                <c:pt idx="2349">
                  <c:v>4.050037425327373</c:v>
                </c:pt>
                <c:pt idx="2350">
                  <c:v>4.0585120860861652</c:v>
                </c:pt>
                <c:pt idx="2351">
                  <c:v>4.0654231910432408</c:v>
                </c:pt>
                <c:pt idx="2352">
                  <c:v>4.0689168809589749</c:v>
                </c:pt>
                <c:pt idx="2353">
                  <c:v>4.0746316414131423</c:v>
                </c:pt>
                <c:pt idx="2354">
                  <c:v>4.0685410452189741</c:v>
                </c:pt>
                <c:pt idx="2355">
                  <c:v>4.059888673497646</c:v>
                </c:pt>
                <c:pt idx="2356">
                  <c:v>4.0566793527712939</c:v>
                </c:pt>
                <c:pt idx="2357">
                  <c:v>4.0570238556790761</c:v>
                </c:pt>
                <c:pt idx="2358">
                  <c:v>4.0650896862760613</c:v>
                </c:pt>
                <c:pt idx="2359">
                  <c:v>4.0652454800807059</c:v>
                </c:pt>
                <c:pt idx="2360">
                  <c:v>4.0592959607548362</c:v>
                </c:pt>
                <c:pt idx="2361">
                  <c:v>4.0517355698856665</c:v>
                </c:pt>
                <c:pt idx="2362">
                  <c:v>4.0508527119515767</c:v>
                </c:pt>
                <c:pt idx="2363">
                  <c:v>4.0541709063575579</c:v>
                </c:pt>
                <c:pt idx="2364">
                  <c:v>4.0600966095660089</c:v>
                </c:pt>
                <c:pt idx="2365">
                  <c:v>4.0653754796850894</c:v>
                </c:pt>
                <c:pt idx="2366">
                  <c:v>4.0681901333227835</c:v>
                </c:pt>
                <c:pt idx="2367">
                  <c:v>4.0660090991810733</c:v>
                </c:pt>
                <c:pt idx="2368">
                  <c:v>4.0611380306207225</c:v>
                </c:pt>
                <c:pt idx="2369">
                  <c:v>4.0612507813427223</c:v>
                </c:pt>
                <c:pt idx="2370">
                  <c:v>4.057352217430866</c:v>
                </c:pt>
                <c:pt idx="2371">
                  <c:v>4.0629497962574677</c:v>
                </c:pt>
                <c:pt idx="2372">
                  <c:v>4.0770176049372946</c:v>
                </c:pt>
                <c:pt idx="2373">
                  <c:v>4.0889963207659132</c:v>
                </c:pt>
                <c:pt idx="2374">
                  <c:v>4.0888800094947975</c:v>
                </c:pt>
                <c:pt idx="2375">
                  <c:v>4.083267001622028</c:v>
                </c:pt>
                <c:pt idx="2376">
                  <c:v>4.0784410333504768</c:v>
                </c:pt>
                <c:pt idx="2377">
                  <c:v>4.0677776634885472</c:v>
                </c:pt>
                <c:pt idx="2378">
                  <c:v>4.0601777900858487</c:v>
                </c:pt>
                <c:pt idx="2379">
                  <c:v>4.05744637417415</c:v>
                </c:pt>
                <c:pt idx="2380">
                  <c:v>4.057280215215413</c:v>
                </c:pt>
                <c:pt idx="2381">
                  <c:v>4.0554394113225465</c:v>
                </c:pt>
                <c:pt idx="2382">
                  <c:v>4.053739446928037</c:v>
                </c:pt>
                <c:pt idx="2383">
                  <c:v>4.0519204810697476</c:v>
                </c:pt>
                <c:pt idx="2384">
                  <c:v>4.0432245915258935</c:v>
                </c:pt>
                <c:pt idx="2385">
                  <c:v>4.0447102108636308</c:v>
                </c:pt>
                <c:pt idx="2386">
                  <c:v>4.0563570043913435</c:v>
                </c:pt>
                <c:pt idx="2387">
                  <c:v>4.0673056137991059</c:v>
                </c:pt>
                <c:pt idx="2388">
                  <c:v>4.0670740198599518</c:v>
                </c:pt>
                <c:pt idx="2389">
                  <c:v>4.0660412232464296</c:v>
                </c:pt>
                <c:pt idx="2390">
                  <c:v>4.0628607825295724</c:v>
                </c:pt>
                <c:pt idx="2391">
                  <c:v>4.0586295842069866</c:v>
                </c:pt>
                <c:pt idx="2392">
                  <c:v>4.0551097044744235</c:v>
                </c:pt>
                <c:pt idx="2393">
                  <c:v>4.0553791984808321</c:v>
                </c:pt>
                <c:pt idx="2394">
                  <c:v>4.055265419155754</c:v>
                </c:pt>
                <c:pt idx="2395">
                  <c:v>4.05334177315346</c:v>
                </c:pt>
                <c:pt idx="2396">
                  <c:v>4.0521337184001265</c:v>
                </c:pt>
                <c:pt idx="2397">
                  <c:v>4.0570283657079562</c:v>
                </c:pt>
                <c:pt idx="2398">
                  <c:v>4.0620632195276336</c:v>
                </c:pt>
                <c:pt idx="2399">
                  <c:v>4.0653060885389882</c:v>
                </c:pt>
                <c:pt idx="2400">
                  <c:v>4.0589050915852356</c:v>
                </c:pt>
                <c:pt idx="2401">
                  <c:v>4.0547349764608143</c:v>
                </c:pt>
                <c:pt idx="2402">
                  <c:v>4.0516694227954266</c:v>
                </c:pt>
                <c:pt idx="2403">
                  <c:v>4.0497807492977804</c:v>
                </c:pt>
                <c:pt idx="2404">
                  <c:v>4.0545902599200856</c:v>
                </c:pt>
                <c:pt idx="2405">
                  <c:v>4.0604662736875419</c:v>
                </c:pt>
                <c:pt idx="2406">
                  <c:v>4.0610546346480989</c:v>
                </c:pt>
                <c:pt idx="2407">
                  <c:v>4.0616927641729639</c:v>
                </c:pt>
                <c:pt idx="2408">
                  <c:v>4.0681855441705901</c:v>
                </c:pt>
                <c:pt idx="2409">
                  <c:v>4.0743241682161653</c:v>
                </c:pt>
                <c:pt idx="2410">
                  <c:v>4.0684461763658666</c:v>
                </c:pt>
                <c:pt idx="2411">
                  <c:v>4.0585252996795509</c:v>
                </c:pt>
                <c:pt idx="2412">
                  <c:v>4.0592466669304113</c:v>
                </c:pt>
                <c:pt idx="2413">
                  <c:v>4.0606251533014204</c:v>
                </c:pt>
                <c:pt idx="2414">
                  <c:v>4.0596174387783357</c:v>
                </c:pt>
                <c:pt idx="2415">
                  <c:v>4.0525546544289277</c:v>
                </c:pt>
                <c:pt idx="2416">
                  <c:v>4.0433377378644622</c:v>
                </c:pt>
                <c:pt idx="2417">
                  <c:v>4.0338817106460416</c:v>
                </c:pt>
                <c:pt idx="2418">
                  <c:v>4.0340776199707244</c:v>
                </c:pt>
                <c:pt idx="2419">
                  <c:v>4.0367286465957193</c:v>
                </c:pt>
                <c:pt idx="2420">
                  <c:v>4.0404241009613484</c:v>
                </c:pt>
                <c:pt idx="2421">
                  <c:v>4.0503999683506748</c:v>
                </c:pt>
                <c:pt idx="2422">
                  <c:v>4.0552234046761875</c:v>
                </c:pt>
                <c:pt idx="2423">
                  <c:v>4.0525635162400597</c:v>
                </c:pt>
                <c:pt idx="2424">
                  <c:v>4.0489489259010165</c:v>
                </c:pt>
                <c:pt idx="2425">
                  <c:v>4.0432052854373541</c:v>
                </c:pt>
                <c:pt idx="2426">
                  <c:v>4.0479188194801594</c:v>
                </c:pt>
                <c:pt idx="2427">
                  <c:v>4.0627044348617316</c:v>
                </c:pt>
                <c:pt idx="2428">
                  <c:v>4.0690706175574629</c:v>
                </c:pt>
                <c:pt idx="2429">
                  <c:v>4.0721578510108003</c:v>
                </c:pt>
                <c:pt idx="2430">
                  <c:v>4.0755319064762432</c:v>
                </c:pt>
                <c:pt idx="2431">
                  <c:v>4.0749259801400486</c:v>
                </c:pt>
                <c:pt idx="2432">
                  <c:v>4.0742819954899714</c:v>
                </c:pt>
                <c:pt idx="2433">
                  <c:v>4.0667157494955886</c:v>
                </c:pt>
                <c:pt idx="2434">
                  <c:v>4.0580693120227878</c:v>
                </c:pt>
                <c:pt idx="2435">
                  <c:v>4.0585474542073818</c:v>
                </c:pt>
                <c:pt idx="2436">
                  <c:v>4.0614582426712031</c:v>
                </c:pt>
                <c:pt idx="2437">
                  <c:v>4.0612270443486169</c:v>
                </c:pt>
                <c:pt idx="2438">
                  <c:v>4.0593318827392491</c:v>
                </c:pt>
                <c:pt idx="2439">
                  <c:v>4.0568122008149698</c:v>
                </c:pt>
                <c:pt idx="2440">
                  <c:v>4.0526989753530875</c:v>
                </c:pt>
                <c:pt idx="2441">
                  <c:v>4.0436337381809553</c:v>
                </c:pt>
                <c:pt idx="2442">
                  <c:v>4.0420523796336587</c:v>
                </c:pt>
                <c:pt idx="2443">
                  <c:v>4.0455770067650434</c:v>
                </c:pt>
                <c:pt idx="2444">
                  <c:v>4.0546289512204767</c:v>
                </c:pt>
                <c:pt idx="2445">
                  <c:v>4.064551014756498</c:v>
                </c:pt>
                <c:pt idx="2446">
                  <c:v>4.0679301341140164</c:v>
                </c:pt>
                <c:pt idx="2447">
                  <c:v>4.069367092613839</c:v>
                </c:pt>
                <c:pt idx="2448">
                  <c:v>4.0671450725956406</c:v>
                </c:pt>
                <c:pt idx="2449">
                  <c:v>4.0659857578035368</c:v>
                </c:pt>
                <c:pt idx="2450">
                  <c:v>4.0651996676820827</c:v>
                </c:pt>
                <c:pt idx="2451">
                  <c:v>4.0631810737033671</c:v>
                </c:pt>
                <c:pt idx="2452">
                  <c:v>4.0655126795110181</c:v>
                </c:pt>
                <c:pt idx="2453">
                  <c:v>4.0661811923883375</c:v>
                </c:pt>
                <c:pt idx="2454">
                  <c:v>4.0638214186810142</c:v>
                </c:pt>
                <c:pt idx="2455">
                  <c:v>4.0622611860584721</c:v>
                </c:pt>
                <c:pt idx="2456">
                  <c:v>4.0601662380820507</c:v>
                </c:pt>
                <c:pt idx="2457">
                  <c:v>4.061224908019148</c:v>
                </c:pt>
                <c:pt idx="2458">
                  <c:v>4.0661606203267793</c:v>
                </c:pt>
                <c:pt idx="2459">
                  <c:v>4.0657931716580293</c:v>
                </c:pt>
                <c:pt idx="2460">
                  <c:v>4.059630019385212</c:v>
                </c:pt>
                <c:pt idx="2461">
                  <c:v>4.053994540491356</c:v>
                </c:pt>
                <c:pt idx="2462">
                  <c:v>4.0576481386240459</c:v>
                </c:pt>
                <c:pt idx="2463">
                  <c:v>4.064151521145706</c:v>
                </c:pt>
                <c:pt idx="2464">
                  <c:v>4.0645244293231002</c:v>
                </c:pt>
                <c:pt idx="2465">
                  <c:v>4.0608256517782966</c:v>
                </c:pt>
                <c:pt idx="2466">
                  <c:v>4.059007002413261</c:v>
                </c:pt>
                <c:pt idx="2467">
                  <c:v>4.0606528464612097</c:v>
                </c:pt>
                <c:pt idx="2468">
                  <c:v>4.0639715947303872</c:v>
                </c:pt>
                <c:pt idx="2469">
                  <c:v>4.0655155279503106</c:v>
                </c:pt>
                <c:pt idx="2470">
                  <c:v>4.0632336907069666</c:v>
                </c:pt>
                <c:pt idx="2471">
                  <c:v>4.0555830992601969</c:v>
                </c:pt>
                <c:pt idx="2472">
                  <c:v>4.0600291173794361</c:v>
                </c:pt>
                <c:pt idx="2473">
                  <c:v>4.0655255766111482</c:v>
                </c:pt>
                <c:pt idx="2474">
                  <c:v>4.0606834671836056</c:v>
                </c:pt>
                <c:pt idx="2475">
                  <c:v>4.0536226609170392</c:v>
                </c:pt>
                <c:pt idx="2476">
                  <c:v>4.0520016615895873</c:v>
                </c:pt>
                <c:pt idx="2477">
                  <c:v>4.0488326146299007</c:v>
                </c:pt>
                <c:pt idx="2478">
                  <c:v>4.0476110297899277</c:v>
                </c:pt>
                <c:pt idx="2479">
                  <c:v>4.042721762867429</c:v>
                </c:pt>
                <c:pt idx="2480">
                  <c:v>4.0388220912291803</c:v>
                </c:pt>
                <c:pt idx="2481">
                  <c:v>4.0393320409858768</c:v>
                </c:pt>
                <c:pt idx="2482">
                  <c:v>4.0474371958697635</c:v>
                </c:pt>
                <c:pt idx="2483">
                  <c:v>4.0543341377536892</c:v>
                </c:pt>
                <c:pt idx="2484">
                  <c:v>4.0522262926771377</c:v>
                </c:pt>
                <c:pt idx="2485">
                  <c:v>4.059586026822803</c:v>
                </c:pt>
                <c:pt idx="2486">
                  <c:v>4.0657384974482733</c:v>
                </c:pt>
                <c:pt idx="2487">
                  <c:v>4.0689919689836609</c:v>
                </c:pt>
                <c:pt idx="2488">
                  <c:v>4.0745053606045021</c:v>
                </c:pt>
                <c:pt idx="2489">
                  <c:v>4.0840313328322191</c:v>
                </c:pt>
                <c:pt idx="2490">
                  <c:v>4.0823143569252682</c:v>
                </c:pt>
                <c:pt idx="2491">
                  <c:v>4.0687878308343555</c:v>
                </c:pt>
                <c:pt idx="2492">
                  <c:v>4.0593604462554893</c:v>
                </c:pt>
                <c:pt idx="2493">
                  <c:v>4.0558696839023618</c:v>
                </c:pt>
                <c:pt idx="2494">
                  <c:v>4.0535297701467741</c:v>
                </c:pt>
                <c:pt idx="2495">
                  <c:v>4.0512489615065075</c:v>
                </c:pt>
                <c:pt idx="2496">
                  <c:v>4.0552308422676742</c:v>
                </c:pt>
                <c:pt idx="2497">
                  <c:v>4.0594292835383943</c:v>
                </c:pt>
                <c:pt idx="2498">
                  <c:v>4.0629249515369708</c:v>
                </c:pt>
                <c:pt idx="2499">
                  <c:v>4.0698565494322905</c:v>
                </c:pt>
                <c:pt idx="2500">
                  <c:v>4.0738989595284254</c:v>
                </c:pt>
                <c:pt idx="2501">
                  <c:v>4.0738237923804252</c:v>
                </c:pt>
                <c:pt idx="2502">
                  <c:v>4.0708407643312103</c:v>
                </c:pt>
                <c:pt idx="2503">
                  <c:v>4.0680958183328721</c:v>
                </c:pt>
                <c:pt idx="2504">
                  <c:v>4.0717420579973886</c:v>
                </c:pt>
                <c:pt idx="2505">
                  <c:v>4.0669061993116271</c:v>
                </c:pt>
                <c:pt idx="2506">
                  <c:v>4.0583665783122997</c:v>
                </c:pt>
                <c:pt idx="2507">
                  <c:v>4.0558442853186696</c:v>
                </c:pt>
                <c:pt idx="2508">
                  <c:v>4.0622978201527076</c:v>
                </c:pt>
                <c:pt idx="2509">
                  <c:v>4.0619564030541602</c:v>
                </c:pt>
                <c:pt idx="2510">
                  <c:v>4.0593253155042133</c:v>
                </c:pt>
                <c:pt idx="2511">
                  <c:v>4.0591551212564783</c:v>
                </c:pt>
                <c:pt idx="2512">
                  <c:v>4.0583941132254617</c:v>
                </c:pt>
                <c:pt idx="2513">
                  <c:v>4.0518261660798354</c:v>
                </c:pt>
                <c:pt idx="2514">
                  <c:v>4.054317600981129</c:v>
                </c:pt>
                <c:pt idx="2515">
                  <c:v>4.057498832931123</c:v>
                </c:pt>
                <c:pt idx="2516">
                  <c:v>4.0565013253155042</c:v>
                </c:pt>
                <c:pt idx="2517">
                  <c:v>4.060257467262729</c:v>
                </c:pt>
                <c:pt idx="2518">
                  <c:v>4.058214265933457</c:v>
                </c:pt>
                <c:pt idx="2519">
                  <c:v>4.0602716303358788</c:v>
                </c:pt>
                <c:pt idx="2520">
                  <c:v>4.0633441468528702</c:v>
                </c:pt>
                <c:pt idx="2521">
                  <c:v>4.0621915575424303</c:v>
                </c:pt>
                <c:pt idx="2522">
                  <c:v>4.0581784230723583</c:v>
                </c:pt>
                <c:pt idx="2523">
                  <c:v>4.0568197966530839</c:v>
                </c:pt>
                <c:pt idx="2524">
                  <c:v>4.0590166554575307</c:v>
                </c:pt>
                <c:pt idx="2525">
                  <c:v>4.0628814337144439</c:v>
                </c:pt>
                <c:pt idx="2526">
                  <c:v>4.0678915219369385</c:v>
                </c:pt>
                <c:pt idx="2527">
                  <c:v>4.0622978201527076</c:v>
                </c:pt>
                <c:pt idx="2528">
                  <c:v>4.056079518930253</c:v>
                </c:pt>
                <c:pt idx="2529">
                  <c:v>4.0577467262728959</c:v>
                </c:pt>
                <c:pt idx="2530">
                  <c:v>4.0566093286386833</c:v>
                </c:pt>
                <c:pt idx="2531">
                  <c:v>4.0533126557740236</c:v>
                </c:pt>
                <c:pt idx="2532">
                  <c:v>4.0528859437433242</c:v>
                </c:pt>
                <c:pt idx="2533">
                  <c:v>4.0543605649404597</c:v>
                </c:pt>
                <c:pt idx="2534">
                  <c:v>4.0625878862206752</c:v>
                </c:pt>
                <c:pt idx="2535">
                  <c:v>4.0697184001265976</c:v>
                </c:pt>
                <c:pt idx="2536">
                  <c:v>4.0705942952090837</c:v>
                </c:pt>
                <c:pt idx="2537">
                  <c:v>4.0681777900858487</c:v>
                </c:pt>
                <c:pt idx="2538">
                  <c:v>4.0702760612414446</c:v>
                </c:pt>
                <c:pt idx="2539">
                  <c:v>4.0682055623689521</c:v>
                </c:pt>
                <c:pt idx="2540">
                  <c:v>4.0612306048977329</c:v>
                </c:pt>
                <c:pt idx="2541">
                  <c:v>4.0650861257269453</c:v>
                </c:pt>
                <c:pt idx="2542">
                  <c:v>4.0746518969814458</c:v>
                </c:pt>
                <c:pt idx="2543">
                  <c:v>4.0711734778652531</c:v>
                </c:pt>
                <c:pt idx="2544">
                  <c:v>4.0670013055346761</c:v>
                </c:pt>
                <c:pt idx="2545">
                  <c:v>4.0767062546979469</c:v>
                </c:pt>
                <c:pt idx="2546">
                  <c:v>4.085503026466748</c:v>
                </c:pt>
                <c:pt idx="2547">
                  <c:v>4.0841017525813985</c:v>
                </c:pt>
                <c:pt idx="2548">
                  <c:v>4.0763103216362699</c:v>
                </c:pt>
                <c:pt idx="2549">
                  <c:v>4.0656960082288247</c:v>
                </c:pt>
                <c:pt idx="2550">
                  <c:v>4.0589137951497412</c:v>
                </c:pt>
                <c:pt idx="2551">
                  <c:v>4.0496420461288922</c:v>
                </c:pt>
                <c:pt idx="2552">
                  <c:v>4.0526034735134706</c:v>
                </c:pt>
                <c:pt idx="2553">
                  <c:v>4.0598209439411326</c:v>
                </c:pt>
                <c:pt idx="2554">
                  <c:v>4.058510661866519</c:v>
                </c:pt>
                <c:pt idx="2555">
                  <c:v>4.0619680341812714</c:v>
                </c:pt>
                <c:pt idx="2556">
                  <c:v>4.0709153776160143</c:v>
                </c:pt>
                <c:pt idx="2557">
                  <c:v>4.0741558729279586</c:v>
                </c:pt>
                <c:pt idx="2558">
                  <c:v>4.0653178779127268</c:v>
                </c:pt>
                <c:pt idx="2559">
                  <c:v>4.0619741266764251</c:v>
                </c:pt>
                <c:pt idx="2560">
                  <c:v>4.0637739446928034</c:v>
                </c:pt>
                <c:pt idx="2561">
                  <c:v>4.0645047276179929</c:v>
                </c:pt>
                <c:pt idx="2562">
                  <c:v>4.0643365905764135</c:v>
                </c:pt>
                <c:pt idx="2563">
                  <c:v>4.0657255212248291</c:v>
                </c:pt>
                <c:pt idx="2564">
                  <c:v>4.0665010879455634</c:v>
                </c:pt>
                <c:pt idx="2565">
                  <c:v>4.0689984570953834</c:v>
                </c:pt>
                <c:pt idx="2566">
                  <c:v>4.0719425564742648</c:v>
                </c:pt>
                <c:pt idx="2567">
                  <c:v>4.0819852039403415</c:v>
                </c:pt>
                <c:pt idx="2568">
                  <c:v>4.0801930608853896</c:v>
                </c:pt>
                <c:pt idx="2569">
                  <c:v>4.0656285160422518</c:v>
                </c:pt>
                <c:pt idx="2570">
                  <c:v>4.0548709894370374</c:v>
                </c:pt>
                <c:pt idx="2571">
                  <c:v>4.0484535348340387</c:v>
                </c:pt>
                <c:pt idx="2572">
                  <c:v>4.0470941963049416</c:v>
                </c:pt>
                <c:pt idx="2573">
                  <c:v>4.0481307117142062</c:v>
                </c:pt>
                <c:pt idx="2574">
                  <c:v>4.0576893618704748</c:v>
                </c:pt>
                <c:pt idx="2575">
                  <c:v>4.0713363136448155</c:v>
                </c:pt>
                <c:pt idx="2576">
                  <c:v>4.0698504569371368</c:v>
                </c:pt>
                <c:pt idx="2577">
                  <c:v>4.0638638287771496</c:v>
                </c:pt>
                <c:pt idx="2578">
                  <c:v>4.0589144281362506</c:v>
                </c:pt>
                <c:pt idx="2579">
                  <c:v>4.0556183882581003</c:v>
                </c:pt>
                <c:pt idx="2580">
                  <c:v>4.0594976460814181</c:v>
                </c:pt>
                <c:pt idx="2581">
                  <c:v>4.0599890809827119</c:v>
                </c:pt>
                <c:pt idx="2582">
                  <c:v>4.0560188313486565</c:v>
                </c:pt>
                <c:pt idx="2583">
                  <c:v>4.0461289710013055</c:v>
                </c:pt>
                <c:pt idx="2584">
                  <c:v>4.042910155477311</c:v>
                </c:pt>
                <c:pt idx="2585">
                  <c:v>4.0533824425366936</c:v>
                </c:pt>
                <c:pt idx="2586">
                  <c:v>4.059337184001266</c:v>
                </c:pt>
                <c:pt idx="2587">
                  <c:v>4.0669479764212522</c:v>
                </c:pt>
                <c:pt idx="2588">
                  <c:v>4.0788131502947342</c:v>
                </c:pt>
                <c:pt idx="2589">
                  <c:v>4.077563476678403</c:v>
                </c:pt>
                <c:pt idx="2590">
                  <c:v>4.0693539581437674</c:v>
                </c:pt>
                <c:pt idx="2591">
                  <c:v>4.0709687067294382</c:v>
                </c:pt>
                <c:pt idx="2592">
                  <c:v>4.073674803180757</c:v>
                </c:pt>
                <c:pt idx="2593">
                  <c:v>4.0716687898089168</c:v>
                </c:pt>
                <c:pt idx="2594">
                  <c:v>4.0768201922696523</c:v>
                </c:pt>
                <c:pt idx="2595">
                  <c:v>4.081918740356846</c:v>
                </c:pt>
                <c:pt idx="2596">
                  <c:v>4.0732098745895478</c:v>
                </c:pt>
                <c:pt idx="2597">
                  <c:v>4.0684720496894409</c:v>
                </c:pt>
                <c:pt idx="2598">
                  <c:v>4.0725108992364598</c:v>
                </c:pt>
                <c:pt idx="2599">
                  <c:v>4.0705447640147172</c:v>
                </c:pt>
                <c:pt idx="2600">
                  <c:v>4.0662390315306407</c:v>
                </c:pt>
                <c:pt idx="2601">
                  <c:v>4.0695486014954305</c:v>
                </c:pt>
                <c:pt idx="2602">
                  <c:v>4.0718105787870398</c:v>
                </c:pt>
                <c:pt idx="2603">
                  <c:v>4.0647727182814419</c:v>
                </c:pt>
                <c:pt idx="2604">
                  <c:v>4.0531659611504534</c:v>
                </c:pt>
                <c:pt idx="2605">
                  <c:v>4.0462228903746489</c:v>
                </c:pt>
                <c:pt idx="2606">
                  <c:v>4.044400996953752</c:v>
                </c:pt>
                <c:pt idx="2607">
                  <c:v>4.0447439965185739</c:v>
                </c:pt>
                <c:pt idx="2608">
                  <c:v>4.0456709261383867</c:v>
                </c:pt>
                <c:pt idx="2609">
                  <c:v>4.0516969577085886</c:v>
                </c:pt>
                <c:pt idx="2610">
                  <c:v>4.0596438659651071</c:v>
                </c:pt>
                <c:pt idx="2611">
                  <c:v>4.0627229497171342</c:v>
                </c:pt>
                <c:pt idx="2612">
                  <c:v>4.0641538157218022</c:v>
                </c:pt>
                <c:pt idx="2613">
                  <c:v>4.0645257744194323</c:v>
                </c:pt>
                <c:pt idx="2614">
                  <c:v>4.0669302527989872</c:v>
                </c:pt>
                <c:pt idx="2615">
                  <c:v>4.0662981366459627</c:v>
                </c:pt>
                <c:pt idx="2616">
                  <c:v>4.0652419195315899</c:v>
                </c:pt>
                <c:pt idx="2617">
                  <c:v>4.060966253906714</c:v>
                </c:pt>
                <c:pt idx="2618">
                  <c:v>4.0533961308699604</c:v>
                </c:pt>
                <c:pt idx="2619">
                  <c:v>4.0457989476599279</c:v>
                </c:pt>
                <c:pt idx="2620">
                  <c:v>4.0450883411797287</c:v>
                </c:pt>
                <c:pt idx="2621">
                  <c:v>4.0494434466115443</c:v>
                </c:pt>
                <c:pt idx="2622">
                  <c:v>4.0600750089013724</c:v>
                </c:pt>
                <c:pt idx="2623">
                  <c:v>4.0683354037267083</c:v>
                </c:pt>
                <c:pt idx="2624">
                  <c:v>4.0651891442813621</c:v>
                </c:pt>
                <c:pt idx="2625">
                  <c:v>4.0576669699727024</c:v>
                </c:pt>
                <c:pt idx="2626">
                  <c:v>4.0565438936582661</c:v>
                </c:pt>
                <c:pt idx="2627">
                  <c:v>4.0533301420263479</c:v>
                </c:pt>
                <c:pt idx="2628">
                  <c:v>4.0500781738339198</c:v>
                </c:pt>
                <c:pt idx="2629">
                  <c:v>4.0545862246310875</c:v>
                </c:pt>
                <c:pt idx="2630">
                  <c:v>4.0633842623729084</c:v>
                </c:pt>
                <c:pt idx="2631">
                  <c:v>4.0661686117814613</c:v>
                </c:pt>
                <c:pt idx="2632">
                  <c:v>4.0675746330656324</c:v>
                </c:pt>
                <c:pt idx="2633">
                  <c:v>4.0662057206155797</c:v>
                </c:pt>
                <c:pt idx="2634">
                  <c:v>4.0607379831467343</c:v>
                </c:pt>
                <c:pt idx="2635">
                  <c:v>4.0550728330102466</c:v>
                </c:pt>
                <c:pt idx="2636">
                  <c:v>4.0528736005063895</c:v>
                </c:pt>
                <c:pt idx="2637">
                  <c:v>4.0550975986074294</c:v>
                </c:pt>
                <c:pt idx="2638">
                  <c:v>4.0621393361553979</c:v>
                </c:pt>
                <c:pt idx="2639">
                  <c:v>4.0627303081853068</c:v>
                </c:pt>
                <c:pt idx="2640">
                  <c:v>4.0643501997863671</c:v>
                </c:pt>
                <c:pt idx="2641">
                  <c:v>4.0632980970843056</c:v>
                </c:pt>
                <c:pt idx="2642">
                  <c:v>4.0546884519523676</c:v>
                </c:pt>
                <c:pt idx="2643">
                  <c:v>4.0542773272144634</c:v>
                </c:pt>
                <c:pt idx="2644">
                  <c:v>4.0581837243343752</c:v>
                </c:pt>
                <c:pt idx="2645">
                  <c:v>4.0648556395141826</c:v>
                </c:pt>
                <c:pt idx="2646">
                  <c:v>4.0657750524191956</c:v>
                </c:pt>
                <c:pt idx="2647">
                  <c:v>4.0672405744352575</c:v>
                </c:pt>
                <c:pt idx="2648">
                  <c:v>4.0610210072397832</c:v>
                </c:pt>
                <c:pt idx="2649">
                  <c:v>4.0550168137041576</c:v>
                </c:pt>
                <c:pt idx="2650">
                  <c:v>4.0529380068837284</c:v>
                </c:pt>
                <c:pt idx="2651">
                  <c:v>4.0542471812319496</c:v>
                </c:pt>
                <c:pt idx="2652">
                  <c:v>4.0598195988447996</c:v>
                </c:pt>
                <c:pt idx="2653">
                  <c:v>4.0666150255172688</c:v>
                </c:pt>
                <c:pt idx="2654">
                  <c:v>4.069978082842109</c:v>
                </c:pt>
                <c:pt idx="2655">
                  <c:v>4.0705946117023384</c:v>
                </c:pt>
                <c:pt idx="2656">
                  <c:v>4.0801139375717055</c:v>
                </c:pt>
                <c:pt idx="2657">
                  <c:v>4.0870878664398465</c:v>
                </c:pt>
                <c:pt idx="2658">
                  <c:v>4.0848019939075044</c:v>
                </c:pt>
                <c:pt idx="2659">
                  <c:v>4.075685563951418</c:v>
                </c:pt>
                <c:pt idx="2660">
                  <c:v>4.0653818095501837</c:v>
                </c:pt>
                <c:pt idx="2661">
                  <c:v>4.0644697551133442</c:v>
                </c:pt>
                <c:pt idx="2662">
                  <c:v>4.0666455671163506</c:v>
                </c:pt>
                <c:pt idx="2663">
                  <c:v>4.0588517624718126</c:v>
                </c:pt>
                <c:pt idx="2664">
                  <c:v>4.0518983265419157</c:v>
                </c:pt>
                <c:pt idx="2665">
                  <c:v>4.0534677374688455</c:v>
                </c:pt>
                <c:pt idx="2666">
                  <c:v>4.0499634450290776</c:v>
                </c:pt>
                <c:pt idx="2667">
                  <c:v>4.0479543458480043</c:v>
                </c:pt>
                <c:pt idx="2668">
                  <c:v>4.0498665980931285</c:v>
                </c:pt>
                <c:pt idx="2669">
                  <c:v>4.0538130316097636</c:v>
                </c:pt>
                <c:pt idx="2670">
                  <c:v>4.0552662895122049</c:v>
                </c:pt>
                <c:pt idx="2671">
                  <c:v>4.0589546227796021</c:v>
                </c:pt>
                <c:pt idx="2672">
                  <c:v>4.0638654112434232</c:v>
                </c:pt>
                <c:pt idx="2673">
                  <c:v>4.0683778138228428</c:v>
                </c:pt>
                <c:pt idx="2674">
                  <c:v>4.0736069945009294</c:v>
                </c:pt>
                <c:pt idx="2675">
                  <c:v>4.0648894251691257</c:v>
                </c:pt>
                <c:pt idx="2676">
                  <c:v>4.0539783993353637</c:v>
                </c:pt>
                <c:pt idx="2677">
                  <c:v>4.0528654508050801</c:v>
                </c:pt>
                <c:pt idx="2678">
                  <c:v>4.0594322111010008</c:v>
                </c:pt>
                <c:pt idx="2679">
                  <c:v>4.0608974166238081</c:v>
                </c:pt>
                <c:pt idx="2680">
                  <c:v>4.0560293547493771</c:v>
                </c:pt>
                <c:pt idx="2681">
                  <c:v>4.0570170510740988</c:v>
                </c:pt>
                <c:pt idx="2682">
                  <c:v>4.0618716619852036</c:v>
                </c:pt>
                <c:pt idx="2683">
                  <c:v>4.0630888950429247</c:v>
                </c:pt>
                <c:pt idx="2684">
                  <c:v>4.0608084028959137</c:v>
                </c:pt>
                <c:pt idx="2685">
                  <c:v>4.0537866835463072</c:v>
                </c:pt>
                <c:pt idx="2686">
                  <c:v>4.0512403370653161</c:v>
                </c:pt>
                <c:pt idx="2687">
                  <c:v>4.0483087391699968</c:v>
                </c:pt>
                <c:pt idx="2688">
                  <c:v>4.0527273806227004</c:v>
                </c:pt>
                <c:pt idx="2689">
                  <c:v>4.0626105154883883</c:v>
                </c:pt>
                <c:pt idx="2690">
                  <c:v>4.0589539897930926</c:v>
                </c:pt>
                <c:pt idx="2691">
                  <c:v>4.0500829212327414</c:v>
                </c:pt>
                <c:pt idx="2692">
                  <c:v>4.0479850456937134</c:v>
                </c:pt>
                <c:pt idx="2693">
                  <c:v>4.0582571507694745</c:v>
                </c:pt>
                <c:pt idx="2694">
                  <c:v>4.066767970882621</c:v>
                </c:pt>
                <c:pt idx="2695">
                  <c:v>4.0711180915456735</c:v>
                </c:pt>
                <c:pt idx="2696">
                  <c:v>4.0774485105036202</c:v>
                </c:pt>
                <c:pt idx="2697">
                  <c:v>4.0732363808996324</c:v>
                </c:pt>
                <c:pt idx="2698">
                  <c:v>4.0642861099022829</c:v>
                </c:pt>
                <c:pt idx="2699">
                  <c:v>4.0578982474186018</c:v>
                </c:pt>
                <c:pt idx="2700">
                  <c:v>4.0570801123551057</c:v>
                </c:pt>
                <c:pt idx="2701">
                  <c:v>4.0568266012580603</c:v>
                </c:pt>
                <c:pt idx="2702">
                  <c:v>4.055495193258694</c:v>
                </c:pt>
                <c:pt idx="2703">
                  <c:v>4.0449160106025239</c:v>
                </c:pt>
                <c:pt idx="2704">
                  <c:v>4.0336221070538434</c:v>
                </c:pt>
                <c:pt idx="2705">
                  <c:v>4.0356778098666775</c:v>
                </c:pt>
                <c:pt idx="2706">
                  <c:v>4.0426083000356057</c:v>
                </c:pt>
                <c:pt idx="2707">
                  <c:v>4.0568379158919177</c:v>
                </c:pt>
                <c:pt idx="2708">
                  <c:v>4.0631898563911859</c:v>
                </c:pt>
                <c:pt idx="2709">
                  <c:v>4.0564472049689444</c:v>
                </c:pt>
                <c:pt idx="2710">
                  <c:v>4.0506383668948054</c:v>
                </c:pt>
                <c:pt idx="2711">
                  <c:v>4.0511715789057243</c:v>
                </c:pt>
                <c:pt idx="2712">
                  <c:v>4.0572933496854846</c:v>
                </c:pt>
                <c:pt idx="2713">
                  <c:v>4.0619440598172254</c:v>
                </c:pt>
                <c:pt idx="2714">
                  <c:v>4.0666428769236855</c:v>
                </c:pt>
                <c:pt idx="2715">
                  <c:v>4.0719225382759028</c:v>
                </c:pt>
                <c:pt idx="2716">
                  <c:v>4.0706816473473912</c:v>
                </c:pt>
                <c:pt idx="2717">
                  <c:v>4.0659613878229219</c:v>
                </c:pt>
                <c:pt idx="2718">
                  <c:v>4.0692557661114845</c:v>
                </c:pt>
                <c:pt idx="2719">
                  <c:v>4.0719405783914233</c:v>
                </c:pt>
                <c:pt idx="2720">
                  <c:v>4.0705655734462161</c:v>
                </c:pt>
                <c:pt idx="2721">
                  <c:v>4.0738022708391028</c:v>
                </c:pt>
                <c:pt idx="2722">
                  <c:v>4.0744834434466117</c:v>
                </c:pt>
                <c:pt idx="2723">
                  <c:v>4.0709589745618544</c:v>
                </c:pt>
                <c:pt idx="2724">
                  <c:v>4.068111722118922</c:v>
                </c:pt>
                <c:pt idx="2725">
                  <c:v>4.0728404478379554</c:v>
                </c:pt>
                <c:pt idx="2726">
                  <c:v>4.0698516437868415</c:v>
                </c:pt>
                <c:pt idx="2727">
                  <c:v>4.0676316018514855</c:v>
                </c:pt>
                <c:pt idx="2728">
                  <c:v>4.0652176286742892</c:v>
                </c:pt>
                <c:pt idx="2729">
                  <c:v>4.0626048977331166</c:v>
                </c:pt>
                <c:pt idx="2730">
                  <c:v>4.0607780195434584</c:v>
                </c:pt>
                <c:pt idx="2731">
                  <c:v>4.0509148237528185</c:v>
                </c:pt>
                <c:pt idx="2732">
                  <c:v>4.0424769553348892</c:v>
                </c:pt>
                <c:pt idx="2733">
                  <c:v>4.0456244807532542</c:v>
                </c:pt>
                <c:pt idx="2734">
                  <c:v>4.0570430035209872</c:v>
                </c:pt>
                <c:pt idx="2735">
                  <c:v>4.0645920006329863</c:v>
                </c:pt>
                <c:pt idx="2736">
                  <c:v>4.0632480120267438</c:v>
                </c:pt>
                <c:pt idx="2737">
                  <c:v>4.0601338766467538</c:v>
                </c:pt>
                <c:pt idx="2738">
                  <c:v>4.0584718914428137</c:v>
                </c:pt>
                <c:pt idx="2739">
                  <c:v>4.0607057799580648</c:v>
                </c:pt>
                <c:pt idx="2740">
                  <c:v>4.0632168374411517</c:v>
                </c:pt>
                <c:pt idx="2741">
                  <c:v>4.0667865648613368</c:v>
                </c:pt>
                <c:pt idx="2742">
                  <c:v>4.0704169798631167</c:v>
                </c:pt>
                <c:pt idx="2743">
                  <c:v>4.0741584839973095</c:v>
                </c:pt>
                <c:pt idx="2744">
                  <c:v>4.0746936740910709</c:v>
                </c:pt>
                <c:pt idx="2745">
                  <c:v>4.0704381057878702</c:v>
                </c:pt>
                <c:pt idx="2746">
                  <c:v>4.0688052379633657</c:v>
                </c:pt>
                <c:pt idx="2747">
                  <c:v>4.0722102306444592</c:v>
                </c:pt>
                <c:pt idx="2748">
                  <c:v>4.0746491276654666</c:v>
                </c:pt>
                <c:pt idx="2749">
                  <c:v>4.0737998180163784</c:v>
                </c:pt>
                <c:pt idx="2750">
                  <c:v>4.0663819282351543</c:v>
                </c:pt>
                <c:pt idx="2751">
                  <c:v>4.0698182537484673</c:v>
                </c:pt>
                <c:pt idx="2752">
                  <c:v>4.0755161609368198</c:v>
                </c:pt>
                <c:pt idx="2753">
                  <c:v>4.0723488546900342</c:v>
                </c:pt>
                <c:pt idx="2754">
                  <c:v>4.0711514815840486</c:v>
                </c:pt>
                <c:pt idx="2755">
                  <c:v>4.0708482810460103</c:v>
                </c:pt>
                <c:pt idx="2756">
                  <c:v>4.071630256755153</c:v>
                </c:pt>
                <c:pt idx="2757">
                  <c:v>4.0699666099616252</c:v>
                </c:pt>
                <c:pt idx="2758">
                  <c:v>4.0659025992008546</c:v>
                </c:pt>
                <c:pt idx="2759">
                  <c:v>4.067906397119911</c:v>
                </c:pt>
                <c:pt idx="2760">
                  <c:v>4.063907583969617</c:v>
                </c:pt>
                <c:pt idx="2761">
                  <c:v>4.0561392570320844</c:v>
                </c:pt>
                <c:pt idx="2762">
                  <c:v>4.0531681766032364</c:v>
                </c:pt>
                <c:pt idx="2763">
                  <c:v>4.0545225303635712</c:v>
                </c:pt>
                <c:pt idx="2764">
                  <c:v>4.0531768010444278</c:v>
                </c:pt>
                <c:pt idx="2765">
                  <c:v>4.0561569015310361</c:v>
                </c:pt>
                <c:pt idx="2766">
                  <c:v>4.0614235866598092</c:v>
                </c:pt>
                <c:pt idx="2767">
                  <c:v>4.0702826284764804</c:v>
                </c:pt>
                <c:pt idx="2768">
                  <c:v>4.0734312616212369</c:v>
                </c:pt>
                <c:pt idx="2769">
                  <c:v>4.0714110851762468</c:v>
                </c:pt>
                <c:pt idx="2770">
                  <c:v>4.0672929540689164</c:v>
                </c:pt>
                <c:pt idx="2771">
                  <c:v>4.0672211892234049</c:v>
                </c:pt>
                <c:pt idx="2772">
                  <c:v>4.0682272421569019</c:v>
                </c:pt>
                <c:pt idx="2773">
                  <c:v>4.070442457570123</c:v>
                </c:pt>
                <c:pt idx="2774">
                  <c:v>4.0664445147762791</c:v>
                </c:pt>
                <c:pt idx="2775">
                  <c:v>4.0610944336748824</c:v>
                </c:pt>
                <c:pt idx="2776">
                  <c:v>4.0613391620841082</c:v>
                </c:pt>
                <c:pt idx="2777">
                  <c:v>4.0651634292044152</c:v>
                </c:pt>
                <c:pt idx="2778">
                  <c:v>4.0691182497923011</c:v>
                </c:pt>
                <c:pt idx="2779">
                  <c:v>4.0726033152668437</c:v>
                </c:pt>
                <c:pt idx="2780">
                  <c:v>4.0674893381334813</c:v>
                </c:pt>
                <c:pt idx="2781">
                  <c:v>4.0600786485738025</c:v>
                </c:pt>
                <c:pt idx="2782">
                  <c:v>4.0588517624718126</c:v>
                </c:pt>
                <c:pt idx="2783">
                  <c:v>4.0592973849744824</c:v>
                </c:pt>
                <c:pt idx="2784">
                  <c:v>4.049900541994699</c:v>
                </c:pt>
                <c:pt idx="2785">
                  <c:v>4.0413476282786727</c:v>
                </c:pt>
                <c:pt idx="2786">
                  <c:v>4.0446855243897613</c:v>
                </c:pt>
                <c:pt idx="2787">
                  <c:v>4.0485703208450374</c:v>
                </c:pt>
                <c:pt idx="2788">
                  <c:v>4.0578367686038694</c:v>
                </c:pt>
                <c:pt idx="2789">
                  <c:v>4.0656126913795152</c:v>
                </c:pt>
                <c:pt idx="2790">
                  <c:v>4.0690749693397157</c:v>
                </c:pt>
                <c:pt idx="2791">
                  <c:v>4.071400087035645</c:v>
                </c:pt>
                <c:pt idx="2792">
                  <c:v>4.0664901689282749</c:v>
                </c:pt>
                <c:pt idx="2793">
                  <c:v>4.0645472959607547</c:v>
                </c:pt>
                <c:pt idx="2794">
                  <c:v>4.06636357162638</c:v>
                </c:pt>
                <c:pt idx="2795">
                  <c:v>4.0678585275151322</c:v>
                </c:pt>
                <c:pt idx="2796">
                  <c:v>4.0693688333267399</c:v>
                </c:pt>
                <c:pt idx="2797">
                  <c:v>4.069559441389405</c:v>
                </c:pt>
                <c:pt idx="2798">
                  <c:v>4.0660310163389646</c:v>
                </c:pt>
                <c:pt idx="2799">
                  <c:v>4.0622546979467504</c:v>
                </c:pt>
                <c:pt idx="2800">
                  <c:v>4.0641451121572976</c:v>
                </c:pt>
                <c:pt idx="2801">
                  <c:v>4.0659156545476121</c:v>
                </c:pt>
                <c:pt idx="2802">
                  <c:v>4.070086956521739</c:v>
                </c:pt>
                <c:pt idx="2803">
                  <c:v>4.0706279226173994</c:v>
                </c:pt>
                <c:pt idx="2804">
                  <c:v>4.0770843058907307</c:v>
                </c:pt>
                <c:pt idx="2805">
                  <c:v>4.0742251849507456</c:v>
                </c:pt>
                <c:pt idx="2806">
                  <c:v>4.0733469161688491</c:v>
                </c:pt>
                <c:pt idx="2807">
                  <c:v>4.071864461763659</c:v>
                </c:pt>
                <c:pt idx="2808">
                  <c:v>4.068315702021601</c:v>
                </c:pt>
                <c:pt idx="2809">
                  <c:v>4.069633659057641</c:v>
                </c:pt>
                <c:pt idx="2810">
                  <c:v>4.067003046247577</c:v>
                </c:pt>
                <c:pt idx="2811">
                  <c:v>4.0683711674644938</c:v>
                </c:pt>
                <c:pt idx="2812">
                  <c:v>4.0721746251533011</c:v>
                </c:pt>
                <c:pt idx="2813">
                  <c:v>4.0702294576096847</c:v>
                </c:pt>
                <c:pt idx="2814">
                  <c:v>4.0627665466629743</c:v>
                </c:pt>
                <c:pt idx="2815">
                  <c:v>4.0509808125964319</c:v>
                </c:pt>
                <c:pt idx="2816">
                  <c:v>4.0492411282984531</c:v>
                </c:pt>
                <c:pt idx="2817">
                  <c:v>4.0579673220714483</c:v>
                </c:pt>
                <c:pt idx="2818">
                  <c:v>4.0680253985836927</c:v>
                </c:pt>
                <c:pt idx="2819">
                  <c:v>4.0768758159591725</c:v>
                </c:pt>
                <c:pt idx="2820">
                  <c:v>4.0770026506310089</c:v>
                </c:pt>
                <c:pt idx="2821">
                  <c:v>4.0742112592475372</c:v>
                </c:pt>
                <c:pt idx="2822">
                  <c:v>4.0703554219250702</c:v>
                </c:pt>
                <c:pt idx="2823">
                  <c:v>4.0650964117577244</c:v>
                </c:pt>
                <c:pt idx="2824">
                  <c:v>4.0706029196502751</c:v>
                </c:pt>
                <c:pt idx="2825">
                  <c:v>4.073759227756458</c:v>
                </c:pt>
                <c:pt idx="2826">
                  <c:v>4.0680542785931877</c:v>
                </c:pt>
                <c:pt idx="2827">
                  <c:v>4.0691052735688569</c:v>
                </c:pt>
                <c:pt idx="2828">
                  <c:v>4.0741975709142695</c:v>
                </c:pt>
                <c:pt idx="2829">
                  <c:v>4.0737863670530521</c:v>
                </c:pt>
                <c:pt idx="2830">
                  <c:v>4.0728085611425406</c:v>
                </c:pt>
                <c:pt idx="2831">
                  <c:v>4.0712130395220951</c:v>
                </c:pt>
                <c:pt idx="2832">
                  <c:v>4.0642712347193104</c:v>
                </c:pt>
                <c:pt idx="2833">
                  <c:v>4.063506745262492</c:v>
                </c:pt>
                <c:pt idx="2834">
                  <c:v>4.0649413300629034</c:v>
                </c:pt>
                <c:pt idx="2835">
                  <c:v>4.0669476599279974</c:v>
                </c:pt>
                <c:pt idx="2836">
                  <c:v>4.0657062151362897</c:v>
                </c:pt>
                <c:pt idx="2837">
                  <c:v>4.0670209281164693</c:v>
                </c:pt>
                <c:pt idx="2838">
                  <c:v>4.072001345096333</c:v>
                </c:pt>
                <c:pt idx="2839">
                  <c:v>4.0671780670174469</c:v>
                </c:pt>
                <c:pt idx="2840">
                  <c:v>4.0654572140681253</c:v>
                </c:pt>
                <c:pt idx="2841">
                  <c:v>4.0706833880602922</c:v>
                </c:pt>
                <c:pt idx="2842">
                  <c:v>4.0703258298057525</c:v>
                </c:pt>
                <c:pt idx="2843">
                  <c:v>4.0682501879178696</c:v>
                </c:pt>
                <c:pt idx="2844">
                  <c:v>4.0679605174664717</c:v>
                </c:pt>
                <c:pt idx="2845">
                  <c:v>4.0716238477667446</c:v>
                </c:pt>
                <c:pt idx="2846">
                  <c:v>4.071940894884678</c:v>
                </c:pt>
                <c:pt idx="2847">
                  <c:v>4.0663892867033269</c:v>
                </c:pt>
                <c:pt idx="2848">
                  <c:v>4.0591982434624363</c:v>
                </c:pt>
                <c:pt idx="2849">
                  <c:v>4.0571979269691818</c:v>
                </c:pt>
                <c:pt idx="2850">
                  <c:v>4.0598816315227282</c:v>
                </c:pt>
                <c:pt idx="2851">
                  <c:v>4.0585578193614751</c:v>
                </c:pt>
                <c:pt idx="2852">
                  <c:v>4.0550670570083476</c:v>
                </c:pt>
                <c:pt idx="2853">
                  <c:v>4.0574620405902602</c:v>
                </c:pt>
                <c:pt idx="2854">
                  <c:v>4.065019345650196</c:v>
                </c:pt>
                <c:pt idx="2855">
                  <c:v>4.0771535387902045</c:v>
                </c:pt>
                <c:pt idx="2856">
                  <c:v>4.0788489140325197</c:v>
                </c:pt>
                <c:pt idx="2857">
                  <c:v>4.0731044032124064</c:v>
                </c:pt>
                <c:pt idx="2858">
                  <c:v>4.0653453337025756</c:v>
                </c:pt>
                <c:pt idx="2859">
                  <c:v>4.0620327570518651</c:v>
                </c:pt>
                <c:pt idx="2860">
                  <c:v>4.065574395695692</c:v>
                </c:pt>
                <c:pt idx="2861">
                  <c:v>4.0706113067215259</c:v>
                </c:pt>
                <c:pt idx="2862">
                  <c:v>4.0683178383510699</c:v>
                </c:pt>
                <c:pt idx="2863">
                  <c:v>4.0621948015982907</c:v>
                </c:pt>
                <c:pt idx="2864">
                  <c:v>4.060776041460616</c:v>
                </c:pt>
                <c:pt idx="2865">
                  <c:v>4.0586334612493573</c:v>
                </c:pt>
                <c:pt idx="2866">
                  <c:v>4.0629802587332353</c:v>
                </c:pt>
                <c:pt idx="2867">
                  <c:v>4.0663026466748429</c:v>
                </c:pt>
                <c:pt idx="2868">
                  <c:v>4.0652770502828659</c:v>
                </c:pt>
                <c:pt idx="2869">
                  <c:v>4.0672946156585041</c:v>
                </c:pt>
                <c:pt idx="2870">
                  <c:v>4.0634497764766389</c:v>
                </c:pt>
                <c:pt idx="2871">
                  <c:v>4.059251018712664</c:v>
                </c:pt>
                <c:pt idx="2872">
                  <c:v>4.0634436839814851</c:v>
                </c:pt>
                <c:pt idx="2873">
                  <c:v>4.0602612651817855</c:v>
                </c:pt>
                <c:pt idx="2874">
                  <c:v>4.0550616766230165</c:v>
                </c:pt>
                <c:pt idx="2875">
                  <c:v>4.0564935712307628</c:v>
                </c:pt>
                <c:pt idx="2876">
                  <c:v>4.0516053329113424</c:v>
                </c:pt>
                <c:pt idx="2877">
                  <c:v>4.0529526446967603</c:v>
                </c:pt>
                <c:pt idx="2878">
                  <c:v>4.0586932784745029</c:v>
                </c:pt>
                <c:pt idx="2879">
                  <c:v>4.0587386952565572</c:v>
                </c:pt>
                <c:pt idx="2880">
                  <c:v>4.0609096016141155</c:v>
                </c:pt>
                <c:pt idx="2881">
                  <c:v>4.060992048106975</c:v>
                </c:pt>
                <c:pt idx="2882">
                  <c:v>4.06495715472564</c:v>
                </c:pt>
                <c:pt idx="2883">
                  <c:v>4.0753648771610553</c:v>
                </c:pt>
                <c:pt idx="2884">
                  <c:v>4.0799936701349049</c:v>
                </c:pt>
                <c:pt idx="2885">
                  <c:v>4.084457016259841</c:v>
                </c:pt>
                <c:pt idx="2886">
                  <c:v>4.0850148356213154</c:v>
                </c:pt>
                <c:pt idx="2887">
                  <c:v>4.0832503857261546</c:v>
                </c:pt>
                <c:pt idx="2888">
                  <c:v>4.0770560588677451</c:v>
                </c:pt>
                <c:pt idx="2889">
                  <c:v>4.074024528227242</c:v>
                </c:pt>
                <c:pt idx="2890">
                  <c:v>4.0694237449064365</c:v>
                </c:pt>
                <c:pt idx="2891">
                  <c:v>4.0698241088736795</c:v>
                </c:pt>
                <c:pt idx="2892">
                  <c:v>4.0727781777900862</c:v>
                </c:pt>
                <c:pt idx="2893">
                  <c:v>4.0705402539858371</c:v>
                </c:pt>
                <c:pt idx="2894">
                  <c:v>4.071990188709103</c:v>
                </c:pt>
                <c:pt idx="2895">
                  <c:v>4.0678543339795068</c:v>
                </c:pt>
                <c:pt idx="2896">
                  <c:v>4.0592234837995012</c:v>
                </c:pt>
                <c:pt idx="2897">
                  <c:v>4.053879020453377</c:v>
                </c:pt>
                <c:pt idx="2898">
                  <c:v>4.0514768366499192</c:v>
                </c:pt>
                <c:pt idx="2899">
                  <c:v>4.0478956363492502</c:v>
                </c:pt>
                <c:pt idx="2900">
                  <c:v>4.0496068362543021</c:v>
                </c:pt>
                <c:pt idx="2901">
                  <c:v>4.0503658662024762</c:v>
                </c:pt>
                <c:pt idx="2902">
                  <c:v>4.0500240534873599</c:v>
                </c:pt>
                <c:pt idx="2903">
                  <c:v>4.0581932982553308</c:v>
                </c:pt>
                <c:pt idx="2904">
                  <c:v>4.0578177790085848</c:v>
                </c:pt>
                <c:pt idx="2905">
                  <c:v>4.0555196423626221</c:v>
                </c:pt>
                <c:pt idx="2906">
                  <c:v>4.0557251256082605</c:v>
                </c:pt>
                <c:pt idx="2907">
                  <c:v>4.0491638248209831</c:v>
                </c:pt>
                <c:pt idx="2908">
                  <c:v>4.0438343157811447</c:v>
                </c:pt>
                <c:pt idx="2909">
                  <c:v>4.0469017684060606</c:v>
                </c:pt>
                <c:pt idx="2910">
                  <c:v>4.0487405942160857</c:v>
                </c:pt>
                <c:pt idx="2911">
                  <c:v>4.0501586422439368</c:v>
                </c:pt>
                <c:pt idx="2912">
                  <c:v>4.0580606875815963</c:v>
                </c:pt>
                <c:pt idx="2913">
                  <c:v>4.0565863828777147</c:v>
                </c:pt>
                <c:pt idx="2914">
                  <c:v>4.0459491237093008</c:v>
                </c:pt>
                <c:pt idx="2915">
                  <c:v>4.0377195869763023</c:v>
                </c:pt>
                <c:pt idx="2916">
                  <c:v>4.0356805791826558</c:v>
                </c:pt>
                <c:pt idx="2917">
                  <c:v>4.0421665545753056</c:v>
                </c:pt>
                <c:pt idx="2918">
                  <c:v>4.0576803418127154</c:v>
                </c:pt>
                <c:pt idx="2919">
                  <c:v>4.0680360802310398</c:v>
                </c:pt>
                <c:pt idx="2920">
                  <c:v>4.0681641017525818</c:v>
                </c:pt>
                <c:pt idx="2921">
                  <c:v>4.0640769869842153</c:v>
                </c:pt>
                <c:pt idx="2922">
                  <c:v>4.0599578272738066</c:v>
                </c:pt>
                <c:pt idx="2923">
                  <c:v>4.0574289670451398</c:v>
                </c:pt>
                <c:pt idx="2924">
                  <c:v>4.0534893381334811</c:v>
                </c:pt>
                <c:pt idx="2925">
                  <c:v>4.051944692803735</c:v>
                </c:pt>
                <c:pt idx="2926">
                  <c:v>4.0581260434386994</c:v>
                </c:pt>
                <c:pt idx="2927">
                  <c:v>4.062949954504095</c:v>
                </c:pt>
                <c:pt idx="2928">
                  <c:v>4.0722746370217981</c:v>
                </c:pt>
                <c:pt idx="2929">
                  <c:v>4.0759765794991498</c:v>
                </c:pt>
                <c:pt idx="2930">
                  <c:v>4.0742505044111246</c:v>
                </c:pt>
                <c:pt idx="2931">
                  <c:v>4.0732539462752699</c:v>
                </c:pt>
                <c:pt idx="2932">
                  <c:v>4.0724115203544722</c:v>
                </c:pt>
                <c:pt idx="2933">
                  <c:v>4.0726431934169405</c:v>
                </c:pt>
                <c:pt idx="2934">
                  <c:v>4.0699113818886739</c:v>
                </c:pt>
                <c:pt idx="2935">
                  <c:v>4.072210151521146</c:v>
                </c:pt>
                <c:pt idx="2936">
                  <c:v>4.079260988250188</c:v>
                </c:pt>
                <c:pt idx="2937">
                  <c:v>4.0833200142421964</c:v>
                </c:pt>
                <c:pt idx="2938">
                  <c:v>4.0731425406496022</c:v>
                </c:pt>
                <c:pt idx="2939">
                  <c:v>4.0701223246429556</c:v>
                </c:pt>
                <c:pt idx="2940">
                  <c:v>4.0714811093088574</c:v>
                </c:pt>
                <c:pt idx="2941">
                  <c:v>4.0576719547414646</c:v>
                </c:pt>
                <c:pt idx="2942">
                  <c:v>4.0451495035012064</c:v>
                </c:pt>
                <c:pt idx="2943">
                  <c:v>4.0439239624955494</c:v>
                </c:pt>
                <c:pt idx="2944">
                  <c:v>4.0516604027376664</c:v>
                </c:pt>
                <c:pt idx="2945">
                  <c:v>4.0599003046247573</c:v>
                </c:pt>
                <c:pt idx="2946">
                  <c:v>4.0632841713810972</c:v>
                </c:pt>
                <c:pt idx="2947">
                  <c:v>4.0611616884915138</c:v>
                </c:pt>
                <c:pt idx="2948">
                  <c:v>4.0563032796613525</c:v>
                </c:pt>
                <c:pt idx="2949">
                  <c:v>4.0514757289235277</c:v>
                </c:pt>
                <c:pt idx="2950">
                  <c:v>4.0581694030145981</c:v>
                </c:pt>
                <c:pt idx="2951">
                  <c:v>4.0614408355421929</c:v>
                </c:pt>
                <c:pt idx="2952">
                  <c:v>4.0630697472010127</c:v>
                </c:pt>
                <c:pt idx="2953">
                  <c:v>4.0655618942121299</c:v>
                </c:pt>
                <c:pt idx="2954">
                  <c:v>4.0721680579182653</c:v>
                </c:pt>
                <c:pt idx="2955">
                  <c:v>4.0695217786920912</c:v>
                </c:pt>
                <c:pt idx="2956">
                  <c:v>4.0580263480634571</c:v>
                </c:pt>
                <c:pt idx="2957">
                  <c:v>4.0548417929342877</c:v>
                </c:pt>
                <c:pt idx="2958">
                  <c:v>4.0581932191320176</c:v>
                </c:pt>
                <c:pt idx="2959">
                  <c:v>4.0619661352217431</c:v>
                </c:pt>
                <c:pt idx="2960">
                  <c:v>4.0679287098943702</c:v>
                </c:pt>
                <c:pt idx="2961">
                  <c:v>4.0728451952367761</c:v>
                </c:pt>
                <c:pt idx="2962">
                  <c:v>4.0665896269335757</c:v>
                </c:pt>
                <c:pt idx="2963">
                  <c:v>4.0643877833603668</c:v>
                </c:pt>
                <c:pt idx="2964">
                  <c:v>4.0595197214859358</c:v>
                </c:pt>
                <c:pt idx="2965">
                  <c:v>4.0561800846619454</c:v>
                </c:pt>
                <c:pt idx="2966">
                  <c:v>4.0602759821181307</c:v>
                </c:pt>
                <c:pt idx="2967">
                  <c:v>4.0655395023143566</c:v>
                </c:pt>
                <c:pt idx="2968">
                  <c:v>4.0726361514420226</c:v>
                </c:pt>
                <c:pt idx="2969">
                  <c:v>4.0682971871661984</c:v>
                </c:pt>
                <c:pt idx="2970">
                  <c:v>4.0658114491434905</c:v>
                </c:pt>
                <c:pt idx="2971">
                  <c:v>4.0642165605095544</c:v>
                </c:pt>
                <c:pt idx="2972">
                  <c:v>4.0591350239348021</c:v>
                </c:pt>
                <c:pt idx="2973">
                  <c:v>4.0563500415397398</c:v>
                </c:pt>
                <c:pt idx="2974">
                  <c:v>4.0545299679550579</c:v>
                </c:pt>
                <c:pt idx="2975">
                  <c:v>4.055417415041342</c:v>
                </c:pt>
                <c:pt idx="2976">
                  <c:v>4.0562666455671161</c:v>
                </c:pt>
                <c:pt idx="2977">
                  <c:v>4.0542634806345692</c:v>
                </c:pt>
                <c:pt idx="2978">
                  <c:v>4.054404715749496</c:v>
                </c:pt>
                <c:pt idx="2979">
                  <c:v>4.0583494085532301</c:v>
                </c:pt>
                <c:pt idx="2980">
                  <c:v>4.0567739051311467</c:v>
                </c:pt>
                <c:pt idx="2981">
                  <c:v>4.054832614629901</c:v>
                </c:pt>
                <c:pt idx="2982">
                  <c:v>4.0564641373580725</c:v>
                </c:pt>
                <c:pt idx="2983">
                  <c:v>4.0478523558966648</c:v>
                </c:pt>
                <c:pt idx="2984">
                  <c:v>4.0473018158800489</c:v>
                </c:pt>
                <c:pt idx="2985">
                  <c:v>4.0549835819124107</c:v>
                </c:pt>
                <c:pt idx="2986">
                  <c:v>4.0541138584483916</c:v>
                </c:pt>
                <c:pt idx="2987">
                  <c:v>4.0548201131463388</c:v>
                </c:pt>
                <c:pt idx="2988">
                  <c:v>4.0558033785654946</c:v>
                </c:pt>
                <c:pt idx="2989">
                  <c:v>4.0554304703880995</c:v>
                </c:pt>
                <c:pt idx="2990">
                  <c:v>4.0546079835423505</c:v>
                </c:pt>
                <c:pt idx="2991">
                  <c:v>4.0533229418048027</c:v>
                </c:pt>
                <c:pt idx="2992">
                  <c:v>4.0485057562210702</c:v>
                </c:pt>
                <c:pt idx="2993">
                  <c:v>4.0458121612533136</c:v>
                </c:pt>
                <c:pt idx="2994">
                  <c:v>4.0432161253313286</c:v>
                </c:pt>
                <c:pt idx="2995">
                  <c:v>4.0426604422993231</c:v>
                </c:pt>
                <c:pt idx="2996">
                  <c:v>4.0445225303635715</c:v>
                </c:pt>
                <c:pt idx="2997">
                  <c:v>4.0451616884915138</c:v>
                </c:pt>
                <c:pt idx="2998">
                  <c:v>4.054901926652688</c:v>
                </c:pt>
                <c:pt idx="2999">
                  <c:v>4.0593943901570597</c:v>
                </c:pt>
                <c:pt idx="3000">
                  <c:v>4.0501585631206236</c:v>
                </c:pt>
                <c:pt idx="3001">
                  <c:v>4.0458991177750523</c:v>
                </c:pt>
                <c:pt idx="3002">
                  <c:v>4.0524775091980851</c:v>
                </c:pt>
                <c:pt idx="3003">
                  <c:v>4.0637551924674602</c:v>
                </c:pt>
                <c:pt idx="3004">
                  <c:v>4.0714183645211062</c:v>
                </c:pt>
                <c:pt idx="3005">
                  <c:v>4.0664760849784392</c:v>
                </c:pt>
                <c:pt idx="3006">
                  <c:v>4.0721022273212801</c:v>
                </c:pt>
                <c:pt idx="3007">
                  <c:v>4.0793535625271984</c:v>
                </c:pt>
                <c:pt idx="3008">
                  <c:v>4.0792768129129247</c:v>
                </c:pt>
                <c:pt idx="3009">
                  <c:v>4.0692303675277923</c:v>
                </c:pt>
                <c:pt idx="3010">
                  <c:v>4.0658913636903113</c:v>
                </c:pt>
                <c:pt idx="3011">
                  <c:v>4.0700093365510144</c:v>
                </c:pt>
                <c:pt idx="3012">
                  <c:v>4.0707110812200815</c:v>
                </c:pt>
                <c:pt idx="3013">
                  <c:v>4.0667766744471257</c:v>
                </c:pt>
                <c:pt idx="3014">
                  <c:v>4.0550638129524863</c:v>
                </c:pt>
                <c:pt idx="3015">
                  <c:v>4.050955967875935</c:v>
                </c:pt>
                <c:pt idx="3016">
                  <c:v>4.0559954108478067</c:v>
                </c:pt>
                <c:pt idx="3017">
                  <c:v>4.0591297226727852</c:v>
                </c:pt>
                <c:pt idx="3018">
                  <c:v>4.0529250306602842</c:v>
                </c:pt>
                <c:pt idx="3019">
                  <c:v>4.0498472920045891</c:v>
                </c:pt>
                <c:pt idx="3020">
                  <c:v>4.0489957669027179</c:v>
                </c:pt>
                <c:pt idx="3021">
                  <c:v>4.0514397278158008</c:v>
                </c:pt>
                <c:pt idx="3022">
                  <c:v>4.0528436918938162</c:v>
                </c:pt>
                <c:pt idx="3023">
                  <c:v>4.0571022668829366</c:v>
                </c:pt>
                <c:pt idx="3024">
                  <c:v>4.0600732681884715</c:v>
                </c:pt>
                <c:pt idx="3025">
                  <c:v>4.0567079162875341</c:v>
                </c:pt>
                <c:pt idx="3026">
                  <c:v>4.0542418008466194</c:v>
                </c:pt>
                <c:pt idx="3027">
                  <c:v>4.0539949361079239</c:v>
                </c:pt>
                <c:pt idx="3028">
                  <c:v>4.0575838113700202</c:v>
                </c:pt>
                <c:pt idx="3029">
                  <c:v>4.0622325434189186</c:v>
                </c:pt>
                <c:pt idx="3030">
                  <c:v>4.0574054674209759</c:v>
                </c:pt>
                <c:pt idx="3031">
                  <c:v>4.0500315702021599</c:v>
                </c:pt>
                <c:pt idx="3032">
                  <c:v>4.0528034972504647</c:v>
                </c:pt>
                <c:pt idx="3033">
                  <c:v>4.0581635478893858</c:v>
                </c:pt>
                <c:pt idx="3034">
                  <c:v>4.0597741029394312</c:v>
                </c:pt>
                <c:pt idx="3035">
                  <c:v>4.0531661193970807</c:v>
                </c:pt>
                <c:pt idx="3036">
                  <c:v>4.0524354947185186</c:v>
                </c:pt>
                <c:pt idx="3037">
                  <c:v>4.0531902520077541</c:v>
                </c:pt>
                <c:pt idx="3038">
                  <c:v>4.0511252126439059</c:v>
                </c:pt>
                <c:pt idx="3039">
                  <c:v>4.0566194564228351</c:v>
                </c:pt>
                <c:pt idx="3040">
                  <c:v>4.0631145309965584</c:v>
                </c:pt>
                <c:pt idx="3041">
                  <c:v>4.0626609170392056</c:v>
                </c:pt>
                <c:pt idx="3042">
                  <c:v>4.0593583890493337</c:v>
                </c:pt>
                <c:pt idx="3043">
                  <c:v>4.0666318787830837</c:v>
                </c:pt>
                <c:pt idx="3044">
                  <c:v>4.0809708430589069</c:v>
                </c:pt>
                <c:pt idx="3045">
                  <c:v>4.0767565771254501</c:v>
                </c:pt>
                <c:pt idx="3046">
                  <c:v>4.0666643193416938</c:v>
                </c:pt>
                <c:pt idx="3047">
                  <c:v>4.0602793052973061</c:v>
                </c:pt>
                <c:pt idx="3048">
                  <c:v>4.0465942952090836</c:v>
                </c:pt>
                <c:pt idx="3049">
                  <c:v>4.0415556434703488</c:v>
                </c:pt>
                <c:pt idx="3050">
                  <c:v>4.0492581398108953</c:v>
                </c:pt>
                <c:pt idx="3051">
                  <c:v>4.0543244847094195</c:v>
                </c:pt>
                <c:pt idx="3052">
                  <c:v>4.0614669462357087</c:v>
                </c:pt>
                <c:pt idx="3053">
                  <c:v>4.0657176880167745</c:v>
                </c:pt>
                <c:pt idx="3054">
                  <c:v>4.0550077145230841</c:v>
                </c:pt>
                <c:pt idx="3055">
                  <c:v>4.0520569687858528</c:v>
                </c:pt>
                <c:pt idx="3056">
                  <c:v>4.0631141353799896</c:v>
                </c:pt>
                <c:pt idx="3057">
                  <c:v>4.0702261344305102</c:v>
                </c:pt>
                <c:pt idx="3058">
                  <c:v>4.0811995094354554</c:v>
                </c:pt>
                <c:pt idx="3059">
                  <c:v>4.0892123274122723</c:v>
                </c:pt>
                <c:pt idx="3060">
                  <c:v>4.0856715591248962</c:v>
                </c:pt>
                <c:pt idx="3061">
                  <c:v>4.0762413261067376</c:v>
                </c:pt>
                <c:pt idx="3062">
                  <c:v>4.0671744273450168</c:v>
                </c:pt>
                <c:pt idx="3063">
                  <c:v>4.0637518692882857</c:v>
                </c:pt>
                <c:pt idx="3064">
                  <c:v>4.060335720219963</c:v>
                </c:pt>
                <c:pt idx="3065">
                  <c:v>4.057999208766863</c:v>
                </c:pt>
                <c:pt idx="3066">
                  <c:v>4.0568933813348105</c:v>
                </c:pt>
                <c:pt idx="3067">
                  <c:v>4.0584609724255252</c:v>
                </c:pt>
                <c:pt idx="3068">
                  <c:v>4.0624937294773904</c:v>
                </c:pt>
                <c:pt idx="3069">
                  <c:v>4.0704010760770659</c:v>
                </c:pt>
                <c:pt idx="3070">
                  <c:v>4.0691171420659096</c:v>
                </c:pt>
                <c:pt idx="3071">
                  <c:v>4.0657621553190646</c:v>
                </c:pt>
                <c:pt idx="3072">
                  <c:v>4.0702946552201604</c:v>
                </c:pt>
                <c:pt idx="3073">
                  <c:v>4.0699164457807493</c:v>
                </c:pt>
                <c:pt idx="3074">
                  <c:v>4.0671334414685285</c:v>
                </c:pt>
                <c:pt idx="3075">
                  <c:v>4.061481267555485</c:v>
                </c:pt>
                <c:pt idx="3076">
                  <c:v>4.0577310598567866</c:v>
                </c:pt>
                <c:pt idx="3077">
                  <c:v>4.0616019306088536</c:v>
                </c:pt>
                <c:pt idx="3078">
                  <c:v>4.0624834434466113</c:v>
                </c:pt>
                <c:pt idx="3079">
                  <c:v>4.0600691537761602</c:v>
                </c:pt>
                <c:pt idx="3080">
                  <c:v>4.0625927127428101</c:v>
                </c:pt>
                <c:pt idx="3081">
                  <c:v>4.0659481742295371</c:v>
                </c:pt>
                <c:pt idx="3082">
                  <c:v>4.0697384974482729</c:v>
                </c:pt>
                <c:pt idx="3083">
                  <c:v>4.0751228389444947</c:v>
                </c:pt>
                <c:pt idx="3084">
                  <c:v>4.0769356331843181</c:v>
                </c:pt>
                <c:pt idx="3085">
                  <c:v>4.0740564149226568</c:v>
                </c:pt>
                <c:pt idx="3086">
                  <c:v>4.0726574356134035</c:v>
                </c:pt>
                <c:pt idx="3087">
                  <c:v>4.0706711239466706</c:v>
                </c:pt>
                <c:pt idx="3088">
                  <c:v>4.0648463029631685</c:v>
                </c:pt>
                <c:pt idx="3089">
                  <c:v>4.0676879376508293</c:v>
                </c:pt>
                <c:pt idx="3090">
                  <c:v>4.0706283182339673</c:v>
                </c:pt>
                <c:pt idx="3091">
                  <c:v>4.0677249673616327</c:v>
                </c:pt>
                <c:pt idx="3092">
                  <c:v>4.0687070459310837</c:v>
                </c:pt>
                <c:pt idx="3093">
                  <c:v>4.0677229892787912</c:v>
                </c:pt>
                <c:pt idx="3094">
                  <c:v>4.0671591565454763</c:v>
                </c:pt>
                <c:pt idx="3095">
                  <c:v>4.0676072318708707</c:v>
                </c:pt>
                <c:pt idx="3096">
                  <c:v>4.0618622463108753</c:v>
                </c:pt>
                <c:pt idx="3097">
                  <c:v>4.0611279028365708</c:v>
                </c:pt>
                <c:pt idx="3098">
                  <c:v>4.0691529849270092</c:v>
                </c:pt>
                <c:pt idx="3099">
                  <c:v>4.0727543616726667</c:v>
                </c:pt>
                <c:pt idx="3100">
                  <c:v>4.069858527515132</c:v>
                </c:pt>
                <c:pt idx="3101">
                  <c:v>4.0696200498476873</c:v>
                </c:pt>
                <c:pt idx="3102">
                  <c:v>4.0757400007912334</c:v>
                </c:pt>
                <c:pt idx="3103">
                  <c:v>4.0736729042212287</c:v>
                </c:pt>
                <c:pt idx="3104">
                  <c:v>4.0731833682794631</c:v>
                </c:pt>
                <c:pt idx="3105">
                  <c:v>4.0722119713573601</c:v>
                </c:pt>
                <c:pt idx="3106">
                  <c:v>4.0654591921509668</c:v>
                </c:pt>
                <c:pt idx="3107">
                  <c:v>4.0637288444040038</c:v>
                </c:pt>
                <c:pt idx="3108">
                  <c:v>4.0625719824346245</c:v>
                </c:pt>
                <c:pt idx="3109">
                  <c:v>4.0648217747359263</c:v>
                </c:pt>
                <c:pt idx="3110">
                  <c:v>4.0692930331922303</c:v>
                </c:pt>
                <c:pt idx="3111">
                  <c:v>4.0716832693753213</c:v>
                </c:pt>
                <c:pt idx="3112">
                  <c:v>4.0702965541796887</c:v>
                </c:pt>
                <c:pt idx="3113">
                  <c:v>4.0650305020374251</c:v>
                </c:pt>
                <c:pt idx="3114">
                  <c:v>4.0610063694267513</c:v>
                </c:pt>
                <c:pt idx="3115">
                  <c:v>4.0622025556830321</c:v>
                </c:pt>
                <c:pt idx="3116">
                  <c:v>4.0609320726352021</c:v>
                </c:pt>
                <c:pt idx="3117">
                  <c:v>4.0578927879099576</c:v>
                </c:pt>
                <c:pt idx="3118">
                  <c:v>4.054375361000119</c:v>
                </c:pt>
                <c:pt idx="3119">
                  <c:v>4.0505633579934326</c:v>
                </c:pt>
                <c:pt idx="3120">
                  <c:v>4.0479410531313054</c:v>
                </c:pt>
                <c:pt idx="3121">
                  <c:v>4.0433784863710089</c:v>
                </c:pt>
                <c:pt idx="3122">
                  <c:v>4.0390830399177116</c:v>
                </c:pt>
                <c:pt idx="3123">
                  <c:v>4.0428341970961741</c:v>
                </c:pt>
                <c:pt idx="3124">
                  <c:v>4.0450873125766504</c:v>
                </c:pt>
                <c:pt idx="3125">
                  <c:v>4.044637417415041</c:v>
                </c:pt>
                <c:pt idx="3126">
                  <c:v>4.0517131779878941</c:v>
                </c:pt>
                <c:pt idx="3127">
                  <c:v>4.0678724532183406</c:v>
                </c:pt>
                <c:pt idx="3128">
                  <c:v>4.0728427424140525</c:v>
                </c:pt>
                <c:pt idx="3129">
                  <c:v>4.0754359298967442</c:v>
                </c:pt>
                <c:pt idx="3130">
                  <c:v>4.0805119278395381</c:v>
                </c:pt>
                <c:pt idx="3131">
                  <c:v>4.0763313684377103</c:v>
                </c:pt>
                <c:pt idx="3132">
                  <c:v>4.0676379317165807</c:v>
                </c:pt>
                <c:pt idx="3133">
                  <c:v>4.0654508050797169</c:v>
                </c:pt>
                <c:pt idx="3134">
                  <c:v>4.0577498912054439</c:v>
                </c:pt>
                <c:pt idx="3135">
                  <c:v>4.050972346401867</c:v>
                </c:pt>
                <c:pt idx="3136">
                  <c:v>4.0490488586462003</c:v>
                </c:pt>
                <c:pt idx="3137">
                  <c:v>4.0441465363769433</c:v>
                </c:pt>
                <c:pt idx="3138">
                  <c:v>4.0428160778573403</c:v>
                </c:pt>
                <c:pt idx="3139">
                  <c:v>4.0521675831783837</c:v>
                </c:pt>
                <c:pt idx="3140">
                  <c:v>4.0607805514894961</c:v>
                </c:pt>
                <c:pt idx="3141">
                  <c:v>4.06636357162638</c:v>
                </c:pt>
                <c:pt idx="3142">
                  <c:v>4.0698356608774775</c:v>
                </c:pt>
                <c:pt idx="3143">
                  <c:v>4.0696069153776158</c:v>
                </c:pt>
                <c:pt idx="3144">
                  <c:v>4.0708036554970919</c:v>
                </c:pt>
                <c:pt idx="3145">
                  <c:v>4.0686219883688732</c:v>
                </c:pt>
                <c:pt idx="3146">
                  <c:v>4.0568342762194884</c:v>
                </c:pt>
                <c:pt idx="3147">
                  <c:v>4.0510903192625705</c:v>
                </c:pt>
                <c:pt idx="3148">
                  <c:v>4.0557433239704075</c:v>
                </c:pt>
                <c:pt idx="3149">
                  <c:v>4.0631130276535981</c:v>
                </c:pt>
                <c:pt idx="3150">
                  <c:v>4.0630653954187599</c:v>
                </c:pt>
                <c:pt idx="3151">
                  <c:v>4.0596554970922183</c:v>
                </c:pt>
                <c:pt idx="3152">
                  <c:v>4.0568464612097959</c:v>
                </c:pt>
                <c:pt idx="3153">
                  <c:v>4.0520554654428924</c:v>
                </c:pt>
                <c:pt idx="3154">
                  <c:v>4.0519376508288163</c:v>
                </c:pt>
                <c:pt idx="3155">
                  <c:v>4.0540488982078573</c:v>
                </c:pt>
                <c:pt idx="3156">
                  <c:v>4.0556338964275822</c:v>
                </c:pt>
                <c:pt idx="3157">
                  <c:v>4.0513889306484154</c:v>
                </c:pt>
                <c:pt idx="3158">
                  <c:v>4.0475606282391103</c:v>
                </c:pt>
                <c:pt idx="3159">
                  <c:v>4.0456160936820034</c:v>
                </c:pt>
                <c:pt idx="3160">
                  <c:v>4.0440737429283535</c:v>
                </c:pt>
                <c:pt idx="3161">
                  <c:v>4.0456509079400247</c:v>
                </c:pt>
                <c:pt idx="3162">
                  <c:v>4.0500971634292044</c:v>
                </c:pt>
                <c:pt idx="3163">
                  <c:v>4.0562656169640388</c:v>
                </c:pt>
                <c:pt idx="3164">
                  <c:v>4.0620493729477394</c:v>
                </c:pt>
                <c:pt idx="3165">
                  <c:v>4.0581202674368004</c:v>
                </c:pt>
                <c:pt idx="3166">
                  <c:v>4.0466051351030581</c:v>
                </c:pt>
                <c:pt idx="3167">
                  <c:v>4.0443939549788341</c:v>
                </c:pt>
                <c:pt idx="3168">
                  <c:v>4.046663765478498</c:v>
                </c:pt>
                <c:pt idx="3169">
                  <c:v>4.0499513391620843</c:v>
                </c:pt>
                <c:pt idx="3170">
                  <c:v>4.0553181152826676</c:v>
                </c:pt>
                <c:pt idx="3171">
                  <c:v>4.060886734976461</c:v>
                </c:pt>
                <c:pt idx="3172">
                  <c:v>4.0738751434110059</c:v>
                </c:pt>
                <c:pt idx="3173">
                  <c:v>4.0729643549471852</c:v>
                </c:pt>
                <c:pt idx="3174">
                  <c:v>4.0613221505716659</c:v>
                </c:pt>
                <c:pt idx="3175">
                  <c:v>4.0573946275270005</c:v>
                </c:pt>
                <c:pt idx="3176">
                  <c:v>4.0570065276733791</c:v>
                </c:pt>
                <c:pt idx="3177">
                  <c:v>4.0573299046564069</c:v>
                </c:pt>
                <c:pt idx="3178">
                  <c:v>4.0587462910946712</c:v>
                </c:pt>
                <c:pt idx="3179">
                  <c:v>4.0627145626458834</c:v>
                </c:pt>
                <c:pt idx="3180">
                  <c:v>4.0671740317284488</c:v>
                </c:pt>
                <c:pt idx="3181">
                  <c:v>4.0597356490089807</c:v>
                </c:pt>
                <c:pt idx="3182">
                  <c:v>4.0495659295011279</c:v>
                </c:pt>
                <c:pt idx="3183">
                  <c:v>4.0510734659967556</c:v>
                </c:pt>
                <c:pt idx="3184">
                  <c:v>4.0554466906674049</c:v>
                </c:pt>
                <c:pt idx="3185">
                  <c:v>4.0645321042845275</c:v>
                </c:pt>
                <c:pt idx="3186">
                  <c:v>4.0654955097519485</c:v>
                </c:pt>
                <c:pt idx="3187">
                  <c:v>4.0677301103770223</c:v>
                </c:pt>
                <c:pt idx="3188">
                  <c:v>4.076357479131226</c:v>
                </c:pt>
                <c:pt idx="3189">
                  <c:v>4.0741195553269769</c:v>
                </c:pt>
                <c:pt idx="3190">
                  <c:v>4.0651783043873877</c:v>
                </c:pt>
                <c:pt idx="3191">
                  <c:v>4.053729240020572</c:v>
                </c:pt>
                <c:pt idx="3192">
                  <c:v>4.049665466629742</c:v>
                </c:pt>
                <c:pt idx="3193">
                  <c:v>4.0535602326225426</c:v>
                </c:pt>
                <c:pt idx="3194">
                  <c:v>4.0582228112513352</c:v>
                </c:pt>
                <c:pt idx="3195">
                  <c:v>4.0612722237607315</c:v>
                </c:pt>
                <c:pt idx="3196">
                  <c:v>4.0598741148079283</c:v>
                </c:pt>
                <c:pt idx="3197">
                  <c:v>4.0542971080428849</c:v>
                </c:pt>
                <c:pt idx="3198">
                  <c:v>4.0475973414566599</c:v>
                </c:pt>
                <c:pt idx="3199">
                  <c:v>4.0438160382956836</c:v>
                </c:pt>
                <c:pt idx="3200">
                  <c:v>4.0462164813862405</c:v>
                </c:pt>
                <c:pt idx="3201">
                  <c:v>4.0514293626617084</c:v>
                </c:pt>
                <c:pt idx="3202">
                  <c:v>4.0548280254777067</c:v>
                </c:pt>
                <c:pt idx="3203">
                  <c:v>4.0571552795031058</c:v>
                </c:pt>
                <c:pt idx="3204">
                  <c:v>4.058176049372948</c:v>
                </c:pt>
                <c:pt idx="3205">
                  <c:v>4.0603554219250704</c:v>
                </c:pt>
                <c:pt idx="3206">
                  <c:v>4.0574471654072877</c:v>
                </c:pt>
                <c:pt idx="3207">
                  <c:v>4.057342010523401</c:v>
                </c:pt>
                <c:pt idx="3208">
                  <c:v>4.0607364798037739</c:v>
                </c:pt>
                <c:pt idx="3209">
                  <c:v>4.0600807849032714</c:v>
                </c:pt>
                <c:pt idx="3210">
                  <c:v>4.0635700439134395</c:v>
                </c:pt>
                <c:pt idx="3211">
                  <c:v>4.0653155833366306</c:v>
                </c:pt>
                <c:pt idx="3212">
                  <c:v>4.0594568975748704</c:v>
                </c:pt>
                <c:pt idx="3213">
                  <c:v>4.0615394231910429</c:v>
                </c:pt>
                <c:pt idx="3214">
                  <c:v>4.0674498555999525</c:v>
                </c:pt>
                <c:pt idx="3215">
                  <c:v>4.0625638327333151</c:v>
                </c:pt>
                <c:pt idx="3216">
                  <c:v>4.0591645369308065</c:v>
                </c:pt>
                <c:pt idx="3217">
                  <c:v>4.0624576492463502</c:v>
                </c:pt>
                <c:pt idx="3218">
                  <c:v>4.0649514578470543</c:v>
                </c:pt>
                <c:pt idx="3219">
                  <c:v>4.0683721960675712</c:v>
                </c:pt>
                <c:pt idx="3220">
                  <c:v>4.0651720536456066</c:v>
                </c:pt>
                <c:pt idx="3221">
                  <c:v>4.0594218459469085</c:v>
                </c:pt>
                <c:pt idx="3222">
                  <c:v>4.0611627962179053</c:v>
                </c:pt>
                <c:pt idx="3223">
                  <c:v>4.0636832693753213</c:v>
                </c:pt>
                <c:pt idx="3224">
                  <c:v>4.0604596273291929</c:v>
                </c:pt>
                <c:pt idx="3225">
                  <c:v>4.0492257783755985</c:v>
                </c:pt>
                <c:pt idx="3226">
                  <c:v>4.0454884677770302</c:v>
                </c:pt>
                <c:pt idx="3227">
                  <c:v>4.0496987775448039</c:v>
                </c:pt>
                <c:pt idx="3228">
                  <c:v>4.0571751394548405</c:v>
                </c:pt>
                <c:pt idx="3229">
                  <c:v>4.064208806424813</c:v>
                </c:pt>
                <c:pt idx="3230">
                  <c:v>4.064242592079756</c:v>
                </c:pt>
                <c:pt idx="3231">
                  <c:v>4.0636297820152709</c:v>
                </c:pt>
                <c:pt idx="3232">
                  <c:v>4.0691061439253078</c:v>
                </c:pt>
                <c:pt idx="3233">
                  <c:v>4.0735933852909758</c:v>
                </c:pt>
                <c:pt idx="3234">
                  <c:v>4.070590892906595</c:v>
                </c:pt>
                <c:pt idx="3235">
                  <c:v>4.0717609684693592</c:v>
                </c:pt>
                <c:pt idx="3236">
                  <c:v>4.0817446690667403</c:v>
                </c:pt>
                <c:pt idx="3237">
                  <c:v>4.0817897693555407</c:v>
                </c:pt>
                <c:pt idx="3238">
                  <c:v>4.0705363769434664</c:v>
                </c:pt>
                <c:pt idx="3239">
                  <c:v>4.0678838469755112</c:v>
                </c:pt>
                <c:pt idx="3240">
                  <c:v>4.0710240930490169</c:v>
                </c:pt>
                <c:pt idx="3241">
                  <c:v>4.0680828421094279</c:v>
                </c:pt>
                <c:pt idx="3242">
                  <c:v>4.0586405823475884</c:v>
                </c:pt>
                <c:pt idx="3243">
                  <c:v>4.0528795347549158</c:v>
                </c:pt>
                <c:pt idx="3244">
                  <c:v>4.0556238477667446</c:v>
                </c:pt>
                <c:pt idx="3245">
                  <c:v>4.0563828777149187</c:v>
                </c:pt>
                <c:pt idx="3246">
                  <c:v>4.050783953791985</c:v>
                </c:pt>
                <c:pt idx="3247">
                  <c:v>4.0448548482810462</c:v>
                </c:pt>
                <c:pt idx="3248">
                  <c:v>4.0494515963128537</c:v>
                </c:pt>
                <c:pt idx="3249">
                  <c:v>4.0557195078529888</c:v>
                </c:pt>
                <c:pt idx="3250">
                  <c:v>4.0579151006844167</c:v>
                </c:pt>
                <c:pt idx="3251">
                  <c:v>4.0592601178937375</c:v>
                </c:pt>
                <c:pt idx="3252">
                  <c:v>4.0599871820231828</c:v>
                </c:pt>
                <c:pt idx="3253">
                  <c:v>4.0576267753293509</c:v>
                </c:pt>
                <c:pt idx="3254">
                  <c:v>4.0539749179095619</c:v>
                </c:pt>
                <c:pt idx="3255">
                  <c:v>4.0547774656802629</c:v>
                </c:pt>
                <c:pt idx="3256">
                  <c:v>4.0601336392768133</c:v>
                </c:pt>
                <c:pt idx="3257">
                  <c:v>4.0628145745143804</c:v>
                </c:pt>
                <c:pt idx="3258">
                  <c:v>4.0623815326185859</c:v>
                </c:pt>
                <c:pt idx="3259">
                  <c:v>4.0585010879455634</c:v>
                </c:pt>
                <c:pt idx="3260">
                  <c:v>4.0598300431222061</c:v>
                </c:pt>
                <c:pt idx="3261">
                  <c:v>4.0560447837955458</c:v>
                </c:pt>
                <c:pt idx="3262">
                  <c:v>4.0469377695137876</c:v>
                </c:pt>
                <c:pt idx="3263">
                  <c:v>4.0502179056058871</c:v>
                </c:pt>
                <c:pt idx="3264">
                  <c:v>4.0631871661985208</c:v>
                </c:pt>
                <c:pt idx="3265">
                  <c:v>4.0652517308224869</c:v>
                </c:pt>
                <c:pt idx="3266">
                  <c:v>4.0586587015864222</c:v>
                </c:pt>
                <c:pt idx="3267">
                  <c:v>4.0526325908929062</c:v>
                </c:pt>
                <c:pt idx="3268">
                  <c:v>4.0565115322229692</c:v>
                </c:pt>
                <c:pt idx="3269">
                  <c:v>4.0654666297424535</c:v>
                </c:pt>
                <c:pt idx="3270">
                  <c:v>4.0719420026110695</c:v>
                </c:pt>
                <c:pt idx="3271">
                  <c:v>4.0676086560905169</c:v>
                </c:pt>
                <c:pt idx="3272">
                  <c:v>4.0633459666890852</c:v>
                </c:pt>
                <c:pt idx="3273">
                  <c:v>4.0547833208054751</c:v>
                </c:pt>
                <c:pt idx="3274">
                  <c:v>4.0521833287178071</c:v>
                </c:pt>
                <c:pt idx="3275">
                  <c:v>4.0561110100090989</c:v>
                </c:pt>
                <c:pt idx="3276">
                  <c:v>4.0603551845551289</c:v>
                </c:pt>
                <c:pt idx="3277">
                  <c:v>4.0618249792301304</c:v>
                </c:pt>
                <c:pt idx="3278">
                  <c:v>4.0594891007635399</c:v>
                </c:pt>
                <c:pt idx="3279">
                  <c:v>4.0581959884479959</c:v>
                </c:pt>
                <c:pt idx="3280">
                  <c:v>4.0609855599952525</c:v>
                </c:pt>
                <c:pt idx="3281">
                  <c:v>4.0670418957945955</c:v>
                </c:pt>
                <c:pt idx="3282">
                  <c:v>4.0696833484986348</c:v>
                </c:pt>
                <c:pt idx="3283">
                  <c:v>4.0657013094908416</c:v>
                </c:pt>
                <c:pt idx="3284">
                  <c:v>4.067637615223326</c:v>
                </c:pt>
                <c:pt idx="3285">
                  <c:v>4.0747164616054121</c:v>
                </c:pt>
                <c:pt idx="3286">
                  <c:v>4.0745427068085611</c:v>
                </c:pt>
                <c:pt idx="3287">
                  <c:v>4.0704598646991332</c:v>
                </c:pt>
                <c:pt idx="3288">
                  <c:v>4.0615373659848872</c:v>
                </c:pt>
                <c:pt idx="3289">
                  <c:v>4.0650670570083474</c:v>
                </c:pt>
                <c:pt idx="3290">
                  <c:v>4.0683496459231714</c:v>
                </c:pt>
                <c:pt idx="3291">
                  <c:v>4.0681438461842783</c:v>
                </c:pt>
                <c:pt idx="3292">
                  <c:v>4.0678116865134308</c:v>
                </c:pt>
                <c:pt idx="3293">
                  <c:v>4.0677708588835699</c:v>
                </c:pt>
                <c:pt idx="3294">
                  <c:v>4.0738160382956838</c:v>
                </c:pt>
                <c:pt idx="3295">
                  <c:v>4.0708774775487599</c:v>
                </c:pt>
                <c:pt idx="3296">
                  <c:v>4.0619142303279663</c:v>
                </c:pt>
                <c:pt idx="3297">
                  <c:v>4.0600498476876208</c:v>
                </c:pt>
                <c:pt idx="3298">
                  <c:v>4.0680449420421727</c:v>
                </c:pt>
                <c:pt idx="3299">
                  <c:v>4.0638862997982352</c:v>
                </c:pt>
                <c:pt idx="3300">
                  <c:v>4.057631285358231</c:v>
                </c:pt>
                <c:pt idx="3301">
                  <c:v>4.061946117023381</c:v>
                </c:pt>
                <c:pt idx="3302">
                  <c:v>4.0678814732761008</c:v>
                </c:pt>
                <c:pt idx="3303">
                  <c:v>4.0743032005380382</c:v>
                </c:pt>
                <c:pt idx="3304">
                  <c:v>4.0692344028167904</c:v>
                </c:pt>
                <c:pt idx="3305">
                  <c:v>4.0650476717964947</c:v>
                </c:pt>
                <c:pt idx="3306">
                  <c:v>4.0688938560746921</c:v>
                </c:pt>
                <c:pt idx="3307">
                  <c:v>4.0687599794279388</c:v>
                </c:pt>
                <c:pt idx="3308">
                  <c:v>4.0719043399137558</c:v>
                </c:pt>
                <c:pt idx="3309">
                  <c:v>4.0689543854096613</c:v>
                </c:pt>
                <c:pt idx="3310">
                  <c:v>4.0648419511809157</c:v>
                </c:pt>
                <c:pt idx="3311">
                  <c:v>4.0650176840606083</c:v>
                </c:pt>
                <c:pt idx="3312">
                  <c:v>4.0684501325315505</c:v>
                </c:pt>
                <c:pt idx="3313">
                  <c:v>4.0669146655061912</c:v>
                </c:pt>
                <c:pt idx="3314">
                  <c:v>4.0627962179056061</c:v>
                </c:pt>
                <c:pt idx="3315">
                  <c:v>4.0560261898168299</c:v>
                </c:pt>
                <c:pt idx="3316">
                  <c:v>4.0592059184238636</c:v>
                </c:pt>
                <c:pt idx="3317">
                  <c:v>4.0692551331249751</c:v>
                </c:pt>
                <c:pt idx="3318">
                  <c:v>4.0719886853661436</c:v>
                </c:pt>
                <c:pt idx="3319">
                  <c:v>4.0657339082960791</c:v>
                </c:pt>
                <c:pt idx="3320">
                  <c:v>4.0634392530759191</c:v>
                </c:pt>
                <c:pt idx="3321">
                  <c:v>4.0652086877398421</c:v>
                </c:pt>
                <c:pt idx="3322">
                  <c:v>4.0635730505993592</c:v>
                </c:pt>
                <c:pt idx="3323">
                  <c:v>4.0612376468726508</c:v>
                </c:pt>
                <c:pt idx="3324">
                  <c:v>4.0640512719072674</c:v>
                </c:pt>
                <c:pt idx="3325">
                  <c:v>4.0622763777346993</c:v>
                </c:pt>
                <c:pt idx="3326">
                  <c:v>4.059357202199628</c:v>
                </c:pt>
                <c:pt idx="3327">
                  <c:v>4.0618029038256118</c:v>
                </c:pt>
                <c:pt idx="3328">
                  <c:v>4.061305297305851</c:v>
                </c:pt>
                <c:pt idx="3329">
                  <c:v>4.0618989595284249</c:v>
                </c:pt>
                <c:pt idx="3330">
                  <c:v>4.0623604858171456</c:v>
                </c:pt>
                <c:pt idx="3331">
                  <c:v>4.0573229418048031</c:v>
                </c:pt>
                <c:pt idx="3332">
                  <c:v>4.0566586224631092</c:v>
                </c:pt>
                <c:pt idx="3333">
                  <c:v>4.0576991731613719</c:v>
                </c:pt>
                <c:pt idx="3334">
                  <c:v>4.0489556513826797</c:v>
                </c:pt>
                <c:pt idx="3335">
                  <c:v>4.0383570043913437</c:v>
                </c:pt>
                <c:pt idx="3336">
                  <c:v>4.0379433477074018</c:v>
                </c:pt>
                <c:pt idx="3337">
                  <c:v>4.0476208410808248</c:v>
                </c:pt>
                <c:pt idx="3338">
                  <c:v>4.0563358784665899</c:v>
                </c:pt>
                <c:pt idx="3339">
                  <c:v>4.0552726193772992</c:v>
                </c:pt>
                <c:pt idx="3340">
                  <c:v>4.0491567828460653</c:v>
                </c:pt>
                <c:pt idx="3341">
                  <c:v>4.0440677295565139</c:v>
                </c:pt>
                <c:pt idx="3342">
                  <c:v>4.0486094868853106</c:v>
                </c:pt>
                <c:pt idx="3343">
                  <c:v>4.0574196304941248</c:v>
                </c:pt>
                <c:pt idx="3344">
                  <c:v>4.0655313526130472</c:v>
                </c:pt>
                <c:pt idx="3345">
                  <c:v>4.0728880800727936</c:v>
                </c:pt>
                <c:pt idx="3346">
                  <c:v>4.0779517347786527</c:v>
                </c:pt>
                <c:pt idx="3347">
                  <c:v>4.0725277525022747</c:v>
                </c:pt>
                <c:pt idx="3348">
                  <c:v>4.0654734343474308</c:v>
                </c:pt>
                <c:pt idx="3349">
                  <c:v>4.0645938995925146</c:v>
                </c:pt>
                <c:pt idx="3350">
                  <c:v>4.0611513233374215</c:v>
                </c:pt>
                <c:pt idx="3351">
                  <c:v>4.060517862088064</c:v>
                </c:pt>
                <c:pt idx="3352">
                  <c:v>4.062574909997231</c:v>
                </c:pt>
                <c:pt idx="3353">
                  <c:v>4.066443565296515</c:v>
                </c:pt>
                <c:pt idx="3354">
                  <c:v>4.0656464770344583</c:v>
                </c:pt>
                <c:pt idx="3355">
                  <c:v>4.0651292479329033</c:v>
                </c:pt>
                <c:pt idx="3356">
                  <c:v>4.0708563516240064</c:v>
                </c:pt>
                <c:pt idx="3357">
                  <c:v>4.0683016180717653</c:v>
                </c:pt>
                <c:pt idx="3358">
                  <c:v>4.0649938679431896</c:v>
                </c:pt>
                <c:pt idx="3359">
                  <c:v>4.0602442536693433</c:v>
                </c:pt>
                <c:pt idx="3360">
                  <c:v>4.0584206195355463</c:v>
                </c:pt>
                <c:pt idx="3361">
                  <c:v>4.0591752185781544</c:v>
                </c:pt>
                <c:pt idx="3362">
                  <c:v>4.0581099814060213</c:v>
                </c:pt>
                <c:pt idx="3363">
                  <c:v>4.0585101080033228</c:v>
                </c:pt>
                <c:pt idx="3364">
                  <c:v>4.0557130988645804</c:v>
                </c:pt>
                <c:pt idx="3365">
                  <c:v>4.0481998654903668</c:v>
                </c:pt>
                <c:pt idx="3366">
                  <c:v>4.0447276179926419</c:v>
                </c:pt>
                <c:pt idx="3367">
                  <c:v>4.0539902678324164</c:v>
                </c:pt>
                <c:pt idx="3368">
                  <c:v>4.059907742216244</c:v>
                </c:pt>
                <c:pt idx="3369">
                  <c:v>4.0577403172844875</c:v>
                </c:pt>
                <c:pt idx="3370">
                  <c:v>4.0584272658938954</c:v>
                </c:pt>
                <c:pt idx="3371">
                  <c:v>4.0634637021798472</c:v>
                </c:pt>
                <c:pt idx="3372">
                  <c:v>4.0683405467420979</c:v>
                </c:pt>
                <c:pt idx="3373">
                  <c:v>4.0630058946868699</c:v>
                </c:pt>
                <c:pt idx="3374">
                  <c:v>4.0651924674605375</c:v>
                </c:pt>
                <c:pt idx="3375">
                  <c:v>4.0665188115678284</c:v>
                </c:pt>
                <c:pt idx="3376">
                  <c:v>4.0586531629544647</c:v>
                </c:pt>
                <c:pt idx="3377">
                  <c:v>4.0534250108794554</c:v>
                </c:pt>
                <c:pt idx="3378">
                  <c:v>4.0569567591090712</c:v>
                </c:pt>
                <c:pt idx="3379">
                  <c:v>4.0559837005973813</c:v>
                </c:pt>
                <c:pt idx="3380">
                  <c:v>4.054742414052301</c:v>
                </c:pt>
                <c:pt idx="3381">
                  <c:v>4.0564498160382954</c:v>
                </c:pt>
                <c:pt idx="3382">
                  <c:v>4.0560259524468885</c:v>
                </c:pt>
                <c:pt idx="3383">
                  <c:v>4.054747715314317</c:v>
                </c:pt>
                <c:pt idx="3384">
                  <c:v>4.0560405902599204</c:v>
                </c:pt>
                <c:pt idx="3385">
                  <c:v>4.0561621236697389</c:v>
                </c:pt>
                <c:pt idx="3386">
                  <c:v>4.0594112434228746</c:v>
                </c:pt>
                <c:pt idx="3387">
                  <c:v>4.0626321161530248</c:v>
                </c:pt>
                <c:pt idx="3388">
                  <c:v>4.0591335997151559</c:v>
                </c:pt>
                <c:pt idx="3389">
                  <c:v>4.0574985955611824</c:v>
                </c:pt>
                <c:pt idx="3390">
                  <c:v>4.065436167266685</c:v>
                </c:pt>
                <c:pt idx="3391">
                  <c:v>4.0726010206907466</c:v>
                </c:pt>
                <c:pt idx="3392">
                  <c:v>4.0672172330577201</c:v>
                </c:pt>
                <c:pt idx="3393">
                  <c:v>4.059418048027851</c:v>
                </c:pt>
                <c:pt idx="3394">
                  <c:v>4.0590191874035684</c:v>
                </c:pt>
                <c:pt idx="3395">
                  <c:v>4.0648637100921787</c:v>
                </c:pt>
                <c:pt idx="3396">
                  <c:v>4.0639861534201049</c:v>
                </c:pt>
                <c:pt idx="3397">
                  <c:v>4.0629786762669617</c:v>
                </c:pt>
                <c:pt idx="3398">
                  <c:v>4.0622596827155117</c:v>
                </c:pt>
                <c:pt idx="3399">
                  <c:v>4.0671326502353917</c:v>
                </c:pt>
                <c:pt idx="3400">
                  <c:v>4.0678355026308504</c:v>
                </c:pt>
                <c:pt idx="3401">
                  <c:v>4.067085255370495</c:v>
                </c:pt>
                <c:pt idx="3402">
                  <c:v>4.0595998734026981</c:v>
                </c:pt>
                <c:pt idx="3403">
                  <c:v>4.0518066226213554</c:v>
                </c:pt>
                <c:pt idx="3404">
                  <c:v>4.051939312418404</c:v>
                </c:pt>
                <c:pt idx="3405">
                  <c:v>4.0497946750009888</c:v>
                </c:pt>
                <c:pt idx="3406">
                  <c:v>4.0500003164932545</c:v>
                </c:pt>
                <c:pt idx="3407">
                  <c:v>4.0510229853226249</c:v>
                </c:pt>
                <c:pt idx="3408">
                  <c:v>4.0537805910511535</c:v>
                </c:pt>
                <c:pt idx="3409">
                  <c:v>4.0557778217351741</c:v>
                </c:pt>
                <c:pt idx="3410">
                  <c:v>4.0546457253629784</c:v>
                </c:pt>
                <c:pt idx="3411">
                  <c:v>4.0514386200894092</c:v>
                </c:pt>
                <c:pt idx="3412">
                  <c:v>4.0542250267041187</c:v>
                </c:pt>
                <c:pt idx="3413">
                  <c:v>4.0632135933852913</c:v>
                </c:pt>
                <c:pt idx="3414">
                  <c:v>4.0724932547375081</c:v>
                </c:pt>
                <c:pt idx="3415">
                  <c:v>4.0772289433081461</c:v>
                </c:pt>
                <c:pt idx="3416">
                  <c:v>4.0753284804367604</c:v>
                </c:pt>
                <c:pt idx="3417">
                  <c:v>4.068522767733513</c:v>
                </c:pt>
                <c:pt idx="3418">
                  <c:v>4.0723481425802115</c:v>
                </c:pt>
                <c:pt idx="3419">
                  <c:v>4.0798623254341893</c:v>
                </c:pt>
                <c:pt idx="3420">
                  <c:v>4.0802666455671162</c:v>
                </c:pt>
                <c:pt idx="3421">
                  <c:v>4.0748129920481073</c:v>
                </c:pt>
                <c:pt idx="3422">
                  <c:v>4.0679960438343157</c:v>
                </c:pt>
                <c:pt idx="3423">
                  <c:v>4.0648782687818965</c:v>
                </c:pt>
                <c:pt idx="3424">
                  <c:v>4.0642012105866998</c:v>
                </c:pt>
                <c:pt idx="3425">
                  <c:v>4.0694175732879696</c:v>
                </c:pt>
                <c:pt idx="3426">
                  <c:v>4.0743063654705862</c:v>
                </c:pt>
                <c:pt idx="3427">
                  <c:v>4.0788346718360566</c:v>
                </c:pt>
                <c:pt idx="3428">
                  <c:v>4.0756046208015189</c:v>
                </c:pt>
                <c:pt idx="3429">
                  <c:v>4.071667602959212</c:v>
                </c:pt>
                <c:pt idx="3430">
                  <c:v>4.0690997349368994</c:v>
                </c:pt>
                <c:pt idx="3431">
                  <c:v>4.068636547058591</c:v>
                </c:pt>
                <c:pt idx="3432">
                  <c:v>4.0689890414210543</c:v>
                </c:pt>
                <c:pt idx="3433">
                  <c:v>4.0650556632511767</c:v>
                </c:pt>
                <c:pt idx="3434">
                  <c:v>4.0652030699845714</c:v>
                </c:pt>
                <c:pt idx="3435">
                  <c:v>4.0685101080033235</c:v>
                </c:pt>
                <c:pt idx="3436">
                  <c:v>4.0726912212683466</c:v>
                </c:pt>
                <c:pt idx="3437">
                  <c:v>4.0714781817462518</c:v>
                </c:pt>
                <c:pt idx="3438">
                  <c:v>4.068540570479092</c:v>
                </c:pt>
                <c:pt idx="3439">
                  <c:v>4.0684483918186496</c:v>
                </c:pt>
                <c:pt idx="3440">
                  <c:v>4.0682027139296597</c:v>
                </c:pt>
                <c:pt idx="3441">
                  <c:v>4.0643930846223837</c:v>
                </c:pt>
                <c:pt idx="3442">
                  <c:v>4.0616717173715235</c:v>
                </c:pt>
                <c:pt idx="3443">
                  <c:v>4.0600267436800257</c:v>
                </c:pt>
                <c:pt idx="3444">
                  <c:v>4.0696376152233258</c:v>
                </c:pt>
                <c:pt idx="3445">
                  <c:v>4.0741697195078528</c:v>
                </c:pt>
                <c:pt idx="3446">
                  <c:v>4.0719153380543576</c:v>
                </c:pt>
                <c:pt idx="3447">
                  <c:v>4.0716692645487997</c:v>
                </c:pt>
                <c:pt idx="3448">
                  <c:v>4.0637926177948334</c:v>
                </c:pt>
                <c:pt idx="3449">
                  <c:v>4.059395418760138</c:v>
                </c:pt>
                <c:pt idx="3450">
                  <c:v>4.0588490722791475</c:v>
                </c:pt>
                <c:pt idx="3451">
                  <c:v>4.06172211892234</c:v>
                </c:pt>
                <c:pt idx="3452">
                  <c:v>4.0628594374332394</c:v>
                </c:pt>
                <c:pt idx="3453">
                  <c:v>4.0655595996360328</c:v>
                </c:pt>
                <c:pt idx="3454">
                  <c:v>4.0598544922261341</c:v>
                </c:pt>
                <c:pt idx="3455">
                  <c:v>4.0589669660165368</c:v>
                </c:pt>
                <c:pt idx="3456">
                  <c:v>4.062865925544962</c:v>
                </c:pt>
                <c:pt idx="3457">
                  <c:v>4.066080072793449</c:v>
                </c:pt>
                <c:pt idx="3458">
                  <c:v>4.0632317126241251</c:v>
                </c:pt>
                <c:pt idx="3459">
                  <c:v>4.0654421806385255</c:v>
                </c:pt>
                <c:pt idx="3460">
                  <c:v>4.067787316532816</c:v>
                </c:pt>
                <c:pt idx="3461">
                  <c:v>4.0655439332199235</c:v>
                </c:pt>
                <c:pt idx="3462">
                  <c:v>4.0596463979111448</c:v>
                </c:pt>
                <c:pt idx="3463">
                  <c:v>4.0545930292360648</c:v>
                </c:pt>
                <c:pt idx="3464">
                  <c:v>4.0490866795901415</c:v>
                </c:pt>
                <c:pt idx="3465">
                  <c:v>4.0486101989951342</c:v>
                </c:pt>
                <c:pt idx="3466">
                  <c:v>4.0507548364125494</c:v>
                </c:pt>
                <c:pt idx="3467">
                  <c:v>4.0449793092534714</c:v>
                </c:pt>
                <c:pt idx="3468">
                  <c:v>4.0418817106460416</c:v>
                </c:pt>
                <c:pt idx="3469">
                  <c:v>4.0469245559204019</c:v>
                </c:pt>
                <c:pt idx="3470">
                  <c:v>4.0523305772045735</c:v>
                </c:pt>
                <c:pt idx="3471">
                  <c:v>4.0552371721327694</c:v>
                </c:pt>
                <c:pt idx="3472">
                  <c:v>4.0562580211259247</c:v>
                </c:pt>
                <c:pt idx="3473">
                  <c:v>4.0621827748546107</c:v>
                </c:pt>
                <c:pt idx="3474">
                  <c:v>4.0681656842188554</c:v>
                </c:pt>
                <c:pt idx="3475">
                  <c:v>4.0683629386398703</c:v>
                </c:pt>
                <c:pt idx="3476">
                  <c:v>4.0724242592079758</c:v>
                </c:pt>
                <c:pt idx="3477">
                  <c:v>4.073078450765518</c:v>
                </c:pt>
                <c:pt idx="3478">
                  <c:v>4.0654077619970721</c:v>
                </c:pt>
                <c:pt idx="3479">
                  <c:v>4.0632520473157419</c:v>
                </c:pt>
                <c:pt idx="3480">
                  <c:v>4.058623966451715</c:v>
                </c:pt>
                <c:pt idx="3481">
                  <c:v>4.0562908573011036</c:v>
                </c:pt>
                <c:pt idx="3482">
                  <c:v>4.0512188155239945</c:v>
                </c:pt>
                <c:pt idx="3483">
                  <c:v>4.0470322427503262</c:v>
                </c:pt>
                <c:pt idx="3484">
                  <c:v>4.0547379040234208</c:v>
                </c:pt>
                <c:pt idx="3485">
                  <c:v>4.061125766507101</c:v>
                </c:pt>
                <c:pt idx="3486">
                  <c:v>4.0489522490801919</c:v>
                </c:pt>
                <c:pt idx="3487">
                  <c:v>4.041670372275191</c:v>
                </c:pt>
                <c:pt idx="3488">
                  <c:v>4.0441224828895832</c:v>
                </c:pt>
                <c:pt idx="3489">
                  <c:v>4.0470897653993747</c:v>
                </c:pt>
                <c:pt idx="3490">
                  <c:v>4.0542669620603711</c:v>
                </c:pt>
                <c:pt idx="3491">
                  <c:v>4.0533789611108917</c:v>
                </c:pt>
                <c:pt idx="3492">
                  <c:v>4.048755865015627</c:v>
                </c:pt>
                <c:pt idx="3493">
                  <c:v>4.0536398306761088</c:v>
                </c:pt>
                <c:pt idx="3494">
                  <c:v>4.0603354828500215</c:v>
                </c:pt>
                <c:pt idx="3495">
                  <c:v>4.0641086363096885</c:v>
                </c:pt>
                <c:pt idx="3496">
                  <c:v>4.0676160145586895</c:v>
                </c:pt>
                <c:pt idx="3497">
                  <c:v>4.0734083949835815</c:v>
                </c:pt>
                <c:pt idx="3498">
                  <c:v>4.0704225976183883</c:v>
                </c:pt>
                <c:pt idx="3499">
                  <c:v>4.0628115678284606</c:v>
                </c:pt>
                <c:pt idx="3500">
                  <c:v>4.0545158048819081</c:v>
                </c:pt>
                <c:pt idx="3501">
                  <c:v>4.0521737547968506</c:v>
                </c:pt>
                <c:pt idx="3502">
                  <c:v>4.059137239387586</c:v>
                </c:pt>
                <c:pt idx="3503">
                  <c:v>4.0631922300905963</c:v>
                </c:pt>
                <c:pt idx="3504">
                  <c:v>4.0655622107053846</c:v>
                </c:pt>
                <c:pt idx="3505">
                  <c:v>4.06659421608577</c:v>
                </c:pt>
                <c:pt idx="3506">
                  <c:v>4.0652936661787393</c:v>
                </c:pt>
                <c:pt idx="3507">
                  <c:v>4.0693611583653126</c:v>
                </c:pt>
                <c:pt idx="3508">
                  <c:v>4.0681963049412513</c:v>
                </c:pt>
                <c:pt idx="3509">
                  <c:v>4.072639870237766</c:v>
                </c:pt>
                <c:pt idx="3510">
                  <c:v>4.0791834474027775</c:v>
                </c:pt>
                <c:pt idx="3511">
                  <c:v>4.0765255370494913</c:v>
                </c:pt>
                <c:pt idx="3512">
                  <c:v>4.0697380227083908</c:v>
                </c:pt>
                <c:pt idx="3513">
                  <c:v>4.071583574000079</c:v>
                </c:pt>
                <c:pt idx="3514">
                  <c:v>4.0682474977252046</c:v>
                </c:pt>
                <c:pt idx="3515">
                  <c:v>4.0640202555683036</c:v>
                </c:pt>
                <c:pt idx="3516">
                  <c:v>4.0671016338964279</c:v>
                </c:pt>
                <c:pt idx="3517">
                  <c:v>4.0575366538750641</c:v>
                </c:pt>
                <c:pt idx="3518">
                  <c:v>4.0478689717925382</c:v>
                </c:pt>
                <c:pt idx="3519">
                  <c:v>4.0461398900185941</c:v>
                </c:pt>
                <c:pt idx="3520">
                  <c:v>4.049015389484512</c:v>
                </c:pt>
                <c:pt idx="3521">
                  <c:v>4.0481131463385687</c:v>
                </c:pt>
                <c:pt idx="3522">
                  <c:v>4.047385844839182</c:v>
                </c:pt>
                <c:pt idx="3523">
                  <c:v>4.0464968944099375</c:v>
                </c:pt>
                <c:pt idx="3524">
                  <c:v>4.0400374253273723</c:v>
                </c:pt>
                <c:pt idx="3525">
                  <c:v>4.0369462357083519</c:v>
                </c:pt>
                <c:pt idx="3526">
                  <c:v>4.0403119832258572</c:v>
                </c:pt>
                <c:pt idx="3527">
                  <c:v>4.0391084385014047</c:v>
                </c:pt>
                <c:pt idx="3528">
                  <c:v>4.0382373699410534</c:v>
                </c:pt>
                <c:pt idx="3529">
                  <c:v>4.0432049689440994</c:v>
                </c:pt>
                <c:pt idx="3530">
                  <c:v>4.0528235154488268</c:v>
                </c:pt>
                <c:pt idx="3531">
                  <c:v>4.0566306128100642</c:v>
                </c:pt>
                <c:pt idx="3532">
                  <c:v>4.0556482177473594</c:v>
                </c:pt>
                <c:pt idx="3533">
                  <c:v>4.055056137991059</c:v>
                </c:pt>
                <c:pt idx="3534">
                  <c:v>4.0565247458163549</c:v>
                </c:pt>
                <c:pt idx="3535">
                  <c:v>4.0494898128733627</c:v>
                </c:pt>
                <c:pt idx="3536">
                  <c:v>4.0537555880840292</c:v>
                </c:pt>
                <c:pt idx="3537">
                  <c:v>4.068697392886814</c:v>
                </c:pt>
                <c:pt idx="3538">
                  <c:v>4.0755680658305966</c:v>
                </c:pt>
                <c:pt idx="3539">
                  <c:v>4.0786741306325913</c:v>
                </c:pt>
                <c:pt idx="3540">
                  <c:v>4.0747784942833407</c:v>
                </c:pt>
                <c:pt idx="3541">
                  <c:v>4.0671067769118174</c:v>
                </c:pt>
                <c:pt idx="3542">
                  <c:v>4.054933022114966</c:v>
                </c:pt>
                <c:pt idx="3543">
                  <c:v>4.0411290105629627</c:v>
                </c:pt>
                <c:pt idx="3544">
                  <c:v>4.043943347707402</c:v>
                </c:pt>
                <c:pt idx="3545">
                  <c:v>4.0518546504727615</c:v>
                </c:pt>
                <c:pt idx="3546">
                  <c:v>4.0532574277010722</c:v>
                </c:pt>
                <c:pt idx="3547">
                  <c:v>4.0545480871938917</c:v>
                </c:pt>
                <c:pt idx="3548">
                  <c:v>4.0604676979071881</c:v>
                </c:pt>
                <c:pt idx="3549">
                  <c:v>4.065565454761245</c:v>
                </c:pt>
                <c:pt idx="3550">
                  <c:v>4.0693278474502517</c:v>
                </c:pt>
                <c:pt idx="3551">
                  <c:v>4.0705963524152393</c:v>
                </c:pt>
                <c:pt idx="3552">
                  <c:v>4.0738881196344501</c:v>
                </c:pt>
                <c:pt idx="3553">
                  <c:v>4.0776680776990943</c:v>
                </c:pt>
                <c:pt idx="3554">
                  <c:v>4.0728246231752188</c:v>
                </c:pt>
                <c:pt idx="3555">
                  <c:v>4.0658579736519362</c:v>
                </c:pt>
                <c:pt idx="3556">
                  <c:v>4.0662101515211457</c:v>
                </c:pt>
                <c:pt idx="3557">
                  <c:v>4.0727736677612061</c:v>
                </c:pt>
                <c:pt idx="3558">
                  <c:v>4.0711522728171854</c:v>
                </c:pt>
                <c:pt idx="3559">
                  <c:v>4.0707406733393992</c:v>
                </c:pt>
                <c:pt idx="3560">
                  <c:v>4.0741755746330659</c:v>
                </c:pt>
                <c:pt idx="3561">
                  <c:v>4.079264944415872</c:v>
                </c:pt>
                <c:pt idx="3562">
                  <c:v>4.077449301736757</c:v>
                </c:pt>
                <c:pt idx="3563">
                  <c:v>4.0716263797127823</c:v>
                </c:pt>
                <c:pt idx="3564">
                  <c:v>4.0614487478735608</c:v>
                </c:pt>
                <c:pt idx="3565">
                  <c:v>4.0499782410887368</c:v>
                </c:pt>
                <c:pt idx="3566">
                  <c:v>4.0474482731336785</c:v>
                </c:pt>
                <c:pt idx="3567">
                  <c:v>4.0544688056335803</c:v>
                </c:pt>
                <c:pt idx="3568">
                  <c:v>4.0644700716065989</c:v>
                </c:pt>
                <c:pt idx="3569">
                  <c:v>4.0686486529255843</c:v>
                </c:pt>
                <c:pt idx="3570">
                  <c:v>4.0637882660125806</c:v>
                </c:pt>
                <c:pt idx="3571">
                  <c:v>4.0593287969300151</c:v>
                </c:pt>
                <c:pt idx="3572">
                  <c:v>4.0590820113146338</c:v>
                </c:pt>
                <c:pt idx="3573">
                  <c:v>4.0615535862641927</c:v>
                </c:pt>
                <c:pt idx="3574">
                  <c:v>4.0623888910867585</c:v>
                </c:pt>
                <c:pt idx="3575">
                  <c:v>4.0621838825810022</c:v>
                </c:pt>
                <c:pt idx="3576">
                  <c:v>4.0593455710725168</c:v>
                </c:pt>
                <c:pt idx="3577">
                  <c:v>4.0645004549590533</c:v>
                </c:pt>
                <c:pt idx="3578">
                  <c:v>4.070309609526447</c:v>
                </c:pt>
                <c:pt idx="3579">
                  <c:v>4.0715145784705467</c:v>
                </c:pt>
                <c:pt idx="3580">
                  <c:v>4.06992032282312</c:v>
                </c:pt>
                <c:pt idx="3581">
                  <c:v>4.0607594255647426</c:v>
                </c:pt>
                <c:pt idx="3582">
                  <c:v>4.0546959686671675</c:v>
                </c:pt>
                <c:pt idx="3583">
                  <c:v>4.0495327768326934</c:v>
                </c:pt>
                <c:pt idx="3584">
                  <c:v>4.0477397634212924</c:v>
                </c:pt>
                <c:pt idx="3585">
                  <c:v>4.0501975709142695</c:v>
                </c:pt>
                <c:pt idx="3586">
                  <c:v>4.0575760572852788</c:v>
                </c:pt>
                <c:pt idx="3587">
                  <c:v>4.0667370336669704</c:v>
                </c:pt>
                <c:pt idx="3588">
                  <c:v>4.0759385211852672</c:v>
                </c:pt>
                <c:pt idx="3589">
                  <c:v>4.084222811251335</c:v>
                </c:pt>
                <c:pt idx="3590">
                  <c:v>4.0820682834197095</c:v>
                </c:pt>
                <c:pt idx="3591">
                  <c:v>4.0741527871187246</c:v>
                </c:pt>
                <c:pt idx="3592">
                  <c:v>4.0648341179728611</c:v>
                </c:pt>
                <c:pt idx="3593">
                  <c:v>4.0648921944851049</c:v>
                </c:pt>
                <c:pt idx="3594">
                  <c:v>4.0694575305613796</c:v>
                </c:pt>
                <c:pt idx="3595">
                  <c:v>4.0649257427701073</c:v>
                </c:pt>
                <c:pt idx="3596">
                  <c:v>4.0644343078688134</c:v>
                </c:pt>
                <c:pt idx="3597">
                  <c:v>4.0644511611346283</c:v>
                </c:pt>
                <c:pt idx="3598">
                  <c:v>4.0615660877477548</c:v>
                </c:pt>
                <c:pt idx="3599">
                  <c:v>4.0630831190410257</c:v>
                </c:pt>
                <c:pt idx="3600">
                  <c:v>4.0709163270957784</c:v>
                </c:pt>
                <c:pt idx="3601">
                  <c:v>4.0807706610752854</c:v>
                </c:pt>
                <c:pt idx="3602">
                  <c:v>4.0846160541203469</c:v>
                </c:pt>
                <c:pt idx="3603">
                  <c:v>4.0802318313090948</c:v>
                </c:pt>
                <c:pt idx="3604">
                  <c:v>4.0740930490168932</c:v>
                </c:pt>
                <c:pt idx="3605">
                  <c:v>4.0746141551608179</c:v>
                </c:pt>
                <c:pt idx="3606">
                  <c:v>4.077455077738656</c:v>
                </c:pt>
                <c:pt idx="3607">
                  <c:v>4.0797760810222732</c:v>
                </c:pt>
                <c:pt idx="3608">
                  <c:v>4.0810380978755392</c:v>
                </c:pt>
                <c:pt idx="3609">
                  <c:v>4.0800213632946951</c:v>
                </c:pt>
                <c:pt idx="3610">
                  <c:v>4.0784603394390153</c:v>
                </c:pt>
                <c:pt idx="3611">
                  <c:v>4.0752268069786766</c:v>
                </c:pt>
                <c:pt idx="3612">
                  <c:v>4.0676297028919572</c:v>
                </c:pt>
                <c:pt idx="3613">
                  <c:v>4.0636171222850814</c:v>
                </c:pt>
                <c:pt idx="3614">
                  <c:v>4.0593090952249078</c:v>
                </c:pt>
                <c:pt idx="3615">
                  <c:v>4.0565635162400602</c:v>
                </c:pt>
                <c:pt idx="3616">
                  <c:v>4.0564923843810581</c:v>
                </c:pt>
                <c:pt idx="3617">
                  <c:v>4.063273410610436</c:v>
                </c:pt>
                <c:pt idx="3618">
                  <c:v>4.0736835858685758</c:v>
                </c:pt>
                <c:pt idx="3619">
                  <c:v>4.0723232978597146</c:v>
                </c:pt>
                <c:pt idx="3620">
                  <c:v>4.0683460853740554</c:v>
                </c:pt>
                <c:pt idx="3621">
                  <c:v>4.069635478893856</c:v>
                </c:pt>
                <c:pt idx="3622">
                  <c:v>4.0673036357162635</c:v>
                </c:pt>
                <c:pt idx="3623">
                  <c:v>4.064201289710013</c:v>
                </c:pt>
                <c:pt idx="3624">
                  <c:v>4.0615358626419278</c:v>
                </c:pt>
                <c:pt idx="3625">
                  <c:v>4.0627839537919845</c:v>
                </c:pt>
                <c:pt idx="3626">
                  <c:v>4.0590620722395858</c:v>
                </c:pt>
                <c:pt idx="3627">
                  <c:v>4.0588591209399851</c:v>
                </c:pt>
                <c:pt idx="3628">
                  <c:v>4.0620433595758989</c:v>
                </c:pt>
                <c:pt idx="3629">
                  <c:v>4.0639490445859874</c:v>
                </c:pt>
                <c:pt idx="3630">
                  <c:v>4.0644251295644258</c:v>
                </c:pt>
                <c:pt idx="3631">
                  <c:v>4.0715666416109508</c:v>
                </c:pt>
                <c:pt idx="3632">
                  <c:v>4.0772718281441627</c:v>
                </c:pt>
                <c:pt idx="3633">
                  <c:v>4.0743194208173437</c:v>
                </c:pt>
                <c:pt idx="3634">
                  <c:v>4.0671284566997663</c:v>
                </c:pt>
                <c:pt idx="3635">
                  <c:v>4.0656295446453301</c:v>
                </c:pt>
                <c:pt idx="3636">
                  <c:v>4.0623024093049018</c:v>
                </c:pt>
                <c:pt idx="3637">
                  <c:v>4.0672780788859439</c:v>
                </c:pt>
                <c:pt idx="3638">
                  <c:v>4.0705871741108517</c:v>
                </c:pt>
                <c:pt idx="3639">
                  <c:v>4.0682711555959967</c:v>
                </c:pt>
                <c:pt idx="3640">
                  <c:v>4.0723207659136769</c:v>
                </c:pt>
                <c:pt idx="3641">
                  <c:v>4.0779254658385096</c:v>
                </c:pt>
                <c:pt idx="3642">
                  <c:v>4.0720727934485899</c:v>
                </c:pt>
                <c:pt idx="3643">
                  <c:v>4.0663027257981561</c:v>
                </c:pt>
                <c:pt idx="3644">
                  <c:v>4.0646221466155001</c:v>
                </c:pt>
                <c:pt idx="3645">
                  <c:v>4.0652416821616493</c:v>
                </c:pt>
                <c:pt idx="3646">
                  <c:v>4.0653525339241208</c:v>
                </c:pt>
                <c:pt idx="3647">
                  <c:v>4.0742780393242866</c:v>
                </c:pt>
                <c:pt idx="3648">
                  <c:v>4.0725647030897658</c:v>
                </c:pt>
                <c:pt idx="3649">
                  <c:v>4.0584184040827633</c:v>
                </c:pt>
                <c:pt idx="3650">
                  <c:v>4.0511331249752738</c:v>
                </c:pt>
                <c:pt idx="3651">
                  <c:v>4.0543661826957313</c:v>
                </c:pt>
                <c:pt idx="3652">
                  <c:v>4.0541012778415162</c:v>
                </c:pt>
                <c:pt idx="3653">
                  <c:v>4.044409463148317</c:v>
                </c:pt>
                <c:pt idx="3654">
                  <c:v>4.0397500494520706</c:v>
                </c:pt>
                <c:pt idx="3655">
                  <c:v>4.0467107647268268</c:v>
                </c:pt>
                <c:pt idx="3656">
                  <c:v>4.0496936345294143</c:v>
                </c:pt>
                <c:pt idx="3657">
                  <c:v>4.0532578233176402</c:v>
                </c:pt>
                <c:pt idx="3658">
                  <c:v>4.0556911817066901</c:v>
                </c:pt>
                <c:pt idx="3659">
                  <c:v>4.0650204533765875</c:v>
                </c:pt>
                <c:pt idx="3660">
                  <c:v>4.0704918305178621</c:v>
                </c:pt>
                <c:pt idx="3661">
                  <c:v>4.06531708667959</c:v>
                </c:pt>
                <c:pt idx="3662">
                  <c:v>4.0665455552478535</c:v>
                </c:pt>
                <c:pt idx="3663">
                  <c:v>4.0742614234284131</c:v>
                </c:pt>
                <c:pt idx="3664">
                  <c:v>4.0722793844206198</c:v>
                </c:pt>
                <c:pt idx="3665">
                  <c:v>4.0611092297345417</c:v>
                </c:pt>
                <c:pt idx="3666">
                  <c:v>4.0572960398781497</c:v>
                </c:pt>
                <c:pt idx="3667">
                  <c:v>4.0663376983028048</c:v>
                </c:pt>
                <c:pt idx="3668">
                  <c:v>4.0816378525932668</c:v>
                </c:pt>
                <c:pt idx="3669">
                  <c:v>4.0853273727103687</c:v>
                </c:pt>
                <c:pt idx="3670">
                  <c:v>4.0718677849428335</c:v>
                </c:pt>
                <c:pt idx="3671">
                  <c:v>4.0651726075088028</c:v>
                </c:pt>
                <c:pt idx="3672">
                  <c:v>4.0660276931597892</c:v>
                </c:pt>
                <c:pt idx="3673">
                  <c:v>4.0656808956759107</c:v>
                </c:pt>
                <c:pt idx="3674">
                  <c:v>4.0635984491830515</c:v>
                </c:pt>
                <c:pt idx="3675">
                  <c:v>4.0573568065830594</c:v>
                </c:pt>
                <c:pt idx="3676">
                  <c:v>4.0630960952644699</c:v>
                </c:pt>
                <c:pt idx="3677">
                  <c:v>4.0654019859951731</c:v>
                </c:pt>
                <c:pt idx="3678">
                  <c:v>4.0573727894924243</c:v>
                </c:pt>
                <c:pt idx="3679">
                  <c:v>4.0504294813466792</c:v>
                </c:pt>
                <c:pt idx="3680">
                  <c:v>4.0492017248882384</c:v>
                </c:pt>
                <c:pt idx="3681">
                  <c:v>4.0538802864263959</c:v>
                </c:pt>
                <c:pt idx="3682">
                  <c:v>4.0640049847687623</c:v>
                </c:pt>
                <c:pt idx="3683">
                  <c:v>4.0697374688451955</c:v>
                </c:pt>
                <c:pt idx="3684">
                  <c:v>4.0683243264627924</c:v>
                </c:pt>
                <c:pt idx="3685">
                  <c:v>4.0663448194010368</c:v>
                </c:pt>
                <c:pt idx="3686">
                  <c:v>4.0685107409898329</c:v>
                </c:pt>
                <c:pt idx="3687">
                  <c:v>4.0671505321042849</c:v>
                </c:pt>
                <c:pt idx="3688">
                  <c:v>4.0562946552201602</c:v>
                </c:pt>
                <c:pt idx="3689">
                  <c:v>4.0519874985164375</c:v>
                </c:pt>
                <c:pt idx="3690">
                  <c:v>4.0572830636547055</c:v>
                </c:pt>
                <c:pt idx="3691">
                  <c:v>4.0628754994659175</c:v>
                </c:pt>
                <c:pt idx="3692">
                  <c:v>4.0688655299283933</c:v>
                </c:pt>
                <c:pt idx="3693">
                  <c:v>4.0692234837995018</c:v>
                </c:pt>
                <c:pt idx="3694">
                  <c:v>4.0664070103255927</c:v>
                </c:pt>
                <c:pt idx="3695">
                  <c:v>4.0667231870870753</c:v>
                </c:pt>
                <c:pt idx="3696">
                  <c:v>4.0669082565177828</c:v>
                </c:pt>
                <c:pt idx="3697">
                  <c:v>4.0641781857024171</c:v>
                </c:pt>
                <c:pt idx="3698">
                  <c:v>4.0642701269929189</c:v>
                </c:pt>
                <c:pt idx="3699">
                  <c:v>4.0575734462159279</c:v>
                </c:pt>
                <c:pt idx="3700">
                  <c:v>4.0527739051311471</c:v>
                </c:pt>
                <c:pt idx="3701">
                  <c:v>4.0525652569529615</c:v>
                </c:pt>
                <c:pt idx="3702">
                  <c:v>4.0585302844483131</c:v>
                </c:pt>
                <c:pt idx="3703">
                  <c:v>4.0614338726905883</c:v>
                </c:pt>
                <c:pt idx="3704">
                  <c:v>4.0507667049096012</c:v>
                </c:pt>
                <c:pt idx="3705">
                  <c:v>4.0408951220477114</c:v>
                </c:pt>
                <c:pt idx="3706">
                  <c:v>4.0475423507536492</c:v>
                </c:pt>
                <c:pt idx="3707">
                  <c:v>4.0547329192546586</c:v>
                </c:pt>
                <c:pt idx="3708">
                  <c:v>4.0571271116034335</c:v>
                </c:pt>
                <c:pt idx="3709">
                  <c:v>4.0666180322031886</c:v>
                </c:pt>
                <c:pt idx="3710">
                  <c:v>4.0822700478696046</c:v>
                </c:pt>
                <c:pt idx="3711">
                  <c:v>4.0888262056414924</c:v>
                </c:pt>
                <c:pt idx="3712">
                  <c:v>4.0920916247972468</c:v>
                </c:pt>
                <c:pt idx="3713">
                  <c:v>4.0920607667049094</c:v>
                </c:pt>
                <c:pt idx="3714">
                  <c:v>4.0868781896585826</c:v>
                </c:pt>
                <c:pt idx="3715">
                  <c:v>4.0761073703366701</c:v>
                </c:pt>
                <c:pt idx="3716">
                  <c:v>4.0720431222059581</c:v>
                </c:pt>
                <c:pt idx="3717">
                  <c:v>4.0785895478102621</c:v>
                </c:pt>
                <c:pt idx="3718">
                  <c:v>4.0792412074217665</c:v>
                </c:pt>
                <c:pt idx="3719">
                  <c:v>4.07563405467421</c:v>
                </c:pt>
                <c:pt idx="3720">
                  <c:v>4.0713700201764453</c:v>
                </c:pt>
                <c:pt idx="3721">
                  <c:v>4.0656409384025007</c:v>
                </c:pt>
                <c:pt idx="3722">
                  <c:v>4.0632166791945243</c:v>
                </c:pt>
                <c:pt idx="3723">
                  <c:v>4.0664949163270956</c:v>
                </c:pt>
                <c:pt idx="3724">
                  <c:v>4.0648269968746291</c:v>
                </c:pt>
                <c:pt idx="3725">
                  <c:v>4.0638131107330775</c:v>
                </c:pt>
                <c:pt idx="3726">
                  <c:v>4.0667238991968979</c:v>
                </c:pt>
                <c:pt idx="3727">
                  <c:v>4.068884519523678</c:v>
                </c:pt>
                <c:pt idx="3728">
                  <c:v>4.0682443327926574</c:v>
                </c:pt>
                <c:pt idx="3729">
                  <c:v>4.0746708074534164</c:v>
                </c:pt>
                <c:pt idx="3730">
                  <c:v>4.0809209953712866</c:v>
                </c:pt>
                <c:pt idx="3731">
                  <c:v>4.0767761997072434</c:v>
                </c:pt>
                <c:pt idx="3732">
                  <c:v>4.0700802310400759</c:v>
                </c:pt>
                <c:pt idx="3733">
                  <c:v>4.0713904339913753</c:v>
                </c:pt>
                <c:pt idx="3734">
                  <c:v>4.0745165169917312</c:v>
                </c:pt>
                <c:pt idx="3735">
                  <c:v>4.0777298730070815</c:v>
                </c:pt>
                <c:pt idx="3736">
                  <c:v>4.0837631047988285</c:v>
                </c:pt>
                <c:pt idx="3737">
                  <c:v>4.0805404122324642</c:v>
                </c:pt>
                <c:pt idx="3738">
                  <c:v>4.0702898286980256</c:v>
                </c:pt>
                <c:pt idx="3739">
                  <c:v>4.0635849982197252</c:v>
                </c:pt>
                <c:pt idx="3740">
                  <c:v>4.0695276338173043</c:v>
                </c:pt>
                <c:pt idx="3741">
                  <c:v>4.0765720615579379</c:v>
                </c:pt>
                <c:pt idx="3742">
                  <c:v>4.0760361593543539</c:v>
                </c:pt>
                <c:pt idx="3743">
                  <c:v>4.0675541401273883</c:v>
                </c:pt>
                <c:pt idx="3744">
                  <c:v>4.066560430430826</c:v>
                </c:pt>
                <c:pt idx="3745">
                  <c:v>4.0635072200023741</c:v>
                </c:pt>
                <c:pt idx="3746">
                  <c:v>4.0623767852197652</c:v>
                </c:pt>
                <c:pt idx="3747">
                  <c:v>4.0640595798552042</c:v>
                </c:pt>
                <c:pt idx="3748">
                  <c:v>4.0624379475412429</c:v>
                </c:pt>
                <c:pt idx="3749">
                  <c:v>4.065190884994264</c:v>
                </c:pt>
                <c:pt idx="3750">
                  <c:v>4.0666244411915971</c:v>
                </c:pt>
                <c:pt idx="3751">
                  <c:v>4.0661679787949518</c:v>
                </c:pt>
                <c:pt idx="3752">
                  <c:v>4.0658868536614312</c:v>
                </c:pt>
                <c:pt idx="3753">
                  <c:v>4.0605078925505405</c:v>
                </c:pt>
                <c:pt idx="3754">
                  <c:v>4.0602887209716343</c:v>
                </c:pt>
                <c:pt idx="3755">
                  <c:v>4.0617546386042651</c:v>
                </c:pt>
                <c:pt idx="3756">
                  <c:v>4.0648225659690631</c:v>
                </c:pt>
                <c:pt idx="3757">
                  <c:v>4.0683591407208137</c:v>
                </c:pt>
                <c:pt idx="3758">
                  <c:v>4.0647164616054123</c:v>
                </c:pt>
                <c:pt idx="3759">
                  <c:v>4.0687510384934917</c:v>
                </c:pt>
                <c:pt idx="3760">
                  <c:v>4.0659286307710563</c:v>
                </c:pt>
                <c:pt idx="3761">
                  <c:v>4.0613230209281168</c:v>
                </c:pt>
                <c:pt idx="3762">
                  <c:v>4.0600092574277014</c:v>
                </c:pt>
                <c:pt idx="3763">
                  <c:v>4.0535698065434982</c:v>
                </c:pt>
                <c:pt idx="3764">
                  <c:v>4.051040788068204</c:v>
                </c:pt>
                <c:pt idx="3765">
                  <c:v>4.0549251889069113</c:v>
                </c:pt>
                <c:pt idx="3766">
                  <c:v>4.0621974917909558</c:v>
                </c:pt>
                <c:pt idx="3767">
                  <c:v>4.0652681093484198</c:v>
                </c:pt>
                <c:pt idx="3768">
                  <c:v>4.0598869327847451</c:v>
                </c:pt>
                <c:pt idx="3769">
                  <c:v>4.0544572536297823</c:v>
                </c:pt>
                <c:pt idx="3770">
                  <c:v>4.0608350674526248</c:v>
                </c:pt>
                <c:pt idx="3771">
                  <c:v>4.0688656881750207</c:v>
                </c:pt>
                <c:pt idx="3772">
                  <c:v>4.0737075602326227</c:v>
                </c:pt>
                <c:pt idx="3773">
                  <c:v>4.0817138109744038</c:v>
                </c:pt>
                <c:pt idx="3774">
                  <c:v>4.0834394904458602</c:v>
                </c:pt>
                <c:pt idx="3775">
                  <c:v>4.0785194445543382</c:v>
                </c:pt>
                <c:pt idx="3776">
                  <c:v>4.0722984531392177</c:v>
                </c:pt>
                <c:pt idx="3777">
                  <c:v>4.063216520947897</c:v>
                </c:pt>
                <c:pt idx="3778">
                  <c:v>4.0587049887249282</c:v>
                </c:pt>
                <c:pt idx="3779">
                  <c:v>4.0509961625192865</c:v>
                </c:pt>
                <c:pt idx="3780">
                  <c:v>4.0482804130236971</c:v>
                </c:pt>
                <c:pt idx="3781">
                  <c:v>4.0512207144835228</c:v>
                </c:pt>
                <c:pt idx="3782">
                  <c:v>4.0487909166435889</c:v>
                </c:pt>
                <c:pt idx="3783">
                  <c:v>4.0518661233532463</c:v>
                </c:pt>
                <c:pt idx="3784">
                  <c:v>4.071330300272975</c:v>
                </c:pt>
                <c:pt idx="3785">
                  <c:v>4.073381493056929</c:v>
                </c:pt>
                <c:pt idx="3786">
                  <c:v>4.0743186295842069</c:v>
                </c:pt>
                <c:pt idx="3787">
                  <c:v>4.0812137516319185</c:v>
                </c:pt>
                <c:pt idx="3788">
                  <c:v>4.0759774498555998</c:v>
                </c:pt>
                <c:pt idx="3789">
                  <c:v>4.0744525853542743</c:v>
                </c:pt>
                <c:pt idx="3790">
                  <c:v>4.0835890335087237</c:v>
                </c:pt>
                <c:pt idx="3791">
                  <c:v>4.0809296989357913</c:v>
                </c:pt>
                <c:pt idx="3792">
                  <c:v>4.0710759979427937</c:v>
                </c:pt>
                <c:pt idx="3793">
                  <c:v>4.0770426079044189</c:v>
                </c:pt>
                <c:pt idx="3794">
                  <c:v>4.0808125964315387</c:v>
                </c:pt>
                <c:pt idx="3795">
                  <c:v>4.0737241761284961</c:v>
                </c:pt>
                <c:pt idx="3796">
                  <c:v>4.06264018673102</c:v>
                </c:pt>
                <c:pt idx="3797">
                  <c:v>4.0503002729754325</c:v>
                </c:pt>
                <c:pt idx="3798">
                  <c:v>4.0443842228112512</c:v>
                </c:pt>
                <c:pt idx="3799">
                  <c:v>4.0478881987577644</c:v>
                </c:pt>
                <c:pt idx="3800">
                  <c:v>4.0540535664833639</c:v>
                </c:pt>
                <c:pt idx="3801">
                  <c:v>4.0516039086916962</c:v>
                </c:pt>
                <c:pt idx="3802">
                  <c:v>4.0496611148474901</c:v>
                </c:pt>
                <c:pt idx="3803">
                  <c:v>4.0536202080943147</c:v>
                </c:pt>
                <c:pt idx="3804">
                  <c:v>4.0549213909878548</c:v>
                </c:pt>
                <c:pt idx="3805">
                  <c:v>4.0562009732167583</c:v>
                </c:pt>
                <c:pt idx="3806">
                  <c:v>4.0578862206749218</c:v>
                </c:pt>
                <c:pt idx="3807">
                  <c:v>4.0657525022747949</c:v>
                </c:pt>
                <c:pt idx="3808">
                  <c:v>4.0719729398267202</c:v>
                </c:pt>
                <c:pt idx="3809">
                  <c:v>4.0678323376983032</c:v>
                </c:pt>
                <c:pt idx="3810">
                  <c:v>4.0644456225026708</c:v>
                </c:pt>
                <c:pt idx="3811">
                  <c:v>4.0637789294615656</c:v>
                </c:pt>
                <c:pt idx="3812">
                  <c:v>4.0631186454088697</c:v>
                </c:pt>
                <c:pt idx="3813">
                  <c:v>4.0656782846065589</c:v>
                </c:pt>
                <c:pt idx="3814">
                  <c:v>4.0675457530561383</c:v>
                </c:pt>
                <c:pt idx="3815">
                  <c:v>4.0610680856114252</c:v>
                </c:pt>
                <c:pt idx="3816">
                  <c:v>4.0630120663053368</c:v>
                </c:pt>
                <c:pt idx="3817">
                  <c:v>4.0699411322546188</c:v>
                </c:pt>
                <c:pt idx="3818">
                  <c:v>4.0743035170312929</c:v>
                </c:pt>
                <c:pt idx="3819">
                  <c:v>4.0766658226846539</c:v>
                </c:pt>
                <c:pt idx="3820">
                  <c:v>4.0837915891917556</c:v>
                </c:pt>
                <c:pt idx="3821">
                  <c:v>4.088708311904103</c:v>
                </c:pt>
                <c:pt idx="3822">
                  <c:v>4.0860537247299913</c:v>
                </c:pt>
                <c:pt idx="3823">
                  <c:v>4.0788140206511851</c:v>
                </c:pt>
                <c:pt idx="3824">
                  <c:v>4.0821616489298576</c:v>
                </c:pt>
                <c:pt idx="3825">
                  <c:v>4.0877350951457849</c:v>
                </c:pt>
                <c:pt idx="3826">
                  <c:v>4.087932903429996</c:v>
                </c:pt>
                <c:pt idx="3827">
                  <c:v>4.0869913359971513</c:v>
                </c:pt>
                <c:pt idx="3828">
                  <c:v>4.0861747833999287</c:v>
                </c:pt>
                <c:pt idx="3829">
                  <c:v>4.0882256596906279</c:v>
                </c:pt>
                <c:pt idx="3830">
                  <c:v>4.0780405111366065</c:v>
                </c:pt>
                <c:pt idx="3831">
                  <c:v>4.0655258931044029</c:v>
                </c:pt>
                <c:pt idx="3832">
                  <c:v>4.0676217905605885</c:v>
                </c:pt>
                <c:pt idx="3833">
                  <c:v>4.0697907188353044</c:v>
                </c:pt>
                <c:pt idx="3834">
                  <c:v>4.0686167662301695</c:v>
                </c:pt>
                <c:pt idx="3835">
                  <c:v>4.0672044150809032</c:v>
                </c:pt>
                <c:pt idx="3836">
                  <c:v>4.0565604304308263</c:v>
                </c:pt>
                <c:pt idx="3837">
                  <c:v>4.0460476322348384</c:v>
                </c:pt>
                <c:pt idx="3838">
                  <c:v>4.0505304426949404</c:v>
                </c:pt>
                <c:pt idx="3839">
                  <c:v>4.0547078371642202</c:v>
                </c:pt>
                <c:pt idx="3840">
                  <c:v>4.0577993432764963</c:v>
                </c:pt>
                <c:pt idx="3841">
                  <c:v>4.0590232226925664</c:v>
                </c:pt>
                <c:pt idx="3842">
                  <c:v>4.0579352771294062</c:v>
                </c:pt>
                <c:pt idx="3843">
                  <c:v>4.0600303833524549</c:v>
                </c:pt>
                <c:pt idx="3844">
                  <c:v>4.0667491395339637</c:v>
                </c:pt>
                <c:pt idx="3845">
                  <c:v>4.0668413973177193</c:v>
                </c:pt>
                <c:pt idx="3846">
                  <c:v>4.0660256359536335</c:v>
                </c:pt>
                <c:pt idx="3847">
                  <c:v>4.068998219725442</c:v>
                </c:pt>
                <c:pt idx="3848">
                  <c:v>4.0695690944336746</c:v>
                </c:pt>
                <c:pt idx="3849">
                  <c:v>4.069958064643747</c:v>
                </c:pt>
                <c:pt idx="3850">
                  <c:v>4.0679945404913553</c:v>
                </c:pt>
                <c:pt idx="3851">
                  <c:v>4.0664677770305024</c:v>
                </c:pt>
                <c:pt idx="3852">
                  <c:v>4.0702319104324092</c:v>
                </c:pt>
                <c:pt idx="3853">
                  <c:v>4.0703220318866951</c:v>
                </c:pt>
                <c:pt idx="3854">
                  <c:v>4.060145982513748</c:v>
                </c:pt>
                <c:pt idx="3855">
                  <c:v>4.0532831427780192</c:v>
                </c:pt>
                <c:pt idx="3856">
                  <c:v>4.055177434030937</c:v>
                </c:pt>
                <c:pt idx="3857">
                  <c:v>4.0541643391225222</c:v>
                </c:pt>
                <c:pt idx="3858">
                  <c:v>4.0460639316374571</c:v>
                </c:pt>
                <c:pt idx="3859">
                  <c:v>4.0443708509712391</c:v>
                </c:pt>
                <c:pt idx="3860">
                  <c:v>4.0477237013886143</c:v>
                </c:pt>
                <c:pt idx="3861">
                  <c:v>4.0406633698619299</c:v>
                </c:pt>
                <c:pt idx="3862">
                  <c:v>4.0377906397119911</c:v>
                </c:pt>
                <c:pt idx="3863">
                  <c:v>4.0397525022747951</c:v>
                </c:pt>
                <c:pt idx="3864">
                  <c:v>4.0435779562448078</c:v>
                </c:pt>
                <c:pt idx="3865">
                  <c:v>4.0427796020097322</c:v>
                </c:pt>
                <c:pt idx="3866">
                  <c:v>4.0463955374451084</c:v>
                </c:pt>
                <c:pt idx="3867">
                  <c:v>4.0511410373066425</c:v>
                </c:pt>
                <c:pt idx="3868">
                  <c:v>4.0544330418957948</c:v>
                </c:pt>
                <c:pt idx="3869">
                  <c:v>4.0503407049887246</c:v>
                </c:pt>
                <c:pt idx="3870">
                  <c:v>4.0428838865371679</c:v>
                </c:pt>
                <c:pt idx="3871">
                  <c:v>4.0461450330339837</c:v>
                </c:pt>
                <c:pt idx="3872">
                  <c:v>4.0552233255528742</c:v>
                </c:pt>
                <c:pt idx="3873">
                  <c:v>4.0640412232464298</c:v>
                </c:pt>
                <c:pt idx="3874">
                  <c:v>4.05931407999367</c:v>
                </c:pt>
                <c:pt idx="3875">
                  <c:v>4.051799343276496</c:v>
                </c:pt>
                <c:pt idx="3876">
                  <c:v>4.0543048621276263</c:v>
                </c:pt>
                <c:pt idx="3877">
                  <c:v>4.0588704355738416</c:v>
                </c:pt>
                <c:pt idx="3878">
                  <c:v>4.0613311706294262</c:v>
                </c:pt>
                <c:pt idx="3879">
                  <c:v>4.064142580211259</c:v>
                </c:pt>
                <c:pt idx="3880">
                  <c:v>4.0622289828698026</c:v>
                </c:pt>
                <c:pt idx="3881">
                  <c:v>4.0648693278474504</c:v>
                </c:pt>
                <c:pt idx="3882">
                  <c:v>4.0663307354512011</c:v>
                </c:pt>
                <c:pt idx="3883">
                  <c:v>4.0700166158958737</c:v>
                </c:pt>
                <c:pt idx="3884">
                  <c:v>4.0745869367409107</c:v>
                </c:pt>
                <c:pt idx="3885">
                  <c:v>4.0745294140918622</c:v>
                </c:pt>
                <c:pt idx="3886">
                  <c:v>4.0686180322031884</c:v>
                </c:pt>
                <c:pt idx="3887">
                  <c:v>4.0579733354432888</c:v>
                </c:pt>
                <c:pt idx="3888">
                  <c:v>4.0561381493056929</c:v>
                </c:pt>
                <c:pt idx="3889">
                  <c:v>4.0595917237013888</c:v>
                </c:pt>
                <c:pt idx="3890">
                  <c:v>4.0576140364758473</c:v>
                </c:pt>
                <c:pt idx="3891">
                  <c:v>4.0652560034814256</c:v>
                </c:pt>
                <c:pt idx="3892">
                  <c:v>4.0719622581793722</c:v>
                </c:pt>
                <c:pt idx="3893">
                  <c:v>4.0671021877596232</c:v>
                </c:pt>
                <c:pt idx="3894">
                  <c:v>4.0598566285556039</c:v>
                </c:pt>
                <c:pt idx="3895">
                  <c:v>4.0521656050955412</c:v>
                </c:pt>
                <c:pt idx="3896">
                  <c:v>4.0483258298057523</c:v>
                </c:pt>
                <c:pt idx="3897">
                  <c:v>4.0536783637298726</c:v>
                </c:pt>
                <c:pt idx="3898">
                  <c:v>4.0664660363176006</c:v>
                </c:pt>
                <c:pt idx="3899">
                  <c:v>4.0708339597262331</c:v>
                </c:pt>
                <c:pt idx="3900">
                  <c:v>4.0746693832337701</c:v>
                </c:pt>
                <c:pt idx="3901">
                  <c:v>4.0773093325948491</c:v>
                </c:pt>
                <c:pt idx="3902">
                  <c:v>4.0783647584760852</c:v>
                </c:pt>
                <c:pt idx="3903">
                  <c:v>4.0802872176286744</c:v>
                </c:pt>
                <c:pt idx="3904">
                  <c:v>4.0752323456106341</c:v>
                </c:pt>
                <c:pt idx="3905">
                  <c:v>4.0710015429046171</c:v>
                </c:pt>
                <c:pt idx="3906">
                  <c:v>4.0655459904260791</c:v>
                </c:pt>
                <c:pt idx="3907">
                  <c:v>4.0635504213316453</c:v>
                </c:pt>
                <c:pt idx="3908">
                  <c:v>4.0608567472405745</c:v>
                </c:pt>
                <c:pt idx="3909">
                  <c:v>4.0568268386280018</c:v>
                </c:pt>
                <c:pt idx="3910">
                  <c:v>4.0551793329904653</c:v>
                </c:pt>
                <c:pt idx="3911">
                  <c:v>4.0612024369980615</c:v>
                </c:pt>
                <c:pt idx="3912">
                  <c:v>4.0655222534319737</c:v>
                </c:pt>
                <c:pt idx="3913">
                  <c:v>4.0678596352415237</c:v>
                </c:pt>
                <c:pt idx="3914">
                  <c:v>4.0699303714839576</c:v>
                </c:pt>
                <c:pt idx="3915">
                  <c:v>4.0647968508921153</c:v>
                </c:pt>
                <c:pt idx="3916">
                  <c:v>4.0603831150848597</c:v>
                </c:pt>
                <c:pt idx="3917">
                  <c:v>4.0592021996281202</c:v>
                </c:pt>
                <c:pt idx="3918">
                  <c:v>4.0670904775091978</c:v>
                </c:pt>
                <c:pt idx="3919">
                  <c:v>4.0748378367686042</c:v>
                </c:pt>
                <c:pt idx="3920">
                  <c:v>4.0750277327214466</c:v>
                </c:pt>
                <c:pt idx="3921">
                  <c:v>4.0780760375044505</c:v>
                </c:pt>
                <c:pt idx="3922">
                  <c:v>4.0811765636744868</c:v>
                </c:pt>
                <c:pt idx="3923">
                  <c:v>4.077711041658425</c:v>
                </c:pt>
                <c:pt idx="3924">
                  <c:v>4.0743194208173437</c:v>
                </c:pt>
                <c:pt idx="3925">
                  <c:v>4.0653963682399015</c:v>
                </c:pt>
                <c:pt idx="3926">
                  <c:v>4.0603193416940302</c:v>
                </c:pt>
                <c:pt idx="3927">
                  <c:v>4.0597873956561301</c:v>
                </c:pt>
                <c:pt idx="3928">
                  <c:v>4.0648230407089452</c:v>
                </c:pt>
                <c:pt idx="3929">
                  <c:v>4.0784123907109233</c:v>
                </c:pt>
                <c:pt idx="3930">
                  <c:v>4.0798607429679157</c:v>
                </c:pt>
                <c:pt idx="3931">
                  <c:v>4.0688738378763301</c:v>
                </c:pt>
                <c:pt idx="3932">
                  <c:v>4.0595336471891441</c:v>
                </c:pt>
                <c:pt idx="3933">
                  <c:v>4.0582570716461603</c:v>
                </c:pt>
                <c:pt idx="3934">
                  <c:v>4.0580474739882106</c:v>
                </c:pt>
                <c:pt idx="3935">
                  <c:v>4.0551786208806426</c:v>
                </c:pt>
                <c:pt idx="3936">
                  <c:v>4.0598658859833048</c:v>
                </c:pt>
                <c:pt idx="3937">
                  <c:v>4.0620133718400124</c:v>
                </c:pt>
                <c:pt idx="3938">
                  <c:v>4.0668531075681447</c:v>
                </c:pt>
                <c:pt idx="3939">
                  <c:v>4.0694730387308624</c:v>
                </c:pt>
                <c:pt idx="3940">
                  <c:v>4.0681825374846703</c:v>
                </c:pt>
                <c:pt idx="3941">
                  <c:v>4.065854333979507</c:v>
                </c:pt>
                <c:pt idx="3942">
                  <c:v>4.0572214265933457</c:v>
                </c:pt>
                <c:pt idx="3943">
                  <c:v>4.0521180519840172</c:v>
                </c:pt>
                <c:pt idx="3944">
                  <c:v>4.0567378249001065</c:v>
                </c:pt>
                <c:pt idx="3945">
                  <c:v>4.0654061795307985</c:v>
                </c:pt>
                <c:pt idx="3946">
                  <c:v>4.0700613205681053</c:v>
                </c:pt>
                <c:pt idx="3947">
                  <c:v>4.0739559283142777</c:v>
                </c:pt>
                <c:pt idx="3948">
                  <c:v>4.0737005182577049</c:v>
                </c:pt>
                <c:pt idx="3949">
                  <c:v>4.0701780274557899</c:v>
                </c:pt>
                <c:pt idx="3950">
                  <c:v>4.0697475175060331</c:v>
                </c:pt>
                <c:pt idx="3951">
                  <c:v>4.0713097282114177</c:v>
                </c:pt>
                <c:pt idx="3952">
                  <c:v>4.0741637061360132</c:v>
                </c:pt>
                <c:pt idx="3953">
                  <c:v>4.0707849823950628</c:v>
                </c:pt>
                <c:pt idx="3954">
                  <c:v>4.0647928947264313</c:v>
                </c:pt>
                <c:pt idx="3955">
                  <c:v>4.0676505123234561</c:v>
                </c:pt>
                <c:pt idx="3956">
                  <c:v>4.0772977014677378</c:v>
                </c:pt>
                <c:pt idx="3957">
                  <c:v>4.0781216916564462</c:v>
                </c:pt>
                <c:pt idx="3958">
                  <c:v>4.074168928274716</c:v>
                </c:pt>
                <c:pt idx="3959">
                  <c:v>4.0642378446809353</c:v>
                </c:pt>
                <c:pt idx="3960">
                  <c:v>4.0574390948292915</c:v>
                </c:pt>
                <c:pt idx="3961">
                  <c:v>4.0587462119713571</c:v>
                </c:pt>
                <c:pt idx="3962">
                  <c:v>4.0587815800925746</c:v>
                </c:pt>
                <c:pt idx="3963">
                  <c:v>4.0568908493887728</c:v>
                </c:pt>
                <c:pt idx="3964">
                  <c:v>4.0582824702298534</c:v>
                </c:pt>
                <c:pt idx="3965">
                  <c:v>4.0677024172172329</c:v>
                </c:pt>
                <c:pt idx="3966">
                  <c:v>4.077441310282075</c:v>
                </c:pt>
                <c:pt idx="3967">
                  <c:v>4.0753458084424574</c:v>
                </c:pt>
                <c:pt idx="3968">
                  <c:v>4.0778440479487283</c:v>
                </c:pt>
                <c:pt idx="3969">
                  <c:v>4.0803821656050951</c:v>
                </c:pt>
                <c:pt idx="3970">
                  <c:v>4.0740964513193809</c:v>
                </c:pt>
                <c:pt idx="3971">
                  <c:v>4.0698464216481387</c:v>
                </c:pt>
                <c:pt idx="3972">
                  <c:v>4.0684056652292595</c:v>
                </c:pt>
                <c:pt idx="3973">
                  <c:v>4.0706349645923172</c:v>
                </c:pt>
                <c:pt idx="3974">
                  <c:v>4.0628908493887721</c:v>
                </c:pt>
                <c:pt idx="3975">
                  <c:v>4.0556985401748626</c:v>
                </c:pt>
                <c:pt idx="3976">
                  <c:v>4.0518780709736122</c:v>
                </c:pt>
                <c:pt idx="3977">
                  <c:v>4.0576154606954935</c:v>
                </c:pt>
                <c:pt idx="3978">
                  <c:v>4.0656691063021722</c:v>
                </c:pt>
                <c:pt idx="3979">
                  <c:v>4.0655576215531903</c:v>
                </c:pt>
                <c:pt idx="3980">
                  <c:v>4.0694953515053207</c:v>
                </c:pt>
                <c:pt idx="3981">
                  <c:v>4.0745460299877356</c:v>
                </c:pt>
                <c:pt idx="3982">
                  <c:v>4.0685129564426159</c:v>
                </c:pt>
                <c:pt idx="3983">
                  <c:v>4.0601075285832975</c:v>
                </c:pt>
                <c:pt idx="3984">
                  <c:v>4.0582121296039881</c:v>
                </c:pt>
                <c:pt idx="3985">
                  <c:v>4.063947066503145</c:v>
                </c:pt>
                <c:pt idx="3986">
                  <c:v>4.0683877042370531</c:v>
                </c:pt>
                <c:pt idx="3987">
                  <c:v>4.0668247022985327</c:v>
                </c:pt>
                <c:pt idx="3988">
                  <c:v>4.0586957312972265</c:v>
                </c:pt>
                <c:pt idx="3989">
                  <c:v>4.0543432369347627</c:v>
                </c:pt>
                <c:pt idx="3990">
                  <c:v>4.0612360644063772</c:v>
                </c:pt>
                <c:pt idx="3991">
                  <c:v>4.0690175258139814</c:v>
                </c:pt>
                <c:pt idx="3992">
                  <c:v>4.0732526803022511</c:v>
                </c:pt>
                <c:pt idx="3993">
                  <c:v>4.0707098152470627</c:v>
                </c:pt>
                <c:pt idx="3994">
                  <c:v>4.0722517703841437</c:v>
                </c:pt>
                <c:pt idx="3995">
                  <c:v>4.0727571309886459</c:v>
                </c:pt>
                <c:pt idx="3996">
                  <c:v>4.0635877675357044</c:v>
                </c:pt>
                <c:pt idx="3997">
                  <c:v>4.0540941567432842</c:v>
                </c:pt>
                <c:pt idx="3998">
                  <c:v>4.0436188629979828</c:v>
                </c:pt>
                <c:pt idx="3999">
                  <c:v>4.0411900937611271</c:v>
                </c:pt>
                <c:pt idx="4000">
                  <c:v>4.0516727459746011</c:v>
                </c:pt>
                <c:pt idx="4001">
                  <c:v>4.0608877635795384</c:v>
                </c:pt>
                <c:pt idx="4002">
                  <c:v>4.066943941132255</c:v>
                </c:pt>
                <c:pt idx="4003">
                  <c:v>4.0756784428531869</c:v>
                </c:pt>
                <c:pt idx="4004">
                  <c:v>4.0801400482652213</c:v>
                </c:pt>
                <c:pt idx="4005">
                  <c:v>4.0823721169442573</c:v>
                </c:pt>
                <c:pt idx="4006">
                  <c:v>4.0784593899592512</c:v>
                </c:pt>
                <c:pt idx="4007">
                  <c:v>4.0713749258218934</c:v>
                </c:pt>
                <c:pt idx="4008">
                  <c:v>4.0648250187917867</c:v>
                </c:pt>
                <c:pt idx="4009">
                  <c:v>4.0680491355777981</c:v>
                </c:pt>
                <c:pt idx="4010">
                  <c:v>4.0765476124540099</c:v>
                </c:pt>
                <c:pt idx="4011">
                  <c:v>4.0772798195988447</c:v>
                </c:pt>
                <c:pt idx="4012">
                  <c:v>4.0733122601574552</c:v>
                </c:pt>
                <c:pt idx="4013">
                  <c:v>4.0644348617320096</c:v>
                </c:pt>
                <c:pt idx="4014">
                  <c:v>4.0609285120860861</c:v>
                </c:pt>
                <c:pt idx="4015">
                  <c:v>4.0671040075958382</c:v>
                </c:pt>
                <c:pt idx="4016">
                  <c:v>4.0697707797602565</c:v>
                </c:pt>
                <c:pt idx="4017">
                  <c:v>4.0728086402658548</c:v>
                </c:pt>
                <c:pt idx="4018">
                  <c:v>4.0708178976935558</c:v>
                </c:pt>
                <c:pt idx="4019">
                  <c:v>4.0609860347351345</c:v>
                </c:pt>
                <c:pt idx="4020">
                  <c:v>4.0503334256438661</c:v>
                </c:pt>
                <c:pt idx="4021">
                  <c:v>4.0519901095857893</c:v>
                </c:pt>
                <c:pt idx="4022">
                  <c:v>4.0561746251533011</c:v>
                </c:pt>
                <c:pt idx="4023">
                  <c:v>4.053151560707362</c:v>
                </c:pt>
                <c:pt idx="4024">
                  <c:v>4.0527840329152989</c:v>
                </c:pt>
                <c:pt idx="4025">
                  <c:v>4.0589862721050753</c:v>
                </c:pt>
                <c:pt idx="4026">
                  <c:v>4.0641003283617518</c:v>
                </c:pt>
                <c:pt idx="4027">
                  <c:v>4.0631608181350636</c:v>
                </c:pt>
                <c:pt idx="4028">
                  <c:v>4.0653493689915736</c:v>
                </c:pt>
                <c:pt idx="4029">
                  <c:v>4.0744109664912767</c:v>
                </c:pt>
                <c:pt idx="4030">
                  <c:v>4.0781758911263202</c:v>
                </c:pt>
                <c:pt idx="4031">
                  <c:v>4.0722994026189818</c:v>
                </c:pt>
                <c:pt idx="4032">
                  <c:v>4.0619826719943033</c:v>
                </c:pt>
                <c:pt idx="4033">
                  <c:v>4.0629367409107093</c:v>
                </c:pt>
                <c:pt idx="4034">
                  <c:v>4.0666539541876014</c:v>
                </c:pt>
                <c:pt idx="4035">
                  <c:v>4.0698271946829134</c:v>
                </c:pt>
                <c:pt idx="4036">
                  <c:v>4.0738975353087792</c:v>
                </c:pt>
                <c:pt idx="4037">
                  <c:v>4.0741479605965898</c:v>
                </c:pt>
                <c:pt idx="4038">
                  <c:v>4.0674828500217588</c:v>
                </c:pt>
                <c:pt idx="4039">
                  <c:v>4.0660026901926649</c:v>
                </c:pt>
                <c:pt idx="4040">
                  <c:v>4.0688134667879892</c:v>
                </c:pt>
                <c:pt idx="4041">
                  <c:v>4.0624134984373148</c:v>
                </c:pt>
                <c:pt idx="4042">
                  <c:v>4.0522425920797565</c:v>
                </c:pt>
                <c:pt idx="4043">
                  <c:v>4.0431786208806422</c:v>
                </c:pt>
                <c:pt idx="4044">
                  <c:v>4.0431414329232105</c:v>
                </c:pt>
                <c:pt idx="4045">
                  <c:v>4.0531044823357201</c:v>
                </c:pt>
                <c:pt idx="4046">
                  <c:v>4.0557524231514819</c:v>
                </c:pt>
                <c:pt idx="4047">
                  <c:v>4.0500848993155829</c:v>
                </c:pt>
                <c:pt idx="4048">
                  <c:v>4.0424273450172095</c:v>
                </c:pt>
                <c:pt idx="4049">
                  <c:v>4.0398838469755116</c:v>
                </c:pt>
                <c:pt idx="4050">
                  <c:v>4.0381622027930533</c:v>
                </c:pt>
                <c:pt idx="4051">
                  <c:v>4.0358666772164415</c:v>
                </c:pt>
                <c:pt idx="4052">
                  <c:v>4.0450325592435812</c:v>
                </c:pt>
                <c:pt idx="4053">
                  <c:v>4.0525041737547971</c:v>
                </c:pt>
                <c:pt idx="4054">
                  <c:v>4.0541791351821814</c:v>
                </c:pt>
                <c:pt idx="4055">
                  <c:v>4.0532021205048068</c:v>
                </c:pt>
                <c:pt idx="4056">
                  <c:v>4.0600494520710528</c:v>
                </c:pt>
                <c:pt idx="4057">
                  <c:v>4.0688296870672946</c:v>
                </c:pt>
                <c:pt idx="4058">
                  <c:v>4.0740634568975747</c:v>
                </c:pt>
                <c:pt idx="4059">
                  <c:v>4.0735223325552878</c:v>
                </c:pt>
                <c:pt idx="4060">
                  <c:v>4.0668536614313409</c:v>
                </c:pt>
                <c:pt idx="4061">
                  <c:v>4.0632153340981922</c:v>
                </c:pt>
                <c:pt idx="4062">
                  <c:v>4.0637087470823277</c:v>
                </c:pt>
                <c:pt idx="4063">
                  <c:v>4.0670859674803177</c:v>
                </c:pt>
                <c:pt idx="4064">
                  <c:v>4.0740744550381773</c:v>
                </c:pt>
                <c:pt idx="4065">
                  <c:v>4.0797499703287574</c:v>
                </c:pt>
                <c:pt idx="4066">
                  <c:v>4.074999010958579</c:v>
                </c:pt>
                <c:pt idx="4067">
                  <c:v>4.066483522569925</c:v>
                </c:pt>
                <c:pt idx="4068">
                  <c:v>4.060265933457293</c:v>
                </c:pt>
                <c:pt idx="4069">
                  <c:v>4.0581784230723583</c:v>
                </c:pt>
                <c:pt idx="4070">
                  <c:v>4.0595142619772915</c:v>
                </c:pt>
                <c:pt idx="4071">
                  <c:v>4.0594576096846939</c:v>
                </c:pt>
                <c:pt idx="4072">
                  <c:v>4.06371824187997</c:v>
                </c:pt>
                <c:pt idx="4073">
                  <c:v>4.0636047790481467</c:v>
                </c:pt>
                <c:pt idx="4074">
                  <c:v>4.0634915535862639</c:v>
                </c:pt>
                <c:pt idx="4075">
                  <c:v>4.0627890968073741</c:v>
                </c:pt>
                <c:pt idx="4076">
                  <c:v>4.0694402025556826</c:v>
                </c:pt>
                <c:pt idx="4077">
                  <c:v>4.0795070617557467</c:v>
                </c:pt>
                <c:pt idx="4078">
                  <c:v>4.083252759425565</c:v>
                </c:pt>
                <c:pt idx="4079">
                  <c:v>4.0799699331408004</c:v>
                </c:pt>
                <c:pt idx="4080">
                  <c:v>4.0682418008466197</c:v>
                </c:pt>
                <c:pt idx="4081">
                  <c:v>4.0614571349448116</c:v>
                </c:pt>
                <c:pt idx="4082">
                  <c:v>4.060335720219963</c:v>
                </c:pt>
                <c:pt idx="4083">
                  <c:v>4.0566321952763378</c:v>
                </c:pt>
                <c:pt idx="4084">
                  <c:v>4.0579271274280968</c:v>
                </c:pt>
                <c:pt idx="4085">
                  <c:v>4.0490000395616565</c:v>
                </c:pt>
                <c:pt idx="4086">
                  <c:v>4.043969062784349</c:v>
                </c:pt>
                <c:pt idx="4087">
                  <c:v>4.0604487083119043</c:v>
                </c:pt>
                <c:pt idx="4088">
                  <c:v>4.0754995450409464</c:v>
                </c:pt>
                <c:pt idx="4089">
                  <c:v>4.0780974007991455</c:v>
                </c:pt>
                <c:pt idx="4090">
                  <c:v>4.0719264153182735</c:v>
                </c:pt>
                <c:pt idx="4091">
                  <c:v>4.0724593108359377</c:v>
                </c:pt>
                <c:pt idx="4092">
                  <c:v>4.0829956086560903</c:v>
                </c:pt>
                <c:pt idx="4093">
                  <c:v>4.0855686988171067</c:v>
                </c:pt>
                <c:pt idx="4094">
                  <c:v>4.073845867784943</c:v>
                </c:pt>
                <c:pt idx="4095">
                  <c:v>4.0579991296435498</c:v>
                </c:pt>
                <c:pt idx="4096">
                  <c:v>4.0522025556830323</c:v>
                </c:pt>
                <c:pt idx="4097">
                  <c:v>4.0594689243185504</c:v>
                </c:pt>
                <c:pt idx="4098">
                  <c:v>4.0674382244728413</c:v>
                </c:pt>
                <c:pt idx="4099">
                  <c:v>4.0659945404913556</c:v>
                </c:pt>
                <c:pt idx="4100">
                  <c:v>4.0557024963405466</c:v>
                </c:pt>
                <c:pt idx="4101">
                  <c:v>4.0571787000039565</c:v>
                </c:pt>
                <c:pt idx="4102">
                  <c:v>4.0643017763183922</c:v>
                </c:pt>
                <c:pt idx="4103">
                  <c:v>4.0631920718439689</c:v>
                </c:pt>
                <c:pt idx="4104">
                  <c:v>4.0687533330695889</c:v>
                </c:pt>
                <c:pt idx="4105">
                  <c:v>4.078485975392649</c:v>
                </c:pt>
                <c:pt idx="4106">
                  <c:v>4.08205562368952</c:v>
                </c:pt>
                <c:pt idx="4107">
                  <c:v>4.0771813901966212</c:v>
                </c:pt>
                <c:pt idx="4108">
                  <c:v>4.0724717331961866</c:v>
                </c:pt>
                <c:pt idx="4109">
                  <c:v>4.0706373382917276</c:v>
                </c:pt>
                <c:pt idx="4110">
                  <c:v>4.0694087114768367</c:v>
                </c:pt>
                <c:pt idx="4111">
                  <c:v>4.0624799620208094</c:v>
                </c:pt>
                <c:pt idx="4112">
                  <c:v>4.0557427701072122</c:v>
                </c:pt>
                <c:pt idx="4113">
                  <c:v>4.0487358468172649</c:v>
                </c:pt>
                <c:pt idx="4114">
                  <c:v>4.0456100803101638</c:v>
                </c:pt>
                <c:pt idx="4115">
                  <c:v>4.0501586422439368</c:v>
                </c:pt>
                <c:pt idx="4116">
                  <c:v>4.0521872057601769</c:v>
                </c:pt>
                <c:pt idx="4117">
                  <c:v>4.0530069232899475</c:v>
                </c:pt>
                <c:pt idx="4118">
                  <c:v>4.057193575186929</c:v>
                </c:pt>
                <c:pt idx="4119">
                  <c:v>4.0694597460141635</c:v>
                </c:pt>
                <c:pt idx="4120">
                  <c:v>4.0790630217193495</c:v>
                </c:pt>
                <c:pt idx="4121">
                  <c:v>4.0724703880998536</c:v>
                </c:pt>
                <c:pt idx="4122">
                  <c:v>4.067949519325869</c:v>
                </c:pt>
                <c:pt idx="4123">
                  <c:v>4.0657462515330138</c:v>
                </c:pt>
                <c:pt idx="4124">
                  <c:v>4.0667392491197534</c:v>
                </c:pt>
                <c:pt idx="4125">
                  <c:v>4.0616987775448035</c:v>
                </c:pt>
                <c:pt idx="4126">
                  <c:v>4.05165359813269</c:v>
                </c:pt>
                <c:pt idx="4127">
                  <c:v>4.0497007556276454</c:v>
                </c:pt>
                <c:pt idx="4128">
                  <c:v>4.0439820390077941</c:v>
                </c:pt>
                <c:pt idx="4129">
                  <c:v>4.0455303240099694</c:v>
                </c:pt>
                <c:pt idx="4130">
                  <c:v>4.0477206155793803</c:v>
                </c:pt>
                <c:pt idx="4131">
                  <c:v>4.0482770898445226</c:v>
                </c:pt>
                <c:pt idx="4132">
                  <c:v>4.0510152312378844</c:v>
                </c:pt>
                <c:pt idx="4133">
                  <c:v>4.0561320568105392</c:v>
                </c:pt>
                <c:pt idx="4134">
                  <c:v>4.0588852316335009</c:v>
                </c:pt>
                <c:pt idx="4135">
                  <c:v>4.059276338173043</c:v>
                </c:pt>
                <c:pt idx="4136">
                  <c:v>4.0650284448312695</c:v>
                </c:pt>
                <c:pt idx="4137">
                  <c:v>4.067966847331566</c:v>
                </c:pt>
                <c:pt idx="4138">
                  <c:v>4.063401827748546</c:v>
                </c:pt>
                <c:pt idx="4139">
                  <c:v>4.0598605055979746</c:v>
                </c:pt>
                <c:pt idx="4140">
                  <c:v>4.061102187759623</c:v>
                </c:pt>
                <c:pt idx="4141">
                  <c:v>4.0567751711041655</c:v>
                </c:pt>
                <c:pt idx="4142">
                  <c:v>4.0539848874470863</c:v>
                </c:pt>
                <c:pt idx="4143">
                  <c:v>4.0536511453099653</c:v>
                </c:pt>
                <c:pt idx="4144">
                  <c:v>4.0570188709103139</c:v>
                </c:pt>
                <c:pt idx="4145">
                  <c:v>4.0593542746370215</c:v>
                </c:pt>
                <c:pt idx="4146">
                  <c:v>4.065773469952922</c:v>
                </c:pt>
                <c:pt idx="4147">
                  <c:v>4.0735507378248998</c:v>
                </c:pt>
                <c:pt idx="4148">
                  <c:v>4.0746756339755512</c:v>
                </c:pt>
                <c:pt idx="4149">
                  <c:v>4.0749446532420777</c:v>
                </c:pt>
                <c:pt idx="4150">
                  <c:v>4.0778363729873011</c:v>
                </c:pt>
                <c:pt idx="4151">
                  <c:v>4.0830517862088067</c:v>
                </c:pt>
                <c:pt idx="4152">
                  <c:v>4.0836768603869134</c:v>
                </c:pt>
                <c:pt idx="4153">
                  <c:v>4.0774374332397043</c:v>
                </c:pt>
                <c:pt idx="4154">
                  <c:v>4.0729801796099219</c:v>
                </c:pt>
                <c:pt idx="4155">
                  <c:v>4.0734542865055188</c:v>
                </c:pt>
                <c:pt idx="4156">
                  <c:v>4.0685746726272898</c:v>
                </c:pt>
                <c:pt idx="4157">
                  <c:v>4.060239743640464</c:v>
                </c:pt>
                <c:pt idx="4158">
                  <c:v>4.0585309174348225</c:v>
                </c:pt>
                <c:pt idx="4159">
                  <c:v>4.058711951576532</c:v>
                </c:pt>
                <c:pt idx="4160">
                  <c:v>4.059171025042529</c:v>
                </c:pt>
                <c:pt idx="4161">
                  <c:v>4.0577394469280375</c:v>
                </c:pt>
                <c:pt idx="4162">
                  <c:v>4.0581671084385018</c:v>
                </c:pt>
                <c:pt idx="4163">
                  <c:v>4.0574909205997551</c:v>
                </c:pt>
                <c:pt idx="4164">
                  <c:v>4.0574514380662263</c:v>
                </c:pt>
                <c:pt idx="4165">
                  <c:v>4.0593143964869247</c:v>
                </c:pt>
                <c:pt idx="4166">
                  <c:v>4.0617310598567871</c:v>
                </c:pt>
                <c:pt idx="4167">
                  <c:v>4.0640527752502278</c:v>
                </c:pt>
                <c:pt idx="4168">
                  <c:v>4.0645961150452985</c:v>
                </c:pt>
                <c:pt idx="4169">
                  <c:v>4.0729307275388695</c:v>
                </c:pt>
                <c:pt idx="4170">
                  <c:v>4.0792348775566722</c:v>
                </c:pt>
                <c:pt idx="4171">
                  <c:v>4.0778769632472205</c:v>
                </c:pt>
                <c:pt idx="4172">
                  <c:v>4.0725646239664517</c:v>
                </c:pt>
                <c:pt idx="4173">
                  <c:v>4.0673260276140368</c:v>
                </c:pt>
                <c:pt idx="4174">
                  <c:v>4.060957392095581</c:v>
                </c:pt>
                <c:pt idx="4175">
                  <c:v>4.0550562962376864</c:v>
                </c:pt>
                <c:pt idx="4176">
                  <c:v>4.0512804525853543</c:v>
                </c:pt>
                <c:pt idx="4177">
                  <c:v>4.0524319341694026</c:v>
                </c:pt>
                <c:pt idx="4178">
                  <c:v>4.0576196542311189</c:v>
                </c:pt>
                <c:pt idx="4179">
                  <c:v>4.0559317957036045</c:v>
                </c:pt>
                <c:pt idx="4180">
                  <c:v>4.0541261225620131</c:v>
                </c:pt>
                <c:pt idx="4181">
                  <c:v>4.0659886853661433</c:v>
                </c:pt>
                <c:pt idx="4182">
                  <c:v>4.0774602207540456</c:v>
                </c:pt>
                <c:pt idx="4183">
                  <c:v>4.0789076235312738</c:v>
                </c:pt>
                <c:pt idx="4184">
                  <c:v>4.0787515923566877</c:v>
                </c:pt>
                <c:pt idx="4185">
                  <c:v>4.0686144716540733</c:v>
                </c:pt>
                <c:pt idx="4186">
                  <c:v>4.0608958341575345</c:v>
                </c:pt>
                <c:pt idx="4187">
                  <c:v>4.060777386556949</c:v>
                </c:pt>
                <c:pt idx="4188">
                  <c:v>4.064201289710013</c:v>
                </c:pt>
                <c:pt idx="4189">
                  <c:v>4.0726595719428733</c:v>
                </c:pt>
                <c:pt idx="4190">
                  <c:v>4.074022708391027</c:v>
                </c:pt>
                <c:pt idx="4191">
                  <c:v>4.0726837836768608</c:v>
                </c:pt>
                <c:pt idx="4192">
                  <c:v>4.0731785417573292</c:v>
                </c:pt>
                <c:pt idx="4193">
                  <c:v>4.0754398860624281</c:v>
                </c:pt>
                <c:pt idx="4194">
                  <c:v>4.0784905645448433</c:v>
                </c:pt>
                <c:pt idx="4195">
                  <c:v>4.0765980931281405</c:v>
                </c:pt>
                <c:pt idx="4196">
                  <c:v>4.0658584483918183</c:v>
                </c:pt>
                <c:pt idx="4197">
                  <c:v>4.0604479962020807</c:v>
                </c:pt>
                <c:pt idx="4198">
                  <c:v>4.0646624203821657</c:v>
                </c:pt>
                <c:pt idx="4199">
                  <c:v>4.0693321992325036</c:v>
                </c:pt>
                <c:pt idx="4200">
                  <c:v>4.0746145507773868</c:v>
                </c:pt>
                <c:pt idx="4201">
                  <c:v>4.0720399572734109</c:v>
                </c:pt>
                <c:pt idx="4202">
                  <c:v>4.0720735846817266</c:v>
                </c:pt>
                <c:pt idx="4203">
                  <c:v>4.0776179135182185</c:v>
                </c:pt>
                <c:pt idx="4204">
                  <c:v>4.0839158127942401</c:v>
                </c:pt>
                <c:pt idx="4205">
                  <c:v>4.0848953594176525</c:v>
                </c:pt>
                <c:pt idx="4206">
                  <c:v>4.0769365035407681</c:v>
                </c:pt>
                <c:pt idx="4207">
                  <c:v>4.0671821814297582</c:v>
                </c:pt>
                <c:pt idx="4208">
                  <c:v>4.0664470467223168</c:v>
                </c:pt>
                <c:pt idx="4209">
                  <c:v>4.0700680460497685</c:v>
                </c:pt>
                <c:pt idx="4210">
                  <c:v>4.0678575780353681</c:v>
                </c:pt>
                <c:pt idx="4211">
                  <c:v>4.0565295723384898</c:v>
                </c:pt>
                <c:pt idx="4212">
                  <c:v>4.0536854848281045</c:v>
                </c:pt>
                <c:pt idx="4213">
                  <c:v>4.0549365035407678</c:v>
                </c:pt>
                <c:pt idx="4214">
                  <c:v>4.0523867547572889</c:v>
                </c:pt>
                <c:pt idx="4215">
                  <c:v>4.0470089013727897</c:v>
                </c:pt>
                <c:pt idx="4216">
                  <c:v>4.0476243225066266</c:v>
                </c:pt>
                <c:pt idx="4217">
                  <c:v>4.056570558214978</c:v>
                </c:pt>
                <c:pt idx="4218">
                  <c:v>4.0675475728923525</c:v>
                </c:pt>
                <c:pt idx="4219">
                  <c:v>4.0709399849665706</c:v>
                </c:pt>
                <c:pt idx="4220">
                  <c:v>4.0674045970645247</c:v>
                </c:pt>
                <c:pt idx="4221">
                  <c:v>4.0578585275151324</c:v>
                </c:pt>
                <c:pt idx="4222">
                  <c:v>4.0534863314475613</c:v>
                </c:pt>
                <c:pt idx="4223">
                  <c:v>4.0550570874708232</c:v>
                </c:pt>
                <c:pt idx="4224">
                  <c:v>4.0492603552636783</c:v>
                </c:pt>
                <c:pt idx="4225">
                  <c:v>4.0505956403054162</c:v>
                </c:pt>
                <c:pt idx="4226">
                  <c:v>4.0549721881552401</c:v>
                </c:pt>
                <c:pt idx="4227">
                  <c:v>4.0618298848755785</c:v>
                </c:pt>
                <c:pt idx="4228">
                  <c:v>4.0708367290422123</c:v>
                </c:pt>
                <c:pt idx="4229">
                  <c:v>4.0701403647584762</c:v>
                </c:pt>
                <c:pt idx="4230">
                  <c:v>4.0562546979467502</c:v>
                </c:pt>
                <c:pt idx="4231">
                  <c:v>4.0578349487676544</c:v>
                </c:pt>
                <c:pt idx="4232">
                  <c:v>4.0619056850100881</c:v>
                </c:pt>
                <c:pt idx="4233">
                  <c:v>4.0663558175416386</c:v>
                </c:pt>
                <c:pt idx="4234">
                  <c:v>4.0743824820983505</c:v>
                </c:pt>
                <c:pt idx="4235">
                  <c:v>4.0721997072437395</c:v>
                </c:pt>
                <c:pt idx="4236">
                  <c:v>4.0710845432606719</c:v>
                </c:pt>
                <c:pt idx="4237">
                  <c:v>4.0694300747715317</c:v>
                </c:pt>
                <c:pt idx="4238">
                  <c:v>4.0713077501285753</c:v>
                </c:pt>
                <c:pt idx="4239">
                  <c:v>4.0751473671717369</c:v>
                </c:pt>
                <c:pt idx="4240">
                  <c:v>4.0781265973018952</c:v>
                </c:pt>
                <c:pt idx="4241">
                  <c:v>4.0874834830082687</c:v>
                </c:pt>
                <c:pt idx="4242">
                  <c:v>4.0912283894449502</c:v>
                </c:pt>
                <c:pt idx="4243">
                  <c:v>4.0827281718558375</c:v>
                </c:pt>
                <c:pt idx="4244">
                  <c:v>4.0779630494125092</c:v>
                </c:pt>
                <c:pt idx="4245">
                  <c:v>4.07790077936464</c:v>
                </c:pt>
                <c:pt idx="4246">
                  <c:v>4.0789976658622464</c:v>
                </c:pt>
                <c:pt idx="4247">
                  <c:v>4.079679550579578</c:v>
                </c:pt>
                <c:pt idx="4248">
                  <c:v>4.0782994817422953</c:v>
                </c:pt>
                <c:pt idx="4249">
                  <c:v>4.0746084582822331</c:v>
                </c:pt>
                <c:pt idx="4250">
                  <c:v>4.0726531629544649</c:v>
                </c:pt>
                <c:pt idx="4251">
                  <c:v>4.0802468647386956</c:v>
                </c:pt>
                <c:pt idx="4252">
                  <c:v>4.0832329785971435</c:v>
                </c:pt>
                <c:pt idx="4253">
                  <c:v>4.0764313011828932</c:v>
                </c:pt>
                <c:pt idx="4254">
                  <c:v>4.07165961150453</c:v>
                </c:pt>
                <c:pt idx="4255">
                  <c:v>4.0754902876132455</c:v>
                </c:pt>
                <c:pt idx="4256">
                  <c:v>4.0769956877794042</c:v>
                </c:pt>
                <c:pt idx="4257">
                  <c:v>4.075632234837995</c:v>
                </c:pt>
                <c:pt idx="4258">
                  <c:v>4.0699662934683705</c:v>
                </c:pt>
                <c:pt idx="4259">
                  <c:v>4.0628258891482378</c:v>
                </c:pt>
                <c:pt idx="4260">
                  <c:v>4.0575699647901251</c:v>
                </c:pt>
                <c:pt idx="4261">
                  <c:v>4.0569031135023934</c:v>
                </c:pt>
                <c:pt idx="4262">
                  <c:v>4.0604790916643587</c:v>
                </c:pt>
                <c:pt idx="4263">
                  <c:v>4.0634265142224155</c:v>
                </c:pt>
                <c:pt idx="4264">
                  <c:v>4.0688343553428021</c:v>
                </c:pt>
                <c:pt idx="4265">
                  <c:v>4.0744008387071249</c:v>
                </c:pt>
                <c:pt idx="4266">
                  <c:v>4.0733187482691777</c:v>
                </c:pt>
                <c:pt idx="4267">
                  <c:v>4.0657796415713889</c:v>
                </c:pt>
                <c:pt idx="4268">
                  <c:v>4.0613459666890845</c:v>
                </c:pt>
                <c:pt idx="4269">
                  <c:v>4.0606023657870791</c:v>
                </c:pt>
                <c:pt idx="4270">
                  <c:v>4.0615054792894725</c:v>
                </c:pt>
                <c:pt idx="4271">
                  <c:v>4.0634873600506385</c:v>
                </c:pt>
                <c:pt idx="4272">
                  <c:v>4.0638090754440794</c:v>
                </c:pt>
                <c:pt idx="4273">
                  <c:v>4.0650584325671559</c:v>
                </c:pt>
                <c:pt idx="4274">
                  <c:v>4.0706516596115048</c:v>
                </c:pt>
                <c:pt idx="4275">
                  <c:v>4.0724418245836134</c:v>
                </c:pt>
                <c:pt idx="4276">
                  <c:v>4.0685765715868181</c:v>
                </c:pt>
                <c:pt idx="4277">
                  <c:v>4.0723947462119714</c:v>
                </c:pt>
                <c:pt idx="4278">
                  <c:v>4.0685655734462163</c:v>
                </c:pt>
                <c:pt idx="4279">
                  <c:v>4.0582661708272338</c:v>
                </c:pt>
                <c:pt idx="4280">
                  <c:v>4.0544752146219887</c:v>
                </c:pt>
                <c:pt idx="4281">
                  <c:v>4.0607712940617953</c:v>
                </c:pt>
                <c:pt idx="4282">
                  <c:v>4.0683105590062114</c:v>
                </c:pt>
                <c:pt idx="4283">
                  <c:v>4.0737763183922144</c:v>
                </c:pt>
                <c:pt idx="4284">
                  <c:v>4.078852158088381</c:v>
                </c:pt>
                <c:pt idx="4285">
                  <c:v>4.0736657831229977</c:v>
                </c:pt>
                <c:pt idx="4286">
                  <c:v>4.0746683546306919</c:v>
                </c:pt>
                <c:pt idx="4287">
                  <c:v>4.0772828262847645</c:v>
                </c:pt>
                <c:pt idx="4288">
                  <c:v>4.0742688610198998</c:v>
                </c:pt>
                <c:pt idx="4289">
                  <c:v>4.0704844720496896</c:v>
                </c:pt>
                <c:pt idx="4290">
                  <c:v>4.0615005736440244</c:v>
                </c:pt>
                <c:pt idx="4291">
                  <c:v>4.0541385449222611</c:v>
                </c:pt>
                <c:pt idx="4292">
                  <c:v>4.0584701507299128</c:v>
                </c:pt>
                <c:pt idx="4293">
                  <c:v>4.0631359734145667</c:v>
                </c:pt>
                <c:pt idx="4294">
                  <c:v>4.0625620920204142</c:v>
                </c:pt>
                <c:pt idx="4295">
                  <c:v>4.0590244886655853</c:v>
                </c:pt>
                <c:pt idx="4296">
                  <c:v>4.0582463899988133</c:v>
                </c:pt>
                <c:pt idx="4297">
                  <c:v>4.0578426237290817</c:v>
                </c:pt>
                <c:pt idx="4298">
                  <c:v>4.0592567155912489</c:v>
                </c:pt>
                <c:pt idx="4299">
                  <c:v>4.0656609566008628</c:v>
                </c:pt>
                <c:pt idx="4300">
                  <c:v>4.0683262254223207</c:v>
                </c:pt>
                <c:pt idx="4301">
                  <c:v>4.0655335680658302</c:v>
                </c:pt>
                <c:pt idx="4302">
                  <c:v>4.0621987577639755</c:v>
                </c:pt>
                <c:pt idx="4303">
                  <c:v>4.0609690232226923</c:v>
                </c:pt>
                <c:pt idx="4304">
                  <c:v>4.0627078371642202</c:v>
                </c:pt>
                <c:pt idx="4305">
                  <c:v>4.063466708865767</c:v>
                </c:pt>
                <c:pt idx="4306">
                  <c:v>4.0596476638841636</c:v>
                </c:pt>
                <c:pt idx="4307">
                  <c:v>4.051382521660007</c:v>
                </c:pt>
                <c:pt idx="4308">
                  <c:v>4.0559033113106775</c:v>
                </c:pt>
                <c:pt idx="4309">
                  <c:v>4.0628990782133956</c:v>
                </c:pt>
                <c:pt idx="4310">
                  <c:v>4.0609709221822206</c:v>
                </c:pt>
                <c:pt idx="4311">
                  <c:v>4.0665482454405186</c:v>
                </c:pt>
                <c:pt idx="4312">
                  <c:v>4.0712080547533329</c:v>
                </c:pt>
                <c:pt idx="4313">
                  <c:v>4.0659615460695493</c:v>
                </c:pt>
                <c:pt idx="4314">
                  <c:v>4.062256280413024</c:v>
                </c:pt>
                <c:pt idx="4315">
                  <c:v>4.0649736123748861</c:v>
                </c:pt>
                <c:pt idx="4316">
                  <c:v>4.0646278434940859</c:v>
                </c:pt>
                <c:pt idx="4317">
                  <c:v>4.0638176207619576</c:v>
                </c:pt>
                <c:pt idx="4318">
                  <c:v>4.0722420382165607</c:v>
                </c:pt>
                <c:pt idx="4319">
                  <c:v>4.0810919017288443</c:v>
                </c:pt>
                <c:pt idx="4320">
                  <c:v>4.0855235985283063</c:v>
                </c:pt>
                <c:pt idx="4321">
                  <c:v>4.0871543300233411</c:v>
                </c:pt>
                <c:pt idx="4322">
                  <c:v>4.0852458756972743</c:v>
                </c:pt>
                <c:pt idx="4323">
                  <c:v>4.0821015152114573</c:v>
                </c:pt>
                <c:pt idx="4324">
                  <c:v>4.0817755271590777</c:v>
                </c:pt>
                <c:pt idx="4325">
                  <c:v>4.0791288523163347</c:v>
                </c:pt>
                <c:pt idx="4326">
                  <c:v>4.0746994500929699</c:v>
                </c:pt>
                <c:pt idx="4327">
                  <c:v>4.0792000632986509</c:v>
                </c:pt>
                <c:pt idx="4328">
                  <c:v>4.0813569648296868</c:v>
                </c:pt>
                <c:pt idx="4329">
                  <c:v>4.0763836689480559</c:v>
                </c:pt>
                <c:pt idx="4330">
                  <c:v>4.0721895794595877</c:v>
                </c:pt>
                <c:pt idx="4331">
                  <c:v>4.0726887684456221</c:v>
                </c:pt>
                <c:pt idx="4332">
                  <c:v>4.0715718637496536</c:v>
                </c:pt>
                <c:pt idx="4333">
                  <c:v>4.0709613482612648</c:v>
                </c:pt>
                <c:pt idx="4334">
                  <c:v>4.0687466867112398</c:v>
                </c:pt>
                <c:pt idx="4335">
                  <c:v>4.0724551964236264</c:v>
                </c:pt>
                <c:pt idx="4336">
                  <c:v>4.0782185385923961</c:v>
                </c:pt>
                <c:pt idx="4337">
                  <c:v>4.0826031570202161</c:v>
                </c:pt>
                <c:pt idx="4338">
                  <c:v>4.0794880721604621</c:v>
                </c:pt>
                <c:pt idx="4339">
                  <c:v>4.0774645725362975</c:v>
                </c:pt>
                <c:pt idx="4340">
                  <c:v>4.0835858685761757</c:v>
                </c:pt>
                <c:pt idx="4341">
                  <c:v>4.0861423428413186</c:v>
                </c:pt>
                <c:pt idx="4342">
                  <c:v>4.0797428492305254</c:v>
                </c:pt>
                <c:pt idx="4343">
                  <c:v>4.0773002334137756</c:v>
                </c:pt>
                <c:pt idx="4344">
                  <c:v>4.0785816354788942</c:v>
                </c:pt>
                <c:pt idx="4345">
                  <c:v>4.0735486806187442</c:v>
                </c:pt>
                <c:pt idx="4346">
                  <c:v>4.0635663251176961</c:v>
                </c:pt>
                <c:pt idx="4347">
                  <c:v>4.0628979704870041</c:v>
                </c:pt>
                <c:pt idx="4348">
                  <c:v>4.0581995489971119</c:v>
                </c:pt>
                <c:pt idx="4349">
                  <c:v>4.0519986549036675</c:v>
                </c:pt>
                <c:pt idx="4350">
                  <c:v>4.0532642323060486</c:v>
                </c:pt>
                <c:pt idx="4351">
                  <c:v>4.0559011749812086</c:v>
                </c:pt>
                <c:pt idx="4352">
                  <c:v>4.0584490248051592</c:v>
                </c:pt>
                <c:pt idx="4353">
                  <c:v>4.063474304703881</c:v>
                </c:pt>
                <c:pt idx="4354">
                  <c:v>4.0599498358191237</c:v>
                </c:pt>
                <c:pt idx="4355">
                  <c:v>4.0566776911817071</c:v>
                </c:pt>
                <c:pt idx="4356">
                  <c:v>4.0544663528108558</c:v>
                </c:pt>
                <c:pt idx="4357">
                  <c:v>4.0602287454998613</c:v>
                </c:pt>
                <c:pt idx="4358">
                  <c:v>4.0679689045377216</c:v>
                </c:pt>
                <c:pt idx="4359">
                  <c:v>4.0652728567472405</c:v>
                </c:pt>
                <c:pt idx="4360">
                  <c:v>4.0622767733512681</c:v>
                </c:pt>
                <c:pt idx="4361">
                  <c:v>4.0645660481860979</c:v>
                </c:pt>
                <c:pt idx="4362">
                  <c:v>4.0603433160580762</c:v>
                </c:pt>
                <c:pt idx="4363">
                  <c:v>4.0576691854254854</c:v>
                </c:pt>
                <c:pt idx="4364">
                  <c:v>4.0561732009336549</c:v>
                </c:pt>
                <c:pt idx="4365">
                  <c:v>4.0571214147248487</c:v>
                </c:pt>
                <c:pt idx="4366">
                  <c:v>4.0578344740277723</c:v>
                </c:pt>
                <c:pt idx="4367">
                  <c:v>4.0583026466748429</c:v>
                </c:pt>
                <c:pt idx="4368">
                  <c:v>4.0643468766071926</c:v>
                </c:pt>
                <c:pt idx="4369">
                  <c:v>4.0701671084385014</c:v>
                </c:pt>
                <c:pt idx="4370">
                  <c:v>4.0661123551054317</c:v>
                </c:pt>
                <c:pt idx="4371">
                  <c:v>4.0612348775566725</c:v>
                </c:pt>
                <c:pt idx="4372">
                  <c:v>4.0664943624639003</c:v>
                </c:pt>
                <c:pt idx="4373">
                  <c:v>4.076792973849745</c:v>
                </c:pt>
                <c:pt idx="4374">
                  <c:v>4.0799691419076627</c:v>
                </c:pt>
                <c:pt idx="4375">
                  <c:v>4.0720905170708548</c:v>
                </c:pt>
                <c:pt idx="4376">
                  <c:v>4.0681401273885349</c:v>
                </c:pt>
                <c:pt idx="4377">
                  <c:v>4.0641716184673813</c:v>
                </c:pt>
                <c:pt idx="4378">
                  <c:v>4.0599865490366733</c:v>
                </c:pt>
                <c:pt idx="4379">
                  <c:v>4.0585668394192345</c:v>
                </c:pt>
                <c:pt idx="4380">
                  <c:v>4.0609092059975476</c:v>
                </c:pt>
                <c:pt idx="4381">
                  <c:v>4.0615516873046644</c:v>
                </c:pt>
                <c:pt idx="4382">
                  <c:v>4.0601620445464253</c:v>
                </c:pt>
                <c:pt idx="4383">
                  <c:v>4.0599505479289473</c:v>
                </c:pt>
                <c:pt idx="4384">
                  <c:v>4.0661083198164336</c:v>
                </c:pt>
                <c:pt idx="4385">
                  <c:v>4.0701461407603752</c:v>
                </c:pt>
                <c:pt idx="4386">
                  <c:v>4.0687413854492229</c:v>
                </c:pt>
                <c:pt idx="4387">
                  <c:v>4.0663189460774616</c:v>
                </c:pt>
                <c:pt idx="4388">
                  <c:v>4.0661241444791711</c:v>
                </c:pt>
                <c:pt idx="4389">
                  <c:v>4.0689046959686674</c:v>
                </c:pt>
                <c:pt idx="4390">
                  <c:v>4.0711251335205922</c:v>
                </c:pt>
                <c:pt idx="4391">
                  <c:v>4.0654821379119355</c:v>
                </c:pt>
                <c:pt idx="4392">
                  <c:v>4.0575145784705464</c:v>
                </c:pt>
                <c:pt idx="4393">
                  <c:v>4.0590107212090043</c:v>
                </c:pt>
                <c:pt idx="4394">
                  <c:v>4.0676698975353087</c:v>
                </c:pt>
                <c:pt idx="4395">
                  <c:v>4.0792467460537249</c:v>
                </c:pt>
                <c:pt idx="4396">
                  <c:v>4.0783355619733355</c:v>
                </c:pt>
                <c:pt idx="4397">
                  <c:v>4.0735514499347234</c:v>
                </c:pt>
                <c:pt idx="4398">
                  <c:v>4.0759847292004592</c:v>
                </c:pt>
                <c:pt idx="4399">
                  <c:v>4.0815967084701503</c:v>
                </c:pt>
                <c:pt idx="4400">
                  <c:v>4.0750992601970166</c:v>
                </c:pt>
                <c:pt idx="4401">
                  <c:v>4.0732654191557547</c:v>
                </c:pt>
                <c:pt idx="4402">
                  <c:v>4.074644855006528</c:v>
                </c:pt>
                <c:pt idx="4403">
                  <c:v>4.0794445543379361</c:v>
                </c:pt>
                <c:pt idx="4404">
                  <c:v>4.0867009534359298</c:v>
                </c:pt>
                <c:pt idx="4405">
                  <c:v>4.0910115915654544</c:v>
                </c:pt>
                <c:pt idx="4406">
                  <c:v>4.0892257783755985</c:v>
                </c:pt>
                <c:pt idx="4407">
                  <c:v>4.0867318115282671</c:v>
                </c:pt>
                <c:pt idx="4408">
                  <c:v>4.0787866439846505</c:v>
                </c:pt>
                <c:pt idx="4409">
                  <c:v>4.0673867151956324</c:v>
                </c:pt>
                <c:pt idx="4410">
                  <c:v>4.0683443446611545</c:v>
                </c:pt>
                <c:pt idx="4411">
                  <c:v>4.0777175297701467</c:v>
                </c:pt>
                <c:pt idx="4412">
                  <c:v>4.0822827075997941</c:v>
                </c:pt>
                <c:pt idx="4413">
                  <c:v>4.0871836056494049</c:v>
                </c:pt>
                <c:pt idx="4414">
                  <c:v>4.0904355738418321</c:v>
                </c:pt>
                <c:pt idx="4415">
                  <c:v>4.0904419037069273</c:v>
                </c:pt>
                <c:pt idx="4416">
                  <c:v>4.0973556988566679</c:v>
                </c:pt>
                <c:pt idx="4417">
                  <c:v>4.1000087035645052</c:v>
                </c:pt>
                <c:pt idx="4418">
                  <c:v>4.0990077936463978</c:v>
                </c:pt>
                <c:pt idx="4419">
                  <c:v>4.0990797958618508</c:v>
                </c:pt>
                <c:pt idx="4420">
                  <c:v>4.0987261146496818</c:v>
                </c:pt>
                <c:pt idx="4421">
                  <c:v>4.0921715393440676</c:v>
                </c:pt>
                <c:pt idx="4422">
                  <c:v>4.0764153182735292</c:v>
                </c:pt>
                <c:pt idx="4423">
                  <c:v>4.0722077778217356</c:v>
                </c:pt>
                <c:pt idx="4424">
                  <c:v>4.0755876884123907</c:v>
                </c:pt>
                <c:pt idx="4425">
                  <c:v>4.070591288523163</c:v>
                </c:pt>
                <c:pt idx="4426">
                  <c:v>4.0565815563555798</c:v>
                </c:pt>
                <c:pt idx="4427">
                  <c:v>4.0599310835937805</c:v>
                </c:pt>
                <c:pt idx="4428">
                  <c:v>4.0720330735451205</c:v>
                </c:pt>
                <c:pt idx="4429">
                  <c:v>4.083090556632512</c:v>
                </c:pt>
                <c:pt idx="4430">
                  <c:v>4.0866938323376987</c:v>
                </c:pt>
                <c:pt idx="4431">
                  <c:v>4.0887494560272186</c:v>
                </c:pt>
                <c:pt idx="4432">
                  <c:v>4.0908897416623811</c:v>
                </c:pt>
                <c:pt idx="4433">
                  <c:v>4.0821252522055627</c:v>
                </c:pt>
                <c:pt idx="4434">
                  <c:v>4.0738398544131025</c:v>
                </c:pt>
                <c:pt idx="4435">
                  <c:v>4.0761119594888635</c:v>
                </c:pt>
                <c:pt idx="4436">
                  <c:v>4.0796589785180206</c:v>
                </c:pt>
                <c:pt idx="4437">
                  <c:v>4.0831293270562172</c:v>
                </c:pt>
                <c:pt idx="4438">
                  <c:v>4.0731305930292363</c:v>
                </c:pt>
                <c:pt idx="4439">
                  <c:v>4.0645723780511931</c:v>
                </c:pt>
                <c:pt idx="4440">
                  <c:v>4.065023380939194</c:v>
                </c:pt>
                <c:pt idx="4441">
                  <c:v>4.0663626221466158</c:v>
                </c:pt>
                <c:pt idx="4442">
                  <c:v>4.0666087747754878</c:v>
                </c:pt>
                <c:pt idx="4443">
                  <c:v>4.0716534398860622</c:v>
                </c:pt>
                <c:pt idx="4444">
                  <c:v>4.0768318233967635</c:v>
                </c:pt>
                <c:pt idx="4445">
                  <c:v>4.0740301459825137</c:v>
                </c:pt>
                <c:pt idx="4446">
                  <c:v>4.0732122482889581</c:v>
                </c:pt>
                <c:pt idx="4447">
                  <c:v>4.0756107924199867</c:v>
                </c:pt>
                <c:pt idx="4448">
                  <c:v>4.0806377339082962</c:v>
                </c:pt>
                <c:pt idx="4449">
                  <c:v>4.0758753807809471</c:v>
                </c:pt>
                <c:pt idx="4450">
                  <c:v>4.06827123471931</c:v>
                </c:pt>
                <c:pt idx="4451">
                  <c:v>4.0724434070498869</c:v>
                </c:pt>
                <c:pt idx="4452">
                  <c:v>4.0814780234996242</c:v>
                </c:pt>
                <c:pt idx="4453">
                  <c:v>4.0865988843612771</c:v>
                </c:pt>
                <c:pt idx="4454">
                  <c:v>4.0886228587253237</c:v>
                </c:pt>
                <c:pt idx="4455">
                  <c:v>4.0916524904062985</c:v>
                </c:pt>
                <c:pt idx="4456">
                  <c:v>4.0963911856628554</c:v>
                </c:pt>
                <c:pt idx="4457">
                  <c:v>4.1061486727064134</c:v>
                </c:pt>
                <c:pt idx="4458">
                  <c:v>4.1035597578826604</c:v>
                </c:pt>
                <c:pt idx="4459">
                  <c:v>4.0972567947145624</c:v>
                </c:pt>
                <c:pt idx="4460">
                  <c:v>4.0930909522490806</c:v>
                </c:pt>
                <c:pt idx="4461">
                  <c:v>4.0921367250860463</c:v>
                </c:pt>
                <c:pt idx="4462">
                  <c:v>4.0897179253867151</c:v>
                </c:pt>
                <c:pt idx="4463">
                  <c:v>4.076175732879693</c:v>
                </c:pt>
                <c:pt idx="4464">
                  <c:v>4.0689545436562886</c:v>
                </c:pt>
                <c:pt idx="4465">
                  <c:v>4.0699928789017683</c:v>
                </c:pt>
                <c:pt idx="4466">
                  <c:v>4.0749122918067808</c:v>
                </c:pt>
                <c:pt idx="4467">
                  <c:v>4.0762560430430828</c:v>
                </c:pt>
                <c:pt idx="4468">
                  <c:v>4.0738976144320924</c:v>
                </c:pt>
                <c:pt idx="4469">
                  <c:v>4.0616196542311194</c:v>
                </c:pt>
                <c:pt idx="4470">
                  <c:v>4.0511797286070337</c:v>
                </c:pt>
                <c:pt idx="4471">
                  <c:v>4.0482036634094234</c:v>
                </c:pt>
                <c:pt idx="4472">
                  <c:v>4.0485814772322666</c:v>
                </c:pt>
                <c:pt idx="4473">
                  <c:v>4.0519272856747239</c:v>
                </c:pt>
                <c:pt idx="4474">
                  <c:v>4.059670926138387</c:v>
                </c:pt>
                <c:pt idx="4475">
                  <c:v>4.0695918819480159</c:v>
                </c:pt>
                <c:pt idx="4476">
                  <c:v>4.0721176563674488</c:v>
                </c:pt>
                <c:pt idx="4477">
                  <c:v>4.0740701823792378</c:v>
                </c:pt>
                <c:pt idx="4478">
                  <c:v>4.0750217984729202</c:v>
                </c:pt>
                <c:pt idx="4479">
                  <c:v>4.0756147485856706</c:v>
                </c:pt>
                <c:pt idx="4480">
                  <c:v>4.0719240416188631</c:v>
                </c:pt>
                <c:pt idx="4481">
                  <c:v>4.0718019543458484</c:v>
                </c:pt>
                <c:pt idx="4482">
                  <c:v>4.0757972860703404</c:v>
                </c:pt>
                <c:pt idx="4483">
                  <c:v>4.0758915219369385</c:v>
                </c:pt>
                <c:pt idx="4484">
                  <c:v>4.0781510464058233</c:v>
                </c:pt>
                <c:pt idx="4485">
                  <c:v>4.0801954345848008</c:v>
                </c:pt>
                <c:pt idx="4486">
                  <c:v>4.0759829093642441</c:v>
                </c:pt>
                <c:pt idx="4487">
                  <c:v>4.0700041935356257</c:v>
                </c:pt>
                <c:pt idx="4488">
                  <c:v>4.0714656011393755</c:v>
                </c:pt>
                <c:pt idx="4489">
                  <c:v>4.0696748031807575</c:v>
                </c:pt>
                <c:pt idx="4490">
                  <c:v>4.0675617359655023</c:v>
                </c:pt>
                <c:pt idx="4491">
                  <c:v>4.0697777426118602</c:v>
                </c:pt>
                <c:pt idx="4492">
                  <c:v>4.0759605965897849</c:v>
                </c:pt>
                <c:pt idx="4493">
                  <c:v>4.0750537642916482</c:v>
                </c:pt>
                <c:pt idx="4494">
                  <c:v>4.0704734739090878</c:v>
                </c:pt>
                <c:pt idx="4495">
                  <c:v>4.0641286545080506</c:v>
                </c:pt>
                <c:pt idx="4496">
                  <c:v>4.0642808877635792</c:v>
                </c:pt>
                <c:pt idx="4497">
                  <c:v>4.0663186295842069</c:v>
                </c:pt>
                <c:pt idx="4498">
                  <c:v>4.0667144043992565</c:v>
                </c:pt>
                <c:pt idx="4499">
                  <c:v>4.0653004707837166</c:v>
                </c:pt>
                <c:pt idx="4500">
                  <c:v>4.0608647386952565</c:v>
                </c:pt>
                <c:pt idx="4501">
                  <c:v>4.0605550500454957</c:v>
                </c:pt>
                <c:pt idx="4502">
                  <c:v>4.0621562685445269</c:v>
                </c:pt>
                <c:pt idx="4503">
                  <c:v>4.0694030937215651</c:v>
                </c:pt>
                <c:pt idx="4504">
                  <c:v>4.0775573050599361</c:v>
                </c:pt>
                <c:pt idx="4505">
                  <c:v>4.0730703010642086</c:v>
                </c:pt>
                <c:pt idx="4506">
                  <c:v>4.0734684495786686</c:v>
                </c:pt>
                <c:pt idx="4507">
                  <c:v>4.0728828579340899</c:v>
                </c:pt>
                <c:pt idx="4508">
                  <c:v>4.0729350793211223</c:v>
                </c:pt>
                <c:pt idx="4509">
                  <c:v>4.0705822684654036</c:v>
                </c:pt>
                <c:pt idx="4510">
                  <c:v>4.0700448629188593</c:v>
                </c:pt>
                <c:pt idx="4511">
                  <c:v>4.0695554061004078</c:v>
                </c:pt>
                <c:pt idx="4512">
                  <c:v>4.0680093365510146</c:v>
                </c:pt>
                <c:pt idx="4513">
                  <c:v>4.074920837124659</c:v>
                </c:pt>
                <c:pt idx="4514">
                  <c:v>4.0762862681489098</c:v>
                </c:pt>
                <c:pt idx="4515">
                  <c:v>4.0753935198006097</c:v>
                </c:pt>
                <c:pt idx="4516">
                  <c:v>4.0695599161292879</c:v>
                </c:pt>
                <c:pt idx="4517">
                  <c:v>4.0613672508604663</c:v>
                </c:pt>
                <c:pt idx="4518">
                  <c:v>4.0640002373699406</c:v>
                </c:pt>
                <c:pt idx="4519">
                  <c:v>4.068028642639554</c:v>
                </c:pt>
                <c:pt idx="4520">
                  <c:v>4.0686592554496182</c:v>
                </c:pt>
                <c:pt idx="4521">
                  <c:v>4.0644826522134743</c:v>
                </c:pt>
                <c:pt idx="4522">
                  <c:v>4.0679141512046524</c:v>
                </c:pt>
                <c:pt idx="4523">
                  <c:v>4.0773034774696368</c:v>
                </c:pt>
                <c:pt idx="4524">
                  <c:v>4.0795031055900619</c:v>
                </c:pt>
                <c:pt idx="4525">
                  <c:v>4.0729924437235434</c:v>
                </c:pt>
                <c:pt idx="4526">
                  <c:v>4.0664855006527674</c:v>
                </c:pt>
                <c:pt idx="4527">
                  <c:v>4.0647346599675593</c:v>
                </c:pt>
                <c:pt idx="4528">
                  <c:v>4.0630252798987225</c:v>
                </c:pt>
                <c:pt idx="4529">
                  <c:v>4.0567334731178546</c:v>
                </c:pt>
                <c:pt idx="4530">
                  <c:v>4.0572380424892192</c:v>
                </c:pt>
                <c:pt idx="4531">
                  <c:v>4.0637193496063615</c:v>
                </c:pt>
                <c:pt idx="4532">
                  <c:v>4.0673729477390514</c:v>
                </c:pt>
                <c:pt idx="4533">
                  <c:v>4.0595296119001461</c:v>
                </c:pt>
                <c:pt idx="4534">
                  <c:v>4.0537855758199157</c:v>
                </c:pt>
                <c:pt idx="4535">
                  <c:v>4.0616428373620286</c:v>
                </c:pt>
                <c:pt idx="4536">
                  <c:v>4.0653904339913751</c:v>
                </c:pt>
                <c:pt idx="4537">
                  <c:v>4.0757084305890734</c:v>
                </c:pt>
                <c:pt idx="4538">
                  <c:v>4.0877643707718478</c:v>
                </c:pt>
                <c:pt idx="4539">
                  <c:v>4.0887921826166078</c:v>
                </c:pt>
                <c:pt idx="4540">
                  <c:v>4.0881449539106693</c:v>
                </c:pt>
                <c:pt idx="4541">
                  <c:v>4.0891442813625032</c:v>
                </c:pt>
                <c:pt idx="4542">
                  <c:v>4.0853273727103687</c:v>
                </c:pt>
                <c:pt idx="4543">
                  <c:v>4.0879083752027539</c:v>
                </c:pt>
                <c:pt idx="4544">
                  <c:v>4.0864912766546659</c:v>
                </c:pt>
                <c:pt idx="4545">
                  <c:v>4.0752832219013335</c:v>
                </c:pt>
                <c:pt idx="4546">
                  <c:v>4.0732112196858807</c:v>
                </c:pt>
                <c:pt idx="4547">
                  <c:v>4.0839727815800924</c:v>
                </c:pt>
                <c:pt idx="4548">
                  <c:v>4.0904339913755585</c:v>
                </c:pt>
                <c:pt idx="4549">
                  <c:v>4.0875143411006052</c:v>
                </c:pt>
                <c:pt idx="4550">
                  <c:v>4.0747266685128771</c:v>
                </c:pt>
                <c:pt idx="4551">
                  <c:v>4.0613606836254306</c:v>
                </c:pt>
                <c:pt idx="4552">
                  <c:v>4.0586803022510587</c:v>
                </c:pt>
                <c:pt idx="4553">
                  <c:v>4.0635592040194641</c:v>
                </c:pt>
                <c:pt idx="4554">
                  <c:v>4.0704946789571546</c:v>
                </c:pt>
                <c:pt idx="4555">
                  <c:v>4.0779936701349051</c:v>
                </c:pt>
                <c:pt idx="4556">
                  <c:v>4.0856335799343277</c:v>
                </c:pt>
                <c:pt idx="4557">
                  <c:v>4.0881853068006491</c:v>
                </c:pt>
                <c:pt idx="4558">
                  <c:v>4.0797610475926733</c:v>
                </c:pt>
                <c:pt idx="4559">
                  <c:v>4.0641387822922024</c:v>
                </c:pt>
                <c:pt idx="4560">
                  <c:v>4.062622383985441</c:v>
                </c:pt>
                <c:pt idx="4561">
                  <c:v>4.0675538236341335</c:v>
                </c:pt>
                <c:pt idx="4562">
                  <c:v>4.0714772322664876</c:v>
                </c:pt>
                <c:pt idx="4563">
                  <c:v>4.0704925426276857</c:v>
                </c:pt>
                <c:pt idx="4564">
                  <c:v>4.0710536060450213</c:v>
                </c:pt>
                <c:pt idx="4565">
                  <c:v>4.0737262333346518</c:v>
                </c:pt>
                <c:pt idx="4566">
                  <c:v>4.0800451002888005</c:v>
                </c:pt>
                <c:pt idx="4567">
                  <c:v>4.0833619495984488</c:v>
                </c:pt>
                <c:pt idx="4568">
                  <c:v>4.0851335205918424</c:v>
                </c:pt>
                <c:pt idx="4569">
                  <c:v>4.0861779483324758</c:v>
                </c:pt>
                <c:pt idx="4570">
                  <c:v>4.0930442694940066</c:v>
                </c:pt>
                <c:pt idx="4571">
                  <c:v>4.0900209676781261</c:v>
                </c:pt>
                <c:pt idx="4572">
                  <c:v>4.083555801716976</c:v>
                </c:pt>
                <c:pt idx="4573">
                  <c:v>4.0831641413142385</c:v>
                </c:pt>
                <c:pt idx="4574">
                  <c:v>4.0872128812754678</c:v>
                </c:pt>
                <c:pt idx="4575">
                  <c:v>4.0924627131384259</c:v>
                </c:pt>
                <c:pt idx="4576">
                  <c:v>4.0838208648178185</c:v>
                </c:pt>
                <c:pt idx="4577">
                  <c:v>4.0712152549748781</c:v>
                </c:pt>
                <c:pt idx="4578">
                  <c:v>4.0651380306207221</c:v>
                </c:pt>
                <c:pt idx="4579">
                  <c:v>4.0667405150927722</c:v>
                </c:pt>
                <c:pt idx="4580">
                  <c:v>4.0662819954899714</c:v>
                </c:pt>
                <c:pt idx="4581">
                  <c:v>4.0666621038889108</c:v>
                </c:pt>
                <c:pt idx="4582">
                  <c:v>4.06767401194762</c:v>
                </c:pt>
                <c:pt idx="4583">
                  <c:v>4.0686164497369148</c:v>
                </c:pt>
                <c:pt idx="4584">
                  <c:v>4.0734346639237256</c:v>
                </c:pt>
                <c:pt idx="4585">
                  <c:v>4.0676016932389132</c:v>
                </c:pt>
                <c:pt idx="4586">
                  <c:v>4.0636524112829848</c:v>
                </c:pt>
                <c:pt idx="4587">
                  <c:v>4.053580409067532</c:v>
                </c:pt>
                <c:pt idx="4588">
                  <c:v>4.0522772480911504</c:v>
                </c:pt>
                <c:pt idx="4589">
                  <c:v>4.0622956838232387</c:v>
                </c:pt>
                <c:pt idx="4590">
                  <c:v>4.0681121968588041</c:v>
                </c:pt>
                <c:pt idx="4591">
                  <c:v>4.0739410531313052</c:v>
                </c:pt>
                <c:pt idx="4592">
                  <c:v>4.0791161925861452</c:v>
                </c:pt>
                <c:pt idx="4593">
                  <c:v>4.0910313723938758</c:v>
                </c:pt>
                <c:pt idx="4594">
                  <c:v>4.0978272738062271</c:v>
                </c:pt>
                <c:pt idx="4595">
                  <c:v>4.0998995133916205</c:v>
                </c:pt>
                <c:pt idx="4596">
                  <c:v>4.0894338726905879</c:v>
                </c:pt>
                <c:pt idx="4597">
                  <c:v>4.0864137358072554</c:v>
                </c:pt>
                <c:pt idx="4598">
                  <c:v>4.0807532539462752</c:v>
                </c:pt>
                <c:pt idx="4599">
                  <c:v>4.0722076195751082</c:v>
                </c:pt>
                <c:pt idx="4600">
                  <c:v>4.0725590062111801</c:v>
                </c:pt>
                <c:pt idx="4601">
                  <c:v>4.0784623175218577</c:v>
                </c:pt>
                <c:pt idx="4602">
                  <c:v>4.0851161134628322</c:v>
                </c:pt>
                <c:pt idx="4603">
                  <c:v>4.0855963919768961</c:v>
                </c:pt>
                <c:pt idx="4604">
                  <c:v>4.0807485065474545</c:v>
                </c:pt>
                <c:pt idx="4605">
                  <c:v>4.0743330300272973</c:v>
                </c:pt>
                <c:pt idx="4606">
                  <c:v>4.0761374371958699</c:v>
                </c:pt>
                <c:pt idx="4607">
                  <c:v>4.0819859951734783</c:v>
                </c:pt>
                <c:pt idx="4608">
                  <c:v>4.0782265300470781</c:v>
                </c:pt>
                <c:pt idx="4609">
                  <c:v>4.0798441270720414</c:v>
                </c:pt>
                <c:pt idx="4610">
                  <c:v>4.0900803101633896</c:v>
                </c:pt>
                <c:pt idx="4611">
                  <c:v>4.0905566325117695</c:v>
                </c:pt>
                <c:pt idx="4612">
                  <c:v>4.085715868180559</c:v>
                </c:pt>
                <c:pt idx="4613">
                  <c:v>4.0849048542152948</c:v>
                </c:pt>
                <c:pt idx="4614">
                  <c:v>4.0897282114174942</c:v>
                </c:pt>
                <c:pt idx="4615">
                  <c:v>4.082852395458322</c:v>
                </c:pt>
                <c:pt idx="4616">
                  <c:v>4.0771207817383388</c:v>
                </c:pt>
                <c:pt idx="4617">
                  <c:v>4.0743389642758236</c:v>
                </c:pt>
                <c:pt idx="4618">
                  <c:v>4.078721921114056</c:v>
                </c:pt>
                <c:pt idx="4619">
                  <c:v>4.0856865925544961</c:v>
                </c:pt>
                <c:pt idx="4620">
                  <c:v>4.0938220516675239</c:v>
                </c:pt>
                <c:pt idx="4621">
                  <c:v>4.0956695810420545</c:v>
                </c:pt>
                <c:pt idx="4622">
                  <c:v>4.0929651461803225</c:v>
                </c:pt>
                <c:pt idx="4623">
                  <c:v>4.0989990900818922</c:v>
                </c:pt>
                <c:pt idx="4624">
                  <c:v>4.0999952526011789</c:v>
                </c:pt>
                <c:pt idx="4625">
                  <c:v>4.0941132254618822</c:v>
                </c:pt>
                <c:pt idx="4626">
                  <c:v>4.0823792380424893</c:v>
                </c:pt>
                <c:pt idx="4627">
                  <c:v>4.0708367290422123</c:v>
                </c:pt>
                <c:pt idx="4628">
                  <c:v>4.0729179886853659</c:v>
                </c:pt>
                <c:pt idx="4629">
                  <c:v>4.0798678640661468</c:v>
                </c:pt>
                <c:pt idx="4630">
                  <c:v>4.0810325592435808</c:v>
                </c:pt>
                <c:pt idx="4631">
                  <c:v>4.0827614036475843</c:v>
                </c:pt>
                <c:pt idx="4632">
                  <c:v>4.0817937255212247</c:v>
                </c:pt>
                <c:pt idx="4633">
                  <c:v>4.0813031609763817</c:v>
                </c:pt>
                <c:pt idx="4634">
                  <c:v>4.0866669304110452</c:v>
                </c:pt>
                <c:pt idx="4635">
                  <c:v>4.0909831071725282</c:v>
                </c:pt>
                <c:pt idx="4636">
                  <c:v>4.0857364402421172</c:v>
                </c:pt>
                <c:pt idx="4637">
                  <c:v>4.0827479526842581</c:v>
                </c:pt>
                <c:pt idx="4638">
                  <c:v>4.0842259761838822</c:v>
                </c:pt>
                <c:pt idx="4639">
                  <c:v>4.0948728092732525</c:v>
                </c:pt>
                <c:pt idx="4640">
                  <c:v>4.1015808838074141</c:v>
                </c:pt>
                <c:pt idx="4641">
                  <c:v>4.0908604660363173</c:v>
                </c:pt>
                <c:pt idx="4642">
                  <c:v>4.0865814772322668</c:v>
                </c:pt>
                <c:pt idx="4643">
                  <c:v>4.085665229259801</c:v>
                </c:pt>
                <c:pt idx="4644">
                  <c:v>4.0828872097163433</c:v>
                </c:pt>
                <c:pt idx="4645">
                  <c:v>4.0856264588360958</c:v>
                </c:pt>
                <c:pt idx="4646">
                  <c:v>4.0881766032361435</c:v>
                </c:pt>
                <c:pt idx="4647">
                  <c:v>4.0846864738695254</c:v>
                </c:pt>
                <c:pt idx="4648">
                  <c:v>4.0847909166435894</c:v>
                </c:pt>
                <c:pt idx="4649">
                  <c:v>4.0862721050757607</c:v>
                </c:pt>
                <c:pt idx="4650">
                  <c:v>4.0820690746528463</c:v>
                </c:pt>
                <c:pt idx="4651">
                  <c:v>4.0836697392886814</c:v>
                </c:pt>
                <c:pt idx="4652">
                  <c:v>4.0828318233967638</c:v>
                </c:pt>
                <c:pt idx="4653">
                  <c:v>4.0814598251374772</c:v>
                </c:pt>
                <c:pt idx="4654">
                  <c:v>4.0884242592079758</c:v>
                </c:pt>
                <c:pt idx="4655">
                  <c:v>4.0874795268425839</c:v>
                </c:pt>
                <c:pt idx="4656">
                  <c:v>4.0793741345887566</c:v>
                </c:pt>
                <c:pt idx="4657">
                  <c:v>4.0742145033033985</c:v>
                </c:pt>
                <c:pt idx="4658">
                  <c:v>4.0770613601297621</c:v>
                </c:pt>
                <c:pt idx="4659">
                  <c:v>4.0774814258021124</c:v>
                </c:pt>
                <c:pt idx="4660">
                  <c:v>4.0748468568263636</c:v>
                </c:pt>
                <c:pt idx="4661">
                  <c:v>4.0735711516398307</c:v>
                </c:pt>
                <c:pt idx="4662">
                  <c:v>4.0785120069628515</c:v>
                </c:pt>
                <c:pt idx="4663">
                  <c:v>4.0767741425010877</c:v>
                </c:pt>
                <c:pt idx="4664">
                  <c:v>4.0748144953910668</c:v>
                </c:pt>
                <c:pt idx="4665">
                  <c:v>4.0683301815880046</c:v>
                </c:pt>
                <c:pt idx="4666">
                  <c:v>4.0663119832258579</c:v>
                </c:pt>
                <c:pt idx="4667">
                  <c:v>4.0678496657039993</c:v>
                </c:pt>
                <c:pt idx="4668">
                  <c:v>4.0714447917078767</c:v>
                </c:pt>
                <c:pt idx="4669">
                  <c:v>4.0720542785931872</c:v>
                </c:pt>
                <c:pt idx="4670">
                  <c:v>4.0712705621711436</c:v>
                </c:pt>
                <c:pt idx="4671">
                  <c:v>4.0739982592870989</c:v>
                </c:pt>
                <c:pt idx="4672">
                  <c:v>4.0712774458994341</c:v>
                </c:pt>
                <c:pt idx="4673">
                  <c:v>4.0655815167939231</c:v>
                </c:pt>
                <c:pt idx="4674">
                  <c:v>4.0678930252798988</c:v>
                </c:pt>
                <c:pt idx="4675">
                  <c:v>4.0734267515923568</c:v>
                </c:pt>
                <c:pt idx="4676">
                  <c:v>4.0747635399770541</c:v>
                </c:pt>
                <c:pt idx="4677">
                  <c:v>4.0714830082683866</c:v>
                </c:pt>
                <c:pt idx="4678">
                  <c:v>4.07405475333307</c:v>
                </c:pt>
                <c:pt idx="4679">
                  <c:v>4.076959132808482</c:v>
                </c:pt>
                <c:pt idx="4680">
                  <c:v>4.0802120504806743</c:v>
                </c:pt>
                <c:pt idx="4681">
                  <c:v>4.0859018079677174</c:v>
                </c:pt>
                <c:pt idx="4682">
                  <c:v>4.0840044309055665</c:v>
                </c:pt>
                <c:pt idx="4683">
                  <c:v>4.0803402302488427</c:v>
                </c:pt>
                <c:pt idx="4684">
                  <c:v>4.082308027060173</c:v>
                </c:pt>
                <c:pt idx="4685">
                  <c:v>4.0813482612651821</c:v>
                </c:pt>
                <c:pt idx="4686">
                  <c:v>4.0794318946077466</c:v>
                </c:pt>
                <c:pt idx="4687">
                  <c:v>4.0759068718597931</c:v>
                </c:pt>
                <c:pt idx="4688">
                  <c:v>4.0718051192783955</c:v>
                </c:pt>
                <c:pt idx="4689">
                  <c:v>4.0722445701625984</c:v>
                </c:pt>
                <c:pt idx="4690">
                  <c:v>4.0728462238398544</c:v>
                </c:pt>
                <c:pt idx="4691">
                  <c:v>4.0747605332911343</c:v>
                </c:pt>
                <c:pt idx="4692">
                  <c:v>4.0772829054080786</c:v>
                </c:pt>
                <c:pt idx="4693">
                  <c:v>4.0830660284052698</c:v>
                </c:pt>
                <c:pt idx="4694">
                  <c:v>4.0879969933140803</c:v>
                </c:pt>
                <c:pt idx="4695">
                  <c:v>4.0887415436958499</c:v>
                </c:pt>
                <c:pt idx="4696">
                  <c:v>4.0908011235510546</c:v>
                </c:pt>
                <c:pt idx="4697">
                  <c:v>4.0913106776911814</c:v>
                </c:pt>
                <c:pt idx="4698">
                  <c:v>4.0892305257744193</c:v>
                </c:pt>
                <c:pt idx="4699">
                  <c:v>4.0845701625984097</c:v>
                </c:pt>
                <c:pt idx="4700">
                  <c:v>4.0837124658780706</c:v>
                </c:pt>
                <c:pt idx="4701">
                  <c:v>4.0848921944851053</c:v>
                </c:pt>
                <c:pt idx="4702">
                  <c:v>4.0766385251414325</c:v>
                </c:pt>
                <c:pt idx="4703">
                  <c:v>4.0676703722751908</c:v>
                </c:pt>
                <c:pt idx="4704">
                  <c:v>4.0624457016259843</c:v>
                </c:pt>
                <c:pt idx="4705">
                  <c:v>4.0671953158998297</c:v>
                </c:pt>
                <c:pt idx="4706">
                  <c:v>4.0718030620722399</c:v>
                </c:pt>
                <c:pt idx="4707">
                  <c:v>4.0680306998457096</c:v>
                </c:pt>
                <c:pt idx="4708">
                  <c:v>4.0602031095462277</c:v>
                </c:pt>
                <c:pt idx="4709">
                  <c:v>4.0535434584800409</c:v>
                </c:pt>
                <c:pt idx="4710">
                  <c:v>4.0548622067492186</c:v>
                </c:pt>
                <c:pt idx="4711">
                  <c:v>4.0583437907979585</c:v>
                </c:pt>
                <c:pt idx="4712">
                  <c:v>4.0592764172963562</c:v>
                </c:pt>
                <c:pt idx="4713">
                  <c:v>4.0615579380464455</c:v>
                </c:pt>
                <c:pt idx="4714">
                  <c:v>4.0631235510543178</c:v>
                </c:pt>
                <c:pt idx="4715">
                  <c:v>4.0667767535704398</c:v>
                </c:pt>
                <c:pt idx="4716">
                  <c:v>4.0675622107053844</c:v>
                </c:pt>
                <c:pt idx="4717">
                  <c:v>4.0602647466075883</c:v>
                </c:pt>
                <c:pt idx="4718">
                  <c:v>4.0588967836372989</c:v>
                </c:pt>
                <c:pt idx="4719">
                  <c:v>4.0680190687185975</c:v>
                </c:pt>
                <c:pt idx="4720">
                  <c:v>4.0837037623135659</c:v>
                </c:pt>
                <c:pt idx="4721">
                  <c:v>4.0855481267555485</c:v>
                </c:pt>
                <c:pt idx="4722">
                  <c:v>4.0783191043240894</c:v>
                </c:pt>
                <c:pt idx="4723">
                  <c:v>4.0791660402737664</c:v>
                </c:pt>
                <c:pt idx="4724">
                  <c:v>4.0822067492186571</c:v>
                </c:pt>
                <c:pt idx="4725">
                  <c:v>4.0782242354709819</c:v>
                </c:pt>
                <c:pt idx="4726">
                  <c:v>4.0693685168334852</c:v>
                </c:pt>
                <c:pt idx="4727">
                  <c:v>4.0599829093642441</c:v>
                </c:pt>
                <c:pt idx="4728">
                  <c:v>4.0585203940341019</c:v>
                </c:pt>
                <c:pt idx="4729">
                  <c:v>4.0626083791589194</c:v>
                </c:pt>
                <c:pt idx="4730">
                  <c:v>4.0653697828065036</c:v>
                </c:pt>
                <c:pt idx="4731">
                  <c:v>4.07256565256953</c:v>
                </c:pt>
                <c:pt idx="4732">
                  <c:v>4.0752821932982553</c:v>
                </c:pt>
                <c:pt idx="4733">
                  <c:v>4.071736440242117</c:v>
                </c:pt>
                <c:pt idx="4734">
                  <c:v>4.0718821062626107</c:v>
                </c:pt>
                <c:pt idx="4735">
                  <c:v>4.0792681093484191</c:v>
                </c:pt>
                <c:pt idx="4736">
                  <c:v>4.089213118645409</c:v>
                </c:pt>
                <c:pt idx="4737">
                  <c:v>4.0878347905210273</c:v>
                </c:pt>
                <c:pt idx="4738">
                  <c:v>4.0882058788622064</c:v>
                </c:pt>
                <c:pt idx="4739">
                  <c:v>4.096136408592792</c:v>
                </c:pt>
                <c:pt idx="4740">
                  <c:v>4.0995814376706097</c:v>
                </c:pt>
                <c:pt idx="4741">
                  <c:v>4.0954543656288322</c:v>
                </c:pt>
                <c:pt idx="4742">
                  <c:v>4.0912837757645288</c:v>
                </c:pt>
                <c:pt idx="4743">
                  <c:v>4.087168572219805</c:v>
                </c:pt>
                <c:pt idx="4744">
                  <c:v>4.0831269533568069</c:v>
                </c:pt>
                <c:pt idx="4745">
                  <c:v>4.0830968864976063</c:v>
                </c:pt>
                <c:pt idx="4746">
                  <c:v>4.0900636942675161</c:v>
                </c:pt>
                <c:pt idx="4747">
                  <c:v>4.0848257309016098</c:v>
                </c:pt>
                <c:pt idx="4748">
                  <c:v>4.0790205324999009</c:v>
                </c:pt>
                <c:pt idx="4749">
                  <c:v>4.0877778217351741</c:v>
                </c:pt>
                <c:pt idx="4750">
                  <c:v>4.097867626696206</c:v>
                </c:pt>
                <c:pt idx="4751">
                  <c:v>4.1021181311073311</c:v>
                </c:pt>
                <c:pt idx="4752">
                  <c:v>4.0956949005024335</c:v>
                </c:pt>
                <c:pt idx="4753">
                  <c:v>4.0890643668156823</c:v>
                </c:pt>
                <c:pt idx="4754">
                  <c:v>4.0872089251097838</c:v>
                </c:pt>
                <c:pt idx="4755">
                  <c:v>4.0859690627843497</c:v>
                </c:pt>
                <c:pt idx="4756">
                  <c:v>4.0875277920639315</c:v>
                </c:pt>
                <c:pt idx="4757">
                  <c:v>4.0937492582189341</c:v>
                </c:pt>
                <c:pt idx="4758">
                  <c:v>4.0923740950270995</c:v>
                </c:pt>
                <c:pt idx="4759">
                  <c:v>4.0894750168137044</c:v>
                </c:pt>
                <c:pt idx="4760">
                  <c:v>4.0944146852870196</c:v>
                </c:pt>
                <c:pt idx="4761">
                  <c:v>4.0944257625509355</c:v>
                </c:pt>
                <c:pt idx="4762">
                  <c:v>4.0881473276100806</c:v>
                </c:pt>
                <c:pt idx="4763">
                  <c:v>4.0872856747240576</c:v>
                </c:pt>
                <c:pt idx="4764">
                  <c:v>4.0916002690192661</c:v>
                </c:pt>
                <c:pt idx="4765">
                  <c:v>4.0967852197650041</c:v>
                </c:pt>
                <c:pt idx="4766">
                  <c:v>4.0983162558847965</c:v>
                </c:pt>
                <c:pt idx="4767">
                  <c:v>4.0887692368556392</c:v>
                </c:pt>
                <c:pt idx="4768">
                  <c:v>4.0816505123234563</c:v>
                </c:pt>
                <c:pt idx="4769">
                  <c:v>4.0820817343830358</c:v>
                </c:pt>
                <c:pt idx="4770">
                  <c:v>4.078073189065158</c:v>
                </c:pt>
                <c:pt idx="4771">
                  <c:v>4.0719974680539623</c:v>
                </c:pt>
                <c:pt idx="4772">
                  <c:v>4.0747600585512522</c:v>
                </c:pt>
                <c:pt idx="4773">
                  <c:v>4.0819472247497721</c:v>
                </c:pt>
                <c:pt idx="4774">
                  <c:v>4.084500534082367</c:v>
                </c:pt>
                <c:pt idx="4775">
                  <c:v>4.0850900027693156</c:v>
                </c:pt>
                <c:pt idx="4776">
                  <c:v>4.0885381967796812</c:v>
                </c:pt>
                <c:pt idx="4777">
                  <c:v>4.0870372275190885</c:v>
                </c:pt>
                <c:pt idx="4778">
                  <c:v>4.0808133876646755</c:v>
                </c:pt>
                <c:pt idx="4779">
                  <c:v>4.0788187680500059</c:v>
                </c:pt>
                <c:pt idx="4780">
                  <c:v>4.0850180005538634</c:v>
                </c:pt>
                <c:pt idx="4781">
                  <c:v>4.0881971752977018</c:v>
                </c:pt>
                <c:pt idx="4782">
                  <c:v>4.0908675871345492</c:v>
                </c:pt>
                <c:pt idx="4783">
                  <c:v>4.0887739842544608</c:v>
                </c:pt>
                <c:pt idx="4784">
                  <c:v>4.0900360011077268</c:v>
                </c:pt>
                <c:pt idx="4785">
                  <c:v>4.094182062744788</c:v>
                </c:pt>
                <c:pt idx="4786">
                  <c:v>4.0898967440756415</c:v>
                </c:pt>
                <c:pt idx="4787">
                  <c:v>4.0884867666257865</c:v>
                </c:pt>
                <c:pt idx="4788">
                  <c:v>4.0934644142896701</c:v>
                </c:pt>
                <c:pt idx="4789">
                  <c:v>4.0971436483759938</c:v>
                </c:pt>
                <c:pt idx="4790">
                  <c:v>4.0976357953871112</c:v>
                </c:pt>
                <c:pt idx="4791">
                  <c:v>4.095105431815484</c:v>
                </c:pt>
                <c:pt idx="4792">
                  <c:v>4.0937302686236503</c:v>
                </c:pt>
                <c:pt idx="4793">
                  <c:v>4.0962606321952766</c:v>
                </c:pt>
                <c:pt idx="4794">
                  <c:v>4.0926486529255843</c:v>
                </c:pt>
                <c:pt idx="4795">
                  <c:v>4.0893468370455359</c:v>
                </c:pt>
                <c:pt idx="4796">
                  <c:v>4.0944115203544724</c:v>
                </c:pt>
                <c:pt idx="4797">
                  <c:v>4.0948902164022627</c:v>
                </c:pt>
                <c:pt idx="4798">
                  <c:v>4.083245638327333</c:v>
                </c:pt>
                <c:pt idx="4799">
                  <c:v>4.0726766625786288</c:v>
                </c:pt>
                <c:pt idx="4800">
                  <c:v>4.0707265893895634</c:v>
                </c:pt>
                <c:pt idx="4801">
                  <c:v>4.0755230446651103</c:v>
                </c:pt>
                <c:pt idx="4802">
                  <c:v>4.0763660244491042</c:v>
                </c:pt>
                <c:pt idx="4803">
                  <c:v>4.0738629584206985</c:v>
                </c:pt>
                <c:pt idx="4804">
                  <c:v>4.071516952169957</c:v>
                </c:pt>
                <c:pt idx="4805">
                  <c:v>4.0770119080587097</c:v>
                </c:pt>
                <c:pt idx="4806">
                  <c:v>4.0827036436285953</c:v>
                </c:pt>
                <c:pt idx="4807">
                  <c:v>4.0752658938956365</c:v>
                </c:pt>
                <c:pt idx="4808">
                  <c:v>4.0667829251889067</c:v>
                </c:pt>
                <c:pt idx="4809">
                  <c:v>4.0608338806029201</c:v>
                </c:pt>
                <c:pt idx="4810">
                  <c:v>4.0646142342841323</c:v>
                </c:pt>
                <c:pt idx="4811">
                  <c:v>4.069508406852079</c:v>
                </c:pt>
                <c:pt idx="4812">
                  <c:v>4.0602808877635796</c:v>
                </c:pt>
                <c:pt idx="4813">
                  <c:v>4.0604912766546661</c:v>
                </c:pt>
                <c:pt idx="4814">
                  <c:v>4.0630669778850335</c:v>
                </c:pt>
                <c:pt idx="4815">
                  <c:v>4.0686151046405827</c:v>
                </c:pt>
                <c:pt idx="4816">
                  <c:v>4.0789197293982671</c:v>
                </c:pt>
                <c:pt idx="4817">
                  <c:v>4.0812422360248446</c:v>
                </c:pt>
                <c:pt idx="4818">
                  <c:v>4.0801898959528424</c:v>
                </c:pt>
                <c:pt idx="4819">
                  <c:v>4.086577521066582</c:v>
                </c:pt>
                <c:pt idx="4820">
                  <c:v>4.0885832970684817</c:v>
                </c:pt>
                <c:pt idx="4821">
                  <c:v>4.0913613166119394</c:v>
                </c:pt>
                <c:pt idx="4822">
                  <c:v>4.0922696522530364</c:v>
                </c:pt>
                <c:pt idx="4823">
                  <c:v>4.0821379119357522</c:v>
                </c:pt>
                <c:pt idx="4824">
                  <c:v>4.079214305495114</c:v>
                </c:pt>
                <c:pt idx="4825">
                  <c:v>4.0785445266447757</c:v>
                </c:pt>
                <c:pt idx="4826">
                  <c:v>4.0739018870910311</c:v>
                </c:pt>
                <c:pt idx="4827">
                  <c:v>4.0722427503263834</c:v>
                </c:pt>
                <c:pt idx="4828">
                  <c:v>4.0732183407841118</c:v>
                </c:pt>
                <c:pt idx="4829">
                  <c:v>4.0711990346955726</c:v>
                </c:pt>
                <c:pt idx="4830">
                  <c:v>4.0696777307433631</c:v>
                </c:pt>
                <c:pt idx="4831">
                  <c:v>4.0629319935118886</c:v>
                </c:pt>
                <c:pt idx="4832">
                  <c:v>4.05242457570123</c:v>
                </c:pt>
                <c:pt idx="4833">
                  <c:v>4.057144676979072</c:v>
                </c:pt>
                <c:pt idx="4834">
                  <c:v>4.0637546386042649</c:v>
                </c:pt>
                <c:pt idx="4835">
                  <c:v>4.0618475293745302</c:v>
                </c:pt>
                <c:pt idx="4836">
                  <c:v>4.0601785021956722</c:v>
                </c:pt>
                <c:pt idx="4837">
                  <c:v>4.0543486173200938</c:v>
                </c:pt>
                <c:pt idx="4838">
                  <c:v>4.0562267674170194</c:v>
                </c:pt>
                <c:pt idx="4839">
                  <c:v>4.0675671954741466</c:v>
                </c:pt>
                <c:pt idx="4840">
                  <c:v>4.0750866795901413</c:v>
                </c:pt>
                <c:pt idx="4841">
                  <c:v>4.0782023974364048</c:v>
                </c:pt>
                <c:pt idx="4842">
                  <c:v>4.0690533686750801</c:v>
                </c:pt>
                <c:pt idx="4843">
                  <c:v>4.06231847133758</c:v>
                </c:pt>
                <c:pt idx="4844">
                  <c:v>4.0572572694544444</c:v>
                </c:pt>
                <c:pt idx="4845">
                  <c:v>4.0589303319223013</c:v>
                </c:pt>
                <c:pt idx="4846">
                  <c:v>4.0641917157890575</c:v>
                </c:pt>
                <c:pt idx="4847">
                  <c:v>4.0658319420817346</c:v>
                </c:pt>
                <c:pt idx="4848">
                  <c:v>4.0622204375519244</c:v>
                </c:pt>
                <c:pt idx="4849">
                  <c:v>4.0584813862404561</c:v>
                </c:pt>
                <c:pt idx="4850">
                  <c:v>4.0593480238952404</c:v>
                </c:pt>
                <c:pt idx="4851">
                  <c:v>4.0653106776911816</c:v>
                </c:pt>
                <c:pt idx="4852">
                  <c:v>4.0718924714167031</c:v>
                </c:pt>
                <c:pt idx="4853">
                  <c:v>4.0787379040234208</c:v>
                </c:pt>
                <c:pt idx="4854">
                  <c:v>4.0818760137674568</c:v>
                </c:pt>
                <c:pt idx="4855">
                  <c:v>4.0792238002927563</c:v>
                </c:pt>
                <c:pt idx="4856">
                  <c:v>4.0796874629109467</c:v>
                </c:pt>
                <c:pt idx="4857">
                  <c:v>4.0847743007477151</c:v>
                </c:pt>
                <c:pt idx="4858">
                  <c:v>4.0891537761601455</c:v>
                </c:pt>
                <c:pt idx="4859">
                  <c:v>4.0855164774300752</c:v>
                </c:pt>
                <c:pt idx="4860">
                  <c:v>4.0886165288602285</c:v>
                </c:pt>
                <c:pt idx="4861">
                  <c:v>4.0913565692131186</c:v>
                </c:pt>
                <c:pt idx="4862">
                  <c:v>4.0858432567155916</c:v>
                </c:pt>
                <c:pt idx="4863">
                  <c:v>4.082736875420343</c:v>
                </c:pt>
                <c:pt idx="4864">
                  <c:v>4.0766904300352103</c:v>
                </c:pt>
                <c:pt idx="4865">
                  <c:v>4.0758090754440799</c:v>
                </c:pt>
                <c:pt idx="4866">
                  <c:v>4.0776194168611779</c:v>
                </c:pt>
                <c:pt idx="4867">
                  <c:v>4.0811172211892233</c:v>
                </c:pt>
                <c:pt idx="4868">
                  <c:v>4.0861937729952134</c:v>
                </c:pt>
                <c:pt idx="4869">
                  <c:v>4.0861257269454443</c:v>
                </c:pt>
                <c:pt idx="4870">
                  <c:v>4.085528345927127</c:v>
                </c:pt>
                <c:pt idx="4871">
                  <c:v>4.0776395933061673</c:v>
                </c:pt>
                <c:pt idx="4872">
                  <c:v>4.0727800767496145</c:v>
                </c:pt>
                <c:pt idx="4873">
                  <c:v>4.0716860386913005</c:v>
                </c:pt>
                <c:pt idx="4874">
                  <c:v>4.0752316335008114</c:v>
                </c:pt>
                <c:pt idx="4875">
                  <c:v>4.0745015626854455</c:v>
                </c:pt>
                <c:pt idx="4876">
                  <c:v>4.0748050005934244</c:v>
                </c:pt>
                <c:pt idx="4877">
                  <c:v>4.078712188946473</c:v>
                </c:pt>
                <c:pt idx="4878">
                  <c:v>4.077471456264588</c:v>
                </c:pt>
                <c:pt idx="4879">
                  <c:v>4.075011037702259</c:v>
                </c:pt>
                <c:pt idx="4880">
                  <c:v>4.0705193654310241</c:v>
                </c:pt>
                <c:pt idx="4881">
                  <c:v>4.0607569727420181</c:v>
                </c:pt>
                <c:pt idx="4882">
                  <c:v>4.061673695454366</c:v>
                </c:pt>
                <c:pt idx="4883">
                  <c:v>4.0677138109744035</c:v>
                </c:pt>
                <c:pt idx="4884">
                  <c:v>4.068547216837441</c:v>
                </c:pt>
                <c:pt idx="4885">
                  <c:v>4.0677331961862562</c:v>
                </c:pt>
                <c:pt idx="4886">
                  <c:v>4.0720698658859833</c:v>
                </c:pt>
                <c:pt idx="4887">
                  <c:v>4.0728692487241362</c:v>
                </c:pt>
                <c:pt idx="4888">
                  <c:v>4.0702361039680346</c:v>
                </c:pt>
                <c:pt idx="4889">
                  <c:v>4.0650435573841834</c:v>
                </c:pt>
                <c:pt idx="4890">
                  <c:v>4.0644144479170787</c:v>
                </c:pt>
                <c:pt idx="4891">
                  <c:v>4.0664146061637059</c:v>
                </c:pt>
                <c:pt idx="4892">
                  <c:v>4.0657687225541004</c:v>
                </c:pt>
                <c:pt idx="4893">
                  <c:v>4.0708560351307517</c:v>
                </c:pt>
                <c:pt idx="4894">
                  <c:v>4.0739078213395574</c:v>
                </c:pt>
                <c:pt idx="4895">
                  <c:v>4.0754829291450729</c:v>
                </c:pt>
                <c:pt idx="4896">
                  <c:v>4.0748927483483008</c:v>
                </c:pt>
                <c:pt idx="4897">
                  <c:v>4.0773142382402972</c:v>
                </c:pt>
                <c:pt idx="4898">
                  <c:v>4.0715247853780117</c:v>
                </c:pt>
                <c:pt idx="4899">
                  <c:v>4.0599677176880169</c:v>
                </c:pt>
                <c:pt idx="4900">
                  <c:v>4.0514140918621671</c:v>
                </c:pt>
                <c:pt idx="4901">
                  <c:v>4.0533588637892155</c:v>
                </c:pt>
                <c:pt idx="4902">
                  <c:v>4.0579220635360205</c:v>
                </c:pt>
                <c:pt idx="4903">
                  <c:v>4.0631482375281873</c:v>
                </c:pt>
                <c:pt idx="4904">
                  <c:v>4.0713513470744154</c:v>
                </c:pt>
                <c:pt idx="4905">
                  <c:v>4.0753213593385293</c:v>
                </c:pt>
                <c:pt idx="4906">
                  <c:v>4.0757123076314432</c:v>
                </c:pt>
                <c:pt idx="4907">
                  <c:v>4.0824085136685522</c:v>
                </c:pt>
                <c:pt idx="4908">
                  <c:v>4.0864572536297823</c:v>
                </c:pt>
                <c:pt idx="4909">
                  <c:v>4.0816378525932668</c:v>
                </c:pt>
                <c:pt idx="4910">
                  <c:v>4.073884084345452</c:v>
                </c:pt>
                <c:pt idx="4911">
                  <c:v>4.0757960200973216</c:v>
                </c:pt>
                <c:pt idx="4912">
                  <c:v>4.0829038256122168</c:v>
                </c:pt>
                <c:pt idx="4913">
                  <c:v>4.0927974047553111</c:v>
                </c:pt>
                <c:pt idx="4914">
                  <c:v>4.0971792538671519</c:v>
                </c:pt>
                <c:pt idx="4915">
                  <c:v>4.0905036198916012</c:v>
                </c:pt>
                <c:pt idx="4916">
                  <c:v>4.0812572694544444</c:v>
                </c:pt>
                <c:pt idx="4917">
                  <c:v>4.0758136645962733</c:v>
                </c:pt>
                <c:pt idx="4918">
                  <c:v>4.0691118408038927</c:v>
                </c:pt>
                <c:pt idx="4919">
                  <c:v>4.0709092059975474</c:v>
                </c:pt>
                <c:pt idx="4920">
                  <c:v>4.0768670332713537</c:v>
                </c:pt>
                <c:pt idx="4921">
                  <c:v>4.0722896704513989</c:v>
                </c:pt>
                <c:pt idx="4922">
                  <c:v>4.0686401867310202</c:v>
                </c:pt>
                <c:pt idx="4923">
                  <c:v>4.0643863591407206</c:v>
                </c:pt>
                <c:pt idx="4924">
                  <c:v>4.066821695612612</c:v>
                </c:pt>
                <c:pt idx="4925">
                  <c:v>4.0699234086323539</c:v>
                </c:pt>
                <c:pt idx="4926">
                  <c:v>4.0674735134707438</c:v>
                </c:pt>
                <c:pt idx="4927">
                  <c:v>4.0667807097361237</c:v>
                </c:pt>
                <c:pt idx="4928">
                  <c:v>4.070129208371247</c:v>
                </c:pt>
                <c:pt idx="4929">
                  <c:v>4.0772846461209795</c:v>
                </c:pt>
                <c:pt idx="4930">
                  <c:v>4.0765155675119678</c:v>
                </c:pt>
                <c:pt idx="4931">
                  <c:v>4.0718218934208963</c:v>
                </c:pt>
                <c:pt idx="4932">
                  <c:v>4.0688307947936861</c:v>
                </c:pt>
                <c:pt idx="4933">
                  <c:v>4.063001463781303</c:v>
                </c:pt>
                <c:pt idx="4934">
                  <c:v>4.0609737706215139</c:v>
                </c:pt>
                <c:pt idx="4935">
                  <c:v>4.0657514736717175</c:v>
                </c:pt>
                <c:pt idx="4936">
                  <c:v>4.0742651422241565</c:v>
                </c:pt>
                <c:pt idx="4937">
                  <c:v>4.0765181785813187</c:v>
                </c:pt>
                <c:pt idx="4938">
                  <c:v>4.0727128219329822</c:v>
                </c:pt>
                <c:pt idx="4939">
                  <c:v>4.0640731890651578</c:v>
                </c:pt>
                <c:pt idx="4940">
                  <c:v>4.0655600743759148</c:v>
                </c:pt>
                <c:pt idx="4941">
                  <c:v>4.0681518376389603</c:v>
                </c:pt>
                <c:pt idx="4942">
                  <c:v>4.0645866202476562</c:v>
                </c:pt>
                <c:pt idx="4943">
                  <c:v>4.0578667563397559</c:v>
                </c:pt>
                <c:pt idx="4944">
                  <c:v>4.0612269652253037</c:v>
                </c:pt>
                <c:pt idx="4945">
                  <c:v>4.0708717806701742</c:v>
                </c:pt>
                <c:pt idx="4946">
                  <c:v>4.0699713573604459</c:v>
                </c:pt>
                <c:pt idx="4947">
                  <c:v>4.071316058076512</c:v>
                </c:pt>
                <c:pt idx="4948">
                  <c:v>4.0728997111999048</c:v>
                </c:pt>
                <c:pt idx="4949">
                  <c:v>4.0685745143806624</c:v>
                </c:pt>
                <c:pt idx="4950">
                  <c:v>4.0682071448352257</c:v>
                </c:pt>
                <c:pt idx="4951">
                  <c:v>4.0665991217312181</c:v>
                </c:pt>
                <c:pt idx="4952">
                  <c:v>4.0636042251849505</c:v>
                </c:pt>
                <c:pt idx="4953">
                  <c:v>4.0606551410373068</c:v>
                </c:pt>
                <c:pt idx="4954">
                  <c:v>4.0582883253550657</c:v>
                </c:pt>
                <c:pt idx="4955">
                  <c:v>4.0632665268821455</c:v>
                </c:pt>
                <c:pt idx="4956">
                  <c:v>4.0696251928630769</c:v>
                </c:pt>
                <c:pt idx="4957">
                  <c:v>4.0684582031095466</c:v>
                </c:pt>
                <c:pt idx="4958">
                  <c:v>4.0644366815682238</c:v>
                </c:pt>
                <c:pt idx="4959">
                  <c:v>4.0617254421015154</c:v>
                </c:pt>
                <c:pt idx="4960">
                  <c:v>4.0621444791707875</c:v>
                </c:pt>
                <c:pt idx="4961">
                  <c:v>4.0625177829647505</c:v>
                </c:pt>
                <c:pt idx="4962">
                  <c:v>4.0649031135023934</c:v>
                </c:pt>
                <c:pt idx="4963">
                  <c:v>4.0690589864303517</c:v>
                </c:pt>
                <c:pt idx="4964">
                  <c:v>4.0625666811726076</c:v>
                </c:pt>
                <c:pt idx="4965">
                  <c:v>4.0591013965264864</c:v>
                </c:pt>
                <c:pt idx="4966">
                  <c:v>4.058037425327373</c:v>
                </c:pt>
                <c:pt idx="4967">
                  <c:v>4.0598272738062269</c:v>
                </c:pt>
                <c:pt idx="4968">
                  <c:v>4.062227796020097</c:v>
                </c:pt>
                <c:pt idx="4969">
                  <c:v>4.0646734185227675</c:v>
                </c:pt>
                <c:pt idx="4970">
                  <c:v>4.0636585037781385</c:v>
                </c:pt>
                <c:pt idx="4971">
                  <c:v>4.0605428650551882</c:v>
                </c:pt>
                <c:pt idx="4972">
                  <c:v>4.0662449657791671</c:v>
                </c:pt>
                <c:pt idx="4973">
                  <c:v>4.061326660600546</c:v>
                </c:pt>
                <c:pt idx="4974">
                  <c:v>4.064958499821973</c:v>
                </c:pt>
                <c:pt idx="4975">
                  <c:v>4.0689838192823515</c:v>
                </c:pt>
                <c:pt idx="4976">
                  <c:v>4.059898880405111</c:v>
                </c:pt>
                <c:pt idx="4977">
                  <c:v>4.0550670570083476</c:v>
                </c:pt>
                <c:pt idx="4978">
                  <c:v>4.0492996795505798</c:v>
                </c:pt>
                <c:pt idx="4979">
                  <c:v>4.049384657989477</c:v>
                </c:pt>
                <c:pt idx="4980">
                  <c:v>4.060564544843138</c:v>
                </c:pt>
                <c:pt idx="4981">
                  <c:v>4.0670621513628991</c:v>
                </c:pt>
                <c:pt idx="4982">
                  <c:v>4.0640025319460378</c:v>
                </c:pt>
                <c:pt idx="4983">
                  <c:v>4.0657073228626812</c:v>
                </c:pt>
                <c:pt idx="4984">
                  <c:v>4.0723786841792933</c:v>
                </c:pt>
                <c:pt idx="4985">
                  <c:v>4.0763109546227794</c:v>
                </c:pt>
                <c:pt idx="4986">
                  <c:v>4.0701178146140764</c:v>
                </c:pt>
                <c:pt idx="4987">
                  <c:v>4.0662364204612889</c:v>
                </c:pt>
                <c:pt idx="4988">
                  <c:v>4.0733393203307351</c:v>
                </c:pt>
                <c:pt idx="4989">
                  <c:v>4.0824441191597103</c:v>
                </c:pt>
                <c:pt idx="4990">
                  <c:v>4.0894251691260832</c:v>
                </c:pt>
                <c:pt idx="4991">
                  <c:v>4.0958491909641177</c:v>
                </c:pt>
                <c:pt idx="4992">
                  <c:v>4.0929817620761959</c:v>
                </c:pt>
                <c:pt idx="4993">
                  <c:v>4.0896372196067574</c:v>
                </c:pt>
                <c:pt idx="4994">
                  <c:v>4.0807991454682124</c:v>
                </c:pt>
                <c:pt idx="4995">
                  <c:v>4.0713022114966178</c:v>
                </c:pt>
                <c:pt idx="4996">
                  <c:v>4.0660926534003243</c:v>
                </c:pt>
                <c:pt idx="4997">
                  <c:v>4.0643806622621357</c:v>
                </c:pt>
                <c:pt idx="4998">
                  <c:v>4.0633301420263477</c:v>
                </c:pt>
                <c:pt idx="4999">
                  <c:v>4.058792419986549</c:v>
                </c:pt>
                <c:pt idx="5000">
                  <c:v>4.0555056375360996</c:v>
                </c:pt>
                <c:pt idx="5001">
                  <c:v>4.0529173556988569</c:v>
                </c:pt>
                <c:pt idx="5002">
                  <c:v>4.0524585987261146</c:v>
                </c:pt>
                <c:pt idx="5003">
                  <c:v>4.0548425841674245</c:v>
                </c:pt>
                <c:pt idx="5004">
                  <c:v>4.0598174625153298</c:v>
                </c:pt>
                <c:pt idx="5005">
                  <c:v>4.0578928670332717</c:v>
                </c:pt>
                <c:pt idx="5006">
                  <c:v>4.0572404161886304</c:v>
                </c:pt>
                <c:pt idx="5007">
                  <c:v>4.0585931083593785</c:v>
                </c:pt>
                <c:pt idx="5008">
                  <c:v>4.0541783439490446</c:v>
                </c:pt>
                <c:pt idx="5009">
                  <c:v>4.0565496696601651</c:v>
                </c:pt>
                <c:pt idx="5010">
                  <c:v>4.0646926454879928</c:v>
                </c:pt>
                <c:pt idx="5011">
                  <c:v>4.0726245203149105</c:v>
                </c:pt>
                <c:pt idx="5012">
                  <c:v>4.079221426593346</c:v>
                </c:pt>
                <c:pt idx="5013">
                  <c:v>4.0818744313011832</c:v>
                </c:pt>
                <c:pt idx="5014">
                  <c:v>4.0782748743917399</c:v>
                </c:pt>
                <c:pt idx="5015">
                  <c:v>4.0727337104877952</c:v>
                </c:pt>
                <c:pt idx="5016">
                  <c:v>4.070014954306286</c:v>
                </c:pt>
                <c:pt idx="5017">
                  <c:v>4.0714803180757206</c:v>
                </c:pt>
                <c:pt idx="5018">
                  <c:v>4.0737172132768924</c:v>
                </c:pt>
                <c:pt idx="5019">
                  <c:v>4.0744449103928471</c:v>
                </c:pt>
                <c:pt idx="5020">
                  <c:v>4.0765618546504729</c:v>
                </c:pt>
                <c:pt idx="5021">
                  <c:v>4.075736677612058</c:v>
                </c:pt>
                <c:pt idx="5022">
                  <c:v>4.0704339913755589</c:v>
                </c:pt>
                <c:pt idx="5023">
                  <c:v>4.0647976421252521</c:v>
                </c:pt>
                <c:pt idx="5024">
                  <c:v>4.062624203821656</c:v>
                </c:pt>
                <c:pt idx="5025">
                  <c:v>4.0667774656802624</c:v>
                </c:pt>
                <c:pt idx="5026">
                  <c:v>4.0685448431380307</c:v>
                </c:pt>
                <c:pt idx="5027">
                  <c:v>4.0689602405348735</c:v>
                </c:pt>
                <c:pt idx="5028">
                  <c:v>4.0721963049412508</c:v>
                </c:pt>
                <c:pt idx="5029">
                  <c:v>4.0735174269098389</c:v>
                </c:pt>
                <c:pt idx="5030">
                  <c:v>4.0765604304308267</c:v>
                </c:pt>
                <c:pt idx="5031">
                  <c:v>4.0820390077936466</c:v>
                </c:pt>
                <c:pt idx="5032">
                  <c:v>4.0828555603908692</c:v>
                </c:pt>
                <c:pt idx="5033">
                  <c:v>4.0845282272421573</c:v>
                </c:pt>
                <c:pt idx="5034">
                  <c:v>4.0855291371602647</c:v>
                </c:pt>
                <c:pt idx="5035">
                  <c:v>4.0907291213356016</c:v>
                </c:pt>
                <c:pt idx="5036">
                  <c:v>4.0969759069509832</c:v>
                </c:pt>
                <c:pt idx="5037">
                  <c:v>4.096233730268624</c:v>
                </c:pt>
                <c:pt idx="5038">
                  <c:v>4.0877801954345845</c:v>
                </c:pt>
                <c:pt idx="5039">
                  <c:v>4.07711112869407</c:v>
                </c:pt>
                <c:pt idx="5040">
                  <c:v>4.06808331684931</c:v>
                </c:pt>
                <c:pt idx="5041">
                  <c:v>4.066168057918266</c:v>
                </c:pt>
                <c:pt idx="5042">
                  <c:v>4.0665785496696598</c:v>
                </c:pt>
                <c:pt idx="5043">
                  <c:v>4.0655891126320371</c:v>
                </c:pt>
                <c:pt idx="5044">
                  <c:v>4.0579902678324169</c:v>
                </c:pt>
                <c:pt idx="5045">
                  <c:v>4.0532525220556241</c:v>
                </c:pt>
                <c:pt idx="5046">
                  <c:v>4.0480815761364086</c:v>
                </c:pt>
                <c:pt idx="5047">
                  <c:v>4.0484453851327293</c:v>
                </c:pt>
                <c:pt idx="5048">
                  <c:v>4.0525179412113781</c:v>
                </c:pt>
                <c:pt idx="5049">
                  <c:v>4.0521372789492425</c:v>
                </c:pt>
                <c:pt idx="5050">
                  <c:v>4.048494125093959</c:v>
                </c:pt>
                <c:pt idx="5051">
                  <c:v>4.0500776990940377</c:v>
                </c:pt>
                <c:pt idx="5052">
                  <c:v>4.0574112434228748</c:v>
                </c:pt>
                <c:pt idx="5053">
                  <c:v>4.0628003323179174</c:v>
                </c:pt>
                <c:pt idx="5054">
                  <c:v>4.069187561815089</c:v>
                </c:pt>
                <c:pt idx="5055">
                  <c:v>4.0706181113265023</c:v>
                </c:pt>
                <c:pt idx="5056">
                  <c:v>4.0644032915298496</c:v>
                </c:pt>
                <c:pt idx="5057">
                  <c:v>4.0630404715749497</c:v>
                </c:pt>
                <c:pt idx="5058">
                  <c:v>4.0644615262887207</c:v>
                </c:pt>
                <c:pt idx="5059">
                  <c:v>4.0599576690271793</c:v>
                </c:pt>
                <c:pt idx="5060">
                  <c:v>4.0587271432527592</c:v>
                </c:pt>
                <c:pt idx="5061">
                  <c:v>4.0615935435376036</c:v>
                </c:pt>
                <c:pt idx="5062">
                  <c:v>4.0633027653598131</c:v>
                </c:pt>
                <c:pt idx="5063">
                  <c:v>4.0686546662974248</c:v>
                </c:pt>
                <c:pt idx="5064">
                  <c:v>4.068185465047276</c:v>
                </c:pt>
                <c:pt idx="5065">
                  <c:v>4.0689190964117579</c:v>
                </c:pt>
                <c:pt idx="5066">
                  <c:v>4.0815468607825292</c:v>
                </c:pt>
                <c:pt idx="5067">
                  <c:v>4.0901167068876845</c:v>
                </c:pt>
                <c:pt idx="5068">
                  <c:v>4.0861858606638446</c:v>
                </c:pt>
                <c:pt idx="5069">
                  <c:v>4.0843842228112512</c:v>
                </c:pt>
                <c:pt idx="5070">
                  <c:v>4.08933575978162</c:v>
                </c:pt>
                <c:pt idx="5071">
                  <c:v>4.0899647901254106</c:v>
                </c:pt>
                <c:pt idx="5072">
                  <c:v>4.0835012066305341</c:v>
                </c:pt>
                <c:pt idx="5073">
                  <c:v>4.0750582743205284</c:v>
                </c:pt>
                <c:pt idx="5074">
                  <c:v>4.0704669066740511</c:v>
                </c:pt>
                <c:pt idx="5075">
                  <c:v>4.0750141235114929</c:v>
                </c:pt>
                <c:pt idx="5076">
                  <c:v>4.0726127309411719</c:v>
                </c:pt>
                <c:pt idx="5077">
                  <c:v>4.0702912529176718</c:v>
                </c:pt>
                <c:pt idx="5078">
                  <c:v>4.0692193693871896</c:v>
                </c:pt>
                <c:pt idx="5079">
                  <c:v>4.0699365431024255</c:v>
                </c:pt>
                <c:pt idx="5080">
                  <c:v>4.0749530403133285</c:v>
                </c:pt>
                <c:pt idx="5081">
                  <c:v>4.0724930173675675</c:v>
                </c:pt>
                <c:pt idx="5082">
                  <c:v>4.0656675238358986</c:v>
                </c:pt>
                <c:pt idx="5083">
                  <c:v>4.0637645290184752</c:v>
                </c:pt>
                <c:pt idx="5084">
                  <c:v>4.0646716778098666</c:v>
                </c:pt>
                <c:pt idx="5085">
                  <c:v>4.0639289472643112</c:v>
                </c:pt>
                <c:pt idx="5086">
                  <c:v>4.0670269414883098</c:v>
                </c:pt>
                <c:pt idx="5087">
                  <c:v>4.0684870039957275</c:v>
                </c:pt>
                <c:pt idx="5088">
                  <c:v>4.0718138228429011</c:v>
                </c:pt>
                <c:pt idx="5089">
                  <c:v>4.0702343632551328</c:v>
                </c:pt>
                <c:pt idx="5090">
                  <c:v>4.0649326264983978</c:v>
                </c:pt>
                <c:pt idx="5091">
                  <c:v>4.0550276535981329</c:v>
                </c:pt>
                <c:pt idx="5092">
                  <c:v>4.0528015982909364</c:v>
                </c:pt>
                <c:pt idx="5093">
                  <c:v>4.0585078925505398</c:v>
                </c:pt>
                <c:pt idx="5094">
                  <c:v>4.0626406614709021</c:v>
                </c:pt>
                <c:pt idx="5095">
                  <c:v>4.0656636467935279</c:v>
                </c:pt>
                <c:pt idx="5096">
                  <c:v>4.0676899157336708</c:v>
                </c:pt>
                <c:pt idx="5097">
                  <c:v>4.0724529809708434</c:v>
                </c:pt>
                <c:pt idx="5098">
                  <c:v>4.0733001542904619</c:v>
                </c:pt>
                <c:pt idx="5099">
                  <c:v>4.0670807453416149</c:v>
                </c:pt>
                <c:pt idx="5100">
                  <c:v>4.0675858685761757</c:v>
                </c:pt>
                <c:pt idx="5101">
                  <c:v>4.0740655932270444</c:v>
                </c:pt>
                <c:pt idx="5102">
                  <c:v>4.0774398069391147</c:v>
                </c:pt>
                <c:pt idx="5103">
                  <c:v>4.075165644657198</c:v>
                </c:pt>
                <c:pt idx="5104">
                  <c:v>4.0701178937373896</c:v>
                </c:pt>
                <c:pt idx="5105">
                  <c:v>4.0653489733750048</c:v>
                </c:pt>
                <c:pt idx="5106">
                  <c:v>4.0592701665545752</c:v>
                </c:pt>
                <c:pt idx="5107">
                  <c:v>4.0597927760414603</c:v>
                </c:pt>
                <c:pt idx="5108">
                  <c:v>4.0657820152707993</c:v>
                </c:pt>
                <c:pt idx="5109">
                  <c:v>4.065527712940618</c:v>
                </c:pt>
                <c:pt idx="5110">
                  <c:v>4.0652529967955058</c:v>
                </c:pt>
                <c:pt idx="5111">
                  <c:v>4.0695986865529932</c:v>
                </c:pt>
                <c:pt idx="5112">
                  <c:v>4.0656628555603911</c:v>
                </c:pt>
                <c:pt idx="5113">
                  <c:v>4.0566196937927756</c:v>
                </c:pt>
                <c:pt idx="5114">
                  <c:v>4.0590180005538636</c:v>
                </c:pt>
                <c:pt idx="5115">
                  <c:v>4.0621004074850653</c:v>
                </c:pt>
                <c:pt idx="5116">
                  <c:v>4.0653523756774934</c:v>
                </c:pt>
                <c:pt idx="5117">
                  <c:v>4.0628671915179808</c:v>
                </c:pt>
                <c:pt idx="5118">
                  <c:v>4.0581008822249478</c:v>
                </c:pt>
                <c:pt idx="5119">
                  <c:v>4.0636490881038094</c:v>
                </c:pt>
                <c:pt idx="5120">
                  <c:v>4.0694879139138349</c:v>
                </c:pt>
                <c:pt idx="5121">
                  <c:v>4.0750111959488864</c:v>
                </c:pt>
                <c:pt idx="5122">
                  <c:v>4.0721706689876171</c:v>
                </c:pt>
                <c:pt idx="5123">
                  <c:v>4.0669691814693198</c:v>
                </c:pt>
                <c:pt idx="5124">
                  <c:v>4.0680830794793685</c:v>
                </c:pt>
                <c:pt idx="5125">
                  <c:v>4.077459508644222</c:v>
                </c:pt>
                <c:pt idx="5126">
                  <c:v>4.0797475966293471</c:v>
                </c:pt>
                <c:pt idx="5127">
                  <c:v>4.0807097361237492</c:v>
                </c:pt>
                <c:pt idx="5128">
                  <c:v>4.0822170352494362</c:v>
                </c:pt>
                <c:pt idx="5129">
                  <c:v>4.0740062507417809</c:v>
                </c:pt>
                <c:pt idx="5130">
                  <c:v>4.0707095778771212</c:v>
                </c:pt>
                <c:pt idx="5131">
                  <c:v>4.0742330972821144</c:v>
                </c:pt>
                <c:pt idx="5132">
                  <c:v>4.0704390552676344</c:v>
                </c:pt>
                <c:pt idx="5133">
                  <c:v>4.0702551726866325</c:v>
                </c:pt>
                <c:pt idx="5134">
                  <c:v>4.0652340863235352</c:v>
                </c:pt>
                <c:pt idx="5135">
                  <c:v>4.0651942872967517</c:v>
                </c:pt>
                <c:pt idx="5136">
                  <c:v>4.0731201487518298</c:v>
                </c:pt>
                <c:pt idx="5137">
                  <c:v>4.0753606045021167</c:v>
                </c:pt>
                <c:pt idx="5138">
                  <c:v>4.0702294576096847</c:v>
                </c:pt>
                <c:pt idx="5139">
                  <c:v>4.0648072951695218</c:v>
                </c:pt>
                <c:pt idx="5140">
                  <c:v>4.0727871187245324</c:v>
                </c:pt>
                <c:pt idx="5141">
                  <c:v>4.0799279977845471</c:v>
                </c:pt>
                <c:pt idx="5142">
                  <c:v>4.0756501167068873</c:v>
                </c:pt>
                <c:pt idx="5143">
                  <c:v>4.0685151718953989</c:v>
                </c:pt>
                <c:pt idx="5144">
                  <c:v>4.0590601732800566</c:v>
                </c:pt>
                <c:pt idx="5145">
                  <c:v>4.0615120465245083</c:v>
                </c:pt>
                <c:pt idx="5146">
                  <c:v>4.0649718716619851</c:v>
                </c:pt>
                <c:pt idx="5147">
                  <c:v>4.0664778256913401</c:v>
                </c:pt>
                <c:pt idx="5148">
                  <c:v>4.0700466036317602</c:v>
                </c:pt>
                <c:pt idx="5149">
                  <c:v>4.0666010206907464</c:v>
                </c:pt>
                <c:pt idx="5150">
                  <c:v>4.0650489377695136</c:v>
                </c:pt>
                <c:pt idx="5151">
                  <c:v>4.0670100882224949</c:v>
                </c:pt>
                <c:pt idx="5152">
                  <c:v>4.0751853463623053</c:v>
                </c:pt>
                <c:pt idx="5153">
                  <c:v>4.0816244016299406</c:v>
                </c:pt>
                <c:pt idx="5154">
                  <c:v>4.0858804446730232</c:v>
                </c:pt>
                <c:pt idx="5155">
                  <c:v>4.0927475570676899</c:v>
                </c:pt>
                <c:pt idx="5156">
                  <c:v>4.0982031095462279</c:v>
                </c:pt>
                <c:pt idx="5157">
                  <c:v>4.0904458598726112</c:v>
                </c:pt>
                <c:pt idx="5158">
                  <c:v>4.0816639632867826</c:v>
                </c:pt>
                <c:pt idx="5159">
                  <c:v>4.0798662815998732</c:v>
                </c:pt>
                <c:pt idx="5160">
                  <c:v>4.0816283577956245</c:v>
                </c:pt>
                <c:pt idx="5161">
                  <c:v>4.0797278158009256</c:v>
                </c:pt>
                <c:pt idx="5162">
                  <c:v>4.0648089567591095</c:v>
                </c:pt>
                <c:pt idx="5163">
                  <c:v>4.0541724097005183</c:v>
                </c:pt>
                <c:pt idx="5164">
                  <c:v>4.0563342168770031</c:v>
                </c:pt>
                <c:pt idx="5165">
                  <c:v>4.0591422241563473</c:v>
                </c:pt>
                <c:pt idx="5166">
                  <c:v>4.0603029631680974</c:v>
                </c:pt>
                <c:pt idx="5167">
                  <c:v>4.0632736479803775</c:v>
                </c:pt>
                <c:pt idx="5168">
                  <c:v>4.0696363492503069</c:v>
                </c:pt>
                <c:pt idx="5169">
                  <c:v>4.069613245242711</c:v>
                </c:pt>
                <c:pt idx="5170">
                  <c:v>4.0748271551212563</c:v>
                </c:pt>
                <c:pt idx="5171">
                  <c:v>4.0732514934525454</c:v>
                </c:pt>
                <c:pt idx="5172">
                  <c:v>4.0689332594849068</c:v>
                </c:pt>
                <c:pt idx="5173">
                  <c:v>4.066292044150809</c:v>
                </c:pt>
                <c:pt idx="5174">
                  <c:v>4.0681640226292677</c:v>
                </c:pt>
                <c:pt idx="5175">
                  <c:v>4.0654258812359059</c:v>
                </c:pt>
                <c:pt idx="5176">
                  <c:v>4.0635637140483443</c:v>
                </c:pt>
                <c:pt idx="5177">
                  <c:v>4.0682043755192465</c:v>
                </c:pt>
                <c:pt idx="5178">
                  <c:v>4.069043161767615</c:v>
                </c:pt>
                <c:pt idx="5179">
                  <c:v>4.0726615500257148</c:v>
                </c:pt>
                <c:pt idx="5180">
                  <c:v>4.077697669818412</c:v>
                </c:pt>
                <c:pt idx="5181">
                  <c:v>4.0818942121296038</c:v>
                </c:pt>
                <c:pt idx="5182">
                  <c:v>4.077756774933734</c:v>
                </c:pt>
                <c:pt idx="5183">
                  <c:v>4.0717039205601928</c:v>
                </c:pt>
                <c:pt idx="5184">
                  <c:v>4.0687409898326541</c:v>
                </c:pt>
                <c:pt idx="5185">
                  <c:v>4.0610600941567432</c:v>
                </c:pt>
                <c:pt idx="5186">
                  <c:v>4.0593605253788025</c:v>
                </c:pt>
                <c:pt idx="5187">
                  <c:v>4.0568026268940143</c:v>
                </c:pt>
                <c:pt idx="5188">
                  <c:v>4.0563092930331921</c:v>
                </c:pt>
                <c:pt idx="5189">
                  <c:v>4.0488751038493493</c:v>
                </c:pt>
                <c:pt idx="5190">
                  <c:v>4.0414467697907188</c:v>
                </c:pt>
                <c:pt idx="5191">
                  <c:v>4.0437150769474224</c:v>
                </c:pt>
                <c:pt idx="5192">
                  <c:v>4.047941765241128</c:v>
                </c:pt>
                <c:pt idx="5193">
                  <c:v>4.0510337460932861</c:v>
                </c:pt>
                <c:pt idx="5194">
                  <c:v>4.05360034814258</c:v>
                </c:pt>
                <c:pt idx="5195">
                  <c:v>4.0533177196660999</c:v>
                </c:pt>
                <c:pt idx="5196">
                  <c:v>4.0532745183368277</c:v>
                </c:pt>
                <c:pt idx="5197">
                  <c:v>4.0579507061755749</c:v>
                </c:pt>
                <c:pt idx="5198">
                  <c:v>4.055152114570558</c:v>
                </c:pt>
                <c:pt idx="5199">
                  <c:v>4.0624550381769993</c:v>
                </c:pt>
                <c:pt idx="5200">
                  <c:v>4.0721431340744552</c:v>
                </c:pt>
                <c:pt idx="5201">
                  <c:v>4.072983819282352</c:v>
                </c:pt>
                <c:pt idx="5202">
                  <c:v>4.0697070854927402</c:v>
                </c:pt>
                <c:pt idx="5203">
                  <c:v>4.0642069865885979</c:v>
                </c:pt>
                <c:pt idx="5204">
                  <c:v>4.0647123471931002</c:v>
                </c:pt>
                <c:pt idx="5205">
                  <c:v>4.0677724413498435</c:v>
                </c:pt>
                <c:pt idx="5206">
                  <c:v>4.0736960082288247</c:v>
                </c:pt>
                <c:pt idx="5207">
                  <c:v>4.079726233334652</c:v>
                </c:pt>
                <c:pt idx="5208">
                  <c:v>4.0805847212881279</c:v>
                </c:pt>
                <c:pt idx="5209">
                  <c:v>4.0802429085730108</c:v>
                </c:pt>
                <c:pt idx="5210">
                  <c:v>4.0759204810697476</c:v>
                </c:pt>
                <c:pt idx="5211">
                  <c:v>4.0698465007714519</c:v>
                </c:pt>
                <c:pt idx="5212">
                  <c:v>4.0578539383629391</c:v>
                </c:pt>
                <c:pt idx="5213">
                  <c:v>4.0528835700439139</c:v>
                </c:pt>
                <c:pt idx="5214">
                  <c:v>4.0587959014123509</c:v>
                </c:pt>
                <c:pt idx="5215">
                  <c:v>4.0623968825414405</c:v>
                </c:pt>
                <c:pt idx="5216">
                  <c:v>4.0590332713534041</c:v>
                </c:pt>
                <c:pt idx="5217">
                  <c:v>4.0618010839893977</c:v>
                </c:pt>
                <c:pt idx="5218">
                  <c:v>4.0607102899869449</c:v>
                </c:pt>
                <c:pt idx="5219">
                  <c:v>4.0599418443644417</c:v>
                </c:pt>
                <c:pt idx="5220">
                  <c:v>4.0608095106223052</c:v>
                </c:pt>
                <c:pt idx="5221">
                  <c:v>4.0562198836887289</c:v>
                </c:pt>
                <c:pt idx="5222">
                  <c:v>4.0562151362899082</c:v>
                </c:pt>
                <c:pt idx="5223">
                  <c:v>4.0611359734145669</c:v>
                </c:pt>
                <c:pt idx="5224">
                  <c:v>4.0644192744392136</c:v>
                </c:pt>
                <c:pt idx="5225">
                  <c:v>4.0681224828895832</c:v>
                </c:pt>
                <c:pt idx="5226">
                  <c:v>4.0633051390592234</c:v>
                </c:pt>
                <c:pt idx="5227">
                  <c:v>4.0670346164497371</c:v>
                </c:pt>
                <c:pt idx="5228">
                  <c:v>4.0698437314554736</c:v>
                </c:pt>
                <c:pt idx="5229">
                  <c:v>4.0677608893460455</c:v>
                </c:pt>
                <c:pt idx="5230">
                  <c:v>4.0658769632472209</c:v>
                </c:pt>
                <c:pt idx="5231">
                  <c:v>4.0681440044309056</c:v>
                </c:pt>
                <c:pt idx="5232">
                  <c:v>4.0705745935039763</c:v>
                </c:pt>
                <c:pt idx="5233">
                  <c:v>4.0678415951260041</c:v>
                </c:pt>
                <c:pt idx="5234">
                  <c:v>4.0594368002531942</c:v>
                </c:pt>
                <c:pt idx="5235">
                  <c:v>4.0550908731257662</c:v>
                </c:pt>
                <c:pt idx="5236">
                  <c:v>4.056659888436128</c:v>
                </c:pt>
                <c:pt idx="5237">
                  <c:v>4.0571116825572657</c:v>
                </c:pt>
                <c:pt idx="5238">
                  <c:v>4.049418839260988</c:v>
                </c:pt>
                <c:pt idx="5239">
                  <c:v>4.0554697155516877</c:v>
                </c:pt>
                <c:pt idx="5240">
                  <c:v>4.0643199746805401</c:v>
                </c:pt>
                <c:pt idx="5241">
                  <c:v>4.0673233374213709</c:v>
                </c:pt>
                <c:pt idx="5242">
                  <c:v>4.0673058511690465</c:v>
                </c:pt>
                <c:pt idx="5243">
                  <c:v>4.0698796534398864</c:v>
                </c:pt>
                <c:pt idx="5244">
                  <c:v>4.080685207896507</c:v>
                </c:pt>
                <c:pt idx="5245">
                  <c:v>4.0831673062467857</c:v>
                </c:pt>
                <c:pt idx="5246">
                  <c:v>4.0760015824662741</c:v>
                </c:pt>
                <c:pt idx="5247">
                  <c:v>4.0698267199430314</c:v>
                </c:pt>
                <c:pt idx="5248">
                  <c:v>4.0708319816433916</c:v>
                </c:pt>
                <c:pt idx="5249">
                  <c:v>4.0722622146615501</c:v>
                </c:pt>
                <c:pt idx="5250">
                  <c:v>4.0746089330221151</c:v>
                </c:pt>
                <c:pt idx="5251">
                  <c:v>4.0743707718479252</c:v>
                </c:pt>
                <c:pt idx="5252">
                  <c:v>4.0712101119594886</c:v>
                </c:pt>
                <c:pt idx="5253">
                  <c:v>4.0706340942358663</c:v>
                </c:pt>
                <c:pt idx="5254">
                  <c:v>4.0753928076907862</c:v>
                </c:pt>
                <c:pt idx="5255">
                  <c:v>4.0827629861138588</c:v>
                </c:pt>
                <c:pt idx="5256">
                  <c:v>4.0844348617320092</c:v>
                </c:pt>
                <c:pt idx="5257">
                  <c:v>4.0852102702061162</c:v>
                </c:pt>
                <c:pt idx="5258">
                  <c:v>4.0897946750009888</c:v>
                </c:pt>
                <c:pt idx="5259">
                  <c:v>4.0897780591051154</c:v>
                </c:pt>
                <c:pt idx="5260">
                  <c:v>4.0813909878545713</c:v>
                </c:pt>
                <c:pt idx="5261">
                  <c:v>4.0741811132650234</c:v>
                </c:pt>
                <c:pt idx="5262">
                  <c:v>4.0789187799185029</c:v>
                </c:pt>
                <c:pt idx="5263">
                  <c:v>4.0909696562092019</c:v>
                </c:pt>
                <c:pt idx="5264">
                  <c:v>4.0926557740238163</c:v>
                </c:pt>
                <c:pt idx="5265">
                  <c:v>4.086927246113067</c:v>
                </c:pt>
                <c:pt idx="5266">
                  <c:v>4.0794081576136412</c:v>
                </c:pt>
                <c:pt idx="5267">
                  <c:v>4.0793290342999562</c:v>
                </c:pt>
                <c:pt idx="5268">
                  <c:v>4.082495549313605</c:v>
                </c:pt>
                <c:pt idx="5269">
                  <c:v>4.080768287375875</c:v>
                </c:pt>
                <c:pt idx="5270">
                  <c:v>4.0765868576175972</c:v>
                </c:pt>
                <c:pt idx="5271">
                  <c:v>4.0750242512956447</c:v>
                </c:pt>
                <c:pt idx="5272">
                  <c:v>4.0786085374055467</c:v>
                </c:pt>
                <c:pt idx="5273">
                  <c:v>4.083761522332555</c:v>
                </c:pt>
                <c:pt idx="5274">
                  <c:v>4.0822874549986157</c:v>
                </c:pt>
                <c:pt idx="5275">
                  <c:v>4.0801020690746528</c:v>
                </c:pt>
                <c:pt idx="5276">
                  <c:v>4.0790406298215771</c:v>
                </c:pt>
                <c:pt idx="5277">
                  <c:v>4.0748830953040311</c:v>
                </c:pt>
                <c:pt idx="5278">
                  <c:v>4.0801376745658109</c:v>
                </c:pt>
                <c:pt idx="5279">
                  <c:v>4.0831309095224908</c:v>
                </c:pt>
                <c:pt idx="5280">
                  <c:v>4.0915385528345931</c:v>
                </c:pt>
                <c:pt idx="5281">
                  <c:v>4.0913233374213709</c:v>
                </c:pt>
                <c:pt idx="5282">
                  <c:v>4.0845757012303672</c:v>
                </c:pt>
                <c:pt idx="5283">
                  <c:v>4.0803410214819795</c:v>
                </c:pt>
                <c:pt idx="5284">
                  <c:v>4.0766522134747003</c:v>
                </c:pt>
                <c:pt idx="5285">
                  <c:v>4.0768199548997108</c:v>
                </c:pt>
                <c:pt idx="5286">
                  <c:v>4.0854602998773588</c:v>
                </c:pt>
                <c:pt idx="5287">
                  <c:v>4.0928662420382169</c:v>
                </c:pt>
                <c:pt idx="5288">
                  <c:v>4.0953024488665584</c:v>
                </c:pt>
                <c:pt idx="5289">
                  <c:v>4.0965747517506035</c:v>
                </c:pt>
                <c:pt idx="5290">
                  <c:v>4.0961387822922024</c:v>
                </c:pt>
                <c:pt idx="5291">
                  <c:v>4.0917347786525298</c:v>
                </c:pt>
                <c:pt idx="5292">
                  <c:v>4.086364679352771</c:v>
                </c:pt>
                <c:pt idx="5293">
                  <c:v>4.0789456818451555</c:v>
                </c:pt>
                <c:pt idx="5294">
                  <c:v>4.0802365787079165</c:v>
                </c:pt>
                <c:pt idx="5295">
                  <c:v>4.0845155675119678</c:v>
                </c:pt>
                <c:pt idx="5296">
                  <c:v>4.0812493571230766</c:v>
                </c:pt>
                <c:pt idx="5297">
                  <c:v>4.0885548126755547</c:v>
                </c:pt>
                <c:pt idx="5298">
                  <c:v>4.0949384816236103</c:v>
                </c:pt>
                <c:pt idx="5299">
                  <c:v>4.0880539620999325</c:v>
                </c:pt>
                <c:pt idx="5300">
                  <c:v>4.0868362543023302</c:v>
                </c:pt>
                <c:pt idx="5301">
                  <c:v>4.0831388218538596</c:v>
                </c:pt>
                <c:pt idx="5302">
                  <c:v>4.0852830636547059</c:v>
                </c:pt>
                <c:pt idx="5303">
                  <c:v>4.0963302607113183</c:v>
                </c:pt>
                <c:pt idx="5304">
                  <c:v>4.1060062507417809</c:v>
                </c:pt>
                <c:pt idx="5305">
                  <c:v>4.1016940301459828</c:v>
                </c:pt>
                <c:pt idx="5306">
                  <c:v>4.0899948569846103</c:v>
                </c:pt>
                <c:pt idx="5307">
                  <c:v>4.0814313407445502</c:v>
                </c:pt>
                <c:pt idx="5308">
                  <c:v>4.0760913874273053</c:v>
                </c:pt>
                <c:pt idx="5309">
                  <c:v>4.0716921311864542</c:v>
                </c:pt>
                <c:pt idx="5310">
                  <c:v>4.068242354709815</c:v>
                </c:pt>
                <c:pt idx="5311">
                  <c:v>4.065929896744076</c:v>
                </c:pt>
                <c:pt idx="5312">
                  <c:v>4.0701758911263202</c:v>
                </c:pt>
                <c:pt idx="5313">
                  <c:v>4.0780312537089056</c:v>
                </c:pt>
                <c:pt idx="5314">
                  <c:v>4.0861027811844757</c:v>
                </c:pt>
                <c:pt idx="5315">
                  <c:v>4.0877873165328165</c:v>
                </c:pt>
                <c:pt idx="5316">
                  <c:v>4.092764964196701</c:v>
                </c:pt>
                <c:pt idx="5317">
                  <c:v>4.0926985006132055</c:v>
                </c:pt>
                <c:pt idx="5318">
                  <c:v>4.0859397871582859</c:v>
                </c:pt>
                <c:pt idx="5319">
                  <c:v>4.0893966847331562</c:v>
                </c:pt>
                <c:pt idx="5320">
                  <c:v>4.088495470190292</c:v>
                </c:pt>
                <c:pt idx="5321">
                  <c:v>4.0855330933259486</c:v>
                </c:pt>
                <c:pt idx="5322">
                  <c:v>4.077090240139257</c:v>
                </c:pt>
                <c:pt idx="5323">
                  <c:v>4.0755906950983105</c:v>
                </c:pt>
                <c:pt idx="5324">
                  <c:v>4.0862254223206866</c:v>
                </c:pt>
                <c:pt idx="5325">
                  <c:v>4.0929896744075638</c:v>
                </c:pt>
                <c:pt idx="5326">
                  <c:v>4.0978794951932587</c:v>
                </c:pt>
                <c:pt idx="5327">
                  <c:v>4.0909680737429284</c:v>
                </c:pt>
                <c:pt idx="5328">
                  <c:v>4.0836040669383236</c:v>
                </c:pt>
                <c:pt idx="5329">
                  <c:v>4.0866661391779084</c:v>
                </c:pt>
                <c:pt idx="5330">
                  <c:v>4.0869565217391308</c:v>
                </c:pt>
                <c:pt idx="5331">
                  <c:v>4.0870364362859517</c:v>
                </c:pt>
                <c:pt idx="5332">
                  <c:v>4.0829813664596273</c:v>
                </c:pt>
                <c:pt idx="5333">
                  <c:v>4.0784945998338413</c:v>
                </c:pt>
                <c:pt idx="5334">
                  <c:v>4.0804288483601692</c:v>
                </c:pt>
                <c:pt idx="5335">
                  <c:v>4.0770945127981957</c:v>
                </c:pt>
                <c:pt idx="5336">
                  <c:v>4.0750619931162717</c:v>
                </c:pt>
                <c:pt idx="5337">
                  <c:v>4.0764222811251338</c:v>
                </c:pt>
                <c:pt idx="5338">
                  <c:v>4.0801875222534321</c:v>
                </c:pt>
                <c:pt idx="5339">
                  <c:v>4.0799359101159158</c:v>
                </c:pt>
                <c:pt idx="5340">
                  <c:v>4.0818823436325511</c:v>
                </c:pt>
                <c:pt idx="5341">
                  <c:v>4.0812525220556237</c:v>
                </c:pt>
                <c:pt idx="5342">
                  <c:v>4.0741976500375836</c:v>
                </c:pt>
                <c:pt idx="5343">
                  <c:v>4.0692878901768408</c:v>
                </c:pt>
                <c:pt idx="5344">
                  <c:v>4.072610990228271</c:v>
                </c:pt>
                <c:pt idx="5345">
                  <c:v>4.0808371246587809</c:v>
                </c:pt>
                <c:pt idx="5346">
                  <c:v>4.0891957115163979</c:v>
                </c:pt>
                <c:pt idx="5347">
                  <c:v>4.0915868180559398</c:v>
                </c:pt>
                <c:pt idx="5348">
                  <c:v>4.0894307077580407</c:v>
                </c:pt>
                <c:pt idx="5349">
                  <c:v>4.0950350120663055</c:v>
                </c:pt>
                <c:pt idx="5350">
                  <c:v>4.0986026822803341</c:v>
                </c:pt>
                <c:pt idx="5351">
                  <c:v>4.0943909482929142</c:v>
                </c:pt>
                <c:pt idx="5352">
                  <c:v>4.0894932151758514</c:v>
                </c:pt>
                <c:pt idx="5353">
                  <c:v>4.0885018000553863</c:v>
                </c:pt>
                <c:pt idx="5354">
                  <c:v>4.0854887842702849</c:v>
                </c:pt>
                <c:pt idx="5355">
                  <c:v>4.0787676543893658</c:v>
                </c:pt>
                <c:pt idx="5356">
                  <c:v>4.0816710843850137</c:v>
                </c:pt>
                <c:pt idx="5357">
                  <c:v>4.0912703248012026</c:v>
                </c:pt>
                <c:pt idx="5358">
                  <c:v>4.0964117577244137</c:v>
                </c:pt>
                <c:pt idx="5359">
                  <c:v>4.0958571032954865</c:v>
                </c:pt>
                <c:pt idx="5360">
                  <c:v>4.1027661510464055</c:v>
                </c:pt>
                <c:pt idx="5361">
                  <c:v>4.1076219488072159</c:v>
                </c:pt>
                <c:pt idx="5362">
                  <c:v>4.11143648375994</c:v>
                </c:pt>
                <c:pt idx="5363">
                  <c:v>4.1052537880286426</c:v>
                </c:pt>
                <c:pt idx="5364">
                  <c:v>4.0974348221703529</c:v>
                </c:pt>
                <c:pt idx="5365">
                  <c:v>4.0926288720971638</c:v>
                </c:pt>
                <c:pt idx="5366">
                  <c:v>4.0945207105273571</c:v>
                </c:pt>
                <c:pt idx="5367">
                  <c:v>4.0969355540610044</c:v>
                </c:pt>
                <c:pt idx="5368">
                  <c:v>4.0944075641887885</c:v>
                </c:pt>
                <c:pt idx="5369">
                  <c:v>4.0911429362661709</c:v>
                </c:pt>
                <c:pt idx="5370">
                  <c:v>4.0853566483364325</c:v>
                </c:pt>
                <c:pt idx="5371">
                  <c:v>4.0839047355303242</c:v>
                </c:pt>
                <c:pt idx="5372">
                  <c:v>4.0838256122166392</c:v>
                </c:pt>
                <c:pt idx="5373">
                  <c:v>4.0889021640226293</c:v>
                </c:pt>
                <c:pt idx="5374">
                  <c:v>4.0884559085334491</c:v>
                </c:pt>
                <c:pt idx="5375">
                  <c:v>4.0829536732998379</c:v>
                </c:pt>
                <c:pt idx="5376">
                  <c:v>4.0793796732207142</c:v>
                </c:pt>
                <c:pt idx="5377">
                  <c:v>4.0776015349922856</c:v>
                </c:pt>
                <c:pt idx="5378">
                  <c:v>4.0799177117537679</c:v>
                </c:pt>
                <c:pt idx="5379">
                  <c:v>4.0845954820587886</c:v>
                </c:pt>
                <c:pt idx="5380">
                  <c:v>4.090338252166001</c:v>
                </c:pt>
                <c:pt idx="5381">
                  <c:v>4.0894125093958937</c:v>
                </c:pt>
                <c:pt idx="5382">
                  <c:v>4.0863338212604345</c:v>
                </c:pt>
                <c:pt idx="5383">
                  <c:v>4.0870388099853621</c:v>
                </c:pt>
                <c:pt idx="5384">
                  <c:v>4.092530759188195</c:v>
                </c:pt>
                <c:pt idx="5385">
                  <c:v>4.0903643628595168</c:v>
                </c:pt>
                <c:pt idx="5386">
                  <c:v>4.0858836096055704</c:v>
                </c:pt>
                <c:pt idx="5387">
                  <c:v>4.083526526090913</c:v>
                </c:pt>
                <c:pt idx="5388">
                  <c:v>4.0810871543300236</c:v>
                </c:pt>
                <c:pt idx="5389">
                  <c:v>4.0835344384222809</c:v>
                </c:pt>
                <c:pt idx="5390">
                  <c:v>4.0919507852988879</c:v>
                </c:pt>
                <c:pt idx="5391">
                  <c:v>4.1027835581754166</c:v>
                </c:pt>
                <c:pt idx="5392">
                  <c:v>4.1087003995727338</c:v>
                </c:pt>
                <c:pt idx="5393">
                  <c:v>4.1104197491790959</c:v>
                </c:pt>
                <c:pt idx="5394">
                  <c:v>4.1050678482414842</c:v>
                </c:pt>
                <c:pt idx="5395">
                  <c:v>4.0959101159156548</c:v>
                </c:pt>
                <c:pt idx="5396">
                  <c:v>4.0875610238556792</c:v>
                </c:pt>
                <c:pt idx="5397">
                  <c:v>4.0892210309767769</c:v>
                </c:pt>
                <c:pt idx="5398">
                  <c:v>4.0982039007793647</c:v>
                </c:pt>
                <c:pt idx="5399">
                  <c:v>4.0967899671638248</c:v>
                </c:pt>
                <c:pt idx="5400">
                  <c:v>4.0872144637417414</c:v>
                </c:pt>
                <c:pt idx="5401">
                  <c:v>4.081453495272382</c:v>
                </c:pt>
                <c:pt idx="5402">
                  <c:v>4.0802761403647585</c:v>
                </c:pt>
                <c:pt idx="5403">
                  <c:v>4.0801060252403367</c:v>
                </c:pt>
                <c:pt idx="5404">
                  <c:v>4.0774389365826638</c:v>
                </c:pt>
                <c:pt idx="5405">
                  <c:v>4.0772429481346677</c:v>
                </c:pt>
                <c:pt idx="5406">
                  <c:v>4.0901262016853268</c:v>
                </c:pt>
                <c:pt idx="5407">
                  <c:v>4.0971871661985206</c:v>
                </c:pt>
                <c:pt idx="5408">
                  <c:v>4.0963840645646243</c:v>
                </c:pt>
                <c:pt idx="5409">
                  <c:v>4.0903295486014954</c:v>
                </c:pt>
                <c:pt idx="5410">
                  <c:v>4.0783738576571587</c:v>
                </c:pt>
                <c:pt idx="5411">
                  <c:v>4.0808933022114964</c:v>
                </c:pt>
                <c:pt idx="5412">
                  <c:v>4.0907370336669704</c:v>
                </c:pt>
                <c:pt idx="5413">
                  <c:v>4.0942279542667244</c:v>
                </c:pt>
                <c:pt idx="5414">
                  <c:v>4.0981192388337222</c:v>
                </c:pt>
                <c:pt idx="5415">
                  <c:v>4.1025541005657313</c:v>
                </c:pt>
                <c:pt idx="5416">
                  <c:v>4.101758120030067</c:v>
                </c:pt>
                <c:pt idx="5417">
                  <c:v>4.1016592158879615</c:v>
                </c:pt>
                <c:pt idx="5418">
                  <c:v>4.1007833208054754</c:v>
                </c:pt>
                <c:pt idx="5419">
                  <c:v>4.091553586264193</c:v>
                </c:pt>
                <c:pt idx="5420">
                  <c:v>4.0838968231989554</c:v>
                </c:pt>
                <c:pt idx="5421">
                  <c:v>4.088679827511176</c:v>
                </c:pt>
                <c:pt idx="5422">
                  <c:v>4.1013411401669506</c:v>
                </c:pt>
                <c:pt idx="5423">
                  <c:v>4.1067539660560985</c:v>
                </c:pt>
                <c:pt idx="5424">
                  <c:v>4.1085318669145865</c:v>
                </c:pt>
                <c:pt idx="5425">
                  <c:v>4.1125465838509321</c:v>
                </c:pt>
                <c:pt idx="5426">
                  <c:v>4.1219021244609726</c:v>
                </c:pt>
                <c:pt idx="5427">
                  <c:v>4.1233492898682593</c:v>
                </c:pt>
                <c:pt idx="5428">
                  <c:v>4.1159037860505601</c:v>
                </c:pt>
                <c:pt idx="5429">
                  <c:v>4.1121478023499627</c:v>
                </c:pt>
                <c:pt idx="5430">
                  <c:v>4.1021608576967203</c:v>
                </c:pt>
                <c:pt idx="5431">
                  <c:v>4.1015840487399613</c:v>
                </c:pt>
                <c:pt idx="5432">
                  <c:v>4.1033508723345333</c:v>
                </c:pt>
                <c:pt idx="5433">
                  <c:v>4.0972726193772999</c:v>
                </c:pt>
                <c:pt idx="5434">
                  <c:v>4.088171064604186</c:v>
                </c:pt>
                <c:pt idx="5435">
                  <c:v>4.0775766902717887</c:v>
                </c:pt>
                <c:pt idx="5436">
                  <c:v>4.0780612414447921</c:v>
                </c:pt>
                <c:pt idx="5437">
                  <c:v>4.0882691775131539</c:v>
                </c:pt>
                <c:pt idx="5438">
                  <c:v>4.0944566206432729</c:v>
                </c:pt>
                <c:pt idx="5439">
                  <c:v>4.0872658938956361</c:v>
                </c:pt>
                <c:pt idx="5440">
                  <c:v>4.0855592040194644</c:v>
                </c:pt>
                <c:pt idx="5441">
                  <c:v>4.0955303240099692</c:v>
                </c:pt>
                <c:pt idx="5442">
                  <c:v>4.0993321992325038</c:v>
                </c:pt>
                <c:pt idx="5443">
                  <c:v>4.1002049293824427</c:v>
                </c:pt>
                <c:pt idx="5444">
                  <c:v>4.09385053606045</c:v>
                </c:pt>
                <c:pt idx="5445">
                  <c:v>4.0836808165525973</c:v>
                </c:pt>
                <c:pt idx="5446">
                  <c:v>4.0880333900383752</c:v>
                </c:pt>
                <c:pt idx="5447">
                  <c:v>4.0988147327610083</c:v>
                </c:pt>
                <c:pt idx="5448">
                  <c:v>4.0979024409542273</c:v>
                </c:pt>
                <c:pt idx="5449">
                  <c:v>4.0906246785615386</c:v>
                </c:pt>
                <c:pt idx="5450">
                  <c:v>4.0865173873481826</c:v>
                </c:pt>
                <c:pt idx="5451">
                  <c:v>4.0842497131779876</c:v>
                </c:pt>
                <c:pt idx="5452">
                  <c:v>4.0898136645962735</c:v>
                </c:pt>
                <c:pt idx="5453">
                  <c:v>4.0858828183724336</c:v>
                </c:pt>
                <c:pt idx="5454">
                  <c:v>4.0758850338252168</c:v>
                </c:pt>
                <c:pt idx="5455">
                  <c:v>4.0772139890018595</c:v>
                </c:pt>
                <c:pt idx="5456">
                  <c:v>4.0891577323258295</c:v>
                </c:pt>
                <c:pt idx="5457">
                  <c:v>4.0929754322111007</c:v>
                </c:pt>
                <c:pt idx="5458">
                  <c:v>4.0944431696799466</c:v>
                </c:pt>
                <c:pt idx="5459">
                  <c:v>4.1048130711714208</c:v>
                </c:pt>
                <c:pt idx="5460">
                  <c:v>4.106557740238161</c:v>
                </c:pt>
                <c:pt idx="5461">
                  <c:v>4.0947327610080313</c:v>
                </c:pt>
                <c:pt idx="5462">
                  <c:v>4.0854318154844327</c:v>
                </c:pt>
                <c:pt idx="5463">
                  <c:v>4.0847545199192945</c:v>
                </c:pt>
                <c:pt idx="5464">
                  <c:v>4.0804074850654741</c:v>
                </c:pt>
                <c:pt idx="5465">
                  <c:v>4.0741576136408595</c:v>
                </c:pt>
                <c:pt idx="5466">
                  <c:v>4.0745029077817776</c:v>
                </c:pt>
                <c:pt idx="5467">
                  <c:v>4.0771005261700362</c:v>
                </c:pt>
                <c:pt idx="5468">
                  <c:v>4.0825667602959212</c:v>
                </c:pt>
                <c:pt idx="5469">
                  <c:v>4.0882430668196381</c:v>
                </c:pt>
                <c:pt idx="5470">
                  <c:v>4.0815310361197925</c:v>
                </c:pt>
                <c:pt idx="5471">
                  <c:v>4.0764123907109227</c:v>
                </c:pt>
                <c:pt idx="5472">
                  <c:v>4.0746897179253869</c:v>
                </c:pt>
                <c:pt idx="5473">
                  <c:v>4.0733252363808994</c:v>
                </c:pt>
                <c:pt idx="5474">
                  <c:v>4.0763548680618742</c:v>
                </c:pt>
                <c:pt idx="5475">
                  <c:v>4.0758427028523956</c:v>
                </c:pt>
                <c:pt idx="5476">
                  <c:v>4.0733100447046722</c:v>
                </c:pt>
                <c:pt idx="5477">
                  <c:v>4.0762131582070653</c:v>
                </c:pt>
                <c:pt idx="5478">
                  <c:v>4.0684502907781779</c:v>
                </c:pt>
                <c:pt idx="5479">
                  <c:v>4.0646556157771885</c:v>
                </c:pt>
                <c:pt idx="5480">
                  <c:v>4.0659438224472844</c:v>
                </c:pt>
                <c:pt idx="5481">
                  <c:v>4.0688602286663764</c:v>
                </c:pt>
                <c:pt idx="5482">
                  <c:v>4.0728311904102545</c:v>
                </c:pt>
                <c:pt idx="5483">
                  <c:v>4.0751362107845077</c:v>
                </c:pt>
                <c:pt idx="5484">
                  <c:v>4.0762925188906909</c:v>
                </c:pt>
                <c:pt idx="5485">
                  <c:v>4.0818079677176877</c:v>
                </c:pt>
                <c:pt idx="5486">
                  <c:v>4.0772127230288406</c:v>
                </c:pt>
                <c:pt idx="5487">
                  <c:v>4.081853859239625</c:v>
                </c:pt>
                <c:pt idx="5488">
                  <c:v>4.088932230881829</c:v>
                </c:pt>
                <c:pt idx="5489">
                  <c:v>4.0830620722395849</c:v>
                </c:pt>
                <c:pt idx="5490">
                  <c:v>4.0761735965502233</c:v>
                </c:pt>
                <c:pt idx="5491">
                  <c:v>4.0767145626458836</c:v>
                </c:pt>
                <c:pt idx="5492">
                  <c:v>4.0789582624520317</c:v>
                </c:pt>
                <c:pt idx="5493">
                  <c:v>4.0805950073189061</c:v>
                </c:pt>
                <c:pt idx="5494">
                  <c:v>4.0818261660798356</c:v>
                </c:pt>
                <c:pt idx="5495">
                  <c:v>4.081409977449856</c:v>
                </c:pt>
                <c:pt idx="5496">
                  <c:v>4.0826806978676267</c:v>
                </c:pt>
                <c:pt idx="5497">
                  <c:v>4.0872738062270049</c:v>
                </c:pt>
                <c:pt idx="5498">
                  <c:v>4.0901641808758953</c:v>
                </c:pt>
                <c:pt idx="5499">
                  <c:v>4.0915361791351819</c:v>
                </c:pt>
                <c:pt idx="5500">
                  <c:v>4.0807303081853066</c:v>
                </c:pt>
                <c:pt idx="5501">
                  <c:v>4.0664870039957277</c:v>
                </c:pt>
                <c:pt idx="5502">
                  <c:v>4.0668268386280015</c:v>
                </c:pt>
                <c:pt idx="5503">
                  <c:v>4.0676131661193971</c:v>
                </c:pt>
                <c:pt idx="5504">
                  <c:v>4.0746263401511253</c:v>
                </c:pt>
                <c:pt idx="5505">
                  <c:v>4.0854602998773588</c:v>
                </c:pt>
                <c:pt idx="5506">
                  <c:v>4.0920101277841514</c:v>
                </c:pt>
                <c:pt idx="5507">
                  <c:v>4.0903089765399372</c:v>
                </c:pt>
                <c:pt idx="5508">
                  <c:v>4.0938853503184713</c:v>
                </c:pt>
                <c:pt idx="5509">
                  <c:v>4.0933765874114805</c:v>
                </c:pt>
                <c:pt idx="5510">
                  <c:v>4.0879590141235118</c:v>
                </c:pt>
                <c:pt idx="5511">
                  <c:v>4.0847394864896938</c:v>
                </c:pt>
                <c:pt idx="5512">
                  <c:v>4.082831032163627</c:v>
                </c:pt>
                <c:pt idx="5513">
                  <c:v>4.0817739446928041</c:v>
                </c:pt>
                <c:pt idx="5514">
                  <c:v>4.0727552320291176</c:v>
                </c:pt>
                <c:pt idx="5515">
                  <c:v>4.0753821260434391</c:v>
                </c:pt>
                <c:pt idx="5516">
                  <c:v>4.0877944376310484</c:v>
                </c:pt>
                <c:pt idx="5517">
                  <c:v>4.0910915061122761</c:v>
                </c:pt>
                <c:pt idx="5518">
                  <c:v>4.0942659334572928</c:v>
                </c:pt>
                <c:pt idx="5519">
                  <c:v>4.0998781500969264</c:v>
                </c:pt>
                <c:pt idx="5520">
                  <c:v>4.0959069509831068</c:v>
                </c:pt>
                <c:pt idx="5521">
                  <c:v>4.0849768564307469</c:v>
                </c:pt>
                <c:pt idx="5522">
                  <c:v>4.0821750998931838</c:v>
                </c:pt>
                <c:pt idx="5523">
                  <c:v>4.0815887961387824</c:v>
                </c:pt>
                <c:pt idx="5524">
                  <c:v>4.0807057799580644</c:v>
                </c:pt>
                <c:pt idx="5525">
                  <c:v>4.076536535190094</c:v>
                </c:pt>
                <c:pt idx="5526">
                  <c:v>4.0731789373738971</c:v>
                </c:pt>
                <c:pt idx="5527">
                  <c:v>4.0780872730149937</c:v>
                </c:pt>
                <c:pt idx="5528">
                  <c:v>4.0829758278276698</c:v>
                </c:pt>
                <c:pt idx="5529">
                  <c:v>4.088333267397239</c:v>
                </c:pt>
                <c:pt idx="5530">
                  <c:v>4.0968255726549829</c:v>
                </c:pt>
                <c:pt idx="5531">
                  <c:v>4.0981809550183961</c:v>
                </c:pt>
                <c:pt idx="5532">
                  <c:v>4.0922949717134154</c:v>
                </c:pt>
                <c:pt idx="5533">
                  <c:v>4.0840052221387033</c:v>
                </c:pt>
                <c:pt idx="5534">
                  <c:v>4.0800625074178107</c:v>
                </c:pt>
                <c:pt idx="5535">
                  <c:v>4.0834735134707438</c:v>
                </c:pt>
                <c:pt idx="5536">
                  <c:v>4.0894987538078098</c:v>
                </c:pt>
                <c:pt idx="5537">
                  <c:v>4.0859927997784551</c:v>
                </c:pt>
                <c:pt idx="5538">
                  <c:v>4.0798433358389046</c:v>
                </c:pt>
                <c:pt idx="5539">
                  <c:v>4.0757172924002054</c:v>
                </c:pt>
                <c:pt idx="5540">
                  <c:v>4.0756189421212961</c:v>
                </c:pt>
                <c:pt idx="5541">
                  <c:v>4.073588163152273</c:v>
                </c:pt>
                <c:pt idx="5542">
                  <c:v>4.0716518574197886</c:v>
                </c:pt>
                <c:pt idx="5543">
                  <c:v>4.0727746963642835</c:v>
                </c:pt>
                <c:pt idx="5544">
                  <c:v>4.0742167187561815</c:v>
                </c:pt>
                <c:pt idx="5545">
                  <c:v>4.0732413656683946</c:v>
                </c:pt>
                <c:pt idx="5546">
                  <c:v>4.0656327887011905</c:v>
                </c:pt>
                <c:pt idx="5547">
                  <c:v>4.0649832654191558</c:v>
                </c:pt>
                <c:pt idx="5548">
                  <c:v>4.0734158325750682</c:v>
                </c:pt>
                <c:pt idx="5549">
                  <c:v>4.0819060806266565</c:v>
                </c:pt>
                <c:pt idx="5550">
                  <c:v>4.0881489100763542</c:v>
                </c:pt>
                <c:pt idx="5551">
                  <c:v>4.090803497250465</c:v>
                </c:pt>
                <c:pt idx="5552">
                  <c:v>4.0924619219052891</c:v>
                </c:pt>
                <c:pt idx="5553">
                  <c:v>4.0865276733789608</c:v>
                </c:pt>
                <c:pt idx="5554">
                  <c:v>4.0851414329232112</c:v>
                </c:pt>
                <c:pt idx="5555">
                  <c:v>4.0848368081655257</c:v>
                </c:pt>
                <c:pt idx="5556">
                  <c:v>4.0804779048146536</c:v>
                </c:pt>
                <c:pt idx="5557">
                  <c:v>4.0837662697313766</c:v>
                </c:pt>
                <c:pt idx="5558">
                  <c:v>4.0885144597855758</c:v>
                </c:pt>
                <c:pt idx="5559">
                  <c:v>4.0874906041064998</c:v>
                </c:pt>
                <c:pt idx="5560">
                  <c:v>4.0858764885073384</c:v>
                </c:pt>
                <c:pt idx="5561">
                  <c:v>4.0807002413261069</c:v>
                </c:pt>
                <c:pt idx="5562">
                  <c:v>4.0756289907821337</c:v>
                </c:pt>
                <c:pt idx="5563">
                  <c:v>4.0761171816275663</c:v>
                </c:pt>
                <c:pt idx="5564">
                  <c:v>4.0796439450884199</c:v>
                </c:pt>
                <c:pt idx="5565">
                  <c:v>4.079473829963999</c:v>
                </c:pt>
                <c:pt idx="5566">
                  <c:v>4.0822463108754992</c:v>
                </c:pt>
                <c:pt idx="5567">
                  <c:v>4.0797737073228628</c:v>
                </c:pt>
                <c:pt idx="5568">
                  <c:v>4.0813174031728447</c:v>
                </c:pt>
                <c:pt idx="5569">
                  <c:v>4.0771078055148946</c:v>
                </c:pt>
                <c:pt idx="5570">
                  <c:v>4.0707011116825571</c:v>
                </c:pt>
                <c:pt idx="5571">
                  <c:v>4.0670178423072354</c:v>
                </c:pt>
                <c:pt idx="5572">
                  <c:v>4.0638918384301936</c:v>
                </c:pt>
                <c:pt idx="5573">
                  <c:v>4.0628193219132021</c:v>
                </c:pt>
                <c:pt idx="5574">
                  <c:v>4.0670072397832024</c:v>
                </c:pt>
                <c:pt idx="5575">
                  <c:v>4.0690925347153541</c:v>
                </c:pt>
                <c:pt idx="5576">
                  <c:v>4.0615798552043358</c:v>
                </c:pt>
                <c:pt idx="5577">
                  <c:v>4.057798789413301</c:v>
                </c:pt>
                <c:pt idx="5578">
                  <c:v>4.0560798354235077</c:v>
                </c:pt>
                <c:pt idx="5579">
                  <c:v>4.058714167029315</c:v>
                </c:pt>
                <c:pt idx="5580">
                  <c:v>4.0614665506191399</c:v>
                </c:pt>
                <c:pt idx="5581">
                  <c:v>4.0641091901728847</c:v>
                </c:pt>
                <c:pt idx="5582">
                  <c:v>4.0679303714839579</c:v>
                </c:pt>
                <c:pt idx="5583">
                  <c:v>4.0666759504688059</c:v>
                </c:pt>
                <c:pt idx="5584">
                  <c:v>4.0654306286347275</c:v>
                </c:pt>
                <c:pt idx="5585">
                  <c:v>4.068712505439728</c:v>
                </c:pt>
                <c:pt idx="5586">
                  <c:v>4.070418483206077</c:v>
                </c:pt>
                <c:pt idx="5587">
                  <c:v>4.0748679827511181</c:v>
                </c:pt>
                <c:pt idx="5588">
                  <c:v>4.0759364639791116</c:v>
                </c:pt>
                <c:pt idx="5589">
                  <c:v>4.0742317521857814</c:v>
                </c:pt>
                <c:pt idx="5590">
                  <c:v>4.0730095343592989</c:v>
                </c:pt>
                <c:pt idx="5591">
                  <c:v>4.0749327056217117</c:v>
                </c:pt>
                <c:pt idx="5592">
                  <c:v>4.0740847410689556</c:v>
                </c:pt>
                <c:pt idx="5593">
                  <c:v>4.0690523400720018</c:v>
                </c:pt>
                <c:pt idx="5594">
                  <c:v>4.0686842584167424</c:v>
                </c:pt>
                <c:pt idx="5595">
                  <c:v>4.0730665822684653</c:v>
                </c:pt>
                <c:pt idx="5596">
                  <c:v>4.0710684021046806</c:v>
                </c:pt>
                <c:pt idx="5597">
                  <c:v>4.0781564267911543</c:v>
                </c:pt>
                <c:pt idx="5598">
                  <c:v>4.0832954860149542</c:v>
                </c:pt>
                <c:pt idx="5599">
                  <c:v>4.0858029038256118</c:v>
                </c:pt>
                <c:pt idx="5600">
                  <c:v>4.0828943308145744</c:v>
                </c:pt>
                <c:pt idx="5601">
                  <c:v>4.0772200023736991</c:v>
                </c:pt>
                <c:pt idx="5602">
                  <c:v>4.0772681093484193</c:v>
                </c:pt>
                <c:pt idx="5603">
                  <c:v>4.0765129564426159</c:v>
                </c:pt>
                <c:pt idx="5604">
                  <c:v>4.0735099893183531</c:v>
                </c:pt>
                <c:pt idx="5605">
                  <c:v>4.0731790164972113</c:v>
                </c:pt>
                <c:pt idx="5606">
                  <c:v>4.0746859200063295</c:v>
                </c:pt>
                <c:pt idx="5607">
                  <c:v>4.0774788938560746</c:v>
                </c:pt>
                <c:pt idx="5608">
                  <c:v>4.0868924318550457</c:v>
                </c:pt>
                <c:pt idx="5609">
                  <c:v>4.085535467025359</c:v>
                </c:pt>
                <c:pt idx="5610">
                  <c:v>4.0749202041381496</c:v>
                </c:pt>
                <c:pt idx="5611">
                  <c:v>4.0697010721209006</c:v>
                </c:pt>
                <c:pt idx="5612">
                  <c:v>4.0698238715037389</c:v>
                </c:pt>
                <c:pt idx="5613">
                  <c:v>4.067706452506231</c:v>
                </c:pt>
                <c:pt idx="5614">
                  <c:v>4.067897535308779</c:v>
                </c:pt>
                <c:pt idx="5615">
                  <c:v>4.0732786327491395</c:v>
                </c:pt>
                <c:pt idx="5616">
                  <c:v>4.0768916406219091</c:v>
                </c:pt>
                <c:pt idx="5617">
                  <c:v>4.0797832021205052</c:v>
                </c:pt>
                <c:pt idx="5618">
                  <c:v>4.0782420382165609</c:v>
                </c:pt>
                <c:pt idx="5619">
                  <c:v>4.070395774815049</c:v>
                </c:pt>
                <c:pt idx="5620">
                  <c:v>4.0675222534319735</c:v>
                </c:pt>
                <c:pt idx="5621">
                  <c:v>4.0770555050045498</c:v>
                </c:pt>
                <c:pt idx="5622">
                  <c:v>4.081868101436088</c:v>
                </c:pt>
                <c:pt idx="5623">
                  <c:v>4.0807627487439175</c:v>
                </c:pt>
                <c:pt idx="5624">
                  <c:v>4.0772834592712739</c:v>
                </c:pt>
                <c:pt idx="5625">
                  <c:v>4.0707310994184436</c:v>
                </c:pt>
                <c:pt idx="5626">
                  <c:v>4.0724149226569608</c:v>
                </c:pt>
                <c:pt idx="5627">
                  <c:v>4.0851920718439692</c:v>
                </c:pt>
                <c:pt idx="5628">
                  <c:v>4.0956838232385175</c:v>
                </c:pt>
                <c:pt idx="5629">
                  <c:v>4.095902203584286</c:v>
                </c:pt>
                <c:pt idx="5630">
                  <c:v>4.0883134865688175</c:v>
                </c:pt>
                <c:pt idx="5631">
                  <c:v>4.0757601772362229</c:v>
                </c:pt>
                <c:pt idx="5632">
                  <c:v>4.0670295525576607</c:v>
                </c:pt>
                <c:pt idx="5633">
                  <c:v>4.0700751671480004</c:v>
                </c:pt>
                <c:pt idx="5634">
                  <c:v>4.070356687898089</c:v>
                </c:pt>
                <c:pt idx="5635">
                  <c:v>4.071636032757052</c:v>
                </c:pt>
                <c:pt idx="5636">
                  <c:v>4.0734428927483481</c:v>
                </c:pt>
                <c:pt idx="5637">
                  <c:v>4.0727427305455555</c:v>
                </c:pt>
                <c:pt idx="5638">
                  <c:v>4.0747145626458838</c:v>
                </c:pt>
                <c:pt idx="5639">
                  <c:v>4.079103216362701</c:v>
                </c:pt>
                <c:pt idx="5640">
                  <c:v>4.0879123313684378</c:v>
                </c:pt>
                <c:pt idx="5641">
                  <c:v>4.0874288879218259</c:v>
                </c:pt>
                <c:pt idx="5642">
                  <c:v>4.080768287375875</c:v>
                </c:pt>
                <c:pt idx="5643">
                  <c:v>4.086772164418246</c:v>
                </c:pt>
                <c:pt idx="5644">
                  <c:v>4.0937587530165764</c:v>
                </c:pt>
                <c:pt idx="5645">
                  <c:v>4.0910234600625071</c:v>
                </c:pt>
                <c:pt idx="5646">
                  <c:v>4.0845527554693994</c:v>
                </c:pt>
                <c:pt idx="5647">
                  <c:v>4.0832029117379438</c:v>
                </c:pt>
                <c:pt idx="5648">
                  <c:v>4.0744178502195671</c:v>
                </c:pt>
                <c:pt idx="5649">
                  <c:v>4.0665961150452983</c:v>
                </c:pt>
                <c:pt idx="5650">
                  <c:v>4.0758270364362863</c:v>
                </c:pt>
                <c:pt idx="5651">
                  <c:v>4.0871329667286469</c:v>
                </c:pt>
                <c:pt idx="5652">
                  <c:v>4.0880420936028798</c:v>
                </c:pt>
                <c:pt idx="5653">
                  <c:v>4.08211338370851</c:v>
                </c:pt>
                <c:pt idx="5654">
                  <c:v>4.0793496063615144</c:v>
                </c:pt>
                <c:pt idx="5655">
                  <c:v>4.0753342564386594</c:v>
                </c:pt>
                <c:pt idx="5656">
                  <c:v>4.0728563516240062</c:v>
                </c:pt>
                <c:pt idx="5657">
                  <c:v>4.0777653202516122</c:v>
                </c:pt>
                <c:pt idx="5658">
                  <c:v>4.0763016180717653</c:v>
                </c:pt>
                <c:pt idx="5659">
                  <c:v>4.0736590576413336</c:v>
                </c:pt>
                <c:pt idx="5660">
                  <c:v>4.0771589982988488</c:v>
                </c:pt>
                <c:pt idx="5661">
                  <c:v>4.071652015666416</c:v>
                </c:pt>
                <c:pt idx="5662">
                  <c:v>4.0658127151165093</c:v>
                </c:pt>
                <c:pt idx="5663">
                  <c:v>4.0664427740633782</c:v>
                </c:pt>
                <c:pt idx="5664">
                  <c:v>4.0676141947224753</c:v>
                </c:pt>
                <c:pt idx="5665">
                  <c:v>4.0716490089804962</c:v>
                </c:pt>
                <c:pt idx="5666">
                  <c:v>4.07094813466788</c:v>
                </c:pt>
                <c:pt idx="5667">
                  <c:v>4.0700208885548124</c:v>
                </c:pt>
                <c:pt idx="5668">
                  <c:v>4.0729849270087435</c:v>
                </c:pt>
                <c:pt idx="5669">
                  <c:v>4.0734658385093168</c:v>
                </c:pt>
                <c:pt idx="5670">
                  <c:v>4.0680235787474777</c:v>
                </c:pt>
                <c:pt idx="5671">
                  <c:v>4.0645240337065314</c:v>
                </c:pt>
                <c:pt idx="5672">
                  <c:v>4.0667653598132691</c:v>
                </c:pt>
                <c:pt idx="5673">
                  <c:v>4.0730551885112947</c:v>
                </c:pt>
                <c:pt idx="5674">
                  <c:v>4.0746500771452308</c:v>
                </c:pt>
                <c:pt idx="5675">
                  <c:v>4.0764535348340392</c:v>
                </c:pt>
                <c:pt idx="5676">
                  <c:v>4.0833374213712066</c:v>
                </c:pt>
                <c:pt idx="5677">
                  <c:v>4.0906871859793492</c:v>
                </c:pt>
                <c:pt idx="5678">
                  <c:v>4.0872097163429206</c:v>
                </c:pt>
                <c:pt idx="5679">
                  <c:v>4.0772794239822767</c:v>
                </c:pt>
                <c:pt idx="5680">
                  <c:v>4.0756288325355063</c:v>
                </c:pt>
                <c:pt idx="5681">
                  <c:v>4.0787463702179849</c:v>
                </c:pt>
                <c:pt idx="5682">
                  <c:v>4.0754795268425843</c:v>
                </c:pt>
                <c:pt idx="5683">
                  <c:v>4.0650528148118843</c:v>
                </c:pt>
                <c:pt idx="5684">
                  <c:v>4.0660531708667955</c:v>
                </c:pt>
                <c:pt idx="5685">
                  <c:v>4.0781162321478019</c:v>
                </c:pt>
                <c:pt idx="5686">
                  <c:v>4.0879162875341217</c:v>
                </c:pt>
                <c:pt idx="5687">
                  <c:v>4.0888262056414924</c:v>
                </c:pt>
                <c:pt idx="5688">
                  <c:v>4.0851968192427899</c:v>
                </c:pt>
                <c:pt idx="5689">
                  <c:v>4.0797665862246308</c:v>
                </c:pt>
                <c:pt idx="5690">
                  <c:v>4.0760440716857218</c:v>
                </c:pt>
                <c:pt idx="5691">
                  <c:v>4.0761741504134195</c:v>
                </c:pt>
                <c:pt idx="5692">
                  <c:v>4.0787693159789535</c:v>
                </c:pt>
                <c:pt idx="5693">
                  <c:v>4.0833026071131862</c:v>
                </c:pt>
                <c:pt idx="5694">
                  <c:v>4.0872682675950465</c:v>
                </c:pt>
                <c:pt idx="5695">
                  <c:v>4.0886647940815761</c:v>
                </c:pt>
                <c:pt idx="5696">
                  <c:v>4.0866685128773197</c:v>
                </c:pt>
                <c:pt idx="5697">
                  <c:v>4.0777441152035445</c:v>
                </c:pt>
                <c:pt idx="5698">
                  <c:v>4.0797499703287574</c:v>
                </c:pt>
                <c:pt idx="5699">
                  <c:v>4.0886181113265021</c:v>
                </c:pt>
                <c:pt idx="5700">
                  <c:v>4.0894924239427146</c:v>
                </c:pt>
                <c:pt idx="5701">
                  <c:v>4.0898809194129049</c:v>
                </c:pt>
                <c:pt idx="5702">
                  <c:v>4.0901641808758953</c:v>
                </c:pt>
                <c:pt idx="5703">
                  <c:v>4.0878031411955531</c:v>
                </c:pt>
                <c:pt idx="5704">
                  <c:v>4.0841990742572296</c:v>
                </c:pt>
                <c:pt idx="5705">
                  <c:v>4.0820358428610994</c:v>
                </c:pt>
                <c:pt idx="5706">
                  <c:v>4.0810365154092656</c:v>
                </c:pt>
                <c:pt idx="5707">
                  <c:v>4.0844364441982828</c:v>
                </c:pt>
                <c:pt idx="5708">
                  <c:v>4.094856193377379</c:v>
                </c:pt>
                <c:pt idx="5709">
                  <c:v>4.1039260988250188</c:v>
                </c:pt>
                <c:pt idx="5710">
                  <c:v>4.1089543854096613</c:v>
                </c:pt>
                <c:pt idx="5711">
                  <c:v>4.1141947224749771</c:v>
                </c:pt>
                <c:pt idx="5712">
                  <c:v>4.1196922103097675</c:v>
                </c:pt>
                <c:pt idx="5713">
                  <c:v>4.1138212604343867</c:v>
                </c:pt>
                <c:pt idx="5714">
                  <c:v>4.1020754045179411</c:v>
                </c:pt>
                <c:pt idx="5715">
                  <c:v>4.0955184555129165</c:v>
                </c:pt>
                <c:pt idx="5716">
                  <c:v>4.0945507773865568</c:v>
                </c:pt>
                <c:pt idx="5717">
                  <c:v>4.0961023855679075</c:v>
                </c:pt>
                <c:pt idx="5718">
                  <c:v>4.095830201368833</c:v>
                </c:pt>
                <c:pt idx="5719">
                  <c:v>4.09157178462634</c:v>
                </c:pt>
                <c:pt idx="5720">
                  <c:v>4.0857649246350434</c:v>
                </c:pt>
                <c:pt idx="5721">
                  <c:v>4.0897139692210311</c:v>
                </c:pt>
                <c:pt idx="5722">
                  <c:v>4.0881631522728172</c:v>
                </c:pt>
                <c:pt idx="5723">
                  <c:v>4.0824528227242158</c:v>
                </c:pt>
                <c:pt idx="5724">
                  <c:v>4.0856407010325588</c:v>
                </c:pt>
                <c:pt idx="5725">
                  <c:v>4.0912774458994345</c:v>
                </c:pt>
                <c:pt idx="5726">
                  <c:v>4.0878735609447325</c:v>
                </c:pt>
                <c:pt idx="5727">
                  <c:v>4.0753760335482854</c:v>
                </c:pt>
                <c:pt idx="5728">
                  <c:v>4.0710657910353287</c:v>
                </c:pt>
                <c:pt idx="5729">
                  <c:v>4.0715494718518812</c:v>
                </c:pt>
                <c:pt idx="5730">
                  <c:v>4.0721265181785817</c:v>
                </c:pt>
                <c:pt idx="5731">
                  <c:v>4.0711833682794634</c:v>
                </c:pt>
                <c:pt idx="5732">
                  <c:v>4.0758305969854014</c:v>
                </c:pt>
                <c:pt idx="5733">
                  <c:v>4.0820548324563832</c:v>
                </c:pt>
                <c:pt idx="5734">
                  <c:v>4.0827471614511213</c:v>
                </c:pt>
                <c:pt idx="5735">
                  <c:v>4.0807746172409702</c:v>
                </c:pt>
                <c:pt idx="5736">
                  <c:v>4.0763879416069946</c:v>
                </c:pt>
                <c:pt idx="5737">
                  <c:v>4.0759389959251493</c:v>
                </c:pt>
                <c:pt idx="5738">
                  <c:v>4.0727362424338329</c:v>
                </c:pt>
                <c:pt idx="5739">
                  <c:v>4.0741407603750446</c:v>
                </c:pt>
                <c:pt idx="5740">
                  <c:v>4.0835866598093125</c:v>
                </c:pt>
                <c:pt idx="5741">
                  <c:v>4.0879503105590063</c:v>
                </c:pt>
                <c:pt idx="5742">
                  <c:v>4.0843185504608934</c:v>
                </c:pt>
                <c:pt idx="5743">
                  <c:v>4.0761985203940343</c:v>
                </c:pt>
                <c:pt idx="5744">
                  <c:v>4.074823040708945</c:v>
                </c:pt>
                <c:pt idx="5745">
                  <c:v>4.0819812477746567</c:v>
                </c:pt>
                <c:pt idx="5746">
                  <c:v>4.0855457530561381</c:v>
                </c:pt>
                <c:pt idx="5747">
                  <c:v>4.0885334493808605</c:v>
                </c:pt>
                <c:pt idx="5748">
                  <c:v>4.0884986351228392</c:v>
                </c:pt>
                <c:pt idx="5749">
                  <c:v>4.0854120346560112</c:v>
                </c:pt>
                <c:pt idx="5750">
                  <c:v>4.079564030541599</c:v>
                </c:pt>
                <c:pt idx="5751">
                  <c:v>4.077605253788029</c:v>
                </c:pt>
                <c:pt idx="5752">
                  <c:v>4.0811235510543185</c:v>
                </c:pt>
                <c:pt idx="5753">
                  <c:v>4.0850781342722637</c:v>
                </c:pt>
                <c:pt idx="5754">
                  <c:v>4.0876678403291526</c:v>
                </c:pt>
                <c:pt idx="5755">
                  <c:v>4.0898255330933262</c:v>
                </c:pt>
                <c:pt idx="5756">
                  <c:v>4.0898326541915573</c:v>
                </c:pt>
                <c:pt idx="5757">
                  <c:v>4.0834695573050599</c:v>
                </c:pt>
                <c:pt idx="5758">
                  <c:v>4.0823958539383627</c:v>
                </c:pt>
                <c:pt idx="5759">
                  <c:v>4.0784252086877402</c:v>
                </c:pt>
                <c:pt idx="5760">
                  <c:v>4.0800276931597894</c:v>
                </c:pt>
                <c:pt idx="5761">
                  <c:v>4.0903991771175381</c:v>
                </c:pt>
                <c:pt idx="5762">
                  <c:v>4.1003077896902322</c:v>
                </c:pt>
                <c:pt idx="5763">
                  <c:v>4.1005317086679591</c:v>
                </c:pt>
                <c:pt idx="5764">
                  <c:v>4.0998512481702738</c:v>
                </c:pt>
                <c:pt idx="5765">
                  <c:v>4.1035281085571862</c:v>
                </c:pt>
                <c:pt idx="5766">
                  <c:v>4.1063591407208131</c:v>
                </c:pt>
                <c:pt idx="5767">
                  <c:v>4.1022755865015625</c:v>
                </c:pt>
                <c:pt idx="5768">
                  <c:v>4.0982545397001227</c:v>
                </c:pt>
                <c:pt idx="5769">
                  <c:v>4.0979467500098901</c:v>
                </c:pt>
                <c:pt idx="5770">
                  <c:v>4.0969339715947308</c:v>
                </c:pt>
                <c:pt idx="5771">
                  <c:v>4.0988542944178503</c:v>
                </c:pt>
                <c:pt idx="5772">
                  <c:v>4.0946441428967049</c:v>
                </c:pt>
                <c:pt idx="5773">
                  <c:v>4.0848455117300313</c:v>
                </c:pt>
                <c:pt idx="5774">
                  <c:v>4.0792467460537249</c:v>
                </c:pt>
                <c:pt idx="5775">
                  <c:v>4.0781676623016976</c:v>
                </c:pt>
                <c:pt idx="5776">
                  <c:v>4.0781921905289398</c:v>
                </c:pt>
                <c:pt idx="5777">
                  <c:v>4.082611069351584</c:v>
                </c:pt>
                <c:pt idx="5778">
                  <c:v>4.0892400205720616</c:v>
                </c:pt>
                <c:pt idx="5779">
                  <c:v>4.0922269256636472</c:v>
                </c:pt>
                <c:pt idx="5780">
                  <c:v>4.0947549155358622</c:v>
                </c:pt>
                <c:pt idx="5781">
                  <c:v>4.0985053606045021</c:v>
                </c:pt>
                <c:pt idx="5782">
                  <c:v>4.106485738022708</c:v>
                </c:pt>
                <c:pt idx="5783">
                  <c:v>4.1079558491909642</c:v>
                </c:pt>
                <c:pt idx="5784">
                  <c:v>4.1009668868932234</c:v>
                </c:pt>
                <c:pt idx="5785">
                  <c:v>4.0934398860624279</c:v>
                </c:pt>
                <c:pt idx="5786">
                  <c:v>4.0921660007121101</c:v>
                </c:pt>
                <c:pt idx="5787">
                  <c:v>4.0923796336590579</c:v>
                </c:pt>
                <c:pt idx="5788">
                  <c:v>4.0891514024607352</c:v>
                </c:pt>
                <c:pt idx="5789">
                  <c:v>4.0857910353285591</c:v>
                </c:pt>
                <c:pt idx="5790">
                  <c:v>4.0830858092336904</c:v>
                </c:pt>
                <c:pt idx="5791">
                  <c:v>4.0867523835898245</c:v>
                </c:pt>
                <c:pt idx="5792">
                  <c:v>4.0868386280017406</c:v>
                </c:pt>
                <c:pt idx="5793">
                  <c:v>4.096482968706729</c:v>
                </c:pt>
                <c:pt idx="5794">
                  <c:v>4.1040954227163038</c:v>
                </c:pt>
                <c:pt idx="5795">
                  <c:v>4.1023887328401312</c:v>
                </c:pt>
                <c:pt idx="5796">
                  <c:v>4.0940926534003248</c:v>
                </c:pt>
                <c:pt idx="5797">
                  <c:v>4.086242038216561</c:v>
                </c:pt>
                <c:pt idx="5798">
                  <c:v>4.0867460537247302</c:v>
                </c:pt>
                <c:pt idx="5799">
                  <c:v>4.0833271353404283</c:v>
                </c:pt>
                <c:pt idx="5800">
                  <c:v>4.075548680618744</c:v>
                </c:pt>
                <c:pt idx="5801">
                  <c:v>4.0763915021561106</c:v>
                </c:pt>
                <c:pt idx="5802">
                  <c:v>4.0809478972979392</c:v>
                </c:pt>
                <c:pt idx="5803">
                  <c:v>4.084767179649484</c:v>
                </c:pt>
                <c:pt idx="5804">
                  <c:v>4.0932610673735015</c:v>
                </c:pt>
                <c:pt idx="5805">
                  <c:v>4.0956925268030222</c:v>
                </c:pt>
                <c:pt idx="5806">
                  <c:v>4.0925212643905526</c:v>
                </c:pt>
                <c:pt idx="5807">
                  <c:v>4.0919333781698777</c:v>
                </c:pt>
                <c:pt idx="5808">
                  <c:v>4.0943893658266406</c:v>
                </c:pt>
                <c:pt idx="5809">
                  <c:v>4.0972678719784783</c:v>
                </c:pt>
                <c:pt idx="5810">
                  <c:v>4.0944162677532931</c:v>
                </c:pt>
                <c:pt idx="5811">
                  <c:v>4.0906175574633066</c:v>
                </c:pt>
                <c:pt idx="5812">
                  <c:v>4.0899964394508839</c:v>
                </c:pt>
                <c:pt idx="5813">
                  <c:v>4.0871843968825416</c:v>
                </c:pt>
                <c:pt idx="5814">
                  <c:v>4.0810800332317916</c:v>
                </c:pt>
                <c:pt idx="5815">
                  <c:v>4.0858875657712543</c:v>
                </c:pt>
                <c:pt idx="5816">
                  <c:v>4.0981231949994061</c:v>
                </c:pt>
                <c:pt idx="5817">
                  <c:v>4.1058606638446022</c:v>
                </c:pt>
                <c:pt idx="5818">
                  <c:v>4.1116153024488664</c:v>
                </c:pt>
                <c:pt idx="5819">
                  <c:v>4.1161553981880763</c:v>
                </c:pt>
                <c:pt idx="5820">
                  <c:v>4.1160833959726233</c:v>
                </c:pt>
                <c:pt idx="5821">
                  <c:v>4.1115504213316454</c:v>
                </c:pt>
                <c:pt idx="5822">
                  <c:v>4.1013878229220238</c:v>
                </c:pt>
                <c:pt idx="5823">
                  <c:v>4.1025042528781102</c:v>
                </c:pt>
                <c:pt idx="5824">
                  <c:v>4.1087565771254502</c:v>
                </c:pt>
                <c:pt idx="5825">
                  <c:v>4.1061233532460335</c:v>
                </c:pt>
                <c:pt idx="5826">
                  <c:v>4.1065783122997193</c:v>
                </c:pt>
                <c:pt idx="5827">
                  <c:v>4.1130862048502594</c:v>
                </c:pt>
                <c:pt idx="5828">
                  <c:v>4.1163112711160341</c:v>
                </c:pt>
                <c:pt idx="5829">
                  <c:v>4.1131036119792697</c:v>
                </c:pt>
                <c:pt idx="5830">
                  <c:v>4.1073252363809001</c:v>
                </c:pt>
                <c:pt idx="5831">
                  <c:v>4.1029766190608061</c:v>
                </c:pt>
                <c:pt idx="5832">
                  <c:v>4.0998180163785261</c:v>
                </c:pt>
                <c:pt idx="5833">
                  <c:v>4.1063725916841394</c:v>
                </c:pt>
                <c:pt idx="5834">
                  <c:v>4.1160588677453811</c:v>
                </c:pt>
                <c:pt idx="5835">
                  <c:v>4.1208054753333068</c:v>
                </c:pt>
                <c:pt idx="5836">
                  <c:v>4.1268164734739088</c:v>
                </c:pt>
                <c:pt idx="5837">
                  <c:v>4.1233192230090596</c:v>
                </c:pt>
                <c:pt idx="5838">
                  <c:v>4.1172844878743522</c:v>
                </c:pt>
                <c:pt idx="5839">
                  <c:v>4.1153839458796533</c:v>
                </c:pt>
                <c:pt idx="5840">
                  <c:v>4.1153942319104324</c:v>
                </c:pt>
                <c:pt idx="5841">
                  <c:v>4.1154646516596118</c:v>
                </c:pt>
                <c:pt idx="5842">
                  <c:v>4.1198053566483361</c:v>
                </c:pt>
                <c:pt idx="5843">
                  <c:v>4.1262404557502865</c:v>
                </c:pt>
                <c:pt idx="5844">
                  <c:v>4.1302464691221266</c:v>
                </c:pt>
                <c:pt idx="5845">
                  <c:v>4.1273181152826677</c:v>
                </c:pt>
                <c:pt idx="5846">
                  <c:v>4.1276828737587534</c:v>
                </c:pt>
                <c:pt idx="5847">
                  <c:v>4.1288713059302919</c:v>
                </c:pt>
                <c:pt idx="5848">
                  <c:v>4.1330767100526167</c:v>
                </c:pt>
                <c:pt idx="5849">
                  <c:v>4.1324350199786366</c:v>
                </c:pt>
                <c:pt idx="5850">
                  <c:v>4.1232226925663644</c:v>
                </c:pt>
                <c:pt idx="5851">
                  <c:v>4.1153380543577169</c:v>
                </c:pt>
                <c:pt idx="5852">
                  <c:v>4.1133568065830595</c:v>
                </c:pt>
                <c:pt idx="5853">
                  <c:v>4.1178794951932591</c:v>
                </c:pt>
                <c:pt idx="5854">
                  <c:v>4.115402935474938</c:v>
                </c:pt>
                <c:pt idx="5855">
                  <c:v>4.1162748743917392</c:v>
                </c:pt>
                <c:pt idx="5856">
                  <c:v>4.1192190528939356</c:v>
                </c:pt>
                <c:pt idx="5857">
                  <c:v>4.1197381018317047</c:v>
                </c:pt>
                <c:pt idx="5858">
                  <c:v>4.1202278751434109</c:v>
                </c:pt>
                <c:pt idx="5859">
                  <c:v>4.1205040155081694</c:v>
                </c:pt>
                <c:pt idx="5860">
                  <c:v>4.122694148830953</c:v>
                </c:pt>
                <c:pt idx="5861">
                  <c:v>4.1241769197293987</c:v>
                </c:pt>
                <c:pt idx="5862">
                  <c:v>4.1175962337302687</c:v>
                </c:pt>
                <c:pt idx="5863">
                  <c:v>4.1166855243897613</c:v>
                </c:pt>
                <c:pt idx="5864">
                  <c:v>4.120732681884717</c:v>
                </c:pt>
                <c:pt idx="5865">
                  <c:v>4.1099972306840211</c:v>
                </c:pt>
                <c:pt idx="5866">
                  <c:v>4.0997563001938522</c:v>
                </c:pt>
                <c:pt idx="5867">
                  <c:v>4.09967401194762</c:v>
                </c:pt>
                <c:pt idx="5868">
                  <c:v>4.0985639118566288</c:v>
                </c:pt>
                <c:pt idx="5869">
                  <c:v>4.1009700518257706</c:v>
                </c:pt>
                <c:pt idx="5870">
                  <c:v>4.1079281560311749</c:v>
                </c:pt>
                <c:pt idx="5871">
                  <c:v>4.1098880405111364</c:v>
                </c:pt>
                <c:pt idx="5872">
                  <c:v>4.1102638762511372</c:v>
                </c:pt>
                <c:pt idx="5873">
                  <c:v>4.1071559124896151</c:v>
                </c:pt>
                <c:pt idx="5874">
                  <c:v>4.1108620485025913</c:v>
                </c:pt>
                <c:pt idx="5875">
                  <c:v>4.1128409225778375</c:v>
                </c:pt>
                <c:pt idx="5876">
                  <c:v>4.1173984254460576</c:v>
                </c:pt>
                <c:pt idx="5877">
                  <c:v>4.1250021758911259</c:v>
                </c:pt>
                <c:pt idx="5878">
                  <c:v>4.129707639355936</c:v>
                </c:pt>
                <c:pt idx="5879">
                  <c:v>4.1284654033310915</c:v>
                </c:pt>
                <c:pt idx="5880">
                  <c:v>4.1207825295723381</c:v>
                </c:pt>
                <c:pt idx="5881">
                  <c:v>4.1139351980060921</c:v>
                </c:pt>
                <c:pt idx="5882">
                  <c:v>4.1132642323060491</c:v>
                </c:pt>
                <c:pt idx="5883">
                  <c:v>4.1147976421252519</c:v>
                </c:pt>
                <c:pt idx="5884">
                  <c:v>4.1165027495351509</c:v>
                </c:pt>
                <c:pt idx="5885">
                  <c:v>4.1237377853384496</c:v>
                </c:pt>
                <c:pt idx="5886">
                  <c:v>4.1309522490801918</c:v>
                </c:pt>
                <c:pt idx="5887">
                  <c:v>4.1354551568619691</c:v>
                </c:pt>
                <c:pt idx="5888">
                  <c:v>4.1347375084068521</c:v>
                </c:pt>
                <c:pt idx="5889">
                  <c:v>4.1287636982236817</c:v>
                </c:pt>
                <c:pt idx="5890">
                  <c:v>4.1309095224908017</c:v>
                </c:pt>
                <c:pt idx="5891">
                  <c:v>4.1269193337816992</c:v>
                </c:pt>
                <c:pt idx="5892">
                  <c:v>4.1145207105273567</c:v>
                </c:pt>
                <c:pt idx="5893">
                  <c:v>4.1088008861811129</c:v>
                </c:pt>
                <c:pt idx="5894">
                  <c:v>4.1094212129603989</c:v>
                </c:pt>
                <c:pt idx="5895">
                  <c:v>4.1163484590734658</c:v>
                </c:pt>
                <c:pt idx="5896">
                  <c:v>4.1149883293112319</c:v>
                </c:pt>
                <c:pt idx="5897">
                  <c:v>4.1108731257665072</c:v>
                </c:pt>
                <c:pt idx="5898">
                  <c:v>4.1163721960675712</c:v>
                </c:pt>
                <c:pt idx="5899">
                  <c:v>4.1267618783874669</c:v>
                </c:pt>
                <c:pt idx="5900">
                  <c:v>4.1254618823436324</c:v>
                </c:pt>
                <c:pt idx="5901">
                  <c:v>4.1248510503619888</c:v>
                </c:pt>
                <c:pt idx="5902">
                  <c:v>4.1241713810974403</c:v>
                </c:pt>
                <c:pt idx="5903">
                  <c:v>4.1301198718202317</c:v>
                </c:pt>
                <c:pt idx="5904">
                  <c:v>4.1416354788938561</c:v>
                </c:pt>
                <c:pt idx="5905">
                  <c:v>4.1452545792617794</c:v>
                </c:pt>
                <c:pt idx="5906">
                  <c:v>4.1409985362186967</c:v>
                </c:pt>
                <c:pt idx="5907">
                  <c:v>4.1382727380622697</c:v>
                </c:pt>
                <c:pt idx="5908">
                  <c:v>4.1420160620326776</c:v>
                </c:pt>
                <c:pt idx="5909">
                  <c:v>4.1461676623016972</c:v>
                </c:pt>
                <c:pt idx="5910">
                  <c:v>4.1461573762709181</c:v>
                </c:pt>
                <c:pt idx="5911">
                  <c:v>4.1376516200498479</c:v>
                </c:pt>
                <c:pt idx="5912">
                  <c:v>4.1352462713138429</c:v>
                </c:pt>
                <c:pt idx="5913">
                  <c:v>4.137608102227321</c:v>
                </c:pt>
                <c:pt idx="5914">
                  <c:v>4.1426205641492269</c:v>
                </c:pt>
                <c:pt idx="5915">
                  <c:v>4.1389903865173876</c:v>
                </c:pt>
                <c:pt idx="5916">
                  <c:v>4.1386185069430708</c:v>
                </c:pt>
                <c:pt idx="5917">
                  <c:v>4.1504411124737901</c:v>
                </c:pt>
                <c:pt idx="5918">
                  <c:v>4.1561031768010448</c:v>
                </c:pt>
                <c:pt idx="5919">
                  <c:v>4.1536986192981766</c:v>
                </c:pt>
                <c:pt idx="5920">
                  <c:v>4.1498017960992204</c:v>
                </c:pt>
                <c:pt idx="5921">
                  <c:v>4.1503097677730745</c:v>
                </c:pt>
                <c:pt idx="5922">
                  <c:v>4.155536653875064</c:v>
                </c:pt>
                <c:pt idx="5923">
                  <c:v>4.157328796930015</c:v>
                </c:pt>
                <c:pt idx="5924">
                  <c:v>4.1524397673774578</c:v>
                </c:pt>
                <c:pt idx="5925">
                  <c:v>4.1493318036159357</c:v>
                </c:pt>
                <c:pt idx="5926">
                  <c:v>4.1521224828895837</c:v>
                </c:pt>
                <c:pt idx="5927">
                  <c:v>4.152327412272026</c:v>
                </c:pt>
                <c:pt idx="5928">
                  <c:v>4.1505067848241488</c:v>
                </c:pt>
                <c:pt idx="5929">
                  <c:v>4.1529572338489533</c:v>
                </c:pt>
                <c:pt idx="5930">
                  <c:v>4.1563160185148558</c:v>
                </c:pt>
                <c:pt idx="5931">
                  <c:v>4.1550753649562839</c:v>
                </c:pt>
                <c:pt idx="5932">
                  <c:v>4.1537334335561971</c:v>
                </c:pt>
                <c:pt idx="5933">
                  <c:v>4.154537326423231</c:v>
                </c:pt>
                <c:pt idx="5934">
                  <c:v>4.1519507852988884</c:v>
                </c:pt>
                <c:pt idx="5935">
                  <c:v>4.152096372196068</c:v>
                </c:pt>
                <c:pt idx="5936">
                  <c:v>4.1467104482335717</c:v>
                </c:pt>
                <c:pt idx="5937">
                  <c:v>4.1400712109823159</c:v>
                </c:pt>
                <c:pt idx="5938">
                  <c:v>4.1389777267871981</c:v>
                </c:pt>
                <c:pt idx="5939">
                  <c:v>4.1393796732207147</c:v>
                </c:pt>
                <c:pt idx="5940">
                  <c:v>4.1449190964117575</c:v>
                </c:pt>
                <c:pt idx="5941">
                  <c:v>4.1498184119950947</c:v>
                </c:pt>
                <c:pt idx="5942">
                  <c:v>4.1558278276694232</c:v>
                </c:pt>
                <c:pt idx="5943">
                  <c:v>4.1581429758278281</c:v>
                </c:pt>
                <c:pt idx="5944">
                  <c:v>4.1609296989357913</c:v>
                </c:pt>
                <c:pt idx="5945">
                  <c:v>4.1587965343988609</c:v>
                </c:pt>
                <c:pt idx="5946">
                  <c:v>4.1549685484828105</c:v>
                </c:pt>
                <c:pt idx="5947">
                  <c:v>4.1567116350832771</c:v>
                </c:pt>
                <c:pt idx="5948">
                  <c:v>4.1558705542588124</c:v>
                </c:pt>
                <c:pt idx="5949">
                  <c:v>4.1547311785417573</c:v>
                </c:pt>
                <c:pt idx="5950">
                  <c:v>4.1551908849942638</c:v>
                </c:pt>
                <c:pt idx="5951">
                  <c:v>4.1555224116786009</c:v>
                </c:pt>
                <c:pt idx="5952">
                  <c:v>4.1579958064643749</c:v>
                </c:pt>
                <c:pt idx="5953">
                  <c:v>4.1608909285120861</c:v>
                </c:pt>
                <c:pt idx="5954">
                  <c:v>4.1596178343949042</c:v>
                </c:pt>
                <c:pt idx="5955">
                  <c:v>4.1581896585829012</c:v>
                </c:pt>
                <c:pt idx="5956">
                  <c:v>4.1572567947145629</c:v>
                </c:pt>
                <c:pt idx="5957">
                  <c:v>4.1590410254381451</c:v>
                </c:pt>
                <c:pt idx="5958">
                  <c:v>4.1583099260197018</c:v>
                </c:pt>
                <c:pt idx="5959">
                  <c:v>4.1609249515369706</c:v>
                </c:pt>
                <c:pt idx="5960">
                  <c:v>4.1647481900541994</c:v>
                </c:pt>
                <c:pt idx="5961">
                  <c:v>4.1674795268425839</c:v>
                </c:pt>
                <c:pt idx="5962">
                  <c:v>4.1716825572654983</c:v>
                </c:pt>
                <c:pt idx="5963">
                  <c:v>4.1765779166831507</c:v>
                </c:pt>
                <c:pt idx="5964">
                  <c:v>4.1755825453970008</c:v>
                </c:pt>
                <c:pt idx="5965">
                  <c:v>4.1736859595679867</c:v>
                </c:pt>
                <c:pt idx="5966">
                  <c:v>4.177575661668711</c:v>
                </c:pt>
                <c:pt idx="5967">
                  <c:v>4.1831079637615227</c:v>
                </c:pt>
                <c:pt idx="5968">
                  <c:v>4.1819456422834991</c:v>
                </c:pt>
                <c:pt idx="5969">
                  <c:v>4.1780116311271112</c:v>
                </c:pt>
                <c:pt idx="5970">
                  <c:v>4.1753483403884957</c:v>
                </c:pt>
                <c:pt idx="5971">
                  <c:v>4.1682319895557223</c:v>
                </c:pt>
                <c:pt idx="5972">
                  <c:v>4.1669565217391309</c:v>
                </c:pt>
                <c:pt idx="5973">
                  <c:v>4.1776555762155319</c:v>
                </c:pt>
                <c:pt idx="5974">
                  <c:v>4.1885801321359342</c:v>
                </c:pt>
                <c:pt idx="5975">
                  <c:v>4.2022914111642997</c:v>
                </c:pt>
                <c:pt idx="5976">
                  <c:v>4.2065601139375719</c:v>
                </c:pt>
                <c:pt idx="5977">
                  <c:v>4.1984246548245441</c:v>
                </c:pt>
                <c:pt idx="5978">
                  <c:v>4.1990291569410925</c:v>
                </c:pt>
                <c:pt idx="5979">
                  <c:v>4.2009304901689282</c:v>
                </c:pt>
                <c:pt idx="5980">
                  <c:v>4.2055924358112122</c:v>
                </c:pt>
                <c:pt idx="5981">
                  <c:v>4.2086228587253238</c:v>
                </c:pt>
                <c:pt idx="5982">
                  <c:v>4.2128203505162798</c:v>
                </c:pt>
                <c:pt idx="5983">
                  <c:v>4.2146433516635673</c:v>
                </c:pt>
                <c:pt idx="5984">
                  <c:v>4.2221798472920042</c:v>
                </c:pt>
                <c:pt idx="5985">
                  <c:v>4.2263433160580766</c:v>
                </c:pt>
                <c:pt idx="5986">
                  <c:v>4.215246271313843</c:v>
                </c:pt>
                <c:pt idx="5987">
                  <c:v>4.2136820034023028</c:v>
                </c:pt>
                <c:pt idx="5988">
                  <c:v>4.2127649641967002</c:v>
                </c:pt>
                <c:pt idx="5989">
                  <c:v>4.204129445741188</c:v>
                </c:pt>
                <c:pt idx="5990">
                  <c:v>4.2021260434386996</c:v>
                </c:pt>
                <c:pt idx="5991">
                  <c:v>4.21102029512996</c:v>
                </c:pt>
                <c:pt idx="5992">
                  <c:v>4.2198639079004625</c:v>
                </c:pt>
                <c:pt idx="5993">
                  <c:v>4.2189603196581871</c:v>
                </c:pt>
                <c:pt idx="5994">
                  <c:v>4.2093310123827985</c:v>
                </c:pt>
                <c:pt idx="5995">
                  <c:v>4.2041421054713775</c:v>
                </c:pt>
                <c:pt idx="5996">
                  <c:v>4.2078474502512169</c:v>
                </c:pt>
                <c:pt idx="5997">
                  <c:v>4.2173833920164574</c:v>
                </c:pt>
                <c:pt idx="5998">
                  <c:v>4.2204921470111172</c:v>
                </c:pt>
                <c:pt idx="5999">
                  <c:v>4.2224013925703208</c:v>
                </c:pt>
                <c:pt idx="6000">
                  <c:v>4.223611979269692</c:v>
                </c:pt>
                <c:pt idx="6001">
                  <c:v>4.220601337184001</c:v>
                </c:pt>
                <c:pt idx="6002">
                  <c:v>4.2253107568144959</c:v>
                </c:pt>
                <c:pt idx="6003">
                  <c:v>4.2269976658622461</c:v>
                </c:pt>
                <c:pt idx="6004">
                  <c:v>4.2272872571903308</c:v>
                </c:pt>
                <c:pt idx="6005">
                  <c:v>4.2295161609368197</c:v>
                </c:pt>
                <c:pt idx="6006">
                  <c:v>4.2340530917434824</c:v>
                </c:pt>
                <c:pt idx="6007">
                  <c:v>4.2367322071448354</c:v>
                </c:pt>
                <c:pt idx="6008">
                  <c:v>4.2312157297147603</c:v>
                </c:pt>
                <c:pt idx="6009">
                  <c:v>4.2321272302884045</c:v>
                </c:pt>
                <c:pt idx="6010">
                  <c:v>4.2334462159275228</c:v>
                </c:pt>
                <c:pt idx="6011">
                  <c:v>4.2374348221703526</c:v>
                </c:pt>
                <c:pt idx="6012">
                  <c:v>4.2414345056770975</c:v>
                </c:pt>
                <c:pt idx="6013">
                  <c:v>4.2425493531669103</c:v>
                </c:pt>
                <c:pt idx="6014">
                  <c:v>4.2402611069351588</c:v>
                </c:pt>
                <c:pt idx="6015">
                  <c:v>4.2441523915021557</c:v>
                </c:pt>
                <c:pt idx="6016">
                  <c:v>4.2471812319499938</c:v>
                </c:pt>
                <c:pt idx="6017">
                  <c:v>4.2428326146299007</c:v>
                </c:pt>
                <c:pt idx="6018">
                  <c:v>4.23600902005776</c:v>
                </c:pt>
                <c:pt idx="6019">
                  <c:v>4.2436214740673339</c:v>
                </c:pt>
                <c:pt idx="6020">
                  <c:v>4.2488586462001026</c:v>
                </c:pt>
                <c:pt idx="6021">
                  <c:v>4.2483617517901653</c:v>
                </c:pt>
                <c:pt idx="6022">
                  <c:v>4.249899117775052</c:v>
                </c:pt>
                <c:pt idx="6023">
                  <c:v>4.2580899632076594</c:v>
                </c:pt>
                <c:pt idx="6024">
                  <c:v>4.2563516240060135</c:v>
                </c:pt>
                <c:pt idx="6025">
                  <c:v>4.2499283934011158</c:v>
                </c:pt>
                <c:pt idx="6026">
                  <c:v>4.2473901174981208</c:v>
                </c:pt>
                <c:pt idx="6027">
                  <c:v>4.2535324603394393</c:v>
                </c:pt>
                <c:pt idx="6028">
                  <c:v>4.2589255054001658</c:v>
                </c:pt>
                <c:pt idx="6029">
                  <c:v>4.2577647663884166</c:v>
                </c:pt>
                <c:pt idx="6030">
                  <c:v>4.256685524389761</c:v>
                </c:pt>
                <c:pt idx="6031">
                  <c:v>4.2565454761245398</c:v>
                </c:pt>
                <c:pt idx="6032">
                  <c:v>4.2621189223404681</c:v>
                </c:pt>
                <c:pt idx="6033">
                  <c:v>4.2651010800332321</c:v>
                </c:pt>
                <c:pt idx="6034">
                  <c:v>4.261196344502908</c:v>
                </c:pt>
                <c:pt idx="6035">
                  <c:v>4.2595213039522095</c:v>
                </c:pt>
                <c:pt idx="6036">
                  <c:v>4.2602832614629902</c:v>
                </c:pt>
                <c:pt idx="6037">
                  <c:v>4.2634228745499865</c:v>
                </c:pt>
                <c:pt idx="6038">
                  <c:v>4.2737009929975871</c:v>
                </c:pt>
                <c:pt idx="6039">
                  <c:v>4.2772583771808366</c:v>
                </c:pt>
                <c:pt idx="6040">
                  <c:v>4.2783613561735967</c:v>
                </c:pt>
                <c:pt idx="6041">
                  <c:v>4.2844625548917987</c:v>
                </c:pt>
                <c:pt idx="6042">
                  <c:v>4.2930624678561538</c:v>
                </c:pt>
                <c:pt idx="6043">
                  <c:v>4.2946504727617993</c:v>
                </c:pt>
                <c:pt idx="6044">
                  <c:v>4.287277762392689</c:v>
                </c:pt>
                <c:pt idx="6045">
                  <c:v>4.2815492344819397</c:v>
                </c:pt>
                <c:pt idx="6046">
                  <c:v>4.2777536891245003</c:v>
                </c:pt>
                <c:pt idx="6047">
                  <c:v>4.2760477904814653</c:v>
                </c:pt>
                <c:pt idx="6048">
                  <c:v>4.2738631957906401</c:v>
                </c:pt>
                <c:pt idx="6049">
                  <c:v>4.2757210111959489</c:v>
                </c:pt>
                <c:pt idx="6050">
                  <c:v>4.2868354630691936</c:v>
                </c:pt>
                <c:pt idx="6051">
                  <c:v>4.2924817027337108</c:v>
                </c:pt>
                <c:pt idx="6052">
                  <c:v>4.2898825018791786</c:v>
                </c:pt>
                <c:pt idx="6053">
                  <c:v>4.2902781184476009</c:v>
                </c:pt>
                <c:pt idx="6054">
                  <c:v>4.2968675080112355</c:v>
                </c:pt>
                <c:pt idx="6055">
                  <c:v>4.301131463385687</c:v>
                </c:pt>
                <c:pt idx="6056">
                  <c:v>4.3002342050085058</c:v>
                </c:pt>
                <c:pt idx="6057">
                  <c:v>4.298794951932587</c:v>
                </c:pt>
                <c:pt idx="6058">
                  <c:v>4.3058448391818649</c:v>
                </c:pt>
                <c:pt idx="6059">
                  <c:v>4.3028278672310796</c:v>
                </c:pt>
                <c:pt idx="6060">
                  <c:v>4.2935237567749338</c:v>
                </c:pt>
                <c:pt idx="6061">
                  <c:v>4.2902931518772007</c:v>
                </c:pt>
                <c:pt idx="6062">
                  <c:v>4.290003560549116</c:v>
                </c:pt>
                <c:pt idx="6063">
                  <c:v>4.2956023262254224</c:v>
                </c:pt>
                <c:pt idx="6064">
                  <c:v>4.302429876963247</c:v>
                </c:pt>
                <c:pt idx="6065">
                  <c:v>4.2993314079993672</c:v>
                </c:pt>
                <c:pt idx="6066">
                  <c:v>4.304694386200894</c:v>
                </c:pt>
                <c:pt idx="6067">
                  <c:v>4.3069422795426675</c:v>
                </c:pt>
                <c:pt idx="6068">
                  <c:v>4.3034830082683859</c:v>
                </c:pt>
                <c:pt idx="6069">
                  <c:v>4.3030628634727224</c:v>
                </c:pt>
                <c:pt idx="6070">
                  <c:v>4.3017486252324248</c:v>
                </c:pt>
                <c:pt idx="6071">
                  <c:v>4.3002041381493061</c:v>
                </c:pt>
                <c:pt idx="6072">
                  <c:v>4.3046864738695252</c:v>
                </c:pt>
                <c:pt idx="6073">
                  <c:v>4.3071440439925626</c:v>
                </c:pt>
                <c:pt idx="6074">
                  <c:v>4.2994714562645884</c:v>
                </c:pt>
                <c:pt idx="6075">
                  <c:v>4.3002998773588637</c:v>
                </c:pt>
                <c:pt idx="6076">
                  <c:v>4.3007682873758757</c:v>
                </c:pt>
                <c:pt idx="6077">
                  <c:v>4.2998544131028211</c:v>
                </c:pt>
                <c:pt idx="6078">
                  <c:v>4.3101230367527794</c:v>
                </c:pt>
                <c:pt idx="6079">
                  <c:v>4.3133124975273969</c:v>
                </c:pt>
                <c:pt idx="6080">
                  <c:v>4.3059405783914233</c:v>
                </c:pt>
                <c:pt idx="6081">
                  <c:v>4.3093729477390514</c:v>
                </c:pt>
                <c:pt idx="6082">
                  <c:v>4.3178019543458479</c:v>
                </c:pt>
                <c:pt idx="6083">
                  <c:v>4.3179934327649638</c:v>
                </c:pt>
                <c:pt idx="6084">
                  <c:v>4.3173327530957</c:v>
                </c:pt>
                <c:pt idx="6085">
                  <c:v>4.3175796178343946</c:v>
                </c:pt>
                <c:pt idx="6086">
                  <c:v>4.32054911579697</c:v>
                </c:pt>
                <c:pt idx="6087">
                  <c:v>4.3223887328401318</c:v>
                </c:pt>
                <c:pt idx="6088">
                  <c:v>4.3210570874708232</c:v>
                </c:pt>
                <c:pt idx="6089">
                  <c:v>4.3246065593227048</c:v>
                </c:pt>
                <c:pt idx="6090">
                  <c:v>4.3291355777979978</c:v>
                </c:pt>
                <c:pt idx="6091">
                  <c:v>4.3361000118684974</c:v>
                </c:pt>
                <c:pt idx="6092">
                  <c:v>4.3338861415516083</c:v>
                </c:pt>
                <c:pt idx="6093">
                  <c:v>4.3254341891838433</c:v>
                </c:pt>
                <c:pt idx="6094">
                  <c:v>4.3188843612770507</c:v>
                </c:pt>
                <c:pt idx="6095">
                  <c:v>4.3229228152075008</c:v>
                </c:pt>
                <c:pt idx="6096">
                  <c:v>4.3317925386715199</c:v>
                </c:pt>
                <c:pt idx="6097">
                  <c:v>4.3401368833326739</c:v>
                </c:pt>
                <c:pt idx="6098">
                  <c:v>4.3532215057166592</c:v>
                </c:pt>
                <c:pt idx="6099">
                  <c:v>4.3644673022906204</c:v>
                </c:pt>
                <c:pt idx="6100">
                  <c:v>4.36851841595126</c:v>
                </c:pt>
                <c:pt idx="6101">
                  <c:v>4.3588281837243343</c:v>
                </c:pt>
                <c:pt idx="6102">
                  <c:v>4.3532515725758598</c:v>
                </c:pt>
                <c:pt idx="6103">
                  <c:v>4.3521248565889943</c:v>
                </c:pt>
                <c:pt idx="6104">
                  <c:v>4.3485975392649445</c:v>
                </c:pt>
                <c:pt idx="6105">
                  <c:v>4.3510859674803184</c:v>
                </c:pt>
                <c:pt idx="6106">
                  <c:v>4.3467903627803937</c:v>
                </c:pt>
                <c:pt idx="6107">
                  <c:v>4.3494496973533252</c:v>
                </c:pt>
                <c:pt idx="6108">
                  <c:v>4.3550326383668949</c:v>
                </c:pt>
                <c:pt idx="6109">
                  <c:v>4.3528654508050799</c:v>
                </c:pt>
                <c:pt idx="6110">
                  <c:v>4.3485492740435969</c:v>
                </c:pt>
                <c:pt idx="6111">
                  <c:v>4.3477002808877634</c:v>
                </c:pt>
                <c:pt idx="6112">
                  <c:v>4.3542857142857141</c:v>
                </c:pt>
                <c:pt idx="6113">
                  <c:v>4.3593701784230721</c:v>
                </c:pt>
                <c:pt idx="6114">
                  <c:v>4.3643256715591248</c:v>
                </c:pt>
                <c:pt idx="6115">
                  <c:v>4.3629275626063215</c:v>
                </c:pt>
                <c:pt idx="6116">
                  <c:v>4.3655710725165173</c:v>
                </c:pt>
                <c:pt idx="6117">
                  <c:v>4.3673260276140367</c:v>
                </c:pt>
                <c:pt idx="6118">
                  <c:v>4.3662372908177396</c:v>
                </c:pt>
                <c:pt idx="6119">
                  <c:v>4.3684203030422912</c:v>
                </c:pt>
                <c:pt idx="6120">
                  <c:v>4.3623657870791632</c:v>
                </c:pt>
                <c:pt idx="6121">
                  <c:v>4.3632037029710808</c:v>
                </c:pt>
                <c:pt idx="6122">
                  <c:v>4.3681924278988804</c:v>
                </c:pt>
                <c:pt idx="6123">
                  <c:v>4.3657356490089807</c:v>
                </c:pt>
                <c:pt idx="6124">
                  <c:v>4.3615856312062347</c:v>
                </c:pt>
                <c:pt idx="6125">
                  <c:v>4.361750207698698</c:v>
                </c:pt>
                <c:pt idx="6126">
                  <c:v>4.3671139771333625</c:v>
                </c:pt>
                <c:pt idx="6127">
                  <c:v>4.3730490168928275</c:v>
                </c:pt>
                <c:pt idx="6128">
                  <c:v>4.3726589389563637</c:v>
                </c:pt>
                <c:pt idx="6129">
                  <c:v>4.3697677730743365</c:v>
                </c:pt>
                <c:pt idx="6130">
                  <c:v>4.3746718360564945</c:v>
                </c:pt>
                <c:pt idx="6131">
                  <c:v>4.3761245400957396</c:v>
                </c:pt>
                <c:pt idx="6132">
                  <c:v>4.380619535546149</c:v>
                </c:pt>
                <c:pt idx="6133">
                  <c:v>4.3876559718321007</c:v>
                </c:pt>
                <c:pt idx="6134">
                  <c:v>4.3805388297661905</c:v>
                </c:pt>
                <c:pt idx="6135">
                  <c:v>4.3769205206314039</c:v>
                </c:pt>
                <c:pt idx="6136">
                  <c:v>4.3752763381730428</c:v>
                </c:pt>
                <c:pt idx="6137">
                  <c:v>4.3729588163152275</c:v>
                </c:pt>
                <c:pt idx="6138">
                  <c:v>4.3740910709340506</c:v>
                </c:pt>
                <c:pt idx="6139">
                  <c:v>4.3689409344463348</c:v>
                </c:pt>
                <c:pt idx="6140">
                  <c:v>4.3690335087233452</c:v>
                </c:pt>
                <c:pt idx="6141">
                  <c:v>4.3732737271036912</c:v>
                </c:pt>
                <c:pt idx="6142">
                  <c:v>4.3789666495232824</c:v>
                </c:pt>
                <c:pt idx="6143">
                  <c:v>4.3913486568817506</c:v>
                </c:pt>
                <c:pt idx="6144">
                  <c:v>4.3944518732444511</c:v>
                </c:pt>
                <c:pt idx="6145">
                  <c:v>4.3866392372512557</c:v>
                </c:pt>
                <c:pt idx="6146">
                  <c:v>4.3841349843731452</c:v>
                </c:pt>
                <c:pt idx="6147">
                  <c:v>4.3873766665347942</c:v>
                </c:pt>
                <c:pt idx="6148">
                  <c:v>4.3855845234798432</c:v>
                </c:pt>
                <c:pt idx="6149">
                  <c:v>4.3813886141551608</c:v>
                </c:pt>
                <c:pt idx="6150">
                  <c:v>4.3899149424377892</c:v>
                </c:pt>
                <c:pt idx="6151">
                  <c:v>4.3979261779483325</c:v>
                </c:pt>
                <c:pt idx="6152">
                  <c:v>4.397816196542311</c:v>
                </c:pt>
                <c:pt idx="6153">
                  <c:v>4.3978889899909008</c:v>
                </c:pt>
                <c:pt idx="6154">
                  <c:v>4.4040788068204293</c:v>
                </c:pt>
                <c:pt idx="6155">
                  <c:v>4.4077857340665432</c:v>
                </c:pt>
                <c:pt idx="6156">
                  <c:v>4.4028618902559638</c:v>
                </c:pt>
                <c:pt idx="6157">
                  <c:v>4.4039941448747877</c:v>
                </c:pt>
                <c:pt idx="6158">
                  <c:v>4.4020967678126359</c:v>
                </c:pt>
                <c:pt idx="6159">
                  <c:v>4.4000870356450532</c:v>
                </c:pt>
                <c:pt idx="6160">
                  <c:v>4.3989982988487561</c:v>
                </c:pt>
                <c:pt idx="6161">
                  <c:v>4.399078213395577</c:v>
                </c:pt>
                <c:pt idx="6162">
                  <c:v>4.4022075404517942</c:v>
                </c:pt>
                <c:pt idx="6163">
                  <c:v>4.4060173280056967</c:v>
                </c:pt>
                <c:pt idx="6164">
                  <c:v>4.4142414052300509</c:v>
                </c:pt>
                <c:pt idx="6165">
                  <c:v>4.4124318550460897</c:v>
                </c:pt>
                <c:pt idx="6166">
                  <c:v>4.4017051074098985</c:v>
                </c:pt>
                <c:pt idx="6167">
                  <c:v>4.4008964671440438</c:v>
                </c:pt>
                <c:pt idx="6168">
                  <c:v>4.4094979625746724</c:v>
                </c:pt>
                <c:pt idx="6169">
                  <c:v>4.4237093009455233</c:v>
                </c:pt>
                <c:pt idx="6170">
                  <c:v>4.4288444040036401</c:v>
                </c:pt>
                <c:pt idx="6171">
                  <c:v>4.4226379712782373</c:v>
                </c:pt>
                <c:pt idx="6172">
                  <c:v>4.423443446611544</c:v>
                </c:pt>
                <c:pt idx="6173">
                  <c:v>4.4288333267397242</c:v>
                </c:pt>
                <c:pt idx="6174">
                  <c:v>4.4285461091110498</c:v>
                </c:pt>
                <c:pt idx="6175">
                  <c:v>4.425538631957906</c:v>
                </c:pt>
                <c:pt idx="6176">
                  <c:v>4.4237741820627452</c:v>
                </c:pt>
                <c:pt idx="6177">
                  <c:v>4.429429125291767</c:v>
                </c:pt>
                <c:pt idx="6178">
                  <c:v>4.4339723859635241</c:v>
                </c:pt>
                <c:pt idx="6179">
                  <c:v>4.4302939431103372</c:v>
                </c:pt>
                <c:pt idx="6180">
                  <c:v>4.4281338766467542</c:v>
                </c:pt>
                <c:pt idx="6181">
                  <c:v>4.4260529334968552</c:v>
                </c:pt>
                <c:pt idx="6182">
                  <c:v>4.4281615698065435</c:v>
                </c:pt>
                <c:pt idx="6183">
                  <c:v>4.4315686196937927</c:v>
                </c:pt>
                <c:pt idx="6184">
                  <c:v>4.4391581279423979</c:v>
                </c:pt>
                <c:pt idx="6185">
                  <c:v>4.4413197768722554</c:v>
                </c:pt>
                <c:pt idx="6186">
                  <c:v>4.4459160501641808</c:v>
                </c:pt>
                <c:pt idx="6187">
                  <c:v>4.4503255924358109</c:v>
                </c:pt>
                <c:pt idx="6188">
                  <c:v>4.450740198599517</c:v>
                </c:pt>
                <c:pt idx="6189">
                  <c:v>4.4483577956244806</c:v>
                </c:pt>
                <c:pt idx="6190">
                  <c:v>4.4469224987142457</c:v>
                </c:pt>
                <c:pt idx="6191">
                  <c:v>4.4481512837757649</c:v>
                </c:pt>
                <c:pt idx="6192">
                  <c:v>4.4544558294101355</c:v>
                </c:pt>
                <c:pt idx="6193">
                  <c:v>4.4638762511373979</c:v>
                </c:pt>
                <c:pt idx="6194">
                  <c:v>4.4631332832219011</c:v>
                </c:pt>
                <c:pt idx="6195">
                  <c:v>4.4579617834394902</c:v>
                </c:pt>
                <c:pt idx="6196">
                  <c:v>4.4514578470546349</c:v>
                </c:pt>
                <c:pt idx="6197">
                  <c:v>4.44605926336195</c:v>
                </c:pt>
                <c:pt idx="6198">
                  <c:v>4.4456217114372754</c:v>
                </c:pt>
                <c:pt idx="6199">
                  <c:v>4.4476630929303322</c:v>
                </c:pt>
                <c:pt idx="6200">
                  <c:v>4.4505977766348854</c:v>
                </c:pt>
                <c:pt idx="6201">
                  <c:v>4.4572393875855525</c:v>
                </c:pt>
                <c:pt idx="6202">
                  <c:v>4.4622265300470785</c:v>
                </c:pt>
                <c:pt idx="6203">
                  <c:v>4.4656169640384542</c:v>
                </c:pt>
                <c:pt idx="6204">
                  <c:v>4.4654080784903272</c:v>
                </c:pt>
                <c:pt idx="6205">
                  <c:v>4.4663132491988762</c:v>
                </c:pt>
                <c:pt idx="6206">
                  <c:v>4.4700992997586741</c:v>
                </c:pt>
                <c:pt idx="6207">
                  <c:v>4.470204533765874</c:v>
                </c:pt>
                <c:pt idx="6208">
                  <c:v>4.4672421569015315</c:v>
                </c:pt>
                <c:pt idx="6209">
                  <c:v>4.4640685207896507</c:v>
                </c:pt>
                <c:pt idx="6210">
                  <c:v>4.464492621750999</c:v>
                </c:pt>
                <c:pt idx="6211">
                  <c:v>4.4690097717292403</c:v>
                </c:pt>
                <c:pt idx="6212">
                  <c:v>4.4765945325790248</c:v>
                </c:pt>
                <c:pt idx="6213">
                  <c:v>4.4785892313170077</c:v>
                </c:pt>
                <c:pt idx="6214">
                  <c:v>4.4750160224710207</c:v>
                </c:pt>
                <c:pt idx="6215">
                  <c:v>4.4701380701823794</c:v>
                </c:pt>
                <c:pt idx="6216">
                  <c:v>4.4766056098429399</c:v>
                </c:pt>
                <c:pt idx="6217">
                  <c:v>4.4801922696522531</c:v>
                </c:pt>
                <c:pt idx="6218">
                  <c:v>4.4710930885785496</c:v>
                </c:pt>
                <c:pt idx="6219">
                  <c:v>4.4648660837915894</c:v>
                </c:pt>
                <c:pt idx="6220">
                  <c:v>4.4621268346718361</c:v>
                </c:pt>
                <c:pt idx="6221">
                  <c:v>4.4700249238438108</c:v>
                </c:pt>
                <c:pt idx="6222">
                  <c:v>4.473117854175733</c:v>
                </c:pt>
                <c:pt idx="6223">
                  <c:v>4.4712426316414131</c:v>
                </c:pt>
                <c:pt idx="6224">
                  <c:v>4.4801210586699369</c:v>
                </c:pt>
                <c:pt idx="6225">
                  <c:v>4.4926296633303</c:v>
                </c:pt>
                <c:pt idx="6226">
                  <c:v>4.4995228864184833</c:v>
                </c:pt>
                <c:pt idx="6227">
                  <c:v>4.498142975827828</c:v>
                </c:pt>
                <c:pt idx="6228">
                  <c:v>4.502725798156427</c:v>
                </c:pt>
                <c:pt idx="6229">
                  <c:v>4.5055805673141593</c:v>
                </c:pt>
                <c:pt idx="6230">
                  <c:v>4.5043604858171458</c:v>
                </c:pt>
                <c:pt idx="6231">
                  <c:v>4.50843058907307</c:v>
                </c:pt>
                <c:pt idx="6232">
                  <c:v>4.5098255330933261</c:v>
                </c:pt>
                <c:pt idx="6233">
                  <c:v>4.5076520156664159</c:v>
                </c:pt>
                <c:pt idx="6234">
                  <c:v>4.5024646912212685</c:v>
                </c:pt>
                <c:pt idx="6235">
                  <c:v>4.500414606163706</c:v>
                </c:pt>
                <c:pt idx="6236">
                  <c:v>4.4985654943229019</c:v>
                </c:pt>
                <c:pt idx="6237">
                  <c:v>4.4927894924239427</c:v>
                </c:pt>
                <c:pt idx="6238">
                  <c:v>4.4918890691142144</c:v>
                </c:pt>
                <c:pt idx="6239">
                  <c:v>4.4985654943229019</c:v>
                </c:pt>
                <c:pt idx="6240">
                  <c:v>4.5022012105866995</c:v>
                </c:pt>
                <c:pt idx="6241">
                  <c:v>4.5080025319460377</c:v>
                </c:pt>
                <c:pt idx="6242">
                  <c:v>4.5114570558214977</c:v>
                </c:pt>
                <c:pt idx="6243">
                  <c:v>4.5094362463899991</c:v>
                </c:pt>
                <c:pt idx="6244">
                  <c:v>4.5095517664279781</c:v>
                </c:pt>
                <c:pt idx="6245">
                  <c:v>4.5086845749099975</c:v>
                </c:pt>
                <c:pt idx="6246">
                  <c:v>4.5130790837520278</c:v>
                </c:pt>
                <c:pt idx="6247">
                  <c:v>4.5197697511571784</c:v>
                </c:pt>
                <c:pt idx="6248">
                  <c:v>4.5178897812240377</c:v>
                </c:pt>
                <c:pt idx="6249">
                  <c:v>4.5189903865173875</c:v>
                </c:pt>
                <c:pt idx="6250">
                  <c:v>4.526139177908771</c:v>
                </c:pt>
                <c:pt idx="6251">
                  <c:v>4.5239237251256084</c:v>
                </c:pt>
                <c:pt idx="6252">
                  <c:v>4.5160699450092974</c:v>
                </c:pt>
                <c:pt idx="6253">
                  <c:v>4.5123883372235625</c:v>
                </c:pt>
                <c:pt idx="6254">
                  <c:v>4.5151165090793999</c:v>
                </c:pt>
                <c:pt idx="6255">
                  <c:v>4.5147746963642836</c:v>
                </c:pt>
                <c:pt idx="6256">
                  <c:v>4.5096799461961465</c:v>
                </c:pt>
                <c:pt idx="6257">
                  <c:v>4.5128330102464691</c:v>
                </c:pt>
                <c:pt idx="6258">
                  <c:v>4.5178241088736799</c:v>
                </c:pt>
                <c:pt idx="6259">
                  <c:v>4.5291735569885665</c:v>
                </c:pt>
                <c:pt idx="6260">
                  <c:v>4.5393693871899359</c:v>
                </c:pt>
                <c:pt idx="6261">
                  <c:v>4.5405530719626537</c:v>
                </c:pt>
                <c:pt idx="6262">
                  <c:v>4.5374174150413422</c:v>
                </c:pt>
                <c:pt idx="6263">
                  <c:v>4.5371143727499312</c:v>
                </c:pt>
                <c:pt idx="6264">
                  <c:v>4.5442283498832934</c:v>
                </c:pt>
                <c:pt idx="6265">
                  <c:v>4.5499370969656212</c:v>
                </c:pt>
                <c:pt idx="6266">
                  <c:v>4.5518139019662147</c:v>
                </c:pt>
                <c:pt idx="6267">
                  <c:v>4.5441658424654827</c:v>
                </c:pt>
                <c:pt idx="6268">
                  <c:v>4.5361704316176761</c:v>
                </c:pt>
                <c:pt idx="6269">
                  <c:v>4.5272018040115523</c:v>
                </c:pt>
                <c:pt idx="6270">
                  <c:v>4.5289559678759348</c:v>
                </c:pt>
                <c:pt idx="6271">
                  <c:v>4.5424472840922583</c:v>
                </c:pt>
                <c:pt idx="6272">
                  <c:v>4.5541448747873563</c:v>
                </c:pt>
                <c:pt idx="6273">
                  <c:v>4.5562171143727497</c:v>
                </c:pt>
                <c:pt idx="6274">
                  <c:v>4.553291134232702</c:v>
                </c:pt>
                <c:pt idx="6275">
                  <c:v>4.54551014756498</c:v>
                </c:pt>
                <c:pt idx="6276">
                  <c:v>4.541521541322151</c:v>
                </c:pt>
                <c:pt idx="6277">
                  <c:v>4.5491672271234718</c:v>
                </c:pt>
                <c:pt idx="6278">
                  <c:v>4.553994540491356</c:v>
                </c:pt>
                <c:pt idx="6279">
                  <c:v>4.5517798789413302</c:v>
                </c:pt>
                <c:pt idx="6280">
                  <c:v>4.5542857142857143</c:v>
                </c:pt>
                <c:pt idx="6281">
                  <c:v>4.5562582584958662</c:v>
                </c:pt>
                <c:pt idx="6282">
                  <c:v>4.5580076749614271</c:v>
                </c:pt>
                <c:pt idx="6283">
                  <c:v>4.5615800925742773</c:v>
                </c:pt>
                <c:pt idx="6284">
                  <c:v>4.5663251176959294</c:v>
                </c:pt>
                <c:pt idx="6285">
                  <c:v>4.5690358824227557</c:v>
                </c:pt>
                <c:pt idx="6286">
                  <c:v>4.5686276061241449</c:v>
                </c:pt>
                <c:pt idx="6287">
                  <c:v>4.5681884717331958</c:v>
                </c:pt>
                <c:pt idx="6288">
                  <c:v>4.5717094591921512</c:v>
                </c:pt>
                <c:pt idx="6289">
                  <c:v>4.5770930094552362</c:v>
                </c:pt>
                <c:pt idx="6290">
                  <c:v>4.5771001305534673</c:v>
                </c:pt>
                <c:pt idx="6291">
                  <c:v>4.5702029512996001</c:v>
                </c:pt>
                <c:pt idx="6292">
                  <c:v>4.5642085690548724</c:v>
                </c:pt>
                <c:pt idx="6293">
                  <c:v>4.5675586501562684</c:v>
                </c:pt>
                <c:pt idx="6294">
                  <c:v>4.5804866083791591</c:v>
                </c:pt>
                <c:pt idx="6295">
                  <c:v>4.592199232503857</c:v>
                </c:pt>
                <c:pt idx="6296">
                  <c:v>4.5898097084305896</c:v>
                </c:pt>
                <c:pt idx="6297">
                  <c:v>4.5887929738497446</c:v>
                </c:pt>
                <c:pt idx="6298">
                  <c:v>4.5908842030304227</c:v>
                </c:pt>
                <c:pt idx="6299">
                  <c:v>4.5869865885983305</c:v>
                </c:pt>
                <c:pt idx="6300">
                  <c:v>4.5900439134390947</c:v>
                </c:pt>
                <c:pt idx="6301">
                  <c:v>4.5973572813229415</c:v>
                </c:pt>
                <c:pt idx="6302">
                  <c:v>4.5907322862681488</c:v>
                </c:pt>
                <c:pt idx="6303">
                  <c:v>4.5848589626933576</c:v>
                </c:pt>
                <c:pt idx="6304">
                  <c:v>4.5793385290975985</c:v>
                </c:pt>
                <c:pt idx="6305">
                  <c:v>4.5725291767219209</c:v>
                </c:pt>
                <c:pt idx="6306">
                  <c:v>4.5805277525022747</c:v>
                </c:pt>
                <c:pt idx="6307">
                  <c:v>4.5938766467539658</c:v>
                </c:pt>
                <c:pt idx="6308">
                  <c:v>4.5984705463464808</c:v>
                </c:pt>
                <c:pt idx="6309">
                  <c:v>4.6005570281283381</c:v>
                </c:pt>
                <c:pt idx="6310">
                  <c:v>4.6056913399533173</c:v>
                </c:pt>
                <c:pt idx="6311">
                  <c:v>4.6132191320172486</c:v>
                </c:pt>
                <c:pt idx="6312">
                  <c:v>4.6120884598646992</c:v>
                </c:pt>
                <c:pt idx="6313">
                  <c:v>4.6090738616133242</c:v>
                </c:pt>
                <c:pt idx="6314">
                  <c:v>4.6068061874431301</c:v>
                </c:pt>
                <c:pt idx="6315">
                  <c:v>4.6038493492107451</c:v>
                </c:pt>
                <c:pt idx="6316">
                  <c:v>4.6044997428492307</c:v>
                </c:pt>
                <c:pt idx="6317">
                  <c:v>4.607289630889742</c:v>
                </c:pt>
                <c:pt idx="6318">
                  <c:v>4.6123020928116469</c:v>
                </c:pt>
                <c:pt idx="6319">
                  <c:v>4.6155216204454641</c:v>
                </c:pt>
                <c:pt idx="6320">
                  <c:v>4.6133552241167859</c:v>
                </c:pt>
                <c:pt idx="6321">
                  <c:v>4.6100866400284843</c:v>
                </c:pt>
                <c:pt idx="6322">
                  <c:v>4.6082588914823752</c:v>
                </c:pt>
                <c:pt idx="6323">
                  <c:v>4.5986841792934285</c:v>
                </c:pt>
                <c:pt idx="6324">
                  <c:v>4.5938149305692928</c:v>
                </c:pt>
                <c:pt idx="6325">
                  <c:v>4.5932523638089968</c:v>
                </c:pt>
                <c:pt idx="6326">
                  <c:v>4.5863187878308347</c:v>
                </c:pt>
                <c:pt idx="6327">
                  <c:v>4.5842180638525143</c:v>
                </c:pt>
                <c:pt idx="6328">
                  <c:v>4.59045377220398</c:v>
                </c:pt>
                <c:pt idx="6329">
                  <c:v>4.6030873916999644</c:v>
                </c:pt>
                <c:pt idx="6330">
                  <c:v>4.607599794279384</c:v>
                </c:pt>
                <c:pt idx="6331">
                  <c:v>4.5986477825691345</c:v>
                </c:pt>
                <c:pt idx="6332">
                  <c:v>4.5968635518455514</c:v>
                </c:pt>
                <c:pt idx="6333">
                  <c:v>4.5981493056929228</c:v>
                </c:pt>
                <c:pt idx="6334">
                  <c:v>4.5988772401788189</c:v>
                </c:pt>
                <c:pt idx="6335">
                  <c:v>4.5986857617597021</c:v>
                </c:pt>
                <c:pt idx="6336">
                  <c:v>4.5971515607073625</c:v>
                </c:pt>
                <c:pt idx="6337">
                  <c:v>4.6007049887249281</c:v>
                </c:pt>
                <c:pt idx="6338">
                  <c:v>4.6102251058274319</c:v>
                </c:pt>
                <c:pt idx="6339">
                  <c:v>4.613462831823397</c:v>
                </c:pt>
                <c:pt idx="6340">
                  <c:v>4.6130403133283222</c:v>
                </c:pt>
                <c:pt idx="6341">
                  <c:v>4.609896744075642</c:v>
                </c:pt>
                <c:pt idx="6342">
                  <c:v>4.6116485342406142</c:v>
                </c:pt>
                <c:pt idx="6343">
                  <c:v>4.6149732958816312</c:v>
                </c:pt>
                <c:pt idx="6344">
                  <c:v>4.6189302527989877</c:v>
                </c:pt>
                <c:pt idx="6345">
                  <c:v>4.6175329350793213</c:v>
                </c:pt>
                <c:pt idx="6346">
                  <c:v>4.6186873442259762</c:v>
                </c:pt>
                <c:pt idx="6347">
                  <c:v>4.6234110060529332</c:v>
                </c:pt>
                <c:pt idx="6348">
                  <c:v>4.628712268069787</c:v>
                </c:pt>
                <c:pt idx="6349">
                  <c:v>4.6333647189144278</c:v>
                </c:pt>
                <c:pt idx="6350">
                  <c:v>4.6341915575424295</c:v>
                </c:pt>
                <c:pt idx="6351">
                  <c:v>4.6240708944890612</c:v>
                </c:pt>
                <c:pt idx="6352">
                  <c:v>4.621976500375836</c:v>
                </c:pt>
                <c:pt idx="6353">
                  <c:v>4.6207263520196227</c:v>
                </c:pt>
                <c:pt idx="6354">
                  <c:v>4.6157067689994857</c:v>
                </c:pt>
                <c:pt idx="6355">
                  <c:v>4.6128179768168689</c:v>
                </c:pt>
                <c:pt idx="6356">
                  <c:v>4.6119492028326148</c:v>
                </c:pt>
                <c:pt idx="6357">
                  <c:v>4.6137991059065557</c:v>
                </c:pt>
                <c:pt idx="6358">
                  <c:v>4.6164932547375086</c:v>
                </c:pt>
                <c:pt idx="6359">
                  <c:v>4.6169339715947304</c:v>
                </c:pt>
                <c:pt idx="6360">
                  <c:v>4.6075372868615734</c:v>
                </c:pt>
                <c:pt idx="6361">
                  <c:v>4.6047418601891046</c:v>
                </c:pt>
                <c:pt idx="6362">
                  <c:v>4.6090081892629664</c:v>
                </c:pt>
                <c:pt idx="6363">
                  <c:v>4.6058812359061596</c:v>
                </c:pt>
                <c:pt idx="6364">
                  <c:v>4.6042829449697358</c:v>
                </c:pt>
                <c:pt idx="6365">
                  <c:v>4.6112964354947188</c:v>
                </c:pt>
                <c:pt idx="6366">
                  <c:v>4.6166799857578038</c:v>
                </c:pt>
                <c:pt idx="6367">
                  <c:v>4.6202975036594536</c:v>
                </c:pt>
                <c:pt idx="6368">
                  <c:v>4.6198195988447992</c:v>
                </c:pt>
                <c:pt idx="6369">
                  <c:v>4.6153135261304747</c:v>
                </c:pt>
                <c:pt idx="6370">
                  <c:v>4.6135696482968704</c:v>
                </c:pt>
                <c:pt idx="6371">
                  <c:v>4.6163500415397394</c:v>
                </c:pt>
                <c:pt idx="6372">
                  <c:v>4.6175740792024369</c:v>
                </c:pt>
                <c:pt idx="6373">
                  <c:v>4.620959765794991</c:v>
                </c:pt>
                <c:pt idx="6374">
                  <c:v>4.6255766111484746</c:v>
                </c:pt>
                <c:pt idx="6375">
                  <c:v>4.6324350199786366</c:v>
                </c:pt>
                <c:pt idx="6376">
                  <c:v>4.6360897258377181</c:v>
                </c:pt>
                <c:pt idx="6377">
                  <c:v>4.6317474383827193</c:v>
                </c:pt>
                <c:pt idx="6378">
                  <c:v>4.6274993076710054</c:v>
                </c:pt>
                <c:pt idx="6379">
                  <c:v>4.624183249594493</c:v>
                </c:pt>
                <c:pt idx="6380">
                  <c:v>4.6236151442022395</c:v>
                </c:pt>
                <c:pt idx="6381">
                  <c:v>4.6169252680302248</c:v>
                </c:pt>
                <c:pt idx="6382">
                  <c:v>4.6118732444514778</c:v>
                </c:pt>
                <c:pt idx="6383">
                  <c:v>4.6096609566008624</c:v>
                </c:pt>
                <c:pt idx="6384">
                  <c:v>4.6086505518851126</c:v>
                </c:pt>
                <c:pt idx="6385">
                  <c:v>4.6123733037939632</c:v>
                </c:pt>
                <c:pt idx="6386">
                  <c:v>4.6167907583969612</c:v>
                </c:pt>
                <c:pt idx="6387">
                  <c:v>4.6195671954741462</c:v>
                </c:pt>
                <c:pt idx="6388">
                  <c:v>4.6209075444079595</c:v>
                </c:pt>
                <c:pt idx="6389">
                  <c:v>4.6121042845274358</c:v>
                </c:pt>
                <c:pt idx="6390">
                  <c:v>4.6118020334691616</c:v>
                </c:pt>
                <c:pt idx="6391">
                  <c:v>4.6184531392174701</c:v>
                </c:pt>
                <c:pt idx="6392">
                  <c:v>4.6175812003006689</c:v>
                </c:pt>
                <c:pt idx="6393">
                  <c:v>4.6100344186414528</c:v>
                </c:pt>
                <c:pt idx="6394">
                  <c:v>4.6095414803971995</c:v>
                </c:pt>
                <c:pt idx="6395">
                  <c:v>4.6210610436365078</c:v>
                </c:pt>
                <c:pt idx="6396">
                  <c:v>4.6280769078609012</c:v>
                </c:pt>
                <c:pt idx="6397">
                  <c:v>4.6276575542983736</c:v>
                </c:pt>
                <c:pt idx="6398">
                  <c:v>4.6323883372235635</c:v>
                </c:pt>
                <c:pt idx="6399">
                  <c:v>4.6309989318352649</c:v>
                </c:pt>
                <c:pt idx="6400">
                  <c:v>4.6328630771056689</c:v>
                </c:pt>
                <c:pt idx="6401">
                  <c:v>4.6260616370613601</c:v>
                </c:pt>
                <c:pt idx="6402">
                  <c:v>4.6208537405546544</c:v>
                </c:pt>
                <c:pt idx="6403">
                  <c:v>4.6227281718558375</c:v>
                </c:pt>
                <c:pt idx="6404">
                  <c:v>4.6217193496063613</c:v>
                </c:pt>
                <c:pt idx="6405">
                  <c:v>4.6227708984452267</c:v>
                </c:pt>
                <c:pt idx="6406">
                  <c:v>4.6259785575819912</c:v>
                </c:pt>
                <c:pt idx="6407">
                  <c:v>4.6249285912094003</c:v>
                </c:pt>
                <c:pt idx="6408">
                  <c:v>4.6191161925861453</c:v>
                </c:pt>
                <c:pt idx="6409">
                  <c:v>4.6145689757487043</c:v>
                </c:pt>
                <c:pt idx="6410">
                  <c:v>4.6132998377972072</c:v>
                </c:pt>
                <c:pt idx="6411">
                  <c:v>4.6162582584958658</c:v>
                </c:pt>
                <c:pt idx="6412">
                  <c:v>4.6122372116944259</c:v>
                </c:pt>
                <c:pt idx="6413">
                  <c:v>4.6041666336986191</c:v>
                </c:pt>
                <c:pt idx="6414">
                  <c:v>4.5971048779522885</c:v>
                </c:pt>
                <c:pt idx="6415">
                  <c:v>4.597521066582269</c:v>
                </c:pt>
                <c:pt idx="6416">
                  <c:v>4.6021505716659412</c:v>
                </c:pt>
                <c:pt idx="6417">
                  <c:v>4.6018214186810145</c:v>
                </c:pt>
                <c:pt idx="6418">
                  <c:v>4.597680104442774</c:v>
                </c:pt>
                <c:pt idx="6419">
                  <c:v>4.5950096926059265</c:v>
                </c:pt>
                <c:pt idx="6420">
                  <c:v>4.5916572378051193</c:v>
                </c:pt>
                <c:pt idx="6421">
                  <c:v>4.5883862800174073</c:v>
                </c:pt>
                <c:pt idx="6422">
                  <c:v>4.5870221940894886</c:v>
                </c:pt>
                <c:pt idx="6423">
                  <c:v>4.5897337500494526</c:v>
                </c:pt>
                <c:pt idx="6424">
                  <c:v>4.5912719072674761</c:v>
                </c:pt>
                <c:pt idx="6425">
                  <c:v>4.5854618823436324</c:v>
                </c:pt>
                <c:pt idx="6426">
                  <c:v>4.5842813625034617</c:v>
                </c:pt>
                <c:pt idx="6427">
                  <c:v>4.5906974720101275</c:v>
                </c:pt>
                <c:pt idx="6428">
                  <c:v>4.5960477904814656</c:v>
                </c:pt>
                <c:pt idx="6429">
                  <c:v>4.6046508683783678</c:v>
                </c:pt>
                <c:pt idx="6430">
                  <c:v>4.6093318036159356</c:v>
                </c:pt>
                <c:pt idx="6431">
                  <c:v>4.6010602524033706</c:v>
                </c:pt>
                <c:pt idx="6432">
                  <c:v>4.6037148395774814</c:v>
                </c:pt>
                <c:pt idx="6433">
                  <c:v>4.6076591367646476</c:v>
                </c:pt>
                <c:pt idx="6434">
                  <c:v>4.6012113779325077</c:v>
                </c:pt>
                <c:pt idx="6435">
                  <c:v>4.5959101159156548</c:v>
                </c:pt>
                <c:pt idx="6436">
                  <c:v>4.5950057364402426</c:v>
                </c:pt>
                <c:pt idx="6437">
                  <c:v>4.5981224037662702</c:v>
                </c:pt>
                <c:pt idx="6438">
                  <c:v>4.6034379079795862</c:v>
                </c:pt>
                <c:pt idx="6439">
                  <c:v>4.6082438580527754</c:v>
                </c:pt>
                <c:pt idx="6440">
                  <c:v>4.6108723345333704</c:v>
                </c:pt>
                <c:pt idx="6441">
                  <c:v>4.6067096570004349</c:v>
                </c:pt>
                <c:pt idx="6442">
                  <c:v>4.6016600071210982</c:v>
                </c:pt>
                <c:pt idx="6443">
                  <c:v>4.5977908770819322</c:v>
                </c:pt>
                <c:pt idx="6444">
                  <c:v>4.5860814178897815</c:v>
                </c:pt>
                <c:pt idx="6445">
                  <c:v>4.5775353087787316</c:v>
                </c:pt>
                <c:pt idx="6446">
                  <c:v>4.5805309174348219</c:v>
                </c:pt>
                <c:pt idx="6447">
                  <c:v>4.583804248921945</c:v>
                </c:pt>
                <c:pt idx="6448">
                  <c:v>4.5812509395893501</c:v>
                </c:pt>
                <c:pt idx="6449">
                  <c:v>4.5764101752581396</c:v>
                </c:pt>
                <c:pt idx="6450">
                  <c:v>4.5724334375123634</c:v>
                </c:pt>
                <c:pt idx="6451">
                  <c:v>4.5756727459746012</c:v>
                </c:pt>
                <c:pt idx="6452">
                  <c:v>4.5789120544368398</c:v>
                </c:pt>
                <c:pt idx="6453">
                  <c:v>4.5778929461565854</c:v>
                </c:pt>
                <c:pt idx="6454">
                  <c:v>4.5763769434663928</c:v>
                </c:pt>
                <c:pt idx="6455">
                  <c:v>4.5701436088143375</c:v>
                </c:pt>
                <c:pt idx="6456">
                  <c:v>4.5630391264786168</c:v>
                </c:pt>
                <c:pt idx="6457">
                  <c:v>4.5622257388139413</c:v>
                </c:pt>
                <c:pt idx="6458">
                  <c:v>4.562122087273015</c:v>
                </c:pt>
                <c:pt idx="6459">
                  <c:v>4.5584151600269021</c:v>
                </c:pt>
                <c:pt idx="6460">
                  <c:v>4.5633113106776912</c:v>
                </c:pt>
                <c:pt idx="6461">
                  <c:v>4.5770558214978045</c:v>
                </c:pt>
                <c:pt idx="6462">
                  <c:v>4.5840107607706608</c:v>
                </c:pt>
                <c:pt idx="6463">
                  <c:v>4.5869770938006882</c:v>
                </c:pt>
                <c:pt idx="6464">
                  <c:v>4.5884590734659971</c:v>
                </c:pt>
                <c:pt idx="6465">
                  <c:v>4.5945270403924514</c:v>
                </c:pt>
                <c:pt idx="6466">
                  <c:v>4.597752106658227</c:v>
                </c:pt>
                <c:pt idx="6467">
                  <c:v>4.5954788938560744</c:v>
                </c:pt>
                <c:pt idx="6468">
                  <c:v>4.5850108794556315</c:v>
                </c:pt>
                <c:pt idx="6469">
                  <c:v>4.5752383589824746</c:v>
                </c:pt>
                <c:pt idx="6470">
                  <c:v>4.5678070973612375</c:v>
                </c:pt>
                <c:pt idx="6471">
                  <c:v>4.5678537801163115</c:v>
                </c:pt>
                <c:pt idx="6472">
                  <c:v>4.5651525101871266</c:v>
                </c:pt>
                <c:pt idx="6473">
                  <c:v>4.5554417058986427</c:v>
                </c:pt>
                <c:pt idx="6474">
                  <c:v>4.5497100130553463</c:v>
                </c:pt>
                <c:pt idx="6475">
                  <c:v>4.5467721644182459</c:v>
                </c:pt>
                <c:pt idx="6476">
                  <c:v>4.5490809827115557</c:v>
                </c:pt>
                <c:pt idx="6477">
                  <c:v>4.55325157257586</c:v>
                </c:pt>
                <c:pt idx="6478">
                  <c:v>4.5541519958855874</c:v>
                </c:pt>
                <c:pt idx="6479">
                  <c:v>4.5563840645646243</c:v>
                </c:pt>
                <c:pt idx="6480">
                  <c:v>4.5534612493571229</c:v>
                </c:pt>
                <c:pt idx="6481">
                  <c:v>4.5489369782806506</c:v>
                </c:pt>
                <c:pt idx="6482">
                  <c:v>4.5456691854254858</c:v>
                </c:pt>
                <c:pt idx="6483">
                  <c:v>4.5452316335008112</c:v>
                </c:pt>
                <c:pt idx="6484">
                  <c:v>4.5493658266408197</c:v>
                </c:pt>
                <c:pt idx="6485">
                  <c:v>4.5552272817185582</c:v>
                </c:pt>
                <c:pt idx="6486">
                  <c:v>4.5517181627566563</c:v>
                </c:pt>
                <c:pt idx="6487">
                  <c:v>4.5441967005578192</c:v>
                </c:pt>
                <c:pt idx="6488">
                  <c:v>4.5395592831427782</c:v>
                </c:pt>
                <c:pt idx="6489">
                  <c:v>4.5366222257388138</c:v>
                </c:pt>
                <c:pt idx="6490">
                  <c:v>4.5336313644815442</c:v>
                </c:pt>
                <c:pt idx="6491">
                  <c:v>4.5298666772164422</c:v>
                </c:pt>
                <c:pt idx="6492">
                  <c:v>4.5295660086244416</c:v>
                </c:pt>
                <c:pt idx="6493">
                  <c:v>4.5293444633461251</c:v>
                </c:pt>
                <c:pt idx="6494">
                  <c:v>4.5243945088420308</c:v>
                </c:pt>
                <c:pt idx="6495">
                  <c:v>4.5233603671321756</c:v>
                </c:pt>
                <c:pt idx="6496">
                  <c:v>4.5341852276773356</c:v>
                </c:pt>
                <c:pt idx="6497">
                  <c:v>4.5429663330300274</c:v>
                </c:pt>
                <c:pt idx="6498">
                  <c:v>4.5437504450686399</c:v>
                </c:pt>
                <c:pt idx="6499">
                  <c:v>4.5430565336076274</c:v>
                </c:pt>
                <c:pt idx="6500">
                  <c:v>4.5489994856984612</c:v>
                </c:pt>
                <c:pt idx="6501">
                  <c:v>4.5493143964869249</c:v>
                </c:pt>
                <c:pt idx="6502">
                  <c:v>4.5374680539621002</c:v>
                </c:pt>
                <c:pt idx="6503">
                  <c:v>4.5285176247181234</c:v>
                </c:pt>
                <c:pt idx="6504">
                  <c:v>4.5171863749653838</c:v>
                </c:pt>
                <c:pt idx="6505">
                  <c:v>4.5126067175693318</c:v>
                </c:pt>
                <c:pt idx="6506">
                  <c:v>4.5137247299916918</c:v>
                </c:pt>
                <c:pt idx="6507">
                  <c:v>4.5127008743126158</c:v>
                </c:pt>
                <c:pt idx="6508">
                  <c:v>4.5064406377339079</c:v>
                </c:pt>
                <c:pt idx="6509">
                  <c:v>4.5045796573960519</c:v>
                </c:pt>
                <c:pt idx="6510">
                  <c:v>4.5043763104798833</c:v>
                </c:pt>
                <c:pt idx="6511">
                  <c:v>4.5010626261027813</c:v>
                </c:pt>
                <c:pt idx="6512">
                  <c:v>4.495452783162559</c:v>
                </c:pt>
                <c:pt idx="6513">
                  <c:v>4.5009249515369705</c:v>
                </c:pt>
                <c:pt idx="6514">
                  <c:v>4.5073719191359736</c:v>
                </c:pt>
                <c:pt idx="6515">
                  <c:v>4.5130126201685323</c:v>
                </c:pt>
                <c:pt idx="6516">
                  <c:v>4.5157479131226017</c:v>
                </c:pt>
                <c:pt idx="6517">
                  <c:v>4.5215998734026979</c:v>
                </c:pt>
                <c:pt idx="6518">
                  <c:v>4.5240147169363452</c:v>
                </c:pt>
                <c:pt idx="6519">
                  <c:v>4.5198923922933893</c:v>
                </c:pt>
                <c:pt idx="6520">
                  <c:v>4.5153459666890852</c:v>
                </c:pt>
                <c:pt idx="6521">
                  <c:v>4.5118716619852037</c:v>
                </c:pt>
                <c:pt idx="6522">
                  <c:v>4.5136084187205761</c:v>
                </c:pt>
                <c:pt idx="6523">
                  <c:v>4.5159837005973813</c:v>
                </c:pt>
                <c:pt idx="6524">
                  <c:v>4.5068789808917202</c:v>
                </c:pt>
                <c:pt idx="6525">
                  <c:v>4.5016386438264036</c:v>
                </c:pt>
                <c:pt idx="6526">
                  <c:v>4.5039308462238399</c:v>
                </c:pt>
                <c:pt idx="6527">
                  <c:v>4.5047070459310836</c:v>
                </c:pt>
                <c:pt idx="6528">
                  <c:v>4.5069549392728572</c:v>
                </c:pt>
                <c:pt idx="6529">
                  <c:v>4.5068750247260354</c:v>
                </c:pt>
                <c:pt idx="6530">
                  <c:v>4.498608220912292</c:v>
                </c:pt>
                <c:pt idx="6531">
                  <c:v>4.4931961862562808</c:v>
                </c:pt>
                <c:pt idx="6532">
                  <c:v>4.4984444356529654</c:v>
                </c:pt>
                <c:pt idx="6533">
                  <c:v>4.5010246469122128</c:v>
                </c:pt>
                <c:pt idx="6534">
                  <c:v>4.4933552241167858</c:v>
                </c:pt>
                <c:pt idx="6535">
                  <c:v>4.4812018831348661</c:v>
                </c:pt>
                <c:pt idx="6536">
                  <c:v>4.4774783399928788</c:v>
                </c:pt>
                <c:pt idx="6537">
                  <c:v>4.4735633184317756</c:v>
                </c:pt>
                <c:pt idx="6538">
                  <c:v>4.4665118487162241</c:v>
                </c:pt>
                <c:pt idx="6539">
                  <c:v>4.4620722395853942</c:v>
                </c:pt>
                <c:pt idx="6540">
                  <c:v>4.4634236657831234</c:v>
                </c:pt>
                <c:pt idx="6541">
                  <c:v>4.4721019108280258</c:v>
                </c:pt>
                <c:pt idx="6542">
                  <c:v>4.4787696324722077</c:v>
                </c:pt>
                <c:pt idx="6543">
                  <c:v>4.477535308778732</c:v>
                </c:pt>
                <c:pt idx="6544">
                  <c:v>4.4735918028247026</c:v>
                </c:pt>
                <c:pt idx="6545">
                  <c:v>4.4696451319381261</c:v>
                </c:pt>
                <c:pt idx="6546">
                  <c:v>4.4659445345571074</c:v>
                </c:pt>
                <c:pt idx="6547">
                  <c:v>4.4674518336827944</c:v>
                </c:pt>
                <c:pt idx="6548">
                  <c:v>4.4784040827629861</c:v>
                </c:pt>
                <c:pt idx="6549">
                  <c:v>4.4820295129960046</c:v>
                </c:pt>
                <c:pt idx="6550">
                  <c:v>4.4767314159116989</c:v>
                </c:pt>
                <c:pt idx="6551">
                  <c:v>4.4739945404913559</c:v>
                </c:pt>
                <c:pt idx="6552">
                  <c:v>4.4781928235154487</c:v>
                </c:pt>
                <c:pt idx="6553">
                  <c:v>4.4813371840012657</c:v>
                </c:pt>
                <c:pt idx="6554">
                  <c:v>4.4809376112671595</c:v>
                </c:pt>
                <c:pt idx="6555">
                  <c:v>4.4755263678442851</c:v>
                </c:pt>
                <c:pt idx="6556">
                  <c:v>4.4709031926257072</c:v>
                </c:pt>
                <c:pt idx="6557">
                  <c:v>4.4697369149819997</c:v>
                </c:pt>
                <c:pt idx="6558">
                  <c:v>4.4659105115322228</c:v>
                </c:pt>
                <c:pt idx="6559">
                  <c:v>4.4585670767891763</c:v>
                </c:pt>
                <c:pt idx="6560">
                  <c:v>4.4526850496498795</c:v>
                </c:pt>
                <c:pt idx="6561">
                  <c:v>4.4509546227796024</c:v>
                </c:pt>
                <c:pt idx="6562">
                  <c:v>4.4507140879060012</c:v>
                </c:pt>
                <c:pt idx="6563">
                  <c:v>4.4451208608616533</c:v>
                </c:pt>
                <c:pt idx="6564">
                  <c:v>4.4417953079874986</c:v>
                </c:pt>
                <c:pt idx="6565">
                  <c:v>4.4485825058353443</c:v>
                </c:pt>
                <c:pt idx="6566">
                  <c:v>4.4555952051271905</c:v>
                </c:pt>
                <c:pt idx="6567">
                  <c:v>4.4509538315464656</c:v>
                </c:pt>
                <c:pt idx="6568">
                  <c:v>4.4476963247220791</c:v>
                </c:pt>
                <c:pt idx="6569">
                  <c:v>4.4444000474739882</c:v>
                </c:pt>
                <c:pt idx="6570">
                  <c:v>4.4473299837797207</c:v>
                </c:pt>
                <c:pt idx="6571">
                  <c:v>4.4567155912489618</c:v>
                </c:pt>
                <c:pt idx="6572">
                  <c:v>4.4639102741622816</c:v>
                </c:pt>
                <c:pt idx="6573">
                  <c:v>4.4694307077580406</c:v>
                </c:pt>
                <c:pt idx="6574">
                  <c:v>4.4560264271867709</c:v>
                </c:pt>
                <c:pt idx="6575">
                  <c:v>4.4440352889979033</c:v>
                </c:pt>
                <c:pt idx="6576">
                  <c:v>4.4382015270799542</c:v>
                </c:pt>
                <c:pt idx="6577">
                  <c:v>4.4317877912726988</c:v>
                </c:pt>
                <c:pt idx="6578">
                  <c:v>4.4349218657277367</c:v>
                </c:pt>
                <c:pt idx="6579">
                  <c:v>4.4452308422676738</c:v>
                </c:pt>
                <c:pt idx="6580">
                  <c:v>4.4495383154646513</c:v>
                </c:pt>
                <c:pt idx="6581">
                  <c:v>4.4489710013055346</c:v>
                </c:pt>
                <c:pt idx="6582">
                  <c:v>4.4520188313486573</c:v>
                </c:pt>
                <c:pt idx="6583">
                  <c:v>4.4473727103691107</c:v>
                </c:pt>
                <c:pt idx="6584">
                  <c:v>4.4374047553111522</c:v>
                </c:pt>
                <c:pt idx="6585">
                  <c:v>4.4303675277920638</c:v>
                </c:pt>
                <c:pt idx="6586">
                  <c:v>4.4324168216164894</c:v>
                </c:pt>
                <c:pt idx="6587">
                  <c:v>4.4349400640898837</c:v>
                </c:pt>
                <c:pt idx="6588">
                  <c:v>4.4290524983186295</c:v>
                </c:pt>
                <c:pt idx="6589">
                  <c:v>4.4293816513035562</c:v>
                </c:pt>
                <c:pt idx="6590">
                  <c:v>4.4290881038097876</c:v>
                </c:pt>
                <c:pt idx="6591">
                  <c:v>4.4257989476599278</c:v>
                </c:pt>
                <c:pt idx="6592">
                  <c:v>4.4188155239941453</c:v>
                </c:pt>
                <c:pt idx="6593">
                  <c:v>4.4213292716698973</c:v>
                </c:pt>
                <c:pt idx="6594">
                  <c:v>4.4299964394508846</c:v>
                </c:pt>
                <c:pt idx="6595">
                  <c:v>4.4277968113304587</c:v>
                </c:pt>
                <c:pt idx="6596">
                  <c:v>4.4230873916999647</c:v>
                </c:pt>
                <c:pt idx="6597">
                  <c:v>4.4225477707006373</c:v>
                </c:pt>
                <c:pt idx="6598">
                  <c:v>4.4120045891521933</c:v>
                </c:pt>
                <c:pt idx="6599">
                  <c:v>4.414561854650473</c:v>
                </c:pt>
                <c:pt idx="6600">
                  <c:v>4.4295042924397672</c:v>
                </c:pt>
                <c:pt idx="6601">
                  <c:v>4.4315037385765716</c:v>
                </c:pt>
                <c:pt idx="6602">
                  <c:v>4.4269739288681409</c:v>
                </c:pt>
                <c:pt idx="6603">
                  <c:v>4.429107884638209</c:v>
                </c:pt>
                <c:pt idx="6604">
                  <c:v>4.4306713613166115</c:v>
                </c:pt>
                <c:pt idx="6605">
                  <c:v>4.4304585196028006</c:v>
                </c:pt>
                <c:pt idx="6606">
                  <c:v>4.4292621750998933</c:v>
                </c:pt>
                <c:pt idx="6607">
                  <c:v>4.4270886576729831</c:v>
                </c:pt>
                <c:pt idx="6608">
                  <c:v>4.4212351149266134</c:v>
                </c:pt>
                <c:pt idx="6609">
                  <c:v>4.4194959844918307</c:v>
                </c:pt>
                <c:pt idx="6610">
                  <c:v>4.4194239822763777</c:v>
                </c:pt>
                <c:pt idx="6611">
                  <c:v>4.4214178897812237</c:v>
                </c:pt>
                <c:pt idx="6612">
                  <c:v>4.42274004035289</c:v>
                </c:pt>
                <c:pt idx="6613">
                  <c:v>4.4266645567116347</c:v>
                </c:pt>
                <c:pt idx="6614">
                  <c:v>4.4258250583534435</c:v>
                </c:pt>
                <c:pt idx="6615">
                  <c:v>4.4190718835304823</c:v>
                </c:pt>
                <c:pt idx="6616">
                  <c:v>4.4140412232464294</c:v>
                </c:pt>
                <c:pt idx="6617">
                  <c:v>4.4055639514182854</c:v>
                </c:pt>
                <c:pt idx="6618">
                  <c:v>4.401400482652214</c:v>
                </c:pt>
                <c:pt idx="6619">
                  <c:v>4.3975289789136367</c:v>
                </c:pt>
                <c:pt idx="6620">
                  <c:v>4.4052672389919687</c:v>
                </c:pt>
                <c:pt idx="6621">
                  <c:v>4.4146837045535463</c:v>
                </c:pt>
                <c:pt idx="6622">
                  <c:v>4.416960082288246</c:v>
                </c:pt>
                <c:pt idx="6623">
                  <c:v>4.4112821932982555</c:v>
                </c:pt>
                <c:pt idx="6624">
                  <c:v>4.4111706294259605</c:v>
                </c:pt>
                <c:pt idx="6625">
                  <c:v>4.4075499465917636</c:v>
                </c:pt>
                <c:pt idx="6626">
                  <c:v>4.4066977885033829</c:v>
                </c:pt>
                <c:pt idx="6627">
                  <c:v>4.4114064169007401</c:v>
                </c:pt>
                <c:pt idx="6628">
                  <c:v>4.4088562725006923</c:v>
                </c:pt>
                <c:pt idx="6629">
                  <c:v>4.4014178897812242</c:v>
                </c:pt>
                <c:pt idx="6630">
                  <c:v>4.4062341258851925</c:v>
                </c:pt>
                <c:pt idx="6631">
                  <c:v>4.4074312616212366</c:v>
                </c:pt>
                <c:pt idx="6632">
                  <c:v>4.400520631404043</c:v>
                </c:pt>
                <c:pt idx="6633">
                  <c:v>4.4025754638604262</c:v>
                </c:pt>
                <c:pt idx="6634">
                  <c:v>4.4039806939114614</c:v>
                </c:pt>
                <c:pt idx="6635">
                  <c:v>4.4030422914111647</c:v>
                </c:pt>
                <c:pt idx="6636">
                  <c:v>4.4029631680974797</c:v>
                </c:pt>
                <c:pt idx="6637">
                  <c:v>4.401465363769435</c:v>
                </c:pt>
                <c:pt idx="6638">
                  <c:v>4.3991154013530087</c:v>
                </c:pt>
                <c:pt idx="6639">
                  <c:v>4.401108517624718</c:v>
                </c:pt>
                <c:pt idx="6640">
                  <c:v>4.4071424615262886</c:v>
                </c:pt>
                <c:pt idx="6641">
                  <c:v>4.4125806068758164</c:v>
                </c:pt>
                <c:pt idx="6642">
                  <c:v>4.408893460458124</c:v>
                </c:pt>
                <c:pt idx="6643">
                  <c:v>4.403069984570954</c:v>
                </c:pt>
                <c:pt idx="6644">
                  <c:v>4.3973422478933415</c:v>
                </c:pt>
                <c:pt idx="6645">
                  <c:v>4.3918447600585511</c:v>
                </c:pt>
                <c:pt idx="6646">
                  <c:v>4.3983407841120385</c:v>
                </c:pt>
                <c:pt idx="6647">
                  <c:v>4.40050638920758</c:v>
                </c:pt>
                <c:pt idx="6648">
                  <c:v>4.3976785219765002</c:v>
                </c:pt>
                <c:pt idx="6649">
                  <c:v>4.4016932389128458</c:v>
                </c:pt>
                <c:pt idx="6650">
                  <c:v>4.4037385765715866</c:v>
                </c:pt>
                <c:pt idx="6651">
                  <c:v>4.4086094077619968</c:v>
                </c:pt>
                <c:pt idx="6652">
                  <c:v>4.4143173636111879</c:v>
                </c:pt>
                <c:pt idx="6653">
                  <c:v>4.4101823792380426</c:v>
                </c:pt>
                <c:pt idx="6654">
                  <c:v>4.4003433951813902</c:v>
                </c:pt>
                <c:pt idx="6655">
                  <c:v>4.3944051904893779</c:v>
                </c:pt>
                <c:pt idx="6656">
                  <c:v>4.3933963682399018</c:v>
                </c:pt>
                <c:pt idx="6657">
                  <c:v>4.3880943149899121</c:v>
                </c:pt>
                <c:pt idx="6658">
                  <c:v>4.3813181944059814</c:v>
                </c:pt>
                <c:pt idx="6659">
                  <c:v>4.3790805870949878</c:v>
                </c:pt>
                <c:pt idx="6660">
                  <c:v>4.379361474858567</c:v>
                </c:pt>
                <c:pt idx="6661">
                  <c:v>4.3790813783281246</c:v>
                </c:pt>
                <c:pt idx="6662">
                  <c:v>4.3806567235035807</c:v>
                </c:pt>
                <c:pt idx="6663">
                  <c:v>4.3843177592277565</c:v>
                </c:pt>
                <c:pt idx="6664">
                  <c:v>4.3867033271353408</c:v>
                </c:pt>
                <c:pt idx="6665">
                  <c:v>4.386958895438541</c:v>
                </c:pt>
                <c:pt idx="6666">
                  <c:v>4.3897495747121891</c:v>
                </c:pt>
                <c:pt idx="6667">
                  <c:v>4.3927997784547212</c:v>
                </c:pt>
                <c:pt idx="6668">
                  <c:v>4.3943015389484508</c:v>
                </c:pt>
                <c:pt idx="6669">
                  <c:v>4.3929611900146375</c:v>
                </c:pt>
                <c:pt idx="6670">
                  <c:v>4.3858242671203067</c:v>
                </c:pt>
                <c:pt idx="6671">
                  <c:v>4.384997428492305</c:v>
                </c:pt>
                <c:pt idx="6672">
                  <c:v>4.3898389840566523</c:v>
                </c:pt>
                <c:pt idx="6673">
                  <c:v>4.3880357637377854</c:v>
                </c:pt>
                <c:pt idx="6674">
                  <c:v>4.3857965739605174</c:v>
                </c:pt>
                <c:pt idx="6675">
                  <c:v>4.391487913913835</c:v>
                </c:pt>
                <c:pt idx="6676">
                  <c:v>4.3944977647663883</c:v>
                </c:pt>
                <c:pt idx="6677">
                  <c:v>4.3951244214107685</c:v>
                </c:pt>
                <c:pt idx="6678">
                  <c:v>4.3970368319025201</c:v>
                </c:pt>
                <c:pt idx="6679">
                  <c:v>4.3999359101159161</c:v>
                </c:pt>
                <c:pt idx="6680">
                  <c:v>4.39868892669225</c:v>
                </c:pt>
                <c:pt idx="6681">
                  <c:v>4.397008347509594</c:v>
                </c:pt>
                <c:pt idx="6682">
                  <c:v>4.3961878387466866</c:v>
                </c:pt>
                <c:pt idx="6683">
                  <c:v>4.3907750128575387</c:v>
                </c:pt>
                <c:pt idx="6684">
                  <c:v>4.3876021679787947</c:v>
                </c:pt>
                <c:pt idx="6685">
                  <c:v>4.3917426909838984</c:v>
                </c:pt>
                <c:pt idx="6686">
                  <c:v>4.393673299837797</c:v>
                </c:pt>
                <c:pt idx="6687">
                  <c:v>4.3933924120742178</c:v>
                </c:pt>
                <c:pt idx="6688">
                  <c:v>4.3990766309293035</c:v>
                </c:pt>
                <c:pt idx="6689">
                  <c:v>4.4143521778692092</c:v>
                </c:pt>
                <c:pt idx="6690">
                  <c:v>4.4220556236895199</c:v>
                </c:pt>
                <c:pt idx="6691">
                  <c:v>4.4256003481425799</c:v>
                </c:pt>
                <c:pt idx="6692">
                  <c:v>4.4327570518653321</c:v>
                </c:pt>
                <c:pt idx="6693">
                  <c:v>4.4358127942398227</c:v>
                </c:pt>
                <c:pt idx="6694">
                  <c:v>4.4361229576294656</c:v>
                </c:pt>
                <c:pt idx="6695">
                  <c:v>4.4379578272738058</c:v>
                </c:pt>
                <c:pt idx="6696">
                  <c:v>4.4388155239941449</c:v>
                </c:pt>
                <c:pt idx="6697">
                  <c:v>4.4341543695849985</c:v>
                </c:pt>
                <c:pt idx="6698">
                  <c:v>4.4330466431934168</c:v>
                </c:pt>
                <c:pt idx="6699">
                  <c:v>4.4371547256399095</c:v>
                </c:pt>
                <c:pt idx="6700">
                  <c:v>4.4362123669739288</c:v>
                </c:pt>
                <c:pt idx="6701">
                  <c:v>4.4300146378130316</c:v>
                </c:pt>
                <c:pt idx="6702">
                  <c:v>4.4236420461288919</c:v>
                </c:pt>
                <c:pt idx="6703">
                  <c:v>4.4270356450528148</c:v>
                </c:pt>
                <c:pt idx="6704">
                  <c:v>4.4401242236024849</c:v>
                </c:pt>
                <c:pt idx="6705">
                  <c:v>4.451958697630257</c:v>
                </c:pt>
                <c:pt idx="6706">
                  <c:v>4.4530664240218378</c:v>
                </c:pt>
                <c:pt idx="6707">
                  <c:v>4.4554140127388537</c:v>
                </c:pt>
                <c:pt idx="6708">
                  <c:v>4.4719191359734145</c:v>
                </c:pt>
                <c:pt idx="6709">
                  <c:v>4.4899307671005264</c:v>
                </c:pt>
                <c:pt idx="6710">
                  <c:v>4.4996471100209678</c:v>
                </c:pt>
                <c:pt idx="6711">
                  <c:v>4.5051643786841797</c:v>
                </c:pt>
                <c:pt idx="6712">
                  <c:v>4.5014851445978561</c:v>
                </c:pt>
                <c:pt idx="6713">
                  <c:v>4.5010562962376861</c:v>
                </c:pt>
                <c:pt idx="6714">
                  <c:v>4.5143126162123668</c:v>
                </c:pt>
                <c:pt idx="6715">
                  <c:v>4.5304688056335802</c:v>
                </c:pt>
                <c:pt idx="6716">
                  <c:v>4.5487510384934922</c:v>
                </c:pt>
                <c:pt idx="6717">
                  <c:v>4.574064960240535</c:v>
                </c:pt>
                <c:pt idx="6718">
                  <c:v>4.5994603790006723</c:v>
                </c:pt>
                <c:pt idx="6719">
                  <c:v>4.6253811765636748</c:v>
                </c:pt>
                <c:pt idx="6720">
                  <c:v>4.6514981999446139</c:v>
                </c:pt>
                <c:pt idx="6721">
                  <c:v>4.6820160620326776</c:v>
                </c:pt>
                <c:pt idx="6722">
                  <c:v>4.7135886378921548</c:v>
                </c:pt>
                <c:pt idx="6723">
                  <c:v>4.7329208371246585</c:v>
                </c:pt>
                <c:pt idx="6724">
                  <c:v>4.7569046959686672</c:v>
                </c:pt>
                <c:pt idx="6725">
                  <c:v>4.787912331368438</c:v>
                </c:pt>
                <c:pt idx="6726">
                  <c:v>4.834323693476283</c:v>
                </c:pt>
                <c:pt idx="6727">
                  <c:v>4.8923922933892472</c:v>
                </c:pt>
                <c:pt idx="6728">
                  <c:v>4.9456027218419907</c:v>
                </c:pt>
                <c:pt idx="6729">
                  <c:v>5.0081338766467542</c:v>
                </c:pt>
                <c:pt idx="6730">
                  <c:v>5.0770819321913203</c:v>
                </c:pt>
                <c:pt idx="6731">
                  <c:v>5.1511967401194765</c:v>
                </c:pt>
                <c:pt idx="6732">
                  <c:v>5.2388416346876605</c:v>
                </c:pt>
                <c:pt idx="6733">
                  <c:v>5.3392491197531351</c:v>
                </c:pt>
                <c:pt idx="6734">
                  <c:v>5.4536772560034814</c:v>
                </c:pt>
                <c:pt idx="6735">
                  <c:v>5.5950468805633582</c:v>
                </c:pt>
                <c:pt idx="6736">
                  <c:v>5.7587767535704391</c:v>
                </c:pt>
                <c:pt idx="6737">
                  <c:v>5.9467104482335724</c:v>
                </c:pt>
                <c:pt idx="6738">
                  <c:v>6.1723464018673102</c:v>
                </c:pt>
                <c:pt idx="6739">
                  <c:v>6.4349329429916526</c:v>
                </c:pt>
                <c:pt idx="6740">
                  <c:v>6.7397238596352418</c:v>
                </c:pt>
                <c:pt idx="6741">
                  <c:v>7.1304822565969062</c:v>
                </c:pt>
                <c:pt idx="6742">
                  <c:v>7.6489615065078933</c:v>
                </c:pt>
                <c:pt idx="6743">
                  <c:v>8.3368595956798686</c:v>
                </c:pt>
                <c:pt idx="6744">
                  <c:v>9.2595165565533897</c:v>
                </c:pt>
                <c:pt idx="6745">
                  <c:v>10.520560193060886</c:v>
                </c:pt>
                <c:pt idx="6746">
                  <c:v>12.284843929263758</c:v>
                </c:pt>
                <c:pt idx="6747">
                  <c:v>14.789492423942715</c:v>
                </c:pt>
                <c:pt idx="6748">
                  <c:v>18.371088341179728</c:v>
                </c:pt>
                <c:pt idx="6749">
                  <c:v>23.402302488428216</c:v>
                </c:pt>
                <c:pt idx="6750">
                  <c:v>29.875697274201844</c:v>
                </c:pt>
                <c:pt idx="6751">
                  <c:v>36.656090517070858</c:v>
                </c:pt>
                <c:pt idx="6752">
                  <c:v>41.326897970487003</c:v>
                </c:pt>
                <c:pt idx="6753">
                  <c:v>42.010365154092661</c:v>
                </c:pt>
                <c:pt idx="6754">
                  <c:v>38.702694148830957</c:v>
                </c:pt>
                <c:pt idx="6755">
                  <c:v>33.107963761522335</c:v>
                </c:pt>
                <c:pt idx="6756">
                  <c:v>27.324761641017528</c:v>
                </c:pt>
                <c:pt idx="6757">
                  <c:v>22.403370653162956</c:v>
                </c:pt>
                <c:pt idx="6758">
                  <c:v>18.479012541045222</c:v>
                </c:pt>
                <c:pt idx="6759">
                  <c:v>15.422637180045101</c:v>
                </c:pt>
                <c:pt idx="6760">
                  <c:v>13.087629069905448</c:v>
                </c:pt>
                <c:pt idx="6761">
                  <c:v>11.32044150809036</c:v>
                </c:pt>
                <c:pt idx="6762">
                  <c:v>9.9867784942833424</c:v>
                </c:pt>
                <c:pt idx="6763">
                  <c:v>8.9660007121098246</c:v>
                </c:pt>
                <c:pt idx="6764">
                  <c:v>8.1791668315069046</c:v>
                </c:pt>
                <c:pt idx="6765">
                  <c:v>7.5586026822803341</c:v>
                </c:pt>
                <c:pt idx="6766">
                  <c:v>7.0587807097361246</c:v>
                </c:pt>
                <c:pt idx="6767">
                  <c:v>6.6706808561142541</c:v>
                </c:pt>
                <c:pt idx="6768">
                  <c:v>6.3701151244214103</c:v>
                </c:pt>
                <c:pt idx="6769">
                  <c:v>6.1220397990267834</c:v>
                </c:pt>
                <c:pt idx="6770">
                  <c:v>5.9060727143252763</c:v>
                </c:pt>
                <c:pt idx="6771">
                  <c:v>5.7254500138465803</c:v>
                </c:pt>
                <c:pt idx="6772">
                  <c:v>5.5739684297978398</c:v>
                </c:pt>
                <c:pt idx="6773">
                  <c:v>5.4508921153617917</c:v>
                </c:pt>
                <c:pt idx="6774">
                  <c:v>5.3462752700083076</c:v>
                </c:pt>
                <c:pt idx="6775">
                  <c:v>5.2640582347588722</c:v>
                </c:pt>
                <c:pt idx="6776">
                  <c:v>5.1996676820825254</c:v>
                </c:pt>
                <c:pt idx="6777">
                  <c:v>5.1354037267080743</c:v>
                </c:pt>
                <c:pt idx="6778">
                  <c:v>5.0746844957866841</c:v>
                </c:pt>
                <c:pt idx="6779">
                  <c:v>5.0165130355659295</c:v>
                </c:pt>
                <c:pt idx="6780">
                  <c:v>4.9622977410293947</c:v>
                </c:pt>
                <c:pt idx="6781">
                  <c:v>4.9120465245084466</c:v>
                </c:pt>
                <c:pt idx="6782">
                  <c:v>4.8734264350991019</c:v>
                </c:pt>
                <c:pt idx="6783">
                  <c:v>4.8376785219765006</c:v>
                </c:pt>
                <c:pt idx="6784">
                  <c:v>4.8013055346757927</c:v>
                </c:pt>
                <c:pt idx="6785">
                  <c:v>4.7743719586976301</c:v>
                </c:pt>
                <c:pt idx="6786">
                  <c:v>4.7529896744075639</c:v>
                </c:pt>
                <c:pt idx="6787">
                  <c:v>4.735659295011275</c:v>
                </c:pt>
                <c:pt idx="6788">
                  <c:v>4.720330735451201</c:v>
                </c:pt>
                <c:pt idx="6789">
                  <c:v>4.7018293310123829</c:v>
                </c:pt>
                <c:pt idx="6790">
                  <c:v>4.689222613443051</c:v>
                </c:pt>
                <c:pt idx="6791">
                  <c:v>4.6791628753412198</c:v>
                </c:pt>
                <c:pt idx="6792">
                  <c:v>4.6660592633619498</c:v>
                </c:pt>
                <c:pt idx="6793">
                  <c:v>4.6473924911975315</c:v>
                </c:pt>
                <c:pt idx="6794">
                  <c:v>4.6303042291411165</c:v>
                </c:pt>
                <c:pt idx="6795">
                  <c:v>4.6191605016418089</c:v>
                </c:pt>
                <c:pt idx="6796">
                  <c:v>4.6003821656050956</c:v>
                </c:pt>
                <c:pt idx="6797">
                  <c:v>4.58336432329786</c:v>
                </c:pt>
                <c:pt idx="6798">
                  <c:v>4.560333900383748</c:v>
                </c:pt>
                <c:pt idx="6799">
                  <c:v>4.547557858923132</c:v>
                </c:pt>
                <c:pt idx="6800">
                  <c:v>4.5455323020928118</c:v>
                </c:pt>
                <c:pt idx="6801">
                  <c:v>4.5405190489377691</c:v>
                </c:pt>
                <c:pt idx="6802">
                  <c:v>4.5289615065078923</c:v>
                </c:pt>
                <c:pt idx="6803">
                  <c:v>4.5166166871068558</c:v>
                </c:pt>
                <c:pt idx="6804">
                  <c:v>4.5064794081576141</c:v>
                </c:pt>
                <c:pt idx="6805">
                  <c:v>4.4843407049887247</c:v>
                </c:pt>
                <c:pt idx="6806">
                  <c:v>4.4640337065316293</c:v>
                </c:pt>
                <c:pt idx="6807">
                  <c:v>4.4604842346797486</c:v>
                </c:pt>
                <c:pt idx="6808">
                  <c:v>4.4595790639711996</c:v>
                </c:pt>
                <c:pt idx="6809">
                  <c:v>4.4537065316295443</c:v>
                </c:pt>
                <c:pt idx="6810">
                  <c:v>4.442046128891878</c:v>
                </c:pt>
                <c:pt idx="6811">
                  <c:v>4.429202041381493</c:v>
                </c:pt>
                <c:pt idx="6812">
                  <c:v>4.4192886814099772</c:v>
                </c:pt>
                <c:pt idx="6813">
                  <c:v>4.4105328955176644</c:v>
                </c:pt>
                <c:pt idx="6814">
                  <c:v>4.4061874431301185</c:v>
                </c:pt>
                <c:pt idx="6815">
                  <c:v>4.4002508209043798</c:v>
                </c:pt>
                <c:pt idx="6816">
                  <c:v>4.4020848993155832</c:v>
                </c:pt>
                <c:pt idx="6817">
                  <c:v>4.4056145903390433</c:v>
                </c:pt>
                <c:pt idx="6818">
                  <c:v>4.4066392372512562</c:v>
                </c:pt>
                <c:pt idx="6819">
                  <c:v>4.4091482375281874</c:v>
                </c:pt>
                <c:pt idx="6820">
                  <c:v>4.4065063100842661</c:v>
                </c:pt>
                <c:pt idx="6821">
                  <c:v>4.3897970487003999</c:v>
                </c:pt>
                <c:pt idx="6822">
                  <c:v>4.3757922221782648</c:v>
                </c:pt>
                <c:pt idx="6823">
                  <c:v>4.3667246904300354</c:v>
                </c:pt>
                <c:pt idx="6824">
                  <c:v>4.3633999287890175</c:v>
                </c:pt>
                <c:pt idx="6825">
                  <c:v>4.3583471139771337</c:v>
                </c:pt>
                <c:pt idx="6826">
                  <c:v>4.3608758950824864</c:v>
                </c:pt>
                <c:pt idx="6827">
                  <c:v>4.3562859516556554</c:v>
                </c:pt>
                <c:pt idx="6828">
                  <c:v>4.3429283538394587</c:v>
                </c:pt>
                <c:pt idx="6829">
                  <c:v>4.3333267397238595</c:v>
                </c:pt>
                <c:pt idx="6830">
                  <c:v>4.3293120227875139</c:v>
                </c:pt>
                <c:pt idx="6831">
                  <c:v>4.3238849547019029</c:v>
                </c:pt>
                <c:pt idx="6832">
                  <c:v>4.3210238556790763</c:v>
                </c:pt>
                <c:pt idx="6833">
                  <c:v>4.3256620643272541</c:v>
                </c:pt>
                <c:pt idx="6834">
                  <c:v>4.3285761759702499</c:v>
                </c:pt>
                <c:pt idx="6835">
                  <c:v>4.3264580448629193</c:v>
                </c:pt>
                <c:pt idx="6836">
                  <c:v>4.3107852988883177</c:v>
                </c:pt>
                <c:pt idx="6837">
                  <c:v>4.3023072358270369</c:v>
                </c:pt>
                <c:pt idx="6838">
                  <c:v>4.3029109467104485</c:v>
                </c:pt>
                <c:pt idx="6839">
                  <c:v>4.2996083395972624</c:v>
                </c:pt>
                <c:pt idx="6840">
                  <c:v>4.2950832772876524</c:v>
                </c:pt>
                <c:pt idx="6841">
                  <c:v>4.295437749732959</c:v>
                </c:pt>
                <c:pt idx="6842">
                  <c:v>4.291846342524825</c:v>
                </c:pt>
                <c:pt idx="6843">
                  <c:v>4.2867864066147092</c:v>
                </c:pt>
                <c:pt idx="6844">
                  <c:v>4.2852957233848956</c:v>
                </c:pt>
                <c:pt idx="6845">
                  <c:v>4.2883158602682281</c:v>
                </c:pt>
                <c:pt idx="6846">
                  <c:v>4.290047078371642</c:v>
                </c:pt>
                <c:pt idx="6847">
                  <c:v>4.2825564742651423</c:v>
                </c:pt>
                <c:pt idx="6848">
                  <c:v>4.2723899196898367</c:v>
                </c:pt>
                <c:pt idx="6849">
                  <c:v>4.2568785852751514</c:v>
                </c:pt>
                <c:pt idx="6850">
                  <c:v>4.2491775131542511</c:v>
                </c:pt>
                <c:pt idx="6851">
                  <c:v>4.2526549827906797</c:v>
                </c:pt>
                <c:pt idx="6852">
                  <c:v>4.2550350120663056</c:v>
                </c:pt>
                <c:pt idx="6853">
                  <c:v>4.2486014954306288</c:v>
                </c:pt>
                <c:pt idx="6854">
                  <c:v>4.2549012936661788</c:v>
                </c:pt>
                <c:pt idx="6855">
                  <c:v>4.2696585829014522</c:v>
                </c:pt>
                <c:pt idx="6856">
                  <c:v>4.2718590022550149</c:v>
                </c:pt>
                <c:pt idx="6857">
                  <c:v>4.2675444079598055</c:v>
                </c:pt>
                <c:pt idx="6858">
                  <c:v>4.2660798354235077</c:v>
                </c:pt>
                <c:pt idx="6859">
                  <c:v>4.2574878347905214</c:v>
                </c:pt>
                <c:pt idx="6860">
                  <c:v>4.2514807928156033</c:v>
                </c:pt>
                <c:pt idx="6861">
                  <c:v>4.2507552320291175</c:v>
                </c:pt>
                <c:pt idx="6862">
                  <c:v>4.2516382482098347</c:v>
                </c:pt>
                <c:pt idx="6863">
                  <c:v>4.2492360644063769</c:v>
                </c:pt>
                <c:pt idx="6864">
                  <c:v>4.23806464374728</c:v>
                </c:pt>
                <c:pt idx="6865">
                  <c:v>4.2353934406772957</c:v>
                </c:pt>
                <c:pt idx="6866">
                  <c:v>4.2358056731415914</c:v>
                </c:pt>
                <c:pt idx="6867">
                  <c:v>4.2400498476876214</c:v>
                </c:pt>
                <c:pt idx="6868">
                  <c:v>4.2395236776516203</c:v>
                </c:pt>
                <c:pt idx="6869">
                  <c:v>4.2415278711872455</c:v>
                </c:pt>
                <c:pt idx="6870">
                  <c:v>4.2430177631839223</c:v>
                </c:pt>
                <c:pt idx="6871">
                  <c:v>4.2432179451675438</c:v>
                </c:pt>
                <c:pt idx="6872">
                  <c:v>4.2466780076749613</c:v>
                </c:pt>
                <c:pt idx="6873">
                  <c:v>4.2431340744550381</c:v>
                </c:pt>
                <c:pt idx="6874">
                  <c:v>4.2363389642758236</c:v>
                </c:pt>
                <c:pt idx="6875">
                  <c:v>4.2329477390513119</c:v>
                </c:pt>
                <c:pt idx="6876">
                  <c:v>4.2405586105946114</c:v>
                </c:pt>
                <c:pt idx="6877">
                  <c:v>4.245712703248012</c:v>
                </c:pt>
                <c:pt idx="6878">
                  <c:v>4.2394627527000832</c:v>
                </c:pt>
                <c:pt idx="6879">
                  <c:v>4.2338157218024293</c:v>
                </c:pt>
                <c:pt idx="6880">
                  <c:v>4.2282422755865019</c:v>
                </c:pt>
                <c:pt idx="6881">
                  <c:v>4.2118020334691613</c:v>
                </c:pt>
                <c:pt idx="6882">
                  <c:v>4.208456699766586</c:v>
                </c:pt>
                <c:pt idx="6883">
                  <c:v>4.220803101633896</c:v>
                </c:pt>
                <c:pt idx="6884">
                  <c:v>4.2272880484234676</c:v>
                </c:pt>
                <c:pt idx="6885">
                  <c:v>4.2199493610792418</c:v>
                </c:pt>
                <c:pt idx="6886">
                  <c:v>4.21853859239625</c:v>
                </c:pt>
                <c:pt idx="6887">
                  <c:v>4.2165779166831507</c:v>
                </c:pt>
                <c:pt idx="6888">
                  <c:v>4.2058836096055705</c:v>
                </c:pt>
                <c:pt idx="6889">
                  <c:v>4.2016789967163826</c:v>
                </c:pt>
                <c:pt idx="6890">
                  <c:v>4.2000664635834948</c:v>
                </c:pt>
                <c:pt idx="6891">
                  <c:v>4.1933734224789339</c:v>
                </c:pt>
                <c:pt idx="6892">
                  <c:v>4.1987482691775133</c:v>
                </c:pt>
                <c:pt idx="6893">
                  <c:v>4.2053004707837163</c:v>
                </c:pt>
                <c:pt idx="6894">
                  <c:v>4.2041610950666612</c:v>
                </c:pt>
                <c:pt idx="6895">
                  <c:v>4.2049396684733154</c:v>
                </c:pt>
                <c:pt idx="6896">
                  <c:v>4.2025453970012263</c:v>
                </c:pt>
                <c:pt idx="6897">
                  <c:v>4.2025928709894371</c:v>
                </c:pt>
                <c:pt idx="6898">
                  <c:v>4.2057554298374011</c:v>
                </c:pt>
                <c:pt idx="6899">
                  <c:v>4.2103896823198959</c:v>
                </c:pt>
                <c:pt idx="6900">
                  <c:v>4.2112742809668866</c:v>
                </c:pt>
                <c:pt idx="6901">
                  <c:v>4.2085967480318072</c:v>
                </c:pt>
                <c:pt idx="6902">
                  <c:v>4.2139557700676509</c:v>
                </c:pt>
                <c:pt idx="6903">
                  <c:v>4.2133663013807015</c:v>
                </c:pt>
                <c:pt idx="6904">
                  <c:v>4.212953277683269</c:v>
                </c:pt>
                <c:pt idx="6905">
                  <c:v>4.2087003995727343</c:v>
                </c:pt>
                <c:pt idx="6906">
                  <c:v>4.2112695335680659</c:v>
                </c:pt>
                <c:pt idx="6907">
                  <c:v>4.2144724453060096</c:v>
                </c:pt>
                <c:pt idx="6908">
                  <c:v>4.2161957510780548</c:v>
                </c:pt>
                <c:pt idx="6909">
                  <c:v>4.2159591723701393</c:v>
                </c:pt>
                <c:pt idx="6910">
                  <c:v>4.2211915971040863</c:v>
                </c:pt>
                <c:pt idx="6911">
                  <c:v>4.2221086363096889</c:v>
                </c:pt>
                <c:pt idx="6912">
                  <c:v>4.2230786881354589</c:v>
                </c:pt>
                <c:pt idx="6913">
                  <c:v>4.2179427938442062</c:v>
                </c:pt>
                <c:pt idx="6914">
                  <c:v>4.2070119080587096</c:v>
                </c:pt>
                <c:pt idx="6915">
                  <c:v>4.2007754084741071</c:v>
                </c:pt>
                <c:pt idx="6916">
                  <c:v>4.1958768841239067</c:v>
                </c:pt>
                <c:pt idx="6917">
                  <c:v>4.1956909443367492</c:v>
                </c:pt>
                <c:pt idx="6918">
                  <c:v>4.1952802943387271</c:v>
                </c:pt>
                <c:pt idx="6919">
                  <c:v>4.196030383352455</c:v>
                </c:pt>
                <c:pt idx="6920">
                  <c:v>4.1924413498437314</c:v>
                </c:pt>
                <c:pt idx="6921">
                  <c:v>4.1892131186454087</c:v>
                </c:pt>
                <c:pt idx="6922">
                  <c:v>4.1898002136329469</c:v>
                </c:pt>
                <c:pt idx="6923">
                  <c:v>4.1821521541322149</c:v>
                </c:pt>
                <c:pt idx="6924">
                  <c:v>4.1737318510899239</c:v>
                </c:pt>
                <c:pt idx="6925">
                  <c:v>4.170786090121454</c:v>
                </c:pt>
                <c:pt idx="6926">
                  <c:v>4.1723115876092889</c:v>
                </c:pt>
                <c:pt idx="6927">
                  <c:v>4.1770977568540566</c:v>
                </c:pt>
                <c:pt idx="6928">
                  <c:v>4.1810784507655177</c:v>
                </c:pt>
                <c:pt idx="6929">
                  <c:v>4.1797705423903153</c:v>
                </c:pt>
                <c:pt idx="6930">
                  <c:v>4.175570676899949</c:v>
                </c:pt>
                <c:pt idx="6931">
                  <c:v>4.1778296475056376</c:v>
                </c:pt>
                <c:pt idx="6932">
                  <c:v>4.1788202713929659</c:v>
                </c:pt>
                <c:pt idx="6933">
                  <c:v>4.1798741939312416</c:v>
                </c:pt>
                <c:pt idx="6934">
                  <c:v>4.1779609922063532</c:v>
                </c:pt>
                <c:pt idx="6935">
                  <c:v>4.1680223127744593</c:v>
                </c:pt>
                <c:pt idx="6936">
                  <c:v>4.1681196344502904</c:v>
                </c:pt>
                <c:pt idx="6937">
                  <c:v>4.1645021165486407</c:v>
                </c:pt>
                <c:pt idx="6938">
                  <c:v>4.1605190489377692</c:v>
                </c:pt>
                <c:pt idx="6939">
                  <c:v>4.1609819203228229</c:v>
                </c:pt>
                <c:pt idx="6940">
                  <c:v>4.1664762432250662</c:v>
                </c:pt>
                <c:pt idx="6941">
                  <c:v>4.169228152075009</c:v>
                </c:pt>
                <c:pt idx="6942">
                  <c:v>4.1651438066226216</c:v>
                </c:pt>
                <c:pt idx="6943">
                  <c:v>4.1626142342841321</c:v>
                </c:pt>
                <c:pt idx="6944">
                  <c:v>4.1659200063298654</c:v>
                </c:pt>
                <c:pt idx="6945">
                  <c:v>4.1669375321438462</c:v>
                </c:pt>
                <c:pt idx="6946">
                  <c:v>4.1670704593108363</c:v>
                </c:pt>
                <c:pt idx="6947">
                  <c:v>4.1688238319420821</c:v>
                </c:pt>
                <c:pt idx="6948">
                  <c:v>4.1695873719191363</c:v>
                </c:pt>
                <c:pt idx="6949">
                  <c:v>4.1699616251928635</c:v>
                </c:pt>
                <c:pt idx="6950">
                  <c:v>4.1672136725086046</c:v>
                </c:pt>
                <c:pt idx="6951">
                  <c:v>4.1686133639276814</c:v>
                </c:pt>
                <c:pt idx="6952">
                  <c:v>4.1675325394627531</c:v>
                </c:pt>
                <c:pt idx="6953">
                  <c:v>4.1594682913320407</c:v>
                </c:pt>
                <c:pt idx="6954">
                  <c:v>4.1535941765241127</c:v>
                </c:pt>
                <c:pt idx="6955">
                  <c:v>4.1490509158523556</c:v>
                </c:pt>
                <c:pt idx="6956">
                  <c:v>4.1449341298413582</c:v>
                </c:pt>
                <c:pt idx="6957">
                  <c:v>4.143160976381691</c:v>
                </c:pt>
                <c:pt idx="6958">
                  <c:v>4.1399675594413896</c:v>
                </c:pt>
                <c:pt idx="6959">
                  <c:v>4.1342224156347669</c:v>
                </c:pt>
                <c:pt idx="6960">
                  <c:v>4.1286956521739127</c:v>
                </c:pt>
                <c:pt idx="6961">
                  <c:v>4.1359615460695496</c:v>
                </c:pt>
                <c:pt idx="6962">
                  <c:v>4.1474067333939946</c:v>
                </c:pt>
                <c:pt idx="6963">
                  <c:v>4.1466265775210669</c:v>
                </c:pt>
                <c:pt idx="6964">
                  <c:v>4.1470744154765198</c:v>
                </c:pt>
                <c:pt idx="6965">
                  <c:v>4.1549432290224315</c:v>
                </c:pt>
                <c:pt idx="6966">
                  <c:v>4.1565043320014246</c:v>
                </c:pt>
                <c:pt idx="6967">
                  <c:v>4.1501839617043164</c:v>
                </c:pt>
                <c:pt idx="6968">
                  <c:v>4.1462823911065394</c:v>
                </c:pt>
                <c:pt idx="6969">
                  <c:v>4.1498279067927362</c:v>
                </c:pt>
                <c:pt idx="6970">
                  <c:v>4.1551418285397794</c:v>
                </c:pt>
                <c:pt idx="6971">
                  <c:v>4.1602737666653482</c:v>
                </c:pt>
                <c:pt idx="6972">
                  <c:v>4.1642576255093564</c:v>
                </c:pt>
                <c:pt idx="6973">
                  <c:v>4.1612944574118762</c:v>
                </c:pt>
                <c:pt idx="6974">
                  <c:v>4.1582387150373856</c:v>
                </c:pt>
                <c:pt idx="6975">
                  <c:v>4.151721327689204</c:v>
                </c:pt>
                <c:pt idx="6976">
                  <c:v>4.148317442734502</c:v>
                </c:pt>
                <c:pt idx="6977">
                  <c:v>4.1540032440558612</c:v>
                </c:pt>
                <c:pt idx="6978">
                  <c:v>4.1555319064762433</c:v>
                </c:pt>
                <c:pt idx="6979">
                  <c:v>4.1553981880761164</c:v>
                </c:pt>
                <c:pt idx="6980">
                  <c:v>4.1528464612097951</c:v>
                </c:pt>
                <c:pt idx="6981">
                  <c:v>4.1465340032440556</c:v>
                </c:pt>
                <c:pt idx="6982">
                  <c:v>4.1435019978636705</c:v>
                </c:pt>
                <c:pt idx="6983">
                  <c:v>4.1366491276654669</c:v>
                </c:pt>
                <c:pt idx="6984">
                  <c:v>4.1308050797167386</c:v>
                </c:pt>
                <c:pt idx="6985">
                  <c:v>4.1358887526209598</c:v>
                </c:pt>
                <c:pt idx="6986">
                  <c:v>4.1404858171460219</c:v>
                </c:pt>
                <c:pt idx="6987">
                  <c:v>4.1443953000751668</c:v>
                </c:pt>
                <c:pt idx="6988">
                  <c:v>4.1408363334256437</c:v>
                </c:pt>
                <c:pt idx="6989">
                  <c:v>4.1293088578549666</c:v>
                </c:pt>
                <c:pt idx="6990">
                  <c:v>4.1291110495707564</c:v>
                </c:pt>
                <c:pt idx="6991">
                  <c:v>4.136378525932666</c:v>
                </c:pt>
                <c:pt idx="6992">
                  <c:v>4.1408695652173915</c:v>
                </c:pt>
                <c:pt idx="6993">
                  <c:v>4.1346425604304304</c:v>
                </c:pt>
                <c:pt idx="6994">
                  <c:v>4.1246453297464098</c:v>
                </c:pt>
                <c:pt idx="6995">
                  <c:v>4.1230755232029122</c:v>
                </c:pt>
                <c:pt idx="6996">
                  <c:v>4.1282731336788387</c:v>
                </c:pt>
                <c:pt idx="6997">
                  <c:v>4.1321390987854567</c:v>
                </c:pt>
                <c:pt idx="6998">
                  <c:v>4.1346291094671042</c:v>
                </c:pt>
                <c:pt idx="6999">
                  <c:v>4.1348015982909363</c:v>
                </c:pt>
                <c:pt idx="7000">
                  <c:v>4.1312711160343394</c:v>
                </c:pt>
                <c:pt idx="7001">
                  <c:v>4.1292764172963565</c:v>
                </c:pt>
                <c:pt idx="7002">
                  <c:v>4.1320077540847411</c:v>
                </c:pt>
                <c:pt idx="7003">
                  <c:v>4.1346085374055468</c:v>
                </c:pt>
                <c:pt idx="7004">
                  <c:v>4.1368959924041615</c:v>
                </c:pt>
                <c:pt idx="7005">
                  <c:v>4.1354868061874432</c:v>
                </c:pt>
                <c:pt idx="7006">
                  <c:v>4.1351204652450848</c:v>
                </c:pt>
                <c:pt idx="7007">
                  <c:v>4.139735728132294</c:v>
                </c:pt>
                <c:pt idx="7008">
                  <c:v>4.1367852197650041</c:v>
                </c:pt>
                <c:pt idx="7009">
                  <c:v>4.1322356292281519</c:v>
                </c:pt>
                <c:pt idx="7010">
                  <c:v>4.1247402777228306</c:v>
                </c:pt>
                <c:pt idx="7011">
                  <c:v>4.1205586105946121</c:v>
                </c:pt>
                <c:pt idx="7012">
                  <c:v>4.1244649285912098</c:v>
                </c:pt>
                <c:pt idx="7013">
                  <c:v>4.1366388416346878</c:v>
                </c:pt>
                <c:pt idx="7014">
                  <c:v>4.1374000079123316</c:v>
                </c:pt>
                <c:pt idx="7015">
                  <c:v>4.1283617517901652</c:v>
                </c:pt>
                <c:pt idx="7016">
                  <c:v>4.1279241998654905</c:v>
                </c:pt>
                <c:pt idx="7017">
                  <c:v>4.1272785536258256</c:v>
                </c:pt>
                <c:pt idx="7018">
                  <c:v>4.1276979071883533</c:v>
                </c:pt>
                <c:pt idx="7019">
                  <c:v>4.1271551212564779</c:v>
                </c:pt>
                <c:pt idx="7020">
                  <c:v>4.120876686315623</c:v>
                </c:pt>
                <c:pt idx="7021">
                  <c:v>4.1137397634212922</c:v>
                </c:pt>
                <c:pt idx="7022">
                  <c:v>4.113902757447482</c:v>
                </c:pt>
                <c:pt idx="7023">
                  <c:v>4.1185077343039129</c:v>
                </c:pt>
                <c:pt idx="7024">
                  <c:v>4.1211227598211817</c:v>
                </c:pt>
                <c:pt idx="7025">
                  <c:v>4.1218910471970567</c:v>
                </c:pt>
                <c:pt idx="7026">
                  <c:v>4.1216813704157929</c:v>
                </c:pt>
                <c:pt idx="7027">
                  <c:v>4.1231427780195435</c:v>
                </c:pt>
                <c:pt idx="7028">
                  <c:v>4.1294789729793884</c:v>
                </c:pt>
                <c:pt idx="7029">
                  <c:v>4.1279360683625432</c:v>
                </c:pt>
                <c:pt idx="7030">
                  <c:v>4.1239213514261976</c:v>
                </c:pt>
                <c:pt idx="7031">
                  <c:v>4.1241120386121768</c:v>
                </c:pt>
                <c:pt idx="7032">
                  <c:v>4.1262847648059502</c:v>
                </c:pt>
                <c:pt idx="7033">
                  <c:v>4.1282620564149228</c:v>
                </c:pt>
                <c:pt idx="7034">
                  <c:v>4.1299584602603154</c:v>
                </c:pt>
                <c:pt idx="7035">
                  <c:v>4.1278363729873009</c:v>
                </c:pt>
                <c:pt idx="7036">
                  <c:v>4.1233374213712066</c:v>
                </c:pt>
                <c:pt idx="7037">
                  <c:v>4.126913003916604</c:v>
                </c:pt>
                <c:pt idx="7038">
                  <c:v>4.126469122126835</c:v>
                </c:pt>
                <c:pt idx="7039">
                  <c:v>4.1206978676266965</c:v>
                </c:pt>
                <c:pt idx="7040">
                  <c:v>4.1201360920995374</c:v>
                </c:pt>
                <c:pt idx="7041">
                  <c:v>4.1289353958143771</c:v>
                </c:pt>
                <c:pt idx="7042">
                  <c:v>4.1342216244016301</c:v>
                </c:pt>
                <c:pt idx="7043">
                  <c:v>4.1357146813308541</c:v>
                </c:pt>
                <c:pt idx="7044">
                  <c:v>4.1351354986746847</c:v>
                </c:pt>
                <c:pt idx="7045">
                  <c:v>4.1352256992522847</c:v>
                </c:pt>
                <c:pt idx="7046">
                  <c:v>4.129221030976777</c:v>
                </c:pt>
                <c:pt idx="7047">
                  <c:v>4.1226965225303633</c:v>
                </c:pt>
                <c:pt idx="7048">
                  <c:v>4.121179728607034</c:v>
                </c:pt>
                <c:pt idx="7049">
                  <c:v>4.1196273291925465</c:v>
                </c:pt>
                <c:pt idx="7050">
                  <c:v>4.1264936503540772</c:v>
                </c:pt>
                <c:pt idx="7051">
                  <c:v>4.1320979546623411</c:v>
                </c:pt>
                <c:pt idx="7052">
                  <c:v>4.1242710764726827</c:v>
                </c:pt>
                <c:pt idx="7053">
                  <c:v>4.1177987894133006</c:v>
                </c:pt>
                <c:pt idx="7054">
                  <c:v>4.1146655061913995</c:v>
                </c:pt>
                <c:pt idx="7055">
                  <c:v>4.112265696087352</c:v>
                </c:pt>
                <c:pt idx="7056">
                  <c:v>4.1153325157257585</c:v>
                </c:pt>
                <c:pt idx="7057">
                  <c:v>4.1195917237013884</c:v>
                </c:pt>
                <c:pt idx="7058">
                  <c:v>4.1207627487439176</c:v>
                </c:pt>
                <c:pt idx="7059">
                  <c:v>4.1212588519207181</c:v>
                </c:pt>
                <c:pt idx="7060">
                  <c:v>4.1244767970882616</c:v>
                </c:pt>
                <c:pt idx="7061">
                  <c:v>4.1229117379435847</c:v>
                </c:pt>
                <c:pt idx="7062">
                  <c:v>4.1193084622383989</c:v>
                </c:pt>
                <c:pt idx="7063">
                  <c:v>4.1218839260988247</c:v>
                </c:pt>
                <c:pt idx="7064">
                  <c:v>4.1274280966886892</c:v>
                </c:pt>
                <c:pt idx="7065">
                  <c:v>4.1283126953356808</c:v>
                </c:pt>
                <c:pt idx="7066">
                  <c:v>4.1262626102781184</c:v>
                </c:pt>
                <c:pt idx="7067">
                  <c:v>4.1284820192269649</c:v>
                </c:pt>
                <c:pt idx="7068">
                  <c:v>4.1314586382877714</c:v>
                </c:pt>
                <c:pt idx="7069">
                  <c:v>4.1331795703604071</c:v>
                </c:pt>
                <c:pt idx="7070">
                  <c:v>4.1308193219132017</c:v>
                </c:pt>
                <c:pt idx="7071">
                  <c:v>4.1230929303319224</c:v>
                </c:pt>
                <c:pt idx="7072">
                  <c:v>4.113578351861376</c:v>
                </c:pt>
                <c:pt idx="7073">
                  <c:v>4.1066218301222452</c:v>
                </c:pt>
                <c:pt idx="7074">
                  <c:v>4.1061328480436758</c:v>
                </c:pt>
                <c:pt idx="7075">
                  <c:v>4.1069185425485619</c:v>
                </c:pt>
                <c:pt idx="7076">
                  <c:v>4.1072524429323103</c:v>
                </c:pt>
                <c:pt idx="7077">
                  <c:v>4.1103026466748425</c:v>
                </c:pt>
                <c:pt idx="7078">
                  <c:v>4.1145760968469363</c:v>
                </c:pt>
                <c:pt idx="7079">
                  <c:v>4.1181991533805435</c:v>
                </c:pt>
                <c:pt idx="7080">
                  <c:v>4.118431775922776</c:v>
                </c:pt>
                <c:pt idx="7081">
                  <c:v>4.1152233255528738</c:v>
                </c:pt>
                <c:pt idx="7082">
                  <c:v>4.1130379396289118</c:v>
                </c:pt>
                <c:pt idx="7083">
                  <c:v>4.1109316770186339</c:v>
                </c:pt>
                <c:pt idx="7084">
                  <c:v>4.1114024607350554</c:v>
                </c:pt>
                <c:pt idx="7085">
                  <c:v>4.1174997032875735</c:v>
                </c:pt>
                <c:pt idx="7086">
                  <c:v>4.1163231396130868</c:v>
                </c:pt>
                <c:pt idx="7087">
                  <c:v>4.1135981326897975</c:v>
                </c:pt>
                <c:pt idx="7088">
                  <c:v>4.1081797681686911</c:v>
                </c:pt>
                <c:pt idx="7089">
                  <c:v>4.1050836729042208</c:v>
                </c:pt>
                <c:pt idx="7090">
                  <c:v>4.1082731336788383</c:v>
                </c:pt>
                <c:pt idx="7091">
                  <c:v>4.1094022233651142</c:v>
                </c:pt>
                <c:pt idx="7092">
                  <c:v>4.1149827906792735</c:v>
                </c:pt>
                <c:pt idx="7093">
                  <c:v>4.1150690350911896</c:v>
                </c:pt>
                <c:pt idx="7094">
                  <c:v>4.1124334375123635</c:v>
                </c:pt>
                <c:pt idx="7095">
                  <c:v>4.1096791549630103</c:v>
                </c:pt>
                <c:pt idx="7096">
                  <c:v>4.0986691458638287</c:v>
                </c:pt>
                <c:pt idx="7097">
                  <c:v>4.0868109348419512</c:v>
                </c:pt>
                <c:pt idx="7098">
                  <c:v>4.087951101792143</c:v>
                </c:pt>
                <c:pt idx="7099">
                  <c:v>4.0934121929026386</c:v>
                </c:pt>
                <c:pt idx="7100">
                  <c:v>4.0977418206274479</c:v>
                </c:pt>
                <c:pt idx="7101">
                  <c:v>4.0994311033746094</c:v>
                </c:pt>
                <c:pt idx="7102">
                  <c:v>4.0974427345017208</c:v>
                </c:pt>
                <c:pt idx="7103">
                  <c:v>4.0945919215096724</c:v>
                </c:pt>
                <c:pt idx="7104">
                  <c:v>4.1021252522055622</c:v>
                </c:pt>
                <c:pt idx="7105">
                  <c:v>4.1099948569846108</c:v>
                </c:pt>
                <c:pt idx="7106">
                  <c:v>4.1124864501325318</c:v>
                </c:pt>
                <c:pt idx="7107">
                  <c:v>4.1137690390473551</c:v>
                </c:pt>
                <c:pt idx="7108">
                  <c:v>4.114865688175021</c:v>
                </c:pt>
                <c:pt idx="7109">
                  <c:v>4.1178391423032794</c:v>
                </c:pt>
                <c:pt idx="7110">
                  <c:v>4.1150611227598208</c:v>
                </c:pt>
                <c:pt idx="7111">
                  <c:v>4.1054262768524747</c:v>
                </c:pt>
                <c:pt idx="7112">
                  <c:v>4.1092764172963561</c:v>
                </c:pt>
                <c:pt idx="7113">
                  <c:v>4.1168429797839936</c:v>
                </c:pt>
                <c:pt idx="7114">
                  <c:v>4.112615421133837</c:v>
                </c:pt>
                <c:pt idx="7115">
                  <c:v>4.1113779325078132</c:v>
                </c:pt>
                <c:pt idx="7116">
                  <c:v>4.1160572852791075</c:v>
                </c:pt>
                <c:pt idx="7117">
                  <c:v>4.1112149384816234</c:v>
                </c:pt>
                <c:pt idx="7118">
                  <c:v>4.1035463069193341</c:v>
                </c:pt>
                <c:pt idx="7119">
                  <c:v>4.0958871701546862</c:v>
                </c:pt>
                <c:pt idx="7120">
                  <c:v>4.0942960003164934</c:v>
                </c:pt>
                <c:pt idx="7121">
                  <c:v>4.0978328124381846</c:v>
                </c:pt>
                <c:pt idx="7122">
                  <c:v>4.1009969537524231</c:v>
                </c:pt>
                <c:pt idx="7123">
                  <c:v>4.100896467144044</c:v>
                </c:pt>
                <c:pt idx="7124">
                  <c:v>4.1011417494164659</c:v>
                </c:pt>
                <c:pt idx="7125">
                  <c:v>4.1026925663646789</c:v>
                </c:pt>
                <c:pt idx="7126">
                  <c:v>4.105328163943506</c:v>
                </c:pt>
                <c:pt idx="7127">
                  <c:v>4.1069343672112986</c:v>
                </c:pt>
                <c:pt idx="7128">
                  <c:v>4.1120647228705938</c:v>
                </c:pt>
                <c:pt idx="7129">
                  <c:v>4.1085532302092815</c:v>
                </c:pt>
                <c:pt idx="7130">
                  <c:v>4.0985433397950706</c:v>
                </c:pt>
                <c:pt idx="7131">
                  <c:v>4.0917996597697508</c:v>
                </c:pt>
                <c:pt idx="7132">
                  <c:v>4.0829726628951217</c:v>
                </c:pt>
                <c:pt idx="7133">
                  <c:v>4.0815270799541086</c:v>
                </c:pt>
                <c:pt idx="7134">
                  <c:v>4.0785938204692016</c:v>
                </c:pt>
                <c:pt idx="7135">
                  <c:v>4.0832931123155438</c:v>
                </c:pt>
                <c:pt idx="7136">
                  <c:v>4.0912228508129918</c:v>
                </c:pt>
                <c:pt idx="7137">
                  <c:v>4.0838327333148712</c:v>
                </c:pt>
                <c:pt idx="7138">
                  <c:v>4.0823349289868256</c:v>
                </c:pt>
                <c:pt idx="7139">
                  <c:v>4.0935182181429761</c:v>
                </c:pt>
                <c:pt idx="7140">
                  <c:v>4.1001550816948216</c:v>
                </c:pt>
                <c:pt idx="7141">
                  <c:v>4.1057411876409384</c:v>
                </c:pt>
                <c:pt idx="7142">
                  <c:v>4.1085682636388814</c:v>
                </c:pt>
                <c:pt idx="7143">
                  <c:v>4.1018499030739406</c:v>
                </c:pt>
                <c:pt idx="7144">
                  <c:v>4.094297582782767</c:v>
                </c:pt>
                <c:pt idx="7145">
                  <c:v>4.0917379435850769</c:v>
                </c:pt>
                <c:pt idx="7146">
                  <c:v>4.0898120821299999</c:v>
                </c:pt>
                <c:pt idx="7147">
                  <c:v>4.0916477430074769</c:v>
                </c:pt>
                <c:pt idx="7148">
                  <c:v>4.0931131067769115</c:v>
                </c:pt>
                <c:pt idx="7149">
                  <c:v>4.0929873007081534</c:v>
                </c:pt>
                <c:pt idx="7150">
                  <c:v>4.0954488269968747</c:v>
                </c:pt>
                <c:pt idx="7151">
                  <c:v>4.0991407208133879</c:v>
                </c:pt>
                <c:pt idx="7152">
                  <c:v>4.1025034616449734</c:v>
                </c:pt>
                <c:pt idx="7153">
                  <c:v>4.1072714325275941</c:v>
                </c:pt>
                <c:pt idx="7154">
                  <c:v>4.1126818847173316</c:v>
                </c:pt>
                <c:pt idx="7155">
                  <c:v>4.1097772678719782</c:v>
                </c:pt>
                <c:pt idx="7156">
                  <c:v>4.1073228626814888</c:v>
                </c:pt>
                <c:pt idx="7157">
                  <c:v>4.1062792261739922</c:v>
                </c:pt>
                <c:pt idx="7158">
                  <c:v>4.1060125806068761</c:v>
                </c:pt>
                <c:pt idx="7159">
                  <c:v>4.1169505874906038</c:v>
                </c:pt>
                <c:pt idx="7160">
                  <c:v>4.1205649404597064</c:v>
                </c:pt>
                <c:pt idx="7161">
                  <c:v>4.1146655061913995</c:v>
                </c:pt>
                <c:pt idx="7162">
                  <c:v>4.1118914428136248</c:v>
                </c:pt>
                <c:pt idx="7163">
                  <c:v>4.1135506587015866</c:v>
                </c:pt>
                <c:pt idx="7164">
                  <c:v>4.1196827155121261</c:v>
                </c:pt>
                <c:pt idx="7165">
                  <c:v>4.1207271432527595</c:v>
                </c:pt>
                <c:pt idx="7166">
                  <c:v>4.1201606203267795</c:v>
                </c:pt>
                <c:pt idx="7167">
                  <c:v>4.126040273766665</c:v>
                </c:pt>
                <c:pt idx="7168">
                  <c:v>4.1228626814891012</c:v>
                </c:pt>
                <c:pt idx="7169">
                  <c:v>4.1095952842505046</c:v>
                </c:pt>
                <c:pt idx="7170">
                  <c:v>4.1016568421885511</c:v>
                </c:pt>
                <c:pt idx="7171">
                  <c:v>4.1057720457332749</c:v>
                </c:pt>
                <c:pt idx="7172">
                  <c:v>4.1060220754045176</c:v>
                </c:pt>
                <c:pt idx="7173">
                  <c:v>4.0986003085809237</c:v>
                </c:pt>
                <c:pt idx="7174">
                  <c:v>4.0926067175693319</c:v>
                </c:pt>
                <c:pt idx="7175">
                  <c:v>4.0946204059025995</c:v>
                </c:pt>
                <c:pt idx="7176">
                  <c:v>4.0941994698737982</c:v>
                </c:pt>
                <c:pt idx="7177">
                  <c:v>4.0930782925188911</c:v>
                </c:pt>
                <c:pt idx="7178">
                  <c:v>4.1080745341614904</c:v>
                </c:pt>
                <c:pt idx="7179">
                  <c:v>4.1161514420223915</c:v>
                </c:pt>
                <c:pt idx="7180">
                  <c:v>4.1053036357162638</c:v>
                </c:pt>
                <c:pt idx="7181">
                  <c:v>4.0998583692685049</c:v>
                </c:pt>
                <c:pt idx="7182">
                  <c:v>4.1054460576808953</c:v>
                </c:pt>
                <c:pt idx="7183">
                  <c:v>4.1136123748862605</c:v>
                </c:pt>
                <c:pt idx="7184">
                  <c:v>4.1173469952921629</c:v>
                </c:pt>
                <c:pt idx="7185">
                  <c:v>4.1173359180282469</c:v>
                </c:pt>
                <c:pt idx="7186">
                  <c:v>4.116300985085255</c:v>
                </c:pt>
                <c:pt idx="7187">
                  <c:v>4.1106998457095383</c:v>
                </c:pt>
                <c:pt idx="7188">
                  <c:v>4.1022075404517944</c:v>
                </c:pt>
                <c:pt idx="7189">
                  <c:v>4.106655061913993</c:v>
                </c:pt>
                <c:pt idx="7190">
                  <c:v>4.1116073901174985</c:v>
                </c:pt>
                <c:pt idx="7191">
                  <c:v>4.1063718004510026</c:v>
                </c:pt>
                <c:pt idx="7192">
                  <c:v>4.1038058313882182</c:v>
                </c:pt>
                <c:pt idx="7193">
                  <c:v>4.1087526209597662</c:v>
                </c:pt>
                <c:pt idx="7194">
                  <c:v>4.1134826126518176</c:v>
                </c:pt>
                <c:pt idx="7195">
                  <c:v>4.1170154686078249</c:v>
                </c:pt>
                <c:pt idx="7196">
                  <c:v>4.1140744550381774</c:v>
                </c:pt>
                <c:pt idx="7197">
                  <c:v>4.1142548561933774</c:v>
                </c:pt>
                <c:pt idx="7198">
                  <c:v>4.1060015033429602</c:v>
                </c:pt>
                <c:pt idx="7199">
                  <c:v>4.0975297701467737</c:v>
                </c:pt>
                <c:pt idx="7200">
                  <c:v>4.0975732879693005</c:v>
                </c:pt>
                <c:pt idx="7201">
                  <c:v>4.1046738141393364</c:v>
                </c:pt>
                <c:pt idx="7202">
                  <c:v>4.1121011195948887</c:v>
                </c:pt>
                <c:pt idx="7203">
                  <c:v>4.1175163191834478</c:v>
                </c:pt>
                <c:pt idx="7204">
                  <c:v>4.1198662815998732</c:v>
                </c:pt>
                <c:pt idx="7205">
                  <c:v>4.1170146773746881</c:v>
                </c:pt>
                <c:pt idx="7206">
                  <c:v>4.1113114689243186</c:v>
                </c:pt>
                <c:pt idx="7207">
                  <c:v>4.1074091070934049</c:v>
                </c:pt>
                <c:pt idx="7208">
                  <c:v>4.10052142263718</c:v>
                </c:pt>
                <c:pt idx="7209">
                  <c:v>4.0963199746805392</c:v>
                </c:pt>
                <c:pt idx="7210">
                  <c:v>4.0964410333504766</c:v>
                </c:pt>
                <c:pt idx="7211">
                  <c:v>4.0974593503975942</c:v>
                </c:pt>
                <c:pt idx="7212">
                  <c:v>4.1012683467183608</c:v>
                </c:pt>
                <c:pt idx="7213">
                  <c:v>4.1018855085650987</c:v>
                </c:pt>
                <c:pt idx="7214">
                  <c:v>4.0972172330577203</c:v>
                </c:pt>
                <c:pt idx="7215">
                  <c:v>4.0943996518574197</c:v>
                </c:pt>
                <c:pt idx="7216">
                  <c:v>4.0962875341219291</c:v>
                </c:pt>
                <c:pt idx="7217">
                  <c:v>4.0933773786446173</c:v>
                </c:pt>
                <c:pt idx="7218">
                  <c:v>4.0936400680460494</c:v>
                </c:pt>
                <c:pt idx="7219">
                  <c:v>4.0945689757487047</c:v>
                </c:pt>
                <c:pt idx="7220">
                  <c:v>4.0895707560232619</c:v>
                </c:pt>
                <c:pt idx="7221">
                  <c:v>4.0927546781659219</c:v>
                </c:pt>
                <c:pt idx="7222">
                  <c:v>4.097798789413301</c:v>
                </c:pt>
                <c:pt idx="7223">
                  <c:v>4.1060157455394233</c:v>
                </c:pt>
                <c:pt idx="7224">
                  <c:v>4.1111073307750132</c:v>
                </c:pt>
                <c:pt idx="7225">
                  <c:v>4.1028753412192902</c:v>
                </c:pt>
                <c:pt idx="7226">
                  <c:v>4.0928361751790163</c:v>
                </c:pt>
                <c:pt idx="7227">
                  <c:v>4.0919080587094987</c:v>
                </c:pt>
                <c:pt idx="7228">
                  <c:v>4.093204889820786</c:v>
                </c:pt>
                <c:pt idx="7229">
                  <c:v>4.0871013174031727</c:v>
                </c:pt>
                <c:pt idx="7230">
                  <c:v>4.0870008307947936</c:v>
                </c:pt>
                <c:pt idx="7231">
                  <c:v>4.0903342960003162</c:v>
                </c:pt>
                <c:pt idx="7232">
                  <c:v>4.0935229655417968</c:v>
                </c:pt>
                <c:pt idx="7233">
                  <c:v>4.0952905803695057</c:v>
                </c:pt>
                <c:pt idx="7234">
                  <c:v>4.0960272184199074</c:v>
                </c:pt>
                <c:pt idx="7235">
                  <c:v>4.0979760256359539</c:v>
                </c:pt>
                <c:pt idx="7236">
                  <c:v>4.104228349883293</c:v>
                </c:pt>
                <c:pt idx="7237">
                  <c:v>4.1159813268979706</c:v>
                </c:pt>
                <c:pt idx="7238">
                  <c:v>4.1221853859239621</c:v>
                </c:pt>
                <c:pt idx="7239">
                  <c:v>4.1201629940261899</c:v>
                </c:pt>
                <c:pt idx="7240">
                  <c:v>4.1132745183368282</c:v>
                </c:pt>
                <c:pt idx="7241">
                  <c:v>4.1122229694979628</c:v>
                </c:pt>
                <c:pt idx="7242">
                  <c:v>4.1166594136962456</c:v>
                </c:pt>
                <c:pt idx="7243">
                  <c:v>4.1157028128338018</c:v>
                </c:pt>
                <c:pt idx="7244">
                  <c:v>4.1132911342327017</c:v>
                </c:pt>
                <c:pt idx="7245">
                  <c:v>4.1130039166040273</c:v>
                </c:pt>
                <c:pt idx="7246">
                  <c:v>4.1214060212841712</c:v>
                </c:pt>
                <c:pt idx="7247">
                  <c:v>4.1236032757051868</c:v>
                </c:pt>
                <c:pt idx="7248">
                  <c:v>4.121460616370614</c:v>
                </c:pt>
                <c:pt idx="7249">
                  <c:v>4.1184183249594497</c:v>
                </c:pt>
                <c:pt idx="7250">
                  <c:v>4.1143205285437352</c:v>
                </c:pt>
                <c:pt idx="7251">
                  <c:v>4.1167424931756145</c:v>
                </c:pt>
                <c:pt idx="7252">
                  <c:v>4.1160810222732129</c:v>
                </c:pt>
                <c:pt idx="7253">
                  <c:v>4.1099845709538316</c:v>
                </c:pt>
                <c:pt idx="7254">
                  <c:v>4.1102923606440633</c:v>
                </c:pt>
                <c:pt idx="7255">
                  <c:v>4.1180978755390276</c:v>
                </c:pt>
                <c:pt idx="7256">
                  <c:v>4.1160018989595288</c:v>
                </c:pt>
                <c:pt idx="7257">
                  <c:v>4.1102045337658737</c:v>
                </c:pt>
                <c:pt idx="7258">
                  <c:v>4.1075080112355105</c:v>
                </c:pt>
                <c:pt idx="7259">
                  <c:v>4.0998101040471573</c:v>
                </c:pt>
                <c:pt idx="7260">
                  <c:v>4.090259128852316</c:v>
                </c:pt>
                <c:pt idx="7261">
                  <c:v>4.088149701309491</c:v>
                </c:pt>
                <c:pt idx="7262">
                  <c:v>4.0981967796811327</c:v>
                </c:pt>
                <c:pt idx="7263">
                  <c:v>4.1101499386794318</c:v>
                </c:pt>
                <c:pt idx="7264">
                  <c:v>4.1137650828816712</c:v>
                </c:pt>
                <c:pt idx="7265">
                  <c:v>4.1146615500257147</c:v>
                </c:pt>
                <c:pt idx="7266">
                  <c:v>4.1171317798789415</c:v>
                </c:pt>
                <c:pt idx="7267">
                  <c:v>4.1188906911421448</c:v>
                </c:pt>
                <c:pt idx="7268">
                  <c:v>4.1180583138821856</c:v>
                </c:pt>
                <c:pt idx="7269">
                  <c:v>4.1160185148554023</c:v>
                </c:pt>
                <c:pt idx="7270">
                  <c:v>4.1197863670530523</c:v>
                </c:pt>
                <c:pt idx="7271">
                  <c:v>4.1228429006606797</c:v>
                </c:pt>
                <c:pt idx="7272">
                  <c:v>4.1251865332120108</c:v>
                </c:pt>
                <c:pt idx="7273">
                  <c:v>4.1268892669224986</c:v>
                </c:pt>
                <c:pt idx="7274">
                  <c:v>4.1258211021877598</c:v>
                </c:pt>
                <c:pt idx="7275">
                  <c:v>4.122780393242869</c:v>
                </c:pt>
                <c:pt idx="7276">
                  <c:v>4.1190861257269455</c:v>
                </c:pt>
                <c:pt idx="7277">
                  <c:v>4.1226371800451007</c:v>
                </c:pt>
                <c:pt idx="7278">
                  <c:v>4.1286521343513867</c:v>
                </c:pt>
                <c:pt idx="7279">
                  <c:v>4.1255196423626224</c:v>
                </c:pt>
                <c:pt idx="7280">
                  <c:v>4.1205150927720853</c:v>
                </c:pt>
                <c:pt idx="7281">
                  <c:v>4.1315179807730349</c:v>
                </c:pt>
                <c:pt idx="7282">
                  <c:v>4.1386699370969655</c:v>
                </c:pt>
                <c:pt idx="7283">
                  <c:v>4.1329793883767856</c:v>
                </c:pt>
                <c:pt idx="7284">
                  <c:v>4.1329588163152273</c:v>
                </c:pt>
                <c:pt idx="7285">
                  <c:v>4.1402405348736009</c:v>
                </c:pt>
                <c:pt idx="7286">
                  <c:v>4.1404897733117068</c:v>
                </c:pt>
                <c:pt idx="7287">
                  <c:v>4.1378842425920794</c:v>
                </c:pt>
                <c:pt idx="7288">
                  <c:v>4.1333868734422596</c:v>
                </c:pt>
                <c:pt idx="7289">
                  <c:v>4.1231142936266174</c:v>
                </c:pt>
                <c:pt idx="7290">
                  <c:v>4.114645725362978</c:v>
                </c:pt>
                <c:pt idx="7291">
                  <c:v>4.1172544210151525</c:v>
                </c:pt>
                <c:pt idx="7292">
                  <c:v>4.1180401155200377</c:v>
                </c:pt>
                <c:pt idx="7293">
                  <c:v>4.1162725006923289</c:v>
                </c:pt>
                <c:pt idx="7294">
                  <c:v>4.1140665427068086</c:v>
                </c:pt>
                <c:pt idx="7295">
                  <c:v>4.123065237172133</c:v>
                </c:pt>
                <c:pt idx="7296">
                  <c:v>4.1332634410729119</c:v>
                </c:pt>
                <c:pt idx="7297">
                  <c:v>4.1355271590774221</c:v>
                </c:pt>
                <c:pt idx="7298">
                  <c:v>4.1275768485184159</c:v>
                </c:pt>
                <c:pt idx="7299">
                  <c:v>4.1164679352771296</c:v>
                </c:pt>
                <c:pt idx="7300">
                  <c:v>4.1132998377972072</c:v>
                </c:pt>
                <c:pt idx="7301">
                  <c:v>4.1159378090754437</c:v>
                </c:pt>
                <c:pt idx="7302">
                  <c:v>4.1151212564782211</c:v>
                </c:pt>
                <c:pt idx="7303">
                  <c:v>4.1121865727736679</c:v>
                </c:pt>
                <c:pt idx="7304">
                  <c:v>4.1156205245875697</c:v>
                </c:pt>
                <c:pt idx="7305">
                  <c:v>4.1224251295644265</c:v>
                </c:pt>
                <c:pt idx="7306">
                  <c:v>4.1196985401748627</c:v>
                </c:pt>
                <c:pt idx="7307">
                  <c:v>4.1160295921193182</c:v>
                </c:pt>
                <c:pt idx="7308">
                  <c:v>4.1171040867191522</c:v>
                </c:pt>
                <c:pt idx="7309">
                  <c:v>4.1269232899473831</c:v>
                </c:pt>
                <c:pt idx="7310">
                  <c:v>4.1361071329667283</c:v>
                </c:pt>
                <c:pt idx="7311">
                  <c:v>4.1382632432646282</c:v>
                </c:pt>
                <c:pt idx="7312">
                  <c:v>4.1412256201289708</c:v>
                </c:pt>
                <c:pt idx="7313">
                  <c:v>4.1419416861178142</c:v>
                </c:pt>
                <c:pt idx="7314">
                  <c:v>4.1399351188827787</c:v>
                </c:pt>
                <c:pt idx="7315">
                  <c:v>4.1361617280531711</c:v>
                </c:pt>
                <c:pt idx="7316">
                  <c:v>4.1362796217905604</c:v>
                </c:pt>
                <c:pt idx="7317">
                  <c:v>4.1391217312181032</c:v>
                </c:pt>
                <c:pt idx="7318">
                  <c:v>4.1395323812161253</c:v>
                </c:pt>
                <c:pt idx="7319">
                  <c:v>4.1394279384420622</c:v>
                </c:pt>
                <c:pt idx="7320">
                  <c:v>4.1412778415160023</c:v>
                </c:pt>
                <c:pt idx="7321">
                  <c:v>4.1450377813822845</c:v>
                </c:pt>
                <c:pt idx="7322">
                  <c:v>4.1468829370574039</c:v>
                </c:pt>
                <c:pt idx="7323">
                  <c:v>4.1425453970012267</c:v>
                </c:pt>
                <c:pt idx="7324">
                  <c:v>4.1305400166158961</c:v>
                </c:pt>
                <c:pt idx="7325">
                  <c:v>4.1188099853621871</c:v>
                </c:pt>
                <c:pt idx="7326">
                  <c:v>4.1159029948174233</c:v>
                </c:pt>
                <c:pt idx="7327">
                  <c:v>4.1244443565296516</c:v>
                </c:pt>
                <c:pt idx="7328">
                  <c:v>4.1416520947897295</c:v>
                </c:pt>
                <c:pt idx="7329">
                  <c:v>4.1471266368635522</c:v>
                </c:pt>
                <c:pt idx="7330">
                  <c:v>4.1409953712861496</c:v>
                </c:pt>
                <c:pt idx="7331">
                  <c:v>4.1406812517308227</c:v>
                </c:pt>
                <c:pt idx="7332">
                  <c:v>4.1432456383273335</c:v>
                </c:pt>
                <c:pt idx="7333">
                  <c:v>4.1390995766902714</c:v>
                </c:pt>
                <c:pt idx="7334">
                  <c:v>4.1367828460655929</c:v>
                </c:pt>
                <c:pt idx="7335">
                  <c:v>4.1352969102346009</c:v>
                </c:pt>
                <c:pt idx="7336">
                  <c:v>4.1364085927918666</c:v>
                </c:pt>
                <c:pt idx="7337">
                  <c:v>4.1441927443921349</c:v>
                </c:pt>
                <c:pt idx="7338">
                  <c:v>4.1455204335957587</c:v>
                </c:pt>
                <c:pt idx="7339">
                  <c:v>4.1375281876805001</c:v>
                </c:pt>
                <c:pt idx="7340">
                  <c:v>4.134211338370851</c:v>
                </c:pt>
                <c:pt idx="7341">
                  <c:v>4.1322546188234366</c:v>
                </c:pt>
                <c:pt idx="7342">
                  <c:v>4.1345230842267675</c:v>
                </c:pt>
                <c:pt idx="7343">
                  <c:v>4.1384167424931757</c:v>
                </c:pt>
                <c:pt idx="7344">
                  <c:v>4.1400324405586106</c:v>
                </c:pt>
                <c:pt idx="7345">
                  <c:v>4.1374189975076154</c:v>
                </c:pt>
                <c:pt idx="7346">
                  <c:v>4.1341330062903037</c:v>
                </c:pt>
                <c:pt idx="7347">
                  <c:v>4.1250757605728525</c:v>
                </c:pt>
                <c:pt idx="7348">
                  <c:v>4.130096926059263</c:v>
                </c:pt>
                <c:pt idx="7349">
                  <c:v>4.1354211338370854</c:v>
                </c:pt>
                <c:pt idx="7350">
                  <c:v>4.1385069430707757</c:v>
                </c:pt>
                <c:pt idx="7351">
                  <c:v>4.1436578707916292</c:v>
                </c:pt>
                <c:pt idx="7352">
                  <c:v>4.1464113621078447</c:v>
                </c:pt>
                <c:pt idx="7353">
                  <c:v>4.1508462238398547</c:v>
                </c:pt>
                <c:pt idx="7354">
                  <c:v>4.1544866875024722</c:v>
                </c:pt>
                <c:pt idx="7355">
                  <c:v>4.1618301222455196</c:v>
                </c:pt>
                <c:pt idx="7356">
                  <c:v>4.1575226490485422</c:v>
                </c:pt>
                <c:pt idx="7357">
                  <c:v>4.1478466590180796</c:v>
                </c:pt>
                <c:pt idx="7358">
                  <c:v>4.1461391779087711</c:v>
                </c:pt>
                <c:pt idx="7359">
                  <c:v>4.1544795664042411</c:v>
                </c:pt>
                <c:pt idx="7360">
                  <c:v>4.1554005617755267</c:v>
                </c:pt>
                <c:pt idx="7361">
                  <c:v>4.1486371009217864</c:v>
                </c:pt>
                <c:pt idx="7362">
                  <c:v>4.1519863907900465</c:v>
                </c:pt>
                <c:pt idx="7363">
                  <c:v>4.1623341377536889</c:v>
                </c:pt>
                <c:pt idx="7364">
                  <c:v>4.1710266249950552</c:v>
                </c:pt>
                <c:pt idx="7365">
                  <c:v>4.1720204138149306</c:v>
                </c:pt>
                <c:pt idx="7366">
                  <c:v>4.1643414962218621</c:v>
                </c:pt>
                <c:pt idx="7367">
                  <c:v>4.1600324405586102</c:v>
                </c:pt>
                <c:pt idx="7368">
                  <c:v>4.1562669620603714</c:v>
                </c:pt>
                <c:pt idx="7369">
                  <c:v>4.1570526565652566</c:v>
                </c:pt>
                <c:pt idx="7370">
                  <c:v>4.1608830161807173</c:v>
                </c:pt>
                <c:pt idx="7371">
                  <c:v>4.1680626656644382</c:v>
                </c:pt>
                <c:pt idx="7372">
                  <c:v>4.1623491711832887</c:v>
                </c:pt>
                <c:pt idx="7373">
                  <c:v>4.1531487122680701</c:v>
                </c:pt>
                <c:pt idx="7374">
                  <c:v>4.1505415990821692</c:v>
                </c:pt>
                <c:pt idx="7375">
                  <c:v>4.1504039245163584</c:v>
                </c:pt>
                <c:pt idx="7376">
                  <c:v>4.1500075167148003</c:v>
                </c:pt>
                <c:pt idx="7377">
                  <c:v>4.1498817106460422</c:v>
                </c:pt>
                <c:pt idx="7378">
                  <c:v>4.1498120821299995</c:v>
                </c:pt>
                <c:pt idx="7379">
                  <c:v>4.1509269296198124</c:v>
                </c:pt>
                <c:pt idx="7380">
                  <c:v>4.1485722198045654</c:v>
                </c:pt>
                <c:pt idx="7381">
                  <c:v>4.1483055742374493</c:v>
                </c:pt>
                <c:pt idx="7382">
                  <c:v>4.1524729991692055</c:v>
                </c:pt>
                <c:pt idx="7383">
                  <c:v>4.1582292202397433</c:v>
                </c:pt>
                <c:pt idx="7384">
                  <c:v>4.1691110495707564</c:v>
                </c:pt>
                <c:pt idx="7385">
                  <c:v>4.1695620524587573</c:v>
                </c:pt>
                <c:pt idx="7386">
                  <c:v>4.1670332713534046</c:v>
                </c:pt>
                <c:pt idx="7387">
                  <c:v>4.1673434347430467</c:v>
                </c:pt>
                <c:pt idx="7388">
                  <c:v>4.1660015033429598</c:v>
                </c:pt>
                <c:pt idx="7389">
                  <c:v>4.1647078371642205</c:v>
                </c:pt>
                <c:pt idx="7390">
                  <c:v>4.1690342999564818</c:v>
                </c:pt>
                <c:pt idx="7391">
                  <c:v>4.1782980575226487</c:v>
                </c:pt>
                <c:pt idx="7392">
                  <c:v>4.1788194801598291</c:v>
                </c:pt>
                <c:pt idx="7393">
                  <c:v>4.1736353206472288</c:v>
                </c:pt>
                <c:pt idx="7394">
                  <c:v>4.1669074652846465</c:v>
                </c:pt>
                <c:pt idx="7395">
                  <c:v>4.1672239585393838</c:v>
                </c:pt>
                <c:pt idx="7396">
                  <c:v>4.1677358863789218</c:v>
                </c:pt>
                <c:pt idx="7397">
                  <c:v>4.16086244411916</c:v>
                </c:pt>
                <c:pt idx="7398">
                  <c:v>4.1572148593583096</c:v>
                </c:pt>
                <c:pt idx="7399">
                  <c:v>4.1539502314356929</c:v>
                </c:pt>
                <c:pt idx="7400">
                  <c:v>4.1502978992760218</c:v>
                </c:pt>
                <c:pt idx="7401">
                  <c:v>4.1529793883767852</c:v>
                </c:pt>
                <c:pt idx="7402">
                  <c:v>4.1605665229259801</c:v>
                </c:pt>
                <c:pt idx="7403">
                  <c:v>4.1679843335838909</c:v>
                </c:pt>
                <c:pt idx="7404">
                  <c:v>4.1691213356015346</c:v>
                </c:pt>
                <c:pt idx="7405">
                  <c:v>4.1695881631522731</c:v>
                </c:pt>
                <c:pt idx="7406">
                  <c:v>4.1739573525339244</c:v>
                </c:pt>
                <c:pt idx="7407">
                  <c:v>4.1785678680223128</c:v>
                </c:pt>
                <c:pt idx="7408">
                  <c:v>4.1815381572180241</c:v>
                </c:pt>
                <c:pt idx="7409">
                  <c:v>4.1822320686790366</c:v>
                </c:pt>
                <c:pt idx="7410">
                  <c:v>4.1897187166198524</c:v>
                </c:pt>
                <c:pt idx="7411">
                  <c:v>4.1831538552834591</c:v>
                </c:pt>
                <c:pt idx="7412">
                  <c:v>4.1778945286228586</c:v>
                </c:pt>
                <c:pt idx="7413">
                  <c:v>4.1817802745578989</c:v>
                </c:pt>
                <c:pt idx="7414">
                  <c:v>4.1848969418839257</c:v>
                </c:pt>
                <c:pt idx="7415">
                  <c:v>4.1832211101000913</c:v>
                </c:pt>
                <c:pt idx="7416">
                  <c:v>4.178855876884124</c:v>
                </c:pt>
                <c:pt idx="7417">
                  <c:v>4.1779143094512801</c:v>
                </c:pt>
                <c:pt idx="7418">
                  <c:v>4.1839838588440088</c:v>
                </c:pt>
                <c:pt idx="7419">
                  <c:v>4.1833674882304068</c:v>
                </c:pt>
                <c:pt idx="7420">
                  <c:v>4.1758681805594016</c:v>
                </c:pt>
                <c:pt idx="7421">
                  <c:v>4.1700739802982945</c:v>
                </c:pt>
                <c:pt idx="7422">
                  <c:v>4.1730221149661748</c:v>
                </c:pt>
                <c:pt idx="7423">
                  <c:v>4.1752304466511054</c:v>
                </c:pt>
                <c:pt idx="7424">
                  <c:v>4.1743070775804094</c:v>
                </c:pt>
                <c:pt idx="7425">
                  <c:v>4.175098310717253</c:v>
                </c:pt>
                <c:pt idx="7426">
                  <c:v>4.181224828895834</c:v>
                </c:pt>
                <c:pt idx="7427">
                  <c:v>4.1837140483443447</c:v>
                </c:pt>
                <c:pt idx="7428">
                  <c:v>4.1859097202990858</c:v>
                </c:pt>
                <c:pt idx="7429">
                  <c:v>4.189806543498042</c:v>
                </c:pt>
                <c:pt idx="7430">
                  <c:v>4.1894291252917668</c:v>
                </c:pt>
                <c:pt idx="7431">
                  <c:v>4.1894148830953037</c:v>
                </c:pt>
                <c:pt idx="7432">
                  <c:v>4.1939581437670608</c:v>
                </c:pt>
                <c:pt idx="7433">
                  <c:v>4.1957653202516125</c:v>
                </c:pt>
                <c:pt idx="7434">
                  <c:v>4.1912521264390552</c:v>
                </c:pt>
                <c:pt idx="7435">
                  <c:v>4.185746726272896</c:v>
                </c:pt>
                <c:pt idx="7436">
                  <c:v>4.1803370653162952</c:v>
                </c:pt>
                <c:pt idx="7437">
                  <c:v>4.1954804763223486</c:v>
                </c:pt>
                <c:pt idx="7438">
                  <c:v>4.2006258654112436</c:v>
                </c:pt>
                <c:pt idx="7439">
                  <c:v>4.1914072081338762</c:v>
                </c:pt>
                <c:pt idx="7440">
                  <c:v>4.1786707283301023</c:v>
                </c:pt>
                <c:pt idx="7441">
                  <c:v>4.1743640463662617</c:v>
                </c:pt>
                <c:pt idx="7442">
                  <c:v>4.1711381888673493</c:v>
                </c:pt>
                <c:pt idx="7443">
                  <c:v>4.1760311745855914</c:v>
                </c:pt>
                <c:pt idx="7444">
                  <c:v>4.1837765557621553</c:v>
                </c:pt>
                <c:pt idx="7445">
                  <c:v>4.1924579657396048</c:v>
                </c:pt>
                <c:pt idx="7446">
                  <c:v>4.1976682359457218</c:v>
                </c:pt>
                <c:pt idx="7447">
                  <c:v>4.2027479526842582</c:v>
                </c:pt>
                <c:pt idx="7448">
                  <c:v>4.2085247458163551</c:v>
                </c:pt>
                <c:pt idx="7449">
                  <c:v>4.208031016338964</c:v>
                </c:pt>
                <c:pt idx="7450">
                  <c:v>4.2051121572971475</c:v>
                </c:pt>
                <c:pt idx="7451">
                  <c:v>4.2058377180836333</c:v>
                </c:pt>
                <c:pt idx="7452">
                  <c:v>4.2175986074296787</c:v>
                </c:pt>
                <c:pt idx="7453">
                  <c:v>4.2187458954781025</c:v>
                </c:pt>
                <c:pt idx="7454">
                  <c:v>4.2178573406654269</c:v>
                </c:pt>
                <c:pt idx="7455">
                  <c:v>4.2223191043240895</c:v>
                </c:pt>
                <c:pt idx="7456">
                  <c:v>4.2215033429600028</c:v>
                </c:pt>
                <c:pt idx="7457">
                  <c:v>4.2159797444316967</c:v>
                </c:pt>
                <c:pt idx="7458">
                  <c:v>4.2144953910669782</c:v>
                </c:pt>
                <c:pt idx="7459">
                  <c:v>4.2101467737468843</c:v>
                </c:pt>
                <c:pt idx="7460">
                  <c:v>4.2052023578747475</c:v>
                </c:pt>
                <c:pt idx="7461">
                  <c:v>4.2048106974720101</c:v>
                </c:pt>
                <c:pt idx="7462">
                  <c:v>4.2082280333900384</c:v>
                </c:pt>
                <c:pt idx="7463">
                  <c:v>4.2125624085136684</c:v>
                </c:pt>
                <c:pt idx="7464">
                  <c:v>4.2165375637931719</c:v>
                </c:pt>
                <c:pt idx="7465">
                  <c:v>4.2174419432685841</c:v>
                </c:pt>
                <c:pt idx="7466">
                  <c:v>4.2108667959014126</c:v>
                </c:pt>
                <c:pt idx="7467">
                  <c:v>4.2065846421648141</c:v>
                </c:pt>
                <c:pt idx="7468">
                  <c:v>4.20971159552162</c:v>
                </c:pt>
                <c:pt idx="7469">
                  <c:v>4.2190726747636189</c:v>
                </c:pt>
                <c:pt idx="7470">
                  <c:v>4.2240653558571033</c:v>
                </c:pt>
                <c:pt idx="7471">
                  <c:v>4.2240313328322188</c:v>
                </c:pt>
                <c:pt idx="7472">
                  <c:v>4.2189413300629033</c:v>
                </c:pt>
                <c:pt idx="7473">
                  <c:v>4.2091031372393877</c:v>
                </c:pt>
                <c:pt idx="7474">
                  <c:v>4.2094947976421251</c:v>
                </c:pt>
                <c:pt idx="7475">
                  <c:v>4.2142239981010405</c:v>
                </c:pt>
                <c:pt idx="7476">
                  <c:v>4.2188748664794078</c:v>
                </c:pt>
                <c:pt idx="7477">
                  <c:v>4.2161340348933809</c:v>
                </c:pt>
                <c:pt idx="7478">
                  <c:v>4.2143347707401988</c:v>
                </c:pt>
                <c:pt idx="7479">
                  <c:v>4.2148451161134632</c:v>
                </c:pt>
                <c:pt idx="7480">
                  <c:v>4.2147208925109787</c:v>
                </c:pt>
                <c:pt idx="7481">
                  <c:v>4.2177283696641217</c:v>
                </c:pt>
                <c:pt idx="7482">
                  <c:v>4.219346441428967</c:v>
                </c:pt>
                <c:pt idx="7483">
                  <c:v>4.2151782252640739</c:v>
                </c:pt>
                <c:pt idx="7484">
                  <c:v>4.2092621750998935</c:v>
                </c:pt>
                <c:pt idx="7485">
                  <c:v>4.2066416109506664</c:v>
                </c:pt>
                <c:pt idx="7486">
                  <c:v>4.2102527989872218</c:v>
                </c:pt>
                <c:pt idx="7487">
                  <c:v>4.2148459073466</c:v>
                </c:pt>
                <c:pt idx="7488">
                  <c:v>4.2183083435534279</c:v>
                </c:pt>
                <c:pt idx="7489">
                  <c:v>4.223727499307671</c:v>
                </c:pt>
                <c:pt idx="7490">
                  <c:v>4.2232646279226174</c:v>
                </c:pt>
                <c:pt idx="7491">
                  <c:v>4.2232582980575231</c:v>
                </c:pt>
                <c:pt idx="7492">
                  <c:v>4.2231245796573962</c:v>
                </c:pt>
                <c:pt idx="7493">
                  <c:v>4.2258147723226651</c:v>
                </c:pt>
                <c:pt idx="7494">
                  <c:v>4.2266756339755513</c:v>
                </c:pt>
                <c:pt idx="7495">
                  <c:v>4.2277319302132375</c:v>
                </c:pt>
                <c:pt idx="7496">
                  <c:v>4.2309838984056656</c:v>
                </c:pt>
                <c:pt idx="7497">
                  <c:v>4.234663923725126</c:v>
                </c:pt>
                <c:pt idx="7498">
                  <c:v>4.2328464612097951</c:v>
                </c:pt>
                <c:pt idx="7499">
                  <c:v>4.2255156861969381</c:v>
                </c:pt>
                <c:pt idx="7500">
                  <c:v>4.2279313209637222</c:v>
                </c:pt>
                <c:pt idx="7501">
                  <c:v>4.2318772006171619</c:v>
                </c:pt>
                <c:pt idx="7502">
                  <c:v>4.2268093523756773</c:v>
                </c:pt>
                <c:pt idx="7503">
                  <c:v>4.224116786010998</c:v>
                </c:pt>
                <c:pt idx="7504">
                  <c:v>4.2244973691498204</c:v>
                </c:pt>
                <c:pt idx="7505">
                  <c:v>4.2284733156624599</c:v>
                </c:pt>
                <c:pt idx="7506">
                  <c:v>4.2303825612216643</c:v>
                </c:pt>
                <c:pt idx="7507">
                  <c:v>4.2308992364600231</c:v>
                </c:pt>
                <c:pt idx="7508">
                  <c:v>4.2363033587846655</c:v>
                </c:pt>
                <c:pt idx="7509">
                  <c:v>4.2394136962455988</c:v>
                </c:pt>
                <c:pt idx="7510">
                  <c:v>4.2408252561617283</c:v>
                </c:pt>
                <c:pt idx="7511">
                  <c:v>4.2383415753451752</c:v>
                </c:pt>
                <c:pt idx="7512">
                  <c:v>4.2305629623768644</c:v>
                </c:pt>
                <c:pt idx="7513">
                  <c:v>4.2276931597895322</c:v>
                </c:pt>
                <c:pt idx="7514">
                  <c:v>4.223954583217945</c:v>
                </c:pt>
                <c:pt idx="7515">
                  <c:v>4.2211654864105705</c:v>
                </c:pt>
                <c:pt idx="7516">
                  <c:v>4.2233935989239226</c:v>
                </c:pt>
                <c:pt idx="7517">
                  <c:v>4.2314942437789291</c:v>
                </c:pt>
                <c:pt idx="7518">
                  <c:v>4.2417407129010565</c:v>
                </c:pt>
                <c:pt idx="7519">
                  <c:v>4.2407216046208012</c:v>
                </c:pt>
                <c:pt idx="7520">
                  <c:v>4.2452553704949167</c:v>
                </c:pt>
                <c:pt idx="7521">
                  <c:v>4.2420223918977724</c:v>
                </c:pt>
                <c:pt idx="7522">
                  <c:v>4.2371840012659732</c:v>
                </c:pt>
                <c:pt idx="7523">
                  <c:v>4.2354622779602007</c:v>
                </c:pt>
                <c:pt idx="7524">
                  <c:v>4.2352969102346005</c:v>
                </c:pt>
                <c:pt idx="7525">
                  <c:v>4.2424045575028684</c:v>
                </c:pt>
                <c:pt idx="7526">
                  <c:v>4.2465830596985406</c:v>
                </c:pt>
                <c:pt idx="7527">
                  <c:v>4.2429837401590378</c:v>
                </c:pt>
                <c:pt idx="7528">
                  <c:v>4.24537722039799</c:v>
                </c:pt>
                <c:pt idx="7529">
                  <c:v>4.2479329034299953</c:v>
                </c:pt>
                <c:pt idx="7530">
                  <c:v>4.2414796059658979</c:v>
                </c:pt>
                <c:pt idx="7531">
                  <c:v>4.2379388376785219</c:v>
                </c:pt>
                <c:pt idx="7532">
                  <c:v>4.2398836887288844</c:v>
                </c:pt>
                <c:pt idx="7533">
                  <c:v>4.2459389959251492</c:v>
                </c:pt>
                <c:pt idx="7534">
                  <c:v>4.2441879969933138</c:v>
                </c:pt>
                <c:pt idx="7535">
                  <c:v>4.2334889425169129</c:v>
                </c:pt>
                <c:pt idx="7536">
                  <c:v>4.2362875341219288</c:v>
                </c:pt>
                <c:pt idx="7537">
                  <c:v>4.2453226253115481</c:v>
                </c:pt>
                <c:pt idx="7538">
                  <c:v>4.241259643153855</c:v>
                </c:pt>
                <c:pt idx="7539">
                  <c:v>4.237339874193931</c:v>
                </c:pt>
                <c:pt idx="7540">
                  <c:v>4.2416006646358353</c:v>
                </c:pt>
                <c:pt idx="7541">
                  <c:v>4.2440732681884716</c:v>
                </c:pt>
                <c:pt idx="7542">
                  <c:v>4.2434276219488076</c:v>
                </c:pt>
                <c:pt idx="7543">
                  <c:v>4.2418965858290143</c:v>
                </c:pt>
                <c:pt idx="7544">
                  <c:v>4.2439055267634611</c:v>
                </c:pt>
                <c:pt idx="7545">
                  <c:v>4.2503564505281481</c:v>
                </c:pt>
                <c:pt idx="7546">
                  <c:v>4.2574253273727107</c:v>
                </c:pt>
                <c:pt idx="7547">
                  <c:v>4.2652980970843055</c:v>
                </c:pt>
                <c:pt idx="7548">
                  <c:v>4.268584879534755</c:v>
                </c:pt>
                <c:pt idx="7549">
                  <c:v>4.2694449499545044</c:v>
                </c:pt>
                <c:pt idx="7550">
                  <c:v>4.2643992562408517</c:v>
                </c:pt>
                <c:pt idx="7551">
                  <c:v>4.26193535625272</c:v>
                </c:pt>
                <c:pt idx="7552">
                  <c:v>4.2609407761997069</c:v>
                </c:pt>
                <c:pt idx="7553">
                  <c:v>4.2583320805475333</c:v>
                </c:pt>
                <c:pt idx="7554">
                  <c:v>4.2560944732365389</c:v>
                </c:pt>
                <c:pt idx="7555">
                  <c:v>4.2551125529137162</c:v>
                </c:pt>
                <c:pt idx="7556">
                  <c:v>4.250111959488863</c:v>
                </c:pt>
                <c:pt idx="7557">
                  <c:v>4.2454777070063692</c:v>
                </c:pt>
                <c:pt idx="7558">
                  <c:v>4.2483047830043121</c:v>
                </c:pt>
                <c:pt idx="7559">
                  <c:v>4.2633097282114178</c:v>
                </c:pt>
                <c:pt idx="7560">
                  <c:v>4.2780828421094279</c:v>
                </c:pt>
                <c:pt idx="7561">
                  <c:v>4.2824544051904896</c:v>
                </c:pt>
                <c:pt idx="7562">
                  <c:v>4.2784009178304387</c:v>
                </c:pt>
                <c:pt idx="7563">
                  <c:v>4.2614012738853502</c:v>
                </c:pt>
                <c:pt idx="7564">
                  <c:v>4.2508739169996437</c:v>
                </c:pt>
                <c:pt idx="7565">
                  <c:v>4.2518012422360245</c:v>
                </c:pt>
                <c:pt idx="7566">
                  <c:v>4.2545286228587251</c:v>
                </c:pt>
                <c:pt idx="7567">
                  <c:v>4.253894053882977</c:v>
                </c:pt>
                <c:pt idx="7568">
                  <c:v>4.2574245361395739</c:v>
                </c:pt>
                <c:pt idx="7569">
                  <c:v>4.2591320172488825</c:v>
                </c:pt>
                <c:pt idx="7570">
                  <c:v>4.2531471298017962</c:v>
                </c:pt>
                <c:pt idx="7571">
                  <c:v>4.2479178700003954</c:v>
                </c:pt>
                <c:pt idx="7572">
                  <c:v>4.2523962495549315</c:v>
                </c:pt>
                <c:pt idx="7573">
                  <c:v>4.2560557028128336</c:v>
                </c:pt>
                <c:pt idx="7574">
                  <c:v>4.261163903944297</c:v>
                </c:pt>
                <c:pt idx="7575">
                  <c:v>4.2626925663646791</c:v>
                </c:pt>
                <c:pt idx="7576">
                  <c:v>4.2618617715709934</c:v>
                </c:pt>
                <c:pt idx="7577">
                  <c:v>4.2556450528148115</c:v>
                </c:pt>
                <c:pt idx="7578">
                  <c:v>4.2473181152826678</c:v>
                </c:pt>
                <c:pt idx="7579">
                  <c:v>4.2411393757170552</c:v>
                </c:pt>
                <c:pt idx="7580">
                  <c:v>4.2423198955572259</c:v>
                </c:pt>
                <c:pt idx="7581">
                  <c:v>4.2555453574395692</c:v>
                </c:pt>
                <c:pt idx="7582">
                  <c:v>4.2646959686671675</c:v>
                </c:pt>
                <c:pt idx="7583">
                  <c:v>4.2694655220160618</c:v>
                </c:pt>
                <c:pt idx="7584">
                  <c:v>4.2657000435178229</c:v>
                </c:pt>
                <c:pt idx="7585">
                  <c:v>4.2668607825295721</c:v>
                </c:pt>
                <c:pt idx="7586">
                  <c:v>4.2741599082169559</c:v>
                </c:pt>
                <c:pt idx="7587">
                  <c:v>4.2768129129247932</c:v>
                </c:pt>
                <c:pt idx="7588">
                  <c:v>4.268216956126123</c:v>
                </c:pt>
                <c:pt idx="7589">
                  <c:v>4.2670000395616565</c:v>
                </c:pt>
                <c:pt idx="7590">
                  <c:v>4.2639363848557981</c:v>
                </c:pt>
                <c:pt idx="7591">
                  <c:v>4.2542192507022198</c:v>
                </c:pt>
                <c:pt idx="7592">
                  <c:v>4.2508027060173283</c:v>
                </c:pt>
                <c:pt idx="7593">
                  <c:v>4.2625042528781103</c:v>
                </c:pt>
                <c:pt idx="7594">
                  <c:v>4.2721533409819203</c:v>
                </c:pt>
                <c:pt idx="7595">
                  <c:v>4.2656043043082645</c:v>
                </c:pt>
                <c:pt idx="7596">
                  <c:v>4.2622265300470783</c:v>
                </c:pt>
                <c:pt idx="7597">
                  <c:v>4.2616164892985715</c:v>
                </c:pt>
                <c:pt idx="7598">
                  <c:v>4.2618989595284251</c:v>
                </c:pt>
                <c:pt idx="7599">
                  <c:v>4.263157811449144</c:v>
                </c:pt>
                <c:pt idx="7600">
                  <c:v>4.2654832456383271</c:v>
                </c:pt>
                <c:pt idx="7601">
                  <c:v>4.2644578074929775</c:v>
                </c:pt>
                <c:pt idx="7602">
                  <c:v>4.2611504529809707</c:v>
                </c:pt>
                <c:pt idx="7603">
                  <c:v>4.2648288958341576</c:v>
                </c:pt>
                <c:pt idx="7604">
                  <c:v>4.2692811646951778</c:v>
                </c:pt>
                <c:pt idx="7605">
                  <c:v>4.2690706966807772</c:v>
                </c:pt>
                <c:pt idx="7606">
                  <c:v>4.2746726272896307</c:v>
                </c:pt>
                <c:pt idx="7607">
                  <c:v>4.2836499584602601</c:v>
                </c:pt>
                <c:pt idx="7608">
                  <c:v>4.2917624718123193</c:v>
                </c:pt>
                <c:pt idx="7609">
                  <c:v>4.2939241207421768</c:v>
                </c:pt>
                <c:pt idx="7610">
                  <c:v>4.2861051548838862</c:v>
                </c:pt>
                <c:pt idx="7611">
                  <c:v>4.2856620643272541</c:v>
                </c:pt>
                <c:pt idx="7612">
                  <c:v>4.2914720892510978</c:v>
                </c:pt>
                <c:pt idx="7613">
                  <c:v>4.2978739565613004</c:v>
                </c:pt>
                <c:pt idx="7614">
                  <c:v>4.3008988408434545</c:v>
                </c:pt>
                <c:pt idx="7615">
                  <c:v>4.2963579538711079</c:v>
                </c:pt>
                <c:pt idx="7616">
                  <c:v>4.290609645131938</c:v>
                </c:pt>
                <c:pt idx="7617">
                  <c:v>4.2820271392965941</c:v>
                </c:pt>
                <c:pt idx="7618">
                  <c:v>4.2799667682082525</c:v>
                </c:pt>
                <c:pt idx="7619">
                  <c:v>4.2839268900581553</c:v>
                </c:pt>
                <c:pt idx="7620">
                  <c:v>4.2925544961822997</c:v>
                </c:pt>
                <c:pt idx="7621">
                  <c:v>4.2982300114728806</c:v>
                </c:pt>
                <c:pt idx="7622">
                  <c:v>4.2955619733354435</c:v>
                </c:pt>
                <c:pt idx="7623">
                  <c:v>4.2964718914428133</c:v>
                </c:pt>
                <c:pt idx="7624">
                  <c:v>4.2975891126320374</c:v>
                </c:pt>
                <c:pt idx="7625">
                  <c:v>4.295037385765716</c:v>
                </c:pt>
                <c:pt idx="7626">
                  <c:v>4.29471298017961</c:v>
                </c:pt>
                <c:pt idx="7627">
                  <c:v>4.2936804209360284</c:v>
                </c:pt>
                <c:pt idx="7628">
                  <c:v>4.2913795149740874</c:v>
                </c:pt>
                <c:pt idx="7629">
                  <c:v>4.2936914981999443</c:v>
                </c:pt>
                <c:pt idx="7630">
                  <c:v>4.2925774419432683</c:v>
                </c:pt>
                <c:pt idx="7631">
                  <c:v>4.2885563951418284</c:v>
                </c:pt>
                <c:pt idx="7632">
                  <c:v>4.2884305890730703</c:v>
                </c:pt>
                <c:pt idx="7633">
                  <c:v>4.2840091783043874</c:v>
                </c:pt>
                <c:pt idx="7634">
                  <c:v>4.2866352810855721</c:v>
                </c:pt>
                <c:pt idx="7635">
                  <c:v>4.2879693001542902</c:v>
                </c:pt>
                <c:pt idx="7636">
                  <c:v>4.2810871543300237</c:v>
                </c:pt>
                <c:pt idx="7637">
                  <c:v>4.2810009099181077</c:v>
                </c:pt>
                <c:pt idx="7638">
                  <c:v>4.2858266408197174</c:v>
                </c:pt>
                <c:pt idx="7639">
                  <c:v>4.2901578510108003</c:v>
                </c:pt>
                <c:pt idx="7640">
                  <c:v>4.298924714167029</c:v>
                </c:pt>
                <c:pt idx="7641">
                  <c:v>4.299068718597935</c:v>
                </c:pt>
                <c:pt idx="7642">
                  <c:v>4.2908541361712231</c:v>
                </c:pt>
                <c:pt idx="7643">
                  <c:v>4.2841523915021558</c:v>
                </c:pt>
                <c:pt idx="7644">
                  <c:v>4.285691339953317</c:v>
                </c:pt>
                <c:pt idx="7645">
                  <c:v>4.2859967559441392</c:v>
                </c:pt>
                <c:pt idx="7646">
                  <c:v>4.282755865015627</c:v>
                </c:pt>
                <c:pt idx="7647">
                  <c:v>4.2813751631918349</c:v>
                </c:pt>
                <c:pt idx="7648">
                  <c:v>4.2913581516793924</c:v>
                </c:pt>
                <c:pt idx="7649">
                  <c:v>4.3001052340072006</c:v>
                </c:pt>
                <c:pt idx="7650">
                  <c:v>4.3023879416069946</c:v>
                </c:pt>
                <c:pt idx="7651">
                  <c:v>4.3029805752264902</c:v>
                </c:pt>
                <c:pt idx="7652">
                  <c:v>4.3070965700043518</c:v>
                </c:pt>
                <c:pt idx="7653">
                  <c:v>4.3045994382244732</c:v>
                </c:pt>
                <c:pt idx="7654">
                  <c:v>4.3004335957589905</c:v>
                </c:pt>
                <c:pt idx="7655">
                  <c:v>4.3061550025715079</c:v>
                </c:pt>
                <c:pt idx="7656">
                  <c:v>4.3086196937927763</c:v>
                </c:pt>
                <c:pt idx="7657">
                  <c:v>4.309327847450251</c:v>
                </c:pt>
                <c:pt idx="7658">
                  <c:v>4.3063100842663289</c:v>
                </c:pt>
                <c:pt idx="7659">
                  <c:v>4.3021964631878786</c:v>
                </c:pt>
                <c:pt idx="7660">
                  <c:v>4.3069699727024569</c:v>
                </c:pt>
                <c:pt idx="7661">
                  <c:v>4.3095675910907145</c:v>
                </c:pt>
                <c:pt idx="7662">
                  <c:v>4.3015903786050558</c:v>
                </c:pt>
                <c:pt idx="7663">
                  <c:v>4.2925022747952681</c:v>
                </c:pt>
                <c:pt idx="7664">
                  <c:v>4.2949796257467261</c:v>
                </c:pt>
                <c:pt idx="7665">
                  <c:v>4.303407049887249</c:v>
                </c:pt>
                <c:pt idx="7666">
                  <c:v>4.2960446255489178</c:v>
                </c:pt>
                <c:pt idx="7667">
                  <c:v>4.2858986430351704</c:v>
                </c:pt>
                <c:pt idx="7668">
                  <c:v>4.2879637615223327</c:v>
                </c:pt>
                <c:pt idx="7669">
                  <c:v>4.2912750722000235</c:v>
                </c:pt>
                <c:pt idx="7670">
                  <c:v>4.288565098706334</c:v>
                </c:pt>
                <c:pt idx="7671">
                  <c:v>4.2938608220912293</c:v>
                </c:pt>
                <c:pt idx="7672">
                  <c:v>4.2965209478972977</c:v>
                </c:pt>
                <c:pt idx="7673">
                  <c:v>4.2964600229457606</c:v>
                </c:pt>
                <c:pt idx="7674">
                  <c:v>4.3018245836135618</c:v>
                </c:pt>
                <c:pt idx="7675">
                  <c:v>4.3115789057245717</c:v>
                </c:pt>
                <c:pt idx="7676">
                  <c:v>4.3134177315345967</c:v>
                </c:pt>
                <c:pt idx="7677">
                  <c:v>4.3038944494995448</c:v>
                </c:pt>
                <c:pt idx="7678">
                  <c:v>4.3048399730980735</c:v>
                </c:pt>
                <c:pt idx="7679">
                  <c:v>4.3077556672073429</c:v>
                </c:pt>
                <c:pt idx="7680">
                  <c:v>4.3062293784863712</c:v>
                </c:pt>
                <c:pt idx="7681">
                  <c:v>4.303666574356134</c:v>
                </c:pt>
                <c:pt idx="7682">
                  <c:v>4.2977734699529213</c:v>
                </c:pt>
                <c:pt idx="7683">
                  <c:v>4.3036752779206395</c:v>
                </c:pt>
                <c:pt idx="7684">
                  <c:v>4.3065110574830872</c:v>
                </c:pt>
                <c:pt idx="7685">
                  <c:v>4.30790679273648</c:v>
                </c:pt>
                <c:pt idx="7686">
                  <c:v>4.3132025161213754</c:v>
                </c:pt>
                <c:pt idx="7687">
                  <c:v>4.3162139494402023</c:v>
                </c:pt>
                <c:pt idx="7688">
                  <c:v>4.3130474344265535</c:v>
                </c:pt>
                <c:pt idx="7689">
                  <c:v>4.3081133045851958</c:v>
                </c:pt>
                <c:pt idx="7690">
                  <c:v>4.3050243304189584</c:v>
                </c:pt>
                <c:pt idx="7691">
                  <c:v>4.3037243343751239</c:v>
                </c:pt>
                <c:pt idx="7692">
                  <c:v>4.3019511809154567</c:v>
                </c:pt>
                <c:pt idx="7693">
                  <c:v>4.2987102899869445</c:v>
                </c:pt>
                <c:pt idx="7694">
                  <c:v>4.2982948925901017</c:v>
                </c:pt>
                <c:pt idx="7695">
                  <c:v>4.3020991415120466</c:v>
                </c:pt>
                <c:pt idx="7696">
                  <c:v>4.3048463029631678</c:v>
                </c:pt>
                <c:pt idx="7697">
                  <c:v>4.3062349171183287</c:v>
                </c:pt>
                <c:pt idx="7698">
                  <c:v>4.3036428373620286</c:v>
                </c:pt>
                <c:pt idx="7699">
                  <c:v>4.2985718241879969</c:v>
                </c:pt>
                <c:pt idx="7700">
                  <c:v>4.3002531946037896</c:v>
                </c:pt>
                <c:pt idx="7701">
                  <c:v>4.3089591328084822</c:v>
                </c:pt>
                <c:pt idx="7702">
                  <c:v>4.3124025794200262</c:v>
                </c:pt>
                <c:pt idx="7703">
                  <c:v>4.3099228547691579</c:v>
                </c:pt>
                <c:pt idx="7704">
                  <c:v>4.3106792736479802</c:v>
                </c:pt>
                <c:pt idx="7705">
                  <c:v>4.3080958974561856</c:v>
                </c:pt>
                <c:pt idx="7706">
                  <c:v>4.300821299996044</c:v>
                </c:pt>
                <c:pt idx="7707">
                  <c:v>4.3009328638683391</c:v>
                </c:pt>
                <c:pt idx="7708">
                  <c:v>4.3101491474462952</c:v>
                </c:pt>
                <c:pt idx="7709">
                  <c:v>4.3201614115599165</c:v>
                </c:pt>
                <c:pt idx="7710">
                  <c:v>4.3226316414131425</c:v>
                </c:pt>
                <c:pt idx="7711">
                  <c:v>4.3189579459587772</c:v>
                </c:pt>
                <c:pt idx="7712">
                  <c:v>4.3123717213276889</c:v>
                </c:pt>
                <c:pt idx="7713">
                  <c:v>4.3120781738339202</c:v>
                </c:pt>
                <c:pt idx="7714">
                  <c:v>4.3111381888673499</c:v>
                </c:pt>
                <c:pt idx="7715">
                  <c:v>4.309818411995094</c:v>
                </c:pt>
                <c:pt idx="7716">
                  <c:v>4.306486529255845</c:v>
                </c:pt>
                <c:pt idx="7717">
                  <c:v>4.3000973216758318</c:v>
                </c:pt>
                <c:pt idx="7718">
                  <c:v>4.3031332832219018</c:v>
                </c:pt>
                <c:pt idx="7719">
                  <c:v>4.3103382521660007</c:v>
                </c:pt>
                <c:pt idx="7720">
                  <c:v>4.3120655141037307</c:v>
                </c:pt>
                <c:pt idx="7721">
                  <c:v>4.3094671044823354</c:v>
                </c:pt>
                <c:pt idx="7722">
                  <c:v>4.2961664754519919</c:v>
                </c:pt>
                <c:pt idx="7723">
                  <c:v>4.2852846461209797</c:v>
                </c:pt>
                <c:pt idx="7724">
                  <c:v>4.2780986667721645</c:v>
                </c:pt>
                <c:pt idx="7725">
                  <c:v>4.2769569173556992</c:v>
                </c:pt>
                <c:pt idx="7726">
                  <c:v>4.2866669304110454</c:v>
                </c:pt>
                <c:pt idx="7727">
                  <c:v>4.301841990742572</c:v>
                </c:pt>
                <c:pt idx="7728">
                  <c:v>4.3110828025477703</c:v>
                </c:pt>
                <c:pt idx="7729">
                  <c:v>4.3152312378842428</c:v>
                </c:pt>
                <c:pt idx="7730">
                  <c:v>4.3219100367923406</c:v>
                </c:pt>
                <c:pt idx="7731">
                  <c:v>4.3178146140760374</c:v>
                </c:pt>
                <c:pt idx="7732">
                  <c:v>4.3075119674011946</c:v>
                </c:pt>
                <c:pt idx="7733">
                  <c:v>4.3044752146219887</c:v>
                </c:pt>
                <c:pt idx="7734">
                  <c:v>4.3113779325078134</c:v>
                </c:pt>
                <c:pt idx="7735">
                  <c:v>4.3128171855837323</c:v>
                </c:pt>
                <c:pt idx="7736">
                  <c:v>4.3075056375361003</c:v>
                </c:pt>
                <c:pt idx="7737">
                  <c:v>4.3016014558689717</c:v>
                </c:pt>
                <c:pt idx="7738">
                  <c:v>4.3059595679867071</c:v>
                </c:pt>
                <c:pt idx="7739">
                  <c:v>4.3109008189262967</c:v>
                </c:pt>
                <c:pt idx="7740">
                  <c:v>4.3037140483443448</c:v>
                </c:pt>
                <c:pt idx="7741">
                  <c:v>4.3014447917078771</c:v>
                </c:pt>
                <c:pt idx="7742">
                  <c:v>4.3099347232662106</c:v>
                </c:pt>
                <c:pt idx="7743">
                  <c:v>4.3208766863156232</c:v>
                </c:pt>
                <c:pt idx="7744">
                  <c:v>4.3269019266526882</c:v>
                </c:pt>
                <c:pt idx="7745">
                  <c:v>4.3164845511730032</c:v>
                </c:pt>
                <c:pt idx="7746">
                  <c:v>4.3097432448470938</c:v>
                </c:pt>
                <c:pt idx="7747">
                  <c:v>4.3097685643074728</c:v>
                </c:pt>
                <c:pt idx="7748">
                  <c:v>4.306994500929699</c:v>
                </c:pt>
                <c:pt idx="7749">
                  <c:v>4.3012097954662343</c:v>
                </c:pt>
                <c:pt idx="7750">
                  <c:v>4.3084163468766068</c:v>
                </c:pt>
                <c:pt idx="7751">
                  <c:v>4.3174474819005422</c:v>
                </c:pt>
                <c:pt idx="7752">
                  <c:v>4.3148000158246624</c:v>
                </c:pt>
                <c:pt idx="7753">
                  <c:v>4.3030312141472482</c:v>
                </c:pt>
                <c:pt idx="7754">
                  <c:v>4.296505123234561</c:v>
                </c:pt>
                <c:pt idx="7755">
                  <c:v>4.2973026862364998</c:v>
                </c:pt>
                <c:pt idx="7756">
                  <c:v>4.2958855876884128</c:v>
                </c:pt>
                <c:pt idx="7757">
                  <c:v>4.3002982948925901</c:v>
                </c:pt>
                <c:pt idx="7758">
                  <c:v>4.3060735055584125</c:v>
                </c:pt>
                <c:pt idx="7759">
                  <c:v>4.2998014004826519</c:v>
                </c:pt>
                <c:pt idx="7760">
                  <c:v>4.2953166910630216</c:v>
                </c:pt>
                <c:pt idx="7761">
                  <c:v>4.2943972781580095</c:v>
                </c:pt>
                <c:pt idx="7762">
                  <c:v>4.2952874154369587</c:v>
                </c:pt>
                <c:pt idx="7763">
                  <c:v>4.2937453020532503</c:v>
                </c:pt>
                <c:pt idx="7764">
                  <c:v>4.2894963801083987</c:v>
                </c:pt>
                <c:pt idx="7765">
                  <c:v>4.2837931716580293</c:v>
                </c:pt>
                <c:pt idx="7766">
                  <c:v>4.2770858883570044</c:v>
                </c:pt>
                <c:pt idx="7767">
                  <c:v>4.2766016536772558</c:v>
                </c:pt>
                <c:pt idx="7768">
                  <c:v>4.2807920243699806</c:v>
                </c:pt>
                <c:pt idx="7769">
                  <c:v>4.2829378486371006</c:v>
                </c:pt>
                <c:pt idx="7770">
                  <c:v>4.2853091743482219</c:v>
                </c:pt>
                <c:pt idx="7771">
                  <c:v>4.2892661312655775</c:v>
                </c:pt>
                <c:pt idx="7772">
                  <c:v>4.2933726312457967</c:v>
                </c:pt>
                <c:pt idx="7773">
                  <c:v>4.2977513154250904</c:v>
                </c:pt>
                <c:pt idx="7774">
                  <c:v>4.2982901451912809</c:v>
                </c:pt>
                <c:pt idx="7775">
                  <c:v>4.2942050085057559</c:v>
                </c:pt>
                <c:pt idx="7776">
                  <c:v>4.2890714879139136</c:v>
                </c:pt>
                <c:pt idx="7777">
                  <c:v>4.287959014123512</c:v>
                </c:pt>
                <c:pt idx="7778">
                  <c:v>4.2979950152312378</c:v>
                </c:pt>
                <c:pt idx="7779">
                  <c:v>4.295715472563991</c:v>
                </c:pt>
                <c:pt idx="7780">
                  <c:v>4.2926628951220476</c:v>
                </c:pt>
                <c:pt idx="7781">
                  <c:v>4.2933465205522809</c:v>
                </c:pt>
                <c:pt idx="7782">
                  <c:v>4.2981263599319544</c:v>
                </c:pt>
                <c:pt idx="7783">
                  <c:v>4.2960288008861811</c:v>
                </c:pt>
                <c:pt idx="7784">
                  <c:v>4.2889520117102506</c:v>
                </c:pt>
                <c:pt idx="7785">
                  <c:v>4.292823515448827</c:v>
                </c:pt>
                <c:pt idx="7786">
                  <c:v>4.2941488309530405</c:v>
                </c:pt>
                <c:pt idx="7787">
                  <c:v>4.2939708034972508</c:v>
                </c:pt>
                <c:pt idx="7788">
                  <c:v>4.3030153894845116</c:v>
                </c:pt>
                <c:pt idx="7789">
                  <c:v>4.3082106262610278</c:v>
                </c:pt>
                <c:pt idx="7790">
                  <c:v>4.3044174546029987</c:v>
                </c:pt>
                <c:pt idx="7791">
                  <c:v>4.2975353087787314</c:v>
                </c:pt>
                <c:pt idx="7792">
                  <c:v>4.2937809075444076</c:v>
                </c:pt>
                <c:pt idx="7793">
                  <c:v>4.2886924872413656</c:v>
                </c:pt>
                <c:pt idx="7794">
                  <c:v>4.2856810539225378</c:v>
                </c:pt>
                <c:pt idx="7795">
                  <c:v>4.2835993195395021</c:v>
                </c:pt>
                <c:pt idx="7796">
                  <c:v>4.2840170906357562</c:v>
                </c:pt>
                <c:pt idx="7797">
                  <c:v>4.2892281520750091</c:v>
                </c:pt>
                <c:pt idx="7798">
                  <c:v>4.2907694742255806</c:v>
                </c:pt>
                <c:pt idx="7799">
                  <c:v>4.2889583415753449</c:v>
                </c:pt>
                <c:pt idx="7800">
                  <c:v>4.2864343078688139</c:v>
                </c:pt>
                <c:pt idx="7801">
                  <c:v>4.2904252878110531</c:v>
                </c:pt>
                <c:pt idx="7802">
                  <c:v>4.2936875420342604</c:v>
                </c:pt>
                <c:pt idx="7803">
                  <c:v>4.2931597895319857</c:v>
                </c:pt>
                <c:pt idx="7804">
                  <c:v>4.2948957550342213</c:v>
                </c:pt>
                <c:pt idx="7805">
                  <c:v>4.2952731732404956</c:v>
                </c:pt>
                <c:pt idx="7806">
                  <c:v>4.2970550302646675</c:v>
                </c:pt>
                <c:pt idx="7807">
                  <c:v>4.2997436404636629</c:v>
                </c:pt>
                <c:pt idx="7808">
                  <c:v>4.3006970763935595</c:v>
                </c:pt>
                <c:pt idx="7809">
                  <c:v>4.2996384064564621</c:v>
                </c:pt>
                <c:pt idx="7810">
                  <c:v>4.2964347034853816</c:v>
                </c:pt>
                <c:pt idx="7811">
                  <c:v>4.2977695137872374</c:v>
                </c:pt>
                <c:pt idx="7812">
                  <c:v>4.303944297187166</c:v>
                </c:pt>
                <c:pt idx="7813">
                  <c:v>4.3099331407999371</c:v>
                </c:pt>
                <c:pt idx="7814">
                  <c:v>4.3120148751829728</c:v>
                </c:pt>
                <c:pt idx="7815">
                  <c:v>4.3104949163270962</c:v>
                </c:pt>
                <c:pt idx="7816">
                  <c:v>4.3134675792222179</c:v>
                </c:pt>
                <c:pt idx="7817">
                  <c:v>4.3043921351426198</c:v>
                </c:pt>
                <c:pt idx="7818">
                  <c:v>4.2997293982671998</c:v>
                </c:pt>
                <c:pt idx="7819">
                  <c:v>4.3081338766467541</c:v>
                </c:pt>
                <c:pt idx="7820">
                  <c:v>4.3152391502156107</c:v>
                </c:pt>
                <c:pt idx="7821">
                  <c:v>4.3093887724017881</c:v>
                </c:pt>
                <c:pt idx="7822">
                  <c:v>4.2999477786129683</c:v>
                </c:pt>
                <c:pt idx="7823">
                  <c:v>4.2900407485065477</c:v>
                </c:pt>
                <c:pt idx="7824">
                  <c:v>4.2841697986311669</c:v>
                </c:pt>
                <c:pt idx="7825">
                  <c:v>4.2880626656644383</c:v>
                </c:pt>
                <c:pt idx="7826">
                  <c:v>4.2854713771412749</c:v>
                </c:pt>
                <c:pt idx="7827">
                  <c:v>4.2762139494402023</c:v>
                </c:pt>
                <c:pt idx="7828">
                  <c:v>4.280257150769474</c:v>
                </c:pt>
                <c:pt idx="7829">
                  <c:v>4.2888206670095341</c:v>
                </c:pt>
                <c:pt idx="7830">
                  <c:v>4.2848027851406414</c:v>
                </c:pt>
                <c:pt idx="7831">
                  <c:v>4.2788139415278712</c:v>
                </c:pt>
                <c:pt idx="7832">
                  <c:v>4.2798124777465683</c:v>
                </c:pt>
                <c:pt idx="7833">
                  <c:v>4.2803149107884639</c:v>
                </c:pt>
                <c:pt idx="7834">
                  <c:v>4.277765557621553</c:v>
                </c:pt>
                <c:pt idx="7835">
                  <c:v>4.2767654389365823</c:v>
                </c:pt>
                <c:pt idx="7836">
                  <c:v>4.2784373145547336</c:v>
                </c:pt>
                <c:pt idx="7837">
                  <c:v>4.2786841792934291</c:v>
                </c:pt>
                <c:pt idx="7838">
                  <c:v>4.279074257229893</c:v>
                </c:pt>
                <c:pt idx="7839">
                  <c:v>4.2805483245638332</c:v>
                </c:pt>
                <c:pt idx="7840">
                  <c:v>4.2801970170510746</c:v>
                </c:pt>
                <c:pt idx="7841">
                  <c:v>4.2833959726233335</c:v>
                </c:pt>
                <c:pt idx="7842">
                  <c:v>4.2823586659809312</c:v>
                </c:pt>
                <c:pt idx="7843">
                  <c:v>4.2808996320765917</c:v>
                </c:pt>
                <c:pt idx="7844">
                  <c:v>4.2815745539423187</c:v>
                </c:pt>
                <c:pt idx="7845">
                  <c:v>4.2821529453653522</c:v>
                </c:pt>
                <c:pt idx="7846">
                  <c:v>4.2815096728250976</c:v>
                </c:pt>
                <c:pt idx="7847">
                  <c:v>4.2806274478775173</c:v>
                </c:pt>
                <c:pt idx="7848">
                  <c:v>4.277108834117973</c:v>
                </c:pt>
                <c:pt idx="7849">
                  <c:v>4.2727689203623846</c:v>
                </c:pt>
                <c:pt idx="7850">
                  <c:v>4.274765201566642</c:v>
                </c:pt>
                <c:pt idx="7851">
                  <c:v>4.2756529651461808</c:v>
                </c:pt>
                <c:pt idx="7852">
                  <c:v>4.2737959409740078</c:v>
                </c:pt>
                <c:pt idx="7853">
                  <c:v>4.2754583217945168</c:v>
                </c:pt>
                <c:pt idx="7854">
                  <c:v>4.2712924793290341</c:v>
                </c:pt>
                <c:pt idx="7855">
                  <c:v>4.2677168967836376</c:v>
                </c:pt>
                <c:pt idx="7856">
                  <c:v>4.2696744075641888</c:v>
                </c:pt>
                <c:pt idx="7857">
                  <c:v>4.2725608260473953</c:v>
                </c:pt>
                <c:pt idx="7858">
                  <c:v>4.2724943624638998</c:v>
                </c:pt>
                <c:pt idx="7859">
                  <c:v>4.2782766942279542</c:v>
                </c:pt>
                <c:pt idx="7860">
                  <c:v>4.2773105985678681</c:v>
                </c:pt>
                <c:pt idx="7861">
                  <c:v>4.2759322704434863</c:v>
                </c:pt>
                <c:pt idx="7862">
                  <c:v>4.2813276892036241</c:v>
                </c:pt>
                <c:pt idx="7863">
                  <c:v>4.2778407247695531</c:v>
                </c:pt>
                <c:pt idx="7864">
                  <c:v>4.2757558254539703</c:v>
                </c:pt>
                <c:pt idx="7865">
                  <c:v>4.2787189935514496</c:v>
                </c:pt>
                <c:pt idx="7866">
                  <c:v>4.2824638999881319</c:v>
                </c:pt>
                <c:pt idx="7867">
                  <c:v>4.2826268940143217</c:v>
                </c:pt>
                <c:pt idx="7868">
                  <c:v>4.2821315820706571</c:v>
                </c:pt>
                <c:pt idx="7869">
                  <c:v>4.2816655457530564</c:v>
                </c:pt>
                <c:pt idx="7870">
                  <c:v>4.2848985243501998</c:v>
                </c:pt>
                <c:pt idx="7871">
                  <c:v>4.2862657752106657</c:v>
                </c:pt>
                <c:pt idx="7872">
                  <c:v>4.2830960952644697</c:v>
                </c:pt>
                <c:pt idx="7873">
                  <c:v>4.2787577639751557</c:v>
                </c:pt>
                <c:pt idx="7874">
                  <c:v>4.275334889425169</c:v>
                </c:pt>
                <c:pt idx="7875">
                  <c:v>4.2775590457728372</c:v>
                </c:pt>
                <c:pt idx="7876">
                  <c:v>4.2878735609447327</c:v>
                </c:pt>
                <c:pt idx="7877">
                  <c:v>4.2968928274716145</c:v>
                </c:pt>
                <c:pt idx="7878">
                  <c:v>4.3011559916129292</c:v>
                </c:pt>
                <c:pt idx="7879">
                  <c:v>4.3032139890018595</c:v>
                </c:pt>
                <c:pt idx="7880">
                  <c:v>4.3029338924714171</c:v>
                </c:pt>
                <c:pt idx="7881">
                  <c:v>4.3073212802152154</c:v>
                </c:pt>
                <c:pt idx="7882">
                  <c:v>4.3028974957471222</c:v>
                </c:pt>
                <c:pt idx="7883">
                  <c:v>4.284288483601693</c:v>
                </c:pt>
                <c:pt idx="7884">
                  <c:v>4.2712339280769083</c:v>
                </c:pt>
                <c:pt idx="7885">
                  <c:v>4.2688317442734505</c:v>
                </c:pt>
                <c:pt idx="7886">
                  <c:v>4.2678569450488588</c:v>
                </c:pt>
                <c:pt idx="7887">
                  <c:v>4.2639213514261982</c:v>
                </c:pt>
                <c:pt idx="7888">
                  <c:v>4.251821023064446</c:v>
                </c:pt>
                <c:pt idx="7889">
                  <c:v>4.2515401353008659</c:v>
                </c:pt>
                <c:pt idx="7890">
                  <c:v>4.2621284171381095</c:v>
                </c:pt>
                <c:pt idx="7891">
                  <c:v>4.2663931637456978</c:v>
                </c:pt>
                <c:pt idx="7892">
                  <c:v>4.2683617517901649</c:v>
                </c:pt>
                <c:pt idx="7893">
                  <c:v>4.2709902282707599</c:v>
                </c:pt>
                <c:pt idx="7894">
                  <c:v>4.2757779799818021</c:v>
                </c:pt>
                <c:pt idx="7895">
                  <c:v>4.2755326977093802</c:v>
                </c:pt>
                <c:pt idx="7896">
                  <c:v>4.2713763500415398</c:v>
                </c:pt>
                <c:pt idx="7897">
                  <c:v>4.2737706215136289</c:v>
                </c:pt>
                <c:pt idx="7898">
                  <c:v>4.2715045298097083</c:v>
                </c:pt>
                <c:pt idx="7899">
                  <c:v>4.2708525537049491</c:v>
                </c:pt>
                <c:pt idx="7900">
                  <c:v>4.2706405032242749</c:v>
                </c:pt>
                <c:pt idx="7901">
                  <c:v>4.2701349052498321</c:v>
                </c:pt>
                <c:pt idx="7902">
                  <c:v>4.2688064248130715</c:v>
                </c:pt>
                <c:pt idx="7903">
                  <c:v>4.2677248091150055</c:v>
                </c:pt>
                <c:pt idx="7904">
                  <c:v>4.2711959488863389</c:v>
                </c:pt>
                <c:pt idx="7905">
                  <c:v>4.2695778771214936</c:v>
                </c:pt>
                <c:pt idx="7906">
                  <c:v>4.2605791826561701</c:v>
                </c:pt>
                <c:pt idx="7907">
                  <c:v>4.2530007516714798</c:v>
                </c:pt>
                <c:pt idx="7908">
                  <c:v>4.2475182972662893</c:v>
                </c:pt>
                <c:pt idx="7909">
                  <c:v>4.2493128140206515</c:v>
                </c:pt>
                <c:pt idx="7910">
                  <c:v>4.2574949558887525</c:v>
                </c:pt>
                <c:pt idx="7911">
                  <c:v>4.2584214898919965</c:v>
                </c:pt>
                <c:pt idx="7912">
                  <c:v>4.2541496221861772</c:v>
                </c:pt>
                <c:pt idx="7913">
                  <c:v>4.2556569213118642</c:v>
                </c:pt>
                <c:pt idx="7914">
                  <c:v>4.2566222257388135</c:v>
                </c:pt>
                <c:pt idx="7915">
                  <c:v>4.253890888950429</c:v>
                </c:pt>
                <c:pt idx="7916">
                  <c:v>4.2514285714285718</c:v>
                </c:pt>
                <c:pt idx="7917">
                  <c:v>4.2473014993867944</c:v>
                </c:pt>
                <c:pt idx="7918">
                  <c:v>4.2505328955176642</c:v>
                </c:pt>
                <c:pt idx="7919">
                  <c:v>4.2537334335561976</c:v>
                </c:pt>
                <c:pt idx="7920">
                  <c:v>4.2487826878189656</c:v>
                </c:pt>
                <c:pt idx="7921">
                  <c:v>4.2473869525655736</c:v>
                </c:pt>
                <c:pt idx="7922">
                  <c:v>4.2484796455275546</c:v>
                </c:pt>
                <c:pt idx="7923">
                  <c:v>4.2518083633342565</c:v>
                </c:pt>
                <c:pt idx="7924">
                  <c:v>4.248171855837322</c:v>
                </c:pt>
                <c:pt idx="7925">
                  <c:v>4.2456414922656958</c:v>
                </c:pt>
                <c:pt idx="7926">
                  <c:v>4.2486916960082288</c:v>
                </c:pt>
                <c:pt idx="7927">
                  <c:v>4.2466677216441822</c:v>
                </c:pt>
                <c:pt idx="7928">
                  <c:v>4.24464532974641</c:v>
                </c:pt>
                <c:pt idx="7929">
                  <c:v>4.2458685761759707</c:v>
                </c:pt>
                <c:pt idx="7930">
                  <c:v>4.2432092416030383</c:v>
                </c:pt>
                <c:pt idx="7931">
                  <c:v>4.2376888080072792</c:v>
                </c:pt>
                <c:pt idx="7932">
                  <c:v>4.2389421212960396</c:v>
                </c:pt>
                <c:pt idx="7933">
                  <c:v>4.2446896388020727</c:v>
                </c:pt>
                <c:pt idx="7934">
                  <c:v>4.2459041816671279</c:v>
                </c:pt>
                <c:pt idx="7935">
                  <c:v>4.239340902797009</c:v>
                </c:pt>
                <c:pt idx="7936">
                  <c:v>4.2346995292162832</c:v>
                </c:pt>
                <c:pt idx="7937">
                  <c:v>4.2349812082130001</c:v>
                </c:pt>
                <c:pt idx="7938">
                  <c:v>4.2364877161055503</c:v>
                </c:pt>
                <c:pt idx="7939">
                  <c:v>4.240026110693516</c:v>
                </c:pt>
                <c:pt idx="7940">
                  <c:v>4.2384752937453021</c:v>
                </c:pt>
                <c:pt idx="7941">
                  <c:v>4.239806147881473</c:v>
                </c:pt>
                <c:pt idx="7942">
                  <c:v>4.2384800411441228</c:v>
                </c:pt>
                <c:pt idx="7943">
                  <c:v>4.2313723938758558</c:v>
                </c:pt>
                <c:pt idx="7944">
                  <c:v>4.2346908256517786</c:v>
                </c:pt>
                <c:pt idx="7945">
                  <c:v>4.2415666416109508</c:v>
                </c:pt>
                <c:pt idx="7946">
                  <c:v>4.2415508169482141</c:v>
                </c:pt>
                <c:pt idx="7947">
                  <c:v>4.2379301341140163</c:v>
                </c:pt>
                <c:pt idx="7948">
                  <c:v>4.2356941092692963</c:v>
                </c:pt>
                <c:pt idx="7949">
                  <c:v>4.2310408671915178</c:v>
                </c:pt>
                <c:pt idx="7950">
                  <c:v>4.2247972465086843</c:v>
                </c:pt>
                <c:pt idx="7951">
                  <c:v>4.2210214819796654</c:v>
                </c:pt>
                <c:pt idx="7952">
                  <c:v>4.2212691379514977</c:v>
                </c:pt>
                <c:pt idx="7953">
                  <c:v>4.2260521422637183</c:v>
                </c:pt>
                <c:pt idx="7954">
                  <c:v>4.2364623966451713</c:v>
                </c:pt>
                <c:pt idx="7955">
                  <c:v>4.2487945563160183</c:v>
                </c:pt>
                <c:pt idx="7956">
                  <c:v>4.2497139692210313</c:v>
                </c:pt>
                <c:pt idx="7957">
                  <c:v>4.2448447204968947</c:v>
                </c:pt>
                <c:pt idx="7958">
                  <c:v>4.2382751117616806</c:v>
                </c:pt>
                <c:pt idx="7959">
                  <c:v>4.2414060212841713</c:v>
                </c:pt>
                <c:pt idx="7960">
                  <c:v>4.2446611544091466</c:v>
                </c:pt>
                <c:pt idx="7961">
                  <c:v>4.2473877437987104</c:v>
                </c:pt>
                <c:pt idx="7962">
                  <c:v>4.2491854254856189</c:v>
                </c:pt>
                <c:pt idx="7963">
                  <c:v>4.2423032796613525</c:v>
                </c:pt>
                <c:pt idx="7964">
                  <c:v>4.2303627803932429</c:v>
                </c:pt>
                <c:pt idx="7965">
                  <c:v>4.2306594928195596</c:v>
                </c:pt>
                <c:pt idx="7966">
                  <c:v>4.2362978201527079</c:v>
                </c:pt>
                <c:pt idx="7967">
                  <c:v>4.2355208292123274</c:v>
                </c:pt>
                <c:pt idx="7968">
                  <c:v>4.2331669106302172</c:v>
                </c:pt>
                <c:pt idx="7969">
                  <c:v>4.2353530877873169</c:v>
                </c:pt>
                <c:pt idx="7970">
                  <c:v>4.2401859397871586</c:v>
                </c:pt>
                <c:pt idx="7971">
                  <c:v>4.2412612256201294</c:v>
                </c:pt>
                <c:pt idx="7972">
                  <c:v>4.2376880167741424</c:v>
                </c:pt>
                <c:pt idx="7973">
                  <c:v>4.2364410333504772</c:v>
                </c:pt>
                <c:pt idx="7974">
                  <c:v>4.239294220041935</c:v>
                </c:pt>
                <c:pt idx="7975">
                  <c:v>4.2408766863156231</c:v>
                </c:pt>
                <c:pt idx="7976">
                  <c:v>4.2407398029829491</c:v>
                </c:pt>
                <c:pt idx="7977">
                  <c:v>4.2431419867864069</c:v>
                </c:pt>
                <c:pt idx="7978">
                  <c:v>4.2434608537405545</c:v>
                </c:pt>
                <c:pt idx="7979">
                  <c:v>4.2412477746568022</c:v>
                </c:pt>
                <c:pt idx="7980">
                  <c:v>4.2356173596550226</c:v>
                </c:pt>
                <c:pt idx="7981">
                  <c:v>4.2318590022550149</c:v>
                </c:pt>
                <c:pt idx="7982">
                  <c:v>4.2358634331605804</c:v>
                </c:pt>
                <c:pt idx="7983">
                  <c:v>4.2410618348696447</c:v>
                </c:pt>
                <c:pt idx="7984">
                  <c:v>4.2367875934644141</c:v>
                </c:pt>
                <c:pt idx="7985">
                  <c:v>4.2242797800371878</c:v>
                </c:pt>
                <c:pt idx="7986">
                  <c:v>4.2179063971199113</c:v>
                </c:pt>
                <c:pt idx="7987">
                  <c:v>4.2135403726708072</c:v>
                </c:pt>
                <c:pt idx="7988">
                  <c:v>4.2102243145942948</c:v>
                </c:pt>
                <c:pt idx="7989">
                  <c:v>4.2152763381730427</c:v>
                </c:pt>
                <c:pt idx="7990">
                  <c:v>4.2214139336155396</c:v>
                </c:pt>
                <c:pt idx="7991">
                  <c:v>4.2180488190845429</c:v>
                </c:pt>
                <c:pt idx="7992">
                  <c:v>4.2137365984887447</c:v>
                </c:pt>
                <c:pt idx="7993">
                  <c:v>4.2130632590892905</c:v>
                </c:pt>
                <c:pt idx="7994">
                  <c:v>4.2130600941567433</c:v>
                </c:pt>
                <c:pt idx="7995">
                  <c:v>4.2183811370020177</c:v>
                </c:pt>
                <c:pt idx="7996">
                  <c:v>4.2175313526130473</c:v>
                </c:pt>
                <c:pt idx="7997">
                  <c:v>4.2159109071487917</c:v>
                </c:pt>
                <c:pt idx="7998">
                  <c:v>4.2143276496419668</c:v>
                </c:pt>
                <c:pt idx="7999">
                  <c:v>4.2149226569608738</c:v>
                </c:pt>
                <c:pt idx="8000">
                  <c:v>4.2227163033587845</c:v>
                </c:pt>
                <c:pt idx="8001">
                  <c:v>4.2274890216402259</c:v>
                </c:pt>
                <c:pt idx="8002">
                  <c:v>4.2258701586422438</c:v>
                </c:pt>
                <c:pt idx="8003">
                  <c:v>4.2253218340784109</c:v>
                </c:pt>
                <c:pt idx="8004">
                  <c:v>4.2226767417019424</c:v>
                </c:pt>
                <c:pt idx="8005">
                  <c:v>4.2200743759148631</c:v>
                </c:pt>
                <c:pt idx="8006">
                  <c:v>4.2254808719389167</c:v>
                </c:pt>
                <c:pt idx="8007">
                  <c:v>4.2265031451517192</c:v>
                </c:pt>
                <c:pt idx="8008">
                  <c:v>4.220525378802864</c:v>
                </c:pt>
                <c:pt idx="8009">
                  <c:v>4.2178668354630693</c:v>
                </c:pt>
                <c:pt idx="8010">
                  <c:v>4.2112719072674762</c:v>
                </c:pt>
                <c:pt idx="8011">
                  <c:v>4.2039427147208928</c:v>
                </c:pt>
                <c:pt idx="8012">
                  <c:v>4.2058282232859909</c:v>
                </c:pt>
                <c:pt idx="8013">
                  <c:v>4.2122490801914783</c:v>
                </c:pt>
                <c:pt idx="8014">
                  <c:v>4.2157479131226019</c:v>
                </c:pt>
                <c:pt idx="8015">
                  <c:v>4.2149226569608738</c:v>
                </c:pt>
                <c:pt idx="8016">
                  <c:v>4.2132460339439017</c:v>
                </c:pt>
                <c:pt idx="8017">
                  <c:v>4.2164600229457614</c:v>
                </c:pt>
                <c:pt idx="8018">
                  <c:v>4.2193749258218931</c:v>
                </c:pt>
                <c:pt idx="8019">
                  <c:v>4.2188123590615971</c:v>
                </c:pt>
                <c:pt idx="8020">
                  <c:v>4.2191367646477032</c:v>
                </c:pt>
                <c:pt idx="8021">
                  <c:v>4.2235091189619025</c:v>
                </c:pt>
                <c:pt idx="8022">
                  <c:v>4.2285714285714286</c:v>
                </c:pt>
                <c:pt idx="8023">
                  <c:v>4.222606321952763</c:v>
                </c:pt>
                <c:pt idx="8024">
                  <c:v>4.2127333148712269</c:v>
                </c:pt>
                <c:pt idx="8025">
                  <c:v>4.2045076551805991</c:v>
                </c:pt>
                <c:pt idx="8026">
                  <c:v>4.2046295050836733</c:v>
                </c:pt>
                <c:pt idx="8027">
                  <c:v>4.2146196146694628</c:v>
                </c:pt>
                <c:pt idx="8028">
                  <c:v>4.2280792815603121</c:v>
                </c:pt>
                <c:pt idx="8029">
                  <c:v>4.2311405625667602</c:v>
                </c:pt>
                <c:pt idx="8030">
                  <c:v>4.2234474027772286</c:v>
                </c:pt>
                <c:pt idx="8031">
                  <c:v>4.2122831032163628</c:v>
                </c:pt>
                <c:pt idx="8032">
                  <c:v>4.2055615777188748</c:v>
                </c:pt>
                <c:pt idx="8033">
                  <c:v>4.2000791233136843</c:v>
                </c:pt>
                <c:pt idx="8034">
                  <c:v>4.1986865529928394</c:v>
                </c:pt>
                <c:pt idx="8035">
                  <c:v>4.1952834592712742</c:v>
                </c:pt>
                <c:pt idx="8036">
                  <c:v>4.195428254935317</c:v>
                </c:pt>
                <c:pt idx="8037">
                  <c:v>4.1977513154250898</c:v>
                </c:pt>
                <c:pt idx="8038">
                  <c:v>4.195122047711358</c:v>
                </c:pt>
                <c:pt idx="8039">
                  <c:v>4.1949368991573364</c:v>
                </c:pt>
                <c:pt idx="8040">
                  <c:v>4.2012319499940656</c:v>
                </c:pt>
                <c:pt idx="8041">
                  <c:v>4.2064256043043082</c:v>
                </c:pt>
                <c:pt idx="8042">
                  <c:v>4.2008434545238753</c:v>
                </c:pt>
                <c:pt idx="8043">
                  <c:v>4.1956244807532537</c:v>
                </c:pt>
                <c:pt idx="8044">
                  <c:v>4.1933496854848284</c:v>
                </c:pt>
                <c:pt idx="8045">
                  <c:v>4.1939945404913557</c:v>
                </c:pt>
                <c:pt idx="8046">
                  <c:v>4.191368437710171</c:v>
                </c:pt>
                <c:pt idx="8047">
                  <c:v>4.1902353918582111</c:v>
                </c:pt>
                <c:pt idx="8048">
                  <c:v>4.1941353799897136</c:v>
                </c:pt>
                <c:pt idx="8049">
                  <c:v>4.1981358547295962</c:v>
                </c:pt>
                <c:pt idx="8050">
                  <c:v>4.2058052775250232</c:v>
                </c:pt>
                <c:pt idx="8051">
                  <c:v>4.2145056770977565</c:v>
                </c:pt>
                <c:pt idx="8052">
                  <c:v>4.2180179609922064</c:v>
                </c:pt>
                <c:pt idx="8053">
                  <c:v>4.2141448747873564</c:v>
                </c:pt>
                <c:pt idx="8054">
                  <c:v>4.2106460418562328</c:v>
                </c:pt>
                <c:pt idx="8055">
                  <c:v>4.2057854966966017</c:v>
                </c:pt>
                <c:pt idx="8056">
                  <c:v>4.1995276338173042</c:v>
                </c:pt>
                <c:pt idx="8057">
                  <c:v>4.189319935118883</c:v>
                </c:pt>
                <c:pt idx="8058">
                  <c:v>4.1844071685722195</c:v>
                </c:pt>
                <c:pt idx="8059">
                  <c:v>4.1875974205799738</c:v>
                </c:pt>
                <c:pt idx="8060">
                  <c:v>4.1920037979190568</c:v>
                </c:pt>
                <c:pt idx="8061">
                  <c:v>4.1911666732602759</c:v>
                </c:pt>
                <c:pt idx="8062">
                  <c:v>4.1926257071646162</c:v>
                </c:pt>
                <c:pt idx="8063">
                  <c:v>4.1958420698658863</c:v>
                </c:pt>
                <c:pt idx="8064">
                  <c:v>4.1961284962614238</c:v>
                </c:pt>
                <c:pt idx="8065">
                  <c:v>4.2000712109823164</c:v>
                </c:pt>
                <c:pt idx="8066">
                  <c:v>4.2001139375717056</c:v>
                </c:pt>
                <c:pt idx="8067">
                  <c:v>4.1922538275902994</c:v>
                </c:pt>
                <c:pt idx="8068">
                  <c:v>4.188833326739724</c:v>
                </c:pt>
                <c:pt idx="8069">
                  <c:v>4.1938426237290818</c:v>
                </c:pt>
                <c:pt idx="8070">
                  <c:v>4.1968896625390668</c:v>
                </c:pt>
                <c:pt idx="8071">
                  <c:v>4.2042805712703251</c:v>
                </c:pt>
                <c:pt idx="8072">
                  <c:v>4.2073663805040153</c:v>
                </c:pt>
                <c:pt idx="8073">
                  <c:v>4.2029030343790801</c:v>
                </c:pt>
                <c:pt idx="8074">
                  <c:v>4.1905510938798116</c:v>
                </c:pt>
                <c:pt idx="8075">
                  <c:v>4.1873220714483521</c:v>
                </c:pt>
                <c:pt idx="8076">
                  <c:v>4.1858685761759702</c:v>
                </c:pt>
                <c:pt idx="8077">
                  <c:v>4.1805332911342328</c:v>
                </c:pt>
                <c:pt idx="8078">
                  <c:v>4.1760596589785184</c:v>
                </c:pt>
                <c:pt idx="8079">
                  <c:v>4.1756458440479491</c:v>
                </c:pt>
                <c:pt idx="8080">
                  <c:v>4.1844807532539461</c:v>
                </c:pt>
                <c:pt idx="8081">
                  <c:v>4.1920726352019626</c:v>
                </c:pt>
                <c:pt idx="8082">
                  <c:v>4.1884171381097444</c:v>
                </c:pt>
                <c:pt idx="8083">
                  <c:v>4.1810958578945288</c:v>
                </c:pt>
                <c:pt idx="8084">
                  <c:v>4.1836436285951653</c:v>
                </c:pt>
                <c:pt idx="8085">
                  <c:v>4.1843145942952091</c:v>
                </c:pt>
                <c:pt idx="8086">
                  <c:v>4.1798813150294736</c:v>
                </c:pt>
                <c:pt idx="8087">
                  <c:v>4.1788566681172608</c:v>
                </c:pt>
                <c:pt idx="8088">
                  <c:v>4.1863274913953399</c:v>
                </c:pt>
                <c:pt idx="8089">
                  <c:v>4.194216877002809</c:v>
                </c:pt>
                <c:pt idx="8090">
                  <c:v>4.1909087312576654</c:v>
                </c:pt>
                <c:pt idx="8091">
                  <c:v>4.1804510028880006</c:v>
                </c:pt>
                <c:pt idx="8092">
                  <c:v>4.1763872294971716</c:v>
                </c:pt>
                <c:pt idx="8093">
                  <c:v>4.1820200181983624</c:v>
                </c:pt>
                <c:pt idx="8094">
                  <c:v>4.1830320053803849</c:v>
                </c:pt>
                <c:pt idx="8095">
                  <c:v>4.1807398029829486</c:v>
                </c:pt>
                <c:pt idx="8096">
                  <c:v>4.1775542983740159</c:v>
                </c:pt>
                <c:pt idx="8097">
                  <c:v>4.169130830399177</c:v>
                </c:pt>
                <c:pt idx="8098">
                  <c:v>4.1662064327254029</c:v>
                </c:pt>
                <c:pt idx="8099">
                  <c:v>4.1702789096807376</c:v>
                </c:pt>
                <c:pt idx="8100">
                  <c:v>4.1762701269929181</c:v>
                </c:pt>
                <c:pt idx="8101">
                  <c:v>4.174171776714009</c:v>
                </c:pt>
                <c:pt idx="8102">
                  <c:v>4.17399849665704</c:v>
                </c:pt>
                <c:pt idx="8103">
                  <c:v>4.1738394587965342</c:v>
                </c:pt>
                <c:pt idx="8104">
                  <c:v>4.1718376389603193</c:v>
                </c:pt>
                <c:pt idx="8105">
                  <c:v>4.160598963484591</c:v>
                </c:pt>
                <c:pt idx="8106">
                  <c:v>4.1578921549234478</c:v>
                </c:pt>
                <c:pt idx="8107">
                  <c:v>4.1652767337896108</c:v>
                </c:pt>
                <c:pt idx="8108">
                  <c:v>4.1624124698342371</c:v>
                </c:pt>
                <c:pt idx="8109">
                  <c:v>4.1584151600269017</c:v>
                </c:pt>
                <c:pt idx="8110">
                  <c:v>4.1614954306286345</c:v>
                </c:pt>
                <c:pt idx="8111">
                  <c:v>4.1697630256755156</c:v>
                </c:pt>
                <c:pt idx="8112">
                  <c:v>4.1726937532143848</c:v>
                </c:pt>
                <c:pt idx="8113">
                  <c:v>4.1703406258654114</c:v>
                </c:pt>
                <c:pt idx="8114">
                  <c:v>4.1649428334058634</c:v>
                </c:pt>
                <c:pt idx="8115">
                  <c:v>4.1632970684812278</c:v>
                </c:pt>
                <c:pt idx="8116">
                  <c:v>4.163862800174071</c:v>
                </c:pt>
                <c:pt idx="8117">
                  <c:v>4.1666273687542033</c:v>
                </c:pt>
                <c:pt idx="8118">
                  <c:v>4.1702947343434742</c:v>
                </c:pt>
                <c:pt idx="8119">
                  <c:v>4.1690018593978717</c:v>
                </c:pt>
                <c:pt idx="8120">
                  <c:v>4.1716936345294142</c:v>
                </c:pt>
                <c:pt idx="8121">
                  <c:v>4.1774332397040785</c:v>
                </c:pt>
                <c:pt idx="8122">
                  <c:v>4.1752446888475685</c:v>
                </c:pt>
                <c:pt idx="8123">
                  <c:v>4.1652071052735691</c:v>
                </c:pt>
                <c:pt idx="8124">
                  <c:v>4.1556964829687066</c:v>
                </c:pt>
                <c:pt idx="8125">
                  <c:v>4.1563880207303079</c:v>
                </c:pt>
                <c:pt idx="8126">
                  <c:v>4.1635376033548281</c:v>
                </c:pt>
                <c:pt idx="8127">
                  <c:v>4.1689346045812403</c:v>
                </c:pt>
                <c:pt idx="8128">
                  <c:v>4.1670427661510461</c:v>
                </c:pt>
                <c:pt idx="8129">
                  <c:v>4.1656968785852753</c:v>
                </c:pt>
                <c:pt idx="8130">
                  <c:v>4.1686679590141233</c:v>
                </c:pt>
                <c:pt idx="8131">
                  <c:v>4.1721398900185935</c:v>
                </c:pt>
                <c:pt idx="8132">
                  <c:v>4.1746710448233575</c:v>
                </c:pt>
                <c:pt idx="8133">
                  <c:v>4.1729667286465961</c:v>
                </c:pt>
                <c:pt idx="8134">
                  <c:v>4.1630889741662385</c:v>
                </c:pt>
                <c:pt idx="8135">
                  <c:v>4.1544463346124934</c:v>
                </c:pt>
                <c:pt idx="8136">
                  <c:v>4.1561894212129609</c:v>
                </c:pt>
                <c:pt idx="8137">
                  <c:v>4.1605934248526326</c:v>
                </c:pt>
                <c:pt idx="8138">
                  <c:v>4.1558349487676542</c:v>
                </c:pt>
                <c:pt idx="8139">
                  <c:v>4.1554567393282431</c:v>
                </c:pt>
                <c:pt idx="8140">
                  <c:v>4.1596328678245049</c:v>
                </c:pt>
                <c:pt idx="8141">
                  <c:v>4.1603497250464851</c:v>
                </c:pt>
                <c:pt idx="8142">
                  <c:v>4.1585124817027337</c:v>
                </c:pt>
                <c:pt idx="8143">
                  <c:v>4.1527072041777107</c:v>
                </c:pt>
                <c:pt idx="8144">
                  <c:v>4.1440970051825774</c:v>
                </c:pt>
                <c:pt idx="8145">
                  <c:v>4.142227321280215</c:v>
                </c:pt>
                <c:pt idx="8146">
                  <c:v>4.1507678917593065</c:v>
                </c:pt>
                <c:pt idx="8147">
                  <c:v>4.1574364046366261</c:v>
                </c:pt>
                <c:pt idx="8148">
                  <c:v>4.1556323930846224</c:v>
                </c:pt>
                <c:pt idx="8149">
                  <c:v>4.1574158325750679</c:v>
                </c:pt>
                <c:pt idx="8150">
                  <c:v>4.1567717688016774</c:v>
                </c:pt>
                <c:pt idx="8151">
                  <c:v>4.1531835265260906</c:v>
                </c:pt>
                <c:pt idx="8152">
                  <c:v>4.1527515132333743</c:v>
                </c:pt>
                <c:pt idx="8153">
                  <c:v>4.156444989516161</c:v>
                </c:pt>
                <c:pt idx="8154">
                  <c:v>4.1537888198757766</c:v>
                </c:pt>
                <c:pt idx="8155">
                  <c:v>4.1511429362661705</c:v>
                </c:pt>
                <c:pt idx="8156">
                  <c:v>4.1475380780947102</c:v>
                </c:pt>
                <c:pt idx="8157">
                  <c:v>4.1462420382165606</c:v>
                </c:pt>
                <c:pt idx="8158">
                  <c:v>4.1415088815919612</c:v>
                </c:pt>
                <c:pt idx="8159">
                  <c:v>4.1369379277604148</c:v>
                </c:pt>
                <c:pt idx="8160">
                  <c:v>4.1366206432725399</c:v>
                </c:pt>
                <c:pt idx="8161">
                  <c:v>4.1353681212169162</c:v>
                </c:pt>
                <c:pt idx="8162">
                  <c:v>4.1331020295129957</c:v>
                </c:pt>
                <c:pt idx="8163">
                  <c:v>4.1278419116192584</c:v>
                </c:pt>
                <c:pt idx="8164">
                  <c:v>4.1256992522846856</c:v>
                </c:pt>
                <c:pt idx="8165">
                  <c:v>4.1243320014242197</c:v>
                </c:pt>
                <c:pt idx="8166">
                  <c:v>4.1239514182853982</c:v>
                </c:pt>
                <c:pt idx="8167">
                  <c:v>4.1278474502512168</c:v>
                </c:pt>
                <c:pt idx="8168">
                  <c:v>4.1395133916208415</c:v>
                </c:pt>
                <c:pt idx="8169">
                  <c:v>4.14546504727618</c:v>
                </c:pt>
                <c:pt idx="8170">
                  <c:v>4.1350176049372944</c:v>
                </c:pt>
                <c:pt idx="8171">
                  <c:v>4.1321849903073939</c:v>
                </c:pt>
                <c:pt idx="8172">
                  <c:v>4.141083989397476</c:v>
                </c:pt>
                <c:pt idx="8173">
                  <c:v>4.1403109546227794</c:v>
                </c:pt>
                <c:pt idx="8174">
                  <c:v>4.1304094631483164</c:v>
                </c:pt>
                <c:pt idx="8175">
                  <c:v>4.1252427107647271</c:v>
                </c:pt>
                <c:pt idx="8176">
                  <c:v>4.1166784032915302</c:v>
                </c:pt>
                <c:pt idx="8177">
                  <c:v>4.1163642837362033</c:v>
                </c:pt>
                <c:pt idx="8178">
                  <c:v>4.1247553111524313</c:v>
                </c:pt>
                <c:pt idx="8179">
                  <c:v>4.1312608300035603</c:v>
                </c:pt>
                <c:pt idx="8180">
                  <c:v>4.1315345966689083</c:v>
                </c:pt>
                <c:pt idx="8181">
                  <c:v>4.1291063021719348</c:v>
                </c:pt>
                <c:pt idx="8182">
                  <c:v>4.1278751434110061</c:v>
                </c:pt>
                <c:pt idx="8183">
                  <c:v>4.1206187443130116</c:v>
                </c:pt>
                <c:pt idx="8184">
                  <c:v>4.1258662024765593</c:v>
                </c:pt>
                <c:pt idx="8185">
                  <c:v>4.1307140879060018</c:v>
                </c:pt>
                <c:pt idx="8186">
                  <c:v>4.1382941013569647</c:v>
                </c:pt>
                <c:pt idx="8187">
                  <c:v>4.1395363373818093</c:v>
                </c:pt>
                <c:pt idx="8188">
                  <c:v>4.1285397792459548</c:v>
                </c:pt>
                <c:pt idx="8189">
                  <c:v>4.1253740554654428</c:v>
                </c:pt>
                <c:pt idx="8190">
                  <c:v>4.1236831902520077</c:v>
                </c:pt>
                <c:pt idx="8191">
                  <c:v>4.1239585393836293</c:v>
                </c:pt>
                <c:pt idx="8192">
                  <c:v>4.1208940934446332</c:v>
                </c:pt>
                <c:pt idx="8193">
                  <c:v>4.1185116904695969</c:v>
                </c:pt>
                <c:pt idx="8194">
                  <c:v>4.117144439609131</c:v>
                </c:pt>
                <c:pt idx="8195">
                  <c:v>4.1176706096451321</c:v>
                </c:pt>
                <c:pt idx="8196">
                  <c:v>4.1226806978676267</c:v>
                </c:pt>
                <c:pt idx="8197">
                  <c:v>4.1256122166396327</c:v>
                </c:pt>
                <c:pt idx="8198">
                  <c:v>4.1202468647386956</c:v>
                </c:pt>
                <c:pt idx="8199">
                  <c:v>4.1104355738418326</c:v>
                </c:pt>
                <c:pt idx="8200">
                  <c:v>4.1095604699924833</c:v>
                </c:pt>
                <c:pt idx="8201">
                  <c:v>4.1086378921549231</c:v>
                </c:pt>
                <c:pt idx="8202">
                  <c:v>4.104556711635083</c:v>
                </c:pt>
                <c:pt idx="8203">
                  <c:v>4.103925307591882</c:v>
                </c:pt>
                <c:pt idx="8204">
                  <c:v>4.1181532618586063</c:v>
                </c:pt>
                <c:pt idx="8205">
                  <c:v>4.1239711991138188</c:v>
                </c:pt>
                <c:pt idx="8206">
                  <c:v>4.1218633540372673</c:v>
                </c:pt>
                <c:pt idx="8207">
                  <c:v>4.1222312774458993</c:v>
                </c:pt>
                <c:pt idx="8208">
                  <c:v>4.1179499149424377</c:v>
                </c:pt>
                <c:pt idx="8209">
                  <c:v>4.1187577639751556</c:v>
                </c:pt>
                <c:pt idx="8210">
                  <c:v>4.1210752858329709</c:v>
                </c:pt>
                <c:pt idx="8211">
                  <c:v>4.1195260513510306</c:v>
                </c:pt>
                <c:pt idx="8212">
                  <c:v>4.1167638564703086</c:v>
                </c:pt>
                <c:pt idx="8213">
                  <c:v>4.1160525378802868</c:v>
                </c:pt>
                <c:pt idx="8214">
                  <c:v>4.1177734699529216</c:v>
                </c:pt>
                <c:pt idx="8215">
                  <c:v>4.1210634173359182</c:v>
                </c:pt>
                <c:pt idx="8216">
                  <c:v>4.1183518613759542</c:v>
                </c:pt>
                <c:pt idx="8217">
                  <c:v>4.1090414210547141</c:v>
                </c:pt>
                <c:pt idx="8218">
                  <c:v>4.1050330339834629</c:v>
                </c:pt>
                <c:pt idx="8219">
                  <c:v>4.1058155635558018</c:v>
                </c:pt>
                <c:pt idx="8220">
                  <c:v>4.1060592633619493</c:v>
                </c:pt>
                <c:pt idx="8221">
                  <c:v>4.1012920837124662</c:v>
                </c:pt>
                <c:pt idx="8222">
                  <c:v>4.0966372591684141</c:v>
                </c:pt>
                <c:pt idx="8223">
                  <c:v>4.0962725006923293</c:v>
                </c:pt>
                <c:pt idx="8224">
                  <c:v>4.0983922142659335</c:v>
                </c:pt>
                <c:pt idx="8225">
                  <c:v>4.100658305969854</c:v>
                </c:pt>
                <c:pt idx="8226">
                  <c:v>4.107401194762037</c:v>
                </c:pt>
                <c:pt idx="8227">
                  <c:v>4.1077857340665425</c:v>
                </c:pt>
                <c:pt idx="8228">
                  <c:v>4.1026007833208054</c:v>
                </c:pt>
                <c:pt idx="8229">
                  <c:v>4.1006329865094751</c:v>
                </c:pt>
                <c:pt idx="8230">
                  <c:v>4.0972805317086678</c:v>
                </c:pt>
                <c:pt idx="8231">
                  <c:v>4.1006630533686748</c:v>
                </c:pt>
                <c:pt idx="8232">
                  <c:v>4.1104379475412429</c:v>
                </c:pt>
                <c:pt idx="8233">
                  <c:v>4.122059579855204</c:v>
                </c:pt>
                <c:pt idx="8234">
                  <c:v>4.126375756616687</c:v>
                </c:pt>
                <c:pt idx="8235">
                  <c:v>4.1164354947185187</c:v>
                </c:pt>
                <c:pt idx="8236">
                  <c:v>4.1050172093207262</c:v>
                </c:pt>
                <c:pt idx="8237">
                  <c:v>4.1052925584523479</c:v>
                </c:pt>
                <c:pt idx="8238">
                  <c:v>4.107722435415595</c:v>
                </c:pt>
                <c:pt idx="8239">
                  <c:v>4.1048288958341574</c:v>
                </c:pt>
                <c:pt idx="8240">
                  <c:v>4.0979562448075324</c:v>
                </c:pt>
                <c:pt idx="8241">
                  <c:v>4.0987269058828186</c:v>
                </c:pt>
                <c:pt idx="8242">
                  <c:v>4.1019337737864463</c:v>
                </c:pt>
                <c:pt idx="8243">
                  <c:v>4.1032519681924278</c:v>
                </c:pt>
                <c:pt idx="8244">
                  <c:v>4.1063797127823713</c:v>
                </c:pt>
                <c:pt idx="8245">
                  <c:v>4.1079653439886066</c:v>
                </c:pt>
                <c:pt idx="8246">
                  <c:v>4.1124112829845316</c:v>
                </c:pt>
                <c:pt idx="8247">
                  <c:v>4.1163183922142661</c:v>
                </c:pt>
                <c:pt idx="8248">
                  <c:v>4.1236198916010602</c:v>
                </c:pt>
                <c:pt idx="8249">
                  <c:v>4.126253115480476</c:v>
                </c:pt>
                <c:pt idx="8250">
                  <c:v>4.1270973612374888</c:v>
                </c:pt>
                <c:pt idx="8251">
                  <c:v>4.1264509237646871</c:v>
                </c:pt>
                <c:pt idx="8252">
                  <c:v>4.1235186137595443</c:v>
                </c:pt>
                <c:pt idx="8253">
                  <c:v>4.1209961625192859</c:v>
                </c:pt>
                <c:pt idx="8254">
                  <c:v>4.1124761641017527</c:v>
                </c:pt>
                <c:pt idx="8255">
                  <c:v>4.1022399810104044</c:v>
                </c:pt>
                <c:pt idx="8256">
                  <c:v>4.1028729675198798</c:v>
                </c:pt>
                <c:pt idx="8257">
                  <c:v>4.1083047830043125</c:v>
                </c:pt>
                <c:pt idx="8258">
                  <c:v>4.1030320053803857</c:v>
                </c:pt>
                <c:pt idx="8259">
                  <c:v>4.0935134707441545</c:v>
                </c:pt>
                <c:pt idx="8260">
                  <c:v>4.0867697907188356</c:v>
                </c:pt>
                <c:pt idx="8261">
                  <c:v>4.096702931518772</c:v>
                </c:pt>
                <c:pt idx="8262">
                  <c:v>4.1094528622858721</c:v>
                </c:pt>
                <c:pt idx="8263">
                  <c:v>4.1133180361593542</c:v>
                </c:pt>
                <c:pt idx="8264">
                  <c:v>4.1161546069549395</c:v>
                </c:pt>
                <c:pt idx="8265">
                  <c:v>4.105511730031254</c:v>
                </c:pt>
                <c:pt idx="8266">
                  <c:v>4.0926668512877322</c:v>
                </c:pt>
                <c:pt idx="8267">
                  <c:v>4.0909538315464653</c:v>
                </c:pt>
                <c:pt idx="8268">
                  <c:v>4.1008877635795384</c:v>
                </c:pt>
                <c:pt idx="8269">
                  <c:v>4.1187633026071131</c:v>
                </c:pt>
                <c:pt idx="8270">
                  <c:v>4.1200783320805474</c:v>
                </c:pt>
                <c:pt idx="8271">
                  <c:v>4.1188376785219765</c:v>
                </c:pt>
                <c:pt idx="8272">
                  <c:v>4.1252862285872531</c:v>
                </c:pt>
                <c:pt idx="8273">
                  <c:v>4.1207065711912012</c:v>
                </c:pt>
                <c:pt idx="8274">
                  <c:v>4.1109475016813706</c:v>
                </c:pt>
                <c:pt idx="8275">
                  <c:v>4.1012999960438341</c:v>
                </c:pt>
                <c:pt idx="8276">
                  <c:v>4.100741385449223</c:v>
                </c:pt>
                <c:pt idx="8277">
                  <c:v>4.1071036911025836</c:v>
                </c:pt>
                <c:pt idx="8278">
                  <c:v>4.1148182141868102</c:v>
                </c:pt>
                <c:pt idx="8279">
                  <c:v>4.1191779087708191</c:v>
                </c:pt>
                <c:pt idx="8280">
                  <c:v>4.1182110218775962</c:v>
                </c:pt>
                <c:pt idx="8281">
                  <c:v>4.1188835700439137</c:v>
                </c:pt>
                <c:pt idx="8282">
                  <c:v>4.1204320132927164</c:v>
                </c:pt>
                <c:pt idx="8283">
                  <c:v>4.1142754282549356</c:v>
                </c:pt>
                <c:pt idx="8284">
                  <c:v>4.1172124856588992</c:v>
                </c:pt>
                <c:pt idx="8285">
                  <c:v>4.1210127784151602</c:v>
                </c:pt>
                <c:pt idx="8286">
                  <c:v>4.1236088143371443</c:v>
                </c:pt>
                <c:pt idx="8287">
                  <c:v>4.1277635795387111</c:v>
                </c:pt>
                <c:pt idx="8288">
                  <c:v>4.1283063654705856</c:v>
                </c:pt>
                <c:pt idx="8289">
                  <c:v>4.126188234363255</c:v>
                </c:pt>
                <c:pt idx="8290">
                  <c:v>4.1219717529770143</c:v>
                </c:pt>
                <c:pt idx="8291">
                  <c:v>4.1205285437354116</c:v>
                </c:pt>
                <c:pt idx="8292">
                  <c:v>4.1189144281362502</c:v>
                </c:pt>
                <c:pt idx="8293">
                  <c:v>4.1218190449816037</c:v>
                </c:pt>
                <c:pt idx="8294">
                  <c:v>4.1241262808086399</c:v>
                </c:pt>
                <c:pt idx="8295">
                  <c:v>4.1161656842188554</c:v>
                </c:pt>
                <c:pt idx="8296">
                  <c:v>4.1077121493848159</c:v>
                </c:pt>
                <c:pt idx="8297">
                  <c:v>4.1017090635755826</c:v>
                </c:pt>
                <c:pt idx="8298">
                  <c:v>4.0908786643984651</c:v>
                </c:pt>
                <c:pt idx="8299">
                  <c:v>4.0883546306919332</c:v>
                </c:pt>
                <c:pt idx="8300">
                  <c:v>4.0907734303912644</c:v>
                </c:pt>
                <c:pt idx="8301">
                  <c:v>4.089029552557661</c:v>
                </c:pt>
                <c:pt idx="8302">
                  <c:v>4.0857957827273808</c:v>
                </c:pt>
                <c:pt idx="8303">
                  <c:v>4.0904759267318118</c:v>
                </c:pt>
                <c:pt idx="8304">
                  <c:v>4.0969126083000358</c:v>
                </c:pt>
                <c:pt idx="8305">
                  <c:v>4.0987332357479129</c:v>
                </c:pt>
                <c:pt idx="8306">
                  <c:v>4.1033817304268707</c:v>
                </c:pt>
                <c:pt idx="8307">
                  <c:v>4.1128583297068477</c:v>
                </c:pt>
                <c:pt idx="8308">
                  <c:v>4.1160509554140123</c:v>
                </c:pt>
                <c:pt idx="8309">
                  <c:v>4.1119341694030149</c:v>
                </c:pt>
                <c:pt idx="8310">
                  <c:v>4.11628990782134</c:v>
                </c:pt>
                <c:pt idx="8311">
                  <c:v>4.1176136408592789</c:v>
                </c:pt>
                <c:pt idx="8312">
                  <c:v>4.1132855956007441</c:v>
                </c:pt>
                <c:pt idx="8313">
                  <c:v>4.107477153143174</c:v>
                </c:pt>
                <c:pt idx="8314">
                  <c:v>4.098798116865134</c:v>
                </c:pt>
                <c:pt idx="8315">
                  <c:v>4.0951703129327059</c:v>
                </c:pt>
                <c:pt idx="8316">
                  <c:v>4.0929651461803225</c:v>
                </c:pt>
                <c:pt idx="8317">
                  <c:v>4.0917213276892035</c:v>
                </c:pt>
                <c:pt idx="8318">
                  <c:v>4.0992791866123355</c:v>
                </c:pt>
                <c:pt idx="8319">
                  <c:v>4.1123543141986785</c:v>
                </c:pt>
                <c:pt idx="8320">
                  <c:v>4.1156608774775485</c:v>
                </c:pt>
                <c:pt idx="8321">
                  <c:v>4.1142509000276934</c:v>
                </c:pt>
                <c:pt idx="8322">
                  <c:v>4.1152668433754007</c:v>
                </c:pt>
                <c:pt idx="8323">
                  <c:v>4.1110772639158126</c:v>
                </c:pt>
                <c:pt idx="8324">
                  <c:v>4.1034837995015234</c:v>
                </c:pt>
                <c:pt idx="8325">
                  <c:v>4.0965264865292559</c:v>
                </c:pt>
                <c:pt idx="8326">
                  <c:v>4.0956901531036118</c:v>
                </c:pt>
                <c:pt idx="8327">
                  <c:v>4.098159591723701</c:v>
                </c:pt>
                <c:pt idx="8328">
                  <c:v>4.0984468093523754</c:v>
                </c:pt>
                <c:pt idx="8329">
                  <c:v>4.1042196463187874</c:v>
                </c:pt>
                <c:pt idx="8330">
                  <c:v>4.1044862918859044</c:v>
                </c:pt>
                <c:pt idx="8331">
                  <c:v>4.1013490524983185</c:v>
                </c:pt>
                <c:pt idx="8332">
                  <c:v>4.0985583732246704</c:v>
                </c:pt>
                <c:pt idx="8333">
                  <c:v>4.0966222257388143</c:v>
                </c:pt>
                <c:pt idx="8334">
                  <c:v>4.0957676939510224</c:v>
                </c:pt>
                <c:pt idx="8335">
                  <c:v>4.0963231396130872</c:v>
                </c:pt>
                <c:pt idx="8336">
                  <c:v>4.0986121770779764</c:v>
                </c:pt>
                <c:pt idx="8337">
                  <c:v>4.102346006250742</c:v>
                </c:pt>
                <c:pt idx="8338">
                  <c:v>4.1043628595165567</c:v>
                </c:pt>
                <c:pt idx="8339">
                  <c:v>4.106958104205404</c:v>
                </c:pt>
                <c:pt idx="8340">
                  <c:v>4.1130695889543851</c:v>
                </c:pt>
                <c:pt idx="8341">
                  <c:v>4.1164877161055502</c:v>
                </c:pt>
                <c:pt idx="8342">
                  <c:v>4.1144930173675673</c:v>
                </c:pt>
                <c:pt idx="8343">
                  <c:v>4.1134944811488703</c:v>
                </c:pt>
                <c:pt idx="8344">
                  <c:v>4.1190584325671562</c:v>
                </c:pt>
                <c:pt idx="8345">
                  <c:v>4.1221410768682993</c:v>
                </c:pt>
                <c:pt idx="8346">
                  <c:v>4.1219488072160466</c:v>
                </c:pt>
                <c:pt idx="8347">
                  <c:v>4.1262444119159714</c:v>
                </c:pt>
                <c:pt idx="8348">
                  <c:v>4.1245543379356731</c:v>
                </c:pt>
                <c:pt idx="8349">
                  <c:v>4.1219844127072038</c:v>
                </c:pt>
                <c:pt idx="8350">
                  <c:v>4.1228974957471216</c:v>
                </c:pt>
                <c:pt idx="8351">
                  <c:v>4.1176895992404159</c:v>
                </c:pt>
                <c:pt idx="8352">
                  <c:v>4.1109672825097912</c:v>
                </c:pt>
                <c:pt idx="8353">
                  <c:v>4.1070815365747517</c:v>
                </c:pt>
                <c:pt idx="8354">
                  <c:v>4.107888594374332</c:v>
                </c:pt>
                <c:pt idx="8355">
                  <c:v>4.1056984610515492</c:v>
                </c:pt>
                <c:pt idx="8356">
                  <c:v>4.0993140008703568</c:v>
                </c:pt>
                <c:pt idx="8357">
                  <c:v>4.096587411480793</c:v>
                </c:pt>
                <c:pt idx="8358">
                  <c:v>4.1103058116073905</c:v>
                </c:pt>
                <c:pt idx="8359">
                  <c:v>4.1245780749297785</c:v>
                </c:pt>
                <c:pt idx="8360">
                  <c:v>4.1235692526803023</c:v>
                </c:pt>
                <c:pt idx="8361">
                  <c:v>4.1163832733314871</c:v>
                </c:pt>
                <c:pt idx="8362">
                  <c:v>4.113210428452744</c:v>
                </c:pt>
                <c:pt idx="8363">
                  <c:v>4.1110701428175815</c:v>
                </c:pt>
                <c:pt idx="8364">
                  <c:v>4.111263203702971</c:v>
                </c:pt>
                <c:pt idx="8365">
                  <c:v>4.1140673339399454</c:v>
                </c:pt>
                <c:pt idx="8366">
                  <c:v>4.115889543854097</c:v>
                </c:pt>
                <c:pt idx="8367">
                  <c:v>4.1173477865252996</c:v>
                </c:pt>
                <c:pt idx="8368">
                  <c:v>4.1248344344661154</c:v>
                </c:pt>
                <c:pt idx="8369">
                  <c:v>4.1347588717015471</c:v>
                </c:pt>
                <c:pt idx="8370">
                  <c:v>4.1383091347865646</c:v>
                </c:pt>
                <c:pt idx="8371">
                  <c:v>4.1384610515488385</c:v>
                </c:pt>
                <c:pt idx="8372">
                  <c:v>4.1306230960952641</c:v>
                </c:pt>
                <c:pt idx="8373">
                  <c:v>4.1176626973137633</c:v>
                </c:pt>
                <c:pt idx="8374">
                  <c:v>4.1166902717885829</c:v>
                </c:pt>
                <c:pt idx="8375">
                  <c:v>4.1224623175218582</c:v>
                </c:pt>
                <c:pt idx="8376">
                  <c:v>4.1221410768682993</c:v>
                </c:pt>
                <c:pt idx="8377">
                  <c:v>4.1239316374569768</c:v>
                </c:pt>
                <c:pt idx="8378">
                  <c:v>4.1268924318550457</c:v>
                </c:pt>
                <c:pt idx="8379">
                  <c:v>4.1234845907346598</c:v>
                </c:pt>
                <c:pt idx="8380">
                  <c:v>4.1240479487280925</c:v>
                </c:pt>
                <c:pt idx="8381">
                  <c:v>4.1307164616054122</c:v>
                </c:pt>
                <c:pt idx="8382">
                  <c:v>4.1358476084978442</c:v>
                </c:pt>
                <c:pt idx="8383">
                  <c:v>4.1350310559006207</c:v>
                </c:pt>
                <c:pt idx="8384">
                  <c:v>4.1360636151442023</c:v>
                </c:pt>
                <c:pt idx="8385">
                  <c:v>4.1340926534003248</c:v>
                </c:pt>
                <c:pt idx="8386">
                  <c:v>4.1249238438105786</c:v>
                </c:pt>
                <c:pt idx="8387">
                  <c:v>4.1193472326621041</c:v>
                </c:pt>
                <c:pt idx="8388">
                  <c:v>4.1159298967440758</c:v>
                </c:pt>
                <c:pt idx="8389">
                  <c:v>4.113502393480239</c:v>
                </c:pt>
                <c:pt idx="8390">
                  <c:v>4.1134256438659653</c:v>
                </c:pt>
                <c:pt idx="8391">
                  <c:v>4.1188171064604182</c:v>
                </c:pt>
                <c:pt idx="8392">
                  <c:v>4.1281330854136176</c:v>
                </c:pt>
                <c:pt idx="8393">
                  <c:v>4.1243865965106616</c:v>
                </c:pt>
                <c:pt idx="8394">
                  <c:v>4.1178059105115326</c:v>
                </c:pt>
                <c:pt idx="8395">
                  <c:v>4.1154670253590222</c:v>
                </c:pt>
                <c:pt idx="8396">
                  <c:v>4.115727341061044</c:v>
                </c:pt>
                <c:pt idx="8397">
                  <c:v>4.1203370653162956</c:v>
                </c:pt>
                <c:pt idx="8398">
                  <c:v>4.1224820983502788</c:v>
                </c:pt>
                <c:pt idx="8399">
                  <c:v>4.1260244491039284</c:v>
                </c:pt>
                <c:pt idx="8400">
                  <c:v>4.1287470823278083</c:v>
                </c:pt>
                <c:pt idx="8401">
                  <c:v>4.1242544605768092</c:v>
                </c:pt>
                <c:pt idx="8402">
                  <c:v>4.119098785457135</c:v>
                </c:pt>
                <c:pt idx="8403">
                  <c:v>4.1239632867824501</c:v>
                </c:pt>
                <c:pt idx="8404">
                  <c:v>4.1305677097756854</c:v>
                </c:pt>
                <c:pt idx="8405">
                  <c:v>4.1357423744906434</c:v>
                </c:pt>
                <c:pt idx="8406">
                  <c:v>4.1366024449103929</c:v>
                </c:pt>
                <c:pt idx="8407">
                  <c:v>4.1273861613324367</c:v>
                </c:pt>
                <c:pt idx="8408">
                  <c:v>4.1164038453930454</c:v>
                </c:pt>
                <c:pt idx="8409">
                  <c:v>4.1147572892352731</c:v>
                </c:pt>
                <c:pt idx="8410">
                  <c:v>4.115702021600665</c:v>
                </c:pt>
                <c:pt idx="8411">
                  <c:v>4.1159101159156544</c:v>
                </c:pt>
                <c:pt idx="8412">
                  <c:v>4.1142437789294615</c:v>
                </c:pt>
                <c:pt idx="8413">
                  <c:v>4.1081773944692808</c:v>
                </c:pt>
                <c:pt idx="8414">
                  <c:v>4.1098176207619579</c:v>
                </c:pt>
                <c:pt idx="8415">
                  <c:v>4.115273173240495</c:v>
                </c:pt>
                <c:pt idx="8416">
                  <c:v>4.1261557938046449</c:v>
                </c:pt>
                <c:pt idx="8417">
                  <c:v>4.1270095343592992</c:v>
                </c:pt>
                <c:pt idx="8418">
                  <c:v>4.1237892154923452</c:v>
                </c:pt>
                <c:pt idx="8419">
                  <c:v>4.1215713890097714</c:v>
                </c:pt>
                <c:pt idx="8420">
                  <c:v>4.1169664121533414</c:v>
                </c:pt>
                <c:pt idx="8421">
                  <c:v>4.1142801756537564</c:v>
                </c:pt>
                <c:pt idx="8422">
                  <c:v>4.1172425525180998</c:v>
                </c:pt>
                <c:pt idx="8423">
                  <c:v>4.1215160026901927</c:v>
                </c:pt>
                <c:pt idx="8424">
                  <c:v>4.1250646833089366</c:v>
                </c:pt>
                <c:pt idx="8425">
                  <c:v>4.1178889899909006</c:v>
                </c:pt>
                <c:pt idx="8426">
                  <c:v>4.1091680183566091</c:v>
                </c:pt>
                <c:pt idx="8427">
                  <c:v>4.1140515092772088</c:v>
                </c:pt>
                <c:pt idx="8428">
                  <c:v>4.1203568461447162</c:v>
                </c:pt>
                <c:pt idx="8429">
                  <c:v>4.1278624836808167</c:v>
                </c:pt>
                <c:pt idx="8430">
                  <c:v>4.1346916168849148</c:v>
                </c:pt>
                <c:pt idx="8431">
                  <c:v>4.1362891165882028</c:v>
                </c:pt>
                <c:pt idx="8432">
                  <c:v>4.1344178502195668</c:v>
                </c:pt>
                <c:pt idx="8433">
                  <c:v>4.1301570597776633</c:v>
                </c:pt>
                <c:pt idx="8434">
                  <c:v>4.1222439371760888</c:v>
                </c:pt>
                <c:pt idx="8435">
                  <c:v>4.1242607904419035</c:v>
                </c:pt>
                <c:pt idx="8436">
                  <c:v>4.136378525932666</c:v>
                </c:pt>
                <c:pt idx="8437">
                  <c:v>4.1458298057522649</c:v>
                </c:pt>
                <c:pt idx="8438">
                  <c:v>4.1406757130988643</c:v>
                </c:pt>
                <c:pt idx="8439">
                  <c:v>4.1322213870316888</c:v>
                </c:pt>
                <c:pt idx="8440">
                  <c:v>4.131268742334929</c:v>
                </c:pt>
                <c:pt idx="8441">
                  <c:v>4.140799145468212</c:v>
                </c:pt>
                <c:pt idx="8442">
                  <c:v>4.1453708905328952</c:v>
                </c:pt>
                <c:pt idx="8443">
                  <c:v>4.1403315266843377</c:v>
                </c:pt>
                <c:pt idx="8444">
                  <c:v>4.1338560746924085</c:v>
                </c:pt>
                <c:pt idx="8445">
                  <c:v>4.1323464018673102</c:v>
                </c:pt>
                <c:pt idx="8446">
                  <c:v>4.136115045298097</c:v>
                </c:pt>
                <c:pt idx="8447">
                  <c:v>4.1412628080864025</c:v>
                </c:pt>
                <c:pt idx="8448">
                  <c:v>4.1402136329469474</c:v>
                </c:pt>
                <c:pt idx="8449">
                  <c:v>4.1410634173359178</c:v>
                </c:pt>
                <c:pt idx="8450">
                  <c:v>4.1387482691775128</c:v>
                </c:pt>
                <c:pt idx="8451">
                  <c:v>4.1321873640068043</c:v>
                </c:pt>
                <c:pt idx="8452">
                  <c:v>4.1274004035288998</c:v>
                </c:pt>
                <c:pt idx="8453">
                  <c:v>4.1303801875222534</c:v>
                </c:pt>
                <c:pt idx="8454">
                  <c:v>4.1368050005934247</c:v>
                </c:pt>
                <c:pt idx="8455">
                  <c:v>4.1360058551252123</c:v>
                </c:pt>
                <c:pt idx="8456">
                  <c:v>4.1376967203386474</c:v>
                </c:pt>
                <c:pt idx="8457">
                  <c:v>4.1370502828658466</c:v>
                </c:pt>
                <c:pt idx="8458">
                  <c:v>4.127890176840606</c:v>
                </c:pt>
                <c:pt idx="8459">
                  <c:v>4.122254223206868</c:v>
                </c:pt>
                <c:pt idx="8460">
                  <c:v>4.1214258021125927</c:v>
                </c:pt>
                <c:pt idx="8461">
                  <c:v>4.1213435138663606</c:v>
                </c:pt>
                <c:pt idx="8462">
                  <c:v>4.1243771017130193</c:v>
                </c:pt>
                <c:pt idx="8463">
                  <c:v>4.1284052696126912</c:v>
                </c:pt>
                <c:pt idx="8464">
                  <c:v>4.1305645448431383</c:v>
                </c:pt>
                <c:pt idx="8465">
                  <c:v>4.1295984491830522</c:v>
                </c:pt>
                <c:pt idx="8466">
                  <c:v>4.1231380306207228</c:v>
                </c:pt>
                <c:pt idx="8467">
                  <c:v>4.118911263203703</c:v>
                </c:pt>
                <c:pt idx="8468">
                  <c:v>4.1200989041421057</c:v>
                </c:pt>
                <c:pt idx="8469">
                  <c:v>4.129948965462674</c:v>
                </c:pt>
                <c:pt idx="8470">
                  <c:v>4.1363547889385606</c:v>
                </c:pt>
                <c:pt idx="8471">
                  <c:v>4.1298002136329472</c:v>
                </c:pt>
                <c:pt idx="8472">
                  <c:v>4.1212889187799187</c:v>
                </c:pt>
                <c:pt idx="8473">
                  <c:v>4.1192689005815559</c:v>
                </c:pt>
                <c:pt idx="8474">
                  <c:v>4.1136487716105554</c:v>
                </c:pt>
                <c:pt idx="8475">
                  <c:v>4.1050575622107051</c:v>
                </c:pt>
                <c:pt idx="8476">
                  <c:v>4.107697115955216</c:v>
                </c:pt>
                <c:pt idx="8477">
                  <c:v>4.1098991177750523</c:v>
                </c:pt>
                <c:pt idx="8478">
                  <c:v>4.111360525378803</c:v>
                </c:pt>
                <c:pt idx="8479">
                  <c:v>4.1165264865292555</c:v>
                </c:pt>
                <c:pt idx="8480">
                  <c:v>4.1202579420026115</c:v>
                </c:pt>
                <c:pt idx="8481">
                  <c:v>4.1253178779127273</c:v>
                </c:pt>
                <c:pt idx="8482">
                  <c:v>4.1224615262887205</c:v>
                </c:pt>
                <c:pt idx="8483">
                  <c:v>4.1165359813268978</c:v>
                </c:pt>
                <c:pt idx="8484">
                  <c:v>4.1230264667484278</c:v>
                </c:pt>
                <c:pt idx="8485">
                  <c:v>4.1336432329785975</c:v>
                </c:pt>
                <c:pt idx="8486">
                  <c:v>4.1324635043715627</c:v>
                </c:pt>
                <c:pt idx="8487">
                  <c:v>4.132548957550342</c:v>
                </c:pt>
                <c:pt idx="8488">
                  <c:v>4.1345499861534201</c:v>
                </c:pt>
                <c:pt idx="8489">
                  <c:v>4.1329168809589749</c:v>
                </c:pt>
                <c:pt idx="8490">
                  <c:v>4.1342936266170831</c:v>
                </c:pt>
                <c:pt idx="8491">
                  <c:v>4.1355920401946431</c:v>
                </c:pt>
                <c:pt idx="8492">
                  <c:v>4.1353364718914429</c:v>
                </c:pt>
                <c:pt idx="8493">
                  <c:v>4.1381121177354911</c:v>
                </c:pt>
                <c:pt idx="8494">
                  <c:v>4.1427566562487641</c:v>
                </c:pt>
                <c:pt idx="8495">
                  <c:v>4.141062626102781</c:v>
                </c:pt>
                <c:pt idx="8496">
                  <c:v>4.1358776753570439</c:v>
                </c:pt>
                <c:pt idx="8497">
                  <c:v>4.132812438184911</c:v>
                </c:pt>
                <c:pt idx="8498">
                  <c:v>4.1248914032519686</c:v>
                </c:pt>
                <c:pt idx="8499">
                  <c:v>4.1155967875934643</c:v>
                </c:pt>
                <c:pt idx="8500">
                  <c:v>4.1124840764331214</c:v>
                </c:pt>
                <c:pt idx="8501">
                  <c:v>4.1127024567788899</c:v>
                </c:pt>
                <c:pt idx="8502">
                  <c:v>4.1139019662143452</c:v>
                </c:pt>
                <c:pt idx="8503">
                  <c:v>4.1149914942437791</c:v>
                </c:pt>
                <c:pt idx="8504">
                  <c:v>4.1171072516516993</c:v>
                </c:pt>
                <c:pt idx="8505">
                  <c:v>4.1224314594295208</c:v>
                </c:pt>
                <c:pt idx="8506">
                  <c:v>4.1280096530442698</c:v>
                </c:pt>
                <c:pt idx="8507">
                  <c:v>4.1311999050520232</c:v>
                </c:pt>
                <c:pt idx="8508">
                  <c:v>4.1323092139098785</c:v>
                </c:pt>
                <c:pt idx="8509">
                  <c:v>4.1360794398069389</c:v>
                </c:pt>
                <c:pt idx="8510">
                  <c:v>4.1398607429679153</c:v>
                </c:pt>
                <c:pt idx="8511">
                  <c:v>4.1370930094552358</c:v>
                </c:pt>
                <c:pt idx="8512">
                  <c:v>4.1313296672864661</c:v>
                </c:pt>
                <c:pt idx="8513">
                  <c:v>4.1259429520908339</c:v>
                </c:pt>
                <c:pt idx="8514">
                  <c:v>4.1250543972781584</c:v>
                </c:pt>
                <c:pt idx="8515">
                  <c:v>4.1184151600269017</c:v>
                </c:pt>
                <c:pt idx="8516">
                  <c:v>4.1174308660046686</c:v>
                </c:pt>
                <c:pt idx="8517">
                  <c:v>4.120267436800253</c:v>
                </c:pt>
                <c:pt idx="8518">
                  <c:v>4.1255845234798434</c:v>
                </c:pt>
                <c:pt idx="8519">
                  <c:v>4.1248716224235471</c:v>
                </c:pt>
                <c:pt idx="8520">
                  <c:v>4.1107758040906752</c:v>
                </c:pt>
                <c:pt idx="8521">
                  <c:v>4.1035075364956288</c:v>
                </c:pt>
                <c:pt idx="8522">
                  <c:v>4.1052529967955058</c:v>
                </c:pt>
                <c:pt idx="8523">
                  <c:v>4.107942398227638</c:v>
                </c:pt>
                <c:pt idx="8524">
                  <c:v>4.1083957748150493</c:v>
                </c:pt>
                <c:pt idx="8525">
                  <c:v>4.1105162796217902</c:v>
                </c:pt>
                <c:pt idx="8526">
                  <c:v>4.1148269177513157</c:v>
                </c:pt>
                <c:pt idx="8527">
                  <c:v>4.1086125726945442</c:v>
                </c:pt>
                <c:pt idx="8528">
                  <c:v>4.1086822012105868</c:v>
                </c:pt>
                <c:pt idx="8529">
                  <c:v>4.1142928353839459</c:v>
                </c:pt>
                <c:pt idx="8530">
                  <c:v>4.110642876923686</c:v>
                </c:pt>
                <c:pt idx="8531">
                  <c:v>4.1090556632511772</c:v>
                </c:pt>
                <c:pt idx="8532">
                  <c:v>4.1121121968588046</c:v>
                </c:pt>
                <c:pt idx="8533">
                  <c:v>4.1082976619060805</c:v>
                </c:pt>
                <c:pt idx="8534">
                  <c:v>4.1026332238794163</c:v>
                </c:pt>
                <c:pt idx="8535">
                  <c:v>4.0995972623333463</c:v>
                </c:pt>
                <c:pt idx="8536">
                  <c:v>4.1047347390908735</c:v>
                </c:pt>
                <c:pt idx="8537">
                  <c:v>4.1065703999683505</c:v>
                </c:pt>
                <c:pt idx="8538">
                  <c:v>4.1033659057641332</c:v>
                </c:pt>
                <c:pt idx="8539">
                  <c:v>4.0957819361474854</c:v>
                </c:pt>
                <c:pt idx="8540">
                  <c:v>4.0942659334572928</c:v>
                </c:pt>
                <c:pt idx="8541">
                  <c:v>4.1045242710764729</c:v>
                </c:pt>
                <c:pt idx="8542">
                  <c:v>4.1109300945523595</c:v>
                </c:pt>
                <c:pt idx="8543">
                  <c:v>4.1032377259959647</c:v>
                </c:pt>
                <c:pt idx="8544">
                  <c:v>4.0977600189895949</c:v>
                </c:pt>
                <c:pt idx="8545">
                  <c:v>4.0975076156189418</c:v>
                </c:pt>
                <c:pt idx="8546">
                  <c:v>4.0970732286268152</c:v>
                </c:pt>
                <c:pt idx="8547">
                  <c:v>4.0942461526288723</c:v>
                </c:pt>
                <c:pt idx="8548">
                  <c:v>4.0922815207500891</c:v>
                </c:pt>
                <c:pt idx="8549">
                  <c:v>4.0867871978478458</c:v>
                </c:pt>
                <c:pt idx="8550">
                  <c:v>4.087724017881869</c:v>
                </c:pt>
                <c:pt idx="8551">
                  <c:v>4.0880769078609012</c:v>
                </c:pt>
                <c:pt idx="8552">
                  <c:v>4.0892028326146299</c:v>
                </c:pt>
                <c:pt idx="8553">
                  <c:v>4.0940799936701353</c:v>
                </c:pt>
                <c:pt idx="8554">
                  <c:v>4.1045519642362622</c:v>
                </c:pt>
                <c:pt idx="8555">
                  <c:v>4.1057166594136962</c:v>
                </c:pt>
                <c:pt idx="8556">
                  <c:v>4.0983566087747754</c:v>
                </c:pt>
                <c:pt idx="8557">
                  <c:v>4.100947106064802</c:v>
                </c:pt>
                <c:pt idx="8558">
                  <c:v>4.1043225066265778</c:v>
                </c:pt>
                <c:pt idx="8559">
                  <c:v>4.1045258535427465</c:v>
                </c:pt>
                <c:pt idx="8560">
                  <c:v>4.1044744233888517</c:v>
                </c:pt>
                <c:pt idx="8561">
                  <c:v>4.1105803695058754</c:v>
                </c:pt>
                <c:pt idx="8562">
                  <c:v>4.1190212446097245</c:v>
                </c:pt>
                <c:pt idx="8563">
                  <c:v>4.1181413933615536</c:v>
                </c:pt>
                <c:pt idx="8564">
                  <c:v>4.1080420936028803</c:v>
                </c:pt>
                <c:pt idx="8565">
                  <c:v>4.1003892867033276</c:v>
                </c:pt>
                <c:pt idx="8566">
                  <c:v>4.099569569173557</c:v>
                </c:pt>
                <c:pt idx="8567">
                  <c:v>4.0863536020888551</c:v>
                </c:pt>
                <c:pt idx="8568">
                  <c:v>4.0801329271669902</c:v>
                </c:pt>
                <c:pt idx="8569">
                  <c:v>4.0870728330102466</c:v>
                </c:pt>
                <c:pt idx="8570">
                  <c:v>4.0958523558966649</c:v>
                </c:pt>
                <c:pt idx="8571">
                  <c:v>4.0959979427938444</c:v>
                </c:pt>
                <c:pt idx="8572">
                  <c:v>4.0900684416663369</c:v>
                </c:pt>
                <c:pt idx="8573">
                  <c:v>4.0886086165288607</c:v>
                </c:pt>
                <c:pt idx="8574">
                  <c:v>4.0896340546742094</c:v>
                </c:pt>
                <c:pt idx="8575">
                  <c:v>4.0848882383194205</c:v>
                </c:pt>
                <c:pt idx="8576">
                  <c:v>4.0890216402262931</c:v>
                </c:pt>
                <c:pt idx="8577">
                  <c:v>4.0911429362661709</c:v>
                </c:pt>
                <c:pt idx="8578">
                  <c:v>4.0847260355263675</c:v>
                </c:pt>
                <c:pt idx="8579">
                  <c:v>4.0812612256201293</c:v>
                </c:pt>
                <c:pt idx="8580">
                  <c:v>4.0751333623452153</c:v>
                </c:pt>
                <c:pt idx="8581">
                  <c:v>4.0779223009059615</c:v>
                </c:pt>
                <c:pt idx="8582">
                  <c:v>4.0857957827273808</c:v>
                </c:pt>
                <c:pt idx="8583">
                  <c:v>4.0926905882818376</c:v>
                </c:pt>
                <c:pt idx="8584">
                  <c:v>4.0940515092772083</c:v>
                </c:pt>
                <c:pt idx="8585">
                  <c:v>4.0967986707283304</c:v>
                </c:pt>
                <c:pt idx="8586">
                  <c:v>4.0997539264944418</c:v>
                </c:pt>
                <c:pt idx="8587">
                  <c:v>4.1006472287059381</c:v>
                </c:pt>
                <c:pt idx="8588">
                  <c:v>4.1014558689717928</c:v>
                </c:pt>
                <c:pt idx="8589">
                  <c:v>4.0963033587846658</c:v>
                </c:pt>
                <c:pt idx="8590">
                  <c:v>4.0903121414724852</c:v>
                </c:pt>
                <c:pt idx="8591">
                  <c:v>4.090057364402421</c:v>
                </c:pt>
                <c:pt idx="8592">
                  <c:v>4.0832875736835863</c:v>
                </c:pt>
                <c:pt idx="8593">
                  <c:v>4.0870546346480987</c:v>
                </c:pt>
                <c:pt idx="8594">
                  <c:v>4.0989619021244605</c:v>
                </c:pt>
                <c:pt idx="8595">
                  <c:v>4.0984167424931757</c:v>
                </c:pt>
                <c:pt idx="8596">
                  <c:v>4.0999501523123785</c:v>
                </c:pt>
                <c:pt idx="8597">
                  <c:v>4.0992625707164621</c:v>
                </c:pt>
                <c:pt idx="8598">
                  <c:v>4.0978660442299324</c:v>
                </c:pt>
                <c:pt idx="8599">
                  <c:v>4.0947319697748945</c:v>
                </c:pt>
                <c:pt idx="8600">
                  <c:v>4.0917980773034772</c:v>
                </c:pt>
                <c:pt idx="8601">
                  <c:v>4.0887106856035134</c:v>
                </c:pt>
                <c:pt idx="8602">
                  <c:v>4.0848265221347466</c:v>
                </c:pt>
                <c:pt idx="8603">
                  <c:v>4.0903809787553902</c:v>
                </c:pt>
                <c:pt idx="8604">
                  <c:v>4.0983138821853862</c:v>
                </c:pt>
                <c:pt idx="8605">
                  <c:v>4.0991581279423981</c:v>
                </c:pt>
                <c:pt idx="8606">
                  <c:v>4.0954678165921585</c:v>
                </c:pt>
                <c:pt idx="8607">
                  <c:v>4.0913257111207821</c:v>
                </c:pt>
                <c:pt idx="8608">
                  <c:v>4.0890833564109661</c:v>
                </c:pt>
                <c:pt idx="8609">
                  <c:v>4.0812612256201293</c:v>
                </c:pt>
                <c:pt idx="8610">
                  <c:v>4.07366412153341</c:v>
                </c:pt>
                <c:pt idx="8611">
                  <c:v>4.0723050203742535</c:v>
                </c:pt>
                <c:pt idx="8612">
                  <c:v>4.0771867705819522</c:v>
                </c:pt>
                <c:pt idx="8613">
                  <c:v>4.0876227400403531</c:v>
                </c:pt>
                <c:pt idx="8614">
                  <c:v>4.0917371523519401</c:v>
                </c:pt>
                <c:pt idx="8615">
                  <c:v>4.0877881077659532</c:v>
                </c:pt>
                <c:pt idx="8616">
                  <c:v>4.0775491553586267</c:v>
                </c:pt>
                <c:pt idx="8617">
                  <c:v>4.0723680025319462</c:v>
                </c:pt>
                <c:pt idx="8618">
                  <c:v>4.0748767654389368</c:v>
                </c:pt>
                <c:pt idx="8619">
                  <c:v>4.0817320093365508</c:v>
                </c:pt>
                <c:pt idx="8620">
                  <c:v>4.0797491790956206</c:v>
                </c:pt>
                <c:pt idx="8621">
                  <c:v>4.0796162519286305</c:v>
                </c:pt>
                <c:pt idx="8622">
                  <c:v>4.0823507536495631</c:v>
                </c:pt>
                <c:pt idx="8623">
                  <c:v>4.0785701625984094</c:v>
                </c:pt>
                <c:pt idx="8624">
                  <c:v>4.0707104482335721</c:v>
                </c:pt>
                <c:pt idx="8625">
                  <c:v>4.0651049570756026</c:v>
                </c:pt>
                <c:pt idx="8626">
                  <c:v>4.0634460576808955</c:v>
                </c:pt>
                <c:pt idx="8627">
                  <c:v>4.0672666851287733</c:v>
                </c:pt>
                <c:pt idx="8628">
                  <c:v>4.0745961941686115</c:v>
                </c:pt>
                <c:pt idx="8629">
                  <c:v>4.0737240178818688</c:v>
                </c:pt>
                <c:pt idx="8630">
                  <c:v>4.0721018317047122</c:v>
                </c:pt>
                <c:pt idx="8631">
                  <c:v>4.070133164536931</c:v>
                </c:pt>
                <c:pt idx="8632">
                  <c:v>4.0715485223721171</c:v>
                </c:pt>
                <c:pt idx="8633">
                  <c:v>4.0738044071685726</c:v>
                </c:pt>
                <c:pt idx="8634">
                  <c:v>4.0733817304268705</c:v>
                </c:pt>
                <c:pt idx="8635">
                  <c:v>4.0731419867864069</c:v>
                </c:pt>
                <c:pt idx="8636">
                  <c:v>4.0755938600308577</c:v>
                </c:pt>
                <c:pt idx="8637">
                  <c:v>4.0788259682715511</c:v>
                </c:pt>
                <c:pt idx="8638">
                  <c:v>4.0717131779878946</c:v>
                </c:pt>
                <c:pt idx="8639">
                  <c:v>4.0689228152075012</c:v>
                </c:pt>
                <c:pt idx="8640">
                  <c:v>4.0801938521185264</c:v>
                </c:pt>
                <c:pt idx="8641">
                  <c:v>4.0882193298255327</c:v>
                </c:pt>
                <c:pt idx="8642">
                  <c:v>4.0889290659492818</c:v>
                </c:pt>
                <c:pt idx="8643">
                  <c:v>4.0842457570123036</c:v>
                </c:pt>
                <c:pt idx="8644">
                  <c:v>4.0806765043320015</c:v>
                </c:pt>
                <c:pt idx="8645">
                  <c:v>4.0760811805198403</c:v>
                </c:pt>
                <c:pt idx="8646">
                  <c:v>4.0766229378486374</c:v>
                </c:pt>
                <c:pt idx="8647">
                  <c:v>4.0874755706768999</c:v>
                </c:pt>
                <c:pt idx="8648">
                  <c:v>4.0927989872215846</c:v>
                </c:pt>
                <c:pt idx="8649">
                  <c:v>4.0847830043122206</c:v>
                </c:pt>
                <c:pt idx="8650">
                  <c:v>4.0821901333227837</c:v>
                </c:pt>
                <c:pt idx="8651">
                  <c:v>4.0874407564188786</c:v>
                </c:pt>
                <c:pt idx="8652">
                  <c:v>4.0900621118012426</c:v>
                </c:pt>
                <c:pt idx="8653">
                  <c:v>4.0918605847212879</c:v>
                </c:pt>
                <c:pt idx="8654">
                  <c:v>4.0907457372314751</c:v>
                </c:pt>
                <c:pt idx="8655">
                  <c:v>4.0800451002888005</c:v>
                </c:pt>
                <c:pt idx="8656">
                  <c:v>4.0682878506151834</c:v>
                </c:pt>
                <c:pt idx="8657">
                  <c:v>4.0710523400720025</c:v>
                </c:pt>
                <c:pt idx="8658">
                  <c:v>4.0707739051311469</c:v>
                </c:pt>
                <c:pt idx="8659">
                  <c:v>4.0707242948134672</c:v>
                </c:pt>
                <c:pt idx="8660">
                  <c:v>4.0785050441112478</c:v>
                </c:pt>
                <c:pt idx="8661">
                  <c:v>4.0799374925821894</c:v>
                </c:pt>
                <c:pt idx="8662">
                  <c:v>4.0740846619456423</c:v>
                </c:pt>
                <c:pt idx="8663">
                  <c:v>4.0772323456106339</c:v>
                </c:pt>
                <c:pt idx="8664">
                  <c:v>4.0887003995727342</c:v>
                </c:pt>
                <c:pt idx="8665">
                  <c:v>4.0942825493531672</c:v>
                </c:pt>
                <c:pt idx="8666">
                  <c:v>4.0930450607271434</c:v>
                </c:pt>
                <c:pt idx="8667">
                  <c:v>4.0915575424298769</c:v>
                </c:pt>
                <c:pt idx="8668">
                  <c:v>4.0891007635399772</c:v>
                </c:pt>
                <c:pt idx="8669">
                  <c:v>4.0872833010246472</c:v>
                </c:pt>
                <c:pt idx="8670">
                  <c:v>4.081291292479329</c:v>
                </c:pt>
                <c:pt idx="8671">
                  <c:v>4.0818024290857302</c:v>
                </c:pt>
                <c:pt idx="8672">
                  <c:v>4.0879566404241006</c:v>
                </c:pt>
                <c:pt idx="8673">
                  <c:v>4.0863409423586656</c:v>
                </c:pt>
                <c:pt idx="8674">
                  <c:v>4.0824733947857732</c:v>
                </c:pt>
                <c:pt idx="8675">
                  <c:v>4.084908019147842</c:v>
                </c:pt>
                <c:pt idx="8676">
                  <c:v>4.0916050164180877</c:v>
                </c:pt>
                <c:pt idx="8677">
                  <c:v>4.0926810934841953</c:v>
                </c:pt>
                <c:pt idx="8678">
                  <c:v>4.0865767298334452</c:v>
                </c:pt>
                <c:pt idx="8679">
                  <c:v>4.0824710210863628</c:v>
                </c:pt>
                <c:pt idx="8680">
                  <c:v>4.0802919650274951</c:v>
                </c:pt>
                <c:pt idx="8681">
                  <c:v>4.082477350951458</c:v>
                </c:pt>
                <c:pt idx="8682">
                  <c:v>4.0842956046999248</c:v>
                </c:pt>
                <c:pt idx="8683">
                  <c:v>4.0849570756023263</c:v>
                </c:pt>
                <c:pt idx="8684">
                  <c:v>4.084125489575503</c:v>
                </c:pt>
                <c:pt idx="8685">
                  <c:v>4.078618427819757</c:v>
                </c:pt>
                <c:pt idx="8686">
                  <c:v>4.0760559401827745</c:v>
                </c:pt>
                <c:pt idx="8687">
                  <c:v>4.0830320053803852</c:v>
                </c:pt>
                <c:pt idx="8688">
                  <c:v>4.0954235075364958</c:v>
                </c:pt>
                <c:pt idx="8689">
                  <c:v>4.0983945879653438</c:v>
                </c:pt>
                <c:pt idx="8690">
                  <c:v>4.0936590576413341</c:v>
                </c:pt>
                <c:pt idx="8691">
                  <c:v>4.0874360090200579</c:v>
                </c:pt>
                <c:pt idx="8692">
                  <c:v>4.0850338252166001</c:v>
                </c:pt>
                <c:pt idx="8693">
                  <c:v>4.0784172963563714</c:v>
                </c:pt>
                <c:pt idx="8694">
                  <c:v>4.0789588954385412</c:v>
                </c:pt>
                <c:pt idx="8695">
                  <c:v>4.0817794833247616</c:v>
                </c:pt>
                <c:pt idx="8696">
                  <c:v>4.0785870158642243</c:v>
                </c:pt>
                <c:pt idx="8697">
                  <c:v>4.0807326818847169</c:v>
                </c:pt>
                <c:pt idx="8698">
                  <c:v>4.0779056058867749</c:v>
                </c:pt>
                <c:pt idx="8699">
                  <c:v>4.0835122838944491</c:v>
                </c:pt>
                <c:pt idx="8700">
                  <c:v>4.0937547968508925</c:v>
                </c:pt>
                <c:pt idx="8701">
                  <c:v>4.0946694623570838</c:v>
                </c:pt>
                <c:pt idx="8702">
                  <c:v>4.0979111445187328</c:v>
                </c:pt>
                <c:pt idx="8703">
                  <c:v>4.1044688847568933</c:v>
                </c:pt>
                <c:pt idx="8704">
                  <c:v>4.0919721485935829</c:v>
                </c:pt>
                <c:pt idx="8705">
                  <c:v>4.0771834474027768</c:v>
                </c:pt>
                <c:pt idx="8706">
                  <c:v>4.0742997191122363</c:v>
                </c:pt>
                <c:pt idx="8707">
                  <c:v>4.0809850852553708</c:v>
                </c:pt>
                <c:pt idx="8708">
                  <c:v>4.0909823159393914</c:v>
                </c:pt>
                <c:pt idx="8709">
                  <c:v>4.0961459033904344</c:v>
                </c:pt>
                <c:pt idx="8710">
                  <c:v>4.1011615302448865</c:v>
                </c:pt>
                <c:pt idx="8711">
                  <c:v>4.0983692685049649</c:v>
                </c:pt>
                <c:pt idx="8712">
                  <c:v>4.0933267397238593</c:v>
                </c:pt>
                <c:pt idx="8713">
                  <c:v>4.0927950310559007</c:v>
                </c:pt>
                <c:pt idx="8714">
                  <c:v>4.0874937690390469</c:v>
                </c:pt>
                <c:pt idx="8715">
                  <c:v>4.0846247576848516</c:v>
                </c:pt>
                <c:pt idx="8716">
                  <c:v>4.0877002808877636</c:v>
                </c:pt>
                <c:pt idx="8717">
                  <c:v>4.0869652253036355</c:v>
                </c:pt>
                <c:pt idx="8718">
                  <c:v>4.089314396486925</c:v>
                </c:pt>
                <c:pt idx="8719">
                  <c:v>4.0876211575740795</c:v>
                </c:pt>
                <c:pt idx="8720">
                  <c:v>4.0786147881473278</c:v>
                </c:pt>
                <c:pt idx="8721">
                  <c:v>4.0723661826957311</c:v>
                </c:pt>
                <c:pt idx="8722">
                  <c:v>4.0719353562527196</c:v>
                </c:pt>
                <c:pt idx="8723">
                  <c:v>4.0762725006923288</c:v>
                </c:pt>
                <c:pt idx="8724">
                  <c:v>4.0815152114570559</c:v>
                </c:pt>
                <c:pt idx="8725">
                  <c:v>4.0839007793646402</c:v>
                </c:pt>
                <c:pt idx="8726">
                  <c:v>4.0801487518297268</c:v>
                </c:pt>
                <c:pt idx="8727">
                  <c:v>4.0779013332278353</c:v>
                </c:pt>
                <c:pt idx="8728">
                  <c:v>4.074487557858923</c:v>
                </c:pt>
                <c:pt idx="8729">
                  <c:v>4.0705759386003084</c:v>
                </c:pt>
                <c:pt idx="8730">
                  <c:v>4.071921747042766</c:v>
                </c:pt>
                <c:pt idx="8731">
                  <c:v>4.0809803378565492</c:v>
                </c:pt>
                <c:pt idx="8732">
                  <c:v>4.0896411757724414</c:v>
                </c:pt>
                <c:pt idx="8733">
                  <c:v>4.0922807295169523</c:v>
                </c:pt>
                <c:pt idx="8734">
                  <c:v>4.0882509791510069</c:v>
                </c:pt>
                <c:pt idx="8735">
                  <c:v>4.0830668196384066</c:v>
                </c:pt>
                <c:pt idx="8736">
                  <c:v>4.0868686948609412</c:v>
                </c:pt>
                <c:pt idx="8737">
                  <c:v>4.0938948451161137</c:v>
                </c:pt>
                <c:pt idx="8738">
                  <c:v>4.0994279384420622</c:v>
                </c:pt>
                <c:pt idx="8739">
                  <c:v>4.1008189262966335</c:v>
                </c:pt>
                <c:pt idx="8740">
                  <c:v>4.0941899750761559</c:v>
                </c:pt>
                <c:pt idx="8741">
                  <c:v>4.0891070934050715</c:v>
                </c:pt>
                <c:pt idx="8742">
                  <c:v>4.0892376468726512</c:v>
                </c:pt>
                <c:pt idx="8743">
                  <c:v>4.0885769672033865</c:v>
                </c:pt>
                <c:pt idx="8744">
                  <c:v>4.0888127546781661</c:v>
                </c:pt>
                <c:pt idx="8745">
                  <c:v>4.0889259010167347</c:v>
                </c:pt>
                <c:pt idx="8746">
                  <c:v>4.0913470744154763</c:v>
                </c:pt>
                <c:pt idx="8747">
                  <c:v>4.0939842544605769</c:v>
                </c:pt>
                <c:pt idx="8748">
                  <c:v>4.0899980219171583</c:v>
                </c:pt>
                <c:pt idx="8749">
                  <c:v>4.0880136092099537</c:v>
                </c:pt>
                <c:pt idx="8750">
                  <c:v>4.0931550421331648</c:v>
                </c:pt>
                <c:pt idx="8751">
                  <c:v>4.0955801716975904</c:v>
                </c:pt>
                <c:pt idx="8752">
                  <c:v>4.0936812121691659</c:v>
                </c:pt>
                <c:pt idx="8753">
                  <c:v>4.0884867666257865</c:v>
                </c:pt>
                <c:pt idx="8754">
                  <c:v>4.0845187324445149</c:v>
                </c:pt>
                <c:pt idx="8755">
                  <c:v>4.0798085215808841</c:v>
                </c:pt>
                <c:pt idx="8756">
                  <c:v>4.0724040827629864</c:v>
                </c:pt>
                <c:pt idx="8757">
                  <c:v>4.0832844087510383</c:v>
                </c:pt>
                <c:pt idx="8758">
                  <c:v>4.0907504846302967</c:v>
                </c:pt>
                <c:pt idx="8759">
                  <c:v>4.0941986786406614</c:v>
                </c:pt>
                <c:pt idx="8760">
                  <c:v>4.0925070221940896</c:v>
                </c:pt>
                <c:pt idx="8761">
                  <c:v>4.081435296910235</c:v>
                </c:pt>
                <c:pt idx="8762">
                  <c:v>4.081110891324129</c:v>
                </c:pt>
                <c:pt idx="8763">
                  <c:v>4.0899426355975788</c:v>
                </c:pt>
                <c:pt idx="8764">
                  <c:v>4.1004320132927168</c:v>
                </c:pt>
                <c:pt idx="8765">
                  <c:v>4.1053590220358425</c:v>
                </c:pt>
                <c:pt idx="8766">
                  <c:v>4.1032179451675432</c:v>
                </c:pt>
                <c:pt idx="8767">
                  <c:v>4.1001796099220638</c:v>
                </c:pt>
                <c:pt idx="8768">
                  <c:v>4.0939605174664715</c:v>
                </c:pt>
                <c:pt idx="8769">
                  <c:v>4.0893832337698299</c:v>
                </c:pt>
                <c:pt idx="8770">
                  <c:v>4.0893990584325675</c:v>
                </c:pt>
                <c:pt idx="8771">
                  <c:v>4.0893436721129879</c:v>
                </c:pt>
                <c:pt idx="8772">
                  <c:v>4.0882675950468803</c:v>
                </c:pt>
                <c:pt idx="8773">
                  <c:v>4.0882818372433434</c:v>
                </c:pt>
                <c:pt idx="8774">
                  <c:v>4.0875254183645211</c:v>
                </c:pt>
                <c:pt idx="8775">
                  <c:v>4.0855291371602647</c:v>
                </c:pt>
                <c:pt idx="8776">
                  <c:v>4.0806488111722121</c:v>
                </c:pt>
                <c:pt idx="8777">
                  <c:v>4.0850536060450215</c:v>
                </c:pt>
                <c:pt idx="8778">
                  <c:v>4.0906207223958537</c:v>
                </c:pt>
                <c:pt idx="8779">
                  <c:v>4.0856992522846856</c:v>
                </c:pt>
                <c:pt idx="8780">
                  <c:v>4.0780879060015032</c:v>
                </c:pt>
                <c:pt idx="8781">
                  <c:v>4.0687388535031843</c:v>
                </c:pt>
                <c:pt idx="8782">
                  <c:v>4.0655285041737548</c:v>
                </c:pt>
                <c:pt idx="8783">
                  <c:v>4.075251414329232</c:v>
                </c:pt>
                <c:pt idx="8784">
                  <c:v>4.080898049610318</c:v>
                </c:pt>
                <c:pt idx="8785">
                  <c:v>4.0722455987656767</c:v>
                </c:pt>
                <c:pt idx="8786">
                  <c:v>4.0698241088736795</c:v>
                </c:pt>
                <c:pt idx="8787">
                  <c:v>4.0758377180836334</c:v>
                </c:pt>
                <c:pt idx="8788">
                  <c:v>4.0832234837995012</c:v>
                </c:pt>
                <c:pt idx="8789">
                  <c:v>4.0868766071923091</c:v>
                </c:pt>
                <c:pt idx="8790">
                  <c:v>4.0827978003718792</c:v>
                </c:pt>
                <c:pt idx="8791">
                  <c:v>4.0795165565533882</c:v>
                </c:pt>
                <c:pt idx="8792">
                  <c:v>4.0768938560746921</c:v>
                </c:pt>
                <c:pt idx="8793">
                  <c:v>4.075086996083396</c:v>
                </c:pt>
                <c:pt idx="8794">
                  <c:v>4.080036396724295</c:v>
                </c:pt>
                <c:pt idx="8795">
                  <c:v>4.087230288404478</c:v>
                </c:pt>
                <c:pt idx="8796">
                  <c:v>4.0901151244214109</c:v>
                </c:pt>
                <c:pt idx="8797">
                  <c:v>4.0907892550540019</c:v>
                </c:pt>
                <c:pt idx="8798">
                  <c:v>4.0970676899948568</c:v>
                </c:pt>
                <c:pt idx="8799">
                  <c:v>4.0974261186058474</c:v>
                </c:pt>
                <c:pt idx="8800">
                  <c:v>4.0912845669976656</c:v>
                </c:pt>
                <c:pt idx="8801">
                  <c:v>4.0863338212604345</c:v>
                </c:pt>
                <c:pt idx="8802">
                  <c:v>4.0869612691379515</c:v>
                </c:pt>
                <c:pt idx="8803">
                  <c:v>4.0954353760335485</c:v>
                </c:pt>
                <c:pt idx="8804">
                  <c:v>4.0977782173517427</c:v>
                </c:pt>
                <c:pt idx="8805">
                  <c:v>4.0934161490683234</c:v>
                </c:pt>
                <c:pt idx="8806">
                  <c:v>4.0863781303160973</c:v>
                </c:pt>
                <c:pt idx="8807">
                  <c:v>4.0843027257981568</c:v>
                </c:pt>
                <c:pt idx="8808">
                  <c:v>4.0864453851327296</c:v>
                </c:pt>
                <c:pt idx="8809">
                  <c:v>4.0895786683546307</c:v>
                </c:pt>
                <c:pt idx="8810">
                  <c:v>4.0911041658424656</c:v>
                </c:pt>
                <c:pt idx="8811">
                  <c:v>4.0890596194168616</c:v>
                </c:pt>
                <c:pt idx="8812">
                  <c:v>4.0880966886893226</c:v>
                </c:pt>
                <c:pt idx="8813">
                  <c:v>4.0918811567828461</c:v>
                </c:pt>
                <c:pt idx="8814">
                  <c:v>4.0853788028642644</c:v>
                </c:pt>
                <c:pt idx="8815">
                  <c:v>4.0776476638841634</c:v>
                </c:pt>
                <c:pt idx="8816">
                  <c:v>4.07583312893144</c:v>
                </c:pt>
                <c:pt idx="8817">
                  <c:v>4.0784335957589901</c:v>
                </c:pt>
                <c:pt idx="8818">
                  <c:v>4.0940649602405346</c:v>
                </c:pt>
                <c:pt idx="8819">
                  <c:v>4.1042188550856507</c:v>
                </c:pt>
                <c:pt idx="8820">
                  <c:v>4.1014566602049296</c:v>
                </c:pt>
                <c:pt idx="8821">
                  <c:v>4.1025857498912055</c:v>
                </c:pt>
                <c:pt idx="8822">
                  <c:v>4.1037227519088502</c:v>
                </c:pt>
                <c:pt idx="8823">
                  <c:v>4.1041017525813981</c:v>
                </c:pt>
                <c:pt idx="8824">
                  <c:v>4.1099473829963999</c:v>
                </c:pt>
                <c:pt idx="8825">
                  <c:v>4.133324366024449</c:v>
                </c:pt>
                <c:pt idx="8826">
                  <c:v>4.1625620128970997</c:v>
                </c:pt>
                <c:pt idx="8827">
                  <c:v>4.1861099022827073</c:v>
                </c:pt>
                <c:pt idx="8828">
                  <c:v>4.2045353483403884</c:v>
                </c:pt>
                <c:pt idx="8829">
                  <c:v>4.2077105669185428</c:v>
                </c:pt>
                <c:pt idx="8830">
                  <c:v>4.1944661154409149</c:v>
                </c:pt>
                <c:pt idx="8831">
                  <c:v>4.1719412905012465</c:v>
                </c:pt>
                <c:pt idx="8832">
                  <c:v>4.1516556553388453</c:v>
                </c:pt>
                <c:pt idx="8833">
                  <c:v>4.1377141274676585</c:v>
                </c:pt>
                <c:pt idx="8834">
                  <c:v>4.1252680302251061</c:v>
                </c:pt>
                <c:pt idx="8835">
                  <c:v>4.1138370850971242</c:v>
                </c:pt>
                <c:pt idx="8836">
                  <c:v>4.112550540016616</c:v>
                </c:pt>
                <c:pt idx="8837">
                  <c:v>4.1158974561854649</c:v>
                </c:pt>
                <c:pt idx="8838">
                  <c:v>4.1109490841476442</c:v>
                </c:pt>
                <c:pt idx="8839">
                  <c:v>4.1136226609170397</c:v>
                </c:pt>
                <c:pt idx="8840">
                  <c:v>4.120144795664042</c:v>
                </c:pt>
                <c:pt idx="8841">
                  <c:v>4.1182007358468171</c:v>
                </c:pt>
                <c:pt idx="8842">
                  <c:v>4.118936582664082</c:v>
                </c:pt>
                <c:pt idx="8843">
                  <c:v>4.1217533726312459</c:v>
                </c:pt>
                <c:pt idx="8844">
                  <c:v>4.1232923210824071</c:v>
                </c:pt>
                <c:pt idx="8845">
                  <c:v>4.1280515884005222</c:v>
                </c:pt>
                <c:pt idx="8846">
                  <c:v>4.1313937571705504</c:v>
                </c:pt>
                <c:pt idx="8847">
                  <c:v>4.1323891284566994</c:v>
                </c:pt>
                <c:pt idx="8848">
                  <c:v>4.1315654547612457</c:v>
                </c:pt>
                <c:pt idx="8849">
                  <c:v>4.1241294457411879</c:v>
                </c:pt>
                <c:pt idx="8850">
                  <c:v>4.1209249515369706</c:v>
                </c:pt>
                <c:pt idx="8851">
                  <c:v>4.1199351188827791</c:v>
                </c:pt>
                <c:pt idx="8852">
                  <c:v>4.1161838825810024</c:v>
                </c:pt>
                <c:pt idx="8853">
                  <c:v>4.1166056098429404</c:v>
                </c:pt>
                <c:pt idx="8854">
                  <c:v>4.1241460616370613</c:v>
                </c:pt>
                <c:pt idx="8855">
                  <c:v>4.1242291411164302</c:v>
                </c:pt>
                <c:pt idx="8856">
                  <c:v>4.1224987142461522</c:v>
                </c:pt>
                <c:pt idx="8857">
                  <c:v>4.1273568857063738</c:v>
                </c:pt>
                <c:pt idx="8858">
                  <c:v>4.1245226886101989</c:v>
                </c:pt>
                <c:pt idx="8859">
                  <c:v>4.122791470506785</c:v>
                </c:pt>
                <c:pt idx="8860">
                  <c:v>4.1133932033073544</c:v>
                </c:pt>
                <c:pt idx="8861">
                  <c:v>4.11008031016339</c:v>
                </c:pt>
                <c:pt idx="8862">
                  <c:v>4.1094686869486097</c:v>
                </c:pt>
                <c:pt idx="8863">
                  <c:v>4.1108082446492862</c:v>
                </c:pt>
                <c:pt idx="8864">
                  <c:v>4.1090580369505876</c:v>
                </c:pt>
                <c:pt idx="8865">
                  <c:v>4.1077588321398899</c:v>
                </c:pt>
                <c:pt idx="8866">
                  <c:v>4.1054246943862012</c:v>
                </c:pt>
                <c:pt idx="8867">
                  <c:v>4.0993163745697672</c:v>
                </c:pt>
                <c:pt idx="8868">
                  <c:v>4.0960572852791071</c:v>
                </c:pt>
                <c:pt idx="8869">
                  <c:v>4.0994817422953673</c:v>
                </c:pt>
                <c:pt idx="8870">
                  <c:v>4.1016505123234559</c:v>
                </c:pt>
                <c:pt idx="8871">
                  <c:v>4.0982482098350275</c:v>
                </c:pt>
                <c:pt idx="8872">
                  <c:v>4.0970581951972145</c:v>
                </c:pt>
                <c:pt idx="8873">
                  <c:v>4.1017771096253508</c:v>
                </c:pt>
                <c:pt idx="8874">
                  <c:v>4.1051849507457376</c:v>
                </c:pt>
                <c:pt idx="8875">
                  <c:v>4.1081773944692808</c:v>
                </c:pt>
                <c:pt idx="8876">
                  <c:v>4.1106159749970326</c:v>
                </c:pt>
                <c:pt idx="8877">
                  <c:v>4.1087724017881868</c:v>
                </c:pt>
                <c:pt idx="8878">
                  <c:v>4.1082715512125647</c:v>
                </c:pt>
                <c:pt idx="8879">
                  <c:v>4.1113621078450766</c:v>
                </c:pt>
                <c:pt idx="8880">
                  <c:v>4.1083633342564383</c:v>
                </c:pt>
                <c:pt idx="8881">
                  <c:v>4.1039300549907027</c:v>
                </c:pt>
                <c:pt idx="8882">
                  <c:v>4.0992649444158724</c:v>
                </c:pt>
                <c:pt idx="8883">
                  <c:v>4.0915472563990978</c:v>
                </c:pt>
                <c:pt idx="8884">
                  <c:v>4.0891387427305457</c:v>
                </c:pt>
                <c:pt idx="8885">
                  <c:v>4.0922601574553941</c:v>
                </c:pt>
                <c:pt idx="8886">
                  <c:v>4.0938086007041976</c:v>
                </c:pt>
                <c:pt idx="8887">
                  <c:v>4.0883182339676383</c:v>
                </c:pt>
                <c:pt idx="8888">
                  <c:v>4.0866740515092772</c:v>
                </c:pt>
                <c:pt idx="8889">
                  <c:v>4.0870111168255727</c:v>
                </c:pt>
                <c:pt idx="8890">
                  <c:v>4.0877350951457849</c:v>
                </c:pt>
                <c:pt idx="8891">
                  <c:v>4.0871084385014047</c:v>
                </c:pt>
                <c:pt idx="8892">
                  <c:v>4.0762436206828339</c:v>
                </c:pt>
                <c:pt idx="8893">
                  <c:v>4.0704289274834826</c:v>
                </c:pt>
                <c:pt idx="8894">
                  <c:v>4.0700689164062194</c:v>
                </c:pt>
                <c:pt idx="8895">
                  <c:v>4.0733064050322429</c:v>
                </c:pt>
                <c:pt idx="8896">
                  <c:v>4.0726668512877318</c:v>
                </c:pt>
                <c:pt idx="8897">
                  <c:v>4.0693547493769042</c:v>
                </c:pt>
                <c:pt idx="8898">
                  <c:v>4.0709719507852986</c:v>
                </c:pt>
                <c:pt idx="8899">
                  <c:v>4.0763960121849907</c:v>
                </c:pt>
                <c:pt idx="8900">
                  <c:v>4.082736875420343</c:v>
                </c:pt>
                <c:pt idx="8901">
                  <c:v>4.0880887763579539</c:v>
                </c:pt>
                <c:pt idx="8902">
                  <c:v>4.0958468172647073</c:v>
                </c:pt>
                <c:pt idx="8903">
                  <c:v>4.1002357874747792</c:v>
                </c:pt>
                <c:pt idx="8904">
                  <c:v>4.0937547968508925</c:v>
                </c:pt>
                <c:pt idx="8905">
                  <c:v>4.0852672389919693</c:v>
                </c:pt>
                <c:pt idx="8906">
                  <c:v>4.0837820943941132</c:v>
                </c:pt>
                <c:pt idx="8907">
                  <c:v>4.0911690469596866</c:v>
                </c:pt>
                <c:pt idx="8908">
                  <c:v>4.0984056652292598</c:v>
                </c:pt>
                <c:pt idx="8909">
                  <c:v>4.0891474462950512</c:v>
                </c:pt>
                <c:pt idx="8910">
                  <c:v>4.0797816196542307</c:v>
                </c:pt>
                <c:pt idx="8911">
                  <c:v>4.0776191003679232</c:v>
                </c:pt>
                <c:pt idx="8912">
                  <c:v>4.0823309728211417</c:v>
                </c:pt>
                <c:pt idx="8913">
                  <c:v>4.0865260909126873</c:v>
                </c:pt>
                <c:pt idx="8914">
                  <c:v>4.0897693555406098</c:v>
                </c:pt>
                <c:pt idx="8915">
                  <c:v>4.0967836372987296</c:v>
                </c:pt>
                <c:pt idx="8916">
                  <c:v>4.103899988131503</c:v>
                </c:pt>
                <c:pt idx="8917">
                  <c:v>4.1043850140443885</c:v>
                </c:pt>
                <c:pt idx="8918">
                  <c:v>4.0986200894093443</c:v>
                </c:pt>
                <c:pt idx="8919">
                  <c:v>4.0882802547770698</c:v>
                </c:pt>
                <c:pt idx="8920">
                  <c:v>4.0761971752977013</c:v>
                </c:pt>
                <c:pt idx="8921">
                  <c:v>4.0735414012738858</c:v>
                </c:pt>
                <c:pt idx="8922">
                  <c:v>4.0713682003402303</c:v>
                </c:pt>
                <c:pt idx="8923">
                  <c:v>4.0748601495430625</c:v>
                </c:pt>
                <c:pt idx="8924">
                  <c:v>4.087955057957827</c:v>
                </c:pt>
                <c:pt idx="8925">
                  <c:v>4.094719310044705</c:v>
                </c:pt>
                <c:pt idx="8926">
                  <c:v>4.093630573248408</c:v>
                </c:pt>
                <c:pt idx="8927">
                  <c:v>4.0853352850417375</c:v>
                </c:pt>
                <c:pt idx="8928">
                  <c:v>4.0867460537247302</c:v>
                </c:pt>
                <c:pt idx="8929">
                  <c:v>4.0912331368437709</c:v>
                </c:pt>
                <c:pt idx="8930">
                  <c:v>4.0897709380068834</c:v>
                </c:pt>
                <c:pt idx="8931">
                  <c:v>4.0839545832179454</c:v>
                </c:pt>
                <c:pt idx="8932">
                  <c:v>4.0836230565336074</c:v>
                </c:pt>
                <c:pt idx="8933">
                  <c:v>4.0866542706808557</c:v>
                </c:pt>
                <c:pt idx="8934">
                  <c:v>4.0878593187482695</c:v>
                </c:pt>
                <c:pt idx="8935">
                  <c:v>4.0852886022866635</c:v>
                </c:pt>
                <c:pt idx="8936">
                  <c:v>4.0837741820627445</c:v>
                </c:pt>
                <c:pt idx="8937">
                  <c:v>4.0884930964908808</c:v>
                </c:pt>
                <c:pt idx="8938">
                  <c:v>4.0883720378209443</c:v>
                </c:pt>
                <c:pt idx="8939">
                  <c:v>4.0841492265696084</c:v>
                </c:pt>
                <c:pt idx="8940">
                  <c:v>4.0769749574712186</c:v>
                </c:pt>
                <c:pt idx="8941">
                  <c:v>4.0755701230367531</c:v>
                </c:pt>
                <c:pt idx="8942">
                  <c:v>4.079235668789809</c:v>
                </c:pt>
                <c:pt idx="8943">
                  <c:v>4.0840004747398817</c:v>
                </c:pt>
                <c:pt idx="8944">
                  <c:v>4.0891854254856197</c:v>
                </c:pt>
                <c:pt idx="8945">
                  <c:v>4.0931186454088699</c:v>
                </c:pt>
                <c:pt idx="8946">
                  <c:v>4.0963911856628554</c:v>
                </c:pt>
                <c:pt idx="8947">
                  <c:v>4.0948720180401157</c:v>
                </c:pt>
                <c:pt idx="8948">
                  <c:v>4.09221347470032</c:v>
                </c:pt>
                <c:pt idx="8949">
                  <c:v>4.0896918146931993</c:v>
                </c:pt>
                <c:pt idx="8950">
                  <c:v>4.0854064960240537</c:v>
                </c:pt>
                <c:pt idx="8951">
                  <c:v>4.0876061241444788</c:v>
                </c:pt>
                <c:pt idx="8952">
                  <c:v>4.0845060727143254</c:v>
                </c:pt>
                <c:pt idx="8953">
                  <c:v>4.0809692605926333</c:v>
                </c:pt>
                <c:pt idx="8954">
                  <c:v>4.0823357202199624</c:v>
                </c:pt>
                <c:pt idx="8955">
                  <c:v>4.0853036357162642</c:v>
                </c:pt>
                <c:pt idx="8956">
                  <c:v>4.0890580369505871</c:v>
                </c:pt>
                <c:pt idx="8957">
                  <c:v>4.0859382046920123</c:v>
                </c:pt>
                <c:pt idx="8958">
                  <c:v>4.0872682675950465</c:v>
                </c:pt>
                <c:pt idx="8959">
                  <c:v>4.0858424654824548</c:v>
                </c:pt>
                <c:pt idx="8960">
                  <c:v>4.0862198836887291</c:v>
                </c:pt>
                <c:pt idx="8961">
                  <c:v>4.0810657910353285</c:v>
                </c:pt>
                <c:pt idx="8962">
                  <c:v>4.0751951576532024</c:v>
                </c:pt>
                <c:pt idx="8963">
                  <c:v>4.0793345729319146</c:v>
                </c:pt>
                <c:pt idx="8964">
                  <c:v>4.0852529967955054</c:v>
                </c:pt>
                <c:pt idx="8965">
                  <c:v>4.0898255330933262</c:v>
                </c:pt>
                <c:pt idx="8966">
                  <c:v>4.0842663290738619</c:v>
                </c:pt>
                <c:pt idx="8967">
                  <c:v>4.0733524548008067</c:v>
                </c:pt>
                <c:pt idx="8968">
                  <c:v>4.0685002967124264</c:v>
                </c:pt>
                <c:pt idx="8969">
                  <c:v>4.0714052300510346</c:v>
                </c:pt>
                <c:pt idx="8970">
                  <c:v>4.0782121296039877</c:v>
                </c:pt>
                <c:pt idx="8971">
                  <c:v>4.085315504213316</c:v>
                </c:pt>
                <c:pt idx="8972">
                  <c:v>4.0834806345689758</c:v>
                </c:pt>
                <c:pt idx="8973">
                  <c:v>4.0820041935356253</c:v>
                </c:pt>
                <c:pt idx="8974">
                  <c:v>4.0826411362107846</c:v>
                </c:pt>
                <c:pt idx="8975">
                  <c:v>4.0815460695493924</c:v>
                </c:pt>
                <c:pt idx="8976">
                  <c:v>4.0818158800490565</c:v>
                </c:pt>
                <c:pt idx="8977">
                  <c:v>4.0777458559164454</c:v>
                </c:pt>
                <c:pt idx="8978">
                  <c:v>4.0734529414091858</c:v>
                </c:pt>
                <c:pt idx="8979">
                  <c:v>4.0697515527950312</c:v>
                </c:pt>
                <c:pt idx="8980">
                  <c:v>4.0718381137002018</c:v>
                </c:pt>
                <c:pt idx="8981">
                  <c:v>4.0765812398623256</c:v>
                </c:pt>
                <c:pt idx="8982">
                  <c:v>4.0804399256240851</c:v>
                </c:pt>
                <c:pt idx="8983">
                  <c:v>4.0771987182023182</c:v>
                </c:pt>
                <c:pt idx="8984">
                  <c:v>4.0732856747240573</c:v>
                </c:pt>
                <c:pt idx="8985">
                  <c:v>4.068955176642798</c:v>
                </c:pt>
                <c:pt idx="8986">
                  <c:v>4.0659269691814695</c:v>
                </c:pt>
                <c:pt idx="8987">
                  <c:v>4.0641425010879457</c:v>
                </c:pt>
                <c:pt idx="8988">
                  <c:v>4.0638388258100253</c:v>
                </c:pt>
                <c:pt idx="8989">
                  <c:v>4.0619032321873636</c:v>
                </c:pt>
                <c:pt idx="8990">
                  <c:v>4.0574095818332871</c:v>
                </c:pt>
                <c:pt idx="8991">
                  <c:v>4.060316572378051</c:v>
                </c:pt>
                <c:pt idx="8992">
                  <c:v>4.0656706887684457</c:v>
                </c:pt>
                <c:pt idx="8993">
                  <c:v>4.0679796653083828</c:v>
                </c:pt>
                <c:pt idx="8994">
                  <c:v>4.0716175970249635</c:v>
                </c:pt>
                <c:pt idx="8995">
                  <c:v>4.0734750959370176</c:v>
                </c:pt>
                <c:pt idx="8996">
                  <c:v>4.0770923764687268</c:v>
                </c:pt>
                <c:pt idx="8997">
                  <c:v>4.0750743363532065</c:v>
                </c:pt>
                <c:pt idx="8998">
                  <c:v>4.0730687977212483</c:v>
                </c:pt>
                <c:pt idx="8999">
                  <c:v>4.0769527238200736</c:v>
                </c:pt>
                <c:pt idx="9000">
                  <c:v>4.0814447917078764</c:v>
                </c:pt>
                <c:pt idx="9001">
                  <c:v>4.0866637654784981</c:v>
                </c:pt>
                <c:pt idx="9002">
                  <c:v>4.0879447719270487</c:v>
                </c:pt>
                <c:pt idx="9003">
                  <c:v>4.0839981010404713</c:v>
                </c:pt>
                <c:pt idx="9004">
                  <c:v>4.0836681568224078</c:v>
                </c:pt>
                <c:pt idx="9005">
                  <c:v>4.0803592198441274</c:v>
                </c:pt>
                <c:pt idx="9006">
                  <c:v>4.077898563911857</c:v>
                </c:pt>
                <c:pt idx="9007">
                  <c:v>4.0814566602049291</c:v>
                </c:pt>
                <c:pt idx="9008">
                  <c:v>4.0825976183882577</c:v>
                </c:pt>
                <c:pt idx="9009">
                  <c:v>4.0846081417889781</c:v>
                </c:pt>
                <c:pt idx="9010">
                  <c:v>4.0881006448550066</c:v>
                </c:pt>
                <c:pt idx="9011">
                  <c:v>4.0886046603631758</c:v>
                </c:pt>
                <c:pt idx="9012">
                  <c:v>4.07614194722475</c:v>
                </c:pt>
                <c:pt idx="9013">
                  <c:v>4.0663848557977609</c:v>
                </c:pt>
                <c:pt idx="9014">
                  <c:v>4.0675369703683186</c:v>
                </c:pt>
                <c:pt idx="9015">
                  <c:v>4.0658846382086482</c:v>
                </c:pt>
                <c:pt idx="9016">
                  <c:v>4.0625949281955931</c:v>
                </c:pt>
                <c:pt idx="9017">
                  <c:v>4.0681534201052338</c:v>
                </c:pt>
                <c:pt idx="9018">
                  <c:v>4.0719517347786525</c:v>
                </c:pt>
                <c:pt idx="9019">
                  <c:v>4.0680633777742612</c:v>
                </c:pt>
                <c:pt idx="9020">
                  <c:v>4.0666147090240141</c:v>
                </c:pt>
                <c:pt idx="9021">
                  <c:v>4.0739047355303244</c:v>
                </c:pt>
                <c:pt idx="9022">
                  <c:v>4.0732478537801162</c:v>
                </c:pt>
                <c:pt idx="9023">
                  <c:v>4.0655097519484116</c:v>
                </c:pt>
                <c:pt idx="9024">
                  <c:v>4.0703172844878743</c:v>
                </c:pt>
                <c:pt idx="9025">
                  <c:v>4.0761432131977688</c:v>
                </c:pt>
                <c:pt idx="9026">
                  <c:v>4.0785840883016178</c:v>
                </c:pt>
                <c:pt idx="9027">
                  <c:v>4.0801186849705262</c:v>
                </c:pt>
                <c:pt idx="9028">
                  <c:v>4.073371760889346</c:v>
                </c:pt>
                <c:pt idx="9029">
                  <c:v>4.0676933971594726</c:v>
                </c:pt>
                <c:pt idx="9030">
                  <c:v>4.0749622186177161</c:v>
                </c:pt>
                <c:pt idx="9031">
                  <c:v>4.0757261542113383</c:v>
                </c:pt>
                <c:pt idx="9032">
                  <c:v>4.0737057403964076</c:v>
                </c:pt>
                <c:pt idx="9033">
                  <c:v>4.0790824069312022</c:v>
                </c:pt>
                <c:pt idx="9034">
                  <c:v>4.076798749851644</c:v>
                </c:pt>
                <c:pt idx="9035">
                  <c:v>4.0792056019306084</c:v>
                </c:pt>
                <c:pt idx="9036">
                  <c:v>4.087446295050837</c:v>
                </c:pt>
                <c:pt idx="9037">
                  <c:v>4.0874747794437631</c:v>
                </c:pt>
                <c:pt idx="9038">
                  <c:v>4.0885674724057441</c:v>
                </c:pt>
                <c:pt idx="9039">
                  <c:v>4.0876156189421211</c:v>
                </c:pt>
                <c:pt idx="9040">
                  <c:v>4.0855655338845587</c:v>
                </c:pt>
                <c:pt idx="9041">
                  <c:v>4.0776910234600621</c:v>
                </c:pt>
                <c:pt idx="9042">
                  <c:v>4.0682237607310991</c:v>
                </c:pt>
                <c:pt idx="9043">
                  <c:v>4.0645866202476562</c:v>
                </c:pt>
                <c:pt idx="9044">
                  <c:v>4.0705746726272896</c:v>
                </c:pt>
                <c:pt idx="9045">
                  <c:v>4.076191241049175</c:v>
                </c:pt>
                <c:pt idx="9046">
                  <c:v>4.0737560628239109</c:v>
                </c:pt>
                <c:pt idx="9047">
                  <c:v>4.0743490129366622</c:v>
                </c:pt>
                <c:pt idx="9048">
                  <c:v>4.0749960042726592</c:v>
                </c:pt>
                <c:pt idx="9049">
                  <c:v>4.0686748427424142</c:v>
                </c:pt>
                <c:pt idx="9050">
                  <c:v>4.0662004193535628</c:v>
                </c:pt>
                <c:pt idx="9051">
                  <c:v>4.0661035724176129</c:v>
                </c:pt>
                <c:pt idx="9052">
                  <c:v>4.0686563278870116</c:v>
                </c:pt>
                <c:pt idx="9053">
                  <c:v>4.0652421569015313</c:v>
                </c:pt>
                <c:pt idx="9054">
                  <c:v>4.06606678007675</c:v>
                </c:pt>
                <c:pt idx="9055">
                  <c:v>4.0704766388416349</c:v>
                </c:pt>
                <c:pt idx="9056">
                  <c:v>4.0706781659215885</c:v>
                </c:pt>
                <c:pt idx="9057">
                  <c:v>4.0759334572931918</c:v>
                </c:pt>
                <c:pt idx="9058">
                  <c:v>4.0798749851643787</c:v>
                </c:pt>
                <c:pt idx="9059">
                  <c:v>4.0793796732207142</c:v>
                </c:pt>
                <c:pt idx="9060">
                  <c:v>4.0734724848676667</c:v>
                </c:pt>
                <c:pt idx="9061">
                  <c:v>4.0678389840566522</c:v>
                </c:pt>
                <c:pt idx="9062">
                  <c:v>4.0587993037148395</c:v>
                </c:pt>
                <c:pt idx="9063">
                  <c:v>4.0512196858804446</c:v>
                </c:pt>
                <c:pt idx="9064">
                  <c:v>4.0476449736914981</c:v>
                </c:pt>
                <c:pt idx="9065">
                  <c:v>4.0540742967915495</c:v>
                </c:pt>
                <c:pt idx="9066">
                  <c:v>4.0586013371840011</c:v>
                </c:pt>
                <c:pt idx="9067">
                  <c:v>4.0628898207856947</c:v>
                </c:pt>
                <c:pt idx="9068">
                  <c:v>4.0741272302884042</c:v>
                </c:pt>
                <c:pt idx="9069">
                  <c:v>4.0870285239545829</c:v>
                </c:pt>
                <c:pt idx="9070">
                  <c:v>4.0891458638287768</c:v>
                </c:pt>
                <c:pt idx="9071">
                  <c:v>4.0778255330933257</c:v>
                </c:pt>
                <c:pt idx="9072">
                  <c:v>4.0692473790402346</c:v>
                </c:pt>
                <c:pt idx="9073">
                  <c:v>4.0704912766546659</c:v>
                </c:pt>
                <c:pt idx="9074">
                  <c:v>4.0738722949717134</c:v>
                </c:pt>
                <c:pt idx="9075">
                  <c:v>4.0698777544803573</c:v>
                </c:pt>
                <c:pt idx="9076">
                  <c:v>4.0672557661114848</c:v>
                </c:pt>
                <c:pt idx="9077">
                  <c:v>4.0699377299521302</c:v>
                </c:pt>
                <c:pt idx="9078">
                  <c:v>4.0770577204573328</c:v>
                </c:pt>
                <c:pt idx="9079">
                  <c:v>4.0804478379554538</c:v>
                </c:pt>
                <c:pt idx="9080">
                  <c:v>4.0793741345887566</c:v>
                </c:pt>
                <c:pt idx="9081">
                  <c:v>4.0738492700874316</c:v>
                </c:pt>
                <c:pt idx="9082">
                  <c:v>4.072056810539225</c:v>
                </c:pt>
                <c:pt idx="9083">
                  <c:v>4.0651959488863394</c:v>
                </c:pt>
                <c:pt idx="9084">
                  <c:v>4.0555457530561378</c:v>
                </c:pt>
                <c:pt idx="9085">
                  <c:v>4.0505579776081024</c:v>
                </c:pt>
                <c:pt idx="9086">
                  <c:v>4.0477487834790518</c:v>
                </c:pt>
                <c:pt idx="9087">
                  <c:v>4.0502246310875503</c:v>
                </c:pt>
                <c:pt idx="9088">
                  <c:v>4.0594247735095141</c:v>
                </c:pt>
                <c:pt idx="9089">
                  <c:v>4.0722643509910199</c:v>
                </c:pt>
                <c:pt idx="9090">
                  <c:v>4.0723841436879376</c:v>
                </c:pt>
                <c:pt idx="9091">
                  <c:v>4.0667441547652015</c:v>
                </c:pt>
                <c:pt idx="9092">
                  <c:v>4.0704453060094155</c:v>
                </c:pt>
                <c:pt idx="9093">
                  <c:v>4.0714898919966771</c:v>
                </c:pt>
                <c:pt idx="9094">
                  <c:v>4.0657709380068834</c:v>
                </c:pt>
                <c:pt idx="9095">
                  <c:v>4.064251058274321</c:v>
                </c:pt>
                <c:pt idx="9096">
                  <c:v>4.0656884915140248</c:v>
                </c:pt>
                <c:pt idx="9097">
                  <c:v>4.070495311943664</c:v>
                </c:pt>
                <c:pt idx="9098">
                  <c:v>4.0759382838153257</c:v>
                </c:pt>
                <c:pt idx="9099">
                  <c:v>4.077857657158682</c:v>
                </c:pt>
                <c:pt idx="9100">
                  <c:v>4.0790891324128653</c:v>
                </c:pt>
                <c:pt idx="9101">
                  <c:v>4.0761338766467539</c:v>
                </c:pt>
                <c:pt idx="9102">
                  <c:v>4.0764149226569613</c:v>
                </c:pt>
                <c:pt idx="9103">
                  <c:v>4.0733799897139695</c:v>
                </c:pt>
                <c:pt idx="9104">
                  <c:v>4.0679080587094987</c:v>
                </c:pt>
                <c:pt idx="9105">
                  <c:v>4.0710429243976733</c:v>
                </c:pt>
                <c:pt idx="9106">
                  <c:v>4.0770896071527476</c:v>
                </c:pt>
                <c:pt idx="9107">
                  <c:v>4.0867848241484355</c:v>
                </c:pt>
                <c:pt idx="9108">
                  <c:v>4.0891276654666298</c:v>
                </c:pt>
                <c:pt idx="9109">
                  <c:v>4.0741430549511417</c:v>
                </c:pt>
                <c:pt idx="9110">
                  <c:v>4.0630579578272741</c:v>
                </c:pt>
                <c:pt idx="9111">
                  <c:v>4.0630312932705621</c:v>
                </c:pt>
                <c:pt idx="9112">
                  <c:v>4.0652383589824739</c:v>
                </c:pt>
                <c:pt idx="9113">
                  <c:v>4.0651458638287767</c:v>
                </c:pt>
                <c:pt idx="9114">
                  <c:v>4.0687195474146458</c:v>
                </c:pt>
                <c:pt idx="9115">
                  <c:v>4.0708157613640861</c:v>
                </c:pt>
                <c:pt idx="9116">
                  <c:v>4.066893697828065</c:v>
                </c:pt>
                <c:pt idx="9117">
                  <c:v>4.0660301459825137</c:v>
                </c:pt>
                <c:pt idx="9118">
                  <c:v>4.0639128061083198</c:v>
                </c:pt>
                <c:pt idx="9119">
                  <c:v>4.0648601495430627</c:v>
                </c:pt>
                <c:pt idx="9120">
                  <c:v>4.0680807849032714</c:v>
                </c:pt>
                <c:pt idx="9121">
                  <c:v>4.0739772916089727</c:v>
                </c:pt>
                <c:pt idx="9122">
                  <c:v>4.0745202357874746</c:v>
                </c:pt>
                <c:pt idx="9123">
                  <c:v>4.0707004786960477</c:v>
                </c:pt>
                <c:pt idx="9124">
                  <c:v>4.0653504767179651</c:v>
                </c:pt>
                <c:pt idx="9125">
                  <c:v>4.0611104957075606</c:v>
                </c:pt>
                <c:pt idx="9126">
                  <c:v>4.0681172607508804</c:v>
                </c:pt>
                <c:pt idx="9127">
                  <c:v>4.0725734857775846</c:v>
                </c:pt>
                <c:pt idx="9128">
                  <c:v>4.0794121137793251</c:v>
                </c:pt>
                <c:pt idx="9129">
                  <c:v>4.0831696799461961</c:v>
                </c:pt>
                <c:pt idx="9130">
                  <c:v>4.0794864896941885</c:v>
                </c:pt>
                <c:pt idx="9131">
                  <c:v>4.0722528781105352</c:v>
                </c:pt>
                <c:pt idx="9132">
                  <c:v>4.0691483166515017</c:v>
                </c:pt>
                <c:pt idx="9133">
                  <c:v>4.0656619852039402</c:v>
                </c:pt>
                <c:pt idx="9134">
                  <c:v>4.0674335561973338</c:v>
                </c:pt>
                <c:pt idx="9135">
                  <c:v>4.069796336590576</c:v>
                </c:pt>
                <c:pt idx="9136">
                  <c:v>4.0640327570518657</c:v>
                </c:pt>
                <c:pt idx="9137">
                  <c:v>4.0598829766190612</c:v>
                </c:pt>
                <c:pt idx="9138">
                  <c:v>4.0603922933892473</c:v>
                </c:pt>
                <c:pt idx="9139">
                  <c:v>4.0612532341654468</c:v>
                </c:pt>
                <c:pt idx="9140">
                  <c:v>4.0589680737429283</c:v>
                </c:pt>
                <c:pt idx="9141">
                  <c:v>4.062986351228389</c:v>
                </c:pt>
                <c:pt idx="9142">
                  <c:v>4.0637401590378603</c:v>
                </c:pt>
                <c:pt idx="9143">
                  <c:v>4.0606335403726712</c:v>
                </c:pt>
                <c:pt idx="9144">
                  <c:v>4.0678291727657552</c:v>
                </c:pt>
                <c:pt idx="9145">
                  <c:v>4.0763409423586658</c:v>
                </c:pt>
                <c:pt idx="9146">
                  <c:v>4.0725442101515208</c:v>
                </c:pt>
                <c:pt idx="9147">
                  <c:v>4.0675738418324956</c:v>
                </c:pt>
                <c:pt idx="9148">
                  <c:v>4.0663873877437986</c:v>
                </c:pt>
                <c:pt idx="9149">
                  <c:v>4.0679320330735456</c:v>
                </c:pt>
                <c:pt idx="9150">
                  <c:v>4.0735850773430391</c:v>
                </c:pt>
                <c:pt idx="9151">
                  <c:v>4.0823380939193736</c:v>
                </c:pt>
                <c:pt idx="9152">
                  <c:v>4.0879985757803539</c:v>
                </c:pt>
                <c:pt idx="9153">
                  <c:v>4.0863757566166869</c:v>
                </c:pt>
                <c:pt idx="9154">
                  <c:v>4.0777770305020375</c:v>
                </c:pt>
                <c:pt idx="9155">
                  <c:v>4.0689839775289789</c:v>
                </c:pt>
                <c:pt idx="9156">
                  <c:v>4.0694503303398344</c:v>
                </c:pt>
                <c:pt idx="9157">
                  <c:v>4.067284329627725</c:v>
                </c:pt>
                <c:pt idx="9158">
                  <c:v>4.0594823752818767</c:v>
                </c:pt>
                <c:pt idx="9159">
                  <c:v>4.053418601891047</c:v>
                </c:pt>
                <c:pt idx="9160">
                  <c:v>4.0587614827708984</c:v>
                </c:pt>
                <c:pt idx="9161">
                  <c:v>4.0655095937017842</c:v>
                </c:pt>
                <c:pt idx="9162">
                  <c:v>4.0650832772876528</c:v>
                </c:pt>
                <c:pt idx="9163">
                  <c:v>4.0677792459548208</c:v>
                </c:pt>
                <c:pt idx="9164">
                  <c:v>4.0658351861375959</c:v>
                </c:pt>
                <c:pt idx="9165">
                  <c:v>4.0630802706017324</c:v>
                </c:pt>
                <c:pt idx="9166">
                  <c:v>4.0621425010879459</c:v>
                </c:pt>
                <c:pt idx="9167">
                  <c:v>4.0667672587727974</c:v>
                </c:pt>
                <c:pt idx="9168">
                  <c:v>4.0703771808363332</c:v>
                </c:pt>
                <c:pt idx="9169">
                  <c:v>4.0696548641057086</c:v>
                </c:pt>
                <c:pt idx="9170">
                  <c:v>4.0706509475016812</c:v>
                </c:pt>
                <c:pt idx="9171">
                  <c:v>4.0676421252522053</c:v>
                </c:pt>
                <c:pt idx="9172">
                  <c:v>4.0622690983898408</c:v>
                </c:pt>
                <c:pt idx="9173">
                  <c:v>4.0603090556632511</c:v>
                </c:pt>
                <c:pt idx="9174">
                  <c:v>4.0683914230327964</c:v>
                </c:pt>
                <c:pt idx="9175">
                  <c:v>4.0746349645923168</c:v>
                </c:pt>
                <c:pt idx="9176">
                  <c:v>4.0786705700834753</c:v>
                </c:pt>
                <c:pt idx="9177">
                  <c:v>4.083386477825691</c:v>
                </c:pt>
                <c:pt idx="9178">
                  <c:v>4.088427424140523</c:v>
                </c:pt>
                <c:pt idx="9179">
                  <c:v>4.091802033469162</c:v>
                </c:pt>
                <c:pt idx="9180">
                  <c:v>4.0919310044704673</c:v>
                </c:pt>
                <c:pt idx="9181">
                  <c:v>4.0889171974522291</c:v>
                </c:pt>
                <c:pt idx="9182">
                  <c:v>4.0829164853424063</c:v>
                </c:pt>
                <c:pt idx="9183">
                  <c:v>4.0716829528820666</c:v>
                </c:pt>
                <c:pt idx="9184">
                  <c:v>4.0644346243620681</c:v>
                </c:pt>
                <c:pt idx="9185">
                  <c:v>4.062469992483285</c:v>
                </c:pt>
                <c:pt idx="9186">
                  <c:v>4.0636195751078059</c:v>
                </c:pt>
                <c:pt idx="9187">
                  <c:v>4.0604507655180599</c:v>
                </c:pt>
                <c:pt idx="9188">
                  <c:v>4.0618303596154606</c:v>
                </c:pt>
                <c:pt idx="9189">
                  <c:v>4.069484828104601</c:v>
                </c:pt>
                <c:pt idx="9190">
                  <c:v>4.0714484313803059</c:v>
                </c:pt>
                <c:pt idx="9191">
                  <c:v>4.075444712584563</c:v>
                </c:pt>
                <c:pt idx="9192">
                  <c:v>4.0808450369901488</c:v>
                </c:pt>
                <c:pt idx="9193">
                  <c:v>4.086436681568224</c:v>
                </c:pt>
                <c:pt idx="9194">
                  <c:v>4.0920299086125729</c:v>
                </c:pt>
                <c:pt idx="9195">
                  <c:v>4.0887510384934922</c:v>
                </c:pt>
                <c:pt idx="9196">
                  <c:v>4.0743597737073225</c:v>
                </c:pt>
                <c:pt idx="9197">
                  <c:v>4.0752944574118768</c:v>
                </c:pt>
                <c:pt idx="9198">
                  <c:v>4.0827693159789531</c:v>
                </c:pt>
                <c:pt idx="9199">
                  <c:v>4.0876187838746683</c:v>
                </c:pt>
                <c:pt idx="9200">
                  <c:v>4.0880167741425009</c:v>
                </c:pt>
                <c:pt idx="9201">
                  <c:v>4.0881227993828384</c:v>
                </c:pt>
                <c:pt idx="9202">
                  <c:v>4.0827471614511213</c:v>
                </c:pt>
                <c:pt idx="9203">
                  <c:v>4.0783638881196342</c:v>
                </c:pt>
                <c:pt idx="9204">
                  <c:v>4.0762740831586024</c:v>
                </c:pt>
                <c:pt idx="9205">
                  <c:v>4.0756302567551526</c:v>
                </c:pt>
                <c:pt idx="9206">
                  <c:v>4.0786575938600311</c:v>
                </c:pt>
                <c:pt idx="9207">
                  <c:v>4.0781579301341138</c:v>
                </c:pt>
                <c:pt idx="9208">
                  <c:v>4.0829473434347427</c:v>
                </c:pt>
                <c:pt idx="9209">
                  <c:v>4.0903081853068004</c:v>
                </c:pt>
                <c:pt idx="9210">
                  <c:v>4.0884305890730701</c:v>
                </c:pt>
                <c:pt idx="9211">
                  <c:v>4.0856588993947067</c:v>
                </c:pt>
                <c:pt idx="9212">
                  <c:v>4.0876441033350481</c:v>
                </c:pt>
                <c:pt idx="9213">
                  <c:v>4.085931874826918</c:v>
                </c:pt>
                <c:pt idx="9214">
                  <c:v>4.0763445820310951</c:v>
                </c:pt>
                <c:pt idx="9215">
                  <c:v>4.0751563872294971</c:v>
                </c:pt>
                <c:pt idx="9216">
                  <c:v>4.073482850021759</c:v>
                </c:pt>
                <c:pt idx="9217">
                  <c:v>4.0788931439648692</c:v>
                </c:pt>
                <c:pt idx="9218">
                  <c:v>4.0848629188590415</c:v>
                </c:pt>
                <c:pt idx="9219">
                  <c:v>4.0823942714720891</c:v>
                </c:pt>
                <c:pt idx="9220">
                  <c:v>4.0750629425960359</c:v>
                </c:pt>
                <c:pt idx="9221">
                  <c:v>4.0689075444079599</c:v>
                </c:pt>
                <c:pt idx="9222">
                  <c:v>4.0622576255093561</c:v>
                </c:pt>
                <c:pt idx="9223">
                  <c:v>4.0581527079954105</c:v>
                </c:pt>
                <c:pt idx="9224">
                  <c:v>4.058160541203466</c:v>
                </c:pt>
                <c:pt idx="9225">
                  <c:v>4.0561241444791705</c:v>
                </c:pt>
                <c:pt idx="9226">
                  <c:v>4.0602127625904973</c:v>
                </c:pt>
                <c:pt idx="9227">
                  <c:v>4.0666302963168102</c:v>
                </c:pt>
                <c:pt idx="9228">
                  <c:v>4.0642671994303123</c:v>
                </c:pt>
                <c:pt idx="9229">
                  <c:v>4.0573370257546388</c:v>
                </c:pt>
                <c:pt idx="9230">
                  <c:v>4.0520955809629307</c:v>
                </c:pt>
                <c:pt idx="9231">
                  <c:v>4.0562158483997308</c:v>
                </c:pt>
                <c:pt idx="9232">
                  <c:v>4.0703675277920643</c:v>
                </c:pt>
                <c:pt idx="9233">
                  <c:v>4.0817786920916248</c:v>
                </c:pt>
                <c:pt idx="9234">
                  <c:v>4.0801542904616843</c:v>
                </c:pt>
                <c:pt idx="9235">
                  <c:v>4.0801076077066112</c:v>
                </c:pt>
                <c:pt idx="9236">
                  <c:v>4.0814376706096454</c:v>
                </c:pt>
                <c:pt idx="9237">
                  <c:v>4.0802112592475375</c:v>
                </c:pt>
                <c:pt idx="9238">
                  <c:v>4.0734053091743485</c:v>
                </c:pt>
                <c:pt idx="9239">
                  <c:v>4.0708159987340267</c:v>
                </c:pt>
                <c:pt idx="9240">
                  <c:v>4.0714007991454686</c:v>
                </c:pt>
                <c:pt idx="9241">
                  <c:v>4.0689906238873288</c:v>
                </c:pt>
                <c:pt idx="9242">
                  <c:v>4.0598466590180795</c:v>
                </c:pt>
                <c:pt idx="9243">
                  <c:v>4.0572321873640069</c:v>
                </c:pt>
                <c:pt idx="9244">
                  <c:v>4.068898682596827</c:v>
                </c:pt>
                <c:pt idx="9245">
                  <c:v>4.0725112948530287</c:v>
                </c:pt>
                <c:pt idx="9246">
                  <c:v>4.0722379238042485</c:v>
                </c:pt>
                <c:pt idx="9247">
                  <c:v>4.0771765636744863</c:v>
                </c:pt>
                <c:pt idx="9248">
                  <c:v>4.0833595758990384</c:v>
                </c:pt>
                <c:pt idx="9249">
                  <c:v>4.0783563714048343</c:v>
                </c:pt>
                <c:pt idx="9250">
                  <c:v>4.0745939787158285</c:v>
                </c:pt>
                <c:pt idx="9251">
                  <c:v>4.072839814851446</c:v>
                </c:pt>
                <c:pt idx="9252">
                  <c:v>4.0731445978557579</c:v>
                </c:pt>
                <c:pt idx="9253">
                  <c:v>4.0761598290936423</c:v>
                </c:pt>
                <c:pt idx="9254">
                  <c:v>4.0768752620959763</c:v>
                </c:pt>
                <c:pt idx="9255">
                  <c:v>4.0755479685089213</c:v>
                </c:pt>
                <c:pt idx="9256">
                  <c:v>4.0754644142896703</c:v>
                </c:pt>
                <c:pt idx="9257">
                  <c:v>4.0782565969062787</c:v>
                </c:pt>
                <c:pt idx="9258">
                  <c:v>4.0806448550065273</c:v>
                </c:pt>
                <c:pt idx="9259">
                  <c:v>4.0759529216283577</c:v>
                </c:pt>
                <c:pt idx="9260">
                  <c:v>4.0770956996479013</c:v>
                </c:pt>
                <c:pt idx="9261">
                  <c:v>4.0813537998971396</c:v>
                </c:pt>
                <c:pt idx="9262">
                  <c:v>4.0815547731138979</c:v>
                </c:pt>
                <c:pt idx="9263">
                  <c:v>4.0706884519523676</c:v>
                </c:pt>
                <c:pt idx="9264">
                  <c:v>4.0650695889543851</c:v>
                </c:pt>
                <c:pt idx="9265">
                  <c:v>4.0625799738893065</c:v>
                </c:pt>
                <c:pt idx="9266">
                  <c:v>4.0647591090714883</c:v>
                </c:pt>
                <c:pt idx="9267">
                  <c:v>4.0629135577798001</c:v>
                </c:pt>
                <c:pt idx="9268">
                  <c:v>4.0593203307354511</c:v>
                </c:pt>
                <c:pt idx="9269">
                  <c:v>4.0551135023934801</c:v>
                </c:pt>
                <c:pt idx="9270">
                  <c:v>4.0575558808402894</c:v>
                </c:pt>
                <c:pt idx="9271">
                  <c:v>4.0617500494520709</c:v>
                </c:pt>
                <c:pt idx="9272">
                  <c:v>4.0617628674288877</c:v>
                </c:pt>
                <c:pt idx="9273">
                  <c:v>4.0621610159433477</c:v>
                </c:pt>
                <c:pt idx="9274">
                  <c:v>4.0601895794595881</c:v>
                </c:pt>
                <c:pt idx="9275">
                  <c:v>4.0628897416623806</c:v>
                </c:pt>
                <c:pt idx="9276">
                  <c:v>4.0683217153934406</c:v>
                </c:pt>
                <c:pt idx="9277">
                  <c:v>4.0753006290303437</c:v>
                </c:pt>
                <c:pt idx="9278">
                  <c:v>4.0791660402737664</c:v>
                </c:pt>
                <c:pt idx="9279">
                  <c:v>4.0791296435494715</c:v>
                </c:pt>
                <c:pt idx="9280">
                  <c:v>4.0747094196304943</c:v>
                </c:pt>
                <c:pt idx="9281">
                  <c:v>4.0715454365628831</c:v>
                </c:pt>
                <c:pt idx="9282">
                  <c:v>4.0660140839498355</c:v>
                </c:pt>
                <c:pt idx="9283">
                  <c:v>4.0683785259326664</c:v>
                </c:pt>
                <c:pt idx="9284">
                  <c:v>4.0698435732088463</c:v>
                </c:pt>
                <c:pt idx="9285">
                  <c:v>4.0679446928037351</c:v>
                </c:pt>
                <c:pt idx="9286">
                  <c:v>4.0641073703366697</c:v>
                </c:pt>
                <c:pt idx="9287">
                  <c:v>4.0585611425406496</c:v>
                </c:pt>
                <c:pt idx="9288">
                  <c:v>4.054765043320014</c:v>
                </c:pt>
                <c:pt idx="9289">
                  <c:v>4.0498817106460416</c:v>
                </c:pt>
                <c:pt idx="9290">
                  <c:v>4.0535342010523401</c:v>
                </c:pt>
                <c:pt idx="9291">
                  <c:v>4.0529580250820905</c:v>
                </c:pt>
                <c:pt idx="9292">
                  <c:v>4.0489684693594965</c:v>
                </c:pt>
                <c:pt idx="9293">
                  <c:v>4.0471547256399099</c:v>
                </c:pt>
                <c:pt idx="9294">
                  <c:v>4.0469205206314038</c:v>
                </c:pt>
                <c:pt idx="9295">
                  <c:v>4.0523869130039163</c:v>
                </c:pt>
                <c:pt idx="9296">
                  <c:v>4.0607791272698499</c:v>
                </c:pt>
                <c:pt idx="9297">
                  <c:v>4.0567320488982075</c:v>
                </c:pt>
                <c:pt idx="9298">
                  <c:v>4.0527007160659885</c:v>
                </c:pt>
                <c:pt idx="9299">
                  <c:v>4.0521645764924639</c:v>
                </c:pt>
                <c:pt idx="9300">
                  <c:v>4.0526243620682836</c:v>
                </c:pt>
                <c:pt idx="9301">
                  <c:v>4.0555693318036159</c:v>
                </c:pt>
                <c:pt idx="9302">
                  <c:v>4.0586839419234879</c:v>
                </c:pt>
                <c:pt idx="9303">
                  <c:v>4.0537503659453256</c:v>
                </c:pt>
                <c:pt idx="9304">
                  <c:v>4.052952961190015</c:v>
                </c:pt>
                <c:pt idx="9305">
                  <c:v>4.0547146417691975</c:v>
                </c:pt>
                <c:pt idx="9306">
                  <c:v>4.0623596154606956</c:v>
                </c:pt>
                <c:pt idx="9307">
                  <c:v>4.0709474225580564</c:v>
                </c:pt>
                <c:pt idx="9308">
                  <c:v>4.0736848518415947</c:v>
                </c:pt>
                <c:pt idx="9309">
                  <c:v>4.0638676266962062</c:v>
                </c:pt>
                <c:pt idx="9310">
                  <c:v>4.0677907188353046</c:v>
                </c:pt>
                <c:pt idx="9311">
                  <c:v>4.0772870198203899</c:v>
                </c:pt>
                <c:pt idx="9312">
                  <c:v>4.0704854215294537</c:v>
                </c:pt>
                <c:pt idx="9313">
                  <c:v>4.0658461842781977</c:v>
                </c:pt>
                <c:pt idx="9314">
                  <c:v>4.0644579657396056</c:v>
                </c:pt>
                <c:pt idx="9315">
                  <c:v>4.0660636942675161</c:v>
                </c:pt>
                <c:pt idx="9316">
                  <c:v>4.0720362384776676</c:v>
                </c:pt>
                <c:pt idx="9317">
                  <c:v>4.0693466787989081</c:v>
                </c:pt>
                <c:pt idx="9318">
                  <c:v>4.0691168255726549</c:v>
                </c:pt>
                <c:pt idx="9319">
                  <c:v>4.0744146061637059</c:v>
                </c:pt>
                <c:pt idx="9320">
                  <c:v>4.0725249040629823</c:v>
                </c:pt>
                <c:pt idx="9321">
                  <c:v>4.0626212762590495</c:v>
                </c:pt>
                <c:pt idx="9322">
                  <c:v>4.0615022352336112</c:v>
                </c:pt>
                <c:pt idx="9323">
                  <c:v>4.0684569371365269</c:v>
                </c:pt>
                <c:pt idx="9324">
                  <c:v>4.0723149107884637</c:v>
                </c:pt>
                <c:pt idx="9325">
                  <c:v>4.0707325236380898</c:v>
                </c:pt>
                <c:pt idx="9326">
                  <c:v>4.0677156308106186</c:v>
                </c:pt>
                <c:pt idx="9327">
                  <c:v>4.0746086956521737</c:v>
                </c:pt>
                <c:pt idx="9328">
                  <c:v>4.0766575147367172</c:v>
                </c:pt>
                <c:pt idx="9329">
                  <c:v>4.0762922023974362</c:v>
                </c:pt>
                <c:pt idx="9330">
                  <c:v>4.0736356371404838</c:v>
                </c:pt>
                <c:pt idx="9331">
                  <c:v>4.0771758515646637</c:v>
                </c:pt>
                <c:pt idx="9332">
                  <c:v>4.071094354551569</c:v>
                </c:pt>
                <c:pt idx="9333">
                  <c:v>4.0652192111405627</c:v>
                </c:pt>
                <c:pt idx="9334">
                  <c:v>4.0626094077619967</c:v>
                </c:pt>
                <c:pt idx="9335">
                  <c:v>4.0568281837243347</c:v>
                </c:pt>
                <c:pt idx="9336">
                  <c:v>4.0571741108517623</c:v>
                </c:pt>
                <c:pt idx="9337">
                  <c:v>4.0642166396328676</c:v>
                </c:pt>
                <c:pt idx="9338">
                  <c:v>4.0670134905249835</c:v>
                </c:pt>
                <c:pt idx="9339">
                  <c:v>4.0648499426355977</c:v>
                </c:pt>
                <c:pt idx="9340">
                  <c:v>4.0624282944969732</c:v>
                </c:pt>
                <c:pt idx="9341">
                  <c:v>4.0666844957866832</c:v>
                </c:pt>
                <c:pt idx="9342">
                  <c:v>4.0744518732444517</c:v>
                </c:pt>
                <c:pt idx="9343">
                  <c:v>4.074399097994224</c:v>
                </c:pt>
                <c:pt idx="9344">
                  <c:v>4.0692261739921669</c:v>
                </c:pt>
                <c:pt idx="9345">
                  <c:v>4.0632715116509077</c:v>
                </c:pt>
                <c:pt idx="9346">
                  <c:v>4.0589710804288481</c:v>
                </c:pt>
                <c:pt idx="9347">
                  <c:v>4.061174189975076</c:v>
                </c:pt>
                <c:pt idx="9348">
                  <c:v>4.0571800451002886</c:v>
                </c:pt>
                <c:pt idx="9349">
                  <c:v>4.0562539858369266</c:v>
                </c:pt>
                <c:pt idx="9350">
                  <c:v>4.062591288523163</c:v>
                </c:pt>
                <c:pt idx="9351">
                  <c:v>4.0673470744154763</c:v>
                </c:pt>
                <c:pt idx="9352">
                  <c:v>4.0671368437710171</c:v>
                </c:pt>
                <c:pt idx="9353">
                  <c:v>4.0630335087233451</c:v>
                </c:pt>
                <c:pt idx="9354">
                  <c:v>4.0653679629702895</c:v>
                </c:pt>
                <c:pt idx="9355">
                  <c:v>4.0611068560351304</c:v>
                </c:pt>
                <c:pt idx="9356">
                  <c:v>4.061648375993987</c:v>
                </c:pt>
                <c:pt idx="9357">
                  <c:v>4.0615580962930729</c:v>
                </c:pt>
                <c:pt idx="9358">
                  <c:v>4.0612273608418716</c:v>
                </c:pt>
                <c:pt idx="9359">
                  <c:v>4.0644546425604302</c:v>
                </c:pt>
                <c:pt idx="9360">
                  <c:v>4.0671347074415474</c:v>
                </c:pt>
                <c:pt idx="9361">
                  <c:v>4.0708201131463388</c:v>
                </c:pt>
                <c:pt idx="9362">
                  <c:v>4.0694659967559446</c:v>
                </c:pt>
                <c:pt idx="9363">
                  <c:v>4.0707773865569488</c:v>
                </c:pt>
                <c:pt idx="9364">
                  <c:v>4.0704407959805353</c:v>
                </c:pt>
                <c:pt idx="9365">
                  <c:v>4.0676508288167108</c:v>
                </c:pt>
                <c:pt idx="9366">
                  <c:v>4.0674516754361676</c:v>
                </c:pt>
                <c:pt idx="9367">
                  <c:v>4.0753928868140994</c:v>
                </c:pt>
                <c:pt idx="9368">
                  <c:v>4.0810824069312019</c:v>
                </c:pt>
                <c:pt idx="9369">
                  <c:v>4.0777608102227321</c:v>
                </c:pt>
                <c:pt idx="9370">
                  <c:v>4.0715611821023066</c:v>
                </c:pt>
                <c:pt idx="9371">
                  <c:v>4.0626718360564942</c:v>
                </c:pt>
                <c:pt idx="9372">
                  <c:v>4.072368793765083</c:v>
                </c:pt>
                <c:pt idx="9373">
                  <c:v>4.0772723820073589</c:v>
                </c:pt>
                <c:pt idx="9374">
                  <c:v>4.0771345491949207</c:v>
                </c:pt>
                <c:pt idx="9375">
                  <c:v>4.071940894884678</c:v>
                </c:pt>
                <c:pt idx="9376">
                  <c:v>4.0611456264588357</c:v>
                </c:pt>
                <c:pt idx="9377">
                  <c:v>4.0537119911381891</c:v>
                </c:pt>
                <c:pt idx="9378">
                  <c:v>4.0464279780037185</c:v>
                </c:pt>
                <c:pt idx="9379">
                  <c:v>4.0482258179372552</c:v>
                </c:pt>
                <c:pt idx="9380">
                  <c:v>4.0488103809787557</c:v>
                </c:pt>
                <c:pt idx="9381">
                  <c:v>4.0525107409898329</c:v>
                </c:pt>
                <c:pt idx="9382">
                  <c:v>4.0559153380543576</c:v>
                </c:pt>
                <c:pt idx="9383">
                  <c:v>4.0577921430549511</c:v>
                </c:pt>
                <c:pt idx="9384">
                  <c:v>4.0635452783162558</c:v>
                </c:pt>
                <c:pt idx="9385">
                  <c:v>4.0654771531431733</c:v>
                </c:pt>
                <c:pt idx="9386">
                  <c:v>4.0672702456778893</c:v>
                </c:pt>
                <c:pt idx="9387">
                  <c:v>4.0723543141986784</c:v>
                </c:pt>
                <c:pt idx="9388">
                  <c:v>4.0789367409107093</c:v>
                </c:pt>
                <c:pt idx="9389">
                  <c:v>4.0829671242631642</c:v>
                </c:pt>
                <c:pt idx="9390">
                  <c:v>4.077517268663212</c:v>
                </c:pt>
                <c:pt idx="9391">
                  <c:v>4.0695078529888828</c:v>
                </c:pt>
                <c:pt idx="9392">
                  <c:v>4.0630075562764567</c:v>
                </c:pt>
                <c:pt idx="9393">
                  <c:v>4.0594128258891482</c:v>
                </c:pt>
                <c:pt idx="9394">
                  <c:v>4.0614540491355777</c:v>
                </c:pt>
                <c:pt idx="9395">
                  <c:v>4.0664025794200258</c:v>
                </c:pt>
                <c:pt idx="9396">
                  <c:v>4.0652820350516281</c:v>
                </c:pt>
                <c:pt idx="9397">
                  <c:v>4.0600507180440717</c:v>
                </c:pt>
                <c:pt idx="9398">
                  <c:v>4.0518065434980421</c:v>
                </c:pt>
                <c:pt idx="9399">
                  <c:v>4.0548754994659175</c:v>
                </c:pt>
                <c:pt idx="9400">
                  <c:v>4.0603131700755624</c:v>
                </c:pt>
                <c:pt idx="9401">
                  <c:v>4.0607748546109113</c:v>
                </c:pt>
                <c:pt idx="9402">
                  <c:v>4.0647815009692607</c:v>
                </c:pt>
                <c:pt idx="9403">
                  <c:v>4.0733037939628911</c:v>
                </c:pt>
                <c:pt idx="9404">
                  <c:v>4.0744375519246745</c:v>
                </c:pt>
                <c:pt idx="9405">
                  <c:v>4.0702556474265146</c:v>
                </c:pt>
                <c:pt idx="9406">
                  <c:v>4.068523242473395</c:v>
                </c:pt>
                <c:pt idx="9407">
                  <c:v>4.0722554100565729</c:v>
                </c:pt>
                <c:pt idx="9408">
                  <c:v>4.0721951180915461</c:v>
                </c:pt>
                <c:pt idx="9409">
                  <c:v>4.0677197452229299</c:v>
                </c:pt>
                <c:pt idx="9410">
                  <c:v>4.0705909720299083</c:v>
                </c:pt>
                <c:pt idx="9411">
                  <c:v>4.0731085176247177</c:v>
                </c:pt>
                <c:pt idx="9412">
                  <c:v>4.0719603592198439</c:v>
                </c:pt>
                <c:pt idx="9413">
                  <c:v>4.0748402895913278</c:v>
                </c:pt>
                <c:pt idx="9414">
                  <c:v>4.0741937729952129</c:v>
                </c:pt>
                <c:pt idx="9415">
                  <c:v>4.0738432567155911</c:v>
                </c:pt>
                <c:pt idx="9416">
                  <c:v>4.0809803378565492</c:v>
                </c:pt>
                <c:pt idx="9417">
                  <c:v>4.0834648099062392</c:v>
                </c:pt>
                <c:pt idx="9418">
                  <c:v>4.0808244649285914</c:v>
                </c:pt>
                <c:pt idx="9419">
                  <c:v>4.0820951853463621</c:v>
                </c:pt>
                <c:pt idx="9420">
                  <c:v>4.083440281678997</c:v>
                </c:pt>
                <c:pt idx="9421">
                  <c:v>4.0807129010562964</c:v>
                </c:pt>
                <c:pt idx="9422">
                  <c:v>4.0686351228389448</c:v>
                </c:pt>
                <c:pt idx="9423">
                  <c:v>4.0563394390157059</c:v>
                </c:pt>
                <c:pt idx="9424">
                  <c:v>4.0489156149859555</c:v>
                </c:pt>
                <c:pt idx="9425">
                  <c:v>4.0577215650591443</c:v>
                </c:pt>
                <c:pt idx="9426">
                  <c:v>4.0754173359180283</c:v>
                </c:pt>
                <c:pt idx="9427">
                  <c:v>4.0797642125252205</c:v>
                </c:pt>
                <c:pt idx="9428">
                  <c:v>4.0740351307512759</c:v>
                </c:pt>
                <c:pt idx="9429">
                  <c:v>4.0672817185583732</c:v>
                </c:pt>
                <c:pt idx="9430">
                  <c:v>4.0640935237567746</c:v>
                </c:pt>
                <c:pt idx="9431">
                  <c:v>4.064044388178977</c:v>
                </c:pt>
                <c:pt idx="9432">
                  <c:v>4.0639177117537679</c:v>
                </c:pt>
                <c:pt idx="9433">
                  <c:v>4.064255489179887</c:v>
                </c:pt>
                <c:pt idx="9434">
                  <c:v>4.0700090991810738</c:v>
                </c:pt>
                <c:pt idx="9435">
                  <c:v>4.0744003639672428</c:v>
                </c:pt>
                <c:pt idx="9436">
                  <c:v>4.0733750049452073</c:v>
                </c:pt>
                <c:pt idx="9437">
                  <c:v>4.0649554140127391</c:v>
                </c:pt>
                <c:pt idx="9438">
                  <c:v>4.0613334652055224</c:v>
                </c:pt>
                <c:pt idx="9439">
                  <c:v>4.058253352850417</c:v>
                </c:pt>
                <c:pt idx="9440">
                  <c:v>4.054296237686434</c:v>
                </c:pt>
                <c:pt idx="9441">
                  <c:v>4.0478863789215493</c:v>
                </c:pt>
                <c:pt idx="9442">
                  <c:v>4.053784309846896</c:v>
                </c:pt>
                <c:pt idx="9443">
                  <c:v>4.0674978834513587</c:v>
                </c:pt>
                <c:pt idx="9444">
                  <c:v>4.0688922736084185</c:v>
                </c:pt>
                <c:pt idx="9445">
                  <c:v>4.060255726549828</c:v>
                </c:pt>
                <c:pt idx="9446">
                  <c:v>4.052433912252245</c:v>
                </c:pt>
                <c:pt idx="9447">
                  <c:v>4.046801519167623</c:v>
                </c:pt>
                <c:pt idx="9448">
                  <c:v>4.0500087826878186</c:v>
                </c:pt>
                <c:pt idx="9449">
                  <c:v>4.0623397555089609</c:v>
                </c:pt>
                <c:pt idx="9450">
                  <c:v>4.0676865134311821</c:v>
                </c:pt>
                <c:pt idx="9451">
                  <c:v>4.0613541163903948</c:v>
                </c:pt>
                <c:pt idx="9452">
                  <c:v>4.0597786920916246</c:v>
                </c:pt>
                <c:pt idx="9453">
                  <c:v>4.0643581912410491</c:v>
                </c:pt>
                <c:pt idx="9454">
                  <c:v>4.0678195197214864</c:v>
                </c:pt>
                <c:pt idx="9455">
                  <c:v>4.0659429520908335</c:v>
                </c:pt>
                <c:pt idx="9456">
                  <c:v>4.0603108754994661</c:v>
                </c:pt>
                <c:pt idx="9457">
                  <c:v>4.0611165882027143</c:v>
                </c:pt>
                <c:pt idx="9458">
                  <c:v>4.0613438303596157</c:v>
                </c:pt>
                <c:pt idx="9459">
                  <c:v>4.0581857815405309</c:v>
                </c:pt>
                <c:pt idx="9460">
                  <c:v>4.0570559797444314</c:v>
                </c:pt>
                <c:pt idx="9461">
                  <c:v>4.0555573050599358</c:v>
                </c:pt>
                <c:pt idx="9462">
                  <c:v>4.0478036159354351</c:v>
                </c:pt>
                <c:pt idx="9463">
                  <c:v>4.0468682992443723</c:v>
                </c:pt>
                <c:pt idx="9464">
                  <c:v>4.0475163191834476</c:v>
                </c:pt>
                <c:pt idx="9465">
                  <c:v>4.0432772876528071</c:v>
                </c:pt>
                <c:pt idx="9466">
                  <c:v>4.0436595323812163</c:v>
                </c:pt>
                <c:pt idx="9467">
                  <c:v>4.0510718044071687</c:v>
                </c:pt>
                <c:pt idx="9468">
                  <c:v>4.0578112908968631</c:v>
                </c:pt>
                <c:pt idx="9469">
                  <c:v>4.0573953396368241</c:v>
                </c:pt>
                <c:pt idx="9470">
                  <c:v>4.0620046682755078</c:v>
                </c:pt>
                <c:pt idx="9471">
                  <c:v>4.0664168216164889</c:v>
                </c:pt>
                <c:pt idx="9472">
                  <c:v>4.0700030066859201</c:v>
                </c:pt>
                <c:pt idx="9473">
                  <c:v>4.0742938639870241</c:v>
                </c:pt>
                <c:pt idx="9474">
                  <c:v>4.0744243383312897</c:v>
                </c:pt>
                <c:pt idx="9475">
                  <c:v>4.0672861494639392</c:v>
                </c:pt>
                <c:pt idx="9476">
                  <c:v>4.0644703880998536</c:v>
                </c:pt>
                <c:pt idx="9477">
                  <c:v>4.0617075602326222</c:v>
                </c:pt>
                <c:pt idx="9478">
                  <c:v>4.0597794833247614</c:v>
                </c:pt>
                <c:pt idx="9479">
                  <c:v>4.0609082565177825</c:v>
                </c:pt>
                <c:pt idx="9480">
                  <c:v>4.0598600308580925</c:v>
                </c:pt>
                <c:pt idx="9481">
                  <c:v>4.0627782569133997</c:v>
                </c:pt>
                <c:pt idx="9482">
                  <c:v>4.0652604343869925</c:v>
                </c:pt>
                <c:pt idx="9483">
                  <c:v>4.0632656565256955</c:v>
                </c:pt>
                <c:pt idx="9484">
                  <c:v>4.0650344582031099</c:v>
                </c:pt>
                <c:pt idx="9485">
                  <c:v>4.0650368319025203</c:v>
                </c:pt>
                <c:pt idx="9486">
                  <c:v>4.0631804407168568</c:v>
                </c:pt>
                <c:pt idx="9487">
                  <c:v>4.0664602603157016</c:v>
                </c:pt>
                <c:pt idx="9488">
                  <c:v>4.0686579894765993</c:v>
                </c:pt>
                <c:pt idx="9489">
                  <c:v>4.0674975669581039</c:v>
                </c:pt>
                <c:pt idx="9490">
                  <c:v>4.068923606440638</c:v>
                </c:pt>
                <c:pt idx="9491">
                  <c:v>4.0684027376666538</c:v>
                </c:pt>
                <c:pt idx="9492">
                  <c:v>4.0637340665427066</c:v>
                </c:pt>
                <c:pt idx="9493">
                  <c:v>4.0649793092534718</c:v>
                </c:pt>
                <c:pt idx="9494">
                  <c:v>4.0654732761008034</c:v>
                </c:pt>
                <c:pt idx="9495">
                  <c:v>4.0662185385923966</c:v>
                </c:pt>
                <c:pt idx="9496">
                  <c:v>4.0615627645685803</c:v>
                </c:pt>
                <c:pt idx="9497">
                  <c:v>4.0643655497092217</c:v>
                </c:pt>
                <c:pt idx="9498">
                  <c:v>4.0744362068283424</c:v>
                </c:pt>
                <c:pt idx="9499">
                  <c:v>4.0819883688728886</c:v>
                </c:pt>
                <c:pt idx="9500">
                  <c:v>4.0785184950745741</c:v>
                </c:pt>
                <c:pt idx="9501">
                  <c:v>4.077539502314357</c:v>
                </c:pt>
                <c:pt idx="9502">
                  <c:v>4.0808853898801285</c:v>
                </c:pt>
                <c:pt idx="9503">
                  <c:v>4.088330102464691</c:v>
                </c:pt>
                <c:pt idx="9504">
                  <c:v>4.0925141432923207</c:v>
                </c:pt>
                <c:pt idx="9505">
                  <c:v>4.0856945048858648</c:v>
                </c:pt>
                <c:pt idx="9506">
                  <c:v>4.0788431380306207</c:v>
                </c:pt>
                <c:pt idx="9507">
                  <c:v>4.0729051707085491</c:v>
                </c:pt>
                <c:pt idx="9508">
                  <c:v>4.0705168334849864</c:v>
                </c:pt>
                <c:pt idx="9509">
                  <c:v>4.0688815919610715</c:v>
                </c:pt>
                <c:pt idx="9510">
                  <c:v>4.0707579222217829</c:v>
                </c:pt>
                <c:pt idx="9511">
                  <c:v>4.0671731613719979</c:v>
                </c:pt>
                <c:pt idx="9512">
                  <c:v>4.0665135894291256</c:v>
                </c:pt>
                <c:pt idx="9513">
                  <c:v>4.0700225501444001</c:v>
                </c:pt>
                <c:pt idx="9514">
                  <c:v>4.0702449657791666</c:v>
                </c:pt>
                <c:pt idx="9515">
                  <c:v>4.0681538948451159</c:v>
                </c:pt>
                <c:pt idx="9516">
                  <c:v>4.0688559560074378</c:v>
                </c:pt>
                <c:pt idx="9517">
                  <c:v>4.0723924516358743</c:v>
                </c:pt>
                <c:pt idx="9518">
                  <c:v>4.0644641373580725</c:v>
                </c:pt>
                <c:pt idx="9519">
                  <c:v>4.0630517862088062</c:v>
                </c:pt>
                <c:pt idx="9520">
                  <c:v>4.0655940974007994</c:v>
                </c:pt>
                <c:pt idx="9521">
                  <c:v>4.0692018040115521</c:v>
                </c:pt>
                <c:pt idx="9522">
                  <c:v>4.0761907663092929</c:v>
                </c:pt>
                <c:pt idx="9523">
                  <c:v>4.0817604937294778</c:v>
                </c:pt>
                <c:pt idx="9524">
                  <c:v>4.0705584523479841</c:v>
                </c:pt>
                <c:pt idx="9525">
                  <c:v>4.0586806978676266</c:v>
                </c:pt>
                <c:pt idx="9526">
                  <c:v>4.0578951616093679</c:v>
                </c:pt>
                <c:pt idx="9527">
                  <c:v>4.0499033113106773</c:v>
                </c:pt>
                <c:pt idx="9528">
                  <c:v>4.0444830478300435</c:v>
                </c:pt>
                <c:pt idx="9529">
                  <c:v>4.0495143411006049</c:v>
                </c:pt>
                <c:pt idx="9530">
                  <c:v>4.0548397357281321</c:v>
                </c:pt>
                <c:pt idx="9531">
                  <c:v>4.058296475056375</c:v>
                </c:pt>
                <c:pt idx="9532">
                  <c:v>4.0603597737073231</c:v>
                </c:pt>
                <c:pt idx="9533">
                  <c:v>4.0625562368952011</c:v>
                </c:pt>
                <c:pt idx="9534">
                  <c:v>4.0608016774142497</c:v>
                </c:pt>
                <c:pt idx="9535">
                  <c:v>4.0556649127665469</c:v>
                </c:pt>
                <c:pt idx="9536">
                  <c:v>4.0510741781065791</c:v>
                </c:pt>
                <c:pt idx="9537">
                  <c:v>4.0539024409542268</c:v>
                </c:pt>
                <c:pt idx="9538">
                  <c:v>4.0613886141551605</c:v>
                </c:pt>
                <c:pt idx="9539">
                  <c:v>4.066523084226767</c:v>
                </c:pt>
                <c:pt idx="9540">
                  <c:v>4.0686649523282039</c:v>
                </c:pt>
                <c:pt idx="9541">
                  <c:v>4.066981287336314</c:v>
                </c:pt>
                <c:pt idx="9542">
                  <c:v>4.0659141512046526</c:v>
                </c:pt>
                <c:pt idx="9543">
                  <c:v>4.0681982039007796</c:v>
                </c:pt>
                <c:pt idx="9544">
                  <c:v>4.0727646477034458</c:v>
                </c:pt>
                <c:pt idx="9545">
                  <c:v>4.0731162717094591</c:v>
                </c:pt>
                <c:pt idx="9546">
                  <c:v>4.0718992760216794</c:v>
                </c:pt>
                <c:pt idx="9547">
                  <c:v>4.0717891363690315</c:v>
                </c:pt>
                <c:pt idx="9548">
                  <c:v>4.0772018040115521</c:v>
                </c:pt>
                <c:pt idx="9549">
                  <c:v>4.0747832416821614</c:v>
                </c:pt>
                <c:pt idx="9550">
                  <c:v>4.0669329429916523</c:v>
                </c:pt>
                <c:pt idx="9551">
                  <c:v>4.06096316809748</c:v>
                </c:pt>
                <c:pt idx="9552">
                  <c:v>4.0616930015429045</c:v>
                </c:pt>
                <c:pt idx="9553">
                  <c:v>4.0677576452901851</c:v>
                </c:pt>
                <c:pt idx="9554">
                  <c:v>4.0656701349052495</c:v>
                </c:pt>
                <c:pt idx="9555">
                  <c:v>4.0626951774340307</c:v>
                </c:pt>
                <c:pt idx="9556">
                  <c:v>4.0632477746568023</c:v>
                </c:pt>
                <c:pt idx="9557">
                  <c:v>4.0698539383629386</c:v>
                </c:pt>
                <c:pt idx="9558">
                  <c:v>4.0691046405823474</c:v>
                </c:pt>
                <c:pt idx="9559">
                  <c:v>4.0694344265537845</c:v>
                </c:pt>
                <c:pt idx="9560">
                  <c:v>4.071767140087827</c:v>
                </c:pt>
                <c:pt idx="9561">
                  <c:v>4.0695764529018472</c:v>
                </c:pt>
                <c:pt idx="9562">
                  <c:v>4.0687275388693278</c:v>
                </c:pt>
                <c:pt idx="9563">
                  <c:v>4.0743774182062742</c:v>
                </c:pt>
                <c:pt idx="9564">
                  <c:v>4.0716585829014518</c:v>
                </c:pt>
                <c:pt idx="9565">
                  <c:v>4.0678567868022313</c:v>
                </c:pt>
                <c:pt idx="9566">
                  <c:v>4.0590933259484911</c:v>
                </c:pt>
                <c:pt idx="9567">
                  <c:v>4.0529722672785535</c:v>
                </c:pt>
                <c:pt idx="9568">
                  <c:v>4.0578366894805553</c:v>
                </c:pt>
                <c:pt idx="9569">
                  <c:v>4.0652932705621714</c:v>
                </c:pt>
                <c:pt idx="9570">
                  <c:v>4.0636247181231946</c:v>
                </c:pt>
                <c:pt idx="9571">
                  <c:v>4.0594292835383943</c:v>
                </c:pt>
                <c:pt idx="9572">
                  <c:v>4.0533826007833209</c:v>
                </c:pt>
                <c:pt idx="9573">
                  <c:v>4.053828777149187</c:v>
                </c:pt>
                <c:pt idx="9574">
                  <c:v>4.0541118012422359</c:v>
                </c:pt>
                <c:pt idx="9575">
                  <c:v>4.054555366538751</c:v>
                </c:pt>
                <c:pt idx="9576">
                  <c:v>4.0480223127744592</c:v>
                </c:pt>
                <c:pt idx="9577">
                  <c:v>4.041541084780631</c:v>
                </c:pt>
                <c:pt idx="9578">
                  <c:v>4.0484054278593185</c:v>
                </c:pt>
                <c:pt idx="9579">
                  <c:v>4.0560864817818567</c:v>
                </c:pt>
                <c:pt idx="9580">
                  <c:v>4.0541683744115202</c:v>
                </c:pt>
                <c:pt idx="9581">
                  <c:v>4.0554470071606596</c:v>
                </c:pt>
                <c:pt idx="9582">
                  <c:v>4.0607510384934917</c:v>
                </c:pt>
                <c:pt idx="9583">
                  <c:v>4.0644718123194998</c:v>
                </c:pt>
                <c:pt idx="9584">
                  <c:v>4.071200538038533</c:v>
                </c:pt>
                <c:pt idx="9585">
                  <c:v>4.0729436246389996</c:v>
                </c:pt>
                <c:pt idx="9586">
                  <c:v>4.0700984294022238</c:v>
                </c:pt>
                <c:pt idx="9587">
                  <c:v>4.0678467381413936</c:v>
                </c:pt>
                <c:pt idx="9588">
                  <c:v>4.0645366143134076</c:v>
                </c:pt>
                <c:pt idx="9589">
                  <c:v>4.0596944257625509</c:v>
                </c:pt>
                <c:pt idx="9590">
                  <c:v>4.0586194564228348</c:v>
                </c:pt>
                <c:pt idx="9591">
                  <c:v>4.0619962812042569</c:v>
                </c:pt>
                <c:pt idx="9592">
                  <c:v>4.0671606598884358</c:v>
                </c:pt>
                <c:pt idx="9593">
                  <c:v>4.0730936424417452</c:v>
                </c:pt>
                <c:pt idx="9594">
                  <c:v>4.0699111445187324</c:v>
                </c:pt>
                <c:pt idx="9595">
                  <c:v>4.0662114966174787</c:v>
                </c:pt>
                <c:pt idx="9596">
                  <c:v>4.0598765676306527</c:v>
                </c:pt>
                <c:pt idx="9597">
                  <c:v>4.0585141432923209</c:v>
                </c:pt>
                <c:pt idx="9598">
                  <c:v>4.0634087906001506</c:v>
                </c:pt>
                <c:pt idx="9599">
                  <c:v>4.0700602919650279</c:v>
                </c:pt>
                <c:pt idx="9600">
                  <c:v>4.0729417256794713</c:v>
                </c:pt>
                <c:pt idx="9601">
                  <c:v>4.0643821656050951</c:v>
                </c:pt>
                <c:pt idx="9602">
                  <c:v>4.0542075404517943</c:v>
                </c:pt>
                <c:pt idx="9603">
                  <c:v>4.0518321003283617</c:v>
                </c:pt>
                <c:pt idx="9604">
                  <c:v>4.0553150294734346</c:v>
                </c:pt>
                <c:pt idx="9605">
                  <c:v>4.0622373699410534</c:v>
                </c:pt>
                <c:pt idx="9606">
                  <c:v>4.0685078925505405</c:v>
                </c:pt>
                <c:pt idx="9607">
                  <c:v>4.0710811409581833</c:v>
                </c:pt>
                <c:pt idx="9608">
                  <c:v>4.0714322111010013</c:v>
                </c:pt>
                <c:pt idx="9609">
                  <c:v>4.0732802152154131</c:v>
                </c:pt>
                <c:pt idx="9610">
                  <c:v>4.080166158958737</c:v>
                </c:pt>
                <c:pt idx="9611">
                  <c:v>4.0824575701230366</c:v>
                </c:pt>
                <c:pt idx="9612">
                  <c:v>4.077101792143055</c:v>
                </c:pt>
                <c:pt idx="9613">
                  <c:v>4.0668410017011514</c:v>
                </c:pt>
                <c:pt idx="9614">
                  <c:v>4.0593110733077502</c:v>
                </c:pt>
                <c:pt idx="9615">
                  <c:v>4.0610312932705623</c:v>
                </c:pt>
                <c:pt idx="9616">
                  <c:v>4.063108596748032</c:v>
                </c:pt>
                <c:pt idx="9617">
                  <c:v>4.0629153776160143</c:v>
                </c:pt>
                <c:pt idx="9618">
                  <c:v>4.0553947066503149</c:v>
                </c:pt>
                <c:pt idx="9619">
                  <c:v>4.0506438264034497</c:v>
                </c:pt>
                <c:pt idx="9620">
                  <c:v>4.0535457530561381</c:v>
                </c:pt>
                <c:pt idx="9621">
                  <c:v>4.0560305415990818</c:v>
                </c:pt>
                <c:pt idx="9622">
                  <c:v>4.0568827788107766</c:v>
                </c:pt>
                <c:pt idx="9623">
                  <c:v>4.057795228864185</c:v>
                </c:pt>
                <c:pt idx="9624">
                  <c:v>4.0599684297978396</c:v>
                </c:pt>
                <c:pt idx="9625">
                  <c:v>4.0587272223760733</c:v>
                </c:pt>
                <c:pt idx="9626">
                  <c:v>4.0591642995608659</c:v>
                </c:pt>
                <c:pt idx="9627">
                  <c:v>4.0614116390394432</c:v>
                </c:pt>
                <c:pt idx="9628">
                  <c:v>4.0644411915971039</c:v>
                </c:pt>
                <c:pt idx="9629">
                  <c:v>4.0653303793962889</c:v>
                </c:pt>
                <c:pt idx="9630">
                  <c:v>4.0697962574672628</c:v>
                </c:pt>
                <c:pt idx="9631">
                  <c:v>4.0742320686790361</c:v>
                </c:pt>
                <c:pt idx="9632">
                  <c:v>4.0706075088024685</c:v>
                </c:pt>
                <c:pt idx="9633">
                  <c:v>4.0661247774656806</c:v>
                </c:pt>
                <c:pt idx="9634">
                  <c:v>4.0656113462831822</c:v>
                </c:pt>
                <c:pt idx="9635">
                  <c:v>4.0586805396209993</c:v>
                </c:pt>
                <c:pt idx="9636">
                  <c:v>4.0536027218419903</c:v>
                </c:pt>
                <c:pt idx="9637">
                  <c:v>4.0538330498081256</c:v>
                </c:pt>
                <c:pt idx="9638">
                  <c:v>4.0574322111010011</c:v>
                </c:pt>
                <c:pt idx="9639">
                  <c:v>4.0673343355619735</c:v>
                </c:pt>
                <c:pt idx="9640">
                  <c:v>4.0789996439450888</c:v>
                </c:pt>
                <c:pt idx="9641">
                  <c:v>4.0780812596431542</c:v>
                </c:pt>
                <c:pt idx="9642">
                  <c:v>4.0709057245717455</c:v>
                </c:pt>
                <c:pt idx="9643">
                  <c:v>4.0736084187205757</c:v>
                </c:pt>
                <c:pt idx="9644">
                  <c:v>4.0766751592356689</c:v>
                </c:pt>
                <c:pt idx="9645">
                  <c:v>4.0731177750524195</c:v>
                </c:pt>
                <c:pt idx="9646">
                  <c:v>4.0738648573802267</c:v>
                </c:pt>
                <c:pt idx="9647">
                  <c:v>4.0795038968231987</c:v>
                </c:pt>
                <c:pt idx="9648">
                  <c:v>4.0886734976460817</c:v>
                </c:pt>
                <c:pt idx="9649">
                  <c:v>4.0884685682636386</c:v>
                </c:pt>
                <c:pt idx="9650">
                  <c:v>4.0784085136685526</c:v>
                </c:pt>
                <c:pt idx="9651">
                  <c:v>4.0679056058867742</c:v>
                </c:pt>
                <c:pt idx="9652">
                  <c:v>4.0699912173121806</c:v>
                </c:pt>
                <c:pt idx="9653">
                  <c:v>4.0745685010088222</c:v>
                </c:pt>
                <c:pt idx="9654">
                  <c:v>4.0765225303635715</c:v>
                </c:pt>
                <c:pt idx="9655">
                  <c:v>4.0729134786564858</c:v>
                </c:pt>
                <c:pt idx="9656">
                  <c:v>4.0715924358112119</c:v>
                </c:pt>
                <c:pt idx="9657">
                  <c:v>4.0736090517070851</c:v>
                </c:pt>
                <c:pt idx="9658">
                  <c:v>4.0763689520117099</c:v>
                </c:pt>
                <c:pt idx="9659">
                  <c:v>4.0777940420144798</c:v>
                </c:pt>
                <c:pt idx="9660">
                  <c:v>4.0728482019226968</c:v>
                </c:pt>
                <c:pt idx="9661">
                  <c:v>4.0699469082565178</c:v>
                </c:pt>
                <c:pt idx="9662">
                  <c:v>4.075723780511928</c:v>
                </c:pt>
                <c:pt idx="9663">
                  <c:v>4.0772580606875817</c:v>
                </c:pt>
                <c:pt idx="9664">
                  <c:v>4.0732954068916403</c:v>
                </c:pt>
                <c:pt idx="9665">
                  <c:v>4.0731165882027138</c:v>
                </c:pt>
                <c:pt idx="9666">
                  <c:v>4.0785434189183842</c:v>
                </c:pt>
                <c:pt idx="9667">
                  <c:v>4.0786203267792853</c:v>
                </c:pt>
                <c:pt idx="9668">
                  <c:v>4.0816030383352455</c:v>
                </c:pt>
                <c:pt idx="9669">
                  <c:v>4.0882968706729441</c:v>
                </c:pt>
                <c:pt idx="9670">
                  <c:v>4.093526130474344</c:v>
                </c:pt>
                <c:pt idx="9671">
                  <c:v>4.089657000435178</c:v>
                </c:pt>
                <c:pt idx="9672">
                  <c:v>4.0821228785061514</c:v>
                </c:pt>
                <c:pt idx="9673">
                  <c:v>4.068667642520869</c:v>
                </c:pt>
                <c:pt idx="9674">
                  <c:v>4.0579252284685685</c:v>
                </c:pt>
                <c:pt idx="9675">
                  <c:v>4.0607350555841277</c:v>
                </c:pt>
                <c:pt idx="9676">
                  <c:v>4.0640181983621471</c:v>
                </c:pt>
                <c:pt idx="9677">
                  <c:v>4.0682262926771378</c:v>
                </c:pt>
                <c:pt idx="9678">
                  <c:v>4.0701269137951499</c:v>
                </c:pt>
                <c:pt idx="9679">
                  <c:v>4.0679883688728884</c:v>
                </c:pt>
                <c:pt idx="9680">
                  <c:v>4.0622387941606997</c:v>
                </c:pt>
                <c:pt idx="9681">
                  <c:v>4.0556608774775489</c:v>
                </c:pt>
                <c:pt idx="9682">
                  <c:v>4.0537866835463072</c:v>
                </c:pt>
                <c:pt idx="9683">
                  <c:v>4.0571142145033035</c:v>
                </c:pt>
                <c:pt idx="9684">
                  <c:v>4.0584541678205479</c:v>
                </c:pt>
                <c:pt idx="9685">
                  <c:v>4.0619614669462356</c:v>
                </c:pt>
                <c:pt idx="9686">
                  <c:v>4.0603140404320133</c:v>
                </c:pt>
                <c:pt idx="9687">
                  <c:v>4.0522502670411837</c:v>
                </c:pt>
                <c:pt idx="9688">
                  <c:v>4.053943426830716</c:v>
                </c:pt>
                <c:pt idx="9689">
                  <c:v>4.0673920955809626</c:v>
                </c:pt>
                <c:pt idx="9690">
                  <c:v>4.0744131028207464</c:v>
                </c:pt>
                <c:pt idx="9691">
                  <c:v>4.0663207659136766</c:v>
                </c:pt>
                <c:pt idx="9692">
                  <c:v>4.0597870000395613</c:v>
                </c:pt>
                <c:pt idx="9693">
                  <c:v>4.0642399018870909</c:v>
                </c:pt>
                <c:pt idx="9694">
                  <c:v>4.065397080349725</c:v>
                </c:pt>
                <c:pt idx="9695">
                  <c:v>4.0576879376508286</c:v>
                </c:pt>
                <c:pt idx="9696">
                  <c:v>4.0514019859951738</c:v>
                </c:pt>
                <c:pt idx="9697">
                  <c:v>4.0451409581833291</c:v>
                </c:pt>
                <c:pt idx="9698">
                  <c:v>4.048832693753214</c:v>
                </c:pt>
                <c:pt idx="9699">
                  <c:v>4.0542590497290023</c:v>
                </c:pt>
                <c:pt idx="9700">
                  <c:v>4.0629149028761322</c:v>
                </c:pt>
                <c:pt idx="9701">
                  <c:v>4.0647367962970291</c:v>
                </c:pt>
                <c:pt idx="9702">
                  <c:v>4.0635659295011273</c:v>
                </c:pt>
                <c:pt idx="9703">
                  <c:v>4.0687527000830794</c:v>
                </c:pt>
                <c:pt idx="9704">
                  <c:v>4.0702546979467504</c:v>
                </c:pt>
                <c:pt idx="9705">
                  <c:v>4.0751320172488823</c:v>
                </c:pt>
                <c:pt idx="9706">
                  <c:v>4.0823578747477942</c:v>
                </c:pt>
                <c:pt idx="9707">
                  <c:v>4.0803054159908214</c:v>
                </c:pt>
                <c:pt idx="9708">
                  <c:v>4.0773814930569294</c:v>
                </c:pt>
                <c:pt idx="9709">
                  <c:v>4.0673541163903941</c:v>
                </c:pt>
                <c:pt idx="9710">
                  <c:v>4.05900526170036</c:v>
                </c:pt>
                <c:pt idx="9711">
                  <c:v>4.0561137793250781</c:v>
                </c:pt>
                <c:pt idx="9712">
                  <c:v>4.0628142580211257</c:v>
                </c:pt>
                <c:pt idx="9713">
                  <c:v>4.0641160739011752</c:v>
                </c:pt>
                <c:pt idx="9714">
                  <c:v>4.0590125410452194</c:v>
                </c:pt>
                <c:pt idx="9715">
                  <c:v>4.0542242354709819</c:v>
                </c:pt>
                <c:pt idx="9716">
                  <c:v>4.0527033271353403</c:v>
                </c:pt>
                <c:pt idx="9717">
                  <c:v>4.0556792340863232</c:v>
                </c:pt>
                <c:pt idx="9718">
                  <c:v>4.0554488269968747</c:v>
                </c:pt>
                <c:pt idx="9719">
                  <c:v>4.0513026071131861</c:v>
                </c:pt>
                <c:pt idx="9720">
                  <c:v>4.0555702021600668</c:v>
                </c:pt>
                <c:pt idx="9721">
                  <c:v>4.061817225145389</c:v>
                </c:pt>
                <c:pt idx="9722">
                  <c:v>4.066585749891205</c:v>
                </c:pt>
                <c:pt idx="9723">
                  <c:v>4.0742085690548722</c:v>
                </c:pt>
                <c:pt idx="9724">
                  <c:v>4.0780018989595286</c:v>
                </c:pt>
                <c:pt idx="9725">
                  <c:v>4.0783317640542789</c:v>
                </c:pt>
                <c:pt idx="9726">
                  <c:v>4.0738385093167704</c:v>
                </c:pt>
                <c:pt idx="9727">
                  <c:v>4.0675947303873086</c:v>
                </c:pt>
                <c:pt idx="9728">
                  <c:v>4.0612817976816871</c:v>
                </c:pt>
                <c:pt idx="9729">
                  <c:v>4.0559384420619535</c:v>
                </c:pt>
                <c:pt idx="9730">
                  <c:v>4.0565562368952008</c:v>
                </c:pt>
                <c:pt idx="9731">
                  <c:v>4.0635212248288957</c:v>
                </c:pt>
                <c:pt idx="9732">
                  <c:v>4.0654947185188117</c:v>
                </c:pt>
                <c:pt idx="9733">
                  <c:v>4.0644431696799463</c:v>
                </c:pt>
                <c:pt idx="9734">
                  <c:v>4.0635721011195951</c:v>
                </c:pt>
                <c:pt idx="9735">
                  <c:v>4.0646056889662541</c:v>
                </c:pt>
                <c:pt idx="9736">
                  <c:v>4.0651377141274674</c:v>
                </c:pt>
                <c:pt idx="9737">
                  <c:v>4.0688194801598287</c:v>
                </c:pt>
                <c:pt idx="9738">
                  <c:v>4.0688263638881192</c:v>
                </c:pt>
                <c:pt idx="9739">
                  <c:v>4.0683619891601062</c:v>
                </c:pt>
                <c:pt idx="9740">
                  <c:v>4.0738893064841557</c:v>
                </c:pt>
                <c:pt idx="9741">
                  <c:v>4.0700014242196465</c:v>
                </c:pt>
                <c:pt idx="9742">
                  <c:v>4.0586323535229658</c:v>
                </c:pt>
                <c:pt idx="9743">
                  <c:v>4.0568055544566208</c:v>
                </c:pt>
                <c:pt idx="9744">
                  <c:v>4.0558482414843535</c:v>
                </c:pt>
                <c:pt idx="9745">
                  <c:v>4.0543172844878743</c:v>
                </c:pt>
                <c:pt idx="9746">
                  <c:v>4.0492805317086678</c:v>
                </c:pt>
                <c:pt idx="9747">
                  <c:v>4.0382290619931167</c:v>
                </c:pt>
                <c:pt idx="9748">
                  <c:v>4.0352357479131227</c:v>
                </c:pt>
                <c:pt idx="9749">
                  <c:v>4.0406626577521063</c:v>
                </c:pt>
                <c:pt idx="9750">
                  <c:v>4.0467362424338331</c:v>
                </c:pt>
                <c:pt idx="9751">
                  <c:v>4.0451601851485544</c:v>
                </c:pt>
                <c:pt idx="9752">
                  <c:v>4.0425264074059424</c:v>
                </c:pt>
                <c:pt idx="9753">
                  <c:v>4.0471926257071642</c:v>
                </c:pt>
                <c:pt idx="9754">
                  <c:v>4.0564627131384263</c:v>
                </c:pt>
                <c:pt idx="9755">
                  <c:v>4.0645481663172056</c:v>
                </c:pt>
                <c:pt idx="9756">
                  <c:v>4.0665132729358708</c:v>
                </c:pt>
                <c:pt idx="9757">
                  <c:v>4.0649910986272104</c:v>
                </c:pt>
                <c:pt idx="9758">
                  <c:v>4.0661813506349649</c:v>
                </c:pt>
                <c:pt idx="9759">
                  <c:v>4.0690412628080868</c:v>
                </c:pt>
                <c:pt idx="9760">
                  <c:v>4.0670858883570045</c:v>
                </c:pt>
                <c:pt idx="9761">
                  <c:v>4.0620363176009811</c:v>
                </c:pt>
                <c:pt idx="9762">
                  <c:v>4.0544025794200262</c:v>
                </c:pt>
                <c:pt idx="9763">
                  <c:v>4.056716778098667</c:v>
                </c:pt>
                <c:pt idx="9764">
                  <c:v>4.0674989120544369</c:v>
                </c:pt>
                <c:pt idx="9765">
                  <c:v>4.0751239466708862</c:v>
                </c:pt>
                <c:pt idx="9766">
                  <c:v>4.0776228191636665</c:v>
                </c:pt>
                <c:pt idx="9767">
                  <c:v>4.0713151085967478</c:v>
                </c:pt>
                <c:pt idx="9768">
                  <c:v>4.0651658820271397</c:v>
                </c:pt>
                <c:pt idx="9769">
                  <c:v>4.0697043161767619</c:v>
                </c:pt>
                <c:pt idx="9770">
                  <c:v>4.0780736638050401</c:v>
                </c:pt>
                <c:pt idx="9771">
                  <c:v>4.0755541401273883</c:v>
                </c:pt>
                <c:pt idx="9772">
                  <c:v>4.0709898326541918</c:v>
                </c:pt>
                <c:pt idx="9773">
                  <c:v>4.0593408236736952</c:v>
                </c:pt>
                <c:pt idx="9774">
                  <c:v>4.0502114966174787</c:v>
                </c:pt>
                <c:pt idx="9775">
                  <c:v>4.0488799303714842</c:v>
                </c:pt>
                <c:pt idx="9776">
                  <c:v>4.0506850496498794</c:v>
                </c:pt>
                <c:pt idx="9777">
                  <c:v>4.0497221189223405</c:v>
                </c:pt>
                <c:pt idx="9778">
                  <c:v>4.0465458717411087</c:v>
                </c:pt>
                <c:pt idx="9779">
                  <c:v>4.0451612137516317</c:v>
                </c:pt>
                <c:pt idx="9780">
                  <c:v>4.0465961150452978</c:v>
                </c:pt>
                <c:pt idx="9781">
                  <c:v>4.0506140760375047</c:v>
                </c:pt>
                <c:pt idx="9782">
                  <c:v>4.0523871503738578</c:v>
                </c:pt>
                <c:pt idx="9783">
                  <c:v>4.0564339122522455</c:v>
                </c:pt>
                <c:pt idx="9784">
                  <c:v>4.057109546227796</c:v>
                </c:pt>
                <c:pt idx="9785">
                  <c:v>4.0493086996083392</c:v>
                </c:pt>
                <c:pt idx="9786">
                  <c:v>4.0501197926969184</c:v>
                </c:pt>
                <c:pt idx="9787">
                  <c:v>4.0500443090556635</c:v>
                </c:pt>
                <c:pt idx="9788">
                  <c:v>4.0432947739051315</c:v>
                </c:pt>
                <c:pt idx="9789">
                  <c:v>4.0359767377457771</c:v>
                </c:pt>
                <c:pt idx="9790">
                  <c:v>4.0330771056691859</c:v>
                </c:pt>
                <c:pt idx="9791">
                  <c:v>4.0444177710962537</c:v>
                </c:pt>
                <c:pt idx="9792">
                  <c:v>4.0532552913716025</c:v>
                </c:pt>
                <c:pt idx="9793">
                  <c:v>4.0517563793171654</c:v>
                </c:pt>
                <c:pt idx="9794">
                  <c:v>4.0504359694584009</c:v>
                </c:pt>
                <c:pt idx="9795">
                  <c:v>4.0522236816077859</c:v>
                </c:pt>
                <c:pt idx="9796">
                  <c:v>4.0498548087193891</c:v>
                </c:pt>
                <c:pt idx="9797">
                  <c:v>4.0513951813901965</c:v>
                </c:pt>
                <c:pt idx="9798">
                  <c:v>4.0629984570953832</c:v>
                </c:pt>
                <c:pt idx="9799">
                  <c:v>4.0692290224314593</c:v>
                </c:pt>
                <c:pt idx="9800">
                  <c:v>4.0641526288720975</c:v>
                </c:pt>
                <c:pt idx="9801">
                  <c:v>4.0653180361593542</c:v>
                </c:pt>
                <c:pt idx="9802">
                  <c:v>4.0699035486806183</c:v>
                </c:pt>
                <c:pt idx="9803">
                  <c:v>4.0756100011868499</c:v>
                </c:pt>
                <c:pt idx="9804">
                  <c:v>4.074503066028405</c:v>
                </c:pt>
                <c:pt idx="9805">
                  <c:v>4.069048463029632</c:v>
                </c:pt>
                <c:pt idx="9806">
                  <c:v>4.0653910669778854</c:v>
                </c:pt>
                <c:pt idx="9807">
                  <c:v>4.0650066859200065</c:v>
                </c:pt>
                <c:pt idx="9808">
                  <c:v>4.06574680539621</c:v>
                </c:pt>
                <c:pt idx="9809">
                  <c:v>4.0665163587451039</c:v>
                </c:pt>
                <c:pt idx="9810">
                  <c:v>4.0662842900660676</c:v>
                </c:pt>
                <c:pt idx="9811">
                  <c:v>4.0653190647624324</c:v>
                </c:pt>
                <c:pt idx="9812">
                  <c:v>4.0633226253115478</c:v>
                </c:pt>
                <c:pt idx="9813">
                  <c:v>4.0628463029631678</c:v>
                </c:pt>
                <c:pt idx="9814">
                  <c:v>4.0703297859714365</c:v>
                </c:pt>
                <c:pt idx="9815">
                  <c:v>4.0713625825849586</c:v>
                </c:pt>
                <c:pt idx="9816">
                  <c:v>4.0694802389524076</c:v>
                </c:pt>
                <c:pt idx="9817">
                  <c:v>4.0652292598014004</c:v>
                </c:pt>
                <c:pt idx="9818">
                  <c:v>4.0578638287771494</c:v>
                </c:pt>
                <c:pt idx="9819">
                  <c:v>4.0636691063021715</c:v>
                </c:pt>
                <c:pt idx="9820">
                  <c:v>4.0671426197729161</c:v>
                </c:pt>
                <c:pt idx="9821">
                  <c:v>4.0668068995529536</c:v>
                </c:pt>
                <c:pt idx="9822">
                  <c:v>4.0713314079993674</c:v>
                </c:pt>
                <c:pt idx="9823">
                  <c:v>4.0727902836570795</c:v>
                </c:pt>
                <c:pt idx="9824">
                  <c:v>4.0678044071685724</c:v>
                </c:pt>
                <c:pt idx="9825">
                  <c:v>4.0679005419946987</c:v>
                </c:pt>
                <c:pt idx="9826">
                  <c:v>4.0713981880761168</c:v>
                </c:pt>
                <c:pt idx="9827">
                  <c:v>4.0804486291885906</c:v>
                </c:pt>
                <c:pt idx="9828">
                  <c:v>4.0917585156466352</c:v>
                </c:pt>
                <c:pt idx="9829">
                  <c:v>4.091222059579855</c:v>
                </c:pt>
                <c:pt idx="9830">
                  <c:v>4.0823721169442573</c:v>
                </c:pt>
                <c:pt idx="9831">
                  <c:v>4.0701710646041853</c:v>
                </c:pt>
                <c:pt idx="9832">
                  <c:v>4.0673701784230722</c:v>
                </c:pt>
                <c:pt idx="9833">
                  <c:v>4.0678159591723704</c:v>
                </c:pt>
                <c:pt idx="9834">
                  <c:v>4.0754442378446809</c:v>
                </c:pt>
                <c:pt idx="9835">
                  <c:v>4.0767800767496141</c:v>
                </c:pt>
                <c:pt idx="9836">
                  <c:v>4.0594919492028323</c:v>
                </c:pt>
                <c:pt idx="9837">
                  <c:v>4.0536647545199189</c:v>
                </c:pt>
                <c:pt idx="9838">
                  <c:v>4.0561684535348341</c:v>
                </c:pt>
                <c:pt idx="9839">
                  <c:v>4.0582521660007123</c:v>
                </c:pt>
                <c:pt idx="9840">
                  <c:v>4.0599575899038651</c:v>
                </c:pt>
                <c:pt idx="9841">
                  <c:v>4.0641641808758955</c:v>
                </c:pt>
                <c:pt idx="9842">
                  <c:v>4.0708175812003002</c:v>
                </c:pt>
                <c:pt idx="9843">
                  <c:v>4.0706838628001742</c:v>
                </c:pt>
                <c:pt idx="9844">
                  <c:v>4.065562368952012</c:v>
                </c:pt>
                <c:pt idx="9845">
                  <c:v>4.0608300826838626</c:v>
                </c:pt>
                <c:pt idx="9846">
                  <c:v>4.0630342208331687</c:v>
                </c:pt>
                <c:pt idx="9847">
                  <c:v>4.0680383748071369</c:v>
                </c:pt>
                <c:pt idx="9848">
                  <c:v>4.0640227875143413</c:v>
                </c:pt>
                <c:pt idx="9849">
                  <c:v>4.0671521936938717</c:v>
                </c:pt>
                <c:pt idx="9850">
                  <c:v>4.0732533924120746</c:v>
                </c:pt>
                <c:pt idx="9851">
                  <c:v>4.0691255291371604</c:v>
                </c:pt>
                <c:pt idx="9852">
                  <c:v>4.0595455156861968</c:v>
                </c:pt>
                <c:pt idx="9853">
                  <c:v>4.0550099299758671</c:v>
                </c:pt>
                <c:pt idx="9854">
                  <c:v>4.0603274122720263</c:v>
                </c:pt>
                <c:pt idx="9855">
                  <c:v>4.0636907860901212</c:v>
                </c:pt>
                <c:pt idx="9856">
                  <c:v>4.0623695058749059</c:v>
                </c:pt>
                <c:pt idx="9857">
                  <c:v>4.0582634806345688</c:v>
                </c:pt>
                <c:pt idx="9858">
                  <c:v>4.060826680381374</c:v>
                </c:pt>
                <c:pt idx="9859">
                  <c:v>4.0672892352731731</c:v>
                </c:pt>
                <c:pt idx="9860">
                  <c:v>4.0700951853463625</c:v>
                </c:pt>
                <c:pt idx="9861">
                  <c:v>4.071335205918424</c:v>
                </c:pt>
                <c:pt idx="9862">
                  <c:v>4.0720921786604425</c:v>
                </c:pt>
                <c:pt idx="9863">
                  <c:v>4.0663056533607627</c:v>
                </c:pt>
                <c:pt idx="9864">
                  <c:v>4.0612287850615187</c:v>
                </c:pt>
                <c:pt idx="9865">
                  <c:v>4.0563937967322072</c:v>
                </c:pt>
                <c:pt idx="9866">
                  <c:v>4.0597767931320963</c:v>
                </c:pt>
                <c:pt idx="9867">
                  <c:v>4.0624718123195001</c:v>
                </c:pt>
                <c:pt idx="9868">
                  <c:v>4.0605039363848556</c:v>
                </c:pt>
                <c:pt idx="9869">
                  <c:v>4.057435296910235</c:v>
                </c:pt>
                <c:pt idx="9870">
                  <c:v>4.0525267238991969</c:v>
                </c:pt>
                <c:pt idx="9871">
                  <c:v>4.0512079756300192</c:v>
                </c:pt>
                <c:pt idx="9872">
                  <c:v>4.0496836649918899</c:v>
                </c:pt>
                <c:pt idx="9873">
                  <c:v>4.0530490960161414</c:v>
                </c:pt>
                <c:pt idx="9874">
                  <c:v>4.0536087352138308</c:v>
                </c:pt>
                <c:pt idx="9875">
                  <c:v>4.0512397832021207</c:v>
                </c:pt>
                <c:pt idx="9876">
                  <c:v>4.0526444593899589</c:v>
                </c:pt>
                <c:pt idx="9877">
                  <c:v>4.0571908058709498</c:v>
                </c:pt>
                <c:pt idx="9878">
                  <c:v>4.0584686473869525</c:v>
                </c:pt>
                <c:pt idx="9879">
                  <c:v>4.0533704949163267</c:v>
                </c:pt>
                <c:pt idx="9880">
                  <c:v>4.0490163389642762</c:v>
                </c:pt>
                <c:pt idx="9881">
                  <c:v>4.0492573485777585</c:v>
                </c:pt>
                <c:pt idx="9882">
                  <c:v>4.0506090912687425</c:v>
                </c:pt>
                <c:pt idx="9883">
                  <c:v>4.0518382719468296</c:v>
                </c:pt>
                <c:pt idx="9884">
                  <c:v>4.0539143094512795</c:v>
                </c:pt>
                <c:pt idx="9885">
                  <c:v>4.0580881433714442</c:v>
                </c:pt>
                <c:pt idx="9886">
                  <c:v>4.0656868299244371</c:v>
                </c:pt>
                <c:pt idx="9887">
                  <c:v>4.0660564940459709</c:v>
                </c:pt>
                <c:pt idx="9888">
                  <c:v>4.0600829212327412</c:v>
                </c:pt>
                <c:pt idx="9889">
                  <c:v>4.0527644894568189</c:v>
                </c:pt>
                <c:pt idx="9890">
                  <c:v>4.0476691854254856</c:v>
                </c:pt>
                <c:pt idx="9891">
                  <c:v>4.0468871305930296</c:v>
                </c:pt>
                <c:pt idx="9892">
                  <c:v>4.0522899078213399</c:v>
                </c:pt>
                <c:pt idx="9893">
                  <c:v>4.055903548680619</c:v>
                </c:pt>
                <c:pt idx="9894">
                  <c:v>4.0604426158167506</c:v>
                </c:pt>
                <c:pt idx="9895">
                  <c:v>4.0618276694227955</c:v>
                </c:pt>
                <c:pt idx="9896">
                  <c:v>4.0610793211219685</c:v>
                </c:pt>
                <c:pt idx="9897">
                  <c:v>4.0593321992325038</c:v>
                </c:pt>
                <c:pt idx="9898">
                  <c:v>4.0605913676464773</c:v>
                </c:pt>
                <c:pt idx="9899">
                  <c:v>4.0684599438224476</c:v>
                </c:pt>
                <c:pt idx="9900">
                  <c:v>4.0685146180322036</c:v>
                </c:pt>
                <c:pt idx="9901">
                  <c:v>4.0571870870752065</c:v>
                </c:pt>
                <c:pt idx="9902">
                  <c:v>4.0553302211496618</c:v>
                </c:pt>
                <c:pt idx="9903">
                  <c:v>4.0631176168057914</c:v>
                </c:pt>
                <c:pt idx="9904">
                  <c:v>4.0680337065316294</c:v>
                </c:pt>
                <c:pt idx="9905">
                  <c:v>4.0633536416505125</c:v>
                </c:pt>
                <c:pt idx="9906">
                  <c:v>4.0606321161530241</c:v>
                </c:pt>
                <c:pt idx="9907">
                  <c:v>4.0579882106262612</c:v>
                </c:pt>
                <c:pt idx="9908">
                  <c:v>4.051368754203426</c:v>
                </c:pt>
                <c:pt idx="9909">
                  <c:v>4.0423532064722867</c:v>
                </c:pt>
                <c:pt idx="9910">
                  <c:v>4.0428870514697159</c:v>
                </c:pt>
                <c:pt idx="9911">
                  <c:v>4.0551372393875855</c:v>
                </c:pt>
                <c:pt idx="9912">
                  <c:v>4.069906555366539</c:v>
                </c:pt>
                <c:pt idx="9913">
                  <c:v>4.0783183922142658</c:v>
                </c:pt>
                <c:pt idx="9914">
                  <c:v>4.0707617992641536</c:v>
                </c:pt>
                <c:pt idx="9915">
                  <c:v>4.0640090991810736</c:v>
                </c:pt>
                <c:pt idx="9916">
                  <c:v>4.0574344265537841</c:v>
                </c:pt>
                <c:pt idx="9917">
                  <c:v>4.0519677968113301</c:v>
                </c:pt>
                <c:pt idx="9918">
                  <c:v>4.0506737350160229</c:v>
                </c:pt>
                <c:pt idx="9919">
                  <c:v>4.0512618586066385</c:v>
                </c:pt>
                <c:pt idx="9920">
                  <c:v>4.0493450172093208</c:v>
                </c:pt>
                <c:pt idx="9921">
                  <c:v>4.0467189935514503</c:v>
                </c:pt>
                <c:pt idx="9922">
                  <c:v>4.0502599200854528</c:v>
                </c:pt>
                <c:pt idx="9923">
                  <c:v>4.0592681093484195</c:v>
                </c:pt>
                <c:pt idx="9924">
                  <c:v>4.0598627210507576</c:v>
                </c:pt>
                <c:pt idx="9925">
                  <c:v>4.0603217153934406</c:v>
                </c:pt>
                <c:pt idx="9926">
                  <c:v>4.0541952763381728</c:v>
                </c:pt>
                <c:pt idx="9927">
                  <c:v>4.0501055505004553</c:v>
                </c:pt>
                <c:pt idx="9928">
                  <c:v>4.0464548008070578</c:v>
                </c:pt>
                <c:pt idx="9929">
                  <c:v>4.0434706650314514</c:v>
                </c:pt>
                <c:pt idx="9930">
                  <c:v>4.0482605530719624</c:v>
                </c:pt>
                <c:pt idx="9931">
                  <c:v>4.0502855560390874</c:v>
                </c:pt>
                <c:pt idx="9932">
                  <c:v>4.0508416346876608</c:v>
                </c:pt>
                <c:pt idx="9933">
                  <c:v>4.0616641215334095</c:v>
                </c:pt>
                <c:pt idx="9934">
                  <c:v>4.0642127625904969</c:v>
                </c:pt>
                <c:pt idx="9935">
                  <c:v>4.0615561973335446</c:v>
                </c:pt>
                <c:pt idx="9936">
                  <c:v>4.0709552557661111</c:v>
                </c:pt>
                <c:pt idx="9937">
                  <c:v>4.0776687106856038</c:v>
                </c:pt>
                <c:pt idx="9938">
                  <c:v>4.0732514934525454</c:v>
                </c:pt>
                <c:pt idx="9939">
                  <c:v>4.0660119476203667</c:v>
                </c:pt>
                <c:pt idx="9940">
                  <c:v>4.0589191755350713</c:v>
                </c:pt>
                <c:pt idx="9941">
                  <c:v>4.0570687977212483</c:v>
                </c:pt>
                <c:pt idx="9942">
                  <c:v>4.0537206155793806</c:v>
                </c:pt>
                <c:pt idx="9943">
                  <c:v>4.0551034537326425</c:v>
                </c:pt>
                <c:pt idx="9944">
                  <c:v>4.0619357518692887</c:v>
                </c:pt>
                <c:pt idx="9945">
                  <c:v>4.0640864817818567</c:v>
                </c:pt>
                <c:pt idx="9946">
                  <c:v>4.0698404873996123</c:v>
                </c:pt>
                <c:pt idx="9947">
                  <c:v>4.0747360841872053</c:v>
                </c:pt>
                <c:pt idx="9948">
                  <c:v>4.0724484709419633</c:v>
                </c:pt>
                <c:pt idx="9949">
                  <c:v>4.0705036990149148</c:v>
                </c:pt>
                <c:pt idx="9950">
                  <c:v>4.0649684693594965</c:v>
                </c:pt>
                <c:pt idx="9951">
                  <c:v>4.0582318313090955</c:v>
                </c:pt>
                <c:pt idx="9952">
                  <c:v>4.0604435652965147</c:v>
                </c:pt>
                <c:pt idx="9953">
                  <c:v>4.0644561459033905</c:v>
                </c:pt>
                <c:pt idx="9954">
                  <c:v>4.0618476876211576</c:v>
                </c:pt>
                <c:pt idx="9955">
                  <c:v>4.0638176998852709</c:v>
                </c:pt>
                <c:pt idx="9956">
                  <c:v>4.0732821932982555</c:v>
                </c:pt>
                <c:pt idx="9957">
                  <c:v>4.0748675871345492</c:v>
                </c:pt>
                <c:pt idx="9958">
                  <c:v>4.0624541678205484</c:v>
                </c:pt>
                <c:pt idx="9959">
                  <c:v>4.0555906950983109</c:v>
                </c:pt>
                <c:pt idx="9960">
                  <c:v>4.0532699291846344</c:v>
                </c:pt>
                <c:pt idx="9961">
                  <c:v>4.05144249713178</c:v>
                </c:pt>
                <c:pt idx="9962">
                  <c:v>4.0567219211140566</c:v>
                </c:pt>
                <c:pt idx="9963">
                  <c:v>4.0691514815840488</c:v>
                </c:pt>
                <c:pt idx="9964">
                  <c:v>4.0667842702852397</c:v>
                </c:pt>
                <c:pt idx="9965">
                  <c:v>4.0612275982118131</c:v>
                </c:pt>
                <c:pt idx="9966">
                  <c:v>4.0682613443050997</c:v>
                </c:pt>
                <c:pt idx="9967">
                  <c:v>4.0765290975986073</c:v>
                </c:pt>
                <c:pt idx="9968">
                  <c:v>4.0772291806780867</c:v>
                </c:pt>
                <c:pt idx="9969">
                  <c:v>4.072037267080745</c:v>
                </c:pt>
                <c:pt idx="9970">
                  <c:v>4.0628006488111721</c:v>
                </c:pt>
                <c:pt idx="9971">
                  <c:v>4.0656933180361596</c:v>
                </c:pt>
                <c:pt idx="9972">
                  <c:v>4.0704570953831549</c:v>
                </c:pt>
                <c:pt idx="9973">
                  <c:v>4.0656609566008628</c:v>
                </c:pt>
                <c:pt idx="9974">
                  <c:v>4.0686089330221149</c:v>
                </c:pt>
                <c:pt idx="9975">
                  <c:v>4.0756729833445426</c:v>
                </c:pt>
                <c:pt idx="9976">
                  <c:v>4.0727463702179847</c:v>
                </c:pt>
                <c:pt idx="9977">
                  <c:v>4.0719436642006563</c:v>
                </c:pt>
                <c:pt idx="9978">
                  <c:v>4.0674739882106259</c:v>
                </c:pt>
                <c:pt idx="9979">
                  <c:v>4.0550815365747521</c:v>
                </c:pt>
                <c:pt idx="9980">
                  <c:v>4.0527447877517107</c:v>
                </c:pt>
                <c:pt idx="9981">
                  <c:v>4.0573025279898722</c:v>
                </c:pt>
                <c:pt idx="9982">
                  <c:v>4.0581452704039247</c:v>
                </c:pt>
                <c:pt idx="9983">
                  <c:v>4.0616659413696246</c:v>
                </c:pt>
                <c:pt idx="9984">
                  <c:v>4.0583157020216003</c:v>
                </c:pt>
                <c:pt idx="9985">
                  <c:v>4.0529237646872653</c:v>
                </c:pt>
                <c:pt idx="9986">
                  <c:v>4.0600700241326111</c:v>
                </c:pt>
                <c:pt idx="9987">
                  <c:v>4.0730365154092656</c:v>
                </c:pt>
                <c:pt idx="9988">
                  <c:v>4.0789391146101197</c:v>
                </c:pt>
                <c:pt idx="9989">
                  <c:v>4.07751014756498</c:v>
                </c:pt>
                <c:pt idx="9990">
                  <c:v>4.0748894251691263</c:v>
                </c:pt>
                <c:pt idx="9991">
                  <c:v>4.0779137555880842</c:v>
                </c:pt>
                <c:pt idx="9992">
                  <c:v>4.0770468805633584</c:v>
                </c:pt>
                <c:pt idx="9993">
                  <c:v>4.0676688689322305</c:v>
                </c:pt>
                <c:pt idx="9994">
                  <c:v>4.0690557423744904</c:v>
                </c:pt>
                <c:pt idx="9995">
                  <c:v>4.0729477390513118</c:v>
                </c:pt>
                <c:pt idx="9996">
                  <c:v>4.0739554535743956</c:v>
                </c:pt>
                <c:pt idx="9997">
                  <c:v>4.0769925228468571</c:v>
                </c:pt>
                <c:pt idx="9998">
                  <c:v>4.0760741385449224</c:v>
                </c:pt>
                <c:pt idx="9999">
                  <c:v>4.0715959963603279</c:v>
                </c:pt>
                <c:pt idx="10000">
                  <c:v>4.0673802270839099</c:v>
                </c:pt>
                <c:pt idx="10001">
                  <c:v>4.0619202436998059</c:v>
                </c:pt>
                <c:pt idx="10002">
                  <c:v>4.0528284210942758</c:v>
                </c:pt>
                <c:pt idx="10003">
                  <c:v>4.0458449974284925</c:v>
                </c:pt>
                <c:pt idx="10004">
                  <c:v>4.0481000118684971</c:v>
                </c:pt>
                <c:pt idx="10005">
                  <c:v>4.0619392332950905</c:v>
                </c:pt>
                <c:pt idx="10006">
                  <c:v>4.0730520235787475</c:v>
                </c:pt>
                <c:pt idx="10007">
                  <c:v>4.0774170985480875</c:v>
                </c:pt>
                <c:pt idx="10008">
                  <c:v>4.0781902124460974</c:v>
                </c:pt>
                <c:pt idx="10009">
                  <c:v>4.0814250108794559</c:v>
                </c:pt>
                <c:pt idx="10010">
                  <c:v>4.0787743007477157</c:v>
                </c:pt>
                <c:pt idx="10011">
                  <c:v>4.0776408592791871</c:v>
                </c:pt>
                <c:pt idx="10012">
                  <c:v>4.0681287336313643</c:v>
                </c:pt>
                <c:pt idx="10013">
                  <c:v>4.0594455829410139</c:v>
                </c:pt>
                <c:pt idx="10014">
                  <c:v>4.0640025319460378</c:v>
                </c:pt>
                <c:pt idx="10015">
                  <c:v>4.0638031411955531</c:v>
                </c:pt>
                <c:pt idx="10016">
                  <c:v>4.0626937532143845</c:v>
                </c:pt>
                <c:pt idx="10017">
                  <c:v>4.0650422122878505</c:v>
                </c:pt>
                <c:pt idx="10018">
                  <c:v>4.0682123669739285</c:v>
                </c:pt>
                <c:pt idx="10019">
                  <c:v>4.0742411678601096</c:v>
                </c:pt>
                <c:pt idx="10020">
                  <c:v>4.0802349962416429</c:v>
                </c:pt>
                <c:pt idx="10021">
                  <c:v>4.0777348577758437</c:v>
                </c:pt>
                <c:pt idx="10022">
                  <c:v>4.0719399454049139</c:v>
                </c:pt>
                <c:pt idx="10023">
                  <c:v>4.0726192190528936</c:v>
                </c:pt>
                <c:pt idx="10024">
                  <c:v>4.0769807334731176</c:v>
                </c:pt>
                <c:pt idx="10025">
                  <c:v>4.0795474146457256</c:v>
                </c:pt>
                <c:pt idx="10026">
                  <c:v>4.0740784903271745</c:v>
                </c:pt>
                <c:pt idx="10027">
                  <c:v>4.0721406021284174</c:v>
                </c:pt>
                <c:pt idx="10028">
                  <c:v>4.0720917039205604</c:v>
                </c:pt>
                <c:pt idx="10029">
                  <c:v>4.0776487716105549</c:v>
                </c:pt>
                <c:pt idx="10030">
                  <c:v>4.0786139177908769</c:v>
                </c:pt>
                <c:pt idx="10031">
                  <c:v>4.0772878110535267</c:v>
                </c:pt>
                <c:pt idx="10032">
                  <c:v>4.079120544368398</c:v>
                </c:pt>
                <c:pt idx="10033">
                  <c:v>4.0730896862760613</c:v>
                </c:pt>
                <c:pt idx="10034">
                  <c:v>4.0667417810657911</c:v>
                </c:pt>
                <c:pt idx="10035">
                  <c:v>4.060349883293112</c:v>
                </c:pt>
                <c:pt idx="10036">
                  <c:v>4.0611087549946596</c:v>
                </c:pt>
                <c:pt idx="10037">
                  <c:v>4.0607531748229615</c:v>
                </c:pt>
                <c:pt idx="10038">
                  <c:v>4.0620165367725605</c:v>
                </c:pt>
                <c:pt idx="10039">
                  <c:v>4.0708979704870041</c:v>
                </c:pt>
                <c:pt idx="10040">
                  <c:v>4.0754430509949753</c:v>
                </c:pt>
                <c:pt idx="10041">
                  <c:v>4.0759272065514107</c:v>
                </c:pt>
                <c:pt idx="10042">
                  <c:v>4.0733754005617753</c:v>
                </c:pt>
                <c:pt idx="10043">
                  <c:v>4.0718632749139534</c:v>
                </c:pt>
                <c:pt idx="10044">
                  <c:v>4.0720084661945641</c:v>
                </c:pt>
                <c:pt idx="10045">
                  <c:v>4.0691921509672824</c:v>
                </c:pt>
                <c:pt idx="10046">
                  <c:v>4.0701325315504215</c:v>
                </c:pt>
                <c:pt idx="10047">
                  <c:v>4.0727508802468648</c:v>
                </c:pt>
                <c:pt idx="10048">
                  <c:v>4.0735285832970689</c:v>
                </c:pt>
                <c:pt idx="10049">
                  <c:v>4.0714886260236582</c:v>
                </c:pt>
                <c:pt idx="10050">
                  <c:v>4.0682524824939668</c:v>
                </c:pt>
                <c:pt idx="10051">
                  <c:v>4.0644885073386874</c:v>
                </c:pt>
                <c:pt idx="10052">
                  <c:v>4.0655876092890768</c:v>
                </c:pt>
                <c:pt idx="10053">
                  <c:v>4.0718409621394942</c:v>
                </c:pt>
                <c:pt idx="10054">
                  <c:v>4.0755969458400916</c:v>
                </c:pt>
                <c:pt idx="10055">
                  <c:v>4.0665844047948729</c:v>
                </c:pt>
                <c:pt idx="10056">
                  <c:v>4.0602084899315587</c:v>
                </c:pt>
                <c:pt idx="10057">
                  <c:v>4.060134826126518</c:v>
                </c:pt>
                <c:pt idx="10058">
                  <c:v>4.0576083395972624</c:v>
                </c:pt>
                <c:pt idx="10059">
                  <c:v>4.0554739090873122</c:v>
                </c:pt>
                <c:pt idx="10060">
                  <c:v>4.0602444119159706</c:v>
                </c:pt>
                <c:pt idx="10061">
                  <c:v>4.0644045575028684</c:v>
                </c:pt>
                <c:pt idx="10062">
                  <c:v>4.0686852078965066</c:v>
                </c:pt>
                <c:pt idx="10063">
                  <c:v>4.0655819915338052</c:v>
                </c:pt>
                <c:pt idx="10064">
                  <c:v>4.0611476836649922</c:v>
                </c:pt>
                <c:pt idx="10065">
                  <c:v>4.0653799897139695</c:v>
                </c:pt>
                <c:pt idx="10066">
                  <c:v>4.0668993947066507</c:v>
                </c:pt>
                <c:pt idx="10067">
                  <c:v>4.0657661114847485</c:v>
                </c:pt>
                <c:pt idx="10068">
                  <c:v>4.0646606796692648</c:v>
                </c:pt>
                <c:pt idx="10069">
                  <c:v>4.0602350753649565</c:v>
                </c:pt>
                <c:pt idx="10070">
                  <c:v>4.0630908731257662</c:v>
                </c:pt>
                <c:pt idx="10071">
                  <c:v>4.0671180124223598</c:v>
                </c:pt>
                <c:pt idx="10072">
                  <c:v>4.06358982474186</c:v>
                </c:pt>
                <c:pt idx="10073">
                  <c:v>4.0557987102899871</c:v>
                </c:pt>
                <c:pt idx="10074">
                  <c:v>4.0570960161411556</c:v>
                </c:pt>
                <c:pt idx="10075">
                  <c:v>4.0665192071843972</c:v>
                </c:pt>
                <c:pt idx="10076">
                  <c:v>4.0752120900423314</c:v>
                </c:pt>
                <c:pt idx="10077">
                  <c:v>4.076437472801361</c:v>
                </c:pt>
                <c:pt idx="10078">
                  <c:v>4.0760356846144719</c:v>
                </c:pt>
                <c:pt idx="10079">
                  <c:v>4.0746845749099974</c:v>
                </c:pt>
                <c:pt idx="10080">
                  <c:v>4.0795197214859362</c:v>
                </c:pt>
                <c:pt idx="10081">
                  <c:v>4.0844942042172727</c:v>
                </c:pt>
                <c:pt idx="10082">
                  <c:v>4.0823895240732684</c:v>
                </c:pt>
                <c:pt idx="10083">
                  <c:v>4.0799865490366738</c:v>
                </c:pt>
                <c:pt idx="10084">
                  <c:v>4.0728696443407051</c:v>
                </c:pt>
                <c:pt idx="10085">
                  <c:v>4.0664752937453024</c:v>
                </c:pt>
                <c:pt idx="10086">
                  <c:v>4.0682573881394148</c:v>
                </c:pt>
                <c:pt idx="10087">
                  <c:v>4.0652756260632197</c:v>
                </c:pt>
                <c:pt idx="10088">
                  <c:v>4.0633945484036875</c:v>
                </c:pt>
                <c:pt idx="10089">
                  <c:v>4.0680457332753095</c:v>
                </c:pt>
                <c:pt idx="10090">
                  <c:v>4.0740384539304504</c:v>
                </c:pt>
                <c:pt idx="10091">
                  <c:v>4.0731934960636149</c:v>
                </c:pt>
                <c:pt idx="10092">
                  <c:v>4.0641334810301855</c:v>
                </c:pt>
                <c:pt idx="10093">
                  <c:v>4.0584827313367882</c:v>
                </c:pt>
                <c:pt idx="10094">
                  <c:v>4.0619042607904419</c:v>
                </c:pt>
                <c:pt idx="10095">
                  <c:v>4.0654005617755269</c:v>
                </c:pt>
                <c:pt idx="10096">
                  <c:v>4.0697870791628752</c:v>
                </c:pt>
                <c:pt idx="10097">
                  <c:v>4.0680659097202989</c:v>
                </c:pt>
                <c:pt idx="10098">
                  <c:v>4.0639451675436167</c:v>
                </c:pt>
                <c:pt idx="10099">
                  <c:v>4.0639584602603156</c:v>
                </c:pt>
                <c:pt idx="10100">
                  <c:v>4.0631475254183647</c:v>
                </c:pt>
                <c:pt idx="10101">
                  <c:v>4.0655942556474267</c:v>
                </c:pt>
                <c:pt idx="10102">
                  <c:v>4.0707177275784314</c:v>
                </c:pt>
                <c:pt idx="10103">
                  <c:v>4.0635590457728368</c:v>
                </c:pt>
                <c:pt idx="10104">
                  <c:v>4.0590301855441702</c:v>
                </c:pt>
                <c:pt idx="10105">
                  <c:v>4.0604285318669149</c:v>
                </c:pt>
                <c:pt idx="10106">
                  <c:v>4.0614701111682558</c:v>
                </c:pt>
                <c:pt idx="10107">
                  <c:v>4.0609118170668985</c:v>
                </c:pt>
                <c:pt idx="10108">
                  <c:v>4.055835977370732</c:v>
                </c:pt>
                <c:pt idx="10109">
                  <c:v>4.0450217193496067</c:v>
                </c:pt>
                <c:pt idx="10110">
                  <c:v>4.0440028484392929</c:v>
                </c:pt>
                <c:pt idx="10111">
                  <c:v>4.0508081655259724</c:v>
                </c:pt>
                <c:pt idx="10112">
                  <c:v>4.0565749099972308</c:v>
                </c:pt>
                <c:pt idx="10113">
                  <c:v>4.0570773430391265</c:v>
                </c:pt>
                <c:pt idx="10114">
                  <c:v>4.0592871780670174</c:v>
                </c:pt>
                <c:pt idx="10115">
                  <c:v>4.0599558491909642</c:v>
                </c:pt>
                <c:pt idx="10116">
                  <c:v>4.0618600308580923</c:v>
                </c:pt>
                <c:pt idx="10117">
                  <c:v>4.0636592950112753</c:v>
                </c:pt>
                <c:pt idx="10118">
                  <c:v>4.070282470229853</c:v>
                </c:pt>
                <c:pt idx="10119">
                  <c:v>4.0656846935949682</c:v>
                </c:pt>
                <c:pt idx="10120">
                  <c:v>4.0601334019068718</c:v>
                </c:pt>
                <c:pt idx="10121">
                  <c:v>4.0629046959686672</c:v>
                </c:pt>
                <c:pt idx="10122">
                  <c:v>4.0624726826759501</c:v>
                </c:pt>
                <c:pt idx="10123">
                  <c:v>4.0623116667326027</c:v>
                </c:pt>
                <c:pt idx="10124">
                  <c:v>4.0555243106381296</c:v>
                </c:pt>
                <c:pt idx="10125">
                  <c:v>4.0528979704870043</c:v>
                </c:pt>
                <c:pt idx="10126">
                  <c:v>4.0554614867270642</c:v>
                </c:pt>
                <c:pt idx="10127">
                  <c:v>4.0630376231356573</c:v>
                </c:pt>
                <c:pt idx="10128">
                  <c:v>4.0632614629900701</c:v>
                </c:pt>
                <c:pt idx="10129">
                  <c:v>4.0557788503382524</c:v>
                </c:pt>
                <c:pt idx="10130">
                  <c:v>4.0524755311152427</c:v>
                </c:pt>
                <c:pt idx="10131">
                  <c:v>4.0469396684733159</c:v>
                </c:pt>
                <c:pt idx="10132">
                  <c:v>4.0474936899157337</c:v>
                </c:pt>
                <c:pt idx="10133">
                  <c:v>4.048454563437117</c:v>
                </c:pt>
                <c:pt idx="10134">
                  <c:v>4.0549802587332362</c:v>
                </c:pt>
                <c:pt idx="10135">
                  <c:v>4.0672284685682634</c:v>
                </c:pt>
                <c:pt idx="10136">
                  <c:v>4.0702671203069984</c:v>
                </c:pt>
                <c:pt idx="10137">
                  <c:v>4.0667211298809196</c:v>
                </c:pt>
                <c:pt idx="10138">
                  <c:v>4.0738673893262654</c:v>
                </c:pt>
                <c:pt idx="10139">
                  <c:v>4.0776357162637975</c:v>
                </c:pt>
                <c:pt idx="10140">
                  <c:v>4.0678670728330104</c:v>
                </c:pt>
                <c:pt idx="10141">
                  <c:v>4.0584324089092849</c:v>
                </c:pt>
                <c:pt idx="10142">
                  <c:v>4.0605442101515212</c:v>
                </c:pt>
                <c:pt idx="10143">
                  <c:v>4.0690089804961032</c:v>
                </c:pt>
                <c:pt idx="10144">
                  <c:v>4.0606866321161528</c:v>
                </c:pt>
                <c:pt idx="10145">
                  <c:v>4.0578950824860547</c:v>
                </c:pt>
                <c:pt idx="10146">
                  <c:v>4.058566206432725</c:v>
                </c:pt>
                <c:pt idx="10147">
                  <c:v>4.0598848755785895</c:v>
                </c:pt>
                <c:pt idx="10148">
                  <c:v>4.0622941013569651</c:v>
                </c:pt>
                <c:pt idx="10149">
                  <c:v>4.062047869604779</c:v>
                </c:pt>
                <c:pt idx="10150">
                  <c:v>4.0683747280136089</c:v>
                </c:pt>
                <c:pt idx="10151">
                  <c:v>4.0685556039086919</c:v>
                </c:pt>
                <c:pt idx="10152">
                  <c:v>4.0644646912212687</c:v>
                </c:pt>
                <c:pt idx="10153">
                  <c:v>4.0622728963088974</c:v>
                </c:pt>
                <c:pt idx="10154">
                  <c:v>4.063719586976303</c:v>
                </c:pt>
                <c:pt idx="10155">
                  <c:v>4.0639665308383117</c:v>
                </c:pt>
                <c:pt idx="10156">
                  <c:v>4.0545207105273571</c:v>
                </c:pt>
                <c:pt idx="10157">
                  <c:v>4.0474739090873122</c:v>
                </c:pt>
                <c:pt idx="10158">
                  <c:v>4.05456865925545</c:v>
                </c:pt>
                <c:pt idx="10159">
                  <c:v>4.0630991810737029</c:v>
                </c:pt>
                <c:pt idx="10160">
                  <c:v>4.0699083752027532</c:v>
                </c:pt>
                <c:pt idx="10161">
                  <c:v>4.0683196581872849</c:v>
                </c:pt>
                <c:pt idx="10162">
                  <c:v>4.0644031332832222</c:v>
                </c:pt>
                <c:pt idx="10163">
                  <c:v>4.0678495865806861</c:v>
                </c:pt>
                <c:pt idx="10164">
                  <c:v>4.0550988645804482</c:v>
                </c:pt>
                <c:pt idx="10165">
                  <c:v>4.0435755825453974</c:v>
                </c:pt>
                <c:pt idx="10166">
                  <c:v>4.0470900027693162</c:v>
                </c:pt>
                <c:pt idx="10167">
                  <c:v>4.0571821814297584</c:v>
                </c:pt>
                <c:pt idx="10168">
                  <c:v>4.0660650393638482</c:v>
                </c:pt>
                <c:pt idx="10169">
                  <c:v>4.0691002096767814</c:v>
                </c:pt>
                <c:pt idx="10170">
                  <c:v>4.0730579578272739</c:v>
                </c:pt>
                <c:pt idx="10171">
                  <c:v>4.0683388060291961</c:v>
                </c:pt>
                <c:pt idx="10172">
                  <c:v>4.0655515290580366</c:v>
                </c:pt>
                <c:pt idx="10173">
                  <c:v>4.0677504450686399</c:v>
                </c:pt>
                <c:pt idx="10174">
                  <c:v>4.0678901768406064</c:v>
                </c:pt>
                <c:pt idx="10175">
                  <c:v>4.0608921944851053</c:v>
                </c:pt>
                <c:pt idx="10176">
                  <c:v>4.0530996558135852</c:v>
                </c:pt>
                <c:pt idx="10177">
                  <c:v>4.048926929619812</c:v>
                </c:pt>
                <c:pt idx="10178">
                  <c:v>4.0493927285674722</c:v>
                </c:pt>
                <c:pt idx="10179">
                  <c:v>4.0496963247220794</c:v>
                </c:pt>
                <c:pt idx="10180">
                  <c:v>4.0529251097835974</c:v>
                </c:pt>
                <c:pt idx="10181">
                  <c:v>4.0567874352177871</c:v>
                </c:pt>
                <c:pt idx="10182">
                  <c:v>4.0545317086679589</c:v>
                </c:pt>
                <c:pt idx="10183">
                  <c:v>4.0565611425406498</c:v>
                </c:pt>
                <c:pt idx="10184">
                  <c:v>4.0630717252838551</c:v>
                </c:pt>
                <c:pt idx="10185">
                  <c:v>4.0700874312616211</c:v>
                </c:pt>
                <c:pt idx="10186">
                  <c:v>4.0787583178383509</c:v>
                </c:pt>
                <c:pt idx="10187">
                  <c:v>4.0809827115559596</c:v>
                </c:pt>
                <c:pt idx="10188">
                  <c:v>4.0778603473513471</c:v>
                </c:pt>
                <c:pt idx="10189">
                  <c:v>4.080768287375875</c:v>
                </c:pt>
                <c:pt idx="10190">
                  <c:v>4.0808197175297698</c:v>
                </c:pt>
                <c:pt idx="10191">
                  <c:v>4.0782541440835542</c:v>
                </c:pt>
                <c:pt idx="10192">
                  <c:v>4.0720224710210866</c:v>
                </c:pt>
                <c:pt idx="10193">
                  <c:v>4.0633201724888242</c:v>
                </c:pt>
                <c:pt idx="10194">
                  <c:v>4.0608707520670961</c:v>
                </c:pt>
                <c:pt idx="10195">
                  <c:v>4.0659811686513434</c:v>
                </c:pt>
                <c:pt idx="10196">
                  <c:v>4.0703594572140682</c:v>
                </c:pt>
                <c:pt idx="10197">
                  <c:v>4.0793598923922936</c:v>
                </c:pt>
                <c:pt idx="10198">
                  <c:v>4.0858614550777386</c:v>
                </c:pt>
                <c:pt idx="10199">
                  <c:v>4.0833785654943231</c:v>
                </c:pt>
                <c:pt idx="10200">
                  <c:v>4.0767695533488943</c:v>
                </c:pt>
                <c:pt idx="10201">
                  <c:v>4.0755823080270606</c:v>
                </c:pt>
                <c:pt idx="10202">
                  <c:v>4.0755375242315148</c:v>
                </c:pt>
                <c:pt idx="10203">
                  <c:v>4.0738746686711238</c:v>
                </c:pt>
                <c:pt idx="10204">
                  <c:v>4.0690499663725914</c:v>
                </c:pt>
                <c:pt idx="10205">
                  <c:v>4.0660379791905683</c:v>
                </c:pt>
                <c:pt idx="10206">
                  <c:v>4.0588018356608773</c:v>
                </c:pt>
                <c:pt idx="10207">
                  <c:v>4.0573295090398389</c:v>
                </c:pt>
                <c:pt idx="10208">
                  <c:v>4.0548550065276734</c:v>
                </c:pt>
                <c:pt idx="10209">
                  <c:v>4.0522624520314912</c:v>
                </c:pt>
                <c:pt idx="10210">
                  <c:v>4.0571310677691184</c:v>
                </c:pt>
                <c:pt idx="10211">
                  <c:v>4.06367915496301</c:v>
                </c:pt>
                <c:pt idx="10212">
                  <c:v>4.0692540253985836</c:v>
                </c:pt>
                <c:pt idx="10213">
                  <c:v>4.0736144320924161</c:v>
                </c:pt>
                <c:pt idx="10214">
                  <c:v>4.0695863433160584</c:v>
                </c:pt>
                <c:pt idx="10215">
                  <c:v>4.0638123986232539</c:v>
                </c:pt>
                <c:pt idx="10216">
                  <c:v>4.0645848795347552</c:v>
                </c:pt>
                <c:pt idx="10217">
                  <c:v>4.0623720378209436</c:v>
                </c:pt>
                <c:pt idx="10218">
                  <c:v>4.0567852988883173</c:v>
                </c:pt>
                <c:pt idx="10219">
                  <c:v>4.0593318827392491</c:v>
                </c:pt>
                <c:pt idx="10220">
                  <c:v>4.0601980456541522</c:v>
                </c:pt>
                <c:pt idx="10221">
                  <c:v>4.0560133718400131</c:v>
                </c:pt>
                <c:pt idx="10222">
                  <c:v>4.0586272105075762</c:v>
                </c:pt>
                <c:pt idx="10223">
                  <c:v>4.0621052340072001</c:v>
                </c:pt>
                <c:pt idx="10224">
                  <c:v>4.0622493966847335</c:v>
                </c:pt>
                <c:pt idx="10225">
                  <c:v>4.063720457332753</c:v>
                </c:pt>
                <c:pt idx="10226">
                  <c:v>4.0609792301301582</c:v>
                </c:pt>
                <c:pt idx="10227">
                  <c:v>4.0581185267238995</c:v>
                </c:pt>
                <c:pt idx="10228">
                  <c:v>4.0575359417652415</c:v>
                </c:pt>
                <c:pt idx="10229">
                  <c:v>4.0601233532460341</c:v>
                </c:pt>
                <c:pt idx="10230">
                  <c:v>4.0653734224789337</c:v>
                </c:pt>
                <c:pt idx="10231">
                  <c:v>4.0710320845036989</c:v>
                </c:pt>
                <c:pt idx="10232">
                  <c:v>4.0808197175297698</c:v>
                </c:pt>
                <c:pt idx="10233">
                  <c:v>4.0859920085453183</c:v>
                </c:pt>
                <c:pt idx="10234">
                  <c:v>4.0763084226767416</c:v>
                </c:pt>
                <c:pt idx="10235">
                  <c:v>4.0615850773430395</c:v>
                </c:pt>
                <c:pt idx="10236">
                  <c:v>4.0546075879257826</c:v>
                </c:pt>
                <c:pt idx="10237">
                  <c:v>4.0480802310400756</c:v>
                </c:pt>
                <c:pt idx="10238">
                  <c:v>4.0493512679511019</c:v>
                </c:pt>
                <c:pt idx="10239">
                  <c:v>4.0544388178976938</c:v>
                </c:pt>
                <c:pt idx="10240">
                  <c:v>4.0558574989120544</c:v>
                </c:pt>
                <c:pt idx="10241">
                  <c:v>4.0591211773549079</c:v>
                </c:pt>
                <c:pt idx="10242">
                  <c:v>4.0561489891996674</c:v>
                </c:pt>
                <c:pt idx="10243">
                  <c:v>4.0567614827708987</c:v>
                </c:pt>
                <c:pt idx="10244">
                  <c:v>4.061160897258377</c:v>
                </c:pt>
                <c:pt idx="10245">
                  <c:v>4.0721246983423667</c:v>
                </c:pt>
                <c:pt idx="10246">
                  <c:v>4.0685385132729355</c:v>
                </c:pt>
                <c:pt idx="10247">
                  <c:v>4.0563532064722869</c:v>
                </c:pt>
                <c:pt idx="10248">
                  <c:v>4.0529724255251809</c:v>
                </c:pt>
                <c:pt idx="10249">
                  <c:v>4.0594578470546345</c:v>
                </c:pt>
                <c:pt idx="10250">
                  <c:v>4.068488982078569</c:v>
                </c:pt>
                <c:pt idx="10251">
                  <c:v>4.0685471377141278</c:v>
                </c:pt>
                <c:pt idx="10252">
                  <c:v>4.0688139415278712</c:v>
                </c:pt>
                <c:pt idx="10253">
                  <c:v>4.0661924278988808</c:v>
                </c:pt>
                <c:pt idx="10254">
                  <c:v>4.0640325196819242</c:v>
                </c:pt>
                <c:pt idx="10255">
                  <c:v>4.0585406496024055</c:v>
                </c:pt>
                <c:pt idx="10256">
                  <c:v>4.0534280966886893</c:v>
                </c:pt>
                <c:pt idx="10257">
                  <c:v>4.0537479922459152</c:v>
                </c:pt>
                <c:pt idx="10258">
                  <c:v>4.0554606163706133</c:v>
                </c:pt>
                <c:pt idx="10259">
                  <c:v>4.0631798868536615</c:v>
                </c:pt>
                <c:pt idx="10260">
                  <c:v>4.0682452031491083</c:v>
                </c:pt>
                <c:pt idx="10261">
                  <c:v>4.0668152866242036</c:v>
                </c:pt>
                <c:pt idx="10262">
                  <c:v>4.0649199667682083</c:v>
                </c:pt>
                <c:pt idx="10263">
                  <c:v>4.0637934881512834</c:v>
                </c:pt>
                <c:pt idx="10264">
                  <c:v>4.0605541796890456</c:v>
                </c:pt>
                <c:pt idx="10265">
                  <c:v>4.0606893223088187</c:v>
                </c:pt>
                <c:pt idx="10266">
                  <c:v>4.0599856786802233</c:v>
                </c:pt>
                <c:pt idx="10267">
                  <c:v>4.0594952723820077</c:v>
                </c:pt>
                <c:pt idx="10268">
                  <c:v>4.0574462159275226</c:v>
                </c:pt>
                <c:pt idx="10269">
                  <c:v>4.0599113818886732</c:v>
                </c:pt>
                <c:pt idx="10270">
                  <c:v>4.0587864066147095</c:v>
                </c:pt>
                <c:pt idx="10271">
                  <c:v>4.0545961150452978</c:v>
                </c:pt>
                <c:pt idx="10272">
                  <c:v>4.0608228033390041</c:v>
                </c:pt>
                <c:pt idx="10273">
                  <c:v>4.0668074534161489</c:v>
                </c:pt>
                <c:pt idx="10274">
                  <c:v>4.0701376745658111</c:v>
                </c:pt>
                <c:pt idx="10275">
                  <c:v>4.0706664556711631</c:v>
                </c:pt>
                <c:pt idx="10276">
                  <c:v>4.0730521818253749</c:v>
                </c:pt>
                <c:pt idx="10277">
                  <c:v>4.0726114649681531</c:v>
                </c:pt>
                <c:pt idx="10278">
                  <c:v>4.0756393559362269</c:v>
                </c:pt>
                <c:pt idx="10279">
                  <c:v>4.0722035051627961</c:v>
                </c:pt>
                <c:pt idx="10280">
                  <c:v>4.0633207263520195</c:v>
                </c:pt>
                <c:pt idx="10281">
                  <c:v>4.0579866281599877</c:v>
                </c:pt>
                <c:pt idx="10282">
                  <c:v>4.0533257902440951</c:v>
                </c:pt>
                <c:pt idx="10283">
                  <c:v>4.0535326977093797</c:v>
                </c:pt>
                <c:pt idx="10284">
                  <c:v>4.0562971871661988</c:v>
                </c:pt>
                <c:pt idx="10285">
                  <c:v>4.0587947936859594</c:v>
                </c:pt>
                <c:pt idx="10286">
                  <c:v>4.0611824187996994</c:v>
                </c:pt>
                <c:pt idx="10287">
                  <c:v>4.0609266131265578</c:v>
                </c:pt>
                <c:pt idx="10288">
                  <c:v>4.0636391976895991</c:v>
                </c:pt>
                <c:pt idx="10289">
                  <c:v>4.0695801716975906</c:v>
                </c:pt>
                <c:pt idx="10290">
                  <c:v>4.0726765043320015</c:v>
                </c:pt>
                <c:pt idx="10291">
                  <c:v>4.0706525299679548</c:v>
                </c:pt>
                <c:pt idx="10292">
                  <c:v>4.0660130553467582</c:v>
                </c:pt>
                <c:pt idx="10293">
                  <c:v>4.0586383668948054</c:v>
                </c:pt>
                <c:pt idx="10294">
                  <c:v>4.0612446097242554</c:v>
                </c:pt>
                <c:pt idx="10295">
                  <c:v>4.0628515251018715</c:v>
                </c:pt>
                <c:pt idx="10296">
                  <c:v>4.063222296949796</c:v>
                </c:pt>
                <c:pt idx="10297">
                  <c:v>4.0686647940815766</c:v>
                </c:pt>
                <c:pt idx="10298">
                  <c:v>4.07553182735293</c:v>
                </c:pt>
                <c:pt idx="10299">
                  <c:v>4.0804929382442534</c:v>
                </c:pt>
                <c:pt idx="10300">
                  <c:v>4.0793931241840404</c:v>
                </c:pt>
                <c:pt idx="10301">
                  <c:v>4.0765984887447084</c:v>
                </c:pt>
                <c:pt idx="10302">
                  <c:v>4.0791881948015982</c:v>
                </c:pt>
                <c:pt idx="10303">
                  <c:v>4.0799794279384418</c:v>
                </c:pt>
                <c:pt idx="10304">
                  <c:v>4.072733156624599</c:v>
                </c:pt>
                <c:pt idx="10305">
                  <c:v>4.0649262966333026</c:v>
                </c:pt>
                <c:pt idx="10306">
                  <c:v>4.0672387545990425</c:v>
                </c:pt>
                <c:pt idx="10307">
                  <c:v>4.0736658622463109</c:v>
                </c:pt>
                <c:pt idx="10308">
                  <c:v>4.0735440914665508</c:v>
                </c:pt>
                <c:pt idx="10309">
                  <c:v>4.0679581437670613</c:v>
                </c:pt>
                <c:pt idx="10310">
                  <c:v>4.0695161609368204</c:v>
                </c:pt>
                <c:pt idx="10311">
                  <c:v>4.0763283617517905</c:v>
                </c:pt>
                <c:pt idx="10312">
                  <c:v>4.0796534398860622</c:v>
                </c:pt>
                <c:pt idx="10313">
                  <c:v>4.0798053566483361</c:v>
                </c:pt>
                <c:pt idx="10314">
                  <c:v>4.0814598251374772</c:v>
                </c:pt>
                <c:pt idx="10315">
                  <c:v>4.0802903825612216</c:v>
                </c:pt>
                <c:pt idx="10316">
                  <c:v>4.0769039047355307</c:v>
                </c:pt>
                <c:pt idx="10317">
                  <c:v>4.0644796455275545</c:v>
                </c:pt>
                <c:pt idx="10318">
                  <c:v>4.0572232464295608</c:v>
                </c:pt>
                <c:pt idx="10319">
                  <c:v>4.055939075048463</c:v>
                </c:pt>
                <c:pt idx="10320">
                  <c:v>4.0613237330379395</c:v>
                </c:pt>
                <c:pt idx="10321">
                  <c:v>4.0709304110456142</c:v>
                </c:pt>
                <c:pt idx="10322">
                  <c:v>4.0730092178660442</c:v>
                </c:pt>
                <c:pt idx="10323">
                  <c:v>4.0688708311904103</c:v>
                </c:pt>
                <c:pt idx="10324">
                  <c:v>4.0624955493136055</c:v>
                </c:pt>
                <c:pt idx="10325">
                  <c:v>4.065836531233928</c:v>
                </c:pt>
                <c:pt idx="10326">
                  <c:v>4.0693799105906558</c:v>
                </c:pt>
                <c:pt idx="10327">
                  <c:v>4.0667069668077698</c:v>
                </c:pt>
                <c:pt idx="10328">
                  <c:v>4.0688586462001028</c:v>
                </c:pt>
                <c:pt idx="10329">
                  <c:v>4.0707060964513193</c:v>
                </c:pt>
                <c:pt idx="10330">
                  <c:v>4.0660481069747201</c:v>
                </c:pt>
                <c:pt idx="10331">
                  <c:v>4.0647107647268266</c:v>
                </c:pt>
                <c:pt idx="10332">
                  <c:v>4.0685434189183844</c:v>
                </c:pt>
                <c:pt idx="10333">
                  <c:v>4.0667197056612734</c:v>
                </c:pt>
                <c:pt idx="10334">
                  <c:v>4.0571830517862084</c:v>
                </c:pt>
                <c:pt idx="10335">
                  <c:v>4.0507715314317361</c:v>
                </c:pt>
                <c:pt idx="10336">
                  <c:v>4.0493414566602048</c:v>
                </c:pt>
                <c:pt idx="10337">
                  <c:v>4.0500853740554659</c:v>
                </c:pt>
                <c:pt idx="10338">
                  <c:v>4.058068520789651</c:v>
                </c:pt>
                <c:pt idx="10339">
                  <c:v>4.0642929936305734</c:v>
                </c:pt>
                <c:pt idx="10340">
                  <c:v>4.0635369703683191</c:v>
                </c:pt>
                <c:pt idx="10341">
                  <c:v>4.0659122522451243</c:v>
                </c:pt>
                <c:pt idx="10342">
                  <c:v>4.0662198045654154</c:v>
                </c:pt>
                <c:pt idx="10343">
                  <c:v>4.067049729002651</c:v>
                </c:pt>
                <c:pt idx="10344">
                  <c:v>4.0672319499940661</c:v>
                </c:pt>
                <c:pt idx="10345">
                  <c:v>4.0678881196344499</c:v>
                </c:pt>
                <c:pt idx="10346">
                  <c:v>4.0628698025873327</c:v>
                </c:pt>
                <c:pt idx="10347">
                  <c:v>4.056099062388733</c:v>
                </c:pt>
                <c:pt idx="10348">
                  <c:v>4.052881829331012</c:v>
                </c:pt>
                <c:pt idx="10349">
                  <c:v>4.0581937729952129</c:v>
                </c:pt>
                <c:pt idx="10350">
                  <c:v>4.0643610396803416</c:v>
                </c:pt>
                <c:pt idx="10351">
                  <c:v>4.067705107409898</c:v>
                </c:pt>
                <c:pt idx="10352">
                  <c:v>4.0668997111999055</c:v>
                </c:pt>
                <c:pt idx="10353">
                  <c:v>4.0626654270680858</c:v>
                </c:pt>
                <c:pt idx="10354">
                  <c:v>4.0634887051469715</c:v>
                </c:pt>
                <c:pt idx="10355">
                  <c:v>4.0694451873244448</c:v>
                </c:pt>
                <c:pt idx="10356">
                  <c:v>4.0697998180163788</c:v>
                </c:pt>
                <c:pt idx="10357">
                  <c:v>4.0643184713375797</c:v>
                </c:pt>
                <c:pt idx="10358">
                  <c:v>4.0605182577046328</c:v>
                </c:pt>
                <c:pt idx="10359">
                  <c:v>4.0627837955453572</c:v>
                </c:pt>
                <c:pt idx="10360">
                  <c:v>4.0631883530482256</c:v>
                </c:pt>
                <c:pt idx="10361">
                  <c:v>4.0576815286624202</c:v>
                </c:pt>
                <c:pt idx="10362">
                  <c:v>4.0529880128179769</c:v>
                </c:pt>
                <c:pt idx="10363">
                  <c:v>4.0491879574316574</c:v>
                </c:pt>
                <c:pt idx="10364">
                  <c:v>4.0486659809312817</c:v>
                </c:pt>
                <c:pt idx="10365">
                  <c:v>4.0464925426276857</c:v>
                </c:pt>
                <c:pt idx="10366">
                  <c:v>4.0479110653954189</c:v>
                </c:pt>
                <c:pt idx="10367">
                  <c:v>4.0579355144993476</c:v>
                </c:pt>
                <c:pt idx="10368">
                  <c:v>4.0585640701032561</c:v>
                </c:pt>
                <c:pt idx="10369">
                  <c:v>4.0617418206274483</c:v>
                </c:pt>
                <c:pt idx="10370">
                  <c:v>4.0701864145270408</c:v>
                </c:pt>
                <c:pt idx="10371">
                  <c:v>4.0679090873125769</c:v>
                </c:pt>
                <c:pt idx="10372">
                  <c:v>4.0602617399216676</c:v>
                </c:pt>
                <c:pt idx="10373">
                  <c:v>4.0537574870435575</c:v>
                </c:pt>
                <c:pt idx="10374">
                  <c:v>4.0590130157851014</c:v>
                </c:pt>
                <c:pt idx="10375">
                  <c:v>4.0620487399612299</c:v>
                </c:pt>
                <c:pt idx="10376">
                  <c:v>4.0585956403054162</c:v>
                </c:pt>
                <c:pt idx="10377">
                  <c:v>4.055790244095423</c:v>
                </c:pt>
                <c:pt idx="10378">
                  <c:v>4.0586895596787596</c:v>
                </c:pt>
                <c:pt idx="10379">
                  <c:v>4.0609179886853664</c:v>
                </c:pt>
                <c:pt idx="10380">
                  <c:v>4.0645907346599675</c:v>
                </c:pt>
                <c:pt idx="10381">
                  <c:v>4.0643449776476643</c:v>
                </c:pt>
                <c:pt idx="10382">
                  <c:v>4.0568852316335011</c:v>
                </c:pt>
                <c:pt idx="10383">
                  <c:v>4.0500868773984253</c:v>
                </c:pt>
                <c:pt idx="10384">
                  <c:v>4.0497968113304585</c:v>
                </c:pt>
                <c:pt idx="10385">
                  <c:v>4.0547929738497448</c:v>
                </c:pt>
                <c:pt idx="10386">
                  <c:v>4.0597490208489928</c:v>
                </c:pt>
                <c:pt idx="10387">
                  <c:v>4.0632787909957671</c:v>
                </c:pt>
                <c:pt idx="10388">
                  <c:v>4.0654742255805676</c:v>
                </c:pt>
                <c:pt idx="10389">
                  <c:v>4.0606683546306916</c:v>
                </c:pt>
                <c:pt idx="10390">
                  <c:v>4.0505925544961823</c:v>
                </c:pt>
                <c:pt idx="10391">
                  <c:v>4.0461224037662697</c:v>
                </c:pt>
                <c:pt idx="10392">
                  <c:v>4.0474118764093836</c:v>
                </c:pt>
                <c:pt idx="10393">
                  <c:v>4.0558308343553424</c:v>
                </c:pt>
                <c:pt idx="10394">
                  <c:v>4.0632562408513673</c:v>
                </c:pt>
                <c:pt idx="10395">
                  <c:v>4.0666821220872729</c:v>
                </c:pt>
                <c:pt idx="10396">
                  <c:v>4.0702599992087665</c:v>
                </c:pt>
                <c:pt idx="10397">
                  <c:v>4.0654239822763776</c:v>
                </c:pt>
                <c:pt idx="10398">
                  <c:v>4.0551404043201327</c:v>
                </c:pt>
                <c:pt idx="10399">
                  <c:v>4.0504614471654072</c:v>
                </c:pt>
                <c:pt idx="10400">
                  <c:v>4.0468273924911973</c:v>
                </c:pt>
                <c:pt idx="10401">
                  <c:v>4.0473564900898049</c:v>
                </c:pt>
                <c:pt idx="10402">
                  <c:v>4.0486431934169405</c:v>
                </c:pt>
                <c:pt idx="10403">
                  <c:v>4.0467432052854377</c:v>
                </c:pt>
                <c:pt idx="10404">
                  <c:v>4.0529460774617245</c:v>
                </c:pt>
                <c:pt idx="10405">
                  <c:v>4.0582016853265817</c:v>
                </c:pt>
                <c:pt idx="10406">
                  <c:v>4.0616479012541049</c:v>
                </c:pt>
                <c:pt idx="10407">
                  <c:v>4.0558280650393641</c:v>
                </c:pt>
                <c:pt idx="10408">
                  <c:v>4.0523702971080429</c:v>
                </c:pt>
                <c:pt idx="10409">
                  <c:v>4.0564456225026708</c:v>
                </c:pt>
                <c:pt idx="10410">
                  <c:v>4.0594220041935358</c:v>
                </c:pt>
                <c:pt idx="10411">
                  <c:v>4.0659302132373307</c:v>
                </c:pt>
                <c:pt idx="10412">
                  <c:v>4.0748242275586506</c:v>
                </c:pt>
                <c:pt idx="10413">
                  <c:v>4.0748487557858919</c:v>
                </c:pt>
                <c:pt idx="10414">
                  <c:v>4.0691478419116196</c:v>
                </c:pt>
                <c:pt idx="10415">
                  <c:v>4.0629118170668992</c:v>
                </c:pt>
                <c:pt idx="10416">
                  <c:v>4.0552760216797878</c:v>
                </c:pt>
                <c:pt idx="10417">
                  <c:v>4.0542290619931158</c:v>
                </c:pt>
                <c:pt idx="10418">
                  <c:v>4.0549187799185029</c:v>
                </c:pt>
                <c:pt idx="10419">
                  <c:v>4.0573367883846974</c:v>
                </c:pt>
                <c:pt idx="10420">
                  <c:v>4.0611690469596864</c:v>
                </c:pt>
                <c:pt idx="10421">
                  <c:v>4.0575505004549592</c:v>
                </c:pt>
                <c:pt idx="10422">
                  <c:v>4.0459094038058314</c:v>
                </c:pt>
                <c:pt idx="10423">
                  <c:v>4.0427722435415596</c:v>
                </c:pt>
                <c:pt idx="10424">
                  <c:v>4.0553716817660321</c:v>
                </c:pt>
                <c:pt idx="10425">
                  <c:v>4.0673374213712075</c:v>
                </c:pt>
                <c:pt idx="10426">
                  <c:v>4.0707002413261071</c:v>
                </c:pt>
                <c:pt idx="10427">
                  <c:v>4.0741125924753732</c:v>
                </c:pt>
                <c:pt idx="10428">
                  <c:v>4.0775175851564667</c:v>
                </c:pt>
                <c:pt idx="10429">
                  <c:v>4.0787024567788901</c:v>
                </c:pt>
                <c:pt idx="10430">
                  <c:v>4.0779372552122481</c:v>
                </c:pt>
                <c:pt idx="10431">
                  <c:v>4.0770446651105745</c:v>
                </c:pt>
                <c:pt idx="10432">
                  <c:v>4.074258258495866</c:v>
                </c:pt>
                <c:pt idx="10433">
                  <c:v>4.0748520789650673</c:v>
                </c:pt>
                <c:pt idx="10434">
                  <c:v>4.0807959805356653</c:v>
                </c:pt>
                <c:pt idx="10435">
                  <c:v>4.0750487003995728</c:v>
                </c:pt>
                <c:pt idx="10436">
                  <c:v>4.0670405506982634</c:v>
                </c:pt>
                <c:pt idx="10437">
                  <c:v>4.0604820983502785</c:v>
                </c:pt>
                <c:pt idx="10438">
                  <c:v>4.0519952526011789</c:v>
                </c:pt>
                <c:pt idx="10439">
                  <c:v>4.0480456541519958</c:v>
                </c:pt>
                <c:pt idx="10440">
                  <c:v>4.0480451794121137</c:v>
                </c:pt>
                <c:pt idx="10441">
                  <c:v>4.0493356015349926</c:v>
                </c:pt>
                <c:pt idx="10442">
                  <c:v>4.0520909918107373</c:v>
                </c:pt>
                <c:pt idx="10443">
                  <c:v>4.0540567314159119</c:v>
                </c:pt>
                <c:pt idx="10444">
                  <c:v>4.0551843177592275</c:v>
                </c:pt>
                <c:pt idx="10445">
                  <c:v>4.0589192546583854</c:v>
                </c:pt>
                <c:pt idx="10446">
                  <c:v>4.0666095660086246</c:v>
                </c:pt>
                <c:pt idx="10447">
                  <c:v>4.0694223206867903</c:v>
                </c:pt>
                <c:pt idx="10448">
                  <c:v>4.06632535506587</c:v>
                </c:pt>
                <c:pt idx="10449">
                  <c:v>4.0605740396407803</c:v>
                </c:pt>
                <c:pt idx="10450">
                  <c:v>4.0562683071567038</c:v>
                </c:pt>
                <c:pt idx="10451">
                  <c:v>4.0536007437591488</c:v>
                </c:pt>
                <c:pt idx="10452">
                  <c:v>4.0515574633065636</c:v>
                </c:pt>
                <c:pt idx="10453">
                  <c:v>4.0507208133876649</c:v>
                </c:pt>
                <c:pt idx="10454">
                  <c:v>4.0481285753847374</c:v>
                </c:pt>
                <c:pt idx="10455">
                  <c:v>4.042327570518653</c:v>
                </c:pt>
                <c:pt idx="10456">
                  <c:v>4.0439180282470231</c:v>
                </c:pt>
                <c:pt idx="10457">
                  <c:v>4.0506356767021403</c:v>
                </c:pt>
                <c:pt idx="10458">
                  <c:v>4.0604907227914708</c:v>
                </c:pt>
                <c:pt idx="10459">
                  <c:v>4.075854887842703</c:v>
                </c:pt>
                <c:pt idx="10460">
                  <c:v>4.0857910353285591</c:v>
                </c:pt>
                <c:pt idx="10461">
                  <c:v>4.0831657237805121</c:v>
                </c:pt>
                <c:pt idx="10462">
                  <c:v>4.0798037741820625</c:v>
                </c:pt>
                <c:pt idx="10463">
                  <c:v>4.0752304466511058</c:v>
                </c:pt>
                <c:pt idx="10464">
                  <c:v>4.0680495311943661</c:v>
                </c:pt>
                <c:pt idx="10465">
                  <c:v>4.0648366499188988</c:v>
                </c:pt>
                <c:pt idx="10466">
                  <c:v>4.0603106381295246</c:v>
                </c:pt>
                <c:pt idx="10467">
                  <c:v>4.0528459073466001</c:v>
                </c:pt>
                <c:pt idx="10468">
                  <c:v>4.0460112355105435</c:v>
                </c:pt>
                <c:pt idx="10469">
                  <c:v>4.0473037939628913</c:v>
                </c:pt>
                <c:pt idx="10470">
                  <c:v>4.0510235391858211</c:v>
                </c:pt>
                <c:pt idx="10471">
                  <c:v>4.0511984017090636</c:v>
                </c:pt>
                <c:pt idx="10472">
                  <c:v>4.0482331764054278</c:v>
                </c:pt>
                <c:pt idx="10473">
                  <c:v>4.0530752067096572</c:v>
                </c:pt>
                <c:pt idx="10474">
                  <c:v>4.0599123313684373</c:v>
                </c:pt>
                <c:pt idx="10475">
                  <c:v>4.0636055702812834</c:v>
                </c:pt>
                <c:pt idx="10476">
                  <c:v>4.0618217351742691</c:v>
                </c:pt>
                <c:pt idx="10477">
                  <c:v>4.0566516596115045</c:v>
                </c:pt>
                <c:pt idx="10478">
                  <c:v>4.0625025121652092</c:v>
                </c:pt>
                <c:pt idx="10479">
                  <c:v>4.0704518732444512</c:v>
                </c:pt>
                <c:pt idx="10480">
                  <c:v>4.0713348894251693</c:v>
                </c:pt>
                <c:pt idx="10481">
                  <c:v>4.0699974680539617</c:v>
                </c:pt>
                <c:pt idx="10482">
                  <c:v>4.0723375400561777</c:v>
                </c:pt>
                <c:pt idx="10483">
                  <c:v>4.0688167899671637</c:v>
                </c:pt>
                <c:pt idx="10484">
                  <c:v>4.061132887605333</c:v>
                </c:pt>
                <c:pt idx="10485">
                  <c:v>4.0550368319025205</c:v>
                </c:pt>
                <c:pt idx="10486">
                  <c:v>4.0590604897733114</c:v>
                </c:pt>
                <c:pt idx="10487">
                  <c:v>4.0617511571784624</c:v>
                </c:pt>
                <c:pt idx="10488">
                  <c:v>4.0547959014123514</c:v>
                </c:pt>
                <c:pt idx="10489">
                  <c:v>4.0527989872215846</c:v>
                </c:pt>
                <c:pt idx="10490">
                  <c:v>4.0541155200379793</c:v>
                </c:pt>
                <c:pt idx="10491">
                  <c:v>4.0584802785140646</c:v>
                </c:pt>
                <c:pt idx="10492">
                  <c:v>4.0624683308936982</c:v>
                </c:pt>
                <c:pt idx="10493">
                  <c:v>4.0684265537840725</c:v>
                </c:pt>
                <c:pt idx="10494">
                  <c:v>4.0687266685128769</c:v>
                </c:pt>
                <c:pt idx="10495">
                  <c:v>4.070528227242157</c:v>
                </c:pt>
                <c:pt idx="10496">
                  <c:v>4.0689191755350711</c:v>
                </c:pt>
                <c:pt idx="10497">
                  <c:v>4.0677683269375322</c:v>
                </c:pt>
                <c:pt idx="10498">
                  <c:v>4.0688373620287219</c:v>
                </c:pt>
                <c:pt idx="10499">
                  <c:v>4.0641195553269771</c:v>
                </c:pt>
                <c:pt idx="10500">
                  <c:v>4.0631053526921708</c:v>
                </c:pt>
                <c:pt idx="10501">
                  <c:v>4.0644095422716306</c:v>
                </c:pt>
                <c:pt idx="10502">
                  <c:v>4.0638859041816673</c:v>
                </c:pt>
                <c:pt idx="10503">
                  <c:v>4.0682567551529054</c:v>
                </c:pt>
                <c:pt idx="10504">
                  <c:v>4.0654777861296827</c:v>
                </c:pt>
                <c:pt idx="10505">
                  <c:v>4.0619990505202361</c:v>
                </c:pt>
                <c:pt idx="10506">
                  <c:v>4.059754005617755</c:v>
                </c:pt>
                <c:pt idx="10507">
                  <c:v>4.060345452387546</c:v>
                </c:pt>
                <c:pt idx="10508">
                  <c:v>4.0626529255845236</c:v>
                </c:pt>
                <c:pt idx="10509">
                  <c:v>4.0646877398425447</c:v>
                </c:pt>
                <c:pt idx="10510">
                  <c:v>4.0717055030264664</c:v>
                </c:pt>
                <c:pt idx="10511">
                  <c:v>4.0769096807374297</c:v>
                </c:pt>
                <c:pt idx="10512">
                  <c:v>4.0807271432527594</c:v>
                </c:pt>
                <c:pt idx="10513">
                  <c:v>4.0793559362266087</c:v>
                </c:pt>
                <c:pt idx="10514">
                  <c:v>4.0710181588004906</c:v>
                </c:pt>
                <c:pt idx="10515">
                  <c:v>4.0643736202872178</c:v>
                </c:pt>
                <c:pt idx="10516">
                  <c:v>4.0597714127467661</c:v>
                </c:pt>
                <c:pt idx="10517">
                  <c:v>4.0553988210626262</c:v>
                </c:pt>
                <c:pt idx="10518">
                  <c:v>4.0595368912450054</c:v>
                </c:pt>
                <c:pt idx="10519">
                  <c:v>4.0649740871147682</c:v>
                </c:pt>
                <c:pt idx="10520">
                  <c:v>4.0652093207263524</c:v>
                </c:pt>
                <c:pt idx="10521">
                  <c:v>4.0627244530600946</c:v>
                </c:pt>
                <c:pt idx="10522">
                  <c:v>4.0596792340863237</c:v>
                </c:pt>
                <c:pt idx="10523">
                  <c:v>4.0571787791272698</c:v>
                </c:pt>
                <c:pt idx="10524">
                  <c:v>4.0616555762155322</c:v>
                </c:pt>
                <c:pt idx="10525">
                  <c:v>4.0668849151402462</c:v>
                </c:pt>
                <c:pt idx="10526">
                  <c:v>4.0613628199548995</c:v>
                </c:pt>
                <c:pt idx="10527">
                  <c:v>4.0616746449341301</c:v>
                </c:pt>
                <c:pt idx="10528">
                  <c:v>4.0642887209716339</c:v>
                </c:pt>
                <c:pt idx="10529">
                  <c:v>4.0664142105471379</c:v>
                </c:pt>
                <c:pt idx="10530">
                  <c:v>4.0630697472010127</c:v>
                </c:pt>
                <c:pt idx="10531">
                  <c:v>4.0593529295406894</c:v>
                </c:pt>
                <c:pt idx="10532">
                  <c:v>4.0598022708391026</c:v>
                </c:pt>
                <c:pt idx="10533">
                  <c:v>4.0674977252047313</c:v>
                </c:pt>
                <c:pt idx="10534">
                  <c:v>4.0654292044150813</c:v>
                </c:pt>
                <c:pt idx="10535">
                  <c:v>4.0639062388732841</c:v>
                </c:pt>
                <c:pt idx="10536">
                  <c:v>4.0731759306879773</c:v>
                </c:pt>
                <c:pt idx="10537">
                  <c:v>4.0791557542429873</c:v>
                </c:pt>
                <c:pt idx="10538">
                  <c:v>4.0768127546781656</c:v>
                </c:pt>
                <c:pt idx="10539">
                  <c:v>4.0670187126636863</c:v>
                </c:pt>
                <c:pt idx="10540">
                  <c:v>4.0640609249515371</c:v>
                </c:pt>
                <c:pt idx="10541">
                  <c:v>4.070784586778494</c:v>
                </c:pt>
                <c:pt idx="10542">
                  <c:v>4.0768250979151004</c:v>
                </c:pt>
                <c:pt idx="10543">
                  <c:v>4.0821632313961311</c:v>
                </c:pt>
                <c:pt idx="10544">
                  <c:v>4.0812121691656449</c:v>
                </c:pt>
                <c:pt idx="10545">
                  <c:v>4.072774063377774</c:v>
                </c:pt>
                <c:pt idx="10546">
                  <c:v>4.0746530047078373</c:v>
                </c:pt>
                <c:pt idx="10547">
                  <c:v>4.0786644775883216</c:v>
                </c:pt>
                <c:pt idx="10548">
                  <c:v>4.074676425208688</c:v>
                </c:pt>
                <c:pt idx="10549">
                  <c:v>4.0743588242275584</c:v>
                </c:pt>
                <c:pt idx="10550">
                  <c:v>4.0747287257190328</c:v>
                </c:pt>
                <c:pt idx="10551">
                  <c:v>4.0767199430312138</c:v>
                </c:pt>
                <c:pt idx="10552">
                  <c:v>4.0774105313130518</c:v>
                </c:pt>
                <c:pt idx="10553">
                  <c:v>4.0761323733037944</c:v>
                </c:pt>
                <c:pt idx="10554">
                  <c:v>4.0726453297464094</c:v>
                </c:pt>
                <c:pt idx="10555">
                  <c:v>4.0668163152272818</c:v>
                </c:pt>
                <c:pt idx="10556">
                  <c:v>4.0625019583020139</c:v>
                </c:pt>
                <c:pt idx="10557">
                  <c:v>4.0615889543854093</c:v>
                </c:pt>
                <c:pt idx="10558">
                  <c:v>4.0615539027574474</c:v>
                </c:pt>
                <c:pt idx="10559">
                  <c:v>4.0646929619812475</c:v>
                </c:pt>
                <c:pt idx="10560">
                  <c:v>4.0637487834790518</c:v>
                </c:pt>
                <c:pt idx="10561">
                  <c:v>4.0591032163627014</c:v>
                </c:pt>
                <c:pt idx="10562">
                  <c:v>4.0504278988804048</c:v>
                </c:pt>
                <c:pt idx="10563">
                  <c:v>4.0506055307196265</c:v>
                </c:pt>
                <c:pt idx="10564">
                  <c:v>4.0618135063496457</c:v>
                </c:pt>
                <c:pt idx="10565">
                  <c:v>4.0673633738180959</c:v>
                </c:pt>
                <c:pt idx="10566">
                  <c:v>4.0625599556909444</c:v>
                </c:pt>
                <c:pt idx="10567">
                  <c:v>4.0670054199469874</c:v>
                </c:pt>
                <c:pt idx="10568">
                  <c:v>4.0724328836491672</c:v>
                </c:pt>
                <c:pt idx="10569">
                  <c:v>4.074463979111445</c:v>
                </c:pt>
                <c:pt idx="10570">
                  <c:v>4.0818079677176877</c:v>
                </c:pt>
                <c:pt idx="10571">
                  <c:v>4.0830153894845118</c:v>
                </c:pt>
                <c:pt idx="10572">
                  <c:v>4.0734821379119355</c:v>
                </c:pt>
                <c:pt idx="10573">
                  <c:v>4.062817502076987</c:v>
                </c:pt>
                <c:pt idx="10574">
                  <c:v>4.0525120069628517</c:v>
                </c:pt>
                <c:pt idx="10575">
                  <c:v>4.0583002729754325</c:v>
                </c:pt>
                <c:pt idx="10576">
                  <c:v>4.0729052498318632</c:v>
                </c:pt>
                <c:pt idx="10577">
                  <c:v>4.0819329825533091</c:v>
                </c:pt>
                <c:pt idx="10578">
                  <c:v>4.0770149938679436</c:v>
                </c:pt>
                <c:pt idx="10579">
                  <c:v>4.0658187284883489</c:v>
                </c:pt>
                <c:pt idx="10580">
                  <c:v>4.063381888673498</c:v>
                </c:pt>
                <c:pt idx="10581">
                  <c:v>4.0637502868220121</c:v>
                </c:pt>
                <c:pt idx="10582">
                  <c:v>4.0654354551568623</c:v>
                </c:pt>
                <c:pt idx="10583">
                  <c:v>4.0611310677691179</c:v>
                </c:pt>
                <c:pt idx="10584">
                  <c:v>4.0628144162677531</c:v>
                </c:pt>
                <c:pt idx="10585">
                  <c:v>4.0662161648929853</c:v>
                </c:pt>
                <c:pt idx="10586">
                  <c:v>4.0673441468528706</c:v>
                </c:pt>
                <c:pt idx="10587">
                  <c:v>4.0708008861811136</c:v>
                </c:pt>
                <c:pt idx="10588">
                  <c:v>4.0665034616449738</c:v>
                </c:pt>
                <c:pt idx="10589">
                  <c:v>4.0601338766467538</c:v>
                </c:pt>
                <c:pt idx="10590">
                  <c:v>4.0570035209874593</c:v>
                </c:pt>
                <c:pt idx="10591">
                  <c:v>4.0522462317521857</c:v>
                </c:pt>
                <c:pt idx="10592">
                  <c:v>4.0593023697432447</c:v>
                </c:pt>
                <c:pt idx="10593">
                  <c:v>4.0684489456818449</c:v>
                </c:pt>
                <c:pt idx="10594">
                  <c:v>4.0725115322229692</c:v>
                </c:pt>
                <c:pt idx="10595">
                  <c:v>4.0742593662222575</c:v>
                </c:pt>
                <c:pt idx="10596">
                  <c:v>4.0761313447007161</c:v>
                </c:pt>
                <c:pt idx="10597">
                  <c:v>4.0720886181113265</c:v>
                </c:pt>
                <c:pt idx="10598">
                  <c:v>4.0713090161015941</c:v>
                </c:pt>
                <c:pt idx="10599">
                  <c:v>4.0678643826403453</c:v>
                </c:pt>
                <c:pt idx="10600">
                  <c:v>4.0678285397792457</c:v>
                </c:pt>
                <c:pt idx="10601">
                  <c:v>4.074116469517743</c:v>
                </c:pt>
                <c:pt idx="10602">
                  <c:v>4.0808300035605489</c:v>
                </c:pt>
                <c:pt idx="10603">
                  <c:v>4.0832717490208488</c:v>
                </c:pt>
                <c:pt idx="10604">
                  <c:v>4.0817573287969298</c:v>
                </c:pt>
                <c:pt idx="10605">
                  <c:v>4.0768868140997743</c:v>
                </c:pt>
                <c:pt idx="10606">
                  <c:v>4.0720458915219373</c:v>
                </c:pt>
                <c:pt idx="10607">
                  <c:v>4.0712019622581792</c:v>
                </c:pt>
                <c:pt idx="10608">
                  <c:v>4.069083989397476</c:v>
                </c:pt>
                <c:pt idx="10609">
                  <c:v>4.0669515369703682</c:v>
                </c:pt>
                <c:pt idx="10610">
                  <c:v>4.0694864896941887</c:v>
                </c:pt>
                <c:pt idx="10611">
                  <c:v>4.0751517189539896</c:v>
                </c:pt>
                <c:pt idx="10612">
                  <c:v>4.0771283775764529</c:v>
                </c:pt>
                <c:pt idx="10613">
                  <c:v>4.0812944574118761</c:v>
                </c:pt>
                <c:pt idx="10614">
                  <c:v>4.0722353918582108</c:v>
                </c:pt>
                <c:pt idx="10615">
                  <c:v>4.0692131977687227</c:v>
                </c:pt>
                <c:pt idx="10616">
                  <c:v>4.072677216441825</c:v>
                </c:pt>
                <c:pt idx="10617">
                  <c:v>4.0728206670095339</c:v>
                </c:pt>
                <c:pt idx="10618">
                  <c:v>4.071324999010959</c:v>
                </c:pt>
                <c:pt idx="10619">
                  <c:v>4.066330260711319</c:v>
                </c:pt>
                <c:pt idx="10620">
                  <c:v>4.0595209874589546</c:v>
                </c:pt>
                <c:pt idx="10621">
                  <c:v>4.0590049452071053</c:v>
                </c:pt>
                <c:pt idx="10622">
                  <c:v>4.0613837085097124</c:v>
                </c:pt>
                <c:pt idx="10623">
                  <c:v>4.059599398662816</c:v>
                </c:pt>
                <c:pt idx="10624">
                  <c:v>4.0541729635637145</c:v>
                </c:pt>
                <c:pt idx="10625">
                  <c:v>4.0434170194247736</c:v>
                </c:pt>
                <c:pt idx="10626">
                  <c:v>4.0390657910353287</c:v>
                </c:pt>
                <c:pt idx="10627">
                  <c:v>4.0457248882383192</c:v>
                </c:pt>
                <c:pt idx="10628">
                  <c:v>4.0408772401788191</c:v>
                </c:pt>
                <c:pt idx="10629">
                  <c:v>4.0403346916168852</c:v>
                </c:pt>
                <c:pt idx="10630">
                  <c:v>4.0498363729873006</c:v>
                </c:pt>
                <c:pt idx="10631">
                  <c:v>4.0610979151006843</c:v>
                </c:pt>
                <c:pt idx="10632">
                  <c:v>4.0642086481781856</c:v>
                </c:pt>
                <c:pt idx="10633">
                  <c:v>4.0541443209241601</c:v>
                </c:pt>
                <c:pt idx="10634">
                  <c:v>4.0509063575582545</c:v>
                </c:pt>
                <c:pt idx="10635">
                  <c:v>4.0592202397436408</c:v>
                </c:pt>
                <c:pt idx="10636">
                  <c:v>4.0625270403924514</c:v>
                </c:pt>
                <c:pt idx="10637">
                  <c:v>4.0610214819796653</c:v>
                </c:pt>
                <c:pt idx="10638">
                  <c:v>4.0635998734026977</c:v>
                </c:pt>
                <c:pt idx="10639">
                  <c:v>4.0615471772757843</c:v>
                </c:pt>
                <c:pt idx="10640">
                  <c:v>4.0619332199232501</c:v>
                </c:pt>
                <c:pt idx="10641">
                  <c:v>4.0612571903311308</c:v>
                </c:pt>
                <c:pt idx="10642">
                  <c:v>4.0533647189144277</c:v>
                </c:pt>
                <c:pt idx="10643">
                  <c:v>4.0565671559124894</c:v>
                </c:pt>
                <c:pt idx="10644">
                  <c:v>4.0599143094512797</c:v>
                </c:pt>
                <c:pt idx="10645">
                  <c:v>4.0655992404161889</c:v>
                </c:pt>
                <c:pt idx="10646">
                  <c:v>4.0665683427621948</c:v>
                </c:pt>
                <c:pt idx="10647">
                  <c:v>4.0683956165684219</c:v>
                </c:pt>
                <c:pt idx="10648">
                  <c:v>4.0745336867508009</c:v>
                </c:pt>
                <c:pt idx="10649">
                  <c:v>4.0788855481267552</c:v>
                </c:pt>
                <c:pt idx="10650">
                  <c:v>4.0750737033666971</c:v>
                </c:pt>
                <c:pt idx="10651">
                  <c:v>4.0693896427582388</c:v>
                </c:pt>
                <c:pt idx="10652">
                  <c:v>4.0688944099378883</c:v>
                </c:pt>
                <c:pt idx="10653">
                  <c:v>4.0657677730743362</c:v>
                </c:pt>
                <c:pt idx="10654">
                  <c:v>4.0739253867151959</c:v>
                </c:pt>
                <c:pt idx="10655">
                  <c:v>4.0861929817620766</c:v>
                </c:pt>
                <c:pt idx="10656">
                  <c:v>4.0797808284210939</c:v>
                </c:pt>
                <c:pt idx="10657">
                  <c:v>4.0655266052142265</c:v>
                </c:pt>
                <c:pt idx="10658">
                  <c:v>4.0514683704553542</c:v>
                </c:pt>
                <c:pt idx="10659">
                  <c:v>4.044398781500969</c:v>
                </c:pt>
                <c:pt idx="10660">
                  <c:v>4.045458163547889</c:v>
                </c:pt>
                <c:pt idx="10661">
                  <c:v>4.0495900621118013</c:v>
                </c:pt>
                <c:pt idx="10662">
                  <c:v>4.0527450251216521</c:v>
                </c:pt>
                <c:pt idx="10663">
                  <c:v>4.0547617201408395</c:v>
                </c:pt>
                <c:pt idx="10664">
                  <c:v>4.0566604422993233</c:v>
                </c:pt>
                <c:pt idx="10665">
                  <c:v>4.0616245598765675</c:v>
                </c:pt>
                <c:pt idx="10666">
                  <c:v>4.0747413854492223</c:v>
                </c:pt>
                <c:pt idx="10667">
                  <c:v>4.0784549590536852</c:v>
                </c:pt>
                <c:pt idx="10668">
                  <c:v>4.0754512006962855</c:v>
                </c:pt>
                <c:pt idx="10669">
                  <c:v>4.0708634727222375</c:v>
                </c:pt>
                <c:pt idx="10670">
                  <c:v>4.0681411559916132</c:v>
                </c:pt>
                <c:pt idx="10671">
                  <c:v>4.0647893341773154</c:v>
                </c:pt>
                <c:pt idx="10672">
                  <c:v>4.0696410175258144</c:v>
                </c:pt>
                <c:pt idx="10673">
                  <c:v>4.074851050361989</c:v>
                </c:pt>
                <c:pt idx="10674">
                  <c:v>4.0698082050876287</c:v>
                </c:pt>
                <c:pt idx="10675">
                  <c:v>4.0653233374213711</c:v>
                </c:pt>
                <c:pt idx="10676">
                  <c:v>4.061139138347114</c:v>
                </c:pt>
                <c:pt idx="10677">
                  <c:v>4.0544368398148514</c:v>
                </c:pt>
                <c:pt idx="10678">
                  <c:v>4.0456399889227361</c:v>
                </c:pt>
                <c:pt idx="10679">
                  <c:v>4.0379615460695497</c:v>
                </c:pt>
                <c:pt idx="10680">
                  <c:v>4.0440278514064172</c:v>
                </c:pt>
                <c:pt idx="10681">
                  <c:v>4.0594781817462513</c:v>
                </c:pt>
                <c:pt idx="10682">
                  <c:v>4.0600090200577599</c:v>
                </c:pt>
                <c:pt idx="10683">
                  <c:v>4.0577089844522689</c:v>
                </c:pt>
                <c:pt idx="10684">
                  <c:v>4.0515292954068913</c:v>
                </c:pt>
                <c:pt idx="10685">
                  <c:v>4.0463056533607631</c:v>
                </c:pt>
                <c:pt idx="10686">
                  <c:v>4.0572105075760572</c:v>
                </c:pt>
                <c:pt idx="10687">
                  <c:v>4.0630242512956443</c:v>
                </c:pt>
                <c:pt idx="10688">
                  <c:v>4.0607057799580648</c:v>
                </c:pt>
                <c:pt idx="10689">
                  <c:v>4.0594392530759187</c:v>
                </c:pt>
                <c:pt idx="10690">
                  <c:v>4.0675599161292872</c:v>
                </c:pt>
                <c:pt idx="10691">
                  <c:v>4.0657285279107489</c:v>
                </c:pt>
                <c:pt idx="10692">
                  <c:v>4.0636289907821341</c:v>
                </c:pt>
                <c:pt idx="10693">
                  <c:v>4.0660792815603122</c:v>
                </c:pt>
                <c:pt idx="10694">
                  <c:v>4.0681695612612252</c:v>
                </c:pt>
                <c:pt idx="10695">
                  <c:v>4.0641484353364721</c:v>
                </c:pt>
                <c:pt idx="10696">
                  <c:v>4.0640541203465599</c:v>
                </c:pt>
                <c:pt idx="10697">
                  <c:v>4.0672918463425249</c:v>
                </c:pt>
                <c:pt idx="10698">
                  <c:v>4.0642560430430823</c:v>
                </c:pt>
                <c:pt idx="10699">
                  <c:v>4.0563294694781815</c:v>
                </c:pt>
                <c:pt idx="10700">
                  <c:v>4.0449531985599556</c:v>
                </c:pt>
                <c:pt idx="10701">
                  <c:v>4.0445980140048263</c:v>
                </c:pt>
                <c:pt idx="10702">
                  <c:v>4.0545676306523717</c:v>
                </c:pt>
                <c:pt idx="10703">
                  <c:v>4.0654300747715313</c:v>
                </c:pt>
                <c:pt idx="10704">
                  <c:v>4.0649243976737743</c:v>
                </c:pt>
                <c:pt idx="10705">
                  <c:v>4.0708012817976815</c:v>
                </c:pt>
                <c:pt idx="10706">
                  <c:v>4.077775448035764</c:v>
                </c:pt>
                <c:pt idx="10707">
                  <c:v>4.0778067808679825</c:v>
                </c:pt>
                <c:pt idx="10708">
                  <c:v>4.071354749376904</c:v>
                </c:pt>
                <c:pt idx="10709">
                  <c:v>4.062314910788464</c:v>
                </c:pt>
                <c:pt idx="10710">
                  <c:v>4.0566832298136646</c:v>
                </c:pt>
                <c:pt idx="10711">
                  <c:v>4.052859595679867</c:v>
                </c:pt>
                <c:pt idx="10712">
                  <c:v>4.055265419155754</c:v>
                </c:pt>
                <c:pt idx="10713">
                  <c:v>4.0655924358112117</c:v>
                </c:pt>
                <c:pt idx="10714">
                  <c:v>4.0748707520670964</c:v>
                </c:pt>
                <c:pt idx="10715">
                  <c:v>4.0668717806701746</c:v>
                </c:pt>
                <c:pt idx="10716">
                  <c:v>4.0592457174506471</c:v>
                </c:pt>
                <c:pt idx="10717">
                  <c:v>4.0673583890493337</c:v>
                </c:pt>
                <c:pt idx="10718">
                  <c:v>4.0720085453178783</c:v>
                </c:pt>
                <c:pt idx="10719">
                  <c:v>4.0734277010721209</c:v>
                </c:pt>
                <c:pt idx="10720">
                  <c:v>4.0724172963563712</c:v>
                </c:pt>
                <c:pt idx="10721">
                  <c:v>4.0578962693357594</c:v>
                </c:pt>
                <c:pt idx="10722">
                  <c:v>4.0464473632155711</c:v>
                </c:pt>
                <c:pt idx="10723">
                  <c:v>4.0553868734422593</c:v>
                </c:pt>
                <c:pt idx="10724">
                  <c:v>4.0588902955255763</c:v>
                </c:pt>
                <c:pt idx="10725">
                  <c:v>4.0613372631245799</c:v>
                </c:pt>
                <c:pt idx="10726">
                  <c:v>4.0670723582703641</c:v>
                </c:pt>
                <c:pt idx="10727">
                  <c:v>4.069342168770028</c:v>
                </c:pt>
                <c:pt idx="10728">
                  <c:v>4.0680401155200379</c:v>
                </c:pt>
                <c:pt idx="10729">
                  <c:v>4.0683691102583373</c:v>
                </c:pt>
                <c:pt idx="10730">
                  <c:v>4.062932626498398</c:v>
                </c:pt>
                <c:pt idx="10731">
                  <c:v>4.0623433160580769</c:v>
                </c:pt>
                <c:pt idx="10732">
                  <c:v>4.0649203623847763</c:v>
                </c:pt>
                <c:pt idx="10733">
                  <c:v>4.0665281481188433</c:v>
                </c:pt>
                <c:pt idx="10734">
                  <c:v>4.0688491514024605</c:v>
                </c:pt>
                <c:pt idx="10735">
                  <c:v>4.0684180875895084</c:v>
                </c:pt>
                <c:pt idx="10736">
                  <c:v>4.0695522411678597</c:v>
                </c:pt>
                <c:pt idx="10737">
                  <c:v>4.0645503817699886</c:v>
                </c:pt>
                <c:pt idx="10738">
                  <c:v>4.0604208569054876</c:v>
                </c:pt>
                <c:pt idx="10739">
                  <c:v>4.0582031095462279</c:v>
                </c:pt>
                <c:pt idx="10740">
                  <c:v>4.0581675040550698</c:v>
                </c:pt>
                <c:pt idx="10741">
                  <c:v>4.0567790481465362</c:v>
                </c:pt>
                <c:pt idx="10742">
                  <c:v>4.053164853424061</c:v>
                </c:pt>
                <c:pt idx="10743">
                  <c:v>4.0514024607350558</c:v>
                </c:pt>
                <c:pt idx="10744">
                  <c:v>4.0578677058195201</c:v>
                </c:pt>
                <c:pt idx="10745">
                  <c:v>4.0639185029869047</c:v>
                </c:pt>
                <c:pt idx="10746">
                  <c:v>4.0678855876884121</c:v>
                </c:pt>
                <c:pt idx="10747">
                  <c:v>4.0707595046880565</c:v>
                </c:pt>
                <c:pt idx="10748">
                  <c:v>4.0701790560588673</c:v>
                </c:pt>
                <c:pt idx="10749">
                  <c:v>4.0660190687185978</c:v>
                </c:pt>
                <c:pt idx="10750">
                  <c:v>4.0679200063298655</c:v>
                </c:pt>
                <c:pt idx="10751">
                  <c:v>4.0651914388574593</c:v>
                </c:pt>
                <c:pt idx="10752">
                  <c:v>4.0679995252601175</c:v>
                </c:pt>
                <c:pt idx="10753">
                  <c:v>4.0731829726628952</c:v>
                </c:pt>
                <c:pt idx="10754">
                  <c:v>4.0814946393954976</c:v>
                </c:pt>
                <c:pt idx="10755">
                  <c:v>4.0865047276179922</c:v>
                </c:pt>
                <c:pt idx="10756">
                  <c:v>4.0809929975867387</c:v>
                </c:pt>
                <c:pt idx="10757">
                  <c:v>4.077097756854057</c:v>
                </c:pt>
                <c:pt idx="10758">
                  <c:v>4.0740056177552715</c:v>
                </c:pt>
                <c:pt idx="10759">
                  <c:v>4.0692809273252362</c:v>
                </c:pt>
                <c:pt idx="10760">
                  <c:v>4.0710869960833964</c:v>
                </c:pt>
                <c:pt idx="10761">
                  <c:v>4.0725350318471341</c:v>
                </c:pt>
                <c:pt idx="10762">
                  <c:v>4.0700859279186616</c:v>
                </c:pt>
                <c:pt idx="10763">
                  <c:v>4.0730889741662377</c:v>
                </c:pt>
                <c:pt idx="10764">
                  <c:v>4.0707638564703092</c:v>
                </c:pt>
                <c:pt idx="10765">
                  <c:v>4.0627567353720773</c:v>
                </c:pt>
                <c:pt idx="10766">
                  <c:v>4.063412034656011</c:v>
                </c:pt>
                <c:pt idx="10767">
                  <c:v>4.0675106223048623</c:v>
                </c:pt>
                <c:pt idx="10768">
                  <c:v>4.0710758396961664</c:v>
                </c:pt>
                <c:pt idx="10769">
                  <c:v>4.0673511097044743</c:v>
                </c:pt>
                <c:pt idx="10770">
                  <c:v>4.0720477904814656</c:v>
                </c:pt>
                <c:pt idx="10771">
                  <c:v>4.0729718716619852</c:v>
                </c:pt>
                <c:pt idx="10772">
                  <c:v>4.0659145468212206</c:v>
                </c:pt>
                <c:pt idx="10773">
                  <c:v>4.0670883411797289</c:v>
                </c:pt>
                <c:pt idx="10774">
                  <c:v>4.0666962851604227</c:v>
                </c:pt>
                <c:pt idx="10775">
                  <c:v>4.0636241642599993</c:v>
                </c:pt>
                <c:pt idx="10776">
                  <c:v>4.0665110574830878</c:v>
                </c:pt>
                <c:pt idx="10777">
                  <c:v>4.0695423507536495</c:v>
                </c:pt>
                <c:pt idx="10778">
                  <c:v>4.0708728883965657</c:v>
                </c:pt>
                <c:pt idx="10779">
                  <c:v>4.0712951695216999</c:v>
                </c:pt>
                <c:pt idx="10780">
                  <c:v>4.0671356569213115</c:v>
                </c:pt>
                <c:pt idx="10781">
                  <c:v>4.0576544684891402</c:v>
                </c:pt>
                <c:pt idx="10782">
                  <c:v>4.0526204850259129</c:v>
                </c:pt>
                <c:pt idx="10783">
                  <c:v>4.0542829449697351</c:v>
                </c:pt>
                <c:pt idx="10784">
                  <c:v>4.0589348419511806</c:v>
                </c:pt>
                <c:pt idx="10785">
                  <c:v>4.0646238082050878</c:v>
                </c:pt>
                <c:pt idx="10786">
                  <c:v>4.0668509712386758</c:v>
                </c:pt>
                <c:pt idx="10787">
                  <c:v>4.0582118131107334</c:v>
                </c:pt>
                <c:pt idx="10788">
                  <c:v>4.0551428571428572</c:v>
                </c:pt>
                <c:pt idx="10789">
                  <c:v>4.0561444791707872</c:v>
                </c:pt>
                <c:pt idx="10790">
                  <c:v>4.0496688689322307</c:v>
                </c:pt>
                <c:pt idx="10791">
                  <c:v>4.0438974561854648</c:v>
                </c:pt>
                <c:pt idx="10792">
                  <c:v>4.04642156901531</c:v>
                </c:pt>
                <c:pt idx="10793">
                  <c:v>4.0448799303714837</c:v>
                </c:pt>
                <c:pt idx="10794">
                  <c:v>4.0414226371800455</c:v>
                </c:pt>
                <c:pt idx="10795">
                  <c:v>4.0435499465917637</c:v>
                </c:pt>
                <c:pt idx="10796">
                  <c:v>4.0446486529255843</c:v>
                </c:pt>
                <c:pt idx="10797">
                  <c:v>4.0453068006488113</c:v>
                </c:pt>
                <c:pt idx="10798">
                  <c:v>4.0426924872413661</c:v>
                </c:pt>
                <c:pt idx="10799">
                  <c:v>4.0332692961981245</c:v>
                </c:pt>
                <c:pt idx="10800">
                  <c:v>4.0330720417771095</c:v>
                </c:pt>
                <c:pt idx="10801">
                  <c:v>4.0424282153736595</c:v>
                </c:pt>
                <c:pt idx="10802">
                  <c:v>4.0503668948055545</c:v>
                </c:pt>
                <c:pt idx="10803">
                  <c:v>4.0574625153301422</c:v>
                </c:pt>
                <c:pt idx="10804">
                  <c:v>4.0556498793369462</c:v>
                </c:pt>
                <c:pt idx="10805">
                  <c:v>4.0454846698579736</c:v>
                </c:pt>
                <c:pt idx="10806">
                  <c:v>4.0504510028880008</c:v>
                </c:pt>
                <c:pt idx="10807">
                  <c:v>4.0610810618348694</c:v>
                </c:pt>
                <c:pt idx="10808">
                  <c:v>4.0669884875578592</c:v>
                </c:pt>
                <c:pt idx="10809">
                  <c:v>4.0704120742176686</c:v>
                </c:pt>
                <c:pt idx="10810">
                  <c:v>4.073259326660601</c:v>
                </c:pt>
                <c:pt idx="10811">
                  <c:v>4.0721992325038574</c:v>
                </c:pt>
                <c:pt idx="10812">
                  <c:v>4.072691854254856</c:v>
                </c:pt>
                <c:pt idx="10813">
                  <c:v>4.0774973295881631</c:v>
                </c:pt>
                <c:pt idx="10814">
                  <c:v>4.0758403291529852</c:v>
                </c:pt>
                <c:pt idx="10815">
                  <c:v>4.0764366024449101</c:v>
                </c:pt>
                <c:pt idx="10816">
                  <c:v>4.0790816156980654</c:v>
                </c:pt>
                <c:pt idx="10817">
                  <c:v>4.0824551964236262</c:v>
                </c:pt>
                <c:pt idx="10818">
                  <c:v>4.0827867231079642</c:v>
                </c:pt>
                <c:pt idx="10819">
                  <c:v>4.0768116469517741</c:v>
                </c:pt>
                <c:pt idx="10820">
                  <c:v>4.0750974403608025</c:v>
                </c:pt>
                <c:pt idx="10821">
                  <c:v>4.0770654745420742</c:v>
                </c:pt>
                <c:pt idx="10822">
                  <c:v>4.0746958104205406</c:v>
                </c:pt>
                <c:pt idx="10823">
                  <c:v>4.0703896823198953</c:v>
                </c:pt>
                <c:pt idx="10824">
                  <c:v>4.0745037781382285</c:v>
                </c:pt>
                <c:pt idx="10825">
                  <c:v>4.0751044823357203</c:v>
                </c:pt>
                <c:pt idx="10826">
                  <c:v>4.0753657475175062</c:v>
                </c:pt>
                <c:pt idx="10827">
                  <c:v>4.0836285951655658</c:v>
                </c:pt>
                <c:pt idx="10828">
                  <c:v>4.0892661312655774</c:v>
                </c:pt>
                <c:pt idx="10829">
                  <c:v>4.0866629742453613</c:v>
                </c:pt>
                <c:pt idx="10830">
                  <c:v>4.0795315899829889</c:v>
                </c:pt>
                <c:pt idx="10831">
                  <c:v>4.0727329192546584</c:v>
                </c:pt>
                <c:pt idx="10832">
                  <c:v>4.0725301262016851</c:v>
                </c:pt>
                <c:pt idx="10833">
                  <c:v>4.0846746053724727</c:v>
                </c:pt>
                <c:pt idx="10834">
                  <c:v>4.0925465838509316</c:v>
                </c:pt>
                <c:pt idx="10835">
                  <c:v>4.0865474542073823</c:v>
                </c:pt>
                <c:pt idx="10836">
                  <c:v>4.079325869367409</c:v>
                </c:pt>
                <c:pt idx="10837">
                  <c:v>4.065621474067334</c:v>
                </c:pt>
                <c:pt idx="10838">
                  <c:v>4.0584025002967126</c:v>
                </c:pt>
                <c:pt idx="10839">
                  <c:v>4.062406931202279</c:v>
                </c:pt>
                <c:pt idx="10840">
                  <c:v>4.0628622067492186</c:v>
                </c:pt>
                <c:pt idx="10841">
                  <c:v>4.051085650987063</c:v>
                </c:pt>
                <c:pt idx="10842">
                  <c:v>4.048427503263837</c:v>
                </c:pt>
                <c:pt idx="10843">
                  <c:v>4.0539808521580882</c:v>
                </c:pt>
                <c:pt idx="10844">
                  <c:v>4.0572234837995014</c:v>
                </c:pt>
                <c:pt idx="10845">
                  <c:v>4.0589573920955813</c:v>
                </c:pt>
                <c:pt idx="10846">
                  <c:v>4.0502286663765474</c:v>
                </c:pt>
                <c:pt idx="10847">
                  <c:v>4.0437485461091107</c:v>
                </c:pt>
                <c:pt idx="10848">
                  <c:v>4.0449608735213829</c:v>
                </c:pt>
                <c:pt idx="10849">
                  <c:v>4.0481085571863753</c:v>
                </c:pt>
                <c:pt idx="10850">
                  <c:v>4.0514957471218898</c:v>
                </c:pt>
                <c:pt idx="10851">
                  <c:v>4.0506765834553153</c:v>
                </c:pt>
                <c:pt idx="10852">
                  <c:v>4.0482264509237647</c:v>
                </c:pt>
                <c:pt idx="10853">
                  <c:v>4.0519128061083194</c:v>
                </c:pt>
                <c:pt idx="10854">
                  <c:v>4.055793329904656</c:v>
                </c:pt>
                <c:pt idx="10855">
                  <c:v>4.0582286663765474</c:v>
                </c:pt>
                <c:pt idx="10856">
                  <c:v>4.0610444277406339</c:v>
                </c:pt>
                <c:pt idx="10857">
                  <c:v>4.0598597934881511</c:v>
                </c:pt>
                <c:pt idx="10858">
                  <c:v>4.0598889108675875</c:v>
                </c:pt>
                <c:pt idx="10859">
                  <c:v>4.0551097835977368</c:v>
                </c:pt>
                <c:pt idx="10860">
                  <c:v>4.0519598844799622</c:v>
                </c:pt>
                <c:pt idx="10861">
                  <c:v>4.0528968627606128</c:v>
                </c:pt>
                <c:pt idx="10862">
                  <c:v>4.0515950468805633</c:v>
                </c:pt>
                <c:pt idx="10863">
                  <c:v>4.0535289789136373</c:v>
                </c:pt>
                <c:pt idx="10864">
                  <c:v>4.0504043201329267</c:v>
                </c:pt>
                <c:pt idx="10865">
                  <c:v>4.0535664833643237</c:v>
                </c:pt>
                <c:pt idx="10866">
                  <c:v>4.053953633738181</c:v>
                </c:pt>
                <c:pt idx="10867">
                  <c:v>4.0571471298017965</c:v>
                </c:pt>
                <c:pt idx="10868">
                  <c:v>4.065467262728963</c:v>
                </c:pt>
                <c:pt idx="10869">
                  <c:v>4.0663454523875462</c:v>
                </c:pt>
                <c:pt idx="10870">
                  <c:v>4.0706919333781695</c:v>
                </c:pt>
                <c:pt idx="10871">
                  <c:v>4.0764513985045694</c:v>
                </c:pt>
                <c:pt idx="10872">
                  <c:v>4.070729912568738</c:v>
                </c:pt>
                <c:pt idx="10873">
                  <c:v>4.0653387664675398</c:v>
                </c:pt>
                <c:pt idx="10874">
                  <c:v>4.0661849903073941</c:v>
                </c:pt>
                <c:pt idx="10875">
                  <c:v>4.0711581279423985</c:v>
                </c:pt>
                <c:pt idx="10876">
                  <c:v>4.0761896585829014</c:v>
                </c:pt>
                <c:pt idx="10877">
                  <c:v>4.0714047553111525</c:v>
                </c:pt>
                <c:pt idx="10878">
                  <c:v>4.0685408078490326</c:v>
                </c:pt>
                <c:pt idx="10879">
                  <c:v>4.0715531115243104</c:v>
                </c:pt>
                <c:pt idx="10880">
                  <c:v>4.0718615342010525</c:v>
                </c:pt>
                <c:pt idx="10881">
                  <c:v>4.0646136804209361</c:v>
                </c:pt>
                <c:pt idx="10882">
                  <c:v>4.0653213593385287</c:v>
                </c:pt>
                <c:pt idx="10883">
                  <c:v>4.0627678126359932</c:v>
                </c:pt>
                <c:pt idx="10884">
                  <c:v>4.0550215611029792</c:v>
                </c:pt>
                <c:pt idx="10885">
                  <c:v>4.0493066424021835</c:v>
                </c:pt>
                <c:pt idx="10886">
                  <c:v>4.0511578114491433</c:v>
                </c:pt>
                <c:pt idx="10887">
                  <c:v>4.0545779166831508</c:v>
                </c:pt>
                <c:pt idx="10888">
                  <c:v>4.0534358507734307</c:v>
                </c:pt>
                <c:pt idx="10889">
                  <c:v>4.0547640147169366</c:v>
                </c:pt>
                <c:pt idx="10890">
                  <c:v>4.0654898919966769</c:v>
                </c:pt>
                <c:pt idx="10891">
                  <c:v>4.0714743047038811</c:v>
                </c:pt>
                <c:pt idx="10892">
                  <c:v>4.0783031214147245</c:v>
                </c:pt>
                <c:pt idx="10893">
                  <c:v>4.0817438778336035</c:v>
                </c:pt>
                <c:pt idx="10894">
                  <c:v>4.0778768841239073</c:v>
                </c:pt>
                <c:pt idx="10895">
                  <c:v>4.0776437077184795</c:v>
                </c:pt>
                <c:pt idx="10896">
                  <c:v>4.0739651857419785</c:v>
                </c:pt>
                <c:pt idx="10897">
                  <c:v>4.065561023855679</c:v>
                </c:pt>
                <c:pt idx="10898">
                  <c:v>4.0683774182062749</c:v>
                </c:pt>
                <c:pt idx="10899">
                  <c:v>4.0717893737389721</c:v>
                </c:pt>
                <c:pt idx="10900">
                  <c:v>4.0680301459825134</c:v>
                </c:pt>
                <c:pt idx="10901">
                  <c:v>4.069098231593939</c:v>
                </c:pt>
                <c:pt idx="10902">
                  <c:v>4.0723561340348935</c:v>
                </c:pt>
                <c:pt idx="10903">
                  <c:v>4.0687426514222418</c:v>
                </c:pt>
                <c:pt idx="10904">
                  <c:v>4.0642512165209483</c:v>
                </c:pt>
                <c:pt idx="10905">
                  <c:v>4.063615144202239</c:v>
                </c:pt>
                <c:pt idx="10906">
                  <c:v>4.063369861929818</c:v>
                </c:pt>
                <c:pt idx="10907">
                  <c:v>4.0588882383194207</c:v>
                </c:pt>
                <c:pt idx="10908">
                  <c:v>4.0549794675000985</c:v>
                </c:pt>
                <c:pt idx="10909">
                  <c:v>4.0584973691498201</c:v>
                </c:pt>
                <c:pt idx="10910">
                  <c:v>4.0598772797404754</c:v>
                </c:pt>
                <c:pt idx="10911">
                  <c:v>4.0616916564465724</c:v>
                </c:pt>
                <c:pt idx="10912">
                  <c:v>4.0606767417019425</c:v>
                </c:pt>
                <c:pt idx="10913">
                  <c:v>4.0625214226371797</c:v>
                </c:pt>
                <c:pt idx="10914">
                  <c:v>4.0630739407366381</c:v>
                </c:pt>
                <c:pt idx="10915">
                  <c:v>4.0628558768841243</c:v>
                </c:pt>
                <c:pt idx="10916">
                  <c:v>4.0651588400522218</c:v>
                </c:pt>
                <c:pt idx="10917">
                  <c:v>4.0657441943268582</c:v>
                </c:pt>
                <c:pt idx="10918">
                  <c:v>4.0641850694307076</c:v>
                </c:pt>
                <c:pt idx="10919">
                  <c:v>4.0597404755311155</c:v>
                </c:pt>
                <c:pt idx="10920">
                  <c:v>4.0604166633698622</c:v>
                </c:pt>
                <c:pt idx="10921">
                  <c:v>4.0575683032005383</c:v>
                </c:pt>
                <c:pt idx="10922">
                  <c:v>4.0538007674961429</c:v>
                </c:pt>
                <c:pt idx="10923">
                  <c:v>4.0604499742849232</c:v>
                </c:pt>
                <c:pt idx="10924">
                  <c:v>4.0583975155279504</c:v>
                </c:pt>
                <c:pt idx="10925">
                  <c:v>4.0572613838667566</c:v>
                </c:pt>
                <c:pt idx="10926">
                  <c:v>4.0599018079677176</c:v>
                </c:pt>
                <c:pt idx="10927">
                  <c:v>4.0629027970091389</c:v>
                </c:pt>
                <c:pt idx="10928">
                  <c:v>4.0652798195988451</c:v>
                </c:pt>
                <c:pt idx="10929">
                  <c:v>4.0575471772757847</c:v>
                </c:pt>
                <c:pt idx="10930">
                  <c:v>4.0511032163627014</c:v>
                </c:pt>
                <c:pt idx="10931">
                  <c:v>4.0598014796059658</c:v>
                </c:pt>
                <c:pt idx="10932">
                  <c:v>4.0675302448866555</c:v>
                </c:pt>
                <c:pt idx="10933">
                  <c:v>4.0674975669581039</c:v>
                </c:pt>
                <c:pt idx="10934">
                  <c:v>4.0646789571547259</c:v>
                </c:pt>
                <c:pt idx="10935">
                  <c:v>4.0630699845709541</c:v>
                </c:pt>
                <c:pt idx="10936">
                  <c:v>4.0641305534675789</c:v>
                </c:pt>
                <c:pt idx="10937">
                  <c:v>4.0645692922419592</c:v>
                </c:pt>
                <c:pt idx="10938">
                  <c:v>4.0601395735253396</c:v>
                </c:pt>
                <c:pt idx="10939">
                  <c:v>4.0636728250979148</c:v>
                </c:pt>
                <c:pt idx="10940">
                  <c:v>4.0751935751869288</c:v>
                </c:pt>
                <c:pt idx="10941">
                  <c:v>4.0809099181073707</c:v>
                </c:pt>
                <c:pt idx="10942">
                  <c:v>4.0770798749851647</c:v>
                </c:pt>
                <c:pt idx="10943">
                  <c:v>4.0735244688847567</c:v>
                </c:pt>
                <c:pt idx="10944">
                  <c:v>4.0774585591644579</c:v>
                </c:pt>
                <c:pt idx="10945">
                  <c:v>4.0826205641492264</c:v>
                </c:pt>
                <c:pt idx="10946">
                  <c:v>4.086973928868141</c:v>
                </c:pt>
                <c:pt idx="10947">
                  <c:v>4.0829940261898168</c:v>
                </c:pt>
                <c:pt idx="10948">
                  <c:v>4.0748091941290498</c:v>
                </c:pt>
                <c:pt idx="10949">
                  <c:v>4.06756426791154</c:v>
                </c:pt>
                <c:pt idx="10950">
                  <c:v>4.0636204454642559</c:v>
                </c:pt>
                <c:pt idx="10951">
                  <c:v>4.0653874273054553</c:v>
                </c:pt>
                <c:pt idx="10952">
                  <c:v>4.0667189935514498</c:v>
                </c:pt>
                <c:pt idx="10953">
                  <c:v>4.0623832733314869</c:v>
                </c:pt>
                <c:pt idx="10954">
                  <c:v>4.0624756102385566</c:v>
                </c:pt>
                <c:pt idx="10955">
                  <c:v>4.0618068599912966</c:v>
                </c:pt>
                <c:pt idx="10956">
                  <c:v>4.0662393480238954</c:v>
                </c:pt>
                <c:pt idx="10957">
                  <c:v>4.0733397159473039</c:v>
                </c:pt>
                <c:pt idx="10958">
                  <c:v>4.0777468845195237</c:v>
                </c:pt>
                <c:pt idx="10959">
                  <c:v>4.0730259128852317</c:v>
                </c:pt>
                <c:pt idx="10960">
                  <c:v>4.0662278751434107</c:v>
                </c:pt>
                <c:pt idx="10961">
                  <c:v>4.066580448629189</c:v>
                </c:pt>
                <c:pt idx="10962">
                  <c:v>4.0680704988724932</c:v>
                </c:pt>
                <c:pt idx="10963">
                  <c:v>4.0653011828935393</c:v>
                </c:pt>
                <c:pt idx="10964">
                  <c:v>4.059939312418404</c:v>
                </c:pt>
                <c:pt idx="10965">
                  <c:v>4.0637716501167072</c:v>
                </c:pt>
                <c:pt idx="10966">
                  <c:v>4.0687262728963089</c:v>
                </c:pt>
                <c:pt idx="10967">
                  <c:v>4.0689943426830713</c:v>
                </c:pt>
                <c:pt idx="10968">
                  <c:v>4.0640665427068088</c:v>
                </c:pt>
                <c:pt idx="10969">
                  <c:v>4.0604758476084974</c:v>
                </c:pt>
                <c:pt idx="10970">
                  <c:v>4.0590182379238042</c:v>
                </c:pt>
                <c:pt idx="10971">
                  <c:v>4.0589099972306837</c:v>
                </c:pt>
                <c:pt idx="10972">
                  <c:v>4.0532740435969457</c:v>
                </c:pt>
                <c:pt idx="10973">
                  <c:v>4.0484911184080392</c:v>
                </c:pt>
                <c:pt idx="10974">
                  <c:v>4.048830082683863</c:v>
                </c:pt>
                <c:pt idx="10975">
                  <c:v>4.0437801954345849</c:v>
                </c:pt>
                <c:pt idx="10976">
                  <c:v>4.040913162163231</c:v>
                </c:pt>
                <c:pt idx="10977">
                  <c:v>4.042599121731218</c:v>
                </c:pt>
                <c:pt idx="10978">
                  <c:v>4.0489388772401789</c:v>
                </c:pt>
                <c:pt idx="10979">
                  <c:v>4.0571621632313963</c:v>
                </c:pt>
                <c:pt idx="10980">
                  <c:v>4.0662653004707838</c:v>
                </c:pt>
                <c:pt idx="10981">
                  <c:v>4.0677606519761049</c:v>
                </c:pt>
                <c:pt idx="10982">
                  <c:v>4.0653424852632831</c:v>
                </c:pt>
                <c:pt idx="10983">
                  <c:v>4.0582242354709814</c:v>
                </c:pt>
                <c:pt idx="10984">
                  <c:v>4.0554284923052579</c:v>
                </c:pt>
                <c:pt idx="10985">
                  <c:v>4.0566810143608816</c:v>
                </c:pt>
                <c:pt idx="10986">
                  <c:v>4.0583543933219923</c:v>
                </c:pt>
                <c:pt idx="10987">
                  <c:v>4.0635603117458556</c:v>
                </c:pt>
                <c:pt idx="10988">
                  <c:v>4.0699336946631322</c:v>
                </c:pt>
                <c:pt idx="10989">
                  <c:v>4.0729214701111687</c:v>
                </c:pt>
                <c:pt idx="10990">
                  <c:v>4.0746393954978837</c:v>
                </c:pt>
                <c:pt idx="10991">
                  <c:v>4.0753968429797842</c:v>
                </c:pt>
                <c:pt idx="10992">
                  <c:v>4.0742092020413816</c:v>
                </c:pt>
                <c:pt idx="10993">
                  <c:v>4.0721392570320845</c:v>
                </c:pt>
                <c:pt idx="10994">
                  <c:v>4.071506745262492</c:v>
                </c:pt>
                <c:pt idx="10995">
                  <c:v>4.0706229378486372</c:v>
                </c:pt>
                <c:pt idx="10996">
                  <c:v>4.0642496340546739</c:v>
                </c:pt>
                <c:pt idx="10997">
                  <c:v>4.058651501364877</c:v>
                </c:pt>
                <c:pt idx="10998">
                  <c:v>4.0563735411639037</c:v>
                </c:pt>
                <c:pt idx="10999">
                  <c:v>4.0581327689203626</c:v>
                </c:pt>
                <c:pt idx="11000">
                  <c:v>4.0540338647782566</c:v>
                </c:pt>
                <c:pt idx="11001">
                  <c:v>4.0526408197175297</c:v>
                </c:pt>
                <c:pt idx="11002">
                  <c:v>4.0569794675000992</c:v>
                </c:pt>
                <c:pt idx="11003">
                  <c:v>4.0643528899790322</c:v>
                </c:pt>
                <c:pt idx="11004">
                  <c:v>4.0653501602247104</c:v>
                </c:pt>
                <c:pt idx="11005">
                  <c:v>4.0552489615065079</c:v>
                </c:pt>
                <c:pt idx="11006">
                  <c:v>4.0524231514815838</c:v>
                </c:pt>
                <c:pt idx="11007">
                  <c:v>4.0577251256082603</c:v>
                </c:pt>
                <c:pt idx="11008">
                  <c:v>4.0522948925901021</c:v>
                </c:pt>
                <c:pt idx="11009">
                  <c:v>4.0365687383787634</c:v>
                </c:pt>
                <c:pt idx="11010">
                  <c:v>4.0317358863789217</c:v>
                </c:pt>
                <c:pt idx="11011">
                  <c:v>4.0394985955611817</c:v>
                </c:pt>
                <c:pt idx="11012">
                  <c:v>4.0483575582545397</c:v>
                </c:pt>
                <c:pt idx="11013">
                  <c:v>4.0504881117221192</c:v>
                </c:pt>
                <c:pt idx="11014">
                  <c:v>4.0527235827036439</c:v>
                </c:pt>
                <c:pt idx="11015">
                  <c:v>4.0566511057483083</c:v>
                </c:pt>
                <c:pt idx="11016">
                  <c:v>4.0551619258614551</c:v>
                </c:pt>
                <c:pt idx="11017">
                  <c:v>4.051012382798592</c:v>
                </c:pt>
                <c:pt idx="11018">
                  <c:v>4.0524497369149817</c:v>
                </c:pt>
                <c:pt idx="11019">
                  <c:v>4.0564827313367884</c:v>
                </c:pt>
                <c:pt idx="11020">
                  <c:v>4.0613246033943904</c:v>
                </c:pt>
                <c:pt idx="11021">
                  <c:v>4.0682486054515961</c:v>
                </c:pt>
                <c:pt idx="11022">
                  <c:v>4.0738374015903789</c:v>
                </c:pt>
                <c:pt idx="11023">
                  <c:v>4.0747700280887766</c:v>
                </c:pt>
                <c:pt idx="11024">
                  <c:v>4.0723670530521821</c:v>
                </c:pt>
                <c:pt idx="11025">
                  <c:v>4.0680057760018986</c:v>
                </c:pt>
                <c:pt idx="11026">
                  <c:v>4.0677663488546898</c:v>
                </c:pt>
                <c:pt idx="11027">
                  <c:v>4.063730664240218</c:v>
                </c:pt>
                <c:pt idx="11028">
                  <c:v>4.0540692328994741</c:v>
                </c:pt>
                <c:pt idx="11029">
                  <c:v>4.0533012620168529</c:v>
                </c:pt>
                <c:pt idx="11030">
                  <c:v>4.0539244372354313</c:v>
                </c:pt>
                <c:pt idx="11031">
                  <c:v>4.0493627408315858</c:v>
                </c:pt>
                <c:pt idx="11032">
                  <c:v>4.0546202476559721</c:v>
                </c:pt>
                <c:pt idx="11033">
                  <c:v>4.0738418324959449</c:v>
                </c:pt>
                <c:pt idx="11034">
                  <c:v>4.079499149424378</c:v>
                </c:pt>
                <c:pt idx="11035">
                  <c:v>4.0758756972742018</c:v>
                </c:pt>
                <c:pt idx="11036">
                  <c:v>4.0711328084820195</c:v>
                </c:pt>
                <c:pt idx="11037">
                  <c:v>4.0642064327254026</c:v>
                </c:pt>
                <c:pt idx="11038">
                  <c:v>4.0549998021917162</c:v>
                </c:pt>
                <c:pt idx="11039">
                  <c:v>4.0544207777821732</c:v>
                </c:pt>
                <c:pt idx="11040">
                  <c:v>4.0562554100565729</c:v>
                </c:pt>
                <c:pt idx="11041">
                  <c:v>4.0536103968034185</c:v>
                </c:pt>
                <c:pt idx="11042">
                  <c:v>4.0533104403212405</c:v>
                </c:pt>
                <c:pt idx="11043">
                  <c:v>4.0556494045970641</c:v>
                </c:pt>
                <c:pt idx="11044">
                  <c:v>4.0583994144874787</c:v>
                </c:pt>
                <c:pt idx="11045">
                  <c:v>4.0566061637061361</c:v>
                </c:pt>
                <c:pt idx="11046">
                  <c:v>4.0653172449262174</c:v>
                </c:pt>
                <c:pt idx="11047">
                  <c:v>4.0710823278078889</c:v>
                </c:pt>
                <c:pt idx="11048">
                  <c:v>4.0621643391225222</c:v>
                </c:pt>
                <c:pt idx="11049">
                  <c:v>4.0634424971317795</c:v>
                </c:pt>
                <c:pt idx="11050">
                  <c:v>4.0667105273568858</c:v>
                </c:pt>
                <c:pt idx="11051">
                  <c:v>4.0607930529730583</c:v>
                </c:pt>
                <c:pt idx="11052">
                  <c:v>4.0550511532222968</c:v>
                </c:pt>
                <c:pt idx="11053">
                  <c:v>4.0551597895319853</c:v>
                </c:pt>
                <c:pt idx="11054">
                  <c:v>4.0602701269929184</c:v>
                </c:pt>
                <c:pt idx="11055">
                  <c:v>4.0582001028603081</c:v>
                </c:pt>
                <c:pt idx="11056">
                  <c:v>4.0572651026624991</c:v>
                </c:pt>
                <c:pt idx="11057">
                  <c:v>4.0587837955453576</c:v>
                </c:pt>
                <c:pt idx="11058">
                  <c:v>4.0539548205878866</c:v>
                </c:pt>
                <c:pt idx="11059">
                  <c:v>4.0616769395102263</c:v>
                </c:pt>
                <c:pt idx="11060">
                  <c:v>4.0669531194366417</c:v>
                </c:pt>
                <c:pt idx="11061">
                  <c:v>4.071985757803537</c:v>
                </c:pt>
                <c:pt idx="11062">
                  <c:v>4.077969221030977</c:v>
                </c:pt>
                <c:pt idx="11063">
                  <c:v>4.0746339359892394</c:v>
                </c:pt>
                <c:pt idx="11064">
                  <c:v>4.0648682992443721</c:v>
                </c:pt>
                <c:pt idx="11065">
                  <c:v>4.0570418166712825</c:v>
                </c:pt>
                <c:pt idx="11066">
                  <c:v>4.0514659967559439</c:v>
                </c:pt>
                <c:pt idx="11067">
                  <c:v>4.0513480238952404</c:v>
                </c:pt>
                <c:pt idx="11068">
                  <c:v>4.0574721683744119</c:v>
                </c:pt>
                <c:pt idx="11069">
                  <c:v>4.0661251730822485</c:v>
                </c:pt>
                <c:pt idx="11070">
                  <c:v>4.0662397436404634</c:v>
                </c:pt>
                <c:pt idx="11071">
                  <c:v>4.0558267990663452</c:v>
                </c:pt>
                <c:pt idx="11072">
                  <c:v>4.0507461328480439</c:v>
                </c:pt>
                <c:pt idx="11073">
                  <c:v>4.0566884519523674</c:v>
                </c:pt>
                <c:pt idx="11074">
                  <c:v>4.0571824979230131</c:v>
                </c:pt>
                <c:pt idx="11075">
                  <c:v>4.0562929936305734</c:v>
                </c:pt>
                <c:pt idx="11076">
                  <c:v>4.0590274953515051</c:v>
                </c:pt>
                <c:pt idx="11077">
                  <c:v>4.0650695098310718</c:v>
                </c:pt>
                <c:pt idx="11078">
                  <c:v>4.0705410452189739</c:v>
                </c:pt>
                <c:pt idx="11079">
                  <c:v>4.0676846144716539</c:v>
                </c:pt>
                <c:pt idx="11080">
                  <c:v>4.0594640977964156</c:v>
                </c:pt>
                <c:pt idx="11081">
                  <c:v>4.058538671519563</c:v>
                </c:pt>
                <c:pt idx="11082">
                  <c:v>4.0617768722554102</c:v>
                </c:pt>
                <c:pt idx="11083">
                  <c:v>4.0709848478854296</c:v>
                </c:pt>
                <c:pt idx="11084">
                  <c:v>4.0810673735016021</c:v>
                </c:pt>
                <c:pt idx="11085">
                  <c:v>4.0827376666534798</c:v>
                </c:pt>
                <c:pt idx="11086">
                  <c:v>4.075029236064406</c:v>
                </c:pt>
                <c:pt idx="11087">
                  <c:v>4.0697474383827199</c:v>
                </c:pt>
                <c:pt idx="11088">
                  <c:v>4.0666726272896305</c:v>
                </c:pt>
                <c:pt idx="11089">
                  <c:v>4.0692844087510389</c:v>
                </c:pt>
                <c:pt idx="11090">
                  <c:v>4.072484313803062</c:v>
                </c:pt>
                <c:pt idx="11091">
                  <c:v>4.0703703762313568</c:v>
                </c:pt>
                <c:pt idx="11092">
                  <c:v>4.0684760849784389</c:v>
                </c:pt>
                <c:pt idx="11093">
                  <c:v>4.0672191320172493</c:v>
                </c:pt>
                <c:pt idx="11094">
                  <c:v>4.0642894330814574</c:v>
                </c:pt>
                <c:pt idx="11095">
                  <c:v>4.0693930450607274</c:v>
                </c:pt>
                <c:pt idx="11096">
                  <c:v>4.0761550816948215</c:v>
                </c:pt>
                <c:pt idx="11097">
                  <c:v>4.0804921470111166</c:v>
                </c:pt>
                <c:pt idx="11098">
                  <c:v>4.0791834474027775</c:v>
                </c:pt>
                <c:pt idx="11099">
                  <c:v>4.0640147960596593</c:v>
                </c:pt>
                <c:pt idx="11100">
                  <c:v>4.0556422043755189</c:v>
                </c:pt>
                <c:pt idx="11101">
                  <c:v>4.0588675871345492</c:v>
                </c:pt>
                <c:pt idx="11102">
                  <c:v>4.0619106697788503</c:v>
                </c:pt>
                <c:pt idx="11103">
                  <c:v>4.0637925386715192</c:v>
                </c:pt>
                <c:pt idx="11104">
                  <c:v>4.0655122838944493</c:v>
                </c:pt>
                <c:pt idx="11105">
                  <c:v>4.0700510345373262</c:v>
                </c:pt>
                <c:pt idx="11106">
                  <c:v>4.074018277485461</c:v>
                </c:pt>
                <c:pt idx="11107">
                  <c:v>4.0762094394113229</c:v>
                </c:pt>
                <c:pt idx="11108">
                  <c:v>4.0702934683704557</c:v>
                </c:pt>
                <c:pt idx="11109">
                  <c:v>4.0619299758673897</c:v>
                </c:pt>
                <c:pt idx="11110">
                  <c:v>4.0664836016932391</c:v>
                </c:pt>
                <c:pt idx="11111">
                  <c:v>4.0701530244886657</c:v>
                </c:pt>
                <c:pt idx="11112">
                  <c:v>4.0652101119594892</c:v>
                </c:pt>
                <c:pt idx="11113">
                  <c:v>4.0614123511492659</c:v>
                </c:pt>
                <c:pt idx="11114">
                  <c:v>4.0612783162558852</c:v>
                </c:pt>
                <c:pt idx="11115">
                  <c:v>4.0628442457570122</c:v>
                </c:pt>
                <c:pt idx="11116">
                  <c:v>4.0653564109664915</c:v>
                </c:pt>
                <c:pt idx="11117">
                  <c:v>4.0677613640859276</c:v>
                </c:pt>
                <c:pt idx="11118">
                  <c:v>4.0730477509198089</c:v>
                </c:pt>
                <c:pt idx="11119">
                  <c:v>4.0732253827590297</c:v>
                </c:pt>
                <c:pt idx="11120">
                  <c:v>4.071927127428097</c:v>
                </c:pt>
                <c:pt idx="11121">
                  <c:v>4.0693826007833209</c:v>
                </c:pt>
                <c:pt idx="11122">
                  <c:v>4.0705107409898327</c:v>
                </c:pt>
                <c:pt idx="11123">
                  <c:v>4.0695700439134388</c:v>
                </c:pt>
                <c:pt idx="11124">
                  <c:v>4.067606519761048</c:v>
                </c:pt>
                <c:pt idx="11125">
                  <c:v>4.0652522846856822</c:v>
                </c:pt>
                <c:pt idx="11126">
                  <c:v>4.0603842228112512</c:v>
                </c:pt>
                <c:pt idx="11127">
                  <c:v>4.0567595838113704</c:v>
                </c:pt>
                <c:pt idx="11128">
                  <c:v>4.0530645250623092</c:v>
                </c:pt>
                <c:pt idx="11129">
                  <c:v>4.052799145468212</c:v>
                </c:pt>
                <c:pt idx="11130">
                  <c:v>4.0546630533686754</c:v>
                </c:pt>
                <c:pt idx="11131">
                  <c:v>4.059573604462555</c:v>
                </c:pt>
                <c:pt idx="11132">
                  <c:v>4.0614470071606599</c:v>
                </c:pt>
                <c:pt idx="11133">
                  <c:v>4.0614674209755908</c:v>
                </c:pt>
                <c:pt idx="11134">
                  <c:v>4.0552724611306719</c:v>
                </c:pt>
                <c:pt idx="11135">
                  <c:v>4.0464569371365275</c:v>
                </c:pt>
                <c:pt idx="11136">
                  <c:v>4.0491509277208531</c:v>
                </c:pt>
                <c:pt idx="11137">
                  <c:v>4.0624938877240178</c:v>
                </c:pt>
                <c:pt idx="11138">
                  <c:v>4.0685481663172052</c:v>
                </c:pt>
                <c:pt idx="11139">
                  <c:v>4.068946710448234</c:v>
                </c:pt>
                <c:pt idx="11140">
                  <c:v>4.0683419709617441</c:v>
                </c:pt>
                <c:pt idx="11141">
                  <c:v>4.0666251533014206</c:v>
                </c:pt>
                <c:pt idx="11142">
                  <c:v>4.0598920758001347</c:v>
                </c:pt>
                <c:pt idx="11143">
                  <c:v>4.0520693911461017</c:v>
                </c:pt>
                <c:pt idx="11144">
                  <c:v>4.0526653479447718</c:v>
                </c:pt>
                <c:pt idx="11145">
                  <c:v>4.0528539779245953</c:v>
                </c:pt>
                <c:pt idx="11146">
                  <c:v>4.0509673616331048</c:v>
                </c:pt>
                <c:pt idx="11147">
                  <c:v>4.0527001622027932</c:v>
                </c:pt>
                <c:pt idx="11148">
                  <c:v>4.0549528820667007</c:v>
                </c:pt>
                <c:pt idx="11149">
                  <c:v>4.0498591605016419</c:v>
                </c:pt>
                <c:pt idx="11150">
                  <c:v>4.0454098192032282</c:v>
                </c:pt>
                <c:pt idx="11151">
                  <c:v>4.0424138149305691</c:v>
                </c:pt>
                <c:pt idx="11152">
                  <c:v>4.0397129406179531</c:v>
                </c:pt>
                <c:pt idx="11153">
                  <c:v>4.0358310717252834</c:v>
                </c:pt>
                <c:pt idx="11154">
                  <c:v>4.0310650789255051</c:v>
                </c:pt>
                <c:pt idx="11155">
                  <c:v>4.0276228191636667</c:v>
                </c:pt>
                <c:pt idx="11156">
                  <c:v>4.0391478419116194</c:v>
                </c:pt>
                <c:pt idx="11157">
                  <c:v>4.0530993393203305</c:v>
                </c:pt>
                <c:pt idx="11158">
                  <c:v>4.0590055781936147</c:v>
                </c:pt>
                <c:pt idx="11159">
                  <c:v>4.0624020255568301</c:v>
                </c:pt>
                <c:pt idx="11160">
                  <c:v>4.0641454286505523</c:v>
                </c:pt>
                <c:pt idx="11161">
                  <c:v>4.0617744194326857</c:v>
                </c:pt>
                <c:pt idx="11162">
                  <c:v>4.0598623254341888</c:v>
                </c:pt>
                <c:pt idx="11163">
                  <c:v>4.0648913241286548</c:v>
                </c:pt>
                <c:pt idx="11164">
                  <c:v>4.0697492582189341</c:v>
                </c:pt>
                <c:pt idx="11165">
                  <c:v>4.0679107489021638</c:v>
                </c:pt>
                <c:pt idx="11166">
                  <c:v>4.0663395972623331</c:v>
                </c:pt>
                <c:pt idx="11167">
                  <c:v>4.069428413181944</c:v>
                </c:pt>
                <c:pt idx="11168">
                  <c:v>4.0709202832614633</c:v>
                </c:pt>
                <c:pt idx="11169">
                  <c:v>4.0636424417454604</c:v>
                </c:pt>
                <c:pt idx="11170">
                  <c:v>4.0531013174031729</c:v>
                </c:pt>
                <c:pt idx="11171">
                  <c:v>4.0465192071843967</c:v>
                </c:pt>
                <c:pt idx="11172">
                  <c:v>4.044254381453495</c:v>
                </c:pt>
                <c:pt idx="11173">
                  <c:v>4.0472836175179019</c:v>
                </c:pt>
                <c:pt idx="11174">
                  <c:v>4.0466172409700523</c:v>
                </c:pt>
                <c:pt idx="11175">
                  <c:v>4.0485324207777822</c:v>
                </c:pt>
                <c:pt idx="11176">
                  <c:v>4.0569440202555684</c:v>
                </c:pt>
                <c:pt idx="11177">
                  <c:v>4.0579031530640499</c:v>
                </c:pt>
                <c:pt idx="11178">
                  <c:v>4.0545207896506703</c:v>
                </c:pt>
                <c:pt idx="11179">
                  <c:v>4.0499440598172249</c:v>
                </c:pt>
                <c:pt idx="11180">
                  <c:v>4.0463013015785103</c:v>
                </c:pt>
                <c:pt idx="11181">
                  <c:v>4.0436858013213595</c:v>
                </c:pt>
                <c:pt idx="11182">
                  <c:v>4.0406360723187085</c:v>
                </c:pt>
                <c:pt idx="11183">
                  <c:v>4.0396369822368161</c:v>
                </c:pt>
                <c:pt idx="11184">
                  <c:v>4.0450759979427939</c:v>
                </c:pt>
                <c:pt idx="11185">
                  <c:v>4.0590923764687261</c:v>
                </c:pt>
                <c:pt idx="11186">
                  <c:v>4.0693212010919018</c:v>
                </c:pt>
                <c:pt idx="11187">
                  <c:v>4.0728864184832059</c:v>
                </c:pt>
                <c:pt idx="11188">
                  <c:v>4.0674604581239864</c:v>
                </c:pt>
                <c:pt idx="11189">
                  <c:v>4.0612745183368277</c:v>
                </c:pt>
                <c:pt idx="11190">
                  <c:v>4.06321786604423</c:v>
                </c:pt>
                <c:pt idx="11191">
                  <c:v>4.0675215413221508</c:v>
                </c:pt>
                <c:pt idx="11192">
                  <c:v>4.0572488823831945</c:v>
                </c:pt>
                <c:pt idx="11193">
                  <c:v>4.047077896902322</c:v>
                </c:pt>
                <c:pt idx="11194">
                  <c:v>4.048126201685327</c:v>
                </c:pt>
                <c:pt idx="11195">
                  <c:v>4.0555505795782727</c:v>
                </c:pt>
                <c:pt idx="11196">
                  <c:v>4.0560826047394869</c:v>
                </c:pt>
                <c:pt idx="11197">
                  <c:v>4.0495568303200535</c:v>
                </c:pt>
                <c:pt idx="11198">
                  <c:v>4.0455058749060413</c:v>
                </c:pt>
                <c:pt idx="11199">
                  <c:v>4.0463581912410493</c:v>
                </c:pt>
                <c:pt idx="11200">
                  <c:v>4.045510622304862</c:v>
                </c:pt>
                <c:pt idx="11201">
                  <c:v>4.0461174981208217</c:v>
                </c:pt>
                <c:pt idx="11202">
                  <c:v>4.0516313644815449</c:v>
                </c:pt>
                <c:pt idx="11203">
                  <c:v>4.0645965106618664</c:v>
                </c:pt>
                <c:pt idx="11204">
                  <c:v>4.0771638248209836</c:v>
                </c:pt>
                <c:pt idx="11205">
                  <c:v>4.0801273885350318</c:v>
                </c:pt>
                <c:pt idx="11206">
                  <c:v>4.0733083831150845</c:v>
                </c:pt>
                <c:pt idx="11207">
                  <c:v>4.0628170273371049</c:v>
                </c:pt>
                <c:pt idx="11208">
                  <c:v>4.0596905487201802</c:v>
                </c:pt>
                <c:pt idx="11209">
                  <c:v>4.0609516952169953</c:v>
                </c:pt>
                <c:pt idx="11210">
                  <c:v>4.0638662815998732</c:v>
                </c:pt>
                <c:pt idx="11211">
                  <c:v>4.0556289907821341</c:v>
                </c:pt>
                <c:pt idx="11212">
                  <c:v>4.0466462792261737</c:v>
                </c:pt>
                <c:pt idx="11213">
                  <c:v>4.0425883609605568</c:v>
                </c:pt>
                <c:pt idx="11214">
                  <c:v>4.0380617953079874</c:v>
                </c:pt>
                <c:pt idx="11215">
                  <c:v>4.0451855837322466</c:v>
                </c:pt>
                <c:pt idx="11216">
                  <c:v>4.051182577046327</c:v>
                </c:pt>
                <c:pt idx="11217">
                  <c:v>4.0580025319460375</c:v>
                </c:pt>
                <c:pt idx="11218">
                  <c:v>4.0666833880602917</c:v>
                </c:pt>
                <c:pt idx="11219">
                  <c:v>4.0686062428294498</c:v>
                </c:pt>
                <c:pt idx="11220">
                  <c:v>4.0684509237646873</c:v>
                </c:pt>
                <c:pt idx="11221">
                  <c:v>4.0598312299719108</c:v>
                </c:pt>
                <c:pt idx="11222">
                  <c:v>4.0532563199746807</c:v>
                </c:pt>
                <c:pt idx="11223">
                  <c:v>4.0577199034695575</c:v>
                </c:pt>
                <c:pt idx="11224">
                  <c:v>4.064044388178977</c:v>
                </c:pt>
                <c:pt idx="11225">
                  <c:v>4.0692119317957038</c:v>
                </c:pt>
                <c:pt idx="11226">
                  <c:v>4.0670749693397159</c:v>
                </c:pt>
                <c:pt idx="11227">
                  <c:v>4.0600008703564505</c:v>
                </c:pt>
                <c:pt idx="11228">
                  <c:v>4.0632262531154808</c:v>
                </c:pt>
                <c:pt idx="11229">
                  <c:v>4.0683429995648215</c:v>
                </c:pt>
                <c:pt idx="11230">
                  <c:v>4.0629545436562884</c:v>
                </c:pt>
                <c:pt idx="11231">
                  <c:v>4.0564975273964476</c:v>
                </c:pt>
                <c:pt idx="11232">
                  <c:v>4.0563422874549984</c:v>
                </c:pt>
                <c:pt idx="11233">
                  <c:v>4.0674318154844329</c:v>
                </c:pt>
                <c:pt idx="11234">
                  <c:v>4.0734146457253626</c:v>
                </c:pt>
                <c:pt idx="11235">
                  <c:v>4.0720989832654189</c:v>
                </c:pt>
                <c:pt idx="11236">
                  <c:v>4.0670589864303519</c:v>
                </c:pt>
                <c:pt idx="11237">
                  <c:v>4.0607345017209324</c:v>
                </c:pt>
                <c:pt idx="11238">
                  <c:v>4.0559249910986273</c:v>
                </c:pt>
                <c:pt idx="11239">
                  <c:v>4.0506023657870793</c:v>
                </c:pt>
                <c:pt idx="11240">
                  <c:v>4.0457490999723067</c:v>
                </c:pt>
                <c:pt idx="11241">
                  <c:v>4.0503714839577478</c:v>
                </c:pt>
                <c:pt idx="11242">
                  <c:v>4.059474462950508</c:v>
                </c:pt>
                <c:pt idx="11243">
                  <c:v>4.0642004984768763</c:v>
                </c:pt>
                <c:pt idx="11244">
                  <c:v>4.0554535743956954</c:v>
                </c:pt>
                <c:pt idx="11245">
                  <c:v>4.0501654468489141</c:v>
                </c:pt>
                <c:pt idx="11246">
                  <c:v>4.0549390354868065</c:v>
                </c:pt>
                <c:pt idx="11247">
                  <c:v>4.0660833168493093</c:v>
                </c:pt>
                <c:pt idx="11248">
                  <c:v>4.0758760137674566</c:v>
                </c:pt>
                <c:pt idx="11249">
                  <c:v>4.07160849784389</c:v>
                </c:pt>
                <c:pt idx="11250">
                  <c:v>4.0639041816671284</c:v>
                </c:pt>
                <c:pt idx="11251">
                  <c:v>4.0603911856628558</c:v>
                </c:pt>
                <c:pt idx="11252">
                  <c:v>4.0614633065632786</c:v>
                </c:pt>
                <c:pt idx="11253">
                  <c:v>4.0586068758159595</c:v>
                </c:pt>
                <c:pt idx="11254">
                  <c:v>4.0651937334335564</c:v>
                </c:pt>
                <c:pt idx="11255">
                  <c:v>4.0717738655694902</c:v>
                </c:pt>
                <c:pt idx="11256">
                  <c:v>4.0693928076907859</c:v>
                </c:pt>
                <c:pt idx="11257">
                  <c:v>4.0671612928749452</c:v>
                </c:pt>
                <c:pt idx="11258">
                  <c:v>4.0637953871108126</c:v>
                </c:pt>
                <c:pt idx="11259">
                  <c:v>4.0562129208371243</c:v>
                </c:pt>
                <c:pt idx="11260">
                  <c:v>4.0553054555524781</c:v>
                </c:pt>
                <c:pt idx="11261">
                  <c:v>4.0610532104284527</c:v>
                </c:pt>
                <c:pt idx="11262">
                  <c:v>4.0636507496933971</c:v>
                </c:pt>
                <c:pt idx="11263">
                  <c:v>4.061776318392214</c:v>
                </c:pt>
                <c:pt idx="11264">
                  <c:v>4.0645988052379636</c:v>
                </c:pt>
                <c:pt idx="11265">
                  <c:v>4.0784046366261819</c:v>
                </c:pt>
                <c:pt idx="11266">
                  <c:v>4.0879423982276375</c:v>
                </c:pt>
                <c:pt idx="11267">
                  <c:v>4.0853194603790008</c:v>
                </c:pt>
                <c:pt idx="11268">
                  <c:v>4.0713289551766429</c:v>
                </c:pt>
                <c:pt idx="11269">
                  <c:v>4.064566997665862</c:v>
                </c:pt>
                <c:pt idx="11270">
                  <c:v>4.0701471693634526</c:v>
                </c:pt>
                <c:pt idx="11271">
                  <c:v>4.0700036396724295</c:v>
                </c:pt>
                <c:pt idx="11272">
                  <c:v>4.0609152984927013</c:v>
                </c:pt>
                <c:pt idx="11273">
                  <c:v>4.0573857657158685</c:v>
                </c:pt>
                <c:pt idx="11274">
                  <c:v>4.0640352098745893</c:v>
                </c:pt>
                <c:pt idx="11275">
                  <c:v>4.0668410017011514</c:v>
                </c:pt>
                <c:pt idx="11276">
                  <c:v>4.0629193337816991</c:v>
                </c:pt>
                <c:pt idx="11277">
                  <c:v>4.0595814376706096</c:v>
                </c:pt>
                <c:pt idx="11278">
                  <c:v>4.0677491790956202</c:v>
                </c:pt>
                <c:pt idx="11279">
                  <c:v>4.0655918819480164</c:v>
                </c:pt>
                <c:pt idx="11280">
                  <c:v>4.0636552597222773</c:v>
                </c:pt>
                <c:pt idx="11281">
                  <c:v>4.0619251493452548</c:v>
                </c:pt>
                <c:pt idx="11282">
                  <c:v>4.0584449895161612</c:v>
                </c:pt>
                <c:pt idx="11283">
                  <c:v>4.051393678047237</c:v>
                </c:pt>
                <c:pt idx="11284">
                  <c:v>4.0423306563278869</c:v>
                </c:pt>
                <c:pt idx="11285">
                  <c:v>4.0407840329152984</c:v>
                </c:pt>
                <c:pt idx="11286">
                  <c:v>4.0397157890572455</c:v>
                </c:pt>
                <c:pt idx="11287">
                  <c:v>4.0459605174664715</c:v>
                </c:pt>
                <c:pt idx="11288">
                  <c:v>4.0514080784903275</c:v>
                </c:pt>
                <c:pt idx="11289">
                  <c:v>4.0479781619654229</c:v>
                </c:pt>
                <c:pt idx="11290">
                  <c:v>4.0440658305969857</c:v>
                </c:pt>
                <c:pt idx="11291">
                  <c:v>4.0499053685168338</c:v>
                </c:pt>
                <c:pt idx="11292">
                  <c:v>4.0598721367250858</c:v>
                </c:pt>
                <c:pt idx="11293">
                  <c:v>4.0588592791866125</c:v>
                </c:pt>
                <c:pt idx="11294">
                  <c:v>4.0544870831190414</c:v>
                </c:pt>
                <c:pt idx="11295">
                  <c:v>4.0546370217984729</c:v>
                </c:pt>
                <c:pt idx="11296">
                  <c:v>4.0549767773074334</c:v>
                </c:pt>
                <c:pt idx="11297">
                  <c:v>4.0581297622344428</c:v>
                </c:pt>
                <c:pt idx="11298">
                  <c:v>4.0571665941369623</c:v>
                </c:pt>
                <c:pt idx="11299">
                  <c:v>4.057436167266685</c:v>
                </c:pt>
                <c:pt idx="11300">
                  <c:v>4.0616316018514853</c:v>
                </c:pt>
                <c:pt idx="11301">
                  <c:v>4.067860663844602</c:v>
                </c:pt>
                <c:pt idx="11302">
                  <c:v>4.076636942675159</c:v>
                </c:pt>
                <c:pt idx="11303">
                  <c:v>4.0865719824346245</c:v>
                </c:pt>
                <c:pt idx="11304">
                  <c:v>4.0831760098112913</c:v>
                </c:pt>
                <c:pt idx="11305">
                  <c:v>4.0768391818649361</c:v>
                </c:pt>
                <c:pt idx="11306">
                  <c:v>4.0686080626656649</c:v>
                </c:pt>
                <c:pt idx="11307">
                  <c:v>4.0651308303991769</c:v>
                </c:pt>
                <c:pt idx="11308">
                  <c:v>4.0592871780670174</c:v>
                </c:pt>
                <c:pt idx="11309">
                  <c:v>4.0573031609763817</c:v>
                </c:pt>
                <c:pt idx="11310">
                  <c:v>4.0727980377418209</c:v>
                </c:pt>
                <c:pt idx="11311">
                  <c:v>4.077903390433991</c:v>
                </c:pt>
                <c:pt idx="11312">
                  <c:v>4.0748724927799973</c:v>
                </c:pt>
                <c:pt idx="11313">
                  <c:v>4.070992127230288</c:v>
                </c:pt>
                <c:pt idx="11314">
                  <c:v>4.071884400838707</c:v>
                </c:pt>
                <c:pt idx="11315">
                  <c:v>4.0720883016180718</c:v>
                </c:pt>
                <c:pt idx="11316">
                  <c:v>4.0672400996953755</c:v>
                </c:pt>
                <c:pt idx="11317">
                  <c:v>4.0619798235550109</c:v>
                </c:pt>
                <c:pt idx="11318">
                  <c:v>4.0624032124065357</c:v>
                </c:pt>
                <c:pt idx="11319">
                  <c:v>4.0614890216402264</c:v>
                </c:pt>
                <c:pt idx="11320">
                  <c:v>4.0583157020216003</c:v>
                </c:pt>
                <c:pt idx="11321">
                  <c:v>4.0607948728092733</c:v>
                </c:pt>
                <c:pt idx="11322">
                  <c:v>4.0674818214186814</c:v>
                </c:pt>
                <c:pt idx="11323">
                  <c:v>4.0716313644815445</c:v>
                </c:pt>
                <c:pt idx="11324">
                  <c:v>4.075036357162638</c:v>
                </c:pt>
                <c:pt idx="11325">
                  <c:v>4.0689887249277996</c:v>
                </c:pt>
                <c:pt idx="11326">
                  <c:v>4.0635353087787314</c:v>
                </c:pt>
                <c:pt idx="11327">
                  <c:v>4.0587854571349444</c:v>
                </c:pt>
                <c:pt idx="11328">
                  <c:v>4.0588947264311432</c:v>
                </c:pt>
                <c:pt idx="11329">
                  <c:v>4.0649236064406375</c:v>
                </c:pt>
                <c:pt idx="11330">
                  <c:v>4.0741027811844761</c:v>
                </c:pt>
                <c:pt idx="11331">
                  <c:v>4.0730911896190216</c:v>
                </c:pt>
                <c:pt idx="11332">
                  <c:v>4.0673837876330259</c:v>
                </c:pt>
                <c:pt idx="11333">
                  <c:v>4.0697275784309843</c:v>
                </c:pt>
                <c:pt idx="11334">
                  <c:v>4.0666918542548558</c:v>
                </c:pt>
                <c:pt idx="11335">
                  <c:v>4.0610339834632274</c:v>
                </c:pt>
                <c:pt idx="11336">
                  <c:v>4.0576444198283026</c:v>
                </c:pt>
                <c:pt idx="11337">
                  <c:v>4.0581384657989474</c:v>
                </c:pt>
                <c:pt idx="11338">
                  <c:v>4.055864461763659</c:v>
                </c:pt>
                <c:pt idx="11339">
                  <c:v>4.0549083356410964</c:v>
                </c:pt>
                <c:pt idx="11340">
                  <c:v>4.0555071408790599</c:v>
                </c:pt>
                <c:pt idx="11341">
                  <c:v>4.0556310479882898</c:v>
                </c:pt>
                <c:pt idx="11342">
                  <c:v>4.0558845590853343</c:v>
                </c:pt>
                <c:pt idx="11343">
                  <c:v>4.0577475175060336</c:v>
                </c:pt>
                <c:pt idx="11344">
                  <c:v>4.0617995806464373</c:v>
                </c:pt>
                <c:pt idx="11345">
                  <c:v>4.063312101910828</c:v>
                </c:pt>
                <c:pt idx="11346">
                  <c:v>4.0573200142421966</c:v>
                </c:pt>
                <c:pt idx="11347">
                  <c:v>4.0520546742097556</c:v>
                </c:pt>
                <c:pt idx="11348">
                  <c:v>4.0515345966689083</c:v>
                </c:pt>
                <c:pt idx="11349">
                  <c:v>4.0516176761482772</c:v>
                </c:pt>
                <c:pt idx="11350">
                  <c:v>4.0510547928947265</c:v>
                </c:pt>
                <c:pt idx="11351">
                  <c:v>4.0586936740910708</c:v>
                </c:pt>
                <c:pt idx="11352">
                  <c:v>4.0670888950429243</c:v>
                </c:pt>
                <c:pt idx="11353">
                  <c:v>4.0675069035091189</c:v>
                </c:pt>
                <c:pt idx="11354">
                  <c:v>4.0612971476045416</c:v>
                </c:pt>
                <c:pt idx="11355">
                  <c:v>4.0578374015903789</c:v>
                </c:pt>
                <c:pt idx="11356">
                  <c:v>4.054053170866796</c:v>
                </c:pt>
                <c:pt idx="11357">
                  <c:v>4.0533780116311275</c:v>
                </c:pt>
                <c:pt idx="11358">
                  <c:v>4.0617128614946392</c:v>
                </c:pt>
                <c:pt idx="11359">
                  <c:v>4.0621588796138779</c:v>
                </c:pt>
                <c:pt idx="11360">
                  <c:v>4.05965359813269</c:v>
                </c:pt>
                <c:pt idx="11361">
                  <c:v>4.0559501523123789</c:v>
                </c:pt>
                <c:pt idx="11362">
                  <c:v>4.0596266170827233</c:v>
                </c:pt>
                <c:pt idx="11363">
                  <c:v>4.0624419037069268</c:v>
                </c:pt>
                <c:pt idx="11364">
                  <c:v>4.0656024844720493</c:v>
                </c:pt>
                <c:pt idx="11365">
                  <c:v>4.0746562487636986</c:v>
                </c:pt>
                <c:pt idx="11366">
                  <c:v>4.0831095462277958</c:v>
                </c:pt>
                <c:pt idx="11367">
                  <c:v>4.0806535585710328</c:v>
                </c:pt>
                <c:pt idx="11368">
                  <c:v>4.0690099299758673</c:v>
                </c:pt>
                <c:pt idx="11369">
                  <c:v>4.0655357835186141</c:v>
                </c:pt>
                <c:pt idx="11370">
                  <c:v>4.0606651896981445</c:v>
                </c:pt>
                <c:pt idx="11371">
                  <c:v>4.0585277525022745</c:v>
                </c:pt>
                <c:pt idx="11372">
                  <c:v>4.0622054832456387</c:v>
                </c:pt>
                <c:pt idx="11373">
                  <c:v>4.0611032954860153</c:v>
                </c:pt>
                <c:pt idx="11374">
                  <c:v>4.0552917672192113</c:v>
                </c:pt>
                <c:pt idx="11375">
                  <c:v>4.0581250939589353</c:v>
                </c:pt>
                <c:pt idx="11376">
                  <c:v>4.0546585433397953</c:v>
                </c:pt>
                <c:pt idx="11377">
                  <c:v>4.0469717925386712</c:v>
                </c:pt>
                <c:pt idx="11378">
                  <c:v>4.0455383945879655</c:v>
                </c:pt>
                <c:pt idx="11379">
                  <c:v>4.0479707243739371</c:v>
                </c:pt>
                <c:pt idx="11380">
                  <c:v>4.0459114610119871</c:v>
                </c:pt>
                <c:pt idx="11381">
                  <c:v>4.05006678007675</c:v>
                </c:pt>
                <c:pt idx="11382">
                  <c:v>4.0611214938481623</c:v>
                </c:pt>
                <c:pt idx="11383">
                  <c:v>4.0624128654508054</c:v>
                </c:pt>
                <c:pt idx="11384">
                  <c:v>4.0678659651066189</c:v>
                </c:pt>
                <c:pt idx="11385">
                  <c:v>4.0773543537603354</c:v>
                </c:pt>
                <c:pt idx="11386">
                  <c:v>4.075071013174032</c:v>
                </c:pt>
                <c:pt idx="11387">
                  <c:v>4.0718158800490567</c:v>
                </c:pt>
                <c:pt idx="11388">
                  <c:v>4.0685559995252598</c:v>
                </c:pt>
                <c:pt idx="11389">
                  <c:v>4.0619180282470229</c:v>
                </c:pt>
                <c:pt idx="11390">
                  <c:v>4.0600353681212171</c:v>
                </c:pt>
                <c:pt idx="11391">
                  <c:v>4.0662338885152511</c:v>
                </c:pt>
                <c:pt idx="11392">
                  <c:v>4.0764370771847922</c:v>
                </c:pt>
                <c:pt idx="11393">
                  <c:v>4.0851849507457372</c:v>
                </c:pt>
                <c:pt idx="11394">
                  <c:v>4.0853281639435064</c:v>
                </c:pt>
                <c:pt idx="11395">
                  <c:v>4.0820081497013092</c:v>
                </c:pt>
                <c:pt idx="11396">
                  <c:v>4.0785142224156345</c:v>
                </c:pt>
                <c:pt idx="11397">
                  <c:v>4.0687410689559682</c:v>
                </c:pt>
                <c:pt idx="11398">
                  <c:v>4.0674231119199273</c:v>
                </c:pt>
                <c:pt idx="11399">
                  <c:v>4.0705913676464771</c:v>
                </c:pt>
                <c:pt idx="11400">
                  <c:v>4.0738203900779366</c:v>
                </c:pt>
                <c:pt idx="11401">
                  <c:v>4.0727407524627131</c:v>
                </c:pt>
                <c:pt idx="11402">
                  <c:v>4.0646083791589191</c:v>
                </c:pt>
                <c:pt idx="11403">
                  <c:v>4.0582221782648258</c:v>
                </c:pt>
                <c:pt idx="11404">
                  <c:v>4.0523127744589944</c:v>
                </c:pt>
                <c:pt idx="11405">
                  <c:v>4.0514174941646557</c:v>
                </c:pt>
                <c:pt idx="11406">
                  <c:v>4.0536155398188072</c:v>
                </c:pt>
                <c:pt idx="11407">
                  <c:v>4.0519040234205006</c:v>
                </c:pt>
                <c:pt idx="11408">
                  <c:v>4.0548382323851726</c:v>
                </c:pt>
                <c:pt idx="11409">
                  <c:v>4.0575872927958221</c:v>
                </c:pt>
                <c:pt idx="11410">
                  <c:v>4.0568815128377578</c:v>
                </c:pt>
                <c:pt idx="11411">
                  <c:v>4.0586468330893695</c:v>
                </c:pt>
                <c:pt idx="11412">
                  <c:v>4.0660481069747201</c:v>
                </c:pt>
                <c:pt idx="11413">
                  <c:v>4.0695997942793847</c:v>
                </c:pt>
                <c:pt idx="11414">
                  <c:v>4.0694481940103655</c:v>
                </c:pt>
                <c:pt idx="11415">
                  <c:v>4.0699948569846107</c:v>
                </c:pt>
                <c:pt idx="11416">
                  <c:v>4.069743007477153</c:v>
                </c:pt>
                <c:pt idx="11417">
                  <c:v>4.0716130869960834</c:v>
                </c:pt>
                <c:pt idx="11418">
                  <c:v>4.0699049729002654</c:v>
                </c:pt>
                <c:pt idx="11419">
                  <c:v>4.0609881710646043</c:v>
                </c:pt>
                <c:pt idx="11420">
                  <c:v>4.0509091268742337</c:v>
                </c:pt>
                <c:pt idx="11421">
                  <c:v>4.0477296356371406</c:v>
                </c:pt>
                <c:pt idx="11422">
                  <c:v>4.047790244095423</c:v>
                </c:pt>
                <c:pt idx="11423">
                  <c:v>4.0534038058313886</c:v>
                </c:pt>
                <c:pt idx="11424">
                  <c:v>4.0624329627724807</c:v>
                </c:pt>
                <c:pt idx="11425">
                  <c:v>4.0621846738141389</c:v>
                </c:pt>
                <c:pt idx="11426">
                  <c:v>4.057533488942517</c:v>
                </c:pt>
                <c:pt idx="11427">
                  <c:v>4.0618710289986941</c:v>
                </c:pt>
                <c:pt idx="11428">
                  <c:v>4.065879653439886</c:v>
                </c:pt>
                <c:pt idx="11429">
                  <c:v>4.0683998101040473</c:v>
                </c:pt>
                <c:pt idx="11430">
                  <c:v>4.0708363334256434</c:v>
                </c:pt>
                <c:pt idx="11431">
                  <c:v>4.0657004391343907</c:v>
                </c:pt>
                <c:pt idx="11432">
                  <c:v>4.0617832812438186</c:v>
                </c:pt>
                <c:pt idx="11433">
                  <c:v>4.0613612374886259</c:v>
                </c:pt>
                <c:pt idx="11434">
                  <c:v>4.0587321280215214</c:v>
                </c:pt>
                <c:pt idx="11435">
                  <c:v>4.0528254935316692</c:v>
                </c:pt>
                <c:pt idx="11436">
                  <c:v>4.0522177473592595</c:v>
                </c:pt>
                <c:pt idx="11437">
                  <c:v>4.0630657119120146</c:v>
                </c:pt>
                <c:pt idx="11438">
                  <c:v>4.0678230802706015</c:v>
                </c:pt>
                <c:pt idx="11439">
                  <c:v>4.0663119832258579</c:v>
                </c:pt>
                <c:pt idx="11440">
                  <c:v>4.0644093840250033</c:v>
                </c:pt>
                <c:pt idx="11441">
                  <c:v>4.0589238438105788</c:v>
                </c:pt>
                <c:pt idx="11442">
                  <c:v>4.0596647545199191</c:v>
                </c:pt>
                <c:pt idx="11443">
                  <c:v>4.0563841436879375</c:v>
                </c:pt>
                <c:pt idx="11444">
                  <c:v>4.0571461011987182</c:v>
                </c:pt>
                <c:pt idx="11445">
                  <c:v>4.0515579380464457</c:v>
                </c:pt>
                <c:pt idx="11446">
                  <c:v>4.0482179847292006</c:v>
                </c:pt>
                <c:pt idx="11447">
                  <c:v>4.0595338845590856</c:v>
                </c:pt>
                <c:pt idx="11448">
                  <c:v>4.0677773469952925</c:v>
                </c:pt>
                <c:pt idx="11449">
                  <c:v>4.0629824741860192</c:v>
                </c:pt>
                <c:pt idx="11450">
                  <c:v>4.0573038730862052</c:v>
                </c:pt>
                <c:pt idx="11451">
                  <c:v>4.0617918265616968</c:v>
                </c:pt>
                <c:pt idx="11452">
                  <c:v>4.0679398662816002</c:v>
                </c:pt>
                <c:pt idx="11453">
                  <c:v>4.0731751394548406</c:v>
                </c:pt>
                <c:pt idx="11454">
                  <c:v>4.0670717252838546</c:v>
                </c:pt>
                <c:pt idx="11455">
                  <c:v>4.0594471654072875</c:v>
                </c:pt>
                <c:pt idx="11456">
                  <c:v>4.0554345056770975</c:v>
                </c:pt>
                <c:pt idx="11457">
                  <c:v>4.0555883213989006</c:v>
                </c:pt>
                <c:pt idx="11458">
                  <c:v>4.0563346916168852</c:v>
                </c:pt>
                <c:pt idx="11459">
                  <c:v>4.0548638683388063</c:v>
                </c:pt>
                <c:pt idx="11460">
                  <c:v>4.0562643509910199</c:v>
                </c:pt>
                <c:pt idx="11461">
                  <c:v>4.0596476638841636</c:v>
                </c:pt>
                <c:pt idx="11462">
                  <c:v>4.0618817106460421</c:v>
                </c:pt>
                <c:pt idx="11463">
                  <c:v>4.0664020255568305</c:v>
                </c:pt>
                <c:pt idx="11464">
                  <c:v>4.0648853898801285</c:v>
                </c:pt>
                <c:pt idx="11465">
                  <c:v>4.0689525655734462</c:v>
                </c:pt>
                <c:pt idx="11466">
                  <c:v>4.0699878941330061</c:v>
                </c:pt>
                <c:pt idx="11467">
                  <c:v>4.0705258535427467</c:v>
                </c:pt>
                <c:pt idx="11468">
                  <c:v>4.0750032836175176</c:v>
                </c:pt>
                <c:pt idx="11469">
                  <c:v>4.0688058709498751</c:v>
                </c:pt>
                <c:pt idx="11470">
                  <c:v>4.0659269691814695</c:v>
                </c:pt>
                <c:pt idx="11471">
                  <c:v>4.064016853265815</c:v>
                </c:pt>
                <c:pt idx="11472">
                  <c:v>4.0595355461486724</c:v>
                </c:pt>
                <c:pt idx="11473">
                  <c:v>4.0556352415239152</c:v>
                </c:pt>
                <c:pt idx="11474">
                  <c:v>4.0546834671836054</c:v>
                </c:pt>
                <c:pt idx="11475">
                  <c:v>4.0635914072081336</c:v>
                </c:pt>
                <c:pt idx="11476">
                  <c:v>4.0675108596748029</c:v>
                </c:pt>
                <c:pt idx="11477">
                  <c:v>4.0655259722277171</c:v>
                </c:pt>
                <c:pt idx="11478">
                  <c:v>4.0665332911342329</c:v>
                </c:pt>
                <c:pt idx="11479">
                  <c:v>4.0685243501997865</c:v>
                </c:pt>
                <c:pt idx="11480">
                  <c:v>4.0695147367171733</c:v>
                </c:pt>
                <c:pt idx="11481">
                  <c:v>4.0671822605530723</c:v>
                </c:pt>
                <c:pt idx="11482">
                  <c:v>4.0660734264350991</c:v>
                </c:pt>
                <c:pt idx="11483">
                  <c:v>4.0651214147248487</c:v>
                </c:pt>
                <c:pt idx="11484">
                  <c:v>4.0724799620208092</c:v>
                </c:pt>
                <c:pt idx="11485">
                  <c:v>4.0767543616726671</c:v>
                </c:pt>
                <c:pt idx="11486">
                  <c:v>4.0751536179135179</c:v>
                </c:pt>
                <c:pt idx="11487">
                  <c:v>4.0738630375440126</c:v>
                </c:pt>
                <c:pt idx="11488">
                  <c:v>4.0692101119594888</c:v>
                </c:pt>
                <c:pt idx="11489">
                  <c:v>4.0639961229576294</c:v>
                </c:pt>
                <c:pt idx="11490">
                  <c:v>4.0696307314950353</c:v>
                </c:pt>
                <c:pt idx="11491">
                  <c:v>4.0749304110456146</c:v>
                </c:pt>
                <c:pt idx="11492">
                  <c:v>4.0744368398148518</c:v>
                </c:pt>
                <c:pt idx="11493">
                  <c:v>4.0733079083752024</c:v>
                </c:pt>
                <c:pt idx="11494">
                  <c:v>4.0683815326185861</c:v>
                </c:pt>
                <c:pt idx="11495">
                  <c:v>4.0654097400799145</c:v>
                </c:pt>
                <c:pt idx="11496">
                  <c:v>4.061447086283974</c:v>
                </c:pt>
                <c:pt idx="11497">
                  <c:v>4.0572858329706847</c:v>
                </c:pt>
                <c:pt idx="11498">
                  <c:v>4.05343284408751</c:v>
                </c:pt>
                <c:pt idx="11499">
                  <c:v>4.0532313170075565</c:v>
                </c:pt>
                <c:pt idx="11500">
                  <c:v>4.0469465522016064</c:v>
                </c:pt>
                <c:pt idx="11501">
                  <c:v>4.0504305099497566</c:v>
                </c:pt>
                <c:pt idx="11502">
                  <c:v>4.0655444870831188</c:v>
                </c:pt>
                <c:pt idx="11503">
                  <c:v>4.0808418720576016</c:v>
                </c:pt>
                <c:pt idx="11504">
                  <c:v>4.088603869130039</c:v>
                </c:pt>
                <c:pt idx="11505">
                  <c:v>4.0876488507338689</c:v>
                </c:pt>
                <c:pt idx="11506">
                  <c:v>4.0916319183447403</c:v>
                </c:pt>
                <c:pt idx="11507">
                  <c:v>4.088369664121533</c:v>
                </c:pt>
                <c:pt idx="11508">
                  <c:v>4.0736621434505675</c:v>
                </c:pt>
                <c:pt idx="11509">
                  <c:v>4.0674924239427144</c:v>
                </c:pt>
                <c:pt idx="11510">
                  <c:v>4.0735857894528626</c:v>
                </c:pt>
                <c:pt idx="11511">
                  <c:v>4.0767522253431974</c:v>
                </c:pt>
                <c:pt idx="11512">
                  <c:v>4.0730205324999007</c:v>
                </c:pt>
                <c:pt idx="11513">
                  <c:v>4.0707140087826881</c:v>
                </c:pt>
                <c:pt idx="11514">
                  <c:v>4.0703744115203548</c:v>
                </c:pt>
                <c:pt idx="11515">
                  <c:v>4.070506468330894</c:v>
                </c:pt>
                <c:pt idx="11516">
                  <c:v>4.0627812635993195</c:v>
                </c:pt>
                <c:pt idx="11517">
                  <c:v>4.0604704672231673</c:v>
                </c:pt>
                <c:pt idx="11518">
                  <c:v>4.0688678245044905</c:v>
                </c:pt>
                <c:pt idx="11519">
                  <c:v>4.0665723780511929</c:v>
                </c:pt>
                <c:pt idx="11520">
                  <c:v>4.05652743600902</c:v>
                </c:pt>
                <c:pt idx="11521">
                  <c:v>4.0542206749218659</c:v>
                </c:pt>
                <c:pt idx="11522">
                  <c:v>4.0558767258772797</c:v>
                </c:pt>
                <c:pt idx="11523">
                  <c:v>4.0556399889227359</c:v>
                </c:pt>
                <c:pt idx="11524">
                  <c:v>4.0642597618388256</c:v>
                </c:pt>
                <c:pt idx="11525">
                  <c:v>4.0747784942833407</c:v>
                </c:pt>
                <c:pt idx="11526">
                  <c:v>4.0754474027772281</c:v>
                </c:pt>
                <c:pt idx="11527">
                  <c:v>4.0667443921351429</c:v>
                </c:pt>
                <c:pt idx="11528">
                  <c:v>4.0535449618230013</c:v>
                </c:pt>
                <c:pt idx="11529">
                  <c:v>4.0508425841674249</c:v>
                </c:pt>
                <c:pt idx="11530">
                  <c:v>4.0529501127507217</c:v>
                </c:pt>
                <c:pt idx="11531">
                  <c:v>4.0473723938758557</c:v>
                </c:pt>
                <c:pt idx="11532">
                  <c:v>4.0468186889266926</c:v>
                </c:pt>
                <c:pt idx="11533">
                  <c:v>4.0462588914823749</c:v>
                </c:pt>
                <c:pt idx="11534">
                  <c:v>4.050327174902085</c:v>
                </c:pt>
                <c:pt idx="11535">
                  <c:v>4.0558267990663452</c:v>
                </c:pt>
                <c:pt idx="11536">
                  <c:v>4.0575896664952324</c:v>
                </c:pt>
                <c:pt idx="11537">
                  <c:v>4.0553092534715356</c:v>
                </c:pt>
                <c:pt idx="11538">
                  <c:v>4.0548000158246627</c:v>
                </c:pt>
                <c:pt idx="11539">
                  <c:v>4.0499617834394908</c:v>
                </c:pt>
                <c:pt idx="11540">
                  <c:v>4.0531165882027143</c:v>
                </c:pt>
                <c:pt idx="11541">
                  <c:v>4.0616684733156623</c:v>
                </c:pt>
                <c:pt idx="11542">
                  <c:v>4.064248368081655</c:v>
                </c:pt>
                <c:pt idx="11543">
                  <c:v>4.0614095818332876</c:v>
                </c:pt>
                <c:pt idx="11544">
                  <c:v>4.0623477469636429</c:v>
                </c:pt>
                <c:pt idx="11545">
                  <c:v>4.0605580567314163</c:v>
                </c:pt>
                <c:pt idx="11546">
                  <c:v>4.056640740594216</c:v>
                </c:pt>
                <c:pt idx="11547">
                  <c:v>4.0612465086837837</c:v>
                </c:pt>
                <c:pt idx="11548">
                  <c:v>4.0660988250187922</c:v>
                </c:pt>
                <c:pt idx="11549">
                  <c:v>4.0686909047750923</c:v>
                </c:pt>
                <c:pt idx="11550">
                  <c:v>4.0721616489298569</c:v>
                </c:pt>
                <c:pt idx="11551">
                  <c:v>4.0702641136210786</c:v>
                </c:pt>
                <c:pt idx="11552">
                  <c:v>4.065334414685287</c:v>
                </c:pt>
                <c:pt idx="11553">
                  <c:v>4.0626224631087551</c:v>
                </c:pt>
                <c:pt idx="11554">
                  <c:v>4.0703598528306362</c:v>
                </c:pt>
                <c:pt idx="11555">
                  <c:v>4.0748493096490881</c:v>
                </c:pt>
                <c:pt idx="11556">
                  <c:v>4.0803331091506116</c:v>
                </c:pt>
                <c:pt idx="11557">
                  <c:v>4.0839332199232503</c:v>
                </c:pt>
                <c:pt idx="11558">
                  <c:v>4.0757201408394987</c:v>
                </c:pt>
                <c:pt idx="11559">
                  <c:v>4.0643697432448471</c:v>
                </c:pt>
                <c:pt idx="11560">
                  <c:v>4.0652529967955058</c:v>
                </c:pt>
                <c:pt idx="11561">
                  <c:v>4.0728546900344185</c:v>
                </c:pt>
                <c:pt idx="11562">
                  <c:v>4.0688914032519685</c:v>
                </c:pt>
                <c:pt idx="11563">
                  <c:v>4.0706724690430036</c:v>
                </c:pt>
                <c:pt idx="11564">
                  <c:v>4.0665385923962498</c:v>
                </c:pt>
                <c:pt idx="11565">
                  <c:v>4.0626317996597701</c:v>
                </c:pt>
                <c:pt idx="11566">
                  <c:v>4.0645197610475927</c:v>
                </c:pt>
                <c:pt idx="11567">
                  <c:v>4.0675705186533211</c:v>
                </c:pt>
                <c:pt idx="11568">
                  <c:v>4.0700436760691536</c:v>
                </c:pt>
                <c:pt idx="11569">
                  <c:v>4.0680201764449899</c:v>
                </c:pt>
                <c:pt idx="11570">
                  <c:v>4.0696580290382558</c:v>
                </c:pt>
                <c:pt idx="11571">
                  <c:v>4.072163943505954</c:v>
                </c:pt>
                <c:pt idx="11572">
                  <c:v>4.0698311508485974</c:v>
                </c:pt>
                <c:pt idx="11573">
                  <c:v>4.0702126043438698</c:v>
                </c:pt>
                <c:pt idx="11574">
                  <c:v>4.0727773865569494</c:v>
                </c:pt>
                <c:pt idx="11575">
                  <c:v>4.0756675238358984</c:v>
                </c:pt>
                <c:pt idx="11576">
                  <c:v>4.0783555010483843</c:v>
                </c:pt>
                <c:pt idx="11577">
                  <c:v>4.0790100090991812</c:v>
                </c:pt>
                <c:pt idx="11578">
                  <c:v>4.0769255054001663</c:v>
                </c:pt>
                <c:pt idx="11579">
                  <c:v>4.0689762234442375</c:v>
                </c:pt>
                <c:pt idx="11580">
                  <c:v>4.0716414922656963</c:v>
                </c:pt>
                <c:pt idx="11581">
                  <c:v>4.075355382363413</c:v>
                </c:pt>
                <c:pt idx="11582">
                  <c:v>4.0743377774261189</c:v>
                </c:pt>
                <c:pt idx="11583">
                  <c:v>4.0793147921034931</c:v>
                </c:pt>
                <c:pt idx="11584">
                  <c:v>4.0746971555168727</c:v>
                </c:pt>
                <c:pt idx="11585">
                  <c:v>4.0705874906041064</c:v>
                </c:pt>
                <c:pt idx="11586">
                  <c:v>4.0703067610871546</c:v>
                </c:pt>
                <c:pt idx="11587">
                  <c:v>4.0721750998931832</c:v>
                </c:pt>
                <c:pt idx="11588">
                  <c:v>4.0727095778771218</c:v>
                </c:pt>
                <c:pt idx="11589">
                  <c:v>4.0755281085571866</c:v>
                </c:pt>
                <c:pt idx="11590">
                  <c:v>4.0781913201724889</c:v>
                </c:pt>
                <c:pt idx="11591">
                  <c:v>4.0750704593108358</c:v>
                </c:pt>
                <c:pt idx="11592">
                  <c:v>4.0683933219923247</c:v>
                </c:pt>
                <c:pt idx="11593">
                  <c:v>4.0709747992245919</c:v>
                </c:pt>
                <c:pt idx="11594">
                  <c:v>4.0698335245480077</c:v>
                </c:pt>
                <c:pt idx="11595">
                  <c:v>4.0704237053447798</c:v>
                </c:pt>
                <c:pt idx="11596">
                  <c:v>4.0728152075008905</c:v>
                </c:pt>
                <c:pt idx="11597">
                  <c:v>4.0653439094829293</c:v>
                </c:pt>
                <c:pt idx="11598">
                  <c:v>4.0661625192863076</c:v>
                </c:pt>
                <c:pt idx="11599">
                  <c:v>4.06693547493769</c:v>
                </c:pt>
                <c:pt idx="11600">
                  <c:v>4.0696053329113422</c:v>
                </c:pt>
                <c:pt idx="11601">
                  <c:v>4.0691195948886341</c:v>
                </c:pt>
                <c:pt idx="11602">
                  <c:v>4.0684453851327298</c:v>
                </c:pt>
                <c:pt idx="11603">
                  <c:v>4.0657975234402821</c:v>
                </c:pt>
                <c:pt idx="11604">
                  <c:v>4.0662628476480593</c:v>
                </c:pt>
                <c:pt idx="11605">
                  <c:v>4.0743373818095501</c:v>
                </c:pt>
                <c:pt idx="11606">
                  <c:v>4.0770825651778297</c:v>
                </c:pt>
                <c:pt idx="11607">
                  <c:v>4.0849024805158844</c:v>
                </c:pt>
                <c:pt idx="11608">
                  <c:v>4.0836088143371443</c:v>
                </c:pt>
                <c:pt idx="11609">
                  <c:v>4.0739757882660124</c:v>
                </c:pt>
                <c:pt idx="11610">
                  <c:v>4.0704425366934371</c:v>
                </c:pt>
                <c:pt idx="11611">
                  <c:v>4.0712324247339478</c:v>
                </c:pt>
                <c:pt idx="11612">
                  <c:v>4.0746199311627169</c:v>
                </c:pt>
                <c:pt idx="11613">
                  <c:v>4.0779526842584168</c:v>
                </c:pt>
                <c:pt idx="11614">
                  <c:v>4.0810080310163386</c:v>
                </c:pt>
                <c:pt idx="11615">
                  <c:v>4.0808482019226968</c:v>
                </c:pt>
                <c:pt idx="11616">
                  <c:v>4.078593108359378</c:v>
                </c:pt>
                <c:pt idx="11617">
                  <c:v>4.0722357083514655</c:v>
                </c:pt>
                <c:pt idx="11618">
                  <c:v>4.0713766665347944</c:v>
                </c:pt>
                <c:pt idx="11619">
                  <c:v>4.07054911579697</c:v>
                </c:pt>
                <c:pt idx="11620">
                  <c:v>4.0650640503224276</c:v>
                </c:pt>
                <c:pt idx="11621">
                  <c:v>4.0603358784665904</c:v>
                </c:pt>
                <c:pt idx="11622">
                  <c:v>4.0540669383233769</c:v>
                </c:pt>
                <c:pt idx="11623">
                  <c:v>4.0546590972029906</c:v>
                </c:pt>
                <c:pt idx="11624">
                  <c:v>4.0560160620326782</c:v>
                </c:pt>
                <c:pt idx="11625">
                  <c:v>4.0500030066859196</c:v>
                </c:pt>
                <c:pt idx="11626">
                  <c:v>4.0466912212683468</c:v>
                </c:pt>
                <c:pt idx="11627">
                  <c:v>4.0492006171618469</c:v>
                </c:pt>
                <c:pt idx="11628">
                  <c:v>4.0512077382600786</c:v>
                </c:pt>
                <c:pt idx="11629">
                  <c:v>4.0480495311943665</c:v>
                </c:pt>
                <c:pt idx="11630">
                  <c:v>4.0497575661668712</c:v>
                </c:pt>
                <c:pt idx="11631">
                  <c:v>4.0551824187996992</c:v>
                </c:pt>
                <c:pt idx="11632">
                  <c:v>4.0537945958776751</c:v>
                </c:pt>
                <c:pt idx="11633">
                  <c:v>4.0580952644696762</c:v>
                </c:pt>
                <c:pt idx="11634">
                  <c:v>4.0681278632749143</c:v>
                </c:pt>
                <c:pt idx="11635">
                  <c:v>4.0754773905131145</c:v>
                </c:pt>
                <c:pt idx="11636">
                  <c:v>4.0786963642837364</c:v>
                </c:pt>
                <c:pt idx="11637">
                  <c:v>4.0764819401036512</c:v>
                </c:pt>
                <c:pt idx="11638">
                  <c:v>4.0703527317324051</c:v>
                </c:pt>
                <c:pt idx="11639">
                  <c:v>4.0663490920599754</c:v>
                </c:pt>
                <c:pt idx="11640">
                  <c:v>4.0620818135063494</c:v>
                </c:pt>
                <c:pt idx="11641">
                  <c:v>4.0588831744273453</c:v>
                </c:pt>
                <c:pt idx="11642">
                  <c:v>4.0627679708826205</c:v>
                </c:pt>
                <c:pt idx="11643">
                  <c:v>4.0653962099932741</c:v>
                </c:pt>
                <c:pt idx="11644">
                  <c:v>4.068169956877794</c:v>
                </c:pt>
                <c:pt idx="11645">
                  <c:v>4.0708586462001026</c:v>
                </c:pt>
                <c:pt idx="11646">
                  <c:v>4.0708492305257744</c:v>
                </c:pt>
                <c:pt idx="11647">
                  <c:v>4.0708512086086168</c:v>
                </c:pt>
                <c:pt idx="11648">
                  <c:v>4.0725383550263086</c:v>
                </c:pt>
                <c:pt idx="11649">
                  <c:v>4.0734455829410132</c:v>
                </c:pt>
                <c:pt idx="11650">
                  <c:v>4.0699804565415203</c:v>
                </c:pt>
                <c:pt idx="11651">
                  <c:v>4.0636846144716543</c:v>
                </c:pt>
                <c:pt idx="11652">
                  <c:v>4.0646655853147129</c:v>
                </c:pt>
                <c:pt idx="11653">
                  <c:v>4.0634515963128539</c:v>
                </c:pt>
                <c:pt idx="11654">
                  <c:v>4.0620989041421058</c:v>
                </c:pt>
                <c:pt idx="11655">
                  <c:v>4.0678692091624793</c:v>
                </c:pt>
                <c:pt idx="11656">
                  <c:v>4.0728569054872015</c:v>
                </c:pt>
                <c:pt idx="11657">
                  <c:v>4.0674293626617084</c:v>
                </c:pt>
                <c:pt idx="11658">
                  <c:v>4.0636015349922854</c:v>
                </c:pt>
                <c:pt idx="11659">
                  <c:v>4.0565580567314159</c:v>
                </c:pt>
                <c:pt idx="11660">
                  <c:v>4.0566431934169405</c:v>
                </c:pt>
                <c:pt idx="11661">
                  <c:v>4.0684339913755592</c:v>
                </c:pt>
                <c:pt idx="11662">
                  <c:v>4.0708778731653279</c:v>
                </c:pt>
                <c:pt idx="11663">
                  <c:v>4.0562883253550659</c:v>
                </c:pt>
                <c:pt idx="11664">
                  <c:v>4.0505639118566288</c:v>
                </c:pt>
                <c:pt idx="11665">
                  <c:v>4.0553873481821423</c:v>
                </c:pt>
                <c:pt idx="11666">
                  <c:v>4.068685840883016</c:v>
                </c:pt>
                <c:pt idx="11667">
                  <c:v>4.0691993511888276</c:v>
                </c:pt>
                <c:pt idx="11668">
                  <c:v>4.0596429956086562</c:v>
                </c:pt>
                <c:pt idx="11669">
                  <c:v>4.0573806227004789</c:v>
                </c:pt>
                <c:pt idx="11670">
                  <c:v>4.0556352415239152</c:v>
                </c:pt>
                <c:pt idx="11671">
                  <c:v>4.0513417731534593</c:v>
                </c:pt>
                <c:pt idx="11672">
                  <c:v>4.049079795861851</c:v>
                </c:pt>
                <c:pt idx="11673">
                  <c:v>4.0549160897258378</c:v>
                </c:pt>
                <c:pt idx="11674">
                  <c:v>4.0675623689520117</c:v>
                </c:pt>
                <c:pt idx="11675">
                  <c:v>4.0721151244214111</c:v>
                </c:pt>
                <c:pt idx="11676">
                  <c:v>4.0660932863868338</c:v>
                </c:pt>
                <c:pt idx="11677">
                  <c:v>4.0606448550065277</c:v>
                </c:pt>
                <c:pt idx="11678">
                  <c:v>4.0558590022550147</c:v>
                </c:pt>
                <c:pt idx="11679">
                  <c:v>4.0480300668591997</c:v>
                </c:pt>
                <c:pt idx="11680">
                  <c:v>4.0392389919689835</c:v>
                </c:pt>
                <c:pt idx="11681">
                  <c:v>4.0345849586580682</c:v>
                </c:pt>
                <c:pt idx="11682">
                  <c:v>4.0376924476797091</c:v>
                </c:pt>
                <c:pt idx="11683">
                  <c:v>4.0420284843929259</c:v>
                </c:pt>
                <c:pt idx="11684">
                  <c:v>4.0523542350753647</c:v>
                </c:pt>
                <c:pt idx="11685">
                  <c:v>4.055596945840092</c:v>
                </c:pt>
                <c:pt idx="11686">
                  <c:v>4.0490299481742298</c:v>
                </c:pt>
                <c:pt idx="11687">
                  <c:v>4.0426099616251925</c:v>
                </c:pt>
                <c:pt idx="11688">
                  <c:v>4.0385847212881272</c:v>
                </c:pt>
                <c:pt idx="11689">
                  <c:v>4.0461697195078532</c:v>
                </c:pt>
                <c:pt idx="11690">
                  <c:v>4.0531658820271392</c:v>
                </c:pt>
                <c:pt idx="11691">
                  <c:v>4.0603529691023459</c:v>
                </c:pt>
                <c:pt idx="11692">
                  <c:v>4.06772425525181</c:v>
                </c:pt>
                <c:pt idx="11693">
                  <c:v>4.0727121098231596</c:v>
                </c:pt>
                <c:pt idx="11694">
                  <c:v>4.0785222929936307</c:v>
                </c:pt>
                <c:pt idx="11695">
                  <c:v>4.0809059619416859</c:v>
                </c:pt>
                <c:pt idx="11696">
                  <c:v>4.0767683664991887</c:v>
                </c:pt>
                <c:pt idx="11697">
                  <c:v>4.0708797721248562</c:v>
                </c:pt>
                <c:pt idx="11698">
                  <c:v>4.0672631245796573</c:v>
                </c:pt>
                <c:pt idx="11699">
                  <c:v>4.0693083831150849</c:v>
                </c:pt>
                <c:pt idx="11700">
                  <c:v>4.076180163785259</c:v>
                </c:pt>
                <c:pt idx="11701">
                  <c:v>4.0749364244174542</c:v>
                </c:pt>
                <c:pt idx="11702">
                  <c:v>4.0677089844522687</c:v>
                </c:pt>
                <c:pt idx="11703">
                  <c:v>4.064576334216877</c:v>
                </c:pt>
                <c:pt idx="11704">
                  <c:v>4.063776476638842</c:v>
                </c:pt>
                <c:pt idx="11705">
                  <c:v>4.0545546544289275</c:v>
                </c:pt>
                <c:pt idx="11706">
                  <c:v>4.058352019622582</c:v>
                </c:pt>
                <c:pt idx="11707">
                  <c:v>4.0724944415872137</c:v>
                </c:pt>
                <c:pt idx="11708">
                  <c:v>4.0789224987142463</c:v>
                </c:pt>
                <c:pt idx="11709">
                  <c:v>4.0794936107924196</c:v>
                </c:pt>
                <c:pt idx="11710">
                  <c:v>4.0781050757605728</c:v>
                </c:pt>
                <c:pt idx="11711">
                  <c:v>4.0727268267595047</c:v>
                </c:pt>
                <c:pt idx="11712">
                  <c:v>4.0777835186137592</c:v>
                </c:pt>
                <c:pt idx="11713">
                  <c:v>4.0843676069153778</c:v>
                </c:pt>
                <c:pt idx="11714">
                  <c:v>4.0788319816433916</c:v>
                </c:pt>
                <c:pt idx="11715">
                  <c:v>4.0693196186256282</c:v>
                </c:pt>
                <c:pt idx="11716">
                  <c:v>4.0648279463543933</c:v>
                </c:pt>
                <c:pt idx="11717">
                  <c:v>4.0619226965225304</c:v>
                </c:pt>
                <c:pt idx="11718">
                  <c:v>4.0597623926890058</c:v>
                </c:pt>
                <c:pt idx="11719">
                  <c:v>4.0617127823713259</c:v>
                </c:pt>
                <c:pt idx="11720">
                  <c:v>4.0633972385963526</c:v>
                </c:pt>
                <c:pt idx="11721">
                  <c:v>4.0718536218696837</c:v>
                </c:pt>
                <c:pt idx="11722">
                  <c:v>4.0839102741622817</c:v>
                </c:pt>
                <c:pt idx="11723">
                  <c:v>4.0823942714720891</c:v>
                </c:pt>
                <c:pt idx="11724">
                  <c:v>4.0761318985639114</c:v>
                </c:pt>
                <c:pt idx="11725">
                  <c:v>4.0753106776911814</c:v>
                </c:pt>
                <c:pt idx="11726">
                  <c:v>4.0704254460576808</c:v>
                </c:pt>
                <c:pt idx="11727">
                  <c:v>4.0663601693238913</c:v>
                </c:pt>
                <c:pt idx="11728">
                  <c:v>4.0637854966966014</c:v>
                </c:pt>
                <c:pt idx="11729">
                  <c:v>4.062932626498398</c:v>
                </c:pt>
                <c:pt idx="11730">
                  <c:v>4.0637892154923447</c:v>
                </c:pt>
                <c:pt idx="11731">
                  <c:v>4.066641769197294</c:v>
                </c:pt>
                <c:pt idx="11732">
                  <c:v>4.0709622186177157</c:v>
                </c:pt>
                <c:pt idx="11733">
                  <c:v>4.074341337975234</c:v>
                </c:pt>
                <c:pt idx="11734">
                  <c:v>4.0779295011275076</c:v>
                </c:pt>
                <c:pt idx="11735">
                  <c:v>4.0714227163033589</c:v>
                </c:pt>
                <c:pt idx="11736">
                  <c:v>4.0685777584365237</c:v>
                </c:pt>
                <c:pt idx="11737">
                  <c:v>4.0754199469873802</c:v>
                </c:pt>
                <c:pt idx="11738">
                  <c:v>4.076173913043478</c:v>
                </c:pt>
                <c:pt idx="11739">
                  <c:v>4.0677383392016457</c:v>
                </c:pt>
                <c:pt idx="11740">
                  <c:v>4.0623410214819797</c:v>
                </c:pt>
                <c:pt idx="11741">
                  <c:v>4.0649490841476439</c:v>
                </c:pt>
                <c:pt idx="11742">
                  <c:v>4.0688410017011511</c:v>
                </c:pt>
                <c:pt idx="11743">
                  <c:v>4.0719503105590062</c:v>
                </c:pt>
                <c:pt idx="11744">
                  <c:v>4.0745870158642248</c:v>
                </c:pt>
                <c:pt idx="11745">
                  <c:v>4.0684480753253949</c:v>
                </c:pt>
                <c:pt idx="11746">
                  <c:v>4.064037267080745</c:v>
                </c:pt>
                <c:pt idx="11747">
                  <c:v>4.0626409779641568</c:v>
                </c:pt>
                <c:pt idx="11748">
                  <c:v>4.0538088380741382</c:v>
                </c:pt>
                <c:pt idx="11749">
                  <c:v>4.0527148000158251</c:v>
                </c:pt>
                <c:pt idx="11750">
                  <c:v>4.0548430589073075</c:v>
                </c:pt>
                <c:pt idx="11751">
                  <c:v>4.0606568026268937</c:v>
                </c:pt>
                <c:pt idx="11752">
                  <c:v>4.0653571230763141</c:v>
                </c:pt>
                <c:pt idx="11753">
                  <c:v>4.0624024211733989</c:v>
                </c:pt>
                <c:pt idx="11754">
                  <c:v>4.0553081457451441</c:v>
                </c:pt>
                <c:pt idx="11755">
                  <c:v>4.0552908177394471</c:v>
                </c:pt>
                <c:pt idx="11756">
                  <c:v>4.0577264707045932</c:v>
                </c:pt>
                <c:pt idx="11757">
                  <c:v>4.0597635795387115</c:v>
                </c:pt>
                <c:pt idx="11758">
                  <c:v>4.0588629188590417</c:v>
                </c:pt>
                <c:pt idx="11759">
                  <c:v>4.0596489298571825</c:v>
                </c:pt>
                <c:pt idx="11760">
                  <c:v>4.0683263045456339</c:v>
                </c:pt>
                <c:pt idx="11761">
                  <c:v>4.0748122799382838</c:v>
                </c:pt>
                <c:pt idx="11762">
                  <c:v>4.0757856549432292</c:v>
                </c:pt>
                <c:pt idx="11763">
                  <c:v>4.075176326304546</c:v>
                </c:pt>
                <c:pt idx="11764">
                  <c:v>4.0745588479645525</c:v>
                </c:pt>
                <c:pt idx="11765">
                  <c:v>4.0760024528227241</c:v>
                </c:pt>
                <c:pt idx="11766">
                  <c:v>4.0736881750207701</c:v>
                </c:pt>
                <c:pt idx="11767">
                  <c:v>4.0636556553388452</c:v>
                </c:pt>
                <c:pt idx="11768">
                  <c:v>4.0651052735688573</c:v>
                </c:pt>
                <c:pt idx="11769">
                  <c:v>4.0746230960952641</c:v>
                </c:pt>
                <c:pt idx="11770">
                  <c:v>4.076543181548443</c:v>
                </c:pt>
                <c:pt idx="11771">
                  <c:v>4.070215373659849</c:v>
                </c:pt>
                <c:pt idx="11772">
                  <c:v>4.0612563199746807</c:v>
                </c:pt>
                <c:pt idx="11773">
                  <c:v>4.0593352059184236</c:v>
                </c:pt>
                <c:pt idx="11774">
                  <c:v>4.0581219290263872</c:v>
                </c:pt>
                <c:pt idx="11775">
                  <c:v>4.0497284487874357</c:v>
                </c:pt>
                <c:pt idx="11776">
                  <c:v>4.0486251533014199</c:v>
                </c:pt>
                <c:pt idx="11777">
                  <c:v>4.0573553823634132</c:v>
                </c:pt>
                <c:pt idx="11778">
                  <c:v>4.0614951141353801</c:v>
                </c:pt>
                <c:pt idx="11779">
                  <c:v>4.0571850298690508</c:v>
                </c:pt>
                <c:pt idx="11780">
                  <c:v>4.0605190489377696</c:v>
                </c:pt>
                <c:pt idx="11781">
                  <c:v>4.0647745381176561</c:v>
                </c:pt>
                <c:pt idx="11782">
                  <c:v>4.0667678917593069</c:v>
                </c:pt>
                <c:pt idx="11783">
                  <c:v>4.0678452347984333</c:v>
                </c:pt>
                <c:pt idx="11784">
                  <c:v>4.0687045931083592</c:v>
                </c:pt>
                <c:pt idx="11785">
                  <c:v>4.0737526605214223</c:v>
                </c:pt>
                <c:pt idx="11786">
                  <c:v>4.0752891561498599</c:v>
                </c:pt>
                <c:pt idx="11787">
                  <c:v>4.0731184080389289</c:v>
                </c:pt>
                <c:pt idx="11788">
                  <c:v>4.067230525774419</c:v>
                </c:pt>
                <c:pt idx="11789">
                  <c:v>4.0547046722316731</c:v>
                </c:pt>
                <c:pt idx="11790">
                  <c:v>4.0502145033033985</c:v>
                </c:pt>
                <c:pt idx="11791">
                  <c:v>4.0507398821062628</c:v>
                </c:pt>
                <c:pt idx="11792">
                  <c:v>4.0507136922894329</c:v>
                </c:pt>
                <c:pt idx="11793">
                  <c:v>4.0530744154765204</c:v>
                </c:pt>
                <c:pt idx="11794">
                  <c:v>4.0441870475135495</c:v>
                </c:pt>
                <c:pt idx="11795">
                  <c:v>4.0422581793725518</c:v>
                </c:pt>
                <c:pt idx="11796">
                  <c:v>4.0472776041460614</c:v>
                </c:pt>
                <c:pt idx="11797">
                  <c:v>4.0542395062705223</c:v>
                </c:pt>
                <c:pt idx="11798">
                  <c:v>4.0588425050441108</c:v>
                </c:pt>
                <c:pt idx="11799">
                  <c:v>4.0611563081061837</c:v>
                </c:pt>
                <c:pt idx="11800">
                  <c:v>4.0684341496221865</c:v>
                </c:pt>
                <c:pt idx="11801">
                  <c:v>4.0730206116232148</c:v>
                </c:pt>
                <c:pt idx="11802">
                  <c:v>4.0771345491949207</c:v>
                </c:pt>
                <c:pt idx="11803">
                  <c:v>4.079469873798315</c:v>
                </c:pt>
                <c:pt idx="11804">
                  <c:v>4.0776607192309218</c:v>
                </c:pt>
                <c:pt idx="11805">
                  <c:v>4.074096055702813</c:v>
                </c:pt>
                <c:pt idx="11806">
                  <c:v>4.0723855679075838</c:v>
                </c:pt>
                <c:pt idx="11807">
                  <c:v>4.065778296475056</c:v>
                </c:pt>
                <c:pt idx="11808">
                  <c:v>4.0574195513708116</c:v>
                </c:pt>
                <c:pt idx="11809">
                  <c:v>4.0592829054080788</c:v>
                </c:pt>
                <c:pt idx="11810">
                  <c:v>4.0726817264707043</c:v>
                </c:pt>
                <c:pt idx="11811">
                  <c:v>4.0745294140918622</c:v>
                </c:pt>
                <c:pt idx="11812">
                  <c:v>4.0687164616054119</c:v>
                </c:pt>
                <c:pt idx="11813">
                  <c:v>4.071191201487518</c:v>
                </c:pt>
                <c:pt idx="11814">
                  <c:v>4.0649403014598251</c:v>
                </c:pt>
                <c:pt idx="11815">
                  <c:v>4.0593427226332235</c:v>
                </c:pt>
                <c:pt idx="11816">
                  <c:v>4.0599742057997386</c:v>
                </c:pt>
                <c:pt idx="11817">
                  <c:v>4.0603399137555884</c:v>
                </c:pt>
                <c:pt idx="11818">
                  <c:v>4.0692851999841757</c:v>
                </c:pt>
                <c:pt idx="11819">
                  <c:v>4.0826221466154999</c:v>
                </c:pt>
                <c:pt idx="11820">
                  <c:v>4.0810934841951179</c:v>
                </c:pt>
                <c:pt idx="11821">
                  <c:v>4.0741370415793012</c:v>
                </c:pt>
                <c:pt idx="11822">
                  <c:v>4.0619191359734144</c:v>
                </c:pt>
                <c:pt idx="11823">
                  <c:v>4.0555787474779441</c:v>
                </c:pt>
                <c:pt idx="11824">
                  <c:v>4.0498727697115955</c:v>
                </c:pt>
                <c:pt idx="11825">
                  <c:v>4.0491319381255684</c:v>
                </c:pt>
                <c:pt idx="11826">
                  <c:v>4.052408592791866</c:v>
                </c:pt>
                <c:pt idx="11827">
                  <c:v>4.0626579103532858</c:v>
                </c:pt>
                <c:pt idx="11828">
                  <c:v>4.0678269573129722</c:v>
                </c:pt>
                <c:pt idx="11829">
                  <c:v>4.0715370494916323</c:v>
                </c:pt>
                <c:pt idx="11830">
                  <c:v>4.0707148791391381</c:v>
                </c:pt>
                <c:pt idx="11831">
                  <c:v>4.0660276140364759</c:v>
                </c:pt>
                <c:pt idx="11832">
                  <c:v>4.0644724453060093</c:v>
                </c:pt>
                <c:pt idx="11833">
                  <c:v>4.0579271274280968</c:v>
                </c:pt>
                <c:pt idx="11834">
                  <c:v>4.0533819677968115</c:v>
                </c:pt>
                <c:pt idx="11835">
                  <c:v>4.0590998140602128</c:v>
                </c:pt>
                <c:pt idx="11836">
                  <c:v>4.0704459389959249</c:v>
                </c:pt>
                <c:pt idx="11837">
                  <c:v>4.0765262491593148</c:v>
                </c:pt>
                <c:pt idx="11838">
                  <c:v>4.0672298136645963</c:v>
                </c:pt>
                <c:pt idx="11839">
                  <c:v>4.0601673458084422</c:v>
                </c:pt>
                <c:pt idx="11840">
                  <c:v>4.0630589864303515</c:v>
                </c:pt>
                <c:pt idx="11841">
                  <c:v>4.0764953910669774</c:v>
                </c:pt>
                <c:pt idx="11842">
                  <c:v>4.0808766863156229</c:v>
                </c:pt>
                <c:pt idx="11843">
                  <c:v>4.0797594651263998</c:v>
                </c:pt>
                <c:pt idx="11844">
                  <c:v>4.0766078252957234</c:v>
                </c:pt>
                <c:pt idx="11845">
                  <c:v>4.0723521778692096</c:v>
                </c:pt>
                <c:pt idx="11846">
                  <c:v>4.0730279700913874</c:v>
                </c:pt>
                <c:pt idx="11847">
                  <c:v>4.0705833761917951</c:v>
                </c:pt>
                <c:pt idx="11848">
                  <c:v>4.0731702338093916</c:v>
                </c:pt>
                <c:pt idx="11849">
                  <c:v>4.0726774538117656</c:v>
                </c:pt>
                <c:pt idx="11850">
                  <c:v>4.0710627052260948</c:v>
                </c:pt>
                <c:pt idx="11851">
                  <c:v>4.0744778256913401</c:v>
                </c:pt>
                <c:pt idx="11852">
                  <c:v>4.0776091308303988</c:v>
                </c:pt>
                <c:pt idx="11853">
                  <c:v>4.0767808679827509</c:v>
                </c:pt>
                <c:pt idx="11854">
                  <c:v>4.0791660402737664</c:v>
                </c:pt>
                <c:pt idx="11855">
                  <c:v>4.077255528741544</c:v>
                </c:pt>
                <c:pt idx="11856">
                  <c:v>4.077274201843573</c:v>
                </c:pt>
                <c:pt idx="11857">
                  <c:v>4.0786287138505362</c:v>
                </c:pt>
                <c:pt idx="11858">
                  <c:v>4.0665403331091508</c:v>
                </c:pt>
                <c:pt idx="11859">
                  <c:v>4.0571930213237328</c:v>
                </c:pt>
                <c:pt idx="11860">
                  <c:v>4.0588405269612693</c:v>
                </c:pt>
                <c:pt idx="11861">
                  <c:v>4.0639759465126399</c:v>
                </c:pt>
                <c:pt idx="11862">
                  <c:v>4.0655507378248998</c:v>
                </c:pt>
                <c:pt idx="11863">
                  <c:v>4.0641548443248805</c:v>
                </c:pt>
                <c:pt idx="11864">
                  <c:v>4.0602647466075883</c:v>
                </c:pt>
                <c:pt idx="11865">
                  <c:v>4.050992364600229</c:v>
                </c:pt>
                <c:pt idx="11866">
                  <c:v>4.0428078490327177</c:v>
                </c:pt>
                <c:pt idx="11867">
                  <c:v>4.0410187917869997</c:v>
                </c:pt>
                <c:pt idx="11868">
                  <c:v>4.036740515092772</c:v>
                </c:pt>
                <c:pt idx="11869">
                  <c:v>4.0460720022154524</c:v>
                </c:pt>
                <c:pt idx="11870">
                  <c:v>4.0626579894765991</c:v>
                </c:pt>
                <c:pt idx="11871">
                  <c:v>4.0708111722118918</c:v>
                </c:pt>
                <c:pt idx="11872">
                  <c:v>4.0631946829133208</c:v>
                </c:pt>
                <c:pt idx="11873">
                  <c:v>4.0530327174902085</c:v>
                </c:pt>
                <c:pt idx="11874">
                  <c:v>4.053961229576295</c:v>
                </c:pt>
                <c:pt idx="11875">
                  <c:v>4.0605023539185821</c:v>
                </c:pt>
                <c:pt idx="11876">
                  <c:v>4.0647348182141867</c:v>
                </c:pt>
                <c:pt idx="11877">
                  <c:v>4.0634285714285712</c:v>
                </c:pt>
                <c:pt idx="11878">
                  <c:v>4.0609308857854964</c:v>
                </c:pt>
                <c:pt idx="11879">
                  <c:v>4.0619603592198441</c:v>
                </c:pt>
                <c:pt idx="11880">
                  <c:v>4.0666162914902877</c:v>
                </c:pt>
                <c:pt idx="11881">
                  <c:v>4.0703767060964511</c:v>
                </c:pt>
                <c:pt idx="11882">
                  <c:v>4.0612569529611902</c:v>
                </c:pt>
                <c:pt idx="11883">
                  <c:v>4.0496717964948372</c:v>
                </c:pt>
                <c:pt idx="11884">
                  <c:v>4.0487450251216517</c:v>
                </c:pt>
                <c:pt idx="11885">
                  <c:v>4.052298374015904</c:v>
                </c:pt>
                <c:pt idx="11886">
                  <c:v>4.0565879653439882</c:v>
                </c:pt>
                <c:pt idx="11887">
                  <c:v>4.0631693634529418</c:v>
                </c:pt>
                <c:pt idx="11888">
                  <c:v>4.0670909522490799</c:v>
                </c:pt>
                <c:pt idx="11889">
                  <c:v>4.0621364877161055</c:v>
                </c:pt>
                <c:pt idx="11890">
                  <c:v>4.055033904339914</c:v>
                </c:pt>
                <c:pt idx="11891">
                  <c:v>4.0571772757843094</c:v>
                </c:pt>
                <c:pt idx="11892">
                  <c:v>4.0539415278711877</c:v>
                </c:pt>
                <c:pt idx="11893">
                  <c:v>4.0535244688847571</c:v>
                </c:pt>
                <c:pt idx="11894">
                  <c:v>4.0555185346362306</c:v>
                </c:pt>
                <c:pt idx="11895">
                  <c:v>4.0577978399335368</c:v>
                </c:pt>
                <c:pt idx="11896">
                  <c:v>4.061753689124501</c:v>
                </c:pt>
                <c:pt idx="11897">
                  <c:v>4.0708353048225661</c:v>
                </c:pt>
                <c:pt idx="11898">
                  <c:v>4.0740355263678447</c:v>
                </c:pt>
                <c:pt idx="11899">
                  <c:v>4.0627164616054117</c:v>
                </c:pt>
                <c:pt idx="11900">
                  <c:v>4.0646951774340305</c:v>
                </c:pt>
                <c:pt idx="11901">
                  <c:v>4.063241840408276</c:v>
                </c:pt>
                <c:pt idx="11902">
                  <c:v>4.0584495786683545</c:v>
                </c:pt>
                <c:pt idx="11903">
                  <c:v>4.0579872611464971</c:v>
                </c:pt>
                <c:pt idx="11904">
                  <c:v>4.0565789452862289</c:v>
                </c:pt>
                <c:pt idx="11905">
                  <c:v>4.0487779404201447</c:v>
                </c:pt>
                <c:pt idx="11906">
                  <c:v>4.0392347193100449</c:v>
                </c:pt>
                <c:pt idx="11907">
                  <c:v>4.0405830596985401</c:v>
                </c:pt>
                <c:pt idx="11908">
                  <c:v>4.0492529967955058</c:v>
                </c:pt>
                <c:pt idx="11909">
                  <c:v>4.051001226411362</c:v>
                </c:pt>
                <c:pt idx="11910">
                  <c:v>4.0492587727974048</c:v>
                </c:pt>
                <c:pt idx="11911">
                  <c:v>4.0503441072912132</c:v>
                </c:pt>
                <c:pt idx="11912">
                  <c:v>4.0502971080428845</c:v>
                </c:pt>
                <c:pt idx="11913">
                  <c:v>4.0554462159275229</c:v>
                </c:pt>
                <c:pt idx="11914">
                  <c:v>4.0618491118408038</c:v>
                </c:pt>
                <c:pt idx="11915">
                  <c:v>4.0622944178502198</c:v>
                </c:pt>
                <c:pt idx="11916">
                  <c:v>4.0556334216877001</c:v>
                </c:pt>
                <c:pt idx="11917">
                  <c:v>4.0485147762788305</c:v>
                </c:pt>
                <c:pt idx="11918">
                  <c:v>4.0497790877081936</c:v>
                </c:pt>
                <c:pt idx="11919">
                  <c:v>4.0565876488507335</c:v>
                </c:pt>
                <c:pt idx="11920">
                  <c:v>4.0678355026308504</c:v>
                </c:pt>
                <c:pt idx="11921">
                  <c:v>4.0752726193772997</c:v>
                </c:pt>
                <c:pt idx="11922">
                  <c:v>4.0792404161886298</c:v>
                </c:pt>
                <c:pt idx="11923">
                  <c:v>4.0847197056612732</c:v>
                </c:pt>
                <c:pt idx="11924">
                  <c:v>4.0848328519998418</c:v>
                </c:pt>
                <c:pt idx="11925">
                  <c:v>4.0805253788028644</c:v>
                </c:pt>
                <c:pt idx="11926">
                  <c:v>4.0749572338489539</c:v>
                </c:pt>
                <c:pt idx="11927">
                  <c:v>4.0714496973533247</c:v>
                </c:pt>
                <c:pt idx="11928">
                  <c:v>4.0702915694109265</c:v>
                </c:pt>
                <c:pt idx="11929">
                  <c:v>4.0717972860703409</c:v>
                </c:pt>
                <c:pt idx="11930">
                  <c:v>4.0708944099378881</c:v>
                </c:pt>
                <c:pt idx="11931">
                  <c:v>4.0748937769513791</c:v>
                </c:pt>
                <c:pt idx="11932">
                  <c:v>4.0771324919887642</c:v>
                </c:pt>
                <c:pt idx="11933">
                  <c:v>4.0724332001424219</c:v>
                </c:pt>
                <c:pt idx="11934">
                  <c:v>4.0716767021402855</c:v>
                </c:pt>
                <c:pt idx="11935">
                  <c:v>4.0656937136527276</c:v>
                </c:pt>
                <c:pt idx="11936">
                  <c:v>4.0692545792617798</c:v>
                </c:pt>
                <c:pt idx="11937">
                  <c:v>4.0750577995806463</c:v>
                </c:pt>
                <c:pt idx="11938">
                  <c:v>4.0695303240099694</c:v>
                </c:pt>
                <c:pt idx="11939">
                  <c:v>4.0649342089646714</c:v>
                </c:pt>
                <c:pt idx="11940">
                  <c:v>4.0623978320212046</c:v>
                </c:pt>
                <c:pt idx="11941">
                  <c:v>4.0651912014875187</c:v>
                </c:pt>
                <c:pt idx="11942">
                  <c:v>4.0724415872136728</c:v>
                </c:pt>
                <c:pt idx="11943">
                  <c:v>4.0767500098904144</c:v>
                </c:pt>
                <c:pt idx="11944">
                  <c:v>4.0749020057760017</c:v>
                </c:pt>
                <c:pt idx="11945">
                  <c:v>4.0717741820627449</c:v>
                </c:pt>
                <c:pt idx="11946">
                  <c:v>4.0741483562131586</c:v>
                </c:pt>
                <c:pt idx="11947">
                  <c:v>4.0755659295011277</c:v>
                </c:pt>
                <c:pt idx="11948">
                  <c:v>4.0692116944257624</c:v>
                </c:pt>
                <c:pt idx="11949">
                  <c:v>4.0610428452743603</c:v>
                </c:pt>
                <c:pt idx="11950">
                  <c:v>4.0649627724809116</c:v>
                </c:pt>
                <c:pt idx="11951">
                  <c:v>4.0707504846302962</c:v>
                </c:pt>
                <c:pt idx="11952">
                  <c:v>4.0696543893658266</c:v>
                </c:pt>
                <c:pt idx="11953">
                  <c:v>4.0631278237132573</c:v>
                </c:pt>
                <c:pt idx="11954">
                  <c:v>4.060778731653282</c:v>
                </c:pt>
                <c:pt idx="11955">
                  <c:v>4.0532721446374174</c:v>
                </c:pt>
                <c:pt idx="11956">
                  <c:v>4.0548330102464689</c:v>
                </c:pt>
                <c:pt idx="11957">
                  <c:v>4.0613989001859396</c:v>
                </c:pt>
                <c:pt idx="11958">
                  <c:v>4.0598086007041978</c:v>
                </c:pt>
                <c:pt idx="11959">
                  <c:v>4.0600503224275029</c:v>
                </c:pt>
                <c:pt idx="11960">
                  <c:v>4.0652988091941289</c:v>
                </c:pt>
                <c:pt idx="11961">
                  <c:v>4.0685010879455632</c:v>
                </c:pt>
                <c:pt idx="11962">
                  <c:v>4.0720575226490485</c:v>
                </c:pt>
                <c:pt idx="11963">
                  <c:v>4.0777290026506314</c:v>
                </c:pt>
                <c:pt idx="11964">
                  <c:v>4.0737506033152666</c:v>
                </c:pt>
                <c:pt idx="11965">
                  <c:v>4.0695092772085291</c:v>
                </c:pt>
                <c:pt idx="11966">
                  <c:v>4.0673297464097793</c:v>
                </c:pt>
                <c:pt idx="11967">
                  <c:v>4.0682535902203583</c:v>
                </c:pt>
                <c:pt idx="11968">
                  <c:v>4.0703718795743162</c:v>
                </c:pt>
                <c:pt idx="11969">
                  <c:v>4.0731863749653838</c:v>
                </c:pt>
                <c:pt idx="11970">
                  <c:v>4.0718762511373976</c:v>
                </c:pt>
                <c:pt idx="11971">
                  <c:v>4.064761641017526</c:v>
                </c:pt>
                <c:pt idx="11972">
                  <c:v>4.0692808482019229</c:v>
                </c:pt>
                <c:pt idx="11973">
                  <c:v>4.0709399058432565</c:v>
                </c:pt>
                <c:pt idx="11974">
                  <c:v>4.0703498832931126</c:v>
                </c:pt>
                <c:pt idx="11975">
                  <c:v>4.0680065672350354</c:v>
                </c:pt>
                <c:pt idx="11976">
                  <c:v>4.06785354274637</c:v>
                </c:pt>
                <c:pt idx="11977">
                  <c:v>4.0708953594176522</c:v>
                </c:pt>
                <c:pt idx="11978">
                  <c:v>4.0729604779048145</c:v>
                </c:pt>
                <c:pt idx="11979">
                  <c:v>4.0679529216283576</c:v>
                </c:pt>
                <c:pt idx="11980">
                  <c:v>4.0571077263915809</c:v>
                </c:pt>
                <c:pt idx="11981">
                  <c:v>4.0548611781461403</c:v>
                </c:pt>
                <c:pt idx="11982">
                  <c:v>4.0507441547652014</c:v>
                </c:pt>
                <c:pt idx="11983">
                  <c:v>4.0526289512204769</c:v>
                </c:pt>
                <c:pt idx="11984">
                  <c:v>4.0521174189975078</c:v>
                </c:pt>
                <c:pt idx="11985">
                  <c:v>4.0492667642520868</c:v>
                </c:pt>
                <c:pt idx="11986">
                  <c:v>4.0593755588084033</c:v>
                </c:pt>
                <c:pt idx="11987">
                  <c:v>4.0654094235866598</c:v>
                </c:pt>
                <c:pt idx="11988">
                  <c:v>4.0622981366459632</c:v>
                </c:pt>
                <c:pt idx="11989">
                  <c:v>4.0679643153855283</c:v>
                </c:pt>
                <c:pt idx="11990">
                  <c:v>4.0727871978478456</c:v>
                </c:pt>
                <c:pt idx="11991">
                  <c:v>4.0807271432527594</c:v>
                </c:pt>
                <c:pt idx="11992">
                  <c:v>4.0890794002452822</c:v>
                </c:pt>
                <c:pt idx="11993">
                  <c:v>4.0828223285991214</c:v>
                </c:pt>
                <c:pt idx="11994">
                  <c:v>4.0740100486608375</c:v>
                </c:pt>
                <c:pt idx="11995">
                  <c:v>4.0645201566641607</c:v>
                </c:pt>
                <c:pt idx="11996">
                  <c:v>4.0610642085690545</c:v>
                </c:pt>
                <c:pt idx="11997">
                  <c:v>4.0688568263638878</c:v>
                </c:pt>
                <c:pt idx="11998">
                  <c:v>4.0753813348103023</c:v>
                </c:pt>
                <c:pt idx="11999">
                  <c:v>4.0790254381453499</c:v>
                </c:pt>
                <c:pt idx="12000">
                  <c:v>4.0783074731969773</c:v>
                </c:pt>
                <c:pt idx="12001">
                  <c:v>4.0671885904181666</c:v>
                </c:pt>
                <c:pt idx="12002">
                  <c:v>4.0657555089607156</c:v>
                </c:pt>
                <c:pt idx="12003">
                  <c:v>4.058112513352059</c:v>
                </c:pt>
                <c:pt idx="12004">
                  <c:v>4.0481553190647626</c:v>
                </c:pt>
                <c:pt idx="12005">
                  <c:v>4.0516265379594101</c:v>
                </c:pt>
                <c:pt idx="12006">
                  <c:v>4.0583206867903625</c:v>
                </c:pt>
                <c:pt idx="12007">
                  <c:v>4.063071250543973</c:v>
                </c:pt>
                <c:pt idx="12008">
                  <c:v>4.0661327689203626</c:v>
                </c:pt>
                <c:pt idx="12009">
                  <c:v>4.0698957945958778</c:v>
                </c:pt>
                <c:pt idx="12010">
                  <c:v>4.0700056968785852</c:v>
                </c:pt>
                <c:pt idx="12011">
                  <c:v>4.0628258100249237</c:v>
                </c:pt>
                <c:pt idx="12012">
                  <c:v>4.0541140166950189</c:v>
                </c:pt>
                <c:pt idx="12013">
                  <c:v>4.054436681568224</c:v>
                </c:pt>
                <c:pt idx="12014">
                  <c:v>4.0530005934248523</c:v>
                </c:pt>
                <c:pt idx="12015">
                  <c:v>4.0528917197452232</c:v>
                </c:pt>
                <c:pt idx="12016">
                  <c:v>4.0545909720299083</c:v>
                </c:pt>
                <c:pt idx="12017">
                  <c:v>4.0614944020255566</c:v>
                </c:pt>
                <c:pt idx="12018">
                  <c:v>4.066323139613087</c:v>
                </c:pt>
                <c:pt idx="12019">
                  <c:v>4.0719188986034736</c:v>
                </c:pt>
                <c:pt idx="12020">
                  <c:v>4.0728736796297031</c:v>
                </c:pt>
                <c:pt idx="12021">
                  <c:v>4.0706359931953946</c:v>
                </c:pt>
                <c:pt idx="12022">
                  <c:v>4.0640349725046487</c:v>
                </c:pt>
                <c:pt idx="12023">
                  <c:v>4.062058076512244</c:v>
                </c:pt>
                <c:pt idx="12024">
                  <c:v>4.0608003323179176</c:v>
                </c:pt>
                <c:pt idx="12025">
                  <c:v>4.0621206630533688</c:v>
                </c:pt>
                <c:pt idx="12026">
                  <c:v>4.0640936028800887</c:v>
                </c:pt>
                <c:pt idx="12027">
                  <c:v>4.064431459429521</c:v>
                </c:pt>
                <c:pt idx="12028">
                  <c:v>4.06814194722475</c:v>
                </c:pt>
                <c:pt idx="12029">
                  <c:v>4.0738855876884124</c:v>
                </c:pt>
                <c:pt idx="12030">
                  <c:v>4.0755733670926135</c:v>
                </c:pt>
                <c:pt idx="12031">
                  <c:v>4.0701595126003873</c:v>
                </c:pt>
                <c:pt idx="12032">
                  <c:v>4.0658137437195867</c:v>
                </c:pt>
                <c:pt idx="12033">
                  <c:v>4.0686958104205404</c:v>
                </c:pt>
                <c:pt idx="12034">
                  <c:v>4.066524033706532</c:v>
                </c:pt>
                <c:pt idx="12035">
                  <c:v>4.0569199667682083</c:v>
                </c:pt>
                <c:pt idx="12036">
                  <c:v>4.0603810578787041</c:v>
                </c:pt>
                <c:pt idx="12037">
                  <c:v>4.0706085374055467</c:v>
                </c:pt>
                <c:pt idx="12038">
                  <c:v>4.0655785101080033</c:v>
                </c:pt>
                <c:pt idx="12039">
                  <c:v>4.0521717767140091</c:v>
                </c:pt>
                <c:pt idx="12040">
                  <c:v>4.0507912331368434</c:v>
                </c:pt>
                <c:pt idx="12041">
                  <c:v>4.0593932824306682</c:v>
                </c:pt>
                <c:pt idx="12042">
                  <c:v>4.0670297108042881</c:v>
                </c:pt>
                <c:pt idx="12043">
                  <c:v>4.0653280848201927</c:v>
                </c:pt>
                <c:pt idx="12044">
                  <c:v>4.0629660956600864</c:v>
                </c:pt>
                <c:pt idx="12045">
                  <c:v>4.0653613166119396</c:v>
                </c:pt>
                <c:pt idx="12046">
                  <c:v>4.0604325671559121</c:v>
                </c:pt>
                <c:pt idx="12047">
                  <c:v>4.0646371800451</c:v>
                </c:pt>
                <c:pt idx="12048">
                  <c:v>4.0670826443011432</c:v>
                </c:pt>
                <c:pt idx="12049">
                  <c:v>4.0648134667879887</c:v>
                </c:pt>
                <c:pt idx="12050">
                  <c:v>4.0628481227993829</c:v>
                </c:pt>
                <c:pt idx="12051">
                  <c:v>4.0647102899869445</c:v>
                </c:pt>
                <c:pt idx="12052">
                  <c:v>4.0713839458796537</c:v>
                </c:pt>
                <c:pt idx="12053">
                  <c:v>4.0740102069074648</c:v>
                </c:pt>
                <c:pt idx="12054">
                  <c:v>4.0741133045851958</c:v>
                </c:pt>
                <c:pt idx="12055">
                  <c:v>4.0764540095739212</c:v>
                </c:pt>
                <c:pt idx="12056">
                  <c:v>4.0717297147604539</c:v>
                </c:pt>
                <c:pt idx="12057">
                  <c:v>4.0691863749653834</c:v>
                </c:pt>
                <c:pt idx="12058">
                  <c:v>4.0693624243383315</c:v>
                </c:pt>
                <c:pt idx="12059">
                  <c:v>4.0678914428136252</c:v>
                </c:pt>
                <c:pt idx="12060">
                  <c:v>4.0645014835621316</c:v>
                </c:pt>
                <c:pt idx="12061">
                  <c:v>4.0604870039957275</c:v>
                </c:pt>
                <c:pt idx="12062">
                  <c:v>4.0568429006606799</c:v>
                </c:pt>
                <c:pt idx="12063">
                  <c:v>4.0576051746647153</c:v>
                </c:pt>
                <c:pt idx="12064">
                  <c:v>4.0558041697986313</c:v>
                </c:pt>
                <c:pt idx="12065">
                  <c:v>4.0531578114491431</c:v>
                </c:pt>
                <c:pt idx="12066">
                  <c:v>4.0502758238715035</c:v>
                </c:pt>
                <c:pt idx="12067">
                  <c:v>4.0478923922933889</c:v>
                </c:pt>
                <c:pt idx="12068">
                  <c:v>4.0582472603552633</c:v>
                </c:pt>
                <c:pt idx="12069">
                  <c:v>4.0646951774340305</c:v>
                </c:pt>
                <c:pt idx="12070">
                  <c:v>4.0696162519286307</c:v>
                </c:pt>
                <c:pt idx="12071">
                  <c:v>4.0651502156110295</c:v>
                </c:pt>
                <c:pt idx="12072">
                  <c:v>4.0537915891917553</c:v>
                </c:pt>
                <c:pt idx="12073">
                  <c:v>4.0474879930371488</c:v>
                </c:pt>
                <c:pt idx="12074">
                  <c:v>4.0375517664279776</c:v>
                </c:pt>
                <c:pt idx="12075">
                  <c:v>4.0364040036396727</c:v>
                </c:pt>
                <c:pt idx="12076">
                  <c:v>4.0418525141432919</c:v>
                </c:pt>
                <c:pt idx="12077">
                  <c:v>4.0501917949123714</c:v>
                </c:pt>
                <c:pt idx="12078">
                  <c:v>4.0554944811488705</c:v>
                </c:pt>
                <c:pt idx="12079">
                  <c:v>4.062245598765676</c:v>
                </c:pt>
                <c:pt idx="12080">
                  <c:v>4.0682083316849313</c:v>
                </c:pt>
                <c:pt idx="12081">
                  <c:v>4.0656254302330179</c:v>
                </c:pt>
                <c:pt idx="12082">
                  <c:v>4.0661594334770736</c:v>
                </c:pt>
                <c:pt idx="12083">
                  <c:v>4.0678619298176208</c:v>
                </c:pt>
                <c:pt idx="12084">
                  <c:v>4.06699323495668</c:v>
                </c:pt>
                <c:pt idx="12085">
                  <c:v>4.0700602919650279</c:v>
                </c:pt>
                <c:pt idx="12086">
                  <c:v>4.0750832772876526</c:v>
                </c:pt>
                <c:pt idx="12087">
                  <c:v>4.0742701269929187</c:v>
                </c:pt>
                <c:pt idx="12088">
                  <c:v>4.0728970210072397</c:v>
                </c:pt>
                <c:pt idx="12089">
                  <c:v>4.0756025635953632</c:v>
                </c:pt>
                <c:pt idx="12090">
                  <c:v>4.0732633619495981</c:v>
                </c:pt>
                <c:pt idx="12091">
                  <c:v>4.0714864896941885</c:v>
                </c:pt>
                <c:pt idx="12092">
                  <c:v>4.0713190647624327</c:v>
                </c:pt>
                <c:pt idx="12093">
                  <c:v>4.063923566878981</c:v>
                </c:pt>
                <c:pt idx="12094">
                  <c:v>4.0617813822842903</c:v>
                </c:pt>
                <c:pt idx="12095">
                  <c:v>4.0701546860782534</c:v>
                </c:pt>
                <c:pt idx="12096">
                  <c:v>4.071536495628437</c:v>
                </c:pt>
                <c:pt idx="12097">
                  <c:v>4.0647507220002375</c:v>
                </c:pt>
                <c:pt idx="12098">
                  <c:v>4.0654825335285043</c:v>
                </c:pt>
                <c:pt idx="12099">
                  <c:v>4.0671437274993076</c:v>
                </c:pt>
                <c:pt idx="12100">
                  <c:v>4.0688865767298337</c:v>
                </c:pt>
                <c:pt idx="12101">
                  <c:v>4.0709842148989202</c:v>
                </c:pt>
                <c:pt idx="12102">
                  <c:v>4.0702489219448514</c:v>
                </c:pt>
                <c:pt idx="12103">
                  <c:v>4.0724899315583336</c:v>
                </c:pt>
                <c:pt idx="12104">
                  <c:v>4.0778017960992203</c:v>
                </c:pt>
                <c:pt idx="12105">
                  <c:v>4.0753860030858089</c:v>
                </c:pt>
                <c:pt idx="12106">
                  <c:v>4.0724031332832222</c:v>
                </c:pt>
                <c:pt idx="12107">
                  <c:v>4.0709981406021285</c:v>
                </c:pt>
                <c:pt idx="12108">
                  <c:v>4.0675165565533886</c:v>
                </c:pt>
                <c:pt idx="12109">
                  <c:v>4.0572152549748788</c:v>
                </c:pt>
                <c:pt idx="12110">
                  <c:v>4.0534474027772287</c:v>
                </c:pt>
                <c:pt idx="12111">
                  <c:v>4.0581675831783839</c:v>
                </c:pt>
                <c:pt idx="12112">
                  <c:v>4.0582666455671159</c:v>
                </c:pt>
                <c:pt idx="12113">
                  <c:v>4.0550691933378173</c:v>
                </c:pt>
                <c:pt idx="12114">
                  <c:v>4.053783914230328</c:v>
                </c:pt>
                <c:pt idx="12115">
                  <c:v>4.0584658780709733</c:v>
                </c:pt>
                <c:pt idx="12116">
                  <c:v>4.0602215452783161</c:v>
                </c:pt>
                <c:pt idx="12117">
                  <c:v>4.0599787949519328</c:v>
                </c:pt>
                <c:pt idx="12118">
                  <c:v>4.0606435099101947</c:v>
                </c:pt>
                <c:pt idx="12119">
                  <c:v>4.064697630256755</c:v>
                </c:pt>
                <c:pt idx="12120">
                  <c:v>4.066336907069668</c:v>
                </c:pt>
                <c:pt idx="12121">
                  <c:v>4.0688700399572735</c:v>
                </c:pt>
                <c:pt idx="12122">
                  <c:v>4.0743238517229106</c:v>
                </c:pt>
                <c:pt idx="12123">
                  <c:v>4.0771393757170546</c:v>
                </c:pt>
                <c:pt idx="12124">
                  <c:v>4.0776820034023027</c:v>
                </c:pt>
                <c:pt idx="12125">
                  <c:v>4.0705905764133403</c:v>
                </c:pt>
                <c:pt idx="12126">
                  <c:v>4.0620843454523872</c:v>
                </c:pt>
                <c:pt idx="12127">
                  <c:v>4.0594555524785374</c:v>
                </c:pt>
                <c:pt idx="12128">
                  <c:v>4.0566897179253871</c:v>
                </c:pt>
                <c:pt idx="12129">
                  <c:v>4.0644521106143925</c:v>
                </c:pt>
                <c:pt idx="12130">
                  <c:v>4.0817834394904455</c:v>
                </c:pt>
                <c:pt idx="12131">
                  <c:v>4.0884709419630498</c:v>
                </c:pt>
                <c:pt idx="12132">
                  <c:v>4.0816196542311189</c:v>
                </c:pt>
                <c:pt idx="12133">
                  <c:v>4.0730752067096567</c:v>
                </c:pt>
                <c:pt idx="12134">
                  <c:v>4.0714815049254263</c:v>
                </c:pt>
                <c:pt idx="12135">
                  <c:v>4.0706360723187087</c:v>
                </c:pt>
                <c:pt idx="12136">
                  <c:v>4.0734180480278512</c:v>
                </c:pt>
                <c:pt idx="12137">
                  <c:v>4.0738920758001349</c:v>
                </c:pt>
                <c:pt idx="12138">
                  <c:v>4.074112513352059</c:v>
                </c:pt>
                <c:pt idx="12139">
                  <c:v>4.0675249436246386</c:v>
                </c:pt>
                <c:pt idx="12140">
                  <c:v>4.0666086956521736</c:v>
                </c:pt>
                <c:pt idx="12141">
                  <c:v>4.0711873244451482</c:v>
                </c:pt>
                <c:pt idx="12142">
                  <c:v>4.0724768762115762</c:v>
                </c:pt>
                <c:pt idx="12143">
                  <c:v>4.0708484392926376</c:v>
                </c:pt>
                <c:pt idx="12144">
                  <c:v>4.0762136329469474</c:v>
                </c:pt>
                <c:pt idx="12145">
                  <c:v>4.0804715749495593</c:v>
                </c:pt>
                <c:pt idx="12146">
                  <c:v>4.0815547731138979</c:v>
                </c:pt>
                <c:pt idx="12147">
                  <c:v>4.0767975630019384</c:v>
                </c:pt>
                <c:pt idx="12148">
                  <c:v>4.0683875459904257</c:v>
                </c:pt>
                <c:pt idx="12149">
                  <c:v>4.0651533014202634</c:v>
                </c:pt>
                <c:pt idx="12150">
                  <c:v>4.0668810380978755</c:v>
                </c:pt>
                <c:pt idx="12151">
                  <c:v>4.0723646002294576</c:v>
                </c:pt>
                <c:pt idx="12152">
                  <c:v>4.0751534596668906</c:v>
                </c:pt>
                <c:pt idx="12153">
                  <c:v>4.0699791905685014</c:v>
                </c:pt>
                <c:pt idx="12154">
                  <c:v>4.0683440281678998</c:v>
                </c:pt>
                <c:pt idx="12155">
                  <c:v>4.0647725600348146</c:v>
                </c:pt>
                <c:pt idx="12156">
                  <c:v>4.0638530680064884</c:v>
                </c:pt>
                <c:pt idx="12157">
                  <c:v>4.069628832535507</c:v>
                </c:pt>
                <c:pt idx="12158">
                  <c:v>4.0746845749099974</c:v>
                </c:pt>
                <c:pt idx="12159">
                  <c:v>4.0679348023895239</c:v>
                </c:pt>
                <c:pt idx="12160">
                  <c:v>4.0654078411203862</c:v>
                </c:pt>
                <c:pt idx="12161">
                  <c:v>4.0661322150571664</c:v>
                </c:pt>
                <c:pt idx="12162">
                  <c:v>4.0668432962772485</c:v>
                </c:pt>
                <c:pt idx="12163">
                  <c:v>4.0635591248961509</c:v>
                </c:pt>
                <c:pt idx="12164">
                  <c:v>4.0583989397475966</c:v>
                </c:pt>
                <c:pt idx="12165">
                  <c:v>4.0667565771254504</c:v>
                </c:pt>
                <c:pt idx="12166">
                  <c:v>4.0754388574593507</c:v>
                </c:pt>
                <c:pt idx="12167">
                  <c:v>4.0694428927483486</c:v>
                </c:pt>
                <c:pt idx="12168">
                  <c:v>4.0648902164022633</c:v>
                </c:pt>
                <c:pt idx="12169">
                  <c:v>4.064432329785971</c:v>
                </c:pt>
                <c:pt idx="12170">
                  <c:v>4.0625677097756858</c:v>
                </c:pt>
                <c:pt idx="12171">
                  <c:v>4.0673812556869882</c:v>
                </c:pt>
                <c:pt idx="12172">
                  <c:v>4.0730335087233449</c:v>
                </c:pt>
                <c:pt idx="12173">
                  <c:v>4.0719292637575659</c:v>
                </c:pt>
                <c:pt idx="12174">
                  <c:v>4.0628707520670968</c:v>
                </c:pt>
                <c:pt idx="12175">
                  <c:v>4.0549619812477751</c:v>
                </c:pt>
                <c:pt idx="12176">
                  <c:v>4.0551287731930215</c:v>
                </c:pt>
                <c:pt idx="12177">
                  <c:v>4.0565335285041737</c:v>
                </c:pt>
                <c:pt idx="12178">
                  <c:v>4.0574508050797169</c:v>
                </c:pt>
                <c:pt idx="12179">
                  <c:v>4.0523413379752347</c:v>
                </c:pt>
                <c:pt idx="12180">
                  <c:v>4.0472674763619096</c:v>
                </c:pt>
                <c:pt idx="12181">
                  <c:v>4.0408695652173909</c:v>
                </c:pt>
                <c:pt idx="12182">
                  <c:v>4.0325399374925821</c:v>
                </c:pt>
                <c:pt idx="12183">
                  <c:v>4.0370194247735096</c:v>
                </c:pt>
                <c:pt idx="12184">
                  <c:v>4.0486419274439216</c:v>
                </c:pt>
                <c:pt idx="12185">
                  <c:v>4.0587059382046924</c:v>
                </c:pt>
                <c:pt idx="12186">
                  <c:v>4.0640875895082482</c:v>
                </c:pt>
                <c:pt idx="12187">
                  <c:v>4.061046722316731</c:v>
                </c:pt>
                <c:pt idx="12188">
                  <c:v>4.0563238517229099</c:v>
                </c:pt>
                <c:pt idx="12189">
                  <c:v>4.0566017328005701</c:v>
                </c:pt>
                <c:pt idx="12190">
                  <c:v>4.0529190172884437</c:v>
                </c:pt>
                <c:pt idx="12191">
                  <c:v>4.0521470111168254</c:v>
                </c:pt>
                <c:pt idx="12192">
                  <c:v>4.0591613719982593</c:v>
                </c:pt>
                <c:pt idx="12193">
                  <c:v>4.0620978755390276</c:v>
                </c:pt>
                <c:pt idx="12194">
                  <c:v>4.0656407010325593</c:v>
                </c:pt>
                <c:pt idx="12195">
                  <c:v>4.0742749535150535</c:v>
                </c:pt>
                <c:pt idx="12196">
                  <c:v>4.076680064881117</c:v>
                </c:pt>
                <c:pt idx="12197">
                  <c:v>4.0729003441864142</c:v>
                </c:pt>
                <c:pt idx="12198">
                  <c:v>4.0732116944257628</c:v>
                </c:pt>
                <c:pt idx="12199">
                  <c:v>4.0739234086323535</c:v>
                </c:pt>
                <c:pt idx="12200">
                  <c:v>4.0755842861099021</c:v>
                </c:pt>
                <c:pt idx="12201">
                  <c:v>4.0793171658029035</c:v>
                </c:pt>
                <c:pt idx="12202">
                  <c:v>4.076872492779998</c:v>
                </c:pt>
                <c:pt idx="12203">
                  <c:v>4.0711431736361119</c:v>
                </c:pt>
                <c:pt idx="12204">
                  <c:v>4.0706406614709021</c:v>
                </c:pt>
                <c:pt idx="12205">
                  <c:v>4.0726249159314794</c:v>
                </c:pt>
                <c:pt idx="12206">
                  <c:v>4.0668724927799973</c:v>
                </c:pt>
                <c:pt idx="12207">
                  <c:v>4.0634907623531271</c:v>
                </c:pt>
                <c:pt idx="12208">
                  <c:v>4.0572266487320485</c:v>
                </c:pt>
                <c:pt idx="12209">
                  <c:v>4.0539462752700084</c:v>
                </c:pt>
                <c:pt idx="12210">
                  <c:v>4.0536242433833127</c:v>
                </c:pt>
                <c:pt idx="12211">
                  <c:v>4.0561142540649602</c:v>
                </c:pt>
                <c:pt idx="12212">
                  <c:v>4.05234189183843</c:v>
                </c:pt>
                <c:pt idx="12213">
                  <c:v>4.0482789096807377</c:v>
                </c:pt>
                <c:pt idx="12214">
                  <c:v>4.0461766032361437</c:v>
                </c:pt>
                <c:pt idx="12215">
                  <c:v>4.0510920599754714</c:v>
                </c:pt>
                <c:pt idx="12216">
                  <c:v>4.0574098192032286</c:v>
                </c:pt>
                <c:pt idx="12217">
                  <c:v>4.0595046880563359</c:v>
                </c:pt>
                <c:pt idx="12218">
                  <c:v>4.0574852237211694</c:v>
                </c:pt>
                <c:pt idx="12219">
                  <c:v>4.0635391858211021</c:v>
                </c:pt>
                <c:pt idx="12220">
                  <c:v>4.069142224156348</c:v>
                </c:pt>
                <c:pt idx="12221">
                  <c:v>4.068625865411243</c:v>
                </c:pt>
                <c:pt idx="12222">
                  <c:v>4.0687376666534796</c:v>
                </c:pt>
                <c:pt idx="12223">
                  <c:v>4.0665197610475925</c:v>
                </c:pt>
                <c:pt idx="12224">
                  <c:v>4.0649706056889663</c:v>
                </c:pt>
                <c:pt idx="12225">
                  <c:v>4.066753253946275</c:v>
                </c:pt>
                <c:pt idx="12226">
                  <c:v>4.0678141393361553</c:v>
                </c:pt>
                <c:pt idx="12227">
                  <c:v>4.0642299323495665</c:v>
                </c:pt>
                <c:pt idx="12228">
                  <c:v>4.0604593108359381</c:v>
                </c:pt>
                <c:pt idx="12229">
                  <c:v>4.0603580329944222</c:v>
                </c:pt>
                <c:pt idx="12230">
                  <c:v>4.0656338173042688</c:v>
                </c:pt>
                <c:pt idx="12231">
                  <c:v>4.0640738220516672</c:v>
                </c:pt>
                <c:pt idx="12232">
                  <c:v>4.0629984570953832</c:v>
                </c:pt>
                <c:pt idx="12233">
                  <c:v>4.0612833010246465</c:v>
                </c:pt>
                <c:pt idx="12234">
                  <c:v>4.057660165367726</c:v>
                </c:pt>
                <c:pt idx="12235">
                  <c:v>4.0541705898643032</c:v>
                </c:pt>
                <c:pt idx="12236">
                  <c:v>4.0565580567314159</c:v>
                </c:pt>
                <c:pt idx="12237">
                  <c:v>4.0580553863195794</c:v>
                </c:pt>
                <c:pt idx="12238">
                  <c:v>4.0595185346362301</c:v>
                </c:pt>
                <c:pt idx="12239">
                  <c:v>4.0614979625746725</c:v>
                </c:pt>
                <c:pt idx="12240">
                  <c:v>4.0605714285714285</c:v>
                </c:pt>
                <c:pt idx="12241">
                  <c:v>4.0586279226173989</c:v>
                </c:pt>
                <c:pt idx="12242">
                  <c:v>4.0544106499980224</c:v>
                </c:pt>
                <c:pt idx="12243">
                  <c:v>4.0545440519048936</c:v>
                </c:pt>
                <c:pt idx="12244">
                  <c:v>4.0606884519523678</c:v>
                </c:pt>
                <c:pt idx="12245">
                  <c:v>4.066327570518653</c:v>
                </c:pt>
                <c:pt idx="12246">
                  <c:v>4.0709199667682086</c:v>
                </c:pt>
                <c:pt idx="12247">
                  <c:v>4.0724335957589908</c:v>
                </c:pt>
                <c:pt idx="12248">
                  <c:v>4.0727796020097324</c:v>
                </c:pt>
                <c:pt idx="12249">
                  <c:v>4.0733189856391183</c:v>
                </c:pt>
                <c:pt idx="12250">
                  <c:v>4.0772080547533331</c:v>
                </c:pt>
                <c:pt idx="12251">
                  <c:v>4.0796494837203783</c:v>
                </c:pt>
                <c:pt idx="12252">
                  <c:v>4.0783867547572896</c:v>
                </c:pt>
                <c:pt idx="12253">
                  <c:v>4.0853368675080111</c:v>
                </c:pt>
                <c:pt idx="12254">
                  <c:v>4.0946314831665154</c:v>
                </c:pt>
                <c:pt idx="12255">
                  <c:v>4.0850267041183681</c:v>
                </c:pt>
                <c:pt idx="12256">
                  <c:v>4.0722509791510069</c:v>
                </c:pt>
                <c:pt idx="12257">
                  <c:v>4.0609630098508527</c:v>
                </c:pt>
                <c:pt idx="12258">
                  <c:v>4.0527557067689992</c:v>
                </c:pt>
                <c:pt idx="12259">
                  <c:v>4.0503367488230406</c:v>
                </c:pt>
                <c:pt idx="12260">
                  <c:v>4.0508071369228942</c:v>
                </c:pt>
                <c:pt idx="12261">
                  <c:v>4.0482891957115168</c:v>
                </c:pt>
                <c:pt idx="12262">
                  <c:v>4.0506245203149112</c:v>
                </c:pt>
                <c:pt idx="12263">
                  <c:v>4.0575313526130472</c:v>
                </c:pt>
                <c:pt idx="12264">
                  <c:v>4.0554221624401627</c:v>
                </c:pt>
                <c:pt idx="12265">
                  <c:v>4.0611172211892237</c:v>
                </c:pt>
                <c:pt idx="12266">
                  <c:v>4.0656964829687068</c:v>
                </c:pt>
                <c:pt idx="12267">
                  <c:v>4.0644454642560435</c:v>
                </c:pt>
                <c:pt idx="12268">
                  <c:v>4.0646284764805953</c:v>
                </c:pt>
                <c:pt idx="12269">
                  <c:v>4.0645904181667127</c:v>
                </c:pt>
                <c:pt idx="12270">
                  <c:v>4.0716342920441511</c:v>
                </c:pt>
                <c:pt idx="12271">
                  <c:v>4.0711476045416779</c:v>
                </c:pt>
                <c:pt idx="12272">
                  <c:v>4.0691634292044148</c:v>
                </c:pt>
                <c:pt idx="12273">
                  <c:v>4.0629977449855597</c:v>
                </c:pt>
                <c:pt idx="12274">
                  <c:v>4.0608456699766586</c:v>
                </c:pt>
                <c:pt idx="12275">
                  <c:v>4.0645528345927131</c:v>
                </c:pt>
                <c:pt idx="12276">
                  <c:v>4.065665941369625</c:v>
                </c:pt>
                <c:pt idx="12277">
                  <c:v>4.071177434030937</c:v>
                </c:pt>
                <c:pt idx="12278">
                  <c:v>4.0772238002927566</c:v>
                </c:pt>
                <c:pt idx="12279">
                  <c:v>4.0789592119317959</c:v>
                </c:pt>
                <c:pt idx="12280">
                  <c:v>4.0752855164774298</c:v>
                </c:pt>
                <c:pt idx="12281">
                  <c:v>4.0686812517308226</c:v>
                </c:pt>
                <c:pt idx="12282">
                  <c:v>4.0667405150927722</c:v>
                </c:pt>
                <c:pt idx="12283">
                  <c:v>4.075198559955691</c:v>
                </c:pt>
                <c:pt idx="12284">
                  <c:v>4.0751823396763855</c:v>
                </c:pt>
                <c:pt idx="12285">
                  <c:v>4.0745057562210709</c:v>
                </c:pt>
                <c:pt idx="12286">
                  <c:v>4.0697120702615024</c:v>
                </c:pt>
                <c:pt idx="12287">
                  <c:v>4.0674225580567311</c:v>
                </c:pt>
                <c:pt idx="12288">
                  <c:v>4.066219171578906</c:v>
                </c:pt>
                <c:pt idx="12289">
                  <c:v>4.0599548205878859</c:v>
                </c:pt>
                <c:pt idx="12290">
                  <c:v>4.0525407287257194</c:v>
                </c:pt>
                <c:pt idx="12291">
                  <c:v>4.052292598014005</c:v>
                </c:pt>
                <c:pt idx="12292">
                  <c:v>4.0561727261937728</c:v>
                </c:pt>
                <c:pt idx="12293">
                  <c:v>4.0533958143767057</c:v>
                </c:pt>
                <c:pt idx="12294">
                  <c:v>4.0540037979190569</c:v>
                </c:pt>
                <c:pt idx="12295">
                  <c:v>4.0597780591051151</c:v>
                </c:pt>
                <c:pt idx="12296">
                  <c:v>4.0652730149938678</c:v>
                </c:pt>
                <c:pt idx="12297">
                  <c:v>4.0680203346916173</c:v>
                </c:pt>
                <c:pt idx="12298">
                  <c:v>4.0611577323258299</c:v>
                </c:pt>
                <c:pt idx="12299">
                  <c:v>4.0535778771214934</c:v>
                </c:pt>
                <c:pt idx="12300">
                  <c:v>4.0620218380345765</c:v>
                </c:pt>
                <c:pt idx="12301">
                  <c:v>4.0669241603038335</c:v>
                </c:pt>
                <c:pt idx="12302">
                  <c:v>4.0641428175812004</c:v>
                </c:pt>
                <c:pt idx="12303">
                  <c:v>4.0686486529255843</c:v>
                </c:pt>
                <c:pt idx="12304">
                  <c:v>4.073490366736559</c:v>
                </c:pt>
                <c:pt idx="12305">
                  <c:v>4.067990426079044</c:v>
                </c:pt>
                <c:pt idx="12306">
                  <c:v>4.0623612770502833</c:v>
                </c:pt>
                <c:pt idx="12307">
                  <c:v>4.0598396170431617</c:v>
                </c:pt>
                <c:pt idx="12308">
                  <c:v>4.0630126992918463</c:v>
                </c:pt>
                <c:pt idx="12309">
                  <c:v>4.0706397119911379</c:v>
                </c:pt>
                <c:pt idx="12310">
                  <c:v>4.0759927206551412</c:v>
                </c:pt>
                <c:pt idx="12311">
                  <c:v>4.0761238279859162</c:v>
                </c:pt>
                <c:pt idx="12312">
                  <c:v>4.0718003718795739</c:v>
                </c:pt>
                <c:pt idx="12313">
                  <c:v>4.063659136764648</c:v>
                </c:pt>
                <c:pt idx="12314">
                  <c:v>4.0585487201804016</c:v>
                </c:pt>
                <c:pt idx="12315">
                  <c:v>4.0531517980773035</c:v>
                </c:pt>
                <c:pt idx="12316">
                  <c:v>4.0529412509395897</c:v>
                </c:pt>
                <c:pt idx="12317">
                  <c:v>4.0554145666020496</c:v>
                </c:pt>
                <c:pt idx="12318">
                  <c:v>4.0634458203109549</c:v>
                </c:pt>
                <c:pt idx="12319">
                  <c:v>4.071355619733354</c:v>
                </c:pt>
                <c:pt idx="12320">
                  <c:v>4.0767268267595043</c:v>
                </c:pt>
                <c:pt idx="12321">
                  <c:v>4.0790248842821537</c:v>
                </c:pt>
                <c:pt idx="12322">
                  <c:v>4.0734076037504447</c:v>
                </c:pt>
                <c:pt idx="12323">
                  <c:v>4.0700525378802865</c:v>
                </c:pt>
                <c:pt idx="12324">
                  <c:v>4.066479566404241</c:v>
                </c:pt>
                <c:pt idx="12325">
                  <c:v>4.066196463187878</c:v>
                </c:pt>
                <c:pt idx="12326">
                  <c:v>4.071806622621355</c:v>
                </c:pt>
                <c:pt idx="12327">
                  <c:v>4.0751060648019939</c:v>
                </c:pt>
                <c:pt idx="12328">
                  <c:v>4.0723080270601733</c:v>
                </c:pt>
                <c:pt idx="12329">
                  <c:v>4.0715354670253587</c:v>
                </c:pt>
                <c:pt idx="12330">
                  <c:v>4.0738116865134311</c:v>
                </c:pt>
                <c:pt idx="12331">
                  <c:v>4.0723234561063419</c:v>
                </c:pt>
                <c:pt idx="12332">
                  <c:v>4.0658272738062271</c:v>
                </c:pt>
                <c:pt idx="12333">
                  <c:v>4.0555385528345926</c:v>
                </c:pt>
                <c:pt idx="12334">
                  <c:v>4.053784309846896</c:v>
                </c:pt>
                <c:pt idx="12335">
                  <c:v>4.0513302211496613</c:v>
                </c:pt>
                <c:pt idx="12336">
                  <c:v>4.0429756695810424</c:v>
                </c:pt>
                <c:pt idx="12337">
                  <c:v>4.0387046722316731</c:v>
                </c:pt>
                <c:pt idx="12338">
                  <c:v>4.0357139692210309</c:v>
                </c:pt>
                <c:pt idx="12339">
                  <c:v>4.0446483364323296</c:v>
                </c:pt>
                <c:pt idx="12340">
                  <c:v>4.0545179412113779</c:v>
                </c:pt>
                <c:pt idx="12341">
                  <c:v>4.0608626023657868</c:v>
                </c:pt>
                <c:pt idx="12342">
                  <c:v>4.0702375281876808</c:v>
                </c:pt>
                <c:pt idx="12343">
                  <c:v>4.0748162361039677</c:v>
                </c:pt>
                <c:pt idx="12344">
                  <c:v>4.0746935949677576</c:v>
                </c:pt>
                <c:pt idx="12345">
                  <c:v>4.0649387981168648</c:v>
                </c:pt>
                <c:pt idx="12346">
                  <c:v>4.0579546623412588</c:v>
                </c:pt>
                <c:pt idx="12347">
                  <c:v>4.0601147288048427</c:v>
                </c:pt>
                <c:pt idx="12348">
                  <c:v>4.0669357914309447</c:v>
                </c:pt>
                <c:pt idx="12349">
                  <c:v>4.0671464968152868</c:v>
                </c:pt>
                <c:pt idx="12350">
                  <c:v>4.0662828658464214</c:v>
                </c:pt>
                <c:pt idx="12351">
                  <c:v>4.0700106816473474</c:v>
                </c:pt>
                <c:pt idx="12352">
                  <c:v>4.0647967717688021</c:v>
                </c:pt>
                <c:pt idx="12353">
                  <c:v>4.0533183526526093</c:v>
                </c:pt>
                <c:pt idx="12354">
                  <c:v>4.0533794358507738</c:v>
                </c:pt>
                <c:pt idx="12355">
                  <c:v>4.0532707995410844</c:v>
                </c:pt>
                <c:pt idx="12356">
                  <c:v>4.051614906832298</c:v>
                </c:pt>
                <c:pt idx="12357">
                  <c:v>4.0469256636467934</c:v>
                </c:pt>
                <c:pt idx="12358">
                  <c:v>4.0544686473869529</c:v>
                </c:pt>
                <c:pt idx="12359">
                  <c:v>4.0637785338449977</c:v>
                </c:pt>
                <c:pt idx="12360">
                  <c:v>4.0637089844522691</c:v>
                </c:pt>
                <c:pt idx="12361">
                  <c:v>4.0645014835621316</c:v>
                </c:pt>
                <c:pt idx="12362">
                  <c:v>4.0650898445226886</c:v>
                </c:pt>
                <c:pt idx="12363">
                  <c:v>4.0750182379238042</c:v>
                </c:pt>
                <c:pt idx="12364">
                  <c:v>4.0859405783914227</c:v>
                </c:pt>
                <c:pt idx="12365">
                  <c:v>4.0834956679985757</c:v>
                </c:pt>
                <c:pt idx="12366">
                  <c:v>4.0749367409107098</c:v>
                </c:pt>
                <c:pt idx="12367">
                  <c:v>4.0692041777109624</c:v>
                </c:pt>
                <c:pt idx="12368">
                  <c:v>4.0705760177236225</c:v>
                </c:pt>
                <c:pt idx="12369">
                  <c:v>4.0704266329073864</c:v>
                </c:pt>
                <c:pt idx="12370">
                  <c:v>4.0676074692408122</c:v>
                </c:pt>
                <c:pt idx="12371">
                  <c:v>4.0656475847608498</c:v>
                </c:pt>
                <c:pt idx="12372">
                  <c:v>4.0640670965700041</c:v>
                </c:pt>
                <c:pt idx="12373">
                  <c:v>4.0648973375004944</c:v>
                </c:pt>
                <c:pt idx="12374">
                  <c:v>4.0649352375677497</c:v>
                </c:pt>
                <c:pt idx="12375">
                  <c:v>4.0710217984729198</c:v>
                </c:pt>
                <c:pt idx="12376">
                  <c:v>4.0808363334256441</c:v>
                </c:pt>
                <c:pt idx="12377">
                  <c:v>4.0799984175337265</c:v>
                </c:pt>
                <c:pt idx="12378">
                  <c:v>4.076585433397951</c:v>
                </c:pt>
                <c:pt idx="12379">
                  <c:v>4.0766646358349492</c:v>
                </c:pt>
                <c:pt idx="12380">
                  <c:v>4.0717027337104881</c:v>
                </c:pt>
                <c:pt idx="12381">
                  <c:v>4.065006448550065</c:v>
                </c:pt>
                <c:pt idx="12382">
                  <c:v>4.0608828579340903</c:v>
                </c:pt>
                <c:pt idx="12383">
                  <c:v>4.0656523321596705</c:v>
                </c:pt>
                <c:pt idx="12384">
                  <c:v>4.0673935989239229</c:v>
                </c:pt>
                <c:pt idx="12385">
                  <c:v>4.0599533963682397</c:v>
                </c:pt>
                <c:pt idx="12386">
                  <c:v>4.0511608972583772</c:v>
                </c:pt>
                <c:pt idx="12387">
                  <c:v>4.0467926573564901</c:v>
                </c:pt>
                <c:pt idx="12388">
                  <c:v>4.047497804328045</c:v>
                </c:pt>
                <c:pt idx="12389">
                  <c:v>4.0532090833564114</c:v>
                </c:pt>
                <c:pt idx="12390">
                  <c:v>4.0602325434189188</c:v>
                </c:pt>
                <c:pt idx="12391">
                  <c:v>4.0691237884242595</c:v>
                </c:pt>
                <c:pt idx="12392">
                  <c:v>4.0712864659571943</c:v>
                </c:pt>
                <c:pt idx="12393">
                  <c:v>4.0719424773509516</c:v>
                </c:pt>
                <c:pt idx="12394">
                  <c:v>4.0704571745064682</c:v>
                </c:pt>
                <c:pt idx="12395">
                  <c:v>4.069332832219013</c:v>
                </c:pt>
                <c:pt idx="12396">
                  <c:v>4.0686366261819042</c:v>
                </c:pt>
                <c:pt idx="12397">
                  <c:v>4.0649964790125415</c:v>
                </c:pt>
                <c:pt idx="12398">
                  <c:v>4.0664419037069273</c:v>
                </c:pt>
                <c:pt idx="12399">
                  <c:v>4.0713315662459948</c:v>
                </c:pt>
                <c:pt idx="12400">
                  <c:v>4.0722133164536931</c:v>
                </c:pt>
                <c:pt idx="12401">
                  <c:v>4.0665995964711001</c:v>
                </c:pt>
                <c:pt idx="12402">
                  <c:v>4.0581290501246192</c:v>
                </c:pt>
                <c:pt idx="12403">
                  <c:v>4.0499978636705309</c:v>
                </c:pt>
                <c:pt idx="12404">
                  <c:v>4.0465897060568894</c:v>
                </c:pt>
                <c:pt idx="12405">
                  <c:v>4.0511214147248484</c:v>
                </c:pt>
                <c:pt idx="12406">
                  <c:v>4.060219250702219</c:v>
                </c:pt>
                <c:pt idx="12407">
                  <c:v>4.0662213079083749</c:v>
                </c:pt>
                <c:pt idx="12408">
                  <c:v>4.0742433041895794</c:v>
                </c:pt>
                <c:pt idx="12409">
                  <c:v>4.0827265893895639</c:v>
                </c:pt>
                <c:pt idx="12410">
                  <c:v>4.0863021719349604</c:v>
                </c:pt>
                <c:pt idx="12411">
                  <c:v>4.0823879416069948</c:v>
                </c:pt>
                <c:pt idx="12412">
                  <c:v>4.0765622502670409</c:v>
                </c:pt>
                <c:pt idx="12413">
                  <c:v>4.0680442299323492</c:v>
                </c:pt>
                <c:pt idx="12414">
                  <c:v>4.0649195711516395</c:v>
                </c:pt>
                <c:pt idx="12415">
                  <c:v>4.0640003164932548</c:v>
                </c:pt>
                <c:pt idx="12416">
                  <c:v>4.0586900344186416</c:v>
                </c:pt>
                <c:pt idx="12417">
                  <c:v>4.0591956323930845</c:v>
                </c:pt>
                <c:pt idx="12418">
                  <c:v>4.0626238873284013</c:v>
                </c:pt>
                <c:pt idx="12419">
                  <c:v>4.0724160303833523</c:v>
                </c:pt>
                <c:pt idx="12420">
                  <c:v>4.077571468133085</c:v>
                </c:pt>
                <c:pt idx="12421">
                  <c:v>4.0716811330458516</c:v>
                </c:pt>
                <c:pt idx="12422">
                  <c:v>4.0643612770502831</c:v>
                </c:pt>
                <c:pt idx="12423">
                  <c:v>4.0563766269731376</c:v>
                </c:pt>
                <c:pt idx="12424">
                  <c:v>4.05453044269494</c:v>
                </c:pt>
                <c:pt idx="12425">
                  <c:v>4.056631008426633</c:v>
                </c:pt>
                <c:pt idx="12426">
                  <c:v>4.0555370494916323</c:v>
                </c:pt>
                <c:pt idx="12427">
                  <c:v>4.0528614946393953</c:v>
                </c:pt>
                <c:pt idx="12428">
                  <c:v>4.0488294496973536</c:v>
                </c:pt>
                <c:pt idx="12429">
                  <c:v>4.0532916089725841</c:v>
                </c:pt>
                <c:pt idx="12430">
                  <c:v>4.0574182853977927</c:v>
                </c:pt>
                <c:pt idx="12431">
                  <c:v>4.062199390750485</c:v>
                </c:pt>
                <c:pt idx="12432">
                  <c:v>4.0599767377457772</c:v>
                </c:pt>
                <c:pt idx="12433">
                  <c:v>4.0565619337737866</c:v>
                </c:pt>
                <c:pt idx="12434">
                  <c:v>4.0533732642323059</c:v>
                </c:pt>
                <c:pt idx="12435">
                  <c:v>4.0458195197214861</c:v>
                </c:pt>
                <c:pt idx="12436">
                  <c:v>4.042362701269929</c:v>
                </c:pt>
                <c:pt idx="12437">
                  <c:v>4.044374807136923</c:v>
                </c:pt>
                <c:pt idx="12438">
                  <c:v>4.0460562566760299</c:v>
                </c:pt>
                <c:pt idx="12439">
                  <c:v>4.0423801875222534</c:v>
                </c:pt>
                <c:pt idx="12440">
                  <c:v>4.0441984412707201</c:v>
                </c:pt>
                <c:pt idx="12441">
                  <c:v>4.0476566048186102</c:v>
                </c:pt>
                <c:pt idx="12442">
                  <c:v>4.0471835265260907</c:v>
                </c:pt>
                <c:pt idx="12443">
                  <c:v>4.050887921826166</c:v>
                </c:pt>
                <c:pt idx="12444">
                  <c:v>4.0509990109585789</c:v>
                </c:pt>
                <c:pt idx="12445">
                  <c:v>4.0478664398465005</c:v>
                </c:pt>
                <c:pt idx="12446">
                  <c:v>4.0519478577362822</c:v>
                </c:pt>
                <c:pt idx="12447">
                  <c:v>4.0617720457332753</c:v>
                </c:pt>
                <c:pt idx="12448">
                  <c:v>4.0626750009890413</c:v>
                </c:pt>
                <c:pt idx="12449">
                  <c:v>4.0639202436998065</c:v>
                </c:pt>
                <c:pt idx="12450">
                  <c:v>4.0740966886893224</c:v>
                </c:pt>
                <c:pt idx="12451">
                  <c:v>4.0835732088459862</c:v>
                </c:pt>
                <c:pt idx="12452">
                  <c:v>4.0855378407247693</c:v>
                </c:pt>
                <c:pt idx="12453">
                  <c:v>4.0747646477034456</c:v>
                </c:pt>
                <c:pt idx="12454">
                  <c:v>4.070230486212763</c:v>
                </c:pt>
                <c:pt idx="12455">
                  <c:v>4.0693436721129883</c:v>
                </c:pt>
                <c:pt idx="12456">
                  <c:v>4.0714007991454686</c:v>
                </c:pt>
                <c:pt idx="12457">
                  <c:v>4.0771807572101118</c:v>
                </c:pt>
                <c:pt idx="12458">
                  <c:v>4.0778059896348458</c:v>
                </c:pt>
                <c:pt idx="12459">
                  <c:v>4.074347113977133</c:v>
                </c:pt>
                <c:pt idx="12460">
                  <c:v>4.0722475768485182</c:v>
                </c:pt>
                <c:pt idx="12461">
                  <c:v>4.0692340863235348</c:v>
                </c:pt>
                <c:pt idx="12462">
                  <c:v>4.0713617913518219</c:v>
                </c:pt>
                <c:pt idx="12463">
                  <c:v>4.0683198164339123</c:v>
                </c:pt>
                <c:pt idx="12464">
                  <c:v>4.0659590141235116</c:v>
                </c:pt>
                <c:pt idx="12465">
                  <c:v>4.0604813862404558</c:v>
                </c:pt>
                <c:pt idx="12466">
                  <c:v>4.0588375993986627</c:v>
                </c:pt>
                <c:pt idx="12467">
                  <c:v>4.0578842425920794</c:v>
                </c:pt>
                <c:pt idx="12468">
                  <c:v>4.0540458123986234</c:v>
                </c:pt>
                <c:pt idx="12469">
                  <c:v>4.0500185939787157</c:v>
                </c:pt>
                <c:pt idx="12470">
                  <c:v>4.0452058393005501</c:v>
                </c:pt>
                <c:pt idx="12471">
                  <c:v>4.0501344305099494</c:v>
                </c:pt>
                <c:pt idx="12472">
                  <c:v>4.0586376547849827</c:v>
                </c:pt>
                <c:pt idx="12473">
                  <c:v>4.0676158563120621</c:v>
                </c:pt>
                <c:pt idx="12474">
                  <c:v>4.0713109941844365</c:v>
                </c:pt>
                <c:pt idx="12475">
                  <c:v>4.0729097598607433</c:v>
                </c:pt>
                <c:pt idx="12476">
                  <c:v>4.0733365510147568</c:v>
                </c:pt>
                <c:pt idx="12477">
                  <c:v>4.0702515330142024</c:v>
                </c:pt>
                <c:pt idx="12478">
                  <c:v>4.0672624124698347</c:v>
                </c:pt>
                <c:pt idx="12479">
                  <c:v>4.0683260671756933</c:v>
                </c:pt>
                <c:pt idx="12480">
                  <c:v>4.0690334296000312</c:v>
                </c:pt>
                <c:pt idx="12481">
                  <c:v>4.076474739882106</c:v>
                </c:pt>
                <c:pt idx="12482">
                  <c:v>4.0775639514182851</c:v>
                </c:pt>
                <c:pt idx="12483">
                  <c:v>4.0686300589468685</c:v>
                </c:pt>
                <c:pt idx="12484">
                  <c:v>4.0590725956403055</c:v>
                </c:pt>
                <c:pt idx="12485">
                  <c:v>4.0545693713652726</c:v>
                </c:pt>
                <c:pt idx="12486">
                  <c:v>4.059600743759149</c:v>
                </c:pt>
                <c:pt idx="12487">
                  <c:v>4.0614568975748702</c:v>
                </c:pt>
                <c:pt idx="12488">
                  <c:v>4.0639485698461053</c:v>
                </c:pt>
                <c:pt idx="12489">
                  <c:v>4.0688118843217156</c:v>
                </c:pt>
                <c:pt idx="12490">
                  <c:v>4.06416837441152</c:v>
                </c:pt>
                <c:pt idx="12491">
                  <c:v>4.0615503422083314</c:v>
                </c:pt>
                <c:pt idx="12492">
                  <c:v>4.0692207144835226</c:v>
                </c:pt>
                <c:pt idx="12493">
                  <c:v>4.066965700043518</c:v>
                </c:pt>
                <c:pt idx="12494">
                  <c:v>4.0656149068322982</c:v>
                </c:pt>
                <c:pt idx="12495">
                  <c:v>4.072028405269613</c:v>
                </c:pt>
                <c:pt idx="12496">
                  <c:v>4.081803220318867</c:v>
                </c:pt>
                <c:pt idx="12497">
                  <c:v>4.0847481900541993</c:v>
                </c:pt>
                <c:pt idx="12498">
                  <c:v>4.0837116746449338</c:v>
                </c:pt>
                <c:pt idx="12499">
                  <c:v>4.0837781382284293</c:v>
                </c:pt>
                <c:pt idx="12500">
                  <c:v>4.0816884915140248</c:v>
                </c:pt>
                <c:pt idx="12501">
                  <c:v>4.0776674447125849</c:v>
                </c:pt>
                <c:pt idx="12502">
                  <c:v>4.0685333702575468</c:v>
                </c:pt>
                <c:pt idx="12503">
                  <c:v>4.0759386003085813</c:v>
                </c:pt>
                <c:pt idx="12504">
                  <c:v>4.0851002888000947</c:v>
                </c:pt>
                <c:pt idx="12505">
                  <c:v>4.0867310202951304</c:v>
                </c:pt>
                <c:pt idx="12506">
                  <c:v>4.0865308383115089</c:v>
                </c:pt>
                <c:pt idx="12507">
                  <c:v>4.083530482256597</c:v>
                </c:pt>
                <c:pt idx="12508">
                  <c:v>4.0782216244016301</c:v>
                </c:pt>
                <c:pt idx="12509">
                  <c:v>4.0742512165209481</c:v>
                </c:pt>
                <c:pt idx="12510">
                  <c:v>4.0714887051469715</c:v>
                </c:pt>
                <c:pt idx="12511">
                  <c:v>4.0676423626221467</c:v>
                </c:pt>
                <c:pt idx="12512">
                  <c:v>4.0635921193179572</c:v>
                </c:pt>
                <c:pt idx="12513">
                  <c:v>4.0641229576294657</c:v>
                </c:pt>
                <c:pt idx="12514">
                  <c:v>4.0684966570399972</c:v>
                </c:pt>
                <c:pt idx="12515">
                  <c:v>4.0667946354393321</c:v>
                </c:pt>
                <c:pt idx="12516">
                  <c:v>4.0601635478893856</c:v>
                </c:pt>
                <c:pt idx="12517">
                  <c:v>4.0568590418166712</c:v>
                </c:pt>
                <c:pt idx="12518">
                  <c:v>4.0647826878189655</c:v>
                </c:pt>
                <c:pt idx="12519">
                  <c:v>4.0745600348142581</c:v>
                </c:pt>
                <c:pt idx="12520">
                  <c:v>4.0736604027376666</c:v>
                </c:pt>
                <c:pt idx="12521">
                  <c:v>4.0678935791430941</c:v>
                </c:pt>
                <c:pt idx="12522">
                  <c:v>4.0600512719072679</c:v>
                </c:pt>
                <c:pt idx="12523">
                  <c:v>4.0509139533963685</c:v>
                </c:pt>
                <c:pt idx="12524">
                  <c:v>4.0426869486094077</c:v>
                </c:pt>
                <c:pt idx="12525">
                  <c:v>4.047145468212209</c:v>
                </c:pt>
                <c:pt idx="12526">
                  <c:v>4.0536503540768285</c:v>
                </c:pt>
                <c:pt idx="12527">
                  <c:v>4.0635109387981165</c:v>
                </c:pt>
                <c:pt idx="12528">
                  <c:v>4.0749813664596273</c:v>
                </c:pt>
                <c:pt idx="12529">
                  <c:v>4.073022035842861</c:v>
                </c:pt>
                <c:pt idx="12530">
                  <c:v>4.0692067096570002</c:v>
                </c:pt>
                <c:pt idx="12531">
                  <c:v>4.0697310598567871</c:v>
                </c:pt>
                <c:pt idx="12532">
                  <c:v>4.0673600506389205</c:v>
                </c:pt>
                <c:pt idx="12533">
                  <c:v>4.0682891165882031</c:v>
                </c:pt>
                <c:pt idx="12534">
                  <c:v>4.0727653598132694</c:v>
                </c:pt>
                <c:pt idx="12535">
                  <c:v>4.0728469359496779</c:v>
                </c:pt>
                <c:pt idx="12536">
                  <c:v>4.0668993947066507</c:v>
                </c:pt>
                <c:pt idx="12537">
                  <c:v>4.0578939747596632</c:v>
                </c:pt>
                <c:pt idx="12538">
                  <c:v>4.0603345333702574</c:v>
                </c:pt>
                <c:pt idx="12539">
                  <c:v>4.0682931518772003</c:v>
                </c:pt>
                <c:pt idx="12540">
                  <c:v>4.0716744075641884</c:v>
                </c:pt>
                <c:pt idx="12541">
                  <c:v>4.0647087075206709</c:v>
                </c:pt>
                <c:pt idx="12542">
                  <c:v>4.0546772164418243</c:v>
                </c:pt>
                <c:pt idx="12543">
                  <c:v>4.0566985006132059</c:v>
                </c:pt>
                <c:pt idx="12544">
                  <c:v>4.0567436800253196</c:v>
                </c:pt>
                <c:pt idx="12545">
                  <c:v>4.0573874273054553</c:v>
                </c:pt>
                <c:pt idx="12546">
                  <c:v>4.0612806108319814</c:v>
                </c:pt>
                <c:pt idx="12547">
                  <c:v>4.0687602167978794</c:v>
                </c:pt>
                <c:pt idx="12548">
                  <c:v>4.0710033627408313</c:v>
                </c:pt>
                <c:pt idx="12549">
                  <c:v>4.0722197254421015</c:v>
                </c:pt>
                <c:pt idx="12550">
                  <c:v>4.0675516081813505</c:v>
                </c:pt>
                <c:pt idx="12551">
                  <c:v>4.0608607825295726</c:v>
                </c:pt>
                <c:pt idx="12552">
                  <c:v>4.067587371919136</c:v>
                </c:pt>
                <c:pt idx="12553">
                  <c:v>4.0705250623096099</c:v>
                </c:pt>
                <c:pt idx="12554">
                  <c:v>4.0671713415357837</c:v>
                </c:pt>
                <c:pt idx="12555">
                  <c:v>4.0520796771768799</c:v>
                </c:pt>
                <c:pt idx="12556">
                  <c:v>4.0421763658662027</c:v>
                </c:pt>
                <c:pt idx="12557">
                  <c:v>4.0409708430589077</c:v>
                </c:pt>
                <c:pt idx="12558">
                  <c:v>4.0399911381888671</c:v>
                </c:pt>
                <c:pt idx="12559">
                  <c:v>4.0403863591407205</c:v>
                </c:pt>
                <c:pt idx="12560">
                  <c:v>4.042249396684733</c:v>
                </c:pt>
                <c:pt idx="12561">
                  <c:v>4.0464922261344309</c:v>
                </c:pt>
                <c:pt idx="12562">
                  <c:v>4.0577535308778732</c:v>
                </c:pt>
                <c:pt idx="12563">
                  <c:v>4.0661519958855878</c:v>
                </c:pt>
                <c:pt idx="12564">
                  <c:v>4.0627856153815722</c:v>
                </c:pt>
                <c:pt idx="12565">
                  <c:v>4.045870554258812</c:v>
                </c:pt>
                <c:pt idx="12566">
                  <c:v>4.036828500217589</c:v>
                </c:pt>
                <c:pt idx="12567">
                  <c:v>4.0448532658147727</c:v>
                </c:pt>
                <c:pt idx="12568">
                  <c:v>4.0526044229932348</c:v>
                </c:pt>
                <c:pt idx="12569">
                  <c:v>4.0604108082446491</c:v>
                </c:pt>
                <c:pt idx="12570">
                  <c:v>4.0658241879969932</c:v>
                </c:pt>
                <c:pt idx="12571">
                  <c:v>4.0662110218775966</c:v>
                </c:pt>
                <c:pt idx="12572">
                  <c:v>4.0623025675515292</c:v>
                </c:pt>
                <c:pt idx="12573">
                  <c:v>4.0612468251770384</c:v>
                </c:pt>
                <c:pt idx="12574">
                  <c:v>4.068099299758674</c:v>
                </c:pt>
                <c:pt idx="12575">
                  <c:v>4.0676226609170394</c:v>
                </c:pt>
                <c:pt idx="12576">
                  <c:v>4.0683408632353526</c:v>
                </c:pt>
                <c:pt idx="12577">
                  <c:v>4.0719564821774732</c:v>
                </c:pt>
                <c:pt idx="12578">
                  <c:v>4.07087834790521</c:v>
                </c:pt>
                <c:pt idx="12579">
                  <c:v>4.0652448470941964</c:v>
                </c:pt>
                <c:pt idx="12580">
                  <c:v>4.062594849072279</c:v>
                </c:pt>
                <c:pt idx="12581">
                  <c:v>4.0613181152826678</c:v>
                </c:pt>
                <c:pt idx="12582">
                  <c:v>4.0612964354947181</c:v>
                </c:pt>
                <c:pt idx="12583">
                  <c:v>4.0703275705186535</c:v>
                </c:pt>
                <c:pt idx="12584">
                  <c:v>4.0754646516596118</c:v>
                </c:pt>
                <c:pt idx="12585">
                  <c:v>4.0738870910313727</c:v>
                </c:pt>
                <c:pt idx="12586">
                  <c:v>4.0720066463583491</c:v>
                </c:pt>
                <c:pt idx="12587">
                  <c:v>4.0661444000474738</c:v>
                </c:pt>
                <c:pt idx="12588">
                  <c:v>4.056685207896507</c:v>
                </c:pt>
                <c:pt idx="12589">
                  <c:v>4.053679946196147</c:v>
                </c:pt>
                <c:pt idx="12590">
                  <c:v>4.0571946829133205</c:v>
                </c:pt>
                <c:pt idx="12591">
                  <c:v>4.0534046761878386</c:v>
                </c:pt>
                <c:pt idx="12592">
                  <c:v>4.0478400917830442</c:v>
                </c:pt>
                <c:pt idx="12593">
                  <c:v>4.0540257942002613</c:v>
                </c:pt>
                <c:pt idx="12594">
                  <c:v>4.0563114293626619</c:v>
                </c:pt>
                <c:pt idx="12595">
                  <c:v>4.0530071606598881</c:v>
                </c:pt>
                <c:pt idx="12596">
                  <c:v>4.0531694425762552</c:v>
                </c:pt>
                <c:pt idx="12597">
                  <c:v>4.0593471535387904</c:v>
                </c:pt>
                <c:pt idx="12598">
                  <c:v>4.0677583574000078</c:v>
                </c:pt>
                <c:pt idx="12599">
                  <c:v>4.0684048739961227</c:v>
                </c:pt>
                <c:pt idx="12600">
                  <c:v>4.0608607034062585</c:v>
                </c:pt>
                <c:pt idx="12601">
                  <c:v>4.0570875499465915</c:v>
                </c:pt>
                <c:pt idx="12602">
                  <c:v>4.0510414210547134</c:v>
                </c:pt>
                <c:pt idx="12603">
                  <c:v>4.0420151125529138</c:v>
                </c:pt>
                <c:pt idx="12604">
                  <c:v>4.0397650828816714</c:v>
                </c:pt>
                <c:pt idx="12605">
                  <c:v>4.0424316967994622</c:v>
                </c:pt>
                <c:pt idx="12606">
                  <c:v>4.0493852909759864</c:v>
                </c:pt>
                <c:pt idx="12607">
                  <c:v>4.0558545713494478</c:v>
                </c:pt>
                <c:pt idx="12608">
                  <c:v>4.0567977212485662</c:v>
                </c:pt>
                <c:pt idx="12609">
                  <c:v>4.051745143806623</c:v>
                </c:pt>
                <c:pt idx="12610">
                  <c:v>4.0545724571745065</c:v>
                </c:pt>
                <c:pt idx="12611">
                  <c:v>4.0577168176603235</c:v>
                </c:pt>
                <c:pt idx="12612">
                  <c:v>4.0502213079083749</c:v>
                </c:pt>
                <c:pt idx="12613">
                  <c:v>4.0443141195553274</c:v>
                </c:pt>
                <c:pt idx="12614">
                  <c:v>4.041138900977173</c:v>
                </c:pt>
                <c:pt idx="12615">
                  <c:v>4.0441083198164343</c:v>
                </c:pt>
                <c:pt idx="12616">
                  <c:v>4.0438217351742693</c:v>
                </c:pt>
                <c:pt idx="12617">
                  <c:v>4.0535016022471018</c:v>
                </c:pt>
                <c:pt idx="12618">
                  <c:v>4.0661781065791036</c:v>
                </c:pt>
                <c:pt idx="12619">
                  <c:v>4.0689891996676817</c:v>
                </c:pt>
                <c:pt idx="12620">
                  <c:v>4.0757463306563277</c:v>
                </c:pt>
                <c:pt idx="12621">
                  <c:v>4.0757407920243702</c:v>
                </c:pt>
                <c:pt idx="12622">
                  <c:v>4.0723863591407206</c:v>
                </c:pt>
                <c:pt idx="12623">
                  <c:v>4.0759387585552087</c:v>
                </c:pt>
                <c:pt idx="12624">
                  <c:v>4.0756928432962773</c:v>
                </c:pt>
                <c:pt idx="12625">
                  <c:v>4.0764297978399338</c:v>
                </c:pt>
                <c:pt idx="12626">
                  <c:v>4.0750272579815645</c:v>
                </c:pt>
                <c:pt idx="12627">
                  <c:v>4.0642535902203587</c:v>
                </c:pt>
                <c:pt idx="12628">
                  <c:v>4.0619149424377889</c:v>
                </c:pt>
                <c:pt idx="12629">
                  <c:v>4.0730106420856904</c:v>
                </c:pt>
                <c:pt idx="12630">
                  <c:v>4.0750619139929576</c:v>
                </c:pt>
                <c:pt idx="12631">
                  <c:v>4.0738070973612377</c:v>
                </c:pt>
                <c:pt idx="12632">
                  <c:v>4.0772355105431819</c:v>
                </c:pt>
                <c:pt idx="12633">
                  <c:v>4.0723121414724845</c:v>
                </c:pt>
                <c:pt idx="12634">
                  <c:v>4.0691587609289073</c:v>
                </c:pt>
                <c:pt idx="12635">
                  <c:v>4.0733970012264118</c:v>
                </c:pt>
                <c:pt idx="12636">
                  <c:v>4.0686392372512561</c:v>
                </c:pt>
                <c:pt idx="12637">
                  <c:v>4.061310677691182</c:v>
                </c:pt>
                <c:pt idx="12638">
                  <c:v>4.0577079558491906</c:v>
                </c:pt>
                <c:pt idx="12639">
                  <c:v>4.0527257190331127</c:v>
                </c:pt>
                <c:pt idx="12640">
                  <c:v>4.0515257348577762</c:v>
                </c:pt>
                <c:pt idx="12641">
                  <c:v>4.0571118408038931</c:v>
                </c:pt>
                <c:pt idx="12642">
                  <c:v>4.059331407999367</c:v>
                </c:pt>
                <c:pt idx="12643">
                  <c:v>4.0535707560232623</c:v>
                </c:pt>
                <c:pt idx="12644">
                  <c:v>4.0479380464453856</c:v>
                </c:pt>
                <c:pt idx="12645">
                  <c:v>4.0538650156268545</c:v>
                </c:pt>
                <c:pt idx="12646">
                  <c:v>4.0640037187957434</c:v>
                </c:pt>
                <c:pt idx="12647">
                  <c:v>4.0681704316176761</c:v>
                </c:pt>
                <c:pt idx="12648">
                  <c:v>4.0748243066819638</c:v>
                </c:pt>
                <c:pt idx="12649">
                  <c:v>4.0797127823713257</c:v>
                </c:pt>
                <c:pt idx="12650">
                  <c:v>4.0731494243778927</c:v>
                </c:pt>
                <c:pt idx="12651">
                  <c:v>4.0611540926534007</c:v>
                </c:pt>
                <c:pt idx="12652">
                  <c:v>4.0628391818649368</c:v>
                </c:pt>
                <c:pt idx="12653">
                  <c:v>4.0665450805079715</c:v>
                </c:pt>
                <c:pt idx="12654">
                  <c:v>4.065384657989477</c:v>
                </c:pt>
                <c:pt idx="12655">
                  <c:v>4.0736167266685133</c:v>
                </c:pt>
                <c:pt idx="12656">
                  <c:v>4.0744494995450413</c:v>
                </c:pt>
                <c:pt idx="12657">
                  <c:v>4.0698786248368082</c:v>
                </c:pt>
                <c:pt idx="12658">
                  <c:v>4.0683429995648215</c:v>
                </c:pt>
                <c:pt idx="12659">
                  <c:v>4.0656946631324917</c:v>
                </c:pt>
                <c:pt idx="12660">
                  <c:v>4.0652334533370258</c:v>
                </c:pt>
                <c:pt idx="12661">
                  <c:v>4.062790362780393</c:v>
                </c:pt>
                <c:pt idx="12662">
                  <c:v>4.0594153578351859</c:v>
                </c:pt>
                <c:pt idx="12663">
                  <c:v>4.0573554614867273</c:v>
                </c:pt>
                <c:pt idx="12664">
                  <c:v>4.0538800490564544</c:v>
                </c:pt>
                <c:pt idx="12665">
                  <c:v>4.0541137002017642</c:v>
                </c:pt>
                <c:pt idx="12666">
                  <c:v>4.0586575938600307</c:v>
                </c:pt>
                <c:pt idx="12667">
                  <c:v>4.0582354709815247</c:v>
                </c:pt>
                <c:pt idx="12668">
                  <c:v>4.0586903509118963</c:v>
                </c:pt>
                <c:pt idx="12669">
                  <c:v>4.0677057403964074</c:v>
                </c:pt>
                <c:pt idx="12670">
                  <c:v>4.0633231000514298</c:v>
                </c:pt>
                <c:pt idx="12671">
                  <c:v>4.057884084345452</c:v>
                </c:pt>
                <c:pt idx="12672">
                  <c:v>4.0570066067966923</c:v>
                </c:pt>
                <c:pt idx="12673">
                  <c:v>4.0585298888317443</c:v>
                </c:pt>
                <c:pt idx="12674">
                  <c:v>4.0660952644696762</c:v>
                </c:pt>
                <c:pt idx="12675">
                  <c:v>4.0761269137951501</c:v>
                </c:pt>
                <c:pt idx="12676">
                  <c:v>4.0735377616014556</c:v>
                </c:pt>
                <c:pt idx="12677">
                  <c:v>4.0716914981999448</c:v>
                </c:pt>
                <c:pt idx="12678">
                  <c:v>4.0704247339478581</c:v>
                </c:pt>
                <c:pt idx="12679">
                  <c:v>4.0703902361830915</c:v>
                </c:pt>
                <c:pt idx="12680">
                  <c:v>4.0634496182300115</c:v>
                </c:pt>
                <c:pt idx="12681">
                  <c:v>4.0585414408355422</c:v>
                </c:pt>
                <c:pt idx="12682">
                  <c:v>4.0605821102187756</c:v>
                </c:pt>
                <c:pt idx="12683">
                  <c:v>4.0591186454088701</c:v>
                </c:pt>
                <c:pt idx="12684">
                  <c:v>4.0626293468370456</c:v>
                </c:pt>
                <c:pt idx="12685">
                  <c:v>4.0677210111959488</c:v>
                </c:pt>
                <c:pt idx="12686">
                  <c:v>4.0714083158602685</c:v>
                </c:pt>
                <c:pt idx="12687">
                  <c:v>4.0703399928789015</c:v>
                </c:pt>
                <c:pt idx="12688">
                  <c:v>4.0638254539700123</c:v>
                </c:pt>
                <c:pt idx="12689">
                  <c:v>4.0601483562131584</c:v>
                </c:pt>
                <c:pt idx="12690">
                  <c:v>4.0658552834592712</c:v>
                </c:pt>
                <c:pt idx="12691">
                  <c:v>4.0738185702417216</c:v>
                </c:pt>
                <c:pt idx="12692">
                  <c:v>4.0759290263876249</c:v>
                </c:pt>
                <c:pt idx="12693">
                  <c:v>4.0800316493254734</c:v>
                </c:pt>
                <c:pt idx="12694">
                  <c:v>4.0822732128021517</c:v>
                </c:pt>
                <c:pt idx="12695">
                  <c:v>4.076940934446335</c:v>
                </c:pt>
                <c:pt idx="12696">
                  <c:v>4.0655796178343948</c:v>
                </c:pt>
                <c:pt idx="12697">
                  <c:v>4.0532362226530045</c:v>
                </c:pt>
                <c:pt idx="12698">
                  <c:v>4.0523615144202241</c:v>
                </c:pt>
                <c:pt idx="12699">
                  <c:v>4.0554682913320406</c:v>
                </c:pt>
                <c:pt idx="12700">
                  <c:v>4.053340428057127</c:v>
                </c:pt>
                <c:pt idx="12701">
                  <c:v>4.0600838707125053</c:v>
                </c:pt>
                <c:pt idx="12702">
                  <c:v>4.0700053803853304</c:v>
                </c:pt>
                <c:pt idx="12703">
                  <c:v>4.0706105154883883</c:v>
                </c:pt>
                <c:pt idx="12704">
                  <c:v>4.0649630889741664</c:v>
                </c:pt>
                <c:pt idx="12705">
                  <c:v>4.055833366301381</c:v>
                </c:pt>
                <c:pt idx="12706">
                  <c:v>4.0490519444554334</c:v>
                </c:pt>
                <c:pt idx="12707">
                  <c:v>4.0472372512560826</c:v>
                </c:pt>
                <c:pt idx="12708">
                  <c:v>4.0507725600348143</c:v>
                </c:pt>
                <c:pt idx="12709">
                  <c:v>4.0442782766942278</c:v>
                </c:pt>
                <c:pt idx="12710">
                  <c:v>4.0481321359338533</c:v>
                </c:pt>
                <c:pt idx="12711">
                  <c:v>4.0617751315425092</c:v>
                </c:pt>
                <c:pt idx="12712">
                  <c:v>4.0704255251809949</c:v>
                </c:pt>
                <c:pt idx="12713">
                  <c:v>4.0763147525418368</c:v>
                </c:pt>
                <c:pt idx="12714">
                  <c:v>4.0785954820587884</c:v>
                </c:pt>
                <c:pt idx="12715">
                  <c:v>4.0775384737112788</c:v>
                </c:pt>
                <c:pt idx="12716">
                  <c:v>4.0734899711199901</c:v>
                </c:pt>
                <c:pt idx="12717">
                  <c:v>4.0736952169956879</c:v>
                </c:pt>
                <c:pt idx="12718">
                  <c:v>4.0762486845749102</c:v>
                </c:pt>
                <c:pt idx="12719">
                  <c:v>4.0722240772243543</c:v>
                </c:pt>
                <c:pt idx="12720">
                  <c:v>4.0643483008268388</c:v>
                </c:pt>
                <c:pt idx="12721">
                  <c:v>4.0602311983225858</c:v>
                </c:pt>
                <c:pt idx="12722">
                  <c:v>4.0526853661431339</c:v>
                </c:pt>
                <c:pt idx="12723">
                  <c:v>4.0497920639316378</c:v>
                </c:pt>
                <c:pt idx="12724">
                  <c:v>4.0424975273964474</c:v>
                </c:pt>
                <c:pt idx="12725">
                  <c:v>4.0394303121414721</c:v>
                </c:pt>
                <c:pt idx="12726">
                  <c:v>4.040659888436128</c:v>
                </c:pt>
                <c:pt idx="12727">
                  <c:v>4.0483395972623333</c:v>
                </c:pt>
                <c:pt idx="12728">
                  <c:v>4.0470179214305499</c:v>
                </c:pt>
                <c:pt idx="12729">
                  <c:v>4.0430322427503267</c:v>
                </c:pt>
                <c:pt idx="12730">
                  <c:v>4.0438013213593385</c:v>
                </c:pt>
                <c:pt idx="12731">
                  <c:v>4.045690153103612</c:v>
                </c:pt>
                <c:pt idx="12732">
                  <c:v>4.0508908493887725</c:v>
                </c:pt>
                <c:pt idx="12733">
                  <c:v>4.0606040273766668</c:v>
                </c:pt>
                <c:pt idx="12734">
                  <c:v>4.0731079637615224</c:v>
                </c:pt>
                <c:pt idx="12735">
                  <c:v>4.0764075641887878</c:v>
                </c:pt>
                <c:pt idx="12736">
                  <c:v>4.0721872848834906</c:v>
                </c:pt>
                <c:pt idx="12737">
                  <c:v>4.0711608181350636</c:v>
                </c:pt>
                <c:pt idx="12738">
                  <c:v>4.0690536851683348</c:v>
                </c:pt>
                <c:pt idx="12739">
                  <c:v>4.0677623926890059</c:v>
                </c:pt>
                <c:pt idx="12740">
                  <c:v>4.0681639435059544</c:v>
                </c:pt>
                <c:pt idx="12741">
                  <c:v>4.0667686038691304</c:v>
                </c:pt>
                <c:pt idx="12742">
                  <c:v>4.0640790441903709</c:v>
                </c:pt>
                <c:pt idx="12743">
                  <c:v>4.0671436483759944</c:v>
                </c:pt>
                <c:pt idx="12744">
                  <c:v>4.075181231949994</c:v>
                </c:pt>
                <c:pt idx="12745">
                  <c:v>4.0756024053487359</c:v>
                </c:pt>
                <c:pt idx="12746">
                  <c:v>4.0707022985322627</c:v>
                </c:pt>
                <c:pt idx="12747">
                  <c:v>4.0638710289986948</c:v>
                </c:pt>
                <c:pt idx="12748">
                  <c:v>4.0592537089053291</c:v>
                </c:pt>
                <c:pt idx="12749">
                  <c:v>4.0584952328203503</c:v>
                </c:pt>
                <c:pt idx="12750">
                  <c:v>4.0589633263441076</c:v>
                </c:pt>
                <c:pt idx="12751">
                  <c:v>4.055216520947897</c:v>
                </c:pt>
                <c:pt idx="12752">
                  <c:v>4.0522260553071963</c:v>
                </c:pt>
                <c:pt idx="12753">
                  <c:v>4.0538820271392968</c:v>
                </c:pt>
                <c:pt idx="12754">
                  <c:v>4.0530790046287137</c:v>
                </c:pt>
                <c:pt idx="12755">
                  <c:v>4.0451022668829371</c:v>
                </c:pt>
                <c:pt idx="12756">
                  <c:v>4.0448093523756778</c:v>
                </c:pt>
                <c:pt idx="12757">
                  <c:v>4.0496976698184124</c:v>
                </c:pt>
                <c:pt idx="12758">
                  <c:v>4.0557921430549513</c:v>
                </c:pt>
                <c:pt idx="12759">
                  <c:v>4.0701965423111917</c:v>
                </c:pt>
                <c:pt idx="12760">
                  <c:v>4.0837124658780706</c:v>
                </c:pt>
                <c:pt idx="12761">
                  <c:v>4.0823697432448469</c:v>
                </c:pt>
                <c:pt idx="12762">
                  <c:v>4.0811053526921706</c:v>
                </c:pt>
                <c:pt idx="12763">
                  <c:v>4.0768777149187008</c:v>
                </c:pt>
                <c:pt idx="12764">
                  <c:v>4.0668246231752185</c:v>
                </c:pt>
                <c:pt idx="12765">
                  <c:v>4.0684958658068604</c:v>
                </c:pt>
                <c:pt idx="12766">
                  <c:v>4.0689748783479054</c:v>
                </c:pt>
                <c:pt idx="12767">
                  <c:v>4.0698755390275743</c:v>
                </c:pt>
                <c:pt idx="12768">
                  <c:v>4.0710922182220992</c:v>
                </c:pt>
                <c:pt idx="12769">
                  <c:v>4.0749921272302885</c:v>
                </c:pt>
                <c:pt idx="12770">
                  <c:v>4.086278434940855</c:v>
                </c:pt>
                <c:pt idx="12771">
                  <c:v>4.0936139573525336</c:v>
                </c:pt>
                <c:pt idx="12772">
                  <c:v>4.0943529691023457</c:v>
                </c:pt>
                <c:pt idx="12773">
                  <c:v>4.0937342247893342</c:v>
                </c:pt>
                <c:pt idx="12774">
                  <c:v>4.0852735688570636</c:v>
                </c:pt>
                <c:pt idx="12775">
                  <c:v>4.0796494837203783</c:v>
                </c:pt>
                <c:pt idx="12776">
                  <c:v>4.0793630573248407</c:v>
                </c:pt>
                <c:pt idx="12777">
                  <c:v>4.0764748981287333</c:v>
                </c:pt>
                <c:pt idx="12778">
                  <c:v>4.0807580013450959</c:v>
                </c:pt>
                <c:pt idx="12779">
                  <c:v>4.083000356054912</c:v>
                </c:pt>
                <c:pt idx="12780">
                  <c:v>4.0835676702140287</c:v>
                </c:pt>
                <c:pt idx="12781">
                  <c:v>4.0856984610515488</c:v>
                </c:pt>
                <c:pt idx="12782">
                  <c:v>4.0848004114412308</c:v>
                </c:pt>
                <c:pt idx="12783">
                  <c:v>4.0782257388139413</c:v>
                </c:pt>
                <c:pt idx="12784">
                  <c:v>4.0753402698104999</c:v>
                </c:pt>
                <c:pt idx="12785">
                  <c:v>4.0670418957945955</c:v>
                </c:pt>
                <c:pt idx="12786">
                  <c:v>4.0608478063061284</c:v>
                </c:pt>
                <c:pt idx="12787">
                  <c:v>4.0621162321478019</c:v>
                </c:pt>
                <c:pt idx="12788">
                  <c:v>4.064054199469874</c:v>
                </c:pt>
                <c:pt idx="12789">
                  <c:v>4.0630214819796651</c:v>
                </c:pt>
                <c:pt idx="12790">
                  <c:v>4.0639357518692885</c:v>
                </c:pt>
                <c:pt idx="12791">
                  <c:v>4.0677839142303283</c:v>
                </c:pt>
                <c:pt idx="12792">
                  <c:v>4.066899078213396</c:v>
                </c:pt>
                <c:pt idx="12793">
                  <c:v>4.0770245677888992</c:v>
                </c:pt>
                <c:pt idx="12794">
                  <c:v>4.0859405783914227</c:v>
                </c:pt>
                <c:pt idx="12795">
                  <c:v>4.0830976777307431</c:v>
                </c:pt>
                <c:pt idx="12796">
                  <c:v>4.0740284052696127</c:v>
                </c:pt>
                <c:pt idx="12797">
                  <c:v>4.0729666495232824</c:v>
                </c:pt>
                <c:pt idx="12798">
                  <c:v>4.0745621711437279</c:v>
                </c:pt>
                <c:pt idx="12799">
                  <c:v>4.066039640780156</c:v>
                </c:pt>
                <c:pt idx="12800">
                  <c:v>4.0631428571428572</c:v>
                </c:pt>
                <c:pt idx="12801">
                  <c:v>4.0655018396170428</c:v>
                </c:pt>
                <c:pt idx="12802">
                  <c:v>4.0699491237093008</c:v>
                </c:pt>
                <c:pt idx="12803">
                  <c:v>4.0707126636863551</c:v>
                </c:pt>
                <c:pt idx="12804">
                  <c:v>4.0684835225699256</c:v>
                </c:pt>
                <c:pt idx="12805">
                  <c:v>4.0632798195988444</c:v>
                </c:pt>
                <c:pt idx="12806">
                  <c:v>4.0575761364085929</c:v>
                </c:pt>
                <c:pt idx="12807">
                  <c:v>4.0594484313803063</c:v>
                </c:pt>
                <c:pt idx="12808">
                  <c:v>4.0649804169798633</c:v>
                </c:pt>
                <c:pt idx="12809">
                  <c:v>4.0679132808482024</c:v>
                </c:pt>
                <c:pt idx="12810">
                  <c:v>4.0662392689005813</c:v>
                </c:pt>
                <c:pt idx="12811">
                  <c:v>4.0673917790877079</c:v>
                </c:pt>
                <c:pt idx="12812">
                  <c:v>4.0651831309095225</c:v>
                </c:pt>
                <c:pt idx="12813">
                  <c:v>4.0600724769553347</c:v>
                </c:pt>
                <c:pt idx="12814">
                  <c:v>4.0604774300747719</c:v>
                </c:pt>
                <c:pt idx="12815">
                  <c:v>4.0600321240653559</c:v>
                </c:pt>
                <c:pt idx="12816">
                  <c:v>4.0582762194880724</c:v>
                </c:pt>
                <c:pt idx="12817">
                  <c:v>4.065055346757922</c:v>
                </c:pt>
                <c:pt idx="12818">
                  <c:v>4.0751346283182341</c:v>
                </c:pt>
                <c:pt idx="12819">
                  <c:v>4.0749914151204649</c:v>
                </c:pt>
                <c:pt idx="12820">
                  <c:v>4.0678775171104169</c:v>
                </c:pt>
                <c:pt idx="12821">
                  <c:v>4.0658819480159831</c:v>
                </c:pt>
                <c:pt idx="12822">
                  <c:v>4.0628031016338966</c:v>
                </c:pt>
                <c:pt idx="12823">
                  <c:v>4.0590445859872615</c:v>
                </c:pt>
                <c:pt idx="12824">
                  <c:v>4.0720961348261264</c:v>
                </c:pt>
                <c:pt idx="12825">
                  <c:v>4.0834323693476282</c:v>
                </c:pt>
                <c:pt idx="12826">
                  <c:v>4.0808569054872015</c:v>
                </c:pt>
                <c:pt idx="12827">
                  <c:v>4.0698058313882184</c:v>
                </c:pt>
                <c:pt idx="12828">
                  <c:v>4.0684077224354152</c:v>
                </c:pt>
                <c:pt idx="12829">
                  <c:v>4.0643714048344348</c:v>
                </c:pt>
                <c:pt idx="12830">
                  <c:v>4.0658601891047201</c:v>
                </c:pt>
                <c:pt idx="12831">
                  <c:v>4.0654605372472998</c:v>
                </c:pt>
                <c:pt idx="12832">
                  <c:v>4.0658808402895916</c:v>
                </c:pt>
                <c:pt idx="12833">
                  <c:v>4.0644722079360687</c:v>
                </c:pt>
                <c:pt idx="12834">
                  <c:v>4.0600658305969857</c:v>
                </c:pt>
                <c:pt idx="12835">
                  <c:v>4.0540873521383078</c:v>
                </c:pt>
                <c:pt idx="12836">
                  <c:v>4.0509699727024566</c:v>
                </c:pt>
                <c:pt idx="12837">
                  <c:v>4.0587499307671004</c:v>
                </c:pt>
                <c:pt idx="12838">
                  <c:v>4.0660394034102145</c:v>
                </c:pt>
                <c:pt idx="12839">
                  <c:v>4.0724203030422919</c:v>
                </c:pt>
                <c:pt idx="12840">
                  <c:v>4.0790198203900783</c:v>
                </c:pt>
                <c:pt idx="12841">
                  <c:v>4.0704459389959249</c:v>
                </c:pt>
                <c:pt idx="12842">
                  <c:v>4.0631435692526807</c:v>
                </c:pt>
                <c:pt idx="12843">
                  <c:v>4.060879613878229</c:v>
                </c:pt>
                <c:pt idx="12844">
                  <c:v>4.0569863512283897</c:v>
                </c:pt>
                <c:pt idx="12845">
                  <c:v>4.0562944969735328</c:v>
                </c:pt>
                <c:pt idx="12846">
                  <c:v>4.0612682675950467</c:v>
                </c:pt>
                <c:pt idx="12847">
                  <c:v>4.0659780828421095</c:v>
                </c:pt>
                <c:pt idx="12848">
                  <c:v>4.0706364679352776</c:v>
                </c:pt>
                <c:pt idx="12849">
                  <c:v>4.071259643153855</c:v>
                </c:pt>
                <c:pt idx="12850">
                  <c:v>4.0678893856074696</c:v>
                </c:pt>
                <c:pt idx="12851">
                  <c:v>4.0629938679431898</c:v>
                </c:pt>
                <c:pt idx="12852">
                  <c:v>4.0592147011116824</c:v>
                </c:pt>
                <c:pt idx="12853">
                  <c:v>4.0583758357400006</c:v>
                </c:pt>
                <c:pt idx="12854">
                  <c:v>4.060380583138822</c:v>
                </c:pt>
                <c:pt idx="12855">
                  <c:v>4.0598961110891327</c:v>
                </c:pt>
                <c:pt idx="12856">
                  <c:v>4.0664199865490369</c:v>
                </c:pt>
                <c:pt idx="12857">
                  <c:v>4.0745738022708391</c:v>
                </c:pt>
                <c:pt idx="12858">
                  <c:v>4.0748302409304902</c:v>
                </c:pt>
                <c:pt idx="12859">
                  <c:v>4.0740783320805471</c:v>
                </c:pt>
                <c:pt idx="12860">
                  <c:v>4.0757569331803616</c:v>
                </c:pt>
                <c:pt idx="12861">
                  <c:v>4.0765861455077737</c:v>
                </c:pt>
                <c:pt idx="12862">
                  <c:v>4.0681906080626655</c:v>
                </c:pt>
                <c:pt idx="12863">
                  <c:v>4.0565910511532222</c:v>
                </c:pt>
                <c:pt idx="12864">
                  <c:v>4.0594670253590222</c:v>
                </c:pt>
                <c:pt idx="12865">
                  <c:v>4.072939351980061</c:v>
                </c:pt>
                <c:pt idx="12866">
                  <c:v>4.0767527792063936</c:v>
                </c:pt>
                <c:pt idx="12867">
                  <c:v>4.0703631760098116</c:v>
                </c:pt>
                <c:pt idx="12868">
                  <c:v>4.0566817264707042</c:v>
                </c:pt>
                <c:pt idx="12869">
                  <c:v>4.0526436681568221</c:v>
                </c:pt>
                <c:pt idx="12870">
                  <c:v>4.0549548601495431</c:v>
                </c:pt>
                <c:pt idx="12871">
                  <c:v>4.0629436246389998</c:v>
                </c:pt>
                <c:pt idx="12872">
                  <c:v>4.069807018237924</c:v>
                </c:pt>
                <c:pt idx="12873">
                  <c:v>4.0725691339953318</c:v>
                </c:pt>
                <c:pt idx="12874">
                  <c:v>4.0677018633540376</c:v>
                </c:pt>
                <c:pt idx="12875">
                  <c:v>4.053140483443447</c:v>
                </c:pt>
                <c:pt idx="12876">
                  <c:v>4.0472560826047399</c:v>
                </c:pt>
                <c:pt idx="12877">
                  <c:v>4.0548940143213201</c:v>
                </c:pt>
                <c:pt idx="12878">
                  <c:v>4.0634576888080076</c:v>
                </c:pt>
                <c:pt idx="12879">
                  <c:v>4.0672872571903316</c:v>
                </c:pt>
                <c:pt idx="12880">
                  <c:v>4.0745152510187124</c:v>
                </c:pt>
                <c:pt idx="12881">
                  <c:v>4.0708542944178499</c:v>
                </c:pt>
                <c:pt idx="12882">
                  <c:v>4.0578683388060295</c:v>
                </c:pt>
                <c:pt idx="12883">
                  <c:v>4.0517289235273175</c:v>
                </c:pt>
                <c:pt idx="12884">
                  <c:v>4.0548236736954539</c:v>
                </c:pt>
                <c:pt idx="12885">
                  <c:v>4.0587196265379593</c:v>
                </c:pt>
                <c:pt idx="12886">
                  <c:v>4.0561282588914827</c:v>
                </c:pt>
                <c:pt idx="12887">
                  <c:v>4.0519148633144759</c:v>
                </c:pt>
                <c:pt idx="12888">
                  <c:v>4.0503121414724852</c:v>
                </c:pt>
                <c:pt idx="12889">
                  <c:v>4.0529075444079599</c:v>
                </c:pt>
                <c:pt idx="12890">
                  <c:v>4.0544056652292602</c:v>
                </c:pt>
                <c:pt idx="12891">
                  <c:v>4.0572758634331603</c:v>
                </c:pt>
                <c:pt idx="12892">
                  <c:v>4.0631775922775644</c:v>
                </c:pt>
                <c:pt idx="12893">
                  <c:v>4.0748727301499388</c:v>
                </c:pt>
                <c:pt idx="12894">
                  <c:v>4.0759534754915538</c:v>
                </c:pt>
                <c:pt idx="12895">
                  <c:v>4.0692513352059185</c:v>
                </c:pt>
                <c:pt idx="12896">
                  <c:v>4.0590695889543857</c:v>
                </c:pt>
                <c:pt idx="12897">
                  <c:v>4.0492025952446893</c:v>
                </c:pt>
                <c:pt idx="12898">
                  <c:v>4.0432157297147606</c:v>
                </c:pt>
                <c:pt idx="12899">
                  <c:v>4.0448510503619888</c:v>
                </c:pt>
                <c:pt idx="12900">
                  <c:v>4.0441512046524508</c:v>
                </c:pt>
                <c:pt idx="12901">
                  <c:v>4.0486821220872731</c:v>
                </c:pt>
                <c:pt idx="12902">
                  <c:v>4.0503032005380382</c:v>
                </c:pt>
                <c:pt idx="12903">
                  <c:v>4.0471094671044821</c:v>
                </c:pt>
                <c:pt idx="12904">
                  <c:v>4.0417097756854057</c:v>
                </c:pt>
                <c:pt idx="12905">
                  <c:v>4.0473226253115477</c:v>
                </c:pt>
                <c:pt idx="12906">
                  <c:v>4.0584389761443207</c:v>
                </c:pt>
                <c:pt idx="12907">
                  <c:v>4.0624881117221188</c:v>
                </c:pt>
                <c:pt idx="12908">
                  <c:v>4.0622861890255964</c:v>
                </c:pt>
                <c:pt idx="12909">
                  <c:v>4.0631946829133208</c:v>
                </c:pt>
                <c:pt idx="12910">
                  <c:v>4.0646172409700521</c:v>
                </c:pt>
                <c:pt idx="12911">
                  <c:v>4.0624426949400645</c:v>
                </c:pt>
                <c:pt idx="12912">
                  <c:v>4.0654327649641964</c:v>
                </c:pt>
                <c:pt idx="12913">
                  <c:v>4.0701080033231793</c:v>
                </c:pt>
                <c:pt idx="12914">
                  <c:v>4.0656903904735531</c:v>
                </c:pt>
                <c:pt idx="12915">
                  <c:v>4.0598182537484666</c:v>
                </c:pt>
                <c:pt idx="12916">
                  <c:v>4.0643055742374488</c:v>
                </c:pt>
                <c:pt idx="12917">
                  <c:v>4.0740949479764215</c:v>
                </c:pt>
                <c:pt idx="12918">
                  <c:v>4.080270601732801</c:v>
                </c:pt>
                <c:pt idx="12919">
                  <c:v>4.0793899592514933</c:v>
                </c:pt>
                <c:pt idx="12920">
                  <c:v>4.0759062388732836</c:v>
                </c:pt>
                <c:pt idx="12921">
                  <c:v>4.0686074296791546</c:v>
                </c:pt>
                <c:pt idx="12922">
                  <c:v>4.055870237765558</c:v>
                </c:pt>
                <c:pt idx="12923">
                  <c:v>4.0581660798354235</c:v>
                </c:pt>
                <c:pt idx="12924">
                  <c:v>4.0682180638525143</c:v>
                </c:pt>
                <c:pt idx="12925">
                  <c:v>4.0714853028444828</c:v>
                </c:pt>
                <c:pt idx="12926">
                  <c:v>4.0719286307710565</c:v>
                </c:pt>
                <c:pt idx="12927">
                  <c:v>4.0692881275467814</c:v>
                </c:pt>
                <c:pt idx="12928">
                  <c:v>4.0640641690073984</c:v>
                </c:pt>
                <c:pt idx="12929">
                  <c:v>4.0637897693555409</c:v>
                </c:pt>
                <c:pt idx="12930">
                  <c:v>4.0627235827036436</c:v>
                </c:pt>
                <c:pt idx="12931">
                  <c:v>4.0587890968073745</c:v>
                </c:pt>
                <c:pt idx="12932">
                  <c:v>4.0690825651778297</c:v>
                </c:pt>
                <c:pt idx="12933">
                  <c:v>4.0834394904458602</c:v>
                </c:pt>
                <c:pt idx="12934">
                  <c:v>4.0775385528345929</c:v>
                </c:pt>
                <c:pt idx="12935">
                  <c:v>4.0634324484709419</c:v>
                </c:pt>
                <c:pt idx="12936">
                  <c:v>4.0529736914981997</c:v>
                </c:pt>
                <c:pt idx="12937">
                  <c:v>4.0460383748071367</c:v>
                </c:pt>
                <c:pt idx="12938">
                  <c:v>4.0523460062507421</c:v>
                </c:pt>
                <c:pt idx="12939">
                  <c:v>4.0580595007318907</c:v>
                </c:pt>
                <c:pt idx="12940">
                  <c:v>4.0638519602800969</c:v>
                </c:pt>
                <c:pt idx="12941">
                  <c:v>4.0686110693515847</c:v>
                </c:pt>
                <c:pt idx="12942">
                  <c:v>4.072642560430431</c:v>
                </c:pt>
                <c:pt idx="12943">
                  <c:v>4.0755422716303356</c:v>
                </c:pt>
                <c:pt idx="12944">
                  <c:v>4.0653483403884954</c:v>
                </c:pt>
                <c:pt idx="12945">
                  <c:v>4.0549178304387388</c:v>
                </c:pt>
                <c:pt idx="12946">
                  <c:v>4.0519625746726273</c:v>
                </c:pt>
                <c:pt idx="12947">
                  <c:v>4.0532206353602085</c:v>
                </c:pt>
                <c:pt idx="12948">
                  <c:v>4.0564095422716306</c:v>
                </c:pt>
                <c:pt idx="12949">
                  <c:v>4.0594408355421923</c:v>
                </c:pt>
                <c:pt idx="12950">
                  <c:v>4.0636746449341299</c:v>
                </c:pt>
                <c:pt idx="12951">
                  <c:v>4.0692145428650548</c:v>
                </c:pt>
                <c:pt idx="12952">
                  <c:v>4.0732761008031018</c:v>
                </c:pt>
                <c:pt idx="12953">
                  <c:v>4.0791343909482931</c:v>
                </c:pt>
                <c:pt idx="12954">
                  <c:v>4.0845092376468726</c:v>
                </c:pt>
                <c:pt idx="12955">
                  <c:v>4.0797278158009256</c:v>
                </c:pt>
                <c:pt idx="12956">
                  <c:v>4.0673594967757252</c:v>
                </c:pt>
                <c:pt idx="12957">
                  <c:v>4.0643874668671121</c:v>
                </c:pt>
                <c:pt idx="12958">
                  <c:v>4.0740511136606399</c:v>
                </c:pt>
                <c:pt idx="12959">
                  <c:v>4.0797958618506946</c:v>
                </c:pt>
                <c:pt idx="12960">
                  <c:v>4.078313170075563</c:v>
                </c:pt>
                <c:pt idx="12961">
                  <c:v>4.0758836096055706</c:v>
                </c:pt>
                <c:pt idx="12962">
                  <c:v>4.071223642046129</c:v>
                </c:pt>
                <c:pt idx="12963">
                  <c:v>4.0714733552241169</c:v>
                </c:pt>
                <c:pt idx="12964">
                  <c:v>4.0753749258218939</c:v>
                </c:pt>
                <c:pt idx="12965">
                  <c:v>4.0759520512719076</c:v>
                </c:pt>
                <c:pt idx="12966">
                  <c:v>4.0691346283182339</c:v>
                </c:pt>
                <c:pt idx="12967">
                  <c:v>4.0591490287613246</c:v>
                </c:pt>
                <c:pt idx="12968">
                  <c:v>4.059961071329667</c:v>
                </c:pt>
                <c:pt idx="12969">
                  <c:v>4.067861534201052</c:v>
                </c:pt>
                <c:pt idx="12970">
                  <c:v>4.0777251256082607</c:v>
                </c:pt>
                <c:pt idx="12971">
                  <c:v>4.085102662499505</c:v>
                </c:pt>
                <c:pt idx="12972">
                  <c:v>4.0829971911223639</c:v>
                </c:pt>
                <c:pt idx="12973">
                  <c:v>4.0792008545317877</c:v>
                </c:pt>
                <c:pt idx="12974">
                  <c:v>4.0794311033746089</c:v>
                </c:pt>
                <c:pt idx="12975">
                  <c:v>4.0716025635953637</c:v>
                </c:pt>
                <c:pt idx="12976">
                  <c:v>4.0712901847529377</c:v>
                </c:pt>
                <c:pt idx="12977">
                  <c:v>4.081958302013688</c:v>
                </c:pt>
                <c:pt idx="12978">
                  <c:v>4.0870736242433834</c:v>
                </c:pt>
                <c:pt idx="12979">
                  <c:v>4.0785484036871464</c:v>
                </c:pt>
                <c:pt idx="12980">
                  <c:v>4.071009455235985</c:v>
                </c:pt>
                <c:pt idx="12981">
                  <c:v>4.0722606321952766</c:v>
                </c:pt>
                <c:pt idx="12982">
                  <c:v>4.0714536535190096</c:v>
                </c:pt>
                <c:pt idx="12983">
                  <c:v>4.0639652648652929</c:v>
                </c:pt>
                <c:pt idx="12984">
                  <c:v>4.0527515132333738</c:v>
                </c:pt>
                <c:pt idx="12985">
                  <c:v>4.0498063852514141</c:v>
                </c:pt>
                <c:pt idx="12986">
                  <c:v>4.0549690232226929</c:v>
                </c:pt>
                <c:pt idx="12987">
                  <c:v>4.0542632432646277</c:v>
                </c:pt>
                <c:pt idx="12988">
                  <c:v>4.0490172884440403</c:v>
                </c:pt>
                <c:pt idx="12989">
                  <c:v>4.0503210032836172</c:v>
                </c:pt>
                <c:pt idx="12990">
                  <c:v>4.0532250662657754</c:v>
                </c:pt>
                <c:pt idx="12991">
                  <c:v>4.0558267199430311</c:v>
                </c:pt>
                <c:pt idx="12992">
                  <c:v>4.0571008426632904</c:v>
                </c:pt>
                <c:pt idx="12993">
                  <c:v>4.0642433833128928</c:v>
                </c:pt>
                <c:pt idx="12994">
                  <c:v>4.0640808640265851</c:v>
                </c:pt>
                <c:pt idx="12995">
                  <c:v>4.0633738972188151</c:v>
                </c:pt>
                <c:pt idx="12996">
                  <c:v>4.0716632511769593</c:v>
                </c:pt>
                <c:pt idx="12997">
                  <c:v>4.076073505558413</c:v>
                </c:pt>
                <c:pt idx="12998">
                  <c:v>4.074835067452625</c:v>
                </c:pt>
                <c:pt idx="12999">
                  <c:v>4.0717163429204417</c:v>
                </c:pt>
                <c:pt idx="13000">
                  <c:v>4.0678059105115318</c:v>
                </c:pt>
                <c:pt idx="13001">
                  <c:v>4.0577077976025633</c:v>
                </c:pt>
                <c:pt idx="13002">
                  <c:v>4.0571044032124064</c:v>
                </c:pt>
                <c:pt idx="13003">
                  <c:v>4.0557300312537086</c:v>
                </c:pt>
                <c:pt idx="13004">
                  <c:v>4.0503597737073225</c:v>
                </c:pt>
                <c:pt idx="13005">
                  <c:v>4.0421265181785815</c:v>
                </c:pt>
                <c:pt idx="13006">
                  <c:v>4.0446530047078371</c:v>
                </c:pt>
                <c:pt idx="13007">
                  <c:v>4.04354385409661</c:v>
                </c:pt>
                <c:pt idx="13008">
                  <c:v>4.0392743600902001</c:v>
                </c:pt>
                <c:pt idx="13009">
                  <c:v>4.0446753966056095</c:v>
                </c:pt>
                <c:pt idx="13010">
                  <c:v>4.0555339636823993</c:v>
                </c:pt>
                <c:pt idx="13011">
                  <c:v>4.0570089013727895</c:v>
                </c:pt>
                <c:pt idx="13012">
                  <c:v>4.0566271313842623</c:v>
                </c:pt>
                <c:pt idx="13013">
                  <c:v>4.0601871266368637</c:v>
                </c:pt>
                <c:pt idx="13014">
                  <c:v>4.060644538513273</c:v>
                </c:pt>
                <c:pt idx="13015">
                  <c:v>4.0576736954543655</c:v>
                </c:pt>
                <c:pt idx="13016">
                  <c:v>4.0479709617438777</c:v>
                </c:pt>
                <c:pt idx="13017">
                  <c:v>4.0498544131028211</c:v>
                </c:pt>
                <c:pt idx="13018">
                  <c:v>4.0477934090279701</c:v>
                </c:pt>
                <c:pt idx="13019">
                  <c:v>4.0464449103928475</c:v>
                </c:pt>
                <c:pt idx="13020">
                  <c:v>4.0547458163547887</c:v>
                </c:pt>
                <c:pt idx="13021">
                  <c:v>4.0611495035012064</c:v>
                </c:pt>
                <c:pt idx="13022">
                  <c:v>4.0678807611662773</c:v>
                </c:pt>
                <c:pt idx="13023">
                  <c:v>4.0695306405032241</c:v>
                </c:pt>
                <c:pt idx="13024">
                  <c:v>4.0632017248882386</c:v>
                </c:pt>
                <c:pt idx="13025">
                  <c:v>4.0553887724017885</c:v>
                </c:pt>
                <c:pt idx="13026">
                  <c:v>4.0558620089409345</c:v>
                </c:pt>
                <c:pt idx="13027">
                  <c:v>4.0648159196107132</c:v>
                </c:pt>
                <c:pt idx="13028">
                  <c:v>4.0686262610278119</c:v>
                </c:pt>
                <c:pt idx="13029">
                  <c:v>4.0644506863947463</c:v>
                </c:pt>
                <c:pt idx="13030">
                  <c:v>4.066274716145112</c:v>
                </c:pt>
                <c:pt idx="13031">
                  <c:v>4.0727907583969616</c:v>
                </c:pt>
                <c:pt idx="13032">
                  <c:v>4.0714777861296829</c:v>
                </c:pt>
                <c:pt idx="13033">
                  <c:v>4.0628557186374969</c:v>
                </c:pt>
                <c:pt idx="13034">
                  <c:v>4.0638346322743999</c:v>
                </c:pt>
                <c:pt idx="13035">
                  <c:v>4.0671636665743565</c:v>
                </c:pt>
                <c:pt idx="13036">
                  <c:v>4.0722353918582108</c:v>
                </c:pt>
                <c:pt idx="13037">
                  <c:v>4.0745344779839376</c:v>
                </c:pt>
                <c:pt idx="13038">
                  <c:v>4.0748560351307512</c:v>
                </c:pt>
                <c:pt idx="13039">
                  <c:v>4.07898057522649</c:v>
                </c:pt>
                <c:pt idx="13040">
                  <c:v>4.0803449776476635</c:v>
                </c:pt>
                <c:pt idx="13041">
                  <c:v>4.0768086402658543</c:v>
                </c:pt>
                <c:pt idx="13042">
                  <c:v>4.0802286663765477</c:v>
                </c:pt>
                <c:pt idx="13043">
                  <c:v>4.081597499703288</c:v>
                </c:pt>
                <c:pt idx="13044">
                  <c:v>4.0818269573129724</c:v>
                </c:pt>
                <c:pt idx="13045">
                  <c:v>4.0804399256240851</c:v>
                </c:pt>
                <c:pt idx="13046">
                  <c:v>4.0740758792578236</c:v>
                </c:pt>
                <c:pt idx="13047">
                  <c:v>4.0710243304189575</c:v>
                </c:pt>
                <c:pt idx="13048">
                  <c:v>4.070609091268742</c:v>
                </c:pt>
                <c:pt idx="13049">
                  <c:v>4.0721083198164338</c:v>
                </c:pt>
                <c:pt idx="13050">
                  <c:v>4.0688128338014797</c:v>
                </c:pt>
                <c:pt idx="13051">
                  <c:v>4.060089963207659</c:v>
                </c:pt>
                <c:pt idx="13052">
                  <c:v>4.0572881275467818</c:v>
                </c:pt>
                <c:pt idx="13053">
                  <c:v>4.0581852276773347</c:v>
                </c:pt>
                <c:pt idx="13054">
                  <c:v>4.0559719112236419</c:v>
                </c:pt>
                <c:pt idx="13055">
                  <c:v>4.0629050124619219</c:v>
                </c:pt>
                <c:pt idx="13056">
                  <c:v>4.0697612849626141</c:v>
                </c:pt>
                <c:pt idx="13057">
                  <c:v>4.066403133283222</c:v>
                </c:pt>
                <c:pt idx="13058">
                  <c:v>4.0668231198322582</c:v>
                </c:pt>
                <c:pt idx="13059">
                  <c:v>4.0651112869406969</c:v>
                </c:pt>
                <c:pt idx="13060">
                  <c:v>4.0670590655536651</c:v>
                </c:pt>
                <c:pt idx="13061">
                  <c:v>4.0730149938679432</c:v>
                </c:pt>
                <c:pt idx="13062">
                  <c:v>4.0844467302290619</c:v>
                </c:pt>
                <c:pt idx="13063">
                  <c:v>4.0847078371642205</c:v>
                </c:pt>
                <c:pt idx="13064">
                  <c:v>4.0770680856114252</c:v>
                </c:pt>
                <c:pt idx="13065">
                  <c:v>4.0716465561577717</c:v>
                </c:pt>
                <c:pt idx="13066">
                  <c:v>4.064719389168018</c:v>
                </c:pt>
                <c:pt idx="13067">
                  <c:v>4.0631131859002254</c:v>
                </c:pt>
                <c:pt idx="13068">
                  <c:v>4.0747388535031845</c:v>
                </c:pt>
                <c:pt idx="13069">
                  <c:v>4.0885777584365233</c:v>
                </c:pt>
                <c:pt idx="13070">
                  <c:v>4.08820746132848</c:v>
                </c:pt>
                <c:pt idx="13071">
                  <c:v>4.0870214028563518</c:v>
                </c:pt>
                <c:pt idx="13072">
                  <c:v>4.0808671915179806</c:v>
                </c:pt>
                <c:pt idx="13073">
                  <c:v>4.0708557977608102</c:v>
                </c:pt>
                <c:pt idx="13074">
                  <c:v>4.0694831665150133</c:v>
                </c:pt>
                <c:pt idx="13075">
                  <c:v>4.070654903667366</c:v>
                </c:pt>
                <c:pt idx="13076">
                  <c:v>4.0708728883965657</c:v>
                </c:pt>
                <c:pt idx="13077">
                  <c:v>4.0732400996953748</c:v>
                </c:pt>
                <c:pt idx="13078">
                  <c:v>4.0818807611662775</c:v>
                </c:pt>
                <c:pt idx="13079">
                  <c:v>4.0722993234956677</c:v>
                </c:pt>
                <c:pt idx="13080">
                  <c:v>4.0654937690390476</c:v>
                </c:pt>
                <c:pt idx="13081">
                  <c:v>4.0668513668552437</c:v>
                </c:pt>
                <c:pt idx="13082">
                  <c:v>4.06803220318867</c:v>
                </c:pt>
                <c:pt idx="13083">
                  <c:v>4.0630652371721325</c:v>
                </c:pt>
                <c:pt idx="13084">
                  <c:v>4.0639600427265892</c:v>
                </c:pt>
                <c:pt idx="13085">
                  <c:v>4.0710268623649961</c:v>
                </c:pt>
                <c:pt idx="13086">
                  <c:v>4.0707728765280686</c:v>
                </c:pt>
                <c:pt idx="13087">
                  <c:v>4.0661157574079203</c:v>
                </c:pt>
                <c:pt idx="13088">
                  <c:v>4.0664228349883293</c:v>
                </c:pt>
                <c:pt idx="13089">
                  <c:v>4.0627818174625157</c:v>
                </c:pt>
                <c:pt idx="13090">
                  <c:v>4.063759544249713</c:v>
                </c:pt>
                <c:pt idx="13091">
                  <c:v>4.0737268663211612</c:v>
                </c:pt>
                <c:pt idx="13092">
                  <c:v>4.0834458203109545</c:v>
                </c:pt>
                <c:pt idx="13093">
                  <c:v>4.0814764410333506</c:v>
                </c:pt>
                <c:pt idx="13094">
                  <c:v>4.0705804486291886</c:v>
                </c:pt>
                <c:pt idx="13095">
                  <c:v>4.0616494837203785</c:v>
                </c:pt>
                <c:pt idx="13096">
                  <c:v>4.0636989357914306</c:v>
                </c:pt>
                <c:pt idx="13097">
                  <c:v>4.0720735846817266</c:v>
                </c:pt>
                <c:pt idx="13098">
                  <c:v>4.0735895873719192</c:v>
                </c:pt>
                <c:pt idx="13099">
                  <c:v>4.0778846382086478</c:v>
                </c:pt>
                <c:pt idx="13100">
                  <c:v>4.0802951299600423</c:v>
                </c:pt>
                <c:pt idx="13101">
                  <c:v>4.070676662578629</c:v>
                </c:pt>
                <c:pt idx="13102">
                  <c:v>4.0596441824583618</c:v>
                </c:pt>
                <c:pt idx="13103">
                  <c:v>4.0579517347786522</c:v>
                </c:pt>
                <c:pt idx="13104">
                  <c:v>4.0609961625192863</c:v>
                </c:pt>
                <c:pt idx="13105">
                  <c:v>4.0684884282153737</c:v>
                </c:pt>
                <c:pt idx="13106">
                  <c:v>4.0751285358230804</c:v>
                </c:pt>
                <c:pt idx="13107">
                  <c:v>4.0785950073189063</c:v>
                </c:pt>
                <c:pt idx="13108">
                  <c:v>4.0775298492700873</c:v>
                </c:pt>
                <c:pt idx="13109">
                  <c:v>4.0745685010088222</c:v>
                </c:pt>
                <c:pt idx="13110">
                  <c:v>4.0732131977687223</c:v>
                </c:pt>
                <c:pt idx="13111">
                  <c:v>4.0596627764370776</c:v>
                </c:pt>
                <c:pt idx="13112">
                  <c:v>4.0527135340428053</c:v>
                </c:pt>
                <c:pt idx="13113">
                  <c:v>4.0565289393519803</c:v>
                </c:pt>
                <c:pt idx="13114">
                  <c:v>4.0654636230565337</c:v>
                </c:pt>
                <c:pt idx="13115">
                  <c:v>4.0712488823831938</c:v>
                </c:pt>
                <c:pt idx="13116">
                  <c:v>4.0687124263164138</c:v>
                </c:pt>
                <c:pt idx="13117">
                  <c:v>4.068586303754401</c:v>
                </c:pt>
                <c:pt idx="13118">
                  <c:v>4.0670786090121451</c:v>
                </c:pt>
                <c:pt idx="13119">
                  <c:v>4.0746772164418248</c:v>
                </c:pt>
                <c:pt idx="13120">
                  <c:v>4.0772914507259568</c:v>
                </c:pt>
                <c:pt idx="13121">
                  <c:v>4.0732776832693753</c:v>
                </c:pt>
                <c:pt idx="13122">
                  <c:v>4.0720756418878823</c:v>
                </c:pt>
                <c:pt idx="13123">
                  <c:v>4.0664654824544053</c:v>
                </c:pt>
                <c:pt idx="13124">
                  <c:v>4.0575266052142265</c:v>
                </c:pt>
                <c:pt idx="13125">
                  <c:v>4.0621559520512722</c:v>
                </c:pt>
                <c:pt idx="13126">
                  <c:v>4.0735647426514223</c:v>
                </c:pt>
                <c:pt idx="13127">
                  <c:v>4.0750550302646671</c:v>
                </c:pt>
                <c:pt idx="13128">
                  <c:v>4.0710467223167308</c:v>
                </c:pt>
                <c:pt idx="13129">
                  <c:v>4.0742322269256634</c:v>
                </c:pt>
                <c:pt idx="13130">
                  <c:v>4.0765106618665188</c:v>
                </c:pt>
                <c:pt idx="13131">
                  <c:v>4.0805119278395381</c:v>
                </c:pt>
                <c:pt idx="13132">
                  <c:v>4.0787805514894968</c:v>
                </c:pt>
                <c:pt idx="13133">
                  <c:v>4.0678732444514774</c:v>
                </c:pt>
                <c:pt idx="13134">
                  <c:v>4.0655701230367525</c:v>
                </c:pt>
                <c:pt idx="13135">
                  <c:v>4.0678449974284927</c:v>
                </c:pt>
                <c:pt idx="13136">
                  <c:v>4.0599535546148671</c:v>
                </c:pt>
                <c:pt idx="13137">
                  <c:v>4.0520830794793685</c:v>
                </c:pt>
                <c:pt idx="13138">
                  <c:v>4.0522205166752387</c:v>
                </c:pt>
                <c:pt idx="13139">
                  <c:v>4.0521723305772044</c:v>
                </c:pt>
                <c:pt idx="13140">
                  <c:v>4.0481229576294657</c:v>
                </c:pt>
                <c:pt idx="13141">
                  <c:v>4.0494667879890809</c:v>
                </c:pt>
                <c:pt idx="13142">
                  <c:v>4.0525878070973613</c:v>
                </c:pt>
                <c:pt idx="13143">
                  <c:v>4.0506264983977527</c:v>
                </c:pt>
                <c:pt idx="13144">
                  <c:v>4.0498500613205684</c:v>
                </c:pt>
                <c:pt idx="13145">
                  <c:v>4.0531508485975394</c:v>
                </c:pt>
                <c:pt idx="13146">
                  <c:v>4.0486331447561028</c:v>
                </c:pt>
                <c:pt idx="13147">
                  <c:v>4.0444208569054876</c:v>
                </c:pt>
                <c:pt idx="13148">
                  <c:v>4.0476232939035484</c:v>
                </c:pt>
                <c:pt idx="13149">
                  <c:v>4.0617182418799702</c:v>
                </c:pt>
                <c:pt idx="13150">
                  <c:v>4.0729389563634921</c:v>
                </c:pt>
                <c:pt idx="13151">
                  <c:v>4.0750195830201372</c:v>
                </c:pt>
                <c:pt idx="13152">
                  <c:v>4.0729800213632945</c:v>
                </c:pt>
                <c:pt idx="13153">
                  <c:v>4.0698664398465008</c:v>
                </c:pt>
                <c:pt idx="13154">
                  <c:v>4.0658440479487279</c:v>
                </c:pt>
                <c:pt idx="13155">
                  <c:v>4.0617663488546905</c:v>
                </c:pt>
                <c:pt idx="13156">
                  <c:v>4.0617881868892667</c:v>
                </c:pt>
                <c:pt idx="13157">
                  <c:v>4.0591915179807732</c:v>
                </c:pt>
                <c:pt idx="13158">
                  <c:v>4.0498370850971241</c:v>
                </c:pt>
                <c:pt idx="13159">
                  <c:v>4.0506190608062669</c:v>
                </c:pt>
                <c:pt idx="13160">
                  <c:v>4.0535375242315146</c:v>
                </c:pt>
                <c:pt idx="13161">
                  <c:v>4.0545776793132093</c:v>
                </c:pt>
                <c:pt idx="13162">
                  <c:v>4.0597076393559366</c:v>
                </c:pt>
                <c:pt idx="13163">
                  <c:v>4.0619326660600548</c:v>
                </c:pt>
                <c:pt idx="13164">
                  <c:v>4.0552935870554263</c:v>
                </c:pt>
                <c:pt idx="13165">
                  <c:v>4.0521683744115204</c:v>
                </c:pt>
                <c:pt idx="13166">
                  <c:v>4.0465853542746366</c:v>
                </c:pt>
                <c:pt idx="13167">
                  <c:v>4.0507078371642207</c:v>
                </c:pt>
                <c:pt idx="13168">
                  <c:v>4.0538129524864503</c:v>
                </c:pt>
                <c:pt idx="13169">
                  <c:v>4.0591899355144996</c:v>
                </c:pt>
                <c:pt idx="13170">
                  <c:v>4.066028484392926</c:v>
                </c:pt>
                <c:pt idx="13171">
                  <c:v>4.0718982474186021</c:v>
                </c:pt>
                <c:pt idx="13172">
                  <c:v>4.0751201487518296</c:v>
                </c:pt>
                <c:pt idx="13173">
                  <c:v>4.0676196542311196</c:v>
                </c:pt>
                <c:pt idx="13174">
                  <c:v>4.0599738101831706</c:v>
                </c:pt>
                <c:pt idx="13175">
                  <c:v>4.0575602326225422</c:v>
                </c:pt>
                <c:pt idx="13176">
                  <c:v>4.0537975234402817</c:v>
                </c:pt>
                <c:pt idx="13177">
                  <c:v>4.0510777386556951</c:v>
                </c:pt>
                <c:pt idx="13178">
                  <c:v>4.0522005776001899</c:v>
                </c:pt>
                <c:pt idx="13179">
                  <c:v>4.0483873877437988</c:v>
                </c:pt>
                <c:pt idx="13180">
                  <c:v>4.0508380741385448</c:v>
                </c:pt>
                <c:pt idx="13181">
                  <c:v>4.0587136131661197</c:v>
                </c:pt>
                <c:pt idx="13182">
                  <c:v>4.0527981959884478</c:v>
                </c:pt>
                <c:pt idx="13183">
                  <c:v>4.0519674803180754</c:v>
                </c:pt>
                <c:pt idx="13184">
                  <c:v>4.0560802310400756</c:v>
                </c:pt>
                <c:pt idx="13185">
                  <c:v>4.060685840883016</c:v>
                </c:pt>
                <c:pt idx="13186">
                  <c:v>4.0644564623966453</c:v>
                </c:pt>
                <c:pt idx="13187">
                  <c:v>4.0694832456383274</c:v>
                </c:pt>
                <c:pt idx="13188">
                  <c:v>4.0689581042054037</c:v>
                </c:pt>
                <c:pt idx="13189">
                  <c:v>4.0711487913913835</c:v>
                </c:pt>
                <c:pt idx="13190">
                  <c:v>4.0683724334375126</c:v>
                </c:pt>
                <c:pt idx="13191">
                  <c:v>4.0648474898128732</c:v>
                </c:pt>
                <c:pt idx="13192">
                  <c:v>4.0683050994975671</c:v>
                </c:pt>
                <c:pt idx="13193">
                  <c:v>4.0755710725165173</c:v>
                </c:pt>
                <c:pt idx="13194">
                  <c:v>4.0780788068204297</c:v>
                </c:pt>
                <c:pt idx="13195">
                  <c:v>4.0714866479408158</c:v>
                </c:pt>
                <c:pt idx="13196">
                  <c:v>4.0688369664121531</c:v>
                </c:pt>
                <c:pt idx="13197">
                  <c:v>4.0674344265537838</c:v>
                </c:pt>
                <c:pt idx="13198">
                  <c:v>4.0652894726431139</c:v>
                </c:pt>
                <c:pt idx="13199">
                  <c:v>4.0589454444752144</c:v>
                </c:pt>
                <c:pt idx="13200">
                  <c:v>4.0591195948886343</c:v>
                </c:pt>
                <c:pt idx="13201">
                  <c:v>4.060216164892986</c:v>
                </c:pt>
                <c:pt idx="13202">
                  <c:v>4.0620886972346399</c:v>
                </c:pt>
                <c:pt idx="13203">
                  <c:v>4.0634977252047317</c:v>
                </c:pt>
                <c:pt idx="13204">
                  <c:v>4.0583134865688173</c:v>
                </c:pt>
                <c:pt idx="13205">
                  <c:v>4.0620893302211494</c:v>
                </c:pt>
                <c:pt idx="13206">
                  <c:v>4.0659845709538311</c:v>
                </c:pt>
                <c:pt idx="13207">
                  <c:v>4.0595285041737545</c:v>
                </c:pt>
                <c:pt idx="13208">
                  <c:v>4.0626346480990625</c:v>
                </c:pt>
                <c:pt idx="13209">
                  <c:v>4.0654182062744786</c:v>
                </c:pt>
                <c:pt idx="13210">
                  <c:v>4.0652922419590931</c:v>
                </c:pt>
                <c:pt idx="13211">
                  <c:v>4.0696938718993554</c:v>
                </c:pt>
                <c:pt idx="13212">
                  <c:v>4.0721816671282189</c:v>
                </c:pt>
                <c:pt idx="13213">
                  <c:v>4.0732688214582424</c:v>
                </c:pt>
                <c:pt idx="13214">
                  <c:v>4.0764657198243466</c:v>
                </c:pt>
                <c:pt idx="13215">
                  <c:v>4.0785172291015543</c:v>
                </c:pt>
                <c:pt idx="13216">
                  <c:v>4.0751962653795939</c:v>
                </c:pt>
                <c:pt idx="13217">
                  <c:v>4.0679442971871662</c:v>
                </c:pt>
                <c:pt idx="13218">
                  <c:v>4.0654738299639988</c:v>
                </c:pt>
                <c:pt idx="13219">
                  <c:v>4.0629382442536697</c:v>
                </c:pt>
                <c:pt idx="13220">
                  <c:v>4.0592074217668239</c:v>
                </c:pt>
                <c:pt idx="13221">
                  <c:v>4.0540000000000003</c:v>
                </c:pt>
                <c:pt idx="13222">
                  <c:v>4.0530242512956445</c:v>
                </c:pt>
                <c:pt idx="13223">
                  <c:v>4.0533932033073548</c:v>
                </c:pt>
                <c:pt idx="13224">
                  <c:v>4.0543367488230411</c:v>
                </c:pt>
                <c:pt idx="13225">
                  <c:v>4.0577777426118606</c:v>
                </c:pt>
                <c:pt idx="13226">
                  <c:v>4.0602706017328005</c:v>
                </c:pt>
                <c:pt idx="13227">
                  <c:v>4.0654989911777504</c:v>
                </c:pt>
                <c:pt idx="13228">
                  <c:v>4.0687312576650712</c:v>
                </c:pt>
                <c:pt idx="13229">
                  <c:v>4.0693659848874475</c:v>
                </c:pt>
                <c:pt idx="13230">
                  <c:v>4.0637897693555409</c:v>
                </c:pt>
                <c:pt idx="13231">
                  <c:v>4.054918859041817</c:v>
                </c:pt>
                <c:pt idx="13232">
                  <c:v>4.055747596629347</c:v>
                </c:pt>
                <c:pt idx="13233">
                  <c:v>4.0570435573841834</c:v>
                </c:pt>
                <c:pt idx="13234">
                  <c:v>4.0569991692052065</c:v>
                </c:pt>
                <c:pt idx="13235">
                  <c:v>4.06150263085018</c:v>
                </c:pt>
                <c:pt idx="13236">
                  <c:v>4.0662096767812637</c:v>
                </c:pt>
                <c:pt idx="13237">
                  <c:v>4.0638067808679832</c:v>
                </c:pt>
                <c:pt idx="13238">
                  <c:v>4.063794675000989</c:v>
                </c:pt>
                <c:pt idx="13239">
                  <c:v>4.0674797642125249</c:v>
                </c:pt>
                <c:pt idx="13240">
                  <c:v>4.0642684654033312</c:v>
                </c:pt>
                <c:pt idx="13241">
                  <c:v>4.066214265933457</c:v>
                </c:pt>
                <c:pt idx="13242">
                  <c:v>4.0751100209676778</c:v>
                </c:pt>
                <c:pt idx="13243">
                  <c:v>4.07506302171935</c:v>
                </c:pt>
                <c:pt idx="13244">
                  <c:v>4.0648694069707636</c:v>
                </c:pt>
                <c:pt idx="13245">
                  <c:v>4.0534361672666854</c:v>
                </c:pt>
                <c:pt idx="13246">
                  <c:v>4.0522857934090277</c:v>
                </c:pt>
                <c:pt idx="13247">
                  <c:v>4.0564722079360687</c:v>
                </c:pt>
                <c:pt idx="13248">
                  <c:v>4.0626476243225067</c:v>
                </c:pt>
                <c:pt idx="13249">
                  <c:v>4.066180480278514</c:v>
                </c:pt>
                <c:pt idx="13250">
                  <c:v>4.0634779443763103</c:v>
                </c:pt>
                <c:pt idx="13251">
                  <c:v>4.0617525022747953</c:v>
                </c:pt>
                <c:pt idx="13252">
                  <c:v>4.0623152272817187</c:v>
                </c:pt>
                <c:pt idx="13253">
                  <c:v>4.0652814020651187</c:v>
                </c:pt>
                <c:pt idx="13254">
                  <c:v>4.0723001147288045</c:v>
                </c:pt>
                <c:pt idx="13255">
                  <c:v>4.076042410096135</c:v>
                </c:pt>
                <c:pt idx="13256">
                  <c:v>4.0844364441982828</c:v>
                </c:pt>
                <c:pt idx="13257">
                  <c:v>4.090944336748823</c:v>
                </c:pt>
                <c:pt idx="13258">
                  <c:v>4.0881995489971121</c:v>
                </c:pt>
                <c:pt idx="13259">
                  <c:v>4.0825699252284684</c:v>
                </c:pt>
                <c:pt idx="13260">
                  <c:v>4.0838794160699452</c:v>
                </c:pt>
                <c:pt idx="13261">
                  <c:v>4.0850607271432526</c:v>
                </c:pt>
                <c:pt idx="13262">
                  <c:v>4.0856533607627483</c:v>
                </c:pt>
                <c:pt idx="13263">
                  <c:v>4.0876828737587534</c:v>
                </c:pt>
                <c:pt idx="13264">
                  <c:v>4.0827147208925112</c:v>
                </c:pt>
                <c:pt idx="13265">
                  <c:v>4.073027337104878</c:v>
                </c:pt>
                <c:pt idx="13266">
                  <c:v>4.0649279582228903</c:v>
                </c:pt>
                <c:pt idx="13267">
                  <c:v>4.0631373976342129</c:v>
                </c:pt>
                <c:pt idx="13268">
                  <c:v>4.0632086877398423</c:v>
                </c:pt>
                <c:pt idx="13269">
                  <c:v>4.0666618665189702</c:v>
                </c:pt>
                <c:pt idx="13270">
                  <c:v>4.0706089330221147</c:v>
                </c:pt>
                <c:pt idx="13271">
                  <c:v>4.0667285674724054</c:v>
                </c:pt>
                <c:pt idx="13272">
                  <c:v>4.0669672825097916</c:v>
                </c:pt>
                <c:pt idx="13273">
                  <c:v>4.0684010760770661</c:v>
                </c:pt>
                <c:pt idx="13274">
                  <c:v>4.06434790521027</c:v>
                </c:pt>
                <c:pt idx="13275">
                  <c:v>4.0606867903627801</c:v>
                </c:pt>
                <c:pt idx="13276">
                  <c:v>4.0569213118645413</c:v>
                </c:pt>
                <c:pt idx="13277">
                  <c:v>4.0600546742097556</c:v>
                </c:pt>
                <c:pt idx="13278">
                  <c:v>4.0657537682478146</c:v>
                </c:pt>
                <c:pt idx="13279">
                  <c:v>4.0599971515607072</c:v>
                </c:pt>
                <c:pt idx="13280">
                  <c:v>4.0527084701507299</c:v>
                </c:pt>
                <c:pt idx="13281">
                  <c:v>4.0497835977370729</c:v>
                </c:pt>
                <c:pt idx="13282">
                  <c:v>4.0518323376983032</c:v>
                </c:pt>
                <c:pt idx="13283">
                  <c:v>4.0569538315464655</c:v>
                </c:pt>
                <c:pt idx="13284">
                  <c:v>4.057912568738379</c:v>
                </c:pt>
                <c:pt idx="13285">
                  <c:v>4.0602135538236341</c:v>
                </c:pt>
                <c:pt idx="13286">
                  <c:v>4.0642095976579498</c:v>
                </c:pt>
                <c:pt idx="13287">
                  <c:v>4.0626049768564307</c:v>
                </c:pt>
                <c:pt idx="13288">
                  <c:v>4.0617067689994855</c:v>
                </c:pt>
                <c:pt idx="13289">
                  <c:v>4.0575018396170428</c:v>
                </c:pt>
                <c:pt idx="13290">
                  <c:v>4.0556513826799065</c:v>
                </c:pt>
                <c:pt idx="13291">
                  <c:v>4.0612396249554932</c:v>
                </c:pt>
                <c:pt idx="13292">
                  <c:v>4.0610852553704948</c:v>
                </c:pt>
                <c:pt idx="13293">
                  <c:v>4.0615784309846896</c:v>
                </c:pt>
                <c:pt idx="13294">
                  <c:v>4.0652319499940655</c:v>
                </c:pt>
                <c:pt idx="13295">
                  <c:v>4.0672283894449501</c:v>
                </c:pt>
                <c:pt idx="13296">
                  <c:v>4.0645023539185825</c:v>
                </c:pt>
                <c:pt idx="13297">
                  <c:v>4.0669177513154251</c:v>
                </c:pt>
                <c:pt idx="13298">
                  <c:v>4.0717559045772838</c:v>
                </c:pt>
                <c:pt idx="13299">
                  <c:v>4.071466708865767</c:v>
                </c:pt>
                <c:pt idx="13300">
                  <c:v>4.0708993155833371</c:v>
                </c:pt>
                <c:pt idx="13301">
                  <c:v>4.0680035605491156</c:v>
                </c:pt>
                <c:pt idx="13302">
                  <c:v>4.0606835463069197</c:v>
                </c:pt>
                <c:pt idx="13303">
                  <c:v>4.0571077263915809</c:v>
                </c:pt>
                <c:pt idx="13304">
                  <c:v>4.0581973335443289</c:v>
                </c:pt>
                <c:pt idx="13305">
                  <c:v>4.0568430589073072</c:v>
                </c:pt>
                <c:pt idx="13306">
                  <c:v>4.0535811211773547</c:v>
                </c:pt>
                <c:pt idx="13307">
                  <c:v>4.0524305099497564</c:v>
                </c:pt>
                <c:pt idx="13308">
                  <c:v>4.0562707599794283</c:v>
                </c:pt>
                <c:pt idx="13309">
                  <c:v>4.0620735055584127</c:v>
                </c:pt>
                <c:pt idx="13310">
                  <c:v>4.0670915061122761</c:v>
                </c:pt>
                <c:pt idx="13311">
                  <c:v>4.0681368042093604</c:v>
                </c:pt>
                <c:pt idx="13312">
                  <c:v>4.0664635043715629</c:v>
                </c:pt>
                <c:pt idx="13313">
                  <c:v>4.0618013213593382</c:v>
                </c:pt>
                <c:pt idx="13314">
                  <c:v>4.0597002017644499</c:v>
                </c:pt>
                <c:pt idx="13315">
                  <c:v>4.0540039561656842</c:v>
                </c:pt>
                <c:pt idx="13316">
                  <c:v>4.0448215373659853</c:v>
                </c:pt>
                <c:pt idx="13317">
                  <c:v>4.0459175535071408</c:v>
                </c:pt>
                <c:pt idx="13318">
                  <c:v>4.0522266091703925</c:v>
                </c:pt>
                <c:pt idx="13319">
                  <c:v>4.0579989713969224</c:v>
                </c:pt>
                <c:pt idx="13320">
                  <c:v>4.0673347311785415</c:v>
                </c:pt>
                <c:pt idx="13321">
                  <c:v>4.0764968944099378</c:v>
                </c:pt>
                <c:pt idx="13322">
                  <c:v>4.0746669304110457</c:v>
                </c:pt>
                <c:pt idx="13323">
                  <c:v>4.0634100565731694</c:v>
                </c:pt>
                <c:pt idx="13324">
                  <c:v>4.0598297266289514</c:v>
                </c:pt>
                <c:pt idx="13325">
                  <c:v>4.0624316967994618</c:v>
                </c:pt>
                <c:pt idx="13326">
                  <c:v>4.0668699608339596</c:v>
                </c:pt>
                <c:pt idx="13327">
                  <c:v>4.0661948015982912</c:v>
                </c:pt>
                <c:pt idx="13328">
                  <c:v>4.0664703089765402</c:v>
                </c:pt>
                <c:pt idx="13329">
                  <c:v>4.0689092059975476</c:v>
                </c:pt>
                <c:pt idx="13330">
                  <c:v>4.0703856470308981</c:v>
                </c:pt>
                <c:pt idx="13331">
                  <c:v>4.0713383708509712</c:v>
                </c:pt>
                <c:pt idx="13332">
                  <c:v>4.0710888950429247</c:v>
                </c:pt>
                <c:pt idx="13333">
                  <c:v>4.0695103058116073</c:v>
                </c:pt>
                <c:pt idx="13334">
                  <c:v>4.0672015666416108</c:v>
                </c:pt>
                <c:pt idx="13335">
                  <c:v>4.0669858764885074</c:v>
                </c:pt>
                <c:pt idx="13336">
                  <c:v>4.0661166277643712</c:v>
                </c:pt>
                <c:pt idx="13337">
                  <c:v>4.0620519840170903</c:v>
                </c:pt>
                <c:pt idx="13338">
                  <c:v>4.0645954820587882</c:v>
                </c:pt>
                <c:pt idx="13339">
                  <c:v>4.0629150611227596</c:v>
                </c:pt>
                <c:pt idx="13340">
                  <c:v>4.0615709142698897</c:v>
                </c:pt>
                <c:pt idx="13341">
                  <c:v>4.0642327807888599</c:v>
                </c:pt>
                <c:pt idx="13342">
                  <c:v>4.0677695137872378</c:v>
                </c:pt>
                <c:pt idx="13343">
                  <c:v>4.0690429243976736</c:v>
                </c:pt>
                <c:pt idx="13344">
                  <c:v>4.0692888396566049</c:v>
                </c:pt>
                <c:pt idx="13345">
                  <c:v>4.0754953515053209</c:v>
                </c:pt>
                <c:pt idx="13346">
                  <c:v>4.0810206907465281</c:v>
                </c:pt>
                <c:pt idx="13347">
                  <c:v>4.0732347193100447</c:v>
                </c:pt>
                <c:pt idx="13348">
                  <c:v>4.0601412351149264</c:v>
                </c:pt>
                <c:pt idx="13349">
                  <c:v>4.0536100011868497</c:v>
                </c:pt>
                <c:pt idx="13350">
                  <c:v>4.0461068164734737</c:v>
                </c:pt>
                <c:pt idx="13351">
                  <c:v>4.0391771966609964</c:v>
                </c:pt>
                <c:pt idx="13352">
                  <c:v>4.032099932745183</c:v>
                </c:pt>
                <c:pt idx="13353">
                  <c:v>4.0349436246390002</c:v>
                </c:pt>
                <c:pt idx="13354">
                  <c:v>4.0415435376033546</c:v>
                </c:pt>
                <c:pt idx="13355">
                  <c:v>4.044700083079479</c:v>
                </c:pt>
                <c:pt idx="13356">
                  <c:v>4.0521080824464928</c:v>
                </c:pt>
                <c:pt idx="13357">
                  <c:v>4.0667947145626462</c:v>
                </c:pt>
                <c:pt idx="13358">
                  <c:v>4.0711870870752067</c:v>
                </c:pt>
                <c:pt idx="13359">
                  <c:v>4.0716386438264038</c:v>
                </c:pt>
                <c:pt idx="13360">
                  <c:v>4.0712313170075562</c:v>
                </c:pt>
                <c:pt idx="13361">
                  <c:v>4.0676620643272541</c:v>
                </c:pt>
                <c:pt idx="13362">
                  <c:v>4.0659140720813385</c:v>
                </c:pt>
                <c:pt idx="13363">
                  <c:v>4.0625321042845277</c:v>
                </c:pt>
                <c:pt idx="13364">
                  <c:v>4.0615868180559405</c:v>
                </c:pt>
                <c:pt idx="13365">
                  <c:v>4.0641975709142697</c:v>
                </c:pt>
                <c:pt idx="13366">
                  <c:v>4.0682695731297223</c:v>
                </c:pt>
                <c:pt idx="13367">
                  <c:v>4.065311310677691</c:v>
                </c:pt>
                <c:pt idx="13368">
                  <c:v>4.067794437631048</c:v>
                </c:pt>
                <c:pt idx="13369">
                  <c:v>4.0723467974838785</c:v>
                </c:pt>
                <c:pt idx="13370">
                  <c:v>4.0767614827708982</c:v>
                </c:pt>
                <c:pt idx="13371">
                  <c:v>4.075657158681806</c:v>
                </c:pt>
                <c:pt idx="13372">
                  <c:v>4.0759942239981006</c:v>
                </c:pt>
                <c:pt idx="13373">
                  <c:v>4.0790328757368357</c:v>
                </c:pt>
                <c:pt idx="13374">
                  <c:v>4.0774987538078094</c:v>
                </c:pt>
                <c:pt idx="13375">
                  <c:v>4.0823744906436685</c:v>
                </c:pt>
                <c:pt idx="13376">
                  <c:v>4.0865561577718879</c:v>
                </c:pt>
                <c:pt idx="13377">
                  <c:v>4.0892154923448194</c:v>
                </c:pt>
                <c:pt idx="13378">
                  <c:v>4.0892526803022511</c:v>
                </c:pt>
                <c:pt idx="13379">
                  <c:v>4.0814582426712027</c:v>
                </c:pt>
                <c:pt idx="13380">
                  <c:v>4.0679108280254779</c:v>
                </c:pt>
                <c:pt idx="13381">
                  <c:v>4.0587993037148395</c:v>
                </c:pt>
                <c:pt idx="13382">
                  <c:v>4.0629141116429954</c:v>
                </c:pt>
                <c:pt idx="13383">
                  <c:v>4.0633772203979905</c:v>
                </c:pt>
                <c:pt idx="13384">
                  <c:v>4.0571229971911222</c:v>
                </c:pt>
                <c:pt idx="13385">
                  <c:v>4.0550704593108362</c:v>
                </c:pt>
                <c:pt idx="13386">
                  <c:v>4.0537717292400206</c:v>
                </c:pt>
                <c:pt idx="13387">
                  <c:v>4.0501421054713775</c:v>
                </c:pt>
                <c:pt idx="13388">
                  <c:v>4.0518290936424419</c:v>
                </c:pt>
                <c:pt idx="13389">
                  <c:v>4.0573098073347316</c:v>
                </c:pt>
                <c:pt idx="13390">
                  <c:v>4.0550682438580532</c:v>
                </c:pt>
                <c:pt idx="13391">
                  <c:v>4.0568454326067176</c:v>
                </c:pt>
                <c:pt idx="13392">
                  <c:v>4.0614647307829248</c:v>
                </c:pt>
                <c:pt idx="13393">
                  <c:v>4.0607279344858966</c:v>
                </c:pt>
                <c:pt idx="13394">
                  <c:v>4.0560587094987541</c:v>
                </c:pt>
                <c:pt idx="13395">
                  <c:v>4.0645735649008978</c:v>
                </c:pt>
                <c:pt idx="13396">
                  <c:v>4.0699036278039324</c:v>
                </c:pt>
                <c:pt idx="13397">
                  <c:v>4.0681343513866359</c:v>
                </c:pt>
                <c:pt idx="13398">
                  <c:v>4.0721342722633223</c:v>
                </c:pt>
                <c:pt idx="13399">
                  <c:v>4.0749579459587766</c:v>
                </c:pt>
                <c:pt idx="13400">
                  <c:v>4.0741841990742573</c:v>
                </c:pt>
                <c:pt idx="13401">
                  <c:v>4.0770749693397157</c:v>
                </c:pt>
                <c:pt idx="13402">
                  <c:v>4.0766534794477192</c:v>
                </c:pt>
                <c:pt idx="13403">
                  <c:v>4.0733507140879057</c:v>
                </c:pt>
                <c:pt idx="13404">
                  <c:v>4.0700701823792382</c:v>
                </c:pt>
                <c:pt idx="13405">
                  <c:v>4.0673642441745459</c:v>
                </c:pt>
                <c:pt idx="13406">
                  <c:v>4.0663854096609562</c:v>
                </c:pt>
                <c:pt idx="13407">
                  <c:v>4.0653958143767062</c:v>
                </c:pt>
                <c:pt idx="13408">
                  <c:v>4.058157376270918</c:v>
                </c:pt>
                <c:pt idx="13409">
                  <c:v>4.0533452545792619</c:v>
                </c:pt>
                <c:pt idx="13410">
                  <c:v>4.0533073545120066</c:v>
                </c:pt>
                <c:pt idx="13411">
                  <c:v>4.0529509039838585</c:v>
                </c:pt>
                <c:pt idx="13412">
                  <c:v>4.0528106183486967</c:v>
                </c:pt>
                <c:pt idx="13413">
                  <c:v>4.0589415674328437</c:v>
                </c:pt>
                <c:pt idx="13414">
                  <c:v>4.0703852514143293</c:v>
                </c:pt>
                <c:pt idx="13415">
                  <c:v>4.0780724769553345</c:v>
                </c:pt>
                <c:pt idx="13416">
                  <c:v>4.0708230407089445</c:v>
                </c:pt>
                <c:pt idx="13417">
                  <c:v>4.0626622621355386</c:v>
                </c:pt>
                <c:pt idx="13418">
                  <c:v>4.0685756221070539</c:v>
                </c:pt>
                <c:pt idx="13419">
                  <c:v>4.0764756102385569</c:v>
                </c:pt>
                <c:pt idx="13420">
                  <c:v>4.0829069905447639</c:v>
                </c:pt>
                <c:pt idx="13421">
                  <c:v>4.0831530640503226</c:v>
                </c:pt>
                <c:pt idx="13422">
                  <c:v>4.0732840922577838</c:v>
                </c:pt>
                <c:pt idx="13423">
                  <c:v>4.067380701823792</c:v>
                </c:pt>
                <c:pt idx="13424">
                  <c:v>4.0683006685920002</c:v>
                </c:pt>
                <c:pt idx="13425">
                  <c:v>4.0657695929105513</c:v>
                </c:pt>
                <c:pt idx="13426">
                  <c:v>4.0627702654587177</c:v>
                </c:pt>
                <c:pt idx="13427">
                  <c:v>4.0683503580329941</c:v>
                </c:pt>
                <c:pt idx="13428">
                  <c:v>4.0740929698935791</c:v>
                </c:pt>
                <c:pt idx="13429">
                  <c:v>4.0709786762669617</c:v>
                </c:pt>
                <c:pt idx="13430">
                  <c:v>4.071849744827313</c:v>
                </c:pt>
                <c:pt idx="13431">
                  <c:v>4.0788436918938169</c:v>
                </c:pt>
                <c:pt idx="13432">
                  <c:v>4.0729413300629034</c:v>
                </c:pt>
                <c:pt idx="13433">
                  <c:v>4.0700610831981647</c:v>
                </c:pt>
                <c:pt idx="13434">
                  <c:v>4.0648521580883807</c:v>
                </c:pt>
                <c:pt idx="13435">
                  <c:v>4.0590678482414839</c:v>
                </c:pt>
                <c:pt idx="13436">
                  <c:v>4.0555628436918942</c:v>
                </c:pt>
                <c:pt idx="13437">
                  <c:v>4.0558190449816038</c:v>
                </c:pt>
                <c:pt idx="13438">
                  <c:v>4.0614125885192074</c:v>
                </c:pt>
                <c:pt idx="13439">
                  <c:v>4.0625264865292561</c:v>
                </c:pt>
                <c:pt idx="13440">
                  <c:v>4.0637827273806231</c:v>
                </c:pt>
                <c:pt idx="13441">
                  <c:v>4.0586491276654666</c:v>
                </c:pt>
                <c:pt idx="13442">
                  <c:v>4.0563125370890534</c:v>
                </c:pt>
                <c:pt idx="13443">
                  <c:v>4.0542943387269057</c:v>
                </c:pt>
                <c:pt idx="13444">
                  <c:v>4.051179412113779</c:v>
                </c:pt>
                <c:pt idx="13445">
                  <c:v>4.0506095660086245</c:v>
                </c:pt>
                <c:pt idx="13446">
                  <c:v>4.0492021996281204</c:v>
                </c:pt>
                <c:pt idx="13447">
                  <c:v>4.0493594967757254</c:v>
                </c:pt>
                <c:pt idx="13448">
                  <c:v>4.0527068876844563</c:v>
                </c:pt>
                <c:pt idx="13449">
                  <c:v>4.0548322190133321</c:v>
                </c:pt>
                <c:pt idx="13450">
                  <c:v>4.0515968667167783</c:v>
                </c:pt>
                <c:pt idx="13451">
                  <c:v>4.053754559480951</c:v>
                </c:pt>
                <c:pt idx="13452">
                  <c:v>4.0542112592475377</c:v>
                </c:pt>
                <c:pt idx="13453">
                  <c:v>4.0489558887526211</c:v>
                </c:pt>
                <c:pt idx="13454">
                  <c:v>4.0418893856074689</c:v>
                </c:pt>
                <c:pt idx="13455">
                  <c:v>4.0424294813466792</c:v>
                </c:pt>
                <c:pt idx="13456">
                  <c:v>4.056916722712347</c:v>
                </c:pt>
                <c:pt idx="13457">
                  <c:v>4.0625256952961193</c:v>
                </c:pt>
                <c:pt idx="13458">
                  <c:v>4.0569285912093997</c:v>
                </c:pt>
                <c:pt idx="13459">
                  <c:v>4.052882699687463</c:v>
                </c:pt>
                <c:pt idx="13460">
                  <c:v>4.0541370415793017</c:v>
                </c:pt>
                <c:pt idx="13461">
                  <c:v>4.0519912964354949</c:v>
                </c:pt>
                <c:pt idx="13462">
                  <c:v>4.0486907465284645</c:v>
                </c:pt>
                <c:pt idx="13463">
                  <c:v>4.0512867824504486</c:v>
                </c:pt>
                <c:pt idx="13464">
                  <c:v>4.0535036594532583</c:v>
                </c:pt>
                <c:pt idx="13465">
                  <c:v>4.0602673576769392</c:v>
                </c:pt>
                <c:pt idx="13466">
                  <c:v>4.0638717411085175</c:v>
                </c:pt>
                <c:pt idx="13467">
                  <c:v>4.0604714167029314</c:v>
                </c:pt>
                <c:pt idx="13468">
                  <c:v>4.0612572694544449</c:v>
                </c:pt>
                <c:pt idx="13469">
                  <c:v>4.0570274162281921</c:v>
                </c:pt>
                <c:pt idx="13470">
                  <c:v>4.0563236934762825</c:v>
                </c:pt>
                <c:pt idx="13471">
                  <c:v>4.0570921390987857</c:v>
                </c:pt>
                <c:pt idx="13472">
                  <c:v>4.0596748031807568</c:v>
                </c:pt>
                <c:pt idx="13473">
                  <c:v>4.0700270601732802</c:v>
                </c:pt>
                <c:pt idx="13474">
                  <c:v>4.0726843375400561</c:v>
                </c:pt>
                <c:pt idx="13475">
                  <c:v>4.0724583613561736</c:v>
                </c:pt>
                <c:pt idx="13476">
                  <c:v>4.0682528781105356</c:v>
                </c:pt>
                <c:pt idx="13477">
                  <c:v>4.0622248684574913</c:v>
                </c:pt>
                <c:pt idx="13478">
                  <c:v>4.0603274913953395</c:v>
                </c:pt>
                <c:pt idx="13479">
                  <c:v>4.0692037029710804</c:v>
                </c:pt>
                <c:pt idx="13480">
                  <c:v>4.0760151916762277</c:v>
                </c:pt>
                <c:pt idx="13481">
                  <c:v>4.0742797009138743</c:v>
                </c:pt>
                <c:pt idx="13482">
                  <c:v>4.0713855283459273</c:v>
                </c:pt>
                <c:pt idx="13483">
                  <c:v>4.0639935118882775</c:v>
                </c:pt>
                <c:pt idx="13484">
                  <c:v>4.0525573446215928</c:v>
                </c:pt>
                <c:pt idx="13485">
                  <c:v>4.0472638366894804</c:v>
                </c:pt>
                <c:pt idx="13486">
                  <c:v>4.0546368635518455</c:v>
                </c:pt>
                <c:pt idx="13487">
                  <c:v>4.0595936226609171</c:v>
                </c:pt>
                <c:pt idx="13488">
                  <c:v>4.0564222811251334</c:v>
                </c:pt>
                <c:pt idx="13489">
                  <c:v>4.0594693199351193</c:v>
                </c:pt>
                <c:pt idx="13490">
                  <c:v>4.0698165130355664</c:v>
                </c:pt>
                <c:pt idx="13491">
                  <c:v>4.0709204415080906</c:v>
                </c:pt>
                <c:pt idx="13492">
                  <c:v>4.0684485500652769</c:v>
                </c:pt>
                <c:pt idx="13493">
                  <c:v>4.0687565771254501</c:v>
                </c:pt>
                <c:pt idx="13494">
                  <c:v>4.070801914784191</c:v>
                </c:pt>
                <c:pt idx="13495">
                  <c:v>4.0650741781065793</c:v>
                </c:pt>
                <c:pt idx="13496">
                  <c:v>4.0670571665941369</c:v>
                </c:pt>
                <c:pt idx="13497">
                  <c:v>4.0712223760731101</c:v>
                </c:pt>
                <c:pt idx="13498">
                  <c:v>4.0599613086996085</c:v>
                </c:pt>
                <c:pt idx="13499">
                  <c:v>4.0505586897179251</c:v>
                </c:pt>
                <c:pt idx="13500">
                  <c:v>4.0514577679313213</c:v>
                </c:pt>
                <c:pt idx="13501">
                  <c:v>4.0607988289749573</c:v>
                </c:pt>
                <c:pt idx="13502">
                  <c:v>4.06862277960201</c:v>
                </c:pt>
                <c:pt idx="13503">
                  <c:v>4.0652253036357164</c:v>
                </c:pt>
                <c:pt idx="13504">
                  <c:v>4.0604781421845946</c:v>
                </c:pt>
                <c:pt idx="13505">
                  <c:v>4.0624014716936347</c:v>
                </c:pt>
                <c:pt idx="13506">
                  <c:v>4.0664690430035213</c:v>
                </c:pt>
                <c:pt idx="13507">
                  <c:v>4.0664620010286034</c:v>
                </c:pt>
                <c:pt idx="13508">
                  <c:v>4.071804011552004</c:v>
                </c:pt>
                <c:pt idx="13509">
                  <c:v>4.0781814297582786</c:v>
                </c:pt>
                <c:pt idx="13510">
                  <c:v>4.0760666218301225</c:v>
                </c:pt>
                <c:pt idx="13511">
                  <c:v>4.0739458005301259</c:v>
                </c:pt>
                <c:pt idx="13512">
                  <c:v>4.0703987023776556</c:v>
                </c:pt>
                <c:pt idx="13513">
                  <c:v>4.0658984847885433</c:v>
                </c:pt>
                <c:pt idx="13514">
                  <c:v>4.0606190608062667</c:v>
                </c:pt>
                <c:pt idx="13515">
                  <c:v>4.0586763460853739</c:v>
                </c:pt>
                <c:pt idx="13516">
                  <c:v>4.0564457016259841</c:v>
                </c:pt>
                <c:pt idx="13517">
                  <c:v>4.0555549313605255</c:v>
                </c:pt>
                <c:pt idx="13518">
                  <c:v>4.0601980456541522</c:v>
                </c:pt>
                <c:pt idx="13519">
                  <c:v>4.0715819915338054</c:v>
                </c:pt>
                <c:pt idx="13520">
                  <c:v>4.0735849982197259</c:v>
                </c:pt>
                <c:pt idx="13521">
                  <c:v>4.0710884994263559</c:v>
                </c:pt>
                <c:pt idx="13522">
                  <c:v>4.0648008070577992</c:v>
                </c:pt>
                <c:pt idx="13523">
                  <c:v>4.0617472010127784</c:v>
                </c:pt>
                <c:pt idx="13524">
                  <c:v>4.0687539660560983</c:v>
                </c:pt>
                <c:pt idx="13525">
                  <c:v>4.0724492621751001</c:v>
                </c:pt>
                <c:pt idx="13526">
                  <c:v>4.06521485935831</c:v>
                </c:pt>
                <c:pt idx="13527">
                  <c:v>4.0614029354749377</c:v>
                </c:pt>
                <c:pt idx="13528">
                  <c:v>4.0587265893895639</c:v>
                </c:pt>
                <c:pt idx="13529">
                  <c:v>4.0568469359496779</c:v>
                </c:pt>
                <c:pt idx="13530">
                  <c:v>4.0570018593978716</c:v>
                </c:pt>
                <c:pt idx="13531">
                  <c:v>4.055955532697709</c:v>
                </c:pt>
                <c:pt idx="13532">
                  <c:v>4.0580113146338572</c:v>
                </c:pt>
                <c:pt idx="13533">
                  <c:v>4.0661325315504211</c:v>
                </c:pt>
                <c:pt idx="13534">
                  <c:v>4.0681163903944295</c:v>
                </c:pt>
                <c:pt idx="13535">
                  <c:v>4.0658087589508245</c:v>
                </c:pt>
                <c:pt idx="13536">
                  <c:v>4.0618738774379874</c:v>
                </c:pt>
                <c:pt idx="13537">
                  <c:v>4.0634950350120667</c:v>
                </c:pt>
                <c:pt idx="13538">
                  <c:v>4.0647367962970291</c:v>
                </c:pt>
                <c:pt idx="13539">
                  <c:v>4.0631123155437754</c:v>
                </c:pt>
                <c:pt idx="13540">
                  <c:v>4.0663688728883969</c:v>
                </c:pt>
                <c:pt idx="13541">
                  <c:v>4.0671421450330341</c:v>
                </c:pt>
                <c:pt idx="13542">
                  <c:v>4.064474581635479</c:v>
                </c:pt>
                <c:pt idx="13543">
                  <c:v>4.0602630850180006</c:v>
                </c:pt>
                <c:pt idx="13544">
                  <c:v>4.06332761008031</c:v>
                </c:pt>
                <c:pt idx="13545">
                  <c:v>4.0653782490010686</c:v>
                </c:pt>
                <c:pt idx="13546">
                  <c:v>4.0626822012105865</c:v>
                </c:pt>
                <c:pt idx="13547">
                  <c:v>4.0640130553467575</c:v>
                </c:pt>
                <c:pt idx="13548">
                  <c:v>4.0638528306365469</c:v>
                </c:pt>
                <c:pt idx="13549">
                  <c:v>4.0614230327966139</c:v>
                </c:pt>
                <c:pt idx="13550">
                  <c:v>4.0564573327530953</c:v>
                </c:pt>
                <c:pt idx="13551">
                  <c:v>4.0481299996043836</c:v>
                </c:pt>
                <c:pt idx="13552">
                  <c:v>4.0425431024251299</c:v>
                </c:pt>
                <c:pt idx="13553">
                  <c:v>4.046264271867706</c:v>
                </c:pt>
                <c:pt idx="13554">
                  <c:v>4.0517206155793808</c:v>
                </c:pt>
                <c:pt idx="13555">
                  <c:v>4.0511525893104405</c:v>
                </c:pt>
                <c:pt idx="13556">
                  <c:v>4.050632432646279</c:v>
                </c:pt>
                <c:pt idx="13557">
                  <c:v>4.0617935672745977</c:v>
                </c:pt>
                <c:pt idx="13558">
                  <c:v>4.0717707797602563</c:v>
                </c:pt>
                <c:pt idx="13559">
                  <c:v>4.0762889583415758</c:v>
                </c:pt>
                <c:pt idx="13560">
                  <c:v>4.0711482375281873</c:v>
                </c:pt>
                <c:pt idx="13561">
                  <c:v>4.0656072318708709</c:v>
                </c:pt>
                <c:pt idx="13562">
                  <c:v>4.0689984570953834</c:v>
                </c:pt>
                <c:pt idx="13563">
                  <c:v>4.0716032757051863</c:v>
                </c:pt>
                <c:pt idx="13564">
                  <c:v>4.0645426276852472</c:v>
                </c:pt>
                <c:pt idx="13565">
                  <c:v>4.0652503066028407</c:v>
                </c:pt>
                <c:pt idx="13566">
                  <c:v>4.071476045416782</c:v>
                </c:pt>
                <c:pt idx="13567">
                  <c:v>4.0707747754875978</c:v>
                </c:pt>
                <c:pt idx="13568">
                  <c:v>4.0662005776001902</c:v>
                </c:pt>
                <c:pt idx="13569">
                  <c:v>4.0587758040906756</c:v>
                </c:pt>
                <c:pt idx="13570">
                  <c:v>4.0565115322229692</c:v>
                </c:pt>
                <c:pt idx="13571">
                  <c:v>4.0538408038928671</c:v>
                </c:pt>
                <c:pt idx="13572">
                  <c:v>4.0518692882857934</c:v>
                </c:pt>
                <c:pt idx="13573">
                  <c:v>4.0564737112790281</c:v>
                </c:pt>
                <c:pt idx="13574">
                  <c:v>4.0665562368952015</c:v>
                </c:pt>
                <c:pt idx="13575">
                  <c:v>4.0681356964829689</c:v>
                </c:pt>
                <c:pt idx="13576">
                  <c:v>4.0660799936701348</c:v>
                </c:pt>
                <c:pt idx="13577">
                  <c:v>4.0589677572496736</c:v>
                </c:pt>
                <c:pt idx="13578">
                  <c:v>4.053739446928037</c:v>
                </c:pt>
                <c:pt idx="13579">
                  <c:v>4.0602947343434739</c:v>
                </c:pt>
                <c:pt idx="13580">
                  <c:v>4.0693653519009381</c:v>
                </c:pt>
                <c:pt idx="13581">
                  <c:v>4.0708190845432606</c:v>
                </c:pt>
                <c:pt idx="13582">
                  <c:v>4.0642795426672471</c:v>
                </c:pt>
                <c:pt idx="13583">
                  <c:v>4.0627996202080947</c:v>
                </c:pt>
                <c:pt idx="13584">
                  <c:v>4.067237251256083</c:v>
                </c:pt>
                <c:pt idx="13585">
                  <c:v>4.0695508169482135</c:v>
                </c:pt>
                <c:pt idx="13586">
                  <c:v>4.0712883649167226</c:v>
                </c:pt>
                <c:pt idx="13587">
                  <c:v>4.0754920283261464</c:v>
                </c:pt>
                <c:pt idx="13588">
                  <c:v>4.0796510661866519</c:v>
                </c:pt>
                <c:pt idx="13589">
                  <c:v>4.0741992325038572</c:v>
                </c:pt>
                <c:pt idx="13590">
                  <c:v>4.0704256043043081</c:v>
                </c:pt>
                <c:pt idx="13591">
                  <c:v>4.0705278316255882</c:v>
                </c:pt>
                <c:pt idx="13592">
                  <c:v>4.0649592910551098</c:v>
                </c:pt>
                <c:pt idx="13593">
                  <c:v>4.0547338687344228</c:v>
                </c:pt>
                <c:pt idx="13594">
                  <c:v>4.0477007556276456</c:v>
                </c:pt>
                <c:pt idx="13595">
                  <c:v>4.0514521501760496</c:v>
                </c:pt>
                <c:pt idx="13596">
                  <c:v>4.0564170589864306</c:v>
                </c:pt>
                <c:pt idx="13597">
                  <c:v>4.0596986984214896</c:v>
                </c:pt>
                <c:pt idx="13598">
                  <c:v>4.0569027970091387</c:v>
                </c:pt>
                <c:pt idx="13599">
                  <c:v>4.0537231475254183</c:v>
                </c:pt>
                <c:pt idx="13600">
                  <c:v>4.0610934050718042</c:v>
                </c:pt>
                <c:pt idx="13601">
                  <c:v>4.0689818411995091</c:v>
                </c:pt>
                <c:pt idx="13602">
                  <c:v>4.0640435969458402</c:v>
                </c:pt>
                <c:pt idx="13603">
                  <c:v>4.0596112671598688</c:v>
                </c:pt>
                <c:pt idx="13604">
                  <c:v>4.0598108161569808</c:v>
                </c:pt>
                <c:pt idx="13605">
                  <c:v>4.0652249080191476</c:v>
                </c:pt>
                <c:pt idx="13606">
                  <c:v>4.0693602880088617</c:v>
                </c:pt>
                <c:pt idx="13607">
                  <c:v>4.071511176168058</c:v>
                </c:pt>
                <c:pt idx="13608">
                  <c:v>4.0647397238596357</c:v>
                </c:pt>
                <c:pt idx="13609">
                  <c:v>4.0583066028405268</c:v>
                </c:pt>
                <c:pt idx="13610">
                  <c:v>4.0548847568936184</c:v>
                </c:pt>
                <c:pt idx="13611">
                  <c:v>4.0619934327649645</c:v>
                </c:pt>
                <c:pt idx="13612">
                  <c:v>4.0678089963207658</c:v>
                </c:pt>
                <c:pt idx="13613">
                  <c:v>4.068800490564545</c:v>
                </c:pt>
                <c:pt idx="13614">
                  <c:v>4.0707091822605532</c:v>
                </c:pt>
                <c:pt idx="13615">
                  <c:v>4.0694360090200581</c:v>
                </c:pt>
                <c:pt idx="13616">
                  <c:v>4.0724213316453692</c:v>
                </c:pt>
                <c:pt idx="13617">
                  <c:v>4.0752331368437709</c:v>
                </c:pt>
                <c:pt idx="13618">
                  <c:v>4.0685475333306957</c:v>
                </c:pt>
                <c:pt idx="13619">
                  <c:v>4.0622315148158403</c:v>
                </c:pt>
                <c:pt idx="13620">
                  <c:v>4.0569503501206627</c:v>
                </c:pt>
                <c:pt idx="13621">
                  <c:v>4.0489467104482335</c:v>
                </c:pt>
                <c:pt idx="13622">
                  <c:v>4.0470738616133239</c:v>
                </c:pt>
                <c:pt idx="13623">
                  <c:v>4.0531907267476361</c:v>
                </c:pt>
                <c:pt idx="13624">
                  <c:v>4.0604456225026704</c:v>
                </c:pt>
                <c:pt idx="13625">
                  <c:v>4.0598601099814058</c:v>
                </c:pt>
                <c:pt idx="13626">
                  <c:v>4.0569454444752147</c:v>
                </c:pt>
                <c:pt idx="13627">
                  <c:v>4.0488585670767892</c:v>
                </c:pt>
                <c:pt idx="13628">
                  <c:v>4.0433909878545711</c:v>
                </c:pt>
                <c:pt idx="13629">
                  <c:v>4.0392207144835224</c:v>
                </c:pt>
                <c:pt idx="13630">
                  <c:v>4.0391185662855564</c:v>
                </c:pt>
                <c:pt idx="13631">
                  <c:v>4.0469490841476441</c:v>
                </c:pt>
                <c:pt idx="13632">
                  <c:v>4.0582270839102739</c:v>
                </c:pt>
                <c:pt idx="13633">
                  <c:v>4.0627498516437868</c:v>
                </c:pt>
                <c:pt idx="13634">
                  <c:v>4.0645966689084938</c:v>
                </c:pt>
                <c:pt idx="13635">
                  <c:v>4.0648039719903473</c:v>
                </c:pt>
                <c:pt idx="13636">
                  <c:v>4.0642833405863037</c:v>
                </c:pt>
                <c:pt idx="13637">
                  <c:v>4.0663185504608936</c:v>
                </c:pt>
                <c:pt idx="13638">
                  <c:v>4.0645419946987378</c:v>
                </c:pt>
                <c:pt idx="13639">
                  <c:v>4.0610771847924987</c:v>
                </c:pt>
                <c:pt idx="13640">
                  <c:v>4.0615451991929419</c:v>
                </c:pt>
                <c:pt idx="13641">
                  <c:v>4.0662705226094866</c:v>
                </c:pt>
                <c:pt idx="13642">
                  <c:v>4.0673812556869882</c:v>
                </c:pt>
                <c:pt idx="13643">
                  <c:v>4.0677189539897931</c:v>
                </c:pt>
                <c:pt idx="13644">
                  <c:v>4.0679666890849386</c:v>
                </c:pt>
                <c:pt idx="13645">
                  <c:v>4.0648999485698463</c:v>
                </c:pt>
                <c:pt idx="13646">
                  <c:v>4.0627858527515128</c:v>
                </c:pt>
                <c:pt idx="13647">
                  <c:v>4.0606670886576728</c:v>
                </c:pt>
                <c:pt idx="13648">
                  <c:v>4.0598254539700118</c:v>
                </c:pt>
                <c:pt idx="13649">
                  <c:v>4.0601798472920043</c:v>
                </c:pt>
                <c:pt idx="13650">
                  <c:v>4.061328005696879</c:v>
                </c:pt>
                <c:pt idx="13651">
                  <c:v>4.0704397673774579</c:v>
                </c:pt>
                <c:pt idx="13652">
                  <c:v>4.0825897060568899</c:v>
                </c:pt>
                <c:pt idx="13653">
                  <c:v>4.0864841555564348</c:v>
                </c:pt>
                <c:pt idx="13654">
                  <c:v>4.0879558491909638</c:v>
                </c:pt>
                <c:pt idx="13655">
                  <c:v>4.0899489654626739</c:v>
                </c:pt>
                <c:pt idx="13656">
                  <c:v>4.081925861455078</c:v>
                </c:pt>
                <c:pt idx="13657">
                  <c:v>4.0759042607904421</c:v>
                </c:pt>
                <c:pt idx="13658">
                  <c:v>4.074238715037386</c:v>
                </c:pt>
                <c:pt idx="13659">
                  <c:v>4.0722665664438029</c:v>
                </c:pt>
                <c:pt idx="13660">
                  <c:v>4.0714041223246431</c:v>
                </c:pt>
                <c:pt idx="13661">
                  <c:v>4.0700969260592634</c:v>
                </c:pt>
                <c:pt idx="13662">
                  <c:v>4.0643192625707165</c:v>
                </c:pt>
                <c:pt idx="13663">
                  <c:v>4.061626142342841</c:v>
                </c:pt>
                <c:pt idx="13664">
                  <c:v>4.0612434228745498</c:v>
                </c:pt>
                <c:pt idx="13665">
                  <c:v>4.0586095660086245</c:v>
                </c:pt>
                <c:pt idx="13666">
                  <c:v>4.0579089290659489</c:v>
                </c:pt>
                <c:pt idx="13667">
                  <c:v>4.0600862444119157</c:v>
                </c:pt>
                <c:pt idx="13668">
                  <c:v>4.0628612572694545</c:v>
                </c:pt>
                <c:pt idx="13669">
                  <c:v>4.0654719310044705</c:v>
                </c:pt>
                <c:pt idx="13670">
                  <c:v>4.0651984017090639</c:v>
                </c:pt>
                <c:pt idx="13671">
                  <c:v>4.0596817660323614</c:v>
                </c:pt>
                <c:pt idx="13672">
                  <c:v>4.0532985718241878</c:v>
                </c:pt>
                <c:pt idx="13673">
                  <c:v>4.055469399058433</c:v>
                </c:pt>
                <c:pt idx="13674">
                  <c:v>4.0709222613443048</c:v>
                </c:pt>
                <c:pt idx="13675">
                  <c:v>4.0714885469003441</c:v>
                </c:pt>
                <c:pt idx="13676">
                  <c:v>4.0641668710685606</c:v>
                </c:pt>
                <c:pt idx="13677">
                  <c:v>4.0612379633659055</c:v>
                </c:pt>
                <c:pt idx="13678">
                  <c:v>4.0591286149463937</c:v>
                </c:pt>
                <c:pt idx="13679">
                  <c:v>4.0620499268109347</c:v>
                </c:pt>
                <c:pt idx="13680">
                  <c:v>4.0721795307987501</c:v>
                </c:pt>
                <c:pt idx="13681">
                  <c:v>4.0782913320409859</c:v>
                </c:pt>
                <c:pt idx="13682">
                  <c:v>4.0831150848597542</c:v>
                </c:pt>
                <c:pt idx="13683">
                  <c:v>4.0832076591367645</c:v>
                </c:pt>
                <c:pt idx="13684">
                  <c:v>4.079059698540175</c:v>
                </c:pt>
                <c:pt idx="13685">
                  <c:v>4.0801677414250106</c:v>
                </c:pt>
                <c:pt idx="13686">
                  <c:v>4.0767652015666416</c:v>
                </c:pt>
                <c:pt idx="13687">
                  <c:v>4.0668300035605487</c:v>
                </c:pt>
                <c:pt idx="13688">
                  <c:v>4.0630759188194805</c:v>
                </c:pt>
                <c:pt idx="13689">
                  <c:v>4.0637604937294771</c:v>
                </c:pt>
                <c:pt idx="13690">
                  <c:v>4.0596158563120621</c:v>
                </c:pt>
                <c:pt idx="13691">
                  <c:v>4.0572226925663646</c:v>
                </c:pt>
                <c:pt idx="13692">
                  <c:v>4.0596527277762391</c:v>
                </c:pt>
                <c:pt idx="13693">
                  <c:v>4.0622687818965861</c:v>
                </c:pt>
                <c:pt idx="13694">
                  <c:v>4.0626805396209997</c:v>
                </c:pt>
                <c:pt idx="13695">
                  <c:v>4.0599671638248207</c:v>
                </c:pt>
                <c:pt idx="13696">
                  <c:v>4.0573352059184238</c:v>
                </c:pt>
                <c:pt idx="13697">
                  <c:v>4.0618179372552126</c:v>
                </c:pt>
                <c:pt idx="13698">
                  <c:v>4.0740772243541556</c:v>
                </c:pt>
                <c:pt idx="13699">
                  <c:v>4.0849270087431258</c:v>
                </c:pt>
                <c:pt idx="13700">
                  <c:v>4.0874929778059101</c:v>
                </c:pt>
                <c:pt idx="13701">
                  <c:v>4.0795157653202514</c:v>
                </c:pt>
                <c:pt idx="13702">
                  <c:v>4.0727433635320649</c:v>
                </c:pt>
                <c:pt idx="13703">
                  <c:v>4.0706154211338372</c:v>
                </c:pt>
                <c:pt idx="13704">
                  <c:v>4.0749802587332358</c:v>
                </c:pt>
                <c:pt idx="13705">
                  <c:v>4.0757860505597971</c:v>
                </c:pt>
                <c:pt idx="13706">
                  <c:v>4.07391517980773</c:v>
                </c:pt>
                <c:pt idx="13707">
                  <c:v>4.0652474581635483</c:v>
                </c:pt>
                <c:pt idx="13708">
                  <c:v>4.0577271036911027</c:v>
                </c:pt>
                <c:pt idx="13709">
                  <c:v>4.059989951339162</c:v>
                </c:pt>
                <c:pt idx="13710">
                  <c:v>4.0694628318233965</c:v>
                </c:pt>
                <c:pt idx="13711">
                  <c:v>4.0739457214068127</c:v>
                </c:pt>
                <c:pt idx="13712">
                  <c:v>4.0757771887486651</c:v>
                </c:pt>
                <c:pt idx="13713">
                  <c:v>4.0735968667167777</c:v>
                </c:pt>
                <c:pt idx="13714">
                  <c:v>4.0746246785615385</c:v>
                </c:pt>
                <c:pt idx="13715">
                  <c:v>4.0724508446413736</c:v>
                </c:pt>
                <c:pt idx="13716">
                  <c:v>4.0721388614155165</c:v>
                </c:pt>
                <c:pt idx="13717">
                  <c:v>4.072250583534438</c:v>
                </c:pt>
                <c:pt idx="13718">
                  <c:v>4.0669451279819597</c:v>
                </c:pt>
                <c:pt idx="13719">
                  <c:v>4.0679755508960715</c:v>
                </c:pt>
                <c:pt idx="13720">
                  <c:v>4.0675379989713969</c:v>
                </c:pt>
                <c:pt idx="13721">
                  <c:v>4.0634931360525375</c:v>
                </c:pt>
                <c:pt idx="13722">
                  <c:v>4.0599734145666018</c:v>
                </c:pt>
                <c:pt idx="13723">
                  <c:v>4.0575699647901251</c:v>
                </c:pt>
                <c:pt idx="13724">
                  <c:v>4.059915338054358</c:v>
                </c:pt>
                <c:pt idx="13725">
                  <c:v>4.0582262135538238</c:v>
                </c:pt>
                <c:pt idx="13726">
                  <c:v>4.0543721960675709</c:v>
                </c:pt>
                <c:pt idx="13727">
                  <c:v>4.0515626063219532</c:v>
                </c:pt>
                <c:pt idx="13728">
                  <c:v>4.0544790916643585</c:v>
                </c:pt>
                <c:pt idx="13729">
                  <c:v>4.0567090240139256</c:v>
                </c:pt>
                <c:pt idx="13730">
                  <c:v>4.0592548166317206</c:v>
                </c:pt>
                <c:pt idx="13731">
                  <c:v>4.0646840210468014</c:v>
                </c:pt>
                <c:pt idx="13732">
                  <c:v>4.0731516398306757</c:v>
                </c:pt>
                <c:pt idx="13733">
                  <c:v>4.084442774063378</c:v>
                </c:pt>
                <c:pt idx="13734">
                  <c:v>4.0819060806266565</c:v>
                </c:pt>
                <c:pt idx="13735">
                  <c:v>4.075736677612058</c:v>
                </c:pt>
                <c:pt idx="13736">
                  <c:v>4.0792752304466511</c:v>
                </c:pt>
                <c:pt idx="13737">
                  <c:v>4.0819052893935197</c:v>
                </c:pt>
                <c:pt idx="13738">
                  <c:v>4.0836230565336074</c:v>
                </c:pt>
                <c:pt idx="13739">
                  <c:v>4.0826300589468687</c:v>
                </c:pt>
                <c:pt idx="13740">
                  <c:v>4.0781242236024848</c:v>
                </c:pt>
                <c:pt idx="13741">
                  <c:v>4.0705213435138665</c:v>
                </c:pt>
                <c:pt idx="13742">
                  <c:v>4.0657806701744672</c:v>
                </c:pt>
                <c:pt idx="13743">
                  <c:v>4.0649697353325154</c:v>
                </c:pt>
                <c:pt idx="13744">
                  <c:v>4.0657237805119282</c:v>
                </c:pt>
                <c:pt idx="13745">
                  <c:v>4.0633088578549668</c:v>
                </c:pt>
                <c:pt idx="13746">
                  <c:v>4.0647467658345535</c:v>
                </c:pt>
                <c:pt idx="13747">
                  <c:v>4.06745452387546</c:v>
                </c:pt>
                <c:pt idx="13748">
                  <c:v>4.07166799857578</c:v>
                </c:pt>
                <c:pt idx="13749">
                  <c:v>4.0765766507101322</c:v>
                </c:pt>
                <c:pt idx="13750">
                  <c:v>4.0835708351465758</c:v>
                </c:pt>
                <c:pt idx="13751">
                  <c:v>4.0851430153894848</c:v>
                </c:pt>
                <c:pt idx="13752">
                  <c:v>4.0822700478696046</c:v>
                </c:pt>
                <c:pt idx="13753">
                  <c:v>4.0782160857696717</c:v>
                </c:pt>
                <c:pt idx="13754">
                  <c:v>4.0799541084780628</c:v>
                </c:pt>
                <c:pt idx="13755">
                  <c:v>4.0854215294536536</c:v>
                </c:pt>
                <c:pt idx="13756">
                  <c:v>4.0840511136606406</c:v>
                </c:pt>
                <c:pt idx="13757">
                  <c:v>4.0775968667167781</c:v>
                </c:pt>
                <c:pt idx="13758">
                  <c:v>4.0752651026624997</c:v>
                </c:pt>
                <c:pt idx="13759">
                  <c:v>4.0716645171499781</c:v>
                </c:pt>
                <c:pt idx="13760">
                  <c:v>4.0693526130474345</c:v>
                </c:pt>
                <c:pt idx="13761">
                  <c:v>4.068400996953752</c:v>
                </c:pt>
                <c:pt idx="13762">
                  <c:v>4.0690799541084779</c:v>
                </c:pt>
                <c:pt idx="13763">
                  <c:v>4.0681618071764847</c:v>
                </c:pt>
                <c:pt idx="13764">
                  <c:v>4.0675956798670727</c:v>
                </c:pt>
                <c:pt idx="13765">
                  <c:v>4.0656607192309213</c:v>
                </c:pt>
                <c:pt idx="13766">
                  <c:v>4.0650530521818258</c:v>
                </c:pt>
                <c:pt idx="13767">
                  <c:v>4.0697249673616334</c:v>
                </c:pt>
                <c:pt idx="13768">
                  <c:v>4.0744992681093484</c:v>
                </c:pt>
                <c:pt idx="13769">
                  <c:v>4.0786949400640902</c:v>
                </c:pt>
                <c:pt idx="13770">
                  <c:v>4.0747303873086205</c:v>
                </c:pt>
                <c:pt idx="13771">
                  <c:v>4.0636582664081971</c:v>
                </c:pt>
                <c:pt idx="13772">
                  <c:v>4.0577832021205049</c:v>
                </c:pt>
                <c:pt idx="13773">
                  <c:v>4.0571800451002886</c:v>
                </c:pt>
                <c:pt idx="13774">
                  <c:v>4.0579258614550779</c:v>
                </c:pt>
                <c:pt idx="13775">
                  <c:v>4.0600375835740001</c:v>
                </c:pt>
                <c:pt idx="13776">
                  <c:v>4.0698832139890015</c:v>
                </c:pt>
                <c:pt idx="13777">
                  <c:v>4.0719220635360207</c:v>
                </c:pt>
                <c:pt idx="13778">
                  <c:v>4.0667089448906122</c:v>
                </c:pt>
                <c:pt idx="13779">
                  <c:v>4.0623485381967797</c:v>
                </c:pt>
                <c:pt idx="13780">
                  <c:v>4.0580681251730821</c:v>
                </c:pt>
                <c:pt idx="13781">
                  <c:v>4.0587498516437872</c:v>
                </c:pt>
                <c:pt idx="13782">
                  <c:v>4.0694238240297507</c:v>
                </c:pt>
                <c:pt idx="13783">
                  <c:v>4.0717951497408711</c:v>
                </c:pt>
                <c:pt idx="13784">
                  <c:v>4.0682584958658072</c:v>
                </c:pt>
                <c:pt idx="13785">
                  <c:v>4.0672514934525461</c:v>
                </c:pt>
                <c:pt idx="13786">
                  <c:v>4.0701341140166951</c:v>
                </c:pt>
                <c:pt idx="13787">
                  <c:v>4.0622751117616804</c:v>
                </c:pt>
                <c:pt idx="13788">
                  <c:v>4.0527226332238797</c:v>
                </c:pt>
                <c:pt idx="13789">
                  <c:v>4.0514975669581039</c:v>
                </c:pt>
                <c:pt idx="13790">
                  <c:v>4.0502038216560505</c:v>
                </c:pt>
                <c:pt idx="13791">
                  <c:v>4.0467852197650034</c:v>
                </c:pt>
                <c:pt idx="13792">
                  <c:v>4.0433476282786724</c:v>
                </c:pt>
                <c:pt idx="13793">
                  <c:v>4.0449300154290464</c:v>
                </c:pt>
                <c:pt idx="13794">
                  <c:v>4.0451850298690513</c:v>
                </c:pt>
                <c:pt idx="13795">
                  <c:v>4.0491060648019941</c:v>
                </c:pt>
                <c:pt idx="13796">
                  <c:v>4.0578923131700755</c:v>
                </c:pt>
                <c:pt idx="13797">
                  <c:v>4.0690659492819563</c:v>
                </c:pt>
                <c:pt idx="13798">
                  <c:v>4.0767341852276777</c:v>
                </c:pt>
                <c:pt idx="13799">
                  <c:v>4.0747400403528902</c:v>
                </c:pt>
                <c:pt idx="13800">
                  <c:v>4.0675019187403567</c:v>
                </c:pt>
                <c:pt idx="13801">
                  <c:v>4.0629176721921114</c:v>
                </c:pt>
                <c:pt idx="13802">
                  <c:v>4.0619366222257387</c:v>
                </c:pt>
                <c:pt idx="13803">
                  <c:v>4.0642188550856506</c:v>
                </c:pt>
                <c:pt idx="13804">
                  <c:v>4.0669603196581869</c:v>
                </c:pt>
                <c:pt idx="13805">
                  <c:v>4.063293903548681</c:v>
                </c:pt>
                <c:pt idx="13806">
                  <c:v>4.0562666455671161</c:v>
                </c:pt>
                <c:pt idx="13807">
                  <c:v>4.0531585235589667</c:v>
                </c:pt>
                <c:pt idx="13808">
                  <c:v>4.0546058472128816</c:v>
                </c:pt>
                <c:pt idx="13809">
                  <c:v>4.0629887249278003</c:v>
                </c:pt>
                <c:pt idx="13810">
                  <c:v>4.0657873956561303</c:v>
                </c:pt>
                <c:pt idx="13811">
                  <c:v>4.0606146299007007</c:v>
                </c:pt>
                <c:pt idx="13812">
                  <c:v>4.0567746963642835</c:v>
                </c:pt>
                <c:pt idx="13813">
                  <c:v>4.0573068006488109</c:v>
                </c:pt>
                <c:pt idx="13814">
                  <c:v>4.068173042687028</c:v>
                </c:pt>
                <c:pt idx="13815">
                  <c:v>4.0828254935316695</c:v>
                </c:pt>
                <c:pt idx="13816">
                  <c:v>4.0813197768722551</c:v>
                </c:pt>
                <c:pt idx="13817">
                  <c:v>4.0760165367725598</c:v>
                </c:pt>
                <c:pt idx="13818">
                  <c:v>4.0737550342208335</c:v>
                </c:pt>
                <c:pt idx="13819">
                  <c:v>4.0691942872967521</c:v>
                </c:pt>
                <c:pt idx="13820">
                  <c:v>4.0621940894884681</c:v>
                </c:pt>
                <c:pt idx="13821">
                  <c:v>4.0603773390829607</c:v>
                </c:pt>
                <c:pt idx="13822">
                  <c:v>4.0608944099378883</c:v>
                </c:pt>
                <c:pt idx="13823">
                  <c:v>4.0579874985164377</c:v>
                </c:pt>
                <c:pt idx="13824">
                  <c:v>4.0560950270997349</c:v>
                </c:pt>
                <c:pt idx="13825">
                  <c:v>4.0549140325196822</c:v>
                </c:pt>
                <c:pt idx="13826">
                  <c:v>4.0578336036713214</c:v>
                </c:pt>
                <c:pt idx="13827">
                  <c:v>4.0583859635241524</c:v>
                </c:pt>
                <c:pt idx="13828">
                  <c:v>4.051048779522886</c:v>
                </c:pt>
                <c:pt idx="13829">
                  <c:v>4.0533553032400995</c:v>
                </c:pt>
                <c:pt idx="13830">
                  <c:v>4.0726059263361947</c:v>
                </c:pt>
                <c:pt idx="13831">
                  <c:v>4.0819559283142777</c:v>
                </c:pt>
                <c:pt idx="13832">
                  <c:v>4.0836072318708707</c:v>
                </c:pt>
                <c:pt idx="13833">
                  <c:v>4.0795956798670732</c:v>
                </c:pt>
                <c:pt idx="13834">
                  <c:v>4.0740964513193809</c:v>
                </c:pt>
                <c:pt idx="13835">
                  <c:v>4.0707485856707679</c:v>
                </c:pt>
                <c:pt idx="13836">
                  <c:v>4.0654061795307985</c:v>
                </c:pt>
                <c:pt idx="13837">
                  <c:v>4.0613480238952411</c:v>
                </c:pt>
                <c:pt idx="13838">
                  <c:v>4.0591428571428567</c:v>
                </c:pt>
                <c:pt idx="13839">
                  <c:v>4.061336392768129</c:v>
                </c:pt>
                <c:pt idx="13840">
                  <c:v>4.0608569054872019</c:v>
                </c:pt>
                <c:pt idx="13841">
                  <c:v>4.0570115915654545</c:v>
                </c:pt>
                <c:pt idx="13842">
                  <c:v>4.0583106381295249</c:v>
                </c:pt>
                <c:pt idx="13843">
                  <c:v>4.059912647861692</c:v>
                </c:pt>
                <c:pt idx="13844">
                  <c:v>4.0593586264192743</c:v>
                </c:pt>
                <c:pt idx="13845">
                  <c:v>4.0610092969893579</c:v>
                </c:pt>
                <c:pt idx="13846">
                  <c:v>4.0568490722791468</c:v>
                </c:pt>
                <c:pt idx="13847">
                  <c:v>4.0603324761641018</c:v>
                </c:pt>
                <c:pt idx="13848">
                  <c:v>4.067060331526684</c:v>
                </c:pt>
                <c:pt idx="13849">
                  <c:v>4.0735944138940541</c:v>
                </c:pt>
                <c:pt idx="13850">
                  <c:v>4.0788340388495472</c:v>
                </c:pt>
                <c:pt idx="13851">
                  <c:v>4.0815856312062353</c:v>
                </c:pt>
                <c:pt idx="13852">
                  <c:v>4.0798433358389046</c:v>
                </c:pt>
                <c:pt idx="13853">
                  <c:v>4.0741785021956716</c:v>
                </c:pt>
                <c:pt idx="13854">
                  <c:v>4.0701457451438063</c:v>
                </c:pt>
                <c:pt idx="13855">
                  <c:v>4.0678677849428331</c:v>
                </c:pt>
                <c:pt idx="13856">
                  <c:v>4.0651776714008783</c:v>
                </c:pt>
                <c:pt idx="13857">
                  <c:v>4.0538878031411958</c:v>
                </c:pt>
                <c:pt idx="13858">
                  <c:v>4.0430503619891605</c:v>
                </c:pt>
                <c:pt idx="13859">
                  <c:v>4.0400415397396845</c:v>
                </c:pt>
                <c:pt idx="13860">
                  <c:v>4.0511374767575266</c:v>
                </c:pt>
                <c:pt idx="13861">
                  <c:v>4.0597555089607154</c:v>
                </c:pt>
                <c:pt idx="13862">
                  <c:v>4.0584879534754918</c:v>
                </c:pt>
                <c:pt idx="13863">
                  <c:v>4.0565008505756222</c:v>
                </c:pt>
                <c:pt idx="13864">
                  <c:v>4.055998180163785</c:v>
                </c:pt>
                <c:pt idx="13865">
                  <c:v>4.0555865015626855</c:v>
                </c:pt>
                <c:pt idx="13866">
                  <c:v>4.0479588558768844</c:v>
                </c:pt>
                <c:pt idx="13867">
                  <c:v>4.0500886972346404</c:v>
                </c:pt>
                <c:pt idx="13868">
                  <c:v>4.0605393045060731</c:v>
                </c:pt>
                <c:pt idx="13869">
                  <c:v>4.0674157534517548</c:v>
                </c:pt>
                <c:pt idx="13870">
                  <c:v>4.0660144004430903</c:v>
                </c:pt>
                <c:pt idx="13871">
                  <c:v>4.0697593860030858</c:v>
                </c:pt>
                <c:pt idx="13872">
                  <c:v>4.0726730229061996</c:v>
                </c:pt>
                <c:pt idx="13873">
                  <c:v>4.0695166356767025</c:v>
                </c:pt>
                <c:pt idx="13874">
                  <c:v>4.0670553467579218</c:v>
                </c:pt>
                <c:pt idx="13875">
                  <c:v>4.0724389761443209</c:v>
                </c:pt>
                <c:pt idx="13876">
                  <c:v>4.0792261739921667</c:v>
                </c:pt>
                <c:pt idx="13877">
                  <c:v>4.078743284408751</c:v>
                </c:pt>
                <c:pt idx="13878">
                  <c:v>4.0661352217430862</c:v>
                </c:pt>
                <c:pt idx="13879">
                  <c:v>4.0625277525022749</c:v>
                </c:pt>
                <c:pt idx="13880">
                  <c:v>4.0677999762630055</c:v>
                </c:pt>
                <c:pt idx="13881">
                  <c:v>4.0680192269652249</c:v>
                </c:pt>
                <c:pt idx="13882">
                  <c:v>4.0680799936701346</c:v>
                </c:pt>
                <c:pt idx="13883">
                  <c:v>4.0686878980891716</c:v>
                </c:pt>
                <c:pt idx="13884">
                  <c:v>4.0654882304070892</c:v>
                </c:pt>
                <c:pt idx="13885">
                  <c:v>4.0646484155556433</c:v>
                </c:pt>
                <c:pt idx="13886">
                  <c:v>4.0588929857182423</c:v>
                </c:pt>
                <c:pt idx="13887">
                  <c:v>4.0506887684456228</c:v>
                </c:pt>
                <c:pt idx="13888">
                  <c:v>4.0521553981880762</c:v>
                </c:pt>
                <c:pt idx="13889">
                  <c:v>4.0547731138980101</c:v>
                </c:pt>
                <c:pt idx="13890">
                  <c:v>4.0586730229061994</c:v>
                </c:pt>
                <c:pt idx="13891">
                  <c:v>4.0578577362819956</c:v>
                </c:pt>
                <c:pt idx="13892">
                  <c:v>4.0610965700043522</c:v>
                </c:pt>
                <c:pt idx="13893">
                  <c:v>4.0710558214978043</c:v>
                </c:pt>
                <c:pt idx="13894">
                  <c:v>4.0707514341100604</c:v>
                </c:pt>
                <c:pt idx="13895">
                  <c:v>4.0628459073465999</c:v>
                </c:pt>
                <c:pt idx="13896">
                  <c:v>4.0569711595521625</c:v>
                </c:pt>
                <c:pt idx="13897">
                  <c:v>4.0607185188115675</c:v>
                </c:pt>
                <c:pt idx="13898">
                  <c:v>4.0641258851920714</c:v>
                </c:pt>
                <c:pt idx="13899">
                  <c:v>4.0646787197847845</c:v>
                </c:pt>
                <c:pt idx="13900">
                  <c:v>4.0719598053566486</c:v>
                </c:pt>
                <c:pt idx="13901">
                  <c:v>4.0783191834474026</c:v>
                </c:pt>
                <c:pt idx="13902">
                  <c:v>4.0779273647980379</c:v>
                </c:pt>
                <c:pt idx="13903">
                  <c:v>4.0769789136369035</c:v>
                </c:pt>
                <c:pt idx="13904">
                  <c:v>4.0686868694860943</c:v>
                </c:pt>
                <c:pt idx="13905">
                  <c:v>4.065723226648732</c:v>
                </c:pt>
                <c:pt idx="13906">
                  <c:v>4.0622928353839463</c:v>
                </c:pt>
                <c:pt idx="13907">
                  <c:v>4.0548162361039681</c:v>
                </c:pt>
                <c:pt idx="13908">
                  <c:v>4.0498306761087157</c:v>
                </c:pt>
                <c:pt idx="13909">
                  <c:v>4.0492475372868615</c:v>
                </c:pt>
                <c:pt idx="13910">
                  <c:v>4.0549740871147684</c:v>
                </c:pt>
                <c:pt idx="13911">
                  <c:v>4.0556790758396959</c:v>
                </c:pt>
                <c:pt idx="13912">
                  <c:v>4.0618159591723701</c:v>
                </c:pt>
                <c:pt idx="13913">
                  <c:v>4.0642480515884003</c:v>
                </c:pt>
                <c:pt idx="13914">
                  <c:v>4.0623533647189145</c:v>
                </c:pt>
                <c:pt idx="13915">
                  <c:v>4.0724849467895714</c:v>
                </c:pt>
                <c:pt idx="13916">
                  <c:v>4.078920599754718</c:v>
                </c:pt>
                <c:pt idx="13917">
                  <c:v>4.0774052300510348</c:v>
                </c:pt>
                <c:pt idx="13918">
                  <c:v>4.0776873837876328</c:v>
                </c:pt>
                <c:pt idx="13919">
                  <c:v>4.0770561379910593</c:v>
                </c:pt>
                <c:pt idx="13920">
                  <c:v>4.0777646872651028</c:v>
                </c:pt>
                <c:pt idx="13921">
                  <c:v>4.0801701151244218</c:v>
                </c:pt>
                <c:pt idx="13922">
                  <c:v>4.0747283301024648</c:v>
                </c:pt>
                <c:pt idx="13923">
                  <c:v>4.0647935277129408</c:v>
                </c:pt>
                <c:pt idx="13924">
                  <c:v>4.0567779404201447</c:v>
                </c:pt>
                <c:pt idx="13925">
                  <c:v>4.0642054832456385</c:v>
                </c:pt>
                <c:pt idx="13926">
                  <c:v>4.0687503263836691</c:v>
                </c:pt>
                <c:pt idx="13927">
                  <c:v>4.0727519088499431</c:v>
                </c:pt>
                <c:pt idx="13928">
                  <c:v>4.0709175930687973</c:v>
                </c:pt>
                <c:pt idx="13929">
                  <c:v>4.0739499940657513</c:v>
                </c:pt>
                <c:pt idx="13930">
                  <c:v>4.076030858092337</c:v>
                </c:pt>
                <c:pt idx="13931">
                  <c:v>4.0672582980575225</c:v>
                </c:pt>
                <c:pt idx="13932">
                  <c:v>4.0637779008584882</c:v>
                </c:pt>
                <c:pt idx="13933">
                  <c:v>4.062932626498398</c:v>
                </c:pt>
                <c:pt idx="13934">
                  <c:v>4.066342683071567</c:v>
                </c:pt>
                <c:pt idx="13935">
                  <c:v>4.0723183130909524</c:v>
                </c:pt>
                <c:pt idx="13936">
                  <c:v>4.0849230525774418</c:v>
                </c:pt>
                <c:pt idx="13937">
                  <c:v>4.0888736796297032</c:v>
                </c:pt>
                <c:pt idx="13938">
                  <c:v>4.0775796969577085</c:v>
                </c:pt>
                <c:pt idx="13939">
                  <c:v>4.0684817818570238</c:v>
                </c:pt>
                <c:pt idx="13940">
                  <c:v>4.0596998061478811</c:v>
                </c:pt>
                <c:pt idx="13941">
                  <c:v>4.0532890770265455</c:v>
                </c:pt>
                <c:pt idx="13942">
                  <c:v>4.054227796020097</c:v>
                </c:pt>
                <c:pt idx="13943">
                  <c:v>4.0542946552201604</c:v>
                </c:pt>
                <c:pt idx="13944">
                  <c:v>4.0558766467539664</c:v>
                </c:pt>
                <c:pt idx="13945">
                  <c:v>4.0627386952565576</c:v>
                </c:pt>
                <c:pt idx="13946">
                  <c:v>4.0684037662697312</c:v>
                </c:pt>
                <c:pt idx="13947">
                  <c:v>4.0651951576532026</c:v>
                </c:pt>
                <c:pt idx="13948">
                  <c:v>4.0681284171381096</c:v>
                </c:pt>
                <c:pt idx="13949">
                  <c:v>4.0716839814851449</c:v>
                </c:pt>
                <c:pt idx="13950">
                  <c:v>4.0750382561221663</c:v>
                </c:pt>
                <c:pt idx="13951">
                  <c:v>4.0782840526961266</c:v>
                </c:pt>
                <c:pt idx="13952">
                  <c:v>4.0762465482454404</c:v>
                </c:pt>
                <c:pt idx="13953">
                  <c:v>4.0742326225422323</c:v>
                </c:pt>
                <c:pt idx="13954">
                  <c:v>4.0725266447758832</c:v>
                </c:pt>
                <c:pt idx="13955">
                  <c:v>4.0671248961506512</c:v>
                </c:pt>
                <c:pt idx="13956">
                  <c:v>4.0700454167820546</c:v>
                </c:pt>
                <c:pt idx="13957">
                  <c:v>4.0740656723503577</c:v>
                </c:pt>
                <c:pt idx="13958">
                  <c:v>4.0744439609130829</c:v>
                </c:pt>
                <c:pt idx="13959">
                  <c:v>4.0741140958183326</c:v>
                </c:pt>
                <c:pt idx="13960">
                  <c:v>4.0702581002492382</c:v>
                </c:pt>
                <c:pt idx="13961">
                  <c:v>4.0686332238794165</c:v>
                </c:pt>
                <c:pt idx="13962">
                  <c:v>4.066840843454524</c:v>
                </c:pt>
                <c:pt idx="13963">
                  <c:v>4.0640314119555327</c:v>
                </c:pt>
                <c:pt idx="13964">
                  <c:v>4.0600662262135536</c:v>
                </c:pt>
                <c:pt idx="13965">
                  <c:v>4.0553673299837794</c:v>
                </c:pt>
                <c:pt idx="13966">
                  <c:v>4.0476537563793169</c:v>
                </c:pt>
                <c:pt idx="13967">
                  <c:v>4.0487778612968315</c:v>
                </c:pt>
                <c:pt idx="13968">
                  <c:v>4.0586687502472607</c:v>
                </c:pt>
                <c:pt idx="13969">
                  <c:v>4.0646358349487679</c:v>
                </c:pt>
                <c:pt idx="13970">
                  <c:v>4.0681030185544174</c:v>
                </c:pt>
                <c:pt idx="13971">
                  <c:v>4.072474581635479</c:v>
                </c:pt>
                <c:pt idx="13972">
                  <c:v>4.0795466234125888</c:v>
                </c:pt>
                <c:pt idx="13973">
                  <c:v>4.0783778929461567</c:v>
                </c:pt>
                <c:pt idx="13974">
                  <c:v>4.0770001186849703</c:v>
                </c:pt>
                <c:pt idx="13975">
                  <c:v>4.0812841713810979</c:v>
                </c:pt>
                <c:pt idx="13976">
                  <c:v>4.0877849428334061</c:v>
                </c:pt>
                <c:pt idx="13977">
                  <c:v>4.0841104561459032</c:v>
                </c:pt>
                <c:pt idx="13978">
                  <c:v>4.0746306128100649</c:v>
                </c:pt>
                <c:pt idx="13979">
                  <c:v>4.0716335008110143</c:v>
                </c:pt>
                <c:pt idx="13980">
                  <c:v>4.0707284883490917</c:v>
                </c:pt>
                <c:pt idx="13981">
                  <c:v>4.0718039324286899</c:v>
                </c:pt>
                <c:pt idx="13982">
                  <c:v>4.0687464493412984</c:v>
                </c:pt>
                <c:pt idx="13983">
                  <c:v>4.0612726985006136</c:v>
                </c:pt>
                <c:pt idx="13984">
                  <c:v>4.0524640582347589</c:v>
                </c:pt>
                <c:pt idx="13985">
                  <c:v>4.0469980614788144</c:v>
                </c:pt>
                <c:pt idx="13986">
                  <c:v>4.0478640661470902</c:v>
                </c:pt>
                <c:pt idx="13987">
                  <c:v>4.0577978399335368</c:v>
                </c:pt>
                <c:pt idx="13988">
                  <c:v>4.0637088262056418</c:v>
                </c:pt>
                <c:pt idx="13989">
                  <c:v>4.0608874470862837</c:v>
                </c:pt>
                <c:pt idx="13990">
                  <c:v>4.0595256557344621</c:v>
                </c:pt>
                <c:pt idx="13991">
                  <c:v>4.0604013925703208</c:v>
                </c:pt>
                <c:pt idx="13992">
                  <c:v>4.0567366380504017</c:v>
                </c:pt>
                <c:pt idx="13993">
                  <c:v>4.0609397475966293</c:v>
                </c:pt>
                <c:pt idx="13994">
                  <c:v>4.0595650591446768</c:v>
                </c:pt>
                <c:pt idx="13995">
                  <c:v>4.0534854610911104</c:v>
                </c:pt>
                <c:pt idx="13996">
                  <c:v>4.055951101792143</c:v>
                </c:pt>
                <c:pt idx="13997">
                  <c:v>4.0644044783795543</c:v>
                </c:pt>
                <c:pt idx="13998">
                  <c:v>4.0740131344700714</c:v>
                </c:pt>
                <c:pt idx="13999">
                  <c:v>4.0832488032598802</c:v>
                </c:pt>
                <c:pt idx="14000">
                  <c:v>4.0834062586541124</c:v>
                </c:pt>
                <c:pt idx="14001">
                  <c:v>4.0726943070775805</c:v>
                </c:pt>
                <c:pt idx="14002">
                  <c:v>4.062739328243067</c:v>
                </c:pt>
                <c:pt idx="14003">
                  <c:v>4.056122641136211</c:v>
                </c:pt>
                <c:pt idx="14004">
                  <c:v>4.0613985045693717</c:v>
                </c:pt>
                <c:pt idx="14005">
                  <c:v>4.0695201962258176</c:v>
                </c:pt>
                <c:pt idx="14006">
                  <c:v>4.0649831071725284</c:v>
                </c:pt>
                <c:pt idx="14007">
                  <c:v>4.0562391897772683</c:v>
                </c:pt>
                <c:pt idx="14008">
                  <c:v>4.051149661747834</c:v>
                </c:pt>
                <c:pt idx="14009">
                  <c:v>4.0594137753689123</c:v>
                </c:pt>
                <c:pt idx="14010">
                  <c:v>4.0632381216125335</c:v>
                </c:pt>
                <c:pt idx="14011">
                  <c:v>4.0583318431775925</c:v>
                </c:pt>
                <c:pt idx="14012">
                  <c:v>4.0530986272105078</c:v>
                </c:pt>
                <c:pt idx="14013">
                  <c:v>4.053859872611465</c:v>
                </c:pt>
                <c:pt idx="14014">
                  <c:v>4.0639367804723658</c:v>
                </c:pt>
                <c:pt idx="14015">
                  <c:v>4.0692757843098466</c:v>
                </c:pt>
                <c:pt idx="14016">
                  <c:v>4.0682284290066066</c:v>
                </c:pt>
                <c:pt idx="14017">
                  <c:v>4.0577989476599283</c:v>
                </c:pt>
                <c:pt idx="14018">
                  <c:v>4.0549116588202718</c:v>
                </c:pt>
                <c:pt idx="14019">
                  <c:v>4.0617615223325556</c:v>
                </c:pt>
                <c:pt idx="14020">
                  <c:v>4.0777579617834396</c:v>
                </c:pt>
                <c:pt idx="14021">
                  <c:v>4.0802436998061475</c:v>
                </c:pt>
                <c:pt idx="14022">
                  <c:v>4.0717903232187362</c:v>
                </c:pt>
                <c:pt idx="14023">
                  <c:v>4.0695338845590854</c:v>
                </c:pt>
                <c:pt idx="14024">
                  <c:v>4.0670547928947265</c:v>
                </c:pt>
                <c:pt idx="14025">
                  <c:v>4.0640886181113265</c:v>
                </c:pt>
                <c:pt idx="14026">
                  <c:v>4.0541277050282867</c:v>
                </c:pt>
                <c:pt idx="14027">
                  <c:v>4.046632195276338</c:v>
                </c:pt>
                <c:pt idx="14028">
                  <c:v>4.0473071962653799</c:v>
                </c:pt>
                <c:pt idx="14029">
                  <c:v>4.0493840250029676</c:v>
                </c:pt>
                <c:pt idx="14030">
                  <c:v>4.0547655971832102</c:v>
                </c:pt>
                <c:pt idx="14031">
                  <c:v>4.0543378565494326</c:v>
                </c:pt>
                <c:pt idx="14032">
                  <c:v>4.0500763539977056</c:v>
                </c:pt>
                <c:pt idx="14033">
                  <c:v>4.0465938995925148</c:v>
                </c:pt>
                <c:pt idx="14034">
                  <c:v>4.0521985203940343</c:v>
                </c:pt>
                <c:pt idx="14035">
                  <c:v>4.0634129050124619</c:v>
                </c:pt>
                <c:pt idx="14036">
                  <c:v>4.0632224551964233</c:v>
                </c:pt>
                <c:pt idx="14037">
                  <c:v>4.0547155912489616</c:v>
                </c:pt>
                <c:pt idx="14038">
                  <c:v>4.0489854808719388</c:v>
                </c:pt>
                <c:pt idx="14039">
                  <c:v>4.0483400720022154</c:v>
                </c:pt>
                <c:pt idx="14040">
                  <c:v>4.0414709024013922</c:v>
                </c:pt>
                <c:pt idx="14041">
                  <c:v>4.0369039838588439</c:v>
                </c:pt>
                <c:pt idx="14042">
                  <c:v>4.039077896902322</c:v>
                </c:pt>
                <c:pt idx="14043">
                  <c:v>4.0458512481702735</c:v>
                </c:pt>
                <c:pt idx="14044">
                  <c:v>4.0542250267041187</c:v>
                </c:pt>
                <c:pt idx="14045">
                  <c:v>4.0555582545397</c:v>
                </c:pt>
                <c:pt idx="14046">
                  <c:v>4.0551189619021244</c:v>
                </c:pt>
                <c:pt idx="14047">
                  <c:v>4.0571368437710174</c:v>
                </c:pt>
                <c:pt idx="14048">
                  <c:v>4.0625963524152393</c:v>
                </c:pt>
                <c:pt idx="14049">
                  <c:v>4.0688771610555055</c:v>
                </c:pt>
                <c:pt idx="14050">
                  <c:v>4.0712352731732402</c:v>
                </c:pt>
                <c:pt idx="14051">
                  <c:v>4.0689558096293075</c:v>
                </c:pt>
                <c:pt idx="14052">
                  <c:v>4.0668781896585831</c:v>
                </c:pt>
                <c:pt idx="14053">
                  <c:v>4.0628914823752815</c:v>
                </c:pt>
                <c:pt idx="14054">
                  <c:v>4.0621931400087039</c:v>
                </c:pt>
                <c:pt idx="14055">
                  <c:v>4.0590411045614587</c:v>
                </c:pt>
                <c:pt idx="14056">
                  <c:v>4.0629444158721366</c:v>
                </c:pt>
                <c:pt idx="14057">
                  <c:v>4.0701488309530403</c:v>
                </c:pt>
                <c:pt idx="14058">
                  <c:v>4.0671684930964913</c:v>
                </c:pt>
                <c:pt idx="14059">
                  <c:v>4.0606631324919888</c:v>
                </c:pt>
                <c:pt idx="14060">
                  <c:v>4.0575796969577089</c:v>
                </c:pt>
                <c:pt idx="14061">
                  <c:v>4.0584358903350877</c:v>
                </c:pt>
                <c:pt idx="14062">
                  <c:v>4.0636064406377344</c:v>
                </c:pt>
                <c:pt idx="14063">
                  <c:v>4.0653038730862052</c:v>
                </c:pt>
                <c:pt idx="14064">
                  <c:v>4.0628421885508565</c:v>
                </c:pt>
                <c:pt idx="14065">
                  <c:v>4.0611910432408909</c:v>
                </c:pt>
                <c:pt idx="14066">
                  <c:v>4.0619037860505598</c:v>
                </c:pt>
                <c:pt idx="14067">
                  <c:v>4.0590032836175176</c:v>
                </c:pt>
                <c:pt idx="14068">
                  <c:v>4.0635205918423862</c:v>
                </c:pt>
                <c:pt idx="14069">
                  <c:v>4.0682225738813944</c:v>
                </c:pt>
                <c:pt idx="14070">
                  <c:v>4.0642057997388932</c:v>
                </c:pt>
                <c:pt idx="14071">
                  <c:v>4.0591128694069711</c:v>
                </c:pt>
                <c:pt idx="14072">
                  <c:v>4.0629073861613323</c:v>
                </c:pt>
                <c:pt idx="14073">
                  <c:v>4.0682190924555917</c:v>
                </c:pt>
                <c:pt idx="14074">
                  <c:v>4.0626895596787591</c:v>
                </c:pt>
                <c:pt idx="14075">
                  <c:v>4.0603888910867587</c:v>
                </c:pt>
                <c:pt idx="14076">
                  <c:v>4.073989397475966</c:v>
                </c:pt>
                <c:pt idx="14077">
                  <c:v>4.0769309649088106</c:v>
                </c:pt>
                <c:pt idx="14078">
                  <c:v>4.0657667444712589</c:v>
                </c:pt>
                <c:pt idx="14079">
                  <c:v>4.0628118843217154</c:v>
                </c:pt>
                <c:pt idx="14080">
                  <c:v>4.0649246350437158</c:v>
                </c:pt>
                <c:pt idx="14081">
                  <c:v>4.0667737468845191</c:v>
                </c:pt>
                <c:pt idx="14082">
                  <c:v>4.0594004035289002</c:v>
                </c:pt>
                <c:pt idx="14083">
                  <c:v>4.0546202476559721</c:v>
                </c:pt>
                <c:pt idx="14084">
                  <c:v>4.0629620603710883</c:v>
                </c:pt>
                <c:pt idx="14085">
                  <c:v>4.0691109704474426</c:v>
                </c:pt>
                <c:pt idx="14086">
                  <c:v>4.0718650947501684</c:v>
                </c:pt>
                <c:pt idx="14087">
                  <c:v>4.0751240257942003</c:v>
                </c:pt>
                <c:pt idx="14088">
                  <c:v>4.0744591525893101</c:v>
                </c:pt>
                <c:pt idx="14089">
                  <c:v>4.0779178700003955</c:v>
                </c:pt>
                <c:pt idx="14090">
                  <c:v>4.0816188629979822</c:v>
                </c:pt>
                <c:pt idx="14091">
                  <c:v>4.0782971871661982</c:v>
                </c:pt>
                <c:pt idx="14092">
                  <c:v>4.0742135538236344</c:v>
                </c:pt>
                <c:pt idx="14093">
                  <c:v>4.0746371009217865</c:v>
                </c:pt>
                <c:pt idx="14094">
                  <c:v>4.0755793013411399</c:v>
                </c:pt>
                <c:pt idx="14095">
                  <c:v>4.0708556395141828</c:v>
                </c:pt>
                <c:pt idx="14096">
                  <c:v>4.0618316255884794</c:v>
                </c:pt>
                <c:pt idx="14097">
                  <c:v>4.0507187561815092</c:v>
                </c:pt>
                <c:pt idx="14098">
                  <c:v>4.0459578272738064</c:v>
                </c:pt>
                <c:pt idx="14099">
                  <c:v>4.0538426237290821</c:v>
                </c:pt>
                <c:pt idx="14100">
                  <c:v>4.0613973177196661</c:v>
                </c:pt>
                <c:pt idx="14101">
                  <c:v>4.0680086244411919</c:v>
                </c:pt>
                <c:pt idx="14102">
                  <c:v>4.066301380701824</c:v>
                </c:pt>
                <c:pt idx="14103">
                  <c:v>4.0651412746765834</c:v>
                </c:pt>
                <c:pt idx="14104">
                  <c:v>4.0658669145863833</c:v>
                </c:pt>
                <c:pt idx="14105">
                  <c:v>4.0706745262491593</c:v>
                </c:pt>
                <c:pt idx="14106">
                  <c:v>4.068628555603909</c:v>
                </c:pt>
                <c:pt idx="14107">
                  <c:v>4.0625130355659298</c:v>
                </c:pt>
                <c:pt idx="14108">
                  <c:v>4.0613435138663609</c:v>
                </c:pt>
                <c:pt idx="14109">
                  <c:v>4.067655813585473</c:v>
                </c:pt>
                <c:pt idx="14110">
                  <c:v>4.0636659413696243</c:v>
                </c:pt>
                <c:pt idx="14111">
                  <c:v>4.0551260038770423</c:v>
                </c:pt>
                <c:pt idx="14112">
                  <c:v>4.0527611662776435</c:v>
                </c:pt>
                <c:pt idx="14113">
                  <c:v>4.0528744708628395</c:v>
                </c:pt>
                <c:pt idx="14114">
                  <c:v>4.058385805277525</c:v>
                </c:pt>
                <c:pt idx="14115">
                  <c:v>4.0560966886893226</c:v>
                </c:pt>
                <c:pt idx="14116">
                  <c:v>4.0568184515567509</c:v>
                </c:pt>
                <c:pt idx="14117">
                  <c:v>4.0536323930846221</c:v>
                </c:pt>
                <c:pt idx="14118">
                  <c:v>4.0562542232068681</c:v>
                </c:pt>
                <c:pt idx="14119">
                  <c:v>4.0544929382442536</c:v>
                </c:pt>
                <c:pt idx="14120">
                  <c:v>4.0567963761522332</c:v>
                </c:pt>
                <c:pt idx="14121">
                  <c:v>4.0651625588479643</c:v>
                </c:pt>
                <c:pt idx="14122">
                  <c:v>4.0606104363650752</c:v>
                </c:pt>
                <c:pt idx="14123">
                  <c:v>4.0664813862404561</c:v>
                </c:pt>
                <c:pt idx="14124">
                  <c:v>4.0686619456422832</c:v>
                </c:pt>
                <c:pt idx="14125">
                  <c:v>4.0643411797286069</c:v>
                </c:pt>
                <c:pt idx="14126">
                  <c:v>4.0592939826719947</c:v>
                </c:pt>
                <c:pt idx="14127">
                  <c:v>4.0571616884915143</c:v>
                </c:pt>
                <c:pt idx="14128">
                  <c:v>4.0586935949677576</c:v>
                </c:pt>
                <c:pt idx="14129">
                  <c:v>4.0616810539225385</c:v>
                </c:pt>
                <c:pt idx="14130">
                  <c:v>4.0588103809787555</c:v>
                </c:pt>
                <c:pt idx="14131">
                  <c:v>4.0613364718914431</c:v>
                </c:pt>
                <c:pt idx="14132">
                  <c:v>4.0615511334414682</c:v>
                </c:pt>
                <c:pt idx="14133">
                  <c:v>4.063075681449539</c:v>
                </c:pt>
                <c:pt idx="14134">
                  <c:v>4.0665961941686115</c:v>
                </c:pt>
                <c:pt idx="14135">
                  <c:v>4.064551014756498</c:v>
                </c:pt>
                <c:pt idx="14136">
                  <c:v>4.0618567868022311</c:v>
                </c:pt>
                <c:pt idx="14137">
                  <c:v>4.0614272263322384</c:v>
                </c:pt>
                <c:pt idx="14138">
                  <c:v>4.0659764212525218</c:v>
                </c:pt>
                <c:pt idx="14139">
                  <c:v>4.0670981524706251</c:v>
                </c:pt>
                <c:pt idx="14140">
                  <c:v>4.0625832179451677</c:v>
                </c:pt>
                <c:pt idx="14141">
                  <c:v>4.0626642402183801</c:v>
                </c:pt>
                <c:pt idx="14142">
                  <c:v>4.0678817897693555</c:v>
                </c:pt>
                <c:pt idx="14143">
                  <c:v>4.0735244688847567</c:v>
                </c:pt>
                <c:pt idx="14144">
                  <c:v>4.0686474660758796</c:v>
                </c:pt>
                <c:pt idx="14145">
                  <c:v>4.0625773628199546</c:v>
                </c:pt>
                <c:pt idx="14146">
                  <c:v>4.0595407682873761</c:v>
                </c:pt>
                <c:pt idx="14147">
                  <c:v>4.0629971911223643</c:v>
                </c:pt>
                <c:pt idx="14148">
                  <c:v>4.0677732325829803</c:v>
                </c:pt>
                <c:pt idx="14149">
                  <c:v>4.0671142936266174</c:v>
                </c:pt>
                <c:pt idx="14150">
                  <c:v>4.0653298255330936</c:v>
                </c:pt>
                <c:pt idx="14151">
                  <c:v>4.0617819361474856</c:v>
                </c:pt>
                <c:pt idx="14152">
                  <c:v>4.0610195038968229</c:v>
                </c:pt>
                <c:pt idx="14153">
                  <c:v>4.0656035921984417</c:v>
                </c:pt>
                <c:pt idx="14154">
                  <c:v>4.0719169205206311</c:v>
                </c:pt>
                <c:pt idx="14155">
                  <c:v>4.0680593424852631</c:v>
                </c:pt>
                <c:pt idx="14156">
                  <c:v>4.0620818135063494</c:v>
                </c:pt>
                <c:pt idx="14157">
                  <c:v>4.061997151560707</c:v>
                </c:pt>
                <c:pt idx="14158">
                  <c:v>4.0648550856509873</c:v>
                </c:pt>
                <c:pt idx="14159">
                  <c:v>4.066542232068679</c:v>
                </c:pt>
                <c:pt idx="14160">
                  <c:v>4.0690459310835934</c:v>
                </c:pt>
                <c:pt idx="14161">
                  <c:v>4.0665105036198916</c:v>
                </c:pt>
                <c:pt idx="14162">
                  <c:v>4.0541763658662022</c:v>
                </c:pt>
                <c:pt idx="14163">
                  <c:v>4.0463358784665902</c:v>
                </c:pt>
                <c:pt idx="14164">
                  <c:v>4.0440550698263245</c:v>
                </c:pt>
                <c:pt idx="14165">
                  <c:v>4.0455224908019147</c:v>
                </c:pt>
                <c:pt idx="14166">
                  <c:v>4.0527474779443766</c:v>
                </c:pt>
                <c:pt idx="14167">
                  <c:v>4.0665101080033228</c:v>
                </c:pt>
                <c:pt idx="14168">
                  <c:v>4.0727059382046917</c:v>
                </c:pt>
                <c:pt idx="14169">
                  <c:v>4.0771379514974084</c:v>
                </c:pt>
                <c:pt idx="14170">
                  <c:v>4.0766031570202159</c:v>
                </c:pt>
                <c:pt idx="14171">
                  <c:v>4.0705430233018163</c:v>
                </c:pt>
                <c:pt idx="14172">
                  <c:v>4.0665226886101991</c:v>
                </c:pt>
                <c:pt idx="14173">
                  <c:v>4.0671719745222932</c:v>
                </c:pt>
                <c:pt idx="14174">
                  <c:v>4.069082644301143</c:v>
                </c:pt>
                <c:pt idx="14175">
                  <c:v>4.0701986786406614</c:v>
                </c:pt>
                <c:pt idx="14176">
                  <c:v>4.0779572734106102</c:v>
                </c:pt>
                <c:pt idx="14177">
                  <c:v>4.0846065593227046</c:v>
                </c:pt>
                <c:pt idx="14178">
                  <c:v>4.0922190133322784</c:v>
                </c:pt>
                <c:pt idx="14179">
                  <c:v>4.089231317007556</c:v>
                </c:pt>
                <c:pt idx="14180">
                  <c:v>4.0779502314356924</c:v>
                </c:pt>
                <c:pt idx="14181">
                  <c:v>4.0690130949084145</c:v>
                </c:pt>
                <c:pt idx="14182">
                  <c:v>4.0716401471693633</c:v>
                </c:pt>
                <c:pt idx="14183">
                  <c:v>4.0746158167504056</c:v>
                </c:pt>
                <c:pt idx="14184">
                  <c:v>4.0691692052063138</c:v>
                </c:pt>
                <c:pt idx="14185">
                  <c:v>4.0725221347470031</c:v>
                </c:pt>
                <c:pt idx="14186">
                  <c:v>4.0770242512956445</c:v>
                </c:pt>
                <c:pt idx="14187">
                  <c:v>4.0830984689638798</c:v>
                </c:pt>
                <c:pt idx="14188">
                  <c:v>4.0820057760018988</c:v>
                </c:pt>
                <c:pt idx="14189">
                  <c:v>4.0704820983502792</c:v>
                </c:pt>
                <c:pt idx="14190">
                  <c:v>4.0633112315543771</c:v>
                </c:pt>
                <c:pt idx="14191">
                  <c:v>4.0679560074375916</c:v>
                </c:pt>
                <c:pt idx="14192">
                  <c:v>4.0771565454761243</c:v>
                </c:pt>
                <c:pt idx="14193">
                  <c:v>4.0770258337619181</c:v>
                </c:pt>
                <c:pt idx="14194">
                  <c:v>4.0734696364283733</c:v>
                </c:pt>
                <c:pt idx="14195">
                  <c:v>4.073275784309847</c:v>
                </c:pt>
                <c:pt idx="14196">
                  <c:v>4.0665420738220517</c:v>
                </c:pt>
                <c:pt idx="14197">
                  <c:v>4.0643422874549984</c:v>
                </c:pt>
                <c:pt idx="14198">
                  <c:v>4.0687186770581949</c:v>
                </c:pt>
                <c:pt idx="14199">
                  <c:v>4.0682383985441311</c:v>
                </c:pt>
                <c:pt idx="14200">
                  <c:v>4.0644118368477269</c:v>
                </c:pt>
                <c:pt idx="14201">
                  <c:v>4.0567101317403171</c:v>
                </c:pt>
                <c:pt idx="14202">
                  <c:v>4.0462793052973058</c:v>
                </c:pt>
                <c:pt idx="14203">
                  <c:v>4.0404930173675675</c:v>
                </c:pt>
                <c:pt idx="14204">
                  <c:v>4.0399775289789135</c:v>
                </c:pt>
                <c:pt idx="14205">
                  <c:v>4.0418453139217467</c:v>
                </c:pt>
                <c:pt idx="14206">
                  <c:v>4.0466352810855719</c:v>
                </c:pt>
                <c:pt idx="14207">
                  <c:v>4.0499008584879537</c:v>
                </c:pt>
                <c:pt idx="14208">
                  <c:v>4.0492116944257628</c:v>
                </c:pt>
                <c:pt idx="14209">
                  <c:v>4.0526454088697239</c:v>
                </c:pt>
                <c:pt idx="14210">
                  <c:v>4.0586154211338368</c:v>
                </c:pt>
                <c:pt idx="14211">
                  <c:v>4.0604826522134747</c:v>
                </c:pt>
                <c:pt idx="14212">
                  <c:v>4.0620135300866398</c:v>
                </c:pt>
                <c:pt idx="14213">
                  <c:v>4.0605345571072515</c:v>
                </c:pt>
                <c:pt idx="14214">
                  <c:v>4.054009178304387</c:v>
                </c:pt>
                <c:pt idx="14215">
                  <c:v>4.0491901728844404</c:v>
                </c:pt>
                <c:pt idx="14216">
                  <c:v>4.0548706729437827</c:v>
                </c:pt>
                <c:pt idx="14217">
                  <c:v>4.0581341931400088</c:v>
                </c:pt>
                <c:pt idx="14218">
                  <c:v>4.0601771570993392</c:v>
                </c:pt>
                <c:pt idx="14219">
                  <c:v>4.0609260592633616</c:v>
                </c:pt>
                <c:pt idx="14220">
                  <c:v>4.0674755706769004</c:v>
                </c:pt>
                <c:pt idx="14221">
                  <c:v>4.0715376033548285</c:v>
                </c:pt>
                <c:pt idx="14222">
                  <c:v>4.0659630494125096</c:v>
                </c:pt>
                <c:pt idx="14223">
                  <c:v>4.0594243778929462</c:v>
                </c:pt>
                <c:pt idx="14224">
                  <c:v>4.0611281402065122</c:v>
                </c:pt>
                <c:pt idx="14225">
                  <c:v>4.0657365193654309</c:v>
                </c:pt>
                <c:pt idx="14226">
                  <c:v>4.06945151718954</c:v>
                </c:pt>
                <c:pt idx="14227">
                  <c:v>4.0769414091862171</c:v>
                </c:pt>
                <c:pt idx="14228">
                  <c:v>4.0831332832219012</c:v>
                </c:pt>
                <c:pt idx="14229">
                  <c:v>4.0743616726668517</c:v>
                </c:pt>
                <c:pt idx="14230">
                  <c:v>4.0655492344819404</c:v>
                </c:pt>
                <c:pt idx="14231">
                  <c:v>4.0646830715670372</c:v>
                </c:pt>
                <c:pt idx="14232">
                  <c:v>4.0612528385488789</c:v>
                </c:pt>
                <c:pt idx="14233">
                  <c:v>4.056175495509752</c:v>
                </c:pt>
                <c:pt idx="14234">
                  <c:v>4.0551863749653831</c:v>
                </c:pt>
                <c:pt idx="14235">
                  <c:v>4.0454629900700239</c:v>
                </c:pt>
                <c:pt idx="14236">
                  <c:v>4.0367560232622539</c:v>
                </c:pt>
                <c:pt idx="14237">
                  <c:v>4.0375170312932704</c:v>
                </c:pt>
                <c:pt idx="14238">
                  <c:v>4.0441398900185943</c:v>
                </c:pt>
                <c:pt idx="14239">
                  <c:v>4.0572662103888915</c:v>
                </c:pt>
                <c:pt idx="14240">
                  <c:v>4.0661550025715076</c:v>
                </c:pt>
                <c:pt idx="14241">
                  <c:v>4.0674363255133121</c:v>
                </c:pt>
                <c:pt idx="14242">
                  <c:v>4.0682152154132218</c:v>
                </c:pt>
                <c:pt idx="14243">
                  <c:v>4.0743274913953398</c:v>
                </c:pt>
                <c:pt idx="14244">
                  <c:v>4.0714442378446813</c:v>
                </c:pt>
                <c:pt idx="14245">
                  <c:v>4.0636570004351782</c:v>
                </c:pt>
                <c:pt idx="14246">
                  <c:v>4.0614125885192074</c:v>
                </c:pt>
                <c:pt idx="14247">
                  <c:v>4.0608100644855005</c:v>
                </c:pt>
                <c:pt idx="14248">
                  <c:v>4.0625312339280768</c:v>
                </c:pt>
                <c:pt idx="14249">
                  <c:v>4.0582277168967833</c:v>
                </c:pt>
                <c:pt idx="14250">
                  <c:v>4.0515470981524704</c:v>
                </c:pt>
                <c:pt idx="14251">
                  <c:v>4.052292598014005</c:v>
                </c:pt>
                <c:pt idx="14252">
                  <c:v>4.0591931795703609</c:v>
                </c:pt>
                <c:pt idx="14253">
                  <c:v>4.0638730862048504</c:v>
                </c:pt>
                <c:pt idx="14254">
                  <c:v>4.0704669857973652</c:v>
                </c:pt>
                <c:pt idx="14255">
                  <c:v>4.0757104086719149</c:v>
                </c:pt>
                <c:pt idx="14256">
                  <c:v>4.0737183210032839</c:v>
                </c:pt>
                <c:pt idx="14257">
                  <c:v>4.0709917316137201</c:v>
                </c:pt>
                <c:pt idx="14258">
                  <c:v>4.0662809668868931</c:v>
                </c:pt>
                <c:pt idx="14259">
                  <c:v>4.0638001345096333</c:v>
                </c:pt>
                <c:pt idx="14260">
                  <c:v>4.0658268781896583</c:v>
                </c:pt>
                <c:pt idx="14261">
                  <c:v>4.0706017328005695</c:v>
                </c:pt>
                <c:pt idx="14262">
                  <c:v>4.0695976579499149</c:v>
                </c:pt>
                <c:pt idx="14263">
                  <c:v>4.0640604502116551</c:v>
                </c:pt>
                <c:pt idx="14264">
                  <c:v>4.0577186374965386</c:v>
                </c:pt>
                <c:pt idx="14265">
                  <c:v>4.0590744945998338</c:v>
                </c:pt>
                <c:pt idx="14266">
                  <c:v>4.0629615065078921</c:v>
                </c:pt>
                <c:pt idx="14267">
                  <c:v>4.0603372235629225</c:v>
                </c:pt>
                <c:pt idx="14268">
                  <c:v>4.0570056573169282</c:v>
                </c:pt>
                <c:pt idx="14269">
                  <c:v>4.0608666376547848</c:v>
                </c:pt>
                <c:pt idx="14270">
                  <c:v>4.0696588202713926</c:v>
                </c:pt>
                <c:pt idx="14271">
                  <c:v>4.0720523005103457</c:v>
                </c:pt>
                <c:pt idx="14272">
                  <c:v>4.066211180124224</c:v>
                </c:pt>
                <c:pt idx="14273">
                  <c:v>4.0568557186374967</c:v>
                </c:pt>
                <c:pt idx="14274">
                  <c:v>4.0555693318036159</c:v>
                </c:pt>
                <c:pt idx="14275">
                  <c:v>4.0580162202793053</c:v>
                </c:pt>
                <c:pt idx="14276">
                  <c:v>4.0609288285793408</c:v>
                </c:pt>
                <c:pt idx="14277">
                  <c:v>4.0609550975194839</c:v>
                </c:pt>
                <c:pt idx="14278">
                  <c:v>4.0630434782608695</c:v>
                </c:pt>
                <c:pt idx="14279">
                  <c:v>4.0682149780432804</c:v>
                </c:pt>
                <c:pt idx="14280">
                  <c:v>4.0630733868734419</c:v>
                </c:pt>
                <c:pt idx="14281">
                  <c:v>4.0556186256280409</c:v>
                </c:pt>
                <c:pt idx="14282">
                  <c:v>4.0528586462001028</c:v>
                </c:pt>
                <c:pt idx="14283">
                  <c:v>4.0513010246469126</c:v>
                </c:pt>
                <c:pt idx="14284">
                  <c:v>4.0519241207421768</c:v>
                </c:pt>
                <c:pt idx="14285">
                  <c:v>4.0565880444673024</c:v>
                </c:pt>
                <c:pt idx="14286">
                  <c:v>4.0601656842188554</c:v>
                </c:pt>
                <c:pt idx="14287">
                  <c:v>4.0624034497764763</c:v>
                </c:pt>
                <c:pt idx="14288">
                  <c:v>4.0629285120860859</c:v>
                </c:pt>
                <c:pt idx="14289">
                  <c:v>4.0617734699529215</c:v>
                </c:pt>
                <c:pt idx="14290">
                  <c:v>4.0620284052696123</c:v>
                </c:pt>
                <c:pt idx="14291">
                  <c:v>4.0641042054041225</c:v>
                </c:pt>
                <c:pt idx="14292">
                  <c:v>4.0606897179253867</c:v>
                </c:pt>
                <c:pt idx="14293">
                  <c:v>4.0574600625074178</c:v>
                </c:pt>
                <c:pt idx="14294">
                  <c:v>4.0590475135498671</c:v>
                </c:pt>
                <c:pt idx="14295">
                  <c:v>4.0622628476480598</c:v>
                </c:pt>
                <c:pt idx="14296">
                  <c:v>4.0647372710369112</c:v>
                </c:pt>
                <c:pt idx="14297">
                  <c:v>4.0666112275982123</c:v>
                </c:pt>
                <c:pt idx="14298">
                  <c:v>4.0684153182735292</c:v>
                </c:pt>
                <c:pt idx="14299">
                  <c:v>4.064311033746093</c:v>
                </c:pt>
                <c:pt idx="14300">
                  <c:v>4.059677176880168</c:v>
                </c:pt>
                <c:pt idx="14301">
                  <c:v>4.0593442259761838</c:v>
                </c:pt>
                <c:pt idx="14302">
                  <c:v>4.0610916643589032</c:v>
                </c:pt>
                <c:pt idx="14303">
                  <c:v>4.0710795584919097</c:v>
                </c:pt>
                <c:pt idx="14304">
                  <c:v>4.0766487320488984</c:v>
                </c:pt>
                <c:pt idx="14305">
                  <c:v>4.0781870475135502</c:v>
                </c:pt>
                <c:pt idx="14306">
                  <c:v>4.0819306088538987</c:v>
                </c:pt>
                <c:pt idx="14307">
                  <c:v>4.0860109981406021</c:v>
                </c:pt>
                <c:pt idx="14308">
                  <c:v>4.0801131463385687</c:v>
                </c:pt>
                <c:pt idx="14309">
                  <c:v>4.0664244174546029</c:v>
                </c:pt>
                <c:pt idx="14310">
                  <c:v>4.0612566364679354</c:v>
                </c:pt>
                <c:pt idx="14311">
                  <c:v>4.0651081220081497</c:v>
                </c:pt>
                <c:pt idx="14312">
                  <c:v>4.0662432250662661</c:v>
                </c:pt>
                <c:pt idx="14313">
                  <c:v>4.0635160026901929</c:v>
                </c:pt>
                <c:pt idx="14314">
                  <c:v>4.0672856747240571</c:v>
                </c:pt>
                <c:pt idx="14315">
                  <c:v>4.0744525062309611</c:v>
                </c:pt>
                <c:pt idx="14316">
                  <c:v>4.0753522174308658</c:v>
                </c:pt>
                <c:pt idx="14317">
                  <c:v>4.068582743205285</c:v>
                </c:pt>
                <c:pt idx="14318">
                  <c:v>4.0586325117695932</c:v>
                </c:pt>
                <c:pt idx="14319">
                  <c:v>4.0559461170233808</c:v>
                </c:pt>
                <c:pt idx="14320">
                  <c:v>4.0595448826996874</c:v>
                </c:pt>
                <c:pt idx="14321">
                  <c:v>4.0642695731297227</c:v>
                </c:pt>
                <c:pt idx="14322">
                  <c:v>4.0681298413577558</c:v>
                </c:pt>
                <c:pt idx="14323">
                  <c:v>4.0648133085413614</c:v>
                </c:pt>
                <c:pt idx="14324">
                  <c:v>4.0574805554456619</c:v>
                </c:pt>
                <c:pt idx="14325">
                  <c:v>4.0615250227479525</c:v>
                </c:pt>
                <c:pt idx="14326">
                  <c:v>4.0631343909482931</c:v>
                </c:pt>
                <c:pt idx="14327">
                  <c:v>4.0600912291806779</c:v>
                </c:pt>
                <c:pt idx="14328">
                  <c:v>4.0532912133560153</c:v>
                </c:pt>
                <c:pt idx="14329">
                  <c:v>4.0558451556751196</c:v>
                </c:pt>
                <c:pt idx="14330">
                  <c:v>4.0683168097479925</c:v>
                </c:pt>
                <c:pt idx="14331">
                  <c:v>4.0720722395853937</c:v>
                </c:pt>
                <c:pt idx="14332">
                  <c:v>4.0683908691696011</c:v>
                </c:pt>
                <c:pt idx="14333">
                  <c:v>4.0630679273647976</c:v>
                </c:pt>
                <c:pt idx="14334">
                  <c:v>4.0590984689638798</c:v>
                </c:pt>
                <c:pt idx="14335">
                  <c:v>4.057543300233414</c:v>
                </c:pt>
                <c:pt idx="14336">
                  <c:v>4.0553564109664917</c:v>
                </c:pt>
                <c:pt idx="14337">
                  <c:v>4.0547767535704393</c:v>
                </c:pt>
                <c:pt idx="14338">
                  <c:v>4.0531407999367017</c:v>
                </c:pt>
                <c:pt idx="14339">
                  <c:v>4.0464904854215291</c:v>
                </c:pt>
                <c:pt idx="14340">
                  <c:v>4.0461705898643032</c:v>
                </c:pt>
                <c:pt idx="14341">
                  <c:v>4.0509542271630332</c:v>
                </c:pt>
                <c:pt idx="14342">
                  <c:v>4.0519552162044548</c:v>
                </c:pt>
                <c:pt idx="14343">
                  <c:v>4.0529177513154249</c:v>
                </c:pt>
                <c:pt idx="14344">
                  <c:v>4.0563446611544087</c:v>
                </c:pt>
                <c:pt idx="14345">
                  <c:v>4.0606210388891091</c:v>
                </c:pt>
                <c:pt idx="14346">
                  <c:v>4.0632675554852238</c:v>
                </c:pt>
                <c:pt idx="14347">
                  <c:v>4.0568114095818331</c:v>
                </c:pt>
                <c:pt idx="14348">
                  <c:v>4.0501379910590654</c:v>
                </c:pt>
                <c:pt idx="14349">
                  <c:v>4.0538802864263959</c:v>
                </c:pt>
                <c:pt idx="14350">
                  <c:v>4.0457210111959485</c:v>
                </c:pt>
                <c:pt idx="14351">
                  <c:v>4.0347456581081618</c:v>
                </c:pt>
                <c:pt idx="14352">
                  <c:v>4.0300496894409941</c:v>
                </c:pt>
                <c:pt idx="14353">
                  <c:v>4.0398740356846146</c:v>
                </c:pt>
                <c:pt idx="14354">
                  <c:v>4.0555516873046642</c:v>
                </c:pt>
                <c:pt idx="14355">
                  <c:v>4.0627821339557704</c:v>
                </c:pt>
                <c:pt idx="14356">
                  <c:v>4.064228824623175</c:v>
                </c:pt>
                <c:pt idx="14357">
                  <c:v>4.0680167741425013</c:v>
                </c:pt>
                <c:pt idx="14358">
                  <c:v>4.0647778612968315</c:v>
                </c:pt>
                <c:pt idx="14359">
                  <c:v>4.0707221584839974</c:v>
                </c:pt>
                <c:pt idx="14360">
                  <c:v>4.0829149028761327</c:v>
                </c:pt>
                <c:pt idx="14361">
                  <c:v>4.0871171420659094</c:v>
                </c:pt>
                <c:pt idx="14362">
                  <c:v>4.086696206037109</c:v>
                </c:pt>
                <c:pt idx="14363">
                  <c:v>4.0803315266843372</c:v>
                </c:pt>
                <c:pt idx="14364">
                  <c:v>4.0703601693238909</c:v>
                </c:pt>
                <c:pt idx="14365">
                  <c:v>4.0645647030897658</c:v>
                </c:pt>
                <c:pt idx="14366">
                  <c:v>4.0613889306484152</c:v>
                </c:pt>
                <c:pt idx="14367">
                  <c:v>4.05794675000989</c:v>
                </c:pt>
                <c:pt idx="14368">
                  <c:v>4.0499814851445981</c:v>
                </c:pt>
                <c:pt idx="14369">
                  <c:v>4.047118328915615</c:v>
                </c:pt>
                <c:pt idx="14370">
                  <c:v>4.062642876923686</c:v>
                </c:pt>
                <c:pt idx="14371">
                  <c:v>4.0693200933655103</c:v>
                </c:pt>
                <c:pt idx="14372">
                  <c:v>4.0695753451754557</c:v>
                </c:pt>
                <c:pt idx="14373">
                  <c:v>4.0718552043359573</c:v>
                </c:pt>
                <c:pt idx="14374">
                  <c:v>4.0710200577600189</c:v>
                </c:pt>
                <c:pt idx="14375">
                  <c:v>4.0661554773113897</c:v>
                </c:pt>
                <c:pt idx="14376">
                  <c:v>4.0672817976816873</c:v>
                </c:pt>
                <c:pt idx="14377">
                  <c:v>4.068417454602999</c:v>
                </c:pt>
                <c:pt idx="14378">
                  <c:v>4.0635288997903229</c:v>
                </c:pt>
                <c:pt idx="14379">
                  <c:v>4.0636928432962769</c:v>
                </c:pt>
                <c:pt idx="14380">
                  <c:v>4.0671682557265498</c:v>
                </c:pt>
                <c:pt idx="14381">
                  <c:v>4.0634318946077466</c:v>
                </c:pt>
                <c:pt idx="14382">
                  <c:v>4.0660560193060888</c:v>
                </c:pt>
                <c:pt idx="14383">
                  <c:v>4.074815523994145</c:v>
                </c:pt>
                <c:pt idx="14384">
                  <c:v>4.0747769909403804</c:v>
                </c:pt>
                <c:pt idx="14385">
                  <c:v>4.0723251968192429</c:v>
                </c:pt>
                <c:pt idx="14386">
                  <c:v>4.0711815484432492</c:v>
                </c:pt>
                <c:pt idx="14387">
                  <c:v>4.0679253075918815</c:v>
                </c:pt>
                <c:pt idx="14388">
                  <c:v>4.0610447442338886</c:v>
                </c:pt>
                <c:pt idx="14389">
                  <c:v>4.053825216600071</c:v>
                </c:pt>
                <c:pt idx="14390">
                  <c:v>4.0560113146338566</c:v>
                </c:pt>
                <c:pt idx="14391">
                  <c:v>4.0573928868140996</c:v>
                </c:pt>
                <c:pt idx="14392">
                  <c:v>4.0612560826047392</c:v>
                </c:pt>
                <c:pt idx="14393">
                  <c:v>4.0645655734462158</c:v>
                </c:pt>
                <c:pt idx="14394">
                  <c:v>4.0712559243581126</c:v>
                </c:pt>
                <c:pt idx="14395">
                  <c:v>4.0714003244055865</c:v>
                </c:pt>
                <c:pt idx="14396">
                  <c:v>4.0666291094671045</c:v>
                </c:pt>
                <c:pt idx="14397">
                  <c:v>4.0650931677018631</c:v>
                </c:pt>
                <c:pt idx="14398">
                  <c:v>4.0633777742611858</c:v>
                </c:pt>
                <c:pt idx="14399">
                  <c:v>4.0625973018950035</c:v>
                </c:pt>
                <c:pt idx="14400">
                  <c:v>4.0617850219567195</c:v>
                </c:pt>
                <c:pt idx="14401">
                  <c:v>4.0636478221307906</c:v>
                </c:pt>
                <c:pt idx="14402">
                  <c:v>4.0662490801914783</c:v>
                </c:pt>
                <c:pt idx="14403">
                  <c:v>4.0639085334493812</c:v>
                </c:pt>
                <c:pt idx="14404">
                  <c:v>4.0643627012699293</c:v>
                </c:pt>
                <c:pt idx="14405">
                  <c:v>4.0583394390157057</c:v>
                </c:pt>
                <c:pt idx="14406">
                  <c:v>4.0602839735728136</c:v>
                </c:pt>
                <c:pt idx="14407">
                  <c:v>4.0622731336788389</c:v>
                </c:pt>
                <c:pt idx="14408">
                  <c:v>4.0630642085690551</c:v>
                </c:pt>
                <c:pt idx="14409">
                  <c:v>4.0641916366657433</c:v>
                </c:pt>
                <c:pt idx="14410">
                  <c:v>4.0648783479052106</c:v>
                </c:pt>
                <c:pt idx="14411">
                  <c:v>4.0645559204019461</c:v>
                </c:pt>
                <c:pt idx="14412">
                  <c:v>4.0614463741741504</c:v>
                </c:pt>
                <c:pt idx="14413">
                  <c:v>4.0662696522530366</c:v>
                </c:pt>
                <c:pt idx="14414">
                  <c:v>4.0649342880879855</c:v>
                </c:pt>
                <c:pt idx="14415">
                  <c:v>4.0578649365035409</c:v>
                </c:pt>
                <c:pt idx="14416">
                  <c:v>4.0502078569450486</c:v>
                </c:pt>
                <c:pt idx="14417">
                  <c:v>4.0481534992285475</c:v>
                </c:pt>
                <c:pt idx="14418">
                  <c:v>4.0527754084741066</c:v>
                </c:pt>
                <c:pt idx="14419">
                  <c:v>4.0592071052735692</c:v>
                </c:pt>
                <c:pt idx="14420">
                  <c:v>4.058020967678126</c:v>
                </c:pt>
                <c:pt idx="14421">
                  <c:v>4.054342920441508</c:v>
                </c:pt>
                <c:pt idx="14422">
                  <c:v>4.0523615935435373</c:v>
                </c:pt>
                <c:pt idx="14423">
                  <c:v>4.0546465957194284</c:v>
                </c:pt>
                <c:pt idx="14424">
                  <c:v>4.0553891680183565</c:v>
                </c:pt>
                <c:pt idx="14425">
                  <c:v>4.0543342168770025</c:v>
                </c:pt>
                <c:pt idx="14426">
                  <c:v>4.0579518139019664</c:v>
                </c:pt>
                <c:pt idx="14427">
                  <c:v>4.0612876528068993</c:v>
                </c:pt>
                <c:pt idx="14428">
                  <c:v>4.0594917909562049</c:v>
                </c:pt>
                <c:pt idx="14429">
                  <c:v>4.0601025438145353</c:v>
                </c:pt>
                <c:pt idx="14430">
                  <c:v>4.0591025042528779</c:v>
                </c:pt>
                <c:pt idx="14431">
                  <c:v>4.054253590220358</c:v>
                </c:pt>
                <c:pt idx="14432">
                  <c:v>4.0590885785496695</c:v>
                </c:pt>
                <c:pt idx="14433">
                  <c:v>4.0624051904893781</c:v>
                </c:pt>
                <c:pt idx="14434">
                  <c:v>4.06087296751988</c:v>
                </c:pt>
                <c:pt idx="14435">
                  <c:v>4.057622819163667</c:v>
                </c:pt>
                <c:pt idx="14436">
                  <c:v>4.0571923092139102</c:v>
                </c:pt>
                <c:pt idx="14437">
                  <c:v>4.0523987023776558</c:v>
                </c:pt>
                <c:pt idx="14438">
                  <c:v>4.0523092139098784</c:v>
                </c:pt>
                <c:pt idx="14439">
                  <c:v>4.0589447323653918</c:v>
                </c:pt>
                <c:pt idx="14440">
                  <c:v>4.0655160026901926</c:v>
                </c:pt>
                <c:pt idx="14441">
                  <c:v>4.0741718558373226</c:v>
                </c:pt>
                <c:pt idx="14442">
                  <c:v>4.0689361870475134</c:v>
                </c:pt>
                <c:pt idx="14443">
                  <c:v>4.0605426276852477</c:v>
                </c:pt>
                <c:pt idx="14444">
                  <c:v>4.0556163310519446</c:v>
                </c:pt>
                <c:pt idx="14445">
                  <c:v>4.0578666772164418</c:v>
                </c:pt>
                <c:pt idx="14446">
                  <c:v>4.05909546227796</c:v>
                </c:pt>
                <c:pt idx="14447">
                  <c:v>4.0576517782964752</c:v>
                </c:pt>
                <c:pt idx="14448">
                  <c:v>4.0603767060964513</c:v>
                </c:pt>
                <c:pt idx="14449">
                  <c:v>4.0627776239268902</c:v>
                </c:pt>
                <c:pt idx="14450">
                  <c:v>4.0695639514182851</c:v>
                </c:pt>
                <c:pt idx="14451">
                  <c:v>4.0739261779483327</c:v>
                </c:pt>
                <c:pt idx="14452">
                  <c:v>4.0698659651066187</c:v>
                </c:pt>
                <c:pt idx="14453">
                  <c:v>4.0657828065039361</c:v>
                </c:pt>
                <c:pt idx="14454">
                  <c:v>4.0704996637259168</c:v>
                </c:pt>
                <c:pt idx="14455">
                  <c:v>4.0782888792182614</c:v>
                </c:pt>
                <c:pt idx="14456">
                  <c:v>4.0756240851366856</c:v>
                </c:pt>
                <c:pt idx="14457">
                  <c:v>4.0767456581081616</c:v>
                </c:pt>
                <c:pt idx="14458">
                  <c:v>4.0708252561617284</c:v>
                </c:pt>
                <c:pt idx="14459">
                  <c:v>4.0633278474502514</c:v>
                </c:pt>
                <c:pt idx="14460">
                  <c:v>4.0640638525141437</c:v>
                </c:pt>
                <c:pt idx="14461">
                  <c:v>4.0662202001819834</c:v>
                </c:pt>
                <c:pt idx="14462">
                  <c:v>4.0641711437274992</c:v>
                </c:pt>
                <c:pt idx="14463">
                  <c:v>4.0639304506072715</c:v>
                </c:pt>
                <c:pt idx="14464">
                  <c:v>4.0621271511650905</c:v>
                </c:pt>
                <c:pt idx="14465">
                  <c:v>4.0589691023460066</c:v>
                </c:pt>
                <c:pt idx="14466">
                  <c:v>4.0579996835067451</c:v>
                </c:pt>
                <c:pt idx="14467">
                  <c:v>4.0548560351307517</c:v>
                </c:pt>
                <c:pt idx="14468">
                  <c:v>4.0469931558333663</c:v>
                </c:pt>
                <c:pt idx="14469">
                  <c:v>4.0443276496419669</c:v>
                </c:pt>
                <c:pt idx="14470">
                  <c:v>4.0457686434307867</c:v>
                </c:pt>
                <c:pt idx="14471">
                  <c:v>4.0445468212208731</c:v>
                </c:pt>
                <c:pt idx="14472">
                  <c:v>4.0423172844878748</c:v>
                </c:pt>
                <c:pt idx="14473">
                  <c:v>4.0492300510345371</c:v>
                </c:pt>
                <c:pt idx="14474">
                  <c:v>4.0559930371483954</c:v>
                </c:pt>
                <c:pt idx="14475">
                  <c:v>4.0577168967836377</c:v>
                </c:pt>
                <c:pt idx="14476">
                  <c:v>4.0647017446690672</c:v>
                </c:pt>
                <c:pt idx="14477">
                  <c:v>4.0686124935712309</c:v>
                </c:pt>
                <c:pt idx="14478">
                  <c:v>4.0618342366578313</c:v>
                </c:pt>
                <c:pt idx="14479">
                  <c:v>4.0477932507813428</c:v>
                </c:pt>
                <c:pt idx="14480">
                  <c:v>4.0541355382363413</c:v>
                </c:pt>
                <c:pt idx="14481">
                  <c:v>4.0654269098389841</c:v>
                </c:pt>
                <c:pt idx="14482">
                  <c:v>4.0652491197531351</c:v>
                </c:pt>
                <c:pt idx="14483">
                  <c:v>4.0573117062942599</c:v>
                </c:pt>
                <c:pt idx="14484">
                  <c:v>4.0534618032203191</c:v>
                </c:pt>
                <c:pt idx="14485">
                  <c:v>4.0555455948095105</c:v>
                </c:pt>
                <c:pt idx="14486">
                  <c:v>4.0556978280650391</c:v>
                </c:pt>
                <c:pt idx="14487">
                  <c:v>4.053258614550777</c:v>
                </c:pt>
                <c:pt idx="14488">
                  <c:v>4.0562231277445902</c:v>
                </c:pt>
                <c:pt idx="14489">
                  <c:v>4.0615925940578395</c:v>
                </c:pt>
                <c:pt idx="14490">
                  <c:v>4.0655746330656326</c:v>
                </c:pt>
                <c:pt idx="14491">
                  <c:v>4.0630758396961664</c:v>
                </c:pt>
                <c:pt idx="14492">
                  <c:v>4.0588827788107764</c:v>
                </c:pt>
                <c:pt idx="14493">
                  <c:v>4.0596576334216881</c:v>
                </c:pt>
                <c:pt idx="14494">
                  <c:v>4.0666165288602283</c:v>
                </c:pt>
                <c:pt idx="14495">
                  <c:v>4.0754330023341376</c:v>
                </c:pt>
                <c:pt idx="14496">
                  <c:v>4.0770653162954469</c:v>
                </c:pt>
                <c:pt idx="14497">
                  <c:v>4.0697498120821303</c:v>
                </c:pt>
                <c:pt idx="14498">
                  <c:v>4.0673088578549672</c:v>
                </c:pt>
                <c:pt idx="14499">
                  <c:v>4.0711639830676107</c:v>
                </c:pt>
                <c:pt idx="14500">
                  <c:v>4.0741442418008464</c:v>
                </c:pt>
                <c:pt idx="14501">
                  <c:v>4.0709334177315348</c:v>
                </c:pt>
                <c:pt idx="14502">
                  <c:v>4.0715757407920243</c:v>
                </c:pt>
                <c:pt idx="14503">
                  <c:v>4.0665629623768647</c:v>
                </c:pt>
                <c:pt idx="14504">
                  <c:v>4.0639415278711875</c:v>
                </c:pt>
                <c:pt idx="14505">
                  <c:v>4.0635237567749334</c:v>
                </c:pt>
                <c:pt idx="14506">
                  <c:v>4.0661043636507497</c:v>
                </c:pt>
                <c:pt idx="14507">
                  <c:v>4.0690615183763894</c:v>
                </c:pt>
                <c:pt idx="14508">
                  <c:v>4.0675614985955608</c:v>
                </c:pt>
                <c:pt idx="14509">
                  <c:v>4.0595765320251616</c:v>
                </c:pt>
                <c:pt idx="14510">
                  <c:v>4.0487422558056734</c:v>
                </c:pt>
                <c:pt idx="14511">
                  <c:v>4.0473939154171781</c:v>
                </c:pt>
                <c:pt idx="14512">
                  <c:v>4.0589485302844484</c:v>
                </c:pt>
                <c:pt idx="14513">
                  <c:v>4.0683221110100094</c:v>
                </c:pt>
                <c:pt idx="14514">
                  <c:v>4.0691944455433795</c:v>
                </c:pt>
                <c:pt idx="14515">
                  <c:v>4.0634203426039486</c:v>
                </c:pt>
                <c:pt idx="14516">
                  <c:v>4.0606949400640895</c:v>
                </c:pt>
                <c:pt idx="14517">
                  <c:v>4.0667524627131382</c:v>
                </c:pt>
                <c:pt idx="14518">
                  <c:v>4.0644482335720218</c:v>
                </c:pt>
                <c:pt idx="14519">
                  <c:v>4.0576887288839654</c:v>
                </c:pt>
                <c:pt idx="14520">
                  <c:v>4.0640927325236378</c:v>
                </c:pt>
                <c:pt idx="14521">
                  <c:v>4.06959947778613</c:v>
                </c:pt>
                <c:pt idx="14522">
                  <c:v>4.0623488546900344</c:v>
                </c:pt>
                <c:pt idx="14523">
                  <c:v>4.0578739565613011</c:v>
                </c:pt>
                <c:pt idx="14524">
                  <c:v>4.052148593583099</c:v>
                </c:pt>
                <c:pt idx="14525">
                  <c:v>4.0566136012976219</c:v>
                </c:pt>
                <c:pt idx="14526">
                  <c:v>4.0656020888554814</c:v>
                </c:pt>
                <c:pt idx="14527">
                  <c:v>4.0653676464770347</c:v>
                </c:pt>
                <c:pt idx="14528">
                  <c:v>4.0614712980179606</c:v>
                </c:pt>
                <c:pt idx="14529">
                  <c:v>4.0561139375717055</c:v>
                </c:pt>
                <c:pt idx="14530">
                  <c:v>4.0525438145349524</c:v>
                </c:pt>
                <c:pt idx="14531">
                  <c:v>4.0544318550460892</c:v>
                </c:pt>
                <c:pt idx="14532">
                  <c:v>4.0613483403884958</c:v>
                </c:pt>
                <c:pt idx="14533">
                  <c:v>4.0715884005222138</c:v>
                </c:pt>
                <c:pt idx="14534">
                  <c:v>4.0767651224433283</c:v>
                </c:pt>
                <c:pt idx="14535">
                  <c:v>4.0708976539937494</c:v>
                </c:pt>
                <c:pt idx="14536">
                  <c:v>4.0690951457847051</c:v>
                </c:pt>
                <c:pt idx="14537">
                  <c:v>4.0718866954148041</c:v>
                </c:pt>
                <c:pt idx="14538">
                  <c:v>4.0760291965027493</c:v>
                </c:pt>
                <c:pt idx="14539">
                  <c:v>4.0796953752423155</c:v>
                </c:pt>
                <c:pt idx="14540">
                  <c:v>4.0734088697234636</c:v>
                </c:pt>
                <c:pt idx="14541">
                  <c:v>4.0685305218182535</c:v>
                </c:pt>
                <c:pt idx="14542">
                  <c:v>4.0648022312774463</c:v>
                </c:pt>
                <c:pt idx="14543">
                  <c:v>4.0579963603275706</c:v>
                </c:pt>
                <c:pt idx="14544">
                  <c:v>4.0570046287138508</c:v>
                </c:pt>
                <c:pt idx="14545">
                  <c:v>4.0597554298374012</c:v>
                </c:pt>
                <c:pt idx="14546">
                  <c:v>4.063753372631246</c:v>
                </c:pt>
                <c:pt idx="14547">
                  <c:v>4.0664138149305691</c:v>
                </c:pt>
                <c:pt idx="14548">
                  <c:v>4.0719067927364794</c:v>
                </c:pt>
                <c:pt idx="14549">
                  <c:v>4.0763934802389521</c:v>
                </c:pt>
                <c:pt idx="14550">
                  <c:v>4.0735768485184156</c:v>
                </c:pt>
                <c:pt idx="14551">
                  <c:v>4.066308027060173</c:v>
                </c:pt>
                <c:pt idx="14552">
                  <c:v>4.0621794516754361</c:v>
                </c:pt>
                <c:pt idx="14553">
                  <c:v>4.0670649206788783</c:v>
                </c:pt>
                <c:pt idx="14554">
                  <c:v>4.072922023974364</c:v>
                </c:pt>
                <c:pt idx="14555">
                  <c:v>4.0762433041895791</c:v>
                </c:pt>
                <c:pt idx="14556">
                  <c:v>4.0774556316018513</c:v>
                </c:pt>
                <c:pt idx="14557">
                  <c:v>4.0668086402658545</c:v>
                </c:pt>
                <c:pt idx="14558">
                  <c:v>4.0559676385647032</c:v>
                </c:pt>
                <c:pt idx="14559">
                  <c:v>4.0545876488507337</c:v>
                </c:pt>
                <c:pt idx="14560">
                  <c:v>4.0546324326462795</c:v>
                </c:pt>
                <c:pt idx="14561">
                  <c:v>4.0551971357360443</c:v>
                </c:pt>
                <c:pt idx="14562">
                  <c:v>4.058580448629189</c:v>
                </c:pt>
                <c:pt idx="14563">
                  <c:v>4.0524669857973654</c:v>
                </c:pt>
                <c:pt idx="14564">
                  <c:v>4.0503204494204219</c:v>
                </c:pt>
                <c:pt idx="14565">
                  <c:v>4.0539357518692887</c:v>
                </c:pt>
                <c:pt idx="14566">
                  <c:v>4.0602556474265139</c:v>
                </c:pt>
                <c:pt idx="14567">
                  <c:v>4.0668517624718126</c:v>
                </c:pt>
                <c:pt idx="14568">
                  <c:v>4.0701174189975076</c:v>
                </c:pt>
                <c:pt idx="14569">
                  <c:v>4.0712385963524156</c:v>
                </c:pt>
                <c:pt idx="14570">
                  <c:v>4.072017328005697</c:v>
                </c:pt>
                <c:pt idx="14571">
                  <c:v>4.0692895517664276</c:v>
                </c:pt>
                <c:pt idx="14572">
                  <c:v>4.0713462040590258</c:v>
                </c:pt>
                <c:pt idx="14573">
                  <c:v>4.0750050243304186</c:v>
                </c:pt>
                <c:pt idx="14574">
                  <c:v>4.0692245915258933</c:v>
                </c:pt>
                <c:pt idx="14575">
                  <c:v>4.065613482612652</c:v>
                </c:pt>
                <c:pt idx="14576">
                  <c:v>4.0740622700478699</c:v>
                </c:pt>
                <c:pt idx="14577">
                  <c:v>4.0818973770621509</c:v>
                </c:pt>
                <c:pt idx="14578">
                  <c:v>4.0832108240693117</c:v>
                </c:pt>
                <c:pt idx="14579">
                  <c:v>4.0762056414922654</c:v>
                </c:pt>
                <c:pt idx="14580">
                  <c:v>4.065461486727064</c:v>
                </c:pt>
                <c:pt idx="14581">
                  <c:v>4.0600807849032714</c:v>
                </c:pt>
                <c:pt idx="14582">
                  <c:v>4.0662276377734701</c:v>
                </c:pt>
                <c:pt idx="14583">
                  <c:v>4.0747974047553113</c:v>
                </c:pt>
                <c:pt idx="14584">
                  <c:v>4.078460181192388</c:v>
                </c:pt>
                <c:pt idx="14585">
                  <c:v>4.0760633777742612</c:v>
                </c:pt>
                <c:pt idx="14586">
                  <c:v>4.066907069668078</c:v>
                </c:pt>
                <c:pt idx="14587">
                  <c:v>4.063318273529295</c:v>
                </c:pt>
                <c:pt idx="14588">
                  <c:v>4.068477904814654</c:v>
                </c:pt>
                <c:pt idx="14589">
                  <c:v>4.0644629505083669</c:v>
                </c:pt>
                <c:pt idx="14590">
                  <c:v>4.0528796930015432</c:v>
                </c:pt>
                <c:pt idx="14591">
                  <c:v>4.0426071923092142</c:v>
                </c:pt>
                <c:pt idx="14592">
                  <c:v>4.0422262135538238</c:v>
                </c:pt>
                <c:pt idx="14593">
                  <c:v>4.0535658503778143</c:v>
                </c:pt>
                <c:pt idx="14594">
                  <c:v>4.0590662657752103</c:v>
                </c:pt>
                <c:pt idx="14595">
                  <c:v>4.0667360841872053</c:v>
                </c:pt>
                <c:pt idx="14596">
                  <c:v>4.0682675159235666</c:v>
                </c:pt>
                <c:pt idx="14597">
                  <c:v>4.0653196977489419</c:v>
                </c:pt>
                <c:pt idx="14598">
                  <c:v>4.0623892867033273</c:v>
                </c:pt>
                <c:pt idx="14599">
                  <c:v>4.0591160343395183</c:v>
                </c:pt>
                <c:pt idx="14600">
                  <c:v>4.0618670728330102</c:v>
                </c:pt>
                <c:pt idx="14601">
                  <c:v>4.057240653558571</c:v>
                </c:pt>
                <c:pt idx="14602">
                  <c:v>4.0543662618190446</c:v>
                </c:pt>
                <c:pt idx="14603">
                  <c:v>4.0563898405665233</c:v>
                </c:pt>
                <c:pt idx="14604">
                  <c:v>4.0618832139890015</c:v>
                </c:pt>
                <c:pt idx="14605">
                  <c:v>4.0664631878783082</c:v>
                </c:pt>
                <c:pt idx="14606">
                  <c:v>4.0673223879416067</c:v>
                </c:pt>
                <c:pt idx="14607">
                  <c:v>4.0722673576769397</c:v>
                </c:pt>
                <c:pt idx="14608">
                  <c:v>4.0709451279819602</c:v>
                </c:pt>
                <c:pt idx="14609">
                  <c:v>4.0649892787909954</c:v>
                </c:pt>
                <c:pt idx="14610">
                  <c:v>4.0704533765874116</c:v>
                </c:pt>
                <c:pt idx="14611">
                  <c:v>4.0799833841041266</c:v>
                </c:pt>
                <c:pt idx="14612">
                  <c:v>4.0859413696245594</c:v>
                </c:pt>
                <c:pt idx="14613">
                  <c:v>4.0898120821299999</c:v>
                </c:pt>
                <c:pt idx="14614">
                  <c:v>4.0871756933180361</c:v>
                </c:pt>
                <c:pt idx="14615">
                  <c:v>4.0763358784665904</c:v>
                </c:pt>
                <c:pt idx="14616">
                  <c:v>4.071023222692566</c:v>
                </c:pt>
                <c:pt idx="14617">
                  <c:v>4.0701486727064129</c:v>
                </c:pt>
                <c:pt idx="14618">
                  <c:v>4.0719960438343161</c:v>
                </c:pt>
                <c:pt idx="14619">
                  <c:v>4.0748543735411635</c:v>
                </c:pt>
                <c:pt idx="14620">
                  <c:v>4.0752939826719947</c:v>
                </c:pt>
                <c:pt idx="14621">
                  <c:v>4.0795331724492625</c:v>
                </c:pt>
                <c:pt idx="14622">
                  <c:v>4.0809391937334336</c:v>
                </c:pt>
                <c:pt idx="14623">
                  <c:v>4.0795735253392413</c:v>
                </c:pt>
                <c:pt idx="14624">
                  <c:v>4.0698188867349767</c:v>
                </c:pt>
                <c:pt idx="14625">
                  <c:v>4.0622637180045098</c:v>
                </c:pt>
                <c:pt idx="14626">
                  <c:v>4.0556996479012541</c:v>
                </c:pt>
                <c:pt idx="14627">
                  <c:v>4.0474680539621</c:v>
                </c:pt>
                <c:pt idx="14628">
                  <c:v>4.0449163270957786</c:v>
                </c:pt>
                <c:pt idx="14629">
                  <c:v>4.0471957906397122</c:v>
                </c:pt>
                <c:pt idx="14630">
                  <c:v>4.058422676741702</c:v>
                </c:pt>
                <c:pt idx="14631">
                  <c:v>4.0717301103770227</c:v>
                </c:pt>
                <c:pt idx="14632">
                  <c:v>4.0769191755350711</c:v>
                </c:pt>
                <c:pt idx="14633">
                  <c:v>4.0793440677295569</c:v>
                </c:pt>
                <c:pt idx="14634">
                  <c:v>4.0782839735728134</c:v>
                </c:pt>
                <c:pt idx="14635">
                  <c:v>4.0766795110179217</c:v>
                </c:pt>
                <c:pt idx="14636">
                  <c:v>4.0694506468330891</c:v>
                </c:pt>
                <c:pt idx="14637">
                  <c:v>4.060105471377141</c:v>
                </c:pt>
                <c:pt idx="14638">
                  <c:v>4.0658444435652967</c:v>
                </c:pt>
                <c:pt idx="14639">
                  <c:v>4.0705342406139966</c:v>
                </c:pt>
                <c:pt idx="14640">
                  <c:v>4.0731680974799227</c:v>
                </c:pt>
                <c:pt idx="14641">
                  <c:v>4.0732487241365671</c:v>
                </c:pt>
                <c:pt idx="14642">
                  <c:v>4.0708828579340901</c:v>
                </c:pt>
                <c:pt idx="14643">
                  <c:v>4.0780415397396848</c:v>
                </c:pt>
                <c:pt idx="14644">
                  <c:v>4.0773719982592871</c:v>
                </c:pt>
                <c:pt idx="14645">
                  <c:v>4.0663471931004471</c:v>
                </c:pt>
                <c:pt idx="14646">
                  <c:v>4.0608835700439139</c:v>
                </c:pt>
                <c:pt idx="14647">
                  <c:v>4.0575685405704789</c:v>
                </c:pt>
                <c:pt idx="14648">
                  <c:v>4.0653946275270005</c:v>
                </c:pt>
                <c:pt idx="14649">
                  <c:v>4.0721584048739965</c:v>
                </c:pt>
                <c:pt idx="14650">
                  <c:v>4.0702558056731419</c:v>
                </c:pt>
                <c:pt idx="14651">
                  <c:v>4.0689726628951224</c:v>
                </c:pt>
                <c:pt idx="14652">
                  <c:v>4.0684032915298491</c:v>
                </c:pt>
                <c:pt idx="14653">
                  <c:v>4.0571357360446259</c:v>
                </c:pt>
                <c:pt idx="14654">
                  <c:v>4.0578097084305886</c:v>
                </c:pt>
                <c:pt idx="14655">
                  <c:v>4.0606599675594417</c:v>
                </c:pt>
                <c:pt idx="14656">
                  <c:v>4.0598482414843531</c:v>
                </c:pt>
                <c:pt idx="14657">
                  <c:v>4.0546438264034501</c:v>
                </c:pt>
                <c:pt idx="14658">
                  <c:v>4.0519832258574988</c:v>
                </c:pt>
                <c:pt idx="14659">
                  <c:v>4.0546447758832143</c:v>
                </c:pt>
                <c:pt idx="14660">
                  <c:v>4.0604677770305022</c:v>
                </c:pt>
                <c:pt idx="14661">
                  <c:v>4.0690075562764569</c:v>
                </c:pt>
                <c:pt idx="14662">
                  <c:v>4.0708379158919179</c:v>
                </c:pt>
                <c:pt idx="14663">
                  <c:v>4.0642284290066071</c:v>
                </c:pt>
                <c:pt idx="14664">
                  <c:v>4.0549750365945325</c:v>
                </c:pt>
                <c:pt idx="14665">
                  <c:v>4.0539232503857265</c:v>
                </c:pt>
                <c:pt idx="14666">
                  <c:v>4.0554966966016535</c:v>
                </c:pt>
                <c:pt idx="14667">
                  <c:v>4.0642330181588004</c:v>
                </c:pt>
                <c:pt idx="14668">
                  <c:v>4.0672655774023818</c:v>
                </c:pt>
                <c:pt idx="14669">
                  <c:v>4.0627447877517113</c:v>
                </c:pt>
                <c:pt idx="14670">
                  <c:v>4.0597572496736163</c:v>
                </c:pt>
                <c:pt idx="14671">
                  <c:v>4.0621137002017642</c:v>
                </c:pt>
                <c:pt idx="14672">
                  <c:v>4.0617257585947701</c:v>
                </c:pt>
                <c:pt idx="14673">
                  <c:v>4.05953269770938</c:v>
                </c:pt>
                <c:pt idx="14674">
                  <c:v>4.0645488784270283</c:v>
                </c:pt>
                <c:pt idx="14675">
                  <c:v>4.0673606045021167</c:v>
                </c:pt>
                <c:pt idx="14676">
                  <c:v>4.0677509989318352</c:v>
                </c:pt>
                <c:pt idx="14677">
                  <c:v>4.0737286861573763</c:v>
                </c:pt>
                <c:pt idx="14678">
                  <c:v>4.0778752225343196</c:v>
                </c:pt>
                <c:pt idx="14679">
                  <c:v>4.0769873798314675</c:v>
                </c:pt>
                <c:pt idx="14680">
                  <c:v>4.0727879099576692</c:v>
                </c:pt>
                <c:pt idx="14681">
                  <c:v>4.0715513708114095</c:v>
                </c:pt>
                <c:pt idx="14682">
                  <c:v>4.067964631878783</c:v>
                </c:pt>
                <c:pt idx="14683">
                  <c:v>4.0703767060964511</c:v>
                </c:pt>
                <c:pt idx="14684">
                  <c:v>4.0761217707797606</c:v>
                </c:pt>
                <c:pt idx="14685">
                  <c:v>4.0786085374055467</c:v>
                </c:pt>
                <c:pt idx="14686">
                  <c:v>4.0757120702615026</c:v>
                </c:pt>
                <c:pt idx="14687">
                  <c:v>4.0716061241444788</c:v>
                </c:pt>
                <c:pt idx="14688">
                  <c:v>4.0736855639514182</c:v>
                </c:pt>
                <c:pt idx="14689">
                  <c:v>4.0741916366657431</c:v>
                </c:pt>
                <c:pt idx="14690">
                  <c:v>4.0717832021205052</c:v>
                </c:pt>
                <c:pt idx="14691">
                  <c:v>4.0722179847292006</c:v>
                </c:pt>
                <c:pt idx="14692">
                  <c:v>4.0754094235866596</c:v>
                </c:pt>
                <c:pt idx="14693">
                  <c:v>4.0812018831348658</c:v>
                </c:pt>
                <c:pt idx="14694">
                  <c:v>4.0864240218380345</c:v>
                </c:pt>
                <c:pt idx="14695">
                  <c:v>4.0829315187720061</c:v>
                </c:pt>
                <c:pt idx="14696">
                  <c:v>4.0809645131938126</c:v>
                </c:pt>
                <c:pt idx="14697">
                  <c:v>4.0761260434386992</c:v>
                </c:pt>
                <c:pt idx="14698">
                  <c:v>4.0689224195909324</c:v>
                </c:pt>
                <c:pt idx="14699">
                  <c:v>4.0583375400561774</c:v>
                </c:pt>
                <c:pt idx="14700">
                  <c:v>4.0548499426355979</c:v>
                </c:pt>
                <c:pt idx="14701">
                  <c:v>4.0636399889227359</c:v>
                </c:pt>
                <c:pt idx="14702">
                  <c:v>4.0661149661747835</c:v>
                </c:pt>
                <c:pt idx="14703">
                  <c:v>4.0674559480951062</c:v>
                </c:pt>
                <c:pt idx="14704">
                  <c:v>4.0731180915456742</c:v>
                </c:pt>
                <c:pt idx="14705">
                  <c:v>4.075652253036357</c:v>
                </c:pt>
                <c:pt idx="14706">
                  <c:v>4.0768496261423426</c:v>
                </c:pt>
                <c:pt idx="14707">
                  <c:v>4.0755639514182853</c:v>
                </c:pt>
                <c:pt idx="14708">
                  <c:v>4.0784825730901613</c:v>
                </c:pt>
                <c:pt idx="14709">
                  <c:v>4.0818404082762987</c:v>
                </c:pt>
                <c:pt idx="14710">
                  <c:v>4.0810752858329709</c:v>
                </c:pt>
                <c:pt idx="14711">
                  <c:v>4.0822874549986157</c:v>
                </c:pt>
                <c:pt idx="14712">
                  <c:v>4.0799382838153262</c:v>
                </c:pt>
                <c:pt idx="14713">
                  <c:v>4.0760994580053014</c:v>
                </c:pt>
                <c:pt idx="14714">
                  <c:v>4.072791391383471</c:v>
                </c:pt>
                <c:pt idx="14715">
                  <c:v>4.0679913755588082</c:v>
                </c:pt>
                <c:pt idx="14716">
                  <c:v>4.059514974087115</c:v>
                </c:pt>
                <c:pt idx="14717">
                  <c:v>4.0622943387269057</c:v>
                </c:pt>
                <c:pt idx="14718">
                  <c:v>4.0716815286624204</c:v>
                </c:pt>
                <c:pt idx="14719">
                  <c:v>4.0754645725362977</c:v>
                </c:pt>
                <c:pt idx="14720">
                  <c:v>4.0706909838984053</c:v>
                </c:pt>
                <c:pt idx="14721">
                  <c:v>4.0644274241405229</c:v>
                </c:pt>
                <c:pt idx="14722">
                  <c:v>4.0612598805237967</c:v>
                </c:pt>
                <c:pt idx="14723">
                  <c:v>4.064404320132927</c:v>
                </c:pt>
                <c:pt idx="14724">
                  <c:v>4.0645127190726749</c:v>
                </c:pt>
                <c:pt idx="14725">
                  <c:v>4.0631520354472448</c:v>
                </c:pt>
                <c:pt idx="14726">
                  <c:v>4.0673898010048664</c:v>
                </c:pt>
                <c:pt idx="14727">
                  <c:v>4.0677239387585553</c:v>
                </c:pt>
                <c:pt idx="14728">
                  <c:v>4.0671735569885668</c:v>
                </c:pt>
                <c:pt idx="14729">
                  <c:v>4.0727606124144478</c:v>
                </c:pt>
                <c:pt idx="14730">
                  <c:v>4.0713606836254304</c:v>
                </c:pt>
                <c:pt idx="14731">
                  <c:v>4.0675274755706772</c:v>
                </c:pt>
                <c:pt idx="14732">
                  <c:v>4.0746113858448396</c:v>
                </c:pt>
                <c:pt idx="14733">
                  <c:v>4.0854982790679273</c:v>
                </c:pt>
                <c:pt idx="14734">
                  <c:v>4.0886133639276814</c:v>
                </c:pt>
                <c:pt idx="14735">
                  <c:v>4.0871234719310046</c:v>
                </c:pt>
                <c:pt idx="14736">
                  <c:v>4.0785902599200856</c:v>
                </c:pt>
                <c:pt idx="14737">
                  <c:v>4.0806947026941485</c:v>
                </c:pt>
                <c:pt idx="14738">
                  <c:v>4.0847648059500727</c:v>
                </c:pt>
                <c:pt idx="14739">
                  <c:v>4.0822439371760888</c:v>
                </c:pt>
                <c:pt idx="14740">
                  <c:v>4.0750877081932195</c:v>
                </c:pt>
                <c:pt idx="14741">
                  <c:v>4.0598296475056372</c:v>
                </c:pt>
                <c:pt idx="14742">
                  <c:v>4.0593213593385293</c:v>
                </c:pt>
                <c:pt idx="14743">
                  <c:v>4.0714669462357085</c:v>
                </c:pt>
                <c:pt idx="14744">
                  <c:v>4.0834497764766384</c:v>
                </c:pt>
                <c:pt idx="14745">
                  <c:v>4.0905574237449063</c:v>
                </c:pt>
                <c:pt idx="14746">
                  <c:v>4.0939597262333347</c:v>
                </c:pt>
                <c:pt idx="14747">
                  <c:v>4.0951070142817585</c:v>
                </c:pt>
                <c:pt idx="14748">
                  <c:v>4.0921889464730787</c:v>
                </c:pt>
                <c:pt idx="14749">
                  <c:v>4.0883546306919332</c:v>
                </c:pt>
                <c:pt idx="14750">
                  <c:v>4.0837005973810179</c:v>
                </c:pt>
                <c:pt idx="14751">
                  <c:v>4.0796202080943154</c:v>
                </c:pt>
                <c:pt idx="14752">
                  <c:v>4.0689088895042929</c:v>
                </c:pt>
                <c:pt idx="14753">
                  <c:v>4.0636055702812834</c:v>
                </c:pt>
                <c:pt idx="14754">
                  <c:v>4.0714573723147529</c:v>
                </c:pt>
                <c:pt idx="14755">
                  <c:v>4.0738146931993509</c:v>
                </c:pt>
                <c:pt idx="14756">
                  <c:v>4.0690635755825451</c:v>
                </c:pt>
                <c:pt idx="14757">
                  <c:v>4.0713300629030345</c:v>
                </c:pt>
                <c:pt idx="14758">
                  <c:v>4.0775106223048621</c:v>
                </c:pt>
                <c:pt idx="14759">
                  <c:v>4.0779724650868374</c:v>
                </c:pt>
                <c:pt idx="14760">
                  <c:v>4.0797602563595365</c:v>
                </c:pt>
                <c:pt idx="14761">
                  <c:v>4.0842410096134829</c:v>
                </c:pt>
                <c:pt idx="14762">
                  <c:v>4.0863187878308347</c:v>
                </c:pt>
                <c:pt idx="14763">
                  <c:v>4.0889797048700398</c:v>
                </c:pt>
                <c:pt idx="14764">
                  <c:v>4.0879257823317641</c:v>
                </c:pt>
                <c:pt idx="14765">
                  <c:v>4.0864572536297823</c:v>
                </c:pt>
                <c:pt idx="14766">
                  <c:v>4.0810341417098552</c:v>
                </c:pt>
                <c:pt idx="14767">
                  <c:v>4.0690327966135218</c:v>
                </c:pt>
                <c:pt idx="14768">
                  <c:v>4.0651816275665622</c:v>
                </c:pt>
                <c:pt idx="14769">
                  <c:v>4.0678763302607113</c:v>
                </c:pt>
                <c:pt idx="14770">
                  <c:v>4.0672355105431812</c:v>
                </c:pt>
                <c:pt idx="14771">
                  <c:v>4.0585476915773233</c:v>
                </c:pt>
                <c:pt idx="14772">
                  <c:v>4.0560077540847415</c:v>
                </c:pt>
                <c:pt idx="14773">
                  <c:v>4.0643451358942908</c:v>
                </c:pt>
                <c:pt idx="14774">
                  <c:v>4.0716020097321675</c:v>
                </c:pt>
                <c:pt idx="14775">
                  <c:v>4.0792372512560826</c:v>
                </c:pt>
                <c:pt idx="14776">
                  <c:v>4.0812509395893501</c:v>
                </c:pt>
                <c:pt idx="14777">
                  <c:v>4.0742038216560506</c:v>
                </c:pt>
                <c:pt idx="14778">
                  <c:v>4.0635284250504409</c:v>
                </c:pt>
                <c:pt idx="14779">
                  <c:v>4.0633641650512322</c:v>
                </c:pt>
                <c:pt idx="14780">
                  <c:v>4.0736696601653675</c:v>
                </c:pt>
                <c:pt idx="14781">
                  <c:v>4.0758619298176209</c:v>
                </c:pt>
                <c:pt idx="14782">
                  <c:v>4.0729736914982002</c:v>
                </c:pt>
                <c:pt idx="14783">
                  <c:v>4.0686825968271547</c:v>
                </c:pt>
                <c:pt idx="14784">
                  <c:v>4.0626454088697237</c:v>
                </c:pt>
                <c:pt idx="14785">
                  <c:v>4.0615865015626857</c:v>
                </c:pt>
                <c:pt idx="14786">
                  <c:v>4.0616209993274515</c:v>
                </c:pt>
                <c:pt idx="14787">
                  <c:v>4.0645866202476562</c:v>
                </c:pt>
                <c:pt idx="14788">
                  <c:v>4.0669133204098591</c:v>
                </c:pt>
                <c:pt idx="14789">
                  <c:v>4.0687337104877956</c:v>
                </c:pt>
                <c:pt idx="14790">
                  <c:v>4.0717127032480116</c:v>
                </c:pt>
                <c:pt idx="14791">
                  <c:v>4.0737653202516118</c:v>
                </c:pt>
                <c:pt idx="14792">
                  <c:v>4.0686117814614073</c:v>
                </c:pt>
                <c:pt idx="14793">
                  <c:v>4.0680576808956763</c:v>
                </c:pt>
                <c:pt idx="14794">
                  <c:v>4.0712816394350595</c:v>
                </c:pt>
                <c:pt idx="14795">
                  <c:v>4.0674683704553543</c:v>
                </c:pt>
                <c:pt idx="14796">
                  <c:v>4.0622558847964552</c:v>
                </c:pt>
                <c:pt idx="14797">
                  <c:v>4.0636155398188079</c:v>
                </c:pt>
                <c:pt idx="14798">
                  <c:v>4.0680045891521939</c:v>
                </c:pt>
                <c:pt idx="14799">
                  <c:v>4.0726248368081652</c:v>
                </c:pt>
                <c:pt idx="14800">
                  <c:v>4.0705861455077734</c:v>
                </c:pt>
                <c:pt idx="14801">
                  <c:v>4.0710535269217072</c:v>
                </c:pt>
                <c:pt idx="14802">
                  <c:v>4.075092772085295</c:v>
                </c:pt>
                <c:pt idx="14803">
                  <c:v>4.0746852078965068</c:v>
                </c:pt>
                <c:pt idx="14804">
                  <c:v>4.0733623452150178</c:v>
                </c:pt>
                <c:pt idx="14805">
                  <c:v>4.0737181627566565</c:v>
                </c:pt>
                <c:pt idx="14806">
                  <c:v>4.0805926336194958</c:v>
                </c:pt>
                <c:pt idx="14807">
                  <c:v>4.090046287138505</c:v>
                </c:pt>
                <c:pt idx="14808">
                  <c:v>4.0938062270047872</c:v>
                </c:pt>
                <c:pt idx="14809">
                  <c:v>4.0949796257467259</c:v>
                </c:pt>
                <c:pt idx="14810">
                  <c:v>4.0946480990623888</c:v>
                </c:pt>
                <c:pt idx="14811">
                  <c:v>4.0957107251651701</c:v>
                </c:pt>
                <c:pt idx="14812">
                  <c:v>4.0967322071448349</c:v>
                </c:pt>
                <c:pt idx="14813">
                  <c:v>4.0988906911421452</c:v>
                </c:pt>
                <c:pt idx="14814">
                  <c:v>4.09506903509119</c:v>
                </c:pt>
                <c:pt idx="14815">
                  <c:v>4.0876662578628791</c:v>
                </c:pt>
                <c:pt idx="14816">
                  <c:v>4.0828508129920484</c:v>
                </c:pt>
                <c:pt idx="14817">
                  <c:v>4.084514776278831</c:v>
                </c:pt>
                <c:pt idx="14818">
                  <c:v>4.0881409977449854</c:v>
                </c:pt>
                <c:pt idx="14819">
                  <c:v>4.0964014716936346</c:v>
                </c:pt>
                <c:pt idx="14820">
                  <c:v>4.0962321478023496</c:v>
                </c:pt>
                <c:pt idx="14821">
                  <c:v>4.0948498635122839</c:v>
                </c:pt>
                <c:pt idx="14822">
                  <c:v>4.094413102820746</c:v>
                </c:pt>
                <c:pt idx="14823">
                  <c:v>4.0918590022550143</c:v>
                </c:pt>
                <c:pt idx="14824">
                  <c:v>4.0859437433239707</c:v>
                </c:pt>
                <c:pt idx="14825">
                  <c:v>4.0822613443050999</c:v>
                </c:pt>
                <c:pt idx="14826">
                  <c:v>4.0903050203742533</c:v>
                </c:pt>
                <c:pt idx="14827">
                  <c:v>4.0924421410768685</c:v>
                </c:pt>
                <c:pt idx="14828">
                  <c:v>4.0898057522649047</c:v>
                </c:pt>
                <c:pt idx="14829">
                  <c:v>4.089303319223009</c:v>
                </c:pt>
                <c:pt idx="14830">
                  <c:v>4.0915393440677299</c:v>
                </c:pt>
                <c:pt idx="14831">
                  <c:v>4.0862721050757607</c:v>
                </c:pt>
                <c:pt idx="14832">
                  <c:v>4.0814645725362979</c:v>
                </c:pt>
                <c:pt idx="14833">
                  <c:v>4.0819780828421095</c:v>
                </c:pt>
                <c:pt idx="14834">
                  <c:v>4.0888847568936191</c:v>
                </c:pt>
                <c:pt idx="14835">
                  <c:v>4.0917877912726981</c:v>
                </c:pt>
                <c:pt idx="14836">
                  <c:v>4.0993052973058512</c:v>
                </c:pt>
                <c:pt idx="14837">
                  <c:v>4.0979950152312377</c:v>
                </c:pt>
                <c:pt idx="14838">
                  <c:v>4.0900668592000633</c:v>
                </c:pt>
                <c:pt idx="14839">
                  <c:v>4.0851240257942001</c:v>
                </c:pt>
                <c:pt idx="14840">
                  <c:v>4.0808023104007596</c:v>
                </c:pt>
                <c:pt idx="14841">
                  <c:v>4.0767458954781031</c:v>
                </c:pt>
                <c:pt idx="14842">
                  <c:v>4.072632749139534</c:v>
                </c:pt>
                <c:pt idx="14843">
                  <c:v>4.0716623016971951</c:v>
                </c:pt>
                <c:pt idx="14844">
                  <c:v>4.0701173398741943</c:v>
                </c:pt>
                <c:pt idx="14845">
                  <c:v>4.0711495826245203</c:v>
                </c:pt>
                <c:pt idx="14846">
                  <c:v>4.0714908414764412</c:v>
                </c:pt>
                <c:pt idx="14847">
                  <c:v>4.0707273806227002</c:v>
                </c:pt>
                <c:pt idx="14848">
                  <c:v>4.0722608695652172</c:v>
                </c:pt>
                <c:pt idx="14849">
                  <c:v>4.075896190212446</c:v>
                </c:pt>
                <c:pt idx="14850">
                  <c:v>4.078832614629901</c:v>
                </c:pt>
                <c:pt idx="14851">
                  <c:v>4.0778521185267236</c:v>
                </c:pt>
                <c:pt idx="14852">
                  <c:v>4.0706863156228987</c:v>
                </c:pt>
                <c:pt idx="14853">
                  <c:v>4.065950310559006</c:v>
                </c:pt>
                <c:pt idx="14854">
                  <c:v>4.0712310005143015</c:v>
                </c:pt>
                <c:pt idx="14855">
                  <c:v>4.0792736479803775</c:v>
                </c:pt>
                <c:pt idx="14856">
                  <c:v>4.0802334137753693</c:v>
                </c:pt>
                <c:pt idx="14857">
                  <c:v>4.07645076551806</c:v>
                </c:pt>
                <c:pt idx="14858">
                  <c:v>4.0828737587530162</c:v>
                </c:pt>
                <c:pt idx="14859">
                  <c:v>4.0881576136408597</c:v>
                </c:pt>
                <c:pt idx="14860">
                  <c:v>4.0880183566087744</c:v>
                </c:pt>
                <c:pt idx="14861">
                  <c:v>4.0862088064248132</c:v>
                </c:pt>
                <c:pt idx="14862">
                  <c:v>4.0876702140285639</c:v>
                </c:pt>
                <c:pt idx="14863">
                  <c:v>4.0933702575463862</c:v>
                </c:pt>
                <c:pt idx="14864">
                  <c:v>4.0951600269019268</c:v>
                </c:pt>
                <c:pt idx="14865">
                  <c:v>4.0918392214265937</c:v>
                </c:pt>
                <c:pt idx="14866">
                  <c:v>4.0877358863789217</c:v>
                </c:pt>
                <c:pt idx="14867">
                  <c:v>4.0847371127902834</c:v>
                </c:pt>
                <c:pt idx="14868">
                  <c:v>4.0818111326502358</c:v>
                </c:pt>
                <c:pt idx="14869">
                  <c:v>4.0789178304387388</c:v>
                </c:pt>
                <c:pt idx="14870">
                  <c:v>4.0822383985441313</c:v>
                </c:pt>
                <c:pt idx="14871">
                  <c:v>4.0844364441982828</c:v>
                </c:pt>
                <c:pt idx="14872">
                  <c:v>4.0803528899790322</c:v>
                </c:pt>
                <c:pt idx="14873">
                  <c:v>4.0796803418127148</c:v>
                </c:pt>
                <c:pt idx="14874">
                  <c:v>4.0831317007556276</c:v>
                </c:pt>
                <c:pt idx="14875">
                  <c:v>4.0851580488190846</c:v>
                </c:pt>
                <c:pt idx="14876">
                  <c:v>4.0825802112592475</c:v>
                </c:pt>
                <c:pt idx="14877">
                  <c:v>4.0831570202160066</c:v>
                </c:pt>
                <c:pt idx="14878">
                  <c:v>4.0850085057562211</c:v>
                </c:pt>
                <c:pt idx="14879">
                  <c:v>4.0810452189737703</c:v>
                </c:pt>
                <c:pt idx="14880">
                  <c:v>4.0750210072397834</c:v>
                </c:pt>
                <c:pt idx="14881">
                  <c:v>4.0769663330300272</c:v>
                </c:pt>
                <c:pt idx="14882">
                  <c:v>4.0751778296475054</c:v>
                </c:pt>
                <c:pt idx="14883">
                  <c:v>4.0738140602128414</c:v>
                </c:pt>
                <c:pt idx="14884">
                  <c:v>4.0757788503382519</c:v>
                </c:pt>
                <c:pt idx="14885">
                  <c:v>4.0828278672310798</c:v>
                </c:pt>
                <c:pt idx="14886">
                  <c:v>4.0909957669027177</c:v>
                </c:pt>
                <c:pt idx="14887">
                  <c:v>4.0882327807888599</c:v>
                </c:pt>
                <c:pt idx="14888">
                  <c:v>4.0814012738853505</c:v>
                </c:pt>
                <c:pt idx="14889">
                  <c:v>4.0813783281243818</c:v>
                </c:pt>
                <c:pt idx="14890">
                  <c:v>4.0768474898128737</c:v>
                </c:pt>
                <c:pt idx="14891">
                  <c:v>4.077210665822685</c:v>
                </c:pt>
                <c:pt idx="14892">
                  <c:v>4.0869367409107094</c:v>
                </c:pt>
                <c:pt idx="14893">
                  <c:v>4.0869945009296993</c:v>
                </c:pt>
                <c:pt idx="14894">
                  <c:v>4.0776273291925467</c:v>
                </c:pt>
                <c:pt idx="14895">
                  <c:v>4.0703445820310957</c:v>
                </c:pt>
                <c:pt idx="14896">
                  <c:v>4.0690327174902086</c:v>
                </c:pt>
                <c:pt idx="14897">
                  <c:v>4.0735910115915654</c:v>
                </c:pt>
                <c:pt idx="14898">
                  <c:v>4.0791233136843772</c:v>
                </c:pt>
                <c:pt idx="14899">
                  <c:v>4.0774542073822051</c:v>
                </c:pt>
                <c:pt idx="14900">
                  <c:v>4.0718352652609093</c:v>
                </c:pt>
                <c:pt idx="14901">
                  <c:v>4.0724658780709735</c:v>
                </c:pt>
                <c:pt idx="14902">
                  <c:v>4.0716018514855401</c:v>
                </c:pt>
                <c:pt idx="14903">
                  <c:v>4.0748673497646077</c:v>
                </c:pt>
                <c:pt idx="14904">
                  <c:v>4.0795996360327571</c:v>
                </c:pt>
                <c:pt idx="14905">
                  <c:v>4.0847497725204729</c:v>
                </c:pt>
                <c:pt idx="14906">
                  <c:v>4.088052379633659</c:v>
                </c:pt>
                <c:pt idx="14907">
                  <c:v>4.0872595640305418</c:v>
                </c:pt>
                <c:pt idx="14908">
                  <c:v>4.0835534280175656</c:v>
                </c:pt>
                <c:pt idx="14909">
                  <c:v>4.0822051667523835</c:v>
                </c:pt>
                <c:pt idx="14910">
                  <c:v>4.0852965146180322</c:v>
                </c:pt>
                <c:pt idx="14911">
                  <c:v>4.0833374213712066</c:v>
                </c:pt>
                <c:pt idx="14912">
                  <c:v>4.0809122918067811</c:v>
                </c:pt>
                <c:pt idx="14913">
                  <c:v>4.0830446651105747</c:v>
                </c:pt>
                <c:pt idx="14914">
                  <c:v>4.0850567709775687</c:v>
                </c:pt>
                <c:pt idx="14915">
                  <c:v>4.0783016180717651</c:v>
                </c:pt>
                <c:pt idx="14916">
                  <c:v>4.0798108952802945</c:v>
                </c:pt>
                <c:pt idx="14917">
                  <c:v>4.0828389444949957</c:v>
                </c:pt>
                <c:pt idx="14918">
                  <c:v>4.0808307947936857</c:v>
                </c:pt>
                <c:pt idx="14919">
                  <c:v>4.080332317917474</c:v>
                </c:pt>
                <c:pt idx="14920">
                  <c:v>4.0794627527000831</c:v>
                </c:pt>
                <c:pt idx="14921">
                  <c:v>4.077379514974087</c:v>
                </c:pt>
                <c:pt idx="14922">
                  <c:v>4.0742781184476007</c:v>
                </c:pt>
                <c:pt idx="14923">
                  <c:v>4.0729711595521625</c:v>
                </c:pt>
                <c:pt idx="14924">
                  <c:v>4.0783470348538193</c:v>
                </c:pt>
                <c:pt idx="14925">
                  <c:v>4.0825920797563002</c:v>
                </c:pt>
                <c:pt idx="14926">
                  <c:v>4.0897353325157262</c:v>
                </c:pt>
                <c:pt idx="14927">
                  <c:v>4.0965723780511931</c:v>
                </c:pt>
                <c:pt idx="14928">
                  <c:v>4.0934280175653752</c:v>
                </c:pt>
                <c:pt idx="14929">
                  <c:v>4.0924294813466791</c:v>
                </c:pt>
                <c:pt idx="14930">
                  <c:v>4.0948063456897579</c:v>
                </c:pt>
                <c:pt idx="14931">
                  <c:v>4.0903279661352219</c:v>
                </c:pt>
                <c:pt idx="14932">
                  <c:v>4.0838580527752502</c:v>
                </c:pt>
                <c:pt idx="14933">
                  <c:v>4.0920291173794361</c:v>
                </c:pt>
                <c:pt idx="14934">
                  <c:v>4.1003576373778534</c:v>
                </c:pt>
                <c:pt idx="14935">
                  <c:v>4.0937476757526605</c:v>
                </c:pt>
                <c:pt idx="14936">
                  <c:v>4.0792000632986509</c:v>
                </c:pt>
                <c:pt idx="14937">
                  <c:v>4.0729781224037662</c:v>
                </c:pt>
                <c:pt idx="14938">
                  <c:v>4.0714881512837762</c:v>
                </c:pt>
                <c:pt idx="14939">
                  <c:v>4.0673989793092531</c:v>
                </c:pt>
                <c:pt idx="14940">
                  <c:v>4.0636006646358354</c:v>
                </c:pt>
                <c:pt idx="14941">
                  <c:v>4.0692885231633502</c:v>
                </c:pt>
                <c:pt idx="14942">
                  <c:v>4.0801400482652213</c:v>
                </c:pt>
                <c:pt idx="14943">
                  <c:v>4.0865727736677613</c:v>
                </c:pt>
                <c:pt idx="14944">
                  <c:v>4.0930339834632274</c:v>
                </c:pt>
                <c:pt idx="14945">
                  <c:v>4.0901127507220005</c:v>
                </c:pt>
                <c:pt idx="14946">
                  <c:v>4.083526526090913</c:v>
                </c:pt>
                <c:pt idx="14947">
                  <c:v>4.0833841041262806</c:v>
                </c:pt>
                <c:pt idx="14948">
                  <c:v>4.0851873244451475</c:v>
                </c:pt>
                <c:pt idx="14949">
                  <c:v>4.0852696126913797</c:v>
                </c:pt>
                <c:pt idx="14950">
                  <c:v>4.0820184357320883</c:v>
                </c:pt>
                <c:pt idx="14951">
                  <c:v>4.0800538038533052</c:v>
                </c:pt>
                <c:pt idx="14952">
                  <c:v>4.0775624480753256</c:v>
                </c:pt>
                <c:pt idx="14953">
                  <c:v>4.0775353879020457</c:v>
                </c:pt>
                <c:pt idx="14954">
                  <c:v>4.081453495272382</c:v>
                </c:pt>
                <c:pt idx="14955">
                  <c:v>4.0845701625984097</c:v>
                </c:pt>
                <c:pt idx="14956">
                  <c:v>4.08317363611188</c:v>
                </c:pt>
                <c:pt idx="14957">
                  <c:v>4.0839229338924712</c:v>
                </c:pt>
                <c:pt idx="14958">
                  <c:v>4.0868053962099928</c:v>
                </c:pt>
                <c:pt idx="14959">
                  <c:v>4.0858305969854021</c:v>
                </c:pt>
                <c:pt idx="14960">
                  <c:v>4.0870696680776994</c:v>
                </c:pt>
                <c:pt idx="14961">
                  <c:v>4.0970051825770462</c:v>
                </c:pt>
                <c:pt idx="14962">
                  <c:v>4.0986889266922502</c:v>
                </c:pt>
                <c:pt idx="14963">
                  <c:v>4.0911840803892865</c:v>
                </c:pt>
                <c:pt idx="14964">
                  <c:v>4.0853795940974011</c:v>
                </c:pt>
                <c:pt idx="14965">
                  <c:v>4.0760219171578909</c:v>
                </c:pt>
                <c:pt idx="14966">
                  <c:v>4.0667989080982707</c:v>
                </c:pt>
                <c:pt idx="14967">
                  <c:v>4.0597047909166433</c:v>
                </c:pt>
                <c:pt idx="14968">
                  <c:v>4.0613265814772319</c:v>
                </c:pt>
                <c:pt idx="14969">
                  <c:v>4.0663752027534912</c:v>
                </c:pt>
                <c:pt idx="14970">
                  <c:v>4.0637618388258101</c:v>
                </c:pt>
                <c:pt idx="14971">
                  <c:v>4.0617165011670693</c:v>
                </c:pt>
                <c:pt idx="14972">
                  <c:v>4.07114807928156</c:v>
                </c:pt>
                <c:pt idx="14973">
                  <c:v>4.0753065632788701</c:v>
                </c:pt>
                <c:pt idx="14974">
                  <c:v>4.0767650433200142</c:v>
                </c:pt>
                <c:pt idx="14975">
                  <c:v>4.0807667049096015</c:v>
                </c:pt>
                <c:pt idx="14976">
                  <c:v>4.0723154646516599</c:v>
                </c:pt>
                <c:pt idx="14977">
                  <c:v>4.0628091150057362</c:v>
                </c:pt>
                <c:pt idx="14978">
                  <c:v>4.0609787553902761</c:v>
                </c:pt>
                <c:pt idx="14979">
                  <c:v>4.0574493808600707</c:v>
                </c:pt>
                <c:pt idx="14980">
                  <c:v>4.0576540728725723</c:v>
                </c:pt>
                <c:pt idx="14981">
                  <c:v>4.0646137595442493</c:v>
                </c:pt>
                <c:pt idx="14982">
                  <c:v>4.0625737231475254</c:v>
                </c:pt>
                <c:pt idx="14983">
                  <c:v>4.0602839735728136</c:v>
                </c:pt>
                <c:pt idx="14984">
                  <c:v>4.0637959409740079</c:v>
                </c:pt>
                <c:pt idx="14985">
                  <c:v>4.0627701863354035</c:v>
                </c:pt>
                <c:pt idx="14986">
                  <c:v>4.0554374332397041</c:v>
                </c:pt>
                <c:pt idx="14987">
                  <c:v>4.0617036040669383</c:v>
                </c:pt>
                <c:pt idx="14988">
                  <c:v>4.0711833682794634</c:v>
                </c:pt>
                <c:pt idx="14989">
                  <c:v>4.0758230011472882</c:v>
                </c:pt>
                <c:pt idx="14990">
                  <c:v>4.0780444673022904</c:v>
                </c:pt>
                <c:pt idx="14991">
                  <c:v>4.0851074098983267</c:v>
                </c:pt>
                <c:pt idx="14992">
                  <c:v>4.0883759939866282</c:v>
                </c:pt>
                <c:pt idx="14993">
                  <c:v>4.083952209518535</c:v>
                </c:pt>
                <c:pt idx="14994">
                  <c:v>4.0757041579301339</c:v>
                </c:pt>
                <c:pt idx="14995">
                  <c:v>4.0681834078411203</c:v>
                </c:pt>
                <c:pt idx="14996">
                  <c:v>4.0683428413181941</c:v>
                </c:pt>
                <c:pt idx="14997">
                  <c:v>4.0707649641967008</c:v>
                </c:pt>
                <c:pt idx="14998">
                  <c:v>4.0774865688175019</c:v>
                </c:pt>
                <c:pt idx="14999">
                  <c:v>4.0766486529255843</c:v>
                </c:pt>
                <c:pt idx="15000">
                  <c:v>4.0741424219646323</c:v>
                </c:pt>
                <c:pt idx="15001">
                  <c:v>4.0837971278237131</c:v>
                </c:pt>
                <c:pt idx="15002">
                  <c:v>4.0936250346164496</c:v>
                </c:pt>
                <c:pt idx="15003">
                  <c:v>4.0908778731653284</c:v>
                </c:pt>
                <c:pt idx="15004">
                  <c:v>4.0876812912924789</c:v>
                </c:pt>
                <c:pt idx="15005">
                  <c:v>4.0771843968825419</c:v>
                </c:pt>
                <c:pt idx="15006">
                  <c:v>4.0710646833089372</c:v>
                </c:pt>
                <c:pt idx="15007">
                  <c:v>4.0741019108280252</c:v>
                </c:pt>
                <c:pt idx="15008">
                  <c:v>4.0783942714720895</c:v>
                </c:pt>
                <c:pt idx="15009">
                  <c:v>4.0861051548838869</c:v>
                </c:pt>
                <c:pt idx="15010">
                  <c:v>4.0916002690192661</c:v>
                </c:pt>
                <c:pt idx="15011">
                  <c:v>4.0945096332634412</c:v>
                </c:pt>
                <c:pt idx="15012">
                  <c:v>4.0947905210270203</c:v>
                </c:pt>
                <c:pt idx="15013">
                  <c:v>4.0965557621553188</c:v>
                </c:pt>
                <c:pt idx="15014">
                  <c:v>4.0974213712070258</c:v>
                </c:pt>
                <c:pt idx="15015">
                  <c:v>4.0970676899948568</c:v>
                </c:pt>
                <c:pt idx="15016">
                  <c:v>4.0920805475333308</c:v>
                </c:pt>
                <c:pt idx="15017">
                  <c:v>4.0869968746291097</c:v>
                </c:pt>
                <c:pt idx="15018">
                  <c:v>4.081240653558571</c:v>
                </c:pt>
                <c:pt idx="15019">
                  <c:v>4.0732205562368948</c:v>
                </c:pt>
                <c:pt idx="15020">
                  <c:v>4.0706836254302328</c:v>
                </c:pt>
                <c:pt idx="15021">
                  <c:v>4.0692818768050003</c:v>
                </c:pt>
                <c:pt idx="15022">
                  <c:v>4.0647094987538077</c:v>
                </c:pt>
                <c:pt idx="15023">
                  <c:v>4.0594947185188115</c:v>
                </c:pt>
                <c:pt idx="15024">
                  <c:v>4.0578776753570436</c:v>
                </c:pt>
                <c:pt idx="15025">
                  <c:v>4.0601650512323459</c:v>
                </c:pt>
                <c:pt idx="15026">
                  <c:v>4.0645890730703798</c:v>
                </c:pt>
                <c:pt idx="15027">
                  <c:v>4.0668814337144443</c:v>
                </c:pt>
                <c:pt idx="15028">
                  <c:v>4.0697894528622856</c:v>
                </c:pt>
                <c:pt idx="15029">
                  <c:v>4.0723001938521186</c:v>
                </c:pt>
                <c:pt idx="15030">
                  <c:v>4.0739994461368045</c:v>
                </c:pt>
                <c:pt idx="15031">
                  <c:v>4.0699162084108078</c:v>
                </c:pt>
                <c:pt idx="15032">
                  <c:v>4.0606808561142538</c:v>
                </c:pt>
                <c:pt idx="15033">
                  <c:v>4.0630104838390633</c:v>
                </c:pt>
                <c:pt idx="15034">
                  <c:v>4.0756943466392377</c:v>
                </c:pt>
                <c:pt idx="15035">
                  <c:v>4.0774132215057168</c:v>
                </c:pt>
                <c:pt idx="15036">
                  <c:v>4.0753210428452746</c:v>
                </c:pt>
                <c:pt idx="15037">
                  <c:v>4.0687986707283299</c:v>
                </c:pt>
                <c:pt idx="15038">
                  <c:v>4.0597752897891359</c:v>
                </c:pt>
                <c:pt idx="15039">
                  <c:v>4.052227716896784</c:v>
                </c:pt>
                <c:pt idx="15040">
                  <c:v>4.0479350397594649</c:v>
                </c:pt>
                <c:pt idx="15041">
                  <c:v>4.0482940222336508</c:v>
                </c:pt>
                <c:pt idx="15042">
                  <c:v>4.0515168730466433</c:v>
                </c:pt>
                <c:pt idx="15043">
                  <c:v>4.0624872413656687</c:v>
                </c:pt>
                <c:pt idx="15044">
                  <c:v>4.0690149938679436</c:v>
                </c:pt>
                <c:pt idx="15045">
                  <c:v>4.0655594413894054</c:v>
                </c:pt>
                <c:pt idx="15046">
                  <c:v>4.0632328203505166</c:v>
                </c:pt>
                <c:pt idx="15047">
                  <c:v>4.0642184594690827</c:v>
                </c:pt>
                <c:pt idx="15048">
                  <c:v>4.0698236341337974</c:v>
                </c:pt>
                <c:pt idx="15049">
                  <c:v>4.0710331131067772</c:v>
                </c:pt>
                <c:pt idx="15050">
                  <c:v>4.0670336669699729</c:v>
                </c:pt>
                <c:pt idx="15051">
                  <c:v>4.0632949321517584</c:v>
                </c:pt>
                <c:pt idx="15052">
                  <c:v>4.0614040432013292</c:v>
                </c:pt>
                <c:pt idx="15053">
                  <c:v>4.0635267634608541</c:v>
                </c:pt>
                <c:pt idx="15054">
                  <c:v>4.0704644538513275</c:v>
                </c:pt>
                <c:pt idx="15055">
                  <c:v>4.075612691379515</c:v>
                </c:pt>
                <c:pt idx="15056">
                  <c:v>4.0783438699212722</c:v>
                </c:pt>
                <c:pt idx="15057">
                  <c:v>4.0809447323653911</c:v>
                </c:pt>
                <c:pt idx="15058">
                  <c:v>4.0781533409819204</c:v>
                </c:pt>
                <c:pt idx="15059">
                  <c:v>4.0748373620287222</c:v>
                </c:pt>
                <c:pt idx="15060">
                  <c:v>4.0751893816513034</c:v>
                </c:pt>
                <c:pt idx="15061">
                  <c:v>4.0762673576769393</c:v>
                </c:pt>
                <c:pt idx="15062">
                  <c:v>4.0669271669897533</c:v>
                </c:pt>
                <c:pt idx="15063">
                  <c:v>4.0586101198718199</c:v>
                </c:pt>
                <c:pt idx="15064">
                  <c:v>4.0618010839893977</c:v>
                </c:pt>
                <c:pt idx="15065">
                  <c:v>4.0683559757882657</c:v>
                </c:pt>
                <c:pt idx="15066">
                  <c:v>4.0676470308976542</c:v>
                </c:pt>
                <c:pt idx="15067">
                  <c:v>4.0718023499624163</c:v>
                </c:pt>
                <c:pt idx="15068">
                  <c:v>4.0841064999802192</c:v>
                </c:pt>
                <c:pt idx="15069">
                  <c:v>4.0880333900383752</c:v>
                </c:pt>
                <c:pt idx="15070">
                  <c:v>4.086227796020097</c:v>
                </c:pt>
                <c:pt idx="15071">
                  <c:v>4.0832124065355861</c:v>
                </c:pt>
                <c:pt idx="15072">
                  <c:v>4.0759674803180754</c:v>
                </c:pt>
                <c:pt idx="15073">
                  <c:v>4.0708733631364478</c:v>
                </c:pt>
                <c:pt idx="15074">
                  <c:v>4.0671277445899436</c:v>
                </c:pt>
                <c:pt idx="15075">
                  <c:v>4.0637173715235191</c:v>
                </c:pt>
                <c:pt idx="15076">
                  <c:v>4.0691207817383388</c:v>
                </c:pt>
                <c:pt idx="15077">
                  <c:v>4.0735687779404204</c:v>
                </c:pt>
                <c:pt idx="15078">
                  <c:v>4.0721570597776635</c:v>
                </c:pt>
                <c:pt idx="15079">
                  <c:v>4.070393163745698</c:v>
                </c:pt>
                <c:pt idx="15080">
                  <c:v>4.0627956640424099</c:v>
                </c:pt>
                <c:pt idx="15081">
                  <c:v>4.0579932745183367</c:v>
                </c:pt>
                <c:pt idx="15082">
                  <c:v>4.0652923210824072</c:v>
                </c:pt>
                <c:pt idx="15083">
                  <c:v>4.0713174822961582</c:v>
                </c:pt>
                <c:pt idx="15084">
                  <c:v>4.079931953950231</c:v>
                </c:pt>
                <c:pt idx="15085">
                  <c:v>4.0892787909957669</c:v>
                </c:pt>
                <c:pt idx="15086">
                  <c:v>4.0960818135063493</c:v>
                </c:pt>
                <c:pt idx="15087">
                  <c:v>4.0890754440795982</c:v>
                </c:pt>
                <c:pt idx="15088">
                  <c:v>4.0779415278711877</c:v>
                </c:pt>
                <c:pt idx="15089">
                  <c:v>4.0728605451596316</c:v>
                </c:pt>
                <c:pt idx="15090">
                  <c:v>4.070114491434901</c:v>
                </c:pt>
                <c:pt idx="15091">
                  <c:v>4.0688296870672946</c:v>
                </c:pt>
                <c:pt idx="15092">
                  <c:v>4.0671081220081495</c:v>
                </c:pt>
                <c:pt idx="15093">
                  <c:v>4.0627404359694586</c:v>
                </c:pt>
                <c:pt idx="15094">
                  <c:v>4.0615571468133087</c:v>
                </c:pt>
                <c:pt idx="15095">
                  <c:v>4.0698698421489894</c:v>
                </c:pt>
                <c:pt idx="15096">
                  <c:v>4.0775222534319742</c:v>
                </c:pt>
                <c:pt idx="15097">
                  <c:v>4.0795948886339364</c:v>
                </c:pt>
                <c:pt idx="15098">
                  <c:v>4.0796874629109467</c:v>
                </c:pt>
                <c:pt idx="15099">
                  <c:v>4.0792696918146936</c:v>
                </c:pt>
                <c:pt idx="15100">
                  <c:v>4.0712941409186216</c:v>
                </c:pt>
                <c:pt idx="15101">
                  <c:v>4.0727514341100601</c:v>
                </c:pt>
                <c:pt idx="15102">
                  <c:v>4.0684086719151802</c:v>
                </c:pt>
                <c:pt idx="15103">
                  <c:v>4.0592551331249753</c:v>
                </c:pt>
                <c:pt idx="15104">
                  <c:v>4.0574960636151438</c:v>
                </c:pt>
                <c:pt idx="15105">
                  <c:v>4.0574183645211059</c:v>
                </c:pt>
                <c:pt idx="15106">
                  <c:v>4.0613516635676703</c:v>
                </c:pt>
                <c:pt idx="15107">
                  <c:v>4.0683653123392807</c:v>
                </c:pt>
                <c:pt idx="15108">
                  <c:v>4.0691001305534673</c:v>
                </c:pt>
                <c:pt idx="15109">
                  <c:v>4.0701919531589983</c:v>
                </c:pt>
                <c:pt idx="15110">
                  <c:v>4.0664309055663255</c:v>
                </c:pt>
                <c:pt idx="15111">
                  <c:v>4.0590426079044191</c:v>
                </c:pt>
                <c:pt idx="15112">
                  <c:v>4.0586334612493573</c:v>
                </c:pt>
                <c:pt idx="15113">
                  <c:v>4.0636838232385175</c:v>
                </c:pt>
                <c:pt idx="15114">
                  <c:v>4.0699125687383786</c:v>
                </c:pt>
                <c:pt idx="15115">
                  <c:v>4.0692139098785454</c:v>
                </c:pt>
                <c:pt idx="15116">
                  <c:v>4.0627208925109786</c:v>
                </c:pt>
                <c:pt idx="15117">
                  <c:v>4.06709546227796</c:v>
                </c:pt>
                <c:pt idx="15118">
                  <c:v>4.073447719270483</c:v>
                </c:pt>
                <c:pt idx="15119">
                  <c:v>4.0623600110772635</c:v>
                </c:pt>
                <c:pt idx="15120">
                  <c:v>4.0590960952644695</c:v>
                </c:pt>
                <c:pt idx="15121">
                  <c:v>4.0677642125252209</c:v>
                </c:pt>
                <c:pt idx="15122">
                  <c:v>4.0761138584483918</c:v>
                </c:pt>
                <c:pt idx="15123">
                  <c:v>4.0756248763698224</c:v>
                </c:pt>
                <c:pt idx="15124">
                  <c:v>4.0694891798868538</c:v>
                </c:pt>
                <c:pt idx="15125">
                  <c:v>4.0618551252126442</c:v>
                </c:pt>
                <c:pt idx="15126">
                  <c:v>4.0631711041658427</c:v>
                </c:pt>
                <c:pt idx="15127">
                  <c:v>4.073283775764529</c:v>
                </c:pt>
                <c:pt idx="15128">
                  <c:v>4.0710715670372277</c:v>
                </c:pt>
                <c:pt idx="15129">
                  <c:v>4.0697568540570481</c:v>
                </c:pt>
                <c:pt idx="15130">
                  <c:v>4.0709383233769829</c:v>
                </c:pt>
                <c:pt idx="15131">
                  <c:v>4.0704881117221188</c:v>
                </c:pt>
                <c:pt idx="15132">
                  <c:v>4.0681216916564464</c:v>
                </c:pt>
                <c:pt idx="15133">
                  <c:v>4.0649687858527512</c:v>
                </c:pt>
                <c:pt idx="15134">
                  <c:v>4.0590015429046167</c:v>
                </c:pt>
                <c:pt idx="15135">
                  <c:v>4.0578946077461726</c:v>
                </c:pt>
                <c:pt idx="15136">
                  <c:v>4.0600411441231161</c:v>
                </c:pt>
                <c:pt idx="15137">
                  <c:v>4.064087510384935</c:v>
                </c:pt>
                <c:pt idx="15138">
                  <c:v>4.0667833999287888</c:v>
                </c:pt>
                <c:pt idx="15139">
                  <c:v>4.0694001661589585</c:v>
                </c:pt>
                <c:pt idx="15140">
                  <c:v>4.0746024449103926</c:v>
                </c:pt>
                <c:pt idx="15141">
                  <c:v>4.0807912331368437</c:v>
                </c:pt>
                <c:pt idx="15142">
                  <c:v>4.0818008466194566</c:v>
                </c:pt>
                <c:pt idx="15143">
                  <c:v>4.0793266606005458</c:v>
                </c:pt>
                <c:pt idx="15144">
                  <c:v>4.0692973849744831</c:v>
                </c:pt>
                <c:pt idx="15145">
                  <c:v>4.0641167860109979</c:v>
                </c:pt>
                <c:pt idx="15146">
                  <c:v>4.0668002531946037</c:v>
                </c:pt>
                <c:pt idx="15147">
                  <c:v>4.0673872690588286</c:v>
                </c:pt>
                <c:pt idx="15148">
                  <c:v>4.0658582110218777</c:v>
                </c:pt>
                <c:pt idx="15149">
                  <c:v>4.0668311904102543</c:v>
                </c:pt>
                <c:pt idx="15150">
                  <c:v>4.0630184752937453</c:v>
                </c:pt>
                <c:pt idx="15151">
                  <c:v>4.0656650710131741</c:v>
                </c:pt>
                <c:pt idx="15152">
                  <c:v>4.0693097282114179</c:v>
                </c:pt>
                <c:pt idx="15153">
                  <c:v>4.0634076828737591</c:v>
                </c:pt>
                <c:pt idx="15154">
                  <c:v>4.0662046128891882</c:v>
                </c:pt>
                <c:pt idx="15155">
                  <c:v>4.0710207698698424</c:v>
                </c:pt>
                <c:pt idx="15156">
                  <c:v>4.0736932389128455</c:v>
                </c:pt>
                <c:pt idx="15157">
                  <c:v>4.0676614313407446</c:v>
                </c:pt>
                <c:pt idx="15158">
                  <c:v>4.0626382877714917</c:v>
                </c:pt>
                <c:pt idx="15159">
                  <c:v>4.0647432052854375</c:v>
                </c:pt>
                <c:pt idx="15160">
                  <c:v>4.0710068441666341</c:v>
                </c:pt>
                <c:pt idx="15161">
                  <c:v>4.0767125845630412</c:v>
                </c:pt>
                <c:pt idx="15162">
                  <c:v>4.0783016971950783</c:v>
                </c:pt>
                <c:pt idx="15163">
                  <c:v>4.0815785101080033</c:v>
                </c:pt>
                <c:pt idx="15164">
                  <c:v>4.0735520829212328</c:v>
                </c:pt>
                <c:pt idx="15165">
                  <c:v>4.0625332120109192</c:v>
                </c:pt>
                <c:pt idx="15166">
                  <c:v>4.0556494045970641</c:v>
                </c:pt>
                <c:pt idx="15167">
                  <c:v>4.0493188273924909</c:v>
                </c:pt>
                <c:pt idx="15168">
                  <c:v>4.052062823911065</c:v>
                </c:pt>
                <c:pt idx="15169">
                  <c:v>4.0573961308699609</c:v>
                </c:pt>
                <c:pt idx="15170">
                  <c:v>4.0600732681884715</c:v>
                </c:pt>
                <c:pt idx="15171">
                  <c:v>4.060093919373343</c:v>
                </c:pt>
                <c:pt idx="15172">
                  <c:v>4.0604950745737227</c:v>
                </c:pt>
                <c:pt idx="15173">
                  <c:v>4.0552174704276611</c:v>
                </c:pt>
                <c:pt idx="15174">
                  <c:v>4.045443525734858</c:v>
                </c:pt>
                <c:pt idx="15175">
                  <c:v>4.0409769355540606</c:v>
                </c:pt>
                <c:pt idx="15176">
                  <c:v>4.0440558610594612</c:v>
                </c:pt>
                <c:pt idx="15177">
                  <c:v>4.0451734778652533</c:v>
                </c:pt>
                <c:pt idx="15178">
                  <c:v>4.0449581833287178</c:v>
                </c:pt>
                <c:pt idx="15179">
                  <c:v>4.0437508406852078</c:v>
                </c:pt>
                <c:pt idx="15180">
                  <c:v>4.0492568738378765</c:v>
                </c:pt>
                <c:pt idx="15181">
                  <c:v>4.0490197412667639</c:v>
                </c:pt>
                <c:pt idx="15182">
                  <c:v>4.0360900423309731</c:v>
                </c:pt>
                <c:pt idx="15183">
                  <c:v>4.0330546346480993</c:v>
                </c:pt>
                <c:pt idx="15184">
                  <c:v>4.0379039442971871</c:v>
                </c:pt>
                <c:pt idx="15185">
                  <c:v>4.0446310875499467</c:v>
                </c:pt>
                <c:pt idx="15186">
                  <c:v>4.0598302804921467</c:v>
                </c:pt>
                <c:pt idx="15187">
                  <c:v>4.0669538315464653</c:v>
                </c:pt>
                <c:pt idx="15188">
                  <c:v>4.0640785694504888</c:v>
                </c:pt>
                <c:pt idx="15189">
                  <c:v>4.0597106460418564</c:v>
                </c:pt>
                <c:pt idx="15190">
                  <c:v>4.0568387071250545</c:v>
                </c:pt>
                <c:pt idx="15191">
                  <c:v>4.059747359259406</c:v>
                </c:pt>
                <c:pt idx="15192">
                  <c:v>4.0586939114610123</c:v>
                </c:pt>
                <c:pt idx="15193">
                  <c:v>4.0601147288048427</c:v>
                </c:pt>
                <c:pt idx="15194">
                  <c:v>4.0614404399256241</c:v>
                </c:pt>
                <c:pt idx="15195">
                  <c:v>4.0552376468726514</c:v>
                </c:pt>
                <c:pt idx="15196">
                  <c:v>4.0572228508129919</c:v>
                </c:pt>
                <c:pt idx="15197">
                  <c:v>4.0640881433714444</c:v>
                </c:pt>
                <c:pt idx="15198">
                  <c:v>4.0588550065276729</c:v>
                </c:pt>
                <c:pt idx="15199">
                  <c:v>4.0510738616133244</c:v>
                </c:pt>
                <c:pt idx="15200">
                  <c:v>4.0474489852435021</c:v>
                </c:pt>
                <c:pt idx="15201">
                  <c:v>4.0495062705226097</c:v>
                </c:pt>
                <c:pt idx="15202">
                  <c:v>4.0518255330933259</c:v>
                </c:pt>
                <c:pt idx="15203">
                  <c:v>4.0494995450409466</c:v>
                </c:pt>
                <c:pt idx="15204">
                  <c:v>4.0591351030581162</c:v>
                </c:pt>
                <c:pt idx="15205">
                  <c:v>4.0678350278909683</c:v>
                </c:pt>
                <c:pt idx="15206">
                  <c:v>4.0715136289907825</c:v>
                </c:pt>
                <c:pt idx="15207">
                  <c:v>4.0737160264271868</c:v>
                </c:pt>
                <c:pt idx="15208">
                  <c:v>4.0668912450053405</c:v>
                </c:pt>
                <c:pt idx="15209">
                  <c:v>4.0596780472366181</c:v>
                </c:pt>
                <c:pt idx="15210">
                  <c:v>4.0632357479131223</c:v>
                </c:pt>
                <c:pt idx="15211">
                  <c:v>4.0705489575503426</c:v>
                </c:pt>
                <c:pt idx="15212">
                  <c:v>4.0731323337421372</c:v>
                </c:pt>
                <c:pt idx="15213">
                  <c:v>4.0743269375321436</c:v>
                </c:pt>
                <c:pt idx="15214">
                  <c:v>4.0756509079400249</c:v>
                </c:pt>
                <c:pt idx="15215">
                  <c:v>4.068083712465878</c:v>
                </c:pt>
                <c:pt idx="15216">
                  <c:v>4.0602329390354868</c:v>
                </c:pt>
                <c:pt idx="15217">
                  <c:v>4.0610945127981957</c:v>
                </c:pt>
                <c:pt idx="15218">
                  <c:v>4.0604058234758869</c:v>
                </c:pt>
                <c:pt idx="15219">
                  <c:v>4.0601562685445263</c:v>
                </c:pt>
                <c:pt idx="15220">
                  <c:v>4.0680158246627371</c:v>
                </c:pt>
                <c:pt idx="15221">
                  <c:v>4.0708478854294414</c:v>
                </c:pt>
                <c:pt idx="15222">
                  <c:v>4.0737523440281675</c:v>
                </c:pt>
                <c:pt idx="15223">
                  <c:v>4.0703703762313568</c:v>
                </c:pt>
                <c:pt idx="15224">
                  <c:v>4.06892044150809</c:v>
                </c:pt>
                <c:pt idx="15225">
                  <c:v>4.0686526882145824</c:v>
                </c:pt>
                <c:pt idx="15226">
                  <c:v>4.0673704157930137</c:v>
                </c:pt>
                <c:pt idx="15227">
                  <c:v>4.0707182023183135</c:v>
                </c:pt>
                <c:pt idx="15228">
                  <c:v>4.0653270562171144</c:v>
                </c:pt>
                <c:pt idx="15229">
                  <c:v>4.0570597776634889</c:v>
                </c:pt>
                <c:pt idx="15230">
                  <c:v>4.0557430866004669</c:v>
                </c:pt>
                <c:pt idx="15231">
                  <c:v>4.0568961506507897</c:v>
                </c:pt>
                <c:pt idx="15232">
                  <c:v>4.0585644657198241</c:v>
                </c:pt>
                <c:pt idx="15233">
                  <c:v>4.0611130276535983</c:v>
                </c:pt>
                <c:pt idx="15234">
                  <c:v>4.064349250306603</c:v>
                </c:pt>
                <c:pt idx="15235">
                  <c:v>4.0685715868180559</c:v>
                </c:pt>
                <c:pt idx="15236">
                  <c:v>4.0744033706531626</c:v>
                </c:pt>
                <c:pt idx="15237">
                  <c:v>4.0777797206947026</c:v>
                </c:pt>
                <c:pt idx="15238">
                  <c:v>4.0760226292677135</c:v>
                </c:pt>
                <c:pt idx="15239">
                  <c:v>4.0670821695612611</c:v>
                </c:pt>
                <c:pt idx="15240">
                  <c:v>4.0599493610792416</c:v>
                </c:pt>
                <c:pt idx="15241">
                  <c:v>4.0631050361989161</c:v>
                </c:pt>
                <c:pt idx="15242">
                  <c:v>4.0705671559124896</c:v>
                </c:pt>
                <c:pt idx="15243">
                  <c:v>4.0722196463187874</c:v>
                </c:pt>
                <c:pt idx="15244">
                  <c:v>4.0748833326739726</c:v>
                </c:pt>
                <c:pt idx="15245">
                  <c:v>4.0781471693634526</c:v>
                </c:pt>
                <c:pt idx="15246">
                  <c:v>4.07885041737548</c:v>
                </c:pt>
                <c:pt idx="15247">
                  <c:v>4.0711061439253076</c:v>
                </c:pt>
                <c:pt idx="15248">
                  <c:v>4.0719761047592673</c:v>
                </c:pt>
                <c:pt idx="15249">
                  <c:v>4.0773791193575191</c:v>
                </c:pt>
                <c:pt idx="15250">
                  <c:v>4.0821323733037937</c:v>
                </c:pt>
                <c:pt idx="15251">
                  <c:v>4.0826158167504056</c:v>
                </c:pt>
                <c:pt idx="15252">
                  <c:v>4.0773895636349247</c:v>
                </c:pt>
                <c:pt idx="15253">
                  <c:v>4.071118328915615</c:v>
                </c:pt>
                <c:pt idx="15254">
                  <c:v>4.0684446730229062</c:v>
                </c:pt>
                <c:pt idx="15255">
                  <c:v>4.0657396051746648</c:v>
                </c:pt>
                <c:pt idx="15256">
                  <c:v>4.0643982276377733</c:v>
                </c:pt>
                <c:pt idx="15257">
                  <c:v>4.0672484076433122</c:v>
                </c:pt>
                <c:pt idx="15258">
                  <c:v>4.0672152549748786</c:v>
                </c:pt>
                <c:pt idx="15259">
                  <c:v>4.0684028167899671</c:v>
                </c:pt>
                <c:pt idx="15260">
                  <c:v>4.0705364560667805</c:v>
                </c:pt>
                <c:pt idx="15261">
                  <c:v>4.0671230763144361</c:v>
                </c:pt>
                <c:pt idx="15262">
                  <c:v>4.0620977964157134</c:v>
                </c:pt>
                <c:pt idx="15263">
                  <c:v>4.0547944771927051</c:v>
                </c:pt>
                <c:pt idx="15264">
                  <c:v>4.0515717846263399</c:v>
                </c:pt>
                <c:pt idx="15265">
                  <c:v>4.0524689638802069</c:v>
                </c:pt>
                <c:pt idx="15266">
                  <c:v>4.0509488467777031</c:v>
                </c:pt>
                <c:pt idx="15267">
                  <c:v>4.0490173675673535</c:v>
                </c:pt>
                <c:pt idx="15268">
                  <c:v>4.0514606163706137</c:v>
                </c:pt>
                <c:pt idx="15269">
                  <c:v>4.0562077778217356</c:v>
                </c:pt>
                <c:pt idx="15270">
                  <c:v>4.0597059777663489</c:v>
                </c:pt>
                <c:pt idx="15271">
                  <c:v>4.0598904933338611</c:v>
                </c:pt>
                <c:pt idx="15272">
                  <c:v>4.0608181350634966</c:v>
                </c:pt>
                <c:pt idx="15273">
                  <c:v>4.0699988922736088</c:v>
                </c:pt>
                <c:pt idx="15274">
                  <c:v>4.0765072595640302</c:v>
                </c:pt>
                <c:pt idx="15275">
                  <c:v>4.079383629386399</c:v>
                </c:pt>
                <c:pt idx="15276">
                  <c:v>4.0862721050757607</c:v>
                </c:pt>
                <c:pt idx="15277">
                  <c:v>4.0841152035447248</c:v>
                </c:pt>
                <c:pt idx="15278">
                  <c:v>4.0799715156070739</c:v>
                </c:pt>
                <c:pt idx="15279">
                  <c:v>4.0757305851169043</c:v>
                </c:pt>
                <c:pt idx="15280">
                  <c:v>4.0709059619416861</c:v>
                </c:pt>
                <c:pt idx="15281">
                  <c:v>4.0650321636270128</c:v>
                </c:pt>
                <c:pt idx="15282">
                  <c:v>4.0556145112157296</c:v>
                </c:pt>
                <c:pt idx="15283">
                  <c:v>4.0567280927325235</c:v>
                </c:pt>
                <c:pt idx="15284">
                  <c:v>4.0670635755825453</c:v>
                </c:pt>
                <c:pt idx="15285">
                  <c:v>4.0711934960636151</c:v>
                </c:pt>
                <c:pt idx="15286">
                  <c:v>4.0707905210270203</c:v>
                </c:pt>
                <c:pt idx="15287">
                  <c:v>4.0669623768643435</c:v>
                </c:pt>
                <c:pt idx="15288">
                  <c:v>4.0596004272658943</c:v>
                </c:pt>
                <c:pt idx="15289">
                  <c:v>4.0582572298927877</c:v>
                </c:pt>
                <c:pt idx="15290">
                  <c:v>4.0574551568619697</c:v>
                </c:pt>
                <c:pt idx="15291">
                  <c:v>4.0558485579776082</c:v>
                </c:pt>
                <c:pt idx="15292">
                  <c:v>4.0579850456937141</c:v>
                </c:pt>
                <c:pt idx="15293">
                  <c:v>4.057745460299877</c:v>
                </c:pt>
                <c:pt idx="15294">
                  <c:v>4.0545245875697278</c:v>
                </c:pt>
                <c:pt idx="15295">
                  <c:v>4.0520902797009137</c:v>
                </c:pt>
                <c:pt idx="15296">
                  <c:v>4.0526234917118327</c:v>
                </c:pt>
                <c:pt idx="15297">
                  <c:v>4.0512605926336196</c:v>
                </c:pt>
                <c:pt idx="15298">
                  <c:v>4.0489361079241997</c:v>
                </c:pt>
                <c:pt idx="15299">
                  <c:v>4.0489056454484311</c:v>
                </c:pt>
                <c:pt idx="15300">
                  <c:v>4.0554798433358386</c:v>
                </c:pt>
                <c:pt idx="15301">
                  <c:v>4.0592677928551648</c:v>
                </c:pt>
                <c:pt idx="15302">
                  <c:v>4.0649279582228903</c:v>
                </c:pt>
                <c:pt idx="15303">
                  <c:v>4.0617376270918228</c:v>
                </c:pt>
                <c:pt idx="15304">
                  <c:v>4.0582596827155122</c:v>
                </c:pt>
                <c:pt idx="15305">
                  <c:v>4.0609176721921116</c:v>
                </c:pt>
                <c:pt idx="15306">
                  <c:v>4.0576908652134351</c:v>
                </c:pt>
                <c:pt idx="15307">
                  <c:v>4.0568418720576016</c:v>
                </c:pt>
                <c:pt idx="15308">
                  <c:v>4.0519089290659496</c:v>
                </c:pt>
                <c:pt idx="15309">
                  <c:v>4.0511938916801835</c:v>
                </c:pt>
                <c:pt idx="15310">
                  <c:v>4.0616593741345888</c:v>
                </c:pt>
                <c:pt idx="15311">
                  <c:v>4.0705040946314828</c:v>
                </c:pt>
                <c:pt idx="15312">
                  <c:v>4.0694504885864617</c:v>
                </c:pt>
                <c:pt idx="15313">
                  <c:v>4.0655619733354431</c:v>
                </c:pt>
                <c:pt idx="15314">
                  <c:v>4.0579802982948925</c:v>
                </c:pt>
                <c:pt idx="15315">
                  <c:v>4.0493317244926219</c:v>
                </c:pt>
                <c:pt idx="15316">
                  <c:v>4.0410945127981961</c:v>
                </c:pt>
                <c:pt idx="15317">
                  <c:v>4.0433022114966173</c:v>
                </c:pt>
                <c:pt idx="15318">
                  <c:v>4.0491048779522885</c:v>
                </c:pt>
                <c:pt idx="15319">
                  <c:v>4.0525745935039756</c:v>
                </c:pt>
                <c:pt idx="15320">
                  <c:v>4.0571214938481628</c:v>
                </c:pt>
                <c:pt idx="15321">
                  <c:v>4.0584642956046997</c:v>
                </c:pt>
                <c:pt idx="15322">
                  <c:v>4.0670739407366376</c:v>
                </c:pt>
                <c:pt idx="15323">
                  <c:v>4.071323179174744</c:v>
                </c:pt>
                <c:pt idx="15324">
                  <c:v>4.0662193298255334</c:v>
                </c:pt>
                <c:pt idx="15325">
                  <c:v>4.065535308778732</c:v>
                </c:pt>
                <c:pt idx="15326">
                  <c:v>4.077040946314832</c:v>
                </c:pt>
                <c:pt idx="15327">
                  <c:v>4.0898761720140842</c:v>
                </c:pt>
                <c:pt idx="15328">
                  <c:v>4.0875056375360996</c:v>
                </c:pt>
                <c:pt idx="15329">
                  <c:v>4.0798290936424415</c:v>
                </c:pt>
                <c:pt idx="15330">
                  <c:v>4.0809890414210548</c:v>
                </c:pt>
                <c:pt idx="15331">
                  <c:v>4.0841595126003876</c:v>
                </c:pt>
                <c:pt idx="15332">
                  <c:v>4.0875048463029628</c:v>
                </c:pt>
                <c:pt idx="15333">
                  <c:v>4.0890153103611979</c:v>
                </c:pt>
                <c:pt idx="15334">
                  <c:v>4.0885445266447755</c:v>
                </c:pt>
                <c:pt idx="15335">
                  <c:v>4.0867112394667089</c:v>
                </c:pt>
                <c:pt idx="15336">
                  <c:v>4.0747432052854373</c:v>
                </c:pt>
                <c:pt idx="15337">
                  <c:v>4.0638179372552123</c:v>
                </c:pt>
                <c:pt idx="15338">
                  <c:v>4.0616293072753891</c:v>
                </c:pt>
                <c:pt idx="15339">
                  <c:v>4.0600651184871621</c:v>
                </c:pt>
                <c:pt idx="15340">
                  <c:v>4.0578317047117931</c:v>
                </c:pt>
                <c:pt idx="15341">
                  <c:v>4.057092218222099</c:v>
                </c:pt>
                <c:pt idx="15342">
                  <c:v>4.0540788859437438</c:v>
                </c:pt>
                <c:pt idx="15343">
                  <c:v>4.0525487201804014</c:v>
                </c:pt>
                <c:pt idx="15344">
                  <c:v>4.058372433437512</c:v>
                </c:pt>
                <c:pt idx="15345">
                  <c:v>4.066964354947185</c:v>
                </c:pt>
                <c:pt idx="15346">
                  <c:v>4.0641611741899748</c:v>
                </c:pt>
                <c:pt idx="15347">
                  <c:v>4.0649270087431262</c:v>
                </c:pt>
                <c:pt idx="15348">
                  <c:v>4.0743334256438661</c:v>
                </c:pt>
                <c:pt idx="15349">
                  <c:v>4.0783906317996594</c:v>
                </c:pt>
                <c:pt idx="15350">
                  <c:v>4.0804604976856433</c:v>
                </c:pt>
                <c:pt idx="15351">
                  <c:v>4.0831111286940693</c:v>
                </c:pt>
                <c:pt idx="15352">
                  <c:v>4.07856865925545</c:v>
                </c:pt>
                <c:pt idx="15353">
                  <c:v>4.0760546742097556</c:v>
                </c:pt>
                <c:pt idx="15354">
                  <c:v>4.0755491553586261</c:v>
                </c:pt>
                <c:pt idx="15355">
                  <c:v>4.0737378644617639</c:v>
                </c:pt>
                <c:pt idx="15356">
                  <c:v>4.0741332436602447</c:v>
                </c:pt>
                <c:pt idx="15357">
                  <c:v>4.0755028682201209</c:v>
                </c:pt>
                <c:pt idx="15358">
                  <c:v>4.0798639079004628</c:v>
                </c:pt>
                <c:pt idx="15359">
                  <c:v>4.0713529295406889</c:v>
                </c:pt>
                <c:pt idx="15360">
                  <c:v>4.0589936305732488</c:v>
                </c:pt>
                <c:pt idx="15361">
                  <c:v>4.0561066582268461</c:v>
                </c:pt>
                <c:pt idx="15362">
                  <c:v>4.0559579855204335</c:v>
                </c:pt>
                <c:pt idx="15363">
                  <c:v>4.0648732840131343</c:v>
                </c:pt>
                <c:pt idx="15364">
                  <c:v>4.07386406614709</c:v>
                </c:pt>
                <c:pt idx="15365">
                  <c:v>4.0675963919768963</c:v>
                </c:pt>
                <c:pt idx="15366">
                  <c:v>4.0574892590101674</c:v>
                </c:pt>
                <c:pt idx="15367">
                  <c:v>4.0559903469557304</c:v>
                </c:pt>
                <c:pt idx="15368">
                  <c:v>4.0522040590259918</c:v>
                </c:pt>
                <c:pt idx="15369">
                  <c:v>4.0492867824504488</c:v>
                </c:pt>
                <c:pt idx="15370">
                  <c:v>4.055022827075998</c:v>
                </c:pt>
                <c:pt idx="15371">
                  <c:v>4.0640291965027497</c:v>
                </c:pt>
                <c:pt idx="15372">
                  <c:v>4.0691072516516993</c:v>
                </c:pt>
                <c:pt idx="15373">
                  <c:v>4.0691740317284486</c:v>
                </c:pt>
                <c:pt idx="15374">
                  <c:v>4.07015848399731</c:v>
                </c:pt>
                <c:pt idx="15375">
                  <c:v>4.0652283894449504</c:v>
                </c:pt>
                <c:pt idx="15376">
                  <c:v>4.0572443723543143</c:v>
                </c:pt>
                <c:pt idx="15377">
                  <c:v>4.0532318708707518</c:v>
                </c:pt>
                <c:pt idx="15378">
                  <c:v>4.0520988250187919</c:v>
                </c:pt>
                <c:pt idx="15379">
                  <c:v>4.051445187324445</c:v>
                </c:pt>
                <c:pt idx="15380">
                  <c:v>4.0519658187284886</c:v>
                </c:pt>
                <c:pt idx="15381">
                  <c:v>4.0592899473829966</c:v>
                </c:pt>
                <c:pt idx="15382">
                  <c:v>4.0643725125608263</c:v>
                </c:pt>
                <c:pt idx="15383">
                  <c:v>4.0667483483008269</c:v>
                </c:pt>
                <c:pt idx="15384">
                  <c:v>4.0719756300193852</c:v>
                </c:pt>
                <c:pt idx="15385">
                  <c:v>4.0697134153578354</c:v>
                </c:pt>
                <c:pt idx="15386">
                  <c:v>4.0633061676623017</c:v>
                </c:pt>
                <c:pt idx="15387">
                  <c:v>4.0654061004074853</c:v>
                </c:pt>
                <c:pt idx="15388">
                  <c:v>4.0660101277841516</c:v>
                </c:pt>
                <c:pt idx="15389">
                  <c:v>4.0644646120979546</c:v>
                </c:pt>
                <c:pt idx="15390">
                  <c:v>4.0654769157732327</c:v>
                </c:pt>
                <c:pt idx="15391">
                  <c:v>4.0623810578787038</c:v>
                </c:pt>
                <c:pt idx="15392">
                  <c:v>4.0576542311191997</c:v>
                </c:pt>
                <c:pt idx="15393">
                  <c:v>4.0518812359061593</c:v>
                </c:pt>
                <c:pt idx="15394">
                  <c:v>4.0595344384222809</c:v>
                </c:pt>
                <c:pt idx="15395">
                  <c:v>4.0703111919927206</c:v>
                </c:pt>
                <c:pt idx="15396">
                  <c:v>4.0722313565692128</c:v>
                </c:pt>
                <c:pt idx="15397">
                  <c:v>4.0765940578391424</c:v>
                </c:pt>
                <c:pt idx="15398">
                  <c:v>4.0769186216718758</c:v>
                </c:pt>
                <c:pt idx="15399">
                  <c:v>4.0787235827036437</c:v>
                </c:pt>
                <c:pt idx="15400">
                  <c:v>4.0815452783162556</c:v>
                </c:pt>
                <c:pt idx="15401">
                  <c:v>4.0743790797958619</c:v>
                </c:pt>
                <c:pt idx="15402">
                  <c:v>4.0679829884875582</c:v>
                </c:pt>
                <c:pt idx="15403">
                  <c:v>4.0641843573208849</c:v>
                </c:pt>
                <c:pt idx="15404">
                  <c:v>4.0640348933813346</c:v>
                </c:pt>
                <c:pt idx="15405">
                  <c:v>4.0626678007674961</c:v>
                </c:pt>
                <c:pt idx="15406">
                  <c:v>4.0629361870475131</c:v>
                </c:pt>
                <c:pt idx="15407">
                  <c:v>4.0643887328401309</c:v>
                </c:pt>
                <c:pt idx="15408">
                  <c:v>4.066819480159829</c:v>
                </c:pt>
                <c:pt idx="15409">
                  <c:v>4.0671965027495354</c:v>
                </c:pt>
                <c:pt idx="15410">
                  <c:v>4.0625575028682199</c:v>
                </c:pt>
                <c:pt idx="15411">
                  <c:v>4.0682528781105356</c:v>
                </c:pt>
                <c:pt idx="15412">
                  <c:v>4.0740848201922697</c:v>
                </c:pt>
                <c:pt idx="15413">
                  <c:v>4.0746450923764685</c:v>
                </c:pt>
                <c:pt idx="15414">
                  <c:v>4.0791359734145667</c:v>
                </c:pt>
                <c:pt idx="15415">
                  <c:v>4.0788629188590422</c:v>
                </c:pt>
                <c:pt idx="15416">
                  <c:v>4.0786589389563632</c:v>
                </c:pt>
                <c:pt idx="15417">
                  <c:v>4.0757201408394987</c:v>
                </c:pt>
                <c:pt idx="15418">
                  <c:v>4.0682198836887284</c:v>
                </c:pt>
                <c:pt idx="15419">
                  <c:v>4.0668584879534757</c:v>
                </c:pt>
                <c:pt idx="15420">
                  <c:v>4.0684662736875419</c:v>
                </c:pt>
                <c:pt idx="15421">
                  <c:v>4.0736395933061678</c:v>
                </c:pt>
                <c:pt idx="15422">
                  <c:v>4.0733685168334848</c:v>
                </c:pt>
                <c:pt idx="15423">
                  <c:v>4.0674982790679275</c:v>
                </c:pt>
                <c:pt idx="15424">
                  <c:v>4.0661041262808091</c:v>
                </c:pt>
                <c:pt idx="15425">
                  <c:v>4.0620427265893895</c:v>
                </c:pt>
                <c:pt idx="15426">
                  <c:v>4.0634767575266055</c:v>
                </c:pt>
                <c:pt idx="15427">
                  <c:v>4.0685130355659291</c:v>
                </c:pt>
                <c:pt idx="15428">
                  <c:v>4.0744570953831545</c:v>
                </c:pt>
                <c:pt idx="15429">
                  <c:v>4.0764751354986748</c:v>
                </c:pt>
                <c:pt idx="15430">
                  <c:v>4.074859041816671</c:v>
                </c:pt>
                <c:pt idx="15431">
                  <c:v>4.076685445266448</c:v>
                </c:pt>
                <c:pt idx="15432">
                  <c:v>4.0725798156426789</c:v>
                </c:pt>
                <c:pt idx="15433">
                  <c:v>4.070342920441508</c:v>
                </c:pt>
                <c:pt idx="15434">
                  <c:v>4.0685918423863594</c:v>
                </c:pt>
                <c:pt idx="15435">
                  <c:v>4.0692893935198002</c:v>
                </c:pt>
                <c:pt idx="15436">
                  <c:v>4.0631440439925628</c:v>
                </c:pt>
                <c:pt idx="15437">
                  <c:v>4.0584078806820427</c:v>
                </c:pt>
                <c:pt idx="15438">
                  <c:v>4.0544045575028687</c:v>
                </c:pt>
                <c:pt idx="15439">
                  <c:v>4.0567515132333742</c:v>
                </c:pt>
                <c:pt idx="15440">
                  <c:v>4.0638210230644463</c:v>
                </c:pt>
                <c:pt idx="15441">
                  <c:v>4.0603120623491709</c:v>
                </c:pt>
                <c:pt idx="15442">
                  <c:v>4.0592848834909203</c:v>
                </c:pt>
                <c:pt idx="15443">
                  <c:v>4.0654283340586304</c:v>
                </c:pt>
                <c:pt idx="15444">
                  <c:v>4.0679324286901135</c:v>
                </c:pt>
                <c:pt idx="15445">
                  <c:v>4.066829291450726</c:v>
                </c:pt>
                <c:pt idx="15446">
                  <c:v>4.0721635478893852</c:v>
                </c:pt>
                <c:pt idx="15447">
                  <c:v>4.0726328282628472</c:v>
                </c:pt>
                <c:pt idx="15448">
                  <c:v>4.0669544645329747</c:v>
                </c:pt>
                <c:pt idx="15449">
                  <c:v>4.0719392332950903</c:v>
                </c:pt>
                <c:pt idx="15450">
                  <c:v>4.0731483166515012</c:v>
                </c:pt>
                <c:pt idx="15451">
                  <c:v>4.0745869367409107</c:v>
                </c:pt>
                <c:pt idx="15452">
                  <c:v>4.0706485738022709</c:v>
                </c:pt>
                <c:pt idx="15453">
                  <c:v>4.0652340863235352</c:v>
                </c:pt>
                <c:pt idx="15454">
                  <c:v>4.0663282826284766</c:v>
                </c:pt>
                <c:pt idx="15455">
                  <c:v>4.0695004945207103</c:v>
                </c:pt>
                <c:pt idx="15456">
                  <c:v>4.0638090754440794</c:v>
                </c:pt>
                <c:pt idx="15457">
                  <c:v>4.0606335403726712</c:v>
                </c:pt>
                <c:pt idx="15458">
                  <c:v>4.057205997547177</c:v>
                </c:pt>
                <c:pt idx="15459">
                  <c:v>4.054728171855837</c:v>
                </c:pt>
                <c:pt idx="15460">
                  <c:v>4.0572688214582424</c:v>
                </c:pt>
                <c:pt idx="15461">
                  <c:v>4.061134232701666</c:v>
                </c:pt>
                <c:pt idx="15462">
                  <c:v>4.0603103216362699</c:v>
                </c:pt>
                <c:pt idx="15463">
                  <c:v>4.0600970051825769</c:v>
                </c:pt>
                <c:pt idx="15464">
                  <c:v>4.0666125726945443</c:v>
                </c:pt>
                <c:pt idx="15465">
                  <c:v>4.0790735451200693</c:v>
                </c:pt>
                <c:pt idx="15466">
                  <c:v>4.0844269494006413</c:v>
                </c:pt>
                <c:pt idx="15467">
                  <c:v>4.0798892273608418</c:v>
                </c:pt>
                <c:pt idx="15468">
                  <c:v>4.0761272302884048</c:v>
                </c:pt>
                <c:pt idx="15469">
                  <c:v>4.0793986628159988</c:v>
                </c:pt>
                <c:pt idx="15470">
                  <c:v>4.0800854531787794</c:v>
                </c:pt>
                <c:pt idx="15471">
                  <c:v>4.0758211021877599</c:v>
                </c:pt>
                <c:pt idx="15472">
                  <c:v>4.0695363373818099</c:v>
                </c:pt>
                <c:pt idx="15473">
                  <c:v>4.0618767258772799</c:v>
                </c:pt>
                <c:pt idx="15474">
                  <c:v>4.0538624836808168</c:v>
                </c:pt>
                <c:pt idx="15475">
                  <c:v>4.047245875697274</c:v>
                </c:pt>
                <c:pt idx="15476">
                  <c:v>4.0495431419867867</c:v>
                </c:pt>
                <c:pt idx="15477">
                  <c:v>4.0510305020374258</c:v>
                </c:pt>
                <c:pt idx="15478">
                  <c:v>4.0508921944851046</c:v>
                </c:pt>
                <c:pt idx="15479">
                  <c:v>4.0482757447481896</c:v>
                </c:pt>
                <c:pt idx="15480">
                  <c:v>4.046449578668355</c:v>
                </c:pt>
                <c:pt idx="15481">
                  <c:v>4.0522080151916766</c:v>
                </c:pt>
                <c:pt idx="15482">
                  <c:v>4.0611427780195433</c:v>
                </c:pt>
                <c:pt idx="15483">
                  <c:v>4.0632383589824741</c:v>
                </c:pt>
                <c:pt idx="15484">
                  <c:v>4.065986311666733</c:v>
                </c:pt>
                <c:pt idx="15485">
                  <c:v>4.0736133243660246</c:v>
                </c:pt>
                <c:pt idx="15486">
                  <c:v>4.0764796455275549</c:v>
                </c:pt>
                <c:pt idx="15487">
                  <c:v>4.0715797760810224</c:v>
                </c:pt>
                <c:pt idx="15488">
                  <c:v>4.068245915258931</c:v>
                </c:pt>
                <c:pt idx="15489">
                  <c:v>4.0601802429085732</c:v>
                </c:pt>
                <c:pt idx="15490">
                  <c:v>4.0564742651422243</c:v>
                </c:pt>
                <c:pt idx="15491">
                  <c:v>4.0585181785813189</c:v>
                </c:pt>
                <c:pt idx="15492">
                  <c:v>4.0553284013134467</c:v>
                </c:pt>
                <c:pt idx="15493">
                  <c:v>4.0520238161174191</c:v>
                </c:pt>
                <c:pt idx="15494">
                  <c:v>4.056652767337896</c:v>
                </c:pt>
                <c:pt idx="15495">
                  <c:v>4.0595830992601973</c:v>
                </c:pt>
                <c:pt idx="15496">
                  <c:v>4.0562793844206197</c:v>
                </c:pt>
                <c:pt idx="15497">
                  <c:v>4.0593876646753966</c:v>
                </c:pt>
                <c:pt idx="15498">
                  <c:v>4.0603020136883332</c:v>
                </c:pt>
                <c:pt idx="15499">
                  <c:v>4.059264786169245</c:v>
                </c:pt>
                <c:pt idx="15500">
                  <c:v>4.0599638406456462</c:v>
                </c:pt>
                <c:pt idx="15501">
                  <c:v>4.0587109229734537</c:v>
                </c:pt>
                <c:pt idx="15502">
                  <c:v>4.0581932982553308</c:v>
                </c:pt>
                <c:pt idx="15503">
                  <c:v>4.0572769711595518</c:v>
                </c:pt>
                <c:pt idx="15504">
                  <c:v>4.0577680104442777</c:v>
                </c:pt>
                <c:pt idx="15505">
                  <c:v>4.0572369347628277</c:v>
                </c:pt>
                <c:pt idx="15506">
                  <c:v>4.0636381690865218</c:v>
                </c:pt>
                <c:pt idx="15507">
                  <c:v>4.0674212920837123</c:v>
                </c:pt>
                <c:pt idx="15508">
                  <c:v>4.063022352336116</c:v>
                </c:pt>
                <c:pt idx="15509">
                  <c:v>4.058103176801044</c:v>
                </c:pt>
                <c:pt idx="15510">
                  <c:v>4.0581533409819199</c:v>
                </c:pt>
                <c:pt idx="15511">
                  <c:v>4.05949361079242</c:v>
                </c:pt>
                <c:pt idx="15512">
                  <c:v>4.0549101554773115</c:v>
                </c:pt>
                <c:pt idx="15513">
                  <c:v>4.050120504806741</c:v>
                </c:pt>
                <c:pt idx="15514">
                  <c:v>4.0494309451279822</c:v>
                </c:pt>
                <c:pt idx="15515">
                  <c:v>4.0460604502116553</c:v>
                </c:pt>
                <c:pt idx="15516">
                  <c:v>4.045379514974087</c:v>
                </c:pt>
                <c:pt idx="15517">
                  <c:v>4.0505081299204813</c:v>
                </c:pt>
                <c:pt idx="15518">
                  <c:v>4.05465134311825</c:v>
                </c:pt>
                <c:pt idx="15519">
                  <c:v>4.0629357914309452</c:v>
                </c:pt>
                <c:pt idx="15520">
                  <c:v>4.0669728211417491</c:v>
                </c:pt>
                <c:pt idx="15521">
                  <c:v>4.0736159354353765</c:v>
                </c:pt>
                <c:pt idx="15522">
                  <c:v>4.073609922063536</c:v>
                </c:pt>
                <c:pt idx="15523">
                  <c:v>4.069840329152985</c:v>
                </c:pt>
                <c:pt idx="15524">
                  <c:v>4.0613189856391188</c:v>
                </c:pt>
                <c:pt idx="15525">
                  <c:v>4.0513121019108285</c:v>
                </c:pt>
                <c:pt idx="15526">
                  <c:v>4.048251058274321</c:v>
                </c:pt>
                <c:pt idx="15527">
                  <c:v>4.0543974364046367</c:v>
                </c:pt>
                <c:pt idx="15528">
                  <c:v>4.0565325790244096</c:v>
                </c:pt>
                <c:pt idx="15529">
                  <c:v>4.0606911421450329</c:v>
                </c:pt>
                <c:pt idx="15530">
                  <c:v>4.066621750998932</c:v>
                </c:pt>
                <c:pt idx="15531">
                  <c:v>4.0623759939866284</c:v>
                </c:pt>
                <c:pt idx="15532">
                  <c:v>4.0566953356806579</c:v>
                </c:pt>
                <c:pt idx="15533">
                  <c:v>4.0560511136606401</c:v>
                </c:pt>
                <c:pt idx="15534">
                  <c:v>4.0631252917672196</c:v>
                </c:pt>
                <c:pt idx="15535">
                  <c:v>4.059690944336749</c:v>
                </c:pt>
                <c:pt idx="15536">
                  <c:v>4.0501387822922021</c:v>
                </c:pt>
                <c:pt idx="15537">
                  <c:v>4.0540579182656167</c:v>
                </c:pt>
                <c:pt idx="15538">
                  <c:v>4.0648652925584523</c:v>
                </c:pt>
                <c:pt idx="15539">
                  <c:v>4.0741188432171542</c:v>
                </c:pt>
                <c:pt idx="15540">
                  <c:v>4.0795735253392413</c:v>
                </c:pt>
                <c:pt idx="15541">
                  <c:v>4.0866004668275506</c:v>
                </c:pt>
                <c:pt idx="15542">
                  <c:v>4.0915907742216246</c:v>
                </c:pt>
                <c:pt idx="15543">
                  <c:v>4.0832234837995012</c:v>
                </c:pt>
                <c:pt idx="15544">
                  <c:v>4.0783049412509396</c:v>
                </c:pt>
                <c:pt idx="15545">
                  <c:v>4.0775013648771612</c:v>
                </c:pt>
                <c:pt idx="15546">
                  <c:v>4.0744813862404561</c:v>
                </c:pt>
                <c:pt idx="15547">
                  <c:v>4.0623399137555882</c:v>
                </c:pt>
                <c:pt idx="15548">
                  <c:v>4.0533002334137755</c:v>
                </c:pt>
                <c:pt idx="15549">
                  <c:v>4.0555615777188745</c:v>
                </c:pt>
                <c:pt idx="15550">
                  <c:v>4.0598560746924077</c:v>
                </c:pt>
                <c:pt idx="15551">
                  <c:v>4.0637257585947699</c:v>
                </c:pt>
                <c:pt idx="15552">
                  <c:v>4.0667366380504015</c:v>
                </c:pt>
                <c:pt idx="15553">
                  <c:v>4.0646058472128814</c:v>
                </c:pt>
                <c:pt idx="15554">
                  <c:v>4.0583358784665906</c:v>
                </c:pt>
                <c:pt idx="15555">
                  <c:v>4.0541424219646318</c:v>
                </c:pt>
                <c:pt idx="15556">
                  <c:v>4.0535641096649124</c:v>
                </c:pt>
                <c:pt idx="15557">
                  <c:v>4.0645602721841989</c:v>
                </c:pt>
                <c:pt idx="15558">
                  <c:v>4.0815286624203821</c:v>
                </c:pt>
                <c:pt idx="15559">
                  <c:v>4.0930339834632274</c:v>
                </c:pt>
                <c:pt idx="15560">
                  <c:v>4.0848526328282633</c:v>
                </c:pt>
                <c:pt idx="15561">
                  <c:v>4.0788518415951263</c:v>
                </c:pt>
                <c:pt idx="15562">
                  <c:v>4.0833310915061123</c:v>
                </c:pt>
                <c:pt idx="15563">
                  <c:v>4.0769869050915855</c:v>
                </c:pt>
                <c:pt idx="15564">
                  <c:v>4.0676066780076754</c:v>
                </c:pt>
                <c:pt idx="15565">
                  <c:v>4.0655733670926137</c:v>
                </c:pt>
                <c:pt idx="15566">
                  <c:v>4.0618564703089763</c:v>
                </c:pt>
                <c:pt idx="15567">
                  <c:v>4.0535517664279777</c:v>
                </c:pt>
                <c:pt idx="15568">
                  <c:v>4.0489578668354627</c:v>
                </c:pt>
                <c:pt idx="15569">
                  <c:v>4.0468029433872692</c:v>
                </c:pt>
                <c:pt idx="15570">
                  <c:v>4.0464600229457606</c:v>
                </c:pt>
                <c:pt idx="15571">
                  <c:v>4.0366113067215252</c:v>
                </c:pt>
                <c:pt idx="15572">
                  <c:v>4.031985757803537</c:v>
                </c:pt>
                <c:pt idx="15573">
                  <c:v>4.0359543458480038</c:v>
                </c:pt>
                <c:pt idx="15574">
                  <c:v>4.0469825533093324</c:v>
                </c:pt>
                <c:pt idx="15575">
                  <c:v>4.0534741464572539</c:v>
                </c:pt>
                <c:pt idx="15576">
                  <c:v>4.0563850140443884</c:v>
                </c:pt>
                <c:pt idx="15577">
                  <c:v>4.0604772718281446</c:v>
                </c:pt>
                <c:pt idx="15578">
                  <c:v>4.0609068322981363</c:v>
                </c:pt>
                <c:pt idx="15579">
                  <c:v>4.064074613284804</c:v>
                </c:pt>
                <c:pt idx="15580">
                  <c:v>4.0746164497369151</c:v>
                </c:pt>
                <c:pt idx="15581">
                  <c:v>4.0828626814891011</c:v>
                </c:pt>
                <c:pt idx="15582">
                  <c:v>4.0849175139454843</c:v>
                </c:pt>
                <c:pt idx="15583">
                  <c:v>4.0799359101159158</c:v>
                </c:pt>
                <c:pt idx="15584">
                  <c:v>4.0723415753451757</c:v>
                </c:pt>
                <c:pt idx="15585">
                  <c:v>4.066827075997943</c:v>
                </c:pt>
                <c:pt idx="15586">
                  <c:v>4.0699144676979069</c:v>
                </c:pt>
                <c:pt idx="15587">
                  <c:v>4.0712745974601416</c:v>
                </c:pt>
                <c:pt idx="15588">
                  <c:v>4.0619112236420465</c:v>
                </c:pt>
                <c:pt idx="15589">
                  <c:v>4.0587178858250583</c:v>
                </c:pt>
                <c:pt idx="15590">
                  <c:v>4.059933536416505</c:v>
                </c:pt>
                <c:pt idx="15591">
                  <c:v>4.0639018870910313</c:v>
                </c:pt>
                <c:pt idx="15592">
                  <c:v>4.0669713177987896</c:v>
                </c:pt>
                <c:pt idx="15593">
                  <c:v>4.0678001345096328</c:v>
                </c:pt>
                <c:pt idx="15594">
                  <c:v>4.0713377378644617</c:v>
                </c:pt>
                <c:pt idx="15595">
                  <c:v>4.0752886814099778</c:v>
                </c:pt>
                <c:pt idx="15596">
                  <c:v>4.0758935000197809</c:v>
                </c:pt>
                <c:pt idx="15597">
                  <c:v>4.0761722514538912</c:v>
                </c:pt>
                <c:pt idx="15598">
                  <c:v>4.0755434584800412</c:v>
                </c:pt>
                <c:pt idx="15599">
                  <c:v>4.0670994184436449</c:v>
                </c:pt>
                <c:pt idx="15600">
                  <c:v>4.0685501444000476</c:v>
                </c:pt>
                <c:pt idx="15601">
                  <c:v>4.0732973849744827</c:v>
                </c:pt>
                <c:pt idx="15602">
                  <c:v>4.0651329667286467</c:v>
                </c:pt>
                <c:pt idx="15603">
                  <c:v>4.0558962693357596</c:v>
                </c:pt>
                <c:pt idx="15604">
                  <c:v>4.0531661193970807</c:v>
                </c:pt>
                <c:pt idx="15605">
                  <c:v>4.0504942042172729</c:v>
                </c:pt>
                <c:pt idx="15606">
                  <c:v>4.048241721723306</c:v>
                </c:pt>
                <c:pt idx="15607">
                  <c:v>4.0509463148316653</c:v>
                </c:pt>
                <c:pt idx="15608">
                  <c:v>4.0565145389088899</c:v>
                </c:pt>
                <c:pt idx="15609">
                  <c:v>4.0536499584602605</c:v>
                </c:pt>
                <c:pt idx="15610">
                  <c:v>4.0546533212010916</c:v>
                </c:pt>
                <c:pt idx="15611">
                  <c:v>4.059776714008783</c:v>
                </c:pt>
                <c:pt idx="15612">
                  <c:v>4.069295960754836</c:v>
                </c:pt>
                <c:pt idx="15613">
                  <c:v>4.0720908335641095</c:v>
                </c:pt>
                <c:pt idx="15614">
                  <c:v>4.0611472880484234</c:v>
                </c:pt>
                <c:pt idx="15615">
                  <c:v>4.052455671163508</c:v>
                </c:pt>
                <c:pt idx="15616">
                  <c:v>4.0489122126834669</c:v>
                </c:pt>
                <c:pt idx="15617">
                  <c:v>4.0578741939312417</c:v>
                </c:pt>
                <c:pt idx="15618">
                  <c:v>4.0669707639355934</c:v>
                </c:pt>
                <c:pt idx="15619">
                  <c:v>4.0606875815959169</c:v>
                </c:pt>
                <c:pt idx="15620">
                  <c:v>4.0555721802429083</c:v>
                </c:pt>
                <c:pt idx="15621">
                  <c:v>4.0624067729556517</c:v>
                </c:pt>
                <c:pt idx="15622">
                  <c:v>4.0643422083316851</c:v>
                </c:pt>
                <c:pt idx="15623">
                  <c:v>4.0627882264509241</c:v>
                </c:pt>
                <c:pt idx="15624">
                  <c:v>4.0568679036278041</c:v>
                </c:pt>
                <c:pt idx="15625">
                  <c:v>4.05814495391067</c:v>
                </c:pt>
                <c:pt idx="15626">
                  <c:v>4.0609259010167342</c:v>
                </c:pt>
                <c:pt idx="15627">
                  <c:v>4.0689015310361194</c:v>
                </c:pt>
                <c:pt idx="15628">
                  <c:v>4.0705841674249319</c:v>
                </c:pt>
                <c:pt idx="15629">
                  <c:v>4.0663901570597778</c:v>
                </c:pt>
                <c:pt idx="15630">
                  <c:v>4.0682185385923963</c:v>
                </c:pt>
                <c:pt idx="15631">
                  <c:v>4.0692328203505159</c:v>
                </c:pt>
                <c:pt idx="15632">
                  <c:v>4.0672599596471102</c:v>
                </c:pt>
                <c:pt idx="15633">
                  <c:v>4.0573393203307351</c:v>
                </c:pt>
                <c:pt idx="15634">
                  <c:v>4.0507445503817703</c:v>
                </c:pt>
                <c:pt idx="15635">
                  <c:v>4.0558392214265933</c:v>
                </c:pt>
                <c:pt idx="15636">
                  <c:v>4.0650316888871307</c:v>
                </c:pt>
                <c:pt idx="15637">
                  <c:v>4.0705031451517186</c:v>
                </c:pt>
                <c:pt idx="15638">
                  <c:v>4.0742037425327373</c:v>
                </c:pt>
                <c:pt idx="15639">
                  <c:v>4.0740136883332676</c:v>
                </c:pt>
                <c:pt idx="15640">
                  <c:v>4.0709332594849075</c:v>
                </c:pt>
                <c:pt idx="15641">
                  <c:v>4.0683047830043124</c:v>
                </c:pt>
                <c:pt idx="15642">
                  <c:v>4.0605018791787</c:v>
                </c:pt>
                <c:pt idx="15643">
                  <c:v>4.0590477509198086</c:v>
                </c:pt>
                <c:pt idx="15644">
                  <c:v>4.0608007279344855</c:v>
                </c:pt>
                <c:pt idx="15645">
                  <c:v>4.0554367211298805</c:v>
                </c:pt>
                <c:pt idx="15646">
                  <c:v>4.0545874906041064</c:v>
                </c:pt>
                <c:pt idx="15647">
                  <c:v>4.0552318708707524</c:v>
                </c:pt>
                <c:pt idx="15648">
                  <c:v>4.0531824979230127</c:v>
                </c:pt>
                <c:pt idx="15649">
                  <c:v>4.0560660679669267</c:v>
                </c:pt>
                <c:pt idx="15650">
                  <c:v>4.0619165249040634</c:v>
                </c:pt>
                <c:pt idx="15651">
                  <c:v>4.0613945484036869</c:v>
                </c:pt>
                <c:pt idx="15652">
                  <c:v>4.0573490524983189</c:v>
                </c:pt>
                <c:pt idx="15653">
                  <c:v>4.0608197966530835</c:v>
                </c:pt>
                <c:pt idx="15654">
                  <c:v>4.0687970091387431</c:v>
                </c:pt>
                <c:pt idx="15655">
                  <c:v>4.0675899038651737</c:v>
                </c:pt>
                <c:pt idx="15656">
                  <c:v>4.0628914032519683</c:v>
                </c:pt>
                <c:pt idx="15657">
                  <c:v>4.0640516675238363</c:v>
                </c:pt>
                <c:pt idx="15658">
                  <c:v>4.0632677928551644</c:v>
                </c:pt>
                <c:pt idx="15659">
                  <c:v>4.0604865292558454</c:v>
                </c:pt>
                <c:pt idx="15660">
                  <c:v>4.0579008584879537</c:v>
                </c:pt>
                <c:pt idx="15661">
                  <c:v>4.059444316967995</c:v>
                </c:pt>
                <c:pt idx="15662">
                  <c:v>4.0564016299402619</c:v>
                </c:pt>
                <c:pt idx="15663">
                  <c:v>4.0616895992404158</c:v>
                </c:pt>
                <c:pt idx="15664">
                  <c:v>4.0672295762946549</c:v>
                </c:pt>
                <c:pt idx="15665">
                  <c:v>4.0648535031847137</c:v>
                </c:pt>
                <c:pt idx="15666">
                  <c:v>4.0645147762788305</c:v>
                </c:pt>
                <c:pt idx="15667">
                  <c:v>4.0731321754955099</c:v>
                </c:pt>
                <c:pt idx="15668">
                  <c:v>4.0708768445622505</c:v>
                </c:pt>
                <c:pt idx="15669">
                  <c:v>4.0642547770700634</c:v>
                </c:pt>
                <c:pt idx="15670">
                  <c:v>4.0604346243620686</c:v>
                </c:pt>
                <c:pt idx="15671">
                  <c:v>4.0617280531708664</c:v>
                </c:pt>
                <c:pt idx="15672">
                  <c:v>4.063708905328955</c:v>
                </c:pt>
                <c:pt idx="15673">
                  <c:v>4.062711318590023</c:v>
                </c:pt>
                <c:pt idx="15674">
                  <c:v>4.0519317165802899</c:v>
                </c:pt>
                <c:pt idx="15675">
                  <c:v>4.0373444633461251</c:v>
                </c:pt>
                <c:pt idx="15676">
                  <c:v>4.035401194762037</c:v>
                </c:pt>
                <c:pt idx="15677">
                  <c:v>4.0378945286228589</c:v>
                </c:pt>
                <c:pt idx="15678">
                  <c:v>4.0410978359773706</c:v>
                </c:pt>
                <c:pt idx="15679">
                  <c:v>4.0454256438659648</c:v>
                </c:pt>
                <c:pt idx="15680">
                  <c:v>4.0526732602761406</c:v>
                </c:pt>
                <c:pt idx="15681">
                  <c:v>4.0537275784309843</c:v>
                </c:pt>
                <c:pt idx="15682">
                  <c:v>4.0536796297028923</c:v>
                </c:pt>
                <c:pt idx="15683">
                  <c:v>4.0533685959567984</c:v>
                </c:pt>
                <c:pt idx="15684">
                  <c:v>4.0553324366024448</c:v>
                </c:pt>
                <c:pt idx="15685">
                  <c:v>4.0580313328322193</c:v>
                </c:pt>
                <c:pt idx="15686">
                  <c:v>4.0589869050915857</c:v>
                </c:pt>
                <c:pt idx="15687">
                  <c:v>4.0558025082090436</c:v>
                </c:pt>
                <c:pt idx="15688">
                  <c:v>4.0594554733552242</c:v>
                </c:pt>
                <c:pt idx="15689">
                  <c:v>4.0610083475095937</c:v>
                </c:pt>
                <c:pt idx="15690">
                  <c:v>4.0554830873916998</c:v>
                </c:pt>
                <c:pt idx="15691">
                  <c:v>4.0458571032954858</c:v>
                </c:pt>
                <c:pt idx="15692">
                  <c:v>4.0403994936107921</c:v>
                </c:pt>
                <c:pt idx="15693">
                  <c:v>4.0468435336471895</c:v>
                </c:pt>
                <c:pt idx="15694">
                  <c:v>4.0502368160778577</c:v>
                </c:pt>
                <c:pt idx="15695">
                  <c:v>4.0421910828025478</c:v>
                </c:pt>
                <c:pt idx="15696">
                  <c:v>4.0400216797879498</c:v>
                </c:pt>
                <c:pt idx="15697">
                  <c:v>4.0523817699885267</c:v>
                </c:pt>
                <c:pt idx="15698">
                  <c:v>4.0635522411678604</c:v>
                </c:pt>
                <c:pt idx="15699">
                  <c:v>4.062801519167623</c:v>
                </c:pt>
                <c:pt idx="15700">
                  <c:v>4.0577900858487954</c:v>
                </c:pt>
                <c:pt idx="15701">
                  <c:v>4.0541154409146651</c:v>
                </c:pt>
                <c:pt idx="15702">
                  <c:v>4.0481593543537606</c:v>
                </c:pt>
                <c:pt idx="15703">
                  <c:v>4.0544342287454995</c:v>
                </c:pt>
                <c:pt idx="15704">
                  <c:v>4.0558606638446015</c:v>
                </c:pt>
                <c:pt idx="15705">
                  <c:v>4.0587699489654625</c:v>
                </c:pt>
                <c:pt idx="15706">
                  <c:v>4.0642190924555921</c:v>
                </c:pt>
                <c:pt idx="15707">
                  <c:v>4.0601833287178071</c:v>
                </c:pt>
                <c:pt idx="15708">
                  <c:v>4.0592315543774973</c:v>
                </c:pt>
                <c:pt idx="15709">
                  <c:v>4.0627024567788901</c:v>
                </c:pt>
                <c:pt idx="15710">
                  <c:v>4.0633733433556198</c:v>
                </c:pt>
                <c:pt idx="15711">
                  <c:v>4.0562133164536931</c:v>
                </c:pt>
                <c:pt idx="15712">
                  <c:v>4.0523562922815204</c:v>
                </c:pt>
                <c:pt idx="15713">
                  <c:v>4.0476687898089168</c:v>
                </c:pt>
                <c:pt idx="15714">
                  <c:v>4.042770186335404</c:v>
                </c:pt>
                <c:pt idx="15715">
                  <c:v>4.0401040471574952</c:v>
                </c:pt>
                <c:pt idx="15716">
                  <c:v>4.0408003323179171</c:v>
                </c:pt>
                <c:pt idx="15717">
                  <c:v>4.0443966451715001</c:v>
                </c:pt>
                <c:pt idx="15718">
                  <c:v>4.055486727064129</c:v>
                </c:pt>
                <c:pt idx="15719">
                  <c:v>4.0647970882620568</c:v>
                </c:pt>
                <c:pt idx="15720">
                  <c:v>4.0709963998892276</c:v>
                </c:pt>
                <c:pt idx="15721">
                  <c:v>4.0663122997191126</c:v>
                </c:pt>
                <c:pt idx="15722">
                  <c:v>4.0542107845076556</c:v>
                </c:pt>
                <c:pt idx="15723">
                  <c:v>4.0461154409146651</c:v>
                </c:pt>
                <c:pt idx="15724">
                  <c:v>4.0424882699687466</c:v>
                </c:pt>
                <c:pt idx="15725">
                  <c:v>4.0412413656683945</c:v>
                </c:pt>
                <c:pt idx="15726">
                  <c:v>4.0396048581714599</c:v>
                </c:pt>
                <c:pt idx="15727">
                  <c:v>4.0395201962258183</c:v>
                </c:pt>
                <c:pt idx="15728">
                  <c:v>4.0429574712188945</c:v>
                </c:pt>
                <c:pt idx="15729">
                  <c:v>4.0479326660600545</c:v>
                </c:pt>
                <c:pt idx="15730">
                  <c:v>4.052556553388456</c:v>
                </c:pt>
                <c:pt idx="15731">
                  <c:v>4.0597431657237806</c:v>
                </c:pt>
                <c:pt idx="15732">
                  <c:v>4.0609325473750841</c:v>
                </c:pt>
                <c:pt idx="15733">
                  <c:v>4.0610520235787471</c:v>
                </c:pt>
                <c:pt idx="15734">
                  <c:v>4.059600269019267</c:v>
                </c:pt>
                <c:pt idx="15735">
                  <c:v>4.0600691537761602</c:v>
                </c:pt>
                <c:pt idx="15736">
                  <c:v>4.0605266447758837</c:v>
                </c:pt>
                <c:pt idx="15737">
                  <c:v>4.0624934921074498</c:v>
                </c:pt>
                <c:pt idx="15738">
                  <c:v>4.0600126597301891</c:v>
                </c:pt>
                <c:pt idx="15739">
                  <c:v>4.0583961704316174</c:v>
                </c:pt>
                <c:pt idx="15740">
                  <c:v>4.0522259761838821</c:v>
                </c:pt>
                <c:pt idx="15741">
                  <c:v>4.0489847687621161</c:v>
                </c:pt>
                <c:pt idx="15742">
                  <c:v>4.0531861375954428</c:v>
                </c:pt>
                <c:pt idx="15743">
                  <c:v>4.0588288958341572</c:v>
                </c:pt>
                <c:pt idx="15744">
                  <c:v>4.0625172291015552</c:v>
                </c:pt>
                <c:pt idx="15745">
                  <c:v>4.0625556830320058</c:v>
                </c:pt>
                <c:pt idx="15746">
                  <c:v>4.0717328796930019</c:v>
                </c:pt>
                <c:pt idx="15747">
                  <c:v>4.0746996874629113</c:v>
                </c:pt>
                <c:pt idx="15748">
                  <c:v>4.0652346401867314</c:v>
                </c:pt>
                <c:pt idx="15749">
                  <c:v>4.0557906397119909</c:v>
                </c:pt>
                <c:pt idx="15750">
                  <c:v>4.0528063456897572</c:v>
                </c:pt>
                <c:pt idx="15751">
                  <c:v>4.0550496498793374</c:v>
                </c:pt>
                <c:pt idx="15752">
                  <c:v>4.0578567868022315</c:v>
                </c:pt>
                <c:pt idx="15753">
                  <c:v>4.0566401076077065</c:v>
                </c:pt>
                <c:pt idx="15754">
                  <c:v>4.0477681686909044</c:v>
                </c:pt>
                <c:pt idx="15755">
                  <c:v>4.0409111840803895</c:v>
                </c:pt>
                <c:pt idx="15756">
                  <c:v>4.0489284329627724</c:v>
                </c:pt>
                <c:pt idx="15757">
                  <c:v>4.0556917355698854</c:v>
                </c:pt>
                <c:pt idx="15758">
                  <c:v>4.0518085215808837</c:v>
                </c:pt>
                <c:pt idx="15759">
                  <c:v>4.0515974205799736</c:v>
                </c:pt>
                <c:pt idx="15760">
                  <c:v>4.0533807018237926</c:v>
                </c:pt>
                <c:pt idx="15761">
                  <c:v>4.0489136369031131</c:v>
                </c:pt>
                <c:pt idx="15762">
                  <c:v>4.0539608339597262</c:v>
                </c:pt>
                <c:pt idx="15763">
                  <c:v>4.0566418483206075</c:v>
                </c:pt>
                <c:pt idx="15764">
                  <c:v>4.0658722949717134</c:v>
                </c:pt>
                <c:pt idx="15765">
                  <c:v>4.0701553190647628</c:v>
                </c:pt>
                <c:pt idx="15766">
                  <c:v>4.0615158444435657</c:v>
                </c:pt>
                <c:pt idx="15767">
                  <c:v>4.0582069865885986</c:v>
                </c:pt>
                <c:pt idx="15768">
                  <c:v>4.060613838667563</c:v>
                </c:pt>
                <c:pt idx="15769">
                  <c:v>4.0624572536297823</c:v>
                </c:pt>
                <c:pt idx="15770">
                  <c:v>4.0575626854452667</c:v>
                </c:pt>
                <c:pt idx="15771">
                  <c:v>4.0541760493729475</c:v>
                </c:pt>
                <c:pt idx="15772">
                  <c:v>4.0466942279542666</c:v>
                </c:pt>
                <c:pt idx="15773">
                  <c:v>4.0475958381137005</c:v>
                </c:pt>
                <c:pt idx="15774">
                  <c:v>4.0529674407564187</c:v>
                </c:pt>
                <c:pt idx="15775">
                  <c:v>4.0595671163508324</c:v>
                </c:pt>
                <c:pt idx="15776">
                  <c:v>4.0603589824741864</c:v>
                </c:pt>
                <c:pt idx="15777">
                  <c:v>4.0543952209518537</c:v>
                </c:pt>
                <c:pt idx="15778">
                  <c:v>4.0507181231949998</c:v>
                </c:pt>
                <c:pt idx="15779">
                  <c:v>4.0511628753412197</c:v>
                </c:pt>
                <c:pt idx="15780">
                  <c:v>4.052593899592515</c:v>
                </c:pt>
                <c:pt idx="15781">
                  <c:v>4.0545581358547294</c:v>
                </c:pt>
                <c:pt idx="15782">
                  <c:v>4.064244807532539</c:v>
                </c:pt>
                <c:pt idx="15783">
                  <c:v>4.0677065316295451</c:v>
                </c:pt>
                <c:pt idx="15784">
                  <c:v>4.0594796850892116</c:v>
                </c:pt>
                <c:pt idx="15785">
                  <c:v>4.0546885310756817</c:v>
                </c:pt>
                <c:pt idx="15786">
                  <c:v>4.0552708786643983</c:v>
                </c:pt>
                <c:pt idx="15787">
                  <c:v>4.0596729833445426</c:v>
                </c:pt>
                <c:pt idx="15788">
                  <c:v>4.0620528543735412</c:v>
                </c:pt>
                <c:pt idx="15789">
                  <c:v>4.0628900581556353</c:v>
                </c:pt>
                <c:pt idx="15790">
                  <c:v>4.0637705423903157</c:v>
                </c:pt>
                <c:pt idx="15791">
                  <c:v>4.0603876251137399</c:v>
                </c:pt>
                <c:pt idx="15792">
                  <c:v>4.0615774023816114</c:v>
                </c:pt>
                <c:pt idx="15793">
                  <c:v>4.062885943743324</c:v>
                </c:pt>
                <c:pt idx="15794">
                  <c:v>4.0656191794912369</c:v>
                </c:pt>
                <c:pt idx="15795">
                  <c:v>4.0680256359536333</c:v>
                </c:pt>
                <c:pt idx="15796">
                  <c:v>4.0721634687660719</c:v>
                </c:pt>
                <c:pt idx="15797">
                  <c:v>4.0754112434228746</c:v>
                </c:pt>
                <c:pt idx="15798">
                  <c:v>4.0720162202793055</c:v>
                </c:pt>
                <c:pt idx="15799">
                  <c:v>4.0666447758832138</c:v>
                </c:pt>
                <c:pt idx="15800">
                  <c:v>4.0620725560786486</c:v>
                </c:pt>
                <c:pt idx="15801">
                  <c:v>4.0584446730229065</c:v>
                </c:pt>
                <c:pt idx="15802">
                  <c:v>4.0552817976816868</c:v>
                </c:pt>
                <c:pt idx="15803">
                  <c:v>4.0604766388416351</c:v>
                </c:pt>
                <c:pt idx="15804">
                  <c:v>4.069729240020572</c:v>
                </c:pt>
                <c:pt idx="15805">
                  <c:v>4.075858448391819</c:v>
                </c:pt>
                <c:pt idx="15806">
                  <c:v>4.0717002017644495</c:v>
                </c:pt>
                <c:pt idx="15807">
                  <c:v>4.0648426632907384</c:v>
                </c:pt>
                <c:pt idx="15808">
                  <c:v>4.0716127705028287</c:v>
                </c:pt>
                <c:pt idx="15809">
                  <c:v>4.0765980931281405</c:v>
                </c:pt>
                <c:pt idx="15810">
                  <c:v>4.0684559876567628</c:v>
                </c:pt>
                <c:pt idx="15811">
                  <c:v>4.0579446928037344</c:v>
                </c:pt>
                <c:pt idx="15812">
                  <c:v>4.0586241246983423</c:v>
                </c:pt>
                <c:pt idx="15813">
                  <c:v>4.0632373303793967</c:v>
                </c:pt>
                <c:pt idx="15814">
                  <c:v>4.064105708747082</c:v>
                </c:pt>
                <c:pt idx="15815">
                  <c:v>4.059215887961388</c:v>
                </c:pt>
                <c:pt idx="15816">
                  <c:v>4.0543427621948807</c:v>
                </c:pt>
                <c:pt idx="15817">
                  <c:v>4.0477842307235825</c:v>
                </c:pt>
                <c:pt idx="15818">
                  <c:v>4.040888713059303</c:v>
                </c:pt>
                <c:pt idx="15819">
                  <c:v>4.0480360011077261</c:v>
                </c:pt>
                <c:pt idx="15820">
                  <c:v>4.0572067096570006</c:v>
                </c:pt>
                <c:pt idx="15821">
                  <c:v>4.062603315266843</c:v>
                </c:pt>
                <c:pt idx="15822">
                  <c:v>4.0579984175337263</c:v>
                </c:pt>
                <c:pt idx="15823">
                  <c:v>4.0497005973810181</c:v>
                </c:pt>
                <c:pt idx="15824">
                  <c:v>4.0482469438620088</c:v>
                </c:pt>
                <c:pt idx="15825">
                  <c:v>4.0499080587094989</c:v>
                </c:pt>
                <c:pt idx="15826">
                  <c:v>4.0559070301064208</c:v>
                </c:pt>
                <c:pt idx="15827">
                  <c:v>4.0605445266447759</c:v>
                </c:pt>
                <c:pt idx="15828">
                  <c:v>4.0570086640028489</c:v>
                </c:pt>
                <c:pt idx="15829">
                  <c:v>4.0562626894014322</c:v>
                </c:pt>
                <c:pt idx="15830">
                  <c:v>4.059319855995569</c:v>
                </c:pt>
                <c:pt idx="15831">
                  <c:v>4.0553314079993674</c:v>
                </c:pt>
                <c:pt idx="15832">
                  <c:v>4.0576336590576414</c:v>
                </c:pt>
                <c:pt idx="15833">
                  <c:v>4.0637453020532499</c:v>
                </c:pt>
                <c:pt idx="15834">
                  <c:v>4.0667264311429365</c:v>
                </c:pt>
                <c:pt idx="15835">
                  <c:v>4.0642149780432808</c:v>
                </c:pt>
                <c:pt idx="15836">
                  <c:v>4.0589703683190255</c:v>
                </c:pt>
                <c:pt idx="15837">
                  <c:v>4.0599100367923411</c:v>
                </c:pt>
                <c:pt idx="15838">
                  <c:v>4.0597309807334732</c:v>
                </c:pt>
                <c:pt idx="15839">
                  <c:v>4.0572418404082766</c:v>
                </c:pt>
                <c:pt idx="15840">
                  <c:v>4.0603497250464846</c:v>
                </c:pt>
                <c:pt idx="15841">
                  <c:v>4.0658893856074689</c:v>
                </c:pt>
                <c:pt idx="15842">
                  <c:v>4.0708070577995805</c:v>
                </c:pt>
                <c:pt idx="15843">
                  <c:v>4.0753361553981877</c:v>
                </c:pt>
                <c:pt idx="15844">
                  <c:v>4.0758280650393637</c:v>
                </c:pt>
                <c:pt idx="15845">
                  <c:v>4.0665286228587254</c:v>
                </c:pt>
                <c:pt idx="15846">
                  <c:v>4.0588762906990548</c:v>
                </c:pt>
                <c:pt idx="15847">
                  <c:v>4.060941804802785</c:v>
                </c:pt>
                <c:pt idx="15848">
                  <c:v>4.0599928789017685</c:v>
                </c:pt>
                <c:pt idx="15849">
                  <c:v>4.0551442022391901</c:v>
                </c:pt>
                <c:pt idx="15850">
                  <c:v>4.0524811488705144</c:v>
                </c:pt>
                <c:pt idx="15851">
                  <c:v>4.0594819796653088</c:v>
                </c:pt>
                <c:pt idx="15852">
                  <c:v>4.0659831467341849</c:v>
                </c:pt>
                <c:pt idx="15853">
                  <c:v>4.0697418997507615</c:v>
                </c:pt>
                <c:pt idx="15854">
                  <c:v>4.0738769632472209</c:v>
                </c:pt>
                <c:pt idx="15855">
                  <c:v>4.0723647584760849</c:v>
                </c:pt>
                <c:pt idx="15856">
                  <c:v>4.0669257427701071</c:v>
                </c:pt>
                <c:pt idx="15857">
                  <c:v>4.0606871068560348</c:v>
                </c:pt>
                <c:pt idx="15858">
                  <c:v>4.0615387902045335</c:v>
                </c:pt>
                <c:pt idx="15859">
                  <c:v>4.0627100526170032</c:v>
                </c:pt>
                <c:pt idx="15860">
                  <c:v>4.0655503422083319</c:v>
                </c:pt>
                <c:pt idx="15861">
                  <c:v>4.0720959765794991</c:v>
                </c:pt>
                <c:pt idx="15862">
                  <c:v>4.074284052696127</c:v>
                </c:pt>
                <c:pt idx="15863">
                  <c:v>4.0764798037741823</c:v>
                </c:pt>
                <c:pt idx="15864">
                  <c:v>4.0761760493729478</c:v>
                </c:pt>
                <c:pt idx="15865">
                  <c:v>4.0714637021798472</c:v>
                </c:pt>
                <c:pt idx="15866">
                  <c:v>4.0636436285951651</c:v>
                </c:pt>
                <c:pt idx="15867">
                  <c:v>4.0594110851762473</c:v>
                </c:pt>
                <c:pt idx="15868">
                  <c:v>4.0530073980298296</c:v>
                </c:pt>
                <c:pt idx="15869">
                  <c:v>4.0559029948174228</c:v>
                </c:pt>
                <c:pt idx="15870">
                  <c:v>4.0634845116113461</c:v>
                </c:pt>
                <c:pt idx="15871">
                  <c:v>4.0624952328203507</c:v>
                </c:pt>
                <c:pt idx="15872">
                  <c:v>4.0601257269454445</c:v>
                </c:pt>
                <c:pt idx="15873">
                  <c:v>4.0617300312537088</c:v>
                </c:pt>
                <c:pt idx="15874">
                  <c:v>4.0634003244055865</c:v>
                </c:pt>
                <c:pt idx="15875">
                  <c:v>4.0620990623887332</c:v>
                </c:pt>
                <c:pt idx="15876">
                  <c:v>4.0648360960557026</c:v>
                </c:pt>
                <c:pt idx="15877">
                  <c:v>4.0683567670214025</c:v>
                </c:pt>
                <c:pt idx="15878">
                  <c:v>4.0751677018633536</c:v>
                </c:pt>
                <c:pt idx="15879">
                  <c:v>4.0733112315543778</c:v>
                </c:pt>
                <c:pt idx="15880">
                  <c:v>4.0669524073268191</c:v>
                </c:pt>
                <c:pt idx="15881">
                  <c:v>4.0597684060608454</c:v>
                </c:pt>
                <c:pt idx="15882">
                  <c:v>4.0551484748981288</c:v>
                </c:pt>
                <c:pt idx="15883">
                  <c:v>4.0532012501483559</c:v>
                </c:pt>
                <c:pt idx="15884">
                  <c:v>4.0563956165684223</c:v>
                </c:pt>
                <c:pt idx="15885">
                  <c:v>4.0567933694663134</c:v>
                </c:pt>
                <c:pt idx="15886">
                  <c:v>4.0619734145666024</c:v>
                </c:pt>
                <c:pt idx="15887">
                  <c:v>4.0718974561854653</c:v>
                </c:pt>
                <c:pt idx="15888">
                  <c:v>4.068685840883016</c:v>
                </c:pt>
                <c:pt idx="15889">
                  <c:v>4.0639139929580255</c:v>
                </c:pt>
                <c:pt idx="15890">
                  <c:v>4.0634123511492657</c:v>
                </c:pt>
                <c:pt idx="15891">
                  <c:v>4.0666761087154333</c:v>
                </c:pt>
                <c:pt idx="15892">
                  <c:v>4.0639071883530482</c:v>
                </c:pt>
                <c:pt idx="15893">
                  <c:v>4.0554913162163233</c:v>
                </c:pt>
                <c:pt idx="15894">
                  <c:v>4.0560713692289436</c:v>
                </c:pt>
                <c:pt idx="15895">
                  <c:v>4.0615020769869838</c:v>
                </c:pt>
                <c:pt idx="15896">
                  <c:v>4.0685704790916644</c:v>
                </c:pt>
                <c:pt idx="15897">
                  <c:v>4.0745772045733277</c:v>
                </c:pt>
                <c:pt idx="15898">
                  <c:v>4.0786954939272855</c:v>
                </c:pt>
                <c:pt idx="15899">
                  <c:v>4.0773451754559478</c:v>
                </c:pt>
                <c:pt idx="15900">
                  <c:v>4.076536535190094</c:v>
                </c:pt>
                <c:pt idx="15901">
                  <c:v>4.0747425722989279</c:v>
                </c:pt>
                <c:pt idx="15902">
                  <c:v>4.079264944415872</c:v>
                </c:pt>
                <c:pt idx="15903">
                  <c:v>4.0870807453416145</c:v>
                </c:pt>
                <c:pt idx="15904">
                  <c:v>4.0876781263599318</c:v>
                </c:pt>
                <c:pt idx="15905">
                  <c:v>4.0849689440993791</c:v>
                </c:pt>
                <c:pt idx="15906">
                  <c:v>4.0768519207184397</c:v>
                </c:pt>
                <c:pt idx="15907">
                  <c:v>4.0669331803615938</c:v>
                </c:pt>
                <c:pt idx="15908">
                  <c:v>4.0683977528978916</c:v>
                </c:pt>
                <c:pt idx="15909">
                  <c:v>4.0719018870910313</c:v>
                </c:pt>
                <c:pt idx="15910">
                  <c:v>4.0740231831309099</c:v>
                </c:pt>
                <c:pt idx="15911">
                  <c:v>4.0761099814060211</c:v>
                </c:pt>
                <c:pt idx="15912">
                  <c:v>4.0764451477627883</c:v>
                </c:pt>
                <c:pt idx="15913">
                  <c:v>4.0734678957154724</c:v>
                </c:pt>
                <c:pt idx="15914">
                  <c:v>4.0626461209795464</c:v>
                </c:pt>
                <c:pt idx="15915">
                  <c:v>4.0538532262531151</c:v>
                </c:pt>
                <c:pt idx="15916">
                  <c:v>4.0508283419709619</c:v>
                </c:pt>
                <c:pt idx="15917">
                  <c:v>4.0484043992562411</c:v>
                </c:pt>
                <c:pt idx="15918">
                  <c:v>4.0504453060094159</c:v>
                </c:pt>
                <c:pt idx="15919">
                  <c:v>4.0590115915654543</c:v>
                </c:pt>
                <c:pt idx="15920">
                  <c:v>4.0672232464295606</c:v>
                </c:pt>
                <c:pt idx="15921">
                  <c:v>4.0626945444475213</c:v>
                </c:pt>
                <c:pt idx="15922">
                  <c:v>4.0601954345848004</c:v>
                </c:pt>
                <c:pt idx="15923">
                  <c:v>4.0701369624559876</c:v>
                </c:pt>
                <c:pt idx="15924">
                  <c:v>4.0763553428017563</c:v>
                </c:pt>
                <c:pt idx="15925">
                  <c:v>4.0792617794833248</c:v>
                </c:pt>
                <c:pt idx="15926">
                  <c:v>4.0803433951813899</c:v>
                </c:pt>
                <c:pt idx="15927">
                  <c:v>4.0800031649325472</c:v>
                </c:pt>
                <c:pt idx="15928">
                  <c:v>4.0749857182418801</c:v>
                </c:pt>
                <c:pt idx="15929">
                  <c:v>4.067715789057246</c:v>
                </c:pt>
                <c:pt idx="15930">
                  <c:v>4.0633113106776912</c:v>
                </c:pt>
                <c:pt idx="15931">
                  <c:v>4.0673268979704869</c:v>
                </c:pt>
                <c:pt idx="15932">
                  <c:v>4.0736964038453927</c:v>
                </c:pt>
                <c:pt idx="15933">
                  <c:v>4.077657237805119</c:v>
                </c:pt>
                <c:pt idx="15934">
                  <c:v>4.0779328243066821</c:v>
                </c:pt>
                <c:pt idx="15935">
                  <c:v>4.072302567551529</c:v>
                </c:pt>
                <c:pt idx="15936">
                  <c:v>4.0678363729873004</c:v>
                </c:pt>
                <c:pt idx="15937">
                  <c:v>4.0663501206630537</c:v>
                </c:pt>
                <c:pt idx="15938">
                  <c:v>4.0720645646239664</c:v>
                </c:pt>
                <c:pt idx="15939">
                  <c:v>4.0764653242077777</c:v>
                </c:pt>
                <c:pt idx="15940">
                  <c:v>4.0774638604264748</c:v>
                </c:pt>
                <c:pt idx="15941">
                  <c:v>4.0722316730624675</c:v>
                </c:pt>
                <c:pt idx="15942">
                  <c:v>4.0673060094156739</c:v>
                </c:pt>
                <c:pt idx="15943">
                  <c:v>4.0745279107489019</c:v>
                </c:pt>
                <c:pt idx="15944">
                  <c:v>4.0798045654151993</c:v>
                </c:pt>
                <c:pt idx="15945">
                  <c:v>4.075980614788147</c:v>
                </c:pt>
                <c:pt idx="15946">
                  <c:v>4.0641729635637143</c:v>
                </c:pt>
                <c:pt idx="15947">
                  <c:v>4.0597213276892035</c:v>
                </c:pt>
                <c:pt idx="15948">
                  <c:v>4.0637882660125806</c:v>
                </c:pt>
                <c:pt idx="15949">
                  <c:v>4.0677711753768246</c:v>
                </c:pt>
                <c:pt idx="15950">
                  <c:v>4.0643078688135459</c:v>
                </c:pt>
                <c:pt idx="15951">
                  <c:v>4.062304229141116</c:v>
                </c:pt>
                <c:pt idx="15952">
                  <c:v>4.0590705384341499</c:v>
                </c:pt>
                <c:pt idx="15953">
                  <c:v>4.0596068362543027</c:v>
                </c:pt>
                <c:pt idx="15954">
                  <c:v>4.0626790362780394</c:v>
                </c:pt>
                <c:pt idx="15955">
                  <c:v>4.063745776793132</c:v>
                </c:pt>
                <c:pt idx="15956">
                  <c:v>4.067480238952407</c:v>
                </c:pt>
                <c:pt idx="15957">
                  <c:v>4.0676737745776794</c:v>
                </c:pt>
                <c:pt idx="15958">
                  <c:v>4.0653174822961589</c:v>
                </c:pt>
                <c:pt idx="15959">
                  <c:v>4.0702746370217984</c:v>
                </c:pt>
                <c:pt idx="15960">
                  <c:v>4.0707898880405109</c:v>
                </c:pt>
                <c:pt idx="15961">
                  <c:v>4.0686260236578704</c:v>
                </c:pt>
                <c:pt idx="15962">
                  <c:v>4.0692295762946555</c:v>
                </c:pt>
                <c:pt idx="15963">
                  <c:v>4.0699392332950906</c:v>
                </c:pt>
                <c:pt idx="15964">
                  <c:v>4.0646677216441827</c:v>
                </c:pt>
                <c:pt idx="15965">
                  <c:v>4.0619889227360844</c:v>
                </c:pt>
                <c:pt idx="15966">
                  <c:v>4.0599132017248882</c:v>
                </c:pt>
                <c:pt idx="15967">
                  <c:v>4.0569622977410296</c:v>
                </c:pt>
                <c:pt idx="15968">
                  <c:v>4.0562134747003205</c:v>
                </c:pt>
                <c:pt idx="15969">
                  <c:v>4.0601110891324126</c:v>
                </c:pt>
                <c:pt idx="15970">
                  <c:v>4.067968192427899</c:v>
                </c:pt>
                <c:pt idx="15971">
                  <c:v>4.0750396803418125</c:v>
                </c:pt>
                <c:pt idx="15972">
                  <c:v>4.0802357874747797</c:v>
                </c:pt>
                <c:pt idx="15973">
                  <c:v>4.0774500138465797</c:v>
                </c:pt>
                <c:pt idx="15974">
                  <c:v>4.0652150967282505</c:v>
                </c:pt>
                <c:pt idx="15975">
                  <c:v>4.0527856153815724</c:v>
                </c:pt>
                <c:pt idx="15976">
                  <c:v>4.0537089053289552</c:v>
                </c:pt>
                <c:pt idx="15977">
                  <c:v>4.058033864778257</c:v>
                </c:pt>
                <c:pt idx="15978">
                  <c:v>4.0608723345333706</c:v>
                </c:pt>
                <c:pt idx="15979">
                  <c:v>4.0670819321913205</c:v>
                </c:pt>
                <c:pt idx="15980">
                  <c:v>4.065218894647308</c:v>
                </c:pt>
                <c:pt idx="15981">
                  <c:v>4.068679194524667</c:v>
                </c:pt>
                <c:pt idx="15982">
                  <c:v>4.0756097638169084</c:v>
                </c:pt>
                <c:pt idx="15983">
                  <c:v>4.0696371404834437</c:v>
                </c:pt>
                <c:pt idx="15984">
                  <c:v>4.0549853226253116</c:v>
                </c:pt>
                <c:pt idx="15985">
                  <c:v>4.0452310005143017</c:v>
                </c:pt>
                <c:pt idx="15986">
                  <c:v>4.0462299323495667</c:v>
                </c:pt>
                <c:pt idx="15987">
                  <c:v>4.0556282786723106</c:v>
                </c:pt>
                <c:pt idx="15988">
                  <c:v>4.0674621988368873</c:v>
                </c:pt>
                <c:pt idx="15989">
                  <c:v>4.0697404755311153</c:v>
                </c:pt>
                <c:pt idx="15990">
                  <c:v>4.072023499624164</c:v>
                </c:pt>
                <c:pt idx="15991">
                  <c:v>4.0683057324840766</c:v>
                </c:pt>
                <c:pt idx="15992">
                  <c:v>4.0631892234046765</c:v>
                </c:pt>
                <c:pt idx="15993">
                  <c:v>4.0718737983146731</c:v>
                </c:pt>
                <c:pt idx="15994">
                  <c:v>4.0708842821537363</c:v>
                </c:pt>
                <c:pt idx="15995">
                  <c:v>4.061186216718756</c:v>
                </c:pt>
                <c:pt idx="15996">
                  <c:v>4.0566084582822333</c:v>
                </c:pt>
                <c:pt idx="15997">
                  <c:v>4.0601949598449183</c:v>
                </c:pt>
                <c:pt idx="15998">
                  <c:v>4.0696827946354395</c:v>
                </c:pt>
                <c:pt idx="15999">
                  <c:v>4.0732863868338809</c:v>
                </c:pt>
                <c:pt idx="16000">
                  <c:v>4.0760557819361471</c:v>
                </c:pt>
                <c:pt idx="16001">
                  <c:v>4.0709957669027181</c:v>
                </c:pt>
                <c:pt idx="16002">
                  <c:v>4.0686971555168734</c:v>
                </c:pt>
                <c:pt idx="16003">
                  <c:v>4.072882937057404</c:v>
                </c:pt>
                <c:pt idx="16004">
                  <c:v>4.0705238754599042</c:v>
                </c:pt>
                <c:pt idx="16005">
                  <c:v>4.0695642679115398</c:v>
                </c:pt>
                <c:pt idx="16006">
                  <c:v>4.0663732246706488</c:v>
                </c:pt>
                <c:pt idx="16007">
                  <c:v>4.0692988091941293</c:v>
                </c:pt>
                <c:pt idx="16008">
                  <c:v>4.0717235431419869</c:v>
                </c:pt>
                <c:pt idx="16009">
                  <c:v>4.0658980891719745</c:v>
                </c:pt>
                <c:pt idx="16010">
                  <c:v>4.0582908573011034</c:v>
                </c:pt>
                <c:pt idx="16011">
                  <c:v>4.0537388139415276</c:v>
                </c:pt>
                <c:pt idx="16012">
                  <c:v>4.0524313011828932</c:v>
                </c:pt>
                <c:pt idx="16013">
                  <c:v>4.0498995133916207</c:v>
                </c:pt>
                <c:pt idx="16014">
                  <c:v>4.052370376231357</c:v>
                </c:pt>
                <c:pt idx="16015">
                  <c:v>4.0542058788622066</c:v>
                </c:pt>
                <c:pt idx="16016">
                  <c:v>4.0584297187166198</c:v>
                </c:pt>
                <c:pt idx="16017">
                  <c:v>4.060644934129841</c:v>
                </c:pt>
                <c:pt idx="16018">
                  <c:v>4.0635523202911736</c:v>
                </c:pt>
                <c:pt idx="16019">
                  <c:v>4.0635453574395699</c:v>
                </c:pt>
                <c:pt idx="16020">
                  <c:v>4.0586196146694622</c:v>
                </c:pt>
                <c:pt idx="16021">
                  <c:v>4.0573936780472364</c:v>
                </c:pt>
                <c:pt idx="16022">
                  <c:v>4.0600803101633893</c:v>
                </c:pt>
                <c:pt idx="16023">
                  <c:v>4.0587270641294459</c:v>
                </c:pt>
                <c:pt idx="16024">
                  <c:v>4.0607210507576061</c:v>
                </c:pt>
                <c:pt idx="16025">
                  <c:v>4.0646734976460817</c:v>
                </c:pt>
                <c:pt idx="16026">
                  <c:v>4.0694685287019823</c:v>
                </c:pt>
                <c:pt idx="16027">
                  <c:v>4.0711890651580491</c:v>
                </c:pt>
                <c:pt idx="16028">
                  <c:v>4.0661824583613564</c:v>
                </c:pt>
                <c:pt idx="16029">
                  <c:v>4.0702631641413145</c:v>
                </c:pt>
                <c:pt idx="16030">
                  <c:v>4.0726625786287931</c:v>
                </c:pt>
                <c:pt idx="16031">
                  <c:v>4.0642304070894486</c:v>
                </c:pt>
                <c:pt idx="16032">
                  <c:v>4.0628820667009533</c:v>
                </c:pt>
                <c:pt idx="16033">
                  <c:v>4.0650302646674845</c:v>
                </c:pt>
                <c:pt idx="16034">
                  <c:v>4.0641459825137476</c:v>
                </c:pt>
                <c:pt idx="16035">
                  <c:v>4.0620708153657477</c:v>
                </c:pt>
                <c:pt idx="16036">
                  <c:v>4.0645847212881279</c:v>
                </c:pt>
                <c:pt idx="16037">
                  <c:v>4.0665956403054162</c:v>
                </c:pt>
                <c:pt idx="16038">
                  <c:v>4.0688764489456819</c:v>
                </c:pt>
                <c:pt idx="16039">
                  <c:v>4.0690524191953159</c:v>
                </c:pt>
                <c:pt idx="16040">
                  <c:v>4.0640947897297943</c:v>
                </c:pt>
                <c:pt idx="16041">
                  <c:v>4.0610045495905371</c:v>
                </c:pt>
                <c:pt idx="16042">
                  <c:v>4.0671840803892865</c:v>
                </c:pt>
                <c:pt idx="16043">
                  <c:v>4.0712716698975351</c:v>
                </c:pt>
                <c:pt idx="16044">
                  <c:v>4.0726534003244055</c:v>
                </c:pt>
                <c:pt idx="16045">
                  <c:v>4.0780933655101474</c:v>
                </c:pt>
                <c:pt idx="16046">
                  <c:v>4.0798623254341893</c:v>
                </c:pt>
                <c:pt idx="16047">
                  <c:v>4.0781345887565772</c:v>
                </c:pt>
                <c:pt idx="16048">
                  <c:v>4.0764744233888512</c:v>
                </c:pt>
                <c:pt idx="16049">
                  <c:v>4.069796336590576</c:v>
                </c:pt>
                <c:pt idx="16050">
                  <c:v>4.0611384262372905</c:v>
                </c:pt>
                <c:pt idx="16051">
                  <c:v>4.0640428848360166</c:v>
                </c:pt>
                <c:pt idx="16052">
                  <c:v>4.0598416742493173</c:v>
                </c:pt>
                <c:pt idx="16053">
                  <c:v>4.059662459943822</c:v>
                </c:pt>
                <c:pt idx="16054">
                  <c:v>4.0596879376508292</c:v>
                </c:pt>
                <c:pt idx="16055">
                  <c:v>4.0582736875420347</c:v>
                </c:pt>
                <c:pt idx="16056">
                  <c:v>4.064572773667761</c:v>
                </c:pt>
                <c:pt idx="16057">
                  <c:v>4.0672656565256951</c:v>
                </c:pt>
                <c:pt idx="16058">
                  <c:v>4.0695677493373426</c:v>
                </c:pt>
                <c:pt idx="16059">
                  <c:v>4.0683078688135463</c:v>
                </c:pt>
                <c:pt idx="16060">
                  <c:v>4.0698601891047197</c:v>
                </c:pt>
                <c:pt idx="16061">
                  <c:v>4.0638966649523285</c:v>
                </c:pt>
                <c:pt idx="16062">
                  <c:v>4.050790600150334</c:v>
                </c:pt>
                <c:pt idx="16063">
                  <c:v>4.051637615223326</c:v>
                </c:pt>
                <c:pt idx="16064">
                  <c:v>4.0565199192942201</c:v>
                </c:pt>
                <c:pt idx="16065">
                  <c:v>4.0553235747913119</c:v>
                </c:pt>
                <c:pt idx="16066">
                  <c:v>4.0619089290659494</c:v>
                </c:pt>
                <c:pt idx="16067">
                  <c:v>4.0612603552636788</c:v>
                </c:pt>
                <c:pt idx="16068">
                  <c:v>4.0565688175020771</c:v>
                </c:pt>
                <c:pt idx="16069">
                  <c:v>4.0609704474423385</c:v>
                </c:pt>
                <c:pt idx="16070">
                  <c:v>4.0617684851841593</c:v>
                </c:pt>
                <c:pt idx="16071">
                  <c:v>4.0511347074415474</c:v>
                </c:pt>
                <c:pt idx="16072">
                  <c:v>4.0447140087826874</c:v>
                </c:pt>
                <c:pt idx="16073">
                  <c:v>4.0485671559124894</c:v>
                </c:pt>
                <c:pt idx="16074">
                  <c:v>4.0594580053012619</c:v>
                </c:pt>
                <c:pt idx="16075">
                  <c:v>4.0634559480951058</c:v>
                </c:pt>
                <c:pt idx="16076">
                  <c:v>4.0591097044744231</c:v>
                </c:pt>
                <c:pt idx="16077">
                  <c:v>4.0607367171737154</c:v>
                </c:pt>
                <c:pt idx="16078">
                  <c:v>4.0640788859437436</c:v>
                </c:pt>
                <c:pt idx="16079">
                  <c:v>4.0642242354709817</c:v>
                </c:pt>
                <c:pt idx="16080">
                  <c:v>4.0648187680500056</c:v>
                </c:pt>
                <c:pt idx="16081">
                  <c:v>4.0689194920283258</c:v>
                </c:pt>
                <c:pt idx="16082">
                  <c:v>4.0699681924278988</c:v>
                </c:pt>
                <c:pt idx="16083">
                  <c:v>4.0627893341773156</c:v>
                </c:pt>
                <c:pt idx="16084">
                  <c:v>4.0566526090912687</c:v>
                </c:pt>
                <c:pt idx="16085">
                  <c:v>4.0505135103058114</c:v>
                </c:pt>
                <c:pt idx="16086">
                  <c:v>4.042770661075286</c:v>
                </c:pt>
                <c:pt idx="16087">
                  <c:v>4.0413854492226138</c:v>
                </c:pt>
                <c:pt idx="16088">
                  <c:v>4.0340535664833643</c:v>
                </c:pt>
                <c:pt idx="16089">
                  <c:v>4.0328260473948649</c:v>
                </c:pt>
                <c:pt idx="16090">
                  <c:v>4.0345692131186457</c:v>
                </c:pt>
                <c:pt idx="16091">
                  <c:v>4.0396729833445422</c:v>
                </c:pt>
                <c:pt idx="16092">
                  <c:v>4.0495122838944493</c:v>
                </c:pt>
                <c:pt idx="16093">
                  <c:v>4.0447868022312772</c:v>
                </c:pt>
                <c:pt idx="16094">
                  <c:v>4.0450870752067098</c:v>
                </c:pt>
                <c:pt idx="16095">
                  <c:v>4.0551537761601457</c:v>
                </c:pt>
                <c:pt idx="16096">
                  <c:v>4.0614554733552239</c:v>
                </c:pt>
                <c:pt idx="16097">
                  <c:v>4.0630695889543853</c:v>
                </c:pt>
                <c:pt idx="16098">
                  <c:v>4.0612217430866009</c:v>
                </c:pt>
                <c:pt idx="16099">
                  <c:v>4.0565664438026667</c:v>
                </c:pt>
                <c:pt idx="16100">
                  <c:v>4.0577168967836377</c:v>
                </c:pt>
                <c:pt idx="16101">
                  <c:v>4.0665961941686115</c:v>
                </c:pt>
                <c:pt idx="16102">
                  <c:v>4.0710138070182378</c:v>
                </c:pt>
                <c:pt idx="16103">
                  <c:v>4.0736883332673974</c:v>
                </c:pt>
                <c:pt idx="16104">
                  <c:v>4.0666188234363254</c:v>
                </c:pt>
                <c:pt idx="16105">
                  <c:v>4.0517890572457178</c:v>
                </c:pt>
                <c:pt idx="16106">
                  <c:v>4.0446371009217863</c:v>
                </c:pt>
                <c:pt idx="16107">
                  <c:v>4.044813387664675</c:v>
                </c:pt>
                <c:pt idx="16108">
                  <c:v>4.051125687383788</c:v>
                </c:pt>
                <c:pt idx="16109">
                  <c:v>4.0627370336669699</c:v>
                </c:pt>
                <c:pt idx="16110">
                  <c:v>4.0648250979151008</c:v>
                </c:pt>
                <c:pt idx="16111">
                  <c:v>4.0566711239466713</c:v>
                </c:pt>
                <c:pt idx="16112">
                  <c:v>4.0485685801321356</c:v>
                </c:pt>
                <c:pt idx="16113">
                  <c:v>4.0459473038730867</c:v>
                </c:pt>
                <c:pt idx="16114">
                  <c:v>4.0504445938995923</c:v>
                </c:pt>
                <c:pt idx="16115">
                  <c:v>4.0546350437156304</c:v>
                </c:pt>
                <c:pt idx="16116">
                  <c:v>4.0484700716065989</c:v>
                </c:pt>
                <c:pt idx="16117">
                  <c:v>4.0440115520037976</c:v>
                </c:pt>
                <c:pt idx="16118">
                  <c:v>4.0480908335641095</c:v>
                </c:pt>
                <c:pt idx="16119">
                  <c:v>4.0538476084978443</c:v>
                </c:pt>
                <c:pt idx="16120">
                  <c:v>4.0562908573011036</c:v>
                </c:pt>
                <c:pt idx="16121">
                  <c:v>4.0541188432171538</c:v>
                </c:pt>
                <c:pt idx="16122">
                  <c:v>4.0489973493689915</c:v>
                </c:pt>
                <c:pt idx="16123">
                  <c:v>4.0488156031174585</c:v>
                </c:pt>
                <c:pt idx="16124">
                  <c:v>4.0508800094947972</c:v>
                </c:pt>
                <c:pt idx="16125">
                  <c:v>4.0552954860149546</c:v>
                </c:pt>
                <c:pt idx="16126">
                  <c:v>4.0559058432567152</c:v>
                </c:pt>
                <c:pt idx="16127">
                  <c:v>4.0512124856588994</c:v>
                </c:pt>
                <c:pt idx="16128">
                  <c:v>4.0491440439925626</c:v>
                </c:pt>
                <c:pt idx="16129">
                  <c:v>4.057250860466036</c:v>
                </c:pt>
                <c:pt idx="16130">
                  <c:v>4.0688905328955176</c:v>
                </c:pt>
                <c:pt idx="16131">
                  <c:v>4.065077105669185</c:v>
                </c:pt>
                <c:pt idx="16132">
                  <c:v>4.0521997863670531</c:v>
                </c:pt>
                <c:pt idx="16133">
                  <c:v>4.0478935791430946</c:v>
                </c:pt>
                <c:pt idx="16134">
                  <c:v>4.0563860426474658</c:v>
                </c:pt>
                <c:pt idx="16135">
                  <c:v>4.0645810816156978</c:v>
                </c:pt>
                <c:pt idx="16136">
                  <c:v>4.0666221466154999</c:v>
                </c:pt>
                <c:pt idx="16137">
                  <c:v>4.0676146694623574</c:v>
                </c:pt>
                <c:pt idx="16138">
                  <c:v>4.0663299442180643</c:v>
                </c:pt>
                <c:pt idx="16139">
                  <c:v>4.061447086283974</c:v>
                </c:pt>
                <c:pt idx="16140">
                  <c:v>4.0629052498318625</c:v>
                </c:pt>
                <c:pt idx="16141">
                  <c:v>4.0706500771452312</c:v>
                </c:pt>
                <c:pt idx="16142">
                  <c:v>4.082477350951458</c:v>
                </c:pt>
                <c:pt idx="16143">
                  <c:v>4.0958721367250863</c:v>
                </c:pt>
                <c:pt idx="16144">
                  <c:v>4.098051192783954</c:v>
                </c:pt>
                <c:pt idx="16145">
                  <c:v>4.08481069747201</c:v>
                </c:pt>
                <c:pt idx="16146">
                  <c:v>4.0752496736163311</c:v>
                </c:pt>
                <c:pt idx="16147">
                  <c:v>4.0647922617399219</c:v>
                </c:pt>
                <c:pt idx="16148">
                  <c:v>4.0513026071131861</c:v>
                </c:pt>
                <c:pt idx="16149">
                  <c:v>4.0538847173319619</c:v>
                </c:pt>
                <c:pt idx="16150">
                  <c:v>4.056306998457095</c:v>
                </c:pt>
                <c:pt idx="16151">
                  <c:v>4.0501273094117183</c:v>
                </c:pt>
                <c:pt idx="16152">
                  <c:v>4.0474096609566006</c:v>
                </c:pt>
                <c:pt idx="16153">
                  <c:v>4.0531074890216399</c:v>
                </c:pt>
                <c:pt idx="16154">
                  <c:v>4.0646578312299715</c:v>
                </c:pt>
                <c:pt idx="16155">
                  <c:v>4.0751400087035643</c:v>
                </c:pt>
                <c:pt idx="16156">
                  <c:v>4.0757184001265969</c:v>
                </c:pt>
                <c:pt idx="16157">
                  <c:v>4.0734509633263443</c:v>
                </c:pt>
                <c:pt idx="16158">
                  <c:v>4.069088024686474</c:v>
                </c:pt>
                <c:pt idx="16159">
                  <c:v>4.0655203544724454</c:v>
                </c:pt>
                <c:pt idx="16160">
                  <c:v>4.0699713573604459</c:v>
                </c:pt>
                <c:pt idx="16161">
                  <c:v>4.066346243620683</c:v>
                </c:pt>
                <c:pt idx="16162">
                  <c:v>4.0595846817264709</c:v>
                </c:pt>
                <c:pt idx="16163">
                  <c:v>4.055250781342723</c:v>
                </c:pt>
                <c:pt idx="16164">
                  <c:v>4.0555585710329547</c:v>
                </c:pt>
                <c:pt idx="16165">
                  <c:v>4.0554963009850855</c:v>
                </c:pt>
                <c:pt idx="16166">
                  <c:v>4.059656209202041</c:v>
                </c:pt>
                <c:pt idx="16167">
                  <c:v>4.0701497013094912</c:v>
                </c:pt>
                <c:pt idx="16168">
                  <c:v>4.0716940301459825</c:v>
                </c:pt>
                <c:pt idx="16169">
                  <c:v>4.0731583653123389</c:v>
                </c:pt>
                <c:pt idx="16170">
                  <c:v>4.0733718400126602</c:v>
                </c:pt>
                <c:pt idx="16171">
                  <c:v>4.0753719982592873</c:v>
                </c:pt>
                <c:pt idx="16172">
                  <c:v>4.0811654864105709</c:v>
                </c:pt>
                <c:pt idx="16173">
                  <c:v>4.0858448391818651</c:v>
                </c:pt>
                <c:pt idx="16174">
                  <c:v>4.0810950666613914</c:v>
                </c:pt>
                <c:pt idx="16175">
                  <c:v>4.0802223365114534</c:v>
                </c:pt>
                <c:pt idx="16176">
                  <c:v>4.0753310915061123</c:v>
                </c:pt>
                <c:pt idx="16177">
                  <c:v>4.0601887091031372</c:v>
                </c:pt>
                <c:pt idx="16178">
                  <c:v>4.0550264667484273</c:v>
                </c:pt>
                <c:pt idx="16179">
                  <c:v>4.0549341298413575</c:v>
                </c:pt>
                <c:pt idx="16180">
                  <c:v>4.0581581675040548</c:v>
                </c:pt>
                <c:pt idx="16181">
                  <c:v>4.0570160224710214</c:v>
                </c:pt>
                <c:pt idx="16182">
                  <c:v>4.0529807334731176</c:v>
                </c:pt>
                <c:pt idx="16183">
                  <c:v>4.0565965897851806</c:v>
                </c:pt>
                <c:pt idx="16184">
                  <c:v>4.0634464532974643</c:v>
                </c:pt>
                <c:pt idx="16185">
                  <c:v>4.0641598290936427</c:v>
                </c:pt>
                <c:pt idx="16186">
                  <c:v>4.0605583732246711</c:v>
                </c:pt>
                <c:pt idx="16187">
                  <c:v>4.0609577085888358</c:v>
                </c:pt>
                <c:pt idx="16188">
                  <c:v>4.0594081576136407</c:v>
                </c:pt>
                <c:pt idx="16189">
                  <c:v>4.0573647189144282</c:v>
                </c:pt>
                <c:pt idx="16190">
                  <c:v>4.0576327887011905</c:v>
                </c:pt>
                <c:pt idx="16191">
                  <c:v>4.0595294536535187</c:v>
                </c:pt>
                <c:pt idx="16192">
                  <c:v>4.0539905843256712</c:v>
                </c:pt>
                <c:pt idx="16193">
                  <c:v>4.0473493689915729</c:v>
                </c:pt>
                <c:pt idx="16194">
                  <c:v>4.0502826284764808</c:v>
                </c:pt>
                <c:pt idx="16195">
                  <c:v>4.0501597499703283</c:v>
                </c:pt>
                <c:pt idx="16196">
                  <c:v>4.0540583138821855</c:v>
                </c:pt>
                <c:pt idx="16197">
                  <c:v>4.0595560390869165</c:v>
                </c:pt>
                <c:pt idx="16198">
                  <c:v>4.0580379000672551</c:v>
                </c:pt>
                <c:pt idx="16199">
                  <c:v>4.0562185385923959</c:v>
                </c:pt>
                <c:pt idx="16200">
                  <c:v>4.0538247418601889</c:v>
                </c:pt>
                <c:pt idx="16201">
                  <c:v>4.0517684060608454</c:v>
                </c:pt>
                <c:pt idx="16202">
                  <c:v>4.0538500613205679</c:v>
                </c:pt>
                <c:pt idx="16203">
                  <c:v>4.0589611108913237</c:v>
                </c:pt>
                <c:pt idx="16204">
                  <c:v>4.0633030818530678</c:v>
                </c:pt>
                <c:pt idx="16205">
                  <c:v>4.0636159354353758</c:v>
                </c:pt>
                <c:pt idx="16206">
                  <c:v>4.0639003837480709</c:v>
                </c:pt>
                <c:pt idx="16207">
                  <c:v>4.0671233928076909</c:v>
                </c:pt>
                <c:pt idx="16208">
                  <c:v>4.069353325157258</c:v>
                </c:pt>
                <c:pt idx="16209">
                  <c:v>4.0665969062784351</c:v>
                </c:pt>
                <c:pt idx="16210">
                  <c:v>4.0655901412351145</c:v>
                </c:pt>
                <c:pt idx="16211">
                  <c:v>4.0701709854808721</c:v>
                </c:pt>
                <c:pt idx="16212">
                  <c:v>4.0810673735016021</c:v>
                </c:pt>
                <c:pt idx="16213">
                  <c:v>4.0766225422320685</c:v>
                </c:pt>
                <c:pt idx="16214">
                  <c:v>4.0641431340744552</c:v>
                </c:pt>
                <c:pt idx="16215">
                  <c:v>4.0559958064643746</c:v>
                </c:pt>
                <c:pt idx="16216">
                  <c:v>4.0536667326027613</c:v>
                </c:pt>
                <c:pt idx="16217">
                  <c:v>4.0544925426276857</c:v>
                </c:pt>
                <c:pt idx="16218">
                  <c:v>4.0608879218261658</c:v>
                </c:pt>
                <c:pt idx="16219">
                  <c:v>4.0697540056177557</c:v>
                </c:pt>
                <c:pt idx="16220">
                  <c:v>4.0667769909403804</c:v>
                </c:pt>
                <c:pt idx="16221">
                  <c:v>4.0583828777149185</c:v>
                </c:pt>
                <c:pt idx="16222">
                  <c:v>4.0602368160778575</c:v>
                </c:pt>
                <c:pt idx="16223">
                  <c:v>4.0670912687423346</c:v>
                </c:pt>
                <c:pt idx="16224">
                  <c:v>4.0705791826561697</c:v>
                </c:pt>
                <c:pt idx="16225">
                  <c:v>4.0717205364560671</c:v>
                </c:pt>
                <c:pt idx="16226">
                  <c:v>4.0708422676741698</c:v>
                </c:pt>
                <c:pt idx="16227">
                  <c:v>4.0735663251176959</c:v>
                </c:pt>
                <c:pt idx="16228">
                  <c:v>4.0841587213672508</c:v>
                </c:pt>
                <c:pt idx="16229">
                  <c:v>4.0847110020967676</c:v>
                </c:pt>
                <c:pt idx="16230">
                  <c:v>4.0753523756774932</c:v>
                </c:pt>
                <c:pt idx="16231">
                  <c:v>4.0644703089765404</c:v>
                </c:pt>
                <c:pt idx="16232">
                  <c:v>4.0588269177513157</c:v>
                </c:pt>
                <c:pt idx="16233">
                  <c:v>4.0615344384222816</c:v>
                </c:pt>
                <c:pt idx="16234">
                  <c:v>4.0600375835740001</c:v>
                </c:pt>
                <c:pt idx="16235">
                  <c:v>4.0619688254144082</c:v>
                </c:pt>
                <c:pt idx="16236">
                  <c:v>4.0646583059698544</c:v>
                </c:pt>
                <c:pt idx="16237">
                  <c:v>4.0674603790006723</c:v>
                </c:pt>
                <c:pt idx="16238">
                  <c:v>4.0701987577639756</c:v>
                </c:pt>
                <c:pt idx="16239">
                  <c:v>4.0634248526328278</c:v>
                </c:pt>
                <c:pt idx="16240">
                  <c:v>4.0626282391106541</c:v>
                </c:pt>
                <c:pt idx="16241">
                  <c:v>4.0627314159116983</c:v>
                </c:pt>
                <c:pt idx="16242">
                  <c:v>4.0644253669343673</c:v>
                </c:pt>
                <c:pt idx="16243">
                  <c:v>4.0689202832614626</c:v>
                </c:pt>
                <c:pt idx="16244">
                  <c:v>4.0683962495549313</c:v>
                </c:pt>
                <c:pt idx="16245">
                  <c:v>4.0660215215413222</c:v>
                </c:pt>
                <c:pt idx="16246">
                  <c:v>4.0627095778771212</c:v>
                </c:pt>
                <c:pt idx="16247">
                  <c:v>4.0573628990782131</c:v>
                </c:pt>
                <c:pt idx="16248">
                  <c:v>4.0602255014440001</c:v>
                </c:pt>
                <c:pt idx="16249">
                  <c:v>4.0663085018000551</c:v>
                </c:pt>
                <c:pt idx="16250">
                  <c:v>4.0661747833999291</c:v>
                </c:pt>
                <c:pt idx="16251">
                  <c:v>4.065217549550975</c:v>
                </c:pt>
                <c:pt idx="16252">
                  <c:v>4.0619097994223994</c:v>
                </c:pt>
                <c:pt idx="16253">
                  <c:v>4.0601250939589351</c:v>
                </c:pt>
                <c:pt idx="16254">
                  <c:v>4.0619005419946985</c:v>
                </c:pt>
                <c:pt idx="16255">
                  <c:v>4.0596351624006015</c:v>
                </c:pt>
                <c:pt idx="16256">
                  <c:v>4.0540078332080549</c:v>
                </c:pt>
                <c:pt idx="16257">
                  <c:v>4.0486552992839338</c:v>
                </c:pt>
                <c:pt idx="16258">
                  <c:v>4.0528607825295726</c:v>
                </c:pt>
                <c:pt idx="16259">
                  <c:v>4.0494189975076154</c:v>
                </c:pt>
                <c:pt idx="16260">
                  <c:v>4.0535334098192033</c:v>
                </c:pt>
                <c:pt idx="16261">
                  <c:v>4.0595162400601339</c:v>
                </c:pt>
                <c:pt idx="16262">
                  <c:v>4.0612024369980615</c:v>
                </c:pt>
                <c:pt idx="16263">
                  <c:v>4.0581418681014361</c:v>
                </c:pt>
                <c:pt idx="16264">
                  <c:v>4.0547168572219805</c:v>
                </c:pt>
                <c:pt idx="16265">
                  <c:v>4.0530018593978712</c:v>
                </c:pt>
                <c:pt idx="16266">
                  <c:v>4.0491210191082807</c:v>
                </c:pt>
                <c:pt idx="16267">
                  <c:v>4.0480018198362151</c:v>
                </c:pt>
                <c:pt idx="16268">
                  <c:v>4.0504635043715629</c:v>
                </c:pt>
                <c:pt idx="16269">
                  <c:v>4.0557973651936541</c:v>
                </c:pt>
                <c:pt idx="16270">
                  <c:v>4.0598258495865807</c:v>
                </c:pt>
                <c:pt idx="16271">
                  <c:v>4.0605074178106575</c:v>
                </c:pt>
                <c:pt idx="16272">
                  <c:v>4.0627709775685403</c:v>
                </c:pt>
                <c:pt idx="16273">
                  <c:v>4.0694703485381964</c:v>
                </c:pt>
                <c:pt idx="16274">
                  <c:v>4.076898286980259</c:v>
                </c:pt>
                <c:pt idx="16275">
                  <c:v>4.0771461803220319</c:v>
                </c:pt>
                <c:pt idx="16276">
                  <c:v>4.0672209518534634</c:v>
                </c:pt>
                <c:pt idx="16277">
                  <c:v>4.0526446967599004</c:v>
                </c:pt>
                <c:pt idx="16278">
                  <c:v>4.0532817185583729</c:v>
                </c:pt>
                <c:pt idx="16279">
                  <c:v>4.0574993076710051</c:v>
                </c:pt>
                <c:pt idx="16280">
                  <c:v>4.0618244253669342</c:v>
                </c:pt>
                <c:pt idx="16281">
                  <c:v>4.0708000949479768</c:v>
                </c:pt>
                <c:pt idx="16282">
                  <c:v>4.0724466511057482</c:v>
                </c:pt>
                <c:pt idx="16283">
                  <c:v>4.0737292400205725</c:v>
                </c:pt>
                <c:pt idx="16284">
                  <c:v>4.0679789531985602</c:v>
                </c:pt>
                <c:pt idx="16285">
                  <c:v>4.0609933932033071</c:v>
                </c:pt>
                <c:pt idx="16286">
                  <c:v>4.0628511294853027</c:v>
                </c:pt>
                <c:pt idx="16287">
                  <c:v>4.060286822012106</c:v>
                </c:pt>
                <c:pt idx="16288">
                  <c:v>4.0543216362701271</c:v>
                </c:pt>
                <c:pt idx="16289">
                  <c:v>4.0542890374648888</c:v>
                </c:pt>
                <c:pt idx="16290">
                  <c:v>4.0582633223879414</c:v>
                </c:pt>
                <c:pt idx="16291">
                  <c:v>4.061364402421173</c:v>
                </c:pt>
                <c:pt idx="16292">
                  <c:v>4.0651359734145665</c:v>
                </c:pt>
                <c:pt idx="16293">
                  <c:v>4.0643013015785101</c:v>
                </c:pt>
                <c:pt idx="16294">
                  <c:v>4.0665682636388816</c:v>
                </c:pt>
                <c:pt idx="16295">
                  <c:v>4.0730391264786165</c:v>
                </c:pt>
                <c:pt idx="16296">
                  <c:v>4.0699131226015748</c:v>
                </c:pt>
                <c:pt idx="16297">
                  <c:v>4.0614473236539146</c:v>
                </c:pt>
                <c:pt idx="16298">
                  <c:v>4.0596030383352453</c:v>
                </c:pt>
                <c:pt idx="16299">
                  <c:v>4.0670559797444321</c:v>
                </c:pt>
                <c:pt idx="16300">
                  <c:v>4.0759583811370019</c:v>
                </c:pt>
                <c:pt idx="16301">
                  <c:v>4.0717295565138265</c:v>
                </c:pt>
                <c:pt idx="16302">
                  <c:v>4.0627545199192943</c:v>
                </c:pt>
                <c:pt idx="16303">
                  <c:v>4.0662971080428845</c:v>
                </c:pt>
                <c:pt idx="16304">
                  <c:v>4.0743156228982871</c:v>
                </c:pt>
                <c:pt idx="16305">
                  <c:v>4.0744428531866914</c:v>
                </c:pt>
                <c:pt idx="16306">
                  <c:v>4.0711239466708866</c:v>
                </c:pt>
                <c:pt idx="16307">
                  <c:v>4.0761702733710488</c:v>
                </c:pt>
                <c:pt idx="16308">
                  <c:v>4.0785389880128182</c:v>
                </c:pt>
                <c:pt idx="16309">
                  <c:v>4.0731165090794006</c:v>
                </c:pt>
                <c:pt idx="16310">
                  <c:v>4.0673853700992995</c:v>
                </c:pt>
                <c:pt idx="16311">
                  <c:v>4.070082921232741</c:v>
                </c:pt>
                <c:pt idx="16312">
                  <c:v>4.073701467737469</c:v>
                </c:pt>
                <c:pt idx="16313">
                  <c:v>4.073402856351624</c:v>
                </c:pt>
                <c:pt idx="16314">
                  <c:v>4.0718421489891998</c:v>
                </c:pt>
                <c:pt idx="16315">
                  <c:v>4.0721644973691502</c:v>
                </c:pt>
                <c:pt idx="16316">
                  <c:v>4.0677718874866482</c:v>
                </c:pt>
                <c:pt idx="16317">
                  <c:v>4.0659723859635237</c:v>
                </c:pt>
                <c:pt idx="16318">
                  <c:v>4.0700095739209559</c:v>
                </c:pt>
                <c:pt idx="16319">
                  <c:v>4.0744711793329902</c:v>
                </c:pt>
                <c:pt idx="16320">
                  <c:v>4.0737695137872372</c:v>
                </c:pt>
                <c:pt idx="16321">
                  <c:v>4.0692456383273328</c:v>
                </c:pt>
                <c:pt idx="16322">
                  <c:v>4.0738597143648372</c:v>
                </c:pt>
                <c:pt idx="16323">
                  <c:v>4.0720354472445308</c:v>
                </c:pt>
                <c:pt idx="16324">
                  <c:v>4.0741725679471452</c:v>
                </c:pt>
                <c:pt idx="16325">
                  <c:v>4.0783394390157062</c:v>
                </c:pt>
                <c:pt idx="16326">
                  <c:v>4.0759269691814692</c:v>
                </c:pt>
                <c:pt idx="16327">
                  <c:v>4.0662981366459627</c:v>
                </c:pt>
                <c:pt idx="16328">
                  <c:v>4.055569806543498</c:v>
                </c:pt>
                <c:pt idx="16329">
                  <c:v>4.0544758476084981</c:v>
                </c:pt>
                <c:pt idx="16330">
                  <c:v>4.0557234640186728</c:v>
                </c:pt>
                <c:pt idx="16331">
                  <c:v>4.0604804367606917</c:v>
                </c:pt>
                <c:pt idx="16332">
                  <c:v>4.0602409304901688</c:v>
                </c:pt>
                <c:pt idx="16333">
                  <c:v>4.064644301143332</c:v>
                </c:pt>
                <c:pt idx="16334">
                  <c:v>4.0636304150017803</c:v>
                </c:pt>
                <c:pt idx="16335">
                  <c:v>4.0604926217509991</c:v>
                </c:pt>
                <c:pt idx="16336">
                  <c:v>4.0546195355461485</c:v>
                </c:pt>
                <c:pt idx="16337">
                  <c:v>4.0591432527594256</c:v>
                </c:pt>
                <c:pt idx="16338">
                  <c:v>4.0634095818332874</c:v>
                </c:pt>
                <c:pt idx="16339">
                  <c:v>4.0611949994065748</c:v>
                </c:pt>
                <c:pt idx="16340">
                  <c:v>4.062376231356569</c:v>
                </c:pt>
                <c:pt idx="16341">
                  <c:v>4.066391581279424</c:v>
                </c:pt>
                <c:pt idx="16342">
                  <c:v>4.06821347470032</c:v>
                </c:pt>
                <c:pt idx="16343">
                  <c:v>4.0701707481109306</c:v>
                </c:pt>
                <c:pt idx="16344">
                  <c:v>4.0758434149622182</c:v>
                </c:pt>
                <c:pt idx="16345">
                  <c:v>4.0724824148435337</c:v>
                </c:pt>
                <c:pt idx="16346">
                  <c:v>4.0718871701546862</c:v>
                </c:pt>
                <c:pt idx="16347">
                  <c:v>4.0753890097717296</c:v>
                </c:pt>
                <c:pt idx="16348">
                  <c:v>4.0715569885666811</c:v>
                </c:pt>
                <c:pt idx="16349">
                  <c:v>4.0719889227360841</c:v>
                </c:pt>
                <c:pt idx="16350">
                  <c:v>4.0670680856114254</c:v>
                </c:pt>
                <c:pt idx="16351">
                  <c:v>4.0650362780393241</c:v>
                </c:pt>
                <c:pt idx="16352">
                  <c:v>4.0613822842900662</c:v>
                </c:pt>
                <c:pt idx="16353">
                  <c:v>4.0626111484748986</c:v>
                </c:pt>
                <c:pt idx="16354">
                  <c:v>4.0662285872532342</c:v>
                </c:pt>
                <c:pt idx="16355">
                  <c:v>4.0669322308818296</c:v>
                </c:pt>
                <c:pt idx="16356">
                  <c:v>4.0664044783795541</c:v>
                </c:pt>
                <c:pt idx="16357">
                  <c:v>4.0682847648059504</c:v>
                </c:pt>
                <c:pt idx="16358">
                  <c:v>4.0655953633738182</c:v>
                </c:pt>
                <c:pt idx="16359">
                  <c:v>4.0586654270680853</c:v>
                </c:pt>
                <c:pt idx="16360">
                  <c:v>4.0597772678719783</c:v>
                </c:pt>
                <c:pt idx="16361">
                  <c:v>4.0661745460299876</c:v>
                </c:pt>
                <c:pt idx="16362">
                  <c:v>4.0647689203623845</c:v>
                </c:pt>
                <c:pt idx="16363">
                  <c:v>4.071231237884243</c:v>
                </c:pt>
                <c:pt idx="16364">
                  <c:v>4.0798306761087151</c:v>
                </c:pt>
                <c:pt idx="16365">
                  <c:v>4.0799881315029474</c:v>
                </c:pt>
                <c:pt idx="16366">
                  <c:v>4.0712770502828661</c:v>
                </c:pt>
                <c:pt idx="16367">
                  <c:v>4.0578879613878227</c:v>
                </c:pt>
                <c:pt idx="16368">
                  <c:v>4.0530105629623767</c:v>
                </c:pt>
                <c:pt idx="16369">
                  <c:v>4.047778692091625</c:v>
                </c:pt>
                <c:pt idx="16370">
                  <c:v>4.045080033231792</c:v>
                </c:pt>
                <c:pt idx="16371">
                  <c:v>4.0549422795426668</c:v>
                </c:pt>
                <c:pt idx="16372">
                  <c:v>4.065455710725165</c:v>
                </c:pt>
                <c:pt idx="16373">
                  <c:v>4.0669592910551096</c:v>
                </c:pt>
                <c:pt idx="16374">
                  <c:v>4.0658779127269851</c:v>
                </c:pt>
                <c:pt idx="16375">
                  <c:v>4.0677599398662814</c:v>
                </c:pt>
                <c:pt idx="16376">
                  <c:v>4.0721292083712468</c:v>
                </c:pt>
                <c:pt idx="16377">
                  <c:v>4.0789843731455475</c:v>
                </c:pt>
                <c:pt idx="16378">
                  <c:v>4.0783280452585355</c:v>
                </c:pt>
                <c:pt idx="16379">
                  <c:v>4.0684684891403249</c:v>
                </c:pt>
                <c:pt idx="16380">
                  <c:v>4.0651602642718681</c:v>
                </c:pt>
                <c:pt idx="16381">
                  <c:v>4.0696547058590813</c:v>
                </c:pt>
                <c:pt idx="16382">
                  <c:v>4.0680392451635878</c:v>
                </c:pt>
                <c:pt idx="16383">
                  <c:v>4.0653416940301463</c:v>
                </c:pt>
                <c:pt idx="16384">
                  <c:v>4.0622724215690154</c:v>
                </c:pt>
                <c:pt idx="16385">
                  <c:v>4.0635895873719194</c:v>
                </c:pt>
                <c:pt idx="16386">
                  <c:v>4.065999208766863</c:v>
                </c:pt>
                <c:pt idx="16387">
                  <c:v>4.0698855876884128</c:v>
                </c:pt>
                <c:pt idx="16388">
                  <c:v>4.071772916089726</c:v>
                </c:pt>
                <c:pt idx="16389">
                  <c:v>4.0637394469280377</c:v>
                </c:pt>
                <c:pt idx="16390">
                  <c:v>4.0550668987617202</c:v>
                </c:pt>
                <c:pt idx="16391">
                  <c:v>4.0558984056652294</c:v>
                </c:pt>
                <c:pt idx="16392">
                  <c:v>4.0613474700320449</c:v>
                </c:pt>
                <c:pt idx="16393">
                  <c:v>4.0673405071804405</c:v>
                </c:pt>
                <c:pt idx="16394">
                  <c:v>4.0671539344067726</c:v>
                </c:pt>
                <c:pt idx="16395">
                  <c:v>4.0701573762709184</c:v>
                </c:pt>
                <c:pt idx="16396">
                  <c:v>4.0726311666732604</c:v>
                </c:pt>
                <c:pt idx="16397">
                  <c:v>4.0622043755192472</c:v>
                </c:pt>
                <c:pt idx="16398">
                  <c:v>4.0526083791589196</c:v>
                </c:pt>
                <c:pt idx="16399">
                  <c:v>4.0493587055425877</c:v>
                </c:pt>
                <c:pt idx="16400">
                  <c:v>4.0472328994738298</c:v>
                </c:pt>
                <c:pt idx="16401">
                  <c:v>4.049130909522491</c:v>
                </c:pt>
                <c:pt idx="16402">
                  <c:v>4.054819321913202</c:v>
                </c:pt>
                <c:pt idx="16403">
                  <c:v>4.0581248565889938</c:v>
                </c:pt>
                <c:pt idx="16404">
                  <c:v>4.0616337381809551</c:v>
                </c:pt>
                <c:pt idx="16405">
                  <c:v>4.0646105946117022</c:v>
                </c:pt>
                <c:pt idx="16406">
                  <c:v>4.0628520789650668</c:v>
                </c:pt>
                <c:pt idx="16407">
                  <c:v>4.0586432725402544</c:v>
                </c:pt>
                <c:pt idx="16408">
                  <c:v>4.0540969260592634</c:v>
                </c:pt>
                <c:pt idx="16409">
                  <c:v>4.0508627606124143</c:v>
                </c:pt>
                <c:pt idx="16410">
                  <c:v>4.053970091387427</c:v>
                </c:pt>
                <c:pt idx="16411">
                  <c:v>4.0550772639158126</c:v>
                </c:pt>
                <c:pt idx="16412">
                  <c:v>4.0532014083949832</c:v>
                </c:pt>
                <c:pt idx="16413">
                  <c:v>4.0561692447679709</c:v>
                </c:pt>
                <c:pt idx="16414">
                  <c:v>4.057815247062547</c:v>
                </c:pt>
                <c:pt idx="16415">
                  <c:v>4.0615357043953004</c:v>
                </c:pt>
                <c:pt idx="16416">
                  <c:v>4.0697519484115992</c:v>
                </c:pt>
                <c:pt idx="16417">
                  <c:v>4.0703431578114495</c:v>
                </c:pt>
                <c:pt idx="16418">
                  <c:v>4.0737655576215532</c:v>
                </c:pt>
                <c:pt idx="16419">
                  <c:v>4.0785517268663209</c:v>
                </c:pt>
                <c:pt idx="16420">
                  <c:v>4.0810649998021917</c:v>
                </c:pt>
                <c:pt idx="16421">
                  <c:v>4.0782685445266447</c:v>
                </c:pt>
                <c:pt idx="16422">
                  <c:v>4.0736881750207701</c:v>
                </c:pt>
                <c:pt idx="16423">
                  <c:v>4.0689895161609364</c:v>
                </c:pt>
                <c:pt idx="16424">
                  <c:v>4.0645900225501448</c:v>
                </c:pt>
                <c:pt idx="16425">
                  <c:v>4.0634093444633459</c:v>
                </c:pt>
                <c:pt idx="16426">
                  <c:v>4.0691072516516993</c:v>
                </c:pt>
                <c:pt idx="16427">
                  <c:v>4.070773034774696</c:v>
                </c:pt>
                <c:pt idx="16428">
                  <c:v>4.0695768485184161</c:v>
                </c:pt>
                <c:pt idx="16429">
                  <c:v>4.0681916366657438</c:v>
                </c:pt>
                <c:pt idx="16430">
                  <c:v>4.0634914744629507</c:v>
                </c:pt>
                <c:pt idx="16431">
                  <c:v>4.058659097202991</c:v>
                </c:pt>
                <c:pt idx="16432">
                  <c:v>4.0638984056652294</c:v>
                </c:pt>
                <c:pt idx="16433">
                  <c:v>4.0649924437235434</c:v>
                </c:pt>
                <c:pt idx="16434">
                  <c:v>4.0633704949163274</c:v>
                </c:pt>
                <c:pt idx="16435">
                  <c:v>4.0683739367804721</c:v>
                </c:pt>
                <c:pt idx="16436">
                  <c:v>4.0792293389247138</c:v>
                </c:pt>
                <c:pt idx="16437">
                  <c:v>4.0844847094196304</c:v>
                </c:pt>
                <c:pt idx="16438">
                  <c:v>4.0771097044744238</c:v>
                </c:pt>
                <c:pt idx="16439">
                  <c:v>4.069128931439649</c:v>
                </c:pt>
                <c:pt idx="16440">
                  <c:v>4.0598484788542946</c:v>
                </c:pt>
                <c:pt idx="16441">
                  <c:v>4.056416346876607</c:v>
                </c:pt>
                <c:pt idx="16442">
                  <c:v>4.0600799145468214</c:v>
                </c:pt>
                <c:pt idx="16443">
                  <c:v>4.0592845669976656</c:v>
                </c:pt>
                <c:pt idx="16444">
                  <c:v>4.0603126953356803</c:v>
                </c:pt>
                <c:pt idx="16445">
                  <c:v>4.0590826443011432</c:v>
                </c:pt>
                <c:pt idx="16446">
                  <c:v>4.0510221149661749</c:v>
                </c:pt>
                <c:pt idx="16447">
                  <c:v>4.0462349171183289</c:v>
                </c:pt>
                <c:pt idx="16448">
                  <c:v>4.0487135340428058</c:v>
                </c:pt>
                <c:pt idx="16449">
                  <c:v>4.0464348617320089</c:v>
                </c:pt>
                <c:pt idx="16450">
                  <c:v>4.0531506112275979</c:v>
                </c:pt>
                <c:pt idx="16451">
                  <c:v>4.0605165169917319</c:v>
                </c:pt>
                <c:pt idx="16452">
                  <c:v>4.0620733473117854</c:v>
                </c:pt>
                <c:pt idx="16453">
                  <c:v>4.0631190410254385</c:v>
                </c:pt>
                <c:pt idx="16454">
                  <c:v>4.0662188550856513</c:v>
                </c:pt>
                <c:pt idx="16455">
                  <c:v>4.0672033073545117</c:v>
                </c:pt>
                <c:pt idx="16456">
                  <c:v>4.0650029671242631</c:v>
                </c:pt>
                <c:pt idx="16457">
                  <c:v>4.06215096728251</c:v>
                </c:pt>
                <c:pt idx="16458">
                  <c:v>4.0586702535902202</c:v>
                </c:pt>
                <c:pt idx="16459">
                  <c:v>4.0489351584444355</c:v>
                </c:pt>
                <c:pt idx="16460">
                  <c:v>4.0404486291885906</c:v>
                </c:pt>
                <c:pt idx="16461">
                  <c:v>4.041447323653915</c:v>
                </c:pt>
                <c:pt idx="16462">
                  <c:v>4.0496464770344582</c:v>
                </c:pt>
                <c:pt idx="16463">
                  <c:v>4.0518082842109431</c:v>
                </c:pt>
                <c:pt idx="16464">
                  <c:v>4.0498655694900503</c:v>
                </c:pt>
                <c:pt idx="16465">
                  <c:v>4.0554048344344658</c:v>
                </c:pt>
                <c:pt idx="16466">
                  <c:v>4.0596436285951656</c:v>
                </c:pt>
                <c:pt idx="16467">
                  <c:v>4.0681729635637138</c:v>
                </c:pt>
                <c:pt idx="16468">
                  <c:v>4.0691449934723263</c:v>
                </c:pt>
                <c:pt idx="16469">
                  <c:v>4.0590511532222973</c:v>
                </c:pt>
                <c:pt idx="16470">
                  <c:v>4.0540854531787796</c:v>
                </c:pt>
                <c:pt idx="16471">
                  <c:v>4.062226925663647</c:v>
                </c:pt>
                <c:pt idx="16472">
                  <c:v>4.0697248882383192</c:v>
                </c:pt>
                <c:pt idx="16473">
                  <c:v>4.06396930015429</c:v>
                </c:pt>
                <c:pt idx="16474">
                  <c:v>4.0603924516358747</c:v>
                </c:pt>
                <c:pt idx="16475">
                  <c:v>4.0617663488546905</c:v>
                </c:pt>
                <c:pt idx="16476">
                  <c:v>4.0609399058432567</c:v>
                </c:pt>
                <c:pt idx="16477">
                  <c:v>4.061802112592475</c:v>
                </c:pt>
                <c:pt idx="16478">
                  <c:v>4.0665476124540092</c:v>
                </c:pt>
                <c:pt idx="16479">
                  <c:v>4.0710878664398464</c:v>
                </c:pt>
                <c:pt idx="16480">
                  <c:v>4.0744393717608895</c:v>
                </c:pt>
                <c:pt idx="16481">
                  <c:v>4.0691027416228192</c:v>
                </c:pt>
                <c:pt idx="16482">
                  <c:v>4.0637678521976497</c:v>
                </c:pt>
                <c:pt idx="16483">
                  <c:v>4.0607415436958503</c:v>
                </c:pt>
                <c:pt idx="16484">
                  <c:v>4.0509024013925705</c:v>
                </c:pt>
                <c:pt idx="16485">
                  <c:v>4.0481176563674488</c:v>
                </c:pt>
                <c:pt idx="16486">
                  <c:v>4.0502093602880089</c:v>
                </c:pt>
                <c:pt idx="16487">
                  <c:v>4.0517438778336032</c:v>
                </c:pt>
                <c:pt idx="16488">
                  <c:v>4.0537161846738146</c:v>
                </c:pt>
                <c:pt idx="16489">
                  <c:v>4.0531654864105713</c:v>
                </c:pt>
                <c:pt idx="16490">
                  <c:v>4.0529566008624442</c:v>
                </c:pt>
                <c:pt idx="16491">
                  <c:v>4.0533673299837796</c:v>
                </c:pt>
                <c:pt idx="16492">
                  <c:v>4.0613521383075524</c:v>
                </c:pt>
                <c:pt idx="16493">
                  <c:v>4.0668286584642166</c:v>
                </c:pt>
                <c:pt idx="16494">
                  <c:v>4.0745408869723461</c:v>
                </c:pt>
                <c:pt idx="16495">
                  <c:v>4.0795838113700205</c:v>
                </c:pt>
                <c:pt idx="16496">
                  <c:v>4.0779073465996758</c:v>
                </c:pt>
                <c:pt idx="16497">
                  <c:v>4.0740098112908969</c:v>
                </c:pt>
                <c:pt idx="16498">
                  <c:v>4.0679670847015075</c:v>
                </c:pt>
                <c:pt idx="16499">
                  <c:v>4.061250227479527</c:v>
                </c:pt>
                <c:pt idx="16500">
                  <c:v>4.0545245084464137</c:v>
                </c:pt>
                <c:pt idx="16501">
                  <c:v>4.0555610238556792</c:v>
                </c:pt>
                <c:pt idx="16502">
                  <c:v>4.0616916564465724</c:v>
                </c:pt>
                <c:pt idx="16503">
                  <c:v>4.0669926019701705</c:v>
                </c:pt>
                <c:pt idx="16504">
                  <c:v>4.0645445266447755</c:v>
                </c:pt>
                <c:pt idx="16505">
                  <c:v>4.062730862048503</c:v>
                </c:pt>
                <c:pt idx="16506">
                  <c:v>4.0630025715076945</c:v>
                </c:pt>
                <c:pt idx="16507">
                  <c:v>4.0678127942398223</c:v>
                </c:pt>
                <c:pt idx="16508">
                  <c:v>4.0695099893183526</c:v>
                </c:pt>
                <c:pt idx="16509">
                  <c:v>4.0624320132927165</c:v>
                </c:pt>
                <c:pt idx="16510">
                  <c:v>4.0511322546188238</c:v>
                </c:pt>
                <c:pt idx="16511">
                  <c:v>4.0453114689243188</c:v>
                </c:pt>
                <c:pt idx="16512">
                  <c:v>4.0461370415793017</c:v>
                </c:pt>
                <c:pt idx="16513">
                  <c:v>4.0533760335482851</c:v>
                </c:pt>
                <c:pt idx="16514">
                  <c:v>4.0646806187443127</c:v>
                </c:pt>
                <c:pt idx="16515">
                  <c:v>4.0698731653281639</c:v>
                </c:pt>
                <c:pt idx="16516">
                  <c:v>4.0684401629940261</c:v>
                </c:pt>
                <c:pt idx="16517">
                  <c:v>4.0715463069193341</c:v>
                </c:pt>
                <c:pt idx="16518">
                  <c:v>4.0710610436365071</c:v>
                </c:pt>
                <c:pt idx="16519">
                  <c:v>4.0646589389563639</c:v>
                </c:pt>
                <c:pt idx="16520">
                  <c:v>4.0541027020611624</c:v>
                </c:pt>
                <c:pt idx="16521">
                  <c:v>4.0462306444593903</c:v>
                </c:pt>
                <c:pt idx="16522">
                  <c:v>4.0526089330221149</c:v>
                </c:pt>
                <c:pt idx="16523">
                  <c:v>4.0648360169323894</c:v>
                </c:pt>
                <c:pt idx="16524">
                  <c:v>4.0683132491988765</c:v>
                </c:pt>
                <c:pt idx="16525">
                  <c:v>4.0699020453376589</c:v>
                </c:pt>
                <c:pt idx="16526">
                  <c:v>4.0700065672350361</c:v>
                </c:pt>
                <c:pt idx="16527">
                  <c:v>4.0681846738141392</c:v>
                </c:pt>
                <c:pt idx="16528">
                  <c:v>4.06360936820034</c:v>
                </c:pt>
                <c:pt idx="16529">
                  <c:v>4.0577590695098307</c:v>
                </c:pt>
                <c:pt idx="16530">
                  <c:v>4.0519698540174867</c:v>
                </c:pt>
                <c:pt idx="16531">
                  <c:v>4.0459147841911616</c:v>
                </c:pt>
                <c:pt idx="16532">
                  <c:v>4.0519037069272459</c:v>
                </c:pt>
                <c:pt idx="16533">
                  <c:v>4.0577199825928707</c:v>
                </c:pt>
                <c:pt idx="16534">
                  <c:v>4.0572745974601414</c:v>
                </c:pt>
                <c:pt idx="16535">
                  <c:v>4.0592017248882382</c:v>
                </c:pt>
                <c:pt idx="16536">
                  <c:v>4.0582065118487165</c:v>
                </c:pt>
                <c:pt idx="16537">
                  <c:v>4.0609262966333031</c:v>
                </c:pt>
                <c:pt idx="16538">
                  <c:v>4.0757641334019068</c:v>
                </c:pt>
                <c:pt idx="16539">
                  <c:v>4.0820263480634571</c:v>
                </c:pt>
                <c:pt idx="16540">
                  <c:v>4.0791771175376823</c:v>
                </c:pt>
                <c:pt idx="16541">
                  <c:v>4.0764526644775883</c:v>
                </c:pt>
                <c:pt idx="16542">
                  <c:v>4.0764887447086284</c:v>
                </c:pt>
                <c:pt idx="16543">
                  <c:v>4.0671427780195435</c:v>
                </c:pt>
                <c:pt idx="16544">
                  <c:v>4.0611020295129956</c:v>
                </c:pt>
                <c:pt idx="16545">
                  <c:v>4.0651069351584441</c:v>
                </c:pt>
                <c:pt idx="16546">
                  <c:v>4.0689167227123475</c:v>
                </c:pt>
                <c:pt idx="16547">
                  <c:v>4.0724415872136728</c:v>
                </c:pt>
                <c:pt idx="16548">
                  <c:v>4.0655617359655025</c:v>
                </c:pt>
                <c:pt idx="16549">
                  <c:v>4.0570073980298291</c:v>
                </c:pt>
                <c:pt idx="16550">
                  <c:v>4.0558908098271154</c:v>
                </c:pt>
                <c:pt idx="16551">
                  <c:v>4.0541021481979662</c:v>
                </c:pt>
                <c:pt idx="16552">
                  <c:v>4.0426509475016816</c:v>
                </c:pt>
                <c:pt idx="16553">
                  <c:v>4.0354064960240539</c:v>
                </c:pt>
                <c:pt idx="16554">
                  <c:v>4.0382983740159037</c:v>
                </c:pt>
                <c:pt idx="16555">
                  <c:v>4.0412334533370258</c:v>
                </c:pt>
                <c:pt idx="16556">
                  <c:v>4.0420420936028805</c:v>
                </c:pt>
                <c:pt idx="16557">
                  <c:v>4.0462232859912177</c:v>
                </c:pt>
                <c:pt idx="16558">
                  <c:v>4.0548702773272147</c:v>
                </c:pt>
                <c:pt idx="16559">
                  <c:v>4.0535967084701507</c:v>
                </c:pt>
                <c:pt idx="16560">
                  <c:v>4.0493990584325674</c:v>
                </c:pt>
                <c:pt idx="16561">
                  <c:v>4.0510184752937457</c:v>
                </c:pt>
                <c:pt idx="16562">
                  <c:v>4.0549558096293072</c:v>
                </c:pt>
                <c:pt idx="16563">
                  <c:v>4.0620093365510144</c:v>
                </c:pt>
                <c:pt idx="16564">
                  <c:v>4.062987696324722</c:v>
                </c:pt>
                <c:pt idx="16565">
                  <c:v>4.0621400482652215</c:v>
                </c:pt>
                <c:pt idx="16566">
                  <c:v>4.0595098310717255</c:v>
                </c:pt>
                <c:pt idx="16567">
                  <c:v>4.0536268544526646</c:v>
                </c:pt>
                <c:pt idx="16568">
                  <c:v>4.0549657000435175</c:v>
                </c:pt>
                <c:pt idx="16569">
                  <c:v>4.0536573169284331</c:v>
                </c:pt>
                <c:pt idx="16570">
                  <c:v>4.0482948134667875</c:v>
                </c:pt>
                <c:pt idx="16571">
                  <c:v>4.0445920797563</c:v>
                </c:pt>
                <c:pt idx="16572">
                  <c:v>4.0474621988368877</c:v>
                </c:pt>
                <c:pt idx="16573">
                  <c:v>4.0543348498635119</c:v>
                </c:pt>
                <c:pt idx="16574">
                  <c:v>4.0535287415436958</c:v>
                </c:pt>
                <c:pt idx="16575">
                  <c:v>4.0541128298453142</c:v>
                </c:pt>
                <c:pt idx="16576">
                  <c:v>4.051719824346244</c:v>
                </c:pt>
                <c:pt idx="16577">
                  <c:v>4.0491126320370299</c:v>
                </c:pt>
                <c:pt idx="16578">
                  <c:v>4.0532048106974718</c:v>
                </c:pt>
                <c:pt idx="16579">
                  <c:v>4.0626548245440519</c:v>
                </c:pt>
                <c:pt idx="16580">
                  <c:v>4.07096767812636</c:v>
                </c:pt>
                <c:pt idx="16581">
                  <c:v>4.0736376152233253</c:v>
                </c:pt>
                <c:pt idx="16582">
                  <c:v>4.0770479091664358</c:v>
                </c:pt>
                <c:pt idx="16583">
                  <c:v>4.07765059144677</c:v>
                </c:pt>
                <c:pt idx="16584">
                  <c:v>4.0731602642718681</c:v>
                </c:pt>
                <c:pt idx="16585">
                  <c:v>4.0713932033073545</c:v>
                </c:pt>
                <c:pt idx="16586">
                  <c:v>4.0711817858131898</c:v>
                </c:pt>
                <c:pt idx="16587">
                  <c:v>4.0722177473592591</c:v>
                </c:pt>
                <c:pt idx="16588">
                  <c:v>4.0698646991335998</c:v>
                </c:pt>
                <c:pt idx="16589">
                  <c:v>4.0630260711318593</c:v>
                </c:pt>
                <c:pt idx="16590">
                  <c:v>4.0552052063140405</c:v>
                </c:pt>
                <c:pt idx="16591">
                  <c:v>4.0523516240060138</c:v>
                </c:pt>
                <c:pt idx="16592">
                  <c:v>4.049242473394786</c:v>
                </c:pt>
                <c:pt idx="16593">
                  <c:v>4.0441106143925305</c:v>
                </c:pt>
                <c:pt idx="16594">
                  <c:v>4.045117379435851</c:v>
                </c:pt>
                <c:pt idx="16595">
                  <c:v>4.0522065118487163</c:v>
                </c:pt>
                <c:pt idx="16596">
                  <c:v>4.0521985995173475</c:v>
                </c:pt>
                <c:pt idx="16597">
                  <c:v>4.0498617715709937</c:v>
                </c:pt>
                <c:pt idx="16598">
                  <c:v>4.0546496024053491</c:v>
                </c:pt>
                <c:pt idx="16599">
                  <c:v>4.0622857142857143</c:v>
                </c:pt>
                <c:pt idx="16600">
                  <c:v>4.0622751908849946</c:v>
                </c:pt>
                <c:pt idx="16601">
                  <c:v>4.0549551766427978</c:v>
                </c:pt>
                <c:pt idx="16602">
                  <c:v>4.0570431617676146</c:v>
                </c:pt>
                <c:pt idx="16603">
                  <c:v>4.0574867270641297</c:v>
                </c:pt>
                <c:pt idx="16604">
                  <c:v>4.057215334098192</c:v>
                </c:pt>
                <c:pt idx="16605">
                  <c:v>4.0639569569173553</c:v>
                </c:pt>
                <c:pt idx="16606">
                  <c:v>4.0658358191241053</c:v>
                </c:pt>
                <c:pt idx="16607">
                  <c:v>4.0672996004272655</c:v>
                </c:pt>
                <c:pt idx="16608">
                  <c:v>4.0673383708509716</c:v>
                </c:pt>
                <c:pt idx="16609">
                  <c:v>4.0682357874747792</c:v>
                </c:pt>
                <c:pt idx="16610">
                  <c:v>4.0707405942160859</c:v>
                </c:pt>
                <c:pt idx="16611">
                  <c:v>4.0712435019978637</c:v>
                </c:pt>
                <c:pt idx="16612">
                  <c:v>4.0651751394548405</c:v>
                </c:pt>
                <c:pt idx="16613">
                  <c:v>4.0644478379554538</c:v>
                </c:pt>
                <c:pt idx="16614">
                  <c:v>4.062456225026704</c:v>
                </c:pt>
                <c:pt idx="16615">
                  <c:v>4.0651177750524194</c:v>
                </c:pt>
                <c:pt idx="16616">
                  <c:v>4.0687363215571466</c:v>
                </c:pt>
                <c:pt idx="16617">
                  <c:v>4.0640000791233133</c:v>
                </c:pt>
                <c:pt idx="16618">
                  <c:v>4.0578354235075365</c:v>
                </c:pt>
                <c:pt idx="16619">
                  <c:v>4.0565081299204815</c:v>
                </c:pt>
                <c:pt idx="16620">
                  <c:v>4.0551115243106377</c:v>
                </c:pt>
                <c:pt idx="16621">
                  <c:v>4.0563162558847967</c:v>
                </c:pt>
                <c:pt idx="16622">
                  <c:v>4.0579895557225933</c:v>
                </c:pt>
                <c:pt idx="16623">
                  <c:v>4.060476559718321</c:v>
                </c:pt>
                <c:pt idx="16624">
                  <c:v>4.0621098231593935</c:v>
                </c:pt>
                <c:pt idx="16625">
                  <c:v>4.0596310479882893</c:v>
                </c:pt>
                <c:pt idx="16626">
                  <c:v>4.0551123155437754</c:v>
                </c:pt>
                <c:pt idx="16627">
                  <c:v>4.0573860822091232</c:v>
                </c:pt>
                <c:pt idx="16628">
                  <c:v>4.052386359140721</c:v>
                </c:pt>
                <c:pt idx="16629">
                  <c:v>4.0480351307512761</c:v>
                </c:pt>
                <c:pt idx="16630">
                  <c:v>4.0545761759702499</c:v>
                </c:pt>
                <c:pt idx="16631">
                  <c:v>4.0619476203663414</c:v>
                </c:pt>
                <c:pt idx="16632">
                  <c:v>4.0639784784586777</c:v>
                </c:pt>
                <c:pt idx="16633">
                  <c:v>4.0571368437710174</c:v>
                </c:pt>
                <c:pt idx="16634">
                  <c:v>4.0547125845630418</c:v>
                </c:pt>
                <c:pt idx="16635">
                  <c:v>4.0571451517189541</c:v>
                </c:pt>
                <c:pt idx="16636">
                  <c:v>4.0559366222257385</c:v>
                </c:pt>
                <c:pt idx="16637">
                  <c:v>4.0528226450923768</c:v>
                </c:pt>
                <c:pt idx="16638">
                  <c:v>4.0482478142184597</c:v>
                </c:pt>
                <c:pt idx="16639">
                  <c:v>4.0455332515725759</c:v>
                </c:pt>
                <c:pt idx="16640">
                  <c:v>4.0448226450923768</c:v>
                </c:pt>
                <c:pt idx="16641">
                  <c:v>4.0482842900660678</c:v>
                </c:pt>
                <c:pt idx="16642">
                  <c:v>4.0461872848834908</c:v>
                </c:pt>
                <c:pt idx="16643">
                  <c:v>4.0481745460299878</c:v>
                </c:pt>
                <c:pt idx="16644">
                  <c:v>4.0485823475887166</c:v>
                </c:pt>
                <c:pt idx="16645">
                  <c:v>4.0513039522095182</c:v>
                </c:pt>
                <c:pt idx="16646">
                  <c:v>4.0529022431459429</c:v>
                </c:pt>
                <c:pt idx="16647">
                  <c:v>4.0530193456501955</c:v>
                </c:pt>
                <c:pt idx="16648">
                  <c:v>4.0616854848281045</c:v>
                </c:pt>
                <c:pt idx="16649">
                  <c:v>4.0601178937373898</c:v>
                </c:pt>
                <c:pt idx="16650">
                  <c:v>4.0538542548561933</c:v>
                </c:pt>
                <c:pt idx="16651">
                  <c:v>4.0570187126636865</c:v>
                </c:pt>
                <c:pt idx="16652">
                  <c:v>4.0521940894884674</c:v>
                </c:pt>
                <c:pt idx="16653">
                  <c:v>4.0519460379000671</c:v>
                </c:pt>
                <c:pt idx="16654">
                  <c:v>4.061563476678403</c:v>
                </c:pt>
                <c:pt idx="16655">
                  <c:v>4.0691810737033665</c:v>
                </c:pt>
                <c:pt idx="16656">
                  <c:v>4.0714993867943186</c:v>
                </c:pt>
                <c:pt idx="16657">
                  <c:v>4.0747649641967003</c:v>
                </c:pt>
                <c:pt idx="16658">
                  <c:v>4.0807983542350756</c:v>
                </c:pt>
                <c:pt idx="16659">
                  <c:v>4.081078450765518</c:v>
                </c:pt>
                <c:pt idx="16660">
                  <c:v>4.075067452624916</c:v>
                </c:pt>
                <c:pt idx="16661">
                  <c:v>4.0725397001226415</c:v>
                </c:pt>
                <c:pt idx="16662">
                  <c:v>4.0723232978597146</c:v>
                </c:pt>
                <c:pt idx="16663">
                  <c:v>4.0741621236697396</c:v>
                </c:pt>
                <c:pt idx="16664">
                  <c:v>4.0720012659730189</c:v>
                </c:pt>
                <c:pt idx="16665">
                  <c:v>4.0632187364006809</c:v>
                </c:pt>
                <c:pt idx="16666">
                  <c:v>4.0576358745104244</c:v>
                </c:pt>
                <c:pt idx="16667">
                  <c:v>4.051730426870277</c:v>
                </c:pt>
                <c:pt idx="16668">
                  <c:v>4.0466977093800685</c:v>
                </c:pt>
                <c:pt idx="16669">
                  <c:v>4.0455742374490642</c:v>
                </c:pt>
                <c:pt idx="16670">
                  <c:v>4.0505082090437945</c:v>
                </c:pt>
                <c:pt idx="16671">
                  <c:v>4.059286940697076</c:v>
                </c:pt>
                <c:pt idx="16672">
                  <c:v>4.0623884954701905</c:v>
                </c:pt>
                <c:pt idx="16673">
                  <c:v>4.0625979348815129</c:v>
                </c:pt>
                <c:pt idx="16674">
                  <c:v>4.0616606401076076</c:v>
                </c:pt>
                <c:pt idx="16675">
                  <c:v>4.0625585314712982</c:v>
                </c:pt>
                <c:pt idx="16676">
                  <c:v>4.0567810262293786</c:v>
                </c:pt>
                <c:pt idx="16677">
                  <c:v>4.0499278395379195</c:v>
                </c:pt>
                <c:pt idx="16678">
                  <c:v>4.0487374292835385</c:v>
                </c:pt>
                <c:pt idx="16679">
                  <c:v>4.0535046089330224</c:v>
                </c:pt>
                <c:pt idx="16680">
                  <c:v>4.0596892036238481</c:v>
                </c:pt>
                <c:pt idx="16681">
                  <c:v>4.062091862167188</c:v>
                </c:pt>
                <c:pt idx="16682">
                  <c:v>4.0627223167306248</c:v>
                </c:pt>
                <c:pt idx="16683">
                  <c:v>4.0665581358547298</c:v>
                </c:pt>
                <c:pt idx="16684">
                  <c:v>4.0648607825295722</c:v>
                </c:pt>
                <c:pt idx="16685">
                  <c:v>4.0619347232662104</c:v>
                </c:pt>
                <c:pt idx="16686">
                  <c:v>4.0651894607746168</c:v>
                </c:pt>
                <c:pt idx="16687">
                  <c:v>4.0693087787316529</c:v>
                </c:pt>
                <c:pt idx="16688">
                  <c:v>4.0726741306325911</c:v>
                </c:pt>
                <c:pt idx="16689">
                  <c:v>4.0685510147564976</c:v>
                </c:pt>
                <c:pt idx="16690">
                  <c:v>4.0630123036752783</c:v>
                </c:pt>
                <c:pt idx="16691">
                  <c:v>4.0592510978359773</c:v>
                </c:pt>
                <c:pt idx="16692">
                  <c:v>4.0589554140127388</c:v>
                </c:pt>
                <c:pt idx="16693">
                  <c:v>4.0587585552082919</c:v>
                </c:pt>
                <c:pt idx="16694">
                  <c:v>4.0559858369268502</c:v>
                </c:pt>
                <c:pt idx="16695">
                  <c:v>4.0621843573208842</c:v>
                </c:pt>
                <c:pt idx="16696">
                  <c:v>4.0716024844720495</c:v>
                </c:pt>
                <c:pt idx="16697">
                  <c:v>4.0736751196740117</c:v>
                </c:pt>
                <c:pt idx="16698">
                  <c:v>4.078442457570123</c:v>
                </c:pt>
                <c:pt idx="16699">
                  <c:v>4.0779404201447953</c:v>
                </c:pt>
                <c:pt idx="16700">
                  <c:v>4.0734505677097754</c:v>
                </c:pt>
                <c:pt idx="16701">
                  <c:v>4.0690472761799263</c:v>
                </c:pt>
                <c:pt idx="16702">
                  <c:v>4.0655516081813508</c:v>
                </c:pt>
                <c:pt idx="16703">
                  <c:v>4.0652111405625666</c:v>
                </c:pt>
                <c:pt idx="16704">
                  <c:v>4.0613909087312576</c:v>
                </c:pt>
                <c:pt idx="16705">
                  <c:v>4.0527462119713578</c:v>
                </c:pt>
                <c:pt idx="16706">
                  <c:v>4.0550720417771098</c:v>
                </c:pt>
                <c:pt idx="16707">
                  <c:v>4.0661076868299242</c:v>
                </c:pt>
                <c:pt idx="16708">
                  <c:v>4.0775849190964122</c:v>
                </c:pt>
                <c:pt idx="16709">
                  <c:v>4.0806045021165485</c:v>
                </c:pt>
                <c:pt idx="16710">
                  <c:v>4.0816291490287613</c:v>
                </c:pt>
                <c:pt idx="16711">
                  <c:v>4.0771040867191521</c:v>
                </c:pt>
                <c:pt idx="16712">
                  <c:v>4.0710990228270756</c:v>
                </c:pt>
                <c:pt idx="16713">
                  <c:v>4.0690633382126045</c:v>
                </c:pt>
                <c:pt idx="16714">
                  <c:v>4.0707029315187722</c:v>
                </c:pt>
                <c:pt idx="16715">
                  <c:v>4.0723523361158369</c:v>
                </c:pt>
                <c:pt idx="16716">
                  <c:v>4.0660322031886693</c:v>
                </c:pt>
                <c:pt idx="16717">
                  <c:v>4.0561946433516631</c:v>
                </c:pt>
                <c:pt idx="16718">
                  <c:v>4.0555505004549595</c:v>
                </c:pt>
                <c:pt idx="16719">
                  <c:v>4.0570536851683352</c:v>
                </c:pt>
                <c:pt idx="16720">
                  <c:v>4.0596302567551525</c:v>
                </c:pt>
                <c:pt idx="16721">
                  <c:v>4.0659610713296672</c:v>
                </c:pt>
                <c:pt idx="16722">
                  <c:v>4.073268188471733</c:v>
                </c:pt>
                <c:pt idx="16723">
                  <c:v>4.0801004866083792</c:v>
                </c:pt>
                <c:pt idx="16724">
                  <c:v>4.0870380187522253</c:v>
                </c:pt>
                <c:pt idx="16725">
                  <c:v>4.0844459389959251</c:v>
                </c:pt>
                <c:pt idx="16726">
                  <c:v>4.0697440360802313</c:v>
                </c:pt>
                <c:pt idx="16727">
                  <c:v>4.0570949875380782</c:v>
                </c:pt>
                <c:pt idx="16728">
                  <c:v>4.0550513114689242</c:v>
                </c:pt>
                <c:pt idx="16729">
                  <c:v>4.0582725798156423</c:v>
                </c:pt>
                <c:pt idx="16730">
                  <c:v>4.0569128456699763</c:v>
                </c:pt>
                <c:pt idx="16731">
                  <c:v>4.0566901135419551</c:v>
                </c:pt>
                <c:pt idx="16732">
                  <c:v>4.0586711239466711</c:v>
                </c:pt>
                <c:pt idx="16733">
                  <c:v>4.0612258574989122</c:v>
                </c:pt>
                <c:pt idx="16734">
                  <c:v>4.0705587688412388</c:v>
                </c:pt>
                <c:pt idx="16735">
                  <c:v>4.0759781619654234</c:v>
                </c:pt>
                <c:pt idx="16736">
                  <c:v>4.0770261502551728</c:v>
                </c:pt>
                <c:pt idx="16737">
                  <c:v>4.0732595640305416</c:v>
                </c:pt>
                <c:pt idx="16738">
                  <c:v>4.0688504173754794</c:v>
                </c:pt>
                <c:pt idx="16739">
                  <c:v>4.0538649365035404</c:v>
                </c:pt>
                <c:pt idx="16740">
                  <c:v>4.0440249238438106</c:v>
                </c:pt>
                <c:pt idx="16741">
                  <c:v>4.0447068085611422</c:v>
                </c:pt>
                <c:pt idx="16742">
                  <c:v>4.0461137793250783</c:v>
                </c:pt>
                <c:pt idx="16743">
                  <c:v>4.0493185108992362</c:v>
                </c:pt>
                <c:pt idx="16744">
                  <c:v>4.049111761680579</c:v>
                </c:pt>
                <c:pt idx="16745">
                  <c:v>4.0473846579894763</c:v>
                </c:pt>
                <c:pt idx="16746">
                  <c:v>4.049718795743166</c:v>
                </c:pt>
                <c:pt idx="16747">
                  <c:v>4.0553519800609248</c:v>
                </c:pt>
                <c:pt idx="16748">
                  <c:v>4.0549227360841869</c:v>
                </c:pt>
                <c:pt idx="16749">
                  <c:v>4.059620287217629</c:v>
                </c:pt>
                <c:pt idx="16750">
                  <c:v>4.0623190252007753</c:v>
                </c:pt>
                <c:pt idx="16751">
                  <c:v>4.0592054436839815</c:v>
                </c:pt>
                <c:pt idx="16752">
                  <c:v>4.0625047276179931</c:v>
                </c:pt>
                <c:pt idx="16753">
                  <c:v>4.0625133520591845</c:v>
                </c:pt>
                <c:pt idx="16754">
                  <c:v>4.062581081615698</c:v>
                </c:pt>
                <c:pt idx="16755">
                  <c:v>4.0608734422597621</c:v>
                </c:pt>
                <c:pt idx="16756">
                  <c:v>4.0656938718993549</c:v>
                </c:pt>
                <c:pt idx="16757">
                  <c:v>4.0720909918107369</c:v>
                </c:pt>
                <c:pt idx="16758">
                  <c:v>4.0800767496142738</c:v>
                </c:pt>
                <c:pt idx="16759">
                  <c:v>4.0814542865055188</c:v>
                </c:pt>
                <c:pt idx="16760">
                  <c:v>4.0828792973849746</c:v>
                </c:pt>
                <c:pt idx="16761">
                  <c:v>4.0884551173003123</c:v>
                </c:pt>
                <c:pt idx="16762">
                  <c:v>4.0876947422558061</c:v>
                </c:pt>
                <c:pt idx="16763">
                  <c:v>4.0760354472445304</c:v>
                </c:pt>
                <c:pt idx="16764">
                  <c:v>4.0687780986667725</c:v>
                </c:pt>
                <c:pt idx="16765">
                  <c:v>4.0679513391620841</c:v>
                </c:pt>
                <c:pt idx="16766">
                  <c:v>4.0738605847212881</c:v>
                </c:pt>
                <c:pt idx="16767">
                  <c:v>4.0720591842386362</c:v>
                </c:pt>
                <c:pt idx="16768">
                  <c:v>4.0589377695137872</c:v>
                </c:pt>
                <c:pt idx="16769">
                  <c:v>4.0506009415674331</c:v>
                </c:pt>
                <c:pt idx="16770">
                  <c:v>4.0553176405427855</c:v>
                </c:pt>
                <c:pt idx="16771">
                  <c:v>4.0574275428254936</c:v>
                </c:pt>
                <c:pt idx="16772">
                  <c:v>4.0546499188986038</c:v>
                </c:pt>
                <c:pt idx="16773">
                  <c:v>4.0571294061795307</c:v>
                </c:pt>
                <c:pt idx="16774">
                  <c:v>4.0634784191161923</c:v>
                </c:pt>
                <c:pt idx="16775">
                  <c:v>4.0640974799224594</c:v>
                </c:pt>
                <c:pt idx="16776">
                  <c:v>4.0597919848083235</c:v>
                </c:pt>
                <c:pt idx="16777">
                  <c:v>4.060566760295921</c:v>
                </c:pt>
                <c:pt idx="16778">
                  <c:v>4.0646573564900894</c:v>
                </c:pt>
                <c:pt idx="16779">
                  <c:v>4.0634303912647862</c:v>
                </c:pt>
                <c:pt idx="16780">
                  <c:v>4.0658616133243664</c:v>
                </c:pt>
                <c:pt idx="16781">
                  <c:v>4.0725361395735256</c:v>
                </c:pt>
                <c:pt idx="16782">
                  <c:v>4.0668647386952568</c:v>
                </c:pt>
                <c:pt idx="16783">
                  <c:v>4.0676436285951656</c:v>
                </c:pt>
                <c:pt idx="16784">
                  <c:v>4.0711308303991771</c:v>
                </c:pt>
                <c:pt idx="16785">
                  <c:v>4.0718014796059663</c:v>
                </c:pt>
                <c:pt idx="16786">
                  <c:v>4.0691554377497328</c:v>
                </c:pt>
                <c:pt idx="16787">
                  <c:v>4.0658820271392964</c:v>
                </c:pt>
                <c:pt idx="16788">
                  <c:v>4.0622372908177393</c:v>
                </c:pt>
                <c:pt idx="16789">
                  <c:v>4.0616059658978516</c:v>
                </c:pt>
                <c:pt idx="16790">
                  <c:v>4.0601713810974402</c:v>
                </c:pt>
                <c:pt idx="16791">
                  <c:v>4.0549111840803889</c:v>
                </c:pt>
                <c:pt idx="16792">
                  <c:v>4.059766902717886</c:v>
                </c:pt>
                <c:pt idx="16793">
                  <c:v>4.0691234719310048</c:v>
                </c:pt>
                <c:pt idx="16794">
                  <c:v>4.0770215611029794</c:v>
                </c:pt>
                <c:pt idx="16795">
                  <c:v>4.0747865648613368</c:v>
                </c:pt>
                <c:pt idx="16796">
                  <c:v>4.0686825177038415</c:v>
                </c:pt>
                <c:pt idx="16797">
                  <c:v>4.0657723622265305</c:v>
                </c:pt>
                <c:pt idx="16798">
                  <c:v>4.0652863868338809</c:v>
                </c:pt>
                <c:pt idx="16799">
                  <c:v>4.058232939035487</c:v>
                </c:pt>
                <c:pt idx="16800">
                  <c:v>4.0534396486924873</c:v>
                </c:pt>
                <c:pt idx="16801">
                  <c:v>4.0566754757289232</c:v>
                </c:pt>
                <c:pt idx="16802">
                  <c:v>4.0652294180480277</c:v>
                </c:pt>
                <c:pt idx="16803">
                  <c:v>4.0654133006290305</c:v>
                </c:pt>
                <c:pt idx="16804">
                  <c:v>4.0578828974957473</c:v>
                </c:pt>
                <c:pt idx="16805">
                  <c:v>4.0569741662380823</c:v>
                </c:pt>
                <c:pt idx="16806">
                  <c:v>4.0566693041104562</c:v>
                </c:pt>
                <c:pt idx="16807">
                  <c:v>4.0526062428294498</c:v>
                </c:pt>
                <c:pt idx="16808">
                  <c:v>4.0544681726470708</c:v>
                </c:pt>
                <c:pt idx="16809">
                  <c:v>4.0564361277050285</c:v>
                </c:pt>
                <c:pt idx="16810">
                  <c:v>4.0567591090714883</c:v>
                </c:pt>
                <c:pt idx="16811">
                  <c:v>4.0574136962455984</c:v>
                </c:pt>
                <c:pt idx="16812">
                  <c:v>4.0501794516754366</c:v>
                </c:pt>
                <c:pt idx="16813">
                  <c:v>4.0478455512916884</c:v>
                </c:pt>
                <c:pt idx="16814">
                  <c:v>4.0492682675950471</c:v>
                </c:pt>
                <c:pt idx="16815">
                  <c:v>4.0439345650195833</c:v>
                </c:pt>
                <c:pt idx="16816">
                  <c:v>4.0441657633421686</c:v>
                </c:pt>
                <c:pt idx="16817">
                  <c:v>4.0569547019029155</c:v>
                </c:pt>
                <c:pt idx="16818">
                  <c:v>4.0745442101515215</c:v>
                </c:pt>
                <c:pt idx="16819">
                  <c:v>4.0838699212723029</c:v>
                </c:pt>
                <c:pt idx="16820">
                  <c:v>4.0806986588598333</c:v>
                </c:pt>
                <c:pt idx="16821">
                  <c:v>4.0755404517941214</c:v>
                </c:pt>
                <c:pt idx="16822">
                  <c:v>4.0742505835344387</c:v>
                </c:pt>
                <c:pt idx="16823">
                  <c:v>4.0723585077343039</c:v>
                </c:pt>
                <c:pt idx="16824">
                  <c:v>4.0632897100130556</c:v>
                </c:pt>
                <c:pt idx="16825">
                  <c:v>4.0559948569846105</c:v>
                </c:pt>
                <c:pt idx="16826">
                  <c:v>4.0519656604818612</c:v>
                </c:pt>
                <c:pt idx="16827">
                  <c:v>4.0562530363571625</c:v>
                </c:pt>
                <c:pt idx="16828">
                  <c:v>4.0606719151798076</c:v>
                </c:pt>
                <c:pt idx="16829">
                  <c:v>4.0646053724729994</c:v>
                </c:pt>
                <c:pt idx="16830">
                  <c:v>4.0698726905882818</c:v>
                </c:pt>
                <c:pt idx="16831">
                  <c:v>4.0713149503501205</c:v>
                </c:pt>
                <c:pt idx="16832">
                  <c:v>4.0641490683229815</c:v>
                </c:pt>
                <c:pt idx="16833">
                  <c:v>4.0567841120386126</c:v>
                </c:pt>
                <c:pt idx="16834">
                  <c:v>4.0558095501839615</c:v>
                </c:pt>
                <c:pt idx="16835">
                  <c:v>4.0539077422162437</c:v>
                </c:pt>
                <c:pt idx="16836">
                  <c:v>4.0489261383866753</c:v>
                </c:pt>
                <c:pt idx="16837">
                  <c:v>4.0462921232741227</c:v>
                </c:pt>
                <c:pt idx="16838">
                  <c:v>4.0470256755152905</c:v>
                </c:pt>
                <c:pt idx="16839">
                  <c:v>4.0545497487834794</c:v>
                </c:pt>
                <c:pt idx="16840">
                  <c:v>4.0683696641215334</c:v>
                </c:pt>
                <c:pt idx="16841">
                  <c:v>4.0739547414645729</c:v>
                </c:pt>
                <c:pt idx="16842">
                  <c:v>4.0745321834078414</c:v>
                </c:pt>
                <c:pt idx="16843">
                  <c:v>4.0721284962614233</c:v>
                </c:pt>
                <c:pt idx="16844">
                  <c:v>4.0727324445147763</c:v>
                </c:pt>
                <c:pt idx="16845">
                  <c:v>4.0679334572931918</c:v>
                </c:pt>
                <c:pt idx="16846">
                  <c:v>4.064114649681529</c:v>
                </c:pt>
                <c:pt idx="16847">
                  <c:v>4.0668195592831431</c:v>
                </c:pt>
                <c:pt idx="16848">
                  <c:v>4.0647476361910035</c:v>
                </c:pt>
                <c:pt idx="16849">
                  <c:v>4.0655278711872453</c:v>
                </c:pt>
                <c:pt idx="16850">
                  <c:v>4.0683774182062749</c:v>
                </c:pt>
                <c:pt idx="16851">
                  <c:v>4.0537403964078011</c:v>
                </c:pt>
                <c:pt idx="16852">
                  <c:v>4.0386129683111127</c:v>
                </c:pt>
                <c:pt idx="16853">
                  <c:v>4.0379298967440755</c:v>
                </c:pt>
                <c:pt idx="16854">
                  <c:v>4.0400841872057605</c:v>
                </c:pt>
                <c:pt idx="16855">
                  <c:v>4.041633500811014</c:v>
                </c:pt>
                <c:pt idx="16856">
                  <c:v>4.0461480397199034</c:v>
                </c:pt>
                <c:pt idx="16857">
                  <c:v>4.0472157297147602</c:v>
                </c:pt>
                <c:pt idx="16858">
                  <c:v>4.0510045495905365</c:v>
                </c:pt>
                <c:pt idx="16859">
                  <c:v>4.0574019859951731</c:v>
                </c:pt>
                <c:pt idx="16860">
                  <c:v>4.0597358863789212</c:v>
                </c:pt>
                <c:pt idx="16861">
                  <c:v>4.0625848795347546</c:v>
                </c:pt>
                <c:pt idx="16862">
                  <c:v>4.0743005894686872</c:v>
                </c:pt>
                <c:pt idx="16863">
                  <c:v>4.0786592554496179</c:v>
                </c:pt>
                <c:pt idx="16864">
                  <c:v>4.078919254658385</c:v>
                </c:pt>
                <c:pt idx="16865">
                  <c:v>4.0820390077936466</c:v>
                </c:pt>
                <c:pt idx="16866">
                  <c:v>4.0829228152075006</c:v>
                </c:pt>
                <c:pt idx="16867">
                  <c:v>4.0721277841516006</c:v>
                </c:pt>
                <c:pt idx="16868">
                  <c:v>4.0617854966966016</c:v>
                </c:pt>
                <c:pt idx="16869">
                  <c:v>4.0574029354749381</c:v>
                </c:pt>
                <c:pt idx="16870">
                  <c:v>4.0593473117854177</c:v>
                </c:pt>
                <c:pt idx="16871">
                  <c:v>4.0582380029275624</c:v>
                </c:pt>
                <c:pt idx="16872">
                  <c:v>4.0575670372275194</c:v>
                </c:pt>
                <c:pt idx="16873">
                  <c:v>4.0610505993591008</c:v>
                </c:pt>
                <c:pt idx="16874">
                  <c:v>4.0655679075839695</c:v>
                </c:pt>
                <c:pt idx="16875">
                  <c:v>4.0641376745658109</c:v>
                </c:pt>
                <c:pt idx="16876">
                  <c:v>4.0605241919531592</c:v>
                </c:pt>
                <c:pt idx="16877">
                  <c:v>4.0610441112473792</c:v>
                </c:pt>
                <c:pt idx="16878">
                  <c:v>4.0623183130909526</c:v>
                </c:pt>
                <c:pt idx="16879">
                  <c:v>4.0605299679550582</c:v>
                </c:pt>
                <c:pt idx="16880">
                  <c:v>4.0571809945800528</c:v>
                </c:pt>
                <c:pt idx="16881">
                  <c:v>4.0548902164022627</c:v>
                </c:pt>
                <c:pt idx="16882">
                  <c:v>4.0584060608458286</c:v>
                </c:pt>
                <c:pt idx="16883">
                  <c:v>4.0570541599082173</c:v>
                </c:pt>
                <c:pt idx="16884">
                  <c:v>4.056415476520157</c:v>
                </c:pt>
                <c:pt idx="16885">
                  <c:v>4.0547517506033151</c:v>
                </c:pt>
                <c:pt idx="16886">
                  <c:v>4.0528114095818335</c:v>
                </c:pt>
                <c:pt idx="16887">
                  <c:v>4.0576646753966052</c:v>
                </c:pt>
                <c:pt idx="16888">
                  <c:v>4.0645108992364598</c:v>
                </c:pt>
                <c:pt idx="16889">
                  <c:v>4.0722891957115168</c:v>
                </c:pt>
                <c:pt idx="16890">
                  <c:v>4.0689421212960397</c:v>
                </c:pt>
                <c:pt idx="16891">
                  <c:v>4.0585376429164857</c:v>
                </c:pt>
                <c:pt idx="16892">
                  <c:v>4.0565704790916648</c:v>
                </c:pt>
                <c:pt idx="16893">
                  <c:v>4.0659530798749852</c:v>
                </c:pt>
                <c:pt idx="16894">
                  <c:v>4.0652389128456701</c:v>
                </c:pt>
                <c:pt idx="16895">
                  <c:v>4.0536591367646473</c:v>
                </c:pt>
                <c:pt idx="16896">
                  <c:v>4.0469096807374294</c:v>
                </c:pt>
                <c:pt idx="16897">
                  <c:v>4.0405365351900935</c:v>
                </c:pt>
                <c:pt idx="16898">
                  <c:v>4.0347337896111091</c:v>
                </c:pt>
                <c:pt idx="16899">
                  <c:v>4.0380875103849352</c:v>
                </c:pt>
                <c:pt idx="16900">
                  <c:v>4.0422655378407244</c:v>
                </c:pt>
                <c:pt idx="16901">
                  <c:v>4.0429216283577958</c:v>
                </c:pt>
                <c:pt idx="16902">
                  <c:v>4.0475948095106222</c:v>
                </c:pt>
                <c:pt idx="16903">
                  <c:v>4.0560465245084467</c:v>
                </c:pt>
                <c:pt idx="16904">
                  <c:v>4.0620629030343789</c:v>
                </c:pt>
                <c:pt idx="16905">
                  <c:v>4.0658425446057684</c:v>
                </c:pt>
                <c:pt idx="16906">
                  <c:v>4.063356094473237</c:v>
                </c:pt>
                <c:pt idx="16907">
                  <c:v>4.0599248328519995</c:v>
                </c:pt>
                <c:pt idx="16908">
                  <c:v>4.060852949321518</c:v>
                </c:pt>
                <c:pt idx="16909">
                  <c:v>4.0666574356134033</c:v>
                </c:pt>
                <c:pt idx="16910">
                  <c:v>4.0725271195157653</c:v>
                </c:pt>
                <c:pt idx="16911">
                  <c:v>4.0740151916762271</c:v>
                </c:pt>
                <c:pt idx="16912">
                  <c:v>4.0648664002848438</c:v>
                </c:pt>
                <c:pt idx="16913">
                  <c:v>4.0654892590101674</c:v>
                </c:pt>
                <c:pt idx="16914">
                  <c:v>4.0585537049491629</c:v>
                </c:pt>
                <c:pt idx="16915">
                  <c:v>4.0546117023380939</c:v>
                </c:pt>
                <c:pt idx="16916">
                  <c:v>4.0634666297424538</c:v>
                </c:pt>
                <c:pt idx="16917">
                  <c:v>4.069994540491356</c:v>
                </c:pt>
                <c:pt idx="16918">
                  <c:v>4.0658472920045892</c:v>
                </c:pt>
                <c:pt idx="16919">
                  <c:v>4.0590370692724616</c:v>
                </c:pt>
                <c:pt idx="16920">
                  <c:v>4.0610956205245872</c:v>
                </c:pt>
                <c:pt idx="16921">
                  <c:v>4.0600795980535667</c:v>
                </c:pt>
                <c:pt idx="16922">
                  <c:v>4.0552595640305418</c:v>
                </c:pt>
                <c:pt idx="16923">
                  <c:v>4.0565408869723463</c:v>
                </c:pt>
                <c:pt idx="16924">
                  <c:v>4.0591937334335562</c:v>
                </c:pt>
                <c:pt idx="16925">
                  <c:v>4.0537026545871742</c:v>
                </c:pt>
                <c:pt idx="16926">
                  <c:v>4.057353087787317</c:v>
                </c:pt>
                <c:pt idx="16927">
                  <c:v>4.0660092574277007</c:v>
                </c:pt>
                <c:pt idx="16928">
                  <c:v>4.0663925307591882</c:v>
                </c:pt>
                <c:pt idx="16929">
                  <c:v>4.0570086640028489</c:v>
                </c:pt>
                <c:pt idx="16930">
                  <c:v>4.0536386438264032</c:v>
                </c:pt>
                <c:pt idx="16931">
                  <c:v>4.0623706927246115</c:v>
                </c:pt>
                <c:pt idx="16932">
                  <c:v>4.0709205206314039</c:v>
                </c:pt>
                <c:pt idx="16933">
                  <c:v>4.0691259247537284</c:v>
                </c:pt>
                <c:pt idx="16934">
                  <c:v>4.0666607587925778</c:v>
                </c:pt>
                <c:pt idx="16935">
                  <c:v>4.060704988724928</c:v>
                </c:pt>
                <c:pt idx="16936">
                  <c:v>4.0538559955690943</c:v>
                </c:pt>
                <c:pt idx="16937">
                  <c:v>4.0521307117142067</c:v>
                </c:pt>
                <c:pt idx="16938">
                  <c:v>4.0539679550579582</c:v>
                </c:pt>
                <c:pt idx="16939">
                  <c:v>4.0570623096095266</c:v>
                </c:pt>
                <c:pt idx="16940">
                  <c:v>4.0599594888633934</c:v>
                </c:pt>
                <c:pt idx="16941">
                  <c:v>4.0639265735649008</c:v>
                </c:pt>
                <c:pt idx="16942">
                  <c:v>4.0693446215927525</c:v>
                </c:pt>
                <c:pt idx="16943">
                  <c:v>4.0748402895913278</c:v>
                </c:pt>
                <c:pt idx="16944">
                  <c:v>4.0767210507576062</c:v>
                </c:pt>
                <c:pt idx="16945">
                  <c:v>4.0726651105748308</c:v>
                </c:pt>
                <c:pt idx="16946">
                  <c:v>4.0645911302765363</c:v>
                </c:pt>
                <c:pt idx="16947">
                  <c:v>4.0592330577204576</c:v>
                </c:pt>
                <c:pt idx="16948">
                  <c:v>4.0598912845669979</c:v>
                </c:pt>
                <c:pt idx="16949">
                  <c:v>4.0600524587569726</c:v>
                </c:pt>
                <c:pt idx="16950">
                  <c:v>4.0506607587925778</c:v>
                </c:pt>
                <c:pt idx="16951">
                  <c:v>4.0496364283736206</c:v>
                </c:pt>
                <c:pt idx="16952">
                  <c:v>4.0507555485223721</c:v>
                </c:pt>
                <c:pt idx="16953">
                  <c:v>4.0470671361316608</c:v>
                </c:pt>
                <c:pt idx="16954">
                  <c:v>4.0486800648811174</c:v>
                </c:pt>
                <c:pt idx="16955">
                  <c:v>4.0522113383708511</c:v>
                </c:pt>
                <c:pt idx="16956">
                  <c:v>4.0603288364916725</c:v>
                </c:pt>
                <c:pt idx="16957">
                  <c:v>4.0609273252363813</c:v>
                </c:pt>
                <c:pt idx="16958">
                  <c:v>4.0553486568817503</c:v>
                </c:pt>
                <c:pt idx="16959">
                  <c:v>4.0564660363176008</c:v>
                </c:pt>
                <c:pt idx="16960">
                  <c:v>4.059839775289789</c:v>
                </c:pt>
                <c:pt idx="16961">
                  <c:v>4.0582746370217988</c:v>
                </c:pt>
                <c:pt idx="16962">
                  <c:v>4.0556602444910395</c:v>
                </c:pt>
                <c:pt idx="16963">
                  <c:v>4.0624103335047668</c:v>
                </c:pt>
                <c:pt idx="16964">
                  <c:v>4.06909245559204</c:v>
                </c:pt>
                <c:pt idx="16965">
                  <c:v>4.0651338370850976</c:v>
                </c:pt>
                <c:pt idx="16966">
                  <c:v>4.0547932112196863</c:v>
                </c:pt>
                <c:pt idx="16967">
                  <c:v>4.0569421212960401</c:v>
                </c:pt>
                <c:pt idx="16968">
                  <c:v>4.0663025675515287</c:v>
                </c:pt>
                <c:pt idx="16969">
                  <c:v>4.0674595086442222</c:v>
                </c:pt>
                <c:pt idx="16970">
                  <c:v>4.0563011433318827</c:v>
                </c:pt>
                <c:pt idx="16971">
                  <c:v>4.0484501325315501</c:v>
                </c:pt>
                <c:pt idx="16972">
                  <c:v>4.0482273212802156</c:v>
                </c:pt>
                <c:pt idx="16973">
                  <c:v>4.0501876013767459</c:v>
                </c:pt>
                <c:pt idx="16974">
                  <c:v>4.0529620603710885</c:v>
                </c:pt>
                <c:pt idx="16975">
                  <c:v>4.0523711674644938</c:v>
                </c:pt>
                <c:pt idx="16976">
                  <c:v>4.0527592673181152</c:v>
                </c:pt>
                <c:pt idx="16977">
                  <c:v>4.0545485619337738</c:v>
                </c:pt>
                <c:pt idx="16978">
                  <c:v>4.0610758396961666</c:v>
                </c:pt>
                <c:pt idx="16979">
                  <c:v>4.0640535664833646</c:v>
                </c:pt>
                <c:pt idx="16980">
                  <c:v>4.0703044665110575</c:v>
                </c:pt>
                <c:pt idx="16981">
                  <c:v>4.0719219052893934</c:v>
                </c:pt>
                <c:pt idx="16982">
                  <c:v>4.065782331764054</c:v>
                </c:pt>
                <c:pt idx="16983">
                  <c:v>4.0611457055821498</c:v>
                </c:pt>
                <c:pt idx="16984">
                  <c:v>4.0543265419155752</c:v>
                </c:pt>
                <c:pt idx="16985">
                  <c:v>4.0520318075721011</c:v>
                </c:pt>
                <c:pt idx="16986">
                  <c:v>4.0544565415199587</c:v>
                </c:pt>
                <c:pt idx="16987">
                  <c:v>4.0586171618467377</c:v>
                </c:pt>
                <c:pt idx="16988">
                  <c:v>4.0608925901016732</c:v>
                </c:pt>
                <c:pt idx="16989">
                  <c:v>4.0571932586936743</c:v>
                </c:pt>
                <c:pt idx="16990">
                  <c:v>4.0503785259326657</c:v>
                </c:pt>
                <c:pt idx="16991">
                  <c:v>4.049349527238201</c:v>
                </c:pt>
                <c:pt idx="16992">
                  <c:v>4.0501779483324762</c:v>
                </c:pt>
                <c:pt idx="16993">
                  <c:v>4.0594263559757886</c:v>
                </c:pt>
                <c:pt idx="16994">
                  <c:v>4.0683312101910829</c:v>
                </c:pt>
                <c:pt idx="16995">
                  <c:v>4.062805950073189</c:v>
                </c:pt>
                <c:pt idx="16996">
                  <c:v>4.0499954108478065</c:v>
                </c:pt>
                <c:pt idx="16997">
                  <c:v>4.0481455868971796</c:v>
                </c:pt>
                <c:pt idx="16998">
                  <c:v>4.0499380464453854</c:v>
                </c:pt>
                <c:pt idx="16999">
                  <c:v>4.0562936266170828</c:v>
                </c:pt>
                <c:pt idx="17000">
                  <c:v>4.0607671005261698</c:v>
                </c:pt>
                <c:pt idx="17001">
                  <c:v>4.0619987340269814</c:v>
                </c:pt>
                <c:pt idx="17002">
                  <c:v>4.0603745697669815</c:v>
                </c:pt>
                <c:pt idx="17003">
                  <c:v>4.0594099774498558</c:v>
                </c:pt>
                <c:pt idx="17004">
                  <c:v>4.0650124619219055</c:v>
                </c:pt>
                <c:pt idx="17005">
                  <c:v>4.0758706333821264</c:v>
                </c:pt>
                <c:pt idx="17006">
                  <c:v>4.078617082723424</c:v>
                </c:pt>
                <c:pt idx="17007">
                  <c:v>4.0785741978874075</c:v>
                </c:pt>
                <c:pt idx="17008">
                  <c:v>4.0737040788068208</c:v>
                </c:pt>
                <c:pt idx="17009">
                  <c:v>4.0686992918463423</c:v>
                </c:pt>
                <c:pt idx="17010">
                  <c:v>4.0616793923329508</c:v>
                </c:pt>
                <c:pt idx="17011">
                  <c:v>4.0543336630138072</c:v>
                </c:pt>
                <c:pt idx="17012">
                  <c:v>4.0514072872571907</c:v>
                </c:pt>
                <c:pt idx="17013">
                  <c:v>4.045977608102227</c:v>
                </c:pt>
                <c:pt idx="17014">
                  <c:v>4.0470540807849034</c:v>
                </c:pt>
                <c:pt idx="17015">
                  <c:v>4.0541830122245521</c:v>
                </c:pt>
                <c:pt idx="17016">
                  <c:v>4.0586787989080984</c:v>
                </c:pt>
                <c:pt idx="17017">
                  <c:v>4.0630914269889624</c:v>
                </c:pt>
                <c:pt idx="17018">
                  <c:v>4.0678992760216799</c:v>
                </c:pt>
                <c:pt idx="17019">
                  <c:v>4.0719905843256718</c:v>
                </c:pt>
                <c:pt idx="17020">
                  <c:v>4.0743132491988767</c:v>
                </c:pt>
                <c:pt idx="17021">
                  <c:v>4.0755679075839693</c:v>
                </c:pt>
                <c:pt idx="17022">
                  <c:v>4.0751533805435773</c:v>
                </c:pt>
                <c:pt idx="17023">
                  <c:v>4.0684775883213993</c:v>
                </c:pt>
                <c:pt idx="17024">
                  <c:v>4.0617505241919529</c:v>
                </c:pt>
                <c:pt idx="17025">
                  <c:v>4.0599004628713846</c:v>
                </c:pt>
                <c:pt idx="17026">
                  <c:v>4.0593663805040157</c:v>
                </c:pt>
                <c:pt idx="17027">
                  <c:v>4.0614841951180916</c:v>
                </c:pt>
                <c:pt idx="17028">
                  <c:v>4.0649947382996396</c:v>
                </c:pt>
                <c:pt idx="17029">
                  <c:v>4.0667546781659212</c:v>
                </c:pt>
                <c:pt idx="17030">
                  <c:v>4.06319832258575</c:v>
                </c:pt>
                <c:pt idx="17031">
                  <c:v>4.0648138624045576</c:v>
                </c:pt>
                <c:pt idx="17032">
                  <c:v>4.0625753847371131</c:v>
                </c:pt>
                <c:pt idx="17033">
                  <c:v>4.0554019068718601</c:v>
                </c:pt>
                <c:pt idx="17034">
                  <c:v>4.0579912964354943</c:v>
                </c:pt>
                <c:pt idx="17035">
                  <c:v>4.0553945484036875</c:v>
                </c:pt>
                <c:pt idx="17036">
                  <c:v>4.0553439094829296</c:v>
                </c:pt>
                <c:pt idx="17037">
                  <c:v>4.0603171262412472</c:v>
                </c:pt>
                <c:pt idx="17038">
                  <c:v>4.0568824623175219</c:v>
                </c:pt>
                <c:pt idx="17039">
                  <c:v>4.0517084305890734</c:v>
                </c:pt>
                <c:pt idx="17040">
                  <c:v>4.049121572971476</c:v>
                </c:pt>
                <c:pt idx="17041">
                  <c:v>4.0492715116509084</c:v>
                </c:pt>
                <c:pt idx="17042">
                  <c:v>4.0534452664477589</c:v>
                </c:pt>
                <c:pt idx="17043">
                  <c:v>4.0537411085176247</c:v>
                </c:pt>
                <c:pt idx="17044">
                  <c:v>4.0488819875776398</c:v>
                </c:pt>
                <c:pt idx="17045">
                  <c:v>4.0495988447996201</c:v>
                </c:pt>
                <c:pt idx="17046">
                  <c:v>4.0507475570676901</c:v>
                </c:pt>
                <c:pt idx="17047">
                  <c:v>4.0514107686829925</c:v>
                </c:pt>
                <c:pt idx="17048">
                  <c:v>4.048095501839617</c:v>
                </c:pt>
                <c:pt idx="17049">
                  <c:v>4.0490493333860824</c:v>
                </c:pt>
                <c:pt idx="17050">
                  <c:v>4.0574640186731017</c:v>
                </c:pt>
                <c:pt idx="17051">
                  <c:v>4.0618845590853345</c:v>
                </c:pt>
                <c:pt idx="17052">
                  <c:v>4.0640086244411915</c:v>
                </c:pt>
                <c:pt idx="17053">
                  <c:v>4.0680056177552713</c:v>
                </c:pt>
                <c:pt idx="17054">
                  <c:v>4.0663874668671127</c:v>
                </c:pt>
                <c:pt idx="17055">
                  <c:v>4.0609256636467936</c:v>
                </c:pt>
                <c:pt idx="17056">
                  <c:v>4.0575505004549592</c:v>
                </c:pt>
                <c:pt idx="17057">
                  <c:v>4.0614405981722514</c:v>
                </c:pt>
                <c:pt idx="17058">
                  <c:v>4.0663709300945525</c:v>
                </c:pt>
                <c:pt idx="17059">
                  <c:v>4.0573242869011352</c:v>
                </c:pt>
                <c:pt idx="17060">
                  <c:v>4.0463194999406573</c:v>
                </c:pt>
                <c:pt idx="17061">
                  <c:v>4.0441221663963285</c:v>
                </c:pt>
                <c:pt idx="17062">
                  <c:v>4.048807374292835</c:v>
                </c:pt>
                <c:pt idx="17063">
                  <c:v>4.0482139494402025</c:v>
                </c:pt>
                <c:pt idx="17064">
                  <c:v>4.0523873877437984</c:v>
                </c:pt>
                <c:pt idx="17065">
                  <c:v>4.0593537207738262</c:v>
                </c:pt>
                <c:pt idx="17066">
                  <c:v>4.0548592000632988</c:v>
                </c:pt>
                <c:pt idx="17067">
                  <c:v>4.0545813981089527</c:v>
                </c:pt>
                <c:pt idx="17068">
                  <c:v>4.0506867903627803</c:v>
                </c:pt>
                <c:pt idx="17069">
                  <c:v>4.0442243145942953</c:v>
                </c:pt>
                <c:pt idx="17070">
                  <c:v>4.0506402658543337</c:v>
                </c:pt>
                <c:pt idx="17071">
                  <c:v>4.0605317877912723</c:v>
                </c:pt>
                <c:pt idx="17072">
                  <c:v>4.0659228547691582</c:v>
                </c:pt>
                <c:pt idx="17073">
                  <c:v>4.0687232662103892</c:v>
                </c:pt>
                <c:pt idx="17074">
                  <c:v>4.0686225422320685</c:v>
                </c:pt>
                <c:pt idx="17075">
                  <c:v>4.0664214107686831</c:v>
                </c:pt>
                <c:pt idx="17076">
                  <c:v>4.05855599952526</c:v>
                </c:pt>
                <c:pt idx="17077">
                  <c:v>4.0528732840131347</c:v>
                </c:pt>
                <c:pt idx="17078">
                  <c:v>4.051482058788622</c:v>
                </c:pt>
                <c:pt idx="17079">
                  <c:v>4.0539143885745936</c:v>
                </c:pt>
                <c:pt idx="17080">
                  <c:v>4.0603843019345653</c:v>
                </c:pt>
                <c:pt idx="17081">
                  <c:v>4.0692436602444912</c:v>
                </c:pt>
                <c:pt idx="17082">
                  <c:v>4.0744449103928471</c:v>
                </c:pt>
                <c:pt idx="17083">
                  <c:v>4.0728896625390671</c:v>
                </c:pt>
                <c:pt idx="17084">
                  <c:v>4.0670358032994418</c:v>
                </c:pt>
                <c:pt idx="17085">
                  <c:v>4.0620837915891919</c:v>
                </c:pt>
                <c:pt idx="17086">
                  <c:v>4.0628266803813746</c:v>
                </c:pt>
                <c:pt idx="17087">
                  <c:v>4.0652107449459987</c:v>
                </c:pt>
                <c:pt idx="17088">
                  <c:v>4.0619124104917512</c:v>
                </c:pt>
                <c:pt idx="17089">
                  <c:v>4.0656844562250267</c:v>
                </c:pt>
                <c:pt idx="17090">
                  <c:v>4.0705192863077109</c:v>
                </c:pt>
                <c:pt idx="17091">
                  <c:v>4.0720776199707247</c:v>
                </c:pt>
                <c:pt idx="17092">
                  <c:v>4.0743752818768053</c:v>
                </c:pt>
                <c:pt idx="17093">
                  <c:v>4.0741348261265182</c:v>
                </c:pt>
                <c:pt idx="17094">
                  <c:v>4.0741795307987498</c:v>
                </c:pt>
                <c:pt idx="17095">
                  <c:v>4.0705946908256516</c:v>
                </c:pt>
                <c:pt idx="17096">
                  <c:v>4.0671919927206552</c:v>
                </c:pt>
                <c:pt idx="17097">
                  <c:v>4.0622922023974368</c:v>
                </c:pt>
                <c:pt idx="17098">
                  <c:v>4.0677993432764961</c:v>
                </c:pt>
                <c:pt idx="17099">
                  <c:v>4.0734380662262133</c:v>
                </c:pt>
                <c:pt idx="17100">
                  <c:v>4.0704861336392772</c:v>
                </c:pt>
                <c:pt idx="17101">
                  <c:v>4.0659465126399494</c:v>
                </c:pt>
                <c:pt idx="17102">
                  <c:v>4.0658859833049812</c:v>
                </c:pt>
                <c:pt idx="17103">
                  <c:v>4.0731733987419396</c:v>
                </c:pt>
                <c:pt idx="17104">
                  <c:v>4.0643051786208808</c:v>
                </c:pt>
                <c:pt idx="17105">
                  <c:v>4.0513129722672785</c:v>
                </c:pt>
                <c:pt idx="17106">
                  <c:v>4.0533633738180956</c:v>
                </c:pt>
                <c:pt idx="17107">
                  <c:v>4.0585665229259797</c:v>
                </c:pt>
                <c:pt idx="17108">
                  <c:v>4.0527912331368441</c:v>
                </c:pt>
                <c:pt idx="17109">
                  <c:v>4.0479946196146699</c:v>
                </c:pt>
                <c:pt idx="17110">
                  <c:v>4.0501712228508131</c:v>
                </c:pt>
                <c:pt idx="17111">
                  <c:v>4.0467761205839299</c:v>
                </c:pt>
                <c:pt idx="17112">
                  <c:v>4.0463277287652808</c:v>
                </c:pt>
                <c:pt idx="17113">
                  <c:v>4.0480457332753099</c:v>
                </c:pt>
                <c:pt idx="17114">
                  <c:v>4.0531393757170546</c:v>
                </c:pt>
                <c:pt idx="17115">
                  <c:v>4.0538204692012503</c:v>
                </c:pt>
                <c:pt idx="17116">
                  <c:v>4.0573204098587645</c:v>
                </c:pt>
                <c:pt idx="17117">
                  <c:v>4.0700099695375238</c:v>
                </c:pt>
                <c:pt idx="17118">
                  <c:v>4.0728693278474504</c:v>
                </c:pt>
                <c:pt idx="17119">
                  <c:v>4.0650323218736402</c:v>
                </c:pt>
                <c:pt idx="17120">
                  <c:v>4.0507751711041662</c:v>
                </c:pt>
                <c:pt idx="17121">
                  <c:v>4.0527389326264984</c:v>
                </c:pt>
                <c:pt idx="17122">
                  <c:v>4.0556815286624204</c:v>
                </c:pt>
                <c:pt idx="17123">
                  <c:v>4.0474675000989038</c:v>
                </c:pt>
                <c:pt idx="17124">
                  <c:v>4.0476001898959533</c:v>
                </c:pt>
                <c:pt idx="17125">
                  <c:v>4.0558035368121219</c:v>
                </c:pt>
                <c:pt idx="17126">
                  <c:v>4.0642630850180002</c:v>
                </c:pt>
                <c:pt idx="17127">
                  <c:v>4.0628865767298334</c:v>
                </c:pt>
                <c:pt idx="17128">
                  <c:v>4.0575941765241126</c:v>
                </c:pt>
                <c:pt idx="17129">
                  <c:v>4.0614344265537845</c:v>
                </c:pt>
                <c:pt idx="17130">
                  <c:v>4.0727822130790834</c:v>
                </c:pt>
                <c:pt idx="17131">
                  <c:v>4.0757196660996167</c:v>
                </c:pt>
                <c:pt idx="17132">
                  <c:v>4.0678306761087155</c:v>
                </c:pt>
                <c:pt idx="17133">
                  <c:v>4.0582107053843419</c:v>
                </c:pt>
                <c:pt idx="17134">
                  <c:v>4.0533583099260193</c:v>
                </c:pt>
                <c:pt idx="17135">
                  <c:v>4.053819440598172</c:v>
                </c:pt>
                <c:pt idx="17136">
                  <c:v>4.0577769513787239</c:v>
                </c:pt>
                <c:pt idx="17137">
                  <c:v>4.0654665506191403</c:v>
                </c:pt>
                <c:pt idx="17138">
                  <c:v>4.0674131423824029</c:v>
                </c:pt>
                <c:pt idx="17139">
                  <c:v>4.0580666218301227</c:v>
                </c:pt>
                <c:pt idx="17140">
                  <c:v>4.0532522846856827</c:v>
                </c:pt>
                <c:pt idx="17141">
                  <c:v>4.055503580329944</c:v>
                </c:pt>
                <c:pt idx="17142">
                  <c:v>4.0538737983146733</c:v>
                </c:pt>
                <c:pt idx="17143">
                  <c:v>4.0583718004510025</c:v>
                </c:pt>
                <c:pt idx="17144">
                  <c:v>4.065756141947225</c:v>
                </c:pt>
                <c:pt idx="17145">
                  <c:v>4.0699665308383119</c:v>
                </c:pt>
                <c:pt idx="17146">
                  <c:v>4.0700639316374572</c:v>
                </c:pt>
                <c:pt idx="17147">
                  <c:v>4.0666317205364564</c:v>
                </c:pt>
                <c:pt idx="17148">
                  <c:v>4.0671277445899436</c:v>
                </c:pt>
                <c:pt idx="17149">
                  <c:v>4.0695300866400288</c:v>
                </c:pt>
                <c:pt idx="17150">
                  <c:v>4.0681743086600468</c:v>
                </c:pt>
                <c:pt idx="17151">
                  <c:v>4.0669989318352648</c:v>
                </c:pt>
                <c:pt idx="17152">
                  <c:v>4.0658385093167704</c:v>
                </c:pt>
                <c:pt idx="17153">
                  <c:v>4.0650677691181709</c:v>
                </c:pt>
                <c:pt idx="17154">
                  <c:v>4.0627171737152352</c:v>
                </c:pt>
                <c:pt idx="17155">
                  <c:v>4.0577669027178862</c:v>
                </c:pt>
                <c:pt idx="17156">
                  <c:v>4.0486757922221779</c:v>
                </c:pt>
                <c:pt idx="17157">
                  <c:v>4.0436783637298728</c:v>
                </c:pt>
                <c:pt idx="17158">
                  <c:v>4.0521249357123077</c:v>
                </c:pt>
                <c:pt idx="17159">
                  <c:v>4.0610154686078257</c:v>
                </c:pt>
                <c:pt idx="17160">
                  <c:v>4.060708944890612</c:v>
                </c:pt>
                <c:pt idx="17161">
                  <c:v>4.0597995015231234</c:v>
                </c:pt>
                <c:pt idx="17162">
                  <c:v>4.0625664438026661</c:v>
                </c:pt>
                <c:pt idx="17163">
                  <c:v>4.0574409146655066</c:v>
                </c:pt>
                <c:pt idx="17164">
                  <c:v>4.0542364995846025</c:v>
                </c:pt>
                <c:pt idx="17165">
                  <c:v>4.0632643114293625</c:v>
                </c:pt>
                <c:pt idx="17166">
                  <c:v>4.0792625707164616</c:v>
                </c:pt>
                <c:pt idx="17167">
                  <c:v>4.0788079281560314</c:v>
                </c:pt>
                <c:pt idx="17168">
                  <c:v>4.0732364600229456</c:v>
                </c:pt>
                <c:pt idx="17169">
                  <c:v>4.0719461170233808</c:v>
                </c:pt>
                <c:pt idx="17170">
                  <c:v>4.0681636270126997</c:v>
                </c:pt>
                <c:pt idx="17171">
                  <c:v>4.0616082604739487</c:v>
                </c:pt>
                <c:pt idx="17172">
                  <c:v>4.0631654864105711</c:v>
                </c:pt>
                <c:pt idx="17173">
                  <c:v>4.0714372749930767</c:v>
                </c:pt>
                <c:pt idx="17174">
                  <c:v>4.0779316374569765</c:v>
                </c:pt>
                <c:pt idx="17175">
                  <c:v>4.0887692368556392</c:v>
                </c:pt>
                <c:pt idx="17176">
                  <c:v>4.0927934485896271</c:v>
                </c:pt>
                <c:pt idx="17177">
                  <c:v>4.0790393638485583</c:v>
                </c:pt>
                <c:pt idx="17178">
                  <c:v>4.0621961466946237</c:v>
                </c:pt>
                <c:pt idx="17179">
                  <c:v>4.0577852593266606</c:v>
                </c:pt>
                <c:pt idx="17180">
                  <c:v>4.0584698342366581</c:v>
                </c:pt>
                <c:pt idx="17181">
                  <c:v>4.0562167187561817</c:v>
                </c:pt>
                <c:pt idx="17182">
                  <c:v>4.0591952367765165</c:v>
                </c:pt>
                <c:pt idx="17183">
                  <c:v>4.0636540728725716</c:v>
                </c:pt>
                <c:pt idx="17184">
                  <c:v>4.0750285239545834</c:v>
                </c:pt>
                <c:pt idx="17185">
                  <c:v>4.076994659176326</c:v>
                </c:pt>
                <c:pt idx="17186">
                  <c:v>4.0731502947343436</c:v>
                </c:pt>
                <c:pt idx="17187">
                  <c:v>4.0779632076591366</c:v>
                </c:pt>
                <c:pt idx="17188">
                  <c:v>4.0728808798512484</c:v>
                </c:pt>
                <c:pt idx="17189">
                  <c:v>4.0724078015587297</c:v>
                </c:pt>
                <c:pt idx="17190">
                  <c:v>4.0677718083633341</c:v>
                </c:pt>
                <c:pt idx="17191">
                  <c:v>4.0671742690983894</c:v>
                </c:pt>
                <c:pt idx="17192">
                  <c:v>4.0704955493136055</c:v>
                </c:pt>
                <c:pt idx="17193">
                  <c:v>4.0739033904339914</c:v>
                </c:pt>
                <c:pt idx="17194">
                  <c:v>4.0745042528781106</c:v>
                </c:pt>
                <c:pt idx="17195">
                  <c:v>4.0762213079083756</c:v>
                </c:pt>
                <c:pt idx="17196">
                  <c:v>4.0742716303358781</c:v>
                </c:pt>
                <c:pt idx="17197">
                  <c:v>4.0719658187284882</c:v>
                </c:pt>
                <c:pt idx="17198">
                  <c:v>4.0740679669264548</c:v>
                </c:pt>
                <c:pt idx="17199">
                  <c:v>4.0697130197412665</c:v>
                </c:pt>
                <c:pt idx="17200">
                  <c:v>4.0748997903232187</c:v>
                </c:pt>
                <c:pt idx="17201">
                  <c:v>4.0847964552755469</c:v>
                </c:pt>
                <c:pt idx="17202">
                  <c:v>4.092898682596827</c:v>
                </c:pt>
                <c:pt idx="17203">
                  <c:v>4.0884938877240176</c:v>
                </c:pt>
                <c:pt idx="17204">
                  <c:v>4.0797309807334727</c:v>
                </c:pt>
                <c:pt idx="17205">
                  <c:v>4.0743380939193736</c:v>
                </c:pt>
                <c:pt idx="17206">
                  <c:v>4.0756345294140921</c:v>
                </c:pt>
                <c:pt idx="17207">
                  <c:v>4.0762156901531039</c:v>
                </c:pt>
                <c:pt idx="17208">
                  <c:v>4.0743740159037865</c:v>
                </c:pt>
                <c:pt idx="17209">
                  <c:v>4.0767148000158251</c:v>
                </c:pt>
                <c:pt idx="17210">
                  <c:v>4.0775137872374092</c:v>
                </c:pt>
                <c:pt idx="17211">
                  <c:v>4.0773936780472368</c:v>
                </c:pt>
                <c:pt idx="17212">
                  <c:v>4.0805111366064013</c:v>
                </c:pt>
                <c:pt idx="17213">
                  <c:v>4.0804597064525066</c:v>
                </c:pt>
                <c:pt idx="17214">
                  <c:v>4.0776306523717212</c:v>
                </c:pt>
                <c:pt idx="17215">
                  <c:v>4.0709398267199433</c:v>
                </c:pt>
                <c:pt idx="17216">
                  <c:v>4.0603221110100094</c:v>
                </c:pt>
                <c:pt idx="17217">
                  <c:v>4.0581860189104724</c:v>
                </c:pt>
                <c:pt idx="17218">
                  <c:v>4.0627848241484354</c:v>
                </c:pt>
                <c:pt idx="17219">
                  <c:v>4.0663369861929821</c:v>
                </c:pt>
                <c:pt idx="17220">
                  <c:v>4.0695709142698897</c:v>
                </c:pt>
                <c:pt idx="17221">
                  <c:v>4.0765629623768644</c:v>
                </c:pt>
                <c:pt idx="17222">
                  <c:v>4.074977252047316</c:v>
                </c:pt>
                <c:pt idx="17223">
                  <c:v>4.0714754124302726</c:v>
                </c:pt>
                <c:pt idx="17224">
                  <c:v>4.0749105510938799</c:v>
                </c:pt>
                <c:pt idx="17225">
                  <c:v>4.0763836689480559</c:v>
                </c:pt>
                <c:pt idx="17226">
                  <c:v>4.076692961981248</c:v>
                </c:pt>
                <c:pt idx="17227">
                  <c:v>4.0747561815088815</c:v>
                </c:pt>
                <c:pt idx="17228">
                  <c:v>4.0724597855758198</c:v>
                </c:pt>
                <c:pt idx="17229">
                  <c:v>4.0741688491514028</c:v>
                </c:pt>
                <c:pt idx="17230">
                  <c:v>4.073508565098706</c:v>
                </c:pt>
                <c:pt idx="17231">
                  <c:v>4.0713992166791941</c:v>
                </c:pt>
                <c:pt idx="17232">
                  <c:v>4.0731034537326423</c:v>
                </c:pt>
                <c:pt idx="17233">
                  <c:v>4.0740873521383074</c:v>
                </c:pt>
                <c:pt idx="17234">
                  <c:v>4.0671140562566759</c:v>
                </c:pt>
                <c:pt idx="17235">
                  <c:v>4.0613605253788032</c:v>
                </c:pt>
                <c:pt idx="17236">
                  <c:v>4.061121335601535</c:v>
                </c:pt>
                <c:pt idx="17237">
                  <c:v>4.0675933852909756</c:v>
                </c:pt>
                <c:pt idx="17238">
                  <c:v>4.0728612572694542</c:v>
                </c:pt>
                <c:pt idx="17239">
                  <c:v>4.0705231633500807</c:v>
                </c:pt>
                <c:pt idx="17240">
                  <c:v>4.0696397515527947</c:v>
                </c:pt>
                <c:pt idx="17241">
                  <c:v>4.0637276575542982</c:v>
                </c:pt>
                <c:pt idx="17242">
                  <c:v>4.0639105906555368</c:v>
                </c:pt>
                <c:pt idx="17243">
                  <c:v>4.069156861969379</c:v>
                </c:pt>
                <c:pt idx="17244">
                  <c:v>4.0707590299481744</c:v>
                </c:pt>
                <c:pt idx="17245">
                  <c:v>4.0646116232147804</c:v>
                </c:pt>
                <c:pt idx="17246">
                  <c:v>4.0647794437631051</c:v>
                </c:pt>
                <c:pt idx="17247">
                  <c:v>4.0611263994936104</c:v>
                </c:pt>
                <c:pt idx="17248">
                  <c:v>4.056375440123432</c:v>
                </c:pt>
                <c:pt idx="17249">
                  <c:v>4.0522385567907584</c:v>
                </c:pt>
                <c:pt idx="17250">
                  <c:v>4.049727657554298</c:v>
                </c:pt>
                <c:pt idx="17251">
                  <c:v>4.0424290857301104</c:v>
                </c:pt>
                <c:pt idx="17252">
                  <c:v>4.0376645171499783</c:v>
                </c:pt>
                <c:pt idx="17253">
                  <c:v>4.0383555010483843</c:v>
                </c:pt>
                <c:pt idx="17254">
                  <c:v>4.0413661431340744</c:v>
                </c:pt>
                <c:pt idx="17255">
                  <c:v>4.0462885627250067</c:v>
                </c:pt>
                <c:pt idx="17256">
                  <c:v>4.0515570676899948</c:v>
                </c:pt>
                <c:pt idx="17257">
                  <c:v>4.0560440716857222</c:v>
                </c:pt>
                <c:pt idx="17258">
                  <c:v>4.0627946354393325</c:v>
                </c:pt>
                <c:pt idx="17259">
                  <c:v>4.069694109269296</c:v>
                </c:pt>
                <c:pt idx="17260">
                  <c:v>4.0722094394113224</c:v>
                </c:pt>
                <c:pt idx="17261">
                  <c:v>4.0655361000118688</c:v>
                </c:pt>
                <c:pt idx="17262">
                  <c:v>4.0541028603077898</c:v>
                </c:pt>
                <c:pt idx="17263">
                  <c:v>4.054896150650789</c:v>
                </c:pt>
                <c:pt idx="17264">
                  <c:v>4.0631355777979978</c:v>
                </c:pt>
                <c:pt idx="17265">
                  <c:v>4.0658652529967956</c:v>
                </c:pt>
                <c:pt idx="17266">
                  <c:v>4.0633924120742178</c:v>
                </c:pt>
                <c:pt idx="17267">
                  <c:v>4.0597919848083235</c:v>
                </c:pt>
                <c:pt idx="17268">
                  <c:v>4.0643768643430791</c:v>
                </c:pt>
                <c:pt idx="17269">
                  <c:v>4.0662353918582106</c:v>
                </c:pt>
                <c:pt idx="17270">
                  <c:v>4.060511690469597</c:v>
                </c:pt>
                <c:pt idx="17271">
                  <c:v>4.0583748862602365</c:v>
                </c:pt>
                <c:pt idx="17272">
                  <c:v>4.0603604066938326</c:v>
                </c:pt>
                <c:pt idx="17273">
                  <c:v>4.0667667840329154</c:v>
                </c:pt>
                <c:pt idx="17274">
                  <c:v>4.0690581160739008</c:v>
                </c:pt>
                <c:pt idx="17275">
                  <c:v>4.0695103849349215</c:v>
                </c:pt>
                <c:pt idx="17276">
                  <c:v>4.0667727974047549</c:v>
                </c:pt>
                <c:pt idx="17277">
                  <c:v>4.0664695177434034</c:v>
                </c:pt>
                <c:pt idx="17278">
                  <c:v>4.068145982513748</c:v>
                </c:pt>
                <c:pt idx="17279">
                  <c:v>4.0670971238675477</c:v>
                </c:pt>
                <c:pt idx="17280">
                  <c:v>4.0646843375400561</c:v>
                </c:pt>
                <c:pt idx="17281">
                  <c:v>4.05361237488626</c:v>
                </c:pt>
                <c:pt idx="17282">
                  <c:v>4.0506915377616011</c:v>
                </c:pt>
                <c:pt idx="17283">
                  <c:v>4.0525893104403217</c:v>
                </c:pt>
                <c:pt idx="17284">
                  <c:v>4.0545989634845911</c:v>
                </c:pt>
                <c:pt idx="17285">
                  <c:v>4.0526623412588521</c:v>
                </c:pt>
                <c:pt idx="17286">
                  <c:v>4.0526745262491595</c:v>
                </c:pt>
                <c:pt idx="17287">
                  <c:v>4.0589641967005576</c:v>
                </c:pt>
                <c:pt idx="17288">
                  <c:v>4.0676691063021719</c:v>
                </c:pt>
                <c:pt idx="17289">
                  <c:v>4.067820231831309</c:v>
                </c:pt>
                <c:pt idx="17290">
                  <c:v>4.0635902203584289</c:v>
                </c:pt>
                <c:pt idx="17291">
                  <c:v>4.0564133401906872</c:v>
                </c:pt>
                <c:pt idx="17292">
                  <c:v>4.053969616647545</c:v>
                </c:pt>
                <c:pt idx="17293">
                  <c:v>4.0595987656763066</c:v>
                </c:pt>
                <c:pt idx="17294">
                  <c:v>4.0552948530284452</c:v>
                </c:pt>
                <c:pt idx="17295">
                  <c:v>4.0488125964315387</c:v>
                </c:pt>
                <c:pt idx="17296">
                  <c:v>4.0479756300193852</c:v>
                </c:pt>
                <c:pt idx="17297">
                  <c:v>4.0624608141788983</c:v>
                </c:pt>
                <c:pt idx="17298">
                  <c:v>4.0659592514934522</c:v>
                </c:pt>
                <c:pt idx="17299">
                  <c:v>4.0655007318906513</c:v>
                </c:pt>
                <c:pt idx="17300">
                  <c:v>4.0652318708707522</c:v>
                </c:pt>
                <c:pt idx="17301">
                  <c:v>4.0655982118131107</c:v>
                </c:pt>
                <c:pt idx="17302">
                  <c:v>4.0687091822605534</c:v>
                </c:pt>
                <c:pt idx="17303">
                  <c:v>4.0677335126795109</c:v>
                </c:pt>
                <c:pt idx="17304">
                  <c:v>4.0659477786129683</c:v>
                </c:pt>
                <c:pt idx="17305">
                  <c:v>4.0683695849982193</c:v>
                </c:pt>
                <c:pt idx="17306">
                  <c:v>4.0719387585552083</c:v>
                </c:pt>
                <c:pt idx="17307">
                  <c:v>4.0675390275744752</c:v>
                </c:pt>
                <c:pt idx="17308">
                  <c:v>4.071119674011948</c:v>
                </c:pt>
                <c:pt idx="17309">
                  <c:v>4.0747345017209318</c:v>
                </c:pt>
                <c:pt idx="17310">
                  <c:v>4.0728646595719429</c:v>
                </c:pt>
                <c:pt idx="17311">
                  <c:v>4.0708690113541959</c:v>
                </c:pt>
                <c:pt idx="17312">
                  <c:v>4.0691397713336235</c:v>
                </c:pt>
                <c:pt idx="17313">
                  <c:v>4.0656857221980456</c:v>
                </c:pt>
                <c:pt idx="17314">
                  <c:v>4.0674625944534561</c:v>
                </c:pt>
                <c:pt idx="17315">
                  <c:v>4.0720012659730189</c:v>
                </c:pt>
                <c:pt idx="17316">
                  <c:v>4.0756779681133048</c:v>
                </c:pt>
                <c:pt idx="17317">
                  <c:v>4.074449816038296</c:v>
                </c:pt>
                <c:pt idx="17318">
                  <c:v>4.0703293903548676</c:v>
                </c:pt>
                <c:pt idx="17319">
                  <c:v>4.0715515290580369</c:v>
                </c:pt>
                <c:pt idx="17320">
                  <c:v>4.068496103176801</c:v>
                </c:pt>
                <c:pt idx="17321">
                  <c:v>4.0645926336194957</c:v>
                </c:pt>
                <c:pt idx="17322">
                  <c:v>4.058350278909681</c:v>
                </c:pt>
                <c:pt idx="17323">
                  <c:v>4.0662538275902991</c:v>
                </c:pt>
                <c:pt idx="17324">
                  <c:v>4.0793274518336826</c:v>
                </c:pt>
                <c:pt idx="17325">
                  <c:v>4.0786897179253865</c:v>
                </c:pt>
                <c:pt idx="17326">
                  <c:v>4.0768696443407046</c:v>
                </c:pt>
                <c:pt idx="17327">
                  <c:v>4.0760165367725598</c:v>
                </c:pt>
                <c:pt idx="17328">
                  <c:v>4.0705360604502117</c:v>
                </c:pt>
                <c:pt idx="17329">
                  <c:v>4.0659647901254106</c:v>
                </c:pt>
                <c:pt idx="17330">
                  <c:v>4.0627095778771212</c:v>
                </c:pt>
                <c:pt idx="17331">
                  <c:v>4.0567014281758116</c:v>
                </c:pt>
                <c:pt idx="17332">
                  <c:v>4.0573196977489419</c:v>
                </c:pt>
                <c:pt idx="17333">
                  <c:v>4.0613713652727776</c:v>
                </c:pt>
                <c:pt idx="17334">
                  <c:v>4.0524393717608893</c:v>
                </c:pt>
                <c:pt idx="17335">
                  <c:v>4.0463946670886575</c:v>
                </c:pt>
                <c:pt idx="17336">
                  <c:v>4.0439355936226606</c:v>
                </c:pt>
                <c:pt idx="17337">
                  <c:v>4.0550466431934167</c:v>
                </c:pt>
                <c:pt idx="17338">
                  <c:v>4.0687755667207339</c:v>
                </c:pt>
                <c:pt idx="17339">
                  <c:v>4.0696476638841634</c:v>
                </c:pt>
                <c:pt idx="17340">
                  <c:v>4.0631083593780906</c:v>
                </c:pt>
                <c:pt idx="17341">
                  <c:v>4.0564594690825651</c:v>
                </c:pt>
                <c:pt idx="17342">
                  <c:v>4.0506901135419549</c:v>
                </c:pt>
                <c:pt idx="17343">
                  <c:v>4.0552386754757288</c:v>
                </c:pt>
                <c:pt idx="17344">
                  <c:v>4.0561596708470153</c:v>
                </c:pt>
                <c:pt idx="17345">
                  <c:v>4.0540425683427621</c:v>
                </c:pt>
                <c:pt idx="17346">
                  <c:v>4.0525249831862959</c:v>
                </c:pt>
                <c:pt idx="17347">
                  <c:v>4.0613935198006095</c:v>
                </c:pt>
                <c:pt idx="17348">
                  <c:v>4.0741286545080504</c:v>
                </c:pt>
                <c:pt idx="17349">
                  <c:v>4.0759203228231202</c:v>
                </c:pt>
                <c:pt idx="17350">
                  <c:v>4.073082881671084</c:v>
                </c:pt>
                <c:pt idx="17351">
                  <c:v>4.064226609170392</c:v>
                </c:pt>
                <c:pt idx="17352">
                  <c:v>4.0531603433951817</c:v>
                </c:pt>
                <c:pt idx="17353">
                  <c:v>4.044597460141631</c:v>
                </c:pt>
                <c:pt idx="17354">
                  <c:v>4.0442585749891204</c:v>
                </c:pt>
                <c:pt idx="17355">
                  <c:v>4.0462906199311623</c:v>
                </c:pt>
                <c:pt idx="17356">
                  <c:v>4.0509759860742971</c:v>
                </c:pt>
                <c:pt idx="17357">
                  <c:v>4.0570066067966923</c:v>
                </c:pt>
                <c:pt idx="17358">
                  <c:v>4.0558771214938485</c:v>
                </c:pt>
                <c:pt idx="17359">
                  <c:v>4.0526980258733234</c:v>
                </c:pt>
                <c:pt idx="17360">
                  <c:v>4.0529960833959731</c:v>
                </c:pt>
                <c:pt idx="17361">
                  <c:v>4.049535308778732</c:v>
                </c:pt>
                <c:pt idx="17362">
                  <c:v>4.0475562764568584</c:v>
                </c:pt>
                <c:pt idx="17363">
                  <c:v>4.050233809391937</c:v>
                </c:pt>
                <c:pt idx="17364">
                  <c:v>4.0512795031055902</c:v>
                </c:pt>
                <c:pt idx="17365">
                  <c:v>4.0584207777821737</c:v>
                </c:pt>
                <c:pt idx="17366">
                  <c:v>4.0653293507932116</c:v>
                </c:pt>
                <c:pt idx="17367">
                  <c:v>4.0610677691181705</c:v>
                </c:pt>
                <c:pt idx="17368">
                  <c:v>4.0557137318510899</c:v>
                </c:pt>
                <c:pt idx="17369">
                  <c:v>4.057803220318867</c:v>
                </c:pt>
                <c:pt idx="17370">
                  <c:v>4.0636549432290225</c:v>
                </c:pt>
                <c:pt idx="17371">
                  <c:v>4.0632452427107646</c:v>
                </c:pt>
                <c:pt idx="17372">
                  <c:v>4.0679519721485935</c:v>
                </c:pt>
                <c:pt idx="17373">
                  <c:v>4.0721395735253392</c:v>
                </c:pt>
                <c:pt idx="17374">
                  <c:v>4.0798860624282947</c:v>
                </c:pt>
                <c:pt idx="17375">
                  <c:v>4.0793662222573879</c:v>
                </c:pt>
                <c:pt idx="17376">
                  <c:v>4.0763394390157064</c:v>
                </c:pt>
                <c:pt idx="17377">
                  <c:v>4.0773816513035568</c:v>
                </c:pt>
                <c:pt idx="17378">
                  <c:v>4.0747847450251218</c:v>
                </c:pt>
                <c:pt idx="17379">
                  <c:v>4.0706173200933655</c:v>
                </c:pt>
                <c:pt idx="17380">
                  <c:v>4.0662209122918069</c:v>
                </c:pt>
                <c:pt idx="17381">
                  <c:v>4.064304783004312</c:v>
                </c:pt>
                <c:pt idx="17382">
                  <c:v>4.0663335047671794</c:v>
                </c:pt>
                <c:pt idx="17383">
                  <c:v>4.0696253511097042</c:v>
                </c:pt>
                <c:pt idx="17384">
                  <c:v>4.0688691696008226</c:v>
                </c:pt>
                <c:pt idx="17385">
                  <c:v>4.0690449816038292</c:v>
                </c:pt>
                <c:pt idx="17386">
                  <c:v>4.0637459350397593</c:v>
                </c:pt>
                <c:pt idx="17387">
                  <c:v>4.0593993749258219</c:v>
                </c:pt>
                <c:pt idx="17388">
                  <c:v>4.0530341417098548</c:v>
                </c:pt>
                <c:pt idx="17389">
                  <c:v>4.0432729358705544</c:v>
                </c:pt>
                <c:pt idx="17390">
                  <c:v>4.0411594730387312</c:v>
                </c:pt>
                <c:pt idx="17391">
                  <c:v>4.0404078015587297</c:v>
                </c:pt>
                <c:pt idx="17392">
                  <c:v>4.0383921351426197</c:v>
                </c:pt>
                <c:pt idx="17393">
                  <c:v>4.04378288562725</c:v>
                </c:pt>
                <c:pt idx="17394">
                  <c:v>4.0500687581595916</c:v>
                </c:pt>
                <c:pt idx="17395">
                  <c:v>4.0539267318115284</c:v>
                </c:pt>
                <c:pt idx="17396">
                  <c:v>4.0605028286584641</c:v>
                </c:pt>
                <c:pt idx="17397">
                  <c:v>4.0672045733275306</c:v>
                </c:pt>
                <c:pt idx="17398">
                  <c:v>4.064564782213079</c:v>
                </c:pt>
                <c:pt idx="17399">
                  <c:v>4.0597938046445385</c:v>
                </c:pt>
                <c:pt idx="17400">
                  <c:v>4.0583202911737946</c:v>
                </c:pt>
                <c:pt idx="17401">
                  <c:v>4.062397119911382</c:v>
                </c:pt>
                <c:pt idx="17402">
                  <c:v>4.0698613759544253</c:v>
                </c:pt>
                <c:pt idx="17403">
                  <c:v>4.0690605688966253</c:v>
                </c:pt>
                <c:pt idx="17404">
                  <c:v>4.0665548917988685</c:v>
                </c:pt>
                <c:pt idx="17405">
                  <c:v>4.0658286980258733</c:v>
                </c:pt>
                <c:pt idx="17406">
                  <c:v>4.065740554654429</c:v>
                </c:pt>
                <c:pt idx="17407">
                  <c:v>4.0606933575978159</c:v>
                </c:pt>
                <c:pt idx="17408">
                  <c:v>4.0577478339992883</c:v>
                </c:pt>
                <c:pt idx="17409">
                  <c:v>4.059614906832298</c:v>
                </c:pt>
                <c:pt idx="17410">
                  <c:v>4.0602039007793644</c:v>
                </c:pt>
                <c:pt idx="17411">
                  <c:v>4.0619559283142781</c:v>
                </c:pt>
                <c:pt idx="17412">
                  <c:v>4.0630726747636192</c:v>
                </c:pt>
                <c:pt idx="17413">
                  <c:v>4.0641344305099496</c:v>
                </c:pt>
                <c:pt idx="17414">
                  <c:v>4.0682027930529729</c:v>
                </c:pt>
                <c:pt idx="17415">
                  <c:v>4.0725870949875382</c:v>
                </c:pt>
                <c:pt idx="17416">
                  <c:v>4.0744970526565654</c:v>
                </c:pt>
                <c:pt idx="17417">
                  <c:v>4.083036752779206</c:v>
                </c:pt>
                <c:pt idx="17418">
                  <c:v>4.0866249950547928</c:v>
                </c:pt>
                <c:pt idx="17419">
                  <c:v>4.0851588400522214</c:v>
                </c:pt>
                <c:pt idx="17420">
                  <c:v>4.0810380978755392</c:v>
                </c:pt>
                <c:pt idx="17421">
                  <c:v>4.0802444910392843</c:v>
                </c:pt>
                <c:pt idx="17422">
                  <c:v>4.0753287178067019</c:v>
                </c:pt>
                <c:pt idx="17423">
                  <c:v>4.0705235589666495</c:v>
                </c:pt>
                <c:pt idx="17424">
                  <c:v>4.0680690746528461</c:v>
                </c:pt>
                <c:pt idx="17425">
                  <c:v>4.0701161530244887</c:v>
                </c:pt>
                <c:pt idx="17426">
                  <c:v>4.0696158563120619</c:v>
                </c:pt>
                <c:pt idx="17427">
                  <c:v>4.0676515409265344</c:v>
                </c:pt>
                <c:pt idx="17428">
                  <c:v>4.0739696166475454</c:v>
                </c:pt>
                <c:pt idx="17429">
                  <c:v>4.0771287731930217</c:v>
                </c:pt>
                <c:pt idx="17430">
                  <c:v>4.0727176484551171</c:v>
                </c:pt>
                <c:pt idx="17431">
                  <c:v>4.0624324089092854</c:v>
                </c:pt>
                <c:pt idx="17432">
                  <c:v>4.0542098350278906</c:v>
                </c:pt>
                <c:pt idx="17433">
                  <c:v>4.0498836096055699</c:v>
                </c:pt>
                <c:pt idx="17434">
                  <c:v>4.0482423547098154</c:v>
                </c:pt>
                <c:pt idx="17435">
                  <c:v>4.0535349922854769</c:v>
                </c:pt>
                <c:pt idx="17436">
                  <c:v>4.0599022827075997</c:v>
                </c:pt>
                <c:pt idx="17437">
                  <c:v>4.0579194524666695</c:v>
                </c:pt>
                <c:pt idx="17438">
                  <c:v>4.0537713336234518</c:v>
                </c:pt>
                <c:pt idx="17439">
                  <c:v>4.0527799976263008</c:v>
                </c:pt>
                <c:pt idx="17440">
                  <c:v>4.0537889781224035</c:v>
                </c:pt>
                <c:pt idx="17441">
                  <c:v>4.0496630929303317</c:v>
                </c:pt>
                <c:pt idx="17442">
                  <c:v>4.0470009099181077</c:v>
                </c:pt>
                <c:pt idx="17443">
                  <c:v>4.0474963801083987</c:v>
                </c:pt>
                <c:pt idx="17444">
                  <c:v>4.0553007081536574</c:v>
                </c:pt>
                <c:pt idx="17445">
                  <c:v>4.061852751513233</c:v>
                </c:pt>
                <c:pt idx="17446">
                  <c:v>4.0676296237686431</c:v>
                </c:pt>
                <c:pt idx="17447">
                  <c:v>4.0742403766269728</c:v>
                </c:pt>
                <c:pt idx="17448">
                  <c:v>4.0713393203307353</c:v>
                </c:pt>
                <c:pt idx="17449">
                  <c:v>4.070985876488507</c:v>
                </c:pt>
                <c:pt idx="17450">
                  <c:v>4.0715981326897968</c:v>
                </c:pt>
                <c:pt idx="17451">
                  <c:v>4.0680280887763578</c:v>
                </c:pt>
                <c:pt idx="17452">
                  <c:v>4.0669623768643435</c:v>
                </c:pt>
                <c:pt idx="17453">
                  <c:v>4.0704172172330573</c:v>
                </c:pt>
                <c:pt idx="17454">
                  <c:v>4.0670005934248525</c:v>
                </c:pt>
                <c:pt idx="17455">
                  <c:v>4.0639485698461053</c:v>
                </c:pt>
                <c:pt idx="17456">
                  <c:v>4.0664123907109229</c:v>
                </c:pt>
                <c:pt idx="17457">
                  <c:v>4.0660472366182692</c:v>
                </c:pt>
                <c:pt idx="17458">
                  <c:v>4.0577002017644501</c:v>
                </c:pt>
                <c:pt idx="17459">
                  <c:v>4.0535421133837088</c:v>
                </c:pt>
                <c:pt idx="17460">
                  <c:v>4.0529784388970214</c:v>
                </c:pt>
                <c:pt idx="17461">
                  <c:v>4.0541337975234404</c:v>
                </c:pt>
                <c:pt idx="17462">
                  <c:v>4.0634534952723822</c:v>
                </c:pt>
                <c:pt idx="17463">
                  <c:v>4.0638604264746609</c:v>
                </c:pt>
                <c:pt idx="17464">
                  <c:v>4.0603804248921946</c:v>
                </c:pt>
                <c:pt idx="17465">
                  <c:v>4.0602416425999923</c:v>
                </c:pt>
                <c:pt idx="17466">
                  <c:v>4.063473829963999</c:v>
                </c:pt>
                <c:pt idx="17467">
                  <c:v>4.0709205206314039</c:v>
                </c:pt>
                <c:pt idx="17468">
                  <c:v>4.0688293705740399</c:v>
                </c:pt>
                <c:pt idx="17469">
                  <c:v>4.0685687383787634</c:v>
                </c:pt>
                <c:pt idx="17470">
                  <c:v>4.0761705107409902</c:v>
                </c:pt>
                <c:pt idx="17471">
                  <c:v>4.0792340863235355</c:v>
                </c:pt>
                <c:pt idx="17472">
                  <c:v>4.0756637259168418</c:v>
                </c:pt>
                <c:pt idx="17473">
                  <c:v>4.0732167583178382</c:v>
                </c:pt>
                <c:pt idx="17474">
                  <c:v>4.0793211219685883</c:v>
                </c:pt>
                <c:pt idx="17475">
                  <c:v>4.0810143608814338</c:v>
                </c:pt>
                <c:pt idx="17476">
                  <c:v>4.067976658622463</c:v>
                </c:pt>
                <c:pt idx="17477">
                  <c:v>4.0572427107647266</c:v>
                </c:pt>
                <c:pt idx="17478">
                  <c:v>4.0474231119199269</c:v>
                </c:pt>
                <c:pt idx="17479">
                  <c:v>4.0513701784230722</c:v>
                </c:pt>
                <c:pt idx="17480">
                  <c:v>4.0682426712030697</c:v>
                </c:pt>
                <c:pt idx="17481">
                  <c:v>4.0709926019701701</c:v>
                </c:pt>
                <c:pt idx="17482">
                  <c:v>4.0654113225461881</c:v>
                </c:pt>
                <c:pt idx="17483">
                  <c:v>4.0606299798235552</c:v>
                </c:pt>
                <c:pt idx="17484">
                  <c:v>4.0554265933457296</c:v>
                </c:pt>
                <c:pt idx="17485">
                  <c:v>4.0523570043913439</c:v>
                </c:pt>
                <c:pt idx="17486">
                  <c:v>4.0504967361633106</c:v>
                </c:pt>
                <c:pt idx="17487">
                  <c:v>4.0506185069430707</c:v>
                </c:pt>
                <c:pt idx="17488">
                  <c:v>4.0513894053882975</c:v>
                </c:pt>
                <c:pt idx="17489">
                  <c:v>4.0529369782806501</c:v>
                </c:pt>
                <c:pt idx="17490">
                  <c:v>4.0487185979348812</c:v>
                </c:pt>
                <c:pt idx="17491">
                  <c:v>4.0480526170036004</c:v>
                </c:pt>
                <c:pt idx="17492">
                  <c:v>4.0574701111682554</c:v>
                </c:pt>
                <c:pt idx="17493">
                  <c:v>4.0624381849111844</c:v>
                </c:pt>
                <c:pt idx="17494">
                  <c:v>4.0606106737350158</c:v>
                </c:pt>
                <c:pt idx="17495">
                  <c:v>4.0640986667721641</c:v>
                </c:pt>
                <c:pt idx="17496">
                  <c:v>4.0690907940024532</c:v>
                </c:pt>
                <c:pt idx="17497">
                  <c:v>4.0675355461486724</c:v>
                </c:pt>
                <c:pt idx="17498">
                  <c:v>4.0651430945127984</c:v>
                </c:pt>
                <c:pt idx="17499">
                  <c:v>4.062677532935079</c:v>
                </c:pt>
                <c:pt idx="17500">
                  <c:v>4.0557476757526603</c:v>
                </c:pt>
                <c:pt idx="17501">
                  <c:v>4.051398504569371</c:v>
                </c:pt>
                <c:pt idx="17502">
                  <c:v>4.0527043557384186</c:v>
                </c:pt>
                <c:pt idx="17503">
                  <c:v>4.0507596629346834</c:v>
                </c:pt>
                <c:pt idx="17504">
                  <c:v>4.0526606796692644</c:v>
                </c:pt>
                <c:pt idx="17505">
                  <c:v>4.0590488586462001</c:v>
                </c:pt>
                <c:pt idx="17506">
                  <c:v>4.0607379040234202</c:v>
                </c:pt>
                <c:pt idx="17507">
                  <c:v>4.0590898445226884</c:v>
                </c:pt>
                <c:pt idx="17508">
                  <c:v>4.0560223918977725</c:v>
                </c:pt>
                <c:pt idx="17509">
                  <c:v>4.0533935198006095</c:v>
                </c:pt>
                <c:pt idx="17510">
                  <c:v>4.0562988487557856</c:v>
                </c:pt>
                <c:pt idx="17511">
                  <c:v>4.0632732523638087</c:v>
                </c:pt>
                <c:pt idx="17512">
                  <c:v>4.0678627210507576</c:v>
                </c:pt>
                <c:pt idx="17513">
                  <c:v>4.0715126795110184</c:v>
                </c:pt>
                <c:pt idx="17514">
                  <c:v>4.0715416386438266</c:v>
                </c:pt>
                <c:pt idx="17515">
                  <c:v>4.0668313486568817</c:v>
                </c:pt>
                <c:pt idx="17516">
                  <c:v>4.059069668077699</c:v>
                </c:pt>
                <c:pt idx="17517">
                  <c:v>4.0605475333306957</c:v>
                </c:pt>
                <c:pt idx="17518">
                  <c:v>4.0694971713415358</c:v>
                </c:pt>
                <c:pt idx="17519">
                  <c:v>4.0770669778850337</c:v>
                </c:pt>
                <c:pt idx="17520">
                  <c:v>4.0733317244926219</c:v>
                </c:pt>
                <c:pt idx="17521">
                  <c:v>4.064771847924991</c:v>
                </c:pt>
                <c:pt idx="17522">
                  <c:v>4.062513114689243</c:v>
                </c:pt>
                <c:pt idx="17523">
                  <c:v>4.0581690073980301</c:v>
                </c:pt>
                <c:pt idx="17524">
                  <c:v>4.0589053289551771</c:v>
                </c:pt>
                <c:pt idx="17525">
                  <c:v>4.0578647782569135</c:v>
                </c:pt>
                <c:pt idx="17526">
                  <c:v>4.0583035170312929</c:v>
                </c:pt>
                <c:pt idx="17527">
                  <c:v>4.0634054674209752</c:v>
                </c:pt>
                <c:pt idx="17528">
                  <c:v>4.0695369703683193</c:v>
                </c:pt>
                <c:pt idx="17529">
                  <c:v>4.0682394271472093</c:v>
                </c:pt>
                <c:pt idx="17530">
                  <c:v>4.0654440004747396</c:v>
                </c:pt>
                <c:pt idx="17531">
                  <c:v>4.0657138109744038</c:v>
                </c:pt>
                <c:pt idx="17532">
                  <c:v>4.0642688610198991</c:v>
                </c:pt>
                <c:pt idx="17533">
                  <c:v>4.0619529216283574</c:v>
                </c:pt>
                <c:pt idx="17534">
                  <c:v>4.0655086442220201</c:v>
                </c:pt>
                <c:pt idx="17535">
                  <c:v>4.0647474779443762</c:v>
                </c:pt>
                <c:pt idx="17536">
                  <c:v>4.0606551410373068</c:v>
                </c:pt>
                <c:pt idx="17537">
                  <c:v>4.0616285160422523</c:v>
                </c:pt>
                <c:pt idx="17538">
                  <c:v>4.0656803418127154</c:v>
                </c:pt>
                <c:pt idx="17539">
                  <c:v>4.0686052142263716</c:v>
                </c:pt>
                <c:pt idx="17540">
                  <c:v>4.0766843375400565</c:v>
                </c:pt>
                <c:pt idx="17541">
                  <c:v>4.0866993709696562</c:v>
                </c:pt>
                <c:pt idx="17542">
                  <c:v>4.0831024251295647</c:v>
                </c:pt>
                <c:pt idx="17543">
                  <c:v>4.0690202951299597</c:v>
                </c:pt>
                <c:pt idx="17544">
                  <c:v>4.0614390157059779</c:v>
                </c:pt>
                <c:pt idx="17545">
                  <c:v>4.0621981247774661</c:v>
                </c:pt>
                <c:pt idx="17546">
                  <c:v>4.066541757328797</c:v>
                </c:pt>
                <c:pt idx="17547">
                  <c:v>4.0671343118249794</c:v>
                </c:pt>
                <c:pt idx="17548">
                  <c:v>4.0621743877833607</c:v>
                </c:pt>
                <c:pt idx="17549">
                  <c:v>4.0616150650789251</c:v>
                </c:pt>
                <c:pt idx="17550">
                  <c:v>4.0721465363769438</c:v>
                </c:pt>
                <c:pt idx="17551">
                  <c:v>4.0768250979151004</c:v>
                </c:pt>
                <c:pt idx="17552">
                  <c:v>4.0709519325869366</c:v>
                </c:pt>
                <c:pt idx="17553">
                  <c:v>4.0644289274834833</c:v>
                </c:pt>
                <c:pt idx="17554">
                  <c:v>4.063959093246825</c:v>
                </c:pt>
                <c:pt idx="17555">
                  <c:v>4.0503734620405902</c:v>
                </c:pt>
                <c:pt idx="17556">
                  <c:v>4.0358104205404119</c:v>
                </c:pt>
                <c:pt idx="17557">
                  <c:v>4.0384198283024091</c:v>
                </c:pt>
                <c:pt idx="17558">
                  <c:v>4.0517321675831788</c:v>
                </c:pt>
                <c:pt idx="17559">
                  <c:v>4.0628083237725994</c:v>
                </c:pt>
                <c:pt idx="17560">
                  <c:v>4.0613231791747442</c:v>
                </c:pt>
                <c:pt idx="17561">
                  <c:v>4.0562099141512045</c:v>
                </c:pt>
                <c:pt idx="17562">
                  <c:v>4.0589793883767848</c:v>
                </c:pt>
                <c:pt idx="17563">
                  <c:v>4.0653094117181627</c:v>
                </c:pt>
                <c:pt idx="17564">
                  <c:v>4.0647209716342925</c:v>
                </c:pt>
                <c:pt idx="17565">
                  <c:v>4.0700343395181386</c:v>
                </c:pt>
                <c:pt idx="17566">
                  <c:v>4.0732022787514337</c:v>
                </c:pt>
                <c:pt idx="17567">
                  <c:v>4.0666744471258456</c:v>
                </c:pt>
                <c:pt idx="17568">
                  <c:v>4.0621807967717691</c:v>
                </c:pt>
                <c:pt idx="17569">
                  <c:v>4.0615758199153378</c:v>
                </c:pt>
                <c:pt idx="17570">
                  <c:v>4.0638649365035411</c:v>
                </c:pt>
                <c:pt idx="17571">
                  <c:v>4.0686106737350158</c:v>
                </c:pt>
                <c:pt idx="17572">
                  <c:v>4.0710377022589705</c:v>
                </c:pt>
                <c:pt idx="17573">
                  <c:v>4.0691505321042847</c:v>
                </c:pt>
                <c:pt idx="17574">
                  <c:v>4.0704309846896392</c:v>
                </c:pt>
                <c:pt idx="17575">
                  <c:v>4.0672863868338807</c:v>
                </c:pt>
                <c:pt idx="17576">
                  <c:v>4.0584373936780471</c:v>
                </c:pt>
                <c:pt idx="17577">
                  <c:v>4.0600768287375875</c:v>
                </c:pt>
                <c:pt idx="17578">
                  <c:v>4.0653771412746762</c:v>
                </c:pt>
                <c:pt idx="17579">
                  <c:v>4.0643869130039167</c:v>
                </c:pt>
                <c:pt idx="17580">
                  <c:v>4.0586957312972265</c:v>
                </c:pt>
                <c:pt idx="17581">
                  <c:v>4.0612547375084072</c:v>
                </c:pt>
                <c:pt idx="17582">
                  <c:v>4.0641762867428888</c:v>
                </c:pt>
                <c:pt idx="17583">
                  <c:v>4.0618912845669977</c:v>
                </c:pt>
                <c:pt idx="17584">
                  <c:v>4.0551576532025164</c:v>
                </c:pt>
                <c:pt idx="17585">
                  <c:v>4.0533583890493334</c:v>
                </c:pt>
                <c:pt idx="17586">
                  <c:v>4.0574331605807652</c:v>
                </c:pt>
                <c:pt idx="17587">
                  <c:v>4.0629270087431264</c:v>
                </c:pt>
                <c:pt idx="17588">
                  <c:v>4.0675253392412074</c:v>
                </c:pt>
                <c:pt idx="17589">
                  <c:v>4.0684930964908812</c:v>
                </c:pt>
                <c:pt idx="17590">
                  <c:v>4.0669819203228235</c:v>
                </c:pt>
                <c:pt idx="17591">
                  <c:v>4.0623443446611542</c:v>
                </c:pt>
                <c:pt idx="17592">
                  <c:v>4.0569375321438459</c:v>
                </c:pt>
                <c:pt idx="17593">
                  <c:v>4.0521503342959999</c:v>
                </c:pt>
                <c:pt idx="17594">
                  <c:v>4.0463210824069309</c:v>
                </c:pt>
                <c:pt idx="17595">
                  <c:v>4.0458813941527874</c:v>
                </c:pt>
                <c:pt idx="17596">
                  <c:v>4.0497460932863865</c:v>
                </c:pt>
                <c:pt idx="17597">
                  <c:v>4.0546652688214584</c:v>
                </c:pt>
                <c:pt idx="17598">
                  <c:v>4.0585912093998493</c:v>
                </c:pt>
                <c:pt idx="17599">
                  <c:v>4.0608216956126126</c:v>
                </c:pt>
                <c:pt idx="17600">
                  <c:v>4.0617070854927402</c:v>
                </c:pt>
                <c:pt idx="17601">
                  <c:v>4.0570630217193493</c:v>
                </c:pt>
                <c:pt idx="17602">
                  <c:v>4.054850812992048</c:v>
                </c:pt>
                <c:pt idx="17603">
                  <c:v>4.051882422755865</c:v>
                </c:pt>
                <c:pt idx="17604">
                  <c:v>4.0537771887486649</c:v>
                </c:pt>
                <c:pt idx="17605">
                  <c:v>4.0546484155556435</c:v>
                </c:pt>
                <c:pt idx="17606">
                  <c:v>4.0567384578866159</c:v>
                </c:pt>
                <c:pt idx="17607">
                  <c:v>4.0608155239941448</c:v>
                </c:pt>
                <c:pt idx="17608">
                  <c:v>4.0581887091031374</c:v>
                </c:pt>
                <c:pt idx="17609">
                  <c:v>4.0543805831388218</c:v>
                </c:pt>
                <c:pt idx="17610">
                  <c:v>4.0528504964987935</c:v>
                </c:pt>
                <c:pt idx="17611">
                  <c:v>4.0552620168532663</c:v>
                </c:pt>
                <c:pt idx="17612">
                  <c:v>4.0660311745855919</c:v>
                </c:pt>
                <c:pt idx="17613">
                  <c:v>4.0679183447402778</c:v>
                </c:pt>
                <c:pt idx="17614">
                  <c:v>4.0602079360683625</c:v>
                </c:pt>
                <c:pt idx="17615">
                  <c:v>4.060730308185307</c:v>
                </c:pt>
                <c:pt idx="17616">
                  <c:v>4.0662155319064759</c:v>
                </c:pt>
                <c:pt idx="17617">
                  <c:v>4.0757696720338652</c:v>
                </c:pt>
                <c:pt idx="17618">
                  <c:v>4.0789366617873952</c:v>
                </c:pt>
                <c:pt idx="17619">
                  <c:v>4.0678220516675241</c:v>
                </c:pt>
                <c:pt idx="17620">
                  <c:v>4.0600382165605096</c:v>
                </c:pt>
                <c:pt idx="17621">
                  <c:v>4.0536982236816081</c:v>
                </c:pt>
                <c:pt idx="17622">
                  <c:v>4.0502514538908887</c:v>
                </c:pt>
                <c:pt idx="17623">
                  <c:v>4.0550514697155515</c:v>
                </c:pt>
                <c:pt idx="17624">
                  <c:v>4.0600153499228551</c:v>
                </c:pt>
                <c:pt idx="17625">
                  <c:v>4.0601413933615538</c:v>
                </c:pt>
                <c:pt idx="17626">
                  <c:v>4.0649307275388695</c:v>
                </c:pt>
                <c:pt idx="17627">
                  <c:v>4.0656742493175617</c:v>
                </c:pt>
                <c:pt idx="17628">
                  <c:v>4.0624625548917992</c:v>
                </c:pt>
                <c:pt idx="17629">
                  <c:v>4.0621430549511413</c:v>
                </c:pt>
                <c:pt idx="17630">
                  <c:v>4.0633328322190136</c:v>
                </c:pt>
                <c:pt idx="17631">
                  <c:v>4.0648784270285239</c:v>
                </c:pt>
                <c:pt idx="17632">
                  <c:v>4.0664585196028007</c:v>
                </c:pt>
                <c:pt idx="17633">
                  <c:v>4.062821062626103</c:v>
                </c:pt>
                <c:pt idx="17634">
                  <c:v>4.0510471970566124</c:v>
                </c:pt>
                <c:pt idx="17635">
                  <c:v>4.0404364441982832</c:v>
                </c:pt>
                <c:pt idx="17636">
                  <c:v>4.0395172686632117</c:v>
                </c:pt>
                <c:pt idx="17637">
                  <c:v>4.041969458400918</c:v>
                </c:pt>
                <c:pt idx="17638">
                  <c:v>4.0336521739130431</c:v>
                </c:pt>
                <c:pt idx="17639">
                  <c:v>4.0388810380978759</c:v>
                </c:pt>
                <c:pt idx="17640">
                  <c:v>4.0536081022273214</c:v>
                </c:pt>
                <c:pt idx="17641">
                  <c:v>4.0522073822051672</c:v>
                </c:pt>
                <c:pt idx="17642">
                  <c:v>4.0540295129960047</c:v>
                </c:pt>
                <c:pt idx="17643">
                  <c:v>4.0639566404241005</c:v>
                </c:pt>
                <c:pt idx="17644">
                  <c:v>4.0707953475491552</c:v>
                </c:pt>
                <c:pt idx="17645">
                  <c:v>4.0696892827471611</c:v>
                </c:pt>
                <c:pt idx="17646">
                  <c:v>4.0633881394152791</c:v>
                </c:pt>
                <c:pt idx="17647">
                  <c:v>4.0611125529137162</c:v>
                </c:pt>
                <c:pt idx="17648">
                  <c:v>4.0638193614748586</c:v>
                </c:pt>
                <c:pt idx="17649">
                  <c:v>4.0617047909166439</c:v>
                </c:pt>
                <c:pt idx="17650">
                  <c:v>4.0569592119317957</c:v>
                </c:pt>
                <c:pt idx="17651">
                  <c:v>4.0543880998536217</c:v>
                </c:pt>
                <c:pt idx="17652">
                  <c:v>4.056967361633105</c:v>
                </c:pt>
                <c:pt idx="17653">
                  <c:v>4.0577426909838987</c:v>
                </c:pt>
                <c:pt idx="17654">
                  <c:v>4.0592426316414132</c:v>
                </c:pt>
                <c:pt idx="17655">
                  <c:v>4.0657506824385807</c:v>
                </c:pt>
                <c:pt idx="17656">
                  <c:v>4.0707995410847806</c:v>
                </c:pt>
                <c:pt idx="17657">
                  <c:v>4.0698756972742016</c:v>
                </c:pt>
                <c:pt idx="17658">
                  <c:v>4.0685512521264391</c:v>
                </c:pt>
                <c:pt idx="17659">
                  <c:v>4.0686750801123548</c:v>
                </c:pt>
                <c:pt idx="17660">
                  <c:v>4.0639815642679116</c:v>
                </c:pt>
                <c:pt idx="17661">
                  <c:v>4.0661091901728845</c:v>
                </c:pt>
                <c:pt idx="17662">
                  <c:v>4.0715688570637338</c:v>
                </c:pt>
                <c:pt idx="17663">
                  <c:v>4.0723032796613525</c:v>
                </c:pt>
                <c:pt idx="17664">
                  <c:v>4.0728798512481701</c:v>
                </c:pt>
                <c:pt idx="17665">
                  <c:v>4.0664184040827633</c:v>
                </c:pt>
                <c:pt idx="17666">
                  <c:v>4.0576489298571827</c:v>
                </c:pt>
                <c:pt idx="17667">
                  <c:v>4.0571203069984572</c:v>
                </c:pt>
                <c:pt idx="17668">
                  <c:v>4.0534673418522766</c:v>
                </c:pt>
                <c:pt idx="17669">
                  <c:v>4.0517985520433593</c:v>
                </c:pt>
                <c:pt idx="17670">
                  <c:v>4.0464480753253946</c:v>
                </c:pt>
                <c:pt idx="17671">
                  <c:v>4.0485570281283376</c:v>
                </c:pt>
                <c:pt idx="17672">
                  <c:v>4.0584525853542743</c:v>
                </c:pt>
                <c:pt idx="17673">
                  <c:v>4.060908493887724</c:v>
                </c:pt>
                <c:pt idx="17674">
                  <c:v>4.0633648771610558</c:v>
                </c:pt>
                <c:pt idx="17675">
                  <c:v>4.0611697590695099</c:v>
                </c:pt>
                <c:pt idx="17676">
                  <c:v>4.0607765953238122</c:v>
                </c:pt>
                <c:pt idx="17677">
                  <c:v>4.0626191399295806</c:v>
                </c:pt>
                <c:pt idx="17678">
                  <c:v>4.059616726668513</c:v>
                </c:pt>
                <c:pt idx="17679">
                  <c:v>4.054336274083159</c:v>
                </c:pt>
                <c:pt idx="17680">
                  <c:v>4.0502284290066068</c:v>
                </c:pt>
                <c:pt idx="17681">
                  <c:v>4.0522703643628599</c:v>
                </c:pt>
                <c:pt idx="17682">
                  <c:v>4.0573409027970095</c:v>
                </c:pt>
                <c:pt idx="17683">
                  <c:v>4.0557714127467657</c:v>
                </c:pt>
                <c:pt idx="17684">
                  <c:v>4.0614928986825971</c:v>
                </c:pt>
                <c:pt idx="17685">
                  <c:v>4.0703967242948131</c:v>
                </c:pt>
                <c:pt idx="17686">
                  <c:v>4.0676938718993547</c:v>
                </c:pt>
                <c:pt idx="17687">
                  <c:v>4.0582410096134822</c:v>
                </c:pt>
                <c:pt idx="17688">
                  <c:v>4.0452704039245164</c:v>
                </c:pt>
                <c:pt idx="17689">
                  <c:v>4.0435713098864579</c:v>
                </c:pt>
                <c:pt idx="17690">
                  <c:v>4.05605863037544</c:v>
                </c:pt>
                <c:pt idx="17691">
                  <c:v>4.0696925268030224</c:v>
                </c:pt>
                <c:pt idx="17692">
                  <c:v>4.0702901451912803</c:v>
                </c:pt>
                <c:pt idx="17693">
                  <c:v>4.0716634885469007</c:v>
                </c:pt>
                <c:pt idx="17694">
                  <c:v>4.0818024290857302</c:v>
                </c:pt>
                <c:pt idx="17695">
                  <c:v>4.0944146852870196</c:v>
                </c:pt>
                <c:pt idx="17696">
                  <c:v>4.0907726391581276</c:v>
                </c:pt>
                <c:pt idx="17697">
                  <c:v>4.0833508723345338</c:v>
                </c:pt>
                <c:pt idx="17698">
                  <c:v>4.0787936859595684</c:v>
                </c:pt>
                <c:pt idx="17699">
                  <c:v>4.0768137041579298</c:v>
                </c:pt>
                <c:pt idx="17700">
                  <c:v>4.0776764647703443</c:v>
                </c:pt>
                <c:pt idx="17701">
                  <c:v>4.0826632907386164</c:v>
                </c:pt>
                <c:pt idx="17702">
                  <c:v>4.0892305257744193</c:v>
                </c:pt>
                <c:pt idx="17703">
                  <c:v>4.0948498635122839</c:v>
                </c:pt>
                <c:pt idx="17704">
                  <c:v>4.0916793923329511</c:v>
                </c:pt>
                <c:pt idx="17705">
                  <c:v>4.0788614946393951</c:v>
                </c:pt>
                <c:pt idx="17706">
                  <c:v>4.0677788503382519</c:v>
                </c:pt>
                <c:pt idx="17707">
                  <c:v>4.062199390750485</c:v>
                </c:pt>
                <c:pt idx="17708">
                  <c:v>4.0518465798947663</c:v>
                </c:pt>
                <c:pt idx="17709">
                  <c:v>4.0449545436562886</c:v>
                </c:pt>
                <c:pt idx="17710">
                  <c:v>4.049603275705187</c:v>
                </c:pt>
                <c:pt idx="17711">
                  <c:v>4.0579383629386401</c:v>
                </c:pt>
                <c:pt idx="17712">
                  <c:v>4.0596702140285634</c:v>
                </c:pt>
                <c:pt idx="17713">
                  <c:v>4.0472300510345374</c:v>
                </c:pt>
                <c:pt idx="17714">
                  <c:v>4.0370473553032404</c:v>
                </c:pt>
                <c:pt idx="17715">
                  <c:v>4.0365220556236894</c:v>
                </c:pt>
                <c:pt idx="17716">
                  <c:v>4.0434301538948452</c:v>
                </c:pt>
                <c:pt idx="17717">
                  <c:v>4.0559709617438777</c:v>
                </c:pt>
                <c:pt idx="17718">
                  <c:v>4.059909957669027</c:v>
                </c:pt>
                <c:pt idx="17719">
                  <c:v>4.0535871345491952</c:v>
                </c:pt>
                <c:pt idx="17720">
                  <c:v>4.0499721485935831</c:v>
                </c:pt>
                <c:pt idx="17721">
                  <c:v>4.0517717292400208</c:v>
                </c:pt>
                <c:pt idx="17722">
                  <c:v>4.0633082248684573</c:v>
                </c:pt>
                <c:pt idx="17723">
                  <c:v>4.064020413814931</c:v>
                </c:pt>
                <c:pt idx="17724">
                  <c:v>4.0576902322269257</c:v>
                </c:pt>
                <c:pt idx="17725">
                  <c:v>4.0563336630138069</c:v>
                </c:pt>
                <c:pt idx="17726">
                  <c:v>4.0695664042410096</c:v>
                </c:pt>
                <c:pt idx="17727">
                  <c:v>4.0755884796455275</c:v>
                </c:pt>
                <c:pt idx="17728">
                  <c:v>4.0698408830161803</c:v>
                </c:pt>
                <c:pt idx="17729">
                  <c:v>4.0690499663725914</c:v>
                </c:pt>
                <c:pt idx="17730">
                  <c:v>4.0711368437710167</c:v>
                </c:pt>
                <c:pt idx="17731">
                  <c:v>4.0714671044823358</c:v>
                </c:pt>
                <c:pt idx="17732">
                  <c:v>4.069036911025834</c:v>
                </c:pt>
                <c:pt idx="17733">
                  <c:v>4.0683951418285398</c:v>
                </c:pt>
                <c:pt idx="17734">
                  <c:v>4.0713572813229417</c:v>
                </c:pt>
                <c:pt idx="17735">
                  <c:v>4.0666171618467377</c:v>
                </c:pt>
                <c:pt idx="17736">
                  <c:v>4.061516398306761</c:v>
                </c:pt>
                <c:pt idx="17737">
                  <c:v>4.0618968231989552</c:v>
                </c:pt>
                <c:pt idx="17738">
                  <c:v>4.0606705700834755</c:v>
                </c:pt>
                <c:pt idx="17739">
                  <c:v>4.0524608141788976</c:v>
                </c:pt>
                <c:pt idx="17740">
                  <c:v>4.0482170352494364</c:v>
                </c:pt>
                <c:pt idx="17741">
                  <c:v>4.0534396486924873</c:v>
                </c:pt>
                <c:pt idx="17742">
                  <c:v>4.0589458400917833</c:v>
                </c:pt>
                <c:pt idx="17743">
                  <c:v>4.0579825928709896</c:v>
                </c:pt>
                <c:pt idx="17744">
                  <c:v>4.0605893895636349</c:v>
                </c:pt>
                <c:pt idx="17745">
                  <c:v>4.0600400363967246</c:v>
                </c:pt>
                <c:pt idx="17746">
                  <c:v>4.0568527910748902</c:v>
                </c:pt>
                <c:pt idx="17747">
                  <c:v>4.0542726589389559</c:v>
                </c:pt>
                <c:pt idx="17748">
                  <c:v>4.054242908573011</c:v>
                </c:pt>
                <c:pt idx="17749">
                  <c:v>4.0588129129247932</c:v>
                </c:pt>
                <c:pt idx="17750">
                  <c:v>4.060001107726392</c:v>
                </c:pt>
                <c:pt idx="17751">
                  <c:v>4.0472968311112867</c:v>
                </c:pt>
                <c:pt idx="17752">
                  <c:v>4.0365319460378997</c:v>
                </c:pt>
                <c:pt idx="17753">
                  <c:v>4.0420704988724925</c:v>
                </c:pt>
                <c:pt idx="17754">
                  <c:v>4.0533655101475654</c:v>
                </c:pt>
                <c:pt idx="17755">
                  <c:v>4.0641008822249471</c:v>
                </c:pt>
                <c:pt idx="17756">
                  <c:v>4.0625424694386201</c:v>
                </c:pt>
                <c:pt idx="17757">
                  <c:v>4.055734224789334</c:v>
                </c:pt>
                <c:pt idx="17758">
                  <c:v>4.0454643351663568</c:v>
                </c:pt>
                <c:pt idx="17759">
                  <c:v>4.0431712624124696</c:v>
                </c:pt>
                <c:pt idx="17760">
                  <c:v>4.0527620366340944</c:v>
                </c:pt>
                <c:pt idx="17761">
                  <c:v>4.0507578430984692</c:v>
                </c:pt>
                <c:pt idx="17762">
                  <c:v>4.0493649562843688</c:v>
                </c:pt>
                <c:pt idx="17763">
                  <c:v>4.0539492819559282</c:v>
                </c:pt>
                <c:pt idx="17764">
                  <c:v>4.0605983304980811</c:v>
                </c:pt>
                <c:pt idx="17765">
                  <c:v>4.0709910986272106</c:v>
                </c:pt>
                <c:pt idx="17766">
                  <c:v>4.0756736163310521</c:v>
                </c:pt>
                <c:pt idx="17767">
                  <c:v>4.0727912331368437</c:v>
                </c:pt>
                <c:pt idx="17768">
                  <c:v>4.0677554298374012</c:v>
                </c:pt>
                <c:pt idx="17769">
                  <c:v>4.0670838311508488</c:v>
                </c:pt>
                <c:pt idx="17770">
                  <c:v>4.0689563634925028</c:v>
                </c:pt>
                <c:pt idx="17771">
                  <c:v>4.066061004074851</c:v>
                </c:pt>
                <c:pt idx="17772">
                  <c:v>4.0610136487716106</c:v>
                </c:pt>
                <c:pt idx="17773">
                  <c:v>4.0585411243422875</c:v>
                </c:pt>
                <c:pt idx="17774">
                  <c:v>4.0614126676425206</c:v>
                </c:pt>
                <c:pt idx="17775">
                  <c:v>4.0604113621078453</c:v>
                </c:pt>
                <c:pt idx="17776">
                  <c:v>4.0570326383668949</c:v>
                </c:pt>
                <c:pt idx="17777">
                  <c:v>4.0580537247299917</c:v>
                </c:pt>
                <c:pt idx="17778">
                  <c:v>4.0613838667563398</c:v>
                </c:pt>
                <c:pt idx="17779">
                  <c:v>4.0605358230802704</c:v>
                </c:pt>
                <c:pt idx="17780">
                  <c:v>4.0604424575701232</c:v>
                </c:pt>
                <c:pt idx="17781">
                  <c:v>4.0622628476480598</c:v>
                </c:pt>
                <c:pt idx="17782">
                  <c:v>4.0677889781224037</c:v>
                </c:pt>
                <c:pt idx="17783">
                  <c:v>4.0648136250346161</c:v>
                </c:pt>
                <c:pt idx="17784">
                  <c:v>4.0607963761522337</c:v>
                </c:pt>
                <c:pt idx="17785">
                  <c:v>4.0654455829410132</c:v>
                </c:pt>
                <c:pt idx="17786">
                  <c:v>4.0661220872730146</c:v>
                </c:pt>
                <c:pt idx="17787">
                  <c:v>4.069866123353246</c:v>
                </c:pt>
                <c:pt idx="17788">
                  <c:v>4.0803742532737273</c:v>
                </c:pt>
                <c:pt idx="17789">
                  <c:v>4.0792443723543146</c:v>
                </c:pt>
                <c:pt idx="17790">
                  <c:v>4.0697826482573092</c:v>
                </c:pt>
                <c:pt idx="17791">
                  <c:v>4.0644930173675675</c:v>
                </c:pt>
                <c:pt idx="17792">
                  <c:v>4.0580768287375877</c:v>
                </c:pt>
                <c:pt idx="17793">
                  <c:v>4.0543214780234997</c:v>
                </c:pt>
                <c:pt idx="17794">
                  <c:v>4.0600242117339871</c:v>
                </c:pt>
                <c:pt idx="17795">
                  <c:v>4.059233215967085</c:v>
                </c:pt>
                <c:pt idx="17796">
                  <c:v>4.0549858764885069</c:v>
                </c:pt>
                <c:pt idx="17797">
                  <c:v>4.0517835186137594</c:v>
                </c:pt>
                <c:pt idx="17798">
                  <c:v>4.0483677651620047</c:v>
                </c:pt>
                <c:pt idx="17799">
                  <c:v>4.0512684258416742</c:v>
                </c:pt>
                <c:pt idx="17800">
                  <c:v>4.0512465878070971</c:v>
                </c:pt>
                <c:pt idx="17801">
                  <c:v>4.0639742849230522</c:v>
                </c:pt>
                <c:pt idx="17802">
                  <c:v>4.071872453218341</c:v>
                </c:pt>
                <c:pt idx="17803">
                  <c:v>4.0629329429916528</c:v>
                </c:pt>
                <c:pt idx="17804">
                  <c:v>4.0580105234007204</c:v>
                </c:pt>
                <c:pt idx="17805">
                  <c:v>4.0647118724532181</c:v>
                </c:pt>
                <c:pt idx="17806">
                  <c:v>4.0696240851366854</c:v>
                </c:pt>
                <c:pt idx="17807">
                  <c:v>4.0665596391976893</c:v>
                </c:pt>
                <c:pt idx="17808">
                  <c:v>4.0664752937453024</c:v>
                </c:pt>
                <c:pt idx="17809">
                  <c:v>4.0694424180084665</c:v>
                </c:pt>
                <c:pt idx="17810">
                  <c:v>4.0667194682913319</c:v>
                </c:pt>
                <c:pt idx="17811">
                  <c:v>4.0642919650274951</c:v>
                </c:pt>
                <c:pt idx="17812">
                  <c:v>4.0683667365589269</c:v>
                </c:pt>
                <c:pt idx="17813">
                  <c:v>4.0643289947382994</c:v>
                </c:pt>
                <c:pt idx="17814">
                  <c:v>4.0598159591723704</c:v>
                </c:pt>
                <c:pt idx="17815">
                  <c:v>4.0679203228231202</c:v>
                </c:pt>
                <c:pt idx="17816">
                  <c:v>4.0775192467460535</c:v>
                </c:pt>
                <c:pt idx="17817">
                  <c:v>4.0724174546029985</c:v>
                </c:pt>
                <c:pt idx="17818">
                  <c:v>4.070008307947937</c:v>
                </c:pt>
                <c:pt idx="17819">
                  <c:v>4.0810373066424024</c:v>
                </c:pt>
                <c:pt idx="17820">
                  <c:v>4.0852474581635478</c:v>
                </c:pt>
                <c:pt idx="17821">
                  <c:v>4.075029236064406</c:v>
                </c:pt>
                <c:pt idx="17822">
                  <c:v>4.0601864936503542</c:v>
                </c:pt>
                <c:pt idx="17823">
                  <c:v>4.0589209953712864</c:v>
                </c:pt>
                <c:pt idx="17824">
                  <c:v>4.0535272382007355</c:v>
                </c:pt>
                <c:pt idx="17825">
                  <c:v>4.0409312814020648</c:v>
                </c:pt>
                <c:pt idx="17826">
                  <c:v>4.0392956442615819</c:v>
                </c:pt>
                <c:pt idx="17827">
                  <c:v>4.0426511848716222</c:v>
                </c:pt>
                <c:pt idx="17828">
                  <c:v>4.0460019780828418</c:v>
                </c:pt>
                <c:pt idx="17829">
                  <c:v>4.0548871305930296</c:v>
                </c:pt>
                <c:pt idx="17830">
                  <c:v>4.0603156228982868</c:v>
                </c:pt>
                <c:pt idx="17831">
                  <c:v>4.0636206828341974</c:v>
                </c:pt>
                <c:pt idx="17832">
                  <c:v>4.0619135182181427</c:v>
                </c:pt>
                <c:pt idx="17833">
                  <c:v>4.0554549194920284</c:v>
                </c:pt>
                <c:pt idx="17834">
                  <c:v>4.0504531392174705</c:v>
                </c:pt>
                <c:pt idx="17835">
                  <c:v>4.053660798354235</c:v>
                </c:pt>
                <c:pt idx="17836">
                  <c:v>4.0600951853463627</c:v>
                </c:pt>
                <c:pt idx="17837">
                  <c:v>4.0659092455592036</c:v>
                </c:pt>
                <c:pt idx="17838">
                  <c:v>4.0649324682517705</c:v>
                </c:pt>
                <c:pt idx="17839">
                  <c:v>4.0698030620722392</c:v>
                </c:pt>
                <c:pt idx="17840">
                  <c:v>4.078516200498477</c:v>
                </c:pt>
                <c:pt idx="17841">
                  <c:v>4.0741341931400088</c:v>
                </c:pt>
                <c:pt idx="17842">
                  <c:v>4.0685083672904225</c:v>
                </c:pt>
                <c:pt idx="17843">
                  <c:v>4.0635531115243104</c:v>
                </c:pt>
                <c:pt idx="17844">
                  <c:v>4.0634569766981841</c:v>
                </c:pt>
                <c:pt idx="17845">
                  <c:v>4.0705438936582663</c:v>
                </c:pt>
                <c:pt idx="17846">
                  <c:v>4.0743598528306366</c:v>
                </c:pt>
                <c:pt idx="17847">
                  <c:v>4.0740142421964629</c:v>
                </c:pt>
                <c:pt idx="17848">
                  <c:v>4.0612654191557542</c:v>
                </c:pt>
                <c:pt idx="17849">
                  <c:v>4.0509537524231511</c:v>
                </c:pt>
                <c:pt idx="17850">
                  <c:v>4.0552112988091942</c:v>
                </c:pt>
                <c:pt idx="17851">
                  <c:v>4.0618957154725637</c:v>
                </c:pt>
                <c:pt idx="17852">
                  <c:v>4.0680746924081177</c:v>
                </c:pt>
                <c:pt idx="17853">
                  <c:v>4.0707090240139259</c:v>
                </c:pt>
                <c:pt idx="17854">
                  <c:v>4.0678938956363488</c:v>
                </c:pt>
                <c:pt idx="17855">
                  <c:v>4.0728568263638882</c:v>
                </c:pt>
                <c:pt idx="17856">
                  <c:v>4.0696620643272539</c:v>
                </c:pt>
                <c:pt idx="17857">
                  <c:v>4.0662482889583416</c:v>
                </c:pt>
                <c:pt idx="17858">
                  <c:v>4.0705451596312852</c:v>
                </c:pt>
                <c:pt idx="17859">
                  <c:v>4.0741999446136807</c:v>
                </c:pt>
                <c:pt idx="17860">
                  <c:v>4.0723665783123</c:v>
                </c:pt>
                <c:pt idx="17861">
                  <c:v>4.0837915891917556</c:v>
                </c:pt>
                <c:pt idx="17862">
                  <c:v>4.0848866558531469</c:v>
                </c:pt>
                <c:pt idx="17863">
                  <c:v>4.0755838904933341</c:v>
                </c:pt>
                <c:pt idx="17864">
                  <c:v>4.0742718677058196</c:v>
                </c:pt>
                <c:pt idx="17865">
                  <c:v>4.0804589152193698</c:v>
                </c:pt>
                <c:pt idx="17866">
                  <c:v>4.0801811923883369</c:v>
                </c:pt>
                <c:pt idx="17867">
                  <c:v>4.0694545238754598</c:v>
                </c:pt>
                <c:pt idx="17868">
                  <c:v>4.0622990861257273</c:v>
                </c:pt>
                <c:pt idx="17869">
                  <c:v>4.0579841753372632</c:v>
                </c:pt>
                <c:pt idx="17870">
                  <c:v>4.056073742928354</c:v>
                </c:pt>
                <c:pt idx="17871">
                  <c:v>4.0503793171658025</c:v>
                </c:pt>
                <c:pt idx="17872">
                  <c:v>4.0444312220595799</c:v>
                </c:pt>
                <c:pt idx="17873">
                  <c:v>4.0476189421212965</c:v>
                </c:pt>
                <c:pt idx="17874">
                  <c:v>4.0516558927087862</c:v>
                </c:pt>
                <c:pt idx="17875">
                  <c:v>4.0478608220912289</c:v>
                </c:pt>
                <c:pt idx="17876">
                  <c:v>4.0466377339082964</c:v>
                </c:pt>
                <c:pt idx="17877">
                  <c:v>4.0522335720219962</c:v>
                </c:pt>
                <c:pt idx="17878">
                  <c:v>4.0571285358230806</c:v>
                </c:pt>
                <c:pt idx="17879">
                  <c:v>4.0599051311468921</c:v>
                </c:pt>
                <c:pt idx="17880">
                  <c:v>4.0596170431617677</c:v>
                </c:pt>
                <c:pt idx="17881">
                  <c:v>4.0560477113581515</c:v>
                </c:pt>
                <c:pt idx="17882">
                  <c:v>4.0558170668987614</c:v>
                </c:pt>
                <c:pt idx="17883">
                  <c:v>4.056923843810579</c:v>
                </c:pt>
                <c:pt idx="17884">
                  <c:v>4.0607430470388097</c:v>
                </c:pt>
                <c:pt idx="17885">
                  <c:v>4.060259682715512</c:v>
                </c:pt>
                <c:pt idx="17886">
                  <c:v>4.0585824267120305</c:v>
                </c:pt>
                <c:pt idx="17887">
                  <c:v>4.0577865252996794</c:v>
                </c:pt>
                <c:pt idx="17888">
                  <c:v>4.0610799541084779</c:v>
                </c:pt>
                <c:pt idx="17889">
                  <c:v>4.0593887724017881</c:v>
                </c:pt>
                <c:pt idx="17890">
                  <c:v>4.0551658029038258</c:v>
                </c:pt>
                <c:pt idx="17891">
                  <c:v>4.0567321280215216</c:v>
                </c:pt>
                <c:pt idx="17892">
                  <c:v>4.0574836412548958</c:v>
                </c:pt>
                <c:pt idx="17893">
                  <c:v>4.0653813348103016</c:v>
                </c:pt>
                <c:pt idx="17894">
                  <c:v>4.0683392016457649</c:v>
                </c:pt>
                <c:pt idx="17895">
                  <c:v>4.0671904893776949</c:v>
                </c:pt>
                <c:pt idx="17896">
                  <c:v>4.0673782490010684</c:v>
                </c:pt>
                <c:pt idx="17897">
                  <c:v>4.0732042568342761</c:v>
                </c:pt>
                <c:pt idx="17898">
                  <c:v>4.0793464414289673</c:v>
                </c:pt>
                <c:pt idx="17899">
                  <c:v>4.0707309411718162</c:v>
                </c:pt>
                <c:pt idx="17900">
                  <c:v>4.0632457965739608</c:v>
                </c:pt>
                <c:pt idx="17901">
                  <c:v>4.0734683704553545</c:v>
                </c:pt>
                <c:pt idx="17902">
                  <c:v>4.0821727261937726</c:v>
                </c:pt>
                <c:pt idx="17903">
                  <c:v>4.0803797919056848</c:v>
                </c:pt>
                <c:pt idx="17904">
                  <c:v>4.0741071329667289</c:v>
                </c:pt>
                <c:pt idx="17905">
                  <c:v>4.0679310044704673</c:v>
                </c:pt>
                <c:pt idx="17906">
                  <c:v>4.068955572259366</c:v>
                </c:pt>
                <c:pt idx="17907">
                  <c:v>4.0662488428215378</c:v>
                </c:pt>
                <c:pt idx="17908">
                  <c:v>4.05556941092693</c:v>
                </c:pt>
                <c:pt idx="17909">
                  <c:v>4.0469301736756735</c:v>
                </c:pt>
                <c:pt idx="17910">
                  <c:v>4.0511214938481626</c:v>
                </c:pt>
                <c:pt idx="17911">
                  <c:v>4.0503328717806699</c:v>
                </c:pt>
                <c:pt idx="17912">
                  <c:v>4.0491275863433165</c:v>
                </c:pt>
                <c:pt idx="17913">
                  <c:v>4.0519239624955494</c:v>
                </c:pt>
                <c:pt idx="17914">
                  <c:v>4.059487834790521</c:v>
                </c:pt>
                <c:pt idx="17915">
                  <c:v>4.0616450528148116</c:v>
                </c:pt>
                <c:pt idx="17916">
                  <c:v>4.0567807097361239</c:v>
                </c:pt>
                <c:pt idx="17917">
                  <c:v>4.0645052023578749</c:v>
                </c:pt>
                <c:pt idx="17918">
                  <c:v>4.0692143054951142</c:v>
                </c:pt>
                <c:pt idx="17919">
                  <c:v>4.060851604225185</c:v>
                </c:pt>
                <c:pt idx="17920">
                  <c:v>4.0545349527238201</c:v>
                </c:pt>
                <c:pt idx="17921">
                  <c:v>4.0605281481188431</c:v>
                </c:pt>
                <c:pt idx="17922">
                  <c:v>4.0664855006527674</c:v>
                </c:pt>
                <c:pt idx="17923">
                  <c:v>4.0689808125964317</c:v>
                </c:pt>
                <c:pt idx="17924">
                  <c:v>4.0689835819124109</c:v>
                </c:pt>
                <c:pt idx="17925">
                  <c:v>4.0631783043873879</c:v>
                </c:pt>
                <c:pt idx="17926">
                  <c:v>4.0563013015785101</c:v>
                </c:pt>
                <c:pt idx="17927">
                  <c:v>4.0513022114966173</c:v>
                </c:pt>
                <c:pt idx="17928">
                  <c:v>4.0490680064881115</c:v>
                </c:pt>
                <c:pt idx="17929">
                  <c:v>4.0523738576571589</c:v>
                </c:pt>
                <c:pt idx="17930">
                  <c:v>4.0586962060371086</c:v>
                </c:pt>
                <c:pt idx="17931">
                  <c:v>4.0648066621830123</c:v>
                </c:pt>
                <c:pt idx="17932">
                  <c:v>4.0672311587609293</c:v>
                </c:pt>
                <c:pt idx="17933">
                  <c:v>4.0637104877952286</c:v>
                </c:pt>
                <c:pt idx="17934">
                  <c:v>4.0642276377734703</c:v>
                </c:pt>
                <c:pt idx="17935">
                  <c:v>4.0716206037108833</c:v>
                </c:pt>
                <c:pt idx="17936">
                  <c:v>4.06916224235471</c:v>
                </c:pt>
                <c:pt idx="17937">
                  <c:v>4.0677940420144791</c:v>
                </c:pt>
                <c:pt idx="17938">
                  <c:v>4.0668268386280015</c:v>
                </c:pt>
                <c:pt idx="17939">
                  <c:v>4.0712822724215689</c:v>
                </c:pt>
                <c:pt idx="17940">
                  <c:v>4.0735277920639312</c:v>
                </c:pt>
                <c:pt idx="17941">
                  <c:v>4.0719541084780628</c:v>
                </c:pt>
                <c:pt idx="17942">
                  <c:v>4.0693977133362349</c:v>
                </c:pt>
                <c:pt idx="17943">
                  <c:v>4.0661761284962612</c:v>
                </c:pt>
                <c:pt idx="17944">
                  <c:v>4.0694879139138349</c:v>
                </c:pt>
                <c:pt idx="17945">
                  <c:v>4.0644577283696641</c:v>
                </c:pt>
                <c:pt idx="17946">
                  <c:v>4.0528812754678167</c:v>
                </c:pt>
                <c:pt idx="17947">
                  <c:v>4.0528922736084185</c:v>
                </c:pt>
                <c:pt idx="17948">
                  <c:v>4.0578955572259368</c:v>
                </c:pt>
                <c:pt idx="17949">
                  <c:v>4.0633995331724488</c:v>
                </c:pt>
                <c:pt idx="17950">
                  <c:v>4.0679923250385723</c:v>
                </c:pt>
                <c:pt idx="17951">
                  <c:v>4.0704509237646871</c:v>
                </c:pt>
                <c:pt idx="17952">
                  <c:v>4.0738163547889386</c:v>
                </c:pt>
                <c:pt idx="17953">
                  <c:v>4.0748353839458797</c:v>
                </c:pt>
                <c:pt idx="17954">
                  <c:v>4.0748407643312099</c:v>
                </c:pt>
                <c:pt idx="17955">
                  <c:v>4.0718667563397553</c:v>
                </c:pt>
                <c:pt idx="17956">
                  <c:v>4.0686524508446418</c:v>
                </c:pt>
                <c:pt idx="17957">
                  <c:v>4.0659128852316337</c:v>
                </c:pt>
                <c:pt idx="17958">
                  <c:v>4.0708239110653954</c:v>
                </c:pt>
                <c:pt idx="17959">
                  <c:v>4.0766737350160227</c:v>
                </c:pt>
                <c:pt idx="17960">
                  <c:v>4.0770105629623767</c:v>
                </c:pt>
                <c:pt idx="17961">
                  <c:v>4.0712722237607313</c:v>
                </c:pt>
                <c:pt idx="17962">
                  <c:v>4.0594543656288327</c:v>
                </c:pt>
                <c:pt idx="17963">
                  <c:v>4.0517525813981088</c:v>
                </c:pt>
                <c:pt idx="17964">
                  <c:v>4.0508083237725998</c:v>
                </c:pt>
                <c:pt idx="17965">
                  <c:v>4.0560613996914192</c:v>
                </c:pt>
                <c:pt idx="17966">
                  <c:v>4.0662696522530366</c:v>
                </c:pt>
                <c:pt idx="17967">
                  <c:v>4.0656730624678561</c:v>
                </c:pt>
                <c:pt idx="17968">
                  <c:v>4.0633028444831272</c:v>
                </c:pt>
                <c:pt idx="17969">
                  <c:v>4.0604079598053566</c:v>
                </c:pt>
                <c:pt idx="17970">
                  <c:v>4.0604502116548638</c:v>
                </c:pt>
                <c:pt idx="17971">
                  <c:v>4.0617725204731574</c:v>
                </c:pt>
                <c:pt idx="17972">
                  <c:v>4.0613572813229419</c:v>
                </c:pt>
                <c:pt idx="17973">
                  <c:v>4.0609624559876565</c:v>
                </c:pt>
                <c:pt idx="17974">
                  <c:v>4.0648763698223682</c:v>
                </c:pt>
                <c:pt idx="17975">
                  <c:v>4.0714118764093836</c:v>
                </c:pt>
                <c:pt idx="17976">
                  <c:v>4.0711521936938722</c:v>
                </c:pt>
                <c:pt idx="17977">
                  <c:v>4.0623001938521188</c:v>
                </c:pt>
                <c:pt idx="17978">
                  <c:v>4.0557552715907743</c:v>
                </c:pt>
                <c:pt idx="17979">
                  <c:v>4.0598074138544922</c:v>
                </c:pt>
                <c:pt idx="17980">
                  <c:v>4.0663147525418362</c:v>
                </c:pt>
                <c:pt idx="17981">
                  <c:v>4.0619389959251491</c:v>
                </c:pt>
                <c:pt idx="17982">
                  <c:v>4.0556346085374058</c:v>
                </c:pt>
                <c:pt idx="17983">
                  <c:v>4.0505921588796134</c:v>
                </c:pt>
                <c:pt idx="17984">
                  <c:v>4.0455069035091187</c:v>
                </c:pt>
                <c:pt idx="17985">
                  <c:v>4.051865094750168</c:v>
                </c:pt>
                <c:pt idx="17986">
                  <c:v>4.0514477983937969</c:v>
                </c:pt>
                <c:pt idx="17987">
                  <c:v>4.0453353641650516</c:v>
                </c:pt>
                <c:pt idx="17988">
                  <c:v>4.0483024884282157</c:v>
                </c:pt>
                <c:pt idx="17989">
                  <c:v>4.0592002215452787</c:v>
                </c:pt>
                <c:pt idx="17990">
                  <c:v>4.0631510068441665</c:v>
                </c:pt>
                <c:pt idx="17991">
                  <c:v>4.0643520987458954</c:v>
                </c:pt>
                <c:pt idx="17992">
                  <c:v>4.0649185425485621</c:v>
                </c:pt>
                <c:pt idx="17993">
                  <c:v>4.0663047830043126</c:v>
                </c:pt>
                <c:pt idx="17994">
                  <c:v>4.0640060133718396</c:v>
                </c:pt>
                <c:pt idx="17995">
                  <c:v>4.0582246310875503</c:v>
                </c:pt>
                <c:pt idx="17996">
                  <c:v>4.0582202793052975</c:v>
                </c:pt>
                <c:pt idx="17997">
                  <c:v>4.0510638129524867</c:v>
                </c:pt>
                <c:pt idx="17998">
                  <c:v>4.0455531906476248</c:v>
                </c:pt>
                <c:pt idx="17999">
                  <c:v>4.0492787909957668</c:v>
                </c:pt>
                <c:pt idx="18000">
                  <c:v>4.0439996043834316</c:v>
                </c:pt>
                <c:pt idx="18001">
                  <c:v>4.0454379079795864</c:v>
                </c:pt>
                <c:pt idx="18002">
                  <c:v>4.0534361672666854</c:v>
                </c:pt>
                <c:pt idx="18003">
                  <c:v>4.0541157574079199</c:v>
                </c:pt>
                <c:pt idx="18004">
                  <c:v>4.0469975867389323</c:v>
                </c:pt>
                <c:pt idx="18005">
                  <c:v>4.0404392135142624</c:v>
                </c:pt>
                <c:pt idx="18006">
                  <c:v>4.0409930767100528</c:v>
                </c:pt>
                <c:pt idx="18007">
                  <c:v>4.0437062151362895</c:v>
                </c:pt>
                <c:pt idx="18008">
                  <c:v>4.0482144241800846</c:v>
                </c:pt>
                <c:pt idx="18009">
                  <c:v>4.0480122641136207</c:v>
                </c:pt>
                <c:pt idx="18010">
                  <c:v>4.0377535308778736</c:v>
                </c:pt>
                <c:pt idx="18011">
                  <c:v>4.0306756339755507</c:v>
                </c:pt>
                <c:pt idx="18012">
                  <c:v>4.0433706531629543</c:v>
                </c:pt>
                <c:pt idx="18013">
                  <c:v>4.0580689164062189</c:v>
                </c:pt>
                <c:pt idx="18014">
                  <c:v>4.061676781263599</c:v>
                </c:pt>
                <c:pt idx="18015">
                  <c:v>4.0521943268584089</c:v>
                </c:pt>
                <c:pt idx="18016">
                  <c:v>4.0518802864263952</c:v>
                </c:pt>
                <c:pt idx="18017">
                  <c:v>4.0635217786920919</c:v>
                </c:pt>
                <c:pt idx="18018">
                  <c:v>4.0721584048739965</c:v>
                </c:pt>
                <c:pt idx="18019">
                  <c:v>4.0684462554891798</c:v>
                </c:pt>
                <c:pt idx="18020">
                  <c:v>4.0603059698540171</c:v>
                </c:pt>
                <c:pt idx="18021">
                  <c:v>4.0568041302369746</c:v>
                </c:pt>
                <c:pt idx="18022">
                  <c:v>4.0626966807769911</c:v>
                </c:pt>
                <c:pt idx="18023">
                  <c:v>4.0636448154448708</c:v>
                </c:pt>
                <c:pt idx="18024">
                  <c:v>4.0620576808956761</c:v>
                </c:pt>
                <c:pt idx="18025">
                  <c:v>4.0548313486568821</c:v>
                </c:pt>
                <c:pt idx="18026">
                  <c:v>4.0522132373303794</c:v>
                </c:pt>
                <c:pt idx="18027">
                  <c:v>4.0532825889148238</c:v>
                </c:pt>
                <c:pt idx="18028">
                  <c:v>4.0522573090161016</c:v>
                </c:pt>
                <c:pt idx="18029">
                  <c:v>4.0562426712030701</c:v>
                </c:pt>
                <c:pt idx="18030">
                  <c:v>4.0596238477667441</c:v>
                </c:pt>
                <c:pt idx="18031">
                  <c:v>4.0575430628634725</c:v>
                </c:pt>
                <c:pt idx="18032">
                  <c:v>4.0590820113146338</c:v>
                </c:pt>
                <c:pt idx="18033">
                  <c:v>4.0591775922775648</c:v>
                </c:pt>
                <c:pt idx="18034">
                  <c:v>4.0619627329192545</c:v>
                </c:pt>
                <c:pt idx="18035">
                  <c:v>4.0616770977568537</c:v>
                </c:pt>
                <c:pt idx="18036">
                  <c:v>4.0577604937294778</c:v>
                </c:pt>
                <c:pt idx="18037">
                  <c:v>4.0586343316058073</c:v>
                </c:pt>
                <c:pt idx="18038">
                  <c:v>4.0608003323179176</c:v>
                </c:pt>
                <c:pt idx="18039">
                  <c:v>4.0540317284487877</c:v>
                </c:pt>
                <c:pt idx="18040">
                  <c:v>4.0507375084068524</c:v>
                </c:pt>
                <c:pt idx="18041">
                  <c:v>4.0546237290817739</c:v>
                </c:pt>
                <c:pt idx="18042">
                  <c:v>4.0587660719230918</c:v>
                </c:pt>
                <c:pt idx="18043">
                  <c:v>4.0639436642006563</c:v>
                </c:pt>
                <c:pt idx="18044">
                  <c:v>4.0637662697313761</c:v>
                </c:pt>
                <c:pt idx="18045">
                  <c:v>4.060175732879693</c:v>
                </c:pt>
                <c:pt idx="18046">
                  <c:v>4.0514875182972663</c:v>
                </c:pt>
                <c:pt idx="18047">
                  <c:v>4.0439711199905055</c:v>
                </c:pt>
                <c:pt idx="18048">
                  <c:v>4.0438172251453892</c:v>
                </c:pt>
                <c:pt idx="18049">
                  <c:v>4.0482421964631881</c:v>
                </c:pt>
                <c:pt idx="18050">
                  <c:v>4.0549820785694504</c:v>
                </c:pt>
                <c:pt idx="18051">
                  <c:v>4.0658994342683075</c:v>
                </c:pt>
                <c:pt idx="18052">
                  <c:v>4.0675187720061716</c:v>
                </c:pt>
                <c:pt idx="18053">
                  <c:v>4.071045456343712</c:v>
                </c:pt>
                <c:pt idx="18054">
                  <c:v>4.0808735213830758</c:v>
                </c:pt>
                <c:pt idx="18055">
                  <c:v>4.0789469478181744</c:v>
                </c:pt>
                <c:pt idx="18056">
                  <c:v>4.0719391541717771</c:v>
                </c:pt>
                <c:pt idx="18057">
                  <c:v>4.067984175337263</c:v>
                </c:pt>
                <c:pt idx="18058">
                  <c:v>4.0734466115440915</c:v>
                </c:pt>
                <c:pt idx="18059">
                  <c:v>4.0718306761087151</c:v>
                </c:pt>
                <c:pt idx="18060">
                  <c:v>4.075108754994659</c:v>
                </c:pt>
                <c:pt idx="18061">
                  <c:v>4.0780778573406655</c:v>
                </c:pt>
                <c:pt idx="18062">
                  <c:v>4.0804098587648854</c:v>
                </c:pt>
                <c:pt idx="18063">
                  <c:v>4.0824583613561733</c:v>
                </c:pt>
                <c:pt idx="18064">
                  <c:v>4.0809154567393282</c:v>
                </c:pt>
                <c:pt idx="18065">
                  <c:v>4.074029829489259</c:v>
                </c:pt>
                <c:pt idx="18066">
                  <c:v>4.0662859516556553</c:v>
                </c:pt>
                <c:pt idx="18067">
                  <c:v>4.0686206432725402</c:v>
                </c:pt>
                <c:pt idx="18068">
                  <c:v>4.0653284013134474</c:v>
                </c:pt>
                <c:pt idx="18069">
                  <c:v>4.0562986905091583</c:v>
                </c:pt>
                <c:pt idx="18070">
                  <c:v>4.0482552518099455</c:v>
                </c:pt>
                <c:pt idx="18071">
                  <c:v>4.0441197135736049</c:v>
                </c:pt>
                <c:pt idx="18072">
                  <c:v>4.0472336907069666</c:v>
                </c:pt>
                <c:pt idx="18073">
                  <c:v>4.0523395181390196</c:v>
                </c:pt>
                <c:pt idx="18074">
                  <c:v>4.0558909680737427</c:v>
                </c:pt>
                <c:pt idx="18075">
                  <c:v>4.0636920520631401</c:v>
                </c:pt>
                <c:pt idx="18076">
                  <c:v>4.065071804407169</c:v>
                </c:pt>
                <c:pt idx="18077">
                  <c:v>4.0537152351940495</c:v>
                </c:pt>
                <c:pt idx="18078">
                  <c:v>4.0487634608537402</c:v>
                </c:pt>
                <c:pt idx="18079">
                  <c:v>4.047431182497923</c:v>
                </c:pt>
                <c:pt idx="18080">
                  <c:v>4.053510622304862</c:v>
                </c:pt>
                <c:pt idx="18081">
                  <c:v>4.0605751473671718</c:v>
                </c:pt>
                <c:pt idx="18082">
                  <c:v>4.0638001345096333</c:v>
                </c:pt>
                <c:pt idx="18083">
                  <c:v>4.0632657356490087</c:v>
                </c:pt>
                <c:pt idx="18084">
                  <c:v>4.0611544882699686</c:v>
                </c:pt>
                <c:pt idx="18085">
                  <c:v>4.0627292795822285</c:v>
                </c:pt>
                <c:pt idx="18086">
                  <c:v>4.0643503580329945</c:v>
                </c:pt>
                <c:pt idx="18087">
                  <c:v>4.0632296554179685</c:v>
                </c:pt>
                <c:pt idx="18088">
                  <c:v>4.0588224868457488</c:v>
                </c:pt>
                <c:pt idx="18089">
                  <c:v>4.0612292598014008</c:v>
                </c:pt>
                <c:pt idx="18090">
                  <c:v>4.0667569727420183</c:v>
                </c:pt>
                <c:pt idx="18091">
                  <c:v>4.067991296435495</c:v>
                </c:pt>
                <c:pt idx="18092">
                  <c:v>4.0689575503422084</c:v>
                </c:pt>
                <c:pt idx="18093">
                  <c:v>4.0666271313842621</c:v>
                </c:pt>
                <c:pt idx="18094">
                  <c:v>4.0633456501958305</c:v>
                </c:pt>
                <c:pt idx="18095">
                  <c:v>4.0618578945286226</c:v>
                </c:pt>
                <c:pt idx="18096">
                  <c:v>4.0605525180994579</c:v>
                </c:pt>
                <c:pt idx="18097">
                  <c:v>4.063038809985362</c:v>
                </c:pt>
                <c:pt idx="18098">
                  <c:v>4.0631159552162046</c:v>
                </c:pt>
                <c:pt idx="18099">
                  <c:v>4.0634927404359695</c:v>
                </c:pt>
                <c:pt idx="18100">
                  <c:v>4.0575000197808286</c:v>
                </c:pt>
                <c:pt idx="18101">
                  <c:v>4.0505424694386205</c:v>
                </c:pt>
                <c:pt idx="18102">
                  <c:v>4.0509238438105788</c:v>
                </c:pt>
                <c:pt idx="18103">
                  <c:v>4.0550710131740315</c:v>
                </c:pt>
                <c:pt idx="18104">
                  <c:v>4.0544542469438616</c:v>
                </c:pt>
                <c:pt idx="18105">
                  <c:v>4.056370138861416</c:v>
                </c:pt>
                <c:pt idx="18106">
                  <c:v>4.0636331051944454</c:v>
                </c:pt>
                <c:pt idx="18107">
                  <c:v>4.0644355738418323</c:v>
                </c:pt>
                <c:pt idx="18108">
                  <c:v>4.0563167306246788</c:v>
                </c:pt>
                <c:pt idx="18109">
                  <c:v>4.0498676266962059</c:v>
                </c:pt>
                <c:pt idx="18110">
                  <c:v>4.0487098943703765</c:v>
                </c:pt>
                <c:pt idx="18111">
                  <c:v>4.0527902045337658</c:v>
                </c:pt>
                <c:pt idx="18112">
                  <c:v>4.0548568263638884</c:v>
                </c:pt>
                <c:pt idx="18113">
                  <c:v>4.058180480278514</c:v>
                </c:pt>
                <c:pt idx="18114">
                  <c:v>4.0608377576452899</c:v>
                </c:pt>
                <c:pt idx="18115">
                  <c:v>4.0628683783676864</c:v>
                </c:pt>
                <c:pt idx="18116">
                  <c:v>4.0615224908019147</c:v>
                </c:pt>
                <c:pt idx="18117">
                  <c:v>4.0505299679550584</c:v>
                </c:pt>
                <c:pt idx="18118">
                  <c:v>4.0462368160778572</c:v>
                </c:pt>
                <c:pt idx="18119">
                  <c:v>4.043519404992681</c:v>
                </c:pt>
                <c:pt idx="18120">
                  <c:v>4.041011828935396</c:v>
                </c:pt>
                <c:pt idx="18121">
                  <c:v>4.0445950864422198</c:v>
                </c:pt>
                <c:pt idx="18122">
                  <c:v>4.0474913162163233</c:v>
                </c:pt>
                <c:pt idx="18123">
                  <c:v>4.0508266803813742</c:v>
                </c:pt>
                <c:pt idx="18124">
                  <c:v>4.0505591644578072</c:v>
                </c:pt>
                <c:pt idx="18125">
                  <c:v>4.0536471891442813</c:v>
                </c:pt>
                <c:pt idx="18126">
                  <c:v>4.0555783518613762</c:v>
                </c:pt>
                <c:pt idx="18127">
                  <c:v>4.0575872136725089</c:v>
                </c:pt>
                <c:pt idx="18128">
                  <c:v>4.0609103137239391</c:v>
                </c:pt>
                <c:pt idx="18129">
                  <c:v>4.0646438264034499</c:v>
                </c:pt>
                <c:pt idx="18130">
                  <c:v>4.0646806978676269</c:v>
                </c:pt>
                <c:pt idx="18131">
                  <c:v>4.0694215294536535</c:v>
                </c:pt>
                <c:pt idx="18132">
                  <c:v>4.069821656050955</c:v>
                </c:pt>
                <c:pt idx="18133">
                  <c:v>4.0683504371563082</c:v>
                </c:pt>
                <c:pt idx="18134">
                  <c:v>4.0671436483759944</c:v>
                </c:pt>
                <c:pt idx="18135">
                  <c:v>4.0613351267951101</c:v>
                </c:pt>
                <c:pt idx="18136">
                  <c:v>4.0623124579657395</c:v>
                </c:pt>
                <c:pt idx="18137">
                  <c:v>4.0683067610871539</c:v>
                </c:pt>
                <c:pt idx="18138">
                  <c:v>4.0712806108319812</c:v>
                </c:pt>
                <c:pt idx="18139">
                  <c:v>4.078898366103572</c:v>
                </c:pt>
                <c:pt idx="18140">
                  <c:v>4.0800142421964631</c:v>
                </c:pt>
                <c:pt idx="18141">
                  <c:v>4.0801353008664005</c:v>
                </c:pt>
                <c:pt idx="18142">
                  <c:v>4.082174308660047</c:v>
                </c:pt>
                <c:pt idx="18143">
                  <c:v>4.0756132452427112</c:v>
                </c:pt>
                <c:pt idx="18144">
                  <c:v>4.0681140958183333</c:v>
                </c:pt>
                <c:pt idx="18145">
                  <c:v>4.069017367567354</c:v>
                </c:pt>
                <c:pt idx="18146">
                  <c:v>4.069259564030542</c:v>
                </c:pt>
                <c:pt idx="18147">
                  <c:v>4.0631380306207223</c:v>
                </c:pt>
                <c:pt idx="18148">
                  <c:v>4.0561995489971121</c:v>
                </c:pt>
                <c:pt idx="18149">
                  <c:v>4.0446614709024011</c:v>
                </c:pt>
                <c:pt idx="18150">
                  <c:v>4.0391153222296952</c:v>
                </c:pt>
                <c:pt idx="18151">
                  <c:v>4.039694742255806</c:v>
                </c:pt>
                <c:pt idx="18152">
                  <c:v>4.0514879139138351</c:v>
                </c:pt>
                <c:pt idx="18153">
                  <c:v>4.0586543498041694</c:v>
                </c:pt>
                <c:pt idx="18154">
                  <c:v>4.0597184001265969</c:v>
                </c:pt>
                <c:pt idx="18155">
                  <c:v>4.0643943505954025</c:v>
                </c:pt>
                <c:pt idx="18156">
                  <c:v>4.0704369189381655</c:v>
                </c:pt>
                <c:pt idx="18157">
                  <c:v>4.0718265616964038</c:v>
                </c:pt>
                <c:pt idx="18158">
                  <c:v>4.0730703010642086</c:v>
                </c:pt>
                <c:pt idx="18159">
                  <c:v>4.0723863591407206</c:v>
                </c:pt>
                <c:pt idx="18160">
                  <c:v>4.0672187364006804</c:v>
                </c:pt>
                <c:pt idx="18161">
                  <c:v>4.0649270087431262</c:v>
                </c:pt>
                <c:pt idx="18162">
                  <c:v>4.0659374134588759</c:v>
                </c:pt>
                <c:pt idx="18163">
                  <c:v>4.0683587451042449</c:v>
                </c:pt>
                <c:pt idx="18164">
                  <c:v>4.068509870633382</c:v>
                </c:pt>
                <c:pt idx="18165">
                  <c:v>4.0730065276733791</c:v>
                </c:pt>
                <c:pt idx="18166">
                  <c:v>4.0697540056177557</c:v>
                </c:pt>
                <c:pt idx="18167">
                  <c:v>4.0619196107132964</c:v>
                </c:pt>
                <c:pt idx="18168">
                  <c:v>4.0571543300233417</c:v>
                </c:pt>
                <c:pt idx="18169">
                  <c:v>4.0583270166554577</c:v>
                </c:pt>
                <c:pt idx="18170">
                  <c:v>4.0615262887209713</c:v>
                </c:pt>
                <c:pt idx="18171">
                  <c:v>4.0638214978043283</c:v>
                </c:pt>
                <c:pt idx="18172">
                  <c:v>4.0641561102978994</c:v>
                </c:pt>
                <c:pt idx="18173">
                  <c:v>4.0627522253431971</c:v>
                </c:pt>
                <c:pt idx="18174">
                  <c:v>4.060101515211457</c:v>
                </c:pt>
                <c:pt idx="18175">
                  <c:v>4.0594895755034219</c:v>
                </c:pt>
                <c:pt idx="18176">
                  <c:v>4.0632152549748781</c:v>
                </c:pt>
                <c:pt idx="18177">
                  <c:v>4.0580619535546152</c:v>
                </c:pt>
                <c:pt idx="18178">
                  <c:v>4.0542913320409859</c:v>
                </c:pt>
                <c:pt idx="18179">
                  <c:v>4.0517664279780039</c:v>
                </c:pt>
                <c:pt idx="18180">
                  <c:v>4.0514460576808959</c:v>
                </c:pt>
                <c:pt idx="18181">
                  <c:v>4.062108715433002</c:v>
                </c:pt>
                <c:pt idx="18182">
                  <c:v>4.0655323020928114</c:v>
                </c:pt>
                <c:pt idx="18183">
                  <c:v>4.064802547770701</c:v>
                </c:pt>
                <c:pt idx="18184">
                  <c:v>4.0629158523558964</c:v>
                </c:pt>
                <c:pt idx="18185">
                  <c:v>4.0599273647980381</c:v>
                </c:pt>
                <c:pt idx="18186">
                  <c:v>4.0533857657158681</c:v>
                </c:pt>
                <c:pt idx="18187">
                  <c:v>4.0528581714602208</c:v>
                </c:pt>
                <c:pt idx="18188">
                  <c:v>4.0613534042805712</c:v>
                </c:pt>
                <c:pt idx="18189">
                  <c:v>4.0647775448035768</c:v>
                </c:pt>
                <c:pt idx="18190">
                  <c:v>4.0645220556236898</c:v>
                </c:pt>
                <c:pt idx="18191">
                  <c:v>4.0710172093207264</c:v>
                </c:pt>
                <c:pt idx="18192">
                  <c:v>4.0714722474977254</c:v>
                </c:pt>
                <c:pt idx="18193">
                  <c:v>4.0683462436206828</c:v>
                </c:pt>
                <c:pt idx="18194">
                  <c:v>4.0605638327333144</c:v>
                </c:pt>
                <c:pt idx="18195">
                  <c:v>4.0617716501167065</c:v>
                </c:pt>
                <c:pt idx="18196">
                  <c:v>4.0684871622423548</c:v>
                </c:pt>
                <c:pt idx="18197">
                  <c:v>4.071091664358903</c:v>
                </c:pt>
                <c:pt idx="18198">
                  <c:v>4.0665759386003089</c:v>
                </c:pt>
                <c:pt idx="18199">
                  <c:v>4.0579336155398185</c:v>
                </c:pt>
                <c:pt idx="18200">
                  <c:v>4.0554866479408158</c:v>
                </c:pt>
                <c:pt idx="18201">
                  <c:v>4.0558764093840249</c:v>
                </c:pt>
                <c:pt idx="18202">
                  <c:v>4.0546713613166121</c:v>
                </c:pt>
                <c:pt idx="18203">
                  <c:v>4.0574817422953675</c:v>
                </c:pt>
                <c:pt idx="18204">
                  <c:v>4.0573589429125292</c:v>
                </c:pt>
                <c:pt idx="18205">
                  <c:v>4.0586655853147127</c:v>
                </c:pt>
                <c:pt idx="18206">
                  <c:v>4.0604157930134113</c:v>
                </c:pt>
                <c:pt idx="18207">
                  <c:v>4.05376033548285</c:v>
                </c:pt>
                <c:pt idx="18208">
                  <c:v>4.0555303240099692</c:v>
                </c:pt>
                <c:pt idx="18209">
                  <c:v>4.0615064287692366</c:v>
                </c:pt>
                <c:pt idx="18210">
                  <c:v>4.0667352138307553</c:v>
                </c:pt>
                <c:pt idx="18211">
                  <c:v>4.0690945127981957</c:v>
                </c:pt>
                <c:pt idx="18212">
                  <c:v>4.0698276694227955</c:v>
                </c:pt>
                <c:pt idx="18213">
                  <c:v>4.0648165525972226</c:v>
                </c:pt>
                <c:pt idx="18214">
                  <c:v>4.0634381453495276</c:v>
                </c:pt>
                <c:pt idx="18215">
                  <c:v>4.0622421173398742</c:v>
                </c:pt>
                <c:pt idx="18216">
                  <c:v>4.062852158088381</c:v>
                </c:pt>
                <c:pt idx="18217">
                  <c:v>4.0660928116469517</c:v>
                </c:pt>
                <c:pt idx="18218">
                  <c:v>4.0715027099734939</c:v>
                </c:pt>
                <c:pt idx="18219">
                  <c:v>4.0750583534438425</c:v>
                </c:pt>
                <c:pt idx="18220">
                  <c:v>4.0715265260909126</c:v>
                </c:pt>
                <c:pt idx="18221">
                  <c:v>4.0675264469675989</c:v>
                </c:pt>
                <c:pt idx="18222">
                  <c:v>4.0629600822882459</c:v>
                </c:pt>
                <c:pt idx="18223">
                  <c:v>4.0613713652727776</c:v>
                </c:pt>
                <c:pt idx="18224">
                  <c:v>4.061494639395498</c:v>
                </c:pt>
                <c:pt idx="18225">
                  <c:v>4.0684290857301102</c:v>
                </c:pt>
                <c:pt idx="18226">
                  <c:v>4.0702352336115837</c:v>
                </c:pt>
                <c:pt idx="18227">
                  <c:v>4.0661042054041223</c:v>
                </c:pt>
                <c:pt idx="18228">
                  <c:v>4.0593716817660326</c:v>
                </c:pt>
                <c:pt idx="18229">
                  <c:v>4.0515956798670727</c:v>
                </c:pt>
                <c:pt idx="18230">
                  <c:v>4.0546396328678247</c:v>
                </c:pt>
                <c:pt idx="18231">
                  <c:v>4.0532160462080151</c:v>
                </c:pt>
                <c:pt idx="18232">
                  <c:v>4.0477801163112712</c:v>
                </c:pt>
                <c:pt idx="18233">
                  <c:v>4.0507398821062628</c:v>
                </c:pt>
                <c:pt idx="18234">
                  <c:v>4.0588625232424738</c:v>
                </c:pt>
                <c:pt idx="18235">
                  <c:v>4.0608388653716814</c:v>
                </c:pt>
                <c:pt idx="18236">
                  <c:v>4.0616165684218855</c:v>
                </c:pt>
                <c:pt idx="18237">
                  <c:v>4.0670388891086757</c:v>
                </c:pt>
                <c:pt idx="18238">
                  <c:v>4.0712345610634175</c:v>
                </c:pt>
                <c:pt idx="18239">
                  <c:v>4.0703826403449774</c:v>
                </c:pt>
                <c:pt idx="18240">
                  <c:v>4.0654230327966134</c:v>
                </c:pt>
                <c:pt idx="18241">
                  <c:v>4.0545881235906158</c:v>
                </c:pt>
                <c:pt idx="18242">
                  <c:v>4.052587648850734</c:v>
                </c:pt>
                <c:pt idx="18243">
                  <c:v>4.0568728092732522</c:v>
                </c:pt>
                <c:pt idx="18244">
                  <c:v>4.062070973612375</c:v>
                </c:pt>
                <c:pt idx="18245">
                  <c:v>4.0594230327966132</c:v>
                </c:pt>
                <c:pt idx="18246">
                  <c:v>4.0602106262610276</c:v>
                </c:pt>
                <c:pt idx="18247">
                  <c:v>4.0615793013411405</c:v>
                </c:pt>
                <c:pt idx="18248">
                  <c:v>4.0579716738537011</c:v>
                </c:pt>
                <c:pt idx="18249">
                  <c:v>4.0551255291371602</c:v>
                </c:pt>
                <c:pt idx="18250">
                  <c:v>4.0544084345452385</c:v>
                </c:pt>
                <c:pt idx="18251">
                  <c:v>4.058731495035012</c:v>
                </c:pt>
                <c:pt idx="18252">
                  <c:v>4.066258733235748</c:v>
                </c:pt>
                <c:pt idx="18253">
                  <c:v>4.0651517189539899</c:v>
                </c:pt>
                <c:pt idx="18254">
                  <c:v>4.0596213158207064</c:v>
                </c:pt>
                <c:pt idx="18255">
                  <c:v>4.0637541638643828</c:v>
                </c:pt>
                <c:pt idx="18256">
                  <c:v>4.0630557423744911</c:v>
                </c:pt>
                <c:pt idx="18257">
                  <c:v>4.0600746924081177</c:v>
                </c:pt>
                <c:pt idx="18258">
                  <c:v>4.0537390513114691</c:v>
                </c:pt>
                <c:pt idx="18259">
                  <c:v>4.0511001305534675</c:v>
                </c:pt>
                <c:pt idx="18260">
                  <c:v>4.0587626696206041</c:v>
                </c:pt>
                <c:pt idx="18261">
                  <c:v>4.0617175297701467</c:v>
                </c:pt>
                <c:pt idx="18262">
                  <c:v>4.0643005894686866</c:v>
                </c:pt>
                <c:pt idx="18263">
                  <c:v>4.0791177750524188</c:v>
                </c:pt>
                <c:pt idx="18264">
                  <c:v>4.0864327254025401</c:v>
                </c:pt>
                <c:pt idx="18265">
                  <c:v>4.0780797563001938</c:v>
                </c:pt>
                <c:pt idx="18266">
                  <c:v>4.0722919650274951</c:v>
                </c:pt>
                <c:pt idx="18267">
                  <c:v>4.0691189619021246</c:v>
                </c:pt>
                <c:pt idx="18268">
                  <c:v>4.0706884519523676</c:v>
                </c:pt>
                <c:pt idx="18269">
                  <c:v>4.0667454207382203</c:v>
                </c:pt>
                <c:pt idx="18270">
                  <c:v>4.0604294022233649</c:v>
                </c:pt>
                <c:pt idx="18271">
                  <c:v>4.065248645013253</c:v>
                </c:pt>
                <c:pt idx="18272">
                  <c:v>4.0730839893974764</c:v>
                </c:pt>
                <c:pt idx="18273">
                  <c:v>4.0726401867310207</c:v>
                </c:pt>
                <c:pt idx="18274">
                  <c:v>4.069248012026744</c:v>
                </c:pt>
                <c:pt idx="18275">
                  <c:v>4.0688151283775769</c:v>
                </c:pt>
                <c:pt idx="18276">
                  <c:v>4.0674968548482813</c:v>
                </c:pt>
                <c:pt idx="18277">
                  <c:v>4.065498832931123</c:v>
                </c:pt>
                <c:pt idx="18278">
                  <c:v>4.0687154330023345</c:v>
                </c:pt>
                <c:pt idx="18279">
                  <c:v>4.0773219923250386</c:v>
                </c:pt>
                <c:pt idx="18280">
                  <c:v>4.0788205878862209</c:v>
                </c:pt>
                <c:pt idx="18281">
                  <c:v>4.0800284843929262</c:v>
                </c:pt>
                <c:pt idx="18282">
                  <c:v>4.0727670214028562</c:v>
                </c:pt>
                <c:pt idx="18283">
                  <c:v>4.0633776951378726</c:v>
                </c:pt>
                <c:pt idx="18284">
                  <c:v>4.0606700953435926</c:v>
                </c:pt>
                <c:pt idx="18285">
                  <c:v>4.0585194445543378</c:v>
                </c:pt>
                <c:pt idx="18286">
                  <c:v>4.0591199905052022</c:v>
                </c:pt>
                <c:pt idx="18287">
                  <c:v>4.0591642204375518</c:v>
                </c:pt>
                <c:pt idx="18288">
                  <c:v>4.0617446690667407</c:v>
                </c:pt>
                <c:pt idx="18289">
                  <c:v>4.064611860584721</c:v>
                </c:pt>
                <c:pt idx="18290">
                  <c:v>4.0577484669857977</c:v>
                </c:pt>
                <c:pt idx="18291">
                  <c:v>4.056574989120544</c:v>
                </c:pt>
                <c:pt idx="18292">
                  <c:v>4.0598056731415912</c:v>
                </c:pt>
                <c:pt idx="18293">
                  <c:v>4.0594216877002811</c:v>
                </c:pt>
                <c:pt idx="18294">
                  <c:v>4.0585514103730667</c:v>
                </c:pt>
                <c:pt idx="18295">
                  <c:v>4.058230723582704</c:v>
                </c:pt>
                <c:pt idx="18296">
                  <c:v>4.0618791787000044</c:v>
                </c:pt>
                <c:pt idx="18297">
                  <c:v>4.0701968588044464</c:v>
                </c:pt>
                <c:pt idx="18298">
                  <c:v>4.0807967717688021</c:v>
                </c:pt>
                <c:pt idx="18299">
                  <c:v>4.0865822684654036</c:v>
                </c:pt>
                <c:pt idx="18300">
                  <c:v>4.0787584760849782</c:v>
                </c:pt>
                <c:pt idx="18301">
                  <c:v>4.0717584365233215</c:v>
                </c:pt>
                <c:pt idx="18302">
                  <c:v>4.0713883767852197</c:v>
                </c:pt>
                <c:pt idx="18303">
                  <c:v>4.0724112038612175</c:v>
                </c:pt>
                <c:pt idx="18304">
                  <c:v>4.0693061676623019</c:v>
                </c:pt>
                <c:pt idx="18305">
                  <c:v>4.0706583059698538</c:v>
                </c:pt>
                <c:pt idx="18306">
                  <c:v>4.0735642679115402</c:v>
                </c:pt>
                <c:pt idx="18307">
                  <c:v>4.0749504292439767</c:v>
                </c:pt>
                <c:pt idx="18308">
                  <c:v>4.0709400640898838</c:v>
                </c:pt>
                <c:pt idx="18309">
                  <c:v>4.0640841872057605</c:v>
                </c:pt>
                <c:pt idx="18310">
                  <c:v>4.0624258416742496</c:v>
                </c:pt>
                <c:pt idx="18311">
                  <c:v>4.069584365233216</c:v>
                </c:pt>
                <c:pt idx="18312">
                  <c:v>4.0739277604146062</c:v>
                </c:pt>
                <c:pt idx="18313">
                  <c:v>4.0663489338133481</c:v>
                </c:pt>
                <c:pt idx="18314">
                  <c:v>4.0490559797444314</c:v>
                </c:pt>
                <c:pt idx="18315">
                  <c:v>4.0474026189816827</c:v>
                </c:pt>
                <c:pt idx="18316">
                  <c:v>4.0547625904972904</c:v>
                </c:pt>
                <c:pt idx="18317">
                  <c:v>4.0581905289393516</c:v>
                </c:pt>
                <c:pt idx="18318">
                  <c:v>4.0595136289907821</c:v>
                </c:pt>
                <c:pt idx="18319">
                  <c:v>4.0632606717569333</c:v>
                </c:pt>
                <c:pt idx="18320">
                  <c:v>4.0650876290699056</c:v>
                </c:pt>
                <c:pt idx="18321">
                  <c:v>4.0643878624836809</c:v>
                </c:pt>
                <c:pt idx="18322">
                  <c:v>4.0602988487557861</c:v>
                </c:pt>
                <c:pt idx="18323">
                  <c:v>4.0585565533884562</c:v>
                </c:pt>
                <c:pt idx="18324">
                  <c:v>4.0587264311429365</c:v>
                </c:pt>
                <c:pt idx="18325">
                  <c:v>4.0571303556592948</c:v>
                </c:pt>
                <c:pt idx="18326">
                  <c:v>4.0530487795228867</c:v>
                </c:pt>
                <c:pt idx="18327">
                  <c:v>4.0501292083712466</c:v>
                </c:pt>
                <c:pt idx="18328">
                  <c:v>4.0524244174546027</c:v>
                </c:pt>
                <c:pt idx="18329">
                  <c:v>4.0453933615539821</c:v>
                </c:pt>
                <c:pt idx="18330">
                  <c:v>4.0424497369149819</c:v>
                </c:pt>
                <c:pt idx="18331">
                  <c:v>4.0428456699766588</c:v>
                </c:pt>
                <c:pt idx="18332">
                  <c:v>4.0468404478379556</c:v>
                </c:pt>
                <c:pt idx="18333">
                  <c:v>4.0508217747359261</c:v>
                </c:pt>
                <c:pt idx="18334">
                  <c:v>4.0541994698737982</c:v>
                </c:pt>
                <c:pt idx="18335">
                  <c:v>4.0569512204771137</c:v>
                </c:pt>
                <c:pt idx="18336">
                  <c:v>4.0570700636942671</c:v>
                </c:pt>
                <c:pt idx="18337">
                  <c:v>4.059985995173478</c:v>
                </c:pt>
                <c:pt idx="18338">
                  <c:v>4.0589938679431894</c:v>
                </c:pt>
                <c:pt idx="18339">
                  <c:v>4.0562237607310996</c:v>
                </c:pt>
                <c:pt idx="18340">
                  <c:v>4.0629712386754759</c:v>
                </c:pt>
                <c:pt idx="18341">
                  <c:v>4.0639135182181434</c:v>
                </c:pt>
                <c:pt idx="18342">
                  <c:v>4.0621678205483249</c:v>
                </c:pt>
                <c:pt idx="18343">
                  <c:v>4.0649550975194844</c:v>
                </c:pt>
                <c:pt idx="18344">
                  <c:v>4.0649637219606758</c:v>
                </c:pt>
                <c:pt idx="18345">
                  <c:v>4.0638044071685719</c:v>
                </c:pt>
                <c:pt idx="18346">
                  <c:v>4.0568323772599593</c:v>
                </c:pt>
                <c:pt idx="18347">
                  <c:v>4.0548451161134631</c:v>
                </c:pt>
                <c:pt idx="18348">
                  <c:v>4.0595357835186139</c:v>
                </c:pt>
                <c:pt idx="18349">
                  <c:v>4.0617444316967992</c:v>
                </c:pt>
                <c:pt idx="18350">
                  <c:v>4.0627355303240096</c:v>
                </c:pt>
                <c:pt idx="18351">
                  <c:v>4.0622467856153817</c:v>
                </c:pt>
                <c:pt idx="18352">
                  <c:v>4.0638936582664078</c:v>
                </c:pt>
                <c:pt idx="18353">
                  <c:v>4.0668684574910001</c:v>
                </c:pt>
                <c:pt idx="18354">
                  <c:v>4.0623738576571586</c:v>
                </c:pt>
                <c:pt idx="18355">
                  <c:v>4.0603658662024769</c:v>
                </c:pt>
                <c:pt idx="18356">
                  <c:v>4.0625180994580052</c:v>
                </c:pt>
                <c:pt idx="18357">
                  <c:v>4.0609995648217749</c:v>
                </c:pt>
                <c:pt idx="18358">
                  <c:v>4.0605441310282071</c:v>
                </c:pt>
                <c:pt idx="18359">
                  <c:v>4.0616581081615699</c:v>
                </c:pt>
                <c:pt idx="18360">
                  <c:v>4.0594729596075485</c:v>
                </c:pt>
                <c:pt idx="18361">
                  <c:v>4.0524719705661276</c:v>
                </c:pt>
                <c:pt idx="18362">
                  <c:v>4.0489905447640151</c:v>
                </c:pt>
                <c:pt idx="18363">
                  <c:v>4.0449304901689285</c:v>
                </c:pt>
                <c:pt idx="18364">
                  <c:v>4.0499124104917517</c:v>
                </c:pt>
                <c:pt idx="18365">
                  <c:v>4.0552855164774302</c:v>
                </c:pt>
                <c:pt idx="18366">
                  <c:v>4.0580518257704634</c:v>
                </c:pt>
                <c:pt idx="18367">
                  <c:v>4.0583294694781822</c:v>
                </c:pt>
                <c:pt idx="18368">
                  <c:v>4.0572991256873836</c:v>
                </c:pt>
                <c:pt idx="18369">
                  <c:v>4.0531270324801199</c:v>
                </c:pt>
                <c:pt idx="18370">
                  <c:v>4.0488197966530839</c:v>
                </c:pt>
                <c:pt idx="18371">
                  <c:v>4.0489692605926333</c:v>
                </c:pt>
                <c:pt idx="18372">
                  <c:v>4.0468556395141828</c:v>
                </c:pt>
                <c:pt idx="18373">
                  <c:v>4.044356134034893</c:v>
                </c:pt>
                <c:pt idx="18374">
                  <c:v>4.0459608339597262</c:v>
                </c:pt>
                <c:pt idx="18375">
                  <c:v>4.0510926929619808</c:v>
                </c:pt>
                <c:pt idx="18376">
                  <c:v>4.0569028761324528</c:v>
                </c:pt>
                <c:pt idx="18377">
                  <c:v>4.0611637456976695</c:v>
                </c:pt>
                <c:pt idx="18378">
                  <c:v>4.066117814614076</c:v>
                </c:pt>
                <c:pt idx="18379">
                  <c:v>4.063354749376904</c:v>
                </c:pt>
                <c:pt idx="18380">
                  <c:v>4.0594182062744784</c:v>
                </c:pt>
                <c:pt idx="18381">
                  <c:v>4.0596684733156625</c:v>
                </c:pt>
                <c:pt idx="18382">
                  <c:v>4.0605251414329233</c:v>
                </c:pt>
                <c:pt idx="18383">
                  <c:v>4.0611854254856192</c:v>
                </c:pt>
                <c:pt idx="18384">
                  <c:v>4.0625830596985404</c:v>
                </c:pt>
                <c:pt idx="18385">
                  <c:v>4.0637771887486647</c:v>
                </c:pt>
                <c:pt idx="18386">
                  <c:v>4.0630034418641454</c:v>
                </c:pt>
                <c:pt idx="18387">
                  <c:v>4.0615088815919611</c:v>
                </c:pt>
                <c:pt idx="18388">
                  <c:v>4.0612630454563439</c:v>
                </c:pt>
                <c:pt idx="18389">
                  <c:v>4.060021521541322</c:v>
                </c:pt>
                <c:pt idx="18390">
                  <c:v>4.0603797919056852</c:v>
                </c:pt>
                <c:pt idx="18391">
                  <c:v>4.0537312181034144</c:v>
                </c:pt>
                <c:pt idx="18392">
                  <c:v>4.0539139929580248</c:v>
                </c:pt>
                <c:pt idx="18393">
                  <c:v>4.0581989160106025</c:v>
                </c:pt>
                <c:pt idx="18394">
                  <c:v>4.0595566720734269</c:v>
                </c:pt>
                <c:pt idx="18395">
                  <c:v>4.0578497448273136</c:v>
                </c:pt>
                <c:pt idx="18396">
                  <c:v>4.0530305020374255</c:v>
                </c:pt>
                <c:pt idx="18397">
                  <c:v>4.0520211259247541</c:v>
                </c:pt>
                <c:pt idx="18398">
                  <c:v>4.0577623135656919</c:v>
                </c:pt>
                <c:pt idx="18399">
                  <c:v>4.0660370297108042</c:v>
                </c:pt>
                <c:pt idx="18400">
                  <c:v>4.0636815286624204</c:v>
                </c:pt>
                <c:pt idx="18401">
                  <c:v>4.0609293033192229</c:v>
                </c:pt>
                <c:pt idx="18402">
                  <c:v>4.0599082960794401</c:v>
                </c:pt>
                <c:pt idx="18403">
                  <c:v>4.0629407761997074</c:v>
                </c:pt>
                <c:pt idx="18404">
                  <c:v>4.0668273924911977</c:v>
                </c:pt>
                <c:pt idx="18405">
                  <c:v>4.0628564307473196</c:v>
                </c:pt>
                <c:pt idx="18406">
                  <c:v>4.0560574435257353</c:v>
                </c:pt>
                <c:pt idx="18407">
                  <c:v>4.0547518297266292</c:v>
                </c:pt>
                <c:pt idx="18408">
                  <c:v>4.0466880563357996</c:v>
                </c:pt>
                <c:pt idx="18409">
                  <c:v>4.0401269929184638</c:v>
                </c:pt>
                <c:pt idx="18410">
                  <c:v>4.0368691696008225</c:v>
                </c:pt>
                <c:pt idx="18411">
                  <c:v>4.0408603077896901</c:v>
                </c:pt>
                <c:pt idx="18412">
                  <c:v>4.0511483957748151</c:v>
                </c:pt>
                <c:pt idx="18413">
                  <c:v>4.0590051034537327</c:v>
                </c:pt>
                <c:pt idx="18414">
                  <c:v>4.0648863393598926</c:v>
                </c:pt>
                <c:pt idx="18415">
                  <c:v>4.069266210388891</c:v>
                </c:pt>
                <c:pt idx="18416">
                  <c:v>4.0683097677730746</c:v>
                </c:pt>
                <c:pt idx="18417">
                  <c:v>4.0696479012541049</c:v>
                </c:pt>
                <c:pt idx="18418">
                  <c:v>4.0614197096174385</c:v>
                </c:pt>
                <c:pt idx="18419">
                  <c:v>4.047124104917514</c:v>
                </c:pt>
                <c:pt idx="18420">
                  <c:v>4.0417651620049844</c:v>
                </c:pt>
                <c:pt idx="18421">
                  <c:v>4.0496587411480789</c:v>
                </c:pt>
                <c:pt idx="18422">
                  <c:v>4.0589553348894256</c:v>
                </c:pt>
                <c:pt idx="18423">
                  <c:v>4.0656618269573128</c:v>
                </c:pt>
                <c:pt idx="18424">
                  <c:v>4.0763816117418994</c:v>
                </c:pt>
                <c:pt idx="18425">
                  <c:v>4.0854302330181591</c:v>
                </c:pt>
                <c:pt idx="18426">
                  <c:v>4.0830335878466588</c:v>
                </c:pt>
                <c:pt idx="18427">
                  <c:v>4.0761786604422996</c:v>
                </c:pt>
                <c:pt idx="18428">
                  <c:v>4.0777535308778727</c:v>
                </c:pt>
                <c:pt idx="18429">
                  <c:v>4.0798528306365469</c:v>
                </c:pt>
                <c:pt idx="18430">
                  <c:v>4.076097954662341</c:v>
                </c:pt>
                <c:pt idx="18431">
                  <c:v>4.074695968667168</c:v>
                </c:pt>
                <c:pt idx="18432">
                  <c:v>4.0658668354630692</c:v>
                </c:pt>
                <c:pt idx="18433">
                  <c:v>4.0551964236262217</c:v>
                </c:pt>
                <c:pt idx="18434">
                  <c:v>4.0572685049649877</c:v>
                </c:pt>
                <c:pt idx="18435">
                  <c:v>4.0659616251928634</c:v>
                </c:pt>
                <c:pt idx="18436">
                  <c:v>4.0709922854769154</c:v>
                </c:pt>
                <c:pt idx="18437">
                  <c:v>4.0676683941923484</c:v>
                </c:pt>
                <c:pt idx="18438">
                  <c:v>4.0611509277208526</c:v>
                </c:pt>
                <c:pt idx="18439">
                  <c:v>4.0595382363413384</c:v>
                </c:pt>
                <c:pt idx="18440">
                  <c:v>4.0579398662815995</c:v>
                </c:pt>
                <c:pt idx="18441">
                  <c:v>4.0586348063456894</c:v>
                </c:pt>
                <c:pt idx="18442">
                  <c:v>4.0599435059540294</c:v>
                </c:pt>
                <c:pt idx="18443">
                  <c:v>4.0667392491197534</c:v>
                </c:pt>
                <c:pt idx="18444">
                  <c:v>4.0697165011670693</c:v>
                </c:pt>
                <c:pt idx="18445">
                  <c:v>4.0659325869367411</c:v>
                </c:pt>
                <c:pt idx="18446">
                  <c:v>4.0625841674249319</c:v>
                </c:pt>
                <c:pt idx="18447">
                  <c:v>4.062596194168612</c:v>
                </c:pt>
                <c:pt idx="18448">
                  <c:v>4.0661233532460344</c:v>
                </c:pt>
                <c:pt idx="18449">
                  <c:v>4.0693891680183567</c:v>
                </c:pt>
                <c:pt idx="18450">
                  <c:v>4.0762569133995328</c:v>
                </c:pt>
                <c:pt idx="18451">
                  <c:v>4.0763331882739253</c:v>
                </c:pt>
                <c:pt idx="18452">
                  <c:v>4.0757249673616327</c:v>
                </c:pt>
                <c:pt idx="18453">
                  <c:v>4.0754796850892117</c:v>
                </c:pt>
                <c:pt idx="18454">
                  <c:v>4.0708800094947977</c:v>
                </c:pt>
                <c:pt idx="18455">
                  <c:v>4.0740951062230488</c:v>
                </c:pt>
                <c:pt idx="18456">
                  <c:v>4.0760382956838228</c:v>
                </c:pt>
                <c:pt idx="18457">
                  <c:v>4.0683501997863667</c:v>
                </c:pt>
                <c:pt idx="18458">
                  <c:v>4.06719230921391</c:v>
                </c:pt>
                <c:pt idx="18459">
                  <c:v>4.0618240297503663</c:v>
                </c:pt>
                <c:pt idx="18460">
                  <c:v>4.0517427701072117</c:v>
                </c:pt>
                <c:pt idx="18461">
                  <c:v>4.0528887921826167</c:v>
                </c:pt>
                <c:pt idx="18462">
                  <c:v>4.0647565771254497</c:v>
                </c:pt>
                <c:pt idx="18463">
                  <c:v>4.0725486410570877</c:v>
                </c:pt>
                <c:pt idx="18464">
                  <c:v>4.0716922894330816</c:v>
                </c:pt>
                <c:pt idx="18465">
                  <c:v>4.0699963603275702</c:v>
                </c:pt>
                <c:pt idx="18466">
                  <c:v>4.066875499465918</c:v>
                </c:pt>
                <c:pt idx="18467">
                  <c:v>4.0679874985164375</c:v>
                </c:pt>
                <c:pt idx="18468">
                  <c:v>4.0710989437037624</c:v>
                </c:pt>
                <c:pt idx="18469">
                  <c:v>4.0638574989120544</c:v>
                </c:pt>
                <c:pt idx="18470">
                  <c:v>4.0596230565336073</c:v>
                </c:pt>
                <c:pt idx="18471">
                  <c:v>4.0648161569806547</c:v>
                </c:pt>
                <c:pt idx="18472">
                  <c:v>4.0694378288562723</c:v>
                </c:pt>
                <c:pt idx="18473">
                  <c:v>4.0690089013727899</c:v>
                </c:pt>
                <c:pt idx="18474">
                  <c:v>4.0699185821102191</c:v>
                </c:pt>
                <c:pt idx="18475">
                  <c:v>4.0773037939628916</c:v>
                </c:pt>
                <c:pt idx="18476">
                  <c:v>4.0729740871147682</c:v>
                </c:pt>
                <c:pt idx="18477">
                  <c:v>4.0716430747319698</c:v>
                </c:pt>
                <c:pt idx="18478">
                  <c:v>4.0799097994224001</c:v>
                </c:pt>
                <c:pt idx="18479">
                  <c:v>4.0779742849230525</c:v>
                </c:pt>
                <c:pt idx="18480">
                  <c:v>4.0649304110456148</c:v>
                </c:pt>
                <c:pt idx="18481">
                  <c:v>4.0544583613561738</c:v>
                </c:pt>
                <c:pt idx="18482">
                  <c:v>4.0553104403212403</c:v>
                </c:pt>
                <c:pt idx="18483">
                  <c:v>4.0618311508485974</c:v>
                </c:pt>
                <c:pt idx="18484">
                  <c:v>4.0642716303358783</c:v>
                </c:pt>
                <c:pt idx="18485">
                  <c:v>4.0616993314079997</c:v>
                </c:pt>
                <c:pt idx="18486">
                  <c:v>4.0658743521778691</c:v>
                </c:pt>
                <c:pt idx="18487">
                  <c:v>4.0644961031768014</c:v>
                </c:pt>
                <c:pt idx="18488">
                  <c:v>4.0651473671717371</c:v>
                </c:pt>
                <c:pt idx="18489">
                  <c:v>4.06385955611821</c:v>
                </c:pt>
                <c:pt idx="18490">
                  <c:v>4.0624867666257867</c:v>
                </c:pt>
                <c:pt idx="18491">
                  <c:v>4.0667346599675591</c:v>
                </c:pt>
                <c:pt idx="18492">
                  <c:v>4.0624373145547334</c:v>
                </c:pt>
                <c:pt idx="18493">
                  <c:v>4.0565224512402578</c:v>
                </c:pt>
                <c:pt idx="18494">
                  <c:v>4.0554087114768365</c:v>
                </c:pt>
                <c:pt idx="18495">
                  <c:v>4.0507890176840604</c:v>
                </c:pt>
                <c:pt idx="18496">
                  <c:v>4.0524411915971044</c:v>
                </c:pt>
                <c:pt idx="18497">
                  <c:v>4.0537457767931322</c:v>
                </c:pt>
                <c:pt idx="18498">
                  <c:v>4.052744075641888</c:v>
                </c:pt>
                <c:pt idx="18499">
                  <c:v>4.0536094473236544</c:v>
                </c:pt>
                <c:pt idx="18500">
                  <c:v>4.0509977449855601</c:v>
                </c:pt>
                <c:pt idx="18501">
                  <c:v>4.0440064881117221</c:v>
                </c:pt>
                <c:pt idx="18502">
                  <c:v>4.0478737191913599</c:v>
                </c:pt>
                <c:pt idx="18503">
                  <c:v>4.0541989160106029</c:v>
                </c:pt>
                <c:pt idx="18504">
                  <c:v>4.0541891047197058</c:v>
                </c:pt>
                <c:pt idx="18505">
                  <c:v>4.0496183882581001</c:v>
                </c:pt>
                <c:pt idx="18506">
                  <c:v>4.0476827946354392</c:v>
                </c:pt>
                <c:pt idx="18507">
                  <c:v>4.0560461288918779</c:v>
                </c:pt>
                <c:pt idx="18508">
                  <c:v>4.062227400403529</c:v>
                </c:pt>
                <c:pt idx="18509">
                  <c:v>4.0609660956600866</c:v>
                </c:pt>
                <c:pt idx="18510">
                  <c:v>4.069256003481426</c:v>
                </c:pt>
                <c:pt idx="18511">
                  <c:v>4.0749758278276698</c:v>
                </c:pt>
                <c:pt idx="18512">
                  <c:v>4.0754445543379356</c:v>
                </c:pt>
                <c:pt idx="18513">
                  <c:v>4.0707044348617316</c:v>
                </c:pt>
                <c:pt idx="18514">
                  <c:v>4.0686233334652053</c:v>
                </c:pt>
                <c:pt idx="18515">
                  <c:v>4.071328084820192</c:v>
                </c:pt>
                <c:pt idx="18516">
                  <c:v>4.0741095857894525</c:v>
                </c:pt>
                <c:pt idx="18517">
                  <c:v>4.078049214701112</c:v>
                </c:pt>
                <c:pt idx="18518">
                  <c:v>4.0762735292954071</c:v>
                </c:pt>
                <c:pt idx="18519">
                  <c:v>4.0718113700201766</c:v>
                </c:pt>
                <c:pt idx="18520">
                  <c:v>4.0703824820983501</c:v>
                </c:pt>
                <c:pt idx="18521">
                  <c:v>4.0735577006765045</c:v>
                </c:pt>
                <c:pt idx="18522">
                  <c:v>4.0760105234007202</c:v>
                </c:pt>
                <c:pt idx="18523">
                  <c:v>4.0725935039759467</c:v>
                </c:pt>
                <c:pt idx="18524">
                  <c:v>4.0569476599279977</c:v>
                </c:pt>
                <c:pt idx="18525">
                  <c:v>4.0520351307512756</c:v>
                </c:pt>
                <c:pt idx="18526">
                  <c:v>4.0561192388337224</c:v>
                </c:pt>
                <c:pt idx="18527">
                  <c:v>4.0657748941725682</c:v>
                </c:pt>
                <c:pt idx="18528">
                  <c:v>4.0637291608972586</c:v>
                </c:pt>
                <c:pt idx="18529">
                  <c:v>4.0594830873917003</c:v>
                </c:pt>
                <c:pt idx="18530">
                  <c:v>4.0602687818965855</c:v>
                </c:pt>
                <c:pt idx="18531">
                  <c:v>4.0571362107845079</c:v>
                </c:pt>
                <c:pt idx="18532">
                  <c:v>4.0668656881750209</c:v>
                </c:pt>
                <c:pt idx="18533">
                  <c:v>4.0754909205997549</c:v>
                </c:pt>
                <c:pt idx="18534">
                  <c:v>4.0741625984096217</c:v>
                </c:pt>
                <c:pt idx="18535">
                  <c:v>4.0701673458084429</c:v>
                </c:pt>
                <c:pt idx="18536">
                  <c:v>4.0672235629228153</c:v>
                </c:pt>
                <c:pt idx="18537">
                  <c:v>4.0579290263876251</c:v>
                </c:pt>
                <c:pt idx="18538">
                  <c:v>4.0582394271472086</c:v>
                </c:pt>
                <c:pt idx="18539">
                  <c:v>4.070674842742414</c:v>
                </c:pt>
                <c:pt idx="18540">
                  <c:v>4.0835312734897338</c:v>
                </c:pt>
                <c:pt idx="18541">
                  <c:v>4.0864564623966455</c:v>
                </c:pt>
                <c:pt idx="18542">
                  <c:v>4.0879083752027539</c:v>
                </c:pt>
                <c:pt idx="18543">
                  <c:v>4.0919998417533723</c:v>
                </c:pt>
                <c:pt idx="18544">
                  <c:v>4.0946354393321993</c:v>
                </c:pt>
                <c:pt idx="18545">
                  <c:v>4.0879281560311744</c:v>
                </c:pt>
                <c:pt idx="18546">
                  <c:v>4.0746778494283342</c:v>
                </c:pt>
                <c:pt idx="18547">
                  <c:v>4.0648162361039679</c:v>
                </c:pt>
                <c:pt idx="18548">
                  <c:v>4.0663480634568971</c:v>
                </c:pt>
                <c:pt idx="18549">
                  <c:v>4.0706587015864226</c:v>
                </c:pt>
                <c:pt idx="18550">
                  <c:v>4.0677652411282983</c:v>
                </c:pt>
                <c:pt idx="18551">
                  <c:v>4.0566472287059385</c:v>
                </c:pt>
                <c:pt idx="18552">
                  <c:v>4.0483857261542111</c:v>
                </c:pt>
                <c:pt idx="18553">
                  <c:v>4.0470782925188908</c:v>
                </c:pt>
                <c:pt idx="18554">
                  <c:v>4.0475660086244414</c:v>
                </c:pt>
                <c:pt idx="18555">
                  <c:v>4.0524575701230372</c:v>
                </c:pt>
                <c:pt idx="18556">
                  <c:v>4.054728171855837</c:v>
                </c:pt>
                <c:pt idx="18557">
                  <c:v>4.0507472405744354</c:v>
                </c:pt>
                <c:pt idx="18558">
                  <c:v>4.050618665189698</c:v>
                </c:pt>
                <c:pt idx="18559">
                  <c:v>4.0444917513945482</c:v>
                </c:pt>
                <c:pt idx="18560">
                  <c:v>4.0406799066344901</c:v>
                </c:pt>
                <c:pt idx="18561">
                  <c:v>4.0436299402618978</c:v>
                </c:pt>
                <c:pt idx="18562">
                  <c:v>4.0434572931914392</c:v>
                </c:pt>
                <c:pt idx="18563">
                  <c:v>4.0493203307354513</c:v>
                </c:pt>
                <c:pt idx="18564">
                  <c:v>4.0514267515923565</c:v>
                </c:pt>
                <c:pt idx="18565">
                  <c:v>4.0517986311666734</c:v>
                </c:pt>
                <c:pt idx="18566">
                  <c:v>4.0567129801796096</c:v>
                </c:pt>
                <c:pt idx="18567">
                  <c:v>4.0599027574474817</c:v>
                </c:pt>
                <c:pt idx="18568">
                  <c:v>4.0633227044348619</c:v>
                </c:pt>
                <c:pt idx="18569">
                  <c:v>4.0662209122918069</c:v>
                </c:pt>
                <c:pt idx="18570">
                  <c:v>4.0704825730901613</c:v>
                </c:pt>
                <c:pt idx="18571">
                  <c:v>4.0761512046524508</c:v>
                </c:pt>
                <c:pt idx="18572">
                  <c:v>4.0781634687660722</c:v>
                </c:pt>
                <c:pt idx="18573">
                  <c:v>4.0747986707283301</c:v>
                </c:pt>
                <c:pt idx="18574">
                  <c:v>4.0695910115915659</c:v>
                </c:pt>
                <c:pt idx="18575">
                  <c:v>4.063958222890375</c:v>
                </c:pt>
                <c:pt idx="18576">
                  <c:v>4.0621004074850653</c:v>
                </c:pt>
                <c:pt idx="18577">
                  <c:v>4.0584807532539466</c:v>
                </c:pt>
                <c:pt idx="18578">
                  <c:v>4.053213751631918</c:v>
                </c:pt>
                <c:pt idx="18579">
                  <c:v>4.0481195553269771</c:v>
                </c:pt>
                <c:pt idx="18580">
                  <c:v>4.0424559085334497</c:v>
                </c:pt>
                <c:pt idx="18581">
                  <c:v>4.042276061241445</c:v>
                </c:pt>
                <c:pt idx="18582">
                  <c:v>4.0365029077817782</c:v>
                </c:pt>
                <c:pt idx="18583">
                  <c:v>4.04068742334929</c:v>
                </c:pt>
                <c:pt idx="18584">
                  <c:v>4.0457487043557387</c:v>
                </c:pt>
                <c:pt idx="18585">
                  <c:v>4.0475146575938599</c:v>
                </c:pt>
                <c:pt idx="18586">
                  <c:v>4.0586376547849827</c:v>
                </c:pt>
                <c:pt idx="18587">
                  <c:v>4.0621810341417097</c:v>
                </c:pt>
                <c:pt idx="18588">
                  <c:v>4.0598885943743328</c:v>
                </c:pt>
                <c:pt idx="18589">
                  <c:v>4.0607816592158876</c:v>
                </c:pt>
                <c:pt idx="18590">
                  <c:v>4.0643725916841396</c:v>
                </c:pt>
                <c:pt idx="18591">
                  <c:v>4.0676333425643865</c:v>
                </c:pt>
                <c:pt idx="18592">
                  <c:v>4.0638951616093681</c:v>
                </c:pt>
                <c:pt idx="18593">
                  <c:v>4.0598928670332715</c:v>
                </c:pt>
                <c:pt idx="18594">
                  <c:v>4.0563859635241526</c:v>
                </c:pt>
                <c:pt idx="18595">
                  <c:v>4.0506621038889108</c:v>
                </c:pt>
                <c:pt idx="18596">
                  <c:v>4.0506682755073786</c:v>
                </c:pt>
                <c:pt idx="18597">
                  <c:v>4.0533769039047352</c:v>
                </c:pt>
                <c:pt idx="18598">
                  <c:v>4.0575156861969379</c:v>
                </c:pt>
                <c:pt idx="18599">
                  <c:v>4.0641143331882743</c:v>
                </c:pt>
                <c:pt idx="18600">
                  <c:v>4.0615951260038772</c:v>
                </c:pt>
                <c:pt idx="18601">
                  <c:v>4.0496844562250267</c:v>
                </c:pt>
                <c:pt idx="18602">
                  <c:v>4.0481611741899748</c:v>
                </c:pt>
                <c:pt idx="18603">
                  <c:v>4.0567539660560987</c:v>
                </c:pt>
                <c:pt idx="18604">
                  <c:v>4.0631935751869293</c:v>
                </c:pt>
                <c:pt idx="18605">
                  <c:v>4.0665341614906829</c:v>
                </c:pt>
                <c:pt idx="18606">
                  <c:v>4.0657051074098982</c:v>
                </c:pt>
                <c:pt idx="18607">
                  <c:v>4.064890058155636</c:v>
                </c:pt>
                <c:pt idx="18608">
                  <c:v>4.0609243185504607</c:v>
                </c:pt>
                <c:pt idx="18609">
                  <c:v>4.0590717252838546</c:v>
                </c:pt>
                <c:pt idx="18610">
                  <c:v>4.0540879060015031</c:v>
                </c:pt>
                <c:pt idx="18611">
                  <c:v>4.0454811093088576</c:v>
                </c:pt>
                <c:pt idx="18612">
                  <c:v>4.0487147208925114</c:v>
                </c:pt>
                <c:pt idx="18613">
                  <c:v>4.0599433477074021</c:v>
                </c:pt>
                <c:pt idx="18614">
                  <c:v>4.0662872176286742</c:v>
                </c:pt>
                <c:pt idx="18615">
                  <c:v>4.065273568857064</c:v>
                </c:pt>
                <c:pt idx="18616">
                  <c:v>4.0622899078213397</c:v>
                </c:pt>
                <c:pt idx="18617">
                  <c:v>4.0559310044704668</c:v>
                </c:pt>
                <c:pt idx="18618">
                  <c:v>4.0470733868734419</c:v>
                </c:pt>
                <c:pt idx="18619">
                  <c:v>4.0452139098785453</c:v>
                </c:pt>
                <c:pt idx="18620">
                  <c:v>4.0514758871701551</c:v>
                </c:pt>
                <c:pt idx="18621">
                  <c:v>4.0574264350991021</c:v>
                </c:pt>
                <c:pt idx="18622">
                  <c:v>4.0611011591565456</c:v>
                </c:pt>
                <c:pt idx="18623">
                  <c:v>4.0656667326027618</c:v>
                </c:pt>
                <c:pt idx="18624">
                  <c:v>4.0695858685761763</c:v>
                </c:pt>
                <c:pt idx="18625">
                  <c:v>4.0708700399572733</c:v>
                </c:pt>
                <c:pt idx="18626">
                  <c:v>4.0751055900621118</c:v>
                </c:pt>
                <c:pt idx="18627">
                  <c:v>4.0817043161767614</c:v>
                </c:pt>
                <c:pt idx="18628">
                  <c:v>4.0828278672310798</c:v>
                </c:pt>
                <c:pt idx="18629">
                  <c:v>4.0776458440479484</c:v>
                </c:pt>
                <c:pt idx="18630">
                  <c:v>4.0731903311310678</c:v>
                </c:pt>
                <c:pt idx="18631">
                  <c:v>4.0714691616884915</c:v>
                </c:pt>
                <c:pt idx="18632">
                  <c:v>4.0784284527436006</c:v>
                </c:pt>
                <c:pt idx="18633">
                  <c:v>4.070231831309095</c:v>
                </c:pt>
                <c:pt idx="18634">
                  <c:v>4.0601134628318238</c:v>
                </c:pt>
                <c:pt idx="18635">
                  <c:v>4.0628688531075685</c:v>
                </c:pt>
                <c:pt idx="18636">
                  <c:v>4.0730949875380782</c:v>
                </c:pt>
                <c:pt idx="18637">
                  <c:v>4.0831799659769752</c:v>
                </c:pt>
                <c:pt idx="18638">
                  <c:v>4.0857649246350434</c:v>
                </c:pt>
                <c:pt idx="18639">
                  <c:v>4.0793448589626937</c:v>
                </c:pt>
                <c:pt idx="18640">
                  <c:v>4.0707754084741072</c:v>
                </c:pt>
                <c:pt idx="18641">
                  <c:v>4.0654383035961548</c:v>
                </c:pt>
                <c:pt idx="18642">
                  <c:v>4.0654532579024414</c:v>
                </c:pt>
                <c:pt idx="18643">
                  <c:v>4.0716193377378644</c:v>
                </c:pt>
                <c:pt idx="18644">
                  <c:v>4.0678785457134943</c:v>
                </c:pt>
                <c:pt idx="18645">
                  <c:v>4.0571184871622421</c:v>
                </c:pt>
                <c:pt idx="18646">
                  <c:v>4.0443232978597141</c:v>
                </c:pt>
                <c:pt idx="18647">
                  <c:v>4.0452583771808364</c:v>
                </c:pt>
                <c:pt idx="18648">
                  <c:v>4.056009732167583</c:v>
                </c:pt>
                <c:pt idx="18649">
                  <c:v>4.0601416307314953</c:v>
                </c:pt>
                <c:pt idx="18650">
                  <c:v>4.0566458044862923</c:v>
                </c:pt>
                <c:pt idx="18651">
                  <c:v>4.0484602603157018</c:v>
                </c:pt>
                <c:pt idx="18652">
                  <c:v>4.0472973058511688</c:v>
                </c:pt>
                <c:pt idx="18653">
                  <c:v>4.0497083514657595</c:v>
                </c:pt>
                <c:pt idx="18654">
                  <c:v>4.0530615974997035</c:v>
                </c:pt>
                <c:pt idx="18655">
                  <c:v>4.057529928393401</c:v>
                </c:pt>
                <c:pt idx="18656">
                  <c:v>4.059588717015469</c:v>
                </c:pt>
                <c:pt idx="18657">
                  <c:v>4.0666858408830162</c:v>
                </c:pt>
                <c:pt idx="18658">
                  <c:v>4.0787110020967674</c:v>
                </c:pt>
                <c:pt idx="18659">
                  <c:v>4.0804106499980222</c:v>
                </c:pt>
                <c:pt idx="18660">
                  <c:v>4.0817549550975194</c:v>
                </c:pt>
                <c:pt idx="18661">
                  <c:v>4.0703199746805394</c:v>
                </c:pt>
                <c:pt idx="18662">
                  <c:v>4.0622894330814576</c:v>
                </c:pt>
                <c:pt idx="18663">
                  <c:v>4.0602129999604379</c:v>
                </c:pt>
                <c:pt idx="18664">
                  <c:v>4.0593794358507731</c:v>
                </c:pt>
                <c:pt idx="18665">
                  <c:v>4.0551034537326425</c:v>
                </c:pt>
                <c:pt idx="18666">
                  <c:v>4.0467390908731256</c:v>
                </c:pt>
                <c:pt idx="18667">
                  <c:v>4.0454646516596116</c:v>
                </c:pt>
                <c:pt idx="18668">
                  <c:v>4.051694504885865</c:v>
                </c:pt>
                <c:pt idx="18669">
                  <c:v>4.0592961190014636</c:v>
                </c:pt>
                <c:pt idx="18670">
                  <c:v>4.0615003362740829</c:v>
                </c:pt>
                <c:pt idx="18671">
                  <c:v>4.0613166119397084</c:v>
                </c:pt>
                <c:pt idx="18672">
                  <c:v>4.0646801440044307</c:v>
                </c:pt>
                <c:pt idx="18673">
                  <c:v>4.0625336076274872</c:v>
                </c:pt>
                <c:pt idx="18674">
                  <c:v>4.0523261462990074</c:v>
                </c:pt>
                <c:pt idx="18675">
                  <c:v>4.0470866004668276</c:v>
                </c:pt>
                <c:pt idx="18676">
                  <c:v>4.0463514657593862</c:v>
                </c:pt>
                <c:pt idx="18677">
                  <c:v>4.0519550579578274</c:v>
                </c:pt>
                <c:pt idx="18678">
                  <c:v>4.0590019385211855</c:v>
                </c:pt>
                <c:pt idx="18679">
                  <c:v>4.0697391304347823</c:v>
                </c:pt>
                <c:pt idx="18680">
                  <c:v>4.0777652411282981</c:v>
                </c:pt>
                <c:pt idx="18681">
                  <c:v>4.0771101000909917</c:v>
                </c:pt>
                <c:pt idx="18682">
                  <c:v>4.0675091189619019</c:v>
                </c:pt>
                <c:pt idx="18683">
                  <c:v>4.0644844720496893</c:v>
                </c:pt>
                <c:pt idx="18684">
                  <c:v>4.071313447007161</c:v>
                </c:pt>
                <c:pt idx="18685">
                  <c:v>4.0804304308264427</c:v>
                </c:pt>
                <c:pt idx="18686">
                  <c:v>4.0845867784942831</c:v>
                </c:pt>
                <c:pt idx="18687">
                  <c:v>4.0778612968311112</c:v>
                </c:pt>
                <c:pt idx="18688">
                  <c:v>4.0702565969062787</c:v>
                </c:pt>
                <c:pt idx="18689">
                  <c:v>4.0652613838667566</c:v>
                </c:pt>
                <c:pt idx="18690">
                  <c:v>4.064543023301816</c:v>
                </c:pt>
                <c:pt idx="18691">
                  <c:v>4.0675128377576453</c:v>
                </c:pt>
                <c:pt idx="18692">
                  <c:v>4.0628726510266251</c:v>
                </c:pt>
                <c:pt idx="18693">
                  <c:v>4.0592742809668865</c:v>
                </c:pt>
                <c:pt idx="18694">
                  <c:v>4.0577409502709969</c:v>
                </c:pt>
                <c:pt idx="18695">
                  <c:v>4.0580567314159115</c:v>
                </c:pt>
                <c:pt idx="18696">
                  <c:v>4.054574909997231</c:v>
                </c:pt>
                <c:pt idx="18697">
                  <c:v>4.0549217866044227</c:v>
                </c:pt>
                <c:pt idx="18698">
                  <c:v>4.0477008347509598</c:v>
                </c:pt>
                <c:pt idx="18699">
                  <c:v>4.0455858685761763</c:v>
                </c:pt>
                <c:pt idx="18700">
                  <c:v>4.0548256517782963</c:v>
                </c:pt>
                <c:pt idx="18701">
                  <c:v>4.0652598805237963</c:v>
                </c:pt>
                <c:pt idx="18702">
                  <c:v>4.0674962218617718</c:v>
                </c:pt>
                <c:pt idx="18703">
                  <c:v>4.0646042647466079</c:v>
                </c:pt>
                <c:pt idx="18704">
                  <c:v>4.0625675515290585</c:v>
                </c:pt>
                <c:pt idx="18705">
                  <c:v>4.0692427107647271</c:v>
                </c:pt>
                <c:pt idx="18706">
                  <c:v>4.0742260553071965</c:v>
                </c:pt>
                <c:pt idx="18707">
                  <c:v>4.0713885350318471</c:v>
                </c:pt>
                <c:pt idx="18708">
                  <c:v>4.0617038414368798</c:v>
                </c:pt>
                <c:pt idx="18709">
                  <c:v>4.0549225778375595</c:v>
                </c:pt>
                <c:pt idx="18710">
                  <c:v>4.0588440875103853</c:v>
                </c:pt>
                <c:pt idx="18711">
                  <c:v>4.0641610950666616</c:v>
                </c:pt>
                <c:pt idx="18712">
                  <c:v>4.0708928274716145</c:v>
                </c:pt>
                <c:pt idx="18713">
                  <c:v>4.0750528148118841</c:v>
                </c:pt>
                <c:pt idx="18714">
                  <c:v>4.078613996914191</c:v>
                </c:pt>
                <c:pt idx="18715">
                  <c:v>4.0768668750247263</c:v>
                </c:pt>
                <c:pt idx="18716">
                  <c:v>4.0650089013727895</c:v>
                </c:pt>
                <c:pt idx="18717">
                  <c:v>4.0655050836729041</c:v>
                </c:pt>
                <c:pt idx="18718">
                  <c:v>4.0725611425406498</c:v>
                </c:pt>
                <c:pt idx="18719">
                  <c:v>4.0623404676187835</c:v>
                </c:pt>
                <c:pt idx="18720">
                  <c:v>4.0548641057087469</c:v>
                </c:pt>
                <c:pt idx="18721">
                  <c:v>4.0622427503263836</c:v>
                </c:pt>
                <c:pt idx="18722">
                  <c:v>4.0684093840250029</c:v>
                </c:pt>
                <c:pt idx="18723">
                  <c:v>4.0691440439925621</c:v>
                </c:pt>
                <c:pt idx="18724">
                  <c:v>4.0737135736044623</c:v>
                </c:pt>
                <c:pt idx="18725">
                  <c:v>4.0743873086204854</c:v>
                </c:pt>
                <c:pt idx="18726">
                  <c:v>4.0698232385172295</c:v>
                </c:pt>
                <c:pt idx="18727">
                  <c:v>4.0730892115361792</c:v>
                </c:pt>
                <c:pt idx="18728">
                  <c:v>4.0747538078094712</c:v>
                </c:pt>
                <c:pt idx="18729">
                  <c:v>4.0686961269137951</c:v>
                </c:pt>
                <c:pt idx="18730">
                  <c:v>4.0565974601416306</c:v>
                </c:pt>
                <c:pt idx="18731">
                  <c:v>4.0481780274557897</c:v>
                </c:pt>
                <c:pt idx="18732">
                  <c:v>4.051708667959014</c:v>
                </c:pt>
                <c:pt idx="18733">
                  <c:v>4.0562500296712427</c:v>
                </c:pt>
                <c:pt idx="18734">
                  <c:v>4.0568849151402464</c:v>
                </c:pt>
                <c:pt idx="18735">
                  <c:v>4.0542626894014324</c:v>
                </c:pt>
                <c:pt idx="18736">
                  <c:v>4.047196581872849</c:v>
                </c:pt>
                <c:pt idx="18737">
                  <c:v>4.0482407722435418</c:v>
                </c:pt>
                <c:pt idx="18738">
                  <c:v>4.0546366261819049</c:v>
                </c:pt>
                <c:pt idx="18739">
                  <c:v>4.0569451279819599</c:v>
                </c:pt>
                <c:pt idx="18740">
                  <c:v>4.0645016418087589</c:v>
                </c:pt>
                <c:pt idx="18741">
                  <c:v>4.0693422478933421</c:v>
                </c:pt>
                <c:pt idx="18742">
                  <c:v>4.0640985085255368</c:v>
                </c:pt>
                <c:pt idx="18743">
                  <c:v>4.0571030581160743</c:v>
                </c:pt>
                <c:pt idx="18744">
                  <c:v>4.0509259801400486</c:v>
                </c:pt>
                <c:pt idx="18745">
                  <c:v>4.0491076472682677</c:v>
                </c:pt>
                <c:pt idx="18746">
                  <c:v>4.0519198480832381</c:v>
                </c:pt>
                <c:pt idx="18747">
                  <c:v>4.0580984294022233</c:v>
                </c:pt>
                <c:pt idx="18748">
                  <c:v>4.0712210309767771</c:v>
                </c:pt>
                <c:pt idx="18749">
                  <c:v>4.074006329865095</c:v>
                </c:pt>
                <c:pt idx="18750">
                  <c:v>4.0730765518059897</c:v>
                </c:pt>
                <c:pt idx="18751">
                  <c:v>4.0688535031847133</c:v>
                </c:pt>
                <c:pt idx="18752">
                  <c:v>4.0628527910748904</c:v>
                </c:pt>
                <c:pt idx="18753">
                  <c:v>4.0583765478498242</c:v>
                </c:pt>
                <c:pt idx="18754">
                  <c:v>4.0636807374292836</c:v>
                </c:pt>
                <c:pt idx="18755">
                  <c:v>4.0676484551173004</c:v>
                </c:pt>
                <c:pt idx="18756">
                  <c:v>4.069131146892432</c:v>
                </c:pt>
                <c:pt idx="18757">
                  <c:v>4.070452189737706</c:v>
                </c:pt>
                <c:pt idx="18758">
                  <c:v>4.0704441191597107</c:v>
                </c:pt>
                <c:pt idx="18759">
                  <c:v>4.0718979309253474</c:v>
                </c:pt>
                <c:pt idx="18760">
                  <c:v>4.0695328559560071</c:v>
                </c:pt>
                <c:pt idx="18761">
                  <c:v>4.0772765755429834</c:v>
                </c:pt>
                <c:pt idx="18762">
                  <c:v>4.0794437631047984</c:v>
                </c:pt>
                <c:pt idx="18763">
                  <c:v>4.0721145705582149</c:v>
                </c:pt>
                <c:pt idx="18764">
                  <c:v>4.0609947382996401</c:v>
                </c:pt>
                <c:pt idx="18765">
                  <c:v>4.0558676266962062</c:v>
                </c:pt>
                <c:pt idx="18766">
                  <c:v>4.0617191122364202</c:v>
                </c:pt>
                <c:pt idx="18767">
                  <c:v>4.0665603513075128</c:v>
                </c:pt>
                <c:pt idx="18768">
                  <c:v>4.0641279423982279</c:v>
                </c:pt>
                <c:pt idx="18769">
                  <c:v>4.0582198836887287</c:v>
                </c:pt>
                <c:pt idx="18770">
                  <c:v>4.0571627170945916</c:v>
                </c:pt>
                <c:pt idx="18771">
                  <c:v>4.0581929026387629</c:v>
                </c:pt>
                <c:pt idx="18772">
                  <c:v>4.0594230327966132</c:v>
                </c:pt>
                <c:pt idx="18773">
                  <c:v>4.0568451161134629</c:v>
                </c:pt>
                <c:pt idx="18774">
                  <c:v>4.0528500217589114</c:v>
                </c:pt>
                <c:pt idx="18775">
                  <c:v>4.058924397673775</c:v>
                </c:pt>
                <c:pt idx="18776">
                  <c:v>4.0620238161174189</c:v>
                </c:pt>
                <c:pt idx="18777">
                  <c:v>4.0547042766151042</c:v>
                </c:pt>
                <c:pt idx="18778">
                  <c:v>4.0480320449420422</c:v>
                </c:pt>
                <c:pt idx="18779">
                  <c:v>4.0437303477469637</c:v>
                </c:pt>
                <c:pt idx="18780">
                  <c:v>4.046586857617597</c:v>
                </c:pt>
                <c:pt idx="18781">
                  <c:v>4.0587261146496818</c:v>
                </c:pt>
                <c:pt idx="18782">
                  <c:v>4.0600529334968547</c:v>
                </c:pt>
                <c:pt idx="18783">
                  <c:v>4.0543259880523799</c:v>
                </c:pt>
                <c:pt idx="18784">
                  <c:v>4.0571430945127984</c:v>
                </c:pt>
                <c:pt idx="18785">
                  <c:v>4.0601061834869645</c:v>
                </c:pt>
                <c:pt idx="18786">
                  <c:v>4.0633892471416706</c:v>
                </c:pt>
                <c:pt idx="18787">
                  <c:v>4.0623073149503499</c:v>
                </c:pt>
                <c:pt idx="18788">
                  <c:v>4.0607948728092733</c:v>
                </c:pt>
                <c:pt idx="18789">
                  <c:v>4.0671418285397793</c:v>
                </c:pt>
                <c:pt idx="18790">
                  <c:v>4.0713936780472366</c:v>
                </c:pt>
                <c:pt idx="18791">
                  <c:v>4.0604263955374451</c:v>
                </c:pt>
                <c:pt idx="18792">
                  <c:v>4.0569683902361833</c:v>
                </c:pt>
                <c:pt idx="18793">
                  <c:v>4.0607306246785617</c:v>
                </c:pt>
                <c:pt idx="18794">
                  <c:v>4.0580230248842826</c:v>
                </c:pt>
                <c:pt idx="18795">
                  <c:v>4.056311033746093</c:v>
                </c:pt>
                <c:pt idx="18796">
                  <c:v>4.0587782569133992</c:v>
                </c:pt>
                <c:pt idx="18797">
                  <c:v>4.0557020216006645</c:v>
                </c:pt>
                <c:pt idx="18798">
                  <c:v>4.0604897733117067</c:v>
                </c:pt>
                <c:pt idx="18799">
                  <c:v>4.0644752146219885</c:v>
                </c:pt>
                <c:pt idx="18800">
                  <c:v>4.0643662618190453</c:v>
                </c:pt>
                <c:pt idx="18801">
                  <c:v>4.0640011077263916</c:v>
                </c:pt>
                <c:pt idx="18802">
                  <c:v>4.0566401076077065</c:v>
                </c:pt>
                <c:pt idx="18803">
                  <c:v>4.055719586976303</c:v>
                </c:pt>
                <c:pt idx="18804">
                  <c:v>4.0559654231119202</c:v>
                </c:pt>
                <c:pt idx="18805">
                  <c:v>4.0613140008703565</c:v>
                </c:pt>
                <c:pt idx="18806">
                  <c:v>4.0664275823871501</c:v>
                </c:pt>
                <c:pt idx="18807">
                  <c:v>4.0680481069747199</c:v>
                </c:pt>
                <c:pt idx="18808">
                  <c:v>4.0666183486964433</c:v>
                </c:pt>
                <c:pt idx="18809">
                  <c:v>4.0637755271590779</c:v>
                </c:pt>
                <c:pt idx="18810">
                  <c:v>4.0603877042370531</c:v>
                </c:pt>
                <c:pt idx="18811">
                  <c:v>4.0584767970882618</c:v>
                </c:pt>
                <c:pt idx="18812">
                  <c:v>4.0580868773984253</c:v>
                </c:pt>
                <c:pt idx="18813">
                  <c:v>4.0598480041144125</c:v>
                </c:pt>
                <c:pt idx="18814">
                  <c:v>4.0627598211813112</c:v>
                </c:pt>
                <c:pt idx="18815">
                  <c:v>4.0663044665110579</c:v>
                </c:pt>
                <c:pt idx="18816">
                  <c:v>4.0705279898722155</c:v>
                </c:pt>
                <c:pt idx="18817">
                  <c:v>4.0741682161648933</c:v>
                </c:pt>
                <c:pt idx="18818">
                  <c:v>4.0693440677295563</c:v>
                </c:pt>
                <c:pt idx="18819">
                  <c:v>4.0644267911540135</c:v>
                </c:pt>
                <c:pt idx="18820">
                  <c:v>4.067163429204415</c:v>
                </c:pt>
                <c:pt idx="18821">
                  <c:v>4.071804011552004</c:v>
                </c:pt>
                <c:pt idx="18822">
                  <c:v>4.0711479210349326</c:v>
                </c:pt>
                <c:pt idx="18823">
                  <c:v>4.0610293151877199</c:v>
                </c:pt>
                <c:pt idx="18824">
                  <c:v>4.0593143173636115</c:v>
                </c:pt>
                <c:pt idx="18825">
                  <c:v>4.0617875539027573</c:v>
                </c:pt>
                <c:pt idx="18826">
                  <c:v>4.0604199074257226</c:v>
                </c:pt>
                <c:pt idx="18827">
                  <c:v>4.0617729160897262</c:v>
                </c:pt>
                <c:pt idx="18828">
                  <c:v>4.0653589429125292</c:v>
                </c:pt>
                <c:pt idx="18829">
                  <c:v>4.0685813189856388</c:v>
                </c:pt>
                <c:pt idx="18830">
                  <c:v>4.0722596827155124</c:v>
                </c:pt>
                <c:pt idx="18831">
                  <c:v>4.0747751711041662</c:v>
                </c:pt>
                <c:pt idx="18832">
                  <c:v>4.0662948134667882</c:v>
                </c:pt>
                <c:pt idx="18833">
                  <c:v>4.0551145309965584</c:v>
                </c:pt>
                <c:pt idx="18834">
                  <c:v>4.0490447442338882</c:v>
                </c:pt>
                <c:pt idx="18835">
                  <c:v>4.0567875934644144</c:v>
                </c:pt>
                <c:pt idx="18836">
                  <c:v>4.063801796099221</c:v>
                </c:pt>
                <c:pt idx="18837">
                  <c:v>4.0648317442734498</c:v>
                </c:pt>
                <c:pt idx="18838">
                  <c:v>4.0636353206472284</c:v>
                </c:pt>
                <c:pt idx="18839">
                  <c:v>4.0580841872057603</c:v>
                </c:pt>
                <c:pt idx="18840">
                  <c:v>4.0522698104996637</c:v>
                </c:pt>
                <c:pt idx="18841">
                  <c:v>4.0508143371444394</c:v>
                </c:pt>
                <c:pt idx="18842">
                  <c:v>4.0491442813625032</c:v>
                </c:pt>
                <c:pt idx="18843">
                  <c:v>4.0458953989793089</c:v>
                </c:pt>
                <c:pt idx="18844">
                  <c:v>4.0471146892431857</c:v>
                </c:pt>
                <c:pt idx="18845">
                  <c:v>4.0513674882304072</c:v>
                </c:pt>
                <c:pt idx="18846">
                  <c:v>4.0550636547058589</c:v>
                </c:pt>
                <c:pt idx="18847">
                  <c:v>4.056561221663963</c:v>
                </c:pt>
                <c:pt idx="18848">
                  <c:v>4.0584174546029992</c:v>
                </c:pt>
                <c:pt idx="18849">
                  <c:v>4.0639345650195828</c:v>
                </c:pt>
                <c:pt idx="18850">
                  <c:v>4.0626073505558411</c:v>
                </c:pt>
                <c:pt idx="18851">
                  <c:v>4.0544387387743797</c:v>
                </c:pt>
                <c:pt idx="18852">
                  <c:v>4.0475927523044666</c:v>
                </c:pt>
                <c:pt idx="18853">
                  <c:v>4.0440216006646361</c:v>
                </c:pt>
                <c:pt idx="18854">
                  <c:v>4.044410333504767</c:v>
                </c:pt>
                <c:pt idx="18855">
                  <c:v>4.0447815009692603</c:v>
                </c:pt>
                <c:pt idx="18856">
                  <c:v>4.0429331803615938</c:v>
                </c:pt>
                <c:pt idx="18857">
                  <c:v>4.04388424259208</c:v>
                </c:pt>
                <c:pt idx="18858">
                  <c:v>4.049371760889346</c:v>
                </c:pt>
                <c:pt idx="18859">
                  <c:v>4.057107330775013</c:v>
                </c:pt>
                <c:pt idx="18860">
                  <c:v>4.0593080666218304</c:v>
                </c:pt>
                <c:pt idx="18861">
                  <c:v>4.0631160343395178</c:v>
                </c:pt>
                <c:pt idx="18862">
                  <c:v>4.0658302804921469</c:v>
                </c:pt>
                <c:pt idx="18863">
                  <c:v>4.0650267041183685</c:v>
                </c:pt>
                <c:pt idx="18864">
                  <c:v>4.0596410175258137</c:v>
                </c:pt>
                <c:pt idx="18865">
                  <c:v>4.0522177473592595</c:v>
                </c:pt>
                <c:pt idx="18866">
                  <c:v>4.0483573208845982</c:v>
                </c:pt>
                <c:pt idx="18867">
                  <c:v>4.0447355303240098</c:v>
                </c:pt>
                <c:pt idx="18868">
                  <c:v>4.0360303042291408</c:v>
                </c:pt>
                <c:pt idx="18869">
                  <c:v>4.037714127467658</c:v>
                </c:pt>
                <c:pt idx="18870">
                  <c:v>4.0428882383194207</c:v>
                </c:pt>
                <c:pt idx="18871">
                  <c:v>4.0458522767733509</c:v>
                </c:pt>
                <c:pt idx="18872">
                  <c:v>4.0455481267555484</c:v>
                </c:pt>
                <c:pt idx="18873">
                  <c:v>4.041703287573684</c:v>
                </c:pt>
                <c:pt idx="18874">
                  <c:v>4.0475641096649131</c:v>
                </c:pt>
                <c:pt idx="18875">
                  <c:v>4.0573191438857457</c:v>
                </c:pt>
                <c:pt idx="18876">
                  <c:v>4.0614322111010006</c:v>
                </c:pt>
                <c:pt idx="18877">
                  <c:v>4.0573482612651821</c:v>
                </c:pt>
                <c:pt idx="18878">
                  <c:v>4.0472079756300197</c:v>
                </c:pt>
                <c:pt idx="18879">
                  <c:v>4.0413845788661629</c:v>
                </c:pt>
                <c:pt idx="18880">
                  <c:v>4.0432385963524151</c:v>
                </c:pt>
                <c:pt idx="18881">
                  <c:v>4.0506914586382878</c:v>
                </c:pt>
                <c:pt idx="18882">
                  <c:v>4.0544668275507378</c:v>
                </c:pt>
                <c:pt idx="18883">
                  <c:v>4.0556229774102937</c:v>
                </c:pt>
                <c:pt idx="18884">
                  <c:v>4.0563229022431457</c:v>
                </c:pt>
                <c:pt idx="18885">
                  <c:v>4.0559172370138858</c:v>
                </c:pt>
                <c:pt idx="18886">
                  <c:v>4.057355777979982</c:v>
                </c:pt>
                <c:pt idx="18887">
                  <c:v>4.0545807651224433</c:v>
                </c:pt>
                <c:pt idx="18888">
                  <c:v>4.0527924991098629</c:v>
                </c:pt>
                <c:pt idx="18889">
                  <c:v>4.0461335601534989</c:v>
                </c:pt>
                <c:pt idx="18890">
                  <c:v>4.0374474027772287</c:v>
                </c:pt>
                <c:pt idx="18891">
                  <c:v>4.0430884203030422</c:v>
                </c:pt>
                <c:pt idx="18892">
                  <c:v>4.0525464256043042</c:v>
                </c:pt>
                <c:pt idx="18893">
                  <c:v>4.0598471337579616</c:v>
                </c:pt>
                <c:pt idx="18894">
                  <c:v>4.0582413261067369</c:v>
                </c:pt>
                <c:pt idx="18895">
                  <c:v>4.0558866162914899</c:v>
                </c:pt>
                <c:pt idx="18896">
                  <c:v>4.0588208252561619</c:v>
                </c:pt>
                <c:pt idx="18897">
                  <c:v>4.062222969497963</c:v>
                </c:pt>
                <c:pt idx="18898">
                  <c:v>4.0659927997784546</c:v>
                </c:pt>
                <c:pt idx="18899">
                  <c:v>4.06967013490525</c:v>
                </c:pt>
                <c:pt idx="18900">
                  <c:v>4.0750398385884399</c:v>
                </c:pt>
                <c:pt idx="18901">
                  <c:v>4.0767640147169359</c:v>
                </c:pt>
                <c:pt idx="18902">
                  <c:v>4.0733721565059149</c:v>
                </c:pt>
                <c:pt idx="18903">
                  <c:v>4.0642609486885313</c:v>
                </c:pt>
                <c:pt idx="18904">
                  <c:v>4.0597210111959487</c:v>
                </c:pt>
                <c:pt idx="18905">
                  <c:v>4.0628467777030499</c:v>
                </c:pt>
                <c:pt idx="18906">
                  <c:v>4.0661175772441354</c:v>
                </c:pt>
                <c:pt idx="18907">
                  <c:v>4.0610070815365749</c:v>
                </c:pt>
                <c:pt idx="18908">
                  <c:v>4.0591138980100485</c:v>
                </c:pt>
                <c:pt idx="18909">
                  <c:v>4.062805950073189</c:v>
                </c:pt>
                <c:pt idx="18910">
                  <c:v>4.0616692645487991</c:v>
                </c:pt>
                <c:pt idx="18911">
                  <c:v>4.0604483126953355</c:v>
                </c:pt>
                <c:pt idx="18912">
                  <c:v>4.061276417296356</c:v>
                </c:pt>
                <c:pt idx="18913">
                  <c:v>4.0604516358745109</c:v>
                </c:pt>
                <c:pt idx="18914">
                  <c:v>4.0560980337856547</c:v>
                </c:pt>
                <c:pt idx="18915">
                  <c:v>4.0543998892273612</c:v>
                </c:pt>
                <c:pt idx="18916">
                  <c:v>4.0526686711239464</c:v>
                </c:pt>
                <c:pt idx="18917">
                  <c:v>4.0461251730822489</c:v>
                </c:pt>
                <c:pt idx="18918">
                  <c:v>4.0452499109862723</c:v>
                </c:pt>
                <c:pt idx="18919">
                  <c:v>4.0525403331091505</c:v>
                </c:pt>
                <c:pt idx="18920">
                  <c:v>4.0589001859397875</c:v>
                </c:pt>
                <c:pt idx="18921">
                  <c:v>4.0598547295960756</c:v>
                </c:pt>
                <c:pt idx="18922">
                  <c:v>4.056035526367844</c:v>
                </c:pt>
                <c:pt idx="18923">
                  <c:v>4.0583308936978284</c:v>
                </c:pt>
                <c:pt idx="18924">
                  <c:v>4.0639274439213517</c:v>
                </c:pt>
                <c:pt idx="18925">
                  <c:v>4.0639865490366738</c:v>
                </c:pt>
                <c:pt idx="18926">
                  <c:v>4.0643384895359418</c:v>
                </c:pt>
                <c:pt idx="18927">
                  <c:v>4.0652151758515647</c:v>
                </c:pt>
                <c:pt idx="18928">
                  <c:v>4.0648277089844527</c:v>
                </c:pt>
                <c:pt idx="18929">
                  <c:v>4.0579729398267199</c:v>
                </c:pt>
                <c:pt idx="18930">
                  <c:v>4.0485496696601651</c:v>
                </c:pt>
                <c:pt idx="18931">
                  <c:v>4.0480197808284215</c:v>
                </c:pt>
                <c:pt idx="18932">
                  <c:v>4.0575311943664198</c:v>
                </c:pt>
                <c:pt idx="18933">
                  <c:v>4.0638667563397552</c:v>
                </c:pt>
                <c:pt idx="18934">
                  <c:v>4.0653765874114809</c:v>
                </c:pt>
                <c:pt idx="18935">
                  <c:v>4.0609353958143766</c:v>
                </c:pt>
                <c:pt idx="18936">
                  <c:v>4.0546264983977531</c:v>
                </c:pt>
                <c:pt idx="18937">
                  <c:v>4.0509385607469239</c:v>
                </c:pt>
                <c:pt idx="18938">
                  <c:v>4.0518537801163115</c:v>
                </c:pt>
                <c:pt idx="18939">
                  <c:v>4.0518036950587488</c:v>
                </c:pt>
                <c:pt idx="18940">
                  <c:v>4.0496535981326902</c:v>
                </c:pt>
                <c:pt idx="18941">
                  <c:v>4.0473409027970089</c:v>
                </c:pt>
                <c:pt idx="18942">
                  <c:v>4.0513094117181625</c:v>
                </c:pt>
                <c:pt idx="18943">
                  <c:v>4.0496318392214263</c:v>
                </c:pt>
                <c:pt idx="18944">
                  <c:v>4.0468167899671634</c:v>
                </c:pt>
                <c:pt idx="18945">
                  <c:v>4.0498718202318313</c:v>
                </c:pt>
                <c:pt idx="18946">
                  <c:v>4.0466621038889112</c:v>
                </c:pt>
                <c:pt idx="18947">
                  <c:v>4.0409093642441745</c:v>
                </c:pt>
                <c:pt idx="18948">
                  <c:v>4.0370663448985242</c:v>
                </c:pt>
                <c:pt idx="18949">
                  <c:v>4.0372086877398425</c:v>
                </c:pt>
                <c:pt idx="18950">
                  <c:v>4.0352230881829332</c:v>
                </c:pt>
                <c:pt idx="18951">
                  <c:v>4.0358746686711235</c:v>
                </c:pt>
                <c:pt idx="18952">
                  <c:v>4.0455521620445465</c:v>
                </c:pt>
                <c:pt idx="18953">
                  <c:v>4.0550829607943983</c:v>
                </c:pt>
                <c:pt idx="18954">
                  <c:v>4.0649818411995096</c:v>
                </c:pt>
                <c:pt idx="18955">
                  <c:v>4.061211536179135</c:v>
                </c:pt>
                <c:pt idx="18956">
                  <c:v>4.0551282984531394</c:v>
                </c:pt>
                <c:pt idx="18957">
                  <c:v>4.0510042330972817</c:v>
                </c:pt>
                <c:pt idx="18958">
                  <c:v>4.0503393598923925</c:v>
                </c:pt>
                <c:pt idx="18959">
                  <c:v>4.057601930608854</c:v>
                </c:pt>
                <c:pt idx="18960">
                  <c:v>4.0625918423863592</c:v>
                </c:pt>
                <c:pt idx="18961">
                  <c:v>4.0636610357241763</c:v>
                </c:pt>
                <c:pt idx="18962">
                  <c:v>4.0578087589508245</c:v>
                </c:pt>
                <c:pt idx="18963">
                  <c:v>4.0583864382640344</c:v>
                </c:pt>
                <c:pt idx="18964">
                  <c:v>4.0584923052577446</c:v>
                </c:pt>
                <c:pt idx="18965">
                  <c:v>4.0640838707125058</c:v>
                </c:pt>
                <c:pt idx="18966">
                  <c:v>4.0726909047750919</c:v>
                </c:pt>
                <c:pt idx="18967">
                  <c:v>4.0789618230011477</c:v>
                </c:pt>
                <c:pt idx="18968">
                  <c:v>4.0802658543339794</c:v>
                </c:pt>
                <c:pt idx="18969">
                  <c:v>4.0825430233018158</c:v>
                </c:pt>
                <c:pt idx="18970">
                  <c:v>4.085250623096095</c:v>
                </c:pt>
                <c:pt idx="18971">
                  <c:v>4.0875855520829214</c:v>
                </c:pt>
                <c:pt idx="18972">
                  <c:v>4.0889377695137874</c:v>
                </c:pt>
                <c:pt idx="18973">
                  <c:v>4.0769900700241326</c:v>
                </c:pt>
                <c:pt idx="18974">
                  <c:v>4.0653352850417379</c:v>
                </c:pt>
                <c:pt idx="18975">
                  <c:v>4.0564866083791591</c:v>
                </c:pt>
                <c:pt idx="18976">
                  <c:v>4.0541649721090316</c:v>
                </c:pt>
                <c:pt idx="18977">
                  <c:v>4.0550017011512445</c:v>
                </c:pt>
                <c:pt idx="18978">
                  <c:v>4.0544445938995928</c:v>
                </c:pt>
                <c:pt idx="18979">
                  <c:v>4.0517458559164456</c:v>
                </c:pt>
                <c:pt idx="18980">
                  <c:v>4.0556342129208369</c:v>
                </c:pt>
                <c:pt idx="18981">
                  <c:v>4.0640481069747203</c:v>
                </c:pt>
                <c:pt idx="18982">
                  <c:v>4.0696382482098352</c:v>
                </c:pt>
                <c:pt idx="18983">
                  <c:v>4.0672717490208488</c:v>
                </c:pt>
                <c:pt idx="18984">
                  <c:v>4.0638510108003327</c:v>
                </c:pt>
                <c:pt idx="18985">
                  <c:v>4.0620413814930565</c:v>
                </c:pt>
                <c:pt idx="18986">
                  <c:v>4.0591507694742255</c:v>
                </c:pt>
                <c:pt idx="18987">
                  <c:v>4.0647817383392013</c:v>
                </c:pt>
                <c:pt idx="18988">
                  <c:v>4.0718774379871032</c:v>
                </c:pt>
                <c:pt idx="18989">
                  <c:v>4.0697945167543619</c:v>
                </c:pt>
                <c:pt idx="18990">
                  <c:v>4.0656051746647153</c:v>
                </c:pt>
                <c:pt idx="18991">
                  <c:v>4.0569729793883766</c:v>
                </c:pt>
                <c:pt idx="18992">
                  <c:v>4.0528666376547848</c:v>
                </c:pt>
                <c:pt idx="18993">
                  <c:v>4.0589362661708268</c:v>
                </c:pt>
                <c:pt idx="18994">
                  <c:v>4.0680760375044507</c:v>
                </c:pt>
                <c:pt idx="18995">
                  <c:v>4.0777612058393009</c:v>
                </c:pt>
                <c:pt idx="18996">
                  <c:v>4.078270443486173</c:v>
                </c:pt>
                <c:pt idx="18997">
                  <c:v>4.0705340823673692</c:v>
                </c:pt>
                <c:pt idx="18998">
                  <c:v>4.0655074573723144</c:v>
                </c:pt>
                <c:pt idx="18999">
                  <c:v>4.0627216837441154</c:v>
                </c:pt>
                <c:pt idx="19000">
                  <c:v>4.0588213791193573</c:v>
                </c:pt>
                <c:pt idx="19001">
                  <c:v>4.0608407643312106</c:v>
                </c:pt>
                <c:pt idx="19002">
                  <c:v>4.0639707243739371</c:v>
                </c:pt>
                <c:pt idx="19003">
                  <c:v>4.0684496577916685</c:v>
                </c:pt>
                <c:pt idx="19004">
                  <c:v>4.0699386794318944</c:v>
                </c:pt>
                <c:pt idx="19005">
                  <c:v>4.0743589824741857</c:v>
                </c:pt>
                <c:pt idx="19006">
                  <c:v>4.0733079874985165</c:v>
                </c:pt>
                <c:pt idx="19007">
                  <c:v>4.0726364679352773</c:v>
                </c:pt>
                <c:pt idx="19008">
                  <c:v>4.0721557938046447</c:v>
                </c:pt>
                <c:pt idx="19009">
                  <c:v>4.0653186691458636</c:v>
                </c:pt>
                <c:pt idx="19010">
                  <c:v>4.0628004905645447</c:v>
                </c:pt>
                <c:pt idx="19011">
                  <c:v>4.0673173240495313</c:v>
                </c:pt>
                <c:pt idx="19012">
                  <c:v>4.0687724017881868</c:v>
                </c:pt>
                <c:pt idx="19013">
                  <c:v>4.0675414012738855</c:v>
                </c:pt>
                <c:pt idx="19014">
                  <c:v>4.0662990070024136</c:v>
                </c:pt>
                <c:pt idx="19015">
                  <c:v>4.0668920362384773</c:v>
                </c:pt>
                <c:pt idx="19016">
                  <c:v>4.0707542825493528</c:v>
                </c:pt>
                <c:pt idx="19017">
                  <c:v>4.0661171025042533</c:v>
                </c:pt>
                <c:pt idx="19018">
                  <c:v>4.0660568105392256</c:v>
                </c:pt>
                <c:pt idx="19019">
                  <c:v>4.0701579301341138</c:v>
                </c:pt>
                <c:pt idx="19020">
                  <c:v>4.0704138940538828</c:v>
                </c:pt>
                <c:pt idx="19021">
                  <c:v>4.0673612374886261</c:v>
                </c:pt>
                <c:pt idx="19022">
                  <c:v>4.0662531946037896</c:v>
                </c:pt>
                <c:pt idx="19023">
                  <c:v>4.0666048186098038</c:v>
                </c:pt>
                <c:pt idx="19024">
                  <c:v>4.0623272540253987</c:v>
                </c:pt>
                <c:pt idx="19025">
                  <c:v>4.0577465680262685</c:v>
                </c:pt>
                <c:pt idx="19026">
                  <c:v>4.0617182418799702</c:v>
                </c:pt>
                <c:pt idx="19027">
                  <c:v>4.0697996597697514</c:v>
                </c:pt>
                <c:pt idx="19028">
                  <c:v>4.0722881671084386</c:v>
                </c:pt>
                <c:pt idx="19029">
                  <c:v>4.0690600941567432</c:v>
                </c:pt>
                <c:pt idx="19030">
                  <c:v>4.0676300985085252</c:v>
                </c:pt>
                <c:pt idx="19031">
                  <c:v>4.0658812359061596</c:v>
                </c:pt>
                <c:pt idx="19032">
                  <c:v>4.0696009811290894</c:v>
                </c:pt>
                <c:pt idx="19033">
                  <c:v>4.0768745499861536</c:v>
                </c:pt>
                <c:pt idx="19034">
                  <c:v>4.0794453455710729</c:v>
                </c:pt>
                <c:pt idx="19035">
                  <c:v>4.0721123551054319</c:v>
                </c:pt>
                <c:pt idx="19036">
                  <c:v>4.0584207777821737</c:v>
                </c:pt>
                <c:pt idx="19037">
                  <c:v>4.0546612335324603</c:v>
                </c:pt>
                <c:pt idx="19038">
                  <c:v>4.0560332317917478</c:v>
                </c:pt>
                <c:pt idx="19039">
                  <c:v>4.0539893974759664</c:v>
                </c:pt>
                <c:pt idx="19040">
                  <c:v>4.0567257190331132</c:v>
                </c:pt>
                <c:pt idx="19041">
                  <c:v>4.0596271709459195</c:v>
                </c:pt>
                <c:pt idx="19042">
                  <c:v>4.0578414368793769</c:v>
                </c:pt>
                <c:pt idx="19043">
                  <c:v>4.0581993116271713</c:v>
                </c:pt>
                <c:pt idx="19044">
                  <c:v>4.0630458519602799</c:v>
                </c:pt>
                <c:pt idx="19045">
                  <c:v>4.0700140048265219</c:v>
                </c:pt>
                <c:pt idx="19046">
                  <c:v>4.0750610436365076</c:v>
                </c:pt>
                <c:pt idx="19047">
                  <c:v>4.0736834276219485</c:v>
                </c:pt>
                <c:pt idx="19048">
                  <c:v>4.0692198441270717</c:v>
                </c:pt>
                <c:pt idx="19049">
                  <c:v>4.0679322704434862</c:v>
                </c:pt>
                <c:pt idx="19050">
                  <c:v>4.0709420421727263</c:v>
                </c:pt>
                <c:pt idx="19051">
                  <c:v>4.0789701309490844</c:v>
                </c:pt>
                <c:pt idx="19052">
                  <c:v>4.0812620168532661</c:v>
                </c:pt>
                <c:pt idx="19053">
                  <c:v>4.0761436879376509</c:v>
                </c:pt>
                <c:pt idx="19054">
                  <c:v>4.0709332594849075</c:v>
                </c:pt>
                <c:pt idx="19055">
                  <c:v>4.0728332476164102</c:v>
                </c:pt>
                <c:pt idx="19056">
                  <c:v>4.0753399533172452</c:v>
                </c:pt>
                <c:pt idx="19057">
                  <c:v>4.0729830280492143</c:v>
                </c:pt>
                <c:pt idx="19058">
                  <c:v>4.0718779127269853</c:v>
                </c:pt>
                <c:pt idx="19059">
                  <c:v>4.0697513945484038</c:v>
                </c:pt>
                <c:pt idx="19060">
                  <c:v>4.071153459666891</c:v>
                </c:pt>
                <c:pt idx="19061">
                  <c:v>4.0729858764885076</c:v>
                </c:pt>
                <c:pt idx="19062">
                  <c:v>4.0737362028721762</c:v>
                </c:pt>
                <c:pt idx="19063">
                  <c:v>4.0730070024132612</c:v>
                </c:pt>
                <c:pt idx="19064">
                  <c:v>4.070610436365075</c:v>
                </c:pt>
                <c:pt idx="19065">
                  <c:v>4.0709058828183728</c:v>
                </c:pt>
                <c:pt idx="19066">
                  <c:v>4.0702658543339796</c:v>
                </c:pt>
                <c:pt idx="19067">
                  <c:v>4.0731453890888947</c:v>
                </c:pt>
                <c:pt idx="19068">
                  <c:v>4.0759750761561895</c:v>
                </c:pt>
                <c:pt idx="19069">
                  <c:v>4.075522965541797</c:v>
                </c:pt>
                <c:pt idx="19070">
                  <c:v>4.071950627052261</c:v>
                </c:pt>
                <c:pt idx="19071">
                  <c:v>4.070901056296238</c:v>
                </c:pt>
                <c:pt idx="19072">
                  <c:v>4.0718440479487281</c:v>
                </c:pt>
                <c:pt idx="19073">
                  <c:v>4.074406693832338</c:v>
                </c:pt>
                <c:pt idx="19074">
                  <c:v>4.0789613482612648</c:v>
                </c:pt>
                <c:pt idx="19075">
                  <c:v>4.0724277406337777</c:v>
                </c:pt>
                <c:pt idx="19076">
                  <c:v>4.0589045377220394</c:v>
                </c:pt>
                <c:pt idx="19077">
                  <c:v>4.0474140918621675</c:v>
                </c:pt>
                <c:pt idx="19078">
                  <c:v>4.0387963761522334</c:v>
                </c:pt>
                <c:pt idx="19079">
                  <c:v>4.0401451121572975</c:v>
                </c:pt>
                <c:pt idx="19080">
                  <c:v>4.0501648138624047</c:v>
                </c:pt>
                <c:pt idx="19081">
                  <c:v>4.0600417771096255</c:v>
                </c:pt>
                <c:pt idx="19082">
                  <c:v>4.0630990228270756</c:v>
                </c:pt>
                <c:pt idx="19083">
                  <c:v>4.0665469003441865</c:v>
                </c:pt>
                <c:pt idx="19084">
                  <c:v>4.0762558056731413</c:v>
                </c:pt>
                <c:pt idx="19085">
                  <c:v>4.0894647307829253</c:v>
                </c:pt>
                <c:pt idx="19086">
                  <c:v>4.0867500098904141</c:v>
                </c:pt>
                <c:pt idx="19087">
                  <c:v>4.0769891205443685</c:v>
                </c:pt>
                <c:pt idx="19088">
                  <c:v>4.0799018870910313</c:v>
                </c:pt>
                <c:pt idx="19089">
                  <c:v>4.0773594176524117</c:v>
                </c:pt>
                <c:pt idx="19090">
                  <c:v>4.0678188076116628</c:v>
                </c:pt>
                <c:pt idx="19091">
                  <c:v>4.0622952882066699</c:v>
                </c:pt>
                <c:pt idx="19092">
                  <c:v>4.0613671717371522</c:v>
                </c:pt>
                <c:pt idx="19093">
                  <c:v>4.0575072200023738</c:v>
                </c:pt>
                <c:pt idx="19094">
                  <c:v>4.0597995806464375</c:v>
                </c:pt>
                <c:pt idx="19095">
                  <c:v>4.0720382165605091</c:v>
                </c:pt>
                <c:pt idx="19096">
                  <c:v>4.0775293745302053</c:v>
                </c:pt>
                <c:pt idx="19097">
                  <c:v>4.0833817304268702</c:v>
                </c:pt>
                <c:pt idx="19098">
                  <c:v>4.0887296751987972</c:v>
                </c:pt>
                <c:pt idx="19099">
                  <c:v>4.092523638089963</c:v>
                </c:pt>
                <c:pt idx="19100">
                  <c:v>4.083671321754955</c:v>
                </c:pt>
                <c:pt idx="19101">
                  <c:v>4.0755732879693003</c:v>
                </c:pt>
                <c:pt idx="19102">
                  <c:v>4.0785001384657988</c:v>
                </c:pt>
                <c:pt idx="19103">
                  <c:v>4.0760864817818572</c:v>
                </c:pt>
                <c:pt idx="19104">
                  <c:v>4.066076986984215</c:v>
                </c:pt>
                <c:pt idx="19105">
                  <c:v>4.0548087985124814</c:v>
                </c:pt>
                <c:pt idx="19106">
                  <c:v>4.046221149661748</c:v>
                </c:pt>
                <c:pt idx="19107">
                  <c:v>4.0438797325631999</c:v>
                </c:pt>
                <c:pt idx="19108">
                  <c:v>4.0410530521818258</c:v>
                </c:pt>
                <c:pt idx="19109">
                  <c:v>4.0392740435969454</c:v>
                </c:pt>
                <c:pt idx="19110">
                  <c:v>4.0436671282193295</c:v>
                </c:pt>
                <c:pt idx="19111">
                  <c:v>4.0462249475808045</c:v>
                </c:pt>
                <c:pt idx="19112">
                  <c:v>4.0471007635399774</c:v>
                </c:pt>
                <c:pt idx="19113">
                  <c:v>4.0475992404161882</c:v>
                </c:pt>
                <c:pt idx="19114">
                  <c:v>4.0514926613126558</c:v>
                </c:pt>
                <c:pt idx="19115">
                  <c:v>4.0574278593187483</c:v>
                </c:pt>
                <c:pt idx="19116">
                  <c:v>4.064566997665862</c:v>
                </c:pt>
                <c:pt idx="19117">
                  <c:v>4.0679031530640506</c:v>
                </c:pt>
                <c:pt idx="19118">
                  <c:v>4.0627549155358622</c:v>
                </c:pt>
                <c:pt idx="19119">
                  <c:v>4.0564411124737907</c:v>
                </c:pt>
                <c:pt idx="19120">
                  <c:v>4.0558557581991534</c:v>
                </c:pt>
                <c:pt idx="19121">
                  <c:v>4.0592735688570638</c:v>
                </c:pt>
                <c:pt idx="19122">
                  <c:v>4.0553926494441583</c:v>
                </c:pt>
                <c:pt idx="19123">
                  <c:v>4.0515511334414684</c:v>
                </c:pt>
                <c:pt idx="19124">
                  <c:v>4.0500075958381139</c:v>
                </c:pt>
                <c:pt idx="19125">
                  <c:v>4.0518675475728925</c:v>
                </c:pt>
                <c:pt idx="19126">
                  <c:v>4.0533711279028362</c:v>
                </c:pt>
                <c:pt idx="19127">
                  <c:v>4.0524688847568937</c:v>
                </c:pt>
                <c:pt idx="19128">
                  <c:v>4.0481569015310361</c:v>
                </c:pt>
                <c:pt idx="19129">
                  <c:v>4.0469547019029157</c:v>
                </c:pt>
                <c:pt idx="19130">
                  <c:v>4.0502498714246151</c:v>
                </c:pt>
                <c:pt idx="19131">
                  <c:v>4.055482296158563</c:v>
                </c:pt>
                <c:pt idx="19132">
                  <c:v>4.0596986192981763</c:v>
                </c:pt>
                <c:pt idx="19133">
                  <c:v>4.0555927523044666</c:v>
                </c:pt>
                <c:pt idx="19134">
                  <c:v>4.0457240970051824</c:v>
                </c:pt>
                <c:pt idx="19135">
                  <c:v>4.0440920204138147</c:v>
                </c:pt>
                <c:pt idx="19136">
                  <c:v>4.0521864145270401</c:v>
                </c:pt>
                <c:pt idx="19137">
                  <c:v>4.0585224512402576</c:v>
                </c:pt>
                <c:pt idx="19138">
                  <c:v>4.0627326818847171</c:v>
                </c:pt>
                <c:pt idx="19139">
                  <c:v>4.0635281085571862</c:v>
                </c:pt>
                <c:pt idx="19140">
                  <c:v>4.0596721129880917</c:v>
                </c:pt>
                <c:pt idx="19141">
                  <c:v>4.0575107014281757</c:v>
                </c:pt>
                <c:pt idx="19142">
                  <c:v>4.0668494678957154</c:v>
                </c:pt>
                <c:pt idx="19143">
                  <c:v>4.0751893816513034</c:v>
                </c:pt>
                <c:pt idx="19144">
                  <c:v>4.0751064604185627</c:v>
                </c:pt>
                <c:pt idx="19145">
                  <c:v>4.0773454128258892</c:v>
                </c:pt>
                <c:pt idx="19146">
                  <c:v>4.0745451596312856</c:v>
                </c:pt>
                <c:pt idx="19147">
                  <c:v>4.072670490960161</c:v>
                </c:pt>
                <c:pt idx="19148">
                  <c:v>4.0694546821220872</c:v>
                </c:pt>
                <c:pt idx="19149">
                  <c:v>4.0686838628001745</c:v>
                </c:pt>
                <c:pt idx="19150">
                  <c:v>4.0658906515804878</c:v>
                </c:pt>
                <c:pt idx="19151">
                  <c:v>4.0648788226450927</c:v>
                </c:pt>
                <c:pt idx="19152">
                  <c:v>4.0665426276852479</c:v>
                </c:pt>
                <c:pt idx="19153">
                  <c:v>4.0633576769395106</c:v>
                </c:pt>
                <c:pt idx="19154">
                  <c:v>4.0624525062309607</c:v>
                </c:pt>
                <c:pt idx="19155">
                  <c:v>4.0637107251651701</c:v>
                </c:pt>
                <c:pt idx="19156">
                  <c:v>4.0610036792340862</c:v>
                </c:pt>
                <c:pt idx="19157">
                  <c:v>4.0567717688016778</c:v>
                </c:pt>
                <c:pt idx="19158">
                  <c:v>4.0544103335047668</c:v>
                </c:pt>
                <c:pt idx="19159">
                  <c:v>4.0573891680183563</c:v>
                </c:pt>
                <c:pt idx="19160">
                  <c:v>4.0634528622858728</c:v>
                </c:pt>
                <c:pt idx="19161">
                  <c:v>4.0584038453930447</c:v>
                </c:pt>
                <c:pt idx="19162">
                  <c:v>4.0519934327649638</c:v>
                </c:pt>
                <c:pt idx="19163">
                  <c:v>4.0486119397080351</c:v>
                </c:pt>
                <c:pt idx="19164">
                  <c:v>4.0503930054990702</c:v>
                </c:pt>
                <c:pt idx="19165">
                  <c:v>4.0567457372314752</c:v>
                </c:pt>
                <c:pt idx="19166">
                  <c:v>4.071113898010049</c:v>
                </c:pt>
                <c:pt idx="19167">
                  <c:v>4.0768081655259722</c:v>
                </c:pt>
                <c:pt idx="19168">
                  <c:v>4.0783560549115796</c:v>
                </c:pt>
                <c:pt idx="19169">
                  <c:v>4.0790146773746887</c:v>
                </c:pt>
                <c:pt idx="19170">
                  <c:v>4.0749863512283895</c:v>
                </c:pt>
                <c:pt idx="19171">
                  <c:v>4.0703172844878743</c:v>
                </c:pt>
                <c:pt idx="19172">
                  <c:v>4.0659846500771453</c:v>
                </c:pt>
                <c:pt idx="19173">
                  <c:v>4.064321715393441</c:v>
                </c:pt>
                <c:pt idx="19174">
                  <c:v>4.0635003362740836</c:v>
                </c:pt>
                <c:pt idx="19175">
                  <c:v>4.0697396051746644</c:v>
                </c:pt>
                <c:pt idx="19176">
                  <c:v>4.0702747952684257</c:v>
                </c:pt>
                <c:pt idx="19177">
                  <c:v>4.0609669660165366</c:v>
                </c:pt>
                <c:pt idx="19178">
                  <c:v>4.0533664596273296</c:v>
                </c:pt>
                <c:pt idx="19179">
                  <c:v>4.0543058907307037</c:v>
                </c:pt>
                <c:pt idx="19180">
                  <c:v>4.0580054595086441</c:v>
                </c:pt>
                <c:pt idx="19181">
                  <c:v>4.059538948451161</c:v>
                </c:pt>
                <c:pt idx="19182">
                  <c:v>4.066242275586502</c:v>
                </c:pt>
                <c:pt idx="19183">
                  <c:v>4.0707012699291845</c:v>
                </c:pt>
                <c:pt idx="19184">
                  <c:v>4.0668694069707643</c:v>
                </c:pt>
                <c:pt idx="19185">
                  <c:v>4.0594879139138351</c:v>
                </c:pt>
                <c:pt idx="19186">
                  <c:v>4.053930134114017</c:v>
                </c:pt>
                <c:pt idx="19187">
                  <c:v>4.0494524666693037</c:v>
                </c:pt>
                <c:pt idx="19188">
                  <c:v>4.0483267001622032</c:v>
                </c:pt>
                <c:pt idx="19189">
                  <c:v>4.0462395062705223</c:v>
                </c:pt>
                <c:pt idx="19190">
                  <c:v>4.0448700399572735</c:v>
                </c:pt>
                <c:pt idx="19191">
                  <c:v>4.0452451635874507</c:v>
                </c:pt>
                <c:pt idx="19192">
                  <c:v>4.0498797325632001</c:v>
                </c:pt>
                <c:pt idx="19193">
                  <c:v>4.0558871701546861</c:v>
                </c:pt>
                <c:pt idx="19194">
                  <c:v>4.0647659136764647</c:v>
                </c:pt>
                <c:pt idx="19195">
                  <c:v>4.0667453416149071</c:v>
                </c:pt>
                <c:pt idx="19196">
                  <c:v>4.0657242552518102</c:v>
                </c:pt>
                <c:pt idx="19197">
                  <c:v>4.0669764608141792</c:v>
                </c:pt>
                <c:pt idx="19198">
                  <c:v>4.0634447125845634</c:v>
                </c:pt>
                <c:pt idx="19199">
                  <c:v>4.0591305139059219</c:v>
                </c:pt>
                <c:pt idx="19200">
                  <c:v>4.0536300193852117</c:v>
                </c:pt>
                <c:pt idx="19201">
                  <c:v>4.0513608418720573</c:v>
                </c:pt>
                <c:pt idx="19202">
                  <c:v>4.0495559599636035</c:v>
                </c:pt>
                <c:pt idx="19203">
                  <c:v>4.0411192783953789</c:v>
                </c:pt>
                <c:pt idx="19204">
                  <c:v>4.0405636744866875</c:v>
                </c:pt>
                <c:pt idx="19205">
                  <c:v>4.0472265696087355</c:v>
                </c:pt>
                <c:pt idx="19206">
                  <c:v>4.0527972465086837</c:v>
                </c:pt>
                <c:pt idx="19207">
                  <c:v>4.0542242354709819</c:v>
                </c:pt>
                <c:pt idx="19208">
                  <c:v>4.0622031886695416</c:v>
                </c:pt>
                <c:pt idx="19209">
                  <c:v>4.0653344938086011</c:v>
                </c:pt>
                <c:pt idx="19210">
                  <c:v>4.0597756062823915</c:v>
                </c:pt>
                <c:pt idx="19211">
                  <c:v>4.0565962732919258</c:v>
                </c:pt>
                <c:pt idx="19212">
                  <c:v>4.0527947936859592</c:v>
                </c:pt>
                <c:pt idx="19213">
                  <c:v>4.0514155952051274</c:v>
                </c:pt>
                <c:pt idx="19214">
                  <c:v>4.0536856430747319</c:v>
                </c:pt>
                <c:pt idx="19215">
                  <c:v>4.052856035130751</c:v>
                </c:pt>
                <c:pt idx="19216">
                  <c:v>4.0523145942952095</c:v>
                </c:pt>
                <c:pt idx="19217">
                  <c:v>4.0558048027851408</c:v>
                </c:pt>
                <c:pt idx="19218">
                  <c:v>4.0567280136092103</c:v>
                </c:pt>
                <c:pt idx="19219">
                  <c:v>4.0563987815009694</c:v>
                </c:pt>
                <c:pt idx="19220">
                  <c:v>4.0572393875855521</c:v>
                </c:pt>
                <c:pt idx="19221">
                  <c:v>4.0579970724373933</c:v>
                </c:pt>
                <c:pt idx="19222">
                  <c:v>4.059866914586383</c:v>
                </c:pt>
                <c:pt idx="19223">
                  <c:v>4.0610974403608022</c:v>
                </c:pt>
                <c:pt idx="19224">
                  <c:v>4.0593732642323062</c:v>
                </c:pt>
                <c:pt idx="19225">
                  <c:v>4.0576333425643867</c:v>
                </c:pt>
                <c:pt idx="19226">
                  <c:v>4.0553033192230092</c:v>
                </c:pt>
                <c:pt idx="19227">
                  <c:v>4.0556145903390437</c:v>
                </c:pt>
                <c:pt idx="19228">
                  <c:v>4.0564203030422918</c:v>
                </c:pt>
                <c:pt idx="19229">
                  <c:v>4.0529428334058633</c:v>
                </c:pt>
                <c:pt idx="19230">
                  <c:v>4.0487117933299048</c:v>
                </c:pt>
                <c:pt idx="19231">
                  <c:v>4.0547207342643512</c:v>
                </c:pt>
                <c:pt idx="19232">
                  <c:v>4.0620191478419114</c:v>
                </c:pt>
                <c:pt idx="19233">
                  <c:v>4.0680919412905014</c:v>
                </c:pt>
                <c:pt idx="19234">
                  <c:v>4.0726583059698545</c:v>
                </c:pt>
                <c:pt idx="19235">
                  <c:v>4.0737789294615663</c:v>
                </c:pt>
                <c:pt idx="19236">
                  <c:v>4.0726920125014834</c:v>
                </c:pt>
                <c:pt idx="19237">
                  <c:v>4.0676496419670052</c:v>
                </c:pt>
                <c:pt idx="19238">
                  <c:v>4.0631669106302173</c:v>
                </c:pt>
                <c:pt idx="19239">
                  <c:v>4.0571434901293664</c:v>
                </c:pt>
                <c:pt idx="19240">
                  <c:v>4.0625379594097399</c:v>
                </c:pt>
                <c:pt idx="19241">
                  <c:v>4.0718971396922106</c:v>
                </c:pt>
                <c:pt idx="19242">
                  <c:v>4.0777276575542984</c:v>
                </c:pt>
                <c:pt idx="19243">
                  <c:v>4.0806163706136012</c:v>
                </c:pt>
                <c:pt idx="19244">
                  <c:v>4.078208252561617</c:v>
                </c:pt>
                <c:pt idx="19245">
                  <c:v>4.0761903706927249</c:v>
                </c:pt>
                <c:pt idx="19246">
                  <c:v>4.0776385647030899</c:v>
                </c:pt>
                <c:pt idx="19247">
                  <c:v>4.0817644498951617</c:v>
                </c:pt>
                <c:pt idx="19248">
                  <c:v>4.0865047276179922</c:v>
                </c:pt>
                <c:pt idx="19249">
                  <c:v>4.0869011354195512</c:v>
                </c:pt>
                <c:pt idx="19250">
                  <c:v>4.0896791549630098</c:v>
                </c:pt>
                <c:pt idx="19251">
                  <c:v>4.0913257111207821</c:v>
                </c:pt>
                <c:pt idx="19252">
                  <c:v>4.0911057483087392</c:v>
                </c:pt>
                <c:pt idx="19253">
                  <c:v>4.0877145230842267</c:v>
                </c:pt>
                <c:pt idx="19254">
                  <c:v>4.0849554931360528</c:v>
                </c:pt>
                <c:pt idx="19255">
                  <c:v>4.0781865727736681</c:v>
                </c:pt>
                <c:pt idx="19256">
                  <c:v>4.0719442971871658</c:v>
                </c:pt>
                <c:pt idx="19257">
                  <c:v>4.0594224789334179</c:v>
                </c:pt>
                <c:pt idx="19258">
                  <c:v>4.0525576611148475</c:v>
                </c:pt>
                <c:pt idx="19259">
                  <c:v>4.0465700834750962</c:v>
                </c:pt>
                <c:pt idx="19260">
                  <c:v>4.0461948807216048</c:v>
                </c:pt>
                <c:pt idx="19261">
                  <c:v>4.0552207144835224</c:v>
                </c:pt>
                <c:pt idx="19262">
                  <c:v>4.0584709419630496</c:v>
                </c:pt>
                <c:pt idx="19263">
                  <c:v>4.0652049689440997</c:v>
                </c:pt>
                <c:pt idx="19264">
                  <c:v>4.0702575463860429</c:v>
                </c:pt>
                <c:pt idx="19265">
                  <c:v>4.0669864303517027</c:v>
                </c:pt>
                <c:pt idx="19266">
                  <c:v>4.0595082486054519</c:v>
                </c:pt>
                <c:pt idx="19267">
                  <c:v>4.052728092732524</c:v>
                </c:pt>
                <c:pt idx="19268">
                  <c:v>4.054744629505084</c:v>
                </c:pt>
                <c:pt idx="19269">
                  <c:v>4.0560029275626066</c:v>
                </c:pt>
                <c:pt idx="19270">
                  <c:v>4.0557714918700798</c:v>
                </c:pt>
                <c:pt idx="19271">
                  <c:v>4.0569576294655221</c:v>
                </c:pt>
                <c:pt idx="19272">
                  <c:v>4.0593496854848281</c:v>
                </c:pt>
                <c:pt idx="19273">
                  <c:v>4.0598521185267238</c:v>
                </c:pt>
                <c:pt idx="19274">
                  <c:v>4.0605821893420897</c:v>
                </c:pt>
                <c:pt idx="19275">
                  <c:v>4.0532483285199987</c:v>
                </c:pt>
                <c:pt idx="19276">
                  <c:v>4.0457590695098311</c:v>
                </c:pt>
                <c:pt idx="19277">
                  <c:v>4.0558331289314395</c:v>
                </c:pt>
                <c:pt idx="19278">
                  <c:v>4.0603816908652135</c:v>
                </c:pt>
                <c:pt idx="19279">
                  <c:v>4.0545543379356728</c:v>
                </c:pt>
                <c:pt idx="19280">
                  <c:v>4.0552450844641372</c:v>
                </c:pt>
                <c:pt idx="19281">
                  <c:v>4.067812635993195</c:v>
                </c:pt>
                <c:pt idx="19282">
                  <c:v>4.0745313130513905</c:v>
                </c:pt>
                <c:pt idx="19283">
                  <c:v>4.0706590972029906</c:v>
                </c:pt>
                <c:pt idx="19284">
                  <c:v>4.05956426791154</c:v>
                </c:pt>
                <c:pt idx="19285">
                  <c:v>4.0552350358032996</c:v>
                </c:pt>
                <c:pt idx="19286">
                  <c:v>4.0475188511294853</c:v>
                </c:pt>
                <c:pt idx="19287">
                  <c:v>4.0480615579380466</c:v>
                </c:pt>
                <c:pt idx="19288">
                  <c:v>4.0540958974561851</c:v>
                </c:pt>
                <c:pt idx="19289">
                  <c:v>4.0573246033943899</c:v>
                </c:pt>
                <c:pt idx="19290">
                  <c:v>4.0601987577639749</c:v>
                </c:pt>
                <c:pt idx="19291">
                  <c:v>4.0611961862562804</c:v>
                </c:pt>
                <c:pt idx="19292">
                  <c:v>4.0507585552082919</c:v>
                </c:pt>
                <c:pt idx="19293">
                  <c:v>4.0355783518613757</c:v>
                </c:pt>
                <c:pt idx="19294">
                  <c:v>4.0353568857063733</c:v>
                </c:pt>
                <c:pt idx="19295">
                  <c:v>4.0443715630810617</c:v>
                </c:pt>
                <c:pt idx="19296">
                  <c:v>4.0438346322743994</c:v>
                </c:pt>
                <c:pt idx="19297">
                  <c:v>4.0460099695375247</c:v>
                </c:pt>
                <c:pt idx="19298">
                  <c:v>4.0544542469438616</c:v>
                </c:pt>
                <c:pt idx="19299">
                  <c:v>4.0562302488428212</c:v>
                </c:pt>
                <c:pt idx="19300">
                  <c:v>4.0561706689876171</c:v>
                </c:pt>
                <c:pt idx="19301">
                  <c:v>4.0552390710922976</c:v>
                </c:pt>
                <c:pt idx="19302">
                  <c:v>4.0511627170945923</c:v>
                </c:pt>
                <c:pt idx="19303">
                  <c:v>4.0493401115638719</c:v>
                </c:pt>
                <c:pt idx="19304">
                  <c:v>4.0516327887011911</c:v>
                </c:pt>
                <c:pt idx="19305">
                  <c:v>4.0536481386240455</c:v>
                </c:pt>
                <c:pt idx="19306">
                  <c:v>4.0519691419076631</c:v>
                </c:pt>
                <c:pt idx="19307">
                  <c:v>4.049637456976698</c:v>
                </c:pt>
                <c:pt idx="19308">
                  <c:v>4.0498629584206984</c:v>
                </c:pt>
                <c:pt idx="19309">
                  <c:v>4.0576159354353765</c:v>
                </c:pt>
                <c:pt idx="19310">
                  <c:v>4.0698465798947661</c:v>
                </c:pt>
                <c:pt idx="19311">
                  <c:v>4.0713719982592869</c:v>
                </c:pt>
                <c:pt idx="19312">
                  <c:v>4.0673192230090596</c:v>
                </c:pt>
                <c:pt idx="19313">
                  <c:v>4.0663907900462872</c:v>
                </c:pt>
                <c:pt idx="19314">
                  <c:v>4.0628935395814381</c:v>
                </c:pt>
                <c:pt idx="19315">
                  <c:v>4.0578597934881513</c:v>
                </c:pt>
                <c:pt idx="19316">
                  <c:v>4.0576842188550852</c:v>
                </c:pt>
                <c:pt idx="19317">
                  <c:v>4.0596255884796459</c:v>
                </c:pt>
                <c:pt idx="19318">
                  <c:v>4.0570297899276024</c:v>
                </c:pt>
                <c:pt idx="19319">
                  <c:v>4.0563091347865647</c:v>
                </c:pt>
                <c:pt idx="19320">
                  <c:v>4.0587102899869443</c:v>
                </c:pt>
                <c:pt idx="19321">
                  <c:v>4.0601414724848679</c:v>
                </c:pt>
                <c:pt idx="19322">
                  <c:v>4.0612260948688528</c:v>
                </c:pt>
                <c:pt idx="19323">
                  <c:v>4.0625311548047636</c:v>
                </c:pt>
                <c:pt idx="19324">
                  <c:v>4.0743812161253317</c:v>
                </c:pt>
                <c:pt idx="19325">
                  <c:v>4.0828207461328478</c:v>
                </c:pt>
                <c:pt idx="19326">
                  <c:v>4.0807216046208019</c:v>
                </c:pt>
                <c:pt idx="19327">
                  <c:v>4.0764729200458918</c:v>
                </c:pt>
                <c:pt idx="19328">
                  <c:v>4.0703358784665902</c:v>
                </c:pt>
                <c:pt idx="19329">
                  <c:v>4.0597365984887448</c:v>
                </c:pt>
                <c:pt idx="19330">
                  <c:v>4.0566083000356059</c:v>
                </c:pt>
                <c:pt idx="19331">
                  <c:v>4.0539994461368041</c:v>
                </c:pt>
                <c:pt idx="19332">
                  <c:v>4.0522207540451793</c:v>
                </c:pt>
                <c:pt idx="19333">
                  <c:v>4.0497970487003991</c:v>
                </c:pt>
                <c:pt idx="19334">
                  <c:v>4.043657158681806</c:v>
                </c:pt>
                <c:pt idx="19335">
                  <c:v>4.0435922775645841</c:v>
                </c:pt>
                <c:pt idx="19336">
                  <c:v>4.0420940776199705</c:v>
                </c:pt>
                <c:pt idx="19337">
                  <c:v>4.0416274874391735</c:v>
                </c:pt>
                <c:pt idx="19338">
                  <c:v>4.0459041816671286</c:v>
                </c:pt>
                <c:pt idx="19339">
                  <c:v>4.0524488665585316</c:v>
                </c:pt>
                <c:pt idx="19340">
                  <c:v>4.0594275428254933</c:v>
                </c:pt>
                <c:pt idx="19341">
                  <c:v>4.0610756814495392</c:v>
                </c:pt>
                <c:pt idx="19342">
                  <c:v>4.0597484669857975</c:v>
                </c:pt>
                <c:pt idx="19343">
                  <c:v>4.0601189223404672</c:v>
                </c:pt>
                <c:pt idx="19344">
                  <c:v>4.0659663725916841</c:v>
                </c:pt>
                <c:pt idx="19345">
                  <c:v>4.0657284487874357</c:v>
                </c:pt>
                <c:pt idx="19346">
                  <c:v>4.0649228152075008</c:v>
                </c:pt>
                <c:pt idx="19347">
                  <c:v>4.065420184357321</c:v>
                </c:pt>
                <c:pt idx="19348">
                  <c:v>4.066691063021719</c:v>
                </c:pt>
                <c:pt idx="19349">
                  <c:v>4.0607593464414293</c:v>
                </c:pt>
                <c:pt idx="19350">
                  <c:v>4.045543933219923</c:v>
                </c:pt>
                <c:pt idx="19351">
                  <c:v>4.036449024805159</c:v>
                </c:pt>
                <c:pt idx="19352">
                  <c:v>4.0425559204019468</c:v>
                </c:pt>
                <c:pt idx="19353">
                  <c:v>4.0503479843335839</c:v>
                </c:pt>
                <c:pt idx="19354">
                  <c:v>4.0615755825453972</c:v>
                </c:pt>
                <c:pt idx="19355">
                  <c:v>4.0707300708153653</c:v>
                </c:pt>
                <c:pt idx="19356">
                  <c:v>4.0707577639751555</c:v>
                </c:pt>
                <c:pt idx="19357">
                  <c:v>4.0725628832535508</c:v>
                </c:pt>
                <c:pt idx="19358">
                  <c:v>4.0661185267238995</c:v>
                </c:pt>
                <c:pt idx="19359">
                  <c:v>4.0622855560390869</c:v>
                </c:pt>
                <c:pt idx="19360">
                  <c:v>4.0587788898999086</c:v>
                </c:pt>
                <c:pt idx="19361">
                  <c:v>4.0491847924991102</c:v>
                </c:pt>
                <c:pt idx="19362">
                  <c:v>4.0451996676820823</c:v>
                </c:pt>
                <c:pt idx="19363">
                  <c:v>4.0482961585631205</c:v>
                </c:pt>
                <c:pt idx="19364">
                  <c:v>4.0498036159354358</c:v>
                </c:pt>
                <c:pt idx="19365">
                  <c:v>4.0522621355382364</c:v>
                </c:pt>
                <c:pt idx="19366">
                  <c:v>4.0550051825770463</c:v>
                </c:pt>
                <c:pt idx="19367">
                  <c:v>4.0557370732286264</c:v>
                </c:pt>
                <c:pt idx="19368">
                  <c:v>4.0581028603077893</c:v>
                </c:pt>
                <c:pt idx="19369">
                  <c:v>4.0621690073980297</c:v>
                </c:pt>
                <c:pt idx="19370">
                  <c:v>4.0671463385686595</c:v>
                </c:pt>
                <c:pt idx="19371">
                  <c:v>4.0757400799145467</c:v>
                </c:pt>
                <c:pt idx="19372">
                  <c:v>4.0754231119199273</c:v>
                </c:pt>
                <c:pt idx="19373">
                  <c:v>4.0653889306484157</c:v>
                </c:pt>
                <c:pt idx="19374">
                  <c:v>4.0585216600071208</c:v>
                </c:pt>
                <c:pt idx="19375">
                  <c:v>4.0504268702773274</c:v>
                </c:pt>
                <c:pt idx="19376">
                  <c:v>4.042868378367686</c:v>
                </c:pt>
                <c:pt idx="19377">
                  <c:v>4.0457209320726353</c:v>
                </c:pt>
                <c:pt idx="19378">
                  <c:v>4.044740515092772</c:v>
                </c:pt>
                <c:pt idx="19379">
                  <c:v>4.0477872374095023</c:v>
                </c:pt>
                <c:pt idx="19380">
                  <c:v>4.0511125529137164</c:v>
                </c:pt>
                <c:pt idx="19381">
                  <c:v>4.0528370455354672</c:v>
                </c:pt>
                <c:pt idx="19382">
                  <c:v>4.0503748862602365</c:v>
                </c:pt>
                <c:pt idx="19383">
                  <c:v>4.0454438422281127</c:v>
                </c:pt>
                <c:pt idx="19384">
                  <c:v>4.0468883965660485</c:v>
                </c:pt>
                <c:pt idx="19385">
                  <c:v>4.0584210151521143</c:v>
                </c:pt>
                <c:pt idx="19386">
                  <c:v>4.0616046999248328</c:v>
                </c:pt>
                <c:pt idx="19387">
                  <c:v>4.0555426672469039</c:v>
                </c:pt>
                <c:pt idx="19388">
                  <c:v>4.0519825137476762</c:v>
                </c:pt>
                <c:pt idx="19389">
                  <c:v>4.0529927602167977</c:v>
                </c:pt>
                <c:pt idx="19390">
                  <c:v>4.0592773667761204</c:v>
                </c:pt>
                <c:pt idx="19391">
                  <c:v>4.0557006765043324</c:v>
                </c:pt>
                <c:pt idx="19392">
                  <c:v>4.0533843414962218</c:v>
                </c:pt>
                <c:pt idx="19393">
                  <c:v>4.054840606084583</c:v>
                </c:pt>
                <c:pt idx="19394">
                  <c:v>4.056275507378249</c:v>
                </c:pt>
                <c:pt idx="19395">
                  <c:v>4.0666580685999127</c:v>
                </c:pt>
                <c:pt idx="19396">
                  <c:v>4.0719661352217429</c:v>
                </c:pt>
                <c:pt idx="19397">
                  <c:v>4.077487043557384</c:v>
                </c:pt>
                <c:pt idx="19398">
                  <c:v>4.0822012105866996</c:v>
                </c:pt>
                <c:pt idx="19399">
                  <c:v>4.076614788147328</c:v>
                </c:pt>
                <c:pt idx="19400">
                  <c:v>4.0721574553942324</c:v>
                </c:pt>
                <c:pt idx="19401">
                  <c:v>4.0692371721327687</c:v>
                </c:pt>
                <c:pt idx="19402">
                  <c:v>4.0692431855046092</c:v>
                </c:pt>
                <c:pt idx="19403">
                  <c:v>4.0806693832337695</c:v>
                </c:pt>
                <c:pt idx="19404">
                  <c:v>4.0951726866321163</c:v>
                </c:pt>
                <c:pt idx="19405">
                  <c:v>4.0974688451952366</c:v>
                </c:pt>
                <c:pt idx="19406">
                  <c:v>4.0936060450211658</c:v>
                </c:pt>
                <c:pt idx="19407">
                  <c:v>4.0839482533528502</c:v>
                </c:pt>
                <c:pt idx="19408">
                  <c:v>4.0741137793250779</c:v>
                </c:pt>
                <c:pt idx="19409">
                  <c:v>4.0697117537682477</c:v>
                </c:pt>
                <c:pt idx="19410">
                  <c:v>4.0756315227281714</c:v>
                </c:pt>
                <c:pt idx="19411">
                  <c:v>4.0813878229220242</c:v>
                </c:pt>
                <c:pt idx="19412">
                  <c:v>4.079021007239783</c:v>
                </c:pt>
                <c:pt idx="19413">
                  <c:v>4.0698079677176882</c:v>
                </c:pt>
                <c:pt idx="19414">
                  <c:v>4.0525554456620645</c:v>
                </c:pt>
                <c:pt idx="19415">
                  <c:v>4.0427933694663132</c:v>
                </c:pt>
                <c:pt idx="19416">
                  <c:v>4.0491783043873877</c:v>
                </c:pt>
                <c:pt idx="19417">
                  <c:v>4.0580722395853934</c:v>
                </c:pt>
                <c:pt idx="19418">
                  <c:v>4.0596696601653681</c:v>
                </c:pt>
                <c:pt idx="19419">
                  <c:v>4.0655390275744745</c:v>
                </c:pt>
                <c:pt idx="19420">
                  <c:v>4.0691113660640106</c:v>
                </c:pt>
                <c:pt idx="19421">
                  <c:v>4.060952486450133</c:v>
                </c:pt>
                <c:pt idx="19422">
                  <c:v>4.0526752383589821</c:v>
                </c:pt>
                <c:pt idx="19423">
                  <c:v>4.0541685326581476</c:v>
                </c:pt>
                <c:pt idx="19424">
                  <c:v>4.0543813743719586</c:v>
                </c:pt>
                <c:pt idx="19425">
                  <c:v>4.0545857498912055</c:v>
                </c:pt>
                <c:pt idx="19426">
                  <c:v>4.054403370653163</c:v>
                </c:pt>
                <c:pt idx="19427">
                  <c:v>4.0502208331684928</c:v>
                </c:pt>
                <c:pt idx="19428">
                  <c:v>4.0541722514538909</c:v>
                </c:pt>
                <c:pt idx="19429">
                  <c:v>4.0545418364521106</c:v>
                </c:pt>
                <c:pt idx="19430">
                  <c:v>4.0516924476797085</c:v>
                </c:pt>
                <c:pt idx="19431">
                  <c:v>4.056048423467975</c:v>
                </c:pt>
                <c:pt idx="19432">
                  <c:v>4.0643362740831588</c:v>
                </c:pt>
                <c:pt idx="19433">
                  <c:v>4.0679842544605771</c:v>
                </c:pt>
                <c:pt idx="19434">
                  <c:v>4.0699431103374613</c:v>
                </c:pt>
                <c:pt idx="19435">
                  <c:v>4.0715654547612452</c:v>
                </c:pt>
                <c:pt idx="19436">
                  <c:v>4.0774376706096449</c:v>
                </c:pt>
                <c:pt idx="19437">
                  <c:v>4.0846397911144523</c:v>
                </c:pt>
                <c:pt idx="19438">
                  <c:v>4.0850773430391261</c:v>
                </c:pt>
                <c:pt idx="19439">
                  <c:v>4.076376547849824</c:v>
                </c:pt>
                <c:pt idx="19440">
                  <c:v>4.0645366143134076</c:v>
                </c:pt>
                <c:pt idx="19441">
                  <c:v>4.056015112552914</c:v>
                </c:pt>
                <c:pt idx="19442">
                  <c:v>4.0563669739288679</c:v>
                </c:pt>
                <c:pt idx="19443">
                  <c:v>4.0610859674803184</c:v>
                </c:pt>
                <c:pt idx="19444">
                  <c:v>4.0685315504213317</c:v>
                </c:pt>
                <c:pt idx="19445">
                  <c:v>4.0721491474462947</c:v>
                </c:pt>
                <c:pt idx="19446">
                  <c:v>4.0679981010404713</c:v>
                </c:pt>
                <c:pt idx="19447">
                  <c:v>4.069747913122602</c:v>
                </c:pt>
                <c:pt idx="19448">
                  <c:v>4.0759599636032755</c:v>
                </c:pt>
                <c:pt idx="19449">
                  <c:v>4.0822162440162995</c:v>
                </c:pt>
                <c:pt idx="19450">
                  <c:v>4.0901641808758953</c:v>
                </c:pt>
                <c:pt idx="19451">
                  <c:v>4.0895683823238516</c:v>
                </c:pt>
                <c:pt idx="19452">
                  <c:v>4.0771112869406974</c:v>
                </c:pt>
                <c:pt idx="19453">
                  <c:v>4.0679119357518694</c:v>
                </c:pt>
                <c:pt idx="19454">
                  <c:v>4.0681978082842107</c:v>
                </c:pt>
                <c:pt idx="19455">
                  <c:v>4.0652763381730423</c:v>
                </c:pt>
                <c:pt idx="19456">
                  <c:v>4.0715595205127189</c:v>
                </c:pt>
                <c:pt idx="19457">
                  <c:v>4.076263243264628</c:v>
                </c:pt>
                <c:pt idx="19458">
                  <c:v>4.0737033666969973</c:v>
                </c:pt>
                <c:pt idx="19459">
                  <c:v>4.0672741227202591</c:v>
                </c:pt>
                <c:pt idx="19460">
                  <c:v>4.0597968113304583</c:v>
                </c:pt>
                <c:pt idx="19461">
                  <c:v>4.0582878506151836</c:v>
                </c:pt>
                <c:pt idx="19462">
                  <c:v>4.0609902282707599</c:v>
                </c:pt>
                <c:pt idx="19463">
                  <c:v>4.0644178502195674</c:v>
                </c:pt>
                <c:pt idx="19464">
                  <c:v>4.066299165249041</c:v>
                </c:pt>
                <c:pt idx="19465">
                  <c:v>4.0681948807216051</c:v>
                </c:pt>
                <c:pt idx="19466">
                  <c:v>4.0707874352177873</c:v>
                </c:pt>
                <c:pt idx="19467">
                  <c:v>4.067252759425565</c:v>
                </c:pt>
                <c:pt idx="19468">
                  <c:v>4.0569878545713491</c:v>
                </c:pt>
                <c:pt idx="19469">
                  <c:v>4.0435837322467068</c:v>
                </c:pt>
                <c:pt idx="19470">
                  <c:v>4.037437749732959</c:v>
                </c:pt>
                <c:pt idx="19471">
                  <c:v>4.0410774221624406</c:v>
                </c:pt>
                <c:pt idx="19472">
                  <c:v>4.0402295367329986</c:v>
                </c:pt>
                <c:pt idx="19473">
                  <c:v>4.0404191953158994</c:v>
                </c:pt>
                <c:pt idx="19474">
                  <c:v>4.0428202713929657</c:v>
                </c:pt>
                <c:pt idx="19475">
                  <c:v>4.0426881354591133</c:v>
                </c:pt>
                <c:pt idx="19476">
                  <c:v>4.0418230802706017</c:v>
                </c:pt>
                <c:pt idx="19477">
                  <c:v>4.0403467974838785</c:v>
                </c:pt>
                <c:pt idx="19478">
                  <c:v>4.0411179332990468</c:v>
                </c:pt>
                <c:pt idx="19479">
                  <c:v>4.0479587767535703</c:v>
                </c:pt>
                <c:pt idx="19480">
                  <c:v>4.0558957945958776</c:v>
                </c:pt>
                <c:pt idx="19481">
                  <c:v>4.0561329271669901</c:v>
                </c:pt>
                <c:pt idx="19482">
                  <c:v>4.0506716778098664</c:v>
                </c:pt>
                <c:pt idx="19483">
                  <c:v>4.0456394350595399</c:v>
                </c:pt>
                <c:pt idx="19484">
                  <c:v>4.0434121137793255</c:v>
                </c:pt>
                <c:pt idx="19485">
                  <c:v>4.0398041697986313</c:v>
                </c:pt>
                <c:pt idx="19486">
                  <c:v>4.0456605609842944</c:v>
                </c:pt>
                <c:pt idx="19487">
                  <c:v>4.0554250108794561</c:v>
                </c:pt>
                <c:pt idx="19488">
                  <c:v>4.0595032638366897</c:v>
                </c:pt>
                <c:pt idx="19489">
                  <c:v>4.0594486687502469</c:v>
                </c:pt>
                <c:pt idx="19490">
                  <c:v>4.0581985995173477</c:v>
                </c:pt>
                <c:pt idx="19491">
                  <c:v>4.0633041895794593</c:v>
                </c:pt>
                <c:pt idx="19492">
                  <c:v>4.0617737864461763</c:v>
                </c:pt>
                <c:pt idx="19493">
                  <c:v>4.0538097084305891</c:v>
                </c:pt>
                <c:pt idx="19494">
                  <c:v>4.0581673458084424</c:v>
                </c:pt>
                <c:pt idx="19495">
                  <c:v>4.0661981247774657</c:v>
                </c:pt>
                <c:pt idx="19496">
                  <c:v>4.0640068837282906</c:v>
                </c:pt>
                <c:pt idx="19497">
                  <c:v>4.0653509514578472</c:v>
                </c:pt>
                <c:pt idx="19498">
                  <c:v>4.068053962099933</c:v>
                </c:pt>
                <c:pt idx="19499">
                  <c:v>4.0674261186058471</c:v>
                </c:pt>
                <c:pt idx="19500">
                  <c:v>4.0705870949875385</c:v>
                </c:pt>
                <c:pt idx="19501">
                  <c:v>4.07971911223642</c:v>
                </c:pt>
                <c:pt idx="19502">
                  <c:v>4.0819021244609726</c:v>
                </c:pt>
                <c:pt idx="19503">
                  <c:v>4.0766848914032519</c:v>
                </c:pt>
                <c:pt idx="19504">
                  <c:v>4.0714560272184199</c:v>
                </c:pt>
                <c:pt idx="19505">
                  <c:v>4.0690336669699727</c:v>
                </c:pt>
                <c:pt idx="19506">
                  <c:v>4.0645927918661231</c:v>
                </c:pt>
                <c:pt idx="19507">
                  <c:v>4.0573912252245128</c:v>
                </c:pt>
                <c:pt idx="19508">
                  <c:v>4.0549902282707597</c:v>
                </c:pt>
                <c:pt idx="19509">
                  <c:v>4.0603400720022158</c:v>
                </c:pt>
                <c:pt idx="19510">
                  <c:v>4.0595382363413384</c:v>
                </c:pt>
                <c:pt idx="19511">
                  <c:v>4.05262277960201</c:v>
                </c:pt>
                <c:pt idx="19512">
                  <c:v>4.0530371483957746</c:v>
                </c:pt>
                <c:pt idx="19513">
                  <c:v>4.0597032875736838</c:v>
                </c:pt>
                <c:pt idx="19514">
                  <c:v>4.0675224116786008</c:v>
                </c:pt>
                <c:pt idx="19515">
                  <c:v>4.0650740989832652</c:v>
                </c:pt>
                <c:pt idx="19516">
                  <c:v>4.0559363848557979</c:v>
                </c:pt>
                <c:pt idx="19517">
                  <c:v>4.0470658701586419</c:v>
                </c:pt>
                <c:pt idx="19518">
                  <c:v>4.0368219329825532</c:v>
                </c:pt>
                <c:pt idx="19519">
                  <c:v>4.0350964117577242</c:v>
                </c:pt>
                <c:pt idx="19520">
                  <c:v>4.039243660244491</c:v>
                </c:pt>
                <c:pt idx="19521">
                  <c:v>4.0507597420579975</c:v>
                </c:pt>
                <c:pt idx="19522">
                  <c:v>4.0608868140997743</c:v>
                </c:pt>
                <c:pt idx="19523">
                  <c:v>4.0692397040788064</c:v>
                </c:pt>
                <c:pt idx="19524">
                  <c:v>4.0687155121256477</c:v>
                </c:pt>
                <c:pt idx="19525">
                  <c:v>4.0575749495588873</c:v>
                </c:pt>
                <c:pt idx="19526">
                  <c:v>4.0553325948490722</c:v>
                </c:pt>
                <c:pt idx="19527">
                  <c:v>4.0544255251809949</c:v>
                </c:pt>
                <c:pt idx="19528">
                  <c:v>4.0565684218855083</c:v>
                </c:pt>
                <c:pt idx="19529">
                  <c:v>4.0632668433754002</c:v>
                </c:pt>
                <c:pt idx="19530">
                  <c:v>4.0707508011235509</c:v>
                </c:pt>
                <c:pt idx="19531">
                  <c:v>4.0765975392649443</c:v>
                </c:pt>
                <c:pt idx="19532">
                  <c:v>4.0716984610515485</c:v>
                </c:pt>
                <c:pt idx="19533">
                  <c:v>4.0707393282430671</c:v>
                </c:pt>
                <c:pt idx="19534">
                  <c:v>4.0746215927523046</c:v>
                </c:pt>
                <c:pt idx="19535">
                  <c:v>4.0734544447521461</c:v>
                </c:pt>
                <c:pt idx="19536">
                  <c:v>4.0700448629188593</c:v>
                </c:pt>
                <c:pt idx="19537">
                  <c:v>4.0709400640898838</c:v>
                </c:pt>
                <c:pt idx="19538">
                  <c:v>4.0732858329706847</c:v>
                </c:pt>
                <c:pt idx="19539">
                  <c:v>4.0715000989041421</c:v>
                </c:pt>
                <c:pt idx="19540">
                  <c:v>4.0699626537959412</c:v>
                </c:pt>
                <c:pt idx="19541">
                  <c:v>4.0707309411718162</c:v>
                </c:pt>
                <c:pt idx="19542">
                  <c:v>4.073729002650631</c:v>
                </c:pt>
                <c:pt idx="19543">
                  <c:v>4.0755163191834471</c:v>
                </c:pt>
                <c:pt idx="19544">
                  <c:v>4.0758381928235154</c:v>
                </c:pt>
                <c:pt idx="19545">
                  <c:v>4.0766664556711634</c:v>
                </c:pt>
                <c:pt idx="19546">
                  <c:v>4.0774238240297507</c:v>
                </c:pt>
                <c:pt idx="19547">
                  <c:v>4.0795861850694308</c:v>
                </c:pt>
                <c:pt idx="19548">
                  <c:v>4.0694298374015903</c:v>
                </c:pt>
                <c:pt idx="19549">
                  <c:v>4.0545505400166162</c:v>
                </c:pt>
                <c:pt idx="19550">
                  <c:v>4.0462647466075881</c:v>
                </c:pt>
                <c:pt idx="19551">
                  <c:v>4.0542251058274319</c:v>
                </c:pt>
                <c:pt idx="19552">
                  <c:v>4.0617162637971278</c:v>
                </c:pt>
                <c:pt idx="19553">
                  <c:v>4.0701574553942317</c:v>
                </c:pt>
                <c:pt idx="19554">
                  <c:v>4.0731346283182344</c:v>
                </c:pt>
                <c:pt idx="19555">
                  <c:v>4.0748318233967638</c:v>
                </c:pt>
                <c:pt idx="19556">
                  <c:v>4.0753473117854178</c:v>
                </c:pt>
                <c:pt idx="19557">
                  <c:v>4.0700253194603793</c:v>
                </c:pt>
                <c:pt idx="19558">
                  <c:v>4.0633234165446845</c:v>
                </c:pt>
                <c:pt idx="19559">
                  <c:v>4.0649910986272104</c:v>
                </c:pt>
                <c:pt idx="19560">
                  <c:v>4.0698601099814065</c:v>
                </c:pt>
                <c:pt idx="19561">
                  <c:v>4.0731356569213117</c:v>
                </c:pt>
                <c:pt idx="19562">
                  <c:v>4.0685890730703802</c:v>
                </c:pt>
                <c:pt idx="19563">
                  <c:v>4.0599954108478062</c:v>
                </c:pt>
                <c:pt idx="19564">
                  <c:v>4.0559355936226611</c:v>
                </c:pt>
                <c:pt idx="19565">
                  <c:v>4.0605597974443173</c:v>
                </c:pt>
                <c:pt idx="19566">
                  <c:v>4.0677417415041344</c:v>
                </c:pt>
                <c:pt idx="19567">
                  <c:v>4.0707863274913958</c:v>
                </c:pt>
                <c:pt idx="19568">
                  <c:v>4.0740432804525852</c:v>
                </c:pt>
                <c:pt idx="19569">
                  <c:v>4.0708104601020692</c:v>
                </c:pt>
                <c:pt idx="19570">
                  <c:v>4.0705059144676978</c:v>
                </c:pt>
                <c:pt idx="19571">
                  <c:v>4.0716338964275822</c:v>
                </c:pt>
                <c:pt idx="19572">
                  <c:v>4.068153499228548</c:v>
                </c:pt>
                <c:pt idx="19573">
                  <c:v>4.0703898405665226</c:v>
                </c:pt>
                <c:pt idx="19574">
                  <c:v>4.0666027614036473</c:v>
                </c:pt>
                <c:pt idx="19575">
                  <c:v>4.0643679234086321</c:v>
                </c:pt>
                <c:pt idx="19576">
                  <c:v>4.0661406021284172</c:v>
                </c:pt>
                <c:pt idx="19577">
                  <c:v>4.0602155319064765</c:v>
                </c:pt>
                <c:pt idx="19578">
                  <c:v>4.0579688254144086</c:v>
                </c:pt>
                <c:pt idx="19579">
                  <c:v>4.0569952130395217</c:v>
                </c:pt>
                <c:pt idx="19580">
                  <c:v>4.0514370376231357</c:v>
                </c:pt>
                <c:pt idx="19581">
                  <c:v>4.0483115876092892</c:v>
                </c:pt>
                <c:pt idx="19582">
                  <c:v>4.0525400957392099</c:v>
                </c:pt>
                <c:pt idx="19583">
                  <c:v>4.0568629979823552</c:v>
                </c:pt>
                <c:pt idx="19584">
                  <c:v>4.0582845274360091</c:v>
                </c:pt>
                <c:pt idx="19585">
                  <c:v>4.0654519128061084</c:v>
                </c:pt>
                <c:pt idx="19586">
                  <c:v>4.0705980931281402</c:v>
                </c:pt>
                <c:pt idx="19587">
                  <c:v>4.0683667365589269</c:v>
                </c:pt>
                <c:pt idx="19588">
                  <c:v>4.0636153815721805</c:v>
                </c:pt>
                <c:pt idx="19589">
                  <c:v>4.0592732523638091</c:v>
                </c:pt>
                <c:pt idx="19590">
                  <c:v>4.0555855520829214</c:v>
                </c:pt>
                <c:pt idx="19591">
                  <c:v>4.0568057127032482</c:v>
                </c:pt>
                <c:pt idx="19592">
                  <c:v>4.0636619852039404</c:v>
                </c:pt>
                <c:pt idx="19593">
                  <c:v>4.0690544764014716</c:v>
                </c:pt>
                <c:pt idx="19594">
                  <c:v>4.0619999208766862</c:v>
                </c:pt>
                <c:pt idx="19595">
                  <c:v>4.0565145389088899</c:v>
                </c:pt>
                <c:pt idx="19596">
                  <c:v>4.0568945681845152</c:v>
                </c:pt>
                <c:pt idx="19597">
                  <c:v>4.0623868338806028</c:v>
                </c:pt>
                <c:pt idx="19598">
                  <c:v>4.063147683664992</c:v>
                </c:pt>
                <c:pt idx="19599">
                  <c:v>4.0627649641967007</c:v>
                </c:pt>
                <c:pt idx="19600">
                  <c:v>4.0610019385211853</c:v>
                </c:pt>
                <c:pt idx="19601">
                  <c:v>4.0496648336432326</c:v>
                </c:pt>
                <c:pt idx="19602">
                  <c:v>4.043491870079519</c:v>
                </c:pt>
                <c:pt idx="19603">
                  <c:v>4.044589468686949</c:v>
                </c:pt>
                <c:pt idx="19604">
                  <c:v>4.0501726470704593</c:v>
                </c:pt>
                <c:pt idx="19605">
                  <c:v>4.0501720932072631</c:v>
                </c:pt>
                <c:pt idx="19606">
                  <c:v>4.0482156901531035</c:v>
                </c:pt>
                <c:pt idx="19607">
                  <c:v>4.0504225184950746</c:v>
                </c:pt>
                <c:pt idx="19608">
                  <c:v>4.0554443960913087</c:v>
                </c:pt>
                <c:pt idx="19609">
                  <c:v>4.0625382759029947</c:v>
                </c:pt>
                <c:pt idx="19610">
                  <c:v>4.0635896664952327</c:v>
                </c:pt>
                <c:pt idx="19611">
                  <c:v>4.0630424496577913</c:v>
                </c:pt>
                <c:pt idx="19612">
                  <c:v>4.0616574751750605</c:v>
                </c:pt>
                <c:pt idx="19613">
                  <c:v>4.0582456778889897</c:v>
                </c:pt>
                <c:pt idx="19614">
                  <c:v>4.0573750049452073</c:v>
                </c:pt>
                <c:pt idx="19615">
                  <c:v>4.0493009455235986</c:v>
                </c:pt>
                <c:pt idx="19616">
                  <c:v>4.0423992562408513</c:v>
                </c:pt>
                <c:pt idx="19617">
                  <c:v>4.0430832772876526</c:v>
                </c:pt>
                <c:pt idx="19618">
                  <c:v>4.0492366182695729</c:v>
                </c:pt>
                <c:pt idx="19619">
                  <c:v>4.0587351347074412</c:v>
                </c:pt>
                <c:pt idx="19620">
                  <c:v>4.0649290659492818</c:v>
                </c:pt>
                <c:pt idx="19621">
                  <c:v>4.0619037860505598</c:v>
                </c:pt>
                <c:pt idx="19622">
                  <c:v>4.0626602840526962</c:v>
                </c:pt>
                <c:pt idx="19623">
                  <c:v>4.0596881750207698</c:v>
                </c:pt>
                <c:pt idx="19624">
                  <c:v>4.0511262412469833</c:v>
                </c:pt>
                <c:pt idx="19625">
                  <c:v>4.0433980298294889</c:v>
                </c:pt>
                <c:pt idx="19626">
                  <c:v>4.0361877596233731</c:v>
                </c:pt>
                <c:pt idx="19627">
                  <c:v>4.0311279028365705</c:v>
                </c:pt>
                <c:pt idx="19628">
                  <c:v>4.0376049372947742</c:v>
                </c:pt>
                <c:pt idx="19629">
                  <c:v>4.0427184396882545</c:v>
                </c:pt>
                <c:pt idx="19630">
                  <c:v>4.0450491751394546</c:v>
                </c:pt>
                <c:pt idx="19631">
                  <c:v>4.0486105154883889</c:v>
                </c:pt>
                <c:pt idx="19632">
                  <c:v>4.0555735253392413</c:v>
                </c:pt>
                <c:pt idx="19633">
                  <c:v>4.0590843058907309</c:v>
                </c:pt>
                <c:pt idx="19634">
                  <c:v>4.0524309055663252</c:v>
                </c:pt>
                <c:pt idx="19635">
                  <c:v>4.0517391304347825</c:v>
                </c:pt>
                <c:pt idx="19636">
                  <c:v>4.0581327689203626</c:v>
                </c:pt>
                <c:pt idx="19637">
                  <c:v>4.0631250543972781</c:v>
                </c:pt>
                <c:pt idx="19638">
                  <c:v>4.0623325552874157</c:v>
                </c:pt>
                <c:pt idx="19639">
                  <c:v>4.0638509316770186</c:v>
                </c:pt>
                <c:pt idx="19640">
                  <c:v>4.067961071329667</c:v>
                </c:pt>
                <c:pt idx="19641">
                  <c:v>4.0681150452980974</c:v>
                </c:pt>
                <c:pt idx="19642">
                  <c:v>4.0659795861850698</c:v>
                </c:pt>
                <c:pt idx="19643">
                  <c:v>4.0646713613166119</c:v>
                </c:pt>
                <c:pt idx="19644">
                  <c:v>4.0589268504964986</c:v>
                </c:pt>
                <c:pt idx="19645">
                  <c:v>4.0566199311627171</c:v>
                </c:pt>
                <c:pt idx="19646">
                  <c:v>4.0576297028919575</c:v>
                </c:pt>
                <c:pt idx="19647">
                  <c:v>4.0599991296435496</c:v>
                </c:pt>
                <c:pt idx="19648">
                  <c:v>4.0620368714641772</c:v>
                </c:pt>
                <c:pt idx="19649">
                  <c:v>4.0565787870396015</c:v>
                </c:pt>
                <c:pt idx="19650">
                  <c:v>4.0480560984294023</c:v>
                </c:pt>
                <c:pt idx="19651">
                  <c:v>4.0468571428571432</c:v>
                </c:pt>
                <c:pt idx="19652">
                  <c:v>4.0514319737310602</c:v>
                </c:pt>
                <c:pt idx="19653">
                  <c:v>4.0492078965067053</c:v>
                </c:pt>
                <c:pt idx="19654">
                  <c:v>4.0455503422083314</c:v>
                </c:pt>
                <c:pt idx="19655">
                  <c:v>4.049744589943427</c:v>
                </c:pt>
                <c:pt idx="19656">
                  <c:v>4.0564743442655375</c:v>
                </c:pt>
                <c:pt idx="19657">
                  <c:v>4.0613401115638723</c:v>
                </c:pt>
                <c:pt idx="19658">
                  <c:v>4.0627769118170667</c:v>
                </c:pt>
                <c:pt idx="19659">
                  <c:v>4.0611692843296279</c:v>
                </c:pt>
                <c:pt idx="19660">
                  <c:v>4.0574576096846933</c:v>
                </c:pt>
                <c:pt idx="19661">
                  <c:v>4.0577949914942435</c:v>
                </c:pt>
                <c:pt idx="19662">
                  <c:v>4.061756774933734</c:v>
                </c:pt>
                <c:pt idx="19663">
                  <c:v>4.0591675436167263</c:v>
                </c:pt>
                <c:pt idx="19664">
                  <c:v>4.0603682399018872</c:v>
                </c:pt>
                <c:pt idx="19665">
                  <c:v>4.0639685880444674</c:v>
                </c:pt>
                <c:pt idx="19666">
                  <c:v>4.071792855164774</c:v>
                </c:pt>
                <c:pt idx="19667">
                  <c:v>4.0723711674644933</c:v>
                </c:pt>
                <c:pt idx="19668">
                  <c:v>4.0686637654784983</c:v>
                </c:pt>
                <c:pt idx="19669">
                  <c:v>4.0599315583336626</c:v>
                </c:pt>
                <c:pt idx="19670">
                  <c:v>4.0605108201131461</c:v>
                </c:pt>
                <c:pt idx="19671">
                  <c:v>4.0633797523440283</c:v>
                </c:pt>
                <c:pt idx="19672">
                  <c:v>4.0595933852909756</c:v>
                </c:pt>
                <c:pt idx="19673">
                  <c:v>4.0548066621830126</c:v>
                </c:pt>
                <c:pt idx="19674">
                  <c:v>4.054038058313882</c:v>
                </c:pt>
                <c:pt idx="19675">
                  <c:v>4.0546538750642878</c:v>
                </c:pt>
                <c:pt idx="19676">
                  <c:v>4.0560557819361476</c:v>
                </c:pt>
                <c:pt idx="19677">
                  <c:v>4.0522185385923963</c:v>
                </c:pt>
                <c:pt idx="19678">
                  <c:v>4.0420490564544842</c:v>
                </c:pt>
                <c:pt idx="19679">
                  <c:v>4.0413835502630846</c:v>
                </c:pt>
                <c:pt idx="19680">
                  <c:v>4.0479052102702058</c:v>
                </c:pt>
                <c:pt idx="19681">
                  <c:v>4.0535596787593464</c:v>
                </c:pt>
                <c:pt idx="19682">
                  <c:v>4.0562933101238281</c:v>
                </c:pt>
                <c:pt idx="19683">
                  <c:v>4.0577184001265971</c:v>
                </c:pt>
                <c:pt idx="19684">
                  <c:v>4.0571607390117501</c:v>
                </c:pt>
                <c:pt idx="19685">
                  <c:v>4.0579526842584164</c:v>
                </c:pt>
                <c:pt idx="19686">
                  <c:v>4.0649312022787516</c:v>
                </c:pt>
                <c:pt idx="19687">
                  <c:v>4.0739642362622144</c:v>
                </c:pt>
                <c:pt idx="19688">
                  <c:v>4.070809906238873</c:v>
                </c:pt>
                <c:pt idx="19689">
                  <c:v>4.0648024686473869</c:v>
                </c:pt>
                <c:pt idx="19690">
                  <c:v>4.0708156822407719</c:v>
                </c:pt>
                <c:pt idx="19691">
                  <c:v>4.0782636388811966</c:v>
                </c:pt>
                <c:pt idx="19692">
                  <c:v>4.0782850812992049</c:v>
                </c:pt>
                <c:pt idx="19693">
                  <c:v>4.0694822961585633</c:v>
                </c:pt>
                <c:pt idx="19694">
                  <c:v>4.0584685682636392</c:v>
                </c:pt>
                <c:pt idx="19695">
                  <c:v>4.053935910115916</c:v>
                </c:pt>
                <c:pt idx="19696">
                  <c:v>4.0501921905289393</c:v>
                </c:pt>
                <c:pt idx="19697">
                  <c:v>4.0490972029908612</c:v>
                </c:pt>
                <c:pt idx="19698">
                  <c:v>4.049785496696602</c:v>
                </c:pt>
                <c:pt idx="19699">
                  <c:v>4.0488643430786881</c:v>
                </c:pt>
                <c:pt idx="19700">
                  <c:v>4.0483086600466827</c:v>
                </c:pt>
                <c:pt idx="19701">
                  <c:v>4.0464472840922578</c:v>
                </c:pt>
                <c:pt idx="19702">
                  <c:v>4.053185346362306</c:v>
                </c:pt>
                <c:pt idx="19703">
                  <c:v>4.0583873086204854</c:v>
                </c:pt>
                <c:pt idx="19704">
                  <c:v>4.0553507932112201</c:v>
                </c:pt>
                <c:pt idx="19705">
                  <c:v>4.0519389959251493</c:v>
                </c:pt>
                <c:pt idx="19706">
                  <c:v>4.053640859279187</c:v>
                </c:pt>
                <c:pt idx="19707">
                  <c:v>4.0559799026783239</c:v>
                </c:pt>
                <c:pt idx="19708">
                  <c:v>4.0591495826245207</c:v>
                </c:pt>
                <c:pt idx="19709">
                  <c:v>4.0596106341733593</c:v>
                </c:pt>
                <c:pt idx="19710">
                  <c:v>4.0582728963088979</c:v>
                </c:pt>
                <c:pt idx="19711">
                  <c:v>4.0579367804723665</c:v>
                </c:pt>
                <c:pt idx="19712">
                  <c:v>4.0655765320251609</c:v>
                </c:pt>
                <c:pt idx="19713">
                  <c:v>4.071683585868576</c:v>
                </c:pt>
                <c:pt idx="19714">
                  <c:v>4.069028919571152</c:v>
                </c:pt>
                <c:pt idx="19715">
                  <c:v>4.0652165209478976</c:v>
                </c:pt>
                <c:pt idx="19716">
                  <c:v>4.0717919848083239</c:v>
                </c:pt>
                <c:pt idx="19717">
                  <c:v>4.0707284092257785</c:v>
                </c:pt>
                <c:pt idx="19718">
                  <c:v>4.0686397911144523</c:v>
                </c:pt>
                <c:pt idx="19719">
                  <c:v>4.074782608695652</c:v>
                </c:pt>
                <c:pt idx="19720">
                  <c:v>4.0704354155952052</c:v>
                </c:pt>
                <c:pt idx="19721">
                  <c:v>4.0646950983107173</c:v>
                </c:pt>
                <c:pt idx="19722">
                  <c:v>4.0641709854808719</c:v>
                </c:pt>
                <c:pt idx="19723">
                  <c:v>4.0626329865094748</c:v>
                </c:pt>
                <c:pt idx="19724">
                  <c:v>4.0577109625351113</c:v>
                </c:pt>
                <c:pt idx="19725">
                  <c:v>4.0590213237330381</c:v>
                </c:pt>
                <c:pt idx="19726">
                  <c:v>4.0627293587055426</c:v>
                </c:pt>
                <c:pt idx="19727">
                  <c:v>4.0582792261739922</c:v>
                </c:pt>
                <c:pt idx="19728">
                  <c:v>4.0589631680974803</c:v>
                </c:pt>
                <c:pt idx="19729">
                  <c:v>4.0658571032954862</c:v>
                </c:pt>
                <c:pt idx="19730">
                  <c:v>4.0678602682280331</c:v>
                </c:pt>
                <c:pt idx="19731">
                  <c:v>4.0615023934802386</c:v>
                </c:pt>
                <c:pt idx="19732">
                  <c:v>4.0518105787870393</c:v>
                </c:pt>
                <c:pt idx="19733">
                  <c:v>4.0462308027060176</c:v>
                </c:pt>
                <c:pt idx="19734">
                  <c:v>4.0450951457847051</c:v>
                </c:pt>
                <c:pt idx="19735">
                  <c:v>4.0481613324366021</c:v>
                </c:pt>
                <c:pt idx="19736">
                  <c:v>4.0581883926098827</c:v>
                </c:pt>
                <c:pt idx="19737">
                  <c:v>4.0612393875855517</c:v>
                </c:pt>
                <c:pt idx="19738">
                  <c:v>4.0583623847766743</c:v>
                </c:pt>
                <c:pt idx="19739">
                  <c:v>4.0582334137753691</c:v>
                </c:pt>
                <c:pt idx="19740">
                  <c:v>4.0540461288918781</c:v>
                </c:pt>
                <c:pt idx="19741">
                  <c:v>4.0516718756181511</c:v>
                </c:pt>
                <c:pt idx="19742">
                  <c:v>4.052800965304427</c:v>
                </c:pt>
                <c:pt idx="19743">
                  <c:v>4.0491532222969502</c:v>
                </c:pt>
                <c:pt idx="19744">
                  <c:v>4.0452590101673458</c:v>
                </c:pt>
                <c:pt idx="19745">
                  <c:v>4.0457134153578354</c:v>
                </c:pt>
                <c:pt idx="19746">
                  <c:v>4.0472917672192112</c:v>
                </c:pt>
                <c:pt idx="19747">
                  <c:v>4.0522324642956047</c:v>
                </c:pt>
                <c:pt idx="19748">
                  <c:v>4.0610701428175808</c:v>
                </c:pt>
                <c:pt idx="19749">
                  <c:v>4.0658557581991532</c:v>
                </c:pt>
                <c:pt idx="19750">
                  <c:v>4.0679004628713846</c:v>
                </c:pt>
                <c:pt idx="19751">
                  <c:v>4.0663504371563084</c:v>
                </c:pt>
                <c:pt idx="19752">
                  <c:v>4.0683362740831583</c:v>
                </c:pt>
                <c:pt idx="19753">
                  <c:v>4.069503026466748</c:v>
                </c:pt>
                <c:pt idx="19754">
                  <c:v>4.0673866360723183</c:v>
                </c:pt>
                <c:pt idx="19755">
                  <c:v>4.0675388693278478</c:v>
                </c:pt>
                <c:pt idx="19756">
                  <c:v>4.0650577995806465</c:v>
                </c:pt>
                <c:pt idx="19757">
                  <c:v>4.0630622304862127</c:v>
                </c:pt>
                <c:pt idx="19758">
                  <c:v>4.0645942160857693</c:v>
                </c:pt>
                <c:pt idx="19759">
                  <c:v>4.0646938323376984</c:v>
                </c:pt>
                <c:pt idx="19760">
                  <c:v>4.0638036159354352</c:v>
                </c:pt>
                <c:pt idx="19761">
                  <c:v>4.0637419788740754</c:v>
                </c:pt>
                <c:pt idx="19762">
                  <c:v>4.0611745855916448</c:v>
                </c:pt>
                <c:pt idx="19763">
                  <c:v>4.054648178185702</c:v>
                </c:pt>
                <c:pt idx="19764">
                  <c:v>4.0520000791233137</c:v>
                </c:pt>
                <c:pt idx="19765">
                  <c:v>4.0485700043517818</c:v>
                </c:pt>
                <c:pt idx="19766">
                  <c:v>4.0425147762788303</c:v>
                </c:pt>
                <c:pt idx="19767">
                  <c:v>4.0445012461921905</c:v>
                </c:pt>
                <c:pt idx="19768">
                  <c:v>4.0446522925980144</c:v>
                </c:pt>
                <c:pt idx="19769">
                  <c:v>4.0471609763816909</c:v>
                </c:pt>
                <c:pt idx="19770">
                  <c:v>4.0587138505360603</c:v>
                </c:pt>
                <c:pt idx="19771">
                  <c:v>4.0610787672587731</c:v>
                </c:pt>
                <c:pt idx="19772">
                  <c:v>4.0598491909641172</c:v>
                </c:pt>
                <c:pt idx="19773">
                  <c:v>4.05868528701982</c:v>
                </c:pt>
                <c:pt idx="19774">
                  <c:v>4.0522004984768758</c:v>
                </c:pt>
                <c:pt idx="19775">
                  <c:v>4.0503620682834196</c:v>
                </c:pt>
                <c:pt idx="19776">
                  <c:v>4.0530868378367684</c:v>
                </c:pt>
                <c:pt idx="19777">
                  <c:v>4.0543058907307037</c:v>
                </c:pt>
                <c:pt idx="19778">
                  <c:v>4.0571388218538589</c:v>
                </c:pt>
                <c:pt idx="19779">
                  <c:v>4.0608540570479095</c:v>
                </c:pt>
                <c:pt idx="19780">
                  <c:v>4.0609630098508527</c:v>
                </c:pt>
                <c:pt idx="19781">
                  <c:v>4.0550546346480987</c:v>
                </c:pt>
                <c:pt idx="19782">
                  <c:v>4.0530020967678126</c:v>
                </c:pt>
                <c:pt idx="19783">
                  <c:v>4.0611320172488821</c:v>
                </c:pt>
                <c:pt idx="19784">
                  <c:v>4.0606865529928395</c:v>
                </c:pt>
                <c:pt idx="19785">
                  <c:v>4.0560698658859833</c:v>
                </c:pt>
                <c:pt idx="19786">
                  <c:v>4.0599413696245596</c:v>
                </c:pt>
                <c:pt idx="19787">
                  <c:v>4.066554179689045</c:v>
                </c:pt>
                <c:pt idx="19788">
                  <c:v>4.0658683388060295</c:v>
                </c:pt>
                <c:pt idx="19789">
                  <c:v>4.0648133876646755</c:v>
                </c:pt>
                <c:pt idx="19790">
                  <c:v>4.0637461724097008</c:v>
                </c:pt>
                <c:pt idx="19791">
                  <c:v>4.0628471733196188</c:v>
                </c:pt>
                <c:pt idx="19792">
                  <c:v>4.0609584206986584</c:v>
                </c:pt>
                <c:pt idx="19793">
                  <c:v>4.0641569015310361</c:v>
                </c:pt>
                <c:pt idx="19794">
                  <c:v>4.0657019424773511</c:v>
                </c:pt>
                <c:pt idx="19795">
                  <c:v>4.0604301143331885</c:v>
                </c:pt>
                <c:pt idx="19796">
                  <c:v>4.0483178383510703</c:v>
                </c:pt>
                <c:pt idx="19797">
                  <c:v>4.0434202634806349</c:v>
                </c:pt>
                <c:pt idx="19798">
                  <c:v>4.0409275626063224</c:v>
                </c:pt>
                <c:pt idx="19799">
                  <c:v>4.0411550421331643</c:v>
                </c:pt>
                <c:pt idx="19800">
                  <c:v>4.0422219408948843</c:v>
                </c:pt>
                <c:pt idx="19801">
                  <c:v>4.0518017169759073</c:v>
                </c:pt>
                <c:pt idx="19802">
                  <c:v>4.0645509356331839</c:v>
                </c:pt>
                <c:pt idx="19803">
                  <c:v>4.0667880682042963</c:v>
                </c:pt>
                <c:pt idx="19804">
                  <c:v>4.0610341417098548</c:v>
                </c:pt>
                <c:pt idx="19805">
                  <c:v>4.0582384776674445</c:v>
                </c:pt>
                <c:pt idx="19806">
                  <c:v>4.0596840606084585</c:v>
                </c:pt>
                <c:pt idx="19807">
                  <c:v>4.0537428492305256</c:v>
                </c:pt>
                <c:pt idx="19808">
                  <c:v>4.0494977252047315</c:v>
                </c:pt>
                <c:pt idx="19809">
                  <c:v>4.0502021600664637</c:v>
                </c:pt>
                <c:pt idx="19810">
                  <c:v>4.0514599042607902</c:v>
                </c:pt>
                <c:pt idx="19811">
                  <c:v>4.0520823673695459</c:v>
                </c:pt>
                <c:pt idx="19812">
                  <c:v>4.0543992562408517</c:v>
                </c:pt>
                <c:pt idx="19813">
                  <c:v>4.0584128654508049</c:v>
                </c:pt>
                <c:pt idx="19814">
                  <c:v>4.0578753016576332</c:v>
                </c:pt>
                <c:pt idx="19815">
                  <c:v>4.0600454959053689</c:v>
                </c:pt>
                <c:pt idx="19816">
                  <c:v>4.063440519048938</c:v>
                </c:pt>
                <c:pt idx="19817">
                  <c:v>4.0635681449539103</c:v>
                </c:pt>
                <c:pt idx="19818">
                  <c:v>4.0656191003679236</c:v>
                </c:pt>
                <c:pt idx="19819">
                  <c:v>4.0572124065355855</c:v>
                </c:pt>
                <c:pt idx="19820">
                  <c:v>4.0551149266131263</c:v>
                </c:pt>
                <c:pt idx="19821">
                  <c:v>4.0570483839063183</c:v>
                </c:pt>
                <c:pt idx="19822">
                  <c:v>4.0665210270206114</c:v>
                </c:pt>
                <c:pt idx="19823">
                  <c:v>4.0774409937888203</c:v>
                </c:pt>
                <c:pt idx="19824">
                  <c:v>4.0757852593266604</c:v>
                </c:pt>
                <c:pt idx="19825">
                  <c:v>4.0650168928274715</c:v>
                </c:pt>
                <c:pt idx="19826">
                  <c:v>4.0565132729358702</c:v>
                </c:pt>
                <c:pt idx="19827">
                  <c:v>4.0577039996835067</c:v>
                </c:pt>
                <c:pt idx="19828">
                  <c:v>4.0603323970407876</c:v>
                </c:pt>
                <c:pt idx="19829">
                  <c:v>4.0645839300549911</c:v>
                </c:pt>
                <c:pt idx="19830">
                  <c:v>4.0602872967519881</c:v>
                </c:pt>
                <c:pt idx="19831">
                  <c:v>4.0515818332871785</c:v>
                </c:pt>
                <c:pt idx="19832">
                  <c:v>4.0477019424773513</c:v>
                </c:pt>
                <c:pt idx="19833">
                  <c:v>4.0501061834869647</c:v>
                </c:pt>
                <c:pt idx="19834">
                  <c:v>4.0543341377536892</c:v>
                </c:pt>
                <c:pt idx="19835">
                  <c:v>4.0616576334216878</c:v>
                </c:pt>
                <c:pt idx="19836">
                  <c:v>4.0626160541203467</c:v>
                </c:pt>
                <c:pt idx="19837">
                  <c:v>4.0570907940024528</c:v>
                </c:pt>
                <c:pt idx="19838">
                  <c:v>4.0555861850694308</c:v>
                </c:pt>
                <c:pt idx="19839">
                  <c:v>4.0547587925782329</c:v>
                </c:pt>
                <c:pt idx="19840">
                  <c:v>4.0605704790916644</c:v>
                </c:pt>
                <c:pt idx="19841">
                  <c:v>4.0726538750642876</c:v>
                </c:pt>
                <c:pt idx="19842">
                  <c:v>4.0811639039442973</c:v>
                </c:pt>
                <c:pt idx="19843">
                  <c:v>4.082391106539542</c:v>
                </c:pt>
                <c:pt idx="19844">
                  <c:v>4.0716044625548919</c:v>
                </c:pt>
                <c:pt idx="19845">
                  <c:v>4.068923606440638</c:v>
                </c:pt>
                <c:pt idx="19846">
                  <c:v>4.0712184199074262</c:v>
                </c:pt>
                <c:pt idx="19847">
                  <c:v>4.0708075325394626</c:v>
                </c:pt>
                <c:pt idx="19848">
                  <c:v>4.07063931637457</c:v>
                </c:pt>
                <c:pt idx="19849">
                  <c:v>4.0677233848953591</c:v>
                </c:pt>
                <c:pt idx="19850">
                  <c:v>4.0637276575542982</c:v>
                </c:pt>
                <c:pt idx="19851">
                  <c:v>4.0616815286624206</c:v>
                </c:pt>
                <c:pt idx="19852">
                  <c:v>4.062686394746212</c:v>
                </c:pt>
                <c:pt idx="19853">
                  <c:v>4.0626906674051506</c:v>
                </c:pt>
                <c:pt idx="19854">
                  <c:v>4.0580591051153219</c:v>
                </c:pt>
                <c:pt idx="19855">
                  <c:v>4.0488000949479765</c:v>
                </c:pt>
                <c:pt idx="19856">
                  <c:v>4.0422277168967833</c:v>
                </c:pt>
                <c:pt idx="19857">
                  <c:v>4.0465310756814494</c:v>
                </c:pt>
                <c:pt idx="19858">
                  <c:v>4.049873481821419</c:v>
                </c:pt>
                <c:pt idx="19859">
                  <c:v>4.0480614788147324</c:v>
                </c:pt>
                <c:pt idx="19860">
                  <c:v>4.0473614748585671</c:v>
                </c:pt>
                <c:pt idx="19861">
                  <c:v>4.0572643114293623</c:v>
                </c:pt>
                <c:pt idx="19862">
                  <c:v>4.0634956679985761</c:v>
                </c:pt>
                <c:pt idx="19863">
                  <c:v>4.0607816592158876</c:v>
                </c:pt>
                <c:pt idx="19864">
                  <c:v>4.0568003323179171</c:v>
                </c:pt>
                <c:pt idx="19865">
                  <c:v>4.06279930371484</c:v>
                </c:pt>
                <c:pt idx="19866">
                  <c:v>4.0746862364995842</c:v>
                </c:pt>
                <c:pt idx="19867">
                  <c:v>4.071200538038533</c:v>
                </c:pt>
                <c:pt idx="19868">
                  <c:v>4.0597437195869759</c:v>
                </c:pt>
                <c:pt idx="19869">
                  <c:v>4.0496687898089174</c:v>
                </c:pt>
                <c:pt idx="19870">
                  <c:v>4.0525234798433356</c:v>
                </c:pt>
                <c:pt idx="19871">
                  <c:v>4.0604756893618701</c:v>
                </c:pt>
                <c:pt idx="19872">
                  <c:v>4.0638655694900505</c:v>
                </c:pt>
                <c:pt idx="19873">
                  <c:v>4.0569794675000992</c:v>
                </c:pt>
                <c:pt idx="19874">
                  <c:v>4.0434184436444198</c:v>
                </c:pt>
                <c:pt idx="19875">
                  <c:v>4.0427323653914629</c:v>
                </c:pt>
                <c:pt idx="19876">
                  <c:v>4.0555482058788623</c:v>
                </c:pt>
                <c:pt idx="19877">
                  <c:v>4.0654474027772283</c:v>
                </c:pt>
                <c:pt idx="19878">
                  <c:v>4.0653001542904619</c:v>
                </c:pt>
                <c:pt idx="19879">
                  <c:v>4.0632794239822765</c:v>
                </c:pt>
                <c:pt idx="19880">
                  <c:v>4.060338331289314</c:v>
                </c:pt>
                <c:pt idx="19881">
                  <c:v>4.0578211813110734</c:v>
                </c:pt>
                <c:pt idx="19882">
                  <c:v>4.0587099734936896</c:v>
                </c:pt>
                <c:pt idx="19883">
                  <c:v>4.058315148158405</c:v>
                </c:pt>
                <c:pt idx="19884">
                  <c:v>4.0579718321003284</c:v>
                </c:pt>
                <c:pt idx="19885">
                  <c:v>4.0577959409740076</c:v>
                </c:pt>
                <c:pt idx="19886">
                  <c:v>4.0583203702971078</c:v>
                </c:pt>
                <c:pt idx="19887">
                  <c:v>4.0592147802349965</c:v>
                </c:pt>
                <c:pt idx="19888">
                  <c:v>4.0515013648771614</c:v>
                </c:pt>
                <c:pt idx="19889">
                  <c:v>4.0479566404241005</c:v>
                </c:pt>
                <c:pt idx="19890">
                  <c:v>4.0512059975471777</c:v>
                </c:pt>
                <c:pt idx="19891">
                  <c:v>4.0578107370336669</c:v>
                </c:pt>
                <c:pt idx="19892">
                  <c:v>4.0596576334216881</c:v>
                </c:pt>
                <c:pt idx="19893">
                  <c:v>4.0584002848439296</c:v>
                </c:pt>
                <c:pt idx="19894">
                  <c:v>4.0592144637417418</c:v>
                </c:pt>
                <c:pt idx="19895">
                  <c:v>4.0632495153697032</c:v>
                </c:pt>
                <c:pt idx="19896">
                  <c:v>4.0606078252957234</c:v>
                </c:pt>
                <c:pt idx="19897">
                  <c:v>4.0497577244134986</c:v>
                </c:pt>
                <c:pt idx="19898">
                  <c:v>4.0436630138070182</c:v>
                </c:pt>
                <c:pt idx="19899">
                  <c:v>4.0539414487478735</c:v>
                </c:pt>
                <c:pt idx="19900">
                  <c:v>4.0649201250148357</c:v>
                </c:pt>
                <c:pt idx="19901">
                  <c:v>4.0718971396922106</c:v>
                </c:pt>
                <c:pt idx="19902">
                  <c:v>4.0728772401788191</c:v>
                </c:pt>
                <c:pt idx="19903">
                  <c:v>4.0692610673735015</c:v>
                </c:pt>
                <c:pt idx="19904">
                  <c:v>4.0631756141947228</c:v>
                </c:pt>
                <c:pt idx="19905">
                  <c:v>4.0589058828183724</c:v>
                </c:pt>
                <c:pt idx="19906">
                  <c:v>4.054514855402144</c:v>
                </c:pt>
                <c:pt idx="19907">
                  <c:v>4.0552346401867307</c:v>
                </c:pt>
                <c:pt idx="19908">
                  <c:v>4.0622221782648253</c:v>
                </c:pt>
                <c:pt idx="19909">
                  <c:v>4.0617226727855362</c:v>
                </c:pt>
                <c:pt idx="19910">
                  <c:v>4.0583626221466158</c:v>
                </c:pt>
                <c:pt idx="19911">
                  <c:v>4.0570293943110336</c:v>
                </c:pt>
                <c:pt idx="19912">
                  <c:v>4.0608940934446336</c:v>
                </c:pt>
                <c:pt idx="19913">
                  <c:v>4.0613998496657038</c:v>
                </c:pt>
                <c:pt idx="19914">
                  <c:v>4.049649483720378</c:v>
                </c:pt>
                <c:pt idx="19915">
                  <c:v>4.0448190054199467</c:v>
                </c:pt>
                <c:pt idx="19916">
                  <c:v>4.0424840764331211</c:v>
                </c:pt>
                <c:pt idx="19917">
                  <c:v>4.0438927087866441</c:v>
                </c:pt>
                <c:pt idx="19918">
                  <c:v>4.0517976025635951</c:v>
                </c:pt>
                <c:pt idx="19919">
                  <c:v>4.0616980654349808</c:v>
                </c:pt>
                <c:pt idx="19920">
                  <c:v>4.0643473513470747</c:v>
                </c:pt>
                <c:pt idx="19921">
                  <c:v>4.0632446888475693</c:v>
                </c:pt>
                <c:pt idx="19922">
                  <c:v>4.0659069509831074</c:v>
                </c:pt>
                <c:pt idx="19923">
                  <c:v>4.0694167029315187</c:v>
                </c:pt>
                <c:pt idx="19924">
                  <c:v>4.0617266289512202</c:v>
                </c:pt>
                <c:pt idx="19925">
                  <c:v>4.053702100723978</c:v>
                </c:pt>
                <c:pt idx="19926">
                  <c:v>4.0505758594769947</c:v>
                </c:pt>
                <c:pt idx="19927">
                  <c:v>4.0478753016576334</c:v>
                </c:pt>
                <c:pt idx="19928">
                  <c:v>4.0455948886339357</c:v>
                </c:pt>
                <c:pt idx="19929">
                  <c:v>4.0591365272777624</c:v>
                </c:pt>
                <c:pt idx="19930">
                  <c:v>4.0727835581754164</c:v>
                </c:pt>
                <c:pt idx="19931">
                  <c:v>4.0682330972821141</c:v>
                </c:pt>
                <c:pt idx="19932">
                  <c:v>4.0606208015191676</c:v>
                </c:pt>
                <c:pt idx="19933">
                  <c:v>4.0661954345848006</c:v>
                </c:pt>
                <c:pt idx="19934">
                  <c:v>4.072432329785971</c:v>
                </c:pt>
                <c:pt idx="19935">
                  <c:v>4.0680371088341181</c:v>
                </c:pt>
                <c:pt idx="19936">
                  <c:v>4.0633437512363022</c:v>
                </c:pt>
                <c:pt idx="19937">
                  <c:v>4.0646469913359971</c:v>
                </c:pt>
                <c:pt idx="19938">
                  <c:v>4.0650204533765875</c:v>
                </c:pt>
                <c:pt idx="19939">
                  <c:v>4.0674528622858723</c:v>
                </c:pt>
                <c:pt idx="19940">
                  <c:v>4.0665821893420899</c:v>
                </c:pt>
                <c:pt idx="19941">
                  <c:v>4.0625324207777824</c:v>
                </c:pt>
                <c:pt idx="19942">
                  <c:v>4.0709897535308777</c:v>
                </c:pt>
                <c:pt idx="19943">
                  <c:v>4.0725713494481148</c:v>
                </c:pt>
                <c:pt idx="19944">
                  <c:v>4.0705053606045025</c:v>
                </c:pt>
                <c:pt idx="19945">
                  <c:v>4.0696156980654346</c:v>
                </c:pt>
                <c:pt idx="19946">
                  <c:v>4.0676467144043995</c:v>
                </c:pt>
                <c:pt idx="19947">
                  <c:v>4.0630771847924994</c:v>
                </c:pt>
                <c:pt idx="19948">
                  <c:v>4.0705925544961827</c:v>
                </c:pt>
                <c:pt idx="19949">
                  <c:v>4.0778351070142822</c:v>
                </c:pt>
                <c:pt idx="19950">
                  <c:v>4.0752063931637457</c:v>
                </c:pt>
                <c:pt idx="19951">
                  <c:v>4.0715171104165844</c:v>
                </c:pt>
                <c:pt idx="19952">
                  <c:v>4.0649964790125415</c:v>
                </c:pt>
                <c:pt idx="19953">
                  <c:v>4.0597936463979112</c:v>
                </c:pt>
                <c:pt idx="19954">
                  <c:v>4.054949954504095</c:v>
                </c:pt>
                <c:pt idx="19955">
                  <c:v>4.0549081773944691</c:v>
                </c:pt>
                <c:pt idx="19956">
                  <c:v>4.059587371919136</c:v>
                </c:pt>
                <c:pt idx="19957">
                  <c:v>4.0612544210151524</c:v>
                </c:pt>
                <c:pt idx="19958">
                  <c:v>4.0665002175891125</c:v>
                </c:pt>
                <c:pt idx="19959">
                  <c:v>4.0688084028959128</c:v>
                </c:pt>
                <c:pt idx="19960">
                  <c:v>4.0734476401471698</c:v>
                </c:pt>
                <c:pt idx="19961">
                  <c:v>4.0711059856786802</c:v>
                </c:pt>
                <c:pt idx="19962">
                  <c:v>4.0631752977014681</c:v>
                </c:pt>
                <c:pt idx="19963">
                  <c:v>4.0589553348894256</c:v>
                </c:pt>
                <c:pt idx="19964">
                  <c:v>4.0579829093642443</c:v>
                </c:pt>
                <c:pt idx="19965">
                  <c:v>4.064828262847648</c:v>
                </c:pt>
                <c:pt idx="19966">
                  <c:v>4.0705492740435973</c:v>
                </c:pt>
                <c:pt idx="19967">
                  <c:v>4.0702008940934444</c:v>
                </c:pt>
                <c:pt idx="19968">
                  <c:v>4.065379277604146</c:v>
                </c:pt>
                <c:pt idx="19969">
                  <c:v>4.0515902203584284</c:v>
                </c:pt>
                <c:pt idx="19970">
                  <c:v>4.0485202357874748</c:v>
                </c:pt>
                <c:pt idx="19971">
                  <c:v>4.0482349962416428</c:v>
                </c:pt>
                <c:pt idx="19972">
                  <c:v>4.0509782806503933</c:v>
                </c:pt>
                <c:pt idx="19973">
                  <c:v>4.0585437354116394</c:v>
                </c:pt>
                <c:pt idx="19974">
                  <c:v>4.0647736677612061</c:v>
                </c:pt>
                <c:pt idx="19975">
                  <c:v>4.0700365549709225</c:v>
                </c:pt>
                <c:pt idx="19976">
                  <c:v>4.0693321992325036</c:v>
                </c:pt>
                <c:pt idx="19977">
                  <c:v>4.069314633856866</c:v>
                </c:pt>
                <c:pt idx="19978">
                  <c:v>4.0750196621434505</c:v>
                </c:pt>
                <c:pt idx="19979">
                  <c:v>4.0765386715195628</c:v>
                </c:pt>
                <c:pt idx="19980">
                  <c:v>4.0724200656723504</c:v>
                </c:pt>
                <c:pt idx="19981">
                  <c:v>4.0691563872294969</c:v>
                </c:pt>
                <c:pt idx="19982">
                  <c:v>4.0620139257032086</c:v>
                </c:pt>
                <c:pt idx="19983">
                  <c:v>4.0588692487241369</c:v>
                </c:pt>
                <c:pt idx="19984">
                  <c:v>4.0589480555445663</c:v>
                </c:pt>
                <c:pt idx="19985">
                  <c:v>4.0544001265973018</c:v>
                </c:pt>
                <c:pt idx="19986">
                  <c:v>4.0517648455117303</c:v>
                </c:pt>
                <c:pt idx="19987">
                  <c:v>4.0563115876092892</c:v>
                </c:pt>
                <c:pt idx="19988">
                  <c:v>4.0582149780432806</c:v>
                </c:pt>
                <c:pt idx="19989">
                  <c:v>4.0612588519207184</c:v>
                </c:pt>
                <c:pt idx="19990">
                  <c:v>4.0566396328678245</c:v>
                </c:pt>
                <c:pt idx="19991">
                  <c:v>4.0594284923052575</c:v>
                </c:pt>
                <c:pt idx="19992">
                  <c:v>4.0644341496221861</c:v>
                </c:pt>
                <c:pt idx="19993">
                  <c:v>4.0581622027930528</c:v>
                </c:pt>
                <c:pt idx="19994">
                  <c:v>4.0562640344977652</c:v>
                </c:pt>
                <c:pt idx="19995">
                  <c:v>4.057839221426593</c:v>
                </c:pt>
                <c:pt idx="19996">
                  <c:v>4.0632579024409541</c:v>
                </c:pt>
                <c:pt idx="19997">
                  <c:v>4.0672459548205877</c:v>
                </c:pt>
                <c:pt idx="19998">
                  <c:v>4.0649144281362499</c:v>
                </c:pt>
                <c:pt idx="19999">
                  <c:v>4.0580373462040589</c:v>
                </c:pt>
                <c:pt idx="20000">
                  <c:v>4.0581633105194443</c:v>
                </c:pt>
                <c:pt idx="20001">
                  <c:v>4.0536211575740788</c:v>
                </c:pt>
                <c:pt idx="20002">
                  <c:v>4.0466101989951335</c:v>
                </c:pt>
                <c:pt idx="20003">
                  <c:v>4.0441563476678404</c:v>
                </c:pt>
                <c:pt idx="20004">
                  <c:v>4.0450433991375556</c:v>
                </c:pt>
                <c:pt idx="20005">
                  <c:v>4.0439905843256714</c:v>
                </c:pt>
                <c:pt idx="20006">
                  <c:v>4.0431161134628315</c:v>
                </c:pt>
                <c:pt idx="20007">
                  <c:v>4.0471410373066421</c:v>
                </c:pt>
                <c:pt idx="20008">
                  <c:v>4.047653835502631</c:v>
                </c:pt>
                <c:pt idx="20009">
                  <c:v>4.0485628041302366</c:v>
                </c:pt>
                <c:pt idx="20010">
                  <c:v>4.0525665229259804</c:v>
                </c:pt>
                <c:pt idx="20011">
                  <c:v>4.051080349725046</c:v>
                </c:pt>
                <c:pt idx="20012">
                  <c:v>4.0495417177671404</c:v>
                </c:pt>
                <c:pt idx="20013">
                  <c:v>4.0440537247299915</c:v>
                </c:pt>
                <c:pt idx="20014">
                  <c:v>4.0506572773667759</c:v>
                </c:pt>
                <c:pt idx="20015">
                  <c:v>4.059151877200617</c:v>
                </c:pt>
                <c:pt idx="20016">
                  <c:v>4.0590425287811049</c:v>
                </c:pt>
                <c:pt idx="20017">
                  <c:v>4.0535652965146181</c:v>
                </c:pt>
                <c:pt idx="20018">
                  <c:v>4.0457703050203744</c:v>
                </c:pt>
                <c:pt idx="20019">
                  <c:v>4.0453490524983184</c:v>
                </c:pt>
                <c:pt idx="20020">
                  <c:v>4.052961823001147</c:v>
                </c:pt>
                <c:pt idx="20021">
                  <c:v>4.0631599477786127</c:v>
                </c:pt>
                <c:pt idx="20022">
                  <c:v>4.0742448075325397</c:v>
                </c:pt>
                <c:pt idx="20023">
                  <c:v>4.0717767931320967</c:v>
                </c:pt>
                <c:pt idx="20024">
                  <c:v>4.0694853819677972</c:v>
                </c:pt>
                <c:pt idx="20025">
                  <c:v>4.0767712940617953</c:v>
                </c:pt>
                <c:pt idx="20026">
                  <c:v>4.0792364600229458</c:v>
                </c:pt>
                <c:pt idx="20027">
                  <c:v>4.0742465482454406</c:v>
                </c:pt>
                <c:pt idx="20028">
                  <c:v>4.0693323574791309</c:v>
                </c:pt>
                <c:pt idx="20029">
                  <c:v>4.0681046801440042</c:v>
                </c:pt>
                <c:pt idx="20030">
                  <c:v>4.0741049966372591</c:v>
                </c:pt>
                <c:pt idx="20031">
                  <c:v>4.0783310519444553</c:v>
                </c:pt>
                <c:pt idx="20032">
                  <c:v>4.0767731930213236</c:v>
                </c:pt>
                <c:pt idx="20033">
                  <c:v>4.0695651382679907</c:v>
                </c:pt>
                <c:pt idx="20034">
                  <c:v>4.0681453495272386</c:v>
                </c:pt>
                <c:pt idx="20035">
                  <c:v>4.0695765320251613</c:v>
                </c:pt>
                <c:pt idx="20036">
                  <c:v>4.069049333386082</c:v>
                </c:pt>
                <c:pt idx="20037">
                  <c:v>4.0675204335957593</c:v>
                </c:pt>
                <c:pt idx="20038">
                  <c:v>4.06335830992602</c:v>
                </c:pt>
                <c:pt idx="20039">
                  <c:v>4.0527070459310837</c:v>
                </c:pt>
                <c:pt idx="20040">
                  <c:v>4.0540725560786486</c:v>
                </c:pt>
                <c:pt idx="20041">
                  <c:v>4.061664358903351</c:v>
                </c:pt>
                <c:pt idx="20042">
                  <c:v>4.0674396486924875</c:v>
                </c:pt>
                <c:pt idx="20043">
                  <c:v>4.0595856312062351</c:v>
                </c:pt>
                <c:pt idx="20044">
                  <c:v>4.0541970170510737</c:v>
                </c:pt>
                <c:pt idx="20045">
                  <c:v>4.0596066780076754</c:v>
                </c:pt>
                <c:pt idx="20046">
                  <c:v>4.0632405744352571</c:v>
                </c:pt>
                <c:pt idx="20047">
                  <c:v>4.0630730703801872</c:v>
                </c:pt>
                <c:pt idx="20048">
                  <c:v>4.0576448945681847</c:v>
                </c:pt>
                <c:pt idx="20049">
                  <c:v>4.0585503026466752</c:v>
                </c:pt>
                <c:pt idx="20050">
                  <c:v>4.0559605174664712</c:v>
                </c:pt>
                <c:pt idx="20051">
                  <c:v>4.0587136131661197</c:v>
                </c:pt>
                <c:pt idx="20052">
                  <c:v>4.0649815247062548</c:v>
                </c:pt>
                <c:pt idx="20053">
                  <c:v>4.0608573011037699</c:v>
                </c:pt>
                <c:pt idx="20054">
                  <c:v>4.0572870198203903</c:v>
                </c:pt>
                <c:pt idx="20055">
                  <c:v>4.0575464651659612</c:v>
                </c:pt>
                <c:pt idx="20056">
                  <c:v>4.0566486529255847</c:v>
                </c:pt>
                <c:pt idx="20057">
                  <c:v>4.0545985678680223</c:v>
                </c:pt>
                <c:pt idx="20058">
                  <c:v>4.054223365114531</c:v>
                </c:pt>
                <c:pt idx="20059">
                  <c:v>4.0555793804644535</c:v>
                </c:pt>
                <c:pt idx="20060">
                  <c:v>4.0564344661154408</c:v>
                </c:pt>
                <c:pt idx="20061">
                  <c:v>4.0529682319895555</c:v>
                </c:pt>
                <c:pt idx="20062">
                  <c:v>4.0515487597420581</c:v>
                </c:pt>
                <c:pt idx="20063">
                  <c:v>4.049697907188353</c:v>
                </c:pt>
                <c:pt idx="20064">
                  <c:v>4.0485375637931718</c:v>
                </c:pt>
                <c:pt idx="20065">
                  <c:v>4.0528903746488902</c:v>
                </c:pt>
                <c:pt idx="20066">
                  <c:v>4.0563930846223837</c:v>
                </c:pt>
                <c:pt idx="20067">
                  <c:v>4.050172488823832</c:v>
                </c:pt>
                <c:pt idx="20068">
                  <c:v>4.0377676939510225</c:v>
                </c:pt>
                <c:pt idx="20069">
                  <c:v>4.0340908335641092</c:v>
                </c:pt>
                <c:pt idx="20070">
                  <c:v>4.0461934565019586</c:v>
                </c:pt>
                <c:pt idx="20071">
                  <c:v>4.057100209676781</c:v>
                </c:pt>
                <c:pt idx="20072">
                  <c:v>4.0671035328559562</c:v>
                </c:pt>
                <c:pt idx="20073">
                  <c:v>4.0695812003006688</c:v>
                </c:pt>
                <c:pt idx="20074">
                  <c:v>4.0614882304070896</c:v>
                </c:pt>
                <c:pt idx="20075">
                  <c:v>4.0588205087629072</c:v>
                </c:pt>
                <c:pt idx="20076">
                  <c:v>4.0642708391027416</c:v>
                </c:pt>
                <c:pt idx="20077">
                  <c:v>4.0675133124975273</c:v>
                </c:pt>
                <c:pt idx="20078">
                  <c:v>4.0676980654349801</c:v>
                </c:pt>
                <c:pt idx="20079">
                  <c:v>4.0660108398939752</c:v>
                </c:pt>
                <c:pt idx="20080">
                  <c:v>4.0635740000791234</c:v>
                </c:pt>
                <c:pt idx="20081">
                  <c:v>4.0600092574277014</c:v>
                </c:pt>
                <c:pt idx="20082">
                  <c:v>4.0540404320132923</c:v>
                </c:pt>
                <c:pt idx="20083">
                  <c:v>4.0617782173517423</c:v>
                </c:pt>
                <c:pt idx="20084">
                  <c:v>4.0726315622898284</c:v>
                </c:pt>
                <c:pt idx="20085">
                  <c:v>4.074546188234363</c:v>
                </c:pt>
                <c:pt idx="20086">
                  <c:v>4.0704649285912096</c:v>
                </c:pt>
                <c:pt idx="20087">
                  <c:v>4.064728330102465</c:v>
                </c:pt>
                <c:pt idx="20088">
                  <c:v>4.0618883570043911</c:v>
                </c:pt>
                <c:pt idx="20089">
                  <c:v>4.0545899434268309</c:v>
                </c:pt>
                <c:pt idx="20090">
                  <c:v>4.0581531827352926</c:v>
                </c:pt>
                <c:pt idx="20091">
                  <c:v>4.0656857221980456</c:v>
                </c:pt>
                <c:pt idx="20092">
                  <c:v>4.06456565256953</c:v>
                </c:pt>
                <c:pt idx="20093">
                  <c:v>4.0621060252403369</c:v>
                </c:pt>
                <c:pt idx="20094">
                  <c:v>4.0664908810380975</c:v>
                </c:pt>
                <c:pt idx="20095">
                  <c:v>4.0715690944336753</c:v>
                </c:pt>
                <c:pt idx="20096">
                  <c:v>4.0728172647070462</c:v>
                </c:pt>
                <c:pt idx="20097">
                  <c:v>4.0724411915971039</c:v>
                </c:pt>
                <c:pt idx="20098">
                  <c:v>4.067175455948095</c:v>
                </c:pt>
                <c:pt idx="20099">
                  <c:v>4.0617691181706688</c:v>
                </c:pt>
                <c:pt idx="20100">
                  <c:v>4.065654389365827</c:v>
                </c:pt>
                <c:pt idx="20101">
                  <c:v>4.0708448787435216</c:v>
                </c:pt>
                <c:pt idx="20102">
                  <c:v>4.0703471931004467</c:v>
                </c:pt>
                <c:pt idx="20103">
                  <c:v>4.0602758238715033</c:v>
                </c:pt>
                <c:pt idx="20104">
                  <c:v>4.0558211021877595</c:v>
                </c:pt>
                <c:pt idx="20105">
                  <c:v>4.0593304585196028</c:v>
                </c:pt>
                <c:pt idx="20106">
                  <c:v>4.0668432171539344</c:v>
                </c:pt>
                <c:pt idx="20107">
                  <c:v>4.0715402144241803</c:v>
                </c:pt>
                <c:pt idx="20108">
                  <c:v>4.0669086521343516</c:v>
                </c:pt>
                <c:pt idx="20109">
                  <c:v>4.0584127863274917</c:v>
                </c:pt>
                <c:pt idx="20110">
                  <c:v>4.0541732800569692</c:v>
                </c:pt>
                <c:pt idx="20111">
                  <c:v>4.0669306484155561</c:v>
                </c:pt>
                <c:pt idx="20112">
                  <c:v>4.0692656565256957</c:v>
                </c:pt>
                <c:pt idx="20113">
                  <c:v>4.0635501839617039</c:v>
                </c:pt>
                <c:pt idx="20114">
                  <c:v>4.0637464889029555</c:v>
                </c:pt>
                <c:pt idx="20115">
                  <c:v>4.0772066305336869</c:v>
                </c:pt>
                <c:pt idx="20116">
                  <c:v>4.0828903746488905</c:v>
                </c:pt>
                <c:pt idx="20117">
                  <c:v>4.0777352533924125</c:v>
                </c:pt>
                <c:pt idx="20118">
                  <c:v>4.0694414685287024</c:v>
                </c:pt>
                <c:pt idx="20119">
                  <c:v>4.0683235352296556</c:v>
                </c:pt>
                <c:pt idx="20120">
                  <c:v>4.067318510899236</c:v>
                </c:pt>
                <c:pt idx="20121">
                  <c:v>4.0635473355224114</c:v>
                </c:pt>
                <c:pt idx="20122">
                  <c:v>4.0597342247893344</c:v>
                </c:pt>
                <c:pt idx="20123">
                  <c:v>4.0605211852672394</c:v>
                </c:pt>
                <c:pt idx="20124">
                  <c:v>4.0670103255924355</c:v>
                </c:pt>
                <c:pt idx="20125">
                  <c:v>4.0708061083198164</c:v>
                </c:pt>
                <c:pt idx="20126">
                  <c:v>4.0743235352296558</c:v>
                </c:pt>
                <c:pt idx="20127">
                  <c:v>4.0840843454523874</c:v>
                </c:pt>
                <c:pt idx="20128">
                  <c:v>4.0814178897812239</c:v>
                </c:pt>
                <c:pt idx="20129">
                  <c:v>4.0747409898326543</c:v>
                </c:pt>
                <c:pt idx="20130">
                  <c:v>4.0707049096016137</c:v>
                </c:pt>
                <c:pt idx="20131">
                  <c:v>4.0643183130909524</c:v>
                </c:pt>
                <c:pt idx="20132">
                  <c:v>4.0600472366182698</c:v>
                </c:pt>
                <c:pt idx="20133">
                  <c:v>4.0574557898484791</c:v>
                </c:pt>
                <c:pt idx="20134">
                  <c:v>4.0635038968231987</c:v>
                </c:pt>
                <c:pt idx="20135">
                  <c:v>4.0766920125014838</c:v>
                </c:pt>
                <c:pt idx="20136">
                  <c:v>4.075715789057246</c:v>
                </c:pt>
                <c:pt idx="20137">
                  <c:v>4.0657010721209002</c:v>
                </c:pt>
                <c:pt idx="20138">
                  <c:v>4.0612053645606681</c:v>
                </c:pt>
                <c:pt idx="20139">
                  <c:v>4.0588456699766589</c:v>
                </c:pt>
                <c:pt idx="20140">
                  <c:v>4.0588848360169321</c:v>
                </c:pt>
                <c:pt idx="20141">
                  <c:v>4.0597254421015156</c:v>
                </c:pt>
                <c:pt idx="20142">
                  <c:v>4.0635230446651107</c:v>
                </c:pt>
                <c:pt idx="20143">
                  <c:v>4.0651290105629627</c:v>
                </c:pt>
                <c:pt idx="20144">
                  <c:v>4.0667652015666418</c:v>
                </c:pt>
                <c:pt idx="20145">
                  <c:v>4.0674792894726428</c:v>
                </c:pt>
                <c:pt idx="20146">
                  <c:v>4.0554226371800448</c:v>
                </c:pt>
                <c:pt idx="20147">
                  <c:v>4.0473963682399017</c:v>
                </c:pt>
                <c:pt idx="20148">
                  <c:v>4.0454356925268034</c:v>
                </c:pt>
                <c:pt idx="20149">
                  <c:v>4.044777386556949</c:v>
                </c:pt>
                <c:pt idx="20150">
                  <c:v>4.0447517506033153</c:v>
                </c:pt>
                <c:pt idx="20151">
                  <c:v>4.0378393796732208</c:v>
                </c:pt>
                <c:pt idx="20152">
                  <c:v>4.0322477350951456</c:v>
                </c:pt>
                <c:pt idx="20153">
                  <c:v>4.034681330854136</c:v>
                </c:pt>
                <c:pt idx="20154">
                  <c:v>4.0379251493452548</c:v>
                </c:pt>
                <c:pt idx="20155">
                  <c:v>4.0351669897535309</c:v>
                </c:pt>
                <c:pt idx="20156">
                  <c:v>4.0390782133955767</c:v>
                </c:pt>
                <c:pt idx="20157">
                  <c:v>4.0530221940894888</c:v>
                </c:pt>
                <c:pt idx="20158">
                  <c:v>4.0610358032994425</c:v>
                </c:pt>
                <c:pt idx="20159">
                  <c:v>4.0661697986311669</c:v>
                </c:pt>
                <c:pt idx="20160">
                  <c:v>4.0688531866914586</c:v>
                </c:pt>
                <c:pt idx="20161">
                  <c:v>4.0640962139494405</c:v>
                </c:pt>
                <c:pt idx="20162">
                  <c:v>4.0626196937927759</c:v>
                </c:pt>
                <c:pt idx="20163">
                  <c:v>4.0653621078450763</c:v>
                </c:pt>
                <c:pt idx="20164">
                  <c:v>4.062489535941765</c:v>
                </c:pt>
                <c:pt idx="20165">
                  <c:v>4.0651196740119477</c:v>
                </c:pt>
                <c:pt idx="20166">
                  <c:v>4.0684760849784389</c:v>
                </c:pt>
                <c:pt idx="20167">
                  <c:v>4.0697188748664797</c:v>
                </c:pt>
                <c:pt idx="20168">
                  <c:v>4.0692817976816871</c:v>
                </c:pt>
                <c:pt idx="20169">
                  <c:v>4.0635063496459232</c:v>
                </c:pt>
                <c:pt idx="20170">
                  <c:v>4.049713890097717</c:v>
                </c:pt>
                <c:pt idx="20171">
                  <c:v>4.0486841792934287</c:v>
                </c:pt>
                <c:pt idx="20172">
                  <c:v>4.0560749297780587</c:v>
                </c:pt>
                <c:pt idx="20173">
                  <c:v>4.056453218340784</c:v>
                </c:pt>
                <c:pt idx="20174">
                  <c:v>4.0515966293468368</c:v>
                </c:pt>
                <c:pt idx="20175">
                  <c:v>4.0484203821656051</c:v>
                </c:pt>
                <c:pt idx="20176">
                  <c:v>4.0516552597222768</c:v>
                </c:pt>
                <c:pt idx="20177">
                  <c:v>4.0531938916801833</c:v>
                </c:pt>
                <c:pt idx="20178">
                  <c:v>4.0527431261621238</c:v>
                </c:pt>
                <c:pt idx="20179">
                  <c:v>4.0481297622344421</c:v>
                </c:pt>
                <c:pt idx="20180">
                  <c:v>4.0462472603552637</c:v>
                </c:pt>
                <c:pt idx="20181">
                  <c:v>4.0481959093246829</c:v>
                </c:pt>
                <c:pt idx="20182">
                  <c:v>4.0514869644340701</c:v>
                </c:pt>
                <c:pt idx="20183">
                  <c:v>4.0568522372116949</c:v>
                </c:pt>
                <c:pt idx="20184">
                  <c:v>4.0584054278593191</c:v>
                </c:pt>
                <c:pt idx="20185">
                  <c:v>4.0610954622779598</c:v>
                </c:pt>
                <c:pt idx="20186">
                  <c:v>4.0648219329825537</c:v>
                </c:pt>
                <c:pt idx="20187">
                  <c:v>4.0690748110930883</c:v>
                </c:pt>
                <c:pt idx="20188">
                  <c:v>4.0693606045021165</c:v>
                </c:pt>
                <c:pt idx="20189">
                  <c:v>4.0694162281916366</c:v>
                </c:pt>
                <c:pt idx="20190">
                  <c:v>4.0631020295129963</c:v>
                </c:pt>
                <c:pt idx="20191">
                  <c:v>4.0558991177750521</c:v>
                </c:pt>
                <c:pt idx="20192">
                  <c:v>4.0625645448431378</c:v>
                </c:pt>
                <c:pt idx="20193">
                  <c:v>4.0691481584048743</c:v>
                </c:pt>
                <c:pt idx="20194">
                  <c:v>4.0662687027732725</c:v>
                </c:pt>
                <c:pt idx="20195">
                  <c:v>4.0598368477271825</c:v>
                </c:pt>
                <c:pt idx="20196">
                  <c:v>4.0570172093207262</c:v>
                </c:pt>
                <c:pt idx="20197">
                  <c:v>4.0540899632076588</c:v>
                </c:pt>
                <c:pt idx="20198">
                  <c:v>4.0562891165882027</c:v>
                </c:pt>
                <c:pt idx="20199">
                  <c:v>4.058798591605016</c:v>
                </c:pt>
                <c:pt idx="20200">
                  <c:v>4.0570959370178423</c:v>
                </c:pt>
                <c:pt idx="20201">
                  <c:v>4.0595940974007991</c:v>
                </c:pt>
                <c:pt idx="20202">
                  <c:v>4.0725173873481824</c:v>
                </c:pt>
                <c:pt idx="20203">
                  <c:v>4.0804415080903587</c:v>
                </c:pt>
                <c:pt idx="20204">
                  <c:v>4.0732385172291012</c:v>
                </c:pt>
                <c:pt idx="20205">
                  <c:v>4.0701169442576255</c:v>
                </c:pt>
                <c:pt idx="20206">
                  <c:v>4.0730475135498674</c:v>
                </c:pt>
                <c:pt idx="20207">
                  <c:v>4.0727754875974203</c:v>
                </c:pt>
                <c:pt idx="20208">
                  <c:v>4.066336907069668</c:v>
                </c:pt>
                <c:pt idx="20209">
                  <c:v>4.0637315345966689</c:v>
                </c:pt>
                <c:pt idx="20210">
                  <c:v>4.059147446295051</c:v>
                </c:pt>
                <c:pt idx="20211">
                  <c:v>4.060941804802785</c:v>
                </c:pt>
                <c:pt idx="20212">
                  <c:v>4.0664437235431423</c:v>
                </c:pt>
                <c:pt idx="20213">
                  <c:v>4.0689338924714171</c:v>
                </c:pt>
                <c:pt idx="20214">
                  <c:v>4.0683185504608934</c:v>
                </c:pt>
                <c:pt idx="20215">
                  <c:v>4.0689707639355932</c:v>
                </c:pt>
                <c:pt idx="20216">
                  <c:v>4.0663545515686197</c:v>
                </c:pt>
                <c:pt idx="20217">
                  <c:v>4.0644930173675675</c:v>
                </c:pt>
                <c:pt idx="20218">
                  <c:v>4.0656600071210987</c:v>
                </c:pt>
                <c:pt idx="20219">
                  <c:v>4.0587504055069825</c:v>
                </c:pt>
                <c:pt idx="20220">
                  <c:v>4.0496767812635994</c:v>
                </c:pt>
                <c:pt idx="20221">
                  <c:v>4.0464146061637063</c:v>
                </c:pt>
                <c:pt idx="20222">
                  <c:v>4.0397672983344544</c:v>
                </c:pt>
                <c:pt idx="20223">
                  <c:v>4.0382829449697351</c:v>
                </c:pt>
                <c:pt idx="20224">
                  <c:v>4.0427096570004348</c:v>
                </c:pt>
                <c:pt idx="20225">
                  <c:v>4.0434771531431739</c:v>
                </c:pt>
                <c:pt idx="20226">
                  <c:v>4.0533604462554891</c:v>
                </c:pt>
                <c:pt idx="20227">
                  <c:v>4.0576636467935279</c:v>
                </c:pt>
                <c:pt idx="20228">
                  <c:v>4.0624100170115121</c:v>
                </c:pt>
                <c:pt idx="20229">
                  <c:v>4.0645803695058751</c:v>
                </c:pt>
                <c:pt idx="20230">
                  <c:v>4.0650630217193493</c:v>
                </c:pt>
                <c:pt idx="20231">
                  <c:v>4.0613031609763821</c:v>
                </c:pt>
                <c:pt idx="20232">
                  <c:v>4.0559356727459743</c:v>
                </c:pt>
                <c:pt idx="20233">
                  <c:v>4.0570320053803854</c:v>
                </c:pt>
                <c:pt idx="20234">
                  <c:v>4.0628617320093365</c:v>
                </c:pt>
                <c:pt idx="20235">
                  <c:v>4.0715569094433679</c:v>
                </c:pt>
                <c:pt idx="20236">
                  <c:v>4.0731470506784824</c:v>
                </c:pt>
                <c:pt idx="20237">
                  <c:v>4.0729634054674211</c:v>
                </c:pt>
                <c:pt idx="20238">
                  <c:v>4.0706283973572814</c:v>
                </c:pt>
                <c:pt idx="20239">
                  <c:v>4.0656918146931993</c:v>
                </c:pt>
                <c:pt idx="20240">
                  <c:v>4.0693056137991057</c:v>
                </c:pt>
                <c:pt idx="20241">
                  <c:v>4.0762268465403331</c:v>
                </c:pt>
                <c:pt idx="20242">
                  <c:v>4.0787947936859599</c:v>
                </c:pt>
                <c:pt idx="20243">
                  <c:v>4.0766422439371759</c:v>
                </c:pt>
                <c:pt idx="20244">
                  <c:v>4.0747996202080943</c:v>
                </c:pt>
                <c:pt idx="20245">
                  <c:v>4.0691803615935438</c:v>
                </c:pt>
                <c:pt idx="20246">
                  <c:v>4.0617991850298694</c:v>
                </c:pt>
                <c:pt idx="20247">
                  <c:v>4.062512639949361</c:v>
                </c:pt>
                <c:pt idx="20248">
                  <c:v>4.0572196067571307</c:v>
                </c:pt>
                <c:pt idx="20249">
                  <c:v>4.0462585749891202</c:v>
                </c:pt>
                <c:pt idx="20250">
                  <c:v>4.0410442694940061</c:v>
                </c:pt>
                <c:pt idx="20251">
                  <c:v>4.0451765636744863</c:v>
                </c:pt>
                <c:pt idx="20252">
                  <c:v>4.0498331289314393</c:v>
                </c:pt>
                <c:pt idx="20253">
                  <c:v>4.0605185741978875</c:v>
                </c:pt>
                <c:pt idx="20254">
                  <c:v>4.064011077263916</c:v>
                </c:pt>
                <c:pt idx="20255">
                  <c:v>4.0589149028761327</c:v>
                </c:pt>
                <c:pt idx="20256">
                  <c:v>4.0548355421925066</c:v>
                </c:pt>
                <c:pt idx="20257">
                  <c:v>4.0559320330735451</c:v>
                </c:pt>
                <c:pt idx="20258">
                  <c:v>4.0556834276219487</c:v>
                </c:pt>
                <c:pt idx="20259">
                  <c:v>4.0486026822803343</c:v>
                </c:pt>
                <c:pt idx="20260">
                  <c:v>4.0473234165446845</c:v>
                </c:pt>
                <c:pt idx="20261">
                  <c:v>4.0532978597143652</c:v>
                </c:pt>
                <c:pt idx="20262">
                  <c:v>4.054314040432013</c:v>
                </c:pt>
                <c:pt idx="20263">
                  <c:v>4.0555707560232621</c:v>
                </c:pt>
                <c:pt idx="20264">
                  <c:v>4.0528815919610715</c:v>
                </c:pt>
                <c:pt idx="20265">
                  <c:v>4.0486070340625862</c:v>
                </c:pt>
                <c:pt idx="20266">
                  <c:v>4.0526272896308901</c:v>
                </c:pt>
                <c:pt idx="20267">
                  <c:v>4.0635037385765713</c:v>
                </c:pt>
                <c:pt idx="20268">
                  <c:v>4.0739417652411287</c:v>
                </c:pt>
                <c:pt idx="20269">
                  <c:v>4.071536495628437</c:v>
                </c:pt>
                <c:pt idx="20270">
                  <c:v>4.0643906317996601</c:v>
                </c:pt>
                <c:pt idx="20271">
                  <c:v>4.0629729793883769</c:v>
                </c:pt>
                <c:pt idx="20272">
                  <c:v>4.0646774538117656</c:v>
                </c:pt>
                <c:pt idx="20273">
                  <c:v>4.0588085611425404</c:v>
                </c:pt>
                <c:pt idx="20274">
                  <c:v>4.0549933140799936</c:v>
                </c:pt>
                <c:pt idx="20275">
                  <c:v>4.0497290817739451</c:v>
                </c:pt>
                <c:pt idx="20276">
                  <c:v>4.0475989239229335</c:v>
                </c:pt>
                <c:pt idx="20277">
                  <c:v>4.0525838509316774</c:v>
                </c:pt>
                <c:pt idx="20278">
                  <c:v>4.0557432448470943</c:v>
                </c:pt>
                <c:pt idx="20279">
                  <c:v>4.0554692408118056</c:v>
                </c:pt>
                <c:pt idx="20280">
                  <c:v>4.0550877081932191</c:v>
                </c:pt>
                <c:pt idx="20281">
                  <c:v>4.0589282747161448</c:v>
                </c:pt>
                <c:pt idx="20282">
                  <c:v>4.0625078134272261</c:v>
                </c:pt>
                <c:pt idx="20283">
                  <c:v>4.0596179135182178</c:v>
                </c:pt>
                <c:pt idx="20284">
                  <c:v>4.057744589943427</c:v>
                </c:pt>
                <c:pt idx="20285">
                  <c:v>4.0573470744154765</c:v>
                </c:pt>
                <c:pt idx="20286">
                  <c:v>4.066408909285121</c:v>
                </c:pt>
                <c:pt idx="20287">
                  <c:v>4.0736060450211653</c:v>
                </c:pt>
                <c:pt idx="20288">
                  <c:v>4.0764654033310919</c:v>
                </c:pt>
                <c:pt idx="20289">
                  <c:v>4.0827123471931008</c:v>
                </c:pt>
                <c:pt idx="20290">
                  <c:v>4.0847307829251891</c:v>
                </c:pt>
                <c:pt idx="20291">
                  <c:v>4.0746579894765995</c:v>
                </c:pt>
                <c:pt idx="20292">
                  <c:v>4.0667273806227007</c:v>
                </c:pt>
                <c:pt idx="20293">
                  <c:v>4.0638276694227953</c:v>
                </c:pt>
                <c:pt idx="20294">
                  <c:v>4.0620332317917471</c:v>
                </c:pt>
                <c:pt idx="20295">
                  <c:v>4.0655442497131782</c:v>
                </c:pt>
                <c:pt idx="20296">
                  <c:v>4.0669245559204024</c:v>
                </c:pt>
                <c:pt idx="20297">
                  <c:v>4.0599716738537008</c:v>
                </c:pt>
                <c:pt idx="20298">
                  <c:v>4.0613962099932746</c:v>
                </c:pt>
                <c:pt idx="20299">
                  <c:v>4.0622052458756972</c:v>
                </c:pt>
                <c:pt idx="20300">
                  <c:v>4.0557071646160541</c:v>
                </c:pt>
                <c:pt idx="20301">
                  <c:v>4.0519875776397516</c:v>
                </c:pt>
                <c:pt idx="20302">
                  <c:v>4.0562931518772007</c:v>
                </c:pt>
                <c:pt idx="20303">
                  <c:v>4.0601984412707202</c:v>
                </c:pt>
                <c:pt idx="20304">
                  <c:v>4.0621127507220001</c:v>
                </c:pt>
                <c:pt idx="20305">
                  <c:v>4.0615820706571188</c:v>
                </c:pt>
                <c:pt idx="20306">
                  <c:v>4.0640735846817266</c:v>
                </c:pt>
                <c:pt idx="20307">
                  <c:v>4.066522213870317</c:v>
                </c:pt>
                <c:pt idx="20308">
                  <c:v>4.0613806227004785</c:v>
                </c:pt>
                <c:pt idx="20309">
                  <c:v>4.0645339241207425</c:v>
                </c:pt>
                <c:pt idx="20310">
                  <c:v>4.0711771966609964</c:v>
                </c:pt>
                <c:pt idx="20311">
                  <c:v>4.0782080151916764</c:v>
                </c:pt>
                <c:pt idx="20312">
                  <c:v>4.0869747201012778</c:v>
                </c:pt>
                <c:pt idx="20313">
                  <c:v>4.0880713692289437</c:v>
                </c:pt>
                <c:pt idx="20314">
                  <c:v>4.0802357874747797</c:v>
                </c:pt>
                <c:pt idx="20315">
                  <c:v>4.0740140048265223</c:v>
                </c:pt>
                <c:pt idx="20316">
                  <c:v>4.0733136052537882</c:v>
                </c:pt>
                <c:pt idx="20317">
                  <c:v>4.0727597420579977</c:v>
                </c:pt>
                <c:pt idx="20318">
                  <c:v>4.0716691854254856</c:v>
                </c:pt>
                <c:pt idx="20319">
                  <c:v>4.0688234363255136</c:v>
                </c:pt>
                <c:pt idx="20320">
                  <c:v>4.0748312695335684</c:v>
                </c:pt>
                <c:pt idx="20321">
                  <c:v>4.0776657831229972</c:v>
                </c:pt>
                <c:pt idx="20322">
                  <c:v>4.071902203584286</c:v>
                </c:pt>
                <c:pt idx="20323">
                  <c:v>4.0710186335403726</c:v>
                </c:pt>
                <c:pt idx="20324">
                  <c:v>4.0762697313763496</c:v>
                </c:pt>
                <c:pt idx="20325">
                  <c:v>4.0765921588796141</c:v>
                </c:pt>
                <c:pt idx="20326">
                  <c:v>4.0734881512837759</c:v>
                </c:pt>
                <c:pt idx="20327">
                  <c:v>4.0683544724453062</c:v>
                </c:pt>
                <c:pt idx="20328">
                  <c:v>4.0641845155675123</c:v>
                </c:pt>
                <c:pt idx="20329">
                  <c:v>4.0624555920401946</c:v>
                </c:pt>
                <c:pt idx="20330">
                  <c:v>4.0652631245796575</c:v>
                </c:pt>
                <c:pt idx="20331">
                  <c:v>4.0643216362701269</c:v>
                </c:pt>
                <c:pt idx="20332">
                  <c:v>4.0660230248842826</c:v>
                </c:pt>
                <c:pt idx="20333">
                  <c:v>4.0716185465047277</c:v>
                </c:pt>
                <c:pt idx="20334">
                  <c:v>4.0722415634766786</c:v>
                </c:pt>
                <c:pt idx="20335">
                  <c:v>4.0682487636982234</c:v>
                </c:pt>
                <c:pt idx="20336">
                  <c:v>4.0633143964869252</c:v>
                </c:pt>
                <c:pt idx="20337">
                  <c:v>4.0636232147802351</c:v>
                </c:pt>
                <c:pt idx="20338">
                  <c:v>4.0660411441231155</c:v>
                </c:pt>
                <c:pt idx="20339">
                  <c:v>4.0639182656169641</c:v>
                </c:pt>
                <c:pt idx="20340">
                  <c:v>4.064376389603197</c:v>
                </c:pt>
                <c:pt idx="20341">
                  <c:v>4.0649482137911939</c:v>
                </c:pt>
                <c:pt idx="20342">
                  <c:v>4.0661838825810026</c:v>
                </c:pt>
                <c:pt idx="20343">
                  <c:v>4.0771541717767139</c:v>
                </c:pt>
                <c:pt idx="20344">
                  <c:v>4.0847228705938203</c:v>
                </c:pt>
                <c:pt idx="20345">
                  <c:v>4.0845986469913358</c:v>
                </c:pt>
                <c:pt idx="20346">
                  <c:v>4.0761662380820507</c:v>
                </c:pt>
                <c:pt idx="20347">
                  <c:v>4.0646997665862248</c:v>
                </c:pt>
                <c:pt idx="20348">
                  <c:v>4.0542297741029394</c:v>
                </c:pt>
                <c:pt idx="20349">
                  <c:v>4.0507922617399217</c:v>
                </c:pt>
                <c:pt idx="20350">
                  <c:v>4.053447086283974</c:v>
                </c:pt>
                <c:pt idx="20351">
                  <c:v>4.0535585710329549</c:v>
                </c:pt>
                <c:pt idx="20352">
                  <c:v>4.0552611464968153</c:v>
                </c:pt>
                <c:pt idx="20353">
                  <c:v>4.0634550777386558</c:v>
                </c:pt>
                <c:pt idx="20354">
                  <c:v>4.0692743600902004</c:v>
                </c:pt>
                <c:pt idx="20355">
                  <c:v>4.0680733473117856</c:v>
                </c:pt>
                <c:pt idx="20356">
                  <c:v>4.0653598132689801</c:v>
                </c:pt>
                <c:pt idx="20357">
                  <c:v>4.0641289710013053</c:v>
                </c:pt>
                <c:pt idx="20358">
                  <c:v>4.0690017802745579</c:v>
                </c:pt>
                <c:pt idx="20359">
                  <c:v>4.0699575107805517</c:v>
                </c:pt>
                <c:pt idx="20360">
                  <c:v>4.0715469399058435</c:v>
                </c:pt>
                <c:pt idx="20361">
                  <c:v>4.0766432725402542</c:v>
                </c:pt>
                <c:pt idx="20362">
                  <c:v>4.0669369782806504</c:v>
                </c:pt>
                <c:pt idx="20363">
                  <c:v>4.0603882581002493</c:v>
                </c:pt>
                <c:pt idx="20364">
                  <c:v>4.064222178264826</c:v>
                </c:pt>
                <c:pt idx="20365">
                  <c:v>4.0659427938442061</c:v>
                </c:pt>
                <c:pt idx="20366">
                  <c:v>4.0587223167306243</c:v>
                </c:pt>
                <c:pt idx="20367">
                  <c:v>4.0604934921074491</c:v>
                </c:pt>
                <c:pt idx="20368">
                  <c:v>4.0662452031491076</c:v>
                </c:pt>
                <c:pt idx="20369">
                  <c:v>4.0689975867389325</c:v>
                </c:pt>
                <c:pt idx="20370">
                  <c:v>4.0708306365470586</c:v>
                </c:pt>
                <c:pt idx="20371">
                  <c:v>4.0664598646991337</c:v>
                </c:pt>
                <c:pt idx="20372">
                  <c:v>4.0615236776516204</c:v>
                </c:pt>
                <c:pt idx="20373">
                  <c:v>4.060612968311113</c:v>
                </c:pt>
                <c:pt idx="20374">
                  <c:v>4.0611995885587691</c:v>
                </c:pt>
                <c:pt idx="20375">
                  <c:v>4.0657278158009253</c:v>
                </c:pt>
                <c:pt idx="20376">
                  <c:v>4.0671818649365035</c:v>
                </c:pt>
                <c:pt idx="20377">
                  <c:v>4.0680289591328087</c:v>
                </c:pt>
                <c:pt idx="20378">
                  <c:v>4.0632520473157419</c:v>
                </c:pt>
                <c:pt idx="20379">
                  <c:v>4.0600159829093645</c:v>
                </c:pt>
                <c:pt idx="20380">
                  <c:v>4.0539776872255411</c:v>
                </c:pt>
                <c:pt idx="20381">
                  <c:v>4.0529228152075012</c:v>
                </c:pt>
                <c:pt idx="20382">
                  <c:v>4.0590037583573997</c:v>
                </c:pt>
                <c:pt idx="20383">
                  <c:v>4.0635301657633418</c:v>
                </c:pt>
                <c:pt idx="20384">
                  <c:v>4.0665998338410416</c:v>
                </c:pt>
                <c:pt idx="20385">
                  <c:v>4.0738093128140207</c:v>
                </c:pt>
                <c:pt idx="20386">
                  <c:v>4.072160382956838</c:v>
                </c:pt>
                <c:pt idx="20387">
                  <c:v>4.0738457886616288</c:v>
                </c:pt>
                <c:pt idx="20388">
                  <c:v>4.0738006883728293</c:v>
                </c:pt>
                <c:pt idx="20389">
                  <c:v>4.0683562922815204</c:v>
                </c:pt>
                <c:pt idx="20390">
                  <c:v>4.0729516952169957</c:v>
                </c:pt>
                <c:pt idx="20391">
                  <c:v>4.0746468330893695</c:v>
                </c:pt>
                <c:pt idx="20392">
                  <c:v>4.0691562289828695</c:v>
                </c:pt>
                <c:pt idx="20393">
                  <c:v>4.0675646635281089</c:v>
                </c:pt>
                <c:pt idx="20394">
                  <c:v>4.0696535190093766</c:v>
                </c:pt>
                <c:pt idx="20395">
                  <c:v>4.0707292004589153</c:v>
                </c:pt>
                <c:pt idx="20396">
                  <c:v>4.0758059105115318</c:v>
                </c:pt>
                <c:pt idx="20397">
                  <c:v>4.079863116667326</c:v>
                </c:pt>
                <c:pt idx="20398">
                  <c:v>4.0806274478775171</c:v>
                </c:pt>
                <c:pt idx="20399">
                  <c:v>4.0808569054872015</c:v>
                </c:pt>
                <c:pt idx="20400">
                  <c:v>4.0810507576057287</c:v>
                </c:pt>
                <c:pt idx="20401">
                  <c:v>4.0783672112988096</c:v>
                </c:pt>
                <c:pt idx="20402">
                  <c:v>4.0722284290066071</c:v>
                </c:pt>
                <c:pt idx="20403">
                  <c:v>4.0705085255370497</c:v>
                </c:pt>
                <c:pt idx="20404">
                  <c:v>4.0723317640542787</c:v>
                </c:pt>
                <c:pt idx="20405">
                  <c:v>4.069855441705899</c:v>
                </c:pt>
                <c:pt idx="20406">
                  <c:v>4.0634386992127229</c:v>
                </c:pt>
                <c:pt idx="20407">
                  <c:v>4.0607610080310161</c:v>
                </c:pt>
                <c:pt idx="20408">
                  <c:v>4.0562513747675757</c:v>
                </c:pt>
                <c:pt idx="20409">
                  <c:v>4.0537369149819993</c:v>
                </c:pt>
                <c:pt idx="20410">
                  <c:v>4.0521967796811333</c:v>
                </c:pt>
                <c:pt idx="20411">
                  <c:v>4.0539455631601848</c:v>
                </c:pt>
                <c:pt idx="20412">
                  <c:v>4.0595452783162562</c:v>
                </c:pt>
                <c:pt idx="20413">
                  <c:v>4.0572976223444241</c:v>
                </c:pt>
                <c:pt idx="20414">
                  <c:v>4.0457664279780037</c:v>
                </c:pt>
                <c:pt idx="20415">
                  <c:v>4.041495272382007</c:v>
                </c:pt>
                <c:pt idx="20416">
                  <c:v>4.0446071923092139</c:v>
                </c:pt>
                <c:pt idx="20417">
                  <c:v>4.0430991810737034</c:v>
                </c:pt>
                <c:pt idx="20418">
                  <c:v>4.050120504806741</c:v>
                </c:pt>
                <c:pt idx="20419">
                  <c:v>4.051460695493927</c:v>
                </c:pt>
                <c:pt idx="20420">
                  <c:v>4.0509948965462677</c:v>
                </c:pt>
                <c:pt idx="20421">
                  <c:v>4.0540995371286153</c:v>
                </c:pt>
                <c:pt idx="20422">
                  <c:v>4.0533851327293586</c:v>
                </c:pt>
                <c:pt idx="20423">
                  <c:v>4.0512588519207187</c:v>
                </c:pt>
                <c:pt idx="20424">
                  <c:v>4.0519370178423069</c:v>
                </c:pt>
                <c:pt idx="20425">
                  <c:v>4.0537066898761722</c:v>
                </c:pt>
                <c:pt idx="20426">
                  <c:v>4.0471790956205247</c:v>
                </c:pt>
                <c:pt idx="20427">
                  <c:v>4.0386420856905492</c:v>
                </c:pt>
                <c:pt idx="20428">
                  <c:v>4.039746251533014</c:v>
                </c:pt>
                <c:pt idx="20429">
                  <c:v>4.0472478537801164</c:v>
                </c:pt>
                <c:pt idx="20430">
                  <c:v>4.0507234244570158</c:v>
                </c:pt>
                <c:pt idx="20431">
                  <c:v>4.0510706175574631</c:v>
                </c:pt>
                <c:pt idx="20432">
                  <c:v>4.0509820785694508</c:v>
                </c:pt>
                <c:pt idx="20433">
                  <c:v>4.0501550816948217</c:v>
                </c:pt>
                <c:pt idx="20434">
                  <c:v>4.0494144874787352</c:v>
                </c:pt>
                <c:pt idx="20435">
                  <c:v>4.0536177552715911</c:v>
                </c:pt>
                <c:pt idx="20436">
                  <c:v>4.0619700122641138</c:v>
                </c:pt>
                <c:pt idx="20437">
                  <c:v>4.0680973216758316</c:v>
                </c:pt>
                <c:pt idx="20438">
                  <c:v>4.0734831665150137</c:v>
                </c:pt>
                <c:pt idx="20439">
                  <c:v>4.0730629425960361</c:v>
                </c:pt>
                <c:pt idx="20440">
                  <c:v>4.069514182853978</c:v>
                </c:pt>
                <c:pt idx="20441">
                  <c:v>4.0670163389642759</c:v>
                </c:pt>
                <c:pt idx="20442">
                  <c:v>4.0639164457807491</c:v>
                </c:pt>
                <c:pt idx="20443">
                  <c:v>4.0633743719586972</c:v>
                </c:pt>
                <c:pt idx="20444">
                  <c:v>4.0654251691260832</c:v>
                </c:pt>
                <c:pt idx="20445">
                  <c:v>4.0653060885389882</c:v>
                </c:pt>
                <c:pt idx="20446">
                  <c:v>4.0520889346045816</c:v>
                </c:pt>
                <c:pt idx="20447">
                  <c:v>4.0367019820390082</c:v>
                </c:pt>
                <c:pt idx="20448">
                  <c:v>4.0365851960280095</c:v>
                </c:pt>
                <c:pt idx="20449">
                  <c:v>4.0471367646477034</c:v>
                </c:pt>
                <c:pt idx="20450">
                  <c:v>4.0522628476480591</c:v>
                </c:pt>
                <c:pt idx="20451">
                  <c:v>4.0602171143727501</c:v>
                </c:pt>
                <c:pt idx="20452">
                  <c:v>4.0698967440756419</c:v>
                </c:pt>
                <c:pt idx="20453">
                  <c:v>4.0719724650868381</c:v>
                </c:pt>
                <c:pt idx="20454">
                  <c:v>4.0717381809550188</c:v>
                </c:pt>
                <c:pt idx="20455">
                  <c:v>4.0659320330735449</c:v>
                </c:pt>
                <c:pt idx="20456">
                  <c:v>4.0626861573762714</c:v>
                </c:pt>
                <c:pt idx="20457">
                  <c:v>4.061297305851169</c:v>
                </c:pt>
                <c:pt idx="20458">
                  <c:v>4.0588596748031804</c:v>
                </c:pt>
                <c:pt idx="20459">
                  <c:v>4.0609622977410291</c:v>
                </c:pt>
                <c:pt idx="20460">
                  <c:v>4.0631912806108321</c:v>
                </c:pt>
                <c:pt idx="20461">
                  <c:v>4.073310440321241</c:v>
                </c:pt>
                <c:pt idx="20462">
                  <c:v>4.0802911737943584</c:v>
                </c:pt>
                <c:pt idx="20463">
                  <c:v>4.077557225936622</c:v>
                </c:pt>
                <c:pt idx="20464">
                  <c:v>4.0742006567235034</c:v>
                </c:pt>
                <c:pt idx="20465">
                  <c:v>4.0708343553428019</c:v>
                </c:pt>
                <c:pt idx="20466">
                  <c:v>4.0696433121019107</c:v>
                </c:pt>
                <c:pt idx="20467">
                  <c:v>4.0687866439846498</c:v>
                </c:pt>
                <c:pt idx="20468">
                  <c:v>4.0641541322150569</c:v>
                </c:pt>
                <c:pt idx="20469">
                  <c:v>4.0565626458836093</c:v>
                </c:pt>
                <c:pt idx="20470">
                  <c:v>4.0543637298730069</c:v>
                </c:pt>
                <c:pt idx="20471">
                  <c:v>4.0508498635122843</c:v>
                </c:pt>
                <c:pt idx="20472">
                  <c:v>4.0513342564386594</c:v>
                </c:pt>
                <c:pt idx="20473">
                  <c:v>4.0558688135459109</c:v>
                </c:pt>
                <c:pt idx="20474">
                  <c:v>4.0594880721604625</c:v>
                </c:pt>
                <c:pt idx="20475">
                  <c:v>4.0626617873956565</c:v>
                </c:pt>
                <c:pt idx="20476">
                  <c:v>4.0689637219606754</c:v>
                </c:pt>
                <c:pt idx="20477">
                  <c:v>4.0689250306602842</c:v>
                </c:pt>
                <c:pt idx="20478">
                  <c:v>4.0608243858052777</c:v>
                </c:pt>
                <c:pt idx="20479">
                  <c:v>4.0587815800925746</c:v>
                </c:pt>
                <c:pt idx="20480">
                  <c:v>4.058621750998932</c:v>
                </c:pt>
                <c:pt idx="20481">
                  <c:v>4.0598440479487277</c:v>
                </c:pt>
                <c:pt idx="20482">
                  <c:v>4.0610967282509796</c:v>
                </c:pt>
                <c:pt idx="20483">
                  <c:v>4.0622084108082444</c:v>
                </c:pt>
                <c:pt idx="20484">
                  <c:v>4.0665177038414368</c:v>
                </c:pt>
                <c:pt idx="20485">
                  <c:v>4.0642850021758914</c:v>
                </c:pt>
                <c:pt idx="20486">
                  <c:v>4.0613749258218936</c:v>
                </c:pt>
                <c:pt idx="20487">
                  <c:v>4.0665324999010961</c:v>
                </c:pt>
                <c:pt idx="20488">
                  <c:v>4.0690296316809746</c:v>
                </c:pt>
                <c:pt idx="20489">
                  <c:v>4.0637068481227994</c:v>
                </c:pt>
                <c:pt idx="20490">
                  <c:v>4.0623613561735965</c:v>
                </c:pt>
                <c:pt idx="20491">
                  <c:v>4.0568830161807172</c:v>
                </c:pt>
                <c:pt idx="20492">
                  <c:v>4.0578562329390353</c:v>
                </c:pt>
                <c:pt idx="20493">
                  <c:v>4.0650832772876528</c:v>
                </c:pt>
                <c:pt idx="20494">
                  <c:v>4.0660336274083155</c:v>
                </c:pt>
                <c:pt idx="20495">
                  <c:v>4.0654641769197291</c:v>
                </c:pt>
                <c:pt idx="20496">
                  <c:v>4.061037781382284</c:v>
                </c:pt>
                <c:pt idx="20497">
                  <c:v>4.0547543616726669</c:v>
                </c:pt>
                <c:pt idx="20498">
                  <c:v>4.0499339320330732</c:v>
                </c:pt>
                <c:pt idx="20499">
                  <c:v>4.0534707441547653</c:v>
                </c:pt>
                <c:pt idx="20500">
                  <c:v>4.0592215057166596</c:v>
                </c:pt>
                <c:pt idx="20501">
                  <c:v>4.059736677612058</c:v>
                </c:pt>
                <c:pt idx="20502">
                  <c:v>4.0581864936503544</c:v>
                </c:pt>
                <c:pt idx="20503">
                  <c:v>4.0537994223998099</c:v>
                </c:pt>
                <c:pt idx="20504">
                  <c:v>4.0553066424021837</c:v>
                </c:pt>
                <c:pt idx="20505">
                  <c:v>4.0537169759069513</c:v>
                </c:pt>
                <c:pt idx="20506">
                  <c:v>4.0470786881354588</c:v>
                </c:pt>
                <c:pt idx="20507">
                  <c:v>4.0479242789888037</c:v>
                </c:pt>
                <c:pt idx="20508">
                  <c:v>4.0579950943545517</c:v>
                </c:pt>
                <c:pt idx="20509">
                  <c:v>4.0690034418641456</c:v>
                </c:pt>
                <c:pt idx="20510">
                  <c:v>4.0668125173082252</c:v>
                </c:pt>
                <c:pt idx="20511">
                  <c:v>4.0557608893460459</c:v>
                </c:pt>
                <c:pt idx="20512">
                  <c:v>4.0540904379475409</c:v>
                </c:pt>
                <c:pt idx="20513">
                  <c:v>4.0602328599121735</c:v>
                </c:pt>
                <c:pt idx="20514">
                  <c:v>4.0677079558491913</c:v>
                </c:pt>
                <c:pt idx="20515">
                  <c:v>4.0665776793132098</c:v>
                </c:pt>
                <c:pt idx="20516">
                  <c:v>4.0615412430272579</c:v>
                </c:pt>
                <c:pt idx="20517">
                  <c:v>4.0605794200261105</c:v>
                </c:pt>
                <c:pt idx="20518">
                  <c:v>4.0523050994975671</c:v>
                </c:pt>
                <c:pt idx="20519">
                  <c:v>4.0506708865767296</c:v>
                </c:pt>
                <c:pt idx="20520">
                  <c:v>4.0579717529770143</c:v>
                </c:pt>
                <c:pt idx="20521">
                  <c:v>4.0605745935039756</c:v>
                </c:pt>
                <c:pt idx="20522">
                  <c:v>4.0612169956877793</c:v>
                </c:pt>
                <c:pt idx="20523">
                  <c:v>4.0667636982236814</c:v>
                </c:pt>
                <c:pt idx="20524">
                  <c:v>4.0699329034299954</c:v>
                </c:pt>
                <c:pt idx="20525">
                  <c:v>4.0633447007160663</c:v>
                </c:pt>
                <c:pt idx="20526">
                  <c:v>4.0580087826878186</c:v>
                </c:pt>
                <c:pt idx="20527">
                  <c:v>4.0514443960913082</c:v>
                </c:pt>
                <c:pt idx="20528">
                  <c:v>4.0548971792538673</c:v>
                </c:pt>
                <c:pt idx="20529">
                  <c:v>4.0634082367369544</c:v>
                </c:pt>
                <c:pt idx="20530">
                  <c:v>4.0696062032677931</c:v>
                </c:pt>
                <c:pt idx="20531">
                  <c:v>4.0677346204059024</c:v>
                </c:pt>
                <c:pt idx="20532">
                  <c:v>4.062769948965463</c:v>
                </c:pt>
                <c:pt idx="20533">
                  <c:v>4.0627026150255174</c:v>
                </c:pt>
                <c:pt idx="20534">
                  <c:v>4.0645896269335759</c:v>
                </c:pt>
                <c:pt idx="20535">
                  <c:v>4.0612482493966846</c:v>
                </c:pt>
                <c:pt idx="20536">
                  <c:v>4.0605469003441863</c:v>
                </c:pt>
                <c:pt idx="20537">
                  <c:v>4.0564943624638996</c:v>
                </c:pt>
                <c:pt idx="20538">
                  <c:v>4.0539620208094318</c:v>
                </c:pt>
                <c:pt idx="20539">
                  <c:v>4.0580415397396843</c:v>
                </c:pt>
                <c:pt idx="20540">
                  <c:v>4.060150809035882</c:v>
                </c:pt>
                <c:pt idx="20541">
                  <c:v>4.0608487557858925</c:v>
                </c:pt>
                <c:pt idx="20542">
                  <c:v>4.0580148751829723</c:v>
                </c:pt>
                <c:pt idx="20543">
                  <c:v>4.0528046049768562</c:v>
                </c:pt>
                <c:pt idx="20544">
                  <c:v>4.0501868892669224</c:v>
                </c:pt>
                <c:pt idx="20545">
                  <c:v>4.0579719112236416</c:v>
                </c:pt>
                <c:pt idx="20546">
                  <c:v>4.0655422716303358</c:v>
                </c:pt>
                <c:pt idx="20547">
                  <c:v>4.0655588875262092</c:v>
                </c:pt>
                <c:pt idx="20548">
                  <c:v>4.0679468291332039</c:v>
                </c:pt>
                <c:pt idx="20549">
                  <c:v>4.0713183526526091</c:v>
                </c:pt>
                <c:pt idx="20550">
                  <c:v>4.0671301974126672</c:v>
                </c:pt>
                <c:pt idx="20551">
                  <c:v>4.0638078885943747</c:v>
                </c:pt>
                <c:pt idx="20552">
                  <c:v>4.0686996874629111</c:v>
                </c:pt>
                <c:pt idx="20553">
                  <c:v>4.0721019108280254</c:v>
                </c:pt>
                <c:pt idx="20554">
                  <c:v>4.0750174466906675</c:v>
                </c:pt>
                <c:pt idx="20555">
                  <c:v>4.0765100288800094</c:v>
                </c:pt>
                <c:pt idx="20556">
                  <c:v>4.0771731613719986</c:v>
                </c:pt>
                <c:pt idx="20557">
                  <c:v>4.0752357479131227</c:v>
                </c:pt>
                <c:pt idx="20558">
                  <c:v>4.0738957154725641</c:v>
                </c:pt>
                <c:pt idx="20559">
                  <c:v>4.0672056810539221</c:v>
                </c:pt>
                <c:pt idx="20560">
                  <c:v>4.055396051746647</c:v>
                </c:pt>
                <c:pt idx="20561">
                  <c:v>4.0586439055267638</c:v>
                </c:pt>
                <c:pt idx="20562">
                  <c:v>4.0661397317719663</c:v>
                </c:pt>
                <c:pt idx="20563">
                  <c:v>4.0671707876725876</c:v>
                </c:pt>
                <c:pt idx="20564">
                  <c:v>4.0683671321754957</c:v>
                </c:pt>
                <c:pt idx="20565">
                  <c:v>4.0664145270403926</c:v>
                </c:pt>
                <c:pt idx="20566">
                  <c:v>4.0634050718044072</c:v>
                </c:pt>
                <c:pt idx="20567">
                  <c:v>4.0626328282628474</c:v>
                </c:pt>
                <c:pt idx="20568">
                  <c:v>4.0673907504846305</c:v>
                </c:pt>
                <c:pt idx="20569">
                  <c:v>4.07528250979151</c:v>
                </c:pt>
                <c:pt idx="20570">
                  <c:v>4.0784276615104638</c:v>
                </c:pt>
                <c:pt idx="20571">
                  <c:v>4.0740037187957432</c:v>
                </c:pt>
                <c:pt idx="20572">
                  <c:v>4.0629489259010168</c:v>
                </c:pt>
                <c:pt idx="20573">
                  <c:v>4.0524821774735926</c:v>
                </c:pt>
                <c:pt idx="20574">
                  <c:v>4.0510231435692523</c:v>
                </c:pt>
                <c:pt idx="20575">
                  <c:v>4.0571965818728488</c:v>
                </c:pt>
                <c:pt idx="20576">
                  <c:v>4.0611707876725873</c:v>
                </c:pt>
                <c:pt idx="20577">
                  <c:v>4.0620690746528467</c:v>
                </c:pt>
                <c:pt idx="20578">
                  <c:v>4.0524813862404558</c:v>
                </c:pt>
                <c:pt idx="20579">
                  <c:v>4.0466882937057402</c:v>
                </c:pt>
                <c:pt idx="20580">
                  <c:v>4.0539567986707281</c:v>
                </c:pt>
                <c:pt idx="20581">
                  <c:v>4.0554689243185509</c:v>
                </c:pt>
                <c:pt idx="20582">
                  <c:v>4.0558065434980417</c:v>
                </c:pt>
                <c:pt idx="20583">
                  <c:v>4.0552589310440323</c:v>
                </c:pt>
                <c:pt idx="20584">
                  <c:v>4.0530057364402419</c:v>
                </c:pt>
                <c:pt idx="20585">
                  <c:v>4.0551628753412192</c:v>
                </c:pt>
                <c:pt idx="20586">
                  <c:v>4.0592143846184277</c:v>
                </c:pt>
                <c:pt idx="20587">
                  <c:v>4.0624858962693358</c:v>
                </c:pt>
                <c:pt idx="20588">
                  <c:v>4.0656630929303317</c:v>
                </c:pt>
                <c:pt idx="20589">
                  <c:v>4.0628751829726628</c:v>
                </c:pt>
                <c:pt idx="20590">
                  <c:v>4.0586336194959847</c:v>
                </c:pt>
                <c:pt idx="20591">
                  <c:v>4.0611433318827395</c:v>
                </c:pt>
                <c:pt idx="20592">
                  <c:v>4.0674530205324997</c:v>
                </c:pt>
                <c:pt idx="20593">
                  <c:v>4.0700115520037983</c:v>
                </c:pt>
                <c:pt idx="20594">
                  <c:v>4.0702574672627287</c:v>
                </c:pt>
                <c:pt idx="20595">
                  <c:v>4.0655415595205131</c:v>
                </c:pt>
                <c:pt idx="20596">
                  <c:v>4.0604668275507381</c:v>
                </c:pt>
                <c:pt idx="20597">
                  <c:v>4.05917363611188</c:v>
                </c:pt>
                <c:pt idx="20598">
                  <c:v>4.0578637496538352</c:v>
                </c:pt>
                <c:pt idx="20599">
                  <c:v>4.0622698896229776</c:v>
                </c:pt>
                <c:pt idx="20600">
                  <c:v>4.0704587569727417</c:v>
                </c:pt>
                <c:pt idx="20601">
                  <c:v>4.07493460458124</c:v>
                </c:pt>
                <c:pt idx="20602">
                  <c:v>4.069406179530799</c:v>
                </c:pt>
                <c:pt idx="20603">
                  <c:v>4.0706519761047595</c:v>
                </c:pt>
                <c:pt idx="20604">
                  <c:v>4.0728661629149032</c:v>
                </c:pt>
                <c:pt idx="20605">
                  <c:v>4.0711549630098505</c:v>
                </c:pt>
                <c:pt idx="20606">
                  <c:v>4.0624625548917992</c:v>
                </c:pt>
                <c:pt idx="20607">
                  <c:v>4.0582286663765474</c:v>
                </c:pt>
                <c:pt idx="20608">
                  <c:v>4.0602867428887919</c:v>
                </c:pt>
                <c:pt idx="20609">
                  <c:v>4.0687163033587845</c:v>
                </c:pt>
                <c:pt idx="20610">
                  <c:v>4.0687407524627135</c:v>
                </c:pt>
                <c:pt idx="20611">
                  <c:v>4.0649841357756067</c:v>
                </c:pt>
                <c:pt idx="20612">
                  <c:v>4.0686037108834121</c:v>
                </c:pt>
                <c:pt idx="20613">
                  <c:v>4.0751398504569369</c:v>
                </c:pt>
                <c:pt idx="20614">
                  <c:v>4.0702034260394822</c:v>
                </c:pt>
                <c:pt idx="20615">
                  <c:v>4.0644077224354156</c:v>
                </c:pt>
                <c:pt idx="20616">
                  <c:v>4.0695665624876369</c:v>
                </c:pt>
                <c:pt idx="20617">
                  <c:v>4.0709622186177157</c:v>
                </c:pt>
                <c:pt idx="20618">
                  <c:v>4.0682267674170198</c:v>
                </c:pt>
                <c:pt idx="20619">
                  <c:v>4.0642751117616802</c:v>
                </c:pt>
                <c:pt idx="20620">
                  <c:v>4.062520631404043</c:v>
                </c:pt>
                <c:pt idx="20621">
                  <c:v>4.0668052379633659</c:v>
                </c:pt>
                <c:pt idx="20622">
                  <c:v>4.0707988289749579</c:v>
                </c:pt>
                <c:pt idx="20623">
                  <c:v>4.0627131384262372</c:v>
                </c:pt>
                <c:pt idx="20624">
                  <c:v>4.0495889543854098</c:v>
                </c:pt>
                <c:pt idx="20625">
                  <c:v>4.0478830557423748</c:v>
                </c:pt>
                <c:pt idx="20626">
                  <c:v>4.0606180322031884</c:v>
                </c:pt>
                <c:pt idx="20627">
                  <c:v>4.0684675396605607</c:v>
                </c:pt>
                <c:pt idx="20628">
                  <c:v>4.0646453297464094</c:v>
                </c:pt>
                <c:pt idx="20629">
                  <c:v>4.0549271669897538</c:v>
                </c:pt>
                <c:pt idx="20630">
                  <c:v>4.049649483720378</c:v>
                </c:pt>
                <c:pt idx="20631">
                  <c:v>4.0531716580290382</c:v>
                </c:pt>
                <c:pt idx="20632">
                  <c:v>4.0557581991533809</c:v>
                </c:pt>
                <c:pt idx="20633">
                  <c:v>4.0499309253471534</c:v>
                </c:pt>
                <c:pt idx="20634">
                  <c:v>4.0467533330695886</c:v>
                </c:pt>
                <c:pt idx="20635">
                  <c:v>4.0478705542588127</c:v>
                </c:pt>
                <c:pt idx="20636">
                  <c:v>4.0463785259326661</c:v>
                </c:pt>
                <c:pt idx="20637">
                  <c:v>4.0416259840962141</c:v>
                </c:pt>
                <c:pt idx="20638">
                  <c:v>4.0430079518930251</c:v>
                </c:pt>
                <c:pt idx="20639">
                  <c:v>4.055507615618942</c:v>
                </c:pt>
                <c:pt idx="20640">
                  <c:v>4.0630484630296317</c:v>
                </c:pt>
                <c:pt idx="20641">
                  <c:v>4.0568629979823552</c:v>
                </c:pt>
                <c:pt idx="20642">
                  <c:v>4.0532714325275947</c:v>
                </c:pt>
                <c:pt idx="20643">
                  <c:v>4.0594937690390474</c:v>
                </c:pt>
                <c:pt idx="20644">
                  <c:v>4.0632180242908573</c:v>
                </c:pt>
                <c:pt idx="20645">
                  <c:v>4.0614859358309925</c:v>
                </c:pt>
                <c:pt idx="20646">
                  <c:v>4.0620321240653556</c:v>
                </c:pt>
                <c:pt idx="20647">
                  <c:v>4.0647974838786247</c:v>
                </c:pt>
                <c:pt idx="20648">
                  <c:v>4.0607485856707681</c:v>
                </c:pt>
                <c:pt idx="20649">
                  <c:v>4.0559143094512802</c:v>
                </c:pt>
                <c:pt idx="20650">
                  <c:v>4.053926573564901</c:v>
                </c:pt>
                <c:pt idx="20651">
                  <c:v>4.0538335245480077</c:v>
                </c:pt>
                <c:pt idx="20652">
                  <c:v>4.0606063219527631</c:v>
                </c:pt>
                <c:pt idx="20653">
                  <c:v>4.0699295802508209</c:v>
                </c:pt>
                <c:pt idx="20654">
                  <c:v>4.069234640186731</c:v>
                </c:pt>
                <c:pt idx="20655">
                  <c:v>4.0568765280689956</c:v>
                </c:pt>
                <c:pt idx="20656">
                  <c:v>4.0435122838944499</c:v>
                </c:pt>
                <c:pt idx="20657">
                  <c:v>4.0336753570439532</c:v>
                </c:pt>
                <c:pt idx="20658">
                  <c:v>4.0360026901926656</c:v>
                </c:pt>
                <c:pt idx="20659">
                  <c:v>4.045029789927602</c:v>
                </c:pt>
                <c:pt idx="20660">
                  <c:v>4.0405085255370494</c:v>
                </c:pt>
                <c:pt idx="20661">
                  <c:v>4.0421173398741939</c:v>
                </c:pt>
                <c:pt idx="20662">
                  <c:v>4.0500988250187921</c:v>
                </c:pt>
                <c:pt idx="20663">
                  <c:v>4.049821893420896</c:v>
                </c:pt>
                <c:pt idx="20664">
                  <c:v>4.0374172567947149</c:v>
                </c:pt>
                <c:pt idx="20665">
                  <c:v>4.0333882976619062</c:v>
                </c:pt>
                <c:pt idx="20666">
                  <c:v>4.0374756498002133</c:v>
                </c:pt>
                <c:pt idx="20667">
                  <c:v>4.0431263203702974</c:v>
                </c:pt>
                <c:pt idx="20668">
                  <c:v>4.0523293112315546</c:v>
                </c:pt>
                <c:pt idx="20669">
                  <c:v>4.0507256399097997</c:v>
                </c:pt>
                <c:pt idx="20670">
                  <c:v>4.04394374332397</c:v>
                </c:pt>
                <c:pt idx="20671">
                  <c:v>4.0446098033785658</c:v>
                </c:pt>
                <c:pt idx="20672">
                  <c:v>4.0530143608814333</c:v>
                </c:pt>
                <c:pt idx="20673">
                  <c:v>4.059591802824702</c:v>
                </c:pt>
                <c:pt idx="20674">
                  <c:v>4.0575029473434343</c:v>
                </c:pt>
                <c:pt idx="20675">
                  <c:v>4.0554366420065673</c:v>
                </c:pt>
                <c:pt idx="20676">
                  <c:v>4.0482975036594535</c:v>
                </c:pt>
                <c:pt idx="20677">
                  <c:v>4.0450047078371645</c:v>
                </c:pt>
                <c:pt idx="20678">
                  <c:v>4.040855402144242</c:v>
                </c:pt>
                <c:pt idx="20679">
                  <c:v>4.0396233730268625</c:v>
                </c:pt>
                <c:pt idx="20680">
                  <c:v>4.0447319697748938</c:v>
                </c:pt>
                <c:pt idx="20681">
                  <c:v>4.0535724967361633</c:v>
                </c:pt>
                <c:pt idx="20682">
                  <c:v>4.0639309253471536</c:v>
                </c:pt>
                <c:pt idx="20683">
                  <c:v>4.0649774894172568</c:v>
                </c:pt>
                <c:pt idx="20684">
                  <c:v>4.0675795387110814</c:v>
                </c:pt>
                <c:pt idx="20685">
                  <c:v>4.0663394390157057</c:v>
                </c:pt>
                <c:pt idx="20686">
                  <c:v>4.063310282074613</c:v>
                </c:pt>
                <c:pt idx="20687">
                  <c:v>4.060777861296831</c:v>
                </c:pt>
                <c:pt idx="20688">
                  <c:v>4.0555952051271911</c:v>
                </c:pt>
                <c:pt idx="20689">
                  <c:v>4.0552357479131222</c:v>
                </c:pt>
                <c:pt idx="20690">
                  <c:v>4.0632171539344064</c:v>
                </c:pt>
                <c:pt idx="20691">
                  <c:v>4.0724972900265062</c:v>
                </c:pt>
                <c:pt idx="20692">
                  <c:v>4.0775925149345253</c:v>
                </c:pt>
                <c:pt idx="20693">
                  <c:v>4.0799501523123789</c:v>
                </c:pt>
                <c:pt idx="20694">
                  <c:v>4.078275823871504</c:v>
                </c:pt>
                <c:pt idx="20695">
                  <c:v>4.0811900146378131</c:v>
                </c:pt>
                <c:pt idx="20696">
                  <c:v>4.0823119832258579</c:v>
                </c:pt>
                <c:pt idx="20697">
                  <c:v>4.0774671836056493</c:v>
                </c:pt>
                <c:pt idx="20698">
                  <c:v>4.0772674763619099</c:v>
                </c:pt>
                <c:pt idx="20699">
                  <c:v>4.080223918977727</c:v>
                </c:pt>
                <c:pt idx="20700">
                  <c:v>4.0738181746251536</c:v>
                </c:pt>
                <c:pt idx="20701">
                  <c:v>4.0705067057008346</c:v>
                </c:pt>
                <c:pt idx="20702">
                  <c:v>4.0743168097479918</c:v>
                </c:pt>
                <c:pt idx="20703">
                  <c:v>4.0805095541401277</c:v>
                </c:pt>
                <c:pt idx="20704">
                  <c:v>4.0791597104086721</c:v>
                </c:pt>
                <c:pt idx="20705">
                  <c:v>4.0701779483324758</c:v>
                </c:pt>
                <c:pt idx="20706">
                  <c:v>4.0619602800965309</c:v>
                </c:pt>
                <c:pt idx="20707">
                  <c:v>4.0606834671836056</c:v>
                </c:pt>
                <c:pt idx="20708">
                  <c:v>4.0642795426672471</c:v>
                </c:pt>
                <c:pt idx="20709">
                  <c:v>4.0680362384776672</c:v>
                </c:pt>
                <c:pt idx="20710">
                  <c:v>4.0698672310796375</c:v>
                </c:pt>
                <c:pt idx="20711">
                  <c:v>4.0664577283696639</c:v>
                </c:pt>
                <c:pt idx="20712">
                  <c:v>4.0644264746607588</c:v>
                </c:pt>
                <c:pt idx="20713">
                  <c:v>4.0636650710131743</c:v>
                </c:pt>
                <c:pt idx="20714">
                  <c:v>4.0650906357558254</c:v>
                </c:pt>
                <c:pt idx="20715">
                  <c:v>4.0629667286465958</c:v>
                </c:pt>
                <c:pt idx="20716">
                  <c:v>4.0640766704909606</c:v>
                </c:pt>
                <c:pt idx="20717">
                  <c:v>4.0649410926929619</c:v>
                </c:pt>
                <c:pt idx="20718">
                  <c:v>4.0668974957471216</c:v>
                </c:pt>
                <c:pt idx="20719">
                  <c:v>4.0641198718202318</c:v>
                </c:pt>
                <c:pt idx="20720">
                  <c:v>4.0567355303240102</c:v>
                </c:pt>
                <c:pt idx="20721">
                  <c:v>4.0537281322941805</c:v>
                </c:pt>
                <c:pt idx="20722">
                  <c:v>4.0541751790164975</c:v>
                </c:pt>
                <c:pt idx="20723">
                  <c:v>4.0573328322190134</c:v>
                </c:pt>
                <c:pt idx="20724">
                  <c:v>4.0563802666455668</c:v>
                </c:pt>
                <c:pt idx="20725">
                  <c:v>4.0514174150413416</c:v>
                </c:pt>
                <c:pt idx="20726">
                  <c:v>4.0473548285002172</c:v>
                </c:pt>
                <c:pt idx="20727">
                  <c:v>4.0520644063773394</c:v>
                </c:pt>
                <c:pt idx="20728">
                  <c:v>4.0530252798987219</c:v>
                </c:pt>
                <c:pt idx="20729">
                  <c:v>4.0597472010127786</c:v>
                </c:pt>
                <c:pt idx="20730">
                  <c:v>4.066108082446493</c:v>
                </c:pt>
                <c:pt idx="20731">
                  <c:v>4.0700378209439414</c:v>
                </c:pt>
                <c:pt idx="20732">
                  <c:v>4.0723750445068641</c:v>
                </c:pt>
                <c:pt idx="20733">
                  <c:v>4.0720420936028798</c:v>
                </c:pt>
                <c:pt idx="20734">
                  <c:v>4.0674849863512286</c:v>
                </c:pt>
                <c:pt idx="20735">
                  <c:v>4.0564275032638371</c:v>
                </c:pt>
                <c:pt idx="20736">
                  <c:v>4.0538048819084542</c:v>
                </c:pt>
                <c:pt idx="20737">
                  <c:v>4.0506148672706415</c:v>
                </c:pt>
                <c:pt idx="20738">
                  <c:v>4.0468907702654588</c:v>
                </c:pt>
                <c:pt idx="20739">
                  <c:v>4.0480405111366062</c:v>
                </c:pt>
                <c:pt idx="20740">
                  <c:v>4.0589118961902129</c:v>
                </c:pt>
                <c:pt idx="20741">
                  <c:v>4.0633550658701587</c:v>
                </c:pt>
                <c:pt idx="20742">
                  <c:v>4.0614613284804371</c:v>
                </c:pt>
                <c:pt idx="20743">
                  <c:v>4.0534103730664244</c:v>
                </c:pt>
                <c:pt idx="20744">
                  <c:v>4.0416548641057091</c:v>
                </c:pt>
                <c:pt idx="20745">
                  <c:v>4.0361970170510739</c:v>
                </c:pt>
                <c:pt idx="20746">
                  <c:v>4.0328078490327171</c:v>
                </c:pt>
                <c:pt idx="20747">
                  <c:v>4.0376304941250938</c:v>
                </c:pt>
                <c:pt idx="20748">
                  <c:v>4.044091308303992</c:v>
                </c:pt>
                <c:pt idx="20749">
                  <c:v>4.0447124263164138</c:v>
                </c:pt>
                <c:pt idx="20750">
                  <c:v>4.0445061518376386</c:v>
                </c:pt>
                <c:pt idx="20751">
                  <c:v>4.0447845076551809</c:v>
                </c:pt>
                <c:pt idx="20752">
                  <c:v>4.0434162281916368</c:v>
                </c:pt>
                <c:pt idx="20753">
                  <c:v>4.035708272342446</c:v>
                </c:pt>
                <c:pt idx="20754">
                  <c:v>4.0427970091387424</c:v>
                </c:pt>
                <c:pt idx="20755">
                  <c:v>4.0531166673260275</c:v>
                </c:pt>
                <c:pt idx="20756">
                  <c:v>4.0571947620366338</c:v>
                </c:pt>
                <c:pt idx="20757">
                  <c:v>4.0516230565336073</c:v>
                </c:pt>
                <c:pt idx="20758">
                  <c:v>4.0416154606954944</c:v>
                </c:pt>
                <c:pt idx="20759">
                  <c:v>4.0393473117854173</c:v>
                </c:pt>
                <c:pt idx="20760">
                  <c:v>4.0455339636823986</c:v>
                </c:pt>
                <c:pt idx="20761">
                  <c:v>4.0545843256715592</c:v>
                </c:pt>
                <c:pt idx="20762">
                  <c:v>4.060133955770068</c:v>
                </c:pt>
                <c:pt idx="20763">
                  <c:v>4.0676244807532536</c:v>
                </c:pt>
                <c:pt idx="20764">
                  <c:v>4.0583072358270362</c:v>
                </c:pt>
                <c:pt idx="20765">
                  <c:v>4.0455713890097718</c:v>
                </c:pt>
                <c:pt idx="20766">
                  <c:v>4.0487210507576057</c:v>
                </c:pt>
                <c:pt idx="20767">
                  <c:v>4.0522473394785772</c:v>
                </c:pt>
                <c:pt idx="20768">
                  <c:v>4.0489676781263597</c:v>
                </c:pt>
                <c:pt idx="20769">
                  <c:v>4.0449732167583177</c:v>
                </c:pt>
                <c:pt idx="20770">
                  <c:v>4.0449989318352655</c:v>
                </c:pt>
                <c:pt idx="20771">
                  <c:v>4.0479443763104799</c:v>
                </c:pt>
                <c:pt idx="20772">
                  <c:v>4.0584797246508684</c:v>
                </c:pt>
                <c:pt idx="20773">
                  <c:v>4.0673151877200615</c:v>
                </c:pt>
                <c:pt idx="20774">
                  <c:v>4.0690596985401752</c:v>
                </c:pt>
                <c:pt idx="20775">
                  <c:v>4.0642246310875496</c:v>
                </c:pt>
                <c:pt idx="20776">
                  <c:v>4.0592226925663644</c:v>
                </c:pt>
                <c:pt idx="20777">
                  <c:v>4.0568902955255766</c:v>
                </c:pt>
                <c:pt idx="20778">
                  <c:v>4.0595717055030267</c:v>
                </c:pt>
                <c:pt idx="20779">
                  <c:v>4.0589406179530796</c:v>
                </c:pt>
                <c:pt idx="20780">
                  <c:v>4.0601303160976379</c:v>
                </c:pt>
                <c:pt idx="20781">
                  <c:v>4.0636815286624204</c:v>
                </c:pt>
                <c:pt idx="20782">
                  <c:v>4.0633884559085338</c:v>
                </c:pt>
                <c:pt idx="20783">
                  <c:v>4.0604445938995921</c:v>
                </c:pt>
                <c:pt idx="20784">
                  <c:v>4.0649102346006254</c:v>
                </c:pt>
                <c:pt idx="20785">
                  <c:v>4.067961071329667</c:v>
                </c:pt>
                <c:pt idx="20786">
                  <c:v>4.0676019306088538</c:v>
                </c:pt>
                <c:pt idx="20787">
                  <c:v>4.0664593108359375</c:v>
                </c:pt>
                <c:pt idx="20788">
                  <c:v>4.0618504569371368</c:v>
                </c:pt>
                <c:pt idx="20789">
                  <c:v>4.0636755152905808</c:v>
                </c:pt>
                <c:pt idx="20790">
                  <c:v>4.0621734383035966</c:v>
                </c:pt>
                <c:pt idx="20791">
                  <c:v>4.061449301736757</c:v>
                </c:pt>
                <c:pt idx="20792">
                  <c:v>4.0639988922736086</c:v>
                </c:pt>
                <c:pt idx="20793">
                  <c:v>4.0649910986272104</c:v>
                </c:pt>
                <c:pt idx="20794">
                  <c:v>4.0608859437433242</c:v>
                </c:pt>
                <c:pt idx="20795">
                  <c:v>4.0580954227163035</c:v>
                </c:pt>
                <c:pt idx="20796">
                  <c:v>4.0543111128694074</c:v>
                </c:pt>
                <c:pt idx="20797">
                  <c:v>4.0520265063100842</c:v>
                </c:pt>
                <c:pt idx="20798">
                  <c:v>4.0567511176168054</c:v>
                </c:pt>
                <c:pt idx="20799">
                  <c:v>4.0633752423151481</c:v>
                </c:pt>
                <c:pt idx="20800">
                  <c:v>4.0630998931835265</c:v>
                </c:pt>
                <c:pt idx="20801">
                  <c:v>4.0577798789413304</c:v>
                </c:pt>
                <c:pt idx="20802">
                  <c:v>4.0597881868892669</c:v>
                </c:pt>
                <c:pt idx="20803">
                  <c:v>4.0601111682557267</c:v>
                </c:pt>
                <c:pt idx="20804">
                  <c:v>4.0623335047671798</c:v>
                </c:pt>
                <c:pt idx="20805">
                  <c:v>4.0604365233215969</c:v>
                </c:pt>
                <c:pt idx="20806">
                  <c:v>4.0549613482612648</c:v>
                </c:pt>
                <c:pt idx="20807">
                  <c:v>4.0589115796969581</c:v>
                </c:pt>
                <c:pt idx="20808">
                  <c:v>4.0617434822170351</c:v>
                </c:pt>
                <c:pt idx="20809">
                  <c:v>4.0644197491790957</c:v>
                </c:pt>
                <c:pt idx="20810">
                  <c:v>4.0661300787276975</c:v>
                </c:pt>
                <c:pt idx="20811">
                  <c:v>4.0711090714879141</c:v>
                </c:pt>
                <c:pt idx="20812">
                  <c:v>4.0744706254697949</c:v>
                </c:pt>
                <c:pt idx="20813">
                  <c:v>4.0699719112236421</c:v>
                </c:pt>
                <c:pt idx="20814">
                  <c:v>4.0639946987379831</c:v>
                </c:pt>
                <c:pt idx="20815">
                  <c:v>4.0634223206867901</c:v>
                </c:pt>
                <c:pt idx="20816">
                  <c:v>4.0642588914823756</c:v>
                </c:pt>
                <c:pt idx="20817">
                  <c:v>4.0654235075364955</c:v>
                </c:pt>
                <c:pt idx="20818">
                  <c:v>4.0634296791549627</c:v>
                </c:pt>
                <c:pt idx="20819">
                  <c:v>4.0630417375479686</c:v>
                </c:pt>
                <c:pt idx="20820">
                  <c:v>4.0670369110258342</c:v>
                </c:pt>
                <c:pt idx="20821">
                  <c:v>4.0581277050282862</c:v>
                </c:pt>
                <c:pt idx="20822">
                  <c:v>4.0618723740950271</c:v>
                </c:pt>
                <c:pt idx="20823">
                  <c:v>4.0713871899355141</c:v>
                </c:pt>
                <c:pt idx="20824">
                  <c:v>4.0648407643312101</c:v>
                </c:pt>
                <c:pt idx="20825">
                  <c:v>4.0582797800371884</c:v>
                </c:pt>
                <c:pt idx="20826">
                  <c:v>4.0606857617597027</c:v>
                </c:pt>
                <c:pt idx="20827">
                  <c:v>4.0633604462554889</c:v>
                </c:pt>
                <c:pt idx="20828">
                  <c:v>4.0653905922380034</c:v>
                </c:pt>
                <c:pt idx="20829">
                  <c:v>4.0699066344898522</c:v>
                </c:pt>
                <c:pt idx="20830">
                  <c:v>4.0726812517308222</c:v>
                </c:pt>
                <c:pt idx="20831">
                  <c:v>4.0713068006488111</c:v>
                </c:pt>
                <c:pt idx="20832">
                  <c:v>4.0716658622463111</c:v>
                </c:pt>
                <c:pt idx="20833">
                  <c:v>4.0699728607034062</c:v>
                </c:pt>
                <c:pt idx="20834">
                  <c:v>4.0675208292123273</c:v>
                </c:pt>
                <c:pt idx="20835">
                  <c:v>4.0700474739882102</c:v>
                </c:pt>
                <c:pt idx="20836">
                  <c:v>4.0756979863116669</c:v>
                </c:pt>
                <c:pt idx="20837">
                  <c:v>4.0824132610673738</c:v>
                </c:pt>
                <c:pt idx="20838">
                  <c:v>4.0817628674288882</c:v>
                </c:pt>
                <c:pt idx="20839">
                  <c:v>4.0752409700518255</c:v>
                </c:pt>
                <c:pt idx="20840">
                  <c:v>4.0800356054911582</c:v>
                </c:pt>
                <c:pt idx="20841">
                  <c:v>4.0775018396170433</c:v>
                </c:pt>
                <c:pt idx="20842">
                  <c:v>4.0702545397001231</c:v>
                </c:pt>
                <c:pt idx="20843">
                  <c:v>4.0701388614155158</c:v>
                </c:pt>
                <c:pt idx="20844">
                  <c:v>4.0764415080903591</c:v>
                </c:pt>
                <c:pt idx="20845">
                  <c:v>4.0747606124144475</c:v>
                </c:pt>
                <c:pt idx="20846">
                  <c:v>4.0734341891838426</c:v>
                </c:pt>
                <c:pt idx="20847">
                  <c:v>4.0721027020611622</c:v>
                </c:pt>
                <c:pt idx="20848">
                  <c:v>4.065031372393876</c:v>
                </c:pt>
                <c:pt idx="20849">
                  <c:v>4.0628423467974839</c:v>
                </c:pt>
                <c:pt idx="20850">
                  <c:v>4.0645119278395381</c:v>
                </c:pt>
                <c:pt idx="20851">
                  <c:v>4.0684945998338407</c:v>
                </c:pt>
                <c:pt idx="20852">
                  <c:v>4.0733221505716664</c:v>
                </c:pt>
                <c:pt idx="20853">
                  <c:v>4.0782665664438023</c:v>
                </c:pt>
                <c:pt idx="20854">
                  <c:v>4.0780968469359493</c:v>
                </c:pt>
                <c:pt idx="20855">
                  <c:v>4.0778032203188666</c:v>
                </c:pt>
                <c:pt idx="20856">
                  <c:v>4.0759723068402103</c:v>
                </c:pt>
                <c:pt idx="20857">
                  <c:v>4.0681522332555291</c:v>
                </c:pt>
                <c:pt idx="20858">
                  <c:v>4.0609174348221702</c:v>
                </c:pt>
                <c:pt idx="20859">
                  <c:v>4.0659735728132294</c:v>
                </c:pt>
                <c:pt idx="20860">
                  <c:v>4.0738341575345176</c:v>
                </c:pt>
                <c:pt idx="20861">
                  <c:v>4.0745044111247379</c:v>
                </c:pt>
                <c:pt idx="20862">
                  <c:v>4.0736206037108831</c:v>
                </c:pt>
                <c:pt idx="20863">
                  <c:v>4.0641880761166274</c:v>
                </c:pt>
                <c:pt idx="20864">
                  <c:v>4.0570969656209206</c:v>
                </c:pt>
                <c:pt idx="20865">
                  <c:v>4.0580473157415833</c:v>
                </c:pt>
                <c:pt idx="20866">
                  <c:v>4.0520799145468214</c:v>
                </c:pt>
                <c:pt idx="20867">
                  <c:v>4.0443474304703884</c:v>
                </c:pt>
                <c:pt idx="20868">
                  <c:v>4.0416585037781383</c:v>
                </c:pt>
                <c:pt idx="20869">
                  <c:v>4.0462978201527076</c:v>
                </c:pt>
                <c:pt idx="20870">
                  <c:v>4.0561835660877481</c:v>
                </c:pt>
                <c:pt idx="20871">
                  <c:v>4.060667642520869</c:v>
                </c:pt>
                <c:pt idx="20872">
                  <c:v>4.0584236262214661</c:v>
                </c:pt>
                <c:pt idx="20873">
                  <c:v>4.0543969616647546</c:v>
                </c:pt>
                <c:pt idx="20874">
                  <c:v>4.0443073940736642</c:v>
                </c:pt>
                <c:pt idx="20875">
                  <c:v>4.0358165130355657</c:v>
                </c:pt>
                <c:pt idx="20876">
                  <c:v>4.0378290145191285</c:v>
                </c:pt>
                <c:pt idx="20877">
                  <c:v>4.0428580132135936</c:v>
                </c:pt>
                <c:pt idx="20878">
                  <c:v>4.0444273450172092</c:v>
                </c:pt>
                <c:pt idx="20879">
                  <c:v>4.0471580488190844</c:v>
                </c:pt>
                <c:pt idx="20880">
                  <c:v>4.0550960952644699</c:v>
                </c:pt>
                <c:pt idx="20881">
                  <c:v>4.0606911421450329</c:v>
                </c:pt>
                <c:pt idx="20882">
                  <c:v>4.0624672231673067</c:v>
                </c:pt>
                <c:pt idx="20883">
                  <c:v>4.0640714483522569</c:v>
                </c:pt>
                <c:pt idx="20884">
                  <c:v>4.0662437789294614</c:v>
                </c:pt>
                <c:pt idx="20885">
                  <c:v>4.0647808679827513</c:v>
                </c:pt>
                <c:pt idx="20886">
                  <c:v>4.0648104601020689</c:v>
                </c:pt>
                <c:pt idx="20887">
                  <c:v>4.0563842228112517</c:v>
                </c:pt>
                <c:pt idx="20888">
                  <c:v>4.043949519325869</c:v>
                </c:pt>
                <c:pt idx="20889">
                  <c:v>4.0406094868853106</c:v>
                </c:pt>
                <c:pt idx="20890">
                  <c:v>4.0458970605688966</c:v>
                </c:pt>
                <c:pt idx="20891">
                  <c:v>4.0514062586541124</c:v>
                </c:pt>
                <c:pt idx="20892">
                  <c:v>4.0530113541955135</c:v>
                </c:pt>
                <c:pt idx="20893">
                  <c:v>4.0523254341891839</c:v>
                </c:pt>
                <c:pt idx="20894">
                  <c:v>4.0512378051192783</c:v>
                </c:pt>
                <c:pt idx="20895">
                  <c:v>4.0468251770384143</c:v>
                </c:pt>
                <c:pt idx="20896">
                  <c:v>4.0478423863591404</c:v>
                </c:pt>
                <c:pt idx="20897">
                  <c:v>4.0538540174862527</c:v>
                </c:pt>
                <c:pt idx="20898">
                  <c:v>4.0615072991256875</c:v>
                </c:pt>
                <c:pt idx="20899">
                  <c:v>4.0642246310875496</c:v>
                </c:pt>
                <c:pt idx="20900">
                  <c:v>4.0589925228468564</c:v>
                </c:pt>
                <c:pt idx="20901">
                  <c:v>4.0514617240970052</c:v>
                </c:pt>
                <c:pt idx="20902">
                  <c:v>4.0528301618071767</c:v>
                </c:pt>
                <c:pt idx="20903">
                  <c:v>4.0527674170194246</c:v>
                </c:pt>
                <c:pt idx="20904">
                  <c:v>4.0511123946670891</c:v>
                </c:pt>
                <c:pt idx="20905">
                  <c:v>4.0525624085136682</c:v>
                </c:pt>
                <c:pt idx="20906">
                  <c:v>4.0512941409186221</c:v>
                </c:pt>
                <c:pt idx="20907">
                  <c:v>4.0548327728765283</c:v>
                </c:pt>
                <c:pt idx="20908">
                  <c:v>4.0559245163587452</c:v>
                </c:pt>
                <c:pt idx="20909">
                  <c:v>4.05557779799818</c:v>
                </c:pt>
                <c:pt idx="20910">
                  <c:v>4.0610683229813667</c:v>
                </c:pt>
                <c:pt idx="20911">
                  <c:v>4.0581663963286783</c:v>
                </c:pt>
                <c:pt idx="20912">
                  <c:v>4.0482801756537565</c:v>
                </c:pt>
                <c:pt idx="20913">
                  <c:v>4.0437977608102225</c:v>
                </c:pt>
                <c:pt idx="20914">
                  <c:v>4.0483010642085695</c:v>
                </c:pt>
                <c:pt idx="20915">
                  <c:v>4.0446379712782372</c:v>
                </c:pt>
                <c:pt idx="20916">
                  <c:v>4.0414245361395738</c:v>
                </c:pt>
                <c:pt idx="20917">
                  <c:v>4.0418819480159831</c:v>
                </c:pt>
                <c:pt idx="20918">
                  <c:v>4.0340056177552714</c:v>
                </c:pt>
                <c:pt idx="20919">
                  <c:v>4.0368667167780989</c:v>
                </c:pt>
                <c:pt idx="20920">
                  <c:v>4.0492192111405627</c:v>
                </c:pt>
                <c:pt idx="20921">
                  <c:v>4.0531913597341456</c:v>
                </c:pt>
                <c:pt idx="20922">
                  <c:v>4.0504973691498201</c:v>
                </c:pt>
                <c:pt idx="20923">
                  <c:v>4.0540707362424335</c:v>
                </c:pt>
                <c:pt idx="20924">
                  <c:v>4.0579191359734148</c:v>
                </c:pt>
                <c:pt idx="20925">
                  <c:v>4.0625143806622619</c:v>
                </c:pt>
                <c:pt idx="20926">
                  <c:v>4.0661846738141394</c:v>
                </c:pt>
                <c:pt idx="20927">
                  <c:v>4.0653817304268705</c:v>
                </c:pt>
                <c:pt idx="20928">
                  <c:v>4.0636054911579693</c:v>
                </c:pt>
                <c:pt idx="20929">
                  <c:v>4.0662617399216678</c:v>
                </c:pt>
                <c:pt idx="20930">
                  <c:v>4.0669078609012148</c:v>
                </c:pt>
                <c:pt idx="20931">
                  <c:v>4.0594352177869206</c:v>
                </c:pt>
                <c:pt idx="20932">
                  <c:v>4.0560147169363452</c:v>
                </c:pt>
                <c:pt idx="20933">
                  <c:v>4.0545664438026661</c:v>
                </c:pt>
                <c:pt idx="20934">
                  <c:v>4.0494190766309295</c:v>
                </c:pt>
                <c:pt idx="20935">
                  <c:v>4.0426321161530243</c:v>
                </c:pt>
                <c:pt idx="20936">
                  <c:v>4.0442738457886618</c:v>
                </c:pt>
                <c:pt idx="20937">
                  <c:v>4.0512665268821459</c:v>
                </c:pt>
                <c:pt idx="20938">
                  <c:v>4.0601602247102111</c:v>
                </c:pt>
                <c:pt idx="20939">
                  <c:v>4.0637714918700798</c:v>
                </c:pt>
                <c:pt idx="20940">
                  <c:v>4.0577364402421177</c:v>
                </c:pt>
                <c:pt idx="20941">
                  <c:v>4.0606791154013528</c:v>
                </c:pt>
                <c:pt idx="20942">
                  <c:v>4.0620570479091667</c:v>
                </c:pt>
                <c:pt idx="20943">
                  <c:v>4.0606351228389448</c:v>
                </c:pt>
                <c:pt idx="20944">
                  <c:v>4.0594634648099062</c:v>
                </c:pt>
                <c:pt idx="20945">
                  <c:v>4.0617872374095025</c:v>
                </c:pt>
                <c:pt idx="20946">
                  <c:v>4.0668739169996435</c:v>
                </c:pt>
                <c:pt idx="20947">
                  <c:v>4.0704635834948766</c:v>
                </c:pt>
                <c:pt idx="20948">
                  <c:v>4.0624834434466113</c:v>
                </c:pt>
                <c:pt idx="20949">
                  <c:v>4.0509203623847769</c:v>
                </c:pt>
                <c:pt idx="20950">
                  <c:v>4.0481535783518616</c:v>
                </c:pt>
                <c:pt idx="20951">
                  <c:v>4.0495896664952324</c:v>
                </c:pt>
                <c:pt idx="20952">
                  <c:v>4.0543973572813226</c:v>
                </c:pt>
                <c:pt idx="20953">
                  <c:v>4.0568919571151643</c:v>
                </c:pt>
                <c:pt idx="20954">
                  <c:v>4.051583415753452</c:v>
                </c:pt>
                <c:pt idx="20955">
                  <c:v>4.0456775724967358</c:v>
                </c:pt>
                <c:pt idx="20956">
                  <c:v>4.054241563476678</c:v>
                </c:pt>
                <c:pt idx="20957">
                  <c:v>4.062362463899988</c:v>
                </c:pt>
                <c:pt idx="20958">
                  <c:v>4.0626896388020732</c:v>
                </c:pt>
                <c:pt idx="20959">
                  <c:v>4.0652457174506464</c:v>
                </c:pt>
                <c:pt idx="20960">
                  <c:v>4.0670460893302209</c:v>
                </c:pt>
                <c:pt idx="20961">
                  <c:v>4.0613337025754639</c:v>
                </c:pt>
                <c:pt idx="20962">
                  <c:v>4.0545092376468723</c:v>
                </c:pt>
                <c:pt idx="20963">
                  <c:v>4.0503982276377739</c:v>
                </c:pt>
                <c:pt idx="20964">
                  <c:v>4.0534288087985129</c:v>
                </c:pt>
                <c:pt idx="20965">
                  <c:v>4.0512782371325713</c:v>
                </c:pt>
                <c:pt idx="20966">
                  <c:v>4.0494189183843021</c:v>
                </c:pt>
                <c:pt idx="20967">
                  <c:v>4.0523798710289984</c:v>
                </c:pt>
                <c:pt idx="20968">
                  <c:v>4.0549181469319935</c:v>
                </c:pt>
                <c:pt idx="20969">
                  <c:v>4.0573391620841077</c:v>
                </c:pt>
                <c:pt idx="20970">
                  <c:v>4.0618384301934567</c:v>
                </c:pt>
                <c:pt idx="20971">
                  <c:v>4.0580793606836254</c:v>
                </c:pt>
                <c:pt idx="20972">
                  <c:v>4.0544347826086957</c:v>
                </c:pt>
                <c:pt idx="20973">
                  <c:v>4.0554169403014599</c:v>
                </c:pt>
                <c:pt idx="20974">
                  <c:v>4.0601124342287456</c:v>
                </c:pt>
                <c:pt idx="20975">
                  <c:v>4.0637898484788542</c:v>
                </c:pt>
                <c:pt idx="20976">
                  <c:v>4.0629413300629027</c:v>
                </c:pt>
                <c:pt idx="20977">
                  <c:v>4.0582525616172802</c:v>
                </c:pt>
                <c:pt idx="20978">
                  <c:v>4.0500517466471493</c:v>
                </c:pt>
                <c:pt idx="20979">
                  <c:v>4.0581652886022868</c:v>
                </c:pt>
                <c:pt idx="20980">
                  <c:v>4.0720613205681051</c:v>
                </c:pt>
                <c:pt idx="20981">
                  <c:v>4.0674223998101038</c:v>
                </c:pt>
                <c:pt idx="20982">
                  <c:v>4.0641419472247495</c:v>
                </c:pt>
                <c:pt idx="20983">
                  <c:v>4.0685302053249988</c:v>
                </c:pt>
                <c:pt idx="20984">
                  <c:v>4.0664107291213352</c:v>
                </c:pt>
                <c:pt idx="20985">
                  <c:v>4.0678522767733512</c:v>
                </c:pt>
                <c:pt idx="20986">
                  <c:v>4.0727719270483052</c:v>
                </c:pt>
                <c:pt idx="20987">
                  <c:v>4.0708955967875937</c:v>
                </c:pt>
                <c:pt idx="20988">
                  <c:v>4.0627928947264316</c:v>
                </c:pt>
                <c:pt idx="20989">
                  <c:v>4.0632159670847017</c:v>
                </c:pt>
                <c:pt idx="20990">
                  <c:v>4.0631921509672821</c:v>
                </c:pt>
                <c:pt idx="20991">
                  <c:v>4.0655813585472957</c:v>
                </c:pt>
                <c:pt idx="20992">
                  <c:v>4.0756109506666141</c:v>
                </c:pt>
                <c:pt idx="20993">
                  <c:v>4.0785993591011591</c:v>
                </c:pt>
                <c:pt idx="20994">
                  <c:v>4.0702436206828345</c:v>
                </c:pt>
                <c:pt idx="20995">
                  <c:v>4.0589800213632943</c:v>
                </c:pt>
                <c:pt idx="20996">
                  <c:v>4.0523651540926533</c:v>
                </c:pt>
                <c:pt idx="20997">
                  <c:v>4.0555336471891446</c:v>
                </c:pt>
                <c:pt idx="20998">
                  <c:v>4.0587637773469956</c:v>
                </c:pt>
                <c:pt idx="20999">
                  <c:v>4.0601036515409268</c:v>
                </c:pt>
                <c:pt idx="21000">
                  <c:v>4.0617724413498442</c:v>
                </c:pt>
                <c:pt idx="21001">
                  <c:v>4.0611182497923011</c:v>
                </c:pt>
                <c:pt idx="21002">
                  <c:v>4.0574595086442224</c:v>
                </c:pt>
                <c:pt idx="21003">
                  <c:v>4.0597739446928038</c:v>
                </c:pt>
                <c:pt idx="21004">
                  <c:v>4.0631236301776319</c:v>
                </c:pt>
                <c:pt idx="21005">
                  <c:v>4.0618514064169009</c:v>
                </c:pt>
                <c:pt idx="21006">
                  <c:v>4.0564324089092851</c:v>
                </c:pt>
                <c:pt idx="21007">
                  <c:v>4.0518019543458479</c:v>
                </c:pt>
                <c:pt idx="21008">
                  <c:v>4.0542599200854532</c:v>
                </c:pt>
                <c:pt idx="21009">
                  <c:v>4.0605886774538114</c:v>
                </c:pt>
                <c:pt idx="21010">
                  <c:v>4.0624123115876092</c:v>
                </c:pt>
                <c:pt idx="21011">
                  <c:v>4.0650671361316615</c:v>
                </c:pt>
                <c:pt idx="21012">
                  <c:v>4.0699581437670611</c:v>
                </c:pt>
                <c:pt idx="21013">
                  <c:v>4.0699048937769513</c:v>
                </c:pt>
                <c:pt idx="21014">
                  <c:v>4.0637550342208328</c:v>
                </c:pt>
                <c:pt idx="21015">
                  <c:v>4.0623037544012339</c:v>
                </c:pt>
                <c:pt idx="21016">
                  <c:v>4.0562171143727497</c:v>
                </c:pt>
                <c:pt idx="21017">
                  <c:v>4.0527912331368441</c:v>
                </c:pt>
                <c:pt idx="21018">
                  <c:v>4.0526604422993238</c:v>
                </c:pt>
                <c:pt idx="21019">
                  <c:v>4.0506634489852438</c:v>
                </c:pt>
                <c:pt idx="21020">
                  <c:v>4.0549126874233492</c:v>
                </c:pt>
                <c:pt idx="21021">
                  <c:v>4.0512819559283146</c:v>
                </c:pt>
                <c:pt idx="21022">
                  <c:v>4.049787237409503</c:v>
                </c:pt>
                <c:pt idx="21023">
                  <c:v>4.0582039799026779</c:v>
                </c:pt>
                <c:pt idx="21024">
                  <c:v>4.0586894014321322</c:v>
                </c:pt>
                <c:pt idx="21025">
                  <c:v>4.0558192823515453</c:v>
                </c:pt>
                <c:pt idx="21026">
                  <c:v>4.0511178541757324</c:v>
                </c:pt>
                <c:pt idx="21027">
                  <c:v>4.0545589270878661</c:v>
                </c:pt>
                <c:pt idx="21028">
                  <c:v>4.0613976342129208</c:v>
                </c:pt>
                <c:pt idx="21029">
                  <c:v>4.0622862681489105</c:v>
                </c:pt>
                <c:pt idx="21030">
                  <c:v>4.0596772560034813</c:v>
                </c:pt>
                <c:pt idx="21031">
                  <c:v>4.0645259326660597</c:v>
                </c:pt>
                <c:pt idx="21032">
                  <c:v>4.068343711674645</c:v>
                </c:pt>
                <c:pt idx="21033">
                  <c:v>4.0711280610831979</c:v>
                </c:pt>
                <c:pt idx="21034">
                  <c:v>4.0682424338331291</c:v>
                </c:pt>
                <c:pt idx="21035">
                  <c:v>4.063732009336551</c:v>
                </c:pt>
                <c:pt idx="21036">
                  <c:v>4.053193337816988</c:v>
                </c:pt>
                <c:pt idx="21037">
                  <c:v>4.0471767219211143</c:v>
                </c:pt>
                <c:pt idx="21038">
                  <c:v>4.0523671321754957</c:v>
                </c:pt>
                <c:pt idx="21039">
                  <c:v>4.0572791866123357</c:v>
                </c:pt>
                <c:pt idx="21040">
                  <c:v>4.0584338331289311</c:v>
                </c:pt>
                <c:pt idx="21041">
                  <c:v>4.0585886774538116</c:v>
                </c:pt>
                <c:pt idx="21042">
                  <c:v>4.0558725323416542</c:v>
                </c:pt>
                <c:pt idx="21043">
                  <c:v>4.0496334216876999</c:v>
                </c:pt>
                <c:pt idx="21044">
                  <c:v>4.047998180163785</c:v>
                </c:pt>
                <c:pt idx="21045">
                  <c:v>4.0598870910313725</c:v>
                </c:pt>
                <c:pt idx="21046">
                  <c:v>4.0613572813229419</c:v>
                </c:pt>
                <c:pt idx="21047">
                  <c:v>4.0620066463583493</c:v>
                </c:pt>
                <c:pt idx="21048">
                  <c:v>4.0606902717885829</c:v>
                </c:pt>
                <c:pt idx="21049">
                  <c:v>4.0570148356213158</c:v>
                </c:pt>
                <c:pt idx="21050">
                  <c:v>4.0525877279740472</c:v>
                </c:pt>
                <c:pt idx="21051">
                  <c:v>4.0492020413814931</c:v>
                </c:pt>
                <c:pt idx="21052">
                  <c:v>4.052503224275033</c:v>
                </c:pt>
                <c:pt idx="21053">
                  <c:v>4.0592508604660367</c:v>
                </c:pt>
                <c:pt idx="21054">
                  <c:v>4.0597066898761724</c:v>
                </c:pt>
                <c:pt idx="21055">
                  <c:v>4.0609670451398507</c:v>
                </c:pt>
                <c:pt idx="21056">
                  <c:v>4.0644939668473317</c:v>
                </c:pt>
                <c:pt idx="21057">
                  <c:v>4.0679606757130991</c:v>
                </c:pt>
                <c:pt idx="21058">
                  <c:v>4.0715202753491315</c:v>
                </c:pt>
                <c:pt idx="21059">
                  <c:v>4.0713599715156068</c:v>
                </c:pt>
                <c:pt idx="21060">
                  <c:v>4.060651659611505</c:v>
                </c:pt>
                <c:pt idx="21061">
                  <c:v>4.0544998219725441</c:v>
                </c:pt>
                <c:pt idx="21062">
                  <c:v>4.0544325671559127</c:v>
                </c:pt>
                <c:pt idx="21063">
                  <c:v>4.0535767693951019</c:v>
                </c:pt>
                <c:pt idx="21064">
                  <c:v>4.0483608814337142</c:v>
                </c:pt>
                <c:pt idx="21065">
                  <c:v>4.047639593306168</c:v>
                </c:pt>
                <c:pt idx="21066">
                  <c:v>4.0518091545673931</c:v>
                </c:pt>
                <c:pt idx="21067">
                  <c:v>4.0560894884677774</c:v>
                </c:pt>
                <c:pt idx="21068">
                  <c:v>4.0538739565613007</c:v>
                </c:pt>
                <c:pt idx="21069">
                  <c:v>4.046034497764766</c:v>
                </c:pt>
                <c:pt idx="21070">
                  <c:v>4.0441978082842107</c:v>
                </c:pt>
                <c:pt idx="21071">
                  <c:v>4.0508463029631683</c:v>
                </c:pt>
                <c:pt idx="21072">
                  <c:v>4.0531555959963601</c:v>
                </c:pt>
                <c:pt idx="21073">
                  <c:v>4.0549276417296358</c:v>
                </c:pt>
                <c:pt idx="21074">
                  <c:v>4.0611124737904021</c:v>
                </c:pt>
                <c:pt idx="21075">
                  <c:v>4.0603810578787041</c:v>
                </c:pt>
                <c:pt idx="21076">
                  <c:v>4.0554968548482808</c:v>
                </c:pt>
                <c:pt idx="21077">
                  <c:v>4.0577886616291492</c:v>
                </c:pt>
                <c:pt idx="21078">
                  <c:v>4.0582771689678365</c:v>
                </c:pt>
                <c:pt idx="21079">
                  <c:v>4.0541360129762234</c:v>
                </c:pt>
                <c:pt idx="21080">
                  <c:v>4.0524878743521775</c:v>
                </c:pt>
                <c:pt idx="21081">
                  <c:v>4.0527194682913317</c:v>
                </c:pt>
                <c:pt idx="21082">
                  <c:v>4.0576798670728333</c:v>
                </c:pt>
                <c:pt idx="21083">
                  <c:v>4.0602825493531673</c:v>
                </c:pt>
                <c:pt idx="21084">
                  <c:v>4.05424116786011</c:v>
                </c:pt>
                <c:pt idx="21085">
                  <c:v>4.0559365431024252</c:v>
                </c:pt>
                <c:pt idx="21086">
                  <c:v>4.057861455077739</c:v>
                </c:pt>
                <c:pt idx="21087">
                  <c:v>4.0552292598014006</c:v>
                </c:pt>
                <c:pt idx="21088">
                  <c:v>4.0543709300945521</c:v>
                </c:pt>
                <c:pt idx="21089">
                  <c:v>4.0511756933180365</c:v>
                </c:pt>
                <c:pt idx="21090">
                  <c:v>4.0461858606638446</c:v>
                </c:pt>
                <c:pt idx="21091">
                  <c:v>4.0496924476797087</c:v>
                </c:pt>
                <c:pt idx="21092">
                  <c:v>4.0535189302527987</c:v>
                </c:pt>
                <c:pt idx="21093">
                  <c:v>4.0479676385647032</c:v>
                </c:pt>
                <c:pt idx="21094">
                  <c:v>4.0442509000276932</c:v>
                </c:pt>
                <c:pt idx="21095">
                  <c:v>4.0444118368477273</c:v>
                </c:pt>
                <c:pt idx="21096">
                  <c:v>4.0488418720576016</c:v>
                </c:pt>
                <c:pt idx="21097">
                  <c:v>4.0550351703129328</c:v>
                </c:pt>
                <c:pt idx="21098">
                  <c:v>4.051921984412707</c:v>
                </c:pt>
                <c:pt idx="21099">
                  <c:v>4.0471912806108321</c:v>
                </c:pt>
                <c:pt idx="21100">
                  <c:v>4.0489736914982002</c:v>
                </c:pt>
                <c:pt idx="21101">
                  <c:v>4.0451971357360446</c:v>
                </c:pt>
                <c:pt idx="21102">
                  <c:v>4.0479683506745259</c:v>
                </c:pt>
                <c:pt idx="21103">
                  <c:v>4.0549582624520317</c:v>
                </c:pt>
                <c:pt idx="21104">
                  <c:v>4.0573047434426552</c:v>
                </c:pt>
                <c:pt idx="21105">
                  <c:v>4.0562349962416429</c:v>
                </c:pt>
                <c:pt idx="21106">
                  <c:v>4.0578717411085172</c:v>
                </c:pt>
                <c:pt idx="21107">
                  <c:v>4.0635279503105588</c:v>
                </c:pt>
                <c:pt idx="21108">
                  <c:v>4.0719306879772121</c:v>
                </c:pt>
                <c:pt idx="21109">
                  <c:v>4.0755220951853461</c:v>
                </c:pt>
                <c:pt idx="21110">
                  <c:v>4.0719912964354945</c:v>
                </c:pt>
                <c:pt idx="21111">
                  <c:v>4.0619005419946985</c:v>
                </c:pt>
                <c:pt idx="21112">
                  <c:v>4.0569013727894925</c:v>
                </c:pt>
                <c:pt idx="21113">
                  <c:v>4.0540239743640463</c:v>
                </c:pt>
                <c:pt idx="21114">
                  <c:v>4.0516717173715238</c:v>
                </c:pt>
                <c:pt idx="21115">
                  <c:v>4.0516796297028916</c:v>
                </c:pt>
                <c:pt idx="21116">
                  <c:v>4.0547343434743048</c:v>
                </c:pt>
                <c:pt idx="21117">
                  <c:v>4.0614094235866602</c:v>
                </c:pt>
                <c:pt idx="21118">
                  <c:v>4.0597868417929339</c:v>
                </c:pt>
                <c:pt idx="21119">
                  <c:v>4.0564885073386874</c:v>
                </c:pt>
                <c:pt idx="21120">
                  <c:v>4.0591341535783521</c:v>
                </c:pt>
                <c:pt idx="21121">
                  <c:v>4.0687309411718164</c:v>
                </c:pt>
                <c:pt idx="21122">
                  <c:v>4.0834964592317124</c:v>
                </c:pt>
                <c:pt idx="21123">
                  <c:v>4.0870158642243934</c:v>
                </c:pt>
                <c:pt idx="21124">
                  <c:v>4.0778682596827158</c:v>
                </c:pt>
                <c:pt idx="21125">
                  <c:v>4.0729012936661784</c:v>
                </c:pt>
                <c:pt idx="21126">
                  <c:v>4.0671745064683309</c:v>
                </c:pt>
                <c:pt idx="21127">
                  <c:v>4.0686768999485698</c:v>
                </c:pt>
                <c:pt idx="21128">
                  <c:v>4.063261858606638</c:v>
                </c:pt>
                <c:pt idx="21129">
                  <c:v>4.0556952169956881</c:v>
                </c:pt>
                <c:pt idx="21130">
                  <c:v>4.0567140087826878</c:v>
                </c:pt>
                <c:pt idx="21131">
                  <c:v>4.0612509395893497</c:v>
                </c:pt>
                <c:pt idx="21132">
                  <c:v>4.0592370138861416</c:v>
                </c:pt>
                <c:pt idx="21133">
                  <c:v>4.0587836372987303</c:v>
                </c:pt>
                <c:pt idx="21134">
                  <c:v>4.0595076947422557</c:v>
                </c:pt>
                <c:pt idx="21135">
                  <c:v>4.0527041183684771</c:v>
                </c:pt>
                <c:pt idx="21136">
                  <c:v>4.0519912964354949</c:v>
                </c:pt>
                <c:pt idx="21137">
                  <c:v>4.0576636467935279</c:v>
                </c:pt>
                <c:pt idx="21138">
                  <c:v>4.0684869248724134</c:v>
                </c:pt>
                <c:pt idx="21139">
                  <c:v>4.078486450132532</c:v>
                </c:pt>
                <c:pt idx="21140">
                  <c:v>4.081247774656803</c:v>
                </c:pt>
                <c:pt idx="21141">
                  <c:v>4.0736772560034815</c:v>
                </c:pt>
                <c:pt idx="21142">
                  <c:v>4.0675509751948411</c:v>
                </c:pt>
                <c:pt idx="21143">
                  <c:v>4.068382798591605</c:v>
                </c:pt>
                <c:pt idx="21144">
                  <c:v>4.0749281955928316</c:v>
                </c:pt>
                <c:pt idx="21145">
                  <c:v>4.0713576769395106</c:v>
                </c:pt>
                <c:pt idx="21146">
                  <c:v>4.0634399651857418</c:v>
                </c:pt>
                <c:pt idx="21147">
                  <c:v>4.0618195197214861</c:v>
                </c:pt>
                <c:pt idx="21148">
                  <c:v>4.0588054753333074</c:v>
                </c:pt>
                <c:pt idx="21149">
                  <c:v>4.0605692922419587</c:v>
                </c:pt>
                <c:pt idx="21150">
                  <c:v>4.0609216283577956</c:v>
                </c:pt>
                <c:pt idx="21151">
                  <c:v>4.0567120306998454</c:v>
                </c:pt>
                <c:pt idx="21152">
                  <c:v>4.0491554377497332</c:v>
                </c:pt>
                <c:pt idx="21153">
                  <c:v>4.0430044704672232</c:v>
                </c:pt>
                <c:pt idx="21154">
                  <c:v>4.0440701032559243</c:v>
                </c:pt>
                <c:pt idx="21155">
                  <c:v>4.0448788226450922</c:v>
                </c:pt>
                <c:pt idx="21156">
                  <c:v>4.0451295644261585</c:v>
                </c:pt>
                <c:pt idx="21157">
                  <c:v>4.0504447521462197</c:v>
                </c:pt>
                <c:pt idx="21158">
                  <c:v>4.0584801202674372</c:v>
                </c:pt>
                <c:pt idx="21159">
                  <c:v>4.0599893974759667</c:v>
                </c:pt>
                <c:pt idx="21160">
                  <c:v>4.0561642599992087</c:v>
                </c:pt>
                <c:pt idx="21161">
                  <c:v>4.0562554100565729</c:v>
                </c:pt>
                <c:pt idx="21162">
                  <c:v>4.0583585868576177</c:v>
                </c:pt>
                <c:pt idx="21163">
                  <c:v>4.0680103651540929</c:v>
                </c:pt>
                <c:pt idx="21164">
                  <c:v>4.0721702733710492</c:v>
                </c:pt>
                <c:pt idx="21165">
                  <c:v>4.0697188748664797</c:v>
                </c:pt>
                <c:pt idx="21166">
                  <c:v>4.0686064010760772</c:v>
                </c:pt>
                <c:pt idx="21167">
                  <c:v>4.0645655734462158</c:v>
                </c:pt>
                <c:pt idx="21168">
                  <c:v>4.0645170708549276</c:v>
                </c:pt>
                <c:pt idx="21169">
                  <c:v>4.0677062942596036</c:v>
                </c:pt>
                <c:pt idx="21170">
                  <c:v>4.061238200735847</c:v>
                </c:pt>
                <c:pt idx="21171">
                  <c:v>4.0562391897772683</c:v>
                </c:pt>
                <c:pt idx="21172">
                  <c:v>4.0632624124698342</c:v>
                </c:pt>
                <c:pt idx="21173">
                  <c:v>4.0686208806424817</c:v>
                </c:pt>
                <c:pt idx="21174">
                  <c:v>4.0695431419867862</c:v>
                </c:pt>
                <c:pt idx="21175">
                  <c:v>4.0689632472207933</c:v>
                </c:pt>
                <c:pt idx="21176">
                  <c:v>4.0718314673418519</c:v>
                </c:pt>
                <c:pt idx="21177">
                  <c:v>4.0683982276377737</c:v>
                </c:pt>
                <c:pt idx="21178">
                  <c:v>4.066008070577996</c:v>
                </c:pt>
                <c:pt idx="21179">
                  <c:v>4.0626405032242747</c:v>
                </c:pt>
                <c:pt idx="21180">
                  <c:v>4.0602843691893815</c:v>
                </c:pt>
                <c:pt idx="21181">
                  <c:v>4.0617697511571782</c:v>
                </c:pt>
                <c:pt idx="21182">
                  <c:v>4.0567610871543298</c:v>
                </c:pt>
                <c:pt idx="21183">
                  <c:v>4.0539561656842187</c:v>
                </c:pt>
                <c:pt idx="21184">
                  <c:v>4.0548541361712225</c:v>
                </c:pt>
                <c:pt idx="21185">
                  <c:v>4.0632097163429206</c:v>
                </c:pt>
                <c:pt idx="21186">
                  <c:v>4.0742072239585392</c:v>
                </c:pt>
                <c:pt idx="21187">
                  <c:v>4.0774455038176995</c:v>
                </c:pt>
                <c:pt idx="21188">
                  <c:v>4.0780685207896505</c:v>
                </c:pt>
                <c:pt idx="21189">
                  <c:v>4.0710070815365746</c:v>
                </c:pt>
                <c:pt idx="21190">
                  <c:v>4.0699821181311071</c:v>
                </c:pt>
                <c:pt idx="21191">
                  <c:v>4.0735262887209718</c:v>
                </c:pt>
                <c:pt idx="21192">
                  <c:v>4.0776397515527947</c:v>
                </c:pt>
                <c:pt idx="21193">
                  <c:v>4.0717129406179531</c:v>
                </c:pt>
                <c:pt idx="21194">
                  <c:v>4.0692338489535942</c:v>
                </c:pt>
                <c:pt idx="21195">
                  <c:v>4.070692645487993</c:v>
                </c:pt>
                <c:pt idx="21196">
                  <c:v>4.0663221110100087</c:v>
                </c:pt>
                <c:pt idx="21197">
                  <c:v>4.0604893776951378</c:v>
                </c:pt>
                <c:pt idx="21198">
                  <c:v>4.0506579894765995</c:v>
                </c:pt>
                <c:pt idx="21199">
                  <c:v>4.0468017565375636</c:v>
                </c:pt>
                <c:pt idx="21200">
                  <c:v>4.0542864263955378</c:v>
                </c:pt>
                <c:pt idx="21201">
                  <c:v>4.0516923685563953</c:v>
                </c:pt>
                <c:pt idx="21202">
                  <c:v>4.045043557384183</c:v>
                </c:pt>
                <c:pt idx="21203">
                  <c:v>4.0531894607746173</c:v>
                </c:pt>
                <c:pt idx="21204">
                  <c:v>4.0517319302132373</c:v>
                </c:pt>
                <c:pt idx="21205">
                  <c:v>4.0514160699450095</c:v>
                </c:pt>
                <c:pt idx="21206">
                  <c:v>4.0517712545001388</c:v>
                </c:pt>
                <c:pt idx="21207">
                  <c:v>4.0468445622502669</c:v>
                </c:pt>
                <c:pt idx="21208">
                  <c:v>4.0490532104284531</c:v>
                </c:pt>
                <c:pt idx="21209">
                  <c:v>4.0488640265854334</c:v>
                </c:pt>
                <c:pt idx="21210">
                  <c:v>4.0484358112117738</c:v>
                </c:pt>
                <c:pt idx="21211">
                  <c:v>4.0477862879297382</c:v>
                </c:pt>
                <c:pt idx="21212">
                  <c:v>4.0525913676464773</c:v>
                </c:pt>
                <c:pt idx="21213">
                  <c:v>4.0628162361039681</c:v>
                </c:pt>
                <c:pt idx="21214">
                  <c:v>4.0703639672429484</c:v>
                </c:pt>
                <c:pt idx="21215">
                  <c:v>4.0689305692922417</c:v>
                </c:pt>
                <c:pt idx="21216">
                  <c:v>4.0574599042607904</c:v>
                </c:pt>
                <c:pt idx="21217">
                  <c:v>4.0539738101831704</c:v>
                </c:pt>
                <c:pt idx="21218">
                  <c:v>4.0632594057839144</c:v>
                </c:pt>
                <c:pt idx="21219">
                  <c:v>4.0682488428215375</c:v>
                </c:pt>
                <c:pt idx="21220">
                  <c:v>4.0746851287731927</c:v>
                </c:pt>
                <c:pt idx="21221">
                  <c:v>4.0753744510820109</c:v>
                </c:pt>
                <c:pt idx="21222">
                  <c:v>4.0745005340823672</c:v>
                </c:pt>
                <c:pt idx="21223">
                  <c:v>4.0732057601772365</c:v>
                </c:pt>
                <c:pt idx="21224">
                  <c:v>4.072248368081655</c:v>
                </c:pt>
                <c:pt idx="21225">
                  <c:v>4.0716835067452628</c:v>
                </c:pt>
                <c:pt idx="21226">
                  <c:v>4.0640181192388338</c:v>
                </c:pt>
                <c:pt idx="21227">
                  <c:v>4.0470255963919772</c:v>
                </c:pt>
                <c:pt idx="21228">
                  <c:v>4.0395277920639314</c:v>
                </c:pt>
                <c:pt idx="21229">
                  <c:v>4.0461718558373221</c:v>
                </c:pt>
                <c:pt idx="21230">
                  <c:v>4.0494083949835815</c:v>
                </c:pt>
                <c:pt idx="21231">
                  <c:v>4.0509791510068442</c:v>
                </c:pt>
                <c:pt idx="21232">
                  <c:v>4.0543643628595163</c:v>
                </c:pt>
                <c:pt idx="21233">
                  <c:v>4.0562512165209483</c:v>
                </c:pt>
                <c:pt idx="21234">
                  <c:v>4.0575904577283692</c:v>
                </c:pt>
                <c:pt idx="21235">
                  <c:v>4.0555946512639949</c:v>
                </c:pt>
                <c:pt idx="21236">
                  <c:v>4.0524326462792262</c:v>
                </c:pt>
                <c:pt idx="21237">
                  <c:v>4.0542823119832256</c:v>
                </c:pt>
                <c:pt idx="21238">
                  <c:v>4.0589235273173241</c:v>
                </c:pt>
                <c:pt idx="21239">
                  <c:v>4.0653412984135775</c:v>
                </c:pt>
                <c:pt idx="21240">
                  <c:v>4.0664437235431423</c:v>
                </c:pt>
                <c:pt idx="21241">
                  <c:v>4.063030343790798</c:v>
                </c:pt>
                <c:pt idx="21242">
                  <c:v>4.0586181113265027</c:v>
                </c:pt>
                <c:pt idx="21243">
                  <c:v>4.0526579894765993</c:v>
                </c:pt>
                <c:pt idx="21244">
                  <c:v>4.048322585749891</c:v>
                </c:pt>
                <c:pt idx="21245">
                  <c:v>4.0572448470941964</c:v>
                </c:pt>
                <c:pt idx="21246">
                  <c:v>4.0678866954148036</c:v>
                </c:pt>
                <c:pt idx="21247">
                  <c:v>4.073789452862286</c:v>
                </c:pt>
                <c:pt idx="21248">
                  <c:v>4.076997824108874</c:v>
                </c:pt>
                <c:pt idx="21249">
                  <c:v>4.0754848281046012</c:v>
                </c:pt>
                <c:pt idx="21250">
                  <c:v>4.0801273885350318</c:v>
                </c:pt>
                <c:pt idx="21251">
                  <c:v>4.0856588993947067</c:v>
                </c:pt>
                <c:pt idx="21252">
                  <c:v>4.0855505004549588</c:v>
                </c:pt>
                <c:pt idx="21253">
                  <c:v>4.0863203702971083</c:v>
                </c:pt>
                <c:pt idx="21254">
                  <c:v>4.0889021640226293</c:v>
                </c:pt>
                <c:pt idx="21255">
                  <c:v>4.0867452624915934</c:v>
                </c:pt>
                <c:pt idx="21256">
                  <c:v>4.0752465878070971</c:v>
                </c:pt>
                <c:pt idx="21257">
                  <c:v>4.0634322111010013</c:v>
                </c:pt>
                <c:pt idx="21258">
                  <c:v>4.0616939510226686</c:v>
                </c:pt>
                <c:pt idx="21259">
                  <c:v>4.0643347707401984</c:v>
                </c:pt>
                <c:pt idx="21260">
                  <c:v>4.0705109783597742</c:v>
                </c:pt>
                <c:pt idx="21261">
                  <c:v>4.0742308027060172</c:v>
                </c:pt>
                <c:pt idx="21262">
                  <c:v>4.0687351347074419</c:v>
                </c:pt>
                <c:pt idx="21263">
                  <c:v>4.0542679906634493</c:v>
                </c:pt>
                <c:pt idx="21264">
                  <c:v>4.0494046761878391</c:v>
                </c:pt>
                <c:pt idx="21265">
                  <c:v>4.0524527436009024</c:v>
                </c:pt>
                <c:pt idx="21266">
                  <c:v>4.0525438145349524</c:v>
                </c:pt>
                <c:pt idx="21267">
                  <c:v>4.0570207698698422</c:v>
                </c:pt>
                <c:pt idx="21268">
                  <c:v>4.060963563714048</c:v>
                </c:pt>
                <c:pt idx="21269">
                  <c:v>4.0558995925149341</c:v>
                </c:pt>
                <c:pt idx="21270">
                  <c:v>4.0593497646081422</c:v>
                </c:pt>
                <c:pt idx="21271">
                  <c:v>4.0587332357479129</c:v>
                </c:pt>
                <c:pt idx="21272">
                  <c:v>4.0592710369110261</c:v>
                </c:pt>
                <c:pt idx="21273">
                  <c:v>4.0596599279977843</c:v>
                </c:pt>
                <c:pt idx="21274">
                  <c:v>4.0547196265379597</c:v>
                </c:pt>
                <c:pt idx="21275">
                  <c:v>4.0554831665150139</c:v>
                </c:pt>
                <c:pt idx="21276">
                  <c:v>4.0563287573683589</c:v>
                </c:pt>
                <c:pt idx="21277">
                  <c:v>4.060837836768604</c:v>
                </c:pt>
                <c:pt idx="21278">
                  <c:v>4.0642155319064761</c:v>
                </c:pt>
                <c:pt idx="21279">
                  <c:v>4.0607274597460146</c:v>
                </c:pt>
                <c:pt idx="21280">
                  <c:v>4.0606340151125533</c:v>
                </c:pt>
                <c:pt idx="21281">
                  <c:v>4.0648062665664435</c:v>
                </c:pt>
                <c:pt idx="21282">
                  <c:v>4.0673019741266767</c:v>
                </c:pt>
                <c:pt idx="21283">
                  <c:v>4.0648401313447007</c:v>
                </c:pt>
                <c:pt idx="21284">
                  <c:v>4.0637339874193934</c:v>
                </c:pt>
                <c:pt idx="21285">
                  <c:v>4.065321042845274</c:v>
                </c:pt>
                <c:pt idx="21286">
                  <c:v>4.0639135973414566</c:v>
                </c:pt>
                <c:pt idx="21287">
                  <c:v>4.0597527396447362</c:v>
                </c:pt>
                <c:pt idx="21288">
                  <c:v>4.0580893302211498</c:v>
                </c:pt>
                <c:pt idx="21289">
                  <c:v>4.0606186651896978</c:v>
                </c:pt>
                <c:pt idx="21290">
                  <c:v>4.0653439886062426</c:v>
                </c:pt>
                <c:pt idx="21291">
                  <c:v>4.0680853740554657</c:v>
                </c:pt>
                <c:pt idx="21292">
                  <c:v>4.075295881631523</c:v>
                </c:pt>
                <c:pt idx="21293">
                  <c:v>4.0813933615539817</c:v>
                </c:pt>
                <c:pt idx="21294">
                  <c:v>4.0782901451912803</c:v>
                </c:pt>
                <c:pt idx="21295">
                  <c:v>4.0726766625786288</c:v>
                </c:pt>
                <c:pt idx="21296">
                  <c:v>4.0629550183961705</c:v>
                </c:pt>
                <c:pt idx="21297">
                  <c:v>4.0551154013530084</c:v>
                </c:pt>
                <c:pt idx="21298">
                  <c:v>4.0517738655694897</c:v>
                </c:pt>
                <c:pt idx="21299">
                  <c:v>4.0597455394231909</c:v>
                </c:pt>
                <c:pt idx="21300">
                  <c:v>4.0638692091624797</c:v>
                </c:pt>
                <c:pt idx="21301">
                  <c:v>4.0586566443802665</c:v>
                </c:pt>
                <c:pt idx="21302">
                  <c:v>4.0628547691577319</c:v>
                </c:pt>
                <c:pt idx="21303">
                  <c:v>4.0646781659215891</c:v>
                </c:pt>
                <c:pt idx="21304">
                  <c:v>4.0649073070380188</c:v>
                </c:pt>
                <c:pt idx="21305">
                  <c:v>4.0560557028128335</c:v>
                </c:pt>
                <c:pt idx="21306">
                  <c:v>4.0470723582703645</c:v>
                </c:pt>
                <c:pt idx="21307">
                  <c:v>4.0514481148870516</c:v>
                </c:pt>
                <c:pt idx="21308">
                  <c:v>4.0550666613917787</c:v>
                </c:pt>
                <c:pt idx="21309">
                  <c:v>4.0503488546900348</c:v>
                </c:pt>
                <c:pt idx="21310">
                  <c:v>4.0486492859120942</c:v>
                </c:pt>
                <c:pt idx="21311">
                  <c:v>4.0488212208727301</c:v>
                </c:pt>
                <c:pt idx="21312">
                  <c:v>4.0459664517149978</c:v>
                </c:pt>
                <c:pt idx="21313">
                  <c:v>4.0440116311271117</c:v>
                </c:pt>
                <c:pt idx="21314">
                  <c:v>4.0461316611939706</c:v>
                </c:pt>
                <c:pt idx="21315">
                  <c:v>4.0525157257585951</c:v>
                </c:pt>
                <c:pt idx="21316">
                  <c:v>4.0576227400403528</c:v>
                </c:pt>
                <c:pt idx="21317">
                  <c:v>4.063899988131503</c:v>
                </c:pt>
                <c:pt idx="21318">
                  <c:v>4.0662867428887921</c:v>
                </c:pt>
                <c:pt idx="21319">
                  <c:v>4.0606723899196897</c:v>
                </c:pt>
                <c:pt idx="21320">
                  <c:v>4.0581386240455748</c:v>
                </c:pt>
                <c:pt idx="21321">
                  <c:v>4.0543994144874791</c:v>
                </c:pt>
                <c:pt idx="21322">
                  <c:v>4.055625825849587</c:v>
                </c:pt>
                <c:pt idx="21323">
                  <c:v>4.0547150373857654</c:v>
                </c:pt>
                <c:pt idx="21324">
                  <c:v>4.0511990346955731</c:v>
                </c:pt>
                <c:pt idx="21325">
                  <c:v>4.0511682557265498</c:v>
                </c:pt>
                <c:pt idx="21326">
                  <c:v>4.0460561775527157</c:v>
                </c:pt>
                <c:pt idx="21327">
                  <c:v>4.0493086996083392</c:v>
                </c:pt>
                <c:pt idx="21328">
                  <c:v>4.0599352771294059</c:v>
                </c:pt>
                <c:pt idx="21329">
                  <c:v>4.066518653321201</c:v>
                </c:pt>
                <c:pt idx="21330">
                  <c:v>4.0675688570637334</c:v>
                </c:pt>
                <c:pt idx="21331">
                  <c:v>4.0698717411085177</c:v>
                </c:pt>
                <c:pt idx="21332">
                  <c:v>4.0746378130316101</c:v>
                </c:pt>
                <c:pt idx="21333">
                  <c:v>4.080678086798275</c:v>
                </c:pt>
                <c:pt idx="21334">
                  <c:v>4.088221703524944</c:v>
                </c:pt>
                <c:pt idx="21335">
                  <c:v>4.0852308422676744</c:v>
                </c:pt>
                <c:pt idx="21336">
                  <c:v>4.0718812359061598</c:v>
                </c:pt>
                <c:pt idx="21337">
                  <c:v>4.0610940380583136</c:v>
                </c:pt>
                <c:pt idx="21338">
                  <c:v>4.0573720773826008</c:v>
                </c:pt>
                <c:pt idx="21339">
                  <c:v>4.0604627131384259</c:v>
                </c:pt>
                <c:pt idx="21340">
                  <c:v>4.0589184634252486</c:v>
                </c:pt>
                <c:pt idx="21341">
                  <c:v>4.0561274676583459</c:v>
                </c:pt>
                <c:pt idx="21342">
                  <c:v>4.058571507694742</c:v>
                </c:pt>
                <c:pt idx="21343">
                  <c:v>4.0625004549590535</c:v>
                </c:pt>
                <c:pt idx="21344">
                  <c:v>4.0618255330933257</c:v>
                </c:pt>
                <c:pt idx="21345">
                  <c:v>4.0589044585987262</c:v>
                </c:pt>
                <c:pt idx="21346">
                  <c:v>4.0548292123274123</c:v>
                </c:pt>
                <c:pt idx="21347">
                  <c:v>4.0576777307433636</c:v>
                </c:pt>
                <c:pt idx="21348">
                  <c:v>4.0629497962574677</c:v>
                </c:pt>
                <c:pt idx="21349">
                  <c:v>4.0633578351861379</c:v>
                </c:pt>
                <c:pt idx="21350">
                  <c:v>4.0617885825058355</c:v>
                </c:pt>
                <c:pt idx="21351">
                  <c:v>4.0622400601337185</c:v>
                </c:pt>
                <c:pt idx="21352">
                  <c:v>4.0690570874708234</c:v>
                </c:pt>
                <c:pt idx="21353">
                  <c:v>4.0682272421569019</c:v>
                </c:pt>
                <c:pt idx="21354">
                  <c:v>4.058627527000831</c:v>
                </c:pt>
                <c:pt idx="21355">
                  <c:v>4.0538039324286901</c:v>
                </c:pt>
                <c:pt idx="21356">
                  <c:v>4.0556183091347862</c:v>
                </c:pt>
                <c:pt idx="21357">
                  <c:v>4.0586233334652055</c:v>
                </c:pt>
                <c:pt idx="21358">
                  <c:v>4.0589628516042255</c:v>
                </c:pt>
                <c:pt idx="21359">
                  <c:v>4.0497958618506944</c:v>
                </c:pt>
                <c:pt idx="21360">
                  <c:v>4.0465355857103296</c:v>
                </c:pt>
                <c:pt idx="21361">
                  <c:v>4.0513902757447484</c:v>
                </c:pt>
                <c:pt idx="21362">
                  <c:v>4.0583257506824388</c:v>
                </c:pt>
                <c:pt idx="21363">
                  <c:v>4.0690892906594929</c:v>
                </c:pt>
                <c:pt idx="21364">
                  <c:v>4.0741819044981602</c:v>
                </c:pt>
                <c:pt idx="21365">
                  <c:v>4.0736600071210987</c:v>
                </c:pt>
                <c:pt idx="21366">
                  <c:v>4.0700151916762275</c:v>
                </c:pt>
                <c:pt idx="21367">
                  <c:v>4.0676901531036123</c:v>
                </c:pt>
                <c:pt idx="21368">
                  <c:v>4.0639964394508841</c:v>
                </c:pt>
                <c:pt idx="21369">
                  <c:v>4.0600809431498988</c:v>
                </c:pt>
                <c:pt idx="21370">
                  <c:v>4.05834489852435</c:v>
                </c:pt>
                <c:pt idx="21371">
                  <c:v>4.0644112038612175</c:v>
                </c:pt>
                <c:pt idx="21372">
                  <c:v>4.0684047948728095</c:v>
                </c:pt>
                <c:pt idx="21373">
                  <c:v>4.0690909522490806</c:v>
                </c:pt>
                <c:pt idx="21374">
                  <c:v>4.0759551370811407</c:v>
                </c:pt>
                <c:pt idx="21375">
                  <c:v>4.0749463939549786</c:v>
                </c:pt>
                <c:pt idx="21376">
                  <c:v>4.0642159275230449</c:v>
                </c:pt>
                <c:pt idx="21377">
                  <c:v>4.0550486212762591</c:v>
                </c:pt>
                <c:pt idx="21378">
                  <c:v>4.0655368121216915</c:v>
                </c:pt>
                <c:pt idx="21379">
                  <c:v>4.076996479012541</c:v>
                </c:pt>
                <c:pt idx="21380">
                  <c:v>4.0784199074257232</c:v>
                </c:pt>
                <c:pt idx="21381">
                  <c:v>4.074874154369585</c:v>
                </c:pt>
                <c:pt idx="21382">
                  <c:v>4.0805578193614744</c:v>
                </c:pt>
                <c:pt idx="21383">
                  <c:v>4.0886624203821658</c:v>
                </c:pt>
                <c:pt idx="21384">
                  <c:v>4.087871978478459</c:v>
                </c:pt>
                <c:pt idx="21385">
                  <c:v>4.0808133876646755</c:v>
                </c:pt>
                <c:pt idx="21386">
                  <c:v>4.0700003956165682</c:v>
                </c:pt>
                <c:pt idx="21387">
                  <c:v>4.0663869130039165</c:v>
                </c:pt>
                <c:pt idx="21388">
                  <c:v>4.0657879495193257</c:v>
                </c:pt>
                <c:pt idx="21389">
                  <c:v>4.0645438145349528</c:v>
                </c:pt>
                <c:pt idx="21390">
                  <c:v>4.0716991731613721</c:v>
                </c:pt>
                <c:pt idx="21391">
                  <c:v>4.0731756933180359</c:v>
                </c:pt>
                <c:pt idx="21392">
                  <c:v>4.0736338173042688</c:v>
                </c:pt>
                <c:pt idx="21393">
                  <c:v>4.0729727420184361</c:v>
                </c:pt>
                <c:pt idx="21394">
                  <c:v>4.0712097954662338</c:v>
                </c:pt>
                <c:pt idx="21395">
                  <c:v>4.0698094710606476</c:v>
                </c:pt>
                <c:pt idx="21396">
                  <c:v>4.0705752264904858</c:v>
                </c:pt>
                <c:pt idx="21397">
                  <c:v>4.0742759029948177</c:v>
                </c:pt>
                <c:pt idx="21398">
                  <c:v>4.0766242038216562</c:v>
                </c:pt>
                <c:pt idx="21399">
                  <c:v>4.0689405388297661</c:v>
                </c:pt>
                <c:pt idx="21400">
                  <c:v>4.0613499228547694</c:v>
                </c:pt>
                <c:pt idx="21401">
                  <c:v>4.0578665980931286</c:v>
                </c:pt>
                <c:pt idx="21402">
                  <c:v>4.0527268267595051</c:v>
                </c:pt>
                <c:pt idx="21403">
                  <c:v>4.0513957352533927</c:v>
                </c:pt>
                <c:pt idx="21404">
                  <c:v>4.0525905764133405</c:v>
                </c:pt>
                <c:pt idx="21405">
                  <c:v>4.0530968864976069</c:v>
                </c:pt>
                <c:pt idx="21406">
                  <c:v>4.0535287415436958</c:v>
                </c:pt>
                <c:pt idx="21407">
                  <c:v>4.0551546465165957</c:v>
                </c:pt>
                <c:pt idx="21408">
                  <c:v>4.0627068876844561</c:v>
                </c:pt>
                <c:pt idx="21409">
                  <c:v>4.0697659532381216</c:v>
                </c:pt>
                <c:pt idx="21410">
                  <c:v>4.0696338964275824</c:v>
                </c:pt>
                <c:pt idx="21411">
                  <c:v>4.0592054436839815</c:v>
                </c:pt>
                <c:pt idx="21412">
                  <c:v>4.0534843533647189</c:v>
                </c:pt>
                <c:pt idx="21413">
                  <c:v>4.0585956403054162</c:v>
                </c:pt>
                <c:pt idx="21414">
                  <c:v>4.0628818293310127</c:v>
                </c:pt>
                <c:pt idx="21415">
                  <c:v>4.0635639514182857</c:v>
                </c:pt>
                <c:pt idx="21416">
                  <c:v>4.0619825137476759</c:v>
                </c:pt>
                <c:pt idx="21417">
                  <c:v>4.0610752067096572</c:v>
                </c:pt>
                <c:pt idx="21418">
                  <c:v>4.061523915021561</c:v>
                </c:pt>
                <c:pt idx="21419">
                  <c:v>4.0535662459943822</c:v>
                </c:pt>
                <c:pt idx="21420">
                  <c:v>4.0523473513470742</c:v>
                </c:pt>
                <c:pt idx="21421">
                  <c:v>4.0548125964315389</c:v>
                </c:pt>
                <c:pt idx="21422">
                  <c:v>4.0530077936463975</c:v>
                </c:pt>
                <c:pt idx="21423">
                  <c:v>4.0536338173042683</c:v>
                </c:pt>
                <c:pt idx="21424">
                  <c:v>4.0590982315939392</c:v>
                </c:pt>
                <c:pt idx="21425">
                  <c:v>4.0640063298650944</c:v>
                </c:pt>
                <c:pt idx="21426">
                  <c:v>4.0682127625904974</c:v>
                </c:pt>
                <c:pt idx="21427">
                  <c:v>4.0659141512046526</c:v>
                </c:pt>
                <c:pt idx="21428">
                  <c:v>4.0605745143806624</c:v>
                </c:pt>
                <c:pt idx="21429">
                  <c:v>4.0584729991692052</c:v>
                </c:pt>
                <c:pt idx="21430">
                  <c:v>4.0486378130316094</c:v>
                </c:pt>
                <c:pt idx="21431">
                  <c:v>4.0427110020967678</c:v>
                </c:pt>
                <c:pt idx="21432">
                  <c:v>4.0403019345650195</c:v>
                </c:pt>
                <c:pt idx="21433">
                  <c:v>4.0422845274360091</c:v>
                </c:pt>
                <c:pt idx="21434">
                  <c:v>4.0504690430035213</c:v>
                </c:pt>
                <c:pt idx="21435">
                  <c:v>4.056842505044111</c:v>
                </c:pt>
                <c:pt idx="21436">
                  <c:v>4.0615728923527321</c:v>
                </c:pt>
                <c:pt idx="21437">
                  <c:v>4.0657753689124503</c:v>
                </c:pt>
                <c:pt idx="21438">
                  <c:v>4.0675326185860667</c:v>
                </c:pt>
                <c:pt idx="21439">
                  <c:v>4.0714201843573212</c:v>
                </c:pt>
                <c:pt idx="21440">
                  <c:v>4.0769480555445661</c:v>
                </c:pt>
                <c:pt idx="21441">
                  <c:v>4.0750349329429918</c:v>
                </c:pt>
                <c:pt idx="21442">
                  <c:v>4.0706405823475889</c:v>
                </c:pt>
                <c:pt idx="21443">
                  <c:v>4.071516952169957</c:v>
                </c:pt>
                <c:pt idx="21444">
                  <c:v>4.0661224828895834</c:v>
                </c:pt>
                <c:pt idx="21445">
                  <c:v>4.0634726431142933</c:v>
                </c:pt>
                <c:pt idx="21446">
                  <c:v>4.0634479566404238</c:v>
                </c:pt>
                <c:pt idx="21447">
                  <c:v>4.059387427305456</c:v>
                </c:pt>
                <c:pt idx="21448">
                  <c:v>4.053914546821221</c:v>
                </c:pt>
                <c:pt idx="21449">
                  <c:v>4.0475114135379986</c:v>
                </c:pt>
                <c:pt idx="21450">
                  <c:v>4.044904933338608</c:v>
                </c:pt>
                <c:pt idx="21451">
                  <c:v>4.0429092059975469</c:v>
                </c:pt>
                <c:pt idx="21452">
                  <c:v>4.0466101989951335</c:v>
                </c:pt>
                <c:pt idx="21453">
                  <c:v>4.0491730822486849</c:v>
                </c:pt>
                <c:pt idx="21454">
                  <c:v>4.0507301499386799</c:v>
                </c:pt>
                <c:pt idx="21455">
                  <c:v>4.0533074336353208</c:v>
                </c:pt>
                <c:pt idx="21456">
                  <c:v>4.0527140087826874</c:v>
                </c:pt>
                <c:pt idx="21457">
                  <c:v>4.0472150967282507</c:v>
                </c:pt>
                <c:pt idx="21458">
                  <c:v>4.0516466352810854</c:v>
                </c:pt>
                <c:pt idx="21459">
                  <c:v>4.0552575859476994</c:v>
                </c:pt>
                <c:pt idx="21460">
                  <c:v>4.060474344265538</c:v>
                </c:pt>
                <c:pt idx="21461">
                  <c:v>4.0684331210191083</c:v>
                </c:pt>
                <c:pt idx="21462">
                  <c:v>4.0686900344186414</c:v>
                </c:pt>
                <c:pt idx="21463">
                  <c:v>4.0656239268900585</c:v>
                </c:pt>
                <c:pt idx="21464">
                  <c:v>4.0662255014440003</c:v>
                </c:pt>
                <c:pt idx="21465">
                  <c:v>4.0625791035328556</c:v>
                </c:pt>
                <c:pt idx="21466">
                  <c:v>4.0611931795703606</c:v>
                </c:pt>
                <c:pt idx="21467">
                  <c:v>4.0583661826957309</c:v>
                </c:pt>
                <c:pt idx="21468">
                  <c:v>4.0541066582268463</c:v>
                </c:pt>
                <c:pt idx="21469">
                  <c:v>4.0564796455275545</c:v>
                </c:pt>
                <c:pt idx="21470">
                  <c:v>4.0564593899592518</c:v>
                </c:pt>
                <c:pt idx="21471">
                  <c:v>4.0546782450449026</c:v>
                </c:pt>
                <c:pt idx="21472">
                  <c:v>4.0513659848874468</c:v>
                </c:pt>
                <c:pt idx="21473">
                  <c:v>4.0551561498595561</c:v>
                </c:pt>
                <c:pt idx="21474">
                  <c:v>4.0580625074178105</c:v>
                </c:pt>
                <c:pt idx="21475">
                  <c:v>4.0581301578510107</c:v>
                </c:pt>
                <c:pt idx="21476">
                  <c:v>4.0608300826838626</c:v>
                </c:pt>
                <c:pt idx="21477">
                  <c:v>4.0603990188709105</c:v>
                </c:pt>
                <c:pt idx="21478">
                  <c:v>4.0612847252442936</c:v>
                </c:pt>
                <c:pt idx="21479">
                  <c:v>4.0655315899829887</c:v>
                </c:pt>
                <c:pt idx="21480">
                  <c:v>4.0676233730268621</c:v>
                </c:pt>
                <c:pt idx="21481">
                  <c:v>4.0627503263836688</c:v>
                </c:pt>
                <c:pt idx="21482">
                  <c:v>4.0564029750365949</c:v>
                </c:pt>
                <c:pt idx="21483">
                  <c:v>4.0527241365668392</c:v>
                </c:pt>
                <c:pt idx="21484">
                  <c:v>4.0562631641413143</c:v>
                </c:pt>
                <c:pt idx="21485">
                  <c:v>4.0630332713534045</c:v>
                </c:pt>
                <c:pt idx="21486">
                  <c:v>4.065756141947225</c:v>
                </c:pt>
                <c:pt idx="21487">
                  <c:v>4.0685933457293189</c:v>
                </c:pt>
                <c:pt idx="21488">
                  <c:v>4.0663408632353519</c:v>
                </c:pt>
                <c:pt idx="21489">
                  <c:v>4.0625654943229019</c:v>
                </c:pt>
                <c:pt idx="21490">
                  <c:v>4.0623315266843374</c:v>
                </c:pt>
                <c:pt idx="21491">
                  <c:v>4.0646387625113736</c:v>
                </c:pt>
                <c:pt idx="21492">
                  <c:v>4.066018277485461</c:v>
                </c:pt>
                <c:pt idx="21493">
                  <c:v>4.0640943149899114</c:v>
                </c:pt>
                <c:pt idx="21494">
                  <c:v>4.0632310796376157</c:v>
                </c:pt>
                <c:pt idx="21495">
                  <c:v>4.062110060529335</c:v>
                </c:pt>
                <c:pt idx="21496">
                  <c:v>4.0617103295486015</c:v>
                </c:pt>
                <c:pt idx="21497">
                  <c:v>4.0608824623175215</c:v>
                </c:pt>
                <c:pt idx="21498">
                  <c:v>4.061771887486648</c:v>
                </c:pt>
                <c:pt idx="21499">
                  <c:v>4.0637726787197845</c:v>
                </c:pt>
                <c:pt idx="21500">
                  <c:v>4.0673123392807691</c:v>
                </c:pt>
                <c:pt idx="21501">
                  <c:v>4.0704281362503458</c:v>
                </c:pt>
                <c:pt idx="21502">
                  <c:v>4.0666621038889108</c:v>
                </c:pt>
                <c:pt idx="21503">
                  <c:v>4.0561258851920723</c:v>
                </c:pt>
                <c:pt idx="21504">
                  <c:v>4.0496199707243736</c:v>
                </c:pt>
                <c:pt idx="21505">
                  <c:v>4.0554299165249041</c:v>
                </c:pt>
                <c:pt idx="21506">
                  <c:v>4.0620893302211494</c:v>
                </c:pt>
                <c:pt idx="21507">
                  <c:v>4.0657370732286271</c:v>
                </c:pt>
                <c:pt idx="21508">
                  <c:v>4.0649006606796689</c:v>
                </c:pt>
                <c:pt idx="21509">
                  <c:v>4.0662792261739922</c:v>
                </c:pt>
                <c:pt idx="21510">
                  <c:v>4.0599479368595954</c:v>
                </c:pt>
                <c:pt idx="21511">
                  <c:v>4.0564374728013606</c:v>
                </c:pt>
                <c:pt idx="21512">
                  <c:v>4.0614000079123311</c:v>
                </c:pt>
                <c:pt idx="21513">
                  <c:v>4.064009732167583</c:v>
                </c:pt>
                <c:pt idx="21514">
                  <c:v>4.0653876646753968</c:v>
                </c:pt>
                <c:pt idx="21515">
                  <c:v>4.0641211377932507</c:v>
                </c:pt>
                <c:pt idx="21516">
                  <c:v>4.063591169838193</c:v>
                </c:pt>
                <c:pt idx="21517">
                  <c:v>4.0666815682240776</c:v>
                </c:pt>
                <c:pt idx="21518">
                  <c:v>4.0586333821260432</c:v>
                </c:pt>
                <c:pt idx="21519">
                  <c:v>4.0590769474225583</c:v>
                </c:pt>
                <c:pt idx="21520">
                  <c:v>4.0624881117221188</c:v>
                </c:pt>
                <c:pt idx="21521">
                  <c:v>4.0549169600822879</c:v>
                </c:pt>
                <c:pt idx="21522">
                  <c:v>4.0546825177038412</c:v>
                </c:pt>
                <c:pt idx="21523">
                  <c:v>4.0623771808363331</c:v>
                </c:pt>
                <c:pt idx="21524">
                  <c:v>4.0729546227796023</c:v>
                </c:pt>
                <c:pt idx="21525">
                  <c:v>4.0747809471060652</c:v>
                </c:pt>
                <c:pt idx="21526">
                  <c:v>4.0726480199390753</c:v>
                </c:pt>
                <c:pt idx="21527">
                  <c:v>4.0739334572931911</c:v>
                </c:pt>
                <c:pt idx="21528">
                  <c:v>4.0744032915298494</c:v>
                </c:pt>
                <c:pt idx="21529">
                  <c:v>4.0709387189935518</c:v>
                </c:pt>
                <c:pt idx="21530">
                  <c:v>4.0673014202634805</c:v>
                </c:pt>
                <c:pt idx="21531">
                  <c:v>4.0639632076591372</c:v>
                </c:pt>
                <c:pt idx="21532">
                  <c:v>4.0598843217153933</c:v>
                </c:pt>
                <c:pt idx="21533">
                  <c:v>4.0563374609328635</c:v>
                </c:pt>
                <c:pt idx="21534">
                  <c:v>4.0557957827273805</c:v>
                </c:pt>
                <c:pt idx="21535">
                  <c:v>4.055424061399691</c:v>
                </c:pt>
                <c:pt idx="21536">
                  <c:v>4.058569766981841</c:v>
                </c:pt>
                <c:pt idx="21537">
                  <c:v>4.0667110812200811</c:v>
                </c:pt>
                <c:pt idx="21538">
                  <c:v>4.0716810539225383</c:v>
                </c:pt>
                <c:pt idx="21539">
                  <c:v>4.0665530719626535</c:v>
                </c:pt>
                <c:pt idx="21540">
                  <c:v>4.0591924674605373</c:v>
                </c:pt>
                <c:pt idx="21541">
                  <c:v>4.0578612968311116</c:v>
                </c:pt>
                <c:pt idx="21542">
                  <c:v>4.053119120148752</c:v>
                </c:pt>
                <c:pt idx="21543">
                  <c:v>4.0515095145784707</c:v>
                </c:pt>
                <c:pt idx="21544">
                  <c:v>4.0616478221307908</c:v>
                </c:pt>
                <c:pt idx="21545">
                  <c:v>4.0634072872571902</c:v>
                </c:pt>
                <c:pt idx="21546">
                  <c:v>4.0628862602365787</c:v>
                </c:pt>
                <c:pt idx="21547">
                  <c:v>4.0668629188590417</c:v>
                </c:pt>
                <c:pt idx="21548">
                  <c:v>4.0639184238635915</c:v>
                </c:pt>
                <c:pt idx="21549">
                  <c:v>4.0581357756062824</c:v>
                </c:pt>
                <c:pt idx="21550">
                  <c:v>4.0525453178779127</c:v>
                </c:pt>
                <c:pt idx="21551">
                  <c:v>4.052631641413142</c:v>
                </c:pt>
                <c:pt idx="21552">
                  <c:v>4.0559747596629343</c:v>
                </c:pt>
                <c:pt idx="21553">
                  <c:v>4.0557051865332117</c:v>
                </c:pt>
                <c:pt idx="21554">
                  <c:v>4.0566454879930376</c:v>
                </c:pt>
                <c:pt idx="21555">
                  <c:v>4.064113304585196</c:v>
                </c:pt>
                <c:pt idx="21556">
                  <c:v>4.068867587134549</c:v>
                </c:pt>
                <c:pt idx="21557">
                  <c:v>4.0719584602603156</c:v>
                </c:pt>
                <c:pt idx="21558">
                  <c:v>4.074746607587926</c:v>
                </c:pt>
                <c:pt idx="21559">
                  <c:v>4.0725227677335125</c:v>
                </c:pt>
                <c:pt idx="21560">
                  <c:v>4.0647644894568185</c:v>
                </c:pt>
                <c:pt idx="21561">
                  <c:v>4.0595793013411399</c:v>
                </c:pt>
                <c:pt idx="21562">
                  <c:v>4.0543883372235632</c:v>
                </c:pt>
                <c:pt idx="21563">
                  <c:v>4.0547190726747635</c:v>
                </c:pt>
                <c:pt idx="21564">
                  <c:v>4.055036119792697</c:v>
                </c:pt>
                <c:pt idx="21565">
                  <c:v>4.0513164536930804</c:v>
                </c:pt>
                <c:pt idx="21566">
                  <c:v>4.0599055267634609</c:v>
                </c:pt>
                <c:pt idx="21567">
                  <c:v>4.0686603631760097</c:v>
                </c:pt>
                <c:pt idx="21568">
                  <c:v>4.0736673655892712</c:v>
                </c:pt>
                <c:pt idx="21569">
                  <c:v>4.0817581200300666</c:v>
                </c:pt>
                <c:pt idx="21570">
                  <c:v>4.087045931083594</c:v>
                </c:pt>
                <c:pt idx="21571">
                  <c:v>4.0887644894568185</c:v>
                </c:pt>
                <c:pt idx="21572">
                  <c:v>4.0781989160106029</c:v>
                </c:pt>
                <c:pt idx="21573">
                  <c:v>4.0694172567947149</c:v>
                </c:pt>
                <c:pt idx="21574">
                  <c:v>4.0628381532618585</c:v>
                </c:pt>
                <c:pt idx="21575">
                  <c:v>4.0592448470941962</c:v>
                </c:pt>
                <c:pt idx="21576">
                  <c:v>4.0551324128654507</c:v>
                </c:pt>
                <c:pt idx="21577">
                  <c:v>4.0525984887447084</c:v>
                </c:pt>
                <c:pt idx="21578">
                  <c:v>4.0565405704790916</c:v>
                </c:pt>
                <c:pt idx="21579">
                  <c:v>4.0622190924555923</c:v>
                </c:pt>
                <c:pt idx="21580">
                  <c:v>4.0595525576611147</c:v>
                </c:pt>
                <c:pt idx="21581">
                  <c:v>4.0572365391462597</c:v>
                </c:pt>
                <c:pt idx="21582">
                  <c:v>4.0646776911817071</c:v>
                </c:pt>
                <c:pt idx="21583">
                  <c:v>4.0682968706729437</c:v>
                </c:pt>
                <c:pt idx="21584">
                  <c:v>4.0651266368635515</c:v>
                </c:pt>
                <c:pt idx="21585">
                  <c:v>4.06348008070578</c:v>
                </c:pt>
                <c:pt idx="21586">
                  <c:v>4.0600002373699411</c:v>
                </c:pt>
                <c:pt idx="21587">
                  <c:v>4.0569949756695811</c:v>
                </c:pt>
                <c:pt idx="21588">
                  <c:v>4.0577624718123193</c:v>
                </c:pt>
                <c:pt idx="21589">
                  <c:v>4.0637411876409386</c:v>
                </c:pt>
                <c:pt idx="21590">
                  <c:v>4.0660592633619492</c:v>
                </c:pt>
                <c:pt idx="21591">
                  <c:v>4.0689415674328444</c:v>
                </c:pt>
                <c:pt idx="21592">
                  <c:v>4.0680850575622109</c:v>
                </c:pt>
                <c:pt idx="21593">
                  <c:v>4.0595911698381926</c:v>
                </c:pt>
                <c:pt idx="21594">
                  <c:v>4.0554147248486769</c:v>
                </c:pt>
                <c:pt idx="21595">
                  <c:v>4.0562178264825732</c:v>
                </c:pt>
                <c:pt idx="21596">
                  <c:v>4.0616040669383233</c:v>
                </c:pt>
                <c:pt idx="21597">
                  <c:v>4.0614820587886218</c:v>
                </c:pt>
                <c:pt idx="21598">
                  <c:v>4.0574395695691736</c:v>
                </c:pt>
                <c:pt idx="21599">
                  <c:v>4.0588827788107764</c:v>
                </c:pt>
                <c:pt idx="21600">
                  <c:v>4.065387269058828</c:v>
                </c:pt>
                <c:pt idx="21601">
                  <c:v>4.0696744075641886</c:v>
                </c:pt>
                <c:pt idx="21602">
                  <c:v>4.0683630968864977</c:v>
                </c:pt>
                <c:pt idx="21603">
                  <c:v>4.0652283894449504</c:v>
                </c:pt>
                <c:pt idx="21604">
                  <c:v>4.0600996162519287</c:v>
                </c:pt>
                <c:pt idx="21605">
                  <c:v>4.059112790283657</c:v>
                </c:pt>
                <c:pt idx="21606">
                  <c:v>4.05578889899909</c:v>
                </c:pt>
                <c:pt idx="21607">
                  <c:v>4.0507189935514498</c:v>
                </c:pt>
                <c:pt idx="21608">
                  <c:v>4.0494266724690426</c:v>
                </c:pt>
                <c:pt idx="21609">
                  <c:v>4.0470877873165332</c:v>
                </c:pt>
                <c:pt idx="21610">
                  <c:v>4.0489364244174544</c:v>
                </c:pt>
                <c:pt idx="21611">
                  <c:v>4.0544049531194366</c:v>
                </c:pt>
                <c:pt idx="21612">
                  <c:v>4.0559342485263281</c:v>
                </c:pt>
                <c:pt idx="21613">
                  <c:v>4.0586647149582626</c:v>
                </c:pt>
                <c:pt idx="21614">
                  <c:v>4.064560351307513</c:v>
                </c:pt>
                <c:pt idx="21615">
                  <c:v>4.0652076591367647</c:v>
                </c:pt>
                <c:pt idx="21616">
                  <c:v>4.0600789650670572</c:v>
                </c:pt>
                <c:pt idx="21617">
                  <c:v>4.0572377259959644</c:v>
                </c:pt>
                <c:pt idx="21618">
                  <c:v>4.0535913280848206</c:v>
                </c:pt>
                <c:pt idx="21619">
                  <c:v>4.0551808363334256</c:v>
                </c:pt>
                <c:pt idx="21620">
                  <c:v>4.0606370217984731</c:v>
                </c:pt>
                <c:pt idx="21621">
                  <c:v>4.0709465522016064</c:v>
                </c:pt>
                <c:pt idx="21622">
                  <c:v>4.0747871978478463</c:v>
                </c:pt>
                <c:pt idx="21623">
                  <c:v>4.0700271392965934</c:v>
                </c:pt>
                <c:pt idx="21624">
                  <c:v>4.0578864580448633</c:v>
                </c:pt>
                <c:pt idx="21625">
                  <c:v>4.054685999129644</c:v>
                </c:pt>
                <c:pt idx="21626">
                  <c:v>4.0499228547691581</c:v>
                </c:pt>
                <c:pt idx="21627">
                  <c:v>4.0403715630810622</c:v>
                </c:pt>
                <c:pt idx="21628">
                  <c:v>4.0378419116192585</c:v>
                </c:pt>
                <c:pt idx="21629">
                  <c:v>4.0424859753926494</c:v>
                </c:pt>
                <c:pt idx="21630">
                  <c:v>4.0485148554021446</c:v>
                </c:pt>
                <c:pt idx="21631">
                  <c:v>4.0570159433477073</c:v>
                </c:pt>
                <c:pt idx="21632">
                  <c:v>4.0594701111682561</c:v>
                </c:pt>
                <c:pt idx="21633">
                  <c:v>4.0605954820587886</c:v>
                </c:pt>
                <c:pt idx="21634">
                  <c:v>4.0650841476441038</c:v>
                </c:pt>
                <c:pt idx="21635">
                  <c:v>4.0722428294496975</c:v>
                </c:pt>
                <c:pt idx="21636">
                  <c:v>4.0780778573406655</c:v>
                </c:pt>
                <c:pt idx="21637">
                  <c:v>4.0808276298611386</c:v>
                </c:pt>
                <c:pt idx="21638">
                  <c:v>4.0728162361039679</c:v>
                </c:pt>
                <c:pt idx="21639">
                  <c:v>4.0643050994975667</c:v>
                </c:pt>
                <c:pt idx="21640">
                  <c:v>4.0684187205760178</c:v>
                </c:pt>
                <c:pt idx="21641">
                  <c:v>4.0758910471970564</c:v>
                </c:pt>
                <c:pt idx="21642">
                  <c:v>4.0809494797642127</c:v>
                </c:pt>
                <c:pt idx="21643">
                  <c:v>4.0814756498002138</c:v>
                </c:pt>
                <c:pt idx="21644">
                  <c:v>4.0750089013727893</c:v>
                </c:pt>
                <c:pt idx="21645">
                  <c:v>4.0670120663053373</c:v>
                </c:pt>
                <c:pt idx="21646">
                  <c:v>4.059816196542311</c:v>
                </c:pt>
                <c:pt idx="21647">
                  <c:v>4.057811686513431</c:v>
                </c:pt>
                <c:pt idx="21648">
                  <c:v>4.0519008584879534</c:v>
                </c:pt>
                <c:pt idx="21649">
                  <c:v>4.046215848399731</c:v>
                </c:pt>
                <c:pt idx="21650">
                  <c:v>4.0488724136566843</c:v>
                </c:pt>
                <c:pt idx="21651">
                  <c:v>4.0565462673576773</c:v>
                </c:pt>
                <c:pt idx="21652">
                  <c:v>4.0589133995331723</c:v>
                </c:pt>
                <c:pt idx="21653">
                  <c:v>4.0609234481940106</c:v>
                </c:pt>
                <c:pt idx="21654">
                  <c:v>4.0650619931162719</c:v>
                </c:pt>
                <c:pt idx="21655">
                  <c:v>4.0646458044862923</c:v>
                </c:pt>
                <c:pt idx="21656">
                  <c:v>4.0644343078688134</c:v>
                </c:pt>
                <c:pt idx="21657">
                  <c:v>4.0584801993907504</c:v>
                </c:pt>
                <c:pt idx="21658">
                  <c:v>4.0448569054872019</c:v>
                </c:pt>
                <c:pt idx="21659">
                  <c:v>4.0435625271986391</c:v>
                </c:pt>
                <c:pt idx="21660">
                  <c:v>4.0541341931400083</c:v>
                </c:pt>
                <c:pt idx="21661">
                  <c:v>4.0596511453099655</c:v>
                </c:pt>
                <c:pt idx="21662">
                  <c:v>4.062882383194208</c:v>
                </c:pt>
                <c:pt idx="21663">
                  <c:v>4.062248288958342</c:v>
                </c:pt>
                <c:pt idx="21664">
                  <c:v>4.0576081022273209</c:v>
                </c:pt>
                <c:pt idx="21665">
                  <c:v>4.0603226648732047</c:v>
                </c:pt>
                <c:pt idx="21666">
                  <c:v>4.0637032875736834</c:v>
                </c:pt>
                <c:pt idx="21667">
                  <c:v>4.0616063615144204</c:v>
                </c:pt>
                <c:pt idx="21668">
                  <c:v>4.0589214701111684</c:v>
                </c:pt>
                <c:pt idx="21669">
                  <c:v>4.0562909364244177</c:v>
                </c:pt>
                <c:pt idx="21670">
                  <c:v>4.0549092059975473</c:v>
                </c:pt>
                <c:pt idx="21671">
                  <c:v>4.0598691300391661</c:v>
                </c:pt>
                <c:pt idx="21672">
                  <c:v>4.0571581279423983</c:v>
                </c:pt>
                <c:pt idx="21673">
                  <c:v>4.0585931874826917</c:v>
                </c:pt>
                <c:pt idx="21674">
                  <c:v>4.0690042330972824</c:v>
                </c:pt>
                <c:pt idx="21675">
                  <c:v>4.0737211694425763</c:v>
                </c:pt>
                <c:pt idx="21676">
                  <c:v>4.0638317838351075</c:v>
                </c:pt>
                <c:pt idx="21677">
                  <c:v>4.0482202001819836</c:v>
                </c:pt>
                <c:pt idx="21678">
                  <c:v>4.0507391699964392</c:v>
                </c:pt>
                <c:pt idx="21679">
                  <c:v>4.0606259445345572</c:v>
                </c:pt>
                <c:pt idx="21680">
                  <c:v>4.0616655457530557</c:v>
                </c:pt>
                <c:pt idx="21681">
                  <c:v>4.0607510384934917</c:v>
                </c:pt>
                <c:pt idx="21682">
                  <c:v>4.0652666851287735</c:v>
                </c:pt>
                <c:pt idx="21683">
                  <c:v>4.0657538473711279</c:v>
                </c:pt>
                <c:pt idx="21684">
                  <c:v>4.0632590892906597</c:v>
                </c:pt>
                <c:pt idx="21685">
                  <c:v>4.0582997191122363</c:v>
                </c:pt>
                <c:pt idx="21686">
                  <c:v>4.0520630612810065</c:v>
                </c:pt>
                <c:pt idx="21687">
                  <c:v>4.0534875182972661</c:v>
                </c:pt>
                <c:pt idx="21688">
                  <c:v>4.057364165051232</c:v>
                </c:pt>
                <c:pt idx="21689">
                  <c:v>4.0532686632116155</c:v>
                </c:pt>
                <c:pt idx="21690">
                  <c:v>4.0542160857696716</c:v>
                </c:pt>
                <c:pt idx="21691">
                  <c:v>4.058663528108557</c:v>
                </c:pt>
                <c:pt idx="21692">
                  <c:v>4.0619575107805517</c:v>
                </c:pt>
                <c:pt idx="21693">
                  <c:v>4.0545909720299083</c:v>
                </c:pt>
                <c:pt idx="21694">
                  <c:v>4.049413063259089</c:v>
                </c:pt>
                <c:pt idx="21695">
                  <c:v>4.0544131819440601</c:v>
                </c:pt>
                <c:pt idx="21696">
                  <c:v>4.0643235352296552</c:v>
                </c:pt>
                <c:pt idx="21697">
                  <c:v>4.0739768168690906</c:v>
                </c:pt>
                <c:pt idx="21698">
                  <c:v>4.0768099853621873</c:v>
                </c:pt>
                <c:pt idx="21699">
                  <c:v>4.0764595482058787</c:v>
                </c:pt>
                <c:pt idx="21700">
                  <c:v>4.0726030778969022</c:v>
                </c:pt>
                <c:pt idx="21701">
                  <c:v>4.0734993867943192</c:v>
                </c:pt>
                <c:pt idx="21702">
                  <c:v>4.0750775012857536</c:v>
                </c:pt>
                <c:pt idx="21703">
                  <c:v>4.0801186849705262</c:v>
                </c:pt>
                <c:pt idx="21704">
                  <c:v>4.0810942754282546</c:v>
                </c:pt>
                <c:pt idx="21705">
                  <c:v>4.0742220991415117</c:v>
                </c:pt>
                <c:pt idx="21706">
                  <c:v>4.0648042093602879</c:v>
                </c:pt>
                <c:pt idx="21707">
                  <c:v>4.070614392530759</c:v>
                </c:pt>
                <c:pt idx="21708">
                  <c:v>4.0788986825968268</c:v>
                </c:pt>
                <c:pt idx="21709">
                  <c:v>4.0873782490010679</c:v>
                </c:pt>
                <c:pt idx="21710">
                  <c:v>4.0864240218380345</c:v>
                </c:pt>
                <c:pt idx="21711">
                  <c:v>4.0804177710962533</c:v>
                </c:pt>
                <c:pt idx="21712">
                  <c:v>4.0749435455156862</c:v>
                </c:pt>
                <c:pt idx="21713">
                  <c:v>4.0643715630810622</c:v>
                </c:pt>
                <c:pt idx="21714">
                  <c:v>4.0575451991929423</c:v>
                </c:pt>
                <c:pt idx="21715">
                  <c:v>4.0581162321478024</c:v>
                </c:pt>
                <c:pt idx="21716">
                  <c:v>4.0578762511373974</c:v>
                </c:pt>
                <c:pt idx="21717">
                  <c:v>4.0531160343395181</c:v>
                </c:pt>
                <c:pt idx="21718">
                  <c:v>4.0486282391106538</c:v>
                </c:pt>
                <c:pt idx="21719">
                  <c:v>4.0485006923289948</c:v>
                </c:pt>
                <c:pt idx="21720">
                  <c:v>4.0566594136962459</c:v>
                </c:pt>
                <c:pt idx="21721">
                  <c:v>4.0629166435890331</c:v>
                </c:pt>
                <c:pt idx="21722">
                  <c:v>4.065992958025082</c:v>
                </c:pt>
                <c:pt idx="21723">
                  <c:v>4.0683808996320767</c:v>
                </c:pt>
                <c:pt idx="21724">
                  <c:v>4.0765682636388814</c:v>
                </c:pt>
                <c:pt idx="21725">
                  <c:v>4.076490327174902</c:v>
                </c:pt>
                <c:pt idx="21726">
                  <c:v>4.073050915852356</c:v>
                </c:pt>
                <c:pt idx="21727">
                  <c:v>4.0720733473117852</c:v>
                </c:pt>
                <c:pt idx="21728">
                  <c:v>4.0670790837520272</c:v>
                </c:pt>
                <c:pt idx="21729">
                  <c:v>4.0597970487003998</c:v>
                </c:pt>
                <c:pt idx="21730">
                  <c:v>4.0555787474779441</c:v>
                </c:pt>
                <c:pt idx="21731">
                  <c:v>4.0649103137239386</c:v>
                </c:pt>
                <c:pt idx="21732">
                  <c:v>4.0753188273924916</c:v>
                </c:pt>
                <c:pt idx="21733">
                  <c:v>4.0748222494758082</c:v>
                </c:pt>
                <c:pt idx="21734">
                  <c:v>4.0689939470665033</c:v>
                </c:pt>
                <c:pt idx="21735">
                  <c:v>4.0708656090517072</c:v>
                </c:pt>
                <c:pt idx="21736">
                  <c:v>4.0768394192348776</c:v>
                </c:pt>
                <c:pt idx="21737">
                  <c:v>4.0765932666060056</c:v>
                </c:pt>
                <c:pt idx="21738">
                  <c:v>4.0775579380464455</c:v>
                </c:pt>
                <c:pt idx="21739">
                  <c:v>4.0830058946868695</c:v>
                </c:pt>
                <c:pt idx="21740">
                  <c:v>4.0780642481307119</c:v>
                </c:pt>
                <c:pt idx="21741">
                  <c:v>4.0622660917039202</c:v>
                </c:pt>
                <c:pt idx="21742">
                  <c:v>4.0543267001622025</c:v>
                </c:pt>
                <c:pt idx="21743">
                  <c:v>4.0553507932112201</c:v>
                </c:pt>
                <c:pt idx="21744">
                  <c:v>4.0599678759346443</c:v>
                </c:pt>
                <c:pt idx="21745">
                  <c:v>4.0632928749456028</c:v>
                </c:pt>
                <c:pt idx="21746">
                  <c:v>4.0653070380187524</c:v>
                </c:pt>
                <c:pt idx="21747">
                  <c:v>4.0653504767179651</c:v>
                </c:pt>
                <c:pt idx="21748">
                  <c:v>4.0674517545594808</c:v>
                </c:pt>
                <c:pt idx="21749">
                  <c:v>4.0637282905408076</c:v>
                </c:pt>
                <c:pt idx="21750">
                  <c:v>4.0624355738418325</c:v>
                </c:pt>
                <c:pt idx="21751">
                  <c:v>4.065510384934921</c:v>
                </c:pt>
                <c:pt idx="21752">
                  <c:v>4.0620909918107371</c:v>
                </c:pt>
                <c:pt idx="21753">
                  <c:v>4.0594303121414725</c:v>
                </c:pt>
                <c:pt idx="21754">
                  <c:v>4.0598083633342563</c:v>
                </c:pt>
                <c:pt idx="21755">
                  <c:v>4.0635228072951692</c:v>
                </c:pt>
                <c:pt idx="21756">
                  <c:v>4.0660269019266524</c:v>
                </c:pt>
                <c:pt idx="21757">
                  <c:v>4.0635325394627531</c:v>
                </c:pt>
                <c:pt idx="21758">
                  <c:v>4.0577835186137596</c:v>
                </c:pt>
                <c:pt idx="21759">
                  <c:v>4.0569422795426675</c:v>
                </c:pt>
                <c:pt idx="21760">
                  <c:v>4.0632097163429206</c:v>
                </c:pt>
                <c:pt idx="21761">
                  <c:v>4.0645487201804009</c:v>
                </c:pt>
                <c:pt idx="21762">
                  <c:v>4.0618375598370058</c:v>
                </c:pt>
                <c:pt idx="21763">
                  <c:v>4.0674088697234643</c:v>
                </c:pt>
                <c:pt idx="21764">
                  <c:v>4.0719748387862484</c:v>
                </c:pt>
                <c:pt idx="21765">
                  <c:v>4.0667996993314084</c:v>
                </c:pt>
                <c:pt idx="21766">
                  <c:v>4.0604494995450411</c:v>
                </c:pt>
                <c:pt idx="21767">
                  <c:v>4.0605935830992603</c:v>
                </c:pt>
                <c:pt idx="21768">
                  <c:v>4.0658600308580928</c:v>
                </c:pt>
                <c:pt idx="21769">
                  <c:v>4.0712208727301498</c:v>
                </c:pt>
                <c:pt idx="21770">
                  <c:v>4.0662895913280845</c:v>
                </c:pt>
                <c:pt idx="21771">
                  <c:v>4.0606704118368473</c:v>
                </c:pt>
                <c:pt idx="21772">
                  <c:v>4.0623592198441267</c:v>
                </c:pt>
                <c:pt idx="21773">
                  <c:v>4.064551410373066</c:v>
                </c:pt>
                <c:pt idx="21774">
                  <c:v>4.0694237449064365</c:v>
                </c:pt>
                <c:pt idx="21775">
                  <c:v>4.0744718914428137</c:v>
                </c:pt>
                <c:pt idx="21776">
                  <c:v>4.0717071646160541</c:v>
                </c:pt>
                <c:pt idx="21777">
                  <c:v>4.0701931400087039</c:v>
                </c:pt>
                <c:pt idx="21778">
                  <c:v>4.0727375875301659</c:v>
                </c:pt>
                <c:pt idx="21779">
                  <c:v>4.0717775052419194</c:v>
                </c:pt>
                <c:pt idx="21780">
                  <c:v>4.0669558096293077</c:v>
                </c:pt>
                <c:pt idx="21781">
                  <c:v>4.0685545753056136</c:v>
                </c:pt>
                <c:pt idx="21782">
                  <c:v>4.0643824820983498</c:v>
                </c:pt>
                <c:pt idx="21783">
                  <c:v>4.0613224670649206</c:v>
                </c:pt>
                <c:pt idx="21784">
                  <c:v>4.0668347509593703</c:v>
                </c:pt>
                <c:pt idx="21785">
                  <c:v>4.0577572496736165</c:v>
                </c:pt>
                <c:pt idx="21786">
                  <c:v>4.0522461526288724</c:v>
                </c:pt>
                <c:pt idx="21787">
                  <c:v>4.0582209122918069</c:v>
                </c:pt>
                <c:pt idx="21788">
                  <c:v>4.0599355936226607</c:v>
                </c:pt>
                <c:pt idx="21789">
                  <c:v>4.055501839617043</c:v>
                </c:pt>
                <c:pt idx="21790">
                  <c:v>4.0540333109150613</c:v>
                </c:pt>
                <c:pt idx="21791">
                  <c:v>4.0536807374292838</c:v>
                </c:pt>
                <c:pt idx="21792">
                  <c:v>4.0566043438699211</c:v>
                </c:pt>
                <c:pt idx="21793">
                  <c:v>4.0583574000079121</c:v>
                </c:pt>
                <c:pt idx="21794">
                  <c:v>4.0645008505756222</c:v>
                </c:pt>
                <c:pt idx="21795">
                  <c:v>4.0651284566997665</c:v>
                </c:pt>
                <c:pt idx="21796">
                  <c:v>4.0674975669581039</c:v>
                </c:pt>
                <c:pt idx="21797">
                  <c:v>4.0691923092139097</c:v>
                </c:pt>
                <c:pt idx="21798">
                  <c:v>4.0662012897100128</c:v>
                </c:pt>
                <c:pt idx="21799">
                  <c:v>4.0673196977489416</c:v>
                </c:pt>
                <c:pt idx="21800">
                  <c:v>4.0667842702852397</c:v>
                </c:pt>
                <c:pt idx="21801">
                  <c:v>4.0573392412074218</c:v>
                </c:pt>
                <c:pt idx="21802">
                  <c:v>4.0540628239110656</c:v>
                </c:pt>
                <c:pt idx="21803">
                  <c:v>4.0564512402579416</c:v>
                </c:pt>
                <c:pt idx="21804">
                  <c:v>4.0643173636111882</c:v>
                </c:pt>
                <c:pt idx="21805">
                  <c:v>4.066775962337303</c:v>
                </c:pt>
                <c:pt idx="21806">
                  <c:v>4.0636158563120626</c:v>
                </c:pt>
                <c:pt idx="21807">
                  <c:v>4.0614971713415358</c:v>
                </c:pt>
                <c:pt idx="21808">
                  <c:v>4.0595319064762432</c:v>
                </c:pt>
                <c:pt idx="21809">
                  <c:v>4.0582558056731415</c:v>
                </c:pt>
                <c:pt idx="21810">
                  <c:v>4.0589357914309447</c:v>
                </c:pt>
                <c:pt idx="21811">
                  <c:v>4.0584656407010327</c:v>
                </c:pt>
                <c:pt idx="21812">
                  <c:v>4.0632934288087981</c:v>
                </c:pt>
                <c:pt idx="21813">
                  <c:v>4.0670415793013408</c:v>
                </c:pt>
                <c:pt idx="21814">
                  <c:v>4.0622106262610282</c:v>
                </c:pt>
                <c:pt idx="21815">
                  <c:v>4.061219527633817</c:v>
                </c:pt>
                <c:pt idx="21816">
                  <c:v>4.0664695177434034</c:v>
                </c:pt>
                <c:pt idx="21817">
                  <c:v>4.0677003600110773</c:v>
                </c:pt>
                <c:pt idx="21818">
                  <c:v>4.0643032005380384</c:v>
                </c:pt>
                <c:pt idx="21819">
                  <c:v>4.0615303240099694</c:v>
                </c:pt>
                <c:pt idx="21820">
                  <c:v>4.0752321873640067</c:v>
                </c:pt>
                <c:pt idx="21821">
                  <c:v>4.0863314475610242</c:v>
                </c:pt>
                <c:pt idx="21822">
                  <c:v>4.0867420975590454</c:v>
                </c:pt>
                <c:pt idx="21823">
                  <c:v>4.0909142698896233</c:v>
                </c:pt>
                <c:pt idx="21824">
                  <c:v>4.0897068481227992</c:v>
                </c:pt>
                <c:pt idx="21825">
                  <c:v>4.0849926810934845</c:v>
                </c:pt>
                <c:pt idx="21826">
                  <c:v>4.0809779641571389</c:v>
                </c:pt>
                <c:pt idx="21827">
                  <c:v>4.0755971040867189</c:v>
                </c:pt>
                <c:pt idx="21828">
                  <c:v>4.0655174269098389</c:v>
                </c:pt>
                <c:pt idx="21829">
                  <c:v>4.0643955374451082</c:v>
                </c:pt>
                <c:pt idx="21830">
                  <c:v>4.0676026427186773</c:v>
                </c:pt>
                <c:pt idx="21831">
                  <c:v>4.0680171697590692</c:v>
                </c:pt>
                <c:pt idx="21832">
                  <c:v>4.0693238912845668</c:v>
                </c:pt>
                <c:pt idx="21833">
                  <c:v>4.0732200814970128</c:v>
                </c:pt>
                <c:pt idx="21834">
                  <c:v>4.0711608972583768</c:v>
                </c:pt>
                <c:pt idx="21835">
                  <c:v>4.0701591961071326</c:v>
                </c:pt>
                <c:pt idx="21836">
                  <c:v>4.0655520037979187</c:v>
                </c:pt>
                <c:pt idx="21837">
                  <c:v>4.0633475491553588</c:v>
                </c:pt>
                <c:pt idx="21838">
                  <c:v>4.0639825137476757</c:v>
                </c:pt>
                <c:pt idx="21839">
                  <c:v>4.0644272658938956</c:v>
                </c:pt>
                <c:pt idx="21840">
                  <c:v>4.0665866993709701</c:v>
                </c:pt>
                <c:pt idx="21841">
                  <c:v>4.0647401194762036</c:v>
                </c:pt>
                <c:pt idx="21842">
                  <c:v>4.0620831586026824</c:v>
                </c:pt>
                <c:pt idx="21843">
                  <c:v>4.0669475808046842</c:v>
                </c:pt>
                <c:pt idx="21844">
                  <c:v>4.0710429243976733</c:v>
                </c:pt>
                <c:pt idx="21845">
                  <c:v>4.0707265102662502</c:v>
                </c:pt>
                <c:pt idx="21846">
                  <c:v>4.0692646279226174</c:v>
                </c:pt>
                <c:pt idx="21847">
                  <c:v>4.0640140048265225</c:v>
                </c:pt>
                <c:pt idx="21848">
                  <c:v>4.0636739328243063</c:v>
                </c:pt>
                <c:pt idx="21849">
                  <c:v>4.0718723740950269</c:v>
                </c:pt>
                <c:pt idx="21850">
                  <c:v>4.0734982790679277</c:v>
                </c:pt>
                <c:pt idx="21851">
                  <c:v>4.0714049135577799</c:v>
                </c:pt>
                <c:pt idx="21852">
                  <c:v>4.0688229615856315</c:v>
                </c:pt>
                <c:pt idx="21853">
                  <c:v>4.0603460062507422</c:v>
                </c:pt>
                <c:pt idx="21854">
                  <c:v>4.0548705938204694</c:v>
                </c:pt>
                <c:pt idx="21855">
                  <c:v>4.060961348261265</c:v>
                </c:pt>
                <c:pt idx="21856">
                  <c:v>4.0689406179530803</c:v>
                </c:pt>
                <c:pt idx="21857">
                  <c:v>4.0705778375598367</c:v>
                </c:pt>
                <c:pt idx="21858">
                  <c:v>4.0704083554219253</c:v>
                </c:pt>
                <c:pt idx="21859">
                  <c:v>4.0737579617834392</c:v>
                </c:pt>
                <c:pt idx="21860">
                  <c:v>4.0728768445622503</c:v>
                </c:pt>
                <c:pt idx="21861">
                  <c:v>4.0735533488942517</c:v>
                </c:pt>
                <c:pt idx="21862">
                  <c:v>4.0754736717173712</c:v>
                </c:pt>
                <c:pt idx="21863">
                  <c:v>4.072210151521146</c:v>
                </c:pt>
                <c:pt idx="21864">
                  <c:v>4.0626799066344894</c:v>
                </c:pt>
                <c:pt idx="21865">
                  <c:v>4.0504492621750998</c:v>
                </c:pt>
                <c:pt idx="21866">
                  <c:v>4.0426997665862245</c:v>
                </c:pt>
                <c:pt idx="21867">
                  <c:v>4.0430543972781576</c:v>
                </c:pt>
                <c:pt idx="21868">
                  <c:v>4.0495554852237214</c:v>
                </c:pt>
                <c:pt idx="21869">
                  <c:v>4.0499300549907034</c:v>
                </c:pt>
                <c:pt idx="21870">
                  <c:v>4.0433231000514303</c:v>
                </c:pt>
                <c:pt idx="21871">
                  <c:v>4.0406351228389443</c:v>
                </c:pt>
                <c:pt idx="21872">
                  <c:v>4.0418734026981049</c:v>
                </c:pt>
                <c:pt idx="21873">
                  <c:v>4.0402022391897772</c:v>
                </c:pt>
                <c:pt idx="21874">
                  <c:v>4.0373943901570595</c:v>
                </c:pt>
                <c:pt idx="21875">
                  <c:v>4.0366408197175296</c:v>
                </c:pt>
                <c:pt idx="21876">
                  <c:v>4.040566127309412</c:v>
                </c:pt>
                <c:pt idx="21877">
                  <c:v>4.0463642046128889</c:v>
                </c:pt>
                <c:pt idx="21878">
                  <c:v>4.0564986351228391</c:v>
                </c:pt>
                <c:pt idx="21879">
                  <c:v>4.0576708470150731</c:v>
                </c:pt>
                <c:pt idx="21880">
                  <c:v>4.0497355698856667</c:v>
                </c:pt>
                <c:pt idx="21881">
                  <c:v>4.0468049214701107</c:v>
                </c:pt>
                <c:pt idx="21882">
                  <c:v>4.0481236697392884</c:v>
                </c:pt>
                <c:pt idx="21883">
                  <c:v>4.053989634845907</c:v>
                </c:pt>
                <c:pt idx="21884">
                  <c:v>4.063452941409186</c:v>
                </c:pt>
                <c:pt idx="21885">
                  <c:v>4.0648113304585198</c:v>
                </c:pt>
                <c:pt idx="21886">
                  <c:v>4.0596912608300038</c:v>
                </c:pt>
                <c:pt idx="21887">
                  <c:v>4.0520182774854607</c:v>
                </c:pt>
                <c:pt idx="21888">
                  <c:v>4.050540412232464</c:v>
                </c:pt>
                <c:pt idx="21889">
                  <c:v>4.0608923527317327</c:v>
                </c:pt>
                <c:pt idx="21890">
                  <c:v>4.0707981168651344</c:v>
                </c:pt>
                <c:pt idx="21891">
                  <c:v>4.06893159789532</c:v>
                </c:pt>
                <c:pt idx="21892">
                  <c:v>4.064858013213593</c:v>
                </c:pt>
                <c:pt idx="21893">
                  <c:v>4.0587294378288563</c:v>
                </c:pt>
                <c:pt idx="21894">
                  <c:v>4.0526936740910706</c:v>
                </c:pt>
                <c:pt idx="21895">
                  <c:v>4.0544487083119041</c:v>
                </c:pt>
                <c:pt idx="21896">
                  <c:v>4.0556873046643194</c:v>
                </c:pt>
                <c:pt idx="21897">
                  <c:v>4.0640884598646991</c:v>
                </c:pt>
                <c:pt idx="21898">
                  <c:v>4.0733553032401</c:v>
                </c:pt>
                <c:pt idx="21899">
                  <c:v>4.0747423349289864</c:v>
                </c:pt>
                <c:pt idx="21900">
                  <c:v>4.070486924872414</c:v>
                </c:pt>
                <c:pt idx="21901">
                  <c:v>4.0639999208766859</c:v>
                </c:pt>
                <c:pt idx="21902">
                  <c:v>4.0645193654310239</c:v>
                </c:pt>
                <c:pt idx="21903">
                  <c:v>4.0718245836135614</c:v>
                </c:pt>
                <c:pt idx="21904">
                  <c:v>4.0756663369861927</c:v>
                </c:pt>
                <c:pt idx="21905">
                  <c:v>4.0790710131740315</c:v>
                </c:pt>
                <c:pt idx="21906">
                  <c:v>4.0823088182933098</c:v>
                </c:pt>
                <c:pt idx="21907">
                  <c:v>4.0781370415793017</c:v>
                </c:pt>
                <c:pt idx="21908">
                  <c:v>4.0675210665822688</c:v>
                </c:pt>
                <c:pt idx="21909">
                  <c:v>4.0588539779245956</c:v>
                </c:pt>
                <c:pt idx="21910">
                  <c:v>4.0612708786643985</c:v>
                </c:pt>
                <c:pt idx="21911">
                  <c:v>4.0684560667800769</c:v>
                </c:pt>
                <c:pt idx="21912">
                  <c:v>4.0736372987300706</c:v>
                </c:pt>
                <c:pt idx="21913">
                  <c:v>4.0788340388495472</c:v>
                </c:pt>
                <c:pt idx="21914">
                  <c:v>4.0814550777386556</c:v>
                </c:pt>
                <c:pt idx="21915">
                  <c:v>4.0730871543300236</c:v>
                </c:pt>
                <c:pt idx="21916">
                  <c:v>4.067148316651501</c:v>
                </c:pt>
                <c:pt idx="21917">
                  <c:v>4.0696349250306607</c:v>
                </c:pt>
                <c:pt idx="21918">
                  <c:v>4.0726702535902204</c:v>
                </c:pt>
                <c:pt idx="21919">
                  <c:v>4.0668311904102543</c:v>
                </c:pt>
                <c:pt idx="21920">
                  <c:v>4.0625318669145862</c:v>
                </c:pt>
                <c:pt idx="21921">
                  <c:v>4.0597403964078014</c:v>
                </c:pt>
                <c:pt idx="21922">
                  <c:v>4.0653552241167858</c:v>
                </c:pt>
                <c:pt idx="21923">
                  <c:v>4.073721881552399</c:v>
                </c:pt>
                <c:pt idx="21924">
                  <c:v>4.0681273094117181</c:v>
                </c:pt>
                <c:pt idx="21925">
                  <c:v>4.0568671915179806</c:v>
                </c:pt>
                <c:pt idx="21926">
                  <c:v>4.0501900541994695</c:v>
                </c:pt>
                <c:pt idx="21927">
                  <c:v>4.0493754005617753</c:v>
                </c:pt>
                <c:pt idx="21928">
                  <c:v>4.0554985164378685</c:v>
                </c:pt>
                <c:pt idx="21929">
                  <c:v>4.0607660719230925</c:v>
                </c:pt>
                <c:pt idx="21930">
                  <c:v>4.0607154330023345</c:v>
                </c:pt>
                <c:pt idx="21931">
                  <c:v>4.0568139415278708</c:v>
                </c:pt>
                <c:pt idx="21932">
                  <c:v>4.0560789650670568</c:v>
                </c:pt>
                <c:pt idx="21933">
                  <c:v>4.0525994382244726</c:v>
                </c:pt>
                <c:pt idx="21934">
                  <c:v>4.0565167543616729</c:v>
                </c:pt>
                <c:pt idx="21935">
                  <c:v>4.064682517703841</c:v>
                </c:pt>
                <c:pt idx="21936">
                  <c:v>4.0701722514538909</c:v>
                </c:pt>
                <c:pt idx="21937">
                  <c:v>4.0716873046643194</c:v>
                </c:pt>
                <c:pt idx="21938">
                  <c:v>4.0680089409344466</c:v>
                </c:pt>
                <c:pt idx="21939">
                  <c:v>4.06549661747834</c:v>
                </c:pt>
                <c:pt idx="21940">
                  <c:v>4.059630494125094</c:v>
                </c:pt>
                <c:pt idx="21941">
                  <c:v>4.0569353166910629</c:v>
                </c:pt>
                <c:pt idx="21942">
                  <c:v>4.0581459825137474</c:v>
                </c:pt>
                <c:pt idx="21943">
                  <c:v>4.0613964473632151</c:v>
                </c:pt>
                <c:pt idx="21944">
                  <c:v>4.0577609684693599</c:v>
                </c:pt>
                <c:pt idx="21945">
                  <c:v>4.0539188194801596</c:v>
                </c:pt>
                <c:pt idx="21946">
                  <c:v>4.052469438620089</c:v>
                </c:pt>
                <c:pt idx="21947">
                  <c:v>4.0519694584009178</c:v>
                </c:pt>
                <c:pt idx="21948">
                  <c:v>4.0560841080824463</c:v>
                </c:pt>
                <c:pt idx="21949">
                  <c:v>4.0650141235114923</c:v>
                </c:pt>
                <c:pt idx="21950">
                  <c:v>4.070077145230842</c:v>
                </c:pt>
                <c:pt idx="21951">
                  <c:v>4.0707582387150376</c:v>
                </c:pt>
                <c:pt idx="21952">
                  <c:v>4.0780311745855915</c:v>
                </c:pt>
                <c:pt idx="21953">
                  <c:v>4.0795292162835777</c:v>
                </c:pt>
                <c:pt idx="21954">
                  <c:v>4.0763124579657397</c:v>
                </c:pt>
                <c:pt idx="21955">
                  <c:v>4.0768879218261658</c:v>
                </c:pt>
                <c:pt idx="21956">
                  <c:v>4.0812287850615183</c:v>
                </c:pt>
                <c:pt idx="21957">
                  <c:v>4.0799730980733475</c:v>
                </c:pt>
                <c:pt idx="21958">
                  <c:v>4.0766968390236187</c:v>
                </c:pt>
                <c:pt idx="21959">
                  <c:v>4.0780016615895871</c:v>
                </c:pt>
                <c:pt idx="21960">
                  <c:v>4.0712265696087355</c:v>
                </c:pt>
                <c:pt idx="21961">
                  <c:v>4.0625036198916007</c:v>
                </c:pt>
                <c:pt idx="21962">
                  <c:v>4.0543021719349603</c:v>
                </c:pt>
                <c:pt idx="21963">
                  <c:v>4.0566246785615379</c:v>
                </c:pt>
                <c:pt idx="21964">
                  <c:v>4.0602330972821141</c:v>
                </c:pt>
                <c:pt idx="21965">
                  <c:v>4.064384776674447</c:v>
                </c:pt>
                <c:pt idx="21966">
                  <c:v>4.067719824346244</c:v>
                </c:pt>
                <c:pt idx="21967">
                  <c:v>4.0702061953554614</c:v>
                </c:pt>
                <c:pt idx="21968">
                  <c:v>4.0674769157732324</c:v>
                </c:pt>
                <c:pt idx="21969">
                  <c:v>4.065721011195949</c:v>
                </c:pt>
                <c:pt idx="21970">
                  <c:v>4.0677854966966018</c:v>
                </c:pt>
                <c:pt idx="21971">
                  <c:v>4.0686592554496182</c:v>
                </c:pt>
                <c:pt idx="21972">
                  <c:v>4.0661337184001267</c:v>
                </c:pt>
                <c:pt idx="21973">
                  <c:v>4.0632248288958346</c:v>
                </c:pt>
                <c:pt idx="21974">
                  <c:v>4.074393796732207</c:v>
                </c:pt>
                <c:pt idx="21975">
                  <c:v>4.0753932824306682</c:v>
                </c:pt>
                <c:pt idx="21976">
                  <c:v>4.0682287454998614</c:v>
                </c:pt>
                <c:pt idx="21977">
                  <c:v>4.0669259801400486</c:v>
                </c:pt>
                <c:pt idx="21978">
                  <c:v>4.0639454840368714</c:v>
                </c:pt>
                <c:pt idx="21979">
                  <c:v>4.0584298769632472</c:v>
                </c:pt>
                <c:pt idx="21980">
                  <c:v>4.0508633935989238</c:v>
                </c:pt>
                <c:pt idx="21981">
                  <c:v>4.0467923408632354</c:v>
                </c:pt>
                <c:pt idx="21982">
                  <c:v>4.0531673062467855</c:v>
                </c:pt>
                <c:pt idx="21983">
                  <c:v>4.0632403370653165</c:v>
                </c:pt>
                <c:pt idx="21984">
                  <c:v>4.0705562368952011</c:v>
                </c:pt>
                <c:pt idx="21985">
                  <c:v>4.0651792538671518</c:v>
                </c:pt>
                <c:pt idx="21986">
                  <c:v>4.0632896308897415</c:v>
                </c:pt>
                <c:pt idx="21987">
                  <c:v>4.0708845195236778</c:v>
                </c:pt>
                <c:pt idx="21988">
                  <c:v>4.0708108557186371</c:v>
                </c:pt>
                <c:pt idx="21989">
                  <c:v>4.0688075325394628</c:v>
                </c:pt>
                <c:pt idx="21990">
                  <c:v>4.0594523875459902</c:v>
                </c:pt>
                <c:pt idx="21991">
                  <c:v>4.0483448194010361</c:v>
                </c:pt>
                <c:pt idx="21992">
                  <c:v>4.0506974720101274</c:v>
                </c:pt>
                <c:pt idx="21993">
                  <c:v>4.0531034537326427</c:v>
                </c:pt>
                <c:pt idx="21994">
                  <c:v>4.0583026466748429</c:v>
                </c:pt>
                <c:pt idx="21995">
                  <c:v>4.0597894528622858</c:v>
                </c:pt>
                <c:pt idx="21996">
                  <c:v>4.0611731613719986</c:v>
                </c:pt>
                <c:pt idx="21997">
                  <c:v>4.0630332713534045</c:v>
                </c:pt>
                <c:pt idx="21998">
                  <c:v>4.0675689361870475</c:v>
                </c:pt>
                <c:pt idx="21999">
                  <c:v>4.0661049175139459</c:v>
                </c:pt>
                <c:pt idx="22000">
                  <c:v>4.0626176365866202</c:v>
                </c:pt>
                <c:pt idx="22001">
                  <c:v>4.0581345887565767</c:v>
                </c:pt>
                <c:pt idx="22002">
                  <c:v>4.0599361474858568</c:v>
                </c:pt>
                <c:pt idx="22003">
                  <c:v>4.0629566799857582</c:v>
                </c:pt>
                <c:pt idx="22004">
                  <c:v>4.0620315702021603</c:v>
                </c:pt>
                <c:pt idx="22005">
                  <c:v>4.0608394192348776</c:v>
                </c:pt>
                <c:pt idx="22006">
                  <c:v>4.0595827827669426</c:v>
                </c:pt>
                <c:pt idx="22007">
                  <c:v>4.0564799620208092</c:v>
                </c:pt>
                <c:pt idx="22008">
                  <c:v>4.0606689876172011</c:v>
                </c:pt>
                <c:pt idx="22009">
                  <c:v>4.0696449736914984</c:v>
                </c:pt>
                <c:pt idx="22010">
                  <c:v>4.0760473157415831</c:v>
                </c:pt>
                <c:pt idx="22011">
                  <c:v>4.0701913992958021</c:v>
                </c:pt>
                <c:pt idx="22012">
                  <c:v>4.056177315345967</c:v>
                </c:pt>
                <c:pt idx="22013">
                  <c:v>4.0544098587648847</c:v>
                </c:pt>
                <c:pt idx="22014">
                  <c:v>4.0592401788186887</c:v>
                </c:pt>
                <c:pt idx="22015">
                  <c:v>4.0692231673062471</c:v>
                </c:pt>
                <c:pt idx="22016">
                  <c:v>4.0727374292835385</c:v>
                </c:pt>
                <c:pt idx="22017">
                  <c:v>4.0683164141314236</c:v>
                </c:pt>
                <c:pt idx="22018">
                  <c:v>4.0690483047830046</c:v>
                </c:pt>
                <c:pt idx="22019">
                  <c:v>4.0719456422834988</c:v>
                </c:pt>
                <c:pt idx="22020">
                  <c:v>4.0685634371167465</c:v>
                </c:pt>
                <c:pt idx="22021">
                  <c:v>4.0688247814218457</c:v>
                </c:pt>
                <c:pt idx="22022">
                  <c:v>4.0661139375717053</c:v>
                </c:pt>
                <c:pt idx="22023">
                  <c:v>4.0636634094235866</c:v>
                </c:pt>
                <c:pt idx="22024">
                  <c:v>4.0597074019859951</c:v>
                </c:pt>
                <c:pt idx="22025">
                  <c:v>4.0566969972702456</c:v>
                </c:pt>
                <c:pt idx="22026">
                  <c:v>4.0554166238082052</c:v>
                </c:pt>
                <c:pt idx="22027">
                  <c:v>4.0493236539146258</c:v>
                </c:pt>
                <c:pt idx="22028">
                  <c:v>4.0438538592396247</c:v>
                </c:pt>
                <c:pt idx="22029">
                  <c:v>4.0455369703683193</c:v>
                </c:pt>
                <c:pt idx="22030">
                  <c:v>4.0546385251414332</c:v>
                </c:pt>
                <c:pt idx="22031">
                  <c:v>4.0602154527831624</c:v>
                </c:pt>
                <c:pt idx="22032">
                  <c:v>4.0672173121810342</c:v>
                </c:pt>
                <c:pt idx="22033">
                  <c:v>4.0687401985995173</c:v>
                </c:pt>
                <c:pt idx="22034">
                  <c:v>4.062632195276338</c:v>
                </c:pt>
                <c:pt idx="22035">
                  <c:v>4.0589897535308781</c:v>
                </c:pt>
                <c:pt idx="22036">
                  <c:v>4.0663133283221899</c:v>
                </c:pt>
                <c:pt idx="22037">
                  <c:v>4.0696460022945757</c:v>
                </c:pt>
                <c:pt idx="22038">
                  <c:v>4.0627435217786925</c:v>
                </c:pt>
                <c:pt idx="22039">
                  <c:v>4.0638908098271154</c:v>
                </c:pt>
                <c:pt idx="22040">
                  <c:v>4.0705559995252605</c:v>
                </c:pt>
                <c:pt idx="22041">
                  <c:v>4.0716457649246349</c:v>
                </c:pt>
                <c:pt idx="22042">
                  <c:v>4.0682870593820466</c:v>
                </c:pt>
                <c:pt idx="22043">
                  <c:v>4.0674452664477592</c:v>
                </c:pt>
                <c:pt idx="22044">
                  <c:v>4.0656966412153341</c:v>
                </c:pt>
                <c:pt idx="22045">
                  <c:v>4.065757012303675</c:v>
                </c:pt>
                <c:pt idx="22046">
                  <c:v>4.0775764529018472</c:v>
                </c:pt>
                <c:pt idx="22047">
                  <c:v>4.0848890295525573</c:v>
                </c:pt>
                <c:pt idx="22048">
                  <c:v>4.086927246113067</c:v>
                </c:pt>
                <c:pt idx="22049">
                  <c:v>4.0839925624085138</c:v>
                </c:pt>
                <c:pt idx="22050">
                  <c:v>4.0782017644498954</c:v>
                </c:pt>
                <c:pt idx="22051">
                  <c:v>4.0745695296119004</c:v>
                </c:pt>
                <c:pt idx="22052">
                  <c:v>4.0725018791787004</c:v>
                </c:pt>
                <c:pt idx="22053">
                  <c:v>4.0706468330893699</c:v>
                </c:pt>
                <c:pt idx="22054">
                  <c:v>4.0694212129603988</c:v>
                </c:pt>
                <c:pt idx="22055">
                  <c:v>4.066469359496776</c:v>
                </c:pt>
                <c:pt idx="22056">
                  <c:v>4.0667363215571468</c:v>
                </c:pt>
                <c:pt idx="22057">
                  <c:v>4.0709598449183053</c:v>
                </c:pt>
                <c:pt idx="22058">
                  <c:v>4.0698376389603199</c:v>
                </c:pt>
                <c:pt idx="22059">
                  <c:v>4.063240099695375</c:v>
                </c:pt>
                <c:pt idx="22060">
                  <c:v>4.0651154804763223</c:v>
                </c:pt>
                <c:pt idx="22061">
                  <c:v>4.070433121019108</c:v>
                </c:pt>
                <c:pt idx="22062">
                  <c:v>4.0751522728171858</c:v>
                </c:pt>
                <c:pt idx="22063">
                  <c:v>4.0719802982948927</c:v>
                </c:pt>
                <c:pt idx="22064">
                  <c:v>4.0687689203623849</c:v>
                </c:pt>
                <c:pt idx="22065">
                  <c:v>4.0728663211615306</c:v>
                </c:pt>
                <c:pt idx="22066">
                  <c:v>4.0733738972188158</c:v>
                </c:pt>
                <c:pt idx="22067">
                  <c:v>4.0683408632353526</c:v>
                </c:pt>
                <c:pt idx="22068">
                  <c:v>4.066793765082882</c:v>
                </c:pt>
                <c:pt idx="22069">
                  <c:v>4.0668159987340271</c:v>
                </c:pt>
                <c:pt idx="22070">
                  <c:v>4.0659234086323535</c:v>
                </c:pt>
                <c:pt idx="22071">
                  <c:v>4.067877991850299</c:v>
                </c:pt>
                <c:pt idx="22072">
                  <c:v>4.0749198085215808</c:v>
                </c:pt>
                <c:pt idx="22073">
                  <c:v>4.0774242196463186</c:v>
                </c:pt>
                <c:pt idx="22074">
                  <c:v>4.0750437156308106</c:v>
                </c:pt>
                <c:pt idx="22075">
                  <c:v>4.0666571191201486</c:v>
                </c:pt>
                <c:pt idx="22076">
                  <c:v>4.0654105313130513</c:v>
                </c:pt>
                <c:pt idx="22077">
                  <c:v>4.0695447244530598</c:v>
                </c:pt>
                <c:pt idx="22078">
                  <c:v>4.0667078371642207</c:v>
                </c:pt>
                <c:pt idx="22079">
                  <c:v>4.0715696482968706</c:v>
                </c:pt>
                <c:pt idx="22080">
                  <c:v>4.0713594176524115</c:v>
                </c:pt>
                <c:pt idx="22081">
                  <c:v>4.0654709024013922</c:v>
                </c:pt>
                <c:pt idx="22082">
                  <c:v>4.065048700399573</c:v>
                </c:pt>
                <c:pt idx="22083">
                  <c:v>4.0674965383550266</c:v>
                </c:pt>
                <c:pt idx="22084">
                  <c:v>4.0691503738576573</c:v>
                </c:pt>
                <c:pt idx="22085">
                  <c:v>4.0708398939747594</c:v>
                </c:pt>
                <c:pt idx="22086">
                  <c:v>4.0708094314989909</c:v>
                </c:pt>
                <c:pt idx="22087">
                  <c:v>4.0713514261977295</c:v>
                </c:pt>
                <c:pt idx="22088">
                  <c:v>4.0693763500415399</c:v>
                </c:pt>
                <c:pt idx="22089">
                  <c:v>4.0675251018712668</c:v>
                </c:pt>
                <c:pt idx="22090">
                  <c:v>4.0594670253590222</c:v>
                </c:pt>
                <c:pt idx="22091">
                  <c:v>4.0558294101356962</c:v>
                </c:pt>
                <c:pt idx="22092">
                  <c:v>4.0518837678521979</c:v>
                </c:pt>
                <c:pt idx="22093">
                  <c:v>4.0491274280966891</c:v>
                </c:pt>
                <c:pt idx="22094">
                  <c:v>4.050520868773984</c:v>
                </c:pt>
                <c:pt idx="22095">
                  <c:v>4.0510306602840531</c:v>
                </c:pt>
                <c:pt idx="22096">
                  <c:v>4.0519062388732836</c:v>
                </c:pt>
                <c:pt idx="22097">
                  <c:v>4.0578424654824543</c:v>
                </c:pt>
                <c:pt idx="22098">
                  <c:v>4.0612552913716025</c:v>
                </c:pt>
                <c:pt idx="22099">
                  <c:v>4.058814178897812</c:v>
                </c:pt>
                <c:pt idx="22100">
                  <c:v>4.0641750998931832</c:v>
                </c:pt>
                <c:pt idx="22101">
                  <c:v>4.0683154646516595</c:v>
                </c:pt>
                <c:pt idx="22102">
                  <c:v>4.0645649404597064</c:v>
                </c:pt>
                <c:pt idx="22103">
                  <c:v>4.0568216956126122</c:v>
                </c:pt>
                <c:pt idx="22104">
                  <c:v>4.0561325315504213</c:v>
                </c:pt>
                <c:pt idx="22105">
                  <c:v>4.059511413537999</c:v>
                </c:pt>
                <c:pt idx="22106">
                  <c:v>4.064742097559046</c:v>
                </c:pt>
                <c:pt idx="22107">
                  <c:v>4.0696251137397637</c:v>
                </c:pt>
                <c:pt idx="22108">
                  <c:v>4.0635667998575782</c:v>
                </c:pt>
                <c:pt idx="22109">
                  <c:v>4.0566311666732604</c:v>
                </c:pt>
                <c:pt idx="22110">
                  <c:v>4.0553898010048659</c:v>
                </c:pt>
                <c:pt idx="22111">
                  <c:v>4.0548648178185704</c:v>
                </c:pt>
                <c:pt idx="22112">
                  <c:v>4.060332159670847</c:v>
                </c:pt>
                <c:pt idx="22113">
                  <c:v>4.0631789373738973</c:v>
                </c:pt>
                <c:pt idx="22114">
                  <c:v>4.0517434030937212</c:v>
                </c:pt>
                <c:pt idx="22115">
                  <c:v>4.0442332555287415</c:v>
                </c:pt>
                <c:pt idx="22116">
                  <c:v>4.04331407999367</c:v>
                </c:pt>
                <c:pt idx="22117">
                  <c:v>4.0476570004351782</c:v>
                </c:pt>
                <c:pt idx="22118">
                  <c:v>4.0572074217668233</c:v>
                </c:pt>
                <c:pt idx="22119">
                  <c:v>4.0608230407089447</c:v>
                </c:pt>
                <c:pt idx="22120">
                  <c:v>4.0577607310994184</c:v>
                </c:pt>
                <c:pt idx="22121">
                  <c:v>4.0518010839893979</c:v>
                </c:pt>
                <c:pt idx="22122">
                  <c:v>4.049916999643945</c:v>
                </c:pt>
                <c:pt idx="22123">
                  <c:v>4.04192720655141</c:v>
                </c:pt>
                <c:pt idx="22124">
                  <c:v>4.0397316928432963</c:v>
                </c:pt>
                <c:pt idx="22125">
                  <c:v>4.0432287850615181</c:v>
                </c:pt>
                <c:pt idx="22126">
                  <c:v>4.0463513866360721</c:v>
                </c:pt>
                <c:pt idx="22127">
                  <c:v>4.0482925980140045</c:v>
                </c:pt>
                <c:pt idx="22128">
                  <c:v>4.0492410491751398</c:v>
                </c:pt>
                <c:pt idx="22129">
                  <c:v>4.0570883411797283</c:v>
                </c:pt>
                <c:pt idx="22130">
                  <c:v>4.0678371642204372</c:v>
                </c:pt>
                <c:pt idx="22131">
                  <c:v>4.0734640186731017</c:v>
                </c:pt>
                <c:pt idx="22132">
                  <c:v>4.0778698421489894</c:v>
                </c:pt>
                <c:pt idx="22133">
                  <c:v>4.0762346006250745</c:v>
                </c:pt>
                <c:pt idx="22134">
                  <c:v>4.0789716342920439</c:v>
                </c:pt>
                <c:pt idx="22135">
                  <c:v>4.0844799620208097</c:v>
                </c:pt>
                <c:pt idx="22136">
                  <c:v>4.0819385211852675</c:v>
                </c:pt>
                <c:pt idx="22137">
                  <c:v>4.0775563555801719</c:v>
                </c:pt>
                <c:pt idx="22138">
                  <c:v>4.0705284646120976</c:v>
                </c:pt>
                <c:pt idx="22139">
                  <c:v>4.0647183605649406</c:v>
                </c:pt>
                <c:pt idx="22140">
                  <c:v>4.0656003481425804</c:v>
                </c:pt>
                <c:pt idx="22141">
                  <c:v>4.0675484432488034</c:v>
                </c:pt>
                <c:pt idx="22142">
                  <c:v>4.069838984056652</c:v>
                </c:pt>
                <c:pt idx="22143">
                  <c:v>4.0669423586659805</c:v>
                </c:pt>
                <c:pt idx="22144">
                  <c:v>4.0623096886497603</c:v>
                </c:pt>
                <c:pt idx="22145">
                  <c:v>4.0621644973691495</c:v>
                </c:pt>
                <c:pt idx="22146">
                  <c:v>4.0582857142857147</c:v>
                </c:pt>
                <c:pt idx="22147">
                  <c:v>4.0595182972662895</c:v>
                </c:pt>
                <c:pt idx="22148">
                  <c:v>4.0648459864699138</c:v>
                </c:pt>
                <c:pt idx="22149">
                  <c:v>4.0660432804525852</c:v>
                </c:pt>
                <c:pt idx="22150">
                  <c:v>4.0701475649800214</c:v>
                </c:pt>
                <c:pt idx="22151">
                  <c:v>4.0744396882541443</c:v>
                </c:pt>
                <c:pt idx="22152">
                  <c:v>4.073923646002295</c:v>
                </c:pt>
                <c:pt idx="22153">
                  <c:v>4.0727233453337028</c:v>
                </c:pt>
                <c:pt idx="22154">
                  <c:v>4.0691964236262219</c:v>
                </c:pt>
                <c:pt idx="22155">
                  <c:v>4.0733967638564703</c:v>
                </c:pt>
                <c:pt idx="22156">
                  <c:v>4.0835795387110814</c:v>
                </c:pt>
                <c:pt idx="22157">
                  <c:v>4.0865767298334452</c:v>
                </c:pt>
                <c:pt idx="22158">
                  <c:v>4.0900692328994737</c:v>
                </c:pt>
                <c:pt idx="22159">
                  <c:v>4.0853368675080111</c:v>
                </c:pt>
                <c:pt idx="22160">
                  <c:v>4.0803038335245478</c:v>
                </c:pt>
                <c:pt idx="22161">
                  <c:v>4.0749944218063856</c:v>
                </c:pt>
                <c:pt idx="22162">
                  <c:v>4.0690619139929582</c:v>
                </c:pt>
                <c:pt idx="22163">
                  <c:v>4.0712412865450807</c:v>
                </c:pt>
                <c:pt idx="22164">
                  <c:v>4.0820540412232464</c:v>
                </c:pt>
                <c:pt idx="22165">
                  <c:v>4.0920552280729519</c:v>
                </c:pt>
                <c:pt idx="22166">
                  <c:v>4.088286584642165</c:v>
                </c:pt>
                <c:pt idx="22167">
                  <c:v>4.0756050955414009</c:v>
                </c:pt>
                <c:pt idx="22168">
                  <c:v>4.0698897021007241</c:v>
                </c:pt>
                <c:pt idx="22169">
                  <c:v>4.0651679392332953</c:v>
                </c:pt>
                <c:pt idx="22170">
                  <c:v>4.0614632274399654</c:v>
                </c:pt>
                <c:pt idx="22171">
                  <c:v>4.0633219923250383</c:v>
                </c:pt>
                <c:pt idx="22172">
                  <c:v>4.0638290936424415</c:v>
                </c:pt>
                <c:pt idx="22173">
                  <c:v>4.0571654864105708</c:v>
                </c:pt>
                <c:pt idx="22174">
                  <c:v>4.0579137555880838</c:v>
                </c:pt>
                <c:pt idx="22175">
                  <c:v>4.0637269454444755</c:v>
                </c:pt>
                <c:pt idx="22176">
                  <c:v>4.0786112275982118</c:v>
                </c:pt>
                <c:pt idx="22177">
                  <c:v>4.0886964434070503</c:v>
                </c:pt>
                <c:pt idx="22178">
                  <c:v>4.0832108240693117</c:v>
                </c:pt>
                <c:pt idx="22179">
                  <c:v>4.0794263559757882</c:v>
                </c:pt>
                <c:pt idx="22180">
                  <c:v>4.0810262293784865</c:v>
                </c:pt>
                <c:pt idx="22181">
                  <c:v>4.0819068718597933</c:v>
                </c:pt>
                <c:pt idx="22182">
                  <c:v>4.0808758950824862</c:v>
                </c:pt>
                <c:pt idx="22183">
                  <c:v>4.0758090754440799</c:v>
                </c:pt>
                <c:pt idx="22184">
                  <c:v>4.0751557542429877</c:v>
                </c:pt>
                <c:pt idx="22185">
                  <c:v>4.0734887842702854</c:v>
                </c:pt>
                <c:pt idx="22186">
                  <c:v>4.0700319658187283</c:v>
                </c:pt>
                <c:pt idx="22187">
                  <c:v>4.0669651461803218</c:v>
                </c:pt>
                <c:pt idx="22188">
                  <c:v>4.0686701744669067</c:v>
                </c:pt>
                <c:pt idx="22189">
                  <c:v>4.0682607113185902</c:v>
                </c:pt>
                <c:pt idx="22190">
                  <c:v>4.067273647980377</c:v>
                </c:pt>
                <c:pt idx="22191">
                  <c:v>4.0722671203069982</c:v>
                </c:pt>
                <c:pt idx="22192">
                  <c:v>4.0742326225422323</c:v>
                </c:pt>
                <c:pt idx="22193">
                  <c:v>4.0721772362226529</c:v>
                </c:pt>
                <c:pt idx="22194">
                  <c:v>4.0646095660086248</c:v>
                </c:pt>
                <c:pt idx="22195">
                  <c:v>4.0609241603038333</c:v>
                </c:pt>
                <c:pt idx="22196">
                  <c:v>4.0544400047473985</c:v>
                </c:pt>
                <c:pt idx="22197">
                  <c:v>4.0554918700795186</c:v>
                </c:pt>
                <c:pt idx="22198">
                  <c:v>4.058799936701349</c:v>
                </c:pt>
                <c:pt idx="22199">
                  <c:v>4.0637920639316372</c:v>
                </c:pt>
                <c:pt idx="22200">
                  <c:v>4.0674750959370183</c:v>
                </c:pt>
                <c:pt idx="22201">
                  <c:v>4.0658604264746607</c:v>
                </c:pt>
                <c:pt idx="22202">
                  <c:v>4.0641123551054319</c:v>
                </c:pt>
                <c:pt idx="22203">
                  <c:v>4.0673432764964197</c:v>
                </c:pt>
                <c:pt idx="22204">
                  <c:v>4.0655050045495909</c:v>
                </c:pt>
                <c:pt idx="22205">
                  <c:v>4.0561422637180042</c:v>
                </c:pt>
                <c:pt idx="22206">
                  <c:v>4.0541270720417772</c:v>
                </c:pt>
                <c:pt idx="22207">
                  <c:v>4.0537854175732884</c:v>
                </c:pt>
                <c:pt idx="22208">
                  <c:v>4.0575811211773551</c:v>
                </c:pt>
                <c:pt idx="22209">
                  <c:v>4.0678768841239075</c:v>
                </c:pt>
                <c:pt idx="22210">
                  <c:v>4.0700970843058908</c:v>
                </c:pt>
                <c:pt idx="22211">
                  <c:v>4.0663293903548681</c:v>
                </c:pt>
                <c:pt idx="22212">
                  <c:v>4.0641444791707872</c:v>
                </c:pt>
                <c:pt idx="22213">
                  <c:v>4.0677078767258772</c:v>
                </c:pt>
                <c:pt idx="22214">
                  <c:v>4.0693422478933421</c:v>
                </c:pt>
                <c:pt idx="22215">
                  <c:v>4.0698481623610396</c:v>
                </c:pt>
                <c:pt idx="22216">
                  <c:v>4.0694416267753297</c:v>
                </c:pt>
                <c:pt idx="22217">
                  <c:v>4.0653798314673422</c:v>
                </c:pt>
                <c:pt idx="22218">
                  <c:v>4.0604680935237569</c:v>
                </c:pt>
                <c:pt idx="22219">
                  <c:v>4.0576167266685133</c:v>
                </c:pt>
                <c:pt idx="22220">
                  <c:v>4.0552971476045414</c:v>
                </c:pt>
                <c:pt idx="22221">
                  <c:v>4.0581344305099494</c:v>
                </c:pt>
                <c:pt idx="22222">
                  <c:v>4.0587033271353405</c:v>
                </c:pt>
                <c:pt idx="22223">
                  <c:v>4.0597191122364205</c:v>
                </c:pt>
                <c:pt idx="22224">
                  <c:v>4.0625660481860981</c:v>
                </c:pt>
                <c:pt idx="22225">
                  <c:v>4.0596650710131739</c:v>
                </c:pt>
                <c:pt idx="22226">
                  <c:v>4.0624098587648847</c:v>
                </c:pt>
                <c:pt idx="22227">
                  <c:v>4.0678468172647069</c:v>
                </c:pt>
                <c:pt idx="22228">
                  <c:v>4.0683882581002493</c:v>
                </c:pt>
                <c:pt idx="22229">
                  <c:v>4.0683536812121694</c:v>
                </c:pt>
                <c:pt idx="22230">
                  <c:v>4.0694375123630175</c:v>
                </c:pt>
                <c:pt idx="22231">
                  <c:v>4.0725109783597739</c:v>
                </c:pt>
                <c:pt idx="22232">
                  <c:v>4.0733891680183563</c:v>
                </c:pt>
                <c:pt idx="22233">
                  <c:v>4.0696995687779403</c:v>
                </c:pt>
                <c:pt idx="22234">
                  <c:v>4.0637252838548878</c:v>
                </c:pt>
                <c:pt idx="22235">
                  <c:v>4.0592582189342092</c:v>
                </c:pt>
                <c:pt idx="22236">
                  <c:v>4.0578995925149348</c:v>
                </c:pt>
                <c:pt idx="22237">
                  <c:v>4.0605292558452346</c:v>
                </c:pt>
                <c:pt idx="22238">
                  <c:v>4.0632606717569333</c:v>
                </c:pt>
                <c:pt idx="22239">
                  <c:v>4.0687316532816391</c:v>
                </c:pt>
                <c:pt idx="22240">
                  <c:v>4.0760043517822524</c:v>
                </c:pt>
                <c:pt idx="22241">
                  <c:v>4.0726625786287931</c:v>
                </c:pt>
                <c:pt idx="22242">
                  <c:v>4.0684630296316806</c:v>
                </c:pt>
                <c:pt idx="22243">
                  <c:v>4.0664867666257862</c:v>
                </c:pt>
                <c:pt idx="22244">
                  <c:v>4.0662552518099462</c:v>
                </c:pt>
                <c:pt idx="22245">
                  <c:v>4.0688201131463382</c:v>
                </c:pt>
                <c:pt idx="22246">
                  <c:v>4.0681182893539578</c:v>
                </c:pt>
                <c:pt idx="22247">
                  <c:v>4.0660897258377178</c:v>
                </c:pt>
                <c:pt idx="22248">
                  <c:v>4.0618460260315699</c:v>
                </c:pt>
                <c:pt idx="22249">
                  <c:v>4.0669140325196818</c:v>
                </c:pt>
                <c:pt idx="22250">
                  <c:v>4.0730699054476398</c:v>
                </c:pt>
                <c:pt idx="22251">
                  <c:v>4.076778731653282</c:v>
                </c:pt>
                <c:pt idx="22252">
                  <c:v>4.0784329627724807</c:v>
                </c:pt>
                <c:pt idx="22253">
                  <c:v>4.079733354432884</c:v>
                </c:pt>
                <c:pt idx="22254">
                  <c:v>4.0800023736994104</c:v>
                </c:pt>
                <c:pt idx="22255">
                  <c:v>4.0818665189698145</c:v>
                </c:pt>
                <c:pt idx="22256">
                  <c:v>4.0733352059184238</c:v>
                </c:pt>
                <c:pt idx="22257">
                  <c:v>4.0747305455552478</c:v>
                </c:pt>
                <c:pt idx="22258">
                  <c:v>4.0730951457847056</c:v>
                </c:pt>
                <c:pt idx="22259">
                  <c:v>4.0708051588400522</c:v>
                </c:pt>
                <c:pt idx="22260">
                  <c:v>4.0722372116944259</c:v>
                </c:pt>
                <c:pt idx="22261">
                  <c:v>4.077818570241722</c:v>
                </c:pt>
                <c:pt idx="22262">
                  <c:v>4.0789982197254417</c:v>
                </c:pt>
                <c:pt idx="22263">
                  <c:v>4.0817644498951617</c:v>
                </c:pt>
                <c:pt idx="22264">
                  <c:v>4.0798472920045894</c:v>
                </c:pt>
                <c:pt idx="22265">
                  <c:v>4.0747913913834708</c:v>
                </c:pt>
                <c:pt idx="22266">
                  <c:v>4.0668991573367093</c:v>
                </c:pt>
                <c:pt idx="22267">
                  <c:v>4.0590722000237367</c:v>
                </c:pt>
                <c:pt idx="22268">
                  <c:v>4.057601930608854</c:v>
                </c:pt>
                <c:pt idx="22269">
                  <c:v>4.0591671480001583</c:v>
                </c:pt>
                <c:pt idx="22270">
                  <c:v>4.0602089646714408</c:v>
                </c:pt>
                <c:pt idx="22271">
                  <c:v>4.0535463069193334</c:v>
                </c:pt>
                <c:pt idx="22272">
                  <c:v>4.0499652648652926</c:v>
                </c:pt>
                <c:pt idx="22273">
                  <c:v>4.058380029275626</c:v>
                </c:pt>
                <c:pt idx="22274">
                  <c:v>4.0614131423824027</c:v>
                </c:pt>
                <c:pt idx="22275">
                  <c:v>4.0570703801875219</c:v>
                </c:pt>
                <c:pt idx="22276">
                  <c:v>4.0538438105787868</c:v>
                </c:pt>
                <c:pt idx="22277">
                  <c:v>4.0586882145824266</c:v>
                </c:pt>
                <c:pt idx="22278">
                  <c:v>4.0637608102227318</c:v>
                </c:pt>
                <c:pt idx="22279">
                  <c:v>4.0693991375558811</c:v>
                </c:pt>
                <c:pt idx="22280">
                  <c:v>4.0762480515884008</c:v>
                </c:pt>
                <c:pt idx="22281">
                  <c:v>4.0806828341970958</c:v>
                </c:pt>
                <c:pt idx="22282">
                  <c:v>4.0761450330339839</c:v>
                </c:pt>
                <c:pt idx="22283">
                  <c:v>4.0676846144716539</c:v>
                </c:pt>
                <c:pt idx="22284">
                  <c:v>4.0708629188590422</c:v>
                </c:pt>
                <c:pt idx="22285">
                  <c:v>4.07781896585829</c:v>
                </c:pt>
                <c:pt idx="22286">
                  <c:v>4.0804146061637061</c:v>
                </c:pt>
                <c:pt idx="22287">
                  <c:v>4.0802927562606319</c:v>
                </c:pt>
                <c:pt idx="22288">
                  <c:v>4.0823966451714995</c:v>
                </c:pt>
                <c:pt idx="22289">
                  <c:v>4.0794318946077466</c:v>
                </c:pt>
                <c:pt idx="22290">
                  <c:v>4.0748876844562254</c:v>
                </c:pt>
                <c:pt idx="22291">
                  <c:v>4.0782563595363372</c:v>
                </c:pt>
                <c:pt idx="22292">
                  <c:v>4.0799422399810101</c:v>
                </c:pt>
                <c:pt idx="22293">
                  <c:v>4.0799580646437477</c:v>
                </c:pt>
                <c:pt idx="22294">
                  <c:v>4.0786648732048896</c:v>
                </c:pt>
                <c:pt idx="22295">
                  <c:v>4.0737989476599283</c:v>
                </c:pt>
                <c:pt idx="22296">
                  <c:v>4.0721087945563159</c:v>
                </c:pt>
                <c:pt idx="22297">
                  <c:v>4.0741266764252089</c:v>
                </c:pt>
                <c:pt idx="22298">
                  <c:v>4.078611781461408</c:v>
                </c:pt>
                <c:pt idx="22299">
                  <c:v>4.0804367606915379</c:v>
                </c:pt>
                <c:pt idx="22300">
                  <c:v>4.0831024251295647</c:v>
                </c:pt>
                <c:pt idx="22301">
                  <c:v>4.0886774538117656</c:v>
                </c:pt>
                <c:pt idx="22302">
                  <c:v>4.0866985797365194</c:v>
                </c:pt>
                <c:pt idx="22303">
                  <c:v>4.0801843573208849</c:v>
                </c:pt>
                <c:pt idx="22304">
                  <c:v>4.07760034814258</c:v>
                </c:pt>
                <c:pt idx="22305">
                  <c:v>4.0783774182062746</c:v>
                </c:pt>
                <c:pt idx="22306">
                  <c:v>4.0773818095501841</c:v>
                </c:pt>
                <c:pt idx="22307">
                  <c:v>4.0751366064010757</c:v>
                </c:pt>
                <c:pt idx="22308">
                  <c:v>4.0771358151679395</c:v>
                </c:pt>
                <c:pt idx="22309">
                  <c:v>4.0846619456422832</c:v>
                </c:pt>
                <c:pt idx="22310">
                  <c:v>4.088279463543933</c:v>
                </c:pt>
                <c:pt idx="22311">
                  <c:v>4.0930094552359852</c:v>
                </c:pt>
                <c:pt idx="22312">
                  <c:v>4.0948538196779678</c:v>
                </c:pt>
                <c:pt idx="22313">
                  <c:v>4.0880935237567746</c:v>
                </c:pt>
                <c:pt idx="22314">
                  <c:v>4.0851635874510421</c:v>
                </c:pt>
                <c:pt idx="22315">
                  <c:v>4.081247774656803</c:v>
                </c:pt>
                <c:pt idx="22316">
                  <c:v>4.0774054674209754</c:v>
                </c:pt>
                <c:pt idx="22317">
                  <c:v>4.0778255330933257</c:v>
                </c:pt>
                <c:pt idx="22318">
                  <c:v>4.0768336432329786</c:v>
                </c:pt>
                <c:pt idx="22319">
                  <c:v>4.0794208173438307</c:v>
                </c:pt>
                <c:pt idx="22320">
                  <c:v>4.0895470190291565</c:v>
                </c:pt>
                <c:pt idx="22321">
                  <c:v>4.0913977133362343</c:v>
                </c:pt>
                <c:pt idx="22322">
                  <c:v>4.0853788028642644</c:v>
                </c:pt>
                <c:pt idx="22323">
                  <c:v>4.0831831309095223</c:v>
                </c:pt>
                <c:pt idx="22324">
                  <c:v>4.0821648138624047</c:v>
                </c:pt>
                <c:pt idx="22325">
                  <c:v>4.0768563516240057</c:v>
                </c:pt>
                <c:pt idx="22326">
                  <c:v>4.0753479447719272</c:v>
                </c:pt>
                <c:pt idx="22327">
                  <c:v>4.0772518099458006</c:v>
                </c:pt>
                <c:pt idx="22328">
                  <c:v>4.0836744866875021</c:v>
                </c:pt>
                <c:pt idx="22329">
                  <c:v>4.0886956521739126</c:v>
                </c:pt>
                <c:pt idx="22330">
                  <c:v>4.0864501325315503</c:v>
                </c:pt>
                <c:pt idx="22331">
                  <c:v>4.0768421885508568</c:v>
                </c:pt>
                <c:pt idx="22332">
                  <c:v>4.0710340625865413</c:v>
                </c:pt>
                <c:pt idx="22333">
                  <c:v>4.0783608814337144</c:v>
                </c:pt>
                <c:pt idx="22334">
                  <c:v>4.0877754480357638</c:v>
                </c:pt>
                <c:pt idx="22335">
                  <c:v>4.0886584642164818</c:v>
                </c:pt>
                <c:pt idx="22336">
                  <c:v>4.0921248565889936</c:v>
                </c:pt>
                <c:pt idx="22337">
                  <c:v>4.0973564900898047</c:v>
                </c:pt>
                <c:pt idx="22338">
                  <c:v>4.0985354274637018</c:v>
                </c:pt>
                <c:pt idx="22339">
                  <c:v>4.0947501681370415</c:v>
                </c:pt>
                <c:pt idx="22340">
                  <c:v>4.0893231000514305</c:v>
                </c:pt>
                <c:pt idx="22341">
                  <c:v>4.0825121652094793</c:v>
                </c:pt>
                <c:pt idx="22342">
                  <c:v>4.0797547177275781</c:v>
                </c:pt>
                <c:pt idx="22343">
                  <c:v>4.0817438778336035</c:v>
                </c:pt>
                <c:pt idx="22344">
                  <c:v>4.0810017011512443</c:v>
                </c:pt>
                <c:pt idx="22345">
                  <c:v>4.0852466669304111</c:v>
                </c:pt>
                <c:pt idx="22346">
                  <c:v>4.0923677651620052</c:v>
                </c:pt>
                <c:pt idx="22347">
                  <c:v>4.0847481900541993</c:v>
                </c:pt>
                <c:pt idx="22348">
                  <c:v>4.0751094671044825</c:v>
                </c:pt>
                <c:pt idx="22349">
                  <c:v>4.0790551885112949</c:v>
                </c:pt>
                <c:pt idx="22350">
                  <c:v>4.0921446374174151</c:v>
                </c:pt>
                <c:pt idx="22351">
                  <c:v>4.1046200102860304</c:v>
                </c:pt>
                <c:pt idx="22352">
                  <c:v>4.1028808798512486</c:v>
                </c:pt>
                <c:pt idx="22353">
                  <c:v>4.0954417058986428</c:v>
                </c:pt>
                <c:pt idx="22354">
                  <c:v>4.0960984294022236</c:v>
                </c:pt>
                <c:pt idx="22355">
                  <c:v>4.1048668750247259</c:v>
                </c:pt>
                <c:pt idx="22356">
                  <c:v>4.1003046247576851</c:v>
                </c:pt>
                <c:pt idx="22357">
                  <c:v>4.0906729437828853</c:v>
                </c:pt>
                <c:pt idx="22358">
                  <c:v>4.0852878110535267</c:v>
                </c:pt>
                <c:pt idx="22359">
                  <c:v>4.0802104680144007</c:v>
                </c:pt>
                <c:pt idx="22360">
                  <c:v>4.0755107014281755</c:v>
                </c:pt>
                <c:pt idx="22361">
                  <c:v>4.0746944653242076</c:v>
                </c:pt>
                <c:pt idx="22362">
                  <c:v>4.0830826443011432</c:v>
                </c:pt>
                <c:pt idx="22363">
                  <c:v>4.0811892234046763</c:v>
                </c:pt>
                <c:pt idx="22364">
                  <c:v>4.0731809154567395</c:v>
                </c:pt>
                <c:pt idx="22365">
                  <c:v>4.0718296475056377</c:v>
                </c:pt>
                <c:pt idx="22366">
                  <c:v>4.0759387585552087</c:v>
                </c:pt>
                <c:pt idx="22367">
                  <c:v>4.0801115638722951</c:v>
                </c:pt>
                <c:pt idx="22368">
                  <c:v>4.0917260750880251</c:v>
                </c:pt>
                <c:pt idx="22369">
                  <c:v>4.1002500296712423</c:v>
                </c:pt>
                <c:pt idx="22370">
                  <c:v>4.095700439134391</c:v>
                </c:pt>
                <c:pt idx="22371">
                  <c:v>4.0907932112196859</c:v>
                </c:pt>
                <c:pt idx="22372">
                  <c:v>4.0895501839617046</c:v>
                </c:pt>
                <c:pt idx="22373">
                  <c:v>4.0832875736835863</c:v>
                </c:pt>
                <c:pt idx="22374">
                  <c:v>4.0754716936345297</c:v>
                </c:pt>
                <c:pt idx="22375">
                  <c:v>4.0788950429243975</c:v>
                </c:pt>
                <c:pt idx="22376">
                  <c:v>4.0935854729596075</c:v>
                </c:pt>
                <c:pt idx="22377">
                  <c:v>4.1015136289907819</c:v>
                </c:pt>
                <c:pt idx="22378">
                  <c:v>4.1021228785061519</c:v>
                </c:pt>
                <c:pt idx="22379">
                  <c:v>4.1040147169363452</c:v>
                </c:pt>
                <c:pt idx="22380">
                  <c:v>4.0965312339280766</c:v>
                </c:pt>
                <c:pt idx="22381">
                  <c:v>4.0865007714523083</c:v>
                </c:pt>
                <c:pt idx="22382">
                  <c:v>4.0824900106816475</c:v>
                </c:pt>
                <c:pt idx="22383">
                  <c:v>4.0777317719666097</c:v>
                </c:pt>
                <c:pt idx="22384">
                  <c:v>4.0787883055742373</c:v>
                </c:pt>
                <c:pt idx="22385">
                  <c:v>4.0849254262768522</c:v>
                </c:pt>
                <c:pt idx="22386">
                  <c:v>4.0885587688412395</c:v>
                </c:pt>
                <c:pt idx="22387">
                  <c:v>4.0888103809787557</c:v>
                </c:pt>
                <c:pt idx="22388">
                  <c:v>4.0929311231554379</c:v>
                </c:pt>
                <c:pt idx="22389">
                  <c:v>4.0908675871345492</c:v>
                </c:pt>
                <c:pt idx="22390">
                  <c:v>4.0873679629702888</c:v>
                </c:pt>
                <c:pt idx="22391">
                  <c:v>4.0839577481504925</c:v>
                </c:pt>
                <c:pt idx="22392">
                  <c:v>4.0849372947739049</c:v>
                </c:pt>
                <c:pt idx="22393">
                  <c:v>4.0887043557384182</c:v>
                </c:pt>
                <c:pt idx="22394">
                  <c:v>4.0893500019780831</c:v>
                </c:pt>
                <c:pt idx="22395">
                  <c:v>4.0922743996518571</c:v>
                </c:pt>
                <c:pt idx="22396">
                  <c:v>4.0906800648811172</c:v>
                </c:pt>
                <c:pt idx="22397">
                  <c:v>4.0860299877358868</c:v>
                </c:pt>
                <c:pt idx="22398">
                  <c:v>4.0881615698065437</c:v>
                </c:pt>
                <c:pt idx="22399">
                  <c:v>4.0935300866400288</c:v>
                </c:pt>
                <c:pt idx="22400">
                  <c:v>4.0956980654349806</c:v>
                </c:pt>
                <c:pt idx="22401">
                  <c:v>4.0986026822803341</c:v>
                </c:pt>
                <c:pt idx="22402">
                  <c:v>4.0964228349883296</c:v>
                </c:pt>
                <c:pt idx="22403">
                  <c:v>4.0916081813506349</c:v>
                </c:pt>
                <c:pt idx="22404">
                  <c:v>4.0853162954464537</c:v>
                </c:pt>
                <c:pt idx="22405">
                  <c:v>4.0887217628674293</c:v>
                </c:pt>
                <c:pt idx="22406">
                  <c:v>4.0987102899869443</c:v>
                </c:pt>
                <c:pt idx="22407">
                  <c:v>4.102176682359457</c:v>
                </c:pt>
                <c:pt idx="22408">
                  <c:v>4.1004193535625273</c:v>
                </c:pt>
                <c:pt idx="22409">
                  <c:v>4.0984816236103967</c:v>
                </c:pt>
                <c:pt idx="22410">
                  <c:v>4.0964062190924553</c:v>
                </c:pt>
                <c:pt idx="22411">
                  <c:v>4.0999699331407999</c:v>
                </c:pt>
                <c:pt idx="22412">
                  <c:v>4.102346006250742</c:v>
                </c:pt>
                <c:pt idx="22413">
                  <c:v>4.1015365747517505</c:v>
                </c:pt>
                <c:pt idx="22414">
                  <c:v>4.107261146496815</c:v>
                </c:pt>
                <c:pt idx="22415">
                  <c:v>4.1109577877121497</c:v>
                </c:pt>
                <c:pt idx="22416">
                  <c:v>4.1095707560232624</c:v>
                </c:pt>
                <c:pt idx="22417">
                  <c:v>4.1103311310677695</c:v>
                </c:pt>
                <c:pt idx="22418">
                  <c:v>4.1165019583020133</c:v>
                </c:pt>
                <c:pt idx="22419">
                  <c:v>4.1170249634054672</c:v>
                </c:pt>
                <c:pt idx="22420">
                  <c:v>4.1130687977212483</c:v>
                </c:pt>
                <c:pt idx="22421">
                  <c:v>4.1105281481188429</c:v>
                </c:pt>
                <c:pt idx="22422">
                  <c:v>4.1091086758713455</c:v>
                </c:pt>
                <c:pt idx="22423">
                  <c:v>4.1091553586264196</c:v>
                </c:pt>
                <c:pt idx="22424">
                  <c:v>4.1106753174822961</c:v>
                </c:pt>
                <c:pt idx="22425">
                  <c:v>4.1094362463899987</c:v>
                </c:pt>
                <c:pt idx="22426">
                  <c:v>4.1123369070696683</c:v>
                </c:pt>
                <c:pt idx="22427">
                  <c:v>4.1101127507220001</c:v>
                </c:pt>
                <c:pt idx="22428">
                  <c:v>4.110267832416822</c:v>
                </c:pt>
                <c:pt idx="22429">
                  <c:v>4.1140546742097559</c:v>
                </c:pt>
                <c:pt idx="22430">
                  <c:v>4.1142208331684929</c:v>
                </c:pt>
                <c:pt idx="22431">
                  <c:v>4.1105882818372432</c:v>
                </c:pt>
                <c:pt idx="22432">
                  <c:v>4.1134802389524072</c:v>
                </c:pt>
                <c:pt idx="22433">
                  <c:v>4.1221980456541516</c:v>
                </c:pt>
                <c:pt idx="22434">
                  <c:v>4.1287114768366502</c:v>
                </c:pt>
                <c:pt idx="22435">
                  <c:v>4.1307805514894964</c:v>
                </c:pt>
                <c:pt idx="22436">
                  <c:v>4.1241286545080511</c:v>
                </c:pt>
                <c:pt idx="22437">
                  <c:v>4.1236111880365547</c:v>
                </c:pt>
                <c:pt idx="22438">
                  <c:v>4.1206488111722122</c:v>
                </c:pt>
                <c:pt idx="22439">
                  <c:v>4.1166530838311512</c:v>
                </c:pt>
                <c:pt idx="22440">
                  <c:v>4.1207991454682125</c:v>
                </c:pt>
                <c:pt idx="22441">
                  <c:v>4.1299719112236417</c:v>
                </c:pt>
                <c:pt idx="22442">
                  <c:v>4.1299339320330732</c:v>
                </c:pt>
                <c:pt idx="22443">
                  <c:v>4.1244040036396727</c:v>
                </c:pt>
                <c:pt idx="22444">
                  <c:v>4.1206899552953278</c:v>
                </c:pt>
                <c:pt idx="22445">
                  <c:v>4.1171119990505201</c:v>
                </c:pt>
                <c:pt idx="22446">
                  <c:v>4.1086260236578704</c:v>
                </c:pt>
                <c:pt idx="22447">
                  <c:v>4.1108098271155598</c:v>
                </c:pt>
                <c:pt idx="22448">
                  <c:v>4.1175883213989</c:v>
                </c:pt>
                <c:pt idx="22449">
                  <c:v>4.1169379277604143</c:v>
                </c:pt>
                <c:pt idx="22450">
                  <c:v>4.1222233651145306</c:v>
                </c:pt>
                <c:pt idx="22451">
                  <c:v>4.123069193337817</c:v>
                </c:pt>
                <c:pt idx="22452">
                  <c:v>4.1276369822368162</c:v>
                </c:pt>
                <c:pt idx="22453">
                  <c:v>4.1373264232306051</c:v>
                </c:pt>
                <c:pt idx="22454">
                  <c:v>4.141945642283499</c:v>
                </c:pt>
                <c:pt idx="22455">
                  <c:v>4.1334921074494604</c:v>
                </c:pt>
                <c:pt idx="22456">
                  <c:v>4.1263741741504134</c:v>
                </c:pt>
                <c:pt idx="22457">
                  <c:v>4.1306262610278122</c:v>
                </c:pt>
                <c:pt idx="22458">
                  <c:v>4.1375772441349845</c:v>
                </c:pt>
                <c:pt idx="22459">
                  <c:v>4.1400957392095581</c:v>
                </c:pt>
                <c:pt idx="22460">
                  <c:v>4.1392554496182301</c:v>
                </c:pt>
                <c:pt idx="22461">
                  <c:v>4.1400221545278315</c:v>
                </c:pt>
                <c:pt idx="22462">
                  <c:v>4.1402484472049688</c:v>
                </c:pt>
                <c:pt idx="22463">
                  <c:v>4.1432060766704906</c:v>
                </c:pt>
                <c:pt idx="22464">
                  <c:v>4.1414701111682559</c:v>
                </c:pt>
                <c:pt idx="22465">
                  <c:v>4.1330379396289114</c:v>
                </c:pt>
                <c:pt idx="22466">
                  <c:v>4.1269565217391309</c:v>
                </c:pt>
                <c:pt idx="22467">
                  <c:v>4.1245416782054836</c:v>
                </c:pt>
                <c:pt idx="22468">
                  <c:v>4.124143687937651</c:v>
                </c:pt>
                <c:pt idx="22469">
                  <c:v>4.1249135577797995</c:v>
                </c:pt>
                <c:pt idx="22470">
                  <c:v>4.1305803695058749</c:v>
                </c:pt>
                <c:pt idx="22471">
                  <c:v>4.1376255093563321</c:v>
                </c:pt>
                <c:pt idx="22472">
                  <c:v>4.1490952249080193</c:v>
                </c:pt>
                <c:pt idx="22473">
                  <c:v>4.1581224037662698</c:v>
                </c:pt>
                <c:pt idx="22474">
                  <c:v>4.1625651778296477</c:v>
                </c:pt>
                <c:pt idx="22475">
                  <c:v>4.1618435732088459</c:v>
                </c:pt>
                <c:pt idx="22476">
                  <c:v>4.1548862602365784</c:v>
                </c:pt>
                <c:pt idx="22477">
                  <c:v>4.1497899276021677</c:v>
                </c:pt>
                <c:pt idx="22478">
                  <c:v>4.1536867508011239</c:v>
                </c:pt>
                <c:pt idx="22479">
                  <c:v>4.1539977054239028</c:v>
                </c:pt>
                <c:pt idx="22480">
                  <c:v>4.1468140997744989</c:v>
                </c:pt>
                <c:pt idx="22481">
                  <c:v>4.1431641413142382</c:v>
                </c:pt>
                <c:pt idx="22482">
                  <c:v>4.1400530126201689</c:v>
                </c:pt>
                <c:pt idx="22483">
                  <c:v>4.1399153380543581</c:v>
                </c:pt>
                <c:pt idx="22484">
                  <c:v>4.1502346006250743</c:v>
                </c:pt>
                <c:pt idx="22485">
                  <c:v>4.1556426791154015</c:v>
                </c:pt>
                <c:pt idx="22486">
                  <c:v>4.158363729873007</c:v>
                </c:pt>
                <c:pt idx="22487">
                  <c:v>4.1609763816908654</c:v>
                </c:pt>
                <c:pt idx="22488">
                  <c:v>4.1595110179214307</c:v>
                </c:pt>
                <c:pt idx="22489">
                  <c:v>4.1551568619693793</c:v>
                </c:pt>
                <c:pt idx="22490">
                  <c:v>4.1506104363650751</c:v>
                </c:pt>
                <c:pt idx="22491">
                  <c:v>4.1473829963998892</c:v>
                </c:pt>
                <c:pt idx="22492">
                  <c:v>4.1476915773232585</c:v>
                </c:pt>
                <c:pt idx="22493">
                  <c:v>4.1460030858092338</c:v>
                </c:pt>
                <c:pt idx="22494">
                  <c:v>4.1434719310044708</c:v>
                </c:pt>
                <c:pt idx="22495">
                  <c:v>4.1499790323218733</c:v>
                </c:pt>
                <c:pt idx="22496">
                  <c:v>4.1664129445741187</c:v>
                </c:pt>
                <c:pt idx="22497">
                  <c:v>4.1702496340546746</c:v>
                </c:pt>
                <c:pt idx="22498">
                  <c:v>4.1621956719547413</c:v>
                </c:pt>
                <c:pt idx="22499">
                  <c:v>4.1527301499386793</c:v>
                </c:pt>
                <c:pt idx="22500">
                  <c:v>4.1447030897653994</c:v>
                </c:pt>
                <c:pt idx="22501">
                  <c:v>4.1414898919966765</c:v>
                </c:pt>
                <c:pt idx="22502">
                  <c:v>4.1445290184752936</c:v>
                </c:pt>
                <c:pt idx="22503">
                  <c:v>4.1563903944297191</c:v>
                </c:pt>
                <c:pt idx="22504">
                  <c:v>4.1612454009573918</c:v>
                </c:pt>
                <c:pt idx="22505">
                  <c:v>4.1621972544210148</c:v>
                </c:pt>
                <c:pt idx="22506">
                  <c:v>4.1681006448550066</c:v>
                </c:pt>
                <c:pt idx="22507">
                  <c:v>4.1756925268030223</c:v>
                </c:pt>
                <c:pt idx="22508">
                  <c:v>4.1871559124896152</c:v>
                </c:pt>
                <c:pt idx="22509">
                  <c:v>4.1881568224077226</c:v>
                </c:pt>
                <c:pt idx="22510">
                  <c:v>4.1778296475056376</c:v>
                </c:pt>
                <c:pt idx="22511">
                  <c:v>4.1758816315227278</c:v>
                </c:pt>
                <c:pt idx="22512">
                  <c:v>4.1729651461803217</c:v>
                </c:pt>
                <c:pt idx="22513">
                  <c:v>4.1671123946670887</c:v>
                </c:pt>
                <c:pt idx="22514">
                  <c:v>4.1630051034537328</c:v>
                </c:pt>
                <c:pt idx="22515">
                  <c:v>4.1586240455750287</c:v>
                </c:pt>
                <c:pt idx="22516">
                  <c:v>4.1585290975986071</c:v>
                </c:pt>
                <c:pt idx="22517">
                  <c:v>4.1630596985401747</c:v>
                </c:pt>
                <c:pt idx="22518">
                  <c:v>4.1604312220595796</c:v>
                </c:pt>
                <c:pt idx="22519">
                  <c:v>4.1609716342920438</c:v>
                </c:pt>
                <c:pt idx="22520">
                  <c:v>4.1609194129050122</c:v>
                </c:pt>
                <c:pt idx="22521">
                  <c:v>4.1580678086798279</c:v>
                </c:pt>
                <c:pt idx="22522">
                  <c:v>4.161082406931202</c:v>
                </c:pt>
                <c:pt idx="22523">
                  <c:v>4.1671416702931516</c:v>
                </c:pt>
                <c:pt idx="22524">
                  <c:v>4.1668307156703719</c:v>
                </c:pt>
                <c:pt idx="22525">
                  <c:v>4.1644150809035878</c:v>
                </c:pt>
                <c:pt idx="22526">
                  <c:v>4.1634727222376071</c:v>
                </c:pt>
                <c:pt idx="22527">
                  <c:v>4.169415674328441</c:v>
                </c:pt>
                <c:pt idx="22528">
                  <c:v>4.1724872413656682</c:v>
                </c:pt>
                <c:pt idx="22529">
                  <c:v>4.1701491474462955</c:v>
                </c:pt>
                <c:pt idx="22530">
                  <c:v>4.1661273094117179</c:v>
                </c:pt>
                <c:pt idx="22531">
                  <c:v>4.1654262768524744</c:v>
                </c:pt>
                <c:pt idx="22532">
                  <c:v>4.1591826561696408</c:v>
                </c:pt>
                <c:pt idx="22533">
                  <c:v>4.1490105629623768</c:v>
                </c:pt>
                <c:pt idx="22534">
                  <c:v>4.1401859397871581</c:v>
                </c:pt>
                <c:pt idx="22535">
                  <c:v>4.1436570795584915</c:v>
                </c:pt>
                <c:pt idx="22536">
                  <c:v>4.1437607310994187</c:v>
                </c:pt>
                <c:pt idx="22537">
                  <c:v>4.1430747319697749</c:v>
                </c:pt>
                <c:pt idx="22538">
                  <c:v>4.143950627052261</c:v>
                </c:pt>
                <c:pt idx="22539">
                  <c:v>4.142641927443921</c:v>
                </c:pt>
                <c:pt idx="22540">
                  <c:v>4.1481868892669223</c:v>
                </c:pt>
                <c:pt idx="22541">
                  <c:v>4.164006804604977</c:v>
                </c:pt>
                <c:pt idx="22542">
                  <c:v>4.1782853977924592</c:v>
                </c:pt>
                <c:pt idx="22543">
                  <c:v>4.1804059025992011</c:v>
                </c:pt>
                <c:pt idx="22544">
                  <c:v>4.1650282865846417</c:v>
                </c:pt>
                <c:pt idx="22545">
                  <c:v>4.1598108952802946</c:v>
                </c:pt>
                <c:pt idx="22546">
                  <c:v>4.1722680697867629</c:v>
                </c:pt>
                <c:pt idx="22547">
                  <c:v>4.1681315029473431</c:v>
                </c:pt>
                <c:pt idx="22548">
                  <c:v>4.1586849705265658</c:v>
                </c:pt>
                <c:pt idx="22549">
                  <c:v>4.1569996439450883</c:v>
                </c:pt>
                <c:pt idx="22550">
                  <c:v>4.1562210705384341</c:v>
                </c:pt>
                <c:pt idx="22551">
                  <c:v>4.1439886062428295</c:v>
                </c:pt>
                <c:pt idx="22552">
                  <c:v>4.1359227756458443</c:v>
                </c:pt>
                <c:pt idx="22553">
                  <c:v>4.1400189895952844</c:v>
                </c:pt>
                <c:pt idx="22554">
                  <c:v>4.146629742453614</c:v>
                </c:pt>
                <c:pt idx="22555">
                  <c:v>4.1547382996399893</c:v>
                </c:pt>
                <c:pt idx="22556">
                  <c:v>4.16183249594493</c:v>
                </c:pt>
                <c:pt idx="22557">
                  <c:v>4.1634149622186181</c:v>
                </c:pt>
                <c:pt idx="22558">
                  <c:v>4.1674098983265422</c:v>
                </c:pt>
                <c:pt idx="22559">
                  <c:v>4.1677263915812794</c:v>
                </c:pt>
                <c:pt idx="22560">
                  <c:v>4.1621972544210148</c:v>
                </c:pt>
                <c:pt idx="22561">
                  <c:v>4.1624638999881318</c:v>
                </c:pt>
                <c:pt idx="22562">
                  <c:v>4.1616592158879611</c:v>
                </c:pt>
                <c:pt idx="22563">
                  <c:v>4.1605111366064014</c:v>
                </c:pt>
                <c:pt idx="22564">
                  <c:v>4.1502132373303793</c:v>
                </c:pt>
                <c:pt idx="22565">
                  <c:v>4.1496767812635991</c:v>
                </c:pt>
                <c:pt idx="22566">
                  <c:v>4.1561751790164969</c:v>
                </c:pt>
                <c:pt idx="22567">
                  <c:v>4.1674478775171107</c:v>
                </c:pt>
                <c:pt idx="22568">
                  <c:v>4.1745594809510624</c:v>
                </c:pt>
                <c:pt idx="22569">
                  <c:v>4.1746425604304305</c:v>
                </c:pt>
                <c:pt idx="22570">
                  <c:v>4.174611702338094</c:v>
                </c:pt>
                <c:pt idx="22571">
                  <c:v>4.177608102227321</c:v>
                </c:pt>
                <c:pt idx="22572">
                  <c:v>4.1775273964473634</c:v>
                </c:pt>
                <c:pt idx="22573">
                  <c:v>4.1733109150611227</c:v>
                </c:pt>
                <c:pt idx="22574">
                  <c:v>4.1679360683625433</c:v>
                </c:pt>
                <c:pt idx="22575">
                  <c:v>4.1654864105708747</c:v>
                </c:pt>
                <c:pt idx="22576">
                  <c:v>4.1607912331368437</c:v>
                </c:pt>
                <c:pt idx="22577">
                  <c:v>4.1579641571389008</c:v>
                </c:pt>
                <c:pt idx="22578">
                  <c:v>4.1608640265854335</c:v>
                </c:pt>
                <c:pt idx="22579">
                  <c:v>4.1712101910828023</c:v>
                </c:pt>
                <c:pt idx="22580">
                  <c:v>4.1779776081022275</c:v>
                </c:pt>
                <c:pt idx="22581">
                  <c:v>4.1778043280452586</c:v>
                </c:pt>
                <c:pt idx="22582">
                  <c:v>4.1787229497171339</c:v>
                </c:pt>
                <c:pt idx="22583">
                  <c:v>4.1794667088657675</c:v>
                </c:pt>
                <c:pt idx="22584">
                  <c:v>4.1801226411362107</c:v>
                </c:pt>
                <c:pt idx="22585">
                  <c:v>4.1860204929382441</c:v>
                </c:pt>
                <c:pt idx="22586">
                  <c:v>4.1836792340863234</c:v>
                </c:pt>
                <c:pt idx="22587">
                  <c:v>4.1848771610555051</c:v>
                </c:pt>
                <c:pt idx="22588">
                  <c:v>4.1868663211615305</c:v>
                </c:pt>
                <c:pt idx="22589">
                  <c:v>4.1777062151362898</c:v>
                </c:pt>
                <c:pt idx="22590">
                  <c:v>4.1699734936899153</c:v>
                </c:pt>
                <c:pt idx="22591">
                  <c:v>4.1614511215729717</c:v>
                </c:pt>
                <c:pt idx="22592">
                  <c:v>4.1596676820825254</c:v>
                </c:pt>
                <c:pt idx="22593">
                  <c:v>4.1640495311943662</c:v>
                </c:pt>
                <c:pt idx="22594">
                  <c:v>4.1673497646081419</c:v>
                </c:pt>
                <c:pt idx="22595">
                  <c:v>4.1687288839656604</c:v>
                </c:pt>
                <c:pt idx="22596">
                  <c:v>4.1654159908216952</c:v>
                </c:pt>
                <c:pt idx="22597">
                  <c:v>4.1651445978557584</c:v>
                </c:pt>
                <c:pt idx="22598">
                  <c:v>4.1674114807928158</c:v>
                </c:pt>
                <c:pt idx="22599">
                  <c:v>4.1704957075602325</c:v>
                </c:pt>
                <c:pt idx="22600">
                  <c:v>4.1690540807849032</c:v>
                </c:pt>
                <c:pt idx="22601">
                  <c:v>4.1702741622819168</c:v>
                </c:pt>
                <c:pt idx="22602">
                  <c:v>4.1785939787158286</c:v>
                </c:pt>
                <c:pt idx="22603">
                  <c:v>4.1814922656960878</c:v>
                </c:pt>
                <c:pt idx="22604">
                  <c:v>4.1745816354788943</c:v>
                </c:pt>
                <c:pt idx="22605">
                  <c:v>4.1756774933734224</c:v>
                </c:pt>
                <c:pt idx="22606">
                  <c:v>4.1741701942477354</c:v>
                </c:pt>
                <c:pt idx="22607">
                  <c:v>4.170951457847055</c:v>
                </c:pt>
                <c:pt idx="22608">
                  <c:v>4.171370020176445</c:v>
                </c:pt>
                <c:pt idx="22609">
                  <c:v>4.1751790164972107</c:v>
                </c:pt>
                <c:pt idx="22610">
                  <c:v>4.180792024369981</c:v>
                </c:pt>
                <c:pt idx="22611">
                  <c:v>4.1865086837836767</c:v>
                </c:pt>
                <c:pt idx="22612">
                  <c:v>4.191324919887645</c:v>
                </c:pt>
                <c:pt idx="22613">
                  <c:v>4.191757724413498</c:v>
                </c:pt>
                <c:pt idx="22614">
                  <c:v>4.1945840091783042</c:v>
                </c:pt>
                <c:pt idx="22615">
                  <c:v>4.1887621157574078</c:v>
                </c:pt>
                <c:pt idx="22616">
                  <c:v>4.1850900027693161</c:v>
                </c:pt>
                <c:pt idx="22617">
                  <c:v>4.1871440439925625</c:v>
                </c:pt>
                <c:pt idx="22618">
                  <c:v>4.1866867112394663</c:v>
                </c:pt>
                <c:pt idx="22619">
                  <c:v>4.1884970526565652</c:v>
                </c:pt>
                <c:pt idx="22620">
                  <c:v>4.1932444514776277</c:v>
                </c:pt>
                <c:pt idx="22621">
                  <c:v>4.1915353879020456</c:v>
                </c:pt>
                <c:pt idx="22622">
                  <c:v>4.1869019266526886</c:v>
                </c:pt>
                <c:pt idx="22623">
                  <c:v>4.1864176919729399</c:v>
                </c:pt>
                <c:pt idx="22624">
                  <c:v>4.1828531866914584</c:v>
                </c:pt>
                <c:pt idx="22625">
                  <c:v>4.1832321873640073</c:v>
                </c:pt>
                <c:pt idx="22626">
                  <c:v>4.1755872927958224</c:v>
                </c:pt>
                <c:pt idx="22627">
                  <c:v>4.1589413300629028</c:v>
                </c:pt>
                <c:pt idx="22628">
                  <c:v>4.1561482770898444</c:v>
                </c:pt>
                <c:pt idx="22629">
                  <c:v>4.1655884796455274</c:v>
                </c:pt>
                <c:pt idx="22630">
                  <c:v>4.1734944811488708</c:v>
                </c:pt>
                <c:pt idx="22631">
                  <c:v>4.1742865055188512</c:v>
                </c:pt>
                <c:pt idx="22632">
                  <c:v>4.1714594295209082</c:v>
                </c:pt>
                <c:pt idx="22633">
                  <c:v>4.1703129327056221</c:v>
                </c:pt>
                <c:pt idx="22634">
                  <c:v>4.1685049649879335</c:v>
                </c:pt>
                <c:pt idx="22635">
                  <c:v>4.1646856826363887</c:v>
                </c:pt>
                <c:pt idx="22636">
                  <c:v>4.1705685010088223</c:v>
                </c:pt>
                <c:pt idx="22637">
                  <c:v>4.1763183922142657</c:v>
                </c:pt>
                <c:pt idx="22638">
                  <c:v>4.1720663053368678</c:v>
                </c:pt>
                <c:pt idx="22639">
                  <c:v>4.1671519563239308</c:v>
                </c:pt>
                <c:pt idx="22640">
                  <c:v>4.1729714760454168</c:v>
                </c:pt>
                <c:pt idx="22641">
                  <c:v>4.1819124104917513</c:v>
                </c:pt>
                <c:pt idx="22642">
                  <c:v>4.1857063733829172</c:v>
                </c:pt>
                <c:pt idx="22643">
                  <c:v>4.1831775922775645</c:v>
                </c:pt>
                <c:pt idx="22644">
                  <c:v>4.1816940301459828</c:v>
                </c:pt>
                <c:pt idx="22645">
                  <c:v>4.1819796653083827</c:v>
                </c:pt>
                <c:pt idx="22646">
                  <c:v>4.1894386200894091</c:v>
                </c:pt>
                <c:pt idx="22647">
                  <c:v>4.1944669066740516</c:v>
                </c:pt>
                <c:pt idx="22648">
                  <c:v>4.1995379198480833</c:v>
                </c:pt>
                <c:pt idx="22649">
                  <c:v>4.1960928907702657</c:v>
                </c:pt>
                <c:pt idx="22650">
                  <c:v>4.1862127625904977</c:v>
                </c:pt>
                <c:pt idx="22651">
                  <c:v>4.1789919689836612</c:v>
                </c:pt>
                <c:pt idx="22652">
                  <c:v>4.1746773746884518</c:v>
                </c:pt>
                <c:pt idx="22653">
                  <c:v>4.1720837124658781</c:v>
                </c:pt>
                <c:pt idx="22654">
                  <c:v>4.1627558650156269</c:v>
                </c:pt>
                <c:pt idx="22655">
                  <c:v>4.1582569133995335</c:v>
                </c:pt>
                <c:pt idx="22656">
                  <c:v>4.1555572259366222</c:v>
                </c:pt>
                <c:pt idx="22657">
                  <c:v>4.1543893658266411</c:v>
                </c:pt>
                <c:pt idx="22658">
                  <c:v>4.1571563081061838</c:v>
                </c:pt>
                <c:pt idx="22659">
                  <c:v>4.1612509395893502</c:v>
                </c:pt>
                <c:pt idx="22660">
                  <c:v>4.1683213989001864</c:v>
                </c:pt>
                <c:pt idx="22661">
                  <c:v>4.1655283459271271</c:v>
                </c:pt>
                <c:pt idx="22662">
                  <c:v>4.1618380345768884</c:v>
                </c:pt>
                <c:pt idx="22663">
                  <c:v>4.1662198836887292</c:v>
                </c:pt>
                <c:pt idx="22664">
                  <c:v>4.1701420263480635</c:v>
                </c:pt>
                <c:pt idx="22665">
                  <c:v>4.1717680104442776</c:v>
                </c:pt>
                <c:pt idx="22666">
                  <c:v>4.1662879297384974</c:v>
                </c:pt>
                <c:pt idx="22667">
                  <c:v>4.1622565969062784</c:v>
                </c:pt>
                <c:pt idx="22668">
                  <c:v>4.1632329785971436</c:v>
                </c:pt>
                <c:pt idx="22669">
                  <c:v>4.1668837282905411</c:v>
                </c:pt>
                <c:pt idx="22670">
                  <c:v>4.1735498674684495</c:v>
                </c:pt>
                <c:pt idx="22671">
                  <c:v>4.1793796732207147</c:v>
                </c:pt>
                <c:pt idx="22672">
                  <c:v>4.1801076077066108</c:v>
                </c:pt>
                <c:pt idx="22673">
                  <c:v>4.1748783479052101</c:v>
                </c:pt>
                <c:pt idx="22674">
                  <c:v>4.1642544605768093</c:v>
                </c:pt>
                <c:pt idx="22675">
                  <c:v>4.1539130434782612</c:v>
                </c:pt>
                <c:pt idx="22676">
                  <c:v>4.1558634331605804</c:v>
                </c:pt>
                <c:pt idx="22677">
                  <c:v>4.1576848518415952</c:v>
                </c:pt>
                <c:pt idx="22678">
                  <c:v>4.1609344463346121</c:v>
                </c:pt>
                <c:pt idx="22679">
                  <c:v>4.1565454761245402</c:v>
                </c:pt>
                <c:pt idx="22680">
                  <c:v>4.1532618586066388</c:v>
                </c:pt>
                <c:pt idx="22681">
                  <c:v>4.1603062072239583</c:v>
                </c:pt>
                <c:pt idx="22682">
                  <c:v>4.1664445938995929</c:v>
                </c:pt>
                <c:pt idx="22683">
                  <c:v>4.1661288918779915</c:v>
                </c:pt>
                <c:pt idx="22684">
                  <c:v>4.166729437828856</c:v>
                </c:pt>
                <c:pt idx="22685">
                  <c:v>4.1718202318313091</c:v>
                </c:pt>
                <c:pt idx="22686">
                  <c:v>4.1699339320330733</c:v>
                </c:pt>
                <c:pt idx="22687">
                  <c:v>4.1629410135696485</c:v>
                </c:pt>
                <c:pt idx="22688">
                  <c:v>4.1587807097361233</c:v>
                </c:pt>
                <c:pt idx="22689">
                  <c:v>4.164255251809946</c:v>
                </c:pt>
                <c:pt idx="22690">
                  <c:v>4.1708034972504651</c:v>
                </c:pt>
                <c:pt idx="22691">
                  <c:v>4.1658614550777386</c:v>
                </c:pt>
                <c:pt idx="22692">
                  <c:v>4.1559283142778023</c:v>
                </c:pt>
                <c:pt idx="22693">
                  <c:v>4.159510226688294</c:v>
                </c:pt>
                <c:pt idx="22694">
                  <c:v>4.1650346164497369</c:v>
                </c:pt>
                <c:pt idx="22695">
                  <c:v>4.168777149187008</c:v>
                </c:pt>
                <c:pt idx="22696">
                  <c:v>4.1675744748190056</c:v>
                </c:pt>
                <c:pt idx="22697">
                  <c:v>4.1605230051034541</c:v>
                </c:pt>
                <c:pt idx="22698">
                  <c:v>4.1670142817581199</c:v>
                </c:pt>
                <c:pt idx="22699">
                  <c:v>4.1744748190054199</c:v>
                </c:pt>
                <c:pt idx="22700">
                  <c:v>4.1816299402618986</c:v>
                </c:pt>
                <c:pt idx="22701">
                  <c:v>4.1833421687700278</c:v>
                </c:pt>
                <c:pt idx="22702">
                  <c:v>4.1822478933417733</c:v>
                </c:pt>
                <c:pt idx="22703">
                  <c:v>4.1797064525062311</c:v>
                </c:pt>
                <c:pt idx="22704">
                  <c:v>4.1809415674328445</c:v>
                </c:pt>
                <c:pt idx="22705">
                  <c:v>4.1743672112988088</c:v>
                </c:pt>
                <c:pt idx="22706">
                  <c:v>4.1613854492226139</c:v>
                </c:pt>
                <c:pt idx="22707">
                  <c:v>4.1532547375084068</c:v>
                </c:pt>
                <c:pt idx="22708">
                  <c:v>4.1523503580329946</c:v>
                </c:pt>
                <c:pt idx="22709">
                  <c:v>4.1584990307394074</c:v>
                </c:pt>
                <c:pt idx="22710">
                  <c:v>4.1642323060489774</c:v>
                </c:pt>
                <c:pt idx="22711">
                  <c:v>4.1713439094829292</c:v>
                </c:pt>
                <c:pt idx="22712">
                  <c:v>4.1800142421964628</c:v>
                </c:pt>
                <c:pt idx="22713">
                  <c:v>4.1852498318629587</c:v>
                </c:pt>
                <c:pt idx="22714">
                  <c:v>4.1937081140958181</c:v>
                </c:pt>
                <c:pt idx="22715">
                  <c:v>4.1996502749535152</c:v>
                </c:pt>
                <c:pt idx="22716">
                  <c:v>4.1993670134905248</c:v>
                </c:pt>
                <c:pt idx="22717">
                  <c:v>4.1916113462831825</c:v>
                </c:pt>
                <c:pt idx="22718">
                  <c:v>4.1891339953317246</c:v>
                </c:pt>
                <c:pt idx="22719">
                  <c:v>4.1852197650037581</c:v>
                </c:pt>
                <c:pt idx="22720">
                  <c:v>4.1815611029789927</c:v>
                </c:pt>
                <c:pt idx="22721">
                  <c:v>4.1804019464335163</c:v>
                </c:pt>
                <c:pt idx="22722">
                  <c:v>4.1878846382086481</c:v>
                </c:pt>
                <c:pt idx="22723">
                  <c:v>4.1919412905012461</c:v>
                </c:pt>
                <c:pt idx="22724">
                  <c:v>4.1869145863828781</c:v>
                </c:pt>
                <c:pt idx="22725">
                  <c:v>4.1832108240693122</c:v>
                </c:pt>
                <c:pt idx="22726">
                  <c:v>4.1873647980377422</c:v>
                </c:pt>
                <c:pt idx="22727">
                  <c:v>4.196513826799066</c:v>
                </c:pt>
                <c:pt idx="22728">
                  <c:v>4.1980796771768798</c:v>
                </c:pt>
                <c:pt idx="22729">
                  <c:v>4.2007469240811801</c:v>
                </c:pt>
                <c:pt idx="22730">
                  <c:v>4.1992522846856826</c:v>
                </c:pt>
                <c:pt idx="22731">
                  <c:v>4.195536653875064</c:v>
                </c:pt>
                <c:pt idx="22732">
                  <c:v>4.2014962218617713</c:v>
                </c:pt>
                <c:pt idx="22733">
                  <c:v>4.2029291450725959</c:v>
                </c:pt>
                <c:pt idx="22734">
                  <c:v>4.2033018158800495</c:v>
                </c:pt>
                <c:pt idx="22735">
                  <c:v>4.2024773509514581</c:v>
                </c:pt>
                <c:pt idx="22736">
                  <c:v>4.2066313249198881</c:v>
                </c:pt>
                <c:pt idx="22737">
                  <c:v>4.2037536100011872</c:v>
                </c:pt>
                <c:pt idx="22738">
                  <c:v>4.1982236816077858</c:v>
                </c:pt>
                <c:pt idx="22739">
                  <c:v>4.1929920481069747</c:v>
                </c:pt>
                <c:pt idx="22740">
                  <c:v>4.1926272896308898</c:v>
                </c:pt>
                <c:pt idx="22741">
                  <c:v>4.2002642718677059</c:v>
                </c:pt>
                <c:pt idx="22742">
                  <c:v>4.2066329073861617</c:v>
                </c:pt>
                <c:pt idx="22743">
                  <c:v>4.2122205957985521</c:v>
                </c:pt>
                <c:pt idx="22744">
                  <c:v>4.2162321478023497</c:v>
                </c:pt>
                <c:pt idx="22745">
                  <c:v>4.2159148633144756</c:v>
                </c:pt>
                <c:pt idx="22746">
                  <c:v>4.2226909838984055</c:v>
                </c:pt>
                <c:pt idx="22747">
                  <c:v>4.2271796494837206</c:v>
                </c:pt>
                <c:pt idx="22748">
                  <c:v>4.2207358468172647</c:v>
                </c:pt>
                <c:pt idx="22749">
                  <c:v>4.2275364956284367</c:v>
                </c:pt>
                <c:pt idx="22750">
                  <c:v>4.2402255014440007</c:v>
                </c:pt>
                <c:pt idx="22751">
                  <c:v>4.241515211457056</c:v>
                </c:pt>
                <c:pt idx="22752">
                  <c:v>4.2371412746765831</c:v>
                </c:pt>
                <c:pt idx="22753">
                  <c:v>4.233989793092535</c:v>
                </c:pt>
                <c:pt idx="22754">
                  <c:v>4.2340182774854611</c:v>
                </c:pt>
                <c:pt idx="22755">
                  <c:v>4.2327594255647423</c:v>
                </c:pt>
                <c:pt idx="22756">
                  <c:v>4.2349962416425999</c:v>
                </c:pt>
                <c:pt idx="22757">
                  <c:v>4.2381635478893855</c:v>
                </c:pt>
                <c:pt idx="22758">
                  <c:v>4.2409589745618543</c:v>
                </c:pt>
                <c:pt idx="22759">
                  <c:v>4.2468441666336982</c:v>
                </c:pt>
                <c:pt idx="22760">
                  <c:v>4.2517324049531195</c:v>
                </c:pt>
                <c:pt idx="22761">
                  <c:v>4.2516097638169086</c:v>
                </c:pt>
                <c:pt idx="22762">
                  <c:v>4.25134865688175</c:v>
                </c:pt>
                <c:pt idx="22763">
                  <c:v>4.2463725916841399</c:v>
                </c:pt>
                <c:pt idx="22764">
                  <c:v>4.245972227716897</c:v>
                </c:pt>
                <c:pt idx="22765">
                  <c:v>4.2524437235431423</c:v>
                </c:pt>
                <c:pt idx="22766">
                  <c:v>4.2575266052142267</c:v>
                </c:pt>
                <c:pt idx="22767">
                  <c:v>4.2537935672745979</c:v>
                </c:pt>
                <c:pt idx="22768">
                  <c:v>4.2554258812359063</c:v>
                </c:pt>
                <c:pt idx="22769">
                  <c:v>4.2646516596115047</c:v>
                </c:pt>
                <c:pt idx="22770">
                  <c:v>4.274040432013293</c:v>
                </c:pt>
                <c:pt idx="22771">
                  <c:v>4.288914823752819</c:v>
                </c:pt>
                <c:pt idx="22772">
                  <c:v>4.2996866716778097</c:v>
                </c:pt>
                <c:pt idx="22773">
                  <c:v>4.3002270839102739</c:v>
                </c:pt>
                <c:pt idx="22774">
                  <c:v>4.3029544645329745</c:v>
                </c:pt>
                <c:pt idx="22775">
                  <c:v>4.3009858764885074</c:v>
                </c:pt>
                <c:pt idx="22776">
                  <c:v>4.2965185741978873</c:v>
                </c:pt>
                <c:pt idx="22777">
                  <c:v>4.2940665427068083</c:v>
                </c:pt>
                <c:pt idx="22778">
                  <c:v>4.2941369624559877</c:v>
                </c:pt>
                <c:pt idx="22779">
                  <c:v>4.2923535229655414</c:v>
                </c:pt>
                <c:pt idx="22780">
                  <c:v>4.2856137991059065</c:v>
                </c:pt>
                <c:pt idx="22781">
                  <c:v>4.2811544091466551</c:v>
                </c:pt>
                <c:pt idx="22782">
                  <c:v>4.2847292004589157</c:v>
                </c:pt>
                <c:pt idx="22783">
                  <c:v>4.3000775408474103</c:v>
                </c:pt>
                <c:pt idx="22784">
                  <c:v>4.3136463979111443</c:v>
                </c:pt>
                <c:pt idx="22785">
                  <c:v>4.3218103414170983</c:v>
                </c:pt>
                <c:pt idx="22786">
                  <c:v>4.3318305178620884</c:v>
                </c:pt>
                <c:pt idx="22787">
                  <c:v>4.3348830953040309</c:v>
                </c:pt>
                <c:pt idx="22788">
                  <c:v>4.3335680658305966</c:v>
                </c:pt>
                <c:pt idx="22789">
                  <c:v>4.3433833128931436</c:v>
                </c:pt>
                <c:pt idx="22790">
                  <c:v>4.3489520117102503</c:v>
                </c:pt>
                <c:pt idx="22791">
                  <c:v>4.3533504767179654</c:v>
                </c:pt>
                <c:pt idx="22792">
                  <c:v>4.3537816987775448</c:v>
                </c:pt>
                <c:pt idx="22793">
                  <c:v>4.3466099616251928</c:v>
                </c:pt>
                <c:pt idx="22794">
                  <c:v>4.3466716778098666</c:v>
                </c:pt>
                <c:pt idx="22795">
                  <c:v>4.3490667405150925</c:v>
                </c:pt>
                <c:pt idx="22796">
                  <c:v>4.343089765399375</c:v>
                </c:pt>
                <c:pt idx="22797">
                  <c:v>4.3395830201368835</c:v>
                </c:pt>
                <c:pt idx="22798">
                  <c:v>4.3359575899038649</c:v>
                </c:pt>
                <c:pt idx="22799">
                  <c:v>4.335073782490011</c:v>
                </c:pt>
                <c:pt idx="22800">
                  <c:v>4.3379127269850066</c:v>
                </c:pt>
                <c:pt idx="22801">
                  <c:v>4.3513961308699605</c:v>
                </c:pt>
                <c:pt idx="22802">
                  <c:v>4.3695153697036835</c:v>
                </c:pt>
                <c:pt idx="22803">
                  <c:v>4.3802888000949478</c:v>
                </c:pt>
                <c:pt idx="22804">
                  <c:v>4.3790663448985248</c:v>
                </c:pt>
                <c:pt idx="22805">
                  <c:v>4.3792696918146934</c:v>
                </c:pt>
                <c:pt idx="22806">
                  <c:v>4.3853835502630849</c:v>
                </c:pt>
                <c:pt idx="22807">
                  <c:v>4.3860442299323497</c:v>
                </c:pt>
                <c:pt idx="22808">
                  <c:v>4.3809502709973493</c:v>
                </c:pt>
                <c:pt idx="22809">
                  <c:v>4.3800340230248844</c:v>
                </c:pt>
                <c:pt idx="22810">
                  <c:v>4.3811338370850974</c:v>
                </c:pt>
                <c:pt idx="22811">
                  <c:v>4.3822668829370572</c:v>
                </c:pt>
                <c:pt idx="22812">
                  <c:v>4.389338924714167</c:v>
                </c:pt>
                <c:pt idx="22813">
                  <c:v>4.3958349487676545</c:v>
                </c:pt>
                <c:pt idx="22814">
                  <c:v>4.3947699489654628</c:v>
                </c:pt>
                <c:pt idx="22815">
                  <c:v>4.3931914388574596</c:v>
                </c:pt>
                <c:pt idx="22816">
                  <c:v>4.3906705700834756</c:v>
                </c:pt>
                <c:pt idx="22817">
                  <c:v>4.3930173675673538</c:v>
                </c:pt>
                <c:pt idx="22818">
                  <c:v>4.4019796653083834</c:v>
                </c:pt>
                <c:pt idx="22819">
                  <c:v>4.4111500573644022</c:v>
                </c:pt>
                <c:pt idx="22820">
                  <c:v>4.4198789413300625</c:v>
                </c:pt>
                <c:pt idx="22821">
                  <c:v>4.4194287296751984</c:v>
                </c:pt>
                <c:pt idx="22822">
                  <c:v>4.4203362740831587</c:v>
                </c:pt>
                <c:pt idx="22823">
                  <c:v>4.4157400007912333</c:v>
                </c:pt>
                <c:pt idx="22824">
                  <c:v>4.410736242433833</c:v>
                </c:pt>
                <c:pt idx="22825">
                  <c:v>4.4149448114887049</c:v>
                </c:pt>
                <c:pt idx="22826">
                  <c:v>4.4206567235035807</c:v>
                </c:pt>
                <c:pt idx="22827">
                  <c:v>4.4289164062190922</c:v>
                </c:pt>
                <c:pt idx="22828">
                  <c:v>4.4354021442418006</c:v>
                </c:pt>
                <c:pt idx="22829">
                  <c:v>4.4377948332476169</c:v>
                </c:pt>
                <c:pt idx="22830">
                  <c:v>4.4410404715749499</c:v>
                </c:pt>
                <c:pt idx="22831">
                  <c:v>4.442349171183289</c:v>
                </c:pt>
                <c:pt idx="22832">
                  <c:v>4.4429180678086801</c:v>
                </c:pt>
                <c:pt idx="22833">
                  <c:v>4.4353625825849585</c:v>
                </c:pt>
                <c:pt idx="22834">
                  <c:v>4.430568501008822</c:v>
                </c:pt>
                <c:pt idx="22835">
                  <c:v>4.4278521976500373</c:v>
                </c:pt>
                <c:pt idx="22836">
                  <c:v>4.4246136804209364</c:v>
                </c:pt>
                <c:pt idx="22837">
                  <c:v>4.4276084978438899</c:v>
                </c:pt>
                <c:pt idx="22838">
                  <c:v>4.436280413023697</c:v>
                </c:pt>
                <c:pt idx="22839">
                  <c:v>4.4462515330142027</c:v>
                </c:pt>
                <c:pt idx="22840">
                  <c:v>4.4484195118091545</c:v>
                </c:pt>
                <c:pt idx="22841">
                  <c:v>4.4387807097361236</c:v>
                </c:pt>
                <c:pt idx="22842">
                  <c:v>4.4417130197412664</c:v>
                </c:pt>
                <c:pt idx="22843">
                  <c:v>4.447390117498121</c:v>
                </c:pt>
                <c:pt idx="22844">
                  <c:v>4.445294932151759</c:v>
                </c:pt>
                <c:pt idx="22845">
                  <c:v>4.4487763579538715</c:v>
                </c:pt>
                <c:pt idx="22846">
                  <c:v>4.4507212090042332</c:v>
                </c:pt>
                <c:pt idx="22847">
                  <c:v>4.4457498912054438</c:v>
                </c:pt>
                <c:pt idx="22848">
                  <c:v>4.4375756616687108</c:v>
                </c:pt>
                <c:pt idx="22849">
                  <c:v>4.434985955611821</c:v>
                </c:pt>
                <c:pt idx="22850">
                  <c:v>4.4372085294932155</c:v>
                </c:pt>
                <c:pt idx="22851">
                  <c:v>4.4478419116192587</c:v>
                </c:pt>
                <c:pt idx="22852">
                  <c:v>4.4587150373857654</c:v>
                </c:pt>
                <c:pt idx="22853">
                  <c:v>4.4575978161965422</c:v>
                </c:pt>
                <c:pt idx="22854">
                  <c:v>4.4589888040511134</c:v>
                </c:pt>
                <c:pt idx="22855">
                  <c:v>4.4615555643470346</c:v>
                </c:pt>
                <c:pt idx="22856">
                  <c:v>4.4575922775645846</c:v>
                </c:pt>
                <c:pt idx="22857">
                  <c:v>4.453065632788701</c:v>
                </c:pt>
                <c:pt idx="22858">
                  <c:v>4.446780867982751</c:v>
                </c:pt>
                <c:pt idx="22859">
                  <c:v>4.4513233374213712</c:v>
                </c:pt>
                <c:pt idx="22860">
                  <c:v>4.4602318313090956</c:v>
                </c:pt>
                <c:pt idx="22861">
                  <c:v>4.4651659611504533</c:v>
                </c:pt>
                <c:pt idx="22862">
                  <c:v>4.4653344938086006</c:v>
                </c:pt>
                <c:pt idx="22863">
                  <c:v>4.4642204375519245</c:v>
                </c:pt>
                <c:pt idx="22864">
                  <c:v>4.465863037544012</c:v>
                </c:pt>
                <c:pt idx="22865">
                  <c:v>4.4659318748269179</c:v>
                </c:pt>
                <c:pt idx="22866">
                  <c:v>4.4655346757922221</c:v>
                </c:pt>
                <c:pt idx="22867">
                  <c:v>4.4624939668473314</c:v>
                </c:pt>
                <c:pt idx="22868">
                  <c:v>4.4566475451991927</c:v>
                </c:pt>
                <c:pt idx="22869">
                  <c:v>4.4534185227677332</c:v>
                </c:pt>
                <c:pt idx="22870">
                  <c:v>4.4489290659492822</c:v>
                </c:pt>
                <c:pt idx="22871">
                  <c:v>4.4454262768524746</c:v>
                </c:pt>
                <c:pt idx="22872">
                  <c:v>4.439431894607746</c:v>
                </c:pt>
                <c:pt idx="22873">
                  <c:v>4.4346916168849155</c:v>
                </c:pt>
                <c:pt idx="22874">
                  <c:v>4.4324278988804053</c:v>
                </c:pt>
                <c:pt idx="22875">
                  <c:v>4.436403054159908</c:v>
                </c:pt>
                <c:pt idx="22876">
                  <c:v>4.4388970210072403</c:v>
                </c:pt>
                <c:pt idx="22877">
                  <c:v>4.4408402895913284</c:v>
                </c:pt>
                <c:pt idx="22878">
                  <c:v>4.436644380266646</c:v>
                </c:pt>
                <c:pt idx="22879">
                  <c:v>4.426169244767971</c:v>
                </c:pt>
                <c:pt idx="22880">
                  <c:v>4.4190164972109027</c:v>
                </c:pt>
                <c:pt idx="22881">
                  <c:v>4.4196146694623568</c:v>
                </c:pt>
                <c:pt idx="22882">
                  <c:v>4.423897614432093</c:v>
                </c:pt>
                <c:pt idx="22883">
                  <c:v>4.4323978320212047</c:v>
                </c:pt>
                <c:pt idx="22884">
                  <c:v>4.4334272263322392</c:v>
                </c:pt>
                <c:pt idx="22885">
                  <c:v>4.4271408790600155</c:v>
                </c:pt>
                <c:pt idx="22886">
                  <c:v>4.4240748506547458</c:v>
                </c:pt>
                <c:pt idx="22887">
                  <c:v>4.4188930648415559</c:v>
                </c:pt>
                <c:pt idx="22888">
                  <c:v>4.4161213751631916</c:v>
                </c:pt>
                <c:pt idx="22889">
                  <c:v>4.4205135103058115</c:v>
                </c:pt>
                <c:pt idx="22890">
                  <c:v>4.4281987577639752</c:v>
                </c:pt>
                <c:pt idx="22891">
                  <c:v>4.4321636270126996</c:v>
                </c:pt>
                <c:pt idx="22892">
                  <c:v>4.4353997705423902</c:v>
                </c:pt>
                <c:pt idx="22893">
                  <c:v>4.4246113067215251</c:v>
                </c:pt>
                <c:pt idx="22894">
                  <c:v>4.4123764687265101</c:v>
                </c:pt>
                <c:pt idx="22895">
                  <c:v>4.4138101831704715</c:v>
                </c:pt>
                <c:pt idx="22896">
                  <c:v>4.4148791391383471</c:v>
                </c:pt>
                <c:pt idx="22897">
                  <c:v>4.4114095818332872</c:v>
                </c:pt>
                <c:pt idx="22898">
                  <c:v>4.4110788463820869</c:v>
                </c:pt>
                <c:pt idx="22899">
                  <c:v>4.4095232820350514</c:v>
                </c:pt>
                <c:pt idx="22900">
                  <c:v>4.4028531866914591</c:v>
                </c:pt>
                <c:pt idx="22901">
                  <c:v>4.3971428571428568</c:v>
                </c:pt>
                <c:pt idx="22902">
                  <c:v>4.4008355421925067</c:v>
                </c:pt>
                <c:pt idx="22903">
                  <c:v>4.4029742453613956</c:v>
                </c:pt>
                <c:pt idx="22904">
                  <c:v>4.4062942596035919</c:v>
                </c:pt>
                <c:pt idx="22905">
                  <c:v>4.4121462198836889</c:v>
                </c:pt>
                <c:pt idx="22906">
                  <c:v>4.4108367290422121</c:v>
                </c:pt>
                <c:pt idx="22907">
                  <c:v>4.4073418522767733</c:v>
                </c:pt>
                <c:pt idx="22908">
                  <c:v>4.4089852435019976</c:v>
                </c:pt>
                <c:pt idx="22909">
                  <c:v>4.4067318115282665</c:v>
                </c:pt>
                <c:pt idx="22910">
                  <c:v>4.4069486094077623</c:v>
                </c:pt>
                <c:pt idx="22911">
                  <c:v>4.4177465680262689</c:v>
                </c:pt>
                <c:pt idx="22912">
                  <c:v>4.4239656604818611</c:v>
                </c:pt>
                <c:pt idx="22913">
                  <c:v>4.4273829963998894</c:v>
                </c:pt>
                <c:pt idx="22914">
                  <c:v>4.4298073347311782</c:v>
                </c:pt>
                <c:pt idx="22915">
                  <c:v>4.4328559560074376</c:v>
                </c:pt>
                <c:pt idx="22916">
                  <c:v>4.4342548561933777</c:v>
                </c:pt>
                <c:pt idx="22917">
                  <c:v>4.4229813664596271</c:v>
                </c:pt>
                <c:pt idx="22918">
                  <c:v>4.4153190647624321</c:v>
                </c:pt>
                <c:pt idx="22919">
                  <c:v>4.4098927879099579</c:v>
                </c:pt>
                <c:pt idx="22920">
                  <c:v>4.4076583455315106</c:v>
                </c:pt>
                <c:pt idx="22921">
                  <c:v>4.4045567116350837</c:v>
                </c:pt>
                <c:pt idx="22922">
                  <c:v>4.4061898168295288</c:v>
                </c:pt>
                <c:pt idx="22923">
                  <c:v>4.4147580804684097</c:v>
                </c:pt>
                <c:pt idx="22924">
                  <c:v>4.4102622937848635</c:v>
                </c:pt>
                <c:pt idx="22925">
                  <c:v>4.4011678601099815</c:v>
                </c:pt>
                <c:pt idx="22926">
                  <c:v>4.3970858883570045</c:v>
                </c:pt>
                <c:pt idx="22927">
                  <c:v>4.4002785140641691</c:v>
                </c:pt>
                <c:pt idx="22928">
                  <c:v>4.3990663448985243</c:v>
                </c:pt>
                <c:pt idx="22929">
                  <c:v>4.3933900383748075</c:v>
                </c:pt>
                <c:pt idx="22930">
                  <c:v>4.3928939351980061</c:v>
                </c:pt>
                <c:pt idx="22931">
                  <c:v>4.3958032994421803</c:v>
                </c:pt>
                <c:pt idx="22932">
                  <c:v>4.3963263045456342</c:v>
                </c:pt>
                <c:pt idx="22933">
                  <c:v>4.4008228824623172</c:v>
                </c:pt>
                <c:pt idx="22934">
                  <c:v>4.4043438699212727</c:v>
                </c:pt>
                <c:pt idx="22935">
                  <c:v>4.4080159829093644</c:v>
                </c:pt>
                <c:pt idx="22936">
                  <c:v>4.4122736084187206</c:v>
                </c:pt>
                <c:pt idx="22937">
                  <c:v>4.4157534517545596</c:v>
                </c:pt>
                <c:pt idx="22938">
                  <c:v>4.4217058986430349</c:v>
                </c:pt>
                <c:pt idx="22939">
                  <c:v>4.417782173517427</c:v>
                </c:pt>
                <c:pt idx="22940">
                  <c:v>4.4141717767140092</c:v>
                </c:pt>
                <c:pt idx="22941">
                  <c:v>4.4152518099458007</c:v>
                </c:pt>
                <c:pt idx="22942">
                  <c:v>4.4138014796059659</c:v>
                </c:pt>
                <c:pt idx="22943">
                  <c:v>4.4131471298017964</c:v>
                </c:pt>
                <c:pt idx="22944">
                  <c:v>4.4096380108398936</c:v>
                </c:pt>
                <c:pt idx="22945">
                  <c:v>4.404577283696641</c:v>
                </c:pt>
                <c:pt idx="22946">
                  <c:v>4.4034046761878392</c:v>
                </c:pt>
                <c:pt idx="22947">
                  <c:v>4.4076116627764375</c:v>
                </c:pt>
                <c:pt idx="22948">
                  <c:v>4.4190457728369665</c:v>
                </c:pt>
                <c:pt idx="22949">
                  <c:v>4.4271693634529417</c:v>
                </c:pt>
                <c:pt idx="22950">
                  <c:v>4.4250575622107053</c:v>
                </c:pt>
                <c:pt idx="22951">
                  <c:v>4.4211765636744866</c:v>
                </c:pt>
                <c:pt idx="22952">
                  <c:v>4.4160193060885389</c:v>
                </c:pt>
                <c:pt idx="22953">
                  <c:v>4.4131914388574591</c:v>
                </c:pt>
                <c:pt idx="22954">
                  <c:v>4.4110883411797284</c:v>
                </c:pt>
                <c:pt idx="22955">
                  <c:v>4.4087826878189658</c:v>
                </c:pt>
                <c:pt idx="22956">
                  <c:v>4.4059192150967279</c:v>
                </c:pt>
                <c:pt idx="22957">
                  <c:v>4.4028215373659849</c:v>
                </c:pt>
                <c:pt idx="22958">
                  <c:v>4.4013450963326344</c:v>
                </c:pt>
                <c:pt idx="22959">
                  <c:v>4.3989990900818929</c:v>
                </c:pt>
                <c:pt idx="22960">
                  <c:v>4.4033453337025756</c:v>
                </c:pt>
                <c:pt idx="22961">
                  <c:v>4.4078419116192586</c:v>
                </c:pt>
                <c:pt idx="22962">
                  <c:v>4.4080974799224588</c:v>
                </c:pt>
                <c:pt idx="22963">
                  <c:v>4.413040313328322</c:v>
                </c:pt>
                <c:pt idx="22964">
                  <c:v>4.415470981524706</c:v>
                </c:pt>
                <c:pt idx="22965">
                  <c:v>4.4163555801716976</c:v>
                </c:pt>
                <c:pt idx="22966">
                  <c:v>4.4178707916287534</c:v>
                </c:pt>
                <c:pt idx="22967">
                  <c:v>4.4157589903865171</c:v>
                </c:pt>
                <c:pt idx="22968">
                  <c:v>4.4126439055267639</c:v>
                </c:pt>
                <c:pt idx="22969">
                  <c:v>4.4206250741781066</c:v>
                </c:pt>
                <c:pt idx="22970">
                  <c:v>4.4229204415080901</c:v>
                </c:pt>
                <c:pt idx="22971">
                  <c:v>4.4158262452031494</c:v>
                </c:pt>
                <c:pt idx="22972">
                  <c:v>4.4125980140048267</c:v>
                </c:pt>
                <c:pt idx="22973">
                  <c:v>4.4140000791233138</c:v>
                </c:pt>
                <c:pt idx="22974">
                  <c:v>4.4195078529888834</c:v>
                </c:pt>
                <c:pt idx="22975">
                  <c:v>4.4243288364916724</c:v>
                </c:pt>
                <c:pt idx="22976">
                  <c:v>4.4259010167345805</c:v>
                </c:pt>
                <c:pt idx="22977">
                  <c:v>4.4243865965106615</c:v>
                </c:pt>
                <c:pt idx="22978">
                  <c:v>4.4189626933575976</c:v>
                </c:pt>
                <c:pt idx="22979">
                  <c:v>4.4148340388495466</c:v>
                </c:pt>
                <c:pt idx="22980">
                  <c:v>4.4090952249080191</c:v>
                </c:pt>
                <c:pt idx="22981">
                  <c:v>4.4003426039482534</c:v>
                </c:pt>
                <c:pt idx="22982">
                  <c:v>4.3970241721723307</c:v>
                </c:pt>
                <c:pt idx="22983">
                  <c:v>4.4013253155042129</c:v>
                </c:pt>
                <c:pt idx="22984">
                  <c:v>4.3988060291965025</c:v>
                </c:pt>
                <c:pt idx="22985">
                  <c:v>4.398237923804249</c:v>
                </c:pt>
                <c:pt idx="22986">
                  <c:v>4.3963967242948137</c:v>
                </c:pt>
                <c:pt idx="22987">
                  <c:v>4.3971476045416784</c:v>
                </c:pt>
                <c:pt idx="22988">
                  <c:v>4.4008592791866121</c:v>
                </c:pt>
                <c:pt idx="22989">
                  <c:v>4.4060956600862449</c:v>
                </c:pt>
                <c:pt idx="22990">
                  <c:v>4.4083008268386283</c:v>
                </c:pt>
                <c:pt idx="22991">
                  <c:v>4.4071369228943311</c:v>
                </c:pt>
                <c:pt idx="22992">
                  <c:v>4.4072500692328997</c:v>
                </c:pt>
                <c:pt idx="22993">
                  <c:v>4.4088388653716821</c:v>
                </c:pt>
                <c:pt idx="22994">
                  <c:v>4.4122894330814573</c:v>
                </c:pt>
                <c:pt idx="22995">
                  <c:v>4.4110622304862126</c:v>
                </c:pt>
                <c:pt idx="22996">
                  <c:v>4.4018989595284248</c:v>
                </c:pt>
                <c:pt idx="22997">
                  <c:v>4.4014985955611818</c:v>
                </c:pt>
                <c:pt idx="22998">
                  <c:v>4.4037670609645136</c:v>
                </c:pt>
                <c:pt idx="22999">
                  <c:v>4.4020034023024888</c:v>
                </c:pt>
                <c:pt idx="23000">
                  <c:v>4.402532737271037</c:v>
                </c:pt>
                <c:pt idx="23001">
                  <c:v>4.397938837678522</c:v>
                </c:pt>
                <c:pt idx="23002">
                  <c:v>4.392580606875816</c:v>
                </c:pt>
                <c:pt idx="23003">
                  <c:v>4.3920599754717724</c:v>
                </c:pt>
                <c:pt idx="23004">
                  <c:v>4.3950611227598211</c:v>
                </c:pt>
                <c:pt idx="23005">
                  <c:v>4.393092534715354</c:v>
                </c:pt>
                <c:pt idx="23006">
                  <c:v>4.3897464097796419</c:v>
                </c:pt>
                <c:pt idx="23007">
                  <c:v>4.3951529058036947</c:v>
                </c:pt>
                <c:pt idx="23008">
                  <c:v>4.4014305495114137</c:v>
                </c:pt>
                <c:pt idx="23009">
                  <c:v>4.3984001265973021</c:v>
                </c:pt>
                <c:pt idx="23010">
                  <c:v>4.3941891838430198</c:v>
                </c:pt>
                <c:pt idx="23011">
                  <c:v>4.3901254104521898</c:v>
                </c:pt>
                <c:pt idx="23012">
                  <c:v>4.3848027851406419</c:v>
                </c:pt>
                <c:pt idx="23013">
                  <c:v>4.3839957273410608</c:v>
                </c:pt>
                <c:pt idx="23014">
                  <c:v>4.3881196344502911</c:v>
                </c:pt>
                <c:pt idx="23015">
                  <c:v>4.3886909047750917</c:v>
                </c:pt>
                <c:pt idx="23016">
                  <c:v>4.3905542588123589</c:v>
                </c:pt>
                <c:pt idx="23017">
                  <c:v>4.3874439213514265</c:v>
                </c:pt>
                <c:pt idx="23018">
                  <c:v>4.3906507892550541</c:v>
                </c:pt>
                <c:pt idx="23019">
                  <c:v>4.395187720061716</c:v>
                </c:pt>
                <c:pt idx="23020">
                  <c:v>4.3875056375361003</c:v>
                </c:pt>
                <c:pt idx="23021">
                  <c:v>4.3906183486964432</c:v>
                </c:pt>
                <c:pt idx="23022">
                  <c:v>4.4034228745499862</c:v>
                </c:pt>
                <c:pt idx="23023">
                  <c:v>4.4085461091110494</c:v>
                </c:pt>
                <c:pt idx="23024">
                  <c:v>4.3989342089646719</c:v>
                </c:pt>
                <c:pt idx="23025">
                  <c:v>4.3881061834869648</c:v>
                </c:pt>
                <c:pt idx="23026">
                  <c:v>4.3905898643035171</c:v>
                </c:pt>
                <c:pt idx="23027">
                  <c:v>4.3961284962614231</c:v>
                </c:pt>
                <c:pt idx="23028">
                  <c:v>4.4003758357400011</c:v>
                </c:pt>
                <c:pt idx="23029">
                  <c:v>4.4017660323614356</c:v>
                </c:pt>
                <c:pt idx="23030">
                  <c:v>4.399529216283578</c:v>
                </c:pt>
                <c:pt idx="23031">
                  <c:v>4.3943640463662614</c:v>
                </c:pt>
                <c:pt idx="23032">
                  <c:v>4.3909372156505917</c:v>
                </c:pt>
                <c:pt idx="23033">
                  <c:v>4.3904110456145906</c:v>
                </c:pt>
                <c:pt idx="23034">
                  <c:v>4.3900478696047793</c:v>
                </c:pt>
                <c:pt idx="23035">
                  <c:v>4.3775899038651742</c:v>
                </c:pt>
                <c:pt idx="23036">
                  <c:v>4.3623744906436679</c:v>
                </c:pt>
                <c:pt idx="23037">
                  <c:v>4.3628682201210589</c:v>
                </c:pt>
                <c:pt idx="23038">
                  <c:v>4.3698848755785891</c:v>
                </c:pt>
                <c:pt idx="23039">
                  <c:v>4.3732135933852909</c:v>
                </c:pt>
                <c:pt idx="23040">
                  <c:v>4.3763120623491716</c:v>
                </c:pt>
                <c:pt idx="23041">
                  <c:v>4.3836460022945758</c:v>
                </c:pt>
                <c:pt idx="23042">
                  <c:v>4.3839245163587455</c:v>
                </c:pt>
                <c:pt idx="23043">
                  <c:v>4.3793693871899357</c:v>
                </c:pt>
                <c:pt idx="23044">
                  <c:v>4.3766989753530883</c:v>
                </c:pt>
                <c:pt idx="23045">
                  <c:v>4.3757431657237804</c:v>
                </c:pt>
                <c:pt idx="23046">
                  <c:v>4.3748364125489578</c:v>
                </c:pt>
                <c:pt idx="23047">
                  <c:v>4.3774174150413421</c:v>
                </c:pt>
                <c:pt idx="23048">
                  <c:v>4.3792989674407563</c:v>
                </c:pt>
                <c:pt idx="23049">
                  <c:v>4.3755485223721173</c:v>
                </c:pt>
                <c:pt idx="23050">
                  <c:v>4.3735213830755235</c:v>
                </c:pt>
                <c:pt idx="23051">
                  <c:v>4.3732436602444906</c:v>
                </c:pt>
                <c:pt idx="23052">
                  <c:v>4.3762107845076557</c:v>
                </c:pt>
                <c:pt idx="23053">
                  <c:v>4.3799897139692208</c:v>
                </c:pt>
                <c:pt idx="23054">
                  <c:v>4.381593543537603</c:v>
                </c:pt>
                <c:pt idx="23055">
                  <c:v>4.3786224631087549</c:v>
                </c:pt>
                <c:pt idx="23056">
                  <c:v>4.3720813387664679</c:v>
                </c:pt>
                <c:pt idx="23057">
                  <c:v>4.3666067966926452</c:v>
                </c:pt>
                <c:pt idx="23058">
                  <c:v>4.3642259761838824</c:v>
                </c:pt>
                <c:pt idx="23059">
                  <c:v>4.3631309095224911</c:v>
                </c:pt>
                <c:pt idx="23060">
                  <c:v>4.3618926296633305</c:v>
                </c:pt>
                <c:pt idx="23061">
                  <c:v>4.3629457609684694</c:v>
                </c:pt>
                <c:pt idx="23062">
                  <c:v>4.3626537959409744</c:v>
                </c:pt>
                <c:pt idx="23063">
                  <c:v>4.3624559876567632</c:v>
                </c:pt>
                <c:pt idx="23064">
                  <c:v>4.3616046208015193</c:v>
                </c:pt>
                <c:pt idx="23065">
                  <c:v>4.3660315702021597</c:v>
                </c:pt>
                <c:pt idx="23066">
                  <c:v>4.3671440439925622</c:v>
                </c:pt>
                <c:pt idx="23067">
                  <c:v>4.3592261739921669</c:v>
                </c:pt>
                <c:pt idx="23068">
                  <c:v>4.3585520433595759</c:v>
                </c:pt>
                <c:pt idx="23069">
                  <c:v>4.3608315860268227</c:v>
                </c:pt>
                <c:pt idx="23070">
                  <c:v>4.3601566641610949</c:v>
                </c:pt>
                <c:pt idx="23071">
                  <c:v>4.3630327966135223</c:v>
                </c:pt>
                <c:pt idx="23072">
                  <c:v>4.3622035842861102</c:v>
                </c:pt>
                <c:pt idx="23073">
                  <c:v>4.3672643114293628</c:v>
                </c:pt>
                <c:pt idx="23074">
                  <c:v>4.3693507932112201</c:v>
                </c:pt>
                <c:pt idx="23075">
                  <c:v>4.3678537801163113</c:v>
                </c:pt>
                <c:pt idx="23076">
                  <c:v>4.3605380385330541</c:v>
                </c:pt>
                <c:pt idx="23077">
                  <c:v>4.3533892471416706</c:v>
                </c:pt>
                <c:pt idx="23078">
                  <c:v>4.3600356054911575</c:v>
                </c:pt>
                <c:pt idx="23079">
                  <c:v>4.3632939035486809</c:v>
                </c:pt>
                <c:pt idx="23080">
                  <c:v>4.3613403489338136</c:v>
                </c:pt>
                <c:pt idx="23081">
                  <c:v>4.3583866756339757</c:v>
                </c:pt>
                <c:pt idx="23082">
                  <c:v>4.3622763777347</c:v>
                </c:pt>
                <c:pt idx="23083">
                  <c:v>4.3651699173161376</c:v>
                </c:pt>
                <c:pt idx="23084">
                  <c:v>4.3722403766269728</c:v>
                </c:pt>
                <c:pt idx="23085">
                  <c:v>4.3771404834434469</c:v>
                </c:pt>
                <c:pt idx="23086">
                  <c:v>4.3775780353681215</c:v>
                </c:pt>
                <c:pt idx="23087">
                  <c:v>4.374832456383273</c:v>
                </c:pt>
                <c:pt idx="23088">
                  <c:v>4.3795228864184832</c:v>
                </c:pt>
                <c:pt idx="23089">
                  <c:v>4.3756822407722433</c:v>
                </c:pt>
                <c:pt idx="23090">
                  <c:v>4.3686038691300393</c:v>
                </c:pt>
                <c:pt idx="23091">
                  <c:v>4.3623111919927204</c:v>
                </c:pt>
                <c:pt idx="23092">
                  <c:v>4.3599960438343155</c:v>
                </c:pt>
                <c:pt idx="23093">
                  <c:v>4.3623349289868258</c:v>
                </c:pt>
                <c:pt idx="23094">
                  <c:v>4.3607595838113697</c:v>
                </c:pt>
                <c:pt idx="23095">
                  <c:v>4.3525576611148473</c:v>
                </c:pt>
                <c:pt idx="23096">
                  <c:v>4.3453669343672114</c:v>
                </c:pt>
                <c:pt idx="23097">
                  <c:v>4.3450092969893577</c:v>
                </c:pt>
                <c:pt idx="23098">
                  <c:v>4.3488641848320606</c:v>
                </c:pt>
                <c:pt idx="23099">
                  <c:v>4.3595300075167147</c:v>
                </c:pt>
                <c:pt idx="23100">
                  <c:v>4.3650781342722631</c:v>
                </c:pt>
                <c:pt idx="23101">
                  <c:v>4.3747525418364521</c:v>
                </c:pt>
                <c:pt idx="23102">
                  <c:v>4.3846271313842626</c:v>
                </c:pt>
                <c:pt idx="23103">
                  <c:v>4.3800648811172209</c:v>
                </c:pt>
                <c:pt idx="23104">
                  <c:v>4.3689298571824189</c:v>
                </c:pt>
                <c:pt idx="23105">
                  <c:v>4.3641697986311669</c:v>
                </c:pt>
                <c:pt idx="23106">
                  <c:v>4.3663907900462871</c:v>
                </c:pt>
                <c:pt idx="23107">
                  <c:v>4.3739636823990189</c:v>
                </c:pt>
                <c:pt idx="23108">
                  <c:v>4.3742184594690823</c:v>
                </c:pt>
                <c:pt idx="23109">
                  <c:v>4.3773659848874473</c:v>
                </c:pt>
                <c:pt idx="23110">
                  <c:v>4.3758840052221384</c:v>
                </c:pt>
                <c:pt idx="23111">
                  <c:v>4.3806567235035807</c:v>
                </c:pt>
                <c:pt idx="23112">
                  <c:v>4.3908240693120231</c:v>
                </c:pt>
                <c:pt idx="23113">
                  <c:v>4.3940119476203661</c:v>
                </c:pt>
                <c:pt idx="23114">
                  <c:v>4.3976342129208374</c:v>
                </c:pt>
                <c:pt idx="23115">
                  <c:v>4.4019852039403409</c:v>
                </c:pt>
                <c:pt idx="23116">
                  <c:v>4.3995062705226093</c:v>
                </c:pt>
                <c:pt idx="23117">
                  <c:v>4.3898089171974526</c:v>
                </c:pt>
                <c:pt idx="23118">
                  <c:v>4.39131859002255</c:v>
                </c:pt>
                <c:pt idx="23119">
                  <c:v>4.3960604502116549</c:v>
                </c:pt>
                <c:pt idx="23120">
                  <c:v>4.3976112671598688</c:v>
                </c:pt>
                <c:pt idx="23121">
                  <c:v>4.3955453574395698</c:v>
                </c:pt>
                <c:pt idx="23122">
                  <c:v>4.3872983344542469</c:v>
                </c:pt>
                <c:pt idx="23123">
                  <c:v>4.387755667207343</c:v>
                </c:pt>
                <c:pt idx="23124">
                  <c:v>4.3963009850852552</c:v>
                </c:pt>
                <c:pt idx="23125">
                  <c:v>4.3966222257388141</c:v>
                </c:pt>
                <c:pt idx="23126">
                  <c:v>4.3922973454128256</c:v>
                </c:pt>
                <c:pt idx="23127">
                  <c:v>4.3869494006408987</c:v>
                </c:pt>
                <c:pt idx="23128">
                  <c:v>4.3861462990070024</c:v>
                </c:pt>
                <c:pt idx="23129">
                  <c:v>4.3952256992522845</c:v>
                </c:pt>
                <c:pt idx="23130">
                  <c:v>4.3974672627289628</c:v>
                </c:pt>
                <c:pt idx="23131">
                  <c:v>4.3950207698698422</c:v>
                </c:pt>
                <c:pt idx="23132">
                  <c:v>4.3977236222653007</c:v>
                </c:pt>
                <c:pt idx="23133">
                  <c:v>4.3975376824781423</c:v>
                </c:pt>
                <c:pt idx="23134">
                  <c:v>4.397906397119911</c:v>
                </c:pt>
                <c:pt idx="23135">
                  <c:v>4.3953807809471064</c:v>
                </c:pt>
                <c:pt idx="23136">
                  <c:v>4.3969450488586466</c:v>
                </c:pt>
                <c:pt idx="23137">
                  <c:v>4.4069256636467937</c:v>
                </c:pt>
                <c:pt idx="23138">
                  <c:v>4.4164829687067293</c:v>
                </c:pt>
                <c:pt idx="23139">
                  <c:v>4.4187601376745658</c:v>
                </c:pt>
                <c:pt idx="23140">
                  <c:v>4.415524785378012</c:v>
                </c:pt>
                <c:pt idx="23141">
                  <c:v>4.411666732602761</c:v>
                </c:pt>
                <c:pt idx="23142">
                  <c:v>4.4136479803774185</c:v>
                </c:pt>
                <c:pt idx="23143">
                  <c:v>4.4222740040352893</c:v>
                </c:pt>
                <c:pt idx="23144">
                  <c:v>4.4265593227044349</c:v>
                </c:pt>
                <c:pt idx="23145">
                  <c:v>4.4237852593266602</c:v>
                </c:pt>
                <c:pt idx="23146">
                  <c:v>4.4286007041974917</c:v>
                </c:pt>
                <c:pt idx="23147">
                  <c:v>4.4340570479091665</c:v>
                </c:pt>
                <c:pt idx="23148">
                  <c:v>4.4416734580844244</c:v>
                </c:pt>
                <c:pt idx="23149">
                  <c:v>4.4427178858250587</c:v>
                </c:pt>
                <c:pt idx="23150">
                  <c:v>4.4542754282549355</c:v>
                </c:pt>
                <c:pt idx="23151">
                  <c:v>4.4606709657000438</c:v>
                </c:pt>
                <c:pt idx="23152">
                  <c:v>4.4550824860545157</c:v>
                </c:pt>
                <c:pt idx="23153">
                  <c:v>4.4510535269217071</c:v>
                </c:pt>
                <c:pt idx="23154">
                  <c:v>4.4492518890691146</c:v>
                </c:pt>
                <c:pt idx="23155">
                  <c:v>4.4519096411757726</c:v>
                </c:pt>
                <c:pt idx="23156">
                  <c:v>4.4556592950112748</c:v>
                </c:pt>
                <c:pt idx="23157">
                  <c:v>4.4631886695414806</c:v>
                </c:pt>
                <c:pt idx="23158">
                  <c:v>4.4681568224077228</c:v>
                </c:pt>
                <c:pt idx="23159">
                  <c:v>4.4671638248209833</c:v>
                </c:pt>
                <c:pt idx="23160">
                  <c:v>4.4648811172211893</c:v>
                </c:pt>
                <c:pt idx="23161">
                  <c:v>4.4597832021205051</c:v>
                </c:pt>
                <c:pt idx="23162">
                  <c:v>4.4488167108438503</c:v>
                </c:pt>
                <c:pt idx="23163">
                  <c:v>4.4493555406100409</c:v>
                </c:pt>
                <c:pt idx="23164">
                  <c:v>4.4589270878664395</c:v>
                </c:pt>
                <c:pt idx="23165">
                  <c:v>4.4642077778217351</c:v>
                </c:pt>
                <c:pt idx="23166">
                  <c:v>4.4620160620326779</c:v>
                </c:pt>
                <c:pt idx="23167">
                  <c:v>4.4580725560786485</c:v>
                </c:pt>
                <c:pt idx="23168">
                  <c:v>4.4644293231000516</c:v>
                </c:pt>
                <c:pt idx="23169">
                  <c:v>4.4724793290343001</c:v>
                </c:pt>
                <c:pt idx="23170">
                  <c:v>4.4775891126320371</c:v>
                </c:pt>
                <c:pt idx="23171">
                  <c:v>4.4822613443050994</c:v>
                </c:pt>
                <c:pt idx="23172">
                  <c:v>4.4813276892036242</c:v>
                </c:pt>
                <c:pt idx="23173">
                  <c:v>4.484220437551925</c:v>
                </c:pt>
                <c:pt idx="23174">
                  <c:v>4.4905052023578751</c:v>
                </c:pt>
                <c:pt idx="23175">
                  <c:v>4.500905170708549</c:v>
                </c:pt>
                <c:pt idx="23176">
                  <c:v>4.5053305376429167</c:v>
                </c:pt>
                <c:pt idx="23177">
                  <c:v>4.5023317640542784</c:v>
                </c:pt>
                <c:pt idx="23178">
                  <c:v>4.4994936107924204</c:v>
                </c:pt>
                <c:pt idx="23179">
                  <c:v>4.5003339003837484</c:v>
                </c:pt>
                <c:pt idx="23180">
                  <c:v>4.4999485698461053</c:v>
                </c:pt>
                <c:pt idx="23181">
                  <c:v>4.5060837915891918</c:v>
                </c:pt>
                <c:pt idx="23182">
                  <c:v>4.5048328519998417</c:v>
                </c:pt>
                <c:pt idx="23183">
                  <c:v>4.5028175812003006</c:v>
                </c:pt>
                <c:pt idx="23184">
                  <c:v>4.4978684179293431</c:v>
                </c:pt>
                <c:pt idx="23185">
                  <c:v>4.502899078213396</c:v>
                </c:pt>
                <c:pt idx="23186">
                  <c:v>4.510028088776358</c:v>
                </c:pt>
                <c:pt idx="23187">
                  <c:v>4.5098595561182098</c:v>
                </c:pt>
                <c:pt idx="23188">
                  <c:v>4.5078205483245641</c:v>
                </c:pt>
                <c:pt idx="23189">
                  <c:v>4.5104078806820427</c:v>
                </c:pt>
                <c:pt idx="23190">
                  <c:v>4.5133275309569969</c:v>
                </c:pt>
                <c:pt idx="23191">
                  <c:v>4.5173841832495949</c:v>
                </c:pt>
                <c:pt idx="23192">
                  <c:v>4.5197626300589473</c:v>
                </c:pt>
                <c:pt idx="23193">
                  <c:v>4.5221592752304467</c:v>
                </c:pt>
                <c:pt idx="23194">
                  <c:v>4.5218681014360884</c:v>
                </c:pt>
                <c:pt idx="23195">
                  <c:v>4.5123289947382998</c:v>
                </c:pt>
                <c:pt idx="23196">
                  <c:v>4.5095106223048624</c:v>
                </c:pt>
                <c:pt idx="23197">
                  <c:v>4.5078925505400163</c:v>
                </c:pt>
                <c:pt idx="23198">
                  <c:v>4.5092637575661669</c:v>
                </c:pt>
                <c:pt idx="23199">
                  <c:v>4.5107813427226331</c:v>
                </c:pt>
                <c:pt idx="23200">
                  <c:v>4.5103532855956008</c:v>
                </c:pt>
                <c:pt idx="23201">
                  <c:v>4.5110693515844442</c:v>
                </c:pt>
                <c:pt idx="23202">
                  <c:v>4.5165715868180563</c:v>
                </c:pt>
                <c:pt idx="23203">
                  <c:v>4.5156268544526643</c:v>
                </c:pt>
                <c:pt idx="23204">
                  <c:v>4.5083918186493648</c:v>
                </c:pt>
                <c:pt idx="23205">
                  <c:v>4.5142975827827669</c:v>
                </c:pt>
                <c:pt idx="23206">
                  <c:v>4.5172520473157416</c:v>
                </c:pt>
                <c:pt idx="23207">
                  <c:v>4.5196241642599997</c:v>
                </c:pt>
                <c:pt idx="23208">
                  <c:v>4.5226458836096057</c:v>
                </c:pt>
                <c:pt idx="23209">
                  <c:v>4.5209763816908648</c:v>
                </c:pt>
                <c:pt idx="23210">
                  <c:v>4.5199311627170946</c:v>
                </c:pt>
                <c:pt idx="23211">
                  <c:v>4.5222613443050994</c:v>
                </c:pt>
                <c:pt idx="23212">
                  <c:v>4.5294093444633461</c:v>
                </c:pt>
                <c:pt idx="23213">
                  <c:v>4.5285033825216603</c:v>
                </c:pt>
                <c:pt idx="23214">
                  <c:v>4.5260149543062864</c:v>
                </c:pt>
                <c:pt idx="23215">
                  <c:v>4.5351821814297582</c:v>
                </c:pt>
                <c:pt idx="23216">
                  <c:v>4.5386240455750286</c:v>
                </c:pt>
                <c:pt idx="23217">
                  <c:v>4.5357574079202436</c:v>
                </c:pt>
                <c:pt idx="23218">
                  <c:v>4.5352628872097167</c:v>
                </c:pt>
                <c:pt idx="23219">
                  <c:v>4.5395181390196626</c:v>
                </c:pt>
                <c:pt idx="23220">
                  <c:v>4.5485722198045657</c:v>
                </c:pt>
                <c:pt idx="23221">
                  <c:v>4.5573857657158685</c:v>
                </c:pt>
                <c:pt idx="23222">
                  <c:v>4.5601265973018954</c:v>
                </c:pt>
                <c:pt idx="23223">
                  <c:v>4.5575835740000787</c:v>
                </c:pt>
                <c:pt idx="23224">
                  <c:v>4.5552795031055897</c:v>
                </c:pt>
                <c:pt idx="23225">
                  <c:v>4.555765320251612</c:v>
                </c:pt>
                <c:pt idx="23226">
                  <c:v>4.55058669937097</c:v>
                </c:pt>
                <c:pt idx="23227">
                  <c:v>4.5425825849586579</c:v>
                </c:pt>
                <c:pt idx="23228">
                  <c:v>4.5373098073347311</c:v>
                </c:pt>
                <c:pt idx="23229">
                  <c:v>4.5368833326739724</c:v>
                </c:pt>
                <c:pt idx="23230">
                  <c:v>4.5385298888317447</c:v>
                </c:pt>
                <c:pt idx="23231">
                  <c:v>4.5422043755192467</c:v>
                </c:pt>
                <c:pt idx="23232">
                  <c:v>4.5508628397357285</c:v>
                </c:pt>
                <c:pt idx="23233">
                  <c:v>4.5609344463346124</c:v>
                </c:pt>
                <c:pt idx="23234">
                  <c:v>4.5659880523796339</c:v>
                </c:pt>
                <c:pt idx="23235">
                  <c:v>4.5696245598765675</c:v>
                </c:pt>
                <c:pt idx="23236">
                  <c:v>4.5686442220200183</c:v>
                </c:pt>
                <c:pt idx="23237">
                  <c:v>4.5630810618348701</c:v>
                </c:pt>
                <c:pt idx="23238">
                  <c:v>4.5586699370969654</c:v>
                </c:pt>
                <c:pt idx="23239">
                  <c:v>4.5585963524152389</c:v>
                </c:pt>
                <c:pt idx="23240">
                  <c:v>4.5611670688768449</c:v>
                </c:pt>
                <c:pt idx="23241">
                  <c:v>4.5571072516516988</c:v>
                </c:pt>
                <c:pt idx="23242">
                  <c:v>4.5485231633500813</c:v>
                </c:pt>
                <c:pt idx="23243">
                  <c:v>4.5406163706136011</c:v>
                </c:pt>
                <c:pt idx="23244">
                  <c:v>4.5375392649444155</c:v>
                </c:pt>
                <c:pt idx="23245">
                  <c:v>4.5458883570043911</c:v>
                </c:pt>
                <c:pt idx="23246">
                  <c:v>4.5528250979151004</c:v>
                </c:pt>
                <c:pt idx="23247">
                  <c:v>4.5498714246152634</c:v>
                </c:pt>
                <c:pt idx="23248">
                  <c:v>4.544828104601021</c:v>
                </c:pt>
                <c:pt idx="23249">
                  <c:v>4.5360928907702656</c:v>
                </c:pt>
                <c:pt idx="23250">
                  <c:v>4.5332270443486173</c:v>
                </c:pt>
                <c:pt idx="23251">
                  <c:v>4.5378905724571741</c:v>
                </c:pt>
                <c:pt idx="23252">
                  <c:v>4.5482921232741225</c:v>
                </c:pt>
                <c:pt idx="23253">
                  <c:v>4.5522142659334577</c:v>
                </c:pt>
                <c:pt idx="23254">
                  <c:v>4.5474589547810265</c:v>
                </c:pt>
                <c:pt idx="23255">
                  <c:v>4.5445345571072515</c:v>
                </c:pt>
                <c:pt idx="23256">
                  <c:v>4.5377805910511535</c:v>
                </c:pt>
                <c:pt idx="23257">
                  <c:v>4.534248526328283</c:v>
                </c:pt>
                <c:pt idx="23258">
                  <c:v>4.5379388376785217</c:v>
                </c:pt>
                <c:pt idx="23259">
                  <c:v>4.5331233928076911</c:v>
                </c:pt>
                <c:pt idx="23260">
                  <c:v>4.5284930964908812</c:v>
                </c:pt>
                <c:pt idx="23261">
                  <c:v>4.5278229220239741</c:v>
                </c:pt>
                <c:pt idx="23262">
                  <c:v>4.5282755073782486</c:v>
                </c:pt>
                <c:pt idx="23263">
                  <c:v>4.5369521699568782</c:v>
                </c:pt>
                <c:pt idx="23264">
                  <c:v>4.5439094829291449</c:v>
                </c:pt>
                <c:pt idx="23265">
                  <c:v>4.5491759306879773</c:v>
                </c:pt>
                <c:pt idx="23266">
                  <c:v>4.549963207659137</c:v>
                </c:pt>
                <c:pt idx="23267">
                  <c:v>4.5493484195118095</c:v>
                </c:pt>
                <c:pt idx="23268">
                  <c:v>4.5441777109625354</c:v>
                </c:pt>
                <c:pt idx="23269">
                  <c:v>4.5346188234363254</c:v>
                </c:pt>
                <c:pt idx="23270">
                  <c:v>4.5265086837836765</c:v>
                </c:pt>
                <c:pt idx="23271">
                  <c:v>4.5282137911935756</c:v>
                </c:pt>
                <c:pt idx="23272">
                  <c:v>4.53450488586462</c:v>
                </c:pt>
                <c:pt idx="23273">
                  <c:v>4.5384745025121651</c:v>
                </c:pt>
                <c:pt idx="23274">
                  <c:v>4.5387767535704393</c:v>
                </c:pt>
                <c:pt idx="23275">
                  <c:v>4.5347707401985993</c:v>
                </c:pt>
                <c:pt idx="23276">
                  <c:v>4.5319903469557303</c:v>
                </c:pt>
                <c:pt idx="23277">
                  <c:v>4.5282944969735333</c:v>
                </c:pt>
                <c:pt idx="23278">
                  <c:v>4.5269319935118881</c:v>
                </c:pt>
                <c:pt idx="23279">
                  <c:v>4.5245503817699886</c:v>
                </c:pt>
                <c:pt idx="23280">
                  <c:v>4.5157803536812118</c:v>
                </c:pt>
                <c:pt idx="23281">
                  <c:v>4.5114072081338765</c:v>
                </c:pt>
                <c:pt idx="23282">
                  <c:v>4.516060450211655</c:v>
                </c:pt>
                <c:pt idx="23283">
                  <c:v>4.5207018237923808</c:v>
                </c:pt>
                <c:pt idx="23284">
                  <c:v>4.5145942952090836</c:v>
                </c:pt>
                <c:pt idx="23285">
                  <c:v>4.5091110495707563</c:v>
                </c:pt>
                <c:pt idx="23286">
                  <c:v>4.5080199390750488</c:v>
                </c:pt>
                <c:pt idx="23287">
                  <c:v>4.5088040511136604</c:v>
                </c:pt>
                <c:pt idx="23288">
                  <c:v>4.5060323614352971</c:v>
                </c:pt>
                <c:pt idx="23289">
                  <c:v>4.5101285753847371</c:v>
                </c:pt>
                <c:pt idx="23290">
                  <c:v>4.517344621592752</c:v>
                </c:pt>
                <c:pt idx="23291">
                  <c:v>4.5221331645369309</c:v>
                </c:pt>
                <c:pt idx="23292">
                  <c:v>4.5263361949598453</c:v>
                </c:pt>
                <c:pt idx="23293">
                  <c:v>4.5300850575622107</c:v>
                </c:pt>
                <c:pt idx="23294">
                  <c:v>4.5350081101396524</c:v>
                </c:pt>
                <c:pt idx="23295">
                  <c:v>4.5314317363611192</c:v>
                </c:pt>
                <c:pt idx="23296">
                  <c:v>4.5281726470704591</c:v>
                </c:pt>
                <c:pt idx="23297">
                  <c:v>4.5242006567235036</c:v>
                </c:pt>
                <c:pt idx="23298">
                  <c:v>4.5127523044665114</c:v>
                </c:pt>
                <c:pt idx="23299">
                  <c:v>4.5040289591328087</c:v>
                </c:pt>
                <c:pt idx="23300">
                  <c:v>4.5045606678007672</c:v>
                </c:pt>
                <c:pt idx="23301">
                  <c:v>4.5048605451596311</c:v>
                </c:pt>
                <c:pt idx="23302">
                  <c:v>4.5041508090358828</c:v>
                </c:pt>
                <c:pt idx="23303">
                  <c:v>4.5035740000791229</c:v>
                </c:pt>
                <c:pt idx="23304">
                  <c:v>4.4953103611979266</c:v>
                </c:pt>
                <c:pt idx="23305">
                  <c:v>4.486593345729319</c:v>
                </c:pt>
                <c:pt idx="23306">
                  <c:v>4.4792388337223565</c:v>
                </c:pt>
                <c:pt idx="23307">
                  <c:v>4.4820350516279621</c:v>
                </c:pt>
                <c:pt idx="23308">
                  <c:v>4.495095937017842</c:v>
                </c:pt>
                <c:pt idx="23309">
                  <c:v>4.4986865529928393</c:v>
                </c:pt>
                <c:pt idx="23310">
                  <c:v>4.4981675040550702</c:v>
                </c:pt>
                <c:pt idx="23311">
                  <c:v>4.4936519365431025</c:v>
                </c:pt>
                <c:pt idx="23312">
                  <c:v>4.482277168967836</c:v>
                </c:pt>
                <c:pt idx="23313">
                  <c:v>4.4779728607034066</c:v>
                </c:pt>
                <c:pt idx="23314">
                  <c:v>4.4818016378525929</c:v>
                </c:pt>
                <c:pt idx="23315">
                  <c:v>4.4905772045733272</c:v>
                </c:pt>
                <c:pt idx="23316">
                  <c:v>4.493199351188828</c:v>
                </c:pt>
                <c:pt idx="23317">
                  <c:v>4.4914443960913086</c:v>
                </c:pt>
                <c:pt idx="23318">
                  <c:v>4.4921588796138785</c:v>
                </c:pt>
                <c:pt idx="23319">
                  <c:v>4.4932230881829334</c:v>
                </c:pt>
                <c:pt idx="23320">
                  <c:v>4.499715156070736</c:v>
                </c:pt>
                <c:pt idx="23321">
                  <c:v>4.4994825335285045</c:v>
                </c:pt>
                <c:pt idx="23322">
                  <c:v>4.4933568065830594</c:v>
                </c:pt>
                <c:pt idx="23323">
                  <c:v>4.4903841436879377</c:v>
                </c:pt>
                <c:pt idx="23324">
                  <c:v>4.4846342524824943</c:v>
                </c:pt>
                <c:pt idx="23325">
                  <c:v>4.4801258060687585</c:v>
                </c:pt>
                <c:pt idx="23326">
                  <c:v>4.4772528385488783</c:v>
                </c:pt>
                <c:pt idx="23327">
                  <c:v>4.4723194999406575</c:v>
                </c:pt>
                <c:pt idx="23328">
                  <c:v>4.4602713929659377</c:v>
                </c:pt>
                <c:pt idx="23329">
                  <c:v>4.4554235075364961</c:v>
                </c:pt>
                <c:pt idx="23330">
                  <c:v>4.4517577244134987</c:v>
                </c:pt>
                <c:pt idx="23331">
                  <c:v>4.4474708232780786</c:v>
                </c:pt>
                <c:pt idx="23332">
                  <c:v>4.446542706808561</c:v>
                </c:pt>
                <c:pt idx="23333">
                  <c:v>4.4485184159512601</c:v>
                </c:pt>
                <c:pt idx="23334">
                  <c:v>4.4539399454049136</c:v>
                </c:pt>
                <c:pt idx="23335">
                  <c:v>4.4608070577995811</c:v>
                </c:pt>
                <c:pt idx="23336">
                  <c:v>4.4673916999643941</c:v>
                </c:pt>
                <c:pt idx="23337">
                  <c:v>4.4705993591011595</c:v>
                </c:pt>
                <c:pt idx="23338">
                  <c:v>4.4663963286782451</c:v>
                </c:pt>
                <c:pt idx="23339">
                  <c:v>4.4665071013174034</c:v>
                </c:pt>
                <c:pt idx="23340">
                  <c:v>4.4647885429441789</c:v>
                </c:pt>
                <c:pt idx="23341">
                  <c:v>4.4627724809115001</c:v>
                </c:pt>
                <c:pt idx="23342">
                  <c:v>4.4638058313882185</c:v>
                </c:pt>
                <c:pt idx="23343">
                  <c:v>4.4535830992601966</c:v>
                </c:pt>
                <c:pt idx="23344">
                  <c:v>4.4462871385053608</c:v>
                </c:pt>
                <c:pt idx="23345">
                  <c:v>4.438501404438818</c:v>
                </c:pt>
                <c:pt idx="23346">
                  <c:v>4.4387917870000395</c:v>
                </c:pt>
                <c:pt idx="23347">
                  <c:v>4.4395347549155355</c:v>
                </c:pt>
                <c:pt idx="23348">
                  <c:v>4.4359116983819282</c:v>
                </c:pt>
                <c:pt idx="23349">
                  <c:v>4.4387727974047557</c:v>
                </c:pt>
                <c:pt idx="23350">
                  <c:v>4.4449831862958424</c:v>
                </c:pt>
                <c:pt idx="23351">
                  <c:v>4.4353261858606636</c:v>
                </c:pt>
                <c:pt idx="23352">
                  <c:v>4.4234284131819441</c:v>
                </c:pt>
                <c:pt idx="23353">
                  <c:v>4.4285160422518492</c:v>
                </c:pt>
                <c:pt idx="23354">
                  <c:v>4.4345594809510622</c:v>
                </c:pt>
                <c:pt idx="23355">
                  <c:v>4.4349954504094633</c:v>
                </c:pt>
                <c:pt idx="23356">
                  <c:v>4.4387545990426078</c:v>
                </c:pt>
                <c:pt idx="23357">
                  <c:v>4.4415650591446774</c:v>
                </c:pt>
                <c:pt idx="23358">
                  <c:v>4.4307758040906755</c:v>
                </c:pt>
                <c:pt idx="23359">
                  <c:v>4.4206638446018118</c:v>
                </c:pt>
                <c:pt idx="23360">
                  <c:v>4.4210863630968866</c:v>
                </c:pt>
                <c:pt idx="23361">
                  <c:v>4.4223072358270361</c:v>
                </c:pt>
                <c:pt idx="23362">
                  <c:v>4.4253859239624953</c:v>
                </c:pt>
                <c:pt idx="23363">
                  <c:v>4.4223246429560472</c:v>
                </c:pt>
                <c:pt idx="23364">
                  <c:v>4.4190908731257661</c:v>
                </c:pt>
                <c:pt idx="23365">
                  <c:v>4.41985203940341</c:v>
                </c:pt>
                <c:pt idx="23366">
                  <c:v>4.4175321438461843</c:v>
                </c:pt>
                <c:pt idx="23367">
                  <c:v>4.4156885706373386</c:v>
                </c:pt>
                <c:pt idx="23368">
                  <c:v>4.4174118764093837</c:v>
                </c:pt>
                <c:pt idx="23369">
                  <c:v>4.4206408988408432</c:v>
                </c:pt>
                <c:pt idx="23370">
                  <c:v>4.4213925703208448</c:v>
                </c:pt>
                <c:pt idx="23371">
                  <c:v>4.4191169838192828</c:v>
                </c:pt>
                <c:pt idx="23372">
                  <c:v>4.4149052498318628</c:v>
                </c:pt>
                <c:pt idx="23373">
                  <c:v>4.4069193337816985</c:v>
                </c:pt>
                <c:pt idx="23374">
                  <c:v>4.4061700360011073</c:v>
                </c:pt>
                <c:pt idx="23375">
                  <c:v>4.4089385607469245</c:v>
                </c:pt>
                <c:pt idx="23376">
                  <c:v>4.4127594255647429</c:v>
                </c:pt>
                <c:pt idx="23377">
                  <c:v>4.4086964434070497</c:v>
                </c:pt>
                <c:pt idx="23378">
                  <c:v>4.399763421292084</c:v>
                </c:pt>
                <c:pt idx="23379">
                  <c:v>4.3896720338647786</c:v>
                </c:pt>
                <c:pt idx="23380">
                  <c:v>4.3857348577758435</c:v>
                </c:pt>
                <c:pt idx="23381">
                  <c:v>4.3827345017209325</c:v>
                </c:pt>
                <c:pt idx="23382">
                  <c:v>4.3752668433754005</c:v>
                </c:pt>
                <c:pt idx="23383">
                  <c:v>4.3801471693634531</c:v>
                </c:pt>
                <c:pt idx="23384">
                  <c:v>4.3910725165169922</c:v>
                </c:pt>
                <c:pt idx="23385">
                  <c:v>4.3914855402144246</c:v>
                </c:pt>
                <c:pt idx="23386">
                  <c:v>4.387940024528227</c:v>
                </c:pt>
                <c:pt idx="23387">
                  <c:v>4.394704276615105</c:v>
                </c:pt>
                <c:pt idx="23388">
                  <c:v>4.3974364046366263</c:v>
                </c:pt>
                <c:pt idx="23389">
                  <c:v>4.3828397357281323</c:v>
                </c:pt>
                <c:pt idx="23390">
                  <c:v>4.3718993551449934</c:v>
                </c:pt>
                <c:pt idx="23391">
                  <c:v>4.3779522886418487</c:v>
                </c:pt>
                <c:pt idx="23392">
                  <c:v>4.3809099181073705</c:v>
                </c:pt>
                <c:pt idx="23393">
                  <c:v>4.3808766863156228</c:v>
                </c:pt>
                <c:pt idx="23394">
                  <c:v>4.3764608141788983</c:v>
                </c:pt>
                <c:pt idx="23395">
                  <c:v>4.3652134351386636</c:v>
                </c:pt>
                <c:pt idx="23396">
                  <c:v>4.3635589666495234</c:v>
                </c:pt>
                <c:pt idx="23397">
                  <c:v>4.3633374213712068</c:v>
                </c:pt>
                <c:pt idx="23398">
                  <c:v>4.3612596431538551</c:v>
                </c:pt>
                <c:pt idx="23399">
                  <c:v>4.3621228785061517</c:v>
                </c:pt>
                <c:pt idx="23400">
                  <c:v>4.3662744787751713</c:v>
                </c:pt>
                <c:pt idx="23401">
                  <c:v>4.3711025833761914</c:v>
                </c:pt>
                <c:pt idx="23402">
                  <c:v>4.3797737073228626</c:v>
                </c:pt>
                <c:pt idx="23403">
                  <c:v>4.3838264034497767</c:v>
                </c:pt>
                <c:pt idx="23404">
                  <c:v>4.3794643351663565</c:v>
                </c:pt>
                <c:pt idx="23405">
                  <c:v>4.3745262491593149</c:v>
                </c:pt>
                <c:pt idx="23406">
                  <c:v>4.3715345966689085</c:v>
                </c:pt>
                <c:pt idx="23407">
                  <c:v>4.3696514618032207</c:v>
                </c:pt>
                <c:pt idx="23408">
                  <c:v>4.3719017288444038</c:v>
                </c:pt>
                <c:pt idx="23409">
                  <c:v>4.375232820350516</c:v>
                </c:pt>
                <c:pt idx="23410">
                  <c:v>4.3750729912568742</c:v>
                </c:pt>
                <c:pt idx="23411">
                  <c:v>4.375629228152075</c:v>
                </c:pt>
                <c:pt idx="23412">
                  <c:v>4.3738544922261342</c:v>
                </c:pt>
                <c:pt idx="23413">
                  <c:v>4.3645788661629146</c:v>
                </c:pt>
                <c:pt idx="23414">
                  <c:v>4.3563627012699291</c:v>
                </c:pt>
                <c:pt idx="23415">
                  <c:v>4.3512014875182974</c:v>
                </c:pt>
                <c:pt idx="23416">
                  <c:v>4.3434189183843017</c:v>
                </c:pt>
                <c:pt idx="23417">
                  <c:v>4.3356616687106859</c:v>
                </c:pt>
                <c:pt idx="23418">
                  <c:v>4.3324286901135416</c:v>
                </c:pt>
                <c:pt idx="23419">
                  <c:v>4.3326462792261742</c:v>
                </c:pt>
                <c:pt idx="23420">
                  <c:v>4.332924793290343</c:v>
                </c:pt>
                <c:pt idx="23421">
                  <c:v>4.3342121296039879</c:v>
                </c:pt>
                <c:pt idx="23422">
                  <c:v>4.3341496221861773</c:v>
                </c:pt>
                <c:pt idx="23423">
                  <c:v>4.3296039878150099</c:v>
                </c:pt>
                <c:pt idx="23424">
                  <c:v>4.334038849547019</c:v>
                </c:pt>
                <c:pt idx="23425">
                  <c:v>4.333360762748744</c:v>
                </c:pt>
                <c:pt idx="23426">
                  <c:v>4.3212279938283817</c:v>
                </c:pt>
                <c:pt idx="23427">
                  <c:v>4.3156323930846225</c:v>
                </c:pt>
                <c:pt idx="23428">
                  <c:v>4.3166744471258456</c:v>
                </c:pt>
                <c:pt idx="23429">
                  <c:v>4.3121596708470147</c:v>
                </c:pt>
                <c:pt idx="23430">
                  <c:v>4.3133860822091226</c:v>
                </c:pt>
                <c:pt idx="23431">
                  <c:v>4.3167543616726665</c:v>
                </c:pt>
                <c:pt idx="23432">
                  <c:v>4.3212311587609289</c:v>
                </c:pt>
                <c:pt idx="23433">
                  <c:v>4.3215500257150765</c:v>
                </c:pt>
                <c:pt idx="23434">
                  <c:v>4.3194967757249678</c:v>
                </c:pt>
                <c:pt idx="23435">
                  <c:v>4.3141749416465558</c:v>
                </c:pt>
                <c:pt idx="23436">
                  <c:v>4.3044625548917992</c:v>
                </c:pt>
                <c:pt idx="23437">
                  <c:v>4.2975099893183524</c:v>
                </c:pt>
                <c:pt idx="23438">
                  <c:v>4.3053526921707483</c:v>
                </c:pt>
                <c:pt idx="23439">
                  <c:v>4.3121216916564462</c:v>
                </c:pt>
                <c:pt idx="23440">
                  <c:v>4.3106405032242749</c:v>
                </c:pt>
                <c:pt idx="23441">
                  <c:v>4.3102108636309691</c:v>
                </c:pt>
                <c:pt idx="23442">
                  <c:v>4.3054682122087273</c:v>
                </c:pt>
                <c:pt idx="23443">
                  <c:v>4.2987474779443762</c:v>
                </c:pt>
                <c:pt idx="23444">
                  <c:v>4.2942857142857145</c:v>
                </c:pt>
                <c:pt idx="23445">
                  <c:v>4.2935815167939237</c:v>
                </c:pt>
                <c:pt idx="23446">
                  <c:v>4.2967258772797408</c:v>
                </c:pt>
                <c:pt idx="23447">
                  <c:v>4.297810657910353</c:v>
                </c:pt>
                <c:pt idx="23448">
                  <c:v>4.2974435257348578</c:v>
                </c:pt>
                <c:pt idx="23449">
                  <c:v>4.2948134667879891</c:v>
                </c:pt>
                <c:pt idx="23450">
                  <c:v>4.2956861969379281</c:v>
                </c:pt>
                <c:pt idx="23451">
                  <c:v>4.2941749416465562</c:v>
                </c:pt>
                <c:pt idx="23452">
                  <c:v>4.2816481386240453</c:v>
                </c:pt>
                <c:pt idx="23453">
                  <c:v>4.2693800688372825</c:v>
                </c:pt>
                <c:pt idx="23454">
                  <c:v>4.2666107528583295</c:v>
                </c:pt>
                <c:pt idx="23455">
                  <c:v>4.2721936938718992</c:v>
                </c:pt>
                <c:pt idx="23456">
                  <c:v>4.2813751631918349</c:v>
                </c:pt>
                <c:pt idx="23457">
                  <c:v>4.2848170273371053</c:v>
                </c:pt>
                <c:pt idx="23458">
                  <c:v>4.280556236895201</c:v>
                </c:pt>
                <c:pt idx="23459">
                  <c:v>4.2757843098468964</c:v>
                </c:pt>
                <c:pt idx="23460">
                  <c:v>4.2739312418404083</c:v>
                </c:pt>
                <c:pt idx="23461">
                  <c:v>4.2699972306840213</c:v>
                </c:pt>
                <c:pt idx="23462">
                  <c:v>4.2652822724215689</c:v>
                </c:pt>
                <c:pt idx="23463">
                  <c:v>4.2720512719072676</c:v>
                </c:pt>
                <c:pt idx="23464">
                  <c:v>4.2753562527198641</c:v>
                </c:pt>
                <c:pt idx="23465">
                  <c:v>4.2708580923369075</c:v>
                </c:pt>
                <c:pt idx="23466">
                  <c:v>4.271426197729161</c:v>
                </c:pt>
                <c:pt idx="23467">
                  <c:v>4.2748292914507262</c:v>
                </c:pt>
                <c:pt idx="23468">
                  <c:v>4.2791280610831981</c:v>
                </c:pt>
                <c:pt idx="23469">
                  <c:v>4.2766206432725404</c:v>
                </c:pt>
                <c:pt idx="23470">
                  <c:v>4.2692550540016612</c:v>
                </c:pt>
                <c:pt idx="23471">
                  <c:v>4.2682881671084383</c:v>
                </c:pt>
                <c:pt idx="23472">
                  <c:v>4.2654025398583695</c:v>
                </c:pt>
                <c:pt idx="23473">
                  <c:v>4.2658171460220755</c:v>
                </c:pt>
                <c:pt idx="23474">
                  <c:v>4.2690137278949241</c:v>
                </c:pt>
                <c:pt idx="23475">
                  <c:v>4.2721929026387624</c:v>
                </c:pt>
                <c:pt idx="23476">
                  <c:v>4.2686940697076396</c:v>
                </c:pt>
                <c:pt idx="23477">
                  <c:v>4.2678569450488588</c:v>
                </c:pt>
                <c:pt idx="23478">
                  <c:v>4.273795149740871</c:v>
                </c:pt>
                <c:pt idx="23479">
                  <c:v>4.2735775606282393</c:v>
                </c:pt>
                <c:pt idx="23480">
                  <c:v>4.2640621909245562</c:v>
                </c:pt>
                <c:pt idx="23481">
                  <c:v>4.2611583653123395</c:v>
                </c:pt>
                <c:pt idx="23482">
                  <c:v>4.2675926731811531</c:v>
                </c:pt>
                <c:pt idx="23483">
                  <c:v>4.2736036713217551</c:v>
                </c:pt>
                <c:pt idx="23484">
                  <c:v>4.2693602880088619</c:v>
                </c:pt>
                <c:pt idx="23485">
                  <c:v>4.268228033390038</c:v>
                </c:pt>
                <c:pt idx="23486">
                  <c:v>4.2614337144439611</c:v>
                </c:pt>
                <c:pt idx="23487">
                  <c:v>4.2485057562210704</c:v>
                </c:pt>
                <c:pt idx="23488">
                  <c:v>4.251420659097203</c:v>
                </c:pt>
                <c:pt idx="23489">
                  <c:v>4.2640162994026189</c:v>
                </c:pt>
                <c:pt idx="23490">
                  <c:v>4.275504213316454</c:v>
                </c:pt>
                <c:pt idx="23491">
                  <c:v>4.2737919848083239</c:v>
                </c:pt>
                <c:pt idx="23492">
                  <c:v>4.2670403924516362</c:v>
                </c:pt>
                <c:pt idx="23493">
                  <c:v>4.26729754322111</c:v>
                </c:pt>
                <c:pt idx="23494">
                  <c:v>4.2661692447679709</c:v>
                </c:pt>
                <c:pt idx="23495">
                  <c:v>4.2629425960359217</c:v>
                </c:pt>
                <c:pt idx="23496">
                  <c:v>4.2614542865055185</c:v>
                </c:pt>
                <c:pt idx="23497">
                  <c:v>4.2546188234363251</c:v>
                </c:pt>
                <c:pt idx="23498">
                  <c:v>4.2471923092139097</c:v>
                </c:pt>
                <c:pt idx="23499">
                  <c:v>4.2468378367686039</c:v>
                </c:pt>
                <c:pt idx="23500">
                  <c:v>4.2443240890928511</c:v>
                </c:pt>
                <c:pt idx="23501">
                  <c:v>4.2459302923606437</c:v>
                </c:pt>
                <c:pt idx="23502">
                  <c:v>4.2499125687383792</c:v>
                </c:pt>
                <c:pt idx="23503">
                  <c:v>4.2522411678601104</c:v>
                </c:pt>
                <c:pt idx="23504">
                  <c:v>4.2480405111366064</c:v>
                </c:pt>
                <c:pt idx="23505">
                  <c:v>4.2390228270759982</c:v>
                </c:pt>
                <c:pt idx="23506">
                  <c:v>4.2368588044467304</c:v>
                </c:pt>
                <c:pt idx="23507">
                  <c:v>4.2423317640542786</c:v>
                </c:pt>
                <c:pt idx="23508">
                  <c:v>4.2511548047632237</c:v>
                </c:pt>
                <c:pt idx="23509">
                  <c:v>4.2518257704632667</c:v>
                </c:pt>
                <c:pt idx="23510">
                  <c:v>4.2527309411718166</c:v>
                </c:pt>
                <c:pt idx="23511">
                  <c:v>4.2557597816196546</c:v>
                </c:pt>
                <c:pt idx="23512">
                  <c:v>4.2494045970645251</c:v>
                </c:pt>
                <c:pt idx="23513">
                  <c:v>4.2386825968271555</c:v>
                </c:pt>
                <c:pt idx="23514">
                  <c:v>4.2288222494758081</c:v>
                </c:pt>
                <c:pt idx="23515">
                  <c:v>4.2249681528662419</c:v>
                </c:pt>
                <c:pt idx="23516">
                  <c:v>4.2260529334968551</c:v>
                </c:pt>
                <c:pt idx="23517">
                  <c:v>4.2313280848201922</c:v>
                </c:pt>
                <c:pt idx="23518">
                  <c:v>4.226806978676267</c:v>
                </c:pt>
                <c:pt idx="23519">
                  <c:v>4.2185702417217232</c:v>
                </c:pt>
                <c:pt idx="23520">
                  <c:v>4.2247078371642202</c:v>
                </c:pt>
                <c:pt idx="23521">
                  <c:v>4.2357289235273177</c:v>
                </c:pt>
                <c:pt idx="23522">
                  <c:v>4.2351117616805789</c:v>
                </c:pt>
                <c:pt idx="23523">
                  <c:v>4.2317870000395619</c:v>
                </c:pt>
                <c:pt idx="23524">
                  <c:v>4.2318779918502987</c:v>
                </c:pt>
                <c:pt idx="23525">
                  <c:v>4.2293254737508406</c:v>
                </c:pt>
                <c:pt idx="23526">
                  <c:v>4.2280642481307114</c:v>
                </c:pt>
                <c:pt idx="23527">
                  <c:v>4.2289100763539977</c:v>
                </c:pt>
                <c:pt idx="23528">
                  <c:v>4.2302084899315586</c:v>
                </c:pt>
                <c:pt idx="23529">
                  <c:v>4.2329271669897537</c:v>
                </c:pt>
                <c:pt idx="23530">
                  <c:v>4.2349274043596949</c:v>
                </c:pt>
                <c:pt idx="23531">
                  <c:v>4.2334050718044072</c:v>
                </c:pt>
                <c:pt idx="23532">
                  <c:v>4.2288167108438506</c:v>
                </c:pt>
                <c:pt idx="23533">
                  <c:v>4.2285112948530283</c:v>
                </c:pt>
                <c:pt idx="23534">
                  <c:v>4.2290255963919767</c:v>
                </c:pt>
                <c:pt idx="23535">
                  <c:v>4.2317442734501718</c:v>
                </c:pt>
                <c:pt idx="23536">
                  <c:v>4.2345673932824308</c:v>
                </c:pt>
                <c:pt idx="23537">
                  <c:v>4.2273687542034262</c:v>
                </c:pt>
                <c:pt idx="23538">
                  <c:v>4.2176270918226058</c:v>
                </c:pt>
                <c:pt idx="23539">
                  <c:v>4.2172552122482889</c:v>
                </c:pt>
                <c:pt idx="23540">
                  <c:v>4.2174015903786053</c:v>
                </c:pt>
                <c:pt idx="23541">
                  <c:v>4.2130782925188903</c:v>
                </c:pt>
                <c:pt idx="23542">
                  <c:v>4.2145286228587251</c:v>
                </c:pt>
                <c:pt idx="23543">
                  <c:v>4.2196154606954943</c:v>
                </c:pt>
                <c:pt idx="23544">
                  <c:v>4.2197832021205048</c:v>
                </c:pt>
                <c:pt idx="23545">
                  <c:v>4.2184032915298495</c:v>
                </c:pt>
                <c:pt idx="23546">
                  <c:v>4.2153380543577166</c:v>
                </c:pt>
                <c:pt idx="23547">
                  <c:v>4.2024496577916679</c:v>
                </c:pt>
                <c:pt idx="23548">
                  <c:v>4.1964924635043719</c:v>
                </c:pt>
                <c:pt idx="23549">
                  <c:v>4.2064936503540764</c:v>
                </c:pt>
                <c:pt idx="23550">
                  <c:v>4.2108786643984653</c:v>
                </c:pt>
                <c:pt idx="23551">
                  <c:v>4.2175060331526684</c:v>
                </c:pt>
                <c:pt idx="23552">
                  <c:v>4.2220714483522572</c:v>
                </c:pt>
                <c:pt idx="23553">
                  <c:v>4.2161664754519919</c:v>
                </c:pt>
                <c:pt idx="23554">
                  <c:v>4.2146132848043676</c:v>
                </c:pt>
                <c:pt idx="23555">
                  <c:v>4.213425643865965</c:v>
                </c:pt>
                <c:pt idx="23556">
                  <c:v>4.2196447363215572</c:v>
                </c:pt>
                <c:pt idx="23557">
                  <c:v>4.2283245638327331</c:v>
                </c:pt>
                <c:pt idx="23558">
                  <c:v>4.2316936345294138</c:v>
                </c:pt>
                <c:pt idx="23559">
                  <c:v>4.2329247932903433</c:v>
                </c:pt>
                <c:pt idx="23560">
                  <c:v>4.223896823198956</c:v>
                </c:pt>
                <c:pt idx="23561">
                  <c:v>4.2171278237132572</c:v>
                </c:pt>
                <c:pt idx="23562">
                  <c:v>4.2086505518851132</c:v>
                </c:pt>
                <c:pt idx="23563">
                  <c:v>4.1966950191874037</c:v>
                </c:pt>
                <c:pt idx="23564">
                  <c:v>4.1916865134311827</c:v>
                </c:pt>
                <c:pt idx="23565">
                  <c:v>4.1950943545515686</c:v>
                </c:pt>
                <c:pt idx="23566">
                  <c:v>4.1984040827629858</c:v>
                </c:pt>
                <c:pt idx="23567">
                  <c:v>4.1962748743917393</c:v>
                </c:pt>
                <c:pt idx="23568">
                  <c:v>4.1909831071725288</c:v>
                </c:pt>
                <c:pt idx="23569">
                  <c:v>4.1874502512165206</c:v>
                </c:pt>
                <c:pt idx="23570">
                  <c:v>4.1914894963801084</c:v>
                </c:pt>
                <c:pt idx="23571">
                  <c:v>4.1993907504846302</c:v>
                </c:pt>
                <c:pt idx="23572">
                  <c:v>4.2023254341891843</c:v>
                </c:pt>
                <c:pt idx="23573">
                  <c:v>4.1997293982671993</c:v>
                </c:pt>
                <c:pt idx="23574">
                  <c:v>4.1954290461684538</c:v>
                </c:pt>
                <c:pt idx="23575">
                  <c:v>4.2016853265814769</c:v>
                </c:pt>
                <c:pt idx="23576">
                  <c:v>4.2133132887605331</c:v>
                </c:pt>
                <c:pt idx="23577">
                  <c:v>4.2103936384855798</c:v>
                </c:pt>
                <c:pt idx="23578">
                  <c:v>4.2041705898643036</c:v>
                </c:pt>
                <c:pt idx="23579">
                  <c:v>4.2008276298611387</c:v>
                </c:pt>
                <c:pt idx="23580">
                  <c:v>4.1901562685445271</c:v>
                </c:pt>
                <c:pt idx="23581">
                  <c:v>4.1866004668275512</c:v>
                </c:pt>
                <c:pt idx="23582">
                  <c:v>4.1949456027218419</c:v>
                </c:pt>
                <c:pt idx="23583">
                  <c:v>4.2034402816789971</c:v>
                </c:pt>
                <c:pt idx="23584">
                  <c:v>4.2025952446888475</c:v>
                </c:pt>
                <c:pt idx="23585">
                  <c:v>4.1958294101356968</c:v>
                </c:pt>
                <c:pt idx="23586">
                  <c:v>4.1886276061241441</c:v>
                </c:pt>
                <c:pt idx="23587">
                  <c:v>4.1803410214819801</c:v>
                </c:pt>
                <c:pt idx="23588">
                  <c:v>4.1781682952882067</c:v>
                </c:pt>
                <c:pt idx="23589">
                  <c:v>4.1845250623096097</c:v>
                </c:pt>
                <c:pt idx="23590">
                  <c:v>4.1910835937809079</c:v>
                </c:pt>
                <c:pt idx="23591">
                  <c:v>4.1855093563318428</c:v>
                </c:pt>
                <c:pt idx="23592">
                  <c:v>4.183471139771334</c:v>
                </c:pt>
                <c:pt idx="23593">
                  <c:v>4.183236934762828</c:v>
                </c:pt>
                <c:pt idx="23594">
                  <c:v>4.1804660363176014</c:v>
                </c:pt>
                <c:pt idx="23595">
                  <c:v>4.1744407959805354</c:v>
                </c:pt>
                <c:pt idx="23596">
                  <c:v>4.1721478023499623</c:v>
                </c:pt>
                <c:pt idx="23597">
                  <c:v>4.1722894330814571</c:v>
                </c:pt>
                <c:pt idx="23598">
                  <c:v>4.1715480476322346</c:v>
                </c:pt>
                <c:pt idx="23599">
                  <c:v>4.1733172449262179</c:v>
                </c:pt>
                <c:pt idx="23600">
                  <c:v>4.1760533291134232</c:v>
                </c:pt>
                <c:pt idx="23601">
                  <c:v>4.1794366420065669</c:v>
                </c:pt>
                <c:pt idx="23602">
                  <c:v>4.1865197610475926</c:v>
                </c:pt>
                <c:pt idx="23603">
                  <c:v>4.194534161490683</c:v>
                </c:pt>
                <c:pt idx="23604">
                  <c:v>4.2000395616568422</c:v>
                </c:pt>
                <c:pt idx="23605">
                  <c:v>4.2037093009455235</c:v>
                </c:pt>
                <c:pt idx="23606">
                  <c:v>4.2031396130869965</c:v>
                </c:pt>
                <c:pt idx="23607">
                  <c:v>4.1944115203544721</c:v>
                </c:pt>
                <c:pt idx="23608">
                  <c:v>4.1873568857063734</c:v>
                </c:pt>
                <c:pt idx="23609">
                  <c:v>4.1856683941923487</c:v>
                </c:pt>
                <c:pt idx="23610">
                  <c:v>4.1800371879574314</c:v>
                </c:pt>
                <c:pt idx="23611">
                  <c:v>4.1724824939668474</c:v>
                </c:pt>
                <c:pt idx="23612">
                  <c:v>4.1700447046722315</c:v>
                </c:pt>
                <c:pt idx="23613">
                  <c:v>4.1770574039640778</c:v>
                </c:pt>
                <c:pt idx="23614">
                  <c:v>4.1884210942754283</c:v>
                </c:pt>
                <c:pt idx="23615">
                  <c:v>4.19391066977885</c:v>
                </c:pt>
                <c:pt idx="23616">
                  <c:v>4.1998377972069472</c:v>
                </c:pt>
                <c:pt idx="23617">
                  <c:v>4.1959235668789807</c:v>
                </c:pt>
                <c:pt idx="23618">
                  <c:v>4.1865529928393403</c:v>
                </c:pt>
                <c:pt idx="23619">
                  <c:v>4.1761997072437396</c:v>
                </c:pt>
                <c:pt idx="23620">
                  <c:v>4.1712592475372867</c:v>
                </c:pt>
                <c:pt idx="23621">
                  <c:v>4.1711880365549705</c:v>
                </c:pt>
                <c:pt idx="23622">
                  <c:v>4.1726312457965742</c:v>
                </c:pt>
                <c:pt idx="23623">
                  <c:v>4.1757194287296748</c:v>
                </c:pt>
                <c:pt idx="23624">
                  <c:v>4.1804794872809277</c:v>
                </c:pt>
                <c:pt idx="23625">
                  <c:v>4.1834940855323017</c:v>
                </c:pt>
                <c:pt idx="23626">
                  <c:v>4.1792823515448827</c:v>
                </c:pt>
                <c:pt idx="23627">
                  <c:v>4.1675823871503734</c:v>
                </c:pt>
                <c:pt idx="23628">
                  <c:v>4.1604066938323374</c:v>
                </c:pt>
                <c:pt idx="23629">
                  <c:v>4.1562859516556552</c:v>
                </c:pt>
                <c:pt idx="23630">
                  <c:v>4.1600245282272423</c:v>
                </c:pt>
                <c:pt idx="23631">
                  <c:v>4.1620912291806782</c:v>
                </c:pt>
                <c:pt idx="23632">
                  <c:v>4.157007556276457</c:v>
                </c:pt>
                <c:pt idx="23633">
                  <c:v>4.1502029512996002</c:v>
                </c:pt>
                <c:pt idx="23634">
                  <c:v>4.1540404320132929</c:v>
                </c:pt>
                <c:pt idx="23635">
                  <c:v>4.1583447402777232</c:v>
                </c:pt>
                <c:pt idx="23636">
                  <c:v>4.1610452189737703</c:v>
                </c:pt>
                <c:pt idx="23637">
                  <c:v>4.1564497369149818</c:v>
                </c:pt>
                <c:pt idx="23638">
                  <c:v>4.1470285239545834</c:v>
                </c:pt>
                <c:pt idx="23639">
                  <c:v>4.1405870949875379</c:v>
                </c:pt>
                <c:pt idx="23640">
                  <c:v>4.1434339518139023</c:v>
                </c:pt>
                <c:pt idx="23641">
                  <c:v>4.1504078806820432</c:v>
                </c:pt>
                <c:pt idx="23642">
                  <c:v>4.1583858844008388</c:v>
                </c:pt>
                <c:pt idx="23643">
                  <c:v>4.1579965976975117</c:v>
                </c:pt>
                <c:pt idx="23644">
                  <c:v>4.152695335680658</c:v>
                </c:pt>
                <c:pt idx="23645">
                  <c:v>4.15167464493413</c:v>
                </c:pt>
                <c:pt idx="23646">
                  <c:v>4.1536448154448706</c:v>
                </c:pt>
                <c:pt idx="23647">
                  <c:v>4.15170708549274</c:v>
                </c:pt>
                <c:pt idx="23648">
                  <c:v>4.1536448154448706</c:v>
                </c:pt>
                <c:pt idx="23649">
                  <c:v>4.1617391304347828</c:v>
                </c:pt>
                <c:pt idx="23650">
                  <c:v>4.1659374134588756</c:v>
                </c:pt>
                <c:pt idx="23651">
                  <c:v>4.1626514222415638</c:v>
                </c:pt>
                <c:pt idx="23652">
                  <c:v>4.1645931083593783</c:v>
                </c:pt>
                <c:pt idx="23653">
                  <c:v>4.1650077145230844</c:v>
                </c:pt>
                <c:pt idx="23654">
                  <c:v>4.1606124144479173</c:v>
                </c:pt>
                <c:pt idx="23655">
                  <c:v>4.1562226530047077</c:v>
                </c:pt>
                <c:pt idx="23656">
                  <c:v>4.1508367290422123</c:v>
                </c:pt>
                <c:pt idx="23657">
                  <c:v>4.1511366064010762</c:v>
                </c:pt>
                <c:pt idx="23658">
                  <c:v>4.1494204217272621</c:v>
                </c:pt>
                <c:pt idx="23659">
                  <c:v>4.1386477825691337</c:v>
                </c:pt>
                <c:pt idx="23660">
                  <c:v>4.1359156545476123</c:v>
                </c:pt>
                <c:pt idx="23661">
                  <c:v>4.1412723028840448</c:v>
                </c:pt>
                <c:pt idx="23662">
                  <c:v>4.1505882818372433</c:v>
                </c:pt>
                <c:pt idx="23663">
                  <c:v>4.1567053052181828</c:v>
                </c:pt>
                <c:pt idx="23664">
                  <c:v>4.1527546781659215</c:v>
                </c:pt>
                <c:pt idx="23665">
                  <c:v>4.1462974245361393</c:v>
                </c:pt>
                <c:pt idx="23666">
                  <c:v>4.1401218499030739</c:v>
                </c:pt>
                <c:pt idx="23667">
                  <c:v>4.1363484590734663</c:v>
                </c:pt>
                <c:pt idx="23668">
                  <c:v>4.1369679946196145</c:v>
                </c:pt>
                <c:pt idx="23669">
                  <c:v>4.1388186889266922</c:v>
                </c:pt>
                <c:pt idx="23670">
                  <c:v>4.1307235827036433</c:v>
                </c:pt>
                <c:pt idx="23671">
                  <c:v>4.132011710250425</c:v>
                </c:pt>
                <c:pt idx="23672">
                  <c:v>4.1317371523519402</c:v>
                </c:pt>
                <c:pt idx="23673">
                  <c:v>4.1305139059223803</c:v>
                </c:pt>
                <c:pt idx="23674">
                  <c:v>4.1262032677928548</c:v>
                </c:pt>
                <c:pt idx="23675">
                  <c:v>4.1248914032519686</c:v>
                </c:pt>
                <c:pt idx="23676">
                  <c:v>4.1301950389682318</c:v>
                </c:pt>
                <c:pt idx="23677">
                  <c:v>4.1309451279819598</c:v>
                </c:pt>
                <c:pt idx="23678">
                  <c:v>4.129281955928314</c:v>
                </c:pt>
                <c:pt idx="23679">
                  <c:v>4.130659492819559</c:v>
                </c:pt>
                <c:pt idx="23680">
                  <c:v>4.1358982474186021</c:v>
                </c:pt>
                <c:pt idx="23681">
                  <c:v>4.1353697036831907</c:v>
                </c:pt>
                <c:pt idx="23682">
                  <c:v>4.1275483641254898</c:v>
                </c:pt>
                <c:pt idx="23683">
                  <c:v>4.1212810064485499</c:v>
                </c:pt>
                <c:pt idx="23684">
                  <c:v>4.1219583020136881</c:v>
                </c:pt>
                <c:pt idx="23685">
                  <c:v>4.1266732602761405</c:v>
                </c:pt>
                <c:pt idx="23686">
                  <c:v>4.1314641769197298</c:v>
                </c:pt>
                <c:pt idx="23687">
                  <c:v>4.1289274834830083</c:v>
                </c:pt>
                <c:pt idx="23688">
                  <c:v>4.124669857973652</c:v>
                </c:pt>
                <c:pt idx="23689">
                  <c:v>4.1210420540412231</c:v>
                </c:pt>
                <c:pt idx="23690">
                  <c:v>4.1229093642441743</c:v>
                </c:pt>
                <c:pt idx="23691">
                  <c:v>4.124229932349567</c:v>
                </c:pt>
                <c:pt idx="23692">
                  <c:v>4.1169600822882462</c:v>
                </c:pt>
                <c:pt idx="23693">
                  <c:v>4.1038358982474188</c:v>
                </c:pt>
                <c:pt idx="23694">
                  <c:v>4.0909467104482333</c:v>
                </c:pt>
                <c:pt idx="23695">
                  <c:v>4.0926083000356055</c:v>
                </c:pt>
                <c:pt idx="23696">
                  <c:v>4.1078252957233845</c:v>
                </c:pt>
                <c:pt idx="23697">
                  <c:v>4.1201495430628636</c:v>
                </c:pt>
                <c:pt idx="23698">
                  <c:v>4.1222787514341102</c:v>
                </c:pt>
                <c:pt idx="23699">
                  <c:v>4.118677058195197</c:v>
                </c:pt>
                <c:pt idx="23700">
                  <c:v>4.1088823831942083</c:v>
                </c:pt>
                <c:pt idx="23701">
                  <c:v>4.106424021838035</c:v>
                </c:pt>
                <c:pt idx="23702">
                  <c:v>4.1125173082248683</c:v>
                </c:pt>
                <c:pt idx="23703">
                  <c:v>4.1214803971990346</c:v>
                </c:pt>
                <c:pt idx="23704">
                  <c:v>4.1255235985283063</c:v>
                </c:pt>
                <c:pt idx="23705">
                  <c:v>4.1238667563397557</c:v>
                </c:pt>
                <c:pt idx="23706">
                  <c:v>4.1207303081853066</c:v>
                </c:pt>
                <c:pt idx="23707">
                  <c:v>4.1246208015191677</c:v>
                </c:pt>
                <c:pt idx="23708">
                  <c:v>4.1276741701942479</c:v>
                </c:pt>
                <c:pt idx="23709">
                  <c:v>4.1284131819440599</c:v>
                </c:pt>
                <c:pt idx="23710">
                  <c:v>4.1279044190370691</c:v>
                </c:pt>
                <c:pt idx="23711">
                  <c:v>4.122459943822447</c:v>
                </c:pt>
                <c:pt idx="23712">
                  <c:v>4.1179570360406696</c:v>
                </c:pt>
                <c:pt idx="23713">
                  <c:v>4.1198108952802945</c:v>
                </c:pt>
                <c:pt idx="23714">
                  <c:v>4.1190797958618504</c:v>
                </c:pt>
                <c:pt idx="23715">
                  <c:v>4.1150983107172525</c:v>
                </c:pt>
                <c:pt idx="23716">
                  <c:v>4.1090034418641457</c:v>
                </c:pt>
                <c:pt idx="23717">
                  <c:v>4.1102045337658737</c:v>
                </c:pt>
                <c:pt idx="23718">
                  <c:v>4.1132998377972072</c:v>
                </c:pt>
                <c:pt idx="23719">
                  <c:v>4.1101143331882737</c:v>
                </c:pt>
                <c:pt idx="23720">
                  <c:v>4.1117656367448667</c:v>
                </c:pt>
                <c:pt idx="23721">
                  <c:v>4.1164711002096768</c:v>
                </c:pt>
                <c:pt idx="23722">
                  <c:v>4.1274787356094471</c:v>
                </c:pt>
                <c:pt idx="23723">
                  <c:v>4.1376737745776797</c:v>
                </c:pt>
                <c:pt idx="23724">
                  <c:v>4.1334121929026386</c:v>
                </c:pt>
                <c:pt idx="23725">
                  <c:v>4.1262847648059502</c:v>
                </c:pt>
                <c:pt idx="23726">
                  <c:v>4.1172014083949833</c:v>
                </c:pt>
                <c:pt idx="23727">
                  <c:v>4.1085437354116392</c:v>
                </c:pt>
                <c:pt idx="23728">
                  <c:v>4.1093428808798516</c:v>
                </c:pt>
                <c:pt idx="23729">
                  <c:v>4.1106246785615381</c:v>
                </c:pt>
                <c:pt idx="23730">
                  <c:v>4.1152652609091271</c:v>
                </c:pt>
                <c:pt idx="23731">
                  <c:v>4.1172765755429834</c:v>
                </c:pt>
                <c:pt idx="23732">
                  <c:v>4.1162147406733398</c:v>
                </c:pt>
                <c:pt idx="23733">
                  <c:v>4.1150998931835261</c:v>
                </c:pt>
                <c:pt idx="23734">
                  <c:v>4.1201740712901058</c:v>
                </c:pt>
                <c:pt idx="23735">
                  <c:v>4.1240329152984927</c:v>
                </c:pt>
                <c:pt idx="23736">
                  <c:v>4.1263931637456981</c:v>
                </c:pt>
                <c:pt idx="23737">
                  <c:v>4.1292234046761882</c:v>
                </c:pt>
                <c:pt idx="23738">
                  <c:v>4.1218427819757091</c:v>
                </c:pt>
                <c:pt idx="23739">
                  <c:v>4.1187878308343553</c:v>
                </c:pt>
                <c:pt idx="23740">
                  <c:v>4.1190782133955768</c:v>
                </c:pt>
                <c:pt idx="23741">
                  <c:v>4.1111421450330337</c:v>
                </c:pt>
                <c:pt idx="23742">
                  <c:v>4.1015824662736877</c:v>
                </c:pt>
                <c:pt idx="23743">
                  <c:v>4.1022170352494367</c:v>
                </c:pt>
                <c:pt idx="23744">
                  <c:v>4.1123250385726156</c:v>
                </c:pt>
                <c:pt idx="23745">
                  <c:v>4.1228484392926372</c:v>
                </c:pt>
                <c:pt idx="23746">
                  <c:v>4.1266962060371091</c:v>
                </c:pt>
                <c:pt idx="23747">
                  <c:v>4.1216117418997511</c:v>
                </c:pt>
                <c:pt idx="23748">
                  <c:v>4.1121398900185939</c:v>
                </c:pt>
                <c:pt idx="23749">
                  <c:v>4.1103944297187169</c:v>
                </c:pt>
                <c:pt idx="23750">
                  <c:v>4.1041761284962615</c:v>
                </c:pt>
                <c:pt idx="23751">
                  <c:v>4.0994991494243775</c:v>
                </c:pt>
                <c:pt idx="23752">
                  <c:v>4.0983225857498908</c:v>
                </c:pt>
                <c:pt idx="23753">
                  <c:v>4.0964038453930449</c:v>
                </c:pt>
                <c:pt idx="23754">
                  <c:v>4.0968121216916566</c:v>
                </c:pt>
                <c:pt idx="23755">
                  <c:v>4.0981152826680383</c:v>
                </c:pt>
                <c:pt idx="23756">
                  <c:v>4.1011393757170547</c:v>
                </c:pt>
                <c:pt idx="23757">
                  <c:v>4.1106761087154329</c:v>
                </c:pt>
                <c:pt idx="23758">
                  <c:v>4.1135981326897975</c:v>
                </c:pt>
                <c:pt idx="23759">
                  <c:v>4.1076899948569849</c:v>
                </c:pt>
                <c:pt idx="23760">
                  <c:v>4.1094607746172409</c:v>
                </c:pt>
                <c:pt idx="23761">
                  <c:v>4.1191517980773034</c:v>
                </c:pt>
                <c:pt idx="23762">
                  <c:v>4.1150492542627681</c:v>
                </c:pt>
                <c:pt idx="23763">
                  <c:v>4.1086924872413659</c:v>
                </c:pt>
                <c:pt idx="23764">
                  <c:v>4.1089899909008185</c:v>
                </c:pt>
                <c:pt idx="23765">
                  <c:v>4.1093183526526094</c:v>
                </c:pt>
                <c:pt idx="23766">
                  <c:v>4.1126130474344267</c:v>
                </c:pt>
                <c:pt idx="23767">
                  <c:v>4.1174015903786048</c:v>
                </c:pt>
                <c:pt idx="23768">
                  <c:v>4.117790085848795</c:v>
                </c:pt>
                <c:pt idx="23769">
                  <c:v>4.1158982474186017</c:v>
                </c:pt>
                <c:pt idx="23770">
                  <c:v>4.1053756379317168</c:v>
                </c:pt>
                <c:pt idx="23771">
                  <c:v>4.0971048779522885</c:v>
                </c:pt>
                <c:pt idx="23772">
                  <c:v>4.0963642837362029</c:v>
                </c:pt>
                <c:pt idx="23773">
                  <c:v>4.0861154409146652</c:v>
                </c:pt>
                <c:pt idx="23774">
                  <c:v>4.0805799738893063</c:v>
                </c:pt>
                <c:pt idx="23775">
                  <c:v>4.0845060727143254</c:v>
                </c:pt>
                <c:pt idx="23776">
                  <c:v>4.0927230288404477</c:v>
                </c:pt>
                <c:pt idx="23777">
                  <c:v>4.099472247497725</c:v>
                </c:pt>
                <c:pt idx="23778">
                  <c:v>4.1038889108675871</c:v>
                </c:pt>
                <c:pt idx="23779">
                  <c:v>4.1060371088341183</c:v>
                </c:pt>
                <c:pt idx="23780">
                  <c:v>4.1131091506112272</c:v>
                </c:pt>
                <c:pt idx="23781">
                  <c:v>4.1152541836452112</c:v>
                </c:pt>
                <c:pt idx="23782">
                  <c:v>4.1105534675792219</c:v>
                </c:pt>
                <c:pt idx="23783">
                  <c:v>4.1076963247220792</c:v>
                </c:pt>
                <c:pt idx="23784">
                  <c:v>4.1043929263757564</c:v>
                </c:pt>
                <c:pt idx="23785">
                  <c:v>4.1080769078609016</c:v>
                </c:pt>
                <c:pt idx="23786">
                  <c:v>4.1130450607271429</c:v>
                </c:pt>
                <c:pt idx="23787">
                  <c:v>4.1171974522292993</c:v>
                </c:pt>
                <c:pt idx="23788">
                  <c:v>4.1171389009771726</c:v>
                </c:pt>
                <c:pt idx="23789">
                  <c:v>4.1161648929857186</c:v>
                </c:pt>
                <c:pt idx="23790">
                  <c:v>4.1137983146734189</c:v>
                </c:pt>
                <c:pt idx="23791">
                  <c:v>4.1092344819401037</c:v>
                </c:pt>
                <c:pt idx="23792">
                  <c:v>4.1107038018752222</c:v>
                </c:pt>
                <c:pt idx="23793">
                  <c:v>4.1191897772678718</c:v>
                </c:pt>
                <c:pt idx="23794">
                  <c:v>4.1187680500059338</c:v>
                </c:pt>
                <c:pt idx="23795">
                  <c:v>4.1143047038809986</c:v>
                </c:pt>
                <c:pt idx="23796">
                  <c:v>4.1177362819954899</c:v>
                </c:pt>
                <c:pt idx="23797">
                  <c:v>4.1161910036792344</c:v>
                </c:pt>
                <c:pt idx="23798">
                  <c:v>4.113437512363018</c:v>
                </c:pt>
                <c:pt idx="23799">
                  <c:v>4.1140807849032717</c:v>
                </c:pt>
                <c:pt idx="23800">
                  <c:v>4.1152502274795264</c:v>
                </c:pt>
                <c:pt idx="23801">
                  <c:v>4.1172536297820157</c:v>
                </c:pt>
                <c:pt idx="23802">
                  <c:v>4.121821418681014</c:v>
                </c:pt>
                <c:pt idx="23803">
                  <c:v>4.1177979981801638</c:v>
                </c:pt>
                <c:pt idx="23804">
                  <c:v>4.1089607152747556</c:v>
                </c:pt>
                <c:pt idx="23805">
                  <c:v>4.1111136606401075</c:v>
                </c:pt>
                <c:pt idx="23806">
                  <c:v>4.1101064208569058</c:v>
                </c:pt>
                <c:pt idx="23807">
                  <c:v>4.1000284843929267</c:v>
                </c:pt>
                <c:pt idx="23808">
                  <c:v>4.1001843573208845</c:v>
                </c:pt>
                <c:pt idx="23809">
                  <c:v>4.1068544526644777</c:v>
                </c:pt>
                <c:pt idx="23810">
                  <c:v>4.1085065474542075</c:v>
                </c:pt>
                <c:pt idx="23811">
                  <c:v>4.1061771570993395</c:v>
                </c:pt>
                <c:pt idx="23812">
                  <c:v>4.1078482414843531</c:v>
                </c:pt>
                <c:pt idx="23813">
                  <c:v>4.1011536179135186</c:v>
                </c:pt>
                <c:pt idx="23814">
                  <c:v>4.0879028365707955</c:v>
                </c:pt>
                <c:pt idx="23815">
                  <c:v>4.0883198164339118</c:v>
                </c:pt>
                <c:pt idx="23816">
                  <c:v>4.0965098706333825</c:v>
                </c:pt>
                <c:pt idx="23817">
                  <c:v>4.0932507813427224</c:v>
                </c:pt>
                <c:pt idx="23818">
                  <c:v>4.0879922459152587</c:v>
                </c:pt>
                <c:pt idx="23819">
                  <c:v>4.089960042726589</c:v>
                </c:pt>
                <c:pt idx="23820">
                  <c:v>4.0951362899078214</c:v>
                </c:pt>
                <c:pt idx="23821">
                  <c:v>4.0989334177315344</c:v>
                </c:pt>
                <c:pt idx="23822">
                  <c:v>4.1005166752383593</c:v>
                </c:pt>
                <c:pt idx="23823">
                  <c:v>4.1026656644380264</c:v>
                </c:pt>
                <c:pt idx="23824">
                  <c:v>4.1037211694425766</c:v>
                </c:pt>
                <c:pt idx="23825">
                  <c:v>4.0979206393163743</c:v>
                </c:pt>
                <c:pt idx="23826">
                  <c:v>4.0931463385686593</c:v>
                </c:pt>
                <c:pt idx="23827">
                  <c:v>4.0955532697709378</c:v>
                </c:pt>
                <c:pt idx="23828">
                  <c:v>4.1057301103770225</c:v>
                </c:pt>
                <c:pt idx="23829">
                  <c:v>4.1056074692408115</c:v>
                </c:pt>
                <c:pt idx="23830">
                  <c:v>4.1020247655971831</c:v>
                </c:pt>
                <c:pt idx="23831">
                  <c:v>4.0988677453811766</c:v>
                </c:pt>
                <c:pt idx="23832">
                  <c:v>4.0966467539660565</c:v>
                </c:pt>
                <c:pt idx="23833">
                  <c:v>4.1037852593266608</c:v>
                </c:pt>
                <c:pt idx="23834">
                  <c:v>4.1089567591090717</c:v>
                </c:pt>
                <c:pt idx="23835">
                  <c:v>4.1131740317284491</c:v>
                </c:pt>
                <c:pt idx="23836">
                  <c:v>4.1044601811923886</c:v>
                </c:pt>
                <c:pt idx="23837">
                  <c:v>4.0963445029077814</c:v>
                </c:pt>
                <c:pt idx="23838">
                  <c:v>4.0967298334454245</c:v>
                </c:pt>
                <c:pt idx="23839">
                  <c:v>4.09767614827709</c:v>
                </c:pt>
                <c:pt idx="23840">
                  <c:v>4.1012366973928867</c:v>
                </c:pt>
                <c:pt idx="23841">
                  <c:v>4.0979736519365435</c:v>
                </c:pt>
                <c:pt idx="23842">
                  <c:v>4.094719310044705</c:v>
                </c:pt>
                <c:pt idx="23843">
                  <c:v>4.0930268623649955</c:v>
                </c:pt>
                <c:pt idx="23844">
                  <c:v>4.102850812992048</c:v>
                </c:pt>
                <c:pt idx="23845">
                  <c:v>4.1060481860980342</c:v>
                </c:pt>
                <c:pt idx="23846">
                  <c:v>4.0983945879653438</c:v>
                </c:pt>
                <c:pt idx="23847">
                  <c:v>4.0987965343988604</c:v>
                </c:pt>
                <c:pt idx="23848">
                  <c:v>4.0966427978003717</c:v>
                </c:pt>
                <c:pt idx="23849">
                  <c:v>4.0946686711239471</c:v>
                </c:pt>
                <c:pt idx="23850">
                  <c:v>4.1015579380464455</c:v>
                </c:pt>
                <c:pt idx="23851">
                  <c:v>4.1108691696008233</c:v>
                </c:pt>
                <c:pt idx="23852">
                  <c:v>4.1120030066859199</c:v>
                </c:pt>
                <c:pt idx="23853">
                  <c:v>4.1137445108201129</c:v>
                </c:pt>
                <c:pt idx="23854">
                  <c:v>4.1177837559837007</c:v>
                </c:pt>
                <c:pt idx="23855">
                  <c:v>4.1136226609170397</c:v>
                </c:pt>
                <c:pt idx="23856">
                  <c:v>4.115391858211022</c:v>
                </c:pt>
                <c:pt idx="23857">
                  <c:v>4.1216900739802984</c:v>
                </c:pt>
                <c:pt idx="23858">
                  <c:v>4.1284195118091542</c:v>
                </c:pt>
                <c:pt idx="23859">
                  <c:v>4.1308177394469281</c:v>
                </c:pt>
                <c:pt idx="23860">
                  <c:v>4.1319246746053722</c:v>
                </c:pt>
                <c:pt idx="23861">
                  <c:v>4.1299521303952211</c:v>
                </c:pt>
                <c:pt idx="23862">
                  <c:v>4.1228674288879219</c:v>
                </c:pt>
                <c:pt idx="23863">
                  <c:v>4.1116920520631401</c:v>
                </c:pt>
                <c:pt idx="23864">
                  <c:v>4.1070253590220362</c:v>
                </c:pt>
                <c:pt idx="23865">
                  <c:v>4.1059041816671282</c:v>
                </c:pt>
                <c:pt idx="23866">
                  <c:v>4.1025786287929735</c:v>
                </c:pt>
                <c:pt idx="23867">
                  <c:v>4.1042481307117145</c:v>
                </c:pt>
                <c:pt idx="23868">
                  <c:v>4.1097772678719782</c:v>
                </c:pt>
                <c:pt idx="23869">
                  <c:v>4.1131550421331644</c:v>
                </c:pt>
                <c:pt idx="23870">
                  <c:v>4.1069217074811091</c:v>
                </c:pt>
                <c:pt idx="23871">
                  <c:v>4.0998203900779364</c:v>
                </c:pt>
                <c:pt idx="23872">
                  <c:v>4.0977212485658896</c:v>
                </c:pt>
                <c:pt idx="23873">
                  <c:v>4.1013632946947816</c:v>
                </c:pt>
                <c:pt idx="23874">
                  <c:v>4.1026150255172684</c:v>
                </c:pt>
                <c:pt idx="23875">
                  <c:v>4.1015737627091822</c:v>
                </c:pt>
                <c:pt idx="23876">
                  <c:v>4.1016283577956241</c:v>
                </c:pt>
                <c:pt idx="23877">
                  <c:v>4.1089678363729876</c:v>
                </c:pt>
                <c:pt idx="23878">
                  <c:v>4.1141148079281562</c:v>
                </c:pt>
                <c:pt idx="23879">
                  <c:v>4.1211987182023186</c:v>
                </c:pt>
                <c:pt idx="23880">
                  <c:v>4.119917711753768</c:v>
                </c:pt>
                <c:pt idx="23881">
                  <c:v>4.1145317877912726</c:v>
                </c:pt>
                <c:pt idx="23882">
                  <c:v>4.1168928274716148</c:v>
                </c:pt>
                <c:pt idx="23883">
                  <c:v>4.1193796732207142</c:v>
                </c:pt>
                <c:pt idx="23884">
                  <c:v>4.1232337698302803</c:v>
                </c:pt>
                <c:pt idx="23885">
                  <c:v>4.1218206274478772</c:v>
                </c:pt>
                <c:pt idx="23886">
                  <c:v>4.1142168770028089</c:v>
                </c:pt>
                <c:pt idx="23887">
                  <c:v>4.1074407564188791</c:v>
                </c:pt>
                <c:pt idx="23888">
                  <c:v>4.1092851208608616</c:v>
                </c:pt>
                <c:pt idx="23889">
                  <c:v>4.1186066384460185</c:v>
                </c:pt>
                <c:pt idx="23890">
                  <c:v>4.1253107568144953</c:v>
                </c:pt>
                <c:pt idx="23891">
                  <c:v>4.1277707006369431</c:v>
                </c:pt>
                <c:pt idx="23892">
                  <c:v>4.1277612058393007</c:v>
                </c:pt>
                <c:pt idx="23893">
                  <c:v>4.1281789769355539</c:v>
                </c:pt>
                <c:pt idx="23894">
                  <c:v>4.1204066938323374</c:v>
                </c:pt>
                <c:pt idx="23895">
                  <c:v>4.1070530521818256</c:v>
                </c:pt>
                <c:pt idx="23896">
                  <c:v>4.0965130355659296</c:v>
                </c:pt>
                <c:pt idx="23897">
                  <c:v>4.0894101356964834</c:v>
                </c:pt>
                <c:pt idx="23898">
                  <c:v>4.0902884044783798</c:v>
                </c:pt>
                <c:pt idx="23899">
                  <c:v>4.0926779285516481</c:v>
                </c:pt>
                <c:pt idx="23900">
                  <c:v>4.096230565336076</c:v>
                </c:pt>
                <c:pt idx="23901">
                  <c:v>4.0976278830557424</c:v>
                </c:pt>
                <c:pt idx="23902">
                  <c:v>4.0966364679352774</c:v>
                </c:pt>
                <c:pt idx="23903">
                  <c:v>4.0975590457728366</c:v>
                </c:pt>
                <c:pt idx="23904">
                  <c:v>4.099266526882146</c:v>
                </c:pt>
                <c:pt idx="23905">
                  <c:v>4.1031388218538591</c:v>
                </c:pt>
                <c:pt idx="23906">
                  <c:v>4.1064438026664556</c:v>
                </c:pt>
                <c:pt idx="23907">
                  <c:v>4.1111033746093284</c:v>
                </c:pt>
                <c:pt idx="23908">
                  <c:v>4.1146014163073152</c:v>
                </c:pt>
                <c:pt idx="23909">
                  <c:v>4.1131099418443648</c:v>
                </c:pt>
                <c:pt idx="23910">
                  <c:v>4.108007279344859</c:v>
                </c:pt>
                <c:pt idx="23911">
                  <c:v>4.1034648099062387</c:v>
                </c:pt>
                <c:pt idx="23912">
                  <c:v>4.1016164892985723</c:v>
                </c:pt>
                <c:pt idx="23913">
                  <c:v>4.1096846935949678</c:v>
                </c:pt>
                <c:pt idx="23914">
                  <c:v>4.1163073149503502</c:v>
                </c:pt>
                <c:pt idx="23915">
                  <c:v>4.1234481940103649</c:v>
                </c:pt>
                <c:pt idx="23916">
                  <c:v>4.1219543458480041</c:v>
                </c:pt>
                <c:pt idx="23917">
                  <c:v>4.1147549155358627</c:v>
                </c:pt>
                <c:pt idx="23918">
                  <c:v>4.1090612018831347</c:v>
                </c:pt>
                <c:pt idx="23919">
                  <c:v>4.116217905605887</c:v>
                </c:pt>
                <c:pt idx="23920">
                  <c:v>4.1213727894924244</c:v>
                </c:pt>
                <c:pt idx="23921">
                  <c:v>4.1183304980812601</c:v>
                </c:pt>
                <c:pt idx="23922">
                  <c:v>4.1117324049531199</c:v>
                </c:pt>
                <c:pt idx="23923">
                  <c:v>4.1036634094235866</c:v>
                </c:pt>
                <c:pt idx="23924">
                  <c:v>4.0955540610040746</c:v>
                </c:pt>
                <c:pt idx="23925">
                  <c:v>4.094957471218895</c:v>
                </c:pt>
                <c:pt idx="23926">
                  <c:v>4.1028128338014795</c:v>
                </c:pt>
                <c:pt idx="23927">
                  <c:v>4.1051248170273373</c:v>
                </c:pt>
                <c:pt idx="23928">
                  <c:v>4.0996336590576412</c:v>
                </c:pt>
                <c:pt idx="23929">
                  <c:v>4.0889164062190924</c:v>
                </c:pt>
                <c:pt idx="23930">
                  <c:v>4.077433714443961</c:v>
                </c:pt>
                <c:pt idx="23931">
                  <c:v>4.0679152589310439</c:v>
                </c:pt>
                <c:pt idx="23932">
                  <c:v>4.0700075958381134</c:v>
                </c:pt>
                <c:pt idx="23933">
                  <c:v>4.0782914111642992</c:v>
                </c:pt>
                <c:pt idx="23934">
                  <c:v>4.0844799620208097</c:v>
                </c:pt>
                <c:pt idx="23935">
                  <c:v>4.0886837836768608</c:v>
                </c:pt>
                <c:pt idx="23936">
                  <c:v>4.0940879060015032</c:v>
                </c:pt>
                <c:pt idx="23937">
                  <c:v>4.0985283063654707</c:v>
                </c:pt>
                <c:pt idx="23938">
                  <c:v>4.0976342129208367</c:v>
                </c:pt>
                <c:pt idx="23939">
                  <c:v>4.1034711397713339</c:v>
                </c:pt>
                <c:pt idx="23940">
                  <c:v>4.1076227400403527</c:v>
                </c:pt>
                <c:pt idx="23941">
                  <c:v>4.1173438303596157</c:v>
                </c:pt>
                <c:pt idx="23942">
                  <c:v>4.1275357043953003</c:v>
                </c:pt>
                <c:pt idx="23943">
                  <c:v>4.1321240653558569</c:v>
                </c:pt>
                <c:pt idx="23944">
                  <c:v>4.1355516873046643</c:v>
                </c:pt>
                <c:pt idx="23945">
                  <c:v>4.1324967361633105</c:v>
                </c:pt>
                <c:pt idx="23946">
                  <c:v>4.1328567472405746</c:v>
                </c:pt>
                <c:pt idx="23947">
                  <c:v>4.1324002057206153</c:v>
                </c:pt>
                <c:pt idx="23948">
                  <c:v>4.1224037662697315</c:v>
                </c:pt>
                <c:pt idx="23949">
                  <c:v>4.1106373382917276</c:v>
                </c:pt>
                <c:pt idx="23950">
                  <c:v>4.107235827036436</c:v>
                </c:pt>
                <c:pt idx="23951">
                  <c:v>4.1080120267436797</c:v>
                </c:pt>
                <c:pt idx="23952">
                  <c:v>4.1076899948569849</c:v>
                </c:pt>
                <c:pt idx="23953">
                  <c:v>4.1058218934208961</c:v>
                </c:pt>
                <c:pt idx="23954">
                  <c:v>4.1036278039324285</c:v>
                </c:pt>
                <c:pt idx="23955">
                  <c:v>4.1036515409265339</c:v>
                </c:pt>
                <c:pt idx="23956">
                  <c:v>4.1077588321398899</c:v>
                </c:pt>
                <c:pt idx="23957">
                  <c:v>4.1125663646793527</c:v>
                </c:pt>
                <c:pt idx="23958">
                  <c:v>4.1053075918819477</c:v>
                </c:pt>
                <c:pt idx="23959">
                  <c:v>4.0975598370059743</c:v>
                </c:pt>
                <c:pt idx="23960">
                  <c:v>4.0916065988843613</c:v>
                </c:pt>
                <c:pt idx="23961">
                  <c:v>4.0922008149701306</c:v>
                </c:pt>
                <c:pt idx="23962">
                  <c:v>4.0940625865411242</c:v>
                </c:pt>
                <c:pt idx="23963">
                  <c:v>4.0871076472682679</c:v>
                </c:pt>
                <c:pt idx="23964">
                  <c:v>4.0835107014281755</c:v>
                </c:pt>
                <c:pt idx="23965">
                  <c:v>4.0862728963088975</c:v>
                </c:pt>
                <c:pt idx="23966">
                  <c:v>4.0888499426355978</c:v>
                </c:pt>
                <c:pt idx="23967">
                  <c:v>4.095231237884243</c:v>
                </c:pt>
                <c:pt idx="23968">
                  <c:v>4.1025976183882582</c:v>
                </c:pt>
                <c:pt idx="23969">
                  <c:v>4.1044514776278831</c:v>
                </c:pt>
                <c:pt idx="23970">
                  <c:v>4.1012984135775605</c:v>
                </c:pt>
                <c:pt idx="23971">
                  <c:v>4.1027993828381533</c:v>
                </c:pt>
                <c:pt idx="23972">
                  <c:v>4.102179847292005</c:v>
                </c:pt>
                <c:pt idx="23973">
                  <c:v>4.0946678798908103</c:v>
                </c:pt>
                <c:pt idx="23974">
                  <c:v>4.0856968785852752</c:v>
                </c:pt>
                <c:pt idx="23975">
                  <c:v>4.081453495272382</c:v>
                </c:pt>
                <c:pt idx="23976">
                  <c:v>4.086090912687423</c:v>
                </c:pt>
                <c:pt idx="23977">
                  <c:v>4.0940815761364089</c:v>
                </c:pt>
                <c:pt idx="23978">
                  <c:v>4.1001962258179372</c:v>
                </c:pt>
                <c:pt idx="23979">
                  <c:v>4.1019685880444676</c:v>
                </c:pt>
                <c:pt idx="23980">
                  <c:v>4.0989880128179772</c:v>
                </c:pt>
                <c:pt idx="23981">
                  <c:v>4.0966752383589826</c:v>
                </c:pt>
                <c:pt idx="23982">
                  <c:v>4.0911350239348021</c:v>
                </c:pt>
                <c:pt idx="23983">
                  <c:v>4.0883720378209443</c:v>
                </c:pt>
                <c:pt idx="23984">
                  <c:v>4.0901072120900421</c:v>
                </c:pt>
                <c:pt idx="23985">
                  <c:v>4.0943189460774621</c:v>
                </c:pt>
                <c:pt idx="23986">
                  <c:v>4.0946963642837364</c:v>
                </c:pt>
                <c:pt idx="23987">
                  <c:v>4.0946227796020098</c:v>
                </c:pt>
                <c:pt idx="23988">
                  <c:v>4.101563476678403</c:v>
                </c:pt>
                <c:pt idx="23989">
                  <c:v>4.1025533093325945</c:v>
                </c:pt>
                <c:pt idx="23990">
                  <c:v>4.1044111247379043</c:v>
                </c:pt>
                <c:pt idx="23991">
                  <c:v>4.102093602880089</c:v>
                </c:pt>
                <c:pt idx="23992">
                  <c:v>4.0915978953198557</c:v>
                </c:pt>
                <c:pt idx="23993">
                  <c:v>4.0949487676543894</c:v>
                </c:pt>
                <c:pt idx="23994">
                  <c:v>4.1060624282944973</c:v>
                </c:pt>
                <c:pt idx="23995">
                  <c:v>4.1163199746805397</c:v>
                </c:pt>
                <c:pt idx="23996">
                  <c:v>4.1234442378446809</c:v>
                </c:pt>
                <c:pt idx="23997">
                  <c:v>4.1224085136685522</c:v>
                </c:pt>
                <c:pt idx="23998">
                  <c:v>4.11889702100724</c:v>
                </c:pt>
                <c:pt idx="23999">
                  <c:v>4.1143379356727463</c:v>
                </c:pt>
                <c:pt idx="24000">
                  <c:v>4.110130949084148</c:v>
                </c:pt>
                <c:pt idx="24001">
                  <c:v>4.1088483601693238</c:v>
                </c:pt>
                <c:pt idx="24002">
                  <c:v>4.1038335245480084</c:v>
                </c:pt>
                <c:pt idx="24003">
                  <c:v>4.1041159947778612</c:v>
                </c:pt>
                <c:pt idx="24004">
                  <c:v>4.1004375519246743</c:v>
                </c:pt>
                <c:pt idx="24005">
                  <c:v>4.0983273331487124</c:v>
                </c:pt>
                <c:pt idx="24006">
                  <c:v>4.1033247616410176</c:v>
                </c:pt>
                <c:pt idx="24007">
                  <c:v>4.0955588084028962</c:v>
                </c:pt>
                <c:pt idx="24008">
                  <c:v>4.0885959567986712</c:v>
                </c:pt>
                <c:pt idx="24009">
                  <c:v>4.0924065355857104</c:v>
                </c:pt>
                <c:pt idx="24010">
                  <c:v>4.0968429797839931</c:v>
                </c:pt>
                <c:pt idx="24011">
                  <c:v>4.0979063971199112</c:v>
                </c:pt>
                <c:pt idx="24012">
                  <c:v>4.1025904972900262</c:v>
                </c:pt>
                <c:pt idx="24013">
                  <c:v>4.1050892115361792</c:v>
                </c:pt>
                <c:pt idx="24014">
                  <c:v>4.1085010088222491</c:v>
                </c:pt>
                <c:pt idx="24015">
                  <c:v>4.108000158246627</c:v>
                </c:pt>
                <c:pt idx="24016">
                  <c:v>4.1064532974640979</c:v>
                </c:pt>
                <c:pt idx="24017">
                  <c:v>4.1090762353127346</c:v>
                </c:pt>
                <c:pt idx="24018">
                  <c:v>4.1067436800253194</c:v>
                </c:pt>
                <c:pt idx="24019">
                  <c:v>4.0946069549392732</c:v>
                </c:pt>
                <c:pt idx="24020">
                  <c:v>4.0922775645844052</c:v>
                </c:pt>
                <c:pt idx="24021">
                  <c:v>4.0999129643549468</c:v>
                </c:pt>
                <c:pt idx="24022">
                  <c:v>4.1093824425366936</c:v>
                </c:pt>
                <c:pt idx="24023">
                  <c:v>4.1193733433556199</c:v>
                </c:pt>
                <c:pt idx="24024">
                  <c:v>4.1150516279621794</c:v>
                </c:pt>
                <c:pt idx="24025">
                  <c:v>4.1044182458361353</c:v>
                </c:pt>
                <c:pt idx="24026">
                  <c:v>4.0962922815207499</c:v>
                </c:pt>
                <c:pt idx="24027">
                  <c:v>4.0922253431973727</c:v>
                </c:pt>
                <c:pt idx="24028">
                  <c:v>4.0899260197017053</c:v>
                </c:pt>
                <c:pt idx="24029">
                  <c:v>4.0929825533093327</c:v>
                </c:pt>
                <c:pt idx="24030">
                  <c:v>4.0864335166356769</c:v>
                </c:pt>
                <c:pt idx="24031">
                  <c:v>4.0807548364125488</c:v>
                </c:pt>
                <c:pt idx="24032">
                  <c:v>4.0854864105708746</c:v>
                </c:pt>
                <c:pt idx="24033">
                  <c:v>4.0880697867626701</c:v>
                </c:pt>
                <c:pt idx="24034">
                  <c:v>4.0967852197650041</c:v>
                </c:pt>
                <c:pt idx="24035">
                  <c:v>4.1035233611583655</c:v>
                </c:pt>
                <c:pt idx="24036">
                  <c:v>4.1036238477667446</c:v>
                </c:pt>
                <c:pt idx="24037">
                  <c:v>4.1013079083752029</c:v>
                </c:pt>
                <c:pt idx="24038">
                  <c:v>4.0993685959567987</c:v>
                </c:pt>
                <c:pt idx="24039">
                  <c:v>4.1036887288839656</c:v>
                </c:pt>
                <c:pt idx="24040">
                  <c:v>4.1094457411876411</c:v>
                </c:pt>
                <c:pt idx="24041">
                  <c:v>4.1108731257665072</c:v>
                </c:pt>
                <c:pt idx="24042">
                  <c:v>4.1112940617953075</c:v>
                </c:pt>
                <c:pt idx="24043">
                  <c:v>4.109125291767219</c:v>
                </c:pt>
                <c:pt idx="24044">
                  <c:v>4.1060750880246868</c:v>
                </c:pt>
                <c:pt idx="24045">
                  <c:v>4.0975558808402894</c:v>
                </c:pt>
                <c:pt idx="24046">
                  <c:v>4.0963183922142656</c:v>
                </c:pt>
                <c:pt idx="24047">
                  <c:v>4.1089615065078924</c:v>
                </c:pt>
                <c:pt idx="24048">
                  <c:v>4.114955888752621</c:v>
                </c:pt>
                <c:pt idx="24049">
                  <c:v>4.1113747675752661</c:v>
                </c:pt>
                <c:pt idx="24050">
                  <c:v>4.1052933496854846</c:v>
                </c:pt>
                <c:pt idx="24051">
                  <c:v>4.1029441785021961</c:v>
                </c:pt>
                <c:pt idx="24052">
                  <c:v>4.0984927008743126</c:v>
                </c:pt>
                <c:pt idx="24053">
                  <c:v>4.0977394469280375</c:v>
                </c:pt>
                <c:pt idx="24054">
                  <c:v>4.103362740831586</c:v>
                </c:pt>
                <c:pt idx="24055">
                  <c:v>4.110376231356569</c:v>
                </c:pt>
                <c:pt idx="24056">
                  <c:v>4.1174015903786048</c:v>
                </c:pt>
                <c:pt idx="24057">
                  <c:v>4.1155738418324956</c:v>
                </c:pt>
                <c:pt idx="24058">
                  <c:v>4.1124484709419633</c:v>
                </c:pt>
                <c:pt idx="24059">
                  <c:v>4.1097907188353044</c:v>
                </c:pt>
                <c:pt idx="24060">
                  <c:v>4.1078616924476794</c:v>
                </c:pt>
                <c:pt idx="24061">
                  <c:v>4.1087605332911341</c:v>
                </c:pt>
                <c:pt idx="24062">
                  <c:v>4.1031000514301539</c:v>
                </c:pt>
                <c:pt idx="24063">
                  <c:v>4.0992704830478299</c:v>
                </c:pt>
                <c:pt idx="24064">
                  <c:v>4.1039126478616925</c:v>
                </c:pt>
                <c:pt idx="24065">
                  <c:v>4.1130387308620486</c:v>
                </c:pt>
                <c:pt idx="24066">
                  <c:v>4.119917711753768</c:v>
                </c:pt>
                <c:pt idx="24067">
                  <c:v>4.1221189223404675</c:v>
                </c:pt>
                <c:pt idx="24068">
                  <c:v>4.11031847133758</c:v>
                </c:pt>
                <c:pt idx="24069">
                  <c:v>4.1026806978676271</c:v>
                </c:pt>
                <c:pt idx="24070">
                  <c:v>4.1016133243660242</c:v>
                </c:pt>
                <c:pt idx="24071">
                  <c:v>4.1046635281085573</c:v>
                </c:pt>
                <c:pt idx="24072">
                  <c:v>4.1103271749020847</c:v>
                </c:pt>
                <c:pt idx="24073">
                  <c:v>4.1160390869169605</c:v>
                </c:pt>
                <c:pt idx="24074">
                  <c:v>4.1129058036950585</c:v>
                </c:pt>
                <c:pt idx="24075">
                  <c:v>4.1040701032559248</c:v>
                </c:pt>
                <c:pt idx="24076">
                  <c:v>4.101318194405982</c:v>
                </c:pt>
                <c:pt idx="24077">
                  <c:v>4.0922846856826363</c:v>
                </c:pt>
                <c:pt idx="24078">
                  <c:v>4.0947470032044944</c:v>
                </c:pt>
                <c:pt idx="24079">
                  <c:v>4.1035399770542389</c:v>
                </c:pt>
                <c:pt idx="24080">
                  <c:v>4.1090224314594295</c:v>
                </c:pt>
                <c:pt idx="24081">
                  <c:v>4.1090714879139139</c:v>
                </c:pt>
                <c:pt idx="24082">
                  <c:v>4.1048534240613996</c:v>
                </c:pt>
                <c:pt idx="24083">
                  <c:v>4.1001669501918743</c:v>
                </c:pt>
                <c:pt idx="24084">
                  <c:v>4.0977568540570477</c:v>
                </c:pt>
                <c:pt idx="24085">
                  <c:v>4.0960422518495072</c:v>
                </c:pt>
                <c:pt idx="24086">
                  <c:v>4.1006052933496857</c:v>
                </c:pt>
                <c:pt idx="24087">
                  <c:v>4.1004051113660642</c:v>
                </c:pt>
                <c:pt idx="24088">
                  <c:v>4.098682596827155</c:v>
                </c:pt>
                <c:pt idx="24089">
                  <c:v>4.0996312853582308</c:v>
                </c:pt>
                <c:pt idx="24090">
                  <c:v>4.102637971278237</c:v>
                </c:pt>
                <c:pt idx="24091">
                  <c:v>4.1087415436958503</c:v>
                </c:pt>
                <c:pt idx="24092">
                  <c:v>4.1114712980179613</c:v>
                </c:pt>
                <c:pt idx="24093">
                  <c:v>4.1129936305732482</c:v>
                </c:pt>
                <c:pt idx="24094">
                  <c:v>4.1105408078490324</c:v>
                </c:pt>
                <c:pt idx="24095">
                  <c:v>4.1050931677018632</c:v>
                </c:pt>
                <c:pt idx="24096">
                  <c:v>4.103157020216007</c:v>
                </c:pt>
                <c:pt idx="24097">
                  <c:v>4.1059738101831709</c:v>
                </c:pt>
                <c:pt idx="24098">
                  <c:v>4.0980638525141435</c:v>
                </c:pt>
                <c:pt idx="24099">
                  <c:v>4.0869232899473831</c:v>
                </c:pt>
                <c:pt idx="24100">
                  <c:v>4.0879922459152587</c:v>
                </c:pt>
                <c:pt idx="24101">
                  <c:v>4.0838501404438814</c:v>
                </c:pt>
                <c:pt idx="24102">
                  <c:v>4.0854183645211064</c:v>
                </c:pt>
                <c:pt idx="24103">
                  <c:v>4.0915013648771614</c:v>
                </c:pt>
                <c:pt idx="24104">
                  <c:v>4.0963563714048341</c:v>
                </c:pt>
                <c:pt idx="24105">
                  <c:v>4.0971618467381417</c:v>
                </c:pt>
                <c:pt idx="24106">
                  <c:v>4.0954124302725798</c:v>
                </c:pt>
                <c:pt idx="24107">
                  <c:v>4.0990014637813035</c:v>
                </c:pt>
                <c:pt idx="24108">
                  <c:v>4.1054239031530644</c:v>
                </c:pt>
                <c:pt idx="24109">
                  <c:v>4.1041531827352928</c:v>
                </c:pt>
                <c:pt idx="24110">
                  <c:v>4.0987767535704398</c:v>
                </c:pt>
                <c:pt idx="24111">
                  <c:v>4.0902005776001902</c:v>
                </c:pt>
                <c:pt idx="24112">
                  <c:v>4.0819060806266565</c:v>
                </c:pt>
                <c:pt idx="24113">
                  <c:v>4.0874233492898684</c:v>
                </c:pt>
                <c:pt idx="24114">
                  <c:v>4.088978913636903</c:v>
                </c:pt>
                <c:pt idx="24115">
                  <c:v>4.0859959647110022</c:v>
                </c:pt>
                <c:pt idx="24116">
                  <c:v>4.0789422004193536</c:v>
                </c:pt>
                <c:pt idx="24117">
                  <c:v>4.0704931756141951</c:v>
                </c:pt>
                <c:pt idx="24118">
                  <c:v>4.0829876963247225</c:v>
                </c:pt>
                <c:pt idx="24119">
                  <c:v>4.1049863512283897</c:v>
                </c:pt>
                <c:pt idx="24120">
                  <c:v>4.1087051469715554</c:v>
                </c:pt>
                <c:pt idx="24121">
                  <c:v>4.1069414883095305</c:v>
                </c:pt>
                <c:pt idx="24122">
                  <c:v>4.1023452150176052</c:v>
                </c:pt>
                <c:pt idx="24123">
                  <c:v>4.1017691972939829</c:v>
                </c:pt>
                <c:pt idx="24124">
                  <c:v>4.1033975550896074</c:v>
                </c:pt>
                <c:pt idx="24125">
                  <c:v>4.1094853028444831</c:v>
                </c:pt>
                <c:pt idx="24126">
                  <c:v>4.1130134114016697</c:v>
                </c:pt>
                <c:pt idx="24127">
                  <c:v>4.1046231752185784</c:v>
                </c:pt>
                <c:pt idx="24128">
                  <c:v>4.1025382759029947</c:v>
                </c:pt>
                <c:pt idx="24129">
                  <c:v>4.1015326185860665</c:v>
                </c:pt>
                <c:pt idx="24130">
                  <c:v>4.0970866795901415</c:v>
                </c:pt>
                <c:pt idx="24131">
                  <c:v>4.0897709380068834</c:v>
                </c:pt>
                <c:pt idx="24132">
                  <c:v>4.0933488942516911</c:v>
                </c:pt>
                <c:pt idx="24133">
                  <c:v>4.0986232543418915</c:v>
                </c:pt>
                <c:pt idx="24134">
                  <c:v>4.1043850140443885</c:v>
                </c:pt>
                <c:pt idx="24135">
                  <c:v>4.0997697511571785</c:v>
                </c:pt>
                <c:pt idx="24136">
                  <c:v>4.0937373897218814</c:v>
                </c:pt>
                <c:pt idx="24137">
                  <c:v>4.1000617161846735</c:v>
                </c:pt>
                <c:pt idx="24138">
                  <c:v>4.1081568224077225</c:v>
                </c:pt>
                <c:pt idx="24139">
                  <c:v>4.1074146457253633</c:v>
                </c:pt>
                <c:pt idx="24140">
                  <c:v>4.1092526803022507</c:v>
                </c:pt>
                <c:pt idx="24141">
                  <c:v>4.108079281560312</c:v>
                </c:pt>
                <c:pt idx="24142">
                  <c:v>4.0979435850773429</c:v>
                </c:pt>
                <c:pt idx="24143">
                  <c:v>4.0924682517703843</c:v>
                </c:pt>
                <c:pt idx="24144">
                  <c:v>4.089729002650631</c:v>
                </c:pt>
                <c:pt idx="24145">
                  <c:v>4.0837702258970605</c:v>
                </c:pt>
                <c:pt idx="24146">
                  <c:v>4.0817913518218143</c:v>
                </c:pt>
                <c:pt idx="24147">
                  <c:v>4.0809684693594965</c:v>
                </c:pt>
                <c:pt idx="24148">
                  <c:v>4.0830826443011432</c:v>
                </c:pt>
                <c:pt idx="24149">
                  <c:v>4.0812295762946551</c:v>
                </c:pt>
                <c:pt idx="24150">
                  <c:v>4.0767487439173955</c:v>
                </c:pt>
                <c:pt idx="24151">
                  <c:v>4.0712393084622382</c:v>
                </c:pt>
                <c:pt idx="24152">
                  <c:v>4.0769816038295685</c:v>
                </c:pt>
                <c:pt idx="24153">
                  <c:v>4.0906405032242752</c:v>
                </c:pt>
                <c:pt idx="24154">
                  <c:v>4.0998322585749891</c:v>
                </c:pt>
                <c:pt idx="24155">
                  <c:v>4.1061494639395502</c:v>
                </c:pt>
                <c:pt idx="24156">
                  <c:v>4.1080587094987537</c:v>
                </c:pt>
                <c:pt idx="24157">
                  <c:v>4.1003505162796214</c:v>
                </c:pt>
                <c:pt idx="24158">
                  <c:v>4.0967511967401196</c:v>
                </c:pt>
                <c:pt idx="24159">
                  <c:v>4.1017407129010559</c:v>
                </c:pt>
                <c:pt idx="24160">
                  <c:v>4.102969497962575</c:v>
                </c:pt>
                <c:pt idx="24161">
                  <c:v>4.0959520512719072</c:v>
                </c:pt>
                <c:pt idx="24162">
                  <c:v>4.0917055030264669</c:v>
                </c:pt>
                <c:pt idx="24163">
                  <c:v>4.0969608735213834</c:v>
                </c:pt>
                <c:pt idx="24164">
                  <c:v>4.1006496024053485</c:v>
                </c:pt>
                <c:pt idx="24165">
                  <c:v>4.1050298690509157</c:v>
                </c:pt>
                <c:pt idx="24166">
                  <c:v>4.1080120267436797</c:v>
                </c:pt>
                <c:pt idx="24167">
                  <c:v>4.1043359575899041</c:v>
                </c:pt>
                <c:pt idx="24168">
                  <c:v>4.0998195988447996</c:v>
                </c:pt>
                <c:pt idx="24169">
                  <c:v>4.1042869011354197</c:v>
                </c:pt>
                <c:pt idx="24170">
                  <c:v>4.1086473869525655</c:v>
                </c:pt>
                <c:pt idx="24171">
                  <c:v>4.1115148158404873</c:v>
                </c:pt>
                <c:pt idx="24172">
                  <c:v>4.1131036119792697</c:v>
                </c:pt>
                <c:pt idx="24173">
                  <c:v>4.1115844443565299</c:v>
                </c:pt>
                <c:pt idx="24174">
                  <c:v>4.1174648890295522</c:v>
                </c:pt>
                <c:pt idx="24175">
                  <c:v>4.1195110179214307</c:v>
                </c:pt>
                <c:pt idx="24176">
                  <c:v>4.1146512639949364</c:v>
                </c:pt>
                <c:pt idx="24177">
                  <c:v>4.110058946868695</c:v>
                </c:pt>
                <c:pt idx="24178">
                  <c:v>4.1082106262610276</c:v>
                </c:pt>
                <c:pt idx="24179">
                  <c:v>4.1046690667405148</c:v>
                </c:pt>
                <c:pt idx="24180">
                  <c:v>4.0982861890255968</c:v>
                </c:pt>
                <c:pt idx="24181">
                  <c:v>4.0926810934841953</c:v>
                </c:pt>
                <c:pt idx="24182">
                  <c:v>4.0887352138307556</c:v>
                </c:pt>
                <c:pt idx="24183">
                  <c:v>4.0840811805198403</c:v>
                </c:pt>
                <c:pt idx="24184">
                  <c:v>4.0799501523123789</c:v>
                </c:pt>
                <c:pt idx="24185">
                  <c:v>4.0799723068402107</c:v>
                </c:pt>
                <c:pt idx="24186">
                  <c:v>4.085625667602959</c:v>
                </c:pt>
                <c:pt idx="24187">
                  <c:v>4.0929216283577956</c:v>
                </c:pt>
                <c:pt idx="24188">
                  <c:v>4.0974079202436995</c:v>
                </c:pt>
                <c:pt idx="24189">
                  <c:v>4.1006503936384853</c:v>
                </c:pt>
                <c:pt idx="24190">
                  <c:v>4.1051026624995055</c:v>
                </c:pt>
                <c:pt idx="24191">
                  <c:v>4.1026150255172684</c:v>
                </c:pt>
                <c:pt idx="24192">
                  <c:v>4.1006385251414326</c:v>
                </c:pt>
                <c:pt idx="24193">
                  <c:v>4.1018783874668667</c:v>
                </c:pt>
                <c:pt idx="24194">
                  <c:v>4.0981105352692166</c:v>
                </c:pt>
                <c:pt idx="24195">
                  <c:v>4.0969331803615932</c:v>
                </c:pt>
                <c:pt idx="24196">
                  <c:v>4.0966586224631092</c:v>
                </c:pt>
                <c:pt idx="24197">
                  <c:v>4.0897535308778732</c:v>
                </c:pt>
                <c:pt idx="24198">
                  <c:v>4.0809020057760019</c:v>
                </c:pt>
                <c:pt idx="24199">
                  <c:v>4.0814891007635401</c:v>
                </c:pt>
                <c:pt idx="24200">
                  <c:v>4.0890089804961036</c:v>
                </c:pt>
                <c:pt idx="24201">
                  <c:v>4.0899996043834319</c:v>
                </c:pt>
                <c:pt idx="24202">
                  <c:v>4.0873165328163941</c:v>
                </c:pt>
                <c:pt idx="24203">
                  <c:v>4.0881694821379115</c:v>
                </c:pt>
                <c:pt idx="24204">
                  <c:v>4.0899972306840207</c:v>
                </c:pt>
                <c:pt idx="24205">
                  <c:v>4.089386398702378</c:v>
                </c:pt>
                <c:pt idx="24206">
                  <c:v>4.0933212010919018</c:v>
                </c:pt>
                <c:pt idx="24207">
                  <c:v>4.1009629307275386</c:v>
                </c:pt>
                <c:pt idx="24208">
                  <c:v>4.0993140008703568</c:v>
                </c:pt>
                <c:pt idx="24209">
                  <c:v>4.1001606203267791</c:v>
                </c:pt>
                <c:pt idx="24210">
                  <c:v>4.1033904339913754</c:v>
                </c:pt>
                <c:pt idx="24211">
                  <c:v>4.1055845234798429</c:v>
                </c:pt>
                <c:pt idx="24212">
                  <c:v>4.1002049293824427</c:v>
                </c:pt>
                <c:pt idx="24213">
                  <c:v>4.094290461684535</c:v>
                </c:pt>
                <c:pt idx="24214">
                  <c:v>4.092938244253669</c:v>
                </c:pt>
                <c:pt idx="24215">
                  <c:v>4.0992934288087985</c:v>
                </c:pt>
                <c:pt idx="24216">
                  <c:v>4.1025944534557111</c:v>
                </c:pt>
                <c:pt idx="24217">
                  <c:v>4.1025184950745741</c:v>
                </c:pt>
                <c:pt idx="24218">
                  <c:v>4.105696087352138</c:v>
                </c:pt>
                <c:pt idx="24219">
                  <c:v>4.1024860545159632</c:v>
                </c:pt>
                <c:pt idx="24220">
                  <c:v>4.1053337025754635</c:v>
                </c:pt>
                <c:pt idx="24221">
                  <c:v>4.1102401392570318</c:v>
                </c:pt>
                <c:pt idx="24222">
                  <c:v>4.117213276892036</c:v>
                </c:pt>
                <c:pt idx="24223">
                  <c:v>4.1212295762946551</c:v>
                </c:pt>
                <c:pt idx="24224">
                  <c:v>4.1180591051153224</c:v>
                </c:pt>
                <c:pt idx="24225">
                  <c:v>4.1150160224710213</c:v>
                </c:pt>
                <c:pt idx="24226">
                  <c:v>4.1147493769039052</c:v>
                </c:pt>
                <c:pt idx="24227">
                  <c:v>4.1149408553230211</c:v>
                </c:pt>
                <c:pt idx="24228">
                  <c:v>4.1189160106025238</c:v>
                </c:pt>
                <c:pt idx="24229">
                  <c:v>4.1162297741029397</c:v>
                </c:pt>
                <c:pt idx="24230">
                  <c:v>4.1130885785496698</c:v>
                </c:pt>
                <c:pt idx="24231">
                  <c:v>4.1133362345215021</c:v>
                </c:pt>
                <c:pt idx="24232">
                  <c:v>4.1059682715512125</c:v>
                </c:pt>
                <c:pt idx="24233">
                  <c:v>4.0995252601178933</c:v>
                </c:pt>
                <c:pt idx="24234">
                  <c:v>4.0971357360446259</c:v>
                </c:pt>
                <c:pt idx="24235">
                  <c:v>4.0982798591605016</c:v>
                </c:pt>
                <c:pt idx="24236">
                  <c:v>4.1003995727341058</c:v>
                </c:pt>
                <c:pt idx="24237">
                  <c:v>4.1077912726985009</c:v>
                </c:pt>
                <c:pt idx="24238">
                  <c:v>4.1110725165169919</c:v>
                </c:pt>
                <c:pt idx="24239">
                  <c:v>4.1048391818649366</c:v>
                </c:pt>
                <c:pt idx="24240">
                  <c:v>4.097983146734185</c:v>
                </c:pt>
                <c:pt idx="24241">
                  <c:v>4.0987356094473233</c:v>
                </c:pt>
                <c:pt idx="24242">
                  <c:v>4.1002737666653477</c:v>
                </c:pt>
                <c:pt idx="24243">
                  <c:v>4.1037939628911655</c:v>
                </c:pt>
                <c:pt idx="24244">
                  <c:v>4.1119294220041933</c:v>
                </c:pt>
                <c:pt idx="24245">
                  <c:v>4.1156687898089173</c:v>
                </c:pt>
                <c:pt idx="24246">
                  <c:v>4.1121588796138786</c:v>
                </c:pt>
                <c:pt idx="24247">
                  <c:v>4.104696759900305</c:v>
                </c:pt>
                <c:pt idx="24248">
                  <c:v>4.1062966333030024</c:v>
                </c:pt>
                <c:pt idx="24249">
                  <c:v>4.1200664635834947</c:v>
                </c:pt>
                <c:pt idx="24250">
                  <c:v>4.1258036950587487</c:v>
                </c:pt>
                <c:pt idx="24251">
                  <c:v>4.1281409977449854</c:v>
                </c:pt>
                <c:pt idx="24252">
                  <c:v>4.1295509751948414</c:v>
                </c:pt>
                <c:pt idx="24253">
                  <c:v>4.1321905289393523</c:v>
                </c:pt>
                <c:pt idx="24254">
                  <c:v>4.1264532974640975</c:v>
                </c:pt>
                <c:pt idx="24255">
                  <c:v>4.1190513114689242</c:v>
                </c:pt>
                <c:pt idx="24256">
                  <c:v>4.1236863551845548</c:v>
                </c:pt>
                <c:pt idx="24257">
                  <c:v>4.1248637100921783</c:v>
                </c:pt>
                <c:pt idx="24258">
                  <c:v>4.1257633421687698</c:v>
                </c:pt>
                <c:pt idx="24259">
                  <c:v>4.1290730703801879</c:v>
                </c:pt>
                <c:pt idx="24260">
                  <c:v>4.1258859833049808</c:v>
                </c:pt>
                <c:pt idx="24261">
                  <c:v>4.1265696087352142</c:v>
                </c:pt>
                <c:pt idx="24262">
                  <c:v>4.1295636349250309</c:v>
                </c:pt>
                <c:pt idx="24263">
                  <c:v>4.1301467737468842</c:v>
                </c:pt>
                <c:pt idx="24264">
                  <c:v>4.1280041144123114</c:v>
                </c:pt>
                <c:pt idx="24265">
                  <c:v>4.1219108280254781</c:v>
                </c:pt>
                <c:pt idx="24266">
                  <c:v>4.1224678561538157</c:v>
                </c:pt>
                <c:pt idx="24267">
                  <c:v>4.124157930134114</c:v>
                </c:pt>
                <c:pt idx="24268">
                  <c:v>4.1208149701309491</c:v>
                </c:pt>
                <c:pt idx="24269">
                  <c:v>4.1202436998061476</c:v>
                </c:pt>
                <c:pt idx="24270">
                  <c:v>4.1203505162796219</c:v>
                </c:pt>
                <c:pt idx="24271">
                  <c:v>4.1148925901016735</c:v>
                </c:pt>
                <c:pt idx="24272">
                  <c:v>4.1115148158404873</c:v>
                </c:pt>
                <c:pt idx="24273">
                  <c:v>4.1103817699885274</c:v>
                </c:pt>
                <c:pt idx="24274">
                  <c:v>4.1089132412865448</c:v>
                </c:pt>
                <c:pt idx="24275">
                  <c:v>4.1154915535862644</c:v>
                </c:pt>
                <c:pt idx="24276">
                  <c:v>4.1264928591209404</c:v>
                </c:pt>
                <c:pt idx="24277">
                  <c:v>4.1321588796138782</c:v>
                </c:pt>
                <c:pt idx="24278">
                  <c:v>4.1382086481781855</c:v>
                </c:pt>
                <c:pt idx="24279">
                  <c:v>4.1445100288800099</c:v>
                </c:pt>
                <c:pt idx="24280">
                  <c:v>4.1426363888119635</c:v>
                </c:pt>
                <c:pt idx="24281">
                  <c:v>4.1446809352375675</c:v>
                </c:pt>
                <c:pt idx="24282">
                  <c:v>4.1460624282944973</c:v>
                </c:pt>
                <c:pt idx="24283">
                  <c:v>4.1528868140997748</c:v>
                </c:pt>
                <c:pt idx="24284">
                  <c:v>4.1608940934446332</c:v>
                </c:pt>
                <c:pt idx="24285">
                  <c:v>4.1556244807532536</c:v>
                </c:pt>
                <c:pt idx="24286">
                  <c:v>4.1466645567116354</c:v>
                </c:pt>
                <c:pt idx="24287">
                  <c:v>4.1487716105550501</c:v>
                </c:pt>
                <c:pt idx="24288">
                  <c:v>4.1544700716065988</c:v>
                </c:pt>
                <c:pt idx="24289">
                  <c:v>4.1523503580329946</c:v>
                </c:pt>
                <c:pt idx="24290">
                  <c:v>4.1528203505162793</c:v>
                </c:pt>
                <c:pt idx="24291">
                  <c:v>4.1608418720576017</c:v>
                </c:pt>
                <c:pt idx="24292">
                  <c:v>4.1753048225659688</c:v>
                </c:pt>
                <c:pt idx="24293">
                  <c:v>4.1779340902797006</c:v>
                </c:pt>
                <c:pt idx="24294">
                  <c:v>4.1690968073742924</c:v>
                </c:pt>
                <c:pt idx="24295">
                  <c:v>4.1577275784309844</c:v>
                </c:pt>
                <c:pt idx="24296">
                  <c:v>4.1526114649681531</c:v>
                </c:pt>
                <c:pt idx="24297">
                  <c:v>4.1534928986825967</c:v>
                </c:pt>
                <c:pt idx="24298">
                  <c:v>4.1566776120583926</c:v>
                </c:pt>
                <c:pt idx="24299">
                  <c:v>4.1603552636784427</c:v>
                </c:pt>
                <c:pt idx="24300">
                  <c:v>4.1637702258970606</c:v>
                </c:pt>
                <c:pt idx="24301">
                  <c:v>4.1668576175970253</c:v>
                </c:pt>
                <c:pt idx="24302">
                  <c:v>4.169246350437156</c:v>
                </c:pt>
                <c:pt idx="24303">
                  <c:v>4.1688151283775765</c:v>
                </c:pt>
                <c:pt idx="24304">
                  <c:v>4.1693737389721885</c:v>
                </c:pt>
                <c:pt idx="24305">
                  <c:v>4.1690517070854929</c:v>
                </c:pt>
                <c:pt idx="24306">
                  <c:v>4.1636119792696915</c:v>
                </c:pt>
                <c:pt idx="24307">
                  <c:v>4.1592332950903987</c:v>
                </c:pt>
                <c:pt idx="24308">
                  <c:v>4.1607413854492226</c:v>
                </c:pt>
                <c:pt idx="24309">
                  <c:v>4.169804961031768</c:v>
                </c:pt>
                <c:pt idx="24310">
                  <c:v>4.171362899078213</c:v>
                </c:pt>
                <c:pt idx="24311">
                  <c:v>4.1676757526605215</c:v>
                </c:pt>
                <c:pt idx="24312">
                  <c:v>4.1692305257744193</c:v>
                </c:pt>
                <c:pt idx="24313">
                  <c:v>4.1711619258614547</c:v>
                </c:pt>
                <c:pt idx="24314">
                  <c:v>4.1775883213989005</c:v>
                </c:pt>
                <c:pt idx="24315">
                  <c:v>4.1780140048265224</c:v>
                </c:pt>
                <c:pt idx="24316">
                  <c:v>4.1767891759306881</c:v>
                </c:pt>
                <c:pt idx="24317">
                  <c:v>4.1782521660007124</c:v>
                </c:pt>
                <c:pt idx="24318">
                  <c:v>4.1801914784191165</c:v>
                </c:pt>
                <c:pt idx="24319">
                  <c:v>4.1821917157890569</c:v>
                </c:pt>
                <c:pt idx="24320">
                  <c:v>4.18840052221387</c:v>
                </c:pt>
                <c:pt idx="24321">
                  <c:v>4.1992166791945245</c:v>
                </c:pt>
                <c:pt idx="24322">
                  <c:v>4.2002611069351588</c:v>
                </c:pt>
                <c:pt idx="24323">
                  <c:v>4.192507813427226</c:v>
                </c:pt>
                <c:pt idx="24324">
                  <c:v>4.1829615856312063</c:v>
                </c:pt>
                <c:pt idx="24325">
                  <c:v>4.1813719982592872</c:v>
                </c:pt>
                <c:pt idx="24326">
                  <c:v>4.1878284606559326</c:v>
                </c:pt>
                <c:pt idx="24327">
                  <c:v>4.1928250979151009</c:v>
                </c:pt>
                <c:pt idx="24328">
                  <c:v>4.186871859793488</c:v>
                </c:pt>
                <c:pt idx="24329">
                  <c:v>4.1859010167345811</c:v>
                </c:pt>
                <c:pt idx="24330">
                  <c:v>4.1940807849032717</c:v>
                </c:pt>
                <c:pt idx="24331">
                  <c:v>4.2034149622186181</c:v>
                </c:pt>
                <c:pt idx="24332">
                  <c:v>4.2086916960082288</c:v>
                </c:pt>
                <c:pt idx="24333">
                  <c:v>4.2052245124025793</c:v>
                </c:pt>
                <c:pt idx="24334">
                  <c:v>4.1964924635043719</c:v>
                </c:pt>
                <c:pt idx="24335">
                  <c:v>4.1982395062705224</c:v>
                </c:pt>
                <c:pt idx="24336">
                  <c:v>4.2072120900423311</c:v>
                </c:pt>
                <c:pt idx="24337">
                  <c:v>4.2160802310400758</c:v>
                </c:pt>
                <c:pt idx="24338">
                  <c:v>4.23018554417059</c:v>
                </c:pt>
                <c:pt idx="24339">
                  <c:v>4.232936661787396</c:v>
                </c:pt>
                <c:pt idx="24340">
                  <c:v>4.2291775131542506</c:v>
                </c:pt>
                <c:pt idx="24341">
                  <c:v>4.2289725837718084</c:v>
                </c:pt>
                <c:pt idx="24342">
                  <c:v>4.228530284448313</c:v>
                </c:pt>
                <c:pt idx="24343">
                  <c:v>4.2234822170352491</c:v>
                </c:pt>
                <c:pt idx="24344">
                  <c:v>4.2264074059421608</c:v>
                </c:pt>
                <c:pt idx="24345">
                  <c:v>4.2296071527475574</c:v>
                </c:pt>
                <c:pt idx="24346">
                  <c:v>4.22854848281046</c:v>
                </c:pt>
                <c:pt idx="24347">
                  <c:v>4.2342461526288719</c:v>
                </c:pt>
                <c:pt idx="24348">
                  <c:v>4.2427906792736483</c:v>
                </c:pt>
                <c:pt idx="24349">
                  <c:v>4.2536139573525338</c:v>
                </c:pt>
                <c:pt idx="24350">
                  <c:v>4.2580037187957434</c:v>
                </c:pt>
                <c:pt idx="24351">
                  <c:v>4.2518764093840247</c:v>
                </c:pt>
                <c:pt idx="24352">
                  <c:v>4.2531328876053331</c:v>
                </c:pt>
                <c:pt idx="24353">
                  <c:v>4.2471527475570676</c:v>
                </c:pt>
                <c:pt idx="24354">
                  <c:v>4.233524548008071</c:v>
                </c:pt>
                <c:pt idx="24355">
                  <c:v>4.2257767931320966</c:v>
                </c:pt>
                <c:pt idx="24356">
                  <c:v>4.2195355461486725</c:v>
                </c:pt>
                <c:pt idx="24357">
                  <c:v>4.2258393005499073</c:v>
                </c:pt>
                <c:pt idx="24358">
                  <c:v>4.2391660402737665</c:v>
                </c:pt>
                <c:pt idx="24359">
                  <c:v>4.2488847568936183</c:v>
                </c:pt>
                <c:pt idx="24360">
                  <c:v>4.2524334375123631</c:v>
                </c:pt>
                <c:pt idx="24361">
                  <c:v>4.2557265498279069</c:v>
                </c:pt>
                <c:pt idx="24362">
                  <c:v>4.2559378090754443</c:v>
                </c:pt>
                <c:pt idx="24363">
                  <c:v>4.2574656802626896</c:v>
                </c:pt>
                <c:pt idx="24364">
                  <c:v>4.2622668829370571</c:v>
                </c:pt>
                <c:pt idx="24365">
                  <c:v>4.2610895280294336</c:v>
                </c:pt>
                <c:pt idx="24366">
                  <c:v>4.2562432250662656</c:v>
                </c:pt>
                <c:pt idx="24367">
                  <c:v>4.2564370771847928</c:v>
                </c:pt>
                <c:pt idx="24368">
                  <c:v>4.2605649404597061</c:v>
                </c:pt>
                <c:pt idx="24369">
                  <c:v>4.2592135142619769</c:v>
                </c:pt>
                <c:pt idx="24370">
                  <c:v>4.2502725798156424</c:v>
                </c:pt>
                <c:pt idx="24371">
                  <c:v>4.2429687067294379</c:v>
                </c:pt>
                <c:pt idx="24372">
                  <c:v>4.2382632432646279</c:v>
                </c:pt>
                <c:pt idx="24373">
                  <c:v>4.2511286940697079</c:v>
                </c:pt>
                <c:pt idx="24374">
                  <c:v>4.2633136843771018</c:v>
                </c:pt>
                <c:pt idx="24375">
                  <c:v>4.2710353285595604</c:v>
                </c:pt>
                <c:pt idx="24376">
                  <c:v>4.2719523677651621</c:v>
                </c:pt>
                <c:pt idx="24377">
                  <c:v>4.2711097044744237</c:v>
                </c:pt>
                <c:pt idx="24378">
                  <c:v>4.2742200419353562</c:v>
                </c:pt>
                <c:pt idx="24379">
                  <c:v>4.2733077501285752</c:v>
                </c:pt>
                <c:pt idx="24380">
                  <c:v>4.269259010167346</c:v>
                </c:pt>
                <c:pt idx="24381">
                  <c:v>4.2693428808798508</c:v>
                </c:pt>
                <c:pt idx="24382">
                  <c:v>4.2762899078213392</c:v>
                </c:pt>
                <c:pt idx="24383">
                  <c:v>4.281796890453772</c:v>
                </c:pt>
                <c:pt idx="24384">
                  <c:v>4.2803552636784428</c:v>
                </c:pt>
                <c:pt idx="24385">
                  <c:v>4.2802429085730109</c:v>
                </c:pt>
                <c:pt idx="24386">
                  <c:v>4.2823792380424894</c:v>
                </c:pt>
                <c:pt idx="24387">
                  <c:v>4.2890643668156825</c:v>
                </c:pt>
                <c:pt idx="24388">
                  <c:v>4.2984056652292599</c:v>
                </c:pt>
                <c:pt idx="24389">
                  <c:v>4.2967939233295089</c:v>
                </c:pt>
                <c:pt idx="24390">
                  <c:v>4.2941519958855876</c:v>
                </c:pt>
                <c:pt idx="24391">
                  <c:v>4.3017620761957511</c:v>
                </c:pt>
                <c:pt idx="24392">
                  <c:v>4.3118874866479411</c:v>
                </c:pt>
                <c:pt idx="24393">
                  <c:v>4.32063931637457</c:v>
                </c:pt>
                <c:pt idx="24394">
                  <c:v>4.3236001107726389</c:v>
                </c:pt>
                <c:pt idx="24395">
                  <c:v>4.3197428492305256</c:v>
                </c:pt>
                <c:pt idx="24396">
                  <c:v>4.319604383431578</c:v>
                </c:pt>
                <c:pt idx="24397">
                  <c:v>4.321901333227836</c:v>
                </c:pt>
                <c:pt idx="24398">
                  <c:v>4.323177592277565</c:v>
                </c:pt>
                <c:pt idx="24399">
                  <c:v>4.3212074217668235</c:v>
                </c:pt>
                <c:pt idx="24400">
                  <c:v>4.3258844008387074</c:v>
                </c:pt>
                <c:pt idx="24401">
                  <c:v>4.3250631008426632</c:v>
                </c:pt>
                <c:pt idx="24402">
                  <c:v>4.31536732998378</c:v>
                </c:pt>
                <c:pt idx="24403">
                  <c:v>4.310784507655181</c:v>
                </c:pt>
                <c:pt idx="24404">
                  <c:v>4.3167013490524981</c:v>
                </c:pt>
                <c:pt idx="24405">
                  <c:v>4.3272556078648572</c:v>
                </c:pt>
                <c:pt idx="24406">
                  <c:v>4.3214962218617714</c:v>
                </c:pt>
                <c:pt idx="24407">
                  <c:v>4.3225208687739842</c:v>
                </c:pt>
                <c:pt idx="24408">
                  <c:v>4.3271511650907941</c:v>
                </c:pt>
                <c:pt idx="24409">
                  <c:v>4.322016853265815</c:v>
                </c:pt>
                <c:pt idx="24410">
                  <c:v>4.3247616410175258</c:v>
                </c:pt>
                <c:pt idx="24411">
                  <c:v>4.3298255330933264</c:v>
                </c:pt>
                <c:pt idx="24412">
                  <c:v>4.3308082446492859</c:v>
                </c:pt>
                <c:pt idx="24413">
                  <c:v>4.3247117933299046</c:v>
                </c:pt>
                <c:pt idx="24414">
                  <c:v>4.3234932942991655</c:v>
                </c:pt>
                <c:pt idx="24415">
                  <c:v>4.325182577046327</c:v>
                </c:pt>
                <c:pt idx="24416">
                  <c:v>4.3330695889543858</c:v>
                </c:pt>
                <c:pt idx="24417">
                  <c:v>4.3452830636547057</c:v>
                </c:pt>
                <c:pt idx="24418">
                  <c:v>4.3535221743086598</c:v>
                </c:pt>
                <c:pt idx="24419">
                  <c:v>4.3521446374174149</c:v>
                </c:pt>
                <c:pt idx="24420">
                  <c:v>4.3496506705700835</c:v>
                </c:pt>
                <c:pt idx="24421">
                  <c:v>4.34692645487993</c:v>
                </c:pt>
                <c:pt idx="24422">
                  <c:v>4.3438580527752499</c:v>
                </c:pt>
                <c:pt idx="24423">
                  <c:v>4.3437702258970603</c:v>
                </c:pt>
                <c:pt idx="24424">
                  <c:v>4.340572852791075</c:v>
                </c:pt>
                <c:pt idx="24425">
                  <c:v>4.3401701151244216</c:v>
                </c:pt>
                <c:pt idx="24426">
                  <c:v>4.3437274993076711</c:v>
                </c:pt>
                <c:pt idx="24427">
                  <c:v>4.344831269533568</c:v>
                </c:pt>
                <c:pt idx="24428">
                  <c:v>4.3483680816552601</c:v>
                </c:pt>
                <c:pt idx="24429">
                  <c:v>4.3503699014914741</c:v>
                </c:pt>
                <c:pt idx="24430">
                  <c:v>4.3488262056414921</c:v>
                </c:pt>
                <c:pt idx="24431">
                  <c:v>4.3545927127428099</c:v>
                </c:pt>
                <c:pt idx="24432">
                  <c:v>4.3630082683862801</c:v>
                </c:pt>
                <c:pt idx="24433">
                  <c:v>4.3647521462198835</c:v>
                </c:pt>
                <c:pt idx="24434">
                  <c:v>4.3613957352533923</c:v>
                </c:pt>
                <c:pt idx="24435">
                  <c:v>4.3585868576175972</c:v>
                </c:pt>
                <c:pt idx="24436">
                  <c:v>4.3582323851722915</c:v>
                </c:pt>
                <c:pt idx="24437">
                  <c:v>4.3643889702100722</c:v>
                </c:pt>
                <c:pt idx="24438">
                  <c:v>4.3681061834869643</c:v>
                </c:pt>
                <c:pt idx="24439">
                  <c:v>4.3630494125093957</c:v>
                </c:pt>
                <c:pt idx="24440">
                  <c:v>4.3561743877833603</c:v>
                </c:pt>
                <c:pt idx="24441">
                  <c:v>4.3520884598646994</c:v>
                </c:pt>
                <c:pt idx="24442">
                  <c:v>4.3529825533093325</c:v>
                </c:pt>
                <c:pt idx="24443">
                  <c:v>4.3547090240139257</c:v>
                </c:pt>
                <c:pt idx="24444">
                  <c:v>4.3505534675792221</c:v>
                </c:pt>
                <c:pt idx="24445">
                  <c:v>4.3493270562171142</c:v>
                </c:pt>
                <c:pt idx="24446">
                  <c:v>4.3515614985955615</c:v>
                </c:pt>
                <c:pt idx="24447">
                  <c:v>4.3552383589824739</c:v>
                </c:pt>
                <c:pt idx="24448">
                  <c:v>4.3674154369584999</c:v>
                </c:pt>
                <c:pt idx="24449">
                  <c:v>4.3780147960596594</c:v>
                </c:pt>
                <c:pt idx="24450">
                  <c:v>4.3815057166594134</c:v>
                </c:pt>
                <c:pt idx="24451">
                  <c:v>4.3744985559995255</c:v>
                </c:pt>
                <c:pt idx="24452">
                  <c:v>4.3697416623808207</c:v>
                </c:pt>
                <c:pt idx="24453">
                  <c:v>4.3646943862008944</c:v>
                </c:pt>
                <c:pt idx="24454">
                  <c:v>4.3615286624203824</c:v>
                </c:pt>
                <c:pt idx="24455">
                  <c:v>4.3643873877437986</c:v>
                </c:pt>
                <c:pt idx="24456">
                  <c:v>4.3624805158840054</c:v>
                </c:pt>
                <c:pt idx="24457">
                  <c:v>4.3615080903588241</c:v>
                </c:pt>
                <c:pt idx="24458">
                  <c:v>4.3661431340744548</c:v>
                </c:pt>
                <c:pt idx="24459">
                  <c:v>4.3657127032480121</c:v>
                </c:pt>
                <c:pt idx="24460">
                  <c:v>4.3668623649958462</c:v>
                </c:pt>
                <c:pt idx="24461">
                  <c:v>4.3737761601455869</c:v>
                </c:pt>
                <c:pt idx="24462">
                  <c:v>4.3732626498397753</c:v>
                </c:pt>
                <c:pt idx="24463">
                  <c:v>4.3659595679867076</c:v>
                </c:pt>
                <c:pt idx="24464">
                  <c:v>4.3620524587569731</c:v>
                </c:pt>
                <c:pt idx="24465">
                  <c:v>4.3571847924991101</c:v>
                </c:pt>
                <c:pt idx="24466">
                  <c:v>4.3554757289235271</c:v>
                </c:pt>
                <c:pt idx="24467">
                  <c:v>4.3601360920995376</c:v>
                </c:pt>
                <c:pt idx="24468">
                  <c:v>4.3610657910353288</c:v>
                </c:pt>
                <c:pt idx="24469">
                  <c:v>4.3573082248684578</c:v>
                </c:pt>
                <c:pt idx="24470">
                  <c:v>4.3566578312299722</c:v>
                </c:pt>
                <c:pt idx="24471">
                  <c:v>4.3628191636665745</c:v>
                </c:pt>
                <c:pt idx="24472">
                  <c:v>4.3653685168334846</c:v>
                </c:pt>
                <c:pt idx="24473">
                  <c:v>4.3604826522134745</c:v>
                </c:pt>
                <c:pt idx="24474">
                  <c:v>4.3625683427621951</c:v>
                </c:pt>
                <c:pt idx="24475">
                  <c:v>4.3695343592989673</c:v>
                </c:pt>
                <c:pt idx="24476">
                  <c:v>4.375751869288286</c:v>
                </c:pt>
                <c:pt idx="24477">
                  <c:v>4.3801178937373901</c:v>
                </c:pt>
                <c:pt idx="24478">
                  <c:v>4.3832076591367644</c:v>
                </c:pt>
                <c:pt idx="24479">
                  <c:v>4.3766586224631085</c:v>
                </c:pt>
                <c:pt idx="24480">
                  <c:v>4.3766214345056769</c:v>
                </c:pt>
                <c:pt idx="24481">
                  <c:v>4.3739858369268507</c:v>
                </c:pt>
                <c:pt idx="24482">
                  <c:v>4.367562606321953</c:v>
                </c:pt>
                <c:pt idx="24483">
                  <c:v>4.3713708114095819</c:v>
                </c:pt>
                <c:pt idx="24484">
                  <c:v>4.3743600902005779</c:v>
                </c:pt>
                <c:pt idx="24485">
                  <c:v>4.3784143687937647</c:v>
                </c:pt>
                <c:pt idx="24486">
                  <c:v>4.3800229457609685</c:v>
                </c:pt>
                <c:pt idx="24487">
                  <c:v>4.383133283221901</c:v>
                </c:pt>
                <c:pt idx="24488">
                  <c:v>4.390452980970843</c:v>
                </c:pt>
                <c:pt idx="24489">
                  <c:v>4.3866685128773195</c:v>
                </c:pt>
                <c:pt idx="24490">
                  <c:v>4.3814843533647192</c:v>
                </c:pt>
                <c:pt idx="24491">
                  <c:v>4.3810697472010132</c:v>
                </c:pt>
                <c:pt idx="24492">
                  <c:v>4.3788368872888395</c:v>
                </c:pt>
                <c:pt idx="24493">
                  <c:v>4.3796115045298096</c:v>
                </c:pt>
                <c:pt idx="24494">
                  <c:v>4.3830217193496068</c:v>
                </c:pt>
                <c:pt idx="24495">
                  <c:v>4.3824559876567628</c:v>
                </c:pt>
                <c:pt idx="24496">
                  <c:v>4.3915417177671401</c:v>
                </c:pt>
                <c:pt idx="24497">
                  <c:v>4.3938449974284923</c:v>
                </c:pt>
                <c:pt idx="24498">
                  <c:v>4.3963421292083709</c:v>
                </c:pt>
                <c:pt idx="24499">
                  <c:v>4.4068948055544563</c:v>
                </c:pt>
                <c:pt idx="24500">
                  <c:v>4.3995814376706095</c:v>
                </c:pt>
                <c:pt idx="24501">
                  <c:v>4.3842457570123035</c:v>
                </c:pt>
                <c:pt idx="24502">
                  <c:v>4.3773343355619732</c:v>
                </c:pt>
                <c:pt idx="24503">
                  <c:v>4.3820057760018987</c:v>
                </c:pt>
                <c:pt idx="24504">
                  <c:v>4.3863393598923928</c:v>
                </c:pt>
                <c:pt idx="24505">
                  <c:v>4.3822091229180682</c:v>
                </c:pt>
                <c:pt idx="24506">
                  <c:v>4.3839656604818611</c:v>
                </c:pt>
                <c:pt idx="24507">
                  <c:v>4.3913201724888236</c:v>
                </c:pt>
                <c:pt idx="24508">
                  <c:v>4.3974640977964157</c:v>
                </c:pt>
                <c:pt idx="24509">
                  <c:v>4.4055133124975274</c:v>
                </c:pt>
                <c:pt idx="24510">
                  <c:v>4.4084369189381647</c:v>
                </c:pt>
                <c:pt idx="24511">
                  <c:v>4.4057443525734854</c:v>
                </c:pt>
                <c:pt idx="24512">
                  <c:v>4.397091426988962</c:v>
                </c:pt>
                <c:pt idx="24513">
                  <c:v>4.3939636823990185</c:v>
                </c:pt>
                <c:pt idx="24514">
                  <c:v>4.3903596154606959</c:v>
                </c:pt>
                <c:pt idx="24515">
                  <c:v>4.3875736835858685</c:v>
                </c:pt>
                <c:pt idx="24516">
                  <c:v>4.3901902915694109</c:v>
                </c:pt>
                <c:pt idx="24517">
                  <c:v>4.4002785140641691</c:v>
                </c:pt>
                <c:pt idx="24518">
                  <c:v>4.4144400047473988</c:v>
                </c:pt>
                <c:pt idx="24519">
                  <c:v>4.4132444514776275</c:v>
                </c:pt>
                <c:pt idx="24520">
                  <c:v>4.4108288167108443</c:v>
                </c:pt>
                <c:pt idx="24521">
                  <c:v>4.4125378802864264</c:v>
                </c:pt>
                <c:pt idx="24522">
                  <c:v>4.4134849863512287</c:v>
                </c:pt>
                <c:pt idx="24523">
                  <c:v>4.4171270324801206</c:v>
                </c:pt>
                <c:pt idx="24524">
                  <c:v>4.41831546465166</c:v>
                </c:pt>
                <c:pt idx="24525">
                  <c:v>4.4151394548403688</c:v>
                </c:pt>
                <c:pt idx="24526">
                  <c:v>4.4112901056296234</c:v>
                </c:pt>
                <c:pt idx="24527">
                  <c:v>4.4037195869763028</c:v>
                </c:pt>
                <c:pt idx="24528">
                  <c:v>4.3960414606163702</c:v>
                </c:pt>
                <c:pt idx="24529">
                  <c:v>4.390828025477707</c:v>
                </c:pt>
                <c:pt idx="24530">
                  <c:v>4.387795228864185</c:v>
                </c:pt>
                <c:pt idx="24531">
                  <c:v>4.3931281402065121</c:v>
                </c:pt>
                <c:pt idx="24532">
                  <c:v>4.396799461961467</c:v>
                </c:pt>
                <c:pt idx="24533">
                  <c:v>4.4021228785061517</c:v>
                </c:pt>
                <c:pt idx="24534">
                  <c:v>4.4022281125133524</c:v>
                </c:pt>
                <c:pt idx="24535">
                  <c:v>4.4026996874629107</c:v>
                </c:pt>
                <c:pt idx="24536">
                  <c:v>4.4046215927523047</c:v>
                </c:pt>
                <c:pt idx="24537">
                  <c:v>4.4099442180638526</c:v>
                </c:pt>
                <c:pt idx="24538">
                  <c:v>4.4122213870316891</c:v>
                </c:pt>
                <c:pt idx="24539">
                  <c:v>4.4134121929026389</c:v>
                </c:pt>
                <c:pt idx="24540">
                  <c:v>4.4153863195790644</c:v>
                </c:pt>
                <c:pt idx="24541">
                  <c:v>4.4184871622423545</c:v>
                </c:pt>
                <c:pt idx="24542">
                  <c:v>4.4181413933615543</c:v>
                </c:pt>
                <c:pt idx="24543">
                  <c:v>4.420266645567116</c:v>
                </c:pt>
                <c:pt idx="24544">
                  <c:v>4.4238794160699451</c:v>
                </c:pt>
                <c:pt idx="24545">
                  <c:v>4.4178668354630695</c:v>
                </c:pt>
                <c:pt idx="24546">
                  <c:v>4.4106128100644852</c:v>
                </c:pt>
                <c:pt idx="24547">
                  <c:v>4.4079495193258698</c:v>
                </c:pt>
                <c:pt idx="24548">
                  <c:v>4.4098919966768211</c:v>
                </c:pt>
                <c:pt idx="24549">
                  <c:v>4.4118075721011198</c:v>
                </c:pt>
                <c:pt idx="24550">
                  <c:v>4.4129374530205325</c:v>
                </c:pt>
                <c:pt idx="24551">
                  <c:v>4.4149012936661789</c:v>
                </c:pt>
                <c:pt idx="24552">
                  <c:v>4.4114784191161931</c:v>
                </c:pt>
                <c:pt idx="24553">
                  <c:v>4.4122269256636466</c:v>
                </c:pt>
                <c:pt idx="24554">
                  <c:v>4.4174126676425214</c:v>
                </c:pt>
                <c:pt idx="24555">
                  <c:v>4.4215974997032879</c:v>
                </c:pt>
                <c:pt idx="24556">
                  <c:v>4.4254151995885591</c:v>
                </c:pt>
                <c:pt idx="24557">
                  <c:v>4.4244744233888511</c:v>
                </c:pt>
                <c:pt idx="24558">
                  <c:v>4.4216465561577722</c:v>
                </c:pt>
                <c:pt idx="24559">
                  <c:v>4.4256327887011908</c:v>
                </c:pt>
                <c:pt idx="24560">
                  <c:v>4.4286252324247339</c:v>
                </c:pt>
                <c:pt idx="24561">
                  <c:v>4.4321731218103411</c:v>
                </c:pt>
                <c:pt idx="24562">
                  <c:v>4.437892154923448</c:v>
                </c:pt>
                <c:pt idx="24563">
                  <c:v>4.4367235035803301</c:v>
                </c:pt>
                <c:pt idx="24564">
                  <c:v>4.4312616212366978</c:v>
                </c:pt>
                <c:pt idx="24565">
                  <c:v>4.4276591367646478</c:v>
                </c:pt>
                <c:pt idx="24566">
                  <c:v>4.4337168176603239</c:v>
                </c:pt>
                <c:pt idx="24567">
                  <c:v>4.4356949005024333</c:v>
                </c:pt>
                <c:pt idx="24568">
                  <c:v>4.4362891165882026</c:v>
                </c:pt>
                <c:pt idx="24569">
                  <c:v>4.4420437551924676</c:v>
                </c:pt>
                <c:pt idx="24570">
                  <c:v>4.4525109783597738</c:v>
                </c:pt>
                <c:pt idx="24571">
                  <c:v>4.4610317680104439</c:v>
                </c:pt>
                <c:pt idx="24572">
                  <c:v>4.4685563951418281</c:v>
                </c:pt>
                <c:pt idx="24573">
                  <c:v>4.4670008307947935</c:v>
                </c:pt>
                <c:pt idx="24574">
                  <c:v>4.4665743561340348</c:v>
                </c:pt>
                <c:pt idx="24575">
                  <c:v>4.464654824544052</c:v>
                </c:pt>
                <c:pt idx="24576">
                  <c:v>4.4633635320647231</c:v>
                </c:pt>
                <c:pt idx="24577">
                  <c:v>4.4672200023736996</c:v>
                </c:pt>
                <c:pt idx="24578">
                  <c:v>4.4720085453178777</c:v>
                </c:pt>
                <c:pt idx="24579">
                  <c:v>4.4728535823080273</c:v>
                </c:pt>
                <c:pt idx="24580">
                  <c:v>4.4798116865134308</c:v>
                </c:pt>
                <c:pt idx="24581">
                  <c:v>4.484847885429442</c:v>
                </c:pt>
                <c:pt idx="24582">
                  <c:v>4.4819377299521301</c:v>
                </c:pt>
                <c:pt idx="24583">
                  <c:v>4.4823816117419</c:v>
                </c:pt>
                <c:pt idx="24584">
                  <c:v>4.485893895636349</c:v>
                </c:pt>
                <c:pt idx="24585">
                  <c:v>4.4965304426949402</c:v>
                </c:pt>
                <c:pt idx="24586">
                  <c:v>4.504056652292598</c:v>
                </c:pt>
                <c:pt idx="24587">
                  <c:v>4.5044949954504094</c:v>
                </c:pt>
                <c:pt idx="24588">
                  <c:v>4.5013332278355822</c:v>
                </c:pt>
                <c:pt idx="24589">
                  <c:v>4.5007524627131383</c:v>
                </c:pt>
                <c:pt idx="24590">
                  <c:v>4.5145737231475254</c:v>
                </c:pt>
                <c:pt idx="24591">
                  <c:v>4.5242505044111248</c:v>
                </c:pt>
                <c:pt idx="24592">
                  <c:v>4.5217058986430354</c:v>
                </c:pt>
                <c:pt idx="24593">
                  <c:v>4.5257348577758441</c:v>
                </c:pt>
                <c:pt idx="24594">
                  <c:v>4.5409296989357912</c:v>
                </c:pt>
                <c:pt idx="24595">
                  <c:v>4.5508889504292442</c:v>
                </c:pt>
                <c:pt idx="24596">
                  <c:v>4.5489630889741663</c:v>
                </c:pt>
                <c:pt idx="24597">
                  <c:v>4.5435803299442181</c:v>
                </c:pt>
                <c:pt idx="24598">
                  <c:v>4.5446809352375679</c:v>
                </c:pt>
                <c:pt idx="24599">
                  <c:v>4.5474542073822048</c:v>
                </c:pt>
                <c:pt idx="24600">
                  <c:v>4.5537967322071449</c:v>
                </c:pt>
                <c:pt idx="24601">
                  <c:v>4.5629505083672903</c:v>
                </c:pt>
                <c:pt idx="24602">
                  <c:v>4.5715931479210354</c:v>
                </c:pt>
                <c:pt idx="24603">
                  <c:v>4.58041856232939</c:v>
                </c:pt>
                <c:pt idx="24604">
                  <c:v>4.5871044823357199</c:v>
                </c:pt>
                <c:pt idx="24605">
                  <c:v>4.6045749099972308</c:v>
                </c:pt>
                <c:pt idx="24606">
                  <c:v>4.6068853107568142</c:v>
                </c:pt>
                <c:pt idx="24607">
                  <c:v>4.6035708351465763</c:v>
                </c:pt>
                <c:pt idx="24608">
                  <c:v>4.6066218301222452</c:v>
                </c:pt>
                <c:pt idx="24609">
                  <c:v>4.6110725165169919</c:v>
                </c:pt>
                <c:pt idx="24610">
                  <c:v>4.6106523717213275</c:v>
                </c:pt>
                <c:pt idx="24611">
                  <c:v>4.6114887051469715</c:v>
                </c:pt>
                <c:pt idx="24612">
                  <c:v>4.6240954227163034</c:v>
                </c:pt>
                <c:pt idx="24613">
                  <c:v>4.6329611900146377</c:v>
                </c:pt>
                <c:pt idx="24614">
                  <c:v>4.6404826522134748</c:v>
                </c:pt>
                <c:pt idx="24615">
                  <c:v>4.6494655220160617</c:v>
                </c:pt>
                <c:pt idx="24616">
                  <c:v>4.6539478577362825</c:v>
                </c:pt>
                <c:pt idx="24617">
                  <c:v>4.6529263757566168</c:v>
                </c:pt>
                <c:pt idx="24618">
                  <c:v>4.6667769118170668</c:v>
                </c:pt>
                <c:pt idx="24619">
                  <c:v>4.6807936068362546</c:v>
                </c:pt>
                <c:pt idx="24620">
                  <c:v>4.7004786960477905</c:v>
                </c:pt>
                <c:pt idx="24621">
                  <c:v>4.7357756062823908</c:v>
                </c:pt>
                <c:pt idx="24622">
                  <c:v>4.7703564505281477</c:v>
                </c:pt>
                <c:pt idx="24623">
                  <c:v>4.8053170866795902</c:v>
                </c:pt>
                <c:pt idx="24624">
                  <c:v>4.8397357281322941</c:v>
                </c:pt>
                <c:pt idx="24625">
                  <c:v>4.8595877675357046</c:v>
                </c:pt>
                <c:pt idx="24626">
                  <c:v>4.8580923369070694</c:v>
                </c:pt>
                <c:pt idx="24627">
                  <c:v>4.8377339082960793</c:v>
                </c:pt>
                <c:pt idx="24628">
                  <c:v>4.8084978438897021</c:v>
                </c:pt>
                <c:pt idx="24629">
                  <c:v>4.785550500454959</c:v>
                </c:pt>
                <c:pt idx="24630">
                  <c:v>4.7652063140404319</c:v>
                </c:pt>
                <c:pt idx="24631">
                  <c:v>4.7539518139019661</c:v>
                </c:pt>
                <c:pt idx="24632">
                  <c:v>4.7423578747477944</c:v>
                </c:pt>
                <c:pt idx="24633">
                  <c:v>4.7349258218934214</c:v>
                </c:pt>
                <c:pt idx="24634">
                  <c:v>4.7325125608260477</c:v>
                </c:pt>
                <c:pt idx="24635">
                  <c:v>4.7322063536020886</c:v>
                </c:pt>
                <c:pt idx="24636">
                  <c:v>4.7348554021442419</c:v>
                </c:pt>
                <c:pt idx="24637">
                  <c:v>4.7380353681212171</c:v>
                </c:pt>
                <c:pt idx="24638">
                  <c:v>4.7417668235945722</c:v>
                </c:pt>
                <c:pt idx="24639">
                  <c:v>4.7429663330300276</c:v>
                </c:pt>
                <c:pt idx="24640">
                  <c:v>4.7437441152035449</c:v>
                </c:pt>
                <c:pt idx="24641">
                  <c:v>4.7542888792182616</c:v>
                </c:pt>
                <c:pt idx="24642">
                  <c:v>4.7602682280333903</c:v>
                </c:pt>
                <c:pt idx="24643">
                  <c:v>4.7540641690073979</c:v>
                </c:pt>
                <c:pt idx="24644">
                  <c:v>4.7502369743244852</c:v>
                </c:pt>
                <c:pt idx="24645">
                  <c:v>4.7543656288325353</c:v>
                </c:pt>
                <c:pt idx="24646">
                  <c:v>4.7526162123669735</c:v>
                </c:pt>
                <c:pt idx="24647">
                  <c:v>4.7548981287336316</c:v>
                </c:pt>
                <c:pt idx="24648">
                  <c:v>4.7573256319974684</c:v>
                </c:pt>
                <c:pt idx="24649">
                  <c:v>4.7577639751552798</c:v>
                </c:pt>
                <c:pt idx="24650">
                  <c:v>4.7680887763579536</c:v>
                </c:pt>
                <c:pt idx="24651">
                  <c:v>4.7784879534754916</c:v>
                </c:pt>
                <c:pt idx="24652">
                  <c:v>4.7832195276338174</c:v>
                </c:pt>
                <c:pt idx="24653">
                  <c:v>4.7830976777307432</c:v>
                </c:pt>
                <c:pt idx="24654">
                  <c:v>4.7803639672429483</c:v>
                </c:pt>
                <c:pt idx="24655">
                  <c:v>4.7815357835186134</c:v>
                </c:pt>
                <c:pt idx="24656">
                  <c:v>4.7788068204296401</c:v>
                </c:pt>
                <c:pt idx="24657">
                  <c:v>4.782640344977648</c:v>
                </c:pt>
                <c:pt idx="24658">
                  <c:v>4.7879629702891959</c:v>
                </c:pt>
                <c:pt idx="24659">
                  <c:v>4.7884345452387542</c:v>
                </c:pt>
                <c:pt idx="24660">
                  <c:v>4.7881853068006492</c:v>
                </c:pt>
                <c:pt idx="24661">
                  <c:v>4.794453455710725</c:v>
                </c:pt>
                <c:pt idx="24662">
                  <c:v>4.8072951695216997</c:v>
                </c:pt>
                <c:pt idx="24663">
                  <c:v>4.8177631839221426</c:v>
                </c:pt>
                <c:pt idx="24664">
                  <c:v>4.8233730268623649</c:v>
                </c:pt>
                <c:pt idx="24665">
                  <c:v>4.824346243620683</c:v>
                </c:pt>
                <c:pt idx="24666">
                  <c:v>4.8242671203069989</c:v>
                </c:pt>
                <c:pt idx="24667">
                  <c:v>4.8285714285714283</c:v>
                </c:pt>
                <c:pt idx="24668">
                  <c:v>4.8287850615183761</c:v>
                </c:pt>
                <c:pt idx="24669">
                  <c:v>4.8282391106539544</c:v>
                </c:pt>
                <c:pt idx="24670">
                  <c:v>4.8293943110337461</c:v>
                </c:pt>
                <c:pt idx="24671">
                  <c:v>4.8341496221861773</c:v>
                </c:pt>
                <c:pt idx="24672">
                  <c:v>4.8382402975036598</c:v>
                </c:pt>
                <c:pt idx="24673">
                  <c:v>4.8397040788068209</c:v>
                </c:pt>
                <c:pt idx="24674">
                  <c:v>4.8383510701428172</c:v>
                </c:pt>
                <c:pt idx="24675">
                  <c:v>4.8382244728409223</c:v>
                </c:pt>
                <c:pt idx="24676">
                  <c:v>4.8380029275626066</c:v>
                </c:pt>
                <c:pt idx="24677">
                  <c:v>4.83615935435376</c:v>
                </c:pt>
                <c:pt idx="24678">
                  <c:v>4.8452980970843056</c:v>
                </c:pt>
                <c:pt idx="24679">
                  <c:v>4.8629267713731847</c:v>
                </c:pt>
                <c:pt idx="24680">
                  <c:v>4.8673181152826679</c:v>
                </c:pt>
                <c:pt idx="24681">
                  <c:v>4.8690113541955142</c:v>
                </c:pt>
                <c:pt idx="24682">
                  <c:v>4.8671836056494051</c:v>
                </c:pt>
                <c:pt idx="24683">
                  <c:v>4.872975432211101</c:v>
                </c:pt>
                <c:pt idx="24684">
                  <c:v>4.8816789967163823</c:v>
                </c:pt>
                <c:pt idx="24685">
                  <c:v>4.8812992048106976</c:v>
                </c:pt>
                <c:pt idx="24686">
                  <c:v>4.8811330458519606</c:v>
                </c:pt>
                <c:pt idx="24687">
                  <c:v>4.8824306681963838</c:v>
                </c:pt>
                <c:pt idx="24688">
                  <c:v>4.8798670728330098</c:v>
                </c:pt>
                <c:pt idx="24689">
                  <c:v>4.8804130236974324</c:v>
                </c:pt>
                <c:pt idx="24690">
                  <c:v>4.8881512837757644</c:v>
                </c:pt>
                <c:pt idx="24691">
                  <c:v>4.8942042172726197</c:v>
                </c:pt>
                <c:pt idx="24692">
                  <c:v>4.9002096767812633</c:v>
                </c:pt>
                <c:pt idx="24693">
                  <c:v>4.9063338212604348</c:v>
                </c:pt>
                <c:pt idx="24694">
                  <c:v>4.9030264667484271</c:v>
                </c:pt>
                <c:pt idx="24695">
                  <c:v>4.8949875380780945</c:v>
                </c:pt>
                <c:pt idx="24696">
                  <c:v>4.9032400996953749</c:v>
                </c:pt>
                <c:pt idx="24697">
                  <c:v>4.9120148751829724</c:v>
                </c:pt>
                <c:pt idx="24698">
                  <c:v>4.9121652094789727</c:v>
                </c:pt>
                <c:pt idx="24699">
                  <c:v>4.9159314792103492</c:v>
                </c:pt>
                <c:pt idx="24700">
                  <c:v>4.9240099695375239</c:v>
                </c:pt>
                <c:pt idx="24701">
                  <c:v>4.9313051390592237</c:v>
                </c:pt>
                <c:pt idx="24702">
                  <c:v>4.9403410214819798</c:v>
                </c:pt>
                <c:pt idx="24703">
                  <c:v>4.9444712584563044</c:v>
                </c:pt>
                <c:pt idx="24704">
                  <c:v>4.95072200023737</c:v>
                </c:pt>
                <c:pt idx="24705">
                  <c:v>4.9538315464651657</c:v>
                </c:pt>
                <c:pt idx="24706">
                  <c:v>4.9477469636428371</c:v>
                </c:pt>
                <c:pt idx="24707">
                  <c:v>4.9474542073822052</c:v>
                </c:pt>
                <c:pt idx="24708">
                  <c:v>4.9593068797721251</c:v>
                </c:pt>
                <c:pt idx="24709">
                  <c:v>4.9681212169165647</c:v>
                </c:pt>
                <c:pt idx="24710">
                  <c:v>4.9690311350239345</c:v>
                </c:pt>
                <c:pt idx="24711">
                  <c:v>4.9719982592870995</c:v>
                </c:pt>
                <c:pt idx="24712">
                  <c:v>4.9754559480951066</c:v>
                </c:pt>
                <c:pt idx="24713">
                  <c:v>4.9721565059144677</c:v>
                </c:pt>
                <c:pt idx="24714">
                  <c:v>4.9755034220833174</c:v>
                </c:pt>
                <c:pt idx="24715">
                  <c:v>4.9783360367132179</c:v>
                </c:pt>
                <c:pt idx="24716">
                  <c:v>4.9776476638841638</c:v>
                </c:pt>
                <c:pt idx="24717">
                  <c:v>4.9787474779443768</c:v>
                </c:pt>
                <c:pt idx="24718">
                  <c:v>4.9769830280492151</c:v>
                </c:pt>
                <c:pt idx="24719">
                  <c:v>4.9713731851089928</c:v>
                </c:pt>
                <c:pt idx="24720">
                  <c:v>4.9697353325157261</c:v>
                </c:pt>
                <c:pt idx="24721">
                  <c:v>4.9794279384420621</c:v>
                </c:pt>
                <c:pt idx="24722">
                  <c:v>4.9873640068046052</c:v>
                </c:pt>
                <c:pt idx="24723">
                  <c:v>4.9915258931044031</c:v>
                </c:pt>
                <c:pt idx="24724">
                  <c:v>4.9896348459073465</c:v>
                </c:pt>
                <c:pt idx="24725">
                  <c:v>4.9939470665031456</c:v>
                </c:pt>
                <c:pt idx="24726">
                  <c:v>4.9951260038770426</c:v>
                </c:pt>
                <c:pt idx="24727">
                  <c:v>4.9934565019583017</c:v>
                </c:pt>
                <c:pt idx="24728">
                  <c:v>4.993606836254302</c:v>
                </c:pt>
                <c:pt idx="24729">
                  <c:v>4.9913439094829295</c:v>
                </c:pt>
                <c:pt idx="24730">
                  <c:v>4.9888515251018717</c:v>
                </c:pt>
                <c:pt idx="24731">
                  <c:v>4.9946512639949363</c:v>
                </c:pt>
                <c:pt idx="24732">
                  <c:v>5.000284843929264</c:v>
                </c:pt>
                <c:pt idx="24733">
                  <c:v>4.9959805356648337</c:v>
                </c:pt>
                <c:pt idx="24734">
                  <c:v>4.995276338173043</c:v>
                </c:pt>
                <c:pt idx="24735">
                  <c:v>5.0063852514143292</c:v>
                </c:pt>
                <c:pt idx="24736">
                  <c:v>5.0145349527238201</c:v>
                </c:pt>
                <c:pt idx="24737">
                  <c:v>5.0146852870198204</c:v>
                </c:pt>
                <c:pt idx="24738">
                  <c:v>5.0153578351861379</c:v>
                </c:pt>
                <c:pt idx="24739">
                  <c:v>5.0106974720101274</c:v>
                </c:pt>
                <c:pt idx="24740">
                  <c:v>5.0042093602880087</c:v>
                </c:pt>
                <c:pt idx="24741">
                  <c:v>4.9980140048265218</c:v>
                </c:pt>
                <c:pt idx="24742">
                  <c:v>5.001424219646319</c:v>
                </c:pt>
                <c:pt idx="24743">
                  <c:v>5.0034814258021125</c:v>
                </c:pt>
                <c:pt idx="24744">
                  <c:v>5.0050638920757997</c:v>
                </c:pt>
                <c:pt idx="24745">
                  <c:v>5.0067175693318031</c:v>
                </c:pt>
                <c:pt idx="24746">
                  <c:v>5.0098825018791784</c:v>
                </c:pt>
                <c:pt idx="24747">
                  <c:v>5.0140839498358192</c:v>
                </c:pt>
                <c:pt idx="24748">
                  <c:v>5.0145191280610835</c:v>
                </c:pt>
                <c:pt idx="24749">
                  <c:v>5.0126597301895002</c:v>
                </c:pt>
                <c:pt idx="24750">
                  <c:v>5.008632353522966</c:v>
                </c:pt>
                <c:pt idx="24751">
                  <c:v>5.0084899315583336</c:v>
                </c:pt>
                <c:pt idx="24752">
                  <c:v>5.0085294932151765</c:v>
                </c:pt>
                <c:pt idx="24753">
                  <c:v>5.0102860307789694</c:v>
                </c:pt>
                <c:pt idx="24754">
                  <c:v>5.0174941646556164</c:v>
                </c:pt>
                <c:pt idx="24755">
                  <c:v>5.01934565019583</c:v>
                </c:pt>
                <c:pt idx="24756">
                  <c:v>5.0192032282311985</c:v>
                </c:pt>
                <c:pt idx="24757">
                  <c:v>5.0247260355263679</c:v>
                </c:pt>
                <c:pt idx="24758">
                  <c:v>5.0361197926969181</c:v>
                </c:pt>
                <c:pt idx="24759">
                  <c:v>5.0374490643668155</c:v>
                </c:pt>
                <c:pt idx="24760">
                  <c:v>5.0300668592000637</c:v>
                </c:pt>
                <c:pt idx="24761">
                  <c:v>5.0247339478577366</c:v>
                </c:pt>
                <c:pt idx="24762">
                  <c:v>5.0231514815840486</c:v>
                </c:pt>
                <c:pt idx="24763">
                  <c:v>5.0163073149503505</c:v>
                </c:pt>
                <c:pt idx="24764">
                  <c:v>5.0058076512244334</c:v>
                </c:pt>
                <c:pt idx="24765">
                  <c:v>5.0013213593385295</c:v>
                </c:pt>
                <c:pt idx="24766">
                  <c:v>5.0042410096134828</c:v>
                </c:pt>
                <c:pt idx="24767">
                  <c:v>5.0126913795149743</c:v>
                </c:pt>
                <c:pt idx="24768">
                  <c:v>5.0129762234442374</c:v>
                </c:pt>
                <c:pt idx="24769">
                  <c:v>5.0014716936345298</c:v>
                </c:pt>
                <c:pt idx="24770">
                  <c:v>4.992791866123353</c:v>
                </c:pt>
                <c:pt idx="24771">
                  <c:v>4.9938283815326185</c:v>
                </c:pt>
                <c:pt idx="24772">
                  <c:v>5.0012659730189499</c:v>
                </c:pt>
                <c:pt idx="24773">
                  <c:v>4.9963682399018872</c:v>
                </c:pt>
                <c:pt idx="24774">
                  <c:v>4.9945800530126201</c:v>
                </c:pt>
                <c:pt idx="24775">
                  <c:v>5.0053566483364325</c:v>
                </c:pt>
                <c:pt idx="24776">
                  <c:v>5.0104363650749697</c:v>
                </c:pt>
                <c:pt idx="24777">
                  <c:v>5.0133718400126597</c:v>
                </c:pt>
                <c:pt idx="24778">
                  <c:v>5.0161332436602448</c:v>
                </c:pt>
                <c:pt idx="24779">
                  <c:v>5.016006646358349</c:v>
                </c:pt>
                <c:pt idx="24780">
                  <c:v>5.0154290461684532</c:v>
                </c:pt>
                <c:pt idx="24781">
                  <c:v>5.013237330379396</c:v>
                </c:pt>
                <c:pt idx="24782">
                  <c:v>5.0076749614273846</c:v>
                </c:pt>
                <c:pt idx="24783">
                  <c:v>4.9987577639751555</c:v>
                </c:pt>
                <c:pt idx="24784">
                  <c:v>4.989247141670293</c:v>
                </c:pt>
                <c:pt idx="24785">
                  <c:v>4.9854887842702853</c:v>
                </c:pt>
                <c:pt idx="24786">
                  <c:v>4.9841832495944933</c:v>
                </c:pt>
                <c:pt idx="24787">
                  <c:v>4.9787870396012188</c:v>
                </c:pt>
                <c:pt idx="24788">
                  <c:v>4.9722118922340464</c:v>
                </c:pt>
                <c:pt idx="24789">
                  <c:v>4.9750207698698423</c:v>
                </c:pt>
                <c:pt idx="24790">
                  <c:v>4.9841278632749138</c:v>
                </c:pt>
                <c:pt idx="24791">
                  <c:v>4.9889781224037666</c:v>
                </c:pt>
                <c:pt idx="24792">
                  <c:v>4.9943426830715669</c:v>
                </c:pt>
                <c:pt idx="24793">
                  <c:v>4.9952605135103054</c:v>
                </c:pt>
                <c:pt idx="24794">
                  <c:v>4.9940657514736717</c:v>
                </c:pt>
                <c:pt idx="24795">
                  <c:v>4.9937492582189345</c:v>
                </c:pt>
                <c:pt idx="24796">
                  <c:v>4.9970012264113617</c:v>
                </c:pt>
                <c:pt idx="24797">
                  <c:v>4.9964473632155713</c:v>
                </c:pt>
                <c:pt idx="24798">
                  <c:v>4.9924199865490371</c:v>
                </c:pt>
                <c:pt idx="24799">
                  <c:v>4.9909482929145073</c:v>
                </c:pt>
                <c:pt idx="24800">
                  <c:v>4.9885666811726077</c:v>
                </c:pt>
                <c:pt idx="24801">
                  <c:v>4.9898722158483997</c:v>
                </c:pt>
                <c:pt idx="24802">
                  <c:v>4.9834711397713338</c:v>
                </c:pt>
                <c:pt idx="24803">
                  <c:v>4.980535664833643</c:v>
                </c:pt>
                <c:pt idx="24804">
                  <c:v>4.986643984650077</c:v>
                </c:pt>
                <c:pt idx="24805">
                  <c:v>4.984404794872809</c:v>
                </c:pt>
                <c:pt idx="24806">
                  <c:v>4.9820943941132256</c:v>
                </c:pt>
                <c:pt idx="24807">
                  <c:v>4.9830913478656491</c:v>
                </c:pt>
                <c:pt idx="24808">
                  <c:v>4.979230130157851</c:v>
                </c:pt>
                <c:pt idx="24809">
                  <c:v>4.9711041658424655</c:v>
                </c:pt>
                <c:pt idx="24810">
                  <c:v>4.9708034972504649</c:v>
                </c:pt>
                <c:pt idx="24811">
                  <c:v>4.9821102187759623</c:v>
                </c:pt>
                <c:pt idx="24812">
                  <c:v>4.9836768603869128</c:v>
                </c:pt>
                <c:pt idx="24813">
                  <c:v>4.9727657554298377</c:v>
                </c:pt>
                <c:pt idx="24814">
                  <c:v>4.9626617082723428</c:v>
                </c:pt>
                <c:pt idx="24815">
                  <c:v>4.9621948807216043</c:v>
                </c:pt>
                <c:pt idx="24816">
                  <c:v>4.9614906832298136</c:v>
                </c:pt>
                <c:pt idx="24817">
                  <c:v>4.960208885548127</c:v>
                </c:pt>
                <c:pt idx="24818">
                  <c:v>4.9562052458756973</c:v>
                </c:pt>
                <c:pt idx="24819">
                  <c:v>4.9496854848281044</c:v>
                </c:pt>
                <c:pt idx="24820">
                  <c:v>4.9414962218617715</c:v>
                </c:pt>
                <c:pt idx="24821">
                  <c:v>4.937690390473553</c:v>
                </c:pt>
                <c:pt idx="24822">
                  <c:v>4.9378169877754479</c:v>
                </c:pt>
                <c:pt idx="24823">
                  <c:v>4.934636230565336</c:v>
                </c:pt>
                <c:pt idx="24824">
                  <c:v>4.9357439569569177</c:v>
                </c:pt>
                <c:pt idx="24825">
                  <c:v>4.9421450330339836</c:v>
                </c:pt>
                <c:pt idx="24826">
                  <c:v>4.940902797009139</c:v>
                </c:pt>
                <c:pt idx="24827">
                  <c:v>4.9355936226609174</c:v>
                </c:pt>
                <c:pt idx="24828">
                  <c:v>4.9412113779325075</c:v>
                </c:pt>
                <c:pt idx="24829">
                  <c:v>4.9459429520908333</c:v>
                </c:pt>
                <c:pt idx="24830">
                  <c:v>4.9510780551489493</c:v>
                </c:pt>
                <c:pt idx="24831">
                  <c:v>4.9543458480041149</c:v>
                </c:pt>
                <c:pt idx="24832">
                  <c:v>4.9520829212327415</c:v>
                </c:pt>
                <c:pt idx="24833">
                  <c:v>4.9502393480238958</c:v>
                </c:pt>
                <c:pt idx="24834">
                  <c:v>4.9515211457055823</c:v>
                </c:pt>
                <c:pt idx="24835">
                  <c:v>4.9506982632432646</c:v>
                </c:pt>
                <c:pt idx="24836">
                  <c:v>4.9492344819401035</c:v>
                </c:pt>
                <c:pt idx="24837">
                  <c:v>4.9451042449657789</c:v>
                </c:pt>
                <c:pt idx="24838">
                  <c:v>4.9440360802310401</c:v>
                </c:pt>
                <c:pt idx="24839">
                  <c:v>4.94008782687819</c:v>
                </c:pt>
                <c:pt idx="24840">
                  <c:v>4.9370653162954463</c:v>
                </c:pt>
                <c:pt idx="24841">
                  <c:v>4.9453495272382009</c:v>
                </c:pt>
                <c:pt idx="24842">
                  <c:v>4.9523123788424259</c:v>
                </c:pt>
                <c:pt idx="24843">
                  <c:v>4.9555010483839066</c:v>
                </c:pt>
                <c:pt idx="24844">
                  <c:v>4.9650195830201369</c:v>
                </c:pt>
                <c:pt idx="24845">
                  <c:v>4.9631522728171857</c:v>
                </c:pt>
                <c:pt idx="24846">
                  <c:v>4.9616964038453935</c:v>
                </c:pt>
                <c:pt idx="24847">
                  <c:v>4.9659848874470862</c:v>
                </c:pt>
                <c:pt idx="24848">
                  <c:v>4.9702812833801477</c:v>
                </c:pt>
                <c:pt idx="24849">
                  <c:v>4.9677335126795112</c:v>
                </c:pt>
                <c:pt idx="24850">
                  <c:v>4.9655101475649799</c:v>
                </c:pt>
                <c:pt idx="24851">
                  <c:v>4.9594176524112825</c:v>
                </c:pt>
                <c:pt idx="24852">
                  <c:v>4.9574000079123319</c:v>
                </c:pt>
                <c:pt idx="24853">
                  <c:v>4.9605253788028643</c:v>
                </c:pt>
                <c:pt idx="24854">
                  <c:v>4.9613561735965499</c:v>
                </c:pt>
                <c:pt idx="24855">
                  <c:v>4.967377457767931</c:v>
                </c:pt>
                <c:pt idx="24856">
                  <c:v>4.9673299837797202</c:v>
                </c:pt>
                <c:pt idx="24857">
                  <c:v>4.9651461803220318</c:v>
                </c:pt>
                <c:pt idx="24858">
                  <c:v>4.9644103335047669</c:v>
                </c:pt>
                <c:pt idx="24859">
                  <c:v>4.9681607785734068</c:v>
                </c:pt>
                <c:pt idx="24860">
                  <c:v>4.9715630810618352</c:v>
                </c:pt>
                <c:pt idx="24861">
                  <c:v>4.9721802429085731</c:v>
                </c:pt>
                <c:pt idx="24862">
                  <c:v>4.9698540174862522</c:v>
                </c:pt>
                <c:pt idx="24863">
                  <c:v>4.9700597381018321</c:v>
                </c:pt>
                <c:pt idx="24864">
                  <c:v>4.968113304585196</c:v>
                </c:pt>
                <c:pt idx="24865">
                  <c:v>4.9622740040352893</c:v>
                </c:pt>
                <c:pt idx="24866">
                  <c:v>4.9639118566285561</c:v>
                </c:pt>
                <c:pt idx="24867">
                  <c:v>4.9645211061439252</c:v>
                </c:pt>
                <c:pt idx="24868">
                  <c:v>4.9679154963009848</c:v>
                </c:pt>
                <c:pt idx="24869">
                  <c:v>4.9774894172567947</c:v>
                </c:pt>
                <c:pt idx="24870">
                  <c:v>4.9920085453178782</c:v>
                </c:pt>
                <c:pt idx="24871">
                  <c:v>4.9960596589785178</c:v>
                </c:pt>
                <c:pt idx="24872">
                  <c:v>4.996779681133046</c:v>
                </c:pt>
                <c:pt idx="24873">
                  <c:v>4.9996202080943153</c:v>
                </c:pt>
                <c:pt idx="24874">
                  <c:v>4.9983542350753654</c:v>
                </c:pt>
                <c:pt idx="24875">
                  <c:v>4.9967638564703094</c:v>
                </c:pt>
                <c:pt idx="24876">
                  <c:v>4.9921351426197731</c:v>
                </c:pt>
                <c:pt idx="24877">
                  <c:v>4.9904893776951376</c:v>
                </c:pt>
                <c:pt idx="24878">
                  <c:v>4.9918977726787199</c:v>
                </c:pt>
                <c:pt idx="24879">
                  <c:v>4.9869130039166043</c:v>
                </c:pt>
                <c:pt idx="24880">
                  <c:v>4.9818807611662779</c:v>
                </c:pt>
                <c:pt idx="24881">
                  <c:v>4.9833524548008068</c:v>
                </c:pt>
                <c:pt idx="24882">
                  <c:v>4.9850061320568102</c:v>
                </c:pt>
                <c:pt idx="24883">
                  <c:v>4.9915258931044031</c:v>
                </c:pt>
                <c:pt idx="24884">
                  <c:v>5.0022233651145314</c:v>
                </c:pt>
                <c:pt idx="24885">
                  <c:v>5.0019464335166361</c:v>
                </c:pt>
                <c:pt idx="24886">
                  <c:v>4.998615342010523</c:v>
                </c:pt>
                <c:pt idx="24887">
                  <c:v>4.9946670886576729</c:v>
                </c:pt>
                <c:pt idx="24888">
                  <c:v>4.9949677572496736</c:v>
                </c:pt>
                <c:pt idx="24889">
                  <c:v>4.9973810183170473</c:v>
                </c:pt>
                <c:pt idx="24890">
                  <c:v>4.9969537524231518</c:v>
                </c:pt>
                <c:pt idx="24891">
                  <c:v>4.9979902678324173</c:v>
                </c:pt>
                <c:pt idx="24892">
                  <c:v>4.9899988131502946</c:v>
                </c:pt>
                <c:pt idx="24893">
                  <c:v>4.9831467341852278</c:v>
                </c:pt>
                <c:pt idx="24894">
                  <c:v>4.9904419037069276</c:v>
                </c:pt>
                <c:pt idx="24895">
                  <c:v>4.998045654151996</c:v>
                </c:pt>
                <c:pt idx="24896">
                  <c:v>4.9988843612770504</c:v>
                </c:pt>
                <c:pt idx="24897">
                  <c:v>4.9954978834513586</c:v>
                </c:pt>
                <c:pt idx="24898">
                  <c:v>4.987253234165447</c:v>
                </c:pt>
                <c:pt idx="24899">
                  <c:v>4.9815880049056451</c:v>
                </c:pt>
                <c:pt idx="24900">
                  <c:v>4.9841595126003879</c:v>
                </c:pt>
                <c:pt idx="24901">
                  <c:v>4.9857024172172331</c:v>
                </c:pt>
                <c:pt idx="24902">
                  <c:v>4.9884005222138708</c:v>
                </c:pt>
                <c:pt idx="24903">
                  <c:v>4.9949994065751477</c:v>
                </c:pt>
                <c:pt idx="24904">
                  <c:v>5.0037504450686399</c:v>
                </c:pt>
                <c:pt idx="24905">
                  <c:v>5.0074375914863314</c:v>
                </c:pt>
                <c:pt idx="24906">
                  <c:v>4.9996360327570519</c:v>
                </c:pt>
                <c:pt idx="24907">
                  <c:v>4.9947699489654624</c:v>
                </c:pt>
                <c:pt idx="24908">
                  <c:v>4.9926810934841948</c:v>
                </c:pt>
                <c:pt idx="24909">
                  <c:v>4.9916999643945088</c:v>
                </c:pt>
                <c:pt idx="24910">
                  <c:v>4.9900383748071366</c:v>
                </c:pt>
                <c:pt idx="24911">
                  <c:v>4.9866360723187091</c:v>
                </c:pt>
                <c:pt idx="24912">
                  <c:v>4.9888198757763975</c:v>
                </c:pt>
                <c:pt idx="24913">
                  <c:v>4.9918107370336671</c:v>
                </c:pt>
                <c:pt idx="24914">
                  <c:v>4.9952921628357796</c:v>
                </c:pt>
                <c:pt idx="24915">
                  <c:v>4.9999446136804213</c:v>
                </c:pt>
                <c:pt idx="24916">
                  <c:v>5.0072872571903311</c:v>
                </c:pt>
                <c:pt idx="24917">
                  <c:v>5.0037741820627453</c:v>
                </c:pt>
                <c:pt idx="24918">
                  <c:v>4.9947224749772525</c:v>
                </c:pt>
                <c:pt idx="24919">
                  <c:v>4.9934644142896705</c:v>
                </c:pt>
                <c:pt idx="24920">
                  <c:v>4.9948332476164099</c:v>
                </c:pt>
                <c:pt idx="24921">
                  <c:v>4.9983858844008386</c:v>
                </c:pt>
                <c:pt idx="24922">
                  <c:v>4.9979348815128377</c:v>
                </c:pt>
                <c:pt idx="24923">
                  <c:v>4.9949361079242003</c:v>
                </c:pt>
                <c:pt idx="24924">
                  <c:v>5</c:v>
                </c:pt>
                <c:pt idx="24925">
                  <c:v>5.0058630375440121</c:v>
                </c:pt>
                <c:pt idx="24926">
                  <c:v>5.007904419037069</c:v>
                </c:pt>
                <c:pt idx="24927">
                  <c:v>4.9999050520235784</c:v>
                </c:pt>
                <c:pt idx="24928">
                  <c:v>4.9954345848004111</c:v>
                </c:pt>
                <c:pt idx="24929">
                  <c:v>4.9924120742176683</c:v>
                </c:pt>
                <c:pt idx="24930">
                  <c:v>4.9968034181271515</c:v>
                </c:pt>
                <c:pt idx="24931">
                  <c:v>5.0020888554812677</c:v>
                </c:pt>
                <c:pt idx="24932">
                  <c:v>4.9995410847806303</c:v>
                </c:pt>
                <c:pt idx="24933">
                  <c:v>5.000284843929264</c:v>
                </c:pt>
                <c:pt idx="24934">
                  <c:v>4.9988843612770504</c:v>
                </c:pt>
                <c:pt idx="24935">
                  <c:v>4.9985283063654702</c:v>
                </c:pt>
                <c:pt idx="24936">
                  <c:v>4.9959488863393595</c:v>
                </c:pt>
                <c:pt idx="24937">
                  <c:v>4.9948569846105153</c:v>
                </c:pt>
                <c:pt idx="24938">
                  <c:v>4.9935039759465125</c:v>
                </c:pt>
                <c:pt idx="24939">
                  <c:v>4.9891917553507144</c:v>
                </c:pt>
                <c:pt idx="24940">
                  <c:v>4.9841753372631246</c:v>
                </c:pt>
                <c:pt idx="24941">
                  <c:v>4.9846421648138621</c:v>
                </c:pt>
                <c:pt idx="24942">
                  <c:v>4.9827590299481743</c:v>
                </c:pt>
                <c:pt idx="24943">
                  <c:v>4.976666534794477</c:v>
                </c:pt>
                <c:pt idx="24944">
                  <c:v>4.9781461407603746</c:v>
                </c:pt>
                <c:pt idx="24945">
                  <c:v>4.9828698025873326</c:v>
                </c:pt>
                <c:pt idx="24946">
                  <c:v>4.9772124856588995</c:v>
                </c:pt>
                <c:pt idx="24947">
                  <c:v>4.9793329904656405</c:v>
                </c:pt>
                <c:pt idx="24948">
                  <c:v>4.9834553151085972</c:v>
                </c:pt>
                <c:pt idx="24949">
                  <c:v>4.9821023064445935</c:v>
                </c:pt>
                <c:pt idx="24950">
                  <c:v>4.978209439411323</c:v>
                </c:pt>
                <c:pt idx="24951">
                  <c:v>4.9741425010879459</c:v>
                </c:pt>
                <c:pt idx="24952">
                  <c:v>4.9588084028959134</c:v>
                </c:pt>
                <c:pt idx="24953">
                  <c:v>4.9460853740554658</c:v>
                </c:pt>
                <c:pt idx="24954">
                  <c:v>4.9501681370415795</c:v>
                </c:pt>
                <c:pt idx="24955">
                  <c:v>4.9587925782331768</c:v>
                </c:pt>
                <c:pt idx="24956">
                  <c:v>4.9550658701586423</c:v>
                </c:pt>
                <c:pt idx="24957">
                  <c:v>4.9459271274280967</c:v>
                </c:pt>
                <c:pt idx="24958">
                  <c:v>4.940459706452506</c:v>
                </c:pt>
                <c:pt idx="24959">
                  <c:v>4.9383787633026071</c:v>
                </c:pt>
                <c:pt idx="24960">
                  <c:v>4.9396605609842936</c:v>
                </c:pt>
                <c:pt idx="24961">
                  <c:v>4.9476915773232584</c:v>
                </c:pt>
                <c:pt idx="24962">
                  <c:v>4.9511888277881075</c:v>
                </c:pt>
                <c:pt idx="24963">
                  <c:v>4.9421371207026148</c:v>
                </c:pt>
                <c:pt idx="24964">
                  <c:v>4.9279028365707953</c:v>
                </c:pt>
                <c:pt idx="24965">
                  <c:v>4.9208766863156228</c:v>
                </c:pt>
                <c:pt idx="24966">
                  <c:v>4.9288127546781659</c:v>
                </c:pt>
                <c:pt idx="24967">
                  <c:v>4.9293507932112197</c:v>
                </c:pt>
                <c:pt idx="24968">
                  <c:v>4.9252601178937372</c:v>
                </c:pt>
                <c:pt idx="24969">
                  <c:v>4.931906476243225</c:v>
                </c:pt>
                <c:pt idx="24970">
                  <c:v>4.9358784665901805</c:v>
                </c:pt>
                <c:pt idx="24971">
                  <c:v>4.9334731178541755</c:v>
                </c:pt>
                <c:pt idx="24972">
                  <c:v>4.9238042489219449</c:v>
                </c:pt>
                <c:pt idx="24973">
                  <c:v>4.9120623491711832</c:v>
                </c:pt>
                <c:pt idx="24974">
                  <c:v>4.9075760572852793</c:v>
                </c:pt>
                <c:pt idx="24975">
                  <c:v>4.9116429956086565</c:v>
                </c:pt>
                <c:pt idx="24976">
                  <c:v>4.9122997191122364</c:v>
                </c:pt>
                <c:pt idx="24977">
                  <c:v>4.9060885389880129</c:v>
                </c:pt>
                <c:pt idx="24978">
                  <c:v>4.8950824860545161</c:v>
                </c:pt>
                <c:pt idx="24979">
                  <c:v>4.8891086758713458</c:v>
                </c:pt>
                <c:pt idx="24980">
                  <c:v>4.8864343078688135</c:v>
                </c:pt>
                <c:pt idx="24981">
                  <c:v>4.8806424813071168</c:v>
                </c:pt>
                <c:pt idx="24982">
                  <c:v>4.8753095699647897</c:v>
                </c:pt>
                <c:pt idx="24983">
                  <c:v>4.8781896585829019</c:v>
                </c:pt>
                <c:pt idx="24984">
                  <c:v>4.8796297028919575</c:v>
                </c:pt>
                <c:pt idx="24985">
                  <c:v>4.8698421489891999</c:v>
                </c:pt>
                <c:pt idx="24986">
                  <c:v>4.86193772995213</c:v>
                </c:pt>
                <c:pt idx="24987">
                  <c:v>4.8511927839537918</c:v>
                </c:pt>
                <c:pt idx="24988">
                  <c:v>4.844261581675041</c:v>
                </c:pt>
                <c:pt idx="24989">
                  <c:v>4.8438264034497767</c:v>
                </c:pt>
                <c:pt idx="24990">
                  <c:v>4.8463029631680978</c:v>
                </c:pt>
                <c:pt idx="24991">
                  <c:v>4.8388258100249235</c:v>
                </c:pt>
                <c:pt idx="24992">
                  <c:v>4.8364283736202873</c:v>
                </c:pt>
                <c:pt idx="24993">
                  <c:v>4.834608537405547</c:v>
                </c:pt>
                <c:pt idx="24994">
                  <c:v>4.8286980258733232</c:v>
                </c:pt>
                <c:pt idx="24995">
                  <c:v>4.8299165249040632</c:v>
                </c:pt>
                <c:pt idx="24996">
                  <c:v>4.8312378842425918</c:v>
                </c:pt>
                <c:pt idx="24997">
                  <c:v>4.8305811607390119</c:v>
                </c:pt>
                <c:pt idx="24998">
                  <c:v>4.8294417850219569</c:v>
                </c:pt>
                <c:pt idx="24999">
                  <c:v>4.8237607310994184</c:v>
                </c:pt>
                <c:pt idx="25000">
                  <c:v>4.8120979546623417</c:v>
                </c:pt>
                <c:pt idx="25001">
                  <c:v>4.80805475333307</c:v>
                </c:pt>
                <c:pt idx="25002">
                  <c:v>4.8043280452585355</c:v>
                </c:pt>
                <c:pt idx="25003">
                  <c:v>4.8002215452783163</c:v>
                </c:pt>
                <c:pt idx="25004">
                  <c:v>4.790422122878506</c:v>
                </c:pt>
                <c:pt idx="25005">
                  <c:v>4.7798306761087153</c:v>
                </c:pt>
                <c:pt idx="25006">
                  <c:v>4.7747003204494209</c:v>
                </c:pt>
                <c:pt idx="25007">
                  <c:v>4.7783771808363333</c:v>
                </c:pt>
                <c:pt idx="25008">
                  <c:v>4.7823918977726789</c:v>
                </c:pt>
                <c:pt idx="25009">
                  <c:v>4.7696332634410732</c:v>
                </c:pt>
                <c:pt idx="25010">
                  <c:v>4.7547580804684104</c:v>
                </c:pt>
                <c:pt idx="25011">
                  <c:v>4.7548490722791472</c:v>
                </c:pt>
                <c:pt idx="25012">
                  <c:v>4.7492922419590933</c:v>
                </c:pt>
                <c:pt idx="25013">
                  <c:v>4.7384206986588602</c:v>
                </c:pt>
                <c:pt idx="25014">
                  <c:v>4.7320742176682362</c:v>
                </c:pt>
                <c:pt idx="25015">
                  <c:v>4.7276749614273843</c:v>
                </c:pt>
                <c:pt idx="25016">
                  <c:v>4.7258036950587492</c:v>
                </c:pt>
                <c:pt idx="25017">
                  <c:v>4.7317751315425092</c:v>
                </c:pt>
                <c:pt idx="25018">
                  <c:v>4.7269019266526886</c:v>
                </c:pt>
                <c:pt idx="25019">
                  <c:v>4.7217684060608462</c:v>
                </c:pt>
                <c:pt idx="25020">
                  <c:v>4.7187712149384815</c:v>
                </c:pt>
                <c:pt idx="25021">
                  <c:v>4.7184673814139337</c:v>
                </c:pt>
                <c:pt idx="25022">
                  <c:v>4.7191090714879138</c:v>
                </c:pt>
                <c:pt idx="25023">
                  <c:v>4.7123282035051623</c:v>
                </c:pt>
                <c:pt idx="25024">
                  <c:v>4.7054444752146223</c:v>
                </c:pt>
                <c:pt idx="25025">
                  <c:v>4.69819757091427</c:v>
                </c:pt>
                <c:pt idx="25026">
                  <c:v>4.6876623016971948</c:v>
                </c:pt>
                <c:pt idx="25027">
                  <c:v>4.6718953989793093</c:v>
                </c:pt>
                <c:pt idx="25028">
                  <c:v>4.6680642481307117</c:v>
                </c:pt>
                <c:pt idx="25029">
                  <c:v>4.67171974522293</c:v>
                </c:pt>
                <c:pt idx="25030">
                  <c:v>4.6699370969656213</c:v>
                </c:pt>
                <c:pt idx="25031">
                  <c:v>4.6579016497210901</c:v>
                </c:pt>
                <c:pt idx="25032">
                  <c:v>4.6436594532579027</c:v>
                </c:pt>
                <c:pt idx="25033">
                  <c:v>4.6381255686988174</c:v>
                </c:pt>
                <c:pt idx="25034">
                  <c:v>4.6364584404794877</c:v>
                </c:pt>
                <c:pt idx="25035">
                  <c:v>4.6388463820864816</c:v>
                </c:pt>
                <c:pt idx="25036">
                  <c:v>4.6388495470190296</c:v>
                </c:pt>
                <c:pt idx="25037">
                  <c:v>4.6288697234640184</c:v>
                </c:pt>
                <c:pt idx="25038">
                  <c:v>4.6199849665704003</c:v>
                </c:pt>
                <c:pt idx="25039">
                  <c:v>4.6160960557028128</c:v>
                </c:pt>
                <c:pt idx="25040">
                  <c:v>4.6187482691775132</c:v>
                </c:pt>
                <c:pt idx="25041">
                  <c:v>4.6146433516635676</c:v>
                </c:pt>
                <c:pt idx="25042">
                  <c:v>4.6055109387981172</c:v>
                </c:pt>
                <c:pt idx="25043">
                  <c:v>4.5910828025477706</c:v>
                </c:pt>
                <c:pt idx="25044">
                  <c:v>4.5844111247379038</c:v>
                </c:pt>
                <c:pt idx="25045">
                  <c:v>4.5800854531787794</c:v>
                </c:pt>
                <c:pt idx="25046">
                  <c:v>4.5717039205601928</c:v>
                </c:pt>
                <c:pt idx="25047">
                  <c:v>4.5694227954266724</c:v>
                </c:pt>
                <c:pt idx="25048">
                  <c:v>4.5589840566522923</c:v>
                </c:pt>
                <c:pt idx="25049">
                  <c:v>4.554304703880999</c:v>
                </c:pt>
                <c:pt idx="25050">
                  <c:v>4.5506349645923168</c:v>
                </c:pt>
                <c:pt idx="25051">
                  <c:v>4.5394421806385257</c:v>
                </c:pt>
                <c:pt idx="25052">
                  <c:v>4.5264327254025396</c:v>
                </c:pt>
                <c:pt idx="25053">
                  <c:v>4.5193464414289668</c:v>
                </c:pt>
                <c:pt idx="25054">
                  <c:v>4.5214004826522132</c:v>
                </c:pt>
                <c:pt idx="25055">
                  <c:v>4.5244451477627887</c:v>
                </c:pt>
                <c:pt idx="25056">
                  <c:v>4.519882897495747</c:v>
                </c:pt>
                <c:pt idx="25057">
                  <c:v>4.5142675159235672</c:v>
                </c:pt>
                <c:pt idx="25058">
                  <c:v>4.5122577837559836</c:v>
                </c:pt>
                <c:pt idx="25059">
                  <c:v>4.5051398504569375</c:v>
                </c:pt>
                <c:pt idx="25060">
                  <c:v>4.4891965027495351</c:v>
                </c:pt>
                <c:pt idx="25061">
                  <c:v>4.4847062546979473</c:v>
                </c:pt>
                <c:pt idx="25062">
                  <c:v>4.4833255528741542</c:v>
                </c:pt>
                <c:pt idx="25063">
                  <c:v>4.4762622146615501</c:v>
                </c:pt>
                <c:pt idx="25064">
                  <c:v>4.4681520750089012</c:v>
                </c:pt>
                <c:pt idx="25065">
                  <c:v>4.4613023697432448</c:v>
                </c:pt>
                <c:pt idx="25066">
                  <c:v>4.4562084108082445</c:v>
                </c:pt>
                <c:pt idx="25067">
                  <c:v>4.4506824385805279</c:v>
                </c:pt>
                <c:pt idx="25068">
                  <c:v>4.4480800727934486</c:v>
                </c:pt>
                <c:pt idx="25069">
                  <c:v>4.4397024963405469</c:v>
                </c:pt>
                <c:pt idx="25070">
                  <c:v>4.4347493769039046</c:v>
                </c:pt>
                <c:pt idx="25071">
                  <c:v>4.4381675040550697</c:v>
                </c:pt>
                <c:pt idx="25072">
                  <c:v>4.4440242117339874</c:v>
                </c:pt>
                <c:pt idx="25073">
                  <c:v>4.4428444831269536</c:v>
                </c:pt>
                <c:pt idx="25074">
                  <c:v>4.4348174229536736</c:v>
                </c:pt>
                <c:pt idx="25075">
                  <c:v>4.4277113581516794</c:v>
                </c:pt>
                <c:pt idx="25076">
                  <c:v>4.4168864976065194</c:v>
                </c:pt>
                <c:pt idx="25077">
                  <c:v>4.4122799382838149</c:v>
                </c:pt>
                <c:pt idx="25078">
                  <c:v>4.4037607310994185</c:v>
                </c:pt>
                <c:pt idx="25079">
                  <c:v>4.391502156110298</c:v>
                </c:pt>
                <c:pt idx="25080">
                  <c:v>4.3859073465996756</c:v>
                </c:pt>
                <c:pt idx="25081">
                  <c:v>4.3947137714127464</c:v>
                </c:pt>
                <c:pt idx="25082">
                  <c:v>4.3977647663884163</c:v>
                </c:pt>
                <c:pt idx="25083">
                  <c:v>4.3818206274478779</c:v>
                </c:pt>
                <c:pt idx="25084">
                  <c:v>4.3729358705542589</c:v>
                </c:pt>
                <c:pt idx="25085">
                  <c:v>4.3660742967915498</c:v>
                </c:pt>
                <c:pt idx="25086">
                  <c:v>4.3638200735846819</c:v>
                </c:pt>
                <c:pt idx="25087">
                  <c:v>4.3671749020848996</c:v>
                </c:pt>
                <c:pt idx="25088">
                  <c:v>4.3692946156585037</c:v>
                </c:pt>
                <c:pt idx="25089">
                  <c:v>4.3737753689124501</c:v>
                </c:pt>
                <c:pt idx="25090">
                  <c:v>4.3831237884242595</c:v>
                </c:pt>
                <c:pt idx="25091">
                  <c:v>4.3924587569727418</c:v>
                </c:pt>
                <c:pt idx="25092">
                  <c:v>4.3854737508406849</c:v>
                </c:pt>
                <c:pt idx="25093">
                  <c:v>4.3764703089765398</c:v>
                </c:pt>
                <c:pt idx="25094">
                  <c:v>4.3710108003323178</c:v>
                </c:pt>
                <c:pt idx="25095">
                  <c:v>4.3601796099220635</c:v>
                </c:pt>
                <c:pt idx="25096">
                  <c:v>4.3532903429995651</c:v>
                </c:pt>
                <c:pt idx="25097">
                  <c:v>4.3520362384776679</c:v>
                </c:pt>
                <c:pt idx="25098">
                  <c:v>4.3485374055465442</c:v>
                </c:pt>
                <c:pt idx="25099">
                  <c:v>4.3442781975709144</c:v>
                </c:pt>
                <c:pt idx="25100">
                  <c:v>4.3418554417058983</c:v>
                </c:pt>
                <c:pt idx="25101">
                  <c:v>4.3341504134193141</c:v>
                </c:pt>
                <c:pt idx="25102">
                  <c:v>4.3229813664596275</c:v>
                </c:pt>
                <c:pt idx="25103">
                  <c:v>4.3139336155398187</c:v>
                </c:pt>
                <c:pt idx="25104">
                  <c:v>4.3097013094908414</c:v>
                </c:pt>
                <c:pt idx="25105">
                  <c:v>4.3085326581477235</c:v>
                </c:pt>
                <c:pt idx="25106">
                  <c:v>4.3074257229892785</c:v>
                </c:pt>
                <c:pt idx="25107">
                  <c:v>4.3044087510384932</c:v>
                </c:pt>
                <c:pt idx="25108">
                  <c:v>4.3103002729754323</c:v>
                </c:pt>
                <c:pt idx="25109">
                  <c:v>4.3185734066542709</c:v>
                </c:pt>
                <c:pt idx="25110">
                  <c:v>4.3199200854531785</c:v>
                </c:pt>
                <c:pt idx="25111">
                  <c:v>4.3136764647703449</c:v>
                </c:pt>
                <c:pt idx="25112">
                  <c:v>4.2994595877675357</c:v>
                </c:pt>
                <c:pt idx="25113">
                  <c:v>4.2914341100605293</c:v>
                </c:pt>
                <c:pt idx="25114">
                  <c:v>4.2908889504292436</c:v>
                </c:pt>
                <c:pt idx="25115">
                  <c:v>4.2888523163350083</c:v>
                </c:pt>
                <c:pt idx="25116">
                  <c:v>4.2882976619060802</c:v>
                </c:pt>
                <c:pt idx="25117">
                  <c:v>4.2870688768445619</c:v>
                </c:pt>
                <c:pt idx="25118">
                  <c:v>4.2772781580092571</c:v>
                </c:pt>
                <c:pt idx="25119">
                  <c:v>4.2768485184159513</c:v>
                </c:pt>
                <c:pt idx="25120">
                  <c:v>4.2742912529176724</c:v>
                </c:pt>
                <c:pt idx="25121">
                  <c:v>4.2711461011987186</c:v>
                </c:pt>
                <c:pt idx="25122">
                  <c:v>4.2665371681766029</c:v>
                </c:pt>
                <c:pt idx="25123">
                  <c:v>4.2690216402262928</c:v>
                </c:pt>
                <c:pt idx="25124">
                  <c:v>4.276016141155992</c:v>
                </c:pt>
                <c:pt idx="25125">
                  <c:v>4.2708446413735803</c:v>
                </c:pt>
                <c:pt idx="25126">
                  <c:v>4.2672389919689842</c:v>
                </c:pt>
                <c:pt idx="25127">
                  <c:v>4.2709443367488227</c:v>
                </c:pt>
                <c:pt idx="25128">
                  <c:v>4.2700201764449899</c:v>
                </c:pt>
                <c:pt idx="25129">
                  <c:v>4.2701507299125687</c:v>
                </c:pt>
                <c:pt idx="25130">
                  <c:v>4.2632456383273336</c:v>
                </c:pt>
                <c:pt idx="25131">
                  <c:v>4.2569387189935517</c:v>
                </c:pt>
                <c:pt idx="25132">
                  <c:v>4.2589880128179765</c:v>
                </c:pt>
                <c:pt idx="25133">
                  <c:v>4.26002769315979</c:v>
                </c:pt>
                <c:pt idx="25134">
                  <c:v>4.2610689559678763</c:v>
                </c:pt>
                <c:pt idx="25135">
                  <c:v>4.2596273291925471</c:v>
                </c:pt>
                <c:pt idx="25136">
                  <c:v>4.2596977489417256</c:v>
                </c:pt>
                <c:pt idx="25137">
                  <c:v>4.2613348103018556</c:v>
                </c:pt>
                <c:pt idx="25138">
                  <c:v>4.2632488032598808</c:v>
                </c:pt>
                <c:pt idx="25139">
                  <c:v>4.2655410056573171</c:v>
                </c:pt>
                <c:pt idx="25140">
                  <c:v>4.2630407089448905</c:v>
                </c:pt>
                <c:pt idx="25141">
                  <c:v>4.2567852197650033</c:v>
                </c:pt>
                <c:pt idx="25142">
                  <c:v>4.2532855956007438</c:v>
                </c:pt>
                <c:pt idx="25143">
                  <c:v>4.2512996004272656</c:v>
                </c:pt>
                <c:pt idx="25144">
                  <c:v>4.2432005380385327</c:v>
                </c:pt>
                <c:pt idx="25145">
                  <c:v>4.2349812082130001</c:v>
                </c:pt>
                <c:pt idx="25146">
                  <c:v>4.2402334137753686</c:v>
                </c:pt>
                <c:pt idx="25147">
                  <c:v>4.2387989080982713</c:v>
                </c:pt>
                <c:pt idx="25148">
                  <c:v>4.2308027060173279</c:v>
                </c:pt>
                <c:pt idx="25149">
                  <c:v>4.2250812992048106</c:v>
                </c:pt>
                <c:pt idx="25150">
                  <c:v>4.2237797206947025</c:v>
                </c:pt>
                <c:pt idx="25151">
                  <c:v>4.2221545278316253</c:v>
                </c:pt>
                <c:pt idx="25152">
                  <c:v>4.2169474225580572</c:v>
                </c:pt>
                <c:pt idx="25153">
                  <c:v>4.2217597024963407</c:v>
                </c:pt>
                <c:pt idx="25154">
                  <c:v>4.2225635953633738</c:v>
                </c:pt>
                <c:pt idx="25155">
                  <c:v>4.221928235154488</c:v>
                </c:pt>
                <c:pt idx="25156">
                  <c:v>4.2248914032519682</c:v>
                </c:pt>
                <c:pt idx="25157">
                  <c:v>4.2274098983265418</c:v>
                </c:pt>
                <c:pt idx="25158">
                  <c:v>4.2320022154527832</c:v>
                </c:pt>
                <c:pt idx="25159">
                  <c:v>4.2292946156585041</c:v>
                </c:pt>
                <c:pt idx="25160">
                  <c:v>4.2214218459469084</c:v>
                </c:pt>
                <c:pt idx="25161">
                  <c:v>4.217947541243027</c:v>
                </c:pt>
                <c:pt idx="25162">
                  <c:v>4.2182695731297226</c:v>
                </c:pt>
                <c:pt idx="25163">
                  <c:v>4.2095137872374098</c:v>
                </c:pt>
                <c:pt idx="25164">
                  <c:v>4.2094979625746722</c:v>
                </c:pt>
                <c:pt idx="25165">
                  <c:v>4.2188432171539345</c:v>
                </c:pt>
                <c:pt idx="25166">
                  <c:v>4.2226379712782371</c:v>
                </c:pt>
                <c:pt idx="25167">
                  <c:v>4.218744313011829</c:v>
                </c:pt>
                <c:pt idx="25168">
                  <c:v>4.2110013055346762</c:v>
                </c:pt>
                <c:pt idx="25169">
                  <c:v>4.2110843850140443</c:v>
                </c:pt>
                <c:pt idx="25170">
                  <c:v>4.2147913122601572</c:v>
                </c:pt>
                <c:pt idx="25171">
                  <c:v>4.2101989951339158</c:v>
                </c:pt>
                <c:pt idx="25172">
                  <c:v>4.2024963405467419</c:v>
                </c:pt>
                <c:pt idx="25173">
                  <c:v>4.1959520512719077</c:v>
                </c:pt>
                <c:pt idx="25174">
                  <c:v>4.1967432844087513</c:v>
                </c:pt>
                <c:pt idx="25175">
                  <c:v>4.19106539541876</c:v>
                </c:pt>
                <c:pt idx="25176">
                  <c:v>4.1954638604264751</c:v>
                </c:pt>
                <c:pt idx="25177">
                  <c:v>4.1989801004866081</c:v>
                </c:pt>
                <c:pt idx="25178">
                  <c:v>4.1912956442615821</c:v>
                </c:pt>
                <c:pt idx="25179">
                  <c:v>4.1936843771017127</c:v>
                </c:pt>
                <c:pt idx="25180">
                  <c:v>4.1958104205404121</c:v>
                </c:pt>
                <c:pt idx="25181">
                  <c:v>4.1909609526446969</c:v>
                </c:pt>
                <c:pt idx="25182">
                  <c:v>4.187567353720774</c:v>
                </c:pt>
                <c:pt idx="25183">
                  <c:v>4.1888341179728608</c:v>
                </c:pt>
                <c:pt idx="25184">
                  <c:v>4.1964180875895085</c:v>
                </c:pt>
                <c:pt idx="25185">
                  <c:v>4.2014851445978554</c:v>
                </c:pt>
                <c:pt idx="25186">
                  <c:v>4.2042694940064091</c:v>
                </c:pt>
                <c:pt idx="25187">
                  <c:v>4.2045962732919255</c:v>
                </c:pt>
                <c:pt idx="25188">
                  <c:v>4.2078664398465007</c:v>
                </c:pt>
                <c:pt idx="25189">
                  <c:v>4.2069327847450255</c:v>
                </c:pt>
                <c:pt idx="25190">
                  <c:v>4.199665308383115</c:v>
                </c:pt>
                <c:pt idx="25191">
                  <c:v>4.1932341654468486</c:v>
                </c:pt>
                <c:pt idx="25192">
                  <c:v>4.1866922498714247</c:v>
                </c:pt>
                <c:pt idx="25193">
                  <c:v>4.1873545120069631</c:v>
                </c:pt>
                <c:pt idx="25194">
                  <c:v>4.1884899315583333</c:v>
                </c:pt>
                <c:pt idx="25195">
                  <c:v>4.1899703287573686</c:v>
                </c:pt>
                <c:pt idx="25196">
                  <c:v>4.1908731257665073</c:v>
                </c:pt>
                <c:pt idx="25197">
                  <c:v>4.1893610792419986</c:v>
                </c:pt>
                <c:pt idx="25198">
                  <c:v>4.1876630929303316</c:v>
                </c:pt>
                <c:pt idx="25199">
                  <c:v>4.1866851287731928</c:v>
                </c:pt>
                <c:pt idx="25200">
                  <c:v>4.1877825691339954</c:v>
                </c:pt>
                <c:pt idx="25201">
                  <c:v>4.1872943782885628</c:v>
                </c:pt>
                <c:pt idx="25202">
                  <c:v>4.1865308383115085</c:v>
                </c:pt>
                <c:pt idx="25203">
                  <c:v>4.1897479922459153</c:v>
                </c:pt>
                <c:pt idx="25204">
                  <c:v>4.1931004470467226</c:v>
                </c:pt>
                <c:pt idx="25205">
                  <c:v>4.1893017367567351</c:v>
                </c:pt>
                <c:pt idx="25206">
                  <c:v>4.1835162400601336</c:v>
                </c:pt>
                <c:pt idx="25207">
                  <c:v>4.1804786960477909</c:v>
                </c:pt>
                <c:pt idx="25208">
                  <c:v>4.1853621869683906</c:v>
                </c:pt>
                <c:pt idx="25209">
                  <c:v>4.1933243660244495</c:v>
                </c:pt>
                <c:pt idx="25210">
                  <c:v>4.1945634371167468</c:v>
                </c:pt>
                <c:pt idx="25211">
                  <c:v>4.1990663448985242</c:v>
                </c:pt>
                <c:pt idx="25212">
                  <c:v>4.1949060410649999</c:v>
                </c:pt>
                <c:pt idx="25213">
                  <c:v>4.1825912885231631</c:v>
                </c:pt>
                <c:pt idx="25214">
                  <c:v>4.1786873442259758</c:v>
                </c:pt>
                <c:pt idx="25215">
                  <c:v>4.1795474146457252</c:v>
                </c:pt>
                <c:pt idx="25216">
                  <c:v>4.188152075008901</c:v>
                </c:pt>
                <c:pt idx="25217">
                  <c:v>4.1927546781659215</c:v>
                </c:pt>
                <c:pt idx="25218">
                  <c:v>4.1886687502472606</c:v>
                </c:pt>
                <c:pt idx="25219">
                  <c:v>4.1844443565296512</c:v>
                </c:pt>
                <c:pt idx="25220">
                  <c:v>4.1839727815800929</c:v>
                </c:pt>
                <c:pt idx="25221">
                  <c:v>4.1815136289907819</c:v>
                </c:pt>
                <c:pt idx="25222">
                  <c:v>4.1844862918859045</c:v>
                </c:pt>
                <c:pt idx="25223">
                  <c:v>4.1898951616093685</c:v>
                </c:pt>
                <c:pt idx="25224">
                  <c:v>4.1926470704593104</c:v>
                </c:pt>
                <c:pt idx="25225">
                  <c:v>4.1985639118566285</c:v>
                </c:pt>
                <c:pt idx="25226">
                  <c:v>4.1961340348933813</c:v>
                </c:pt>
                <c:pt idx="25227">
                  <c:v>4.1891023460062504</c:v>
                </c:pt>
                <c:pt idx="25228">
                  <c:v>4.176266962060371</c:v>
                </c:pt>
                <c:pt idx="25229">
                  <c:v>4.1716145112157301</c:v>
                </c:pt>
                <c:pt idx="25230">
                  <c:v>4.1846603631760102</c:v>
                </c:pt>
                <c:pt idx="25231">
                  <c:v>4.1921201091901725</c:v>
                </c:pt>
                <c:pt idx="25232">
                  <c:v>4.1984175337263121</c:v>
                </c:pt>
                <c:pt idx="25233">
                  <c:v>4.1998939747596626</c:v>
                </c:pt>
                <c:pt idx="25234">
                  <c:v>4.1952549748783481</c:v>
                </c:pt>
                <c:pt idx="25235">
                  <c:v>4.1889124500534081</c:v>
                </c:pt>
                <c:pt idx="25236">
                  <c:v>4.1888143371444393</c:v>
                </c:pt>
                <c:pt idx="25237">
                  <c:v>4.1939549788345136</c:v>
                </c:pt>
                <c:pt idx="25238">
                  <c:v>4.1989160106025238</c:v>
                </c:pt>
                <c:pt idx="25239">
                  <c:v>4.1955445662064328</c:v>
                </c:pt>
                <c:pt idx="25240">
                  <c:v>4.1860632195276342</c:v>
                </c:pt>
                <c:pt idx="25241">
                  <c:v>4.1725173082248688</c:v>
                </c:pt>
                <c:pt idx="25242">
                  <c:v>4.1703311310677691</c:v>
                </c:pt>
                <c:pt idx="25243">
                  <c:v>4.173014202634806</c:v>
                </c:pt>
                <c:pt idx="25244">
                  <c:v>4.1674407564188787</c:v>
                </c:pt>
                <c:pt idx="25245">
                  <c:v>4.1609597657949919</c:v>
                </c:pt>
                <c:pt idx="25246">
                  <c:v>4.1619923250385726</c:v>
                </c:pt>
                <c:pt idx="25247">
                  <c:v>4.1663860426474661</c:v>
                </c:pt>
                <c:pt idx="25248">
                  <c:v>4.1688895042924399</c:v>
                </c:pt>
                <c:pt idx="25249">
                  <c:v>4.1720394034102144</c:v>
                </c:pt>
                <c:pt idx="25250">
                  <c:v>4.1764782213079084</c:v>
                </c:pt>
                <c:pt idx="25251">
                  <c:v>4.1815634766784031</c:v>
                </c:pt>
                <c:pt idx="25252">
                  <c:v>4.1819480159829094</c:v>
                </c:pt>
                <c:pt idx="25253">
                  <c:v>4.1848692487241363</c:v>
                </c:pt>
                <c:pt idx="25254">
                  <c:v>4.1868528701982042</c:v>
                </c:pt>
                <c:pt idx="25255">
                  <c:v>4.1878688135459115</c:v>
                </c:pt>
                <c:pt idx="25256">
                  <c:v>4.1885611425406495</c:v>
                </c:pt>
                <c:pt idx="25257">
                  <c:v>4.1835953633738185</c:v>
                </c:pt>
                <c:pt idx="25258">
                  <c:v>4.1751980060924954</c:v>
                </c:pt>
                <c:pt idx="25259">
                  <c:v>4.1763729873007085</c:v>
                </c:pt>
                <c:pt idx="25260">
                  <c:v>4.1809312814020654</c:v>
                </c:pt>
                <c:pt idx="25261">
                  <c:v>4.1869019266526886</c:v>
                </c:pt>
                <c:pt idx="25262">
                  <c:v>4.1920409858764884</c:v>
                </c:pt>
                <c:pt idx="25263">
                  <c:v>4.189013727894924</c:v>
                </c:pt>
                <c:pt idx="25264">
                  <c:v>4.1827004786960478</c:v>
                </c:pt>
                <c:pt idx="25265">
                  <c:v>4.1780757210111963</c:v>
                </c:pt>
                <c:pt idx="25266">
                  <c:v>4.1681473276100807</c:v>
                </c:pt>
                <c:pt idx="25267">
                  <c:v>4.160357637377853</c:v>
                </c:pt>
                <c:pt idx="25268">
                  <c:v>4.160325196819243</c:v>
                </c:pt>
                <c:pt idx="25269">
                  <c:v>4.1609660956600862</c:v>
                </c:pt>
                <c:pt idx="25270">
                  <c:v>4.1657451438066229</c:v>
                </c:pt>
                <c:pt idx="25271">
                  <c:v>4.1704434861732009</c:v>
                </c:pt>
                <c:pt idx="25272">
                  <c:v>4.1717094591921509</c:v>
                </c:pt>
                <c:pt idx="25273">
                  <c:v>4.1806076670490961</c:v>
                </c:pt>
                <c:pt idx="25274">
                  <c:v>4.1901974126676427</c:v>
                </c:pt>
                <c:pt idx="25275">
                  <c:v>4.1909293033192228</c:v>
                </c:pt>
                <c:pt idx="25276">
                  <c:v>4.1889464730782926</c:v>
                </c:pt>
                <c:pt idx="25277">
                  <c:v>4.1852110614392535</c:v>
                </c:pt>
                <c:pt idx="25278">
                  <c:v>4.1810610436365074</c:v>
                </c:pt>
                <c:pt idx="25279">
                  <c:v>4.1815389484511609</c:v>
                </c:pt>
                <c:pt idx="25280">
                  <c:v>4.1781888673497649</c:v>
                </c:pt>
                <c:pt idx="25281">
                  <c:v>4.1784745025121648</c:v>
                </c:pt>
                <c:pt idx="25282">
                  <c:v>4.1780970843058904</c:v>
                </c:pt>
                <c:pt idx="25283">
                  <c:v>4.1800989041421053</c:v>
                </c:pt>
                <c:pt idx="25284">
                  <c:v>4.1861423428413183</c:v>
                </c:pt>
                <c:pt idx="25285">
                  <c:v>4.1821632313961308</c:v>
                </c:pt>
                <c:pt idx="25286">
                  <c:v>4.1818293310123824</c:v>
                </c:pt>
                <c:pt idx="25287">
                  <c:v>4.1900621118012422</c:v>
                </c:pt>
                <c:pt idx="25288">
                  <c:v>4.1918787830834354</c:v>
                </c:pt>
                <c:pt idx="25289">
                  <c:v>4.1815223325552875</c:v>
                </c:pt>
                <c:pt idx="25290">
                  <c:v>4.1702575463860425</c:v>
                </c:pt>
                <c:pt idx="25291">
                  <c:v>4.1672405744352572</c:v>
                </c:pt>
                <c:pt idx="25292">
                  <c:v>4.1686679590141233</c:v>
                </c:pt>
                <c:pt idx="25293">
                  <c:v>4.1698239506270527</c:v>
                </c:pt>
                <c:pt idx="25294">
                  <c:v>4.1734549194920287</c:v>
                </c:pt>
                <c:pt idx="25295">
                  <c:v>4.1808505756221068</c:v>
                </c:pt>
                <c:pt idx="25296">
                  <c:v>4.1878221307908374</c:v>
                </c:pt>
                <c:pt idx="25297">
                  <c:v>4.1910899236460022</c:v>
                </c:pt>
                <c:pt idx="25298">
                  <c:v>4.1885840883016181</c:v>
                </c:pt>
                <c:pt idx="25299">
                  <c:v>4.1862689401432132</c:v>
                </c:pt>
                <c:pt idx="25300">
                  <c:v>4.1859991296435499</c:v>
                </c:pt>
                <c:pt idx="25301">
                  <c:v>4.1839814851445976</c:v>
                </c:pt>
                <c:pt idx="25302">
                  <c:v>4.1804834434466116</c:v>
                </c:pt>
                <c:pt idx="25303">
                  <c:v>4.1745840091783046</c:v>
                </c:pt>
                <c:pt idx="25304">
                  <c:v>4.1717806701744671</c:v>
                </c:pt>
                <c:pt idx="25305">
                  <c:v>4.1699094038058311</c:v>
                </c:pt>
                <c:pt idx="25306">
                  <c:v>4.172812438184911</c:v>
                </c:pt>
                <c:pt idx="25307">
                  <c:v>4.1730015429046166</c:v>
                </c:pt>
                <c:pt idx="25308">
                  <c:v>4.1623871503738581</c:v>
                </c:pt>
                <c:pt idx="25309">
                  <c:v>4.1570130949084145</c:v>
                </c:pt>
                <c:pt idx="25310">
                  <c:v>4.1635645052814816</c:v>
                </c:pt>
                <c:pt idx="25311">
                  <c:v>4.1737809075444083</c:v>
                </c:pt>
                <c:pt idx="25312">
                  <c:v>4.1780053012620169</c:v>
                </c:pt>
                <c:pt idx="25313">
                  <c:v>4.1792348775566719</c:v>
                </c:pt>
                <c:pt idx="25314">
                  <c:v>4.1811203861217709</c:v>
                </c:pt>
                <c:pt idx="25315">
                  <c:v>4.1747628278672311</c:v>
                </c:pt>
                <c:pt idx="25316">
                  <c:v>4.1689448906120186</c:v>
                </c:pt>
                <c:pt idx="25317">
                  <c:v>4.1696585829014516</c:v>
                </c:pt>
                <c:pt idx="25318">
                  <c:v>4.1621917157890573</c:v>
                </c:pt>
                <c:pt idx="25319">
                  <c:v>4.1635368121216914</c:v>
                </c:pt>
                <c:pt idx="25320">
                  <c:v>4.1729208371246589</c:v>
                </c:pt>
                <c:pt idx="25321">
                  <c:v>4.1751908849942634</c:v>
                </c:pt>
                <c:pt idx="25322">
                  <c:v>4.1668710685603516</c:v>
                </c:pt>
                <c:pt idx="25323">
                  <c:v>4.1562804130236977</c:v>
                </c:pt>
                <c:pt idx="25324">
                  <c:v>4.1512679511017918</c:v>
                </c:pt>
                <c:pt idx="25325">
                  <c:v>4.1495478102622938</c:v>
                </c:pt>
                <c:pt idx="25326">
                  <c:v>4.1458029038256123</c:v>
                </c:pt>
                <c:pt idx="25327">
                  <c:v>4.1417929342880884</c:v>
                </c:pt>
                <c:pt idx="25328">
                  <c:v>4.1474731969774892</c:v>
                </c:pt>
                <c:pt idx="25329">
                  <c:v>4.1565660481860984</c:v>
                </c:pt>
                <c:pt idx="25330">
                  <c:v>4.1557233848953592</c:v>
                </c:pt>
                <c:pt idx="25331">
                  <c:v>4.1487937650828819</c:v>
                </c:pt>
                <c:pt idx="25332">
                  <c:v>4.1483483008268385</c:v>
                </c:pt>
                <c:pt idx="25333">
                  <c:v>4.154025398583693</c:v>
                </c:pt>
                <c:pt idx="25334">
                  <c:v>4.1519547414645723</c:v>
                </c:pt>
                <c:pt idx="25335">
                  <c:v>4.1500605293349686</c:v>
                </c:pt>
                <c:pt idx="25336">
                  <c:v>4.150264667484274</c:v>
                </c:pt>
                <c:pt idx="25337">
                  <c:v>4.1506792736479801</c:v>
                </c:pt>
                <c:pt idx="25338">
                  <c:v>4.1531281402065119</c:v>
                </c:pt>
                <c:pt idx="25339">
                  <c:v>4.1568556395141831</c:v>
                </c:pt>
                <c:pt idx="25340">
                  <c:v>4.1598298848755784</c:v>
                </c:pt>
                <c:pt idx="25341">
                  <c:v>4.159355144993472</c:v>
                </c:pt>
                <c:pt idx="25342">
                  <c:v>4.1633200142421964</c:v>
                </c:pt>
                <c:pt idx="25343">
                  <c:v>4.1673355224116788</c:v>
                </c:pt>
                <c:pt idx="25344">
                  <c:v>4.162740831586027</c:v>
                </c:pt>
                <c:pt idx="25345">
                  <c:v>4.1598987221584842</c:v>
                </c:pt>
                <c:pt idx="25346">
                  <c:v>4.1691949202832612</c:v>
                </c:pt>
                <c:pt idx="25347">
                  <c:v>4.1722656960873525</c:v>
                </c:pt>
                <c:pt idx="25348">
                  <c:v>4.1708501800055391</c:v>
                </c:pt>
                <c:pt idx="25349">
                  <c:v>4.1663654705859079</c:v>
                </c:pt>
                <c:pt idx="25350">
                  <c:v>4.1596922103097675</c:v>
                </c:pt>
                <c:pt idx="25351">
                  <c:v>4.1575139454840366</c:v>
                </c:pt>
                <c:pt idx="25352">
                  <c:v>4.1635542192507025</c:v>
                </c:pt>
                <c:pt idx="25353">
                  <c:v>4.1693041104561459</c:v>
                </c:pt>
                <c:pt idx="25354">
                  <c:v>4.1698160382956839</c:v>
                </c:pt>
                <c:pt idx="25355">
                  <c:v>4.1700051430153895</c:v>
                </c:pt>
                <c:pt idx="25356">
                  <c:v>4.1620579973889305</c:v>
                </c:pt>
                <c:pt idx="25357">
                  <c:v>4.1549147446295054</c:v>
                </c:pt>
                <c:pt idx="25358">
                  <c:v>4.1525331328876049</c:v>
                </c:pt>
                <c:pt idx="25359">
                  <c:v>4.1547351347074413</c:v>
                </c:pt>
                <c:pt idx="25360">
                  <c:v>4.1605158840052221</c:v>
                </c:pt>
                <c:pt idx="25361">
                  <c:v>4.1662143450567708</c:v>
                </c:pt>
                <c:pt idx="25362">
                  <c:v>4.1624251295644266</c:v>
                </c:pt>
                <c:pt idx="25363">
                  <c:v>4.1567464493412984</c:v>
                </c:pt>
                <c:pt idx="25364">
                  <c:v>4.1530062903034377</c:v>
                </c:pt>
                <c:pt idx="25365">
                  <c:v>4.1496886497606518</c:v>
                </c:pt>
                <c:pt idx="25366">
                  <c:v>4.151299600427266</c:v>
                </c:pt>
                <c:pt idx="25367">
                  <c:v>4.1554939272856748</c:v>
                </c:pt>
                <c:pt idx="25368">
                  <c:v>4.1555350714087904</c:v>
                </c:pt>
                <c:pt idx="25369">
                  <c:v>4.1500249238438105</c:v>
                </c:pt>
                <c:pt idx="25370">
                  <c:v>4.1460980337856546</c:v>
                </c:pt>
                <c:pt idx="25371">
                  <c:v>4.1378589231317005</c:v>
                </c:pt>
                <c:pt idx="25372">
                  <c:v>4.1300130553467582</c:v>
                </c:pt>
                <c:pt idx="25373">
                  <c:v>4.1281378328124383</c:v>
                </c:pt>
                <c:pt idx="25374">
                  <c:v>4.1373462040590256</c:v>
                </c:pt>
                <c:pt idx="25375">
                  <c:v>4.1565984887447085</c:v>
                </c:pt>
                <c:pt idx="25376">
                  <c:v>4.1718866954148037</c:v>
                </c:pt>
                <c:pt idx="25377">
                  <c:v>4.167100526170036</c:v>
                </c:pt>
                <c:pt idx="25378">
                  <c:v>4.1560018989595289</c:v>
                </c:pt>
                <c:pt idx="25379">
                  <c:v>4.1573003125370889</c:v>
                </c:pt>
                <c:pt idx="25380">
                  <c:v>4.1706167662301699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5-FC34-4E50-8FBC-CFB495C70B4F}"/>
            </c:ext>
          </c:extLst>
        </c:ser>
        <c:ser>
          <c:idx val="6"/>
          <c:order val="6"/>
          <c:tx>
            <c:strRef>
              <c:f>'For plotting'!$H$1</c:f>
              <c:strCache>
                <c:ptCount val="1"/>
                <c:pt idx="0">
                  <c:v>2.3% w/w R1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'For plotting'!$A$2:$A$25382</c:f>
              <c:numCache>
                <c:formatCode>General</c:formatCode>
                <c:ptCount val="25381"/>
                <c:pt idx="0">
                  <c:v>-0.499971</c:v>
                </c:pt>
                <c:pt idx="1">
                  <c:v>-0.49966500000000003</c:v>
                </c:pt>
                <c:pt idx="2">
                  <c:v>-0.49936000000000003</c:v>
                </c:pt>
                <c:pt idx="3">
                  <c:v>-0.499054</c:v>
                </c:pt>
                <c:pt idx="4">
                  <c:v>-0.498749</c:v>
                </c:pt>
                <c:pt idx="5">
                  <c:v>-0.498444</c:v>
                </c:pt>
                <c:pt idx="6">
                  <c:v>-0.49813800000000003</c:v>
                </c:pt>
                <c:pt idx="7">
                  <c:v>-0.49783300000000003</c:v>
                </c:pt>
                <c:pt idx="8">
                  <c:v>-0.497527</c:v>
                </c:pt>
                <c:pt idx="9">
                  <c:v>-0.497222</c:v>
                </c:pt>
                <c:pt idx="10">
                  <c:v>-0.496917</c:v>
                </c:pt>
                <c:pt idx="11">
                  <c:v>-0.49661100000000002</c:v>
                </c:pt>
                <c:pt idx="12">
                  <c:v>-0.49630600000000002</c:v>
                </c:pt>
                <c:pt idx="13">
                  <c:v>-0.496</c:v>
                </c:pt>
                <c:pt idx="14">
                  <c:v>-0.495695</c:v>
                </c:pt>
                <c:pt idx="15">
                  <c:v>-0.49539</c:v>
                </c:pt>
                <c:pt idx="16">
                  <c:v>-0.49508400000000002</c:v>
                </c:pt>
                <c:pt idx="17">
                  <c:v>-0.49477900000000002</c:v>
                </c:pt>
                <c:pt idx="18">
                  <c:v>-0.494473</c:v>
                </c:pt>
                <c:pt idx="19">
                  <c:v>-0.494168</c:v>
                </c:pt>
                <c:pt idx="20">
                  <c:v>-0.493863</c:v>
                </c:pt>
                <c:pt idx="21">
                  <c:v>-0.49355700000000002</c:v>
                </c:pt>
                <c:pt idx="22">
                  <c:v>-0.49325200000000002</c:v>
                </c:pt>
                <c:pt idx="23">
                  <c:v>-0.492946</c:v>
                </c:pt>
                <c:pt idx="24">
                  <c:v>-0.492641</c:v>
                </c:pt>
                <c:pt idx="25">
                  <c:v>-0.492336</c:v>
                </c:pt>
                <c:pt idx="26">
                  <c:v>-0.49203000000000002</c:v>
                </c:pt>
                <c:pt idx="27">
                  <c:v>-0.49172500000000002</c:v>
                </c:pt>
                <c:pt idx="28">
                  <c:v>-0.49141899999999999</c:v>
                </c:pt>
                <c:pt idx="29">
                  <c:v>-0.49111399999999999</c:v>
                </c:pt>
                <c:pt idx="30">
                  <c:v>-0.490809</c:v>
                </c:pt>
                <c:pt idx="31">
                  <c:v>-0.49050300000000002</c:v>
                </c:pt>
                <c:pt idx="32">
                  <c:v>-0.49019800000000002</c:v>
                </c:pt>
                <c:pt idx="33">
                  <c:v>-0.48989199999999999</c:v>
                </c:pt>
                <c:pt idx="34">
                  <c:v>-0.48958699999999999</c:v>
                </c:pt>
                <c:pt idx="35">
                  <c:v>-0.48928199999999999</c:v>
                </c:pt>
                <c:pt idx="36">
                  <c:v>-0.48897600000000002</c:v>
                </c:pt>
                <c:pt idx="37">
                  <c:v>-0.48867100000000002</c:v>
                </c:pt>
                <c:pt idx="38">
                  <c:v>-0.48836499999999999</c:v>
                </c:pt>
                <c:pt idx="39">
                  <c:v>-0.48805999999999999</c:v>
                </c:pt>
                <c:pt idx="40">
                  <c:v>-0.48775499999999999</c:v>
                </c:pt>
                <c:pt idx="41">
                  <c:v>-0.48744900000000002</c:v>
                </c:pt>
                <c:pt idx="42">
                  <c:v>-0.48714400000000002</c:v>
                </c:pt>
                <c:pt idx="43">
                  <c:v>-0.48683799999999999</c:v>
                </c:pt>
                <c:pt idx="44">
                  <c:v>-0.48653299999999999</c:v>
                </c:pt>
                <c:pt idx="45">
                  <c:v>-0.48622799999999999</c:v>
                </c:pt>
                <c:pt idx="46">
                  <c:v>-0.48592200000000002</c:v>
                </c:pt>
                <c:pt idx="47">
                  <c:v>-0.48561700000000002</c:v>
                </c:pt>
                <c:pt idx="48">
                  <c:v>-0.48531099999999999</c:v>
                </c:pt>
                <c:pt idx="49">
                  <c:v>-0.48500599999999999</c:v>
                </c:pt>
                <c:pt idx="50">
                  <c:v>-0.48470099999999999</c:v>
                </c:pt>
                <c:pt idx="51">
                  <c:v>-0.48439500000000002</c:v>
                </c:pt>
                <c:pt idx="52">
                  <c:v>-0.48409000000000002</c:v>
                </c:pt>
                <c:pt idx="53">
                  <c:v>-0.48378399999999999</c:v>
                </c:pt>
                <c:pt idx="54">
                  <c:v>-0.48347899999999999</c:v>
                </c:pt>
                <c:pt idx="55">
                  <c:v>-0.48317399999999999</c:v>
                </c:pt>
                <c:pt idx="56">
                  <c:v>-0.48286800000000002</c:v>
                </c:pt>
                <c:pt idx="57">
                  <c:v>-0.48256300000000002</c:v>
                </c:pt>
                <c:pt idx="58">
                  <c:v>-0.48225699999999999</c:v>
                </c:pt>
                <c:pt idx="59">
                  <c:v>-0.48195199999999999</c:v>
                </c:pt>
                <c:pt idx="60">
                  <c:v>-0.48164699999999999</c:v>
                </c:pt>
                <c:pt idx="61">
                  <c:v>-0.48134100000000002</c:v>
                </c:pt>
                <c:pt idx="62">
                  <c:v>-0.48103600000000002</c:v>
                </c:pt>
                <c:pt idx="63">
                  <c:v>-0.48072999999999999</c:v>
                </c:pt>
                <c:pt idx="64">
                  <c:v>-0.48042499999999999</c:v>
                </c:pt>
                <c:pt idx="65">
                  <c:v>-0.48011999999999999</c:v>
                </c:pt>
                <c:pt idx="66">
                  <c:v>-0.47981400000000002</c:v>
                </c:pt>
                <c:pt idx="67">
                  <c:v>-0.47950900000000002</c:v>
                </c:pt>
                <c:pt idx="68">
                  <c:v>-0.47920299999999999</c:v>
                </c:pt>
                <c:pt idx="69">
                  <c:v>-0.47889799999999999</c:v>
                </c:pt>
                <c:pt idx="70">
                  <c:v>-0.47859299999999999</c:v>
                </c:pt>
                <c:pt idx="71">
                  <c:v>-0.47828700000000002</c:v>
                </c:pt>
                <c:pt idx="72">
                  <c:v>-0.47798200000000002</c:v>
                </c:pt>
                <c:pt idx="73">
                  <c:v>-0.47767599999999999</c:v>
                </c:pt>
                <c:pt idx="74">
                  <c:v>-0.47737099999999999</c:v>
                </c:pt>
                <c:pt idx="75">
                  <c:v>-0.47706599999999999</c:v>
                </c:pt>
                <c:pt idx="76">
                  <c:v>-0.47676000000000002</c:v>
                </c:pt>
                <c:pt idx="77">
                  <c:v>-0.47645500000000002</c:v>
                </c:pt>
                <c:pt idx="78">
                  <c:v>-0.47614899999999999</c:v>
                </c:pt>
                <c:pt idx="79">
                  <c:v>-0.47584399999999999</c:v>
                </c:pt>
                <c:pt idx="80">
                  <c:v>-0.47553899999999999</c:v>
                </c:pt>
                <c:pt idx="81">
                  <c:v>-0.47523300000000002</c:v>
                </c:pt>
                <c:pt idx="82">
                  <c:v>-0.47492800000000002</c:v>
                </c:pt>
                <c:pt idx="83">
                  <c:v>-0.47462300000000002</c:v>
                </c:pt>
                <c:pt idx="84">
                  <c:v>-0.47431699999999999</c:v>
                </c:pt>
                <c:pt idx="85">
                  <c:v>-0.47401199999999999</c:v>
                </c:pt>
                <c:pt idx="86">
                  <c:v>-0.47370600000000002</c:v>
                </c:pt>
                <c:pt idx="87">
                  <c:v>-0.47340100000000002</c:v>
                </c:pt>
                <c:pt idx="88">
                  <c:v>-0.47309600000000002</c:v>
                </c:pt>
                <c:pt idx="89">
                  <c:v>-0.47278999999999999</c:v>
                </c:pt>
                <c:pt idx="90">
                  <c:v>-0.47248499999999999</c:v>
                </c:pt>
                <c:pt idx="91">
                  <c:v>-0.47217900000000002</c:v>
                </c:pt>
                <c:pt idx="92">
                  <c:v>-0.47187400000000002</c:v>
                </c:pt>
                <c:pt idx="93">
                  <c:v>-0.47156900000000002</c:v>
                </c:pt>
                <c:pt idx="94">
                  <c:v>-0.47126299999999999</c:v>
                </c:pt>
                <c:pt idx="95">
                  <c:v>-0.47095799999999999</c:v>
                </c:pt>
                <c:pt idx="96">
                  <c:v>-0.47065200000000001</c:v>
                </c:pt>
                <c:pt idx="97">
                  <c:v>-0.47034700000000002</c:v>
                </c:pt>
                <c:pt idx="98">
                  <c:v>-0.47004200000000002</c:v>
                </c:pt>
                <c:pt idx="99">
                  <c:v>-0.46973599999999999</c:v>
                </c:pt>
                <c:pt idx="100">
                  <c:v>-0.46943099999999999</c:v>
                </c:pt>
                <c:pt idx="101">
                  <c:v>-0.46912500000000001</c:v>
                </c:pt>
                <c:pt idx="102">
                  <c:v>-0.46882000000000001</c:v>
                </c:pt>
                <c:pt idx="103">
                  <c:v>-0.46851500000000001</c:v>
                </c:pt>
                <c:pt idx="104">
                  <c:v>-0.46820899999999999</c:v>
                </c:pt>
                <c:pt idx="105">
                  <c:v>-0.46790399999999999</c:v>
                </c:pt>
                <c:pt idx="106">
                  <c:v>-0.46759800000000001</c:v>
                </c:pt>
                <c:pt idx="107">
                  <c:v>-0.46729300000000001</c:v>
                </c:pt>
                <c:pt idx="108">
                  <c:v>-0.46698800000000001</c:v>
                </c:pt>
                <c:pt idx="109">
                  <c:v>-0.46668199999999999</c:v>
                </c:pt>
                <c:pt idx="110">
                  <c:v>-0.46637699999999999</c:v>
                </c:pt>
                <c:pt idx="111">
                  <c:v>-0.46607100000000001</c:v>
                </c:pt>
                <c:pt idx="112">
                  <c:v>-0.46576600000000001</c:v>
                </c:pt>
                <c:pt idx="113">
                  <c:v>-0.46546100000000001</c:v>
                </c:pt>
                <c:pt idx="114">
                  <c:v>-0.46515499999999999</c:v>
                </c:pt>
                <c:pt idx="115">
                  <c:v>-0.46484999999999999</c:v>
                </c:pt>
                <c:pt idx="116">
                  <c:v>-0.46454400000000001</c:v>
                </c:pt>
                <c:pt idx="117">
                  <c:v>-0.46423900000000001</c:v>
                </c:pt>
                <c:pt idx="118">
                  <c:v>-0.46393400000000001</c:v>
                </c:pt>
                <c:pt idx="119">
                  <c:v>-0.46362799999999998</c:v>
                </c:pt>
                <c:pt idx="120">
                  <c:v>-0.46332299999999998</c:v>
                </c:pt>
                <c:pt idx="121">
                  <c:v>-0.46301700000000001</c:v>
                </c:pt>
                <c:pt idx="122">
                  <c:v>-0.46271200000000001</c:v>
                </c:pt>
                <c:pt idx="123">
                  <c:v>-0.46240700000000001</c:v>
                </c:pt>
                <c:pt idx="124">
                  <c:v>-0.46210099999999998</c:v>
                </c:pt>
                <c:pt idx="125">
                  <c:v>-0.46179599999999998</c:v>
                </c:pt>
                <c:pt idx="126">
                  <c:v>-0.46149000000000001</c:v>
                </c:pt>
                <c:pt idx="127">
                  <c:v>-0.46118500000000001</c:v>
                </c:pt>
                <c:pt idx="128">
                  <c:v>-0.46088000000000001</c:v>
                </c:pt>
                <c:pt idx="129">
                  <c:v>-0.46057399999999998</c:v>
                </c:pt>
                <c:pt idx="130">
                  <c:v>-0.46026899999999998</c:v>
                </c:pt>
                <c:pt idx="131">
                  <c:v>-0.45996300000000001</c:v>
                </c:pt>
                <c:pt idx="132">
                  <c:v>-0.45965800000000001</c:v>
                </c:pt>
                <c:pt idx="133">
                  <c:v>-0.45935300000000001</c:v>
                </c:pt>
                <c:pt idx="134">
                  <c:v>-0.45904699999999998</c:v>
                </c:pt>
                <c:pt idx="135">
                  <c:v>-0.45874199999999998</c:v>
                </c:pt>
                <c:pt idx="136">
                  <c:v>-0.45843600000000001</c:v>
                </c:pt>
                <c:pt idx="137">
                  <c:v>-0.45813100000000001</c:v>
                </c:pt>
                <c:pt idx="138">
                  <c:v>-0.45782600000000001</c:v>
                </c:pt>
                <c:pt idx="139">
                  <c:v>-0.45751999999999998</c:v>
                </c:pt>
                <c:pt idx="140">
                  <c:v>-0.45721499999999998</c:v>
                </c:pt>
                <c:pt idx="141">
                  <c:v>-0.45690900000000001</c:v>
                </c:pt>
                <c:pt idx="142">
                  <c:v>-0.45660400000000001</c:v>
                </c:pt>
                <c:pt idx="143">
                  <c:v>-0.45629900000000001</c:v>
                </c:pt>
                <c:pt idx="144">
                  <c:v>-0.45599299999999998</c:v>
                </c:pt>
                <c:pt idx="145">
                  <c:v>-0.45568799999999998</c:v>
                </c:pt>
                <c:pt idx="146">
                  <c:v>-0.45538200000000001</c:v>
                </c:pt>
                <c:pt idx="147">
                  <c:v>-0.45507700000000001</c:v>
                </c:pt>
                <c:pt idx="148">
                  <c:v>-0.45477200000000001</c:v>
                </c:pt>
                <c:pt idx="149">
                  <c:v>-0.45446599999999998</c:v>
                </c:pt>
                <c:pt idx="150">
                  <c:v>-0.45416099999999998</c:v>
                </c:pt>
                <c:pt idx="151">
                  <c:v>-0.45385500000000001</c:v>
                </c:pt>
                <c:pt idx="152">
                  <c:v>-0.45355000000000001</c:v>
                </c:pt>
                <c:pt idx="153">
                  <c:v>-0.45324500000000001</c:v>
                </c:pt>
                <c:pt idx="154">
                  <c:v>-0.45293899999999998</c:v>
                </c:pt>
                <c:pt idx="155">
                  <c:v>-0.45263399999999998</c:v>
                </c:pt>
                <c:pt idx="156">
                  <c:v>-0.45232800000000001</c:v>
                </c:pt>
                <c:pt idx="157">
                  <c:v>-0.45202300000000001</c:v>
                </c:pt>
                <c:pt idx="158">
                  <c:v>-0.45171800000000001</c:v>
                </c:pt>
                <c:pt idx="159">
                  <c:v>-0.45141199999999998</c:v>
                </c:pt>
                <c:pt idx="160">
                  <c:v>-0.45110699999999998</c:v>
                </c:pt>
                <c:pt idx="161">
                  <c:v>-0.45080100000000001</c:v>
                </c:pt>
                <c:pt idx="162">
                  <c:v>-0.45049600000000001</c:v>
                </c:pt>
                <c:pt idx="163">
                  <c:v>-0.45019100000000001</c:v>
                </c:pt>
                <c:pt idx="164">
                  <c:v>-0.44988499999999998</c:v>
                </c:pt>
                <c:pt idx="165">
                  <c:v>-0.44957999999999998</c:v>
                </c:pt>
                <c:pt idx="166">
                  <c:v>-0.44927400000000001</c:v>
                </c:pt>
                <c:pt idx="167">
                  <c:v>-0.44896900000000001</c:v>
                </c:pt>
                <c:pt idx="168">
                  <c:v>-0.44866400000000001</c:v>
                </c:pt>
                <c:pt idx="169">
                  <c:v>-0.44835799999999998</c:v>
                </c:pt>
                <c:pt idx="170">
                  <c:v>-0.44805299999999998</c:v>
                </c:pt>
                <c:pt idx="171">
                  <c:v>-0.44774799999999998</c:v>
                </c:pt>
                <c:pt idx="172">
                  <c:v>-0.44744200000000001</c:v>
                </c:pt>
                <c:pt idx="173">
                  <c:v>-0.44713700000000001</c:v>
                </c:pt>
                <c:pt idx="174">
                  <c:v>-0.44683099999999998</c:v>
                </c:pt>
                <c:pt idx="175">
                  <c:v>-0.44652599999999998</c:v>
                </c:pt>
                <c:pt idx="176">
                  <c:v>-0.44622099999999998</c:v>
                </c:pt>
                <c:pt idx="177">
                  <c:v>-0.44591500000000001</c:v>
                </c:pt>
                <c:pt idx="178">
                  <c:v>-0.44561000000000001</c:v>
                </c:pt>
                <c:pt idx="179">
                  <c:v>-0.44530399999999998</c:v>
                </c:pt>
                <c:pt idx="180">
                  <c:v>-0.44499899999999998</c:v>
                </c:pt>
                <c:pt idx="181">
                  <c:v>-0.44469399999999998</c:v>
                </c:pt>
                <c:pt idx="182">
                  <c:v>-0.44438800000000001</c:v>
                </c:pt>
                <c:pt idx="183">
                  <c:v>-0.44408300000000001</c:v>
                </c:pt>
                <c:pt idx="184">
                  <c:v>-0.44377699999999998</c:v>
                </c:pt>
                <c:pt idx="185">
                  <c:v>-0.44347199999999998</c:v>
                </c:pt>
                <c:pt idx="186">
                  <c:v>-0.44316699999999998</c:v>
                </c:pt>
                <c:pt idx="187">
                  <c:v>-0.442861</c:v>
                </c:pt>
                <c:pt idx="188">
                  <c:v>-0.442556</c:v>
                </c:pt>
                <c:pt idx="189">
                  <c:v>-0.44224999999999998</c:v>
                </c:pt>
                <c:pt idx="190">
                  <c:v>-0.44194499999999998</c:v>
                </c:pt>
                <c:pt idx="191">
                  <c:v>-0.44163999999999998</c:v>
                </c:pt>
                <c:pt idx="192">
                  <c:v>-0.441334</c:v>
                </c:pt>
                <c:pt idx="193">
                  <c:v>-0.441029</c:v>
                </c:pt>
                <c:pt idx="194">
                  <c:v>-0.44072299999999998</c:v>
                </c:pt>
                <c:pt idx="195">
                  <c:v>-0.44041799999999998</c:v>
                </c:pt>
                <c:pt idx="196">
                  <c:v>-0.44011299999999998</c:v>
                </c:pt>
                <c:pt idx="197">
                  <c:v>-0.439807</c:v>
                </c:pt>
                <c:pt idx="198">
                  <c:v>-0.439502</c:v>
                </c:pt>
                <c:pt idx="199">
                  <c:v>-0.43919599999999998</c:v>
                </c:pt>
                <c:pt idx="200">
                  <c:v>-0.43889099999999998</c:v>
                </c:pt>
                <c:pt idx="201">
                  <c:v>-0.43858599999999998</c:v>
                </c:pt>
                <c:pt idx="202">
                  <c:v>-0.43828</c:v>
                </c:pt>
                <c:pt idx="203">
                  <c:v>-0.437975</c:v>
                </c:pt>
                <c:pt idx="204">
                  <c:v>-0.43766899999999997</c:v>
                </c:pt>
                <c:pt idx="205">
                  <c:v>-0.43736399999999998</c:v>
                </c:pt>
                <c:pt idx="206">
                  <c:v>-0.43705899999999998</c:v>
                </c:pt>
                <c:pt idx="207">
                  <c:v>-0.436753</c:v>
                </c:pt>
                <c:pt idx="208">
                  <c:v>-0.436448</c:v>
                </c:pt>
                <c:pt idx="209">
                  <c:v>-0.43614199999999997</c:v>
                </c:pt>
                <c:pt idx="210">
                  <c:v>-0.43583699999999997</c:v>
                </c:pt>
                <c:pt idx="211">
                  <c:v>-0.43553199999999997</c:v>
                </c:pt>
                <c:pt idx="212">
                  <c:v>-0.435226</c:v>
                </c:pt>
                <c:pt idx="213">
                  <c:v>-0.434921</c:v>
                </c:pt>
                <c:pt idx="214">
                  <c:v>-0.43461499999999997</c:v>
                </c:pt>
                <c:pt idx="215">
                  <c:v>-0.43430999999999997</c:v>
                </c:pt>
                <c:pt idx="216">
                  <c:v>-0.43400499999999997</c:v>
                </c:pt>
                <c:pt idx="217">
                  <c:v>-0.433699</c:v>
                </c:pt>
                <c:pt idx="218">
                  <c:v>-0.433394</c:v>
                </c:pt>
                <c:pt idx="219">
                  <c:v>-0.43308799999999997</c:v>
                </c:pt>
                <c:pt idx="220">
                  <c:v>-0.43278299999999997</c:v>
                </c:pt>
                <c:pt idx="221">
                  <c:v>-0.43247799999999997</c:v>
                </c:pt>
                <c:pt idx="222">
                  <c:v>-0.432172</c:v>
                </c:pt>
                <c:pt idx="223">
                  <c:v>-0.431867</c:v>
                </c:pt>
                <c:pt idx="224">
                  <c:v>-0.43156099999999997</c:v>
                </c:pt>
                <c:pt idx="225">
                  <c:v>-0.43125599999999997</c:v>
                </c:pt>
                <c:pt idx="226">
                  <c:v>-0.43095099999999997</c:v>
                </c:pt>
                <c:pt idx="227">
                  <c:v>-0.430645</c:v>
                </c:pt>
                <c:pt idx="228">
                  <c:v>-0.43034</c:v>
                </c:pt>
                <c:pt idx="229">
                  <c:v>-0.43003400000000003</c:v>
                </c:pt>
                <c:pt idx="230">
                  <c:v>-0.42972900000000003</c:v>
                </c:pt>
                <c:pt idx="231">
                  <c:v>-0.42942399999999997</c:v>
                </c:pt>
                <c:pt idx="232">
                  <c:v>-0.429118</c:v>
                </c:pt>
                <c:pt idx="233">
                  <c:v>-0.428813</c:v>
                </c:pt>
                <c:pt idx="234">
                  <c:v>-0.42850700000000003</c:v>
                </c:pt>
                <c:pt idx="235">
                  <c:v>-0.42820200000000003</c:v>
                </c:pt>
                <c:pt idx="236">
                  <c:v>-0.42789700000000003</c:v>
                </c:pt>
                <c:pt idx="237">
                  <c:v>-0.427591</c:v>
                </c:pt>
                <c:pt idx="238">
                  <c:v>-0.427286</c:v>
                </c:pt>
                <c:pt idx="239">
                  <c:v>-0.42698000000000003</c:v>
                </c:pt>
                <c:pt idx="240">
                  <c:v>-0.42667500000000003</c:v>
                </c:pt>
                <c:pt idx="241">
                  <c:v>-0.42637000000000003</c:v>
                </c:pt>
                <c:pt idx="242">
                  <c:v>-0.426064</c:v>
                </c:pt>
                <c:pt idx="243">
                  <c:v>-0.425759</c:v>
                </c:pt>
                <c:pt idx="244">
                  <c:v>-0.42545300000000003</c:v>
                </c:pt>
                <c:pt idx="245">
                  <c:v>-0.42514800000000003</c:v>
                </c:pt>
                <c:pt idx="246">
                  <c:v>-0.42484300000000003</c:v>
                </c:pt>
                <c:pt idx="247">
                  <c:v>-0.424537</c:v>
                </c:pt>
                <c:pt idx="248">
                  <c:v>-0.424232</c:v>
                </c:pt>
                <c:pt idx="249">
                  <c:v>-0.42392600000000003</c:v>
                </c:pt>
                <c:pt idx="250">
                  <c:v>-0.42362100000000003</c:v>
                </c:pt>
                <c:pt idx="251">
                  <c:v>-0.42331600000000003</c:v>
                </c:pt>
                <c:pt idx="252">
                  <c:v>-0.42301</c:v>
                </c:pt>
                <c:pt idx="253">
                  <c:v>-0.422705</c:v>
                </c:pt>
                <c:pt idx="254">
                  <c:v>-0.4224</c:v>
                </c:pt>
                <c:pt idx="255">
                  <c:v>-0.42209400000000002</c:v>
                </c:pt>
                <c:pt idx="256">
                  <c:v>-0.42178900000000003</c:v>
                </c:pt>
                <c:pt idx="257">
                  <c:v>-0.421483</c:v>
                </c:pt>
                <c:pt idx="258">
                  <c:v>-0.421178</c:v>
                </c:pt>
                <c:pt idx="259">
                  <c:v>-0.420873</c:v>
                </c:pt>
                <c:pt idx="260">
                  <c:v>-0.42056700000000002</c:v>
                </c:pt>
                <c:pt idx="261">
                  <c:v>-0.42026200000000002</c:v>
                </c:pt>
                <c:pt idx="262">
                  <c:v>-0.419956</c:v>
                </c:pt>
                <c:pt idx="263">
                  <c:v>-0.419651</c:v>
                </c:pt>
                <c:pt idx="264">
                  <c:v>-0.419346</c:v>
                </c:pt>
                <c:pt idx="265">
                  <c:v>-0.41904000000000002</c:v>
                </c:pt>
                <c:pt idx="266">
                  <c:v>-0.41873500000000002</c:v>
                </c:pt>
                <c:pt idx="267">
                  <c:v>-0.418429</c:v>
                </c:pt>
                <c:pt idx="268">
                  <c:v>-0.418124</c:v>
                </c:pt>
                <c:pt idx="269">
                  <c:v>-0.417819</c:v>
                </c:pt>
                <c:pt idx="270">
                  <c:v>-0.41751300000000002</c:v>
                </c:pt>
                <c:pt idx="271">
                  <c:v>-0.41720800000000002</c:v>
                </c:pt>
                <c:pt idx="272">
                  <c:v>-0.41690199999999999</c:v>
                </c:pt>
                <c:pt idx="273">
                  <c:v>-0.416597</c:v>
                </c:pt>
                <c:pt idx="274">
                  <c:v>-0.416292</c:v>
                </c:pt>
                <c:pt idx="275">
                  <c:v>-0.41598600000000002</c:v>
                </c:pt>
                <c:pt idx="276">
                  <c:v>-0.41568100000000002</c:v>
                </c:pt>
                <c:pt idx="277">
                  <c:v>-0.41537499999999999</c:v>
                </c:pt>
                <c:pt idx="278">
                  <c:v>-0.41506999999999999</c:v>
                </c:pt>
                <c:pt idx="279">
                  <c:v>-0.41476499999999999</c:v>
                </c:pt>
                <c:pt idx="280">
                  <c:v>-0.41445900000000002</c:v>
                </c:pt>
                <c:pt idx="281">
                  <c:v>-0.41415400000000002</c:v>
                </c:pt>
                <c:pt idx="282">
                  <c:v>-0.41384799999999999</c:v>
                </c:pt>
                <c:pt idx="283">
                  <c:v>-0.41354299999999999</c:v>
                </c:pt>
                <c:pt idx="284">
                  <c:v>-0.41323799999999999</c:v>
                </c:pt>
                <c:pt idx="285">
                  <c:v>-0.41293200000000002</c:v>
                </c:pt>
                <c:pt idx="286">
                  <c:v>-0.41262700000000002</c:v>
                </c:pt>
                <c:pt idx="287">
                  <c:v>-0.41232099999999999</c:v>
                </c:pt>
                <c:pt idx="288">
                  <c:v>-0.41201599999999999</c:v>
                </c:pt>
                <c:pt idx="289">
                  <c:v>-0.41171099999999999</c:v>
                </c:pt>
                <c:pt idx="290">
                  <c:v>-0.41140500000000002</c:v>
                </c:pt>
                <c:pt idx="291">
                  <c:v>-0.41110000000000002</c:v>
                </c:pt>
                <c:pt idx="292">
                  <c:v>-0.41079399999999999</c:v>
                </c:pt>
                <c:pt idx="293">
                  <c:v>-0.41048899999999999</c:v>
                </c:pt>
                <c:pt idx="294">
                  <c:v>-0.41018399999999999</c:v>
                </c:pt>
                <c:pt idx="295">
                  <c:v>-0.40987800000000002</c:v>
                </c:pt>
                <c:pt idx="296">
                  <c:v>-0.40957300000000002</c:v>
                </c:pt>
                <c:pt idx="297">
                  <c:v>-0.40926699999999999</c:v>
                </c:pt>
                <c:pt idx="298">
                  <c:v>-0.40896199999999999</c:v>
                </c:pt>
                <c:pt idx="299">
                  <c:v>-0.40865699999999999</c:v>
                </c:pt>
                <c:pt idx="300">
                  <c:v>-0.40835100000000002</c:v>
                </c:pt>
                <c:pt idx="301">
                  <c:v>-0.40804600000000002</c:v>
                </c:pt>
                <c:pt idx="302">
                  <c:v>-0.40773999999999999</c:v>
                </c:pt>
                <c:pt idx="303">
                  <c:v>-0.40743499999999999</c:v>
                </c:pt>
                <c:pt idx="304">
                  <c:v>-0.40712999999999999</c:v>
                </c:pt>
                <c:pt idx="305">
                  <c:v>-0.40682400000000002</c:v>
                </c:pt>
                <c:pt idx="306">
                  <c:v>-0.40651900000000002</c:v>
                </c:pt>
                <c:pt idx="307">
                  <c:v>-0.40621299999999999</c:v>
                </c:pt>
                <c:pt idx="308">
                  <c:v>-0.40590799999999999</c:v>
                </c:pt>
                <c:pt idx="309">
                  <c:v>-0.40560299999999999</c:v>
                </c:pt>
                <c:pt idx="310">
                  <c:v>-0.40529700000000002</c:v>
                </c:pt>
                <c:pt idx="311">
                  <c:v>-0.40499200000000002</c:v>
                </c:pt>
                <c:pt idx="312">
                  <c:v>-0.40468599999999999</c:v>
                </c:pt>
                <c:pt idx="313">
                  <c:v>-0.40438099999999999</c:v>
                </c:pt>
                <c:pt idx="314">
                  <c:v>-0.40407599999999999</c:v>
                </c:pt>
                <c:pt idx="315">
                  <c:v>-0.40377000000000002</c:v>
                </c:pt>
                <c:pt idx="316">
                  <c:v>-0.40346500000000002</c:v>
                </c:pt>
                <c:pt idx="317">
                  <c:v>-0.40315899999999999</c:v>
                </c:pt>
                <c:pt idx="318">
                  <c:v>-0.40285399999999999</c:v>
                </c:pt>
                <c:pt idx="319">
                  <c:v>-0.40254899999999999</c:v>
                </c:pt>
                <c:pt idx="320">
                  <c:v>-0.40224300000000002</c:v>
                </c:pt>
                <c:pt idx="321">
                  <c:v>-0.40193800000000002</c:v>
                </c:pt>
                <c:pt idx="322">
                  <c:v>-0.40163199999999999</c:v>
                </c:pt>
                <c:pt idx="323">
                  <c:v>-0.40132699999999999</c:v>
                </c:pt>
                <c:pt idx="324">
                  <c:v>-0.40102199999999999</c:v>
                </c:pt>
                <c:pt idx="325">
                  <c:v>-0.40071600000000002</c:v>
                </c:pt>
                <c:pt idx="326">
                  <c:v>-0.40041100000000002</c:v>
                </c:pt>
                <c:pt idx="327">
                  <c:v>-0.40010499999999999</c:v>
                </c:pt>
                <c:pt idx="328">
                  <c:v>-0.39979999999999999</c:v>
                </c:pt>
                <c:pt idx="329">
                  <c:v>-0.39949499999999999</c:v>
                </c:pt>
                <c:pt idx="330">
                  <c:v>-0.39918900000000002</c:v>
                </c:pt>
                <c:pt idx="331">
                  <c:v>-0.39888400000000002</c:v>
                </c:pt>
                <c:pt idx="332">
                  <c:v>-0.39857799999999999</c:v>
                </c:pt>
                <c:pt idx="333">
                  <c:v>-0.39827299999999999</c:v>
                </c:pt>
                <c:pt idx="334">
                  <c:v>-0.39796799999999999</c:v>
                </c:pt>
                <c:pt idx="335">
                  <c:v>-0.39766200000000002</c:v>
                </c:pt>
                <c:pt idx="336">
                  <c:v>-0.39735700000000002</c:v>
                </c:pt>
                <c:pt idx="337">
                  <c:v>-0.39705200000000002</c:v>
                </c:pt>
                <c:pt idx="338">
                  <c:v>-0.39674599999999999</c:v>
                </c:pt>
                <c:pt idx="339">
                  <c:v>-0.39644099999999999</c:v>
                </c:pt>
                <c:pt idx="340">
                  <c:v>-0.39613500000000001</c:v>
                </c:pt>
                <c:pt idx="341">
                  <c:v>-0.39583000000000002</c:v>
                </c:pt>
                <c:pt idx="342">
                  <c:v>-0.39552500000000002</c:v>
                </c:pt>
                <c:pt idx="343">
                  <c:v>-0.39521899999999999</c:v>
                </c:pt>
                <c:pt idx="344">
                  <c:v>-0.39491399999999999</c:v>
                </c:pt>
                <c:pt idx="345">
                  <c:v>-0.39460800000000001</c:v>
                </c:pt>
                <c:pt idx="346">
                  <c:v>-0.39430300000000001</c:v>
                </c:pt>
                <c:pt idx="347">
                  <c:v>-0.39399800000000001</c:v>
                </c:pt>
                <c:pt idx="348">
                  <c:v>-0.39369199999999999</c:v>
                </c:pt>
                <c:pt idx="349">
                  <c:v>-0.39338699999999999</c:v>
                </c:pt>
                <c:pt idx="350">
                  <c:v>-0.39308100000000001</c:v>
                </c:pt>
                <c:pt idx="351">
                  <c:v>-0.39277600000000001</c:v>
                </c:pt>
                <c:pt idx="352">
                  <c:v>-0.39247100000000001</c:v>
                </c:pt>
                <c:pt idx="353">
                  <c:v>-0.39216499999999999</c:v>
                </c:pt>
                <c:pt idx="354">
                  <c:v>-0.39185999999999999</c:v>
                </c:pt>
                <c:pt idx="355">
                  <c:v>-0.39155400000000001</c:v>
                </c:pt>
                <c:pt idx="356">
                  <c:v>-0.39124900000000001</c:v>
                </c:pt>
                <c:pt idx="357">
                  <c:v>-0.39094400000000001</c:v>
                </c:pt>
                <c:pt idx="358">
                  <c:v>-0.39063799999999999</c:v>
                </c:pt>
                <c:pt idx="359">
                  <c:v>-0.39033299999999999</c:v>
                </c:pt>
                <c:pt idx="360">
                  <c:v>-0.39002700000000001</c:v>
                </c:pt>
                <c:pt idx="361">
                  <c:v>-0.38972200000000001</c:v>
                </c:pt>
                <c:pt idx="362">
                  <c:v>-0.38941700000000001</c:v>
                </c:pt>
                <c:pt idx="363">
                  <c:v>-0.38911099999999998</c:v>
                </c:pt>
                <c:pt idx="364">
                  <c:v>-0.38880599999999998</c:v>
                </c:pt>
                <c:pt idx="365">
                  <c:v>-0.38850000000000001</c:v>
                </c:pt>
                <c:pt idx="366">
                  <c:v>-0.38819500000000001</c:v>
                </c:pt>
                <c:pt idx="367">
                  <c:v>-0.38789000000000001</c:v>
                </c:pt>
                <c:pt idx="368">
                  <c:v>-0.38758399999999998</c:v>
                </c:pt>
                <c:pt idx="369">
                  <c:v>-0.38727899999999998</c:v>
                </c:pt>
                <c:pt idx="370">
                  <c:v>-0.38697300000000001</c:v>
                </c:pt>
                <c:pt idx="371">
                  <c:v>-0.38666800000000001</c:v>
                </c:pt>
                <c:pt idx="372">
                  <c:v>-0.38636300000000001</c:v>
                </c:pt>
                <c:pt idx="373">
                  <c:v>-0.38605699999999998</c:v>
                </c:pt>
                <c:pt idx="374">
                  <c:v>-0.38575199999999998</c:v>
                </c:pt>
                <c:pt idx="375">
                  <c:v>-0.38544600000000001</c:v>
                </c:pt>
                <c:pt idx="376">
                  <c:v>-0.38514100000000001</c:v>
                </c:pt>
                <c:pt idx="377">
                  <c:v>-0.38483600000000001</c:v>
                </c:pt>
                <c:pt idx="378">
                  <c:v>-0.38452999999999998</c:v>
                </c:pt>
                <c:pt idx="379">
                  <c:v>-0.38422499999999998</c:v>
                </c:pt>
                <c:pt idx="380">
                  <c:v>-0.38391900000000001</c:v>
                </c:pt>
                <c:pt idx="381">
                  <c:v>-0.38361400000000001</c:v>
                </c:pt>
                <c:pt idx="382">
                  <c:v>-0.38330900000000001</c:v>
                </c:pt>
                <c:pt idx="383">
                  <c:v>-0.38300299999999998</c:v>
                </c:pt>
                <c:pt idx="384">
                  <c:v>-0.38269799999999998</c:v>
                </c:pt>
                <c:pt idx="385">
                  <c:v>-0.38239200000000001</c:v>
                </c:pt>
                <c:pt idx="386">
                  <c:v>-0.38208700000000001</c:v>
                </c:pt>
                <c:pt idx="387">
                  <c:v>-0.38178200000000001</c:v>
                </c:pt>
                <c:pt idx="388">
                  <c:v>-0.38147599999999998</c:v>
                </c:pt>
                <c:pt idx="389">
                  <c:v>-0.38117099999999998</c:v>
                </c:pt>
                <c:pt idx="390">
                  <c:v>-0.38086500000000001</c:v>
                </c:pt>
                <c:pt idx="391">
                  <c:v>-0.38056000000000001</c:v>
                </c:pt>
                <c:pt idx="392">
                  <c:v>-0.38025500000000001</c:v>
                </c:pt>
                <c:pt idx="393">
                  <c:v>-0.37994899999999998</c:v>
                </c:pt>
                <c:pt idx="394">
                  <c:v>-0.37964399999999998</c:v>
                </c:pt>
                <c:pt idx="395">
                  <c:v>-0.37933800000000001</c:v>
                </c:pt>
                <c:pt idx="396">
                  <c:v>-0.37903300000000001</c:v>
                </c:pt>
                <c:pt idx="397">
                  <c:v>-0.37872800000000001</c:v>
                </c:pt>
                <c:pt idx="398">
                  <c:v>-0.37842199999999998</c:v>
                </c:pt>
                <c:pt idx="399">
                  <c:v>-0.37811699999999998</c:v>
                </c:pt>
                <c:pt idx="400">
                  <c:v>-0.37781100000000001</c:v>
                </c:pt>
                <c:pt idx="401">
                  <c:v>-0.37750600000000001</c:v>
                </c:pt>
                <c:pt idx="402">
                  <c:v>-0.37720100000000001</c:v>
                </c:pt>
                <c:pt idx="403">
                  <c:v>-0.37689499999999998</c:v>
                </c:pt>
                <c:pt idx="404">
                  <c:v>-0.37658999999999998</c:v>
                </c:pt>
                <c:pt idx="405">
                  <c:v>-0.37628400000000001</c:v>
                </c:pt>
                <c:pt idx="406">
                  <c:v>-0.37597900000000001</c:v>
                </c:pt>
                <c:pt idx="407">
                  <c:v>-0.37567400000000001</c:v>
                </c:pt>
                <c:pt idx="408">
                  <c:v>-0.37536799999999998</c:v>
                </c:pt>
                <c:pt idx="409">
                  <c:v>-0.37506299999999998</c:v>
                </c:pt>
                <c:pt idx="410">
                  <c:v>-0.37475700000000001</c:v>
                </c:pt>
                <c:pt idx="411">
                  <c:v>-0.37445200000000001</c:v>
                </c:pt>
                <c:pt idx="412">
                  <c:v>-0.37414700000000001</c:v>
                </c:pt>
                <c:pt idx="413">
                  <c:v>-0.37384099999999998</c:v>
                </c:pt>
                <c:pt idx="414">
                  <c:v>-0.37353599999999998</c:v>
                </c:pt>
                <c:pt idx="415">
                  <c:v>-0.37323000000000001</c:v>
                </c:pt>
                <c:pt idx="416">
                  <c:v>-0.37292500000000001</c:v>
                </c:pt>
                <c:pt idx="417">
                  <c:v>-0.37262000000000001</c:v>
                </c:pt>
                <c:pt idx="418">
                  <c:v>-0.37231399999999998</c:v>
                </c:pt>
                <c:pt idx="419">
                  <c:v>-0.37200899999999998</c:v>
                </c:pt>
                <c:pt idx="420">
                  <c:v>-0.37170399999999998</c:v>
                </c:pt>
                <c:pt idx="421">
                  <c:v>-0.37139800000000001</c:v>
                </c:pt>
                <c:pt idx="422">
                  <c:v>-0.37109300000000001</c:v>
                </c:pt>
                <c:pt idx="423">
                  <c:v>-0.37078699999999998</c:v>
                </c:pt>
                <c:pt idx="424">
                  <c:v>-0.37048199999999998</c:v>
                </c:pt>
                <c:pt idx="425">
                  <c:v>-0.37017699999999998</c:v>
                </c:pt>
                <c:pt idx="426">
                  <c:v>-0.36987100000000001</c:v>
                </c:pt>
                <c:pt idx="427">
                  <c:v>-0.36956600000000001</c:v>
                </c:pt>
                <c:pt idx="428">
                  <c:v>-0.36925999999999998</c:v>
                </c:pt>
                <c:pt idx="429">
                  <c:v>-0.36895499999999998</c:v>
                </c:pt>
                <c:pt idx="430">
                  <c:v>-0.36864999999999998</c:v>
                </c:pt>
                <c:pt idx="431">
                  <c:v>-0.368344</c:v>
                </c:pt>
                <c:pt idx="432">
                  <c:v>-0.36803900000000001</c:v>
                </c:pt>
                <c:pt idx="433">
                  <c:v>-0.36773299999999998</c:v>
                </c:pt>
                <c:pt idx="434">
                  <c:v>-0.36742799999999998</c:v>
                </c:pt>
                <c:pt idx="435">
                  <c:v>-0.36712299999999998</c:v>
                </c:pt>
                <c:pt idx="436">
                  <c:v>-0.366817</c:v>
                </c:pt>
                <c:pt idx="437">
                  <c:v>-0.366512</c:v>
                </c:pt>
                <c:pt idx="438">
                  <c:v>-0.36620599999999998</c:v>
                </c:pt>
                <c:pt idx="439">
                  <c:v>-0.36590099999999998</c:v>
                </c:pt>
                <c:pt idx="440">
                  <c:v>-0.36559599999999998</c:v>
                </c:pt>
                <c:pt idx="441">
                  <c:v>-0.36529</c:v>
                </c:pt>
                <c:pt idx="442">
                  <c:v>-0.364985</c:v>
                </c:pt>
                <c:pt idx="443">
                  <c:v>-0.36467899999999998</c:v>
                </c:pt>
                <c:pt idx="444">
                  <c:v>-0.36437399999999998</c:v>
                </c:pt>
                <c:pt idx="445">
                  <c:v>-0.36406899999999998</c:v>
                </c:pt>
                <c:pt idx="446">
                  <c:v>-0.363763</c:v>
                </c:pt>
                <c:pt idx="447">
                  <c:v>-0.363458</c:v>
                </c:pt>
                <c:pt idx="448">
                  <c:v>-0.36315199999999997</c:v>
                </c:pt>
                <c:pt idx="449">
                  <c:v>-0.36284699999999998</c:v>
                </c:pt>
                <c:pt idx="450">
                  <c:v>-0.36254199999999998</c:v>
                </c:pt>
                <c:pt idx="451">
                  <c:v>-0.362236</c:v>
                </c:pt>
                <c:pt idx="452">
                  <c:v>-0.361931</c:v>
                </c:pt>
                <c:pt idx="453">
                  <c:v>-0.36162499999999997</c:v>
                </c:pt>
                <c:pt idx="454">
                  <c:v>-0.36131999999999997</c:v>
                </c:pt>
                <c:pt idx="455">
                  <c:v>-0.36101499999999997</c:v>
                </c:pt>
                <c:pt idx="456">
                  <c:v>-0.360709</c:v>
                </c:pt>
                <c:pt idx="457">
                  <c:v>-0.360404</c:v>
                </c:pt>
                <c:pt idx="458">
                  <c:v>-0.36009799999999997</c:v>
                </c:pt>
                <c:pt idx="459">
                  <c:v>-0.35979299999999997</c:v>
                </c:pt>
                <c:pt idx="460">
                  <c:v>-0.35948799999999997</c:v>
                </c:pt>
                <c:pt idx="461">
                  <c:v>-0.359182</c:v>
                </c:pt>
                <c:pt idx="462">
                  <c:v>-0.358877</c:v>
                </c:pt>
                <c:pt idx="463">
                  <c:v>-0.35857099999999997</c:v>
                </c:pt>
                <c:pt idx="464">
                  <c:v>-0.35826599999999997</c:v>
                </c:pt>
                <c:pt idx="465">
                  <c:v>-0.35796099999999997</c:v>
                </c:pt>
                <c:pt idx="466">
                  <c:v>-0.357655</c:v>
                </c:pt>
                <c:pt idx="467">
                  <c:v>-0.35735</c:v>
                </c:pt>
                <c:pt idx="468">
                  <c:v>-0.35704399999999997</c:v>
                </c:pt>
                <c:pt idx="469">
                  <c:v>-0.35673899999999997</c:v>
                </c:pt>
                <c:pt idx="470">
                  <c:v>-0.35643399999999997</c:v>
                </c:pt>
                <c:pt idx="471">
                  <c:v>-0.356128</c:v>
                </c:pt>
                <c:pt idx="472">
                  <c:v>-0.355823</c:v>
                </c:pt>
                <c:pt idx="473">
                  <c:v>-0.35551700000000003</c:v>
                </c:pt>
                <c:pt idx="474">
                  <c:v>-0.35521200000000003</c:v>
                </c:pt>
                <c:pt idx="475">
                  <c:v>-0.35490699999999997</c:v>
                </c:pt>
                <c:pt idx="476">
                  <c:v>-0.354601</c:v>
                </c:pt>
                <c:pt idx="477">
                  <c:v>-0.354296</c:v>
                </c:pt>
                <c:pt idx="478">
                  <c:v>-0.35399000000000003</c:v>
                </c:pt>
                <c:pt idx="479">
                  <c:v>-0.35368500000000003</c:v>
                </c:pt>
                <c:pt idx="480">
                  <c:v>-0.35338000000000003</c:v>
                </c:pt>
                <c:pt idx="481">
                  <c:v>-0.353074</c:v>
                </c:pt>
                <c:pt idx="482">
                  <c:v>-0.352769</c:v>
                </c:pt>
                <c:pt idx="483">
                  <c:v>-0.35246300000000003</c:v>
                </c:pt>
                <c:pt idx="484">
                  <c:v>-0.35215800000000003</c:v>
                </c:pt>
                <c:pt idx="485">
                  <c:v>-0.35185300000000003</c:v>
                </c:pt>
                <c:pt idx="486">
                  <c:v>-0.351547</c:v>
                </c:pt>
                <c:pt idx="487">
                  <c:v>-0.351242</c:v>
                </c:pt>
                <c:pt idx="488">
                  <c:v>-0.35093600000000003</c:v>
                </c:pt>
                <c:pt idx="489">
                  <c:v>-0.35063100000000003</c:v>
                </c:pt>
                <c:pt idx="490">
                  <c:v>-0.35032600000000003</c:v>
                </c:pt>
                <c:pt idx="491">
                  <c:v>-0.35002</c:v>
                </c:pt>
                <c:pt idx="492">
                  <c:v>-0.349715</c:v>
                </c:pt>
                <c:pt idx="493">
                  <c:v>-0.34940900000000003</c:v>
                </c:pt>
                <c:pt idx="494">
                  <c:v>-0.34910400000000003</c:v>
                </c:pt>
                <c:pt idx="495">
                  <c:v>-0.34879900000000003</c:v>
                </c:pt>
                <c:pt idx="496">
                  <c:v>-0.348493</c:v>
                </c:pt>
                <c:pt idx="497">
                  <c:v>-0.348188</c:v>
                </c:pt>
                <c:pt idx="498">
                  <c:v>-0.34788200000000002</c:v>
                </c:pt>
                <c:pt idx="499">
                  <c:v>-0.34757700000000002</c:v>
                </c:pt>
                <c:pt idx="500">
                  <c:v>-0.34727200000000003</c:v>
                </c:pt>
                <c:pt idx="501">
                  <c:v>-0.346966</c:v>
                </c:pt>
                <c:pt idx="502">
                  <c:v>-0.346661</c:v>
                </c:pt>
                <c:pt idx="503">
                  <c:v>-0.34635500000000002</c:v>
                </c:pt>
                <c:pt idx="504">
                  <c:v>-0.34605000000000002</c:v>
                </c:pt>
                <c:pt idx="505">
                  <c:v>-0.34574500000000002</c:v>
                </c:pt>
                <c:pt idx="506">
                  <c:v>-0.345439</c:v>
                </c:pt>
                <c:pt idx="507">
                  <c:v>-0.345134</c:v>
                </c:pt>
                <c:pt idx="508">
                  <c:v>-0.344829</c:v>
                </c:pt>
                <c:pt idx="509">
                  <c:v>-0.34452300000000002</c:v>
                </c:pt>
                <c:pt idx="510">
                  <c:v>-0.34421800000000002</c:v>
                </c:pt>
                <c:pt idx="511">
                  <c:v>-0.343912</c:v>
                </c:pt>
                <c:pt idx="512">
                  <c:v>-0.343607</c:v>
                </c:pt>
                <c:pt idx="513">
                  <c:v>-0.343302</c:v>
                </c:pt>
                <c:pt idx="514">
                  <c:v>-0.34299600000000002</c:v>
                </c:pt>
                <c:pt idx="515">
                  <c:v>-0.34269100000000002</c:v>
                </c:pt>
                <c:pt idx="516">
                  <c:v>-0.34238499999999999</c:v>
                </c:pt>
                <c:pt idx="517">
                  <c:v>-0.34208</c:v>
                </c:pt>
                <c:pt idx="518">
                  <c:v>-0.341775</c:v>
                </c:pt>
                <c:pt idx="519">
                  <c:v>-0.34146900000000002</c:v>
                </c:pt>
                <c:pt idx="520">
                  <c:v>-0.34116400000000002</c:v>
                </c:pt>
                <c:pt idx="521">
                  <c:v>-0.34085799999999999</c:v>
                </c:pt>
                <c:pt idx="522">
                  <c:v>-0.34055299999999999</c:v>
                </c:pt>
                <c:pt idx="523">
                  <c:v>-0.34024799999999999</c:v>
                </c:pt>
                <c:pt idx="524">
                  <c:v>-0.33994200000000002</c:v>
                </c:pt>
                <c:pt idx="525">
                  <c:v>-0.33963700000000002</c:v>
                </c:pt>
                <c:pt idx="526">
                  <c:v>-0.33933099999999999</c:v>
                </c:pt>
                <c:pt idx="527">
                  <c:v>-0.33902599999999999</c:v>
                </c:pt>
                <c:pt idx="528">
                  <c:v>-0.33872099999999999</c:v>
                </c:pt>
                <c:pt idx="529">
                  <c:v>-0.33841500000000002</c:v>
                </c:pt>
                <c:pt idx="530">
                  <c:v>-0.33811000000000002</c:v>
                </c:pt>
                <c:pt idx="531">
                  <c:v>-0.33780399999999999</c:v>
                </c:pt>
                <c:pt idx="532">
                  <c:v>-0.33749899999999999</c:v>
                </c:pt>
                <c:pt idx="533">
                  <c:v>-0.33719399999999999</c:v>
                </c:pt>
                <c:pt idx="534">
                  <c:v>-0.33688800000000002</c:v>
                </c:pt>
                <c:pt idx="535">
                  <c:v>-0.33658300000000002</c:v>
                </c:pt>
                <c:pt idx="536">
                  <c:v>-0.33627699999999999</c:v>
                </c:pt>
                <c:pt idx="537">
                  <c:v>-0.33597199999999999</c:v>
                </c:pt>
                <c:pt idx="538">
                  <c:v>-0.33566699999999999</c:v>
                </c:pt>
                <c:pt idx="539">
                  <c:v>-0.33536100000000002</c:v>
                </c:pt>
                <c:pt idx="540">
                  <c:v>-0.33505600000000002</c:v>
                </c:pt>
                <c:pt idx="541">
                  <c:v>-0.33474999999999999</c:v>
                </c:pt>
                <c:pt idx="542">
                  <c:v>-0.33444499999999999</c:v>
                </c:pt>
                <c:pt idx="543">
                  <c:v>-0.33413999999999999</c:v>
                </c:pt>
                <c:pt idx="544">
                  <c:v>-0.33383400000000002</c:v>
                </c:pt>
                <c:pt idx="545">
                  <c:v>-0.33352900000000002</c:v>
                </c:pt>
                <c:pt idx="546">
                  <c:v>-0.33322299999999999</c:v>
                </c:pt>
                <c:pt idx="547">
                  <c:v>-0.33291799999999999</c:v>
                </c:pt>
                <c:pt idx="548">
                  <c:v>-0.33261299999999999</c:v>
                </c:pt>
                <c:pt idx="549">
                  <c:v>-0.33230700000000002</c:v>
                </c:pt>
                <c:pt idx="550">
                  <c:v>-0.33200200000000002</c:v>
                </c:pt>
                <c:pt idx="551">
                  <c:v>-0.33169599999999999</c:v>
                </c:pt>
                <c:pt idx="552">
                  <c:v>-0.33139099999999999</c:v>
                </c:pt>
                <c:pt idx="553">
                  <c:v>-0.33108599999999999</c:v>
                </c:pt>
                <c:pt idx="554">
                  <c:v>-0.33078000000000002</c:v>
                </c:pt>
                <c:pt idx="555">
                  <c:v>-0.33047500000000002</c:v>
                </c:pt>
                <c:pt idx="556">
                  <c:v>-0.33016899999999999</c:v>
                </c:pt>
                <c:pt idx="557">
                  <c:v>-0.32986399999999999</c:v>
                </c:pt>
                <c:pt idx="558">
                  <c:v>-0.32955899999999999</c:v>
                </c:pt>
                <c:pt idx="559">
                  <c:v>-0.32925300000000002</c:v>
                </c:pt>
                <c:pt idx="560">
                  <c:v>-0.32894800000000002</c:v>
                </c:pt>
                <c:pt idx="561">
                  <c:v>-0.32864199999999999</c:v>
                </c:pt>
                <c:pt idx="562">
                  <c:v>-0.32833699999999999</c:v>
                </c:pt>
                <c:pt idx="563">
                  <c:v>-0.32803199999999999</c:v>
                </c:pt>
                <c:pt idx="564">
                  <c:v>-0.32772600000000002</c:v>
                </c:pt>
                <c:pt idx="565">
                  <c:v>-0.32742100000000002</c:v>
                </c:pt>
                <c:pt idx="566">
                  <c:v>-0.32711499999999999</c:v>
                </c:pt>
                <c:pt idx="567">
                  <c:v>-0.32680999999999999</c:v>
                </c:pt>
                <c:pt idx="568">
                  <c:v>-0.32650499999999999</c:v>
                </c:pt>
                <c:pt idx="569">
                  <c:v>-0.32619900000000002</c:v>
                </c:pt>
                <c:pt idx="570">
                  <c:v>-0.32589400000000002</c:v>
                </c:pt>
                <c:pt idx="571">
                  <c:v>-0.32558799999999999</c:v>
                </c:pt>
                <c:pt idx="572">
                  <c:v>-0.32528299999999999</c:v>
                </c:pt>
                <c:pt idx="573">
                  <c:v>-0.32497799999999999</c:v>
                </c:pt>
                <c:pt idx="574">
                  <c:v>-0.32467200000000002</c:v>
                </c:pt>
                <c:pt idx="575">
                  <c:v>-0.32436700000000002</c:v>
                </c:pt>
                <c:pt idx="576">
                  <c:v>-0.32406099999999999</c:v>
                </c:pt>
                <c:pt idx="577">
                  <c:v>-0.32375599999999999</c:v>
                </c:pt>
                <c:pt idx="578">
                  <c:v>-0.32345099999999999</c:v>
                </c:pt>
                <c:pt idx="579">
                  <c:v>-0.32314500000000002</c:v>
                </c:pt>
                <c:pt idx="580">
                  <c:v>-0.32284000000000002</c:v>
                </c:pt>
                <c:pt idx="581">
                  <c:v>-0.32253399999999999</c:v>
                </c:pt>
                <c:pt idx="582">
                  <c:v>-0.32222899999999999</c:v>
                </c:pt>
                <c:pt idx="583">
                  <c:v>-0.32192399999999999</c:v>
                </c:pt>
                <c:pt idx="584">
                  <c:v>-0.32161800000000001</c:v>
                </c:pt>
                <c:pt idx="585">
                  <c:v>-0.32131300000000002</c:v>
                </c:pt>
                <c:pt idx="586">
                  <c:v>-0.32100699999999999</c:v>
                </c:pt>
                <c:pt idx="587">
                  <c:v>-0.32070199999999999</c:v>
                </c:pt>
                <c:pt idx="588">
                  <c:v>-0.32039699999999999</c:v>
                </c:pt>
                <c:pt idx="589">
                  <c:v>-0.32009100000000001</c:v>
                </c:pt>
                <c:pt idx="590">
                  <c:v>-0.31978600000000001</c:v>
                </c:pt>
                <c:pt idx="591">
                  <c:v>-0.31948100000000001</c:v>
                </c:pt>
                <c:pt idx="592">
                  <c:v>-0.31917499999999999</c:v>
                </c:pt>
                <c:pt idx="593">
                  <c:v>-0.31886999999999999</c:v>
                </c:pt>
                <c:pt idx="594">
                  <c:v>-0.31856400000000001</c:v>
                </c:pt>
                <c:pt idx="595">
                  <c:v>-0.31825900000000001</c:v>
                </c:pt>
                <c:pt idx="596">
                  <c:v>-0.31795400000000001</c:v>
                </c:pt>
                <c:pt idx="597">
                  <c:v>-0.31764799999999999</c:v>
                </c:pt>
                <c:pt idx="598">
                  <c:v>-0.31734299999999999</c:v>
                </c:pt>
                <c:pt idx="599">
                  <c:v>-0.31703700000000001</c:v>
                </c:pt>
                <c:pt idx="600">
                  <c:v>-0.31673200000000001</c:v>
                </c:pt>
                <c:pt idx="601">
                  <c:v>-0.31642700000000001</c:v>
                </c:pt>
                <c:pt idx="602">
                  <c:v>-0.31612099999999999</c:v>
                </c:pt>
                <c:pt idx="603">
                  <c:v>-0.31581599999999999</c:v>
                </c:pt>
                <c:pt idx="604">
                  <c:v>-0.31551000000000001</c:v>
                </c:pt>
                <c:pt idx="605">
                  <c:v>-0.31520500000000001</c:v>
                </c:pt>
                <c:pt idx="606">
                  <c:v>-0.31490000000000001</c:v>
                </c:pt>
                <c:pt idx="607">
                  <c:v>-0.31459399999999998</c:v>
                </c:pt>
                <c:pt idx="608">
                  <c:v>-0.31428899999999999</c:v>
                </c:pt>
                <c:pt idx="609">
                  <c:v>-0.31398300000000001</c:v>
                </c:pt>
                <c:pt idx="610">
                  <c:v>-0.31367800000000001</c:v>
                </c:pt>
                <c:pt idx="611">
                  <c:v>-0.31337300000000001</c:v>
                </c:pt>
                <c:pt idx="612">
                  <c:v>-0.31306699999999998</c:v>
                </c:pt>
                <c:pt idx="613">
                  <c:v>-0.31276199999999998</c:v>
                </c:pt>
                <c:pt idx="614">
                  <c:v>-0.31245600000000001</c:v>
                </c:pt>
                <c:pt idx="615">
                  <c:v>-0.31215100000000001</c:v>
                </c:pt>
                <c:pt idx="616">
                  <c:v>-0.31184600000000001</c:v>
                </c:pt>
                <c:pt idx="617">
                  <c:v>-0.31153999999999998</c:v>
                </c:pt>
                <c:pt idx="618">
                  <c:v>-0.31123499999999998</c:v>
                </c:pt>
                <c:pt idx="619">
                  <c:v>-0.31092900000000001</c:v>
                </c:pt>
                <c:pt idx="620">
                  <c:v>-0.31062400000000001</c:v>
                </c:pt>
                <c:pt idx="621">
                  <c:v>-0.31031900000000001</c:v>
                </c:pt>
                <c:pt idx="622">
                  <c:v>-0.31001299999999998</c:v>
                </c:pt>
                <c:pt idx="623">
                  <c:v>-0.30970799999999998</c:v>
                </c:pt>
                <c:pt idx="624">
                  <c:v>-0.30940200000000001</c:v>
                </c:pt>
                <c:pt idx="625">
                  <c:v>-0.30909700000000001</c:v>
                </c:pt>
                <c:pt idx="626">
                  <c:v>-0.30879200000000001</c:v>
                </c:pt>
                <c:pt idx="627">
                  <c:v>-0.30848599999999998</c:v>
                </c:pt>
                <c:pt idx="628">
                  <c:v>-0.30818099999999998</c:v>
                </c:pt>
                <c:pt idx="629">
                  <c:v>-0.30787500000000001</c:v>
                </c:pt>
                <c:pt idx="630">
                  <c:v>-0.30757000000000001</c:v>
                </c:pt>
                <c:pt idx="631">
                  <c:v>-0.30726500000000001</c:v>
                </c:pt>
                <c:pt idx="632">
                  <c:v>-0.30695899999999998</c:v>
                </c:pt>
                <c:pt idx="633">
                  <c:v>-0.30665399999999998</c:v>
                </c:pt>
                <c:pt idx="634">
                  <c:v>-0.30634800000000001</c:v>
                </c:pt>
                <c:pt idx="635">
                  <c:v>-0.30604300000000001</c:v>
                </c:pt>
                <c:pt idx="636">
                  <c:v>-0.30573800000000001</c:v>
                </c:pt>
                <c:pt idx="637">
                  <c:v>-0.30543199999999998</c:v>
                </c:pt>
                <c:pt idx="638">
                  <c:v>-0.30512699999999998</c:v>
                </c:pt>
                <c:pt idx="639">
                  <c:v>-0.30482100000000001</c:v>
                </c:pt>
                <c:pt idx="640">
                  <c:v>-0.30451600000000001</c:v>
                </c:pt>
                <c:pt idx="641">
                  <c:v>-0.30421100000000001</c:v>
                </c:pt>
                <c:pt idx="642">
                  <c:v>-0.30390499999999998</c:v>
                </c:pt>
                <c:pt idx="643">
                  <c:v>-0.30359999999999998</c:v>
                </c:pt>
                <c:pt idx="644">
                  <c:v>-0.30329400000000001</c:v>
                </c:pt>
                <c:pt idx="645">
                  <c:v>-0.30298900000000001</c:v>
                </c:pt>
                <c:pt idx="646">
                  <c:v>-0.30268400000000001</c:v>
                </c:pt>
                <c:pt idx="647">
                  <c:v>-0.30237799999999998</c:v>
                </c:pt>
                <c:pt idx="648">
                  <c:v>-0.30207299999999998</c:v>
                </c:pt>
                <c:pt idx="649">
                  <c:v>-0.30176700000000001</c:v>
                </c:pt>
                <c:pt idx="650">
                  <c:v>-0.30146200000000001</c:v>
                </c:pt>
                <c:pt idx="651">
                  <c:v>-0.30115700000000001</c:v>
                </c:pt>
                <c:pt idx="652">
                  <c:v>-0.30085099999999998</c:v>
                </c:pt>
                <c:pt idx="653">
                  <c:v>-0.30054599999999998</c:v>
                </c:pt>
                <c:pt idx="654">
                  <c:v>-0.30024000000000001</c:v>
                </c:pt>
                <c:pt idx="655">
                  <c:v>-0.29993500000000001</c:v>
                </c:pt>
                <c:pt idx="656">
                  <c:v>-0.29963000000000001</c:v>
                </c:pt>
                <c:pt idx="657">
                  <c:v>-0.29932399999999998</c:v>
                </c:pt>
                <c:pt idx="658">
                  <c:v>-0.29901899999999998</c:v>
                </c:pt>
                <c:pt idx="659">
                  <c:v>-0.29871300000000001</c:v>
                </c:pt>
                <c:pt idx="660">
                  <c:v>-0.29840800000000001</c:v>
                </c:pt>
                <c:pt idx="661">
                  <c:v>-0.29810300000000001</c:v>
                </c:pt>
                <c:pt idx="662">
                  <c:v>-0.29779699999999998</c:v>
                </c:pt>
                <c:pt idx="663">
                  <c:v>-0.29749199999999998</c:v>
                </c:pt>
                <c:pt idx="664">
                  <c:v>-0.29718600000000001</c:v>
                </c:pt>
                <c:pt idx="665">
                  <c:v>-0.29688100000000001</c:v>
                </c:pt>
                <c:pt idx="666">
                  <c:v>-0.29657600000000001</c:v>
                </c:pt>
                <c:pt idx="667">
                  <c:v>-0.29626999999999998</c:v>
                </c:pt>
                <c:pt idx="668">
                  <c:v>-0.29596499999999998</c:v>
                </c:pt>
                <c:pt idx="669">
                  <c:v>-0.29565900000000001</c:v>
                </c:pt>
                <c:pt idx="670">
                  <c:v>-0.29535400000000001</c:v>
                </c:pt>
                <c:pt idx="671">
                  <c:v>-0.29504900000000001</c:v>
                </c:pt>
                <c:pt idx="672">
                  <c:v>-0.29474299999999998</c:v>
                </c:pt>
                <c:pt idx="673">
                  <c:v>-0.29443799999999998</c:v>
                </c:pt>
                <c:pt idx="674">
                  <c:v>-0.29413299999999998</c:v>
                </c:pt>
                <c:pt idx="675">
                  <c:v>-0.293827</c:v>
                </c:pt>
                <c:pt idx="676">
                  <c:v>-0.29352200000000001</c:v>
                </c:pt>
                <c:pt idx="677">
                  <c:v>-0.29321599999999998</c:v>
                </c:pt>
                <c:pt idx="678">
                  <c:v>-0.29291099999999998</c:v>
                </c:pt>
                <c:pt idx="679">
                  <c:v>-0.29260599999999998</c:v>
                </c:pt>
                <c:pt idx="680">
                  <c:v>-0.2923</c:v>
                </c:pt>
                <c:pt idx="681">
                  <c:v>-0.291995</c:v>
                </c:pt>
                <c:pt idx="682">
                  <c:v>-0.29168899999999998</c:v>
                </c:pt>
                <c:pt idx="683">
                  <c:v>-0.29138399999999998</c:v>
                </c:pt>
                <c:pt idx="684">
                  <c:v>-0.29107899999999998</c:v>
                </c:pt>
                <c:pt idx="685">
                  <c:v>-0.290773</c:v>
                </c:pt>
                <c:pt idx="686">
                  <c:v>-0.290468</c:v>
                </c:pt>
                <c:pt idx="687">
                  <c:v>-0.29016199999999998</c:v>
                </c:pt>
                <c:pt idx="688">
                  <c:v>-0.28985699999999998</c:v>
                </c:pt>
                <c:pt idx="689">
                  <c:v>-0.28955199999999998</c:v>
                </c:pt>
                <c:pt idx="690">
                  <c:v>-0.289246</c:v>
                </c:pt>
                <c:pt idx="691">
                  <c:v>-0.288941</c:v>
                </c:pt>
                <c:pt idx="692">
                  <c:v>-0.28863499999999997</c:v>
                </c:pt>
                <c:pt idx="693">
                  <c:v>-0.28832999999999998</c:v>
                </c:pt>
                <c:pt idx="694">
                  <c:v>-0.28802499999999998</c:v>
                </c:pt>
                <c:pt idx="695">
                  <c:v>-0.287719</c:v>
                </c:pt>
                <c:pt idx="696">
                  <c:v>-0.287414</c:v>
                </c:pt>
                <c:pt idx="697">
                  <c:v>-0.28710799999999997</c:v>
                </c:pt>
                <c:pt idx="698">
                  <c:v>-0.28680299999999997</c:v>
                </c:pt>
                <c:pt idx="699">
                  <c:v>-0.28649799999999997</c:v>
                </c:pt>
                <c:pt idx="700">
                  <c:v>-0.286192</c:v>
                </c:pt>
                <c:pt idx="701">
                  <c:v>-0.285887</c:v>
                </c:pt>
                <c:pt idx="702">
                  <c:v>-0.28558099999999997</c:v>
                </c:pt>
                <c:pt idx="703">
                  <c:v>-0.28527599999999997</c:v>
                </c:pt>
                <c:pt idx="704">
                  <c:v>-0.28497099999999997</c:v>
                </c:pt>
                <c:pt idx="705">
                  <c:v>-0.284665</c:v>
                </c:pt>
                <c:pt idx="706">
                  <c:v>-0.28436</c:v>
                </c:pt>
                <c:pt idx="707">
                  <c:v>-0.28405399999999997</c:v>
                </c:pt>
                <c:pt idx="708">
                  <c:v>-0.28374899999999997</c:v>
                </c:pt>
                <c:pt idx="709">
                  <c:v>-0.28344399999999997</c:v>
                </c:pt>
                <c:pt idx="710">
                  <c:v>-0.283138</c:v>
                </c:pt>
                <c:pt idx="711">
                  <c:v>-0.282833</c:v>
                </c:pt>
                <c:pt idx="712">
                  <c:v>-0.28252699999999997</c:v>
                </c:pt>
                <c:pt idx="713">
                  <c:v>-0.28222199999999997</c:v>
                </c:pt>
                <c:pt idx="714">
                  <c:v>-0.28191699999999997</c:v>
                </c:pt>
                <c:pt idx="715">
                  <c:v>-0.281611</c:v>
                </c:pt>
                <c:pt idx="716">
                  <c:v>-0.281306</c:v>
                </c:pt>
                <c:pt idx="717">
                  <c:v>-0.28100000000000003</c:v>
                </c:pt>
                <c:pt idx="718">
                  <c:v>-0.28069499999999997</c:v>
                </c:pt>
                <c:pt idx="719">
                  <c:v>-0.28038999999999997</c:v>
                </c:pt>
                <c:pt idx="720">
                  <c:v>-0.280084</c:v>
                </c:pt>
                <c:pt idx="721">
                  <c:v>-0.279779</c:v>
                </c:pt>
                <c:pt idx="722">
                  <c:v>-0.27947300000000003</c:v>
                </c:pt>
                <c:pt idx="723">
                  <c:v>-0.27916800000000003</c:v>
                </c:pt>
                <c:pt idx="724">
                  <c:v>-0.27886300000000003</c:v>
                </c:pt>
                <c:pt idx="725">
                  <c:v>-0.278557</c:v>
                </c:pt>
                <c:pt idx="726">
                  <c:v>-0.278252</c:v>
                </c:pt>
                <c:pt idx="727">
                  <c:v>-0.27794600000000003</c:v>
                </c:pt>
                <c:pt idx="728">
                  <c:v>-0.27764100000000003</c:v>
                </c:pt>
                <c:pt idx="729">
                  <c:v>-0.27733600000000003</c:v>
                </c:pt>
                <c:pt idx="730">
                  <c:v>-0.27703</c:v>
                </c:pt>
                <c:pt idx="731">
                  <c:v>-0.276725</c:v>
                </c:pt>
                <c:pt idx="732">
                  <c:v>-0.27641900000000003</c:v>
                </c:pt>
                <c:pt idx="733">
                  <c:v>-0.27611400000000003</c:v>
                </c:pt>
                <c:pt idx="734">
                  <c:v>-0.27580900000000003</c:v>
                </c:pt>
                <c:pt idx="735">
                  <c:v>-0.275503</c:v>
                </c:pt>
                <c:pt idx="736">
                  <c:v>-0.275198</c:v>
                </c:pt>
                <c:pt idx="737">
                  <c:v>-0.27489200000000003</c:v>
                </c:pt>
                <c:pt idx="738">
                  <c:v>-0.27458700000000003</c:v>
                </c:pt>
                <c:pt idx="739">
                  <c:v>-0.27428200000000003</c:v>
                </c:pt>
                <c:pt idx="740">
                  <c:v>-0.273976</c:v>
                </c:pt>
                <c:pt idx="741">
                  <c:v>-0.273671</c:v>
                </c:pt>
                <c:pt idx="742">
                  <c:v>-0.27336500000000002</c:v>
                </c:pt>
                <c:pt idx="743">
                  <c:v>-0.27306000000000002</c:v>
                </c:pt>
                <c:pt idx="744">
                  <c:v>-0.27275500000000003</c:v>
                </c:pt>
                <c:pt idx="745">
                  <c:v>-0.272449</c:v>
                </c:pt>
                <c:pt idx="746">
                  <c:v>-0.272144</c:v>
                </c:pt>
                <c:pt idx="747">
                  <c:v>-0.27183800000000002</c:v>
                </c:pt>
                <c:pt idx="748">
                  <c:v>-0.27153300000000002</c:v>
                </c:pt>
                <c:pt idx="749">
                  <c:v>-0.27122800000000002</c:v>
                </c:pt>
                <c:pt idx="750">
                  <c:v>-0.270922</c:v>
                </c:pt>
                <c:pt idx="751">
                  <c:v>-0.270617</c:v>
                </c:pt>
                <c:pt idx="752">
                  <c:v>-0.27031100000000002</c:v>
                </c:pt>
                <c:pt idx="753">
                  <c:v>-0.27000600000000002</c:v>
                </c:pt>
                <c:pt idx="754">
                  <c:v>-0.26970100000000002</c:v>
                </c:pt>
                <c:pt idx="755">
                  <c:v>-0.269395</c:v>
                </c:pt>
                <c:pt idx="756">
                  <c:v>-0.26909</c:v>
                </c:pt>
                <c:pt idx="757">
                  <c:v>-0.268785</c:v>
                </c:pt>
                <c:pt idx="758">
                  <c:v>-0.26847900000000002</c:v>
                </c:pt>
                <c:pt idx="759">
                  <c:v>-0.26817400000000002</c:v>
                </c:pt>
                <c:pt idx="760">
                  <c:v>-0.26786799999999999</c:v>
                </c:pt>
                <c:pt idx="761">
                  <c:v>-0.267563</c:v>
                </c:pt>
                <c:pt idx="762">
                  <c:v>-0.267258</c:v>
                </c:pt>
                <c:pt idx="763">
                  <c:v>-0.26695200000000002</c:v>
                </c:pt>
                <c:pt idx="764">
                  <c:v>-0.26664700000000002</c:v>
                </c:pt>
                <c:pt idx="765">
                  <c:v>-0.26634099999999999</c:v>
                </c:pt>
                <c:pt idx="766">
                  <c:v>-0.26603599999999999</c:v>
                </c:pt>
                <c:pt idx="767">
                  <c:v>-0.26573099999999999</c:v>
                </c:pt>
                <c:pt idx="768">
                  <c:v>-0.26542500000000002</c:v>
                </c:pt>
                <c:pt idx="769">
                  <c:v>-0.26512000000000002</c:v>
                </c:pt>
                <c:pt idx="770">
                  <c:v>-0.26481399999999999</c:v>
                </c:pt>
                <c:pt idx="771">
                  <c:v>-0.26450899999999999</c:v>
                </c:pt>
                <c:pt idx="772">
                  <c:v>-0.26420399999999999</c:v>
                </c:pt>
                <c:pt idx="773">
                  <c:v>-0.26389800000000002</c:v>
                </c:pt>
                <c:pt idx="774">
                  <c:v>-0.26359300000000002</c:v>
                </c:pt>
                <c:pt idx="775">
                  <c:v>-0.26328699999999999</c:v>
                </c:pt>
                <c:pt idx="776">
                  <c:v>-0.26298199999999999</c:v>
                </c:pt>
                <c:pt idx="777">
                  <c:v>-0.26267699999999999</c:v>
                </c:pt>
                <c:pt idx="778">
                  <c:v>-0.26237100000000002</c:v>
                </c:pt>
                <c:pt idx="779">
                  <c:v>-0.26206600000000002</c:v>
                </c:pt>
                <c:pt idx="780">
                  <c:v>-0.26175999999999999</c:v>
                </c:pt>
                <c:pt idx="781">
                  <c:v>-0.26145499999999999</c:v>
                </c:pt>
                <c:pt idx="782">
                  <c:v>-0.26114999999999999</c:v>
                </c:pt>
                <c:pt idx="783">
                  <c:v>-0.26084400000000002</c:v>
                </c:pt>
                <c:pt idx="784">
                  <c:v>-0.26053900000000002</c:v>
                </c:pt>
                <c:pt idx="785">
                  <c:v>-0.26023299999999999</c:v>
                </c:pt>
                <c:pt idx="786">
                  <c:v>-0.25992799999999999</c:v>
                </c:pt>
                <c:pt idx="787">
                  <c:v>-0.25962299999999999</c:v>
                </c:pt>
                <c:pt idx="788">
                  <c:v>-0.25931700000000002</c:v>
                </c:pt>
                <c:pt idx="789">
                  <c:v>-0.25901200000000002</c:v>
                </c:pt>
                <c:pt idx="790">
                  <c:v>-0.25870599999999999</c:v>
                </c:pt>
                <c:pt idx="791">
                  <c:v>-0.25840099999999999</c:v>
                </c:pt>
                <c:pt idx="792">
                  <c:v>-0.25809599999999999</c:v>
                </c:pt>
                <c:pt idx="793">
                  <c:v>-0.25779000000000002</c:v>
                </c:pt>
                <c:pt idx="794">
                  <c:v>-0.25748500000000002</c:v>
                </c:pt>
                <c:pt idx="795">
                  <c:v>-0.25717899999999999</c:v>
                </c:pt>
                <c:pt idx="796">
                  <c:v>-0.25687399999999999</c:v>
                </c:pt>
                <c:pt idx="797">
                  <c:v>-0.25656899999999999</c:v>
                </c:pt>
                <c:pt idx="798">
                  <c:v>-0.25626300000000002</c:v>
                </c:pt>
                <c:pt idx="799">
                  <c:v>-0.25595800000000002</c:v>
                </c:pt>
                <c:pt idx="800">
                  <c:v>-0.25565199999999999</c:v>
                </c:pt>
                <c:pt idx="801">
                  <c:v>-0.25534699999999999</c:v>
                </c:pt>
                <c:pt idx="802">
                  <c:v>-0.25504199999999999</c:v>
                </c:pt>
                <c:pt idx="803">
                  <c:v>-0.25473600000000002</c:v>
                </c:pt>
                <c:pt idx="804">
                  <c:v>-0.25443100000000002</c:v>
                </c:pt>
                <c:pt idx="805">
                  <c:v>-0.25412499999999999</c:v>
                </c:pt>
                <c:pt idx="806">
                  <c:v>-0.25381999999999999</c:v>
                </c:pt>
                <c:pt idx="807">
                  <c:v>-0.25351499999999999</c:v>
                </c:pt>
                <c:pt idx="808">
                  <c:v>-0.25320900000000002</c:v>
                </c:pt>
                <c:pt idx="809">
                  <c:v>-0.25290400000000002</c:v>
                </c:pt>
                <c:pt idx="810">
                  <c:v>-0.25259799999999999</c:v>
                </c:pt>
                <c:pt idx="811">
                  <c:v>-0.25229299999999999</c:v>
                </c:pt>
                <c:pt idx="812">
                  <c:v>-0.25198799999999999</c:v>
                </c:pt>
                <c:pt idx="813">
                  <c:v>-0.25168200000000002</c:v>
                </c:pt>
                <c:pt idx="814">
                  <c:v>-0.25137700000000002</c:v>
                </c:pt>
                <c:pt idx="815">
                  <c:v>-0.25107099999999999</c:v>
                </c:pt>
                <c:pt idx="816">
                  <c:v>-0.25076599999999999</c:v>
                </c:pt>
                <c:pt idx="817">
                  <c:v>-0.25046099999999999</c:v>
                </c:pt>
                <c:pt idx="818">
                  <c:v>-0.25015500000000002</c:v>
                </c:pt>
                <c:pt idx="819">
                  <c:v>-0.24984999999999999</c:v>
                </c:pt>
                <c:pt idx="820">
                  <c:v>-0.24954399999999999</c:v>
                </c:pt>
                <c:pt idx="821">
                  <c:v>-0.24923899999999999</c:v>
                </c:pt>
                <c:pt idx="822">
                  <c:v>-0.24893399999999999</c:v>
                </c:pt>
                <c:pt idx="823">
                  <c:v>-0.24862799999999999</c:v>
                </c:pt>
                <c:pt idx="824">
                  <c:v>-0.24832299999999999</c:v>
                </c:pt>
                <c:pt idx="825">
                  <c:v>-0.24801699999999999</c:v>
                </c:pt>
                <c:pt idx="826">
                  <c:v>-0.24771199999999999</c:v>
                </c:pt>
                <c:pt idx="827">
                  <c:v>-0.24740699999999999</c:v>
                </c:pt>
                <c:pt idx="828">
                  <c:v>-0.24710099999999999</c:v>
                </c:pt>
                <c:pt idx="829">
                  <c:v>-0.24679599999999999</c:v>
                </c:pt>
                <c:pt idx="830">
                  <c:v>-0.24648999999999999</c:v>
                </c:pt>
                <c:pt idx="831">
                  <c:v>-0.24618499999999999</c:v>
                </c:pt>
                <c:pt idx="832">
                  <c:v>-0.24587999999999999</c:v>
                </c:pt>
                <c:pt idx="833">
                  <c:v>-0.24557399999999999</c:v>
                </c:pt>
                <c:pt idx="834">
                  <c:v>-0.24526899999999999</c:v>
                </c:pt>
                <c:pt idx="835">
                  <c:v>-0.24496299999999999</c:v>
                </c:pt>
                <c:pt idx="836">
                  <c:v>-0.24465799999999999</c:v>
                </c:pt>
                <c:pt idx="837">
                  <c:v>-0.24435299999999999</c:v>
                </c:pt>
                <c:pt idx="838">
                  <c:v>-0.24404699999999999</c:v>
                </c:pt>
                <c:pt idx="839">
                  <c:v>-0.24374199999999999</c:v>
                </c:pt>
                <c:pt idx="840">
                  <c:v>-0.24343699999999999</c:v>
                </c:pt>
                <c:pt idx="841">
                  <c:v>-0.24313100000000001</c:v>
                </c:pt>
                <c:pt idx="842">
                  <c:v>-0.24282599999999999</c:v>
                </c:pt>
                <c:pt idx="843">
                  <c:v>-0.24252000000000001</c:v>
                </c:pt>
                <c:pt idx="844">
                  <c:v>-0.24221500000000001</c:v>
                </c:pt>
                <c:pt idx="845">
                  <c:v>-0.24190999999999999</c:v>
                </c:pt>
                <c:pt idx="846">
                  <c:v>-0.24160400000000001</c:v>
                </c:pt>
                <c:pt idx="847">
                  <c:v>-0.24129900000000001</c:v>
                </c:pt>
                <c:pt idx="848">
                  <c:v>-0.24099300000000001</c:v>
                </c:pt>
                <c:pt idx="849">
                  <c:v>-0.24068800000000001</c:v>
                </c:pt>
                <c:pt idx="850">
                  <c:v>-0.24038300000000001</c:v>
                </c:pt>
                <c:pt idx="851">
                  <c:v>-0.24007700000000001</c:v>
                </c:pt>
                <c:pt idx="852">
                  <c:v>-0.23977200000000001</c:v>
                </c:pt>
                <c:pt idx="853">
                  <c:v>-0.23946600000000001</c:v>
                </c:pt>
                <c:pt idx="854">
                  <c:v>-0.23916100000000001</c:v>
                </c:pt>
                <c:pt idx="855">
                  <c:v>-0.23885600000000001</c:v>
                </c:pt>
                <c:pt idx="856">
                  <c:v>-0.23855000000000001</c:v>
                </c:pt>
                <c:pt idx="857">
                  <c:v>-0.23824500000000001</c:v>
                </c:pt>
                <c:pt idx="858">
                  <c:v>-0.23793900000000001</c:v>
                </c:pt>
                <c:pt idx="859">
                  <c:v>-0.23763400000000001</c:v>
                </c:pt>
                <c:pt idx="860">
                  <c:v>-0.23732900000000001</c:v>
                </c:pt>
                <c:pt idx="861">
                  <c:v>-0.23702300000000001</c:v>
                </c:pt>
                <c:pt idx="862">
                  <c:v>-0.23671800000000001</c:v>
                </c:pt>
                <c:pt idx="863">
                  <c:v>-0.23641200000000001</c:v>
                </c:pt>
                <c:pt idx="864">
                  <c:v>-0.23610700000000001</c:v>
                </c:pt>
                <c:pt idx="865">
                  <c:v>-0.23580200000000001</c:v>
                </c:pt>
                <c:pt idx="866">
                  <c:v>-0.23549600000000001</c:v>
                </c:pt>
                <c:pt idx="867">
                  <c:v>-0.23519100000000001</c:v>
                </c:pt>
                <c:pt idx="868">
                  <c:v>-0.23488500000000001</c:v>
                </c:pt>
                <c:pt idx="869">
                  <c:v>-0.23458000000000001</c:v>
                </c:pt>
                <c:pt idx="870">
                  <c:v>-0.23427500000000001</c:v>
                </c:pt>
                <c:pt idx="871">
                  <c:v>-0.23396900000000001</c:v>
                </c:pt>
                <c:pt idx="872">
                  <c:v>-0.23366400000000001</c:v>
                </c:pt>
                <c:pt idx="873">
                  <c:v>-0.23335800000000001</c:v>
                </c:pt>
                <c:pt idx="874">
                  <c:v>-0.23305300000000001</c:v>
                </c:pt>
                <c:pt idx="875">
                  <c:v>-0.23274800000000001</c:v>
                </c:pt>
                <c:pt idx="876">
                  <c:v>-0.23244200000000001</c:v>
                </c:pt>
                <c:pt idx="877">
                  <c:v>-0.23213700000000001</c:v>
                </c:pt>
                <c:pt idx="878">
                  <c:v>-0.23183100000000001</c:v>
                </c:pt>
                <c:pt idx="879">
                  <c:v>-0.23152600000000001</c:v>
                </c:pt>
                <c:pt idx="880">
                  <c:v>-0.23122100000000001</c:v>
                </c:pt>
                <c:pt idx="881">
                  <c:v>-0.23091500000000001</c:v>
                </c:pt>
                <c:pt idx="882">
                  <c:v>-0.23061000000000001</c:v>
                </c:pt>
                <c:pt idx="883">
                  <c:v>-0.23030400000000001</c:v>
                </c:pt>
                <c:pt idx="884">
                  <c:v>-0.22999900000000001</c:v>
                </c:pt>
                <c:pt idx="885">
                  <c:v>-0.22969400000000001</c:v>
                </c:pt>
                <c:pt idx="886">
                  <c:v>-0.22938800000000001</c:v>
                </c:pt>
                <c:pt idx="887">
                  <c:v>-0.22908300000000001</c:v>
                </c:pt>
                <c:pt idx="888">
                  <c:v>-0.22877700000000001</c:v>
                </c:pt>
                <c:pt idx="889">
                  <c:v>-0.22847200000000001</c:v>
                </c:pt>
                <c:pt idx="890">
                  <c:v>-0.22816700000000001</c:v>
                </c:pt>
                <c:pt idx="891">
                  <c:v>-0.22786100000000001</c:v>
                </c:pt>
                <c:pt idx="892">
                  <c:v>-0.22755600000000001</c:v>
                </c:pt>
                <c:pt idx="893">
                  <c:v>-0.22725000000000001</c:v>
                </c:pt>
                <c:pt idx="894">
                  <c:v>-0.22694500000000001</c:v>
                </c:pt>
                <c:pt idx="895">
                  <c:v>-0.22664000000000001</c:v>
                </c:pt>
                <c:pt idx="896">
                  <c:v>-0.22633400000000001</c:v>
                </c:pt>
                <c:pt idx="897">
                  <c:v>-0.22602900000000001</c:v>
                </c:pt>
                <c:pt idx="898">
                  <c:v>-0.22572300000000001</c:v>
                </c:pt>
                <c:pt idx="899">
                  <c:v>-0.22541800000000001</c:v>
                </c:pt>
                <c:pt idx="900">
                  <c:v>-0.22511300000000001</c:v>
                </c:pt>
                <c:pt idx="901">
                  <c:v>-0.22480700000000001</c:v>
                </c:pt>
                <c:pt idx="902">
                  <c:v>-0.22450200000000001</c:v>
                </c:pt>
                <c:pt idx="903">
                  <c:v>-0.22419600000000001</c:v>
                </c:pt>
                <c:pt idx="904">
                  <c:v>-0.22389100000000001</c:v>
                </c:pt>
                <c:pt idx="905">
                  <c:v>-0.22358600000000001</c:v>
                </c:pt>
                <c:pt idx="906">
                  <c:v>-0.22328000000000001</c:v>
                </c:pt>
                <c:pt idx="907">
                  <c:v>-0.22297500000000001</c:v>
                </c:pt>
                <c:pt idx="908">
                  <c:v>-0.22266900000000001</c:v>
                </c:pt>
                <c:pt idx="909">
                  <c:v>-0.22236400000000001</c:v>
                </c:pt>
                <c:pt idx="910">
                  <c:v>-0.22205900000000001</c:v>
                </c:pt>
                <c:pt idx="911">
                  <c:v>-0.22175300000000001</c:v>
                </c:pt>
                <c:pt idx="912">
                  <c:v>-0.22144800000000001</c:v>
                </c:pt>
                <c:pt idx="913">
                  <c:v>-0.22114200000000001</c:v>
                </c:pt>
                <c:pt idx="914">
                  <c:v>-0.22083700000000001</c:v>
                </c:pt>
                <c:pt idx="915">
                  <c:v>-0.22053200000000001</c:v>
                </c:pt>
                <c:pt idx="916">
                  <c:v>-0.22022600000000001</c:v>
                </c:pt>
                <c:pt idx="917">
                  <c:v>-0.21992100000000001</c:v>
                </c:pt>
                <c:pt idx="918">
                  <c:v>-0.219615</c:v>
                </c:pt>
                <c:pt idx="919">
                  <c:v>-0.21931</c:v>
                </c:pt>
                <c:pt idx="920">
                  <c:v>-0.21900500000000001</c:v>
                </c:pt>
                <c:pt idx="921">
                  <c:v>-0.218699</c:v>
                </c:pt>
                <c:pt idx="922">
                  <c:v>-0.218394</c:v>
                </c:pt>
                <c:pt idx="923">
                  <c:v>-0.218088</c:v>
                </c:pt>
                <c:pt idx="924">
                  <c:v>-0.217783</c:v>
                </c:pt>
                <c:pt idx="925">
                  <c:v>-0.217478</c:v>
                </c:pt>
                <c:pt idx="926">
                  <c:v>-0.217172</c:v>
                </c:pt>
                <c:pt idx="927">
                  <c:v>-0.216867</c:v>
                </c:pt>
                <c:pt idx="928">
                  <c:v>-0.216562</c:v>
                </c:pt>
                <c:pt idx="929">
                  <c:v>-0.216256</c:v>
                </c:pt>
                <c:pt idx="930">
                  <c:v>-0.215951</c:v>
                </c:pt>
                <c:pt idx="931">
                  <c:v>-0.215645</c:v>
                </c:pt>
                <c:pt idx="932">
                  <c:v>-0.21534</c:v>
                </c:pt>
                <c:pt idx="933">
                  <c:v>-0.215035</c:v>
                </c:pt>
                <c:pt idx="934">
                  <c:v>-0.214729</c:v>
                </c:pt>
                <c:pt idx="935">
                  <c:v>-0.214424</c:v>
                </c:pt>
                <c:pt idx="936">
                  <c:v>-0.214118</c:v>
                </c:pt>
                <c:pt idx="937">
                  <c:v>-0.213813</c:v>
                </c:pt>
                <c:pt idx="938">
                  <c:v>-0.213508</c:v>
                </c:pt>
                <c:pt idx="939">
                  <c:v>-0.213202</c:v>
                </c:pt>
                <c:pt idx="940">
                  <c:v>-0.212897</c:v>
                </c:pt>
                <c:pt idx="941">
                  <c:v>-0.212591</c:v>
                </c:pt>
                <c:pt idx="942">
                  <c:v>-0.212286</c:v>
                </c:pt>
                <c:pt idx="943">
                  <c:v>-0.211981</c:v>
                </c:pt>
                <c:pt idx="944">
                  <c:v>-0.211675</c:v>
                </c:pt>
                <c:pt idx="945">
                  <c:v>-0.21137</c:v>
                </c:pt>
                <c:pt idx="946">
                  <c:v>-0.211064</c:v>
                </c:pt>
                <c:pt idx="947">
                  <c:v>-0.210759</c:v>
                </c:pt>
                <c:pt idx="948">
                  <c:v>-0.210454</c:v>
                </c:pt>
                <c:pt idx="949">
                  <c:v>-0.210148</c:v>
                </c:pt>
                <c:pt idx="950">
                  <c:v>-0.209843</c:v>
                </c:pt>
                <c:pt idx="951">
                  <c:v>-0.209537</c:v>
                </c:pt>
                <c:pt idx="952">
                  <c:v>-0.209232</c:v>
                </c:pt>
                <c:pt idx="953">
                  <c:v>-0.208927</c:v>
                </c:pt>
                <c:pt idx="954">
                  <c:v>-0.208621</c:v>
                </c:pt>
                <c:pt idx="955">
                  <c:v>-0.208316</c:v>
                </c:pt>
                <c:pt idx="956">
                  <c:v>-0.20801</c:v>
                </c:pt>
                <c:pt idx="957">
                  <c:v>-0.207705</c:v>
                </c:pt>
                <c:pt idx="958">
                  <c:v>-0.2074</c:v>
                </c:pt>
                <c:pt idx="959">
                  <c:v>-0.207094</c:v>
                </c:pt>
                <c:pt idx="960">
                  <c:v>-0.206789</c:v>
                </c:pt>
                <c:pt idx="961">
                  <c:v>-0.206483</c:v>
                </c:pt>
                <c:pt idx="962">
                  <c:v>-0.206178</c:v>
                </c:pt>
                <c:pt idx="963">
                  <c:v>-0.205873</c:v>
                </c:pt>
                <c:pt idx="964">
                  <c:v>-0.205567</c:v>
                </c:pt>
                <c:pt idx="965">
                  <c:v>-0.205262</c:v>
                </c:pt>
                <c:pt idx="966">
                  <c:v>-0.204956</c:v>
                </c:pt>
                <c:pt idx="967">
                  <c:v>-0.204651</c:v>
                </c:pt>
                <c:pt idx="968">
                  <c:v>-0.204346</c:v>
                </c:pt>
                <c:pt idx="969">
                  <c:v>-0.20404</c:v>
                </c:pt>
                <c:pt idx="970">
                  <c:v>-0.203735</c:v>
                </c:pt>
                <c:pt idx="971">
                  <c:v>-0.203429</c:v>
                </c:pt>
                <c:pt idx="972">
                  <c:v>-0.203124</c:v>
                </c:pt>
                <c:pt idx="973">
                  <c:v>-0.202819</c:v>
                </c:pt>
                <c:pt idx="974">
                  <c:v>-0.202513</c:v>
                </c:pt>
                <c:pt idx="975">
                  <c:v>-0.202208</c:v>
                </c:pt>
                <c:pt idx="976">
                  <c:v>-0.201902</c:v>
                </c:pt>
                <c:pt idx="977">
                  <c:v>-0.201597</c:v>
                </c:pt>
                <c:pt idx="978">
                  <c:v>-0.201292</c:v>
                </c:pt>
                <c:pt idx="979">
                  <c:v>-0.200986</c:v>
                </c:pt>
                <c:pt idx="980">
                  <c:v>-0.200681</c:v>
                </c:pt>
                <c:pt idx="981">
                  <c:v>-0.200375</c:v>
                </c:pt>
                <c:pt idx="982">
                  <c:v>-0.20007</c:v>
                </c:pt>
                <c:pt idx="983">
                  <c:v>-0.199765</c:v>
                </c:pt>
                <c:pt idx="984">
                  <c:v>-0.199459</c:v>
                </c:pt>
                <c:pt idx="985">
                  <c:v>-0.199154</c:v>
                </c:pt>
                <c:pt idx="986">
                  <c:v>-0.198848</c:v>
                </c:pt>
                <c:pt idx="987">
                  <c:v>-0.198543</c:v>
                </c:pt>
                <c:pt idx="988">
                  <c:v>-0.198238</c:v>
                </c:pt>
                <c:pt idx="989">
                  <c:v>-0.197932</c:v>
                </c:pt>
                <c:pt idx="990">
                  <c:v>-0.197627</c:v>
                </c:pt>
                <c:pt idx="991">
                  <c:v>-0.197321</c:v>
                </c:pt>
                <c:pt idx="992">
                  <c:v>-0.197016</c:v>
                </c:pt>
                <c:pt idx="993">
                  <c:v>-0.196711</c:v>
                </c:pt>
                <c:pt idx="994">
                  <c:v>-0.196405</c:v>
                </c:pt>
                <c:pt idx="995">
                  <c:v>-0.1961</c:v>
                </c:pt>
                <c:pt idx="996">
                  <c:v>-0.195794</c:v>
                </c:pt>
                <c:pt idx="997">
                  <c:v>-0.195489</c:v>
                </c:pt>
                <c:pt idx="998">
                  <c:v>-0.195184</c:v>
                </c:pt>
                <c:pt idx="999">
                  <c:v>-0.194878</c:v>
                </c:pt>
                <c:pt idx="1000">
                  <c:v>-0.194573</c:v>
                </c:pt>
                <c:pt idx="1001">
                  <c:v>-0.194267</c:v>
                </c:pt>
                <c:pt idx="1002">
                  <c:v>-0.193962</c:v>
                </c:pt>
                <c:pt idx="1003">
                  <c:v>-0.193657</c:v>
                </c:pt>
                <c:pt idx="1004">
                  <c:v>-0.193351</c:v>
                </c:pt>
                <c:pt idx="1005">
                  <c:v>-0.193046</c:v>
                </c:pt>
                <c:pt idx="1006">
                  <c:v>-0.19273999999999999</c:v>
                </c:pt>
                <c:pt idx="1007">
                  <c:v>-0.19243499999999999</c:v>
                </c:pt>
                <c:pt idx="1008">
                  <c:v>-0.19213</c:v>
                </c:pt>
                <c:pt idx="1009">
                  <c:v>-0.19182399999999999</c:v>
                </c:pt>
                <c:pt idx="1010">
                  <c:v>-0.19151899999999999</c:v>
                </c:pt>
                <c:pt idx="1011">
                  <c:v>-0.191214</c:v>
                </c:pt>
                <c:pt idx="1012">
                  <c:v>-0.19090799999999999</c:v>
                </c:pt>
                <c:pt idx="1013">
                  <c:v>-0.19060299999999999</c:v>
                </c:pt>
                <c:pt idx="1014">
                  <c:v>-0.19029699999999999</c:v>
                </c:pt>
                <c:pt idx="1015">
                  <c:v>-0.18999199999999999</c:v>
                </c:pt>
                <c:pt idx="1016">
                  <c:v>-0.18968699999999999</c:v>
                </c:pt>
                <c:pt idx="1017">
                  <c:v>-0.18938099999999999</c:v>
                </c:pt>
                <c:pt idx="1018">
                  <c:v>-0.18907599999999999</c:v>
                </c:pt>
                <c:pt idx="1019">
                  <c:v>-0.18876999999999999</c:v>
                </c:pt>
                <c:pt idx="1020">
                  <c:v>-0.18846499999999999</c:v>
                </c:pt>
                <c:pt idx="1021">
                  <c:v>-0.18815999999999999</c:v>
                </c:pt>
                <c:pt idx="1022">
                  <c:v>-0.18785399999999999</c:v>
                </c:pt>
                <c:pt idx="1023">
                  <c:v>-0.18754899999999999</c:v>
                </c:pt>
                <c:pt idx="1024">
                  <c:v>-0.18724299999999999</c:v>
                </c:pt>
                <c:pt idx="1025">
                  <c:v>-0.18693799999999999</c:v>
                </c:pt>
                <c:pt idx="1026">
                  <c:v>-0.18663299999999999</c:v>
                </c:pt>
                <c:pt idx="1027">
                  <c:v>-0.18632699999999999</c:v>
                </c:pt>
                <c:pt idx="1028">
                  <c:v>-0.18602199999999999</c:v>
                </c:pt>
                <c:pt idx="1029">
                  <c:v>-0.18571599999999999</c:v>
                </c:pt>
                <c:pt idx="1030">
                  <c:v>-0.18541099999999999</c:v>
                </c:pt>
                <c:pt idx="1031">
                  <c:v>-0.18510599999999999</c:v>
                </c:pt>
                <c:pt idx="1032">
                  <c:v>-0.18479999999999999</c:v>
                </c:pt>
                <c:pt idx="1033">
                  <c:v>-0.18449499999999999</c:v>
                </c:pt>
                <c:pt idx="1034">
                  <c:v>-0.18418899999999999</c:v>
                </c:pt>
                <c:pt idx="1035">
                  <c:v>-0.18388399999999999</c:v>
                </c:pt>
                <c:pt idx="1036">
                  <c:v>-0.18357899999999999</c:v>
                </c:pt>
                <c:pt idx="1037">
                  <c:v>-0.18327299999999999</c:v>
                </c:pt>
                <c:pt idx="1038">
                  <c:v>-0.18296799999999999</c:v>
                </c:pt>
                <c:pt idx="1039">
                  <c:v>-0.18266199999999999</c:v>
                </c:pt>
                <c:pt idx="1040">
                  <c:v>-0.18235699999999999</c:v>
                </c:pt>
                <c:pt idx="1041">
                  <c:v>-0.18205199999999999</c:v>
                </c:pt>
                <c:pt idx="1042">
                  <c:v>-0.18174599999999999</c:v>
                </c:pt>
                <c:pt idx="1043">
                  <c:v>-0.18144099999999999</c:v>
                </c:pt>
                <c:pt idx="1044">
                  <c:v>-0.18113499999999999</c:v>
                </c:pt>
                <c:pt idx="1045">
                  <c:v>-0.18082999999999999</c:v>
                </c:pt>
                <c:pt idx="1046">
                  <c:v>-0.18052499999999999</c:v>
                </c:pt>
                <c:pt idx="1047">
                  <c:v>-0.18021899999999999</c:v>
                </c:pt>
                <c:pt idx="1048">
                  <c:v>-0.17991399999999999</c:v>
                </c:pt>
                <c:pt idx="1049">
                  <c:v>-0.17960799999999999</c:v>
                </c:pt>
                <c:pt idx="1050">
                  <c:v>-0.17930299999999999</c:v>
                </c:pt>
                <c:pt idx="1051">
                  <c:v>-0.17899799999999999</c:v>
                </c:pt>
                <c:pt idx="1052">
                  <c:v>-0.17869199999999999</c:v>
                </c:pt>
                <c:pt idx="1053">
                  <c:v>-0.17838699999999999</c:v>
                </c:pt>
                <c:pt idx="1054">
                  <c:v>-0.17808099999999999</c:v>
                </c:pt>
                <c:pt idx="1055">
                  <c:v>-0.17777599999999999</c:v>
                </c:pt>
                <c:pt idx="1056">
                  <c:v>-0.17747099999999999</c:v>
                </c:pt>
                <c:pt idx="1057">
                  <c:v>-0.17716499999999999</c:v>
                </c:pt>
                <c:pt idx="1058">
                  <c:v>-0.17685999999999999</c:v>
                </c:pt>
                <c:pt idx="1059">
                  <c:v>-0.17655399999999999</c:v>
                </c:pt>
                <c:pt idx="1060">
                  <c:v>-0.17624899999999999</c:v>
                </c:pt>
                <c:pt idx="1061">
                  <c:v>-0.17594399999999999</c:v>
                </c:pt>
                <c:pt idx="1062">
                  <c:v>-0.17563799999999999</c:v>
                </c:pt>
                <c:pt idx="1063">
                  <c:v>-0.17533299999999999</c:v>
                </c:pt>
                <c:pt idx="1064">
                  <c:v>-0.17502699999999999</c:v>
                </c:pt>
                <c:pt idx="1065">
                  <c:v>-0.17472199999999999</c:v>
                </c:pt>
                <c:pt idx="1066">
                  <c:v>-0.17441699999999999</c:v>
                </c:pt>
                <c:pt idx="1067">
                  <c:v>-0.17411099999999999</c:v>
                </c:pt>
                <c:pt idx="1068">
                  <c:v>-0.17380599999999999</c:v>
                </c:pt>
                <c:pt idx="1069">
                  <c:v>-0.17349999999999999</c:v>
                </c:pt>
                <c:pt idx="1070">
                  <c:v>-0.17319499999999999</c:v>
                </c:pt>
                <c:pt idx="1071">
                  <c:v>-0.17288999999999999</c:v>
                </c:pt>
                <c:pt idx="1072">
                  <c:v>-0.17258399999999999</c:v>
                </c:pt>
                <c:pt idx="1073">
                  <c:v>-0.17227899999999999</c:v>
                </c:pt>
                <c:pt idx="1074">
                  <c:v>-0.17197299999999999</c:v>
                </c:pt>
                <c:pt idx="1075">
                  <c:v>-0.17166799999999999</c:v>
                </c:pt>
                <c:pt idx="1076">
                  <c:v>-0.17136299999999999</c:v>
                </c:pt>
                <c:pt idx="1077">
                  <c:v>-0.17105699999999999</c:v>
                </c:pt>
                <c:pt idx="1078">
                  <c:v>-0.17075199999999999</c:v>
                </c:pt>
                <c:pt idx="1079">
                  <c:v>-0.17044599999999999</c:v>
                </c:pt>
                <c:pt idx="1080">
                  <c:v>-0.17014099999999999</c:v>
                </c:pt>
                <c:pt idx="1081">
                  <c:v>-0.16983599999999999</c:v>
                </c:pt>
                <c:pt idx="1082">
                  <c:v>-0.16952999999999999</c:v>
                </c:pt>
                <c:pt idx="1083">
                  <c:v>-0.16922499999999999</c:v>
                </c:pt>
                <c:pt idx="1084">
                  <c:v>-0.16891900000000001</c:v>
                </c:pt>
                <c:pt idx="1085">
                  <c:v>-0.16861400000000001</c:v>
                </c:pt>
                <c:pt idx="1086">
                  <c:v>-0.16830899999999999</c:v>
                </c:pt>
                <c:pt idx="1087">
                  <c:v>-0.16800300000000001</c:v>
                </c:pt>
                <c:pt idx="1088">
                  <c:v>-0.16769800000000001</c:v>
                </c:pt>
                <c:pt idx="1089">
                  <c:v>-0.16739200000000001</c:v>
                </c:pt>
                <c:pt idx="1090">
                  <c:v>-0.16708700000000001</c:v>
                </c:pt>
                <c:pt idx="1091">
                  <c:v>-0.16678200000000001</c:v>
                </c:pt>
                <c:pt idx="1092">
                  <c:v>-0.16647600000000001</c:v>
                </c:pt>
                <c:pt idx="1093">
                  <c:v>-0.16617100000000001</c:v>
                </c:pt>
                <c:pt idx="1094">
                  <c:v>-0.16586600000000001</c:v>
                </c:pt>
                <c:pt idx="1095">
                  <c:v>-0.16556000000000001</c:v>
                </c:pt>
                <c:pt idx="1096">
                  <c:v>-0.16525500000000001</c:v>
                </c:pt>
                <c:pt idx="1097">
                  <c:v>-0.16494900000000001</c:v>
                </c:pt>
                <c:pt idx="1098">
                  <c:v>-0.16464400000000001</c:v>
                </c:pt>
                <c:pt idx="1099">
                  <c:v>-0.16433900000000001</c:v>
                </c:pt>
                <c:pt idx="1100">
                  <c:v>-0.16403300000000001</c:v>
                </c:pt>
                <c:pt idx="1101">
                  <c:v>-0.16372800000000001</c:v>
                </c:pt>
                <c:pt idx="1102">
                  <c:v>-0.16342200000000001</c:v>
                </c:pt>
                <c:pt idx="1103">
                  <c:v>-0.16311700000000001</c:v>
                </c:pt>
                <c:pt idx="1104">
                  <c:v>-0.16281200000000001</c:v>
                </c:pt>
                <c:pt idx="1105">
                  <c:v>-0.16250600000000001</c:v>
                </c:pt>
                <c:pt idx="1106">
                  <c:v>-0.16220100000000001</c:v>
                </c:pt>
                <c:pt idx="1107">
                  <c:v>-0.16189500000000001</c:v>
                </c:pt>
                <c:pt idx="1108">
                  <c:v>-0.16159000000000001</c:v>
                </c:pt>
                <c:pt idx="1109">
                  <c:v>-0.16128500000000001</c:v>
                </c:pt>
                <c:pt idx="1110">
                  <c:v>-0.16097900000000001</c:v>
                </c:pt>
                <c:pt idx="1111">
                  <c:v>-0.16067400000000001</c:v>
                </c:pt>
                <c:pt idx="1112">
                  <c:v>-0.16036800000000001</c:v>
                </c:pt>
                <c:pt idx="1113">
                  <c:v>-0.16006300000000001</c:v>
                </c:pt>
                <c:pt idx="1114">
                  <c:v>-0.15975800000000001</c:v>
                </c:pt>
                <c:pt idx="1115">
                  <c:v>-0.15945200000000001</c:v>
                </c:pt>
                <c:pt idx="1116">
                  <c:v>-0.15914700000000001</c:v>
                </c:pt>
                <c:pt idx="1117">
                  <c:v>-0.15884100000000001</c:v>
                </c:pt>
                <c:pt idx="1118">
                  <c:v>-0.15853600000000001</c:v>
                </c:pt>
                <c:pt idx="1119">
                  <c:v>-0.15823100000000001</c:v>
                </c:pt>
                <c:pt idx="1120">
                  <c:v>-0.15792500000000001</c:v>
                </c:pt>
                <c:pt idx="1121">
                  <c:v>-0.15762000000000001</c:v>
                </c:pt>
                <c:pt idx="1122">
                  <c:v>-0.15731400000000001</c:v>
                </c:pt>
                <c:pt idx="1123">
                  <c:v>-0.15700900000000001</c:v>
                </c:pt>
                <c:pt idx="1124">
                  <c:v>-0.15670400000000001</c:v>
                </c:pt>
                <c:pt idx="1125">
                  <c:v>-0.15639800000000001</c:v>
                </c:pt>
                <c:pt idx="1126">
                  <c:v>-0.15609300000000001</c:v>
                </c:pt>
                <c:pt idx="1127">
                  <c:v>-0.15578700000000001</c:v>
                </c:pt>
                <c:pt idx="1128">
                  <c:v>-0.15548200000000001</c:v>
                </c:pt>
                <c:pt idx="1129">
                  <c:v>-0.15517700000000001</c:v>
                </c:pt>
                <c:pt idx="1130">
                  <c:v>-0.15487100000000001</c:v>
                </c:pt>
                <c:pt idx="1131">
                  <c:v>-0.15456600000000001</c:v>
                </c:pt>
                <c:pt idx="1132">
                  <c:v>-0.15426000000000001</c:v>
                </c:pt>
                <c:pt idx="1133">
                  <c:v>-0.15395500000000001</c:v>
                </c:pt>
                <c:pt idx="1134">
                  <c:v>-0.15365000000000001</c:v>
                </c:pt>
                <c:pt idx="1135">
                  <c:v>-0.15334400000000001</c:v>
                </c:pt>
                <c:pt idx="1136">
                  <c:v>-0.15303900000000001</c:v>
                </c:pt>
                <c:pt idx="1137">
                  <c:v>-0.15273300000000001</c:v>
                </c:pt>
                <c:pt idx="1138">
                  <c:v>-0.15242800000000001</c:v>
                </c:pt>
                <c:pt idx="1139">
                  <c:v>-0.15212300000000001</c:v>
                </c:pt>
                <c:pt idx="1140">
                  <c:v>-0.15181700000000001</c:v>
                </c:pt>
                <c:pt idx="1141">
                  <c:v>-0.15151200000000001</c:v>
                </c:pt>
                <c:pt idx="1142">
                  <c:v>-0.15120600000000001</c:v>
                </c:pt>
                <c:pt idx="1143">
                  <c:v>-0.15090100000000001</c:v>
                </c:pt>
                <c:pt idx="1144">
                  <c:v>-0.15059600000000001</c:v>
                </c:pt>
                <c:pt idx="1145">
                  <c:v>-0.15029000000000001</c:v>
                </c:pt>
                <c:pt idx="1146">
                  <c:v>-0.14998500000000001</c:v>
                </c:pt>
                <c:pt idx="1147">
                  <c:v>-0.14967900000000001</c:v>
                </c:pt>
                <c:pt idx="1148">
                  <c:v>-0.14937400000000001</c:v>
                </c:pt>
                <c:pt idx="1149">
                  <c:v>-0.14906900000000001</c:v>
                </c:pt>
                <c:pt idx="1150">
                  <c:v>-0.14876300000000001</c:v>
                </c:pt>
                <c:pt idx="1151">
                  <c:v>-0.14845800000000001</c:v>
                </c:pt>
                <c:pt idx="1152">
                  <c:v>-0.14815200000000001</c:v>
                </c:pt>
                <c:pt idx="1153">
                  <c:v>-0.14784700000000001</c:v>
                </c:pt>
                <c:pt idx="1154">
                  <c:v>-0.14754200000000001</c:v>
                </c:pt>
                <c:pt idx="1155">
                  <c:v>-0.14723600000000001</c:v>
                </c:pt>
                <c:pt idx="1156">
                  <c:v>-0.14693100000000001</c:v>
                </c:pt>
                <c:pt idx="1157">
                  <c:v>-0.14662500000000001</c:v>
                </c:pt>
                <c:pt idx="1158">
                  <c:v>-0.14632000000000001</c:v>
                </c:pt>
                <c:pt idx="1159">
                  <c:v>-0.14601500000000001</c:v>
                </c:pt>
                <c:pt idx="1160">
                  <c:v>-0.14570900000000001</c:v>
                </c:pt>
                <c:pt idx="1161">
                  <c:v>-0.14540400000000001</c:v>
                </c:pt>
                <c:pt idx="1162">
                  <c:v>-0.145098</c:v>
                </c:pt>
                <c:pt idx="1163">
                  <c:v>-0.14479300000000001</c:v>
                </c:pt>
                <c:pt idx="1164">
                  <c:v>-0.14448800000000001</c:v>
                </c:pt>
                <c:pt idx="1165">
                  <c:v>-0.144182</c:v>
                </c:pt>
                <c:pt idx="1166">
                  <c:v>-0.143877</c:v>
                </c:pt>
                <c:pt idx="1167">
                  <c:v>-0.143571</c:v>
                </c:pt>
                <c:pt idx="1168">
                  <c:v>-0.143266</c:v>
                </c:pt>
                <c:pt idx="1169">
                  <c:v>-0.142961</c:v>
                </c:pt>
                <c:pt idx="1170">
                  <c:v>-0.142655</c:v>
                </c:pt>
                <c:pt idx="1171">
                  <c:v>-0.14235</c:v>
                </c:pt>
                <c:pt idx="1172">
                  <c:v>-0.142044</c:v>
                </c:pt>
                <c:pt idx="1173">
                  <c:v>-0.141739</c:v>
                </c:pt>
                <c:pt idx="1174">
                  <c:v>-0.141434</c:v>
                </c:pt>
                <c:pt idx="1175">
                  <c:v>-0.141128</c:v>
                </c:pt>
                <c:pt idx="1176">
                  <c:v>-0.140823</c:v>
                </c:pt>
                <c:pt idx="1177">
                  <c:v>-0.140518</c:v>
                </c:pt>
                <c:pt idx="1178">
                  <c:v>-0.140212</c:v>
                </c:pt>
                <c:pt idx="1179">
                  <c:v>-0.139907</c:v>
                </c:pt>
                <c:pt idx="1180">
                  <c:v>-0.139601</c:v>
                </c:pt>
                <c:pt idx="1181">
                  <c:v>-0.139296</c:v>
                </c:pt>
                <c:pt idx="1182">
                  <c:v>-0.138991</c:v>
                </c:pt>
                <c:pt idx="1183">
                  <c:v>-0.138685</c:v>
                </c:pt>
                <c:pt idx="1184">
                  <c:v>-0.13838</c:v>
                </c:pt>
                <c:pt idx="1185">
                  <c:v>-0.138074</c:v>
                </c:pt>
                <c:pt idx="1186">
                  <c:v>-0.137769</c:v>
                </c:pt>
                <c:pt idx="1187">
                  <c:v>-0.137464</c:v>
                </c:pt>
                <c:pt idx="1188">
                  <c:v>-0.137158</c:v>
                </c:pt>
                <c:pt idx="1189">
                  <c:v>-0.136853</c:v>
                </c:pt>
                <c:pt idx="1190">
                  <c:v>-0.136547</c:v>
                </c:pt>
                <c:pt idx="1191">
                  <c:v>-0.136242</c:v>
                </c:pt>
                <c:pt idx="1192">
                  <c:v>-0.135937</c:v>
                </c:pt>
                <c:pt idx="1193">
                  <c:v>-0.135631</c:v>
                </c:pt>
                <c:pt idx="1194">
                  <c:v>-0.135326</c:v>
                </c:pt>
                <c:pt idx="1195">
                  <c:v>-0.13502</c:v>
                </c:pt>
                <c:pt idx="1196">
                  <c:v>-0.134715</c:v>
                </c:pt>
                <c:pt idx="1197">
                  <c:v>-0.13441</c:v>
                </c:pt>
                <c:pt idx="1198">
                  <c:v>-0.134104</c:v>
                </c:pt>
                <c:pt idx="1199">
                  <c:v>-0.133799</c:v>
                </c:pt>
                <c:pt idx="1200">
                  <c:v>-0.133493</c:v>
                </c:pt>
                <c:pt idx="1201">
                  <c:v>-0.133188</c:v>
                </c:pt>
                <c:pt idx="1202">
                  <c:v>-0.132883</c:v>
                </c:pt>
                <c:pt idx="1203">
                  <c:v>-0.132577</c:v>
                </c:pt>
                <c:pt idx="1204">
                  <c:v>-0.132272</c:v>
                </c:pt>
                <c:pt idx="1205">
                  <c:v>-0.131966</c:v>
                </c:pt>
                <c:pt idx="1206">
                  <c:v>-0.131661</c:v>
                </c:pt>
                <c:pt idx="1207">
                  <c:v>-0.131356</c:v>
                </c:pt>
                <c:pt idx="1208">
                  <c:v>-0.13105</c:v>
                </c:pt>
                <c:pt idx="1209">
                  <c:v>-0.130745</c:v>
                </c:pt>
                <c:pt idx="1210">
                  <c:v>-0.130439</c:v>
                </c:pt>
                <c:pt idx="1211">
                  <c:v>-0.130134</c:v>
                </c:pt>
                <c:pt idx="1212">
                  <c:v>-0.129829</c:v>
                </c:pt>
                <c:pt idx="1213">
                  <c:v>-0.129523</c:v>
                </c:pt>
                <c:pt idx="1214">
                  <c:v>-0.129218</c:v>
                </c:pt>
                <c:pt idx="1215">
                  <c:v>-0.128912</c:v>
                </c:pt>
                <c:pt idx="1216">
                  <c:v>-0.128607</c:v>
                </c:pt>
                <c:pt idx="1217">
                  <c:v>-0.128302</c:v>
                </c:pt>
                <c:pt idx="1218">
                  <c:v>-0.127996</c:v>
                </c:pt>
                <c:pt idx="1219">
                  <c:v>-0.127691</c:v>
                </c:pt>
                <c:pt idx="1220">
                  <c:v>-0.127385</c:v>
                </c:pt>
                <c:pt idx="1221">
                  <c:v>-0.12708</c:v>
                </c:pt>
                <c:pt idx="1222">
                  <c:v>-0.126775</c:v>
                </c:pt>
                <c:pt idx="1223">
                  <c:v>-0.126469</c:v>
                </c:pt>
                <c:pt idx="1224">
                  <c:v>-0.126164</c:v>
                </c:pt>
                <c:pt idx="1225">
                  <c:v>-0.125858</c:v>
                </c:pt>
                <c:pt idx="1226">
                  <c:v>-0.125553</c:v>
                </c:pt>
                <c:pt idx="1227">
                  <c:v>-0.125248</c:v>
                </c:pt>
                <c:pt idx="1228">
                  <c:v>-0.124942</c:v>
                </c:pt>
                <c:pt idx="1229">
                  <c:v>-0.124637</c:v>
                </c:pt>
                <c:pt idx="1230">
                  <c:v>-0.124331</c:v>
                </c:pt>
                <c:pt idx="1231">
                  <c:v>-0.124026</c:v>
                </c:pt>
                <c:pt idx="1232">
                  <c:v>-0.123721</c:v>
                </c:pt>
                <c:pt idx="1233">
                  <c:v>-0.123415</c:v>
                </c:pt>
                <c:pt idx="1234">
                  <c:v>-0.12311</c:v>
                </c:pt>
                <c:pt idx="1235">
                  <c:v>-0.122804</c:v>
                </c:pt>
                <c:pt idx="1236">
                  <c:v>-0.122499</c:v>
                </c:pt>
                <c:pt idx="1237">
                  <c:v>-0.122194</c:v>
                </c:pt>
                <c:pt idx="1238">
                  <c:v>-0.121888</c:v>
                </c:pt>
                <c:pt idx="1239">
                  <c:v>-0.121583</c:v>
                </c:pt>
                <c:pt idx="1240">
                  <c:v>-0.121277</c:v>
                </c:pt>
                <c:pt idx="1241">
                  <c:v>-0.120972</c:v>
                </c:pt>
                <c:pt idx="1242">
                  <c:v>-0.120667</c:v>
                </c:pt>
                <c:pt idx="1243">
                  <c:v>-0.120361</c:v>
                </c:pt>
                <c:pt idx="1244">
                  <c:v>-0.120056</c:v>
                </c:pt>
                <c:pt idx="1245">
                  <c:v>-0.11975</c:v>
                </c:pt>
                <c:pt idx="1246">
                  <c:v>-0.119445</c:v>
                </c:pt>
                <c:pt idx="1247">
                  <c:v>-0.11914</c:v>
                </c:pt>
                <c:pt idx="1248">
                  <c:v>-0.118834</c:v>
                </c:pt>
                <c:pt idx="1249">
                  <c:v>-0.118529</c:v>
                </c:pt>
                <c:pt idx="1250">
                  <c:v>-0.11822299999999999</c:v>
                </c:pt>
                <c:pt idx="1251">
                  <c:v>-0.117918</c:v>
                </c:pt>
                <c:pt idx="1252">
                  <c:v>-0.117613</c:v>
                </c:pt>
                <c:pt idx="1253">
                  <c:v>-0.11730699999999999</c:v>
                </c:pt>
                <c:pt idx="1254">
                  <c:v>-0.11700199999999999</c:v>
                </c:pt>
                <c:pt idx="1255">
                  <c:v>-0.11669599999999999</c:v>
                </c:pt>
                <c:pt idx="1256">
                  <c:v>-0.11639099999999999</c:v>
                </c:pt>
                <c:pt idx="1257">
                  <c:v>-0.11608599999999999</c:v>
                </c:pt>
                <c:pt idx="1258">
                  <c:v>-0.11577999999999999</c:v>
                </c:pt>
                <c:pt idx="1259">
                  <c:v>-0.11547499999999999</c:v>
                </c:pt>
                <c:pt idx="1260">
                  <c:v>-0.11516999999999999</c:v>
                </c:pt>
                <c:pt idx="1261">
                  <c:v>-0.11486399999999999</c:v>
                </c:pt>
                <c:pt idx="1262">
                  <c:v>-0.11455899999999999</c:v>
                </c:pt>
                <c:pt idx="1263">
                  <c:v>-0.11425299999999999</c:v>
                </c:pt>
                <c:pt idx="1264">
                  <c:v>-0.11394799999999999</c:v>
                </c:pt>
                <c:pt idx="1265">
                  <c:v>-0.11364299999999999</c:v>
                </c:pt>
                <c:pt idx="1266">
                  <c:v>-0.11333699999999999</c:v>
                </c:pt>
                <c:pt idx="1267">
                  <c:v>-0.11303199999999999</c:v>
                </c:pt>
                <c:pt idx="1268">
                  <c:v>-0.11272600000000001</c:v>
                </c:pt>
                <c:pt idx="1269">
                  <c:v>-0.11242099999999999</c:v>
                </c:pt>
                <c:pt idx="1270">
                  <c:v>-0.11211599999999999</c:v>
                </c:pt>
                <c:pt idx="1271">
                  <c:v>-0.11181000000000001</c:v>
                </c:pt>
                <c:pt idx="1272">
                  <c:v>-0.11150500000000001</c:v>
                </c:pt>
                <c:pt idx="1273">
                  <c:v>-0.11119900000000001</c:v>
                </c:pt>
                <c:pt idx="1274">
                  <c:v>-0.11089400000000001</c:v>
                </c:pt>
                <c:pt idx="1275">
                  <c:v>-0.11058900000000001</c:v>
                </c:pt>
                <c:pt idx="1276">
                  <c:v>-0.11028300000000001</c:v>
                </c:pt>
                <c:pt idx="1277">
                  <c:v>-0.10997800000000001</c:v>
                </c:pt>
                <c:pt idx="1278">
                  <c:v>-0.10967200000000001</c:v>
                </c:pt>
                <c:pt idx="1279">
                  <c:v>-0.10936700000000001</c:v>
                </c:pt>
                <c:pt idx="1280">
                  <c:v>-0.10906200000000001</c:v>
                </c:pt>
                <c:pt idx="1281">
                  <c:v>-0.10875600000000001</c:v>
                </c:pt>
                <c:pt idx="1282">
                  <c:v>-0.10845100000000001</c:v>
                </c:pt>
                <c:pt idx="1283">
                  <c:v>-0.10814500000000001</c:v>
                </c:pt>
                <c:pt idx="1284">
                  <c:v>-0.10784000000000001</c:v>
                </c:pt>
                <c:pt idx="1285">
                  <c:v>-0.10753500000000001</c:v>
                </c:pt>
                <c:pt idx="1286">
                  <c:v>-0.107229</c:v>
                </c:pt>
                <c:pt idx="1287">
                  <c:v>-0.10692400000000001</c:v>
                </c:pt>
                <c:pt idx="1288">
                  <c:v>-0.106618</c:v>
                </c:pt>
                <c:pt idx="1289">
                  <c:v>-0.106313</c:v>
                </c:pt>
                <c:pt idx="1290">
                  <c:v>-0.10600800000000001</c:v>
                </c:pt>
                <c:pt idx="1291">
                  <c:v>-0.105702</c:v>
                </c:pt>
                <c:pt idx="1292">
                  <c:v>-0.105397</c:v>
                </c:pt>
                <c:pt idx="1293">
                  <c:v>-0.105091</c:v>
                </c:pt>
                <c:pt idx="1294">
                  <c:v>-0.104786</c:v>
                </c:pt>
                <c:pt idx="1295">
                  <c:v>-0.104481</c:v>
                </c:pt>
                <c:pt idx="1296">
                  <c:v>-0.104175</c:v>
                </c:pt>
                <c:pt idx="1297">
                  <c:v>-0.10387</c:v>
                </c:pt>
                <c:pt idx="1298">
                  <c:v>-0.103564</c:v>
                </c:pt>
                <c:pt idx="1299">
                  <c:v>-0.103259</c:v>
                </c:pt>
                <c:pt idx="1300">
                  <c:v>-0.102954</c:v>
                </c:pt>
                <c:pt idx="1301">
                  <c:v>-0.102648</c:v>
                </c:pt>
                <c:pt idx="1302">
                  <c:v>-0.102343</c:v>
                </c:pt>
                <c:pt idx="1303">
                  <c:v>-0.102037</c:v>
                </c:pt>
                <c:pt idx="1304">
                  <c:v>-0.101732</c:v>
                </c:pt>
                <c:pt idx="1305">
                  <c:v>-0.101427</c:v>
                </c:pt>
                <c:pt idx="1306">
                  <c:v>-0.101121</c:v>
                </c:pt>
                <c:pt idx="1307">
                  <c:v>-0.100816</c:v>
                </c:pt>
                <c:pt idx="1308">
                  <c:v>-0.10051</c:v>
                </c:pt>
                <c:pt idx="1309">
                  <c:v>-0.100205</c:v>
                </c:pt>
                <c:pt idx="1310">
                  <c:v>-9.9899600000000005E-2</c:v>
                </c:pt>
                <c:pt idx="1311">
                  <c:v>-9.9594199999999994E-2</c:v>
                </c:pt>
                <c:pt idx="1312">
                  <c:v>-9.9288799999999997E-2</c:v>
                </c:pt>
                <c:pt idx="1313">
                  <c:v>-9.8983399999999999E-2</c:v>
                </c:pt>
                <c:pt idx="1314">
                  <c:v>-9.8678000000000002E-2</c:v>
                </c:pt>
                <c:pt idx="1315">
                  <c:v>-9.8372600000000004E-2</c:v>
                </c:pt>
                <c:pt idx="1316">
                  <c:v>-9.8067199999999993E-2</c:v>
                </c:pt>
                <c:pt idx="1317">
                  <c:v>-9.7761799999999996E-2</c:v>
                </c:pt>
                <c:pt idx="1318">
                  <c:v>-9.7456399999999999E-2</c:v>
                </c:pt>
                <c:pt idx="1319">
                  <c:v>-9.7151000000000001E-2</c:v>
                </c:pt>
                <c:pt idx="1320">
                  <c:v>-9.6845600000000004E-2</c:v>
                </c:pt>
                <c:pt idx="1321">
                  <c:v>-9.6540200000000007E-2</c:v>
                </c:pt>
                <c:pt idx="1322">
                  <c:v>-9.6234799999999995E-2</c:v>
                </c:pt>
                <c:pt idx="1323">
                  <c:v>-9.5929399999999998E-2</c:v>
                </c:pt>
                <c:pt idx="1324">
                  <c:v>-9.5624100000000004E-2</c:v>
                </c:pt>
                <c:pt idx="1325">
                  <c:v>-9.5318700000000006E-2</c:v>
                </c:pt>
                <c:pt idx="1326">
                  <c:v>-9.5013299999999995E-2</c:v>
                </c:pt>
                <c:pt idx="1327">
                  <c:v>-9.4707899999999998E-2</c:v>
                </c:pt>
                <c:pt idx="1328">
                  <c:v>-9.44025E-2</c:v>
                </c:pt>
                <c:pt idx="1329">
                  <c:v>-9.4097100000000003E-2</c:v>
                </c:pt>
                <c:pt idx="1330">
                  <c:v>-9.3791700000000006E-2</c:v>
                </c:pt>
                <c:pt idx="1331">
                  <c:v>-9.3486299999999994E-2</c:v>
                </c:pt>
                <c:pt idx="1332">
                  <c:v>-9.3180899999999997E-2</c:v>
                </c:pt>
                <c:pt idx="1333">
                  <c:v>-9.28755E-2</c:v>
                </c:pt>
                <c:pt idx="1334">
                  <c:v>-9.2570100000000002E-2</c:v>
                </c:pt>
                <c:pt idx="1335">
                  <c:v>-9.2264700000000005E-2</c:v>
                </c:pt>
                <c:pt idx="1336">
                  <c:v>-9.1959299999999994E-2</c:v>
                </c:pt>
                <c:pt idx="1337">
                  <c:v>-9.1653899999999996E-2</c:v>
                </c:pt>
                <c:pt idx="1338">
                  <c:v>-9.1348499999999999E-2</c:v>
                </c:pt>
                <c:pt idx="1339">
                  <c:v>-9.1043100000000002E-2</c:v>
                </c:pt>
                <c:pt idx="1340">
                  <c:v>-9.0737700000000004E-2</c:v>
                </c:pt>
                <c:pt idx="1341">
                  <c:v>-9.0432299999999993E-2</c:v>
                </c:pt>
                <c:pt idx="1342">
                  <c:v>-9.0126899999999996E-2</c:v>
                </c:pt>
                <c:pt idx="1343">
                  <c:v>-8.9821499999999999E-2</c:v>
                </c:pt>
                <c:pt idx="1344">
                  <c:v>-8.9516100000000001E-2</c:v>
                </c:pt>
                <c:pt idx="1345">
                  <c:v>-8.9210700000000004E-2</c:v>
                </c:pt>
                <c:pt idx="1346">
                  <c:v>-8.8905300000000007E-2</c:v>
                </c:pt>
                <c:pt idx="1347">
                  <c:v>-8.8599899999999995E-2</c:v>
                </c:pt>
                <c:pt idx="1348">
                  <c:v>-8.8294499999999998E-2</c:v>
                </c:pt>
                <c:pt idx="1349">
                  <c:v>-8.7989100000000001E-2</c:v>
                </c:pt>
                <c:pt idx="1350">
                  <c:v>-8.7683700000000003E-2</c:v>
                </c:pt>
                <c:pt idx="1351">
                  <c:v>-8.7378300000000006E-2</c:v>
                </c:pt>
                <c:pt idx="1352">
                  <c:v>-8.7072899999999995E-2</c:v>
                </c:pt>
                <c:pt idx="1353">
                  <c:v>-8.6767499999999997E-2</c:v>
                </c:pt>
                <c:pt idx="1354">
                  <c:v>-8.64621E-2</c:v>
                </c:pt>
                <c:pt idx="1355">
                  <c:v>-8.6156700000000003E-2</c:v>
                </c:pt>
                <c:pt idx="1356">
                  <c:v>-8.5851300000000005E-2</c:v>
                </c:pt>
                <c:pt idx="1357">
                  <c:v>-8.5545899999999994E-2</c:v>
                </c:pt>
                <c:pt idx="1358">
                  <c:v>-8.5240499999999997E-2</c:v>
                </c:pt>
                <c:pt idx="1359">
                  <c:v>-8.4935099999999999E-2</c:v>
                </c:pt>
                <c:pt idx="1360">
                  <c:v>-8.4629700000000002E-2</c:v>
                </c:pt>
                <c:pt idx="1361">
                  <c:v>-8.4324300000000005E-2</c:v>
                </c:pt>
                <c:pt idx="1362">
                  <c:v>-8.4018899999999994E-2</c:v>
                </c:pt>
                <c:pt idx="1363">
                  <c:v>-8.3713499999999996E-2</c:v>
                </c:pt>
                <c:pt idx="1364">
                  <c:v>-8.3408099999999999E-2</c:v>
                </c:pt>
                <c:pt idx="1365">
                  <c:v>-8.3102700000000002E-2</c:v>
                </c:pt>
                <c:pt idx="1366">
                  <c:v>-8.2797399999999993E-2</c:v>
                </c:pt>
                <c:pt idx="1367">
                  <c:v>-8.2491999999999996E-2</c:v>
                </c:pt>
                <c:pt idx="1368">
                  <c:v>-8.2186599999999999E-2</c:v>
                </c:pt>
                <c:pt idx="1369">
                  <c:v>-8.1881200000000001E-2</c:v>
                </c:pt>
                <c:pt idx="1370">
                  <c:v>-8.1575800000000004E-2</c:v>
                </c:pt>
                <c:pt idx="1371">
                  <c:v>-8.1270400000000007E-2</c:v>
                </c:pt>
                <c:pt idx="1372">
                  <c:v>-8.0964999999999995E-2</c:v>
                </c:pt>
                <c:pt idx="1373">
                  <c:v>-8.0659599999999998E-2</c:v>
                </c:pt>
                <c:pt idx="1374">
                  <c:v>-8.0354200000000001E-2</c:v>
                </c:pt>
                <c:pt idx="1375">
                  <c:v>-8.0048800000000003E-2</c:v>
                </c:pt>
                <c:pt idx="1376">
                  <c:v>-7.9743400000000006E-2</c:v>
                </c:pt>
                <c:pt idx="1377">
                  <c:v>-7.9437999999999995E-2</c:v>
                </c:pt>
                <c:pt idx="1378">
                  <c:v>-7.9132599999999997E-2</c:v>
                </c:pt>
                <c:pt idx="1379">
                  <c:v>-7.88272E-2</c:v>
                </c:pt>
                <c:pt idx="1380">
                  <c:v>-7.8521800000000003E-2</c:v>
                </c:pt>
                <c:pt idx="1381">
                  <c:v>-7.8216400000000005E-2</c:v>
                </c:pt>
                <c:pt idx="1382">
                  <c:v>-7.7910999999999994E-2</c:v>
                </c:pt>
                <c:pt idx="1383">
                  <c:v>-7.7605599999999997E-2</c:v>
                </c:pt>
                <c:pt idx="1384">
                  <c:v>-7.7300199999999999E-2</c:v>
                </c:pt>
                <c:pt idx="1385">
                  <c:v>-7.6994800000000002E-2</c:v>
                </c:pt>
                <c:pt idx="1386">
                  <c:v>-7.6689400000000005E-2</c:v>
                </c:pt>
                <c:pt idx="1387">
                  <c:v>-7.6383999999999994E-2</c:v>
                </c:pt>
                <c:pt idx="1388">
                  <c:v>-7.6078599999999996E-2</c:v>
                </c:pt>
                <c:pt idx="1389">
                  <c:v>-7.5773199999999999E-2</c:v>
                </c:pt>
                <c:pt idx="1390">
                  <c:v>-7.5467800000000002E-2</c:v>
                </c:pt>
                <c:pt idx="1391">
                  <c:v>-7.5162400000000004E-2</c:v>
                </c:pt>
                <c:pt idx="1392">
                  <c:v>-7.4857000000000007E-2</c:v>
                </c:pt>
                <c:pt idx="1393">
                  <c:v>-7.4551599999999996E-2</c:v>
                </c:pt>
                <c:pt idx="1394">
                  <c:v>-7.4246199999999998E-2</c:v>
                </c:pt>
                <c:pt idx="1395">
                  <c:v>-7.3940800000000001E-2</c:v>
                </c:pt>
                <c:pt idx="1396">
                  <c:v>-7.3635400000000004E-2</c:v>
                </c:pt>
                <c:pt idx="1397">
                  <c:v>-7.3330000000000006E-2</c:v>
                </c:pt>
                <c:pt idx="1398">
                  <c:v>-7.3024599999999995E-2</c:v>
                </c:pt>
                <c:pt idx="1399">
                  <c:v>-7.2719199999999998E-2</c:v>
                </c:pt>
                <c:pt idx="1400">
                  <c:v>-7.24138E-2</c:v>
                </c:pt>
                <c:pt idx="1401">
                  <c:v>-7.2108400000000003E-2</c:v>
                </c:pt>
                <c:pt idx="1402">
                  <c:v>-7.1803000000000006E-2</c:v>
                </c:pt>
                <c:pt idx="1403">
                  <c:v>-7.1497599999999994E-2</c:v>
                </c:pt>
                <c:pt idx="1404">
                  <c:v>-7.1192199999999997E-2</c:v>
                </c:pt>
                <c:pt idx="1405">
                  <c:v>-7.08868E-2</c:v>
                </c:pt>
                <c:pt idx="1406">
                  <c:v>-7.0581400000000002E-2</c:v>
                </c:pt>
                <c:pt idx="1407">
                  <c:v>-7.0276000000000005E-2</c:v>
                </c:pt>
                <c:pt idx="1408">
                  <c:v>-6.9970699999999997E-2</c:v>
                </c:pt>
                <c:pt idx="1409">
                  <c:v>-6.9665299999999999E-2</c:v>
                </c:pt>
                <c:pt idx="1410">
                  <c:v>-6.9359900000000002E-2</c:v>
                </c:pt>
                <c:pt idx="1411">
                  <c:v>-6.9054500000000005E-2</c:v>
                </c:pt>
                <c:pt idx="1412">
                  <c:v>-6.8749099999999994E-2</c:v>
                </c:pt>
                <c:pt idx="1413">
                  <c:v>-6.8443699999999996E-2</c:v>
                </c:pt>
                <c:pt idx="1414">
                  <c:v>-6.8138299999999999E-2</c:v>
                </c:pt>
                <c:pt idx="1415">
                  <c:v>-6.7832900000000002E-2</c:v>
                </c:pt>
                <c:pt idx="1416">
                  <c:v>-6.7527500000000004E-2</c:v>
                </c:pt>
                <c:pt idx="1417">
                  <c:v>-6.7222100000000007E-2</c:v>
                </c:pt>
                <c:pt idx="1418">
                  <c:v>-6.6916699999999996E-2</c:v>
                </c:pt>
                <c:pt idx="1419">
                  <c:v>-6.6611299999999998E-2</c:v>
                </c:pt>
                <c:pt idx="1420">
                  <c:v>-6.6305900000000001E-2</c:v>
                </c:pt>
                <c:pt idx="1421">
                  <c:v>-6.6000500000000004E-2</c:v>
                </c:pt>
                <c:pt idx="1422">
                  <c:v>-6.5695100000000006E-2</c:v>
                </c:pt>
                <c:pt idx="1423">
                  <c:v>-6.5389699999999995E-2</c:v>
                </c:pt>
                <c:pt idx="1424">
                  <c:v>-6.5084299999999998E-2</c:v>
                </c:pt>
                <c:pt idx="1425">
                  <c:v>-6.47789E-2</c:v>
                </c:pt>
                <c:pt idx="1426">
                  <c:v>-6.4473500000000003E-2</c:v>
                </c:pt>
                <c:pt idx="1427">
                  <c:v>-6.4168100000000006E-2</c:v>
                </c:pt>
                <c:pt idx="1428">
                  <c:v>-6.3862699999999994E-2</c:v>
                </c:pt>
                <c:pt idx="1429">
                  <c:v>-6.3557299999999997E-2</c:v>
                </c:pt>
                <c:pt idx="1430">
                  <c:v>-6.32519E-2</c:v>
                </c:pt>
                <c:pt idx="1431">
                  <c:v>-6.2946500000000002E-2</c:v>
                </c:pt>
                <c:pt idx="1432">
                  <c:v>-6.2641100000000005E-2</c:v>
                </c:pt>
                <c:pt idx="1433">
                  <c:v>-6.2335700000000001E-2</c:v>
                </c:pt>
                <c:pt idx="1434">
                  <c:v>-6.2030299999999997E-2</c:v>
                </c:pt>
                <c:pt idx="1435">
                  <c:v>-6.1724899999999999E-2</c:v>
                </c:pt>
                <c:pt idx="1436">
                  <c:v>-6.1419500000000002E-2</c:v>
                </c:pt>
                <c:pt idx="1437">
                  <c:v>-6.1114099999999998E-2</c:v>
                </c:pt>
                <c:pt idx="1438">
                  <c:v>-6.08087E-2</c:v>
                </c:pt>
                <c:pt idx="1439">
                  <c:v>-6.0503300000000003E-2</c:v>
                </c:pt>
                <c:pt idx="1440">
                  <c:v>-6.0197899999999999E-2</c:v>
                </c:pt>
                <c:pt idx="1441">
                  <c:v>-5.9892500000000001E-2</c:v>
                </c:pt>
                <c:pt idx="1442">
                  <c:v>-5.9587099999999997E-2</c:v>
                </c:pt>
                <c:pt idx="1443">
                  <c:v>-5.92817E-2</c:v>
                </c:pt>
                <c:pt idx="1444">
                  <c:v>-5.8976300000000002E-2</c:v>
                </c:pt>
                <c:pt idx="1445">
                  <c:v>-5.8670899999999998E-2</c:v>
                </c:pt>
                <c:pt idx="1446">
                  <c:v>-5.8365500000000001E-2</c:v>
                </c:pt>
                <c:pt idx="1447">
                  <c:v>-5.8060100000000003E-2</c:v>
                </c:pt>
                <c:pt idx="1448">
                  <c:v>-5.7754699999999999E-2</c:v>
                </c:pt>
                <c:pt idx="1449">
                  <c:v>-5.7449300000000002E-2</c:v>
                </c:pt>
                <c:pt idx="1450">
                  <c:v>-5.7144E-2</c:v>
                </c:pt>
                <c:pt idx="1451">
                  <c:v>-5.6838600000000003E-2</c:v>
                </c:pt>
                <c:pt idx="1452">
                  <c:v>-5.6533199999999999E-2</c:v>
                </c:pt>
                <c:pt idx="1453">
                  <c:v>-5.6227800000000001E-2</c:v>
                </c:pt>
                <c:pt idx="1454">
                  <c:v>-5.5922399999999997E-2</c:v>
                </c:pt>
                <c:pt idx="1455">
                  <c:v>-5.5617E-2</c:v>
                </c:pt>
                <c:pt idx="1456">
                  <c:v>-5.5311600000000002E-2</c:v>
                </c:pt>
                <c:pt idx="1457">
                  <c:v>-5.5006199999999998E-2</c:v>
                </c:pt>
                <c:pt idx="1458">
                  <c:v>-5.4700800000000001E-2</c:v>
                </c:pt>
                <c:pt idx="1459">
                  <c:v>-5.4395399999999997E-2</c:v>
                </c:pt>
                <c:pt idx="1460">
                  <c:v>-5.4089999999999999E-2</c:v>
                </c:pt>
                <c:pt idx="1461">
                  <c:v>-5.3784600000000002E-2</c:v>
                </c:pt>
                <c:pt idx="1462">
                  <c:v>-5.3479199999999998E-2</c:v>
                </c:pt>
                <c:pt idx="1463">
                  <c:v>-5.31738E-2</c:v>
                </c:pt>
                <c:pt idx="1464">
                  <c:v>-5.2868400000000003E-2</c:v>
                </c:pt>
                <c:pt idx="1465">
                  <c:v>-5.2562999999999999E-2</c:v>
                </c:pt>
                <c:pt idx="1466">
                  <c:v>-5.2257600000000001E-2</c:v>
                </c:pt>
                <c:pt idx="1467">
                  <c:v>-5.1952199999999997E-2</c:v>
                </c:pt>
                <c:pt idx="1468">
                  <c:v>-5.16468E-2</c:v>
                </c:pt>
                <c:pt idx="1469">
                  <c:v>-5.1341400000000002E-2</c:v>
                </c:pt>
                <c:pt idx="1470">
                  <c:v>-5.1035999999999998E-2</c:v>
                </c:pt>
                <c:pt idx="1471">
                  <c:v>-5.0730600000000001E-2</c:v>
                </c:pt>
                <c:pt idx="1472">
                  <c:v>-5.0425200000000003E-2</c:v>
                </c:pt>
                <c:pt idx="1473">
                  <c:v>-5.0119799999999999E-2</c:v>
                </c:pt>
                <c:pt idx="1474">
                  <c:v>-4.9814400000000002E-2</c:v>
                </c:pt>
                <c:pt idx="1475">
                  <c:v>-4.9508999999999997E-2</c:v>
                </c:pt>
                <c:pt idx="1476">
                  <c:v>-4.92036E-2</c:v>
                </c:pt>
                <c:pt idx="1477">
                  <c:v>-4.8898200000000003E-2</c:v>
                </c:pt>
                <c:pt idx="1478">
                  <c:v>-4.8592799999999998E-2</c:v>
                </c:pt>
                <c:pt idx="1479">
                  <c:v>-4.8287400000000001E-2</c:v>
                </c:pt>
                <c:pt idx="1480">
                  <c:v>-4.7981999999999997E-2</c:v>
                </c:pt>
                <c:pt idx="1481">
                  <c:v>-4.76766E-2</c:v>
                </c:pt>
                <c:pt idx="1482">
                  <c:v>-4.7371200000000002E-2</c:v>
                </c:pt>
                <c:pt idx="1483">
                  <c:v>-4.7065799999999998E-2</c:v>
                </c:pt>
                <c:pt idx="1484">
                  <c:v>-4.6760400000000001E-2</c:v>
                </c:pt>
                <c:pt idx="1485">
                  <c:v>-4.6455000000000003E-2</c:v>
                </c:pt>
                <c:pt idx="1486">
                  <c:v>-4.6149599999999999E-2</c:v>
                </c:pt>
                <c:pt idx="1487">
                  <c:v>-4.5844200000000002E-2</c:v>
                </c:pt>
                <c:pt idx="1488">
                  <c:v>-4.5538799999999997E-2</c:v>
                </c:pt>
                <c:pt idx="1489">
                  <c:v>-4.52334E-2</c:v>
                </c:pt>
                <c:pt idx="1490">
                  <c:v>-4.4928000000000003E-2</c:v>
                </c:pt>
                <c:pt idx="1491">
                  <c:v>-4.4622599999999998E-2</c:v>
                </c:pt>
                <c:pt idx="1492">
                  <c:v>-4.4317299999999997E-2</c:v>
                </c:pt>
                <c:pt idx="1493">
                  <c:v>-4.40119E-2</c:v>
                </c:pt>
                <c:pt idx="1494">
                  <c:v>-4.3706500000000002E-2</c:v>
                </c:pt>
                <c:pt idx="1495">
                  <c:v>-4.3401099999999998E-2</c:v>
                </c:pt>
                <c:pt idx="1496">
                  <c:v>-4.3095700000000001E-2</c:v>
                </c:pt>
                <c:pt idx="1497">
                  <c:v>-4.2790300000000003E-2</c:v>
                </c:pt>
                <c:pt idx="1498">
                  <c:v>-4.2484899999999999E-2</c:v>
                </c:pt>
                <c:pt idx="1499">
                  <c:v>-4.2179500000000002E-2</c:v>
                </c:pt>
                <c:pt idx="1500">
                  <c:v>-4.1874099999999997E-2</c:v>
                </c:pt>
                <c:pt idx="1501">
                  <c:v>-4.15687E-2</c:v>
                </c:pt>
                <c:pt idx="1502">
                  <c:v>-4.1263300000000003E-2</c:v>
                </c:pt>
                <c:pt idx="1503">
                  <c:v>-4.0957899999999998E-2</c:v>
                </c:pt>
                <c:pt idx="1504">
                  <c:v>-4.0652500000000001E-2</c:v>
                </c:pt>
                <c:pt idx="1505">
                  <c:v>-4.0347099999999997E-2</c:v>
                </c:pt>
                <c:pt idx="1506">
                  <c:v>-4.00417E-2</c:v>
                </c:pt>
                <c:pt idx="1507">
                  <c:v>-3.9736300000000002E-2</c:v>
                </c:pt>
                <c:pt idx="1508">
                  <c:v>-3.9430899999999998E-2</c:v>
                </c:pt>
                <c:pt idx="1509">
                  <c:v>-3.9125500000000001E-2</c:v>
                </c:pt>
                <c:pt idx="1510">
                  <c:v>-3.8820100000000003E-2</c:v>
                </c:pt>
                <c:pt idx="1511">
                  <c:v>-3.8514699999999999E-2</c:v>
                </c:pt>
                <c:pt idx="1512">
                  <c:v>-3.8209300000000002E-2</c:v>
                </c:pt>
                <c:pt idx="1513">
                  <c:v>-3.7903899999999997E-2</c:v>
                </c:pt>
                <c:pt idx="1514">
                  <c:v>-3.75985E-2</c:v>
                </c:pt>
                <c:pt idx="1515">
                  <c:v>-3.7293100000000003E-2</c:v>
                </c:pt>
                <c:pt idx="1516">
                  <c:v>-3.6987699999999998E-2</c:v>
                </c:pt>
                <c:pt idx="1517">
                  <c:v>-3.6682300000000001E-2</c:v>
                </c:pt>
                <c:pt idx="1518">
                  <c:v>-3.6376899999999997E-2</c:v>
                </c:pt>
                <c:pt idx="1519">
                  <c:v>-3.6071499999999999E-2</c:v>
                </c:pt>
                <c:pt idx="1520">
                  <c:v>-3.5766100000000002E-2</c:v>
                </c:pt>
                <c:pt idx="1521">
                  <c:v>-3.5460699999999998E-2</c:v>
                </c:pt>
                <c:pt idx="1522">
                  <c:v>-3.51553E-2</c:v>
                </c:pt>
                <c:pt idx="1523">
                  <c:v>-3.4849900000000003E-2</c:v>
                </c:pt>
                <c:pt idx="1524">
                  <c:v>-3.4544499999999999E-2</c:v>
                </c:pt>
                <c:pt idx="1525">
                  <c:v>-3.4239100000000001E-2</c:v>
                </c:pt>
                <c:pt idx="1526">
                  <c:v>-3.3933699999999997E-2</c:v>
                </c:pt>
                <c:pt idx="1527">
                  <c:v>-3.36283E-2</c:v>
                </c:pt>
                <c:pt idx="1528">
                  <c:v>-3.3322900000000003E-2</c:v>
                </c:pt>
                <c:pt idx="1529">
                  <c:v>-3.3017499999999998E-2</c:v>
                </c:pt>
                <c:pt idx="1530">
                  <c:v>-3.2712100000000001E-2</c:v>
                </c:pt>
                <c:pt idx="1531">
                  <c:v>-3.2406699999999997E-2</c:v>
                </c:pt>
                <c:pt idx="1532">
                  <c:v>-3.2101299999999999E-2</c:v>
                </c:pt>
                <c:pt idx="1533">
                  <c:v>-3.1795900000000002E-2</c:v>
                </c:pt>
                <c:pt idx="1534">
                  <c:v>-3.1490600000000001E-2</c:v>
                </c:pt>
                <c:pt idx="1535">
                  <c:v>-3.11852E-2</c:v>
                </c:pt>
                <c:pt idx="1536">
                  <c:v>-3.0879799999999999E-2</c:v>
                </c:pt>
                <c:pt idx="1537">
                  <c:v>-3.0574400000000002E-2</c:v>
                </c:pt>
                <c:pt idx="1538">
                  <c:v>-3.0269000000000001E-2</c:v>
                </c:pt>
                <c:pt idx="1539">
                  <c:v>-2.99636E-2</c:v>
                </c:pt>
                <c:pt idx="1540">
                  <c:v>-2.9658199999999999E-2</c:v>
                </c:pt>
                <c:pt idx="1541">
                  <c:v>-2.9352799999999998E-2</c:v>
                </c:pt>
                <c:pt idx="1542">
                  <c:v>-2.9047400000000001E-2</c:v>
                </c:pt>
                <c:pt idx="1543">
                  <c:v>-2.8742E-2</c:v>
                </c:pt>
                <c:pt idx="1544">
                  <c:v>-2.8436599999999999E-2</c:v>
                </c:pt>
                <c:pt idx="1545">
                  <c:v>-2.8131199999999999E-2</c:v>
                </c:pt>
                <c:pt idx="1546">
                  <c:v>-2.7825800000000001E-2</c:v>
                </c:pt>
                <c:pt idx="1547">
                  <c:v>-2.75204E-2</c:v>
                </c:pt>
                <c:pt idx="1548">
                  <c:v>-2.7215E-2</c:v>
                </c:pt>
                <c:pt idx="1549">
                  <c:v>-2.6909599999999999E-2</c:v>
                </c:pt>
                <c:pt idx="1550">
                  <c:v>-2.6604200000000001E-2</c:v>
                </c:pt>
                <c:pt idx="1551">
                  <c:v>-2.6298800000000001E-2</c:v>
                </c:pt>
                <c:pt idx="1552">
                  <c:v>-2.59934E-2</c:v>
                </c:pt>
                <c:pt idx="1553">
                  <c:v>-2.5687999999999999E-2</c:v>
                </c:pt>
                <c:pt idx="1554">
                  <c:v>-2.5382600000000002E-2</c:v>
                </c:pt>
                <c:pt idx="1555">
                  <c:v>-2.5077200000000001E-2</c:v>
                </c:pt>
                <c:pt idx="1556">
                  <c:v>-2.47718E-2</c:v>
                </c:pt>
                <c:pt idx="1557">
                  <c:v>-2.4466399999999999E-2</c:v>
                </c:pt>
                <c:pt idx="1558">
                  <c:v>-2.4160999999999998E-2</c:v>
                </c:pt>
                <c:pt idx="1559">
                  <c:v>-2.3855600000000001E-2</c:v>
                </c:pt>
                <c:pt idx="1560">
                  <c:v>-2.35502E-2</c:v>
                </c:pt>
                <c:pt idx="1561">
                  <c:v>-2.3244799999999999E-2</c:v>
                </c:pt>
                <c:pt idx="1562">
                  <c:v>-2.2939399999999999E-2</c:v>
                </c:pt>
                <c:pt idx="1563">
                  <c:v>-2.2634000000000001E-2</c:v>
                </c:pt>
                <c:pt idx="1564">
                  <c:v>-2.2328600000000001E-2</c:v>
                </c:pt>
                <c:pt idx="1565">
                  <c:v>-2.20232E-2</c:v>
                </c:pt>
                <c:pt idx="1566">
                  <c:v>-2.1717799999999999E-2</c:v>
                </c:pt>
                <c:pt idx="1567">
                  <c:v>-2.1412400000000002E-2</c:v>
                </c:pt>
                <c:pt idx="1568">
                  <c:v>-2.1107000000000001E-2</c:v>
                </c:pt>
                <c:pt idx="1569">
                  <c:v>-2.08016E-2</c:v>
                </c:pt>
                <c:pt idx="1570">
                  <c:v>-2.0496199999999999E-2</c:v>
                </c:pt>
                <c:pt idx="1571">
                  <c:v>-2.0190799999999998E-2</c:v>
                </c:pt>
                <c:pt idx="1572">
                  <c:v>-1.9885400000000001E-2</c:v>
                </c:pt>
                <c:pt idx="1573">
                  <c:v>-1.958E-2</c:v>
                </c:pt>
                <c:pt idx="1574">
                  <c:v>-1.9274599999999999E-2</c:v>
                </c:pt>
                <c:pt idx="1575">
                  <c:v>-1.8969199999999999E-2</c:v>
                </c:pt>
                <c:pt idx="1576">
                  <c:v>-1.8663900000000001E-2</c:v>
                </c:pt>
                <c:pt idx="1577">
                  <c:v>-1.83585E-2</c:v>
                </c:pt>
                <c:pt idx="1578">
                  <c:v>-1.8053099999999999E-2</c:v>
                </c:pt>
                <c:pt idx="1579">
                  <c:v>-1.7747700000000002E-2</c:v>
                </c:pt>
                <c:pt idx="1580">
                  <c:v>-1.7442300000000001E-2</c:v>
                </c:pt>
                <c:pt idx="1581">
                  <c:v>-1.71369E-2</c:v>
                </c:pt>
                <c:pt idx="1582">
                  <c:v>-1.6831499999999999E-2</c:v>
                </c:pt>
                <c:pt idx="1583">
                  <c:v>-1.6526099999999998E-2</c:v>
                </c:pt>
                <c:pt idx="1584">
                  <c:v>-1.6220700000000001E-2</c:v>
                </c:pt>
                <c:pt idx="1585">
                  <c:v>-1.59153E-2</c:v>
                </c:pt>
                <c:pt idx="1586">
                  <c:v>-1.5609899999999999E-2</c:v>
                </c:pt>
                <c:pt idx="1587">
                  <c:v>-1.53045E-2</c:v>
                </c:pt>
                <c:pt idx="1588">
                  <c:v>-1.49991E-2</c:v>
                </c:pt>
                <c:pt idx="1589">
                  <c:v>-1.4693700000000001E-2</c:v>
                </c:pt>
                <c:pt idx="1590">
                  <c:v>-1.43883E-2</c:v>
                </c:pt>
                <c:pt idx="1591">
                  <c:v>-1.4082900000000001E-2</c:v>
                </c:pt>
                <c:pt idx="1592">
                  <c:v>-1.37775E-2</c:v>
                </c:pt>
                <c:pt idx="1593">
                  <c:v>-1.3472100000000001E-2</c:v>
                </c:pt>
                <c:pt idx="1594">
                  <c:v>-1.31667E-2</c:v>
                </c:pt>
                <c:pt idx="1595">
                  <c:v>-1.2861300000000001E-2</c:v>
                </c:pt>
                <c:pt idx="1596">
                  <c:v>-1.25559E-2</c:v>
                </c:pt>
                <c:pt idx="1597">
                  <c:v>-1.2250499999999999E-2</c:v>
                </c:pt>
                <c:pt idx="1598">
                  <c:v>-1.19451E-2</c:v>
                </c:pt>
                <c:pt idx="1599">
                  <c:v>-1.1639699999999999E-2</c:v>
                </c:pt>
                <c:pt idx="1600">
                  <c:v>-1.13343E-2</c:v>
                </c:pt>
                <c:pt idx="1601">
                  <c:v>-1.1028899999999999E-2</c:v>
                </c:pt>
                <c:pt idx="1602">
                  <c:v>-1.07235E-2</c:v>
                </c:pt>
                <c:pt idx="1603">
                  <c:v>-1.04181E-2</c:v>
                </c:pt>
                <c:pt idx="1604">
                  <c:v>-1.0112700000000001E-2</c:v>
                </c:pt>
                <c:pt idx="1605">
                  <c:v>-9.8073199999999996E-3</c:v>
                </c:pt>
                <c:pt idx="1606">
                  <c:v>-9.5019200000000005E-3</c:v>
                </c:pt>
                <c:pt idx="1607">
                  <c:v>-9.1965299999999996E-3</c:v>
                </c:pt>
                <c:pt idx="1608">
                  <c:v>-8.8911300000000006E-3</c:v>
                </c:pt>
                <c:pt idx="1609">
                  <c:v>-8.5857299999999998E-3</c:v>
                </c:pt>
                <c:pt idx="1610">
                  <c:v>-8.2803300000000007E-3</c:v>
                </c:pt>
                <c:pt idx="1611">
                  <c:v>-7.9749299999999999E-3</c:v>
                </c:pt>
                <c:pt idx="1612">
                  <c:v>-7.6695399999999999E-3</c:v>
                </c:pt>
                <c:pt idx="1613">
                  <c:v>-7.3641399999999999E-3</c:v>
                </c:pt>
                <c:pt idx="1614">
                  <c:v>-7.05874E-3</c:v>
                </c:pt>
                <c:pt idx="1615">
                  <c:v>-6.75334E-3</c:v>
                </c:pt>
                <c:pt idx="1616">
                  <c:v>-6.44795E-3</c:v>
                </c:pt>
                <c:pt idx="1617">
                  <c:v>-6.1425500000000001E-3</c:v>
                </c:pt>
                <c:pt idx="1618">
                  <c:v>-5.8371500000000002E-3</c:v>
                </c:pt>
                <c:pt idx="1619">
                  <c:v>-5.5317500000000002E-3</c:v>
                </c:pt>
                <c:pt idx="1620">
                  <c:v>-5.2263600000000002E-3</c:v>
                </c:pt>
                <c:pt idx="1621">
                  <c:v>-4.9209600000000003E-3</c:v>
                </c:pt>
                <c:pt idx="1622">
                  <c:v>-4.6155600000000003E-3</c:v>
                </c:pt>
                <c:pt idx="1623">
                  <c:v>-4.3101600000000004E-3</c:v>
                </c:pt>
                <c:pt idx="1624">
                  <c:v>-4.0047700000000004E-3</c:v>
                </c:pt>
                <c:pt idx="1625">
                  <c:v>-3.69937E-3</c:v>
                </c:pt>
                <c:pt idx="1626">
                  <c:v>-3.3939700000000001E-3</c:v>
                </c:pt>
                <c:pt idx="1627">
                  <c:v>-3.0885700000000001E-3</c:v>
                </c:pt>
                <c:pt idx="1628">
                  <c:v>-2.7831800000000001E-3</c:v>
                </c:pt>
                <c:pt idx="1629">
                  <c:v>-2.4777800000000002E-3</c:v>
                </c:pt>
                <c:pt idx="1630">
                  <c:v>-2.1723799999999998E-3</c:v>
                </c:pt>
                <c:pt idx="1631">
                  <c:v>-1.8669800000000001E-3</c:v>
                </c:pt>
                <c:pt idx="1632">
                  <c:v>-1.5615799999999999E-3</c:v>
                </c:pt>
                <c:pt idx="1633">
                  <c:v>-1.2561899999999999E-3</c:v>
                </c:pt>
                <c:pt idx="1634">
                  <c:v>-9.5078899999999995E-4</c:v>
                </c:pt>
                <c:pt idx="1635">
                  <c:v>-6.4539199999999995E-4</c:v>
                </c:pt>
                <c:pt idx="1636">
                  <c:v>-3.3999399999999998E-4</c:v>
                </c:pt>
                <c:pt idx="1637" formatCode="0.00E+00">
                  <c:v>-3.45965E-5</c:v>
                </c:pt>
                <c:pt idx="1638">
                  <c:v>2.7080099999999998E-4</c:v>
                </c:pt>
                <c:pt idx="1639">
                  <c:v>5.76199E-4</c:v>
                </c:pt>
                <c:pt idx="1640">
                  <c:v>8.8159600000000001E-4</c:v>
                </c:pt>
                <c:pt idx="1641">
                  <c:v>1.18699E-3</c:v>
                </c:pt>
                <c:pt idx="1642">
                  <c:v>1.4923899999999999E-3</c:v>
                </c:pt>
                <c:pt idx="1643">
                  <c:v>1.7977900000000001E-3</c:v>
                </c:pt>
                <c:pt idx="1644">
                  <c:v>2.10319E-3</c:v>
                </c:pt>
                <c:pt idx="1645">
                  <c:v>2.40858E-3</c:v>
                </c:pt>
                <c:pt idx="1646">
                  <c:v>2.71398E-3</c:v>
                </c:pt>
                <c:pt idx="1647">
                  <c:v>3.0193799999999999E-3</c:v>
                </c:pt>
                <c:pt idx="1648">
                  <c:v>3.3247799999999998E-3</c:v>
                </c:pt>
                <c:pt idx="1649">
                  <c:v>3.6301699999999998E-3</c:v>
                </c:pt>
                <c:pt idx="1650">
                  <c:v>3.9355700000000002E-3</c:v>
                </c:pt>
                <c:pt idx="1651">
                  <c:v>4.2409700000000002E-3</c:v>
                </c:pt>
                <c:pt idx="1652">
                  <c:v>4.5463700000000001E-3</c:v>
                </c:pt>
                <c:pt idx="1653">
                  <c:v>4.85177E-3</c:v>
                </c:pt>
                <c:pt idx="1654">
                  <c:v>5.15716E-3</c:v>
                </c:pt>
                <c:pt idx="1655">
                  <c:v>5.46256E-3</c:v>
                </c:pt>
                <c:pt idx="1656">
                  <c:v>5.7679599999999999E-3</c:v>
                </c:pt>
                <c:pt idx="1657">
                  <c:v>6.0733599999999999E-3</c:v>
                </c:pt>
                <c:pt idx="1658">
                  <c:v>6.3787499999999999E-3</c:v>
                </c:pt>
                <c:pt idx="1659">
                  <c:v>6.6841499999999998E-3</c:v>
                </c:pt>
                <c:pt idx="1660">
                  <c:v>6.9895499999999998E-3</c:v>
                </c:pt>
                <c:pt idx="1661">
                  <c:v>7.2949499999999997E-3</c:v>
                </c:pt>
                <c:pt idx="1662">
                  <c:v>7.6003399999999997E-3</c:v>
                </c:pt>
                <c:pt idx="1663">
                  <c:v>7.9057399999999996E-3</c:v>
                </c:pt>
                <c:pt idx="1664">
                  <c:v>8.2111400000000005E-3</c:v>
                </c:pt>
                <c:pt idx="1665">
                  <c:v>8.5165399999999995E-3</c:v>
                </c:pt>
                <c:pt idx="1666">
                  <c:v>8.8219300000000004E-3</c:v>
                </c:pt>
                <c:pt idx="1667">
                  <c:v>9.1273299999999995E-3</c:v>
                </c:pt>
                <c:pt idx="1668">
                  <c:v>9.4327300000000003E-3</c:v>
                </c:pt>
                <c:pt idx="1669">
                  <c:v>9.7381299999999994E-3</c:v>
                </c:pt>
                <c:pt idx="1670">
                  <c:v>1.00435E-2</c:v>
                </c:pt>
                <c:pt idx="1671">
                  <c:v>1.0348899999999999E-2</c:v>
                </c:pt>
                <c:pt idx="1672">
                  <c:v>1.06543E-2</c:v>
                </c:pt>
                <c:pt idx="1673">
                  <c:v>1.0959699999999999E-2</c:v>
                </c:pt>
                <c:pt idx="1674">
                  <c:v>1.12651E-2</c:v>
                </c:pt>
                <c:pt idx="1675">
                  <c:v>1.1570499999999999E-2</c:v>
                </c:pt>
                <c:pt idx="1676">
                  <c:v>1.18759E-2</c:v>
                </c:pt>
                <c:pt idx="1677">
                  <c:v>1.2181300000000001E-2</c:v>
                </c:pt>
                <c:pt idx="1678">
                  <c:v>1.24867E-2</c:v>
                </c:pt>
                <c:pt idx="1679">
                  <c:v>1.2792100000000001E-2</c:v>
                </c:pt>
                <c:pt idx="1680">
                  <c:v>1.30975E-2</c:v>
                </c:pt>
                <c:pt idx="1681">
                  <c:v>1.3402900000000001E-2</c:v>
                </c:pt>
                <c:pt idx="1682">
                  <c:v>1.37083E-2</c:v>
                </c:pt>
                <c:pt idx="1683">
                  <c:v>1.40137E-2</c:v>
                </c:pt>
                <c:pt idx="1684">
                  <c:v>1.43191E-2</c:v>
                </c:pt>
                <c:pt idx="1685">
                  <c:v>1.46245E-2</c:v>
                </c:pt>
                <c:pt idx="1686">
                  <c:v>1.4929899999999999E-2</c:v>
                </c:pt>
                <c:pt idx="1687">
                  <c:v>1.52353E-2</c:v>
                </c:pt>
                <c:pt idx="1688">
                  <c:v>1.5540699999999999E-2</c:v>
                </c:pt>
                <c:pt idx="1689">
                  <c:v>1.5846099999999998E-2</c:v>
                </c:pt>
                <c:pt idx="1690">
                  <c:v>1.6151499999999999E-2</c:v>
                </c:pt>
                <c:pt idx="1691">
                  <c:v>1.64569E-2</c:v>
                </c:pt>
                <c:pt idx="1692">
                  <c:v>1.6762300000000001E-2</c:v>
                </c:pt>
                <c:pt idx="1693">
                  <c:v>1.7067700000000002E-2</c:v>
                </c:pt>
                <c:pt idx="1694">
                  <c:v>1.7373099999999999E-2</c:v>
                </c:pt>
                <c:pt idx="1695">
                  <c:v>1.76785E-2</c:v>
                </c:pt>
                <c:pt idx="1696">
                  <c:v>1.7983900000000001E-2</c:v>
                </c:pt>
                <c:pt idx="1697">
                  <c:v>1.8289300000000001E-2</c:v>
                </c:pt>
                <c:pt idx="1698">
                  <c:v>1.8594699999999999E-2</c:v>
                </c:pt>
                <c:pt idx="1699">
                  <c:v>1.89001E-2</c:v>
                </c:pt>
                <c:pt idx="1700">
                  <c:v>1.92055E-2</c:v>
                </c:pt>
                <c:pt idx="1701">
                  <c:v>1.9510900000000001E-2</c:v>
                </c:pt>
                <c:pt idx="1702">
                  <c:v>1.9816199999999999E-2</c:v>
                </c:pt>
                <c:pt idx="1703">
                  <c:v>2.01216E-2</c:v>
                </c:pt>
                <c:pt idx="1704">
                  <c:v>2.0427000000000001E-2</c:v>
                </c:pt>
                <c:pt idx="1705">
                  <c:v>2.0732400000000002E-2</c:v>
                </c:pt>
                <c:pt idx="1706">
                  <c:v>2.1037799999999999E-2</c:v>
                </c:pt>
                <c:pt idx="1707">
                  <c:v>2.13432E-2</c:v>
                </c:pt>
                <c:pt idx="1708">
                  <c:v>2.16486E-2</c:v>
                </c:pt>
                <c:pt idx="1709">
                  <c:v>2.1954000000000001E-2</c:v>
                </c:pt>
                <c:pt idx="1710">
                  <c:v>2.2259399999999999E-2</c:v>
                </c:pt>
                <c:pt idx="1711">
                  <c:v>2.2564799999999999E-2</c:v>
                </c:pt>
                <c:pt idx="1712">
                  <c:v>2.28702E-2</c:v>
                </c:pt>
                <c:pt idx="1713">
                  <c:v>2.3175600000000001E-2</c:v>
                </c:pt>
                <c:pt idx="1714">
                  <c:v>2.3480999999999998E-2</c:v>
                </c:pt>
                <c:pt idx="1715">
                  <c:v>2.3786399999999999E-2</c:v>
                </c:pt>
                <c:pt idx="1716">
                  <c:v>2.40918E-2</c:v>
                </c:pt>
                <c:pt idx="1717">
                  <c:v>2.4397200000000001E-2</c:v>
                </c:pt>
                <c:pt idx="1718">
                  <c:v>2.4702600000000002E-2</c:v>
                </c:pt>
                <c:pt idx="1719">
                  <c:v>2.5007999999999999E-2</c:v>
                </c:pt>
                <c:pt idx="1720">
                  <c:v>2.53134E-2</c:v>
                </c:pt>
                <c:pt idx="1721">
                  <c:v>2.5618800000000001E-2</c:v>
                </c:pt>
                <c:pt idx="1722">
                  <c:v>2.5924200000000001E-2</c:v>
                </c:pt>
                <c:pt idx="1723">
                  <c:v>2.6229599999999999E-2</c:v>
                </c:pt>
                <c:pt idx="1724">
                  <c:v>2.6535E-2</c:v>
                </c:pt>
                <c:pt idx="1725">
                  <c:v>2.68404E-2</c:v>
                </c:pt>
                <c:pt idx="1726">
                  <c:v>2.7145800000000001E-2</c:v>
                </c:pt>
                <c:pt idx="1727">
                  <c:v>2.7451199999999999E-2</c:v>
                </c:pt>
                <c:pt idx="1728">
                  <c:v>2.7756599999999999E-2</c:v>
                </c:pt>
                <c:pt idx="1729">
                  <c:v>2.8062E-2</c:v>
                </c:pt>
                <c:pt idx="1730">
                  <c:v>2.8367400000000001E-2</c:v>
                </c:pt>
                <c:pt idx="1731">
                  <c:v>2.8672799999999998E-2</c:v>
                </c:pt>
                <c:pt idx="1732">
                  <c:v>2.8978199999999999E-2</c:v>
                </c:pt>
                <c:pt idx="1733">
                  <c:v>2.92836E-2</c:v>
                </c:pt>
                <c:pt idx="1734">
                  <c:v>2.9589000000000001E-2</c:v>
                </c:pt>
                <c:pt idx="1735">
                  <c:v>2.9894400000000002E-2</c:v>
                </c:pt>
                <c:pt idx="1736">
                  <c:v>3.0199799999999999E-2</c:v>
                </c:pt>
                <c:pt idx="1737">
                  <c:v>3.05052E-2</c:v>
                </c:pt>
                <c:pt idx="1738">
                  <c:v>3.08106E-2</c:v>
                </c:pt>
                <c:pt idx="1739">
                  <c:v>3.1116000000000001E-2</c:v>
                </c:pt>
                <c:pt idx="1740">
                  <c:v>3.1421400000000002E-2</c:v>
                </c:pt>
                <c:pt idx="1741">
                  <c:v>3.1726799999999999E-2</c:v>
                </c:pt>
                <c:pt idx="1742">
                  <c:v>3.2032199999999997E-2</c:v>
                </c:pt>
                <c:pt idx="1743">
                  <c:v>3.2337600000000001E-2</c:v>
                </c:pt>
                <c:pt idx="1744">
                  <c:v>3.2642900000000002E-2</c:v>
                </c:pt>
                <c:pt idx="1745">
                  <c:v>3.29483E-2</c:v>
                </c:pt>
                <c:pt idx="1746">
                  <c:v>3.3253699999999997E-2</c:v>
                </c:pt>
                <c:pt idx="1747">
                  <c:v>3.3559100000000001E-2</c:v>
                </c:pt>
                <c:pt idx="1748">
                  <c:v>3.3864499999999999E-2</c:v>
                </c:pt>
                <c:pt idx="1749">
                  <c:v>3.4169900000000003E-2</c:v>
                </c:pt>
                <c:pt idx="1750">
                  <c:v>3.44753E-2</c:v>
                </c:pt>
                <c:pt idx="1751">
                  <c:v>3.4780699999999998E-2</c:v>
                </c:pt>
                <c:pt idx="1752">
                  <c:v>3.5086100000000002E-2</c:v>
                </c:pt>
                <c:pt idx="1753">
                  <c:v>3.5391499999999999E-2</c:v>
                </c:pt>
                <c:pt idx="1754">
                  <c:v>3.5696899999999997E-2</c:v>
                </c:pt>
                <c:pt idx="1755">
                  <c:v>3.6002300000000001E-2</c:v>
                </c:pt>
                <c:pt idx="1756">
                  <c:v>3.6307699999999998E-2</c:v>
                </c:pt>
                <c:pt idx="1757">
                  <c:v>3.6613100000000003E-2</c:v>
                </c:pt>
                <c:pt idx="1758">
                  <c:v>3.69185E-2</c:v>
                </c:pt>
                <c:pt idx="1759">
                  <c:v>3.7223899999999997E-2</c:v>
                </c:pt>
                <c:pt idx="1760">
                  <c:v>3.7529300000000002E-2</c:v>
                </c:pt>
                <c:pt idx="1761">
                  <c:v>3.7834699999999999E-2</c:v>
                </c:pt>
                <c:pt idx="1762">
                  <c:v>3.8140100000000003E-2</c:v>
                </c:pt>
                <c:pt idx="1763">
                  <c:v>3.8445500000000001E-2</c:v>
                </c:pt>
                <c:pt idx="1764">
                  <c:v>3.8750899999999998E-2</c:v>
                </c:pt>
                <c:pt idx="1765">
                  <c:v>3.9056300000000002E-2</c:v>
                </c:pt>
                <c:pt idx="1766">
                  <c:v>3.9361699999999999E-2</c:v>
                </c:pt>
                <c:pt idx="1767">
                  <c:v>3.9667099999999997E-2</c:v>
                </c:pt>
                <c:pt idx="1768">
                  <c:v>3.9972500000000001E-2</c:v>
                </c:pt>
                <c:pt idx="1769">
                  <c:v>4.0277899999999998E-2</c:v>
                </c:pt>
                <c:pt idx="1770">
                  <c:v>4.0583300000000003E-2</c:v>
                </c:pt>
                <c:pt idx="1771">
                  <c:v>4.08887E-2</c:v>
                </c:pt>
                <c:pt idx="1772">
                  <c:v>4.1194099999999997E-2</c:v>
                </c:pt>
                <c:pt idx="1773">
                  <c:v>4.1499500000000002E-2</c:v>
                </c:pt>
                <c:pt idx="1774">
                  <c:v>4.1804899999999999E-2</c:v>
                </c:pt>
                <c:pt idx="1775">
                  <c:v>4.2110300000000003E-2</c:v>
                </c:pt>
                <c:pt idx="1776">
                  <c:v>4.2415700000000001E-2</c:v>
                </c:pt>
                <c:pt idx="1777">
                  <c:v>4.2721099999999998E-2</c:v>
                </c:pt>
                <c:pt idx="1778">
                  <c:v>4.3026500000000002E-2</c:v>
                </c:pt>
                <c:pt idx="1779">
                  <c:v>4.33319E-2</c:v>
                </c:pt>
                <c:pt idx="1780">
                  <c:v>4.3637299999999997E-2</c:v>
                </c:pt>
                <c:pt idx="1781">
                  <c:v>4.3942700000000001E-2</c:v>
                </c:pt>
                <c:pt idx="1782">
                  <c:v>4.4248099999999999E-2</c:v>
                </c:pt>
                <c:pt idx="1783">
                  <c:v>4.4553500000000003E-2</c:v>
                </c:pt>
                <c:pt idx="1784">
                  <c:v>4.48589E-2</c:v>
                </c:pt>
                <c:pt idx="1785">
                  <c:v>4.5164299999999998E-2</c:v>
                </c:pt>
                <c:pt idx="1786">
                  <c:v>4.5469599999999999E-2</c:v>
                </c:pt>
                <c:pt idx="1787">
                  <c:v>4.5775000000000003E-2</c:v>
                </c:pt>
                <c:pt idx="1788">
                  <c:v>4.6080400000000001E-2</c:v>
                </c:pt>
                <c:pt idx="1789">
                  <c:v>4.6385799999999998E-2</c:v>
                </c:pt>
                <c:pt idx="1790">
                  <c:v>4.6691200000000002E-2</c:v>
                </c:pt>
                <c:pt idx="1791">
                  <c:v>4.6996599999999999E-2</c:v>
                </c:pt>
                <c:pt idx="1792">
                  <c:v>4.7301999999999997E-2</c:v>
                </c:pt>
                <c:pt idx="1793">
                  <c:v>4.7607400000000001E-2</c:v>
                </c:pt>
                <c:pt idx="1794">
                  <c:v>4.7912799999999998E-2</c:v>
                </c:pt>
                <c:pt idx="1795">
                  <c:v>4.8218200000000003E-2</c:v>
                </c:pt>
                <c:pt idx="1796">
                  <c:v>4.85236E-2</c:v>
                </c:pt>
                <c:pt idx="1797">
                  <c:v>4.8828999999999997E-2</c:v>
                </c:pt>
                <c:pt idx="1798">
                  <c:v>4.9134400000000002E-2</c:v>
                </c:pt>
                <c:pt idx="1799">
                  <c:v>4.9439799999999999E-2</c:v>
                </c:pt>
                <c:pt idx="1800">
                  <c:v>4.9745200000000003E-2</c:v>
                </c:pt>
                <c:pt idx="1801">
                  <c:v>5.0050600000000001E-2</c:v>
                </c:pt>
                <c:pt idx="1802">
                  <c:v>5.0355999999999998E-2</c:v>
                </c:pt>
                <c:pt idx="1803">
                  <c:v>5.0661400000000002E-2</c:v>
                </c:pt>
                <c:pt idx="1804">
                  <c:v>5.09668E-2</c:v>
                </c:pt>
                <c:pt idx="1805">
                  <c:v>5.1272199999999997E-2</c:v>
                </c:pt>
                <c:pt idx="1806">
                  <c:v>5.1577600000000001E-2</c:v>
                </c:pt>
                <c:pt idx="1807">
                  <c:v>5.1882999999999999E-2</c:v>
                </c:pt>
                <c:pt idx="1808">
                  <c:v>5.2188400000000003E-2</c:v>
                </c:pt>
                <c:pt idx="1809">
                  <c:v>5.24938E-2</c:v>
                </c:pt>
                <c:pt idx="1810">
                  <c:v>5.2799199999999998E-2</c:v>
                </c:pt>
                <c:pt idx="1811">
                  <c:v>5.3104600000000002E-2</c:v>
                </c:pt>
                <c:pt idx="1812">
                  <c:v>5.3409999999999999E-2</c:v>
                </c:pt>
                <c:pt idx="1813">
                  <c:v>5.3715400000000003E-2</c:v>
                </c:pt>
                <c:pt idx="1814">
                  <c:v>5.4020800000000001E-2</c:v>
                </c:pt>
                <c:pt idx="1815">
                  <c:v>5.4326199999999998E-2</c:v>
                </c:pt>
                <c:pt idx="1816">
                  <c:v>5.4631600000000002E-2</c:v>
                </c:pt>
                <c:pt idx="1817">
                  <c:v>5.4937E-2</c:v>
                </c:pt>
                <c:pt idx="1818">
                  <c:v>5.5242399999999997E-2</c:v>
                </c:pt>
                <c:pt idx="1819">
                  <c:v>5.5547800000000001E-2</c:v>
                </c:pt>
                <c:pt idx="1820">
                  <c:v>5.5853199999999999E-2</c:v>
                </c:pt>
                <c:pt idx="1821">
                  <c:v>5.6158600000000003E-2</c:v>
                </c:pt>
                <c:pt idx="1822">
                  <c:v>5.6464E-2</c:v>
                </c:pt>
                <c:pt idx="1823">
                  <c:v>5.6769399999999998E-2</c:v>
                </c:pt>
                <c:pt idx="1824">
                  <c:v>5.7074800000000002E-2</c:v>
                </c:pt>
                <c:pt idx="1825">
                  <c:v>5.7380199999999999E-2</c:v>
                </c:pt>
                <c:pt idx="1826">
                  <c:v>5.7685599999999997E-2</c:v>
                </c:pt>
                <c:pt idx="1827">
                  <c:v>5.7991000000000001E-2</c:v>
                </c:pt>
                <c:pt idx="1828">
                  <c:v>5.8296300000000002E-2</c:v>
                </c:pt>
                <c:pt idx="1829">
                  <c:v>5.86017E-2</c:v>
                </c:pt>
                <c:pt idx="1830">
                  <c:v>5.8907099999999997E-2</c:v>
                </c:pt>
                <c:pt idx="1831">
                  <c:v>5.9212500000000001E-2</c:v>
                </c:pt>
                <c:pt idx="1832">
                  <c:v>5.9517899999999999E-2</c:v>
                </c:pt>
                <c:pt idx="1833">
                  <c:v>5.9823300000000003E-2</c:v>
                </c:pt>
                <c:pt idx="1834">
                  <c:v>6.01287E-2</c:v>
                </c:pt>
                <c:pt idx="1835">
                  <c:v>6.0434099999999998E-2</c:v>
                </c:pt>
                <c:pt idx="1836">
                  <c:v>6.0739500000000002E-2</c:v>
                </c:pt>
                <c:pt idx="1837">
                  <c:v>6.1044899999999999E-2</c:v>
                </c:pt>
                <c:pt idx="1838">
                  <c:v>6.1350300000000003E-2</c:v>
                </c:pt>
                <c:pt idx="1839">
                  <c:v>6.1655700000000001E-2</c:v>
                </c:pt>
                <c:pt idx="1840">
                  <c:v>6.1961099999999998E-2</c:v>
                </c:pt>
                <c:pt idx="1841">
                  <c:v>6.2266500000000002E-2</c:v>
                </c:pt>
                <c:pt idx="1842">
                  <c:v>6.25719E-2</c:v>
                </c:pt>
                <c:pt idx="1843">
                  <c:v>6.2877299999999997E-2</c:v>
                </c:pt>
                <c:pt idx="1844">
                  <c:v>6.3182699999999994E-2</c:v>
                </c:pt>
                <c:pt idx="1845">
                  <c:v>6.3488100000000006E-2</c:v>
                </c:pt>
                <c:pt idx="1846">
                  <c:v>6.3793500000000003E-2</c:v>
                </c:pt>
                <c:pt idx="1847">
                  <c:v>6.40989E-2</c:v>
                </c:pt>
                <c:pt idx="1848">
                  <c:v>6.4404299999999998E-2</c:v>
                </c:pt>
                <c:pt idx="1849">
                  <c:v>6.4709699999999995E-2</c:v>
                </c:pt>
                <c:pt idx="1850">
                  <c:v>6.5015100000000006E-2</c:v>
                </c:pt>
                <c:pt idx="1851">
                  <c:v>6.5320500000000004E-2</c:v>
                </c:pt>
                <c:pt idx="1852">
                  <c:v>6.5625900000000001E-2</c:v>
                </c:pt>
                <c:pt idx="1853">
                  <c:v>6.5931299999999998E-2</c:v>
                </c:pt>
                <c:pt idx="1854">
                  <c:v>6.6236699999999996E-2</c:v>
                </c:pt>
                <c:pt idx="1855">
                  <c:v>6.6542100000000007E-2</c:v>
                </c:pt>
                <c:pt idx="1856">
                  <c:v>6.6847500000000004E-2</c:v>
                </c:pt>
                <c:pt idx="1857">
                  <c:v>6.7152900000000001E-2</c:v>
                </c:pt>
                <c:pt idx="1858">
                  <c:v>6.7458299999999999E-2</c:v>
                </c:pt>
                <c:pt idx="1859">
                  <c:v>6.7763699999999996E-2</c:v>
                </c:pt>
                <c:pt idx="1860">
                  <c:v>6.8069099999999993E-2</c:v>
                </c:pt>
                <c:pt idx="1861">
                  <c:v>6.8374500000000005E-2</c:v>
                </c:pt>
                <c:pt idx="1862">
                  <c:v>6.8679900000000002E-2</c:v>
                </c:pt>
                <c:pt idx="1863">
                  <c:v>6.8985299999999999E-2</c:v>
                </c:pt>
                <c:pt idx="1864">
                  <c:v>6.9290699999999997E-2</c:v>
                </c:pt>
                <c:pt idx="1865">
                  <c:v>6.9596099999999994E-2</c:v>
                </c:pt>
                <c:pt idx="1866">
                  <c:v>6.9901500000000005E-2</c:v>
                </c:pt>
                <c:pt idx="1867">
                  <c:v>7.0206900000000003E-2</c:v>
                </c:pt>
                <c:pt idx="1868">
                  <c:v>7.05123E-2</c:v>
                </c:pt>
                <c:pt idx="1869">
                  <c:v>7.0817699999999997E-2</c:v>
                </c:pt>
                <c:pt idx="1870">
                  <c:v>7.1123000000000006E-2</c:v>
                </c:pt>
                <c:pt idx="1871">
                  <c:v>7.1428400000000003E-2</c:v>
                </c:pt>
                <c:pt idx="1872">
                  <c:v>7.17338E-2</c:v>
                </c:pt>
                <c:pt idx="1873">
                  <c:v>7.2039199999999998E-2</c:v>
                </c:pt>
                <c:pt idx="1874">
                  <c:v>7.2344599999999995E-2</c:v>
                </c:pt>
                <c:pt idx="1875">
                  <c:v>7.2650000000000006E-2</c:v>
                </c:pt>
                <c:pt idx="1876">
                  <c:v>7.2955400000000004E-2</c:v>
                </c:pt>
                <c:pt idx="1877">
                  <c:v>7.3260800000000001E-2</c:v>
                </c:pt>
                <c:pt idx="1878">
                  <c:v>7.3566199999999998E-2</c:v>
                </c:pt>
                <c:pt idx="1879">
                  <c:v>7.3871599999999996E-2</c:v>
                </c:pt>
                <c:pt idx="1880">
                  <c:v>7.4177000000000007E-2</c:v>
                </c:pt>
                <c:pt idx="1881">
                  <c:v>7.4482400000000004E-2</c:v>
                </c:pt>
                <c:pt idx="1882">
                  <c:v>7.4787800000000001E-2</c:v>
                </c:pt>
                <c:pt idx="1883">
                  <c:v>7.5093199999999999E-2</c:v>
                </c:pt>
                <c:pt idx="1884">
                  <c:v>7.5398599999999996E-2</c:v>
                </c:pt>
                <c:pt idx="1885">
                  <c:v>7.5703999999999994E-2</c:v>
                </c:pt>
                <c:pt idx="1886">
                  <c:v>7.6009400000000005E-2</c:v>
                </c:pt>
                <c:pt idx="1887">
                  <c:v>7.6314800000000002E-2</c:v>
                </c:pt>
                <c:pt idx="1888">
                  <c:v>7.6620199999999999E-2</c:v>
                </c:pt>
                <c:pt idx="1889">
                  <c:v>7.6925599999999997E-2</c:v>
                </c:pt>
                <c:pt idx="1890">
                  <c:v>7.7230999999999994E-2</c:v>
                </c:pt>
                <c:pt idx="1891">
                  <c:v>7.7536400000000005E-2</c:v>
                </c:pt>
                <c:pt idx="1892">
                  <c:v>7.7841800000000003E-2</c:v>
                </c:pt>
                <c:pt idx="1893">
                  <c:v>7.81472E-2</c:v>
                </c:pt>
                <c:pt idx="1894">
                  <c:v>7.8452599999999997E-2</c:v>
                </c:pt>
                <c:pt idx="1895">
                  <c:v>7.8757999999999995E-2</c:v>
                </c:pt>
                <c:pt idx="1896">
                  <c:v>7.9063400000000006E-2</c:v>
                </c:pt>
                <c:pt idx="1897">
                  <c:v>7.9368800000000003E-2</c:v>
                </c:pt>
                <c:pt idx="1898">
                  <c:v>7.9674200000000001E-2</c:v>
                </c:pt>
                <c:pt idx="1899">
                  <c:v>7.9979599999999998E-2</c:v>
                </c:pt>
                <c:pt idx="1900">
                  <c:v>8.0284999999999995E-2</c:v>
                </c:pt>
                <c:pt idx="1901">
                  <c:v>8.0590400000000006E-2</c:v>
                </c:pt>
                <c:pt idx="1902">
                  <c:v>8.0895800000000004E-2</c:v>
                </c:pt>
                <c:pt idx="1903">
                  <c:v>8.1201200000000001E-2</c:v>
                </c:pt>
                <c:pt idx="1904">
                  <c:v>8.1506599999999998E-2</c:v>
                </c:pt>
                <c:pt idx="1905">
                  <c:v>8.1811999999999996E-2</c:v>
                </c:pt>
                <c:pt idx="1906">
                  <c:v>8.2117399999999993E-2</c:v>
                </c:pt>
                <c:pt idx="1907">
                  <c:v>8.2422800000000004E-2</c:v>
                </c:pt>
                <c:pt idx="1908">
                  <c:v>8.2728200000000002E-2</c:v>
                </c:pt>
                <c:pt idx="1909">
                  <c:v>8.3033599999999999E-2</c:v>
                </c:pt>
                <c:pt idx="1910">
                  <c:v>8.3338999999999996E-2</c:v>
                </c:pt>
                <c:pt idx="1911">
                  <c:v>8.3644399999999994E-2</c:v>
                </c:pt>
                <c:pt idx="1912">
                  <c:v>8.3949700000000002E-2</c:v>
                </c:pt>
                <c:pt idx="1913">
                  <c:v>8.4255099999999999E-2</c:v>
                </c:pt>
                <c:pt idx="1914">
                  <c:v>8.4560499999999997E-2</c:v>
                </c:pt>
                <c:pt idx="1915">
                  <c:v>8.4865899999999994E-2</c:v>
                </c:pt>
                <c:pt idx="1916">
                  <c:v>8.5171300000000005E-2</c:v>
                </c:pt>
                <c:pt idx="1917">
                  <c:v>8.5476700000000003E-2</c:v>
                </c:pt>
                <c:pt idx="1918">
                  <c:v>8.57821E-2</c:v>
                </c:pt>
                <c:pt idx="1919">
                  <c:v>8.6087499999999997E-2</c:v>
                </c:pt>
                <c:pt idx="1920">
                  <c:v>8.6392899999999995E-2</c:v>
                </c:pt>
                <c:pt idx="1921">
                  <c:v>8.6698300000000006E-2</c:v>
                </c:pt>
                <c:pt idx="1922">
                  <c:v>8.7003700000000003E-2</c:v>
                </c:pt>
                <c:pt idx="1923">
                  <c:v>8.7309100000000001E-2</c:v>
                </c:pt>
                <c:pt idx="1924">
                  <c:v>8.7614499999999998E-2</c:v>
                </c:pt>
                <c:pt idx="1925">
                  <c:v>8.7919899999999995E-2</c:v>
                </c:pt>
                <c:pt idx="1926">
                  <c:v>8.8225300000000006E-2</c:v>
                </c:pt>
                <c:pt idx="1927">
                  <c:v>8.8530700000000004E-2</c:v>
                </c:pt>
                <c:pt idx="1928">
                  <c:v>8.8836100000000001E-2</c:v>
                </c:pt>
                <c:pt idx="1929">
                  <c:v>8.9141499999999999E-2</c:v>
                </c:pt>
                <c:pt idx="1930">
                  <c:v>8.9446899999999996E-2</c:v>
                </c:pt>
                <c:pt idx="1931">
                  <c:v>8.9752299999999993E-2</c:v>
                </c:pt>
                <c:pt idx="1932">
                  <c:v>9.0057700000000004E-2</c:v>
                </c:pt>
                <c:pt idx="1933">
                  <c:v>9.0363100000000002E-2</c:v>
                </c:pt>
                <c:pt idx="1934">
                  <c:v>9.0668499999999999E-2</c:v>
                </c:pt>
                <c:pt idx="1935">
                  <c:v>9.0973899999999996E-2</c:v>
                </c:pt>
                <c:pt idx="1936">
                  <c:v>9.1279299999999994E-2</c:v>
                </c:pt>
                <c:pt idx="1937">
                  <c:v>9.1584700000000005E-2</c:v>
                </c:pt>
                <c:pt idx="1938">
                  <c:v>9.1890100000000002E-2</c:v>
                </c:pt>
                <c:pt idx="1939">
                  <c:v>9.21955E-2</c:v>
                </c:pt>
                <c:pt idx="1940">
                  <c:v>9.2500899999999997E-2</c:v>
                </c:pt>
                <c:pt idx="1941">
                  <c:v>9.2806299999999994E-2</c:v>
                </c:pt>
                <c:pt idx="1942">
                  <c:v>9.3111700000000006E-2</c:v>
                </c:pt>
                <c:pt idx="1943">
                  <c:v>9.3417100000000003E-2</c:v>
                </c:pt>
                <c:pt idx="1944">
                  <c:v>9.37225E-2</c:v>
                </c:pt>
                <c:pt idx="1945">
                  <c:v>9.4027899999999998E-2</c:v>
                </c:pt>
                <c:pt idx="1946">
                  <c:v>9.4333299999999995E-2</c:v>
                </c:pt>
                <c:pt idx="1947">
                  <c:v>9.4638700000000006E-2</c:v>
                </c:pt>
                <c:pt idx="1948">
                  <c:v>9.4944100000000003E-2</c:v>
                </c:pt>
                <c:pt idx="1949">
                  <c:v>9.5249500000000001E-2</c:v>
                </c:pt>
                <c:pt idx="1950">
                  <c:v>9.5554899999999998E-2</c:v>
                </c:pt>
                <c:pt idx="1951">
                  <c:v>9.5860299999999996E-2</c:v>
                </c:pt>
                <c:pt idx="1952">
                  <c:v>9.6165700000000007E-2</c:v>
                </c:pt>
                <c:pt idx="1953">
                  <c:v>9.6471100000000004E-2</c:v>
                </c:pt>
                <c:pt idx="1954">
                  <c:v>9.6776399999999999E-2</c:v>
                </c:pt>
                <c:pt idx="1955">
                  <c:v>9.7081799999999996E-2</c:v>
                </c:pt>
                <c:pt idx="1956">
                  <c:v>9.7387199999999993E-2</c:v>
                </c:pt>
                <c:pt idx="1957">
                  <c:v>9.7692600000000004E-2</c:v>
                </c:pt>
                <c:pt idx="1958">
                  <c:v>9.7998000000000002E-2</c:v>
                </c:pt>
                <c:pt idx="1959">
                  <c:v>9.8303399999999999E-2</c:v>
                </c:pt>
                <c:pt idx="1960">
                  <c:v>9.8608799999999996E-2</c:v>
                </c:pt>
                <c:pt idx="1961">
                  <c:v>9.8914199999999994E-2</c:v>
                </c:pt>
                <c:pt idx="1962">
                  <c:v>9.9219600000000005E-2</c:v>
                </c:pt>
                <c:pt idx="1963">
                  <c:v>9.9525000000000002E-2</c:v>
                </c:pt>
                <c:pt idx="1964">
                  <c:v>9.98304E-2</c:v>
                </c:pt>
                <c:pt idx="1965">
                  <c:v>0.100136</c:v>
                </c:pt>
                <c:pt idx="1966">
                  <c:v>0.100441</c:v>
                </c:pt>
                <c:pt idx="1967">
                  <c:v>0.100747</c:v>
                </c:pt>
                <c:pt idx="1968">
                  <c:v>0.101052</c:v>
                </c:pt>
                <c:pt idx="1969">
                  <c:v>0.101357</c:v>
                </c:pt>
                <c:pt idx="1970">
                  <c:v>0.101663</c:v>
                </c:pt>
                <c:pt idx="1971">
                  <c:v>0.101968</c:v>
                </c:pt>
                <c:pt idx="1972">
                  <c:v>0.102274</c:v>
                </c:pt>
                <c:pt idx="1973">
                  <c:v>0.102579</c:v>
                </c:pt>
                <c:pt idx="1974">
                  <c:v>0.102884</c:v>
                </c:pt>
                <c:pt idx="1975">
                  <c:v>0.10319</c:v>
                </c:pt>
                <c:pt idx="1976">
                  <c:v>0.103495</c:v>
                </c:pt>
                <c:pt idx="1977">
                  <c:v>0.103801</c:v>
                </c:pt>
                <c:pt idx="1978">
                  <c:v>0.104106</c:v>
                </c:pt>
                <c:pt idx="1979">
                  <c:v>0.104411</c:v>
                </c:pt>
                <c:pt idx="1980">
                  <c:v>0.104717</c:v>
                </c:pt>
                <c:pt idx="1981">
                  <c:v>0.105022</c:v>
                </c:pt>
                <c:pt idx="1982">
                  <c:v>0.105328</c:v>
                </c:pt>
                <c:pt idx="1983">
                  <c:v>0.105633</c:v>
                </c:pt>
                <c:pt idx="1984">
                  <c:v>0.105938</c:v>
                </c:pt>
                <c:pt idx="1985">
                  <c:v>0.10624400000000001</c:v>
                </c:pt>
                <c:pt idx="1986">
                  <c:v>0.106549</c:v>
                </c:pt>
                <c:pt idx="1987">
                  <c:v>0.10685500000000001</c:v>
                </c:pt>
                <c:pt idx="1988">
                  <c:v>0.10716000000000001</c:v>
                </c:pt>
                <c:pt idx="1989">
                  <c:v>0.107465</c:v>
                </c:pt>
                <c:pt idx="1990">
                  <c:v>0.10777100000000001</c:v>
                </c:pt>
                <c:pt idx="1991">
                  <c:v>0.10807600000000001</c:v>
                </c:pt>
                <c:pt idx="1992">
                  <c:v>0.10838200000000001</c:v>
                </c:pt>
                <c:pt idx="1993">
                  <c:v>0.10868700000000001</c:v>
                </c:pt>
                <c:pt idx="1994">
                  <c:v>0.10899200000000001</c:v>
                </c:pt>
                <c:pt idx="1995">
                  <c:v>0.10929800000000001</c:v>
                </c:pt>
                <c:pt idx="1996">
                  <c:v>0.10960300000000001</c:v>
                </c:pt>
                <c:pt idx="1997">
                  <c:v>0.10990900000000001</c:v>
                </c:pt>
                <c:pt idx="1998">
                  <c:v>0.11021400000000001</c:v>
                </c:pt>
                <c:pt idx="1999">
                  <c:v>0.11051900000000001</c:v>
                </c:pt>
                <c:pt idx="2000">
                  <c:v>0.11082500000000001</c:v>
                </c:pt>
                <c:pt idx="2001">
                  <c:v>0.11113000000000001</c:v>
                </c:pt>
                <c:pt idx="2002">
                  <c:v>0.11143599999999999</c:v>
                </c:pt>
                <c:pt idx="2003">
                  <c:v>0.11174099999999999</c:v>
                </c:pt>
                <c:pt idx="2004">
                  <c:v>0.11204600000000001</c:v>
                </c:pt>
                <c:pt idx="2005">
                  <c:v>0.11235199999999999</c:v>
                </c:pt>
                <c:pt idx="2006">
                  <c:v>0.11265699999999999</c:v>
                </c:pt>
                <c:pt idx="2007">
                  <c:v>0.11296299999999999</c:v>
                </c:pt>
                <c:pt idx="2008">
                  <c:v>0.11326799999999999</c:v>
                </c:pt>
                <c:pt idx="2009">
                  <c:v>0.11357299999999999</c:v>
                </c:pt>
                <c:pt idx="2010">
                  <c:v>0.11387899999999999</c:v>
                </c:pt>
                <c:pt idx="2011">
                  <c:v>0.11418399999999999</c:v>
                </c:pt>
                <c:pt idx="2012">
                  <c:v>0.11448999999999999</c:v>
                </c:pt>
                <c:pt idx="2013">
                  <c:v>0.11479499999999999</c:v>
                </c:pt>
                <c:pt idx="2014">
                  <c:v>0.11509999999999999</c:v>
                </c:pt>
                <c:pt idx="2015">
                  <c:v>0.11540599999999999</c:v>
                </c:pt>
                <c:pt idx="2016">
                  <c:v>0.11571099999999999</c:v>
                </c:pt>
                <c:pt idx="2017">
                  <c:v>0.11601599999999999</c:v>
                </c:pt>
                <c:pt idx="2018">
                  <c:v>0.11632199999999999</c:v>
                </c:pt>
                <c:pt idx="2019">
                  <c:v>0.11662699999999999</c:v>
                </c:pt>
                <c:pt idx="2020">
                  <c:v>0.116933</c:v>
                </c:pt>
                <c:pt idx="2021">
                  <c:v>0.11723799999999999</c:v>
                </c:pt>
                <c:pt idx="2022">
                  <c:v>0.11754299999999999</c:v>
                </c:pt>
                <c:pt idx="2023">
                  <c:v>0.117849</c:v>
                </c:pt>
                <c:pt idx="2024">
                  <c:v>0.118154</c:v>
                </c:pt>
                <c:pt idx="2025">
                  <c:v>0.11846</c:v>
                </c:pt>
                <c:pt idx="2026">
                  <c:v>0.118765</c:v>
                </c:pt>
                <c:pt idx="2027">
                  <c:v>0.11907</c:v>
                </c:pt>
                <c:pt idx="2028">
                  <c:v>0.119376</c:v>
                </c:pt>
                <c:pt idx="2029">
                  <c:v>0.119681</c:v>
                </c:pt>
                <c:pt idx="2030">
                  <c:v>0.119987</c:v>
                </c:pt>
                <c:pt idx="2031">
                  <c:v>0.120292</c:v>
                </c:pt>
                <c:pt idx="2032">
                  <c:v>0.120597</c:v>
                </c:pt>
                <c:pt idx="2033">
                  <c:v>0.120903</c:v>
                </c:pt>
                <c:pt idx="2034">
                  <c:v>0.121208</c:v>
                </c:pt>
                <c:pt idx="2035">
                  <c:v>0.121514</c:v>
                </c:pt>
                <c:pt idx="2036">
                  <c:v>0.121819</c:v>
                </c:pt>
                <c:pt idx="2037">
                  <c:v>0.122124</c:v>
                </c:pt>
                <c:pt idx="2038">
                  <c:v>0.12243</c:v>
                </c:pt>
                <c:pt idx="2039">
                  <c:v>0.122735</c:v>
                </c:pt>
                <c:pt idx="2040">
                  <c:v>0.123041</c:v>
                </c:pt>
                <c:pt idx="2041">
                  <c:v>0.123346</c:v>
                </c:pt>
                <c:pt idx="2042">
                  <c:v>0.123651</c:v>
                </c:pt>
                <c:pt idx="2043">
                  <c:v>0.123957</c:v>
                </c:pt>
                <c:pt idx="2044">
                  <c:v>0.124262</c:v>
                </c:pt>
                <c:pt idx="2045">
                  <c:v>0.124568</c:v>
                </c:pt>
                <c:pt idx="2046">
                  <c:v>0.124873</c:v>
                </c:pt>
                <c:pt idx="2047">
                  <c:v>0.12517800000000001</c:v>
                </c:pt>
                <c:pt idx="2048">
                  <c:v>0.12548400000000001</c:v>
                </c:pt>
                <c:pt idx="2049">
                  <c:v>0.12578900000000001</c:v>
                </c:pt>
                <c:pt idx="2050">
                  <c:v>0.12609500000000001</c:v>
                </c:pt>
                <c:pt idx="2051">
                  <c:v>0.12640000000000001</c:v>
                </c:pt>
                <c:pt idx="2052">
                  <c:v>0.12670500000000001</c:v>
                </c:pt>
                <c:pt idx="2053">
                  <c:v>0.12701100000000001</c:v>
                </c:pt>
                <c:pt idx="2054">
                  <c:v>0.12731600000000001</c:v>
                </c:pt>
                <c:pt idx="2055">
                  <c:v>0.12762200000000001</c:v>
                </c:pt>
                <c:pt idx="2056">
                  <c:v>0.12792700000000001</c:v>
                </c:pt>
                <c:pt idx="2057">
                  <c:v>0.12823200000000001</c:v>
                </c:pt>
                <c:pt idx="2058">
                  <c:v>0.12853800000000001</c:v>
                </c:pt>
                <c:pt idx="2059">
                  <c:v>0.12884300000000001</c:v>
                </c:pt>
                <c:pt idx="2060">
                  <c:v>0.12914900000000001</c:v>
                </c:pt>
                <c:pt idx="2061">
                  <c:v>0.12945400000000001</c:v>
                </c:pt>
                <c:pt idx="2062">
                  <c:v>0.12975900000000001</c:v>
                </c:pt>
                <c:pt idx="2063">
                  <c:v>0.13006499999999999</c:v>
                </c:pt>
                <c:pt idx="2064">
                  <c:v>0.13037000000000001</c:v>
                </c:pt>
                <c:pt idx="2065">
                  <c:v>0.13067599999999999</c:v>
                </c:pt>
                <c:pt idx="2066">
                  <c:v>0.13098099999999999</c:v>
                </c:pt>
                <c:pt idx="2067">
                  <c:v>0.13128600000000001</c:v>
                </c:pt>
                <c:pt idx="2068">
                  <c:v>0.13159199999999999</c:v>
                </c:pt>
                <c:pt idx="2069">
                  <c:v>0.13189699999999999</c:v>
                </c:pt>
                <c:pt idx="2070">
                  <c:v>0.13220299999999999</c:v>
                </c:pt>
                <c:pt idx="2071">
                  <c:v>0.13250799999999999</c:v>
                </c:pt>
                <c:pt idx="2072">
                  <c:v>0.13281299999999999</c:v>
                </c:pt>
                <c:pt idx="2073">
                  <c:v>0.13311899999999999</c:v>
                </c:pt>
                <c:pt idx="2074">
                  <c:v>0.13342399999999999</c:v>
                </c:pt>
                <c:pt idx="2075">
                  <c:v>0.13372999999999999</c:v>
                </c:pt>
                <c:pt idx="2076">
                  <c:v>0.13403499999999999</c:v>
                </c:pt>
                <c:pt idx="2077">
                  <c:v>0.13433999999999999</c:v>
                </c:pt>
                <c:pt idx="2078">
                  <c:v>0.13464599999999999</c:v>
                </c:pt>
                <c:pt idx="2079">
                  <c:v>0.13495099999999999</c:v>
                </c:pt>
                <c:pt idx="2080">
                  <c:v>0.13525699999999999</c:v>
                </c:pt>
                <c:pt idx="2081">
                  <c:v>0.13556199999999999</c:v>
                </c:pt>
                <c:pt idx="2082">
                  <c:v>0.13586699999999999</c:v>
                </c:pt>
                <c:pt idx="2083">
                  <c:v>0.13617299999999999</c:v>
                </c:pt>
                <c:pt idx="2084">
                  <c:v>0.13647799999999999</c:v>
                </c:pt>
                <c:pt idx="2085">
                  <c:v>0.13678399999999999</c:v>
                </c:pt>
                <c:pt idx="2086">
                  <c:v>0.13708899999999999</c:v>
                </c:pt>
                <c:pt idx="2087">
                  <c:v>0.13739399999999999</c:v>
                </c:pt>
                <c:pt idx="2088">
                  <c:v>0.13769999999999999</c:v>
                </c:pt>
                <c:pt idx="2089">
                  <c:v>0.13800499999999999</c:v>
                </c:pt>
                <c:pt idx="2090">
                  <c:v>0.13831099999999999</c:v>
                </c:pt>
                <c:pt idx="2091">
                  <c:v>0.13861599999999999</c:v>
                </c:pt>
                <c:pt idx="2092">
                  <c:v>0.13892099999999999</c:v>
                </c:pt>
                <c:pt idx="2093">
                  <c:v>0.13922699999999999</c:v>
                </c:pt>
                <c:pt idx="2094">
                  <c:v>0.13953199999999999</c:v>
                </c:pt>
                <c:pt idx="2095">
                  <c:v>0.13983799999999999</c:v>
                </c:pt>
                <c:pt idx="2096">
                  <c:v>0.14014299999999999</c:v>
                </c:pt>
                <c:pt idx="2097">
                  <c:v>0.14044799999999999</c:v>
                </c:pt>
                <c:pt idx="2098">
                  <c:v>0.14075399999999999</c:v>
                </c:pt>
                <c:pt idx="2099">
                  <c:v>0.14105899999999999</c:v>
                </c:pt>
                <c:pt idx="2100">
                  <c:v>0.14136499999999999</c:v>
                </c:pt>
                <c:pt idx="2101">
                  <c:v>0.14166999999999999</c:v>
                </c:pt>
                <c:pt idx="2102">
                  <c:v>0.14197499999999999</c:v>
                </c:pt>
                <c:pt idx="2103">
                  <c:v>0.14228099999999999</c:v>
                </c:pt>
                <c:pt idx="2104">
                  <c:v>0.14258599999999999</c:v>
                </c:pt>
                <c:pt idx="2105">
                  <c:v>0.14289099999999999</c:v>
                </c:pt>
                <c:pt idx="2106">
                  <c:v>0.14319699999999999</c:v>
                </c:pt>
                <c:pt idx="2107">
                  <c:v>0.14350199999999999</c:v>
                </c:pt>
                <c:pt idx="2108">
                  <c:v>0.14380799999999999</c:v>
                </c:pt>
                <c:pt idx="2109">
                  <c:v>0.14411299999999999</c:v>
                </c:pt>
                <c:pt idx="2110">
                  <c:v>0.14441799999999999</c:v>
                </c:pt>
                <c:pt idx="2111">
                  <c:v>0.14472399999999999</c:v>
                </c:pt>
                <c:pt idx="2112">
                  <c:v>0.14502899999999999</c:v>
                </c:pt>
                <c:pt idx="2113">
                  <c:v>0.14533499999999999</c:v>
                </c:pt>
                <c:pt idx="2114">
                  <c:v>0.14563999999999999</c:v>
                </c:pt>
                <c:pt idx="2115">
                  <c:v>0.14594499999999999</c:v>
                </c:pt>
                <c:pt idx="2116">
                  <c:v>0.14625099999999999</c:v>
                </c:pt>
                <c:pt idx="2117">
                  <c:v>0.14655599999999999</c:v>
                </c:pt>
                <c:pt idx="2118">
                  <c:v>0.14686199999999999</c:v>
                </c:pt>
                <c:pt idx="2119">
                  <c:v>0.14716699999999999</c:v>
                </c:pt>
                <c:pt idx="2120">
                  <c:v>0.14747199999999999</c:v>
                </c:pt>
                <c:pt idx="2121">
                  <c:v>0.14777799999999999</c:v>
                </c:pt>
                <c:pt idx="2122">
                  <c:v>0.14808299999999999</c:v>
                </c:pt>
                <c:pt idx="2123">
                  <c:v>0.14838899999999999</c:v>
                </c:pt>
                <c:pt idx="2124">
                  <c:v>0.14869399999999999</c:v>
                </c:pt>
                <c:pt idx="2125">
                  <c:v>0.14899899999999999</c:v>
                </c:pt>
                <c:pt idx="2126">
                  <c:v>0.14930499999999999</c:v>
                </c:pt>
                <c:pt idx="2127">
                  <c:v>0.14960999999999999</c:v>
                </c:pt>
                <c:pt idx="2128">
                  <c:v>0.14991599999999999</c:v>
                </c:pt>
                <c:pt idx="2129">
                  <c:v>0.15022099999999999</c:v>
                </c:pt>
                <c:pt idx="2130">
                  <c:v>0.15052599999999999</c:v>
                </c:pt>
                <c:pt idx="2131">
                  <c:v>0.15083199999999999</c:v>
                </c:pt>
                <c:pt idx="2132">
                  <c:v>0.15113699999999999</c:v>
                </c:pt>
                <c:pt idx="2133">
                  <c:v>0.15144299999999999</c:v>
                </c:pt>
                <c:pt idx="2134">
                  <c:v>0.15174799999999999</c:v>
                </c:pt>
                <c:pt idx="2135">
                  <c:v>0.15205299999999999</c:v>
                </c:pt>
                <c:pt idx="2136">
                  <c:v>0.15235899999999999</c:v>
                </c:pt>
                <c:pt idx="2137">
                  <c:v>0.15266399999999999</c:v>
                </c:pt>
                <c:pt idx="2138">
                  <c:v>0.15296999999999999</c:v>
                </c:pt>
                <c:pt idx="2139">
                  <c:v>0.15327499999999999</c:v>
                </c:pt>
                <c:pt idx="2140">
                  <c:v>0.15357999999999999</c:v>
                </c:pt>
                <c:pt idx="2141">
                  <c:v>0.153886</c:v>
                </c:pt>
                <c:pt idx="2142">
                  <c:v>0.15419099999999999</c:v>
                </c:pt>
                <c:pt idx="2143">
                  <c:v>0.154497</c:v>
                </c:pt>
                <c:pt idx="2144">
                  <c:v>0.154802</c:v>
                </c:pt>
                <c:pt idx="2145">
                  <c:v>0.15510699999999999</c:v>
                </c:pt>
                <c:pt idx="2146">
                  <c:v>0.155413</c:v>
                </c:pt>
                <c:pt idx="2147">
                  <c:v>0.155718</c:v>
                </c:pt>
                <c:pt idx="2148">
                  <c:v>0.156024</c:v>
                </c:pt>
                <c:pt idx="2149">
                  <c:v>0.156329</c:v>
                </c:pt>
                <c:pt idx="2150">
                  <c:v>0.156634</c:v>
                </c:pt>
                <c:pt idx="2151">
                  <c:v>0.15694</c:v>
                </c:pt>
                <c:pt idx="2152">
                  <c:v>0.157245</c:v>
                </c:pt>
                <c:pt idx="2153">
                  <c:v>0.157551</c:v>
                </c:pt>
                <c:pt idx="2154">
                  <c:v>0.157856</c:v>
                </c:pt>
                <c:pt idx="2155">
                  <c:v>0.158161</c:v>
                </c:pt>
                <c:pt idx="2156">
                  <c:v>0.158467</c:v>
                </c:pt>
                <c:pt idx="2157">
                  <c:v>0.158772</c:v>
                </c:pt>
                <c:pt idx="2158">
                  <c:v>0.159078</c:v>
                </c:pt>
                <c:pt idx="2159">
                  <c:v>0.159383</c:v>
                </c:pt>
                <c:pt idx="2160">
                  <c:v>0.159688</c:v>
                </c:pt>
                <c:pt idx="2161">
                  <c:v>0.159994</c:v>
                </c:pt>
                <c:pt idx="2162">
                  <c:v>0.160299</c:v>
                </c:pt>
                <c:pt idx="2163">
                  <c:v>0.160605</c:v>
                </c:pt>
                <c:pt idx="2164">
                  <c:v>0.16091</c:v>
                </c:pt>
                <c:pt idx="2165">
                  <c:v>0.161215</c:v>
                </c:pt>
                <c:pt idx="2166">
                  <c:v>0.161521</c:v>
                </c:pt>
                <c:pt idx="2167">
                  <c:v>0.161826</c:v>
                </c:pt>
                <c:pt idx="2168">
                  <c:v>0.162132</c:v>
                </c:pt>
                <c:pt idx="2169">
                  <c:v>0.162437</c:v>
                </c:pt>
                <c:pt idx="2170">
                  <c:v>0.162742</c:v>
                </c:pt>
                <c:pt idx="2171">
                  <c:v>0.163048</c:v>
                </c:pt>
                <c:pt idx="2172">
                  <c:v>0.163353</c:v>
                </c:pt>
                <c:pt idx="2173">
                  <c:v>0.163659</c:v>
                </c:pt>
                <c:pt idx="2174">
                  <c:v>0.163964</c:v>
                </c:pt>
                <c:pt idx="2175">
                  <c:v>0.164269</c:v>
                </c:pt>
                <c:pt idx="2176">
                  <c:v>0.164575</c:v>
                </c:pt>
                <c:pt idx="2177">
                  <c:v>0.16488</c:v>
                </c:pt>
                <c:pt idx="2178">
                  <c:v>0.165186</c:v>
                </c:pt>
                <c:pt idx="2179">
                  <c:v>0.165491</c:v>
                </c:pt>
                <c:pt idx="2180">
                  <c:v>0.165796</c:v>
                </c:pt>
                <c:pt idx="2181">
                  <c:v>0.166102</c:v>
                </c:pt>
                <c:pt idx="2182">
                  <c:v>0.166407</c:v>
                </c:pt>
                <c:pt idx="2183">
                  <c:v>0.166713</c:v>
                </c:pt>
                <c:pt idx="2184">
                  <c:v>0.167018</c:v>
                </c:pt>
                <c:pt idx="2185">
                  <c:v>0.167323</c:v>
                </c:pt>
                <c:pt idx="2186">
                  <c:v>0.167629</c:v>
                </c:pt>
                <c:pt idx="2187">
                  <c:v>0.167934</c:v>
                </c:pt>
                <c:pt idx="2188">
                  <c:v>0.168239</c:v>
                </c:pt>
                <c:pt idx="2189">
                  <c:v>0.168545</c:v>
                </c:pt>
                <c:pt idx="2190">
                  <c:v>0.16885</c:v>
                </c:pt>
                <c:pt idx="2191">
                  <c:v>0.169156</c:v>
                </c:pt>
                <c:pt idx="2192">
                  <c:v>0.169461</c:v>
                </c:pt>
                <c:pt idx="2193">
                  <c:v>0.169766</c:v>
                </c:pt>
                <c:pt idx="2194">
                  <c:v>0.170072</c:v>
                </c:pt>
                <c:pt idx="2195">
                  <c:v>0.170377</c:v>
                </c:pt>
                <c:pt idx="2196">
                  <c:v>0.170683</c:v>
                </c:pt>
                <c:pt idx="2197">
                  <c:v>0.170988</c:v>
                </c:pt>
                <c:pt idx="2198">
                  <c:v>0.171293</c:v>
                </c:pt>
                <c:pt idx="2199">
                  <c:v>0.171599</c:v>
                </c:pt>
                <c:pt idx="2200">
                  <c:v>0.171904</c:v>
                </c:pt>
                <c:pt idx="2201">
                  <c:v>0.17221</c:v>
                </c:pt>
                <c:pt idx="2202">
                  <c:v>0.172515</c:v>
                </c:pt>
                <c:pt idx="2203">
                  <c:v>0.17282</c:v>
                </c:pt>
                <c:pt idx="2204">
                  <c:v>0.173126</c:v>
                </c:pt>
                <c:pt idx="2205">
                  <c:v>0.173431</c:v>
                </c:pt>
                <c:pt idx="2206">
                  <c:v>0.173737</c:v>
                </c:pt>
                <c:pt idx="2207">
                  <c:v>0.174042</c:v>
                </c:pt>
                <c:pt idx="2208">
                  <c:v>0.174347</c:v>
                </c:pt>
                <c:pt idx="2209">
                  <c:v>0.174653</c:v>
                </c:pt>
                <c:pt idx="2210">
                  <c:v>0.174958</c:v>
                </c:pt>
                <c:pt idx="2211">
                  <c:v>0.175264</c:v>
                </c:pt>
                <c:pt idx="2212">
                  <c:v>0.175569</c:v>
                </c:pt>
                <c:pt idx="2213">
                  <c:v>0.175874</c:v>
                </c:pt>
                <c:pt idx="2214">
                  <c:v>0.17618</c:v>
                </c:pt>
                <c:pt idx="2215">
                  <c:v>0.176485</c:v>
                </c:pt>
                <c:pt idx="2216">
                  <c:v>0.176791</c:v>
                </c:pt>
                <c:pt idx="2217">
                  <c:v>0.177096</c:v>
                </c:pt>
                <c:pt idx="2218">
                  <c:v>0.177401</c:v>
                </c:pt>
                <c:pt idx="2219">
                  <c:v>0.177707</c:v>
                </c:pt>
                <c:pt idx="2220">
                  <c:v>0.178012</c:v>
                </c:pt>
                <c:pt idx="2221">
                  <c:v>0.178318</c:v>
                </c:pt>
                <c:pt idx="2222">
                  <c:v>0.178623</c:v>
                </c:pt>
                <c:pt idx="2223">
                  <c:v>0.178928</c:v>
                </c:pt>
                <c:pt idx="2224">
                  <c:v>0.179234</c:v>
                </c:pt>
                <c:pt idx="2225">
                  <c:v>0.179539</c:v>
                </c:pt>
                <c:pt idx="2226">
                  <c:v>0.179845</c:v>
                </c:pt>
                <c:pt idx="2227">
                  <c:v>0.18015</c:v>
                </c:pt>
                <c:pt idx="2228">
                  <c:v>0.180455</c:v>
                </c:pt>
                <c:pt idx="2229">
                  <c:v>0.18076100000000001</c:v>
                </c:pt>
                <c:pt idx="2230">
                  <c:v>0.181066</c:v>
                </c:pt>
                <c:pt idx="2231">
                  <c:v>0.18137200000000001</c:v>
                </c:pt>
                <c:pt idx="2232">
                  <c:v>0.18167700000000001</c:v>
                </c:pt>
                <c:pt idx="2233">
                  <c:v>0.181982</c:v>
                </c:pt>
                <c:pt idx="2234">
                  <c:v>0.18228800000000001</c:v>
                </c:pt>
                <c:pt idx="2235">
                  <c:v>0.18259300000000001</c:v>
                </c:pt>
                <c:pt idx="2236">
                  <c:v>0.18289900000000001</c:v>
                </c:pt>
                <c:pt idx="2237">
                  <c:v>0.18320400000000001</c:v>
                </c:pt>
                <c:pt idx="2238">
                  <c:v>0.18350900000000001</c:v>
                </c:pt>
                <c:pt idx="2239">
                  <c:v>0.18381500000000001</c:v>
                </c:pt>
                <c:pt idx="2240">
                  <c:v>0.18412000000000001</c:v>
                </c:pt>
                <c:pt idx="2241">
                  <c:v>0.18442600000000001</c:v>
                </c:pt>
                <c:pt idx="2242">
                  <c:v>0.18473100000000001</c:v>
                </c:pt>
                <c:pt idx="2243">
                  <c:v>0.18503600000000001</c:v>
                </c:pt>
                <c:pt idx="2244">
                  <c:v>0.18534200000000001</c:v>
                </c:pt>
                <c:pt idx="2245">
                  <c:v>0.18564700000000001</c:v>
                </c:pt>
                <c:pt idx="2246">
                  <c:v>0.18595300000000001</c:v>
                </c:pt>
                <c:pt idx="2247">
                  <c:v>0.18625800000000001</c:v>
                </c:pt>
                <c:pt idx="2248">
                  <c:v>0.18656300000000001</c:v>
                </c:pt>
                <c:pt idx="2249">
                  <c:v>0.18686900000000001</c:v>
                </c:pt>
                <c:pt idx="2250">
                  <c:v>0.18717400000000001</c:v>
                </c:pt>
                <c:pt idx="2251">
                  <c:v>0.18748000000000001</c:v>
                </c:pt>
                <c:pt idx="2252">
                  <c:v>0.18778500000000001</c:v>
                </c:pt>
                <c:pt idx="2253">
                  <c:v>0.18809000000000001</c:v>
                </c:pt>
                <c:pt idx="2254">
                  <c:v>0.18839600000000001</c:v>
                </c:pt>
                <c:pt idx="2255">
                  <c:v>0.18870100000000001</c:v>
                </c:pt>
                <c:pt idx="2256">
                  <c:v>0.18900700000000001</c:v>
                </c:pt>
                <c:pt idx="2257">
                  <c:v>0.18931200000000001</c:v>
                </c:pt>
                <c:pt idx="2258">
                  <c:v>0.18961700000000001</c:v>
                </c:pt>
                <c:pt idx="2259">
                  <c:v>0.18992300000000001</c:v>
                </c:pt>
                <c:pt idx="2260">
                  <c:v>0.19022800000000001</c:v>
                </c:pt>
                <c:pt idx="2261">
                  <c:v>0.19053400000000001</c:v>
                </c:pt>
                <c:pt idx="2262">
                  <c:v>0.19083900000000001</c:v>
                </c:pt>
                <c:pt idx="2263">
                  <c:v>0.19114400000000001</c:v>
                </c:pt>
                <c:pt idx="2264">
                  <c:v>0.19145000000000001</c:v>
                </c:pt>
                <c:pt idx="2265">
                  <c:v>0.19175500000000001</c:v>
                </c:pt>
                <c:pt idx="2266">
                  <c:v>0.19206100000000001</c:v>
                </c:pt>
                <c:pt idx="2267">
                  <c:v>0.19236600000000001</c:v>
                </c:pt>
                <c:pt idx="2268">
                  <c:v>0.19267100000000001</c:v>
                </c:pt>
                <c:pt idx="2269">
                  <c:v>0.19297700000000001</c:v>
                </c:pt>
                <c:pt idx="2270">
                  <c:v>0.19328200000000001</c:v>
                </c:pt>
                <c:pt idx="2271">
                  <c:v>0.19358700000000001</c:v>
                </c:pt>
                <c:pt idx="2272">
                  <c:v>0.19389300000000001</c:v>
                </c:pt>
                <c:pt idx="2273">
                  <c:v>0.19419800000000001</c:v>
                </c:pt>
                <c:pt idx="2274">
                  <c:v>0.19450400000000001</c:v>
                </c:pt>
                <c:pt idx="2275">
                  <c:v>0.19480900000000001</c:v>
                </c:pt>
                <c:pt idx="2276">
                  <c:v>0.19511400000000001</c:v>
                </c:pt>
                <c:pt idx="2277">
                  <c:v>0.19542000000000001</c:v>
                </c:pt>
                <c:pt idx="2278">
                  <c:v>0.19572500000000001</c:v>
                </c:pt>
                <c:pt idx="2279">
                  <c:v>0.19603100000000001</c:v>
                </c:pt>
                <c:pt idx="2280">
                  <c:v>0.19633600000000001</c:v>
                </c:pt>
                <c:pt idx="2281">
                  <c:v>0.19664100000000001</c:v>
                </c:pt>
                <c:pt idx="2282">
                  <c:v>0.19694700000000001</c:v>
                </c:pt>
                <c:pt idx="2283">
                  <c:v>0.19725200000000001</c:v>
                </c:pt>
                <c:pt idx="2284">
                  <c:v>0.19755800000000001</c:v>
                </c:pt>
                <c:pt idx="2285">
                  <c:v>0.19786300000000001</c:v>
                </c:pt>
                <c:pt idx="2286">
                  <c:v>0.19816800000000001</c:v>
                </c:pt>
                <c:pt idx="2287">
                  <c:v>0.19847400000000001</c:v>
                </c:pt>
                <c:pt idx="2288">
                  <c:v>0.19877900000000001</c:v>
                </c:pt>
                <c:pt idx="2289">
                  <c:v>0.19908500000000001</c:v>
                </c:pt>
                <c:pt idx="2290">
                  <c:v>0.19939000000000001</c:v>
                </c:pt>
                <c:pt idx="2291">
                  <c:v>0.19969500000000001</c:v>
                </c:pt>
                <c:pt idx="2292">
                  <c:v>0.20000100000000001</c:v>
                </c:pt>
                <c:pt idx="2293">
                  <c:v>0.20030600000000001</c:v>
                </c:pt>
                <c:pt idx="2294">
                  <c:v>0.20061200000000001</c:v>
                </c:pt>
                <c:pt idx="2295">
                  <c:v>0.20091700000000001</c:v>
                </c:pt>
                <c:pt idx="2296">
                  <c:v>0.20122200000000001</c:v>
                </c:pt>
                <c:pt idx="2297">
                  <c:v>0.20152800000000001</c:v>
                </c:pt>
                <c:pt idx="2298">
                  <c:v>0.20183300000000001</c:v>
                </c:pt>
                <c:pt idx="2299">
                  <c:v>0.20213900000000001</c:v>
                </c:pt>
                <c:pt idx="2300">
                  <c:v>0.20244400000000001</c:v>
                </c:pt>
                <c:pt idx="2301">
                  <c:v>0.20274900000000001</c:v>
                </c:pt>
                <c:pt idx="2302">
                  <c:v>0.20305500000000001</c:v>
                </c:pt>
                <c:pt idx="2303">
                  <c:v>0.20336000000000001</c:v>
                </c:pt>
                <c:pt idx="2304">
                  <c:v>0.20366600000000001</c:v>
                </c:pt>
                <c:pt idx="2305">
                  <c:v>0.20397100000000001</c:v>
                </c:pt>
                <c:pt idx="2306">
                  <c:v>0.20427600000000001</c:v>
                </c:pt>
                <c:pt idx="2307">
                  <c:v>0.20458200000000001</c:v>
                </c:pt>
                <c:pt idx="2308">
                  <c:v>0.20488700000000001</c:v>
                </c:pt>
                <c:pt idx="2309">
                  <c:v>0.20519299999999999</c:v>
                </c:pt>
                <c:pt idx="2310">
                  <c:v>0.20549799999999999</c:v>
                </c:pt>
                <c:pt idx="2311">
                  <c:v>0.20580300000000001</c:v>
                </c:pt>
                <c:pt idx="2312">
                  <c:v>0.20610899999999999</c:v>
                </c:pt>
                <c:pt idx="2313">
                  <c:v>0.20641399999999999</c:v>
                </c:pt>
                <c:pt idx="2314">
                  <c:v>0.20671999999999999</c:v>
                </c:pt>
                <c:pt idx="2315">
                  <c:v>0.20702499999999999</c:v>
                </c:pt>
                <c:pt idx="2316">
                  <c:v>0.20732999999999999</c:v>
                </c:pt>
                <c:pt idx="2317">
                  <c:v>0.20763599999999999</c:v>
                </c:pt>
                <c:pt idx="2318">
                  <c:v>0.20794099999999999</c:v>
                </c:pt>
                <c:pt idx="2319">
                  <c:v>0.20824699999999999</c:v>
                </c:pt>
                <c:pt idx="2320">
                  <c:v>0.20855199999999999</c:v>
                </c:pt>
                <c:pt idx="2321">
                  <c:v>0.20885699999999999</c:v>
                </c:pt>
                <c:pt idx="2322">
                  <c:v>0.20916299999999999</c:v>
                </c:pt>
                <c:pt idx="2323">
                  <c:v>0.20946799999999999</c:v>
                </c:pt>
                <c:pt idx="2324">
                  <c:v>0.20977399999999999</c:v>
                </c:pt>
                <c:pt idx="2325">
                  <c:v>0.21007899999999999</c:v>
                </c:pt>
                <c:pt idx="2326">
                  <c:v>0.21038399999999999</c:v>
                </c:pt>
                <c:pt idx="2327">
                  <c:v>0.21068999999999999</c:v>
                </c:pt>
                <c:pt idx="2328">
                  <c:v>0.21099499999999999</c:v>
                </c:pt>
                <c:pt idx="2329">
                  <c:v>0.21130099999999999</c:v>
                </c:pt>
                <c:pt idx="2330">
                  <c:v>0.21160599999999999</c:v>
                </c:pt>
                <c:pt idx="2331">
                  <c:v>0.21191099999999999</c:v>
                </c:pt>
                <c:pt idx="2332">
                  <c:v>0.21221699999999999</c:v>
                </c:pt>
                <c:pt idx="2333">
                  <c:v>0.21252199999999999</c:v>
                </c:pt>
                <c:pt idx="2334">
                  <c:v>0.21282799999999999</c:v>
                </c:pt>
                <c:pt idx="2335">
                  <c:v>0.21313299999999999</c:v>
                </c:pt>
                <c:pt idx="2336">
                  <c:v>0.21343799999999999</c:v>
                </c:pt>
                <c:pt idx="2337">
                  <c:v>0.21374399999999999</c:v>
                </c:pt>
                <c:pt idx="2338">
                  <c:v>0.21404899999999999</c:v>
                </c:pt>
                <c:pt idx="2339">
                  <c:v>0.21435499999999999</c:v>
                </c:pt>
                <c:pt idx="2340">
                  <c:v>0.21465999999999999</c:v>
                </c:pt>
                <c:pt idx="2341">
                  <c:v>0.21496499999999999</c:v>
                </c:pt>
                <c:pt idx="2342">
                  <c:v>0.21527099999999999</c:v>
                </c:pt>
                <c:pt idx="2343">
                  <c:v>0.21557599999999999</c:v>
                </c:pt>
                <c:pt idx="2344">
                  <c:v>0.21588199999999999</c:v>
                </c:pt>
                <c:pt idx="2345">
                  <c:v>0.21618699999999999</c:v>
                </c:pt>
                <c:pt idx="2346">
                  <c:v>0.21649199999999999</c:v>
                </c:pt>
                <c:pt idx="2347">
                  <c:v>0.21679799999999999</c:v>
                </c:pt>
                <c:pt idx="2348">
                  <c:v>0.21710299999999999</c:v>
                </c:pt>
                <c:pt idx="2349">
                  <c:v>0.21740899999999999</c:v>
                </c:pt>
                <c:pt idx="2350">
                  <c:v>0.21771399999999999</c:v>
                </c:pt>
                <c:pt idx="2351">
                  <c:v>0.21801899999999999</c:v>
                </c:pt>
                <c:pt idx="2352">
                  <c:v>0.21832499999999999</c:v>
                </c:pt>
                <c:pt idx="2353">
                  <c:v>0.21862999999999999</c:v>
                </c:pt>
                <c:pt idx="2354">
                  <c:v>0.21893499999999999</c:v>
                </c:pt>
                <c:pt idx="2355">
                  <c:v>0.21924099999999999</c:v>
                </c:pt>
                <c:pt idx="2356">
                  <c:v>0.21954599999999999</c:v>
                </c:pt>
                <c:pt idx="2357">
                  <c:v>0.21985199999999999</c:v>
                </c:pt>
                <c:pt idx="2358">
                  <c:v>0.22015699999999999</c:v>
                </c:pt>
                <c:pt idx="2359">
                  <c:v>0.22046199999999999</c:v>
                </c:pt>
                <c:pt idx="2360">
                  <c:v>0.22076799999999999</c:v>
                </c:pt>
                <c:pt idx="2361">
                  <c:v>0.22107299999999999</c:v>
                </c:pt>
                <c:pt idx="2362">
                  <c:v>0.22137899999999999</c:v>
                </c:pt>
                <c:pt idx="2363">
                  <c:v>0.22168399999999999</c:v>
                </c:pt>
                <c:pt idx="2364">
                  <c:v>0.22198899999999999</c:v>
                </c:pt>
                <c:pt idx="2365">
                  <c:v>0.22229499999999999</c:v>
                </c:pt>
                <c:pt idx="2366">
                  <c:v>0.22259999999999999</c:v>
                </c:pt>
                <c:pt idx="2367">
                  <c:v>0.22290599999999999</c:v>
                </c:pt>
                <c:pt idx="2368">
                  <c:v>0.22321099999999999</c:v>
                </c:pt>
                <c:pt idx="2369">
                  <c:v>0.22351599999999999</c:v>
                </c:pt>
                <c:pt idx="2370">
                  <c:v>0.22382199999999999</c:v>
                </c:pt>
                <c:pt idx="2371">
                  <c:v>0.22412699999999999</c:v>
                </c:pt>
                <c:pt idx="2372">
                  <c:v>0.22443299999999999</c:v>
                </c:pt>
                <c:pt idx="2373">
                  <c:v>0.22473799999999999</c:v>
                </c:pt>
                <c:pt idx="2374">
                  <c:v>0.22504299999999999</c:v>
                </c:pt>
                <c:pt idx="2375">
                  <c:v>0.22534899999999999</c:v>
                </c:pt>
                <c:pt idx="2376">
                  <c:v>0.22565399999999999</c:v>
                </c:pt>
                <c:pt idx="2377">
                  <c:v>0.22595999999999999</c:v>
                </c:pt>
                <c:pt idx="2378">
                  <c:v>0.22626499999999999</c:v>
                </c:pt>
                <c:pt idx="2379">
                  <c:v>0.22656999999999999</c:v>
                </c:pt>
                <c:pt idx="2380">
                  <c:v>0.22687599999999999</c:v>
                </c:pt>
                <c:pt idx="2381">
                  <c:v>0.22718099999999999</c:v>
                </c:pt>
                <c:pt idx="2382">
                  <c:v>0.22748699999999999</c:v>
                </c:pt>
                <c:pt idx="2383">
                  <c:v>0.22779199999999999</c:v>
                </c:pt>
                <c:pt idx="2384">
                  <c:v>0.22809699999999999</c:v>
                </c:pt>
                <c:pt idx="2385">
                  <c:v>0.22840299999999999</c:v>
                </c:pt>
                <c:pt idx="2386">
                  <c:v>0.22870799999999999</c:v>
                </c:pt>
                <c:pt idx="2387">
                  <c:v>0.229014</c:v>
                </c:pt>
                <c:pt idx="2388">
                  <c:v>0.229319</c:v>
                </c:pt>
                <c:pt idx="2389">
                  <c:v>0.22962399999999999</c:v>
                </c:pt>
                <c:pt idx="2390">
                  <c:v>0.22993</c:v>
                </c:pt>
                <c:pt idx="2391">
                  <c:v>0.230235</c:v>
                </c:pt>
                <c:pt idx="2392">
                  <c:v>0.230541</c:v>
                </c:pt>
                <c:pt idx="2393">
                  <c:v>0.230846</c:v>
                </c:pt>
                <c:pt idx="2394">
                  <c:v>0.231151</c:v>
                </c:pt>
                <c:pt idx="2395">
                  <c:v>0.231457</c:v>
                </c:pt>
                <c:pt idx="2396">
                  <c:v>0.231762</c:v>
                </c:pt>
                <c:pt idx="2397">
                  <c:v>0.232068</c:v>
                </c:pt>
                <c:pt idx="2398">
                  <c:v>0.232373</c:v>
                </c:pt>
                <c:pt idx="2399">
                  <c:v>0.232678</c:v>
                </c:pt>
                <c:pt idx="2400">
                  <c:v>0.232984</c:v>
                </c:pt>
                <c:pt idx="2401">
                  <c:v>0.233289</c:v>
                </c:pt>
                <c:pt idx="2402">
                  <c:v>0.233595</c:v>
                </c:pt>
                <c:pt idx="2403">
                  <c:v>0.2339</c:v>
                </c:pt>
                <c:pt idx="2404">
                  <c:v>0.234205</c:v>
                </c:pt>
                <c:pt idx="2405">
                  <c:v>0.234511</c:v>
                </c:pt>
                <c:pt idx="2406">
                  <c:v>0.234816</c:v>
                </c:pt>
                <c:pt idx="2407">
                  <c:v>0.235122</c:v>
                </c:pt>
                <c:pt idx="2408">
                  <c:v>0.235427</c:v>
                </c:pt>
                <c:pt idx="2409">
                  <c:v>0.235732</c:v>
                </c:pt>
                <c:pt idx="2410">
                  <c:v>0.236038</c:v>
                </c:pt>
                <c:pt idx="2411">
                  <c:v>0.236343</c:v>
                </c:pt>
                <c:pt idx="2412">
                  <c:v>0.236649</c:v>
                </c:pt>
                <c:pt idx="2413">
                  <c:v>0.236954</c:v>
                </c:pt>
                <c:pt idx="2414">
                  <c:v>0.237259</c:v>
                </c:pt>
                <c:pt idx="2415">
                  <c:v>0.237565</c:v>
                </c:pt>
                <c:pt idx="2416">
                  <c:v>0.23787</c:v>
                </c:pt>
                <c:pt idx="2417">
                  <c:v>0.238176</c:v>
                </c:pt>
                <c:pt idx="2418">
                  <c:v>0.238481</c:v>
                </c:pt>
                <c:pt idx="2419">
                  <c:v>0.238786</c:v>
                </c:pt>
                <c:pt idx="2420">
                  <c:v>0.239092</c:v>
                </c:pt>
                <c:pt idx="2421">
                  <c:v>0.239397</c:v>
                </c:pt>
                <c:pt idx="2422">
                  <c:v>0.239703</c:v>
                </c:pt>
                <c:pt idx="2423">
                  <c:v>0.240008</c:v>
                </c:pt>
                <c:pt idx="2424">
                  <c:v>0.240313</c:v>
                </c:pt>
                <c:pt idx="2425">
                  <c:v>0.240619</c:v>
                </c:pt>
                <c:pt idx="2426">
                  <c:v>0.240924</c:v>
                </c:pt>
                <c:pt idx="2427">
                  <c:v>0.24123</c:v>
                </c:pt>
                <c:pt idx="2428">
                  <c:v>0.241535</c:v>
                </c:pt>
                <c:pt idx="2429">
                  <c:v>0.24184</c:v>
                </c:pt>
                <c:pt idx="2430">
                  <c:v>0.242146</c:v>
                </c:pt>
                <c:pt idx="2431">
                  <c:v>0.242451</c:v>
                </c:pt>
                <c:pt idx="2432">
                  <c:v>0.242757</c:v>
                </c:pt>
                <c:pt idx="2433">
                  <c:v>0.243062</c:v>
                </c:pt>
                <c:pt idx="2434">
                  <c:v>0.243367</c:v>
                </c:pt>
                <c:pt idx="2435">
                  <c:v>0.243673</c:v>
                </c:pt>
                <c:pt idx="2436">
                  <c:v>0.243978</c:v>
                </c:pt>
                <c:pt idx="2437">
                  <c:v>0.244284</c:v>
                </c:pt>
                <c:pt idx="2438">
                  <c:v>0.244589</c:v>
                </c:pt>
                <c:pt idx="2439">
                  <c:v>0.244894</c:v>
                </c:pt>
                <c:pt idx="2440">
                  <c:v>0.2452</c:v>
                </c:pt>
                <c:pt idx="2441">
                  <c:v>0.245505</c:v>
                </c:pt>
                <c:pt idx="2442">
                  <c:v>0.24581</c:v>
                </c:pt>
                <c:pt idx="2443">
                  <c:v>0.246116</c:v>
                </c:pt>
                <c:pt idx="2444">
                  <c:v>0.246421</c:v>
                </c:pt>
                <c:pt idx="2445">
                  <c:v>0.246727</c:v>
                </c:pt>
                <c:pt idx="2446">
                  <c:v>0.247032</c:v>
                </c:pt>
                <c:pt idx="2447">
                  <c:v>0.247337</c:v>
                </c:pt>
                <c:pt idx="2448">
                  <c:v>0.247643</c:v>
                </c:pt>
                <c:pt idx="2449">
                  <c:v>0.247948</c:v>
                </c:pt>
                <c:pt idx="2450">
                  <c:v>0.248254</c:v>
                </c:pt>
                <c:pt idx="2451">
                  <c:v>0.248559</c:v>
                </c:pt>
                <c:pt idx="2452">
                  <c:v>0.248864</c:v>
                </c:pt>
                <c:pt idx="2453">
                  <c:v>0.24917</c:v>
                </c:pt>
                <c:pt idx="2454">
                  <c:v>0.249475</c:v>
                </c:pt>
                <c:pt idx="2455">
                  <c:v>0.249781</c:v>
                </c:pt>
                <c:pt idx="2456">
                  <c:v>0.25008599999999997</c:v>
                </c:pt>
                <c:pt idx="2457">
                  <c:v>0.25039099999999997</c:v>
                </c:pt>
                <c:pt idx="2458">
                  <c:v>0.250697</c:v>
                </c:pt>
                <c:pt idx="2459">
                  <c:v>0.251002</c:v>
                </c:pt>
                <c:pt idx="2460">
                  <c:v>0.25130799999999998</c:v>
                </c:pt>
                <c:pt idx="2461">
                  <c:v>0.25161299999999998</c:v>
                </c:pt>
                <c:pt idx="2462">
                  <c:v>0.25191799999999998</c:v>
                </c:pt>
                <c:pt idx="2463">
                  <c:v>0.252224</c:v>
                </c:pt>
                <c:pt idx="2464">
                  <c:v>0.252529</c:v>
                </c:pt>
                <c:pt idx="2465">
                  <c:v>0.25283499999999998</c:v>
                </c:pt>
                <c:pt idx="2466">
                  <c:v>0.25313999999999998</c:v>
                </c:pt>
                <c:pt idx="2467">
                  <c:v>0.25344499999999998</c:v>
                </c:pt>
                <c:pt idx="2468">
                  <c:v>0.253751</c:v>
                </c:pt>
                <c:pt idx="2469">
                  <c:v>0.254056</c:v>
                </c:pt>
                <c:pt idx="2470">
                  <c:v>0.25436199999999998</c:v>
                </c:pt>
                <c:pt idx="2471">
                  <c:v>0.25466699999999998</c:v>
                </c:pt>
                <c:pt idx="2472">
                  <c:v>0.25497199999999998</c:v>
                </c:pt>
                <c:pt idx="2473">
                  <c:v>0.255278</c:v>
                </c:pt>
                <c:pt idx="2474">
                  <c:v>0.255583</c:v>
                </c:pt>
                <c:pt idx="2475">
                  <c:v>0.25588899999999998</c:v>
                </c:pt>
                <c:pt idx="2476">
                  <c:v>0.25619399999999998</c:v>
                </c:pt>
                <c:pt idx="2477">
                  <c:v>0.25649899999999998</c:v>
                </c:pt>
                <c:pt idx="2478">
                  <c:v>0.25680500000000001</c:v>
                </c:pt>
                <c:pt idx="2479">
                  <c:v>0.25711000000000001</c:v>
                </c:pt>
                <c:pt idx="2480">
                  <c:v>0.25741599999999998</c:v>
                </c:pt>
                <c:pt idx="2481">
                  <c:v>0.25772099999999998</c:v>
                </c:pt>
                <c:pt idx="2482">
                  <c:v>0.25802599999999998</c:v>
                </c:pt>
                <c:pt idx="2483">
                  <c:v>0.25833200000000001</c:v>
                </c:pt>
                <c:pt idx="2484">
                  <c:v>0.25863700000000001</c:v>
                </c:pt>
                <c:pt idx="2485">
                  <c:v>0.25894299999999998</c:v>
                </c:pt>
                <c:pt idx="2486">
                  <c:v>0.25924799999999998</c:v>
                </c:pt>
                <c:pt idx="2487">
                  <c:v>0.25955299999999998</c:v>
                </c:pt>
                <c:pt idx="2488">
                  <c:v>0.25985900000000001</c:v>
                </c:pt>
                <c:pt idx="2489">
                  <c:v>0.26016400000000001</c:v>
                </c:pt>
                <c:pt idx="2490">
                  <c:v>0.26046999999999998</c:v>
                </c:pt>
                <c:pt idx="2491">
                  <c:v>0.26077499999999998</c:v>
                </c:pt>
                <c:pt idx="2492">
                  <c:v>0.26107999999999998</c:v>
                </c:pt>
                <c:pt idx="2493">
                  <c:v>0.26138600000000001</c:v>
                </c:pt>
                <c:pt idx="2494">
                  <c:v>0.26169100000000001</c:v>
                </c:pt>
                <c:pt idx="2495">
                  <c:v>0.26199699999999998</c:v>
                </c:pt>
                <c:pt idx="2496">
                  <c:v>0.26230199999999998</c:v>
                </c:pt>
                <c:pt idx="2497">
                  <c:v>0.26260699999999998</c:v>
                </c:pt>
                <c:pt idx="2498">
                  <c:v>0.26291300000000001</c:v>
                </c:pt>
                <c:pt idx="2499">
                  <c:v>0.26321800000000001</c:v>
                </c:pt>
                <c:pt idx="2500">
                  <c:v>0.26352399999999998</c:v>
                </c:pt>
                <c:pt idx="2501">
                  <c:v>0.26382899999999998</c:v>
                </c:pt>
                <c:pt idx="2502">
                  <c:v>0.26413399999999998</c:v>
                </c:pt>
                <c:pt idx="2503">
                  <c:v>0.26444000000000001</c:v>
                </c:pt>
                <c:pt idx="2504">
                  <c:v>0.26474500000000001</c:v>
                </c:pt>
                <c:pt idx="2505">
                  <c:v>0.26505099999999998</c:v>
                </c:pt>
                <c:pt idx="2506">
                  <c:v>0.26535599999999998</c:v>
                </c:pt>
                <c:pt idx="2507">
                  <c:v>0.26566099999999998</c:v>
                </c:pt>
                <c:pt idx="2508">
                  <c:v>0.26596700000000001</c:v>
                </c:pt>
                <c:pt idx="2509">
                  <c:v>0.26627200000000001</c:v>
                </c:pt>
                <c:pt idx="2510">
                  <c:v>0.26657799999999998</c:v>
                </c:pt>
                <c:pt idx="2511">
                  <c:v>0.26688299999999998</c:v>
                </c:pt>
                <c:pt idx="2512">
                  <c:v>0.26718799999999998</c:v>
                </c:pt>
                <c:pt idx="2513">
                  <c:v>0.26749400000000001</c:v>
                </c:pt>
                <c:pt idx="2514">
                  <c:v>0.26779900000000001</c:v>
                </c:pt>
                <c:pt idx="2515">
                  <c:v>0.26810499999999998</c:v>
                </c:pt>
                <c:pt idx="2516">
                  <c:v>0.26840999999999998</c:v>
                </c:pt>
                <c:pt idx="2517">
                  <c:v>0.26871499999999998</c:v>
                </c:pt>
                <c:pt idx="2518">
                  <c:v>0.26902100000000001</c:v>
                </c:pt>
                <c:pt idx="2519">
                  <c:v>0.26932600000000001</c:v>
                </c:pt>
                <c:pt idx="2520">
                  <c:v>0.26963199999999998</c:v>
                </c:pt>
                <c:pt idx="2521">
                  <c:v>0.26993699999999998</c:v>
                </c:pt>
                <c:pt idx="2522">
                  <c:v>0.27024199999999998</c:v>
                </c:pt>
                <c:pt idx="2523">
                  <c:v>0.27054800000000001</c:v>
                </c:pt>
                <c:pt idx="2524">
                  <c:v>0.27085300000000001</c:v>
                </c:pt>
                <c:pt idx="2525">
                  <c:v>0.27115800000000001</c:v>
                </c:pt>
                <c:pt idx="2526">
                  <c:v>0.27146399999999998</c:v>
                </c:pt>
                <c:pt idx="2527">
                  <c:v>0.27176899999999998</c:v>
                </c:pt>
                <c:pt idx="2528">
                  <c:v>0.27207500000000001</c:v>
                </c:pt>
                <c:pt idx="2529">
                  <c:v>0.27238000000000001</c:v>
                </c:pt>
                <c:pt idx="2530">
                  <c:v>0.27268500000000001</c:v>
                </c:pt>
                <c:pt idx="2531">
                  <c:v>0.27299099999999998</c:v>
                </c:pt>
                <c:pt idx="2532">
                  <c:v>0.27329599999999998</c:v>
                </c:pt>
                <c:pt idx="2533">
                  <c:v>0.27360200000000001</c:v>
                </c:pt>
                <c:pt idx="2534">
                  <c:v>0.27390700000000001</c:v>
                </c:pt>
                <c:pt idx="2535">
                  <c:v>0.27421200000000001</c:v>
                </c:pt>
                <c:pt idx="2536">
                  <c:v>0.27451799999999998</c:v>
                </c:pt>
                <c:pt idx="2537">
                  <c:v>0.27482299999999998</c:v>
                </c:pt>
                <c:pt idx="2538">
                  <c:v>0.27512900000000001</c:v>
                </c:pt>
                <c:pt idx="2539">
                  <c:v>0.27543400000000001</c:v>
                </c:pt>
                <c:pt idx="2540">
                  <c:v>0.27573900000000001</c:v>
                </c:pt>
                <c:pt idx="2541">
                  <c:v>0.27604499999999998</c:v>
                </c:pt>
                <c:pt idx="2542">
                  <c:v>0.27634999999999998</c:v>
                </c:pt>
                <c:pt idx="2543">
                  <c:v>0.27665600000000001</c:v>
                </c:pt>
                <c:pt idx="2544">
                  <c:v>0.27696100000000001</c:v>
                </c:pt>
                <c:pt idx="2545">
                  <c:v>0.27726600000000001</c:v>
                </c:pt>
                <c:pt idx="2546">
                  <c:v>0.27757199999999999</c:v>
                </c:pt>
                <c:pt idx="2547">
                  <c:v>0.27787699999999999</c:v>
                </c:pt>
                <c:pt idx="2548">
                  <c:v>0.27818300000000001</c:v>
                </c:pt>
                <c:pt idx="2549">
                  <c:v>0.27848800000000001</c:v>
                </c:pt>
                <c:pt idx="2550">
                  <c:v>0.27879300000000001</c:v>
                </c:pt>
                <c:pt idx="2551">
                  <c:v>0.27909899999999999</c:v>
                </c:pt>
                <c:pt idx="2552">
                  <c:v>0.27940399999999999</c:v>
                </c:pt>
                <c:pt idx="2553">
                  <c:v>0.27971000000000001</c:v>
                </c:pt>
                <c:pt idx="2554">
                  <c:v>0.28001500000000001</c:v>
                </c:pt>
                <c:pt idx="2555">
                  <c:v>0.28032000000000001</c:v>
                </c:pt>
                <c:pt idx="2556">
                  <c:v>0.28062599999999999</c:v>
                </c:pt>
                <c:pt idx="2557">
                  <c:v>0.28093099999999999</c:v>
                </c:pt>
                <c:pt idx="2558">
                  <c:v>0.28123700000000001</c:v>
                </c:pt>
                <c:pt idx="2559">
                  <c:v>0.28154200000000001</c:v>
                </c:pt>
                <c:pt idx="2560">
                  <c:v>0.28184700000000001</c:v>
                </c:pt>
                <c:pt idx="2561">
                  <c:v>0.28215299999999999</c:v>
                </c:pt>
                <c:pt idx="2562">
                  <c:v>0.28245799999999999</c:v>
                </c:pt>
                <c:pt idx="2563">
                  <c:v>0.28276400000000002</c:v>
                </c:pt>
                <c:pt idx="2564">
                  <c:v>0.28306900000000002</c:v>
                </c:pt>
                <c:pt idx="2565">
                  <c:v>0.28337400000000001</c:v>
                </c:pt>
                <c:pt idx="2566">
                  <c:v>0.28367999999999999</c:v>
                </c:pt>
                <c:pt idx="2567">
                  <c:v>0.28398499999999999</c:v>
                </c:pt>
                <c:pt idx="2568">
                  <c:v>0.28429100000000002</c:v>
                </c:pt>
                <c:pt idx="2569">
                  <c:v>0.28459600000000002</c:v>
                </c:pt>
                <c:pt idx="2570">
                  <c:v>0.28490100000000002</c:v>
                </c:pt>
                <c:pt idx="2571">
                  <c:v>0.28520699999999999</c:v>
                </c:pt>
                <c:pt idx="2572">
                  <c:v>0.28551199999999999</c:v>
                </c:pt>
                <c:pt idx="2573">
                  <c:v>0.28581800000000002</c:v>
                </c:pt>
                <c:pt idx="2574">
                  <c:v>0.28612300000000002</c:v>
                </c:pt>
                <c:pt idx="2575">
                  <c:v>0.28642800000000002</c:v>
                </c:pt>
                <c:pt idx="2576">
                  <c:v>0.28673399999999999</c:v>
                </c:pt>
                <c:pt idx="2577">
                  <c:v>0.28703899999999999</c:v>
                </c:pt>
                <c:pt idx="2578">
                  <c:v>0.28734500000000002</c:v>
                </c:pt>
                <c:pt idx="2579">
                  <c:v>0.28765000000000002</c:v>
                </c:pt>
                <c:pt idx="2580">
                  <c:v>0.28795500000000002</c:v>
                </c:pt>
                <c:pt idx="2581">
                  <c:v>0.28826099999999999</c:v>
                </c:pt>
                <c:pt idx="2582">
                  <c:v>0.28856599999999999</c:v>
                </c:pt>
                <c:pt idx="2583">
                  <c:v>0.28887200000000002</c:v>
                </c:pt>
                <c:pt idx="2584">
                  <c:v>0.28917700000000002</c:v>
                </c:pt>
                <c:pt idx="2585">
                  <c:v>0.28948200000000002</c:v>
                </c:pt>
                <c:pt idx="2586">
                  <c:v>0.28978799999999999</c:v>
                </c:pt>
                <c:pt idx="2587">
                  <c:v>0.29009299999999999</c:v>
                </c:pt>
                <c:pt idx="2588">
                  <c:v>0.29039900000000002</c:v>
                </c:pt>
                <c:pt idx="2589">
                  <c:v>0.29070400000000002</c:v>
                </c:pt>
                <c:pt idx="2590">
                  <c:v>0.29100900000000002</c:v>
                </c:pt>
                <c:pt idx="2591">
                  <c:v>0.29131499999999999</c:v>
                </c:pt>
                <c:pt idx="2592">
                  <c:v>0.29161999999999999</c:v>
                </c:pt>
                <c:pt idx="2593">
                  <c:v>0.29192600000000002</c:v>
                </c:pt>
                <c:pt idx="2594">
                  <c:v>0.29223100000000002</c:v>
                </c:pt>
                <c:pt idx="2595">
                  <c:v>0.29253600000000002</c:v>
                </c:pt>
                <c:pt idx="2596">
                  <c:v>0.29284199999999999</c:v>
                </c:pt>
                <c:pt idx="2597">
                  <c:v>0.29314699999999999</c:v>
                </c:pt>
                <c:pt idx="2598">
                  <c:v>0.29345300000000002</c:v>
                </c:pt>
                <c:pt idx="2599">
                  <c:v>0.29375800000000002</c:v>
                </c:pt>
                <c:pt idx="2600">
                  <c:v>0.29406300000000002</c:v>
                </c:pt>
                <c:pt idx="2601">
                  <c:v>0.29436899999999999</c:v>
                </c:pt>
                <c:pt idx="2602">
                  <c:v>0.29467399999999999</c:v>
                </c:pt>
                <c:pt idx="2603">
                  <c:v>0.29498000000000002</c:v>
                </c:pt>
                <c:pt idx="2604">
                  <c:v>0.29528500000000002</c:v>
                </c:pt>
                <c:pt idx="2605">
                  <c:v>0.29559000000000002</c:v>
                </c:pt>
                <c:pt idx="2606">
                  <c:v>0.29589599999999999</c:v>
                </c:pt>
                <c:pt idx="2607">
                  <c:v>0.29620099999999999</c:v>
                </c:pt>
                <c:pt idx="2608">
                  <c:v>0.29650599999999999</c:v>
                </c:pt>
                <c:pt idx="2609">
                  <c:v>0.29681200000000002</c:v>
                </c:pt>
                <c:pt idx="2610">
                  <c:v>0.29711700000000002</c:v>
                </c:pt>
                <c:pt idx="2611">
                  <c:v>0.29742299999999999</c:v>
                </c:pt>
                <c:pt idx="2612">
                  <c:v>0.29772799999999999</c:v>
                </c:pt>
                <c:pt idx="2613">
                  <c:v>0.29803299999999999</c:v>
                </c:pt>
                <c:pt idx="2614">
                  <c:v>0.29833900000000002</c:v>
                </c:pt>
                <c:pt idx="2615">
                  <c:v>0.29864400000000002</c:v>
                </c:pt>
                <c:pt idx="2616">
                  <c:v>0.29894999999999999</c:v>
                </c:pt>
                <c:pt idx="2617">
                  <c:v>0.29925499999999999</c:v>
                </c:pt>
                <c:pt idx="2618">
                  <c:v>0.29955999999999999</c:v>
                </c:pt>
                <c:pt idx="2619">
                  <c:v>0.29986600000000002</c:v>
                </c:pt>
                <c:pt idx="2620">
                  <c:v>0.30017100000000002</c:v>
                </c:pt>
                <c:pt idx="2621">
                  <c:v>0.30047699999999999</c:v>
                </c:pt>
                <c:pt idx="2622">
                  <c:v>0.30078199999999999</c:v>
                </c:pt>
                <c:pt idx="2623">
                  <c:v>0.30108699999999999</c:v>
                </c:pt>
                <c:pt idx="2624">
                  <c:v>0.30139300000000002</c:v>
                </c:pt>
                <c:pt idx="2625">
                  <c:v>0.30169800000000002</c:v>
                </c:pt>
                <c:pt idx="2626">
                  <c:v>0.30200399999999999</c:v>
                </c:pt>
                <c:pt idx="2627">
                  <c:v>0.30230899999999999</c:v>
                </c:pt>
                <c:pt idx="2628">
                  <c:v>0.30261399999999999</c:v>
                </c:pt>
                <c:pt idx="2629">
                  <c:v>0.30292000000000002</c:v>
                </c:pt>
                <c:pt idx="2630">
                  <c:v>0.30322500000000002</c:v>
                </c:pt>
                <c:pt idx="2631">
                  <c:v>0.303531</c:v>
                </c:pt>
                <c:pt idx="2632">
                  <c:v>0.30383599999999999</c:v>
                </c:pt>
                <c:pt idx="2633">
                  <c:v>0.30414099999999999</c:v>
                </c:pt>
                <c:pt idx="2634">
                  <c:v>0.30444700000000002</c:v>
                </c:pt>
                <c:pt idx="2635">
                  <c:v>0.30475200000000002</c:v>
                </c:pt>
                <c:pt idx="2636">
                  <c:v>0.305058</c:v>
                </c:pt>
                <c:pt idx="2637">
                  <c:v>0.305363</c:v>
                </c:pt>
                <c:pt idx="2638">
                  <c:v>0.305668</c:v>
                </c:pt>
                <c:pt idx="2639">
                  <c:v>0.30597400000000002</c:v>
                </c:pt>
                <c:pt idx="2640">
                  <c:v>0.30627900000000002</c:v>
                </c:pt>
                <c:pt idx="2641">
                  <c:v>0.306585</c:v>
                </c:pt>
                <c:pt idx="2642">
                  <c:v>0.30689</c:v>
                </c:pt>
                <c:pt idx="2643">
                  <c:v>0.307195</c:v>
                </c:pt>
                <c:pt idx="2644">
                  <c:v>0.30750100000000002</c:v>
                </c:pt>
                <c:pt idx="2645">
                  <c:v>0.30780600000000002</c:v>
                </c:pt>
                <c:pt idx="2646">
                  <c:v>0.308112</c:v>
                </c:pt>
                <c:pt idx="2647">
                  <c:v>0.308417</c:v>
                </c:pt>
                <c:pt idx="2648">
                  <c:v>0.308722</c:v>
                </c:pt>
                <c:pt idx="2649">
                  <c:v>0.30902800000000002</c:v>
                </c:pt>
                <c:pt idx="2650">
                  <c:v>0.30933300000000002</c:v>
                </c:pt>
                <c:pt idx="2651">
                  <c:v>0.309639</c:v>
                </c:pt>
                <c:pt idx="2652">
                  <c:v>0.309944</c:v>
                </c:pt>
                <c:pt idx="2653">
                  <c:v>0.310249</c:v>
                </c:pt>
                <c:pt idx="2654">
                  <c:v>0.31055500000000003</c:v>
                </c:pt>
                <c:pt idx="2655">
                  <c:v>0.31086000000000003</c:v>
                </c:pt>
                <c:pt idx="2656">
                  <c:v>0.311166</c:v>
                </c:pt>
                <c:pt idx="2657">
                  <c:v>0.311471</c:v>
                </c:pt>
                <c:pt idx="2658">
                  <c:v>0.311776</c:v>
                </c:pt>
                <c:pt idx="2659">
                  <c:v>0.31208200000000003</c:v>
                </c:pt>
                <c:pt idx="2660">
                  <c:v>0.31238700000000003</c:v>
                </c:pt>
                <c:pt idx="2661">
                  <c:v>0.312693</c:v>
                </c:pt>
                <c:pt idx="2662">
                  <c:v>0.312998</c:v>
                </c:pt>
                <c:pt idx="2663">
                  <c:v>0.313303</c:v>
                </c:pt>
                <c:pt idx="2664">
                  <c:v>0.31360900000000003</c:v>
                </c:pt>
                <c:pt idx="2665">
                  <c:v>0.31391400000000003</c:v>
                </c:pt>
                <c:pt idx="2666">
                  <c:v>0.31422</c:v>
                </c:pt>
                <c:pt idx="2667">
                  <c:v>0.314525</c:v>
                </c:pt>
                <c:pt idx="2668">
                  <c:v>0.31483</c:v>
                </c:pt>
                <c:pt idx="2669">
                  <c:v>0.31513600000000003</c:v>
                </c:pt>
                <c:pt idx="2670">
                  <c:v>0.31544100000000003</c:v>
                </c:pt>
                <c:pt idx="2671">
                  <c:v>0.315747</c:v>
                </c:pt>
                <c:pt idx="2672">
                  <c:v>0.316052</c:v>
                </c:pt>
                <c:pt idx="2673">
                  <c:v>0.316357</c:v>
                </c:pt>
                <c:pt idx="2674">
                  <c:v>0.31666299999999997</c:v>
                </c:pt>
                <c:pt idx="2675">
                  <c:v>0.31696800000000003</c:v>
                </c:pt>
                <c:pt idx="2676">
                  <c:v>0.317274</c:v>
                </c:pt>
                <c:pt idx="2677">
                  <c:v>0.317579</c:v>
                </c:pt>
                <c:pt idx="2678">
                  <c:v>0.317884</c:v>
                </c:pt>
                <c:pt idx="2679">
                  <c:v>0.31818999999999997</c:v>
                </c:pt>
                <c:pt idx="2680">
                  <c:v>0.31849499999999997</c:v>
                </c:pt>
                <c:pt idx="2681">
                  <c:v>0.318801</c:v>
                </c:pt>
                <c:pt idx="2682">
                  <c:v>0.319106</c:v>
                </c:pt>
                <c:pt idx="2683">
                  <c:v>0.319411</c:v>
                </c:pt>
                <c:pt idx="2684">
                  <c:v>0.31971699999999997</c:v>
                </c:pt>
                <c:pt idx="2685">
                  <c:v>0.32002199999999997</c:v>
                </c:pt>
                <c:pt idx="2686">
                  <c:v>0.320328</c:v>
                </c:pt>
                <c:pt idx="2687">
                  <c:v>0.320633</c:v>
                </c:pt>
                <c:pt idx="2688">
                  <c:v>0.320938</c:v>
                </c:pt>
                <c:pt idx="2689">
                  <c:v>0.32124399999999997</c:v>
                </c:pt>
                <c:pt idx="2690">
                  <c:v>0.32154899999999997</c:v>
                </c:pt>
                <c:pt idx="2691">
                  <c:v>0.32185399999999997</c:v>
                </c:pt>
                <c:pt idx="2692">
                  <c:v>0.32216</c:v>
                </c:pt>
                <c:pt idx="2693">
                  <c:v>0.322465</c:v>
                </c:pt>
                <c:pt idx="2694">
                  <c:v>0.32277099999999997</c:v>
                </c:pt>
                <c:pt idx="2695">
                  <c:v>0.32307599999999997</c:v>
                </c:pt>
                <c:pt idx="2696">
                  <c:v>0.32338099999999997</c:v>
                </c:pt>
                <c:pt idx="2697">
                  <c:v>0.323687</c:v>
                </c:pt>
                <c:pt idx="2698">
                  <c:v>0.323992</c:v>
                </c:pt>
                <c:pt idx="2699">
                  <c:v>0.32429799999999998</c:v>
                </c:pt>
                <c:pt idx="2700">
                  <c:v>0.32460299999999997</c:v>
                </c:pt>
                <c:pt idx="2701">
                  <c:v>0.32490799999999997</c:v>
                </c:pt>
                <c:pt idx="2702">
                  <c:v>0.325214</c:v>
                </c:pt>
                <c:pt idx="2703">
                  <c:v>0.325519</c:v>
                </c:pt>
                <c:pt idx="2704">
                  <c:v>0.32582499999999998</c:v>
                </c:pt>
                <c:pt idx="2705">
                  <c:v>0.32612999999999998</c:v>
                </c:pt>
                <c:pt idx="2706">
                  <c:v>0.32643499999999998</c:v>
                </c:pt>
                <c:pt idx="2707">
                  <c:v>0.326741</c:v>
                </c:pt>
                <c:pt idx="2708">
                  <c:v>0.327046</c:v>
                </c:pt>
                <c:pt idx="2709">
                  <c:v>0.32735199999999998</c:v>
                </c:pt>
                <c:pt idx="2710">
                  <c:v>0.32765699999999998</c:v>
                </c:pt>
                <c:pt idx="2711">
                  <c:v>0.32796199999999998</c:v>
                </c:pt>
                <c:pt idx="2712">
                  <c:v>0.328268</c:v>
                </c:pt>
                <c:pt idx="2713">
                  <c:v>0.328573</c:v>
                </c:pt>
                <c:pt idx="2714">
                  <c:v>0.32887899999999998</c:v>
                </c:pt>
                <c:pt idx="2715">
                  <c:v>0.32918399999999998</c:v>
                </c:pt>
                <c:pt idx="2716">
                  <c:v>0.32948899999999998</c:v>
                </c:pt>
                <c:pt idx="2717">
                  <c:v>0.329795</c:v>
                </c:pt>
                <c:pt idx="2718">
                  <c:v>0.3301</c:v>
                </c:pt>
                <c:pt idx="2719">
                  <c:v>0.33040599999999998</c:v>
                </c:pt>
                <c:pt idx="2720">
                  <c:v>0.33071099999999998</c:v>
                </c:pt>
                <c:pt idx="2721">
                  <c:v>0.33101599999999998</c:v>
                </c:pt>
                <c:pt idx="2722">
                  <c:v>0.33132200000000001</c:v>
                </c:pt>
                <c:pt idx="2723">
                  <c:v>0.33162700000000001</c:v>
                </c:pt>
                <c:pt idx="2724">
                  <c:v>0.33193299999999998</c:v>
                </c:pt>
                <c:pt idx="2725">
                  <c:v>0.33223799999999998</c:v>
                </c:pt>
                <c:pt idx="2726">
                  <c:v>0.33254299999999998</c:v>
                </c:pt>
                <c:pt idx="2727">
                  <c:v>0.33284900000000001</c:v>
                </c:pt>
                <c:pt idx="2728">
                  <c:v>0.33315400000000001</c:v>
                </c:pt>
                <c:pt idx="2729">
                  <c:v>0.33345999999999998</c:v>
                </c:pt>
                <c:pt idx="2730">
                  <c:v>0.33376499999999998</c:v>
                </c:pt>
                <c:pt idx="2731">
                  <c:v>0.33406999999999998</c:v>
                </c:pt>
                <c:pt idx="2732">
                  <c:v>0.33437600000000001</c:v>
                </c:pt>
                <c:pt idx="2733">
                  <c:v>0.33468100000000001</c:v>
                </c:pt>
                <c:pt idx="2734">
                  <c:v>0.33498699999999998</c:v>
                </c:pt>
                <c:pt idx="2735">
                  <c:v>0.33529199999999998</c:v>
                </c:pt>
                <c:pt idx="2736">
                  <c:v>0.33559699999999998</c:v>
                </c:pt>
                <c:pt idx="2737">
                  <c:v>0.33590300000000001</c:v>
                </c:pt>
                <c:pt idx="2738">
                  <c:v>0.33620800000000001</c:v>
                </c:pt>
                <c:pt idx="2739">
                  <c:v>0.33651399999999998</c:v>
                </c:pt>
                <c:pt idx="2740">
                  <c:v>0.33681899999999998</c:v>
                </c:pt>
                <c:pt idx="2741">
                  <c:v>0.33712399999999998</c:v>
                </c:pt>
                <c:pt idx="2742">
                  <c:v>0.33743000000000001</c:v>
                </c:pt>
                <c:pt idx="2743">
                  <c:v>0.33773500000000001</c:v>
                </c:pt>
                <c:pt idx="2744">
                  <c:v>0.33804099999999998</c:v>
                </c:pt>
                <c:pt idx="2745">
                  <c:v>0.33834599999999998</c:v>
                </c:pt>
                <c:pt idx="2746">
                  <c:v>0.33865099999999998</c:v>
                </c:pt>
                <c:pt idx="2747">
                  <c:v>0.33895700000000001</c:v>
                </c:pt>
                <c:pt idx="2748">
                  <c:v>0.33926200000000001</c:v>
                </c:pt>
                <c:pt idx="2749">
                  <c:v>0.33956799999999998</c:v>
                </c:pt>
                <c:pt idx="2750">
                  <c:v>0.33987299999999998</c:v>
                </c:pt>
                <c:pt idx="2751">
                  <c:v>0.34017799999999998</c:v>
                </c:pt>
                <c:pt idx="2752">
                  <c:v>0.34048400000000001</c:v>
                </c:pt>
                <c:pt idx="2753">
                  <c:v>0.34078900000000001</c:v>
                </c:pt>
                <c:pt idx="2754">
                  <c:v>0.34109499999999998</c:v>
                </c:pt>
                <c:pt idx="2755">
                  <c:v>0.34139999999999998</c:v>
                </c:pt>
                <c:pt idx="2756">
                  <c:v>0.34170499999999998</c:v>
                </c:pt>
                <c:pt idx="2757">
                  <c:v>0.34201100000000001</c:v>
                </c:pt>
                <c:pt idx="2758">
                  <c:v>0.34231600000000001</c:v>
                </c:pt>
                <c:pt idx="2759">
                  <c:v>0.34262199999999998</c:v>
                </c:pt>
                <c:pt idx="2760">
                  <c:v>0.34292699999999998</c:v>
                </c:pt>
                <c:pt idx="2761">
                  <c:v>0.34323199999999998</c:v>
                </c:pt>
                <c:pt idx="2762">
                  <c:v>0.34353800000000001</c:v>
                </c:pt>
                <c:pt idx="2763">
                  <c:v>0.34384300000000001</c:v>
                </c:pt>
                <c:pt idx="2764">
                  <c:v>0.34414899999999998</c:v>
                </c:pt>
                <c:pt idx="2765">
                  <c:v>0.34445399999999998</c:v>
                </c:pt>
                <c:pt idx="2766">
                  <c:v>0.34475899999999998</c:v>
                </c:pt>
                <c:pt idx="2767">
                  <c:v>0.34506500000000001</c:v>
                </c:pt>
                <c:pt idx="2768">
                  <c:v>0.34537000000000001</c:v>
                </c:pt>
                <c:pt idx="2769">
                  <c:v>0.34567599999999998</c:v>
                </c:pt>
                <c:pt idx="2770">
                  <c:v>0.34598099999999998</c:v>
                </c:pt>
                <c:pt idx="2771">
                  <c:v>0.34628599999999998</c:v>
                </c:pt>
                <c:pt idx="2772">
                  <c:v>0.34659200000000001</c:v>
                </c:pt>
                <c:pt idx="2773">
                  <c:v>0.34689700000000001</c:v>
                </c:pt>
                <c:pt idx="2774">
                  <c:v>0.34720200000000001</c:v>
                </c:pt>
                <c:pt idx="2775">
                  <c:v>0.34750799999999998</c:v>
                </c:pt>
                <c:pt idx="2776">
                  <c:v>0.34781299999999998</c:v>
                </c:pt>
                <c:pt idx="2777">
                  <c:v>0.34811900000000001</c:v>
                </c:pt>
                <c:pt idx="2778">
                  <c:v>0.34842400000000001</c:v>
                </c:pt>
                <c:pt idx="2779">
                  <c:v>0.34872900000000001</c:v>
                </c:pt>
                <c:pt idx="2780">
                  <c:v>0.34903499999999998</c:v>
                </c:pt>
                <c:pt idx="2781">
                  <c:v>0.34933999999999998</c:v>
                </c:pt>
                <c:pt idx="2782">
                  <c:v>0.34964600000000001</c:v>
                </c:pt>
                <c:pt idx="2783">
                  <c:v>0.34995100000000001</c:v>
                </c:pt>
                <c:pt idx="2784">
                  <c:v>0.35025600000000001</c:v>
                </c:pt>
                <c:pt idx="2785">
                  <c:v>0.35056199999999998</c:v>
                </c:pt>
                <c:pt idx="2786">
                  <c:v>0.35086699999999998</c:v>
                </c:pt>
                <c:pt idx="2787">
                  <c:v>0.35117300000000001</c:v>
                </c:pt>
                <c:pt idx="2788">
                  <c:v>0.35147800000000001</c:v>
                </c:pt>
                <c:pt idx="2789">
                  <c:v>0.35178300000000001</c:v>
                </c:pt>
                <c:pt idx="2790">
                  <c:v>0.35208899999999999</c:v>
                </c:pt>
                <c:pt idx="2791">
                  <c:v>0.35239399999999999</c:v>
                </c:pt>
                <c:pt idx="2792">
                  <c:v>0.35270000000000001</c:v>
                </c:pt>
                <c:pt idx="2793">
                  <c:v>0.35300500000000001</c:v>
                </c:pt>
                <c:pt idx="2794">
                  <c:v>0.35331000000000001</c:v>
                </c:pt>
                <c:pt idx="2795">
                  <c:v>0.35361599999999999</c:v>
                </c:pt>
                <c:pt idx="2796">
                  <c:v>0.35392099999999999</c:v>
                </c:pt>
                <c:pt idx="2797">
                  <c:v>0.35422700000000001</c:v>
                </c:pt>
                <c:pt idx="2798">
                  <c:v>0.35453200000000001</c:v>
                </c:pt>
                <c:pt idx="2799">
                  <c:v>0.35483700000000001</c:v>
                </c:pt>
                <c:pt idx="2800">
                  <c:v>0.35514299999999999</c:v>
                </c:pt>
                <c:pt idx="2801">
                  <c:v>0.35544799999999999</c:v>
                </c:pt>
                <c:pt idx="2802">
                  <c:v>0.35575400000000001</c:v>
                </c:pt>
                <c:pt idx="2803">
                  <c:v>0.35605900000000001</c:v>
                </c:pt>
                <c:pt idx="2804">
                  <c:v>0.35636400000000001</c:v>
                </c:pt>
                <c:pt idx="2805">
                  <c:v>0.35666999999999999</c:v>
                </c:pt>
                <c:pt idx="2806">
                  <c:v>0.35697499999999999</c:v>
                </c:pt>
                <c:pt idx="2807">
                  <c:v>0.35728100000000002</c:v>
                </c:pt>
                <c:pt idx="2808">
                  <c:v>0.35758600000000001</c:v>
                </c:pt>
                <c:pt idx="2809">
                  <c:v>0.35789100000000001</c:v>
                </c:pt>
                <c:pt idx="2810">
                  <c:v>0.35819699999999999</c:v>
                </c:pt>
                <c:pt idx="2811">
                  <c:v>0.35850199999999999</c:v>
                </c:pt>
                <c:pt idx="2812">
                  <c:v>0.35880800000000002</c:v>
                </c:pt>
                <c:pt idx="2813">
                  <c:v>0.35911300000000002</c:v>
                </c:pt>
                <c:pt idx="2814">
                  <c:v>0.35941800000000002</c:v>
                </c:pt>
                <c:pt idx="2815">
                  <c:v>0.35972399999999999</c:v>
                </c:pt>
                <c:pt idx="2816">
                  <c:v>0.36002899999999999</c:v>
                </c:pt>
                <c:pt idx="2817">
                  <c:v>0.36033500000000002</c:v>
                </c:pt>
                <c:pt idx="2818">
                  <c:v>0.36064000000000002</c:v>
                </c:pt>
                <c:pt idx="2819">
                  <c:v>0.36094500000000002</c:v>
                </c:pt>
                <c:pt idx="2820">
                  <c:v>0.36125099999999999</c:v>
                </c:pt>
                <c:pt idx="2821">
                  <c:v>0.36155599999999999</c:v>
                </c:pt>
                <c:pt idx="2822">
                  <c:v>0.36186200000000002</c:v>
                </c:pt>
                <c:pt idx="2823">
                  <c:v>0.36216700000000002</c:v>
                </c:pt>
                <c:pt idx="2824">
                  <c:v>0.36247200000000002</c:v>
                </c:pt>
                <c:pt idx="2825">
                  <c:v>0.36277799999999999</c:v>
                </c:pt>
                <c:pt idx="2826">
                  <c:v>0.36308299999999999</c:v>
                </c:pt>
                <c:pt idx="2827">
                  <c:v>0.36338900000000002</c:v>
                </c:pt>
                <c:pt idx="2828">
                  <c:v>0.36369400000000002</c:v>
                </c:pt>
                <c:pt idx="2829">
                  <c:v>0.36399900000000002</c:v>
                </c:pt>
                <c:pt idx="2830">
                  <c:v>0.36430499999999999</c:v>
                </c:pt>
                <c:pt idx="2831">
                  <c:v>0.36460999999999999</c:v>
                </c:pt>
                <c:pt idx="2832">
                  <c:v>0.36491600000000002</c:v>
                </c:pt>
                <c:pt idx="2833">
                  <c:v>0.36522100000000002</c:v>
                </c:pt>
                <c:pt idx="2834">
                  <c:v>0.36552600000000002</c:v>
                </c:pt>
                <c:pt idx="2835">
                  <c:v>0.36583199999999999</c:v>
                </c:pt>
                <c:pt idx="2836">
                  <c:v>0.36613699999999999</c:v>
                </c:pt>
                <c:pt idx="2837">
                  <c:v>0.36644300000000002</c:v>
                </c:pt>
                <c:pt idx="2838">
                  <c:v>0.36674800000000002</c:v>
                </c:pt>
                <c:pt idx="2839">
                  <c:v>0.36705300000000002</c:v>
                </c:pt>
                <c:pt idx="2840">
                  <c:v>0.36735899999999999</c:v>
                </c:pt>
                <c:pt idx="2841">
                  <c:v>0.36766399999999999</c:v>
                </c:pt>
                <c:pt idx="2842">
                  <c:v>0.36797000000000002</c:v>
                </c:pt>
                <c:pt idx="2843">
                  <c:v>0.36827500000000002</c:v>
                </c:pt>
                <c:pt idx="2844">
                  <c:v>0.36858000000000002</c:v>
                </c:pt>
                <c:pt idx="2845">
                  <c:v>0.36888599999999999</c:v>
                </c:pt>
                <c:pt idx="2846">
                  <c:v>0.36919099999999999</c:v>
                </c:pt>
                <c:pt idx="2847">
                  <c:v>0.36949700000000002</c:v>
                </c:pt>
                <c:pt idx="2848">
                  <c:v>0.36980200000000002</c:v>
                </c:pt>
                <c:pt idx="2849">
                  <c:v>0.37010700000000002</c:v>
                </c:pt>
                <c:pt idx="2850">
                  <c:v>0.37041299999999999</c:v>
                </c:pt>
                <c:pt idx="2851">
                  <c:v>0.37071799999999999</c:v>
                </c:pt>
                <c:pt idx="2852">
                  <c:v>0.37102400000000002</c:v>
                </c:pt>
                <c:pt idx="2853">
                  <c:v>0.37132900000000002</c:v>
                </c:pt>
                <c:pt idx="2854">
                  <c:v>0.37163400000000002</c:v>
                </c:pt>
                <c:pt idx="2855">
                  <c:v>0.37193999999999999</c:v>
                </c:pt>
                <c:pt idx="2856">
                  <c:v>0.37224499999999999</c:v>
                </c:pt>
                <c:pt idx="2857">
                  <c:v>0.37255100000000002</c:v>
                </c:pt>
                <c:pt idx="2858">
                  <c:v>0.37285600000000002</c:v>
                </c:pt>
                <c:pt idx="2859">
                  <c:v>0.37316100000000002</c:v>
                </c:pt>
                <c:pt idx="2860">
                  <c:v>0.37346699999999999</c:v>
                </c:pt>
                <c:pt idx="2861">
                  <c:v>0.37377199999999999</c:v>
                </c:pt>
                <c:pt idx="2862">
                  <c:v>0.37407699999999999</c:v>
                </c:pt>
                <c:pt idx="2863">
                  <c:v>0.37438300000000002</c:v>
                </c:pt>
                <c:pt idx="2864">
                  <c:v>0.37468800000000002</c:v>
                </c:pt>
                <c:pt idx="2865">
                  <c:v>0.37499399999999999</c:v>
                </c:pt>
                <c:pt idx="2866">
                  <c:v>0.37529899999999999</c:v>
                </c:pt>
                <c:pt idx="2867">
                  <c:v>0.37560399999999999</c:v>
                </c:pt>
                <c:pt idx="2868">
                  <c:v>0.37591000000000002</c:v>
                </c:pt>
                <c:pt idx="2869">
                  <c:v>0.37621500000000002</c:v>
                </c:pt>
                <c:pt idx="2870">
                  <c:v>0.37652099999999999</c:v>
                </c:pt>
                <c:pt idx="2871">
                  <c:v>0.37682599999999999</c:v>
                </c:pt>
                <c:pt idx="2872">
                  <c:v>0.37713099999999999</c:v>
                </c:pt>
                <c:pt idx="2873">
                  <c:v>0.37743700000000002</c:v>
                </c:pt>
                <c:pt idx="2874">
                  <c:v>0.37774200000000002</c:v>
                </c:pt>
                <c:pt idx="2875">
                  <c:v>0.378048</c:v>
                </c:pt>
                <c:pt idx="2876">
                  <c:v>0.37835299999999999</c:v>
                </c:pt>
                <c:pt idx="2877">
                  <c:v>0.37865799999999999</c:v>
                </c:pt>
                <c:pt idx="2878">
                  <c:v>0.37896400000000002</c:v>
                </c:pt>
                <c:pt idx="2879">
                  <c:v>0.37926900000000002</c:v>
                </c:pt>
                <c:pt idx="2880">
                  <c:v>0.379575</c:v>
                </c:pt>
                <c:pt idx="2881">
                  <c:v>0.37988</c:v>
                </c:pt>
                <c:pt idx="2882">
                  <c:v>0.380185</c:v>
                </c:pt>
                <c:pt idx="2883">
                  <c:v>0.38049100000000002</c:v>
                </c:pt>
                <c:pt idx="2884">
                  <c:v>0.38079600000000002</c:v>
                </c:pt>
                <c:pt idx="2885">
                  <c:v>0.381102</c:v>
                </c:pt>
                <c:pt idx="2886">
                  <c:v>0.381407</c:v>
                </c:pt>
                <c:pt idx="2887">
                  <c:v>0.381712</c:v>
                </c:pt>
                <c:pt idx="2888">
                  <c:v>0.38201800000000002</c:v>
                </c:pt>
                <c:pt idx="2889">
                  <c:v>0.38232300000000002</c:v>
                </c:pt>
                <c:pt idx="2890">
                  <c:v>0.382629</c:v>
                </c:pt>
                <c:pt idx="2891">
                  <c:v>0.382934</c:v>
                </c:pt>
                <c:pt idx="2892">
                  <c:v>0.383239</c:v>
                </c:pt>
                <c:pt idx="2893">
                  <c:v>0.38354500000000002</c:v>
                </c:pt>
                <c:pt idx="2894">
                  <c:v>0.38385000000000002</c:v>
                </c:pt>
                <c:pt idx="2895">
                  <c:v>0.384156</c:v>
                </c:pt>
                <c:pt idx="2896">
                  <c:v>0.384461</c:v>
                </c:pt>
                <c:pt idx="2897">
                  <c:v>0.384766</c:v>
                </c:pt>
                <c:pt idx="2898">
                  <c:v>0.38507200000000003</c:v>
                </c:pt>
                <c:pt idx="2899">
                  <c:v>0.38537700000000003</c:v>
                </c:pt>
                <c:pt idx="2900">
                  <c:v>0.385683</c:v>
                </c:pt>
                <c:pt idx="2901">
                  <c:v>0.385988</c:v>
                </c:pt>
                <c:pt idx="2902">
                  <c:v>0.386293</c:v>
                </c:pt>
                <c:pt idx="2903">
                  <c:v>0.38659900000000003</c:v>
                </c:pt>
                <c:pt idx="2904">
                  <c:v>0.38690400000000003</c:v>
                </c:pt>
                <c:pt idx="2905">
                  <c:v>0.38721</c:v>
                </c:pt>
                <c:pt idx="2906">
                  <c:v>0.387515</c:v>
                </c:pt>
                <c:pt idx="2907">
                  <c:v>0.38782</c:v>
                </c:pt>
                <c:pt idx="2908">
                  <c:v>0.38812600000000003</c:v>
                </c:pt>
                <c:pt idx="2909">
                  <c:v>0.38843100000000003</c:v>
                </c:pt>
                <c:pt idx="2910">
                  <c:v>0.388737</c:v>
                </c:pt>
                <c:pt idx="2911">
                  <c:v>0.389042</c:v>
                </c:pt>
                <c:pt idx="2912">
                  <c:v>0.389347</c:v>
                </c:pt>
                <c:pt idx="2913">
                  <c:v>0.38965300000000003</c:v>
                </c:pt>
                <c:pt idx="2914">
                  <c:v>0.38995800000000003</c:v>
                </c:pt>
                <c:pt idx="2915">
                  <c:v>0.390264</c:v>
                </c:pt>
                <c:pt idx="2916">
                  <c:v>0.390569</c:v>
                </c:pt>
                <c:pt idx="2917">
                  <c:v>0.390874</c:v>
                </c:pt>
                <c:pt idx="2918">
                  <c:v>0.39118000000000003</c:v>
                </c:pt>
                <c:pt idx="2919">
                  <c:v>0.39148500000000003</c:v>
                </c:pt>
                <c:pt idx="2920">
                  <c:v>0.391791</c:v>
                </c:pt>
                <c:pt idx="2921">
                  <c:v>0.392096</c:v>
                </c:pt>
                <c:pt idx="2922">
                  <c:v>0.392401</c:v>
                </c:pt>
                <c:pt idx="2923">
                  <c:v>0.39270699999999997</c:v>
                </c:pt>
                <c:pt idx="2924">
                  <c:v>0.39301199999999997</c:v>
                </c:pt>
                <c:pt idx="2925">
                  <c:v>0.393318</c:v>
                </c:pt>
                <c:pt idx="2926">
                  <c:v>0.393623</c:v>
                </c:pt>
                <c:pt idx="2927">
                  <c:v>0.393928</c:v>
                </c:pt>
                <c:pt idx="2928">
                  <c:v>0.39423399999999997</c:v>
                </c:pt>
                <c:pt idx="2929">
                  <c:v>0.39453899999999997</c:v>
                </c:pt>
                <c:pt idx="2930">
                  <c:v>0.394845</c:v>
                </c:pt>
                <c:pt idx="2931">
                  <c:v>0.39515</c:v>
                </c:pt>
                <c:pt idx="2932">
                  <c:v>0.395455</c:v>
                </c:pt>
                <c:pt idx="2933">
                  <c:v>0.39576099999999997</c:v>
                </c:pt>
                <c:pt idx="2934">
                  <c:v>0.39606599999999997</c:v>
                </c:pt>
                <c:pt idx="2935">
                  <c:v>0.396372</c:v>
                </c:pt>
                <c:pt idx="2936">
                  <c:v>0.396677</c:v>
                </c:pt>
                <c:pt idx="2937">
                  <c:v>0.396982</c:v>
                </c:pt>
                <c:pt idx="2938">
                  <c:v>0.39728799999999997</c:v>
                </c:pt>
                <c:pt idx="2939">
                  <c:v>0.39759299999999997</c:v>
                </c:pt>
                <c:pt idx="2940">
                  <c:v>0.397899</c:v>
                </c:pt>
                <c:pt idx="2941">
                  <c:v>0.398204</c:v>
                </c:pt>
                <c:pt idx="2942">
                  <c:v>0.398509</c:v>
                </c:pt>
                <c:pt idx="2943">
                  <c:v>0.39881499999999998</c:v>
                </c:pt>
                <c:pt idx="2944">
                  <c:v>0.39911999999999997</c:v>
                </c:pt>
                <c:pt idx="2945">
                  <c:v>0.39942499999999997</c:v>
                </c:pt>
                <c:pt idx="2946">
                  <c:v>0.399731</c:v>
                </c:pt>
                <c:pt idx="2947">
                  <c:v>0.400036</c:v>
                </c:pt>
                <c:pt idx="2948">
                  <c:v>0.40034199999999998</c:v>
                </c:pt>
                <c:pt idx="2949">
                  <c:v>0.40064699999999998</c:v>
                </c:pt>
                <c:pt idx="2950">
                  <c:v>0.40095199999999998</c:v>
                </c:pt>
                <c:pt idx="2951">
                  <c:v>0.401258</c:v>
                </c:pt>
                <c:pt idx="2952">
                  <c:v>0.401563</c:v>
                </c:pt>
                <c:pt idx="2953">
                  <c:v>0.40186899999999998</c:v>
                </c:pt>
                <c:pt idx="2954">
                  <c:v>0.40217399999999998</c:v>
                </c:pt>
                <c:pt idx="2955">
                  <c:v>0.40247899999999998</c:v>
                </c:pt>
                <c:pt idx="2956">
                  <c:v>0.402785</c:v>
                </c:pt>
                <c:pt idx="2957">
                  <c:v>0.40309</c:v>
                </c:pt>
                <c:pt idx="2958">
                  <c:v>0.40339599999999998</c:v>
                </c:pt>
                <c:pt idx="2959">
                  <c:v>0.40370099999999998</c:v>
                </c:pt>
                <c:pt idx="2960">
                  <c:v>0.40400599999999998</c:v>
                </c:pt>
                <c:pt idx="2961">
                  <c:v>0.404312</c:v>
                </c:pt>
                <c:pt idx="2962">
                  <c:v>0.404617</c:v>
                </c:pt>
                <c:pt idx="2963">
                  <c:v>0.40492299999999998</c:v>
                </c:pt>
                <c:pt idx="2964">
                  <c:v>0.40522799999999998</c:v>
                </c:pt>
                <c:pt idx="2965">
                  <c:v>0.40553299999999998</c:v>
                </c:pt>
                <c:pt idx="2966">
                  <c:v>0.40583900000000001</c:v>
                </c:pt>
                <c:pt idx="2967">
                  <c:v>0.40614400000000001</c:v>
                </c:pt>
                <c:pt idx="2968">
                  <c:v>0.40644999999999998</c:v>
                </c:pt>
                <c:pt idx="2969">
                  <c:v>0.40675499999999998</c:v>
                </c:pt>
                <c:pt idx="2970">
                  <c:v>0.40705999999999998</c:v>
                </c:pt>
                <c:pt idx="2971">
                  <c:v>0.40736600000000001</c:v>
                </c:pt>
                <c:pt idx="2972">
                  <c:v>0.40767100000000001</c:v>
                </c:pt>
                <c:pt idx="2973">
                  <c:v>0.40797699999999998</c:v>
                </c:pt>
                <c:pt idx="2974">
                  <c:v>0.40828199999999998</c:v>
                </c:pt>
                <c:pt idx="2975">
                  <c:v>0.40858699999999998</c:v>
                </c:pt>
                <c:pt idx="2976">
                  <c:v>0.40889300000000001</c:v>
                </c:pt>
                <c:pt idx="2977">
                  <c:v>0.40919800000000001</c:v>
                </c:pt>
                <c:pt idx="2978">
                  <c:v>0.40950399999999998</c:v>
                </c:pt>
                <c:pt idx="2979">
                  <c:v>0.40980899999999998</c:v>
                </c:pt>
                <c:pt idx="2980">
                  <c:v>0.41011399999999998</c:v>
                </c:pt>
                <c:pt idx="2981">
                  <c:v>0.41042000000000001</c:v>
                </c:pt>
                <c:pt idx="2982">
                  <c:v>0.41072500000000001</c:v>
                </c:pt>
                <c:pt idx="2983">
                  <c:v>0.41103099999999998</c:v>
                </c:pt>
                <c:pt idx="2984">
                  <c:v>0.41133599999999998</c:v>
                </c:pt>
                <c:pt idx="2985">
                  <c:v>0.41164099999999998</c:v>
                </c:pt>
                <c:pt idx="2986">
                  <c:v>0.41194700000000001</c:v>
                </c:pt>
                <c:pt idx="2987">
                  <c:v>0.41225200000000001</c:v>
                </c:pt>
                <c:pt idx="2988">
                  <c:v>0.41255799999999998</c:v>
                </c:pt>
                <c:pt idx="2989">
                  <c:v>0.41286299999999998</c:v>
                </c:pt>
                <c:pt idx="2990">
                  <c:v>0.41316799999999998</c:v>
                </c:pt>
                <c:pt idx="2991">
                  <c:v>0.41347400000000001</c:v>
                </c:pt>
                <c:pt idx="2992">
                  <c:v>0.41377900000000001</c:v>
                </c:pt>
                <c:pt idx="2993">
                  <c:v>0.41408499999999998</c:v>
                </c:pt>
                <c:pt idx="2994">
                  <c:v>0.41438999999999998</c:v>
                </c:pt>
                <c:pt idx="2995">
                  <c:v>0.41469499999999998</c:v>
                </c:pt>
                <c:pt idx="2996">
                  <c:v>0.41500100000000001</c:v>
                </c:pt>
                <c:pt idx="2997">
                  <c:v>0.41530600000000001</c:v>
                </c:pt>
                <c:pt idx="2998">
                  <c:v>0.41561199999999998</c:v>
                </c:pt>
                <c:pt idx="2999">
                  <c:v>0.41591699999999998</c:v>
                </c:pt>
                <c:pt idx="3000">
                  <c:v>0.41622199999999998</c:v>
                </c:pt>
                <c:pt idx="3001">
                  <c:v>0.41652800000000001</c:v>
                </c:pt>
                <c:pt idx="3002">
                  <c:v>0.41683300000000001</c:v>
                </c:pt>
                <c:pt idx="3003">
                  <c:v>0.41713899999999998</c:v>
                </c:pt>
                <c:pt idx="3004">
                  <c:v>0.41744399999999998</c:v>
                </c:pt>
                <c:pt idx="3005">
                  <c:v>0.41774899999999998</c:v>
                </c:pt>
                <c:pt idx="3006">
                  <c:v>0.41805500000000001</c:v>
                </c:pt>
                <c:pt idx="3007">
                  <c:v>0.41836000000000001</c:v>
                </c:pt>
                <c:pt idx="3008">
                  <c:v>0.41866599999999998</c:v>
                </c:pt>
                <c:pt idx="3009">
                  <c:v>0.41897099999999998</c:v>
                </c:pt>
                <c:pt idx="3010">
                  <c:v>0.41927599999999998</c:v>
                </c:pt>
                <c:pt idx="3011">
                  <c:v>0.41958200000000001</c:v>
                </c:pt>
                <c:pt idx="3012">
                  <c:v>0.41988700000000001</c:v>
                </c:pt>
                <c:pt idx="3013">
                  <c:v>0.42019299999999998</c:v>
                </c:pt>
                <c:pt idx="3014">
                  <c:v>0.42049799999999998</c:v>
                </c:pt>
                <c:pt idx="3015">
                  <c:v>0.42080299999999998</c:v>
                </c:pt>
                <c:pt idx="3016">
                  <c:v>0.42110900000000001</c:v>
                </c:pt>
                <c:pt idx="3017">
                  <c:v>0.42141400000000001</c:v>
                </c:pt>
                <c:pt idx="3018">
                  <c:v>0.42171999999999998</c:v>
                </c:pt>
                <c:pt idx="3019">
                  <c:v>0.42202499999999998</c:v>
                </c:pt>
                <c:pt idx="3020">
                  <c:v>0.42232999999999998</c:v>
                </c:pt>
                <c:pt idx="3021">
                  <c:v>0.42263600000000001</c:v>
                </c:pt>
                <c:pt idx="3022">
                  <c:v>0.42294100000000001</c:v>
                </c:pt>
                <c:pt idx="3023">
                  <c:v>0.42324699999999998</c:v>
                </c:pt>
                <c:pt idx="3024">
                  <c:v>0.42355199999999998</c:v>
                </c:pt>
                <c:pt idx="3025">
                  <c:v>0.42385699999999998</c:v>
                </c:pt>
                <c:pt idx="3026">
                  <c:v>0.42416300000000001</c:v>
                </c:pt>
                <c:pt idx="3027">
                  <c:v>0.42446800000000001</c:v>
                </c:pt>
                <c:pt idx="3028">
                  <c:v>0.42477300000000001</c:v>
                </c:pt>
                <c:pt idx="3029">
                  <c:v>0.42507899999999998</c:v>
                </c:pt>
                <c:pt idx="3030">
                  <c:v>0.42538399999999998</c:v>
                </c:pt>
                <c:pt idx="3031">
                  <c:v>0.42569000000000001</c:v>
                </c:pt>
                <c:pt idx="3032">
                  <c:v>0.42599500000000001</c:v>
                </c:pt>
                <c:pt idx="3033">
                  <c:v>0.42630000000000001</c:v>
                </c:pt>
                <c:pt idx="3034">
                  <c:v>0.42660599999999999</c:v>
                </c:pt>
                <c:pt idx="3035">
                  <c:v>0.42691099999999998</c:v>
                </c:pt>
                <c:pt idx="3036">
                  <c:v>0.42721700000000001</c:v>
                </c:pt>
                <c:pt idx="3037">
                  <c:v>0.42752200000000001</c:v>
                </c:pt>
                <c:pt idx="3038">
                  <c:v>0.42782700000000001</c:v>
                </c:pt>
                <c:pt idx="3039">
                  <c:v>0.42813299999999999</c:v>
                </c:pt>
                <c:pt idx="3040">
                  <c:v>0.42843799999999999</c:v>
                </c:pt>
                <c:pt idx="3041">
                  <c:v>0.42874400000000001</c:v>
                </c:pt>
                <c:pt idx="3042">
                  <c:v>0.42904900000000001</c:v>
                </c:pt>
                <c:pt idx="3043">
                  <c:v>0.42935400000000001</c:v>
                </c:pt>
                <c:pt idx="3044">
                  <c:v>0.42965999999999999</c:v>
                </c:pt>
                <c:pt idx="3045">
                  <c:v>0.42996499999999999</c:v>
                </c:pt>
                <c:pt idx="3046">
                  <c:v>0.43027100000000001</c:v>
                </c:pt>
                <c:pt idx="3047">
                  <c:v>0.43057600000000001</c:v>
                </c:pt>
                <c:pt idx="3048">
                  <c:v>0.43088100000000001</c:v>
                </c:pt>
                <c:pt idx="3049">
                  <c:v>0.43118699999999999</c:v>
                </c:pt>
                <c:pt idx="3050">
                  <c:v>0.43149199999999999</c:v>
                </c:pt>
                <c:pt idx="3051">
                  <c:v>0.43179800000000002</c:v>
                </c:pt>
                <c:pt idx="3052">
                  <c:v>0.43210300000000001</c:v>
                </c:pt>
                <c:pt idx="3053">
                  <c:v>0.43240800000000001</c:v>
                </c:pt>
                <c:pt idx="3054">
                  <c:v>0.43271399999999999</c:v>
                </c:pt>
                <c:pt idx="3055">
                  <c:v>0.43301899999999999</c:v>
                </c:pt>
                <c:pt idx="3056">
                  <c:v>0.43332500000000002</c:v>
                </c:pt>
                <c:pt idx="3057">
                  <c:v>0.43363000000000002</c:v>
                </c:pt>
                <c:pt idx="3058">
                  <c:v>0.43393500000000002</c:v>
                </c:pt>
                <c:pt idx="3059">
                  <c:v>0.43424099999999999</c:v>
                </c:pt>
                <c:pt idx="3060">
                  <c:v>0.43454599999999999</c:v>
                </c:pt>
                <c:pt idx="3061">
                  <c:v>0.43485200000000002</c:v>
                </c:pt>
                <c:pt idx="3062">
                  <c:v>0.43515700000000002</c:v>
                </c:pt>
                <c:pt idx="3063">
                  <c:v>0.43546200000000002</c:v>
                </c:pt>
                <c:pt idx="3064">
                  <c:v>0.43576799999999999</c:v>
                </c:pt>
                <c:pt idx="3065">
                  <c:v>0.43607299999999999</c:v>
                </c:pt>
                <c:pt idx="3066">
                  <c:v>0.43637900000000002</c:v>
                </c:pt>
                <c:pt idx="3067">
                  <c:v>0.43668400000000002</c:v>
                </c:pt>
                <c:pt idx="3068">
                  <c:v>0.43698900000000002</c:v>
                </c:pt>
                <c:pt idx="3069">
                  <c:v>0.43729499999999999</c:v>
                </c:pt>
                <c:pt idx="3070">
                  <c:v>0.43759999999999999</c:v>
                </c:pt>
                <c:pt idx="3071">
                  <c:v>0.43790600000000002</c:v>
                </c:pt>
                <c:pt idx="3072">
                  <c:v>0.43821100000000002</c:v>
                </c:pt>
                <c:pt idx="3073">
                  <c:v>0.43851600000000002</c:v>
                </c:pt>
                <c:pt idx="3074">
                  <c:v>0.43882199999999999</c:v>
                </c:pt>
                <c:pt idx="3075">
                  <c:v>0.43912699999999999</c:v>
                </c:pt>
                <c:pt idx="3076">
                  <c:v>0.43943300000000002</c:v>
                </c:pt>
                <c:pt idx="3077">
                  <c:v>0.43973800000000002</c:v>
                </c:pt>
                <c:pt idx="3078">
                  <c:v>0.44004300000000002</c:v>
                </c:pt>
                <c:pt idx="3079">
                  <c:v>0.44034899999999999</c:v>
                </c:pt>
                <c:pt idx="3080">
                  <c:v>0.44065399999999999</c:v>
                </c:pt>
                <c:pt idx="3081">
                  <c:v>0.44096000000000002</c:v>
                </c:pt>
                <c:pt idx="3082">
                  <c:v>0.44126500000000002</c:v>
                </c:pt>
                <c:pt idx="3083">
                  <c:v>0.44157000000000002</c:v>
                </c:pt>
                <c:pt idx="3084">
                  <c:v>0.44187599999999999</c:v>
                </c:pt>
                <c:pt idx="3085">
                  <c:v>0.44218099999999999</c:v>
                </c:pt>
                <c:pt idx="3086">
                  <c:v>0.44248700000000002</c:v>
                </c:pt>
                <c:pt idx="3087">
                  <c:v>0.44279200000000002</c:v>
                </c:pt>
                <c:pt idx="3088">
                  <c:v>0.44309700000000002</c:v>
                </c:pt>
                <c:pt idx="3089">
                  <c:v>0.44340299999999999</c:v>
                </c:pt>
                <c:pt idx="3090">
                  <c:v>0.44370799999999999</c:v>
                </c:pt>
                <c:pt idx="3091">
                  <c:v>0.44401400000000002</c:v>
                </c:pt>
                <c:pt idx="3092">
                  <c:v>0.44431900000000002</c:v>
                </c:pt>
                <c:pt idx="3093">
                  <c:v>0.44462400000000002</c:v>
                </c:pt>
                <c:pt idx="3094">
                  <c:v>0.44492999999999999</c:v>
                </c:pt>
                <c:pt idx="3095">
                  <c:v>0.44523499999999999</c:v>
                </c:pt>
                <c:pt idx="3096">
                  <c:v>0.44554100000000002</c:v>
                </c:pt>
                <c:pt idx="3097">
                  <c:v>0.44584600000000002</c:v>
                </c:pt>
                <c:pt idx="3098">
                  <c:v>0.44615100000000002</c:v>
                </c:pt>
                <c:pt idx="3099">
                  <c:v>0.44645699999999999</c:v>
                </c:pt>
                <c:pt idx="3100">
                  <c:v>0.44676199999999999</c:v>
                </c:pt>
                <c:pt idx="3101">
                  <c:v>0.44706800000000002</c:v>
                </c:pt>
                <c:pt idx="3102">
                  <c:v>0.44737300000000002</c:v>
                </c:pt>
                <c:pt idx="3103">
                  <c:v>0.44767800000000002</c:v>
                </c:pt>
                <c:pt idx="3104">
                  <c:v>0.44798399999999999</c:v>
                </c:pt>
                <c:pt idx="3105">
                  <c:v>0.44828899999999999</c:v>
                </c:pt>
                <c:pt idx="3106">
                  <c:v>0.44859500000000002</c:v>
                </c:pt>
                <c:pt idx="3107">
                  <c:v>0.44890000000000002</c:v>
                </c:pt>
                <c:pt idx="3108">
                  <c:v>0.44920500000000002</c:v>
                </c:pt>
                <c:pt idx="3109">
                  <c:v>0.44951099999999999</c:v>
                </c:pt>
                <c:pt idx="3110">
                  <c:v>0.44981599999999999</c:v>
                </c:pt>
                <c:pt idx="3111">
                  <c:v>0.45012099999999999</c:v>
                </c:pt>
                <c:pt idx="3112">
                  <c:v>0.45042700000000002</c:v>
                </c:pt>
                <c:pt idx="3113">
                  <c:v>0.45073200000000002</c:v>
                </c:pt>
                <c:pt idx="3114">
                  <c:v>0.45103799999999999</c:v>
                </c:pt>
                <c:pt idx="3115">
                  <c:v>0.45134299999999999</c:v>
                </c:pt>
                <c:pt idx="3116">
                  <c:v>0.45164799999999999</c:v>
                </c:pt>
                <c:pt idx="3117">
                  <c:v>0.45195400000000002</c:v>
                </c:pt>
                <c:pt idx="3118">
                  <c:v>0.45225900000000002</c:v>
                </c:pt>
                <c:pt idx="3119">
                  <c:v>0.452565</c:v>
                </c:pt>
                <c:pt idx="3120">
                  <c:v>0.45286999999999999</c:v>
                </c:pt>
                <c:pt idx="3121">
                  <c:v>0.45317499999999999</c:v>
                </c:pt>
                <c:pt idx="3122">
                  <c:v>0.45348100000000002</c:v>
                </c:pt>
                <c:pt idx="3123">
                  <c:v>0.45378600000000002</c:v>
                </c:pt>
                <c:pt idx="3124">
                  <c:v>0.454092</c:v>
                </c:pt>
                <c:pt idx="3125">
                  <c:v>0.454397</c:v>
                </c:pt>
                <c:pt idx="3126">
                  <c:v>0.454702</c:v>
                </c:pt>
                <c:pt idx="3127">
                  <c:v>0.45500800000000002</c:v>
                </c:pt>
                <c:pt idx="3128">
                  <c:v>0.45531300000000002</c:v>
                </c:pt>
                <c:pt idx="3129">
                  <c:v>0.455619</c:v>
                </c:pt>
                <c:pt idx="3130">
                  <c:v>0.455924</c:v>
                </c:pt>
                <c:pt idx="3131">
                  <c:v>0.456229</c:v>
                </c:pt>
                <c:pt idx="3132">
                  <c:v>0.45653500000000002</c:v>
                </c:pt>
                <c:pt idx="3133">
                  <c:v>0.45684000000000002</c:v>
                </c:pt>
                <c:pt idx="3134">
                  <c:v>0.457146</c:v>
                </c:pt>
                <c:pt idx="3135">
                  <c:v>0.457451</c:v>
                </c:pt>
                <c:pt idx="3136">
                  <c:v>0.457756</c:v>
                </c:pt>
                <c:pt idx="3137">
                  <c:v>0.45806200000000002</c:v>
                </c:pt>
                <c:pt idx="3138">
                  <c:v>0.45836700000000002</c:v>
                </c:pt>
                <c:pt idx="3139">
                  <c:v>0.458673</c:v>
                </c:pt>
                <c:pt idx="3140">
                  <c:v>0.458978</c:v>
                </c:pt>
                <c:pt idx="3141">
                  <c:v>0.459283</c:v>
                </c:pt>
                <c:pt idx="3142">
                  <c:v>0.45958900000000003</c:v>
                </c:pt>
                <c:pt idx="3143">
                  <c:v>0.45989400000000002</c:v>
                </c:pt>
                <c:pt idx="3144">
                  <c:v>0.4602</c:v>
                </c:pt>
                <c:pt idx="3145">
                  <c:v>0.460505</c:v>
                </c:pt>
                <c:pt idx="3146">
                  <c:v>0.46081</c:v>
                </c:pt>
                <c:pt idx="3147">
                  <c:v>0.46111600000000003</c:v>
                </c:pt>
                <c:pt idx="3148">
                  <c:v>0.46142100000000003</c:v>
                </c:pt>
                <c:pt idx="3149">
                  <c:v>0.461727</c:v>
                </c:pt>
                <c:pt idx="3150">
                  <c:v>0.462032</c:v>
                </c:pt>
                <c:pt idx="3151">
                  <c:v>0.462337</c:v>
                </c:pt>
                <c:pt idx="3152">
                  <c:v>0.46264300000000003</c:v>
                </c:pt>
                <c:pt idx="3153">
                  <c:v>0.46294800000000003</c:v>
                </c:pt>
                <c:pt idx="3154">
                  <c:v>0.463254</c:v>
                </c:pt>
                <c:pt idx="3155">
                  <c:v>0.463559</c:v>
                </c:pt>
                <c:pt idx="3156">
                  <c:v>0.463864</c:v>
                </c:pt>
                <c:pt idx="3157">
                  <c:v>0.46417000000000003</c:v>
                </c:pt>
                <c:pt idx="3158">
                  <c:v>0.46447500000000003</c:v>
                </c:pt>
                <c:pt idx="3159">
                  <c:v>0.464781</c:v>
                </c:pt>
                <c:pt idx="3160">
                  <c:v>0.465086</c:v>
                </c:pt>
                <c:pt idx="3161">
                  <c:v>0.465391</c:v>
                </c:pt>
                <c:pt idx="3162">
                  <c:v>0.46569700000000003</c:v>
                </c:pt>
                <c:pt idx="3163">
                  <c:v>0.46600200000000003</c:v>
                </c:pt>
                <c:pt idx="3164">
                  <c:v>0.466308</c:v>
                </c:pt>
                <c:pt idx="3165">
                  <c:v>0.466613</c:v>
                </c:pt>
                <c:pt idx="3166">
                  <c:v>0.466918</c:v>
                </c:pt>
                <c:pt idx="3167">
                  <c:v>0.46722399999999997</c:v>
                </c:pt>
                <c:pt idx="3168">
                  <c:v>0.46752899999999997</c:v>
                </c:pt>
                <c:pt idx="3169">
                  <c:v>0.467835</c:v>
                </c:pt>
                <c:pt idx="3170">
                  <c:v>0.46814</c:v>
                </c:pt>
                <c:pt idx="3171">
                  <c:v>0.468445</c:v>
                </c:pt>
                <c:pt idx="3172">
                  <c:v>0.46875099999999997</c:v>
                </c:pt>
                <c:pt idx="3173">
                  <c:v>0.46905599999999997</c:v>
                </c:pt>
                <c:pt idx="3174">
                  <c:v>0.469362</c:v>
                </c:pt>
                <c:pt idx="3175">
                  <c:v>0.469667</c:v>
                </c:pt>
                <c:pt idx="3176">
                  <c:v>0.469972</c:v>
                </c:pt>
                <c:pt idx="3177">
                  <c:v>0.47027799999999997</c:v>
                </c:pt>
                <c:pt idx="3178">
                  <c:v>0.47058299999999997</c:v>
                </c:pt>
                <c:pt idx="3179">
                  <c:v>0.470889</c:v>
                </c:pt>
                <c:pt idx="3180">
                  <c:v>0.471194</c:v>
                </c:pt>
                <c:pt idx="3181">
                  <c:v>0.471499</c:v>
                </c:pt>
                <c:pt idx="3182">
                  <c:v>0.47180499999999997</c:v>
                </c:pt>
                <c:pt idx="3183">
                  <c:v>0.47210999999999997</c:v>
                </c:pt>
                <c:pt idx="3184">
                  <c:v>0.472416</c:v>
                </c:pt>
                <c:pt idx="3185">
                  <c:v>0.472721</c:v>
                </c:pt>
                <c:pt idx="3186">
                  <c:v>0.473026</c:v>
                </c:pt>
                <c:pt idx="3187">
                  <c:v>0.47333199999999997</c:v>
                </c:pt>
                <c:pt idx="3188">
                  <c:v>0.47363699999999997</c:v>
                </c:pt>
                <c:pt idx="3189">
                  <c:v>0.473943</c:v>
                </c:pt>
                <c:pt idx="3190">
                  <c:v>0.474248</c:v>
                </c:pt>
                <c:pt idx="3191">
                  <c:v>0.474553</c:v>
                </c:pt>
                <c:pt idx="3192">
                  <c:v>0.47485899999999998</c:v>
                </c:pt>
                <c:pt idx="3193">
                  <c:v>0.47516399999999998</c:v>
                </c:pt>
                <c:pt idx="3194">
                  <c:v>0.47547</c:v>
                </c:pt>
                <c:pt idx="3195">
                  <c:v>0.475775</c:v>
                </c:pt>
                <c:pt idx="3196">
                  <c:v>0.47608</c:v>
                </c:pt>
                <c:pt idx="3197">
                  <c:v>0.47638599999999998</c:v>
                </c:pt>
                <c:pt idx="3198">
                  <c:v>0.47669099999999998</c:v>
                </c:pt>
                <c:pt idx="3199">
                  <c:v>0.47699599999999998</c:v>
                </c:pt>
                <c:pt idx="3200">
                  <c:v>0.477302</c:v>
                </c:pt>
                <c:pt idx="3201">
                  <c:v>0.477607</c:v>
                </c:pt>
                <c:pt idx="3202">
                  <c:v>0.47791299999999998</c:v>
                </c:pt>
                <c:pt idx="3203">
                  <c:v>0.47821799999999998</c:v>
                </c:pt>
                <c:pt idx="3204">
                  <c:v>0.47852299999999998</c:v>
                </c:pt>
                <c:pt idx="3205">
                  <c:v>0.478829</c:v>
                </c:pt>
                <c:pt idx="3206">
                  <c:v>0.479134</c:v>
                </c:pt>
                <c:pt idx="3207">
                  <c:v>0.47943999999999998</c:v>
                </c:pt>
                <c:pt idx="3208">
                  <c:v>0.47974499999999998</c:v>
                </c:pt>
                <c:pt idx="3209">
                  <c:v>0.48004999999999998</c:v>
                </c:pt>
                <c:pt idx="3210">
                  <c:v>0.48035600000000001</c:v>
                </c:pt>
                <c:pt idx="3211">
                  <c:v>0.480661</c:v>
                </c:pt>
                <c:pt idx="3212">
                  <c:v>0.48096699999999998</c:v>
                </c:pt>
                <c:pt idx="3213">
                  <c:v>0.48127199999999998</c:v>
                </c:pt>
                <c:pt idx="3214">
                  <c:v>0.48157699999999998</c:v>
                </c:pt>
                <c:pt idx="3215">
                  <c:v>0.48188300000000001</c:v>
                </c:pt>
                <c:pt idx="3216">
                  <c:v>0.48218800000000001</c:v>
                </c:pt>
                <c:pt idx="3217">
                  <c:v>0.48249399999999998</c:v>
                </c:pt>
                <c:pt idx="3218">
                  <c:v>0.48279899999999998</c:v>
                </c:pt>
                <c:pt idx="3219">
                  <c:v>0.48310399999999998</c:v>
                </c:pt>
                <c:pt idx="3220">
                  <c:v>0.48341000000000001</c:v>
                </c:pt>
                <c:pt idx="3221">
                  <c:v>0.48371500000000001</c:v>
                </c:pt>
                <c:pt idx="3222">
                  <c:v>0.48402099999999998</c:v>
                </c:pt>
                <c:pt idx="3223">
                  <c:v>0.48432599999999998</c:v>
                </c:pt>
                <c:pt idx="3224">
                  <c:v>0.48463099999999998</c:v>
                </c:pt>
                <c:pt idx="3225">
                  <c:v>0.48493700000000001</c:v>
                </c:pt>
                <c:pt idx="3226">
                  <c:v>0.48524200000000001</c:v>
                </c:pt>
                <c:pt idx="3227">
                  <c:v>0.48554799999999998</c:v>
                </c:pt>
                <c:pt idx="3228">
                  <c:v>0.48585299999999998</c:v>
                </c:pt>
                <c:pt idx="3229">
                  <c:v>0.48615799999999998</c:v>
                </c:pt>
                <c:pt idx="3230">
                  <c:v>0.48646400000000001</c:v>
                </c:pt>
                <c:pt idx="3231">
                  <c:v>0.48676900000000001</c:v>
                </c:pt>
                <c:pt idx="3232">
                  <c:v>0.48707499999999998</c:v>
                </c:pt>
                <c:pt idx="3233">
                  <c:v>0.48737999999999998</c:v>
                </c:pt>
                <c:pt idx="3234">
                  <c:v>0.48768499999999998</c:v>
                </c:pt>
                <c:pt idx="3235">
                  <c:v>0.48799100000000001</c:v>
                </c:pt>
                <c:pt idx="3236">
                  <c:v>0.48829600000000001</c:v>
                </c:pt>
                <c:pt idx="3237">
                  <c:v>0.48860199999999998</c:v>
                </c:pt>
                <c:pt idx="3238">
                  <c:v>0.48890699999999998</c:v>
                </c:pt>
                <c:pt idx="3239">
                  <c:v>0.48921199999999998</c:v>
                </c:pt>
                <c:pt idx="3240">
                  <c:v>0.48951800000000001</c:v>
                </c:pt>
                <c:pt idx="3241">
                  <c:v>0.48982300000000001</c:v>
                </c:pt>
                <c:pt idx="3242">
                  <c:v>0.49012899999999998</c:v>
                </c:pt>
                <c:pt idx="3243">
                  <c:v>0.49043399999999998</c:v>
                </c:pt>
                <c:pt idx="3244">
                  <c:v>0.49073899999999998</c:v>
                </c:pt>
                <c:pt idx="3245">
                  <c:v>0.49104500000000001</c:v>
                </c:pt>
                <c:pt idx="3246">
                  <c:v>0.49135000000000001</c:v>
                </c:pt>
                <c:pt idx="3247">
                  <c:v>0.49165599999999998</c:v>
                </c:pt>
                <c:pt idx="3248">
                  <c:v>0.49196099999999998</c:v>
                </c:pt>
                <c:pt idx="3249">
                  <c:v>0.49226599999999998</c:v>
                </c:pt>
                <c:pt idx="3250">
                  <c:v>0.49257200000000001</c:v>
                </c:pt>
                <c:pt idx="3251">
                  <c:v>0.49287700000000001</c:v>
                </c:pt>
                <c:pt idx="3252">
                  <c:v>0.49318299999999998</c:v>
                </c:pt>
                <c:pt idx="3253">
                  <c:v>0.49348799999999998</c:v>
                </c:pt>
                <c:pt idx="3254">
                  <c:v>0.49379299999999998</c:v>
                </c:pt>
                <c:pt idx="3255">
                  <c:v>0.49409900000000001</c:v>
                </c:pt>
                <c:pt idx="3256">
                  <c:v>0.49440400000000001</c:v>
                </c:pt>
                <c:pt idx="3257">
                  <c:v>0.49470999999999998</c:v>
                </c:pt>
                <c:pt idx="3258">
                  <c:v>0.49501499999999998</c:v>
                </c:pt>
                <c:pt idx="3259">
                  <c:v>0.49531999999999998</c:v>
                </c:pt>
                <c:pt idx="3260">
                  <c:v>0.49562600000000001</c:v>
                </c:pt>
                <c:pt idx="3261">
                  <c:v>0.49593100000000001</c:v>
                </c:pt>
                <c:pt idx="3262">
                  <c:v>0.49623699999999998</c:v>
                </c:pt>
                <c:pt idx="3263">
                  <c:v>0.49654199999999998</c:v>
                </c:pt>
                <c:pt idx="3264">
                  <c:v>0.49684699999999998</c:v>
                </c:pt>
                <c:pt idx="3265">
                  <c:v>0.49715300000000001</c:v>
                </c:pt>
                <c:pt idx="3266">
                  <c:v>0.49745800000000001</c:v>
                </c:pt>
                <c:pt idx="3267">
                  <c:v>0.49776399999999998</c:v>
                </c:pt>
                <c:pt idx="3268">
                  <c:v>0.49806899999999998</c:v>
                </c:pt>
                <c:pt idx="3269">
                  <c:v>0.49837399999999998</c:v>
                </c:pt>
                <c:pt idx="3270">
                  <c:v>0.49868000000000001</c:v>
                </c:pt>
                <c:pt idx="3271">
                  <c:v>0.49898500000000001</c:v>
                </c:pt>
                <c:pt idx="3272">
                  <c:v>0.49929099999999998</c:v>
                </c:pt>
                <c:pt idx="3273">
                  <c:v>0.49959599999999998</c:v>
                </c:pt>
                <c:pt idx="3274">
                  <c:v>0.49990099999999998</c:v>
                </c:pt>
                <c:pt idx="3275">
                  <c:v>0.50020699999999996</c:v>
                </c:pt>
                <c:pt idx="3276">
                  <c:v>0.50051199999999996</c:v>
                </c:pt>
                <c:pt idx="3277">
                  <c:v>0.50081799999999999</c:v>
                </c:pt>
                <c:pt idx="3278">
                  <c:v>0.50112299999999999</c:v>
                </c:pt>
                <c:pt idx="3279">
                  <c:v>0.50142799999999998</c:v>
                </c:pt>
                <c:pt idx="3280">
                  <c:v>0.50173400000000001</c:v>
                </c:pt>
                <c:pt idx="3281">
                  <c:v>0.50203900000000001</c:v>
                </c:pt>
                <c:pt idx="3282">
                  <c:v>0.50234400000000001</c:v>
                </c:pt>
                <c:pt idx="3283">
                  <c:v>0.50265000000000004</c:v>
                </c:pt>
                <c:pt idx="3284">
                  <c:v>0.50295500000000004</c:v>
                </c:pt>
                <c:pt idx="3285">
                  <c:v>0.50326099999999996</c:v>
                </c:pt>
                <c:pt idx="3286">
                  <c:v>0.50356599999999996</c:v>
                </c:pt>
                <c:pt idx="3287">
                  <c:v>0.50387099999999996</c:v>
                </c:pt>
                <c:pt idx="3288">
                  <c:v>0.50417699999999999</c:v>
                </c:pt>
                <c:pt idx="3289">
                  <c:v>0.50448199999999999</c:v>
                </c:pt>
                <c:pt idx="3290">
                  <c:v>0.50478800000000001</c:v>
                </c:pt>
                <c:pt idx="3291">
                  <c:v>0.50509300000000001</c:v>
                </c:pt>
                <c:pt idx="3292">
                  <c:v>0.50539800000000001</c:v>
                </c:pt>
                <c:pt idx="3293">
                  <c:v>0.50570400000000004</c:v>
                </c:pt>
                <c:pt idx="3294">
                  <c:v>0.50600900000000004</c:v>
                </c:pt>
                <c:pt idx="3295">
                  <c:v>0.50631499999999996</c:v>
                </c:pt>
                <c:pt idx="3296">
                  <c:v>0.50661999999999996</c:v>
                </c:pt>
                <c:pt idx="3297">
                  <c:v>0.50692499999999996</c:v>
                </c:pt>
                <c:pt idx="3298">
                  <c:v>0.50723099999999999</c:v>
                </c:pt>
                <c:pt idx="3299">
                  <c:v>0.50753599999999999</c:v>
                </c:pt>
                <c:pt idx="3300">
                  <c:v>0.50784200000000002</c:v>
                </c:pt>
                <c:pt idx="3301">
                  <c:v>0.50814700000000002</c:v>
                </c:pt>
                <c:pt idx="3302">
                  <c:v>0.50845200000000002</c:v>
                </c:pt>
                <c:pt idx="3303">
                  <c:v>0.50875800000000004</c:v>
                </c:pt>
                <c:pt idx="3304">
                  <c:v>0.50906300000000004</c:v>
                </c:pt>
                <c:pt idx="3305">
                  <c:v>0.50936899999999996</c:v>
                </c:pt>
                <c:pt idx="3306">
                  <c:v>0.50967399999999996</c:v>
                </c:pt>
                <c:pt idx="3307">
                  <c:v>0.50997899999999996</c:v>
                </c:pt>
                <c:pt idx="3308">
                  <c:v>0.51028499999999999</c:v>
                </c:pt>
                <c:pt idx="3309">
                  <c:v>0.51058999999999999</c:v>
                </c:pt>
                <c:pt idx="3310">
                  <c:v>0.51089600000000002</c:v>
                </c:pt>
                <c:pt idx="3311">
                  <c:v>0.51120100000000002</c:v>
                </c:pt>
                <c:pt idx="3312">
                  <c:v>0.51150600000000002</c:v>
                </c:pt>
                <c:pt idx="3313">
                  <c:v>0.51181200000000004</c:v>
                </c:pt>
                <c:pt idx="3314">
                  <c:v>0.51211700000000004</c:v>
                </c:pt>
                <c:pt idx="3315">
                  <c:v>0.51242299999999996</c:v>
                </c:pt>
                <c:pt idx="3316">
                  <c:v>0.51272799999999996</c:v>
                </c:pt>
                <c:pt idx="3317">
                  <c:v>0.51303299999999996</c:v>
                </c:pt>
                <c:pt idx="3318">
                  <c:v>0.51333899999999999</c:v>
                </c:pt>
                <c:pt idx="3319">
                  <c:v>0.51364399999999999</c:v>
                </c:pt>
                <c:pt idx="3320">
                  <c:v>0.51395000000000002</c:v>
                </c:pt>
                <c:pt idx="3321">
                  <c:v>0.51425500000000002</c:v>
                </c:pt>
                <c:pt idx="3322">
                  <c:v>0.51456000000000002</c:v>
                </c:pt>
                <c:pt idx="3323">
                  <c:v>0.51486600000000005</c:v>
                </c:pt>
                <c:pt idx="3324">
                  <c:v>0.51517100000000005</c:v>
                </c:pt>
                <c:pt idx="3325">
                  <c:v>0.51547699999999996</c:v>
                </c:pt>
                <c:pt idx="3326">
                  <c:v>0.51578199999999996</c:v>
                </c:pt>
                <c:pt idx="3327">
                  <c:v>0.51608699999999996</c:v>
                </c:pt>
                <c:pt idx="3328">
                  <c:v>0.51639299999999999</c:v>
                </c:pt>
                <c:pt idx="3329">
                  <c:v>0.51669799999999999</c:v>
                </c:pt>
                <c:pt idx="3330">
                  <c:v>0.51700400000000002</c:v>
                </c:pt>
                <c:pt idx="3331">
                  <c:v>0.51730900000000002</c:v>
                </c:pt>
                <c:pt idx="3332">
                  <c:v>0.51761400000000002</c:v>
                </c:pt>
                <c:pt idx="3333">
                  <c:v>0.51792000000000005</c:v>
                </c:pt>
                <c:pt idx="3334">
                  <c:v>0.51822500000000005</c:v>
                </c:pt>
                <c:pt idx="3335">
                  <c:v>0.51853099999999996</c:v>
                </c:pt>
                <c:pt idx="3336">
                  <c:v>0.51883599999999996</c:v>
                </c:pt>
                <c:pt idx="3337">
                  <c:v>0.51914099999999996</c:v>
                </c:pt>
                <c:pt idx="3338">
                  <c:v>0.51944699999999999</c:v>
                </c:pt>
                <c:pt idx="3339">
                  <c:v>0.51975199999999999</c:v>
                </c:pt>
                <c:pt idx="3340">
                  <c:v>0.52005800000000002</c:v>
                </c:pt>
                <c:pt idx="3341">
                  <c:v>0.52036300000000002</c:v>
                </c:pt>
                <c:pt idx="3342">
                  <c:v>0.52066800000000002</c:v>
                </c:pt>
                <c:pt idx="3343">
                  <c:v>0.52097400000000005</c:v>
                </c:pt>
                <c:pt idx="3344">
                  <c:v>0.52127900000000005</c:v>
                </c:pt>
                <c:pt idx="3345">
                  <c:v>0.52158499999999997</c:v>
                </c:pt>
                <c:pt idx="3346">
                  <c:v>0.52188999999999997</c:v>
                </c:pt>
                <c:pt idx="3347">
                  <c:v>0.52219499999999996</c:v>
                </c:pt>
                <c:pt idx="3348">
                  <c:v>0.52250099999999999</c:v>
                </c:pt>
                <c:pt idx="3349">
                  <c:v>0.52280599999999999</c:v>
                </c:pt>
                <c:pt idx="3350">
                  <c:v>0.52311200000000002</c:v>
                </c:pt>
                <c:pt idx="3351">
                  <c:v>0.52341700000000002</c:v>
                </c:pt>
                <c:pt idx="3352">
                  <c:v>0.52372200000000002</c:v>
                </c:pt>
                <c:pt idx="3353">
                  <c:v>0.52402800000000005</c:v>
                </c:pt>
                <c:pt idx="3354">
                  <c:v>0.52433300000000005</c:v>
                </c:pt>
                <c:pt idx="3355">
                  <c:v>0.52463899999999997</c:v>
                </c:pt>
                <c:pt idx="3356">
                  <c:v>0.52494399999999997</c:v>
                </c:pt>
                <c:pt idx="3357">
                  <c:v>0.52524899999999997</c:v>
                </c:pt>
                <c:pt idx="3358">
                  <c:v>0.52555499999999999</c:v>
                </c:pt>
                <c:pt idx="3359">
                  <c:v>0.52585999999999999</c:v>
                </c:pt>
                <c:pt idx="3360">
                  <c:v>0.52616600000000002</c:v>
                </c:pt>
                <c:pt idx="3361">
                  <c:v>0.52647100000000002</c:v>
                </c:pt>
                <c:pt idx="3362">
                  <c:v>0.52677600000000002</c:v>
                </c:pt>
                <c:pt idx="3363">
                  <c:v>0.52708200000000005</c:v>
                </c:pt>
                <c:pt idx="3364">
                  <c:v>0.52738700000000005</c:v>
                </c:pt>
                <c:pt idx="3365">
                  <c:v>0.52769200000000005</c:v>
                </c:pt>
                <c:pt idx="3366">
                  <c:v>0.52799799999999997</c:v>
                </c:pt>
                <c:pt idx="3367">
                  <c:v>0.52830299999999997</c:v>
                </c:pt>
                <c:pt idx="3368">
                  <c:v>0.528609</c:v>
                </c:pt>
                <c:pt idx="3369">
                  <c:v>0.528914</c:v>
                </c:pt>
                <c:pt idx="3370">
                  <c:v>0.52921899999999999</c:v>
                </c:pt>
                <c:pt idx="3371">
                  <c:v>0.52952500000000002</c:v>
                </c:pt>
                <c:pt idx="3372">
                  <c:v>0.52983000000000002</c:v>
                </c:pt>
                <c:pt idx="3373">
                  <c:v>0.53013600000000005</c:v>
                </c:pt>
                <c:pt idx="3374">
                  <c:v>0.53044100000000005</c:v>
                </c:pt>
                <c:pt idx="3375">
                  <c:v>0.53074600000000005</c:v>
                </c:pt>
                <c:pt idx="3376">
                  <c:v>0.53105199999999997</c:v>
                </c:pt>
                <c:pt idx="3377">
                  <c:v>0.53135699999999997</c:v>
                </c:pt>
                <c:pt idx="3378">
                  <c:v>0.531663</c:v>
                </c:pt>
                <c:pt idx="3379">
                  <c:v>0.531968</c:v>
                </c:pt>
                <c:pt idx="3380">
                  <c:v>0.532273</c:v>
                </c:pt>
                <c:pt idx="3381">
                  <c:v>0.53257900000000002</c:v>
                </c:pt>
                <c:pt idx="3382">
                  <c:v>0.53288400000000002</c:v>
                </c:pt>
                <c:pt idx="3383">
                  <c:v>0.53319000000000005</c:v>
                </c:pt>
                <c:pt idx="3384">
                  <c:v>0.53349500000000005</c:v>
                </c:pt>
                <c:pt idx="3385">
                  <c:v>0.53380000000000005</c:v>
                </c:pt>
                <c:pt idx="3386">
                  <c:v>0.53410599999999997</c:v>
                </c:pt>
                <c:pt idx="3387">
                  <c:v>0.53441099999999997</c:v>
                </c:pt>
                <c:pt idx="3388">
                  <c:v>0.534717</c:v>
                </c:pt>
                <c:pt idx="3389">
                  <c:v>0.535022</c:v>
                </c:pt>
                <c:pt idx="3390">
                  <c:v>0.535327</c:v>
                </c:pt>
                <c:pt idx="3391">
                  <c:v>0.53563300000000003</c:v>
                </c:pt>
                <c:pt idx="3392">
                  <c:v>0.53593800000000003</c:v>
                </c:pt>
                <c:pt idx="3393">
                  <c:v>0.53624400000000005</c:v>
                </c:pt>
                <c:pt idx="3394">
                  <c:v>0.53654900000000005</c:v>
                </c:pt>
                <c:pt idx="3395">
                  <c:v>0.53685400000000005</c:v>
                </c:pt>
                <c:pt idx="3396">
                  <c:v>0.53715999999999997</c:v>
                </c:pt>
                <c:pt idx="3397">
                  <c:v>0.53746499999999997</c:v>
                </c:pt>
                <c:pt idx="3398">
                  <c:v>0.537771</c:v>
                </c:pt>
                <c:pt idx="3399">
                  <c:v>0.538076</c:v>
                </c:pt>
                <c:pt idx="3400">
                  <c:v>0.538381</c:v>
                </c:pt>
                <c:pt idx="3401">
                  <c:v>0.53868700000000003</c:v>
                </c:pt>
                <c:pt idx="3402">
                  <c:v>0.53899200000000003</c:v>
                </c:pt>
                <c:pt idx="3403">
                  <c:v>0.53929800000000006</c:v>
                </c:pt>
                <c:pt idx="3404">
                  <c:v>0.53960300000000005</c:v>
                </c:pt>
                <c:pt idx="3405">
                  <c:v>0.53990800000000005</c:v>
                </c:pt>
                <c:pt idx="3406">
                  <c:v>0.54021399999999997</c:v>
                </c:pt>
                <c:pt idx="3407">
                  <c:v>0.54051899999999997</c:v>
                </c:pt>
                <c:pt idx="3408">
                  <c:v>0.540825</c:v>
                </c:pt>
                <c:pt idx="3409">
                  <c:v>0.54113</c:v>
                </c:pt>
                <c:pt idx="3410">
                  <c:v>0.541435</c:v>
                </c:pt>
                <c:pt idx="3411">
                  <c:v>0.54174100000000003</c:v>
                </c:pt>
                <c:pt idx="3412">
                  <c:v>0.54204600000000003</c:v>
                </c:pt>
                <c:pt idx="3413">
                  <c:v>0.54235199999999995</c:v>
                </c:pt>
                <c:pt idx="3414">
                  <c:v>0.54265699999999994</c:v>
                </c:pt>
                <c:pt idx="3415">
                  <c:v>0.54296199999999994</c:v>
                </c:pt>
                <c:pt idx="3416">
                  <c:v>0.54326799999999997</c:v>
                </c:pt>
                <c:pt idx="3417">
                  <c:v>0.54357299999999997</c:v>
                </c:pt>
                <c:pt idx="3418">
                  <c:v>0.543879</c:v>
                </c:pt>
                <c:pt idx="3419">
                  <c:v>0.544184</c:v>
                </c:pt>
                <c:pt idx="3420">
                  <c:v>0.544489</c:v>
                </c:pt>
                <c:pt idx="3421">
                  <c:v>0.54479500000000003</c:v>
                </c:pt>
                <c:pt idx="3422">
                  <c:v>0.54510000000000003</c:v>
                </c:pt>
                <c:pt idx="3423">
                  <c:v>0.54540599999999995</c:v>
                </c:pt>
                <c:pt idx="3424">
                  <c:v>0.54571099999999995</c:v>
                </c:pt>
                <c:pt idx="3425">
                  <c:v>0.54601599999999995</c:v>
                </c:pt>
                <c:pt idx="3426">
                  <c:v>0.54632199999999997</c:v>
                </c:pt>
                <c:pt idx="3427">
                  <c:v>0.54662699999999997</c:v>
                </c:pt>
                <c:pt idx="3428">
                  <c:v>0.546933</c:v>
                </c:pt>
                <c:pt idx="3429">
                  <c:v>0.547238</c:v>
                </c:pt>
                <c:pt idx="3430">
                  <c:v>0.547543</c:v>
                </c:pt>
                <c:pt idx="3431">
                  <c:v>0.54784900000000003</c:v>
                </c:pt>
                <c:pt idx="3432">
                  <c:v>0.54815400000000003</c:v>
                </c:pt>
                <c:pt idx="3433">
                  <c:v>0.54845999999999995</c:v>
                </c:pt>
                <c:pt idx="3434">
                  <c:v>0.54876499999999995</c:v>
                </c:pt>
                <c:pt idx="3435">
                  <c:v>0.54906999999999995</c:v>
                </c:pt>
                <c:pt idx="3436">
                  <c:v>0.54937599999999998</c:v>
                </c:pt>
                <c:pt idx="3437">
                  <c:v>0.54968099999999998</c:v>
                </c:pt>
                <c:pt idx="3438">
                  <c:v>0.549987</c:v>
                </c:pt>
                <c:pt idx="3439">
                  <c:v>0.550292</c:v>
                </c:pt>
                <c:pt idx="3440">
                  <c:v>0.550597</c:v>
                </c:pt>
                <c:pt idx="3441">
                  <c:v>0.55090300000000003</c:v>
                </c:pt>
                <c:pt idx="3442">
                  <c:v>0.55120800000000003</c:v>
                </c:pt>
                <c:pt idx="3443">
                  <c:v>0.55151399999999995</c:v>
                </c:pt>
                <c:pt idx="3444">
                  <c:v>0.55181899999999995</c:v>
                </c:pt>
                <c:pt idx="3445">
                  <c:v>0.55212399999999995</c:v>
                </c:pt>
                <c:pt idx="3446">
                  <c:v>0.55242999999999998</c:v>
                </c:pt>
                <c:pt idx="3447">
                  <c:v>0.55273499999999998</c:v>
                </c:pt>
                <c:pt idx="3448">
                  <c:v>0.55303999999999998</c:v>
                </c:pt>
                <c:pt idx="3449">
                  <c:v>0.553346</c:v>
                </c:pt>
                <c:pt idx="3450">
                  <c:v>0.553651</c:v>
                </c:pt>
                <c:pt idx="3451">
                  <c:v>0.55395700000000003</c:v>
                </c:pt>
                <c:pt idx="3452">
                  <c:v>0.55426200000000003</c:v>
                </c:pt>
                <c:pt idx="3453">
                  <c:v>0.55456700000000003</c:v>
                </c:pt>
                <c:pt idx="3454">
                  <c:v>0.55487299999999995</c:v>
                </c:pt>
                <c:pt idx="3455">
                  <c:v>0.55517799999999995</c:v>
                </c:pt>
                <c:pt idx="3456">
                  <c:v>0.55548399999999998</c:v>
                </c:pt>
                <c:pt idx="3457">
                  <c:v>0.55578899999999998</c:v>
                </c:pt>
                <c:pt idx="3458">
                  <c:v>0.55609399999999998</c:v>
                </c:pt>
                <c:pt idx="3459">
                  <c:v>0.55640000000000001</c:v>
                </c:pt>
                <c:pt idx="3460">
                  <c:v>0.55670500000000001</c:v>
                </c:pt>
                <c:pt idx="3461">
                  <c:v>0.55701100000000003</c:v>
                </c:pt>
                <c:pt idx="3462">
                  <c:v>0.55731600000000003</c:v>
                </c:pt>
                <c:pt idx="3463">
                  <c:v>0.55762100000000003</c:v>
                </c:pt>
                <c:pt idx="3464">
                  <c:v>0.55792699999999995</c:v>
                </c:pt>
                <c:pt idx="3465">
                  <c:v>0.55823199999999995</c:v>
                </c:pt>
                <c:pt idx="3466">
                  <c:v>0.55853799999999998</c:v>
                </c:pt>
                <c:pt idx="3467">
                  <c:v>0.55884299999999998</c:v>
                </c:pt>
                <c:pt idx="3468">
                  <c:v>0.55914799999999998</c:v>
                </c:pt>
                <c:pt idx="3469">
                  <c:v>0.55945400000000001</c:v>
                </c:pt>
                <c:pt idx="3470">
                  <c:v>0.55975900000000001</c:v>
                </c:pt>
                <c:pt idx="3471">
                  <c:v>0.56006500000000004</c:v>
                </c:pt>
                <c:pt idx="3472">
                  <c:v>0.56037000000000003</c:v>
                </c:pt>
                <c:pt idx="3473">
                  <c:v>0.56067500000000003</c:v>
                </c:pt>
                <c:pt idx="3474">
                  <c:v>0.56098099999999995</c:v>
                </c:pt>
                <c:pt idx="3475">
                  <c:v>0.56128599999999995</c:v>
                </c:pt>
                <c:pt idx="3476">
                  <c:v>0.56159199999999998</c:v>
                </c:pt>
                <c:pt idx="3477">
                  <c:v>0.56189699999999998</c:v>
                </c:pt>
                <c:pt idx="3478">
                  <c:v>0.56220199999999998</c:v>
                </c:pt>
                <c:pt idx="3479">
                  <c:v>0.56250800000000001</c:v>
                </c:pt>
                <c:pt idx="3480">
                  <c:v>0.56281300000000001</c:v>
                </c:pt>
                <c:pt idx="3481">
                  <c:v>0.56311900000000004</c:v>
                </c:pt>
                <c:pt idx="3482">
                  <c:v>0.56342400000000004</c:v>
                </c:pt>
                <c:pt idx="3483">
                  <c:v>0.56372900000000004</c:v>
                </c:pt>
                <c:pt idx="3484">
                  <c:v>0.56403499999999995</c:v>
                </c:pt>
                <c:pt idx="3485">
                  <c:v>0.56433999999999995</c:v>
                </c:pt>
                <c:pt idx="3486">
                  <c:v>0.56464599999999998</c:v>
                </c:pt>
                <c:pt idx="3487">
                  <c:v>0.56495099999999998</c:v>
                </c:pt>
                <c:pt idx="3488">
                  <c:v>0.56525599999999998</c:v>
                </c:pt>
                <c:pt idx="3489">
                  <c:v>0.56556200000000001</c:v>
                </c:pt>
                <c:pt idx="3490">
                  <c:v>0.56586700000000001</c:v>
                </c:pt>
                <c:pt idx="3491">
                  <c:v>0.56617300000000004</c:v>
                </c:pt>
                <c:pt idx="3492">
                  <c:v>0.56647800000000004</c:v>
                </c:pt>
                <c:pt idx="3493">
                  <c:v>0.56678300000000004</c:v>
                </c:pt>
                <c:pt idx="3494">
                  <c:v>0.56708899999999995</c:v>
                </c:pt>
                <c:pt idx="3495">
                  <c:v>0.56739399999999995</c:v>
                </c:pt>
                <c:pt idx="3496">
                  <c:v>0.56769999999999998</c:v>
                </c:pt>
                <c:pt idx="3497">
                  <c:v>0.56800499999999998</c:v>
                </c:pt>
                <c:pt idx="3498">
                  <c:v>0.56830999999999998</c:v>
                </c:pt>
                <c:pt idx="3499">
                  <c:v>0.56861600000000001</c:v>
                </c:pt>
                <c:pt idx="3500">
                  <c:v>0.56892100000000001</c:v>
                </c:pt>
                <c:pt idx="3501">
                  <c:v>0.56922700000000004</c:v>
                </c:pt>
                <c:pt idx="3502">
                  <c:v>0.56953200000000004</c:v>
                </c:pt>
                <c:pt idx="3503">
                  <c:v>0.56983700000000004</c:v>
                </c:pt>
                <c:pt idx="3504">
                  <c:v>0.57014299999999996</c:v>
                </c:pt>
                <c:pt idx="3505">
                  <c:v>0.57044799999999996</c:v>
                </c:pt>
                <c:pt idx="3506">
                  <c:v>0.57075399999999998</c:v>
                </c:pt>
                <c:pt idx="3507">
                  <c:v>0.57105899999999998</c:v>
                </c:pt>
                <c:pt idx="3508">
                  <c:v>0.57136399999999998</c:v>
                </c:pt>
                <c:pt idx="3509">
                  <c:v>0.57167000000000001</c:v>
                </c:pt>
                <c:pt idx="3510">
                  <c:v>0.57197500000000001</c:v>
                </c:pt>
                <c:pt idx="3511">
                  <c:v>0.57228100000000004</c:v>
                </c:pt>
                <c:pt idx="3512">
                  <c:v>0.57258600000000004</c:v>
                </c:pt>
                <c:pt idx="3513">
                  <c:v>0.57289100000000004</c:v>
                </c:pt>
                <c:pt idx="3514">
                  <c:v>0.57319699999999996</c:v>
                </c:pt>
                <c:pt idx="3515">
                  <c:v>0.57350199999999996</c:v>
                </c:pt>
                <c:pt idx="3516">
                  <c:v>0.57380799999999998</c:v>
                </c:pt>
                <c:pt idx="3517">
                  <c:v>0.57411299999999998</c:v>
                </c:pt>
                <c:pt idx="3518">
                  <c:v>0.57441799999999998</c:v>
                </c:pt>
                <c:pt idx="3519">
                  <c:v>0.57472400000000001</c:v>
                </c:pt>
                <c:pt idx="3520">
                  <c:v>0.57502900000000001</c:v>
                </c:pt>
                <c:pt idx="3521">
                  <c:v>0.57533500000000004</c:v>
                </c:pt>
                <c:pt idx="3522">
                  <c:v>0.57564000000000004</c:v>
                </c:pt>
                <c:pt idx="3523">
                  <c:v>0.57594500000000004</c:v>
                </c:pt>
                <c:pt idx="3524">
                  <c:v>0.57625099999999996</c:v>
                </c:pt>
                <c:pt idx="3525">
                  <c:v>0.57655599999999996</c:v>
                </c:pt>
                <c:pt idx="3526">
                  <c:v>0.57686199999999999</c:v>
                </c:pt>
                <c:pt idx="3527">
                  <c:v>0.57716699999999999</c:v>
                </c:pt>
                <c:pt idx="3528">
                  <c:v>0.57747199999999999</c:v>
                </c:pt>
                <c:pt idx="3529">
                  <c:v>0.57777800000000001</c:v>
                </c:pt>
                <c:pt idx="3530">
                  <c:v>0.57808300000000001</c:v>
                </c:pt>
                <c:pt idx="3531">
                  <c:v>0.57838800000000001</c:v>
                </c:pt>
                <c:pt idx="3532">
                  <c:v>0.57869400000000004</c:v>
                </c:pt>
                <c:pt idx="3533">
                  <c:v>0.57899900000000004</c:v>
                </c:pt>
                <c:pt idx="3534">
                  <c:v>0.57930499999999996</c:v>
                </c:pt>
                <c:pt idx="3535">
                  <c:v>0.57960999999999996</c:v>
                </c:pt>
                <c:pt idx="3536">
                  <c:v>0.57991499999999996</c:v>
                </c:pt>
                <c:pt idx="3537">
                  <c:v>0.58022099999999999</c:v>
                </c:pt>
                <c:pt idx="3538">
                  <c:v>0.58052599999999999</c:v>
                </c:pt>
                <c:pt idx="3539">
                  <c:v>0.58083200000000001</c:v>
                </c:pt>
                <c:pt idx="3540">
                  <c:v>0.58113700000000001</c:v>
                </c:pt>
                <c:pt idx="3541">
                  <c:v>0.58144200000000001</c:v>
                </c:pt>
                <c:pt idx="3542">
                  <c:v>0.58174800000000004</c:v>
                </c:pt>
                <c:pt idx="3543">
                  <c:v>0.58205300000000004</c:v>
                </c:pt>
                <c:pt idx="3544">
                  <c:v>0.58235899999999996</c:v>
                </c:pt>
                <c:pt idx="3545">
                  <c:v>0.58266399999999996</c:v>
                </c:pt>
                <c:pt idx="3546">
                  <c:v>0.58296899999999996</c:v>
                </c:pt>
                <c:pt idx="3547">
                  <c:v>0.58327499999999999</c:v>
                </c:pt>
                <c:pt idx="3548">
                  <c:v>0.58357999999999999</c:v>
                </c:pt>
                <c:pt idx="3549">
                  <c:v>0.58388600000000002</c:v>
                </c:pt>
                <c:pt idx="3550">
                  <c:v>0.58419100000000002</c:v>
                </c:pt>
                <c:pt idx="3551">
                  <c:v>0.58449600000000002</c:v>
                </c:pt>
                <c:pt idx="3552">
                  <c:v>0.58480200000000004</c:v>
                </c:pt>
                <c:pt idx="3553">
                  <c:v>0.58510700000000004</c:v>
                </c:pt>
                <c:pt idx="3554">
                  <c:v>0.58541299999999996</c:v>
                </c:pt>
                <c:pt idx="3555">
                  <c:v>0.58571799999999996</c:v>
                </c:pt>
                <c:pt idx="3556">
                  <c:v>0.58602299999999996</c:v>
                </c:pt>
                <c:pt idx="3557">
                  <c:v>0.58632899999999999</c:v>
                </c:pt>
                <c:pt idx="3558">
                  <c:v>0.58663399999999999</c:v>
                </c:pt>
                <c:pt idx="3559">
                  <c:v>0.58694000000000002</c:v>
                </c:pt>
                <c:pt idx="3560">
                  <c:v>0.58724500000000002</c:v>
                </c:pt>
                <c:pt idx="3561">
                  <c:v>0.58755000000000002</c:v>
                </c:pt>
                <c:pt idx="3562">
                  <c:v>0.58785600000000005</c:v>
                </c:pt>
                <c:pt idx="3563">
                  <c:v>0.58816100000000004</c:v>
                </c:pt>
                <c:pt idx="3564">
                  <c:v>0.58846699999999996</c:v>
                </c:pt>
                <c:pt idx="3565">
                  <c:v>0.58877199999999996</c:v>
                </c:pt>
                <c:pt idx="3566">
                  <c:v>0.58907699999999996</c:v>
                </c:pt>
                <c:pt idx="3567">
                  <c:v>0.58938299999999999</c:v>
                </c:pt>
                <c:pt idx="3568">
                  <c:v>0.58968799999999999</c:v>
                </c:pt>
                <c:pt idx="3569">
                  <c:v>0.58999400000000002</c:v>
                </c:pt>
                <c:pt idx="3570">
                  <c:v>0.59029900000000002</c:v>
                </c:pt>
                <c:pt idx="3571">
                  <c:v>0.59060400000000002</c:v>
                </c:pt>
                <c:pt idx="3572">
                  <c:v>0.59091000000000005</c:v>
                </c:pt>
                <c:pt idx="3573">
                  <c:v>0.59121500000000005</c:v>
                </c:pt>
                <c:pt idx="3574">
                  <c:v>0.59152099999999996</c:v>
                </c:pt>
                <c:pt idx="3575">
                  <c:v>0.59182599999999996</c:v>
                </c:pt>
                <c:pt idx="3576">
                  <c:v>0.59213099999999996</c:v>
                </c:pt>
                <c:pt idx="3577">
                  <c:v>0.59243699999999999</c:v>
                </c:pt>
                <c:pt idx="3578">
                  <c:v>0.59274199999999999</c:v>
                </c:pt>
                <c:pt idx="3579">
                  <c:v>0.59304800000000002</c:v>
                </c:pt>
                <c:pt idx="3580">
                  <c:v>0.59335300000000002</c:v>
                </c:pt>
                <c:pt idx="3581">
                  <c:v>0.59365800000000002</c:v>
                </c:pt>
                <c:pt idx="3582">
                  <c:v>0.59396400000000005</c:v>
                </c:pt>
                <c:pt idx="3583">
                  <c:v>0.59426900000000005</c:v>
                </c:pt>
                <c:pt idx="3584">
                  <c:v>0.59457499999999996</c:v>
                </c:pt>
                <c:pt idx="3585">
                  <c:v>0.59487999999999996</c:v>
                </c:pt>
                <c:pt idx="3586">
                  <c:v>0.59518499999999996</c:v>
                </c:pt>
                <c:pt idx="3587">
                  <c:v>0.59549099999999999</c:v>
                </c:pt>
                <c:pt idx="3588">
                  <c:v>0.59579599999999999</c:v>
                </c:pt>
                <c:pt idx="3589">
                  <c:v>0.59610200000000002</c:v>
                </c:pt>
                <c:pt idx="3590">
                  <c:v>0.59640700000000002</c:v>
                </c:pt>
                <c:pt idx="3591">
                  <c:v>0.59671200000000002</c:v>
                </c:pt>
                <c:pt idx="3592">
                  <c:v>0.59701800000000005</c:v>
                </c:pt>
                <c:pt idx="3593">
                  <c:v>0.59732300000000005</c:v>
                </c:pt>
                <c:pt idx="3594">
                  <c:v>0.59762899999999997</c:v>
                </c:pt>
                <c:pt idx="3595">
                  <c:v>0.59793399999999997</c:v>
                </c:pt>
                <c:pt idx="3596">
                  <c:v>0.59823899999999997</c:v>
                </c:pt>
                <c:pt idx="3597">
                  <c:v>0.59854499999999999</c:v>
                </c:pt>
                <c:pt idx="3598">
                  <c:v>0.59884999999999999</c:v>
                </c:pt>
                <c:pt idx="3599">
                  <c:v>0.59915600000000002</c:v>
                </c:pt>
                <c:pt idx="3600">
                  <c:v>0.59946100000000002</c:v>
                </c:pt>
                <c:pt idx="3601">
                  <c:v>0.59976600000000002</c:v>
                </c:pt>
                <c:pt idx="3602">
                  <c:v>0.60007200000000005</c:v>
                </c:pt>
                <c:pt idx="3603">
                  <c:v>0.60037700000000005</c:v>
                </c:pt>
                <c:pt idx="3604">
                  <c:v>0.60068299999999997</c:v>
                </c:pt>
                <c:pt idx="3605">
                  <c:v>0.60098799999999997</c:v>
                </c:pt>
                <c:pt idx="3606">
                  <c:v>0.60129299999999997</c:v>
                </c:pt>
                <c:pt idx="3607">
                  <c:v>0.60159899999999999</c:v>
                </c:pt>
                <c:pt idx="3608">
                  <c:v>0.60190399999999999</c:v>
                </c:pt>
                <c:pt idx="3609">
                  <c:v>0.60221000000000002</c:v>
                </c:pt>
                <c:pt idx="3610">
                  <c:v>0.60251500000000002</c:v>
                </c:pt>
                <c:pt idx="3611">
                  <c:v>0.60282000000000002</c:v>
                </c:pt>
                <c:pt idx="3612">
                  <c:v>0.60312600000000005</c:v>
                </c:pt>
                <c:pt idx="3613">
                  <c:v>0.60343100000000005</c:v>
                </c:pt>
                <c:pt idx="3614">
                  <c:v>0.60373699999999997</c:v>
                </c:pt>
                <c:pt idx="3615">
                  <c:v>0.60404199999999997</c:v>
                </c:pt>
                <c:pt idx="3616">
                  <c:v>0.60434699999999997</c:v>
                </c:pt>
                <c:pt idx="3617">
                  <c:v>0.604653</c:v>
                </c:pt>
                <c:pt idx="3618">
                  <c:v>0.604958</c:v>
                </c:pt>
                <c:pt idx="3619">
                  <c:v>0.605263</c:v>
                </c:pt>
                <c:pt idx="3620">
                  <c:v>0.60556900000000002</c:v>
                </c:pt>
                <c:pt idx="3621">
                  <c:v>0.60587400000000002</c:v>
                </c:pt>
                <c:pt idx="3622">
                  <c:v>0.60618000000000005</c:v>
                </c:pt>
                <c:pt idx="3623">
                  <c:v>0.60648500000000005</c:v>
                </c:pt>
                <c:pt idx="3624">
                  <c:v>0.60679000000000005</c:v>
                </c:pt>
                <c:pt idx="3625">
                  <c:v>0.60709599999999997</c:v>
                </c:pt>
                <c:pt idx="3626">
                  <c:v>0.60740099999999997</c:v>
                </c:pt>
                <c:pt idx="3627">
                  <c:v>0.607707</c:v>
                </c:pt>
                <c:pt idx="3628">
                  <c:v>0.608012</c:v>
                </c:pt>
                <c:pt idx="3629">
                  <c:v>0.608317</c:v>
                </c:pt>
                <c:pt idx="3630">
                  <c:v>0.60862300000000003</c:v>
                </c:pt>
                <c:pt idx="3631">
                  <c:v>0.60892800000000002</c:v>
                </c:pt>
                <c:pt idx="3632">
                  <c:v>0.60923400000000005</c:v>
                </c:pt>
                <c:pt idx="3633">
                  <c:v>0.60953900000000005</c:v>
                </c:pt>
                <c:pt idx="3634">
                  <c:v>0.60984400000000005</c:v>
                </c:pt>
                <c:pt idx="3635">
                  <c:v>0.61014999999999997</c:v>
                </c:pt>
                <c:pt idx="3636">
                  <c:v>0.61045499999999997</c:v>
                </c:pt>
                <c:pt idx="3637">
                  <c:v>0.610761</c:v>
                </c:pt>
                <c:pt idx="3638">
                  <c:v>0.611066</c:v>
                </c:pt>
                <c:pt idx="3639">
                  <c:v>0.611371</c:v>
                </c:pt>
                <c:pt idx="3640">
                  <c:v>0.61167700000000003</c:v>
                </c:pt>
                <c:pt idx="3641">
                  <c:v>0.61198200000000003</c:v>
                </c:pt>
                <c:pt idx="3642">
                  <c:v>0.61228800000000005</c:v>
                </c:pt>
                <c:pt idx="3643">
                  <c:v>0.61259300000000005</c:v>
                </c:pt>
                <c:pt idx="3644">
                  <c:v>0.61289800000000005</c:v>
                </c:pt>
                <c:pt idx="3645">
                  <c:v>0.61320399999999997</c:v>
                </c:pt>
                <c:pt idx="3646">
                  <c:v>0.61350899999999997</c:v>
                </c:pt>
                <c:pt idx="3647">
                  <c:v>0.613815</c:v>
                </c:pt>
                <c:pt idx="3648">
                  <c:v>0.61412</c:v>
                </c:pt>
                <c:pt idx="3649">
                  <c:v>0.614425</c:v>
                </c:pt>
                <c:pt idx="3650">
                  <c:v>0.61473100000000003</c:v>
                </c:pt>
                <c:pt idx="3651">
                  <c:v>0.61503600000000003</c:v>
                </c:pt>
                <c:pt idx="3652">
                  <c:v>0.61534199999999994</c:v>
                </c:pt>
                <c:pt idx="3653">
                  <c:v>0.61564700000000006</c:v>
                </c:pt>
                <c:pt idx="3654">
                  <c:v>0.61595200000000006</c:v>
                </c:pt>
                <c:pt idx="3655">
                  <c:v>0.61625799999999997</c:v>
                </c:pt>
                <c:pt idx="3656">
                  <c:v>0.61656299999999997</c:v>
                </c:pt>
                <c:pt idx="3657">
                  <c:v>0.616869</c:v>
                </c:pt>
                <c:pt idx="3658">
                  <c:v>0.617174</c:v>
                </c:pt>
                <c:pt idx="3659">
                  <c:v>0.617479</c:v>
                </c:pt>
                <c:pt idx="3660">
                  <c:v>0.61778500000000003</c:v>
                </c:pt>
                <c:pt idx="3661">
                  <c:v>0.61809000000000003</c:v>
                </c:pt>
                <c:pt idx="3662">
                  <c:v>0.61839599999999995</c:v>
                </c:pt>
                <c:pt idx="3663">
                  <c:v>0.61870099999999995</c:v>
                </c:pt>
                <c:pt idx="3664">
                  <c:v>0.61900599999999995</c:v>
                </c:pt>
                <c:pt idx="3665">
                  <c:v>0.61931199999999997</c:v>
                </c:pt>
                <c:pt idx="3666">
                  <c:v>0.61961699999999997</c:v>
                </c:pt>
                <c:pt idx="3667">
                  <c:v>0.619923</c:v>
                </c:pt>
                <c:pt idx="3668">
                  <c:v>0.620228</c:v>
                </c:pt>
                <c:pt idx="3669">
                  <c:v>0.620533</c:v>
                </c:pt>
                <c:pt idx="3670">
                  <c:v>0.62083900000000003</c:v>
                </c:pt>
                <c:pt idx="3671">
                  <c:v>0.62114400000000003</c:v>
                </c:pt>
                <c:pt idx="3672">
                  <c:v>0.62144999999999995</c:v>
                </c:pt>
                <c:pt idx="3673">
                  <c:v>0.62175499999999995</c:v>
                </c:pt>
                <c:pt idx="3674">
                  <c:v>0.62205999999999995</c:v>
                </c:pt>
                <c:pt idx="3675">
                  <c:v>0.62236599999999997</c:v>
                </c:pt>
                <c:pt idx="3676">
                  <c:v>0.62267099999999997</c:v>
                </c:pt>
                <c:pt idx="3677">
                  <c:v>0.622977</c:v>
                </c:pt>
                <c:pt idx="3678">
                  <c:v>0.623282</c:v>
                </c:pt>
                <c:pt idx="3679">
                  <c:v>0.623587</c:v>
                </c:pt>
                <c:pt idx="3680">
                  <c:v>0.62389300000000003</c:v>
                </c:pt>
                <c:pt idx="3681">
                  <c:v>0.62419800000000003</c:v>
                </c:pt>
                <c:pt idx="3682">
                  <c:v>0.62450399999999995</c:v>
                </c:pt>
                <c:pt idx="3683">
                  <c:v>0.62480899999999995</c:v>
                </c:pt>
                <c:pt idx="3684">
                  <c:v>0.62511399999999995</c:v>
                </c:pt>
                <c:pt idx="3685">
                  <c:v>0.62541999999999998</c:v>
                </c:pt>
                <c:pt idx="3686">
                  <c:v>0.62572499999999998</c:v>
                </c:pt>
                <c:pt idx="3687">
                  <c:v>0.626031</c:v>
                </c:pt>
                <c:pt idx="3688">
                  <c:v>0.626336</c:v>
                </c:pt>
                <c:pt idx="3689">
                  <c:v>0.626641</c:v>
                </c:pt>
                <c:pt idx="3690">
                  <c:v>0.62694700000000003</c:v>
                </c:pt>
                <c:pt idx="3691">
                  <c:v>0.62725200000000003</c:v>
                </c:pt>
                <c:pt idx="3692">
                  <c:v>0.62755799999999995</c:v>
                </c:pt>
                <c:pt idx="3693">
                  <c:v>0.62786299999999995</c:v>
                </c:pt>
                <c:pt idx="3694">
                  <c:v>0.62816799999999995</c:v>
                </c:pt>
                <c:pt idx="3695">
                  <c:v>0.62847399999999998</c:v>
                </c:pt>
                <c:pt idx="3696">
                  <c:v>0.62877899999999998</c:v>
                </c:pt>
                <c:pt idx="3697">
                  <c:v>0.62908500000000001</c:v>
                </c:pt>
                <c:pt idx="3698">
                  <c:v>0.62939000000000001</c:v>
                </c:pt>
                <c:pt idx="3699">
                  <c:v>0.629695</c:v>
                </c:pt>
                <c:pt idx="3700">
                  <c:v>0.63000100000000003</c:v>
                </c:pt>
                <c:pt idx="3701">
                  <c:v>0.63030600000000003</c:v>
                </c:pt>
                <c:pt idx="3702">
                  <c:v>0.63061100000000003</c:v>
                </c:pt>
                <c:pt idx="3703">
                  <c:v>0.63091699999999995</c:v>
                </c:pt>
                <c:pt idx="3704">
                  <c:v>0.63122199999999995</c:v>
                </c:pt>
                <c:pt idx="3705">
                  <c:v>0.63152799999999998</c:v>
                </c:pt>
                <c:pt idx="3706">
                  <c:v>0.63183299999999998</c:v>
                </c:pt>
                <c:pt idx="3707">
                  <c:v>0.63213799999999998</c:v>
                </c:pt>
                <c:pt idx="3708">
                  <c:v>0.63244400000000001</c:v>
                </c:pt>
                <c:pt idx="3709">
                  <c:v>0.63274900000000001</c:v>
                </c:pt>
                <c:pt idx="3710">
                  <c:v>0.63305500000000003</c:v>
                </c:pt>
                <c:pt idx="3711">
                  <c:v>0.63336000000000003</c:v>
                </c:pt>
                <c:pt idx="3712">
                  <c:v>0.63366500000000003</c:v>
                </c:pt>
                <c:pt idx="3713">
                  <c:v>0.63397099999999995</c:v>
                </c:pt>
                <c:pt idx="3714">
                  <c:v>0.63427599999999995</c:v>
                </c:pt>
                <c:pt idx="3715">
                  <c:v>0.63458199999999998</c:v>
                </c:pt>
                <c:pt idx="3716">
                  <c:v>0.63488699999999998</c:v>
                </c:pt>
                <c:pt idx="3717">
                  <c:v>0.63519199999999998</c:v>
                </c:pt>
                <c:pt idx="3718">
                  <c:v>0.63549800000000001</c:v>
                </c:pt>
                <c:pt idx="3719">
                  <c:v>0.63580300000000001</c:v>
                </c:pt>
                <c:pt idx="3720">
                  <c:v>0.63610900000000004</c:v>
                </c:pt>
                <c:pt idx="3721">
                  <c:v>0.63641400000000004</c:v>
                </c:pt>
                <c:pt idx="3722">
                  <c:v>0.63671900000000003</c:v>
                </c:pt>
                <c:pt idx="3723">
                  <c:v>0.63702499999999995</c:v>
                </c:pt>
                <c:pt idx="3724">
                  <c:v>0.63732999999999995</c:v>
                </c:pt>
                <c:pt idx="3725">
                  <c:v>0.63763599999999998</c:v>
                </c:pt>
                <c:pt idx="3726">
                  <c:v>0.63794099999999998</c:v>
                </c:pt>
                <c:pt idx="3727">
                  <c:v>0.63824599999999998</c:v>
                </c:pt>
                <c:pt idx="3728">
                  <c:v>0.63855200000000001</c:v>
                </c:pt>
                <c:pt idx="3729">
                  <c:v>0.63885700000000001</c:v>
                </c:pt>
                <c:pt idx="3730">
                  <c:v>0.63916300000000004</c:v>
                </c:pt>
                <c:pt idx="3731">
                  <c:v>0.63946800000000004</c:v>
                </c:pt>
                <c:pt idx="3732">
                  <c:v>0.63977300000000004</c:v>
                </c:pt>
                <c:pt idx="3733">
                  <c:v>0.64007899999999995</c:v>
                </c:pt>
                <c:pt idx="3734">
                  <c:v>0.64038399999999995</c:v>
                </c:pt>
                <c:pt idx="3735">
                  <c:v>0.64068999999999998</c:v>
                </c:pt>
                <c:pt idx="3736">
                  <c:v>0.64099499999999998</c:v>
                </c:pt>
                <c:pt idx="3737">
                  <c:v>0.64129999999999998</c:v>
                </c:pt>
                <c:pt idx="3738">
                  <c:v>0.64160600000000001</c:v>
                </c:pt>
                <c:pt idx="3739">
                  <c:v>0.64191100000000001</c:v>
                </c:pt>
                <c:pt idx="3740">
                  <c:v>0.64221700000000004</c:v>
                </c:pt>
                <c:pt idx="3741">
                  <c:v>0.64252200000000004</c:v>
                </c:pt>
                <c:pt idx="3742">
                  <c:v>0.64282700000000004</c:v>
                </c:pt>
                <c:pt idx="3743">
                  <c:v>0.64313299999999995</c:v>
                </c:pt>
                <c:pt idx="3744">
                  <c:v>0.64343799999999995</c:v>
                </c:pt>
                <c:pt idx="3745">
                  <c:v>0.64374399999999998</c:v>
                </c:pt>
                <c:pt idx="3746">
                  <c:v>0.64404899999999998</c:v>
                </c:pt>
                <c:pt idx="3747">
                  <c:v>0.64435399999999998</c:v>
                </c:pt>
                <c:pt idx="3748">
                  <c:v>0.64466000000000001</c:v>
                </c:pt>
                <c:pt idx="3749">
                  <c:v>0.64496500000000001</c:v>
                </c:pt>
                <c:pt idx="3750">
                  <c:v>0.64527100000000004</c:v>
                </c:pt>
                <c:pt idx="3751">
                  <c:v>0.64557600000000004</c:v>
                </c:pt>
                <c:pt idx="3752">
                  <c:v>0.64588100000000004</c:v>
                </c:pt>
                <c:pt idx="3753">
                  <c:v>0.64618699999999996</c:v>
                </c:pt>
                <c:pt idx="3754">
                  <c:v>0.64649199999999996</c:v>
                </c:pt>
                <c:pt idx="3755">
                  <c:v>0.64679799999999998</c:v>
                </c:pt>
                <c:pt idx="3756">
                  <c:v>0.64710299999999998</c:v>
                </c:pt>
                <c:pt idx="3757">
                  <c:v>0.64740799999999998</c:v>
                </c:pt>
                <c:pt idx="3758">
                  <c:v>0.64771400000000001</c:v>
                </c:pt>
                <c:pt idx="3759">
                  <c:v>0.64801900000000001</c:v>
                </c:pt>
                <c:pt idx="3760">
                  <c:v>0.64832500000000004</c:v>
                </c:pt>
                <c:pt idx="3761">
                  <c:v>0.64863000000000004</c:v>
                </c:pt>
                <c:pt idx="3762">
                  <c:v>0.64893500000000004</c:v>
                </c:pt>
                <c:pt idx="3763">
                  <c:v>0.64924099999999996</c:v>
                </c:pt>
                <c:pt idx="3764">
                  <c:v>0.64954599999999996</c:v>
                </c:pt>
                <c:pt idx="3765">
                  <c:v>0.64985199999999999</c:v>
                </c:pt>
                <c:pt idx="3766">
                  <c:v>0.65015699999999998</c:v>
                </c:pt>
                <c:pt idx="3767">
                  <c:v>0.65046199999999998</c:v>
                </c:pt>
                <c:pt idx="3768">
                  <c:v>0.65076800000000001</c:v>
                </c:pt>
                <c:pt idx="3769">
                  <c:v>0.65107300000000001</c:v>
                </c:pt>
                <c:pt idx="3770">
                  <c:v>0.65137900000000004</c:v>
                </c:pt>
                <c:pt idx="3771">
                  <c:v>0.65168400000000004</c:v>
                </c:pt>
                <c:pt idx="3772">
                  <c:v>0.65198900000000004</c:v>
                </c:pt>
                <c:pt idx="3773">
                  <c:v>0.65229499999999996</c:v>
                </c:pt>
                <c:pt idx="3774">
                  <c:v>0.65259999999999996</c:v>
                </c:pt>
                <c:pt idx="3775">
                  <c:v>0.65290599999999999</c:v>
                </c:pt>
                <c:pt idx="3776">
                  <c:v>0.65321099999999999</c:v>
                </c:pt>
                <c:pt idx="3777">
                  <c:v>0.65351599999999999</c:v>
                </c:pt>
                <c:pt idx="3778">
                  <c:v>0.65382200000000001</c:v>
                </c:pt>
                <c:pt idx="3779">
                  <c:v>0.65412700000000001</c:v>
                </c:pt>
                <c:pt idx="3780">
                  <c:v>0.65443300000000004</c:v>
                </c:pt>
                <c:pt idx="3781">
                  <c:v>0.65473800000000004</c:v>
                </c:pt>
                <c:pt idx="3782">
                  <c:v>0.65504300000000004</c:v>
                </c:pt>
                <c:pt idx="3783">
                  <c:v>0.65534899999999996</c:v>
                </c:pt>
                <c:pt idx="3784">
                  <c:v>0.65565399999999996</c:v>
                </c:pt>
                <c:pt idx="3785">
                  <c:v>0.65595899999999996</c:v>
                </c:pt>
                <c:pt idx="3786">
                  <c:v>0.65626499999999999</c:v>
                </c:pt>
                <c:pt idx="3787">
                  <c:v>0.65656999999999999</c:v>
                </c:pt>
                <c:pt idx="3788">
                  <c:v>0.65687600000000002</c:v>
                </c:pt>
                <c:pt idx="3789">
                  <c:v>0.65718100000000002</c:v>
                </c:pt>
                <c:pt idx="3790">
                  <c:v>0.65748600000000001</c:v>
                </c:pt>
                <c:pt idx="3791">
                  <c:v>0.65779200000000004</c:v>
                </c:pt>
                <c:pt idx="3792">
                  <c:v>0.65809700000000004</c:v>
                </c:pt>
                <c:pt idx="3793">
                  <c:v>0.65840299999999996</c:v>
                </c:pt>
                <c:pt idx="3794">
                  <c:v>0.65870799999999996</c:v>
                </c:pt>
                <c:pt idx="3795">
                  <c:v>0.65901299999999996</c:v>
                </c:pt>
                <c:pt idx="3796">
                  <c:v>0.65931899999999999</c:v>
                </c:pt>
                <c:pt idx="3797">
                  <c:v>0.65962399999999999</c:v>
                </c:pt>
                <c:pt idx="3798">
                  <c:v>0.65993000000000002</c:v>
                </c:pt>
                <c:pt idx="3799">
                  <c:v>0.66023500000000002</c:v>
                </c:pt>
                <c:pt idx="3800">
                  <c:v>0.66054000000000002</c:v>
                </c:pt>
                <c:pt idx="3801">
                  <c:v>0.66084600000000004</c:v>
                </c:pt>
                <c:pt idx="3802">
                  <c:v>0.66115100000000004</c:v>
                </c:pt>
                <c:pt idx="3803">
                  <c:v>0.66145699999999996</c:v>
                </c:pt>
                <c:pt idx="3804">
                  <c:v>0.66176199999999996</c:v>
                </c:pt>
                <c:pt idx="3805">
                  <c:v>0.66206699999999996</c:v>
                </c:pt>
                <c:pt idx="3806">
                  <c:v>0.66237299999999999</c:v>
                </c:pt>
                <c:pt idx="3807">
                  <c:v>0.66267799999999999</c:v>
                </c:pt>
                <c:pt idx="3808">
                  <c:v>0.66298400000000002</c:v>
                </c:pt>
                <c:pt idx="3809">
                  <c:v>0.66328900000000002</c:v>
                </c:pt>
                <c:pt idx="3810">
                  <c:v>0.66359400000000002</c:v>
                </c:pt>
                <c:pt idx="3811">
                  <c:v>0.66390000000000005</c:v>
                </c:pt>
                <c:pt idx="3812">
                  <c:v>0.66420500000000005</c:v>
                </c:pt>
                <c:pt idx="3813">
                  <c:v>0.66451099999999996</c:v>
                </c:pt>
                <c:pt idx="3814">
                  <c:v>0.66481599999999996</c:v>
                </c:pt>
                <c:pt idx="3815">
                  <c:v>0.66512099999999996</c:v>
                </c:pt>
                <c:pt idx="3816">
                  <c:v>0.66542699999999999</c:v>
                </c:pt>
                <c:pt idx="3817">
                  <c:v>0.66573199999999999</c:v>
                </c:pt>
                <c:pt idx="3818">
                  <c:v>0.66603800000000002</c:v>
                </c:pt>
                <c:pt idx="3819">
                  <c:v>0.66634300000000002</c:v>
                </c:pt>
                <c:pt idx="3820">
                  <c:v>0.66664800000000002</c:v>
                </c:pt>
                <c:pt idx="3821">
                  <c:v>0.66695400000000005</c:v>
                </c:pt>
                <c:pt idx="3822">
                  <c:v>0.66725900000000005</c:v>
                </c:pt>
                <c:pt idx="3823">
                  <c:v>0.66756499999999996</c:v>
                </c:pt>
                <c:pt idx="3824">
                  <c:v>0.66786999999999996</c:v>
                </c:pt>
                <c:pt idx="3825">
                  <c:v>0.66817499999999996</c:v>
                </c:pt>
                <c:pt idx="3826">
                  <c:v>0.66848099999999999</c:v>
                </c:pt>
                <c:pt idx="3827">
                  <c:v>0.66878599999999999</c:v>
                </c:pt>
                <c:pt idx="3828">
                  <c:v>0.66909200000000002</c:v>
                </c:pt>
                <c:pt idx="3829">
                  <c:v>0.66939700000000002</c:v>
                </c:pt>
                <c:pt idx="3830">
                  <c:v>0.66970200000000002</c:v>
                </c:pt>
                <c:pt idx="3831">
                  <c:v>0.67000800000000005</c:v>
                </c:pt>
                <c:pt idx="3832">
                  <c:v>0.67031300000000005</c:v>
                </c:pt>
                <c:pt idx="3833">
                  <c:v>0.67061899999999997</c:v>
                </c:pt>
                <c:pt idx="3834">
                  <c:v>0.67092399999999996</c:v>
                </c:pt>
                <c:pt idx="3835">
                  <c:v>0.67122899999999996</c:v>
                </c:pt>
                <c:pt idx="3836">
                  <c:v>0.67153499999999999</c:v>
                </c:pt>
                <c:pt idx="3837">
                  <c:v>0.67183999999999999</c:v>
                </c:pt>
                <c:pt idx="3838">
                  <c:v>0.67214600000000002</c:v>
                </c:pt>
                <c:pt idx="3839">
                  <c:v>0.67245100000000002</c:v>
                </c:pt>
                <c:pt idx="3840">
                  <c:v>0.67275600000000002</c:v>
                </c:pt>
                <c:pt idx="3841">
                  <c:v>0.67306200000000005</c:v>
                </c:pt>
                <c:pt idx="3842">
                  <c:v>0.67336700000000005</c:v>
                </c:pt>
                <c:pt idx="3843">
                  <c:v>0.67367299999999997</c:v>
                </c:pt>
                <c:pt idx="3844">
                  <c:v>0.67397799999999997</c:v>
                </c:pt>
                <c:pt idx="3845">
                  <c:v>0.67428299999999997</c:v>
                </c:pt>
                <c:pt idx="3846">
                  <c:v>0.67458899999999999</c:v>
                </c:pt>
                <c:pt idx="3847">
                  <c:v>0.67489399999999999</c:v>
                </c:pt>
                <c:pt idx="3848">
                  <c:v>0.67520000000000002</c:v>
                </c:pt>
                <c:pt idx="3849">
                  <c:v>0.67550500000000002</c:v>
                </c:pt>
                <c:pt idx="3850">
                  <c:v>0.67581000000000002</c:v>
                </c:pt>
                <c:pt idx="3851">
                  <c:v>0.67611600000000005</c:v>
                </c:pt>
                <c:pt idx="3852">
                  <c:v>0.67642100000000005</c:v>
                </c:pt>
                <c:pt idx="3853">
                  <c:v>0.67672699999999997</c:v>
                </c:pt>
                <c:pt idx="3854">
                  <c:v>0.67703199999999997</c:v>
                </c:pt>
                <c:pt idx="3855">
                  <c:v>0.67733699999999997</c:v>
                </c:pt>
                <c:pt idx="3856">
                  <c:v>0.677643</c:v>
                </c:pt>
                <c:pt idx="3857">
                  <c:v>0.677948</c:v>
                </c:pt>
                <c:pt idx="3858">
                  <c:v>0.67825400000000002</c:v>
                </c:pt>
                <c:pt idx="3859">
                  <c:v>0.67855900000000002</c:v>
                </c:pt>
                <c:pt idx="3860">
                  <c:v>0.67886400000000002</c:v>
                </c:pt>
                <c:pt idx="3861">
                  <c:v>0.67917000000000005</c:v>
                </c:pt>
                <c:pt idx="3862">
                  <c:v>0.67947500000000005</c:v>
                </c:pt>
                <c:pt idx="3863">
                  <c:v>0.67978099999999997</c:v>
                </c:pt>
                <c:pt idx="3864">
                  <c:v>0.68008599999999997</c:v>
                </c:pt>
                <c:pt idx="3865">
                  <c:v>0.68039099999999997</c:v>
                </c:pt>
                <c:pt idx="3866">
                  <c:v>0.680697</c:v>
                </c:pt>
                <c:pt idx="3867">
                  <c:v>0.681002</c:v>
                </c:pt>
                <c:pt idx="3868">
                  <c:v>0.681307</c:v>
                </c:pt>
                <c:pt idx="3869">
                  <c:v>0.68161300000000002</c:v>
                </c:pt>
                <c:pt idx="3870">
                  <c:v>0.68191800000000002</c:v>
                </c:pt>
                <c:pt idx="3871">
                  <c:v>0.68222400000000005</c:v>
                </c:pt>
                <c:pt idx="3872">
                  <c:v>0.68252900000000005</c:v>
                </c:pt>
                <c:pt idx="3873">
                  <c:v>0.68283400000000005</c:v>
                </c:pt>
                <c:pt idx="3874">
                  <c:v>0.68313999999999997</c:v>
                </c:pt>
                <c:pt idx="3875">
                  <c:v>0.68344499999999997</c:v>
                </c:pt>
                <c:pt idx="3876">
                  <c:v>0.683751</c:v>
                </c:pt>
                <c:pt idx="3877">
                  <c:v>0.684056</c:v>
                </c:pt>
                <c:pt idx="3878">
                  <c:v>0.684361</c:v>
                </c:pt>
                <c:pt idx="3879">
                  <c:v>0.68466700000000003</c:v>
                </c:pt>
                <c:pt idx="3880">
                  <c:v>0.68497200000000003</c:v>
                </c:pt>
                <c:pt idx="3881">
                  <c:v>0.68527800000000005</c:v>
                </c:pt>
                <c:pt idx="3882">
                  <c:v>0.68558300000000005</c:v>
                </c:pt>
                <c:pt idx="3883">
                  <c:v>0.68588800000000005</c:v>
                </c:pt>
                <c:pt idx="3884">
                  <c:v>0.68619399999999997</c:v>
                </c:pt>
                <c:pt idx="3885">
                  <c:v>0.68649899999999997</c:v>
                </c:pt>
                <c:pt idx="3886">
                  <c:v>0.686805</c:v>
                </c:pt>
                <c:pt idx="3887">
                  <c:v>0.68711</c:v>
                </c:pt>
                <c:pt idx="3888">
                  <c:v>0.687415</c:v>
                </c:pt>
                <c:pt idx="3889">
                  <c:v>0.68772100000000003</c:v>
                </c:pt>
                <c:pt idx="3890">
                  <c:v>0.68802600000000003</c:v>
                </c:pt>
                <c:pt idx="3891">
                  <c:v>0.68833200000000005</c:v>
                </c:pt>
                <c:pt idx="3892">
                  <c:v>0.68863700000000005</c:v>
                </c:pt>
                <c:pt idx="3893">
                  <c:v>0.68894200000000005</c:v>
                </c:pt>
                <c:pt idx="3894">
                  <c:v>0.68924799999999997</c:v>
                </c:pt>
                <c:pt idx="3895">
                  <c:v>0.68955299999999997</c:v>
                </c:pt>
                <c:pt idx="3896">
                  <c:v>0.689859</c:v>
                </c:pt>
                <c:pt idx="3897">
                  <c:v>0.690164</c:v>
                </c:pt>
                <c:pt idx="3898">
                  <c:v>0.690469</c:v>
                </c:pt>
                <c:pt idx="3899">
                  <c:v>0.69077500000000003</c:v>
                </c:pt>
                <c:pt idx="3900">
                  <c:v>0.69108000000000003</c:v>
                </c:pt>
                <c:pt idx="3901">
                  <c:v>0.69138599999999995</c:v>
                </c:pt>
                <c:pt idx="3902">
                  <c:v>0.69169099999999994</c:v>
                </c:pt>
                <c:pt idx="3903">
                  <c:v>0.69199600000000006</c:v>
                </c:pt>
                <c:pt idx="3904">
                  <c:v>0.69230199999999997</c:v>
                </c:pt>
                <c:pt idx="3905">
                  <c:v>0.69260699999999997</c:v>
                </c:pt>
                <c:pt idx="3906">
                  <c:v>0.692913</c:v>
                </c:pt>
                <c:pt idx="3907">
                  <c:v>0.693218</c:v>
                </c:pt>
                <c:pt idx="3908">
                  <c:v>0.693523</c:v>
                </c:pt>
                <c:pt idx="3909">
                  <c:v>0.69382900000000003</c:v>
                </c:pt>
                <c:pt idx="3910">
                  <c:v>0.69413400000000003</c:v>
                </c:pt>
                <c:pt idx="3911">
                  <c:v>0.69443999999999995</c:v>
                </c:pt>
                <c:pt idx="3912">
                  <c:v>0.69474499999999995</c:v>
                </c:pt>
                <c:pt idx="3913">
                  <c:v>0.69504999999999995</c:v>
                </c:pt>
                <c:pt idx="3914">
                  <c:v>0.69535599999999997</c:v>
                </c:pt>
                <c:pt idx="3915">
                  <c:v>0.69566099999999997</c:v>
                </c:pt>
                <c:pt idx="3916">
                  <c:v>0.695967</c:v>
                </c:pt>
                <c:pt idx="3917">
                  <c:v>0.696272</c:v>
                </c:pt>
                <c:pt idx="3918">
                  <c:v>0.696577</c:v>
                </c:pt>
                <c:pt idx="3919">
                  <c:v>0.69688300000000003</c:v>
                </c:pt>
                <c:pt idx="3920">
                  <c:v>0.69718800000000003</c:v>
                </c:pt>
                <c:pt idx="3921">
                  <c:v>0.69749399999999995</c:v>
                </c:pt>
                <c:pt idx="3922">
                  <c:v>0.69779899999999995</c:v>
                </c:pt>
                <c:pt idx="3923">
                  <c:v>0.69810399999999995</c:v>
                </c:pt>
                <c:pt idx="3924">
                  <c:v>0.69840999999999998</c:v>
                </c:pt>
                <c:pt idx="3925">
                  <c:v>0.69871499999999997</c:v>
                </c:pt>
                <c:pt idx="3926">
                  <c:v>0.699021</c:v>
                </c:pt>
                <c:pt idx="3927">
                  <c:v>0.699326</c:v>
                </c:pt>
                <c:pt idx="3928">
                  <c:v>0.699631</c:v>
                </c:pt>
                <c:pt idx="3929">
                  <c:v>0.69993700000000003</c:v>
                </c:pt>
                <c:pt idx="3930">
                  <c:v>0.70024200000000003</c:v>
                </c:pt>
                <c:pt idx="3931">
                  <c:v>0.70054799999999995</c:v>
                </c:pt>
                <c:pt idx="3932">
                  <c:v>0.70085299999999995</c:v>
                </c:pt>
                <c:pt idx="3933">
                  <c:v>0.70115799999999995</c:v>
                </c:pt>
                <c:pt idx="3934">
                  <c:v>0.70146399999999998</c:v>
                </c:pt>
                <c:pt idx="3935">
                  <c:v>0.70176899999999998</c:v>
                </c:pt>
                <c:pt idx="3936">
                  <c:v>0.702075</c:v>
                </c:pt>
                <c:pt idx="3937">
                  <c:v>0.70238</c:v>
                </c:pt>
                <c:pt idx="3938">
                  <c:v>0.702685</c:v>
                </c:pt>
                <c:pt idx="3939">
                  <c:v>0.70299100000000003</c:v>
                </c:pt>
                <c:pt idx="3940">
                  <c:v>0.70329600000000003</c:v>
                </c:pt>
                <c:pt idx="3941">
                  <c:v>0.70360199999999995</c:v>
                </c:pt>
                <c:pt idx="3942">
                  <c:v>0.70390699999999995</c:v>
                </c:pt>
                <c:pt idx="3943">
                  <c:v>0.70421199999999995</c:v>
                </c:pt>
                <c:pt idx="3944">
                  <c:v>0.70451799999999998</c:v>
                </c:pt>
                <c:pt idx="3945">
                  <c:v>0.70482299999999998</c:v>
                </c:pt>
                <c:pt idx="3946">
                  <c:v>0.70512900000000001</c:v>
                </c:pt>
                <c:pt idx="3947">
                  <c:v>0.70543400000000001</c:v>
                </c:pt>
                <c:pt idx="3948">
                  <c:v>0.70573900000000001</c:v>
                </c:pt>
                <c:pt idx="3949">
                  <c:v>0.70604500000000003</c:v>
                </c:pt>
                <c:pt idx="3950">
                  <c:v>0.70635000000000003</c:v>
                </c:pt>
                <c:pt idx="3951">
                  <c:v>0.70665599999999995</c:v>
                </c:pt>
                <c:pt idx="3952">
                  <c:v>0.70696099999999995</c:v>
                </c:pt>
                <c:pt idx="3953">
                  <c:v>0.70726599999999995</c:v>
                </c:pt>
                <c:pt idx="3954">
                  <c:v>0.70757199999999998</c:v>
                </c:pt>
                <c:pt idx="3955">
                  <c:v>0.70787699999999998</c:v>
                </c:pt>
                <c:pt idx="3956">
                  <c:v>0.70818199999999998</c:v>
                </c:pt>
                <c:pt idx="3957">
                  <c:v>0.70848800000000001</c:v>
                </c:pt>
                <c:pt idx="3958">
                  <c:v>0.70879300000000001</c:v>
                </c:pt>
                <c:pt idx="3959">
                  <c:v>0.70909900000000003</c:v>
                </c:pt>
                <c:pt idx="3960">
                  <c:v>0.70940400000000003</c:v>
                </c:pt>
                <c:pt idx="3961">
                  <c:v>0.70970900000000003</c:v>
                </c:pt>
                <c:pt idx="3962">
                  <c:v>0.71001499999999995</c:v>
                </c:pt>
                <c:pt idx="3963">
                  <c:v>0.71031999999999995</c:v>
                </c:pt>
                <c:pt idx="3964">
                  <c:v>0.71062599999999998</c:v>
                </c:pt>
                <c:pt idx="3965">
                  <c:v>0.71093099999999998</c:v>
                </c:pt>
                <c:pt idx="3966">
                  <c:v>0.71123599999999998</c:v>
                </c:pt>
                <c:pt idx="3967">
                  <c:v>0.71154200000000001</c:v>
                </c:pt>
                <c:pt idx="3968">
                  <c:v>0.71184700000000001</c:v>
                </c:pt>
                <c:pt idx="3969">
                  <c:v>0.71215300000000004</c:v>
                </c:pt>
                <c:pt idx="3970">
                  <c:v>0.71245800000000004</c:v>
                </c:pt>
                <c:pt idx="3971">
                  <c:v>0.71276300000000004</c:v>
                </c:pt>
                <c:pt idx="3972">
                  <c:v>0.71306899999999995</c:v>
                </c:pt>
                <c:pt idx="3973">
                  <c:v>0.71337399999999995</c:v>
                </c:pt>
                <c:pt idx="3974">
                  <c:v>0.71367999999999998</c:v>
                </c:pt>
                <c:pt idx="3975">
                  <c:v>0.71398499999999998</c:v>
                </c:pt>
                <c:pt idx="3976">
                  <c:v>0.71428999999999998</c:v>
                </c:pt>
                <c:pt idx="3977">
                  <c:v>0.71459600000000001</c:v>
                </c:pt>
                <c:pt idx="3978">
                  <c:v>0.71490100000000001</c:v>
                </c:pt>
                <c:pt idx="3979">
                  <c:v>0.71520700000000004</c:v>
                </c:pt>
                <c:pt idx="3980">
                  <c:v>0.71551200000000004</c:v>
                </c:pt>
                <c:pt idx="3981">
                  <c:v>0.71581700000000004</c:v>
                </c:pt>
                <c:pt idx="3982">
                  <c:v>0.71612299999999995</c:v>
                </c:pt>
                <c:pt idx="3983">
                  <c:v>0.71642799999999995</c:v>
                </c:pt>
                <c:pt idx="3984">
                  <c:v>0.71673399999999998</c:v>
                </c:pt>
                <c:pt idx="3985">
                  <c:v>0.71703899999999998</c:v>
                </c:pt>
                <c:pt idx="3986">
                  <c:v>0.71734399999999998</c:v>
                </c:pt>
                <c:pt idx="3987">
                  <c:v>0.71765000000000001</c:v>
                </c:pt>
                <c:pt idx="3988">
                  <c:v>0.71795500000000001</c:v>
                </c:pt>
                <c:pt idx="3989">
                  <c:v>0.71826100000000004</c:v>
                </c:pt>
                <c:pt idx="3990">
                  <c:v>0.71856600000000004</c:v>
                </c:pt>
                <c:pt idx="3991">
                  <c:v>0.71887100000000004</c:v>
                </c:pt>
                <c:pt idx="3992">
                  <c:v>0.71917699999999996</c:v>
                </c:pt>
                <c:pt idx="3993">
                  <c:v>0.71948199999999995</c:v>
                </c:pt>
                <c:pt idx="3994">
                  <c:v>0.71978799999999998</c:v>
                </c:pt>
                <c:pt idx="3995">
                  <c:v>0.72009299999999998</c:v>
                </c:pt>
                <c:pt idx="3996">
                  <c:v>0.72039799999999998</c:v>
                </c:pt>
                <c:pt idx="3997">
                  <c:v>0.72070400000000001</c:v>
                </c:pt>
                <c:pt idx="3998">
                  <c:v>0.72100900000000001</c:v>
                </c:pt>
                <c:pt idx="3999">
                  <c:v>0.72131500000000004</c:v>
                </c:pt>
                <c:pt idx="4000">
                  <c:v>0.72162000000000004</c:v>
                </c:pt>
                <c:pt idx="4001">
                  <c:v>0.72192500000000004</c:v>
                </c:pt>
                <c:pt idx="4002">
                  <c:v>0.72223099999999996</c:v>
                </c:pt>
                <c:pt idx="4003">
                  <c:v>0.72253599999999996</c:v>
                </c:pt>
                <c:pt idx="4004">
                  <c:v>0.72284199999999998</c:v>
                </c:pt>
                <c:pt idx="4005">
                  <c:v>0.72314699999999998</c:v>
                </c:pt>
                <c:pt idx="4006">
                  <c:v>0.72345199999999998</c:v>
                </c:pt>
                <c:pt idx="4007">
                  <c:v>0.72375800000000001</c:v>
                </c:pt>
                <c:pt idx="4008">
                  <c:v>0.72406300000000001</c:v>
                </c:pt>
                <c:pt idx="4009">
                  <c:v>0.72436900000000004</c:v>
                </c:pt>
                <c:pt idx="4010">
                  <c:v>0.72467400000000004</c:v>
                </c:pt>
                <c:pt idx="4011">
                  <c:v>0.72497900000000004</c:v>
                </c:pt>
                <c:pt idx="4012">
                  <c:v>0.72528499999999996</c:v>
                </c:pt>
                <c:pt idx="4013">
                  <c:v>0.72558999999999996</c:v>
                </c:pt>
                <c:pt idx="4014">
                  <c:v>0.72589599999999999</c:v>
                </c:pt>
                <c:pt idx="4015">
                  <c:v>0.72620099999999999</c:v>
                </c:pt>
                <c:pt idx="4016">
                  <c:v>0.72650599999999999</c:v>
                </c:pt>
                <c:pt idx="4017">
                  <c:v>0.72681200000000001</c:v>
                </c:pt>
                <c:pt idx="4018">
                  <c:v>0.72711700000000001</c:v>
                </c:pt>
                <c:pt idx="4019">
                  <c:v>0.72742300000000004</c:v>
                </c:pt>
                <c:pt idx="4020">
                  <c:v>0.72772800000000004</c:v>
                </c:pt>
                <c:pt idx="4021">
                  <c:v>0.72803300000000004</c:v>
                </c:pt>
                <c:pt idx="4022">
                  <c:v>0.72833899999999996</c:v>
                </c:pt>
                <c:pt idx="4023">
                  <c:v>0.72864399999999996</c:v>
                </c:pt>
                <c:pt idx="4024">
                  <c:v>0.72894999999999999</c:v>
                </c:pt>
                <c:pt idx="4025">
                  <c:v>0.72925499999999999</c:v>
                </c:pt>
                <c:pt idx="4026">
                  <c:v>0.72955999999999999</c:v>
                </c:pt>
                <c:pt idx="4027">
                  <c:v>0.72986600000000001</c:v>
                </c:pt>
                <c:pt idx="4028">
                  <c:v>0.73017100000000001</c:v>
                </c:pt>
                <c:pt idx="4029">
                  <c:v>0.73047700000000004</c:v>
                </c:pt>
                <c:pt idx="4030">
                  <c:v>0.73078200000000004</c:v>
                </c:pt>
                <c:pt idx="4031">
                  <c:v>0.73108700000000004</c:v>
                </c:pt>
                <c:pt idx="4032">
                  <c:v>0.73139299999999996</c:v>
                </c:pt>
                <c:pt idx="4033">
                  <c:v>0.73169799999999996</c:v>
                </c:pt>
                <c:pt idx="4034">
                  <c:v>0.73200399999999999</c:v>
                </c:pt>
                <c:pt idx="4035">
                  <c:v>0.73230899999999999</c:v>
                </c:pt>
                <c:pt idx="4036">
                  <c:v>0.73261399999999999</c:v>
                </c:pt>
                <c:pt idx="4037">
                  <c:v>0.73292000000000002</c:v>
                </c:pt>
                <c:pt idx="4038">
                  <c:v>0.73322500000000002</c:v>
                </c:pt>
                <c:pt idx="4039">
                  <c:v>0.73353000000000002</c:v>
                </c:pt>
                <c:pt idx="4040">
                  <c:v>0.73383600000000004</c:v>
                </c:pt>
                <c:pt idx="4041">
                  <c:v>0.73414100000000004</c:v>
                </c:pt>
                <c:pt idx="4042">
                  <c:v>0.73444699999999996</c:v>
                </c:pt>
                <c:pt idx="4043">
                  <c:v>0.73475199999999996</c:v>
                </c:pt>
                <c:pt idx="4044">
                  <c:v>0.73505699999999996</c:v>
                </c:pt>
                <c:pt idx="4045">
                  <c:v>0.73536299999999999</c:v>
                </c:pt>
                <c:pt idx="4046">
                  <c:v>0.73566799999999999</c:v>
                </c:pt>
                <c:pt idx="4047">
                  <c:v>0.73597400000000002</c:v>
                </c:pt>
                <c:pt idx="4048">
                  <c:v>0.73627900000000002</c:v>
                </c:pt>
                <c:pt idx="4049">
                  <c:v>0.73658400000000002</c:v>
                </c:pt>
                <c:pt idx="4050">
                  <c:v>0.73689000000000004</c:v>
                </c:pt>
                <c:pt idx="4051">
                  <c:v>0.73719500000000004</c:v>
                </c:pt>
                <c:pt idx="4052">
                  <c:v>0.73750099999999996</c:v>
                </c:pt>
                <c:pt idx="4053">
                  <c:v>0.73780599999999996</c:v>
                </c:pt>
                <c:pt idx="4054">
                  <c:v>0.73811099999999996</c:v>
                </c:pt>
                <c:pt idx="4055">
                  <c:v>0.73841699999999999</c:v>
                </c:pt>
                <c:pt idx="4056">
                  <c:v>0.73872199999999999</c:v>
                </c:pt>
                <c:pt idx="4057">
                  <c:v>0.73902800000000002</c:v>
                </c:pt>
                <c:pt idx="4058">
                  <c:v>0.73933300000000002</c:v>
                </c:pt>
                <c:pt idx="4059">
                  <c:v>0.73963800000000002</c:v>
                </c:pt>
                <c:pt idx="4060">
                  <c:v>0.73994400000000005</c:v>
                </c:pt>
                <c:pt idx="4061">
                  <c:v>0.74024900000000005</c:v>
                </c:pt>
                <c:pt idx="4062">
                  <c:v>0.74055499999999996</c:v>
                </c:pt>
                <c:pt idx="4063">
                  <c:v>0.74085999999999996</c:v>
                </c:pt>
                <c:pt idx="4064">
                  <c:v>0.74116499999999996</c:v>
                </c:pt>
                <c:pt idx="4065">
                  <c:v>0.74147099999999999</c:v>
                </c:pt>
                <c:pt idx="4066">
                  <c:v>0.74177599999999999</c:v>
                </c:pt>
                <c:pt idx="4067">
                  <c:v>0.74208200000000002</c:v>
                </c:pt>
                <c:pt idx="4068">
                  <c:v>0.74238700000000002</c:v>
                </c:pt>
                <c:pt idx="4069">
                  <c:v>0.74269200000000002</c:v>
                </c:pt>
                <c:pt idx="4070">
                  <c:v>0.74299800000000005</c:v>
                </c:pt>
                <c:pt idx="4071">
                  <c:v>0.74330300000000005</c:v>
                </c:pt>
                <c:pt idx="4072">
                  <c:v>0.74360899999999996</c:v>
                </c:pt>
                <c:pt idx="4073">
                  <c:v>0.74391399999999996</c:v>
                </c:pt>
                <c:pt idx="4074">
                  <c:v>0.74421899999999996</c:v>
                </c:pt>
                <c:pt idx="4075">
                  <c:v>0.74452499999999999</c:v>
                </c:pt>
                <c:pt idx="4076">
                  <c:v>0.74482999999999999</c:v>
                </c:pt>
                <c:pt idx="4077">
                  <c:v>0.74513600000000002</c:v>
                </c:pt>
                <c:pt idx="4078">
                  <c:v>0.74544100000000002</c:v>
                </c:pt>
                <c:pt idx="4079">
                  <c:v>0.74574600000000002</c:v>
                </c:pt>
                <c:pt idx="4080">
                  <c:v>0.74605200000000005</c:v>
                </c:pt>
                <c:pt idx="4081">
                  <c:v>0.74635700000000005</c:v>
                </c:pt>
                <c:pt idx="4082">
                  <c:v>0.74666299999999997</c:v>
                </c:pt>
                <c:pt idx="4083">
                  <c:v>0.74696799999999997</c:v>
                </c:pt>
                <c:pt idx="4084">
                  <c:v>0.74727299999999997</c:v>
                </c:pt>
                <c:pt idx="4085">
                  <c:v>0.74757899999999999</c:v>
                </c:pt>
                <c:pt idx="4086">
                  <c:v>0.74788399999999999</c:v>
                </c:pt>
                <c:pt idx="4087">
                  <c:v>0.74819000000000002</c:v>
                </c:pt>
                <c:pt idx="4088">
                  <c:v>0.74849500000000002</c:v>
                </c:pt>
                <c:pt idx="4089">
                  <c:v>0.74880000000000002</c:v>
                </c:pt>
                <c:pt idx="4090">
                  <c:v>0.74910600000000005</c:v>
                </c:pt>
                <c:pt idx="4091">
                  <c:v>0.74941100000000005</c:v>
                </c:pt>
                <c:pt idx="4092">
                  <c:v>0.74971699999999997</c:v>
                </c:pt>
                <c:pt idx="4093">
                  <c:v>0.75002199999999997</c:v>
                </c:pt>
                <c:pt idx="4094">
                  <c:v>0.75032699999999997</c:v>
                </c:pt>
                <c:pt idx="4095">
                  <c:v>0.75063299999999999</c:v>
                </c:pt>
                <c:pt idx="4096">
                  <c:v>0.75093799999999999</c:v>
                </c:pt>
                <c:pt idx="4097">
                  <c:v>0.75124400000000002</c:v>
                </c:pt>
                <c:pt idx="4098">
                  <c:v>0.75154900000000002</c:v>
                </c:pt>
                <c:pt idx="4099">
                  <c:v>0.75185400000000002</c:v>
                </c:pt>
                <c:pt idx="4100">
                  <c:v>0.75216000000000005</c:v>
                </c:pt>
                <c:pt idx="4101">
                  <c:v>0.75246500000000005</c:v>
                </c:pt>
                <c:pt idx="4102">
                  <c:v>0.75277099999999997</c:v>
                </c:pt>
                <c:pt idx="4103">
                  <c:v>0.75307599999999997</c:v>
                </c:pt>
                <c:pt idx="4104">
                  <c:v>0.75338099999999997</c:v>
                </c:pt>
                <c:pt idx="4105">
                  <c:v>0.753687</c:v>
                </c:pt>
                <c:pt idx="4106">
                  <c:v>0.753992</c:v>
                </c:pt>
                <c:pt idx="4107">
                  <c:v>0.75429800000000002</c:v>
                </c:pt>
                <c:pt idx="4108">
                  <c:v>0.75460300000000002</c:v>
                </c:pt>
                <c:pt idx="4109">
                  <c:v>0.75490800000000002</c:v>
                </c:pt>
                <c:pt idx="4110">
                  <c:v>0.75521400000000005</c:v>
                </c:pt>
                <c:pt idx="4111">
                  <c:v>0.75551900000000005</c:v>
                </c:pt>
                <c:pt idx="4112">
                  <c:v>0.75582499999999997</c:v>
                </c:pt>
                <c:pt idx="4113">
                  <c:v>0.75612999999999997</c:v>
                </c:pt>
                <c:pt idx="4114">
                  <c:v>0.75643499999999997</c:v>
                </c:pt>
                <c:pt idx="4115">
                  <c:v>0.756741</c:v>
                </c:pt>
                <c:pt idx="4116">
                  <c:v>0.757046</c:v>
                </c:pt>
                <c:pt idx="4117">
                  <c:v>0.75735200000000003</c:v>
                </c:pt>
                <c:pt idx="4118">
                  <c:v>0.75765700000000002</c:v>
                </c:pt>
                <c:pt idx="4119">
                  <c:v>0.75796200000000002</c:v>
                </c:pt>
                <c:pt idx="4120">
                  <c:v>0.75826800000000005</c:v>
                </c:pt>
                <c:pt idx="4121">
                  <c:v>0.75857300000000005</c:v>
                </c:pt>
                <c:pt idx="4122">
                  <c:v>0.75887800000000005</c:v>
                </c:pt>
                <c:pt idx="4123">
                  <c:v>0.75918399999999997</c:v>
                </c:pt>
                <c:pt idx="4124">
                  <c:v>0.75948899999999997</c:v>
                </c:pt>
                <c:pt idx="4125">
                  <c:v>0.759795</c:v>
                </c:pt>
                <c:pt idx="4126">
                  <c:v>0.7601</c:v>
                </c:pt>
                <c:pt idx="4127">
                  <c:v>0.760405</c:v>
                </c:pt>
                <c:pt idx="4128">
                  <c:v>0.76071100000000003</c:v>
                </c:pt>
                <c:pt idx="4129">
                  <c:v>0.76101600000000003</c:v>
                </c:pt>
                <c:pt idx="4130">
                  <c:v>0.76132200000000005</c:v>
                </c:pt>
                <c:pt idx="4131">
                  <c:v>0.76162700000000005</c:v>
                </c:pt>
                <c:pt idx="4132">
                  <c:v>0.76193200000000005</c:v>
                </c:pt>
                <c:pt idx="4133">
                  <c:v>0.76223799999999997</c:v>
                </c:pt>
                <c:pt idx="4134">
                  <c:v>0.76254299999999997</c:v>
                </c:pt>
                <c:pt idx="4135">
                  <c:v>0.762849</c:v>
                </c:pt>
                <c:pt idx="4136">
                  <c:v>0.763154</c:v>
                </c:pt>
                <c:pt idx="4137">
                  <c:v>0.763459</c:v>
                </c:pt>
                <c:pt idx="4138">
                  <c:v>0.76376500000000003</c:v>
                </c:pt>
                <c:pt idx="4139">
                  <c:v>0.76407000000000003</c:v>
                </c:pt>
                <c:pt idx="4140">
                  <c:v>0.76437600000000006</c:v>
                </c:pt>
                <c:pt idx="4141">
                  <c:v>0.76468100000000006</c:v>
                </c:pt>
                <c:pt idx="4142">
                  <c:v>0.76498600000000005</c:v>
                </c:pt>
                <c:pt idx="4143">
                  <c:v>0.76529199999999997</c:v>
                </c:pt>
                <c:pt idx="4144">
                  <c:v>0.76559699999999997</c:v>
                </c:pt>
                <c:pt idx="4145">
                  <c:v>0.765903</c:v>
                </c:pt>
                <c:pt idx="4146">
                  <c:v>0.766208</c:v>
                </c:pt>
                <c:pt idx="4147">
                  <c:v>0.766513</c:v>
                </c:pt>
                <c:pt idx="4148">
                  <c:v>0.76681900000000003</c:v>
                </c:pt>
                <c:pt idx="4149">
                  <c:v>0.76712400000000003</c:v>
                </c:pt>
                <c:pt idx="4150">
                  <c:v>0.76742999999999995</c:v>
                </c:pt>
                <c:pt idx="4151">
                  <c:v>0.76773499999999995</c:v>
                </c:pt>
                <c:pt idx="4152">
                  <c:v>0.76803999999999994</c:v>
                </c:pt>
                <c:pt idx="4153">
                  <c:v>0.76834599999999997</c:v>
                </c:pt>
                <c:pt idx="4154">
                  <c:v>0.76865099999999997</c:v>
                </c:pt>
                <c:pt idx="4155">
                  <c:v>0.768957</c:v>
                </c:pt>
                <c:pt idx="4156">
                  <c:v>0.769262</c:v>
                </c:pt>
                <c:pt idx="4157">
                  <c:v>0.769567</c:v>
                </c:pt>
                <c:pt idx="4158">
                  <c:v>0.76987300000000003</c:v>
                </c:pt>
                <c:pt idx="4159">
                  <c:v>0.77017800000000003</c:v>
                </c:pt>
                <c:pt idx="4160">
                  <c:v>0.77048399999999995</c:v>
                </c:pt>
                <c:pt idx="4161">
                  <c:v>0.77078899999999995</c:v>
                </c:pt>
                <c:pt idx="4162">
                  <c:v>0.77109399999999995</c:v>
                </c:pt>
                <c:pt idx="4163">
                  <c:v>0.77139999999999997</c:v>
                </c:pt>
                <c:pt idx="4164">
                  <c:v>0.77170499999999997</c:v>
                </c:pt>
                <c:pt idx="4165">
                  <c:v>0.772011</c:v>
                </c:pt>
                <c:pt idx="4166">
                  <c:v>0.772316</c:v>
                </c:pt>
                <c:pt idx="4167">
                  <c:v>0.772621</c:v>
                </c:pt>
                <c:pt idx="4168">
                  <c:v>0.77292700000000003</c:v>
                </c:pt>
                <c:pt idx="4169">
                  <c:v>0.77323200000000003</c:v>
                </c:pt>
                <c:pt idx="4170">
                  <c:v>0.77353799999999995</c:v>
                </c:pt>
                <c:pt idx="4171">
                  <c:v>0.77384299999999995</c:v>
                </c:pt>
                <c:pt idx="4172">
                  <c:v>0.77414799999999995</c:v>
                </c:pt>
                <c:pt idx="4173">
                  <c:v>0.77445399999999998</c:v>
                </c:pt>
                <c:pt idx="4174">
                  <c:v>0.77475899999999998</c:v>
                </c:pt>
                <c:pt idx="4175">
                  <c:v>0.775065</c:v>
                </c:pt>
                <c:pt idx="4176">
                  <c:v>0.77537</c:v>
                </c:pt>
                <c:pt idx="4177">
                  <c:v>0.775675</c:v>
                </c:pt>
                <c:pt idx="4178">
                  <c:v>0.77598100000000003</c:v>
                </c:pt>
                <c:pt idx="4179">
                  <c:v>0.77628600000000003</c:v>
                </c:pt>
                <c:pt idx="4180">
                  <c:v>0.77659199999999995</c:v>
                </c:pt>
                <c:pt idx="4181">
                  <c:v>0.77689699999999995</c:v>
                </c:pt>
                <c:pt idx="4182">
                  <c:v>0.77720199999999995</c:v>
                </c:pt>
                <c:pt idx="4183">
                  <c:v>0.77750799999999998</c:v>
                </c:pt>
                <c:pt idx="4184">
                  <c:v>0.77781299999999998</c:v>
                </c:pt>
                <c:pt idx="4185">
                  <c:v>0.77811900000000001</c:v>
                </c:pt>
                <c:pt idx="4186">
                  <c:v>0.778424</c:v>
                </c:pt>
                <c:pt idx="4187">
                  <c:v>0.778729</c:v>
                </c:pt>
                <c:pt idx="4188">
                  <c:v>0.77903500000000003</c:v>
                </c:pt>
                <c:pt idx="4189">
                  <c:v>0.77934000000000003</c:v>
                </c:pt>
                <c:pt idx="4190">
                  <c:v>0.77964599999999995</c:v>
                </c:pt>
                <c:pt idx="4191">
                  <c:v>0.77995099999999995</c:v>
                </c:pt>
                <c:pt idx="4192">
                  <c:v>0.78025599999999995</c:v>
                </c:pt>
                <c:pt idx="4193">
                  <c:v>0.78056199999999998</c:v>
                </c:pt>
                <c:pt idx="4194">
                  <c:v>0.78086699999999998</c:v>
                </c:pt>
                <c:pt idx="4195">
                  <c:v>0.78117300000000001</c:v>
                </c:pt>
                <c:pt idx="4196">
                  <c:v>0.78147800000000001</c:v>
                </c:pt>
                <c:pt idx="4197">
                  <c:v>0.78178300000000001</c:v>
                </c:pt>
                <c:pt idx="4198">
                  <c:v>0.78208900000000003</c:v>
                </c:pt>
                <c:pt idx="4199">
                  <c:v>0.78239400000000003</c:v>
                </c:pt>
                <c:pt idx="4200">
                  <c:v>0.78269999999999995</c:v>
                </c:pt>
                <c:pt idx="4201">
                  <c:v>0.78300499999999995</c:v>
                </c:pt>
                <c:pt idx="4202">
                  <c:v>0.78330999999999995</c:v>
                </c:pt>
                <c:pt idx="4203">
                  <c:v>0.78361599999999998</c:v>
                </c:pt>
                <c:pt idx="4204">
                  <c:v>0.78392099999999998</c:v>
                </c:pt>
                <c:pt idx="4205">
                  <c:v>0.78422599999999998</c:v>
                </c:pt>
                <c:pt idx="4206">
                  <c:v>0.78453200000000001</c:v>
                </c:pt>
                <c:pt idx="4207">
                  <c:v>0.78483700000000001</c:v>
                </c:pt>
                <c:pt idx="4208">
                  <c:v>0.78514300000000004</c:v>
                </c:pt>
                <c:pt idx="4209">
                  <c:v>0.78544800000000004</c:v>
                </c:pt>
                <c:pt idx="4210">
                  <c:v>0.78575300000000003</c:v>
                </c:pt>
                <c:pt idx="4211">
                  <c:v>0.78605899999999995</c:v>
                </c:pt>
                <c:pt idx="4212">
                  <c:v>0.78636399999999995</c:v>
                </c:pt>
                <c:pt idx="4213">
                  <c:v>0.78666999999999998</c:v>
                </c:pt>
                <c:pt idx="4214">
                  <c:v>0.78697499999999998</c:v>
                </c:pt>
                <c:pt idx="4215">
                  <c:v>0.78727999999999998</c:v>
                </c:pt>
                <c:pt idx="4216">
                  <c:v>0.78758600000000001</c:v>
                </c:pt>
                <c:pt idx="4217">
                  <c:v>0.78789100000000001</c:v>
                </c:pt>
                <c:pt idx="4218">
                  <c:v>0.78819700000000004</c:v>
                </c:pt>
                <c:pt idx="4219">
                  <c:v>0.78850200000000004</c:v>
                </c:pt>
                <c:pt idx="4220">
                  <c:v>0.78880700000000004</c:v>
                </c:pt>
                <c:pt idx="4221">
                  <c:v>0.78911299999999995</c:v>
                </c:pt>
                <c:pt idx="4222">
                  <c:v>0.78941799999999995</c:v>
                </c:pt>
                <c:pt idx="4223">
                  <c:v>0.78972399999999998</c:v>
                </c:pt>
                <c:pt idx="4224">
                  <c:v>0.79002899999999998</c:v>
                </c:pt>
                <c:pt idx="4225">
                  <c:v>0.79033399999999998</c:v>
                </c:pt>
                <c:pt idx="4226">
                  <c:v>0.79064000000000001</c:v>
                </c:pt>
                <c:pt idx="4227">
                  <c:v>0.79094500000000001</c:v>
                </c:pt>
                <c:pt idx="4228">
                  <c:v>0.79125100000000004</c:v>
                </c:pt>
                <c:pt idx="4229">
                  <c:v>0.79155600000000004</c:v>
                </c:pt>
                <c:pt idx="4230">
                  <c:v>0.79186100000000004</c:v>
                </c:pt>
                <c:pt idx="4231">
                  <c:v>0.79216699999999995</c:v>
                </c:pt>
                <c:pt idx="4232">
                  <c:v>0.79247199999999995</c:v>
                </c:pt>
                <c:pt idx="4233">
                  <c:v>0.79277799999999998</c:v>
                </c:pt>
                <c:pt idx="4234">
                  <c:v>0.79308299999999998</c:v>
                </c:pt>
                <c:pt idx="4235">
                  <c:v>0.79338799999999998</c:v>
                </c:pt>
                <c:pt idx="4236">
                  <c:v>0.79369400000000001</c:v>
                </c:pt>
                <c:pt idx="4237">
                  <c:v>0.79399900000000001</c:v>
                </c:pt>
                <c:pt idx="4238">
                  <c:v>0.79430500000000004</c:v>
                </c:pt>
                <c:pt idx="4239">
                  <c:v>0.79461000000000004</c:v>
                </c:pt>
                <c:pt idx="4240">
                  <c:v>0.79491500000000004</c:v>
                </c:pt>
                <c:pt idx="4241">
                  <c:v>0.79522099999999996</c:v>
                </c:pt>
                <c:pt idx="4242">
                  <c:v>0.79552599999999996</c:v>
                </c:pt>
                <c:pt idx="4243">
                  <c:v>0.79583199999999998</c:v>
                </c:pt>
                <c:pt idx="4244">
                  <c:v>0.79613699999999998</c:v>
                </c:pt>
                <c:pt idx="4245">
                  <c:v>0.79644199999999998</c:v>
                </c:pt>
                <c:pt idx="4246">
                  <c:v>0.79674800000000001</c:v>
                </c:pt>
                <c:pt idx="4247">
                  <c:v>0.79705300000000001</c:v>
                </c:pt>
                <c:pt idx="4248">
                  <c:v>0.79735900000000004</c:v>
                </c:pt>
                <c:pt idx="4249">
                  <c:v>0.79766400000000004</c:v>
                </c:pt>
                <c:pt idx="4250">
                  <c:v>0.79796900000000004</c:v>
                </c:pt>
                <c:pt idx="4251">
                  <c:v>0.79827499999999996</c:v>
                </c:pt>
                <c:pt idx="4252">
                  <c:v>0.79857999999999996</c:v>
                </c:pt>
                <c:pt idx="4253">
                  <c:v>0.79888599999999999</c:v>
                </c:pt>
                <c:pt idx="4254">
                  <c:v>0.79919099999999998</c:v>
                </c:pt>
                <c:pt idx="4255">
                  <c:v>0.79949599999999998</c:v>
                </c:pt>
                <c:pt idx="4256">
                  <c:v>0.79980200000000001</c:v>
                </c:pt>
                <c:pt idx="4257">
                  <c:v>0.80010700000000001</c:v>
                </c:pt>
                <c:pt idx="4258">
                  <c:v>0.80041300000000004</c:v>
                </c:pt>
                <c:pt idx="4259">
                  <c:v>0.80071800000000004</c:v>
                </c:pt>
                <c:pt idx="4260">
                  <c:v>0.80102300000000004</c:v>
                </c:pt>
                <c:pt idx="4261">
                  <c:v>0.80132899999999996</c:v>
                </c:pt>
                <c:pt idx="4262">
                  <c:v>0.80163399999999996</c:v>
                </c:pt>
                <c:pt idx="4263">
                  <c:v>0.80193999999999999</c:v>
                </c:pt>
                <c:pt idx="4264">
                  <c:v>0.80224499999999999</c:v>
                </c:pt>
                <c:pt idx="4265">
                  <c:v>0.80254999999999999</c:v>
                </c:pt>
                <c:pt idx="4266">
                  <c:v>0.80285600000000001</c:v>
                </c:pt>
                <c:pt idx="4267">
                  <c:v>0.80316100000000001</c:v>
                </c:pt>
                <c:pt idx="4268">
                  <c:v>0.80346700000000004</c:v>
                </c:pt>
                <c:pt idx="4269">
                  <c:v>0.80377200000000004</c:v>
                </c:pt>
                <c:pt idx="4270">
                  <c:v>0.80407700000000004</c:v>
                </c:pt>
                <c:pt idx="4271">
                  <c:v>0.80438299999999996</c:v>
                </c:pt>
                <c:pt idx="4272">
                  <c:v>0.80468799999999996</c:v>
                </c:pt>
                <c:pt idx="4273">
                  <c:v>0.80499399999999999</c:v>
                </c:pt>
                <c:pt idx="4274">
                  <c:v>0.80529899999999999</c:v>
                </c:pt>
                <c:pt idx="4275">
                  <c:v>0.80560399999999999</c:v>
                </c:pt>
                <c:pt idx="4276">
                  <c:v>0.80591000000000002</c:v>
                </c:pt>
                <c:pt idx="4277">
                  <c:v>0.80621500000000001</c:v>
                </c:pt>
                <c:pt idx="4278">
                  <c:v>0.80652100000000004</c:v>
                </c:pt>
                <c:pt idx="4279">
                  <c:v>0.80682600000000004</c:v>
                </c:pt>
                <c:pt idx="4280">
                  <c:v>0.80713100000000004</c:v>
                </c:pt>
                <c:pt idx="4281">
                  <c:v>0.80743699999999996</c:v>
                </c:pt>
                <c:pt idx="4282">
                  <c:v>0.80774199999999996</c:v>
                </c:pt>
                <c:pt idx="4283">
                  <c:v>0.80804799999999999</c:v>
                </c:pt>
                <c:pt idx="4284">
                  <c:v>0.80835299999999999</c:v>
                </c:pt>
                <c:pt idx="4285">
                  <c:v>0.80865799999999999</c:v>
                </c:pt>
                <c:pt idx="4286">
                  <c:v>0.80896400000000002</c:v>
                </c:pt>
                <c:pt idx="4287">
                  <c:v>0.80926900000000002</c:v>
                </c:pt>
                <c:pt idx="4288">
                  <c:v>0.80957400000000002</c:v>
                </c:pt>
                <c:pt idx="4289">
                  <c:v>0.80988000000000004</c:v>
                </c:pt>
                <c:pt idx="4290">
                  <c:v>0.81018500000000004</c:v>
                </c:pt>
                <c:pt idx="4291">
                  <c:v>0.81049099999999996</c:v>
                </c:pt>
                <c:pt idx="4292">
                  <c:v>0.81079599999999996</c:v>
                </c:pt>
                <c:pt idx="4293">
                  <c:v>0.81110099999999996</c:v>
                </c:pt>
                <c:pt idx="4294">
                  <c:v>0.81140699999999999</c:v>
                </c:pt>
                <c:pt idx="4295">
                  <c:v>0.81171199999999999</c:v>
                </c:pt>
                <c:pt idx="4296">
                  <c:v>0.81201800000000002</c:v>
                </c:pt>
                <c:pt idx="4297">
                  <c:v>0.81232300000000002</c:v>
                </c:pt>
                <c:pt idx="4298">
                  <c:v>0.81262800000000002</c:v>
                </c:pt>
                <c:pt idx="4299">
                  <c:v>0.81293400000000005</c:v>
                </c:pt>
                <c:pt idx="4300">
                  <c:v>0.81323900000000005</c:v>
                </c:pt>
                <c:pt idx="4301">
                  <c:v>0.81354499999999996</c:v>
                </c:pt>
                <c:pt idx="4302">
                  <c:v>0.81384999999999996</c:v>
                </c:pt>
                <c:pt idx="4303">
                  <c:v>0.81415499999999996</c:v>
                </c:pt>
                <c:pt idx="4304">
                  <c:v>0.81446099999999999</c:v>
                </c:pt>
                <c:pt idx="4305">
                  <c:v>0.81476599999999999</c:v>
                </c:pt>
                <c:pt idx="4306">
                  <c:v>0.81507200000000002</c:v>
                </c:pt>
                <c:pt idx="4307">
                  <c:v>0.81537700000000002</c:v>
                </c:pt>
                <c:pt idx="4308">
                  <c:v>0.81568200000000002</c:v>
                </c:pt>
                <c:pt idx="4309">
                  <c:v>0.81598800000000005</c:v>
                </c:pt>
                <c:pt idx="4310">
                  <c:v>0.81629300000000005</c:v>
                </c:pt>
                <c:pt idx="4311">
                  <c:v>0.81659899999999996</c:v>
                </c:pt>
                <c:pt idx="4312">
                  <c:v>0.81690399999999996</c:v>
                </c:pt>
                <c:pt idx="4313">
                  <c:v>0.81720899999999996</c:v>
                </c:pt>
                <c:pt idx="4314">
                  <c:v>0.81751499999999999</c:v>
                </c:pt>
                <c:pt idx="4315">
                  <c:v>0.81781999999999999</c:v>
                </c:pt>
                <c:pt idx="4316">
                  <c:v>0.81812600000000002</c:v>
                </c:pt>
                <c:pt idx="4317">
                  <c:v>0.81843100000000002</c:v>
                </c:pt>
                <c:pt idx="4318">
                  <c:v>0.81873600000000002</c:v>
                </c:pt>
                <c:pt idx="4319">
                  <c:v>0.81904200000000005</c:v>
                </c:pt>
                <c:pt idx="4320">
                  <c:v>0.81934700000000005</c:v>
                </c:pt>
                <c:pt idx="4321">
                  <c:v>0.81965299999999996</c:v>
                </c:pt>
                <c:pt idx="4322">
                  <c:v>0.81995799999999996</c:v>
                </c:pt>
                <c:pt idx="4323">
                  <c:v>0.82026299999999996</c:v>
                </c:pt>
                <c:pt idx="4324">
                  <c:v>0.82056899999999999</c:v>
                </c:pt>
                <c:pt idx="4325">
                  <c:v>0.82087399999999999</c:v>
                </c:pt>
                <c:pt idx="4326">
                  <c:v>0.82118000000000002</c:v>
                </c:pt>
                <c:pt idx="4327">
                  <c:v>0.82148500000000002</c:v>
                </c:pt>
                <c:pt idx="4328">
                  <c:v>0.82179000000000002</c:v>
                </c:pt>
                <c:pt idx="4329">
                  <c:v>0.82209600000000005</c:v>
                </c:pt>
                <c:pt idx="4330">
                  <c:v>0.82240100000000005</c:v>
                </c:pt>
                <c:pt idx="4331">
                  <c:v>0.82270699999999997</c:v>
                </c:pt>
                <c:pt idx="4332">
                  <c:v>0.82301199999999997</c:v>
                </c:pt>
                <c:pt idx="4333">
                  <c:v>0.82331699999999997</c:v>
                </c:pt>
                <c:pt idx="4334">
                  <c:v>0.82362299999999999</c:v>
                </c:pt>
                <c:pt idx="4335">
                  <c:v>0.82392799999999999</c:v>
                </c:pt>
                <c:pt idx="4336">
                  <c:v>0.82423400000000002</c:v>
                </c:pt>
                <c:pt idx="4337">
                  <c:v>0.82453900000000002</c:v>
                </c:pt>
                <c:pt idx="4338">
                  <c:v>0.82484400000000002</c:v>
                </c:pt>
                <c:pt idx="4339">
                  <c:v>0.82515000000000005</c:v>
                </c:pt>
                <c:pt idx="4340">
                  <c:v>0.82545500000000005</c:v>
                </c:pt>
                <c:pt idx="4341">
                  <c:v>0.82576099999999997</c:v>
                </c:pt>
                <c:pt idx="4342">
                  <c:v>0.82606599999999997</c:v>
                </c:pt>
                <c:pt idx="4343">
                  <c:v>0.82637099999999997</c:v>
                </c:pt>
                <c:pt idx="4344">
                  <c:v>0.826677</c:v>
                </c:pt>
                <c:pt idx="4345">
                  <c:v>0.82698199999999999</c:v>
                </c:pt>
                <c:pt idx="4346">
                  <c:v>0.82728800000000002</c:v>
                </c:pt>
                <c:pt idx="4347">
                  <c:v>0.82759300000000002</c:v>
                </c:pt>
                <c:pt idx="4348">
                  <c:v>0.82789800000000002</c:v>
                </c:pt>
                <c:pt idx="4349">
                  <c:v>0.82820400000000005</c:v>
                </c:pt>
                <c:pt idx="4350">
                  <c:v>0.82850900000000005</c:v>
                </c:pt>
                <c:pt idx="4351">
                  <c:v>0.82881499999999997</c:v>
                </c:pt>
                <c:pt idx="4352">
                  <c:v>0.82911999999999997</c:v>
                </c:pt>
                <c:pt idx="4353">
                  <c:v>0.82942499999999997</c:v>
                </c:pt>
                <c:pt idx="4354">
                  <c:v>0.829731</c:v>
                </c:pt>
                <c:pt idx="4355">
                  <c:v>0.830036</c:v>
                </c:pt>
                <c:pt idx="4356">
                  <c:v>0.83034200000000002</c:v>
                </c:pt>
                <c:pt idx="4357">
                  <c:v>0.83064700000000002</c:v>
                </c:pt>
                <c:pt idx="4358">
                  <c:v>0.83095200000000002</c:v>
                </c:pt>
                <c:pt idx="4359">
                  <c:v>0.83125800000000005</c:v>
                </c:pt>
                <c:pt idx="4360">
                  <c:v>0.83156300000000005</c:v>
                </c:pt>
                <c:pt idx="4361">
                  <c:v>0.83186899999999997</c:v>
                </c:pt>
                <c:pt idx="4362">
                  <c:v>0.83217399999999997</c:v>
                </c:pt>
                <c:pt idx="4363">
                  <c:v>0.83247899999999997</c:v>
                </c:pt>
                <c:pt idx="4364">
                  <c:v>0.832785</c:v>
                </c:pt>
                <c:pt idx="4365">
                  <c:v>0.83309</c:v>
                </c:pt>
                <c:pt idx="4366">
                  <c:v>0.83339600000000003</c:v>
                </c:pt>
                <c:pt idx="4367">
                  <c:v>0.83370100000000003</c:v>
                </c:pt>
                <c:pt idx="4368">
                  <c:v>0.83400600000000003</c:v>
                </c:pt>
                <c:pt idx="4369">
                  <c:v>0.83431200000000005</c:v>
                </c:pt>
                <c:pt idx="4370">
                  <c:v>0.83461700000000005</c:v>
                </c:pt>
                <c:pt idx="4371">
                  <c:v>0.83492299999999997</c:v>
                </c:pt>
                <c:pt idx="4372">
                  <c:v>0.83522799999999997</c:v>
                </c:pt>
                <c:pt idx="4373">
                  <c:v>0.83553299999999997</c:v>
                </c:pt>
                <c:pt idx="4374">
                  <c:v>0.835839</c:v>
                </c:pt>
                <c:pt idx="4375">
                  <c:v>0.836144</c:v>
                </c:pt>
                <c:pt idx="4376">
                  <c:v>0.836449</c:v>
                </c:pt>
                <c:pt idx="4377">
                  <c:v>0.83675500000000003</c:v>
                </c:pt>
                <c:pt idx="4378">
                  <c:v>0.83706000000000003</c:v>
                </c:pt>
                <c:pt idx="4379">
                  <c:v>0.83736600000000005</c:v>
                </c:pt>
                <c:pt idx="4380">
                  <c:v>0.83767100000000005</c:v>
                </c:pt>
                <c:pt idx="4381">
                  <c:v>0.83797600000000005</c:v>
                </c:pt>
                <c:pt idx="4382">
                  <c:v>0.83828199999999997</c:v>
                </c:pt>
                <c:pt idx="4383">
                  <c:v>0.83858699999999997</c:v>
                </c:pt>
                <c:pt idx="4384">
                  <c:v>0.838893</c:v>
                </c:pt>
                <c:pt idx="4385">
                  <c:v>0.839198</c:v>
                </c:pt>
                <c:pt idx="4386">
                  <c:v>0.839503</c:v>
                </c:pt>
                <c:pt idx="4387">
                  <c:v>0.83980900000000003</c:v>
                </c:pt>
                <c:pt idx="4388">
                  <c:v>0.84011400000000003</c:v>
                </c:pt>
                <c:pt idx="4389">
                  <c:v>0.84041999999999994</c:v>
                </c:pt>
                <c:pt idx="4390">
                  <c:v>0.84072499999999994</c:v>
                </c:pt>
                <c:pt idx="4391">
                  <c:v>0.84103000000000006</c:v>
                </c:pt>
                <c:pt idx="4392">
                  <c:v>0.84133599999999997</c:v>
                </c:pt>
                <c:pt idx="4393">
                  <c:v>0.84164099999999997</c:v>
                </c:pt>
                <c:pt idx="4394">
                  <c:v>0.841947</c:v>
                </c:pt>
                <c:pt idx="4395">
                  <c:v>0.842252</c:v>
                </c:pt>
                <c:pt idx="4396">
                  <c:v>0.842557</c:v>
                </c:pt>
                <c:pt idx="4397">
                  <c:v>0.84286300000000003</c:v>
                </c:pt>
                <c:pt idx="4398">
                  <c:v>0.84316800000000003</c:v>
                </c:pt>
                <c:pt idx="4399">
                  <c:v>0.84347399999999995</c:v>
                </c:pt>
                <c:pt idx="4400">
                  <c:v>0.84377899999999995</c:v>
                </c:pt>
                <c:pt idx="4401">
                  <c:v>0.84408399999999995</c:v>
                </c:pt>
                <c:pt idx="4402">
                  <c:v>0.84438999999999997</c:v>
                </c:pt>
                <c:pt idx="4403">
                  <c:v>0.84469499999999997</c:v>
                </c:pt>
                <c:pt idx="4404">
                  <c:v>0.845001</c:v>
                </c:pt>
                <c:pt idx="4405">
                  <c:v>0.845306</c:v>
                </c:pt>
                <c:pt idx="4406">
                  <c:v>0.845611</c:v>
                </c:pt>
                <c:pt idx="4407">
                  <c:v>0.84591700000000003</c:v>
                </c:pt>
                <c:pt idx="4408">
                  <c:v>0.84622200000000003</c:v>
                </c:pt>
                <c:pt idx="4409">
                  <c:v>0.84652799999999995</c:v>
                </c:pt>
                <c:pt idx="4410">
                  <c:v>0.84683299999999995</c:v>
                </c:pt>
                <c:pt idx="4411">
                  <c:v>0.84713799999999995</c:v>
                </c:pt>
                <c:pt idx="4412">
                  <c:v>0.84744399999999998</c:v>
                </c:pt>
                <c:pt idx="4413">
                  <c:v>0.84774899999999997</c:v>
                </c:pt>
                <c:pt idx="4414">
                  <c:v>0.848055</c:v>
                </c:pt>
                <c:pt idx="4415">
                  <c:v>0.84836</c:v>
                </c:pt>
                <c:pt idx="4416">
                  <c:v>0.848665</c:v>
                </c:pt>
                <c:pt idx="4417">
                  <c:v>0.84897100000000003</c:v>
                </c:pt>
                <c:pt idx="4418">
                  <c:v>0.84927600000000003</c:v>
                </c:pt>
                <c:pt idx="4419">
                  <c:v>0.84958199999999995</c:v>
                </c:pt>
                <c:pt idx="4420">
                  <c:v>0.84988699999999995</c:v>
                </c:pt>
                <c:pt idx="4421">
                  <c:v>0.85019199999999995</c:v>
                </c:pt>
                <c:pt idx="4422">
                  <c:v>0.85049799999999998</c:v>
                </c:pt>
                <c:pt idx="4423">
                  <c:v>0.85080299999999998</c:v>
                </c:pt>
                <c:pt idx="4424">
                  <c:v>0.851109</c:v>
                </c:pt>
                <c:pt idx="4425">
                  <c:v>0.851414</c:v>
                </c:pt>
                <c:pt idx="4426">
                  <c:v>0.851719</c:v>
                </c:pt>
                <c:pt idx="4427">
                  <c:v>0.85202500000000003</c:v>
                </c:pt>
                <c:pt idx="4428">
                  <c:v>0.85233000000000003</c:v>
                </c:pt>
                <c:pt idx="4429">
                  <c:v>0.85263599999999995</c:v>
                </c:pt>
                <c:pt idx="4430">
                  <c:v>0.85294099999999995</c:v>
                </c:pt>
                <c:pt idx="4431">
                  <c:v>0.85324599999999995</c:v>
                </c:pt>
                <c:pt idx="4432">
                  <c:v>0.85355199999999998</c:v>
                </c:pt>
                <c:pt idx="4433">
                  <c:v>0.85385699999999998</c:v>
                </c:pt>
                <c:pt idx="4434">
                  <c:v>0.85416300000000001</c:v>
                </c:pt>
                <c:pt idx="4435">
                  <c:v>0.85446800000000001</c:v>
                </c:pt>
                <c:pt idx="4436">
                  <c:v>0.85477300000000001</c:v>
                </c:pt>
                <c:pt idx="4437">
                  <c:v>0.85507900000000003</c:v>
                </c:pt>
                <c:pt idx="4438">
                  <c:v>0.85538400000000003</c:v>
                </c:pt>
                <c:pt idx="4439">
                  <c:v>0.85568999999999995</c:v>
                </c:pt>
                <c:pt idx="4440">
                  <c:v>0.85599499999999995</c:v>
                </c:pt>
                <c:pt idx="4441">
                  <c:v>0.85629999999999995</c:v>
                </c:pt>
                <c:pt idx="4442">
                  <c:v>0.85660599999999998</c:v>
                </c:pt>
                <c:pt idx="4443">
                  <c:v>0.85691099999999998</c:v>
                </c:pt>
                <c:pt idx="4444">
                  <c:v>0.85721700000000001</c:v>
                </c:pt>
                <c:pt idx="4445">
                  <c:v>0.85752200000000001</c:v>
                </c:pt>
                <c:pt idx="4446">
                  <c:v>0.85782700000000001</c:v>
                </c:pt>
                <c:pt idx="4447">
                  <c:v>0.85813300000000003</c:v>
                </c:pt>
                <c:pt idx="4448">
                  <c:v>0.85843800000000003</c:v>
                </c:pt>
                <c:pt idx="4449">
                  <c:v>0.85874399999999995</c:v>
                </c:pt>
                <c:pt idx="4450">
                  <c:v>0.85904899999999995</c:v>
                </c:pt>
                <c:pt idx="4451">
                  <c:v>0.85935399999999995</c:v>
                </c:pt>
                <c:pt idx="4452">
                  <c:v>0.85965999999999998</c:v>
                </c:pt>
                <c:pt idx="4453">
                  <c:v>0.85996499999999998</c:v>
                </c:pt>
                <c:pt idx="4454">
                  <c:v>0.86027100000000001</c:v>
                </c:pt>
                <c:pt idx="4455">
                  <c:v>0.86057600000000001</c:v>
                </c:pt>
                <c:pt idx="4456">
                  <c:v>0.86088100000000001</c:v>
                </c:pt>
                <c:pt idx="4457">
                  <c:v>0.86118700000000004</c:v>
                </c:pt>
                <c:pt idx="4458">
                  <c:v>0.86149200000000004</c:v>
                </c:pt>
                <c:pt idx="4459">
                  <c:v>0.86179700000000004</c:v>
                </c:pt>
                <c:pt idx="4460">
                  <c:v>0.86210299999999995</c:v>
                </c:pt>
                <c:pt idx="4461">
                  <c:v>0.86240799999999995</c:v>
                </c:pt>
                <c:pt idx="4462">
                  <c:v>0.86271399999999998</c:v>
                </c:pt>
                <c:pt idx="4463">
                  <c:v>0.86301899999999998</c:v>
                </c:pt>
                <c:pt idx="4464">
                  <c:v>0.86332399999999998</c:v>
                </c:pt>
                <c:pt idx="4465">
                  <c:v>0.86363000000000001</c:v>
                </c:pt>
                <c:pt idx="4466">
                  <c:v>0.86393500000000001</c:v>
                </c:pt>
                <c:pt idx="4467">
                  <c:v>0.86424100000000004</c:v>
                </c:pt>
                <c:pt idx="4468">
                  <c:v>0.86454600000000004</c:v>
                </c:pt>
                <c:pt idx="4469">
                  <c:v>0.86485100000000004</c:v>
                </c:pt>
                <c:pt idx="4470">
                  <c:v>0.86515699999999995</c:v>
                </c:pt>
                <c:pt idx="4471">
                  <c:v>0.86546199999999995</c:v>
                </c:pt>
                <c:pt idx="4472">
                  <c:v>0.86576799999999998</c:v>
                </c:pt>
                <c:pt idx="4473">
                  <c:v>0.86607299999999998</c:v>
                </c:pt>
                <c:pt idx="4474">
                  <c:v>0.86637799999999998</c:v>
                </c:pt>
                <c:pt idx="4475">
                  <c:v>0.86668400000000001</c:v>
                </c:pt>
                <c:pt idx="4476">
                  <c:v>0.86698900000000001</c:v>
                </c:pt>
                <c:pt idx="4477">
                  <c:v>0.86729500000000004</c:v>
                </c:pt>
                <c:pt idx="4478">
                  <c:v>0.86760000000000004</c:v>
                </c:pt>
                <c:pt idx="4479">
                  <c:v>0.86790500000000004</c:v>
                </c:pt>
                <c:pt idx="4480">
                  <c:v>0.86821099999999996</c:v>
                </c:pt>
                <c:pt idx="4481">
                  <c:v>0.86851599999999995</c:v>
                </c:pt>
                <c:pt idx="4482">
                  <c:v>0.86882199999999998</c:v>
                </c:pt>
                <c:pt idx="4483">
                  <c:v>0.86912699999999998</c:v>
                </c:pt>
                <c:pt idx="4484">
                  <c:v>0.86943199999999998</c:v>
                </c:pt>
                <c:pt idx="4485">
                  <c:v>0.86973800000000001</c:v>
                </c:pt>
                <c:pt idx="4486">
                  <c:v>0.87004300000000001</c:v>
                </c:pt>
                <c:pt idx="4487">
                  <c:v>0.87034900000000004</c:v>
                </c:pt>
                <c:pt idx="4488">
                  <c:v>0.87065400000000004</c:v>
                </c:pt>
                <c:pt idx="4489">
                  <c:v>0.87095900000000004</c:v>
                </c:pt>
                <c:pt idx="4490">
                  <c:v>0.87126499999999996</c:v>
                </c:pt>
                <c:pt idx="4491">
                  <c:v>0.87156999999999996</c:v>
                </c:pt>
                <c:pt idx="4492">
                  <c:v>0.87187599999999998</c:v>
                </c:pt>
                <c:pt idx="4493">
                  <c:v>0.87218099999999998</c:v>
                </c:pt>
                <c:pt idx="4494">
                  <c:v>0.87248599999999998</c:v>
                </c:pt>
                <c:pt idx="4495">
                  <c:v>0.87279200000000001</c:v>
                </c:pt>
                <c:pt idx="4496">
                  <c:v>0.87309700000000001</c:v>
                </c:pt>
                <c:pt idx="4497">
                  <c:v>0.87340300000000004</c:v>
                </c:pt>
                <c:pt idx="4498">
                  <c:v>0.87370800000000004</c:v>
                </c:pt>
                <c:pt idx="4499">
                  <c:v>0.87401300000000004</c:v>
                </c:pt>
                <c:pt idx="4500">
                  <c:v>0.87431899999999996</c:v>
                </c:pt>
                <c:pt idx="4501">
                  <c:v>0.87462399999999996</c:v>
                </c:pt>
                <c:pt idx="4502">
                  <c:v>0.87492999999999999</c:v>
                </c:pt>
                <c:pt idx="4503">
                  <c:v>0.87523499999999999</c:v>
                </c:pt>
                <c:pt idx="4504">
                  <c:v>0.87553999999999998</c:v>
                </c:pt>
                <c:pt idx="4505">
                  <c:v>0.87584600000000001</c:v>
                </c:pt>
                <c:pt idx="4506">
                  <c:v>0.87615100000000001</c:v>
                </c:pt>
                <c:pt idx="4507">
                  <c:v>0.87645700000000004</c:v>
                </c:pt>
                <c:pt idx="4508">
                  <c:v>0.87676200000000004</c:v>
                </c:pt>
                <c:pt idx="4509">
                  <c:v>0.87706700000000004</c:v>
                </c:pt>
                <c:pt idx="4510">
                  <c:v>0.87737299999999996</c:v>
                </c:pt>
                <c:pt idx="4511">
                  <c:v>0.87767799999999996</c:v>
                </c:pt>
                <c:pt idx="4512">
                  <c:v>0.87798399999999999</c:v>
                </c:pt>
                <c:pt idx="4513">
                  <c:v>0.87828899999999999</c:v>
                </c:pt>
                <c:pt idx="4514">
                  <c:v>0.87859399999999999</c:v>
                </c:pt>
                <c:pt idx="4515">
                  <c:v>0.87890000000000001</c:v>
                </c:pt>
                <c:pt idx="4516">
                  <c:v>0.87920500000000001</c:v>
                </c:pt>
                <c:pt idx="4517">
                  <c:v>0.87951100000000004</c:v>
                </c:pt>
                <c:pt idx="4518">
                  <c:v>0.87981600000000004</c:v>
                </c:pt>
                <c:pt idx="4519">
                  <c:v>0.88012100000000004</c:v>
                </c:pt>
                <c:pt idx="4520">
                  <c:v>0.88042699999999996</c:v>
                </c:pt>
                <c:pt idx="4521">
                  <c:v>0.88073199999999996</c:v>
                </c:pt>
                <c:pt idx="4522">
                  <c:v>0.88103799999999999</c:v>
                </c:pt>
                <c:pt idx="4523">
                  <c:v>0.88134299999999999</c:v>
                </c:pt>
                <c:pt idx="4524">
                  <c:v>0.88164799999999999</c:v>
                </c:pt>
                <c:pt idx="4525">
                  <c:v>0.88195400000000002</c:v>
                </c:pt>
                <c:pt idx="4526">
                  <c:v>0.88225900000000002</c:v>
                </c:pt>
                <c:pt idx="4527">
                  <c:v>0.88256500000000004</c:v>
                </c:pt>
                <c:pt idx="4528">
                  <c:v>0.88287000000000004</c:v>
                </c:pt>
                <c:pt idx="4529">
                  <c:v>0.88317500000000004</c:v>
                </c:pt>
                <c:pt idx="4530">
                  <c:v>0.88348099999999996</c:v>
                </c:pt>
                <c:pt idx="4531">
                  <c:v>0.88378599999999996</c:v>
                </c:pt>
                <c:pt idx="4532">
                  <c:v>0.88409199999999999</c:v>
                </c:pt>
                <c:pt idx="4533">
                  <c:v>0.88439699999999999</c:v>
                </c:pt>
                <c:pt idx="4534">
                  <c:v>0.88470199999999999</c:v>
                </c:pt>
                <c:pt idx="4535">
                  <c:v>0.88500800000000002</c:v>
                </c:pt>
                <c:pt idx="4536">
                  <c:v>0.88531300000000002</c:v>
                </c:pt>
                <c:pt idx="4537">
                  <c:v>0.88561900000000005</c:v>
                </c:pt>
                <c:pt idx="4538">
                  <c:v>0.88592400000000004</c:v>
                </c:pt>
                <c:pt idx="4539">
                  <c:v>0.88622900000000004</c:v>
                </c:pt>
                <c:pt idx="4540">
                  <c:v>0.88653499999999996</c:v>
                </c:pt>
                <c:pt idx="4541">
                  <c:v>0.88683999999999996</c:v>
                </c:pt>
                <c:pt idx="4542">
                  <c:v>0.88714499999999996</c:v>
                </c:pt>
                <c:pt idx="4543">
                  <c:v>0.88745099999999999</c:v>
                </c:pt>
                <c:pt idx="4544">
                  <c:v>0.88775599999999999</c:v>
                </c:pt>
                <c:pt idx="4545">
                  <c:v>0.88806200000000002</c:v>
                </c:pt>
                <c:pt idx="4546">
                  <c:v>0.88836700000000002</c:v>
                </c:pt>
                <c:pt idx="4547">
                  <c:v>0.88867200000000002</c:v>
                </c:pt>
                <c:pt idx="4548">
                  <c:v>0.88897800000000005</c:v>
                </c:pt>
                <c:pt idx="4549">
                  <c:v>0.88928300000000005</c:v>
                </c:pt>
                <c:pt idx="4550">
                  <c:v>0.88958899999999996</c:v>
                </c:pt>
                <c:pt idx="4551">
                  <c:v>0.88989399999999996</c:v>
                </c:pt>
                <c:pt idx="4552">
                  <c:v>0.89019899999999996</c:v>
                </c:pt>
                <c:pt idx="4553">
                  <c:v>0.89050499999999999</c:v>
                </c:pt>
                <c:pt idx="4554">
                  <c:v>0.89080999999999999</c:v>
                </c:pt>
                <c:pt idx="4555">
                  <c:v>0.89111600000000002</c:v>
                </c:pt>
                <c:pt idx="4556">
                  <c:v>0.89142100000000002</c:v>
                </c:pt>
                <c:pt idx="4557">
                  <c:v>0.89172600000000002</c:v>
                </c:pt>
                <c:pt idx="4558">
                  <c:v>0.89203200000000005</c:v>
                </c:pt>
                <c:pt idx="4559">
                  <c:v>0.89233700000000005</c:v>
                </c:pt>
                <c:pt idx="4560">
                  <c:v>0.89264299999999996</c:v>
                </c:pt>
                <c:pt idx="4561">
                  <c:v>0.89294799999999996</c:v>
                </c:pt>
                <c:pt idx="4562">
                  <c:v>0.89325299999999996</c:v>
                </c:pt>
                <c:pt idx="4563">
                  <c:v>0.89355899999999999</c:v>
                </c:pt>
                <c:pt idx="4564">
                  <c:v>0.89386399999999999</c:v>
                </c:pt>
                <c:pt idx="4565">
                  <c:v>0.89417000000000002</c:v>
                </c:pt>
                <c:pt idx="4566">
                  <c:v>0.89447500000000002</c:v>
                </c:pt>
                <c:pt idx="4567">
                  <c:v>0.89478000000000002</c:v>
                </c:pt>
                <c:pt idx="4568">
                  <c:v>0.89508600000000005</c:v>
                </c:pt>
                <c:pt idx="4569">
                  <c:v>0.89539100000000005</c:v>
                </c:pt>
                <c:pt idx="4570">
                  <c:v>0.89569699999999997</c:v>
                </c:pt>
                <c:pt idx="4571">
                  <c:v>0.89600199999999997</c:v>
                </c:pt>
                <c:pt idx="4572">
                  <c:v>0.89630699999999996</c:v>
                </c:pt>
                <c:pt idx="4573">
                  <c:v>0.89661299999999999</c:v>
                </c:pt>
                <c:pt idx="4574">
                  <c:v>0.89691799999999999</c:v>
                </c:pt>
                <c:pt idx="4575">
                  <c:v>0.89722400000000002</c:v>
                </c:pt>
                <c:pt idx="4576">
                  <c:v>0.89752900000000002</c:v>
                </c:pt>
                <c:pt idx="4577">
                  <c:v>0.89783400000000002</c:v>
                </c:pt>
                <c:pt idx="4578">
                  <c:v>0.89814000000000005</c:v>
                </c:pt>
                <c:pt idx="4579">
                  <c:v>0.89844500000000005</c:v>
                </c:pt>
                <c:pt idx="4580">
                  <c:v>0.89875099999999997</c:v>
                </c:pt>
                <c:pt idx="4581">
                  <c:v>0.89905599999999997</c:v>
                </c:pt>
                <c:pt idx="4582">
                  <c:v>0.89936099999999997</c:v>
                </c:pt>
                <c:pt idx="4583">
                  <c:v>0.89966699999999999</c:v>
                </c:pt>
                <c:pt idx="4584">
                  <c:v>0.89997199999999999</c:v>
                </c:pt>
                <c:pt idx="4585">
                  <c:v>0.90027800000000002</c:v>
                </c:pt>
                <c:pt idx="4586">
                  <c:v>0.90058300000000002</c:v>
                </c:pt>
                <c:pt idx="4587">
                  <c:v>0.90088800000000002</c:v>
                </c:pt>
                <c:pt idx="4588">
                  <c:v>0.90119400000000005</c:v>
                </c:pt>
                <c:pt idx="4589">
                  <c:v>0.90149900000000005</c:v>
                </c:pt>
                <c:pt idx="4590">
                  <c:v>0.90180499999999997</c:v>
                </c:pt>
                <c:pt idx="4591">
                  <c:v>0.90210999999999997</c:v>
                </c:pt>
                <c:pt idx="4592">
                  <c:v>0.90241499999999997</c:v>
                </c:pt>
                <c:pt idx="4593">
                  <c:v>0.902721</c:v>
                </c:pt>
                <c:pt idx="4594">
                  <c:v>0.903026</c:v>
                </c:pt>
                <c:pt idx="4595">
                  <c:v>0.90333200000000002</c:v>
                </c:pt>
                <c:pt idx="4596">
                  <c:v>0.90363700000000002</c:v>
                </c:pt>
                <c:pt idx="4597">
                  <c:v>0.90394200000000002</c:v>
                </c:pt>
                <c:pt idx="4598">
                  <c:v>0.90424800000000005</c:v>
                </c:pt>
                <c:pt idx="4599">
                  <c:v>0.90455300000000005</c:v>
                </c:pt>
                <c:pt idx="4600">
                  <c:v>0.90485899999999997</c:v>
                </c:pt>
                <c:pt idx="4601">
                  <c:v>0.90516399999999997</c:v>
                </c:pt>
                <c:pt idx="4602">
                  <c:v>0.90546899999999997</c:v>
                </c:pt>
                <c:pt idx="4603">
                  <c:v>0.905775</c:v>
                </c:pt>
                <c:pt idx="4604">
                  <c:v>0.90608</c:v>
                </c:pt>
                <c:pt idx="4605">
                  <c:v>0.90638600000000002</c:v>
                </c:pt>
                <c:pt idx="4606">
                  <c:v>0.90669100000000002</c:v>
                </c:pt>
                <c:pt idx="4607">
                  <c:v>0.90699600000000002</c:v>
                </c:pt>
                <c:pt idx="4608">
                  <c:v>0.90730200000000005</c:v>
                </c:pt>
                <c:pt idx="4609">
                  <c:v>0.90760700000000005</c:v>
                </c:pt>
                <c:pt idx="4610">
                  <c:v>0.90791299999999997</c:v>
                </c:pt>
                <c:pt idx="4611">
                  <c:v>0.90821799999999997</c:v>
                </c:pt>
                <c:pt idx="4612">
                  <c:v>0.90852299999999997</c:v>
                </c:pt>
                <c:pt idx="4613">
                  <c:v>0.908829</c:v>
                </c:pt>
                <c:pt idx="4614">
                  <c:v>0.909134</c:v>
                </c:pt>
                <c:pt idx="4615">
                  <c:v>0.90944000000000003</c:v>
                </c:pt>
                <c:pt idx="4616">
                  <c:v>0.90974500000000003</c:v>
                </c:pt>
                <c:pt idx="4617">
                  <c:v>0.91005000000000003</c:v>
                </c:pt>
                <c:pt idx="4618">
                  <c:v>0.91035600000000005</c:v>
                </c:pt>
                <c:pt idx="4619">
                  <c:v>0.91066100000000005</c:v>
                </c:pt>
                <c:pt idx="4620">
                  <c:v>0.91096699999999997</c:v>
                </c:pt>
                <c:pt idx="4621">
                  <c:v>0.91127199999999997</c:v>
                </c:pt>
                <c:pt idx="4622">
                  <c:v>0.91157699999999997</c:v>
                </c:pt>
                <c:pt idx="4623">
                  <c:v>0.911883</c:v>
                </c:pt>
                <c:pt idx="4624">
                  <c:v>0.912188</c:v>
                </c:pt>
                <c:pt idx="4625">
                  <c:v>0.912493</c:v>
                </c:pt>
                <c:pt idx="4626">
                  <c:v>0.91279900000000003</c:v>
                </c:pt>
                <c:pt idx="4627">
                  <c:v>0.91310400000000003</c:v>
                </c:pt>
                <c:pt idx="4628">
                  <c:v>0.91341000000000006</c:v>
                </c:pt>
                <c:pt idx="4629">
                  <c:v>0.91371500000000005</c:v>
                </c:pt>
                <c:pt idx="4630">
                  <c:v>0.91402000000000005</c:v>
                </c:pt>
                <c:pt idx="4631">
                  <c:v>0.91432599999999997</c:v>
                </c:pt>
                <c:pt idx="4632">
                  <c:v>0.91463099999999997</c:v>
                </c:pt>
                <c:pt idx="4633">
                  <c:v>0.914937</c:v>
                </c:pt>
                <c:pt idx="4634">
                  <c:v>0.915242</c:v>
                </c:pt>
                <c:pt idx="4635">
                  <c:v>0.915547</c:v>
                </c:pt>
                <c:pt idx="4636">
                  <c:v>0.91585300000000003</c:v>
                </c:pt>
                <c:pt idx="4637">
                  <c:v>0.91615800000000003</c:v>
                </c:pt>
                <c:pt idx="4638">
                  <c:v>0.91646399999999995</c:v>
                </c:pt>
                <c:pt idx="4639">
                  <c:v>0.91676899999999995</c:v>
                </c:pt>
                <c:pt idx="4640">
                  <c:v>0.91707399999999994</c:v>
                </c:pt>
                <c:pt idx="4641">
                  <c:v>0.91737999999999997</c:v>
                </c:pt>
                <c:pt idx="4642">
                  <c:v>0.91768499999999997</c:v>
                </c:pt>
                <c:pt idx="4643">
                  <c:v>0.917991</c:v>
                </c:pt>
                <c:pt idx="4644">
                  <c:v>0.918296</c:v>
                </c:pt>
                <c:pt idx="4645">
                  <c:v>0.918601</c:v>
                </c:pt>
                <c:pt idx="4646">
                  <c:v>0.91890700000000003</c:v>
                </c:pt>
                <c:pt idx="4647">
                  <c:v>0.91921200000000003</c:v>
                </c:pt>
                <c:pt idx="4648">
                  <c:v>0.91951799999999995</c:v>
                </c:pt>
                <c:pt idx="4649">
                  <c:v>0.91982299999999995</c:v>
                </c:pt>
                <c:pt idx="4650">
                  <c:v>0.92012799999999995</c:v>
                </c:pt>
                <c:pt idx="4651">
                  <c:v>0.92043399999999997</c:v>
                </c:pt>
                <c:pt idx="4652">
                  <c:v>0.92073899999999997</c:v>
                </c:pt>
                <c:pt idx="4653">
                  <c:v>0.921045</c:v>
                </c:pt>
                <c:pt idx="4654">
                  <c:v>0.92135</c:v>
                </c:pt>
                <c:pt idx="4655">
                  <c:v>0.921655</c:v>
                </c:pt>
                <c:pt idx="4656">
                  <c:v>0.92196100000000003</c:v>
                </c:pt>
                <c:pt idx="4657">
                  <c:v>0.92226600000000003</c:v>
                </c:pt>
                <c:pt idx="4658">
                  <c:v>0.92257199999999995</c:v>
                </c:pt>
                <c:pt idx="4659">
                  <c:v>0.92287699999999995</c:v>
                </c:pt>
                <c:pt idx="4660">
                  <c:v>0.92318199999999995</c:v>
                </c:pt>
                <c:pt idx="4661">
                  <c:v>0.92348799999999998</c:v>
                </c:pt>
                <c:pt idx="4662">
                  <c:v>0.92379299999999998</c:v>
                </c:pt>
                <c:pt idx="4663">
                  <c:v>0.924099</c:v>
                </c:pt>
                <c:pt idx="4664">
                  <c:v>0.924404</c:v>
                </c:pt>
                <c:pt idx="4665">
                  <c:v>0.924709</c:v>
                </c:pt>
                <c:pt idx="4666">
                  <c:v>0.92501500000000003</c:v>
                </c:pt>
                <c:pt idx="4667">
                  <c:v>0.92532000000000003</c:v>
                </c:pt>
                <c:pt idx="4668">
                  <c:v>0.92562599999999995</c:v>
                </c:pt>
                <c:pt idx="4669">
                  <c:v>0.92593099999999995</c:v>
                </c:pt>
                <c:pt idx="4670">
                  <c:v>0.92623599999999995</c:v>
                </c:pt>
                <c:pt idx="4671">
                  <c:v>0.92654199999999998</c:v>
                </c:pt>
                <c:pt idx="4672">
                  <c:v>0.92684699999999998</c:v>
                </c:pt>
                <c:pt idx="4673">
                  <c:v>0.927153</c:v>
                </c:pt>
                <c:pt idx="4674">
                  <c:v>0.927458</c:v>
                </c:pt>
                <c:pt idx="4675">
                  <c:v>0.927763</c:v>
                </c:pt>
                <c:pt idx="4676">
                  <c:v>0.92806900000000003</c:v>
                </c:pt>
                <c:pt idx="4677">
                  <c:v>0.92837400000000003</c:v>
                </c:pt>
                <c:pt idx="4678">
                  <c:v>0.92867999999999995</c:v>
                </c:pt>
                <c:pt idx="4679">
                  <c:v>0.92898499999999995</c:v>
                </c:pt>
                <c:pt idx="4680">
                  <c:v>0.92928999999999995</c:v>
                </c:pt>
                <c:pt idx="4681">
                  <c:v>0.92959599999999998</c:v>
                </c:pt>
                <c:pt idx="4682">
                  <c:v>0.92990099999999998</c:v>
                </c:pt>
                <c:pt idx="4683">
                  <c:v>0.93020700000000001</c:v>
                </c:pt>
                <c:pt idx="4684">
                  <c:v>0.93051200000000001</c:v>
                </c:pt>
                <c:pt idx="4685">
                  <c:v>0.93081700000000001</c:v>
                </c:pt>
                <c:pt idx="4686">
                  <c:v>0.93112300000000003</c:v>
                </c:pt>
                <c:pt idx="4687">
                  <c:v>0.93142800000000003</c:v>
                </c:pt>
                <c:pt idx="4688">
                  <c:v>0.93173399999999995</c:v>
                </c:pt>
                <c:pt idx="4689">
                  <c:v>0.93203899999999995</c:v>
                </c:pt>
                <c:pt idx="4690">
                  <c:v>0.93234399999999995</c:v>
                </c:pt>
                <c:pt idx="4691">
                  <c:v>0.93264999999999998</c:v>
                </c:pt>
                <c:pt idx="4692">
                  <c:v>0.93295499999999998</c:v>
                </c:pt>
                <c:pt idx="4693">
                  <c:v>0.93326100000000001</c:v>
                </c:pt>
                <c:pt idx="4694">
                  <c:v>0.93356600000000001</c:v>
                </c:pt>
                <c:pt idx="4695">
                  <c:v>0.93387100000000001</c:v>
                </c:pt>
                <c:pt idx="4696">
                  <c:v>0.93417700000000004</c:v>
                </c:pt>
                <c:pt idx="4697">
                  <c:v>0.93448200000000003</c:v>
                </c:pt>
                <c:pt idx="4698">
                  <c:v>0.93478799999999995</c:v>
                </c:pt>
                <c:pt idx="4699">
                  <c:v>0.93509299999999995</c:v>
                </c:pt>
                <c:pt idx="4700">
                  <c:v>0.93539799999999995</c:v>
                </c:pt>
                <c:pt idx="4701">
                  <c:v>0.93570399999999998</c:v>
                </c:pt>
                <c:pt idx="4702">
                  <c:v>0.93600899999999998</c:v>
                </c:pt>
                <c:pt idx="4703">
                  <c:v>0.93631500000000001</c:v>
                </c:pt>
                <c:pt idx="4704">
                  <c:v>0.93662000000000001</c:v>
                </c:pt>
                <c:pt idx="4705">
                  <c:v>0.93692500000000001</c:v>
                </c:pt>
                <c:pt idx="4706">
                  <c:v>0.93723100000000004</c:v>
                </c:pt>
                <c:pt idx="4707">
                  <c:v>0.93753600000000004</c:v>
                </c:pt>
                <c:pt idx="4708">
                  <c:v>0.93784199999999995</c:v>
                </c:pt>
                <c:pt idx="4709">
                  <c:v>0.93814699999999995</c:v>
                </c:pt>
                <c:pt idx="4710">
                  <c:v>0.93845199999999995</c:v>
                </c:pt>
                <c:pt idx="4711">
                  <c:v>0.93875799999999998</c:v>
                </c:pt>
                <c:pt idx="4712">
                  <c:v>0.93906299999999998</c:v>
                </c:pt>
                <c:pt idx="4713">
                  <c:v>0.93936799999999998</c:v>
                </c:pt>
                <c:pt idx="4714">
                  <c:v>0.93967400000000001</c:v>
                </c:pt>
                <c:pt idx="4715">
                  <c:v>0.93997900000000001</c:v>
                </c:pt>
                <c:pt idx="4716">
                  <c:v>0.94028500000000004</c:v>
                </c:pt>
                <c:pt idx="4717">
                  <c:v>0.94059000000000004</c:v>
                </c:pt>
                <c:pt idx="4718">
                  <c:v>0.94089500000000004</c:v>
                </c:pt>
                <c:pt idx="4719">
                  <c:v>0.94120099999999995</c:v>
                </c:pt>
                <c:pt idx="4720">
                  <c:v>0.94150599999999995</c:v>
                </c:pt>
                <c:pt idx="4721">
                  <c:v>0.94181199999999998</c:v>
                </c:pt>
                <c:pt idx="4722">
                  <c:v>0.94211699999999998</c:v>
                </c:pt>
                <c:pt idx="4723">
                  <c:v>0.94242199999999998</c:v>
                </c:pt>
                <c:pt idx="4724">
                  <c:v>0.94272800000000001</c:v>
                </c:pt>
                <c:pt idx="4725">
                  <c:v>0.94303300000000001</c:v>
                </c:pt>
                <c:pt idx="4726">
                  <c:v>0.94333900000000004</c:v>
                </c:pt>
                <c:pt idx="4727">
                  <c:v>0.94364400000000004</c:v>
                </c:pt>
                <c:pt idx="4728">
                  <c:v>0.94394900000000004</c:v>
                </c:pt>
                <c:pt idx="4729">
                  <c:v>0.94425499999999996</c:v>
                </c:pt>
                <c:pt idx="4730">
                  <c:v>0.94455999999999996</c:v>
                </c:pt>
                <c:pt idx="4731">
                  <c:v>0.94486599999999998</c:v>
                </c:pt>
                <c:pt idx="4732">
                  <c:v>0.94517099999999998</c:v>
                </c:pt>
                <c:pt idx="4733">
                  <c:v>0.94547599999999998</c:v>
                </c:pt>
                <c:pt idx="4734">
                  <c:v>0.94578200000000001</c:v>
                </c:pt>
                <c:pt idx="4735">
                  <c:v>0.94608700000000001</c:v>
                </c:pt>
                <c:pt idx="4736">
                  <c:v>0.94639300000000004</c:v>
                </c:pt>
                <c:pt idx="4737">
                  <c:v>0.94669800000000004</c:v>
                </c:pt>
                <c:pt idx="4738">
                  <c:v>0.94700300000000004</c:v>
                </c:pt>
                <c:pt idx="4739">
                  <c:v>0.94730899999999996</c:v>
                </c:pt>
                <c:pt idx="4740">
                  <c:v>0.94761399999999996</c:v>
                </c:pt>
                <c:pt idx="4741">
                  <c:v>0.94791999999999998</c:v>
                </c:pt>
                <c:pt idx="4742">
                  <c:v>0.94822499999999998</c:v>
                </c:pt>
                <c:pt idx="4743">
                  <c:v>0.94852999999999998</c:v>
                </c:pt>
                <c:pt idx="4744">
                  <c:v>0.94883600000000001</c:v>
                </c:pt>
                <c:pt idx="4745">
                  <c:v>0.94914100000000001</c:v>
                </c:pt>
                <c:pt idx="4746">
                  <c:v>0.94944700000000004</c:v>
                </c:pt>
                <c:pt idx="4747">
                  <c:v>0.94975200000000004</c:v>
                </c:pt>
                <c:pt idx="4748">
                  <c:v>0.95005700000000004</c:v>
                </c:pt>
                <c:pt idx="4749">
                  <c:v>0.95036299999999996</c:v>
                </c:pt>
                <c:pt idx="4750">
                  <c:v>0.95066799999999996</c:v>
                </c:pt>
                <c:pt idx="4751">
                  <c:v>0.95097399999999999</c:v>
                </c:pt>
                <c:pt idx="4752">
                  <c:v>0.95127899999999999</c:v>
                </c:pt>
                <c:pt idx="4753">
                  <c:v>0.95158399999999999</c:v>
                </c:pt>
                <c:pt idx="4754">
                  <c:v>0.95189000000000001</c:v>
                </c:pt>
                <c:pt idx="4755">
                  <c:v>0.95219500000000001</c:v>
                </c:pt>
                <c:pt idx="4756">
                  <c:v>0.95250100000000004</c:v>
                </c:pt>
                <c:pt idx="4757">
                  <c:v>0.95280600000000004</c:v>
                </c:pt>
                <c:pt idx="4758">
                  <c:v>0.95311100000000004</c:v>
                </c:pt>
                <c:pt idx="4759">
                  <c:v>0.95341699999999996</c:v>
                </c:pt>
                <c:pt idx="4760">
                  <c:v>0.95372199999999996</c:v>
                </c:pt>
                <c:pt idx="4761">
                  <c:v>0.95402799999999999</c:v>
                </c:pt>
                <c:pt idx="4762">
                  <c:v>0.95433299999999999</c:v>
                </c:pt>
                <c:pt idx="4763">
                  <c:v>0.95463799999999999</c:v>
                </c:pt>
                <c:pt idx="4764">
                  <c:v>0.95494400000000002</c:v>
                </c:pt>
                <c:pt idx="4765">
                  <c:v>0.95524900000000001</c:v>
                </c:pt>
                <c:pt idx="4766">
                  <c:v>0.95555500000000004</c:v>
                </c:pt>
                <c:pt idx="4767">
                  <c:v>0.95586000000000004</c:v>
                </c:pt>
                <c:pt idx="4768">
                  <c:v>0.95616500000000004</c:v>
                </c:pt>
                <c:pt idx="4769">
                  <c:v>0.95647099999999996</c:v>
                </c:pt>
                <c:pt idx="4770">
                  <c:v>0.95677599999999996</c:v>
                </c:pt>
                <c:pt idx="4771">
                  <c:v>0.95708199999999999</c:v>
                </c:pt>
                <c:pt idx="4772">
                  <c:v>0.95738699999999999</c:v>
                </c:pt>
                <c:pt idx="4773">
                  <c:v>0.95769199999999999</c:v>
                </c:pt>
                <c:pt idx="4774">
                  <c:v>0.95799800000000002</c:v>
                </c:pt>
                <c:pt idx="4775">
                  <c:v>0.95830300000000002</c:v>
                </c:pt>
                <c:pt idx="4776">
                  <c:v>0.95860900000000004</c:v>
                </c:pt>
                <c:pt idx="4777">
                  <c:v>0.95891400000000004</c:v>
                </c:pt>
                <c:pt idx="4778">
                  <c:v>0.95921900000000004</c:v>
                </c:pt>
                <c:pt idx="4779">
                  <c:v>0.95952499999999996</c:v>
                </c:pt>
                <c:pt idx="4780">
                  <c:v>0.95982999999999996</c:v>
                </c:pt>
                <c:pt idx="4781">
                  <c:v>0.96013599999999999</c:v>
                </c:pt>
                <c:pt idx="4782">
                  <c:v>0.96044099999999999</c:v>
                </c:pt>
                <c:pt idx="4783">
                  <c:v>0.96074599999999999</c:v>
                </c:pt>
                <c:pt idx="4784">
                  <c:v>0.96105200000000002</c:v>
                </c:pt>
                <c:pt idx="4785">
                  <c:v>0.96135700000000002</c:v>
                </c:pt>
                <c:pt idx="4786">
                  <c:v>0.96166300000000005</c:v>
                </c:pt>
                <c:pt idx="4787">
                  <c:v>0.96196800000000005</c:v>
                </c:pt>
                <c:pt idx="4788">
                  <c:v>0.96227300000000004</c:v>
                </c:pt>
                <c:pt idx="4789">
                  <c:v>0.96257899999999996</c:v>
                </c:pt>
                <c:pt idx="4790">
                  <c:v>0.96288399999999996</c:v>
                </c:pt>
                <c:pt idx="4791">
                  <c:v>0.96318999999999999</c:v>
                </c:pt>
                <c:pt idx="4792">
                  <c:v>0.96349499999999999</c:v>
                </c:pt>
                <c:pt idx="4793">
                  <c:v>0.96379999999999999</c:v>
                </c:pt>
                <c:pt idx="4794">
                  <c:v>0.96410600000000002</c:v>
                </c:pt>
                <c:pt idx="4795">
                  <c:v>0.96441100000000002</c:v>
                </c:pt>
                <c:pt idx="4796">
                  <c:v>0.96471600000000002</c:v>
                </c:pt>
                <c:pt idx="4797">
                  <c:v>0.96502200000000005</c:v>
                </c:pt>
                <c:pt idx="4798">
                  <c:v>0.96532700000000005</c:v>
                </c:pt>
                <c:pt idx="4799">
                  <c:v>0.96563299999999996</c:v>
                </c:pt>
                <c:pt idx="4800">
                  <c:v>0.96593799999999996</c:v>
                </c:pt>
                <c:pt idx="4801">
                  <c:v>0.96624299999999996</c:v>
                </c:pt>
                <c:pt idx="4802">
                  <c:v>0.96654899999999999</c:v>
                </c:pt>
                <c:pt idx="4803">
                  <c:v>0.96685399999999999</c:v>
                </c:pt>
                <c:pt idx="4804">
                  <c:v>0.96716000000000002</c:v>
                </c:pt>
                <c:pt idx="4805">
                  <c:v>0.96746500000000002</c:v>
                </c:pt>
                <c:pt idx="4806">
                  <c:v>0.96777000000000002</c:v>
                </c:pt>
                <c:pt idx="4807">
                  <c:v>0.96807600000000005</c:v>
                </c:pt>
                <c:pt idx="4808">
                  <c:v>0.96838100000000005</c:v>
                </c:pt>
                <c:pt idx="4809">
                  <c:v>0.96868699999999996</c:v>
                </c:pt>
                <c:pt idx="4810">
                  <c:v>0.96899199999999996</c:v>
                </c:pt>
                <c:pt idx="4811">
                  <c:v>0.96929699999999996</c:v>
                </c:pt>
                <c:pt idx="4812">
                  <c:v>0.96960299999999999</c:v>
                </c:pt>
                <c:pt idx="4813">
                  <c:v>0.96990799999999999</c:v>
                </c:pt>
                <c:pt idx="4814">
                  <c:v>0.97021400000000002</c:v>
                </c:pt>
                <c:pt idx="4815">
                  <c:v>0.97051900000000002</c:v>
                </c:pt>
                <c:pt idx="4816">
                  <c:v>0.97082400000000002</c:v>
                </c:pt>
                <c:pt idx="4817">
                  <c:v>0.97113000000000005</c:v>
                </c:pt>
                <c:pt idx="4818">
                  <c:v>0.97143500000000005</c:v>
                </c:pt>
                <c:pt idx="4819">
                  <c:v>0.97174099999999997</c:v>
                </c:pt>
                <c:pt idx="4820">
                  <c:v>0.97204599999999997</c:v>
                </c:pt>
                <c:pt idx="4821">
                  <c:v>0.97235099999999997</c:v>
                </c:pt>
                <c:pt idx="4822">
                  <c:v>0.97265699999999999</c:v>
                </c:pt>
                <c:pt idx="4823">
                  <c:v>0.97296199999999999</c:v>
                </c:pt>
                <c:pt idx="4824">
                  <c:v>0.97326800000000002</c:v>
                </c:pt>
                <c:pt idx="4825">
                  <c:v>0.97357300000000002</c:v>
                </c:pt>
                <c:pt idx="4826">
                  <c:v>0.97387800000000002</c:v>
                </c:pt>
                <c:pt idx="4827">
                  <c:v>0.97418400000000005</c:v>
                </c:pt>
                <c:pt idx="4828">
                  <c:v>0.97448900000000005</c:v>
                </c:pt>
                <c:pt idx="4829">
                  <c:v>0.97479499999999997</c:v>
                </c:pt>
                <c:pt idx="4830">
                  <c:v>0.97509999999999997</c:v>
                </c:pt>
                <c:pt idx="4831">
                  <c:v>0.97540499999999997</c:v>
                </c:pt>
                <c:pt idx="4832">
                  <c:v>0.97571099999999999</c:v>
                </c:pt>
                <c:pt idx="4833">
                  <c:v>0.97601599999999999</c:v>
                </c:pt>
                <c:pt idx="4834">
                  <c:v>0.97632200000000002</c:v>
                </c:pt>
                <c:pt idx="4835">
                  <c:v>0.97662700000000002</c:v>
                </c:pt>
                <c:pt idx="4836">
                  <c:v>0.97693200000000002</c:v>
                </c:pt>
                <c:pt idx="4837">
                  <c:v>0.97723800000000005</c:v>
                </c:pt>
                <c:pt idx="4838">
                  <c:v>0.97754300000000005</c:v>
                </c:pt>
                <c:pt idx="4839">
                  <c:v>0.97784899999999997</c:v>
                </c:pt>
                <c:pt idx="4840">
                  <c:v>0.97815399999999997</c:v>
                </c:pt>
                <c:pt idx="4841">
                  <c:v>0.97845899999999997</c:v>
                </c:pt>
                <c:pt idx="4842">
                  <c:v>0.978765</c:v>
                </c:pt>
                <c:pt idx="4843">
                  <c:v>0.97907</c:v>
                </c:pt>
                <c:pt idx="4844">
                  <c:v>0.97937600000000002</c:v>
                </c:pt>
                <c:pt idx="4845">
                  <c:v>0.97968100000000002</c:v>
                </c:pt>
                <c:pt idx="4846">
                  <c:v>0.97998600000000002</c:v>
                </c:pt>
                <c:pt idx="4847">
                  <c:v>0.98029200000000005</c:v>
                </c:pt>
                <c:pt idx="4848">
                  <c:v>0.98059700000000005</c:v>
                </c:pt>
                <c:pt idx="4849">
                  <c:v>0.98090299999999997</c:v>
                </c:pt>
                <c:pt idx="4850">
                  <c:v>0.98120799999999997</c:v>
                </c:pt>
                <c:pt idx="4851">
                  <c:v>0.98151299999999997</c:v>
                </c:pt>
                <c:pt idx="4852">
                  <c:v>0.981819</c:v>
                </c:pt>
                <c:pt idx="4853">
                  <c:v>0.982124</c:v>
                </c:pt>
                <c:pt idx="4854">
                  <c:v>0.98243000000000003</c:v>
                </c:pt>
                <c:pt idx="4855">
                  <c:v>0.98273500000000003</c:v>
                </c:pt>
                <c:pt idx="4856">
                  <c:v>0.98304000000000002</c:v>
                </c:pt>
                <c:pt idx="4857">
                  <c:v>0.98334600000000005</c:v>
                </c:pt>
                <c:pt idx="4858">
                  <c:v>0.98365100000000005</c:v>
                </c:pt>
                <c:pt idx="4859">
                  <c:v>0.98395699999999997</c:v>
                </c:pt>
                <c:pt idx="4860">
                  <c:v>0.98426199999999997</c:v>
                </c:pt>
                <c:pt idx="4861">
                  <c:v>0.98456699999999997</c:v>
                </c:pt>
                <c:pt idx="4862">
                  <c:v>0.984873</c:v>
                </c:pt>
                <c:pt idx="4863">
                  <c:v>0.985178</c:v>
                </c:pt>
                <c:pt idx="4864">
                  <c:v>0.98548400000000003</c:v>
                </c:pt>
                <c:pt idx="4865">
                  <c:v>0.98578900000000003</c:v>
                </c:pt>
                <c:pt idx="4866">
                  <c:v>0.98609400000000003</c:v>
                </c:pt>
                <c:pt idx="4867">
                  <c:v>0.98640000000000005</c:v>
                </c:pt>
                <c:pt idx="4868">
                  <c:v>0.98670500000000005</c:v>
                </c:pt>
                <c:pt idx="4869">
                  <c:v>0.98701099999999997</c:v>
                </c:pt>
                <c:pt idx="4870">
                  <c:v>0.98731599999999997</c:v>
                </c:pt>
                <c:pt idx="4871">
                  <c:v>0.98762099999999997</c:v>
                </c:pt>
                <c:pt idx="4872">
                  <c:v>0.987927</c:v>
                </c:pt>
                <c:pt idx="4873">
                  <c:v>0.988232</c:v>
                </c:pt>
                <c:pt idx="4874">
                  <c:v>0.98853800000000003</c:v>
                </c:pt>
                <c:pt idx="4875">
                  <c:v>0.98884300000000003</c:v>
                </c:pt>
                <c:pt idx="4876">
                  <c:v>0.98914800000000003</c:v>
                </c:pt>
                <c:pt idx="4877">
                  <c:v>0.98945399999999994</c:v>
                </c:pt>
                <c:pt idx="4878">
                  <c:v>0.98975900000000006</c:v>
                </c:pt>
                <c:pt idx="4879">
                  <c:v>0.99006400000000006</c:v>
                </c:pt>
                <c:pt idx="4880">
                  <c:v>0.99036999999999997</c:v>
                </c:pt>
                <c:pt idx="4881">
                  <c:v>0.99067499999999997</c:v>
                </c:pt>
                <c:pt idx="4882">
                  <c:v>0.990981</c:v>
                </c:pt>
                <c:pt idx="4883">
                  <c:v>0.991286</c:v>
                </c:pt>
                <c:pt idx="4884">
                  <c:v>0.991591</c:v>
                </c:pt>
                <c:pt idx="4885">
                  <c:v>0.99189700000000003</c:v>
                </c:pt>
                <c:pt idx="4886">
                  <c:v>0.99220200000000003</c:v>
                </c:pt>
                <c:pt idx="4887">
                  <c:v>0.99250799999999995</c:v>
                </c:pt>
                <c:pt idx="4888">
                  <c:v>0.99281299999999995</c:v>
                </c:pt>
                <c:pt idx="4889">
                  <c:v>0.99311799999999995</c:v>
                </c:pt>
                <c:pt idx="4890">
                  <c:v>0.99342399999999997</c:v>
                </c:pt>
                <c:pt idx="4891">
                  <c:v>0.99372899999999997</c:v>
                </c:pt>
                <c:pt idx="4892">
                  <c:v>0.994035</c:v>
                </c:pt>
                <c:pt idx="4893">
                  <c:v>0.99434</c:v>
                </c:pt>
                <c:pt idx="4894">
                  <c:v>0.994645</c:v>
                </c:pt>
                <c:pt idx="4895">
                  <c:v>0.99495100000000003</c:v>
                </c:pt>
                <c:pt idx="4896">
                  <c:v>0.99525600000000003</c:v>
                </c:pt>
                <c:pt idx="4897">
                  <c:v>0.99556199999999995</c:v>
                </c:pt>
                <c:pt idx="4898">
                  <c:v>0.99586699999999995</c:v>
                </c:pt>
                <c:pt idx="4899">
                  <c:v>0.99617199999999995</c:v>
                </c:pt>
                <c:pt idx="4900">
                  <c:v>0.99647799999999997</c:v>
                </c:pt>
                <c:pt idx="4901">
                  <c:v>0.99678299999999997</c:v>
                </c:pt>
                <c:pt idx="4902">
                  <c:v>0.997089</c:v>
                </c:pt>
                <c:pt idx="4903">
                  <c:v>0.997394</c:v>
                </c:pt>
                <c:pt idx="4904">
                  <c:v>0.997699</c:v>
                </c:pt>
                <c:pt idx="4905">
                  <c:v>0.99800500000000003</c:v>
                </c:pt>
                <c:pt idx="4906">
                  <c:v>0.99831000000000003</c:v>
                </c:pt>
                <c:pt idx="4907">
                  <c:v>0.99861599999999995</c:v>
                </c:pt>
                <c:pt idx="4908">
                  <c:v>0.99892099999999995</c:v>
                </c:pt>
                <c:pt idx="4909">
                  <c:v>0.99922599999999995</c:v>
                </c:pt>
                <c:pt idx="4910">
                  <c:v>0.99953199999999998</c:v>
                </c:pt>
                <c:pt idx="4911">
                  <c:v>0.99983699999999998</c:v>
                </c:pt>
                <c:pt idx="4912">
                  <c:v>1.00014</c:v>
                </c:pt>
                <c:pt idx="4913">
                  <c:v>1.0004500000000001</c:v>
                </c:pt>
                <c:pt idx="4914">
                  <c:v>1.00075</c:v>
                </c:pt>
                <c:pt idx="4915">
                  <c:v>1.0010600000000001</c:v>
                </c:pt>
                <c:pt idx="4916">
                  <c:v>1.00136</c:v>
                </c:pt>
                <c:pt idx="4917">
                  <c:v>1.0016700000000001</c:v>
                </c:pt>
                <c:pt idx="4918">
                  <c:v>1.0019800000000001</c:v>
                </c:pt>
                <c:pt idx="4919">
                  <c:v>1.0022800000000001</c:v>
                </c:pt>
                <c:pt idx="4920">
                  <c:v>1.0025900000000001</c:v>
                </c:pt>
                <c:pt idx="4921">
                  <c:v>1.0028900000000001</c:v>
                </c:pt>
                <c:pt idx="4922">
                  <c:v>1.0032000000000001</c:v>
                </c:pt>
                <c:pt idx="4923">
                  <c:v>1.0035000000000001</c:v>
                </c:pt>
                <c:pt idx="4924">
                  <c:v>1.0038100000000001</c:v>
                </c:pt>
                <c:pt idx="4925">
                  <c:v>1.0041100000000001</c:v>
                </c:pt>
                <c:pt idx="4926">
                  <c:v>1.0044200000000001</c:v>
                </c:pt>
                <c:pt idx="4927">
                  <c:v>1.0047200000000001</c:v>
                </c:pt>
                <c:pt idx="4928">
                  <c:v>1.0050300000000001</c:v>
                </c:pt>
                <c:pt idx="4929">
                  <c:v>1.0053300000000001</c:v>
                </c:pt>
                <c:pt idx="4930">
                  <c:v>1.0056400000000001</c:v>
                </c:pt>
                <c:pt idx="4931">
                  <c:v>1.0059499999999999</c:v>
                </c:pt>
                <c:pt idx="4932">
                  <c:v>1.0062500000000001</c:v>
                </c:pt>
                <c:pt idx="4933">
                  <c:v>1.0065599999999999</c:v>
                </c:pt>
                <c:pt idx="4934">
                  <c:v>1.0068600000000001</c:v>
                </c:pt>
                <c:pt idx="4935">
                  <c:v>1.0071699999999999</c:v>
                </c:pt>
                <c:pt idx="4936">
                  <c:v>1.0074700000000001</c:v>
                </c:pt>
                <c:pt idx="4937">
                  <c:v>1.0077799999999999</c:v>
                </c:pt>
                <c:pt idx="4938">
                  <c:v>1.0080800000000001</c:v>
                </c:pt>
                <c:pt idx="4939">
                  <c:v>1.0083899999999999</c:v>
                </c:pt>
                <c:pt idx="4940">
                  <c:v>1.0086900000000001</c:v>
                </c:pt>
                <c:pt idx="4941">
                  <c:v>1.0089999999999999</c:v>
                </c:pt>
                <c:pt idx="4942">
                  <c:v>1.0093000000000001</c:v>
                </c:pt>
                <c:pt idx="4943">
                  <c:v>1.0096099999999999</c:v>
                </c:pt>
                <c:pt idx="4944">
                  <c:v>1.0099199999999999</c:v>
                </c:pt>
                <c:pt idx="4945">
                  <c:v>1.0102199999999999</c:v>
                </c:pt>
                <c:pt idx="4946">
                  <c:v>1.0105299999999999</c:v>
                </c:pt>
                <c:pt idx="4947">
                  <c:v>1.0108299999999999</c:v>
                </c:pt>
                <c:pt idx="4948">
                  <c:v>1.0111399999999999</c:v>
                </c:pt>
                <c:pt idx="4949">
                  <c:v>1.0114399999999999</c:v>
                </c:pt>
                <c:pt idx="4950">
                  <c:v>1.0117499999999999</c:v>
                </c:pt>
                <c:pt idx="4951">
                  <c:v>1.0120499999999999</c:v>
                </c:pt>
                <c:pt idx="4952">
                  <c:v>1.0123599999999999</c:v>
                </c:pt>
                <c:pt idx="4953">
                  <c:v>1.0126599999999999</c:v>
                </c:pt>
                <c:pt idx="4954">
                  <c:v>1.0129699999999999</c:v>
                </c:pt>
                <c:pt idx="4955">
                  <c:v>1.0132699999999999</c:v>
                </c:pt>
                <c:pt idx="4956">
                  <c:v>1.0135799999999999</c:v>
                </c:pt>
                <c:pt idx="4957">
                  <c:v>1.01389</c:v>
                </c:pt>
                <c:pt idx="4958">
                  <c:v>1.0141899999999999</c:v>
                </c:pt>
                <c:pt idx="4959">
                  <c:v>1.0145</c:v>
                </c:pt>
                <c:pt idx="4960">
                  <c:v>1.0147999999999999</c:v>
                </c:pt>
                <c:pt idx="4961">
                  <c:v>1.01511</c:v>
                </c:pt>
                <c:pt idx="4962">
                  <c:v>1.0154099999999999</c:v>
                </c:pt>
                <c:pt idx="4963">
                  <c:v>1.01572</c:v>
                </c:pt>
                <c:pt idx="4964">
                  <c:v>1.0160199999999999</c:v>
                </c:pt>
                <c:pt idx="4965">
                  <c:v>1.01633</c:v>
                </c:pt>
                <c:pt idx="4966">
                  <c:v>1.0166299999999999</c:v>
                </c:pt>
                <c:pt idx="4967">
                  <c:v>1.01694</c:v>
                </c:pt>
                <c:pt idx="4968">
                  <c:v>1.0172399999999999</c:v>
                </c:pt>
                <c:pt idx="4969">
                  <c:v>1.01755</c:v>
                </c:pt>
                <c:pt idx="4970">
                  <c:v>1.01786</c:v>
                </c:pt>
                <c:pt idx="4971">
                  <c:v>1.01816</c:v>
                </c:pt>
                <c:pt idx="4972">
                  <c:v>1.01847</c:v>
                </c:pt>
                <c:pt idx="4973">
                  <c:v>1.01877</c:v>
                </c:pt>
                <c:pt idx="4974">
                  <c:v>1.01908</c:v>
                </c:pt>
                <c:pt idx="4975">
                  <c:v>1.01938</c:v>
                </c:pt>
                <c:pt idx="4976">
                  <c:v>1.01969</c:v>
                </c:pt>
                <c:pt idx="4977">
                  <c:v>1.01999</c:v>
                </c:pt>
                <c:pt idx="4978">
                  <c:v>1.0203</c:v>
                </c:pt>
                <c:pt idx="4979">
                  <c:v>1.0206</c:v>
                </c:pt>
                <c:pt idx="4980">
                  <c:v>1.02091</c:v>
                </c:pt>
                <c:pt idx="4981">
                  <c:v>1.02122</c:v>
                </c:pt>
                <c:pt idx="4982">
                  <c:v>1.02152</c:v>
                </c:pt>
                <c:pt idx="4983">
                  <c:v>1.02183</c:v>
                </c:pt>
                <c:pt idx="4984">
                  <c:v>1.02213</c:v>
                </c:pt>
                <c:pt idx="4985">
                  <c:v>1.02244</c:v>
                </c:pt>
                <c:pt idx="4986">
                  <c:v>1.02274</c:v>
                </c:pt>
                <c:pt idx="4987">
                  <c:v>1.02305</c:v>
                </c:pt>
                <c:pt idx="4988">
                  <c:v>1.02335</c:v>
                </c:pt>
                <c:pt idx="4989">
                  <c:v>1.02366</c:v>
                </c:pt>
                <c:pt idx="4990">
                  <c:v>1.02396</c:v>
                </c:pt>
                <c:pt idx="4991">
                  <c:v>1.02427</c:v>
                </c:pt>
                <c:pt idx="4992">
                  <c:v>1.02457</c:v>
                </c:pt>
                <c:pt idx="4993">
                  <c:v>1.02488</c:v>
                </c:pt>
                <c:pt idx="4994">
                  <c:v>1.02519</c:v>
                </c:pt>
                <c:pt idx="4995">
                  <c:v>1.02549</c:v>
                </c:pt>
                <c:pt idx="4996">
                  <c:v>1.0258</c:v>
                </c:pt>
                <c:pt idx="4997">
                  <c:v>1.0261</c:v>
                </c:pt>
                <c:pt idx="4998">
                  <c:v>1.02641</c:v>
                </c:pt>
                <c:pt idx="4999">
                  <c:v>1.02671</c:v>
                </c:pt>
                <c:pt idx="5000">
                  <c:v>1.02702</c:v>
                </c:pt>
                <c:pt idx="5001">
                  <c:v>1.02732</c:v>
                </c:pt>
                <c:pt idx="5002">
                  <c:v>1.02763</c:v>
                </c:pt>
                <c:pt idx="5003">
                  <c:v>1.02793</c:v>
                </c:pt>
                <c:pt idx="5004">
                  <c:v>1.02824</c:v>
                </c:pt>
                <c:pt idx="5005">
                  <c:v>1.02854</c:v>
                </c:pt>
                <c:pt idx="5006">
                  <c:v>1.02885</c:v>
                </c:pt>
                <c:pt idx="5007">
                  <c:v>1.0291600000000001</c:v>
                </c:pt>
                <c:pt idx="5008">
                  <c:v>1.02946</c:v>
                </c:pt>
                <c:pt idx="5009">
                  <c:v>1.0297700000000001</c:v>
                </c:pt>
                <c:pt idx="5010">
                  <c:v>1.03007</c:v>
                </c:pt>
                <c:pt idx="5011">
                  <c:v>1.0303800000000001</c:v>
                </c:pt>
                <c:pt idx="5012">
                  <c:v>1.03068</c:v>
                </c:pt>
                <c:pt idx="5013">
                  <c:v>1.0309900000000001</c:v>
                </c:pt>
                <c:pt idx="5014">
                  <c:v>1.03129</c:v>
                </c:pt>
                <c:pt idx="5015">
                  <c:v>1.0316000000000001</c:v>
                </c:pt>
                <c:pt idx="5016">
                  <c:v>1.0319</c:v>
                </c:pt>
                <c:pt idx="5017">
                  <c:v>1.0322100000000001</c:v>
                </c:pt>
                <c:pt idx="5018">
                  <c:v>1.03251</c:v>
                </c:pt>
                <c:pt idx="5019">
                  <c:v>1.0328200000000001</c:v>
                </c:pt>
                <c:pt idx="5020">
                  <c:v>1.0331300000000001</c:v>
                </c:pt>
                <c:pt idx="5021">
                  <c:v>1.0334300000000001</c:v>
                </c:pt>
                <c:pt idx="5022">
                  <c:v>1.0337400000000001</c:v>
                </c:pt>
                <c:pt idx="5023">
                  <c:v>1.0340400000000001</c:v>
                </c:pt>
                <c:pt idx="5024">
                  <c:v>1.0343500000000001</c:v>
                </c:pt>
                <c:pt idx="5025">
                  <c:v>1.0346500000000001</c:v>
                </c:pt>
                <c:pt idx="5026">
                  <c:v>1.0349600000000001</c:v>
                </c:pt>
                <c:pt idx="5027">
                  <c:v>1.0352600000000001</c:v>
                </c:pt>
                <c:pt idx="5028">
                  <c:v>1.0355700000000001</c:v>
                </c:pt>
                <c:pt idx="5029">
                  <c:v>1.0358700000000001</c:v>
                </c:pt>
                <c:pt idx="5030">
                  <c:v>1.0361800000000001</c:v>
                </c:pt>
                <c:pt idx="5031">
                  <c:v>1.0364800000000001</c:v>
                </c:pt>
                <c:pt idx="5032">
                  <c:v>1.0367900000000001</c:v>
                </c:pt>
                <c:pt idx="5033">
                  <c:v>1.0370999999999999</c:v>
                </c:pt>
                <c:pt idx="5034">
                  <c:v>1.0374000000000001</c:v>
                </c:pt>
                <c:pt idx="5035">
                  <c:v>1.0377099999999999</c:v>
                </c:pt>
                <c:pt idx="5036">
                  <c:v>1.0380100000000001</c:v>
                </c:pt>
                <c:pt idx="5037">
                  <c:v>1.0383199999999999</c:v>
                </c:pt>
                <c:pt idx="5038">
                  <c:v>1.0386200000000001</c:v>
                </c:pt>
                <c:pt idx="5039">
                  <c:v>1.0389299999999999</c:v>
                </c:pt>
                <c:pt idx="5040">
                  <c:v>1.0392300000000001</c:v>
                </c:pt>
                <c:pt idx="5041">
                  <c:v>1.0395399999999999</c:v>
                </c:pt>
                <c:pt idx="5042">
                  <c:v>1.0398400000000001</c:v>
                </c:pt>
                <c:pt idx="5043">
                  <c:v>1.0401499999999999</c:v>
                </c:pt>
                <c:pt idx="5044">
                  <c:v>1.0404599999999999</c:v>
                </c:pt>
                <c:pt idx="5045">
                  <c:v>1.0407599999999999</c:v>
                </c:pt>
                <c:pt idx="5046">
                  <c:v>1.0410699999999999</c:v>
                </c:pt>
                <c:pt idx="5047">
                  <c:v>1.0413699999999999</c:v>
                </c:pt>
                <c:pt idx="5048">
                  <c:v>1.0416799999999999</c:v>
                </c:pt>
                <c:pt idx="5049">
                  <c:v>1.0419799999999999</c:v>
                </c:pt>
                <c:pt idx="5050">
                  <c:v>1.0422899999999999</c:v>
                </c:pt>
                <c:pt idx="5051">
                  <c:v>1.0425899999999999</c:v>
                </c:pt>
                <c:pt idx="5052">
                  <c:v>1.0428999999999999</c:v>
                </c:pt>
                <c:pt idx="5053">
                  <c:v>1.0431999999999999</c:v>
                </c:pt>
                <c:pt idx="5054">
                  <c:v>1.0435099999999999</c:v>
                </c:pt>
                <c:pt idx="5055">
                  <c:v>1.0438099999999999</c:v>
                </c:pt>
                <c:pt idx="5056">
                  <c:v>1.0441199999999999</c:v>
                </c:pt>
                <c:pt idx="5057">
                  <c:v>1.04443</c:v>
                </c:pt>
                <c:pt idx="5058">
                  <c:v>1.0447299999999999</c:v>
                </c:pt>
                <c:pt idx="5059">
                  <c:v>1.04504</c:v>
                </c:pt>
                <c:pt idx="5060">
                  <c:v>1.0453399999999999</c:v>
                </c:pt>
                <c:pt idx="5061">
                  <c:v>1.04565</c:v>
                </c:pt>
                <c:pt idx="5062">
                  <c:v>1.0459499999999999</c:v>
                </c:pt>
                <c:pt idx="5063">
                  <c:v>1.04626</c:v>
                </c:pt>
                <c:pt idx="5064">
                  <c:v>1.0465599999999999</c:v>
                </c:pt>
                <c:pt idx="5065">
                  <c:v>1.04687</c:v>
                </c:pt>
                <c:pt idx="5066">
                  <c:v>1.0471699999999999</c:v>
                </c:pt>
                <c:pt idx="5067">
                  <c:v>1.04748</c:v>
                </c:pt>
                <c:pt idx="5068">
                  <c:v>1.0477799999999999</c:v>
                </c:pt>
                <c:pt idx="5069">
                  <c:v>1.04809</c:v>
                </c:pt>
                <c:pt idx="5070">
                  <c:v>1.0484</c:v>
                </c:pt>
                <c:pt idx="5071">
                  <c:v>1.0487</c:v>
                </c:pt>
                <c:pt idx="5072">
                  <c:v>1.04901</c:v>
                </c:pt>
                <c:pt idx="5073">
                  <c:v>1.04931</c:v>
                </c:pt>
                <c:pt idx="5074">
                  <c:v>1.04962</c:v>
                </c:pt>
                <c:pt idx="5075">
                  <c:v>1.04992</c:v>
                </c:pt>
                <c:pt idx="5076">
                  <c:v>1.05023</c:v>
                </c:pt>
                <c:pt idx="5077">
                  <c:v>1.05053</c:v>
                </c:pt>
                <c:pt idx="5078">
                  <c:v>1.05084</c:v>
                </c:pt>
                <c:pt idx="5079">
                  <c:v>1.05114</c:v>
                </c:pt>
                <c:pt idx="5080">
                  <c:v>1.05145</c:v>
                </c:pt>
                <c:pt idx="5081">
                  <c:v>1.05175</c:v>
                </c:pt>
                <c:pt idx="5082">
                  <c:v>1.05206</c:v>
                </c:pt>
                <c:pt idx="5083">
                  <c:v>1.05237</c:v>
                </c:pt>
                <c:pt idx="5084">
                  <c:v>1.05267</c:v>
                </c:pt>
                <c:pt idx="5085">
                  <c:v>1.05298</c:v>
                </c:pt>
                <c:pt idx="5086">
                  <c:v>1.05328</c:v>
                </c:pt>
                <c:pt idx="5087">
                  <c:v>1.05359</c:v>
                </c:pt>
                <c:pt idx="5088">
                  <c:v>1.05389</c:v>
                </c:pt>
                <c:pt idx="5089">
                  <c:v>1.0542</c:v>
                </c:pt>
                <c:pt idx="5090">
                  <c:v>1.0545</c:v>
                </c:pt>
                <c:pt idx="5091">
                  <c:v>1.05481</c:v>
                </c:pt>
                <c:pt idx="5092">
                  <c:v>1.05511</c:v>
                </c:pt>
                <c:pt idx="5093">
                  <c:v>1.05542</c:v>
                </c:pt>
                <c:pt idx="5094">
                  <c:v>1.05572</c:v>
                </c:pt>
                <c:pt idx="5095">
                  <c:v>1.05603</c:v>
                </c:pt>
                <c:pt idx="5096">
                  <c:v>1.0563400000000001</c:v>
                </c:pt>
                <c:pt idx="5097">
                  <c:v>1.05664</c:v>
                </c:pt>
                <c:pt idx="5098">
                  <c:v>1.0569500000000001</c:v>
                </c:pt>
                <c:pt idx="5099">
                  <c:v>1.05725</c:v>
                </c:pt>
                <c:pt idx="5100">
                  <c:v>1.0575600000000001</c:v>
                </c:pt>
                <c:pt idx="5101">
                  <c:v>1.05786</c:v>
                </c:pt>
                <c:pt idx="5102">
                  <c:v>1.0581700000000001</c:v>
                </c:pt>
                <c:pt idx="5103">
                  <c:v>1.05847</c:v>
                </c:pt>
                <c:pt idx="5104">
                  <c:v>1.0587800000000001</c:v>
                </c:pt>
                <c:pt idx="5105">
                  <c:v>1.05908</c:v>
                </c:pt>
                <c:pt idx="5106">
                  <c:v>1.0593900000000001</c:v>
                </c:pt>
                <c:pt idx="5107">
                  <c:v>1.0597000000000001</c:v>
                </c:pt>
                <c:pt idx="5108">
                  <c:v>1.06</c:v>
                </c:pt>
                <c:pt idx="5109">
                  <c:v>1.0603100000000001</c:v>
                </c:pt>
                <c:pt idx="5110">
                  <c:v>1.0606100000000001</c:v>
                </c:pt>
                <c:pt idx="5111">
                  <c:v>1.0609200000000001</c:v>
                </c:pt>
                <c:pt idx="5112">
                  <c:v>1.0612200000000001</c:v>
                </c:pt>
                <c:pt idx="5113">
                  <c:v>1.0615300000000001</c:v>
                </c:pt>
                <c:pt idx="5114">
                  <c:v>1.0618300000000001</c:v>
                </c:pt>
                <c:pt idx="5115">
                  <c:v>1.0621400000000001</c:v>
                </c:pt>
                <c:pt idx="5116">
                  <c:v>1.0624400000000001</c:v>
                </c:pt>
                <c:pt idx="5117">
                  <c:v>1.0627500000000001</c:v>
                </c:pt>
                <c:pt idx="5118">
                  <c:v>1.0630500000000001</c:v>
                </c:pt>
                <c:pt idx="5119">
                  <c:v>1.0633600000000001</c:v>
                </c:pt>
                <c:pt idx="5120">
                  <c:v>1.0636699999999999</c:v>
                </c:pt>
                <c:pt idx="5121">
                  <c:v>1.0639700000000001</c:v>
                </c:pt>
                <c:pt idx="5122">
                  <c:v>1.0642799999999999</c:v>
                </c:pt>
                <c:pt idx="5123">
                  <c:v>1.0645800000000001</c:v>
                </c:pt>
                <c:pt idx="5124">
                  <c:v>1.0648899999999999</c:v>
                </c:pt>
                <c:pt idx="5125">
                  <c:v>1.0651900000000001</c:v>
                </c:pt>
                <c:pt idx="5126">
                  <c:v>1.0654999999999999</c:v>
                </c:pt>
                <c:pt idx="5127">
                  <c:v>1.0658000000000001</c:v>
                </c:pt>
                <c:pt idx="5128">
                  <c:v>1.0661099999999999</c:v>
                </c:pt>
                <c:pt idx="5129">
                  <c:v>1.0664100000000001</c:v>
                </c:pt>
                <c:pt idx="5130">
                  <c:v>1.0667199999999999</c:v>
                </c:pt>
                <c:pt idx="5131">
                  <c:v>1.0670200000000001</c:v>
                </c:pt>
                <c:pt idx="5132">
                  <c:v>1.0673299999999999</c:v>
                </c:pt>
                <c:pt idx="5133">
                  <c:v>1.0676399999999999</c:v>
                </c:pt>
                <c:pt idx="5134">
                  <c:v>1.0679399999999999</c:v>
                </c:pt>
                <c:pt idx="5135">
                  <c:v>1.0682499999999999</c:v>
                </c:pt>
                <c:pt idx="5136">
                  <c:v>1.0685500000000001</c:v>
                </c:pt>
                <c:pt idx="5137">
                  <c:v>1.0688599999999999</c:v>
                </c:pt>
                <c:pt idx="5138">
                  <c:v>1.0691600000000001</c:v>
                </c:pt>
                <c:pt idx="5139">
                  <c:v>1.0694699999999999</c:v>
                </c:pt>
                <c:pt idx="5140">
                  <c:v>1.0697700000000001</c:v>
                </c:pt>
                <c:pt idx="5141">
                  <c:v>1.0700799999999999</c:v>
                </c:pt>
                <c:pt idx="5142">
                  <c:v>1.0703800000000001</c:v>
                </c:pt>
                <c:pt idx="5143">
                  <c:v>1.0706899999999999</c:v>
                </c:pt>
                <c:pt idx="5144">
                  <c:v>1.0709900000000001</c:v>
                </c:pt>
                <c:pt idx="5145">
                  <c:v>1.0712999999999999</c:v>
                </c:pt>
                <c:pt idx="5146">
                  <c:v>1.07161</c:v>
                </c:pt>
                <c:pt idx="5147">
                  <c:v>1.0719099999999999</c:v>
                </c:pt>
                <c:pt idx="5148">
                  <c:v>1.07222</c:v>
                </c:pt>
                <c:pt idx="5149">
                  <c:v>1.0725199999999999</c:v>
                </c:pt>
                <c:pt idx="5150">
                  <c:v>1.07283</c:v>
                </c:pt>
                <c:pt idx="5151">
                  <c:v>1.0731299999999999</c:v>
                </c:pt>
                <c:pt idx="5152">
                  <c:v>1.0734399999999999</c:v>
                </c:pt>
                <c:pt idx="5153">
                  <c:v>1.0737399999999999</c:v>
                </c:pt>
                <c:pt idx="5154">
                  <c:v>1.0740499999999999</c:v>
                </c:pt>
                <c:pt idx="5155">
                  <c:v>1.0743499999999999</c:v>
                </c:pt>
                <c:pt idx="5156">
                  <c:v>1.0746599999999999</c:v>
                </c:pt>
                <c:pt idx="5157">
                  <c:v>1.07497</c:v>
                </c:pt>
                <c:pt idx="5158">
                  <c:v>1.0752699999999999</c:v>
                </c:pt>
                <c:pt idx="5159">
                  <c:v>1.07558</c:v>
                </c:pt>
                <c:pt idx="5160">
                  <c:v>1.0758799999999999</c:v>
                </c:pt>
                <c:pt idx="5161">
                  <c:v>1.07619</c:v>
                </c:pt>
                <c:pt idx="5162">
                  <c:v>1.0764899999999999</c:v>
                </c:pt>
                <c:pt idx="5163">
                  <c:v>1.0768</c:v>
                </c:pt>
                <c:pt idx="5164">
                  <c:v>1.0770999999999999</c:v>
                </c:pt>
                <c:pt idx="5165">
                  <c:v>1.07741</c:v>
                </c:pt>
                <c:pt idx="5166">
                  <c:v>1.0777099999999999</c:v>
                </c:pt>
                <c:pt idx="5167">
                  <c:v>1.07802</c:v>
                </c:pt>
                <c:pt idx="5168">
                  <c:v>1.0783199999999999</c:v>
                </c:pt>
                <c:pt idx="5169">
                  <c:v>1.07863</c:v>
                </c:pt>
                <c:pt idx="5170">
                  <c:v>1.07894</c:v>
                </c:pt>
                <c:pt idx="5171">
                  <c:v>1.07924</c:v>
                </c:pt>
                <c:pt idx="5172">
                  <c:v>1.07955</c:v>
                </c:pt>
                <c:pt idx="5173">
                  <c:v>1.07985</c:v>
                </c:pt>
                <c:pt idx="5174">
                  <c:v>1.08016</c:v>
                </c:pt>
                <c:pt idx="5175">
                  <c:v>1.08046</c:v>
                </c:pt>
                <c:pt idx="5176">
                  <c:v>1.08077</c:v>
                </c:pt>
                <c:pt idx="5177">
                  <c:v>1.08107</c:v>
                </c:pt>
                <c:pt idx="5178">
                  <c:v>1.08138</c:v>
                </c:pt>
                <c:pt idx="5179">
                  <c:v>1.08168</c:v>
                </c:pt>
                <c:pt idx="5180">
                  <c:v>1.08199</c:v>
                </c:pt>
                <c:pt idx="5181">
                  <c:v>1.08229</c:v>
                </c:pt>
                <c:pt idx="5182">
                  <c:v>1.0826</c:v>
                </c:pt>
                <c:pt idx="5183">
                  <c:v>1.08291</c:v>
                </c:pt>
                <c:pt idx="5184">
                  <c:v>1.08321</c:v>
                </c:pt>
                <c:pt idx="5185">
                  <c:v>1.08352</c:v>
                </c:pt>
                <c:pt idx="5186">
                  <c:v>1.08382</c:v>
                </c:pt>
                <c:pt idx="5187">
                  <c:v>1.08413</c:v>
                </c:pt>
                <c:pt idx="5188">
                  <c:v>1.08443</c:v>
                </c:pt>
                <c:pt idx="5189">
                  <c:v>1.08474</c:v>
                </c:pt>
                <c:pt idx="5190">
                  <c:v>1.08504</c:v>
                </c:pt>
                <c:pt idx="5191">
                  <c:v>1.08535</c:v>
                </c:pt>
                <c:pt idx="5192">
                  <c:v>1.08565</c:v>
                </c:pt>
                <c:pt idx="5193">
                  <c:v>1.08596</c:v>
                </c:pt>
                <c:pt idx="5194">
                  <c:v>1.08626</c:v>
                </c:pt>
                <c:pt idx="5195">
                  <c:v>1.08657</c:v>
                </c:pt>
                <c:pt idx="5196">
                  <c:v>1.0868800000000001</c:v>
                </c:pt>
                <c:pt idx="5197">
                  <c:v>1.08718</c:v>
                </c:pt>
                <c:pt idx="5198">
                  <c:v>1.0874900000000001</c:v>
                </c:pt>
                <c:pt idx="5199">
                  <c:v>1.08779</c:v>
                </c:pt>
                <c:pt idx="5200">
                  <c:v>1.0881000000000001</c:v>
                </c:pt>
                <c:pt idx="5201">
                  <c:v>1.0884</c:v>
                </c:pt>
                <c:pt idx="5202">
                  <c:v>1.0887100000000001</c:v>
                </c:pt>
                <c:pt idx="5203">
                  <c:v>1.08901</c:v>
                </c:pt>
                <c:pt idx="5204">
                  <c:v>1.0893200000000001</c:v>
                </c:pt>
                <c:pt idx="5205">
                  <c:v>1.08962</c:v>
                </c:pt>
                <c:pt idx="5206">
                  <c:v>1.0899300000000001</c:v>
                </c:pt>
                <c:pt idx="5207">
                  <c:v>1.09023</c:v>
                </c:pt>
                <c:pt idx="5208">
                  <c:v>1.0905400000000001</c:v>
                </c:pt>
                <c:pt idx="5209">
                  <c:v>1.0908500000000001</c:v>
                </c:pt>
                <c:pt idx="5210">
                  <c:v>1.0911500000000001</c:v>
                </c:pt>
                <c:pt idx="5211">
                  <c:v>1.0914600000000001</c:v>
                </c:pt>
                <c:pt idx="5212">
                  <c:v>1.0917600000000001</c:v>
                </c:pt>
                <c:pt idx="5213">
                  <c:v>1.0920700000000001</c:v>
                </c:pt>
                <c:pt idx="5214">
                  <c:v>1.0923700000000001</c:v>
                </c:pt>
                <c:pt idx="5215">
                  <c:v>1.0926800000000001</c:v>
                </c:pt>
                <c:pt idx="5216">
                  <c:v>1.0929800000000001</c:v>
                </c:pt>
                <c:pt idx="5217">
                  <c:v>1.0932900000000001</c:v>
                </c:pt>
                <c:pt idx="5218">
                  <c:v>1.0935900000000001</c:v>
                </c:pt>
                <c:pt idx="5219">
                  <c:v>1.0939000000000001</c:v>
                </c:pt>
                <c:pt idx="5220">
                  <c:v>1.0942099999999999</c:v>
                </c:pt>
                <c:pt idx="5221">
                  <c:v>1.0945100000000001</c:v>
                </c:pt>
                <c:pt idx="5222">
                  <c:v>1.0948199999999999</c:v>
                </c:pt>
                <c:pt idx="5223">
                  <c:v>1.0951200000000001</c:v>
                </c:pt>
                <c:pt idx="5224">
                  <c:v>1.0954299999999999</c:v>
                </c:pt>
                <c:pt idx="5225">
                  <c:v>1.0957300000000001</c:v>
                </c:pt>
                <c:pt idx="5226">
                  <c:v>1.0960399999999999</c:v>
                </c:pt>
                <c:pt idx="5227">
                  <c:v>1.0963400000000001</c:v>
                </c:pt>
                <c:pt idx="5228">
                  <c:v>1.0966499999999999</c:v>
                </c:pt>
                <c:pt idx="5229">
                  <c:v>1.0969500000000001</c:v>
                </c:pt>
                <c:pt idx="5230">
                  <c:v>1.0972599999999999</c:v>
                </c:pt>
                <c:pt idx="5231">
                  <c:v>1.0975600000000001</c:v>
                </c:pt>
                <c:pt idx="5232">
                  <c:v>1.0978699999999999</c:v>
                </c:pt>
                <c:pt idx="5233">
                  <c:v>1.0981799999999999</c:v>
                </c:pt>
                <c:pt idx="5234">
                  <c:v>1.0984799999999999</c:v>
                </c:pt>
                <c:pt idx="5235">
                  <c:v>1.0987899999999999</c:v>
                </c:pt>
                <c:pt idx="5236">
                  <c:v>1.0990899999999999</c:v>
                </c:pt>
                <c:pt idx="5237">
                  <c:v>1.0993999999999999</c:v>
                </c:pt>
                <c:pt idx="5238">
                  <c:v>1.0996999999999999</c:v>
                </c:pt>
                <c:pt idx="5239">
                  <c:v>1.1000099999999999</c:v>
                </c:pt>
                <c:pt idx="5240">
                  <c:v>1.1003099999999999</c:v>
                </c:pt>
                <c:pt idx="5241">
                  <c:v>1.1006199999999999</c:v>
                </c:pt>
                <c:pt idx="5242">
                  <c:v>1.1009199999999999</c:v>
                </c:pt>
                <c:pt idx="5243">
                  <c:v>1.1012299999999999</c:v>
                </c:pt>
                <c:pt idx="5244">
                  <c:v>1.1015299999999999</c:v>
                </c:pt>
                <c:pt idx="5245">
                  <c:v>1.1018399999999999</c:v>
                </c:pt>
                <c:pt idx="5246">
                  <c:v>1.10215</c:v>
                </c:pt>
                <c:pt idx="5247">
                  <c:v>1.1024499999999999</c:v>
                </c:pt>
                <c:pt idx="5248">
                  <c:v>1.10276</c:v>
                </c:pt>
                <c:pt idx="5249">
                  <c:v>1.1030599999999999</c:v>
                </c:pt>
                <c:pt idx="5250">
                  <c:v>1.10337</c:v>
                </c:pt>
                <c:pt idx="5251">
                  <c:v>1.1036699999999999</c:v>
                </c:pt>
                <c:pt idx="5252">
                  <c:v>1.10398</c:v>
                </c:pt>
                <c:pt idx="5253">
                  <c:v>1.1042799999999999</c:v>
                </c:pt>
                <c:pt idx="5254">
                  <c:v>1.10459</c:v>
                </c:pt>
                <c:pt idx="5255">
                  <c:v>1.1048899999999999</c:v>
                </c:pt>
                <c:pt idx="5256">
                  <c:v>1.1052</c:v>
                </c:pt>
                <c:pt idx="5257">
                  <c:v>1.1054999999999999</c:v>
                </c:pt>
                <c:pt idx="5258">
                  <c:v>1.10581</c:v>
                </c:pt>
                <c:pt idx="5259">
                  <c:v>1.10612</c:v>
                </c:pt>
                <c:pt idx="5260">
                  <c:v>1.10642</c:v>
                </c:pt>
                <c:pt idx="5261">
                  <c:v>1.10673</c:v>
                </c:pt>
                <c:pt idx="5262">
                  <c:v>1.10703</c:v>
                </c:pt>
                <c:pt idx="5263">
                  <c:v>1.10734</c:v>
                </c:pt>
                <c:pt idx="5264">
                  <c:v>1.10764</c:v>
                </c:pt>
                <c:pt idx="5265">
                  <c:v>1.10795</c:v>
                </c:pt>
                <c:pt idx="5266">
                  <c:v>1.10825</c:v>
                </c:pt>
                <c:pt idx="5267">
                  <c:v>1.10856</c:v>
                </c:pt>
                <c:pt idx="5268">
                  <c:v>1.10886</c:v>
                </c:pt>
                <c:pt idx="5269">
                  <c:v>1.10917</c:v>
                </c:pt>
                <c:pt idx="5270">
                  <c:v>1.10947</c:v>
                </c:pt>
                <c:pt idx="5271">
                  <c:v>1.10978</c:v>
                </c:pt>
                <c:pt idx="5272">
                  <c:v>1.11009</c:v>
                </c:pt>
                <c:pt idx="5273">
                  <c:v>1.11039</c:v>
                </c:pt>
                <c:pt idx="5274">
                  <c:v>1.1107</c:v>
                </c:pt>
                <c:pt idx="5275">
                  <c:v>1.111</c:v>
                </c:pt>
                <c:pt idx="5276">
                  <c:v>1.11131</c:v>
                </c:pt>
                <c:pt idx="5277">
                  <c:v>1.11161</c:v>
                </c:pt>
                <c:pt idx="5278">
                  <c:v>1.11192</c:v>
                </c:pt>
                <c:pt idx="5279">
                  <c:v>1.11222</c:v>
                </c:pt>
                <c:pt idx="5280">
                  <c:v>1.11253</c:v>
                </c:pt>
                <c:pt idx="5281">
                  <c:v>1.11283</c:v>
                </c:pt>
                <c:pt idx="5282">
                  <c:v>1.11314</c:v>
                </c:pt>
                <c:pt idx="5283">
                  <c:v>1.1134500000000001</c:v>
                </c:pt>
                <c:pt idx="5284">
                  <c:v>1.11375</c:v>
                </c:pt>
                <c:pt idx="5285">
                  <c:v>1.1140600000000001</c:v>
                </c:pt>
                <c:pt idx="5286">
                  <c:v>1.11436</c:v>
                </c:pt>
                <c:pt idx="5287">
                  <c:v>1.11467</c:v>
                </c:pt>
                <c:pt idx="5288">
                  <c:v>1.11497</c:v>
                </c:pt>
                <c:pt idx="5289">
                  <c:v>1.11528</c:v>
                </c:pt>
                <c:pt idx="5290">
                  <c:v>1.11558</c:v>
                </c:pt>
                <c:pt idx="5291">
                  <c:v>1.11589</c:v>
                </c:pt>
                <c:pt idx="5292">
                  <c:v>1.11619</c:v>
                </c:pt>
                <c:pt idx="5293">
                  <c:v>1.1165</c:v>
                </c:pt>
                <c:pt idx="5294">
                  <c:v>1.1168</c:v>
                </c:pt>
                <c:pt idx="5295">
                  <c:v>1.11711</c:v>
                </c:pt>
                <c:pt idx="5296">
                  <c:v>1.1174200000000001</c:v>
                </c:pt>
                <c:pt idx="5297">
                  <c:v>1.11772</c:v>
                </c:pt>
                <c:pt idx="5298">
                  <c:v>1.1180300000000001</c:v>
                </c:pt>
                <c:pt idx="5299">
                  <c:v>1.11833</c:v>
                </c:pt>
                <c:pt idx="5300">
                  <c:v>1.1186400000000001</c:v>
                </c:pt>
                <c:pt idx="5301">
                  <c:v>1.11894</c:v>
                </c:pt>
                <c:pt idx="5302">
                  <c:v>1.1192500000000001</c:v>
                </c:pt>
                <c:pt idx="5303">
                  <c:v>1.11955</c:v>
                </c:pt>
                <c:pt idx="5304">
                  <c:v>1.1198600000000001</c:v>
                </c:pt>
                <c:pt idx="5305">
                  <c:v>1.12016</c:v>
                </c:pt>
                <c:pt idx="5306">
                  <c:v>1.1204700000000001</c:v>
                </c:pt>
                <c:pt idx="5307">
                  <c:v>1.12077</c:v>
                </c:pt>
                <c:pt idx="5308">
                  <c:v>1.1210800000000001</c:v>
                </c:pt>
                <c:pt idx="5309">
                  <c:v>1.1213900000000001</c:v>
                </c:pt>
                <c:pt idx="5310">
                  <c:v>1.1216900000000001</c:v>
                </c:pt>
                <c:pt idx="5311">
                  <c:v>1.1220000000000001</c:v>
                </c:pt>
                <c:pt idx="5312">
                  <c:v>1.1223000000000001</c:v>
                </c:pt>
                <c:pt idx="5313">
                  <c:v>1.1226100000000001</c:v>
                </c:pt>
                <c:pt idx="5314">
                  <c:v>1.1229100000000001</c:v>
                </c:pt>
                <c:pt idx="5315">
                  <c:v>1.1232200000000001</c:v>
                </c:pt>
                <c:pt idx="5316">
                  <c:v>1.1235200000000001</c:v>
                </c:pt>
                <c:pt idx="5317">
                  <c:v>1.1238300000000001</c:v>
                </c:pt>
                <c:pt idx="5318">
                  <c:v>1.1241300000000001</c:v>
                </c:pt>
                <c:pt idx="5319">
                  <c:v>1.1244400000000001</c:v>
                </c:pt>
                <c:pt idx="5320">
                  <c:v>1.1247400000000001</c:v>
                </c:pt>
                <c:pt idx="5321">
                  <c:v>1.1250500000000001</c:v>
                </c:pt>
                <c:pt idx="5322">
                  <c:v>1.1253599999999999</c:v>
                </c:pt>
                <c:pt idx="5323">
                  <c:v>1.1256600000000001</c:v>
                </c:pt>
                <c:pt idx="5324">
                  <c:v>1.1259699999999999</c:v>
                </c:pt>
                <c:pt idx="5325">
                  <c:v>1.1262700000000001</c:v>
                </c:pt>
                <c:pt idx="5326">
                  <c:v>1.1265799999999999</c:v>
                </c:pt>
                <c:pt idx="5327">
                  <c:v>1.1268800000000001</c:v>
                </c:pt>
                <c:pt idx="5328">
                  <c:v>1.1271899999999999</c:v>
                </c:pt>
                <c:pt idx="5329">
                  <c:v>1.1274900000000001</c:v>
                </c:pt>
                <c:pt idx="5330">
                  <c:v>1.1277999999999999</c:v>
                </c:pt>
                <c:pt idx="5331">
                  <c:v>1.1281000000000001</c:v>
                </c:pt>
                <c:pt idx="5332">
                  <c:v>1.1284099999999999</c:v>
                </c:pt>
                <c:pt idx="5333">
                  <c:v>1.1287199999999999</c:v>
                </c:pt>
                <c:pt idx="5334">
                  <c:v>1.1290199999999999</c:v>
                </c:pt>
                <c:pt idx="5335">
                  <c:v>1.1293299999999999</c:v>
                </c:pt>
                <c:pt idx="5336">
                  <c:v>1.1296299999999999</c:v>
                </c:pt>
                <c:pt idx="5337">
                  <c:v>1.1299399999999999</c:v>
                </c:pt>
                <c:pt idx="5338">
                  <c:v>1.1302399999999999</c:v>
                </c:pt>
                <c:pt idx="5339">
                  <c:v>1.1305499999999999</c:v>
                </c:pt>
                <c:pt idx="5340">
                  <c:v>1.1308499999999999</c:v>
                </c:pt>
                <c:pt idx="5341">
                  <c:v>1.1311599999999999</c:v>
                </c:pt>
                <c:pt idx="5342">
                  <c:v>1.1314599999999999</c:v>
                </c:pt>
                <c:pt idx="5343">
                  <c:v>1.1317699999999999</c:v>
                </c:pt>
                <c:pt idx="5344">
                  <c:v>1.1320699999999999</c:v>
                </c:pt>
                <c:pt idx="5345">
                  <c:v>1.1323799999999999</c:v>
                </c:pt>
                <c:pt idx="5346">
                  <c:v>1.13269</c:v>
                </c:pt>
                <c:pt idx="5347">
                  <c:v>1.1329899999999999</c:v>
                </c:pt>
                <c:pt idx="5348">
                  <c:v>1.1333</c:v>
                </c:pt>
                <c:pt idx="5349">
                  <c:v>1.1335999999999999</c:v>
                </c:pt>
                <c:pt idx="5350">
                  <c:v>1.13391</c:v>
                </c:pt>
                <c:pt idx="5351">
                  <c:v>1.1342099999999999</c:v>
                </c:pt>
                <c:pt idx="5352">
                  <c:v>1.13452</c:v>
                </c:pt>
                <c:pt idx="5353">
                  <c:v>1.1348199999999999</c:v>
                </c:pt>
                <c:pt idx="5354">
                  <c:v>1.13513</c:v>
                </c:pt>
                <c:pt idx="5355">
                  <c:v>1.1354299999999999</c:v>
                </c:pt>
                <c:pt idx="5356">
                  <c:v>1.13574</c:v>
                </c:pt>
                <c:pt idx="5357">
                  <c:v>1.1360399999999999</c:v>
                </c:pt>
                <c:pt idx="5358">
                  <c:v>1.13635</c:v>
                </c:pt>
                <c:pt idx="5359">
                  <c:v>1.13666</c:v>
                </c:pt>
                <c:pt idx="5360">
                  <c:v>1.13696</c:v>
                </c:pt>
                <c:pt idx="5361">
                  <c:v>1.13727</c:v>
                </c:pt>
                <c:pt idx="5362">
                  <c:v>1.13757</c:v>
                </c:pt>
                <c:pt idx="5363">
                  <c:v>1.13788</c:v>
                </c:pt>
                <c:pt idx="5364">
                  <c:v>1.13818</c:v>
                </c:pt>
                <c:pt idx="5365">
                  <c:v>1.13849</c:v>
                </c:pt>
                <c:pt idx="5366">
                  <c:v>1.13879</c:v>
                </c:pt>
                <c:pt idx="5367">
                  <c:v>1.1391</c:v>
                </c:pt>
                <c:pt idx="5368">
                  <c:v>1.1394</c:v>
                </c:pt>
                <c:pt idx="5369">
                  <c:v>1.13971</c:v>
                </c:pt>
                <c:pt idx="5370">
                  <c:v>1.14001</c:v>
                </c:pt>
                <c:pt idx="5371">
                  <c:v>1.14032</c:v>
                </c:pt>
                <c:pt idx="5372">
                  <c:v>1.14063</c:v>
                </c:pt>
                <c:pt idx="5373">
                  <c:v>1.14093</c:v>
                </c:pt>
                <c:pt idx="5374">
                  <c:v>1.14124</c:v>
                </c:pt>
                <c:pt idx="5375">
                  <c:v>1.14154</c:v>
                </c:pt>
                <c:pt idx="5376">
                  <c:v>1.14185</c:v>
                </c:pt>
                <c:pt idx="5377">
                  <c:v>1.14215</c:v>
                </c:pt>
                <c:pt idx="5378">
                  <c:v>1.14246</c:v>
                </c:pt>
                <c:pt idx="5379">
                  <c:v>1.14276</c:v>
                </c:pt>
                <c:pt idx="5380">
                  <c:v>1.14307</c:v>
                </c:pt>
                <c:pt idx="5381">
                  <c:v>1.14337</c:v>
                </c:pt>
                <c:pt idx="5382">
                  <c:v>1.14368</c:v>
                </c:pt>
                <c:pt idx="5383">
                  <c:v>1.14398</c:v>
                </c:pt>
                <c:pt idx="5384">
                  <c:v>1.14429</c:v>
                </c:pt>
                <c:pt idx="5385">
                  <c:v>1.1446000000000001</c:v>
                </c:pt>
                <c:pt idx="5386">
                  <c:v>1.1449</c:v>
                </c:pt>
                <c:pt idx="5387">
                  <c:v>1.1452100000000001</c:v>
                </c:pt>
                <c:pt idx="5388">
                  <c:v>1.14551</c:v>
                </c:pt>
                <c:pt idx="5389">
                  <c:v>1.1458200000000001</c:v>
                </c:pt>
                <c:pt idx="5390">
                  <c:v>1.14612</c:v>
                </c:pt>
                <c:pt idx="5391">
                  <c:v>1.1464300000000001</c:v>
                </c:pt>
                <c:pt idx="5392">
                  <c:v>1.14673</c:v>
                </c:pt>
                <c:pt idx="5393">
                  <c:v>1.1470400000000001</c:v>
                </c:pt>
                <c:pt idx="5394">
                  <c:v>1.14734</c:v>
                </c:pt>
                <c:pt idx="5395">
                  <c:v>1.1476500000000001</c:v>
                </c:pt>
                <c:pt idx="5396">
                  <c:v>1.1479600000000001</c:v>
                </c:pt>
                <c:pt idx="5397">
                  <c:v>1.1482600000000001</c:v>
                </c:pt>
                <c:pt idx="5398">
                  <c:v>1.1485700000000001</c:v>
                </c:pt>
                <c:pt idx="5399">
                  <c:v>1.1488700000000001</c:v>
                </c:pt>
                <c:pt idx="5400">
                  <c:v>1.1491800000000001</c:v>
                </c:pt>
                <c:pt idx="5401">
                  <c:v>1.1494800000000001</c:v>
                </c:pt>
                <c:pt idx="5402">
                  <c:v>1.1497900000000001</c:v>
                </c:pt>
                <c:pt idx="5403">
                  <c:v>1.1500900000000001</c:v>
                </c:pt>
                <c:pt idx="5404">
                  <c:v>1.1504000000000001</c:v>
                </c:pt>
                <c:pt idx="5405">
                  <c:v>1.1507000000000001</c:v>
                </c:pt>
                <c:pt idx="5406">
                  <c:v>1.1510100000000001</c:v>
                </c:pt>
                <c:pt idx="5407">
                  <c:v>1.1513100000000001</c:v>
                </c:pt>
                <c:pt idx="5408">
                  <c:v>1.1516200000000001</c:v>
                </c:pt>
                <c:pt idx="5409">
                  <c:v>1.1519299999999999</c:v>
                </c:pt>
                <c:pt idx="5410">
                  <c:v>1.1522300000000001</c:v>
                </c:pt>
                <c:pt idx="5411">
                  <c:v>1.1525399999999999</c:v>
                </c:pt>
                <c:pt idx="5412">
                  <c:v>1.1528400000000001</c:v>
                </c:pt>
                <c:pt idx="5413">
                  <c:v>1.1531499999999999</c:v>
                </c:pt>
                <c:pt idx="5414">
                  <c:v>1.1534500000000001</c:v>
                </c:pt>
                <c:pt idx="5415">
                  <c:v>1.1537599999999999</c:v>
                </c:pt>
                <c:pt idx="5416">
                  <c:v>1.1540600000000001</c:v>
                </c:pt>
                <c:pt idx="5417">
                  <c:v>1.1543699999999999</c:v>
                </c:pt>
                <c:pt idx="5418">
                  <c:v>1.1546700000000001</c:v>
                </c:pt>
                <c:pt idx="5419">
                  <c:v>1.1549799999999999</c:v>
                </c:pt>
                <c:pt idx="5420">
                  <c:v>1.1552800000000001</c:v>
                </c:pt>
                <c:pt idx="5421">
                  <c:v>1.1555899999999999</c:v>
                </c:pt>
                <c:pt idx="5422">
                  <c:v>1.1558999999999999</c:v>
                </c:pt>
                <c:pt idx="5423">
                  <c:v>1.1561999999999999</c:v>
                </c:pt>
                <c:pt idx="5424">
                  <c:v>1.1565099999999999</c:v>
                </c:pt>
                <c:pt idx="5425">
                  <c:v>1.1568099999999999</c:v>
                </c:pt>
                <c:pt idx="5426">
                  <c:v>1.1571199999999999</c:v>
                </c:pt>
                <c:pt idx="5427">
                  <c:v>1.1574199999999999</c:v>
                </c:pt>
                <c:pt idx="5428">
                  <c:v>1.1577299999999999</c:v>
                </c:pt>
                <c:pt idx="5429">
                  <c:v>1.1580299999999999</c:v>
                </c:pt>
                <c:pt idx="5430">
                  <c:v>1.1583399999999999</c:v>
                </c:pt>
                <c:pt idx="5431">
                  <c:v>1.1586399999999999</c:v>
                </c:pt>
                <c:pt idx="5432">
                  <c:v>1.1589499999999999</c:v>
                </c:pt>
                <c:pt idx="5433">
                  <c:v>1.1592499999999999</c:v>
                </c:pt>
                <c:pt idx="5434">
                  <c:v>1.1595599999999999</c:v>
                </c:pt>
                <c:pt idx="5435">
                  <c:v>1.15987</c:v>
                </c:pt>
                <c:pt idx="5436">
                  <c:v>1.1601699999999999</c:v>
                </c:pt>
                <c:pt idx="5437">
                  <c:v>1.16048</c:v>
                </c:pt>
                <c:pt idx="5438">
                  <c:v>1.1607799999999999</c:v>
                </c:pt>
                <c:pt idx="5439">
                  <c:v>1.16109</c:v>
                </c:pt>
                <c:pt idx="5440">
                  <c:v>1.1613899999999999</c:v>
                </c:pt>
                <c:pt idx="5441">
                  <c:v>1.1617</c:v>
                </c:pt>
                <c:pt idx="5442">
                  <c:v>1.1619999999999999</c:v>
                </c:pt>
                <c:pt idx="5443">
                  <c:v>1.16231</c:v>
                </c:pt>
                <c:pt idx="5444">
                  <c:v>1.1626099999999999</c:v>
                </c:pt>
                <c:pt idx="5445">
                  <c:v>1.16292</c:v>
                </c:pt>
                <c:pt idx="5446">
                  <c:v>1.1632199999999999</c:v>
                </c:pt>
                <c:pt idx="5447">
                  <c:v>1.16353</c:v>
                </c:pt>
                <c:pt idx="5448">
                  <c:v>1.16384</c:v>
                </c:pt>
                <c:pt idx="5449">
                  <c:v>1.16414</c:v>
                </c:pt>
                <c:pt idx="5450">
                  <c:v>1.16445</c:v>
                </c:pt>
                <c:pt idx="5451">
                  <c:v>1.16475</c:v>
                </c:pt>
                <c:pt idx="5452">
                  <c:v>1.16506</c:v>
                </c:pt>
                <c:pt idx="5453">
                  <c:v>1.16536</c:v>
                </c:pt>
                <c:pt idx="5454">
                  <c:v>1.16567</c:v>
                </c:pt>
                <c:pt idx="5455">
                  <c:v>1.16597</c:v>
                </c:pt>
                <c:pt idx="5456">
                  <c:v>1.16628</c:v>
                </c:pt>
                <c:pt idx="5457">
                  <c:v>1.16658</c:v>
                </c:pt>
                <c:pt idx="5458">
                  <c:v>1.16689</c:v>
                </c:pt>
                <c:pt idx="5459">
                  <c:v>1.1672</c:v>
                </c:pt>
                <c:pt idx="5460">
                  <c:v>1.1675</c:v>
                </c:pt>
                <c:pt idx="5461">
                  <c:v>1.16781</c:v>
                </c:pt>
                <c:pt idx="5462">
                  <c:v>1.16811</c:v>
                </c:pt>
                <c:pt idx="5463">
                  <c:v>1.16842</c:v>
                </c:pt>
                <c:pt idx="5464">
                  <c:v>1.16872</c:v>
                </c:pt>
                <c:pt idx="5465">
                  <c:v>1.16903</c:v>
                </c:pt>
                <c:pt idx="5466">
                  <c:v>1.16933</c:v>
                </c:pt>
                <c:pt idx="5467">
                  <c:v>1.16964</c:v>
                </c:pt>
                <c:pt idx="5468">
                  <c:v>1.16994</c:v>
                </c:pt>
                <c:pt idx="5469">
                  <c:v>1.17025</c:v>
                </c:pt>
                <c:pt idx="5470">
                  <c:v>1.17055</c:v>
                </c:pt>
                <c:pt idx="5471">
                  <c:v>1.17086</c:v>
                </c:pt>
                <c:pt idx="5472">
                  <c:v>1.17117</c:v>
                </c:pt>
                <c:pt idx="5473">
                  <c:v>1.17147</c:v>
                </c:pt>
                <c:pt idx="5474">
                  <c:v>1.17178</c:v>
                </c:pt>
                <c:pt idx="5475">
                  <c:v>1.17208</c:v>
                </c:pt>
                <c:pt idx="5476">
                  <c:v>1.17239</c:v>
                </c:pt>
                <c:pt idx="5477">
                  <c:v>1.17269</c:v>
                </c:pt>
                <c:pt idx="5478">
                  <c:v>1.173</c:v>
                </c:pt>
                <c:pt idx="5479">
                  <c:v>1.1733</c:v>
                </c:pt>
                <c:pt idx="5480">
                  <c:v>1.17361</c:v>
                </c:pt>
                <c:pt idx="5481">
                  <c:v>1.17391</c:v>
                </c:pt>
                <c:pt idx="5482">
                  <c:v>1.17422</c:v>
                </c:pt>
                <c:pt idx="5483">
                  <c:v>1.17452</c:v>
                </c:pt>
                <c:pt idx="5484">
                  <c:v>1.17483</c:v>
                </c:pt>
                <c:pt idx="5485">
                  <c:v>1.1751400000000001</c:v>
                </c:pt>
                <c:pt idx="5486">
                  <c:v>1.17544</c:v>
                </c:pt>
                <c:pt idx="5487">
                  <c:v>1.1757500000000001</c:v>
                </c:pt>
                <c:pt idx="5488">
                  <c:v>1.17605</c:v>
                </c:pt>
                <c:pt idx="5489">
                  <c:v>1.1763600000000001</c:v>
                </c:pt>
                <c:pt idx="5490">
                  <c:v>1.17666</c:v>
                </c:pt>
                <c:pt idx="5491">
                  <c:v>1.1769700000000001</c:v>
                </c:pt>
                <c:pt idx="5492">
                  <c:v>1.17727</c:v>
                </c:pt>
                <c:pt idx="5493">
                  <c:v>1.1775800000000001</c:v>
                </c:pt>
                <c:pt idx="5494">
                  <c:v>1.17788</c:v>
                </c:pt>
                <c:pt idx="5495">
                  <c:v>1.1781900000000001</c:v>
                </c:pt>
                <c:pt idx="5496">
                  <c:v>1.17849</c:v>
                </c:pt>
                <c:pt idx="5497">
                  <c:v>1.1788000000000001</c:v>
                </c:pt>
                <c:pt idx="5498">
                  <c:v>1.1791100000000001</c:v>
                </c:pt>
                <c:pt idx="5499">
                  <c:v>1.1794100000000001</c:v>
                </c:pt>
                <c:pt idx="5500">
                  <c:v>1.1797200000000001</c:v>
                </c:pt>
                <c:pt idx="5501">
                  <c:v>1.1800200000000001</c:v>
                </c:pt>
                <c:pt idx="5502">
                  <c:v>1.1803300000000001</c:v>
                </c:pt>
                <c:pt idx="5503">
                  <c:v>1.1806300000000001</c:v>
                </c:pt>
                <c:pt idx="5504">
                  <c:v>1.1809400000000001</c:v>
                </c:pt>
                <c:pt idx="5505">
                  <c:v>1.1812400000000001</c:v>
                </c:pt>
                <c:pt idx="5506">
                  <c:v>1.1815500000000001</c:v>
                </c:pt>
                <c:pt idx="5507">
                  <c:v>1.1818500000000001</c:v>
                </c:pt>
                <c:pt idx="5508">
                  <c:v>1.1821600000000001</c:v>
                </c:pt>
                <c:pt idx="5509">
                  <c:v>1.1824600000000001</c:v>
                </c:pt>
                <c:pt idx="5510">
                  <c:v>1.1827700000000001</c:v>
                </c:pt>
                <c:pt idx="5511">
                  <c:v>1.1830799999999999</c:v>
                </c:pt>
                <c:pt idx="5512">
                  <c:v>1.1833800000000001</c:v>
                </c:pt>
                <c:pt idx="5513">
                  <c:v>1.1836899999999999</c:v>
                </c:pt>
                <c:pt idx="5514">
                  <c:v>1.1839900000000001</c:v>
                </c:pt>
                <c:pt idx="5515">
                  <c:v>1.1842999999999999</c:v>
                </c:pt>
                <c:pt idx="5516">
                  <c:v>1.1846000000000001</c:v>
                </c:pt>
                <c:pt idx="5517">
                  <c:v>1.1849099999999999</c:v>
                </c:pt>
                <c:pt idx="5518">
                  <c:v>1.1852100000000001</c:v>
                </c:pt>
                <c:pt idx="5519">
                  <c:v>1.1855199999999999</c:v>
                </c:pt>
                <c:pt idx="5520">
                  <c:v>1.1858200000000001</c:v>
                </c:pt>
                <c:pt idx="5521">
                  <c:v>1.1861299999999999</c:v>
                </c:pt>
                <c:pt idx="5522">
                  <c:v>1.1864399999999999</c:v>
                </c:pt>
                <c:pt idx="5523">
                  <c:v>1.1867399999999999</c:v>
                </c:pt>
                <c:pt idx="5524">
                  <c:v>1.1870499999999999</c:v>
                </c:pt>
                <c:pt idx="5525">
                  <c:v>1.1873499999999999</c:v>
                </c:pt>
                <c:pt idx="5526">
                  <c:v>1.1876599999999999</c:v>
                </c:pt>
                <c:pt idx="5527">
                  <c:v>1.1879599999999999</c:v>
                </c:pt>
                <c:pt idx="5528">
                  <c:v>1.1882699999999999</c:v>
                </c:pt>
                <c:pt idx="5529">
                  <c:v>1.1885699999999999</c:v>
                </c:pt>
                <c:pt idx="5530">
                  <c:v>1.1888799999999999</c:v>
                </c:pt>
                <c:pt idx="5531">
                  <c:v>1.1891799999999999</c:v>
                </c:pt>
                <c:pt idx="5532">
                  <c:v>1.1894899999999999</c:v>
                </c:pt>
                <c:pt idx="5533">
                  <c:v>1.1897899999999999</c:v>
                </c:pt>
                <c:pt idx="5534">
                  <c:v>1.1900999999999999</c:v>
                </c:pt>
                <c:pt idx="5535">
                  <c:v>1.19041</c:v>
                </c:pt>
                <c:pt idx="5536">
                  <c:v>1.1907099999999999</c:v>
                </c:pt>
                <c:pt idx="5537">
                  <c:v>1.19102</c:v>
                </c:pt>
                <c:pt idx="5538">
                  <c:v>1.1913199999999999</c:v>
                </c:pt>
                <c:pt idx="5539">
                  <c:v>1.19163</c:v>
                </c:pt>
                <c:pt idx="5540">
                  <c:v>1.1919299999999999</c:v>
                </c:pt>
                <c:pt idx="5541">
                  <c:v>1.19224</c:v>
                </c:pt>
                <c:pt idx="5542">
                  <c:v>1.1925399999999999</c:v>
                </c:pt>
                <c:pt idx="5543">
                  <c:v>1.19285</c:v>
                </c:pt>
                <c:pt idx="5544">
                  <c:v>1.1931499999999999</c:v>
                </c:pt>
                <c:pt idx="5545">
                  <c:v>1.19346</c:v>
                </c:pt>
                <c:pt idx="5546">
                  <c:v>1.1937599999999999</c:v>
                </c:pt>
                <c:pt idx="5547">
                  <c:v>1.19407</c:v>
                </c:pt>
                <c:pt idx="5548">
                  <c:v>1.19438</c:v>
                </c:pt>
                <c:pt idx="5549">
                  <c:v>1.19468</c:v>
                </c:pt>
                <c:pt idx="5550">
                  <c:v>1.19499</c:v>
                </c:pt>
                <c:pt idx="5551">
                  <c:v>1.19529</c:v>
                </c:pt>
                <c:pt idx="5552">
                  <c:v>1.1956</c:v>
                </c:pt>
                <c:pt idx="5553">
                  <c:v>1.1959</c:v>
                </c:pt>
                <c:pt idx="5554">
                  <c:v>1.19621</c:v>
                </c:pt>
                <c:pt idx="5555">
                  <c:v>1.19651</c:v>
                </c:pt>
                <c:pt idx="5556">
                  <c:v>1.19682</c:v>
                </c:pt>
                <c:pt idx="5557">
                  <c:v>1.19712</c:v>
                </c:pt>
                <c:pt idx="5558">
                  <c:v>1.19743</c:v>
                </c:pt>
                <c:pt idx="5559">
                  <c:v>1.19773</c:v>
                </c:pt>
                <c:pt idx="5560">
                  <c:v>1.19804</c:v>
                </c:pt>
                <c:pt idx="5561">
                  <c:v>1.19835</c:v>
                </c:pt>
                <c:pt idx="5562">
                  <c:v>1.19865</c:v>
                </c:pt>
                <c:pt idx="5563">
                  <c:v>1.19896</c:v>
                </c:pt>
                <c:pt idx="5564">
                  <c:v>1.19926</c:v>
                </c:pt>
                <c:pt idx="5565">
                  <c:v>1.19957</c:v>
                </c:pt>
                <c:pt idx="5566">
                  <c:v>1.19987</c:v>
                </c:pt>
                <c:pt idx="5567">
                  <c:v>1.20018</c:v>
                </c:pt>
                <c:pt idx="5568">
                  <c:v>1.20048</c:v>
                </c:pt>
                <c:pt idx="5569">
                  <c:v>1.20079</c:v>
                </c:pt>
                <c:pt idx="5570">
                  <c:v>1.20109</c:v>
                </c:pt>
                <c:pt idx="5571">
                  <c:v>1.2014</c:v>
                </c:pt>
                <c:pt idx="5572">
                  <c:v>1.2017100000000001</c:v>
                </c:pt>
                <c:pt idx="5573">
                  <c:v>1.20201</c:v>
                </c:pt>
                <c:pt idx="5574">
                  <c:v>1.2023200000000001</c:v>
                </c:pt>
                <c:pt idx="5575">
                  <c:v>1.20262</c:v>
                </c:pt>
                <c:pt idx="5576">
                  <c:v>1.2029300000000001</c:v>
                </c:pt>
                <c:pt idx="5577">
                  <c:v>1.20323</c:v>
                </c:pt>
                <c:pt idx="5578">
                  <c:v>1.2035400000000001</c:v>
                </c:pt>
                <c:pt idx="5579">
                  <c:v>1.20384</c:v>
                </c:pt>
                <c:pt idx="5580">
                  <c:v>1.2041500000000001</c:v>
                </c:pt>
                <c:pt idx="5581">
                  <c:v>1.20445</c:v>
                </c:pt>
                <c:pt idx="5582">
                  <c:v>1.2047600000000001</c:v>
                </c:pt>
                <c:pt idx="5583">
                  <c:v>1.20506</c:v>
                </c:pt>
                <c:pt idx="5584">
                  <c:v>1.2053700000000001</c:v>
                </c:pt>
                <c:pt idx="5585">
                  <c:v>1.2056800000000001</c:v>
                </c:pt>
                <c:pt idx="5586">
                  <c:v>1.2059800000000001</c:v>
                </c:pt>
                <c:pt idx="5587">
                  <c:v>1.2062900000000001</c:v>
                </c:pt>
                <c:pt idx="5588">
                  <c:v>1.2065900000000001</c:v>
                </c:pt>
                <c:pt idx="5589">
                  <c:v>1.2069000000000001</c:v>
                </c:pt>
                <c:pt idx="5590">
                  <c:v>1.2072000000000001</c:v>
                </c:pt>
                <c:pt idx="5591">
                  <c:v>1.2075100000000001</c:v>
                </c:pt>
                <c:pt idx="5592">
                  <c:v>1.2078100000000001</c:v>
                </c:pt>
                <c:pt idx="5593">
                  <c:v>1.2081200000000001</c:v>
                </c:pt>
                <c:pt idx="5594">
                  <c:v>1.20842</c:v>
                </c:pt>
                <c:pt idx="5595">
                  <c:v>1.2087300000000001</c:v>
                </c:pt>
                <c:pt idx="5596">
                  <c:v>1.20903</c:v>
                </c:pt>
                <c:pt idx="5597">
                  <c:v>1.2093400000000001</c:v>
                </c:pt>
                <c:pt idx="5598">
                  <c:v>1.2096499999999999</c:v>
                </c:pt>
                <c:pt idx="5599">
                  <c:v>1.2099500000000001</c:v>
                </c:pt>
                <c:pt idx="5600">
                  <c:v>1.2102599999999999</c:v>
                </c:pt>
                <c:pt idx="5601">
                  <c:v>1.2105600000000001</c:v>
                </c:pt>
                <c:pt idx="5602">
                  <c:v>1.2108699999999999</c:v>
                </c:pt>
                <c:pt idx="5603">
                  <c:v>1.2111700000000001</c:v>
                </c:pt>
                <c:pt idx="5604">
                  <c:v>1.2114799999999999</c:v>
                </c:pt>
                <c:pt idx="5605">
                  <c:v>1.2117800000000001</c:v>
                </c:pt>
                <c:pt idx="5606">
                  <c:v>1.2120899999999999</c:v>
                </c:pt>
                <c:pt idx="5607">
                  <c:v>1.2123900000000001</c:v>
                </c:pt>
                <c:pt idx="5608">
                  <c:v>1.2126999999999999</c:v>
                </c:pt>
                <c:pt idx="5609">
                  <c:v>1.2130000000000001</c:v>
                </c:pt>
                <c:pt idx="5610">
                  <c:v>1.2133100000000001</c:v>
                </c:pt>
                <c:pt idx="5611">
                  <c:v>1.2136199999999999</c:v>
                </c:pt>
                <c:pt idx="5612">
                  <c:v>1.2139200000000001</c:v>
                </c:pt>
                <c:pt idx="5613">
                  <c:v>1.2142299999999999</c:v>
                </c:pt>
                <c:pt idx="5614">
                  <c:v>1.2145300000000001</c:v>
                </c:pt>
                <c:pt idx="5615">
                  <c:v>1.2148399999999999</c:v>
                </c:pt>
                <c:pt idx="5616">
                  <c:v>1.2151400000000001</c:v>
                </c:pt>
                <c:pt idx="5617">
                  <c:v>1.2154499999999999</c:v>
                </c:pt>
                <c:pt idx="5618">
                  <c:v>1.2157500000000001</c:v>
                </c:pt>
                <c:pt idx="5619">
                  <c:v>1.2160599999999999</c:v>
                </c:pt>
                <c:pt idx="5620">
                  <c:v>1.2163600000000001</c:v>
                </c:pt>
                <c:pt idx="5621">
                  <c:v>1.2166699999999999</c:v>
                </c:pt>
                <c:pt idx="5622">
                  <c:v>1.2169700000000001</c:v>
                </c:pt>
                <c:pt idx="5623">
                  <c:v>1.2172799999999999</c:v>
                </c:pt>
                <c:pt idx="5624">
                  <c:v>1.21759</c:v>
                </c:pt>
                <c:pt idx="5625">
                  <c:v>1.2178899999999999</c:v>
                </c:pt>
                <c:pt idx="5626">
                  <c:v>1.2181999999999999</c:v>
                </c:pt>
                <c:pt idx="5627">
                  <c:v>1.2184999999999999</c:v>
                </c:pt>
                <c:pt idx="5628">
                  <c:v>1.2188099999999999</c:v>
                </c:pt>
                <c:pt idx="5629">
                  <c:v>1.2191099999999999</c:v>
                </c:pt>
                <c:pt idx="5630">
                  <c:v>1.2194199999999999</c:v>
                </c:pt>
                <c:pt idx="5631">
                  <c:v>1.2197199999999999</c:v>
                </c:pt>
                <c:pt idx="5632">
                  <c:v>1.2200299999999999</c:v>
                </c:pt>
                <c:pt idx="5633">
                  <c:v>1.2203299999999999</c:v>
                </c:pt>
                <c:pt idx="5634">
                  <c:v>1.2206399999999999</c:v>
                </c:pt>
                <c:pt idx="5635">
                  <c:v>1.22095</c:v>
                </c:pt>
                <c:pt idx="5636">
                  <c:v>1.2212499999999999</c:v>
                </c:pt>
                <c:pt idx="5637">
                  <c:v>1.22156</c:v>
                </c:pt>
                <c:pt idx="5638">
                  <c:v>1.2218599999999999</c:v>
                </c:pt>
                <c:pt idx="5639">
                  <c:v>1.22217</c:v>
                </c:pt>
                <c:pt idx="5640">
                  <c:v>1.2224699999999999</c:v>
                </c:pt>
                <c:pt idx="5641">
                  <c:v>1.22278</c:v>
                </c:pt>
                <c:pt idx="5642">
                  <c:v>1.2230799999999999</c:v>
                </c:pt>
                <c:pt idx="5643">
                  <c:v>1.22339</c:v>
                </c:pt>
                <c:pt idx="5644">
                  <c:v>1.2236899999999999</c:v>
                </c:pt>
                <c:pt idx="5645">
                  <c:v>1.224</c:v>
                </c:pt>
                <c:pt idx="5646">
                  <c:v>1.2242999999999999</c:v>
                </c:pt>
                <c:pt idx="5647">
                  <c:v>1.22461</c:v>
                </c:pt>
                <c:pt idx="5648">
                  <c:v>1.22492</c:v>
                </c:pt>
                <c:pt idx="5649">
                  <c:v>1.22522</c:v>
                </c:pt>
                <c:pt idx="5650">
                  <c:v>1.22553</c:v>
                </c:pt>
                <c:pt idx="5651">
                  <c:v>1.22583</c:v>
                </c:pt>
                <c:pt idx="5652">
                  <c:v>1.22614</c:v>
                </c:pt>
                <c:pt idx="5653">
                  <c:v>1.22644</c:v>
                </c:pt>
                <c:pt idx="5654">
                  <c:v>1.22675</c:v>
                </c:pt>
                <c:pt idx="5655">
                  <c:v>1.22705</c:v>
                </c:pt>
                <c:pt idx="5656">
                  <c:v>1.22736</c:v>
                </c:pt>
                <c:pt idx="5657">
                  <c:v>1.22766</c:v>
                </c:pt>
                <c:pt idx="5658">
                  <c:v>1.22797</c:v>
                </c:pt>
                <c:pt idx="5659">
                  <c:v>1.22827</c:v>
                </c:pt>
                <c:pt idx="5660">
                  <c:v>1.22858</c:v>
                </c:pt>
                <c:pt idx="5661">
                  <c:v>1.22889</c:v>
                </c:pt>
                <c:pt idx="5662">
                  <c:v>1.22919</c:v>
                </c:pt>
                <c:pt idx="5663">
                  <c:v>1.2295</c:v>
                </c:pt>
                <c:pt idx="5664">
                  <c:v>1.2298</c:v>
                </c:pt>
                <c:pt idx="5665">
                  <c:v>1.23011</c:v>
                </c:pt>
                <c:pt idx="5666">
                  <c:v>1.23041</c:v>
                </c:pt>
                <c:pt idx="5667">
                  <c:v>1.23072</c:v>
                </c:pt>
                <c:pt idx="5668">
                  <c:v>1.23102</c:v>
                </c:pt>
                <c:pt idx="5669">
                  <c:v>1.23133</c:v>
                </c:pt>
                <c:pt idx="5670">
                  <c:v>1.23163</c:v>
                </c:pt>
                <c:pt idx="5671">
                  <c:v>1.23194</c:v>
                </c:pt>
                <c:pt idx="5672">
                  <c:v>1.23224</c:v>
                </c:pt>
                <c:pt idx="5673">
                  <c:v>1.23255</c:v>
                </c:pt>
                <c:pt idx="5674">
                  <c:v>1.2328600000000001</c:v>
                </c:pt>
                <c:pt idx="5675">
                  <c:v>1.23316</c:v>
                </c:pt>
                <c:pt idx="5676">
                  <c:v>1.2334700000000001</c:v>
                </c:pt>
                <c:pt idx="5677">
                  <c:v>1.23377</c:v>
                </c:pt>
                <c:pt idx="5678">
                  <c:v>1.2340800000000001</c:v>
                </c:pt>
                <c:pt idx="5679">
                  <c:v>1.23438</c:v>
                </c:pt>
                <c:pt idx="5680">
                  <c:v>1.2346900000000001</c:v>
                </c:pt>
                <c:pt idx="5681">
                  <c:v>1.23499</c:v>
                </c:pt>
                <c:pt idx="5682">
                  <c:v>1.2353000000000001</c:v>
                </c:pt>
                <c:pt idx="5683">
                  <c:v>1.2356</c:v>
                </c:pt>
                <c:pt idx="5684">
                  <c:v>1.2359100000000001</c:v>
                </c:pt>
                <c:pt idx="5685">
                  <c:v>1.23621</c:v>
                </c:pt>
                <c:pt idx="5686">
                  <c:v>1.2365200000000001</c:v>
                </c:pt>
                <c:pt idx="5687">
                  <c:v>1.2368300000000001</c:v>
                </c:pt>
                <c:pt idx="5688">
                  <c:v>1.2371300000000001</c:v>
                </c:pt>
                <c:pt idx="5689">
                  <c:v>1.2374400000000001</c:v>
                </c:pt>
                <c:pt idx="5690">
                  <c:v>1.2377400000000001</c:v>
                </c:pt>
                <c:pt idx="5691">
                  <c:v>1.2380500000000001</c:v>
                </c:pt>
                <c:pt idx="5692">
                  <c:v>1.2383500000000001</c:v>
                </c:pt>
                <c:pt idx="5693">
                  <c:v>1.2386600000000001</c:v>
                </c:pt>
                <c:pt idx="5694">
                  <c:v>1.2389600000000001</c:v>
                </c:pt>
                <c:pt idx="5695">
                  <c:v>1.2392700000000001</c:v>
                </c:pt>
                <c:pt idx="5696">
                  <c:v>1.2395700000000001</c:v>
                </c:pt>
                <c:pt idx="5697">
                  <c:v>1.2398800000000001</c:v>
                </c:pt>
                <c:pt idx="5698">
                  <c:v>1.2401899999999999</c:v>
                </c:pt>
                <c:pt idx="5699">
                  <c:v>1.2404900000000001</c:v>
                </c:pt>
                <c:pt idx="5700">
                  <c:v>1.2407999999999999</c:v>
                </c:pt>
                <c:pt idx="5701">
                  <c:v>1.2411000000000001</c:v>
                </c:pt>
                <c:pt idx="5702">
                  <c:v>1.2414099999999999</c:v>
                </c:pt>
                <c:pt idx="5703">
                  <c:v>1.2417100000000001</c:v>
                </c:pt>
                <c:pt idx="5704">
                  <c:v>1.2420199999999999</c:v>
                </c:pt>
                <c:pt idx="5705">
                  <c:v>1.2423200000000001</c:v>
                </c:pt>
                <c:pt idx="5706">
                  <c:v>1.2426299999999999</c:v>
                </c:pt>
                <c:pt idx="5707">
                  <c:v>1.2429300000000001</c:v>
                </c:pt>
                <c:pt idx="5708">
                  <c:v>1.2432399999999999</c:v>
                </c:pt>
                <c:pt idx="5709">
                  <c:v>1.2435400000000001</c:v>
                </c:pt>
                <c:pt idx="5710">
                  <c:v>1.2438499999999999</c:v>
                </c:pt>
                <c:pt idx="5711">
                  <c:v>1.2441599999999999</c:v>
                </c:pt>
                <c:pt idx="5712">
                  <c:v>1.2444599999999999</c:v>
                </c:pt>
                <c:pt idx="5713">
                  <c:v>1.2447699999999999</c:v>
                </c:pt>
                <c:pt idx="5714">
                  <c:v>1.2450699999999999</c:v>
                </c:pt>
                <c:pt idx="5715">
                  <c:v>1.2453799999999999</c:v>
                </c:pt>
                <c:pt idx="5716">
                  <c:v>1.2456799999999999</c:v>
                </c:pt>
                <c:pt idx="5717">
                  <c:v>1.2459899999999999</c:v>
                </c:pt>
                <c:pt idx="5718">
                  <c:v>1.2462899999999999</c:v>
                </c:pt>
                <c:pt idx="5719">
                  <c:v>1.2465999999999999</c:v>
                </c:pt>
                <c:pt idx="5720">
                  <c:v>1.2468999999999999</c:v>
                </c:pt>
                <c:pt idx="5721">
                  <c:v>1.2472099999999999</c:v>
                </c:pt>
                <c:pt idx="5722">
                  <c:v>1.2475099999999999</c:v>
                </c:pt>
                <c:pt idx="5723">
                  <c:v>1.2478199999999999</c:v>
                </c:pt>
                <c:pt idx="5724">
                  <c:v>1.24813</c:v>
                </c:pt>
                <c:pt idx="5725">
                  <c:v>1.2484299999999999</c:v>
                </c:pt>
                <c:pt idx="5726">
                  <c:v>1.24874</c:v>
                </c:pt>
                <c:pt idx="5727">
                  <c:v>1.2490399999999999</c:v>
                </c:pt>
                <c:pt idx="5728">
                  <c:v>1.24935</c:v>
                </c:pt>
                <c:pt idx="5729">
                  <c:v>1.2496499999999999</c:v>
                </c:pt>
                <c:pt idx="5730">
                  <c:v>1.24996</c:v>
                </c:pt>
                <c:pt idx="5731">
                  <c:v>1.2502599999999999</c:v>
                </c:pt>
                <c:pt idx="5732">
                  <c:v>1.25057</c:v>
                </c:pt>
                <c:pt idx="5733">
                  <c:v>1.2508699999999999</c:v>
                </c:pt>
                <c:pt idx="5734">
                  <c:v>1.25118</c:v>
                </c:pt>
                <c:pt idx="5735">
                  <c:v>1.2514799999999999</c:v>
                </c:pt>
                <c:pt idx="5736">
                  <c:v>1.25179</c:v>
                </c:pt>
                <c:pt idx="5737">
                  <c:v>1.2521</c:v>
                </c:pt>
                <c:pt idx="5738">
                  <c:v>1.2524</c:v>
                </c:pt>
                <c:pt idx="5739">
                  <c:v>1.25271</c:v>
                </c:pt>
                <c:pt idx="5740">
                  <c:v>1.25301</c:v>
                </c:pt>
                <c:pt idx="5741">
                  <c:v>1.25332</c:v>
                </c:pt>
                <c:pt idx="5742">
                  <c:v>1.25362</c:v>
                </c:pt>
                <c:pt idx="5743">
                  <c:v>1.25393</c:v>
                </c:pt>
                <c:pt idx="5744">
                  <c:v>1.25423</c:v>
                </c:pt>
                <c:pt idx="5745">
                  <c:v>1.25454</c:v>
                </c:pt>
                <c:pt idx="5746">
                  <c:v>1.25484</c:v>
                </c:pt>
                <c:pt idx="5747">
                  <c:v>1.25515</c:v>
                </c:pt>
                <c:pt idx="5748">
                  <c:v>1.25546</c:v>
                </c:pt>
                <c:pt idx="5749">
                  <c:v>1.25576</c:v>
                </c:pt>
                <c:pt idx="5750">
                  <c:v>1.25607</c:v>
                </c:pt>
                <c:pt idx="5751">
                  <c:v>1.25637</c:v>
                </c:pt>
                <c:pt idx="5752">
                  <c:v>1.25668</c:v>
                </c:pt>
                <c:pt idx="5753">
                  <c:v>1.25698</c:v>
                </c:pt>
                <c:pt idx="5754">
                  <c:v>1.25729</c:v>
                </c:pt>
                <c:pt idx="5755">
                  <c:v>1.25759</c:v>
                </c:pt>
                <c:pt idx="5756">
                  <c:v>1.2579</c:v>
                </c:pt>
                <c:pt idx="5757">
                  <c:v>1.2582</c:v>
                </c:pt>
                <c:pt idx="5758">
                  <c:v>1.25851</c:v>
                </c:pt>
                <c:pt idx="5759">
                  <c:v>1.25881</c:v>
                </c:pt>
                <c:pt idx="5760">
                  <c:v>1.25912</c:v>
                </c:pt>
                <c:pt idx="5761">
                  <c:v>1.25943</c:v>
                </c:pt>
                <c:pt idx="5762">
                  <c:v>1.25973</c:v>
                </c:pt>
                <c:pt idx="5763">
                  <c:v>1.26004</c:v>
                </c:pt>
                <c:pt idx="5764">
                  <c:v>1.26034</c:v>
                </c:pt>
                <c:pt idx="5765">
                  <c:v>1.26065</c:v>
                </c:pt>
                <c:pt idx="5766">
                  <c:v>1.26095</c:v>
                </c:pt>
                <c:pt idx="5767">
                  <c:v>1.26126</c:v>
                </c:pt>
                <c:pt idx="5768">
                  <c:v>1.26156</c:v>
                </c:pt>
                <c:pt idx="5769">
                  <c:v>1.26187</c:v>
                </c:pt>
                <c:pt idx="5770">
                  <c:v>1.26217</c:v>
                </c:pt>
                <c:pt idx="5771">
                  <c:v>1.26248</c:v>
                </c:pt>
                <c:pt idx="5772">
                  <c:v>1.26278</c:v>
                </c:pt>
                <c:pt idx="5773">
                  <c:v>1.26309</c:v>
                </c:pt>
                <c:pt idx="5774">
                  <c:v>1.2634000000000001</c:v>
                </c:pt>
                <c:pt idx="5775">
                  <c:v>1.2637</c:v>
                </c:pt>
                <c:pt idx="5776">
                  <c:v>1.2640100000000001</c:v>
                </c:pt>
                <c:pt idx="5777">
                  <c:v>1.26431</c:v>
                </c:pt>
                <c:pt idx="5778">
                  <c:v>1.2646200000000001</c:v>
                </c:pt>
                <c:pt idx="5779">
                  <c:v>1.26492</c:v>
                </c:pt>
                <c:pt idx="5780">
                  <c:v>1.2652300000000001</c:v>
                </c:pt>
                <c:pt idx="5781">
                  <c:v>1.26553</c:v>
                </c:pt>
                <c:pt idx="5782">
                  <c:v>1.2658400000000001</c:v>
                </c:pt>
                <c:pt idx="5783">
                  <c:v>1.26614</c:v>
                </c:pt>
                <c:pt idx="5784">
                  <c:v>1.2664500000000001</c:v>
                </c:pt>
                <c:pt idx="5785">
                  <c:v>1.26675</c:v>
                </c:pt>
                <c:pt idx="5786">
                  <c:v>1.2670600000000001</c:v>
                </c:pt>
                <c:pt idx="5787">
                  <c:v>1.2673700000000001</c:v>
                </c:pt>
                <c:pt idx="5788">
                  <c:v>1.2676700000000001</c:v>
                </c:pt>
                <c:pt idx="5789">
                  <c:v>1.2679800000000001</c:v>
                </c:pt>
                <c:pt idx="5790">
                  <c:v>1.2682800000000001</c:v>
                </c:pt>
                <c:pt idx="5791">
                  <c:v>1.2685900000000001</c:v>
                </c:pt>
                <c:pt idx="5792">
                  <c:v>1.2688900000000001</c:v>
                </c:pt>
                <c:pt idx="5793">
                  <c:v>1.2692000000000001</c:v>
                </c:pt>
                <c:pt idx="5794">
                  <c:v>1.2695000000000001</c:v>
                </c:pt>
                <c:pt idx="5795">
                  <c:v>1.2698100000000001</c:v>
                </c:pt>
                <c:pt idx="5796">
                  <c:v>1.2701100000000001</c:v>
                </c:pt>
                <c:pt idx="5797">
                  <c:v>1.2704200000000001</c:v>
                </c:pt>
                <c:pt idx="5798">
                  <c:v>1.2707200000000001</c:v>
                </c:pt>
                <c:pt idx="5799">
                  <c:v>1.2710300000000001</c:v>
                </c:pt>
                <c:pt idx="5800">
                  <c:v>1.2713399999999999</c:v>
                </c:pt>
                <c:pt idx="5801">
                  <c:v>1.2716400000000001</c:v>
                </c:pt>
                <c:pt idx="5802">
                  <c:v>1.2719499999999999</c:v>
                </c:pt>
                <c:pt idx="5803">
                  <c:v>1.2722500000000001</c:v>
                </c:pt>
                <c:pt idx="5804">
                  <c:v>1.2725599999999999</c:v>
                </c:pt>
                <c:pt idx="5805">
                  <c:v>1.2728600000000001</c:v>
                </c:pt>
                <c:pt idx="5806">
                  <c:v>1.2731699999999999</c:v>
                </c:pt>
                <c:pt idx="5807">
                  <c:v>1.2734700000000001</c:v>
                </c:pt>
                <c:pt idx="5808">
                  <c:v>1.2737799999999999</c:v>
                </c:pt>
                <c:pt idx="5809">
                  <c:v>1.2740800000000001</c:v>
                </c:pt>
                <c:pt idx="5810">
                  <c:v>1.2743899999999999</c:v>
                </c:pt>
                <c:pt idx="5811">
                  <c:v>1.2746999999999999</c:v>
                </c:pt>
                <c:pt idx="5812">
                  <c:v>1.2749999999999999</c:v>
                </c:pt>
                <c:pt idx="5813">
                  <c:v>1.2753099999999999</c:v>
                </c:pt>
                <c:pt idx="5814">
                  <c:v>1.2756099999999999</c:v>
                </c:pt>
                <c:pt idx="5815">
                  <c:v>1.2759199999999999</c:v>
                </c:pt>
                <c:pt idx="5816">
                  <c:v>1.2762199999999999</c:v>
                </c:pt>
                <c:pt idx="5817">
                  <c:v>1.2765299999999999</c:v>
                </c:pt>
                <c:pt idx="5818">
                  <c:v>1.2768299999999999</c:v>
                </c:pt>
                <c:pt idx="5819">
                  <c:v>1.2771399999999999</c:v>
                </c:pt>
                <c:pt idx="5820">
                  <c:v>1.2774399999999999</c:v>
                </c:pt>
                <c:pt idx="5821">
                  <c:v>1.2777499999999999</c:v>
                </c:pt>
                <c:pt idx="5822">
                  <c:v>1.2780499999999999</c:v>
                </c:pt>
                <c:pt idx="5823">
                  <c:v>1.2783599999999999</c:v>
                </c:pt>
                <c:pt idx="5824">
                  <c:v>1.27867</c:v>
                </c:pt>
                <c:pt idx="5825">
                  <c:v>1.2789699999999999</c:v>
                </c:pt>
                <c:pt idx="5826">
                  <c:v>1.27928</c:v>
                </c:pt>
                <c:pt idx="5827">
                  <c:v>1.2795799999999999</c:v>
                </c:pt>
                <c:pt idx="5828">
                  <c:v>1.27989</c:v>
                </c:pt>
                <c:pt idx="5829">
                  <c:v>1.2801899999999999</c:v>
                </c:pt>
                <c:pt idx="5830">
                  <c:v>1.2805</c:v>
                </c:pt>
                <c:pt idx="5831">
                  <c:v>1.2807999999999999</c:v>
                </c:pt>
                <c:pt idx="5832">
                  <c:v>1.28111</c:v>
                </c:pt>
                <c:pt idx="5833">
                  <c:v>1.2814099999999999</c:v>
                </c:pt>
                <c:pt idx="5834">
                  <c:v>1.28172</c:v>
                </c:pt>
                <c:pt idx="5835">
                  <c:v>1.2820199999999999</c:v>
                </c:pt>
                <c:pt idx="5836">
                  <c:v>1.28233</c:v>
                </c:pt>
                <c:pt idx="5837">
                  <c:v>1.28264</c:v>
                </c:pt>
                <c:pt idx="5838">
                  <c:v>1.28294</c:v>
                </c:pt>
                <c:pt idx="5839">
                  <c:v>1.28325</c:v>
                </c:pt>
                <c:pt idx="5840">
                  <c:v>1.28355</c:v>
                </c:pt>
                <c:pt idx="5841">
                  <c:v>1.28386</c:v>
                </c:pt>
                <c:pt idx="5842">
                  <c:v>1.28416</c:v>
                </c:pt>
                <c:pt idx="5843">
                  <c:v>1.28447</c:v>
                </c:pt>
                <c:pt idx="5844">
                  <c:v>1.28477</c:v>
                </c:pt>
                <c:pt idx="5845">
                  <c:v>1.28508</c:v>
                </c:pt>
                <c:pt idx="5846">
                  <c:v>1.28538</c:v>
                </c:pt>
                <c:pt idx="5847">
                  <c:v>1.28569</c:v>
                </c:pt>
                <c:pt idx="5848">
                  <c:v>1.28599</c:v>
                </c:pt>
                <c:pt idx="5849">
                  <c:v>1.2863</c:v>
                </c:pt>
                <c:pt idx="5850">
                  <c:v>1.28661</c:v>
                </c:pt>
                <c:pt idx="5851">
                  <c:v>1.28691</c:v>
                </c:pt>
                <c:pt idx="5852">
                  <c:v>1.28722</c:v>
                </c:pt>
                <c:pt idx="5853">
                  <c:v>1.28752</c:v>
                </c:pt>
                <c:pt idx="5854">
                  <c:v>1.28783</c:v>
                </c:pt>
                <c:pt idx="5855">
                  <c:v>1.28813</c:v>
                </c:pt>
                <c:pt idx="5856">
                  <c:v>1.28844</c:v>
                </c:pt>
                <c:pt idx="5857">
                  <c:v>1.28874</c:v>
                </c:pt>
                <c:pt idx="5858">
                  <c:v>1.28905</c:v>
                </c:pt>
                <c:pt idx="5859">
                  <c:v>1.28935</c:v>
                </c:pt>
                <c:pt idx="5860">
                  <c:v>1.28966</c:v>
                </c:pt>
                <c:pt idx="5861">
                  <c:v>1.28996</c:v>
                </c:pt>
                <c:pt idx="5862">
                  <c:v>1.29027</c:v>
                </c:pt>
                <c:pt idx="5863">
                  <c:v>1.2905800000000001</c:v>
                </c:pt>
                <c:pt idx="5864">
                  <c:v>1.29088</c:v>
                </c:pt>
                <c:pt idx="5865">
                  <c:v>1.2911900000000001</c:v>
                </c:pt>
                <c:pt idx="5866">
                  <c:v>1.29149</c:v>
                </c:pt>
                <c:pt idx="5867">
                  <c:v>1.2918000000000001</c:v>
                </c:pt>
                <c:pt idx="5868">
                  <c:v>1.2921</c:v>
                </c:pt>
                <c:pt idx="5869">
                  <c:v>1.2924100000000001</c:v>
                </c:pt>
                <c:pt idx="5870">
                  <c:v>1.29271</c:v>
                </c:pt>
                <c:pt idx="5871">
                  <c:v>1.2930200000000001</c:v>
                </c:pt>
                <c:pt idx="5872">
                  <c:v>1.29332</c:v>
                </c:pt>
                <c:pt idx="5873">
                  <c:v>1.2936300000000001</c:v>
                </c:pt>
                <c:pt idx="5874">
                  <c:v>1.2939400000000001</c:v>
                </c:pt>
                <c:pt idx="5875">
                  <c:v>1.2942400000000001</c:v>
                </c:pt>
                <c:pt idx="5876">
                  <c:v>1.2945500000000001</c:v>
                </c:pt>
                <c:pt idx="5877">
                  <c:v>1.2948500000000001</c:v>
                </c:pt>
                <c:pt idx="5878">
                  <c:v>1.2951600000000001</c:v>
                </c:pt>
                <c:pt idx="5879">
                  <c:v>1.2954600000000001</c:v>
                </c:pt>
                <c:pt idx="5880">
                  <c:v>1.2957700000000001</c:v>
                </c:pt>
                <c:pt idx="5881">
                  <c:v>1.2960700000000001</c:v>
                </c:pt>
                <c:pt idx="5882">
                  <c:v>1.2963800000000001</c:v>
                </c:pt>
                <c:pt idx="5883">
                  <c:v>1.2966800000000001</c:v>
                </c:pt>
                <c:pt idx="5884">
                  <c:v>1.2969900000000001</c:v>
                </c:pt>
                <c:pt idx="5885">
                  <c:v>1.2972900000000001</c:v>
                </c:pt>
                <c:pt idx="5886">
                  <c:v>1.2976000000000001</c:v>
                </c:pt>
                <c:pt idx="5887">
                  <c:v>1.2979099999999999</c:v>
                </c:pt>
                <c:pt idx="5888">
                  <c:v>1.2982100000000001</c:v>
                </c:pt>
                <c:pt idx="5889">
                  <c:v>1.2985199999999999</c:v>
                </c:pt>
                <c:pt idx="5890">
                  <c:v>1.2988200000000001</c:v>
                </c:pt>
                <c:pt idx="5891">
                  <c:v>1.2991299999999999</c:v>
                </c:pt>
                <c:pt idx="5892">
                  <c:v>1.2994300000000001</c:v>
                </c:pt>
                <c:pt idx="5893">
                  <c:v>1.2997399999999999</c:v>
                </c:pt>
                <c:pt idx="5894">
                  <c:v>1.3000400000000001</c:v>
                </c:pt>
                <c:pt idx="5895">
                  <c:v>1.3003499999999999</c:v>
                </c:pt>
                <c:pt idx="5896">
                  <c:v>1.3006500000000001</c:v>
                </c:pt>
                <c:pt idx="5897">
                  <c:v>1.3009599999999999</c:v>
                </c:pt>
                <c:pt idx="5898">
                  <c:v>1.3012600000000001</c:v>
                </c:pt>
                <c:pt idx="5899">
                  <c:v>1.3015699999999999</c:v>
                </c:pt>
                <c:pt idx="5900">
                  <c:v>1.3018799999999999</c:v>
                </c:pt>
                <c:pt idx="5901">
                  <c:v>1.3021799999999999</c:v>
                </c:pt>
                <c:pt idx="5902">
                  <c:v>1.3024899999999999</c:v>
                </c:pt>
                <c:pt idx="5903">
                  <c:v>1.3027899999999999</c:v>
                </c:pt>
                <c:pt idx="5904">
                  <c:v>1.3030999999999999</c:v>
                </c:pt>
                <c:pt idx="5905">
                  <c:v>1.3033999999999999</c:v>
                </c:pt>
                <c:pt idx="5906">
                  <c:v>1.3037099999999999</c:v>
                </c:pt>
                <c:pt idx="5907">
                  <c:v>1.3040099999999999</c:v>
                </c:pt>
                <c:pt idx="5908">
                  <c:v>1.3043199999999999</c:v>
                </c:pt>
                <c:pt idx="5909">
                  <c:v>1.3046199999999999</c:v>
                </c:pt>
                <c:pt idx="5910">
                  <c:v>1.3049299999999999</c:v>
                </c:pt>
                <c:pt idx="5911">
                  <c:v>1.3052299999999999</c:v>
                </c:pt>
                <c:pt idx="5912">
                  <c:v>1.3055399999999999</c:v>
                </c:pt>
                <c:pt idx="5913">
                  <c:v>1.30585</c:v>
                </c:pt>
                <c:pt idx="5914">
                  <c:v>1.3061499999999999</c:v>
                </c:pt>
                <c:pt idx="5915">
                  <c:v>1.30646</c:v>
                </c:pt>
                <c:pt idx="5916">
                  <c:v>1.3067599999999999</c:v>
                </c:pt>
                <c:pt idx="5917">
                  <c:v>1.30707</c:v>
                </c:pt>
                <c:pt idx="5918">
                  <c:v>1.3073699999999999</c:v>
                </c:pt>
                <c:pt idx="5919">
                  <c:v>1.30768</c:v>
                </c:pt>
                <c:pt idx="5920">
                  <c:v>1.3079799999999999</c:v>
                </c:pt>
                <c:pt idx="5921">
                  <c:v>1.30829</c:v>
                </c:pt>
                <c:pt idx="5922">
                  <c:v>1.3085899999999999</c:v>
                </c:pt>
                <c:pt idx="5923">
                  <c:v>1.3089</c:v>
                </c:pt>
                <c:pt idx="5924">
                  <c:v>1.30921</c:v>
                </c:pt>
                <c:pt idx="5925">
                  <c:v>1.30951</c:v>
                </c:pt>
                <c:pt idx="5926">
                  <c:v>1.30982</c:v>
                </c:pt>
                <c:pt idx="5927">
                  <c:v>1.31012</c:v>
                </c:pt>
                <c:pt idx="5928">
                  <c:v>1.31043</c:v>
                </c:pt>
                <c:pt idx="5929">
                  <c:v>1.31073</c:v>
                </c:pt>
                <c:pt idx="5930">
                  <c:v>1.31104</c:v>
                </c:pt>
                <c:pt idx="5931">
                  <c:v>1.31134</c:v>
                </c:pt>
                <c:pt idx="5932">
                  <c:v>1.31165</c:v>
                </c:pt>
                <c:pt idx="5933">
                  <c:v>1.3119499999999999</c:v>
                </c:pt>
                <c:pt idx="5934">
                  <c:v>1.31226</c:v>
                </c:pt>
                <c:pt idx="5935">
                  <c:v>1.3125599999999999</c:v>
                </c:pt>
                <c:pt idx="5936">
                  <c:v>1.31287</c:v>
                </c:pt>
                <c:pt idx="5937">
                  <c:v>1.31318</c:v>
                </c:pt>
                <c:pt idx="5938">
                  <c:v>1.31348</c:v>
                </c:pt>
                <c:pt idx="5939">
                  <c:v>1.31379</c:v>
                </c:pt>
                <c:pt idx="5940">
                  <c:v>1.31409</c:v>
                </c:pt>
                <c:pt idx="5941">
                  <c:v>1.3144</c:v>
                </c:pt>
                <c:pt idx="5942">
                  <c:v>1.3147</c:v>
                </c:pt>
                <c:pt idx="5943">
                  <c:v>1.31501</c:v>
                </c:pt>
                <c:pt idx="5944">
                  <c:v>1.31531</c:v>
                </c:pt>
                <c:pt idx="5945">
                  <c:v>1.31562</c:v>
                </c:pt>
                <c:pt idx="5946">
                  <c:v>1.31592</c:v>
                </c:pt>
                <c:pt idx="5947">
                  <c:v>1.31623</c:v>
                </c:pt>
                <c:pt idx="5948">
                  <c:v>1.31653</c:v>
                </c:pt>
                <c:pt idx="5949">
                  <c:v>1.31684</c:v>
                </c:pt>
                <c:pt idx="5950">
                  <c:v>1.31715</c:v>
                </c:pt>
                <c:pt idx="5951">
                  <c:v>1.31745</c:v>
                </c:pt>
                <c:pt idx="5952">
                  <c:v>1.31776</c:v>
                </c:pt>
                <c:pt idx="5953">
                  <c:v>1.31806</c:v>
                </c:pt>
                <c:pt idx="5954">
                  <c:v>1.31837</c:v>
                </c:pt>
                <c:pt idx="5955">
                  <c:v>1.31867</c:v>
                </c:pt>
                <c:pt idx="5956">
                  <c:v>1.31898</c:v>
                </c:pt>
                <c:pt idx="5957">
                  <c:v>1.31928</c:v>
                </c:pt>
                <c:pt idx="5958">
                  <c:v>1.31959</c:v>
                </c:pt>
                <c:pt idx="5959">
                  <c:v>1.31989</c:v>
                </c:pt>
                <c:pt idx="5960">
                  <c:v>1.3202</c:v>
                </c:pt>
                <c:pt idx="5961">
                  <c:v>1.3205</c:v>
                </c:pt>
                <c:pt idx="5962">
                  <c:v>1.32081</c:v>
                </c:pt>
                <c:pt idx="5963">
                  <c:v>1.3211200000000001</c:v>
                </c:pt>
                <c:pt idx="5964">
                  <c:v>1.32142</c:v>
                </c:pt>
                <c:pt idx="5965">
                  <c:v>1.3217300000000001</c:v>
                </c:pt>
                <c:pt idx="5966">
                  <c:v>1.32203</c:v>
                </c:pt>
                <c:pt idx="5967">
                  <c:v>1.3223400000000001</c:v>
                </c:pt>
                <c:pt idx="5968">
                  <c:v>1.32264</c:v>
                </c:pt>
                <c:pt idx="5969">
                  <c:v>1.3229500000000001</c:v>
                </c:pt>
                <c:pt idx="5970">
                  <c:v>1.32325</c:v>
                </c:pt>
                <c:pt idx="5971">
                  <c:v>1.3235600000000001</c:v>
                </c:pt>
                <c:pt idx="5972">
                  <c:v>1.32386</c:v>
                </c:pt>
                <c:pt idx="5973">
                  <c:v>1.3241700000000001</c:v>
                </c:pt>
                <c:pt idx="5974">
                  <c:v>1.32447</c:v>
                </c:pt>
                <c:pt idx="5975">
                  <c:v>1.3247800000000001</c:v>
                </c:pt>
                <c:pt idx="5976">
                  <c:v>1.3250900000000001</c:v>
                </c:pt>
                <c:pt idx="5977">
                  <c:v>1.3253900000000001</c:v>
                </c:pt>
                <c:pt idx="5978">
                  <c:v>1.3257000000000001</c:v>
                </c:pt>
                <c:pt idx="5979">
                  <c:v>1.3260000000000001</c:v>
                </c:pt>
                <c:pt idx="5980">
                  <c:v>1.3263100000000001</c:v>
                </c:pt>
                <c:pt idx="5981">
                  <c:v>1.3266100000000001</c:v>
                </c:pt>
                <c:pt idx="5982">
                  <c:v>1.3269200000000001</c:v>
                </c:pt>
                <c:pt idx="5983">
                  <c:v>1.3272200000000001</c:v>
                </c:pt>
                <c:pt idx="5984">
                  <c:v>1.3275300000000001</c:v>
                </c:pt>
                <c:pt idx="5985">
                  <c:v>1.3278300000000001</c:v>
                </c:pt>
                <c:pt idx="5986">
                  <c:v>1.3281400000000001</c:v>
                </c:pt>
                <c:pt idx="5987">
                  <c:v>1.3284499999999999</c:v>
                </c:pt>
                <c:pt idx="5988">
                  <c:v>1.3287500000000001</c:v>
                </c:pt>
                <c:pt idx="5989">
                  <c:v>1.3290599999999999</c:v>
                </c:pt>
                <c:pt idx="5990">
                  <c:v>1.3293600000000001</c:v>
                </c:pt>
                <c:pt idx="5991">
                  <c:v>1.3296699999999999</c:v>
                </c:pt>
                <c:pt idx="5992">
                  <c:v>1.3299700000000001</c:v>
                </c:pt>
                <c:pt idx="5993">
                  <c:v>1.3302799999999999</c:v>
                </c:pt>
                <c:pt idx="5994">
                  <c:v>1.3305800000000001</c:v>
                </c:pt>
                <c:pt idx="5995">
                  <c:v>1.3308899999999999</c:v>
                </c:pt>
                <c:pt idx="5996">
                  <c:v>1.3311900000000001</c:v>
                </c:pt>
                <c:pt idx="5997">
                  <c:v>1.3314999999999999</c:v>
                </c:pt>
                <c:pt idx="5998">
                  <c:v>1.3318000000000001</c:v>
                </c:pt>
                <c:pt idx="5999">
                  <c:v>1.3321099999999999</c:v>
                </c:pt>
                <c:pt idx="6000">
                  <c:v>1.3324199999999999</c:v>
                </c:pt>
                <c:pt idx="6001">
                  <c:v>1.3327199999999999</c:v>
                </c:pt>
                <c:pt idx="6002">
                  <c:v>1.3330299999999999</c:v>
                </c:pt>
                <c:pt idx="6003">
                  <c:v>1.3333299999999999</c:v>
                </c:pt>
                <c:pt idx="6004">
                  <c:v>1.3336399999999999</c:v>
                </c:pt>
                <c:pt idx="6005">
                  <c:v>1.3339399999999999</c:v>
                </c:pt>
                <c:pt idx="6006">
                  <c:v>1.3342499999999999</c:v>
                </c:pt>
                <c:pt idx="6007">
                  <c:v>1.3345499999999999</c:v>
                </c:pt>
                <c:pt idx="6008">
                  <c:v>1.3348599999999999</c:v>
                </c:pt>
                <c:pt idx="6009">
                  <c:v>1.3351599999999999</c:v>
                </c:pt>
                <c:pt idx="6010">
                  <c:v>1.3354699999999999</c:v>
                </c:pt>
                <c:pt idx="6011">
                  <c:v>1.3357699999999999</c:v>
                </c:pt>
                <c:pt idx="6012">
                  <c:v>1.3360799999999999</c:v>
                </c:pt>
                <c:pt idx="6013">
                  <c:v>1.33639</c:v>
                </c:pt>
                <c:pt idx="6014">
                  <c:v>1.3366899999999999</c:v>
                </c:pt>
                <c:pt idx="6015">
                  <c:v>1.337</c:v>
                </c:pt>
                <c:pt idx="6016">
                  <c:v>1.3372999999999999</c:v>
                </c:pt>
                <c:pt idx="6017">
                  <c:v>1.33761</c:v>
                </c:pt>
                <c:pt idx="6018">
                  <c:v>1.3379099999999999</c:v>
                </c:pt>
                <c:pt idx="6019">
                  <c:v>1.33822</c:v>
                </c:pt>
                <c:pt idx="6020">
                  <c:v>1.3385199999999999</c:v>
                </c:pt>
                <c:pt idx="6021">
                  <c:v>1.33883</c:v>
                </c:pt>
                <c:pt idx="6022">
                  <c:v>1.3391299999999999</c:v>
                </c:pt>
                <c:pt idx="6023">
                  <c:v>1.33944</c:v>
                </c:pt>
                <c:pt idx="6024">
                  <c:v>1.3397399999999999</c:v>
                </c:pt>
                <c:pt idx="6025">
                  <c:v>1.34005</c:v>
                </c:pt>
                <c:pt idx="6026">
                  <c:v>1.34036</c:v>
                </c:pt>
                <c:pt idx="6027">
                  <c:v>1.34066</c:v>
                </c:pt>
                <c:pt idx="6028">
                  <c:v>1.34097</c:v>
                </c:pt>
                <c:pt idx="6029">
                  <c:v>1.34127</c:v>
                </c:pt>
                <c:pt idx="6030">
                  <c:v>1.34158</c:v>
                </c:pt>
                <c:pt idx="6031">
                  <c:v>1.34188</c:v>
                </c:pt>
                <c:pt idx="6032">
                  <c:v>1.34219</c:v>
                </c:pt>
                <c:pt idx="6033">
                  <c:v>1.34249</c:v>
                </c:pt>
                <c:pt idx="6034">
                  <c:v>1.3428</c:v>
                </c:pt>
                <c:pt idx="6035">
                  <c:v>1.3431</c:v>
                </c:pt>
                <c:pt idx="6036">
                  <c:v>1.34341</c:v>
                </c:pt>
                <c:pt idx="6037">
                  <c:v>1.34371</c:v>
                </c:pt>
                <c:pt idx="6038">
                  <c:v>1.34402</c:v>
                </c:pt>
                <c:pt idx="6039">
                  <c:v>1.34433</c:v>
                </c:pt>
                <c:pt idx="6040">
                  <c:v>1.34463</c:v>
                </c:pt>
                <c:pt idx="6041">
                  <c:v>1.34494</c:v>
                </c:pt>
                <c:pt idx="6042">
                  <c:v>1.34524</c:v>
                </c:pt>
                <c:pt idx="6043">
                  <c:v>1.34555</c:v>
                </c:pt>
                <c:pt idx="6044">
                  <c:v>1.34585</c:v>
                </c:pt>
                <c:pt idx="6045">
                  <c:v>1.34616</c:v>
                </c:pt>
                <c:pt idx="6046">
                  <c:v>1.34646</c:v>
                </c:pt>
                <c:pt idx="6047">
                  <c:v>1.34677</c:v>
                </c:pt>
                <c:pt idx="6048">
                  <c:v>1.34707</c:v>
                </c:pt>
                <c:pt idx="6049">
                  <c:v>1.34738</c:v>
                </c:pt>
                <c:pt idx="6050">
                  <c:v>1.3476900000000001</c:v>
                </c:pt>
                <c:pt idx="6051">
                  <c:v>1.34799</c:v>
                </c:pt>
                <c:pt idx="6052">
                  <c:v>1.3483000000000001</c:v>
                </c:pt>
                <c:pt idx="6053">
                  <c:v>1.3486</c:v>
                </c:pt>
                <c:pt idx="6054">
                  <c:v>1.3489100000000001</c:v>
                </c:pt>
                <c:pt idx="6055">
                  <c:v>1.34921</c:v>
                </c:pt>
                <c:pt idx="6056">
                  <c:v>1.3495200000000001</c:v>
                </c:pt>
                <c:pt idx="6057">
                  <c:v>1.34982</c:v>
                </c:pt>
                <c:pt idx="6058">
                  <c:v>1.3501300000000001</c:v>
                </c:pt>
                <c:pt idx="6059">
                  <c:v>1.35043</c:v>
                </c:pt>
                <c:pt idx="6060">
                  <c:v>1.3507400000000001</c:v>
                </c:pt>
                <c:pt idx="6061">
                  <c:v>1.35104</c:v>
                </c:pt>
                <c:pt idx="6062">
                  <c:v>1.3513500000000001</c:v>
                </c:pt>
                <c:pt idx="6063">
                  <c:v>1.3516600000000001</c:v>
                </c:pt>
                <c:pt idx="6064">
                  <c:v>1.3519600000000001</c:v>
                </c:pt>
                <c:pt idx="6065">
                  <c:v>1.3522700000000001</c:v>
                </c:pt>
                <c:pt idx="6066">
                  <c:v>1.3525700000000001</c:v>
                </c:pt>
                <c:pt idx="6067">
                  <c:v>1.3528800000000001</c:v>
                </c:pt>
                <c:pt idx="6068">
                  <c:v>1.35318</c:v>
                </c:pt>
                <c:pt idx="6069">
                  <c:v>1.3534900000000001</c:v>
                </c:pt>
                <c:pt idx="6070">
                  <c:v>1.35379</c:v>
                </c:pt>
                <c:pt idx="6071">
                  <c:v>1.3541000000000001</c:v>
                </c:pt>
                <c:pt idx="6072">
                  <c:v>1.3544</c:v>
                </c:pt>
                <c:pt idx="6073">
                  <c:v>1.3547100000000001</c:v>
                </c:pt>
                <c:pt idx="6074">
                  <c:v>1.35501</c:v>
                </c:pt>
                <c:pt idx="6075">
                  <c:v>1.3553200000000001</c:v>
                </c:pt>
                <c:pt idx="6076">
                  <c:v>1.3556299999999999</c:v>
                </c:pt>
                <c:pt idx="6077">
                  <c:v>1.3559300000000001</c:v>
                </c:pt>
                <c:pt idx="6078">
                  <c:v>1.3562399999999999</c:v>
                </c:pt>
                <c:pt idx="6079">
                  <c:v>1.3565400000000001</c:v>
                </c:pt>
                <c:pt idx="6080">
                  <c:v>1.3568499999999999</c:v>
                </c:pt>
                <c:pt idx="6081">
                  <c:v>1.3571500000000001</c:v>
                </c:pt>
                <c:pt idx="6082">
                  <c:v>1.3574600000000001</c:v>
                </c:pt>
                <c:pt idx="6083">
                  <c:v>1.3577600000000001</c:v>
                </c:pt>
                <c:pt idx="6084">
                  <c:v>1.3580700000000001</c:v>
                </c:pt>
                <c:pt idx="6085">
                  <c:v>1.3583700000000001</c:v>
                </c:pt>
                <c:pt idx="6086">
                  <c:v>1.3586800000000001</c:v>
                </c:pt>
                <c:pt idx="6087">
                  <c:v>1.3589800000000001</c:v>
                </c:pt>
                <c:pt idx="6088">
                  <c:v>1.3592900000000001</c:v>
                </c:pt>
                <c:pt idx="6089">
                  <c:v>1.3595999999999999</c:v>
                </c:pt>
                <c:pt idx="6090">
                  <c:v>1.3599000000000001</c:v>
                </c:pt>
                <c:pt idx="6091">
                  <c:v>1.3602099999999999</c:v>
                </c:pt>
                <c:pt idx="6092">
                  <c:v>1.3605100000000001</c:v>
                </c:pt>
                <c:pt idx="6093">
                  <c:v>1.3608199999999999</c:v>
                </c:pt>
                <c:pt idx="6094">
                  <c:v>1.3611200000000001</c:v>
                </c:pt>
                <c:pt idx="6095">
                  <c:v>1.3614299999999999</c:v>
                </c:pt>
                <c:pt idx="6096">
                  <c:v>1.3617300000000001</c:v>
                </c:pt>
                <c:pt idx="6097">
                  <c:v>1.3620399999999999</c:v>
                </c:pt>
                <c:pt idx="6098">
                  <c:v>1.3623400000000001</c:v>
                </c:pt>
                <c:pt idx="6099">
                  <c:v>1.3626499999999999</c:v>
                </c:pt>
                <c:pt idx="6100">
                  <c:v>1.3629500000000001</c:v>
                </c:pt>
                <c:pt idx="6101">
                  <c:v>1.3632599999999999</c:v>
                </c:pt>
                <c:pt idx="6102">
                  <c:v>1.3635699999999999</c:v>
                </c:pt>
                <c:pt idx="6103">
                  <c:v>1.3638699999999999</c:v>
                </c:pt>
                <c:pt idx="6104">
                  <c:v>1.3641799999999999</c:v>
                </c:pt>
                <c:pt idx="6105">
                  <c:v>1.3644799999999999</c:v>
                </c:pt>
                <c:pt idx="6106">
                  <c:v>1.3647899999999999</c:v>
                </c:pt>
                <c:pt idx="6107">
                  <c:v>1.3650899999999999</c:v>
                </c:pt>
                <c:pt idx="6108">
                  <c:v>1.3653999999999999</c:v>
                </c:pt>
                <c:pt idx="6109">
                  <c:v>1.3656999999999999</c:v>
                </c:pt>
                <c:pt idx="6110">
                  <c:v>1.3660099999999999</c:v>
                </c:pt>
                <c:pt idx="6111">
                  <c:v>1.3663099999999999</c:v>
                </c:pt>
                <c:pt idx="6112">
                  <c:v>1.3666199999999999</c:v>
                </c:pt>
                <c:pt idx="6113">
                  <c:v>1.36693</c:v>
                </c:pt>
                <c:pt idx="6114">
                  <c:v>1.3672299999999999</c:v>
                </c:pt>
                <c:pt idx="6115">
                  <c:v>1.36754</c:v>
                </c:pt>
                <c:pt idx="6116">
                  <c:v>1.3678399999999999</c:v>
                </c:pt>
                <c:pt idx="6117">
                  <c:v>1.36815</c:v>
                </c:pt>
                <c:pt idx="6118">
                  <c:v>1.3684499999999999</c:v>
                </c:pt>
                <c:pt idx="6119">
                  <c:v>1.36876</c:v>
                </c:pt>
                <c:pt idx="6120">
                  <c:v>1.3690599999999999</c:v>
                </c:pt>
                <c:pt idx="6121">
                  <c:v>1.36937</c:v>
                </c:pt>
                <c:pt idx="6122">
                  <c:v>1.3696699999999999</c:v>
                </c:pt>
                <c:pt idx="6123">
                  <c:v>1.36998</c:v>
                </c:pt>
                <c:pt idx="6124">
                  <c:v>1.3702799999999999</c:v>
                </c:pt>
                <c:pt idx="6125">
                  <c:v>1.37059</c:v>
                </c:pt>
                <c:pt idx="6126">
                  <c:v>1.3709</c:v>
                </c:pt>
                <c:pt idx="6127">
                  <c:v>1.3712</c:v>
                </c:pt>
                <c:pt idx="6128">
                  <c:v>1.37151</c:v>
                </c:pt>
                <c:pt idx="6129">
                  <c:v>1.37181</c:v>
                </c:pt>
                <c:pt idx="6130">
                  <c:v>1.37212</c:v>
                </c:pt>
                <c:pt idx="6131">
                  <c:v>1.37242</c:v>
                </c:pt>
                <c:pt idx="6132">
                  <c:v>1.37273</c:v>
                </c:pt>
                <c:pt idx="6133">
                  <c:v>1.37303</c:v>
                </c:pt>
                <c:pt idx="6134">
                  <c:v>1.37334</c:v>
                </c:pt>
                <c:pt idx="6135">
                  <c:v>1.37364</c:v>
                </c:pt>
                <c:pt idx="6136">
                  <c:v>1.37395</c:v>
                </c:pt>
                <c:pt idx="6137">
                  <c:v>1.37425</c:v>
                </c:pt>
                <c:pt idx="6138">
                  <c:v>1.37456</c:v>
                </c:pt>
                <c:pt idx="6139">
                  <c:v>1.37487</c:v>
                </c:pt>
                <c:pt idx="6140">
                  <c:v>1.37517</c:v>
                </c:pt>
                <c:pt idx="6141">
                  <c:v>1.37548</c:v>
                </c:pt>
                <c:pt idx="6142">
                  <c:v>1.37578</c:v>
                </c:pt>
                <c:pt idx="6143">
                  <c:v>1.37609</c:v>
                </c:pt>
                <c:pt idx="6144">
                  <c:v>1.37639</c:v>
                </c:pt>
                <c:pt idx="6145">
                  <c:v>1.3767</c:v>
                </c:pt>
                <c:pt idx="6146">
                  <c:v>1.377</c:v>
                </c:pt>
                <c:pt idx="6147">
                  <c:v>1.37731</c:v>
                </c:pt>
                <c:pt idx="6148">
                  <c:v>1.37761</c:v>
                </c:pt>
                <c:pt idx="6149">
                  <c:v>1.37792</c:v>
                </c:pt>
                <c:pt idx="6150">
                  <c:v>1.37822</c:v>
                </c:pt>
                <c:pt idx="6151">
                  <c:v>1.37853</c:v>
                </c:pt>
                <c:pt idx="6152">
                  <c:v>1.3788400000000001</c:v>
                </c:pt>
                <c:pt idx="6153">
                  <c:v>1.37914</c:v>
                </c:pt>
                <c:pt idx="6154">
                  <c:v>1.3794500000000001</c:v>
                </c:pt>
                <c:pt idx="6155">
                  <c:v>1.37975</c:v>
                </c:pt>
                <c:pt idx="6156">
                  <c:v>1.3800600000000001</c:v>
                </c:pt>
                <c:pt idx="6157">
                  <c:v>1.38036</c:v>
                </c:pt>
                <c:pt idx="6158">
                  <c:v>1.3806700000000001</c:v>
                </c:pt>
                <c:pt idx="6159">
                  <c:v>1.38097</c:v>
                </c:pt>
                <c:pt idx="6160">
                  <c:v>1.3812800000000001</c:v>
                </c:pt>
                <c:pt idx="6161">
                  <c:v>1.38158</c:v>
                </c:pt>
                <c:pt idx="6162">
                  <c:v>1.3818900000000001</c:v>
                </c:pt>
                <c:pt idx="6163">
                  <c:v>1.3822000000000001</c:v>
                </c:pt>
                <c:pt idx="6164">
                  <c:v>1.3825000000000001</c:v>
                </c:pt>
                <c:pt idx="6165">
                  <c:v>1.3828100000000001</c:v>
                </c:pt>
                <c:pt idx="6166">
                  <c:v>1.3831100000000001</c:v>
                </c:pt>
                <c:pt idx="6167">
                  <c:v>1.3834200000000001</c:v>
                </c:pt>
                <c:pt idx="6168">
                  <c:v>1.3837200000000001</c:v>
                </c:pt>
                <c:pt idx="6169">
                  <c:v>1.3840300000000001</c:v>
                </c:pt>
                <c:pt idx="6170">
                  <c:v>1.3843300000000001</c:v>
                </c:pt>
                <c:pt idx="6171">
                  <c:v>1.3846400000000001</c:v>
                </c:pt>
                <c:pt idx="6172">
                  <c:v>1.3849400000000001</c:v>
                </c:pt>
                <c:pt idx="6173">
                  <c:v>1.3852500000000001</c:v>
                </c:pt>
                <c:pt idx="6174">
                  <c:v>1.3855500000000001</c:v>
                </c:pt>
                <c:pt idx="6175">
                  <c:v>1.3858600000000001</c:v>
                </c:pt>
                <c:pt idx="6176">
                  <c:v>1.3861699999999999</c:v>
                </c:pt>
                <c:pt idx="6177">
                  <c:v>1.3864700000000001</c:v>
                </c:pt>
                <c:pt idx="6178">
                  <c:v>1.3867799999999999</c:v>
                </c:pt>
                <c:pt idx="6179">
                  <c:v>1.3870800000000001</c:v>
                </c:pt>
                <c:pt idx="6180">
                  <c:v>1.3873899999999999</c:v>
                </c:pt>
                <c:pt idx="6181">
                  <c:v>1.3876900000000001</c:v>
                </c:pt>
                <c:pt idx="6182">
                  <c:v>1.3879999999999999</c:v>
                </c:pt>
                <c:pt idx="6183">
                  <c:v>1.3883000000000001</c:v>
                </c:pt>
                <c:pt idx="6184">
                  <c:v>1.3886099999999999</c:v>
                </c:pt>
                <c:pt idx="6185">
                  <c:v>1.3889100000000001</c:v>
                </c:pt>
                <c:pt idx="6186">
                  <c:v>1.3892199999999999</c:v>
                </c:pt>
                <c:pt idx="6187">
                  <c:v>1.3895200000000001</c:v>
                </c:pt>
                <c:pt idx="6188">
                  <c:v>1.3898299999999999</c:v>
                </c:pt>
                <c:pt idx="6189">
                  <c:v>1.3901399999999999</c:v>
                </c:pt>
                <c:pt idx="6190">
                  <c:v>1.3904399999999999</c:v>
                </c:pt>
                <c:pt idx="6191">
                  <c:v>1.3907499999999999</c:v>
                </c:pt>
                <c:pt idx="6192">
                  <c:v>1.3910499999999999</c:v>
                </c:pt>
                <c:pt idx="6193">
                  <c:v>1.3913599999999999</c:v>
                </c:pt>
                <c:pt idx="6194">
                  <c:v>1.3916599999999999</c:v>
                </c:pt>
                <c:pt idx="6195">
                  <c:v>1.3919699999999999</c:v>
                </c:pt>
                <c:pt idx="6196">
                  <c:v>1.3922699999999999</c:v>
                </c:pt>
                <c:pt idx="6197">
                  <c:v>1.3925799999999999</c:v>
                </c:pt>
                <c:pt idx="6198">
                  <c:v>1.3928799999999999</c:v>
                </c:pt>
                <c:pt idx="6199">
                  <c:v>1.3931899999999999</c:v>
                </c:pt>
                <c:pt idx="6200">
                  <c:v>1.3934899999999999</c:v>
                </c:pt>
                <c:pt idx="6201">
                  <c:v>1.3937999999999999</c:v>
                </c:pt>
                <c:pt idx="6202">
                  <c:v>1.39411</c:v>
                </c:pt>
                <c:pt idx="6203">
                  <c:v>1.3944099999999999</c:v>
                </c:pt>
                <c:pt idx="6204">
                  <c:v>1.39472</c:v>
                </c:pt>
                <c:pt idx="6205">
                  <c:v>1.3950199999999999</c:v>
                </c:pt>
                <c:pt idx="6206">
                  <c:v>1.39533</c:v>
                </c:pt>
                <c:pt idx="6207">
                  <c:v>1.3956299999999999</c:v>
                </c:pt>
                <c:pt idx="6208">
                  <c:v>1.39594</c:v>
                </c:pt>
                <c:pt idx="6209">
                  <c:v>1.3962399999999999</c:v>
                </c:pt>
                <c:pt idx="6210">
                  <c:v>1.39655</c:v>
                </c:pt>
                <c:pt idx="6211">
                  <c:v>1.3968499999999999</c:v>
                </c:pt>
                <c:pt idx="6212">
                  <c:v>1.39716</c:v>
                </c:pt>
                <c:pt idx="6213">
                  <c:v>1.3974599999999999</c:v>
                </c:pt>
                <c:pt idx="6214">
                  <c:v>1.39777</c:v>
                </c:pt>
                <c:pt idx="6215">
                  <c:v>1.39808</c:v>
                </c:pt>
                <c:pt idx="6216">
                  <c:v>1.39838</c:v>
                </c:pt>
                <c:pt idx="6217">
                  <c:v>1.39869</c:v>
                </c:pt>
                <c:pt idx="6218">
                  <c:v>1.39899</c:v>
                </c:pt>
                <c:pt idx="6219">
                  <c:v>1.3993</c:v>
                </c:pt>
                <c:pt idx="6220">
                  <c:v>1.3996</c:v>
                </c:pt>
                <c:pt idx="6221">
                  <c:v>1.39991</c:v>
                </c:pt>
                <c:pt idx="6222">
                  <c:v>1.40021</c:v>
                </c:pt>
                <c:pt idx="6223">
                  <c:v>1.40052</c:v>
                </c:pt>
                <c:pt idx="6224">
                  <c:v>1.40082</c:v>
                </c:pt>
                <c:pt idx="6225">
                  <c:v>1.40113</c:v>
                </c:pt>
                <c:pt idx="6226">
                  <c:v>1.40144</c:v>
                </c:pt>
                <c:pt idx="6227">
                  <c:v>1.40174</c:v>
                </c:pt>
                <c:pt idx="6228">
                  <c:v>1.40205</c:v>
                </c:pt>
                <c:pt idx="6229">
                  <c:v>1.40235</c:v>
                </c:pt>
                <c:pt idx="6230">
                  <c:v>1.40266</c:v>
                </c:pt>
                <c:pt idx="6231">
                  <c:v>1.40296</c:v>
                </c:pt>
                <c:pt idx="6232">
                  <c:v>1.40327</c:v>
                </c:pt>
                <c:pt idx="6233">
                  <c:v>1.40357</c:v>
                </c:pt>
                <c:pt idx="6234">
                  <c:v>1.40388</c:v>
                </c:pt>
                <c:pt idx="6235">
                  <c:v>1.40418</c:v>
                </c:pt>
                <c:pt idx="6236">
                  <c:v>1.40449</c:v>
                </c:pt>
                <c:pt idx="6237">
                  <c:v>1.40479</c:v>
                </c:pt>
                <c:pt idx="6238">
                  <c:v>1.4051</c:v>
                </c:pt>
                <c:pt idx="6239">
                  <c:v>1.40541</c:v>
                </c:pt>
                <c:pt idx="6240">
                  <c:v>1.40571</c:v>
                </c:pt>
                <c:pt idx="6241">
                  <c:v>1.40602</c:v>
                </c:pt>
                <c:pt idx="6242">
                  <c:v>1.40632</c:v>
                </c:pt>
                <c:pt idx="6243">
                  <c:v>1.40663</c:v>
                </c:pt>
                <c:pt idx="6244">
                  <c:v>1.40693</c:v>
                </c:pt>
                <c:pt idx="6245">
                  <c:v>1.40724</c:v>
                </c:pt>
                <c:pt idx="6246">
                  <c:v>1.40754</c:v>
                </c:pt>
                <c:pt idx="6247">
                  <c:v>1.40785</c:v>
                </c:pt>
                <c:pt idx="6248">
                  <c:v>1.40815</c:v>
                </c:pt>
                <c:pt idx="6249">
                  <c:v>1.40846</c:v>
                </c:pt>
                <c:pt idx="6250">
                  <c:v>1.40876</c:v>
                </c:pt>
                <c:pt idx="6251">
                  <c:v>1.40907</c:v>
                </c:pt>
                <c:pt idx="6252">
                  <c:v>1.4093800000000001</c:v>
                </c:pt>
                <c:pt idx="6253">
                  <c:v>1.40968</c:v>
                </c:pt>
                <c:pt idx="6254">
                  <c:v>1.4099900000000001</c:v>
                </c:pt>
                <c:pt idx="6255">
                  <c:v>1.41029</c:v>
                </c:pt>
                <c:pt idx="6256">
                  <c:v>1.4106000000000001</c:v>
                </c:pt>
                <c:pt idx="6257">
                  <c:v>1.4109</c:v>
                </c:pt>
                <c:pt idx="6258">
                  <c:v>1.4112100000000001</c:v>
                </c:pt>
                <c:pt idx="6259">
                  <c:v>1.41151</c:v>
                </c:pt>
                <c:pt idx="6260">
                  <c:v>1.4118200000000001</c:v>
                </c:pt>
                <c:pt idx="6261">
                  <c:v>1.41212</c:v>
                </c:pt>
                <c:pt idx="6262">
                  <c:v>1.4124300000000001</c:v>
                </c:pt>
                <c:pt idx="6263">
                  <c:v>1.41273</c:v>
                </c:pt>
                <c:pt idx="6264">
                  <c:v>1.4130400000000001</c:v>
                </c:pt>
                <c:pt idx="6265">
                  <c:v>1.4133500000000001</c:v>
                </c:pt>
                <c:pt idx="6266">
                  <c:v>1.4136500000000001</c:v>
                </c:pt>
                <c:pt idx="6267">
                  <c:v>1.4139600000000001</c:v>
                </c:pt>
                <c:pt idx="6268">
                  <c:v>1.4142600000000001</c:v>
                </c:pt>
                <c:pt idx="6269">
                  <c:v>1.4145700000000001</c:v>
                </c:pt>
                <c:pt idx="6270">
                  <c:v>1.4148700000000001</c:v>
                </c:pt>
                <c:pt idx="6271">
                  <c:v>1.4151800000000001</c:v>
                </c:pt>
                <c:pt idx="6272">
                  <c:v>1.4154800000000001</c:v>
                </c:pt>
                <c:pt idx="6273">
                  <c:v>1.4157900000000001</c:v>
                </c:pt>
                <c:pt idx="6274">
                  <c:v>1.4160900000000001</c:v>
                </c:pt>
                <c:pt idx="6275">
                  <c:v>1.4164000000000001</c:v>
                </c:pt>
                <c:pt idx="6276">
                  <c:v>1.4167000000000001</c:v>
                </c:pt>
                <c:pt idx="6277">
                  <c:v>1.4170100000000001</c:v>
                </c:pt>
                <c:pt idx="6278">
                  <c:v>1.4173199999999999</c:v>
                </c:pt>
                <c:pt idx="6279">
                  <c:v>1.4176200000000001</c:v>
                </c:pt>
                <c:pt idx="6280">
                  <c:v>1.4179299999999999</c:v>
                </c:pt>
                <c:pt idx="6281">
                  <c:v>1.4182300000000001</c:v>
                </c:pt>
                <c:pt idx="6282">
                  <c:v>1.4185399999999999</c:v>
                </c:pt>
                <c:pt idx="6283">
                  <c:v>1.4188400000000001</c:v>
                </c:pt>
                <c:pt idx="6284">
                  <c:v>1.4191499999999999</c:v>
                </c:pt>
                <c:pt idx="6285">
                  <c:v>1.4194500000000001</c:v>
                </c:pt>
                <c:pt idx="6286">
                  <c:v>1.4197599999999999</c:v>
                </c:pt>
                <c:pt idx="6287">
                  <c:v>1.4200600000000001</c:v>
                </c:pt>
                <c:pt idx="6288">
                  <c:v>1.4203699999999999</c:v>
                </c:pt>
                <c:pt idx="6289">
                  <c:v>1.4206799999999999</c:v>
                </c:pt>
                <c:pt idx="6290">
                  <c:v>1.4209799999999999</c:v>
                </c:pt>
                <c:pt idx="6291">
                  <c:v>1.4212899999999999</c:v>
                </c:pt>
                <c:pt idx="6292">
                  <c:v>1.4215899999999999</c:v>
                </c:pt>
                <c:pt idx="6293">
                  <c:v>1.4218999999999999</c:v>
                </c:pt>
                <c:pt idx="6294">
                  <c:v>1.4221999999999999</c:v>
                </c:pt>
                <c:pt idx="6295">
                  <c:v>1.4225099999999999</c:v>
                </c:pt>
                <c:pt idx="6296">
                  <c:v>1.4228099999999999</c:v>
                </c:pt>
                <c:pt idx="6297">
                  <c:v>1.4231199999999999</c:v>
                </c:pt>
                <c:pt idx="6298">
                  <c:v>1.4234199999999999</c:v>
                </c:pt>
                <c:pt idx="6299">
                  <c:v>1.4237299999999999</c:v>
                </c:pt>
                <c:pt idx="6300">
                  <c:v>1.4240299999999999</c:v>
                </c:pt>
                <c:pt idx="6301">
                  <c:v>1.4243399999999999</c:v>
                </c:pt>
                <c:pt idx="6302">
                  <c:v>1.42465</c:v>
                </c:pt>
                <c:pt idx="6303">
                  <c:v>1.4249499999999999</c:v>
                </c:pt>
                <c:pt idx="6304">
                  <c:v>1.42526</c:v>
                </c:pt>
                <c:pt idx="6305">
                  <c:v>1.4255599999999999</c:v>
                </c:pt>
                <c:pt idx="6306">
                  <c:v>1.42587</c:v>
                </c:pt>
                <c:pt idx="6307">
                  <c:v>1.4261699999999999</c:v>
                </c:pt>
                <c:pt idx="6308">
                  <c:v>1.42648</c:v>
                </c:pt>
                <c:pt idx="6309">
                  <c:v>1.4267799999999999</c:v>
                </c:pt>
                <c:pt idx="6310">
                  <c:v>1.42709</c:v>
                </c:pt>
                <c:pt idx="6311">
                  <c:v>1.4273899999999999</c:v>
                </c:pt>
                <c:pt idx="6312">
                  <c:v>1.4277</c:v>
                </c:pt>
                <c:pt idx="6313">
                  <c:v>1.4279999999999999</c:v>
                </c:pt>
                <c:pt idx="6314">
                  <c:v>1.42831</c:v>
                </c:pt>
                <c:pt idx="6315">
                  <c:v>1.42862</c:v>
                </c:pt>
                <c:pt idx="6316">
                  <c:v>1.42892</c:v>
                </c:pt>
                <c:pt idx="6317">
                  <c:v>1.42923</c:v>
                </c:pt>
                <c:pt idx="6318">
                  <c:v>1.42953</c:v>
                </c:pt>
                <c:pt idx="6319">
                  <c:v>1.42984</c:v>
                </c:pt>
                <c:pt idx="6320">
                  <c:v>1.43014</c:v>
                </c:pt>
                <c:pt idx="6321">
                  <c:v>1.43045</c:v>
                </c:pt>
                <c:pt idx="6322">
                  <c:v>1.43075</c:v>
                </c:pt>
                <c:pt idx="6323">
                  <c:v>1.43106</c:v>
                </c:pt>
                <c:pt idx="6324">
                  <c:v>1.43136</c:v>
                </c:pt>
                <c:pt idx="6325">
                  <c:v>1.43167</c:v>
                </c:pt>
                <c:pt idx="6326">
                  <c:v>1.43197</c:v>
                </c:pt>
                <c:pt idx="6327">
                  <c:v>1.43228</c:v>
                </c:pt>
                <c:pt idx="6328">
                  <c:v>1.43259</c:v>
                </c:pt>
                <c:pt idx="6329">
                  <c:v>1.43289</c:v>
                </c:pt>
                <c:pt idx="6330">
                  <c:v>1.4332</c:v>
                </c:pt>
                <c:pt idx="6331">
                  <c:v>1.4335</c:v>
                </c:pt>
                <c:pt idx="6332">
                  <c:v>1.43381</c:v>
                </c:pt>
                <c:pt idx="6333">
                  <c:v>1.43411</c:v>
                </c:pt>
                <c:pt idx="6334">
                  <c:v>1.43442</c:v>
                </c:pt>
                <c:pt idx="6335">
                  <c:v>1.43472</c:v>
                </c:pt>
                <c:pt idx="6336">
                  <c:v>1.43503</c:v>
                </c:pt>
                <c:pt idx="6337">
                  <c:v>1.43533</c:v>
                </c:pt>
                <c:pt idx="6338">
                  <c:v>1.43564</c:v>
                </c:pt>
                <c:pt idx="6339">
                  <c:v>1.4359500000000001</c:v>
                </c:pt>
                <c:pt idx="6340">
                  <c:v>1.43625</c:v>
                </c:pt>
                <c:pt idx="6341">
                  <c:v>1.4365600000000001</c:v>
                </c:pt>
                <c:pt idx="6342">
                  <c:v>1.43686</c:v>
                </c:pt>
                <c:pt idx="6343">
                  <c:v>1.4371700000000001</c:v>
                </c:pt>
                <c:pt idx="6344">
                  <c:v>1.43747</c:v>
                </c:pt>
                <c:pt idx="6345">
                  <c:v>1.4377800000000001</c:v>
                </c:pt>
                <c:pt idx="6346">
                  <c:v>1.43808</c:v>
                </c:pt>
                <c:pt idx="6347">
                  <c:v>1.4383900000000001</c:v>
                </c:pt>
                <c:pt idx="6348">
                  <c:v>1.43869</c:v>
                </c:pt>
                <c:pt idx="6349">
                  <c:v>1.4390000000000001</c:v>
                </c:pt>
                <c:pt idx="6350">
                  <c:v>1.4393</c:v>
                </c:pt>
                <c:pt idx="6351">
                  <c:v>1.4396100000000001</c:v>
                </c:pt>
                <c:pt idx="6352">
                  <c:v>1.4399200000000001</c:v>
                </c:pt>
                <c:pt idx="6353">
                  <c:v>1.4402200000000001</c:v>
                </c:pt>
                <c:pt idx="6354">
                  <c:v>1.4405300000000001</c:v>
                </c:pt>
                <c:pt idx="6355">
                  <c:v>1.4408300000000001</c:v>
                </c:pt>
                <c:pt idx="6356">
                  <c:v>1.4411400000000001</c:v>
                </c:pt>
                <c:pt idx="6357">
                  <c:v>1.4414400000000001</c:v>
                </c:pt>
                <c:pt idx="6358">
                  <c:v>1.4417500000000001</c:v>
                </c:pt>
                <c:pt idx="6359">
                  <c:v>1.4420500000000001</c:v>
                </c:pt>
                <c:pt idx="6360">
                  <c:v>1.4423600000000001</c:v>
                </c:pt>
                <c:pt idx="6361">
                  <c:v>1.4426600000000001</c:v>
                </c:pt>
                <c:pt idx="6362">
                  <c:v>1.4429700000000001</c:v>
                </c:pt>
                <c:pt idx="6363">
                  <c:v>1.4432700000000001</c:v>
                </c:pt>
                <c:pt idx="6364">
                  <c:v>1.4435800000000001</c:v>
                </c:pt>
                <c:pt idx="6365">
                  <c:v>1.4438899999999999</c:v>
                </c:pt>
                <c:pt idx="6366">
                  <c:v>1.4441900000000001</c:v>
                </c:pt>
                <c:pt idx="6367">
                  <c:v>1.4444999999999999</c:v>
                </c:pt>
                <c:pt idx="6368">
                  <c:v>1.4448000000000001</c:v>
                </c:pt>
                <c:pt idx="6369">
                  <c:v>1.4451099999999999</c:v>
                </c:pt>
                <c:pt idx="6370">
                  <c:v>1.4454100000000001</c:v>
                </c:pt>
                <c:pt idx="6371">
                  <c:v>1.4457199999999999</c:v>
                </c:pt>
                <c:pt idx="6372">
                  <c:v>1.4460200000000001</c:v>
                </c:pt>
                <c:pt idx="6373">
                  <c:v>1.4463299999999999</c:v>
                </c:pt>
                <c:pt idx="6374">
                  <c:v>1.4466300000000001</c:v>
                </c:pt>
                <c:pt idx="6375">
                  <c:v>1.4469399999999999</c:v>
                </c:pt>
                <c:pt idx="6376">
                  <c:v>1.4472400000000001</c:v>
                </c:pt>
                <c:pt idx="6377">
                  <c:v>1.4475499999999999</c:v>
                </c:pt>
                <c:pt idx="6378">
                  <c:v>1.4478599999999999</c:v>
                </c:pt>
                <c:pt idx="6379">
                  <c:v>1.4481599999999999</c:v>
                </c:pt>
                <c:pt idx="6380">
                  <c:v>1.4484699999999999</c:v>
                </c:pt>
                <c:pt idx="6381">
                  <c:v>1.4487699999999999</c:v>
                </c:pt>
                <c:pt idx="6382">
                  <c:v>1.4490799999999999</c:v>
                </c:pt>
                <c:pt idx="6383">
                  <c:v>1.4493799999999999</c:v>
                </c:pt>
                <c:pt idx="6384">
                  <c:v>1.4496899999999999</c:v>
                </c:pt>
                <c:pt idx="6385">
                  <c:v>1.4499899999999999</c:v>
                </c:pt>
                <c:pt idx="6386">
                  <c:v>1.4502999999999999</c:v>
                </c:pt>
                <c:pt idx="6387">
                  <c:v>1.4505999999999999</c:v>
                </c:pt>
                <c:pt idx="6388">
                  <c:v>1.4509099999999999</c:v>
                </c:pt>
                <c:pt idx="6389">
                  <c:v>1.4512100000000001</c:v>
                </c:pt>
                <c:pt idx="6390">
                  <c:v>1.4515199999999999</c:v>
                </c:pt>
                <c:pt idx="6391">
                  <c:v>1.45183</c:v>
                </c:pt>
                <c:pt idx="6392">
                  <c:v>1.4521299999999999</c:v>
                </c:pt>
                <c:pt idx="6393">
                  <c:v>1.45244</c:v>
                </c:pt>
                <c:pt idx="6394">
                  <c:v>1.4527399999999999</c:v>
                </c:pt>
                <c:pt idx="6395">
                  <c:v>1.45305</c:v>
                </c:pt>
                <c:pt idx="6396">
                  <c:v>1.4533499999999999</c:v>
                </c:pt>
                <c:pt idx="6397">
                  <c:v>1.45366</c:v>
                </c:pt>
                <c:pt idx="6398">
                  <c:v>1.4539599999999999</c:v>
                </c:pt>
                <c:pt idx="6399">
                  <c:v>1.45427</c:v>
                </c:pt>
                <c:pt idx="6400">
                  <c:v>1.4545699999999999</c:v>
                </c:pt>
                <c:pt idx="6401">
                  <c:v>1.45488</c:v>
                </c:pt>
                <c:pt idx="6402">
                  <c:v>1.45519</c:v>
                </c:pt>
                <c:pt idx="6403">
                  <c:v>1.45549</c:v>
                </c:pt>
                <c:pt idx="6404">
                  <c:v>1.4558</c:v>
                </c:pt>
                <c:pt idx="6405">
                  <c:v>1.4560999999999999</c:v>
                </c:pt>
                <c:pt idx="6406">
                  <c:v>1.45641</c:v>
                </c:pt>
                <c:pt idx="6407">
                  <c:v>1.4567099999999999</c:v>
                </c:pt>
                <c:pt idx="6408">
                  <c:v>1.45702</c:v>
                </c:pt>
                <c:pt idx="6409">
                  <c:v>1.4573199999999999</c:v>
                </c:pt>
                <c:pt idx="6410">
                  <c:v>1.45763</c:v>
                </c:pt>
                <c:pt idx="6411">
                  <c:v>1.4579299999999999</c:v>
                </c:pt>
                <c:pt idx="6412">
                  <c:v>1.45824</c:v>
                </c:pt>
                <c:pt idx="6413">
                  <c:v>1.4585399999999999</c:v>
                </c:pt>
                <c:pt idx="6414">
                  <c:v>1.45885</c:v>
                </c:pt>
                <c:pt idx="6415">
                  <c:v>1.45916</c:v>
                </c:pt>
                <c:pt idx="6416">
                  <c:v>1.45946</c:v>
                </c:pt>
                <c:pt idx="6417">
                  <c:v>1.45977</c:v>
                </c:pt>
                <c:pt idx="6418">
                  <c:v>1.46007</c:v>
                </c:pt>
                <c:pt idx="6419">
                  <c:v>1.46038</c:v>
                </c:pt>
                <c:pt idx="6420">
                  <c:v>1.46068</c:v>
                </c:pt>
                <c:pt idx="6421">
                  <c:v>1.46099</c:v>
                </c:pt>
                <c:pt idx="6422">
                  <c:v>1.46129</c:v>
                </c:pt>
                <c:pt idx="6423">
                  <c:v>1.4616</c:v>
                </c:pt>
                <c:pt idx="6424">
                  <c:v>1.4619</c:v>
                </c:pt>
                <c:pt idx="6425">
                  <c:v>1.46221</c:v>
                </c:pt>
                <c:pt idx="6426">
                  <c:v>1.46251</c:v>
                </c:pt>
                <c:pt idx="6427">
                  <c:v>1.46282</c:v>
                </c:pt>
                <c:pt idx="6428">
                  <c:v>1.46313</c:v>
                </c:pt>
                <c:pt idx="6429">
                  <c:v>1.46343</c:v>
                </c:pt>
                <c:pt idx="6430">
                  <c:v>1.46374</c:v>
                </c:pt>
                <c:pt idx="6431">
                  <c:v>1.46404</c:v>
                </c:pt>
                <c:pt idx="6432">
                  <c:v>1.46435</c:v>
                </c:pt>
                <c:pt idx="6433">
                  <c:v>1.46465</c:v>
                </c:pt>
                <c:pt idx="6434">
                  <c:v>1.46496</c:v>
                </c:pt>
                <c:pt idx="6435">
                  <c:v>1.46526</c:v>
                </c:pt>
                <c:pt idx="6436">
                  <c:v>1.46557</c:v>
                </c:pt>
                <c:pt idx="6437">
                  <c:v>1.46587</c:v>
                </c:pt>
                <c:pt idx="6438">
                  <c:v>1.46618</c:v>
                </c:pt>
                <c:pt idx="6439">
                  <c:v>1.46648</c:v>
                </c:pt>
                <c:pt idx="6440">
                  <c:v>1.46679</c:v>
                </c:pt>
                <c:pt idx="6441">
                  <c:v>1.4671000000000001</c:v>
                </c:pt>
                <c:pt idx="6442">
                  <c:v>1.4674</c:v>
                </c:pt>
                <c:pt idx="6443">
                  <c:v>1.4677100000000001</c:v>
                </c:pt>
                <c:pt idx="6444">
                  <c:v>1.46801</c:v>
                </c:pt>
                <c:pt idx="6445">
                  <c:v>1.4683200000000001</c:v>
                </c:pt>
                <c:pt idx="6446">
                  <c:v>1.46862</c:v>
                </c:pt>
                <c:pt idx="6447">
                  <c:v>1.4689300000000001</c:v>
                </c:pt>
                <c:pt idx="6448">
                  <c:v>1.46923</c:v>
                </c:pt>
                <c:pt idx="6449">
                  <c:v>1.4695400000000001</c:v>
                </c:pt>
                <c:pt idx="6450">
                  <c:v>1.46984</c:v>
                </c:pt>
                <c:pt idx="6451">
                  <c:v>1.4701500000000001</c:v>
                </c:pt>
                <c:pt idx="6452">
                  <c:v>1.47045</c:v>
                </c:pt>
                <c:pt idx="6453">
                  <c:v>1.4707600000000001</c:v>
                </c:pt>
                <c:pt idx="6454">
                  <c:v>1.4710700000000001</c:v>
                </c:pt>
                <c:pt idx="6455">
                  <c:v>1.4713700000000001</c:v>
                </c:pt>
                <c:pt idx="6456">
                  <c:v>1.4716800000000001</c:v>
                </c:pt>
                <c:pt idx="6457">
                  <c:v>1.4719800000000001</c:v>
                </c:pt>
                <c:pt idx="6458">
                  <c:v>1.4722900000000001</c:v>
                </c:pt>
                <c:pt idx="6459">
                  <c:v>1.4725900000000001</c:v>
                </c:pt>
                <c:pt idx="6460">
                  <c:v>1.4729000000000001</c:v>
                </c:pt>
                <c:pt idx="6461">
                  <c:v>1.4732000000000001</c:v>
                </c:pt>
                <c:pt idx="6462">
                  <c:v>1.4735100000000001</c:v>
                </c:pt>
                <c:pt idx="6463">
                  <c:v>1.4738100000000001</c:v>
                </c:pt>
                <c:pt idx="6464">
                  <c:v>1.4741200000000001</c:v>
                </c:pt>
                <c:pt idx="6465">
                  <c:v>1.4744299999999999</c:v>
                </c:pt>
                <c:pt idx="6466">
                  <c:v>1.4747300000000001</c:v>
                </c:pt>
                <c:pt idx="6467">
                  <c:v>1.4750399999999999</c:v>
                </c:pt>
                <c:pt idx="6468">
                  <c:v>1.4753400000000001</c:v>
                </c:pt>
                <c:pt idx="6469">
                  <c:v>1.4756499999999999</c:v>
                </c:pt>
                <c:pt idx="6470">
                  <c:v>1.4759500000000001</c:v>
                </c:pt>
                <c:pt idx="6471">
                  <c:v>1.4762599999999999</c:v>
                </c:pt>
                <c:pt idx="6472">
                  <c:v>1.4765600000000001</c:v>
                </c:pt>
                <c:pt idx="6473">
                  <c:v>1.4768699999999999</c:v>
                </c:pt>
                <c:pt idx="6474">
                  <c:v>1.4771700000000001</c:v>
                </c:pt>
                <c:pt idx="6475">
                  <c:v>1.4774799999999999</c:v>
                </c:pt>
                <c:pt idx="6476">
                  <c:v>1.4777800000000001</c:v>
                </c:pt>
                <c:pt idx="6477">
                  <c:v>1.4780899999999999</c:v>
                </c:pt>
                <c:pt idx="6478">
                  <c:v>1.4783999999999999</c:v>
                </c:pt>
                <c:pt idx="6479">
                  <c:v>1.4786999999999999</c:v>
                </c:pt>
                <c:pt idx="6480">
                  <c:v>1.4790099999999999</c:v>
                </c:pt>
                <c:pt idx="6481">
                  <c:v>1.4793099999999999</c:v>
                </c:pt>
                <c:pt idx="6482">
                  <c:v>1.4796199999999999</c:v>
                </c:pt>
                <c:pt idx="6483">
                  <c:v>1.4799199999999999</c:v>
                </c:pt>
                <c:pt idx="6484">
                  <c:v>1.4802299999999999</c:v>
                </c:pt>
                <c:pt idx="6485">
                  <c:v>1.4805299999999999</c:v>
                </c:pt>
                <c:pt idx="6486">
                  <c:v>1.4808399999999999</c:v>
                </c:pt>
                <c:pt idx="6487">
                  <c:v>1.4811399999999999</c:v>
                </c:pt>
                <c:pt idx="6488">
                  <c:v>1.4814499999999999</c:v>
                </c:pt>
                <c:pt idx="6489">
                  <c:v>1.4817499999999999</c:v>
                </c:pt>
                <c:pt idx="6490">
                  <c:v>1.4820599999999999</c:v>
                </c:pt>
                <c:pt idx="6491">
                  <c:v>1.48237</c:v>
                </c:pt>
                <c:pt idx="6492">
                  <c:v>1.4826699999999999</c:v>
                </c:pt>
                <c:pt idx="6493">
                  <c:v>1.48298</c:v>
                </c:pt>
                <c:pt idx="6494">
                  <c:v>1.4832799999999999</c:v>
                </c:pt>
                <c:pt idx="6495">
                  <c:v>1.48359</c:v>
                </c:pt>
                <c:pt idx="6496">
                  <c:v>1.4838899999999999</c:v>
                </c:pt>
                <c:pt idx="6497">
                  <c:v>1.4842</c:v>
                </c:pt>
                <c:pt idx="6498">
                  <c:v>1.4844999999999999</c:v>
                </c:pt>
                <c:pt idx="6499">
                  <c:v>1.48481</c:v>
                </c:pt>
                <c:pt idx="6500">
                  <c:v>1.4851099999999999</c:v>
                </c:pt>
                <c:pt idx="6501">
                  <c:v>1.48542</c:v>
                </c:pt>
                <c:pt idx="6502">
                  <c:v>1.4857199999999999</c:v>
                </c:pt>
                <c:pt idx="6503">
                  <c:v>1.48603</c:v>
                </c:pt>
                <c:pt idx="6504">
                  <c:v>1.48634</c:v>
                </c:pt>
                <c:pt idx="6505">
                  <c:v>1.48664</c:v>
                </c:pt>
                <c:pt idx="6506">
                  <c:v>1.48695</c:v>
                </c:pt>
                <c:pt idx="6507">
                  <c:v>1.48725</c:v>
                </c:pt>
                <c:pt idx="6508">
                  <c:v>1.48756</c:v>
                </c:pt>
                <c:pt idx="6509">
                  <c:v>1.48786</c:v>
                </c:pt>
                <c:pt idx="6510">
                  <c:v>1.48817</c:v>
                </c:pt>
                <c:pt idx="6511">
                  <c:v>1.48847</c:v>
                </c:pt>
                <c:pt idx="6512">
                  <c:v>1.48878</c:v>
                </c:pt>
                <c:pt idx="6513">
                  <c:v>1.48908</c:v>
                </c:pt>
                <c:pt idx="6514">
                  <c:v>1.48939</c:v>
                </c:pt>
                <c:pt idx="6515">
                  <c:v>1.4897</c:v>
                </c:pt>
                <c:pt idx="6516">
                  <c:v>1.49</c:v>
                </c:pt>
                <c:pt idx="6517">
                  <c:v>1.49031</c:v>
                </c:pt>
                <c:pt idx="6518">
                  <c:v>1.49061</c:v>
                </c:pt>
                <c:pt idx="6519">
                  <c:v>1.49092</c:v>
                </c:pt>
                <c:pt idx="6520">
                  <c:v>1.49122</c:v>
                </c:pt>
                <c:pt idx="6521">
                  <c:v>1.49153</c:v>
                </c:pt>
                <c:pt idx="6522">
                  <c:v>1.49183</c:v>
                </c:pt>
                <c:pt idx="6523">
                  <c:v>1.49214</c:v>
                </c:pt>
                <c:pt idx="6524">
                  <c:v>1.49244</c:v>
                </c:pt>
                <c:pt idx="6525">
                  <c:v>1.49275</c:v>
                </c:pt>
                <c:pt idx="6526">
                  <c:v>1.49305</c:v>
                </c:pt>
                <c:pt idx="6527">
                  <c:v>1.49336</c:v>
                </c:pt>
                <c:pt idx="6528">
                  <c:v>1.4936700000000001</c:v>
                </c:pt>
                <c:pt idx="6529">
                  <c:v>1.49397</c:v>
                </c:pt>
                <c:pt idx="6530">
                  <c:v>1.4942800000000001</c:v>
                </c:pt>
                <c:pt idx="6531">
                  <c:v>1.49458</c:v>
                </c:pt>
                <c:pt idx="6532">
                  <c:v>1.4948900000000001</c:v>
                </c:pt>
                <c:pt idx="6533">
                  <c:v>1.49519</c:v>
                </c:pt>
                <c:pt idx="6534">
                  <c:v>1.4955000000000001</c:v>
                </c:pt>
                <c:pt idx="6535">
                  <c:v>1.4958</c:v>
                </c:pt>
                <c:pt idx="6536">
                  <c:v>1.4961100000000001</c:v>
                </c:pt>
                <c:pt idx="6537">
                  <c:v>1.49641</c:v>
                </c:pt>
                <c:pt idx="6538">
                  <c:v>1.4967200000000001</c:v>
                </c:pt>
                <c:pt idx="6539">
                  <c:v>1.49702</c:v>
                </c:pt>
                <c:pt idx="6540">
                  <c:v>1.49733</c:v>
                </c:pt>
                <c:pt idx="6541">
                  <c:v>1.4976400000000001</c:v>
                </c:pt>
                <c:pt idx="6542">
                  <c:v>1.49794</c:v>
                </c:pt>
                <c:pt idx="6543">
                  <c:v>1.4982500000000001</c:v>
                </c:pt>
                <c:pt idx="6544">
                  <c:v>1.49855</c:v>
                </c:pt>
                <c:pt idx="6545">
                  <c:v>1.4988600000000001</c:v>
                </c:pt>
                <c:pt idx="6546">
                  <c:v>1.49916</c:v>
                </c:pt>
                <c:pt idx="6547">
                  <c:v>1.4994700000000001</c:v>
                </c:pt>
                <c:pt idx="6548">
                  <c:v>1.49977</c:v>
                </c:pt>
                <c:pt idx="6549">
                  <c:v>1.5000800000000001</c:v>
                </c:pt>
                <c:pt idx="6550">
                  <c:v>1.50038</c:v>
                </c:pt>
                <c:pt idx="6551">
                  <c:v>1.5006900000000001</c:v>
                </c:pt>
                <c:pt idx="6552">
                  <c:v>1.50099</c:v>
                </c:pt>
                <c:pt idx="6553">
                  <c:v>1.5013000000000001</c:v>
                </c:pt>
                <c:pt idx="6554">
                  <c:v>1.5016099999999999</c:v>
                </c:pt>
                <c:pt idx="6555">
                  <c:v>1.5019100000000001</c:v>
                </c:pt>
                <c:pt idx="6556">
                  <c:v>1.5022200000000001</c:v>
                </c:pt>
                <c:pt idx="6557">
                  <c:v>1.5025200000000001</c:v>
                </c:pt>
                <c:pt idx="6558">
                  <c:v>1.5028300000000001</c:v>
                </c:pt>
                <c:pt idx="6559">
                  <c:v>1.5031300000000001</c:v>
                </c:pt>
                <c:pt idx="6560">
                  <c:v>1.5034400000000001</c:v>
                </c:pt>
                <c:pt idx="6561">
                  <c:v>1.5037400000000001</c:v>
                </c:pt>
                <c:pt idx="6562">
                  <c:v>1.5040500000000001</c:v>
                </c:pt>
                <c:pt idx="6563">
                  <c:v>1.5043500000000001</c:v>
                </c:pt>
                <c:pt idx="6564">
                  <c:v>1.5046600000000001</c:v>
                </c:pt>
                <c:pt idx="6565">
                  <c:v>1.5049600000000001</c:v>
                </c:pt>
                <c:pt idx="6566">
                  <c:v>1.5052700000000001</c:v>
                </c:pt>
                <c:pt idx="6567">
                  <c:v>1.5055799999999999</c:v>
                </c:pt>
                <c:pt idx="6568">
                  <c:v>1.5058800000000001</c:v>
                </c:pt>
                <c:pt idx="6569">
                  <c:v>1.5061899999999999</c:v>
                </c:pt>
                <c:pt idx="6570">
                  <c:v>1.5064900000000001</c:v>
                </c:pt>
                <c:pt idx="6571">
                  <c:v>1.5067999999999999</c:v>
                </c:pt>
                <c:pt idx="6572">
                  <c:v>1.5071000000000001</c:v>
                </c:pt>
                <c:pt idx="6573">
                  <c:v>1.5074099999999999</c:v>
                </c:pt>
                <c:pt idx="6574">
                  <c:v>1.5077100000000001</c:v>
                </c:pt>
                <c:pt idx="6575">
                  <c:v>1.5080199999999999</c:v>
                </c:pt>
                <c:pt idx="6576">
                  <c:v>1.5083200000000001</c:v>
                </c:pt>
                <c:pt idx="6577">
                  <c:v>1.5086299999999999</c:v>
                </c:pt>
                <c:pt idx="6578">
                  <c:v>1.5089399999999999</c:v>
                </c:pt>
                <c:pt idx="6579">
                  <c:v>1.5092399999999999</c:v>
                </c:pt>
                <c:pt idx="6580">
                  <c:v>1.5095499999999999</c:v>
                </c:pt>
                <c:pt idx="6581">
                  <c:v>1.5098499999999999</c:v>
                </c:pt>
                <c:pt idx="6582">
                  <c:v>1.5101599999999999</c:v>
                </c:pt>
                <c:pt idx="6583">
                  <c:v>1.5104599999999999</c:v>
                </c:pt>
                <c:pt idx="6584">
                  <c:v>1.5107699999999999</c:v>
                </c:pt>
                <c:pt idx="6585">
                  <c:v>1.5110699999999999</c:v>
                </c:pt>
                <c:pt idx="6586">
                  <c:v>1.5113799999999999</c:v>
                </c:pt>
                <c:pt idx="6587">
                  <c:v>1.5116799999999999</c:v>
                </c:pt>
                <c:pt idx="6588">
                  <c:v>1.5119899999999999</c:v>
                </c:pt>
                <c:pt idx="6589">
                  <c:v>1.5122899999999999</c:v>
                </c:pt>
                <c:pt idx="6590">
                  <c:v>1.5125999999999999</c:v>
                </c:pt>
                <c:pt idx="6591">
                  <c:v>1.51291</c:v>
                </c:pt>
                <c:pt idx="6592">
                  <c:v>1.5132099999999999</c:v>
                </c:pt>
                <c:pt idx="6593">
                  <c:v>1.51352</c:v>
                </c:pt>
                <c:pt idx="6594">
                  <c:v>1.5138199999999999</c:v>
                </c:pt>
                <c:pt idx="6595">
                  <c:v>1.51413</c:v>
                </c:pt>
                <c:pt idx="6596">
                  <c:v>1.5144299999999999</c:v>
                </c:pt>
                <c:pt idx="6597">
                  <c:v>1.51474</c:v>
                </c:pt>
                <c:pt idx="6598">
                  <c:v>1.5150399999999999</c:v>
                </c:pt>
                <c:pt idx="6599">
                  <c:v>1.51535</c:v>
                </c:pt>
                <c:pt idx="6600">
                  <c:v>1.5156499999999999</c:v>
                </c:pt>
                <c:pt idx="6601">
                  <c:v>1.51596</c:v>
                </c:pt>
                <c:pt idx="6602">
                  <c:v>1.5162599999999999</c:v>
                </c:pt>
                <c:pt idx="6603">
                  <c:v>1.51657</c:v>
                </c:pt>
                <c:pt idx="6604">
                  <c:v>1.51688</c:v>
                </c:pt>
                <c:pt idx="6605">
                  <c:v>1.51718</c:v>
                </c:pt>
                <c:pt idx="6606">
                  <c:v>1.51749</c:v>
                </c:pt>
                <c:pt idx="6607">
                  <c:v>1.51779</c:v>
                </c:pt>
                <c:pt idx="6608">
                  <c:v>1.5181</c:v>
                </c:pt>
                <c:pt idx="6609">
                  <c:v>1.5184</c:v>
                </c:pt>
                <c:pt idx="6610">
                  <c:v>1.51871</c:v>
                </c:pt>
                <c:pt idx="6611">
                  <c:v>1.51901</c:v>
                </c:pt>
                <c:pt idx="6612">
                  <c:v>1.51932</c:v>
                </c:pt>
                <c:pt idx="6613">
                  <c:v>1.51962</c:v>
                </c:pt>
                <c:pt idx="6614">
                  <c:v>1.51993</c:v>
                </c:pt>
                <c:pt idx="6615">
                  <c:v>1.52023</c:v>
                </c:pt>
                <c:pt idx="6616">
                  <c:v>1.52054</c:v>
                </c:pt>
                <c:pt idx="6617">
                  <c:v>1.52085</c:v>
                </c:pt>
                <c:pt idx="6618">
                  <c:v>1.52115</c:v>
                </c:pt>
                <c:pt idx="6619">
                  <c:v>1.52146</c:v>
                </c:pt>
                <c:pt idx="6620">
                  <c:v>1.52176</c:v>
                </c:pt>
                <c:pt idx="6621">
                  <c:v>1.52207</c:v>
                </c:pt>
                <c:pt idx="6622">
                  <c:v>1.52237</c:v>
                </c:pt>
                <c:pt idx="6623">
                  <c:v>1.52268</c:v>
                </c:pt>
                <c:pt idx="6624">
                  <c:v>1.52298</c:v>
                </c:pt>
                <c:pt idx="6625">
                  <c:v>1.52329</c:v>
                </c:pt>
                <c:pt idx="6626">
                  <c:v>1.52359</c:v>
                </c:pt>
                <c:pt idx="6627">
                  <c:v>1.5239</c:v>
                </c:pt>
                <c:pt idx="6628">
                  <c:v>1.5242</c:v>
                </c:pt>
                <c:pt idx="6629">
                  <c:v>1.52451</c:v>
                </c:pt>
                <c:pt idx="6630">
                  <c:v>1.5248200000000001</c:v>
                </c:pt>
                <c:pt idx="6631">
                  <c:v>1.52512</c:v>
                </c:pt>
                <c:pt idx="6632">
                  <c:v>1.5254300000000001</c:v>
                </c:pt>
                <c:pt idx="6633">
                  <c:v>1.52573</c:v>
                </c:pt>
                <c:pt idx="6634">
                  <c:v>1.5260400000000001</c:v>
                </c:pt>
                <c:pt idx="6635">
                  <c:v>1.52634</c:v>
                </c:pt>
                <c:pt idx="6636">
                  <c:v>1.5266500000000001</c:v>
                </c:pt>
                <c:pt idx="6637">
                  <c:v>1.52695</c:v>
                </c:pt>
                <c:pt idx="6638">
                  <c:v>1.5272600000000001</c:v>
                </c:pt>
                <c:pt idx="6639">
                  <c:v>1.52756</c:v>
                </c:pt>
                <c:pt idx="6640">
                  <c:v>1.5278700000000001</c:v>
                </c:pt>
                <c:pt idx="6641">
                  <c:v>1.5281800000000001</c:v>
                </c:pt>
                <c:pt idx="6642">
                  <c:v>1.5284800000000001</c:v>
                </c:pt>
                <c:pt idx="6643">
                  <c:v>1.5287900000000001</c:v>
                </c:pt>
                <c:pt idx="6644">
                  <c:v>1.5290900000000001</c:v>
                </c:pt>
                <c:pt idx="6645">
                  <c:v>1.5294000000000001</c:v>
                </c:pt>
                <c:pt idx="6646">
                  <c:v>1.5297000000000001</c:v>
                </c:pt>
                <c:pt idx="6647">
                  <c:v>1.5300100000000001</c:v>
                </c:pt>
                <c:pt idx="6648">
                  <c:v>1.5303100000000001</c:v>
                </c:pt>
                <c:pt idx="6649">
                  <c:v>1.5306200000000001</c:v>
                </c:pt>
                <c:pt idx="6650">
                  <c:v>1.5309200000000001</c:v>
                </c:pt>
                <c:pt idx="6651">
                  <c:v>1.5312300000000001</c:v>
                </c:pt>
                <c:pt idx="6652">
                  <c:v>1.5315300000000001</c:v>
                </c:pt>
                <c:pt idx="6653">
                  <c:v>1.5318400000000001</c:v>
                </c:pt>
                <c:pt idx="6654">
                  <c:v>1.5321499999999999</c:v>
                </c:pt>
                <c:pt idx="6655">
                  <c:v>1.5324500000000001</c:v>
                </c:pt>
                <c:pt idx="6656">
                  <c:v>1.5327599999999999</c:v>
                </c:pt>
                <c:pt idx="6657">
                  <c:v>1.5330600000000001</c:v>
                </c:pt>
                <c:pt idx="6658">
                  <c:v>1.5333699999999999</c:v>
                </c:pt>
                <c:pt idx="6659">
                  <c:v>1.5336700000000001</c:v>
                </c:pt>
                <c:pt idx="6660">
                  <c:v>1.5339799999999999</c:v>
                </c:pt>
                <c:pt idx="6661">
                  <c:v>1.5342800000000001</c:v>
                </c:pt>
                <c:pt idx="6662">
                  <c:v>1.5345899999999999</c:v>
                </c:pt>
                <c:pt idx="6663">
                  <c:v>1.5348900000000001</c:v>
                </c:pt>
                <c:pt idx="6664">
                  <c:v>1.5351999999999999</c:v>
                </c:pt>
                <c:pt idx="6665">
                  <c:v>1.5355000000000001</c:v>
                </c:pt>
                <c:pt idx="6666">
                  <c:v>1.5358099999999999</c:v>
                </c:pt>
                <c:pt idx="6667">
                  <c:v>1.5361199999999999</c:v>
                </c:pt>
                <c:pt idx="6668">
                  <c:v>1.5364199999999999</c:v>
                </c:pt>
                <c:pt idx="6669">
                  <c:v>1.5367299999999999</c:v>
                </c:pt>
                <c:pt idx="6670">
                  <c:v>1.5370299999999999</c:v>
                </c:pt>
                <c:pt idx="6671">
                  <c:v>1.5373399999999999</c:v>
                </c:pt>
                <c:pt idx="6672">
                  <c:v>1.5376399999999999</c:v>
                </c:pt>
                <c:pt idx="6673">
                  <c:v>1.5379499999999999</c:v>
                </c:pt>
                <c:pt idx="6674">
                  <c:v>1.5382499999999999</c:v>
                </c:pt>
                <c:pt idx="6675">
                  <c:v>1.5385599999999999</c:v>
                </c:pt>
                <c:pt idx="6676">
                  <c:v>1.5388599999999999</c:v>
                </c:pt>
                <c:pt idx="6677">
                  <c:v>1.5391699999999999</c:v>
                </c:pt>
                <c:pt idx="6678">
                  <c:v>1.5394699999999999</c:v>
                </c:pt>
                <c:pt idx="6679">
                  <c:v>1.5397799999999999</c:v>
                </c:pt>
                <c:pt idx="6680">
                  <c:v>1.54009</c:v>
                </c:pt>
                <c:pt idx="6681">
                  <c:v>1.5403899999999999</c:v>
                </c:pt>
                <c:pt idx="6682">
                  <c:v>1.5407</c:v>
                </c:pt>
                <c:pt idx="6683">
                  <c:v>1.5409999999999999</c:v>
                </c:pt>
                <c:pt idx="6684">
                  <c:v>1.54131</c:v>
                </c:pt>
                <c:pt idx="6685">
                  <c:v>1.5416099999999999</c:v>
                </c:pt>
                <c:pt idx="6686">
                  <c:v>1.54192</c:v>
                </c:pt>
                <c:pt idx="6687">
                  <c:v>1.5422199999999999</c:v>
                </c:pt>
                <c:pt idx="6688">
                  <c:v>1.54253</c:v>
                </c:pt>
                <c:pt idx="6689">
                  <c:v>1.5428299999999999</c:v>
                </c:pt>
                <c:pt idx="6690">
                  <c:v>1.54314</c:v>
                </c:pt>
                <c:pt idx="6691">
                  <c:v>1.5434399999999999</c:v>
                </c:pt>
                <c:pt idx="6692">
                  <c:v>1.54375</c:v>
                </c:pt>
                <c:pt idx="6693">
                  <c:v>1.54406</c:v>
                </c:pt>
                <c:pt idx="6694">
                  <c:v>1.54436</c:v>
                </c:pt>
                <c:pt idx="6695">
                  <c:v>1.54467</c:v>
                </c:pt>
                <c:pt idx="6696">
                  <c:v>1.54497</c:v>
                </c:pt>
                <c:pt idx="6697">
                  <c:v>1.54528</c:v>
                </c:pt>
                <c:pt idx="6698">
                  <c:v>1.54558</c:v>
                </c:pt>
                <c:pt idx="6699">
                  <c:v>1.54589</c:v>
                </c:pt>
                <c:pt idx="6700">
                  <c:v>1.54619</c:v>
                </c:pt>
                <c:pt idx="6701">
                  <c:v>1.5465</c:v>
                </c:pt>
                <c:pt idx="6702">
                  <c:v>1.5468</c:v>
                </c:pt>
                <c:pt idx="6703">
                  <c:v>1.54711</c:v>
                </c:pt>
                <c:pt idx="6704">
                  <c:v>1.54742</c:v>
                </c:pt>
                <c:pt idx="6705">
                  <c:v>1.54772</c:v>
                </c:pt>
                <c:pt idx="6706">
                  <c:v>1.54803</c:v>
                </c:pt>
                <c:pt idx="6707">
                  <c:v>1.54833</c:v>
                </c:pt>
                <c:pt idx="6708">
                  <c:v>1.54864</c:v>
                </c:pt>
                <c:pt idx="6709">
                  <c:v>1.54894</c:v>
                </c:pt>
                <c:pt idx="6710">
                  <c:v>1.54925</c:v>
                </c:pt>
                <c:pt idx="6711">
                  <c:v>1.54955</c:v>
                </c:pt>
                <c:pt idx="6712">
                  <c:v>1.54986</c:v>
                </c:pt>
                <c:pt idx="6713">
                  <c:v>1.55016</c:v>
                </c:pt>
                <c:pt idx="6714">
                  <c:v>1.55047</c:v>
                </c:pt>
                <c:pt idx="6715">
                  <c:v>1.55077</c:v>
                </c:pt>
                <c:pt idx="6716">
                  <c:v>1.55108</c:v>
                </c:pt>
                <c:pt idx="6717">
                  <c:v>1.55139</c:v>
                </c:pt>
                <c:pt idx="6718">
                  <c:v>1.55169</c:v>
                </c:pt>
                <c:pt idx="6719">
                  <c:v>1.552</c:v>
                </c:pt>
                <c:pt idx="6720">
                  <c:v>1.5523</c:v>
                </c:pt>
                <c:pt idx="6721">
                  <c:v>1.55261</c:v>
                </c:pt>
                <c:pt idx="6722">
                  <c:v>1.55291</c:v>
                </c:pt>
                <c:pt idx="6723">
                  <c:v>1.55322</c:v>
                </c:pt>
                <c:pt idx="6724">
                  <c:v>1.55352</c:v>
                </c:pt>
                <c:pt idx="6725">
                  <c:v>1.55383</c:v>
                </c:pt>
                <c:pt idx="6726">
                  <c:v>1.55413</c:v>
                </c:pt>
                <c:pt idx="6727">
                  <c:v>1.55444</c:v>
                </c:pt>
                <c:pt idx="6728">
                  <c:v>1.55474</c:v>
                </c:pt>
                <c:pt idx="6729">
                  <c:v>1.55505</c:v>
                </c:pt>
                <c:pt idx="6730">
                  <c:v>1.5553600000000001</c:v>
                </c:pt>
                <c:pt idx="6731">
                  <c:v>1.55566</c:v>
                </c:pt>
                <c:pt idx="6732">
                  <c:v>1.5559700000000001</c:v>
                </c:pt>
                <c:pt idx="6733">
                  <c:v>1.55627</c:v>
                </c:pt>
                <c:pt idx="6734">
                  <c:v>1.5565800000000001</c:v>
                </c:pt>
                <c:pt idx="6735">
                  <c:v>1.55688</c:v>
                </c:pt>
                <c:pt idx="6736">
                  <c:v>1.5571900000000001</c:v>
                </c:pt>
                <c:pt idx="6737">
                  <c:v>1.55749</c:v>
                </c:pt>
                <c:pt idx="6738">
                  <c:v>1.5578000000000001</c:v>
                </c:pt>
                <c:pt idx="6739">
                  <c:v>1.5581</c:v>
                </c:pt>
                <c:pt idx="6740">
                  <c:v>1.5584100000000001</c:v>
                </c:pt>
                <c:pt idx="6741">
                  <c:v>1.55871</c:v>
                </c:pt>
                <c:pt idx="6742">
                  <c:v>1.5590200000000001</c:v>
                </c:pt>
                <c:pt idx="6743">
                  <c:v>1.5593300000000001</c:v>
                </c:pt>
                <c:pt idx="6744">
                  <c:v>1.5596300000000001</c:v>
                </c:pt>
                <c:pt idx="6745">
                  <c:v>1.5599400000000001</c:v>
                </c:pt>
                <c:pt idx="6746">
                  <c:v>1.5602400000000001</c:v>
                </c:pt>
                <c:pt idx="6747">
                  <c:v>1.5605500000000001</c:v>
                </c:pt>
                <c:pt idx="6748">
                  <c:v>1.5608500000000001</c:v>
                </c:pt>
                <c:pt idx="6749">
                  <c:v>1.5611600000000001</c:v>
                </c:pt>
                <c:pt idx="6750">
                  <c:v>1.5614600000000001</c:v>
                </c:pt>
                <c:pt idx="6751">
                  <c:v>1.5617700000000001</c:v>
                </c:pt>
                <c:pt idx="6752">
                  <c:v>1.5620700000000001</c:v>
                </c:pt>
                <c:pt idx="6753">
                  <c:v>1.5623800000000001</c:v>
                </c:pt>
                <c:pt idx="6754">
                  <c:v>1.5626899999999999</c:v>
                </c:pt>
                <c:pt idx="6755">
                  <c:v>1.5629900000000001</c:v>
                </c:pt>
                <c:pt idx="6756">
                  <c:v>1.5632999999999999</c:v>
                </c:pt>
                <c:pt idx="6757">
                  <c:v>1.5636000000000001</c:v>
                </c:pt>
                <c:pt idx="6758">
                  <c:v>1.5639099999999999</c:v>
                </c:pt>
                <c:pt idx="6759">
                  <c:v>1.5642100000000001</c:v>
                </c:pt>
                <c:pt idx="6760">
                  <c:v>1.5645199999999999</c:v>
                </c:pt>
                <c:pt idx="6761">
                  <c:v>1.5648200000000001</c:v>
                </c:pt>
                <c:pt idx="6762">
                  <c:v>1.5651299999999999</c:v>
                </c:pt>
                <c:pt idx="6763">
                  <c:v>1.5654300000000001</c:v>
                </c:pt>
                <c:pt idx="6764">
                  <c:v>1.5657399999999999</c:v>
                </c:pt>
                <c:pt idx="6765">
                  <c:v>1.5660400000000001</c:v>
                </c:pt>
                <c:pt idx="6766">
                  <c:v>1.5663499999999999</c:v>
                </c:pt>
                <c:pt idx="6767">
                  <c:v>1.5666599999999999</c:v>
                </c:pt>
                <c:pt idx="6768">
                  <c:v>1.5669599999999999</c:v>
                </c:pt>
                <c:pt idx="6769">
                  <c:v>1.5672699999999999</c:v>
                </c:pt>
                <c:pt idx="6770">
                  <c:v>1.5675699999999999</c:v>
                </c:pt>
                <c:pt idx="6771">
                  <c:v>1.5678799999999999</c:v>
                </c:pt>
                <c:pt idx="6772">
                  <c:v>1.5681799999999999</c:v>
                </c:pt>
                <c:pt idx="6773">
                  <c:v>1.5684899999999999</c:v>
                </c:pt>
                <c:pt idx="6774">
                  <c:v>1.5687899999999999</c:v>
                </c:pt>
                <c:pt idx="6775">
                  <c:v>1.5690999999999999</c:v>
                </c:pt>
                <c:pt idx="6776">
                  <c:v>1.5693999999999999</c:v>
                </c:pt>
                <c:pt idx="6777">
                  <c:v>1.5697099999999999</c:v>
                </c:pt>
                <c:pt idx="6778">
                  <c:v>1.5700099999999999</c:v>
                </c:pt>
                <c:pt idx="6779">
                  <c:v>1.5703199999999999</c:v>
                </c:pt>
                <c:pt idx="6780">
                  <c:v>1.57063</c:v>
                </c:pt>
                <c:pt idx="6781">
                  <c:v>1.5709299999999999</c:v>
                </c:pt>
                <c:pt idx="6782">
                  <c:v>1.57124</c:v>
                </c:pt>
                <c:pt idx="6783">
                  <c:v>1.5715399999999999</c:v>
                </c:pt>
                <c:pt idx="6784">
                  <c:v>1.57185</c:v>
                </c:pt>
                <c:pt idx="6785">
                  <c:v>1.5721499999999999</c:v>
                </c:pt>
                <c:pt idx="6786">
                  <c:v>1.57246</c:v>
                </c:pt>
                <c:pt idx="6787">
                  <c:v>1.5727599999999999</c:v>
                </c:pt>
                <c:pt idx="6788">
                  <c:v>1.57307</c:v>
                </c:pt>
                <c:pt idx="6789">
                  <c:v>1.5733699999999999</c:v>
                </c:pt>
                <c:pt idx="6790">
                  <c:v>1.57368</c:v>
                </c:pt>
                <c:pt idx="6791">
                  <c:v>1.5739799999999999</c:v>
                </c:pt>
                <c:pt idx="6792">
                  <c:v>1.57429</c:v>
                </c:pt>
                <c:pt idx="6793">
                  <c:v>1.5746</c:v>
                </c:pt>
                <c:pt idx="6794">
                  <c:v>1.5749</c:v>
                </c:pt>
                <c:pt idx="6795">
                  <c:v>1.57521</c:v>
                </c:pt>
                <c:pt idx="6796">
                  <c:v>1.57551</c:v>
                </c:pt>
                <c:pt idx="6797">
                  <c:v>1.57582</c:v>
                </c:pt>
                <c:pt idx="6798">
                  <c:v>1.57612</c:v>
                </c:pt>
                <c:pt idx="6799">
                  <c:v>1.57643</c:v>
                </c:pt>
                <c:pt idx="6800">
                  <c:v>1.57673</c:v>
                </c:pt>
                <c:pt idx="6801">
                  <c:v>1.57704</c:v>
                </c:pt>
                <c:pt idx="6802">
                  <c:v>1.57734</c:v>
                </c:pt>
                <c:pt idx="6803">
                  <c:v>1.57765</c:v>
                </c:pt>
                <c:pt idx="6804">
                  <c:v>1.57795</c:v>
                </c:pt>
                <c:pt idx="6805">
                  <c:v>1.57826</c:v>
                </c:pt>
                <c:pt idx="6806">
                  <c:v>1.57857</c:v>
                </c:pt>
                <c:pt idx="6807">
                  <c:v>1.57887</c:v>
                </c:pt>
                <c:pt idx="6808">
                  <c:v>1.57918</c:v>
                </c:pt>
                <c:pt idx="6809">
                  <c:v>1.57948</c:v>
                </c:pt>
                <c:pt idx="6810">
                  <c:v>1.57979</c:v>
                </c:pt>
                <c:pt idx="6811">
                  <c:v>1.58009</c:v>
                </c:pt>
                <c:pt idx="6812">
                  <c:v>1.5804</c:v>
                </c:pt>
                <c:pt idx="6813">
                  <c:v>1.5807</c:v>
                </c:pt>
                <c:pt idx="6814">
                  <c:v>1.58101</c:v>
                </c:pt>
                <c:pt idx="6815">
                  <c:v>1.58131</c:v>
                </c:pt>
                <c:pt idx="6816">
                  <c:v>1.58162</c:v>
                </c:pt>
                <c:pt idx="6817">
                  <c:v>1.5819300000000001</c:v>
                </c:pt>
                <c:pt idx="6818">
                  <c:v>1.58223</c:v>
                </c:pt>
                <c:pt idx="6819">
                  <c:v>1.5825400000000001</c:v>
                </c:pt>
                <c:pt idx="6820">
                  <c:v>1.58284</c:v>
                </c:pt>
                <c:pt idx="6821">
                  <c:v>1.5831500000000001</c:v>
                </c:pt>
                <c:pt idx="6822">
                  <c:v>1.58345</c:v>
                </c:pt>
                <c:pt idx="6823">
                  <c:v>1.5837600000000001</c:v>
                </c:pt>
                <c:pt idx="6824">
                  <c:v>1.58406</c:v>
                </c:pt>
                <c:pt idx="6825">
                  <c:v>1.5843700000000001</c:v>
                </c:pt>
                <c:pt idx="6826">
                  <c:v>1.58467</c:v>
                </c:pt>
                <c:pt idx="6827">
                  <c:v>1.5849800000000001</c:v>
                </c:pt>
                <c:pt idx="6828">
                  <c:v>1.58528</c:v>
                </c:pt>
                <c:pt idx="6829">
                  <c:v>1.5855900000000001</c:v>
                </c:pt>
                <c:pt idx="6830">
                  <c:v>1.5859000000000001</c:v>
                </c:pt>
                <c:pt idx="6831">
                  <c:v>1.5862000000000001</c:v>
                </c:pt>
                <c:pt idx="6832">
                  <c:v>1.5865100000000001</c:v>
                </c:pt>
                <c:pt idx="6833">
                  <c:v>1.5868100000000001</c:v>
                </c:pt>
                <c:pt idx="6834">
                  <c:v>1.5871200000000001</c:v>
                </c:pt>
                <c:pt idx="6835">
                  <c:v>1.5874200000000001</c:v>
                </c:pt>
                <c:pt idx="6836">
                  <c:v>1.5877300000000001</c:v>
                </c:pt>
                <c:pt idx="6837">
                  <c:v>1.5880300000000001</c:v>
                </c:pt>
                <c:pt idx="6838">
                  <c:v>1.5883400000000001</c:v>
                </c:pt>
                <c:pt idx="6839">
                  <c:v>1.5886400000000001</c:v>
                </c:pt>
                <c:pt idx="6840">
                  <c:v>1.5889500000000001</c:v>
                </c:pt>
                <c:pt idx="6841">
                  <c:v>1.5892500000000001</c:v>
                </c:pt>
                <c:pt idx="6842">
                  <c:v>1.5895600000000001</c:v>
                </c:pt>
                <c:pt idx="6843">
                  <c:v>1.5898699999999999</c:v>
                </c:pt>
                <c:pt idx="6844">
                  <c:v>1.5901700000000001</c:v>
                </c:pt>
                <c:pt idx="6845">
                  <c:v>1.5904799999999999</c:v>
                </c:pt>
                <c:pt idx="6846">
                  <c:v>1.5907800000000001</c:v>
                </c:pt>
                <c:pt idx="6847">
                  <c:v>1.5910899999999999</c:v>
                </c:pt>
                <c:pt idx="6848">
                  <c:v>1.5913900000000001</c:v>
                </c:pt>
                <c:pt idx="6849">
                  <c:v>1.5916999999999999</c:v>
                </c:pt>
                <c:pt idx="6850">
                  <c:v>1.5920000000000001</c:v>
                </c:pt>
                <c:pt idx="6851">
                  <c:v>1.5923099999999999</c:v>
                </c:pt>
                <c:pt idx="6852">
                  <c:v>1.5926100000000001</c:v>
                </c:pt>
                <c:pt idx="6853">
                  <c:v>1.5929199999999999</c:v>
                </c:pt>
                <c:pt idx="6854">
                  <c:v>1.5932200000000001</c:v>
                </c:pt>
                <c:pt idx="6855">
                  <c:v>1.5935299999999999</c:v>
                </c:pt>
                <c:pt idx="6856">
                  <c:v>1.5938399999999999</c:v>
                </c:pt>
                <c:pt idx="6857">
                  <c:v>1.5941399999999999</c:v>
                </c:pt>
                <c:pt idx="6858">
                  <c:v>1.5944499999999999</c:v>
                </c:pt>
                <c:pt idx="6859">
                  <c:v>1.5947499999999999</c:v>
                </c:pt>
                <c:pt idx="6860">
                  <c:v>1.5950599999999999</c:v>
                </c:pt>
                <c:pt idx="6861">
                  <c:v>1.5953599999999999</c:v>
                </c:pt>
                <c:pt idx="6862">
                  <c:v>1.5956699999999999</c:v>
                </c:pt>
                <c:pt idx="6863">
                  <c:v>1.5959700000000001</c:v>
                </c:pt>
                <c:pt idx="6864">
                  <c:v>1.5962799999999999</c:v>
                </c:pt>
                <c:pt idx="6865">
                  <c:v>1.5965800000000001</c:v>
                </c:pt>
                <c:pt idx="6866">
                  <c:v>1.5968899999999999</c:v>
                </c:pt>
                <c:pt idx="6867">
                  <c:v>1.5971900000000001</c:v>
                </c:pt>
                <c:pt idx="6868">
                  <c:v>1.5974999999999999</c:v>
                </c:pt>
                <c:pt idx="6869">
                  <c:v>1.59781</c:v>
                </c:pt>
                <c:pt idx="6870">
                  <c:v>1.5981099999999999</c:v>
                </c:pt>
                <c:pt idx="6871">
                  <c:v>1.59842</c:v>
                </c:pt>
                <c:pt idx="6872">
                  <c:v>1.5987199999999999</c:v>
                </c:pt>
                <c:pt idx="6873">
                  <c:v>1.59903</c:v>
                </c:pt>
                <c:pt idx="6874">
                  <c:v>1.5993299999999999</c:v>
                </c:pt>
                <c:pt idx="6875">
                  <c:v>1.59964</c:v>
                </c:pt>
                <c:pt idx="6876">
                  <c:v>1.5999399999999999</c:v>
                </c:pt>
                <c:pt idx="6877">
                  <c:v>1.60025</c:v>
                </c:pt>
                <c:pt idx="6878">
                  <c:v>1.6005499999999999</c:v>
                </c:pt>
                <c:pt idx="6879">
                  <c:v>1.6008599999999999</c:v>
                </c:pt>
                <c:pt idx="6880">
                  <c:v>1.60117</c:v>
                </c:pt>
                <c:pt idx="6881">
                  <c:v>1.6014699999999999</c:v>
                </c:pt>
                <c:pt idx="6882">
                  <c:v>1.60178</c:v>
                </c:pt>
                <c:pt idx="6883">
                  <c:v>1.6020799999999999</c:v>
                </c:pt>
                <c:pt idx="6884">
                  <c:v>1.60239</c:v>
                </c:pt>
                <c:pt idx="6885">
                  <c:v>1.6026899999999999</c:v>
                </c:pt>
                <c:pt idx="6886">
                  <c:v>1.603</c:v>
                </c:pt>
                <c:pt idx="6887">
                  <c:v>1.6032999999999999</c:v>
                </c:pt>
                <c:pt idx="6888">
                  <c:v>1.60361</c:v>
                </c:pt>
                <c:pt idx="6889">
                  <c:v>1.6039099999999999</c:v>
                </c:pt>
                <c:pt idx="6890">
                  <c:v>1.60422</c:v>
                </c:pt>
                <c:pt idx="6891">
                  <c:v>1.6045199999999999</c:v>
                </c:pt>
                <c:pt idx="6892">
                  <c:v>1.60483</c:v>
                </c:pt>
                <c:pt idx="6893">
                  <c:v>1.60514</c:v>
                </c:pt>
                <c:pt idx="6894">
                  <c:v>1.60544</c:v>
                </c:pt>
                <c:pt idx="6895">
                  <c:v>1.60575</c:v>
                </c:pt>
                <c:pt idx="6896">
                  <c:v>1.60605</c:v>
                </c:pt>
                <c:pt idx="6897">
                  <c:v>1.60636</c:v>
                </c:pt>
                <c:pt idx="6898">
                  <c:v>1.60666</c:v>
                </c:pt>
                <c:pt idx="6899">
                  <c:v>1.60697</c:v>
                </c:pt>
                <c:pt idx="6900">
                  <c:v>1.60727</c:v>
                </c:pt>
                <c:pt idx="6901">
                  <c:v>1.60758</c:v>
                </c:pt>
                <c:pt idx="6902">
                  <c:v>1.60788</c:v>
                </c:pt>
                <c:pt idx="6903">
                  <c:v>1.60819</c:v>
                </c:pt>
                <c:pt idx="6904">
                  <c:v>1.60849</c:v>
                </c:pt>
                <c:pt idx="6905">
                  <c:v>1.6088</c:v>
                </c:pt>
                <c:pt idx="6906">
                  <c:v>1.60911</c:v>
                </c:pt>
                <c:pt idx="6907">
                  <c:v>1.60941</c:v>
                </c:pt>
                <c:pt idx="6908">
                  <c:v>1.60972</c:v>
                </c:pt>
                <c:pt idx="6909">
                  <c:v>1.61002</c:v>
                </c:pt>
                <c:pt idx="6910">
                  <c:v>1.61033</c:v>
                </c:pt>
                <c:pt idx="6911">
                  <c:v>1.61063</c:v>
                </c:pt>
                <c:pt idx="6912">
                  <c:v>1.61094</c:v>
                </c:pt>
                <c:pt idx="6913">
                  <c:v>1.61124</c:v>
                </c:pt>
                <c:pt idx="6914">
                  <c:v>1.61155</c:v>
                </c:pt>
                <c:pt idx="6915">
                  <c:v>1.61185</c:v>
                </c:pt>
                <c:pt idx="6916">
                  <c:v>1.61216</c:v>
                </c:pt>
                <c:pt idx="6917">
                  <c:v>1.61246</c:v>
                </c:pt>
                <c:pt idx="6918">
                  <c:v>1.61277</c:v>
                </c:pt>
                <c:pt idx="6919">
                  <c:v>1.6130800000000001</c:v>
                </c:pt>
                <c:pt idx="6920">
                  <c:v>1.61338</c:v>
                </c:pt>
                <c:pt idx="6921">
                  <c:v>1.6136900000000001</c:v>
                </c:pt>
                <c:pt idx="6922">
                  <c:v>1.61399</c:v>
                </c:pt>
                <c:pt idx="6923">
                  <c:v>1.6143000000000001</c:v>
                </c:pt>
                <c:pt idx="6924">
                  <c:v>1.6146</c:v>
                </c:pt>
                <c:pt idx="6925">
                  <c:v>1.6149100000000001</c:v>
                </c:pt>
                <c:pt idx="6926">
                  <c:v>1.61521</c:v>
                </c:pt>
                <c:pt idx="6927">
                  <c:v>1.6155200000000001</c:v>
                </c:pt>
                <c:pt idx="6928">
                  <c:v>1.61582</c:v>
                </c:pt>
                <c:pt idx="6929">
                  <c:v>1.6161300000000001</c:v>
                </c:pt>
                <c:pt idx="6930">
                  <c:v>1.6164400000000001</c:v>
                </c:pt>
                <c:pt idx="6931">
                  <c:v>1.6167400000000001</c:v>
                </c:pt>
                <c:pt idx="6932">
                  <c:v>1.6170500000000001</c:v>
                </c:pt>
                <c:pt idx="6933">
                  <c:v>1.6173500000000001</c:v>
                </c:pt>
                <c:pt idx="6934">
                  <c:v>1.6176600000000001</c:v>
                </c:pt>
                <c:pt idx="6935">
                  <c:v>1.6179600000000001</c:v>
                </c:pt>
                <c:pt idx="6936">
                  <c:v>1.6182700000000001</c:v>
                </c:pt>
                <c:pt idx="6937">
                  <c:v>1.6185700000000001</c:v>
                </c:pt>
                <c:pt idx="6938">
                  <c:v>1.6188800000000001</c:v>
                </c:pt>
                <c:pt idx="6939">
                  <c:v>1.6191800000000001</c:v>
                </c:pt>
                <c:pt idx="6940">
                  <c:v>1.6194900000000001</c:v>
                </c:pt>
                <c:pt idx="6941">
                  <c:v>1.6197900000000001</c:v>
                </c:pt>
                <c:pt idx="6942">
                  <c:v>1.6201000000000001</c:v>
                </c:pt>
                <c:pt idx="6943">
                  <c:v>1.6204099999999999</c:v>
                </c:pt>
                <c:pt idx="6944">
                  <c:v>1.6207100000000001</c:v>
                </c:pt>
                <c:pt idx="6945">
                  <c:v>1.6210199999999999</c:v>
                </c:pt>
                <c:pt idx="6946">
                  <c:v>1.6213200000000001</c:v>
                </c:pt>
                <c:pt idx="6947">
                  <c:v>1.6216299999999999</c:v>
                </c:pt>
                <c:pt idx="6948">
                  <c:v>1.6219300000000001</c:v>
                </c:pt>
                <c:pt idx="6949">
                  <c:v>1.6222399999999999</c:v>
                </c:pt>
                <c:pt idx="6950">
                  <c:v>1.6225400000000001</c:v>
                </c:pt>
                <c:pt idx="6951">
                  <c:v>1.6228499999999999</c:v>
                </c:pt>
                <c:pt idx="6952">
                  <c:v>1.6231500000000001</c:v>
                </c:pt>
                <c:pt idx="6953">
                  <c:v>1.6234599999999999</c:v>
                </c:pt>
                <c:pt idx="6954">
                  <c:v>1.6237600000000001</c:v>
                </c:pt>
                <c:pt idx="6955">
                  <c:v>1.6240699999999999</c:v>
                </c:pt>
                <c:pt idx="6956">
                  <c:v>1.6243799999999999</c:v>
                </c:pt>
                <c:pt idx="6957">
                  <c:v>1.6246799999999999</c:v>
                </c:pt>
                <c:pt idx="6958">
                  <c:v>1.6249899999999999</c:v>
                </c:pt>
                <c:pt idx="6959">
                  <c:v>1.6252899999999999</c:v>
                </c:pt>
                <c:pt idx="6960">
                  <c:v>1.6255999999999999</c:v>
                </c:pt>
                <c:pt idx="6961">
                  <c:v>1.6258999999999999</c:v>
                </c:pt>
                <c:pt idx="6962">
                  <c:v>1.6262099999999999</c:v>
                </c:pt>
                <c:pt idx="6963">
                  <c:v>1.6265099999999999</c:v>
                </c:pt>
                <c:pt idx="6964">
                  <c:v>1.6268199999999999</c:v>
                </c:pt>
                <c:pt idx="6965">
                  <c:v>1.6271199999999999</c:v>
                </c:pt>
                <c:pt idx="6966">
                  <c:v>1.6274299999999999</c:v>
                </c:pt>
                <c:pt idx="6967">
                  <c:v>1.6277299999999999</c:v>
                </c:pt>
                <c:pt idx="6968">
                  <c:v>1.6280399999999999</c:v>
                </c:pt>
                <c:pt idx="6969">
                  <c:v>1.62835</c:v>
                </c:pt>
                <c:pt idx="6970">
                  <c:v>1.6286499999999999</c:v>
                </c:pt>
                <c:pt idx="6971">
                  <c:v>1.62896</c:v>
                </c:pt>
                <c:pt idx="6972">
                  <c:v>1.6292599999999999</c:v>
                </c:pt>
                <c:pt idx="6973">
                  <c:v>1.62957</c:v>
                </c:pt>
                <c:pt idx="6974">
                  <c:v>1.6298699999999999</c:v>
                </c:pt>
                <c:pt idx="6975">
                  <c:v>1.63018</c:v>
                </c:pt>
                <c:pt idx="6976">
                  <c:v>1.6304799999999999</c:v>
                </c:pt>
                <c:pt idx="6977">
                  <c:v>1.63079</c:v>
                </c:pt>
                <c:pt idx="6978">
                  <c:v>1.6310899999999999</c:v>
                </c:pt>
                <c:pt idx="6979">
                  <c:v>1.6314</c:v>
                </c:pt>
                <c:pt idx="6980">
                  <c:v>1.6316999999999999</c:v>
                </c:pt>
                <c:pt idx="6981">
                  <c:v>1.63201</c:v>
                </c:pt>
                <c:pt idx="6982">
                  <c:v>1.63232</c:v>
                </c:pt>
                <c:pt idx="6983">
                  <c:v>1.63262</c:v>
                </c:pt>
                <c:pt idx="6984">
                  <c:v>1.63293</c:v>
                </c:pt>
                <c:pt idx="6985">
                  <c:v>1.63323</c:v>
                </c:pt>
                <c:pt idx="6986">
                  <c:v>1.63354</c:v>
                </c:pt>
                <c:pt idx="6987">
                  <c:v>1.63384</c:v>
                </c:pt>
                <c:pt idx="6988">
                  <c:v>1.63415</c:v>
                </c:pt>
                <c:pt idx="6989">
                  <c:v>1.63445</c:v>
                </c:pt>
                <c:pt idx="6990">
                  <c:v>1.63476</c:v>
                </c:pt>
                <c:pt idx="6991">
                  <c:v>1.63506</c:v>
                </c:pt>
                <c:pt idx="6992">
                  <c:v>1.63537</c:v>
                </c:pt>
                <c:pt idx="6993">
                  <c:v>1.63568</c:v>
                </c:pt>
                <c:pt idx="6994">
                  <c:v>1.63598</c:v>
                </c:pt>
                <c:pt idx="6995">
                  <c:v>1.63629</c:v>
                </c:pt>
                <c:pt idx="6996">
                  <c:v>1.63659</c:v>
                </c:pt>
                <c:pt idx="6997">
                  <c:v>1.6369</c:v>
                </c:pt>
                <c:pt idx="6998">
                  <c:v>1.6372</c:v>
                </c:pt>
                <c:pt idx="6999">
                  <c:v>1.63751</c:v>
                </c:pt>
                <c:pt idx="7000">
                  <c:v>1.63781</c:v>
                </c:pt>
                <c:pt idx="7001">
                  <c:v>1.63812</c:v>
                </c:pt>
                <c:pt idx="7002">
                  <c:v>1.63842</c:v>
                </c:pt>
                <c:pt idx="7003">
                  <c:v>1.63873</c:v>
                </c:pt>
                <c:pt idx="7004">
                  <c:v>1.63903</c:v>
                </c:pt>
                <c:pt idx="7005">
                  <c:v>1.63934</c:v>
                </c:pt>
                <c:pt idx="7006">
                  <c:v>1.6396500000000001</c:v>
                </c:pt>
                <c:pt idx="7007">
                  <c:v>1.63995</c:v>
                </c:pt>
                <c:pt idx="7008">
                  <c:v>1.6402600000000001</c:v>
                </c:pt>
                <c:pt idx="7009">
                  <c:v>1.64056</c:v>
                </c:pt>
                <c:pt idx="7010">
                  <c:v>1.6408700000000001</c:v>
                </c:pt>
                <c:pt idx="7011">
                  <c:v>1.64117</c:v>
                </c:pt>
                <c:pt idx="7012">
                  <c:v>1.6414800000000001</c:v>
                </c:pt>
                <c:pt idx="7013">
                  <c:v>1.64178</c:v>
                </c:pt>
                <c:pt idx="7014">
                  <c:v>1.64209</c:v>
                </c:pt>
                <c:pt idx="7015">
                  <c:v>1.64239</c:v>
                </c:pt>
                <c:pt idx="7016">
                  <c:v>1.6427</c:v>
                </c:pt>
                <c:pt idx="7017">
                  <c:v>1.643</c:v>
                </c:pt>
                <c:pt idx="7018">
                  <c:v>1.64331</c:v>
                </c:pt>
                <c:pt idx="7019">
                  <c:v>1.6436200000000001</c:v>
                </c:pt>
                <c:pt idx="7020">
                  <c:v>1.64392</c:v>
                </c:pt>
                <c:pt idx="7021">
                  <c:v>1.6442300000000001</c:v>
                </c:pt>
                <c:pt idx="7022">
                  <c:v>1.64453</c:v>
                </c:pt>
                <c:pt idx="7023">
                  <c:v>1.6448400000000001</c:v>
                </c:pt>
                <c:pt idx="7024">
                  <c:v>1.64514</c:v>
                </c:pt>
                <c:pt idx="7025">
                  <c:v>1.6454500000000001</c:v>
                </c:pt>
                <c:pt idx="7026">
                  <c:v>1.64575</c:v>
                </c:pt>
                <c:pt idx="7027">
                  <c:v>1.6460600000000001</c:v>
                </c:pt>
                <c:pt idx="7028">
                  <c:v>1.64636</c:v>
                </c:pt>
                <c:pt idx="7029">
                  <c:v>1.6466700000000001</c:v>
                </c:pt>
                <c:pt idx="7030">
                  <c:v>1.64697</c:v>
                </c:pt>
                <c:pt idx="7031">
                  <c:v>1.6472800000000001</c:v>
                </c:pt>
                <c:pt idx="7032">
                  <c:v>1.6475900000000001</c:v>
                </c:pt>
                <c:pt idx="7033">
                  <c:v>1.6478900000000001</c:v>
                </c:pt>
                <c:pt idx="7034">
                  <c:v>1.6482000000000001</c:v>
                </c:pt>
                <c:pt idx="7035">
                  <c:v>1.6485000000000001</c:v>
                </c:pt>
                <c:pt idx="7036">
                  <c:v>1.6488100000000001</c:v>
                </c:pt>
                <c:pt idx="7037">
                  <c:v>1.6491100000000001</c:v>
                </c:pt>
                <c:pt idx="7038">
                  <c:v>1.6494200000000001</c:v>
                </c:pt>
                <c:pt idx="7039">
                  <c:v>1.6497200000000001</c:v>
                </c:pt>
                <c:pt idx="7040">
                  <c:v>1.6500300000000001</c:v>
                </c:pt>
                <c:pt idx="7041">
                  <c:v>1.6503300000000001</c:v>
                </c:pt>
                <c:pt idx="7042">
                  <c:v>1.6506400000000001</c:v>
                </c:pt>
                <c:pt idx="7043">
                  <c:v>1.6509400000000001</c:v>
                </c:pt>
                <c:pt idx="7044">
                  <c:v>1.6512500000000001</c:v>
                </c:pt>
                <c:pt idx="7045">
                  <c:v>1.6515599999999999</c:v>
                </c:pt>
                <c:pt idx="7046">
                  <c:v>1.6518600000000001</c:v>
                </c:pt>
                <c:pt idx="7047">
                  <c:v>1.6521699999999999</c:v>
                </c:pt>
                <c:pt idx="7048">
                  <c:v>1.6524700000000001</c:v>
                </c:pt>
                <c:pt idx="7049">
                  <c:v>1.6527799999999999</c:v>
                </c:pt>
                <c:pt idx="7050">
                  <c:v>1.6530800000000001</c:v>
                </c:pt>
                <c:pt idx="7051">
                  <c:v>1.6533899999999999</c:v>
                </c:pt>
                <c:pt idx="7052">
                  <c:v>1.6536900000000001</c:v>
                </c:pt>
                <c:pt idx="7053">
                  <c:v>1.6539999999999999</c:v>
                </c:pt>
                <c:pt idx="7054">
                  <c:v>1.6543000000000001</c:v>
                </c:pt>
                <c:pt idx="7055">
                  <c:v>1.6546099999999999</c:v>
                </c:pt>
                <c:pt idx="7056">
                  <c:v>1.6549199999999999</c:v>
                </c:pt>
                <c:pt idx="7057">
                  <c:v>1.6552199999999999</c:v>
                </c:pt>
                <c:pt idx="7058">
                  <c:v>1.6555299999999999</c:v>
                </c:pt>
                <c:pt idx="7059">
                  <c:v>1.6558299999999999</c:v>
                </c:pt>
                <c:pt idx="7060">
                  <c:v>1.6561399999999999</c:v>
                </c:pt>
                <c:pt idx="7061">
                  <c:v>1.6564399999999999</c:v>
                </c:pt>
                <c:pt idx="7062">
                  <c:v>1.6567499999999999</c:v>
                </c:pt>
                <c:pt idx="7063">
                  <c:v>1.6570499999999999</c:v>
                </c:pt>
                <c:pt idx="7064">
                  <c:v>1.6573599999999999</c:v>
                </c:pt>
                <c:pt idx="7065">
                  <c:v>1.6576599999999999</c:v>
                </c:pt>
                <c:pt idx="7066">
                  <c:v>1.6579699999999999</c:v>
                </c:pt>
                <c:pt idx="7067">
                  <c:v>1.6582699999999999</c:v>
                </c:pt>
                <c:pt idx="7068">
                  <c:v>1.6585799999999999</c:v>
                </c:pt>
                <c:pt idx="7069">
                  <c:v>1.65889</c:v>
                </c:pt>
                <c:pt idx="7070">
                  <c:v>1.6591899999999999</c:v>
                </c:pt>
                <c:pt idx="7071">
                  <c:v>1.6595</c:v>
                </c:pt>
                <c:pt idx="7072">
                  <c:v>1.6597999999999999</c:v>
                </c:pt>
                <c:pt idx="7073">
                  <c:v>1.66011</c:v>
                </c:pt>
                <c:pt idx="7074">
                  <c:v>1.6604099999999999</c:v>
                </c:pt>
                <c:pt idx="7075">
                  <c:v>1.66072</c:v>
                </c:pt>
                <c:pt idx="7076">
                  <c:v>1.6610199999999999</c:v>
                </c:pt>
                <c:pt idx="7077">
                  <c:v>1.66133</c:v>
                </c:pt>
                <c:pt idx="7078">
                  <c:v>1.6616299999999999</c:v>
                </c:pt>
                <c:pt idx="7079">
                  <c:v>1.66194</c:v>
                </c:pt>
                <c:pt idx="7080">
                  <c:v>1.6622399999999999</c:v>
                </c:pt>
                <c:pt idx="7081">
                  <c:v>1.66255</c:v>
                </c:pt>
                <c:pt idx="7082">
                  <c:v>1.66286</c:v>
                </c:pt>
                <c:pt idx="7083">
                  <c:v>1.66316</c:v>
                </c:pt>
                <c:pt idx="7084">
                  <c:v>1.66347</c:v>
                </c:pt>
                <c:pt idx="7085">
                  <c:v>1.66377</c:v>
                </c:pt>
                <c:pt idx="7086">
                  <c:v>1.66408</c:v>
                </c:pt>
                <c:pt idx="7087">
                  <c:v>1.66438</c:v>
                </c:pt>
                <c:pt idx="7088">
                  <c:v>1.66469</c:v>
                </c:pt>
                <c:pt idx="7089">
                  <c:v>1.66499</c:v>
                </c:pt>
                <c:pt idx="7090">
                  <c:v>1.6653</c:v>
                </c:pt>
                <c:pt idx="7091">
                  <c:v>1.6656</c:v>
                </c:pt>
                <c:pt idx="7092">
                  <c:v>1.66591</c:v>
                </c:pt>
                <c:pt idx="7093">
                  <c:v>1.66621</c:v>
                </c:pt>
                <c:pt idx="7094">
                  <c:v>1.66652</c:v>
                </c:pt>
                <c:pt idx="7095">
                  <c:v>1.66683</c:v>
                </c:pt>
                <c:pt idx="7096">
                  <c:v>1.66713</c:v>
                </c:pt>
                <c:pt idx="7097">
                  <c:v>1.66744</c:v>
                </c:pt>
                <c:pt idx="7098">
                  <c:v>1.66774</c:v>
                </c:pt>
                <c:pt idx="7099">
                  <c:v>1.66805</c:v>
                </c:pt>
                <c:pt idx="7100">
                  <c:v>1.66835</c:v>
                </c:pt>
                <c:pt idx="7101">
                  <c:v>1.66866</c:v>
                </c:pt>
                <c:pt idx="7102">
                  <c:v>1.66896</c:v>
                </c:pt>
                <c:pt idx="7103">
                  <c:v>1.66927</c:v>
                </c:pt>
                <c:pt idx="7104">
                  <c:v>1.66957</c:v>
                </c:pt>
                <c:pt idx="7105">
                  <c:v>1.66988</c:v>
                </c:pt>
                <c:pt idx="7106">
                  <c:v>1.67018</c:v>
                </c:pt>
                <c:pt idx="7107">
                  <c:v>1.67049</c:v>
                </c:pt>
                <c:pt idx="7108">
                  <c:v>1.6708000000000001</c:v>
                </c:pt>
                <c:pt idx="7109">
                  <c:v>1.6711</c:v>
                </c:pt>
                <c:pt idx="7110">
                  <c:v>1.6714100000000001</c:v>
                </c:pt>
                <c:pt idx="7111">
                  <c:v>1.67171</c:v>
                </c:pt>
                <c:pt idx="7112">
                  <c:v>1.6720200000000001</c:v>
                </c:pt>
                <c:pt idx="7113">
                  <c:v>1.67232</c:v>
                </c:pt>
                <c:pt idx="7114">
                  <c:v>1.6726300000000001</c:v>
                </c:pt>
                <c:pt idx="7115">
                  <c:v>1.67293</c:v>
                </c:pt>
                <c:pt idx="7116">
                  <c:v>1.6732400000000001</c:v>
                </c:pt>
                <c:pt idx="7117">
                  <c:v>1.67354</c:v>
                </c:pt>
                <c:pt idx="7118">
                  <c:v>1.6738500000000001</c:v>
                </c:pt>
                <c:pt idx="7119">
                  <c:v>1.6741600000000001</c:v>
                </c:pt>
                <c:pt idx="7120">
                  <c:v>1.6744600000000001</c:v>
                </c:pt>
                <c:pt idx="7121">
                  <c:v>1.6747700000000001</c:v>
                </c:pt>
                <c:pt idx="7122">
                  <c:v>1.6750700000000001</c:v>
                </c:pt>
                <c:pt idx="7123">
                  <c:v>1.6753800000000001</c:v>
                </c:pt>
                <c:pt idx="7124">
                  <c:v>1.6756800000000001</c:v>
                </c:pt>
                <c:pt idx="7125">
                  <c:v>1.6759900000000001</c:v>
                </c:pt>
                <c:pt idx="7126">
                  <c:v>1.6762900000000001</c:v>
                </c:pt>
                <c:pt idx="7127">
                  <c:v>1.6766000000000001</c:v>
                </c:pt>
                <c:pt idx="7128">
                  <c:v>1.6769000000000001</c:v>
                </c:pt>
                <c:pt idx="7129">
                  <c:v>1.6772100000000001</c:v>
                </c:pt>
                <c:pt idx="7130">
                  <c:v>1.6775100000000001</c:v>
                </c:pt>
                <c:pt idx="7131">
                  <c:v>1.6778200000000001</c:v>
                </c:pt>
                <c:pt idx="7132">
                  <c:v>1.6781299999999999</c:v>
                </c:pt>
                <c:pt idx="7133">
                  <c:v>1.6784300000000001</c:v>
                </c:pt>
                <c:pt idx="7134">
                  <c:v>1.6787399999999999</c:v>
                </c:pt>
                <c:pt idx="7135">
                  <c:v>1.6790400000000001</c:v>
                </c:pt>
                <c:pt idx="7136">
                  <c:v>1.6793499999999999</c:v>
                </c:pt>
                <c:pt idx="7137">
                  <c:v>1.6796500000000001</c:v>
                </c:pt>
                <c:pt idx="7138">
                  <c:v>1.6799599999999999</c:v>
                </c:pt>
                <c:pt idx="7139">
                  <c:v>1.6802600000000001</c:v>
                </c:pt>
                <c:pt idx="7140">
                  <c:v>1.6805699999999999</c:v>
                </c:pt>
                <c:pt idx="7141">
                  <c:v>1.6808700000000001</c:v>
                </c:pt>
                <c:pt idx="7142">
                  <c:v>1.6811799999999999</c:v>
                </c:pt>
                <c:pt idx="7143">
                  <c:v>1.6814800000000001</c:v>
                </c:pt>
                <c:pt idx="7144">
                  <c:v>1.6817899999999999</c:v>
                </c:pt>
                <c:pt idx="7145">
                  <c:v>1.6820999999999999</c:v>
                </c:pt>
                <c:pt idx="7146">
                  <c:v>1.6823999999999999</c:v>
                </c:pt>
                <c:pt idx="7147">
                  <c:v>1.6827099999999999</c:v>
                </c:pt>
                <c:pt idx="7148">
                  <c:v>1.6830099999999999</c:v>
                </c:pt>
                <c:pt idx="7149">
                  <c:v>1.6833199999999999</c:v>
                </c:pt>
                <c:pt idx="7150">
                  <c:v>1.6836199999999999</c:v>
                </c:pt>
                <c:pt idx="7151">
                  <c:v>1.6839299999999999</c:v>
                </c:pt>
                <c:pt idx="7152">
                  <c:v>1.6842299999999999</c:v>
                </c:pt>
                <c:pt idx="7153">
                  <c:v>1.6845399999999999</c:v>
                </c:pt>
                <c:pt idx="7154">
                  <c:v>1.6848399999999999</c:v>
                </c:pt>
                <c:pt idx="7155">
                  <c:v>1.6851499999999999</c:v>
                </c:pt>
                <c:pt idx="7156">
                  <c:v>1.6854499999999999</c:v>
                </c:pt>
                <c:pt idx="7157">
                  <c:v>1.6857599999999999</c:v>
                </c:pt>
                <c:pt idx="7158">
                  <c:v>1.68607</c:v>
                </c:pt>
                <c:pt idx="7159">
                  <c:v>1.6863699999999999</c:v>
                </c:pt>
                <c:pt idx="7160">
                  <c:v>1.68668</c:v>
                </c:pt>
                <c:pt idx="7161">
                  <c:v>1.6869799999999999</c:v>
                </c:pt>
                <c:pt idx="7162">
                  <c:v>1.68729</c:v>
                </c:pt>
                <c:pt idx="7163">
                  <c:v>1.6875899999999999</c:v>
                </c:pt>
                <c:pt idx="7164">
                  <c:v>1.6879</c:v>
                </c:pt>
                <c:pt idx="7165">
                  <c:v>1.6881999999999999</c:v>
                </c:pt>
                <c:pt idx="7166">
                  <c:v>1.68851</c:v>
                </c:pt>
                <c:pt idx="7167">
                  <c:v>1.6888099999999999</c:v>
                </c:pt>
                <c:pt idx="7168">
                  <c:v>1.68912</c:v>
                </c:pt>
                <c:pt idx="7169">
                  <c:v>1.68943</c:v>
                </c:pt>
                <c:pt idx="7170">
                  <c:v>1.68973</c:v>
                </c:pt>
                <c:pt idx="7171">
                  <c:v>1.69004</c:v>
                </c:pt>
                <c:pt idx="7172">
                  <c:v>1.69034</c:v>
                </c:pt>
                <c:pt idx="7173">
                  <c:v>1.69065</c:v>
                </c:pt>
                <c:pt idx="7174">
                  <c:v>1.69095</c:v>
                </c:pt>
                <c:pt idx="7175">
                  <c:v>1.69126</c:v>
                </c:pt>
                <c:pt idx="7176">
                  <c:v>1.69156</c:v>
                </c:pt>
                <c:pt idx="7177">
                  <c:v>1.69187</c:v>
                </c:pt>
                <c:pt idx="7178">
                  <c:v>1.69217</c:v>
                </c:pt>
                <c:pt idx="7179">
                  <c:v>1.69248</c:v>
                </c:pt>
                <c:pt idx="7180">
                  <c:v>1.69278</c:v>
                </c:pt>
                <c:pt idx="7181">
                  <c:v>1.69309</c:v>
                </c:pt>
                <c:pt idx="7182">
                  <c:v>1.6934</c:v>
                </c:pt>
                <c:pt idx="7183">
                  <c:v>1.6937</c:v>
                </c:pt>
                <c:pt idx="7184">
                  <c:v>1.69401</c:v>
                </c:pt>
                <c:pt idx="7185">
                  <c:v>1.69431</c:v>
                </c:pt>
                <c:pt idx="7186">
                  <c:v>1.69462</c:v>
                </c:pt>
                <c:pt idx="7187">
                  <c:v>1.69492</c:v>
                </c:pt>
                <c:pt idx="7188">
                  <c:v>1.69523</c:v>
                </c:pt>
                <c:pt idx="7189">
                  <c:v>1.69553</c:v>
                </c:pt>
                <c:pt idx="7190">
                  <c:v>1.69584</c:v>
                </c:pt>
                <c:pt idx="7191">
                  <c:v>1.69614</c:v>
                </c:pt>
                <c:pt idx="7192">
                  <c:v>1.69645</c:v>
                </c:pt>
                <c:pt idx="7193">
                  <c:v>1.69675</c:v>
                </c:pt>
                <c:pt idx="7194">
                  <c:v>1.69706</c:v>
                </c:pt>
                <c:pt idx="7195">
                  <c:v>1.69737</c:v>
                </c:pt>
                <c:pt idx="7196">
                  <c:v>1.69767</c:v>
                </c:pt>
                <c:pt idx="7197">
                  <c:v>1.69798</c:v>
                </c:pt>
                <c:pt idx="7198">
                  <c:v>1.69828</c:v>
                </c:pt>
                <c:pt idx="7199">
                  <c:v>1.69859</c:v>
                </c:pt>
                <c:pt idx="7200">
                  <c:v>1.69889</c:v>
                </c:pt>
                <c:pt idx="7201">
                  <c:v>1.6992</c:v>
                </c:pt>
                <c:pt idx="7202">
                  <c:v>1.6995</c:v>
                </c:pt>
                <c:pt idx="7203">
                  <c:v>1.69981</c:v>
                </c:pt>
                <c:pt idx="7204">
                  <c:v>1.70011</c:v>
                </c:pt>
                <c:pt idx="7205">
                  <c:v>1.70042</c:v>
                </c:pt>
                <c:pt idx="7206">
                  <c:v>1.70072</c:v>
                </c:pt>
                <c:pt idx="7207">
                  <c:v>1.70103</c:v>
                </c:pt>
                <c:pt idx="7208">
                  <c:v>1.7013400000000001</c:v>
                </c:pt>
                <c:pt idx="7209">
                  <c:v>1.70164</c:v>
                </c:pt>
                <c:pt idx="7210">
                  <c:v>1.7019500000000001</c:v>
                </c:pt>
                <c:pt idx="7211">
                  <c:v>1.70225</c:v>
                </c:pt>
                <c:pt idx="7212">
                  <c:v>1.7025600000000001</c:v>
                </c:pt>
                <c:pt idx="7213">
                  <c:v>1.70286</c:v>
                </c:pt>
                <c:pt idx="7214">
                  <c:v>1.7031700000000001</c:v>
                </c:pt>
                <c:pt idx="7215">
                  <c:v>1.70347</c:v>
                </c:pt>
                <c:pt idx="7216">
                  <c:v>1.7037800000000001</c:v>
                </c:pt>
                <c:pt idx="7217">
                  <c:v>1.70408</c:v>
                </c:pt>
                <c:pt idx="7218">
                  <c:v>1.7043900000000001</c:v>
                </c:pt>
                <c:pt idx="7219">
                  <c:v>1.70469</c:v>
                </c:pt>
                <c:pt idx="7220">
                  <c:v>1.7050000000000001</c:v>
                </c:pt>
                <c:pt idx="7221">
                  <c:v>1.7053100000000001</c:v>
                </c:pt>
                <c:pt idx="7222">
                  <c:v>1.7056100000000001</c:v>
                </c:pt>
                <c:pt idx="7223">
                  <c:v>1.7059200000000001</c:v>
                </c:pt>
                <c:pt idx="7224">
                  <c:v>1.7062200000000001</c:v>
                </c:pt>
                <c:pt idx="7225">
                  <c:v>1.7065300000000001</c:v>
                </c:pt>
                <c:pt idx="7226">
                  <c:v>1.7068300000000001</c:v>
                </c:pt>
                <c:pt idx="7227">
                  <c:v>1.7071400000000001</c:v>
                </c:pt>
                <c:pt idx="7228">
                  <c:v>1.7074400000000001</c:v>
                </c:pt>
                <c:pt idx="7229">
                  <c:v>1.7077500000000001</c:v>
                </c:pt>
                <c:pt idx="7230">
                  <c:v>1.7080500000000001</c:v>
                </c:pt>
                <c:pt idx="7231">
                  <c:v>1.7083600000000001</c:v>
                </c:pt>
                <c:pt idx="7232">
                  <c:v>1.7086699999999999</c:v>
                </c:pt>
                <c:pt idx="7233">
                  <c:v>1.7089700000000001</c:v>
                </c:pt>
                <c:pt idx="7234">
                  <c:v>1.7092799999999999</c:v>
                </c:pt>
                <c:pt idx="7235">
                  <c:v>1.7095800000000001</c:v>
                </c:pt>
                <c:pt idx="7236">
                  <c:v>1.7098899999999999</c:v>
                </c:pt>
                <c:pt idx="7237">
                  <c:v>1.7101900000000001</c:v>
                </c:pt>
                <c:pt idx="7238">
                  <c:v>1.7104999999999999</c:v>
                </c:pt>
                <c:pt idx="7239">
                  <c:v>1.7108000000000001</c:v>
                </c:pt>
                <c:pt idx="7240">
                  <c:v>1.7111099999999999</c:v>
                </c:pt>
                <c:pt idx="7241">
                  <c:v>1.7114100000000001</c:v>
                </c:pt>
                <c:pt idx="7242">
                  <c:v>1.7117199999999999</c:v>
                </c:pt>
                <c:pt idx="7243">
                  <c:v>1.7120200000000001</c:v>
                </c:pt>
                <c:pt idx="7244">
                  <c:v>1.7123299999999999</c:v>
                </c:pt>
                <c:pt idx="7245">
                  <c:v>1.7126399999999999</c:v>
                </c:pt>
                <c:pt idx="7246">
                  <c:v>1.7129399999999999</c:v>
                </c:pt>
                <c:pt idx="7247">
                  <c:v>1.7132499999999999</c:v>
                </c:pt>
                <c:pt idx="7248">
                  <c:v>1.7135499999999999</c:v>
                </c:pt>
                <c:pt idx="7249">
                  <c:v>1.7138599999999999</c:v>
                </c:pt>
                <c:pt idx="7250">
                  <c:v>1.7141599999999999</c:v>
                </c:pt>
                <c:pt idx="7251">
                  <c:v>1.7144699999999999</c:v>
                </c:pt>
                <c:pt idx="7252">
                  <c:v>1.7147699999999999</c:v>
                </c:pt>
                <c:pt idx="7253">
                  <c:v>1.7150799999999999</c:v>
                </c:pt>
                <c:pt idx="7254">
                  <c:v>1.7153799999999999</c:v>
                </c:pt>
                <c:pt idx="7255">
                  <c:v>1.7156899999999999</c:v>
                </c:pt>
                <c:pt idx="7256">
                  <c:v>1.7159899999999999</c:v>
                </c:pt>
                <c:pt idx="7257">
                  <c:v>1.7162999999999999</c:v>
                </c:pt>
                <c:pt idx="7258">
                  <c:v>1.71661</c:v>
                </c:pt>
                <c:pt idx="7259">
                  <c:v>1.7169099999999999</c:v>
                </c:pt>
                <c:pt idx="7260">
                  <c:v>1.71722</c:v>
                </c:pt>
                <c:pt idx="7261">
                  <c:v>1.7175199999999999</c:v>
                </c:pt>
                <c:pt idx="7262">
                  <c:v>1.71783</c:v>
                </c:pt>
                <c:pt idx="7263">
                  <c:v>1.7181299999999999</c:v>
                </c:pt>
                <c:pt idx="7264">
                  <c:v>1.71844</c:v>
                </c:pt>
                <c:pt idx="7265">
                  <c:v>1.7187399999999999</c:v>
                </c:pt>
                <c:pt idx="7266">
                  <c:v>1.71905</c:v>
                </c:pt>
                <c:pt idx="7267">
                  <c:v>1.7193499999999999</c:v>
                </c:pt>
                <c:pt idx="7268">
                  <c:v>1.71966</c:v>
                </c:pt>
                <c:pt idx="7269">
                  <c:v>1.7199599999999999</c:v>
                </c:pt>
                <c:pt idx="7270">
                  <c:v>1.72027</c:v>
                </c:pt>
                <c:pt idx="7271">
                  <c:v>1.72058</c:v>
                </c:pt>
                <c:pt idx="7272">
                  <c:v>1.72088</c:v>
                </c:pt>
                <c:pt idx="7273">
                  <c:v>1.72119</c:v>
                </c:pt>
                <c:pt idx="7274">
                  <c:v>1.72149</c:v>
                </c:pt>
                <c:pt idx="7275">
                  <c:v>1.7218</c:v>
                </c:pt>
                <c:pt idx="7276">
                  <c:v>1.7221</c:v>
                </c:pt>
                <c:pt idx="7277">
                  <c:v>1.72241</c:v>
                </c:pt>
                <c:pt idx="7278">
                  <c:v>1.72271</c:v>
                </c:pt>
                <c:pt idx="7279">
                  <c:v>1.72302</c:v>
                </c:pt>
                <c:pt idx="7280">
                  <c:v>1.72332</c:v>
                </c:pt>
                <c:pt idx="7281">
                  <c:v>1.72363</c:v>
                </c:pt>
                <c:pt idx="7282">
                  <c:v>1.72393</c:v>
                </c:pt>
                <c:pt idx="7283">
                  <c:v>1.72424</c:v>
                </c:pt>
                <c:pt idx="7284">
                  <c:v>1.72455</c:v>
                </c:pt>
                <c:pt idx="7285">
                  <c:v>1.72485</c:v>
                </c:pt>
                <c:pt idx="7286">
                  <c:v>1.72516</c:v>
                </c:pt>
                <c:pt idx="7287">
                  <c:v>1.72546</c:v>
                </c:pt>
                <c:pt idx="7288">
                  <c:v>1.72577</c:v>
                </c:pt>
                <c:pt idx="7289">
                  <c:v>1.72607</c:v>
                </c:pt>
                <c:pt idx="7290">
                  <c:v>1.72638</c:v>
                </c:pt>
                <c:pt idx="7291">
                  <c:v>1.72668</c:v>
                </c:pt>
                <c:pt idx="7292">
                  <c:v>1.72699</c:v>
                </c:pt>
                <c:pt idx="7293">
                  <c:v>1.72729</c:v>
                </c:pt>
                <c:pt idx="7294">
                  <c:v>1.7276</c:v>
                </c:pt>
                <c:pt idx="7295">
                  <c:v>1.7279100000000001</c:v>
                </c:pt>
                <c:pt idx="7296">
                  <c:v>1.72821</c:v>
                </c:pt>
                <c:pt idx="7297">
                  <c:v>1.7285200000000001</c:v>
                </c:pt>
                <c:pt idx="7298">
                  <c:v>1.72882</c:v>
                </c:pt>
                <c:pt idx="7299">
                  <c:v>1.7291300000000001</c:v>
                </c:pt>
                <c:pt idx="7300">
                  <c:v>1.72943</c:v>
                </c:pt>
                <c:pt idx="7301">
                  <c:v>1.7297400000000001</c:v>
                </c:pt>
                <c:pt idx="7302">
                  <c:v>1.73004</c:v>
                </c:pt>
                <c:pt idx="7303">
                  <c:v>1.7303500000000001</c:v>
                </c:pt>
                <c:pt idx="7304">
                  <c:v>1.73065</c:v>
                </c:pt>
                <c:pt idx="7305">
                  <c:v>1.7309600000000001</c:v>
                </c:pt>
                <c:pt idx="7306">
                  <c:v>1.73126</c:v>
                </c:pt>
                <c:pt idx="7307">
                  <c:v>1.7315700000000001</c:v>
                </c:pt>
                <c:pt idx="7308">
                  <c:v>1.7318800000000001</c:v>
                </c:pt>
                <c:pt idx="7309">
                  <c:v>1.7321800000000001</c:v>
                </c:pt>
                <c:pt idx="7310">
                  <c:v>1.7324900000000001</c:v>
                </c:pt>
                <c:pt idx="7311">
                  <c:v>1.7327900000000001</c:v>
                </c:pt>
                <c:pt idx="7312">
                  <c:v>1.7331000000000001</c:v>
                </c:pt>
                <c:pt idx="7313">
                  <c:v>1.7334000000000001</c:v>
                </c:pt>
                <c:pt idx="7314">
                  <c:v>1.7337100000000001</c:v>
                </c:pt>
                <c:pt idx="7315">
                  <c:v>1.7340100000000001</c:v>
                </c:pt>
                <c:pt idx="7316">
                  <c:v>1.7343200000000001</c:v>
                </c:pt>
                <c:pt idx="7317">
                  <c:v>1.7346200000000001</c:v>
                </c:pt>
                <c:pt idx="7318">
                  <c:v>1.7349300000000001</c:v>
                </c:pt>
                <c:pt idx="7319">
                  <c:v>1.7352300000000001</c:v>
                </c:pt>
                <c:pt idx="7320">
                  <c:v>1.7355400000000001</c:v>
                </c:pt>
                <c:pt idx="7321">
                  <c:v>1.7358499999999999</c:v>
                </c:pt>
                <c:pt idx="7322">
                  <c:v>1.7361500000000001</c:v>
                </c:pt>
                <c:pt idx="7323">
                  <c:v>1.7364599999999999</c:v>
                </c:pt>
                <c:pt idx="7324">
                  <c:v>1.7367600000000001</c:v>
                </c:pt>
                <c:pt idx="7325">
                  <c:v>1.7370699999999999</c:v>
                </c:pt>
                <c:pt idx="7326">
                  <c:v>1.7373700000000001</c:v>
                </c:pt>
                <c:pt idx="7327">
                  <c:v>1.7376799999999999</c:v>
                </c:pt>
                <c:pt idx="7328">
                  <c:v>1.7379800000000001</c:v>
                </c:pt>
                <c:pt idx="7329">
                  <c:v>1.7382899999999999</c:v>
                </c:pt>
                <c:pt idx="7330">
                  <c:v>1.7385900000000001</c:v>
                </c:pt>
                <c:pt idx="7331">
                  <c:v>1.7388999999999999</c:v>
                </c:pt>
                <c:pt idx="7332">
                  <c:v>1.7392000000000001</c:v>
                </c:pt>
                <c:pt idx="7333">
                  <c:v>1.7395099999999999</c:v>
                </c:pt>
                <c:pt idx="7334">
                  <c:v>1.7398199999999999</c:v>
                </c:pt>
                <c:pt idx="7335">
                  <c:v>1.7401199999999999</c:v>
                </c:pt>
                <c:pt idx="7336">
                  <c:v>1.7404299999999999</c:v>
                </c:pt>
                <c:pt idx="7337">
                  <c:v>1.7407300000000001</c:v>
                </c:pt>
                <c:pt idx="7338">
                  <c:v>1.7410399999999999</c:v>
                </c:pt>
                <c:pt idx="7339">
                  <c:v>1.7413400000000001</c:v>
                </c:pt>
                <c:pt idx="7340">
                  <c:v>1.7416499999999999</c:v>
                </c:pt>
                <c:pt idx="7341">
                  <c:v>1.7419500000000001</c:v>
                </c:pt>
                <c:pt idx="7342">
                  <c:v>1.7422599999999999</c:v>
                </c:pt>
                <c:pt idx="7343">
                  <c:v>1.7425600000000001</c:v>
                </c:pt>
                <c:pt idx="7344">
                  <c:v>1.7428699999999999</c:v>
                </c:pt>
                <c:pt idx="7345">
                  <c:v>1.74318</c:v>
                </c:pt>
                <c:pt idx="7346">
                  <c:v>1.7434799999999999</c:v>
                </c:pt>
                <c:pt idx="7347">
                  <c:v>1.74379</c:v>
                </c:pt>
                <c:pt idx="7348">
                  <c:v>1.7440899999999999</c:v>
                </c:pt>
                <c:pt idx="7349">
                  <c:v>1.7444</c:v>
                </c:pt>
                <c:pt idx="7350">
                  <c:v>1.7446999999999999</c:v>
                </c:pt>
                <c:pt idx="7351">
                  <c:v>1.74501</c:v>
                </c:pt>
                <c:pt idx="7352">
                  <c:v>1.7453099999999999</c:v>
                </c:pt>
                <c:pt idx="7353">
                  <c:v>1.7456199999999999</c:v>
                </c:pt>
                <c:pt idx="7354">
                  <c:v>1.7459199999999999</c:v>
                </c:pt>
                <c:pt idx="7355">
                  <c:v>1.7462299999999999</c:v>
                </c:pt>
                <c:pt idx="7356">
                  <c:v>1.7465299999999999</c:v>
                </c:pt>
                <c:pt idx="7357">
                  <c:v>1.7468399999999999</c:v>
                </c:pt>
                <c:pt idx="7358">
                  <c:v>1.74715</c:v>
                </c:pt>
                <c:pt idx="7359">
                  <c:v>1.7474499999999999</c:v>
                </c:pt>
                <c:pt idx="7360">
                  <c:v>1.74776</c:v>
                </c:pt>
                <c:pt idx="7361">
                  <c:v>1.7480599999999999</c:v>
                </c:pt>
                <c:pt idx="7362">
                  <c:v>1.74837</c:v>
                </c:pt>
                <c:pt idx="7363">
                  <c:v>1.7486699999999999</c:v>
                </c:pt>
                <c:pt idx="7364">
                  <c:v>1.74898</c:v>
                </c:pt>
                <c:pt idx="7365">
                  <c:v>1.7492799999999999</c:v>
                </c:pt>
                <c:pt idx="7366">
                  <c:v>1.74959</c:v>
                </c:pt>
                <c:pt idx="7367">
                  <c:v>1.7498899999999999</c:v>
                </c:pt>
                <c:pt idx="7368">
                  <c:v>1.7502</c:v>
                </c:pt>
                <c:pt idx="7369">
                  <c:v>1.7504999999999999</c:v>
                </c:pt>
                <c:pt idx="7370">
                  <c:v>1.75081</c:v>
                </c:pt>
                <c:pt idx="7371">
                  <c:v>1.75112</c:v>
                </c:pt>
                <c:pt idx="7372">
                  <c:v>1.75142</c:v>
                </c:pt>
                <c:pt idx="7373">
                  <c:v>1.75173</c:v>
                </c:pt>
                <c:pt idx="7374">
                  <c:v>1.75203</c:v>
                </c:pt>
                <c:pt idx="7375">
                  <c:v>1.75234</c:v>
                </c:pt>
                <c:pt idx="7376">
                  <c:v>1.75264</c:v>
                </c:pt>
                <c:pt idx="7377">
                  <c:v>1.75295</c:v>
                </c:pt>
                <c:pt idx="7378">
                  <c:v>1.75325</c:v>
                </c:pt>
                <c:pt idx="7379">
                  <c:v>1.75356</c:v>
                </c:pt>
                <c:pt idx="7380">
                  <c:v>1.75386</c:v>
                </c:pt>
                <c:pt idx="7381">
                  <c:v>1.75417</c:v>
                </c:pt>
                <c:pt idx="7382">
                  <c:v>1.75447</c:v>
                </c:pt>
                <c:pt idx="7383">
                  <c:v>1.75478</c:v>
                </c:pt>
                <c:pt idx="7384">
                  <c:v>1.75509</c:v>
                </c:pt>
                <c:pt idx="7385">
                  <c:v>1.75539</c:v>
                </c:pt>
                <c:pt idx="7386">
                  <c:v>1.7557</c:v>
                </c:pt>
                <c:pt idx="7387">
                  <c:v>1.756</c:v>
                </c:pt>
                <c:pt idx="7388">
                  <c:v>1.75631</c:v>
                </c:pt>
                <c:pt idx="7389">
                  <c:v>1.75661</c:v>
                </c:pt>
                <c:pt idx="7390">
                  <c:v>1.75692</c:v>
                </c:pt>
                <c:pt idx="7391">
                  <c:v>1.75722</c:v>
                </c:pt>
                <c:pt idx="7392">
                  <c:v>1.75753</c:v>
                </c:pt>
                <c:pt idx="7393">
                  <c:v>1.75783</c:v>
                </c:pt>
                <c:pt idx="7394">
                  <c:v>1.75814</c:v>
                </c:pt>
                <c:pt idx="7395">
                  <c:v>1.75844</c:v>
                </c:pt>
                <c:pt idx="7396">
                  <c:v>1.75875</c:v>
                </c:pt>
                <c:pt idx="7397">
                  <c:v>1.7590600000000001</c:v>
                </c:pt>
                <c:pt idx="7398">
                  <c:v>1.75936</c:v>
                </c:pt>
                <c:pt idx="7399">
                  <c:v>1.7596700000000001</c:v>
                </c:pt>
                <c:pt idx="7400">
                  <c:v>1.75997</c:v>
                </c:pt>
                <c:pt idx="7401">
                  <c:v>1.7602800000000001</c:v>
                </c:pt>
                <c:pt idx="7402">
                  <c:v>1.76058</c:v>
                </c:pt>
                <c:pt idx="7403">
                  <c:v>1.7608900000000001</c:v>
                </c:pt>
                <c:pt idx="7404">
                  <c:v>1.76119</c:v>
                </c:pt>
                <c:pt idx="7405">
                  <c:v>1.7615000000000001</c:v>
                </c:pt>
                <c:pt idx="7406">
                  <c:v>1.7618</c:v>
                </c:pt>
                <c:pt idx="7407">
                  <c:v>1.7621100000000001</c:v>
                </c:pt>
                <c:pt idx="7408">
                  <c:v>1.7624200000000001</c:v>
                </c:pt>
                <c:pt idx="7409">
                  <c:v>1.7627200000000001</c:v>
                </c:pt>
                <c:pt idx="7410">
                  <c:v>1.7630300000000001</c:v>
                </c:pt>
                <c:pt idx="7411">
                  <c:v>1.7633300000000001</c:v>
                </c:pt>
                <c:pt idx="7412">
                  <c:v>1.7636400000000001</c:v>
                </c:pt>
                <c:pt idx="7413">
                  <c:v>1.7639400000000001</c:v>
                </c:pt>
                <c:pt idx="7414">
                  <c:v>1.7642500000000001</c:v>
                </c:pt>
                <c:pt idx="7415">
                  <c:v>1.7645500000000001</c:v>
                </c:pt>
                <c:pt idx="7416">
                  <c:v>1.7648600000000001</c:v>
                </c:pt>
                <c:pt idx="7417">
                  <c:v>1.7651600000000001</c:v>
                </c:pt>
                <c:pt idx="7418">
                  <c:v>1.7654700000000001</c:v>
                </c:pt>
                <c:pt idx="7419">
                  <c:v>1.7657700000000001</c:v>
                </c:pt>
                <c:pt idx="7420">
                  <c:v>1.7660800000000001</c:v>
                </c:pt>
                <c:pt idx="7421">
                  <c:v>1.7663899999999999</c:v>
                </c:pt>
                <c:pt idx="7422">
                  <c:v>1.7666900000000001</c:v>
                </c:pt>
                <c:pt idx="7423">
                  <c:v>1.7669999999999999</c:v>
                </c:pt>
                <c:pt idx="7424">
                  <c:v>1.7673000000000001</c:v>
                </c:pt>
                <c:pt idx="7425">
                  <c:v>1.7676099999999999</c:v>
                </c:pt>
                <c:pt idx="7426">
                  <c:v>1.7679100000000001</c:v>
                </c:pt>
                <c:pt idx="7427">
                  <c:v>1.7682199999999999</c:v>
                </c:pt>
                <c:pt idx="7428">
                  <c:v>1.7685200000000001</c:v>
                </c:pt>
                <c:pt idx="7429">
                  <c:v>1.7688299999999999</c:v>
                </c:pt>
                <c:pt idx="7430">
                  <c:v>1.7691300000000001</c:v>
                </c:pt>
                <c:pt idx="7431">
                  <c:v>1.7694399999999999</c:v>
                </c:pt>
                <c:pt idx="7432">
                  <c:v>1.7697400000000001</c:v>
                </c:pt>
                <c:pt idx="7433">
                  <c:v>1.7700499999999999</c:v>
                </c:pt>
                <c:pt idx="7434">
                  <c:v>1.7703599999999999</c:v>
                </c:pt>
                <c:pt idx="7435">
                  <c:v>1.7706599999999999</c:v>
                </c:pt>
                <c:pt idx="7436">
                  <c:v>1.7709699999999999</c:v>
                </c:pt>
                <c:pt idx="7437">
                  <c:v>1.7712699999999999</c:v>
                </c:pt>
                <c:pt idx="7438">
                  <c:v>1.7715799999999999</c:v>
                </c:pt>
                <c:pt idx="7439">
                  <c:v>1.7718799999999999</c:v>
                </c:pt>
                <c:pt idx="7440">
                  <c:v>1.7721899999999999</c:v>
                </c:pt>
                <c:pt idx="7441">
                  <c:v>1.7724899999999999</c:v>
                </c:pt>
                <c:pt idx="7442">
                  <c:v>1.7727999999999999</c:v>
                </c:pt>
                <c:pt idx="7443">
                  <c:v>1.7730999999999999</c:v>
                </c:pt>
                <c:pt idx="7444">
                  <c:v>1.7734099999999999</c:v>
                </c:pt>
                <c:pt idx="7445">
                  <c:v>1.7737099999999999</c:v>
                </c:pt>
                <c:pt idx="7446">
                  <c:v>1.7740199999999999</c:v>
                </c:pt>
                <c:pt idx="7447">
                  <c:v>1.77433</c:v>
                </c:pt>
                <c:pt idx="7448">
                  <c:v>1.7746299999999999</c:v>
                </c:pt>
                <c:pt idx="7449">
                  <c:v>1.77494</c:v>
                </c:pt>
                <c:pt idx="7450">
                  <c:v>1.7752399999999999</c:v>
                </c:pt>
                <c:pt idx="7451">
                  <c:v>1.77555</c:v>
                </c:pt>
                <c:pt idx="7452">
                  <c:v>1.7758499999999999</c:v>
                </c:pt>
                <c:pt idx="7453">
                  <c:v>1.77616</c:v>
                </c:pt>
                <c:pt idx="7454">
                  <c:v>1.7764599999999999</c:v>
                </c:pt>
                <c:pt idx="7455">
                  <c:v>1.77677</c:v>
                </c:pt>
                <c:pt idx="7456">
                  <c:v>1.7770699999999999</c:v>
                </c:pt>
                <c:pt idx="7457">
                  <c:v>1.77738</c:v>
                </c:pt>
                <c:pt idx="7458">
                  <c:v>1.7776799999999999</c:v>
                </c:pt>
                <c:pt idx="7459">
                  <c:v>1.77799</c:v>
                </c:pt>
                <c:pt idx="7460">
                  <c:v>1.7783</c:v>
                </c:pt>
                <c:pt idx="7461">
                  <c:v>1.7786</c:v>
                </c:pt>
                <c:pt idx="7462">
                  <c:v>1.77891</c:v>
                </c:pt>
                <c:pt idx="7463">
                  <c:v>1.77921</c:v>
                </c:pt>
                <c:pt idx="7464">
                  <c:v>1.77952</c:v>
                </c:pt>
                <c:pt idx="7465">
                  <c:v>1.77982</c:v>
                </c:pt>
                <c:pt idx="7466">
                  <c:v>1.78013</c:v>
                </c:pt>
                <c:pt idx="7467">
                  <c:v>1.78043</c:v>
                </c:pt>
                <c:pt idx="7468">
                  <c:v>1.78074</c:v>
                </c:pt>
                <c:pt idx="7469">
                  <c:v>1.78104</c:v>
                </c:pt>
                <c:pt idx="7470">
                  <c:v>1.78135</c:v>
                </c:pt>
                <c:pt idx="7471">
                  <c:v>1.78166</c:v>
                </c:pt>
                <c:pt idx="7472">
                  <c:v>1.78196</c:v>
                </c:pt>
                <c:pt idx="7473">
                  <c:v>1.78227</c:v>
                </c:pt>
                <c:pt idx="7474">
                  <c:v>1.78257</c:v>
                </c:pt>
                <c:pt idx="7475">
                  <c:v>1.78288</c:v>
                </c:pt>
                <c:pt idx="7476">
                  <c:v>1.78318</c:v>
                </c:pt>
                <c:pt idx="7477">
                  <c:v>1.78349</c:v>
                </c:pt>
                <c:pt idx="7478">
                  <c:v>1.78379</c:v>
                </c:pt>
                <c:pt idx="7479">
                  <c:v>1.7841</c:v>
                </c:pt>
                <c:pt idx="7480">
                  <c:v>1.7844</c:v>
                </c:pt>
                <c:pt idx="7481">
                  <c:v>1.78471</c:v>
                </c:pt>
                <c:pt idx="7482">
                  <c:v>1.78501</c:v>
                </c:pt>
                <c:pt idx="7483">
                  <c:v>1.78532</c:v>
                </c:pt>
                <c:pt idx="7484">
                  <c:v>1.7856300000000001</c:v>
                </c:pt>
                <c:pt idx="7485">
                  <c:v>1.78593</c:v>
                </c:pt>
                <c:pt idx="7486">
                  <c:v>1.78624</c:v>
                </c:pt>
                <c:pt idx="7487">
                  <c:v>1.78654</c:v>
                </c:pt>
                <c:pt idx="7488">
                  <c:v>1.78685</c:v>
                </c:pt>
                <c:pt idx="7489">
                  <c:v>1.78715</c:v>
                </c:pt>
                <c:pt idx="7490">
                  <c:v>1.78746</c:v>
                </c:pt>
                <c:pt idx="7491">
                  <c:v>1.78776</c:v>
                </c:pt>
                <c:pt idx="7492">
                  <c:v>1.78807</c:v>
                </c:pt>
                <c:pt idx="7493">
                  <c:v>1.78837</c:v>
                </c:pt>
                <c:pt idx="7494">
                  <c:v>1.78868</c:v>
                </c:pt>
                <c:pt idx="7495">
                  <c:v>1.78898</c:v>
                </c:pt>
                <c:pt idx="7496">
                  <c:v>1.78929</c:v>
                </c:pt>
                <c:pt idx="7497">
                  <c:v>1.7896000000000001</c:v>
                </c:pt>
                <c:pt idx="7498">
                  <c:v>1.7899</c:v>
                </c:pt>
                <c:pt idx="7499">
                  <c:v>1.7902100000000001</c:v>
                </c:pt>
                <c:pt idx="7500">
                  <c:v>1.79051</c:v>
                </c:pt>
                <c:pt idx="7501">
                  <c:v>1.7908200000000001</c:v>
                </c:pt>
                <c:pt idx="7502">
                  <c:v>1.79112</c:v>
                </c:pt>
                <c:pt idx="7503">
                  <c:v>1.7914300000000001</c:v>
                </c:pt>
                <c:pt idx="7504">
                  <c:v>1.79173</c:v>
                </c:pt>
                <c:pt idx="7505">
                  <c:v>1.7920400000000001</c:v>
                </c:pt>
                <c:pt idx="7506">
                  <c:v>1.79234</c:v>
                </c:pt>
                <c:pt idx="7507">
                  <c:v>1.7926500000000001</c:v>
                </c:pt>
                <c:pt idx="7508">
                  <c:v>1.79295</c:v>
                </c:pt>
                <c:pt idx="7509">
                  <c:v>1.7932600000000001</c:v>
                </c:pt>
                <c:pt idx="7510">
                  <c:v>1.7935700000000001</c:v>
                </c:pt>
                <c:pt idx="7511">
                  <c:v>1.7938700000000001</c:v>
                </c:pt>
                <c:pt idx="7512">
                  <c:v>1.7941800000000001</c:v>
                </c:pt>
                <c:pt idx="7513">
                  <c:v>1.7944800000000001</c:v>
                </c:pt>
                <c:pt idx="7514">
                  <c:v>1.7947900000000001</c:v>
                </c:pt>
                <c:pt idx="7515">
                  <c:v>1.7950900000000001</c:v>
                </c:pt>
                <c:pt idx="7516">
                  <c:v>1.7954000000000001</c:v>
                </c:pt>
                <c:pt idx="7517">
                  <c:v>1.7957000000000001</c:v>
                </c:pt>
                <c:pt idx="7518">
                  <c:v>1.7960100000000001</c:v>
                </c:pt>
                <c:pt idx="7519">
                  <c:v>1.7963100000000001</c:v>
                </c:pt>
                <c:pt idx="7520">
                  <c:v>1.7966200000000001</c:v>
                </c:pt>
                <c:pt idx="7521">
                  <c:v>1.7969299999999999</c:v>
                </c:pt>
                <c:pt idx="7522">
                  <c:v>1.7972300000000001</c:v>
                </c:pt>
                <c:pt idx="7523">
                  <c:v>1.7975399999999999</c:v>
                </c:pt>
                <c:pt idx="7524">
                  <c:v>1.7978400000000001</c:v>
                </c:pt>
                <c:pt idx="7525">
                  <c:v>1.7981499999999999</c:v>
                </c:pt>
                <c:pt idx="7526">
                  <c:v>1.7984500000000001</c:v>
                </c:pt>
                <c:pt idx="7527">
                  <c:v>1.7987599999999999</c:v>
                </c:pt>
                <c:pt idx="7528">
                  <c:v>1.7990600000000001</c:v>
                </c:pt>
                <c:pt idx="7529">
                  <c:v>1.7993699999999999</c:v>
                </c:pt>
                <c:pt idx="7530">
                  <c:v>1.7996700000000001</c:v>
                </c:pt>
                <c:pt idx="7531">
                  <c:v>1.7999799999999999</c:v>
                </c:pt>
                <c:pt idx="7532">
                  <c:v>1.8002800000000001</c:v>
                </c:pt>
                <c:pt idx="7533">
                  <c:v>1.8005899999999999</c:v>
                </c:pt>
                <c:pt idx="7534">
                  <c:v>1.8008999999999999</c:v>
                </c:pt>
                <c:pt idx="7535">
                  <c:v>1.8011999999999999</c:v>
                </c:pt>
                <c:pt idx="7536">
                  <c:v>1.8015099999999999</c:v>
                </c:pt>
                <c:pt idx="7537">
                  <c:v>1.8018099999999999</c:v>
                </c:pt>
                <c:pt idx="7538">
                  <c:v>1.8021199999999999</c:v>
                </c:pt>
                <c:pt idx="7539">
                  <c:v>1.8024199999999999</c:v>
                </c:pt>
                <c:pt idx="7540">
                  <c:v>1.8027299999999999</c:v>
                </c:pt>
                <c:pt idx="7541">
                  <c:v>1.8030299999999999</c:v>
                </c:pt>
                <c:pt idx="7542">
                  <c:v>1.8033399999999999</c:v>
                </c:pt>
                <c:pt idx="7543">
                  <c:v>1.8036399999999999</c:v>
                </c:pt>
                <c:pt idx="7544">
                  <c:v>1.8039499999999999</c:v>
                </c:pt>
                <c:pt idx="7545">
                  <c:v>1.8042499999999999</c:v>
                </c:pt>
                <c:pt idx="7546">
                  <c:v>1.8045599999999999</c:v>
                </c:pt>
                <c:pt idx="7547">
                  <c:v>1.80487</c:v>
                </c:pt>
                <c:pt idx="7548">
                  <c:v>1.8051699999999999</c:v>
                </c:pt>
                <c:pt idx="7549">
                  <c:v>1.80548</c:v>
                </c:pt>
                <c:pt idx="7550">
                  <c:v>1.8057799999999999</c:v>
                </c:pt>
                <c:pt idx="7551">
                  <c:v>1.80609</c:v>
                </c:pt>
                <c:pt idx="7552">
                  <c:v>1.8063899999999999</c:v>
                </c:pt>
                <c:pt idx="7553">
                  <c:v>1.8067</c:v>
                </c:pt>
                <c:pt idx="7554">
                  <c:v>1.8069999999999999</c:v>
                </c:pt>
                <c:pt idx="7555">
                  <c:v>1.80731</c:v>
                </c:pt>
                <c:pt idx="7556">
                  <c:v>1.8076099999999999</c:v>
                </c:pt>
                <c:pt idx="7557">
                  <c:v>1.80792</c:v>
                </c:pt>
                <c:pt idx="7558">
                  <c:v>1.8082199999999999</c:v>
                </c:pt>
                <c:pt idx="7559">
                  <c:v>1.80853</c:v>
                </c:pt>
                <c:pt idx="7560">
                  <c:v>1.80884</c:v>
                </c:pt>
                <c:pt idx="7561">
                  <c:v>1.80914</c:v>
                </c:pt>
                <c:pt idx="7562">
                  <c:v>1.80945</c:v>
                </c:pt>
                <c:pt idx="7563">
                  <c:v>1.80975</c:v>
                </c:pt>
                <c:pt idx="7564">
                  <c:v>1.81006</c:v>
                </c:pt>
                <c:pt idx="7565">
                  <c:v>1.81036</c:v>
                </c:pt>
                <c:pt idx="7566">
                  <c:v>1.81067</c:v>
                </c:pt>
                <c:pt idx="7567">
                  <c:v>1.81097</c:v>
                </c:pt>
                <c:pt idx="7568">
                  <c:v>1.81128</c:v>
                </c:pt>
                <c:pt idx="7569">
                  <c:v>1.81158</c:v>
                </c:pt>
                <c:pt idx="7570">
                  <c:v>1.81189</c:v>
                </c:pt>
                <c:pt idx="7571">
                  <c:v>1.81219</c:v>
                </c:pt>
                <c:pt idx="7572">
                  <c:v>1.8125</c:v>
                </c:pt>
                <c:pt idx="7573">
                  <c:v>1.81281</c:v>
                </c:pt>
                <c:pt idx="7574">
                  <c:v>1.81311</c:v>
                </c:pt>
                <c:pt idx="7575">
                  <c:v>1.81342</c:v>
                </c:pt>
                <c:pt idx="7576">
                  <c:v>1.81372</c:v>
                </c:pt>
                <c:pt idx="7577">
                  <c:v>1.81403</c:v>
                </c:pt>
                <c:pt idx="7578">
                  <c:v>1.81433</c:v>
                </c:pt>
                <c:pt idx="7579">
                  <c:v>1.81464</c:v>
                </c:pt>
                <c:pt idx="7580">
                  <c:v>1.81494</c:v>
                </c:pt>
                <c:pt idx="7581">
                  <c:v>1.81525</c:v>
                </c:pt>
                <c:pt idx="7582">
                  <c:v>1.81555</c:v>
                </c:pt>
                <c:pt idx="7583">
                  <c:v>1.81586</c:v>
                </c:pt>
                <c:pt idx="7584">
                  <c:v>1.8161700000000001</c:v>
                </c:pt>
                <c:pt idx="7585">
                  <c:v>1.81647</c:v>
                </c:pt>
                <c:pt idx="7586">
                  <c:v>1.8167800000000001</c:v>
                </c:pt>
                <c:pt idx="7587">
                  <c:v>1.81708</c:v>
                </c:pt>
                <c:pt idx="7588">
                  <c:v>1.8173900000000001</c:v>
                </c:pt>
                <c:pt idx="7589">
                  <c:v>1.81769</c:v>
                </c:pt>
                <c:pt idx="7590">
                  <c:v>1.8180000000000001</c:v>
                </c:pt>
                <c:pt idx="7591">
                  <c:v>1.8183</c:v>
                </c:pt>
                <c:pt idx="7592">
                  <c:v>1.8186100000000001</c:v>
                </c:pt>
                <c:pt idx="7593">
                  <c:v>1.81891</c:v>
                </c:pt>
                <c:pt idx="7594">
                  <c:v>1.8192200000000001</c:v>
                </c:pt>
                <c:pt idx="7595">
                  <c:v>1.81952</c:v>
                </c:pt>
                <c:pt idx="7596">
                  <c:v>1.8198300000000001</c:v>
                </c:pt>
                <c:pt idx="7597">
                  <c:v>1.8201400000000001</c:v>
                </c:pt>
                <c:pt idx="7598">
                  <c:v>1.8204400000000001</c:v>
                </c:pt>
                <c:pt idx="7599">
                  <c:v>1.8207500000000001</c:v>
                </c:pt>
                <c:pt idx="7600">
                  <c:v>1.8210500000000001</c:v>
                </c:pt>
                <c:pt idx="7601">
                  <c:v>1.8213600000000001</c:v>
                </c:pt>
                <c:pt idx="7602">
                  <c:v>1.8216600000000001</c:v>
                </c:pt>
                <c:pt idx="7603">
                  <c:v>1.8219700000000001</c:v>
                </c:pt>
                <c:pt idx="7604">
                  <c:v>1.8222700000000001</c:v>
                </c:pt>
                <c:pt idx="7605">
                  <c:v>1.8225800000000001</c:v>
                </c:pt>
                <c:pt idx="7606">
                  <c:v>1.8228800000000001</c:v>
                </c:pt>
                <c:pt idx="7607">
                  <c:v>1.8231900000000001</c:v>
                </c:pt>
                <c:pt idx="7608">
                  <c:v>1.8234900000000001</c:v>
                </c:pt>
                <c:pt idx="7609">
                  <c:v>1.8238000000000001</c:v>
                </c:pt>
                <c:pt idx="7610">
                  <c:v>1.8241099999999999</c:v>
                </c:pt>
                <c:pt idx="7611">
                  <c:v>1.8244100000000001</c:v>
                </c:pt>
                <c:pt idx="7612">
                  <c:v>1.8247199999999999</c:v>
                </c:pt>
                <c:pt idx="7613">
                  <c:v>1.8250200000000001</c:v>
                </c:pt>
                <c:pt idx="7614">
                  <c:v>1.8253299999999999</c:v>
                </c:pt>
                <c:pt idx="7615">
                  <c:v>1.8256300000000001</c:v>
                </c:pt>
                <c:pt idx="7616">
                  <c:v>1.8259399999999999</c:v>
                </c:pt>
                <c:pt idx="7617">
                  <c:v>1.8262400000000001</c:v>
                </c:pt>
                <c:pt idx="7618">
                  <c:v>1.8265499999999999</c:v>
                </c:pt>
                <c:pt idx="7619">
                  <c:v>1.8268500000000001</c:v>
                </c:pt>
                <c:pt idx="7620">
                  <c:v>1.8271599999999999</c:v>
                </c:pt>
                <c:pt idx="7621">
                  <c:v>1.8274600000000001</c:v>
                </c:pt>
                <c:pt idx="7622">
                  <c:v>1.8277699999999999</c:v>
                </c:pt>
                <c:pt idx="7623">
                  <c:v>1.8280799999999999</c:v>
                </c:pt>
                <c:pt idx="7624">
                  <c:v>1.8283799999999999</c:v>
                </c:pt>
                <c:pt idx="7625">
                  <c:v>1.8286899999999999</c:v>
                </c:pt>
                <c:pt idx="7626">
                  <c:v>1.8289899999999999</c:v>
                </c:pt>
                <c:pt idx="7627">
                  <c:v>1.8292999999999999</c:v>
                </c:pt>
                <c:pt idx="7628">
                  <c:v>1.8295999999999999</c:v>
                </c:pt>
                <c:pt idx="7629">
                  <c:v>1.8299099999999999</c:v>
                </c:pt>
                <c:pt idx="7630">
                  <c:v>1.8302099999999999</c:v>
                </c:pt>
                <c:pt idx="7631">
                  <c:v>1.8305199999999999</c:v>
                </c:pt>
                <c:pt idx="7632">
                  <c:v>1.8308199999999999</c:v>
                </c:pt>
                <c:pt idx="7633">
                  <c:v>1.8311299999999999</c:v>
                </c:pt>
                <c:pt idx="7634">
                  <c:v>1.8314299999999999</c:v>
                </c:pt>
                <c:pt idx="7635">
                  <c:v>1.8317399999999999</c:v>
                </c:pt>
                <c:pt idx="7636">
                  <c:v>1.83205</c:v>
                </c:pt>
                <c:pt idx="7637">
                  <c:v>1.8323499999999999</c:v>
                </c:pt>
                <c:pt idx="7638">
                  <c:v>1.83266</c:v>
                </c:pt>
                <c:pt idx="7639">
                  <c:v>1.8329599999999999</c:v>
                </c:pt>
                <c:pt idx="7640">
                  <c:v>1.83327</c:v>
                </c:pt>
                <c:pt idx="7641">
                  <c:v>1.8335699999999999</c:v>
                </c:pt>
                <c:pt idx="7642">
                  <c:v>1.83388</c:v>
                </c:pt>
                <c:pt idx="7643">
                  <c:v>1.8341799999999999</c:v>
                </c:pt>
                <c:pt idx="7644">
                  <c:v>1.83449</c:v>
                </c:pt>
                <c:pt idx="7645">
                  <c:v>1.8347899999999999</c:v>
                </c:pt>
                <c:pt idx="7646">
                  <c:v>1.8351</c:v>
                </c:pt>
                <c:pt idx="7647">
                  <c:v>1.83541</c:v>
                </c:pt>
                <c:pt idx="7648">
                  <c:v>1.83571</c:v>
                </c:pt>
                <c:pt idx="7649">
                  <c:v>1.83602</c:v>
                </c:pt>
                <c:pt idx="7650">
                  <c:v>1.83632</c:v>
                </c:pt>
                <c:pt idx="7651">
                  <c:v>1.83663</c:v>
                </c:pt>
                <c:pt idx="7652">
                  <c:v>1.83693</c:v>
                </c:pt>
                <c:pt idx="7653">
                  <c:v>1.83724</c:v>
                </c:pt>
                <c:pt idx="7654">
                  <c:v>1.83754</c:v>
                </c:pt>
                <c:pt idx="7655">
                  <c:v>1.83785</c:v>
                </c:pt>
                <c:pt idx="7656">
                  <c:v>1.83815</c:v>
                </c:pt>
                <c:pt idx="7657">
                  <c:v>1.83846</c:v>
                </c:pt>
                <c:pt idx="7658">
                  <c:v>1.83876</c:v>
                </c:pt>
                <c:pt idx="7659">
                  <c:v>1.83907</c:v>
                </c:pt>
                <c:pt idx="7660">
                  <c:v>1.83938</c:v>
                </c:pt>
                <c:pt idx="7661">
                  <c:v>1.83968</c:v>
                </c:pt>
                <c:pt idx="7662">
                  <c:v>1.83999</c:v>
                </c:pt>
                <c:pt idx="7663">
                  <c:v>1.84029</c:v>
                </c:pt>
                <c:pt idx="7664">
                  <c:v>1.8406</c:v>
                </c:pt>
                <c:pt idx="7665">
                  <c:v>1.8409</c:v>
                </c:pt>
                <c:pt idx="7666">
                  <c:v>1.84121</c:v>
                </c:pt>
                <c:pt idx="7667">
                  <c:v>1.84151</c:v>
                </c:pt>
                <c:pt idx="7668">
                  <c:v>1.84182</c:v>
                </c:pt>
                <c:pt idx="7669">
                  <c:v>1.84212</c:v>
                </c:pt>
                <c:pt idx="7670">
                  <c:v>1.84243</c:v>
                </c:pt>
                <c:pt idx="7671">
                  <c:v>1.84273</c:v>
                </c:pt>
                <c:pt idx="7672">
                  <c:v>1.84304</c:v>
                </c:pt>
                <c:pt idx="7673">
                  <c:v>1.84335</c:v>
                </c:pt>
                <c:pt idx="7674">
                  <c:v>1.84365</c:v>
                </c:pt>
                <c:pt idx="7675">
                  <c:v>1.84396</c:v>
                </c:pt>
                <c:pt idx="7676">
                  <c:v>1.84426</c:v>
                </c:pt>
                <c:pt idx="7677">
                  <c:v>1.84457</c:v>
                </c:pt>
                <c:pt idx="7678">
                  <c:v>1.84487</c:v>
                </c:pt>
                <c:pt idx="7679">
                  <c:v>1.84518</c:v>
                </c:pt>
                <c:pt idx="7680">
                  <c:v>1.84548</c:v>
                </c:pt>
                <c:pt idx="7681">
                  <c:v>1.84579</c:v>
                </c:pt>
                <c:pt idx="7682">
                  <c:v>1.84609</c:v>
                </c:pt>
                <c:pt idx="7683">
                  <c:v>1.8464</c:v>
                </c:pt>
                <c:pt idx="7684">
                  <c:v>1.8467</c:v>
                </c:pt>
                <c:pt idx="7685">
                  <c:v>1.84701</c:v>
                </c:pt>
                <c:pt idx="7686">
                  <c:v>1.8473200000000001</c:v>
                </c:pt>
                <c:pt idx="7687">
                  <c:v>1.84762</c:v>
                </c:pt>
                <c:pt idx="7688">
                  <c:v>1.8479300000000001</c:v>
                </c:pt>
                <c:pt idx="7689">
                  <c:v>1.84823</c:v>
                </c:pt>
                <c:pt idx="7690">
                  <c:v>1.8485400000000001</c:v>
                </c:pt>
                <c:pt idx="7691">
                  <c:v>1.84884</c:v>
                </c:pt>
                <c:pt idx="7692">
                  <c:v>1.8491500000000001</c:v>
                </c:pt>
                <c:pt idx="7693">
                  <c:v>1.84945</c:v>
                </c:pt>
                <c:pt idx="7694">
                  <c:v>1.8497600000000001</c:v>
                </c:pt>
                <c:pt idx="7695">
                  <c:v>1.85006</c:v>
                </c:pt>
                <c:pt idx="7696">
                  <c:v>1.8503700000000001</c:v>
                </c:pt>
                <c:pt idx="7697">
                  <c:v>1.85067</c:v>
                </c:pt>
                <c:pt idx="7698">
                  <c:v>1.8509800000000001</c:v>
                </c:pt>
                <c:pt idx="7699">
                  <c:v>1.8512900000000001</c:v>
                </c:pt>
                <c:pt idx="7700">
                  <c:v>1.8515900000000001</c:v>
                </c:pt>
                <c:pt idx="7701">
                  <c:v>1.8519000000000001</c:v>
                </c:pt>
                <c:pt idx="7702">
                  <c:v>1.8522000000000001</c:v>
                </c:pt>
                <c:pt idx="7703">
                  <c:v>1.8525100000000001</c:v>
                </c:pt>
                <c:pt idx="7704">
                  <c:v>1.8528100000000001</c:v>
                </c:pt>
                <c:pt idx="7705">
                  <c:v>1.8531200000000001</c:v>
                </c:pt>
                <c:pt idx="7706">
                  <c:v>1.8534200000000001</c:v>
                </c:pt>
                <c:pt idx="7707">
                  <c:v>1.8537300000000001</c:v>
                </c:pt>
                <c:pt idx="7708">
                  <c:v>1.8540300000000001</c:v>
                </c:pt>
                <c:pt idx="7709">
                  <c:v>1.8543400000000001</c:v>
                </c:pt>
                <c:pt idx="7710">
                  <c:v>1.8546499999999999</c:v>
                </c:pt>
                <c:pt idx="7711">
                  <c:v>1.8549500000000001</c:v>
                </c:pt>
                <c:pt idx="7712">
                  <c:v>1.8552599999999999</c:v>
                </c:pt>
                <c:pt idx="7713">
                  <c:v>1.8555600000000001</c:v>
                </c:pt>
                <c:pt idx="7714">
                  <c:v>1.8558699999999999</c:v>
                </c:pt>
                <c:pt idx="7715">
                  <c:v>1.8561700000000001</c:v>
                </c:pt>
                <c:pt idx="7716">
                  <c:v>1.8564799999999999</c:v>
                </c:pt>
                <c:pt idx="7717">
                  <c:v>1.8567800000000001</c:v>
                </c:pt>
                <c:pt idx="7718">
                  <c:v>1.8570899999999999</c:v>
                </c:pt>
                <c:pt idx="7719">
                  <c:v>1.8573900000000001</c:v>
                </c:pt>
                <c:pt idx="7720">
                  <c:v>1.8576999999999999</c:v>
                </c:pt>
                <c:pt idx="7721">
                  <c:v>1.8580000000000001</c:v>
                </c:pt>
                <c:pt idx="7722">
                  <c:v>1.8583099999999999</c:v>
                </c:pt>
                <c:pt idx="7723">
                  <c:v>1.8586199999999999</c:v>
                </c:pt>
                <c:pt idx="7724">
                  <c:v>1.8589199999999999</c:v>
                </c:pt>
                <c:pt idx="7725">
                  <c:v>1.8592299999999999</c:v>
                </c:pt>
                <c:pt idx="7726">
                  <c:v>1.8595299999999999</c:v>
                </c:pt>
                <c:pt idx="7727">
                  <c:v>1.8598399999999999</c:v>
                </c:pt>
                <c:pt idx="7728">
                  <c:v>1.8601399999999999</c:v>
                </c:pt>
                <c:pt idx="7729">
                  <c:v>1.8604499999999999</c:v>
                </c:pt>
                <c:pt idx="7730">
                  <c:v>1.8607499999999999</c:v>
                </c:pt>
                <c:pt idx="7731">
                  <c:v>1.8610599999999999</c:v>
                </c:pt>
                <c:pt idx="7732">
                  <c:v>1.8613599999999999</c:v>
                </c:pt>
                <c:pt idx="7733">
                  <c:v>1.8616699999999999</c:v>
                </c:pt>
                <c:pt idx="7734">
                  <c:v>1.8619699999999999</c:v>
                </c:pt>
                <c:pt idx="7735">
                  <c:v>1.8622799999999999</c:v>
                </c:pt>
                <c:pt idx="7736">
                  <c:v>1.86259</c:v>
                </c:pt>
                <c:pt idx="7737">
                  <c:v>1.8628899999999999</c:v>
                </c:pt>
                <c:pt idx="7738">
                  <c:v>1.8632</c:v>
                </c:pt>
                <c:pt idx="7739">
                  <c:v>1.8634999999999999</c:v>
                </c:pt>
                <c:pt idx="7740">
                  <c:v>1.86381</c:v>
                </c:pt>
                <c:pt idx="7741">
                  <c:v>1.8641099999999999</c:v>
                </c:pt>
                <c:pt idx="7742">
                  <c:v>1.86442</c:v>
                </c:pt>
                <c:pt idx="7743">
                  <c:v>1.8647199999999999</c:v>
                </c:pt>
                <c:pt idx="7744">
                  <c:v>1.86503</c:v>
                </c:pt>
                <c:pt idx="7745">
                  <c:v>1.8653299999999999</c:v>
                </c:pt>
                <c:pt idx="7746">
                  <c:v>1.86564</c:v>
                </c:pt>
                <c:pt idx="7747">
                  <c:v>1.8659399999999999</c:v>
                </c:pt>
                <c:pt idx="7748">
                  <c:v>1.86625</c:v>
                </c:pt>
                <c:pt idx="7749">
                  <c:v>1.86656</c:v>
                </c:pt>
                <c:pt idx="7750">
                  <c:v>1.86686</c:v>
                </c:pt>
                <c:pt idx="7751">
                  <c:v>1.86717</c:v>
                </c:pt>
                <c:pt idx="7752">
                  <c:v>1.86747</c:v>
                </c:pt>
                <c:pt idx="7753">
                  <c:v>1.86778</c:v>
                </c:pt>
                <c:pt idx="7754">
                  <c:v>1.86808</c:v>
                </c:pt>
                <c:pt idx="7755">
                  <c:v>1.86839</c:v>
                </c:pt>
                <c:pt idx="7756">
                  <c:v>1.86869</c:v>
                </c:pt>
                <c:pt idx="7757">
                  <c:v>1.869</c:v>
                </c:pt>
                <c:pt idx="7758">
                  <c:v>1.8693</c:v>
                </c:pt>
                <c:pt idx="7759">
                  <c:v>1.86961</c:v>
                </c:pt>
                <c:pt idx="7760">
                  <c:v>1.86992</c:v>
                </c:pt>
                <c:pt idx="7761">
                  <c:v>1.87022</c:v>
                </c:pt>
                <c:pt idx="7762">
                  <c:v>1.87053</c:v>
                </c:pt>
                <c:pt idx="7763">
                  <c:v>1.87083</c:v>
                </c:pt>
                <c:pt idx="7764">
                  <c:v>1.87114</c:v>
                </c:pt>
                <c:pt idx="7765">
                  <c:v>1.87144</c:v>
                </c:pt>
                <c:pt idx="7766">
                  <c:v>1.87175</c:v>
                </c:pt>
                <c:pt idx="7767">
                  <c:v>1.87205</c:v>
                </c:pt>
                <c:pt idx="7768">
                  <c:v>1.87236</c:v>
                </c:pt>
                <c:pt idx="7769">
                  <c:v>1.87266</c:v>
                </c:pt>
                <c:pt idx="7770">
                  <c:v>1.87297</c:v>
                </c:pt>
                <c:pt idx="7771">
                  <c:v>1.87327</c:v>
                </c:pt>
                <c:pt idx="7772">
                  <c:v>1.87358</c:v>
                </c:pt>
                <c:pt idx="7773">
                  <c:v>1.8738900000000001</c:v>
                </c:pt>
                <c:pt idx="7774">
                  <c:v>1.87419</c:v>
                </c:pt>
                <c:pt idx="7775">
                  <c:v>1.8745000000000001</c:v>
                </c:pt>
                <c:pt idx="7776">
                  <c:v>1.8748</c:v>
                </c:pt>
                <c:pt idx="7777">
                  <c:v>1.8751100000000001</c:v>
                </c:pt>
                <c:pt idx="7778">
                  <c:v>1.87541</c:v>
                </c:pt>
                <c:pt idx="7779">
                  <c:v>1.8757200000000001</c:v>
                </c:pt>
                <c:pt idx="7780">
                  <c:v>1.87602</c:v>
                </c:pt>
                <c:pt idx="7781">
                  <c:v>1.8763300000000001</c:v>
                </c:pt>
                <c:pt idx="7782">
                  <c:v>1.87663</c:v>
                </c:pt>
                <c:pt idx="7783">
                  <c:v>1.8769400000000001</c:v>
                </c:pt>
                <c:pt idx="7784">
                  <c:v>1.87724</c:v>
                </c:pt>
                <c:pt idx="7785">
                  <c:v>1.8775500000000001</c:v>
                </c:pt>
                <c:pt idx="7786">
                  <c:v>1.8778600000000001</c:v>
                </c:pt>
                <c:pt idx="7787">
                  <c:v>1.8781600000000001</c:v>
                </c:pt>
                <c:pt idx="7788">
                  <c:v>1.8784700000000001</c:v>
                </c:pt>
                <c:pt idx="7789">
                  <c:v>1.8787700000000001</c:v>
                </c:pt>
                <c:pt idx="7790">
                  <c:v>1.8790800000000001</c:v>
                </c:pt>
                <c:pt idx="7791">
                  <c:v>1.8793800000000001</c:v>
                </c:pt>
                <c:pt idx="7792">
                  <c:v>1.8796900000000001</c:v>
                </c:pt>
                <c:pt idx="7793">
                  <c:v>1.87999</c:v>
                </c:pt>
                <c:pt idx="7794">
                  <c:v>1.8803000000000001</c:v>
                </c:pt>
                <c:pt idx="7795">
                  <c:v>1.8806</c:v>
                </c:pt>
                <c:pt idx="7796">
                  <c:v>1.8809100000000001</c:v>
                </c:pt>
                <c:pt idx="7797">
                  <c:v>1.88121</c:v>
                </c:pt>
                <c:pt idx="7798">
                  <c:v>1.8815200000000001</c:v>
                </c:pt>
                <c:pt idx="7799">
                  <c:v>1.8818299999999999</c:v>
                </c:pt>
                <c:pt idx="7800">
                  <c:v>1.8821300000000001</c:v>
                </c:pt>
                <c:pt idx="7801">
                  <c:v>1.8824399999999999</c:v>
                </c:pt>
                <c:pt idx="7802">
                  <c:v>1.8827400000000001</c:v>
                </c:pt>
                <c:pt idx="7803">
                  <c:v>1.8830499999999999</c:v>
                </c:pt>
                <c:pt idx="7804">
                  <c:v>1.8833500000000001</c:v>
                </c:pt>
                <c:pt idx="7805">
                  <c:v>1.8836599999999999</c:v>
                </c:pt>
                <c:pt idx="7806">
                  <c:v>1.8839600000000001</c:v>
                </c:pt>
                <c:pt idx="7807">
                  <c:v>1.8842699999999999</c:v>
                </c:pt>
                <c:pt idx="7808">
                  <c:v>1.8845700000000001</c:v>
                </c:pt>
                <c:pt idx="7809">
                  <c:v>1.8848800000000001</c:v>
                </c:pt>
                <c:pt idx="7810">
                  <c:v>1.8851800000000001</c:v>
                </c:pt>
                <c:pt idx="7811">
                  <c:v>1.8854900000000001</c:v>
                </c:pt>
                <c:pt idx="7812">
                  <c:v>1.8857999999999999</c:v>
                </c:pt>
                <c:pt idx="7813">
                  <c:v>1.8861000000000001</c:v>
                </c:pt>
                <c:pt idx="7814">
                  <c:v>1.8864099999999999</c:v>
                </c:pt>
                <c:pt idx="7815">
                  <c:v>1.8867100000000001</c:v>
                </c:pt>
                <c:pt idx="7816">
                  <c:v>1.8870199999999999</c:v>
                </c:pt>
                <c:pt idx="7817">
                  <c:v>1.8873200000000001</c:v>
                </c:pt>
                <c:pt idx="7818">
                  <c:v>1.8876299999999999</c:v>
                </c:pt>
                <c:pt idx="7819">
                  <c:v>1.8879300000000001</c:v>
                </c:pt>
                <c:pt idx="7820">
                  <c:v>1.8882399999999999</c:v>
                </c:pt>
                <c:pt idx="7821">
                  <c:v>1.8885400000000001</c:v>
                </c:pt>
                <c:pt idx="7822">
                  <c:v>1.8888499999999999</c:v>
                </c:pt>
                <c:pt idx="7823">
                  <c:v>1.88916</c:v>
                </c:pt>
                <c:pt idx="7824">
                  <c:v>1.8894599999999999</c:v>
                </c:pt>
                <c:pt idx="7825">
                  <c:v>1.8897699999999999</c:v>
                </c:pt>
                <c:pt idx="7826">
                  <c:v>1.8900699999999999</c:v>
                </c:pt>
                <c:pt idx="7827">
                  <c:v>1.8903799999999999</c:v>
                </c:pt>
                <c:pt idx="7828">
                  <c:v>1.8906799999999999</c:v>
                </c:pt>
                <c:pt idx="7829">
                  <c:v>1.8909899999999999</c:v>
                </c:pt>
                <c:pt idx="7830">
                  <c:v>1.8912899999999999</c:v>
                </c:pt>
                <c:pt idx="7831">
                  <c:v>1.8915999999999999</c:v>
                </c:pt>
                <c:pt idx="7832">
                  <c:v>1.8918999999999999</c:v>
                </c:pt>
                <c:pt idx="7833">
                  <c:v>1.8922099999999999</c:v>
                </c:pt>
                <c:pt idx="7834">
                  <c:v>1.8925099999999999</c:v>
                </c:pt>
                <c:pt idx="7835">
                  <c:v>1.8928199999999999</c:v>
                </c:pt>
                <c:pt idx="7836">
                  <c:v>1.89313</c:v>
                </c:pt>
                <c:pt idx="7837">
                  <c:v>1.8934299999999999</c:v>
                </c:pt>
                <c:pt idx="7838">
                  <c:v>1.89374</c:v>
                </c:pt>
                <c:pt idx="7839">
                  <c:v>1.8940399999999999</c:v>
                </c:pt>
                <c:pt idx="7840">
                  <c:v>1.89435</c:v>
                </c:pt>
                <c:pt idx="7841">
                  <c:v>1.8946499999999999</c:v>
                </c:pt>
                <c:pt idx="7842">
                  <c:v>1.89496</c:v>
                </c:pt>
                <c:pt idx="7843">
                  <c:v>1.8952599999999999</c:v>
                </c:pt>
                <c:pt idx="7844">
                  <c:v>1.89557</c:v>
                </c:pt>
                <c:pt idx="7845">
                  <c:v>1.8958699999999999</c:v>
                </c:pt>
                <c:pt idx="7846">
                  <c:v>1.89618</c:v>
                </c:pt>
                <c:pt idx="7847">
                  <c:v>1.8964799999999999</c:v>
                </c:pt>
                <c:pt idx="7848">
                  <c:v>1.89679</c:v>
                </c:pt>
                <c:pt idx="7849">
                  <c:v>1.8971</c:v>
                </c:pt>
                <c:pt idx="7850">
                  <c:v>1.8974</c:v>
                </c:pt>
                <c:pt idx="7851">
                  <c:v>1.89771</c:v>
                </c:pt>
                <c:pt idx="7852">
                  <c:v>1.89801</c:v>
                </c:pt>
                <c:pt idx="7853">
                  <c:v>1.89832</c:v>
                </c:pt>
                <c:pt idx="7854">
                  <c:v>1.89862</c:v>
                </c:pt>
                <c:pt idx="7855">
                  <c:v>1.89893</c:v>
                </c:pt>
                <c:pt idx="7856">
                  <c:v>1.89923</c:v>
                </c:pt>
                <c:pt idx="7857">
                  <c:v>1.89954</c:v>
                </c:pt>
                <c:pt idx="7858">
                  <c:v>1.89984</c:v>
                </c:pt>
                <c:pt idx="7859">
                  <c:v>1.90015</c:v>
                </c:pt>
                <c:pt idx="7860">
                  <c:v>1.90045</c:v>
                </c:pt>
                <c:pt idx="7861">
                  <c:v>1.90076</c:v>
                </c:pt>
                <c:pt idx="7862">
                  <c:v>1.90107</c:v>
                </c:pt>
                <c:pt idx="7863">
                  <c:v>1.90137</c:v>
                </c:pt>
                <c:pt idx="7864">
                  <c:v>1.90168</c:v>
                </c:pt>
                <c:pt idx="7865">
                  <c:v>1.90198</c:v>
                </c:pt>
                <c:pt idx="7866">
                  <c:v>1.90229</c:v>
                </c:pt>
                <c:pt idx="7867">
                  <c:v>1.90259</c:v>
                </c:pt>
                <c:pt idx="7868">
                  <c:v>1.9029</c:v>
                </c:pt>
                <c:pt idx="7869">
                  <c:v>1.9032</c:v>
                </c:pt>
                <c:pt idx="7870">
                  <c:v>1.90351</c:v>
                </c:pt>
                <c:pt idx="7871">
                  <c:v>1.90381</c:v>
                </c:pt>
                <c:pt idx="7872">
                  <c:v>1.90412</c:v>
                </c:pt>
                <c:pt idx="7873">
                  <c:v>1.90442</c:v>
                </c:pt>
                <c:pt idx="7874">
                  <c:v>1.90473</c:v>
                </c:pt>
                <c:pt idx="7875">
                  <c:v>1.9050400000000001</c:v>
                </c:pt>
                <c:pt idx="7876">
                  <c:v>1.90534</c:v>
                </c:pt>
                <c:pt idx="7877">
                  <c:v>1.9056500000000001</c:v>
                </c:pt>
                <c:pt idx="7878">
                  <c:v>1.90595</c:v>
                </c:pt>
                <c:pt idx="7879">
                  <c:v>1.9062600000000001</c:v>
                </c:pt>
                <c:pt idx="7880">
                  <c:v>1.90656</c:v>
                </c:pt>
                <c:pt idx="7881">
                  <c:v>1.9068700000000001</c:v>
                </c:pt>
                <c:pt idx="7882">
                  <c:v>1.90717</c:v>
                </c:pt>
                <c:pt idx="7883">
                  <c:v>1.9074800000000001</c:v>
                </c:pt>
                <c:pt idx="7884">
                  <c:v>1.90778</c:v>
                </c:pt>
                <c:pt idx="7885">
                  <c:v>1.9080900000000001</c:v>
                </c:pt>
                <c:pt idx="7886">
                  <c:v>1.9084000000000001</c:v>
                </c:pt>
                <c:pt idx="7887">
                  <c:v>1.9087000000000001</c:v>
                </c:pt>
                <c:pt idx="7888">
                  <c:v>1.9090100000000001</c:v>
                </c:pt>
                <c:pt idx="7889">
                  <c:v>1.9093100000000001</c:v>
                </c:pt>
                <c:pt idx="7890">
                  <c:v>1.9096200000000001</c:v>
                </c:pt>
                <c:pt idx="7891">
                  <c:v>1.9099200000000001</c:v>
                </c:pt>
                <c:pt idx="7892">
                  <c:v>1.9102300000000001</c:v>
                </c:pt>
                <c:pt idx="7893">
                  <c:v>1.9105300000000001</c:v>
                </c:pt>
                <c:pt idx="7894">
                  <c:v>1.9108400000000001</c:v>
                </c:pt>
                <c:pt idx="7895">
                  <c:v>1.9111400000000001</c:v>
                </c:pt>
                <c:pt idx="7896">
                  <c:v>1.9114500000000001</c:v>
                </c:pt>
                <c:pt idx="7897">
                  <c:v>1.9117500000000001</c:v>
                </c:pt>
                <c:pt idx="7898">
                  <c:v>1.9120600000000001</c:v>
                </c:pt>
                <c:pt idx="7899">
                  <c:v>1.9123699999999999</c:v>
                </c:pt>
                <c:pt idx="7900">
                  <c:v>1.9126700000000001</c:v>
                </c:pt>
                <c:pt idx="7901">
                  <c:v>1.9129799999999999</c:v>
                </c:pt>
                <c:pt idx="7902">
                  <c:v>1.9132800000000001</c:v>
                </c:pt>
                <c:pt idx="7903">
                  <c:v>1.9135899999999999</c:v>
                </c:pt>
                <c:pt idx="7904">
                  <c:v>1.9138900000000001</c:v>
                </c:pt>
                <c:pt idx="7905">
                  <c:v>1.9141999999999999</c:v>
                </c:pt>
                <c:pt idx="7906">
                  <c:v>1.9145000000000001</c:v>
                </c:pt>
                <c:pt idx="7907">
                  <c:v>1.9148099999999999</c:v>
                </c:pt>
                <c:pt idx="7908">
                  <c:v>1.9151100000000001</c:v>
                </c:pt>
                <c:pt idx="7909">
                  <c:v>1.9154199999999999</c:v>
                </c:pt>
                <c:pt idx="7910">
                  <c:v>1.9157200000000001</c:v>
                </c:pt>
                <c:pt idx="7911">
                  <c:v>1.9160299999999999</c:v>
                </c:pt>
                <c:pt idx="7912">
                  <c:v>1.9163399999999999</c:v>
                </c:pt>
                <c:pt idx="7913">
                  <c:v>1.9166399999999999</c:v>
                </c:pt>
                <c:pt idx="7914">
                  <c:v>1.9169499999999999</c:v>
                </c:pt>
                <c:pt idx="7915">
                  <c:v>1.9172499999999999</c:v>
                </c:pt>
                <c:pt idx="7916">
                  <c:v>1.9175599999999999</c:v>
                </c:pt>
                <c:pt idx="7917">
                  <c:v>1.9178599999999999</c:v>
                </c:pt>
                <c:pt idx="7918">
                  <c:v>1.9181699999999999</c:v>
                </c:pt>
                <c:pt idx="7919">
                  <c:v>1.9184699999999999</c:v>
                </c:pt>
                <c:pt idx="7920">
                  <c:v>1.9187799999999999</c:v>
                </c:pt>
                <c:pt idx="7921">
                  <c:v>1.9190799999999999</c:v>
                </c:pt>
                <c:pt idx="7922">
                  <c:v>1.9193899999999999</c:v>
                </c:pt>
                <c:pt idx="7923">
                  <c:v>1.9196899999999999</c:v>
                </c:pt>
                <c:pt idx="7924">
                  <c:v>1.92</c:v>
                </c:pt>
                <c:pt idx="7925">
                  <c:v>1.92031</c:v>
                </c:pt>
                <c:pt idx="7926">
                  <c:v>1.9206099999999999</c:v>
                </c:pt>
                <c:pt idx="7927">
                  <c:v>1.92092</c:v>
                </c:pt>
                <c:pt idx="7928">
                  <c:v>1.9212199999999999</c:v>
                </c:pt>
                <c:pt idx="7929">
                  <c:v>1.92153</c:v>
                </c:pt>
                <c:pt idx="7930">
                  <c:v>1.9218299999999999</c:v>
                </c:pt>
                <c:pt idx="7931">
                  <c:v>1.92214</c:v>
                </c:pt>
                <c:pt idx="7932">
                  <c:v>1.9224399999999999</c:v>
                </c:pt>
                <c:pt idx="7933">
                  <c:v>1.92275</c:v>
                </c:pt>
                <c:pt idx="7934">
                  <c:v>1.9230499999999999</c:v>
                </c:pt>
                <c:pt idx="7935">
                  <c:v>1.92336</c:v>
                </c:pt>
                <c:pt idx="7936">
                  <c:v>1.92367</c:v>
                </c:pt>
                <c:pt idx="7937">
                  <c:v>1.92397</c:v>
                </c:pt>
                <c:pt idx="7938">
                  <c:v>1.92428</c:v>
                </c:pt>
                <c:pt idx="7939">
                  <c:v>1.92458</c:v>
                </c:pt>
                <c:pt idx="7940">
                  <c:v>1.92489</c:v>
                </c:pt>
                <c:pt idx="7941">
                  <c:v>1.92519</c:v>
                </c:pt>
                <c:pt idx="7942">
                  <c:v>1.9255</c:v>
                </c:pt>
                <c:pt idx="7943">
                  <c:v>1.9258</c:v>
                </c:pt>
                <c:pt idx="7944">
                  <c:v>1.92611</c:v>
                </c:pt>
                <c:pt idx="7945">
                  <c:v>1.92641</c:v>
                </c:pt>
                <c:pt idx="7946">
                  <c:v>1.92672</c:v>
                </c:pt>
                <c:pt idx="7947">
                  <c:v>1.92702</c:v>
                </c:pt>
                <c:pt idx="7948">
                  <c:v>1.92733</c:v>
                </c:pt>
                <c:pt idx="7949">
                  <c:v>1.92764</c:v>
                </c:pt>
                <c:pt idx="7950">
                  <c:v>1.92794</c:v>
                </c:pt>
                <c:pt idx="7951">
                  <c:v>1.92825</c:v>
                </c:pt>
                <c:pt idx="7952">
                  <c:v>1.92855</c:v>
                </c:pt>
                <c:pt idx="7953">
                  <c:v>1.92886</c:v>
                </c:pt>
                <c:pt idx="7954">
                  <c:v>1.92916</c:v>
                </c:pt>
                <c:pt idx="7955">
                  <c:v>1.92947</c:v>
                </c:pt>
                <c:pt idx="7956">
                  <c:v>1.92977</c:v>
                </c:pt>
                <c:pt idx="7957">
                  <c:v>1.93008</c:v>
                </c:pt>
                <c:pt idx="7958">
                  <c:v>1.93038</c:v>
                </c:pt>
                <c:pt idx="7959">
                  <c:v>1.93069</c:v>
                </c:pt>
                <c:pt idx="7960">
                  <c:v>1.93099</c:v>
                </c:pt>
                <c:pt idx="7961">
                  <c:v>1.9313</c:v>
                </c:pt>
                <c:pt idx="7962">
                  <c:v>1.93161</c:v>
                </c:pt>
                <c:pt idx="7963">
                  <c:v>1.93191</c:v>
                </c:pt>
                <c:pt idx="7964">
                  <c:v>1.93222</c:v>
                </c:pt>
                <c:pt idx="7965">
                  <c:v>1.93252</c:v>
                </c:pt>
                <c:pt idx="7966">
                  <c:v>1.93283</c:v>
                </c:pt>
                <c:pt idx="7967">
                  <c:v>1.93313</c:v>
                </c:pt>
                <c:pt idx="7968">
                  <c:v>1.93344</c:v>
                </c:pt>
                <c:pt idx="7969">
                  <c:v>1.93374</c:v>
                </c:pt>
                <c:pt idx="7970">
                  <c:v>1.93405</c:v>
                </c:pt>
                <c:pt idx="7971">
                  <c:v>1.93435</c:v>
                </c:pt>
                <c:pt idx="7972">
                  <c:v>1.93466</c:v>
                </c:pt>
                <c:pt idx="7973">
                  <c:v>1.93496</c:v>
                </c:pt>
                <c:pt idx="7974">
                  <c:v>1.93527</c:v>
                </c:pt>
                <c:pt idx="7975">
                  <c:v>1.9355800000000001</c:v>
                </c:pt>
                <c:pt idx="7976">
                  <c:v>1.93588</c:v>
                </c:pt>
                <c:pt idx="7977">
                  <c:v>1.9361900000000001</c:v>
                </c:pt>
                <c:pt idx="7978">
                  <c:v>1.93649</c:v>
                </c:pt>
                <c:pt idx="7979">
                  <c:v>1.9368000000000001</c:v>
                </c:pt>
                <c:pt idx="7980">
                  <c:v>1.9371</c:v>
                </c:pt>
                <c:pt idx="7981">
                  <c:v>1.9374100000000001</c:v>
                </c:pt>
                <c:pt idx="7982">
                  <c:v>1.93771</c:v>
                </c:pt>
                <c:pt idx="7983">
                  <c:v>1.9380200000000001</c:v>
                </c:pt>
                <c:pt idx="7984">
                  <c:v>1.93832</c:v>
                </c:pt>
                <c:pt idx="7985">
                  <c:v>1.9386300000000001</c:v>
                </c:pt>
                <c:pt idx="7986">
                  <c:v>1.93893</c:v>
                </c:pt>
                <c:pt idx="7987">
                  <c:v>1.9392400000000001</c:v>
                </c:pt>
                <c:pt idx="7988">
                  <c:v>1.9395500000000001</c:v>
                </c:pt>
                <c:pt idx="7989">
                  <c:v>1.9398500000000001</c:v>
                </c:pt>
                <c:pt idx="7990">
                  <c:v>1.9401600000000001</c:v>
                </c:pt>
                <c:pt idx="7991">
                  <c:v>1.9404600000000001</c:v>
                </c:pt>
                <c:pt idx="7992">
                  <c:v>1.9407700000000001</c:v>
                </c:pt>
                <c:pt idx="7993">
                  <c:v>1.9410700000000001</c:v>
                </c:pt>
                <c:pt idx="7994">
                  <c:v>1.9413800000000001</c:v>
                </c:pt>
                <c:pt idx="7995">
                  <c:v>1.9416800000000001</c:v>
                </c:pt>
                <c:pt idx="7996">
                  <c:v>1.9419900000000001</c:v>
                </c:pt>
                <c:pt idx="7997">
                  <c:v>1.9422900000000001</c:v>
                </c:pt>
                <c:pt idx="7998">
                  <c:v>1.9426000000000001</c:v>
                </c:pt>
                <c:pt idx="7999">
                  <c:v>1.9429099999999999</c:v>
                </c:pt>
                <c:pt idx="8000">
                  <c:v>1.9432100000000001</c:v>
                </c:pt>
                <c:pt idx="8001">
                  <c:v>1.9435199999999999</c:v>
                </c:pt>
                <c:pt idx="8002">
                  <c:v>1.9438200000000001</c:v>
                </c:pt>
                <c:pt idx="8003">
                  <c:v>1.9441299999999999</c:v>
                </c:pt>
                <c:pt idx="8004">
                  <c:v>1.9444300000000001</c:v>
                </c:pt>
                <c:pt idx="8005">
                  <c:v>1.9447399999999999</c:v>
                </c:pt>
                <c:pt idx="8006">
                  <c:v>1.9450400000000001</c:v>
                </c:pt>
                <c:pt idx="8007">
                  <c:v>1.9453499999999999</c:v>
                </c:pt>
                <c:pt idx="8008">
                  <c:v>1.9456500000000001</c:v>
                </c:pt>
                <c:pt idx="8009">
                  <c:v>1.9459599999999999</c:v>
                </c:pt>
                <c:pt idx="8010">
                  <c:v>1.9462600000000001</c:v>
                </c:pt>
                <c:pt idx="8011">
                  <c:v>1.9465699999999999</c:v>
                </c:pt>
                <c:pt idx="8012">
                  <c:v>1.9468799999999999</c:v>
                </c:pt>
                <c:pt idx="8013">
                  <c:v>1.9471799999999999</c:v>
                </c:pt>
                <c:pt idx="8014">
                  <c:v>1.9474899999999999</c:v>
                </c:pt>
                <c:pt idx="8015">
                  <c:v>1.9477899999999999</c:v>
                </c:pt>
                <c:pt idx="8016">
                  <c:v>1.9480999999999999</c:v>
                </c:pt>
                <c:pt idx="8017">
                  <c:v>1.9483999999999999</c:v>
                </c:pt>
                <c:pt idx="8018">
                  <c:v>1.9487099999999999</c:v>
                </c:pt>
                <c:pt idx="8019">
                  <c:v>1.9490099999999999</c:v>
                </c:pt>
                <c:pt idx="8020">
                  <c:v>1.9493199999999999</c:v>
                </c:pt>
                <c:pt idx="8021">
                  <c:v>1.9496199999999999</c:v>
                </c:pt>
                <c:pt idx="8022">
                  <c:v>1.9499299999999999</c:v>
                </c:pt>
                <c:pt idx="8023">
                  <c:v>1.9502299999999999</c:v>
                </c:pt>
                <c:pt idx="8024">
                  <c:v>1.9505399999999999</c:v>
                </c:pt>
                <c:pt idx="8025">
                  <c:v>1.95085</c:v>
                </c:pt>
                <c:pt idx="8026">
                  <c:v>1.9511499999999999</c:v>
                </c:pt>
                <c:pt idx="8027">
                  <c:v>1.95146</c:v>
                </c:pt>
                <c:pt idx="8028">
                  <c:v>1.9517599999999999</c:v>
                </c:pt>
                <c:pt idx="8029">
                  <c:v>1.95207</c:v>
                </c:pt>
                <c:pt idx="8030">
                  <c:v>1.9523699999999999</c:v>
                </c:pt>
                <c:pt idx="8031">
                  <c:v>1.95268</c:v>
                </c:pt>
                <c:pt idx="8032">
                  <c:v>1.9529799999999999</c:v>
                </c:pt>
                <c:pt idx="8033">
                  <c:v>1.95329</c:v>
                </c:pt>
                <c:pt idx="8034">
                  <c:v>1.9535899999999999</c:v>
                </c:pt>
                <c:pt idx="8035">
                  <c:v>1.9539</c:v>
                </c:pt>
                <c:pt idx="8036">
                  <c:v>1.9541999999999999</c:v>
                </c:pt>
                <c:pt idx="8037">
                  <c:v>1.95451</c:v>
                </c:pt>
                <c:pt idx="8038">
                  <c:v>1.95482</c:v>
                </c:pt>
                <c:pt idx="8039">
                  <c:v>1.95512</c:v>
                </c:pt>
                <c:pt idx="8040">
                  <c:v>1.95543</c:v>
                </c:pt>
                <c:pt idx="8041">
                  <c:v>1.95573</c:v>
                </c:pt>
                <c:pt idx="8042">
                  <c:v>1.95604</c:v>
                </c:pt>
                <c:pt idx="8043">
                  <c:v>1.95634</c:v>
                </c:pt>
                <c:pt idx="8044">
                  <c:v>1.95665</c:v>
                </c:pt>
                <c:pt idx="8045">
                  <c:v>1.95695</c:v>
                </c:pt>
                <c:pt idx="8046">
                  <c:v>1.95726</c:v>
                </c:pt>
                <c:pt idx="8047">
                  <c:v>1.95756</c:v>
                </c:pt>
                <c:pt idx="8048">
                  <c:v>1.95787</c:v>
                </c:pt>
                <c:pt idx="8049">
                  <c:v>1.95817</c:v>
                </c:pt>
                <c:pt idx="8050">
                  <c:v>1.95848</c:v>
                </c:pt>
                <c:pt idx="8051">
                  <c:v>1.95879</c:v>
                </c:pt>
                <c:pt idx="8052">
                  <c:v>1.95909</c:v>
                </c:pt>
                <c:pt idx="8053">
                  <c:v>1.9594</c:v>
                </c:pt>
                <c:pt idx="8054">
                  <c:v>1.9597</c:v>
                </c:pt>
                <c:pt idx="8055">
                  <c:v>1.96001</c:v>
                </c:pt>
                <c:pt idx="8056">
                  <c:v>1.96031</c:v>
                </c:pt>
                <c:pt idx="8057">
                  <c:v>1.96062</c:v>
                </c:pt>
                <c:pt idx="8058">
                  <c:v>1.96092</c:v>
                </c:pt>
                <c:pt idx="8059">
                  <c:v>1.96123</c:v>
                </c:pt>
                <c:pt idx="8060">
                  <c:v>1.96153</c:v>
                </c:pt>
                <c:pt idx="8061">
                  <c:v>1.96184</c:v>
                </c:pt>
                <c:pt idx="8062">
                  <c:v>1.9621500000000001</c:v>
                </c:pt>
                <c:pt idx="8063">
                  <c:v>1.96245</c:v>
                </c:pt>
                <c:pt idx="8064">
                  <c:v>1.9627600000000001</c:v>
                </c:pt>
                <c:pt idx="8065">
                  <c:v>1.96306</c:v>
                </c:pt>
                <c:pt idx="8066">
                  <c:v>1.9633700000000001</c:v>
                </c:pt>
                <c:pt idx="8067">
                  <c:v>1.96367</c:v>
                </c:pt>
                <c:pt idx="8068">
                  <c:v>1.9639800000000001</c:v>
                </c:pt>
                <c:pt idx="8069">
                  <c:v>1.96428</c:v>
                </c:pt>
                <c:pt idx="8070">
                  <c:v>1.9645900000000001</c:v>
                </c:pt>
                <c:pt idx="8071">
                  <c:v>1.96489</c:v>
                </c:pt>
                <c:pt idx="8072">
                  <c:v>1.9652000000000001</c:v>
                </c:pt>
                <c:pt idx="8073">
                  <c:v>1.9655</c:v>
                </c:pt>
                <c:pt idx="8074">
                  <c:v>1.9658100000000001</c:v>
                </c:pt>
                <c:pt idx="8075">
                  <c:v>1.9661200000000001</c:v>
                </c:pt>
                <c:pt idx="8076">
                  <c:v>1.9664200000000001</c:v>
                </c:pt>
                <c:pt idx="8077">
                  <c:v>1.9667300000000001</c:v>
                </c:pt>
                <c:pt idx="8078">
                  <c:v>1.9670300000000001</c:v>
                </c:pt>
                <c:pt idx="8079">
                  <c:v>1.9673400000000001</c:v>
                </c:pt>
                <c:pt idx="8080">
                  <c:v>1.9676400000000001</c:v>
                </c:pt>
                <c:pt idx="8081">
                  <c:v>1.9679500000000001</c:v>
                </c:pt>
                <c:pt idx="8082">
                  <c:v>1.9682500000000001</c:v>
                </c:pt>
                <c:pt idx="8083">
                  <c:v>1.9685600000000001</c:v>
                </c:pt>
                <c:pt idx="8084">
                  <c:v>1.9688600000000001</c:v>
                </c:pt>
                <c:pt idx="8085">
                  <c:v>1.9691700000000001</c:v>
                </c:pt>
                <c:pt idx="8086">
                  <c:v>1.9694700000000001</c:v>
                </c:pt>
                <c:pt idx="8087">
                  <c:v>1.9697800000000001</c:v>
                </c:pt>
                <c:pt idx="8088">
                  <c:v>1.9700899999999999</c:v>
                </c:pt>
                <c:pt idx="8089">
                  <c:v>1.9703900000000001</c:v>
                </c:pt>
                <c:pt idx="8090">
                  <c:v>1.9706999999999999</c:v>
                </c:pt>
                <c:pt idx="8091">
                  <c:v>1.9710000000000001</c:v>
                </c:pt>
                <c:pt idx="8092">
                  <c:v>1.9713099999999999</c:v>
                </c:pt>
                <c:pt idx="8093">
                  <c:v>1.9716100000000001</c:v>
                </c:pt>
                <c:pt idx="8094">
                  <c:v>1.9719199999999999</c:v>
                </c:pt>
                <c:pt idx="8095">
                  <c:v>1.9722200000000001</c:v>
                </c:pt>
                <c:pt idx="8096">
                  <c:v>1.9725299999999999</c:v>
                </c:pt>
                <c:pt idx="8097">
                  <c:v>1.9728300000000001</c:v>
                </c:pt>
                <c:pt idx="8098">
                  <c:v>1.9731399999999999</c:v>
                </c:pt>
                <c:pt idx="8099">
                  <c:v>1.9734400000000001</c:v>
                </c:pt>
                <c:pt idx="8100">
                  <c:v>1.9737499999999999</c:v>
                </c:pt>
                <c:pt idx="8101">
                  <c:v>1.9740599999999999</c:v>
                </c:pt>
                <c:pt idx="8102">
                  <c:v>1.9743599999999999</c:v>
                </c:pt>
                <c:pt idx="8103">
                  <c:v>1.9746699999999999</c:v>
                </c:pt>
                <c:pt idx="8104">
                  <c:v>1.9749699999999999</c:v>
                </c:pt>
                <c:pt idx="8105">
                  <c:v>1.9752799999999999</c:v>
                </c:pt>
                <c:pt idx="8106">
                  <c:v>1.9755799999999999</c:v>
                </c:pt>
                <c:pt idx="8107">
                  <c:v>1.9758899999999999</c:v>
                </c:pt>
                <c:pt idx="8108">
                  <c:v>1.9761899999999999</c:v>
                </c:pt>
                <c:pt idx="8109">
                  <c:v>1.9764999999999999</c:v>
                </c:pt>
                <c:pt idx="8110">
                  <c:v>1.9767999999999999</c:v>
                </c:pt>
                <c:pt idx="8111">
                  <c:v>1.9771099999999999</c:v>
                </c:pt>
                <c:pt idx="8112">
                  <c:v>1.97742</c:v>
                </c:pt>
                <c:pt idx="8113">
                  <c:v>1.9777199999999999</c:v>
                </c:pt>
                <c:pt idx="8114">
                  <c:v>1.97803</c:v>
                </c:pt>
                <c:pt idx="8115">
                  <c:v>1.9783299999999999</c:v>
                </c:pt>
                <c:pt idx="8116">
                  <c:v>1.97864</c:v>
                </c:pt>
                <c:pt idx="8117">
                  <c:v>1.9789399999999999</c:v>
                </c:pt>
                <c:pt idx="8118">
                  <c:v>1.97925</c:v>
                </c:pt>
                <c:pt idx="8119">
                  <c:v>1.9795499999999999</c:v>
                </c:pt>
                <c:pt idx="8120">
                  <c:v>1.97986</c:v>
                </c:pt>
                <c:pt idx="8121">
                  <c:v>1.9801599999999999</c:v>
                </c:pt>
                <c:pt idx="8122">
                  <c:v>1.98047</c:v>
                </c:pt>
                <c:pt idx="8123">
                  <c:v>1.9807699999999999</c:v>
                </c:pt>
                <c:pt idx="8124">
                  <c:v>1.98108</c:v>
                </c:pt>
                <c:pt idx="8125">
                  <c:v>1.98139</c:v>
                </c:pt>
                <c:pt idx="8126">
                  <c:v>1.98169</c:v>
                </c:pt>
                <c:pt idx="8127">
                  <c:v>1.982</c:v>
                </c:pt>
                <c:pt idx="8128">
                  <c:v>1.9823</c:v>
                </c:pt>
                <c:pt idx="8129">
                  <c:v>1.98261</c:v>
                </c:pt>
                <c:pt idx="8130">
                  <c:v>1.98291</c:v>
                </c:pt>
                <c:pt idx="8131">
                  <c:v>1.98322</c:v>
                </c:pt>
                <c:pt idx="8132">
                  <c:v>1.9835199999999999</c:v>
                </c:pt>
                <c:pt idx="8133">
                  <c:v>1.98383</c:v>
                </c:pt>
                <c:pt idx="8134">
                  <c:v>1.9841299999999999</c:v>
                </c:pt>
                <c:pt idx="8135">
                  <c:v>1.98444</c:v>
                </c:pt>
                <c:pt idx="8136">
                  <c:v>1.9847399999999999</c:v>
                </c:pt>
                <c:pt idx="8137">
                  <c:v>1.98505</c:v>
                </c:pt>
                <c:pt idx="8138">
                  <c:v>1.98536</c:v>
                </c:pt>
                <c:pt idx="8139">
                  <c:v>1.98566</c:v>
                </c:pt>
                <c:pt idx="8140">
                  <c:v>1.98597</c:v>
                </c:pt>
                <c:pt idx="8141">
                  <c:v>1.98627</c:v>
                </c:pt>
                <c:pt idx="8142">
                  <c:v>1.98658</c:v>
                </c:pt>
                <c:pt idx="8143">
                  <c:v>1.98688</c:v>
                </c:pt>
                <c:pt idx="8144">
                  <c:v>1.98719</c:v>
                </c:pt>
                <c:pt idx="8145">
                  <c:v>1.98749</c:v>
                </c:pt>
                <c:pt idx="8146">
                  <c:v>1.9878</c:v>
                </c:pt>
                <c:pt idx="8147">
                  <c:v>1.9881</c:v>
                </c:pt>
                <c:pt idx="8148">
                  <c:v>1.98841</c:v>
                </c:pt>
                <c:pt idx="8149">
                  <c:v>1.98871</c:v>
                </c:pt>
                <c:pt idx="8150">
                  <c:v>1.98902</c:v>
                </c:pt>
                <c:pt idx="8151">
                  <c:v>1.98933</c:v>
                </c:pt>
                <c:pt idx="8152">
                  <c:v>1.98963</c:v>
                </c:pt>
                <c:pt idx="8153">
                  <c:v>1.98994</c:v>
                </c:pt>
                <c:pt idx="8154">
                  <c:v>1.99024</c:v>
                </c:pt>
                <c:pt idx="8155">
                  <c:v>1.99055</c:v>
                </c:pt>
                <c:pt idx="8156">
                  <c:v>1.99085</c:v>
                </c:pt>
                <c:pt idx="8157">
                  <c:v>1.99116</c:v>
                </c:pt>
                <c:pt idx="8158">
                  <c:v>1.99146</c:v>
                </c:pt>
                <c:pt idx="8159">
                  <c:v>1.99177</c:v>
                </c:pt>
                <c:pt idx="8160">
                  <c:v>1.99207</c:v>
                </c:pt>
                <c:pt idx="8161">
                  <c:v>1.99238</c:v>
                </c:pt>
                <c:pt idx="8162">
                  <c:v>1.99268</c:v>
                </c:pt>
                <c:pt idx="8163">
                  <c:v>1.99299</c:v>
                </c:pt>
                <c:pt idx="8164">
                  <c:v>1.9933000000000001</c:v>
                </c:pt>
                <c:pt idx="8165">
                  <c:v>1.9936</c:v>
                </c:pt>
                <c:pt idx="8166">
                  <c:v>1.9939100000000001</c:v>
                </c:pt>
                <c:pt idx="8167">
                  <c:v>1.99421</c:v>
                </c:pt>
                <c:pt idx="8168">
                  <c:v>1.9945200000000001</c:v>
                </c:pt>
                <c:pt idx="8169">
                  <c:v>1.99482</c:v>
                </c:pt>
                <c:pt idx="8170">
                  <c:v>1.9951300000000001</c:v>
                </c:pt>
                <c:pt idx="8171">
                  <c:v>1.99543</c:v>
                </c:pt>
                <c:pt idx="8172">
                  <c:v>1.9957400000000001</c:v>
                </c:pt>
                <c:pt idx="8173">
                  <c:v>1.99604</c:v>
                </c:pt>
                <c:pt idx="8174">
                  <c:v>1.9963500000000001</c:v>
                </c:pt>
                <c:pt idx="8175">
                  <c:v>1.9966600000000001</c:v>
                </c:pt>
                <c:pt idx="8176">
                  <c:v>1.9969600000000001</c:v>
                </c:pt>
                <c:pt idx="8177">
                  <c:v>1.9972700000000001</c:v>
                </c:pt>
                <c:pt idx="8178">
                  <c:v>1.9975700000000001</c:v>
                </c:pt>
                <c:pt idx="8179">
                  <c:v>1.9978800000000001</c:v>
                </c:pt>
                <c:pt idx="8180">
                  <c:v>1.9981800000000001</c:v>
                </c:pt>
                <c:pt idx="8181">
                  <c:v>1.9984900000000001</c:v>
                </c:pt>
                <c:pt idx="8182">
                  <c:v>1.9987900000000001</c:v>
                </c:pt>
                <c:pt idx="8183">
                  <c:v>1.9991000000000001</c:v>
                </c:pt>
                <c:pt idx="8184">
                  <c:v>1.9994000000000001</c:v>
                </c:pt>
                <c:pt idx="8185">
                  <c:v>1.9997100000000001</c:v>
                </c:pt>
                <c:pt idx="8186">
                  <c:v>2.0000100000000001</c:v>
                </c:pt>
                <c:pt idx="8187">
                  <c:v>2.0003199999999999</c:v>
                </c:pt>
                <c:pt idx="8188">
                  <c:v>2.0006300000000001</c:v>
                </c:pt>
                <c:pt idx="8189">
                  <c:v>2.0009299999999999</c:v>
                </c:pt>
                <c:pt idx="8190">
                  <c:v>2.0012400000000001</c:v>
                </c:pt>
                <c:pt idx="8191">
                  <c:v>2.0015399999999999</c:v>
                </c:pt>
                <c:pt idx="8192">
                  <c:v>2.0018500000000001</c:v>
                </c:pt>
                <c:pt idx="8193">
                  <c:v>2.0021499999999999</c:v>
                </c:pt>
                <c:pt idx="8194">
                  <c:v>2.0024600000000001</c:v>
                </c:pt>
                <c:pt idx="8195">
                  <c:v>2.0027599999999999</c:v>
                </c:pt>
                <c:pt idx="8196">
                  <c:v>2.0030700000000001</c:v>
                </c:pt>
                <c:pt idx="8197">
                  <c:v>2.0033699999999999</c:v>
                </c:pt>
                <c:pt idx="8198">
                  <c:v>2.0036800000000001</c:v>
                </c:pt>
                <c:pt idx="8199">
                  <c:v>2.0039799999999999</c:v>
                </c:pt>
                <c:pt idx="8200">
                  <c:v>2.0042900000000001</c:v>
                </c:pt>
                <c:pt idx="8201">
                  <c:v>2.0045999999999999</c:v>
                </c:pt>
                <c:pt idx="8202">
                  <c:v>2.0049000000000001</c:v>
                </c:pt>
                <c:pt idx="8203">
                  <c:v>2.0052099999999999</c:v>
                </c:pt>
                <c:pt idx="8204">
                  <c:v>2.0055100000000001</c:v>
                </c:pt>
                <c:pt idx="8205">
                  <c:v>2.0058199999999999</c:v>
                </c:pt>
                <c:pt idx="8206">
                  <c:v>2.0061200000000001</c:v>
                </c:pt>
                <c:pt idx="8207">
                  <c:v>2.0064299999999999</c:v>
                </c:pt>
                <c:pt idx="8208">
                  <c:v>2.0067300000000001</c:v>
                </c:pt>
                <c:pt idx="8209">
                  <c:v>2.0070399999999999</c:v>
                </c:pt>
                <c:pt idx="8210">
                  <c:v>2.0073400000000001</c:v>
                </c:pt>
                <c:pt idx="8211">
                  <c:v>2.0076499999999999</c:v>
                </c:pt>
                <c:pt idx="8212">
                  <c:v>2.0079500000000001</c:v>
                </c:pt>
                <c:pt idx="8213">
                  <c:v>2.0082599999999999</c:v>
                </c:pt>
                <c:pt idx="8214">
                  <c:v>2.0085700000000002</c:v>
                </c:pt>
                <c:pt idx="8215">
                  <c:v>2.0088699999999999</c:v>
                </c:pt>
                <c:pt idx="8216">
                  <c:v>2.0091800000000002</c:v>
                </c:pt>
                <c:pt idx="8217">
                  <c:v>2.0094799999999999</c:v>
                </c:pt>
                <c:pt idx="8218">
                  <c:v>2.0097900000000002</c:v>
                </c:pt>
                <c:pt idx="8219">
                  <c:v>2.0100899999999999</c:v>
                </c:pt>
                <c:pt idx="8220">
                  <c:v>2.0104000000000002</c:v>
                </c:pt>
                <c:pt idx="8221">
                  <c:v>2.0106999999999999</c:v>
                </c:pt>
                <c:pt idx="8222">
                  <c:v>2.0110100000000002</c:v>
                </c:pt>
                <c:pt idx="8223">
                  <c:v>2.0113099999999999</c:v>
                </c:pt>
                <c:pt idx="8224">
                  <c:v>2.0116200000000002</c:v>
                </c:pt>
                <c:pt idx="8225">
                  <c:v>2.0119199999999999</c:v>
                </c:pt>
                <c:pt idx="8226">
                  <c:v>2.0122300000000002</c:v>
                </c:pt>
                <c:pt idx="8227">
                  <c:v>2.01254</c:v>
                </c:pt>
                <c:pt idx="8228">
                  <c:v>2.0128400000000002</c:v>
                </c:pt>
                <c:pt idx="8229">
                  <c:v>2.01315</c:v>
                </c:pt>
                <c:pt idx="8230">
                  <c:v>2.0134500000000002</c:v>
                </c:pt>
                <c:pt idx="8231">
                  <c:v>2.01376</c:v>
                </c:pt>
                <c:pt idx="8232">
                  <c:v>2.0140600000000002</c:v>
                </c:pt>
                <c:pt idx="8233">
                  <c:v>2.01437</c:v>
                </c:pt>
                <c:pt idx="8234">
                  <c:v>2.0146700000000002</c:v>
                </c:pt>
                <c:pt idx="8235">
                  <c:v>2.01498</c:v>
                </c:pt>
                <c:pt idx="8236">
                  <c:v>2.0152800000000002</c:v>
                </c:pt>
                <c:pt idx="8237">
                  <c:v>2.01559</c:v>
                </c:pt>
                <c:pt idx="8238">
                  <c:v>2.0158999999999998</c:v>
                </c:pt>
                <c:pt idx="8239">
                  <c:v>2.0162</c:v>
                </c:pt>
                <c:pt idx="8240">
                  <c:v>2.0165099999999998</c:v>
                </c:pt>
                <c:pt idx="8241">
                  <c:v>2.01681</c:v>
                </c:pt>
                <c:pt idx="8242">
                  <c:v>2.0171199999999998</c:v>
                </c:pt>
                <c:pt idx="8243">
                  <c:v>2.01742</c:v>
                </c:pt>
                <c:pt idx="8244">
                  <c:v>2.0177299999999998</c:v>
                </c:pt>
                <c:pt idx="8245">
                  <c:v>2.01803</c:v>
                </c:pt>
                <c:pt idx="8246">
                  <c:v>2.0183399999999998</c:v>
                </c:pt>
                <c:pt idx="8247">
                  <c:v>2.01864</c:v>
                </c:pt>
                <c:pt idx="8248">
                  <c:v>2.0189499999999998</c:v>
                </c:pt>
                <c:pt idx="8249">
                  <c:v>2.01925</c:v>
                </c:pt>
                <c:pt idx="8250">
                  <c:v>2.0195599999999998</c:v>
                </c:pt>
                <c:pt idx="8251">
                  <c:v>2.0198700000000001</c:v>
                </c:pt>
                <c:pt idx="8252">
                  <c:v>2.0201699999999998</c:v>
                </c:pt>
                <c:pt idx="8253">
                  <c:v>2.0204800000000001</c:v>
                </c:pt>
                <c:pt idx="8254">
                  <c:v>2.0207799999999998</c:v>
                </c:pt>
                <c:pt idx="8255">
                  <c:v>2.0210900000000001</c:v>
                </c:pt>
                <c:pt idx="8256">
                  <c:v>2.0213899999999998</c:v>
                </c:pt>
                <c:pt idx="8257">
                  <c:v>2.0217000000000001</c:v>
                </c:pt>
                <c:pt idx="8258">
                  <c:v>2.0219999999999998</c:v>
                </c:pt>
                <c:pt idx="8259">
                  <c:v>2.0223100000000001</c:v>
                </c:pt>
                <c:pt idx="8260">
                  <c:v>2.0226099999999998</c:v>
                </c:pt>
                <c:pt idx="8261">
                  <c:v>2.0229200000000001</c:v>
                </c:pt>
                <c:pt idx="8262">
                  <c:v>2.0232199999999998</c:v>
                </c:pt>
                <c:pt idx="8263">
                  <c:v>2.0235300000000001</c:v>
                </c:pt>
                <c:pt idx="8264">
                  <c:v>2.0238399999999999</c:v>
                </c:pt>
                <c:pt idx="8265">
                  <c:v>2.0241400000000001</c:v>
                </c:pt>
                <c:pt idx="8266">
                  <c:v>2.0244499999999999</c:v>
                </c:pt>
                <c:pt idx="8267">
                  <c:v>2.02475</c:v>
                </c:pt>
                <c:pt idx="8268">
                  <c:v>2.0250599999999999</c:v>
                </c:pt>
                <c:pt idx="8269">
                  <c:v>2.02536</c:v>
                </c:pt>
                <c:pt idx="8270">
                  <c:v>2.0256699999999999</c:v>
                </c:pt>
                <c:pt idx="8271">
                  <c:v>2.02597</c:v>
                </c:pt>
                <c:pt idx="8272">
                  <c:v>2.0262799999999999</c:v>
                </c:pt>
                <c:pt idx="8273">
                  <c:v>2.02658</c:v>
                </c:pt>
                <c:pt idx="8274">
                  <c:v>2.0268899999999999</c:v>
                </c:pt>
                <c:pt idx="8275">
                  <c:v>2.02719</c:v>
                </c:pt>
                <c:pt idx="8276">
                  <c:v>2.0274999999999999</c:v>
                </c:pt>
                <c:pt idx="8277">
                  <c:v>2.0278100000000001</c:v>
                </c:pt>
                <c:pt idx="8278">
                  <c:v>2.0281099999999999</c:v>
                </c:pt>
                <c:pt idx="8279">
                  <c:v>2.0284200000000001</c:v>
                </c:pt>
                <c:pt idx="8280">
                  <c:v>2.0287199999999999</c:v>
                </c:pt>
                <c:pt idx="8281">
                  <c:v>2.0290300000000001</c:v>
                </c:pt>
                <c:pt idx="8282">
                  <c:v>2.0293299999999999</c:v>
                </c:pt>
                <c:pt idx="8283">
                  <c:v>2.0296400000000001</c:v>
                </c:pt>
                <c:pt idx="8284">
                  <c:v>2.0299399999999999</c:v>
                </c:pt>
                <c:pt idx="8285">
                  <c:v>2.0302500000000001</c:v>
                </c:pt>
                <c:pt idx="8286">
                  <c:v>2.0305499999999999</c:v>
                </c:pt>
                <c:pt idx="8287">
                  <c:v>2.0308600000000001</c:v>
                </c:pt>
                <c:pt idx="8288">
                  <c:v>2.0311599999999999</c:v>
                </c:pt>
                <c:pt idx="8289">
                  <c:v>2.0314700000000001</c:v>
                </c:pt>
                <c:pt idx="8290">
                  <c:v>2.0317799999999999</c:v>
                </c:pt>
                <c:pt idx="8291">
                  <c:v>2.0320800000000001</c:v>
                </c:pt>
                <c:pt idx="8292">
                  <c:v>2.0323899999999999</c:v>
                </c:pt>
                <c:pt idx="8293">
                  <c:v>2.0326900000000001</c:v>
                </c:pt>
                <c:pt idx="8294">
                  <c:v>2.0329999999999999</c:v>
                </c:pt>
                <c:pt idx="8295">
                  <c:v>2.0333000000000001</c:v>
                </c:pt>
                <c:pt idx="8296">
                  <c:v>2.0336099999999999</c:v>
                </c:pt>
                <c:pt idx="8297">
                  <c:v>2.0339100000000001</c:v>
                </c:pt>
                <c:pt idx="8298">
                  <c:v>2.0342199999999999</c:v>
                </c:pt>
                <c:pt idx="8299">
                  <c:v>2.0345200000000001</c:v>
                </c:pt>
                <c:pt idx="8300">
                  <c:v>2.0348299999999999</c:v>
                </c:pt>
                <c:pt idx="8301">
                  <c:v>2.0351400000000002</c:v>
                </c:pt>
                <c:pt idx="8302">
                  <c:v>2.0354399999999999</c:v>
                </c:pt>
                <c:pt idx="8303">
                  <c:v>2.0357500000000002</c:v>
                </c:pt>
                <c:pt idx="8304">
                  <c:v>2.0360499999999999</c:v>
                </c:pt>
                <c:pt idx="8305">
                  <c:v>2.0363600000000002</c:v>
                </c:pt>
                <c:pt idx="8306">
                  <c:v>2.0366599999999999</c:v>
                </c:pt>
                <c:pt idx="8307">
                  <c:v>2.0369700000000002</c:v>
                </c:pt>
                <c:pt idx="8308">
                  <c:v>2.0372699999999999</c:v>
                </c:pt>
                <c:pt idx="8309">
                  <c:v>2.0375800000000002</c:v>
                </c:pt>
                <c:pt idx="8310">
                  <c:v>2.0378799999999999</c:v>
                </c:pt>
                <c:pt idx="8311">
                  <c:v>2.0381900000000002</c:v>
                </c:pt>
                <c:pt idx="8312">
                  <c:v>2.0384899999999999</c:v>
                </c:pt>
                <c:pt idx="8313">
                  <c:v>2.0388000000000002</c:v>
                </c:pt>
                <c:pt idx="8314">
                  <c:v>2.03911</c:v>
                </c:pt>
                <c:pt idx="8315">
                  <c:v>2.0394100000000002</c:v>
                </c:pt>
                <c:pt idx="8316">
                  <c:v>2.03972</c:v>
                </c:pt>
                <c:pt idx="8317">
                  <c:v>2.0400200000000002</c:v>
                </c:pt>
                <c:pt idx="8318">
                  <c:v>2.04033</c:v>
                </c:pt>
                <c:pt idx="8319">
                  <c:v>2.0406300000000002</c:v>
                </c:pt>
                <c:pt idx="8320">
                  <c:v>2.04094</c:v>
                </c:pt>
                <c:pt idx="8321">
                  <c:v>2.0412400000000002</c:v>
                </c:pt>
                <c:pt idx="8322">
                  <c:v>2.04155</c:v>
                </c:pt>
                <c:pt idx="8323">
                  <c:v>2.0418500000000002</c:v>
                </c:pt>
                <c:pt idx="8324">
                  <c:v>2.04216</c:v>
                </c:pt>
                <c:pt idx="8325">
                  <c:v>2.0424600000000002</c:v>
                </c:pt>
                <c:pt idx="8326">
                  <c:v>2.04277</c:v>
                </c:pt>
                <c:pt idx="8327">
                  <c:v>2.0430799999999998</c:v>
                </c:pt>
                <c:pt idx="8328">
                  <c:v>2.04338</c:v>
                </c:pt>
                <c:pt idx="8329">
                  <c:v>2.0436899999999998</c:v>
                </c:pt>
                <c:pt idx="8330">
                  <c:v>2.04399</c:v>
                </c:pt>
                <c:pt idx="8331">
                  <c:v>2.0442999999999998</c:v>
                </c:pt>
                <c:pt idx="8332">
                  <c:v>2.0446</c:v>
                </c:pt>
                <c:pt idx="8333">
                  <c:v>2.0449099999999998</c:v>
                </c:pt>
                <c:pt idx="8334">
                  <c:v>2.04521</c:v>
                </c:pt>
                <c:pt idx="8335">
                  <c:v>2.0455199999999998</c:v>
                </c:pt>
                <c:pt idx="8336">
                  <c:v>2.04582</c:v>
                </c:pt>
                <c:pt idx="8337">
                  <c:v>2.0461299999999998</c:v>
                </c:pt>
                <c:pt idx="8338">
                  <c:v>2.04643</c:v>
                </c:pt>
                <c:pt idx="8339">
                  <c:v>2.0467399999999998</c:v>
                </c:pt>
                <c:pt idx="8340">
                  <c:v>2.04705</c:v>
                </c:pt>
                <c:pt idx="8341">
                  <c:v>2.0473499999999998</c:v>
                </c:pt>
                <c:pt idx="8342">
                  <c:v>2.04766</c:v>
                </c:pt>
                <c:pt idx="8343">
                  <c:v>2.0479599999999998</c:v>
                </c:pt>
                <c:pt idx="8344">
                  <c:v>2.04827</c:v>
                </c:pt>
                <c:pt idx="8345">
                  <c:v>2.0485699999999998</c:v>
                </c:pt>
                <c:pt idx="8346">
                  <c:v>2.04888</c:v>
                </c:pt>
                <c:pt idx="8347">
                  <c:v>2.0491799999999998</c:v>
                </c:pt>
                <c:pt idx="8348">
                  <c:v>2.04949</c:v>
                </c:pt>
                <c:pt idx="8349">
                  <c:v>2.0497899999999998</c:v>
                </c:pt>
                <c:pt idx="8350">
                  <c:v>2.0501</c:v>
                </c:pt>
                <c:pt idx="8351">
                  <c:v>2.0504099999999998</c:v>
                </c:pt>
                <c:pt idx="8352">
                  <c:v>2.05071</c:v>
                </c:pt>
                <c:pt idx="8353">
                  <c:v>2.0510199999999998</c:v>
                </c:pt>
                <c:pt idx="8354">
                  <c:v>2.05132</c:v>
                </c:pt>
                <c:pt idx="8355">
                  <c:v>2.0516299999999998</c:v>
                </c:pt>
                <c:pt idx="8356">
                  <c:v>2.05193</c:v>
                </c:pt>
                <c:pt idx="8357">
                  <c:v>2.0522399999999998</c:v>
                </c:pt>
                <c:pt idx="8358">
                  <c:v>2.05254</c:v>
                </c:pt>
                <c:pt idx="8359">
                  <c:v>2.0528499999999998</c:v>
                </c:pt>
                <c:pt idx="8360">
                  <c:v>2.05315</c:v>
                </c:pt>
                <c:pt idx="8361">
                  <c:v>2.0534599999999998</c:v>
                </c:pt>
                <c:pt idx="8362">
                  <c:v>2.05376</c:v>
                </c:pt>
                <c:pt idx="8363">
                  <c:v>2.0540699999999998</c:v>
                </c:pt>
                <c:pt idx="8364">
                  <c:v>2.0543800000000001</c:v>
                </c:pt>
                <c:pt idx="8365">
                  <c:v>2.0546799999999998</c:v>
                </c:pt>
                <c:pt idx="8366">
                  <c:v>2.0549900000000001</c:v>
                </c:pt>
                <c:pt idx="8367">
                  <c:v>2.0552899999999998</c:v>
                </c:pt>
                <c:pt idx="8368">
                  <c:v>2.0556000000000001</c:v>
                </c:pt>
                <c:pt idx="8369">
                  <c:v>2.0558999999999998</c:v>
                </c:pt>
                <c:pt idx="8370">
                  <c:v>2.0562100000000001</c:v>
                </c:pt>
                <c:pt idx="8371">
                  <c:v>2.0565099999999998</c:v>
                </c:pt>
                <c:pt idx="8372">
                  <c:v>2.0568200000000001</c:v>
                </c:pt>
                <c:pt idx="8373">
                  <c:v>2.0571199999999998</c:v>
                </c:pt>
                <c:pt idx="8374">
                  <c:v>2.0574300000000001</c:v>
                </c:pt>
                <c:pt idx="8375">
                  <c:v>2.0577299999999998</c:v>
                </c:pt>
                <c:pt idx="8376">
                  <c:v>2.0580400000000001</c:v>
                </c:pt>
                <c:pt idx="8377">
                  <c:v>2.0583499999999999</c:v>
                </c:pt>
                <c:pt idx="8378">
                  <c:v>2.0586500000000001</c:v>
                </c:pt>
                <c:pt idx="8379">
                  <c:v>2.0589599999999999</c:v>
                </c:pt>
                <c:pt idx="8380">
                  <c:v>2.0592600000000001</c:v>
                </c:pt>
                <c:pt idx="8381">
                  <c:v>2.0595699999999999</c:v>
                </c:pt>
                <c:pt idx="8382">
                  <c:v>2.0598700000000001</c:v>
                </c:pt>
                <c:pt idx="8383">
                  <c:v>2.0601799999999999</c:v>
                </c:pt>
                <c:pt idx="8384">
                  <c:v>2.0604800000000001</c:v>
                </c:pt>
                <c:pt idx="8385">
                  <c:v>2.0607899999999999</c:v>
                </c:pt>
                <c:pt idx="8386">
                  <c:v>2.0610900000000001</c:v>
                </c:pt>
                <c:pt idx="8387">
                  <c:v>2.0613999999999999</c:v>
                </c:pt>
                <c:pt idx="8388">
                  <c:v>2.0617000000000001</c:v>
                </c:pt>
                <c:pt idx="8389">
                  <c:v>2.0620099999999999</c:v>
                </c:pt>
                <c:pt idx="8390">
                  <c:v>2.0623200000000002</c:v>
                </c:pt>
                <c:pt idx="8391">
                  <c:v>2.0626199999999999</c:v>
                </c:pt>
                <c:pt idx="8392">
                  <c:v>2.0629300000000002</c:v>
                </c:pt>
                <c:pt idx="8393">
                  <c:v>2.0632299999999999</c:v>
                </c:pt>
                <c:pt idx="8394">
                  <c:v>2.0635400000000002</c:v>
                </c:pt>
                <c:pt idx="8395">
                  <c:v>2.0638399999999999</c:v>
                </c:pt>
                <c:pt idx="8396">
                  <c:v>2.0641500000000002</c:v>
                </c:pt>
                <c:pt idx="8397">
                  <c:v>2.0644499999999999</c:v>
                </c:pt>
                <c:pt idx="8398">
                  <c:v>2.0647600000000002</c:v>
                </c:pt>
                <c:pt idx="8399">
                  <c:v>2.0650599999999999</c:v>
                </c:pt>
                <c:pt idx="8400">
                  <c:v>2.0653700000000002</c:v>
                </c:pt>
                <c:pt idx="8401">
                  <c:v>2.0656699999999999</c:v>
                </c:pt>
                <c:pt idx="8402">
                  <c:v>2.0659800000000001</c:v>
                </c:pt>
                <c:pt idx="8403">
                  <c:v>2.06629</c:v>
                </c:pt>
                <c:pt idx="8404">
                  <c:v>2.0665900000000001</c:v>
                </c:pt>
                <c:pt idx="8405">
                  <c:v>2.0669</c:v>
                </c:pt>
                <c:pt idx="8406">
                  <c:v>2.0672000000000001</c:v>
                </c:pt>
                <c:pt idx="8407">
                  <c:v>2.06751</c:v>
                </c:pt>
                <c:pt idx="8408">
                  <c:v>2.0678100000000001</c:v>
                </c:pt>
                <c:pt idx="8409">
                  <c:v>2.06812</c:v>
                </c:pt>
                <c:pt idx="8410">
                  <c:v>2.0684200000000001</c:v>
                </c:pt>
                <c:pt idx="8411">
                  <c:v>2.06873</c:v>
                </c:pt>
                <c:pt idx="8412">
                  <c:v>2.0690300000000001</c:v>
                </c:pt>
                <c:pt idx="8413">
                  <c:v>2.06934</c:v>
                </c:pt>
                <c:pt idx="8414">
                  <c:v>2.0696500000000002</c:v>
                </c:pt>
                <c:pt idx="8415">
                  <c:v>2.06995</c:v>
                </c:pt>
                <c:pt idx="8416">
                  <c:v>2.0702600000000002</c:v>
                </c:pt>
                <c:pt idx="8417">
                  <c:v>2.07056</c:v>
                </c:pt>
                <c:pt idx="8418">
                  <c:v>2.0708700000000002</c:v>
                </c:pt>
                <c:pt idx="8419">
                  <c:v>2.07117</c:v>
                </c:pt>
                <c:pt idx="8420">
                  <c:v>2.0714800000000002</c:v>
                </c:pt>
                <c:pt idx="8421">
                  <c:v>2.07178</c:v>
                </c:pt>
                <c:pt idx="8422">
                  <c:v>2.0720900000000002</c:v>
                </c:pt>
                <c:pt idx="8423">
                  <c:v>2.07239</c:v>
                </c:pt>
                <c:pt idx="8424">
                  <c:v>2.0727000000000002</c:v>
                </c:pt>
                <c:pt idx="8425">
                  <c:v>2.073</c:v>
                </c:pt>
                <c:pt idx="8426">
                  <c:v>2.0733100000000002</c:v>
                </c:pt>
                <c:pt idx="8427">
                  <c:v>2.07362</c:v>
                </c:pt>
                <c:pt idx="8428">
                  <c:v>2.0739200000000002</c:v>
                </c:pt>
                <c:pt idx="8429">
                  <c:v>2.07423</c:v>
                </c:pt>
                <c:pt idx="8430">
                  <c:v>2.0745300000000002</c:v>
                </c:pt>
                <c:pt idx="8431">
                  <c:v>2.07484</c:v>
                </c:pt>
                <c:pt idx="8432">
                  <c:v>2.0751400000000002</c:v>
                </c:pt>
                <c:pt idx="8433">
                  <c:v>2.07545</c:v>
                </c:pt>
                <c:pt idx="8434">
                  <c:v>2.0757500000000002</c:v>
                </c:pt>
                <c:pt idx="8435">
                  <c:v>2.07606</c:v>
                </c:pt>
                <c:pt idx="8436">
                  <c:v>2.0763600000000002</c:v>
                </c:pt>
                <c:pt idx="8437">
                  <c:v>2.07667</c:v>
                </c:pt>
                <c:pt idx="8438">
                  <c:v>2.0769700000000002</c:v>
                </c:pt>
                <c:pt idx="8439">
                  <c:v>2.07728</c:v>
                </c:pt>
                <c:pt idx="8440">
                  <c:v>2.0775899999999998</c:v>
                </c:pt>
                <c:pt idx="8441">
                  <c:v>2.07789</c:v>
                </c:pt>
                <c:pt idx="8442">
                  <c:v>2.0781999999999998</c:v>
                </c:pt>
                <c:pt idx="8443">
                  <c:v>2.0785</c:v>
                </c:pt>
                <c:pt idx="8444">
                  <c:v>2.0788099999999998</c:v>
                </c:pt>
                <c:pt idx="8445">
                  <c:v>2.07911</c:v>
                </c:pt>
                <c:pt idx="8446">
                  <c:v>2.0794199999999998</c:v>
                </c:pt>
                <c:pt idx="8447">
                  <c:v>2.07972</c:v>
                </c:pt>
                <c:pt idx="8448">
                  <c:v>2.0800299999999998</c:v>
                </c:pt>
                <c:pt idx="8449">
                  <c:v>2.08033</c:v>
                </c:pt>
                <c:pt idx="8450">
                  <c:v>2.0806399999999998</c:v>
                </c:pt>
                <c:pt idx="8451">
                  <c:v>2.08094</c:v>
                </c:pt>
                <c:pt idx="8452">
                  <c:v>2.0812499999999998</c:v>
                </c:pt>
                <c:pt idx="8453">
                  <c:v>2.0815600000000001</c:v>
                </c:pt>
                <c:pt idx="8454">
                  <c:v>2.0818599999999998</c:v>
                </c:pt>
                <c:pt idx="8455">
                  <c:v>2.0821700000000001</c:v>
                </c:pt>
                <c:pt idx="8456">
                  <c:v>2.0824699999999998</c:v>
                </c:pt>
                <c:pt idx="8457">
                  <c:v>2.0827800000000001</c:v>
                </c:pt>
                <c:pt idx="8458">
                  <c:v>2.0830799999999998</c:v>
                </c:pt>
                <c:pt idx="8459">
                  <c:v>2.0833900000000001</c:v>
                </c:pt>
                <c:pt idx="8460">
                  <c:v>2.0836899999999998</c:v>
                </c:pt>
                <c:pt idx="8461">
                  <c:v>2.0840000000000001</c:v>
                </c:pt>
                <c:pt idx="8462">
                  <c:v>2.0842999999999998</c:v>
                </c:pt>
                <c:pt idx="8463">
                  <c:v>2.0846100000000001</c:v>
                </c:pt>
                <c:pt idx="8464">
                  <c:v>2.0849099999999998</c:v>
                </c:pt>
                <c:pt idx="8465">
                  <c:v>2.0852200000000001</c:v>
                </c:pt>
                <c:pt idx="8466">
                  <c:v>2.0855299999999999</c:v>
                </c:pt>
                <c:pt idx="8467">
                  <c:v>2.0858300000000001</c:v>
                </c:pt>
                <c:pt idx="8468">
                  <c:v>2.0861399999999999</c:v>
                </c:pt>
                <c:pt idx="8469">
                  <c:v>2.0864400000000001</c:v>
                </c:pt>
                <c:pt idx="8470">
                  <c:v>2.0867499999999999</c:v>
                </c:pt>
                <c:pt idx="8471">
                  <c:v>2.0870500000000001</c:v>
                </c:pt>
                <c:pt idx="8472">
                  <c:v>2.0873599999999999</c:v>
                </c:pt>
                <c:pt idx="8473">
                  <c:v>2.0876600000000001</c:v>
                </c:pt>
                <c:pt idx="8474">
                  <c:v>2.0879699999999999</c:v>
                </c:pt>
                <c:pt idx="8475">
                  <c:v>2.0882700000000001</c:v>
                </c:pt>
                <c:pt idx="8476">
                  <c:v>2.0885799999999999</c:v>
                </c:pt>
                <c:pt idx="8477">
                  <c:v>2.0888900000000001</c:v>
                </c:pt>
                <c:pt idx="8478">
                  <c:v>2.0891899999999999</c:v>
                </c:pt>
                <c:pt idx="8479">
                  <c:v>2.0895000000000001</c:v>
                </c:pt>
                <c:pt idx="8480">
                  <c:v>2.0897999999999999</c:v>
                </c:pt>
                <c:pt idx="8481">
                  <c:v>2.0901100000000001</c:v>
                </c:pt>
                <c:pt idx="8482">
                  <c:v>2.0904099999999999</c:v>
                </c:pt>
                <c:pt idx="8483">
                  <c:v>2.0907200000000001</c:v>
                </c:pt>
                <c:pt idx="8484">
                  <c:v>2.0910199999999999</c:v>
                </c:pt>
                <c:pt idx="8485">
                  <c:v>2.0913300000000001</c:v>
                </c:pt>
                <c:pt idx="8486">
                  <c:v>2.0916299999999999</c:v>
                </c:pt>
                <c:pt idx="8487">
                  <c:v>2.0919400000000001</c:v>
                </c:pt>
                <c:pt idx="8488">
                  <c:v>2.0922399999999999</c:v>
                </c:pt>
                <c:pt idx="8489">
                  <c:v>2.0925500000000001</c:v>
                </c:pt>
                <c:pt idx="8490">
                  <c:v>2.0928599999999999</c:v>
                </c:pt>
                <c:pt idx="8491">
                  <c:v>2.0931600000000001</c:v>
                </c:pt>
                <c:pt idx="8492">
                  <c:v>2.0934699999999999</c:v>
                </c:pt>
                <c:pt idx="8493">
                  <c:v>2.0937700000000001</c:v>
                </c:pt>
                <c:pt idx="8494">
                  <c:v>2.0940799999999999</c:v>
                </c:pt>
                <c:pt idx="8495">
                  <c:v>2.0943800000000001</c:v>
                </c:pt>
                <c:pt idx="8496">
                  <c:v>2.0946899999999999</c:v>
                </c:pt>
                <c:pt idx="8497">
                  <c:v>2.0949900000000001</c:v>
                </c:pt>
                <c:pt idx="8498">
                  <c:v>2.0952999999999999</c:v>
                </c:pt>
                <c:pt idx="8499">
                  <c:v>2.0956000000000001</c:v>
                </c:pt>
                <c:pt idx="8500">
                  <c:v>2.0959099999999999</c:v>
                </c:pt>
                <c:pt idx="8501">
                  <c:v>2.0962100000000001</c:v>
                </c:pt>
                <c:pt idx="8502">
                  <c:v>2.0965199999999999</c:v>
                </c:pt>
                <c:pt idx="8503">
                  <c:v>2.0968300000000002</c:v>
                </c:pt>
                <c:pt idx="8504">
                  <c:v>2.0971299999999999</c:v>
                </c:pt>
                <c:pt idx="8505">
                  <c:v>2.0974400000000002</c:v>
                </c:pt>
                <c:pt idx="8506">
                  <c:v>2.0977399999999999</c:v>
                </c:pt>
                <c:pt idx="8507">
                  <c:v>2.0980500000000002</c:v>
                </c:pt>
                <c:pt idx="8508">
                  <c:v>2.0983499999999999</c:v>
                </c:pt>
                <c:pt idx="8509">
                  <c:v>2.0986600000000002</c:v>
                </c:pt>
                <c:pt idx="8510">
                  <c:v>2.0989599999999999</c:v>
                </c:pt>
                <c:pt idx="8511">
                  <c:v>2.0992700000000002</c:v>
                </c:pt>
                <c:pt idx="8512">
                  <c:v>2.0995699999999999</c:v>
                </c:pt>
                <c:pt idx="8513">
                  <c:v>2.0998800000000002</c:v>
                </c:pt>
                <c:pt idx="8514">
                  <c:v>2.1001799999999999</c:v>
                </c:pt>
                <c:pt idx="8515">
                  <c:v>2.1004900000000002</c:v>
                </c:pt>
                <c:pt idx="8516">
                  <c:v>2.1008</c:v>
                </c:pt>
                <c:pt idx="8517">
                  <c:v>2.1011000000000002</c:v>
                </c:pt>
                <c:pt idx="8518">
                  <c:v>2.10141</c:v>
                </c:pt>
                <c:pt idx="8519">
                  <c:v>2.1017100000000002</c:v>
                </c:pt>
                <c:pt idx="8520">
                  <c:v>2.10202</c:v>
                </c:pt>
                <c:pt idx="8521">
                  <c:v>2.1023200000000002</c:v>
                </c:pt>
                <c:pt idx="8522">
                  <c:v>2.10263</c:v>
                </c:pt>
                <c:pt idx="8523">
                  <c:v>2.1029300000000002</c:v>
                </c:pt>
                <c:pt idx="8524">
                  <c:v>2.10324</c:v>
                </c:pt>
                <c:pt idx="8525">
                  <c:v>2.1035400000000002</c:v>
                </c:pt>
                <c:pt idx="8526">
                  <c:v>2.10385</c:v>
                </c:pt>
                <c:pt idx="8527">
                  <c:v>2.1041599999999998</c:v>
                </c:pt>
                <c:pt idx="8528">
                  <c:v>2.10446</c:v>
                </c:pt>
                <c:pt idx="8529">
                  <c:v>2.1047699999999998</c:v>
                </c:pt>
                <c:pt idx="8530">
                  <c:v>2.10507</c:v>
                </c:pt>
                <c:pt idx="8531">
                  <c:v>2.1053799999999998</c:v>
                </c:pt>
                <c:pt idx="8532">
                  <c:v>2.10568</c:v>
                </c:pt>
                <c:pt idx="8533">
                  <c:v>2.1059899999999998</c:v>
                </c:pt>
                <c:pt idx="8534">
                  <c:v>2.10629</c:v>
                </c:pt>
                <c:pt idx="8535">
                  <c:v>2.1065999999999998</c:v>
                </c:pt>
                <c:pt idx="8536">
                  <c:v>2.1069</c:v>
                </c:pt>
                <c:pt idx="8537">
                  <c:v>2.1072099999999998</c:v>
                </c:pt>
                <c:pt idx="8538">
                  <c:v>2.10751</c:v>
                </c:pt>
                <c:pt idx="8539">
                  <c:v>2.1078199999999998</c:v>
                </c:pt>
                <c:pt idx="8540">
                  <c:v>2.1081300000000001</c:v>
                </c:pt>
                <c:pt idx="8541">
                  <c:v>2.1084299999999998</c:v>
                </c:pt>
                <c:pt idx="8542">
                  <c:v>2.1087400000000001</c:v>
                </c:pt>
                <c:pt idx="8543">
                  <c:v>2.1090399999999998</c:v>
                </c:pt>
                <c:pt idx="8544">
                  <c:v>2.1093500000000001</c:v>
                </c:pt>
                <c:pt idx="8545">
                  <c:v>2.1096499999999998</c:v>
                </c:pt>
                <c:pt idx="8546">
                  <c:v>2.1099600000000001</c:v>
                </c:pt>
                <c:pt idx="8547">
                  <c:v>2.1102599999999998</c:v>
                </c:pt>
                <c:pt idx="8548">
                  <c:v>2.1105700000000001</c:v>
                </c:pt>
                <c:pt idx="8549">
                  <c:v>2.1108699999999998</c:v>
                </c:pt>
                <c:pt idx="8550">
                  <c:v>2.1111800000000001</c:v>
                </c:pt>
                <c:pt idx="8551">
                  <c:v>2.1114799999999998</c:v>
                </c:pt>
                <c:pt idx="8552">
                  <c:v>2.1117900000000001</c:v>
                </c:pt>
                <c:pt idx="8553">
                  <c:v>2.1120999999999999</c:v>
                </c:pt>
                <c:pt idx="8554">
                  <c:v>2.1124000000000001</c:v>
                </c:pt>
                <c:pt idx="8555">
                  <c:v>2.1127099999999999</c:v>
                </c:pt>
                <c:pt idx="8556">
                  <c:v>2.1130100000000001</c:v>
                </c:pt>
                <c:pt idx="8557">
                  <c:v>2.1133199999999999</c:v>
                </c:pt>
                <c:pt idx="8558">
                  <c:v>2.1136200000000001</c:v>
                </c:pt>
                <c:pt idx="8559">
                  <c:v>2.1139299999999999</c:v>
                </c:pt>
                <c:pt idx="8560">
                  <c:v>2.1142300000000001</c:v>
                </c:pt>
                <c:pt idx="8561">
                  <c:v>2.1145399999999999</c:v>
                </c:pt>
                <c:pt idx="8562">
                  <c:v>2.1148400000000001</c:v>
                </c:pt>
                <c:pt idx="8563">
                  <c:v>2.1151499999999999</c:v>
                </c:pt>
                <c:pt idx="8564">
                  <c:v>2.1154500000000001</c:v>
                </c:pt>
                <c:pt idx="8565">
                  <c:v>2.1157599999999999</c:v>
                </c:pt>
                <c:pt idx="8566">
                  <c:v>2.1160700000000001</c:v>
                </c:pt>
                <c:pt idx="8567">
                  <c:v>2.1163699999999999</c:v>
                </c:pt>
                <c:pt idx="8568">
                  <c:v>2.1166800000000001</c:v>
                </c:pt>
                <c:pt idx="8569">
                  <c:v>2.1169799999999999</c:v>
                </c:pt>
                <c:pt idx="8570">
                  <c:v>2.1172900000000001</c:v>
                </c:pt>
                <c:pt idx="8571">
                  <c:v>2.1175899999999999</c:v>
                </c:pt>
                <c:pt idx="8572">
                  <c:v>2.1179000000000001</c:v>
                </c:pt>
                <c:pt idx="8573">
                  <c:v>2.1181999999999999</c:v>
                </c:pt>
                <c:pt idx="8574">
                  <c:v>2.1185100000000001</c:v>
                </c:pt>
                <c:pt idx="8575">
                  <c:v>2.1188099999999999</c:v>
                </c:pt>
                <c:pt idx="8576">
                  <c:v>2.1191200000000001</c:v>
                </c:pt>
                <c:pt idx="8577">
                  <c:v>2.1194199999999999</c:v>
                </c:pt>
                <c:pt idx="8578">
                  <c:v>2.1197300000000001</c:v>
                </c:pt>
                <c:pt idx="8579">
                  <c:v>2.1200399999999999</c:v>
                </c:pt>
                <c:pt idx="8580">
                  <c:v>2.1203400000000001</c:v>
                </c:pt>
                <c:pt idx="8581">
                  <c:v>2.1206499999999999</c:v>
                </c:pt>
                <c:pt idx="8582">
                  <c:v>2.1209500000000001</c:v>
                </c:pt>
                <c:pt idx="8583">
                  <c:v>2.1212599999999999</c:v>
                </c:pt>
                <c:pt idx="8584">
                  <c:v>2.1215600000000001</c:v>
                </c:pt>
                <c:pt idx="8585">
                  <c:v>2.1218699999999999</c:v>
                </c:pt>
                <c:pt idx="8586">
                  <c:v>2.1221700000000001</c:v>
                </c:pt>
                <c:pt idx="8587">
                  <c:v>2.1224799999999999</c:v>
                </c:pt>
                <c:pt idx="8588">
                  <c:v>2.1227800000000001</c:v>
                </c:pt>
                <c:pt idx="8589">
                  <c:v>2.1230899999999999</c:v>
                </c:pt>
                <c:pt idx="8590">
                  <c:v>2.1234000000000002</c:v>
                </c:pt>
                <c:pt idx="8591">
                  <c:v>2.1236999999999999</c:v>
                </c:pt>
                <c:pt idx="8592">
                  <c:v>2.1240100000000002</c:v>
                </c:pt>
                <c:pt idx="8593">
                  <c:v>2.1243099999999999</c:v>
                </c:pt>
                <c:pt idx="8594">
                  <c:v>2.1246200000000002</c:v>
                </c:pt>
                <c:pt idx="8595">
                  <c:v>2.1249199999999999</c:v>
                </c:pt>
                <c:pt idx="8596">
                  <c:v>2.1252300000000002</c:v>
                </c:pt>
                <c:pt idx="8597">
                  <c:v>2.1255299999999999</c:v>
                </c:pt>
                <c:pt idx="8598">
                  <c:v>2.1258400000000002</c:v>
                </c:pt>
                <c:pt idx="8599">
                  <c:v>2.1261399999999999</c:v>
                </c:pt>
                <c:pt idx="8600">
                  <c:v>2.1264500000000002</c:v>
                </c:pt>
                <c:pt idx="8601">
                  <c:v>2.1267499999999999</c:v>
                </c:pt>
                <c:pt idx="8602">
                  <c:v>2.1270600000000002</c:v>
                </c:pt>
                <c:pt idx="8603">
                  <c:v>2.12737</c:v>
                </c:pt>
                <c:pt idx="8604">
                  <c:v>2.1276700000000002</c:v>
                </c:pt>
                <c:pt idx="8605">
                  <c:v>2.12798</c:v>
                </c:pt>
                <c:pt idx="8606">
                  <c:v>2.1282800000000002</c:v>
                </c:pt>
                <c:pt idx="8607">
                  <c:v>2.12859</c:v>
                </c:pt>
                <c:pt idx="8608">
                  <c:v>2.1288900000000002</c:v>
                </c:pt>
                <c:pt idx="8609">
                  <c:v>2.1292</c:v>
                </c:pt>
                <c:pt idx="8610">
                  <c:v>2.1295000000000002</c:v>
                </c:pt>
                <c:pt idx="8611">
                  <c:v>2.12981</c:v>
                </c:pt>
                <c:pt idx="8612">
                  <c:v>2.1301100000000002</c:v>
                </c:pt>
                <c:pt idx="8613">
                  <c:v>2.13042</c:v>
                </c:pt>
                <c:pt idx="8614">
                  <c:v>2.1307200000000002</c:v>
                </c:pt>
                <c:pt idx="8615">
                  <c:v>2.13103</c:v>
                </c:pt>
                <c:pt idx="8616">
                  <c:v>2.1313399999999998</c:v>
                </c:pt>
                <c:pt idx="8617">
                  <c:v>2.13164</c:v>
                </c:pt>
                <c:pt idx="8618">
                  <c:v>2.1319499999999998</c:v>
                </c:pt>
                <c:pt idx="8619">
                  <c:v>2.13225</c:v>
                </c:pt>
                <c:pt idx="8620">
                  <c:v>2.1325599999999998</c:v>
                </c:pt>
                <c:pt idx="8621">
                  <c:v>2.13286</c:v>
                </c:pt>
                <c:pt idx="8622">
                  <c:v>2.1331699999999998</c:v>
                </c:pt>
                <c:pt idx="8623">
                  <c:v>2.13347</c:v>
                </c:pt>
                <c:pt idx="8624">
                  <c:v>2.1337799999999998</c:v>
                </c:pt>
                <c:pt idx="8625">
                  <c:v>2.13408</c:v>
                </c:pt>
                <c:pt idx="8626">
                  <c:v>2.1343899999999998</c:v>
                </c:pt>
                <c:pt idx="8627">
                  <c:v>2.13469</c:v>
                </c:pt>
                <c:pt idx="8628">
                  <c:v>2.1349999999999998</c:v>
                </c:pt>
                <c:pt idx="8629">
                  <c:v>2.13531</c:v>
                </c:pt>
                <c:pt idx="8630">
                  <c:v>2.1356099999999998</c:v>
                </c:pt>
                <c:pt idx="8631">
                  <c:v>2.13592</c:v>
                </c:pt>
                <c:pt idx="8632">
                  <c:v>2.1362199999999998</c:v>
                </c:pt>
                <c:pt idx="8633">
                  <c:v>2.13653</c:v>
                </c:pt>
                <c:pt idx="8634">
                  <c:v>2.1368299999999998</c:v>
                </c:pt>
                <c:pt idx="8635">
                  <c:v>2.13714</c:v>
                </c:pt>
                <c:pt idx="8636">
                  <c:v>2.1374399999999998</c:v>
                </c:pt>
                <c:pt idx="8637">
                  <c:v>2.13775</c:v>
                </c:pt>
                <c:pt idx="8638">
                  <c:v>2.1380499999999998</c:v>
                </c:pt>
                <c:pt idx="8639">
                  <c:v>2.13836</c:v>
                </c:pt>
                <c:pt idx="8640">
                  <c:v>2.1386599999999998</c:v>
                </c:pt>
                <c:pt idx="8641">
                  <c:v>2.13897</c:v>
                </c:pt>
                <c:pt idx="8642">
                  <c:v>2.1392799999999998</c:v>
                </c:pt>
                <c:pt idx="8643">
                  <c:v>2.13958</c:v>
                </c:pt>
                <c:pt idx="8644">
                  <c:v>2.1398899999999998</c:v>
                </c:pt>
                <c:pt idx="8645">
                  <c:v>2.14019</c:v>
                </c:pt>
                <c:pt idx="8646">
                  <c:v>2.1404999999999998</c:v>
                </c:pt>
                <c:pt idx="8647">
                  <c:v>2.1408</c:v>
                </c:pt>
                <c:pt idx="8648">
                  <c:v>2.1411099999999998</c:v>
                </c:pt>
                <c:pt idx="8649">
                  <c:v>2.14141</c:v>
                </c:pt>
                <c:pt idx="8650">
                  <c:v>2.1417199999999998</c:v>
                </c:pt>
                <c:pt idx="8651">
                  <c:v>2.14202</c:v>
                </c:pt>
                <c:pt idx="8652">
                  <c:v>2.1423299999999998</c:v>
                </c:pt>
                <c:pt idx="8653">
                  <c:v>2.1426400000000001</c:v>
                </c:pt>
                <c:pt idx="8654">
                  <c:v>2.1429399999999998</c:v>
                </c:pt>
                <c:pt idx="8655">
                  <c:v>2.1432500000000001</c:v>
                </c:pt>
                <c:pt idx="8656">
                  <c:v>2.1435499999999998</c:v>
                </c:pt>
                <c:pt idx="8657">
                  <c:v>2.1438600000000001</c:v>
                </c:pt>
                <c:pt idx="8658">
                  <c:v>2.1441599999999998</c:v>
                </c:pt>
                <c:pt idx="8659">
                  <c:v>2.1444700000000001</c:v>
                </c:pt>
                <c:pt idx="8660">
                  <c:v>2.1447699999999998</c:v>
                </c:pt>
                <c:pt idx="8661">
                  <c:v>2.1450800000000001</c:v>
                </c:pt>
                <c:pt idx="8662">
                  <c:v>2.1453799999999998</c:v>
                </c:pt>
                <c:pt idx="8663">
                  <c:v>2.1456900000000001</c:v>
                </c:pt>
                <c:pt idx="8664">
                  <c:v>2.1459899999999998</c:v>
                </c:pt>
                <c:pt idx="8665">
                  <c:v>2.1463000000000001</c:v>
                </c:pt>
                <c:pt idx="8666">
                  <c:v>2.1466099999999999</c:v>
                </c:pt>
                <c:pt idx="8667">
                  <c:v>2.1469100000000001</c:v>
                </c:pt>
                <c:pt idx="8668">
                  <c:v>2.1472199999999999</c:v>
                </c:pt>
                <c:pt idx="8669">
                  <c:v>2.1475200000000001</c:v>
                </c:pt>
                <c:pt idx="8670">
                  <c:v>2.1478299999999999</c:v>
                </c:pt>
                <c:pt idx="8671">
                  <c:v>2.1481300000000001</c:v>
                </c:pt>
                <c:pt idx="8672">
                  <c:v>2.1484399999999999</c:v>
                </c:pt>
                <c:pt idx="8673">
                  <c:v>2.1487400000000001</c:v>
                </c:pt>
                <c:pt idx="8674">
                  <c:v>2.1490499999999999</c:v>
                </c:pt>
                <c:pt idx="8675">
                  <c:v>2.1493500000000001</c:v>
                </c:pt>
                <c:pt idx="8676">
                  <c:v>2.1496599999999999</c:v>
                </c:pt>
                <c:pt idx="8677">
                  <c:v>2.1499600000000001</c:v>
                </c:pt>
                <c:pt idx="8678">
                  <c:v>2.1502699999999999</c:v>
                </c:pt>
                <c:pt idx="8679">
                  <c:v>2.1505800000000002</c:v>
                </c:pt>
                <c:pt idx="8680">
                  <c:v>2.1508799999999999</c:v>
                </c:pt>
                <c:pt idx="8681">
                  <c:v>2.1511900000000002</c:v>
                </c:pt>
                <c:pt idx="8682">
                  <c:v>2.1514899999999999</c:v>
                </c:pt>
                <c:pt idx="8683">
                  <c:v>2.1518000000000002</c:v>
                </c:pt>
                <c:pt idx="8684">
                  <c:v>2.1520999999999999</c:v>
                </c:pt>
                <c:pt idx="8685">
                  <c:v>2.1524100000000002</c:v>
                </c:pt>
                <c:pt idx="8686">
                  <c:v>2.1527099999999999</c:v>
                </c:pt>
                <c:pt idx="8687">
                  <c:v>2.1530200000000002</c:v>
                </c:pt>
                <c:pt idx="8688">
                  <c:v>2.1533199999999999</c:v>
                </c:pt>
                <c:pt idx="8689">
                  <c:v>2.1536300000000002</c:v>
                </c:pt>
                <c:pt idx="8690">
                  <c:v>2.1539299999999999</c:v>
                </c:pt>
                <c:pt idx="8691">
                  <c:v>2.1542400000000002</c:v>
                </c:pt>
                <c:pt idx="8692">
                  <c:v>2.15455</c:v>
                </c:pt>
                <c:pt idx="8693">
                  <c:v>2.1548500000000002</c:v>
                </c:pt>
                <c:pt idx="8694">
                  <c:v>2.15516</c:v>
                </c:pt>
                <c:pt idx="8695">
                  <c:v>2.1554600000000002</c:v>
                </c:pt>
                <c:pt idx="8696">
                  <c:v>2.15577</c:v>
                </c:pt>
                <c:pt idx="8697">
                  <c:v>2.1560700000000002</c:v>
                </c:pt>
                <c:pt idx="8698">
                  <c:v>2.15638</c:v>
                </c:pt>
                <c:pt idx="8699">
                  <c:v>2.1566800000000002</c:v>
                </c:pt>
                <c:pt idx="8700">
                  <c:v>2.15699</c:v>
                </c:pt>
                <c:pt idx="8701">
                  <c:v>2.1572900000000002</c:v>
                </c:pt>
                <c:pt idx="8702">
                  <c:v>2.1576</c:v>
                </c:pt>
                <c:pt idx="8703">
                  <c:v>2.1579100000000002</c:v>
                </c:pt>
                <c:pt idx="8704">
                  <c:v>2.15821</c:v>
                </c:pt>
                <c:pt idx="8705">
                  <c:v>2.1585200000000002</c:v>
                </c:pt>
                <c:pt idx="8706">
                  <c:v>2.15882</c:v>
                </c:pt>
                <c:pt idx="8707">
                  <c:v>2.1591300000000002</c:v>
                </c:pt>
                <c:pt idx="8708">
                  <c:v>2.15943</c:v>
                </c:pt>
                <c:pt idx="8709">
                  <c:v>2.1597400000000002</c:v>
                </c:pt>
                <c:pt idx="8710">
                  <c:v>2.16004</c:v>
                </c:pt>
                <c:pt idx="8711">
                  <c:v>2.1603500000000002</c:v>
                </c:pt>
                <c:pt idx="8712">
                  <c:v>2.16065</c:v>
                </c:pt>
                <c:pt idx="8713">
                  <c:v>2.1609600000000002</c:v>
                </c:pt>
                <c:pt idx="8714">
                  <c:v>2.16126</c:v>
                </c:pt>
                <c:pt idx="8715">
                  <c:v>2.1615700000000002</c:v>
                </c:pt>
                <c:pt idx="8716">
                  <c:v>2.16188</c:v>
                </c:pt>
                <c:pt idx="8717">
                  <c:v>2.1621800000000002</c:v>
                </c:pt>
                <c:pt idx="8718">
                  <c:v>2.16249</c:v>
                </c:pt>
                <c:pt idx="8719">
                  <c:v>2.1627900000000002</c:v>
                </c:pt>
                <c:pt idx="8720">
                  <c:v>2.1631</c:v>
                </c:pt>
                <c:pt idx="8721">
                  <c:v>2.1634000000000002</c:v>
                </c:pt>
                <c:pt idx="8722">
                  <c:v>2.16371</c:v>
                </c:pt>
                <c:pt idx="8723">
                  <c:v>2.1640100000000002</c:v>
                </c:pt>
                <c:pt idx="8724">
                  <c:v>2.16432</c:v>
                </c:pt>
                <c:pt idx="8725">
                  <c:v>2.1646200000000002</c:v>
                </c:pt>
                <c:pt idx="8726">
                  <c:v>2.16493</c:v>
                </c:pt>
                <c:pt idx="8727">
                  <c:v>2.1652300000000002</c:v>
                </c:pt>
                <c:pt idx="8728">
                  <c:v>2.16554</c:v>
                </c:pt>
                <c:pt idx="8729">
                  <c:v>2.1658499999999998</c:v>
                </c:pt>
                <c:pt idx="8730">
                  <c:v>2.16615</c:v>
                </c:pt>
                <c:pt idx="8731">
                  <c:v>2.1664599999999998</c:v>
                </c:pt>
                <c:pt idx="8732">
                  <c:v>2.16676</c:v>
                </c:pt>
                <c:pt idx="8733">
                  <c:v>2.1670699999999998</c:v>
                </c:pt>
                <c:pt idx="8734">
                  <c:v>2.16737</c:v>
                </c:pt>
                <c:pt idx="8735">
                  <c:v>2.1676799999999998</c:v>
                </c:pt>
                <c:pt idx="8736">
                  <c:v>2.16798</c:v>
                </c:pt>
                <c:pt idx="8737">
                  <c:v>2.1682899999999998</c:v>
                </c:pt>
                <c:pt idx="8738">
                  <c:v>2.16859</c:v>
                </c:pt>
                <c:pt idx="8739">
                  <c:v>2.1688999999999998</c:v>
                </c:pt>
                <c:pt idx="8740">
                  <c:v>2.1692</c:v>
                </c:pt>
                <c:pt idx="8741">
                  <c:v>2.1695099999999998</c:v>
                </c:pt>
                <c:pt idx="8742">
                  <c:v>2.1698200000000001</c:v>
                </c:pt>
                <c:pt idx="8743">
                  <c:v>2.1701199999999998</c:v>
                </c:pt>
                <c:pt idx="8744">
                  <c:v>2.1704300000000001</c:v>
                </c:pt>
                <c:pt idx="8745">
                  <c:v>2.1707299999999998</c:v>
                </c:pt>
                <c:pt idx="8746">
                  <c:v>2.1710400000000001</c:v>
                </c:pt>
                <c:pt idx="8747">
                  <c:v>2.1713399999999998</c:v>
                </c:pt>
                <c:pt idx="8748">
                  <c:v>2.1716500000000001</c:v>
                </c:pt>
                <c:pt idx="8749">
                  <c:v>2.1719499999999998</c:v>
                </c:pt>
                <c:pt idx="8750">
                  <c:v>2.1722600000000001</c:v>
                </c:pt>
                <c:pt idx="8751">
                  <c:v>2.1725599999999998</c:v>
                </c:pt>
                <c:pt idx="8752">
                  <c:v>2.1728700000000001</c:v>
                </c:pt>
                <c:pt idx="8753">
                  <c:v>2.1731699999999998</c:v>
                </c:pt>
                <c:pt idx="8754">
                  <c:v>2.1734800000000001</c:v>
                </c:pt>
                <c:pt idx="8755">
                  <c:v>2.1737899999999999</c:v>
                </c:pt>
                <c:pt idx="8756">
                  <c:v>2.1740900000000001</c:v>
                </c:pt>
                <c:pt idx="8757">
                  <c:v>2.1743999999999999</c:v>
                </c:pt>
                <c:pt idx="8758">
                  <c:v>2.1747000000000001</c:v>
                </c:pt>
                <c:pt idx="8759">
                  <c:v>2.1750099999999999</c:v>
                </c:pt>
                <c:pt idx="8760">
                  <c:v>2.1753100000000001</c:v>
                </c:pt>
                <c:pt idx="8761">
                  <c:v>2.1756199999999999</c:v>
                </c:pt>
                <c:pt idx="8762">
                  <c:v>2.1759200000000001</c:v>
                </c:pt>
                <c:pt idx="8763">
                  <c:v>2.1762299999999999</c:v>
                </c:pt>
                <c:pt idx="8764">
                  <c:v>2.1765300000000001</c:v>
                </c:pt>
                <c:pt idx="8765">
                  <c:v>2.1768399999999999</c:v>
                </c:pt>
                <c:pt idx="8766">
                  <c:v>2.1771500000000001</c:v>
                </c:pt>
                <c:pt idx="8767">
                  <c:v>2.1774499999999999</c:v>
                </c:pt>
                <c:pt idx="8768">
                  <c:v>2.1777600000000001</c:v>
                </c:pt>
                <c:pt idx="8769">
                  <c:v>2.1780599999999999</c:v>
                </c:pt>
                <c:pt idx="8770">
                  <c:v>2.1783700000000001</c:v>
                </c:pt>
                <c:pt idx="8771">
                  <c:v>2.1786699999999999</c:v>
                </c:pt>
                <c:pt idx="8772">
                  <c:v>2.1789800000000001</c:v>
                </c:pt>
                <c:pt idx="8773">
                  <c:v>2.1792799999999999</c:v>
                </c:pt>
                <c:pt idx="8774">
                  <c:v>2.1795900000000001</c:v>
                </c:pt>
                <c:pt idx="8775">
                  <c:v>2.1798899999999999</c:v>
                </c:pt>
                <c:pt idx="8776">
                  <c:v>2.1802000000000001</c:v>
                </c:pt>
                <c:pt idx="8777">
                  <c:v>2.1804999999999999</c:v>
                </c:pt>
                <c:pt idx="8778">
                  <c:v>2.1808100000000001</c:v>
                </c:pt>
                <c:pt idx="8779">
                  <c:v>2.1811199999999999</c:v>
                </c:pt>
                <c:pt idx="8780">
                  <c:v>2.1814200000000001</c:v>
                </c:pt>
                <c:pt idx="8781">
                  <c:v>2.1817299999999999</c:v>
                </c:pt>
                <c:pt idx="8782">
                  <c:v>2.1820300000000001</c:v>
                </c:pt>
                <c:pt idx="8783">
                  <c:v>2.1823399999999999</c:v>
                </c:pt>
                <c:pt idx="8784">
                  <c:v>2.1826400000000001</c:v>
                </c:pt>
                <c:pt idx="8785">
                  <c:v>2.1829499999999999</c:v>
                </c:pt>
                <c:pt idx="8786">
                  <c:v>2.1832500000000001</c:v>
                </c:pt>
                <c:pt idx="8787">
                  <c:v>2.1835599999999999</c:v>
                </c:pt>
                <c:pt idx="8788">
                  <c:v>2.1838600000000001</c:v>
                </c:pt>
                <c:pt idx="8789">
                  <c:v>2.1841699999999999</c:v>
                </c:pt>
                <c:pt idx="8790">
                  <c:v>2.1844700000000001</c:v>
                </c:pt>
                <c:pt idx="8791">
                  <c:v>2.1847799999999999</c:v>
                </c:pt>
                <c:pt idx="8792">
                  <c:v>2.1850900000000002</c:v>
                </c:pt>
                <c:pt idx="8793">
                  <c:v>2.1853899999999999</c:v>
                </c:pt>
                <c:pt idx="8794">
                  <c:v>2.1857000000000002</c:v>
                </c:pt>
                <c:pt idx="8795">
                  <c:v>2.1859999999999999</c:v>
                </c:pt>
                <c:pt idx="8796">
                  <c:v>2.1863100000000002</c:v>
                </c:pt>
                <c:pt idx="8797">
                  <c:v>2.1866099999999999</c:v>
                </c:pt>
                <c:pt idx="8798">
                  <c:v>2.1869200000000002</c:v>
                </c:pt>
                <c:pt idx="8799">
                  <c:v>2.1872199999999999</c:v>
                </c:pt>
                <c:pt idx="8800">
                  <c:v>2.1875300000000002</c:v>
                </c:pt>
                <c:pt idx="8801">
                  <c:v>2.1878299999999999</c:v>
                </c:pt>
                <c:pt idx="8802">
                  <c:v>2.1881400000000002</c:v>
                </c:pt>
                <c:pt idx="8803">
                  <c:v>2.1884399999999999</c:v>
                </c:pt>
                <c:pt idx="8804">
                  <c:v>2.1887500000000002</c:v>
                </c:pt>
                <c:pt idx="8805">
                  <c:v>2.18906</c:v>
                </c:pt>
                <c:pt idx="8806">
                  <c:v>2.1893600000000002</c:v>
                </c:pt>
                <c:pt idx="8807">
                  <c:v>2.18967</c:v>
                </c:pt>
                <c:pt idx="8808">
                  <c:v>2.1899700000000002</c:v>
                </c:pt>
                <c:pt idx="8809">
                  <c:v>2.19028</c:v>
                </c:pt>
                <c:pt idx="8810">
                  <c:v>2.1905800000000002</c:v>
                </c:pt>
                <c:pt idx="8811">
                  <c:v>2.19089</c:v>
                </c:pt>
                <c:pt idx="8812">
                  <c:v>2.1911900000000002</c:v>
                </c:pt>
                <c:pt idx="8813">
                  <c:v>2.1915</c:v>
                </c:pt>
                <c:pt idx="8814">
                  <c:v>2.1918000000000002</c:v>
                </c:pt>
                <c:pt idx="8815">
                  <c:v>2.19211</c:v>
                </c:pt>
                <c:pt idx="8816">
                  <c:v>2.1924100000000002</c:v>
                </c:pt>
                <c:pt idx="8817">
                  <c:v>2.19272</c:v>
                </c:pt>
                <c:pt idx="8818">
                  <c:v>2.1930299999999998</c:v>
                </c:pt>
                <c:pt idx="8819">
                  <c:v>2.19333</c:v>
                </c:pt>
                <c:pt idx="8820">
                  <c:v>2.1936399999999998</c:v>
                </c:pt>
                <c:pt idx="8821">
                  <c:v>2.19394</c:v>
                </c:pt>
                <c:pt idx="8822">
                  <c:v>2.1942499999999998</c:v>
                </c:pt>
                <c:pt idx="8823">
                  <c:v>2.19455</c:v>
                </c:pt>
                <c:pt idx="8824">
                  <c:v>2.1948599999999998</c:v>
                </c:pt>
                <c:pt idx="8825">
                  <c:v>2.19516</c:v>
                </c:pt>
                <c:pt idx="8826">
                  <c:v>2.1954699999999998</c:v>
                </c:pt>
                <c:pt idx="8827">
                  <c:v>2.19577</c:v>
                </c:pt>
                <c:pt idx="8828">
                  <c:v>2.1960799999999998</c:v>
                </c:pt>
                <c:pt idx="8829">
                  <c:v>2.1963900000000001</c:v>
                </c:pt>
                <c:pt idx="8830">
                  <c:v>2.1966899999999998</c:v>
                </c:pt>
                <c:pt idx="8831">
                  <c:v>2.1970000000000001</c:v>
                </c:pt>
                <c:pt idx="8832">
                  <c:v>2.1972999999999998</c:v>
                </c:pt>
                <c:pt idx="8833">
                  <c:v>2.1976100000000001</c:v>
                </c:pt>
                <c:pt idx="8834">
                  <c:v>2.1979099999999998</c:v>
                </c:pt>
                <c:pt idx="8835">
                  <c:v>2.1982200000000001</c:v>
                </c:pt>
                <c:pt idx="8836">
                  <c:v>2.1985199999999998</c:v>
                </c:pt>
                <c:pt idx="8837">
                  <c:v>2.1988300000000001</c:v>
                </c:pt>
                <c:pt idx="8838">
                  <c:v>2.1991299999999998</c:v>
                </c:pt>
                <c:pt idx="8839">
                  <c:v>2.1994400000000001</c:v>
                </c:pt>
                <c:pt idx="8840">
                  <c:v>2.1997399999999998</c:v>
                </c:pt>
                <c:pt idx="8841">
                  <c:v>2.2000500000000001</c:v>
                </c:pt>
                <c:pt idx="8842">
                  <c:v>2.2003599999999999</c:v>
                </c:pt>
                <c:pt idx="8843">
                  <c:v>2.2006600000000001</c:v>
                </c:pt>
                <c:pt idx="8844">
                  <c:v>2.2009699999999999</c:v>
                </c:pt>
                <c:pt idx="8845">
                  <c:v>2.2012700000000001</c:v>
                </c:pt>
                <c:pt idx="8846">
                  <c:v>2.2015799999999999</c:v>
                </c:pt>
                <c:pt idx="8847">
                  <c:v>2.2018800000000001</c:v>
                </c:pt>
                <c:pt idx="8848">
                  <c:v>2.2021899999999999</c:v>
                </c:pt>
                <c:pt idx="8849">
                  <c:v>2.2024900000000001</c:v>
                </c:pt>
                <c:pt idx="8850">
                  <c:v>2.2027999999999999</c:v>
                </c:pt>
                <c:pt idx="8851">
                  <c:v>2.2031000000000001</c:v>
                </c:pt>
                <c:pt idx="8852">
                  <c:v>2.2034099999999999</c:v>
                </c:pt>
                <c:pt idx="8853">
                  <c:v>2.2037100000000001</c:v>
                </c:pt>
                <c:pt idx="8854">
                  <c:v>2.2040199999999999</c:v>
                </c:pt>
                <c:pt idx="8855">
                  <c:v>2.2043300000000001</c:v>
                </c:pt>
                <c:pt idx="8856">
                  <c:v>2.2046299999999999</c:v>
                </c:pt>
                <c:pt idx="8857">
                  <c:v>2.2049400000000001</c:v>
                </c:pt>
                <c:pt idx="8858">
                  <c:v>2.2052399999999999</c:v>
                </c:pt>
                <c:pt idx="8859">
                  <c:v>2.2055500000000001</c:v>
                </c:pt>
                <c:pt idx="8860">
                  <c:v>2.2058499999999999</c:v>
                </c:pt>
                <c:pt idx="8861">
                  <c:v>2.2061600000000001</c:v>
                </c:pt>
                <c:pt idx="8862">
                  <c:v>2.2064599999999999</c:v>
                </c:pt>
                <c:pt idx="8863">
                  <c:v>2.2067700000000001</c:v>
                </c:pt>
                <c:pt idx="8864">
                  <c:v>2.2070699999999999</c:v>
                </c:pt>
                <c:pt idx="8865">
                  <c:v>2.2073800000000001</c:v>
                </c:pt>
                <c:pt idx="8866">
                  <c:v>2.2076799999999999</c:v>
                </c:pt>
                <c:pt idx="8867">
                  <c:v>2.2079900000000001</c:v>
                </c:pt>
                <c:pt idx="8868">
                  <c:v>2.2082999999999999</c:v>
                </c:pt>
                <c:pt idx="8869">
                  <c:v>2.2086000000000001</c:v>
                </c:pt>
                <c:pt idx="8870">
                  <c:v>2.2089099999999999</c:v>
                </c:pt>
                <c:pt idx="8871">
                  <c:v>2.2092100000000001</c:v>
                </c:pt>
                <c:pt idx="8872">
                  <c:v>2.2095199999999999</c:v>
                </c:pt>
                <c:pt idx="8873">
                  <c:v>2.2098200000000001</c:v>
                </c:pt>
                <c:pt idx="8874">
                  <c:v>2.2101299999999999</c:v>
                </c:pt>
                <c:pt idx="8875">
                  <c:v>2.2104300000000001</c:v>
                </c:pt>
                <c:pt idx="8876">
                  <c:v>2.2107399999999999</c:v>
                </c:pt>
                <c:pt idx="8877">
                  <c:v>2.2110400000000001</c:v>
                </c:pt>
                <c:pt idx="8878">
                  <c:v>2.2113499999999999</c:v>
                </c:pt>
                <c:pt idx="8879">
                  <c:v>2.2116500000000001</c:v>
                </c:pt>
                <c:pt idx="8880">
                  <c:v>2.2119599999999999</c:v>
                </c:pt>
                <c:pt idx="8881">
                  <c:v>2.2122700000000002</c:v>
                </c:pt>
                <c:pt idx="8882">
                  <c:v>2.2125699999999999</c:v>
                </c:pt>
                <c:pt idx="8883">
                  <c:v>2.2128800000000002</c:v>
                </c:pt>
                <c:pt idx="8884">
                  <c:v>2.2131799999999999</c:v>
                </c:pt>
                <c:pt idx="8885">
                  <c:v>2.2134900000000002</c:v>
                </c:pt>
                <c:pt idx="8886">
                  <c:v>2.2137899999999999</c:v>
                </c:pt>
                <c:pt idx="8887">
                  <c:v>2.2141000000000002</c:v>
                </c:pt>
                <c:pt idx="8888">
                  <c:v>2.2143999999999999</c:v>
                </c:pt>
                <c:pt idx="8889">
                  <c:v>2.2147100000000002</c:v>
                </c:pt>
                <c:pt idx="8890">
                  <c:v>2.2150099999999999</c:v>
                </c:pt>
                <c:pt idx="8891">
                  <c:v>2.2153200000000002</c:v>
                </c:pt>
                <c:pt idx="8892">
                  <c:v>2.21563</c:v>
                </c:pt>
                <c:pt idx="8893">
                  <c:v>2.2159300000000002</c:v>
                </c:pt>
                <c:pt idx="8894">
                  <c:v>2.21624</c:v>
                </c:pt>
                <c:pt idx="8895">
                  <c:v>2.2165400000000002</c:v>
                </c:pt>
                <c:pt idx="8896">
                  <c:v>2.21685</c:v>
                </c:pt>
                <c:pt idx="8897">
                  <c:v>2.2171500000000002</c:v>
                </c:pt>
                <c:pt idx="8898">
                  <c:v>2.21746</c:v>
                </c:pt>
                <c:pt idx="8899">
                  <c:v>2.2177600000000002</c:v>
                </c:pt>
                <c:pt idx="8900">
                  <c:v>2.21807</c:v>
                </c:pt>
                <c:pt idx="8901">
                  <c:v>2.2183700000000002</c:v>
                </c:pt>
                <c:pt idx="8902">
                  <c:v>2.21868</c:v>
                </c:pt>
                <c:pt idx="8903">
                  <c:v>2.2189800000000002</c:v>
                </c:pt>
                <c:pt idx="8904">
                  <c:v>2.21929</c:v>
                </c:pt>
                <c:pt idx="8905">
                  <c:v>2.2195999999999998</c:v>
                </c:pt>
                <c:pt idx="8906">
                  <c:v>2.2199</c:v>
                </c:pt>
                <c:pt idx="8907">
                  <c:v>2.2202099999999998</c:v>
                </c:pt>
                <c:pt idx="8908">
                  <c:v>2.22051</c:v>
                </c:pt>
                <c:pt idx="8909">
                  <c:v>2.2208199999999998</c:v>
                </c:pt>
                <c:pt idx="8910">
                  <c:v>2.22112</c:v>
                </c:pt>
                <c:pt idx="8911">
                  <c:v>2.2214299999999998</c:v>
                </c:pt>
                <c:pt idx="8912">
                  <c:v>2.22173</c:v>
                </c:pt>
                <c:pt idx="8913">
                  <c:v>2.2220399999999998</c:v>
                </c:pt>
                <c:pt idx="8914">
                  <c:v>2.22234</c:v>
                </c:pt>
                <c:pt idx="8915">
                  <c:v>2.2226499999999998</c:v>
                </c:pt>
                <c:pt idx="8916">
                  <c:v>2.22295</c:v>
                </c:pt>
                <c:pt idx="8917">
                  <c:v>2.2232599999999998</c:v>
                </c:pt>
                <c:pt idx="8918">
                  <c:v>2.22357</c:v>
                </c:pt>
                <c:pt idx="8919">
                  <c:v>2.2238699999999998</c:v>
                </c:pt>
                <c:pt idx="8920">
                  <c:v>2.22418</c:v>
                </c:pt>
                <c:pt idx="8921">
                  <c:v>2.2244799999999998</c:v>
                </c:pt>
                <c:pt idx="8922">
                  <c:v>2.22479</c:v>
                </c:pt>
                <c:pt idx="8923">
                  <c:v>2.2250899999999998</c:v>
                </c:pt>
                <c:pt idx="8924">
                  <c:v>2.2254</c:v>
                </c:pt>
                <c:pt idx="8925">
                  <c:v>2.2256999999999998</c:v>
                </c:pt>
                <c:pt idx="8926">
                  <c:v>2.22601</c:v>
                </c:pt>
                <c:pt idx="8927">
                  <c:v>2.2263099999999998</c:v>
                </c:pt>
                <c:pt idx="8928">
                  <c:v>2.22662</c:v>
                </c:pt>
                <c:pt idx="8929">
                  <c:v>2.2269199999999998</c:v>
                </c:pt>
                <c:pt idx="8930">
                  <c:v>2.22723</c:v>
                </c:pt>
                <c:pt idx="8931">
                  <c:v>2.2275399999999999</c:v>
                </c:pt>
                <c:pt idx="8932">
                  <c:v>2.22784</c:v>
                </c:pt>
                <c:pt idx="8933">
                  <c:v>2.2281499999999999</c:v>
                </c:pt>
                <c:pt idx="8934">
                  <c:v>2.22845</c:v>
                </c:pt>
                <c:pt idx="8935">
                  <c:v>2.2287599999999999</c:v>
                </c:pt>
                <c:pt idx="8936">
                  <c:v>2.22906</c:v>
                </c:pt>
                <c:pt idx="8937">
                  <c:v>2.2293699999999999</c:v>
                </c:pt>
                <c:pt idx="8938">
                  <c:v>2.22967</c:v>
                </c:pt>
                <c:pt idx="8939">
                  <c:v>2.2299799999999999</c:v>
                </c:pt>
                <c:pt idx="8940">
                  <c:v>2.23028</c:v>
                </c:pt>
                <c:pt idx="8941">
                  <c:v>2.2305899999999999</c:v>
                </c:pt>
                <c:pt idx="8942">
                  <c:v>2.2309000000000001</c:v>
                </c:pt>
                <c:pt idx="8943">
                  <c:v>2.2311999999999999</c:v>
                </c:pt>
                <c:pt idx="8944">
                  <c:v>2.2315100000000001</c:v>
                </c:pt>
                <c:pt idx="8945">
                  <c:v>2.2318099999999998</c:v>
                </c:pt>
                <c:pt idx="8946">
                  <c:v>2.2321200000000001</c:v>
                </c:pt>
                <c:pt idx="8947">
                  <c:v>2.2324199999999998</c:v>
                </c:pt>
                <c:pt idx="8948">
                  <c:v>2.2327300000000001</c:v>
                </c:pt>
                <c:pt idx="8949">
                  <c:v>2.2330299999999998</c:v>
                </c:pt>
                <c:pt idx="8950">
                  <c:v>2.2333400000000001</c:v>
                </c:pt>
                <c:pt idx="8951">
                  <c:v>2.2336399999999998</c:v>
                </c:pt>
                <c:pt idx="8952">
                  <c:v>2.2339500000000001</c:v>
                </c:pt>
                <c:pt idx="8953">
                  <c:v>2.2342499999999998</c:v>
                </c:pt>
                <c:pt idx="8954">
                  <c:v>2.2345600000000001</c:v>
                </c:pt>
                <c:pt idx="8955">
                  <c:v>2.2348699999999999</c:v>
                </c:pt>
                <c:pt idx="8956">
                  <c:v>2.2351700000000001</c:v>
                </c:pt>
                <c:pt idx="8957">
                  <c:v>2.2354799999999999</c:v>
                </c:pt>
                <c:pt idx="8958">
                  <c:v>2.2357800000000001</c:v>
                </c:pt>
                <c:pt idx="8959">
                  <c:v>2.2360899999999999</c:v>
                </c:pt>
                <c:pt idx="8960">
                  <c:v>2.2363900000000001</c:v>
                </c:pt>
                <c:pt idx="8961">
                  <c:v>2.2366999999999999</c:v>
                </c:pt>
                <c:pt idx="8962">
                  <c:v>2.2370000000000001</c:v>
                </c:pt>
                <c:pt idx="8963">
                  <c:v>2.2373099999999999</c:v>
                </c:pt>
                <c:pt idx="8964">
                  <c:v>2.2376100000000001</c:v>
                </c:pt>
                <c:pt idx="8965">
                  <c:v>2.2379199999999999</c:v>
                </c:pt>
                <c:pt idx="8966">
                  <c:v>2.2382200000000001</c:v>
                </c:pt>
                <c:pt idx="8967">
                  <c:v>2.2385299999999999</c:v>
                </c:pt>
                <c:pt idx="8968">
                  <c:v>2.2388400000000002</c:v>
                </c:pt>
                <c:pt idx="8969">
                  <c:v>2.2391399999999999</c:v>
                </c:pt>
                <c:pt idx="8970">
                  <c:v>2.2394500000000002</c:v>
                </c:pt>
                <c:pt idx="8971">
                  <c:v>2.2397499999999999</c:v>
                </c:pt>
                <c:pt idx="8972">
                  <c:v>2.2400600000000002</c:v>
                </c:pt>
                <c:pt idx="8973">
                  <c:v>2.2403599999999999</c:v>
                </c:pt>
                <c:pt idx="8974">
                  <c:v>2.2406700000000002</c:v>
                </c:pt>
                <c:pt idx="8975">
                  <c:v>2.2409699999999999</c:v>
                </c:pt>
                <c:pt idx="8976">
                  <c:v>2.2412800000000002</c:v>
                </c:pt>
                <c:pt idx="8977">
                  <c:v>2.2415799999999999</c:v>
                </c:pt>
                <c:pt idx="8978">
                  <c:v>2.2418900000000002</c:v>
                </c:pt>
                <c:pt idx="8979">
                  <c:v>2.2421899999999999</c:v>
                </c:pt>
                <c:pt idx="8980">
                  <c:v>2.2425000000000002</c:v>
                </c:pt>
                <c:pt idx="8981">
                  <c:v>2.24281</c:v>
                </c:pt>
                <c:pt idx="8982">
                  <c:v>2.2431100000000002</c:v>
                </c:pt>
                <c:pt idx="8983">
                  <c:v>2.24342</c:v>
                </c:pt>
                <c:pt idx="8984">
                  <c:v>2.2437200000000002</c:v>
                </c:pt>
                <c:pt idx="8985">
                  <c:v>2.24403</c:v>
                </c:pt>
                <c:pt idx="8986">
                  <c:v>2.2443300000000002</c:v>
                </c:pt>
                <c:pt idx="8987">
                  <c:v>2.24464</c:v>
                </c:pt>
                <c:pt idx="8988">
                  <c:v>2.2449400000000002</c:v>
                </c:pt>
                <c:pt idx="8989">
                  <c:v>2.24525</c:v>
                </c:pt>
                <c:pt idx="8990">
                  <c:v>2.2455500000000002</c:v>
                </c:pt>
                <c:pt idx="8991">
                  <c:v>2.24586</c:v>
                </c:pt>
                <c:pt idx="8992">
                  <c:v>2.2461600000000002</c:v>
                </c:pt>
                <c:pt idx="8993">
                  <c:v>2.24647</c:v>
                </c:pt>
                <c:pt idx="8994">
                  <c:v>2.2467800000000002</c:v>
                </c:pt>
                <c:pt idx="8995">
                  <c:v>2.24708</c:v>
                </c:pt>
                <c:pt idx="8996">
                  <c:v>2.2473900000000002</c:v>
                </c:pt>
                <c:pt idx="8997">
                  <c:v>2.24769</c:v>
                </c:pt>
                <c:pt idx="8998">
                  <c:v>2.2480000000000002</c:v>
                </c:pt>
                <c:pt idx="8999">
                  <c:v>2.2483</c:v>
                </c:pt>
                <c:pt idx="9000">
                  <c:v>2.2486100000000002</c:v>
                </c:pt>
                <c:pt idx="9001">
                  <c:v>2.24891</c:v>
                </c:pt>
                <c:pt idx="9002">
                  <c:v>2.2492200000000002</c:v>
                </c:pt>
                <c:pt idx="9003">
                  <c:v>2.24952</c:v>
                </c:pt>
                <c:pt idx="9004">
                  <c:v>2.2498300000000002</c:v>
                </c:pt>
                <c:pt idx="9005">
                  <c:v>2.25014</c:v>
                </c:pt>
                <c:pt idx="9006">
                  <c:v>2.2504400000000002</c:v>
                </c:pt>
                <c:pt idx="9007">
                  <c:v>2.25075</c:v>
                </c:pt>
                <c:pt idx="9008">
                  <c:v>2.2510500000000002</c:v>
                </c:pt>
                <c:pt idx="9009">
                  <c:v>2.25136</c:v>
                </c:pt>
                <c:pt idx="9010">
                  <c:v>2.2516600000000002</c:v>
                </c:pt>
                <c:pt idx="9011">
                  <c:v>2.25197</c:v>
                </c:pt>
                <c:pt idx="9012">
                  <c:v>2.2522700000000002</c:v>
                </c:pt>
                <c:pt idx="9013">
                  <c:v>2.25258</c:v>
                </c:pt>
                <c:pt idx="9014">
                  <c:v>2.2528800000000002</c:v>
                </c:pt>
                <c:pt idx="9015">
                  <c:v>2.25319</c:v>
                </c:pt>
                <c:pt idx="9016">
                  <c:v>2.2534900000000002</c:v>
                </c:pt>
                <c:pt idx="9017">
                  <c:v>2.2538</c:v>
                </c:pt>
                <c:pt idx="9018">
                  <c:v>2.2541099999999998</c:v>
                </c:pt>
                <c:pt idx="9019">
                  <c:v>2.25441</c:v>
                </c:pt>
                <c:pt idx="9020">
                  <c:v>2.2547199999999998</c:v>
                </c:pt>
                <c:pt idx="9021">
                  <c:v>2.25502</c:v>
                </c:pt>
                <c:pt idx="9022">
                  <c:v>2.2553299999999998</c:v>
                </c:pt>
                <c:pt idx="9023">
                  <c:v>2.25563</c:v>
                </c:pt>
                <c:pt idx="9024">
                  <c:v>2.2559399999999998</c:v>
                </c:pt>
                <c:pt idx="9025">
                  <c:v>2.25624</c:v>
                </c:pt>
                <c:pt idx="9026">
                  <c:v>2.2565499999999998</c:v>
                </c:pt>
                <c:pt idx="9027">
                  <c:v>2.25685</c:v>
                </c:pt>
                <c:pt idx="9028">
                  <c:v>2.2571599999999998</c:v>
                </c:pt>
                <c:pt idx="9029">
                  <c:v>2.25746</c:v>
                </c:pt>
                <c:pt idx="9030">
                  <c:v>2.2577699999999998</c:v>
                </c:pt>
                <c:pt idx="9031">
                  <c:v>2.2580800000000001</c:v>
                </c:pt>
                <c:pt idx="9032">
                  <c:v>2.2583799999999998</c:v>
                </c:pt>
                <c:pt idx="9033">
                  <c:v>2.2586900000000001</c:v>
                </c:pt>
                <c:pt idx="9034">
                  <c:v>2.2589899999999998</c:v>
                </c:pt>
                <c:pt idx="9035">
                  <c:v>2.2593000000000001</c:v>
                </c:pt>
                <c:pt idx="9036">
                  <c:v>2.2595999999999998</c:v>
                </c:pt>
                <c:pt idx="9037">
                  <c:v>2.2599100000000001</c:v>
                </c:pt>
                <c:pt idx="9038">
                  <c:v>2.2602099999999998</c:v>
                </c:pt>
                <c:pt idx="9039">
                  <c:v>2.2605200000000001</c:v>
                </c:pt>
                <c:pt idx="9040">
                  <c:v>2.2608199999999998</c:v>
                </c:pt>
                <c:pt idx="9041">
                  <c:v>2.2611300000000001</c:v>
                </c:pt>
                <c:pt idx="9042">
                  <c:v>2.2614299999999998</c:v>
                </c:pt>
                <c:pt idx="9043">
                  <c:v>2.2617400000000001</c:v>
                </c:pt>
                <c:pt idx="9044">
                  <c:v>2.2620499999999999</c:v>
                </c:pt>
                <c:pt idx="9045">
                  <c:v>2.2623500000000001</c:v>
                </c:pt>
                <c:pt idx="9046">
                  <c:v>2.2626599999999999</c:v>
                </c:pt>
                <c:pt idx="9047">
                  <c:v>2.2629600000000001</c:v>
                </c:pt>
                <c:pt idx="9048">
                  <c:v>2.2632699999999999</c:v>
                </c:pt>
                <c:pt idx="9049">
                  <c:v>2.2635700000000001</c:v>
                </c:pt>
                <c:pt idx="9050">
                  <c:v>2.2638799999999999</c:v>
                </c:pt>
                <c:pt idx="9051">
                  <c:v>2.2641800000000001</c:v>
                </c:pt>
                <c:pt idx="9052">
                  <c:v>2.2644899999999999</c:v>
                </c:pt>
                <c:pt idx="9053">
                  <c:v>2.2647900000000001</c:v>
                </c:pt>
                <c:pt idx="9054">
                  <c:v>2.2650999999999999</c:v>
                </c:pt>
                <c:pt idx="9055">
                  <c:v>2.2654000000000001</c:v>
                </c:pt>
                <c:pt idx="9056">
                  <c:v>2.2657099999999999</c:v>
                </c:pt>
                <c:pt idx="9057">
                  <c:v>2.2660200000000001</c:v>
                </c:pt>
                <c:pt idx="9058">
                  <c:v>2.2663199999999999</c:v>
                </c:pt>
                <c:pt idx="9059">
                  <c:v>2.2666300000000001</c:v>
                </c:pt>
                <c:pt idx="9060">
                  <c:v>2.2669299999999999</c:v>
                </c:pt>
                <c:pt idx="9061">
                  <c:v>2.2672400000000001</c:v>
                </c:pt>
                <c:pt idx="9062">
                  <c:v>2.2675399999999999</c:v>
                </c:pt>
                <c:pt idx="9063">
                  <c:v>2.2678500000000001</c:v>
                </c:pt>
                <c:pt idx="9064">
                  <c:v>2.2681499999999999</c:v>
                </c:pt>
                <c:pt idx="9065">
                  <c:v>2.2684600000000001</c:v>
                </c:pt>
                <c:pt idx="9066">
                  <c:v>2.2687599999999999</c:v>
                </c:pt>
                <c:pt idx="9067">
                  <c:v>2.2690700000000001</c:v>
                </c:pt>
                <c:pt idx="9068">
                  <c:v>2.26938</c:v>
                </c:pt>
                <c:pt idx="9069">
                  <c:v>2.2696800000000001</c:v>
                </c:pt>
                <c:pt idx="9070">
                  <c:v>2.26999</c:v>
                </c:pt>
                <c:pt idx="9071">
                  <c:v>2.2702900000000001</c:v>
                </c:pt>
                <c:pt idx="9072">
                  <c:v>2.2706</c:v>
                </c:pt>
                <c:pt idx="9073">
                  <c:v>2.2709000000000001</c:v>
                </c:pt>
                <c:pt idx="9074">
                  <c:v>2.27121</c:v>
                </c:pt>
                <c:pt idx="9075">
                  <c:v>2.2715100000000001</c:v>
                </c:pt>
                <c:pt idx="9076">
                  <c:v>2.27182</c:v>
                </c:pt>
                <c:pt idx="9077">
                  <c:v>2.2721200000000001</c:v>
                </c:pt>
                <c:pt idx="9078">
                  <c:v>2.2724299999999999</c:v>
                </c:pt>
                <c:pt idx="9079">
                  <c:v>2.2727300000000001</c:v>
                </c:pt>
                <c:pt idx="9080">
                  <c:v>2.2730399999999999</c:v>
                </c:pt>
                <c:pt idx="9081">
                  <c:v>2.2733500000000002</c:v>
                </c:pt>
                <c:pt idx="9082">
                  <c:v>2.2736499999999999</c:v>
                </c:pt>
                <c:pt idx="9083">
                  <c:v>2.2739600000000002</c:v>
                </c:pt>
                <c:pt idx="9084">
                  <c:v>2.2742599999999999</c:v>
                </c:pt>
                <c:pt idx="9085">
                  <c:v>2.2745700000000002</c:v>
                </c:pt>
                <c:pt idx="9086">
                  <c:v>2.2748699999999999</c:v>
                </c:pt>
                <c:pt idx="9087">
                  <c:v>2.2751800000000002</c:v>
                </c:pt>
                <c:pt idx="9088">
                  <c:v>2.2754799999999999</c:v>
                </c:pt>
                <c:pt idx="9089">
                  <c:v>2.2757900000000002</c:v>
                </c:pt>
                <c:pt idx="9090">
                  <c:v>2.2760899999999999</c:v>
                </c:pt>
                <c:pt idx="9091">
                  <c:v>2.2764000000000002</c:v>
                </c:pt>
                <c:pt idx="9092">
                  <c:v>2.2766999999999999</c:v>
                </c:pt>
                <c:pt idx="9093">
                  <c:v>2.2770100000000002</c:v>
                </c:pt>
                <c:pt idx="9094">
                  <c:v>2.27732</c:v>
                </c:pt>
                <c:pt idx="9095">
                  <c:v>2.2776200000000002</c:v>
                </c:pt>
                <c:pt idx="9096">
                  <c:v>2.27793</c:v>
                </c:pt>
                <c:pt idx="9097">
                  <c:v>2.2782300000000002</c:v>
                </c:pt>
                <c:pt idx="9098">
                  <c:v>2.27854</c:v>
                </c:pt>
                <c:pt idx="9099">
                  <c:v>2.2788400000000002</c:v>
                </c:pt>
                <c:pt idx="9100">
                  <c:v>2.27915</c:v>
                </c:pt>
                <c:pt idx="9101">
                  <c:v>2.2794500000000002</c:v>
                </c:pt>
                <c:pt idx="9102">
                  <c:v>2.27976</c:v>
                </c:pt>
                <c:pt idx="9103">
                  <c:v>2.2800600000000002</c:v>
                </c:pt>
                <c:pt idx="9104">
                  <c:v>2.28037</c:v>
                </c:pt>
                <c:pt idx="9105">
                  <c:v>2.2806700000000002</c:v>
                </c:pt>
                <c:pt idx="9106">
                  <c:v>2.28098</c:v>
                </c:pt>
                <c:pt idx="9107">
                  <c:v>2.2812899999999998</c:v>
                </c:pt>
                <c:pt idx="9108">
                  <c:v>2.28159</c:v>
                </c:pt>
                <c:pt idx="9109">
                  <c:v>2.2818999999999998</c:v>
                </c:pt>
                <c:pt idx="9110">
                  <c:v>2.2822</c:v>
                </c:pt>
                <c:pt idx="9111">
                  <c:v>2.2825099999999998</c:v>
                </c:pt>
                <c:pt idx="9112">
                  <c:v>2.28281</c:v>
                </c:pt>
                <c:pt idx="9113">
                  <c:v>2.2831199999999998</c:v>
                </c:pt>
                <c:pt idx="9114">
                  <c:v>2.28342</c:v>
                </c:pt>
                <c:pt idx="9115">
                  <c:v>2.2837299999999998</c:v>
                </c:pt>
                <c:pt idx="9116">
                  <c:v>2.28403</c:v>
                </c:pt>
                <c:pt idx="9117">
                  <c:v>2.2843399999999998</c:v>
                </c:pt>
                <c:pt idx="9118">
                  <c:v>2.2846500000000001</c:v>
                </c:pt>
                <c:pt idx="9119">
                  <c:v>2.2849499999999998</c:v>
                </c:pt>
                <c:pt idx="9120">
                  <c:v>2.2852600000000001</c:v>
                </c:pt>
                <c:pt idx="9121">
                  <c:v>2.2855599999999998</c:v>
                </c:pt>
                <c:pt idx="9122">
                  <c:v>2.2858700000000001</c:v>
                </c:pt>
                <c:pt idx="9123">
                  <c:v>2.2861699999999998</c:v>
                </c:pt>
                <c:pt idx="9124">
                  <c:v>2.2864800000000001</c:v>
                </c:pt>
                <c:pt idx="9125">
                  <c:v>2.2867799999999998</c:v>
                </c:pt>
                <c:pt idx="9126">
                  <c:v>2.2870900000000001</c:v>
                </c:pt>
                <c:pt idx="9127">
                  <c:v>2.2873899999999998</c:v>
                </c:pt>
                <c:pt idx="9128">
                  <c:v>2.2877000000000001</c:v>
                </c:pt>
                <c:pt idx="9129">
                  <c:v>2.2879999999999998</c:v>
                </c:pt>
                <c:pt idx="9130">
                  <c:v>2.2883100000000001</c:v>
                </c:pt>
                <c:pt idx="9131">
                  <c:v>2.2886199999999999</c:v>
                </c:pt>
                <c:pt idx="9132">
                  <c:v>2.2889200000000001</c:v>
                </c:pt>
                <c:pt idx="9133">
                  <c:v>2.2892299999999999</c:v>
                </c:pt>
                <c:pt idx="9134">
                  <c:v>2.2895300000000001</c:v>
                </c:pt>
                <c:pt idx="9135">
                  <c:v>2.2898399999999999</c:v>
                </c:pt>
                <c:pt idx="9136">
                  <c:v>2.2901400000000001</c:v>
                </c:pt>
                <c:pt idx="9137">
                  <c:v>2.2904499999999999</c:v>
                </c:pt>
                <c:pt idx="9138">
                  <c:v>2.2907500000000001</c:v>
                </c:pt>
                <c:pt idx="9139">
                  <c:v>2.2910599999999999</c:v>
                </c:pt>
                <c:pt idx="9140">
                  <c:v>2.2913600000000001</c:v>
                </c:pt>
                <c:pt idx="9141">
                  <c:v>2.2916699999999999</c:v>
                </c:pt>
                <c:pt idx="9142">
                  <c:v>2.2919700000000001</c:v>
                </c:pt>
                <c:pt idx="9143">
                  <c:v>2.2922799999999999</c:v>
                </c:pt>
                <c:pt idx="9144">
                  <c:v>2.2925900000000001</c:v>
                </c:pt>
                <c:pt idx="9145">
                  <c:v>2.2928899999999999</c:v>
                </c:pt>
                <c:pt idx="9146">
                  <c:v>2.2932000000000001</c:v>
                </c:pt>
                <c:pt idx="9147">
                  <c:v>2.2934999999999999</c:v>
                </c:pt>
                <c:pt idx="9148">
                  <c:v>2.2938100000000001</c:v>
                </c:pt>
                <c:pt idx="9149">
                  <c:v>2.2941099999999999</c:v>
                </c:pt>
                <c:pt idx="9150">
                  <c:v>2.2944200000000001</c:v>
                </c:pt>
                <c:pt idx="9151">
                  <c:v>2.2947199999999999</c:v>
                </c:pt>
                <c:pt idx="9152">
                  <c:v>2.2950300000000001</c:v>
                </c:pt>
                <c:pt idx="9153">
                  <c:v>2.2953299999999999</c:v>
                </c:pt>
                <c:pt idx="9154">
                  <c:v>2.2956400000000001</c:v>
                </c:pt>
                <c:pt idx="9155">
                  <c:v>2.2959399999999999</c:v>
                </c:pt>
                <c:pt idx="9156">
                  <c:v>2.2962500000000001</c:v>
                </c:pt>
                <c:pt idx="9157">
                  <c:v>2.2965599999999999</c:v>
                </c:pt>
                <c:pt idx="9158">
                  <c:v>2.2968600000000001</c:v>
                </c:pt>
                <c:pt idx="9159">
                  <c:v>2.2971699999999999</c:v>
                </c:pt>
                <c:pt idx="9160">
                  <c:v>2.2974700000000001</c:v>
                </c:pt>
                <c:pt idx="9161">
                  <c:v>2.2977799999999999</c:v>
                </c:pt>
                <c:pt idx="9162">
                  <c:v>2.2980800000000001</c:v>
                </c:pt>
                <c:pt idx="9163">
                  <c:v>2.2983899999999999</c:v>
                </c:pt>
                <c:pt idx="9164">
                  <c:v>2.2986900000000001</c:v>
                </c:pt>
                <c:pt idx="9165">
                  <c:v>2.2989999999999999</c:v>
                </c:pt>
                <c:pt idx="9166">
                  <c:v>2.2993000000000001</c:v>
                </c:pt>
                <c:pt idx="9167">
                  <c:v>2.2996099999999999</c:v>
                </c:pt>
                <c:pt idx="9168">
                  <c:v>2.2999100000000001</c:v>
                </c:pt>
                <c:pt idx="9169">
                  <c:v>2.3002199999999999</c:v>
                </c:pt>
                <c:pt idx="9170">
                  <c:v>2.3005300000000002</c:v>
                </c:pt>
                <c:pt idx="9171">
                  <c:v>2.3008299999999999</c:v>
                </c:pt>
                <c:pt idx="9172">
                  <c:v>2.3011400000000002</c:v>
                </c:pt>
                <c:pt idx="9173">
                  <c:v>2.3014399999999999</c:v>
                </c:pt>
                <c:pt idx="9174">
                  <c:v>2.3017500000000002</c:v>
                </c:pt>
                <c:pt idx="9175">
                  <c:v>2.3020499999999999</c:v>
                </c:pt>
                <c:pt idx="9176">
                  <c:v>2.3023600000000002</c:v>
                </c:pt>
                <c:pt idx="9177">
                  <c:v>2.3026599999999999</c:v>
                </c:pt>
                <c:pt idx="9178">
                  <c:v>2.3029700000000002</c:v>
                </c:pt>
                <c:pt idx="9179">
                  <c:v>2.3032699999999999</c:v>
                </c:pt>
                <c:pt idx="9180">
                  <c:v>2.3035800000000002</c:v>
                </c:pt>
                <c:pt idx="9181">
                  <c:v>2.30389</c:v>
                </c:pt>
                <c:pt idx="9182">
                  <c:v>2.3041900000000002</c:v>
                </c:pt>
                <c:pt idx="9183">
                  <c:v>2.3045</c:v>
                </c:pt>
                <c:pt idx="9184">
                  <c:v>2.3048000000000002</c:v>
                </c:pt>
                <c:pt idx="9185">
                  <c:v>2.30511</c:v>
                </c:pt>
                <c:pt idx="9186">
                  <c:v>2.3054100000000002</c:v>
                </c:pt>
                <c:pt idx="9187">
                  <c:v>2.30572</c:v>
                </c:pt>
                <c:pt idx="9188">
                  <c:v>2.3060200000000002</c:v>
                </c:pt>
                <c:pt idx="9189">
                  <c:v>2.30633</c:v>
                </c:pt>
                <c:pt idx="9190">
                  <c:v>2.3066300000000002</c:v>
                </c:pt>
                <c:pt idx="9191">
                  <c:v>2.30694</c:v>
                </c:pt>
                <c:pt idx="9192">
                  <c:v>2.3072400000000002</c:v>
                </c:pt>
                <c:pt idx="9193">
                  <c:v>2.30755</c:v>
                </c:pt>
                <c:pt idx="9194">
                  <c:v>2.3078599999999998</c:v>
                </c:pt>
                <c:pt idx="9195">
                  <c:v>2.30816</c:v>
                </c:pt>
                <c:pt idx="9196">
                  <c:v>2.3084699999999998</c:v>
                </c:pt>
                <c:pt idx="9197">
                  <c:v>2.30877</c:v>
                </c:pt>
                <c:pt idx="9198">
                  <c:v>2.3090799999999998</c:v>
                </c:pt>
                <c:pt idx="9199">
                  <c:v>2.30938</c:v>
                </c:pt>
                <c:pt idx="9200">
                  <c:v>2.3096899999999998</c:v>
                </c:pt>
                <c:pt idx="9201">
                  <c:v>2.30999</c:v>
                </c:pt>
                <c:pt idx="9202">
                  <c:v>2.3102999999999998</c:v>
                </c:pt>
                <c:pt idx="9203">
                  <c:v>2.3106</c:v>
                </c:pt>
                <c:pt idx="9204">
                  <c:v>2.3109099999999998</c:v>
                </c:pt>
                <c:pt idx="9205">
                  <c:v>2.31121</c:v>
                </c:pt>
                <c:pt idx="9206">
                  <c:v>2.3115199999999998</c:v>
                </c:pt>
                <c:pt idx="9207">
                  <c:v>2.3118300000000001</c:v>
                </c:pt>
                <c:pt idx="9208">
                  <c:v>2.3121299999999998</c:v>
                </c:pt>
                <c:pt idx="9209">
                  <c:v>2.3124400000000001</c:v>
                </c:pt>
                <c:pt idx="9210">
                  <c:v>2.3127399999999998</c:v>
                </c:pt>
                <c:pt idx="9211">
                  <c:v>2.3130500000000001</c:v>
                </c:pt>
                <c:pt idx="9212">
                  <c:v>2.3133499999999998</c:v>
                </c:pt>
                <c:pt idx="9213">
                  <c:v>2.31366</c:v>
                </c:pt>
                <c:pt idx="9214">
                  <c:v>2.3139599999999998</c:v>
                </c:pt>
                <c:pt idx="9215">
                  <c:v>2.31427</c:v>
                </c:pt>
                <c:pt idx="9216">
                  <c:v>2.3145699999999998</c:v>
                </c:pt>
                <c:pt idx="9217">
                  <c:v>2.31488</c:v>
                </c:pt>
                <c:pt idx="9218">
                  <c:v>2.3151799999999998</c:v>
                </c:pt>
                <c:pt idx="9219">
                  <c:v>2.31549</c:v>
                </c:pt>
                <c:pt idx="9220">
                  <c:v>2.3157999999999999</c:v>
                </c:pt>
                <c:pt idx="9221">
                  <c:v>2.3161</c:v>
                </c:pt>
                <c:pt idx="9222">
                  <c:v>2.3164099999999999</c:v>
                </c:pt>
                <c:pt idx="9223">
                  <c:v>2.31671</c:v>
                </c:pt>
                <c:pt idx="9224">
                  <c:v>2.3170199999999999</c:v>
                </c:pt>
                <c:pt idx="9225">
                  <c:v>2.31732</c:v>
                </c:pt>
                <c:pt idx="9226">
                  <c:v>2.3176299999999999</c:v>
                </c:pt>
                <c:pt idx="9227">
                  <c:v>2.31793</c:v>
                </c:pt>
                <c:pt idx="9228">
                  <c:v>2.3182399999999999</c:v>
                </c:pt>
                <c:pt idx="9229">
                  <c:v>2.31854</c:v>
                </c:pt>
                <c:pt idx="9230">
                  <c:v>2.3188499999999999</c:v>
                </c:pt>
                <c:pt idx="9231">
                  <c:v>2.31915</c:v>
                </c:pt>
                <c:pt idx="9232">
                  <c:v>2.3194599999999999</c:v>
                </c:pt>
                <c:pt idx="9233">
                  <c:v>2.3197700000000001</c:v>
                </c:pt>
                <c:pt idx="9234">
                  <c:v>2.3200699999999999</c:v>
                </c:pt>
                <c:pt idx="9235">
                  <c:v>2.3203800000000001</c:v>
                </c:pt>
                <c:pt idx="9236">
                  <c:v>2.3206799999999999</c:v>
                </c:pt>
                <c:pt idx="9237">
                  <c:v>2.3209900000000001</c:v>
                </c:pt>
                <c:pt idx="9238">
                  <c:v>2.3212899999999999</c:v>
                </c:pt>
                <c:pt idx="9239">
                  <c:v>2.3216000000000001</c:v>
                </c:pt>
                <c:pt idx="9240">
                  <c:v>2.3218999999999999</c:v>
                </c:pt>
                <c:pt idx="9241">
                  <c:v>2.3222100000000001</c:v>
                </c:pt>
                <c:pt idx="9242">
                  <c:v>2.3225099999999999</c:v>
                </c:pt>
                <c:pt idx="9243">
                  <c:v>2.3228200000000001</c:v>
                </c:pt>
                <c:pt idx="9244">
                  <c:v>2.3231299999999999</c:v>
                </c:pt>
                <c:pt idx="9245">
                  <c:v>2.3234300000000001</c:v>
                </c:pt>
                <c:pt idx="9246">
                  <c:v>2.3237399999999999</c:v>
                </c:pt>
                <c:pt idx="9247">
                  <c:v>2.3240400000000001</c:v>
                </c:pt>
                <c:pt idx="9248">
                  <c:v>2.3243499999999999</c:v>
                </c:pt>
                <c:pt idx="9249">
                  <c:v>2.3246500000000001</c:v>
                </c:pt>
                <c:pt idx="9250">
                  <c:v>2.3249599999999999</c:v>
                </c:pt>
                <c:pt idx="9251">
                  <c:v>2.3252600000000001</c:v>
                </c:pt>
                <c:pt idx="9252">
                  <c:v>2.3255699999999999</c:v>
                </c:pt>
                <c:pt idx="9253">
                  <c:v>2.3258700000000001</c:v>
                </c:pt>
                <c:pt idx="9254">
                  <c:v>2.3261799999999999</c:v>
                </c:pt>
                <c:pt idx="9255">
                  <c:v>2.3264800000000001</c:v>
                </c:pt>
                <c:pt idx="9256">
                  <c:v>2.3267899999999999</c:v>
                </c:pt>
                <c:pt idx="9257">
                  <c:v>2.3271000000000002</c:v>
                </c:pt>
                <c:pt idx="9258">
                  <c:v>2.3273999999999999</c:v>
                </c:pt>
                <c:pt idx="9259">
                  <c:v>2.3277100000000002</c:v>
                </c:pt>
                <c:pt idx="9260">
                  <c:v>2.3280099999999999</c:v>
                </c:pt>
                <c:pt idx="9261">
                  <c:v>2.3283200000000002</c:v>
                </c:pt>
                <c:pt idx="9262">
                  <c:v>2.3286199999999999</c:v>
                </c:pt>
                <c:pt idx="9263">
                  <c:v>2.3289300000000002</c:v>
                </c:pt>
                <c:pt idx="9264">
                  <c:v>2.3292299999999999</c:v>
                </c:pt>
                <c:pt idx="9265">
                  <c:v>2.3295400000000002</c:v>
                </c:pt>
                <c:pt idx="9266">
                  <c:v>2.3298399999999999</c:v>
                </c:pt>
                <c:pt idx="9267">
                  <c:v>2.3301500000000002</c:v>
                </c:pt>
                <c:pt idx="9268">
                  <c:v>2.3304499999999999</c:v>
                </c:pt>
                <c:pt idx="9269">
                  <c:v>2.3307600000000002</c:v>
                </c:pt>
                <c:pt idx="9270">
                  <c:v>2.33107</c:v>
                </c:pt>
                <c:pt idx="9271">
                  <c:v>2.3313700000000002</c:v>
                </c:pt>
                <c:pt idx="9272">
                  <c:v>2.33168</c:v>
                </c:pt>
                <c:pt idx="9273">
                  <c:v>2.3319800000000002</c:v>
                </c:pt>
                <c:pt idx="9274">
                  <c:v>2.33229</c:v>
                </c:pt>
                <c:pt idx="9275">
                  <c:v>2.3325900000000002</c:v>
                </c:pt>
                <c:pt idx="9276">
                  <c:v>2.3329</c:v>
                </c:pt>
                <c:pt idx="9277">
                  <c:v>2.3332000000000002</c:v>
                </c:pt>
                <c:pt idx="9278">
                  <c:v>2.33351</c:v>
                </c:pt>
                <c:pt idx="9279">
                  <c:v>2.3338100000000002</c:v>
                </c:pt>
                <c:pt idx="9280">
                  <c:v>2.33412</c:v>
                </c:pt>
                <c:pt idx="9281">
                  <c:v>2.3344200000000002</c:v>
                </c:pt>
                <c:pt idx="9282">
                  <c:v>2.33473</c:v>
                </c:pt>
                <c:pt idx="9283">
                  <c:v>2.3350399999999998</c:v>
                </c:pt>
                <c:pt idx="9284">
                  <c:v>2.33534</c:v>
                </c:pt>
                <c:pt idx="9285">
                  <c:v>2.3356499999999998</c:v>
                </c:pt>
                <c:pt idx="9286">
                  <c:v>2.33595</c:v>
                </c:pt>
                <c:pt idx="9287">
                  <c:v>2.3362599999999998</c:v>
                </c:pt>
                <c:pt idx="9288">
                  <c:v>2.33656</c:v>
                </c:pt>
                <c:pt idx="9289">
                  <c:v>2.3368699999999998</c:v>
                </c:pt>
                <c:pt idx="9290">
                  <c:v>2.33717</c:v>
                </c:pt>
                <c:pt idx="9291">
                  <c:v>2.3374799999999998</c:v>
                </c:pt>
                <c:pt idx="9292">
                  <c:v>2.33778</c:v>
                </c:pt>
                <c:pt idx="9293">
                  <c:v>2.3380899999999998</c:v>
                </c:pt>
                <c:pt idx="9294">
                  <c:v>2.33839</c:v>
                </c:pt>
                <c:pt idx="9295">
                  <c:v>2.3386999999999998</c:v>
                </c:pt>
                <c:pt idx="9296">
                  <c:v>2.33901</c:v>
                </c:pt>
                <c:pt idx="9297">
                  <c:v>2.3393099999999998</c:v>
                </c:pt>
                <c:pt idx="9298">
                  <c:v>2.33962</c:v>
                </c:pt>
                <c:pt idx="9299">
                  <c:v>2.3399200000000002</c:v>
                </c:pt>
                <c:pt idx="9300">
                  <c:v>2.34023</c:v>
                </c:pt>
                <c:pt idx="9301">
                  <c:v>2.3405300000000002</c:v>
                </c:pt>
                <c:pt idx="9302">
                  <c:v>2.34084</c:v>
                </c:pt>
                <c:pt idx="9303">
                  <c:v>2.3411400000000002</c:v>
                </c:pt>
                <c:pt idx="9304">
                  <c:v>2.34145</c:v>
                </c:pt>
                <c:pt idx="9305">
                  <c:v>2.3417500000000002</c:v>
                </c:pt>
                <c:pt idx="9306">
                  <c:v>2.34206</c:v>
                </c:pt>
                <c:pt idx="9307">
                  <c:v>2.3423699999999998</c:v>
                </c:pt>
                <c:pt idx="9308">
                  <c:v>2.34267</c:v>
                </c:pt>
                <c:pt idx="9309">
                  <c:v>2.3429799999999998</c:v>
                </c:pt>
                <c:pt idx="9310">
                  <c:v>2.34328</c:v>
                </c:pt>
                <c:pt idx="9311">
                  <c:v>2.3435899999999998</c:v>
                </c:pt>
                <c:pt idx="9312">
                  <c:v>2.34389</c:v>
                </c:pt>
                <c:pt idx="9313">
                  <c:v>2.3441999999999998</c:v>
                </c:pt>
                <c:pt idx="9314">
                  <c:v>2.3445</c:v>
                </c:pt>
                <c:pt idx="9315">
                  <c:v>2.3448099999999998</c:v>
                </c:pt>
                <c:pt idx="9316">
                  <c:v>2.34511</c:v>
                </c:pt>
                <c:pt idx="9317">
                  <c:v>2.3454199999999998</c:v>
                </c:pt>
                <c:pt idx="9318">
                  <c:v>2.34572</c:v>
                </c:pt>
                <c:pt idx="9319">
                  <c:v>2.3460299999999998</c:v>
                </c:pt>
                <c:pt idx="9320">
                  <c:v>2.3463400000000001</c:v>
                </c:pt>
                <c:pt idx="9321">
                  <c:v>2.3466399999999998</c:v>
                </c:pt>
                <c:pt idx="9322">
                  <c:v>2.3469500000000001</c:v>
                </c:pt>
                <c:pt idx="9323">
                  <c:v>2.3472499999999998</c:v>
                </c:pt>
                <c:pt idx="9324">
                  <c:v>2.3475600000000001</c:v>
                </c:pt>
                <c:pt idx="9325">
                  <c:v>2.3478599999999998</c:v>
                </c:pt>
                <c:pt idx="9326">
                  <c:v>2.3481700000000001</c:v>
                </c:pt>
                <c:pt idx="9327">
                  <c:v>2.3484699999999998</c:v>
                </c:pt>
                <c:pt idx="9328">
                  <c:v>2.3487800000000001</c:v>
                </c:pt>
                <c:pt idx="9329">
                  <c:v>2.3490799999999998</c:v>
                </c:pt>
                <c:pt idx="9330">
                  <c:v>2.3493900000000001</c:v>
                </c:pt>
                <c:pt idx="9331">
                  <c:v>2.3496899999999998</c:v>
                </c:pt>
                <c:pt idx="9332">
                  <c:v>2.35</c:v>
                </c:pt>
                <c:pt idx="9333">
                  <c:v>2.3503099999999999</c:v>
                </c:pt>
                <c:pt idx="9334">
                  <c:v>2.3506100000000001</c:v>
                </c:pt>
                <c:pt idx="9335">
                  <c:v>2.3509199999999999</c:v>
                </c:pt>
                <c:pt idx="9336">
                  <c:v>2.3512200000000001</c:v>
                </c:pt>
                <c:pt idx="9337">
                  <c:v>2.3515299999999999</c:v>
                </c:pt>
                <c:pt idx="9338">
                  <c:v>2.3518300000000001</c:v>
                </c:pt>
                <c:pt idx="9339">
                  <c:v>2.3521399999999999</c:v>
                </c:pt>
                <c:pt idx="9340">
                  <c:v>2.3524400000000001</c:v>
                </c:pt>
                <c:pt idx="9341">
                  <c:v>2.3527499999999999</c:v>
                </c:pt>
                <c:pt idx="9342">
                  <c:v>2.3530500000000001</c:v>
                </c:pt>
                <c:pt idx="9343">
                  <c:v>2.3533599999999999</c:v>
                </c:pt>
                <c:pt idx="9344">
                  <c:v>2.3536600000000001</c:v>
                </c:pt>
                <c:pt idx="9345">
                  <c:v>2.3539699999999999</c:v>
                </c:pt>
                <c:pt idx="9346">
                  <c:v>2.3542800000000002</c:v>
                </c:pt>
                <c:pt idx="9347">
                  <c:v>2.3545799999999999</c:v>
                </c:pt>
                <c:pt idx="9348">
                  <c:v>2.3548900000000001</c:v>
                </c:pt>
                <c:pt idx="9349">
                  <c:v>2.3551899999999999</c:v>
                </c:pt>
                <c:pt idx="9350">
                  <c:v>2.3555000000000001</c:v>
                </c:pt>
                <c:pt idx="9351">
                  <c:v>2.3557999999999999</c:v>
                </c:pt>
                <c:pt idx="9352">
                  <c:v>2.3561100000000001</c:v>
                </c:pt>
                <c:pt idx="9353">
                  <c:v>2.3564099999999999</c:v>
                </c:pt>
                <c:pt idx="9354">
                  <c:v>2.3567200000000001</c:v>
                </c:pt>
                <c:pt idx="9355">
                  <c:v>2.3570199999999999</c:v>
                </c:pt>
                <c:pt idx="9356">
                  <c:v>2.3573300000000001</c:v>
                </c:pt>
                <c:pt idx="9357">
                  <c:v>2.35764</c:v>
                </c:pt>
                <c:pt idx="9358">
                  <c:v>2.3579400000000001</c:v>
                </c:pt>
                <c:pt idx="9359">
                  <c:v>2.35825</c:v>
                </c:pt>
                <c:pt idx="9360">
                  <c:v>2.3585500000000001</c:v>
                </c:pt>
                <c:pt idx="9361">
                  <c:v>2.35886</c:v>
                </c:pt>
                <c:pt idx="9362">
                  <c:v>2.3591600000000001</c:v>
                </c:pt>
                <c:pt idx="9363">
                  <c:v>2.35947</c:v>
                </c:pt>
                <c:pt idx="9364">
                  <c:v>2.3597700000000001</c:v>
                </c:pt>
                <c:pt idx="9365">
                  <c:v>2.36008</c:v>
                </c:pt>
                <c:pt idx="9366">
                  <c:v>2.3603800000000001</c:v>
                </c:pt>
                <c:pt idx="9367">
                  <c:v>2.36069</c:v>
                </c:pt>
                <c:pt idx="9368">
                  <c:v>2.3609900000000001</c:v>
                </c:pt>
                <c:pt idx="9369">
                  <c:v>2.3613</c:v>
                </c:pt>
                <c:pt idx="9370">
                  <c:v>2.3616100000000002</c:v>
                </c:pt>
                <c:pt idx="9371">
                  <c:v>2.36191</c:v>
                </c:pt>
                <c:pt idx="9372">
                  <c:v>2.3622200000000002</c:v>
                </c:pt>
                <c:pt idx="9373">
                  <c:v>2.36252</c:v>
                </c:pt>
                <c:pt idx="9374">
                  <c:v>2.3628300000000002</c:v>
                </c:pt>
                <c:pt idx="9375">
                  <c:v>2.36313</c:v>
                </c:pt>
                <c:pt idx="9376">
                  <c:v>2.3634400000000002</c:v>
                </c:pt>
                <c:pt idx="9377">
                  <c:v>2.36374</c:v>
                </c:pt>
                <c:pt idx="9378">
                  <c:v>2.3640500000000002</c:v>
                </c:pt>
                <c:pt idx="9379">
                  <c:v>2.36435</c:v>
                </c:pt>
                <c:pt idx="9380">
                  <c:v>2.3646600000000002</c:v>
                </c:pt>
                <c:pt idx="9381">
                  <c:v>2.36496</c:v>
                </c:pt>
                <c:pt idx="9382">
                  <c:v>2.3652700000000002</c:v>
                </c:pt>
                <c:pt idx="9383">
                  <c:v>2.36558</c:v>
                </c:pt>
                <c:pt idx="9384">
                  <c:v>2.3658800000000002</c:v>
                </c:pt>
                <c:pt idx="9385">
                  <c:v>2.36619</c:v>
                </c:pt>
                <c:pt idx="9386">
                  <c:v>2.3664900000000002</c:v>
                </c:pt>
                <c:pt idx="9387">
                  <c:v>2.3668</c:v>
                </c:pt>
                <c:pt idx="9388">
                  <c:v>2.3671000000000002</c:v>
                </c:pt>
                <c:pt idx="9389">
                  <c:v>2.36741</c:v>
                </c:pt>
                <c:pt idx="9390">
                  <c:v>2.3677100000000002</c:v>
                </c:pt>
                <c:pt idx="9391">
                  <c:v>2.36802</c:v>
                </c:pt>
                <c:pt idx="9392">
                  <c:v>2.3683200000000002</c:v>
                </c:pt>
                <c:pt idx="9393">
                  <c:v>2.36863</c:v>
                </c:pt>
                <c:pt idx="9394">
                  <c:v>2.3689300000000002</c:v>
                </c:pt>
                <c:pt idx="9395">
                  <c:v>2.36924</c:v>
                </c:pt>
                <c:pt idx="9396">
                  <c:v>2.3695499999999998</c:v>
                </c:pt>
                <c:pt idx="9397">
                  <c:v>2.36985</c:v>
                </c:pt>
                <c:pt idx="9398">
                  <c:v>2.3701599999999998</c:v>
                </c:pt>
                <c:pt idx="9399">
                  <c:v>2.37046</c:v>
                </c:pt>
                <c:pt idx="9400">
                  <c:v>2.3707699999999998</c:v>
                </c:pt>
                <c:pt idx="9401">
                  <c:v>2.37107</c:v>
                </c:pt>
                <c:pt idx="9402">
                  <c:v>2.3713799999999998</c:v>
                </c:pt>
                <c:pt idx="9403">
                  <c:v>2.37168</c:v>
                </c:pt>
                <c:pt idx="9404">
                  <c:v>2.3719899999999998</c:v>
                </c:pt>
                <c:pt idx="9405">
                  <c:v>2.37229</c:v>
                </c:pt>
                <c:pt idx="9406">
                  <c:v>2.3725999999999998</c:v>
                </c:pt>
                <c:pt idx="9407">
                  <c:v>2.3729</c:v>
                </c:pt>
                <c:pt idx="9408">
                  <c:v>2.3732099999999998</c:v>
                </c:pt>
                <c:pt idx="9409">
                  <c:v>2.3735200000000001</c:v>
                </c:pt>
                <c:pt idx="9410">
                  <c:v>2.3738199999999998</c:v>
                </c:pt>
                <c:pt idx="9411">
                  <c:v>2.3741300000000001</c:v>
                </c:pt>
                <c:pt idx="9412">
                  <c:v>2.3744299999999998</c:v>
                </c:pt>
                <c:pt idx="9413">
                  <c:v>2.3747400000000001</c:v>
                </c:pt>
                <c:pt idx="9414">
                  <c:v>2.3750399999999998</c:v>
                </c:pt>
                <c:pt idx="9415">
                  <c:v>2.3753500000000001</c:v>
                </c:pt>
                <c:pt idx="9416">
                  <c:v>2.3756499999999998</c:v>
                </c:pt>
                <c:pt idx="9417">
                  <c:v>2.3759600000000001</c:v>
                </c:pt>
                <c:pt idx="9418">
                  <c:v>2.3762599999999998</c:v>
                </c:pt>
                <c:pt idx="9419">
                  <c:v>2.3765700000000001</c:v>
                </c:pt>
                <c:pt idx="9420">
                  <c:v>2.3768799999999999</c:v>
                </c:pt>
                <c:pt idx="9421">
                  <c:v>2.3771800000000001</c:v>
                </c:pt>
                <c:pt idx="9422">
                  <c:v>2.3774899999999999</c:v>
                </c:pt>
                <c:pt idx="9423">
                  <c:v>2.3777900000000001</c:v>
                </c:pt>
                <c:pt idx="9424">
                  <c:v>2.3780999999999999</c:v>
                </c:pt>
                <c:pt idx="9425">
                  <c:v>2.3784000000000001</c:v>
                </c:pt>
                <c:pt idx="9426">
                  <c:v>2.3787099999999999</c:v>
                </c:pt>
                <c:pt idx="9427">
                  <c:v>2.3790100000000001</c:v>
                </c:pt>
                <c:pt idx="9428">
                  <c:v>2.3793199999999999</c:v>
                </c:pt>
                <c:pt idx="9429">
                  <c:v>2.3796200000000001</c:v>
                </c:pt>
                <c:pt idx="9430">
                  <c:v>2.3799299999999999</c:v>
                </c:pt>
                <c:pt idx="9431">
                  <c:v>2.3802300000000001</c:v>
                </c:pt>
                <c:pt idx="9432">
                  <c:v>2.3805399999999999</c:v>
                </c:pt>
                <c:pt idx="9433">
                  <c:v>2.3808500000000001</c:v>
                </c:pt>
                <c:pt idx="9434">
                  <c:v>2.3811499999999999</c:v>
                </c:pt>
                <c:pt idx="9435">
                  <c:v>2.3814600000000001</c:v>
                </c:pt>
                <c:pt idx="9436">
                  <c:v>2.3817599999999999</c:v>
                </c:pt>
                <c:pt idx="9437">
                  <c:v>2.3820700000000001</c:v>
                </c:pt>
                <c:pt idx="9438">
                  <c:v>2.3823699999999999</c:v>
                </c:pt>
                <c:pt idx="9439">
                  <c:v>2.3826800000000001</c:v>
                </c:pt>
                <c:pt idx="9440">
                  <c:v>2.3829799999999999</c:v>
                </c:pt>
                <c:pt idx="9441">
                  <c:v>2.3832900000000001</c:v>
                </c:pt>
                <c:pt idx="9442">
                  <c:v>2.3835899999999999</c:v>
                </c:pt>
                <c:pt idx="9443">
                  <c:v>2.3839000000000001</c:v>
                </c:pt>
                <c:pt idx="9444">
                  <c:v>2.3841999999999999</c:v>
                </c:pt>
                <c:pt idx="9445">
                  <c:v>2.3845100000000001</c:v>
                </c:pt>
                <c:pt idx="9446">
                  <c:v>2.3848199999999999</c:v>
                </c:pt>
                <c:pt idx="9447">
                  <c:v>2.3851200000000001</c:v>
                </c:pt>
                <c:pt idx="9448">
                  <c:v>2.3854299999999999</c:v>
                </c:pt>
                <c:pt idx="9449">
                  <c:v>2.3857300000000001</c:v>
                </c:pt>
                <c:pt idx="9450">
                  <c:v>2.3860399999999999</c:v>
                </c:pt>
                <c:pt idx="9451">
                  <c:v>2.3863400000000001</c:v>
                </c:pt>
                <c:pt idx="9452">
                  <c:v>2.3866499999999999</c:v>
                </c:pt>
                <c:pt idx="9453">
                  <c:v>2.3869500000000001</c:v>
                </c:pt>
                <c:pt idx="9454">
                  <c:v>2.3872599999999999</c:v>
                </c:pt>
                <c:pt idx="9455">
                  <c:v>2.3875600000000001</c:v>
                </c:pt>
                <c:pt idx="9456">
                  <c:v>2.3878699999999999</c:v>
                </c:pt>
                <c:pt idx="9457">
                  <c:v>2.3881700000000001</c:v>
                </c:pt>
                <c:pt idx="9458">
                  <c:v>2.3884799999999999</c:v>
                </c:pt>
                <c:pt idx="9459">
                  <c:v>2.3887900000000002</c:v>
                </c:pt>
                <c:pt idx="9460">
                  <c:v>2.3890899999999999</c:v>
                </c:pt>
                <c:pt idx="9461">
                  <c:v>2.3894000000000002</c:v>
                </c:pt>
                <c:pt idx="9462">
                  <c:v>2.3896999999999999</c:v>
                </c:pt>
                <c:pt idx="9463">
                  <c:v>2.3900100000000002</c:v>
                </c:pt>
                <c:pt idx="9464">
                  <c:v>2.3903099999999999</c:v>
                </c:pt>
                <c:pt idx="9465">
                  <c:v>2.3906200000000002</c:v>
                </c:pt>
                <c:pt idx="9466">
                  <c:v>2.3909199999999999</c:v>
                </c:pt>
                <c:pt idx="9467">
                  <c:v>2.3912300000000002</c:v>
                </c:pt>
                <c:pt idx="9468">
                  <c:v>2.3915299999999999</c:v>
                </c:pt>
                <c:pt idx="9469">
                  <c:v>2.3918400000000002</c:v>
                </c:pt>
                <c:pt idx="9470">
                  <c:v>2.3921399999999999</c:v>
                </c:pt>
                <c:pt idx="9471">
                  <c:v>2.3924500000000002</c:v>
                </c:pt>
                <c:pt idx="9472">
                  <c:v>2.39276</c:v>
                </c:pt>
                <c:pt idx="9473">
                  <c:v>2.3930600000000002</c:v>
                </c:pt>
                <c:pt idx="9474">
                  <c:v>2.39337</c:v>
                </c:pt>
                <c:pt idx="9475">
                  <c:v>2.3936700000000002</c:v>
                </c:pt>
                <c:pt idx="9476">
                  <c:v>2.39398</c:v>
                </c:pt>
                <c:pt idx="9477">
                  <c:v>2.3942800000000002</c:v>
                </c:pt>
                <c:pt idx="9478">
                  <c:v>2.39459</c:v>
                </c:pt>
                <c:pt idx="9479">
                  <c:v>2.3948900000000002</c:v>
                </c:pt>
                <c:pt idx="9480">
                  <c:v>2.3952</c:v>
                </c:pt>
                <c:pt idx="9481">
                  <c:v>2.3955000000000002</c:v>
                </c:pt>
                <c:pt idx="9482">
                  <c:v>2.39581</c:v>
                </c:pt>
                <c:pt idx="9483">
                  <c:v>2.3961199999999998</c:v>
                </c:pt>
                <c:pt idx="9484">
                  <c:v>2.39642</c:v>
                </c:pt>
                <c:pt idx="9485">
                  <c:v>2.3967299999999998</c:v>
                </c:pt>
                <c:pt idx="9486">
                  <c:v>2.39703</c:v>
                </c:pt>
                <c:pt idx="9487">
                  <c:v>2.3973399999999998</c:v>
                </c:pt>
                <c:pt idx="9488">
                  <c:v>2.39764</c:v>
                </c:pt>
                <c:pt idx="9489">
                  <c:v>2.3979499999999998</c:v>
                </c:pt>
                <c:pt idx="9490">
                  <c:v>2.39825</c:v>
                </c:pt>
                <c:pt idx="9491">
                  <c:v>2.3985599999999998</c:v>
                </c:pt>
                <c:pt idx="9492">
                  <c:v>2.39886</c:v>
                </c:pt>
                <c:pt idx="9493">
                  <c:v>2.3991699999999998</c:v>
                </c:pt>
                <c:pt idx="9494">
                  <c:v>2.39947</c:v>
                </c:pt>
                <c:pt idx="9495">
                  <c:v>2.3997799999999998</c:v>
                </c:pt>
                <c:pt idx="9496">
                  <c:v>2.4000900000000001</c:v>
                </c:pt>
                <c:pt idx="9497">
                  <c:v>2.4003899999999998</c:v>
                </c:pt>
                <c:pt idx="9498">
                  <c:v>2.4007000000000001</c:v>
                </c:pt>
                <c:pt idx="9499">
                  <c:v>2.4009999999999998</c:v>
                </c:pt>
                <c:pt idx="9500">
                  <c:v>2.4013100000000001</c:v>
                </c:pt>
                <c:pt idx="9501">
                  <c:v>2.4016099999999998</c:v>
                </c:pt>
                <c:pt idx="9502">
                  <c:v>2.4019200000000001</c:v>
                </c:pt>
                <c:pt idx="9503">
                  <c:v>2.4022199999999998</c:v>
                </c:pt>
                <c:pt idx="9504">
                  <c:v>2.4025300000000001</c:v>
                </c:pt>
                <c:pt idx="9505">
                  <c:v>2.4028299999999998</c:v>
                </c:pt>
                <c:pt idx="9506">
                  <c:v>2.4031400000000001</c:v>
                </c:pt>
                <c:pt idx="9507">
                  <c:v>2.4034399999999998</c:v>
                </c:pt>
                <c:pt idx="9508">
                  <c:v>2.4037500000000001</c:v>
                </c:pt>
                <c:pt idx="9509">
                  <c:v>2.4040599999999999</c:v>
                </c:pt>
                <c:pt idx="9510">
                  <c:v>2.4043600000000001</c:v>
                </c:pt>
                <c:pt idx="9511">
                  <c:v>2.4046699999999999</c:v>
                </c:pt>
                <c:pt idx="9512">
                  <c:v>2.4049700000000001</c:v>
                </c:pt>
                <c:pt idx="9513">
                  <c:v>2.4052799999999999</c:v>
                </c:pt>
                <c:pt idx="9514">
                  <c:v>2.4055800000000001</c:v>
                </c:pt>
                <c:pt idx="9515">
                  <c:v>2.4058899999999999</c:v>
                </c:pt>
                <c:pt idx="9516">
                  <c:v>2.4061900000000001</c:v>
                </c:pt>
                <c:pt idx="9517">
                  <c:v>2.4064999999999999</c:v>
                </c:pt>
                <c:pt idx="9518">
                  <c:v>2.4068000000000001</c:v>
                </c:pt>
                <c:pt idx="9519">
                  <c:v>2.4071099999999999</c:v>
                </c:pt>
                <c:pt idx="9520">
                  <c:v>2.40741</c:v>
                </c:pt>
                <c:pt idx="9521">
                  <c:v>2.4077199999999999</c:v>
                </c:pt>
                <c:pt idx="9522">
                  <c:v>2.4080300000000001</c:v>
                </c:pt>
                <c:pt idx="9523">
                  <c:v>2.4083299999999999</c:v>
                </c:pt>
                <c:pt idx="9524">
                  <c:v>2.4086400000000001</c:v>
                </c:pt>
                <c:pt idx="9525">
                  <c:v>2.4089399999999999</c:v>
                </c:pt>
                <c:pt idx="9526">
                  <c:v>2.4092500000000001</c:v>
                </c:pt>
                <c:pt idx="9527">
                  <c:v>2.4095499999999999</c:v>
                </c:pt>
                <c:pt idx="9528">
                  <c:v>2.4098600000000001</c:v>
                </c:pt>
                <c:pt idx="9529">
                  <c:v>2.4101599999999999</c:v>
                </c:pt>
                <c:pt idx="9530">
                  <c:v>2.4104700000000001</c:v>
                </c:pt>
                <c:pt idx="9531">
                  <c:v>2.4107699999999999</c:v>
                </c:pt>
                <c:pt idx="9532">
                  <c:v>2.4110800000000001</c:v>
                </c:pt>
                <c:pt idx="9533">
                  <c:v>2.4113899999999999</c:v>
                </c:pt>
                <c:pt idx="9534">
                  <c:v>2.4116900000000001</c:v>
                </c:pt>
                <c:pt idx="9535">
                  <c:v>2.4119999999999999</c:v>
                </c:pt>
                <c:pt idx="9536">
                  <c:v>2.4123000000000001</c:v>
                </c:pt>
                <c:pt idx="9537">
                  <c:v>2.4126099999999999</c:v>
                </c:pt>
                <c:pt idx="9538">
                  <c:v>2.4129100000000001</c:v>
                </c:pt>
                <c:pt idx="9539">
                  <c:v>2.4132199999999999</c:v>
                </c:pt>
                <c:pt idx="9540">
                  <c:v>2.4135200000000001</c:v>
                </c:pt>
                <c:pt idx="9541">
                  <c:v>2.4138299999999999</c:v>
                </c:pt>
                <c:pt idx="9542">
                  <c:v>2.4141300000000001</c:v>
                </c:pt>
                <c:pt idx="9543">
                  <c:v>2.4144399999999999</c:v>
                </c:pt>
                <c:pt idx="9544">
                  <c:v>2.4147400000000001</c:v>
                </c:pt>
                <c:pt idx="9545">
                  <c:v>2.4150499999999999</c:v>
                </c:pt>
                <c:pt idx="9546">
                  <c:v>2.4153600000000002</c:v>
                </c:pt>
                <c:pt idx="9547">
                  <c:v>2.4156599999999999</c:v>
                </c:pt>
                <c:pt idx="9548">
                  <c:v>2.4159700000000002</c:v>
                </c:pt>
                <c:pt idx="9549">
                  <c:v>2.4162699999999999</c:v>
                </c:pt>
                <c:pt idx="9550">
                  <c:v>2.4165800000000002</c:v>
                </c:pt>
                <c:pt idx="9551">
                  <c:v>2.4168799999999999</c:v>
                </c:pt>
                <c:pt idx="9552">
                  <c:v>2.4171900000000002</c:v>
                </c:pt>
                <c:pt idx="9553">
                  <c:v>2.4174899999999999</c:v>
                </c:pt>
                <c:pt idx="9554">
                  <c:v>2.4178000000000002</c:v>
                </c:pt>
                <c:pt idx="9555">
                  <c:v>2.4180999999999999</c:v>
                </c:pt>
                <c:pt idx="9556">
                  <c:v>2.4184100000000002</c:v>
                </c:pt>
                <c:pt idx="9557">
                  <c:v>2.4187099999999999</c:v>
                </c:pt>
                <c:pt idx="9558">
                  <c:v>2.4190200000000002</c:v>
                </c:pt>
                <c:pt idx="9559">
                  <c:v>2.41933</c:v>
                </c:pt>
                <c:pt idx="9560">
                  <c:v>2.4196300000000002</c:v>
                </c:pt>
                <c:pt idx="9561">
                  <c:v>2.41994</c:v>
                </c:pt>
                <c:pt idx="9562">
                  <c:v>2.4202400000000002</c:v>
                </c:pt>
                <c:pt idx="9563">
                  <c:v>2.42055</c:v>
                </c:pt>
                <c:pt idx="9564">
                  <c:v>2.4208500000000002</c:v>
                </c:pt>
                <c:pt idx="9565">
                  <c:v>2.42116</c:v>
                </c:pt>
                <c:pt idx="9566">
                  <c:v>2.4214600000000002</c:v>
                </c:pt>
                <c:pt idx="9567">
                  <c:v>2.42177</c:v>
                </c:pt>
                <c:pt idx="9568">
                  <c:v>2.4220700000000002</c:v>
                </c:pt>
                <c:pt idx="9569">
                  <c:v>2.42238</c:v>
                </c:pt>
                <c:pt idx="9570">
                  <c:v>2.4226800000000002</c:v>
                </c:pt>
                <c:pt idx="9571">
                  <c:v>2.42299</c:v>
                </c:pt>
                <c:pt idx="9572">
                  <c:v>2.4232999999999998</c:v>
                </c:pt>
                <c:pt idx="9573">
                  <c:v>2.4236</c:v>
                </c:pt>
                <c:pt idx="9574">
                  <c:v>2.4239099999999998</c:v>
                </c:pt>
                <c:pt idx="9575">
                  <c:v>2.42421</c:v>
                </c:pt>
                <c:pt idx="9576">
                  <c:v>2.4245199999999998</c:v>
                </c:pt>
                <c:pt idx="9577">
                  <c:v>2.42482</c:v>
                </c:pt>
                <c:pt idx="9578">
                  <c:v>2.4251299999999998</c:v>
                </c:pt>
                <c:pt idx="9579">
                  <c:v>2.42543</c:v>
                </c:pt>
                <c:pt idx="9580">
                  <c:v>2.4257399999999998</c:v>
                </c:pt>
                <c:pt idx="9581">
                  <c:v>2.42604</c:v>
                </c:pt>
                <c:pt idx="9582">
                  <c:v>2.4263499999999998</c:v>
                </c:pt>
                <c:pt idx="9583">
                  <c:v>2.42665</c:v>
                </c:pt>
                <c:pt idx="9584">
                  <c:v>2.4269599999999998</c:v>
                </c:pt>
                <c:pt idx="9585">
                  <c:v>2.42727</c:v>
                </c:pt>
                <c:pt idx="9586">
                  <c:v>2.4275699999999998</c:v>
                </c:pt>
                <c:pt idx="9587">
                  <c:v>2.42788</c:v>
                </c:pt>
                <c:pt idx="9588">
                  <c:v>2.4281799999999998</c:v>
                </c:pt>
                <c:pt idx="9589">
                  <c:v>2.42849</c:v>
                </c:pt>
                <c:pt idx="9590">
                  <c:v>2.4287899999999998</c:v>
                </c:pt>
                <c:pt idx="9591">
                  <c:v>2.4291</c:v>
                </c:pt>
                <c:pt idx="9592">
                  <c:v>2.4293999999999998</c:v>
                </c:pt>
                <c:pt idx="9593">
                  <c:v>2.42971</c:v>
                </c:pt>
                <c:pt idx="9594">
                  <c:v>2.4300099999999998</c:v>
                </c:pt>
                <c:pt idx="9595">
                  <c:v>2.43032</c:v>
                </c:pt>
                <c:pt idx="9596">
                  <c:v>2.4306299999999998</c:v>
                </c:pt>
                <c:pt idx="9597">
                  <c:v>2.43093</c:v>
                </c:pt>
                <c:pt idx="9598">
                  <c:v>2.4312399999999998</c:v>
                </c:pt>
                <c:pt idx="9599">
                  <c:v>2.43154</c:v>
                </c:pt>
                <c:pt idx="9600">
                  <c:v>2.4318499999999998</c:v>
                </c:pt>
                <c:pt idx="9601">
                  <c:v>2.43215</c:v>
                </c:pt>
                <c:pt idx="9602">
                  <c:v>2.4324599999999998</c:v>
                </c:pt>
                <c:pt idx="9603">
                  <c:v>2.43276</c:v>
                </c:pt>
                <c:pt idx="9604">
                  <c:v>2.4330699999999998</c:v>
                </c:pt>
                <c:pt idx="9605">
                  <c:v>2.43337</c:v>
                </c:pt>
                <c:pt idx="9606">
                  <c:v>2.4336799999999998</c:v>
                </c:pt>
                <c:pt idx="9607">
                  <c:v>2.43398</c:v>
                </c:pt>
                <c:pt idx="9608">
                  <c:v>2.4342899999999998</c:v>
                </c:pt>
                <c:pt idx="9609">
                  <c:v>2.4346000000000001</c:v>
                </c:pt>
                <c:pt idx="9610">
                  <c:v>2.4348999999999998</c:v>
                </c:pt>
                <c:pt idx="9611">
                  <c:v>2.4352100000000001</c:v>
                </c:pt>
                <c:pt idx="9612">
                  <c:v>2.4355099999999998</c:v>
                </c:pt>
                <c:pt idx="9613">
                  <c:v>2.4358200000000001</c:v>
                </c:pt>
                <c:pt idx="9614">
                  <c:v>2.4361199999999998</c:v>
                </c:pt>
                <c:pt idx="9615">
                  <c:v>2.4364300000000001</c:v>
                </c:pt>
                <c:pt idx="9616">
                  <c:v>2.4367299999999998</c:v>
                </c:pt>
                <c:pt idx="9617">
                  <c:v>2.4370400000000001</c:v>
                </c:pt>
                <c:pt idx="9618">
                  <c:v>2.4373399999999998</c:v>
                </c:pt>
                <c:pt idx="9619">
                  <c:v>2.4376500000000001</c:v>
                </c:pt>
                <c:pt idx="9620">
                  <c:v>2.4379499999999998</c:v>
                </c:pt>
                <c:pt idx="9621">
                  <c:v>2.4382600000000001</c:v>
                </c:pt>
                <c:pt idx="9622">
                  <c:v>2.4385699999999999</c:v>
                </c:pt>
                <c:pt idx="9623">
                  <c:v>2.4388700000000001</c:v>
                </c:pt>
                <c:pt idx="9624">
                  <c:v>2.4391799999999999</c:v>
                </c:pt>
                <c:pt idx="9625">
                  <c:v>2.4394800000000001</c:v>
                </c:pt>
                <c:pt idx="9626">
                  <c:v>2.4397899999999999</c:v>
                </c:pt>
                <c:pt idx="9627">
                  <c:v>2.4400900000000001</c:v>
                </c:pt>
                <c:pt idx="9628">
                  <c:v>2.4403999999999999</c:v>
                </c:pt>
                <c:pt idx="9629">
                  <c:v>2.4407000000000001</c:v>
                </c:pt>
                <c:pt idx="9630">
                  <c:v>2.4410099999999999</c:v>
                </c:pt>
                <c:pt idx="9631">
                  <c:v>2.4413100000000001</c:v>
                </c:pt>
                <c:pt idx="9632">
                  <c:v>2.4416199999999999</c:v>
                </c:pt>
                <c:pt idx="9633">
                  <c:v>2.4419200000000001</c:v>
                </c:pt>
                <c:pt idx="9634">
                  <c:v>2.4422299999999999</c:v>
                </c:pt>
                <c:pt idx="9635">
                  <c:v>2.4425400000000002</c:v>
                </c:pt>
                <c:pt idx="9636">
                  <c:v>2.4428399999999999</c:v>
                </c:pt>
                <c:pt idx="9637">
                  <c:v>2.4431500000000002</c:v>
                </c:pt>
                <c:pt idx="9638">
                  <c:v>2.4434499999999999</c:v>
                </c:pt>
                <c:pt idx="9639">
                  <c:v>2.4437600000000002</c:v>
                </c:pt>
                <c:pt idx="9640">
                  <c:v>2.4440599999999999</c:v>
                </c:pt>
                <c:pt idx="9641">
                  <c:v>2.4443700000000002</c:v>
                </c:pt>
                <c:pt idx="9642">
                  <c:v>2.4446699999999999</c:v>
                </c:pt>
                <c:pt idx="9643">
                  <c:v>2.4449800000000002</c:v>
                </c:pt>
                <c:pt idx="9644">
                  <c:v>2.4452799999999999</c:v>
                </c:pt>
                <c:pt idx="9645">
                  <c:v>2.4455900000000002</c:v>
                </c:pt>
                <c:pt idx="9646">
                  <c:v>2.4458899999999999</c:v>
                </c:pt>
                <c:pt idx="9647">
                  <c:v>2.4462000000000002</c:v>
                </c:pt>
                <c:pt idx="9648">
                  <c:v>2.44651</c:v>
                </c:pt>
                <c:pt idx="9649">
                  <c:v>2.4468100000000002</c:v>
                </c:pt>
                <c:pt idx="9650">
                  <c:v>2.44712</c:v>
                </c:pt>
                <c:pt idx="9651">
                  <c:v>2.4474200000000002</c:v>
                </c:pt>
                <c:pt idx="9652">
                  <c:v>2.44773</c:v>
                </c:pt>
                <c:pt idx="9653">
                  <c:v>2.4480300000000002</c:v>
                </c:pt>
                <c:pt idx="9654">
                  <c:v>2.44834</c:v>
                </c:pt>
                <c:pt idx="9655">
                  <c:v>2.4486400000000001</c:v>
                </c:pt>
                <c:pt idx="9656">
                  <c:v>2.44895</c:v>
                </c:pt>
                <c:pt idx="9657">
                  <c:v>2.4492500000000001</c:v>
                </c:pt>
                <c:pt idx="9658">
                  <c:v>2.44956</c:v>
                </c:pt>
                <c:pt idx="9659">
                  <c:v>2.4498700000000002</c:v>
                </c:pt>
                <c:pt idx="9660">
                  <c:v>2.45017</c:v>
                </c:pt>
                <c:pt idx="9661">
                  <c:v>2.4504800000000002</c:v>
                </c:pt>
                <c:pt idx="9662">
                  <c:v>2.45078</c:v>
                </c:pt>
                <c:pt idx="9663">
                  <c:v>2.4510900000000002</c:v>
                </c:pt>
                <c:pt idx="9664">
                  <c:v>2.45139</c:v>
                </c:pt>
                <c:pt idx="9665">
                  <c:v>2.4517000000000002</c:v>
                </c:pt>
                <c:pt idx="9666">
                  <c:v>2.452</c:v>
                </c:pt>
                <c:pt idx="9667">
                  <c:v>2.4523100000000002</c:v>
                </c:pt>
                <c:pt idx="9668">
                  <c:v>2.45261</c:v>
                </c:pt>
                <c:pt idx="9669">
                  <c:v>2.4529200000000002</c:v>
                </c:pt>
                <c:pt idx="9670">
                  <c:v>2.45322</c:v>
                </c:pt>
                <c:pt idx="9671">
                  <c:v>2.4535300000000002</c:v>
                </c:pt>
                <c:pt idx="9672">
                  <c:v>2.45384</c:v>
                </c:pt>
                <c:pt idx="9673">
                  <c:v>2.4541400000000002</c:v>
                </c:pt>
                <c:pt idx="9674">
                  <c:v>2.45445</c:v>
                </c:pt>
                <c:pt idx="9675">
                  <c:v>2.4547500000000002</c:v>
                </c:pt>
                <c:pt idx="9676">
                  <c:v>2.45506</c:v>
                </c:pt>
                <c:pt idx="9677">
                  <c:v>2.4553600000000002</c:v>
                </c:pt>
                <c:pt idx="9678">
                  <c:v>2.45567</c:v>
                </c:pt>
                <c:pt idx="9679">
                  <c:v>2.4559700000000002</c:v>
                </c:pt>
                <c:pt idx="9680">
                  <c:v>2.45628</c:v>
                </c:pt>
                <c:pt idx="9681">
                  <c:v>2.4565800000000002</c:v>
                </c:pt>
                <c:pt idx="9682">
                  <c:v>2.45689</c:v>
                </c:pt>
                <c:pt idx="9683">
                  <c:v>2.4571900000000002</c:v>
                </c:pt>
                <c:pt idx="9684">
                  <c:v>2.4575</c:v>
                </c:pt>
                <c:pt idx="9685">
                  <c:v>2.4578099999999998</c:v>
                </c:pt>
                <c:pt idx="9686">
                  <c:v>2.45811</c:v>
                </c:pt>
                <c:pt idx="9687">
                  <c:v>2.4584199999999998</c:v>
                </c:pt>
                <c:pt idx="9688">
                  <c:v>2.45872</c:v>
                </c:pt>
                <c:pt idx="9689">
                  <c:v>2.4590299999999998</c:v>
                </c:pt>
                <c:pt idx="9690">
                  <c:v>2.45933</c:v>
                </c:pt>
                <c:pt idx="9691">
                  <c:v>2.4596399999999998</c:v>
                </c:pt>
                <c:pt idx="9692">
                  <c:v>2.45994</c:v>
                </c:pt>
                <c:pt idx="9693">
                  <c:v>2.4602499999999998</c:v>
                </c:pt>
                <c:pt idx="9694">
                  <c:v>2.46055</c:v>
                </c:pt>
                <c:pt idx="9695">
                  <c:v>2.4608599999999998</c:v>
                </c:pt>
                <c:pt idx="9696">
                  <c:v>2.46116</c:v>
                </c:pt>
                <c:pt idx="9697">
                  <c:v>2.4614699999999998</c:v>
                </c:pt>
                <c:pt idx="9698">
                  <c:v>2.4617800000000001</c:v>
                </c:pt>
                <c:pt idx="9699">
                  <c:v>2.4620799999999998</c:v>
                </c:pt>
                <c:pt idx="9700">
                  <c:v>2.4623900000000001</c:v>
                </c:pt>
                <c:pt idx="9701">
                  <c:v>2.4626899999999998</c:v>
                </c:pt>
                <c:pt idx="9702">
                  <c:v>2.4630000000000001</c:v>
                </c:pt>
                <c:pt idx="9703">
                  <c:v>2.4632999999999998</c:v>
                </c:pt>
                <c:pt idx="9704">
                  <c:v>2.4636100000000001</c:v>
                </c:pt>
                <c:pt idx="9705">
                  <c:v>2.4639099999999998</c:v>
                </c:pt>
                <c:pt idx="9706">
                  <c:v>2.4642200000000001</c:v>
                </c:pt>
                <c:pt idx="9707">
                  <c:v>2.4645199999999998</c:v>
                </c:pt>
                <c:pt idx="9708">
                  <c:v>2.4648300000000001</c:v>
                </c:pt>
                <c:pt idx="9709">
                  <c:v>2.4651399999999999</c:v>
                </c:pt>
                <c:pt idx="9710">
                  <c:v>2.4654400000000001</c:v>
                </c:pt>
                <c:pt idx="9711">
                  <c:v>2.4657499999999999</c:v>
                </c:pt>
                <c:pt idx="9712">
                  <c:v>2.4660500000000001</c:v>
                </c:pt>
                <c:pt idx="9713">
                  <c:v>2.4663599999999999</c:v>
                </c:pt>
                <c:pt idx="9714">
                  <c:v>2.4666600000000001</c:v>
                </c:pt>
                <c:pt idx="9715">
                  <c:v>2.4669699999999999</c:v>
                </c:pt>
                <c:pt idx="9716">
                  <c:v>2.4672700000000001</c:v>
                </c:pt>
                <c:pt idx="9717">
                  <c:v>2.4675799999999999</c:v>
                </c:pt>
                <c:pt idx="9718">
                  <c:v>2.4678800000000001</c:v>
                </c:pt>
                <c:pt idx="9719">
                  <c:v>2.4681899999999999</c:v>
                </c:pt>
                <c:pt idx="9720">
                  <c:v>2.4684900000000001</c:v>
                </c:pt>
                <c:pt idx="9721">
                  <c:v>2.4687999999999999</c:v>
                </c:pt>
                <c:pt idx="9722">
                  <c:v>2.4691100000000001</c:v>
                </c:pt>
                <c:pt idx="9723">
                  <c:v>2.4694099999999999</c:v>
                </c:pt>
                <c:pt idx="9724">
                  <c:v>2.4697200000000001</c:v>
                </c:pt>
                <c:pt idx="9725">
                  <c:v>2.4700199999999999</c:v>
                </c:pt>
                <c:pt idx="9726">
                  <c:v>2.4703300000000001</c:v>
                </c:pt>
                <c:pt idx="9727">
                  <c:v>2.4706299999999999</c:v>
                </c:pt>
                <c:pt idx="9728">
                  <c:v>2.4709400000000001</c:v>
                </c:pt>
                <c:pt idx="9729">
                  <c:v>2.4712399999999999</c:v>
                </c:pt>
                <c:pt idx="9730">
                  <c:v>2.4715500000000001</c:v>
                </c:pt>
                <c:pt idx="9731">
                  <c:v>2.4718499999999999</c:v>
                </c:pt>
                <c:pt idx="9732">
                  <c:v>2.4721600000000001</c:v>
                </c:pt>
                <c:pt idx="9733">
                  <c:v>2.4724599999999999</c:v>
                </c:pt>
                <c:pt idx="9734">
                  <c:v>2.4727700000000001</c:v>
                </c:pt>
                <c:pt idx="9735">
                  <c:v>2.4730799999999999</c:v>
                </c:pt>
                <c:pt idx="9736">
                  <c:v>2.4733800000000001</c:v>
                </c:pt>
                <c:pt idx="9737">
                  <c:v>2.4736899999999999</c:v>
                </c:pt>
                <c:pt idx="9738">
                  <c:v>2.4739900000000001</c:v>
                </c:pt>
                <c:pt idx="9739">
                  <c:v>2.4742999999999999</c:v>
                </c:pt>
                <c:pt idx="9740">
                  <c:v>2.4746000000000001</c:v>
                </c:pt>
                <c:pt idx="9741">
                  <c:v>2.4749099999999999</c:v>
                </c:pt>
                <c:pt idx="9742">
                  <c:v>2.4752100000000001</c:v>
                </c:pt>
                <c:pt idx="9743">
                  <c:v>2.4755199999999999</c:v>
                </c:pt>
                <c:pt idx="9744">
                  <c:v>2.4758200000000001</c:v>
                </c:pt>
                <c:pt idx="9745">
                  <c:v>2.4761299999999999</c:v>
                </c:pt>
                <c:pt idx="9746">
                  <c:v>2.4764300000000001</c:v>
                </c:pt>
                <c:pt idx="9747">
                  <c:v>2.4767399999999999</c:v>
                </c:pt>
                <c:pt idx="9748">
                  <c:v>2.4770500000000002</c:v>
                </c:pt>
                <c:pt idx="9749">
                  <c:v>2.4773499999999999</c:v>
                </c:pt>
                <c:pt idx="9750">
                  <c:v>2.4776600000000002</c:v>
                </c:pt>
                <c:pt idx="9751">
                  <c:v>2.4779599999999999</c:v>
                </c:pt>
                <c:pt idx="9752">
                  <c:v>2.4782700000000002</c:v>
                </c:pt>
                <c:pt idx="9753">
                  <c:v>2.4785699999999999</c:v>
                </c:pt>
                <c:pt idx="9754">
                  <c:v>2.4788800000000002</c:v>
                </c:pt>
                <c:pt idx="9755">
                  <c:v>2.4791799999999999</c:v>
                </c:pt>
                <c:pt idx="9756">
                  <c:v>2.4794900000000002</c:v>
                </c:pt>
                <c:pt idx="9757">
                  <c:v>2.4797899999999999</c:v>
                </c:pt>
                <c:pt idx="9758">
                  <c:v>2.4801000000000002</c:v>
                </c:pt>
                <c:pt idx="9759">
                  <c:v>2.4803999999999999</c:v>
                </c:pt>
                <c:pt idx="9760">
                  <c:v>2.4807100000000002</c:v>
                </c:pt>
                <c:pt idx="9761">
                  <c:v>2.48102</c:v>
                </c:pt>
                <c:pt idx="9762">
                  <c:v>2.4813200000000002</c:v>
                </c:pt>
                <c:pt idx="9763">
                  <c:v>2.48163</c:v>
                </c:pt>
                <c:pt idx="9764">
                  <c:v>2.4819300000000002</c:v>
                </c:pt>
                <c:pt idx="9765">
                  <c:v>2.48224</c:v>
                </c:pt>
                <c:pt idx="9766">
                  <c:v>2.4825400000000002</c:v>
                </c:pt>
                <c:pt idx="9767">
                  <c:v>2.48285</c:v>
                </c:pt>
                <c:pt idx="9768">
                  <c:v>2.4831500000000002</c:v>
                </c:pt>
                <c:pt idx="9769">
                  <c:v>2.48346</c:v>
                </c:pt>
                <c:pt idx="9770">
                  <c:v>2.4837600000000002</c:v>
                </c:pt>
                <c:pt idx="9771">
                  <c:v>2.48407</c:v>
                </c:pt>
                <c:pt idx="9772">
                  <c:v>2.4843799999999998</c:v>
                </c:pt>
                <c:pt idx="9773">
                  <c:v>2.48468</c:v>
                </c:pt>
                <c:pt idx="9774">
                  <c:v>2.4849899999999998</c:v>
                </c:pt>
                <c:pt idx="9775">
                  <c:v>2.48529</c:v>
                </c:pt>
                <c:pt idx="9776">
                  <c:v>2.4855999999999998</c:v>
                </c:pt>
                <c:pt idx="9777">
                  <c:v>2.4859</c:v>
                </c:pt>
                <c:pt idx="9778">
                  <c:v>2.4862099999999998</c:v>
                </c:pt>
                <c:pt idx="9779">
                  <c:v>2.48651</c:v>
                </c:pt>
                <c:pt idx="9780">
                  <c:v>2.4868199999999998</c:v>
                </c:pt>
                <c:pt idx="9781">
                  <c:v>2.48712</c:v>
                </c:pt>
                <c:pt idx="9782">
                  <c:v>2.4874299999999998</c:v>
                </c:pt>
                <c:pt idx="9783">
                  <c:v>2.48773</c:v>
                </c:pt>
                <c:pt idx="9784">
                  <c:v>2.4880399999999998</c:v>
                </c:pt>
                <c:pt idx="9785">
                  <c:v>2.4883500000000001</c:v>
                </c:pt>
                <c:pt idx="9786">
                  <c:v>2.4886499999999998</c:v>
                </c:pt>
                <c:pt idx="9787">
                  <c:v>2.4889600000000001</c:v>
                </c:pt>
                <c:pt idx="9788">
                  <c:v>2.4892599999999998</c:v>
                </c:pt>
                <c:pt idx="9789">
                  <c:v>2.4895700000000001</c:v>
                </c:pt>
                <c:pt idx="9790">
                  <c:v>2.4898699999999998</c:v>
                </c:pt>
                <c:pt idx="9791">
                  <c:v>2.4901800000000001</c:v>
                </c:pt>
                <c:pt idx="9792">
                  <c:v>2.4904799999999998</c:v>
                </c:pt>
                <c:pt idx="9793">
                  <c:v>2.4907900000000001</c:v>
                </c:pt>
                <c:pt idx="9794">
                  <c:v>2.4910899999999998</c:v>
                </c:pt>
                <c:pt idx="9795">
                  <c:v>2.4914000000000001</c:v>
                </c:pt>
                <c:pt idx="9796">
                  <c:v>2.4916999999999998</c:v>
                </c:pt>
                <c:pt idx="9797">
                  <c:v>2.4920100000000001</c:v>
                </c:pt>
                <c:pt idx="9798">
                  <c:v>2.4923199999999999</c:v>
                </c:pt>
                <c:pt idx="9799">
                  <c:v>2.4926200000000001</c:v>
                </c:pt>
                <c:pt idx="9800">
                  <c:v>2.4929299999999999</c:v>
                </c:pt>
                <c:pt idx="9801">
                  <c:v>2.4932300000000001</c:v>
                </c:pt>
                <c:pt idx="9802">
                  <c:v>2.4935399999999999</c:v>
                </c:pt>
                <c:pt idx="9803">
                  <c:v>2.4938400000000001</c:v>
                </c:pt>
                <c:pt idx="9804">
                  <c:v>2.4941499999999999</c:v>
                </c:pt>
                <c:pt idx="9805">
                  <c:v>2.4944500000000001</c:v>
                </c:pt>
                <c:pt idx="9806">
                  <c:v>2.4947599999999999</c:v>
                </c:pt>
                <c:pt idx="9807">
                  <c:v>2.4950600000000001</c:v>
                </c:pt>
                <c:pt idx="9808">
                  <c:v>2.4953699999999999</c:v>
                </c:pt>
                <c:pt idx="9809">
                  <c:v>2.4956700000000001</c:v>
                </c:pt>
                <c:pt idx="9810">
                  <c:v>2.4959799999999999</c:v>
                </c:pt>
                <c:pt idx="9811">
                  <c:v>2.4962900000000001</c:v>
                </c:pt>
                <c:pt idx="9812">
                  <c:v>2.4965899999999999</c:v>
                </c:pt>
                <c:pt idx="9813">
                  <c:v>2.4969000000000001</c:v>
                </c:pt>
                <c:pt idx="9814">
                  <c:v>2.4971999999999999</c:v>
                </c:pt>
                <c:pt idx="9815">
                  <c:v>2.4975100000000001</c:v>
                </c:pt>
                <c:pt idx="9816">
                  <c:v>2.4978099999999999</c:v>
                </c:pt>
                <c:pt idx="9817">
                  <c:v>2.4981200000000001</c:v>
                </c:pt>
                <c:pt idx="9818">
                  <c:v>2.4984199999999999</c:v>
                </c:pt>
                <c:pt idx="9819">
                  <c:v>2.4987300000000001</c:v>
                </c:pt>
                <c:pt idx="9820">
                  <c:v>2.4990299999999999</c:v>
                </c:pt>
                <c:pt idx="9821">
                  <c:v>2.4993400000000001</c:v>
                </c:pt>
                <c:pt idx="9822">
                  <c:v>2.4996399999999999</c:v>
                </c:pt>
                <c:pt idx="9823">
                  <c:v>2.4999500000000001</c:v>
                </c:pt>
                <c:pt idx="9824">
                  <c:v>2.5002599999999999</c:v>
                </c:pt>
                <c:pt idx="9825">
                  <c:v>2.5005600000000001</c:v>
                </c:pt>
                <c:pt idx="9826">
                  <c:v>2.5008699999999999</c:v>
                </c:pt>
                <c:pt idx="9827">
                  <c:v>2.5011700000000001</c:v>
                </c:pt>
                <c:pt idx="9828">
                  <c:v>2.5014799999999999</c:v>
                </c:pt>
                <c:pt idx="9829">
                  <c:v>2.5017800000000001</c:v>
                </c:pt>
                <c:pt idx="9830">
                  <c:v>2.5020899999999999</c:v>
                </c:pt>
                <c:pt idx="9831">
                  <c:v>2.5023900000000001</c:v>
                </c:pt>
                <c:pt idx="9832">
                  <c:v>2.5026999999999999</c:v>
                </c:pt>
                <c:pt idx="9833">
                  <c:v>2.5030000000000001</c:v>
                </c:pt>
                <c:pt idx="9834">
                  <c:v>2.5033099999999999</c:v>
                </c:pt>
                <c:pt idx="9835">
                  <c:v>2.5036200000000002</c:v>
                </c:pt>
                <c:pt idx="9836">
                  <c:v>2.5039199999999999</c:v>
                </c:pt>
                <c:pt idx="9837">
                  <c:v>2.5042300000000002</c:v>
                </c:pt>
                <c:pt idx="9838">
                  <c:v>2.5045299999999999</c:v>
                </c:pt>
                <c:pt idx="9839">
                  <c:v>2.5048400000000002</c:v>
                </c:pt>
                <c:pt idx="9840">
                  <c:v>2.5051399999999999</c:v>
                </c:pt>
                <c:pt idx="9841">
                  <c:v>2.5054500000000002</c:v>
                </c:pt>
                <c:pt idx="9842">
                  <c:v>2.5057499999999999</c:v>
                </c:pt>
                <c:pt idx="9843">
                  <c:v>2.5060600000000002</c:v>
                </c:pt>
                <c:pt idx="9844">
                  <c:v>2.5063599999999999</c:v>
                </c:pt>
                <c:pt idx="9845">
                  <c:v>2.5066700000000002</c:v>
                </c:pt>
                <c:pt idx="9846">
                  <c:v>2.5069699999999999</c:v>
                </c:pt>
                <c:pt idx="9847">
                  <c:v>2.5072800000000002</c:v>
                </c:pt>
                <c:pt idx="9848">
                  <c:v>2.50759</c:v>
                </c:pt>
                <c:pt idx="9849">
                  <c:v>2.5078900000000002</c:v>
                </c:pt>
                <c:pt idx="9850">
                  <c:v>2.5082</c:v>
                </c:pt>
                <c:pt idx="9851">
                  <c:v>2.5085000000000002</c:v>
                </c:pt>
                <c:pt idx="9852">
                  <c:v>2.50881</c:v>
                </c:pt>
                <c:pt idx="9853">
                  <c:v>2.5091100000000002</c:v>
                </c:pt>
                <c:pt idx="9854">
                  <c:v>2.50942</c:v>
                </c:pt>
                <c:pt idx="9855">
                  <c:v>2.5097200000000002</c:v>
                </c:pt>
                <c:pt idx="9856">
                  <c:v>2.51003</c:v>
                </c:pt>
                <c:pt idx="9857">
                  <c:v>2.5103300000000002</c:v>
                </c:pt>
                <c:pt idx="9858">
                  <c:v>2.51064</c:v>
                </c:pt>
                <c:pt idx="9859">
                  <c:v>2.5109400000000002</c:v>
                </c:pt>
                <c:pt idx="9860">
                  <c:v>2.51125</c:v>
                </c:pt>
                <c:pt idx="9861">
                  <c:v>2.5115599999999998</c:v>
                </c:pt>
                <c:pt idx="9862">
                  <c:v>2.51186</c:v>
                </c:pt>
                <c:pt idx="9863">
                  <c:v>2.5121699999999998</c:v>
                </c:pt>
                <c:pt idx="9864">
                  <c:v>2.51247</c:v>
                </c:pt>
                <c:pt idx="9865">
                  <c:v>2.5127799999999998</c:v>
                </c:pt>
                <c:pt idx="9866">
                  <c:v>2.51308</c:v>
                </c:pt>
                <c:pt idx="9867">
                  <c:v>2.5133899999999998</c:v>
                </c:pt>
                <c:pt idx="9868">
                  <c:v>2.51369</c:v>
                </c:pt>
                <c:pt idx="9869">
                  <c:v>2.5139999999999998</c:v>
                </c:pt>
                <c:pt idx="9870">
                  <c:v>2.5143</c:v>
                </c:pt>
                <c:pt idx="9871">
                  <c:v>2.5146099999999998</c:v>
                </c:pt>
                <c:pt idx="9872">
                  <c:v>2.51491</c:v>
                </c:pt>
                <c:pt idx="9873">
                  <c:v>2.5152199999999998</c:v>
                </c:pt>
                <c:pt idx="9874">
                  <c:v>2.51553</c:v>
                </c:pt>
                <c:pt idx="9875">
                  <c:v>2.5158299999999998</c:v>
                </c:pt>
                <c:pt idx="9876">
                  <c:v>2.51614</c:v>
                </c:pt>
                <c:pt idx="9877">
                  <c:v>2.5164399999999998</c:v>
                </c:pt>
                <c:pt idx="9878">
                  <c:v>2.51675</c:v>
                </c:pt>
                <c:pt idx="9879">
                  <c:v>2.5170499999999998</c:v>
                </c:pt>
                <c:pt idx="9880">
                  <c:v>2.51736</c:v>
                </c:pt>
                <c:pt idx="9881">
                  <c:v>2.5176599999999998</c:v>
                </c:pt>
                <c:pt idx="9882">
                  <c:v>2.51797</c:v>
                </c:pt>
                <c:pt idx="9883">
                  <c:v>2.5182699999999998</c:v>
                </c:pt>
                <c:pt idx="9884">
                  <c:v>2.51858</c:v>
                </c:pt>
                <c:pt idx="9885">
                  <c:v>2.5188799999999998</c:v>
                </c:pt>
                <c:pt idx="9886">
                  <c:v>2.51919</c:v>
                </c:pt>
                <c:pt idx="9887">
                  <c:v>2.5194999999999999</c:v>
                </c:pt>
                <c:pt idx="9888">
                  <c:v>2.5198</c:v>
                </c:pt>
                <c:pt idx="9889">
                  <c:v>2.5201099999999999</c:v>
                </c:pt>
                <c:pt idx="9890">
                  <c:v>2.52041</c:v>
                </c:pt>
                <c:pt idx="9891">
                  <c:v>2.5207199999999998</c:v>
                </c:pt>
                <c:pt idx="9892">
                  <c:v>2.52102</c:v>
                </c:pt>
                <c:pt idx="9893">
                  <c:v>2.5213299999999998</c:v>
                </c:pt>
                <c:pt idx="9894">
                  <c:v>2.52163</c:v>
                </c:pt>
                <c:pt idx="9895">
                  <c:v>2.5219399999999998</c:v>
                </c:pt>
                <c:pt idx="9896">
                  <c:v>2.52224</c:v>
                </c:pt>
                <c:pt idx="9897">
                  <c:v>2.5225499999999998</c:v>
                </c:pt>
                <c:pt idx="9898">
                  <c:v>2.5228600000000001</c:v>
                </c:pt>
                <c:pt idx="9899">
                  <c:v>2.5231599999999998</c:v>
                </c:pt>
                <c:pt idx="9900">
                  <c:v>2.5234700000000001</c:v>
                </c:pt>
                <c:pt idx="9901">
                  <c:v>2.5237699999999998</c:v>
                </c:pt>
                <c:pt idx="9902">
                  <c:v>2.5240800000000001</c:v>
                </c:pt>
                <c:pt idx="9903">
                  <c:v>2.5243799999999998</c:v>
                </c:pt>
                <c:pt idx="9904">
                  <c:v>2.5246900000000001</c:v>
                </c:pt>
                <c:pt idx="9905">
                  <c:v>2.5249899999999998</c:v>
                </c:pt>
                <c:pt idx="9906">
                  <c:v>2.5253000000000001</c:v>
                </c:pt>
                <c:pt idx="9907">
                  <c:v>2.5255999999999998</c:v>
                </c:pt>
                <c:pt idx="9908">
                  <c:v>2.5259100000000001</c:v>
                </c:pt>
                <c:pt idx="9909">
                  <c:v>2.5262099999999998</c:v>
                </c:pt>
                <c:pt idx="9910">
                  <c:v>2.5265200000000001</c:v>
                </c:pt>
                <c:pt idx="9911">
                  <c:v>2.5268299999999999</c:v>
                </c:pt>
                <c:pt idx="9912">
                  <c:v>2.5271300000000001</c:v>
                </c:pt>
                <c:pt idx="9913">
                  <c:v>2.5274399999999999</c:v>
                </c:pt>
                <c:pt idx="9914">
                  <c:v>2.5277400000000001</c:v>
                </c:pt>
                <c:pt idx="9915">
                  <c:v>2.5280499999999999</c:v>
                </c:pt>
                <c:pt idx="9916">
                  <c:v>2.5283500000000001</c:v>
                </c:pt>
                <c:pt idx="9917">
                  <c:v>2.5286599999999999</c:v>
                </c:pt>
                <c:pt idx="9918">
                  <c:v>2.5289600000000001</c:v>
                </c:pt>
                <c:pt idx="9919">
                  <c:v>2.5292699999999999</c:v>
                </c:pt>
                <c:pt idx="9920">
                  <c:v>2.5295700000000001</c:v>
                </c:pt>
                <c:pt idx="9921">
                  <c:v>2.5298799999999999</c:v>
                </c:pt>
                <c:pt idx="9922">
                  <c:v>2.5301800000000001</c:v>
                </c:pt>
                <c:pt idx="9923">
                  <c:v>2.5304899999999999</c:v>
                </c:pt>
                <c:pt idx="9924">
                  <c:v>2.5308000000000002</c:v>
                </c:pt>
                <c:pt idx="9925">
                  <c:v>2.5310999999999999</c:v>
                </c:pt>
                <c:pt idx="9926">
                  <c:v>2.5314100000000002</c:v>
                </c:pt>
                <c:pt idx="9927">
                  <c:v>2.5317099999999999</c:v>
                </c:pt>
                <c:pt idx="9928">
                  <c:v>2.5320200000000002</c:v>
                </c:pt>
                <c:pt idx="9929">
                  <c:v>2.5323199999999999</c:v>
                </c:pt>
                <c:pt idx="9930">
                  <c:v>2.5326300000000002</c:v>
                </c:pt>
                <c:pt idx="9931">
                  <c:v>2.5329299999999999</c:v>
                </c:pt>
                <c:pt idx="9932">
                  <c:v>2.5332400000000002</c:v>
                </c:pt>
                <c:pt idx="9933">
                  <c:v>2.5335399999999999</c:v>
                </c:pt>
                <c:pt idx="9934">
                  <c:v>2.5338500000000002</c:v>
                </c:pt>
                <c:pt idx="9935">
                  <c:v>2.5341499999999999</c:v>
                </c:pt>
                <c:pt idx="9936">
                  <c:v>2.5344600000000002</c:v>
                </c:pt>
                <c:pt idx="9937">
                  <c:v>2.53477</c:v>
                </c:pt>
                <c:pt idx="9938">
                  <c:v>2.5350700000000002</c:v>
                </c:pt>
                <c:pt idx="9939">
                  <c:v>2.53538</c:v>
                </c:pt>
                <c:pt idx="9940">
                  <c:v>2.5356800000000002</c:v>
                </c:pt>
                <c:pt idx="9941">
                  <c:v>2.53599</c:v>
                </c:pt>
                <c:pt idx="9942">
                  <c:v>2.5362900000000002</c:v>
                </c:pt>
                <c:pt idx="9943">
                  <c:v>2.5366</c:v>
                </c:pt>
                <c:pt idx="9944">
                  <c:v>2.5369000000000002</c:v>
                </c:pt>
                <c:pt idx="9945">
                  <c:v>2.53721</c:v>
                </c:pt>
                <c:pt idx="9946">
                  <c:v>2.5375100000000002</c:v>
                </c:pt>
                <c:pt idx="9947">
                  <c:v>2.53782</c:v>
                </c:pt>
                <c:pt idx="9948">
                  <c:v>2.5381300000000002</c:v>
                </c:pt>
                <c:pt idx="9949">
                  <c:v>2.53843</c:v>
                </c:pt>
                <c:pt idx="9950">
                  <c:v>2.5387400000000002</c:v>
                </c:pt>
                <c:pt idx="9951">
                  <c:v>2.53904</c:v>
                </c:pt>
                <c:pt idx="9952">
                  <c:v>2.5393500000000002</c:v>
                </c:pt>
                <c:pt idx="9953">
                  <c:v>2.53965</c:v>
                </c:pt>
                <c:pt idx="9954">
                  <c:v>2.5399600000000002</c:v>
                </c:pt>
                <c:pt idx="9955">
                  <c:v>2.54026</c:v>
                </c:pt>
                <c:pt idx="9956">
                  <c:v>2.5405700000000002</c:v>
                </c:pt>
                <c:pt idx="9957">
                  <c:v>2.54087</c:v>
                </c:pt>
                <c:pt idx="9958">
                  <c:v>2.5411800000000002</c:v>
                </c:pt>
                <c:pt idx="9959">
                  <c:v>2.54148</c:v>
                </c:pt>
                <c:pt idx="9960">
                  <c:v>2.5417900000000002</c:v>
                </c:pt>
                <c:pt idx="9961">
                  <c:v>2.5421</c:v>
                </c:pt>
                <c:pt idx="9962">
                  <c:v>2.5424000000000002</c:v>
                </c:pt>
                <c:pt idx="9963">
                  <c:v>2.54271</c:v>
                </c:pt>
                <c:pt idx="9964">
                  <c:v>2.5430100000000002</c:v>
                </c:pt>
                <c:pt idx="9965">
                  <c:v>2.54332</c:v>
                </c:pt>
                <c:pt idx="9966">
                  <c:v>2.5436200000000002</c:v>
                </c:pt>
                <c:pt idx="9967">
                  <c:v>2.54393</c:v>
                </c:pt>
                <c:pt idx="9968">
                  <c:v>2.5442300000000002</c:v>
                </c:pt>
                <c:pt idx="9969">
                  <c:v>2.54454</c:v>
                </c:pt>
                <c:pt idx="9970">
                  <c:v>2.5448400000000002</c:v>
                </c:pt>
                <c:pt idx="9971">
                  <c:v>2.54515</c:v>
                </c:pt>
                <c:pt idx="9972">
                  <c:v>2.5454500000000002</c:v>
                </c:pt>
                <c:pt idx="9973">
                  <c:v>2.54576</c:v>
                </c:pt>
                <c:pt idx="9974">
                  <c:v>2.5460699999999998</c:v>
                </c:pt>
                <c:pt idx="9975">
                  <c:v>2.54637</c:v>
                </c:pt>
                <c:pt idx="9976">
                  <c:v>2.5466799999999998</c:v>
                </c:pt>
                <c:pt idx="9977">
                  <c:v>2.54698</c:v>
                </c:pt>
                <c:pt idx="9978">
                  <c:v>2.5472899999999998</c:v>
                </c:pt>
                <c:pt idx="9979">
                  <c:v>2.54759</c:v>
                </c:pt>
                <c:pt idx="9980">
                  <c:v>2.5478999999999998</c:v>
                </c:pt>
                <c:pt idx="9981">
                  <c:v>2.5482</c:v>
                </c:pt>
                <c:pt idx="9982">
                  <c:v>2.5485099999999998</c:v>
                </c:pt>
                <c:pt idx="9983">
                  <c:v>2.54881</c:v>
                </c:pt>
                <c:pt idx="9984">
                  <c:v>2.5491199999999998</c:v>
                </c:pt>
                <c:pt idx="9985">
                  <c:v>2.54942</c:v>
                </c:pt>
                <c:pt idx="9986">
                  <c:v>2.5497299999999998</c:v>
                </c:pt>
                <c:pt idx="9987">
                  <c:v>2.5500400000000001</c:v>
                </c:pt>
                <c:pt idx="9988">
                  <c:v>2.5503399999999998</c:v>
                </c:pt>
                <c:pt idx="9989">
                  <c:v>2.5506500000000001</c:v>
                </c:pt>
                <c:pt idx="9990">
                  <c:v>2.5509499999999998</c:v>
                </c:pt>
                <c:pt idx="9991">
                  <c:v>2.5512600000000001</c:v>
                </c:pt>
                <c:pt idx="9992">
                  <c:v>2.5515599999999998</c:v>
                </c:pt>
                <c:pt idx="9993">
                  <c:v>2.5518700000000001</c:v>
                </c:pt>
                <c:pt idx="9994">
                  <c:v>2.5521699999999998</c:v>
                </c:pt>
                <c:pt idx="9995">
                  <c:v>2.5524800000000001</c:v>
                </c:pt>
                <c:pt idx="9996">
                  <c:v>2.5527799999999998</c:v>
                </c:pt>
                <c:pt idx="9997">
                  <c:v>2.5530900000000001</c:v>
                </c:pt>
                <c:pt idx="9998">
                  <c:v>2.5533899999999998</c:v>
                </c:pt>
                <c:pt idx="9999">
                  <c:v>2.5537000000000001</c:v>
                </c:pt>
                <c:pt idx="10000">
                  <c:v>2.5540099999999999</c:v>
                </c:pt>
                <c:pt idx="10001">
                  <c:v>2.5543100000000001</c:v>
                </c:pt>
                <c:pt idx="10002">
                  <c:v>2.5546199999999999</c:v>
                </c:pt>
                <c:pt idx="10003">
                  <c:v>2.5549200000000001</c:v>
                </c:pt>
                <c:pt idx="10004">
                  <c:v>2.5552299999999999</c:v>
                </c:pt>
                <c:pt idx="10005">
                  <c:v>2.5555300000000001</c:v>
                </c:pt>
                <c:pt idx="10006">
                  <c:v>2.5558399999999999</c:v>
                </c:pt>
                <c:pt idx="10007">
                  <c:v>2.5561400000000001</c:v>
                </c:pt>
                <c:pt idx="10008">
                  <c:v>2.5564499999999999</c:v>
                </c:pt>
                <c:pt idx="10009">
                  <c:v>2.5567500000000001</c:v>
                </c:pt>
                <c:pt idx="10010">
                  <c:v>2.5570599999999999</c:v>
                </c:pt>
                <c:pt idx="10011">
                  <c:v>2.5573700000000001</c:v>
                </c:pt>
                <c:pt idx="10012">
                  <c:v>2.5576699999999999</c:v>
                </c:pt>
                <c:pt idx="10013">
                  <c:v>2.5579800000000001</c:v>
                </c:pt>
                <c:pt idx="10014">
                  <c:v>2.5582799999999999</c:v>
                </c:pt>
                <c:pt idx="10015">
                  <c:v>2.5585900000000001</c:v>
                </c:pt>
                <c:pt idx="10016">
                  <c:v>2.5588899999999999</c:v>
                </c:pt>
                <c:pt idx="10017">
                  <c:v>2.5592000000000001</c:v>
                </c:pt>
                <c:pt idx="10018">
                  <c:v>2.5594999999999999</c:v>
                </c:pt>
                <c:pt idx="10019">
                  <c:v>2.5598100000000001</c:v>
                </c:pt>
                <c:pt idx="10020">
                  <c:v>2.5601099999999999</c:v>
                </c:pt>
                <c:pt idx="10021">
                  <c:v>2.5604200000000001</c:v>
                </c:pt>
                <c:pt idx="10022">
                  <c:v>2.5607199999999999</c:v>
                </c:pt>
                <c:pt idx="10023">
                  <c:v>2.5610300000000001</c:v>
                </c:pt>
                <c:pt idx="10024">
                  <c:v>2.56134</c:v>
                </c:pt>
                <c:pt idx="10025">
                  <c:v>2.5616400000000001</c:v>
                </c:pt>
                <c:pt idx="10026">
                  <c:v>2.5619499999999999</c:v>
                </c:pt>
                <c:pt idx="10027">
                  <c:v>2.5622500000000001</c:v>
                </c:pt>
                <c:pt idx="10028">
                  <c:v>2.5625599999999999</c:v>
                </c:pt>
                <c:pt idx="10029">
                  <c:v>2.5628600000000001</c:v>
                </c:pt>
                <c:pt idx="10030">
                  <c:v>2.5631699999999999</c:v>
                </c:pt>
                <c:pt idx="10031">
                  <c:v>2.5634700000000001</c:v>
                </c:pt>
                <c:pt idx="10032">
                  <c:v>2.5637799999999999</c:v>
                </c:pt>
                <c:pt idx="10033">
                  <c:v>2.5640800000000001</c:v>
                </c:pt>
                <c:pt idx="10034">
                  <c:v>2.5643899999999999</c:v>
                </c:pt>
                <c:pt idx="10035">
                  <c:v>2.5646900000000001</c:v>
                </c:pt>
                <c:pt idx="10036">
                  <c:v>2.5649999999999999</c:v>
                </c:pt>
                <c:pt idx="10037">
                  <c:v>2.5653100000000002</c:v>
                </c:pt>
                <c:pt idx="10038">
                  <c:v>2.5656099999999999</c:v>
                </c:pt>
                <c:pt idx="10039">
                  <c:v>2.5659200000000002</c:v>
                </c:pt>
                <c:pt idx="10040">
                  <c:v>2.5662199999999999</c:v>
                </c:pt>
                <c:pt idx="10041">
                  <c:v>2.5665300000000002</c:v>
                </c:pt>
                <c:pt idx="10042">
                  <c:v>2.5668299999999999</c:v>
                </c:pt>
                <c:pt idx="10043">
                  <c:v>2.5671400000000002</c:v>
                </c:pt>
                <c:pt idx="10044">
                  <c:v>2.5674399999999999</c:v>
                </c:pt>
                <c:pt idx="10045">
                  <c:v>2.5677500000000002</c:v>
                </c:pt>
                <c:pt idx="10046">
                  <c:v>2.5680499999999999</c:v>
                </c:pt>
                <c:pt idx="10047">
                  <c:v>2.5683600000000002</c:v>
                </c:pt>
                <c:pt idx="10048">
                  <c:v>2.5686599999999999</c:v>
                </c:pt>
                <c:pt idx="10049">
                  <c:v>2.5689700000000002</c:v>
                </c:pt>
                <c:pt idx="10050">
                  <c:v>2.56928</c:v>
                </c:pt>
                <c:pt idx="10051">
                  <c:v>2.5695800000000002</c:v>
                </c:pt>
                <c:pt idx="10052">
                  <c:v>2.56989</c:v>
                </c:pt>
                <c:pt idx="10053">
                  <c:v>2.5701900000000002</c:v>
                </c:pt>
                <c:pt idx="10054">
                  <c:v>2.5705</c:v>
                </c:pt>
                <c:pt idx="10055">
                  <c:v>2.5708000000000002</c:v>
                </c:pt>
                <c:pt idx="10056">
                  <c:v>2.57111</c:v>
                </c:pt>
                <c:pt idx="10057">
                  <c:v>2.5714100000000002</c:v>
                </c:pt>
                <c:pt idx="10058">
                  <c:v>2.57172</c:v>
                </c:pt>
                <c:pt idx="10059">
                  <c:v>2.5720200000000002</c:v>
                </c:pt>
                <c:pt idx="10060">
                  <c:v>2.57233</c:v>
                </c:pt>
                <c:pt idx="10061">
                  <c:v>2.5726300000000002</c:v>
                </c:pt>
                <c:pt idx="10062">
                  <c:v>2.57294</c:v>
                </c:pt>
                <c:pt idx="10063">
                  <c:v>2.5732499999999998</c:v>
                </c:pt>
                <c:pt idx="10064">
                  <c:v>2.57355</c:v>
                </c:pt>
                <c:pt idx="10065">
                  <c:v>2.5738599999999998</c:v>
                </c:pt>
                <c:pt idx="10066">
                  <c:v>2.57416</c:v>
                </c:pt>
                <c:pt idx="10067">
                  <c:v>2.5744699999999998</c:v>
                </c:pt>
                <c:pt idx="10068">
                  <c:v>2.57477</c:v>
                </c:pt>
                <c:pt idx="10069">
                  <c:v>2.5750799999999998</c:v>
                </c:pt>
                <c:pt idx="10070">
                  <c:v>2.57538</c:v>
                </c:pt>
                <c:pt idx="10071">
                  <c:v>2.5756899999999998</c:v>
                </c:pt>
                <c:pt idx="10072">
                  <c:v>2.57599</c:v>
                </c:pt>
                <c:pt idx="10073">
                  <c:v>2.5762999999999998</c:v>
                </c:pt>
                <c:pt idx="10074">
                  <c:v>2.5766100000000001</c:v>
                </c:pt>
                <c:pt idx="10075">
                  <c:v>2.5769099999999998</c:v>
                </c:pt>
                <c:pt idx="10076">
                  <c:v>2.5772200000000001</c:v>
                </c:pt>
                <c:pt idx="10077">
                  <c:v>2.5775199999999998</c:v>
                </c:pt>
                <c:pt idx="10078">
                  <c:v>2.5778300000000001</c:v>
                </c:pt>
                <c:pt idx="10079">
                  <c:v>2.5781299999999998</c:v>
                </c:pt>
                <c:pt idx="10080">
                  <c:v>2.5784400000000001</c:v>
                </c:pt>
                <c:pt idx="10081">
                  <c:v>2.5787399999999998</c:v>
                </c:pt>
                <c:pt idx="10082">
                  <c:v>2.5790500000000001</c:v>
                </c:pt>
                <c:pt idx="10083">
                  <c:v>2.5793499999999998</c:v>
                </c:pt>
                <c:pt idx="10084">
                  <c:v>2.5796600000000001</c:v>
                </c:pt>
                <c:pt idx="10085">
                  <c:v>2.5799599999999998</c:v>
                </c:pt>
                <c:pt idx="10086">
                  <c:v>2.5802700000000001</c:v>
                </c:pt>
                <c:pt idx="10087">
                  <c:v>2.5805799999999999</c:v>
                </c:pt>
                <c:pt idx="10088">
                  <c:v>2.5808800000000001</c:v>
                </c:pt>
                <c:pt idx="10089">
                  <c:v>2.5811899999999999</c:v>
                </c:pt>
                <c:pt idx="10090">
                  <c:v>2.5814900000000001</c:v>
                </c:pt>
                <c:pt idx="10091">
                  <c:v>2.5817999999999999</c:v>
                </c:pt>
                <c:pt idx="10092">
                  <c:v>2.5821000000000001</c:v>
                </c:pt>
                <c:pt idx="10093">
                  <c:v>2.5824099999999999</c:v>
                </c:pt>
                <c:pt idx="10094">
                  <c:v>2.5827100000000001</c:v>
                </c:pt>
                <c:pt idx="10095">
                  <c:v>2.5830199999999999</c:v>
                </c:pt>
                <c:pt idx="10096">
                  <c:v>2.5833200000000001</c:v>
                </c:pt>
                <c:pt idx="10097">
                  <c:v>2.5836299999999999</c:v>
                </c:pt>
                <c:pt idx="10098">
                  <c:v>2.5839300000000001</c:v>
                </c:pt>
                <c:pt idx="10099">
                  <c:v>2.5842399999999999</c:v>
                </c:pt>
                <c:pt idx="10100">
                  <c:v>2.5845500000000001</c:v>
                </c:pt>
                <c:pt idx="10101">
                  <c:v>2.5848499999999999</c:v>
                </c:pt>
                <c:pt idx="10102">
                  <c:v>2.5851600000000001</c:v>
                </c:pt>
                <c:pt idx="10103">
                  <c:v>2.5854599999999999</c:v>
                </c:pt>
                <c:pt idx="10104">
                  <c:v>2.5857700000000001</c:v>
                </c:pt>
                <c:pt idx="10105">
                  <c:v>2.5860699999999999</c:v>
                </c:pt>
                <c:pt idx="10106">
                  <c:v>2.5863800000000001</c:v>
                </c:pt>
                <c:pt idx="10107">
                  <c:v>2.5866799999999999</c:v>
                </c:pt>
                <c:pt idx="10108">
                  <c:v>2.5869900000000001</c:v>
                </c:pt>
                <c:pt idx="10109">
                  <c:v>2.5872899999999999</c:v>
                </c:pt>
                <c:pt idx="10110">
                  <c:v>2.5876000000000001</c:v>
                </c:pt>
                <c:pt idx="10111">
                  <c:v>2.5878999999999999</c:v>
                </c:pt>
                <c:pt idx="10112">
                  <c:v>2.5882100000000001</c:v>
                </c:pt>
                <c:pt idx="10113">
                  <c:v>2.5885199999999999</c:v>
                </c:pt>
                <c:pt idx="10114">
                  <c:v>2.5888200000000001</c:v>
                </c:pt>
                <c:pt idx="10115">
                  <c:v>2.5891299999999999</c:v>
                </c:pt>
                <c:pt idx="10116">
                  <c:v>2.5894300000000001</c:v>
                </c:pt>
                <c:pt idx="10117">
                  <c:v>2.5897399999999999</c:v>
                </c:pt>
                <c:pt idx="10118">
                  <c:v>2.5900400000000001</c:v>
                </c:pt>
                <c:pt idx="10119">
                  <c:v>2.5903499999999999</c:v>
                </c:pt>
                <c:pt idx="10120">
                  <c:v>2.5906500000000001</c:v>
                </c:pt>
                <c:pt idx="10121">
                  <c:v>2.5909599999999999</c:v>
                </c:pt>
                <c:pt idx="10122">
                  <c:v>2.5912600000000001</c:v>
                </c:pt>
                <c:pt idx="10123">
                  <c:v>2.5915699999999999</c:v>
                </c:pt>
                <c:pt idx="10124">
                  <c:v>2.5918800000000002</c:v>
                </c:pt>
                <c:pt idx="10125">
                  <c:v>2.5921799999999999</c:v>
                </c:pt>
                <c:pt idx="10126">
                  <c:v>2.5924900000000002</c:v>
                </c:pt>
                <c:pt idx="10127">
                  <c:v>2.5927899999999999</c:v>
                </c:pt>
                <c:pt idx="10128">
                  <c:v>2.5931000000000002</c:v>
                </c:pt>
                <c:pt idx="10129">
                  <c:v>2.5933999999999999</c:v>
                </c:pt>
                <c:pt idx="10130">
                  <c:v>2.5937100000000002</c:v>
                </c:pt>
                <c:pt idx="10131">
                  <c:v>2.5940099999999999</c:v>
                </c:pt>
                <c:pt idx="10132">
                  <c:v>2.5943200000000002</c:v>
                </c:pt>
                <c:pt idx="10133">
                  <c:v>2.5946199999999999</c:v>
                </c:pt>
                <c:pt idx="10134">
                  <c:v>2.5949300000000002</c:v>
                </c:pt>
                <c:pt idx="10135">
                  <c:v>2.5952299999999999</c:v>
                </c:pt>
                <c:pt idx="10136">
                  <c:v>2.5955400000000002</c:v>
                </c:pt>
                <c:pt idx="10137">
                  <c:v>2.59585</c:v>
                </c:pt>
                <c:pt idx="10138">
                  <c:v>2.5961500000000002</c:v>
                </c:pt>
                <c:pt idx="10139">
                  <c:v>2.59646</c:v>
                </c:pt>
                <c:pt idx="10140">
                  <c:v>2.5967600000000002</c:v>
                </c:pt>
                <c:pt idx="10141">
                  <c:v>2.59707</c:v>
                </c:pt>
                <c:pt idx="10142">
                  <c:v>2.5973700000000002</c:v>
                </c:pt>
                <c:pt idx="10143">
                  <c:v>2.59768</c:v>
                </c:pt>
                <c:pt idx="10144">
                  <c:v>2.5979800000000002</c:v>
                </c:pt>
                <c:pt idx="10145">
                  <c:v>2.59829</c:v>
                </c:pt>
                <c:pt idx="10146">
                  <c:v>2.5985900000000002</c:v>
                </c:pt>
                <c:pt idx="10147">
                  <c:v>2.5989</c:v>
                </c:pt>
                <c:pt idx="10148">
                  <c:v>2.5992000000000002</c:v>
                </c:pt>
                <c:pt idx="10149">
                  <c:v>2.59951</c:v>
                </c:pt>
                <c:pt idx="10150">
                  <c:v>2.5998199999999998</c:v>
                </c:pt>
                <c:pt idx="10151">
                  <c:v>2.60012</c:v>
                </c:pt>
                <c:pt idx="10152">
                  <c:v>2.6004299999999998</c:v>
                </c:pt>
                <c:pt idx="10153">
                  <c:v>2.60073</c:v>
                </c:pt>
                <c:pt idx="10154">
                  <c:v>2.6010399999999998</c:v>
                </c:pt>
                <c:pt idx="10155">
                  <c:v>2.60134</c:v>
                </c:pt>
                <c:pt idx="10156">
                  <c:v>2.6016499999999998</c:v>
                </c:pt>
                <c:pt idx="10157">
                  <c:v>2.60195</c:v>
                </c:pt>
                <c:pt idx="10158">
                  <c:v>2.6022599999999998</c:v>
                </c:pt>
                <c:pt idx="10159">
                  <c:v>2.60256</c:v>
                </c:pt>
                <c:pt idx="10160">
                  <c:v>2.6028699999999998</c:v>
                </c:pt>
                <c:pt idx="10161">
                  <c:v>2.60317</c:v>
                </c:pt>
                <c:pt idx="10162">
                  <c:v>2.6034799999999998</c:v>
                </c:pt>
                <c:pt idx="10163">
                  <c:v>2.60379</c:v>
                </c:pt>
                <c:pt idx="10164">
                  <c:v>2.6040899999999998</c:v>
                </c:pt>
                <c:pt idx="10165">
                  <c:v>2.6044</c:v>
                </c:pt>
                <c:pt idx="10166">
                  <c:v>2.6046999999999998</c:v>
                </c:pt>
                <c:pt idx="10167">
                  <c:v>2.60501</c:v>
                </c:pt>
                <c:pt idx="10168">
                  <c:v>2.6053099999999998</c:v>
                </c:pt>
                <c:pt idx="10169">
                  <c:v>2.60562</c:v>
                </c:pt>
                <c:pt idx="10170">
                  <c:v>2.6059199999999998</c:v>
                </c:pt>
                <c:pt idx="10171">
                  <c:v>2.60623</c:v>
                </c:pt>
                <c:pt idx="10172">
                  <c:v>2.6065299999999998</c:v>
                </c:pt>
                <c:pt idx="10173">
                  <c:v>2.60684</c:v>
                </c:pt>
                <c:pt idx="10174">
                  <c:v>2.6071399999999998</c:v>
                </c:pt>
                <c:pt idx="10175">
                  <c:v>2.60745</c:v>
                </c:pt>
                <c:pt idx="10176">
                  <c:v>2.6077599999999999</c:v>
                </c:pt>
                <c:pt idx="10177">
                  <c:v>2.60806</c:v>
                </c:pt>
                <c:pt idx="10178">
                  <c:v>2.6083699999999999</c:v>
                </c:pt>
                <c:pt idx="10179">
                  <c:v>2.60867</c:v>
                </c:pt>
                <c:pt idx="10180">
                  <c:v>2.6089799999999999</c:v>
                </c:pt>
                <c:pt idx="10181">
                  <c:v>2.60928</c:v>
                </c:pt>
                <c:pt idx="10182">
                  <c:v>2.6095899999999999</c:v>
                </c:pt>
                <c:pt idx="10183">
                  <c:v>2.60989</c:v>
                </c:pt>
                <c:pt idx="10184">
                  <c:v>2.6101999999999999</c:v>
                </c:pt>
                <c:pt idx="10185">
                  <c:v>2.6105</c:v>
                </c:pt>
                <c:pt idx="10186">
                  <c:v>2.6108099999999999</c:v>
                </c:pt>
                <c:pt idx="10187">
                  <c:v>2.6111200000000001</c:v>
                </c:pt>
                <c:pt idx="10188">
                  <c:v>2.6114199999999999</c:v>
                </c:pt>
                <c:pt idx="10189">
                  <c:v>2.6117300000000001</c:v>
                </c:pt>
                <c:pt idx="10190">
                  <c:v>2.6120299999999999</c:v>
                </c:pt>
                <c:pt idx="10191">
                  <c:v>2.6123400000000001</c:v>
                </c:pt>
                <c:pt idx="10192">
                  <c:v>2.6126399999999999</c:v>
                </c:pt>
                <c:pt idx="10193">
                  <c:v>2.6129500000000001</c:v>
                </c:pt>
                <c:pt idx="10194">
                  <c:v>2.6132499999999999</c:v>
                </c:pt>
                <c:pt idx="10195">
                  <c:v>2.6135600000000001</c:v>
                </c:pt>
                <c:pt idx="10196">
                  <c:v>2.6138599999999999</c:v>
                </c:pt>
                <c:pt idx="10197">
                  <c:v>2.6141700000000001</c:v>
                </c:pt>
                <c:pt idx="10198">
                  <c:v>2.6144699999999998</c:v>
                </c:pt>
                <c:pt idx="10199">
                  <c:v>2.6147800000000001</c:v>
                </c:pt>
                <c:pt idx="10200">
                  <c:v>2.6150899999999999</c:v>
                </c:pt>
                <c:pt idx="10201">
                  <c:v>2.6153900000000001</c:v>
                </c:pt>
                <c:pt idx="10202">
                  <c:v>2.6156999999999999</c:v>
                </c:pt>
                <c:pt idx="10203">
                  <c:v>2.6160000000000001</c:v>
                </c:pt>
                <c:pt idx="10204">
                  <c:v>2.6163099999999999</c:v>
                </c:pt>
                <c:pt idx="10205">
                  <c:v>2.6166100000000001</c:v>
                </c:pt>
                <c:pt idx="10206">
                  <c:v>2.6169199999999999</c:v>
                </c:pt>
                <c:pt idx="10207">
                  <c:v>2.6172200000000001</c:v>
                </c:pt>
                <c:pt idx="10208">
                  <c:v>2.6175299999999999</c:v>
                </c:pt>
                <c:pt idx="10209">
                  <c:v>2.6178300000000001</c:v>
                </c:pt>
                <c:pt idx="10210">
                  <c:v>2.6181399999999999</c:v>
                </c:pt>
                <c:pt idx="10211">
                  <c:v>2.6184400000000001</c:v>
                </c:pt>
                <c:pt idx="10212">
                  <c:v>2.6187499999999999</c:v>
                </c:pt>
                <c:pt idx="10213">
                  <c:v>2.6190600000000002</c:v>
                </c:pt>
                <c:pt idx="10214">
                  <c:v>2.6193599999999999</c:v>
                </c:pt>
                <c:pt idx="10215">
                  <c:v>2.6196700000000002</c:v>
                </c:pt>
                <c:pt idx="10216">
                  <c:v>2.6199699999999999</c:v>
                </c:pt>
                <c:pt idx="10217">
                  <c:v>2.6202800000000002</c:v>
                </c:pt>
                <c:pt idx="10218">
                  <c:v>2.6205799999999999</c:v>
                </c:pt>
                <c:pt idx="10219">
                  <c:v>2.6208900000000002</c:v>
                </c:pt>
                <c:pt idx="10220">
                  <c:v>2.6211899999999999</c:v>
                </c:pt>
                <c:pt idx="10221">
                  <c:v>2.6215000000000002</c:v>
                </c:pt>
                <c:pt idx="10222">
                  <c:v>2.6217999999999999</c:v>
                </c:pt>
                <c:pt idx="10223">
                  <c:v>2.6221100000000002</c:v>
                </c:pt>
                <c:pt idx="10224">
                  <c:v>2.6224099999999999</c:v>
                </c:pt>
                <c:pt idx="10225">
                  <c:v>2.6227200000000002</c:v>
                </c:pt>
                <c:pt idx="10226">
                  <c:v>2.62303</c:v>
                </c:pt>
                <c:pt idx="10227">
                  <c:v>2.6233300000000002</c:v>
                </c:pt>
                <c:pt idx="10228">
                  <c:v>2.62364</c:v>
                </c:pt>
                <c:pt idx="10229">
                  <c:v>2.6239400000000002</c:v>
                </c:pt>
                <c:pt idx="10230">
                  <c:v>2.62425</c:v>
                </c:pt>
                <c:pt idx="10231">
                  <c:v>2.6245500000000002</c:v>
                </c:pt>
                <c:pt idx="10232">
                  <c:v>2.62486</c:v>
                </c:pt>
                <c:pt idx="10233">
                  <c:v>2.6251600000000002</c:v>
                </c:pt>
                <c:pt idx="10234">
                  <c:v>2.62547</c:v>
                </c:pt>
                <c:pt idx="10235">
                  <c:v>2.6257700000000002</c:v>
                </c:pt>
                <c:pt idx="10236">
                  <c:v>2.62608</c:v>
                </c:pt>
                <c:pt idx="10237">
                  <c:v>2.6263800000000002</c:v>
                </c:pt>
                <c:pt idx="10238">
                  <c:v>2.62669</c:v>
                </c:pt>
                <c:pt idx="10239">
                  <c:v>2.6269999999999998</c:v>
                </c:pt>
                <c:pt idx="10240">
                  <c:v>2.6273</c:v>
                </c:pt>
                <c:pt idx="10241">
                  <c:v>2.6276099999999998</c:v>
                </c:pt>
                <c:pt idx="10242">
                  <c:v>2.62791</c:v>
                </c:pt>
                <c:pt idx="10243">
                  <c:v>2.6282199999999998</c:v>
                </c:pt>
                <c:pt idx="10244">
                  <c:v>2.62852</c:v>
                </c:pt>
                <c:pt idx="10245">
                  <c:v>2.6288299999999998</c:v>
                </c:pt>
                <c:pt idx="10246">
                  <c:v>2.62913</c:v>
                </c:pt>
                <c:pt idx="10247">
                  <c:v>2.6294400000000002</c:v>
                </c:pt>
                <c:pt idx="10248">
                  <c:v>2.62974</c:v>
                </c:pt>
                <c:pt idx="10249">
                  <c:v>2.6300500000000002</c:v>
                </c:pt>
                <c:pt idx="10250">
                  <c:v>2.63036</c:v>
                </c:pt>
                <c:pt idx="10251">
                  <c:v>2.6306600000000002</c:v>
                </c:pt>
                <c:pt idx="10252">
                  <c:v>2.63097</c:v>
                </c:pt>
                <c:pt idx="10253">
                  <c:v>2.6312700000000002</c:v>
                </c:pt>
                <c:pt idx="10254">
                  <c:v>2.63158</c:v>
                </c:pt>
                <c:pt idx="10255">
                  <c:v>2.6318800000000002</c:v>
                </c:pt>
                <c:pt idx="10256">
                  <c:v>2.63219</c:v>
                </c:pt>
                <c:pt idx="10257">
                  <c:v>2.6324900000000002</c:v>
                </c:pt>
                <c:pt idx="10258">
                  <c:v>2.6328</c:v>
                </c:pt>
                <c:pt idx="10259">
                  <c:v>2.6331000000000002</c:v>
                </c:pt>
                <c:pt idx="10260">
                  <c:v>2.63341</c:v>
                </c:pt>
                <c:pt idx="10261">
                  <c:v>2.6337100000000002</c:v>
                </c:pt>
                <c:pt idx="10262">
                  <c:v>2.63402</c:v>
                </c:pt>
                <c:pt idx="10263">
                  <c:v>2.6343299999999998</c:v>
                </c:pt>
                <c:pt idx="10264">
                  <c:v>2.63463</c:v>
                </c:pt>
                <c:pt idx="10265">
                  <c:v>2.6349399999999998</c:v>
                </c:pt>
                <c:pt idx="10266">
                  <c:v>2.63524</c:v>
                </c:pt>
                <c:pt idx="10267">
                  <c:v>2.6355499999999998</c:v>
                </c:pt>
                <c:pt idx="10268">
                  <c:v>2.63585</c:v>
                </c:pt>
                <c:pt idx="10269">
                  <c:v>2.6361599999999998</c:v>
                </c:pt>
                <c:pt idx="10270">
                  <c:v>2.63646</c:v>
                </c:pt>
                <c:pt idx="10271">
                  <c:v>2.6367699999999998</c:v>
                </c:pt>
                <c:pt idx="10272">
                  <c:v>2.63707</c:v>
                </c:pt>
                <c:pt idx="10273">
                  <c:v>2.6373799999999998</c:v>
                </c:pt>
                <c:pt idx="10274">
                  <c:v>2.63768</c:v>
                </c:pt>
                <c:pt idx="10275">
                  <c:v>2.6379899999999998</c:v>
                </c:pt>
                <c:pt idx="10276">
                  <c:v>2.6383000000000001</c:v>
                </c:pt>
                <c:pt idx="10277">
                  <c:v>2.6385999999999998</c:v>
                </c:pt>
                <c:pt idx="10278">
                  <c:v>2.6389100000000001</c:v>
                </c:pt>
                <c:pt idx="10279">
                  <c:v>2.6392099999999998</c:v>
                </c:pt>
                <c:pt idx="10280">
                  <c:v>2.6395200000000001</c:v>
                </c:pt>
                <c:pt idx="10281">
                  <c:v>2.6398199999999998</c:v>
                </c:pt>
                <c:pt idx="10282">
                  <c:v>2.6401300000000001</c:v>
                </c:pt>
                <c:pt idx="10283">
                  <c:v>2.6404299999999998</c:v>
                </c:pt>
                <c:pt idx="10284">
                  <c:v>2.6407400000000001</c:v>
                </c:pt>
                <c:pt idx="10285">
                  <c:v>2.6410399999999998</c:v>
                </c:pt>
                <c:pt idx="10286">
                  <c:v>2.6413500000000001</c:v>
                </c:pt>
                <c:pt idx="10287">
                  <c:v>2.6416499999999998</c:v>
                </c:pt>
                <c:pt idx="10288">
                  <c:v>2.6419600000000001</c:v>
                </c:pt>
                <c:pt idx="10289">
                  <c:v>2.6422699999999999</c:v>
                </c:pt>
                <c:pt idx="10290">
                  <c:v>2.6425700000000001</c:v>
                </c:pt>
                <c:pt idx="10291">
                  <c:v>2.6428799999999999</c:v>
                </c:pt>
                <c:pt idx="10292">
                  <c:v>2.6431800000000001</c:v>
                </c:pt>
                <c:pt idx="10293">
                  <c:v>2.6434899999999999</c:v>
                </c:pt>
                <c:pt idx="10294">
                  <c:v>2.6437900000000001</c:v>
                </c:pt>
                <c:pt idx="10295">
                  <c:v>2.6440999999999999</c:v>
                </c:pt>
                <c:pt idx="10296">
                  <c:v>2.6444000000000001</c:v>
                </c:pt>
                <c:pt idx="10297">
                  <c:v>2.6447099999999999</c:v>
                </c:pt>
                <c:pt idx="10298">
                  <c:v>2.6450100000000001</c:v>
                </c:pt>
                <c:pt idx="10299">
                  <c:v>2.6453199999999999</c:v>
                </c:pt>
                <c:pt idx="10300">
                  <c:v>2.6456300000000001</c:v>
                </c:pt>
                <c:pt idx="10301">
                  <c:v>2.6459299999999999</c:v>
                </c:pt>
                <c:pt idx="10302">
                  <c:v>2.6462400000000001</c:v>
                </c:pt>
                <c:pt idx="10303">
                  <c:v>2.6465399999999999</c:v>
                </c:pt>
                <c:pt idx="10304">
                  <c:v>2.6468500000000001</c:v>
                </c:pt>
                <c:pt idx="10305">
                  <c:v>2.6471499999999999</c:v>
                </c:pt>
                <c:pt idx="10306">
                  <c:v>2.6474600000000001</c:v>
                </c:pt>
                <c:pt idx="10307">
                  <c:v>2.6477599999999999</c:v>
                </c:pt>
                <c:pt idx="10308">
                  <c:v>2.6480700000000001</c:v>
                </c:pt>
                <c:pt idx="10309">
                  <c:v>2.6483699999999999</c:v>
                </c:pt>
                <c:pt idx="10310">
                  <c:v>2.6486800000000001</c:v>
                </c:pt>
                <c:pt idx="10311">
                  <c:v>2.6489799999999999</c:v>
                </c:pt>
                <c:pt idx="10312">
                  <c:v>2.6492900000000001</c:v>
                </c:pt>
                <c:pt idx="10313">
                  <c:v>2.6496</c:v>
                </c:pt>
                <c:pt idx="10314">
                  <c:v>2.6499000000000001</c:v>
                </c:pt>
                <c:pt idx="10315">
                  <c:v>2.65021</c:v>
                </c:pt>
                <c:pt idx="10316">
                  <c:v>2.6505100000000001</c:v>
                </c:pt>
                <c:pt idx="10317">
                  <c:v>2.65082</c:v>
                </c:pt>
                <c:pt idx="10318">
                  <c:v>2.6511200000000001</c:v>
                </c:pt>
                <c:pt idx="10319">
                  <c:v>2.65143</c:v>
                </c:pt>
                <c:pt idx="10320">
                  <c:v>2.6517300000000001</c:v>
                </c:pt>
                <c:pt idx="10321">
                  <c:v>2.65204</c:v>
                </c:pt>
                <c:pt idx="10322">
                  <c:v>2.6523400000000001</c:v>
                </c:pt>
                <c:pt idx="10323">
                  <c:v>2.65265</c:v>
                </c:pt>
                <c:pt idx="10324">
                  <c:v>2.6529500000000001</c:v>
                </c:pt>
                <c:pt idx="10325">
                  <c:v>2.65326</c:v>
                </c:pt>
                <c:pt idx="10326">
                  <c:v>2.6535700000000002</c:v>
                </c:pt>
                <c:pt idx="10327">
                  <c:v>2.65387</c:v>
                </c:pt>
                <c:pt idx="10328">
                  <c:v>2.6541800000000002</c:v>
                </c:pt>
                <c:pt idx="10329">
                  <c:v>2.65448</c:v>
                </c:pt>
                <c:pt idx="10330">
                  <c:v>2.6547900000000002</c:v>
                </c:pt>
                <c:pt idx="10331">
                  <c:v>2.65509</c:v>
                </c:pt>
                <c:pt idx="10332">
                  <c:v>2.6554000000000002</c:v>
                </c:pt>
                <c:pt idx="10333">
                  <c:v>2.6556999999999999</c:v>
                </c:pt>
                <c:pt idx="10334">
                  <c:v>2.6560100000000002</c:v>
                </c:pt>
                <c:pt idx="10335">
                  <c:v>2.6563099999999999</c:v>
                </c:pt>
                <c:pt idx="10336">
                  <c:v>2.6566200000000002</c:v>
                </c:pt>
                <c:pt idx="10337">
                  <c:v>2.6569199999999999</c:v>
                </c:pt>
                <c:pt idx="10338">
                  <c:v>2.6572300000000002</c:v>
                </c:pt>
                <c:pt idx="10339">
                  <c:v>2.65754</c:v>
                </c:pt>
                <c:pt idx="10340">
                  <c:v>2.6578400000000002</c:v>
                </c:pt>
                <c:pt idx="10341">
                  <c:v>2.65815</c:v>
                </c:pt>
                <c:pt idx="10342">
                  <c:v>2.6584500000000002</c:v>
                </c:pt>
                <c:pt idx="10343">
                  <c:v>2.65876</c:v>
                </c:pt>
                <c:pt idx="10344">
                  <c:v>2.6590600000000002</c:v>
                </c:pt>
                <c:pt idx="10345">
                  <c:v>2.65937</c:v>
                </c:pt>
                <c:pt idx="10346">
                  <c:v>2.6596700000000002</c:v>
                </c:pt>
                <c:pt idx="10347">
                  <c:v>2.65998</c:v>
                </c:pt>
                <c:pt idx="10348">
                  <c:v>2.6602800000000002</c:v>
                </c:pt>
                <c:pt idx="10349">
                  <c:v>2.66059</c:v>
                </c:pt>
                <c:pt idx="10350">
                  <c:v>2.6608900000000002</c:v>
                </c:pt>
                <c:pt idx="10351">
                  <c:v>2.6612</c:v>
                </c:pt>
                <c:pt idx="10352">
                  <c:v>2.6615099999999998</c:v>
                </c:pt>
                <c:pt idx="10353">
                  <c:v>2.66181</c:v>
                </c:pt>
                <c:pt idx="10354">
                  <c:v>2.6621199999999998</c:v>
                </c:pt>
                <c:pt idx="10355">
                  <c:v>2.66242</c:v>
                </c:pt>
                <c:pt idx="10356">
                  <c:v>2.6627299999999998</c:v>
                </c:pt>
                <c:pt idx="10357">
                  <c:v>2.66303</c:v>
                </c:pt>
                <c:pt idx="10358">
                  <c:v>2.6633399999999998</c:v>
                </c:pt>
                <c:pt idx="10359">
                  <c:v>2.66364</c:v>
                </c:pt>
                <c:pt idx="10360">
                  <c:v>2.6639499999999998</c:v>
                </c:pt>
                <c:pt idx="10361">
                  <c:v>2.66425</c:v>
                </c:pt>
                <c:pt idx="10362">
                  <c:v>2.6645599999999998</c:v>
                </c:pt>
                <c:pt idx="10363">
                  <c:v>2.6648700000000001</c:v>
                </c:pt>
                <c:pt idx="10364">
                  <c:v>2.6651699999999998</c:v>
                </c:pt>
                <c:pt idx="10365">
                  <c:v>2.6654800000000001</c:v>
                </c:pt>
                <c:pt idx="10366">
                  <c:v>2.6657799999999998</c:v>
                </c:pt>
                <c:pt idx="10367">
                  <c:v>2.6660900000000001</c:v>
                </c:pt>
                <c:pt idx="10368">
                  <c:v>2.6663899999999998</c:v>
                </c:pt>
                <c:pt idx="10369">
                  <c:v>2.6667000000000001</c:v>
                </c:pt>
                <c:pt idx="10370">
                  <c:v>2.6669999999999998</c:v>
                </c:pt>
                <c:pt idx="10371">
                  <c:v>2.6673100000000001</c:v>
                </c:pt>
                <c:pt idx="10372">
                  <c:v>2.6676099999999998</c:v>
                </c:pt>
                <c:pt idx="10373">
                  <c:v>2.6679200000000001</c:v>
                </c:pt>
                <c:pt idx="10374">
                  <c:v>2.6682199999999998</c:v>
                </c:pt>
                <c:pt idx="10375">
                  <c:v>2.6685300000000001</c:v>
                </c:pt>
                <c:pt idx="10376">
                  <c:v>2.6688399999999999</c:v>
                </c:pt>
                <c:pt idx="10377">
                  <c:v>2.6691400000000001</c:v>
                </c:pt>
                <c:pt idx="10378">
                  <c:v>2.6694499999999999</c:v>
                </c:pt>
                <c:pt idx="10379">
                  <c:v>2.6697500000000001</c:v>
                </c:pt>
                <c:pt idx="10380">
                  <c:v>2.6700599999999999</c:v>
                </c:pt>
                <c:pt idx="10381">
                  <c:v>2.6703600000000001</c:v>
                </c:pt>
                <c:pt idx="10382">
                  <c:v>2.6706699999999999</c:v>
                </c:pt>
                <c:pt idx="10383">
                  <c:v>2.6709700000000001</c:v>
                </c:pt>
                <c:pt idx="10384">
                  <c:v>2.6712799999999999</c:v>
                </c:pt>
                <c:pt idx="10385">
                  <c:v>2.6715800000000001</c:v>
                </c:pt>
                <c:pt idx="10386">
                  <c:v>2.6718899999999999</c:v>
                </c:pt>
                <c:pt idx="10387">
                  <c:v>2.6721900000000001</c:v>
                </c:pt>
                <c:pt idx="10388">
                  <c:v>2.6724999999999999</c:v>
                </c:pt>
                <c:pt idx="10389">
                  <c:v>2.6728100000000001</c:v>
                </c:pt>
                <c:pt idx="10390">
                  <c:v>2.6731099999999999</c:v>
                </c:pt>
                <c:pt idx="10391">
                  <c:v>2.6734200000000001</c:v>
                </c:pt>
                <c:pt idx="10392">
                  <c:v>2.6737199999999999</c:v>
                </c:pt>
                <c:pt idx="10393">
                  <c:v>2.6740300000000001</c:v>
                </c:pt>
                <c:pt idx="10394">
                  <c:v>2.6743299999999999</c:v>
                </c:pt>
                <c:pt idx="10395">
                  <c:v>2.6746400000000001</c:v>
                </c:pt>
                <c:pt idx="10396">
                  <c:v>2.6749399999999999</c:v>
                </c:pt>
                <c:pt idx="10397">
                  <c:v>2.6752500000000001</c:v>
                </c:pt>
                <c:pt idx="10398">
                  <c:v>2.6755499999999999</c:v>
                </c:pt>
                <c:pt idx="10399">
                  <c:v>2.6758600000000001</c:v>
                </c:pt>
                <c:pt idx="10400">
                  <c:v>2.6761599999999999</c:v>
                </c:pt>
                <c:pt idx="10401">
                  <c:v>2.6764700000000001</c:v>
                </c:pt>
                <c:pt idx="10402">
                  <c:v>2.6767799999999999</c:v>
                </c:pt>
                <c:pt idx="10403">
                  <c:v>2.6770800000000001</c:v>
                </c:pt>
                <c:pt idx="10404">
                  <c:v>2.6773899999999999</c:v>
                </c:pt>
                <c:pt idx="10405">
                  <c:v>2.6776900000000001</c:v>
                </c:pt>
                <c:pt idx="10406">
                  <c:v>2.6779999999999999</c:v>
                </c:pt>
                <c:pt idx="10407">
                  <c:v>2.6783000000000001</c:v>
                </c:pt>
                <c:pt idx="10408">
                  <c:v>2.6786099999999999</c:v>
                </c:pt>
                <c:pt idx="10409">
                  <c:v>2.6789100000000001</c:v>
                </c:pt>
                <c:pt idx="10410">
                  <c:v>2.6792199999999999</c:v>
                </c:pt>
                <c:pt idx="10411">
                  <c:v>2.6795200000000001</c:v>
                </c:pt>
                <c:pt idx="10412">
                  <c:v>2.6798299999999999</c:v>
                </c:pt>
                <c:pt idx="10413">
                  <c:v>2.6801300000000001</c:v>
                </c:pt>
                <c:pt idx="10414">
                  <c:v>2.6804399999999999</c:v>
                </c:pt>
                <c:pt idx="10415">
                  <c:v>2.6807500000000002</c:v>
                </c:pt>
                <c:pt idx="10416">
                  <c:v>2.6810499999999999</c:v>
                </c:pt>
                <c:pt idx="10417">
                  <c:v>2.6813600000000002</c:v>
                </c:pt>
                <c:pt idx="10418">
                  <c:v>2.6816599999999999</c:v>
                </c:pt>
                <c:pt idx="10419">
                  <c:v>2.6819700000000002</c:v>
                </c:pt>
                <c:pt idx="10420">
                  <c:v>2.6822699999999999</c:v>
                </c:pt>
                <c:pt idx="10421">
                  <c:v>2.6825800000000002</c:v>
                </c:pt>
                <c:pt idx="10422">
                  <c:v>2.6828799999999999</c:v>
                </c:pt>
                <c:pt idx="10423">
                  <c:v>2.6831900000000002</c:v>
                </c:pt>
                <c:pt idx="10424">
                  <c:v>2.6834899999999999</c:v>
                </c:pt>
                <c:pt idx="10425">
                  <c:v>2.6838000000000002</c:v>
                </c:pt>
                <c:pt idx="10426">
                  <c:v>2.68411</c:v>
                </c:pt>
                <c:pt idx="10427">
                  <c:v>2.6844100000000002</c:v>
                </c:pt>
                <c:pt idx="10428">
                  <c:v>2.68472</c:v>
                </c:pt>
                <c:pt idx="10429">
                  <c:v>2.6850200000000002</c:v>
                </c:pt>
                <c:pt idx="10430">
                  <c:v>2.68533</c:v>
                </c:pt>
                <c:pt idx="10431">
                  <c:v>2.6856300000000002</c:v>
                </c:pt>
                <c:pt idx="10432">
                  <c:v>2.68594</c:v>
                </c:pt>
                <c:pt idx="10433">
                  <c:v>2.6862400000000002</c:v>
                </c:pt>
                <c:pt idx="10434">
                  <c:v>2.68655</c:v>
                </c:pt>
                <c:pt idx="10435">
                  <c:v>2.6868500000000002</c:v>
                </c:pt>
                <c:pt idx="10436">
                  <c:v>2.68716</c:v>
                </c:pt>
                <c:pt idx="10437">
                  <c:v>2.6874600000000002</c:v>
                </c:pt>
                <c:pt idx="10438">
                  <c:v>2.68777</c:v>
                </c:pt>
                <c:pt idx="10439">
                  <c:v>2.6880799999999998</c:v>
                </c:pt>
                <c:pt idx="10440">
                  <c:v>2.68838</c:v>
                </c:pt>
                <c:pt idx="10441">
                  <c:v>2.6886899999999998</c:v>
                </c:pt>
                <c:pt idx="10442">
                  <c:v>2.68899</c:v>
                </c:pt>
                <c:pt idx="10443">
                  <c:v>2.6892999999999998</c:v>
                </c:pt>
                <c:pt idx="10444">
                  <c:v>2.6896</c:v>
                </c:pt>
                <c:pt idx="10445">
                  <c:v>2.6899099999999998</c:v>
                </c:pt>
                <c:pt idx="10446">
                  <c:v>2.69021</c:v>
                </c:pt>
                <c:pt idx="10447">
                  <c:v>2.6905199999999998</c:v>
                </c:pt>
                <c:pt idx="10448">
                  <c:v>2.69082</c:v>
                </c:pt>
                <c:pt idx="10449">
                  <c:v>2.6911299999999998</c:v>
                </c:pt>
                <c:pt idx="10450">
                  <c:v>2.69143</c:v>
                </c:pt>
                <c:pt idx="10451">
                  <c:v>2.6917399999999998</c:v>
                </c:pt>
                <c:pt idx="10452">
                  <c:v>2.6920500000000001</c:v>
                </c:pt>
                <c:pt idx="10453">
                  <c:v>2.6923499999999998</c:v>
                </c:pt>
                <c:pt idx="10454">
                  <c:v>2.6926600000000001</c:v>
                </c:pt>
                <c:pt idx="10455">
                  <c:v>2.6929599999999998</c:v>
                </c:pt>
                <c:pt idx="10456">
                  <c:v>2.6932700000000001</c:v>
                </c:pt>
                <c:pt idx="10457">
                  <c:v>2.6935699999999998</c:v>
                </c:pt>
                <c:pt idx="10458">
                  <c:v>2.6938800000000001</c:v>
                </c:pt>
                <c:pt idx="10459">
                  <c:v>2.6941799999999998</c:v>
                </c:pt>
                <c:pt idx="10460">
                  <c:v>2.6944900000000001</c:v>
                </c:pt>
                <c:pt idx="10461">
                  <c:v>2.6947899999999998</c:v>
                </c:pt>
                <c:pt idx="10462">
                  <c:v>2.6951000000000001</c:v>
                </c:pt>
                <c:pt idx="10463">
                  <c:v>2.6953999999999998</c:v>
                </c:pt>
                <c:pt idx="10464">
                  <c:v>2.6957100000000001</c:v>
                </c:pt>
                <c:pt idx="10465">
                  <c:v>2.6960199999999999</c:v>
                </c:pt>
                <c:pt idx="10466">
                  <c:v>2.6963200000000001</c:v>
                </c:pt>
                <c:pt idx="10467">
                  <c:v>2.6966299999999999</c:v>
                </c:pt>
                <c:pt idx="10468">
                  <c:v>2.69693</c:v>
                </c:pt>
                <c:pt idx="10469">
                  <c:v>2.6972399999999999</c:v>
                </c:pt>
                <c:pt idx="10470">
                  <c:v>2.69754</c:v>
                </c:pt>
                <c:pt idx="10471">
                  <c:v>2.6978499999999999</c:v>
                </c:pt>
                <c:pt idx="10472">
                  <c:v>2.69815</c:v>
                </c:pt>
                <c:pt idx="10473">
                  <c:v>2.6984599999999999</c:v>
                </c:pt>
                <c:pt idx="10474">
                  <c:v>2.69876</c:v>
                </c:pt>
                <c:pt idx="10475">
                  <c:v>2.6990699999999999</c:v>
                </c:pt>
                <c:pt idx="10476">
                  <c:v>2.69937</c:v>
                </c:pt>
                <c:pt idx="10477">
                  <c:v>2.6996799999999999</c:v>
                </c:pt>
                <c:pt idx="10478">
                  <c:v>2.6999900000000001</c:v>
                </c:pt>
                <c:pt idx="10479">
                  <c:v>2.7002899999999999</c:v>
                </c:pt>
                <c:pt idx="10480">
                  <c:v>2.7006000000000001</c:v>
                </c:pt>
                <c:pt idx="10481">
                  <c:v>2.7008999999999999</c:v>
                </c:pt>
                <c:pt idx="10482">
                  <c:v>2.7012100000000001</c:v>
                </c:pt>
                <c:pt idx="10483">
                  <c:v>2.7015099999999999</c:v>
                </c:pt>
                <c:pt idx="10484">
                  <c:v>2.7018200000000001</c:v>
                </c:pt>
                <c:pt idx="10485">
                  <c:v>2.7021199999999999</c:v>
                </c:pt>
                <c:pt idx="10486">
                  <c:v>2.7024300000000001</c:v>
                </c:pt>
                <c:pt idx="10487">
                  <c:v>2.7027299999999999</c:v>
                </c:pt>
                <c:pt idx="10488">
                  <c:v>2.7030400000000001</c:v>
                </c:pt>
                <c:pt idx="10489">
                  <c:v>2.7033499999999999</c:v>
                </c:pt>
                <c:pt idx="10490">
                  <c:v>2.7036500000000001</c:v>
                </c:pt>
                <c:pt idx="10491">
                  <c:v>2.7039599999999999</c:v>
                </c:pt>
                <c:pt idx="10492">
                  <c:v>2.7042600000000001</c:v>
                </c:pt>
                <c:pt idx="10493">
                  <c:v>2.7045699999999999</c:v>
                </c:pt>
                <c:pt idx="10494">
                  <c:v>2.7048700000000001</c:v>
                </c:pt>
                <c:pt idx="10495">
                  <c:v>2.7051799999999999</c:v>
                </c:pt>
                <c:pt idx="10496">
                  <c:v>2.7054800000000001</c:v>
                </c:pt>
                <c:pt idx="10497">
                  <c:v>2.7057899999999999</c:v>
                </c:pt>
                <c:pt idx="10498">
                  <c:v>2.7060900000000001</c:v>
                </c:pt>
                <c:pt idx="10499">
                  <c:v>2.7063999999999999</c:v>
                </c:pt>
                <c:pt idx="10500">
                  <c:v>2.7067000000000001</c:v>
                </c:pt>
                <c:pt idx="10501">
                  <c:v>2.7070099999999999</c:v>
                </c:pt>
                <c:pt idx="10502">
                  <c:v>2.7073200000000002</c:v>
                </c:pt>
                <c:pt idx="10503">
                  <c:v>2.7076199999999999</c:v>
                </c:pt>
                <c:pt idx="10504">
                  <c:v>2.7079300000000002</c:v>
                </c:pt>
                <c:pt idx="10505">
                  <c:v>2.7082299999999999</c:v>
                </c:pt>
                <c:pt idx="10506">
                  <c:v>2.7085400000000002</c:v>
                </c:pt>
                <c:pt idx="10507">
                  <c:v>2.7088399999999999</c:v>
                </c:pt>
                <c:pt idx="10508">
                  <c:v>2.7091500000000002</c:v>
                </c:pt>
                <c:pt idx="10509">
                  <c:v>2.7094499999999999</c:v>
                </c:pt>
                <c:pt idx="10510">
                  <c:v>2.7097600000000002</c:v>
                </c:pt>
                <c:pt idx="10511">
                  <c:v>2.7100599999999999</c:v>
                </c:pt>
                <c:pt idx="10512">
                  <c:v>2.7103700000000002</c:v>
                </c:pt>
                <c:pt idx="10513">
                  <c:v>2.7106699999999999</c:v>
                </c:pt>
                <c:pt idx="10514">
                  <c:v>2.7109800000000002</c:v>
                </c:pt>
                <c:pt idx="10515">
                  <c:v>2.71129</c:v>
                </c:pt>
                <c:pt idx="10516">
                  <c:v>2.7115900000000002</c:v>
                </c:pt>
                <c:pt idx="10517">
                  <c:v>2.7119</c:v>
                </c:pt>
                <c:pt idx="10518">
                  <c:v>2.7122000000000002</c:v>
                </c:pt>
                <c:pt idx="10519">
                  <c:v>2.71251</c:v>
                </c:pt>
                <c:pt idx="10520">
                  <c:v>2.7128100000000002</c:v>
                </c:pt>
                <c:pt idx="10521">
                  <c:v>2.71312</c:v>
                </c:pt>
                <c:pt idx="10522">
                  <c:v>2.7134200000000002</c:v>
                </c:pt>
                <c:pt idx="10523">
                  <c:v>2.71373</c:v>
                </c:pt>
                <c:pt idx="10524">
                  <c:v>2.7140300000000002</c:v>
                </c:pt>
                <c:pt idx="10525">
                  <c:v>2.71434</c:v>
                </c:pt>
                <c:pt idx="10526">
                  <c:v>2.7146400000000002</c:v>
                </c:pt>
                <c:pt idx="10527">
                  <c:v>2.71495</c:v>
                </c:pt>
                <c:pt idx="10528">
                  <c:v>2.7152599999999998</c:v>
                </c:pt>
                <c:pt idx="10529">
                  <c:v>2.71556</c:v>
                </c:pt>
                <c:pt idx="10530">
                  <c:v>2.7158699999999998</c:v>
                </c:pt>
                <c:pt idx="10531">
                  <c:v>2.71617</c:v>
                </c:pt>
                <c:pt idx="10532">
                  <c:v>2.7164799999999998</c:v>
                </c:pt>
                <c:pt idx="10533">
                  <c:v>2.71678</c:v>
                </c:pt>
                <c:pt idx="10534">
                  <c:v>2.7170899999999998</c:v>
                </c:pt>
                <c:pt idx="10535">
                  <c:v>2.71739</c:v>
                </c:pt>
                <c:pt idx="10536">
                  <c:v>2.7176999999999998</c:v>
                </c:pt>
                <c:pt idx="10537">
                  <c:v>2.718</c:v>
                </c:pt>
                <c:pt idx="10538">
                  <c:v>2.7183099999999998</c:v>
                </c:pt>
                <c:pt idx="10539">
                  <c:v>2.71862</c:v>
                </c:pt>
                <c:pt idx="10540">
                  <c:v>2.7189199999999998</c:v>
                </c:pt>
                <c:pt idx="10541">
                  <c:v>2.71923</c:v>
                </c:pt>
                <c:pt idx="10542">
                  <c:v>2.7195299999999998</c:v>
                </c:pt>
                <c:pt idx="10543">
                  <c:v>2.71984</c:v>
                </c:pt>
                <c:pt idx="10544">
                  <c:v>2.7201399999999998</c:v>
                </c:pt>
                <c:pt idx="10545">
                  <c:v>2.72045</c:v>
                </c:pt>
                <c:pt idx="10546">
                  <c:v>2.7207499999999998</c:v>
                </c:pt>
                <c:pt idx="10547">
                  <c:v>2.72106</c:v>
                </c:pt>
                <c:pt idx="10548">
                  <c:v>2.7213599999999998</c:v>
                </c:pt>
                <c:pt idx="10549">
                  <c:v>2.72167</c:v>
                </c:pt>
                <c:pt idx="10550">
                  <c:v>2.7219699999999998</c:v>
                </c:pt>
                <c:pt idx="10551">
                  <c:v>2.72228</c:v>
                </c:pt>
                <c:pt idx="10552">
                  <c:v>2.7225899999999998</c:v>
                </c:pt>
                <c:pt idx="10553">
                  <c:v>2.72289</c:v>
                </c:pt>
                <c:pt idx="10554">
                  <c:v>2.7231999999999998</c:v>
                </c:pt>
                <c:pt idx="10555">
                  <c:v>2.7235</c:v>
                </c:pt>
                <c:pt idx="10556">
                  <c:v>2.7238099999999998</c:v>
                </c:pt>
                <c:pt idx="10557">
                  <c:v>2.72411</c:v>
                </c:pt>
                <c:pt idx="10558">
                  <c:v>2.7244199999999998</c:v>
                </c:pt>
                <c:pt idx="10559">
                  <c:v>2.72472</c:v>
                </c:pt>
                <c:pt idx="10560">
                  <c:v>2.7250299999999998</c:v>
                </c:pt>
                <c:pt idx="10561">
                  <c:v>2.72533</c:v>
                </c:pt>
                <c:pt idx="10562">
                  <c:v>2.7256399999999998</c:v>
                </c:pt>
                <c:pt idx="10563">
                  <c:v>2.72594</c:v>
                </c:pt>
                <c:pt idx="10564">
                  <c:v>2.7262499999999998</c:v>
                </c:pt>
                <c:pt idx="10565">
                  <c:v>2.7265600000000001</c:v>
                </c:pt>
                <c:pt idx="10566">
                  <c:v>2.7268599999999998</c:v>
                </c:pt>
                <c:pt idx="10567">
                  <c:v>2.7271700000000001</c:v>
                </c:pt>
                <c:pt idx="10568">
                  <c:v>2.7274699999999998</c:v>
                </c:pt>
                <c:pt idx="10569">
                  <c:v>2.7277800000000001</c:v>
                </c:pt>
                <c:pt idx="10570">
                  <c:v>2.7280799999999998</c:v>
                </c:pt>
                <c:pt idx="10571">
                  <c:v>2.7283900000000001</c:v>
                </c:pt>
                <c:pt idx="10572">
                  <c:v>2.7286899999999998</c:v>
                </c:pt>
                <c:pt idx="10573">
                  <c:v>2.7290000000000001</c:v>
                </c:pt>
                <c:pt idx="10574">
                  <c:v>2.7292999999999998</c:v>
                </c:pt>
                <c:pt idx="10575">
                  <c:v>2.7296100000000001</c:v>
                </c:pt>
                <c:pt idx="10576">
                  <c:v>2.7299099999999998</c:v>
                </c:pt>
                <c:pt idx="10577">
                  <c:v>2.7302200000000001</c:v>
                </c:pt>
                <c:pt idx="10578">
                  <c:v>2.7305299999999999</c:v>
                </c:pt>
                <c:pt idx="10579">
                  <c:v>2.7308300000000001</c:v>
                </c:pt>
                <c:pt idx="10580">
                  <c:v>2.7311399999999999</c:v>
                </c:pt>
                <c:pt idx="10581">
                  <c:v>2.7314400000000001</c:v>
                </c:pt>
                <c:pt idx="10582">
                  <c:v>2.7317499999999999</c:v>
                </c:pt>
                <c:pt idx="10583">
                  <c:v>2.7320500000000001</c:v>
                </c:pt>
                <c:pt idx="10584">
                  <c:v>2.7323599999999999</c:v>
                </c:pt>
                <c:pt idx="10585">
                  <c:v>2.7326600000000001</c:v>
                </c:pt>
                <c:pt idx="10586">
                  <c:v>2.7329699999999999</c:v>
                </c:pt>
                <c:pt idx="10587">
                  <c:v>2.7332700000000001</c:v>
                </c:pt>
                <c:pt idx="10588">
                  <c:v>2.7335799999999999</c:v>
                </c:pt>
                <c:pt idx="10589">
                  <c:v>2.7338800000000001</c:v>
                </c:pt>
                <c:pt idx="10590">
                  <c:v>2.7341899999999999</c:v>
                </c:pt>
                <c:pt idx="10591">
                  <c:v>2.7345000000000002</c:v>
                </c:pt>
                <c:pt idx="10592">
                  <c:v>2.7347999999999999</c:v>
                </c:pt>
                <c:pt idx="10593">
                  <c:v>2.7351100000000002</c:v>
                </c:pt>
                <c:pt idx="10594">
                  <c:v>2.7354099999999999</c:v>
                </c:pt>
                <c:pt idx="10595">
                  <c:v>2.7357200000000002</c:v>
                </c:pt>
                <c:pt idx="10596">
                  <c:v>2.7360199999999999</c:v>
                </c:pt>
                <c:pt idx="10597">
                  <c:v>2.7363300000000002</c:v>
                </c:pt>
                <c:pt idx="10598">
                  <c:v>2.7366299999999999</c:v>
                </c:pt>
                <c:pt idx="10599">
                  <c:v>2.7369400000000002</c:v>
                </c:pt>
                <c:pt idx="10600">
                  <c:v>2.7372399999999999</c:v>
                </c:pt>
                <c:pt idx="10601">
                  <c:v>2.7375500000000001</c:v>
                </c:pt>
                <c:pt idx="10602">
                  <c:v>2.73786</c:v>
                </c:pt>
                <c:pt idx="10603">
                  <c:v>2.7381600000000001</c:v>
                </c:pt>
                <c:pt idx="10604">
                  <c:v>2.73847</c:v>
                </c:pt>
                <c:pt idx="10605">
                  <c:v>2.7387700000000001</c:v>
                </c:pt>
                <c:pt idx="10606">
                  <c:v>2.73908</c:v>
                </c:pt>
                <c:pt idx="10607">
                  <c:v>2.7393800000000001</c:v>
                </c:pt>
                <c:pt idx="10608">
                  <c:v>2.73969</c:v>
                </c:pt>
                <c:pt idx="10609">
                  <c:v>2.7399900000000001</c:v>
                </c:pt>
                <c:pt idx="10610">
                  <c:v>2.7403</c:v>
                </c:pt>
                <c:pt idx="10611">
                  <c:v>2.7406000000000001</c:v>
                </c:pt>
                <c:pt idx="10612">
                  <c:v>2.74091</c:v>
                </c:pt>
                <c:pt idx="10613">
                  <c:v>2.7412100000000001</c:v>
                </c:pt>
                <c:pt idx="10614">
                  <c:v>2.74152</c:v>
                </c:pt>
                <c:pt idx="10615">
                  <c:v>2.7418300000000002</c:v>
                </c:pt>
                <c:pt idx="10616">
                  <c:v>2.74213</c:v>
                </c:pt>
                <c:pt idx="10617">
                  <c:v>2.7424400000000002</c:v>
                </c:pt>
                <c:pt idx="10618">
                  <c:v>2.74274</c:v>
                </c:pt>
                <c:pt idx="10619">
                  <c:v>2.7430500000000002</c:v>
                </c:pt>
                <c:pt idx="10620">
                  <c:v>2.74335</c:v>
                </c:pt>
                <c:pt idx="10621">
                  <c:v>2.7436600000000002</c:v>
                </c:pt>
                <c:pt idx="10622">
                  <c:v>2.74396</c:v>
                </c:pt>
                <c:pt idx="10623">
                  <c:v>2.7442700000000002</c:v>
                </c:pt>
                <c:pt idx="10624">
                  <c:v>2.74457</c:v>
                </c:pt>
                <c:pt idx="10625">
                  <c:v>2.7448800000000002</c:v>
                </c:pt>
                <c:pt idx="10626">
                  <c:v>2.74518</c:v>
                </c:pt>
                <c:pt idx="10627">
                  <c:v>2.7454900000000002</c:v>
                </c:pt>
                <c:pt idx="10628">
                  <c:v>2.7458</c:v>
                </c:pt>
                <c:pt idx="10629">
                  <c:v>2.7461000000000002</c:v>
                </c:pt>
                <c:pt idx="10630">
                  <c:v>2.74641</c:v>
                </c:pt>
                <c:pt idx="10631">
                  <c:v>2.7467100000000002</c:v>
                </c:pt>
                <c:pt idx="10632">
                  <c:v>2.74702</c:v>
                </c:pt>
                <c:pt idx="10633">
                  <c:v>2.7473200000000002</c:v>
                </c:pt>
                <c:pt idx="10634">
                  <c:v>2.74763</c:v>
                </c:pt>
                <c:pt idx="10635">
                  <c:v>2.7479300000000002</c:v>
                </c:pt>
                <c:pt idx="10636">
                  <c:v>2.74824</c:v>
                </c:pt>
                <c:pt idx="10637">
                  <c:v>2.7485400000000002</c:v>
                </c:pt>
                <c:pt idx="10638">
                  <c:v>2.74885</c:v>
                </c:pt>
                <c:pt idx="10639">
                  <c:v>2.7491500000000002</c:v>
                </c:pt>
                <c:pt idx="10640">
                  <c:v>2.74946</c:v>
                </c:pt>
                <c:pt idx="10641">
                  <c:v>2.7497699999999998</c:v>
                </c:pt>
                <c:pt idx="10642">
                  <c:v>2.75007</c:v>
                </c:pt>
                <c:pt idx="10643">
                  <c:v>2.7503799999999998</c:v>
                </c:pt>
                <c:pt idx="10644">
                  <c:v>2.75068</c:v>
                </c:pt>
                <c:pt idx="10645">
                  <c:v>2.7509899999999998</c:v>
                </c:pt>
                <c:pt idx="10646">
                  <c:v>2.75129</c:v>
                </c:pt>
                <c:pt idx="10647">
                  <c:v>2.7515999999999998</c:v>
                </c:pt>
                <c:pt idx="10648">
                  <c:v>2.7519</c:v>
                </c:pt>
                <c:pt idx="10649">
                  <c:v>2.7522099999999998</c:v>
                </c:pt>
                <c:pt idx="10650">
                  <c:v>2.75251</c:v>
                </c:pt>
                <c:pt idx="10651">
                  <c:v>2.7528199999999998</c:v>
                </c:pt>
                <c:pt idx="10652">
                  <c:v>2.75312</c:v>
                </c:pt>
                <c:pt idx="10653">
                  <c:v>2.7534299999999998</c:v>
                </c:pt>
                <c:pt idx="10654">
                  <c:v>2.7537400000000001</c:v>
                </c:pt>
                <c:pt idx="10655">
                  <c:v>2.7540399999999998</c:v>
                </c:pt>
                <c:pt idx="10656">
                  <c:v>2.7543500000000001</c:v>
                </c:pt>
                <c:pt idx="10657">
                  <c:v>2.7546499999999998</c:v>
                </c:pt>
                <c:pt idx="10658">
                  <c:v>2.7549600000000001</c:v>
                </c:pt>
                <c:pt idx="10659">
                  <c:v>2.7552599999999998</c:v>
                </c:pt>
                <c:pt idx="10660">
                  <c:v>2.7555700000000001</c:v>
                </c:pt>
                <c:pt idx="10661">
                  <c:v>2.7558699999999998</c:v>
                </c:pt>
                <c:pt idx="10662">
                  <c:v>2.7561800000000001</c:v>
                </c:pt>
                <c:pt idx="10663">
                  <c:v>2.7564799999999998</c:v>
                </c:pt>
                <c:pt idx="10664">
                  <c:v>2.7567900000000001</c:v>
                </c:pt>
                <c:pt idx="10665">
                  <c:v>2.7570999999999999</c:v>
                </c:pt>
                <c:pt idx="10666">
                  <c:v>2.7574000000000001</c:v>
                </c:pt>
                <c:pt idx="10667">
                  <c:v>2.7577099999999999</c:v>
                </c:pt>
                <c:pt idx="10668">
                  <c:v>2.7580100000000001</c:v>
                </c:pt>
                <c:pt idx="10669">
                  <c:v>2.7583199999999999</c:v>
                </c:pt>
                <c:pt idx="10670">
                  <c:v>2.7586200000000001</c:v>
                </c:pt>
                <c:pt idx="10671">
                  <c:v>2.7589299999999999</c:v>
                </c:pt>
                <c:pt idx="10672">
                  <c:v>2.7592300000000001</c:v>
                </c:pt>
                <c:pt idx="10673">
                  <c:v>2.7595399999999999</c:v>
                </c:pt>
                <c:pt idx="10674">
                  <c:v>2.7598400000000001</c:v>
                </c:pt>
                <c:pt idx="10675">
                  <c:v>2.7601499999999999</c:v>
                </c:pt>
                <c:pt idx="10676">
                  <c:v>2.7604500000000001</c:v>
                </c:pt>
                <c:pt idx="10677">
                  <c:v>2.7607599999999999</c:v>
                </c:pt>
                <c:pt idx="10678">
                  <c:v>2.7610700000000001</c:v>
                </c:pt>
                <c:pt idx="10679">
                  <c:v>2.7613699999999999</c:v>
                </c:pt>
                <c:pt idx="10680">
                  <c:v>2.7616800000000001</c:v>
                </c:pt>
                <c:pt idx="10681">
                  <c:v>2.7619799999999999</c:v>
                </c:pt>
                <c:pt idx="10682">
                  <c:v>2.7622900000000001</c:v>
                </c:pt>
                <c:pt idx="10683">
                  <c:v>2.7625899999999999</c:v>
                </c:pt>
                <c:pt idx="10684">
                  <c:v>2.7629000000000001</c:v>
                </c:pt>
                <c:pt idx="10685">
                  <c:v>2.7631999999999999</c:v>
                </c:pt>
                <c:pt idx="10686">
                  <c:v>2.7635100000000001</c:v>
                </c:pt>
                <c:pt idx="10687">
                  <c:v>2.7638099999999999</c:v>
                </c:pt>
                <c:pt idx="10688">
                  <c:v>2.7641200000000001</c:v>
                </c:pt>
                <c:pt idx="10689">
                  <c:v>2.7644199999999999</c:v>
                </c:pt>
                <c:pt idx="10690">
                  <c:v>2.7647300000000001</c:v>
                </c:pt>
                <c:pt idx="10691">
                  <c:v>2.7650399999999999</c:v>
                </c:pt>
                <c:pt idx="10692">
                  <c:v>2.7653400000000001</c:v>
                </c:pt>
                <c:pt idx="10693">
                  <c:v>2.7656499999999999</c:v>
                </c:pt>
                <c:pt idx="10694">
                  <c:v>2.7659500000000001</c:v>
                </c:pt>
                <c:pt idx="10695">
                  <c:v>2.7662599999999999</c:v>
                </c:pt>
                <c:pt idx="10696">
                  <c:v>2.7665600000000001</c:v>
                </c:pt>
                <c:pt idx="10697">
                  <c:v>2.7668699999999999</c:v>
                </c:pt>
                <c:pt idx="10698">
                  <c:v>2.7671700000000001</c:v>
                </c:pt>
                <c:pt idx="10699">
                  <c:v>2.7674799999999999</c:v>
                </c:pt>
                <c:pt idx="10700">
                  <c:v>2.7677800000000001</c:v>
                </c:pt>
                <c:pt idx="10701">
                  <c:v>2.7680899999999999</c:v>
                </c:pt>
                <c:pt idx="10702">
                  <c:v>2.7683900000000001</c:v>
                </c:pt>
                <c:pt idx="10703">
                  <c:v>2.7686999999999999</c:v>
                </c:pt>
                <c:pt idx="10704">
                  <c:v>2.7690100000000002</c:v>
                </c:pt>
                <c:pt idx="10705">
                  <c:v>2.7693099999999999</c:v>
                </c:pt>
                <c:pt idx="10706">
                  <c:v>2.7696200000000002</c:v>
                </c:pt>
                <c:pt idx="10707">
                  <c:v>2.7699199999999999</c:v>
                </c:pt>
                <c:pt idx="10708">
                  <c:v>2.7702300000000002</c:v>
                </c:pt>
                <c:pt idx="10709">
                  <c:v>2.7705299999999999</c:v>
                </c:pt>
                <c:pt idx="10710">
                  <c:v>2.7708400000000002</c:v>
                </c:pt>
                <c:pt idx="10711">
                  <c:v>2.7711399999999999</c:v>
                </c:pt>
                <c:pt idx="10712">
                  <c:v>2.7714500000000002</c:v>
                </c:pt>
                <c:pt idx="10713">
                  <c:v>2.7717499999999999</c:v>
                </c:pt>
                <c:pt idx="10714">
                  <c:v>2.7720600000000002</c:v>
                </c:pt>
                <c:pt idx="10715">
                  <c:v>2.77237</c:v>
                </c:pt>
                <c:pt idx="10716">
                  <c:v>2.7726700000000002</c:v>
                </c:pt>
                <c:pt idx="10717">
                  <c:v>2.77298</c:v>
                </c:pt>
                <c:pt idx="10718">
                  <c:v>2.7732800000000002</c:v>
                </c:pt>
                <c:pt idx="10719">
                  <c:v>2.77359</c:v>
                </c:pt>
                <c:pt idx="10720">
                  <c:v>2.7738900000000002</c:v>
                </c:pt>
                <c:pt idx="10721">
                  <c:v>2.7742</c:v>
                </c:pt>
                <c:pt idx="10722">
                  <c:v>2.7745000000000002</c:v>
                </c:pt>
                <c:pt idx="10723">
                  <c:v>2.77481</c:v>
                </c:pt>
                <c:pt idx="10724">
                  <c:v>2.7751100000000002</c:v>
                </c:pt>
                <c:pt idx="10725">
                  <c:v>2.77542</c:v>
                </c:pt>
                <c:pt idx="10726">
                  <c:v>2.7757200000000002</c:v>
                </c:pt>
                <c:pt idx="10727">
                  <c:v>2.77603</c:v>
                </c:pt>
                <c:pt idx="10728">
                  <c:v>2.7763399999999998</c:v>
                </c:pt>
                <c:pt idx="10729">
                  <c:v>2.77664</c:v>
                </c:pt>
                <c:pt idx="10730">
                  <c:v>2.7769499999999998</c:v>
                </c:pt>
                <c:pt idx="10731">
                  <c:v>2.77725</c:v>
                </c:pt>
                <c:pt idx="10732">
                  <c:v>2.7775599999999998</c:v>
                </c:pt>
                <c:pt idx="10733">
                  <c:v>2.77786</c:v>
                </c:pt>
                <c:pt idx="10734">
                  <c:v>2.7781699999999998</c:v>
                </c:pt>
                <c:pt idx="10735">
                  <c:v>2.77847</c:v>
                </c:pt>
                <c:pt idx="10736">
                  <c:v>2.7787799999999998</c:v>
                </c:pt>
                <c:pt idx="10737">
                  <c:v>2.77908</c:v>
                </c:pt>
                <c:pt idx="10738">
                  <c:v>2.7793899999999998</c:v>
                </c:pt>
                <c:pt idx="10739">
                  <c:v>2.77969</c:v>
                </c:pt>
                <c:pt idx="10740">
                  <c:v>2.78</c:v>
                </c:pt>
                <c:pt idx="10741">
                  <c:v>2.7803100000000001</c:v>
                </c:pt>
                <c:pt idx="10742">
                  <c:v>2.7806099999999998</c:v>
                </c:pt>
                <c:pt idx="10743">
                  <c:v>2.7809200000000001</c:v>
                </c:pt>
                <c:pt idx="10744">
                  <c:v>2.7812199999999998</c:v>
                </c:pt>
                <c:pt idx="10745">
                  <c:v>2.7815300000000001</c:v>
                </c:pt>
                <c:pt idx="10746">
                  <c:v>2.7818299999999998</c:v>
                </c:pt>
                <c:pt idx="10747">
                  <c:v>2.7821400000000001</c:v>
                </c:pt>
                <c:pt idx="10748">
                  <c:v>2.7824399999999998</c:v>
                </c:pt>
                <c:pt idx="10749">
                  <c:v>2.7827500000000001</c:v>
                </c:pt>
                <c:pt idx="10750">
                  <c:v>2.7830499999999998</c:v>
                </c:pt>
                <c:pt idx="10751">
                  <c:v>2.7833600000000001</c:v>
                </c:pt>
                <c:pt idx="10752">
                  <c:v>2.7836599999999998</c:v>
                </c:pt>
                <c:pt idx="10753">
                  <c:v>2.7839700000000001</c:v>
                </c:pt>
                <c:pt idx="10754">
                  <c:v>2.7842799999999999</c:v>
                </c:pt>
                <c:pt idx="10755">
                  <c:v>2.7845800000000001</c:v>
                </c:pt>
                <c:pt idx="10756">
                  <c:v>2.7848899999999999</c:v>
                </c:pt>
                <c:pt idx="10757">
                  <c:v>2.7851900000000001</c:v>
                </c:pt>
                <c:pt idx="10758">
                  <c:v>2.7854999999999999</c:v>
                </c:pt>
                <c:pt idx="10759">
                  <c:v>2.7858000000000001</c:v>
                </c:pt>
                <c:pt idx="10760">
                  <c:v>2.7861099999999999</c:v>
                </c:pt>
                <c:pt idx="10761">
                  <c:v>2.7864100000000001</c:v>
                </c:pt>
                <c:pt idx="10762">
                  <c:v>2.7867199999999999</c:v>
                </c:pt>
                <c:pt idx="10763">
                  <c:v>2.7870200000000001</c:v>
                </c:pt>
                <c:pt idx="10764">
                  <c:v>2.7873299999999999</c:v>
                </c:pt>
                <c:pt idx="10765">
                  <c:v>2.7876300000000001</c:v>
                </c:pt>
                <c:pt idx="10766">
                  <c:v>2.7879399999999999</c:v>
                </c:pt>
                <c:pt idx="10767">
                  <c:v>2.7882500000000001</c:v>
                </c:pt>
                <c:pt idx="10768">
                  <c:v>2.7885499999999999</c:v>
                </c:pt>
                <c:pt idx="10769">
                  <c:v>2.7888600000000001</c:v>
                </c:pt>
                <c:pt idx="10770">
                  <c:v>2.7891599999999999</c:v>
                </c:pt>
                <c:pt idx="10771">
                  <c:v>2.7894700000000001</c:v>
                </c:pt>
                <c:pt idx="10772">
                  <c:v>2.7897699999999999</c:v>
                </c:pt>
                <c:pt idx="10773">
                  <c:v>2.7900800000000001</c:v>
                </c:pt>
                <c:pt idx="10774">
                  <c:v>2.7903799999999999</c:v>
                </c:pt>
                <c:pt idx="10775">
                  <c:v>2.7906900000000001</c:v>
                </c:pt>
                <c:pt idx="10776">
                  <c:v>2.7909899999999999</c:v>
                </c:pt>
                <c:pt idx="10777">
                  <c:v>2.7913000000000001</c:v>
                </c:pt>
                <c:pt idx="10778">
                  <c:v>2.7916099999999999</c:v>
                </c:pt>
                <c:pt idx="10779">
                  <c:v>2.7919100000000001</c:v>
                </c:pt>
                <c:pt idx="10780">
                  <c:v>2.7922199999999999</c:v>
                </c:pt>
                <c:pt idx="10781">
                  <c:v>2.7925200000000001</c:v>
                </c:pt>
                <c:pt idx="10782">
                  <c:v>2.7928299999999999</c:v>
                </c:pt>
                <c:pt idx="10783">
                  <c:v>2.7931300000000001</c:v>
                </c:pt>
                <c:pt idx="10784">
                  <c:v>2.7934399999999999</c:v>
                </c:pt>
                <c:pt idx="10785">
                  <c:v>2.7937400000000001</c:v>
                </c:pt>
                <c:pt idx="10786">
                  <c:v>2.7940499999999999</c:v>
                </c:pt>
                <c:pt idx="10787">
                  <c:v>2.7943500000000001</c:v>
                </c:pt>
                <c:pt idx="10788">
                  <c:v>2.7946599999999999</c:v>
                </c:pt>
                <c:pt idx="10789">
                  <c:v>2.7949600000000001</c:v>
                </c:pt>
                <c:pt idx="10790">
                  <c:v>2.7952699999999999</c:v>
                </c:pt>
                <c:pt idx="10791">
                  <c:v>2.7955800000000002</c:v>
                </c:pt>
                <c:pt idx="10792">
                  <c:v>2.7958799999999999</c:v>
                </c:pt>
                <c:pt idx="10793">
                  <c:v>2.7961900000000002</c:v>
                </c:pt>
                <c:pt idx="10794">
                  <c:v>2.7964899999999999</c:v>
                </c:pt>
                <c:pt idx="10795">
                  <c:v>2.7968000000000002</c:v>
                </c:pt>
                <c:pt idx="10796">
                  <c:v>2.7970999999999999</c:v>
                </c:pt>
                <c:pt idx="10797">
                  <c:v>2.7974100000000002</c:v>
                </c:pt>
                <c:pt idx="10798">
                  <c:v>2.7977099999999999</c:v>
                </c:pt>
                <c:pt idx="10799">
                  <c:v>2.7980200000000002</c:v>
                </c:pt>
                <c:pt idx="10800">
                  <c:v>2.7983199999999999</c:v>
                </c:pt>
                <c:pt idx="10801">
                  <c:v>2.7986300000000002</c:v>
                </c:pt>
                <c:pt idx="10802">
                  <c:v>2.7989299999999999</c:v>
                </c:pt>
                <c:pt idx="10803">
                  <c:v>2.7992400000000002</c:v>
                </c:pt>
                <c:pt idx="10804">
                  <c:v>2.79955</c:v>
                </c:pt>
                <c:pt idx="10805">
                  <c:v>2.7998500000000002</c:v>
                </c:pt>
                <c:pt idx="10806">
                  <c:v>2.80016</c:v>
                </c:pt>
                <c:pt idx="10807">
                  <c:v>2.8004600000000002</c:v>
                </c:pt>
                <c:pt idx="10808">
                  <c:v>2.80077</c:v>
                </c:pt>
                <c:pt idx="10809">
                  <c:v>2.8010700000000002</c:v>
                </c:pt>
                <c:pt idx="10810">
                  <c:v>2.80138</c:v>
                </c:pt>
                <c:pt idx="10811">
                  <c:v>2.8016800000000002</c:v>
                </c:pt>
                <c:pt idx="10812">
                  <c:v>2.80199</c:v>
                </c:pt>
                <c:pt idx="10813">
                  <c:v>2.8022900000000002</c:v>
                </c:pt>
                <c:pt idx="10814">
                  <c:v>2.8026</c:v>
                </c:pt>
                <c:pt idx="10815">
                  <c:v>2.8029000000000002</c:v>
                </c:pt>
                <c:pt idx="10816">
                  <c:v>2.80321</c:v>
                </c:pt>
                <c:pt idx="10817">
                  <c:v>2.8035199999999998</c:v>
                </c:pt>
                <c:pt idx="10818">
                  <c:v>2.80382</c:v>
                </c:pt>
                <c:pt idx="10819">
                  <c:v>2.8041299999999998</c:v>
                </c:pt>
                <c:pt idx="10820">
                  <c:v>2.80443</c:v>
                </c:pt>
                <c:pt idx="10821">
                  <c:v>2.8047399999999998</c:v>
                </c:pt>
                <c:pt idx="10822">
                  <c:v>2.80504</c:v>
                </c:pt>
                <c:pt idx="10823">
                  <c:v>2.8053499999999998</c:v>
                </c:pt>
                <c:pt idx="10824">
                  <c:v>2.80565</c:v>
                </c:pt>
                <c:pt idx="10825">
                  <c:v>2.8059599999999998</c:v>
                </c:pt>
                <c:pt idx="10826">
                  <c:v>2.80626</c:v>
                </c:pt>
                <c:pt idx="10827">
                  <c:v>2.8065699999999998</c:v>
                </c:pt>
                <c:pt idx="10828">
                  <c:v>2.80687</c:v>
                </c:pt>
                <c:pt idx="10829">
                  <c:v>2.8071799999999998</c:v>
                </c:pt>
                <c:pt idx="10830">
                  <c:v>2.80749</c:v>
                </c:pt>
                <c:pt idx="10831">
                  <c:v>2.8077899999999998</c:v>
                </c:pt>
                <c:pt idx="10832">
                  <c:v>2.8081</c:v>
                </c:pt>
                <c:pt idx="10833">
                  <c:v>2.8083999999999998</c:v>
                </c:pt>
                <c:pt idx="10834">
                  <c:v>2.80871</c:v>
                </c:pt>
                <c:pt idx="10835">
                  <c:v>2.8090099999999998</c:v>
                </c:pt>
                <c:pt idx="10836">
                  <c:v>2.80932</c:v>
                </c:pt>
                <c:pt idx="10837">
                  <c:v>2.8096199999999998</c:v>
                </c:pt>
                <c:pt idx="10838">
                  <c:v>2.80993</c:v>
                </c:pt>
                <c:pt idx="10839">
                  <c:v>2.8102299999999998</c:v>
                </c:pt>
                <c:pt idx="10840">
                  <c:v>2.81054</c:v>
                </c:pt>
                <c:pt idx="10841">
                  <c:v>2.8108499999999998</c:v>
                </c:pt>
                <c:pt idx="10842">
                  <c:v>2.81115</c:v>
                </c:pt>
                <c:pt idx="10843">
                  <c:v>2.8114599999999998</c:v>
                </c:pt>
                <c:pt idx="10844">
                  <c:v>2.81176</c:v>
                </c:pt>
                <c:pt idx="10845">
                  <c:v>2.8120699999999998</c:v>
                </c:pt>
                <c:pt idx="10846">
                  <c:v>2.81237</c:v>
                </c:pt>
                <c:pt idx="10847">
                  <c:v>2.8126799999999998</c:v>
                </c:pt>
                <c:pt idx="10848">
                  <c:v>2.81298</c:v>
                </c:pt>
                <c:pt idx="10849">
                  <c:v>2.8132899999999998</c:v>
                </c:pt>
                <c:pt idx="10850">
                  <c:v>2.81359</c:v>
                </c:pt>
                <c:pt idx="10851">
                  <c:v>2.8138999999999998</c:v>
                </c:pt>
                <c:pt idx="10852">
                  <c:v>2.8142</c:v>
                </c:pt>
                <c:pt idx="10853">
                  <c:v>2.8145099999999998</c:v>
                </c:pt>
                <c:pt idx="10854">
                  <c:v>2.8148200000000001</c:v>
                </c:pt>
                <c:pt idx="10855">
                  <c:v>2.8151199999999998</c:v>
                </c:pt>
                <c:pt idx="10856">
                  <c:v>2.8154300000000001</c:v>
                </c:pt>
                <c:pt idx="10857">
                  <c:v>2.8157299999999998</c:v>
                </c:pt>
                <c:pt idx="10858">
                  <c:v>2.8160400000000001</c:v>
                </c:pt>
                <c:pt idx="10859">
                  <c:v>2.8163399999999998</c:v>
                </c:pt>
                <c:pt idx="10860">
                  <c:v>2.8166500000000001</c:v>
                </c:pt>
                <c:pt idx="10861">
                  <c:v>2.8169499999999998</c:v>
                </c:pt>
                <c:pt idx="10862">
                  <c:v>2.8172600000000001</c:v>
                </c:pt>
                <c:pt idx="10863">
                  <c:v>2.8175599999999998</c:v>
                </c:pt>
                <c:pt idx="10864">
                  <c:v>2.8178700000000001</c:v>
                </c:pt>
                <c:pt idx="10865">
                  <c:v>2.8181699999999998</c:v>
                </c:pt>
                <c:pt idx="10866">
                  <c:v>2.8184800000000001</c:v>
                </c:pt>
                <c:pt idx="10867">
                  <c:v>2.8187899999999999</c:v>
                </c:pt>
                <c:pt idx="10868">
                  <c:v>2.8190900000000001</c:v>
                </c:pt>
                <c:pt idx="10869">
                  <c:v>2.8193999999999999</c:v>
                </c:pt>
                <c:pt idx="10870">
                  <c:v>2.8197000000000001</c:v>
                </c:pt>
                <c:pt idx="10871">
                  <c:v>2.8200099999999999</c:v>
                </c:pt>
                <c:pt idx="10872">
                  <c:v>2.8203100000000001</c:v>
                </c:pt>
                <c:pt idx="10873">
                  <c:v>2.8206199999999999</c:v>
                </c:pt>
                <c:pt idx="10874">
                  <c:v>2.8209200000000001</c:v>
                </c:pt>
                <c:pt idx="10875">
                  <c:v>2.8212299999999999</c:v>
                </c:pt>
                <c:pt idx="10876">
                  <c:v>2.8215300000000001</c:v>
                </c:pt>
                <c:pt idx="10877">
                  <c:v>2.8218399999999999</c:v>
                </c:pt>
                <c:pt idx="10878">
                  <c:v>2.8221400000000001</c:v>
                </c:pt>
                <c:pt idx="10879">
                  <c:v>2.8224499999999999</c:v>
                </c:pt>
                <c:pt idx="10880">
                  <c:v>2.8227600000000002</c:v>
                </c:pt>
                <c:pt idx="10881">
                  <c:v>2.8230599999999999</c:v>
                </c:pt>
                <c:pt idx="10882">
                  <c:v>2.8233700000000002</c:v>
                </c:pt>
                <c:pt idx="10883">
                  <c:v>2.8236699999999999</c:v>
                </c:pt>
                <c:pt idx="10884">
                  <c:v>2.8239800000000002</c:v>
                </c:pt>
                <c:pt idx="10885">
                  <c:v>2.8242799999999999</c:v>
                </c:pt>
                <c:pt idx="10886">
                  <c:v>2.8245900000000002</c:v>
                </c:pt>
                <c:pt idx="10887">
                  <c:v>2.8248899999999999</c:v>
                </c:pt>
                <c:pt idx="10888">
                  <c:v>2.8252000000000002</c:v>
                </c:pt>
                <c:pt idx="10889">
                  <c:v>2.8254999999999999</c:v>
                </c:pt>
                <c:pt idx="10890">
                  <c:v>2.8258100000000002</c:v>
                </c:pt>
                <c:pt idx="10891">
                  <c:v>2.8261099999999999</c:v>
                </c:pt>
                <c:pt idx="10892">
                  <c:v>2.8264200000000002</c:v>
                </c:pt>
                <c:pt idx="10893">
                  <c:v>2.82673</c:v>
                </c:pt>
                <c:pt idx="10894">
                  <c:v>2.8270300000000002</c:v>
                </c:pt>
                <c:pt idx="10895">
                  <c:v>2.82734</c:v>
                </c:pt>
                <c:pt idx="10896">
                  <c:v>2.8276400000000002</c:v>
                </c:pt>
                <c:pt idx="10897">
                  <c:v>2.82795</c:v>
                </c:pt>
                <c:pt idx="10898">
                  <c:v>2.8282500000000002</c:v>
                </c:pt>
                <c:pt idx="10899">
                  <c:v>2.82856</c:v>
                </c:pt>
                <c:pt idx="10900">
                  <c:v>2.8288600000000002</c:v>
                </c:pt>
                <c:pt idx="10901">
                  <c:v>2.82917</c:v>
                </c:pt>
                <c:pt idx="10902">
                  <c:v>2.8294700000000002</c:v>
                </c:pt>
                <c:pt idx="10903">
                  <c:v>2.82978</c:v>
                </c:pt>
                <c:pt idx="10904">
                  <c:v>2.8300900000000002</c:v>
                </c:pt>
                <c:pt idx="10905">
                  <c:v>2.83039</c:v>
                </c:pt>
                <c:pt idx="10906">
                  <c:v>2.8307000000000002</c:v>
                </c:pt>
                <c:pt idx="10907">
                  <c:v>2.831</c:v>
                </c:pt>
                <c:pt idx="10908">
                  <c:v>2.8313100000000002</c:v>
                </c:pt>
                <c:pt idx="10909">
                  <c:v>2.83161</c:v>
                </c:pt>
                <c:pt idx="10910">
                  <c:v>2.8319200000000002</c:v>
                </c:pt>
                <c:pt idx="10911">
                  <c:v>2.83222</c:v>
                </c:pt>
                <c:pt idx="10912">
                  <c:v>2.8325300000000002</c:v>
                </c:pt>
                <c:pt idx="10913">
                  <c:v>2.83283</c:v>
                </c:pt>
                <c:pt idx="10914">
                  <c:v>2.8331400000000002</c:v>
                </c:pt>
                <c:pt idx="10915">
                  <c:v>2.83344</c:v>
                </c:pt>
                <c:pt idx="10916">
                  <c:v>2.8337500000000002</c:v>
                </c:pt>
                <c:pt idx="10917">
                  <c:v>2.83406</c:v>
                </c:pt>
                <c:pt idx="10918">
                  <c:v>2.8343600000000002</c:v>
                </c:pt>
                <c:pt idx="10919">
                  <c:v>2.83467</c:v>
                </c:pt>
                <c:pt idx="10920">
                  <c:v>2.8349700000000002</c:v>
                </c:pt>
                <c:pt idx="10921">
                  <c:v>2.83528</c:v>
                </c:pt>
                <c:pt idx="10922">
                  <c:v>2.8355800000000002</c:v>
                </c:pt>
                <c:pt idx="10923">
                  <c:v>2.83589</c:v>
                </c:pt>
                <c:pt idx="10924">
                  <c:v>2.8361900000000002</c:v>
                </c:pt>
                <c:pt idx="10925">
                  <c:v>2.8365</c:v>
                </c:pt>
                <c:pt idx="10926">
                  <c:v>2.8368000000000002</c:v>
                </c:pt>
                <c:pt idx="10927">
                  <c:v>2.83711</c:v>
                </c:pt>
                <c:pt idx="10928">
                  <c:v>2.8374100000000002</c:v>
                </c:pt>
                <c:pt idx="10929">
                  <c:v>2.83772</c:v>
                </c:pt>
                <c:pt idx="10930">
                  <c:v>2.8380299999999998</c:v>
                </c:pt>
                <c:pt idx="10931">
                  <c:v>2.83833</c:v>
                </c:pt>
                <c:pt idx="10932">
                  <c:v>2.8386399999999998</c:v>
                </c:pt>
                <c:pt idx="10933">
                  <c:v>2.83894</c:v>
                </c:pt>
                <c:pt idx="10934">
                  <c:v>2.8392499999999998</c:v>
                </c:pt>
                <c:pt idx="10935">
                  <c:v>2.83955</c:v>
                </c:pt>
                <c:pt idx="10936">
                  <c:v>2.8398599999999998</c:v>
                </c:pt>
                <c:pt idx="10937">
                  <c:v>2.84016</c:v>
                </c:pt>
                <c:pt idx="10938">
                  <c:v>2.8404699999999998</c:v>
                </c:pt>
                <c:pt idx="10939">
                  <c:v>2.84077</c:v>
                </c:pt>
                <c:pt idx="10940">
                  <c:v>2.8410799999999998</c:v>
                </c:pt>
                <c:pt idx="10941">
                  <c:v>2.84138</c:v>
                </c:pt>
                <c:pt idx="10942">
                  <c:v>2.8416899999999998</c:v>
                </c:pt>
                <c:pt idx="10943">
                  <c:v>2.8420000000000001</c:v>
                </c:pt>
                <c:pt idx="10944">
                  <c:v>2.8422999999999998</c:v>
                </c:pt>
                <c:pt idx="10945">
                  <c:v>2.8426100000000001</c:v>
                </c:pt>
                <c:pt idx="10946">
                  <c:v>2.8429099999999998</c:v>
                </c:pt>
                <c:pt idx="10947">
                  <c:v>2.8432200000000001</c:v>
                </c:pt>
                <c:pt idx="10948">
                  <c:v>2.8435199999999998</c:v>
                </c:pt>
                <c:pt idx="10949">
                  <c:v>2.8438300000000001</c:v>
                </c:pt>
                <c:pt idx="10950">
                  <c:v>2.8441299999999998</c:v>
                </c:pt>
                <c:pt idx="10951">
                  <c:v>2.8444400000000001</c:v>
                </c:pt>
                <c:pt idx="10952">
                  <c:v>2.8447399999999998</c:v>
                </c:pt>
                <c:pt idx="10953">
                  <c:v>2.8450500000000001</c:v>
                </c:pt>
                <c:pt idx="10954">
                  <c:v>2.8453599999999999</c:v>
                </c:pt>
                <c:pt idx="10955">
                  <c:v>2.8456600000000001</c:v>
                </c:pt>
                <c:pt idx="10956">
                  <c:v>2.8459699999999999</c:v>
                </c:pt>
                <c:pt idx="10957">
                  <c:v>2.8462700000000001</c:v>
                </c:pt>
                <c:pt idx="10958">
                  <c:v>2.8465799999999999</c:v>
                </c:pt>
                <c:pt idx="10959">
                  <c:v>2.8468800000000001</c:v>
                </c:pt>
                <c:pt idx="10960">
                  <c:v>2.8471899999999999</c:v>
                </c:pt>
                <c:pt idx="10961">
                  <c:v>2.8474900000000001</c:v>
                </c:pt>
                <c:pt idx="10962">
                  <c:v>2.8477999999999999</c:v>
                </c:pt>
                <c:pt idx="10963">
                  <c:v>2.8481000000000001</c:v>
                </c:pt>
                <c:pt idx="10964">
                  <c:v>2.8484099999999999</c:v>
                </c:pt>
                <c:pt idx="10965">
                  <c:v>2.8487100000000001</c:v>
                </c:pt>
                <c:pt idx="10966">
                  <c:v>2.8490199999999999</c:v>
                </c:pt>
                <c:pt idx="10967">
                  <c:v>2.8493300000000001</c:v>
                </c:pt>
                <c:pt idx="10968">
                  <c:v>2.8496299999999999</c:v>
                </c:pt>
                <c:pt idx="10969">
                  <c:v>2.8499400000000001</c:v>
                </c:pt>
                <c:pt idx="10970">
                  <c:v>2.8502399999999999</c:v>
                </c:pt>
                <c:pt idx="10971">
                  <c:v>2.8505500000000001</c:v>
                </c:pt>
                <c:pt idx="10972">
                  <c:v>2.8508499999999999</c:v>
                </c:pt>
                <c:pt idx="10973">
                  <c:v>2.8511600000000001</c:v>
                </c:pt>
                <c:pt idx="10974">
                  <c:v>2.8514599999999999</c:v>
                </c:pt>
                <c:pt idx="10975">
                  <c:v>2.8517700000000001</c:v>
                </c:pt>
                <c:pt idx="10976">
                  <c:v>2.8520699999999999</c:v>
                </c:pt>
                <c:pt idx="10977">
                  <c:v>2.8523800000000001</c:v>
                </c:pt>
                <c:pt idx="10978">
                  <c:v>2.8526799999999999</c:v>
                </c:pt>
                <c:pt idx="10979">
                  <c:v>2.8529900000000001</c:v>
                </c:pt>
                <c:pt idx="10980">
                  <c:v>2.8532999999999999</c:v>
                </c:pt>
                <c:pt idx="10981">
                  <c:v>2.8536000000000001</c:v>
                </c:pt>
                <c:pt idx="10982">
                  <c:v>2.8539099999999999</c:v>
                </c:pt>
                <c:pt idx="10983">
                  <c:v>2.8542100000000001</c:v>
                </c:pt>
                <c:pt idx="10984">
                  <c:v>2.8545199999999999</c:v>
                </c:pt>
                <c:pt idx="10985">
                  <c:v>2.8548200000000001</c:v>
                </c:pt>
                <c:pt idx="10986">
                  <c:v>2.8551299999999999</c:v>
                </c:pt>
                <c:pt idx="10987">
                  <c:v>2.8554300000000001</c:v>
                </c:pt>
                <c:pt idx="10988">
                  <c:v>2.8557399999999999</c:v>
                </c:pt>
                <c:pt idx="10989">
                  <c:v>2.8560400000000001</c:v>
                </c:pt>
                <c:pt idx="10990">
                  <c:v>2.8563499999999999</c:v>
                </c:pt>
                <c:pt idx="10991">
                  <c:v>2.8566500000000001</c:v>
                </c:pt>
                <c:pt idx="10992">
                  <c:v>2.8569599999999999</c:v>
                </c:pt>
                <c:pt idx="10993">
                  <c:v>2.8572700000000002</c:v>
                </c:pt>
                <c:pt idx="10994">
                  <c:v>2.8575699999999999</c:v>
                </c:pt>
                <c:pt idx="10995">
                  <c:v>2.8578800000000002</c:v>
                </c:pt>
                <c:pt idx="10996">
                  <c:v>2.8581799999999999</c:v>
                </c:pt>
                <c:pt idx="10997">
                  <c:v>2.8584900000000002</c:v>
                </c:pt>
                <c:pt idx="10998">
                  <c:v>2.8587899999999999</c:v>
                </c:pt>
                <c:pt idx="10999">
                  <c:v>2.8591000000000002</c:v>
                </c:pt>
                <c:pt idx="11000">
                  <c:v>2.8593999999999999</c:v>
                </c:pt>
                <c:pt idx="11001">
                  <c:v>2.8597100000000002</c:v>
                </c:pt>
                <c:pt idx="11002">
                  <c:v>2.8600099999999999</c:v>
                </c:pt>
                <c:pt idx="11003">
                  <c:v>2.8603200000000002</c:v>
                </c:pt>
                <c:pt idx="11004">
                  <c:v>2.8606199999999999</c:v>
                </c:pt>
                <c:pt idx="11005">
                  <c:v>2.8609300000000002</c:v>
                </c:pt>
                <c:pt idx="11006">
                  <c:v>2.86124</c:v>
                </c:pt>
                <c:pt idx="11007">
                  <c:v>2.8615400000000002</c:v>
                </c:pt>
                <c:pt idx="11008">
                  <c:v>2.86185</c:v>
                </c:pt>
                <c:pt idx="11009">
                  <c:v>2.8621500000000002</c:v>
                </c:pt>
                <c:pt idx="11010">
                  <c:v>2.86246</c:v>
                </c:pt>
                <c:pt idx="11011">
                  <c:v>2.8627600000000002</c:v>
                </c:pt>
                <c:pt idx="11012">
                  <c:v>2.86307</c:v>
                </c:pt>
                <c:pt idx="11013">
                  <c:v>2.8633700000000002</c:v>
                </c:pt>
                <c:pt idx="11014">
                  <c:v>2.86368</c:v>
                </c:pt>
                <c:pt idx="11015">
                  <c:v>2.8639800000000002</c:v>
                </c:pt>
                <c:pt idx="11016">
                  <c:v>2.86429</c:v>
                </c:pt>
                <c:pt idx="11017">
                  <c:v>2.8645999999999998</c:v>
                </c:pt>
                <c:pt idx="11018">
                  <c:v>2.8649</c:v>
                </c:pt>
                <c:pt idx="11019">
                  <c:v>2.8652099999999998</c:v>
                </c:pt>
                <c:pt idx="11020">
                  <c:v>2.86551</c:v>
                </c:pt>
                <c:pt idx="11021">
                  <c:v>2.8658199999999998</c:v>
                </c:pt>
                <c:pt idx="11022">
                  <c:v>2.86612</c:v>
                </c:pt>
                <c:pt idx="11023">
                  <c:v>2.8664299999999998</c:v>
                </c:pt>
                <c:pt idx="11024">
                  <c:v>2.86673</c:v>
                </c:pt>
                <c:pt idx="11025">
                  <c:v>2.8670399999999998</c:v>
                </c:pt>
                <c:pt idx="11026">
                  <c:v>2.86734</c:v>
                </c:pt>
                <c:pt idx="11027">
                  <c:v>2.8676499999999998</c:v>
                </c:pt>
                <c:pt idx="11028">
                  <c:v>2.86795</c:v>
                </c:pt>
                <c:pt idx="11029">
                  <c:v>2.8682599999999998</c:v>
                </c:pt>
                <c:pt idx="11030">
                  <c:v>2.8685700000000001</c:v>
                </c:pt>
                <c:pt idx="11031">
                  <c:v>2.8688699999999998</c:v>
                </c:pt>
                <c:pt idx="11032">
                  <c:v>2.8691800000000001</c:v>
                </c:pt>
                <c:pt idx="11033">
                  <c:v>2.8694799999999998</c:v>
                </c:pt>
                <c:pt idx="11034">
                  <c:v>2.8697900000000001</c:v>
                </c:pt>
                <c:pt idx="11035">
                  <c:v>2.8700899999999998</c:v>
                </c:pt>
                <c:pt idx="11036">
                  <c:v>2.8704000000000001</c:v>
                </c:pt>
                <c:pt idx="11037">
                  <c:v>2.8706999999999998</c:v>
                </c:pt>
                <c:pt idx="11038">
                  <c:v>2.8710100000000001</c:v>
                </c:pt>
                <c:pt idx="11039">
                  <c:v>2.8713099999999998</c:v>
                </c:pt>
                <c:pt idx="11040">
                  <c:v>2.8716200000000001</c:v>
                </c:pt>
                <c:pt idx="11041">
                  <c:v>2.8719199999999998</c:v>
                </c:pt>
                <c:pt idx="11042">
                  <c:v>2.8722300000000001</c:v>
                </c:pt>
                <c:pt idx="11043">
                  <c:v>2.8725399999999999</c:v>
                </c:pt>
                <c:pt idx="11044">
                  <c:v>2.8728400000000001</c:v>
                </c:pt>
                <c:pt idx="11045">
                  <c:v>2.8731499999999999</c:v>
                </c:pt>
                <c:pt idx="11046">
                  <c:v>2.8734500000000001</c:v>
                </c:pt>
                <c:pt idx="11047">
                  <c:v>2.8737599999999999</c:v>
                </c:pt>
                <c:pt idx="11048">
                  <c:v>2.8740600000000001</c:v>
                </c:pt>
                <c:pt idx="11049">
                  <c:v>2.8743699999999999</c:v>
                </c:pt>
                <c:pt idx="11050">
                  <c:v>2.8746700000000001</c:v>
                </c:pt>
                <c:pt idx="11051">
                  <c:v>2.8749799999999999</c:v>
                </c:pt>
                <c:pt idx="11052">
                  <c:v>2.8752800000000001</c:v>
                </c:pt>
                <c:pt idx="11053">
                  <c:v>2.8755899999999999</c:v>
                </c:pt>
                <c:pt idx="11054">
                  <c:v>2.8758900000000001</c:v>
                </c:pt>
                <c:pt idx="11055">
                  <c:v>2.8761999999999999</c:v>
                </c:pt>
                <c:pt idx="11056">
                  <c:v>2.8765100000000001</c:v>
                </c:pt>
                <c:pt idx="11057">
                  <c:v>2.8768099999999999</c:v>
                </c:pt>
                <c:pt idx="11058">
                  <c:v>2.8771200000000001</c:v>
                </c:pt>
                <c:pt idx="11059">
                  <c:v>2.8774199999999999</c:v>
                </c:pt>
                <c:pt idx="11060">
                  <c:v>2.8777300000000001</c:v>
                </c:pt>
                <c:pt idx="11061">
                  <c:v>2.8780299999999999</c:v>
                </c:pt>
                <c:pt idx="11062">
                  <c:v>2.8783400000000001</c:v>
                </c:pt>
                <c:pt idx="11063">
                  <c:v>2.8786399999999999</c:v>
                </c:pt>
                <c:pt idx="11064">
                  <c:v>2.8789500000000001</c:v>
                </c:pt>
                <c:pt idx="11065">
                  <c:v>2.8792499999999999</c:v>
                </c:pt>
                <c:pt idx="11066">
                  <c:v>2.8795600000000001</c:v>
                </c:pt>
                <c:pt idx="11067">
                  <c:v>2.8798599999999999</c:v>
                </c:pt>
                <c:pt idx="11068">
                  <c:v>2.8801700000000001</c:v>
                </c:pt>
                <c:pt idx="11069">
                  <c:v>2.8804799999999999</c:v>
                </c:pt>
                <c:pt idx="11070">
                  <c:v>2.8807800000000001</c:v>
                </c:pt>
                <c:pt idx="11071">
                  <c:v>2.8810899999999999</c:v>
                </c:pt>
                <c:pt idx="11072">
                  <c:v>2.8813900000000001</c:v>
                </c:pt>
                <c:pt idx="11073">
                  <c:v>2.8816999999999999</c:v>
                </c:pt>
                <c:pt idx="11074">
                  <c:v>2.8820000000000001</c:v>
                </c:pt>
                <c:pt idx="11075">
                  <c:v>2.8823099999999999</c:v>
                </c:pt>
                <c:pt idx="11076">
                  <c:v>2.8826100000000001</c:v>
                </c:pt>
                <c:pt idx="11077">
                  <c:v>2.8829199999999999</c:v>
                </c:pt>
                <c:pt idx="11078">
                  <c:v>2.8832200000000001</c:v>
                </c:pt>
                <c:pt idx="11079">
                  <c:v>2.8835299999999999</c:v>
                </c:pt>
                <c:pt idx="11080">
                  <c:v>2.8838400000000002</c:v>
                </c:pt>
                <c:pt idx="11081">
                  <c:v>2.8841399999999999</c:v>
                </c:pt>
                <c:pt idx="11082">
                  <c:v>2.8844500000000002</c:v>
                </c:pt>
                <c:pt idx="11083">
                  <c:v>2.8847499999999999</c:v>
                </c:pt>
                <c:pt idx="11084">
                  <c:v>2.8850600000000002</c:v>
                </c:pt>
                <c:pt idx="11085">
                  <c:v>2.8853599999999999</c:v>
                </c:pt>
                <c:pt idx="11086">
                  <c:v>2.8856700000000002</c:v>
                </c:pt>
                <c:pt idx="11087">
                  <c:v>2.8859699999999999</c:v>
                </c:pt>
                <c:pt idx="11088">
                  <c:v>2.8862800000000002</c:v>
                </c:pt>
                <c:pt idx="11089">
                  <c:v>2.8865799999999999</c:v>
                </c:pt>
                <c:pt idx="11090">
                  <c:v>2.8868900000000002</c:v>
                </c:pt>
                <c:pt idx="11091">
                  <c:v>2.8871899999999999</c:v>
                </c:pt>
                <c:pt idx="11092">
                  <c:v>2.8875000000000002</c:v>
                </c:pt>
                <c:pt idx="11093">
                  <c:v>2.88781</c:v>
                </c:pt>
                <c:pt idx="11094">
                  <c:v>2.8881100000000002</c:v>
                </c:pt>
                <c:pt idx="11095">
                  <c:v>2.88842</c:v>
                </c:pt>
                <c:pt idx="11096">
                  <c:v>2.8887200000000002</c:v>
                </c:pt>
                <c:pt idx="11097">
                  <c:v>2.88903</c:v>
                </c:pt>
                <c:pt idx="11098">
                  <c:v>2.8893300000000002</c:v>
                </c:pt>
                <c:pt idx="11099">
                  <c:v>2.88964</c:v>
                </c:pt>
                <c:pt idx="11100">
                  <c:v>2.8899400000000002</c:v>
                </c:pt>
                <c:pt idx="11101">
                  <c:v>2.89025</c:v>
                </c:pt>
                <c:pt idx="11102">
                  <c:v>2.8905500000000002</c:v>
                </c:pt>
                <c:pt idx="11103">
                  <c:v>2.89086</c:v>
                </c:pt>
                <c:pt idx="11104">
                  <c:v>2.8911600000000002</c:v>
                </c:pt>
                <c:pt idx="11105">
                  <c:v>2.89147</c:v>
                </c:pt>
                <c:pt idx="11106">
                  <c:v>2.8917799999999998</c:v>
                </c:pt>
                <c:pt idx="11107">
                  <c:v>2.89208</c:v>
                </c:pt>
                <c:pt idx="11108">
                  <c:v>2.8923899999999998</c:v>
                </c:pt>
                <c:pt idx="11109">
                  <c:v>2.89269</c:v>
                </c:pt>
                <c:pt idx="11110">
                  <c:v>2.8929999999999998</c:v>
                </c:pt>
                <c:pt idx="11111">
                  <c:v>2.8933</c:v>
                </c:pt>
                <c:pt idx="11112">
                  <c:v>2.8936099999999998</c:v>
                </c:pt>
                <c:pt idx="11113">
                  <c:v>2.89391</c:v>
                </c:pt>
                <c:pt idx="11114">
                  <c:v>2.8942199999999998</c:v>
                </c:pt>
                <c:pt idx="11115">
                  <c:v>2.89452</c:v>
                </c:pt>
                <c:pt idx="11116">
                  <c:v>2.8948299999999998</c:v>
                </c:pt>
                <c:pt idx="11117">
                  <c:v>2.89513</c:v>
                </c:pt>
                <c:pt idx="11118">
                  <c:v>2.8954399999999998</c:v>
                </c:pt>
                <c:pt idx="11119">
                  <c:v>2.89575</c:v>
                </c:pt>
                <c:pt idx="11120">
                  <c:v>2.8960499999999998</c:v>
                </c:pt>
                <c:pt idx="11121">
                  <c:v>2.89636</c:v>
                </c:pt>
                <c:pt idx="11122">
                  <c:v>2.8966599999999998</c:v>
                </c:pt>
                <c:pt idx="11123">
                  <c:v>2.89697</c:v>
                </c:pt>
                <c:pt idx="11124">
                  <c:v>2.8972699999999998</c:v>
                </c:pt>
                <c:pt idx="11125">
                  <c:v>2.89758</c:v>
                </c:pt>
                <c:pt idx="11126">
                  <c:v>2.8978799999999998</c:v>
                </c:pt>
                <c:pt idx="11127">
                  <c:v>2.89819</c:v>
                </c:pt>
                <c:pt idx="11128">
                  <c:v>2.8984899999999998</c:v>
                </c:pt>
                <c:pt idx="11129">
                  <c:v>2.8988</c:v>
                </c:pt>
                <c:pt idx="11130">
                  <c:v>2.8991099999999999</c:v>
                </c:pt>
                <c:pt idx="11131">
                  <c:v>2.89941</c:v>
                </c:pt>
                <c:pt idx="11132">
                  <c:v>2.8997199999999999</c:v>
                </c:pt>
                <c:pt idx="11133">
                  <c:v>2.90002</c:v>
                </c:pt>
                <c:pt idx="11134">
                  <c:v>2.9003299999999999</c:v>
                </c:pt>
                <c:pt idx="11135">
                  <c:v>2.90063</c:v>
                </c:pt>
                <c:pt idx="11136">
                  <c:v>2.9009399999999999</c:v>
                </c:pt>
                <c:pt idx="11137">
                  <c:v>2.90124</c:v>
                </c:pt>
                <c:pt idx="11138">
                  <c:v>2.9015499999999999</c:v>
                </c:pt>
                <c:pt idx="11139">
                  <c:v>2.90185</c:v>
                </c:pt>
                <c:pt idx="11140">
                  <c:v>2.9021599999999999</c:v>
                </c:pt>
                <c:pt idx="11141">
                  <c:v>2.90246</c:v>
                </c:pt>
                <c:pt idx="11142">
                  <c:v>2.9027699999999999</c:v>
                </c:pt>
                <c:pt idx="11143">
                  <c:v>2.9030800000000001</c:v>
                </c:pt>
                <c:pt idx="11144">
                  <c:v>2.9033799999999998</c:v>
                </c:pt>
                <c:pt idx="11145">
                  <c:v>2.9036900000000001</c:v>
                </c:pt>
                <c:pt idx="11146">
                  <c:v>2.9039899999999998</c:v>
                </c:pt>
                <c:pt idx="11147">
                  <c:v>2.9043000000000001</c:v>
                </c:pt>
                <c:pt idx="11148">
                  <c:v>2.9045999999999998</c:v>
                </c:pt>
                <c:pt idx="11149">
                  <c:v>2.9049100000000001</c:v>
                </c:pt>
                <c:pt idx="11150">
                  <c:v>2.9052099999999998</c:v>
                </c:pt>
                <c:pt idx="11151">
                  <c:v>2.9055200000000001</c:v>
                </c:pt>
                <c:pt idx="11152">
                  <c:v>2.9058199999999998</c:v>
                </c:pt>
                <c:pt idx="11153">
                  <c:v>2.9061300000000001</c:v>
                </c:pt>
                <c:pt idx="11154">
                  <c:v>2.9064299999999998</c:v>
                </c:pt>
                <c:pt idx="11155">
                  <c:v>2.9067400000000001</c:v>
                </c:pt>
                <c:pt idx="11156">
                  <c:v>2.9070499999999999</c:v>
                </c:pt>
                <c:pt idx="11157">
                  <c:v>2.9073500000000001</c:v>
                </c:pt>
                <c:pt idx="11158">
                  <c:v>2.9076599999999999</c:v>
                </c:pt>
                <c:pt idx="11159">
                  <c:v>2.9079600000000001</c:v>
                </c:pt>
                <c:pt idx="11160">
                  <c:v>2.9082699999999999</c:v>
                </c:pt>
                <c:pt idx="11161">
                  <c:v>2.9085700000000001</c:v>
                </c:pt>
                <c:pt idx="11162">
                  <c:v>2.9088799999999999</c:v>
                </c:pt>
                <c:pt idx="11163">
                  <c:v>2.9091800000000001</c:v>
                </c:pt>
                <c:pt idx="11164">
                  <c:v>2.9094899999999999</c:v>
                </c:pt>
                <c:pt idx="11165">
                  <c:v>2.9097900000000001</c:v>
                </c:pt>
                <c:pt idx="11166">
                  <c:v>2.9100999999999999</c:v>
                </c:pt>
                <c:pt idx="11167">
                  <c:v>2.9104000000000001</c:v>
                </c:pt>
                <c:pt idx="11168">
                  <c:v>2.9107099999999999</c:v>
                </c:pt>
                <c:pt idx="11169">
                  <c:v>2.9110200000000002</c:v>
                </c:pt>
                <c:pt idx="11170">
                  <c:v>2.9113199999999999</c:v>
                </c:pt>
                <c:pt idx="11171">
                  <c:v>2.9116300000000002</c:v>
                </c:pt>
                <c:pt idx="11172">
                  <c:v>2.9119299999999999</c:v>
                </c:pt>
                <c:pt idx="11173">
                  <c:v>2.9122400000000002</c:v>
                </c:pt>
                <c:pt idx="11174">
                  <c:v>2.9125399999999999</c:v>
                </c:pt>
                <c:pt idx="11175">
                  <c:v>2.9128500000000002</c:v>
                </c:pt>
                <c:pt idx="11176">
                  <c:v>2.9131499999999999</c:v>
                </c:pt>
                <c:pt idx="11177">
                  <c:v>2.9134600000000002</c:v>
                </c:pt>
                <c:pt idx="11178">
                  <c:v>2.9137599999999999</c:v>
                </c:pt>
                <c:pt idx="11179">
                  <c:v>2.9140700000000002</c:v>
                </c:pt>
                <c:pt idx="11180">
                  <c:v>2.9143699999999999</c:v>
                </c:pt>
                <c:pt idx="11181">
                  <c:v>2.9146800000000002</c:v>
                </c:pt>
                <c:pt idx="11182">
                  <c:v>2.91499</c:v>
                </c:pt>
                <c:pt idx="11183">
                  <c:v>2.9152900000000002</c:v>
                </c:pt>
                <c:pt idx="11184">
                  <c:v>2.9156</c:v>
                </c:pt>
                <c:pt idx="11185">
                  <c:v>2.9159000000000002</c:v>
                </c:pt>
                <c:pt idx="11186">
                  <c:v>2.91621</c:v>
                </c:pt>
                <c:pt idx="11187">
                  <c:v>2.9165100000000002</c:v>
                </c:pt>
                <c:pt idx="11188">
                  <c:v>2.91682</c:v>
                </c:pt>
                <c:pt idx="11189">
                  <c:v>2.9171200000000002</c:v>
                </c:pt>
                <c:pt idx="11190">
                  <c:v>2.91743</c:v>
                </c:pt>
                <c:pt idx="11191">
                  <c:v>2.9177300000000002</c:v>
                </c:pt>
                <c:pt idx="11192">
                  <c:v>2.91804</c:v>
                </c:pt>
                <c:pt idx="11193">
                  <c:v>2.9183500000000002</c:v>
                </c:pt>
                <c:pt idx="11194">
                  <c:v>2.91865</c:v>
                </c:pt>
                <c:pt idx="11195">
                  <c:v>2.9189600000000002</c:v>
                </c:pt>
                <c:pt idx="11196">
                  <c:v>2.91926</c:v>
                </c:pt>
                <c:pt idx="11197">
                  <c:v>2.9195700000000002</c:v>
                </c:pt>
                <c:pt idx="11198">
                  <c:v>2.91987</c:v>
                </c:pt>
                <c:pt idx="11199">
                  <c:v>2.9201800000000002</c:v>
                </c:pt>
                <c:pt idx="11200">
                  <c:v>2.92048</c:v>
                </c:pt>
                <c:pt idx="11201">
                  <c:v>2.9207900000000002</c:v>
                </c:pt>
                <c:pt idx="11202">
                  <c:v>2.92109</c:v>
                </c:pt>
                <c:pt idx="11203">
                  <c:v>2.9214000000000002</c:v>
                </c:pt>
                <c:pt idx="11204">
                  <c:v>2.9217</c:v>
                </c:pt>
                <c:pt idx="11205">
                  <c:v>2.9220100000000002</c:v>
                </c:pt>
                <c:pt idx="11206">
                  <c:v>2.92232</c:v>
                </c:pt>
                <c:pt idx="11207">
                  <c:v>2.9226200000000002</c:v>
                </c:pt>
                <c:pt idx="11208">
                  <c:v>2.92293</c:v>
                </c:pt>
                <c:pt idx="11209">
                  <c:v>2.9232300000000002</c:v>
                </c:pt>
                <c:pt idx="11210">
                  <c:v>2.92354</c:v>
                </c:pt>
                <c:pt idx="11211">
                  <c:v>2.9238400000000002</c:v>
                </c:pt>
                <c:pt idx="11212">
                  <c:v>2.92415</c:v>
                </c:pt>
                <c:pt idx="11213">
                  <c:v>2.9244500000000002</c:v>
                </c:pt>
                <c:pt idx="11214">
                  <c:v>2.92476</c:v>
                </c:pt>
                <c:pt idx="11215">
                  <c:v>2.9250600000000002</c:v>
                </c:pt>
                <c:pt idx="11216">
                  <c:v>2.92537</c:v>
                </c:pt>
                <c:pt idx="11217">
                  <c:v>2.9256700000000002</c:v>
                </c:pt>
                <c:pt idx="11218">
                  <c:v>2.92598</c:v>
                </c:pt>
                <c:pt idx="11219">
                  <c:v>2.9262899999999998</c:v>
                </c:pt>
                <c:pt idx="11220">
                  <c:v>2.92659</c:v>
                </c:pt>
                <c:pt idx="11221">
                  <c:v>2.9268999999999998</c:v>
                </c:pt>
                <c:pt idx="11222">
                  <c:v>2.9272</c:v>
                </c:pt>
                <c:pt idx="11223">
                  <c:v>2.9275099999999998</c:v>
                </c:pt>
                <c:pt idx="11224">
                  <c:v>2.92781</c:v>
                </c:pt>
                <c:pt idx="11225">
                  <c:v>2.9281199999999998</c:v>
                </c:pt>
                <c:pt idx="11226">
                  <c:v>2.92842</c:v>
                </c:pt>
                <c:pt idx="11227">
                  <c:v>2.9287299999999998</c:v>
                </c:pt>
                <c:pt idx="11228">
                  <c:v>2.92903</c:v>
                </c:pt>
                <c:pt idx="11229">
                  <c:v>2.9293399999999998</c:v>
                </c:pt>
                <c:pt idx="11230">
                  <c:v>2.92964</c:v>
                </c:pt>
                <c:pt idx="11231">
                  <c:v>2.9299499999999998</c:v>
                </c:pt>
                <c:pt idx="11232">
                  <c:v>2.9302600000000001</c:v>
                </c:pt>
                <c:pt idx="11233">
                  <c:v>2.9305599999999998</c:v>
                </c:pt>
                <c:pt idx="11234">
                  <c:v>2.9308700000000001</c:v>
                </c:pt>
                <c:pt idx="11235">
                  <c:v>2.9311699999999998</c:v>
                </c:pt>
                <c:pt idx="11236">
                  <c:v>2.9314800000000001</c:v>
                </c:pt>
                <c:pt idx="11237">
                  <c:v>2.9317799999999998</c:v>
                </c:pt>
                <c:pt idx="11238">
                  <c:v>2.9320900000000001</c:v>
                </c:pt>
                <c:pt idx="11239">
                  <c:v>2.9323899999999998</c:v>
                </c:pt>
                <c:pt idx="11240">
                  <c:v>2.9327000000000001</c:v>
                </c:pt>
                <c:pt idx="11241">
                  <c:v>2.9329999999999998</c:v>
                </c:pt>
                <c:pt idx="11242">
                  <c:v>2.9333100000000001</c:v>
                </c:pt>
                <c:pt idx="11243">
                  <c:v>2.9336099999999998</c:v>
                </c:pt>
                <c:pt idx="11244">
                  <c:v>2.9339200000000001</c:v>
                </c:pt>
                <c:pt idx="11245">
                  <c:v>2.9342299999999999</c:v>
                </c:pt>
                <c:pt idx="11246">
                  <c:v>2.9345300000000001</c:v>
                </c:pt>
                <c:pt idx="11247">
                  <c:v>2.9348399999999999</c:v>
                </c:pt>
                <c:pt idx="11248">
                  <c:v>2.9351400000000001</c:v>
                </c:pt>
                <c:pt idx="11249">
                  <c:v>2.9354499999999999</c:v>
                </c:pt>
                <c:pt idx="11250">
                  <c:v>2.9357500000000001</c:v>
                </c:pt>
                <c:pt idx="11251">
                  <c:v>2.9360599999999999</c:v>
                </c:pt>
                <c:pt idx="11252">
                  <c:v>2.9363600000000001</c:v>
                </c:pt>
                <c:pt idx="11253">
                  <c:v>2.9366699999999999</c:v>
                </c:pt>
                <c:pt idx="11254">
                  <c:v>2.9369700000000001</c:v>
                </c:pt>
                <c:pt idx="11255">
                  <c:v>2.9372799999999999</c:v>
                </c:pt>
                <c:pt idx="11256">
                  <c:v>2.9375900000000001</c:v>
                </c:pt>
                <c:pt idx="11257">
                  <c:v>2.9378899999999999</c:v>
                </c:pt>
                <c:pt idx="11258">
                  <c:v>2.9382000000000001</c:v>
                </c:pt>
                <c:pt idx="11259">
                  <c:v>2.9384999999999999</c:v>
                </c:pt>
                <c:pt idx="11260">
                  <c:v>2.9388100000000001</c:v>
                </c:pt>
                <c:pt idx="11261">
                  <c:v>2.9391099999999999</c:v>
                </c:pt>
                <c:pt idx="11262">
                  <c:v>2.9394200000000001</c:v>
                </c:pt>
                <c:pt idx="11263">
                  <c:v>2.9397199999999999</c:v>
                </c:pt>
                <c:pt idx="11264">
                  <c:v>2.9400300000000001</c:v>
                </c:pt>
                <c:pt idx="11265">
                  <c:v>2.9403299999999999</c:v>
                </c:pt>
                <c:pt idx="11266">
                  <c:v>2.9406400000000001</c:v>
                </c:pt>
                <c:pt idx="11267">
                  <c:v>2.9409399999999999</c:v>
                </c:pt>
                <c:pt idx="11268">
                  <c:v>2.9412500000000001</c:v>
                </c:pt>
                <c:pt idx="11269">
                  <c:v>2.94156</c:v>
                </c:pt>
                <c:pt idx="11270">
                  <c:v>2.9418600000000001</c:v>
                </c:pt>
                <c:pt idx="11271">
                  <c:v>2.94217</c:v>
                </c:pt>
                <c:pt idx="11272">
                  <c:v>2.9424700000000001</c:v>
                </c:pt>
                <c:pt idx="11273">
                  <c:v>2.94278</c:v>
                </c:pt>
                <c:pt idx="11274">
                  <c:v>2.9430800000000001</c:v>
                </c:pt>
                <c:pt idx="11275">
                  <c:v>2.94339</c:v>
                </c:pt>
                <c:pt idx="11276">
                  <c:v>2.9436900000000001</c:v>
                </c:pt>
                <c:pt idx="11277">
                  <c:v>2.944</c:v>
                </c:pt>
                <c:pt idx="11278">
                  <c:v>2.9443000000000001</c:v>
                </c:pt>
                <c:pt idx="11279">
                  <c:v>2.9446099999999999</c:v>
                </c:pt>
                <c:pt idx="11280">
                  <c:v>2.9449100000000001</c:v>
                </c:pt>
                <c:pt idx="11281">
                  <c:v>2.9452199999999999</c:v>
                </c:pt>
                <c:pt idx="11282">
                  <c:v>2.9455300000000002</c:v>
                </c:pt>
                <c:pt idx="11283">
                  <c:v>2.9458299999999999</c:v>
                </c:pt>
                <c:pt idx="11284">
                  <c:v>2.9461400000000002</c:v>
                </c:pt>
                <c:pt idx="11285">
                  <c:v>2.9464399999999999</c:v>
                </c:pt>
                <c:pt idx="11286">
                  <c:v>2.9467500000000002</c:v>
                </c:pt>
                <c:pt idx="11287">
                  <c:v>2.9470499999999999</c:v>
                </c:pt>
                <c:pt idx="11288">
                  <c:v>2.9473600000000002</c:v>
                </c:pt>
                <c:pt idx="11289">
                  <c:v>2.9476599999999999</c:v>
                </c:pt>
                <c:pt idx="11290">
                  <c:v>2.9479700000000002</c:v>
                </c:pt>
                <c:pt idx="11291">
                  <c:v>2.9482699999999999</c:v>
                </c:pt>
                <c:pt idx="11292">
                  <c:v>2.9485800000000002</c:v>
                </c:pt>
                <c:pt idx="11293">
                  <c:v>2.9488799999999999</c:v>
                </c:pt>
                <c:pt idx="11294">
                  <c:v>2.9491900000000002</c:v>
                </c:pt>
                <c:pt idx="11295">
                  <c:v>2.9495</c:v>
                </c:pt>
                <c:pt idx="11296">
                  <c:v>2.9498000000000002</c:v>
                </c:pt>
                <c:pt idx="11297">
                  <c:v>2.95011</c:v>
                </c:pt>
                <c:pt idx="11298">
                  <c:v>2.9504100000000002</c:v>
                </c:pt>
                <c:pt idx="11299">
                  <c:v>2.95072</c:v>
                </c:pt>
                <c:pt idx="11300">
                  <c:v>2.9510200000000002</c:v>
                </c:pt>
                <c:pt idx="11301">
                  <c:v>2.95133</c:v>
                </c:pt>
                <c:pt idx="11302">
                  <c:v>2.9516300000000002</c:v>
                </c:pt>
                <c:pt idx="11303">
                  <c:v>2.95194</c:v>
                </c:pt>
                <c:pt idx="11304">
                  <c:v>2.9522400000000002</c:v>
                </c:pt>
                <c:pt idx="11305">
                  <c:v>2.95255</c:v>
                </c:pt>
                <c:pt idx="11306">
                  <c:v>2.9528599999999998</c:v>
                </c:pt>
                <c:pt idx="11307">
                  <c:v>2.95316</c:v>
                </c:pt>
                <c:pt idx="11308">
                  <c:v>2.9534699999999998</c:v>
                </c:pt>
                <c:pt idx="11309">
                  <c:v>2.95377</c:v>
                </c:pt>
                <c:pt idx="11310">
                  <c:v>2.9540799999999998</c:v>
                </c:pt>
                <c:pt idx="11311">
                  <c:v>2.95438</c:v>
                </c:pt>
                <c:pt idx="11312">
                  <c:v>2.9546899999999998</c:v>
                </c:pt>
                <c:pt idx="11313">
                  <c:v>2.95499</c:v>
                </c:pt>
                <c:pt idx="11314">
                  <c:v>2.9552999999999998</c:v>
                </c:pt>
                <c:pt idx="11315">
                  <c:v>2.9556</c:v>
                </c:pt>
                <c:pt idx="11316">
                  <c:v>2.9559099999999998</c:v>
                </c:pt>
                <c:pt idx="11317">
                  <c:v>2.95621</c:v>
                </c:pt>
                <c:pt idx="11318">
                  <c:v>2.9565199999999998</c:v>
                </c:pt>
                <c:pt idx="11319">
                  <c:v>2.9568300000000001</c:v>
                </c:pt>
                <c:pt idx="11320">
                  <c:v>2.9571299999999998</c:v>
                </c:pt>
                <c:pt idx="11321">
                  <c:v>2.9574400000000001</c:v>
                </c:pt>
                <c:pt idx="11322">
                  <c:v>2.9577399999999998</c:v>
                </c:pt>
                <c:pt idx="11323">
                  <c:v>2.9580500000000001</c:v>
                </c:pt>
                <c:pt idx="11324">
                  <c:v>2.9583499999999998</c:v>
                </c:pt>
                <c:pt idx="11325">
                  <c:v>2.9586600000000001</c:v>
                </c:pt>
                <c:pt idx="11326">
                  <c:v>2.9589599999999998</c:v>
                </c:pt>
                <c:pt idx="11327">
                  <c:v>2.9592700000000001</c:v>
                </c:pt>
                <c:pt idx="11328">
                  <c:v>2.9595699999999998</c:v>
                </c:pt>
                <c:pt idx="11329">
                  <c:v>2.9598800000000001</c:v>
                </c:pt>
                <c:pt idx="11330">
                  <c:v>2.9601799999999998</c:v>
                </c:pt>
                <c:pt idx="11331">
                  <c:v>2.9604900000000001</c:v>
                </c:pt>
                <c:pt idx="11332">
                  <c:v>2.9607999999999999</c:v>
                </c:pt>
                <c:pt idx="11333">
                  <c:v>2.9611000000000001</c:v>
                </c:pt>
                <c:pt idx="11334">
                  <c:v>2.9614099999999999</c:v>
                </c:pt>
                <c:pt idx="11335">
                  <c:v>2.9617100000000001</c:v>
                </c:pt>
                <c:pt idx="11336">
                  <c:v>2.9620199999999999</c:v>
                </c:pt>
                <c:pt idx="11337">
                  <c:v>2.9623200000000001</c:v>
                </c:pt>
                <c:pt idx="11338">
                  <c:v>2.9626299999999999</c:v>
                </c:pt>
                <c:pt idx="11339">
                  <c:v>2.9629300000000001</c:v>
                </c:pt>
                <c:pt idx="11340">
                  <c:v>2.9632399999999999</c:v>
                </c:pt>
                <c:pt idx="11341">
                  <c:v>2.9635400000000001</c:v>
                </c:pt>
                <c:pt idx="11342">
                  <c:v>2.9638499999999999</c:v>
                </c:pt>
                <c:pt idx="11343">
                  <c:v>2.9641500000000001</c:v>
                </c:pt>
                <c:pt idx="11344">
                  <c:v>2.9644599999999999</c:v>
                </c:pt>
                <c:pt idx="11345">
                  <c:v>2.9647700000000001</c:v>
                </c:pt>
                <c:pt idx="11346">
                  <c:v>2.9650699999999999</c:v>
                </c:pt>
                <c:pt idx="11347">
                  <c:v>2.9653800000000001</c:v>
                </c:pt>
                <c:pt idx="11348">
                  <c:v>2.9656799999999999</c:v>
                </c:pt>
                <c:pt idx="11349">
                  <c:v>2.9659900000000001</c:v>
                </c:pt>
                <c:pt idx="11350">
                  <c:v>2.9662899999999999</c:v>
                </c:pt>
                <c:pt idx="11351">
                  <c:v>2.9666000000000001</c:v>
                </c:pt>
                <c:pt idx="11352">
                  <c:v>2.9668999999999999</c:v>
                </c:pt>
                <c:pt idx="11353">
                  <c:v>2.9672100000000001</c:v>
                </c:pt>
                <c:pt idx="11354">
                  <c:v>2.9675099999999999</c:v>
                </c:pt>
                <c:pt idx="11355">
                  <c:v>2.9678200000000001</c:v>
                </c:pt>
                <c:pt idx="11356">
                  <c:v>2.9681199999999999</c:v>
                </c:pt>
                <c:pt idx="11357">
                  <c:v>2.9684300000000001</c:v>
                </c:pt>
                <c:pt idx="11358">
                  <c:v>2.9687399999999999</c:v>
                </c:pt>
                <c:pt idx="11359">
                  <c:v>2.9690400000000001</c:v>
                </c:pt>
                <c:pt idx="11360">
                  <c:v>2.9693499999999999</c:v>
                </c:pt>
                <c:pt idx="11361">
                  <c:v>2.9696500000000001</c:v>
                </c:pt>
                <c:pt idx="11362">
                  <c:v>2.9699599999999999</c:v>
                </c:pt>
                <c:pt idx="11363">
                  <c:v>2.9702600000000001</c:v>
                </c:pt>
                <c:pt idx="11364">
                  <c:v>2.9705699999999999</c:v>
                </c:pt>
                <c:pt idx="11365">
                  <c:v>2.9708700000000001</c:v>
                </c:pt>
                <c:pt idx="11366">
                  <c:v>2.9711799999999999</c:v>
                </c:pt>
                <c:pt idx="11367">
                  <c:v>2.9714800000000001</c:v>
                </c:pt>
                <c:pt idx="11368">
                  <c:v>2.9717899999999999</c:v>
                </c:pt>
                <c:pt idx="11369">
                  <c:v>2.9721000000000002</c:v>
                </c:pt>
                <c:pt idx="11370">
                  <c:v>2.9723999999999999</c:v>
                </c:pt>
                <c:pt idx="11371">
                  <c:v>2.9727100000000002</c:v>
                </c:pt>
                <c:pt idx="11372">
                  <c:v>2.9730099999999999</c:v>
                </c:pt>
                <c:pt idx="11373">
                  <c:v>2.9733200000000002</c:v>
                </c:pt>
                <c:pt idx="11374">
                  <c:v>2.9736199999999999</c:v>
                </c:pt>
                <c:pt idx="11375">
                  <c:v>2.9739300000000002</c:v>
                </c:pt>
                <c:pt idx="11376">
                  <c:v>2.9742299999999999</c:v>
                </c:pt>
                <c:pt idx="11377">
                  <c:v>2.9745400000000002</c:v>
                </c:pt>
                <c:pt idx="11378">
                  <c:v>2.9748399999999999</c:v>
                </c:pt>
                <c:pt idx="11379">
                  <c:v>2.9751500000000002</c:v>
                </c:pt>
                <c:pt idx="11380">
                  <c:v>2.9754499999999999</c:v>
                </c:pt>
                <c:pt idx="11381">
                  <c:v>2.9757600000000002</c:v>
                </c:pt>
                <c:pt idx="11382">
                  <c:v>2.97607</c:v>
                </c:pt>
                <c:pt idx="11383">
                  <c:v>2.9763700000000002</c:v>
                </c:pt>
                <c:pt idx="11384">
                  <c:v>2.97668</c:v>
                </c:pt>
                <c:pt idx="11385">
                  <c:v>2.9769800000000002</c:v>
                </c:pt>
                <c:pt idx="11386">
                  <c:v>2.97729</c:v>
                </c:pt>
                <c:pt idx="11387">
                  <c:v>2.9775900000000002</c:v>
                </c:pt>
                <c:pt idx="11388">
                  <c:v>2.9779</c:v>
                </c:pt>
                <c:pt idx="11389">
                  <c:v>2.9782000000000002</c:v>
                </c:pt>
                <c:pt idx="11390">
                  <c:v>2.97851</c:v>
                </c:pt>
                <c:pt idx="11391">
                  <c:v>2.9788100000000002</c:v>
                </c:pt>
                <c:pt idx="11392">
                  <c:v>2.97912</c:v>
                </c:pt>
                <c:pt idx="11393">
                  <c:v>2.9794200000000002</c:v>
                </c:pt>
                <c:pt idx="11394">
                  <c:v>2.97973</c:v>
                </c:pt>
                <c:pt idx="11395">
                  <c:v>2.9800399999999998</c:v>
                </c:pt>
                <c:pt idx="11396">
                  <c:v>2.98034</c:v>
                </c:pt>
                <c:pt idx="11397">
                  <c:v>2.9806499999999998</c:v>
                </c:pt>
                <c:pt idx="11398">
                  <c:v>2.98095</c:v>
                </c:pt>
                <c:pt idx="11399">
                  <c:v>2.9812599999999998</c:v>
                </c:pt>
                <c:pt idx="11400">
                  <c:v>2.98156</c:v>
                </c:pt>
                <c:pt idx="11401">
                  <c:v>2.9818699999999998</c:v>
                </c:pt>
                <c:pt idx="11402">
                  <c:v>2.98217</c:v>
                </c:pt>
                <c:pt idx="11403">
                  <c:v>2.9824799999999998</c:v>
                </c:pt>
                <c:pt idx="11404">
                  <c:v>2.98278</c:v>
                </c:pt>
                <c:pt idx="11405">
                  <c:v>2.9830899999999998</c:v>
                </c:pt>
                <c:pt idx="11406">
                  <c:v>2.98339</c:v>
                </c:pt>
                <c:pt idx="11407">
                  <c:v>2.9836999999999998</c:v>
                </c:pt>
                <c:pt idx="11408">
                  <c:v>2.9840100000000001</c:v>
                </c:pt>
                <c:pt idx="11409">
                  <c:v>2.9843099999999998</c:v>
                </c:pt>
                <c:pt idx="11410">
                  <c:v>2.9846200000000001</c:v>
                </c:pt>
                <c:pt idx="11411">
                  <c:v>2.9849199999999998</c:v>
                </c:pt>
                <c:pt idx="11412">
                  <c:v>2.9852300000000001</c:v>
                </c:pt>
                <c:pt idx="11413">
                  <c:v>2.9855299999999998</c:v>
                </c:pt>
                <c:pt idx="11414">
                  <c:v>2.98584</c:v>
                </c:pt>
                <c:pt idx="11415">
                  <c:v>2.9861399999999998</c:v>
                </c:pt>
                <c:pt idx="11416">
                  <c:v>2.98645</c:v>
                </c:pt>
                <c:pt idx="11417">
                  <c:v>2.9867499999999998</c:v>
                </c:pt>
                <c:pt idx="11418">
                  <c:v>2.98706</c:v>
                </c:pt>
                <c:pt idx="11419">
                  <c:v>2.9873599999999998</c:v>
                </c:pt>
                <c:pt idx="11420">
                  <c:v>2.98767</c:v>
                </c:pt>
                <c:pt idx="11421">
                  <c:v>2.9879799999999999</c:v>
                </c:pt>
                <c:pt idx="11422">
                  <c:v>2.98828</c:v>
                </c:pt>
                <c:pt idx="11423">
                  <c:v>2.9885899999999999</c:v>
                </c:pt>
                <c:pt idx="11424">
                  <c:v>2.98889</c:v>
                </c:pt>
                <c:pt idx="11425">
                  <c:v>2.9891999999999999</c:v>
                </c:pt>
                <c:pt idx="11426">
                  <c:v>2.9895</c:v>
                </c:pt>
                <c:pt idx="11427">
                  <c:v>2.9898099999999999</c:v>
                </c:pt>
                <c:pt idx="11428">
                  <c:v>2.99011</c:v>
                </c:pt>
                <c:pt idx="11429">
                  <c:v>2.9904199999999999</c:v>
                </c:pt>
                <c:pt idx="11430">
                  <c:v>2.99072</c:v>
                </c:pt>
                <c:pt idx="11431">
                  <c:v>2.9910299999999999</c:v>
                </c:pt>
                <c:pt idx="11432">
                  <c:v>2.9913400000000001</c:v>
                </c:pt>
                <c:pt idx="11433">
                  <c:v>2.9916399999999999</c:v>
                </c:pt>
                <c:pt idx="11434">
                  <c:v>2.9919500000000001</c:v>
                </c:pt>
                <c:pt idx="11435">
                  <c:v>2.9922499999999999</c:v>
                </c:pt>
                <c:pt idx="11436">
                  <c:v>2.9925600000000001</c:v>
                </c:pt>
                <c:pt idx="11437">
                  <c:v>2.9928599999999999</c:v>
                </c:pt>
                <c:pt idx="11438">
                  <c:v>2.9931700000000001</c:v>
                </c:pt>
                <c:pt idx="11439">
                  <c:v>2.9934699999999999</c:v>
                </c:pt>
                <c:pt idx="11440">
                  <c:v>2.9937800000000001</c:v>
                </c:pt>
                <c:pt idx="11441">
                  <c:v>2.9940799999999999</c:v>
                </c:pt>
                <c:pt idx="11442">
                  <c:v>2.9943900000000001</c:v>
                </c:pt>
                <c:pt idx="11443">
                  <c:v>2.9946899999999999</c:v>
                </c:pt>
                <c:pt idx="11444">
                  <c:v>2.9950000000000001</c:v>
                </c:pt>
                <c:pt idx="11445">
                  <c:v>2.9953099999999999</c:v>
                </c:pt>
                <c:pt idx="11446">
                  <c:v>2.9956100000000001</c:v>
                </c:pt>
                <c:pt idx="11447">
                  <c:v>2.9959199999999999</c:v>
                </c:pt>
                <c:pt idx="11448">
                  <c:v>2.9962200000000001</c:v>
                </c:pt>
                <c:pt idx="11449">
                  <c:v>2.9965299999999999</c:v>
                </c:pt>
                <c:pt idx="11450">
                  <c:v>2.9968300000000001</c:v>
                </c:pt>
                <c:pt idx="11451">
                  <c:v>2.9971399999999999</c:v>
                </c:pt>
                <c:pt idx="11452">
                  <c:v>2.9974400000000001</c:v>
                </c:pt>
                <c:pt idx="11453">
                  <c:v>2.9977499999999999</c:v>
                </c:pt>
                <c:pt idx="11454">
                  <c:v>2.9980500000000001</c:v>
                </c:pt>
                <c:pt idx="11455">
                  <c:v>2.9983599999999999</c:v>
                </c:pt>
                <c:pt idx="11456">
                  <c:v>2.9986600000000001</c:v>
                </c:pt>
                <c:pt idx="11457">
                  <c:v>2.9989699999999999</c:v>
                </c:pt>
                <c:pt idx="11458">
                  <c:v>2.9992800000000002</c:v>
                </c:pt>
                <c:pt idx="11459">
                  <c:v>2.9995799999999999</c:v>
                </c:pt>
                <c:pt idx="11460">
                  <c:v>2.9998900000000002</c:v>
                </c:pt>
                <c:pt idx="11461">
                  <c:v>3.0001899999999999</c:v>
                </c:pt>
                <c:pt idx="11462">
                  <c:v>3.0005000000000002</c:v>
                </c:pt>
                <c:pt idx="11463">
                  <c:v>3.0007999999999999</c:v>
                </c:pt>
                <c:pt idx="11464">
                  <c:v>3.0011100000000002</c:v>
                </c:pt>
                <c:pt idx="11465">
                  <c:v>3.0014099999999999</c:v>
                </c:pt>
                <c:pt idx="11466">
                  <c:v>3.0017200000000002</c:v>
                </c:pt>
                <c:pt idx="11467">
                  <c:v>3.0020199999999999</c:v>
                </c:pt>
                <c:pt idx="11468">
                  <c:v>3.0023300000000002</c:v>
                </c:pt>
                <c:pt idx="11469">
                  <c:v>3.0026299999999999</c:v>
                </c:pt>
                <c:pt idx="11470">
                  <c:v>3.0029400000000002</c:v>
                </c:pt>
                <c:pt idx="11471">
                  <c:v>3.00325</c:v>
                </c:pt>
                <c:pt idx="11472">
                  <c:v>3.0035500000000002</c:v>
                </c:pt>
                <c:pt idx="11473">
                  <c:v>3.00386</c:v>
                </c:pt>
                <c:pt idx="11474">
                  <c:v>3.0041600000000002</c:v>
                </c:pt>
                <c:pt idx="11475">
                  <c:v>3.00447</c:v>
                </c:pt>
                <c:pt idx="11476">
                  <c:v>3.0047700000000002</c:v>
                </c:pt>
                <c:pt idx="11477">
                  <c:v>3.00508</c:v>
                </c:pt>
                <c:pt idx="11478">
                  <c:v>3.0053800000000002</c:v>
                </c:pt>
                <c:pt idx="11479">
                  <c:v>3.00569</c:v>
                </c:pt>
                <c:pt idx="11480">
                  <c:v>3.0059900000000002</c:v>
                </c:pt>
                <c:pt idx="11481">
                  <c:v>3.0063</c:v>
                </c:pt>
                <c:pt idx="11482">
                  <c:v>3.0066000000000002</c:v>
                </c:pt>
                <c:pt idx="11483">
                  <c:v>3.00691</c:v>
                </c:pt>
                <c:pt idx="11484">
                  <c:v>3.0072199999999998</c:v>
                </c:pt>
                <c:pt idx="11485">
                  <c:v>3.00752</c:v>
                </c:pt>
                <c:pt idx="11486">
                  <c:v>3.0078299999999998</c:v>
                </c:pt>
                <c:pt idx="11487">
                  <c:v>3.00813</c:v>
                </c:pt>
                <c:pt idx="11488">
                  <c:v>3.0084399999999998</c:v>
                </c:pt>
                <c:pt idx="11489">
                  <c:v>3.00874</c:v>
                </c:pt>
                <c:pt idx="11490">
                  <c:v>3.0090499999999998</c:v>
                </c:pt>
                <c:pt idx="11491">
                  <c:v>3.00935</c:v>
                </c:pt>
                <c:pt idx="11492">
                  <c:v>3.0096599999999998</c:v>
                </c:pt>
                <c:pt idx="11493">
                  <c:v>3.00996</c:v>
                </c:pt>
                <c:pt idx="11494">
                  <c:v>3.0102699999999998</c:v>
                </c:pt>
                <c:pt idx="11495">
                  <c:v>3.01058</c:v>
                </c:pt>
                <c:pt idx="11496">
                  <c:v>3.0108799999999998</c:v>
                </c:pt>
                <c:pt idx="11497">
                  <c:v>3.01119</c:v>
                </c:pt>
                <c:pt idx="11498">
                  <c:v>3.0114899999999998</c:v>
                </c:pt>
                <c:pt idx="11499">
                  <c:v>3.0118</c:v>
                </c:pt>
                <c:pt idx="11500">
                  <c:v>3.0121000000000002</c:v>
                </c:pt>
                <c:pt idx="11501">
                  <c:v>3.01241</c:v>
                </c:pt>
                <c:pt idx="11502">
                  <c:v>3.0127100000000002</c:v>
                </c:pt>
                <c:pt idx="11503">
                  <c:v>3.01302</c:v>
                </c:pt>
                <c:pt idx="11504">
                  <c:v>3.0133200000000002</c:v>
                </c:pt>
                <c:pt idx="11505">
                  <c:v>3.01363</c:v>
                </c:pt>
                <c:pt idx="11506">
                  <c:v>3.0139300000000002</c:v>
                </c:pt>
                <c:pt idx="11507">
                  <c:v>3.01424</c:v>
                </c:pt>
                <c:pt idx="11508">
                  <c:v>3.0145499999999998</c:v>
                </c:pt>
                <c:pt idx="11509">
                  <c:v>3.01485</c:v>
                </c:pt>
                <c:pt idx="11510">
                  <c:v>3.0151599999999998</c:v>
                </c:pt>
                <c:pt idx="11511">
                  <c:v>3.01546</c:v>
                </c:pt>
                <c:pt idx="11512">
                  <c:v>3.0157699999999998</c:v>
                </c:pt>
                <c:pt idx="11513">
                  <c:v>3.01607</c:v>
                </c:pt>
                <c:pt idx="11514">
                  <c:v>3.0163799999999998</c:v>
                </c:pt>
                <c:pt idx="11515">
                  <c:v>3.01668</c:v>
                </c:pt>
                <c:pt idx="11516">
                  <c:v>3.0169899999999998</c:v>
                </c:pt>
                <c:pt idx="11517">
                  <c:v>3.01729</c:v>
                </c:pt>
                <c:pt idx="11518">
                  <c:v>3.0175999999999998</c:v>
                </c:pt>
                <c:pt idx="11519">
                  <c:v>3.0179</c:v>
                </c:pt>
                <c:pt idx="11520">
                  <c:v>3.0182099999999998</c:v>
                </c:pt>
                <c:pt idx="11521">
                  <c:v>3.0185200000000001</c:v>
                </c:pt>
                <c:pt idx="11522">
                  <c:v>3.0188199999999998</c:v>
                </c:pt>
                <c:pt idx="11523">
                  <c:v>3.0191300000000001</c:v>
                </c:pt>
                <c:pt idx="11524">
                  <c:v>3.0194299999999998</c:v>
                </c:pt>
                <c:pt idx="11525">
                  <c:v>3.0197400000000001</c:v>
                </c:pt>
                <c:pt idx="11526">
                  <c:v>3.0200399999999998</c:v>
                </c:pt>
                <c:pt idx="11527">
                  <c:v>3.0203500000000001</c:v>
                </c:pt>
                <c:pt idx="11528">
                  <c:v>3.0206499999999998</c:v>
                </c:pt>
                <c:pt idx="11529">
                  <c:v>3.0209600000000001</c:v>
                </c:pt>
                <c:pt idx="11530">
                  <c:v>3.0212599999999998</c:v>
                </c:pt>
                <c:pt idx="11531">
                  <c:v>3.0215700000000001</c:v>
                </c:pt>
                <c:pt idx="11532">
                  <c:v>3.0218699999999998</c:v>
                </c:pt>
                <c:pt idx="11533">
                  <c:v>3.0221800000000001</c:v>
                </c:pt>
                <c:pt idx="11534">
                  <c:v>3.0224899999999999</c:v>
                </c:pt>
                <c:pt idx="11535">
                  <c:v>3.0227900000000001</c:v>
                </c:pt>
                <c:pt idx="11536">
                  <c:v>3.0230999999999999</c:v>
                </c:pt>
                <c:pt idx="11537">
                  <c:v>3.0234000000000001</c:v>
                </c:pt>
                <c:pt idx="11538">
                  <c:v>3.0237099999999999</c:v>
                </c:pt>
                <c:pt idx="11539">
                  <c:v>3.0240100000000001</c:v>
                </c:pt>
                <c:pt idx="11540">
                  <c:v>3.0243199999999999</c:v>
                </c:pt>
                <c:pt idx="11541">
                  <c:v>3.0246200000000001</c:v>
                </c:pt>
                <c:pt idx="11542">
                  <c:v>3.0249299999999999</c:v>
                </c:pt>
                <c:pt idx="11543">
                  <c:v>3.0252300000000001</c:v>
                </c:pt>
                <c:pt idx="11544">
                  <c:v>3.0255399999999999</c:v>
                </c:pt>
                <c:pt idx="11545">
                  <c:v>3.0258500000000002</c:v>
                </c:pt>
                <c:pt idx="11546">
                  <c:v>3.0261499999999999</c:v>
                </c:pt>
                <c:pt idx="11547">
                  <c:v>3.0264600000000002</c:v>
                </c:pt>
                <c:pt idx="11548">
                  <c:v>3.0267599999999999</c:v>
                </c:pt>
                <c:pt idx="11549">
                  <c:v>3.0270700000000001</c:v>
                </c:pt>
                <c:pt idx="11550">
                  <c:v>3.0273699999999999</c:v>
                </c:pt>
                <c:pt idx="11551">
                  <c:v>3.0276800000000001</c:v>
                </c:pt>
                <c:pt idx="11552">
                  <c:v>3.0279799999999999</c:v>
                </c:pt>
                <c:pt idx="11553">
                  <c:v>3.0282900000000001</c:v>
                </c:pt>
                <c:pt idx="11554">
                  <c:v>3.0285899999999999</c:v>
                </c:pt>
                <c:pt idx="11555">
                  <c:v>3.0289000000000001</c:v>
                </c:pt>
                <c:pt idx="11556">
                  <c:v>3.0291999999999999</c:v>
                </c:pt>
                <c:pt idx="11557">
                  <c:v>3.0295100000000001</c:v>
                </c:pt>
                <c:pt idx="11558">
                  <c:v>3.02982</c:v>
                </c:pt>
                <c:pt idx="11559">
                  <c:v>3.0301200000000001</c:v>
                </c:pt>
                <c:pt idx="11560">
                  <c:v>3.03043</c:v>
                </c:pt>
                <c:pt idx="11561">
                  <c:v>3.0307300000000001</c:v>
                </c:pt>
                <c:pt idx="11562">
                  <c:v>3.03104</c:v>
                </c:pt>
                <c:pt idx="11563">
                  <c:v>3.0313400000000001</c:v>
                </c:pt>
                <c:pt idx="11564">
                  <c:v>3.03165</c:v>
                </c:pt>
                <c:pt idx="11565">
                  <c:v>3.0319500000000001</c:v>
                </c:pt>
                <c:pt idx="11566">
                  <c:v>3.03226</c:v>
                </c:pt>
                <c:pt idx="11567">
                  <c:v>3.0325600000000001</c:v>
                </c:pt>
                <c:pt idx="11568">
                  <c:v>3.03287</c:v>
                </c:pt>
                <c:pt idx="11569">
                  <c:v>3.0331700000000001</c:v>
                </c:pt>
                <c:pt idx="11570">
                  <c:v>3.03348</c:v>
                </c:pt>
                <c:pt idx="11571">
                  <c:v>3.0337900000000002</c:v>
                </c:pt>
                <c:pt idx="11572">
                  <c:v>3.03409</c:v>
                </c:pt>
                <c:pt idx="11573">
                  <c:v>3.0344000000000002</c:v>
                </c:pt>
                <c:pt idx="11574">
                  <c:v>3.0347</c:v>
                </c:pt>
                <c:pt idx="11575">
                  <c:v>3.0350100000000002</c:v>
                </c:pt>
                <c:pt idx="11576">
                  <c:v>3.03531</c:v>
                </c:pt>
                <c:pt idx="11577">
                  <c:v>3.0356200000000002</c:v>
                </c:pt>
                <c:pt idx="11578">
                  <c:v>3.03592</c:v>
                </c:pt>
                <c:pt idx="11579">
                  <c:v>3.0362300000000002</c:v>
                </c:pt>
                <c:pt idx="11580">
                  <c:v>3.03653</c:v>
                </c:pt>
                <c:pt idx="11581">
                  <c:v>3.0368400000000002</c:v>
                </c:pt>
                <c:pt idx="11582">
                  <c:v>3.03714</c:v>
                </c:pt>
                <c:pt idx="11583">
                  <c:v>3.0374500000000002</c:v>
                </c:pt>
                <c:pt idx="11584">
                  <c:v>3.03776</c:v>
                </c:pt>
                <c:pt idx="11585">
                  <c:v>3.0380600000000002</c:v>
                </c:pt>
                <c:pt idx="11586">
                  <c:v>3.03837</c:v>
                </c:pt>
                <c:pt idx="11587">
                  <c:v>3.0386700000000002</c:v>
                </c:pt>
                <c:pt idx="11588">
                  <c:v>3.03898</c:v>
                </c:pt>
                <c:pt idx="11589">
                  <c:v>3.0392800000000002</c:v>
                </c:pt>
                <c:pt idx="11590">
                  <c:v>3.03959</c:v>
                </c:pt>
                <c:pt idx="11591">
                  <c:v>3.0398900000000002</c:v>
                </c:pt>
                <c:pt idx="11592">
                  <c:v>3.0402</c:v>
                </c:pt>
                <c:pt idx="11593">
                  <c:v>3.0405000000000002</c:v>
                </c:pt>
                <c:pt idx="11594">
                  <c:v>3.04081</c:v>
                </c:pt>
                <c:pt idx="11595">
                  <c:v>3.0411100000000002</c:v>
                </c:pt>
                <c:pt idx="11596">
                  <c:v>3.04142</c:v>
                </c:pt>
                <c:pt idx="11597">
                  <c:v>3.0417299999999998</c:v>
                </c:pt>
                <c:pt idx="11598">
                  <c:v>3.04203</c:v>
                </c:pt>
                <c:pt idx="11599">
                  <c:v>3.0423399999999998</c:v>
                </c:pt>
                <c:pt idx="11600">
                  <c:v>3.04264</c:v>
                </c:pt>
                <c:pt idx="11601">
                  <c:v>3.0429499999999998</c:v>
                </c:pt>
                <c:pt idx="11602">
                  <c:v>3.04325</c:v>
                </c:pt>
                <c:pt idx="11603">
                  <c:v>3.0435599999999998</c:v>
                </c:pt>
                <c:pt idx="11604">
                  <c:v>3.04386</c:v>
                </c:pt>
                <c:pt idx="11605">
                  <c:v>3.0441699999999998</c:v>
                </c:pt>
                <c:pt idx="11606">
                  <c:v>3.04447</c:v>
                </c:pt>
                <c:pt idx="11607">
                  <c:v>3.0447799999999998</c:v>
                </c:pt>
                <c:pt idx="11608">
                  <c:v>3.0450900000000001</c:v>
                </c:pt>
                <c:pt idx="11609">
                  <c:v>3.0453899999999998</c:v>
                </c:pt>
                <c:pt idx="11610">
                  <c:v>3.0457000000000001</c:v>
                </c:pt>
                <c:pt idx="11611">
                  <c:v>3.0459999999999998</c:v>
                </c:pt>
                <c:pt idx="11612">
                  <c:v>3.0463100000000001</c:v>
                </c:pt>
                <c:pt idx="11613">
                  <c:v>3.0466099999999998</c:v>
                </c:pt>
                <c:pt idx="11614">
                  <c:v>3.0469200000000001</c:v>
                </c:pt>
                <c:pt idx="11615">
                  <c:v>3.0472199999999998</c:v>
                </c:pt>
                <c:pt idx="11616">
                  <c:v>3.0475300000000001</c:v>
                </c:pt>
                <c:pt idx="11617">
                  <c:v>3.0478299999999998</c:v>
                </c:pt>
                <c:pt idx="11618">
                  <c:v>3.0481400000000001</c:v>
                </c:pt>
                <c:pt idx="11619">
                  <c:v>3.0484399999999998</c:v>
                </c:pt>
                <c:pt idx="11620">
                  <c:v>3.0487500000000001</c:v>
                </c:pt>
                <c:pt idx="11621">
                  <c:v>3.0490599999999999</c:v>
                </c:pt>
                <c:pt idx="11622">
                  <c:v>3.0493600000000001</c:v>
                </c:pt>
                <c:pt idx="11623">
                  <c:v>3.0496699999999999</c:v>
                </c:pt>
                <c:pt idx="11624">
                  <c:v>3.0499700000000001</c:v>
                </c:pt>
                <c:pt idx="11625">
                  <c:v>3.0502799999999999</c:v>
                </c:pt>
                <c:pt idx="11626">
                  <c:v>3.0505800000000001</c:v>
                </c:pt>
                <c:pt idx="11627">
                  <c:v>3.0508899999999999</c:v>
                </c:pt>
                <c:pt idx="11628">
                  <c:v>3.0511900000000001</c:v>
                </c:pt>
                <c:pt idx="11629">
                  <c:v>3.0514999999999999</c:v>
                </c:pt>
                <c:pt idx="11630">
                  <c:v>3.0518000000000001</c:v>
                </c:pt>
                <c:pt idx="11631">
                  <c:v>3.0521099999999999</c:v>
                </c:pt>
                <c:pt idx="11632">
                  <c:v>3.0524100000000001</c:v>
                </c:pt>
                <c:pt idx="11633">
                  <c:v>3.0527199999999999</c:v>
                </c:pt>
                <c:pt idx="11634">
                  <c:v>3.0530300000000001</c:v>
                </c:pt>
                <c:pt idx="11635">
                  <c:v>3.0533299999999999</c:v>
                </c:pt>
                <c:pt idx="11636">
                  <c:v>3.0536400000000001</c:v>
                </c:pt>
                <c:pt idx="11637">
                  <c:v>3.0539399999999999</c:v>
                </c:pt>
                <c:pt idx="11638">
                  <c:v>3.0542500000000001</c:v>
                </c:pt>
                <c:pt idx="11639">
                  <c:v>3.0545499999999999</c:v>
                </c:pt>
                <c:pt idx="11640">
                  <c:v>3.0548600000000001</c:v>
                </c:pt>
                <c:pt idx="11641">
                  <c:v>3.0551599999999999</c:v>
                </c:pt>
                <c:pt idx="11642">
                  <c:v>3.0554700000000001</c:v>
                </c:pt>
                <c:pt idx="11643">
                  <c:v>3.0557699999999999</c:v>
                </c:pt>
                <c:pt idx="11644">
                  <c:v>3.0560800000000001</c:v>
                </c:pt>
                <c:pt idx="11645">
                  <c:v>3.0563799999999999</c:v>
                </c:pt>
                <c:pt idx="11646">
                  <c:v>3.0566900000000001</c:v>
                </c:pt>
                <c:pt idx="11647">
                  <c:v>3.0569999999999999</c:v>
                </c:pt>
                <c:pt idx="11648">
                  <c:v>3.0573000000000001</c:v>
                </c:pt>
                <c:pt idx="11649">
                  <c:v>3.0576099999999999</c:v>
                </c:pt>
                <c:pt idx="11650">
                  <c:v>3.0579100000000001</c:v>
                </c:pt>
                <c:pt idx="11651">
                  <c:v>3.0582199999999999</c:v>
                </c:pt>
                <c:pt idx="11652">
                  <c:v>3.0585200000000001</c:v>
                </c:pt>
                <c:pt idx="11653">
                  <c:v>3.0588299999999999</c:v>
                </c:pt>
                <c:pt idx="11654">
                  <c:v>3.0591300000000001</c:v>
                </c:pt>
                <c:pt idx="11655">
                  <c:v>3.0594399999999999</c:v>
                </c:pt>
                <c:pt idx="11656">
                  <c:v>3.0597400000000001</c:v>
                </c:pt>
                <c:pt idx="11657">
                  <c:v>3.0600499999999999</c:v>
                </c:pt>
                <c:pt idx="11658">
                  <c:v>3.0603500000000001</c:v>
                </c:pt>
                <c:pt idx="11659">
                  <c:v>3.0606599999999999</c:v>
                </c:pt>
                <c:pt idx="11660">
                  <c:v>3.0609700000000002</c:v>
                </c:pt>
                <c:pt idx="11661">
                  <c:v>3.0612699999999999</c:v>
                </c:pt>
                <c:pt idx="11662">
                  <c:v>3.0615800000000002</c:v>
                </c:pt>
                <c:pt idx="11663">
                  <c:v>3.0618799999999999</c:v>
                </c:pt>
                <c:pt idx="11664">
                  <c:v>3.0621900000000002</c:v>
                </c:pt>
                <c:pt idx="11665">
                  <c:v>3.0624899999999999</c:v>
                </c:pt>
                <c:pt idx="11666">
                  <c:v>3.0628000000000002</c:v>
                </c:pt>
                <c:pt idx="11667">
                  <c:v>3.0630999999999999</c:v>
                </c:pt>
                <c:pt idx="11668">
                  <c:v>3.0634100000000002</c:v>
                </c:pt>
                <c:pt idx="11669">
                  <c:v>3.0637099999999999</c:v>
                </c:pt>
                <c:pt idx="11670">
                  <c:v>3.0640200000000002</c:v>
                </c:pt>
                <c:pt idx="11671">
                  <c:v>3.06433</c:v>
                </c:pt>
                <c:pt idx="11672">
                  <c:v>3.0646300000000002</c:v>
                </c:pt>
                <c:pt idx="11673">
                  <c:v>3.06494</c:v>
                </c:pt>
                <c:pt idx="11674">
                  <c:v>3.0652400000000002</c:v>
                </c:pt>
                <c:pt idx="11675">
                  <c:v>3.06555</c:v>
                </c:pt>
                <c:pt idx="11676">
                  <c:v>3.0658500000000002</c:v>
                </c:pt>
                <c:pt idx="11677">
                  <c:v>3.06616</c:v>
                </c:pt>
                <c:pt idx="11678">
                  <c:v>3.0664600000000002</c:v>
                </c:pt>
                <c:pt idx="11679">
                  <c:v>3.06677</c:v>
                </c:pt>
                <c:pt idx="11680">
                  <c:v>3.0670700000000002</c:v>
                </c:pt>
                <c:pt idx="11681">
                  <c:v>3.06738</c:v>
                </c:pt>
                <c:pt idx="11682">
                  <c:v>3.0676800000000002</c:v>
                </c:pt>
                <c:pt idx="11683">
                  <c:v>3.06799</c:v>
                </c:pt>
                <c:pt idx="11684">
                  <c:v>3.0682999999999998</c:v>
                </c:pt>
                <c:pt idx="11685">
                  <c:v>3.0686</c:v>
                </c:pt>
                <c:pt idx="11686">
                  <c:v>3.0689099999999998</c:v>
                </c:pt>
                <c:pt idx="11687">
                  <c:v>3.06921</c:v>
                </c:pt>
                <c:pt idx="11688">
                  <c:v>3.0695199999999998</c:v>
                </c:pt>
                <c:pt idx="11689">
                  <c:v>3.06982</c:v>
                </c:pt>
                <c:pt idx="11690">
                  <c:v>3.0701299999999998</c:v>
                </c:pt>
                <c:pt idx="11691">
                  <c:v>3.07043</c:v>
                </c:pt>
                <c:pt idx="11692">
                  <c:v>3.0707399999999998</c:v>
                </c:pt>
                <c:pt idx="11693">
                  <c:v>3.07104</c:v>
                </c:pt>
                <c:pt idx="11694">
                  <c:v>3.0713499999999998</c:v>
                </c:pt>
                <c:pt idx="11695">
                  <c:v>3.07165</c:v>
                </c:pt>
                <c:pt idx="11696">
                  <c:v>3.0719599999999998</c:v>
                </c:pt>
                <c:pt idx="11697">
                  <c:v>3.0722700000000001</c:v>
                </c:pt>
                <c:pt idx="11698">
                  <c:v>3.0725699999999998</c:v>
                </c:pt>
                <c:pt idx="11699">
                  <c:v>3.0728800000000001</c:v>
                </c:pt>
                <c:pt idx="11700">
                  <c:v>3.0731799999999998</c:v>
                </c:pt>
                <c:pt idx="11701">
                  <c:v>3.0734900000000001</c:v>
                </c:pt>
                <c:pt idx="11702">
                  <c:v>3.0737899999999998</c:v>
                </c:pt>
                <c:pt idx="11703">
                  <c:v>3.0741000000000001</c:v>
                </c:pt>
                <c:pt idx="11704">
                  <c:v>3.0743999999999998</c:v>
                </c:pt>
                <c:pt idx="11705">
                  <c:v>3.0747100000000001</c:v>
                </c:pt>
                <c:pt idx="11706">
                  <c:v>3.0750099999999998</c:v>
                </c:pt>
                <c:pt idx="11707">
                  <c:v>3.0753200000000001</c:v>
                </c:pt>
                <c:pt idx="11708">
                  <c:v>3.0756199999999998</c:v>
                </c:pt>
                <c:pt idx="11709">
                  <c:v>3.0759300000000001</c:v>
                </c:pt>
                <c:pt idx="11710">
                  <c:v>3.0762399999999999</c:v>
                </c:pt>
                <c:pt idx="11711">
                  <c:v>3.0765400000000001</c:v>
                </c:pt>
                <c:pt idx="11712">
                  <c:v>3.0768499999999999</c:v>
                </c:pt>
                <c:pt idx="11713">
                  <c:v>3.0771500000000001</c:v>
                </c:pt>
                <c:pt idx="11714">
                  <c:v>3.0774599999999999</c:v>
                </c:pt>
                <c:pt idx="11715">
                  <c:v>3.0777600000000001</c:v>
                </c:pt>
                <c:pt idx="11716">
                  <c:v>3.0780699999999999</c:v>
                </c:pt>
                <c:pt idx="11717">
                  <c:v>3.0783700000000001</c:v>
                </c:pt>
                <c:pt idx="11718">
                  <c:v>3.0786799999999999</c:v>
                </c:pt>
                <c:pt idx="11719">
                  <c:v>3.0789800000000001</c:v>
                </c:pt>
                <c:pt idx="11720">
                  <c:v>3.0792899999999999</c:v>
                </c:pt>
                <c:pt idx="11721">
                  <c:v>3.0796000000000001</c:v>
                </c:pt>
                <c:pt idx="11722">
                  <c:v>3.0798999999999999</c:v>
                </c:pt>
                <c:pt idx="11723">
                  <c:v>3.0802100000000001</c:v>
                </c:pt>
                <c:pt idx="11724">
                  <c:v>3.0805099999999999</c:v>
                </c:pt>
                <c:pt idx="11725">
                  <c:v>3.0808200000000001</c:v>
                </c:pt>
                <c:pt idx="11726">
                  <c:v>3.0811199999999999</c:v>
                </c:pt>
                <c:pt idx="11727">
                  <c:v>3.0814300000000001</c:v>
                </c:pt>
                <c:pt idx="11728">
                  <c:v>3.0817299999999999</c:v>
                </c:pt>
                <c:pt idx="11729">
                  <c:v>3.0820400000000001</c:v>
                </c:pt>
                <c:pt idx="11730">
                  <c:v>3.0823399999999999</c:v>
                </c:pt>
                <c:pt idx="11731">
                  <c:v>3.0826500000000001</c:v>
                </c:pt>
                <c:pt idx="11732">
                  <c:v>3.0829499999999999</c:v>
                </c:pt>
                <c:pt idx="11733">
                  <c:v>3.0832600000000001</c:v>
                </c:pt>
                <c:pt idx="11734">
                  <c:v>3.0835699999999999</c:v>
                </c:pt>
                <c:pt idx="11735">
                  <c:v>3.0838700000000001</c:v>
                </c:pt>
                <c:pt idx="11736">
                  <c:v>3.0841799999999999</c:v>
                </c:pt>
                <c:pt idx="11737">
                  <c:v>3.0844800000000001</c:v>
                </c:pt>
                <c:pt idx="11738">
                  <c:v>3.0847899999999999</c:v>
                </c:pt>
                <c:pt idx="11739">
                  <c:v>3.0850900000000001</c:v>
                </c:pt>
                <c:pt idx="11740">
                  <c:v>3.0853999999999999</c:v>
                </c:pt>
                <c:pt idx="11741">
                  <c:v>3.0857000000000001</c:v>
                </c:pt>
                <c:pt idx="11742">
                  <c:v>3.0860099999999999</c:v>
                </c:pt>
                <c:pt idx="11743">
                  <c:v>3.0863100000000001</c:v>
                </c:pt>
                <c:pt idx="11744">
                  <c:v>3.0866199999999999</c:v>
                </c:pt>
                <c:pt idx="11745">
                  <c:v>3.0869200000000001</c:v>
                </c:pt>
                <c:pt idx="11746">
                  <c:v>3.0872299999999999</c:v>
                </c:pt>
                <c:pt idx="11747">
                  <c:v>3.0875400000000002</c:v>
                </c:pt>
                <c:pt idx="11748">
                  <c:v>3.0878399999999999</c:v>
                </c:pt>
                <c:pt idx="11749">
                  <c:v>3.0881500000000002</c:v>
                </c:pt>
                <c:pt idx="11750">
                  <c:v>3.0884499999999999</c:v>
                </c:pt>
                <c:pt idx="11751">
                  <c:v>3.0887600000000002</c:v>
                </c:pt>
                <c:pt idx="11752">
                  <c:v>3.0890599999999999</c:v>
                </c:pt>
                <c:pt idx="11753">
                  <c:v>3.0893700000000002</c:v>
                </c:pt>
                <c:pt idx="11754">
                  <c:v>3.0896699999999999</c:v>
                </c:pt>
                <c:pt idx="11755">
                  <c:v>3.0899800000000002</c:v>
                </c:pt>
                <c:pt idx="11756">
                  <c:v>3.0902799999999999</c:v>
                </c:pt>
                <c:pt idx="11757">
                  <c:v>3.0905900000000002</c:v>
                </c:pt>
                <c:pt idx="11758">
                  <c:v>3.0908899999999999</c:v>
                </c:pt>
                <c:pt idx="11759">
                  <c:v>3.0912000000000002</c:v>
                </c:pt>
                <c:pt idx="11760">
                  <c:v>3.09151</c:v>
                </c:pt>
                <c:pt idx="11761">
                  <c:v>3.0918100000000002</c:v>
                </c:pt>
                <c:pt idx="11762">
                  <c:v>3.09212</c:v>
                </c:pt>
                <c:pt idx="11763">
                  <c:v>3.0924200000000002</c:v>
                </c:pt>
                <c:pt idx="11764">
                  <c:v>3.09273</c:v>
                </c:pt>
                <c:pt idx="11765">
                  <c:v>3.0930300000000002</c:v>
                </c:pt>
                <c:pt idx="11766">
                  <c:v>3.09334</c:v>
                </c:pt>
                <c:pt idx="11767">
                  <c:v>3.0936400000000002</c:v>
                </c:pt>
                <c:pt idx="11768">
                  <c:v>3.09395</c:v>
                </c:pt>
                <c:pt idx="11769">
                  <c:v>3.0942500000000002</c:v>
                </c:pt>
                <c:pt idx="11770">
                  <c:v>3.09456</c:v>
                </c:pt>
                <c:pt idx="11771">
                  <c:v>3.0948600000000002</c:v>
                </c:pt>
                <c:pt idx="11772">
                  <c:v>3.09517</c:v>
                </c:pt>
                <c:pt idx="11773">
                  <c:v>3.0954799999999998</c:v>
                </c:pt>
                <c:pt idx="11774">
                  <c:v>3.09578</c:v>
                </c:pt>
                <c:pt idx="11775">
                  <c:v>3.0960899999999998</c:v>
                </c:pt>
                <c:pt idx="11776">
                  <c:v>3.09639</c:v>
                </c:pt>
                <c:pt idx="11777">
                  <c:v>3.0966999999999998</c:v>
                </c:pt>
                <c:pt idx="11778">
                  <c:v>3.097</c:v>
                </c:pt>
                <c:pt idx="11779">
                  <c:v>3.0973099999999998</c:v>
                </c:pt>
                <c:pt idx="11780">
                  <c:v>3.09761</c:v>
                </c:pt>
                <c:pt idx="11781">
                  <c:v>3.0979199999999998</c:v>
                </c:pt>
                <c:pt idx="11782">
                  <c:v>3.09822</c:v>
                </c:pt>
                <c:pt idx="11783">
                  <c:v>3.0985299999999998</c:v>
                </c:pt>
                <c:pt idx="11784">
                  <c:v>3.09884</c:v>
                </c:pt>
                <c:pt idx="11785">
                  <c:v>3.0991399999999998</c:v>
                </c:pt>
                <c:pt idx="11786">
                  <c:v>3.09945</c:v>
                </c:pt>
                <c:pt idx="11787">
                  <c:v>3.0997499999999998</c:v>
                </c:pt>
                <c:pt idx="11788">
                  <c:v>3.10006</c:v>
                </c:pt>
                <c:pt idx="11789">
                  <c:v>3.1003599999999998</c:v>
                </c:pt>
                <c:pt idx="11790">
                  <c:v>3.10067</c:v>
                </c:pt>
                <c:pt idx="11791">
                  <c:v>3.1009699999999998</c:v>
                </c:pt>
                <c:pt idx="11792">
                  <c:v>3.10128</c:v>
                </c:pt>
                <c:pt idx="11793">
                  <c:v>3.1015799999999998</c:v>
                </c:pt>
                <c:pt idx="11794">
                  <c:v>3.10189</c:v>
                </c:pt>
                <c:pt idx="11795">
                  <c:v>3.1021899999999998</c:v>
                </c:pt>
                <c:pt idx="11796">
                  <c:v>3.1025</c:v>
                </c:pt>
                <c:pt idx="11797">
                  <c:v>3.1028099999999998</c:v>
                </c:pt>
                <c:pt idx="11798">
                  <c:v>3.10311</c:v>
                </c:pt>
                <c:pt idx="11799">
                  <c:v>3.1034199999999998</c:v>
                </c:pt>
                <c:pt idx="11800">
                  <c:v>3.10372</c:v>
                </c:pt>
                <c:pt idx="11801">
                  <c:v>3.1040299999999998</c:v>
                </c:pt>
                <c:pt idx="11802">
                  <c:v>3.10433</c:v>
                </c:pt>
                <c:pt idx="11803">
                  <c:v>3.1046399999999998</c:v>
                </c:pt>
                <c:pt idx="11804">
                  <c:v>3.10494</c:v>
                </c:pt>
                <c:pt idx="11805">
                  <c:v>3.1052499999999998</c:v>
                </c:pt>
                <c:pt idx="11806">
                  <c:v>3.10555</c:v>
                </c:pt>
                <c:pt idx="11807">
                  <c:v>3.1058599999999998</c:v>
                </c:pt>
                <c:pt idx="11808">
                  <c:v>3.10616</c:v>
                </c:pt>
                <c:pt idx="11809">
                  <c:v>3.1064699999999998</c:v>
                </c:pt>
                <c:pt idx="11810">
                  <c:v>3.1067800000000001</c:v>
                </c:pt>
                <c:pt idx="11811">
                  <c:v>3.1070799999999998</c:v>
                </c:pt>
                <c:pt idx="11812">
                  <c:v>3.1073900000000001</c:v>
                </c:pt>
                <c:pt idx="11813">
                  <c:v>3.1076899999999998</c:v>
                </c:pt>
                <c:pt idx="11814">
                  <c:v>3.1080000000000001</c:v>
                </c:pt>
                <c:pt idx="11815">
                  <c:v>3.1082999999999998</c:v>
                </c:pt>
                <c:pt idx="11816">
                  <c:v>3.1086100000000001</c:v>
                </c:pt>
                <c:pt idx="11817">
                  <c:v>3.1089099999999998</c:v>
                </c:pt>
                <c:pt idx="11818">
                  <c:v>3.1092200000000001</c:v>
                </c:pt>
                <c:pt idx="11819">
                  <c:v>3.1095199999999998</c:v>
                </c:pt>
                <c:pt idx="11820">
                  <c:v>3.1098300000000001</c:v>
                </c:pt>
                <c:pt idx="11821">
                  <c:v>3.1101299999999998</c:v>
                </c:pt>
                <c:pt idx="11822">
                  <c:v>3.1104400000000001</c:v>
                </c:pt>
                <c:pt idx="11823">
                  <c:v>3.1107499999999999</c:v>
                </c:pt>
                <c:pt idx="11824">
                  <c:v>3.1110500000000001</c:v>
                </c:pt>
                <c:pt idx="11825">
                  <c:v>3.1113599999999999</c:v>
                </c:pt>
                <c:pt idx="11826">
                  <c:v>3.1116600000000001</c:v>
                </c:pt>
                <c:pt idx="11827">
                  <c:v>3.1119699999999999</c:v>
                </c:pt>
                <c:pt idx="11828">
                  <c:v>3.1122700000000001</c:v>
                </c:pt>
                <c:pt idx="11829">
                  <c:v>3.1125799999999999</c:v>
                </c:pt>
                <c:pt idx="11830">
                  <c:v>3.1128800000000001</c:v>
                </c:pt>
                <c:pt idx="11831">
                  <c:v>3.1131899999999999</c:v>
                </c:pt>
                <c:pt idx="11832">
                  <c:v>3.1134900000000001</c:v>
                </c:pt>
                <c:pt idx="11833">
                  <c:v>3.1137999999999999</c:v>
                </c:pt>
                <c:pt idx="11834">
                  <c:v>3.1141000000000001</c:v>
                </c:pt>
                <c:pt idx="11835">
                  <c:v>3.1144099999999999</c:v>
                </c:pt>
                <c:pt idx="11836">
                  <c:v>3.1147200000000002</c:v>
                </c:pt>
                <c:pt idx="11837">
                  <c:v>3.1150199999999999</c:v>
                </c:pt>
                <c:pt idx="11838">
                  <c:v>3.1153300000000002</c:v>
                </c:pt>
                <c:pt idx="11839">
                  <c:v>3.1156299999999999</c:v>
                </c:pt>
                <c:pt idx="11840">
                  <c:v>3.1159400000000002</c:v>
                </c:pt>
                <c:pt idx="11841">
                  <c:v>3.1162399999999999</c:v>
                </c:pt>
                <c:pt idx="11842">
                  <c:v>3.1165500000000002</c:v>
                </c:pt>
                <c:pt idx="11843">
                  <c:v>3.1168499999999999</c:v>
                </c:pt>
                <c:pt idx="11844">
                  <c:v>3.1171600000000002</c:v>
                </c:pt>
                <c:pt idx="11845">
                  <c:v>3.1174599999999999</c:v>
                </c:pt>
                <c:pt idx="11846">
                  <c:v>3.1177700000000002</c:v>
                </c:pt>
                <c:pt idx="11847">
                  <c:v>3.11808</c:v>
                </c:pt>
                <c:pt idx="11848">
                  <c:v>3.1183800000000002</c:v>
                </c:pt>
                <c:pt idx="11849">
                  <c:v>3.11869</c:v>
                </c:pt>
                <c:pt idx="11850">
                  <c:v>3.1189900000000002</c:v>
                </c:pt>
                <c:pt idx="11851">
                  <c:v>3.1193</c:v>
                </c:pt>
                <c:pt idx="11852">
                  <c:v>3.1196000000000002</c:v>
                </c:pt>
                <c:pt idx="11853">
                  <c:v>3.11991</c:v>
                </c:pt>
                <c:pt idx="11854">
                  <c:v>3.1202100000000002</c:v>
                </c:pt>
                <c:pt idx="11855">
                  <c:v>3.12052</c:v>
                </c:pt>
                <c:pt idx="11856">
                  <c:v>3.1208200000000001</c:v>
                </c:pt>
                <c:pt idx="11857">
                  <c:v>3.12113</c:v>
                </c:pt>
                <c:pt idx="11858">
                  <c:v>3.1214300000000001</c:v>
                </c:pt>
                <c:pt idx="11859">
                  <c:v>3.12174</c:v>
                </c:pt>
                <c:pt idx="11860">
                  <c:v>3.1220500000000002</c:v>
                </c:pt>
                <c:pt idx="11861">
                  <c:v>3.12235</c:v>
                </c:pt>
                <c:pt idx="11862">
                  <c:v>3.1226600000000002</c:v>
                </c:pt>
                <c:pt idx="11863">
                  <c:v>3.12296</c:v>
                </c:pt>
                <c:pt idx="11864">
                  <c:v>3.1232700000000002</c:v>
                </c:pt>
                <c:pt idx="11865">
                  <c:v>3.12357</c:v>
                </c:pt>
                <c:pt idx="11866">
                  <c:v>3.1238800000000002</c:v>
                </c:pt>
                <c:pt idx="11867">
                  <c:v>3.12418</c:v>
                </c:pt>
                <c:pt idx="11868">
                  <c:v>3.1244900000000002</c:v>
                </c:pt>
                <c:pt idx="11869">
                  <c:v>3.12479</c:v>
                </c:pt>
                <c:pt idx="11870">
                  <c:v>3.1251000000000002</c:v>
                </c:pt>
                <c:pt idx="11871">
                  <c:v>3.1254</c:v>
                </c:pt>
                <c:pt idx="11872">
                  <c:v>3.1257100000000002</c:v>
                </c:pt>
                <c:pt idx="11873">
                  <c:v>3.12602</c:v>
                </c:pt>
                <c:pt idx="11874">
                  <c:v>3.1263200000000002</c:v>
                </c:pt>
                <c:pt idx="11875">
                  <c:v>3.12663</c:v>
                </c:pt>
                <c:pt idx="11876">
                  <c:v>3.1269300000000002</c:v>
                </c:pt>
                <c:pt idx="11877">
                  <c:v>3.12724</c:v>
                </c:pt>
                <c:pt idx="11878">
                  <c:v>3.1275400000000002</c:v>
                </c:pt>
                <c:pt idx="11879">
                  <c:v>3.12785</c:v>
                </c:pt>
                <c:pt idx="11880">
                  <c:v>3.1281500000000002</c:v>
                </c:pt>
                <c:pt idx="11881">
                  <c:v>3.12846</c:v>
                </c:pt>
                <c:pt idx="11882">
                  <c:v>3.1287600000000002</c:v>
                </c:pt>
                <c:pt idx="11883">
                  <c:v>3.12907</c:v>
                </c:pt>
                <c:pt idx="11884">
                  <c:v>3.1293700000000002</c:v>
                </c:pt>
                <c:pt idx="11885">
                  <c:v>3.12968</c:v>
                </c:pt>
                <c:pt idx="11886">
                  <c:v>3.1299899999999998</c:v>
                </c:pt>
                <c:pt idx="11887">
                  <c:v>3.13029</c:v>
                </c:pt>
                <c:pt idx="11888">
                  <c:v>3.1305999999999998</c:v>
                </c:pt>
                <c:pt idx="11889">
                  <c:v>3.1309</c:v>
                </c:pt>
                <c:pt idx="11890">
                  <c:v>3.1312099999999998</c:v>
                </c:pt>
                <c:pt idx="11891">
                  <c:v>3.13151</c:v>
                </c:pt>
                <c:pt idx="11892">
                  <c:v>3.1318199999999998</c:v>
                </c:pt>
                <c:pt idx="11893">
                  <c:v>3.13212</c:v>
                </c:pt>
                <c:pt idx="11894">
                  <c:v>3.1324299999999998</c:v>
                </c:pt>
                <c:pt idx="11895">
                  <c:v>3.13273</c:v>
                </c:pt>
                <c:pt idx="11896">
                  <c:v>3.1330399999999998</c:v>
                </c:pt>
                <c:pt idx="11897">
                  <c:v>3.1333500000000001</c:v>
                </c:pt>
                <c:pt idx="11898">
                  <c:v>3.1336499999999998</c:v>
                </c:pt>
                <c:pt idx="11899">
                  <c:v>3.1339600000000001</c:v>
                </c:pt>
                <c:pt idx="11900">
                  <c:v>3.1342599999999998</c:v>
                </c:pt>
                <c:pt idx="11901">
                  <c:v>3.1345700000000001</c:v>
                </c:pt>
                <c:pt idx="11902">
                  <c:v>3.1348699999999998</c:v>
                </c:pt>
                <c:pt idx="11903">
                  <c:v>3.1351800000000001</c:v>
                </c:pt>
                <c:pt idx="11904">
                  <c:v>3.1354799999999998</c:v>
                </c:pt>
                <c:pt idx="11905">
                  <c:v>3.1357900000000001</c:v>
                </c:pt>
                <c:pt idx="11906">
                  <c:v>3.1360899999999998</c:v>
                </c:pt>
                <c:pt idx="11907">
                  <c:v>3.1364000000000001</c:v>
                </c:pt>
                <c:pt idx="11908">
                  <c:v>3.1366999999999998</c:v>
                </c:pt>
                <c:pt idx="11909">
                  <c:v>3.1370100000000001</c:v>
                </c:pt>
                <c:pt idx="11910">
                  <c:v>3.1373199999999999</c:v>
                </c:pt>
                <c:pt idx="11911">
                  <c:v>3.1376200000000001</c:v>
                </c:pt>
                <c:pt idx="11912">
                  <c:v>3.1379299999999999</c:v>
                </c:pt>
                <c:pt idx="11913">
                  <c:v>3.1382300000000001</c:v>
                </c:pt>
                <c:pt idx="11914">
                  <c:v>3.1385399999999999</c:v>
                </c:pt>
                <c:pt idx="11915">
                  <c:v>3.1388400000000001</c:v>
                </c:pt>
                <c:pt idx="11916">
                  <c:v>3.1391499999999999</c:v>
                </c:pt>
                <c:pt idx="11917">
                  <c:v>3.1394500000000001</c:v>
                </c:pt>
                <c:pt idx="11918">
                  <c:v>3.1397599999999999</c:v>
                </c:pt>
                <c:pt idx="11919">
                  <c:v>3.1400600000000001</c:v>
                </c:pt>
                <c:pt idx="11920">
                  <c:v>3.1403699999999999</c:v>
                </c:pt>
                <c:pt idx="11921">
                  <c:v>3.1406700000000001</c:v>
                </c:pt>
                <c:pt idx="11922">
                  <c:v>3.1409799999999999</c:v>
                </c:pt>
                <c:pt idx="11923">
                  <c:v>3.1412900000000001</c:v>
                </c:pt>
                <c:pt idx="11924">
                  <c:v>3.1415899999999999</c:v>
                </c:pt>
                <c:pt idx="11925">
                  <c:v>3.1419000000000001</c:v>
                </c:pt>
                <c:pt idx="11926">
                  <c:v>3.1421999999999999</c:v>
                </c:pt>
                <c:pt idx="11927">
                  <c:v>3.1425100000000001</c:v>
                </c:pt>
                <c:pt idx="11928">
                  <c:v>3.1428099999999999</c:v>
                </c:pt>
                <c:pt idx="11929">
                  <c:v>3.1431200000000001</c:v>
                </c:pt>
                <c:pt idx="11930">
                  <c:v>3.1434199999999999</c:v>
                </c:pt>
                <c:pt idx="11931">
                  <c:v>3.1437300000000001</c:v>
                </c:pt>
                <c:pt idx="11932">
                  <c:v>3.1440299999999999</c:v>
                </c:pt>
                <c:pt idx="11933">
                  <c:v>3.1443400000000001</c:v>
                </c:pt>
                <c:pt idx="11934">
                  <c:v>3.1446399999999999</c:v>
                </c:pt>
                <c:pt idx="11935">
                  <c:v>3.1449500000000001</c:v>
                </c:pt>
                <c:pt idx="11936">
                  <c:v>3.1452599999999999</c:v>
                </c:pt>
                <c:pt idx="11937">
                  <c:v>3.1455600000000001</c:v>
                </c:pt>
                <c:pt idx="11938">
                  <c:v>3.1458699999999999</c:v>
                </c:pt>
                <c:pt idx="11939">
                  <c:v>3.1461700000000001</c:v>
                </c:pt>
                <c:pt idx="11940">
                  <c:v>3.1464799999999999</c:v>
                </c:pt>
                <c:pt idx="11941">
                  <c:v>3.1467800000000001</c:v>
                </c:pt>
                <c:pt idx="11942">
                  <c:v>3.1470899999999999</c:v>
                </c:pt>
                <c:pt idx="11943">
                  <c:v>3.1473900000000001</c:v>
                </c:pt>
                <c:pt idx="11944">
                  <c:v>3.1476999999999999</c:v>
                </c:pt>
                <c:pt idx="11945">
                  <c:v>3.1480000000000001</c:v>
                </c:pt>
                <c:pt idx="11946">
                  <c:v>3.1483099999999999</c:v>
                </c:pt>
                <c:pt idx="11947">
                  <c:v>3.1486100000000001</c:v>
                </c:pt>
                <c:pt idx="11948">
                  <c:v>3.1489199999999999</c:v>
                </c:pt>
                <c:pt idx="11949">
                  <c:v>3.1492300000000002</c:v>
                </c:pt>
                <c:pt idx="11950">
                  <c:v>3.1495299999999999</c:v>
                </c:pt>
                <c:pt idx="11951">
                  <c:v>3.1498400000000002</c:v>
                </c:pt>
                <c:pt idx="11952">
                  <c:v>3.1501399999999999</c:v>
                </c:pt>
                <c:pt idx="11953">
                  <c:v>3.1504500000000002</c:v>
                </c:pt>
                <c:pt idx="11954">
                  <c:v>3.1507499999999999</c:v>
                </c:pt>
                <c:pt idx="11955">
                  <c:v>3.1510600000000002</c:v>
                </c:pt>
                <c:pt idx="11956">
                  <c:v>3.1513599999999999</c:v>
                </c:pt>
                <c:pt idx="11957">
                  <c:v>3.1516700000000002</c:v>
                </c:pt>
                <c:pt idx="11958">
                  <c:v>3.1519699999999999</c:v>
                </c:pt>
                <c:pt idx="11959">
                  <c:v>3.1522800000000002</c:v>
                </c:pt>
                <c:pt idx="11960">
                  <c:v>3.15259</c:v>
                </c:pt>
                <c:pt idx="11961">
                  <c:v>3.1528900000000002</c:v>
                </c:pt>
                <c:pt idx="11962">
                  <c:v>3.1532</c:v>
                </c:pt>
                <c:pt idx="11963">
                  <c:v>3.1535000000000002</c:v>
                </c:pt>
                <c:pt idx="11964">
                  <c:v>3.15381</c:v>
                </c:pt>
                <c:pt idx="11965">
                  <c:v>3.1541100000000002</c:v>
                </c:pt>
                <c:pt idx="11966">
                  <c:v>3.15442</c:v>
                </c:pt>
                <c:pt idx="11967">
                  <c:v>3.1547200000000002</c:v>
                </c:pt>
                <c:pt idx="11968">
                  <c:v>3.15503</c:v>
                </c:pt>
                <c:pt idx="11969">
                  <c:v>3.1553300000000002</c:v>
                </c:pt>
                <c:pt idx="11970">
                  <c:v>3.15564</c:v>
                </c:pt>
                <c:pt idx="11971">
                  <c:v>3.1559400000000002</c:v>
                </c:pt>
                <c:pt idx="11972">
                  <c:v>3.15625</c:v>
                </c:pt>
                <c:pt idx="11973">
                  <c:v>3.1565599999999998</c:v>
                </c:pt>
                <c:pt idx="11974">
                  <c:v>3.15686</c:v>
                </c:pt>
                <c:pt idx="11975">
                  <c:v>3.1571699999999998</c:v>
                </c:pt>
                <c:pt idx="11976">
                  <c:v>3.15747</c:v>
                </c:pt>
                <c:pt idx="11977">
                  <c:v>3.1577799999999998</c:v>
                </c:pt>
                <c:pt idx="11978">
                  <c:v>3.15808</c:v>
                </c:pt>
                <c:pt idx="11979">
                  <c:v>3.1583899999999998</c:v>
                </c:pt>
                <c:pt idx="11980">
                  <c:v>3.15869</c:v>
                </c:pt>
                <c:pt idx="11981">
                  <c:v>3.1589999999999998</c:v>
                </c:pt>
                <c:pt idx="11982">
                  <c:v>3.1593</c:v>
                </c:pt>
                <c:pt idx="11983">
                  <c:v>3.1596099999999998</c:v>
                </c:pt>
                <c:pt idx="11984">
                  <c:v>3.15991</c:v>
                </c:pt>
                <c:pt idx="11985">
                  <c:v>3.1602199999999998</c:v>
                </c:pt>
                <c:pt idx="11986">
                  <c:v>3.1605300000000001</c:v>
                </c:pt>
                <c:pt idx="11987">
                  <c:v>3.1608299999999998</c:v>
                </c:pt>
                <c:pt idx="11988">
                  <c:v>3.1611400000000001</c:v>
                </c:pt>
                <c:pt idx="11989">
                  <c:v>3.1614399999999998</c:v>
                </c:pt>
                <c:pt idx="11990">
                  <c:v>3.1617500000000001</c:v>
                </c:pt>
                <c:pt idx="11991">
                  <c:v>3.1620499999999998</c:v>
                </c:pt>
                <c:pt idx="11992">
                  <c:v>3.1623600000000001</c:v>
                </c:pt>
                <c:pt idx="11993">
                  <c:v>3.1626599999999998</c:v>
                </c:pt>
                <c:pt idx="11994">
                  <c:v>3.1629700000000001</c:v>
                </c:pt>
                <c:pt idx="11995">
                  <c:v>3.1632699999999998</c:v>
                </c:pt>
                <c:pt idx="11996">
                  <c:v>3.1635800000000001</c:v>
                </c:pt>
                <c:pt idx="11997">
                  <c:v>3.1638799999999998</c:v>
                </c:pt>
                <c:pt idx="11998">
                  <c:v>3.1641900000000001</c:v>
                </c:pt>
                <c:pt idx="11999">
                  <c:v>3.1644999999999999</c:v>
                </c:pt>
                <c:pt idx="12000">
                  <c:v>3.1648000000000001</c:v>
                </c:pt>
                <c:pt idx="12001">
                  <c:v>3.1651099999999999</c:v>
                </c:pt>
                <c:pt idx="12002">
                  <c:v>3.1654100000000001</c:v>
                </c:pt>
                <c:pt idx="12003">
                  <c:v>3.1657199999999999</c:v>
                </c:pt>
                <c:pt idx="12004">
                  <c:v>3.1660200000000001</c:v>
                </c:pt>
                <c:pt idx="12005">
                  <c:v>3.1663299999999999</c:v>
                </c:pt>
                <c:pt idx="12006">
                  <c:v>3.1666300000000001</c:v>
                </c:pt>
                <c:pt idx="12007">
                  <c:v>3.1669399999999999</c:v>
                </c:pt>
                <c:pt idx="12008">
                  <c:v>3.1672400000000001</c:v>
                </c:pt>
                <c:pt idx="12009">
                  <c:v>3.1675499999999999</c:v>
                </c:pt>
                <c:pt idx="12010">
                  <c:v>3.1678500000000001</c:v>
                </c:pt>
                <c:pt idx="12011">
                  <c:v>3.1681599999999999</c:v>
                </c:pt>
                <c:pt idx="12012">
                  <c:v>3.1684700000000001</c:v>
                </c:pt>
                <c:pt idx="12013">
                  <c:v>3.1687699999999999</c:v>
                </c:pt>
                <c:pt idx="12014">
                  <c:v>3.1690800000000001</c:v>
                </c:pt>
                <c:pt idx="12015">
                  <c:v>3.1693799999999999</c:v>
                </c:pt>
                <c:pt idx="12016">
                  <c:v>3.1696900000000001</c:v>
                </c:pt>
                <c:pt idx="12017">
                  <c:v>3.1699899999999999</c:v>
                </c:pt>
                <c:pt idx="12018">
                  <c:v>3.1703000000000001</c:v>
                </c:pt>
                <c:pt idx="12019">
                  <c:v>3.1705999999999999</c:v>
                </c:pt>
                <c:pt idx="12020">
                  <c:v>3.1709100000000001</c:v>
                </c:pt>
                <c:pt idx="12021">
                  <c:v>3.1712099999999999</c:v>
                </c:pt>
                <c:pt idx="12022">
                  <c:v>3.1715200000000001</c:v>
                </c:pt>
                <c:pt idx="12023">
                  <c:v>3.1718299999999999</c:v>
                </c:pt>
                <c:pt idx="12024">
                  <c:v>3.1721300000000001</c:v>
                </c:pt>
                <c:pt idx="12025">
                  <c:v>3.1724399999999999</c:v>
                </c:pt>
                <c:pt idx="12026">
                  <c:v>3.1727400000000001</c:v>
                </c:pt>
                <c:pt idx="12027">
                  <c:v>3.1730499999999999</c:v>
                </c:pt>
                <c:pt idx="12028">
                  <c:v>3.1733500000000001</c:v>
                </c:pt>
                <c:pt idx="12029">
                  <c:v>3.1736599999999999</c:v>
                </c:pt>
                <c:pt idx="12030">
                  <c:v>3.1739600000000001</c:v>
                </c:pt>
                <c:pt idx="12031">
                  <c:v>3.1742699999999999</c:v>
                </c:pt>
                <c:pt idx="12032">
                  <c:v>3.1745700000000001</c:v>
                </c:pt>
                <c:pt idx="12033">
                  <c:v>3.1748799999999999</c:v>
                </c:pt>
                <c:pt idx="12034">
                  <c:v>3.1751800000000001</c:v>
                </c:pt>
                <c:pt idx="12035">
                  <c:v>3.1754899999999999</c:v>
                </c:pt>
                <c:pt idx="12036">
                  <c:v>3.1758000000000002</c:v>
                </c:pt>
                <c:pt idx="12037">
                  <c:v>3.1760999999999999</c:v>
                </c:pt>
                <c:pt idx="12038">
                  <c:v>3.1764100000000002</c:v>
                </c:pt>
                <c:pt idx="12039">
                  <c:v>3.1767099999999999</c:v>
                </c:pt>
                <c:pt idx="12040">
                  <c:v>3.1770200000000002</c:v>
                </c:pt>
                <c:pt idx="12041">
                  <c:v>3.1773199999999999</c:v>
                </c:pt>
                <c:pt idx="12042">
                  <c:v>3.1776300000000002</c:v>
                </c:pt>
                <c:pt idx="12043">
                  <c:v>3.1779299999999999</c:v>
                </c:pt>
                <c:pt idx="12044">
                  <c:v>3.1782400000000002</c:v>
                </c:pt>
                <c:pt idx="12045">
                  <c:v>3.1785399999999999</c:v>
                </c:pt>
                <c:pt idx="12046">
                  <c:v>3.1788500000000002</c:v>
                </c:pt>
                <c:pt idx="12047">
                  <c:v>3.1791499999999999</c:v>
                </c:pt>
                <c:pt idx="12048">
                  <c:v>3.1794600000000002</c:v>
                </c:pt>
                <c:pt idx="12049">
                  <c:v>3.17977</c:v>
                </c:pt>
                <c:pt idx="12050">
                  <c:v>3.1800700000000002</c:v>
                </c:pt>
                <c:pt idx="12051">
                  <c:v>3.18038</c:v>
                </c:pt>
                <c:pt idx="12052">
                  <c:v>3.1806800000000002</c:v>
                </c:pt>
                <c:pt idx="12053">
                  <c:v>3.18099</c:v>
                </c:pt>
                <c:pt idx="12054">
                  <c:v>3.1812900000000002</c:v>
                </c:pt>
                <c:pt idx="12055">
                  <c:v>3.1816</c:v>
                </c:pt>
                <c:pt idx="12056">
                  <c:v>3.1819000000000002</c:v>
                </c:pt>
                <c:pt idx="12057">
                  <c:v>3.18221</c:v>
                </c:pt>
                <c:pt idx="12058">
                  <c:v>3.1825100000000002</c:v>
                </c:pt>
                <c:pt idx="12059">
                  <c:v>3.18282</c:v>
                </c:pt>
                <c:pt idx="12060">
                  <c:v>3.1831200000000002</c:v>
                </c:pt>
                <c:pt idx="12061">
                  <c:v>3.18343</c:v>
                </c:pt>
                <c:pt idx="12062">
                  <c:v>3.1837399999999998</c:v>
                </c:pt>
                <c:pt idx="12063">
                  <c:v>3.18404</c:v>
                </c:pt>
                <c:pt idx="12064">
                  <c:v>3.1843499999999998</c:v>
                </c:pt>
                <c:pt idx="12065">
                  <c:v>3.18465</c:v>
                </c:pt>
                <c:pt idx="12066">
                  <c:v>3.1849599999999998</c:v>
                </c:pt>
                <c:pt idx="12067">
                  <c:v>3.18526</c:v>
                </c:pt>
                <c:pt idx="12068">
                  <c:v>3.1855699999999998</c:v>
                </c:pt>
                <c:pt idx="12069">
                  <c:v>3.18587</c:v>
                </c:pt>
                <c:pt idx="12070">
                  <c:v>3.1861799999999998</c:v>
                </c:pt>
                <c:pt idx="12071">
                  <c:v>3.18648</c:v>
                </c:pt>
                <c:pt idx="12072">
                  <c:v>3.1867899999999998</c:v>
                </c:pt>
                <c:pt idx="12073">
                  <c:v>3.18709</c:v>
                </c:pt>
                <c:pt idx="12074">
                  <c:v>3.1873999999999998</c:v>
                </c:pt>
                <c:pt idx="12075">
                  <c:v>3.18771</c:v>
                </c:pt>
                <c:pt idx="12076">
                  <c:v>3.1880099999999998</c:v>
                </c:pt>
                <c:pt idx="12077">
                  <c:v>3.18832</c:v>
                </c:pt>
                <c:pt idx="12078">
                  <c:v>3.1886199999999998</c:v>
                </c:pt>
                <c:pt idx="12079">
                  <c:v>3.18893</c:v>
                </c:pt>
                <c:pt idx="12080">
                  <c:v>3.1892299999999998</c:v>
                </c:pt>
                <c:pt idx="12081">
                  <c:v>3.18954</c:v>
                </c:pt>
                <c:pt idx="12082">
                  <c:v>3.1898399999999998</c:v>
                </c:pt>
                <c:pt idx="12083">
                  <c:v>3.19015</c:v>
                </c:pt>
                <c:pt idx="12084">
                  <c:v>3.1904499999999998</c:v>
                </c:pt>
                <c:pt idx="12085">
                  <c:v>3.19076</c:v>
                </c:pt>
                <c:pt idx="12086">
                  <c:v>3.1910699999999999</c:v>
                </c:pt>
                <c:pt idx="12087">
                  <c:v>3.19137</c:v>
                </c:pt>
                <c:pt idx="12088">
                  <c:v>3.1916799999999999</c:v>
                </c:pt>
                <c:pt idx="12089">
                  <c:v>3.19198</c:v>
                </c:pt>
                <c:pt idx="12090">
                  <c:v>3.1922899999999998</c:v>
                </c:pt>
                <c:pt idx="12091">
                  <c:v>3.19259</c:v>
                </c:pt>
                <c:pt idx="12092">
                  <c:v>3.1928999999999998</c:v>
                </c:pt>
                <c:pt idx="12093">
                  <c:v>3.1932</c:v>
                </c:pt>
                <c:pt idx="12094">
                  <c:v>3.1935099999999998</c:v>
                </c:pt>
                <c:pt idx="12095">
                  <c:v>3.19381</c:v>
                </c:pt>
                <c:pt idx="12096">
                  <c:v>3.1941199999999998</c:v>
                </c:pt>
                <c:pt idx="12097">
                  <c:v>3.19442</c:v>
                </c:pt>
                <c:pt idx="12098">
                  <c:v>3.1947299999999998</c:v>
                </c:pt>
                <c:pt idx="12099">
                  <c:v>3.1950400000000001</c:v>
                </c:pt>
                <c:pt idx="12100">
                  <c:v>3.1953399999999998</c:v>
                </c:pt>
                <c:pt idx="12101">
                  <c:v>3.1956500000000001</c:v>
                </c:pt>
                <c:pt idx="12102">
                  <c:v>3.1959499999999998</c:v>
                </c:pt>
                <c:pt idx="12103">
                  <c:v>3.1962600000000001</c:v>
                </c:pt>
                <c:pt idx="12104">
                  <c:v>3.1965599999999998</c:v>
                </c:pt>
                <c:pt idx="12105">
                  <c:v>3.1968700000000001</c:v>
                </c:pt>
                <c:pt idx="12106">
                  <c:v>3.1971699999999998</c:v>
                </c:pt>
                <c:pt idx="12107">
                  <c:v>3.1974800000000001</c:v>
                </c:pt>
                <c:pt idx="12108">
                  <c:v>3.1977799999999998</c:v>
                </c:pt>
                <c:pt idx="12109">
                  <c:v>3.1980900000000001</c:v>
                </c:pt>
                <c:pt idx="12110">
                  <c:v>3.1983899999999998</c:v>
                </c:pt>
                <c:pt idx="12111">
                  <c:v>3.1987000000000001</c:v>
                </c:pt>
                <c:pt idx="12112">
                  <c:v>3.1990099999999999</c:v>
                </c:pt>
                <c:pt idx="12113">
                  <c:v>3.1993100000000001</c:v>
                </c:pt>
                <c:pt idx="12114">
                  <c:v>3.1996199999999999</c:v>
                </c:pt>
                <c:pt idx="12115">
                  <c:v>3.1999200000000001</c:v>
                </c:pt>
                <c:pt idx="12116">
                  <c:v>3.2002299999999999</c:v>
                </c:pt>
                <c:pt idx="12117">
                  <c:v>3.2005300000000001</c:v>
                </c:pt>
                <c:pt idx="12118">
                  <c:v>3.2008399999999999</c:v>
                </c:pt>
                <c:pt idx="12119">
                  <c:v>3.2011400000000001</c:v>
                </c:pt>
                <c:pt idx="12120">
                  <c:v>3.2014499999999999</c:v>
                </c:pt>
                <c:pt idx="12121">
                  <c:v>3.2017500000000001</c:v>
                </c:pt>
                <c:pt idx="12122">
                  <c:v>3.2020599999999999</c:v>
                </c:pt>
                <c:pt idx="12123">
                  <c:v>3.2023600000000001</c:v>
                </c:pt>
                <c:pt idx="12124">
                  <c:v>3.2026699999999999</c:v>
                </c:pt>
                <c:pt idx="12125">
                  <c:v>3.2029800000000002</c:v>
                </c:pt>
                <c:pt idx="12126">
                  <c:v>3.2032799999999999</c:v>
                </c:pt>
                <c:pt idx="12127">
                  <c:v>3.2035900000000002</c:v>
                </c:pt>
                <c:pt idx="12128">
                  <c:v>3.2038899999999999</c:v>
                </c:pt>
                <c:pt idx="12129">
                  <c:v>3.2042000000000002</c:v>
                </c:pt>
                <c:pt idx="12130">
                  <c:v>3.2044999999999999</c:v>
                </c:pt>
                <c:pt idx="12131">
                  <c:v>3.2048100000000002</c:v>
                </c:pt>
                <c:pt idx="12132">
                  <c:v>3.2051099999999999</c:v>
                </c:pt>
                <c:pt idx="12133">
                  <c:v>3.2054200000000002</c:v>
                </c:pt>
                <c:pt idx="12134">
                  <c:v>3.2057199999999999</c:v>
                </c:pt>
                <c:pt idx="12135">
                  <c:v>3.2060300000000002</c:v>
                </c:pt>
                <c:pt idx="12136">
                  <c:v>3.20634</c:v>
                </c:pt>
                <c:pt idx="12137">
                  <c:v>3.2066400000000002</c:v>
                </c:pt>
                <c:pt idx="12138">
                  <c:v>3.20695</c:v>
                </c:pt>
                <c:pt idx="12139">
                  <c:v>3.2072500000000002</c:v>
                </c:pt>
                <c:pt idx="12140">
                  <c:v>3.20756</c:v>
                </c:pt>
                <c:pt idx="12141">
                  <c:v>3.2078600000000002</c:v>
                </c:pt>
                <c:pt idx="12142">
                  <c:v>3.20817</c:v>
                </c:pt>
                <c:pt idx="12143">
                  <c:v>3.2084700000000002</c:v>
                </c:pt>
                <c:pt idx="12144">
                  <c:v>3.20878</c:v>
                </c:pt>
                <c:pt idx="12145">
                  <c:v>3.2090800000000002</c:v>
                </c:pt>
                <c:pt idx="12146">
                  <c:v>3.20939</c:v>
                </c:pt>
                <c:pt idx="12147">
                  <c:v>3.2096900000000002</c:v>
                </c:pt>
                <c:pt idx="12148">
                  <c:v>3.21</c:v>
                </c:pt>
                <c:pt idx="12149">
                  <c:v>3.2103100000000002</c:v>
                </c:pt>
                <c:pt idx="12150">
                  <c:v>3.21061</c:v>
                </c:pt>
                <c:pt idx="12151">
                  <c:v>3.2109200000000002</c:v>
                </c:pt>
                <c:pt idx="12152">
                  <c:v>3.21122</c:v>
                </c:pt>
                <c:pt idx="12153">
                  <c:v>3.2115300000000002</c:v>
                </c:pt>
                <c:pt idx="12154">
                  <c:v>3.21183</c:v>
                </c:pt>
                <c:pt idx="12155">
                  <c:v>3.2121400000000002</c:v>
                </c:pt>
                <c:pt idx="12156">
                  <c:v>3.21244</c:v>
                </c:pt>
                <c:pt idx="12157">
                  <c:v>3.2127500000000002</c:v>
                </c:pt>
                <c:pt idx="12158">
                  <c:v>3.21305</c:v>
                </c:pt>
                <c:pt idx="12159">
                  <c:v>3.2133600000000002</c:v>
                </c:pt>
                <c:pt idx="12160">
                  <c:v>3.21366</c:v>
                </c:pt>
                <c:pt idx="12161">
                  <c:v>3.2139700000000002</c:v>
                </c:pt>
                <c:pt idx="12162">
                  <c:v>3.21428</c:v>
                </c:pt>
                <c:pt idx="12163">
                  <c:v>3.2145800000000002</c:v>
                </c:pt>
                <c:pt idx="12164">
                  <c:v>3.21489</c:v>
                </c:pt>
                <c:pt idx="12165">
                  <c:v>3.2151900000000002</c:v>
                </c:pt>
                <c:pt idx="12166">
                  <c:v>3.2155</c:v>
                </c:pt>
                <c:pt idx="12167">
                  <c:v>3.2158000000000002</c:v>
                </c:pt>
                <c:pt idx="12168">
                  <c:v>3.21611</c:v>
                </c:pt>
                <c:pt idx="12169">
                  <c:v>3.2164100000000002</c:v>
                </c:pt>
                <c:pt idx="12170">
                  <c:v>3.21672</c:v>
                </c:pt>
                <c:pt idx="12171">
                  <c:v>3.2170200000000002</c:v>
                </c:pt>
                <c:pt idx="12172">
                  <c:v>3.21733</c:v>
                </c:pt>
                <c:pt idx="12173">
                  <c:v>3.2176300000000002</c:v>
                </c:pt>
                <c:pt idx="12174">
                  <c:v>3.21794</c:v>
                </c:pt>
                <c:pt idx="12175">
                  <c:v>3.2182499999999998</c:v>
                </c:pt>
                <c:pt idx="12176">
                  <c:v>3.21855</c:v>
                </c:pt>
                <c:pt idx="12177">
                  <c:v>3.2188599999999998</c:v>
                </c:pt>
                <c:pt idx="12178">
                  <c:v>3.21916</c:v>
                </c:pt>
                <c:pt idx="12179">
                  <c:v>3.2194699999999998</c:v>
                </c:pt>
                <c:pt idx="12180">
                  <c:v>3.21977</c:v>
                </c:pt>
                <c:pt idx="12181">
                  <c:v>3.2200799999999998</c:v>
                </c:pt>
                <c:pt idx="12182">
                  <c:v>3.22038</c:v>
                </c:pt>
                <c:pt idx="12183">
                  <c:v>3.2206899999999998</c:v>
                </c:pt>
                <c:pt idx="12184">
                  <c:v>3.22099</c:v>
                </c:pt>
                <c:pt idx="12185">
                  <c:v>3.2212999999999998</c:v>
                </c:pt>
                <c:pt idx="12186">
                  <c:v>3.2216</c:v>
                </c:pt>
                <c:pt idx="12187">
                  <c:v>3.2219099999999998</c:v>
                </c:pt>
                <c:pt idx="12188">
                  <c:v>3.2222200000000001</c:v>
                </c:pt>
                <c:pt idx="12189">
                  <c:v>3.2225199999999998</c:v>
                </c:pt>
                <c:pt idx="12190">
                  <c:v>3.2228300000000001</c:v>
                </c:pt>
                <c:pt idx="12191">
                  <c:v>3.2231299999999998</c:v>
                </c:pt>
                <c:pt idx="12192">
                  <c:v>3.2234400000000001</c:v>
                </c:pt>
                <c:pt idx="12193">
                  <c:v>3.2237399999999998</c:v>
                </c:pt>
                <c:pt idx="12194">
                  <c:v>3.2240500000000001</c:v>
                </c:pt>
                <c:pt idx="12195">
                  <c:v>3.2243499999999998</c:v>
                </c:pt>
                <c:pt idx="12196">
                  <c:v>3.2246600000000001</c:v>
                </c:pt>
                <c:pt idx="12197">
                  <c:v>3.2249599999999998</c:v>
                </c:pt>
                <c:pt idx="12198">
                  <c:v>3.2252700000000001</c:v>
                </c:pt>
                <c:pt idx="12199">
                  <c:v>3.2255799999999999</c:v>
                </c:pt>
                <c:pt idx="12200">
                  <c:v>3.2258800000000001</c:v>
                </c:pt>
                <c:pt idx="12201">
                  <c:v>3.2261899999999999</c:v>
                </c:pt>
                <c:pt idx="12202">
                  <c:v>3.2264900000000001</c:v>
                </c:pt>
                <c:pt idx="12203">
                  <c:v>3.2267999999999999</c:v>
                </c:pt>
                <c:pt idx="12204">
                  <c:v>3.2271000000000001</c:v>
                </c:pt>
                <c:pt idx="12205">
                  <c:v>3.2274099999999999</c:v>
                </c:pt>
                <c:pt idx="12206">
                  <c:v>3.2277100000000001</c:v>
                </c:pt>
                <c:pt idx="12207">
                  <c:v>3.2280199999999999</c:v>
                </c:pt>
                <c:pt idx="12208">
                  <c:v>3.2283200000000001</c:v>
                </c:pt>
                <c:pt idx="12209">
                  <c:v>3.2286299999999999</c:v>
                </c:pt>
                <c:pt idx="12210">
                  <c:v>3.2289300000000001</c:v>
                </c:pt>
                <c:pt idx="12211">
                  <c:v>3.2292399999999999</c:v>
                </c:pt>
                <c:pt idx="12212">
                  <c:v>3.2295500000000001</c:v>
                </c:pt>
                <c:pt idx="12213">
                  <c:v>3.2298499999999999</c:v>
                </c:pt>
                <c:pt idx="12214">
                  <c:v>3.2301600000000001</c:v>
                </c:pt>
                <c:pt idx="12215">
                  <c:v>3.2304599999999999</c:v>
                </c:pt>
                <c:pt idx="12216">
                  <c:v>3.2307700000000001</c:v>
                </c:pt>
                <c:pt idx="12217">
                  <c:v>3.2310699999999999</c:v>
                </c:pt>
                <c:pt idx="12218">
                  <c:v>3.2313800000000001</c:v>
                </c:pt>
                <c:pt idx="12219">
                  <c:v>3.2316799999999999</c:v>
                </c:pt>
                <c:pt idx="12220">
                  <c:v>3.2319900000000001</c:v>
                </c:pt>
                <c:pt idx="12221">
                  <c:v>3.2322899999999999</c:v>
                </c:pt>
                <c:pt idx="12222">
                  <c:v>3.2326000000000001</c:v>
                </c:pt>
                <c:pt idx="12223">
                  <c:v>3.2328999999999999</c:v>
                </c:pt>
                <c:pt idx="12224">
                  <c:v>3.2332100000000001</c:v>
                </c:pt>
                <c:pt idx="12225">
                  <c:v>3.2335199999999999</c:v>
                </c:pt>
                <c:pt idx="12226">
                  <c:v>3.2338200000000001</c:v>
                </c:pt>
                <c:pt idx="12227">
                  <c:v>3.2341299999999999</c:v>
                </c:pt>
                <c:pt idx="12228">
                  <c:v>3.2344300000000001</c:v>
                </c:pt>
                <c:pt idx="12229">
                  <c:v>3.2347399999999999</c:v>
                </c:pt>
                <c:pt idx="12230">
                  <c:v>3.2350400000000001</c:v>
                </c:pt>
                <c:pt idx="12231">
                  <c:v>3.2353499999999999</c:v>
                </c:pt>
                <c:pt idx="12232">
                  <c:v>3.2356500000000001</c:v>
                </c:pt>
                <c:pt idx="12233">
                  <c:v>3.2359599999999999</c:v>
                </c:pt>
                <c:pt idx="12234">
                  <c:v>3.2362600000000001</c:v>
                </c:pt>
                <c:pt idx="12235">
                  <c:v>3.2365699999999999</c:v>
                </c:pt>
                <c:pt idx="12236">
                  <c:v>3.2368700000000001</c:v>
                </c:pt>
                <c:pt idx="12237">
                  <c:v>3.2371799999999999</c:v>
                </c:pt>
                <c:pt idx="12238">
                  <c:v>3.2374900000000002</c:v>
                </c:pt>
                <c:pt idx="12239">
                  <c:v>3.2377899999999999</c:v>
                </c:pt>
                <c:pt idx="12240">
                  <c:v>3.2381000000000002</c:v>
                </c:pt>
                <c:pt idx="12241">
                  <c:v>3.2383999999999999</c:v>
                </c:pt>
                <c:pt idx="12242">
                  <c:v>3.2387100000000002</c:v>
                </c:pt>
                <c:pt idx="12243">
                  <c:v>3.2390099999999999</c:v>
                </c:pt>
                <c:pt idx="12244">
                  <c:v>3.2393200000000002</c:v>
                </c:pt>
                <c:pt idx="12245">
                  <c:v>3.2396199999999999</c:v>
                </c:pt>
                <c:pt idx="12246">
                  <c:v>3.2399300000000002</c:v>
                </c:pt>
                <c:pt idx="12247">
                  <c:v>3.2402299999999999</c:v>
                </c:pt>
                <c:pt idx="12248">
                  <c:v>3.2405400000000002</c:v>
                </c:pt>
                <c:pt idx="12249">
                  <c:v>3.2408399999999999</c:v>
                </c:pt>
                <c:pt idx="12250">
                  <c:v>3.2411500000000002</c:v>
                </c:pt>
                <c:pt idx="12251">
                  <c:v>3.24146</c:v>
                </c:pt>
                <c:pt idx="12252">
                  <c:v>3.2417600000000002</c:v>
                </c:pt>
                <c:pt idx="12253">
                  <c:v>3.24207</c:v>
                </c:pt>
                <c:pt idx="12254">
                  <c:v>3.2423700000000002</c:v>
                </c:pt>
                <c:pt idx="12255">
                  <c:v>3.24268</c:v>
                </c:pt>
                <c:pt idx="12256">
                  <c:v>3.2429800000000002</c:v>
                </c:pt>
                <c:pt idx="12257">
                  <c:v>3.24329</c:v>
                </c:pt>
                <c:pt idx="12258">
                  <c:v>3.2435900000000002</c:v>
                </c:pt>
                <c:pt idx="12259">
                  <c:v>3.2439</c:v>
                </c:pt>
                <c:pt idx="12260">
                  <c:v>3.2442000000000002</c:v>
                </c:pt>
                <c:pt idx="12261">
                  <c:v>3.24451</c:v>
                </c:pt>
                <c:pt idx="12262">
                  <c:v>3.2448199999999998</c:v>
                </c:pt>
                <c:pt idx="12263">
                  <c:v>3.24512</c:v>
                </c:pt>
                <c:pt idx="12264">
                  <c:v>3.2454299999999998</c:v>
                </c:pt>
                <c:pt idx="12265">
                  <c:v>3.24573</c:v>
                </c:pt>
                <c:pt idx="12266">
                  <c:v>3.2460399999999998</c:v>
                </c:pt>
                <c:pt idx="12267">
                  <c:v>3.24634</c:v>
                </c:pt>
                <c:pt idx="12268">
                  <c:v>3.2466499999999998</c:v>
                </c:pt>
                <c:pt idx="12269">
                  <c:v>3.24695</c:v>
                </c:pt>
                <c:pt idx="12270">
                  <c:v>3.2472599999999998</c:v>
                </c:pt>
                <c:pt idx="12271">
                  <c:v>3.24756</c:v>
                </c:pt>
                <c:pt idx="12272">
                  <c:v>3.2478699999999998</c:v>
                </c:pt>
                <c:pt idx="12273">
                  <c:v>3.24817</c:v>
                </c:pt>
                <c:pt idx="12274">
                  <c:v>3.2484799999999998</c:v>
                </c:pt>
                <c:pt idx="12275">
                  <c:v>3.2487900000000001</c:v>
                </c:pt>
                <c:pt idx="12276">
                  <c:v>3.2490899999999998</c:v>
                </c:pt>
                <c:pt idx="12277">
                  <c:v>3.2494000000000001</c:v>
                </c:pt>
                <c:pt idx="12278">
                  <c:v>3.2496999999999998</c:v>
                </c:pt>
                <c:pt idx="12279">
                  <c:v>3.2500100000000001</c:v>
                </c:pt>
                <c:pt idx="12280">
                  <c:v>3.2503099999999998</c:v>
                </c:pt>
                <c:pt idx="12281">
                  <c:v>3.2506200000000001</c:v>
                </c:pt>
                <c:pt idx="12282">
                  <c:v>3.2509199999999998</c:v>
                </c:pt>
                <c:pt idx="12283">
                  <c:v>3.2512300000000001</c:v>
                </c:pt>
                <c:pt idx="12284">
                  <c:v>3.2515299999999998</c:v>
                </c:pt>
                <c:pt idx="12285">
                  <c:v>3.2518400000000001</c:v>
                </c:pt>
                <c:pt idx="12286">
                  <c:v>3.2521399999999998</c:v>
                </c:pt>
                <c:pt idx="12287">
                  <c:v>3.2524500000000001</c:v>
                </c:pt>
                <c:pt idx="12288">
                  <c:v>3.2527599999999999</c:v>
                </c:pt>
                <c:pt idx="12289">
                  <c:v>3.2530600000000001</c:v>
                </c:pt>
                <c:pt idx="12290">
                  <c:v>3.2533699999999999</c:v>
                </c:pt>
                <c:pt idx="12291">
                  <c:v>3.2536700000000001</c:v>
                </c:pt>
                <c:pt idx="12292">
                  <c:v>3.2539799999999999</c:v>
                </c:pt>
                <c:pt idx="12293">
                  <c:v>3.2542800000000001</c:v>
                </c:pt>
                <c:pt idx="12294">
                  <c:v>3.2545899999999999</c:v>
                </c:pt>
                <c:pt idx="12295">
                  <c:v>3.2548900000000001</c:v>
                </c:pt>
                <c:pt idx="12296">
                  <c:v>3.2551999999999999</c:v>
                </c:pt>
                <c:pt idx="12297">
                  <c:v>3.2555000000000001</c:v>
                </c:pt>
                <c:pt idx="12298">
                  <c:v>3.2558099999999999</c:v>
                </c:pt>
                <c:pt idx="12299">
                  <c:v>3.2561100000000001</c:v>
                </c:pt>
                <c:pt idx="12300">
                  <c:v>3.2564199999999999</c:v>
                </c:pt>
                <c:pt idx="12301">
                  <c:v>3.2567300000000001</c:v>
                </c:pt>
                <c:pt idx="12302">
                  <c:v>3.2570299999999999</c:v>
                </c:pt>
                <c:pt idx="12303">
                  <c:v>3.2573400000000001</c:v>
                </c:pt>
                <c:pt idx="12304">
                  <c:v>3.2576399999999999</c:v>
                </c:pt>
                <c:pt idx="12305">
                  <c:v>3.2579500000000001</c:v>
                </c:pt>
                <c:pt idx="12306">
                  <c:v>3.2582499999999999</c:v>
                </c:pt>
                <c:pt idx="12307">
                  <c:v>3.2585600000000001</c:v>
                </c:pt>
                <c:pt idx="12308">
                  <c:v>3.2588599999999999</c:v>
                </c:pt>
                <c:pt idx="12309">
                  <c:v>3.2591700000000001</c:v>
                </c:pt>
                <c:pt idx="12310">
                  <c:v>3.2594699999999999</c:v>
                </c:pt>
                <c:pt idx="12311">
                  <c:v>3.2597800000000001</c:v>
                </c:pt>
                <c:pt idx="12312">
                  <c:v>3.2600899999999999</c:v>
                </c:pt>
                <c:pt idx="12313">
                  <c:v>3.2603900000000001</c:v>
                </c:pt>
                <c:pt idx="12314">
                  <c:v>3.2606999999999999</c:v>
                </c:pt>
                <c:pt idx="12315">
                  <c:v>3.2610000000000001</c:v>
                </c:pt>
                <c:pt idx="12316">
                  <c:v>3.2613099999999999</c:v>
                </c:pt>
                <c:pt idx="12317">
                  <c:v>3.2616100000000001</c:v>
                </c:pt>
                <c:pt idx="12318">
                  <c:v>3.2619199999999999</c:v>
                </c:pt>
                <c:pt idx="12319">
                  <c:v>3.2622200000000001</c:v>
                </c:pt>
                <c:pt idx="12320">
                  <c:v>3.2625299999999999</c:v>
                </c:pt>
                <c:pt idx="12321">
                  <c:v>3.2628300000000001</c:v>
                </c:pt>
                <c:pt idx="12322">
                  <c:v>3.2631399999999999</c:v>
                </c:pt>
                <c:pt idx="12323">
                  <c:v>3.2634400000000001</c:v>
                </c:pt>
                <c:pt idx="12324">
                  <c:v>3.2637499999999999</c:v>
                </c:pt>
                <c:pt idx="12325">
                  <c:v>3.2640600000000002</c:v>
                </c:pt>
                <c:pt idx="12326">
                  <c:v>3.2643599999999999</c:v>
                </c:pt>
                <c:pt idx="12327">
                  <c:v>3.2646700000000002</c:v>
                </c:pt>
                <c:pt idx="12328">
                  <c:v>3.2649699999999999</c:v>
                </c:pt>
                <c:pt idx="12329">
                  <c:v>3.2652800000000002</c:v>
                </c:pt>
                <c:pt idx="12330">
                  <c:v>3.2655799999999999</c:v>
                </c:pt>
                <c:pt idx="12331">
                  <c:v>3.2658900000000002</c:v>
                </c:pt>
                <c:pt idx="12332">
                  <c:v>3.2661899999999999</c:v>
                </c:pt>
                <c:pt idx="12333">
                  <c:v>3.2665000000000002</c:v>
                </c:pt>
                <c:pt idx="12334">
                  <c:v>3.2667999999999999</c:v>
                </c:pt>
                <c:pt idx="12335">
                  <c:v>3.2671100000000002</c:v>
                </c:pt>
                <c:pt idx="12336">
                  <c:v>3.2674099999999999</c:v>
                </c:pt>
                <c:pt idx="12337">
                  <c:v>3.2677200000000002</c:v>
                </c:pt>
                <c:pt idx="12338">
                  <c:v>3.26803</c:v>
                </c:pt>
                <c:pt idx="12339">
                  <c:v>3.2683300000000002</c:v>
                </c:pt>
                <c:pt idx="12340">
                  <c:v>3.26864</c:v>
                </c:pt>
                <c:pt idx="12341">
                  <c:v>3.2689400000000002</c:v>
                </c:pt>
                <c:pt idx="12342">
                  <c:v>3.26925</c:v>
                </c:pt>
                <c:pt idx="12343">
                  <c:v>3.2695500000000002</c:v>
                </c:pt>
                <c:pt idx="12344">
                  <c:v>3.26986</c:v>
                </c:pt>
                <c:pt idx="12345">
                  <c:v>3.2701600000000002</c:v>
                </c:pt>
                <c:pt idx="12346">
                  <c:v>3.27047</c:v>
                </c:pt>
                <c:pt idx="12347">
                  <c:v>3.2707700000000002</c:v>
                </c:pt>
                <c:pt idx="12348">
                  <c:v>3.27108</c:v>
                </c:pt>
                <c:pt idx="12349">
                  <c:v>3.2713800000000002</c:v>
                </c:pt>
                <c:pt idx="12350">
                  <c:v>3.27169</c:v>
                </c:pt>
                <c:pt idx="12351">
                  <c:v>3.2719999999999998</c:v>
                </c:pt>
                <c:pt idx="12352">
                  <c:v>3.2723</c:v>
                </c:pt>
                <c:pt idx="12353">
                  <c:v>3.2726099999999998</c:v>
                </c:pt>
                <c:pt idx="12354">
                  <c:v>3.27291</c:v>
                </c:pt>
                <c:pt idx="12355">
                  <c:v>3.2732199999999998</c:v>
                </c:pt>
                <c:pt idx="12356">
                  <c:v>3.27352</c:v>
                </c:pt>
                <c:pt idx="12357">
                  <c:v>3.2738299999999998</c:v>
                </c:pt>
                <c:pt idx="12358">
                  <c:v>3.27413</c:v>
                </c:pt>
                <c:pt idx="12359">
                  <c:v>3.2744399999999998</c:v>
                </c:pt>
                <c:pt idx="12360">
                  <c:v>3.27474</c:v>
                </c:pt>
                <c:pt idx="12361">
                  <c:v>3.2750499999999998</c:v>
                </c:pt>
                <c:pt idx="12362">
                  <c:v>3.27535</c:v>
                </c:pt>
                <c:pt idx="12363">
                  <c:v>3.2756599999999998</c:v>
                </c:pt>
                <c:pt idx="12364">
                  <c:v>3.27597</c:v>
                </c:pt>
                <c:pt idx="12365">
                  <c:v>3.2762699999999998</c:v>
                </c:pt>
                <c:pt idx="12366">
                  <c:v>3.27658</c:v>
                </c:pt>
                <c:pt idx="12367">
                  <c:v>3.2768799999999998</c:v>
                </c:pt>
                <c:pt idx="12368">
                  <c:v>3.27719</c:v>
                </c:pt>
                <c:pt idx="12369">
                  <c:v>3.2774899999999998</c:v>
                </c:pt>
                <c:pt idx="12370">
                  <c:v>3.2778</c:v>
                </c:pt>
                <c:pt idx="12371">
                  <c:v>3.2780999999999998</c:v>
                </c:pt>
                <c:pt idx="12372">
                  <c:v>3.27841</c:v>
                </c:pt>
                <c:pt idx="12373">
                  <c:v>3.2787099999999998</c:v>
                </c:pt>
                <c:pt idx="12374">
                  <c:v>3.27902</c:v>
                </c:pt>
                <c:pt idx="12375">
                  <c:v>3.2793299999999999</c:v>
                </c:pt>
                <c:pt idx="12376">
                  <c:v>3.27963</c:v>
                </c:pt>
                <c:pt idx="12377">
                  <c:v>3.2799399999999999</c:v>
                </c:pt>
                <c:pt idx="12378">
                  <c:v>3.28024</c:v>
                </c:pt>
                <c:pt idx="12379">
                  <c:v>3.2805499999999999</c:v>
                </c:pt>
                <c:pt idx="12380">
                  <c:v>3.28085</c:v>
                </c:pt>
                <c:pt idx="12381">
                  <c:v>3.2811599999999999</c:v>
                </c:pt>
                <c:pt idx="12382">
                  <c:v>3.28146</c:v>
                </c:pt>
                <c:pt idx="12383">
                  <c:v>3.2817699999999999</c:v>
                </c:pt>
                <c:pt idx="12384">
                  <c:v>3.28207</c:v>
                </c:pt>
                <c:pt idx="12385">
                  <c:v>3.2823799999999999</c:v>
                </c:pt>
                <c:pt idx="12386">
                  <c:v>3.28268</c:v>
                </c:pt>
                <c:pt idx="12387">
                  <c:v>3.2829899999999999</c:v>
                </c:pt>
                <c:pt idx="12388">
                  <c:v>3.2833000000000001</c:v>
                </c:pt>
                <c:pt idx="12389">
                  <c:v>3.2835999999999999</c:v>
                </c:pt>
                <c:pt idx="12390">
                  <c:v>3.2839100000000001</c:v>
                </c:pt>
                <c:pt idx="12391">
                  <c:v>3.2842099999999999</c:v>
                </c:pt>
                <c:pt idx="12392">
                  <c:v>3.2845200000000001</c:v>
                </c:pt>
                <c:pt idx="12393">
                  <c:v>3.2848199999999999</c:v>
                </c:pt>
                <c:pt idx="12394">
                  <c:v>3.2851300000000001</c:v>
                </c:pt>
                <c:pt idx="12395">
                  <c:v>3.2854299999999999</c:v>
                </c:pt>
                <c:pt idx="12396">
                  <c:v>3.2857400000000001</c:v>
                </c:pt>
                <c:pt idx="12397">
                  <c:v>3.2860399999999998</c:v>
                </c:pt>
                <c:pt idx="12398">
                  <c:v>3.2863500000000001</c:v>
                </c:pt>
                <c:pt idx="12399">
                  <c:v>3.2866499999999998</c:v>
                </c:pt>
                <c:pt idx="12400">
                  <c:v>3.2869600000000001</c:v>
                </c:pt>
                <c:pt idx="12401">
                  <c:v>3.2872699999999999</c:v>
                </c:pt>
                <c:pt idx="12402">
                  <c:v>3.2875700000000001</c:v>
                </c:pt>
                <c:pt idx="12403">
                  <c:v>3.2878799999999999</c:v>
                </c:pt>
                <c:pt idx="12404">
                  <c:v>3.2881800000000001</c:v>
                </c:pt>
                <c:pt idx="12405">
                  <c:v>3.2884899999999999</c:v>
                </c:pt>
                <c:pt idx="12406">
                  <c:v>3.2887900000000001</c:v>
                </c:pt>
                <c:pt idx="12407">
                  <c:v>3.2890999999999999</c:v>
                </c:pt>
                <c:pt idx="12408">
                  <c:v>3.2894000000000001</c:v>
                </c:pt>
                <c:pt idx="12409">
                  <c:v>3.2897099999999999</c:v>
                </c:pt>
                <c:pt idx="12410">
                  <c:v>3.2900100000000001</c:v>
                </c:pt>
                <c:pt idx="12411">
                  <c:v>3.2903199999999999</c:v>
                </c:pt>
                <c:pt idx="12412">
                  <c:v>3.2906200000000001</c:v>
                </c:pt>
                <c:pt idx="12413">
                  <c:v>3.2909299999999999</c:v>
                </c:pt>
                <c:pt idx="12414">
                  <c:v>3.2912400000000002</c:v>
                </c:pt>
                <c:pt idx="12415">
                  <c:v>3.2915399999999999</c:v>
                </c:pt>
                <c:pt idx="12416">
                  <c:v>3.2918500000000002</c:v>
                </c:pt>
                <c:pt idx="12417">
                  <c:v>3.2921499999999999</c:v>
                </c:pt>
                <c:pt idx="12418">
                  <c:v>3.2924600000000002</c:v>
                </c:pt>
                <c:pt idx="12419">
                  <c:v>3.2927599999999999</c:v>
                </c:pt>
                <c:pt idx="12420">
                  <c:v>3.2930700000000002</c:v>
                </c:pt>
                <c:pt idx="12421">
                  <c:v>3.2933699999999999</c:v>
                </c:pt>
                <c:pt idx="12422">
                  <c:v>3.2936800000000002</c:v>
                </c:pt>
                <c:pt idx="12423">
                  <c:v>3.2939799999999999</c:v>
                </c:pt>
                <c:pt idx="12424">
                  <c:v>3.2942900000000002</c:v>
                </c:pt>
                <c:pt idx="12425">
                  <c:v>3.2945899999999999</c:v>
                </c:pt>
                <c:pt idx="12426">
                  <c:v>3.2949000000000002</c:v>
                </c:pt>
                <c:pt idx="12427">
                  <c:v>3.29521</c:v>
                </c:pt>
                <c:pt idx="12428">
                  <c:v>3.2955100000000002</c:v>
                </c:pt>
                <c:pt idx="12429">
                  <c:v>3.29582</c:v>
                </c:pt>
                <c:pt idx="12430">
                  <c:v>3.2961200000000002</c:v>
                </c:pt>
                <c:pt idx="12431">
                  <c:v>3.29643</c:v>
                </c:pt>
                <c:pt idx="12432">
                  <c:v>3.2967300000000002</c:v>
                </c:pt>
                <c:pt idx="12433">
                  <c:v>3.29704</c:v>
                </c:pt>
                <c:pt idx="12434">
                  <c:v>3.2973400000000002</c:v>
                </c:pt>
                <c:pt idx="12435">
                  <c:v>3.29765</c:v>
                </c:pt>
                <c:pt idx="12436">
                  <c:v>3.2979500000000002</c:v>
                </c:pt>
                <c:pt idx="12437">
                  <c:v>3.29826</c:v>
                </c:pt>
                <c:pt idx="12438">
                  <c:v>3.2985699999999998</c:v>
                </c:pt>
                <c:pt idx="12439">
                  <c:v>3.29887</c:v>
                </c:pt>
                <c:pt idx="12440">
                  <c:v>3.2991799999999998</c:v>
                </c:pt>
                <c:pt idx="12441">
                  <c:v>3.29948</c:v>
                </c:pt>
                <c:pt idx="12442">
                  <c:v>3.2997899999999998</c:v>
                </c:pt>
                <c:pt idx="12443">
                  <c:v>3.30009</c:v>
                </c:pt>
                <c:pt idx="12444">
                  <c:v>3.3003999999999998</c:v>
                </c:pt>
                <c:pt idx="12445">
                  <c:v>3.3007</c:v>
                </c:pt>
                <c:pt idx="12446">
                  <c:v>3.3010100000000002</c:v>
                </c:pt>
                <c:pt idx="12447">
                  <c:v>3.30131</c:v>
                </c:pt>
                <c:pt idx="12448">
                  <c:v>3.3016200000000002</c:v>
                </c:pt>
                <c:pt idx="12449">
                  <c:v>3.30192</c:v>
                </c:pt>
                <c:pt idx="12450">
                  <c:v>3.3022300000000002</c:v>
                </c:pt>
                <c:pt idx="12451">
                  <c:v>3.30254</c:v>
                </c:pt>
                <c:pt idx="12452">
                  <c:v>3.3028400000000002</c:v>
                </c:pt>
                <c:pt idx="12453">
                  <c:v>3.30315</c:v>
                </c:pt>
                <c:pt idx="12454">
                  <c:v>3.3034500000000002</c:v>
                </c:pt>
                <c:pt idx="12455">
                  <c:v>3.30376</c:v>
                </c:pt>
                <c:pt idx="12456">
                  <c:v>3.3040600000000002</c:v>
                </c:pt>
                <c:pt idx="12457">
                  <c:v>3.30437</c:v>
                </c:pt>
                <c:pt idx="12458">
                  <c:v>3.3046700000000002</c:v>
                </c:pt>
                <c:pt idx="12459">
                  <c:v>3.30498</c:v>
                </c:pt>
                <c:pt idx="12460">
                  <c:v>3.3052800000000002</c:v>
                </c:pt>
                <c:pt idx="12461">
                  <c:v>3.30559</c:v>
                </c:pt>
                <c:pt idx="12462">
                  <c:v>3.3058900000000002</c:v>
                </c:pt>
                <c:pt idx="12463">
                  <c:v>3.3062</c:v>
                </c:pt>
                <c:pt idx="12464">
                  <c:v>3.3065099999999998</c:v>
                </c:pt>
                <c:pt idx="12465">
                  <c:v>3.30681</c:v>
                </c:pt>
                <c:pt idx="12466">
                  <c:v>3.3071199999999998</c:v>
                </c:pt>
                <c:pt idx="12467">
                  <c:v>3.30742</c:v>
                </c:pt>
                <c:pt idx="12468">
                  <c:v>3.3077299999999998</c:v>
                </c:pt>
                <c:pt idx="12469">
                  <c:v>3.30803</c:v>
                </c:pt>
                <c:pt idx="12470">
                  <c:v>3.3083399999999998</c:v>
                </c:pt>
                <c:pt idx="12471">
                  <c:v>3.30864</c:v>
                </c:pt>
                <c:pt idx="12472">
                  <c:v>3.3089499999999998</c:v>
                </c:pt>
                <c:pt idx="12473">
                  <c:v>3.30925</c:v>
                </c:pt>
                <c:pt idx="12474">
                  <c:v>3.3095599999999998</c:v>
                </c:pt>
                <c:pt idx="12475">
                  <c:v>3.30986</c:v>
                </c:pt>
                <c:pt idx="12476">
                  <c:v>3.3101699999999998</c:v>
                </c:pt>
                <c:pt idx="12477">
                  <c:v>3.3104800000000001</c:v>
                </c:pt>
                <c:pt idx="12478">
                  <c:v>3.3107799999999998</c:v>
                </c:pt>
                <c:pt idx="12479">
                  <c:v>3.3110900000000001</c:v>
                </c:pt>
                <c:pt idx="12480">
                  <c:v>3.3113899999999998</c:v>
                </c:pt>
                <c:pt idx="12481">
                  <c:v>3.3117000000000001</c:v>
                </c:pt>
                <c:pt idx="12482">
                  <c:v>3.3119999999999998</c:v>
                </c:pt>
                <c:pt idx="12483">
                  <c:v>3.3123100000000001</c:v>
                </c:pt>
                <c:pt idx="12484">
                  <c:v>3.3126099999999998</c:v>
                </c:pt>
                <c:pt idx="12485">
                  <c:v>3.3129200000000001</c:v>
                </c:pt>
                <c:pt idx="12486">
                  <c:v>3.3132199999999998</c:v>
                </c:pt>
                <c:pt idx="12487">
                  <c:v>3.3135300000000001</c:v>
                </c:pt>
                <c:pt idx="12488">
                  <c:v>3.3138399999999999</c:v>
                </c:pt>
                <c:pt idx="12489">
                  <c:v>3.3141400000000001</c:v>
                </c:pt>
                <c:pt idx="12490">
                  <c:v>3.3144499999999999</c:v>
                </c:pt>
                <c:pt idx="12491">
                  <c:v>3.3147500000000001</c:v>
                </c:pt>
                <c:pt idx="12492">
                  <c:v>3.3150599999999999</c:v>
                </c:pt>
                <c:pt idx="12493">
                  <c:v>3.3153600000000001</c:v>
                </c:pt>
                <c:pt idx="12494">
                  <c:v>3.3156699999999999</c:v>
                </c:pt>
                <c:pt idx="12495">
                  <c:v>3.3159700000000001</c:v>
                </c:pt>
                <c:pt idx="12496">
                  <c:v>3.3162799999999999</c:v>
                </c:pt>
                <c:pt idx="12497">
                  <c:v>3.3165800000000001</c:v>
                </c:pt>
                <c:pt idx="12498">
                  <c:v>3.3168899999999999</c:v>
                </c:pt>
                <c:pt idx="12499">
                  <c:v>3.3171900000000001</c:v>
                </c:pt>
                <c:pt idx="12500">
                  <c:v>3.3174999999999999</c:v>
                </c:pt>
                <c:pt idx="12501">
                  <c:v>3.3178100000000001</c:v>
                </c:pt>
                <c:pt idx="12502">
                  <c:v>3.3181099999999999</c:v>
                </c:pt>
                <c:pt idx="12503">
                  <c:v>3.3184200000000001</c:v>
                </c:pt>
                <c:pt idx="12504">
                  <c:v>3.3187199999999999</c:v>
                </c:pt>
                <c:pt idx="12505">
                  <c:v>3.3190300000000001</c:v>
                </c:pt>
                <c:pt idx="12506">
                  <c:v>3.3193299999999999</c:v>
                </c:pt>
                <c:pt idx="12507">
                  <c:v>3.3196400000000001</c:v>
                </c:pt>
                <c:pt idx="12508">
                  <c:v>3.3199399999999999</c:v>
                </c:pt>
                <c:pt idx="12509">
                  <c:v>3.3202500000000001</c:v>
                </c:pt>
                <c:pt idx="12510">
                  <c:v>3.3205499999999999</c:v>
                </c:pt>
                <c:pt idx="12511">
                  <c:v>3.3208600000000001</c:v>
                </c:pt>
                <c:pt idx="12512">
                  <c:v>3.3211599999999999</c:v>
                </c:pt>
                <c:pt idx="12513">
                  <c:v>3.3214700000000001</c:v>
                </c:pt>
                <c:pt idx="12514">
                  <c:v>3.32178</c:v>
                </c:pt>
                <c:pt idx="12515">
                  <c:v>3.3220800000000001</c:v>
                </c:pt>
                <c:pt idx="12516">
                  <c:v>3.32239</c:v>
                </c:pt>
                <c:pt idx="12517">
                  <c:v>3.3226900000000001</c:v>
                </c:pt>
                <c:pt idx="12518">
                  <c:v>3.323</c:v>
                </c:pt>
                <c:pt idx="12519">
                  <c:v>3.3233000000000001</c:v>
                </c:pt>
                <c:pt idx="12520">
                  <c:v>3.32361</c:v>
                </c:pt>
                <c:pt idx="12521">
                  <c:v>3.3239100000000001</c:v>
                </c:pt>
                <c:pt idx="12522">
                  <c:v>3.32422</c:v>
                </c:pt>
                <c:pt idx="12523">
                  <c:v>3.3245200000000001</c:v>
                </c:pt>
                <c:pt idx="12524">
                  <c:v>3.32483</c:v>
                </c:pt>
                <c:pt idx="12525">
                  <c:v>3.3251300000000001</c:v>
                </c:pt>
                <c:pt idx="12526">
                  <c:v>3.32544</c:v>
                </c:pt>
                <c:pt idx="12527">
                  <c:v>3.3257500000000002</c:v>
                </c:pt>
                <c:pt idx="12528">
                  <c:v>3.32605</c:v>
                </c:pt>
                <c:pt idx="12529">
                  <c:v>3.3263600000000002</c:v>
                </c:pt>
                <c:pt idx="12530">
                  <c:v>3.32666</c:v>
                </c:pt>
                <c:pt idx="12531">
                  <c:v>3.3269700000000002</c:v>
                </c:pt>
                <c:pt idx="12532">
                  <c:v>3.3272699999999999</c:v>
                </c:pt>
                <c:pt idx="12533">
                  <c:v>3.3275800000000002</c:v>
                </c:pt>
                <c:pt idx="12534">
                  <c:v>3.3278799999999999</c:v>
                </c:pt>
                <c:pt idx="12535">
                  <c:v>3.3281900000000002</c:v>
                </c:pt>
                <c:pt idx="12536">
                  <c:v>3.3284899999999999</c:v>
                </c:pt>
                <c:pt idx="12537">
                  <c:v>3.3288000000000002</c:v>
                </c:pt>
                <c:pt idx="12538">
                  <c:v>3.3290999999999999</c:v>
                </c:pt>
                <c:pt idx="12539">
                  <c:v>3.3294100000000002</c:v>
                </c:pt>
                <c:pt idx="12540">
                  <c:v>3.32972</c:v>
                </c:pt>
                <c:pt idx="12541">
                  <c:v>3.3300200000000002</c:v>
                </c:pt>
                <c:pt idx="12542">
                  <c:v>3.33033</c:v>
                </c:pt>
                <c:pt idx="12543">
                  <c:v>3.3306300000000002</c:v>
                </c:pt>
                <c:pt idx="12544">
                  <c:v>3.33094</c:v>
                </c:pt>
                <c:pt idx="12545">
                  <c:v>3.3312400000000002</c:v>
                </c:pt>
                <c:pt idx="12546">
                  <c:v>3.33155</c:v>
                </c:pt>
                <c:pt idx="12547">
                  <c:v>3.3318500000000002</c:v>
                </c:pt>
                <c:pt idx="12548">
                  <c:v>3.33216</c:v>
                </c:pt>
                <c:pt idx="12549">
                  <c:v>3.3324600000000002</c:v>
                </c:pt>
                <c:pt idx="12550">
                  <c:v>3.33277</c:v>
                </c:pt>
                <c:pt idx="12551">
                  <c:v>3.3330799999999998</c:v>
                </c:pt>
                <c:pt idx="12552">
                  <c:v>3.33338</c:v>
                </c:pt>
                <c:pt idx="12553">
                  <c:v>3.3336899999999998</c:v>
                </c:pt>
                <c:pt idx="12554">
                  <c:v>3.33399</c:v>
                </c:pt>
                <c:pt idx="12555">
                  <c:v>3.3342999999999998</c:v>
                </c:pt>
                <c:pt idx="12556">
                  <c:v>3.3346</c:v>
                </c:pt>
                <c:pt idx="12557">
                  <c:v>3.3349099999999998</c:v>
                </c:pt>
                <c:pt idx="12558">
                  <c:v>3.33521</c:v>
                </c:pt>
                <c:pt idx="12559">
                  <c:v>3.3355199999999998</c:v>
                </c:pt>
                <c:pt idx="12560">
                  <c:v>3.33582</c:v>
                </c:pt>
                <c:pt idx="12561">
                  <c:v>3.3361299999999998</c:v>
                </c:pt>
                <c:pt idx="12562">
                  <c:v>3.33643</c:v>
                </c:pt>
                <c:pt idx="12563">
                  <c:v>3.3367399999999998</c:v>
                </c:pt>
                <c:pt idx="12564">
                  <c:v>3.3370500000000001</c:v>
                </c:pt>
                <c:pt idx="12565">
                  <c:v>3.3373499999999998</c:v>
                </c:pt>
                <c:pt idx="12566">
                  <c:v>3.3376600000000001</c:v>
                </c:pt>
                <c:pt idx="12567">
                  <c:v>3.3379599999999998</c:v>
                </c:pt>
                <c:pt idx="12568">
                  <c:v>3.3382700000000001</c:v>
                </c:pt>
                <c:pt idx="12569">
                  <c:v>3.3385699999999998</c:v>
                </c:pt>
                <c:pt idx="12570">
                  <c:v>3.3388800000000001</c:v>
                </c:pt>
                <c:pt idx="12571">
                  <c:v>3.3391799999999998</c:v>
                </c:pt>
                <c:pt idx="12572">
                  <c:v>3.3394900000000001</c:v>
                </c:pt>
                <c:pt idx="12573">
                  <c:v>3.3397899999999998</c:v>
                </c:pt>
                <c:pt idx="12574">
                  <c:v>3.3401000000000001</c:v>
                </c:pt>
                <c:pt idx="12575">
                  <c:v>3.3403999999999998</c:v>
                </c:pt>
                <c:pt idx="12576">
                  <c:v>3.3407100000000001</c:v>
                </c:pt>
                <c:pt idx="12577">
                  <c:v>3.3410199999999999</c:v>
                </c:pt>
                <c:pt idx="12578">
                  <c:v>3.3413200000000001</c:v>
                </c:pt>
                <c:pt idx="12579">
                  <c:v>3.3416299999999999</c:v>
                </c:pt>
                <c:pt idx="12580">
                  <c:v>3.3419300000000001</c:v>
                </c:pt>
                <c:pt idx="12581">
                  <c:v>3.3422399999999999</c:v>
                </c:pt>
                <c:pt idx="12582">
                  <c:v>3.3425400000000001</c:v>
                </c:pt>
                <c:pt idx="12583">
                  <c:v>3.3428499999999999</c:v>
                </c:pt>
                <c:pt idx="12584">
                  <c:v>3.3431500000000001</c:v>
                </c:pt>
                <c:pt idx="12585">
                  <c:v>3.3434599999999999</c:v>
                </c:pt>
                <c:pt idx="12586">
                  <c:v>3.3437600000000001</c:v>
                </c:pt>
                <c:pt idx="12587">
                  <c:v>3.3440699999999999</c:v>
                </c:pt>
                <c:pt idx="12588">
                  <c:v>3.3443700000000001</c:v>
                </c:pt>
                <c:pt idx="12589">
                  <c:v>3.3446799999999999</c:v>
                </c:pt>
                <c:pt idx="12590">
                  <c:v>3.3449900000000001</c:v>
                </c:pt>
                <c:pt idx="12591">
                  <c:v>3.3452899999999999</c:v>
                </c:pt>
                <c:pt idx="12592">
                  <c:v>3.3456000000000001</c:v>
                </c:pt>
                <c:pt idx="12593">
                  <c:v>3.3458999999999999</c:v>
                </c:pt>
                <c:pt idx="12594">
                  <c:v>3.3462100000000001</c:v>
                </c:pt>
                <c:pt idx="12595">
                  <c:v>3.3465099999999999</c:v>
                </c:pt>
                <c:pt idx="12596">
                  <c:v>3.3468200000000001</c:v>
                </c:pt>
                <c:pt idx="12597">
                  <c:v>3.3471199999999999</c:v>
                </c:pt>
                <c:pt idx="12598">
                  <c:v>3.3474300000000001</c:v>
                </c:pt>
                <c:pt idx="12599">
                  <c:v>3.3477299999999999</c:v>
                </c:pt>
                <c:pt idx="12600">
                  <c:v>3.3480400000000001</c:v>
                </c:pt>
                <c:pt idx="12601">
                  <c:v>3.3483399999999999</c:v>
                </c:pt>
                <c:pt idx="12602">
                  <c:v>3.3486500000000001</c:v>
                </c:pt>
                <c:pt idx="12603">
                  <c:v>3.3489599999999999</c:v>
                </c:pt>
                <c:pt idx="12604">
                  <c:v>3.3492600000000001</c:v>
                </c:pt>
                <c:pt idx="12605">
                  <c:v>3.3495699999999999</c:v>
                </c:pt>
                <c:pt idx="12606">
                  <c:v>3.3498700000000001</c:v>
                </c:pt>
                <c:pt idx="12607">
                  <c:v>3.3501799999999999</c:v>
                </c:pt>
                <c:pt idx="12608">
                  <c:v>3.3504800000000001</c:v>
                </c:pt>
                <c:pt idx="12609">
                  <c:v>3.3507899999999999</c:v>
                </c:pt>
                <c:pt idx="12610">
                  <c:v>3.3510900000000001</c:v>
                </c:pt>
                <c:pt idx="12611">
                  <c:v>3.3513999999999999</c:v>
                </c:pt>
                <c:pt idx="12612">
                  <c:v>3.3517000000000001</c:v>
                </c:pt>
                <c:pt idx="12613">
                  <c:v>3.3520099999999999</c:v>
                </c:pt>
                <c:pt idx="12614">
                  <c:v>3.3523200000000002</c:v>
                </c:pt>
                <c:pt idx="12615">
                  <c:v>3.3526199999999999</c:v>
                </c:pt>
                <c:pt idx="12616">
                  <c:v>3.3529300000000002</c:v>
                </c:pt>
                <c:pt idx="12617">
                  <c:v>3.3532299999999999</c:v>
                </c:pt>
                <c:pt idx="12618">
                  <c:v>3.3535400000000002</c:v>
                </c:pt>
                <c:pt idx="12619">
                  <c:v>3.3538399999999999</c:v>
                </c:pt>
                <c:pt idx="12620">
                  <c:v>3.3541500000000002</c:v>
                </c:pt>
                <c:pt idx="12621">
                  <c:v>3.3544499999999999</c:v>
                </c:pt>
                <c:pt idx="12622">
                  <c:v>3.3547600000000002</c:v>
                </c:pt>
                <c:pt idx="12623">
                  <c:v>3.3550599999999999</c:v>
                </c:pt>
                <c:pt idx="12624">
                  <c:v>3.3553700000000002</c:v>
                </c:pt>
                <c:pt idx="12625">
                  <c:v>3.3556699999999999</c:v>
                </c:pt>
                <c:pt idx="12626">
                  <c:v>3.3559800000000002</c:v>
                </c:pt>
                <c:pt idx="12627">
                  <c:v>3.35629</c:v>
                </c:pt>
                <c:pt idx="12628">
                  <c:v>3.3565900000000002</c:v>
                </c:pt>
                <c:pt idx="12629">
                  <c:v>3.3569</c:v>
                </c:pt>
                <c:pt idx="12630">
                  <c:v>3.3572000000000002</c:v>
                </c:pt>
                <c:pt idx="12631">
                  <c:v>3.35751</c:v>
                </c:pt>
                <c:pt idx="12632">
                  <c:v>3.3578100000000002</c:v>
                </c:pt>
                <c:pt idx="12633">
                  <c:v>3.35812</c:v>
                </c:pt>
                <c:pt idx="12634">
                  <c:v>3.3584200000000002</c:v>
                </c:pt>
                <c:pt idx="12635">
                  <c:v>3.35873</c:v>
                </c:pt>
                <c:pt idx="12636">
                  <c:v>3.3590300000000002</c:v>
                </c:pt>
                <c:pt idx="12637">
                  <c:v>3.35934</c:v>
                </c:pt>
                <c:pt idx="12638">
                  <c:v>3.3596400000000002</c:v>
                </c:pt>
                <c:pt idx="12639">
                  <c:v>3.35995</c:v>
                </c:pt>
                <c:pt idx="12640">
                  <c:v>3.3602599999999998</c:v>
                </c:pt>
                <c:pt idx="12641">
                  <c:v>3.36056</c:v>
                </c:pt>
                <c:pt idx="12642">
                  <c:v>3.3608699999999998</c:v>
                </c:pt>
                <c:pt idx="12643">
                  <c:v>3.36117</c:v>
                </c:pt>
                <c:pt idx="12644">
                  <c:v>3.3614799999999998</c:v>
                </c:pt>
                <c:pt idx="12645">
                  <c:v>3.36178</c:v>
                </c:pt>
                <c:pt idx="12646">
                  <c:v>3.3620899999999998</c:v>
                </c:pt>
                <c:pt idx="12647">
                  <c:v>3.36239</c:v>
                </c:pt>
                <c:pt idx="12648">
                  <c:v>3.3626999999999998</c:v>
                </c:pt>
                <c:pt idx="12649">
                  <c:v>3.363</c:v>
                </c:pt>
                <c:pt idx="12650">
                  <c:v>3.3633099999999998</c:v>
                </c:pt>
                <c:pt idx="12651">
                  <c:v>3.36361</c:v>
                </c:pt>
                <c:pt idx="12652">
                  <c:v>3.3639199999999998</c:v>
                </c:pt>
                <c:pt idx="12653">
                  <c:v>3.3642300000000001</c:v>
                </c:pt>
                <c:pt idx="12654">
                  <c:v>3.3645299999999998</c:v>
                </c:pt>
                <c:pt idx="12655">
                  <c:v>3.3648400000000001</c:v>
                </c:pt>
                <c:pt idx="12656">
                  <c:v>3.3651399999999998</c:v>
                </c:pt>
                <c:pt idx="12657">
                  <c:v>3.3654500000000001</c:v>
                </c:pt>
                <c:pt idx="12658">
                  <c:v>3.3657499999999998</c:v>
                </c:pt>
                <c:pt idx="12659">
                  <c:v>3.3660600000000001</c:v>
                </c:pt>
                <c:pt idx="12660">
                  <c:v>3.3663599999999998</c:v>
                </c:pt>
                <c:pt idx="12661">
                  <c:v>3.3666700000000001</c:v>
                </c:pt>
                <c:pt idx="12662">
                  <c:v>3.3669699999999998</c:v>
                </c:pt>
                <c:pt idx="12663">
                  <c:v>3.3672800000000001</c:v>
                </c:pt>
                <c:pt idx="12664">
                  <c:v>3.3675799999999998</c:v>
                </c:pt>
                <c:pt idx="12665">
                  <c:v>3.3678900000000001</c:v>
                </c:pt>
                <c:pt idx="12666">
                  <c:v>3.3681999999999999</c:v>
                </c:pt>
                <c:pt idx="12667">
                  <c:v>3.3685</c:v>
                </c:pt>
                <c:pt idx="12668">
                  <c:v>3.3688099999999999</c:v>
                </c:pt>
                <c:pt idx="12669">
                  <c:v>3.36911</c:v>
                </c:pt>
                <c:pt idx="12670">
                  <c:v>3.3694199999999999</c:v>
                </c:pt>
                <c:pt idx="12671">
                  <c:v>3.36972</c:v>
                </c:pt>
                <c:pt idx="12672">
                  <c:v>3.3700299999999999</c:v>
                </c:pt>
                <c:pt idx="12673">
                  <c:v>3.37033</c:v>
                </c:pt>
                <c:pt idx="12674">
                  <c:v>3.3706399999999999</c:v>
                </c:pt>
                <c:pt idx="12675">
                  <c:v>3.37094</c:v>
                </c:pt>
                <c:pt idx="12676">
                  <c:v>3.3712499999999999</c:v>
                </c:pt>
                <c:pt idx="12677">
                  <c:v>3.3715600000000001</c:v>
                </c:pt>
                <c:pt idx="12678">
                  <c:v>3.3718599999999999</c:v>
                </c:pt>
                <c:pt idx="12679">
                  <c:v>3.3721700000000001</c:v>
                </c:pt>
                <c:pt idx="12680">
                  <c:v>3.3724699999999999</c:v>
                </c:pt>
                <c:pt idx="12681">
                  <c:v>3.3727800000000001</c:v>
                </c:pt>
                <c:pt idx="12682">
                  <c:v>3.3730799999999999</c:v>
                </c:pt>
                <c:pt idx="12683">
                  <c:v>3.3733900000000001</c:v>
                </c:pt>
                <c:pt idx="12684">
                  <c:v>3.3736899999999999</c:v>
                </c:pt>
                <c:pt idx="12685">
                  <c:v>3.3740000000000001</c:v>
                </c:pt>
                <c:pt idx="12686">
                  <c:v>3.3742999999999999</c:v>
                </c:pt>
                <c:pt idx="12687">
                  <c:v>3.3746100000000001</c:v>
                </c:pt>
                <c:pt idx="12688">
                  <c:v>3.3749099999999999</c:v>
                </c:pt>
                <c:pt idx="12689">
                  <c:v>3.3752200000000001</c:v>
                </c:pt>
                <c:pt idx="12690">
                  <c:v>3.3755299999999999</c:v>
                </c:pt>
                <c:pt idx="12691">
                  <c:v>3.3758300000000001</c:v>
                </c:pt>
                <c:pt idx="12692">
                  <c:v>3.3761399999999999</c:v>
                </c:pt>
                <c:pt idx="12693">
                  <c:v>3.3764400000000001</c:v>
                </c:pt>
                <c:pt idx="12694">
                  <c:v>3.3767499999999999</c:v>
                </c:pt>
                <c:pt idx="12695">
                  <c:v>3.3770500000000001</c:v>
                </c:pt>
                <c:pt idx="12696">
                  <c:v>3.3773599999999999</c:v>
                </c:pt>
                <c:pt idx="12697">
                  <c:v>3.3776600000000001</c:v>
                </c:pt>
                <c:pt idx="12698">
                  <c:v>3.3779699999999999</c:v>
                </c:pt>
                <c:pt idx="12699">
                  <c:v>3.3782700000000001</c:v>
                </c:pt>
                <c:pt idx="12700">
                  <c:v>3.3785799999999999</c:v>
                </c:pt>
                <c:pt idx="12701">
                  <c:v>3.3788800000000001</c:v>
                </c:pt>
                <c:pt idx="12702">
                  <c:v>3.3791899999999999</c:v>
                </c:pt>
                <c:pt idx="12703">
                  <c:v>3.3795000000000002</c:v>
                </c:pt>
                <c:pt idx="12704">
                  <c:v>3.3797999999999999</c:v>
                </c:pt>
                <c:pt idx="12705">
                  <c:v>3.3801100000000002</c:v>
                </c:pt>
                <c:pt idx="12706">
                  <c:v>3.3804099999999999</c:v>
                </c:pt>
                <c:pt idx="12707">
                  <c:v>3.3807200000000002</c:v>
                </c:pt>
                <c:pt idx="12708">
                  <c:v>3.3810199999999999</c:v>
                </c:pt>
                <c:pt idx="12709">
                  <c:v>3.3813300000000002</c:v>
                </c:pt>
                <c:pt idx="12710">
                  <c:v>3.3816299999999999</c:v>
                </c:pt>
                <c:pt idx="12711">
                  <c:v>3.3819400000000002</c:v>
                </c:pt>
                <c:pt idx="12712">
                  <c:v>3.3822399999999999</c:v>
                </c:pt>
                <c:pt idx="12713">
                  <c:v>3.3825500000000002</c:v>
                </c:pt>
                <c:pt idx="12714">
                  <c:v>3.3828499999999999</c:v>
                </c:pt>
                <c:pt idx="12715">
                  <c:v>3.3831600000000002</c:v>
                </c:pt>
                <c:pt idx="12716">
                  <c:v>3.38347</c:v>
                </c:pt>
                <c:pt idx="12717">
                  <c:v>3.3837700000000002</c:v>
                </c:pt>
                <c:pt idx="12718">
                  <c:v>3.38408</c:v>
                </c:pt>
                <c:pt idx="12719">
                  <c:v>3.3843800000000002</c:v>
                </c:pt>
                <c:pt idx="12720">
                  <c:v>3.38469</c:v>
                </c:pt>
                <c:pt idx="12721">
                  <c:v>3.3849900000000002</c:v>
                </c:pt>
                <c:pt idx="12722">
                  <c:v>3.3853</c:v>
                </c:pt>
                <c:pt idx="12723">
                  <c:v>3.3856000000000002</c:v>
                </c:pt>
                <c:pt idx="12724">
                  <c:v>3.38591</c:v>
                </c:pt>
                <c:pt idx="12725">
                  <c:v>3.3862100000000002</c:v>
                </c:pt>
                <c:pt idx="12726">
                  <c:v>3.38652</c:v>
                </c:pt>
                <c:pt idx="12727">
                  <c:v>3.3868299999999998</c:v>
                </c:pt>
                <c:pt idx="12728">
                  <c:v>3.38713</c:v>
                </c:pt>
                <c:pt idx="12729">
                  <c:v>3.3874399999999998</c:v>
                </c:pt>
                <c:pt idx="12730">
                  <c:v>3.38774</c:v>
                </c:pt>
                <c:pt idx="12731">
                  <c:v>3.3880499999999998</c:v>
                </c:pt>
                <c:pt idx="12732">
                  <c:v>3.38835</c:v>
                </c:pt>
                <c:pt idx="12733">
                  <c:v>3.3886599999999998</c:v>
                </c:pt>
                <c:pt idx="12734">
                  <c:v>3.38896</c:v>
                </c:pt>
                <c:pt idx="12735">
                  <c:v>3.3892699999999998</c:v>
                </c:pt>
                <c:pt idx="12736">
                  <c:v>3.38957</c:v>
                </c:pt>
                <c:pt idx="12737">
                  <c:v>3.3898799999999998</c:v>
                </c:pt>
                <c:pt idx="12738">
                  <c:v>3.39018</c:v>
                </c:pt>
                <c:pt idx="12739">
                  <c:v>3.3904899999999998</c:v>
                </c:pt>
                <c:pt idx="12740">
                  <c:v>3.3908</c:v>
                </c:pt>
                <c:pt idx="12741">
                  <c:v>3.3910999999999998</c:v>
                </c:pt>
                <c:pt idx="12742">
                  <c:v>3.39141</c:v>
                </c:pt>
                <c:pt idx="12743">
                  <c:v>3.3917099999999998</c:v>
                </c:pt>
                <c:pt idx="12744">
                  <c:v>3.39202</c:v>
                </c:pt>
                <c:pt idx="12745">
                  <c:v>3.3923199999999998</c:v>
                </c:pt>
                <c:pt idx="12746">
                  <c:v>3.39263</c:v>
                </c:pt>
                <c:pt idx="12747">
                  <c:v>3.3929299999999998</c:v>
                </c:pt>
                <c:pt idx="12748">
                  <c:v>3.39324</c:v>
                </c:pt>
                <c:pt idx="12749">
                  <c:v>3.3935399999999998</c:v>
                </c:pt>
                <c:pt idx="12750">
                  <c:v>3.39385</c:v>
                </c:pt>
                <c:pt idx="12751">
                  <c:v>3.3941499999999998</c:v>
                </c:pt>
                <c:pt idx="12752">
                  <c:v>3.39446</c:v>
                </c:pt>
                <c:pt idx="12753">
                  <c:v>3.3947699999999998</c:v>
                </c:pt>
                <c:pt idx="12754">
                  <c:v>3.39507</c:v>
                </c:pt>
                <c:pt idx="12755">
                  <c:v>3.3953799999999998</c:v>
                </c:pt>
                <c:pt idx="12756">
                  <c:v>3.39568</c:v>
                </c:pt>
                <c:pt idx="12757">
                  <c:v>3.3959899999999998</c:v>
                </c:pt>
                <c:pt idx="12758">
                  <c:v>3.39629</c:v>
                </c:pt>
                <c:pt idx="12759">
                  <c:v>3.3965999999999998</c:v>
                </c:pt>
                <c:pt idx="12760">
                  <c:v>3.3969</c:v>
                </c:pt>
                <c:pt idx="12761">
                  <c:v>3.3972099999999998</c:v>
                </c:pt>
                <c:pt idx="12762">
                  <c:v>3.39751</c:v>
                </c:pt>
                <c:pt idx="12763">
                  <c:v>3.3978199999999998</c:v>
                </c:pt>
                <c:pt idx="12764">
                  <c:v>3.39812</c:v>
                </c:pt>
                <c:pt idx="12765">
                  <c:v>3.3984299999999998</c:v>
                </c:pt>
                <c:pt idx="12766">
                  <c:v>3.3987400000000001</c:v>
                </c:pt>
                <c:pt idx="12767">
                  <c:v>3.3990399999999998</c:v>
                </c:pt>
                <c:pt idx="12768">
                  <c:v>3.3993500000000001</c:v>
                </c:pt>
                <c:pt idx="12769">
                  <c:v>3.3996499999999998</c:v>
                </c:pt>
                <c:pt idx="12770">
                  <c:v>3.3999600000000001</c:v>
                </c:pt>
                <c:pt idx="12771">
                  <c:v>3.4002599999999998</c:v>
                </c:pt>
                <c:pt idx="12772">
                  <c:v>3.4005700000000001</c:v>
                </c:pt>
                <c:pt idx="12773">
                  <c:v>3.4008699999999998</c:v>
                </c:pt>
                <c:pt idx="12774">
                  <c:v>3.4011800000000001</c:v>
                </c:pt>
                <c:pt idx="12775">
                  <c:v>3.4014799999999998</c:v>
                </c:pt>
                <c:pt idx="12776">
                  <c:v>3.4017900000000001</c:v>
                </c:pt>
                <c:pt idx="12777">
                  <c:v>3.4020899999999998</c:v>
                </c:pt>
                <c:pt idx="12778">
                  <c:v>3.4024000000000001</c:v>
                </c:pt>
                <c:pt idx="12779">
                  <c:v>3.4027099999999999</c:v>
                </c:pt>
                <c:pt idx="12780">
                  <c:v>3.4030100000000001</c:v>
                </c:pt>
                <c:pt idx="12781">
                  <c:v>3.4033199999999999</c:v>
                </c:pt>
                <c:pt idx="12782">
                  <c:v>3.4036200000000001</c:v>
                </c:pt>
                <c:pt idx="12783">
                  <c:v>3.4039299999999999</c:v>
                </c:pt>
                <c:pt idx="12784">
                  <c:v>3.4042300000000001</c:v>
                </c:pt>
                <c:pt idx="12785">
                  <c:v>3.4045399999999999</c:v>
                </c:pt>
                <c:pt idx="12786">
                  <c:v>3.4048400000000001</c:v>
                </c:pt>
                <c:pt idx="12787">
                  <c:v>3.4051499999999999</c:v>
                </c:pt>
                <c:pt idx="12788">
                  <c:v>3.4054500000000001</c:v>
                </c:pt>
                <c:pt idx="12789">
                  <c:v>3.4057599999999999</c:v>
                </c:pt>
                <c:pt idx="12790">
                  <c:v>3.4060700000000002</c:v>
                </c:pt>
                <c:pt idx="12791">
                  <c:v>3.4063699999999999</c:v>
                </c:pt>
                <c:pt idx="12792">
                  <c:v>3.4066800000000002</c:v>
                </c:pt>
                <c:pt idx="12793">
                  <c:v>3.4069799999999999</c:v>
                </c:pt>
                <c:pt idx="12794">
                  <c:v>3.4072900000000002</c:v>
                </c:pt>
                <c:pt idx="12795">
                  <c:v>3.4075899999999999</c:v>
                </c:pt>
                <c:pt idx="12796">
                  <c:v>3.4079000000000002</c:v>
                </c:pt>
                <c:pt idx="12797">
                  <c:v>3.4081999999999999</c:v>
                </c:pt>
                <c:pt idx="12798">
                  <c:v>3.4085100000000002</c:v>
                </c:pt>
                <c:pt idx="12799">
                  <c:v>3.4088099999999999</c:v>
                </c:pt>
                <c:pt idx="12800">
                  <c:v>3.4091200000000002</c:v>
                </c:pt>
                <c:pt idx="12801">
                  <c:v>3.4094199999999999</c:v>
                </c:pt>
                <c:pt idx="12802">
                  <c:v>3.4097300000000001</c:v>
                </c:pt>
                <c:pt idx="12803">
                  <c:v>3.41004</c:v>
                </c:pt>
                <c:pt idx="12804">
                  <c:v>3.4103400000000001</c:v>
                </c:pt>
                <c:pt idx="12805">
                  <c:v>3.41065</c:v>
                </c:pt>
                <c:pt idx="12806">
                  <c:v>3.4109500000000001</c:v>
                </c:pt>
                <c:pt idx="12807">
                  <c:v>3.41126</c:v>
                </c:pt>
                <c:pt idx="12808">
                  <c:v>3.4115600000000001</c:v>
                </c:pt>
                <c:pt idx="12809">
                  <c:v>3.41187</c:v>
                </c:pt>
                <c:pt idx="12810">
                  <c:v>3.4121700000000001</c:v>
                </c:pt>
                <c:pt idx="12811">
                  <c:v>3.41248</c:v>
                </c:pt>
                <c:pt idx="12812">
                  <c:v>3.4127800000000001</c:v>
                </c:pt>
                <c:pt idx="12813">
                  <c:v>3.41309</c:v>
                </c:pt>
                <c:pt idx="12814">
                  <c:v>3.4133900000000001</c:v>
                </c:pt>
                <c:pt idx="12815">
                  <c:v>3.4137</c:v>
                </c:pt>
                <c:pt idx="12816">
                  <c:v>3.4140100000000002</c:v>
                </c:pt>
                <c:pt idx="12817">
                  <c:v>3.41431</c:v>
                </c:pt>
                <c:pt idx="12818">
                  <c:v>3.4146200000000002</c:v>
                </c:pt>
                <c:pt idx="12819">
                  <c:v>3.41492</c:v>
                </c:pt>
                <c:pt idx="12820">
                  <c:v>3.4152300000000002</c:v>
                </c:pt>
                <c:pt idx="12821">
                  <c:v>3.41553</c:v>
                </c:pt>
                <c:pt idx="12822">
                  <c:v>3.4158400000000002</c:v>
                </c:pt>
                <c:pt idx="12823">
                  <c:v>3.41614</c:v>
                </c:pt>
                <c:pt idx="12824">
                  <c:v>3.4164500000000002</c:v>
                </c:pt>
                <c:pt idx="12825">
                  <c:v>3.41675</c:v>
                </c:pt>
                <c:pt idx="12826">
                  <c:v>3.4170600000000002</c:v>
                </c:pt>
                <c:pt idx="12827">
                  <c:v>3.41736</c:v>
                </c:pt>
                <c:pt idx="12828">
                  <c:v>3.4176700000000002</c:v>
                </c:pt>
                <c:pt idx="12829">
                  <c:v>3.41798</c:v>
                </c:pt>
                <c:pt idx="12830">
                  <c:v>3.4182800000000002</c:v>
                </c:pt>
                <c:pt idx="12831">
                  <c:v>3.41859</c:v>
                </c:pt>
                <c:pt idx="12832">
                  <c:v>3.4188900000000002</c:v>
                </c:pt>
                <c:pt idx="12833">
                  <c:v>3.4192</c:v>
                </c:pt>
                <c:pt idx="12834">
                  <c:v>3.4195000000000002</c:v>
                </c:pt>
                <c:pt idx="12835">
                  <c:v>3.41981</c:v>
                </c:pt>
                <c:pt idx="12836">
                  <c:v>3.4201100000000002</c:v>
                </c:pt>
                <c:pt idx="12837">
                  <c:v>3.42042</c:v>
                </c:pt>
                <c:pt idx="12838">
                  <c:v>3.4207200000000002</c:v>
                </c:pt>
                <c:pt idx="12839">
                  <c:v>3.42103</c:v>
                </c:pt>
                <c:pt idx="12840">
                  <c:v>3.4213300000000002</c:v>
                </c:pt>
                <c:pt idx="12841">
                  <c:v>3.42164</c:v>
                </c:pt>
                <c:pt idx="12842">
                  <c:v>3.4219499999999998</c:v>
                </c:pt>
                <c:pt idx="12843">
                  <c:v>3.42225</c:v>
                </c:pt>
                <c:pt idx="12844">
                  <c:v>3.4225599999999998</c:v>
                </c:pt>
                <c:pt idx="12845">
                  <c:v>3.42286</c:v>
                </c:pt>
                <c:pt idx="12846">
                  <c:v>3.4231699999999998</c:v>
                </c:pt>
                <c:pt idx="12847">
                  <c:v>3.42347</c:v>
                </c:pt>
                <c:pt idx="12848">
                  <c:v>3.4237799999999998</c:v>
                </c:pt>
                <c:pt idx="12849">
                  <c:v>3.42408</c:v>
                </c:pt>
                <c:pt idx="12850">
                  <c:v>3.4243899999999998</c:v>
                </c:pt>
                <c:pt idx="12851">
                  <c:v>3.42469</c:v>
                </c:pt>
                <c:pt idx="12852">
                  <c:v>3.4249999999999998</c:v>
                </c:pt>
                <c:pt idx="12853">
                  <c:v>3.4253100000000001</c:v>
                </c:pt>
                <c:pt idx="12854">
                  <c:v>3.4256099999999998</c:v>
                </c:pt>
                <c:pt idx="12855">
                  <c:v>3.4259200000000001</c:v>
                </c:pt>
                <c:pt idx="12856">
                  <c:v>3.4262199999999998</c:v>
                </c:pt>
                <c:pt idx="12857">
                  <c:v>3.4265300000000001</c:v>
                </c:pt>
                <c:pt idx="12858">
                  <c:v>3.4268299999999998</c:v>
                </c:pt>
                <c:pt idx="12859">
                  <c:v>3.4271400000000001</c:v>
                </c:pt>
                <c:pt idx="12860">
                  <c:v>3.4274399999999998</c:v>
                </c:pt>
                <c:pt idx="12861">
                  <c:v>3.4277500000000001</c:v>
                </c:pt>
                <c:pt idx="12862">
                  <c:v>3.4280499999999998</c:v>
                </c:pt>
                <c:pt idx="12863">
                  <c:v>3.4283600000000001</c:v>
                </c:pt>
                <c:pt idx="12864">
                  <c:v>3.4286599999999998</c:v>
                </c:pt>
                <c:pt idx="12865">
                  <c:v>3.4289700000000001</c:v>
                </c:pt>
                <c:pt idx="12866">
                  <c:v>3.4292799999999999</c:v>
                </c:pt>
                <c:pt idx="12867">
                  <c:v>3.4295800000000001</c:v>
                </c:pt>
                <c:pt idx="12868">
                  <c:v>3.4298899999999999</c:v>
                </c:pt>
                <c:pt idx="12869">
                  <c:v>3.4301900000000001</c:v>
                </c:pt>
                <c:pt idx="12870">
                  <c:v>3.4304999999999999</c:v>
                </c:pt>
                <c:pt idx="12871">
                  <c:v>3.4308000000000001</c:v>
                </c:pt>
                <c:pt idx="12872">
                  <c:v>3.4311099999999999</c:v>
                </c:pt>
                <c:pt idx="12873">
                  <c:v>3.4314100000000001</c:v>
                </c:pt>
                <c:pt idx="12874">
                  <c:v>3.4317199999999999</c:v>
                </c:pt>
                <c:pt idx="12875">
                  <c:v>3.4320200000000001</c:v>
                </c:pt>
                <c:pt idx="12876">
                  <c:v>3.4323299999999999</c:v>
                </c:pt>
                <c:pt idx="12877">
                  <c:v>3.4326300000000001</c:v>
                </c:pt>
                <c:pt idx="12878">
                  <c:v>3.4329399999999999</c:v>
                </c:pt>
                <c:pt idx="12879">
                  <c:v>3.4332500000000001</c:v>
                </c:pt>
                <c:pt idx="12880">
                  <c:v>3.4335499999999999</c:v>
                </c:pt>
                <c:pt idx="12881">
                  <c:v>3.4338600000000001</c:v>
                </c:pt>
                <c:pt idx="12882">
                  <c:v>3.4341599999999999</c:v>
                </c:pt>
                <c:pt idx="12883">
                  <c:v>3.4344700000000001</c:v>
                </c:pt>
                <c:pt idx="12884">
                  <c:v>3.4347699999999999</c:v>
                </c:pt>
                <c:pt idx="12885">
                  <c:v>3.4350800000000001</c:v>
                </c:pt>
                <c:pt idx="12886">
                  <c:v>3.4353799999999999</c:v>
                </c:pt>
                <c:pt idx="12887">
                  <c:v>3.4356900000000001</c:v>
                </c:pt>
                <c:pt idx="12888">
                  <c:v>3.4359899999999999</c:v>
                </c:pt>
                <c:pt idx="12889">
                  <c:v>3.4363000000000001</c:v>
                </c:pt>
                <c:pt idx="12890">
                  <c:v>3.4365999999999999</c:v>
                </c:pt>
                <c:pt idx="12891">
                  <c:v>3.4369100000000001</c:v>
                </c:pt>
                <c:pt idx="12892">
                  <c:v>3.4372199999999999</c:v>
                </c:pt>
                <c:pt idx="12893">
                  <c:v>3.4375200000000001</c:v>
                </c:pt>
                <c:pt idx="12894">
                  <c:v>3.4378299999999999</c:v>
                </c:pt>
                <c:pt idx="12895">
                  <c:v>3.4381300000000001</c:v>
                </c:pt>
                <c:pt idx="12896">
                  <c:v>3.4384399999999999</c:v>
                </c:pt>
                <c:pt idx="12897">
                  <c:v>3.4387400000000001</c:v>
                </c:pt>
                <c:pt idx="12898">
                  <c:v>3.4390499999999999</c:v>
                </c:pt>
                <c:pt idx="12899">
                  <c:v>3.4393500000000001</c:v>
                </c:pt>
                <c:pt idx="12900">
                  <c:v>3.4396599999999999</c:v>
                </c:pt>
                <c:pt idx="12901">
                  <c:v>3.4399600000000001</c:v>
                </c:pt>
                <c:pt idx="12902">
                  <c:v>3.4402699999999999</c:v>
                </c:pt>
                <c:pt idx="12903">
                  <c:v>3.4405800000000002</c:v>
                </c:pt>
                <c:pt idx="12904">
                  <c:v>3.4408799999999999</c:v>
                </c:pt>
                <c:pt idx="12905">
                  <c:v>3.4411900000000002</c:v>
                </c:pt>
                <c:pt idx="12906">
                  <c:v>3.4414899999999999</c:v>
                </c:pt>
                <c:pt idx="12907">
                  <c:v>3.4418000000000002</c:v>
                </c:pt>
                <c:pt idx="12908">
                  <c:v>3.4420999999999999</c:v>
                </c:pt>
                <c:pt idx="12909">
                  <c:v>3.4424100000000002</c:v>
                </c:pt>
                <c:pt idx="12910">
                  <c:v>3.4427099999999999</c:v>
                </c:pt>
                <c:pt idx="12911">
                  <c:v>3.4430200000000002</c:v>
                </c:pt>
                <c:pt idx="12912">
                  <c:v>3.4433199999999999</c:v>
                </c:pt>
                <c:pt idx="12913">
                  <c:v>3.4436300000000002</c:v>
                </c:pt>
                <c:pt idx="12914">
                  <c:v>3.4439299999999999</c:v>
                </c:pt>
                <c:pt idx="12915">
                  <c:v>3.4442400000000002</c:v>
                </c:pt>
                <c:pt idx="12916">
                  <c:v>3.44455</c:v>
                </c:pt>
                <c:pt idx="12917">
                  <c:v>3.4448500000000002</c:v>
                </c:pt>
                <c:pt idx="12918">
                  <c:v>3.44516</c:v>
                </c:pt>
                <c:pt idx="12919">
                  <c:v>3.4454600000000002</c:v>
                </c:pt>
                <c:pt idx="12920">
                  <c:v>3.44577</c:v>
                </c:pt>
                <c:pt idx="12921">
                  <c:v>3.4460700000000002</c:v>
                </c:pt>
                <c:pt idx="12922">
                  <c:v>3.44638</c:v>
                </c:pt>
                <c:pt idx="12923">
                  <c:v>3.4466800000000002</c:v>
                </c:pt>
                <c:pt idx="12924">
                  <c:v>3.44699</c:v>
                </c:pt>
                <c:pt idx="12925">
                  <c:v>3.4472900000000002</c:v>
                </c:pt>
                <c:pt idx="12926">
                  <c:v>3.4476</c:v>
                </c:pt>
                <c:pt idx="12927">
                  <c:v>3.4479000000000002</c:v>
                </c:pt>
                <c:pt idx="12928">
                  <c:v>3.44821</c:v>
                </c:pt>
                <c:pt idx="12929">
                  <c:v>3.4485199999999998</c:v>
                </c:pt>
                <c:pt idx="12930">
                  <c:v>3.44882</c:v>
                </c:pt>
                <c:pt idx="12931">
                  <c:v>3.4491299999999998</c:v>
                </c:pt>
                <c:pt idx="12932">
                  <c:v>3.44943</c:v>
                </c:pt>
                <c:pt idx="12933">
                  <c:v>3.4497399999999998</c:v>
                </c:pt>
                <c:pt idx="12934">
                  <c:v>3.45004</c:v>
                </c:pt>
                <c:pt idx="12935">
                  <c:v>3.4503499999999998</c:v>
                </c:pt>
                <c:pt idx="12936">
                  <c:v>3.45065</c:v>
                </c:pt>
                <c:pt idx="12937">
                  <c:v>3.4509599999999998</c:v>
                </c:pt>
                <c:pt idx="12938">
                  <c:v>3.45126</c:v>
                </c:pt>
                <c:pt idx="12939">
                  <c:v>3.4515699999999998</c:v>
                </c:pt>
                <c:pt idx="12940">
                  <c:v>3.45187</c:v>
                </c:pt>
                <c:pt idx="12941">
                  <c:v>3.4521799999999998</c:v>
                </c:pt>
                <c:pt idx="12942">
                  <c:v>3.4524900000000001</c:v>
                </c:pt>
                <c:pt idx="12943">
                  <c:v>3.4527899999999998</c:v>
                </c:pt>
                <c:pt idx="12944">
                  <c:v>3.4531000000000001</c:v>
                </c:pt>
                <c:pt idx="12945">
                  <c:v>3.4533999999999998</c:v>
                </c:pt>
                <c:pt idx="12946">
                  <c:v>3.4537100000000001</c:v>
                </c:pt>
                <c:pt idx="12947">
                  <c:v>3.4540099999999998</c:v>
                </c:pt>
                <c:pt idx="12948">
                  <c:v>3.4543200000000001</c:v>
                </c:pt>
                <c:pt idx="12949">
                  <c:v>3.4546199999999998</c:v>
                </c:pt>
                <c:pt idx="12950">
                  <c:v>3.4549300000000001</c:v>
                </c:pt>
                <c:pt idx="12951">
                  <c:v>3.4552299999999998</c:v>
                </c:pt>
                <c:pt idx="12952">
                  <c:v>3.4555400000000001</c:v>
                </c:pt>
                <c:pt idx="12953">
                  <c:v>3.4558399999999998</c:v>
                </c:pt>
                <c:pt idx="12954">
                  <c:v>3.4561500000000001</c:v>
                </c:pt>
                <c:pt idx="12955">
                  <c:v>3.4564599999999999</c:v>
                </c:pt>
                <c:pt idx="12956">
                  <c:v>3.4567600000000001</c:v>
                </c:pt>
                <c:pt idx="12957">
                  <c:v>3.4570699999999999</c:v>
                </c:pt>
                <c:pt idx="12958">
                  <c:v>3.4573700000000001</c:v>
                </c:pt>
                <c:pt idx="12959">
                  <c:v>3.4576799999999999</c:v>
                </c:pt>
                <c:pt idx="12960">
                  <c:v>3.4579800000000001</c:v>
                </c:pt>
                <c:pt idx="12961">
                  <c:v>3.4582899999999999</c:v>
                </c:pt>
                <c:pt idx="12962">
                  <c:v>3.4585900000000001</c:v>
                </c:pt>
                <c:pt idx="12963">
                  <c:v>3.4588999999999999</c:v>
                </c:pt>
                <c:pt idx="12964">
                  <c:v>3.4592000000000001</c:v>
                </c:pt>
                <c:pt idx="12965">
                  <c:v>3.4595099999999999</c:v>
                </c:pt>
                <c:pt idx="12966">
                  <c:v>3.4598200000000001</c:v>
                </c:pt>
                <c:pt idx="12967">
                  <c:v>3.4601199999999999</c:v>
                </c:pt>
                <c:pt idx="12968">
                  <c:v>3.4604300000000001</c:v>
                </c:pt>
                <c:pt idx="12969">
                  <c:v>3.4607299999999999</c:v>
                </c:pt>
                <c:pt idx="12970">
                  <c:v>3.4610400000000001</c:v>
                </c:pt>
                <c:pt idx="12971">
                  <c:v>3.4613399999999999</c:v>
                </c:pt>
                <c:pt idx="12972">
                  <c:v>3.4616500000000001</c:v>
                </c:pt>
                <c:pt idx="12973">
                  <c:v>3.4619499999999999</c:v>
                </c:pt>
                <c:pt idx="12974">
                  <c:v>3.4622600000000001</c:v>
                </c:pt>
                <c:pt idx="12975">
                  <c:v>3.4625599999999999</c:v>
                </c:pt>
                <c:pt idx="12976">
                  <c:v>3.4628700000000001</c:v>
                </c:pt>
                <c:pt idx="12977">
                  <c:v>3.4631699999999999</c:v>
                </c:pt>
                <c:pt idx="12978">
                  <c:v>3.4634800000000001</c:v>
                </c:pt>
                <c:pt idx="12979">
                  <c:v>3.4637899999999999</c:v>
                </c:pt>
                <c:pt idx="12980">
                  <c:v>3.4640900000000001</c:v>
                </c:pt>
                <c:pt idx="12981">
                  <c:v>3.4643999999999999</c:v>
                </c:pt>
                <c:pt idx="12982">
                  <c:v>3.4647000000000001</c:v>
                </c:pt>
                <c:pt idx="12983">
                  <c:v>3.4650099999999999</c:v>
                </c:pt>
                <c:pt idx="12984">
                  <c:v>3.4653100000000001</c:v>
                </c:pt>
                <c:pt idx="12985">
                  <c:v>3.4656199999999999</c:v>
                </c:pt>
                <c:pt idx="12986">
                  <c:v>3.4659200000000001</c:v>
                </c:pt>
                <c:pt idx="12987">
                  <c:v>3.4662299999999999</c:v>
                </c:pt>
                <c:pt idx="12988">
                  <c:v>3.4665300000000001</c:v>
                </c:pt>
                <c:pt idx="12989">
                  <c:v>3.4668399999999999</c:v>
                </c:pt>
                <c:pt idx="12990">
                  <c:v>3.4671400000000001</c:v>
                </c:pt>
                <c:pt idx="12991">
                  <c:v>3.4674499999999999</c:v>
                </c:pt>
                <c:pt idx="12992">
                  <c:v>3.4677600000000002</c:v>
                </c:pt>
                <c:pt idx="12993">
                  <c:v>3.4680599999999999</c:v>
                </c:pt>
                <c:pt idx="12994">
                  <c:v>3.4683700000000002</c:v>
                </c:pt>
                <c:pt idx="12995">
                  <c:v>3.4686699999999999</c:v>
                </c:pt>
                <c:pt idx="12996">
                  <c:v>3.4689800000000002</c:v>
                </c:pt>
                <c:pt idx="12997">
                  <c:v>3.4692799999999999</c:v>
                </c:pt>
                <c:pt idx="12998">
                  <c:v>3.4695900000000002</c:v>
                </c:pt>
                <c:pt idx="12999">
                  <c:v>3.4698899999999999</c:v>
                </c:pt>
                <c:pt idx="13000">
                  <c:v>3.4702000000000002</c:v>
                </c:pt>
                <c:pt idx="13001">
                  <c:v>3.4704999999999999</c:v>
                </c:pt>
                <c:pt idx="13002">
                  <c:v>3.4708100000000002</c:v>
                </c:pt>
                <c:pt idx="13003">
                  <c:v>3.4711099999999999</c:v>
                </c:pt>
                <c:pt idx="13004">
                  <c:v>3.4714200000000002</c:v>
                </c:pt>
                <c:pt idx="13005">
                  <c:v>3.47173</c:v>
                </c:pt>
                <c:pt idx="13006">
                  <c:v>3.4720300000000002</c:v>
                </c:pt>
                <c:pt idx="13007">
                  <c:v>3.47234</c:v>
                </c:pt>
                <c:pt idx="13008">
                  <c:v>3.4726400000000002</c:v>
                </c:pt>
                <c:pt idx="13009">
                  <c:v>3.47295</c:v>
                </c:pt>
                <c:pt idx="13010">
                  <c:v>3.4732500000000002</c:v>
                </c:pt>
                <c:pt idx="13011">
                  <c:v>3.47356</c:v>
                </c:pt>
                <c:pt idx="13012">
                  <c:v>3.4738600000000002</c:v>
                </c:pt>
                <c:pt idx="13013">
                  <c:v>3.47417</c:v>
                </c:pt>
                <c:pt idx="13014">
                  <c:v>3.4744700000000002</c:v>
                </c:pt>
                <c:pt idx="13015">
                  <c:v>3.47478</c:v>
                </c:pt>
                <c:pt idx="13016">
                  <c:v>3.4750800000000002</c:v>
                </c:pt>
                <c:pt idx="13017">
                  <c:v>3.47539</c:v>
                </c:pt>
                <c:pt idx="13018">
                  <c:v>3.4756999999999998</c:v>
                </c:pt>
                <c:pt idx="13019">
                  <c:v>3.476</c:v>
                </c:pt>
                <c:pt idx="13020">
                  <c:v>3.4763099999999998</c:v>
                </c:pt>
                <c:pt idx="13021">
                  <c:v>3.47661</c:v>
                </c:pt>
                <c:pt idx="13022">
                  <c:v>3.4769199999999998</c:v>
                </c:pt>
                <c:pt idx="13023">
                  <c:v>3.47722</c:v>
                </c:pt>
                <c:pt idx="13024">
                  <c:v>3.4775299999999998</c:v>
                </c:pt>
                <c:pt idx="13025">
                  <c:v>3.47783</c:v>
                </c:pt>
                <c:pt idx="13026">
                  <c:v>3.4781399999999998</c:v>
                </c:pt>
                <c:pt idx="13027">
                  <c:v>3.47844</c:v>
                </c:pt>
                <c:pt idx="13028">
                  <c:v>3.4787499999999998</c:v>
                </c:pt>
                <c:pt idx="13029">
                  <c:v>3.47906</c:v>
                </c:pt>
                <c:pt idx="13030">
                  <c:v>3.4793599999999998</c:v>
                </c:pt>
                <c:pt idx="13031">
                  <c:v>3.47967</c:v>
                </c:pt>
                <c:pt idx="13032">
                  <c:v>3.4799699999999998</c:v>
                </c:pt>
                <c:pt idx="13033">
                  <c:v>3.48028</c:v>
                </c:pt>
                <c:pt idx="13034">
                  <c:v>3.4805799999999998</c:v>
                </c:pt>
                <c:pt idx="13035">
                  <c:v>3.48089</c:v>
                </c:pt>
                <c:pt idx="13036">
                  <c:v>3.4811899999999998</c:v>
                </c:pt>
                <c:pt idx="13037">
                  <c:v>3.4815</c:v>
                </c:pt>
                <c:pt idx="13038">
                  <c:v>3.4817999999999998</c:v>
                </c:pt>
                <c:pt idx="13039">
                  <c:v>3.48211</c:v>
                </c:pt>
                <c:pt idx="13040">
                  <c:v>3.4824099999999998</c:v>
                </c:pt>
                <c:pt idx="13041">
                  <c:v>3.48272</c:v>
                </c:pt>
                <c:pt idx="13042">
                  <c:v>3.4830299999999998</c:v>
                </c:pt>
                <c:pt idx="13043">
                  <c:v>3.48333</c:v>
                </c:pt>
                <c:pt idx="13044">
                  <c:v>3.4836399999999998</c:v>
                </c:pt>
                <c:pt idx="13045">
                  <c:v>3.48394</c:v>
                </c:pt>
                <c:pt idx="13046">
                  <c:v>3.4842499999999998</c:v>
                </c:pt>
                <c:pt idx="13047">
                  <c:v>3.48455</c:v>
                </c:pt>
                <c:pt idx="13048">
                  <c:v>3.4848599999999998</c:v>
                </c:pt>
                <c:pt idx="13049">
                  <c:v>3.48516</c:v>
                </c:pt>
                <c:pt idx="13050">
                  <c:v>3.4854699999999998</c:v>
                </c:pt>
                <c:pt idx="13051">
                  <c:v>3.48577</c:v>
                </c:pt>
                <c:pt idx="13052">
                  <c:v>3.4860799999999998</c:v>
                </c:pt>
                <c:pt idx="13053">
                  <c:v>3.48638</c:v>
                </c:pt>
                <c:pt idx="13054">
                  <c:v>3.4866899999999998</c:v>
                </c:pt>
                <c:pt idx="13055">
                  <c:v>3.4870000000000001</c:v>
                </c:pt>
                <c:pt idx="13056">
                  <c:v>3.4872999999999998</c:v>
                </c:pt>
                <c:pt idx="13057">
                  <c:v>3.4876100000000001</c:v>
                </c:pt>
                <c:pt idx="13058">
                  <c:v>3.4879099999999998</c:v>
                </c:pt>
                <c:pt idx="13059">
                  <c:v>3.4882200000000001</c:v>
                </c:pt>
                <c:pt idx="13060">
                  <c:v>3.4885199999999998</c:v>
                </c:pt>
                <c:pt idx="13061">
                  <c:v>3.4888300000000001</c:v>
                </c:pt>
                <c:pt idx="13062">
                  <c:v>3.4891299999999998</c:v>
                </c:pt>
                <c:pt idx="13063">
                  <c:v>3.4894400000000001</c:v>
                </c:pt>
                <c:pt idx="13064">
                  <c:v>3.4897399999999998</c:v>
                </c:pt>
                <c:pt idx="13065">
                  <c:v>3.4900500000000001</c:v>
                </c:pt>
                <c:pt idx="13066">
                  <c:v>3.4903499999999998</c:v>
                </c:pt>
                <c:pt idx="13067">
                  <c:v>3.4906600000000001</c:v>
                </c:pt>
                <c:pt idx="13068">
                  <c:v>3.4909699999999999</c:v>
                </c:pt>
                <c:pt idx="13069">
                  <c:v>3.4912700000000001</c:v>
                </c:pt>
                <c:pt idx="13070">
                  <c:v>3.4915799999999999</c:v>
                </c:pt>
                <c:pt idx="13071">
                  <c:v>3.4918800000000001</c:v>
                </c:pt>
                <c:pt idx="13072">
                  <c:v>3.4921899999999999</c:v>
                </c:pt>
                <c:pt idx="13073">
                  <c:v>3.4924900000000001</c:v>
                </c:pt>
                <c:pt idx="13074">
                  <c:v>3.4927999999999999</c:v>
                </c:pt>
                <c:pt idx="13075">
                  <c:v>3.4931000000000001</c:v>
                </c:pt>
                <c:pt idx="13076">
                  <c:v>3.4934099999999999</c:v>
                </c:pt>
                <c:pt idx="13077">
                  <c:v>3.4937100000000001</c:v>
                </c:pt>
                <c:pt idx="13078">
                  <c:v>3.4940199999999999</c:v>
                </c:pt>
                <c:pt idx="13079">
                  <c:v>3.4943200000000001</c:v>
                </c:pt>
                <c:pt idx="13080">
                  <c:v>3.4946299999999999</c:v>
                </c:pt>
                <c:pt idx="13081">
                  <c:v>3.4949400000000002</c:v>
                </c:pt>
                <c:pt idx="13082">
                  <c:v>3.4952399999999999</c:v>
                </c:pt>
                <c:pt idx="13083">
                  <c:v>3.4955500000000002</c:v>
                </c:pt>
                <c:pt idx="13084">
                  <c:v>3.4958499999999999</c:v>
                </c:pt>
                <c:pt idx="13085">
                  <c:v>3.4961600000000002</c:v>
                </c:pt>
                <c:pt idx="13086">
                  <c:v>3.4964599999999999</c:v>
                </c:pt>
                <c:pt idx="13087">
                  <c:v>3.4967700000000002</c:v>
                </c:pt>
                <c:pt idx="13088">
                  <c:v>3.4970699999999999</c:v>
                </c:pt>
                <c:pt idx="13089">
                  <c:v>3.4973800000000002</c:v>
                </c:pt>
                <c:pt idx="13090">
                  <c:v>3.4976799999999999</c:v>
                </c:pt>
                <c:pt idx="13091">
                  <c:v>3.4979900000000002</c:v>
                </c:pt>
                <c:pt idx="13092">
                  <c:v>3.4983</c:v>
                </c:pt>
                <c:pt idx="13093">
                  <c:v>3.4986000000000002</c:v>
                </c:pt>
                <c:pt idx="13094">
                  <c:v>3.49891</c:v>
                </c:pt>
                <c:pt idx="13095">
                  <c:v>3.4992100000000002</c:v>
                </c:pt>
                <c:pt idx="13096">
                  <c:v>3.49952</c:v>
                </c:pt>
                <c:pt idx="13097">
                  <c:v>3.4998200000000002</c:v>
                </c:pt>
                <c:pt idx="13098">
                  <c:v>3.50013</c:v>
                </c:pt>
                <c:pt idx="13099">
                  <c:v>3.5004300000000002</c:v>
                </c:pt>
                <c:pt idx="13100">
                  <c:v>3.50074</c:v>
                </c:pt>
                <c:pt idx="13101">
                  <c:v>3.5010400000000002</c:v>
                </c:pt>
                <c:pt idx="13102">
                  <c:v>3.50135</c:v>
                </c:pt>
                <c:pt idx="13103">
                  <c:v>3.5016500000000002</c:v>
                </c:pt>
                <c:pt idx="13104">
                  <c:v>3.50196</c:v>
                </c:pt>
                <c:pt idx="13105">
                  <c:v>3.5022700000000002</c:v>
                </c:pt>
                <c:pt idx="13106">
                  <c:v>3.50257</c:v>
                </c:pt>
                <c:pt idx="13107">
                  <c:v>3.5028800000000002</c:v>
                </c:pt>
                <c:pt idx="13108">
                  <c:v>3.50318</c:v>
                </c:pt>
                <c:pt idx="13109">
                  <c:v>3.5034900000000002</c:v>
                </c:pt>
                <c:pt idx="13110">
                  <c:v>3.50379</c:v>
                </c:pt>
                <c:pt idx="13111">
                  <c:v>3.5041000000000002</c:v>
                </c:pt>
                <c:pt idx="13112">
                  <c:v>3.5044</c:v>
                </c:pt>
                <c:pt idx="13113">
                  <c:v>3.5047100000000002</c:v>
                </c:pt>
                <c:pt idx="13114">
                  <c:v>3.50501</c:v>
                </c:pt>
                <c:pt idx="13115">
                  <c:v>3.5053200000000002</c:v>
                </c:pt>
                <c:pt idx="13116">
                  <c:v>3.50562</c:v>
                </c:pt>
                <c:pt idx="13117">
                  <c:v>3.5059300000000002</c:v>
                </c:pt>
                <c:pt idx="13118">
                  <c:v>3.50624</c:v>
                </c:pt>
                <c:pt idx="13119">
                  <c:v>3.5065400000000002</c:v>
                </c:pt>
                <c:pt idx="13120">
                  <c:v>3.50685</c:v>
                </c:pt>
                <c:pt idx="13121">
                  <c:v>3.5071500000000002</c:v>
                </c:pt>
                <c:pt idx="13122">
                  <c:v>3.50746</c:v>
                </c:pt>
                <c:pt idx="13123">
                  <c:v>3.5077600000000002</c:v>
                </c:pt>
                <c:pt idx="13124">
                  <c:v>3.50807</c:v>
                </c:pt>
                <c:pt idx="13125">
                  <c:v>3.5083700000000002</c:v>
                </c:pt>
                <c:pt idx="13126">
                  <c:v>3.50868</c:v>
                </c:pt>
                <c:pt idx="13127">
                  <c:v>3.5089800000000002</c:v>
                </c:pt>
                <c:pt idx="13128">
                  <c:v>3.50929</c:v>
                </c:pt>
                <c:pt idx="13129">
                  <c:v>3.5095900000000002</c:v>
                </c:pt>
                <c:pt idx="13130">
                  <c:v>3.5099</c:v>
                </c:pt>
                <c:pt idx="13131">
                  <c:v>3.5102099999999998</c:v>
                </c:pt>
                <c:pt idx="13132">
                  <c:v>3.51051</c:v>
                </c:pt>
                <c:pt idx="13133">
                  <c:v>3.5108199999999998</c:v>
                </c:pt>
                <c:pt idx="13134">
                  <c:v>3.51112</c:v>
                </c:pt>
                <c:pt idx="13135">
                  <c:v>3.5114299999999998</c:v>
                </c:pt>
                <c:pt idx="13136">
                  <c:v>3.51173</c:v>
                </c:pt>
                <c:pt idx="13137">
                  <c:v>3.5120399999999998</c:v>
                </c:pt>
                <c:pt idx="13138">
                  <c:v>3.51234</c:v>
                </c:pt>
                <c:pt idx="13139">
                  <c:v>3.5126499999999998</c:v>
                </c:pt>
                <c:pt idx="13140">
                  <c:v>3.51295</c:v>
                </c:pt>
                <c:pt idx="13141">
                  <c:v>3.5132599999999998</c:v>
                </c:pt>
                <c:pt idx="13142">
                  <c:v>3.5135700000000001</c:v>
                </c:pt>
                <c:pt idx="13143">
                  <c:v>3.5138699999999998</c:v>
                </c:pt>
                <c:pt idx="13144">
                  <c:v>3.5141800000000001</c:v>
                </c:pt>
                <c:pt idx="13145">
                  <c:v>3.5144799999999998</c:v>
                </c:pt>
                <c:pt idx="13146">
                  <c:v>3.5147900000000001</c:v>
                </c:pt>
                <c:pt idx="13147">
                  <c:v>3.5150899999999998</c:v>
                </c:pt>
                <c:pt idx="13148">
                  <c:v>3.5154000000000001</c:v>
                </c:pt>
                <c:pt idx="13149">
                  <c:v>3.5156999999999998</c:v>
                </c:pt>
                <c:pt idx="13150">
                  <c:v>3.5160100000000001</c:v>
                </c:pt>
                <c:pt idx="13151">
                  <c:v>3.5163099999999998</c:v>
                </c:pt>
                <c:pt idx="13152">
                  <c:v>3.5166200000000001</c:v>
                </c:pt>
                <c:pt idx="13153">
                  <c:v>3.5169199999999998</c:v>
                </c:pt>
                <c:pt idx="13154">
                  <c:v>3.5172300000000001</c:v>
                </c:pt>
                <c:pt idx="13155">
                  <c:v>3.5175399999999999</c:v>
                </c:pt>
                <c:pt idx="13156">
                  <c:v>3.5178400000000001</c:v>
                </c:pt>
                <c:pt idx="13157">
                  <c:v>3.5181499999999999</c:v>
                </c:pt>
                <c:pt idx="13158">
                  <c:v>3.5184500000000001</c:v>
                </c:pt>
                <c:pt idx="13159">
                  <c:v>3.5187599999999999</c:v>
                </c:pt>
                <c:pt idx="13160">
                  <c:v>3.5190600000000001</c:v>
                </c:pt>
                <c:pt idx="13161">
                  <c:v>3.5193699999999999</c:v>
                </c:pt>
                <c:pt idx="13162">
                  <c:v>3.5196700000000001</c:v>
                </c:pt>
                <c:pt idx="13163">
                  <c:v>3.5199799999999999</c:v>
                </c:pt>
                <c:pt idx="13164">
                  <c:v>3.5202800000000001</c:v>
                </c:pt>
                <c:pt idx="13165">
                  <c:v>3.5205899999999999</c:v>
                </c:pt>
                <c:pt idx="13166">
                  <c:v>3.5208900000000001</c:v>
                </c:pt>
                <c:pt idx="13167">
                  <c:v>3.5211999999999999</c:v>
                </c:pt>
                <c:pt idx="13168">
                  <c:v>3.5215100000000001</c:v>
                </c:pt>
                <c:pt idx="13169">
                  <c:v>3.5218099999999999</c:v>
                </c:pt>
                <c:pt idx="13170">
                  <c:v>3.5221200000000001</c:v>
                </c:pt>
                <c:pt idx="13171">
                  <c:v>3.5224199999999999</c:v>
                </c:pt>
                <c:pt idx="13172">
                  <c:v>3.5227300000000001</c:v>
                </c:pt>
                <c:pt idx="13173">
                  <c:v>3.5230299999999999</c:v>
                </c:pt>
                <c:pt idx="13174">
                  <c:v>3.5233400000000001</c:v>
                </c:pt>
                <c:pt idx="13175">
                  <c:v>3.5236399999999999</c:v>
                </c:pt>
                <c:pt idx="13176">
                  <c:v>3.5239500000000001</c:v>
                </c:pt>
                <c:pt idx="13177">
                  <c:v>3.5242499999999999</c:v>
                </c:pt>
                <c:pt idx="13178">
                  <c:v>3.5245600000000001</c:v>
                </c:pt>
                <c:pt idx="13179">
                  <c:v>3.5248599999999999</c:v>
                </c:pt>
                <c:pt idx="13180">
                  <c:v>3.5251700000000001</c:v>
                </c:pt>
                <c:pt idx="13181">
                  <c:v>3.5254799999999999</c:v>
                </c:pt>
                <c:pt idx="13182">
                  <c:v>3.5257800000000001</c:v>
                </c:pt>
                <c:pt idx="13183">
                  <c:v>3.5260899999999999</c:v>
                </c:pt>
                <c:pt idx="13184">
                  <c:v>3.5263900000000001</c:v>
                </c:pt>
                <c:pt idx="13185">
                  <c:v>3.5266999999999999</c:v>
                </c:pt>
                <c:pt idx="13186">
                  <c:v>3.5270000000000001</c:v>
                </c:pt>
                <c:pt idx="13187">
                  <c:v>3.5273099999999999</c:v>
                </c:pt>
                <c:pt idx="13188">
                  <c:v>3.5276100000000001</c:v>
                </c:pt>
                <c:pt idx="13189">
                  <c:v>3.5279199999999999</c:v>
                </c:pt>
                <c:pt idx="13190">
                  <c:v>3.5282200000000001</c:v>
                </c:pt>
                <c:pt idx="13191">
                  <c:v>3.5285299999999999</c:v>
                </c:pt>
                <c:pt idx="13192">
                  <c:v>3.5288300000000001</c:v>
                </c:pt>
                <c:pt idx="13193">
                  <c:v>3.5291399999999999</c:v>
                </c:pt>
                <c:pt idx="13194">
                  <c:v>3.5294500000000002</c:v>
                </c:pt>
                <c:pt idx="13195">
                  <c:v>3.5297499999999999</c:v>
                </c:pt>
                <c:pt idx="13196">
                  <c:v>3.5300600000000002</c:v>
                </c:pt>
                <c:pt idx="13197">
                  <c:v>3.5303599999999999</c:v>
                </c:pt>
                <c:pt idx="13198">
                  <c:v>3.5306700000000002</c:v>
                </c:pt>
                <c:pt idx="13199">
                  <c:v>3.5309699999999999</c:v>
                </c:pt>
                <c:pt idx="13200">
                  <c:v>3.5312800000000002</c:v>
                </c:pt>
                <c:pt idx="13201">
                  <c:v>3.5315799999999999</c:v>
                </c:pt>
                <c:pt idx="13202">
                  <c:v>3.5318900000000002</c:v>
                </c:pt>
                <c:pt idx="13203">
                  <c:v>3.5321899999999999</c:v>
                </c:pt>
                <c:pt idx="13204">
                  <c:v>3.5325000000000002</c:v>
                </c:pt>
                <c:pt idx="13205">
                  <c:v>3.53281</c:v>
                </c:pt>
                <c:pt idx="13206">
                  <c:v>3.5331100000000002</c:v>
                </c:pt>
                <c:pt idx="13207">
                  <c:v>3.53342</c:v>
                </c:pt>
                <c:pt idx="13208">
                  <c:v>3.5337200000000002</c:v>
                </c:pt>
                <c:pt idx="13209">
                  <c:v>3.53403</c:v>
                </c:pt>
                <c:pt idx="13210">
                  <c:v>3.5343300000000002</c:v>
                </c:pt>
                <c:pt idx="13211">
                  <c:v>3.53464</c:v>
                </c:pt>
                <c:pt idx="13212">
                  <c:v>3.5349400000000002</c:v>
                </c:pt>
                <c:pt idx="13213">
                  <c:v>3.53525</c:v>
                </c:pt>
                <c:pt idx="13214">
                  <c:v>3.5355500000000002</c:v>
                </c:pt>
                <c:pt idx="13215">
                  <c:v>3.53586</c:v>
                </c:pt>
                <c:pt idx="13216">
                  <c:v>3.5361600000000002</c:v>
                </c:pt>
                <c:pt idx="13217">
                  <c:v>3.53647</c:v>
                </c:pt>
                <c:pt idx="13218">
                  <c:v>3.5367799999999998</c:v>
                </c:pt>
                <c:pt idx="13219">
                  <c:v>3.53708</c:v>
                </c:pt>
                <c:pt idx="13220">
                  <c:v>3.5373899999999998</c:v>
                </c:pt>
                <c:pt idx="13221">
                  <c:v>3.53769</c:v>
                </c:pt>
                <c:pt idx="13222">
                  <c:v>3.5379999999999998</c:v>
                </c:pt>
                <c:pt idx="13223">
                  <c:v>3.5383</c:v>
                </c:pt>
                <c:pt idx="13224">
                  <c:v>3.5386099999999998</c:v>
                </c:pt>
                <c:pt idx="13225">
                  <c:v>3.53891</c:v>
                </c:pt>
                <c:pt idx="13226">
                  <c:v>3.5392199999999998</c:v>
                </c:pt>
                <c:pt idx="13227">
                  <c:v>3.53952</c:v>
                </c:pt>
                <c:pt idx="13228">
                  <c:v>3.5398299999999998</c:v>
                </c:pt>
                <c:pt idx="13229">
                  <c:v>3.54013</c:v>
                </c:pt>
                <c:pt idx="13230">
                  <c:v>3.5404399999999998</c:v>
                </c:pt>
                <c:pt idx="13231">
                  <c:v>3.5407500000000001</c:v>
                </c:pt>
                <c:pt idx="13232">
                  <c:v>3.5410499999999998</c:v>
                </c:pt>
                <c:pt idx="13233">
                  <c:v>3.5413600000000001</c:v>
                </c:pt>
                <c:pt idx="13234">
                  <c:v>3.5416599999999998</c:v>
                </c:pt>
                <c:pt idx="13235">
                  <c:v>3.5419700000000001</c:v>
                </c:pt>
                <c:pt idx="13236">
                  <c:v>3.5422699999999998</c:v>
                </c:pt>
                <c:pt idx="13237">
                  <c:v>3.5425800000000001</c:v>
                </c:pt>
                <c:pt idx="13238">
                  <c:v>3.5428799999999998</c:v>
                </c:pt>
                <c:pt idx="13239">
                  <c:v>3.5431900000000001</c:v>
                </c:pt>
                <c:pt idx="13240">
                  <c:v>3.5434899999999998</c:v>
                </c:pt>
                <c:pt idx="13241">
                  <c:v>3.5438000000000001</c:v>
                </c:pt>
                <c:pt idx="13242">
                  <c:v>3.5440999999999998</c:v>
                </c:pt>
                <c:pt idx="13243">
                  <c:v>3.5444100000000001</c:v>
                </c:pt>
                <c:pt idx="13244">
                  <c:v>3.5447199999999999</c:v>
                </c:pt>
                <c:pt idx="13245">
                  <c:v>3.5450200000000001</c:v>
                </c:pt>
                <c:pt idx="13246">
                  <c:v>3.5453299999999999</c:v>
                </c:pt>
                <c:pt idx="13247">
                  <c:v>3.5456300000000001</c:v>
                </c:pt>
                <c:pt idx="13248">
                  <c:v>3.5459399999999999</c:v>
                </c:pt>
                <c:pt idx="13249">
                  <c:v>3.5462400000000001</c:v>
                </c:pt>
                <c:pt idx="13250">
                  <c:v>3.5465499999999999</c:v>
                </c:pt>
                <c:pt idx="13251">
                  <c:v>3.5468500000000001</c:v>
                </c:pt>
                <c:pt idx="13252">
                  <c:v>3.5471599999999999</c:v>
                </c:pt>
                <c:pt idx="13253">
                  <c:v>3.5474600000000001</c:v>
                </c:pt>
                <c:pt idx="13254">
                  <c:v>3.5477699999999999</c:v>
                </c:pt>
                <c:pt idx="13255">
                  <c:v>3.5480700000000001</c:v>
                </c:pt>
                <c:pt idx="13256">
                  <c:v>3.5483799999999999</c:v>
                </c:pt>
                <c:pt idx="13257">
                  <c:v>3.5486900000000001</c:v>
                </c:pt>
                <c:pt idx="13258">
                  <c:v>3.5489899999999999</c:v>
                </c:pt>
                <c:pt idx="13259">
                  <c:v>3.5493000000000001</c:v>
                </c:pt>
                <c:pt idx="13260">
                  <c:v>3.5495999999999999</c:v>
                </c:pt>
                <c:pt idx="13261">
                  <c:v>3.5499100000000001</c:v>
                </c:pt>
                <c:pt idx="13262">
                  <c:v>3.5502099999999999</c:v>
                </c:pt>
                <c:pt idx="13263">
                  <c:v>3.5505200000000001</c:v>
                </c:pt>
                <c:pt idx="13264">
                  <c:v>3.5508199999999999</c:v>
                </c:pt>
                <c:pt idx="13265">
                  <c:v>3.5511300000000001</c:v>
                </c:pt>
                <c:pt idx="13266">
                  <c:v>3.5514299999999999</c:v>
                </c:pt>
                <c:pt idx="13267">
                  <c:v>3.5517400000000001</c:v>
                </c:pt>
                <c:pt idx="13268">
                  <c:v>3.5520499999999999</c:v>
                </c:pt>
                <c:pt idx="13269">
                  <c:v>3.5523500000000001</c:v>
                </c:pt>
                <c:pt idx="13270">
                  <c:v>3.5526599999999999</c:v>
                </c:pt>
                <c:pt idx="13271">
                  <c:v>3.5529600000000001</c:v>
                </c:pt>
                <c:pt idx="13272">
                  <c:v>3.5532699999999999</c:v>
                </c:pt>
                <c:pt idx="13273">
                  <c:v>3.5535700000000001</c:v>
                </c:pt>
                <c:pt idx="13274">
                  <c:v>3.5538799999999999</c:v>
                </c:pt>
                <c:pt idx="13275">
                  <c:v>3.5541800000000001</c:v>
                </c:pt>
                <c:pt idx="13276">
                  <c:v>3.5544899999999999</c:v>
                </c:pt>
                <c:pt idx="13277">
                  <c:v>3.5547900000000001</c:v>
                </c:pt>
                <c:pt idx="13278">
                  <c:v>3.5550999999999999</c:v>
                </c:pt>
                <c:pt idx="13279">
                  <c:v>3.5554000000000001</c:v>
                </c:pt>
                <c:pt idx="13280">
                  <c:v>3.5557099999999999</c:v>
                </c:pt>
                <c:pt idx="13281">
                  <c:v>3.5560200000000002</c:v>
                </c:pt>
                <c:pt idx="13282">
                  <c:v>3.5563199999999999</c:v>
                </c:pt>
                <c:pt idx="13283">
                  <c:v>3.5566300000000002</c:v>
                </c:pt>
                <c:pt idx="13284">
                  <c:v>3.5569299999999999</c:v>
                </c:pt>
                <c:pt idx="13285">
                  <c:v>3.5572400000000002</c:v>
                </c:pt>
                <c:pt idx="13286">
                  <c:v>3.5575399999999999</c:v>
                </c:pt>
                <c:pt idx="13287">
                  <c:v>3.5578500000000002</c:v>
                </c:pt>
                <c:pt idx="13288">
                  <c:v>3.5581499999999999</c:v>
                </c:pt>
                <c:pt idx="13289">
                  <c:v>3.5584600000000002</c:v>
                </c:pt>
                <c:pt idx="13290">
                  <c:v>3.5587599999999999</c:v>
                </c:pt>
                <c:pt idx="13291">
                  <c:v>3.5590700000000002</c:v>
                </c:pt>
                <c:pt idx="13292">
                  <c:v>3.5593699999999999</c:v>
                </c:pt>
                <c:pt idx="13293">
                  <c:v>3.5596800000000002</c:v>
                </c:pt>
                <c:pt idx="13294">
                  <c:v>3.55999</c:v>
                </c:pt>
                <c:pt idx="13295">
                  <c:v>3.5602900000000002</c:v>
                </c:pt>
                <c:pt idx="13296">
                  <c:v>3.5606</c:v>
                </c:pt>
                <c:pt idx="13297">
                  <c:v>3.5609000000000002</c:v>
                </c:pt>
                <c:pt idx="13298">
                  <c:v>3.56121</c:v>
                </c:pt>
                <c:pt idx="13299">
                  <c:v>3.5615100000000002</c:v>
                </c:pt>
                <c:pt idx="13300">
                  <c:v>3.56182</c:v>
                </c:pt>
                <c:pt idx="13301">
                  <c:v>3.5621200000000002</c:v>
                </c:pt>
                <c:pt idx="13302">
                  <c:v>3.56243</c:v>
                </c:pt>
                <c:pt idx="13303">
                  <c:v>3.5627300000000002</c:v>
                </c:pt>
                <c:pt idx="13304">
                  <c:v>3.56304</c:v>
                </c:pt>
                <c:pt idx="13305">
                  <c:v>3.5633400000000002</c:v>
                </c:pt>
                <c:pt idx="13306">
                  <c:v>3.56365</c:v>
                </c:pt>
                <c:pt idx="13307">
                  <c:v>3.5639599999999998</c:v>
                </c:pt>
                <c:pt idx="13308">
                  <c:v>3.56426</c:v>
                </c:pt>
                <c:pt idx="13309">
                  <c:v>3.5645699999999998</c:v>
                </c:pt>
                <c:pt idx="13310">
                  <c:v>3.56487</c:v>
                </c:pt>
                <c:pt idx="13311">
                  <c:v>3.5651799999999998</c:v>
                </c:pt>
                <c:pt idx="13312">
                  <c:v>3.56548</c:v>
                </c:pt>
                <c:pt idx="13313">
                  <c:v>3.5657899999999998</c:v>
                </c:pt>
                <c:pt idx="13314">
                  <c:v>3.56609</c:v>
                </c:pt>
                <c:pt idx="13315">
                  <c:v>3.5663999999999998</c:v>
                </c:pt>
                <c:pt idx="13316">
                  <c:v>3.5667</c:v>
                </c:pt>
                <c:pt idx="13317">
                  <c:v>3.5670099999999998</c:v>
                </c:pt>
                <c:pt idx="13318">
                  <c:v>3.56732</c:v>
                </c:pt>
                <c:pt idx="13319">
                  <c:v>3.5676199999999998</c:v>
                </c:pt>
                <c:pt idx="13320">
                  <c:v>3.56793</c:v>
                </c:pt>
                <c:pt idx="13321">
                  <c:v>3.5682299999999998</c:v>
                </c:pt>
                <c:pt idx="13322">
                  <c:v>3.56854</c:v>
                </c:pt>
                <c:pt idx="13323">
                  <c:v>3.5688399999999998</c:v>
                </c:pt>
                <c:pt idx="13324">
                  <c:v>3.56915</c:v>
                </c:pt>
                <c:pt idx="13325">
                  <c:v>3.5694499999999998</c:v>
                </c:pt>
                <c:pt idx="13326">
                  <c:v>3.56976</c:v>
                </c:pt>
                <c:pt idx="13327">
                  <c:v>3.5700599999999998</c:v>
                </c:pt>
                <c:pt idx="13328">
                  <c:v>3.57037</c:v>
                </c:pt>
                <c:pt idx="13329">
                  <c:v>3.5706699999999998</c:v>
                </c:pt>
                <c:pt idx="13330">
                  <c:v>3.57098</c:v>
                </c:pt>
                <c:pt idx="13331">
                  <c:v>3.5712899999999999</c:v>
                </c:pt>
                <c:pt idx="13332">
                  <c:v>3.57159</c:v>
                </c:pt>
                <c:pt idx="13333">
                  <c:v>3.5718999999999999</c:v>
                </c:pt>
                <c:pt idx="13334">
                  <c:v>3.5722</c:v>
                </c:pt>
                <c:pt idx="13335">
                  <c:v>3.5725099999999999</c:v>
                </c:pt>
                <c:pt idx="13336">
                  <c:v>3.57281</c:v>
                </c:pt>
                <c:pt idx="13337">
                  <c:v>3.5731199999999999</c:v>
                </c:pt>
                <c:pt idx="13338">
                  <c:v>3.57342</c:v>
                </c:pt>
                <c:pt idx="13339">
                  <c:v>3.5737299999999999</c:v>
                </c:pt>
                <c:pt idx="13340">
                  <c:v>3.57403</c:v>
                </c:pt>
                <c:pt idx="13341">
                  <c:v>3.5743399999999999</c:v>
                </c:pt>
                <c:pt idx="13342">
                  <c:v>3.57464</c:v>
                </c:pt>
                <c:pt idx="13343">
                  <c:v>3.5749499999999999</c:v>
                </c:pt>
                <c:pt idx="13344">
                  <c:v>3.5752600000000001</c:v>
                </c:pt>
                <c:pt idx="13345">
                  <c:v>3.5755599999999998</c:v>
                </c:pt>
                <c:pt idx="13346">
                  <c:v>3.5758700000000001</c:v>
                </c:pt>
                <c:pt idx="13347">
                  <c:v>3.5761699999999998</c:v>
                </c:pt>
                <c:pt idx="13348">
                  <c:v>3.5764800000000001</c:v>
                </c:pt>
                <c:pt idx="13349">
                  <c:v>3.5767799999999998</c:v>
                </c:pt>
                <c:pt idx="13350">
                  <c:v>3.5770900000000001</c:v>
                </c:pt>
                <c:pt idx="13351">
                  <c:v>3.5773899999999998</c:v>
                </c:pt>
                <c:pt idx="13352">
                  <c:v>3.5777000000000001</c:v>
                </c:pt>
                <c:pt idx="13353">
                  <c:v>3.5779999999999998</c:v>
                </c:pt>
                <c:pt idx="13354">
                  <c:v>3.5783100000000001</c:v>
                </c:pt>
                <c:pt idx="13355">
                  <c:v>3.5786099999999998</c:v>
                </c:pt>
                <c:pt idx="13356">
                  <c:v>3.5789200000000001</c:v>
                </c:pt>
                <c:pt idx="13357">
                  <c:v>3.5792299999999999</c:v>
                </c:pt>
                <c:pt idx="13358">
                  <c:v>3.5795300000000001</c:v>
                </c:pt>
                <c:pt idx="13359">
                  <c:v>3.5798399999999999</c:v>
                </c:pt>
                <c:pt idx="13360">
                  <c:v>3.5801400000000001</c:v>
                </c:pt>
                <c:pt idx="13361">
                  <c:v>3.5804499999999999</c:v>
                </c:pt>
                <c:pt idx="13362">
                  <c:v>3.5807500000000001</c:v>
                </c:pt>
                <c:pt idx="13363">
                  <c:v>3.5810599999999999</c:v>
                </c:pt>
                <c:pt idx="13364">
                  <c:v>3.5813600000000001</c:v>
                </c:pt>
                <c:pt idx="13365">
                  <c:v>3.5816699999999999</c:v>
                </c:pt>
                <c:pt idx="13366">
                  <c:v>3.5819700000000001</c:v>
                </c:pt>
                <c:pt idx="13367">
                  <c:v>3.5822799999999999</c:v>
                </c:pt>
                <c:pt idx="13368">
                  <c:v>3.5825800000000001</c:v>
                </c:pt>
                <c:pt idx="13369">
                  <c:v>3.5828899999999999</c:v>
                </c:pt>
                <c:pt idx="13370">
                  <c:v>3.5832000000000002</c:v>
                </c:pt>
                <c:pt idx="13371">
                  <c:v>3.5834999999999999</c:v>
                </c:pt>
                <c:pt idx="13372">
                  <c:v>3.5838100000000002</c:v>
                </c:pt>
                <c:pt idx="13373">
                  <c:v>3.5841099999999999</c:v>
                </c:pt>
                <c:pt idx="13374">
                  <c:v>3.5844200000000002</c:v>
                </c:pt>
                <c:pt idx="13375">
                  <c:v>3.5847199999999999</c:v>
                </c:pt>
                <c:pt idx="13376">
                  <c:v>3.5850300000000002</c:v>
                </c:pt>
                <c:pt idx="13377">
                  <c:v>3.5853299999999999</c:v>
                </c:pt>
                <c:pt idx="13378">
                  <c:v>3.5856400000000002</c:v>
                </c:pt>
                <c:pt idx="13379">
                  <c:v>3.5859399999999999</c:v>
                </c:pt>
                <c:pt idx="13380">
                  <c:v>3.5862500000000002</c:v>
                </c:pt>
                <c:pt idx="13381">
                  <c:v>3.58656</c:v>
                </c:pt>
                <c:pt idx="13382">
                  <c:v>3.5868600000000002</c:v>
                </c:pt>
                <c:pt idx="13383">
                  <c:v>3.58717</c:v>
                </c:pt>
                <c:pt idx="13384">
                  <c:v>3.5874700000000002</c:v>
                </c:pt>
                <c:pt idx="13385">
                  <c:v>3.58778</c:v>
                </c:pt>
                <c:pt idx="13386">
                  <c:v>3.5880800000000002</c:v>
                </c:pt>
                <c:pt idx="13387">
                  <c:v>3.58839</c:v>
                </c:pt>
                <c:pt idx="13388">
                  <c:v>3.5886900000000002</c:v>
                </c:pt>
                <c:pt idx="13389">
                  <c:v>3.589</c:v>
                </c:pt>
                <c:pt idx="13390">
                  <c:v>3.5893000000000002</c:v>
                </c:pt>
                <c:pt idx="13391">
                  <c:v>3.58961</c:v>
                </c:pt>
                <c:pt idx="13392">
                  <c:v>3.5899100000000002</c:v>
                </c:pt>
                <c:pt idx="13393">
                  <c:v>3.59022</c:v>
                </c:pt>
                <c:pt idx="13394">
                  <c:v>3.5905300000000002</c:v>
                </c:pt>
                <c:pt idx="13395">
                  <c:v>3.59083</c:v>
                </c:pt>
                <c:pt idx="13396">
                  <c:v>3.5911400000000002</c:v>
                </c:pt>
                <c:pt idx="13397">
                  <c:v>3.59144</c:v>
                </c:pt>
                <c:pt idx="13398">
                  <c:v>3.5917500000000002</c:v>
                </c:pt>
                <c:pt idx="13399">
                  <c:v>3.59205</c:v>
                </c:pt>
                <c:pt idx="13400">
                  <c:v>3.5923600000000002</c:v>
                </c:pt>
                <c:pt idx="13401">
                  <c:v>3.59266</c:v>
                </c:pt>
                <c:pt idx="13402">
                  <c:v>3.5929700000000002</c:v>
                </c:pt>
                <c:pt idx="13403">
                  <c:v>3.59327</c:v>
                </c:pt>
                <c:pt idx="13404">
                  <c:v>3.5935800000000002</c:v>
                </c:pt>
                <c:pt idx="13405">
                  <c:v>3.59388</c:v>
                </c:pt>
                <c:pt idx="13406">
                  <c:v>3.5941900000000002</c:v>
                </c:pt>
                <c:pt idx="13407">
                  <c:v>3.5945</c:v>
                </c:pt>
                <c:pt idx="13408">
                  <c:v>3.5948000000000002</c:v>
                </c:pt>
                <c:pt idx="13409">
                  <c:v>3.59511</c:v>
                </c:pt>
                <c:pt idx="13410">
                  <c:v>3.5954100000000002</c:v>
                </c:pt>
                <c:pt idx="13411">
                  <c:v>3.59572</c:v>
                </c:pt>
                <c:pt idx="13412">
                  <c:v>3.5960200000000002</c:v>
                </c:pt>
                <c:pt idx="13413">
                  <c:v>3.59633</c:v>
                </c:pt>
                <c:pt idx="13414">
                  <c:v>3.5966300000000002</c:v>
                </c:pt>
                <c:pt idx="13415">
                  <c:v>3.59694</c:v>
                </c:pt>
                <c:pt idx="13416">
                  <c:v>3.5972400000000002</c:v>
                </c:pt>
                <c:pt idx="13417">
                  <c:v>3.59755</c:v>
                </c:pt>
                <c:pt idx="13418">
                  <c:v>3.5978500000000002</c:v>
                </c:pt>
                <c:pt idx="13419">
                  <c:v>3.59816</c:v>
                </c:pt>
                <c:pt idx="13420">
                  <c:v>3.5984699999999998</c:v>
                </c:pt>
                <c:pt idx="13421">
                  <c:v>3.59877</c:v>
                </c:pt>
                <c:pt idx="13422">
                  <c:v>3.5990799999999998</c:v>
                </c:pt>
                <c:pt idx="13423">
                  <c:v>3.59938</c:v>
                </c:pt>
                <c:pt idx="13424">
                  <c:v>3.5996899999999998</c:v>
                </c:pt>
                <c:pt idx="13425">
                  <c:v>3.59999</c:v>
                </c:pt>
                <c:pt idx="13426">
                  <c:v>3.6002999999999998</c:v>
                </c:pt>
                <c:pt idx="13427">
                  <c:v>3.6006</c:v>
                </c:pt>
                <c:pt idx="13428">
                  <c:v>3.6009099999999998</c:v>
                </c:pt>
                <c:pt idx="13429">
                  <c:v>3.60121</c:v>
                </c:pt>
                <c:pt idx="13430">
                  <c:v>3.6015199999999998</c:v>
                </c:pt>
                <c:pt idx="13431">
                  <c:v>3.60182</c:v>
                </c:pt>
                <c:pt idx="13432">
                  <c:v>3.6021299999999998</c:v>
                </c:pt>
                <c:pt idx="13433">
                  <c:v>3.6024400000000001</c:v>
                </c:pt>
                <c:pt idx="13434">
                  <c:v>3.6027399999999998</c:v>
                </c:pt>
                <c:pt idx="13435">
                  <c:v>3.6030500000000001</c:v>
                </c:pt>
                <c:pt idx="13436">
                  <c:v>3.6033499999999998</c:v>
                </c:pt>
                <c:pt idx="13437">
                  <c:v>3.6036600000000001</c:v>
                </c:pt>
                <c:pt idx="13438">
                  <c:v>3.6039599999999998</c:v>
                </c:pt>
                <c:pt idx="13439">
                  <c:v>3.6042700000000001</c:v>
                </c:pt>
                <c:pt idx="13440">
                  <c:v>3.6045699999999998</c:v>
                </c:pt>
                <c:pt idx="13441">
                  <c:v>3.6048800000000001</c:v>
                </c:pt>
                <c:pt idx="13442">
                  <c:v>3.6051799999999998</c:v>
                </c:pt>
                <c:pt idx="13443">
                  <c:v>3.6054900000000001</c:v>
                </c:pt>
                <c:pt idx="13444">
                  <c:v>3.6057999999999999</c:v>
                </c:pt>
                <c:pt idx="13445">
                  <c:v>3.6061000000000001</c:v>
                </c:pt>
                <c:pt idx="13446">
                  <c:v>3.6064099999999999</c:v>
                </c:pt>
                <c:pt idx="13447">
                  <c:v>3.6067100000000001</c:v>
                </c:pt>
                <c:pt idx="13448">
                  <c:v>3.6070199999999999</c:v>
                </c:pt>
                <c:pt idx="13449">
                  <c:v>3.6073200000000001</c:v>
                </c:pt>
                <c:pt idx="13450">
                  <c:v>3.6076299999999999</c:v>
                </c:pt>
                <c:pt idx="13451">
                  <c:v>3.6079300000000001</c:v>
                </c:pt>
                <c:pt idx="13452">
                  <c:v>3.6082399999999999</c:v>
                </c:pt>
                <c:pt idx="13453">
                  <c:v>3.6085400000000001</c:v>
                </c:pt>
                <c:pt idx="13454">
                  <c:v>3.6088499999999999</c:v>
                </c:pt>
                <c:pt idx="13455">
                  <c:v>3.6091500000000001</c:v>
                </c:pt>
                <c:pt idx="13456">
                  <c:v>3.6094599999999999</c:v>
                </c:pt>
                <c:pt idx="13457">
                  <c:v>3.6097700000000001</c:v>
                </c:pt>
                <c:pt idx="13458">
                  <c:v>3.6100699999999999</c:v>
                </c:pt>
                <c:pt idx="13459">
                  <c:v>3.6103800000000001</c:v>
                </c:pt>
                <c:pt idx="13460">
                  <c:v>3.6106799999999999</c:v>
                </c:pt>
                <c:pt idx="13461">
                  <c:v>3.6109900000000001</c:v>
                </c:pt>
                <c:pt idx="13462">
                  <c:v>3.6112899999999999</c:v>
                </c:pt>
                <c:pt idx="13463">
                  <c:v>3.6116000000000001</c:v>
                </c:pt>
                <c:pt idx="13464">
                  <c:v>3.6118999999999999</c:v>
                </c:pt>
                <c:pt idx="13465">
                  <c:v>3.6122100000000001</c:v>
                </c:pt>
                <c:pt idx="13466">
                  <c:v>3.6125099999999999</c:v>
                </c:pt>
                <c:pt idx="13467">
                  <c:v>3.6128200000000001</c:v>
                </c:pt>
                <c:pt idx="13468">
                  <c:v>3.6131199999999999</c:v>
                </c:pt>
                <c:pt idx="13469">
                  <c:v>3.6134300000000001</c:v>
                </c:pt>
                <c:pt idx="13470">
                  <c:v>3.61374</c:v>
                </c:pt>
                <c:pt idx="13471">
                  <c:v>3.6140400000000001</c:v>
                </c:pt>
                <c:pt idx="13472">
                  <c:v>3.61435</c:v>
                </c:pt>
                <c:pt idx="13473">
                  <c:v>3.6146500000000001</c:v>
                </c:pt>
                <c:pt idx="13474">
                  <c:v>3.61496</c:v>
                </c:pt>
                <c:pt idx="13475">
                  <c:v>3.6152600000000001</c:v>
                </c:pt>
                <c:pt idx="13476">
                  <c:v>3.61557</c:v>
                </c:pt>
                <c:pt idx="13477">
                  <c:v>3.6158700000000001</c:v>
                </c:pt>
                <c:pt idx="13478">
                  <c:v>3.6161799999999999</c:v>
                </c:pt>
                <c:pt idx="13479">
                  <c:v>3.6164800000000001</c:v>
                </c:pt>
                <c:pt idx="13480">
                  <c:v>3.6167899999999999</c:v>
                </c:pt>
                <c:pt idx="13481">
                  <c:v>3.6170900000000001</c:v>
                </c:pt>
                <c:pt idx="13482">
                  <c:v>3.6173999999999999</c:v>
                </c:pt>
                <c:pt idx="13483">
                  <c:v>3.6177100000000002</c:v>
                </c:pt>
                <c:pt idx="13484">
                  <c:v>3.6180099999999999</c:v>
                </c:pt>
                <c:pt idx="13485">
                  <c:v>3.6183200000000002</c:v>
                </c:pt>
                <c:pt idx="13486">
                  <c:v>3.6186199999999999</c:v>
                </c:pt>
                <c:pt idx="13487">
                  <c:v>3.6189300000000002</c:v>
                </c:pt>
                <c:pt idx="13488">
                  <c:v>3.6192299999999999</c:v>
                </c:pt>
                <c:pt idx="13489">
                  <c:v>3.6195400000000002</c:v>
                </c:pt>
                <c:pt idx="13490">
                  <c:v>3.6198399999999999</c:v>
                </c:pt>
                <c:pt idx="13491">
                  <c:v>3.6201500000000002</c:v>
                </c:pt>
                <c:pt idx="13492">
                  <c:v>3.6204499999999999</c:v>
                </c:pt>
                <c:pt idx="13493">
                  <c:v>3.6207600000000002</c:v>
                </c:pt>
                <c:pt idx="13494">
                  <c:v>3.62107</c:v>
                </c:pt>
                <c:pt idx="13495">
                  <c:v>3.6213700000000002</c:v>
                </c:pt>
                <c:pt idx="13496">
                  <c:v>3.62168</c:v>
                </c:pt>
                <c:pt idx="13497">
                  <c:v>3.6219800000000002</c:v>
                </c:pt>
                <c:pt idx="13498">
                  <c:v>3.62229</c:v>
                </c:pt>
                <c:pt idx="13499">
                  <c:v>3.6225900000000002</c:v>
                </c:pt>
                <c:pt idx="13500">
                  <c:v>3.6229</c:v>
                </c:pt>
                <c:pt idx="13501">
                  <c:v>3.6232000000000002</c:v>
                </c:pt>
                <c:pt idx="13502">
                  <c:v>3.62351</c:v>
                </c:pt>
                <c:pt idx="13503">
                  <c:v>3.6238100000000002</c:v>
                </c:pt>
                <c:pt idx="13504">
                  <c:v>3.62412</c:v>
                </c:pt>
                <c:pt idx="13505">
                  <c:v>3.6244200000000002</c:v>
                </c:pt>
                <c:pt idx="13506">
                  <c:v>3.62473</c:v>
                </c:pt>
                <c:pt idx="13507">
                  <c:v>3.6250399999999998</c:v>
                </c:pt>
                <c:pt idx="13508">
                  <c:v>3.62534</c:v>
                </c:pt>
                <c:pt idx="13509">
                  <c:v>3.6256499999999998</c:v>
                </c:pt>
                <c:pt idx="13510">
                  <c:v>3.62595</c:v>
                </c:pt>
                <c:pt idx="13511">
                  <c:v>3.6262599999999998</c:v>
                </c:pt>
                <c:pt idx="13512">
                  <c:v>3.62656</c:v>
                </c:pt>
                <c:pt idx="13513">
                  <c:v>3.6268699999999998</c:v>
                </c:pt>
                <c:pt idx="13514">
                  <c:v>3.62717</c:v>
                </c:pt>
                <c:pt idx="13515">
                  <c:v>3.6274799999999998</c:v>
                </c:pt>
                <c:pt idx="13516">
                  <c:v>3.62778</c:v>
                </c:pt>
                <c:pt idx="13517">
                  <c:v>3.6280899999999998</c:v>
                </c:pt>
                <c:pt idx="13518">
                  <c:v>3.62839</c:v>
                </c:pt>
                <c:pt idx="13519">
                  <c:v>3.6286999999999998</c:v>
                </c:pt>
                <c:pt idx="13520">
                  <c:v>3.6290100000000001</c:v>
                </c:pt>
                <c:pt idx="13521">
                  <c:v>3.6293099999999998</c:v>
                </c:pt>
                <c:pt idx="13522">
                  <c:v>3.6296200000000001</c:v>
                </c:pt>
                <c:pt idx="13523">
                  <c:v>3.6299199999999998</c:v>
                </c:pt>
                <c:pt idx="13524">
                  <c:v>3.6302300000000001</c:v>
                </c:pt>
                <c:pt idx="13525">
                  <c:v>3.6305299999999998</c:v>
                </c:pt>
                <c:pt idx="13526">
                  <c:v>3.6308400000000001</c:v>
                </c:pt>
                <c:pt idx="13527">
                  <c:v>3.6311399999999998</c:v>
                </c:pt>
                <c:pt idx="13528">
                  <c:v>3.6314500000000001</c:v>
                </c:pt>
                <c:pt idx="13529">
                  <c:v>3.6317499999999998</c:v>
                </c:pt>
                <c:pt idx="13530">
                  <c:v>3.6320600000000001</c:v>
                </c:pt>
                <c:pt idx="13531">
                  <c:v>3.6323599999999998</c:v>
                </c:pt>
                <c:pt idx="13532">
                  <c:v>3.6326700000000001</c:v>
                </c:pt>
                <c:pt idx="13533">
                  <c:v>3.6329799999999999</c:v>
                </c:pt>
                <c:pt idx="13534">
                  <c:v>3.6332800000000001</c:v>
                </c:pt>
                <c:pt idx="13535">
                  <c:v>3.6335899999999999</c:v>
                </c:pt>
                <c:pt idx="13536">
                  <c:v>3.6338900000000001</c:v>
                </c:pt>
                <c:pt idx="13537">
                  <c:v>3.6341999999999999</c:v>
                </c:pt>
                <c:pt idx="13538">
                  <c:v>3.6345000000000001</c:v>
                </c:pt>
                <c:pt idx="13539">
                  <c:v>3.6348099999999999</c:v>
                </c:pt>
                <c:pt idx="13540">
                  <c:v>3.6351100000000001</c:v>
                </c:pt>
                <c:pt idx="13541">
                  <c:v>3.6354199999999999</c:v>
                </c:pt>
                <c:pt idx="13542">
                  <c:v>3.6357200000000001</c:v>
                </c:pt>
                <c:pt idx="13543">
                  <c:v>3.6360299999999999</c:v>
                </c:pt>
                <c:pt idx="13544">
                  <c:v>3.6363300000000001</c:v>
                </c:pt>
                <c:pt idx="13545">
                  <c:v>3.6366399999999999</c:v>
                </c:pt>
                <c:pt idx="13546">
                  <c:v>3.6369500000000001</c:v>
                </c:pt>
                <c:pt idx="13547">
                  <c:v>3.6372499999999999</c:v>
                </c:pt>
                <c:pt idx="13548">
                  <c:v>3.6375600000000001</c:v>
                </c:pt>
                <c:pt idx="13549">
                  <c:v>3.6378599999999999</c:v>
                </c:pt>
                <c:pt idx="13550">
                  <c:v>3.6381700000000001</c:v>
                </c:pt>
                <c:pt idx="13551">
                  <c:v>3.6384699999999999</c:v>
                </c:pt>
                <c:pt idx="13552">
                  <c:v>3.6387800000000001</c:v>
                </c:pt>
                <c:pt idx="13553">
                  <c:v>3.6390799999999999</c:v>
                </c:pt>
                <c:pt idx="13554">
                  <c:v>3.6393900000000001</c:v>
                </c:pt>
                <c:pt idx="13555">
                  <c:v>3.6396899999999999</c:v>
                </c:pt>
                <c:pt idx="13556">
                  <c:v>3.64</c:v>
                </c:pt>
                <c:pt idx="13557">
                  <c:v>3.6403099999999999</c:v>
                </c:pt>
                <c:pt idx="13558">
                  <c:v>3.6406100000000001</c:v>
                </c:pt>
                <c:pt idx="13559">
                  <c:v>3.6409199999999999</c:v>
                </c:pt>
                <c:pt idx="13560">
                  <c:v>3.6412200000000001</c:v>
                </c:pt>
                <c:pt idx="13561">
                  <c:v>3.6415299999999999</c:v>
                </c:pt>
                <c:pt idx="13562">
                  <c:v>3.6418300000000001</c:v>
                </c:pt>
                <c:pt idx="13563">
                  <c:v>3.6421399999999999</c:v>
                </c:pt>
                <c:pt idx="13564">
                  <c:v>3.6424400000000001</c:v>
                </c:pt>
                <c:pt idx="13565">
                  <c:v>3.6427499999999999</c:v>
                </c:pt>
                <c:pt idx="13566">
                  <c:v>3.6430500000000001</c:v>
                </c:pt>
                <c:pt idx="13567">
                  <c:v>3.6433599999999999</c:v>
                </c:pt>
                <c:pt idx="13568">
                  <c:v>3.6436600000000001</c:v>
                </c:pt>
                <c:pt idx="13569">
                  <c:v>3.6439699999999999</c:v>
                </c:pt>
                <c:pt idx="13570">
                  <c:v>3.6442800000000002</c:v>
                </c:pt>
                <c:pt idx="13571">
                  <c:v>3.6445799999999999</c:v>
                </c:pt>
                <c:pt idx="13572">
                  <c:v>3.6448900000000002</c:v>
                </c:pt>
                <c:pt idx="13573">
                  <c:v>3.6451899999999999</c:v>
                </c:pt>
                <c:pt idx="13574">
                  <c:v>3.6455000000000002</c:v>
                </c:pt>
                <c:pt idx="13575">
                  <c:v>3.6457999999999999</c:v>
                </c:pt>
                <c:pt idx="13576">
                  <c:v>3.6461100000000002</c:v>
                </c:pt>
                <c:pt idx="13577">
                  <c:v>3.6464099999999999</c:v>
                </c:pt>
                <c:pt idx="13578">
                  <c:v>3.6467200000000002</c:v>
                </c:pt>
                <c:pt idx="13579">
                  <c:v>3.6470199999999999</c:v>
                </c:pt>
                <c:pt idx="13580">
                  <c:v>3.6473300000000002</c:v>
                </c:pt>
                <c:pt idx="13581">
                  <c:v>3.6476299999999999</c:v>
                </c:pt>
                <c:pt idx="13582">
                  <c:v>3.6479400000000002</c:v>
                </c:pt>
                <c:pt idx="13583">
                  <c:v>3.64825</c:v>
                </c:pt>
                <c:pt idx="13584">
                  <c:v>3.6485500000000002</c:v>
                </c:pt>
                <c:pt idx="13585">
                  <c:v>3.64886</c:v>
                </c:pt>
                <c:pt idx="13586">
                  <c:v>3.6491600000000002</c:v>
                </c:pt>
                <c:pt idx="13587">
                  <c:v>3.64947</c:v>
                </c:pt>
                <c:pt idx="13588">
                  <c:v>3.6497700000000002</c:v>
                </c:pt>
                <c:pt idx="13589">
                  <c:v>3.65008</c:v>
                </c:pt>
                <c:pt idx="13590">
                  <c:v>3.6503800000000002</c:v>
                </c:pt>
                <c:pt idx="13591">
                  <c:v>3.65069</c:v>
                </c:pt>
                <c:pt idx="13592">
                  <c:v>3.6509900000000002</c:v>
                </c:pt>
                <c:pt idx="13593">
                  <c:v>3.6513</c:v>
                </c:pt>
                <c:pt idx="13594">
                  <c:v>3.6516000000000002</c:v>
                </c:pt>
                <c:pt idx="13595">
                  <c:v>3.65191</c:v>
                </c:pt>
                <c:pt idx="13596">
                  <c:v>3.6522199999999998</c:v>
                </c:pt>
                <c:pt idx="13597">
                  <c:v>3.65252</c:v>
                </c:pt>
                <c:pt idx="13598">
                  <c:v>3.6528299999999998</c:v>
                </c:pt>
                <c:pt idx="13599">
                  <c:v>3.65313</c:v>
                </c:pt>
                <c:pt idx="13600">
                  <c:v>3.6534399999999998</c:v>
                </c:pt>
                <c:pt idx="13601">
                  <c:v>3.65374</c:v>
                </c:pt>
                <c:pt idx="13602">
                  <c:v>3.6540499999999998</c:v>
                </c:pt>
                <c:pt idx="13603">
                  <c:v>3.65435</c:v>
                </c:pt>
                <c:pt idx="13604">
                  <c:v>3.6546599999999998</c:v>
                </c:pt>
                <c:pt idx="13605">
                  <c:v>3.65496</c:v>
                </c:pt>
                <c:pt idx="13606">
                  <c:v>3.6552699999999998</c:v>
                </c:pt>
                <c:pt idx="13607">
                  <c:v>3.65557</c:v>
                </c:pt>
                <c:pt idx="13608">
                  <c:v>3.6558799999999998</c:v>
                </c:pt>
                <c:pt idx="13609">
                  <c:v>3.6561900000000001</c:v>
                </c:pt>
                <c:pt idx="13610">
                  <c:v>3.6564899999999998</c:v>
                </c:pt>
                <c:pt idx="13611">
                  <c:v>3.6568000000000001</c:v>
                </c:pt>
                <c:pt idx="13612">
                  <c:v>3.6570999999999998</c:v>
                </c:pt>
                <c:pt idx="13613">
                  <c:v>3.65741</c:v>
                </c:pt>
                <c:pt idx="13614">
                  <c:v>3.6577099999999998</c:v>
                </c:pt>
                <c:pt idx="13615">
                  <c:v>3.65802</c:v>
                </c:pt>
                <c:pt idx="13616">
                  <c:v>3.6583199999999998</c:v>
                </c:pt>
                <c:pt idx="13617">
                  <c:v>3.65863</c:v>
                </c:pt>
                <c:pt idx="13618">
                  <c:v>3.6589299999999998</c:v>
                </c:pt>
                <c:pt idx="13619">
                  <c:v>3.65924</c:v>
                </c:pt>
                <c:pt idx="13620">
                  <c:v>3.6595499999999999</c:v>
                </c:pt>
                <c:pt idx="13621">
                  <c:v>3.65985</c:v>
                </c:pt>
                <c:pt idx="13622">
                  <c:v>3.6601599999999999</c:v>
                </c:pt>
                <c:pt idx="13623">
                  <c:v>3.66046</c:v>
                </c:pt>
                <c:pt idx="13624">
                  <c:v>3.6607699999999999</c:v>
                </c:pt>
                <c:pt idx="13625">
                  <c:v>3.66107</c:v>
                </c:pt>
                <c:pt idx="13626">
                  <c:v>3.6613799999999999</c:v>
                </c:pt>
                <c:pt idx="13627">
                  <c:v>3.66168</c:v>
                </c:pt>
                <c:pt idx="13628">
                  <c:v>3.6619899999999999</c:v>
                </c:pt>
                <c:pt idx="13629">
                  <c:v>3.66229</c:v>
                </c:pt>
                <c:pt idx="13630">
                  <c:v>3.6625999999999999</c:v>
                </c:pt>
                <c:pt idx="13631">
                  <c:v>3.6629</c:v>
                </c:pt>
                <c:pt idx="13632">
                  <c:v>3.6632099999999999</c:v>
                </c:pt>
                <c:pt idx="13633">
                  <c:v>3.6635200000000001</c:v>
                </c:pt>
                <c:pt idx="13634">
                  <c:v>3.6638199999999999</c:v>
                </c:pt>
                <c:pt idx="13635">
                  <c:v>3.6641300000000001</c:v>
                </c:pt>
                <c:pt idx="13636">
                  <c:v>3.6644299999999999</c:v>
                </c:pt>
                <c:pt idx="13637">
                  <c:v>3.6647400000000001</c:v>
                </c:pt>
                <c:pt idx="13638">
                  <c:v>3.6650399999999999</c:v>
                </c:pt>
                <c:pt idx="13639">
                  <c:v>3.6653500000000001</c:v>
                </c:pt>
                <c:pt idx="13640">
                  <c:v>3.6656499999999999</c:v>
                </c:pt>
                <c:pt idx="13641">
                  <c:v>3.6659600000000001</c:v>
                </c:pt>
                <c:pt idx="13642">
                  <c:v>3.6662599999999999</c:v>
                </c:pt>
                <c:pt idx="13643">
                  <c:v>3.6665700000000001</c:v>
                </c:pt>
                <c:pt idx="13644">
                  <c:v>3.6668699999999999</c:v>
                </c:pt>
                <c:pt idx="13645">
                  <c:v>3.6671800000000001</c:v>
                </c:pt>
                <c:pt idx="13646">
                  <c:v>3.6674899999999999</c:v>
                </c:pt>
                <c:pt idx="13647">
                  <c:v>3.6677900000000001</c:v>
                </c:pt>
                <c:pt idx="13648">
                  <c:v>3.6680999999999999</c:v>
                </c:pt>
                <c:pt idx="13649">
                  <c:v>3.6684000000000001</c:v>
                </c:pt>
                <c:pt idx="13650">
                  <c:v>3.6687099999999999</c:v>
                </c:pt>
                <c:pt idx="13651">
                  <c:v>3.6690100000000001</c:v>
                </c:pt>
                <c:pt idx="13652">
                  <c:v>3.6693199999999999</c:v>
                </c:pt>
                <c:pt idx="13653">
                  <c:v>3.6696200000000001</c:v>
                </c:pt>
                <c:pt idx="13654">
                  <c:v>3.6699299999999999</c:v>
                </c:pt>
                <c:pt idx="13655">
                  <c:v>3.6702300000000001</c:v>
                </c:pt>
                <c:pt idx="13656">
                  <c:v>3.6705399999999999</c:v>
                </c:pt>
                <c:pt idx="13657">
                  <c:v>3.6708400000000001</c:v>
                </c:pt>
                <c:pt idx="13658">
                  <c:v>3.6711499999999999</c:v>
                </c:pt>
                <c:pt idx="13659">
                  <c:v>3.6714600000000002</c:v>
                </c:pt>
                <c:pt idx="13660">
                  <c:v>3.6717599999999999</c:v>
                </c:pt>
                <c:pt idx="13661">
                  <c:v>3.6720700000000002</c:v>
                </c:pt>
                <c:pt idx="13662">
                  <c:v>3.6723699999999999</c:v>
                </c:pt>
                <c:pt idx="13663">
                  <c:v>3.6726800000000002</c:v>
                </c:pt>
                <c:pt idx="13664">
                  <c:v>3.6729799999999999</c:v>
                </c:pt>
                <c:pt idx="13665">
                  <c:v>3.6732900000000002</c:v>
                </c:pt>
                <c:pt idx="13666">
                  <c:v>3.6735899999999999</c:v>
                </c:pt>
                <c:pt idx="13667">
                  <c:v>3.6739000000000002</c:v>
                </c:pt>
                <c:pt idx="13668">
                  <c:v>3.6741999999999999</c:v>
                </c:pt>
                <c:pt idx="13669">
                  <c:v>3.6745100000000002</c:v>
                </c:pt>
                <c:pt idx="13670">
                  <c:v>3.6748099999999999</c:v>
                </c:pt>
                <c:pt idx="13671">
                  <c:v>3.6751200000000002</c:v>
                </c:pt>
                <c:pt idx="13672">
                  <c:v>3.67543</c:v>
                </c:pt>
                <c:pt idx="13673">
                  <c:v>3.6757300000000002</c:v>
                </c:pt>
                <c:pt idx="13674">
                  <c:v>3.67604</c:v>
                </c:pt>
                <c:pt idx="13675">
                  <c:v>3.6763400000000002</c:v>
                </c:pt>
                <c:pt idx="13676">
                  <c:v>3.67665</c:v>
                </c:pt>
                <c:pt idx="13677">
                  <c:v>3.6769500000000002</c:v>
                </c:pt>
                <c:pt idx="13678">
                  <c:v>3.67726</c:v>
                </c:pt>
                <c:pt idx="13679">
                  <c:v>3.6775600000000002</c:v>
                </c:pt>
                <c:pt idx="13680">
                  <c:v>3.67787</c:v>
                </c:pt>
                <c:pt idx="13681">
                  <c:v>3.6781700000000002</c:v>
                </c:pt>
                <c:pt idx="13682">
                  <c:v>3.67848</c:v>
                </c:pt>
                <c:pt idx="13683">
                  <c:v>3.6787899999999998</c:v>
                </c:pt>
                <c:pt idx="13684">
                  <c:v>3.67909</c:v>
                </c:pt>
                <c:pt idx="13685">
                  <c:v>3.6793999999999998</c:v>
                </c:pt>
                <c:pt idx="13686">
                  <c:v>3.6797</c:v>
                </c:pt>
                <c:pt idx="13687">
                  <c:v>3.6800099999999998</c:v>
                </c:pt>
                <c:pt idx="13688">
                  <c:v>3.68031</c:v>
                </c:pt>
                <c:pt idx="13689">
                  <c:v>3.6806199999999998</c:v>
                </c:pt>
                <c:pt idx="13690">
                  <c:v>3.68092</c:v>
                </c:pt>
                <c:pt idx="13691">
                  <c:v>3.6812299999999998</c:v>
                </c:pt>
                <c:pt idx="13692">
                  <c:v>3.68153</c:v>
                </c:pt>
                <c:pt idx="13693">
                  <c:v>3.6818399999999998</c:v>
                </c:pt>
                <c:pt idx="13694">
                  <c:v>3.68214</c:v>
                </c:pt>
                <c:pt idx="13695">
                  <c:v>3.6824499999999998</c:v>
                </c:pt>
                <c:pt idx="13696">
                  <c:v>3.68276</c:v>
                </c:pt>
                <c:pt idx="13697">
                  <c:v>3.6830599999999998</c:v>
                </c:pt>
                <c:pt idx="13698">
                  <c:v>3.68337</c:v>
                </c:pt>
                <c:pt idx="13699">
                  <c:v>3.6836700000000002</c:v>
                </c:pt>
                <c:pt idx="13700">
                  <c:v>3.68398</c:v>
                </c:pt>
                <c:pt idx="13701">
                  <c:v>3.6842800000000002</c:v>
                </c:pt>
                <c:pt idx="13702">
                  <c:v>3.68459</c:v>
                </c:pt>
                <c:pt idx="13703">
                  <c:v>3.6848900000000002</c:v>
                </c:pt>
                <c:pt idx="13704">
                  <c:v>3.6852</c:v>
                </c:pt>
                <c:pt idx="13705">
                  <c:v>3.6855000000000002</c:v>
                </c:pt>
                <c:pt idx="13706">
                  <c:v>3.68581</c:v>
                </c:pt>
                <c:pt idx="13707">
                  <c:v>3.6861100000000002</c:v>
                </c:pt>
                <c:pt idx="13708">
                  <c:v>3.68642</c:v>
                </c:pt>
                <c:pt idx="13709">
                  <c:v>3.6867299999999998</c:v>
                </c:pt>
                <c:pt idx="13710">
                  <c:v>3.68703</c:v>
                </c:pt>
                <c:pt idx="13711">
                  <c:v>3.6873399999999998</c:v>
                </c:pt>
                <c:pt idx="13712">
                  <c:v>3.68764</c:v>
                </c:pt>
                <c:pt idx="13713">
                  <c:v>3.6879499999999998</c:v>
                </c:pt>
                <c:pt idx="13714">
                  <c:v>3.68825</c:v>
                </c:pt>
                <c:pt idx="13715">
                  <c:v>3.6885599999999998</c:v>
                </c:pt>
                <c:pt idx="13716">
                  <c:v>3.68886</c:v>
                </c:pt>
                <c:pt idx="13717">
                  <c:v>3.6891699999999998</c:v>
                </c:pt>
                <c:pt idx="13718">
                  <c:v>3.68947</c:v>
                </c:pt>
                <c:pt idx="13719">
                  <c:v>3.6897799999999998</c:v>
                </c:pt>
                <c:pt idx="13720">
                  <c:v>3.69008</c:v>
                </c:pt>
                <c:pt idx="13721">
                  <c:v>3.6903899999999998</c:v>
                </c:pt>
                <c:pt idx="13722">
                  <c:v>3.6907000000000001</c:v>
                </c:pt>
                <c:pt idx="13723">
                  <c:v>3.6909999999999998</c:v>
                </c:pt>
                <c:pt idx="13724">
                  <c:v>3.6913100000000001</c:v>
                </c:pt>
                <c:pt idx="13725">
                  <c:v>3.6916099999999998</c:v>
                </c:pt>
                <c:pt idx="13726">
                  <c:v>3.6919200000000001</c:v>
                </c:pt>
                <c:pt idx="13727">
                  <c:v>3.6922199999999998</c:v>
                </c:pt>
                <c:pt idx="13728">
                  <c:v>3.6925300000000001</c:v>
                </c:pt>
                <c:pt idx="13729">
                  <c:v>3.6928299999999998</c:v>
                </c:pt>
                <c:pt idx="13730">
                  <c:v>3.6931400000000001</c:v>
                </c:pt>
                <c:pt idx="13731">
                  <c:v>3.6934399999999998</c:v>
                </c:pt>
                <c:pt idx="13732">
                  <c:v>3.6937500000000001</c:v>
                </c:pt>
                <c:pt idx="13733">
                  <c:v>3.6940599999999999</c:v>
                </c:pt>
                <c:pt idx="13734">
                  <c:v>3.6943600000000001</c:v>
                </c:pt>
                <c:pt idx="13735">
                  <c:v>3.6946699999999999</c:v>
                </c:pt>
                <c:pt idx="13736">
                  <c:v>3.6949700000000001</c:v>
                </c:pt>
                <c:pt idx="13737">
                  <c:v>3.6952799999999999</c:v>
                </c:pt>
                <c:pt idx="13738">
                  <c:v>3.6955800000000001</c:v>
                </c:pt>
                <c:pt idx="13739">
                  <c:v>3.6958899999999999</c:v>
                </c:pt>
                <c:pt idx="13740">
                  <c:v>3.6961900000000001</c:v>
                </c:pt>
                <c:pt idx="13741">
                  <c:v>3.6964999999999999</c:v>
                </c:pt>
                <c:pt idx="13742">
                  <c:v>3.6968000000000001</c:v>
                </c:pt>
                <c:pt idx="13743">
                  <c:v>3.6971099999999999</c:v>
                </c:pt>
                <c:pt idx="13744">
                  <c:v>3.6974100000000001</c:v>
                </c:pt>
                <c:pt idx="13745">
                  <c:v>3.6977199999999999</c:v>
                </c:pt>
                <c:pt idx="13746">
                  <c:v>3.6980300000000002</c:v>
                </c:pt>
                <c:pt idx="13747">
                  <c:v>3.6983299999999999</c:v>
                </c:pt>
                <c:pt idx="13748">
                  <c:v>3.6986400000000001</c:v>
                </c:pt>
                <c:pt idx="13749">
                  <c:v>3.6989399999999999</c:v>
                </c:pt>
                <c:pt idx="13750">
                  <c:v>3.6992500000000001</c:v>
                </c:pt>
                <c:pt idx="13751">
                  <c:v>3.6995499999999999</c:v>
                </c:pt>
                <c:pt idx="13752">
                  <c:v>3.6998600000000001</c:v>
                </c:pt>
                <c:pt idx="13753">
                  <c:v>3.7001599999999999</c:v>
                </c:pt>
                <c:pt idx="13754">
                  <c:v>3.7004700000000001</c:v>
                </c:pt>
                <c:pt idx="13755">
                  <c:v>3.7007699999999999</c:v>
                </c:pt>
                <c:pt idx="13756">
                  <c:v>3.7010800000000001</c:v>
                </c:pt>
                <c:pt idx="13757">
                  <c:v>3.7013799999999999</c:v>
                </c:pt>
                <c:pt idx="13758">
                  <c:v>3.7016900000000001</c:v>
                </c:pt>
                <c:pt idx="13759">
                  <c:v>3.702</c:v>
                </c:pt>
                <c:pt idx="13760">
                  <c:v>3.7023000000000001</c:v>
                </c:pt>
                <c:pt idx="13761">
                  <c:v>3.70261</c:v>
                </c:pt>
                <c:pt idx="13762">
                  <c:v>3.7029100000000001</c:v>
                </c:pt>
                <c:pt idx="13763">
                  <c:v>3.70322</c:v>
                </c:pt>
                <c:pt idx="13764">
                  <c:v>3.7035200000000001</c:v>
                </c:pt>
                <c:pt idx="13765">
                  <c:v>3.70383</c:v>
                </c:pt>
                <c:pt idx="13766">
                  <c:v>3.7041300000000001</c:v>
                </c:pt>
                <c:pt idx="13767">
                  <c:v>3.70444</c:v>
                </c:pt>
                <c:pt idx="13768">
                  <c:v>3.7047400000000001</c:v>
                </c:pt>
                <c:pt idx="13769">
                  <c:v>3.70505</c:v>
                </c:pt>
                <c:pt idx="13770">
                  <c:v>3.7053500000000001</c:v>
                </c:pt>
                <c:pt idx="13771">
                  <c:v>3.70566</c:v>
                </c:pt>
                <c:pt idx="13772">
                  <c:v>3.7059700000000002</c:v>
                </c:pt>
                <c:pt idx="13773">
                  <c:v>3.70627</c:v>
                </c:pt>
                <c:pt idx="13774">
                  <c:v>3.7065800000000002</c:v>
                </c:pt>
                <c:pt idx="13775">
                  <c:v>3.70688</c:v>
                </c:pt>
                <c:pt idx="13776">
                  <c:v>3.7071900000000002</c:v>
                </c:pt>
                <c:pt idx="13777">
                  <c:v>3.70749</c:v>
                </c:pt>
                <c:pt idx="13778">
                  <c:v>3.7078000000000002</c:v>
                </c:pt>
                <c:pt idx="13779">
                  <c:v>3.7081</c:v>
                </c:pt>
                <c:pt idx="13780">
                  <c:v>3.7084100000000002</c:v>
                </c:pt>
                <c:pt idx="13781">
                  <c:v>3.70871</c:v>
                </c:pt>
                <c:pt idx="13782">
                  <c:v>3.7090200000000002</c:v>
                </c:pt>
                <c:pt idx="13783">
                  <c:v>3.70932</c:v>
                </c:pt>
                <c:pt idx="13784">
                  <c:v>3.7096300000000002</c:v>
                </c:pt>
                <c:pt idx="13785">
                  <c:v>3.70994</c:v>
                </c:pt>
                <c:pt idx="13786">
                  <c:v>3.7102400000000002</c:v>
                </c:pt>
                <c:pt idx="13787">
                  <c:v>3.71055</c:v>
                </c:pt>
                <c:pt idx="13788">
                  <c:v>3.7108500000000002</c:v>
                </c:pt>
                <c:pt idx="13789">
                  <c:v>3.71116</c:v>
                </c:pt>
                <c:pt idx="13790">
                  <c:v>3.7114600000000002</c:v>
                </c:pt>
                <c:pt idx="13791">
                  <c:v>3.71177</c:v>
                </c:pt>
                <c:pt idx="13792">
                  <c:v>3.7120700000000002</c:v>
                </c:pt>
                <c:pt idx="13793">
                  <c:v>3.71238</c:v>
                </c:pt>
                <c:pt idx="13794">
                  <c:v>3.7126800000000002</c:v>
                </c:pt>
                <c:pt idx="13795">
                  <c:v>3.71299</c:v>
                </c:pt>
                <c:pt idx="13796">
                  <c:v>3.7132999999999998</c:v>
                </c:pt>
                <c:pt idx="13797">
                  <c:v>3.7136</c:v>
                </c:pt>
                <c:pt idx="13798">
                  <c:v>3.7139099999999998</c:v>
                </c:pt>
                <c:pt idx="13799">
                  <c:v>3.71421</c:v>
                </c:pt>
                <c:pt idx="13800">
                  <c:v>3.7145199999999998</c:v>
                </c:pt>
                <c:pt idx="13801">
                  <c:v>3.71482</c:v>
                </c:pt>
                <c:pt idx="13802">
                  <c:v>3.7151299999999998</c:v>
                </c:pt>
                <c:pt idx="13803">
                  <c:v>3.71543</c:v>
                </c:pt>
                <c:pt idx="13804">
                  <c:v>3.7157399999999998</c:v>
                </c:pt>
                <c:pt idx="13805">
                  <c:v>3.71604</c:v>
                </c:pt>
                <c:pt idx="13806">
                  <c:v>3.7163499999999998</c:v>
                </c:pt>
                <c:pt idx="13807">
                  <c:v>3.71665</c:v>
                </c:pt>
                <c:pt idx="13808">
                  <c:v>3.7169599999999998</c:v>
                </c:pt>
                <c:pt idx="13809">
                  <c:v>3.7172700000000001</c:v>
                </c:pt>
                <c:pt idx="13810">
                  <c:v>3.7175699999999998</c:v>
                </c:pt>
                <c:pt idx="13811">
                  <c:v>3.7178800000000001</c:v>
                </c:pt>
                <c:pt idx="13812">
                  <c:v>3.7181799999999998</c:v>
                </c:pt>
                <c:pt idx="13813">
                  <c:v>3.7184900000000001</c:v>
                </c:pt>
                <c:pt idx="13814">
                  <c:v>3.7187899999999998</c:v>
                </c:pt>
                <c:pt idx="13815">
                  <c:v>3.7191000000000001</c:v>
                </c:pt>
                <c:pt idx="13816">
                  <c:v>3.7193999999999998</c:v>
                </c:pt>
                <c:pt idx="13817">
                  <c:v>3.7197100000000001</c:v>
                </c:pt>
                <c:pt idx="13818">
                  <c:v>3.7200099999999998</c:v>
                </c:pt>
                <c:pt idx="13819">
                  <c:v>3.7203200000000001</c:v>
                </c:pt>
                <c:pt idx="13820">
                  <c:v>3.7206199999999998</c:v>
                </c:pt>
                <c:pt idx="13821">
                  <c:v>3.7209300000000001</c:v>
                </c:pt>
                <c:pt idx="13822">
                  <c:v>3.7212399999999999</c:v>
                </c:pt>
                <c:pt idx="13823">
                  <c:v>3.7215400000000001</c:v>
                </c:pt>
                <c:pt idx="13824">
                  <c:v>3.7218499999999999</c:v>
                </c:pt>
                <c:pt idx="13825">
                  <c:v>3.7221500000000001</c:v>
                </c:pt>
                <c:pt idx="13826">
                  <c:v>3.7224599999999999</c:v>
                </c:pt>
                <c:pt idx="13827">
                  <c:v>3.7227600000000001</c:v>
                </c:pt>
                <c:pt idx="13828">
                  <c:v>3.7230699999999999</c:v>
                </c:pt>
                <c:pt idx="13829">
                  <c:v>3.7233700000000001</c:v>
                </c:pt>
                <c:pt idx="13830">
                  <c:v>3.7236799999999999</c:v>
                </c:pt>
                <c:pt idx="13831">
                  <c:v>3.7239800000000001</c:v>
                </c:pt>
                <c:pt idx="13832">
                  <c:v>3.7242899999999999</c:v>
                </c:pt>
                <c:pt idx="13833">
                  <c:v>3.7245900000000001</c:v>
                </c:pt>
                <c:pt idx="13834">
                  <c:v>3.7248999999999999</c:v>
                </c:pt>
                <c:pt idx="13835">
                  <c:v>3.7252100000000001</c:v>
                </c:pt>
                <c:pt idx="13836">
                  <c:v>3.7255099999999999</c:v>
                </c:pt>
                <c:pt idx="13837">
                  <c:v>3.7258200000000001</c:v>
                </c:pt>
                <c:pt idx="13838">
                  <c:v>3.7261199999999999</c:v>
                </c:pt>
                <c:pt idx="13839">
                  <c:v>3.7264300000000001</c:v>
                </c:pt>
                <c:pt idx="13840">
                  <c:v>3.7267299999999999</c:v>
                </c:pt>
                <c:pt idx="13841">
                  <c:v>3.7270400000000001</c:v>
                </c:pt>
                <c:pt idx="13842">
                  <c:v>3.7273399999999999</c:v>
                </c:pt>
                <c:pt idx="13843">
                  <c:v>3.7276500000000001</c:v>
                </c:pt>
                <c:pt idx="13844">
                  <c:v>3.7279499999999999</c:v>
                </c:pt>
                <c:pt idx="13845">
                  <c:v>3.7282600000000001</c:v>
                </c:pt>
                <c:pt idx="13846">
                  <c:v>3.7285599999999999</c:v>
                </c:pt>
                <c:pt idx="13847">
                  <c:v>3.7288700000000001</c:v>
                </c:pt>
                <c:pt idx="13848">
                  <c:v>3.7291799999999999</c:v>
                </c:pt>
                <c:pt idx="13849">
                  <c:v>3.7294800000000001</c:v>
                </c:pt>
                <c:pt idx="13850">
                  <c:v>3.7297899999999999</c:v>
                </c:pt>
                <c:pt idx="13851">
                  <c:v>3.7300900000000001</c:v>
                </c:pt>
                <c:pt idx="13852">
                  <c:v>3.7303999999999999</c:v>
                </c:pt>
                <c:pt idx="13853">
                  <c:v>3.7307000000000001</c:v>
                </c:pt>
                <c:pt idx="13854">
                  <c:v>3.7310099999999999</c:v>
                </c:pt>
                <c:pt idx="13855">
                  <c:v>3.7313100000000001</c:v>
                </c:pt>
                <c:pt idx="13856">
                  <c:v>3.7316199999999999</c:v>
                </c:pt>
                <c:pt idx="13857">
                  <c:v>3.7319200000000001</c:v>
                </c:pt>
                <c:pt idx="13858">
                  <c:v>3.7322299999999999</c:v>
                </c:pt>
                <c:pt idx="13859">
                  <c:v>3.7325400000000002</c:v>
                </c:pt>
                <c:pt idx="13860">
                  <c:v>3.7328399999999999</c:v>
                </c:pt>
                <c:pt idx="13861">
                  <c:v>3.7331500000000002</c:v>
                </c:pt>
                <c:pt idx="13862">
                  <c:v>3.7334499999999999</c:v>
                </c:pt>
                <c:pt idx="13863">
                  <c:v>3.7337600000000002</c:v>
                </c:pt>
                <c:pt idx="13864">
                  <c:v>3.7340599999999999</c:v>
                </c:pt>
                <c:pt idx="13865">
                  <c:v>3.7343700000000002</c:v>
                </c:pt>
                <c:pt idx="13866">
                  <c:v>3.7346699999999999</c:v>
                </c:pt>
                <c:pt idx="13867">
                  <c:v>3.7349800000000002</c:v>
                </c:pt>
                <c:pt idx="13868">
                  <c:v>3.7352799999999999</c:v>
                </c:pt>
                <c:pt idx="13869">
                  <c:v>3.7355900000000002</c:v>
                </c:pt>
                <c:pt idx="13870">
                  <c:v>3.7358899999999999</c:v>
                </c:pt>
                <c:pt idx="13871">
                  <c:v>3.7362000000000002</c:v>
                </c:pt>
                <c:pt idx="13872">
                  <c:v>3.73651</c:v>
                </c:pt>
                <c:pt idx="13873">
                  <c:v>3.7368100000000002</c:v>
                </c:pt>
                <c:pt idx="13874">
                  <c:v>3.73712</c:v>
                </c:pt>
                <c:pt idx="13875">
                  <c:v>3.7374200000000002</c:v>
                </c:pt>
                <c:pt idx="13876">
                  <c:v>3.73773</c:v>
                </c:pt>
                <c:pt idx="13877">
                  <c:v>3.7380300000000002</c:v>
                </c:pt>
                <c:pt idx="13878">
                  <c:v>3.73834</c:v>
                </c:pt>
                <c:pt idx="13879">
                  <c:v>3.7386400000000002</c:v>
                </c:pt>
                <c:pt idx="13880">
                  <c:v>3.73895</c:v>
                </c:pt>
                <c:pt idx="13881">
                  <c:v>3.7392500000000002</c:v>
                </c:pt>
                <c:pt idx="13882">
                  <c:v>3.73956</c:v>
                </c:pt>
                <c:pt idx="13883">
                  <c:v>3.7398600000000002</c:v>
                </c:pt>
                <c:pt idx="13884">
                  <c:v>3.74017</c:v>
                </c:pt>
                <c:pt idx="13885">
                  <c:v>3.7404799999999998</c:v>
                </c:pt>
                <c:pt idx="13886">
                  <c:v>3.74078</c:v>
                </c:pt>
                <c:pt idx="13887">
                  <c:v>3.7410899999999998</c:v>
                </c:pt>
                <c:pt idx="13888">
                  <c:v>3.74139</c:v>
                </c:pt>
                <c:pt idx="13889">
                  <c:v>3.7416999999999998</c:v>
                </c:pt>
                <c:pt idx="13890">
                  <c:v>3.742</c:v>
                </c:pt>
                <c:pt idx="13891">
                  <c:v>3.7423099999999998</c:v>
                </c:pt>
                <c:pt idx="13892">
                  <c:v>3.74261</c:v>
                </c:pt>
                <c:pt idx="13893">
                  <c:v>3.7429199999999998</c:v>
                </c:pt>
                <c:pt idx="13894">
                  <c:v>3.74322</c:v>
                </c:pt>
                <c:pt idx="13895">
                  <c:v>3.7435299999999998</c:v>
                </c:pt>
                <c:pt idx="13896">
                  <c:v>3.74383</c:v>
                </c:pt>
                <c:pt idx="13897">
                  <c:v>3.7441399999999998</c:v>
                </c:pt>
                <c:pt idx="13898">
                  <c:v>3.7444500000000001</c:v>
                </c:pt>
                <c:pt idx="13899">
                  <c:v>3.7447499999999998</c:v>
                </c:pt>
                <c:pt idx="13900">
                  <c:v>3.7450600000000001</c:v>
                </c:pt>
                <c:pt idx="13901">
                  <c:v>3.7453599999999998</c:v>
                </c:pt>
                <c:pt idx="13902">
                  <c:v>3.7456700000000001</c:v>
                </c:pt>
                <c:pt idx="13903">
                  <c:v>3.7459699999999998</c:v>
                </c:pt>
                <c:pt idx="13904">
                  <c:v>3.7462800000000001</c:v>
                </c:pt>
                <c:pt idx="13905">
                  <c:v>3.7465799999999998</c:v>
                </c:pt>
                <c:pt idx="13906">
                  <c:v>3.7468900000000001</c:v>
                </c:pt>
                <c:pt idx="13907">
                  <c:v>3.7471899999999998</c:v>
                </c:pt>
                <c:pt idx="13908">
                  <c:v>3.7475000000000001</c:v>
                </c:pt>
                <c:pt idx="13909">
                  <c:v>3.7478099999999999</c:v>
                </c:pt>
                <c:pt idx="13910">
                  <c:v>3.7481100000000001</c:v>
                </c:pt>
                <c:pt idx="13911">
                  <c:v>3.7484199999999999</c:v>
                </c:pt>
                <c:pt idx="13912">
                  <c:v>3.7487200000000001</c:v>
                </c:pt>
                <c:pt idx="13913">
                  <c:v>3.7490299999999999</c:v>
                </c:pt>
                <c:pt idx="13914">
                  <c:v>3.7493300000000001</c:v>
                </c:pt>
                <c:pt idx="13915">
                  <c:v>3.7496399999999999</c:v>
                </c:pt>
                <c:pt idx="13916">
                  <c:v>3.7499400000000001</c:v>
                </c:pt>
                <c:pt idx="13917">
                  <c:v>3.7502499999999999</c:v>
                </c:pt>
                <c:pt idx="13918">
                  <c:v>3.7505500000000001</c:v>
                </c:pt>
                <c:pt idx="13919">
                  <c:v>3.7508599999999999</c:v>
                </c:pt>
                <c:pt idx="13920">
                  <c:v>3.75116</c:v>
                </c:pt>
                <c:pt idx="13921">
                  <c:v>3.7514699999999999</c:v>
                </c:pt>
                <c:pt idx="13922">
                  <c:v>3.7517800000000001</c:v>
                </c:pt>
                <c:pt idx="13923">
                  <c:v>3.7520799999999999</c:v>
                </c:pt>
                <c:pt idx="13924">
                  <c:v>3.7523900000000001</c:v>
                </c:pt>
                <c:pt idx="13925">
                  <c:v>3.7526899999999999</c:v>
                </c:pt>
                <c:pt idx="13926">
                  <c:v>3.7530000000000001</c:v>
                </c:pt>
                <c:pt idx="13927">
                  <c:v>3.7532999999999999</c:v>
                </c:pt>
                <c:pt idx="13928">
                  <c:v>3.7536100000000001</c:v>
                </c:pt>
                <c:pt idx="13929">
                  <c:v>3.7539099999999999</c:v>
                </c:pt>
                <c:pt idx="13930">
                  <c:v>3.7542200000000001</c:v>
                </c:pt>
                <c:pt idx="13931">
                  <c:v>3.7545199999999999</c:v>
                </c:pt>
                <c:pt idx="13932">
                  <c:v>3.7548300000000001</c:v>
                </c:pt>
                <c:pt idx="13933">
                  <c:v>3.7551299999999999</c:v>
                </c:pt>
                <c:pt idx="13934">
                  <c:v>3.7554400000000001</c:v>
                </c:pt>
                <c:pt idx="13935">
                  <c:v>3.7557499999999999</c:v>
                </c:pt>
                <c:pt idx="13936">
                  <c:v>3.7560500000000001</c:v>
                </c:pt>
                <c:pt idx="13937">
                  <c:v>3.7563599999999999</c:v>
                </c:pt>
                <c:pt idx="13938">
                  <c:v>3.7566600000000001</c:v>
                </c:pt>
                <c:pt idx="13939">
                  <c:v>3.7569699999999999</c:v>
                </c:pt>
                <c:pt idx="13940">
                  <c:v>3.7572700000000001</c:v>
                </c:pt>
                <c:pt idx="13941">
                  <c:v>3.7575799999999999</c:v>
                </c:pt>
                <c:pt idx="13942">
                  <c:v>3.7578800000000001</c:v>
                </c:pt>
                <c:pt idx="13943">
                  <c:v>3.7581899999999999</c:v>
                </c:pt>
                <c:pt idx="13944">
                  <c:v>3.7584900000000001</c:v>
                </c:pt>
                <c:pt idx="13945">
                  <c:v>3.7587999999999999</c:v>
                </c:pt>
                <c:pt idx="13946">
                  <c:v>3.7591000000000001</c:v>
                </c:pt>
                <c:pt idx="13947">
                  <c:v>3.7594099999999999</c:v>
                </c:pt>
                <c:pt idx="13948">
                  <c:v>3.7597200000000002</c:v>
                </c:pt>
                <c:pt idx="13949">
                  <c:v>3.7600199999999999</c:v>
                </c:pt>
                <c:pt idx="13950">
                  <c:v>3.7603300000000002</c:v>
                </c:pt>
                <c:pt idx="13951">
                  <c:v>3.7606299999999999</c:v>
                </c:pt>
                <c:pt idx="13952">
                  <c:v>3.7609400000000002</c:v>
                </c:pt>
                <c:pt idx="13953">
                  <c:v>3.7612399999999999</c:v>
                </c:pt>
                <c:pt idx="13954">
                  <c:v>3.7615500000000002</c:v>
                </c:pt>
                <c:pt idx="13955">
                  <c:v>3.7618499999999999</c:v>
                </c:pt>
                <c:pt idx="13956">
                  <c:v>3.7621600000000002</c:v>
                </c:pt>
                <c:pt idx="13957">
                  <c:v>3.7624599999999999</c:v>
                </c:pt>
                <c:pt idx="13958">
                  <c:v>3.7627700000000002</c:v>
                </c:pt>
                <c:pt idx="13959">
                  <c:v>3.7630699999999999</c:v>
                </c:pt>
                <c:pt idx="13960">
                  <c:v>3.7633800000000002</c:v>
                </c:pt>
                <c:pt idx="13961">
                  <c:v>3.76369</c:v>
                </c:pt>
                <c:pt idx="13962">
                  <c:v>3.7639900000000002</c:v>
                </c:pt>
                <c:pt idx="13963">
                  <c:v>3.7643</c:v>
                </c:pt>
                <c:pt idx="13964">
                  <c:v>3.7646000000000002</c:v>
                </c:pt>
                <c:pt idx="13965">
                  <c:v>3.76491</c:v>
                </c:pt>
                <c:pt idx="13966">
                  <c:v>3.7652100000000002</c:v>
                </c:pt>
                <c:pt idx="13967">
                  <c:v>3.76552</c:v>
                </c:pt>
                <c:pt idx="13968">
                  <c:v>3.7658200000000002</c:v>
                </c:pt>
                <c:pt idx="13969">
                  <c:v>3.76613</c:v>
                </c:pt>
                <c:pt idx="13970">
                  <c:v>3.7664300000000002</c:v>
                </c:pt>
                <c:pt idx="13971">
                  <c:v>3.76674</c:v>
                </c:pt>
                <c:pt idx="13972">
                  <c:v>3.7670499999999998</c:v>
                </c:pt>
                <c:pt idx="13973">
                  <c:v>3.76735</c:v>
                </c:pt>
                <c:pt idx="13974">
                  <c:v>3.7676599999999998</c:v>
                </c:pt>
                <c:pt idx="13975">
                  <c:v>3.76796</c:v>
                </c:pt>
                <c:pt idx="13976">
                  <c:v>3.7682699999999998</c:v>
                </c:pt>
                <c:pt idx="13977">
                  <c:v>3.76857</c:v>
                </c:pt>
                <c:pt idx="13978">
                  <c:v>3.7688799999999998</c:v>
                </c:pt>
                <c:pt idx="13979">
                  <c:v>3.76918</c:v>
                </c:pt>
                <c:pt idx="13980">
                  <c:v>3.7694899999999998</c:v>
                </c:pt>
                <c:pt idx="13981">
                  <c:v>3.76979</c:v>
                </c:pt>
                <c:pt idx="13982">
                  <c:v>3.7700999999999998</c:v>
                </c:pt>
                <c:pt idx="13983">
                  <c:v>3.7704</c:v>
                </c:pt>
                <c:pt idx="13984">
                  <c:v>3.7707099999999998</c:v>
                </c:pt>
                <c:pt idx="13985">
                  <c:v>3.77102</c:v>
                </c:pt>
                <c:pt idx="13986">
                  <c:v>3.7713199999999998</c:v>
                </c:pt>
                <c:pt idx="13987">
                  <c:v>3.77163</c:v>
                </c:pt>
                <c:pt idx="13988">
                  <c:v>3.7719299999999998</c:v>
                </c:pt>
                <c:pt idx="13989">
                  <c:v>3.77224</c:v>
                </c:pt>
                <c:pt idx="13990">
                  <c:v>3.7725399999999998</c:v>
                </c:pt>
                <c:pt idx="13991">
                  <c:v>3.77285</c:v>
                </c:pt>
                <c:pt idx="13992">
                  <c:v>3.7731499999999998</c:v>
                </c:pt>
                <c:pt idx="13993">
                  <c:v>3.77346</c:v>
                </c:pt>
                <c:pt idx="13994">
                  <c:v>3.7737599999999998</c:v>
                </c:pt>
                <c:pt idx="13995">
                  <c:v>3.77407</c:v>
                </c:pt>
                <c:pt idx="13996">
                  <c:v>3.7743699999999998</c:v>
                </c:pt>
                <c:pt idx="13997">
                  <c:v>3.77468</c:v>
                </c:pt>
                <c:pt idx="13998">
                  <c:v>3.7749899999999998</c:v>
                </c:pt>
                <c:pt idx="13999">
                  <c:v>3.77529</c:v>
                </c:pt>
                <c:pt idx="14000">
                  <c:v>3.7755999999999998</c:v>
                </c:pt>
                <c:pt idx="14001">
                  <c:v>3.7759</c:v>
                </c:pt>
                <c:pt idx="14002">
                  <c:v>3.7762099999999998</c:v>
                </c:pt>
                <c:pt idx="14003">
                  <c:v>3.77651</c:v>
                </c:pt>
                <c:pt idx="14004">
                  <c:v>3.7768199999999998</c:v>
                </c:pt>
                <c:pt idx="14005">
                  <c:v>3.77712</c:v>
                </c:pt>
                <c:pt idx="14006">
                  <c:v>3.7774299999999998</c:v>
                </c:pt>
                <c:pt idx="14007">
                  <c:v>3.77773</c:v>
                </c:pt>
                <c:pt idx="14008">
                  <c:v>3.7780399999999998</c:v>
                </c:pt>
                <c:pt idx="14009">
                  <c:v>3.77834</c:v>
                </c:pt>
                <c:pt idx="14010">
                  <c:v>3.7786499999999998</c:v>
                </c:pt>
                <c:pt idx="14011">
                  <c:v>3.7789600000000001</c:v>
                </c:pt>
                <c:pt idx="14012">
                  <c:v>3.7792599999999998</c:v>
                </c:pt>
                <c:pt idx="14013">
                  <c:v>3.7795700000000001</c:v>
                </c:pt>
                <c:pt idx="14014">
                  <c:v>3.7798699999999998</c:v>
                </c:pt>
                <c:pt idx="14015">
                  <c:v>3.7801800000000001</c:v>
                </c:pt>
                <c:pt idx="14016">
                  <c:v>3.7804799999999998</c:v>
                </c:pt>
                <c:pt idx="14017">
                  <c:v>3.7807900000000001</c:v>
                </c:pt>
                <c:pt idx="14018">
                  <c:v>3.7810899999999998</c:v>
                </c:pt>
                <c:pt idx="14019">
                  <c:v>3.7814000000000001</c:v>
                </c:pt>
                <c:pt idx="14020">
                  <c:v>3.7816999999999998</c:v>
                </c:pt>
                <c:pt idx="14021">
                  <c:v>3.7820100000000001</c:v>
                </c:pt>
                <c:pt idx="14022">
                  <c:v>3.7823099999999998</c:v>
                </c:pt>
                <c:pt idx="14023">
                  <c:v>3.7826200000000001</c:v>
                </c:pt>
                <c:pt idx="14024">
                  <c:v>3.7829299999999999</c:v>
                </c:pt>
                <c:pt idx="14025">
                  <c:v>3.7832300000000001</c:v>
                </c:pt>
                <c:pt idx="14026">
                  <c:v>3.7835399999999999</c:v>
                </c:pt>
                <c:pt idx="14027">
                  <c:v>3.7838400000000001</c:v>
                </c:pt>
                <c:pt idx="14028">
                  <c:v>3.7841499999999999</c:v>
                </c:pt>
                <c:pt idx="14029">
                  <c:v>3.7844500000000001</c:v>
                </c:pt>
                <c:pt idx="14030">
                  <c:v>3.7847599999999999</c:v>
                </c:pt>
                <c:pt idx="14031">
                  <c:v>3.7850600000000001</c:v>
                </c:pt>
                <c:pt idx="14032">
                  <c:v>3.7853699999999999</c:v>
                </c:pt>
                <c:pt idx="14033">
                  <c:v>3.7856700000000001</c:v>
                </c:pt>
                <c:pt idx="14034">
                  <c:v>3.7859799999999999</c:v>
                </c:pt>
                <c:pt idx="14035">
                  <c:v>3.7862900000000002</c:v>
                </c:pt>
                <c:pt idx="14036">
                  <c:v>3.7865899999999999</c:v>
                </c:pt>
                <c:pt idx="14037">
                  <c:v>3.7869000000000002</c:v>
                </c:pt>
                <c:pt idx="14038">
                  <c:v>3.7871999999999999</c:v>
                </c:pt>
                <c:pt idx="14039">
                  <c:v>3.7875100000000002</c:v>
                </c:pt>
                <c:pt idx="14040">
                  <c:v>3.7878099999999999</c:v>
                </c:pt>
                <c:pt idx="14041">
                  <c:v>3.7881200000000002</c:v>
                </c:pt>
                <c:pt idx="14042">
                  <c:v>3.7884199999999999</c:v>
                </c:pt>
                <c:pt idx="14043">
                  <c:v>3.7887300000000002</c:v>
                </c:pt>
                <c:pt idx="14044">
                  <c:v>3.7890299999999999</c:v>
                </c:pt>
                <c:pt idx="14045">
                  <c:v>3.7893400000000002</c:v>
                </c:pt>
                <c:pt idx="14046">
                  <c:v>3.7896399999999999</c:v>
                </c:pt>
                <c:pt idx="14047">
                  <c:v>3.7899500000000002</c:v>
                </c:pt>
                <c:pt idx="14048">
                  <c:v>3.79026</c:v>
                </c:pt>
                <c:pt idx="14049">
                  <c:v>3.7905600000000002</c:v>
                </c:pt>
                <c:pt idx="14050">
                  <c:v>3.79087</c:v>
                </c:pt>
                <c:pt idx="14051">
                  <c:v>3.7911700000000002</c:v>
                </c:pt>
                <c:pt idx="14052">
                  <c:v>3.79148</c:v>
                </c:pt>
                <c:pt idx="14053">
                  <c:v>3.7917800000000002</c:v>
                </c:pt>
                <c:pt idx="14054">
                  <c:v>3.79209</c:v>
                </c:pt>
                <c:pt idx="14055">
                  <c:v>3.7923900000000001</c:v>
                </c:pt>
                <c:pt idx="14056">
                  <c:v>3.7927</c:v>
                </c:pt>
                <c:pt idx="14057">
                  <c:v>3.7930000000000001</c:v>
                </c:pt>
                <c:pt idx="14058">
                  <c:v>3.79331</c:v>
                </c:pt>
                <c:pt idx="14059">
                  <c:v>3.7936100000000001</c:v>
                </c:pt>
                <c:pt idx="14060">
                  <c:v>3.79392</c:v>
                </c:pt>
                <c:pt idx="14061">
                  <c:v>3.7942300000000002</c:v>
                </c:pt>
                <c:pt idx="14062">
                  <c:v>3.79453</c:v>
                </c:pt>
                <c:pt idx="14063">
                  <c:v>3.7948400000000002</c:v>
                </c:pt>
                <c:pt idx="14064">
                  <c:v>3.79514</c:v>
                </c:pt>
                <c:pt idx="14065">
                  <c:v>3.7954500000000002</c:v>
                </c:pt>
                <c:pt idx="14066">
                  <c:v>3.79575</c:v>
                </c:pt>
                <c:pt idx="14067">
                  <c:v>3.7960600000000002</c:v>
                </c:pt>
                <c:pt idx="14068">
                  <c:v>3.79636</c:v>
                </c:pt>
                <c:pt idx="14069">
                  <c:v>3.7966700000000002</c:v>
                </c:pt>
                <c:pt idx="14070">
                  <c:v>3.79697</c:v>
                </c:pt>
                <c:pt idx="14071">
                  <c:v>3.7972800000000002</c:v>
                </c:pt>
                <c:pt idx="14072">
                  <c:v>3.79758</c:v>
                </c:pt>
                <c:pt idx="14073">
                  <c:v>3.7978900000000002</c:v>
                </c:pt>
                <c:pt idx="14074">
                  <c:v>3.7982</c:v>
                </c:pt>
                <c:pt idx="14075">
                  <c:v>3.7985000000000002</c:v>
                </c:pt>
                <c:pt idx="14076">
                  <c:v>3.79881</c:v>
                </c:pt>
                <c:pt idx="14077">
                  <c:v>3.7991100000000002</c:v>
                </c:pt>
                <c:pt idx="14078">
                  <c:v>3.79942</c:v>
                </c:pt>
                <c:pt idx="14079">
                  <c:v>3.7997200000000002</c:v>
                </c:pt>
                <c:pt idx="14080">
                  <c:v>3.80003</c:v>
                </c:pt>
                <c:pt idx="14081">
                  <c:v>3.8003300000000002</c:v>
                </c:pt>
                <c:pt idx="14082">
                  <c:v>3.80064</c:v>
                </c:pt>
                <c:pt idx="14083">
                  <c:v>3.8009400000000002</c:v>
                </c:pt>
                <c:pt idx="14084">
                  <c:v>3.80125</c:v>
                </c:pt>
                <c:pt idx="14085">
                  <c:v>3.8015599999999998</c:v>
                </c:pt>
                <c:pt idx="14086">
                  <c:v>3.80186</c:v>
                </c:pt>
                <c:pt idx="14087">
                  <c:v>3.8021699999999998</c:v>
                </c:pt>
                <c:pt idx="14088">
                  <c:v>3.80247</c:v>
                </c:pt>
                <c:pt idx="14089">
                  <c:v>3.8027799999999998</c:v>
                </c:pt>
                <c:pt idx="14090">
                  <c:v>3.80308</c:v>
                </c:pt>
                <c:pt idx="14091">
                  <c:v>3.8033899999999998</c:v>
                </c:pt>
                <c:pt idx="14092">
                  <c:v>3.80369</c:v>
                </c:pt>
                <c:pt idx="14093">
                  <c:v>3.8039999999999998</c:v>
                </c:pt>
                <c:pt idx="14094">
                  <c:v>3.8043</c:v>
                </c:pt>
                <c:pt idx="14095">
                  <c:v>3.8046099999999998</c:v>
                </c:pt>
                <c:pt idx="14096">
                  <c:v>3.80491</c:v>
                </c:pt>
                <c:pt idx="14097">
                  <c:v>3.8052199999999998</c:v>
                </c:pt>
                <c:pt idx="14098">
                  <c:v>3.8055300000000001</c:v>
                </c:pt>
                <c:pt idx="14099">
                  <c:v>3.8058299999999998</c:v>
                </c:pt>
                <c:pt idx="14100">
                  <c:v>3.8061400000000001</c:v>
                </c:pt>
                <c:pt idx="14101">
                  <c:v>3.8064399999999998</c:v>
                </c:pt>
                <c:pt idx="14102">
                  <c:v>3.8067500000000001</c:v>
                </c:pt>
                <c:pt idx="14103">
                  <c:v>3.8070499999999998</c:v>
                </c:pt>
                <c:pt idx="14104">
                  <c:v>3.8073600000000001</c:v>
                </c:pt>
                <c:pt idx="14105">
                  <c:v>3.8076599999999998</c:v>
                </c:pt>
                <c:pt idx="14106">
                  <c:v>3.8079700000000001</c:v>
                </c:pt>
                <c:pt idx="14107">
                  <c:v>3.8082699999999998</c:v>
                </c:pt>
                <c:pt idx="14108">
                  <c:v>3.8085800000000001</c:v>
                </c:pt>
                <c:pt idx="14109">
                  <c:v>3.8088799999999998</c:v>
                </c:pt>
                <c:pt idx="14110">
                  <c:v>3.8091900000000001</c:v>
                </c:pt>
                <c:pt idx="14111">
                  <c:v>3.8094999999999999</c:v>
                </c:pt>
                <c:pt idx="14112">
                  <c:v>3.8098000000000001</c:v>
                </c:pt>
                <c:pt idx="14113">
                  <c:v>3.8101099999999999</c:v>
                </c:pt>
                <c:pt idx="14114">
                  <c:v>3.8104100000000001</c:v>
                </c:pt>
                <c:pt idx="14115">
                  <c:v>3.8107199999999999</c:v>
                </c:pt>
                <c:pt idx="14116">
                  <c:v>3.8110200000000001</c:v>
                </c:pt>
                <c:pt idx="14117">
                  <c:v>3.8113299999999999</c:v>
                </c:pt>
                <c:pt idx="14118">
                  <c:v>3.8116300000000001</c:v>
                </c:pt>
                <c:pt idx="14119">
                  <c:v>3.8119399999999999</c:v>
                </c:pt>
                <c:pt idx="14120">
                  <c:v>3.8122400000000001</c:v>
                </c:pt>
                <c:pt idx="14121">
                  <c:v>3.8125499999999999</c:v>
                </c:pt>
                <c:pt idx="14122">
                  <c:v>3.8128500000000001</c:v>
                </c:pt>
                <c:pt idx="14123">
                  <c:v>3.8131599999999999</c:v>
                </c:pt>
                <c:pt idx="14124">
                  <c:v>3.8134700000000001</c:v>
                </c:pt>
                <c:pt idx="14125">
                  <c:v>3.8137699999999999</c:v>
                </c:pt>
                <c:pt idx="14126">
                  <c:v>3.8140800000000001</c:v>
                </c:pt>
                <c:pt idx="14127">
                  <c:v>3.8143799999999999</c:v>
                </c:pt>
                <c:pt idx="14128">
                  <c:v>3.8146900000000001</c:v>
                </c:pt>
                <c:pt idx="14129">
                  <c:v>3.8149899999999999</c:v>
                </c:pt>
                <c:pt idx="14130">
                  <c:v>3.8153000000000001</c:v>
                </c:pt>
                <c:pt idx="14131">
                  <c:v>3.8155999999999999</c:v>
                </c:pt>
                <c:pt idx="14132">
                  <c:v>3.8159100000000001</c:v>
                </c:pt>
                <c:pt idx="14133">
                  <c:v>3.8162099999999999</c:v>
                </c:pt>
                <c:pt idx="14134">
                  <c:v>3.8165200000000001</c:v>
                </c:pt>
                <c:pt idx="14135">
                  <c:v>3.8168199999999999</c:v>
                </c:pt>
                <c:pt idx="14136">
                  <c:v>3.8171300000000001</c:v>
                </c:pt>
                <c:pt idx="14137">
                  <c:v>3.8174399999999999</c:v>
                </c:pt>
                <c:pt idx="14138">
                  <c:v>3.8177400000000001</c:v>
                </c:pt>
                <c:pt idx="14139">
                  <c:v>3.8180499999999999</c:v>
                </c:pt>
                <c:pt idx="14140">
                  <c:v>3.8183500000000001</c:v>
                </c:pt>
                <c:pt idx="14141">
                  <c:v>3.8186599999999999</c:v>
                </c:pt>
                <c:pt idx="14142">
                  <c:v>3.8189600000000001</c:v>
                </c:pt>
                <c:pt idx="14143">
                  <c:v>3.8192699999999999</c:v>
                </c:pt>
                <c:pt idx="14144">
                  <c:v>3.8195700000000001</c:v>
                </c:pt>
                <c:pt idx="14145">
                  <c:v>3.8198799999999999</c:v>
                </c:pt>
                <c:pt idx="14146">
                  <c:v>3.8201800000000001</c:v>
                </c:pt>
                <c:pt idx="14147">
                  <c:v>3.8204899999999999</c:v>
                </c:pt>
                <c:pt idx="14148">
                  <c:v>3.8208000000000002</c:v>
                </c:pt>
                <c:pt idx="14149">
                  <c:v>3.8210999999999999</c:v>
                </c:pt>
                <c:pt idx="14150">
                  <c:v>3.8214100000000002</c:v>
                </c:pt>
                <c:pt idx="14151">
                  <c:v>3.8217099999999999</c:v>
                </c:pt>
                <c:pt idx="14152">
                  <c:v>3.8220200000000002</c:v>
                </c:pt>
                <c:pt idx="14153">
                  <c:v>3.8223199999999999</c:v>
                </c:pt>
                <c:pt idx="14154">
                  <c:v>3.8226300000000002</c:v>
                </c:pt>
                <c:pt idx="14155">
                  <c:v>3.8229299999999999</c:v>
                </c:pt>
                <c:pt idx="14156">
                  <c:v>3.8232400000000002</c:v>
                </c:pt>
                <c:pt idx="14157">
                  <c:v>3.8235399999999999</c:v>
                </c:pt>
                <c:pt idx="14158">
                  <c:v>3.8238500000000002</c:v>
                </c:pt>
                <c:pt idx="14159">
                  <c:v>3.8241499999999999</c:v>
                </c:pt>
                <c:pt idx="14160">
                  <c:v>3.8244600000000002</c:v>
                </c:pt>
                <c:pt idx="14161">
                  <c:v>3.82477</c:v>
                </c:pt>
                <c:pt idx="14162">
                  <c:v>3.8250700000000002</c:v>
                </c:pt>
                <c:pt idx="14163">
                  <c:v>3.82538</c:v>
                </c:pt>
                <c:pt idx="14164">
                  <c:v>3.8256800000000002</c:v>
                </c:pt>
                <c:pt idx="14165">
                  <c:v>3.82599</c:v>
                </c:pt>
                <c:pt idx="14166">
                  <c:v>3.8262900000000002</c:v>
                </c:pt>
                <c:pt idx="14167">
                  <c:v>3.8266</c:v>
                </c:pt>
                <c:pt idx="14168">
                  <c:v>3.8269000000000002</c:v>
                </c:pt>
                <c:pt idx="14169">
                  <c:v>3.82721</c:v>
                </c:pt>
                <c:pt idx="14170">
                  <c:v>3.8275100000000002</c:v>
                </c:pt>
                <c:pt idx="14171">
                  <c:v>3.82782</c:v>
                </c:pt>
                <c:pt idx="14172">
                  <c:v>3.8281200000000002</c:v>
                </c:pt>
                <c:pt idx="14173">
                  <c:v>3.82843</c:v>
                </c:pt>
                <c:pt idx="14174">
                  <c:v>3.8287399999999998</c:v>
                </c:pt>
                <c:pt idx="14175">
                  <c:v>3.82904</c:v>
                </c:pt>
                <c:pt idx="14176">
                  <c:v>3.8293499999999998</c:v>
                </c:pt>
                <c:pt idx="14177">
                  <c:v>3.82965</c:v>
                </c:pt>
                <c:pt idx="14178">
                  <c:v>3.8299599999999998</c:v>
                </c:pt>
                <c:pt idx="14179">
                  <c:v>3.83026</c:v>
                </c:pt>
                <c:pt idx="14180">
                  <c:v>3.8305699999999998</c:v>
                </c:pt>
                <c:pt idx="14181">
                  <c:v>3.83087</c:v>
                </c:pt>
                <c:pt idx="14182">
                  <c:v>3.8311799999999998</c:v>
                </c:pt>
                <c:pt idx="14183">
                  <c:v>3.83148</c:v>
                </c:pt>
                <c:pt idx="14184">
                  <c:v>3.8317899999999998</c:v>
                </c:pt>
                <c:pt idx="14185">
                  <c:v>3.83209</c:v>
                </c:pt>
                <c:pt idx="14186">
                  <c:v>3.8323999999999998</c:v>
                </c:pt>
                <c:pt idx="14187">
                  <c:v>3.8327100000000001</c:v>
                </c:pt>
                <c:pt idx="14188">
                  <c:v>3.8330099999999998</c:v>
                </c:pt>
                <c:pt idx="14189">
                  <c:v>3.8333200000000001</c:v>
                </c:pt>
                <c:pt idx="14190">
                  <c:v>3.8336199999999998</c:v>
                </c:pt>
                <c:pt idx="14191">
                  <c:v>3.8339300000000001</c:v>
                </c:pt>
                <c:pt idx="14192">
                  <c:v>3.8342299999999998</c:v>
                </c:pt>
                <c:pt idx="14193">
                  <c:v>3.8345400000000001</c:v>
                </c:pt>
                <c:pt idx="14194">
                  <c:v>3.8348399999999998</c:v>
                </c:pt>
                <c:pt idx="14195">
                  <c:v>3.8351500000000001</c:v>
                </c:pt>
                <c:pt idx="14196">
                  <c:v>3.8354499999999998</c:v>
                </c:pt>
                <c:pt idx="14197">
                  <c:v>3.8357600000000001</c:v>
                </c:pt>
                <c:pt idx="14198">
                  <c:v>3.8360599999999998</c:v>
                </c:pt>
                <c:pt idx="14199">
                  <c:v>3.8363700000000001</c:v>
                </c:pt>
                <c:pt idx="14200">
                  <c:v>3.8366799999999999</c:v>
                </c:pt>
                <c:pt idx="14201">
                  <c:v>3.8369800000000001</c:v>
                </c:pt>
                <c:pt idx="14202">
                  <c:v>3.8372899999999999</c:v>
                </c:pt>
                <c:pt idx="14203">
                  <c:v>3.8375900000000001</c:v>
                </c:pt>
                <c:pt idx="14204">
                  <c:v>3.8378999999999999</c:v>
                </c:pt>
                <c:pt idx="14205">
                  <c:v>3.8382000000000001</c:v>
                </c:pt>
                <c:pt idx="14206">
                  <c:v>3.8385099999999999</c:v>
                </c:pt>
                <c:pt idx="14207">
                  <c:v>3.8388100000000001</c:v>
                </c:pt>
                <c:pt idx="14208">
                  <c:v>3.8391199999999999</c:v>
                </c:pt>
                <c:pt idx="14209">
                  <c:v>3.8394200000000001</c:v>
                </c:pt>
                <c:pt idx="14210">
                  <c:v>3.8397299999999999</c:v>
                </c:pt>
                <c:pt idx="14211">
                  <c:v>3.8400400000000001</c:v>
                </c:pt>
                <c:pt idx="14212">
                  <c:v>3.8403399999999999</c:v>
                </c:pt>
                <c:pt idx="14213">
                  <c:v>3.8406500000000001</c:v>
                </c:pt>
                <c:pt idx="14214">
                  <c:v>3.8409499999999999</c:v>
                </c:pt>
                <c:pt idx="14215">
                  <c:v>3.8412600000000001</c:v>
                </c:pt>
                <c:pt idx="14216">
                  <c:v>3.8415599999999999</c:v>
                </c:pt>
                <c:pt idx="14217">
                  <c:v>3.8418700000000001</c:v>
                </c:pt>
                <c:pt idx="14218">
                  <c:v>3.8421699999999999</c:v>
                </c:pt>
                <c:pt idx="14219">
                  <c:v>3.8424800000000001</c:v>
                </c:pt>
                <c:pt idx="14220">
                  <c:v>3.8427799999999999</c:v>
                </c:pt>
                <c:pt idx="14221">
                  <c:v>3.8430900000000001</c:v>
                </c:pt>
                <c:pt idx="14222">
                  <c:v>3.8433899999999999</c:v>
                </c:pt>
                <c:pt idx="14223">
                  <c:v>3.8437000000000001</c:v>
                </c:pt>
                <c:pt idx="14224">
                  <c:v>3.8440099999999999</c:v>
                </c:pt>
                <c:pt idx="14225">
                  <c:v>3.8443100000000001</c:v>
                </c:pt>
                <c:pt idx="14226">
                  <c:v>3.8446199999999999</c:v>
                </c:pt>
                <c:pt idx="14227">
                  <c:v>3.8449200000000001</c:v>
                </c:pt>
                <c:pt idx="14228">
                  <c:v>3.8452299999999999</c:v>
                </c:pt>
                <c:pt idx="14229">
                  <c:v>3.8455300000000001</c:v>
                </c:pt>
                <c:pt idx="14230">
                  <c:v>3.8458399999999999</c:v>
                </c:pt>
                <c:pt idx="14231">
                  <c:v>3.8461400000000001</c:v>
                </c:pt>
                <c:pt idx="14232">
                  <c:v>3.8464499999999999</c:v>
                </c:pt>
                <c:pt idx="14233">
                  <c:v>3.8467500000000001</c:v>
                </c:pt>
                <c:pt idx="14234">
                  <c:v>3.8470599999999999</c:v>
                </c:pt>
                <c:pt idx="14235">
                  <c:v>3.8473600000000001</c:v>
                </c:pt>
                <c:pt idx="14236">
                  <c:v>3.8476699999999999</c:v>
                </c:pt>
                <c:pt idx="14237">
                  <c:v>3.8479800000000002</c:v>
                </c:pt>
                <c:pt idx="14238">
                  <c:v>3.8482799999999999</c:v>
                </c:pt>
                <c:pt idx="14239">
                  <c:v>3.8485900000000002</c:v>
                </c:pt>
                <c:pt idx="14240">
                  <c:v>3.8488899999999999</c:v>
                </c:pt>
                <c:pt idx="14241">
                  <c:v>3.8492000000000002</c:v>
                </c:pt>
                <c:pt idx="14242">
                  <c:v>3.8494999999999999</c:v>
                </c:pt>
                <c:pt idx="14243">
                  <c:v>3.8498100000000002</c:v>
                </c:pt>
                <c:pt idx="14244">
                  <c:v>3.8501099999999999</c:v>
                </c:pt>
                <c:pt idx="14245">
                  <c:v>3.8504200000000002</c:v>
                </c:pt>
                <c:pt idx="14246">
                  <c:v>3.8507199999999999</c:v>
                </c:pt>
                <c:pt idx="14247">
                  <c:v>3.8510300000000002</c:v>
                </c:pt>
                <c:pt idx="14248">
                  <c:v>3.8513299999999999</c:v>
                </c:pt>
                <c:pt idx="14249">
                  <c:v>3.8516400000000002</c:v>
                </c:pt>
                <c:pt idx="14250">
                  <c:v>3.85195</c:v>
                </c:pt>
                <c:pt idx="14251">
                  <c:v>3.8522500000000002</c:v>
                </c:pt>
                <c:pt idx="14252">
                  <c:v>3.85256</c:v>
                </c:pt>
                <c:pt idx="14253">
                  <c:v>3.8528600000000002</c:v>
                </c:pt>
                <c:pt idx="14254">
                  <c:v>3.85317</c:v>
                </c:pt>
                <c:pt idx="14255">
                  <c:v>3.8534700000000002</c:v>
                </c:pt>
                <c:pt idx="14256">
                  <c:v>3.85378</c:v>
                </c:pt>
                <c:pt idx="14257">
                  <c:v>3.8540800000000002</c:v>
                </c:pt>
                <c:pt idx="14258">
                  <c:v>3.85439</c:v>
                </c:pt>
                <c:pt idx="14259">
                  <c:v>3.8546900000000002</c:v>
                </c:pt>
                <c:pt idx="14260">
                  <c:v>3.855</c:v>
                </c:pt>
                <c:pt idx="14261">
                  <c:v>3.8553000000000002</c:v>
                </c:pt>
                <c:pt idx="14262">
                  <c:v>3.85561</c:v>
                </c:pt>
                <c:pt idx="14263">
                  <c:v>3.8559199999999998</c:v>
                </c:pt>
                <c:pt idx="14264">
                  <c:v>3.85622</c:v>
                </c:pt>
                <c:pt idx="14265">
                  <c:v>3.8565299999999998</c:v>
                </c:pt>
                <c:pt idx="14266">
                  <c:v>3.85683</c:v>
                </c:pt>
                <c:pt idx="14267">
                  <c:v>3.8571399999999998</c:v>
                </c:pt>
                <c:pt idx="14268">
                  <c:v>3.85744</c:v>
                </c:pt>
                <c:pt idx="14269">
                  <c:v>3.8577499999999998</c:v>
                </c:pt>
                <c:pt idx="14270">
                  <c:v>3.85805</c:v>
                </c:pt>
                <c:pt idx="14271">
                  <c:v>3.8583599999999998</c:v>
                </c:pt>
                <c:pt idx="14272">
                  <c:v>3.85866</c:v>
                </c:pt>
                <c:pt idx="14273">
                  <c:v>3.8589699999999998</c:v>
                </c:pt>
                <c:pt idx="14274">
                  <c:v>3.85928</c:v>
                </c:pt>
                <c:pt idx="14275">
                  <c:v>3.8595799999999998</c:v>
                </c:pt>
                <c:pt idx="14276">
                  <c:v>3.85989</c:v>
                </c:pt>
                <c:pt idx="14277">
                  <c:v>3.8601899999999998</c:v>
                </c:pt>
                <c:pt idx="14278">
                  <c:v>3.8605</c:v>
                </c:pt>
                <c:pt idx="14279">
                  <c:v>3.8607999999999998</c:v>
                </c:pt>
                <c:pt idx="14280">
                  <c:v>3.86111</c:v>
                </c:pt>
                <c:pt idx="14281">
                  <c:v>3.8614099999999998</c:v>
                </c:pt>
                <c:pt idx="14282">
                  <c:v>3.86172</c:v>
                </c:pt>
                <c:pt idx="14283">
                  <c:v>3.8620199999999998</c:v>
                </c:pt>
                <c:pt idx="14284">
                  <c:v>3.86233</c:v>
                </c:pt>
                <c:pt idx="14285">
                  <c:v>3.8626299999999998</c:v>
                </c:pt>
                <c:pt idx="14286">
                  <c:v>3.86294</c:v>
                </c:pt>
                <c:pt idx="14287">
                  <c:v>3.8632499999999999</c:v>
                </c:pt>
                <c:pt idx="14288">
                  <c:v>3.86355</c:v>
                </c:pt>
                <c:pt idx="14289">
                  <c:v>3.8638599999999999</c:v>
                </c:pt>
                <c:pt idx="14290">
                  <c:v>3.86416</c:v>
                </c:pt>
                <c:pt idx="14291">
                  <c:v>3.8644699999999998</c:v>
                </c:pt>
                <c:pt idx="14292">
                  <c:v>3.86477</c:v>
                </c:pt>
                <c:pt idx="14293">
                  <c:v>3.8650799999999998</c:v>
                </c:pt>
                <c:pt idx="14294">
                  <c:v>3.86538</c:v>
                </c:pt>
                <c:pt idx="14295">
                  <c:v>3.8656899999999998</c:v>
                </c:pt>
                <c:pt idx="14296">
                  <c:v>3.86599</c:v>
                </c:pt>
                <c:pt idx="14297">
                  <c:v>3.8662999999999998</c:v>
                </c:pt>
                <c:pt idx="14298">
                  <c:v>3.8666</c:v>
                </c:pt>
                <c:pt idx="14299">
                  <c:v>3.8669099999999998</c:v>
                </c:pt>
                <c:pt idx="14300">
                  <c:v>3.8672200000000001</c:v>
                </c:pt>
                <c:pt idx="14301">
                  <c:v>3.8675199999999998</c:v>
                </c:pt>
                <c:pt idx="14302">
                  <c:v>3.8678300000000001</c:v>
                </c:pt>
                <c:pt idx="14303">
                  <c:v>3.8681299999999998</c:v>
                </c:pt>
                <c:pt idx="14304">
                  <c:v>3.8684400000000001</c:v>
                </c:pt>
                <c:pt idx="14305">
                  <c:v>3.8687399999999998</c:v>
                </c:pt>
                <c:pt idx="14306">
                  <c:v>3.8690500000000001</c:v>
                </c:pt>
                <c:pt idx="14307">
                  <c:v>3.8693499999999998</c:v>
                </c:pt>
                <c:pt idx="14308">
                  <c:v>3.8696600000000001</c:v>
                </c:pt>
                <c:pt idx="14309">
                  <c:v>3.8699599999999998</c:v>
                </c:pt>
                <c:pt idx="14310">
                  <c:v>3.8702700000000001</c:v>
                </c:pt>
                <c:pt idx="14311">
                  <c:v>3.8705699999999998</c:v>
                </c:pt>
                <c:pt idx="14312">
                  <c:v>3.8708800000000001</c:v>
                </c:pt>
                <c:pt idx="14313">
                  <c:v>3.8711899999999999</c:v>
                </c:pt>
                <c:pt idx="14314">
                  <c:v>3.8714900000000001</c:v>
                </c:pt>
                <c:pt idx="14315">
                  <c:v>3.8717999999999999</c:v>
                </c:pt>
                <c:pt idx="14316">
                  <c:v>3.8721000000000001</c:v>
                </c:pt>
                <c:pt idx="14317">
                  <c:v>3.8724099999999999</c:v>
                </c:pt>
                <c:pt idx="14318">
                  <c:v>3.8727100000000001</c:v>
                </c:pt>
                <c:pt idx="14319">
                  <c:v>3.8730199999999999</c:v>
                </c:pt>
                <c:pt idx="14320">
                  <c:v>3.8733200000000001</c:v>
                </c:pt>
                <c:pt idx="14321">
                  <c:v>3.8736299999999999</c:v>
                </c:pt>
                <c:pt idx="14322">
                  <c:v>3.8739300000000001</c:v>
                </c:pt>
                <c:pt idx="14323">
                  <c:v>3.8742399999999999</c:v>
                </c:pt>
                <c:pt idx="14324">
                  <c:v>3.8745500000000002</c:v>
                </c:pt>
                <c:pt idx="14325">
                  <c:v>3.8748499999999999</c:v>
                </c:pt>
                <c:pt idx="14326">
                  <c:v>3.8751600000000002</c:v>
                </c:pt>
                <c:pt idx="14327">
                  <c:v>3.8754599999999999</c:v>
                </c:pt>
                <c:pt idx="14328">
                  <c:v>3.8757700000000002</c:v>
                </c:pt>
                <c:pt idx="14329">
                  <c:v>3.8760699999999999</c:v>
                </c:pt>
                <c:pt idx="14330">
                  <c:v>3.8763800000000002</c:v>
                </c:pt>
                <c:pt idx="14331">
                  <c:v>3.8766799999999999</c:v>
                </c:pt>
                <c:pt idx="14332">
                  <c:v>3.8769900000000002</c:v>
                </c:pt>
                <c:pt idx="14333">
                  <c:v>3.8772899999999999</c:v>
                </c:pt>
                <c:pt idx="14334">
                  <c:v>3.8776000000000002</c:v>
                </c:pt>
                <c:pt idx="14335">
                  <c:v>3.8778999999999999</c:v>
                </c:pt>
                <c:pt idx="14336">
                  <c:v>3.8782100000000002</c:v>
                </c:pt>
                <c:pt idx="14337">
                  <c:v>3.87852</c:v>
                </c:pt>
                <c:pt idx="14338">
                  <c:v>3.8788200000000002</c:v>
                </c:pt>
                <c:pt idx="14339">
                  <c:v>3.87913</c:v>
                </c:pt>
                <c:pt idx="14340">
                  <c:v>3.8794300000000002</c:v>
                </c:pt>
                <c:pt idx="14341">
                  <c:v>3.87974</c:v>
                </c:pt>
                <c:pt idx="14342">
                  <c:v>3.8800400000000002</c:v>
                </c:pt>
                <c:pt idx="14343">
                  <c:v>3.88035</c:v>
                </c:pt>
                <c:pt idx="14344">
                  <c:v>3.8806500000000002</c:v>
                </c:pt>
                <c:pt idx="14345">
                  <c:v>3.88096</c:v>
                </c:pt>
                <c:pt idx="14346">
                  <c:v>3.8812600000000002</c:v>
                </c:pt>
                <c:pt idx="14347">
                  <c:v>3.88157</c:v>
                </c:pt>
                <c:pt idx="14348">
                  <c:v>3.8818700000000002</c:v>
                </c:pt>
                <c:pt idx="14349">
                  <c:v>3.88218</c:v>
                </c:pt>
                <c:pt idx="14350">
                  <c:v>3.8824900000000002</c:v>
                </c:pt>
                <c:pt idx="14351">
                  <c:v>3.88279</c:v>
                </c:pt>
                <c:pt idx="14352">
                  <c:v>3.8831000000000002</c:v>
                </c:pt>
                <c:pt idx="14353">
                  <c:v>3.8834</c:v>
                </c:pt>
                <c:pt idx="14354">
                  <c:v>3.8837100000000002</c:v>
                </c:pt>
                <c:pt idx="14355">
                  <c:v>3.88401</c:v>
                </c:pt>
                <c:pt idx="14356">
                  <c:v>3.8843200000000002</c:v>
                </c:pt>
                <c:pt idx="14357">
                  <c:v>3.88462</c:v>
                </c:pt>
                <c:pt idx="14358">
                  <c:v>3.8849300000000002</c:v>
                </c:pt>
                <c:pt idx="14359">
                  <c:v>3.88523</c:v>
                </c:pt>
                <c:pt idx="14360">
                  <c:v>3.8855400000000002</c:v>
                </c:pt>
                <c:pt idx="14361">
                  <c:v>3.88584</c:v>
                </c:pt>
                <c:pt idx="14362">
                  <c:v>3.8861500000000002</c:v>
                </c:pt>
                <c:pt idx="14363">
                  <c:v>3.88646</c:v>
                </c:pt>
                <c:pt idx="14364">
                  <c:v>3.8867600000000002</c:v>
                </c:pt>
                <c:pt idx="14365">
                  <c:v>3.88707</c:v>
                </c:pt>
                <c:pt idx="14366">
                  <c:v>3.8873700000000002</c:v>
                </c:pt>
                <c:pt idx="14367">
                  <c:v>3.88768</c:v>
                </c:pt>
                <c:pt idx="14368">
                  <c:v>3.8879800000000002</c:v>
                </c:pt>
                <c:pt idx="14369">
                  <c:v>3.88829</c:v>
                </c:pt>
                <c:pt idx="14370">
                  <c:v>3.8885900000000002</c:v>
                </c:pt>
                <c:pt idx="14371">
                  <c:v>3.8889</c:v>
                </c:pt>
                <c:pt idx="14372">
                  <c:v>3.8892000000000002</c:v>
                </c:pt>
                <c:pt idx="14373">
                  <c:v>3.88951</c:v>
                </c:pt>
                <c:pt idx="14374">
                  <c:v>3.8898100000000002</c:v>
                </c:pt>
                <c:pt idx="14375">
                  <c:v>3.89012</c:v>
                </c:pt>
                <c:pt idx="14376">
                  <c:v>3.8904299999999998</c:v>
                </c:pt>
                <c:pt idx="14377">
                  <c:v>3.89073</c:v>
                </c:pt>
                <c:pt idx="14378">
                  <c:v>3.8910399999999998</c:v>
                </c:pt>
                <c:pt idx="14379">
                  <c:v>3.89134</c:v>
                </c:pt>
                <c:pt idx="14380">
                  <c:v>3.8916499999999998</c:v>
                </c:pt>
                <c:pt idx="14381">
                  <c:v>3.89195</c:v>
                </c:pt>
                <c:pt idx="14382">
                  <c:v>3.8922599999999998</c:v>
                </c:pt>
                <c:pt idx="14383">
                  <c:v>3.89256</c:v>
                </c:pt>
                <c:pt idx="14384">
                  <c:v>3.8928699999999998</c:v>
                </c:pt>
                <c:pt idx="14385">
                  <c:v>3.89317</c:v>
                </c:pt>
                <c:pt idx="14386">
                  <c:v>3.8934799999999998</c:v>
                </c:pt>
                <c:pt idx="14387">
                  <c:v>3.8937900000000001</c:v>
                </c:pt>
                <c:pt idx="14388">
                  <c:v>3.8940899999999998</c:v>
                </c:pt>
                <c:pt idx="14389">
                  <c:v>3.8944000000000001</c:v>
                </c:pt>
                <c:pt idx="14390">
                  <c:v>3.8946999999999998</c:v>
                </c:pt>
                <c:pt idx="14391">
                  <c:v>3.8950100000000001</c:v>
                </c:pt>
                <c:pt idx="14392">
                  <c:v>3.8953099999999998</c:v>
                </c:pt>
                <c:pt idx="14393">
                  <c:v>3.8956200000000001</c:v>
                </c:pt>
                <c:pt idx="14394">
                  <c:v>3.8959199999999998</c:v>
                </c:pt>
                <c:pt idx="14395">
                  <c:v>3.8962300000000001</c:v>
                </c:pt>
                <c:pt idx="14396">
                  <c:v>3.8965299999999998</c:v>
                </c:pt>
                <c:pt idx="14397">
                  <c:v>3.8968400000000001</c:v>
                </c:pt>
                <c:pt idx="14398">
                  <c:v>3.8971399999999998</c:v>
                </c:pt>
                <c:pt idx="14399">
                  <c:v>3.8974500000000001</c:v>
                </c:pt>
                <c:pt idx="14400">
                  <c:v>3.8977599999999999</c:v>
                </c:pt>
                <c:pt idx="14401">
                  <c:v>3.8980600000000001</c:v>
                </c:pt>
                <c:pt idx="14402">
                  <c:v>3.8983699999999999</c:v>
                </c:pt>
                <c:pt idx="14403">
                  <c:v>3.8986700000000001</c:v>
                </c:pt>
                <c:pt idx="14404">
                  <c:v>3.8989799999999999</c:v>
                </c:pt>
                <c:pt idx="14405">
                  <c:v>3.8992800000000001</c:v>
                </c:pt>
                <c:pt idx="14406">
                  <c:v>3.8995899999999999</c:v>
                </c:pt>
                <c:pt idx="14407">
                  <c:v>3.8998900000000001</c:v>
                </c:pt>
                <c:pt idx="14408">
                  <c:v>3.9001999999999999</c:v>
                </c:pt>
                <c:pt idx="14409">
                  <c:v>3.9005000000000001</c:v>
                </c:pt>
                <c:pt idx="14410">
                  <c:v>3.9008099999999999</c:v>
                </c:pt>
                <c:pt idx="14411">
                  <c:v>3.9011100000000001</c:v>
                </c:pt>
                <c:pt idx="14412">
                  <c:v>3.9014199999999999</c:v>
                </c:pt>
                <c:pt idx="14413">
                  <c:v>3.9017300000000001</c:v>
                </c:pt>
                <c:pt idx="14414">
                  <c:v>3.9020299999999999</c:v>
                </c:pt>
                <c:pt idx="14415">
                  <c:v>3.9023400000000001</c:v>
                </c:pt>
                <c:pt idx="14416">
                  <c:v>3.9026399999999999</c:v>
                </c:pt>
                <c:pt idx="14417">
                  <c:v>3.9029500000000001</c:v>
                </c:pt>
                <c:pt idx="14418">
                  <c:v>3.9032499999999999</c:v>
                </c:pt>
                <c:pt idx="14419">
                  <c:v>3.9035600000000001</c:v>
                </c:pt>
                <c:pt idx="14420">
                  <c:v>3.9038599999999999</c:v>
                </c:pt>
                <c:pt idx="14421">
                  <c:v>3.9041700000000001</c:v>
                </c:pt>
                <c:pt idx="14422">
                  <c:v>3.9044699999999999</c:v>
                </c:pt>
                <c:pt idx="14423">
                  <c:v>3.9047800000000001</c:v>
                </c:pt>
                <c:pt idx="14424">
                  <c:v>3.9050799999999999</c:v>
                </c:pt>
                <c:pt idx="14425">
                  <c:v>3.9053900000000001</c:v>
                </c:pt>
                <c:pt idx="14426">
                  <c:v>3.9056999999999999</c:v>
                </c:pt>
                <c:pt idx="14427">
                  <c:v>3.9060000000000001</c:v>
                </c:pt>
                <c:pt idx="14428">
                  <c:v>3.9063099999999999</c:v>
                </c:pt>
                <c:pt idx="14429">
                  <c:v>3.9066100000000001</c:v>
                </c:pt>
                <c:pt idx="14430">
                  <c:v>3.9069199999999999</c:v>
                </c:pt>
                <c:pt idx="14431">
                  <c:v>3.9072200000000001</c:v>
                </c:pt>
                <c:pt idx="14432">
                  <c:v>3.9075299999999999</c:v>
                </c:pt>
                <c:pt idx="14433">
                  <c:v>3.9078300000000001</c:v>
                </c:pt>
                <c:pt idx="14434">
                  <c:v>3.9081399999999999</c:v>
                </c:pt>
                <c:pt idx="14435">
                  <c:v>3.9084400000000001</c:v>
                </c:pt>
                <c:pt idx="14436">
                  <c:v>3.9087499999999999</c:v>
                </c:pt>
                <c:pt idx="14437">
                  <c:v>3.9090500000000001</c:v>
                </c:pt>
                <c:pt idx="14438">
                  <c:v>3.9093599999999999</c:v>
                </c:pt>
                <c:pt idx="14439">
                  <c:v>3.9096700000000002</c:v>
                </c:pt>
                <c:pt idx="14440">
                  <c:v>3.9099699999999999</c:v>
                </c:pt>
                <c:pt idx="14441">
                  <c:v>3.9102800000000002</c:v>
                </c:pt>
                <c:pt idx="14442">
                  <c:v>3.9105799999999999</c:v>
                </c:pt>
                <c:pt idx="14443">
                  <c:v>3.9108900000000002</c:v>
                </c:pt>
                <c:pt idx="14444">
                  <c:v>3.9111899999999999</c:v>
                </c:pt>
                <c:pt idx="14445">
                  <c:v>3.9115000000000002</c:v>
                </c:pt>
                <c:pt idx="14446">
                  <c:v>3.9117999999999999</c:v>
                </c:pt>
                <c:pt idx="14447">
                  <c:v>3.9121100000000002</c:v>
                </c:pt>
                <c:pt idx="14448">
                  <c:v>3.9124099999999999</c:v>
                </c:pt>
                <c:pt idx="14449">
                  <c:v>3.9127200000000002</c:v>
                </c:pt>
                <c:pt idx="14450">
                  <c:v>3.91303</c:v>
                </c:pt>
                <c:pt idx="14451">
                  <c:v>3.9133300000000002</c:v>
                </c:pt>
                <c:pt idx="14452">
                  <c:v>3.91364</c:v>
                </c:pt>
                <c:pt idx="14453">
                  <c:v>3.9139400000000002</c:v>
                </c:pt>
                <c:pt idx="14454">
                  <c:v>3.91425</c:v>
                </c:pt>
                <c:pt idx="14455">
                  <c:v>3.9145500000000002</c:v>
                </c:pt>
                <c:pt idx="14456">
                  <c:v>3.91486</c:v>
                </c:pt>
                <c:pt idx="14457">
                  <c:v>3.9151600000000002</c:v>
                </c:pt>
                <c:pt idx="14458">
                  <c:v>3.91547</c:v>
                </c:pt>
                <c:pt idx="14459">
                  <c:v>3.9157700000000002</c:v>
                </c:pt>
                <c:pt idx="14460">
                  <c:v>3.91608</c:v>
                </c:pt>
                <c:pt idx="14461">
                  <c:v>3.9163800000000002</c:v>
                </c:pt>
                <c:pt idx="14462">
                  <c:v>3.91669</c:v>
                </c:pt>
                <c:pt idx="14463">
                  <c:v>3.9169999999999998</c:v>
                </c:pt>
                <c:pt idx="14464">
                  <c:v>3.9173</c:v>
                </c:pt>
                <c:pt idx="14465">
                  <c:v>3.9176099999999998</c:v>
                </c:pt>
                <c:pt idx="14466">
                  <c:v>3.91791</c:v>
                </c:pt>
                <c:pt idx="14467">
                  <c:v>3.9182199999999998</c:v>
                </c:pt>
                <c:pt idx="14468">
                  <c:v>3.91852</c:v>
                </c:pt>
                <c:pt idx="14469">
                  <c:v>3.9188299999999998</c:v>
                </c:pt>
                <c:pt idx="14470">
                  <c:v>3.91913</c:v>
                </c:pt>
                <c:pt idx="14471">
                  <c:v>3.9194399999999998</c:v>
                </c:pt>
                <c:pt idx="14472">
                  <c:v>3.91974</c:v>
                </c:pt>
                <c:pt idx="14473">
                  <c:v>3.9200499999999998</c:v>
                </c:pt>
                <c:pt idx="14474">
                  <c:v>3.92035</c:v>
                </c:pt>
                <c:pt idx="14475">
                  <c:v>3.9206599999999998</c:v>
                </c:pt>
                <c:pt idx="14476">
                  <c:v>3.9209700000000001</c:v>
                </c:pt>
                <c:pt idx="14477">
                  <c:v>3.9212699999999998</c:v>
                </c:pt>
                <c:pt idx="14478">
                  <c:v>3.9215800000000001</c:v>
                </c:pt>
                <c:pt idx="14479">
                  <c:v>3.9218799999999998</c:v>
                </c:pt>
                <c:pt idx="14480">
                  <c:v>3.9221900000000001</c:v>
                </c:pt>
                <c:pt idx="14481">
                  <c:v>3.9224899999999998</c:v>
                </c:pt>
                <c:pt idx="14482">
                  <c:v>3.9228000000000001</c:v>
                </c:pt>
                <c:pt idx="14483">
                  <c:v>3.9230999999999998</c:v>
                </c:pt>
                <c:pt idx="14484">
                  <c:v>3.9234100000000001</c:v>
                </c:pt>
                <c:pt idx="14485">
                  <c:v>3.9237099999999998</c:v>
                </c:pt>
                <c:pt idx="14486">
                  <c:v>3.9240200000000001</c:v>
                </c:pt>
                <c:pt idx="14487">
                  <c:v>3.9243199999999998</c:v>
                </c:pt>
                <c:pt idx="14488">
                  <c:v>3.9246300000000001</c:v>
                </c:pt>
                <c:pt idx="14489">
                  <c:v>3.9249399999999999</c:v>
                </c:pt>
                <c:pt idx="14490">
                  <c:v>3.9252400000000001</c:v>
                </c:pt>
                <c:pt idx="14491">
                  <c:v>3.9255499999999999</c:v>
                </c:pt>
                <c:pt idx="14492">
                  <c:v>3.9258500000000001</c:v>
                </c:pt>
                <c:pt idx="14493">
                  <c:v>3.9261599999999999</c:v>
                </c:pt>
                <c:pt idx="14494">
                  <c:v>3.9264600000000001</c:v>
                </c:pt>
                <c:pt idx="14495">
                  <c:v>3.9267699999999999</c:v>
                </c:pt>
                <c:pt idx="14496">
                  <c:v>3.9270700000000001</c:v>
                </c:pt>
                <c:pt idx="14497">
                  <c:v>3.9273799999999999</c:v>
                </c:pt>
                <c:pt idx="14498">
                  <c:v>3.9276800000000001</c:v>
                </c:pt>
                <c:pt idx="14499">
                  <c:v>3.9279899999999999</c:v>
                </c:pt>
                <c:pt idx="14500">
                  <c:v>3.9283000000000001</c:v>
                </c:pt>
                <c:pt idx="14501">
                  <c:v>3.9285999999999999</c:v>
                </c:pt>
                <c:pt idx="14502">
                  <c:v>3.9289100000000001</c:v>
                </c:pt>
                <c:pt idx="14503">
                  <c:v>3.9292099999999999</c:v>
                </c:pt>
                <c:pt idx="14504">
                  <c:v>3.9295200000000001</c:v>
                </c:pt>
                <c:pt idx="14505">
                  <c:v>3.9298199999999999</c:v>
                </c:pt>
                <c:pt idx="14506">
                  <c:v>3.9301300000000001</c:v>
                </c:pt>
                <c:pt idx="14507">
                  <c:v>3.9304299999999999</c:v>
                </c:pt>
                <c:pt idx="14508">
                  <c:v>3.9307400000000001</c:v>
                </c:pt>
                <c:pt idx="14509">
                  <c:v>3.9310399999999999</c:v>
                </c:pt>
                <c:pt idx="14510">
                  <c:v>3.9313500000000001</c:v>
                </c:pt>
                <c:pt idx="14511">
                  <c:v>3.9316499999999999</c:v>
                </c:pt>
                <c:pt idx="14512">
                  <c:v>3.9319600000000001</c:v>
                </c:pt>
                <c:pt idx="14513">
                  <c:v>3.9322699999999999</c:v>
                </c:pt>
                <c:pt idx="14514">
                  <c:v>3.9325700000000001</c:v>
                </c:pt>
                <c:pt idx="14515">
                  <c:v>3.9328799999999999</c:v>
                </c:pt>
                <c:pt idx="14516">
                  <c:v>3.9331800000000001</c:v>
                </c:pt>
                <c:pt idx="14517">
                  <c:v>3.9334899999999999</c:v>
                </c:pt>
                <c:pt idx="14518">
                  <c:v>3.9337900000000001</c:v>
                </c:pt>
                <c:pt idx="14519">
                  <c:v>3.9340999999999999</c:v>
                </c:pt>
                <c:pt idx="14520">
                  <c:v>3.9344000000000001</c:v>
                </c:pt>
                <c:pt idx="14521">
                  <c:v>3.9347099999999999</c:v>
                </c:pt>
                <c:pt idx="14522">
                  <c:v>3.9350100000000001</c:v>
                </c:pt>
                <c:pt idx="14523">
                  <c:v>3.9353199999999999</c:v>
                </c:pt>
                <c:pt idx="14524">
                  <c:v>3.9356200000000001</c:v>
                </c:pt>
                <c:pt idx="14525">
                  <c:v>3.9359299999999999</c:v>
                </c:pt>
                <c:pt idx="14526">
                  <c:v>3.9362400000000002</c:v>
                </c:pt>
                <c:pt idx="14527">
                  <c:v>3.9365399999999999</c:v>
                </c:pt>
                <c:pt idx="14528">
                  <c:v>3.9368500000000002</c:v>
                </c:pt>
                <c:pt idx="14529">
                  <c:v>3.9371499999999999</c:v>
                </c:pt>
                <c:pt idx="14530">
                  <c:v>3.9374600000000002</c:v>
                </c:pt>
                <c:pt idx="14531">
                  <c:v>3.9377599999999999</c:v>
                </c:pt>
                <c:pt idx="14532">
                  <c:v>3.9380700000000002</c:v>
                </c:pt>
                <c:pt idx="14533">
                  <c:v>3.9383699999999999</c:v>
                </c:pt>
                <c:pt idx="14534">
                  <c:v>3.9386800000000002</c:v>
                </c:pt>
                <c:pt idx="14535">
                  <c:v>3.9389799999999999</c:v>
                </c:pt>
                <c:pt idx="14536">
                  <c:v>3.9392900000000002</c:v>
                </c:pt>
                <c:pt idx="14537">
                  <c:v>3.9395899999999999</c:v>
                </c:pt>
                <c:pt idx="14538">
                  <c:v>3.9399000000000002</c:v>
                </c:pt>
                <c:pt idx="14539">
                  <c:v>3.94021</c:v>
                </c:pt>
                <c:pt idx="14540">
                  <c:v>3.9405100000000002</c:v>
                </c:pt>
                <c:pt idx="14541">
                  <c:v>3.94082</c:v>
                </c:pt>
                <c:pt idx="14542">
                  <c:v>3.9411200000000002</c:v>
                </c:pt>
                <c:pt idx="14543">
                  <c:v>3.94143</c:v>
                </c:pt>
                <c:pt idx="14544">
                  <c:v>3.9417300000000002</c:v>
                </c:pt>
                <c:pt idx="14545">
                  <c:v>3.94204</c:v>
                </c:pt>
                <c:pt idx="14546">
                  <c:v>3.9423400000000002</c:v>
                </c:pt>
                <c:pt idx="14547">
                  <c:v>3.94265</c:v>
                </c:pt>
                <c:pt idx="14548">
                  <c:v>3.9429500000000002</c:v>
                </c:pt>
                <c:pt idx="14549">
                  <c:v>3.94326</c:v>
                </c:pt>
                <c:pt idx="14550">
                  <c:v>3.9435600000000002</c:v>
                </c:pt>
                <c:pt idx="14551">
                  <c:v>3.94387</c:v>
                </c:pt>
                <c:pt idx="14552">
                  <c:v>3.9441799999999998</c:v>
                </c:pt>
                <c:pt idx="14553">
                  <c:v>3.94448</c:v>
                </c:pt>
                <c:pt idx="14554">
                  <c:v>3.9447899999999998</c:v>
                </c:pt>
                <c:pt idx="14555">
                  <c:v>3.94509</c:v>
                </c:pt>
                <c:pt idx="14556">
                  <c:v>3.9453999999999998</c:v>
                </c:pt>
                <c:pt idx="14557">
                  <c:v>3.9457</c:v>
                </c:pt>
                <c:pt idx="14558">
                  <c:v>3.9460099999999998</c:v>
                </c:pt>
                <c:pt idx="14559">
                  <c:v>3.94631</c:v>
                </c:pt>
                <c:pt idx="14560">
                  <c:v>3.9466199999999998</c:v>
                </c:pt>
                <c:pt idx="14561">
                  <c:v>3.94692</c:v>
                </c:pt>
                <c:pt idx="14562">
                  <c:v>3.9472299999999998</c:v>
                </c:pt>
                <c:pt idx="14563">
                  <c:v>3.94754</c:v>
                </c:pt>
                <c:pt idx="14564">
                  <c:v>3.9478399999999998</c:v>
                </c:pt>
                <c:pt idx="14565">
                  <c:v>3.94815</c:v>
                </c:pt>
                <c:pt idx="14566">
                  <c:v>3.9484499999999998</c:v>
                </c:pt>
                <c:pt idx="14567">
                  <c:v>3.94876</c:v>
                </c:pt>
                <c:pt idx="14568">
                  <c:v>3.9490599999999998</c:v>
                </c:pt>
                <c:pt idx="14569">
                  <c:v>3.94937</c:v>
                </c:pt>
                <c:pt idx="14570">
                  <c:v>3.9496699999999998</c:v>
                </c:pt>
                <c:pt idx="14571">
                  <c:v>3.94998</c:v>
                </c:pt>
                <c:pt idx="14572">
                  <c:v>3.9502799999999998</c:v>
                </c:pt>
                <c:pt idx="14573">
                  <c:v>3.95059</c:v>
                </c:pt>
                <c:pt idx="14574">
                  <c:v>3.9508899999999998</c:v>
                </c:pt>
                <c:pt idx="14575">
                  <c:v>3.9512</c:v>
                </c:pt>
                <c:pt idx="14576">
                  <c:v>3.9515099999999999</c:v>
                </c:pt>
                <c:pt idx="14577">
                  <c:v>3.95181</c:v>
                </c:pt>
                <c:pt idx="14578">
                  <c:v>3.9521199999999999</c:v>
                </c:pt>
                <c:pt idx="14579">
                  <c:v>3.95242</c:v>
                </c:pt>
                <c:pt idx="14580">
                  <c:v>3.9527299999999999</c:v>
                </c:pt>
                <c:pt idx="14581">
                  <c:v>3.95303</c:v>
                </c:pt>
                <c:pt idx="14582">
                  <c:v>3.9533399999999999</c:v>
                </c:pt>
                <c:pt idx="14583">
                  <c:v>3.95364</c:v>
                </c:pt>
                <c:pt idx="14584">
                  <c:v>3.9539499999999999</c:v>
                </c:pt>
                <c:pt idx="14585">
                  <c:v>3.95425</c:v>
                </c:pt>
                <c:pt idx="14586">
                  <c:v>3.9545599999999999</c:v>
                </c:pt>
                <c:pt idx="14587">
                  <c:v>3.95486</c:v>
                </c:pt>
                <c:pt idx="14588">
                  <c:v>3.9551699999999999</c:v>
                </c:pt>
                <c:pt idx="14589">
                  <c:v>3.9554800000000001</c:v>
                </c:pt>
                <c:pt idx="14590">
                  <c:v>3.9557799999999999</c:v>
                </c:pt>
                <c:pt idx="14591">
                  <c:v>3.9560900000000001</c:v>
                </c:pt>
                <c:pt idx="14592">
                  <c:v>3.9563899999999999</c:v>
                </c:pt>
                <c:pt idx="14593">
                  <c:v>3.9567000000000001</c:v>
                </c:pt>
                <c:pt idx="14594">
                  <c:v>3.9569999999999999</c:v>
                </c:pt>
                <c:pt idx="14595">
                  <c:v>3.9573100000000001</c:v>
                </c:pt>
                <c:pt idx="14596">
                  <c:v>3.9576099999999999</c:v>
                </c:pt>
                <c:pt idx="14597">
                  <c:v>3.9579200000000001</c:v>
                </c:pt>
                <c:pt idx="14598">
                  <c:v>3.9582199999999998</c:v>
                </c:pt>
                <c:pt idx="14599">
                  <c:v>3.9585300000000001</c:v>
                </c:pt>
                <c:pt idx="14600">
                  <c:v>3.9588299999999998</c:v>
                </c:pt>
                <c:pt idx="14601">
                  <c:v>3.9591400000000001</c:v>
                </c:pt>
                <c:pt idx="14602">
                  <c:v>3.9594499999999999</c:v>
                </c:pt>
                <c:pt idx="14603">
                  <c:v>3.9597500000000001</c:v>
                </c:pt>
                <c:pt idx="14604">
                  <c:v>3.9600599999999999</c:v>
                </c:pt>
                <c:pt idx="14605">
                  <c:v>3.9603600000000001</c:v>
                </c:pt>
                <c:pt idx="14606">
                  <c:v>3.9606699999999999</c:v>
                </c:pt>
                <c:pt idx="14607">
                  <c:v>3.9609700000000001</c:v>
                </c:pt>
                <c:pt idx="14608">
                  <c:v>3.9612799999999999</c:v>
                </c:pt>
                <c:pt idx="14609">
                  <c:v>3.9615800000000001</c:v>
                </c:pt>
                <c:pt idx="14610">
                  <c:v>3.9618899999999999</c:v>
                </c:pt>
                <c:pt idx="14611">
                  <c:v>3.9621900000000001</c:v>
                </c:pt>
                <c:pt idx="14612">
                  <c:v>3.9624999999999999</c:v>
                </c:pt>
                <c:pt idx="14613">
                  <c:v>3.9628000000000001</c:v>
                </c:pt>
                <c:pt idx="14614">
                  <c:v>3.9631099999999999</c:v>
                </c:pt>
                <c:pt idx="14615">
                  <c:v>3.9634200000000002</c:v>
                </c:pt>
                <c:pt idx="14616">
                  <c:v>3.9637199999999999</c:v>
                </c:pt>
                <c:pt idx="14617">
                  <c:v>3.9640300000000002</c:v>
                </c:pt>
                <c:pt idx="14618">
                  <c:v>3.9643299999999999</c:v>
                </c:pt>
                <c:pt idx="14619">
                  <c:v>3.9646400000000002</c:v>
                </c:pt>
                <c:pt idx="14620">
                  <c:v>3.9649399999999999</c:v>
                </c:pt>
                <c:pt idx="14621">
                  <c:v>3.9652500000000002</c:v>
                </c:pt>
                <c:pt idx="14622">
                  <c:v>3.9655499999999999</c:v>
                </c:pt>
                <c:pt idx="14623">
                  <c:v>3.9658600000000002</c:v>
                </c:pt>
                <c:pt idx="14624">
                  <c:v>3.9661599999999999</c:v>
                </c:pt>
                <c:pt idx="14625">
                  <c:v>3.9664700000000002</c:v>
                </c:pt>
                <c:pt idx="14626">
                  <c:v>3.96678</c:v>
                </c:pt>
                <c:pt idx="14627">
                  <c:v>3.9670800000000002</c:v>
                </c:pt>
                <c:pt idx="14628">
                  <c:v>3.96739</c:v>
                </c:pt>
                <c:pt idx="14629">
                  <c:v>3.9676900000000002</c:v>
                </c:pt>
                <c:pt idx="14630">
                  <c:v>3.968</c:v>
                </c:pt>
                <c:pt idx="14631">
                  <c:v>3.9683000000000002</c:v>
                </c:pt>
                <c:pt idx="14632">
                  <c:v>3.96861</c:v>
                </c:pt>
                <c:pt idx="14633">
                  <c:v>3.9689100000000002</c:v>
                </c:pt>
                <c:pt idx="14634">
                  <c:v>3.96922</c:v>
                </c:pt>
                <c:pt idx="14635">
                  <c:v>3.9695200000000002</c:v>
                </c:pt>
                <c:pt idx="14636">
                  <c:v>3.96983</c:v>
                </c:pt>
                <c:pt idx="14637">
                  <c:v>3.9701300000000002</c:v>
                </c:pt>
                <c:pt idx="14638">
                  <c:v>3.97044</c:v>
                </c:pt>
                <c:pt idx="14639">
                  <c:v>3.9707499999999998</c:v>
                </c:pt>
                <c:pt idx="14640">
                  <c:v>3.97105</c:v>
                </c:pt>
                <c:pt idx="14641">
                  <c:v>3.9713599999999998</c:v>
                </c:pt>
                <c:pt idx="14642">
                  <c:v>3.97166</c:v>
                </c:pt>
                <c:pt idx="14643">
                  <c:v>3.9719699999999998</c:v>
                </c:pt>
                <c:pt idx="14644">
                  <c:v>3.97227</c:v>
                </c:pt>
                <c:pt idx="14645">
                  <c:v>3.9725799999999998</c:v>
                </c:pt>
                <c:pt idx="14646">
                  <c:v>3.97288</c:v>
                </c:pt>
                <c:pt idx="14647">
                  <c:v>3.9731900000000002</c:v>
                </c:pt>
                <c:pt idx="14648">
                  <c:v>3.97349</c:v>
                </c:pt>
                <c:pt idx="14649">
                  <c:v>3.9738000000000002</c:v>
                </c:pt>
                <c:pt idx="14650">
                  <c:v>3.9741</c:v>
                </c:pt>
                <c:pt idx="14651">
                  <c:v>3.9744100000000002</c:v>
                </c:pt>
                <c:pt idx="14652">
                  <c:v>3.97472</c:v>
                </c:pt>
                <c:pt idx="14653">
                  <c:v>3.9750200000000002</c:v>
                </c:pt>
                <c:pt idx="14654">
                  <c:v>3.97533</c:v>
                </c:pt>
                <c:pt idx="14655">
                  <c:v>3.9756300000000002</c:v>
                </c:pt>
                <c:pt idx="14656">
                  <c:v>3.97594</c:v>
                </c:pt>
                <c:pt idx="14657">
                  <c:v>3.9762400000000002</c:v>
                </c:pt>
                <c:pt idx="14658">
                  <c:v>3.97655</c:v>
                </c:pt>
                <c:pt idx="14659">
                  <c:v>3.9768500000000002</c:v>
                </c:pt>
                <c:pt idx="14660">
                  <c:v>3.97716</c:v>
                </c:pt>
                <c:pt idx="14661">
                  <c:v>3.9774600000000002</c:v>
                </c:pt>
                <c:pt idx="14662">
                  <c:v>3.97777</c:v>
                </c:pt>
                <c:pt idx="14663">
                  <c:v>3.9780700000000002</c:v>
                </c:pt>
                <c:pt idx="14664">
                  <c:v>3.97838</c:v>
                </c:pt>
                <c:pt idx="14665">
                  <c:v>3.9786899999999998</c:v>
                </c:pt>
                <c:pt idx="14666">
                  <c:v>3.97899</c:v>
                </c:pt>
                <c:pt idx="14667">
                  <c:v>3.9792999999999998</c:v>
                </c:pt>
                <c:pt idx="14668">
                  <c:v>3.9796</c:v>
                </c:pt>
                <c:pt idx="14669">
                  <c:v>3.9799099999999998</c:v>
                </c:pt>
                <c:pt idx="14670">
                  <c:v>3.98021</c:v>
                </c:pt>
                <c:pt idx="14671">
                  <c:v>3.9805199999999998</c:v>
                </c:pt>
                <c:pt idx="14672">
                  <c:v>3.98082</c:v>
                </c:pt>
                <c:pt idx="14673">
                  <c:v>3.9811299999999998</c:v>
                </c:pt>
                <c:pt idx="14674">
                  <c:v>3.98143</c:v>
                </c:pt>
                <c:pt idx="14675">
                  <c:v>3.9817399999999998</c:v>
                </c:pt>
                <c:pt idx="14676">
                  <c:v>3.98204</c:v>
                </c:pt>
                <c:pt idx="14677">
                  <c:v>3.9823499999999998</c:v>
                </c:pt>
                <c:pt idx="14678">
                  <c:v>3.9826600000000001</c:v>
                </c:pt>
                <c:pt idx="14679">
                  <c:v>3.9829599999999998</c:v>
                </c:pt>
                <c:pt idx="14680">
                  <c:v>3.9832700000000001</c:v>
                </c:pt>
                <c:pt idx="14681">
                  <c:v>3.9835699999999998</c:v>
                </c:pt>
                <c:pt idx="14682">
                  <c:v>3.9838800000000001</c:v>
                </c:pt>
                <c:pt idx="14683">
                  <c:v>3.9841799999999998</c:v>
                </c:pt>
                <c:pt idx="14684">
                  <c:v>3.9844900000000001</c:v>
                </c:pt>
                <c:pt idx="14685">
                  <c:v>3.9847899999999998</c:v>
                </c:pt>
                <c:pt idx="14686">
                  <c:v>3.9851000000000001</c:v>
                </c:pt>
                <c:pt idx="14687">
                  <c:v>3.9853999999999998</c:v>
                </c:pt>
                <c:pt idx="14688">
                  <c:v>3.9857100000000001</c:v>
                </c:pt>
                <c:pt idx="14689">
                  <c:v>3.9860199999999999</c:v>
                </c:pt>
                <c:pt idx="14690">
                  <c:v>3.9863200000000001</c:v>
                </c:pt>
                <c:pt idx="14691">
                  <c:v>3.9866299999999999</c:v>
                </c:pt>
                <c:pt idx="14692">
                  <c:v>3.9869300000000001</c:v>
                </c:pt>
                <c:pt idx="14693">
                  <c:v>3.9872399999999999</c:v>
                </c:pt>
                <c:pt idx="14694">
                  <c:v>3.9875400000000001</c:v>
                </c:pt>
                <c:pt idx="14695">
                  <c:v>3.9878499999999999</c:v>
                </c:pt>
                <c:pt idx="14696">
                  <c:v>3.9881500000000001</c:v>
                </c:pt>
                <c:pt idx="14697">
                  <c:v>3.9884599999999999</c:v>
                </c:pt>
                <c:pt idx="14698">
                  <c:v>3.9887600000000001</c:v>
                </c:pt>
                <c:pt idx="14699">
                  <c:v>3.9890699999999999</c:v>
                </c:pt>
                <c:pt idx="14700">
                  <c:v>3.9893700000000001</c:v>
                </c:pt>
                <c:pt idx="14701">
                  <c:v>3.9896799999999999</c:v>
                </c:pt>
                <c:pt idx="14702">
                  <c:v>3.9899900000000001</c:v>
                </c:pt>
                <c:pt idx="14703">
                  <c:v>3.9902899999999999</c:v>
                </c:pt>
                <c:pt idx="14704">
                  <c:v>3.9906000000000001</c:v>
                </c:pt>
                <c:pt idx="14705">
                  <c:v>3.9908999999999999</c:v>
                </c:pt>
                <c:pt idx="14706">
                  <c:v>3.9912100000000001</c:v>
                </c:pt>
                <c:pt idx="14707">
                  <c:v>3.9915099999999999</c:v>
                </c:pt>
                <c:pt idx="14708">
                  <c:v>3.9918200000000001</c:v>
                </c:pt>
                <c:pt idx="14709">
                  <c:v>3.9921199999999999</c:v>
                </c:pt>
                <c:pt idx="14710">
                  <c:v>3.9924300000000001</c:v>
                </c:pt>
                <c:pt idx="14711">
                  <c:v>3.9927299999999999</c:v>
                </c:pt>
                <c:pt idx="14712">
                  <c:v>3.9930400000000001</c:v>
                </c:pt>
                <c:pt idx="14713">
                  <c:v>3.9933399999999999</c:v>
                </c:pt>
                <c:pt idx="14714">
                  <c:v>3.9936500000000001</c:v>
                </c:pt>
                <c:pt idx="14715">
                  <c:v>3.99396</c:v>
                </c:pt>
                <c:pt idx="14716">
                  <c:v>3.9942600000000001</c:v>
                </c:pt>
                <c:pt idx="14717">
                  <c:v>3.99457</c:v>
                </c:pt>
                <c:pt idx="14718">
                  <c:v>3.9948700000000001</c:v>
                </c:pt>
                <c:pt idx="14719">
                  <c:v>3.99518</c:v>
                </c:pt>
                <c:pt idx="14720">
                  <c:v>3.9954800000000001</c:v>
                </c:pt>
                <c:pt idx="14721">
                  <c:v>3.99579</c:v>
                </c:pt>
                <c:pt idx="14722">
                  <c:v>3.9960900000000001</c:v>
                </c:pt>
                <c:pt idx="14723">
                  <c:v>3.9964</c:v>
                </c:pt>
                <c:pt idx="14724">
                  <c:v>3.9967000000000001</c:v>
                </c:pt>
                <c:pt idx="14725">
                  <c:v>3.99701</c:v>
                </c:pt>
                <c:pt idx="14726">
                  <c:v>3.9973100000000001</c:v>
                </c:pt>
                <c:pt idx="14727">
                  <c:v>3.99762</c:v>
                </c:pt>
                <c:pt idx="14728">
                  <c:v>3.9979300000000002</c:v>
                </c:pt>
                <c:pt idx="14729">
                  <c:v>3.99823</c:v>
                </c:pt>
                <c:pt idx="14730">
                  <c:v>3.9985400000000002</c:v>
                </c:pt>
                <c:pt idx="14731">
                  <c:v>3.99884</c:v>
                </c:pt>
                <c:pt idx="14732">
                  <c:v>3.9991500000000002</c:v>
                </c:pt>
                <c:pt idx="14733">
                  <c:v>3.9994499999999999</c:v>
                </c:pt>
                <c:pt idx="14734">
                  <c:v>3.9997600000000002</c:v>
                </c:pt>
                <c:pt idx="14735">
                  <c:v>4.0000600000000004</c:v>
                </c:pt>
                <c:pt idx="14736">
                  <c:v>4.0003700000000002</c:v>
                </c:pt>
                <c:pt idx="14737">
                  <c:v>4.0006700000000004</c:v>
                </c:pt>
                <c:pt idx="14738">
                  <c:v>4.0009800000000002</c:v>
                </c:pt>
                <c:pt idx="14739">
                  <c:v>4.00129</c:v>
                </c:pt>
                <c:pt idx="14740">
                  <c:v>4.0015900000000002</c:v>
                </c:pt>
                <c:pt idx="14741">
                  <c:v>4.0019</c:v>
                </c:pt>
                <c:pt idx="14742">
                  <c:v>4.0022000000000002</c:v>
                </c:pt>
                <c:pt idx="14743">
                  <c:v>4.00251</c:v>
                </c:pt>
                <c:pt idx="14744">
                  <c:v>4.0028100000000002</c:v>
                </c:pt>
                <c:pt idx="14745">
                  <c:v>4.00312</c:v>
                </c:pt>
                <c:pt idx="14746">
                  <c:v>4.0034200000000002</c:v>
                </c:pt>
                <c:pt idx="14747">
                  <c:v>4.00373</c:v>
                </c:pt>
                <c:pt idx="14748">
                  <c:v>4.0040300000000002</c:v>
                </c:pt>
                <c:pt idx="14749">
                  <c:v>4.00434</c:v>
                </c:pt>
                <c:pt idx="14750">
                  <c:v>4.0046400000000002</c:v>
                </c:pt>
                <c:pt idx="14751">
                  <c:v>4.00495</c:v>
                </c:pt>
                <c:pt idx="14752">
                  <c:v>4.0052599999999998</c:v>
                </c:pt>
                <c:pt idx="14753">
                  <c:v>4.00556</c:v>
                </c:pt>
                <c:pt idx="14754">
                  <c:v>4.0058699999999998</c:v>
                </c:pt>
                <c:pt idx="14755">
                  <c:v>4.00617</c:v>
                </c:pt>
                <c:pt idx="14756">
                  <c:v>4.0064799999999998</c:v>
                </c:pt>
                <c:pt idx="14757">
                  <c:v>4.00678</c:v>
                </c:pt>
                <c:pt idx="14758">
                  <c:v>4.0070899999999998</c:v>
                </c:pt>
                <c:pt idx="14759">
                  <c:v>4.00739</c:v>
                </c:pt>
                <c:pt idx="14760">
                  <c:v>4.0076999999999998</c:v>
                </c:pt>
                <c:pt idx="14761">
                  <c:v>4.008</c:v>
                </c:pt>
                <c:pt idx="14762">
                  <c:v>4.0083099999999998</c:v>
                </c:pt>
                <c:pt idx="14763">
                  <c:v>4.00861</c:v>
                </c:pt>
                <c:pt idx="14764">
                  <c:v>4.0089199999999998</c:v>
                </c:pt>
                <c:pt idx="14765">
                  <c:v>4.0092299999999996</c:v>
                </c:pt>
                <c:pt idx="14766">
                  <c:v>4.0095299999999998</c:v>
                </c:pt>
                <c:pt idx="14767">
                  <c:v>4.0098399999999996</c:v>
                </c:pt>
                <c:pt idx="14768">
                  <c:v>4.0101399999999998</c:v>
                </c:pt>
                <c:pt idx="14769">
                  <c:v>4.0104499999999996</c:v>
                </c:pt>
                <c:pt idx="14770">
                  <c:v>4.0107499999999998</c:v>
                </c:pt>
                <c:pt idx="14771">
                  <c:v>4.0110599999999996</c:v>
                </c:pt>
                <c:pt idx="14772">
                  <c:v>4.0113599999999998</c:v>
                </c:pt>
                <c:pt idx="14773">
                  <c:v>4.0116699999999996</c:v>
                </c:pt>
                <c:pt idx="14774">
                  <c:v>4.0119699999999998</c:v>
                </c:pt>
                <c:pt idx="14775">
                  <c:v>4.0122799999999996</c:v>
                </c:pt>
                <c:pt idx="14776">
                  <c:v>4.0125799999999998</c:v>
                </c:pt>
                <c:pt idx="14777">
                  <c:v>4.0128899999999996</c:v>
                </c:pt>
                <c:pt idx="14778">
                  <c:v>4.0132000000000003</c:v>
                </c:pt>
                <c:pt idx="14779">
                  <c:v>4.0134999999999996</c:v>
                </c:pt>
                <c:pt idx="14780">
                  <c:v>4.0138100000000003</c:v>
                </c:pt>
                <c:pt idx="14781">
                  <c:v>4.0141099999999996</c:v>
                </c:pt>
                <c:pt idx="14782">
                  <c:v>4.0144200000000003</c:v>
                </c:pt>
                <c:pt idx="14783">
                  <c:v>4.0147199999999996</c:v>
                </c:pt>
                <c:pt idx="14784">
                  <c:v>4.0150300000000003</c:v>
                </c:pt>
                <c:pt idx="14785">
                  <c:v>4.0153299999999996</c:v>
                </c:pt>
                <c:pt idx="14786">
                  <c:v>4.0156400000000003</c:v>
                </c:pt>
                <c:pt idx="14787">
                  <c:v>4.0159399999999996</c:v>
                </c:pt>
                <c:pt idx="14788">
                  <c:v>4.0162500000000003</c:v>
                </c:pt>
                <c:pt idx="14789">
                  <c:v>4.0165499999999996</c:v>
                </c:pt>
                <c:pt idx="14790">
                  <c:v>4.0168600000000003</c:v>
                </c:pt>
                <c:pt idx="14791">
                  <c:v>4.0171700000000001</c:v>
                </c:pt>
                <c:pt idx="14792">
                  <c:v>4.0174700000000003</c:v>
                </c:pt>
                <c:pt idx="14793">
                  <c:v>4.0177800000000001</c:v>
                </c:pt>
                <c:pt idx="14794">
                  <c:v>4.0180800000000003</c:v>
                </c:pt>
                <c:pt idx="14795">
                  <c:v>4.0183900000000001</c:v>
                </c:pt>
                <c:pt idx="14796">
                  <c:v>4.0186900000000003</c:v>
                </c:pt>
                <c:pt idx="14797">
                  <c:v>4.0190000000000001</c:v>
                </c:pt>
                <c:pt idx="14798">
                  <c:v>4.0193000000000003</c:v>
                </c:pt>
                <c:pt idx="14799">
                  <c:v>4.0196100000000001</c:v>
                </c:pt>
                <c:pt idx="14800">
                  <c:v>4.0199100000000003</c:v>
                </c:pt>
                <c:pt idx="14801">
                  <c:v>4.0202200000000001</c:v>
                </c:pt>
                <c:pt idx="14802">
                  <c:v>4.0205299999999999</c:v>
                </c:pt>
                <c:pt idx="14803">
                  <c:v>4.0208300000000001</c:v>
                </c:pt>
                <c:pt idx="14804">
                  <c:v>4.0211399999999999</c:v>
                </c:pt>
                <c:pt idx="14805">
                  <c:v>4.0214400000000001</c:v>
                </c:pt>
                <c:pt idx="14806">
                  <c:v>4.0217499999999999</c:v>
                </c:pt>
                <c:pt idx="14807">
                  <c:v>4.0220500000000001</c:v>
                </c:pt>
                <c:pt idx="14808">
                  <c:v>4.0223599999999999</c:v>
                </c:pt>
                <c:pt idx="14809">
                  <c:v>4.0226600000000001</c:v>
                </c:pt>
                <c:pt idx="14810">
                  <c:v>4.0229699999999999</c:v>
                </c:pt>
                <c:pt idx="14811">
                  <c:v>4.0232700000000001</c:v>
                </c:pt>
                <c:pt idx="14812">
                  <c:v>4.0235799999999999</c:v>
                </c:pt>
                <c:pt idx="14813">
                  <c:v>4.0238800000000001</c:v>
                </c:pt>
                <c:pt idx="14814">
                  <c:v>4.0241899999999999</c:v>
                </c:pt>
                <c:pt idx="14815">
                  <c:v>4.0244999999999997</c:v>
                </c:pt>
                <c:pt idx="14816">
                  <c:v>4.0247999999999999</c:v>
                </c:pt>
                <c:pt idx="14817">
                  <c:v>4.0251099999999997</c:v>
                </c:pt>
                <c:pt idx="14818">
                  <c:v>4.0254099999999999</c:v>
                </c:pt>
                <c:pt idx="14819">
                  <c:v>4.0257199999999997</c:v>
                </c:pt>
                <c:pt idx="14820">
                  <c:v>4.0260199999999999</c:v>
                </c:pt>
                <c:pt idx="14821">
                  <c:v>4.0263299999999997</c:v>
                </c:pt>
                <c:pt idx="14822">
                  <c:v>4.0266299999999999</c:v>
                </c:pt>
                <c:pt idx="14823">
                  <c:v>4.0269399999999997</c:v>
                </c:pt>
                <c:pt idx="14824">
                  <c:v>4.0272399999999999</c:v>
                </c:pt>
                <c:pt idx="14825">
                  <c:v>4.0275499999999997</c:v>
                </c:pt>
                <c:pt idx="14826">
                  <c:v>4.0278499999999999</c:v>
                </c:pt>
                <c:pt idx="14827">
                  <c:v>4.0281599999999997</c:v>
                </c:pt>
                <c:pt idx="14828">
                  <c:v>4.0284700000000004</c:v>
                </c:pt>
                <c:pt idx="14829">
                  <c:v>4.0287699999999997</c:v>
                </c:pt>
                <c:pt idx="14830">
                  <c:v>4.0290800000000004</c:v>
                </c:pt>
                <c:pt idx="14831">
                  <c:v>4.0293799999999997</c:v>
                </c:pt>
                <c:pt idx="14832">
                  <c:v>4.0296900000000004</c:v>
                </c:pt>
                <c:pt idx="14833">
                  <c:v>4.0299899999999997</c:v>
                </c:pt>
                <c:pt idx="14834">
                  <c:v>4.0303000000000004</c:v>
                </c:pt>
                <c:pt idx="14835">
                  <c:v>4.0305999999999997</c:v>
                </c:pt>
                <c:pt idx="14836">
                  <c:v>4.0309100000000004</c:v>
                </c:pt>
                <c:pt idx="14837">
                  <c:v>4.0312099999999997</c:v>
                </c:pt>
                <c:pt idx="14838">
                  <c:v>4.0315200000000004</c:v>
                </c:pt>
                <c:pt idx="14839">
                  <c:v>4.0318199999999997</c:v>
                </c:pt>
                <c:pt idx="14840">
                  <c:v>4.0321300000000004</c:v>
                </c:pt>
                <c:pt idx="14841">
                  <c:v>4.0324400000000002</c:v>
                </c:pt>
                <c:pt idx="14842">
                  <c:v>4.0327400000000004</c:v>
                </c:pt>
                <c:pt idx="14843">
                  <c:v>4.0330500000000002</c:v>
                </c:pt>
                <c:pt idx="14844">
                  <c:v>4.0333500000000004</c:v>
                </c:pt>
                <c:pt idx="14845">
                  <c:v>4.0336600000000002</c:v>
                </c:pt>
                <c:pt idx="14846">
                  <c:v>4.0339600000000004</c:v>
                </c:pt>
                <c:pt idx="14847">
                  <c:v>4.0342700000000002</c:v>
                </c:pt>
                <c:pt idx="14848">
                  <c:v>4.0345700000000004</c:v>
                </c:pt>
                <c:pt idx="14849">
                  <c:v>4.0348800000000002</c:v>
                </c:pt>
                <c:pt idx="14850">
                  <c:v>4.0351800000000004</c:v>
                </c:pt>
                <c:pt idx="14851">
                  <c:v>4.0354900000000002</c:v>
                </c:pt>
                <c:pt idx="14852">
                  <c:v>4.0357900000000004</c:v>
                </c:pt>
                <c:pt idx="14853">
                  <c:v>4.0361000000000002</c:v>
                </c:pt>
                <c:pt idx="14854">
                  <c:v>4.0364100000000001</c:v>
                </c:pt>
                <c:pt idx="14855">
                  <c:v>4.0367100000000002</c:v>
                </c:pt>
                <c:pt idx="14856">
                  <c:v>4.0370200000000001</c:v>
                </c:pt>
                <c:pt idx="14857">
                  <c:v>4.0373200000000002</c:v>
                </c:pt>
                <c:pt idx="14858">
                  <c:v>4.0376300000000001</c:v>
                </c:pt>
                <c:pt idx="14859">
                  <c:v>4.0379300000000002</c:v>
                </c:pt>
                <c:pt idx="14860">
                  <c:v>4.0382400000000001</c:v>
                </c:pt>
                <c:pt idx="14861">
                  <c:v>4.0385400000000002</c:v>
                </c:pt>
                <c:pt idx="14862">
                  <c:v>4.0388500000000001</c:v>
                </c:pt>
                <c:pt idx="14863">
                  <c:v>4.0391500000000002</c:v>
                </c:pt>
                <c:pt idx="14864">
                  <c:v>4.0394600000000001</c:v>
                </c:pt>
                <c:pt idx="14865">
                  <c:v>4.0397699999999999</c:v>
                </c:pt>
                <c:pt idx="14866">
                  <c:v>4.0400700000000001</c:v>
                </c:pt>
                <c:pt idx="14867">
                  <c:v>4.0403799999999999</c:v>
                </c:pt>
                <c:pt idx="14868">
                  <c:v>4.04068</c:v>
                </c:pt>
                <c:pt idx="14869">
                  <c:v>4.0409899999999999</c:v>
                </c:pt>
                <c:pt idx="14870">
                  <c:v>4.04129</c:v>
                </c:pt>
                <c:pt idx="14871">
                  <c:v>4.0415999999999999</c:v>
                </c:pt>
                <c:pt idx="14872">
                  <c:v>4.0419</c:v>
                </c:pt>
                <c:pt idx="14873">
                  <c:v>4.0422099999999999</c:v>
                </c:pt>
                <c:pt idx="14874">
                  <c:v>4.04251</c:v>
                </c:pt>
                <c:pt idx="14875">
                  <c:v>4.0428199999999999</c:v>
                </c:pt>
                <c:pt idx="14876">
                  <c:v>4.04312</c:v>
                </c:pt>
                <c:pt idx="14877">
                  <c:v>4.0434299999999999</c:v>
                </c:pt>
                <c:pt idx="14878">
                  <c:v>4.0437399999999997</c:v>
                </c:pt>
                <c:pt idx="14879">
                  <c:v>4.0440399999999999</c:v>
                </c:pt>
                <c:pt idx="14880">
                  <c:v>4.0443499999999997</c:v>
                </c:pt>
                <c:pt idx="14881">
                  <c:v>4.0446499999999999</c:v>
                </c:pt>
                <c:pt idx="14882">
                  <c:v>4.0449599999999997</c:v>
                </c:pt>
                <c:pt idx="14883">
                  <c:v>4.0452599999999999</c:v>
                </c:pt>
                <c:pt idx="14884">
                  <c:v>4.0455699999999997</c:v>
                </c:pt>
                <c:pt idx="14885">
                  <c:v>4.0458699999999999</c:v>
                </c:pt>
                <c:pt idx="14886">
                  <c:v>4.0461799999999997</c:v>
                </c:pt>
                <c:pt idx="14887">
                  <c:v>4.0464799999999999</c:v>
                </c:pt>
                <c:pt idx="14888">
                  <c:v>4.0467899999999997</c:v>
                </c:pt>
                <c:pt idx="14889">
                  <c:v>4.0470899999999999</c:v>
                </c:pt>
                <c:pt idx="14890">
                  <c:v>4.0473999999999997</c:v>
                </c:pt>
                <c:pt idx="14891">
                  <c:v>4.0477100000000004</c:v>
                </c:pt>
                <c:pt idx="14892">
                  <c:v>4.0480099999999997</c:v>
                </c:pt>
                <c:pt idx="14893">
                  <c:v>4.0483200000000004</c:v>
                </c:pt>
                <c:pt idx="14894">
                  <c:v>4.0486199999999997</c:v>
                </c:pt>
                <c:pt idx="14895">
                  <c:v>4.0489300000000004</c:v>
                </c:pt>
                <c:pt idx="14896">
                  <c:v>4.0492299999999997</c:v>
                </c:pt>
                <c:pt idx="14897">
                  <c:v>4.0495400000000004</c:v>
                </c:pt>
                <c:pt idx="14898">
                  <c:v>4.0498399999999997</c:v>
                </c:pt>
                <c:pt idx="14899">
                  <c:v>4.0501500000000004</c:v>
                </c:pt>
                <c:pt idx="14900">
                  <c:v>4.0504499999999997</c:v>
                </c:pt>
                <c:pt idx="14901">
                  <c:v>4.0507600000000004</c:v>
                </c:pt>
                <c:pt idx="14902">
                  <c:v>4.0510599999999997</c:v>
                </c:pt>
                <c:pt idx="14903">
                  <c:v>4.0513700000000004</c:v>
                </c:pt>
                <c:pt idx="14904">
                  <c:v>4.0516800000000002</c:v>
                </c:pt>
                <c:pt idx="14905">
                  <c:v>4.0519800000000004</c:v>
                </c:pt>
                <c:pt idx="14906">
                  <c:v>4.0522900000000002</c:v>
                </c:pt>
                <c:pt idx="14907">
                  <c:v>4.0525900000000004</c:v>
                </c:pt>
                <c:pt idx="14908">
                  <c:v>4.0529000000000002</c:v>
                </c:pt>
                <c:pt idx="14909">
                  <c:v>4.0532000000000004</c:v>
                </c:pt>
                <c:pt idx="14910">
                  <c:v>4.0535100000000002</c:v>
                </c:pt>
                <c:pt idx="14911">
                  <c:v>4.0538100000000004</c:v>
                </c:pt>
                <c:pt idx="14912">
                  <c:v>4.0541200000000002</c:v>
                </c:pt>
                <c:pt idx="14913">
                  <c:v>4.0544200000000004</c:v>
                </c:pt>
                <c:pt idx="14914">
                  <c:v>4.0547300000000002</c:v>
                </c:pt>
                <c:pt idx="14915">
                  <c:v>4.05504</c:v>
                </c:pt>
                <c:pt idx="14916">
                  <c:v>4.0553400000000002</c:v>
                </c:pt>
                <c:pt idx="14917">
                  <c:v>4.05565</c:v>
                </c:pt>
                <c:pt idx="14918">
                  <c:v>4.0559500000000002</c:v>
                </c:pt>
                <c:pt idx="14919">
                  <c:v>4.05626</c:v>
                </c:pt>
                <c:pt idx="14920">
                  <c:v>4.0565600000000002</c:v>
                </c:pt>
                <c:pt idx="14921">
                  <c:v>4.05687</c:v>
                </c:pt>
                <c:pt idx="14922">
                  <c:v>4.0571700000000002</c:v>
                </c:pt>
                <c:pt idx="14923">
                  <c:v>4.05748</c:v>
                </c:pt>
                <c:pt idx="14924">
                  <c:v>4.0577800000000002</c:v>
                </c:pt>
                <c:pt idx="14925">
                  <c:v>4.05809</c:v>
                </c:pt>
                <c:pt idx="14926">
                  <c:v>4.0583900000000002</c:v>
                </c:pt>
                <c:pt idx="14927">
                  <c:v>4.0587</c:v>
                </c:pt>
                <c:pt idx="14928">
                  <c:v>4.0590099999999998</c:v>
                </c:pt>
                <c:pt idx="14929">
                  <c:v>4.05931</c:v>
                </c:pt>
                <c:pt idx="14930">
                  <c:v>4.0596199999999998</c:v>
                </c:pt>
                <c:pt idx="14931">
                  <c:v>4.05992</c:v>
                </c:pt>
                <c:pt idx="14932">
                  <c:v>4.0602299999999998</c:v>
                </c:pt>
                <c:pt idx="14933">
                  <c:v>4.06053</c:v>
                </c:pt>
                <c:pt idx="14934">
                  <c:v>4.0608399999999998</c:v>
                </c:pt>
                <c:pt idx="14935">
                  <c:v>4.06114</c:v>
                </c:pt>
                <c:pt idx="14936">
                  <c:v>4.0614499999999998</c:v>
                </c:pt>
                <c:pt idx="14937">
                  <c:v>4.06175</c:v>
                </c:pt>
                <c:pt idx="14938">
                  <c:v>4.0620599999999998</c:v>
                </c:pt>
                <c:pt idx="14939">
                  <c:v>4.06236</c:v>
                </c:pt>
                <c:pt idx="14940">
                  <c:v>4.0626699999999998</c:v>
                </c:pt>
                <c:pt idx="14941">
                  <c:v>4.0629799999999996</c:v>
                </c:pt>
                <c:pt idx="14942">
                  <c:v>4.0632799999999998</c:v>
                </c:pt>
                <c:pt idx="14943">
                  <c:v>4.0635899999999996</c:v>
                </c:pt>
                <c:pt idx="14944">
                  <c:v>4.0638899999999998</c:v>
                </c:pt>
                <c:pt idx="14945">
                  <c:v>4.0641999999999996</c:v>
                </c:pt>
                <c:pt idx="14946">
                  <c:v>4.0644999999999998</c:v>
                </c:pt>
                <c:pt idx="14947">
                  <c:v>4.0648099999999996</c:v>
                </c:pt>
                <c:pt idx="14948">
                  <c:v>4.0651099999999998</c:v>
                </c:pt>
                <c:pt idx="14949">
                  <c:v>4.0654199999999996</c:v>
                </c:pt>
                <c:pt idx="14950">
                  <c:v>4.0657199999999998</c:v>
                </c:pt>
                <c:pt idx="14951">
                  <c:v>4.0660299999999996</c:v>
                </c:pt>
                <c:pt idx="14952">
                  <c:v>4.0663299999999998</c:v>
                </c:pt>
                <c:pt idx="14953">
                  <c:v>4.0666399999999996</c:v>
                </c:pt>
                <c:pt idx="14954">
                  <c:v>4.0669500000000003</c:v>
                </c:pt>
                <c:pt idx="14955">
                  <c:v>4.0672499999999996</c:v>
                </c:pt>
                <c:pt idx="14956">
                  <c:v>4.0675600000000003</c:v>
                </c:pt>
                <c:pt idx="14957">
                  <c:v>4.0678599999999996</c:v>
                </c:pt>
                <c:pt idx="14958">
                  <c:v>4.0681700000000003</c:v>
                </c:pt>
                <c:pt idx="14959">
                  <c:v>4.0684699999999996</c:v>
                </c:pt>
                <c:pt idx="14960">
                  <c:v>4.0687800000000003</c:v>
                </c:pt>
                <c:pt idx="14961">
                  <c:v>4.0690799999999996</c:v>
                </c:pt>
                <c:pt idx="14962">
                  <c:v>4.0693900000000003</c:v>
                </c:pt>
                <c:pt idx="14963">
                  <c:v>4.0696899999999996</c:v>
                </c:pt>
                <c:pt idx="14964">
                  <c:v>4.07</c:v>
                </c:pt>
                <c:pt idx="14965">
                  <c:v>4.0702999999999996</c:v>
                </c:pt>
                <c:pt idx="14966">
                  <c:v>4.0706100000000003</c:v>
                </c:pt>
                <c:pt idx="14967">
                  <c:v>4.0709200000000001</c:v>
                </c:pt>
                <c:pt idx="14968">
                  <c:v>4.0712200000000003</c:v>
                </c:pt>
                <c:pt idx="14969">
                  <c:v>4.0715300000000001</c:v>
                </c:pt>
                <c:pt idx="14970">
                  <c:v>4.0718300000000003</c:v>
                </c:pt>
                <c:pt idx="14971">
                  <c:v>4.0721400000000001</c:v>
                </c:pt>
                <c:pt idx="14972">
                  <c:v>4.0724400000000003</c:v>
                </c:pt>
                <c:pt idx="14973">
                  <c:v>4.0727500000000001</c:v>
                </c:pt>
                <c:pt idx="14974">
                  <c:v>4.0730500000000003</c:v>
                </c:pt>
                <c:pt idx="14975">
                  <c:v>4.0733600000000001</c:v>
                </c:pt>
                <c:pt idx="14976">
                  <c:v>4.0736600000000003</c:v>
                </c:pt>
                <c:pt idx="14977">
                  <c:v>4.0739700000000001</c:v>
                </c:pt>
                <c:pt idx="14978">
                  <c:v>4.0742799999999999</c:v>
                </c:pt>
                <c:pt idx="14979">
                  <c:v>4.0745800000000001</c:v>
                </c:pt>
                <c:pt idx="14980">
                  <c:v>4.0748899999999999</c:v>
                </c:pt>
                <c:pt idx="14981">
                  <c:v>4.0751900000000001</c:v>
                </c:pt>
                <c:pt idx="14982">
                  <c:v>4.0754999999999999</c:v>
                </c:pt>
                <c:pt idx="14983">
                  <c:v>4.0758000000000001</c:v>
                </c:pt>
                <c:pt idx="14984">
                  <c:v>4.0761099999999999</c:v>
                </c:pt>
                <c:pt idx="14985">
                  <c:v>4.0764100000000001</c:v>
                </c:pt>
                <c:pt idx="14986">
                  <c:v>4.0767199999999999</c:v>
                </c:pt>
                <c:pt idx="14987">
                  <c:v>4.0770200000000001</c:v>
                </c:pt>
                <c:pt idx="14988">
                  <c:v>4.0773299999999999</c:v>
                </c:pt>
                <c:pt idx="14989">
                  <c:v>4.0776300000000001</c:v>
                </c:pt>
                <c:pt idx="14990">
                  <c:v>4.0779399999999999</c:v>
                </c:pt>
                <c:pt idx="14991">
                  <c:v>4.0782499999999997</c:v>
                </c:pt>
                <c:pt idx="14992">
                  <c:v>4.0785499999999999</c:v>
                </c:pt>
                <c:pt idx="14993">
                  <c:v>4.0788599999999997</c:v>
                </c:pt>
                <c:pt idx="14994">
                  <c:v>4.0791599999999999</c:v>
                </c:pt>
                <c:pt idx="14995">
                  <c:v>4.0794699999999997</c:v>
                </c:pt>
                <c:pt idx="14996">
                  <c:v>4.0797699999999999</c:v>
                </c:pt>
                <c:pt idx="14997">
                  <c:v>4.0800799999999997</c:v>
                </c:pt>
                <c:pt idx="14998">
                  <c:v>4.0803799999999999</c:v>
                </c:pt>
                <c:pt idx="14999">
                  <c:v>4.0806899999999997</c:v>
                </c:pt>
                <c:pt idx="15000">
                  <c:v>4.0809899999999999</c:v>
                </c:pt>
                <c:pt idx="15001">
                  <c:v>4.0812999999999997</c:v>
                </c:pt>
                <c:pt idx="15002">
                  <c:v>4.0815999999999999</c:v>
                </c:pt>
                <c:pt idx="15003">
                  <c:v>4.0819099999999997</c:v>
                </c:pt>
                <c:pt idx="15004">
                  <c:v>4.0822200000000004</c:v>
                </c:pt>
                <c:pt idx="15005">
                  <c:v>4.0825199999999997</c:v>
                </c:pt>
                <c:pt idx="15006">
                  <c:v>4.0828300000000004</c:v>
                </c:pt>
                <c:pt idx="15007">
                  <c:v>4.0831299999999997</c:v>
                </c:pt>
                <c:pt idx="15008">
                  <c:v>4.0834400000000004</c:v>
                </c:pt>
                <c:pt idx="15009">
                  <c:v>4.0837399999999997</c:v>
                </c:pt>
                <c:pt idx="15010">
                  <c:v>4.0840500000000004</c:v>
                </c:pt>
                <c:pt idx="15011">
                  <c:v>4.0843499999999997</c:v>
                </c:pt>
                <c:pt idx="15012">
                  <c:v>4.0846600000000004</c:v>
                </c:pt>
                <c:pt idx="15013">
                  <c:v>4.0849599999999997</c:v>
                </c:pt>
                <c:pt idx="15014">
                  <c:v>4.0852700000000004</c:v>
                </c:pt>
                <c:pt idx="15015">
                  <c:v>4.0855699999999997</c:v>
                </c:pt>
                <c:pt idx="15016">
                  <c:v>4.0858800000000004</c:v>
                </c:pt>
                <c:pt idx="15017">
                  <c:v>4.0861900000000002</c:v>
                </c:pt>
                <c:pt idx="15018">
                  <c:v>4.0864900000000004</c:v>
                </c:pt>
                <c:pt idx="15019">
                  <c:v>4.0868000000000002</c:v>
                </c:pt>
                <c:pt idx="15020">
                  <c:v>4.0871000000000004</c:v>
                </c:pt>
                <c:pt idx="15021">
                  <c:v>4.0874100000000002</c:v>
                </c:pt>
                <c:pt idx="15022">
                  <c:v>4.0877100000000004</c:v>
                </c:pt>
                <c:pt idx="15023">
                  <c:v>4.0880200000000002</c:v>
                </c:pt>
                <c:pt idx="15024">
                  <c:v>4.0883200000000004</c:v>
                </c:pt>
                <c:pt idx="15025">
                  <c:v>4.0886300000000002</c:v>
                </c:pt>
                <c:pt idx="15026">
                  <c:v>4.0889300000000004</c:v>
                </c:pt>
                <c:pt idx="15027">
                  <c:v>4.0892400000000002</c:v>
                </c:pt>
                <c:pt idx="15028">
                  <c:v>4.0895400000000004</c:v>
                </c:pt>
                <c:pt idx="15029">
                  <c:v>4.0898500000000002</c:v>
                </c:pt>
                <c:pt idx="15030">
                  <c:v>4.09016</c:v>
                </c:pt>
                <c:pt idx="15031">
                  <c:v>4.0904600000000002</c:v>
                </c:pt>
                <c:pt idx="15032">
                  <c:v>4.09077</c:v>
                </c:pt>
                <c:pt idx="15033">
                  <c:v>4.0910700000000002</c:v>
                </c:pt>
                <c:pt idx="15034">
                  <c:v>4.09138</c:v>
                </c:pt>
                <c:pt idx="15035">
                  <c:v>4.0916800000000002</c:v>
                </c:pt>
                <c:pt idx="15036">
                  <c:v>4.09199</c:v>
                </c:pt>
                <c:pt idx="15037">
                  <c:v>4.0922900000000002</c:v>
                </c:pt>
                <c:pt idx="15038">
                  <c:v>4.0926</c:v>
                </c:pt>
                <c:pt idx="15039">
                  <c:v>4.0929000000000002</c:v>
                </c:pt>
                <c:pt idx="15040">
                  <c:v>4.09321</c:v>
                </c:pt>
                <c:pt idx="15041">
                  <c:v>4.0935199999999998</c:v>
                </c:pt>
                <c:pt idx="15042">
                  <c:v>4.09382</c:v>
                </c:pt>
                <c:pt idx="15043">
                  <c:v>4.0941299999999998</c:v>
                </c:pt>
                <c:pt idx="15044">
                  <c:v>4.09443</c:v>
                </c:pt>
                <c:pt idx="15045">
                  <c:v>4.0947399999999998</c:v>
                </c:pt>
                <c:pt idx="15046">
                  <c:v>4.09504</c:v>
                </c:pt>
                <c:pt idx="15047">
                  <c:v>4.0953499999999998</c:v>
                </c:pt>
                <c:pt idx="15048">
                  <c:v>4.09565</c:v>
                </c:pt>
                <c:pt idx="15049">
                  <c:v>4.0959599999999998</c:v>
                </c:pt>
                <c:pt idx="15050">
                  <c:v>4.09626</c:v>
                </c:pt>
                <c:pt idx="15051">
                  <c:v>4.0965699999999998</c:v>
                </c:pt>
                <c:pt idx="15052">
                  <c:v>4.09687</c:v>
                </c:pt>
                <c:pt idx="15053">
                  <c:v>4.0971799999999998</c:v>
                </c:pt>
                <c:pt idx="15054">
                  <c:v>4.0974899999999996</c:v>
                </c:pt>
                <c:pt idx="15055">
                  <c:v>4.0977899999999998</c:v>
                </c:pt>
                <c:pt idx="15056">
                  <c:v>4.0980999999999996</c:v>
                </c:pt>
                <c:pt idx="15057">
                  <c:v>4.0983999999999998</c:v>
                </c:pt>
                <c:pt idx="15058">
                  <c:v>4.0987099999999996</c:v>
                </c:pt>
                <c:pt idx="15059">
                  <c:v>4.0990099999999998</c:v>
                </c:pt>
                <c:pt idx="15060">
                  <c:v>4.0993199999999996</c:v>
                </c:pt>
                <c:pt idx="15061">
                  <c:v>4.0996199999999998</c:v>
                </c:pt>
                <c:pt idx="15062">
                  <c:v>4.0999299999999996</c:v>
                </c:pt>
                <c:pt idx="15063">
                  <c:v>4.1002299999999998</c:v>
                </c:pt>
                <c:pt idx="15064">
                  <c:v>4.1005399999999996</c:v>
                </c:pt>
                <c:pt idx="15065">
                  <c:v>4.1008399999999998</c:v>
                </c:pt>
                <c:pt idx="15066">
                  <c:v>4.1011499999999996</c:v>
                </c:pt>
                <c:pt idx="15067">
                  <c:v>4.1014600000000003</c:v>
                </c:pt>
                <c:pt idx="15068">
                  <c:v>4.1017599999999996</c:v>
                </c:pt>
                <c:pt idx="15069">
                  <c:v>4.1020700000000003</c:v>
                </c:pt>
                <c:pt idx="15070">
                  <c:v>4.1023699999999996</c:v>
                </c:pt>
                <c:pt idx="15071">
                  <c:v>4.1026800000000003</c:v>
                </c:pt>
                <c:pt idx="15072">
                  <c:v>4.1029799999999996</c:v>
                </c:pt>
                <c:pt idx="15073">
                  <c:v>4.1032900000000003</c:v>
                </c:pt>
                <c:pt idx="15074">
                  <c:v>4.1035899999999996</c:v>
                </c:pt>
                <c:pt idx="15075">
                  <c:v>4.1039000000000003</c:v>
                </c:pt>
                <c:pt idx="15076">
                  <c:v>4.1041999999999996</c:v>
                </c:pt>
                <c:pt idx="15077">
                  <c:v>4.1045100000000003</c:v>
                </c:pt>
                <c:pt idx="15078">
                  <c:v>4.1048099999999996</c:v>
                </c:pt>
                <c:pt idx="15079">
                  <c:v>4.1051200000000003</c:v>
                </c:pt>
                <c:pt idx="15080">
                  <c:v>4.1054300000000001</c:v>
                </c:pt>
                <c:pt idx="15081">
                  <c:v>4.1057300000000003</c:v>
                </c:pt>
                <c:pt idx="15082">
                  <c:v>4.1060400000000001</c:v>
                </c:pt>
                <c:pt idx="15083">
                  <c:v>4.1063400000000003</c:v>
                </c:pt>
                <c:pt idx="15084">
                  <c:v>4.1066500000000001</c:v>
                </c:pt>
                <c:pt idx="15085">
                  <c:v>4.1069500000000003</c:v>
                </c:pt>
                <c:pt idx="15086">
                  <c:v>4.1072600000000001</c:v>
                </c:pt>
                <c:pt idx="15087">
                  <c:v>4.1075600000000003</c:v>
                </c:pt>
                <c:pt idx="15088">
                  <c:v>4.1078700000000001</c:v>
                </c:pt>
                <c:pt idx="15089">
                  <c:v>4.1081700000000003</c:v>
                </c:pt>
                <c:pt idx="15090">
                  <c:v>4.1084800000000001</c:v>
                </c:pt>
                <c:pt idx="15091">
                  <c:v>4.1087899999999999</c:v>
                </c:pt>
                <c:pt idx="15092">
                  <c:v>4.1090900000000001</c:v>
                </c:pt>
                <c:pt idx="15093">
                  <c:v>4.1093999999999999</c:v>
                </c:pt>
                <c:pt idx="15094">
                  <c:v>4.1097000000000001</c:v>
                </c:pt>
                <c:pt idx="15095">
                  <c:v>4.1100099999999999</c:v>
                </c:pt>
                <c:pt idx="15096">
                  <c:v>4.1103100000000001</c:v>
                </c:pt>
                <c:pt idx="15097">
                  <c:v>4.1106199999999999</c:v>
                </c:pt>
                <c:pt idx="15098">
                  <c:v>4.1109200000000001</c:v>
                </c:pt>
                <c:pt idx="15099">
                  <c:v>4.1112299999999999</c:v>
                </c:pt>
                <c:pt idx="15100">
                  <c:v>4.1115300000000001</c:v>
                </c:pt>
                <c:pt idx="15101">
                  <c:v>4.1118399999999999</c:v>
                </c:pt>
                <c:pt idx="15102">
                  <c:v>4.1121400000000001</c:v>
                </c:pt>
                <c:pt idx="15103">
                  <c:v>4.1124499999999999</c:v>
                </c:pt>
                <c:pt idx="15104">
                  <c:v>4.1127599999999997</c:v>
                </c:pt>
                <c:pt idx="15105">
                  <c:v>4.1130599999999999</c:v>
                </c:pt>
                <c:pt idx="15106">
                  <c:v>4.1133699999999997</c:v>
                </c:pt>
                <c:pt idx="15107">
                  <c:v>4.1136699999999999</c:v>
                </c:pt>
                <c:pt idx="15108">
                  <c:v>4.1139799999999997</c:v>
                </c:pt>
                <c:pt idx="15109">
                  <c:v>4.1142799999999999</c:v>
                </c:pt>
                <c:pt idx="15110">
                  <c:v>4.1145899999999997</c:v>
                </c:pt>
                <c:pt idx="15111">
                  <c:v>4.1148899999999999</c:v>
                </c:pt>
                <c:pt idx="15112">
                  <c:v>4.1151999999999997</c:v>
                </c:pt>
                <c:pt idx="15113">
                  <c:v>4.1154999999999999</c:v>
                </c:pt>
                <c:pt idx="15114">
                  <c:v>4.1158099999999997</c:v>
                </c:pt>
                <c:pt idx="15115">
                  <c:v>4.1161099999999999</c:v>
                </c:pt>
                <c:pt idx="15116">
                  <c:v>4.1164199999999997</c:v>
                </c:pt>
                <c:pt idx="15117">
                  <c:v>4.1167299999999996</c:v>
                </c:pt>
                <c:pt idx="15118">
                  <c:v>4.1170299999999997</c:v>
                </c:pt>
                <c:pt idx="15119">
                  <c:v>4.1173400000000004</c:v>
                </c:pt>
                <c:pt idx="15120">
                  <c:v>4.1176399999999997</c:v>
                </c:pt>
                <c:pt idx="15121">
                  <c:v>4.1179500000000004</c:v>
                </c:pt>
                <c:pt idx="15122">
                  <c:v>4.1182499999999997</c:v>
                </c:pt>
                <c:pt idx="15123">
                  <c:v>4.1185600000000004</c:v>
                </c:pt>
                <c:pt idx="15124">
                  <c:v>4.1188599999999997</c:v>
                </c:pt>
                <c:pt idx="15125">
                  <c:v>4.1191700000000004</c:v>
                </c:pt>
                <c:pt idx="15126">
                  <c:v>4.1194699999999997</c:v>
                </c:pt>
                <c:pt idx="15127">
                  <c:v>4.1197800000000004</c:v>
                </c:pt>
                <c:pt idx="15128">
                  <c:v>4.1200799999999997</c:v>
                </c:pt>
                <c:pt idx="15129">
                  <c:v>4.1203900000000004</c:v>
                </c:pt>
                <c:pt idx="15130">
                  <c:v>4.1207000000000003</c:v>
                </c:pt>
                <c:pt idx="15131">
                  <c:v>4.1210000000000004</c:v>
                </c:pt>
                <c:pt idx="15132">
                  <c:v>4.1213100000000003</c:v>
                </c:pt>
                <c:pt idx="15133">
                  <c:v>4.1216100000000004</c:v>
                </c:pt>
                <c:pt idx="15134">
                  <c:v>4.1219200000000003</c:v>
                </c:pt>
                <c:pt idx="15135">
                  <c:v>4.1222200000000004</c:v>
                </c:pt>
                <c:pt idx="15136">
                  <c:v>4.1225300000000002</c:v>
                </c:pt>
                <c:pt idx="15137">
                  <c:v>4.1228300000000004</c:v>
                </c:pt>
                <c:pt idx="15138">
                  <c:v>4.1231400000000002</c:v>
                </c:pt>
                <c:pt idx="15139">
                  <c:v>4.1234400000000004</c:v>
                </c:pt>
                <c:pt idx="15140">
                  <c:v>4.1237500000000002</c:v>
                </c:pt>
                <c:pt idx="15141">
                  <c:v>4.1240500000000004</c:v>
                </c:pt>
                <c:pt idx="15142">
                  <c:v>4.1243600000000002</c:v>
                </c:pt>
                <c:pt idx="15143">
                  <c:v>4.1246700000000001</c:v>
                </c:pt>
                <c:pt idx="15144">
                  <c:v>4.1249700000000002</c:v>
                </c:pt>
                <c:pt idx="15145">
                  <c:v>4.1252800000000001</c:v>
                </c:pt>
                <c:pt idx="15146">
                  <c:v>4.1255800000000002</c:v>
                </c:pt>
                <c:pt idx="15147">
                  <c:v>4.1258900000000001</c:v>
                </c:pt>
                <c:pt idx="15148">
                  <c:v>4.1261900000000002</c:v>
                </c:pt>
                <c:pt idx="15149">
                  <c:v>4.1265000000000001</c:v>
                </c:pt>
                <c:pt idx="15150">
                  <c:v>4.1268000000000002</c:v>
                </c:pt>
                <c:pt idx="15151">
                  <c:v>4.1271100000000001</c:v>
                </c:pt>
                <c:pt idx="15152">
                  <c:v>4.1274100000000002</c:v>
                </c:pt>
                <c:pt idx="15153">
                  <c:v>4.1277200000000001</c:v>
                </c:pt>
                <c:pt idx="15154">
                  <c:v>4.1280299999999999</c:v>
                </c:pt>
                <c:pt idx="15155">
                  <c:v>4.1283300000000001</c:v>
                </c:pt>
                <c:pt idx="15156">
                  <c:v>4.1286399999999999</c:v>
                </c:pt>
                <c:pt idx="15157">
                  <c:v>4.1289400000000001</c:v>
                </c:pt>
                <c:pt idx="15158">
                  <c:v>4.1292499999999999</c:v>
                </c:pt>
                <c:pt idx="15159">
                  <c:v>4.1295500000000001</c:v>
                </c:pt>
                <c:pt idx="15160">
                  <c:v>4.1298599999999999</c:v>
                </c:pt>
                <c:pt idx="15161">
                  <c:v>4.1301600000000001</c:v>
                </c:pt>
                <c:pt idx="15162">
                  <c:v>4.1304699999999999</c:v>
                </c:pt>
                <c:pt idx="15163">
                  <c:v>4.1307700000000001</c:v>
                </c:pt>
                <c:pt idx="15164">
                  <c:v>4.1310799999999999</c:v>
                </c:pt>
                <c:pt idx="15165">
                  <c:v>4.1313800000000001</c:v>
                </c:pt>
                <c:pt idx="15166">
                  <c:v>4.1316899999999999</c:v>
                </c:pt>
                <c:pt idx="15167">
                  <c:v>4.1319999999999997</c:v>
                </c:pt>
                <c:pt idx="15168">
                  <c:v>4.1322999999999999</c:v>
                </c:pt>
                <c:pt idx="15169">
                  <c:v>4.1326099999999997</c:v>
                </c:pt>
                <c:pt idx="15170">
                  <c:v>4.1329099999999999</c:v>
                </c:pt>
                <c:pt idx="15171">
                  <c:v>4.1332199999999997</c:v>
                </c:pt>
                <c:pt idx="15172">
                  <c:v>4.1335199999999999</c:v>
                </c:pt>
                <c:pt idx="15173">
                  <c:v>4.1338299999999997</c:v>
                </c:pt>
                <c:pt idx="15174">
                  <c:v>4.1341299999999999</c:v>
                </c:pt>
                <c:pt idx="15175">
                  <c:v>4.1344399999999997</c:v>
                </c:pt>
                <c:pt idx="15176">
                  <c:v>4.1347399999999999</c:v>
                </c:pt>
                <c:pt idx="15177">
                  <c:v>4.1350499999999997</c:v>
                </c:pt>
                <c:pt idx="15178">
                  <c:v>4.1353499999999999</c:v>
                </c:pt>
                <c:pt idx="15179">
                  <c:v>4.1356599999999997</c:v>
                </c:pt>
                <c:pt idx="15180">
                  <c:v>4.1359700000000004</c:v>
                </c:pt>
                <c:pt idx="15181">
                  <c:v>4.1362699999999997</c:v>
                </c:pt>
                <c:pt idx="15182">
                  <c:v>4.1365800000000004</c:v>
                </c:pt>
                <c:pt idx="15183">
                  <c:v>4.1368799999999997</c:v>
                </c:pt>
                <c:pt idx="15184">
                  <c:v>4.1371900000000004</c:v>
                </c:pt>
                <c:pt idx="15185">
                  <c:v>4.1374899999999997</c:v>
                </c:pt>
                <c:pt idx="15186">
                  <c:v>4.1378000000000004</c:v>
                </c:pt>
                <c:pt idx="15187">
                  <c:v>4.1380999999999997</c:v>
                </c:pt>
                <c:pt idx="15188">
                  <c:v>4.1384100000000004</c:v>
                </c:pt>
                <c:pt idx="15189">
                  <c:v>4.1387099999999997</c:v>
                </c:pt>
                <c:pt idx="15190">
                  <c:v>4.1390200000000004</c:v>
                </c:pt>
                <c:pt idx="15191">
                  <c:v>4.1393199999999997</c:v>
                </c:pt>
                <c:pt idx="15192">
                  <c:v>4.1396300000000004</c:v>
                </c:pt>
                <c:pt idx="15193">
                  <c:v>4.1399400000000002</c:v>
                </c:pt>
                <c:pt idx="15194">
                  <c:v>4.1402400000000004</c:v>
                </c:pt>
                <c:pt idx="15195">
                  <c:v>4.1405500000000002</c:v>
                </c:pt>
                <c:pt idx="15196">
                  <c:v>4.1408500000000004</c:v>
                </c:pt>
                <c:pt idx="15197">
                  <c:v>4.1411600000000002</c:v>
                </c:pt>
                <c:pt idx="15198">
                  <c:v>4.1414600000000004</c:v>
                </c:pt>
                <c:pt idx="15199">
                  <c:v>4.1417700000000002</c:v>
                </c:pt>
                <c:pt idx="15200">
                  <c:v>4.1420700000000004</c:v>
                </c:pt>
                <c:pt idx="15201">
                  <c:v>4.1423800000000002</c:v>
                </c:pt>
                <c:pt idx="15202">
                  <c:v>4.1426800000000004</c:v>
                </c:pt>
                <c:pt idx="15203">
                  <c:v>4.1429900000000002</c:v>
                </c:pt>
                <c:pt idx="15204">
                  <c:v>4.1432900000000004</c:v>
                </c:pt>
                <c:pt idx="15205">
                  <c:v>4.1436000000000002</c:v>
                </c:pt>
                <c:pt idx="15206">
                  <c:v>4.14391</c:v>
                </c:pt>
                <c:pt idx="15207">
                  <c:v>4.1442100000000002</c:v>
                </c:pt>
                <c:pt idx="15208">
                  <c:v>4.14452</c:v>
                </c:pt>
                <c:pt idx="15209">
                  <c:v>4.1448200000000002</c:v>
                </c:pt>
                <c:pt idx="15210">
                  <c:v>4.14513</c:v>
                </c:pt>
                <c:pt idx="15211">
                  <c:v>4.1454300000000002</c:v>
                </c:pt>
                <c:pt idx="15212">
                  <c:v>4.14574</c:v>
                </c:pt>
                <c:pt idx="15213">
                  <c:v>4.1460400000000002</c:v>
                </c:pt>
                <c:pt idx="15214">
                  <c:v>4.14635</c:v>
                </c:pt>
                <c:pt idx="15215">
                  <c:v>4.1466500000000002</c:v>
                </c:pt>
                <c:pt idx="15216">
                  <c:v>4.14696</c:v>
                </c:pt>
                <c:pt idx="15217">
                  <c:v>4.1472699999999998</c:v>
                </c:pt>
                <c:pt idx="15218">
                  <c:v>4.14757</c:v>
                </c:pt>
                <c:pt idx="15219">
                  <c:v>4.1478799999999998</c:v>
                </c:pt>
                <c:pt idx="15220">
                  <c:v>4.14818</c:v>
                </c:pt>
                <c:pt idx="15221">
                  <c:v>4.1484899999999998</c:v>
                </c:pt>
                <c:pt idx="15222">
                  <c:v>4.14879</c:v>
                </c:pt>
                <c:pt idx="15223">
                  <c:v>4.1490999999999998</c:v>
                </c:pt>
                <c:pt idx="15224">
                  <c:v>4.1494</c:v>
                </c:pt>
                <c:pt idx="15225">
                  <c:v>4.1497099999999998</c:v>
                </c:pt>
                <c:pt idx="15226">
                  <c:v>4.15001</c:v>
                </c:pt>
                <c:pt idx="15227">
                  <c:v>4.1503199999999998</c:v>
                </c:pt>
                <c:pt idx="15228">
                  <c:v>4.15062</c:v>
                </c:pt>
                <c:pt idx="15229">
                  <c:v>4.1509299999999998</c:v>
                </c:pt>
                <c:pt idx="15230">
                  <c:v>4.1512399999999996</c:v>
                </c:pt>
                <c:pt idx="15231">
                  <c:v>4.1515399999999998</c:v>
                </c:pt>
                <c:pt idx="15232">
                  <c:v>4.1518499999999996</c:v>
                </c:pt>
                <c:pt idx="15233">
                  <c:v>4.1521499999999998</c:v>
                </c:pt>
                <c:pt idx="15234">
                  <c:v>4.1524599999999996</c:v>
                </c:pt>
                <c:pt idx="15235">
                  <c:v>4.1527599999999998</c:v>
                </c:pt>
                <c:pt idx="15236">
                  <c:v>4.1530699999999996</c:v>
                </c:pt>
                <c:pt idx="15237">
                  <c:v>4.1533699999999998</c:v>
                </c:pt>
                <c:pt idx="15238">
                  <c:v>4.1536799999999996</c:v>
                </c:pt>
                <c:pt idx="15239">
                  <c:v>4.1539799999999998</c:v>
                </c:pt>
                <c:pt idx="15240">
                  <c:v>4.1542899999999996</c:v>
                </c:pt>
                <c:pt idx="15241">
                  <c:v>4.1545899999999998</c:v>
                </c:pt>
                <c:pt idx="15242">
                  <c:v>4.1548999999999996</c:v>
                </c:pt>
                <c:pt idx="15243">
                  <c:v>4.1552100000000003</c:v>
                </c:pt>
                <c:pt idx="15244">
                  <c:v>4.1555099999999996</c:v>
                </c:pt>
                <c:pt idx="15245">
                  <c:v>4.1558200000000003</c:v>
                </c:pt>
                <c:pt idx="15246">
                  <c:v>4.1561199999999996</c:v>
                </c:pt>
                <c:pt idx="15247">
                  <c:v>4.1564300000000003</c:v>
                </c:pt>
                <c:pt idx="15248">
                  <c:v>4.1567299999999996</c:v>
                </c:pt>
                <c:pt idx="15249">
                  <c:v>4.1570400000000003</c:v>
                </c:pt>
                <c:pt idx="15250">
                  <c:v>4.1573399999999996</c:v>
                </c:pt>
                <c:pt idx="15251">
                  <c:v>4.1576500000000003</c:v>
                </c:pt>
                <c:pt idx="15252">
                  <c:v>4.1579499999999996</c:v>
                </c:pt>
                <c:pt idx="15253">
                  <c:v>4.1582600000000003</c:v>
                </c:pt>
                <c:pt idx="15254">
                  <c:v>4.1585599999999996</c:v>
                </c:pt>
                <c:pt idx="15255">
                  <c:v>4.1588700000000003</c:v>
                </c:pt>
                <c:pt idx="15256">
                  <c:v>4.1591800000000001</c:v>
                </c:pt>
                <c:pt idx="15257">
                  <c:v>4.1594800000000003</c:v>
                </c:pt>
                <c:pt idx="15258">
                  <c:v>4.1597900000000001</c:v>
                </c:pt>
                <c:pt idx="15259">
                  <c:v>4.1600900000000003</c:v>
                </c:pt>
                <c:pt idx="15260">
                  <c:v>4.1604000000000001</c:v>
                </c:pt>
                <c:pt idx="15261">
                  <c:v>4.1607000000000003</c:v>
                </c:pt>
                <c:pt idx="15262">
                  <c:v>4.1610100000000001</c:v>
                </c:pt>
                <c:pt idx="15263">
                  <c:v>4.1613100000000003</c:v>
                </c:pt>
                <c:pt idx="15264">
                  <c:v>4.1616200000000001</c:v>
                </c:pt>
                <c:pt idx="15265">
                  <c:v>4.1619200000000003</c:v>
                </c:pt>
                <c:pt idx="15266">
                  <c:v>4.1622300000000001</c:v>
                </c:pt>
                <c:pt idx="15267">
                  <c:v>4.1625300000000003</c:v>
                </c:pt>
                <c:pt idx="15268">
                  <c:v>4.1628400000000001</c:v>
                </c:pt>
                <c:pt idx="15269">
                  <c:v>4.1631499999999999</c:v>
                </c:pt>
                <c:pt idx="15270">
                  <c:v>4.1634500000000001</c:v>
                </c:pt>
                <c:pt idx="15271">
                  <c:v>4.1637599999999999</c:v>
                </c:pt>
                <c:pt idx="15272">
                  <c:v>4.1640600000000001</c:v>
                </c:pt>
                <c:pt idx="15273">
                  <c:v>4.1643699999999999</c:v>
                </c:pt>
                <c:pt idx="15274">
                  <c:v>4.1646700000000001</c:v>
                </c:pt>
                <c:pt idx="15275">
                  <c:v>4.1649799999999999</c:v>
                </c:pt>
                <c:pt idx="15276">
                  <c:v>4.1652800000000001</c:v>
                </c:pt>
                <c:pt idx="15277">
                  <c:v>4.1655899999999999</c:v>
                </c:pt>
                <c:pt idx="15278">
                  <c:v>4.1658900000000001</c:v>
                </c:pt>
                <c:pt idx="15279">
                  <c:v>4.1661999999999999</c:v>
                </c:pt>
                <c:pt idx="15280">
                  <c:v>4.1665099999999997</c:v>
                </c:pt>
                <c:pt idx="15281">
                  <c:v>4.1668099999999999</c:v>
                </c:pt>
                <c:pt idx="15282">
                  <c:v>4.1671199999999997</c:v>
                </c:pt>
                <c:pt idx="15283">
                  <c:v>4.1674199999999999</c:v>
                </c:pt>
                <c:pt idx="15284">
                  <c:v>4.1677299999999997</c:v>
                </c:pt>
                <c:pt idx="15285">
                  <c:v>4.1680299999999999</c:v>
                </c:pt>
                <c:pt idx="15286">
                  <c:v>4.1683399999999997</c:v>
                </c:pt>
                <c:pt idx="15287">
                  <c:v>4.1686399999999999</c:v>
                </c:pt>
                <c:pt idx="15288">
                  <c:v>4.1689499999999997</c:v>
                </c:pt>
                <c:pt idx="15289">
                  <c:v>4.1692499999999999</c:v>
                </c:pt>
                <c:pt idx="15290">
                  <c:v>4.1695599999999997</c:v>
                </c:pt>
                <c:pt idx="15291">
                  <c:v>4.1698599999999999</c:v>
                </c:pt>
                <c:pt idx="15292">
                  <c:v>4.1701699999999997</c:v>
                </c:pt>
                <c:pt idx="15293">
                  <c:v>4.1704800000000004</c:v>
                </c:pt>
                <c:pt idx="15294">
                  <c:v>4.1707799999999997</c:v>
                </c:pt>
                <c:pt idx="15295">
                  <c:v>4.1710900000000004</c:v>
                </c:pt>
                <c:pt idx="15296">
                  <c:v>4.1713899999999997</c:v>
                </c:pt>
                <c:pt idx="15297">
                  <c:v>4.1717000000000004</c:v>
                </c:pt>
                <c:pt idx="15298">
                  <c:v>4.1719999999999997</c:v>
                </c:pt>
                <c:pt idx="15299">
                  <c:v>4.1723100000000004</c:v>
                </c:pt>
                <c:pt idx="15300">
                  <c:v>4.1726099999999997</c:v>
                </c:pt>
                <c:pt idx="15301">
                  <c:v>4.1729200000000004</c:v>
                </c:pt>
                <c:pt idx="15302">
                  <c:v>4.1732199999999997</c:v>
                </c:pt>
                <c:pt idx="15303">
                  <c:v>4.1735300000000004</c:v>
                </c:pt>
                <c:pt idx="15304">
                  <c:v>4.1738299999999997</c:v>
                </c:pt>
                <c:pt idx="15305">
                  <c:v>4.1741400000000004</c:v>
                </c:pt>
                <c:pt idx="15306">
                  <c:v>4.1744500000000002</c:v>
                </c:pt>
                <c:pt idx="15307">
                  <c:v>4.1747500000000004</c:v>
                </c:pt>
                <c:pt idx="15308">
                  <c:v>4.1750600000000002</c:v>
                </c:pt>
                <c:pt idx="15309">
                  <c:v>4.1753600000000004</c:v>
                </c:pt>
                <c:pt idx="15310">
                  <c:v>4.1756700000000002</c:v>
                </c:pt>
                <c:pt idx="15311">
                  <c:v>4.1759700000000004</c:v>
                </c:pt>
                <c:pt idx="15312">
                  <c:v>4.1762800000000002</c:v>
                </c:pt>
                <c:pt idx="15313">
                  <c:v>4.1765800000000004</c:v>
                </c:pt>
                <c:pt idx="15314">
                  <c:v>4.1768900000000002</c:v>
                </c:pt>
                <c:pt idx="15315">
                  <c:v>4.1771900000000004</c:v>
                </c:pt>
                <c:pt idx="15316">
                  <c:v>4.1775000000000002</c:v>
                </c:pt>
                <c:pt idx="15317">
                  <c:v>4.1778000000000004</c:v>
                </c:pt>
                <c:pt idx="15318">
                  <c:v>4.1781100000000002</c:v>
                </c:pt>
                <c:pt idx="15319">
                  <c:v>4.17842</c:v>
                </c:pt>
                <c:pt idx="15320">
                  <c:v>4.1787200000000002</c:v>
                </c:pt>
                <c:pt idx="15321">
                  <c:v>4.17903</c:v>
                </c:pt>
                <c:pt idx="15322">
                  <c:v>4.1793300000000002</c:v>
                </c:pt>
                <c:pt idx="15323">
                  <c:v>4.17964</c:v>
                </c:pt>
                <c:pt idx="15324">
                  <c:v>4.1799400000000002</c:v>
                </c:pt>
                <c:pt idx="15325">
                  <c:v>4.18025</c:v>
                </c:pt>
                <c:pt idx="15326">
                  <c:v>4.1805500000000002</c:v>
                </c:pt>
                <c:pt idx="15327">
                  <c:v>4.18086</c:v>
                </c:pt>
                <c:pt idx="15328">
                  <c:v>4.1811600000000002</c:v>
                </c:pt>
                <c:pt idx="15329">
                  <c:v>4.18147</c:v>
                </c:pt>
                <c:pt idx="15330">
                  <c:v>4.1817799999999998</c:v>
                </c:pt>
                <c:pt idx="15331">
                  <c:v>4.18208</c:v>
                </c:pt>
                <c:pt idx="15332">
                  <c:v>4.1823899999999998</c:v>
                </c:pt>
                <c:pt idx="15333">
                  <c:v>4.18269</c:v>
                </c:pt>
                <c:pt idx="15334">
                  <c:v>4.1829999999999998</c:v>
                </c:pt>
                <c:pt idx="15335">
                  <c:v>4.1833</c:v>
                </c:pt>
                <c:pt idx="15336">
                  <c:v>4.1836099999999998</c:v>
                </c:pt>
                <c:pt idx="15337">
                  <c:v>4.18391</c:v>
                </c:pt>
                <c:pt idx="15338">
                  <c:v>4.1842199999999998</c:v>
                </c:pt>
                <c:pt idx="15339">
                  <c:v>4.18452</c:v>
                </c:pt>
                <c:pt idx="15340">
                  <c:v>4.1848299999999998</c:v>
                </c:pt>
                <c:pt idx="15341">
                  <c:v>4.18513</c:v>
                </c:pt>
                <c:pt idx="15342">
                  <c:v>4.1854399999999998</c:v>
                </c:pt>
                <c:pt idx="15343">
                  <c:v>4.1857499999999996</c:v>
                </c:pt>
                <c:pt idx="15344">
                  <c:v>4.1860499999999998</c:v>
                </c:pt>
                <c:pt idx="15345">
                  <c:v>4.1863599999999996</c:v>
                </c:pt>
                <c:pt idx="15346">
                  <c:v>4.1866599999999998</c:v>
                </c:pt>
                <c:pt idx="15347">
                  <c:v>4.1869699999999996</c:v>
                </c:pt>
                <c:pt idx="15348">
                  <c:v>4.1872699999999998</c:v>
                </c:pt>
                <c:pt idx="15349">
                  <c:v>4.1875799999999996</c:v>
                </c:pt>
                <c:pt idx="15350">
                  <c:v>4.1878799999999998</c:v>
                </c:pt>
                <c:pt idx="15351">
                  <c:v>4.1881899999999996</c:v>
                </c:pt>
                <c:pt idx="15352">
                  <c:v>4.1884899999999998</c:v>
                </c:pt>
                <c:pt idx="15353">
                  <c:v>4.1887999999999996</c:v>
                </c:pt>
                <c:pt idx="15354">
                  <c:v>4.1890999999999998</c:v>
                </c:pt>
                <c:pt idx="15355">
                  <c:v>4.1894099999999996</c:v>
                </c:pt>
                <c:pt idx="15356">
                  <c:v>4.1897200000000003</c:v>
                </c:pt>
                <c:pt idx="15357">
                  <c:v>4.1900199999999996</c:v>
                </c:pt>
                <c:pt idx="15358">
                  <c:v>4.1903300000000003</c:v>
                </c:pt>
                <c:pt idx="15359">
                  <c:v>4.1906299999999996</c:v>
                </c:pt>
                <c:pt idx="15360">
                  <c:v>4.1909400000000003</c:v>
                </c:pt>
                <c:pt idx="15361">
                  <c:v>4.1912399999999996</c:v>
                </c:pt>
                <c:pt idx="15362">
                  <c:v>4.1915500000000003</c:v>
                </c:pt>
                <c:pt idx="15363">
                  <c:v>4.1918499999999996</c:v>
                </c:pt>
                <c:pt idx="15364">
                  <c:v>4.1921600000000003</c:v>
                </c:pt>
                <c:pt idx="15365">
                  <c:v>4.1924599999999996</c:v>
                </c:pt>
                <c:pt idx="15366">
                  <c:v>4.1927700000000003</c:v>
                </c:pt>
                <c:pt idx="15367">
                  <c:v>4.1930699999999996</c:v>
                </c:pt>
                <c:pt idx="15368">
                  <c:v>4.1933800000000003</c:v>
                </c:pt>
                <c:pt idx="15369">
                  <c:v>4.1936900000000001</c:v>
                </c:pt>
                <c:pt idx="15370">
                  <c:v>4.1939900000000003</c:v>
                </c:pt>
                <c:pt idx="15371">
                  <c:v>4.1943000000000001</c:v>
                </c:pt>
                <c:pt idx="15372">
                  <c:v>4.1946000000000003</c:v>
                </c:pt>
                <c:pt idx="15373">
                  <c:v>4.1949100000000001</c:v>
                </c:pt>
                <c:pt idx="15374">
                  <c:v>4.1952100000000003</c:v>
                </c:pt>
                <c:pt idx="15375">
                  <c:v>4.1955200000000001</c:v>
                </c:pt>
                <c:pt idx="15376">
                  <c:v>4.1958200000000003</c:v>
                </c:pt>
                <c:pt idx="15377">
                  <c:v>4.1961300000000001</c:v>
                </c:pt>
                <c:pt idx="15378">
                  <c:v>4.1964300000000003</c:v>
                </c:pt>
                <c:pt idx="15379">
                  <c:v>4.1967400000000001</c:v>
                </c:pt>
                <c:pt idx="15380">
                  <c:v>4.1970400000000003</c:v>
                </c:pt>
                <c:pt idx="15381">
                  <c:v>4.1973500000000001</c:v>
                </c:pt>
                <c:pt idx="15382">
                  <c:v>4.1976599999999999</c:v>
                </c:pt>
                <c:pt idx="15383">
                  <c:v>4.1979600000000001</c:v>
                </c:pt>
                <c:pt idx="15384">
                  <c:v>4.1982699999999999</c:v>
                </c:pt>
                <c:pt idx="15385">
                  <c:v>4.1985700000000001</c:v>
                </c:pt>
                <c:pt idx="15386">
                  <c:v>4.1988799999999999</c:v>
                </c:pt>
                <c:pt idx="15387">
                  <c:v>4.1991800000000001</c:v>
                </c:pt>
                <c:pt idx="15388">
                  <c:v>4.1994899999999999</c:v>
                </c:pt>
                <c:pt idx="15389">
                  <c:v>4.1997900000000001</c:v>
                </c:pt>
                <c:pt idx="15390">
                  <c:v>4.2000999999999999</c:v>
                </c:pt>
                <c:pt idx="15391">
                  <c:v>4.2004000000000001</c:v>
                </c:pt>
                <c:pt idx="15392">
                  <c:v>4.2007099999999999</c:v>
                </c:pt>
                <c:pt idx="15393">
                  <c:v>4.2010199999999998</c:v>
                </c:pt>
                <c:pt idx="15394">
                  <c:v>4.2013199999999999</c:v>
                </c:pt>
                <c:pt idx="15395">
                  <c:v>4.2016299999999998</c:v>
                </c:pt>
                <c:pt idx="15396">
                  <c:v>4.2019299999999999</c:v>
                </c:pt>
                <c:pt idx="15397">
                  <c:v>4.2022399999999998</c:v>
                </c:pt>
                <c:pt idx="15398">
                  <c:v>4.2025399999999999</c:v>
                </c:pt>
                <c:pt idx="15399">
                  <c:v>4.2028499999999998</c:v>
                </c:pt>
                <c:pt idx="15400">
                  <c:v>4.2031499999999999</c:v>
                </c:pt>
                <c:pt idx="15401">
                  <c:v>4.2034599999999998</c:v>
                </c:pt>
                <c:pt idx="15402">
                  <c:v>4.2037599999999999</c:v>
                </c:pt>
                <c:pt idx="15403">
                  <c:v>4.2040699999999998</c:v>
                </c:pt>
                <c:pt idx="15404">
                  <c:v>4.2043699999999999</c:v>
                </c:pt>
                <c:pt idx="15405">
                  <c:v>4.2046799999999998</c:v>
                </c:pt>
                <c:pt idx="15406">
                  <c:v>4.2049899999999996</c:v>
                </c:pt>
                <c:pt idx="15407">
                  <c:v>4.2052899999999998</c:v>
                </c:pt>
                <c:pt idx="15408">
                  <c:v>4.2055999999999996</c:v>
                </c:pt>
                <c:pt idx="15409">
                  <c:v>4.2058999999999997</c:v>
                </c:pt>
                <c:pt idx="15410">
                  <c:v>4.2062099999999996</c:v>
                </c:pt>
                <c:pt idx="15411">
                  <c:v>4.2065099999999997</c:v>
                </c:pt>
                <c:pt idx="15412">
                  <c:v>4.2068199999999996</c:v>
                </c:pt>
                <c:pt idx="15413">
                  <c:v>4.2071199999999997</c:v>
                </c:pt>
                <c:pt idx="15414">
                  <c:v>4.2074299999999996</c:v>
                </c:pt>
                <c:pt idx="15415">
                  <c:v>4.2077299999999997</c:v>
                </c:pt>
                <c:pt idx="15416">
                  <c:v>4.2080399999999996</c:v>
                </c:pt>
                <c:pt idx="15417">
                  <c:v>4.2083399999999997</c:v>
                </c:pt>
                <c:pt idx="15418">
                  <c:v>4.2086499999999996</c:v>
                </c:pt>
                <c:pt idx="15419">
                  <c:v>4.2089600000000003</c:v>
                </c:pt>
                <c:pt idx="15420">
                  <c:v>4.2092599999999996</c:v>
                </c:pt>
                <c:pt idx="15421">
                  <c:v>4.2095700000000003</c:v>
                </c:pt>
                <c:pt idx="15422">
                  <c:v>4.2098699999999996</c:v>
                </c:pt>
                <c:pt idx="15423">
                  <c:v>4.2101800000000003</c:v>
                </c:pt>
                <c:pt idx="15424">
                  <c:v>4.2104799999999996</c:v>
                </c:pt>
                <c:pt idx="15425">
                  <c:v>4.2107900000000003</c:v>
                </c:pt>
                <c:pt idx="15426">
                  <c:v>4.2110900000000004</c:v>
                </c:pt>
                <c:pt idx="15427">
                  <c:v>4.2114000000000003</c:v>
                </c:pt>
                <c:pt idx="15428">
                  <c:v>4.2117000000000004</c:v>
                </c:pt>
                <c:pt idx="15429">
                  <c:v>4.2120100000000003</c:v>
                </c:pt>
                <c:pt idx="15430">
                  <c:v>4.2123100000000004</c:v>
                </c:pt>
                <c:pt idx="15431">
                  <c:v>4.2126200000000003</c:v>
                </c:pt>
                <c:pt idx="15432">
                  <c:v>4.2129300000000001</c:v>
                </c:pt>
                <c:pt idx="15433">
                  <c:v>4.2132300000000003</c:v>
                </c:pt>
                <c:pt idx="15434">
                  <c:v>4.2135400000000001</c:v>
                </c:pt>
                <c:pt idx="15435">
                  <c:v>4.2138400000000003</c:v>
                </c:pt>
                <c:pt idx="15436">
                  <c:v>4.2141500000000001</c:v>
                </c:pt>
                <c:pt idx="15437">
                  <c:v>4.2144500000000003</c:v>
                </c:pt>
                <c:pt idx="15438">
                  <c:v>4.2147600000000001</c:v>
                </c:pt>
                <c:pt idx="15439">
                  <c:v>4.2150600000000003</c:v>
                </c:pt>
                <c:pt idx="15440">
                  <c:v>4.2153700000000001</c:v>
                </c:pt>
                <c:pt idx="15441">
                  <c:v>4.2156700000000003</c:v>
                </c:pt>
                <c:pt idx="15442">
                  <c:v>4.2159800000000001</c:v>
                </c:pt>
                <c:pt idx="15443">
                  <c:v>4.2162800000000002</c:v>
                </c:pt>
                <c:pt idx="15444">
                  <c:v>4.2165900000000001</c:v>
                </c:pt>
                <c:pt idx="15445">
                  <c:v>4.2168999999999999</c:v>
                </c:pt>
                <c:pt idx="15446">
                  <c:v>4.2172000000000001</c:v>
                </c:pt>
                <c:pt idx="15447">
                  <c:v>4.2175099999999999</c:v>
                </c:pt>
                <c:pt idx="15448">
                  <c:v>4.2178100000000001</c:v>
                </c:pt>
                <c:pt idx="15449">
                  <c:v>4.2181199999999999</c:v>
                </c:pt>
                <c:pt idx="15450">
                  <c:v>4.2184200000000001</c:v>
                </c:pt>
                <c:pt idx="15451">
                  <c:v>4.2187299999999999</c:v>
                </c:pt>
                <c:pt idx="15452">
                  <c:v>4.2190300000000001</c:v>
                </c:pt>
                <c:pt idx="15453">
                  <c:v>4.2193399999999999</c:v>
                </c:pt>
                <c:pt idx="15454">
                  <c:v>4.2196400000000001</c:v>
                </c:pt>
                <c:pt idx="15455">
                  <c:v>4.2199499999999999</c:v>
                </c:pt>
                <c:pt idx="15456">
                  <c:v>4.2202599999999997</c:v>
                </c:pt>
                <c:pt idx="15457">
                  <c:v>4.2205599999999999</c:v>
                </c:pt>
                <c:pt idx="15458">
                  <c:v>4.2208699999999997</c:v>
                </c:pt>
                <c:pt idx="15459">
                  <c:v>4.2211699999999999</c:v>
                </c:pt>
                <c:pt idx="15460">
                  <c:v>4.2214799999999997</c:v>
                </c:pt>
                <c:pt idx="15461">
                  <c:v>4.2217799999999999</c:v>
                </c:pt>
                <c:pt idx="15462">
                  <c:v>4.2220899999999997</c:v>
                </c:pt>
                <c:pt idx="15463">
                  <c:v>4.2223899999999999</c:v>
                </c:pt>
                <c:pt idx="15464">
                  <c:v>4.2226999999999997</c:v>
                </c:pt>
                <c:pt idx="15465">
                  <c:v>4.2229999999999999</c:v>
                </c:pt>
                <c:pt idx="15466">
                  <c:v>4.2233099999999997</c:v>
                </c:pt>
                <c:pt idx="15467">
                  <c:v>4.2236099999999999</c:v>
                </c:pt>
                <c:pt idx="15468">
                  <c:v>4.2239199999999997</c:v>
                </c:pt>
                <c:pt idx="15469">
                  <c:v>4.2242300000000004</c:v>
                </c:pt>
                <c:pt idx="15470">
                  <c:v>4.2245299999999997</c:v>
                </c:pt>
                <c:pt idx="15471">
                  <c:v>4.2248400000000004</c:v>
                </c:pt>
                <c:pt idx="15472">
                  <c:v>4.2251399999999997</c:v>
                </c:pt>
                <c:pt idx="15473">
                  <c:v>4.2254500000000004</c:v>
                </c:pt>
                <c:pt idx="15474">
                  <c:v>4.2257499999999997</c:v>
                </c:pt>
                <c:pt idx="15475">
                  <c:v>4.2260600000000004</c:v>
                </c:pt>
                <c:pt idx="15476">
                  <c:v>4.2263599999999997</c:v>
                </c:pt>
                <c:pt idx="15477">
                  <c:v>4.2266700000000004</c:v>
                </c:pt>
                <c:pt idx="15478">
                  <c:v>4.2269699999999997</c:v>
                </c:pt>
                <c:pt idx="15479">
                  <c:v>4.2272800000000004</c:v>
                </c:pt>
                <c:pt idx="15480">
                  <c:v>4.2275799999999997</c:v>
                </c:pt>
                <c:pt idx="15481">
                  <c:v>4.2278900000000004</c:v>
                </c:pt>
                <c:pt idx="15482">
                  <c:v>4.2282000000000002</c:v>
                </c:pt>
                <c:pt idx="15483">
                  <c:v>4.2285000000000004</c:v>
                </c:pt>
                <c:pt idx="15484">
                  <c:v>4.2288100000000002</c:v>
                </c:pt>
                <c:pt idx="15485">
                  <c:v>4.2291100000000004</c:v>
                </c:pt>
                <c:pt idx="15486">
                  <c:v>4.2294200000000002</c:v>
                </c:pt>
                <c:pt idx="15487">
                  <c:v>4.2297200000000004</c:v>
                </c:pt>
                <c:pt idx="15488">
                  <c:v>4.2300300000000002</c:v>
                </c:pt>
                <c:pt idx="15489">
                  <c:v>4.2303300000000004</c:v>
                </c:pt>
                <c:pt idx="15490">
                  <c:v>4.2306400000000002</c:v>
                </c:pt>
                <c:pt idx="15491">
                  <c:v>4.2309400000000004</c:v>
                </c:pt>
                <c:pt idx="15492">
                  <c:v>4.2312500000000002</c:v>
                </c:pt>
                <c:pt idx="15493">
                  <c:v>4.2315500000000004</c:v>
                </c:pt>
                <c:pt idx="15494">
                  <c:v>4.2318600000000002</c:v>
                </c:pt>
                <c:pt idx="15495">
                  <c:v>4.23217</c:v>
                </c:pt>
                <c:pt idx="15496">
                  <c:v>4.2324700000000002</c:v>
                </c:pt>
                <c:pt idx="15497">
                  <c:v>4.23278</c:v>
                </c:pt>
                <c:pt idx="15498">
                  <c:v>4.2330800000000002</c:v>
                </c:pt>
                <c:pt idx="15499">
                  <c:v>4.23339</c:v>
                </c:pt>
                <c:pt idx="15500">
                  <c:v>4.2336900000000002</c:v>
                </c:pt>
                <c:pt idx="15501">
                  <c:v>4.234</c:v>
                </c:pt>
                <c:pt idx="15502">
                  <c:v>4.2343000000000002</c:v>
                </c:pt>
                <c:pt idx="15503">
                  <c:v>4.23461</c:v>
                </c:pt>
                <c:pt idx="15504">
                  <c:v>4.2349100000000002</c:v>
                </c:pt>
                <c:pt idx="15505">
                  <c:v>4.23522</c:v>
                </c:pt>
                <c:pt idx="15506">
                  <c:v>4.2355299999999998</c:v>
                </c:pt>
                <c:pt idx="15507">
                  <c:v>4.23583</c:v>
                </c:pt>
                <c:pt idx="15508">
                  <c:v>4.2361399999999998</c:v>
                </c:pt>
                <c:pt idx="15509">
                  <c:v>4.23644</c:v>
                </c:pt>
                <c:pt idx="15510">
                  <c:v>4.2367499999999998</c:v>
                </c:pt>
                <c:pt idx="15511">
                  <c:v>4.23705</c:v>
                </c:pt>
                <c:pt idx="15512">
                  <c:v>4.2373599999999998</c:v>
                </c:pt>
                <c:pt idx="15513">
                  <c:v>4.23766</c:v>
                </c:pt>
                <c:pt idx="15514">
                  <c:v>4.2379699999999998</c:v>
                </c:pt>
                <c:pt idx="15515">
                  <c:v>4.23827</c:v>
                </c:pt>
                <c:pt idx="15516">
                  <c:v>4.2385799999999998</c:v>
                </c:pt>
                <c:pt idx="15517">
                  <c:v>4.23888</c:v>
                </c:pt>
                <c:pt idx="15518">
                  <c:v>4.2391899999999998</c:v>
                </c:pt>
                <c:pt idx="15519">
                  <c:v>4.2394999999999996</c:v>
                </c:pt>
                <c:pt idx="15520">
                  <c:v>4.2397999999999998</c:v>
                </c:pt>
                <c:pt idx="15521">
                  <c:v>4.2401099999999996</c:v>
                </c:pt>
                <c:pt idx="15522">
                  <c:v>4.2404099999999998</c:v>
                </c:pt>
                <c:pt idx="15523">
                  <c:v>4.2407199999999996</c:v>
                </c:pt>
                <c:pt idx="15524">
                  <c:v>4.2410199999999998</c:v>
                </c:pt>
                <c:pt idx="15525">
                  <c:v>4.2413299999999996</c:v>
                </c:pt>
                <c:pt idx="15526">
                  <c:v>4.2416299999999998</c:v>
                </c:pt>
                <c:pt idx="15527">
                  <c:v>4.2419399999999996</c:v>
                </c:pt>
                <c:pt idx="15528">
                  <c:v>4.2422399999999998</c:v>
                </c:pt>
                <c:pt idx="15529">
                  <c:v>4.2425499999999996</c:v>
                </c:pt>
                <c:pt idx="15530">
                  <c:v>4.2428499999999998</c:v>
                </c:pt>
                <c:pt idx="15531">
                  <c:v>4.2431599999999996</c:v>
                </c:pt>
                <c:pt idx="15532">
                  <c:v>4.2434700000000003</c:v>
                </c:pt>
                <c:pt idx="15533">
                  <c:v>4.2437699999999996</c:v>
                </c:pt>
                <c:pt idx="15534">
                  <c:v>4.2440800000000003</c:v>
                </c:pt>
                <c:pt idx="15535">
                  <c:v>4.2443799999999996</c:v>
                </c:pt>
                <c:pt idx="15536">
                  <c:v>4.2446900000000003</c:v>
                </c:pt>
                <c:pt idx="15537">
                  <c:v>4.2449899999999996</c:v>
                </c:pt>
                <c:pt idx="15538">
                  <c:v>4.2453000000000003</c:v>
                </c:pt>
                <c:pt idx="15539">
                  <c:v>4.2455999999999996</c:v>
                </c:pt>
                <c:pt idx="15540">
                  <c:v>4.2459100000000003</c:v>
                </c:pt>
                <c:pt idx="15541">
                  <c:v>4.2462099999999996</c:v>
                </c:pt>
                <c:pt idx="15542">
                  <c:v>4.2465200000000003</c:v>
                </c:pt>
                <c:pt idx="15543">
                  <c:v>4.2468199999999996</c:v>
                </c:pt>
                <c:pt idx="15544">
                  <c:v>4.2471300000000003</c:v>
                </c:pt>
                <c:pt idx="15545">
                  <c:v>4.2474400000000001</c:v>
                </c:pt>
                <c:pt idx="15546">
                  <c:v>4.2477400000000003</c:v>
                </c:pt>
                <c:pt idx="15547">
                  <c:v>4.2480500000000001</c:v>
                </c:pt>
                <c:pt idx="15548">
                  <c:v>4.2483500000000003</c:v>
                </c:pt>
                <c:pt idx="15549">
                  <c:v>4.2486600000000001</c:v>
                </c:pt>
                <c:pt idx="15550">
                  <c:v>4.2489600000000003</c:v>
                </c:pt>
                <c:pt idx="15551">
                  <c:v>4.2492700000000001</c:v>
                </c:pt>
                <c:pt idx="15552">
                  <c:v>4.2495700000000003</c:v>
                </c:pt>
                <c:pt idx="15553">
                  <c:v>4.2498800000000001</c:v>
                </c:pt>
                <c:pt idx="15554">
                  <c:v>4.2501800000000003</c:v>
                </c:pt>
                <c:pt idx="15555">
                  <c:v>4.2504900000000001</c:v>
                </c:pt>
                <c:pt idx="15556">
                  <c:v>4.2507900000000003</c:v>
                </c:pt>
                <c:pt idx="15557">
                  <c:v>4.2511000000000001</c:v>
                </c:pt>
                <c:pt idx="15558">
                  <c:v>4.2514099999999999</c:v>
                </c:pt>
                <c:pt idx="15559">
                  <c:v>4.2517100000000001</c:v>
                </c:pt>
                <c:pt idx="15560">
                  <c:v>4.2520199999999999</c:v>
                </c:pt>
                <c:pt idx="15561">
                  <c:v>4.2523200000000001</c:v>
                </c:pt>
                <c:pt idx="15562">
                  <c:v>4.2526299999999999</c:v>
                </c:pt>
                <c:pt idx="15563">
                  <c:v>4.2529300000000001</c:v>
                </c:pt>
                <c:pt idx="15564">
                  <c:v>4.2532399999999999</c:v>
                </c:pt>
                <c:pt idx="15565">
                  <c:v>4.2535400000000001</c:v>
                </c:pt>
                <c:pt idx="15566">
                  <c:v>4.2538499999999999</c:v>
                </c:pt>
                <c:pt idx="15567">
                  <c:v>4.2541500000000001</c:v>
                </c:pt>
                <c:pt idx="15568">
                  <c:v>4.2544599999999999</c:v>
                </c:pt>
                <c:pt idx="15569">
                  <c:v>4.2547699999999997</c:v>
                </c:pt>
                <c:pt idx="15570">
                  <c:v>4.2550699999999999</c:v>
                </c:pt>
                <c:pt idx="15571">
                  <c:v>4.2553799999999997</c:v>
                </c:pt>
                <c:pt idx="15572">
                  <c:v>4.2556799999999999</c:v>
                </c:pt>
                <c:pt idx="15573">
                  <c:v>4.2559899999999997</c:v>
                </c:pt>
                <c:pt idx="15574">
                  <c:v>4.2562899999999999</c:v>
                </c:pt>
                <c:pt idx="15575">
                  <c:v>4.2565999999999997</c:v>
                </c:pt>
                <c:pt idx="15576">
                  <c:v>4.2568999999999999</c:v>
                </c:pt>
                <c:pt idx="15577">
                  <c:v>4.2572099999999997</c:v>
                </c:pt>
                <c:pt idx="15578">
                  <c:v>4.2575099999999999</c:v>
                </c:pt>
                <c:pt idx="15579">
                  <c:v>4.2578199999999997</c:v>
                </c:pt>
                <c:pt idx="15580">
                  <c:v>4.2581199999999999</c:v>
                </c:pt>
                <c:pt idx="15581">
                  <c:v>4.2584299999999997</c:v>
                </c:pt>
                <c:pt idx="15582">
                  <c:v>4.2587400000000004</c:v>
                </c:pt>
                <c:pt idx="15583">
                  <c:v>4.2590399999999997</c:v>
                </c:pt>
                <c:pt idx="15584">
                  <c:v>4.2593500000000004</c:v>
                </c:pt>
                <c:pt idx="15585">
                  <c:v>4.2596499999999997</c:v>
                </c:pt>
                <c:pt idx="15586">
                  <c:v>4.2599600000000004</c:v>
                </c:pt>
                <c:pt idx="15587">
                  <c:v>4.2602599999999997</c:v>
                </c:pt>
                <c:pt idx="15588">
                  <c:v>4.2605700000000004</c:v>
                </c:pt>
                <c:pt idx="15589">
                  <c:v>4.2608699999999997</c:v>
                </c:pt>
                <c:pt idx="15590">
                  <c:v>4.2611800000000004</c:v>
                </c:pt>
                <c:pt idx="15591">
                  <c:v>4.2614799999999997</c:v>
                </c:pt>
                <c:pt idx="15592">
                  <c:v>4.2617900000000004</c:v>
                </c:pt>
                <c:pt idx="15593">
                  <c:v>4.2620899999999997</c:v>
                </c:pt>
                <c:pt idx="15594">
                  <c:v>4.2624000000000004</c:v>
                </c:pt>
                <c:pt idx="15595">
                  <c:v>4.2627100000000002</c:v>
                </c:pt>
                <c:pt idx="15596">
                  <c:v>4.2630100000000004</c:v>
                </c:pt>
                <c:pt idx="15597">
                  <c:v>4.2633200000000002</c:v>
                </c:pt>
                <c:pt idx="15598">
                  <c:v>4.2636200000000004</c:v>
                </c:pt>
                <c:pt idx="15599">
                  <c:v>4.2639300000000002</c:v>
                </c:pt>
                <c:pt idx="15600">
                  <c:v>4.2642300000000004</c:v>
                </c:pt>
                <c:pt idx="15601">
                  <c:v>4.2645400000000002</c:v>
                </c:pt>
                <c:pt idx="15602">
                  <c:v>4.2648400000000004</c:v>
                </c:pt>
                <c:pt idx="15603">
                  <c:v>4.2651500000000002</c:v>
                </c:pt>
                <c:pt idx="15604">
                  <c:v>4.2654500000000004</c:v>
                </c:pt>
                <c:pt idx="15605">
                  <c:v>4.2657600000000002</c:v>
                </c:pt>
                <c:pt idx="15606">
                  <c:v>4.2660600000000004</c:v>
                </c:pt>
                <c:pt idx="15607">
                  <c:v>4.2663700000000002</c:v>
                </c:pt>
                <c:pt idx="15608">
                  <c:v>4.26668</c:v>
                </c:pt>
                <c:pt idx="15609">
                  <c:v>4.2669800000000002</c:v>
                </c:pt>
                <c:pt idx="15610">
                  <c:v>4.26729</c:v>
                </c:pt>
                <c:pt idx="15611">
                  <c:v>4.2675900000000002</c:v>
                </c:pt>
                <c:pt idx="15612">
                  <c:v>4.2679</c:v>
                </c:pt>
                <c:pt idx="15613">
                  <c:v>4.2682000000000002</c:v>
                </c:pt>
                <c:pt idx="15614">
                  <c:v>4.26851</c:v>
                </c:pt>
                <c:pt idx="15615">
                  <c:v>4.2688100000000002</c:v>
                </c:pt>
                <c:pt idx="15616">
                  <c:v>4.26912</c:v>
                </c:pt>
                <c:pt idx="15617">
                  <c:v>4.2694200000000002</c:v>
                </c:pt>
                <c:pt idx="15618">
                  <c:v>4.26973</c:v>
                </c:pt>
                <c:pt idx="15619">
                  <c:v>4.2700300000000002</c:v>
                </c:pt>
                <c:pt idx="15620">
                  <c:v>4.27034</c:v>
                </c:pt>
                <c:pt idx="15621">
                  <c:v>4.2706499999999998</c:v>
                </c:pt>
                <c:pt idx="15622">
                  <c:v>4.27095</c:v>
                </c:pt>
                <c:pt idx="15623">
                  <c:v>4.2712599999999998</c:v>
                </c:pt>
                <c:pt idx="15624">
                  <c:v>4.27156</c:v>
                </c:pt>
                <c:pt idx="15625">
                  <c:v>4.2718699999999998</c:v>
                </c:pt>
                <c:pt idx="15626">
                  <c:v>4.27217</c:v>
                </c:pt>
                <c:pt idx="15627">
                  <c:v>4.2724799999999998</c:v>
                </c:pt>
                <c:pt idx="15628">
                  <c:v>4.27278</c:v>
                </c:pt>
                <c:pt idx="15629">
                  <c:v>4.2730899999999998</c:v>
                </c:pt>
                <c:pt idx="15630">
                  <c:v>4.27339</c:v>
                </c:pt>
                <c:pt idx="15631">
                  <c:v>4.2736999999999998</c:v>
                </c:pt>
                <c:pt idx="15632">
                  <c:v>4.2740099999999996</c:v>
                </c:pt>
                <c:pt idx="15633">
                  <c:v>4.2743099999999998</c:v>
                </c:pt>
                <c:pt idx="15634">
                  <c:v>4.2746199999999996</c:v>
                </c:pt>
                <c:pt idx="15635">
                  <c:v>4.2749199999999998</c:v>
                </c:pt>
                <c:pt idx="15636">
                  <c:v>4.2752299999999996</c:v>
                </c:pt>
                <c:pt idx="15637">
                  <c:v>4.2755299999999998</c:v>
                </c:pt>
                <c:pt idx="15638">
                  <c:v>4.2758399999999996</c:v>
                </c:pt>
                <c:pt idx="15639">
                  <c:v>4.2761399999999998</c:v>
                </c:pt>
                <c:pt idx="15640">
                  <c:v>4.2764499999999996</c:v>
                </c:pt>
                <c:pt idx="15641">
                  <c:v>4.2767499999999998</c:v>
                </c:pt>
                <c:pt idx="15642">
                  <c:v>4.2770599999999996</c:v>
                </c:pt>
                <c:pt idx="15643">
                  <c:v>4.2773599999999998</c:v>
                </c:pt>
                <c:pt idx="15644">
                  <c:v>4.2776699999999996</c:v>
                </c:pt>
                <c:pt idx="15645">
                  <c:v>4.2779800000000003</c:v>
                </c:pt>
                <c:pt idx="15646">
                  <c:v>4.2782799999999996</c:v>
                </c:pt>
                <c:pt idx="15647">
                  <c:v>4.2785900000000003</c:v>
                </c:pt>
                <c:pt idx="15648">
                  <c:v>4.2788899999999996</c:v>
                </c:pt>
                <c:pt idx="15649">
                  <c:v>4.2792000000000003</c:v>
                </c:pt>
                <c:pt idx="15650">
                  <c:v>4.2794999999999996</c:v>
                </c:pt>
                <c:pt idx="15651">
                  <c:v>4.2798100000000003</c:v>
                </c:pt>
                <c:pt idx="15652">
                  <c:v>4.2801099999999996</c:v>
                </c:pt>
                <c:pt idx="15653">
                  <c:v>4.2804200000000003</c:v>
                </c:pt>
                <c:pt idx="15654">
                  <c:v>4.2807199999999996</c:v>
                </c:pt>
                <c:pt idx="15655">
                  <c:v>4.2810300000000003</c:v>
                </c:pt>
                <c:pt idx="15656">
                  <c:v>4.2813299999999996</c:v>
                </c:pt>
                <c:pt idx="15657">
                  <c:v>4.2816400000000003</c:v>
                </c:pt>
                <c:pt idx="15658">
                  <c:v>4.2819500000000001</c:v>
                </c:pt>
                <c:pt idx="15659">
                  <c:v>4.2822500000000003</c:v>
                </c:pt>
                <c:pt idx="15660">
                  <c:v>4.2825600000000001</c:v>
                </c:pt>
                <c:pt idx="15661">
                  <c:v>4.2828600000000003</c:v>
                </c:pt>
                <c:pt idx="15662">
                  <c:v>4.2831700000000001</c:v>
                </c:pt>
                <c:pt idx="15663">
                  <c:v>4.2834700000000003</c:v>
                </c:pt>
                <c:pt idx="15664">
                  <c:v>4.2837800000000001</c:v>
                </c:pt>
                <c:pt idx="15665">
                  <c:v>4.2840800000000003</c:v>
                </c:pt>
                <c:pt idx="15666">
                  <c:v>4.2843900000000001</c:v>
                </c:pt>
                <c:pt idx="15667">
                  <c:v>4.2846900000000003</c:v>
                </c:pt>
                <c:pt idx="15668">
                  <c:v>4.2850000000000001</c:v>
                </c:pt>
                <c:pt idx="15669">
                  <c:v>4.2853000000000003</c:v>
                </c:pt>
                <c:pt idx="15670">
                  <c:v>4.2856100000000001</c:v>
                </c:pt>
                <c:pt idx="15671">
                  <c:v>4.28592</c:v>
                </c:pt>
                <c:pt idx="15672">
                  <c:v>4.2862200000000001</c:v>
                </c:pt>
                <c:pt idx="15673">
                  <c:v>4.28653</c:v>
                </c:pt>
                <c:pt idx="15674">
                  <c:v>4.2868300000000001</c:v>
                </c:pt>
                <c:pt idx="15675">
                  <c:v>4.28714</c:v>
                </c:pt>
                <c:pt idx="15676">
                  <c:v>4.2874400000000001</c:v>
                </c:pt>
                <c:pt idx="15677">
                  <c:v>4.28775</c:v>
                </c:pt>
                <c:pt idx="15678">
                  <c:v>4.2880500000000001</c:v>
                </c:pt>
                <c:pt idx="15679">
                  <c:v>4.2883599999999999</c:v>
                </c:pt>
                <c:pt idx="15680">
                  <c:v>4.2886600000000001</c:v>
                </c:pt>
                <c:pt idx="15681">
                  <c:v>4.2889699999999999</c:v>
                </c:pt>
                <c:pt idx="15682">
                  <c:v>4.2892799999999998</c:v>
                </c:pt>
                <c:pt idx="15683">
                  <c:v>4.2895799999999999</c:v>
                </c:pt>
                <c:pt idx="15684">
                  <c:v>4.2898899999999998</c:v>
                </c:pt>
                <c:pt idx="15685">
                  <c:v>4.2901899999999999</c:v>
                </c:pt>
                <c:pt idx="15686">
                  <c:v>4.2904999999999998</c:v>
                </c:pt>
                <c:pt idx="15687">
                  <c:v>4.2907999999999999</c:v>
                </c:pt>
                <c:pt idx="15688">
                  <c:v>4.2911099999999998</c:v>
                </c:pt>
                <c:pt idx="15689">
                  <c:v>4.2914099999999999</c:v>
                </c:pt>
                <c:pt idx="15690">
                  <c:v>4.2917199999999998</c:v>
                </c:pt>
                <c:pt idx="15691">
                  <c:v>4.2920199999999999</c:v>
                </c:pt>
                <c:pt idx="15692">
                  <c:v>4.2923299999999998</c:v>
                </c:pt>
                <c:pt idx="15693">
                  <c:v>4.2926299999999999</c:v>
                </c:pt>
                <c:pt idx="15694">
                  <c:v>4.2929399999999998</c:v>
                </c:pt>
                <c:pt idx="15695">
                  <c:v>4.2932499999999996</c:v>
                </c:pt>
                <c:pt idx="15696">
                  <c:v>4.2935499999999998</c:v>
                </c:pt>
                <c:pt idx="15697">
                  <c:v>4.2938599999999996</c:v>
                </c:pt>
                <c:pt idx="15698">
                  <c:v>4.2941599999999998</c:v>
                </c:pt>
                <c:pt idx="15699">
                  <c:v>4.2944699999999996</c:v>
                </c:pt>
                <c:pt idx="15700">
                  <c:v>4.2947699999999998</c:v>
                </c:pt>
                <c:pt idx="15701">
                  <c:v>4.2950799999999996</c:v>
                </c:pt>
                <c:pt idx="15702">
                  <c:v>4.2953799999999998</c:v>
                </c:pt>
                <c:pt idx="15703">
                  <c:v>4.2956899999999996</c:v>
                </c:pt>
                <c:pt idx="15704">
                  <c:v>4.2959899999999998</c:v>
                </c:pt>
                <c:pt idx="15705">
                  <c:v>4.2962999999999996</c:v>
                </c:pt>
                <c:pt idx="15706">
                  <c:v>4.2965999999999998</c:v>
                </c:pt>
                <c:pt idx="15707">
                  <c:v>4.2969099999999996</c:v>
                </c:pt>
                <c:pt idx="15708">
                  <c:v>4.2972200000000003</c:v>
                </c:pt>
                <c:pt idx="15709">
                  <c:v>4.2975199999999996</c:v>
                </c:pt>
                <c:pt idx="15710">
                  <c:v>4.2978300000000003</c:v>
                </c:pt>
                <c:pt idx="15711">
                  <c:v>4.2981299999999996</c:v>
                </c:pt>
                <c:pt idx="15712">
                  <c:v>4.2984400000000003</c:v>
                </c:pt>
                <c:pt idx="15713">
                  <c:v>4.2987399999999996</c:v>
                </c:pt>
                <c:pt idx="15714">
                  <c:v>4.2990500000000003</c:v>
                </c:pt>
                <c:pt idx="15715">
                  <c:v>4.2993499999999996</c:v>
                </c:pt>
                <c:pt idx="15716">
                  <c:v>4.2996600000000003</c:v>
                </c:pt>
                <c:pt idx="15717">
                  <c:v>4.2999599999999996</c:v>
                </c:pt>
                <c:pt idx="15718">
                  <c:v>4.3002700000000003</c:v>
                </c:pt>
                <c:pt idx="15719">
                  <c:v>4.3005699999999996</c:v>
                </c:pt>
                <c:pt idx="15720">
                  <c:v>4.3008800000000003</c:v>
                </c:pt>
                <c:pt idx="15721">
                  <c:v>4.3011900000000001</c:v>
                </c:pt>
                <c:pt idx="15722">
                  <c:v>4.3014900000000003</c:v>
                </c:pt>
                <c:pt idx="15723">
                  <c:v>4.3018000000000001</c:v>
                </c:pt>
                <c:pt idx="15724">
                  <c:v>4.3021000000000003</c:v>
                </c:pt>
                <c:pt idx="15725">
                  <c:v>4.3024100000000001</c:v>
                </c:pt>
                <c:pt idx="15726">
                  <c:v>4.3027100000000003</c:v>
                </c:pt>
                <c:pt idx="15727">
                  <c:v>4.3030200000000001</c:v>
                </c:pt>
                <c:pt idx="15728">
                  <c:v>4.3033200000000003</c:v>
                </c:pt>
                <c:pt idx="15729">
                  <c:v>4.3036300000000001</c:v>
                </c:pt>
                <c:pt idx="15730">
                  <c:v>4.3039300000000003</c:v>
                </c:pt>
                <c:pt idx="15731">
                  <c:v>4.3042400000000001</c:v>
                </c:pt>
                <c:pt idx="15732">
                  <c:v>4.3045400000000003</c:v>
                </c:pt>
                <c:pt idx="15733">
                  <c:v>4.3048500000000001</c:v>
                </c:pt>
                <c:pt idx="15734">
                  <c:v>4.3051599999999999</c:v>
                </c:pt>
                <c:pt idx="15735">
                  <c:v>4.3054600000000001</c:v>
                </c:pt>
                <c:pt idx="15736">
                  <c:v>4.3057699999999999</c:v>
                </c:pt>
                <c:pt idx="15737">
                  <c:v>4.3060700000000001</c:v>
                </c:pt>
                <c:pt idx="15738">
                  <c:v>4.3063799999999999</c:v>
                </c:pt>
                <c:pt idx="15739">
                  <c:v>4.3066800000000001</c:v>
                </c:pt>
                <c:pt idx="15740">
                  <c:v>4.3069899999999999</c:v>
                </c:pt>
                <c:pt idx="15741">
                  <c:v>4.3072900000000001</c:v>
                </c:pt>
                <c:pt idx="15742">
                  <c:v>4.3075999999999999</c:v>
                </c:pt>
                <c:pt idx="15743">
                  <c:v>4.3079000000000001</c:v>
                </c:pt>
                <c:pt idx="15744">
                  <c:v>4.3082099999999999</c:v>
                </c:pt>
                <c:pt idx="15745">
                  <c:v>4.3085199999999997</c:v>
                </c:pt>
                <c:pt idx="15746">
                  <c:v>4.3088199999999999</c:v>
                </c:pt>
                <c:pt idx="15747">
                  <c:v>4.3091299999999997</c:v>
                </c:pt>
                <c:pt idx="15748">
                  <c:v>4.3094299999999999</c:v>
                </c:pt>
                <c:pt idx="15749">
                  <c:v>4.3097399999999997</c:v>
                </c:pt>
                <c:pt idx="15750">
                  <c:v>4.3100399999999999</c:v>
                </c:pt>
                <c:pt idx="15751">
                  <c:v>4.3103499999999997</c:v>
                </c:pt>
                <c:pt idx="15752">
                  <c:v>4.3106499999999999</c:v>
                </c:pt>
                <c:pt idx="15753">
                  <c:v>4.3109599999999997</c:v>
                </c:pt>
                <c:pt idx="15754">
                  <c:v>4.3112599999999999</c:v>
                </c:pt>
                <c:pt idx="15755">
                  <c:v>4.3115699999999997</c:v>
                </c:pt>
                <c:pt idx="15756">
                  <c:v>4.3118699999999999</c:v>
                </c:pt>
                <c:pt idx="15757">
                  <c:v>4.3121799999999997</c:v>
                </c:pt>
                <c:pt idx="15758">
                  <c:v>4.3124900000000004</c:v>
                </c:pt>
                <c:pt idx="15759">
                  <c:v>4.3127899999999997</c:v>
                </c:pt>
                <c:pt idx="15760">
                  <c:v>4.3131000000000004</c:v>
                </c:pt>
                <c:pt idx="15761">
                  <c:v>4.3133999999999997</c:v>
                </c:pt>
                <c:pt idx="15762">
                  <c:v>4.3137100000000004</c:v>
                </c:pt>
                <c:pt idx="15763">
                  <c:v>4.3140099999999997</c:v>
                </c:pt>
                <c:pt idx="15764">
                  <c:v>4.3143200000000004</c:v>
                </c:pt>
                <c:pt idx="15765">
                  <c:v>4.3146199999999997</c:v>
                </c:pt>
                <c:pt idx="15766">
                  <c:v>4.3149300000000004</c:v>
                </c:pt>
                <c:pt idx="15767">
                  <c:v>4.3152299999999997</c:v>
                </c:pt>
                <c:pt idx="15768">
                  <c:v>4.3155400000000004</c:v>
                </c:pt>
                <c:pt idx="15769">
                  <c:v>4.3158399999999997</c:v>
                </c:pt>
                <c:pt idx="15770">
                  <c:v>4.3161500000000004</c:v>
                </c:pt>
                <c:pt idx="15771">
                  <c:v>4.3164600000000002</c:v>
                </c:pt>
                <c:pt idx="15772">
                  <c:v>4.3167600000000004</c:v>
                </c:pt>
                <c:pt idx="15773">
                  <c:v>4.3170700000000002</c:v>
                </c:pt>
                <c:pt idx="15774">
                  <c:v>4.3173700000000004</c:v>
                </c:pt>
                <c:pt idx="15775">
                  <c:v>4.3176800000000002</c:v>
                </c:pt>
                <c:pt idx="15776">
                  <c:v>4.3179800000000004</c:v>
                </c:pt>
                <c:pt idx="15777">
                  <c:v>4.3182900000000002</c:v>
                </c:pt>
                <c:pt idx="15778">
                  <c:v>4.3185900000000004</c:v>
                </c:pt>
                <c:pt idx="15779">
                  <c:v>4.3189000000000002</c:v>
                </c:pt>
                <c:pt idx="15780">
                  <c:v>4.3192000000000004</c:v>
                </c:pt>
                <c:pt idx="15781">
                  <c:v>4.3195100000000002</c:v>
                </c:pt>
                <c:pt idx="15782">
                  <c:v>4.3198100000000004</c:v>
                </c:pt>
                <c:pt idx="15783">
                  <c:v>4.3201200000000002</c:v>
                </c:pt>
                <c:pt idx="15784">
                  <c:v>4.32043</c:v>
                </c:pt>
                <c:pt idx="15785">
                  <c:v>4.3207300000000002</c:v>
                </c:pt>
                <c:pt idx="15786">
                  <c:v>4.32104</c:v>
                </c:pt>
                <c:pt idx="15787">
                  <c:v>4.3213400000000002</c:v>
                </c:pt>
                <c:pt idx="15788">
                  <c:v>4.32165</c:v>
                </c:pt>
                <c:pt idx="15789">
                  <c:v>4.3219500000000002</c:v>
                </c:pt>
                <c:pt idx="15790">
                  <c:v>4.32226</c:v>
                </c:pt>
                <c:pt idx="15791">
                  <c:v>4.3225600000000002</c:v>
                </c:pt>
                <c:pt idx="15792">
                  <c:v>4.32287</c:v>
                </c:pt>
                <c:pt idx="15793">
                  <c:v>4.3231700000000002</c:v>
                </c:pt>
                <c:pt idx="15794">
                  <c:v>4.32348</c:v>
                </c:pt>
                <c:pt idx="15795">
                  <c:v>4.3237800000000002</c:v>
                </c:pt>
                <c:pt idx="15796">
                  <c:v>4.32409</c:v>
                </c:pt>
                <c:pt idx="15797">
                  <c:v>4.3243999999999998</c:v>
                </c:pt>
                <c:pt idx="15798">
                  <c:v>4.3247</c:v>
                </c:pt>
                <c:pt idx="15799">
                  <c:v>4.3250099999999998</c:v>
                </c:pt>
                <c:pt idx="15800">
                  <c:v>4.32531</c:v>
                </c:pt>
                <c:pt idx="15801">
                  <c:v>4.3256199999999998</c:v>
                </c:pt>
                <c:pt idx="15802">
                  <c:v>4.32592</c:v>
                </c:pt>
                <c:pt idx="15803">
                  <c:v>4.3262299999999998</c:v>
                </c:pt>
                <c:pt idx="15804">
                  <c:v>4.32653</c:v>
                </c:pt>
                <c:pt idx="15805">
                  <c:v>4.3268399999999998</c:v>
                </c:pt>
                <c:pt idx="15806">
                  <c:v>4.32714</c:v>
                </c:pt>
                <c:pt idx="15807">
                  <c:v>4.3274499999999998</c:v>
                </c:pt>
                <c:pt idx="15808">
                  <c:v>4.3277599999999996</c:v>
                </c:pt>
                <c:pt idx="15809">
                  <c:v>4.3280599999999998</c:v>
                </c:pt>
                <c:pt idx="15810">
                  <c:v>4.3283699999999996</c:v>
                </c:pt>
                <c:pt idx="15811">
                  <c:v>4.3286699999999998</c:v>
                </c:pt>
                <c:pt idx="15812">
                  <c:v>4.3289799999999996</c:v>
                </c:pt>
                <c:pt idx="15813">
                  <c:v>4.3292799999999998</c:v>
                </c:pt>
                <c:pt idx="15814">
                  <c:v>4.3295899999999996</c:v>
                </c:pt>
                <c:pt idx="15815">
                  <c:v>4.3298899999999998</c:v>
                </c:pt>
                <c:pt idx="15816">
                  <c:v>4.3301999999999996</c:v>
                </c:pt>
                <c:pt idx="15817">
                  <c:v>4.3304999999999998</c:v>
                </c:pt>
                <c:pt idx="15818">
                  <c:v>4.3308099999999996</c:v>
                </c:pt>
                <c:pt idx="15819">
                  <c:v>4.3311099999999998</c:v>
                </c:pt>
                <c:pt idx="15820">
                  <c:v>4.3314199999999996</c:v>
                </c:pt>
                <c:pt idx="15821">
                  <c:v>4.3317300000000003</c:v>
                </c:pt>
                <c:pt idx="15822">
                  <c:v>4.3320299999999996</c:v>
                </c:pt>
                <c:pt idx="15823">
                  <c:v>4.3323400000000003</c:v>
                </c:pt>
                <c:pt idx="15824">
                  <c:v>4.3326399999999996</c:v>
                </c:pt>
                <c:pt idx="15825">
                  <c:v>4.3329500000000003</c:v>
                </c:pt>
                <c:pt idx="15826">
                  <c:v>4.3332499999999996</c:v>
                </c:pt>
                <c:pt idx="15827">
                  <c:v>4.3335600000000003</c:v>
                </c:pt>
                <c:pt idx="15828">
                  <c:v>4.3338599999999996</c:v>
                </c:pt>
                <c:pt idx="15829">
                  <c:v>4.3341700000000003</c:v>
                </c:pt>
                <c:pt idx="15830">
                  <c:v>4.3344699999999996</c:v>
                </c:pt>
                <c:pt idx="15831">
                  <c:v>4.3347800000000003</c:v>
                </c:pt>
                <c:pt idx="15832">
                  <c:v>4.3350799999999996</c:v>
                </c:pt>
                <c:pt idx="15833">
                  <c:v>4.3353900000000003</c:v>
                </c:pt>
                <c:pt idx="15834">
                  <c:v>4.3357000000000001</c:v>
                </c:pt>
                <c:pt idx="15835">
                  <c:v>4.3360000000000003</c:v>
                </c:pt>
                <c:pt idx="15836">
                  <c:v>4.3363100000000001</c:v>
                </c:pt>
                <c:pt idx="15837">
                  <c:v>4.3366100000000003</c:v>
                </c:pt>
                <c:pt idx="15838">
                  <c:v>4.3369200000000001</c:v>
                </c:pt>
                <c:pt idx="15839">
                  <c:v>4.3372200000000003</c:v>
                </c:pt>
                <c:pt idx="15840">
                  <c:v>4.3375300000000001</c:v>
                </c:pt>
                <c:pt idx="15841">
                  <c:v>4.3378300000000003</c:v>
                </c:pt>
                <c:pt idx="15842">
                  <c:v>4.3381400000000001</c:v>
                </c:pt>
                <c:pt idx="15843">
                  <c:v>4.3384400000000003</c:v>
                </c:pt>
                <c:pt idx="15844">
                  <c:v>4.3387500000000001</c:v>
                </c:pt>
                <c:pt idx="15845">
                  <c:v>4.3390500000000003</c:v>
                </c:pt>
                <c:pt idx="15846">
                  <c:v>4.3393600000000001</c:v>
                </c:pt>
                <c:pt idx="15847">
                  <c:v>4.3396699999999999</c:v>
                </c:pt>
                <c:pt idx="15848">
                  <c:v>4.3399700000000001</c:v>
                </c:pt>
                <c:pt idx="15849">
                  <c:v>4.3402799999999999</c:v>
                </c:pt>
                <c:pt idx="15850">
                  <c:v>4.3405800000000001</c:v>
                </c:pt>
                <c:pt idx="15851">
                  <c:v>4.3408899999999999</c:v>
                </c:pt>
                <c:pt idx="15852">
                  <c:v>4.3411900000000001</c:v>
                </c:pt>
                <c:pt idx="15853">
                  <c:v>4.3414999999999999</c:v>
                </c:pt>
                <c:pt idx="15854">
                  <c:v>4.3418000000000001</c:v>
                </c:pt>
                <c:pt idx="15855">
                  <c:v>4.3421099999999999</c:v>
                </c:pt>
                <c:pt idx="15856">
                  <c:v>4.3424100000000001</c:v>
                </c:pt>
                <c:pt idx="15857">
                  <c:v>4.3427199999999999</c:v>
                </c:pt>
                <c:pt idx="15858">
                  <c:v>4.3430200000000001</c:v>
                </c:pt>
                <c:pt idx="15859">
                  <c:v>4.3433299999999999</c:v>
                </c:pt>
                <c:pt idx="15860">
                  <c:v>4.3436399999999997</c:v>
                </c:pt>
                <c:pt idx="15861">
                  <c:v>4.3439399999999999</c:v>
                </c:pt>
                <c:pt idx="15862">
                  <c:v>4.3442499999999997</c:v>
                </c:pt>
                <c:pt idx="15863">
                  <c:v>4.3445499999999999</c:v>
                </c:pt>
                <c:pt idx="15864">
                  <c:v>4.3448599999999997</c:v>
                </c:pt>
                <c:pt idx="15865">
                  <c:v>4.3451599999999999</c:v>
                </c:pt>
                <c:pt idx="15866">
                  <c:v>4.3454699999999997</c:v>
                </c:pt>
                <c:pt idx="15867">
                  <c:v>4.3457699999999999</c:v>
                </c:pt>
                <c:pt idx="15868">
                  <c:v>4.3460799999999997</c:v>
                </c:pt>
                <c:pt idx="15869">
                  <c:v>4.3463799999999999</c:v>
                </c:pt>
                <c:pt idx="15870">
                  <c:v>4.3466899999999997</c:v>
                </c:pt>
                <c:pt idx="15871">
                  <c:v>4.3470000000000004</c:v>
                </c:pt>
                <c:pt idx="15872">
                  <c:v>4.3472999999999997</c:v>
                </c:pt>
                <c:pt idx="15873">
                  <c:v>4.3476100000000004</c:v>
                </c:pt>
                <c:pt idx="15874">
                  <c:v>4.3479099999999997</c:v>
                </c:pt>
                <c:pt idx="15875">
                  <c:v>4.3482200000000004</c:v>
                </c:pt>
                <c:pt idx="15876">
                  <c:v>4.3485199999999997</c:v>
                </c:pt>
                <c:pt idx="15877">
                  <c:v>4.3488300000000004</c:v>
                </c:pt>
                <c:pt idx="15878">
                  <c:v>4.3491299999999997</c:v>
                </c:pt>
                <c:pt idx="15879">
                  <c:v>4.3494400000000004</c:v>
                </c:pt>
                <c:pt idx="15880">
                  <c:v>4.3497399999999997</c:v>
                </c:pt>
                <c:pt idx="15881">
                  <c:v>4.3500500000000004</c:v>
                </c:pt>
                <c:pt idx="15882">
                  <c:v>4.3503499999999997</c:v>
                </c:pt>
                <c:pt idx="15883">
                  <c:v>4.3506600000000004</c:v>
                </c:pt>
                <c:pt idx="15884">
                  <c:v>4.3509700000000002</c:v>
                </c:pt>
                <c:pt idx="15885">
                  <c:v>4.3512700000000004</c:v>
                </c:pt>
                <c:pt idx="15886">
                  <c:v>4.3515800000000002</c:v>
                </c:pt>
                <c:pt idx="15887">
                  <c:v>4.3518800000000004</c:v>
                </c:pt>
                <c:pt idx="15888">
                  <c:v>4.3521900000000002</c:v>
                </c:pt>
                <c:pt idx="15889">
                  <c:v>4.3524900000000004</c:v>
                </c:pt>
                <c:pt idx="15890">
                  <c:v>4.3528000000000002</c:v>
                </c:pt>
                <c:pt idx="15891">
                  <c:v>4.3531000000000004</c:v>
                </c:pt>
                <c:pt idx="15892">
                  <c:v>4.3534100000000002</c:v>
                </c:pt>
                <c:pt idx="15893">
                  <c:v>4.3537100000000004</c:v>
                </c:pt>
                <c:pt idx="15894">
                  <c:v>4.3540200000000002</c:v>
                </c:pt>
                <c:pt idx="15895">
                  <c:v>4.3543200000000004</c:v>
                </c:pt>
                <c:pt idx="15896">
                  <c:v>4.3546300000000002</c:v>
                </c:pt>
                <c:pt idx="15897">
                  <c:v>4.35494</c:v>
                </c:pt>
                <c:pt idx="15898">
                  <c:v>4.3552400000000002</c:v>
                </c:pt>
                <c:pt idx="15899">
                  <c:v>4.35555</c:v>
                </c:pt>
                <c:pt idx="15900">
                  <c:v>4.3558500000000002</c:v>
                </c:pt>
                <c:pt idx="15901">
                  <c:v>4.35616</c:v>
                </c:pt>
                <c:pt idx="15902">
                  <c:v>4.3564600000000002</c:v>
                </c:pt>
                <c:pt idx="15903">
                  <c:v>4.35677</c:v>
                </c:pt>
                <c:pt idx="15904">
                  <c:v>4.3570700000000002</c:v>
                </c:pt>
                <c:pt idx="15905">
                  <c:v>4.35738</c:v>
                </c:pt>
                <c:pt idx="15906">
                  <c:v>4.3576800000000002</c:v>
                </c:pt>
                <c:pt idx="15907">
                  <c:v>4.35799</c:v>
                </c:pt>
                <c:pt idx="15908">
                  <c:v>4.3582900000000002</c:v>
                </c:pt>
                <c:pt idx="15909">
                  <c:v>4.3586</c:v>
                </c:pt>
                <c:pt idx="15910">
                  <c:v>4.3589099999999998</c:v>
                </c:pt>
                <c:pt idx="15911">
                  <c:v>4.35921</c:v>
                </c:pt>
                <c:pt idx="15912">
                  <c:v>4.3595199999999998</c:v>
                </c:pt>
                <c:pt idx="15913">
                  <c:v>4.35982</c:v>
                </c:pt>
                <c:pt idx="15914">
                  <c:v>4.3601299999999998</c:v>
                </c:pt>
                <c:pt idx="15915">
                  <c:v>4.36043</c:v>
                </c:pt>
                <c:pt idx="15916">
                  <c:v>4.3607399999999998</c:v>
                </c:pt>
                <c:pt idx="15917">
                  <c:v>4.36104</c:v>
                </c:pt>
                <c:pt idx="15918">
                  <c:v>4.3613499999999998</c:v>
                </c:pt>
                <c:pt idx="15919">
                  <c:v>4.36165</c:v>
                </c:pt>
                <c:pt idx="15920">
                  <c:v>4.3619599999999998</c:v>
                </c:pt>
                <c:pt idx="15921">
                  <c:v>4.3622699999999996</c:v>
                </c:pt>
                <c:pt idx="15922">
                  <c:v>4.3625699999999998</c:v>
                </c:pt>
                <c:pt idx="15923">
                  <c:v>4.3628799999999996</c:v>
                </c:pt>
                <c:pt idx="15924">
                  <c:v>4.3631799999999998</c:v>
                </c:pt>
                <c:pt idx="15925">
                  <c:v>4.3634899999999996</c:v>
                </c:pt>
                <c:pt idx="15926">
                  <c:v>4.3637899999999998</c:v>
                </c:pt>
                <c:pt idx="15927">
                  <c:v>4.3640999999999996</c:v>
                </c:pt>
                <c:pt idx="15928">
                  <c:v>4.3643999999999998</c:v>
                </c:pt>
                <c:pt idx="15929">
                  <c:v>4.3647099999999996</c:v>
                </c:pt>
                <c:pt idx="15930">
                  <c:v>4.3650099999999998</c:v>
                </c:pt>
                <c:pt idx="15931">
                  <c:v>4.3653199999999996</c:v>
                </c:pt>
                <c:pt idx="15932">
                  <c:v>4.3656199999999998</c:v>
                </c:pt>
                <c:pt idx="15933">
                  <c:v>4.3659299999999996</c:v>
                </c:pt>
                <c:pt idx="15934">
                  <c:v>4.3662400000000003</c:v>
                </c:pt>
                <c:pt idx="15935">
                  <c:v>4.3665399999999996</c:v>
                </c:pt>
                <c:pt idx="15936">
                  <c:v>4.3668500000000003</c:v>
                </c:pt>
                <c:pt idx="15937">
                  <c:v>4.3671499999999996</c:v>
                </c:pt>
                <c:pt idx="15938">
                  <c:v>4.3674600000000003</c:v>
                </c:pt>
                <c:pt idx="15939">
                  <c:v>4.3677599999999996</c:v>
                </c:pt>
                <c:pt idx="15940">
                  <c:v>4.3680700000000003</c:v>
                </c:pt>
                <c:pt idx="15941">
                  <c:v>4.3683699999999996</c:v>
                </c:pt>
                <c:pt idx="15942">
                  <c:v>4.3686800000000003</c:v>
                </c:pt>
                <c:pt idx="15943">
                  <c:v>4.3689799999999996</c:v>
                </c:pt>
                <c:pt idx="15944">
                  <c:v>4.3692900000000003</c:v>
                </c:pt>
                <c:pt idx="15945">
                  <c:v>4.3695899999999996</c:v>
                </c:pt>
                <c:pt idx="15946">
                  <c:v>4.3699000000000003</c:v>
                </c:pt>
                <c:pt idx="15947">
                  <c:v>4.3702100000000002</c:v>
                </c:pt>
                <c:pt idx="15948">
                  <c:v>4.3705100000000003</c:v>
                </c:pt>
                <c:pt idx="15949">
                  <c:v>4.3708200000000001</c:v>
                </c:pt>
                <c:pt idx="15950">
                  <c:v>4.3711200000000003</c:v>
                </c:pt>
                <c:pt idx="15951">
                  <c:v>4.3714300000000001</c:v>
                </c:pt>
                <c:pt idx="15952">
                  <c:v>4.3717300000000003</c:v>
                </c:pt>
                <c:pt idx="15953">
                  <c:v>4.3720400000000001</c:v>
                </c:pt>
                <c:pt idx="15954">
                  <c:v>4.3723400000000003</c:v>
                </c:pt>
                <c:pt idx="15955">
                  <c:v>4.3726500000000001</c:v>
                </c:pt>
                <c:pt idx="15956">
                  <c:v>4.3729500000000003</c:v>
                </c:pt>
                <c:pt idx="15957">
                  <c:v>4.3732600000000001</c:v>
                </c:pt>
                <c:pt idx="15958">
                  <c:v>4.3735600000000003</c:v>
                </c:pt>
                <c:pt idx="15959">
                  <c:v>4.3738700000000001</c:v>
                </c:pt>
                <c:pt idx="15960">
                  <c:v>4.37418</c:v>
                </c:pt>
                <c:pt idx="15961">
                  <c:v>4.3744800000000001</c:v>
                </c:pt>
                <c:pt idx="15962">
                  <c:v>4.37479</c:v>
                </c:pt>
                <c:pt idx="15963">
                  <c:v>4.3750900000000001</c:v>
                </c:pt>
                <c:pt idx="15964">
                  <c:v>4.3754</c:v>
                </c:pt>
                <c:pt idx="15965">
                  <c:v>4.3757000000000001</c:v>
                </c:pt>
                <c:pt idx="15966">
                  <c:v>4.37601</c:v>
                </c:pt>
                <c:pt idx="15967">
                  <c:v>4.3763100000000001</c:v>
                </c:pt>
                <c:pt idx="15968">
                  <c:v>4.37662</c:v>
                </c:pt>
                <c:pt idx="15969">
                  <c:v>4.3769200000000001</c:v>
                </c:pt>
                <c:pt idx="15970">
                  <c:v>4.37723</c:v>
                </c:pt>
                <c:pt idx="15971">
                  <c:v>4.3775300000000001</c:v>
                </c:pt>
                <c:pt idx="15972">
                  <c:v>4.37784</c:v>
                </c:pt>
                <c:pt idx="15973">
                  <c:v>4.3781499999999998</c:v>
                </c:pt>
                <c:pt idx="15974">
                  <c:v>4.37845</c:v>
                </c:pt>
                <c:pt idx="15975">
                  <c:v>4.3787599999999998</c:v>
                </c:pt>
                <c:pt idx="15976">
                  <c:v>4.37906</c:v>
                </c:pt>
                <c:pt idx="15977">
                  <c:v>4.3793699999999998</c:v>
                </c:pt>
                <c:pt idx="15978">
                  <c:v>4.37967</c:v>
                </c:pt>
                <c:pt idx="15979">
                  <c:v>4.3799799999999998</c:v>
                </c:pt>
                <c:pt idx="15980">
                  <c:v>4.38028</c:v>
                </c:pt>
                <c:pt idx="15981">
                  <c:v>4.3805899999999998</c:v>
                </c:pt>
                <c:pt idx="15982">
                  <c:v>4.38089</c:v>
                </c:pt>
                <c:pt idx="15983">
                  <c:v>4.3811999999999998</c:v>
                </c:pt>
                <c:pt idx="15984">
                  <c:v>4.3815099999999996</c:v>
                </c:pt>
                <c:pt idx="15985">
                  <c:v>4.3818099999999998</c:v>
                </c:pt>
                <c:pt idx="15986">
                  <c:v>4.3821199999999996</c:v>
                </c:pt>
                <c:pt idx="15987">
                  <c:v>4.3824199999999998</c:v>
                </c:pt>
                <c:pt idx="15988">
                  <c:v>4.3827299999999996</c:v>
                </c:pt>
                <c:pt idx="15989">
                  <c:v>4.3830299999999998</c:v>
                </c:pt>
                <c:pt idx="15990">
                  <c:v>4.3833399999999996</c:v>
                </c:pt>
                <c:pt idx="15991">
                  <c:v>4.3836399999999998</c:v>
                </c:pt>
                <c:pt idx="15992">
                  <c:v>4.3839499999999996</c:v>
                </c:pt>
                <c:pt idx="15993">
                  <c:v>4.3842499999999998</c:v>
                </c:pt>
                <c:pt idx="15994">
                  <c:v>4.3845599999999996</c:v>
                </c:pt>
                <c:pt idx="15995">
                  <c:v>4.3848599999999998</c:v>
                </c:pt>
                <c:pt idx="15996">
                  <c:v>4.3851699999999996</c:v>
                </c:pt>
                <c:pt idx="15997">
                  <c:v>4.3854800000000003</c:v>
                </c:pt>
                <c:pt idx="15998">
                  <c:v>4.3857799999999996</c:v>
                </c:pt>
                <c:pt idx="15999">
                  <c:v>4.3860900000000003</c:v>
                </c:pt>
                <c:pt idx="16000">
                  <c:v>4.3863899999999996</c:v>
                </c:pt>
                <c:pt idx="16001">
                  <c:v>4.3867000000000003</c:v>
                </c:pt>
                <c:pt idx="16002">
                  <c:v>4.3869999999999996</c:v>
                </c:pt>
                <c:pt idx="16003">
                  <c:v>4.3873100000000003</c:v>
                </c:pt>
                <c:pt idx="16004">
                  <c:v>4.3876099999999996</c:v>
                </c:pt>
                <c:pt idx="16005">
                  <c:v>4.3879200000000003</c:v>
                </c:pt>
                <c:pt idx="16006">
                  <c:v>4.3882199999999996</c:v>
                </c:pt>
                <c:pt idx="16007">
                  <c:v>4.3885300000000003</c:v>
                </c:pt>
                <c:pt idx="16008">
                  <c:v>4.3888299999999996</c:v>
                </c:pt>
                <c:pt idx="16009">
                  <c:v>4.3891400000000003</c:v>
                </c:pt>
                <c:pt idx="16010">
                  <c:v>4.3894500000000001</c:v>
                </c:pt>
                <c:pt idx="16011">
                  <c:v>4.3897500000000003</c:v>
                </c:pt>
                <c:pt idx="16012">
                  <c:v>4.3900600000000001</c:v>
                </c:pt>
                <c:pt idx="16013">
                  <c:v>4.3903600000000003</c:v>
                </c:pt>
                <c:pt idx="16014">
                  <c:v>4.3906700000000001</c:v>
                </c:pt>
                <c:pt idx="16015">
                  <c:v>4.3909700000000003</c:v>
                </c:pt>
                <c:pt idx="16016">
                  <c:v>4.3912800000000001</c:v>
                </c:pt>
                <c:pt idx="16017">
                  <c:v>4.3915800000000003</c:v>
                </c:pt>
                <c:pt idx="16018">
                  <c:v>4.3918900000000001</c:v>
                </c:pt>
                <c:pt idx="16019">
                  <c:v>4.3921900000000003</c:v>
                </c:pt>
                <c:pt idx="16020">
                  <c:v>4.3925000000000001</c:v>
                </c:pt>
                <c:pt idx="16021">
                  <c:v>4.3928000000000003</c:v>
                </c:pt>
                <c:pt idx="16022">
                  <c:v>4.3931100000000001</c:v>
                </c:pt>
                <c:pt idx="16023">
                  <c:v>4.3934199999999999</c:v>
                </c:pt>
                <c:pt idx="16024">
                  <c:v>4.3937200000000001</c:v>
                </c:pt>
                <c:pt idx="16025">
                  <c:v>4.3940299999999999</c:v>
                </c:pt>
                <c:pt idx="16026">
                  <c:v>4.3943300000000001</c:v>
                </c:pt>
                <c:pt idx="16027">
                  <c:v>4.3946399999999999</c:v>
                </c:pt>
                <c:pt idx="16028">
                  <c:v>4.3949400000000001</c:v>
                </c:pt>
                <c:pt idx="16029">
                  <c:v>4.3952499999999999</c:v>
                </c:pt>
                <c:pt idx="16030">
                  <c:v>4.3955500000000001</c:v>
                </c:pt>
                <c:pt idx="16031">
                  <c:v>4.3958599999999999</c:v>
                </c:pt>
                <c:pt idx="16032">
                  <c:v>4.3961600000000001</c:v>
                </c:pt>
                <c:pt idx="16033">
                  <c:v>4.3964699999999999</c:v>
                </c:pt>
                <c:pt idx="16034">
                  <c:v>4.3967700000000001</c:v>
                </c:pt>
                <c:pt idx="16035">
                  <c:v>4.3970799999999999</c:v>
                </c:pt>
                <c:pt idx="16036">
                  <c:v>4.3973899999999997</c:v>
                </c:pt>
                <c:pt idx="16037">
                  <c:v>4.3976899999999999</c:v>
                </c:pt>
                <c:pt idx="16038">
                  <c:v>4.3979999999999997</c:v>
                </c:pt>
                <c:pt idx="16039">
                  <c:v>4.3982999999999999</c:v>
                </c:pt>
                <c:pt idx="16040">
                  <c:v>4.3986099999999997</c:v>
                </c:pt>
                <c:pt idx="16041">
                  <c:v>4.3989099999999999</c:v>
                </c:pt>
                <c:pt idx="16042">
                  <c:v>4.3992199999999997</c:v>
                </c:pt>
                <c:pt idx="16043">
                  <c:v>4.3995199999999999</c:v>
                </c:pt>
                <c:pt idx="16044">
                  <c:v>4.3998299999999997</c:v>
                </c:pt>
                <c:pt idx="16045">
                  <c:v>4.4001299999999999</c:v>
                </c:pt>
                <c:pt idx="16046">
                  <c:v>4.4004399999999997</c:v>
                </c:pt>
                <c:pt idx="16047">
                  <c:v>4.4007500000000004</c:v>
                </c:pt>
                <c:pt idx="16048">
                  <c:v>4.4010499999999997</c:v>
                </c:pt>
                <c:pt idx="16049">
                  <c:v>4.4013600000000004</c:v>
                </c:pt>
                <c:pt idx="16050">
                  <c:v>4.4016599999999997</c:v>
                </c:pt>
                <c:pt idx="16051">
                  <c:v>4.4019700000000004</c:v>
                </c:pt>
                <c:pt idx="16052">
                  <c:v>4.4022699999999997</c:v>
                </c:pt>
                <c:pt idx="16053">
                  <c:v>4.4025800000000004</c:v>
                </c:pt>
                <c:pt idx="16054">
                  <c:v>4.4028799999999997</c:v>
                </c:pt>
                <c:pt idx="16055">
                  <c:v>4.4031900000000004</c:v>
                </c:pt>
                <c:pt idx="16056">
                  <c:v>4.4034899999999997</c:v>
                </c:pt>
                <c:pt idx="16057">
                  <c:v>4.4038000000000004</c:v>
                </c:pt>
                <c:pt idx="16058">
                  <c:v>4.4040999999999997</c:v>
                </c:pt>
                <c:pt idx="16059">
                  <c:v>4.4044100000000004</c:v>
                </c:pt>
                <c:pt idx="16060">
                  <c:v>4.4047200000000002</c:v>
                </c:pt>
                <c:pt idx="16061">
                  <c:v>4.4050200000000004</c:v>
                </c:pt>
                <c:pt idx="16062">
                  <c:v>4.4053300000000002</c:v>
                </c:pt>
                <c:pt idx="16063">
                  <c:v>4.4056300000000004</c:v>
                </c:pt>
                <c:pt idx="16064">
                  <c:v>4.4059400000000002</c:v>
                </c:pt>
                <c:pt idx="16065">
                  <c:v>4.4062400000000004</c:v>
                </c:pt>
                <c:pt idx="16066">
                  <c:v>4.4065500000000002</c:v>
                </c:pt>
                <c:pt idx="16067">
                  <c:v>4.4068500000000004</c:v>
                </c:pt>
                <c:pt idx="16068">
                  <c:v>4.4071600000000002</c:v>
                </c:pt>
                <c:pt idx="16069">
                  <c:v>4.4074600000000004</c:v>
                </c:pt>
                <c:pt idx="16070">
                  <c:v>4.4077700000000002</c:v>
                </c:pt>
                <c:pt idx="16071">
                  <c:v>4.4080700000000004</c:v>
                </c:pt>
                <c:pt idx="16072">
                  <c:v>4.4083800000000002</c:v>
                </c:pt>
                <c:pt idx="16073">
                  <c:v>4.40869</c:v>
                </c:pt>
                <c:pt idx="16074">
                  <c:v>4.4089900000000002</c:v>
                </c:pt>
                <c:pt idx="16075">
                  <c:v>4.4093</c:v>
                </c:pt>
                <c:pt idx="16076">
                  <c:v>4.4096000000000002</c:v>
                </c:pt>
                <c:pt idx="16077">
                  <c:v>4.40991</c:v>
                </c:pt>
                <c:pt idx="16078">
                  <c:v>4.4102100000000002</c:v>
                </c:pt>
                <c:pt idx="16079">
                  <c:v>4.41052</c:v>
                </c:pt>
                <c:pt idx="16080">
                  <c:v>4.4108200000000002</c:v>
                </c:pt>
                <c:pt idx="16081">
                  <c:v>4.41113</c:v>
                </c:pt>
                <c:pt idx="16082">
                  <c:v>4.4114300000000002</c:v>
                </c:pt>
                <c:pt idx="16083">
                  <c:v>4.41174</c:v>
                </c:pt>
                <c:pt idx="16084">
                  <c:v>4.4120400000000002</c:v>
                </c:pt>
                <c:pt idx="16085">
                  <c:v>4.41235</c:v>
                </c:pt>
                <c:pt idx="16086">
                  <c:v>4.4126599999999998</c:v>
                </c:pt>
                <c:pt idx="16087">
                  <c:v>4.41296</c:v>
                </c:pt>
                <c:pt idx="16088">
                  <c:v>4.4132699999999998</c:v>
                </c:pt>
                <c:pt idx="16089">
                  <c:v>4.41357</c:v>
                </c:pt>
                <c:pt idx="16090">
                  <c:v>4.4138799999999998</c:v>
                </c:pt>
                <c:pt idx="16091">
                  <c:v>4.41418</c:v>
                </c:pt>
                <c:pt idx="16092">
                  <c:v>4.4144899999999998</c:v>
                </c:pt>
                <c:pt idx="16093">
                  <c:v>4.41479</c:v>
                </c:pt>
                <c:pt idx="16094">
                  <c:v>4.4150999999999998</c:v>
                </c:pt>
                <c:pt idx="16095">
                  <c:v>4.4154</c:v>
                </c:pt>
                <c:pt idx="16096">
                  <c:v>4.4157099999999998</c:v>
                </c:pt>
                <c:pt idx="16097">
                  <c:v>4.4160199999999996</c:v>
                </c:pt>
                <c:pt idx="16098">
                  <c:v>4.4163199999999998</c:v>
                </c:pt>
                <c:pt idx="16099">
                  <c:v>4.4166299999999996</c:v>
                </c:pt>
                <c:pt idx="16100">
                  <c:v>4.4169299999999998</c:v>
                </c:pt>
                <c:pt idx="16101">
                  <c:v>4.4172399999999996</c:v>
                </c:pt>
                <c:pt idx="16102">
                  <c:v>4.4175399999999998</c:v>
                </c:pt>
                <c:pt idx="16103">
                  <c:v>4.4178499999999996</c:v>
                </c:pt>
                <c:pt idx="16104">
                  <c:v>4.4181499999999998</c:v>
                </c:pt>
                <c:pt idx="16105">
                  <c:v>4.4184599999999996</c:v>
                </c:pt>
                <c:pt idx="16106">
                  <c:v>4.4187599999999998</c:v>
                </c:pt>
                <c:pt idx="16107">
                  <c:v>4.4190699999999996</c:v>
                </c:pt>
                <c:pt idx="16108">
                  <c:v>4.4193699999999998</c:v>
                </c:pt>
                <c:pt idx="16109">
                  <c:v>4.4196799999999996</c:v>
                </c:pt>
                <c:pt idx="16110">
                  <c:v>4.4199900000000003</c:v>
                </c:pt>
                <c:pt idx="16111">
                  <c:v>4.4202899999999996</c:v>
                </c:pt>
                <c:pt idx="16112">
                  <c:v>4.4206000000000003</c:v>
                </c:pt>
                <c:pt idx="16113">
                  <c:v>4.4208999999999996</c:v>
                </c:pt>
                <c:pt idx="16114">
                  <c:v>4.4212100000000003</c:v>
                </c:pt>
                <c:pt idx="16115">
                  <c:v>4.4215099999999996</c:v>
                </c:pt>
                <c:pt idx="16116">
                  <c:v>4.4218200000000003</c:v>
                </c:pt>
                <c:pt idx="16117">
                  <c:v>4.4221199999999996</c:v>
                </c:pt>
                <c:pt idx="16118">
                  <c:v>4.4224300000000003</c:v>
                </c:pt>
                <c:pt idx="16119">
                  <c:v>4.4227299999999996</c:v>
                </c:pt>
                <c:pt idx="16120">
                  <c:v>4.4230400000000003</c:v>
                </c:pt>
                <c:pt idx="16121">
                  <c:v>4.4233399999999996</c:v>
                </c:pt>
                <c:pt idx="16122">
                  <c:v>4.4236500000000003</c:v>
                </c:pt>
                <c:pt idx="16123">
                  <c:v>4.4239600000000001</c:v>
                </c:pt>
                <c:pt idx="16124">
                  <c:v>4.4242600000000003</c:v>
                </c:pt>
                <c:pt idx="16125">
                  <c:v>4.4245700000000001</c:v>
                </c:pt>
                <c:pt idx="16126">
                  <c:v>4.4248700000000003</c:v>
                </c:pt>
                <c:pt idx="16127">
                  <c:v>4.4251800000000001</c:v>
                </c:pt>
                <c:pt idx="16128">
                  <c:v>4.4254800000000003</c:v>
                </c:pt>
                <c:pt idx="16129">
                  <c:v>4.4257900000000001</c:v>
                </c:pt>
                <c:pt idx="16130">
                  <c:v>4.4260900000000003</c:v>
                </c:pt>
                <c:pt idx="16131">
                  <c:v>4.4264000000000001</c:v>
                </c:pt>
                <c:pt idx="16132">
                  <c:v>4.4267000000000003</c:v>
                </c:pt>
                <c:pt idx="16133">
                  <c:v>4.4270100000000001</c:v>
                </c:pt>
                <c:pt idx="16134">
                  <c:v>4.4273100000000003</c:v>
                </c:pt>
                <c:pt idx="16135">
                  <c:v>4.4276200000000001</c:v>
                </c:pt>
                <c:pt idx="16136">
                  <c:v>4.4279299999999999</c:v>
                </c:pt>
                <c:pt idx="16137">
                  <c:v>4.4282300000000001</c:v>
                </c:pt>
                <c:pt idx="16138">
                  <c:v>4.4285399999999999</c:v>
                </c:pt>
                <c:pt idx="16139">
                  <c:v>4.4288400000000001</c:v>
                </c:pt>
                <c:pt idx="16140">
                  <c:v>4.4291499999999999</c:v>
                </c:pt>
                <c:pt idx="16141">
                  <c:v>4.4294500000000001</c:v>
                </c:pt>
                <c:pt idx="16142">
                  <c:v>4.4297599999999999</c:v>
                </c:pt>
                <c:pt idx="16143">
                  <c:v>4.4300600000000001</c:v>
                </c:pt>
                <c:pt idx="16144">
                  <c:v>4.4303699999999999</c:v>
                </c:pt>
                <c:pt idx="16145">
                  <c:v>4.4306700000000001</c:v>
                </c:pt>
                <c:pt idx="16146">
                  <c:v>4.4309799999999999</c:v>
                </c:pt>
                <c:pt idx="16147">
                  <c:v>4.4312800000000001</c:v>
                </c:pt>
                <c:pt idx="16148">
                  <c:v>4.4315899999999999</c:v>
                </c:pt>
                <c:pt idx="16149">
                  <c:v>4.4318999999999997</c:v>
                </c:pt>
                <c:pt idx="16150">
                  <c:v>4.4321999999999999</c:v>
                </c:pt>
                <c:pt idx="16151">
                  <c:v>4.4325099999999997</c:v>
                </c:pt>
                <c:pt idx="16152">
                  <c:v>4.4328099999999999</c:v>
                </c:pt>
                <c:pt idx="16153">
                  <c:v>4.4331199999999997</c:v>
                </c:pt>
                <c:pt idx="16154">
                  <c:v>4.4334199999999999</c:v>
                </c:pt>
                <c:pt idx="16155">
                  <c:v>4.4337299999999997</c:v>
                </c:pt>
                <c:pt idx="16156">
                  <c:v>4.4340299999999999</c:v>
                </c:pt>
                <c:pt idx="16157">
                  <c:v>4.4343399999999997</c:v>
                </c:pt>
                <c:pt idx="16158">
                  <c:v>4.4346399999999999</c:v>
                </c:pt>
                <c:pt idx="16159">
                  <c:v>4.4349499999999997</c:v>
                </c:pt>
                <c:pt idx="16160">
                  <c:v>4.4352600000000004</c:v>
                </c:pt>
                <c:pt idx="16161">
                  <c:v>4.4355599999999997</c:v>
                </c:pt>
                <c:pt idx="16162">
                  <c:v>4.4358700000000004</c:v>
                </c:pt>
                <c:pt idx="16163">
                  <c:v>4.4361699999999997</c:v>
                </c:pt>
                <c:pt idx="16164">
                  <c:v>4.4364800000000004</c:v>
                </c:pt>
                <c:pt idx="16165">
                  <c:v>4.4367799999999997</c:v>
                </c:pt>
                <c:pt idx="16166">
                  <c:v>4.4370900000000004</c:v>
                </c:pt>
                <c:pt idx="16167">
                  <c:v>4.4373899999999997</c:v>
                </c:pt>
                <c:pt idx="16168">
                  <c:v>4.4377000000000004</c:v>
                </c:pt>
                <c:pt idx="16169">
                  <c:v>4.4379999999999997</c:v>
                </c:pt>
                <c:pt idx="16170">
                  <c:v>4.4383100000000004</c:v>
                </c:pt>
                <c:pt idx="16171">
                  <c:v>4.4386099999999997</c:v>
                </c:pt>
                <c:pt idx="16172">
                  <c:v>4.4389200000000004</c:v>
                </c:pt>
                <c:pt idx="16173">
                  <c:v>4.4392300000000002</c:v>
                </c:pt>
                <c:pt idx="16174">
                  <c:v>4.4395300000000004</c:v>
                </c:pt>
                <c:pt idx="16175">
                  <c:v>4.4398400000000002</c:v>
                </c:pt>
                <c:pt idx="16176">
                  <c:v>4.4401400000000004</c:v>
                </c:pt>
                <c:pt idx="16177">
                  <c:v>4.4404500000000002</c:v>
                </c:pt>
                <c:pt idx="16178">
                  <c:v>4.4407500000000004</c:v>
                </c:pt>
                <c:pt idx="16179">
                  <c:v>4.4410600000000002</c:v>
                </c:pt>
                <c:pt idx="16180">
                  <c:v>4.4413600000000004</c:v>
                </c:pt>
                <c:pt idx="16181">
                  <c:v>4.4416700000000002</c:v>
                </c:pt>
                <c:pt idx="16182">
                  <c:v>4.4419700000000004</c:v>
                </c:pt>
                <c:pt idx="16183">
                  <c:v>4.4422800000000002</c:v>
                </c:pt>
                <c:pt idx="16184">
                  <c:v>4.4425800000000004</c:v>
                </c:pt>
                <c:pt idx="16185">
                  <c:v>4.4428900000000002</c:v>
                </c:pt>
                <c:pt idx="16186">
                  <c:v>4.4432</c:v>
                </c:pt>
                <c:pt idx="16187">
                  <c:v>4.4435000000000002</c:v>
                </c:pt>
                <c:pt idx="16188">
                  <c:v>4.44381</c:v>
                </c:pt>
                <c:pt idx="16189">
                  <c:v>4.4441100000000002</c:v>
                </c:pt>
                <c:pt idx="16190">
                  <c:v>4.44442</c:v>
                </c:pt>
                <c:pt idx="16191">
                  <c:v>4.4447200000000002</c:v>
                </c:pt>
                <c:pt idx="16192">
                  <c:v>4.44503</c:v>
                </c:pt>
                <c:pt idx="16193">
                  <c:v>4.4453300000000002</c:v>
                </c:pt>
                <c:pt idx="16194">
                  <c:v>4.44564</c:v>
                </c:pt>
                <c:pt idx="16195">
                  <c:v>4.4459400000000002</c:v>
                </c:pt>
                <c:pt idx="16196">
                  <c:v>4.44625</c:v>
                </c:pt>
                <c:pt idx="16197">
                  <c:v>4.4465500000000002</c:v>
                </c:pt>
                <c:pt idx="16198">
                  <c:v>4.44686</c:v>
                </c:pt>
                <c:pt idx="16199">
                  <c:v>4.4471699999999998</c:v>
                </c:pt>
                <c:pt idx="16200">
                  <c:v>4.44747</c:v>
                </c:pt>
                <c:pt idx="16201">
                  <c:v>4.4477799999999998</c:v>
                </c:pt>
                <c:pt idx="16202">
                  <c:v>4.44808</c:v>
                </c:pt>
                <c:pt idx="16203">
                  <c:v>4.4483899999999998</c:v>
                </c:pt>
                <c:pt idx="16204">
                  <c:v>4.44869</c:v>
                </c:pt>
                <c:pt idx="16205">
                  <c:v>4.4489999999999998</c:v>
                </c:pt>
                <c:pt idx="16206">
                  <c:v>4.4493</c:v>
                </c:pt>
                <c:pt idx="16207">
                  <c:v>4.4496099999999998</c:v>
                </c:pt>
                <c:pt idx="16208">
                  <c:v>4.44991</c:v>
                </c:pt>
                <c:pt idx="16209">
                  <c:v>4.4502199999999998</c:v>
                </c:pt>
                <c:pt idx="16210">
                  <c:v>4.45052</c:v>
                </c:pt>
                <c:pt idx="16211">
                  <c:v>4.4508299999999998</c:v>
                </c:pt>
                <c:pt idx="16212">
                  <c:v>4.4511399999999997</c:v>
                </c:pt>
                <c:pt idx="16213">
                  <c:v>4.4514399999999998</c:v>
                </c:pt>
                <c:pt idx="16214">
                  <c:v>4.4517499999999997</c:v>
                </c:pt>
                <c:pt idx="16215">
                  <c:v>4.4520499999999998</c:v>
                </c:pt>
                <c:pt idx="16216">
                  <c:v>4.4523599999999997</c:v>
                </c:pt>
                <c:pt idx="16217">
                  <c:v>4.4526599999999998</c:v>
                </c:pt>
                <c:pt idx="16218">
                  <c:v>4.4529699999999997</c:v>
                </c:pt>
                <c:pt idx="16219">
                  <c:v>4.4532699999999998</c:v>
                </c:pt>
                <c:pt idx="16220">
                  <c:v>4.4535799999999997</c:v>
                </c:pt>
                <c:pt idx="16221">
                  <c:v>4.4538799999999998</c:v>
                </c:pt>
                <c:pt idx="16222">
                  <c:v>4.4541899999999996</c:v>
                </c:pt>
                <c:pt idx="16223">
                  <c:v>4.4545000000000003</c:v>
                </c:pt>
                <c:pt idx="16224">
                  <c:v>4.4547999999999996</c:v>
                </c:pt>
                <c:pt idx="16225">
                  <c:v>4.4551100000000003</c:v>
                </c:pt>
                <c:pt idx="16226">
                  <c:v>4.4554099999999996</c:v>
                </c:pt>
                <c:pt idx="16227">
                  <c:v>4.4557200000000003</c:v>
                </c:pt>
                <c:pt idx="16228">
                  <c:v>4.4560199999999996</c:v>
                </c:pt>
                <c:pt idx="16229">
                  <c:v>4.4563300000000003</c:v>
                </c:pt>
                <c:pt idx="16230">
                  <c:v>4.4566299999999996</c:v>
                </c:pt>
                <c:pt idx="16231">
                  <c:v>4.4569400000000003</c:v>
                </c:pt>
                <c:pt idx="16232">
                  <c:v>4.4572399999999996</c:v>
                </c:pt>
                <c:pt idx="16233">
                  <c:v>4.4575500000000003</c:v>
                </c:pt>
                <c:pt idx="16234">
                  <c:v>4.4578499999999996</c:v>
                </c:pt>
                <c:pt idx="16235">
                  <c:v>4.4581600000000003</c:v>
                </c:pt>
                <c:pt idx="16236">
                  <c:v>4.4584700000000002</c:v>
                </c:pt>
                <c:pt idx="16237">
                  <c:v>4.4587700000000003</c:v>
                </c:pt>
                <c:pt idx="16238">
                  <c:v>4.4590800000000002</c:v>
                </c:pt>
                <c:pt idx="16239">
                  <c:v>4.4593800000000003</c:v>
                </c:pt>
                <c:pt idx="16240">
                  <c:v>4.4596900000000002</c:v>
                </c:pt>
                <c:pt idx="16241">
                  <c:v>4.4599900000000003</c:v>
                </c:pt>
                <c:pt idx="16242">
                  <c:v>4.4603000000000002</c:v>
                </c:pt>
                <c:pt idx="16243">
                  <c:v>4.4606000000000003</c:v>
                </c:pt>
                <c:pt idx="16244">
                  <c:v>4.4609100000000002</c:v>
                </c:pt>
                <c:pt idx="16245">
                  <c:v>4.4612100000000003</c:v>
                </c:pt>
                <c:pt idx="16246">
                  <c:v>4.4615200000000002</c:v>
                </c:pt>
                <c:pt idx="16247">
                  <c:v>4.4618200000000003</c:v>
                </c:pt>
                <c:pt idx="16248">
                  <c:v>4.4621300000000002</c:v>
                </c:pt>
                <c:pt idx="16249">
                  <c:v>4.46244</c:v>
                </c:pt>
                <c:pt idx="16250">
                  <c:v>4.4627400000000002</c:v>
                </c:pt>
                <c:pt idx="16251">
                  <c:v>4.46305</c:v>
                </c:pt>
                <c:pt idx="16252">
                  <c:v>4.4633500000000002</c:v>
                </c:pt>
                <c:pt idx="16253">
                  <c:v>4.46366</c:v>
                </c:pt>
                <c:pt idx="16254">
                  <c:v>4.4639600000000002</c:v>
                </c:pt>
                <c:pt idx="16255">
                  <c:v>4.46427</c:v>
                </c:pt>
                <c:pt idx="16256">
                  <c:v>4.4645700000000001</c:v>
                </c:pt>
                <c:pt idx="16257">
                  <c:v>4.46488</c:v>
                </c:pt>
                <c:pt idx="16258">
                  <c:v>4.4651800000000001</c:v>
                </c:pt>
                <c:pt idx="16259">
                  <c:v>4.46549</c:v>
                </c:pt>
                <c:pt idx="16260">
                  <c:v>4.4657900000000001</c:v>
                </c:pt>
                <c:pt idx="16261">
                  <c:v>4.4661</c:v>
                </c:pt>
                <c:pt idx="16262">
                  <c:v>4.4664099999999998</c:v>
                </c:pt>
                <c:pt idx="16263">
                  <c:v>4.46671</c:v>
                </c:pt>
                <c:pt idx="16264">
                  <c:v>4.4670199999999998</c:v>
                </c:pt>
                <c:pt idx="16265">
                  <c:v>4.46732</c:v>
                </c:pt>
                <c:pt idx="16266">
                  <c:v>4.4676299999999998</c:v>
                </c:pt>
                <c:pt idx="16267">
                  <c:v>4.46793</c:v>
                </c:pt>
                <c:pt idx="16268">
                  <c:v>4.4682399999999998</c:v>
                </c:pt>
                <c:pt idx="16269">
                  <c:v>4.46854</c:v>
                </c:pt>
                <c:pt idx="16270">
                  <c:v>4.4688499999999998</c:v>
                </c:pt>
                <c:pt idx="16271">
                  <c:v>4.46915</c:v>
                </c:pt>
                <c:pt idx="16272">
                  <c:v>4.4694599999999998</c:v>
                </c:pt>
                <c:pt idx="16273">
                  <c:v>4.4697699999999996</c:v>
                </c:pt>
                <c:pt idx="16274">
                  <c:v>4.4700699999999998</c:v>
                </c:pt>
                <c:pt idx="16275">
                  <c:v>4.4703799999999996</c:v>
                </c:pt>
                <c:pt idx="16276">
                  <c:v>4.4706799999999998</c:v>
                </c:pt>
                <c:pt idx="16277">
                  <c:v>4.4709899999999996</c:v>
                </c:pt>
                <c:pt idx="16278">
                  <c:v>4.4712899999999998</c:v>
                </c:pt>
                <c:pt idx="16279">
                  <c:v>4.4715999999999996</c:v>
                </c:pt>
                <c:pt idx="16280">
                  <c:v>4.4718999999999998</c:v>
                </c:pt>
                <c:pt idx="16281">
                  <c:v>4.4722099999999996</c:v>
                </c:pt>
                <c:pt idx="16282">
                  <c:v>4.4725099999999998</c:v>
                </c:pt>
                <c:pt idx="16283">
                  <c:v>4.4728199999999996</c:v>
                </c:pt>
                <c:pt idx="16284">
                  <c:v>4.4731199999999998</c:v>
                </c:pt>
                <c:pt idx="16285">
                  <c:v>4.4734299999999996</c:v>
                </c:pt>
                <c:pt idx="16286">
                  <c:v>4.4737400000000003</c:v>
                </c:pt>
                <c:pt idx="16287">
                  <c:v>4.4740399999999996</c:v>
                </c:pt>
                <c:pt idx="16288">
                  <c:v>4.4743500000000003</c:v>
                </c:pt>
                <c:pt idx="16289">
                  <c:v>4.4746499999999996</c:v>
                </c:pt>
                <c:pt idx="16290">
                  <c:v>4.4749600000000003</c:v>
                </c:pt>
                <c:pt idx="16291">
                  <c:v>4.4752599999999996</c:v>
                </c:pt>
                <c:pt idx="16292">
                  <c:v>4.4755700000000003</c:v>
                </c:pt>
                <c:pt idx="16293">
                  <c:v>4.4758699999999996</c:v>
                </c:pt>
                <c:pt idx="16294">
                  <c:v>4.4761800000000003</c:v>
                </c:pt>
                <c:pt idx="16295">
                  <c:v>4.4764799999999996</c:v>
                </c:pt>
                <c:pt idx="16296">
                  <c:v>4.4767900000000003</c:v>
                </c:pt>
                <c:pt idx="16297">
                  <c:v>4.4770899999999996</c:v>
                </c:pt>
                <c:pt idx="16298">
                  <c:v>4.4774000000000003</c:v>
                </c:pt>
                <c:pt idx="16299">
                  <c:v>4.4777100000000001</c:v>
                </c:pt>
                <c:pt idx="16300">
                  <c:v>4.4780100000000003</c:v>
                </c:pt>
                <c:pt idx="16301">
                  <c:v>4.4783200000000001</c:v>
                </c:pt>
                <c:pt idx="16302">
                  <c:v>4.4786200000000003</c:v>
                </c:pt>
                <c:pt idx="16303">
                  <c:v>4.4789300000000001</c:v>
                </c:pt>
                <c:pt idx="16304">
                  <c:v>4.4792300000000003</c:v>
                </c:pt>
                <c:pt idx="16305">
                  <c:v>4.4795400000000001</c:v>
                </c:pt>
                <c:pt idx="16306">
                  <c:v>4.4798400000000003</c:v>
                </c:pt>
                <c:pt idx="16307">
                  <c:v>4.4801500000000001</c:v>
                </c:pt>
                <c:pt idx="16308">
                  <c:v>4.4804500000000003</c:v>
                </c:pt>
                <c:pt idx="16309">
                  <c:v>4.4807600000000001</c:v>
                </c:pt>
                <c:pt idx="16310">
                  <c:v>4.4810600000000003</c:v>
                </c:pt>
                <c:pt idx="16311">
                  <c:v>4.4813700000000001</c:v>
                </c:pt>
                <c:pt idx="16312">
                  <c:v>4.4816799999999999</c:v>
                </c:pt>
                <c:pt idx="16313">
                  <c:v>4.4819800000000001</c:v>
                </c:pt>
                <c:pt idx="16314">
                  <c:v>4.4822899999999999</c:v>
                </c:pt>
                <c:pt idx="16315">
                  <c:v>4.4825900000000001</c:v>
                </c:pt>
                <c:pt idx="16316">
                  <c:v>4.4828999999999999</c:v>
                </c:pt>
                <c:pt idx="16317">
                  <c:v>4.4832000000000001</c:v>
                </c:pt>
                <c:pt idx="16318">
                  <c:v>4.4835099999999999</c:v>
                </c:pt>
                <c:pt idx="16319">
                  <c:v>4.4838100000000001</c:v>
                </c:pt>
                <c:pt idx="16320">
                  <c:v>4.4841199999999999</c:v>
                </c:pt>
                <c:pt idx="16321">
                  <c:v>4.4844200000000001</c:v>
                </c:pt>
                <c:pt idx="16322">
                  <c:v>4.4847299999999999</c:v>
                </c:pt>
                <c:pt idx="16323">
                  <c:v>4.4850300000000001</c:v>
                </c:pt>
                <c:pt idx="16324">
                  <c:v>4.4853399999999999</c:v>
                </c:pt>
                <c:pt idx="16325">
                  <c:v>4.4856499999999997</c:v>
                </c:pt>
                <c:pt idx="16326">
                  <c:v>4.4859499999999999</c:v>
                </c:pt>
                <c:pt idx="16327">
                  <c:v>4.4862599999999997</c:v>
                </c:pt>
                <c:pt idx="16328">
                  <c:v>4.4865599999999999</c:v>
                </c:pt>
                <c:pt idx="16329">
                  <c:v>4.4868699999999997</c:v>
                </c:pt>
                <c:pt idx="16330">
                  <c:v>4.4871699999999999</c:v>
                </c:pt>
                <c:pt idx="16331">
                  <c:v>4.4874799999999997</c:v>
                </c:pt>
                <c:pt idx="16332">
                  <c:v>4.4877799999999999</c:v>
                </c:pt>
                <c:pt idx="16333">
                  <c:v>4.4880899999999997</c:v>
                </c:pt>
                <c:pt idx="16334">
                  <c:v>4.4883899999999999</c:v>
                </c:pt>
                <c:pt idx="16335">
                  <c:v>4.4886999999999997</c:v>
                </c:pt>
                <c:pt idx="16336">
                  <c:v>4.4890100000000004</c:v>
                </c:pt>
                <c:pt idx="16337">
                  <c:v>4.4893099999999997</c:v>
                </c:pt>
                <c:pt idx="16338">
                  <c:v>4.4896200000000004</c:v>
                </c:pt>
                <c:pt idx="16339">
                  <c:v>4.4899199999999997</c:v>
                </c:pt>
                <c:pt idx="16340">
                  <c:v>4.4902300000000004</c:v>
                </c:pt>
                <c:pt idx="16341">
                  <c:v>4.4905299999999997</c:v>
                </c:pt>
                <c:pt idx="16342">
                  <c:v>4.4908400000000004</c:v>
                </c:pt>
                <c:pt idx="16343">
                  <c:v>4.4911399999999997</c:v>
                </c:pt>
                <c:pt idx="16344">
                  <c:v>4.4914500000000004</c:v>
                </c:pt>
                <c:pt idx="16345">
                  <c:v>4.4917499999999997</c:v>
                </c:pt>
                <c:pt idx="16346">
                  <c:v>4.4920600000000004</c:v>
                </c:pt>
                <c:pt idx="16347">
                  <c:v>4.4923599999999997</c:v>
                </c:pt>
                <c:pt idx="16348">
                  <c:v>4.4926700000000004</c:v>
                </c:pt>
                <c:pt idx="16349">
                  <c:v>4.4929800000000002</c:v>
                </c:pt>
                <c:pt idx="16350">
                  <c:v>4.4932800000000004</c:v>
                </c:pt>
                <c:pt idx="16351">
                  <c:v>4.4935900000000002</c:v>
                </c:pt>
                <c:pt idx="16352">
                  <c:v>4.4938900000000004</c:v>
                </c:pt>
                <c:pt idx="16353">
                  <c:v>4.4942000000000002</c:v>
                </c:pt>
                <c:pt idx="16354">
                  <c:v>4.4945000000000004</c:v>
                </c:pt>
                <c:pt idx="16355">
                  <c:v>4.4948100000000002</c:v>
                </c:pt>
                <c:pt idx="16356">
                  <c:v>4.4951100000000004</c:v>
                </c:pt>
                <c:pt idx="16357">
                  <c:v>4.4954200000000002</c:v>
                </c:pt>
                <c:pt idx="16358">
                  <c:v>4.4957200000000004</c:v>
                </c:pt>
                <c:pt idx="16359">
                  <c:v>4.4960300000000002</c:v>
                </c:pt>
                <c:pt idx="16360">
                  <c:v>4.4963300000000004</c:v>
                </c:pt>
                <c:pt idx="16361">
                  <c:v>4.4966400000000002</c:v>
                </c:pt>
                <c:pt idx="16362">
                  <c:v>4.49695</c:v>
                </c:pt>
                <c:pt idx="16363">
                  <c:v>4.4972500000000002</c:v>
                </c:pt>
                <c:pt idx="16364">
                  <c:v>4.49756</c:v>
                </c:pt>
                <c:pt idx="16365">
                  <c:v>4.4978600000000002</c:v>
                </c:pt>
                <c:pt idx="16366">
                  <c:v>4.49817</c:v>
                </c:pt>
                <c:pt idx="16367">
                  <c:v>4.4984700000000002</c:v>
                </c:pt>
                <c:pt idx="16368">
                  <c:v>4.49878</c:v>
                </c:pt>
                <c:pt idx="16369">
                  <c:v>4.4990800000000002</c:v>
                </c:pt>
                <c:pt idx="16370">
                  <c:v>4.49939</c:v>
                </c:pt>
                <c:pt idx="16371">
                  <c:v>4.4996900000000002</c:v>
                </c:pt>
                <c:pt idx="16372">
                  <c:v>4.5</c:v>
                </c:pt>
                <c:pt idx="16373">
                  <c:v>4.5003000000000002</c:v>
                </c:pt>
                <c:pt idx="16374">
                  <c:v>4.50061</c:v>
                </c:pt>
                <c:pt idx="16375">
                  <c:v>4.5009199999999998</c:v>
                </c:pt>
                <c:pt idx="16376">
                  <c:v>4.50122</c:v>
                </c:pt>
                <c:pt idx="16377">
                  <c:v>4.5015299999999998</c:v>
                </c:pt>
                <c:pt idx="16378">
                  <c:v>4.50183</c:v>
                </c:pt>
                <c:pt idx="16379">
                  <c:v>4.5021399999999998</c:v>
                </c:pt>
                <c:pt idx="16380">
                  <c:v>4.50244</c:v>
                </c:pt>
                <c:pt idx="16381">
                  <c:v>4.5027499999999998</c:v>
                </c:pt>
                <c:pt idx="16382">
                  <c:v>4.50305</c:v>
                </c:pt>
                <c:pt idx="16383">
                  <c:v>4.5033599999999998</c:v>
                </c:pt>
                <c:pt idx="16384">
                  <c:v>4.50366</c:v>
                </c:pt>
                <c:pt idx="16385">
                  <c:v>4.5039699999999998</c:v>
                </c:pt>
                <c:pt idx="16386">
                  <c:v>4.50427</c:v>
                </c:pt>
                <c:pt idx="16387">
                  <c:v>4.5045799999999998</c:v>
                </c:pt>
                <c:pt idx="16388">
                  <c:v>4.5048899999999996</c:v>
                </c:pt>
                <c:pt idx="16389">
                  <c:v>4.5051899999999998</c:v>
                </c:pt>
                <c:pt idx="16390">
                  <c:v>4.5054999999999996</c:v>
                </c:pt>
                <c:pt idx="16391">
                  <c:v>4.5057999999999998</c:v>
                </c:pt>
                <c:pt idx="16392">
                  <c:v>4.5061099999999996</c:v>
                </c:pt>
                <c:pt idx="16393">
                  <c:v>4.5064099999999998</c:v>
                </c:pt>
                <c:pt idx="16394">
                  <c:v>4.5067199999999996</c:v>
                </c:pt>
                <c:pt idx="16395">
                  <c:v>4.5070199999999998</c:v>
                </c:pt>
                <c:pt idx="16396">
                  <c:v>4.5073299999999996</c:v>
                </c:pt>
                <c:pt idx="16397">
                  <c:v>4.5076299999999998</c:v>
                </c:pt>
                <c:pt idx="16398">
                  <c:v>4.5079399999999996</c:v>
                </c:pt>
                <c:pt idx="16399">
                  <c:v>4.5082500000000003</c:v>
                </c:pt>
                <c:pt idx="16400">
                  <c:v>4.5085499999999996</c:v>
                </c:pt>
                <c:pt idx="16401">
                  <c:v>4.5088600000000003</c:v>
                </c:pt>
                <c:pt idx="16402">
                  <c:v>4.5091599999999996</c:v>
                </c:pt>
                <c:pt idx="16403">
                  <c:v>4.5094700000000003</c:v>
                </c:pt>
                <c:pt idx="16404">
                  <c:v>4.5097699999999996</c:v>
                </c:pt>
                <c:pt idx="16405">
                  <c:v>4.5100800000000003</c:v>
                </c:pt>
                <c:pt idx="16406">
                  <c:v>4.5103799999999996</c:v>
                </c:pt>
                <c:pt idx="16407">
                  <c:v>4.5106900000000003</c:v>
                </c:pt>
                <c:pt idx="16408">
                  <c:v>4.5109899999999996</c:v>
                </c:pt>
                <c:pt idx="16409">
                  <c:v>4.5113000000000003</c:v>
                </c:pt>
                <c:pt idx="16410">
                  <c:v>4.5115999999999996</c:v>
                </c:pt>
                <c:pt idx="16411">
                  <c:v>4.5119100000000003</c:v>
                </c:pt>
                <c:pt idx="16412">
                  <c:v>4.5122200000000001</c:v>
                </c:pt>
                <c:pt idx="16413">
                  <c:v>4.5125200000000003</c:v>
                </c:pt>
                <c:pt idx="16414">
                  <c:v>4.5128300000000001</c:v>
                </c:pt>
                <c:pt idx="16415">
                  <c:v>4.5131300000000003</c:v>
                </c:pt>
                <c:pt idx="16416">
                  <c:v>4.5134400000000001</c:v>
                </c:pt>
                <c:pt idx="16417">
                  <c:v>4.5137400000000003</c:v>
                </c:pt>
                <c:pt idx="16418">
                  <c:v>4.5140500000000001</c:v>
                </c:pt>
                <c:pt idx="16419">
                  <c:v>4.5143500000000003</c:v>
                </c:pt>
                <c:pt idx="16420">
                  <c:v>4.5146600000000001</c:v>
                </c:pt>
                <c:pt idx="16421">
                  <c:v>4.5149600000000003</c:v>
                </c:pt>
                <c:pt idx="16422">
                  <c:v>4.5152700000000001</c:v>
                </c:pt>
                <c:pt idx="16423">
                  <c:v>4.5155700000000003</c:v>
                </c:pt>
                <c:pt idx="16424">
                  <c:v>4.5158800000000001</c:v>
                </c:pt>
                <c:pt idx="16425">
                  <c:v>4.5161899999999999</c:v>
                </c:pt>
                <c:pt idx="16426">
                  <c:v>4.5164900000000001</c:v>
                </c:pt>
                <c:pt idx="16427">
                  <c:v>4.5167999999999999</c:v>
                </c:pt>
                <c:pt idx="16428">
                  <c:v>4.5171000000000001</c:v>
                </c:pt>
                <c:pt idx="16429">
                  <c:v>4.5174099999999999</c:v>
                </c:pt>
                <c:pt idx="16430">
                  <c:v>4.5177100000000001</c:v>
                </c:pt>
                <c:pt idx="16431">
                  <c:v>4.5180199999999999</c:v>
                </c:pt>
                <c:pt idx="16432">
                  <c:v>4.5183200000000001</c:v>
                </c:pt>
                <c:pt idx="16433">
                  <c:v>4.5186299999999999</c:v>
                </c:pt>
                <c:pt idx="16434">
                  <c:v>4.5189300000000001</c:v>
                </c:pt>
                <c:pt idx="16435">
                  <c:v>4.5192399999999999</c:v>
                </c:pt>
                <c:pt idx="16436">
                  <c:v>4.5195400000000001</c:v>
                </c:pt>
                <c:pt idx="16437">
                  <c:v>4.5198499999999999</c:v>
                </c:pt>
                <c:pt idx="16438">
                  <c:v>4.5201599999999997</c:v>
                </c:pt>
                <c:pt idx="16439">
                  <c:v>4.5204599999999999</c:v>
                </c:pt>
                <c:pt idx="16440">
                  <c:v>4.5207699999999997</c:v>
                </c:pt>
                <c:pt idx="16441">
                  <c:v>4.5210699999999999</c:v>
                </c:pt>
                <c:pt idx="16442">
                  <c:v>4.5213799999999997</c:v>
                </c:pt>
                <c:pt idx="16443">
                  <c:v>4.5216799999999999</c:v>
                </c:pt>
                <c:pt idx="16444">
                  <c:v>4.5219899999999997</c:v>
                </c:pt>
                <c:pt idx="16445">
                  <c:v>4.5222899999999999</c:v>
                </c:pt>
                <c:pt idx="16446">
                  <c:v>4.5225999999999997</c:v>
                </c:pt>
                <c:pt idx="16447">
                  <c:v>4.5228999999999999</c:v>
                </c:pt>
                <c:pt idx="16448">
                  <c:v>4.5232099999999997</c:v>
                </c:pt>
                <c:pt idx="16449">
                  <c:v>4.5235099999999999</c:v>
                </c:pt>
                <c:pt idx="16450">
                  <c:v>4.5238199999999997</c:v>
                </c:pt>
                <c:pt idx="16451">
                  <c:v>4.5241300000000004</c:v>
                </c:pt>
                <c:pt idx="16452">
                  <c:v>4.5244299999999997</c:v>
                </c:pt>
                <c:pt idx="16453">
                  <c:v>4.5247400000000004</c:v>
                </c:pt>
                <c:pt idx="16454">
                  <c:v>4.5250399999999997</c:v>
                </c:pt>
                <c:pt idx="16455">
                  <c:v>4.5253500000000004</c:v>
                </c:pt>
                <c:pt idx="16456">
                  <c:v>4.5256499999999997</c:v>
                </c:pt>
                <c:pt idx="16457">
                  <c:v>4.5259600000000004</c:v>
                </c:pt>
                <c:pt idx="16458">
                  <c:v>4.5262599999999997</c:v>
                </c:pt>
                <c:pt idx="16459">
                  <c:v>4.5265700000000004</c:v>
                </c:pt>
                <c:pt idx="16460">
                  <c:v>4.5268699999999997</c:v>
                </c:pt>
                <c:pt idx="16461">
                  <c:v>4.5271800000000004</c:v>
                </c:pt>
                <c:pt idx="16462">
                  <c:v>4.5274900000000002</c:v>
                </c:pt>
                <c:pt idx="16463">
                  <c:v>4.5277900000000004</c:v>
                </c:pt>
                <c:pt idx="16464">
                  <c:v>4.5281000000000002</c:v>
                </c:pt>
                <c:pt idx="16465">
                  <c:v>4.5284000000000004</c:v>
                </c:pt>
                <c:pt idx="16466">
                  <c:v>4.5287100000000002</c:v>
                </c:pt>
                <c:pt idx="16467">
                  <c:v>4.5290100000000004</c:v>
                </c:pt>
                <c:pt idx="16468">
                  <c:v>4.5293200000000002</c:v>
                </c:pt>
                <c:pt idx="16469">
                  <c:v>4.5296200000000004</c:v>
                </c:pt>
                <c:pt idx="16470">
                  <c:v>4.5299300000000002</c:v>
                </c:pt>
                <c:pt idx="16471">
                  <c:v>4.5302300000000004</c:v>
                </c:pt>
                <c:pt idx="16472">
                  <c:v>4.5305400000000002</c:v>
                </c:pt>
                <c:pt idx="16473">
                  <c:v>4.5308400000000004</c:v>
                </c:pt>
                <c:pt idx="16474">
                  <c:v>4.5311500000000002</c:v>
                </c:pt>
                <c:pt idx="16475">
                  <c:v>4.53146</c:v>
                </c:pt>
                <c:pt idx="16476">
                  <c:v>4.5317600000000002</c:v>
                </c:pt>
                <c:pt idx="16477">
                  <c:v>4.53207</c:v>
                </c:pt>
                <c:pt idx="16478">
                  <c:v>4.5323700000000002</c:v>
                </c:pt>
                <c:pt idx="16479">
                  <c:v>4.53268</c:v>
                </c:pt>
                <c:pt idx="16480">
                  <c:v>4.5329800000000002</c:v>
                </c:pt>
                <c:pt idx="16481">
                  <c:v>4.53329</c:v>
                </c:pt>
                <c:pt idx="16482">
                  <c:v>4.5335900000000002</c:v>
                </c:pt>
                <c:pt idx="16483">
                  <c:v>4.5339</c:v>
                </c:pt>
                <c:pt idx="16484">
                  <c:v>4.5342000000000002</c:v>
                </c:pt>
                <c:pt idx="16485">
                  <c:v>4.53451</c:v>
                </c:pt>
                <c:pt idx="16486">
                  <c:v>4.5348100000000002</c:v>
                </c:pt>
                <c:pt idx="16487">
                  <c:v>4.53512</c:v>
                </c:pt>
                <c:pt idx="16488">
                  <c:v>4.5354299999999999</c:v>
                </c:pt>
                <c:pt idx="16489">
                  <c:v>4.53573</c:v>
                </c:pt>
                <c:pt idx="16490">
                  <c:v>4.5360399999999998</c:v>
                </c:pt>
                <c:pt idx="16491">
                  <c:v>4.53634</c:v>
                </c:pt>
                <c:pt idx="16492">
                  <c:v>4.5366499999999998</c:v>
                </c:pt>
                <c:pt idx="16493">
                  <c:v>4.53695</c:v>
                </c:pt>
                <c:pt idx="16494">
                  <c:v>4.5372599999999998</c:v>
                </c:pt>
                <c:pt idx="16495">
                  <c:v>4.53756</c:v>
                </c:pt>
                <c:pt idx="16496">
                  <c:v>4.5378699999999998</c:v>
                </c:pt>
                <c:pt idx="16497">
                  <c:v>4.53817</c:v>
                </c:pt>
                <c:pt idx="16498">
                  <c:v>4.5384799999999998</c:v>
                </c:pt>
                <c:pt idx="16499">
                  <c:v>4.53878</c:v>
                </c:pt>
                <c:pt idx="16500">
                  <c:v>4.5390899999999998</c:v>
                </c:pt>
                <c:pt idx="16501">
                  <c:v>4.5393999999999997</c:v>
                </c:pt>
                <c:pt idx="16502">
                  <c:v>4.5396999999999998</c:v>
                </c:pt>
                <c:pt idx="16503">
                  <c:v>4.5400099999999997</c:v>
                </c:pt>
                <c:pt idx="16504">
                  <c:v>4.5403099999999998</c:v>
                </c:pt>
                <c:pt idx="16505">
                  <c:v>4.5406199999999997</c:v>
                </c:pt>
                <c:pt idx="16506">
                  <c:v>4.5409199999999998</c:v>
                </c:pt>
                <c:pt idx="16507">
                  <c:v>4.5412299999999997</c:v>
                </c:pt>
                <c:pt idx="16508">
                  <c:v>4.5415299999999998</c:v>
                </c:pt>
                <c:pt idx="16509">
                  <c:v>4.5418399999999997</c:v>
                </c:pt>
                <c:pt idx="16510">
                  <c:v>4.5421399999999998</c:v>
                </c:pt>
                <c:pt idx="16511">
                  <c:v>4.5424499999999997</c:v>
                </c:pt>
                <c:pt idx="16512">
                  <c:v>4.5427600000000004</c:v>
                </c:pt>
                <c:pt idx="16513">
                  <c:v>4.5430599999999997</c:v>
                </c:pt>
                <c:pt idx="16514">
                  <c:v>4.5433700000000004</c:v>
                </c:pt>
                <c:pt idx="16515">
                  <c:v>4.5436699999999997</c:v>
                </c:pt>
                <c:pt idx="16516">
                  <c:v>4.5439800000000004</c:v>
                </c:pt>
                <c:pt idx="16517">
                  <c:v>4.5442799999999997</c:v>
                </c:pt>
                <c:pt idx="16518">
                  <c:v>4.5445900000000004</c:v>
                </c:pt>
                <c:pt idx="16519">
                  <c:v>4.5448899999999997</c:v>
                </c:pt>
                <c:pt idx="16520">
                  <c:v>4.5452000000000004</c:v>
                </c:pt>
                <c:pt idx="16521">
                  <c:v>4.5454999999999997</c:v>
                </c:pt>
                <c:pt idx="16522">
                  <c:v>4.5458100000000004</c:v>
                </c:pt>
                <c:pt idx="16523">
                  <c:v>4.5461099999999997</c:v>
                </c:pt>
                <c:pt idx="16524">
                  <c:v>4.5464200000000003</c:v>
                </c:pt>
                <c:pt idx="16525">
                  <c:v>4.5467300000000002</c:v>
                </c:pt>
                <c:pt idx="16526">
                  <c:v>4.5470300000000003</c:v>
                </c:pt>
                <c:pt idx="16527">
                  <c:v>4.5473400000000002</c:v>
                </c:pt>
                <c:pt idx="16528">
                  <c:v>4.5476400000000003</c:v>
                </c:pt>
                <c:pt idx="16529">
                  <c:v>4.5479500000000002</c:v>
                </c:pt>
                <c:pt idx="16530">
                  <c:v>4.5482500000000003</c:v>
                </c:pt>
                <c:pt idx="16531">
                  <c:v>4.5485600000000002</c:v>
                </c:pt>
                <c:pt idx="16532">
                  <c:v>4.5488600000000003</c:v>
                </c:pt>
                <c:pt idx="16533">
                  <c:v>4.5491700000000002</c:v>
                </c:pt>
                <c:pt idx="16534">
                  <c:v>4.5494700000000003</c:v>
                </c:pt>
                <c:pt idx="16535">
                  <c:v>4.5497800000000002</c:v>
                </c:pt>
                <c:pt idx="16536">
                  <c:v>4.5500800000000003</c:v>
                </c:pt>
                <c:pt idx="16537">
                  <c:v>4.5503900000000002</c:v>
                </c:pt>
                <c:pt idx="16538">
                  <c:v>4.5507</c:v>
                </c:pt>
                <c:pt idx="16539">
                  <c:v>4.5510000000000002</c:v>
                </c:pt>
                <c:pt idx="16540">
                  <c:v>4.55131</c:v>
                </c:pt>
                <c:pt idx="16541">
                  <c:v>4.5516100000000002</c:v>
                </c:pt>
                <c:pt idx="16542">
                  <c:v>4.55192</c:v>
                </c:pt>
                <c:pt idx="16543">
                  <c:v>4.5522200000000002</c:v>
                </c:pt>
                <c:pt idx="16544">
                  <c:v>4.55253</c:v>
                </c:pt>
                <c:pt idx="16545">
                  <c:v>4.5528300000000002</c:v>
                </c:pt>
                <c:pt idx="16546">
                  <c:v>4.55314</c:v>
                </c:pt>
                <c:pt idx="16547">
                  <c:v>4.5534400000000002</c:v>
                </c:pt>
                <c:pt idx="16548">
                  <c:v>4.55375</c:v>
                </c:pt>
                <c:pt idx="16549">
                  <c:v>4.5540500000000002</c:v>
                </c:pt>
                <c:pt idx="16550">
                  <c:v>4.55436</c:v>
                </c:pt>
                <c:pt idx="16551">
                  <c:v>4.5546699999999998</c:v>
                </c:pt>
                <c:pt idx="16552">
                  <c:v>4.55497</c:v>
                </c:pt>
                <c:pt idx="16553">
                  <c:v>4.5552799999999998</c:v>
                </c:pt>
                <c:pt idx="16554">
                  <c:v>4.55558</c:v>
                </c:pt>
                <c:pt idx="16555">
                  <c:v>4.5558899999999998</c:v>
                </c:pt>
                <c:pt idx="16556">
                  <c:v>4.55619</c:v>
                </c:pt>
                <c:pt idx="16557">
                  <c:v>4.5564999999999998</c:v>
                </c:pt>
                <c:pt idx="16558">
                  <c:v>4.5568</c:v>
                </c:pt>
                <c:pt idx="16559">
                  <c:v>4.5571099999999998</c:v>
                </c:pt>
                <c:pt idx="16560">
                  <c:v>4.55741</c:v>
                </c:pt>
                <c:pt idx="16561">
                  <c:v>4.5577199999999998</c:v>
                </c:pt>
                <c:pt idx="16562">
                  <c:v>4.55802</c:v>
                </c:pt>
                <c:pt idx="16563">
                  <c:v>4.5583299999999998</c:v>
                </c:pt>
                <c:pt idx="16564">
                  <c:v>4.5586399999999996</c:v>
                </c:pt>
                <c:pt idx="16565">
                  <c:v>4.5589399999999998</c:v>
                </c:pt>
                <c:pt idx="16566">
                  <c:v>4.5592499999999996</c:v>
                </c:pt>
                <c:pt idx="16567">
                  <c:v>4.5595499999999998</c:v>
                </c:pt>
                <c:pt idx="16568">
                  <c:v>4.5598599999999996</c:v>
                </c:pt>
                <c:pt idx="16569">
                  <c:v>4.5601599999999998</c:v>
                </c:pt>
                <c:pt idx="16570">
                  <c:v>4.5604699999999996</c:v>
                </c:pt>
                <c:pt idx="16571">
                  <c:v>4.5607699999999998</c:v>
                </c:pt>
                <c:pt idx="16572">
                  <c:v>4.5610799999999996</c:v>
                </c:pt>
                <c:pt idx="16573">
                  <c:v>4.5613799999999998</c:v>
                </c:pt>
                <c:pt idx="16574">
                  <c:v>4.5616899999999996</c:v>
                </c:pt>
                <c:pt idx="16575">
                  <c:v>4.5620000000000003</c:v>
                </c:pt>
                <c:pt idx="16576">
                  <c:v>4.5622999999999996</c:v>
                </c:pt>
                <c:pt idx="16577">
                  <c:v>4.5626100000000003</c:v>
                </c:pt>
                <c:pt idx="16578">
                  <c:v>4.5629099999999996</c:v>
                </c:pt>
                <c:pt idx="16579">
                  <c:v>4.5632200000000003</c:v>
                </c:pt>
                <c:pt idx="16580">
                  <c:v>4.5635199999999996</c:v>
                </c:pt>
                <c:pt idx="16581">
                  <c:v>4.5638300000000003</c:v>
                </c:pt>
                <c:pt idx="16582">
                  <c:v>4.5641299999999996</c:v>
                </c:pt>
                <c:pt idx="16583">
                  <c:v>4.5644400000000003</c:v>
                </c:pt>
                <c:pt idx="16584">
                  <c:v>4.5647399999999996</c:v>
                </c:pt>
                <c:pt idx="16585">
                  <c:v>4.5650500000000003</c:v>
                </c:pt>
                <c:pt idx="16586">
                  <c:v>4.5653499999999996</c:v>
                </c:pt>
                <c:pt idx="16587">
                  <c:v>4.5656600000000003</c:v>
                </c:pt>
                <c:pt idx="16588">
                  <c:v>4.5659700000000001</c:v>
                </c:pt>
                <c:pt idx="16589">
                  <c:v>4.5662700000000003</c:v>
                </c:pt>
                <c:pt idx="16590">
                  <c:v>4.5665800000000001</c:v>
                </c:pt>
                <c:pt idx="16591">
                  <c:v>4.5668800000000003</c:v>
                </c:pt>
                <c:pt idx="16592">
                  <c:v>4.5671900000000001</c:v>
                </c:pt>
                <c:pt idx="16593">
                  <c:v>4.5674900000000003</c:v>
                </c:pt>
                <c:pt idx="16594">
                  <c:v>4.5678000000000001</c:v>
                </c:pt>
                <c:pt idx="16595">
                  <c:v>4.5681000000000003</c:v>
                </c:pt>
                <c:pt idx="16596">
                  <c:v>4.5684100000000001</c:v>
                </c:pt>
                <c:pt idx="16597">
                  <c:v>4.5687100000000003</c:v>
                </c:pt>
                <c:pt idx="16598">
                  <c:v>4.5690200000000001</c:v>
                </c:pt>
                <c:pt idx="16599">
                  <c:v>4.5693200000000003</c:v>
                </c:pt>
                <c:pt idx="16600">
                  <c:v>4.5696300000000001</c:v>
                </c:pt>
                <c:pt idx="16601">
                  <c:v>4.5699399999999999</c:v>
                </c:pt>
                <c:pt idx="16602">
                  <c:v>4.5702400000000001</c:v>
                </c:pt>
                <c:pt idx="16603">
                  <c:v>4.5705499999999999</c:v>
                </c:pt>
                <c:pt idx="16604">
                  <c:v>4.5708500000000001</c:v>
                </c:pt>
                <c:pt idx="16605">
                  <c:v>4.5711599999999999</c:v>
                </c:pt>
                <c:pt idx="16606">
                  <c:v>4.5714600000000001</c:v>
                </c:pt>
                <c:pt idx="16607">
                  <c:v>4.5717699999999999</c:v>
                </c:pt>
                <c:pt idx="16608">
                  <c:v>4.5720700000000001</c:v>
                </c:pt>
                <c:pt idx="16609">
                  <c:v>4.5723799999999999</c:v>
                </c:pt>
                <c:pt idx="16610">
                  <c:v>4.5726800000000001</c:v>
                </c:pt>
                <c:pt idx="16611">
                  <c:v>4.5729899999999999</c:v>
                </c:pt>
                <c:pt idx="16612">
                  <c:v>4.5732900000000001</c:v>
                </c:pt>
                <c:pt idx="16613">
                  <c:v>4.5735999999999999</c:v>
                </c:pt>
                <c:pt idx="16614">
                  <c:v>4.5739099999999997</c:v>
                </c:pt>
                <c:pt idx="16615">
                  <c:v>4.5742099999999999</c:v>
                </c:pt>
                <c:pt idx="16616">
                  <c:v>4.5745199999999997</c:v>
                </c:pt>
                <c:pt idx="16617">
                  <c:v>4.5748199999999999</c:v>
                </c:pt>
                <c:pt idx="16618">
                  <c:v>4.5751299999999997</c:v>
                </c:pt>
                <c:pt idx="16619">
                  <c:v>4.5754299999999999</c:v>
                </c:pt>
                <c:pt idx="16620">
                  <c:v>4.5757399999999997</c:v>
                </c:pt>
                <c:pt idx="16621">
                  <c:v>4.5760399999999999</c:v>
                </c:pt>
                <c:pt idx="16622">
                  <c:v>4.5763499999999997</c:v>
                </c:pt>
                <c:pt idx="16623">
                  <c:v>4.5766499999999999</c:v>
                </c:pt>
                <c:pt idx="16624">
                  <c:v>4.5769599999999997</c:v>
                </c:pt>
                <c:pt idx="16625">
                  <c:v>4.5772599999999999</c:v>
                </c:pt>
                <c:pt idx="16626">
                  <c:v>4.5775699999999997</c:v>
                </c:pt>
                <c:pt idx="16627">
                  <c:v>4.5778800000000004</c:v>
                </c:pt>
                <c:pt idx="16628">
                  <c:v>4.5781799999999997</c:v>
                </c:pt>
                <c:pt idx="16629">
                  <c:v>4.5784900000000004</c:v>
                </c:pt>
                <c:pt idx="16630">
                  <c:v>4.5787899999999997</c:v>
                </c:pt>
                <c:pt idx="16631">
                  <c:v>4.5791000000000004</c:v>
                </c:pt>
                <c:pt idx="16632">
                  <c:v>4.5793999999999997</c:v>
                </c:pt>
                <c:pt idx="16633">
                  <c:v>4.5797100000000004</c:v>
                </c:pt>
                <c:pt idx="16634">
                  <c:v>4.5800099999999997</c:v>
                </c:pt>
                <c:pt idx="16635">
                  <c:v>4.5803200000000004</c:v>
                </c:pt>
                <c:pt idx="16636">
                  <c:v>4.5806199999999997</c:v>
                </c:pt>
                <c:pt idx="16637">
                  <c:v>4.5809300000000004</c:v>
                </c:pt>
                <c:pt idx="16638">
                  <c:v>4.5812400000000002</c:v>
                </c:pt>
                <c:pt idx="16639">
                  <c:v>4.5815400000000004</c:v>
                </c:pt>
                <c:pt idx="16640">
                  <c:v>4.5818500000000002</c:v>
                </c:pt>
                <c:pt idx="16641">
                  <c:v>4.5821500000000004</c:v>
                </c:pt>
                <c:pt idx="16642">
                  <c:v>4.5824600000000002</c:v>
                </c:pt>
                <c:pt idx="16643">
                  <c:v>4.5827600000000004</c:v>
                </c:pt>
                <c:pt idx="16644">
                  <c:v>4.5830700000000002</c:v>
                </c:pt>
                <c:pt idx="16645">
                  <c:v>4.5833700000000004</c:v>
                </c:pt>
                <c:pt idx="16646">
                  <c:v>4.5836800000000002</c:v>
                </c:pt>
                <c:pt idx="16647">
                  <c:v>4.5839800000000004</c:v>
                </c:pt>
                <c:pt idx="16648">
                  <c:v>4.5842900000000002</c:v>
                </c:pt>
                <c:pt idx="16649">
                  <c:v>4.5845900000000004</c:v>
                </c:pt>
                <c:pt idx="16650">
                  <c:v>4.5849000000000002</c:v>
                </c:pt>
                <c:pt idx="16651">
                  <c:v>4.58521</c:v>
                </c:pt>
                <c:pt idx="16652">
                  <c:v>4.5855100000000002</c:v>
                </c:pt>
                <c:pt idx="16653">
                  <c:v>4.58582</c:v>
                </c:pt>
                <c:pt idx="16654">
                  <c:v>4.5861200000000002</c:v>
                </c:pt>
                <c:pt idx="16655">
                  <c:v>4.58643</c:v>
                </c:pt>
                <c:pt idx="16656">
                  <c:v>4.5867300000000002</c:v>
                </c:pt>
                <c:pt idx="16657">
                  <c:v>4.58704</c:v>
                </c:pt>
                <c:pt idx="16658">
                  <c:v>4.5873400000000002</c:v>
                </c:pt>
                <c:pt idx="16659">
                  <c:v>4.58765</c:v>
                </c:pt>
                <c:pt idx="16660">
                  <c:v>4.5879500000000002</c:v>
                </c:pt>
                <c:pt idx="16661">
                  <c:v>4.58826</c:v>
                </c:pt>
                <c:pt idx="16662">
                  <c:v>4.5885600000000002</c:v>
                </c:pt>
                <c:pt idx="16663">
                  <c:v>4.58887</c:v>
                </c:pt>
                <c:pt idx="16664">
                  <c:v>4.5891799999999998</c:v>
                </c:pt>
                <c:pt idx="16665">
                  <c:v>4.58948</c:v>
                </c:pt>
                <c:pt idx="16666">
                  <c:v>4.5897899999999998</c:v>
                </c:pt>
                <c:pt idx="16667">
                  <c:v>4.59009</c:v>
                </c:pt>
                <c:pt idx="16668">
                  <c:v>4.5903999999999998</c:v>
                </c:pt>
                <c:pt idx="16669">
                  <c:v>4.5907</c:v>
                </c:pt>
                <c:pt idx="16670">
                  <c:v>4.5910099999999998</c:v>
                </c:pt>
                <c:pt idx="16671">
                  <c:v>4.59131</c:v>
                </c:pt>
                <c:pt idx="16672">
                  <c:v>4.5916199999999998</c:v>
                </c:pt>
                <c:pt idx="16673">
                  <c:v>4.59192</c:v>
                </c:pt>
                <c:pt idx="16674">
                  <c:v>4.5922299999999998</c:v>
                </c:pt>
                <c:pt idx="16675">
                  <c:v>4.59253</c:v>
                </c:pt>
                <c:pt idx="16676">
                  <c:v>4.5928399999999998</c:v>
                </c:pt>
                <c:pt idx="16677">
                  <c:v>4.5931499999999996</c:v>
                </c:pt>
                <c:pt idx="16678">
                  <c:v>4.5934499999999998</c:v>
                </c:pt>
                <c:pt idx="16679">
                  <c:v>4.5937599999999996</c:v>
                </c:pt>
                <c:pt idx="16680">
                  <c:v>4.5940599999999998</c:v>
                </c:pt>
                <c:pt idx="16681">
                  <c:v>4.5943699999999996</c:v>
                </c:pt>
                <c:pt idx="16682">
                  <c:v>4.5946699999999998</c:v>
                </c:pt>
                <c:pt idx="16683">
                  <c:v>4.5949799999999996</c:v>
                </c:pt>
                <c:pt idx="16684">
                  <c:v>4.5952799999999998</c:v>
                </c:pt>
                <c:pt idx="16685">
                  <c:v>4.5955899999999996</c:v>
                </c:pt>
                <c:pt idx="16686">
                  <c:v>4.5958899999999998</c:v>
                </c:pt>
                <c:pt idx="16687">
                  <c:v>4.5961999999999996</c:v>
                </c:pt>
                <c:pt idx="16688">
                  <c:v>4.5965100000000003</c:v>
                </c:pt>
                <c:pt idx="16689">
                  <c:v>4.5968099999999996</c:v>
                </c:pt>
                <c:pt idx="16690">
                  <c:v>4.5971200000000003</c:v>
                </c:pt>
                <c:pt idx="16691">
                  <c:v>4.5974199999999996</c:v>
                </c:pt>
                <c:pt idx="16692">
                  <c:v>4.5977300000000003</c:v>
                </c:pt>
                <c:pt idx="16693">
                  <c:v>4.5980299999999996</c:v>
                </c:pt>
                <c:pt idx="16694">
                  <c:v>4.5983400000000003</c:v>
                </c:pt>
                <c:pt idx="16695">
                  <c:v>4.5986399999999996</c:v>
                </c:pt>
                <c:pt idx="16696">
                  <c:v>4.5989500000000003</c:v>
                </c:pt>
                <c:pt idx="16697">
                  <c:v>4.5992499999999996</c:v>
                </c:pt>
                <c:pt idx="16698">
                  <c:v>4.5995600000000003</c:v>
                </c:pt>
                <c:pt idx="16699">
                  <c:v>4.5998599999999996</c:v>
                </c:pt>
                <c:pt idx="16700">
                  <c:v>4.6001700000000003</c:v>
                </c:pt>
                <c:pt idx="16701">
                  <c:v>4.6004800000000001</c:v>
                </c:pt>
                <c:pt idx="16702">
                  <c:v>4.6007800000000003</c:v>
                </c:pt>
                <c:pt idx="16703">
                  <c:v>4.6010900000000001</c:v>
                </c:pt>
                <c:pt idx="16704">
                  <c:v>4.6013900000000003</c:v>
                </c:pt>
                <c:pt idx="16705">
                  <c:v>4.6017000000000001</c:v>
                </c:pt>
                <c:pt idx="16706">
                  <c:v>4.6020000000000003</c:v>
                </c:pt>
                <c:pt idx="16707">
                  <c:v>4.6023100000000001</c:v>
                </c:pt>
                <c:pt idx="16708">
                  <c:v>4.6026100000000003</c:v>
                </c:pt>
                <c:pt idx="16709">
                  <c:v>4.6029200000000001</c:v>
                </c:pt>
                <c:pt idx="16710">
                  <c:v>4.6032200000000003</c:v>
                </c:pt>
                <c:pt idx="16711">
                  <c:v>4.6035300000000001</c:v>
                </c:pt>
                <c:pt idx="16712">
                  <c:v>4.6038300000000003</c:v>
                </c:pt>
                <c:pt idx="16713">
                  <c:v>4.6041400000000001</c:v>
                </c:pt>
                <c:pt idx="16714">
                  <c:v>4.6044499999999999</c:v>
                </c:pt>
                <c:pt idx="16715">
                  <c:v>4.6047500000000001</c:v>
                </c:pt>
                <c:pt idx="16716">
                  <c:v>4.6050599999999999</c:v>
                </c:pt>
                <c:pt idx="16717">
                  <c:v>4.6053600000000001</c:v>
                </c:pt>
                <c:pt idx="16718">
                  <c:v>4.6056699999999999</c:v>
                </c:pt>
                <c:pt idx="16719">
                  <c:v>4.6059700000000001</c:v>
                </c:pt>
                <c:pt idx="16720">
                  <c:v>4.6062799999999999</c:v>
                </c:pt>
                <c:pt idx="16721">
                  <c:v>4.6065800000000001</c:v>
                </c:pt>
                <c:pt idx="16722">
                  <c:v>4.6068899999999999</c:v>
                </c:pt>
                <c:pt idx="16723">
                  <c:v>4.6071900000000001</c:v>
                </c:pt>
                <c:pt idx="16724">
                  <c:v>4.6074999999999999</c:v>
                </c:pt>
                <c:pt idx="16725">
                  <c:v>4.6078000000000001</c:v>
                </c:pt>
                <c:pt idx="16726">
                  <c:v>4.6081099999999999</c:v>
                </c:pt>
                <c:pt idx="16727">
                  <c:v>4.6084199999999997</c:v>
                </c:pt>
                <c:pt idx="16728">
                  <c:v>4.6087199999999999</c:v>
                </c:pt>
                <c:pt idx="16729">
                  <c:v>4.6090299999999997</c:v>
                </c:pt>
                <c:pt idx="16730">
                  <c:v>4.6093299999999999</c:v>
                </c:pt>
                <c:pt idx="16731">
                  <c:v>4.6096399999999997</c:v>
                </c:pt>
                <c:pt idx="16732">
                  <c:v>4.6099399999999999</c:v>
                </c:pt>
                <c:pt idx="16733">
                  <c:v>4.6102499999999997</c:v>
                </c:pt>
                <c:pt idx="16734">
                  <c:v>4.6105499999999999</c:v>
                </c:pt>
                <c:pt idx="16735">
                  <c:v>4.6108599999999997</c:v>
                </c:pt>
                <c:pt idx="16736">
                  <c:v>4.6111599999999999</c:v>
                </c:pt>
                <c:pt idx="16737">
                  <c:v>4.6114699999999997</c:v>
                </c:pt>
                <c:pt idx="16738">
                  <c:v>4.6117699999999999</c:v>
                </c:pt>
                <c:pt idx="16739">
                  <c:v>4.6120799999999997</c:v>
                </c:pt>
                <c:pt idx="16740">
                  <c:v>4.6123900000000004</c:v>
                </c:pt>
                <c:pt idx="16741">
                  <c:v>4.6126899999999997</c:v>
                </c:pt>
                <c:pt idx="16742">
                  <c:v>4.6130000000000004</c:v>
                </c:pt>
                <c:pt idx="16743">
                  <c:v>4.6132999999999997</c:v>
                </c:pt>
                <c:pt idx="16744">
                  <c:v>4.6136100000000004</c:v>
                </c:pt>
                <c:pt idx="16745">
                  <c:v>4.6139099999999997</c:v>
                </c:pt>
                <c:pt idx="16746">
                  <c:v>4.6142200000000004</c:v>
                </c:pt>
                <c:pt idx="16747">
                  <c:v>4.6145199999999997</c:v>
                </c:pt>
                <c:pt idx="16748">
                  <c:v>4.6148300000000004</c:v>
                </c:pt>
                <c:pt idx="16749">
                  <c:v>4.6151299999999997</c:v>
                </c:pt>
                <c:pt idx="16750">
                  <c:v>4.6154400000000004</c:v>
                </c:pt>
                <c:pt idx="16751">
                  <c:v>4.6157500000000002</c:v>
                </c:pt>
                <c:pt idx="16752">
                  <c:v>4.6160500000000004</c:v>
                </c:pt>
                <c:pt idx="16753">
                  <c:v>4.6163600000000002</c:v>
                </c:pt>
                <c:pt idx="16754">
                  <c:v>4.6166600000000004</c:v>
                </c:pt>
                <c:pt idx="16755">
                  <c:v>4.6169700000000002</c:v>
                </c:pt>
                <c:pt idx="16756">
                  <c:v>4.6172700000000004</c:v>
                </c:pt>
                <c:pt idx="16757">
                  <c:v>4.6175800000000002</c:v>
                </c:pt>
                <c:pt idx="16758">
                  <c:v>4.6178800000000004</c:v>
                </c:pt>
                <c:pt idx="16759">
                  <c:v>4.6181900000000002</c:v>
                </c:pt>
                <c:pt idx="16760">
                  <c:v>4.6184900000000004</c:v>
                </c:pt>
                <c:pt idx="16761">
                  <c:v>4.6188000000000002</c:v>
                </c:pt>
                <c:pt idx="16762">
                  <c:v>4.6191000000000004</c:v>
                </c:pt>
                <c:pt idx="16763">
                  <c:v>4.6194100000000002</c:v>
                </c:pt>
                <c:pt idx="16764">
                  <c:v>4.61972</c:v>
                </c:pt>
                <c:pt idx="16765">
                  <c:v>4.6200200000000002</c:v>
                </c:pt>
                <c:pt idx="16766">
                  <c:v>4.62033</c:v>
                </c:pt>
                <c:pt idx="16767">
                  <c:v>4.6206300000000002</c:v>
                </c:pt>
                <c:pt idx="16768">
                  <c:v>4.62094</c:v>
                </c:pt>
                <c:pt idx="16769">
                  <c:v>4.6212400000000002</c:v>
                </c:pt>
                <c:pt idx="16770">
                  <c:v>4.62155</c:v>
                </c:pt>
                <c:pt idx="16771">
                  <c:v>4.6218500000000002</c:v>
                </c:pt>
                <c:pt idx="16772">
                  <c:v>4.62216</c:v>
                </c:pt>
                <c:pt idx="16773">
                  <c:v>4.6224600000000002</c:v>
                </c:pt>
                <c:pt idx="16774">
                  <c:v>4.62277</c:v>
                </c:pt>
                <c:pt idx="16775">
                  <c:v>4.6230700000000002</c:v>
                </c:pt>
                <c:pt idx="16776">
                  <c:v>4.62338</c:v>
                </c:pt>
                <c:pt idx="16777">
                  <c:v>4.6236899999999999</c:v>
                </c:pt>
                <c:pt idx="16778">
                  <c:v>4.62399</c:v>
                </c:pt>
                <c:pt idx="16779">
                  <c:v>4.6242999999999999</c:v>
                </c:pt>
                <c:pt idx="16780">
                  <c:v>4.6246</c:v>
                </c:pt>
                <c:pt idx="16781">
                  <c:v>4.6249099999999999</c:v>
                </c:pt>
                <c:pt idx="16782">
                  <c:v>4.62521</c:v>
                </c:pt>
                <c:pt idx="16783">
                  <c:v>4.6255199999999999</c:v>
                </c:pt>
                <c:pt idx="16784">
                  <c:v>4.62582</c:v>
                </c:pt>
                <c:pt idx="16785">
                  <c:v>4.6261299999999999</c:v>
                </c:pt>
                <c:pt idx="16786">
                  <c:v>4.62643</c:v>
                </c:pt>
                <c:pt idx="16787">
                  <c:v>4.6267399999999999</c:v>
                </c:pt>
                <c:pt idx="16788">
                  <c:v>4.62704</c:v>
                </c:pt>
                <c:pt idx="16789">
                  <c:v>4.6273499999999999</c:v>
                </c:pt>
                <c:pt idx="16790">
                  <c:v>4.6276599999999997</c:v>
                </c:pt>
                <c:pt idx="16791">
                  <c:v>4.6279599999999999</c:v>
                </c:pt>
                <c:pt idx="16792">
                  <c:v>4.6282699999999997</c:v>
                </c:pt>
                <c:pt idx="16793">
                  <c:v>4.6285699999999999</c:v>
                </c:pt>
                <c:pt idx="16794">
                  <c:v>4.6288799999999997</c:v>
                </c:pt>
                <c:pt idx="16795">
                  <c:v>4.6291799999999999</c:v>
                </c:pt>
                <c:pt idx="16796">
                  <c:v>4.6294899999999997</c:v>
                </c:pt>
                <c:pt idx="16797">
                  <c:v>4.6297899999999998</c:v>
                </c:pt>
                <c:pt idx="16798">
                  <c:v>4.6300999999999997</c:v>
                </c:pt>
                <c:pt idx="16799">
                  <c:v>4.6303999999999998</c:v>
                </c:pt>
                <c:pt idx="16800">
                  <c:v>4.6307099999999997</c:v>
                </c:pt>
                <c:pt idx="16801">
                  <c:v>4.6310099999999998</c:v>
                </c:pt>
                <c:pt idx="16802">
                  <c:v>4.6313199999999997</c:v>
                </c:pt>
                <c:pt idx="16803">
                  <c:v>4.6316300000000004</c:v>
                </c:pt>
                <c:pt idx="16804">
                  <c:v>4.6319299999999997</c:v>
                </c:pt>
                <c:pt idx="16805">
                  <c:v>4.6322400000000004</c:v>
                </c:pt>
                <c:pt idx="16806">
                  <c:v>4.6325399999999997</c:v>
                </c:pt>
                <c:pt idx="16807">
                  <c:v>4.6328500000000004</c:v>
                </c:pt>
                <c:pt idx="16808">
                  <c:v>4.6331499999999997</c:v>
                </c:pt>
                <c:pt idx="16809">
                  <c:v>4.6334600000000004</c:v>
                </c:pt>
                <c:pt idx="16810">
                  <c:v>4.6337599999999997</c:v>
                </c:pt>
                <c:pt idx="16811">
                  <c:v>4.6340700000000004</c:v>
                </c:pt>
                <c:pt idx="16812">
                  <c:v>4.6343699999999997</c:v>
                </c:pt>
                <c:pt idx="16813">
                  <c:v>4.6346800000000004</c:v>
                </c:pt>
                <c:pt idx="16814">
                  <c:v>4.6349900000000002</c:v>
                </c:pt>
                <c:pt idx="16815">
                  <c:v>4.6352900000000004</c:v>
                </c:pt>
                <c:pt idx="16816">
                  <c:v>4.6356000000000002</c:v>
                </c:pt>
                <c:pt idx="16817">
                  <c:v>4.6359000000000004</c:v>
                </c:pt>
                <c:pt idx="16818">
                  <c:v>4.6362100000000002</c:v>
                </c:pt>
                <c:pt idx="16819">
                  <c:v>4.6365100000000004</c:v>
                </c:pt>
                <c:pt idx="16820">
                  <c:v>4.6368200000000002</c:v>
                </c:pt>
                <c:pt idx="16821">
                  <c:v>4.6371200000000004</c:v>
                </c:pt>
                <c:pt idx="16822">
                  <c:v>4.6374300000000002</c:v>
                </c:pt>
                <c:pt idx="16823">
                  <c:v>4.6377300000000004</c:v>
                </c:pt>
                <c:pt idx="16824">
                  <c:v>4.6380400000000002</c:v>
                </c:pt>
                <c:pt idx="16825">
                  <c:v>4.6383400000000004</c:v>
                </c:pt>
                <c:pt idx="16826">
                  <c:v>4.6386500000000002</c:v>
                </c:pt>
                <c:pt idx="16827">
                  <c:v>4.63896</c:v>
                </c:pt>
                <c:pt idx="16828">
                  <c:v>4.6392600000000002</c:v>
                </c:pt>
                <c:pt idx="16829">
                  <c:v>4.63957</c:v>
                </c:pt>
                <c:pt idx="16830">
                  <c:v>4.6398700000000002</c:v>
                </c:pt>
                <c:pt idx="16831">
                  <c:v>4.64018</c:v>
                </c:pt>
                <c:pt idx="16832">
                  <c:v>4.6404800000000002</c:v>
                </c:pt>
                <c:pt idx="16833">
                  <c:v>4.64079</c:v>
                </c:pt>
                <c:pt idx="16834">
                  <c:v>4.6410900000000002</c:v>
                </c:pt>
                <c:pt idx="16835">
                  <c:v>4.6414</c:v>
                </c:pt>
                <c:pt idx="16836">
                  <c:v>4.6417000000000002</c:v>
                </c:pt>
                <c:pt idx="16837">
                  <c:v>4.64201</c:v>
                </c:pt>
                <c:pt idx="16838">
                  <c:v>4.6423100000000002</c:v>
                </c:pt>
                <c:pt idx="16839">
                  <c:v>4.64262</c:v>
                </c:pt>
                <c:pt idx="16840">
                  <c:v>4.6429299999999998</c:v>
                </c:pt>
                <c:pt idx="16841">
                  <c:v>4.64323</c:v>
                </c:pt>
                <c:pt idx="16842">
                  <c:v>4.6435399999999998</c:v>
                </c:pt>
                <c:pt idx="16843">
                  <c:v>4.64384</c:v>
                </c:pt>
                <c:pt idx="16844">
                  <c:v>4.6441499999999998</c:v>
                </c:pt>
                <c:pt idx="16845">
                  <c:v>4.64445</c:v>
                </c:pt>
                <c:pt idx="16846">
                  <c:v>4.6447599999999998</c:v>
                </c:pt>
                <c:pt idx="16847">
                  <c:v>4.64506</c:v>
                </c:pt>
                <c:pt idx="16848">
                  <c:v>4.6453699999999998</c:v>
                </c:pt>
                <c:pt idx="16849">
                  <c:v>4.64567</c:v>
                </c:pt>
                <c:pt idx="16850">
                  <c:v>4.6459799999999998</c:v>
                </c:pt>
                <c:pt idx="16851">
                  <c:v>4.64628</c:v>
                </c:pt>
                <c:pt idx="16852">
                  <c:v>4.6465899999999998</c:v>
                </c:pt>
                <c:pt idx="16853">
                  <c:v>4.6468999999999996</c:v>
                </c:pt>
                <c:pt idx="16854">
                  <c:v>4.6471999999999998</c:v>
                </c:pt>
                <c:pt idx="16855">
                  <c:v>4.6475099999999996</c:v>
                </c:pt>
                <c:pt idx="16856">
                  <c:v>4.6478099999999998</c:v>
                </c:pt>
                <c:pt idx="16857">
                  <c:v>4.6481199999999996</c:v>
                </c:pt>
                <c:pt idx="16858">
                  <c:v>4.6484199999999998</c:v>
                </c:pt>
                <c:pt idx="16859">
                  <c:v>4.6487299999999996</c:v>
                </c:pt>
                <c:pt idx="16860">
                  <c:v>4.6490299999999998</c:v>
                </c:pt>
                <c:pt idx="16861">
                  <c:v>4.6493399999999996</c:v>
                </c:pt>
                <c:pt idx="16862">
                  <c:v>4.6496399999999998</c:v>
                </c:pt>
                <c:pt idx="16863">
                  <c:v>4.6499499999999996</c:v>
                </c:pt>
                <c:pt idx="16864">
                  <c:v>4.6502499999999998</c:v>
                </c:pt>
                <c:pt idx="16865">
                  <c:v>4.6505599999999996</c:v>
                </c:pt>
                <c:pt idx="16866">
                  <c:v>4.6508700000000003</c:v>
                </c:pt>
                <c:pt idx="16867">
                  <c:v>4.6511699999999996</c:v>
                </c:pt>
                <c:pt idx="16868">
                  <c:v>4.6514800000000003</c:v>
                </c:pt>
                <c:pt idx="16869">
                  <c:v>4.6517799999999996</c:v>
                </c:pt>
                <c:pt idx="16870">
                  <c:v>4.6520900000000003</c:v>
                </c:pt>
                <c:pt idx="16871">
                  <c:v>4.6523899999999996</c:v>
                </c:pt>
                <c:pt idx="16872">
                  <c:v>4.6527000000000003</c:v>
                </c:pt>
                <c:pt idx="16873">
                  <c:v>4.6529999999999996</c:v>
                </c:pt>
                <c:pt idx="16874">
                  <c:v>4.6533100000000003</c:v>
                </c:pt>
                <c:pt idx="16875">
                  <c:v>4.6536099999999996</c:v>
                </c:pt>
                <c:pt idx="16876">
                  <c:v>4.6539200000000003</c:v>
                </c:pt>
                <c:pt idx="16877">
                  <c:v>4.6542300000000001</c:v>
                </c:pt>
                <c:pt idx="16878">
                  <c:v>4.6545300000000003</c:v>
                </c:pt>
                <c:pt idx="16879">
                  <c:v>4.6548400000000001</c:v>
                </c:pt>
                <c:pt idx="16880">
                  <c:v>4.6551400000000003</c:v>
                </c:pt>
                <c:pt idx="16881">
                  <c:v>4.6554500000000001</c:v>
                </c:pt>
                <c:pt idx="16882">
                  <c:v>4.6557500000000003</c:v>
                </c:pt>
                <c:pt idx="16883">
                  <c:v>4.6560600000000001</c:v>
                </c:pt>
                <c:pt idx="16884">
                  <c:v>4.6563600000000003</c:v>
                </c:pt>
                <c:pt idx="16885">
                  <c:v>4.6566700000000001</c:v>
                </c:pt>
                <c:pt idx="16886">
                  <c:v>4.6569700000000003</c:v>
                </c:pt>
                <c:pt idx="16887">
                  <c:v>4.6572800000000001</c:v>
                </c:pt>
                <c:pt idx="16888">
                  <c:v>4.6575800000000003</c:v>
                </c:pt>
                <c:pt idx="16889">
                  <c:v>4.6578900000000001</c:v>
                </c:pt>
                <c:pt idx="16890">
                  <c:v>4.6581999999999999</c:v>
                </c:pt>
                <c:pt idx="16891">
                  <c:v>4.6585000000000001</c:v>
                </c:pt>
                <c:pt idx="16892">
                  <c:v>4.6588099999999999</c:v>
                </c:pt>
                <c:pt idx="16893">
                  <c:v>4.6591100000000001</c:v>
                </c:pt>
                <c:pt idx="16894">
                  <c:v>4.6594199999999999</c:v>
                </c:pt>
                <c:pt idx="16895">
                  <c:v>4.6597200000000001</c:v>
                </c:pt>
                <c:pt idx="16896">
                  <c:v>4.6600299999999999</c:v>
                </c:pt>
                <c:pt idx="16897">
                  <c:v>4.6603300000000001</c:v>
                </c:pt>
                <c:pt idx="16898">
                  <c:v>4.6606399999999999</c:v>
                </c:pt>
                <c:pt idx="16899">
                  <c:v>4.6609400000000001</c:v>
                </c:pt>
                <c:pt idx="16900">
                  <c:v>4.6612499999999999</c:v>
                </c:pt>
                <c:pt idx="16901">
                  <c:v>4.6615500000000001</c:v>
                </c:pt>
                <c:pt idx="16902">
                  <c:v>4.6618599999999999</c:v>
                </c:pt>
                <c:pt idx="16903">
                  <c:v>4.6621699999999997</c:v>
                </c:pt>
                <c:pt idx="16904">
                  <c:v>4.6624699999999999</c:v>
                </c:pt>
                <c:pt idx="16905">
                  <c:v>4.6627799999999997</c:v>
                </c:pt>
                <c:pt idx="16906">
                  <c:v>4.6630799999999999</c:v>
                </c:pt>
                <c:pt idx="16907">
                  <c:v>4.6633899999999997</c:v>
                </c:pt>
                <c:pt idx="16908">
                  <c:v>4.6636899999999999</c:v>
                </c:pt>
                <c:pt idx="16909">
                  <c:v>4.6639999999999997</c:v>
                </c:pt>
                <c:pt idx="16910">
                  <c:v>4.6642999999999999</c:v>
                </c:pt>
                <c:pt idx="16911">
                  <c:v>4.6646099999999997</c:v>
                </c:pt>
                <c:pt idx="16912">
                  <c:v>4.6649099999999999</c:v>
                </c:pt>
                <c:pt idx="16913">
                  <c:v>4.6652199999999997</c:v>
                </c:pt>
                <c:pt idx="16914">
                  <c:v>4.6655199999999999</c:v>
                </c:pt>
                <c:pt idx="16915">
                  <c:v>4.6658299999999997</c:v>
                </c:pt>
                <c:pt idx="16916">
                  <c:v>4.6661400000000004</c:v>
                </c:pt>
                <c:pt idx="16917">
                  <c:v>4.6664399999999997</c:v>
                </c:pt>
                <c:pt idx="16918">
                  <c:v>4.6667500000000004</c:v>
                </c:pt>
                <c:pt idx="16919">
                  <c:v>4.6670499999999997</c:v>
                </c:pt>
                <c:pt idx="16920">
                  <c:v>4.6673600000000004</c:v>
                </c:pt>
                <c:pt idx="16921">
                  <c:v>4.6676599999999997</c:v>
                </c:pt>
                <c:pt idx="16922">
                  <c:v>4.6679700000000004</c:v>
                </c:pt>
                <c:pt idx="16923">
                  <c:v>4.6682699999999997</c:v>
                </c:pt>
                <c:pt idx="16924">
                  <c:v>4.6685800000000004</c:v>
                </c:pt>
                <c:pt idx="16925">
                  <c:v>4.6688799999999997</c:v>
                </c:pt>
                <c:pt idx="16926">
                  <c:v>4.6691900000000004</c:v>
                </c:pt>
                <c:pt idx="16927">
                  <c:v>4.6695000000000002</c:v>
                </c:pt>
                <c:pt idx="16928">
                  <c:v>4.6698000000000004</c:v>
                </c:pt>
                <c:pt idx="16929">
                  <c:v>4.6701100000000002</c:v>
                </c:pt>
                <c:pt idx="16930">
                  <c:v>4.6704100000000004</c:v>
                </c:pt>
                <c:pt idx="16931">
                  <c:v>4.6707200000000002</c:v>
                </c:pt>
                <c:pt idx="16932">
                  <c:v>4.6710200000000004</c:v>
                </c:pt>
                <c:pt idx="16933">
                  <c:v>4.6713300000000002</c:v>
                </c:pt>
                <c:pt idx="16934">
                  <c:v>4.6716300000000004</c:v>
                </c:pt>
                <c:pt idx="16935">
                  <c:v>4.6719400000000002</c:v>
                </c:pt>
                <c:pt idx="16936">
                  <c:v>4.6722400000000004</c:v>
                </c:pt>
                <c:pt idx="16937">
                  <c:v>4.6725500000000002</c:v>
                </c:pt>
                <c:pt idx="16938">
                  <c:v>4.6728500000000004</c:v>
                </c:pt>
                <c:pt idx="16939">
                  <c:v>4.6731600000000002</c:v>
                </c:pt>
                <c:pt idx="16940">
                  <c:v>4.67347</c:v>
                </c:pt>
                <c:pt idx="16941">
                  <c:v>4.6737700000000002</c:v>
                </c:pt>
                <c:pt idx="16942">
                  <c:v>4.67408</c:v>
                </c:pt>
                <c:pt idx="16943">
                  <c:v>4.6743800000000002</c:v>
                </c:pt>
                <c:pt idx="16944">
                  <c:v>4.67469</c:v>
                </c:pt>
                <c:pt idx="16945">
                  <c:v>4.6749900000000002</c:v>
                </c:pt>
                <c:pt idx="16946">
                  <c:v>4.6753</c:v>
                </c:pt>
                <c:pt idx="16947">
                  <c:v>4.6756000000000002</c:v>
                </c:pt>
                <c:pt idx="16948">
                  <c:v>4.67591</c:v>
                </c:pt>
                <c:pt idx="16949">
                  <c:v>4.6762100000000002</c:v>
                </c:pt>
                <c:pt idx="16950">
                  <c:v>4.67652</c:v>
                </c:pt>
                <c:pt idx="16951">
                  <c:v>4.6768200000000002</c:v>
                </c:pt>
                <c:pt idx="16952">
                  <c:v>4.67713</c:v>
                </c:pt>
                <c:pt idx="16953">
                  <c:v>4.6774399999999998</c:v>
                </c:pt>
                <c:pt idx="16954">
                  <c:v>4.67774</c:v>
                </c:pt>
                <c:pt idx="16955">
                  <c:v>4.6780499999999998</c:v>
                </c:pt>
                <c:pt idx="16956">
                  <c:v>4.67835</c:v>
                </c:pt>
                <c:pt idx="16957">
                  <c:v>4.6786599999999998</c:v>
                </c:pt>
                <c:pt idx="16958">
                  <c:v>4.67896</c:v>
                </c:pt>
                <c:pt idx="16959">
                  <c:v>4.6792699999999998</c:v>
                </c:pt>
                <c:pt idx="16960">
                  <c:v>4.67957</c:v>
                </c:pt>
                <c:pt idx="16961">
                  <c:v>4.6798799999999998</c:v>
                </c:pt>
                <c:pt idx="16962">
                  <c:v>4.68018</c:v>
                </c:pt>
                <c:pt idx="16963">
                  <c:v>4.6804899999999998</c:v>
                </c:pt>
                <c:pt idx="16964">
                  <c:v>4.68079</c:v>
                </c:pt>
                <c:pt idx="16965">
                  <c:v>4.6810999999999998</c:v>
                </c:pt>
                <c:pt idx="16966">
                  <c:v>4.6814099999999996</c:v>
                </c:pt>
                <c:pt idx="16967">
                  <c:v>4.6817099999999998</c:v>
                </c:pt>
                <c:pt idx="16968">
                  <c:v>4.6820199999999996</c:v>
                </c:pt>
                <c:pt idx="16969">
                  <c:v>4.6823199999999998</c:v>
                </c:pt>
                <c:pt idx="16970">
                  <c:v>4.6826299999999996</c:v>
                </c:pt>
                <c:pt idx="16971">
                  <c:v>4.6829299999999998</c:v>
                </c:pt>
                <c:pt idx="16972">
                  <c:v>4.6832399999999996</c:v>
                </c:pt>
                <c:pt idx="16973">
                  <c:v>4.6835399999999998</c:v>
                </c:pt>
                <c:pt idx="16974">
                  <c:v>4.6838499999999996</c:v>
                </c:pt>
                <c:pt idx="16975">
                  <c:v>4.6841499999999998</c:v>
                </c:pt>
                <c:pt idx="16976">
                  <c:v>4.6844599999999996</c:v>
                </c:pt>
                <c:pt idx="16977">
                  <c:v>4.6847599999999998</c:v>
                </c:pt>
                <c:pt idx="16978">
                  <c:v>4.6850699999999996</c:v>
                </c:pt>
                <c:pt idx="16979">
                  <c:v>4.6853800000000003</c:v>
                </c:pt>
                <c:pt idx="16980">
                  <c:v>4.6856799999999996</c:v>
                </c:pt>
                <c:pt idx="16981">
                  <c:v>4.6859900000000003</c:v>
                </c:pt>
                <c:pt idx="16982">
                  <c:v>4.6862899999999996</c:v>
                </c:pt>
                <c:pt idx="16983">
                  <c:v>4.6866000000000003</c:v>
                </c:pt>
                <c:pt idx="16984">
                  <c:v>4.6868999999999996</c:v>
                </c:pt>
                <c:pt idx="16985">
                  <c:v>4.6872100000000003</c:v>
                </c:pt>
                <c:pt idx="16986">
                  <c:v>4.6875099999999996</c:v>
                </c:pt>
                <c:pt idx="16987">
                  <c:v>4.6878200000000003</c:v>
                </c:pt>
                <c:pt idx="16988">
                  <c:v>4.6881199999999996</c:v>
                </c:pt>
                <c:pt idx="16989">
                  <c:v>4.6884300000000003</c:v>
                </c:pt>
                <c:pt idx="16990">
                  <c:v>4.6887400000000001</c:v>
                </c:pt>
                <c:pt idx="16991">
                  <c:v>4.6890400000000003</c:v>
                </c:pt>
                <c:pt idx="16992">
                  <c:v>4.6893500000000001</c:v>
                </c:pt>
                <c:pt idx="16993">
                  <c:v>4.6896500000000003</c:v>
                </c:pt>
                <c:pt idx="16994">
                  <c:v>4.6899600000000001</c:v>
                </c:pt>
                <c:pt idx="16995">
                  <c:v>4.6902600000000003</c:v>
                </c:pt>
                <c:pt idx="16996">
                  <c:v>4.6905700000000001</c:v>
                </c:pt>
                <c:pt idx="16997">
                  <c:v>4.6908700000000003</c:v>
                </c:pt>
                <c:pt idx="16998">
                  <c:v>4.6911800000000001</c:v>
                </c:pt>
                <c:pt idx="16999">
                  <c:v>4.6914800000000003</c:v>
                </c:pt>
                <c:pt idx="17000">
                  <c:v>4.6917900000000001</c:v>
                </c:pt>
                <c:pt idx="17001">
                  <c:v>4.6920900000000003</c:v>
                </c:pt>
                <c:pt idx="17002">
                  <c:v>4.6924000000000001</c:v>
                </c:pt>
                <c:pt idx="17003">
                  <c:v>4.6927099999999999</c:v>
                </c:pt>
                <c:pt idx="17004">
                  <c:v>4.6930100000000001</c:v>
                </c:pt>
                <c:pt idx="17005">
                  <c:v>4.6933199999999999</c:v>
                </c:pt>
                <c:pt idx="17006">
                  <c:v>4.6936200000000001</c:v>
                </c:pt>
                <c:pt idx="17007">
                  <c:v>4.6939299999999999</c:v>
                </c:pt>
                <c:pt idx="17008">
                  <c:v>4.6942300000000001</c:v>
                </c:pt>
                <c:pt idx="17009">
                  <c:v>4.6945399999999999</c:v>
                </c:pt>
                <c:pt idx="17010">
                  <c:v>4.6948400000000001</c:v>
                </c:pt>
                <c:pt idx="17011">
                  <c:v>4.6951499999999999</c:v>
                </c:pt>
                <c:pt idx="17012">
                  <c:v>4.6954500000000001</c:v>
                </c:pt>
                <c:pt idx="17013">
                  <c:v>4.6957599999999999</c:v>
                </c:pt>
                <c:pt idx="17014">
                  <c:v>4.6960600000000001</c:v>
                </c:pt>
                <c:pt idx="17015">
                  <c:v>4.6963699999999999</c:v>
                </c:pt>
                <c:pt idx="17016">
                  <c:v>4.6966799999999997</c:v>
                </c:pt>
                <c:pt idx="17017">
                  <c:v>4.6969799999999999</c:v>
                </c:pt>
                <c:pt idx="17018">
                  <c:v>4.6972899999999997</c:v>
                </c:pt>
                <c:pt idx="17019">
                  <c:v>4.6975899999999999</c:v>
                </c:pt>
                <c:pt idx="17020">
                  <c:v>4.6978999999999997</c:v>
                </c:pt>
                <c:pt idx="17021">
                  <c:v>4.6981999999999999</c:v>
                </c:pt>
                <c:pt idx="17022">
                  <c:v>4.6985099999999997</c:v>
                </c:pt>
                <c:pt idx="17023">
                  <c:v>4.6988099999999999</c:v>
                </c:pt>
                <c:pt idx="17024">
                  <c:v>4.6991199999999997</c:v>
                </c:pt>
                <c:pt idx="17025">
                  <c:v>4.6994199999999999</c:v>
                </c:pt>
                <c:pt idx="17026">
                  <c:v>4.6997299999999997</c:v>
                </c:pt>
                <c:pt idx="17027">
                  <c:v>4.7000299999999999</c:v>
                </c:pt>
                <c:pt idx="17028">
                  <c:v>4.7003399999999997</c:v>
                </c:pt>
                <c:pt idx="17029">
                  <c:v>4.7006500000000004</c:v>
                </c:pt>
                <c:pt idx="17030">
                  <c:v>4.7009499999999997</c:v>
                </c:pt>
                <c:pt idx="17031">
                  <c:v>4.7012600000000004</c:v>
                </c:pt>
                <c:pt idx="17032">
                  <c:v>4.7015599999999997</c:v>
                </c:pt>
                <c:pt idx="17033">
                  <c:v>4.7018700000000004</c:v>
                </c:pt>
                <c:pt idx="17034">
                  <c:v>4.7021699999999997</c:v>
                </c:pt>
                <c:pt idx="17035">
                  <c:v>4.7024800000000004</c:v>
                </c:pt>
                <c:pt idx="17036">
                  <c:v>4.7027799999999997</c:v>
                </c:pt>
                <c:pt idx="17037">
                  <c:v>4.7030900000000004</c:v>
                </c:pt>
                <c:pt idx="17038">
                  <c:v>4.7033899999999997</c:v>
                </c:pt>
                <c:pt idx="17039">
                  <c:v>4.7037000000000004</c:v>
                </c:pt>
                <c:pt idx="17040">
                  <c:v>4.7039999999999997</c:v>
                </c:pt>
                <c:pt idx="17041">
                  <c:v>4.7043100000000004</c:v>
                </c:pt>
                <c:pt idx="17042">
                  <c:v>4.7046200000000002</c:v>
                </c:pt>
                <c:pt idx="17043">
                  <c:v>4.7049200000000004</c:v>
                </c:pt>
                <c:pt idx="17044">
                  <c:v>4.7052300000000002</c:v>
                </c:pt>
                <c:pt idx="17045">
                  <c:v>4.7055300000000004</c:v>
                </c:pt>
                <c:pt idx="17046">
                  <c:v>4.7058400000000002</c:v>
                </c:pt>
                <c:pt idx="17047">
                  <c:v>4.7061400000000004</c:v>
                </c:pt>
                <c:pt idx="17048">
                  <c:v>4.7064500000000002</c:v>
                </c:pt>
                <c:pt idx="17049">
                  <c:v>4.7067500000000004</c:v>
                </c:pt>
                <c:pt idx="17050">
                  <c:v>4.7070600000000002</c:v>
                </c:pt>
                <c:pt idx="17051">
                  <c:v>4.7073600000000004</c:v>
                </c:pt>
                <c:pt idx="17052">
                  <c:v>4.7076700000000002</c:v>
                </c:pt>
                <c:pt idx="17053">
                  <c:v>4.7079800000000001</c:v>
                </c:pt>
                <c:pt idx="17054">
                  <c:v>4.7082800000000002</c:v>
                </c:pt>
                <c:pt idx="17055">
                  <c:v>4.7085900000000001</c:v>
                </c:pt>
                <c:pt idx="17056">
                  <c:v>4.7088900000000002</c:v>
                </c:pt>
                <c:pt idx="17057">
                  <c:v>4.7092000000000001</c:v>
                </c:pt>
                <c:pt idx="17058">
                  <c:v>4.7095000000000002</c:v>
                </c:pt>
                <c:pt idx="17059">
                  <c:v>4.7098100000000001</c:v>
                </c:pt>
                <c:pt idx="17060">
                  <c:v>4.7101100000000002</c:v>
                </c:pt>
                <c:pt idx="17061">
                  <c:v>4.7104200000000001</c:v>
                </c:pt>
                <c:pt idx="17062">
                  <c:v>4.7107200000000002</c:v>
                </c:pt>
                <c:pt idx="17063">
                  <c:v>4.7110300000000001</c:v>
                </c:pt>
                <c:pt idx="17064">
                  <c:v>4.7113300000000002</c:v>
                </c:pt>
                <c:pt idx="17065">
                  <c:v>4.7116400000000001</c:v>
                </c:pt>
                <c:pt idx="17066">
                  <c:v>4.7119499999999999</c:v>
                </c:pt>
                <c:pt idx="17067">
                  <c:v>4.71225</c:v>
                </c:pt>
                <c:pt idx="17068">
                  <c:v>4.7125599999999999</c:v>
                </c:pt>
                <c:pt idx="17069">
                  <c:v>4.71286</c:v>
                </c:pt>
                <c:pt idx="17070">
                  <c:v>4.7131699999999999</c:v>
                </c:pt>
                <c:pt idx="17071">
                  <c:v>4.71347</c:v>
                </c:pt>
                <c:pt idx="17072">
                  <c:v>4.7137799999999999</c:v>
                </c:pt>
                <c:pt idx="17073">
                  <c:v>4.71408</c:v>
                </c:pt>
                <c:pt idx="17074">
                  <c:v>4.7143899999999999</c:v>
                </c:pt>
                <c:pt idx="17075">
                  <c:v>4.71469</c:v>
                </c:pt>
                <c:pt idx="17076">
                  <c:v>4.7149999999999999</c:v>
                </c:pt>
                <c:pt idx="17077">
                  <c:v>4.7153</c:v>
                </c:pt>
                <c:pt idx="17078">
                  <c:v>4.7156099999999999</c:v>
                </c:pt>
                <c:pt idx="17079">
                  <c:v>4.7159199999999997</c:v>
                </c:pt>
                <c:pt idx="17080">
                  <c:v>4.7162199999999999</c:v>
                </c:pt>
                <c:pt idx="17081">
                  <c:v>4.7165299999999997</c:v>
                </c:pt>
                <c:pt idx="17082">
                  <c:v>4.7168299999999999</c:v>
                </c:pt>
                <c:pt idx="17083">
                  <c:v>4.7171399999999997</c:v>
                </c:pt>
                <c:pt idx="17084">
                  <c:v>4.7174399999999999</c:v>
                </c:pt>
                <c:pt idx="17085">
                  <c:v>4.7177499999999997</c:v>
                </c:pt>
                <c:pt idx="17086">
                  <c:v>4.7180499999999999</c:v>
                </c:pt>
                <c:pt idx="17087">
                  <c:v>4.7183599999999997</c:v>
                </c:pt>
                <c:pt idx="17088">
                  <c:v>4.7186599999999999</c:v>
                </c:pt>
                <c:pt idx="17089">
                  <c:v>4.7189699999999997</c:v>
                </c:pt>
                <c:pt idx="17090">
                  <c:v>4.7192699999999999</c:v>
                </c:pt>
                <c:pt idx="17091">
                  <c:v>4.7195799999999997</c:v>
                </c:pt>
                <c:pt idx="17092">
                  <c:v>4.7198900000000004</c:v>
                </c:pt>
                <c:pt idx="17093">
                  <c:v>4.7201899999999997</c:v>
                </c:pt>
                <c:pt idx="17094">
                  <c:v>4.7205000000000004</c:v>
                </c:pt>
                <c:pt idx="17095">
                  <c:v>4.7207999999999997</c:v>
                </c:pt>
                <c:pt idx="17096">
                  <c:v>4.7211100000000004</c:v>
                </c:pt>
                <c:pt idx="17097">
                  <c:v>4.7214099999999997</c:v>
                </c:pt>
                <c:pt idx="17098">
                  <c:v>4.7217200000000004</c:v>
                </c:pt>
                <c:pt idx="17099">
                  <c:v>4.7220199999999997</c:v>
                </c:pt>
                <c:pt idx="17100">
                  <c:v>4.7223300000000004</c:v>
                </c:pt>
                <c:pt idx="17101">
                  <c:v>4.7226299999999997</c:v>
                </c:pt>
                <c:pt idx="17102">
                  <c:v>4.7229400000000004</c:v>
                </c:pt>
                <c:pt idx="17103">
                  <c:v>4.7232500000000002</c:v>
                </c:pt>
                <c:pt idx="17104">
                  <c:v>4.7235500000000004</c:v>
                </c:pt>
                <c:pt idx="17105">
                  <c:v>4.7238600000000002</c:v>
                </c:pt>
                <c:pt idx="17106">
                  <c:v>4.7241600000000004</c:v>
                </c:pt>
                <c:pt idx="17107">
                  <c:v>4.7244700000000002</c:v>
                </c:pt>
                <c:pt idx="17108">
                  <c:v>4.7247700000000004</c:v>
                </c:pt>
                <c:pt idx="17109">
                  <c:v>4.7250800000000002</c:v>
                </c:pt>
                <c:pt idx="17110">
                  <c:v>4.7253800000000004</c:v>
                </c:pt>
                <c:pt idx="17111">
                  <c:v>4.7256900000000002</c:v>
                </c:pt>
                <c:pt idx="17112">
                  <c:v>4.7259900000000004</c:v>
                </c:pt>
                <c:pt idx="17113">
                  <c:v>4.7263000000000002</c:v>
                </c:pt>
                <c:pt idx="17114">
                  <c:v>4.7266000000000004</c:v>
                </c:pt>
                <c:pt idx="17115">
                  <c:v>4.7269100000000002</c:v>
                </c:pt>
                <c:pt idx="17116">
                  <c:v>4.72722</c:v>
                </c:pt>
                <c:pt idx="17117">
                  <c:v>4.7275200000000002</c:v>
                </c:pt>
                <c:pt idx="17118">
                  <c:v>4.72783</c:v>
                </c:pt>
                <c:pt idx="17119">
                  <c:v>4.7281300000000002</c:v>
                </c:pt>
                <c:pt idx="17120">
                  <c:v>4.72844</c:v>
                </c:pt>
                <c:pt idx="17121">
                  <c:v>4.7287400000000002</c:v>
                </c:pt>
                <c:pt idx="17122">
                  <c:v>4.72905</c:v>
                </c:pt>
                <c:pt idx="17123">
                  <c:v>4.7293500000000002</c:v>
                </c:pt>
                <c:pt idx="17124">
                  <c:v>4.72966</c:v>
                </c:pt>
                <c:pt idx="17125">
                  <c:v>4.7299600000000002</c:v>
                </c:pt>
                <c:pt idx="17126">
                  <c:v>4.73027</c:v>
                </c:pt>
                <c:pt idx="17127">
                  <c:v>4.7305700000000002</c:v>
                </c:pt>
                <c:pt idx="17128">
                  <c:v>4.73088</c:v>
                </c:pt>
                <c:pt idx="17129">
                  <c:v>4.7311899999999998</c:v>
                </c:pt>
                <c:pt idx="17130">
                  <c:v>4.73149</c:v>
                </c:pt>
                <c:pt idx="17131">
                  <c:v>4.7317999999999998</c:v>
                </c:pt>
                <c:pt idx="17132">
                  <c:v>4.7321</c:v>
                </c:pt>
                <c:pt idx="17133">
                  <c:v>4.7324099999999998</c:v>
                </c:pt>
                <c:pt idx="17134">
                  <c:v>4.73271</c:v>
                </c:pt>
                <c:pt idx="17135">
                  <c:v>4.7330199999999998</c:v>
                </c:pt>
                <c:pt idx="17136">
                  <c:v>4.73332</c:v>
                </c:pt>
                <c:pt idx="17137">
                  <c:v>4.7336299999999998</c:v>
                </c:pt>
                <c:pt idx="17138">
                  <c:v>4.73393</c:v>
                </c:pt>
                <c:pt idx="17139">
                  <c:v>4.7342399999999998</c:v>
                </c:pt>
                <c:pt idx="17140">
                  <c:v>4.73454</c:v>
                </c:pt>
                <c:pt idx="17141">
                  <c:v>4.7348499999999998</c:v>
                </c:pt>
                <c:pt idx="17142">
                  <c:v>4.7351599999999996</c:v>
                </c:pt>
                <c:pt idx="17143">
                  <c:v>4.7354599999999998</c:v>
                </c:pt>
                <c:pt idx="17144">
                  <c:v>4.7357699999999996</c:v>
                </c:pt>
                <c:pt idx="17145">
                  <c:v>4.7360699999999998</c:v>
                </c:pt>
                <c:pt idx="17146">
                  <c:v>4.7363799999999996</c:v>
                </c:pt>
                <c:pt idx="17147">
                  <c:v>4.7366799999999998</c:v>
                </c:pt>
                <c:pt idx="17148">
                  <c:v>4.7369899999999996</c:v>
                </c:pt>
                <c:pt idx="17149">
                  <c:v>4.7372899999999998</c:v>
                </c:pt>
                <c:pt idx="17150">
                  <c:v>4.7375999999999996</c:v>
                </c:pt>
                <c:pt idx="17151">
                  <c:v>4.7378999999999998</c:v>
                </c:pt>
                <c:pt idx="17152">
                  <c:v>4.7382099999999996</c:v>
                </c:pt>
                <c:pt idx="17153">
                  <c:v>4.7385099999999998</c:v>
                </c:pt>
                <c:pt idx="17154">
                  <c:v>4.7388199999999996</c:v>
                </c:pt>
                <c:pt idx="17155">
                  <c:v>4.7391300000000003</c:v>
                </c:pt>
                <c:pt idx="17156">
                  <c:v>4.7394299999999996</c:v>
                </c:pt>
                <c:pt idx="17157">
                  <c:v>4.7397400000000003</c:v>
                </c:pt>
                <c:pt idx="17158">
                  <c:v>4.7400399999999996</c:v>
                </c:pt>
                <c:pt idx="17159">
                  <c:v>4.7403500000000003</c:v>
                </c:pt>
                <c:pt idx="17160">
                  <c:v>4.7406499999999996</c:v>
                </c:pt>
                <c:pt idx="17161">
                  <c:v>4.7409600000000003</c:v>
                </c:pt>
                <c:pt idx="17162">
                  <c:v>4.7412599999999996</c:v>
                </c:pt>
                <c:pt idx="17163">
                  <c:v>4.7415700000000003</c:v>
                </c:pt>
                <c:pt idx="17164">
                  <c:v>4.7418699999999996</c:v>
                </c:pt>
                <c:pt idx="17165">
                  <c:v>4.7421800000000003</c:v>
                </c:pt>
                <c:pt idx="17166">
                  <c:v>4.7424900000000001</c:v>
                </c:pt>
                <c:pt idx="17167">
                  <c:v>4.7427900000000003</c:v>
                </c:pt>
                <c:pt idx="17168">
                  <c:v>4.7431000000000001</c:v>
                </c:pt>
                <c:pt idx="17169">
                  <c:v>4.7434000000000003</c:v>
                </c:pt>
                <c:pt idx="17170">
                  <c:v>4.7437100000000001</c:v>
                </c:pt>
                <c:pt idx="17171">
                  <c:v>4.7440100000000003</c:v>
                </c:pt>
                <c:pt idx="17172">
                  <c:v>4.7443200000000001</c:v>
                </c:pt>
                <c:pt idx="17173">
                  <c:v>4.7446200000000003</c:v>
                </c:pt>
                <c:pt idx="17174">
                  <c:v>4.7449300000000001</c:v>
                </c:pt>
                <c:pt idx="17175">
                  <c:v>4.7452300000000003</c:v>
                </c:pt>
                <c:pt idx="17176">
                  <c:v>4.7455400000000001</c:v>
                </c:pt>
                <c:pt idx="17177">
                  <c:v>4.7458400000000003</c:v>
                </c:pt>
                <c:pt idx="17178">
                  <c:v>4.7461500000000001</c:v>
                </c:pt>
                <c:pt idx="17179">
                  <c:v>4.7464599999999999</c:v>
                </c:pt>
                <c:pt idx="17180">
                  <c:v>4.7467600000000001</c:v>
                </c:pt>
                <c:pt idx="17181">
                  <c:v>4.7470699999999999</c:v>
                </c:pt>
                <c:pt idx="17182">
                  <c:v>4.7473700000000001</c:v>
                </c:pt>
                <c:pt idx="17183">
                  <c:v>4.7476799999999999</c:v>
                </c:pt>
                <c:pt idx="17184">
                  <c:v>4.7479800000000001</c:v>
                </c:pt>
                <c:pt idx="17185">
                  <c:v>4.7482899999999999</c:v>
                </c:pt>
                <c:pt idx="17186">
                  <c:v>4.7485900000000001</c:v>
                </c:pt>
                <c:pt idx="17187">
                  <c:v>4.7488999999999999</c:v>
                </c:pt>
                <c:pt idx="17188">
                  <c:v>4.7492000000000001</c:v>
                </c:pt>
                <c:pt idx="17189">
                  <c:v>4.7495099999999999</c:v>
                </c:pt>
                <c:pt idx="17190">
                  <c:v>4.7498100000000001</c:v>
                </c:pt>
                <c:pt idx="17191">
                  <c:v>4.7501199999999999</c:v>
                </c:pt>
                <c:pt idx="17192">
                  <c:v>4.7504299999999997</c:v>
                </c:pt>
                <c:pt idx="17193">
                  <c:v>4.7507299999999999</c:v>
                </c:pt>
                <c:pt idx="17194">
                  <c:v>4.7510399999999997</c:v>
                </c:pt>
                <c:pt idx="17195">
                  <c:v>4.7513399999999999</c:v>
                </c:pt>
                <c:pt idx="17196">
                  <c:v>4.7516499999999997</c:v>
                </c:pt>
                <c:pt idx="17197">
                  <c:v>4.7519499999999999</c:v>
                </c:pt>
                <c:pt idx="17198">
                  <c:v>4.7522599999999997</c:v>
                </c:pt>
                <c:pt idx="17199">
                  <c:v>4.7525599999999999</c:v>
                </c:pt>
                <c:pt idx="17200">
                  <c:v>4.7528699999999997</c:v>
                </c:pt>
                <c:pt idx="17201">
                  <c:v>4.7531699999999999</c:v>
                </c:pt>
                <c:pt idx="17202">
                  <c:v>4.7534799999999997</c:v>
                </c:pt>
                <c:pt idx="17203">
                  <c:v>4.7537799999999999</c:v>
                </c:pt>
                <c:pt idx="17204">
                  <c:v>4.7540899999999997</c:v>
                </c:pt>
                <c:pt idx="17205">
                  <c:v>4.7544000000000004</c:v>
                </c:pt>
                <c:pt idx="17206">
                  <c:v>4.7546999999999997</c:v>
                </c:pt>
                <c:pt idx="17207">
                  <c:v>4.7550100000000004</c:v>
                </c:pt>
                <c:pt idx="17208">
                  <c:v>4.7553099999999997</c:v>
                </c:pt>
                <c:pt idx="17209">
                  <c:v>4.7556200000000004</c:v>
                </c:pt>
                <c:pt idx="17210">
                  <c:v>4.7559199999999997</c:v>
                </c:pt>
                <c:pt idx="17211">
                  <c:v>4.7562300000000004</c:v>
                </c:pt>
                <c:pt idx="17212">
                  <c:v>4.7565299999999997</c:v>
                </c:pt>
                <c:pt idx="17213">
                  <c:v>4.7568400000000004</c:v>
                </c:pt>
                <c:pt idx="17214">
                  <c:v>4.7571399999999997</c:v>
                </c:pt>
                <c:pt idx="17215">
                  <c:v>4.7574500000000004</c:v>
                </c:pt>
                <c:pt idx="17216">
                  <c:v>4.7577499999999997</c:v>
                </c:pt>
                <c:pt idx="17217">
                  <c:v>4.7580600000000004</c:v>
                </c:pt>
                <c:pt idx="17218">
                  <c:v>4.7583700000000002</c:v>
                </c:pt>
                <c:pt idx="17219">
                  <c:v>4.7586700000000004</c:v>
                </c:pt>
                <c:pt idx="17220">
                  <c:v>4.7589800000000002</c:v>
                </c:pt>
                <c:pt idx="17221">
                  <c:v>4.7592800000000004</c:v>
                </c:pt>
                <c:pt idx="17222">
                  <c:v>4.7595900000000002</c:v>
                </c:pt>
                <c:pt idx="17223">
                  <c:v>4.7598900000000004</c:v>
                </c:pt>
                <c:pt idx="17224">
                  <c:v>4.7602000000000002</c:v>
                </c:pt>
                <c:pt idx="17225">
                  <c:v>4.7605000000000004</c:v>
                </c:pt>
                <c:pt idx="17226">
                  <c:v>4.7608100000000002</c:v>
                </c:pt>
                <c:pt idx="17227">
                  <c:v>4.7611100000000004</c:v>
                </c:pt>
                <c:pt idx="17228">
                  <c:v>4.7614200000000002</c:v>
                </c:pt>
                <c:pt idx="17229">
                  <c:v>4.76173</c:v>
                </c:pt>
                <c:pt idx="17230">
                  <c:v>4.7620300000000002</c:v>
                </c:pt>
                <c:pt idx="17231">
                  <c:v>4.76234</c:v>
                </c:pt>
                <c:pt idx="17232">
                  <c:v>4.7626400000000002</c:v>
                </c:pt>
                <c:pt idx="17233">
                  <c:v>4.76295</c:v>
                </c:pt>
                <c:pt idx="17234">
                  <c:v>4.7632500000000002</c:v>
                </c:pt>
                <c:pt idx="17235">
                  <c:v>4.76356</c:v>
                </c:pt>
                <c:pt idx="17236">
                  <c:v>4.7638600000000002</c:v>
                </c:pt>
                <c:pt idx="17237">
                  <c:v>4.76417</c:v>
                </c:pt>
                <c:pt idx="17238">
                  <c:v>4.7644700000000002</c:v>
                </c:pt>
                <c:pt idx="17239">
                  <c:v>4.76478</c:v>
                </c:pt>
                <c:pt idx="17240">
                  <c:v>4.7650800000000002</c:v>
                </c:pt>
                <c:pt idx="17241">
                  <c:v>4.76539</c:v>
                </c:pt>
                <c:pt idx="17242">
                  <c:v>4.7656999999999998</c:v>
                </c:pt>
                <c:pt idx="17243">
                  <c:v>4.766</c:v>
                </c:pt>
                <c:pt idx="17244">
                  <c:v>4.7663099999999998</c:v>
                </c:pt>
                <c:pt idx="17245">
                  <c:v>4.76661</c:v>
                </c:pt>
                <c:pt idx="17246">
                  <c:v>4.7669199999999998</c:v>
                </c:pt>
                <c:pt idx="17247">
                  <c:v>4.76722</c:v>
                </c:pt>
                <c:pt idx="17248">
                  <c:v>4.7675299999999998</c:v>
                </c:pt>
                <c:pt idx="17249">
                  <c:v>4.76783</c:v>
                </c:pt>
                <c:pt idx="17250">
                  <c:v>4.7681399999999998</c:v>
                </c:pt>
                <c:pt idx="17251">
                  <c:v>4.76844</c:v>
                </c:pt>
                <c:pt idx="17252">
                  <c:v>4.7687499999999998</c:v>
                </c:pt>
                <c:pt idx="17253">
                  <c:v>4.76905</c:v>
                </c:pt>
                <c:pt idx="17254">
                  <c:v>4.7693599999999998</c:v>
                </c:pt>
                <c:pt idx="17255">
                  <c:v>4.7696699999999996</c:v>
                </c:pt>
                <c:pt idx="17256">
                  <c:v>4.7699699999999998</c:v>
                </c:pt>
                <c:pt idx="17257">
                  <c:v>4.7702799999999996</c:v>
                </c:pt>
                <c:pt idx="17258">
                  <c:v>4.7705799999999998</c:v>
                </c:pt>
                <c:pt idx="17259">
                  <c:v>4.7708899999999996</c:v>
                </c:pt>
                <c:pt idx="17260">
                  <c:v>4.7711899999999998</c:v>
                </c:pt>
                <c:pt idx="17261">
                  <c:v>4.7714999999999996</c:v>
                </c:pt>
                <c:pt idx="17262">
                  <c:v>4.7717999999999998</c:v>
                </c:pt>
                <c:pt idx="17263">
                  <c:v>4.7721099999999996</c:v>
                </c:pt>
                <c:pt idx="17264">
                  <c:v>4.7724099999999998</c:v>
                </c:pt>
                <c:pt idx="17265">
                  <c:v>4.7727199999999996</c:v>
                </c:pt>
                <c:pt idx="17266">
                  <c:v>4.7730199999999998</c:v>
                </c:pt>
                <c:pt idx="17267">
                  <c:v>4.7733299999999996</c:v>
                </c:pt>
                <c:pt idx="17268">
                  <c:v>4.7736400000000003</c:v>
                </c:pt>
                <c:pt idx="17269">
                  <c:v>4.7739399999999996</c:v>
                </c:pt>
                <c:pt idx="17270">
                  <c:v>4.7742500000000003</c:v>
                </c:pt>
                <c:pt idx="17271">
                  <c:v>4.7745499999999996</c:v>
                </c:pt>
                <c:pt idx="17272">
                  <c:v>4.7748600000000003</c:v>
                </c:pt>
                <c:pt idx="17273">
                  <c:v>4.7751599999999996</c:v>
                </c:pt>
                <c:pt idx="17274">
                  <c:v>4.7754700000000003</c:v>
                </c:pt>
                <c:pt idx="17275">
                  <c:v>4.7757699999999996</c:v>
                </c:pt>
                <c:pt idx="17276">
                  <c:v>4.7760800000000003</c:v>
                </c:pt>
                <c:pt idx="17277">
                  <c:v>4.7763799999999996</c:v>
                </c:pt>
                <c:pt idx="17278">
                  <c:v>4.7766900000000003</c:v>
                </c:pt>
                <c:pt idx="17279">
                  <c:v>4.7770000000000001</c:v>
                </c:pt>
                <c:pt idx="17280">
                  <c:v>4.7773000000000003</c:v>
                </c:pt>
                <c:pt idx="17281">
                  <c:v>4.7776100000000001</c:v>
                </c:pt>
                <c:pt idx="17282">
                  <c:v>4.7779100000000003</c:v>
                </c:pt>
                <c:pt idx="17283">
                  <c:v>4.7782200000000001</c:v>
                </c:pt>
                <c:pt idx="17284">
                  <c:v>4.7785200000000003</c:v>
                </c:pt>
                <c:pt idx="17285">
                  <c:v>4.7788300000000001</c:v>
                </c:pt>
                <c:pt idx="17286">
                  <c:v>4.7791300000000003</c:v>
                </c:pt>
                <c:pt idx="17287">
                  <c:v>4.7794400000000001</c:v>
                </c:pt>
                <c:pt idx="17288">
                  <c:v>4.7797400000000003</c:v>
                </c:pt>
                <c:pt idx="17289">
                  <c:v>4.7800500000000001</c:v>
                </c:pt>
                <c:pt idx="17290">
                  <c:v>4.7803500000000003</c:v>
                </c:pt>
                <c:pt idx="17291">
                  <c:v>4.7806600000000001</c:v>
                </c:pt>
                <c:pt idx="17292">
                  <c:v>4.7809699999999999</c:v>
                </c:pt>
                <c:pt idx="17293">
                  <c:v>4.7812700000000001</c:v>
                </c:pt>
                <c:pt idx="17294">
                  <c:v>4.7815799999999999</c:v>
                </c:pt>
                <c:pt idx="17295">
                  <c:v>4.7818800000000001</c:v>
                </c:pt>
                <c:pt idx="17296">
                  <c:v>4.7821899999999999</c:v>
                </c:pt>
                <c:pt idx="17297">
                  <c:v>4.7824900000000001</c:v>
                </c:pt>
                <c:pt idx="17298">
                  <c:v>4.7827999999999999</c:v>
                </c:pt>
                <c:pt idx="17299">
                  <c:v>4.7831000000000001</c:v>
                </c:pt>
                <c:pt idx="17300">
                  <c:v>4.7834099999999999</c:v>
                </c:pt>
                <c:pt idx="17301">
                  <c:v>4.7837100000000001</c:v>
                </c:pt>
                <c:pt idx="17302">
                  <c:v>4.7840199999999999</c:v>
                </c:pt>
                <c:pt idx="17303">
                  <c:v>4.7843200000000001</c:v>
                </c:pt>
                <c:pt idx="17304">
                  <c:v>4.7846299999999999</c:v>
                </c:pt>
                <c:pt idx="17305">
                  <c:v>4.7849399999999997</c:v>
                </c:pt>
                <c:pt idx="17306">
                  <c:v>4.7852399999999999</c:v>
                </c:pt>
                <c:pt idx="17307">
                  <c:v>4.7855499999999997</c:v>
                </c:pt>
                <c:pt idx="17308">
                  <c:v>4.7858499999999999</c:v>
                </c:pt>
                <c:pt idx="17309">
                  <c:v>4.7861599999999997</c:v>
                </c:pt>
                <c:pt idx="17310">
                  <c:v>4.7864599999999999</c:v>
                </c:pt>
                <c:pt idx="17311">
                  <c:v>4.7867699999999997</c:v>
                </c:pt>
                <c:pt idx="17312">
                  <c:v>4.7870699999999999</c:v>
                </c:pt>
                <c:pt idx="17313">
                  <c:v>4.7873799999999997</c:v>
                </c:pt>
                <c:pt idx="17314">
                  <c:v>4.7876799999999999</c:v>
                </c:pt>
                <c:pt idx="17315">
                  <c:v>4.7879899999999997</c:v>
                </c:pt>
                <c:pt idx="17316">
                  <c:v>4.7882899999999999</c:v>
                </c:pt>
                <c:pt idx="17317">
                  <c:v>4.7885999999999997</c:v>
                </c:pt>
                <c:pt idx="17318">
                  <c:v>4.7889099999999996</c:v>
                </c:pt>
                <c:pt idx="17319">
                  <c:v>4.7892099999999997</c:v>
                </c:pt>
                <c:pt idx="17320">
                  <c:v>4.7895200000000004</c:v>
                </c:pt>
                <c:pt idx="17321">
                  <c:v>4.7898199999999997</c:v>
                </c:pt>
                <c:pt idx="17322">
                  <c:v>4.7901300000000004</c:v>
                </c:pt>
                <c:pt idx="17323">
                  <c:v>4.7904299999999997</c:v>
                </c:pt>
                <c:pt idx="17324">
                  <c:v>4.7907400000000004</c:v>
                </c:pt>
                <c:pt idx="17325">
                  <c:v>4.7910399999999997</c:v>
                </c:pt>
                <c:pt idx="17326">
                  <c:v>4.7913500000000004</c:v>
                </c:pt>
                <c:pt idx="17327">
                  <c:v>4.7916499999999997</c:v>
                </c:pt>
                <c:pt idx="17328">
                  <c:v>4.7919600000000004</c:v>
                </c:pt>
                <c:pt idx="17329">
                  <c:v>4.7922599999999997</c:v>
                </c:pt>
                <c:pt idx="17330">
                  <c:v>4.7925700000000004</c:v>
                </c:pt>
                <c:pt idx="17331">
                  <c:v>4.7928800000000003</c:v>
                </c:pt>
                <c:pt idx="17332">
                  <c:v>4.7931800000000004</c:v>
                </c:pt>
                <c:pt idx="17333">
                  <c:v>4.7934900000000003</c:v>
                </c:pt>
                <c:pt idx="17334">
                  <c:v>4.7937900000000004</c:v>
                </c:pt>
                <c:pt idx="17335">
                  <c:v>4.7941000000000003</c:v>
                </c:pt>
                <c:pt idx="17336">
                  <c:v>4.7944000000000004</c:v>
                </c:pt>
                <c:pt idx="17337">
                  <c:v>4.7947100000000002</c:v>
                </c:pt>
                <c:pt idx="17338">
                  <c:v>4.7950100000000004</c:v>
                </c:pt>
                <c:pt idx="17339">
                  <c:v>4.7953200000000002</c:v>
                </c:pt>
                <c:pt idx="17340">
                  <c:v>4.7956200000000004</c:v>
                </c:pt>
                <c:pt idx="17341">
                  <c:v>4.7959300000000002</c:v>
                </c:pt>
                <c:pt idx="17342">
                  <c:v>4.7962400000000001</c:v>
                </c:pt>
                <c:pt idx="17343">
                  <c:v>4.7965400000000002</c:v>
                </c:pt>
                <c:pt idx="17344">
                  <c:v>4.7968500000000001</c:v>
                </c:pt>
                <c:pt idx="17345">
                  <c:v>4.7971500000000002</c:v>
                </c:pt>
                <c:pt idx="17346">
                  <c:v>4.7974600000000001</c:v>
                </c:pt>
                <c:pt idx="17347">
                  <c:v>4.7977600000000002</c:v>
                </c:pt>
                <c:pt idx="17348">
                  <c:v>4.7980700000000001</c:v>
                </c:pt>
                <c:pt idx="17349">
                  <c:v>4.7983700000000002</c:v>
                </c:pt>
                <c:pt idx="17350">
                  <c:v>4.7986800000000001</c:v>
                </c:pt>
                <c:pt idx="17351">
                  <c:v>4.7989800000000002</c:v>
                </c:pt>
                <c:pt idx="17352">
                  <c:v>4.7992900000000001</c:v>
                </c:pt>
                <c:pt idx="17353">
                  <c:v>4.7995900000000002</c:v>
                </c:pt>
                <c:pt idx="17354">
                  <c:v>4.7999000000000001</c:v>
                </c:pt>
                <c:pt idx="17355">
                  <c:v>4.8002099999999999</c:v>
                </c:pt>
                <c:pt idx="17356">
                  <c:v>4.8005100000000001</c:v>
                </c:pt>
                <c:pt idx="17357">
                  <c:v>4.8008199999999999</c:v>
                </c:pt>
                <c:pt idx="17358">
                  <c:v>4.8011200000000001</c:v>
                </c:pt>
                <c:pt idx="17359">
                  <c:v>4.8014299999999999</c:v>
                </c:pt>
                <c:pt idx="17360">
                  <c:v>4.8017300000000001</c:v>
                </c:pt>
                <c:pt idx="17361">
                  <c:v>4.8020399999999999</c:v>
                </c:pt>
                <c:pt idx="17362">
                  <c:v>4.8023400000000001</c:v>
                </c:pt>
                <c:pt idx="17363">
                  <c:v>4.8026499999999999</c:v>
                </c:pt>
                <c:pt idx="17364">
                  <c:v>4.8029500000000001</c:v>
                </c:pt>
                <c:pt idx="17365">
                  <c:v>4.8032599999999999</c:v>
                </c:pt>
                <c:pt idx="17366">
                  <c:v>4.8035600000000001</c:v>
                </c:pt>
                <c:pt idx="17367">
                  <c:v>4.8038699999999999</c:v>
                </c:pt>
                <c:pt idx="17368">
                  <c:v>4.8041799999999997</c:v>
                </c:pt>
                <c:pt idx="17369">
                  <c:v>4.8044799999999999</c:v>
                </c:pt>
                <c:pt idx="17370">
                  <c:v>4.8047899999999997</c:v>
                </c:pt>
                <c:pt idx="17371">
                  <c:v>4.8050899999999999</c:v>
                </c:pt>
                <c:pt idx="17372">
                  <c:v>4.8053999999999997</c:v>
                </c:pt>
                <c:pt idx="17373">
                  <c:v>4.8056999999999999</c:v>
                </c:pt>
                <c:pt idx="17374">
                  <c:v>4.8060099999999997</c:v>
                </c:pt>
                <c:pt idx="17375">
                  <c:v>4.8063099999999999</c:v>
                </c:pt>
                <c:pt idx="17376">
                  <c:v>4.8066199999999997</c:v>
                </c:pt>
                <c:pt idx="17377">
                  <c:v>4.8069199999999999</c:v>
                </c:pt>
                <c:pt idx="17378">
                  <c:v>4.8072299999999997</c:v>
                </c:pt>
                <c:pt idx="17379">
                  <c:v>4.8075299999999999</c:v>
                </c:pt>
                <c:pt idx="17380">
                  <c:v>4.8078399999999997</c:v>
                </c:pt>
                <c:pt idx="17381">
                  <c:v>4.8081500000000004</c:v>
                </c:pt>
                <c:pt idx="17382">
                  <c:v>4.8084499999999997</c:v>
                </c:pt>
                <c:pt idx="17383">
                  <c:v>4.8087600000000004</c:v>
                </c:pt>
                <c:pt idx="17384">
                  <c:v>4.8090599999999997</c:v>
                </c:pt>
                <c:pt idx="17385">
                  <c:v>4.8093700000000004</c:v>
                </c:pt>
                <c:pt idx="17386">
                  <c:v>4.8096699999999997</c:v>
                </c:pt>
                <c:pt idx="17387">
                  <c:v>4.8099800000000004</c:v>
                </c:pt>
                <c:pt idx="17388">
                  <c:v>4.8102799999999997</c:v>
                </c:pt>
                <c:pt idx="17389">
                  <c:v>4.8105900000000004</c:v>
                </c:pt>
                <c:pt idx="17390">
                  <c:v>4.8108899999999997</c:v>
                </c:pt>
                <c:pt idx="17391">
                  <c:v>4.8112000000000004</c:v>
                </c:pt>
                <c:pt idx="17392">
                  <c:v>4.8114999999999997</c:v>
                </c:pt>
                <c:pt idx="17393">
                  <c:v>4.8118100000000004</c:v>
                </c:pt>
                <c:pt idx="17394">
                  <c:v>4.8121200000000002</c:v>
                </c:pt>
                <c:pt idx="17395">
                  <c:v>4.8124200000000004</c:v>
                </c:pt>
                <c:pt idx="17396">
                  <c:v>4.8127300000000002</c:v>
                </c:pt>
                <c:pt idx="17397">
                  <c:v>4.8130300000000004</c:v>
                </c:pt>
                <c:pt idx="17398">
                  <c:v>4.8133400000000002</c:v>
                </c:pt>
                <c:pt idx="17399">
                  <c:v>4.8136400000000004</c:v>
                </c:pt>
                <c:pt idx="17400">
                  <c:v>4.8139500000000002</c:v>
                </c:pt>
                <c:pt idx="17401">
                  <c:v>4.8142500000000004</c:v>
                </c:pt>
                <c:pt idx="17402">
                  <c:v>4.8145600000000002</c:v>
                </c:pt>
                <c:pt idx="17403">
                  <c:v>4.8148600000000004</c:v>
                </c:pt>
                <c:pt idx="17404">
                  <c:v>4.8151700000000002</c:v>
                </c:pt>
                <c:pt idx="17405">
                  <c:v>4.81548</c:v>
                </c:pt>
                <c:pt idx="17406">
                  <c:v>4.8157800000000002</c:v>
                </c:pt>
                <c:pt idx="17407">
                  <c:v>4.81609</c:v>
                </c:pt>
                <c:pt idx="17408">
                  <c:v>4.8163900000000002</c:v>
                </c:pt>
                <c:pt idx="17409">
                  <c:v>4.8167</c:v>
                </c:pt>
                <c:pt idx="17410">
                  <c:v>4.8170000000000002</c:v>
                </c:pt>
                <c:pt idx="17411">
                  <c:v>4.81731</c:v>
                </c:pt>
                <c:pt idx="17412">
                  <c:v>4.8176100000000002</c:v>
                </c:pt>
                <c:pt idx="17413">
                  <c:v>4.81792</c:v>
                </c:pt>
                <c:pt idx="17414">
                  <c:v>4.8182200000000002</c:v>
                </c:pt>
                <c:pt idx="17415">
                  <c:v>4.81853</c:v>
                </c:pt>
                <c:pt idx="17416">
                  <c:v>4.8188300000000002</c:v>
                </c:pt>
                <c:pt idx="17417">
                  <c:v>4.81914</c:v>
                </c:pt>
                <c:pt idx="17418">
                  <c:v>4.8194499999999998</c:v>
                </c:pt>
                <c:pt idx="17419">
                  <c:v>4.81975</c:v>
                </c:pt>
                <c:pt idx="17420">
                  <c:v>4.8200599999999998</c:v>
                </c:pt>
                <c:pt idx="17421">
                  <c:v>4.82036</c:v>
                </c:pt>
                <c:pt idx="17422">
                  <c:v>4.8206699999999998</c:v>
                </c:pt>
                <c:pt idx="17423">
                  <c:v>4.82097</c:v>
                </c:pt>
                <c:pt idx="17424">
                  <c:v>4.8212799999999998</c:v>
                </c:pt>
                <c:pt idx="17425">
                  <c:v>4.82158</c:v>
                </c:pt>
                <c:pt idx="17426">
                  <c:v>4.8218899999999998</c:v>
                </c:pt>
                <c:pt idx="17427">
                  <c:v>4.82219</c:v>
                </c:pt>
                <c:pt idx="17428">
                  <c:v>4.8224999999999998</c:v>
                </c:pt>
                <c:pt idx="17429">
                  <c:v>4.8228</c:v>
                </c:pt>
                <c:pt idx="17430">
                  <c:v>4.8231099999999998</c:v>
                </c:pt>
                <c:pt idx="17431">
                  <c:v>4.8234199999999996</c:v>
                </c:pt>
                <c:pt idx="17432">
                  <c:v>4.8237199999999998</c:v>
                </c:pt>
                <c:pt idx="17433">
                  <c:v>4.8240299999999996</c:v>
                </c:pt>
                <c:pt idx="17434">
                  <c:v>4.8243299999999998</c:v>
                </c:pt>
                <c:pt idx="17435">
                  <c:v>4.8246399999999996</c:v>
                </c:pt>
                <c:pt idx="17436">
                  <c:v>4.8249399999999998</c:v>
                </c:pt>
                <c:pt idx="17437">
                  <c:v>4.8252499999999996</c:v>
                </c:pt>
                <c:pt idx="17438">
                  <c:v>4.8255499999999998</c:v>
                </c:pt>
                <c:pt idx="17439">
                  <c:v>4.8258599999999996</c:v>
                </c:pt>
                <c:pt idx="17440">
                  <c:v>4.8261599999999998</c:v>
                </c:pt>
                <c:pt idx="17441">
                  <c:v>4.8264699999999996</c:v>
                </c:pt>
                <c:pt idx="17442">
                  <c:v>4.8267699999999998</c:v>
                </c:pt>
                <c:pt idx="17443">
                  <c:v>4.8270799999999996</c:v>
                </c:pt>
                <c:pt idx="17444">
                  <c:v>4.8273900000000003</c:v>
                </c:pt>
                <c:pt idx="17445">
                  <c:v>4.8276899999999996</c:v>
                </c:pt>
                <c:pt idx="17446">
                  <c:v>4.8280000000000003</c:v>
                </c:pt>
                <c:pt idx="17447">
                  <c:v>4.8282999999999996</c:v>
                </c:pt>
                <c:pt idx="17448">
                  <c:v>4.8286100000000003</c:v>
                </c:pt>
                <c:pt idx="17449">
                  <c:v>4.8289099999999996</c:v>
                </c:pt>
                <c:pt idx="17450">
                  <c:v>4.8292200000000003</c:v>
                </c:pt>
                <c:pt idx="17451">
                  <c:v>4.8295199999999996</c:v>
                </c:pt>
                <c:pt idx="17452">
                  <c:v>4.8298300000000003</c:v>
                </c:pt>
                <c:pt idx="17453">
                  <c:v>4.8301299999999996</c:v>
                </c:pt>
                <c:pt idx="17454">
                  <c:v>4.8304400000000003</c:v>
                </c:pt>
                <c:pt idx="17455">
                  <c:v>4.8307399999999996</c:v>
                </c:pt>
                <c:pt idx="17456">
                  <c:v>4.8310500000000003</c:v>
                </c:pt>
                <c:pt idx="17457">
                  <c:v>4.8313600000000001</c:v>
                </c:pt>
                <c:pt idx="17458">
                  <c:v>4.8316600000000003</c:v>
                </c:pt>
                <c:pt idx="17459">
                  <c:v>4.8319700000000001</c:v>
                </c:pt>
                <c:pt idx="17460">
                  <c:v>4.8322700000000003</c:v>
                </c:pt>
                <c:pt idx="17461">
                  <c:v>4.8325800000000001</c:v>
                </c:pt>
                <c:pt idx="17462">
                  <c:v>4.8328800000000003</c:v>
                </c:pt>
                <c:pt idx="17463">
                  <c:v>4.8331900000000001</c:v>
                </c:pt>
                <c:pt idx="17464">
                  <c:v>4.8334900000000003</c:v>
                </c:pt>
                <c:pt idx="17465">
                  <c:v>4.8338000000000001</c:v>
                </c:pt>
                <c:pt idx="17466">
                  <c:v>4.8341000000000003</c:v>
                </c:pt>
                <c:pt idx="17467">
                  <c:v>4.8344100000000001</c:v>
                </c:pt>
                <c:pt idx="17468">
                  <c:v>4.8347199999999999</c:v>
                </c:pt>
                <c:pt idx="17469">
                  <c:v>4.8350200000000001</c:v>
                </c:pt>
                <c:pt idx="17470">
                  <c:v>4.8353299999999999</c:v>
                </c:pt>
                <c:pt idx="17471">
                  <c:v>4.8356300000000001</c:v>
                </c:pt>
                <c:pt idx="17472">
                  <c:v>4.8359399999999999</c:v>
                </c:pt>
                <c:pt idx="17473">
                  <c:v>4.8362400000000001</c:v>
                </c:pt>
                <c:pt idx="17474">
                  <c:v>4.8365499999999999</c:v>
                </c:pt>
                <c:pt idx="17475">
                  <c:v>4.8368500000000001</c:v>
                </c:pt>
                <c:pt idx="17476">
                  <c:v>4.8371599999999999</c:v>
                </c:pt>
                <c:pt idx="17477">
                  <c:v>4.8374600000000001</c:v>
                </c:pt>
                <c:pt idx="17478">
                  <c:v>4.8377699999999999</c:v>
                </c:pt>
                <c:pt idx="17479">
                  <c:v>4.8380700000000001</c:v>
                </c:pt>
                <c:pt idx="17480">
                  <c:v>4.8383799999999999</c:v>
                </c:pt>
                <c:pt idx="17481">
                  <c:v>4.8386899999999997</c:v>
                </c:pt>
                <c:pt idx="17482">
                  <c:v>4.8389899999999999</c:v>
                </c:pt>
                <c:pt idx="17483">
                  <c:v>4.8392999999999997</c:v>
                </c:pt>
                <c:pt idx="17484">
                  <c:v>4.8395999999999999</c:v>
                </c:pt>
                <c:pt idx="17485">
                  <c:v>4.8399099999999997</c:v>
                </c:pt>
                <c:pt idx="17486">
                  <c:v>4.8402099999999999</c:v>
                </c:pt>
                <c:pt idx="17487">
                  <c:v>4.8405199999999997</c:v>
                </c:pt>
                <c:pt idx="17488">
                  <c:v>4.8408199999999999</c:v>
                </c:pt>
                <c:pt idx="17489">
                  <c:v>4.8411299999999997</c:v>
                </c:pt>
                <c:pt idx="17490">
                  <c:v>4.8414299999999999</c:v>
                </c:pt>
                <c:pt idx="17491">
                  <c:v>4.8417399999999997</c:v>
                </c:pt>
                <c:pt idx="17492">
                  <c:v>4.8420399999999999</c:v>
                </c:pt>
                <c:pt idx="17493">
                  <c:v>4.8423499999999997</c:v>
                </c:pt>
                <c:pt idx="17494">
                  <c:v>4.8426600000000004</c:v>
                </c:pt>
                <c:pt idx="17495">
                  <c:v>4.8429599999999997</c:v>
                </c:pt>
                <c:pt idx="17496">
                  <c:v>4.8432700000000004</c:v>
                </c:pt>
                <c:pt idx="17497">
                  <c:v>4.8435699999999997</c:v>
                </c:pt>
                <c:pt idx="17498">
                  <c:v>4.8438800000000004</c:v>
                </c:pt>
                <c:pt idx="17499">
                  <c:v>4.8441799999999997</c:v>
                </c:pt>
                <c:pt idx="17500">
                  <c:v>4.8444900000000004</c:v>
                </c:pt>
                <c:pt idx="17501">
                  <c:v>4.8447899999999997</c:v>
                </c:pt>
                <c:pt idx="17502">
                  <c:v>4.8451000000000004</c:v>
                </c:pt>
                <c:pt idx="17503">
                  <c:v>4.8453999999999997</c:v>
                </c:pt>
                <c:pt idx="17504">
                  <c:v>4.8457100000000004</c:v>
                </c:pt>
                <c:pt idx="17505">
                  <c:v>4.8460099999999997</c:v>
                </c:pt>
                <c:pt idx="17506">
                  <c:v>4.8463200000000004</c:v>
                </c:pt>
                <c:pt idx="17507">
                  <c:v>4.8466300000000002</c:v>
                </c:pt>
                <c:pt idx="17508">
                  <c:v>4.8469300000000004</c:v>
                </c:pt>
                <c:pt idx="17509">
                  <c:v>4.8472400000000002</c:v>
                </c:pt>
                <c:pt idx="17510">
                  <c:v>4.8475400000000004</c:v>
                </c:pt>
                <c:pt idx="17511">
                  <c:v>4.8478500000000002</c:v>
                </c:pt>
                <c:pt idx="17512">
                  <c:v>4.8481500000000004</c:v>
                </c:pt>
                <c:pt idx="17513">
                  <c:v>4.8484600000000002</c:v>
                </c:pt>
                <c:pt idx="17514">
                  <c:v>4.8487600000000004</c:v>
                </c:pt>
                <c:pt idx="17515">
                  <c:v>4.8490700000000002</c:v>
                </c:pt>
                <c:pt idx="17516">
                  <c:v>4.8493700000000004</c:v>
                </c:pt>
                <c:pt idx="17517">
                  <c:v>4.8496800000000002</c:v>
                </c:pt>
                <c:pt idx="17518">
                  <c:v>4.84999</c:v>
                </c:pt>
                <c:pt idx="17519">
                  <c:v>4.8502900000000002</c:v>
                </c:pt>
                <c:pt idx="17520">
                  <c:v>4.8506</c:v>
                </c:pt>
                <c:pt idx="17521">
                  <c:v>4.8509000000000002</c:v>
                </c:pt>
                <c:pt idx="17522">
                  <c:v>4.85121</c:v>
                </c:pt>
                <c:pt idx="17523">
                  <c:v>4.8515100000000002</c:v>
                </c:pt>
                <c:pt idx="17524">
                  <c:v>4.85182</c:v>
                </c:pt>
                <c:pt idx="17525">
                  <c:v>4.8521200000000002</c:v>
                </c:pt>
                <c:pt idx="17526">
                  <c:v>4.85243</c:v>
                </c:pt>
                <c:pt idx="17527">
                  <c:v>4.8527300000000002</c:v>
                </c:pt>
                <c:pt idx="17528">
                  <c:v>4.85304</c:v>
                </c:pt>
                <c:pt idx="17529">
                  <c:v>4.8533400000000002</c:v>
                </c:pt>
                <c:pt idx="17530">
                  <c:v>4.85365</c:v>
                </c:pt>
                <c:pt idx="17531">
                  <c:v>4.8539599999999998</c:v>
                </c:pt>
                <c:pt idx="17532">
                  <c:v>4.85426</c:v>
                </c:pt>
                <c:pt idx="17533">
                  <c:v>4.8545699999999998</c:v>
                </c:pt>
                <c:pt idx="17534">
                  <c:v>4.85487</c:v>
                </c:pt>
                <c:pt idx="17535">
                  <c:v>4.8551799999999998</c:v>
                </c:pt>
                <c:pt idx="17536">
                  <c:v>4.85548</c:v>
                </c:pt>
                <c:pt idx="17537">
                  <c:v>4.8557899999999998</c:v>
                </c:pt>
                <c:pt idx="17538">
                  <c:v>4.85609</c:v>
                </c:pt>
                <c:pt idx="17539">
                  <c:v>4.8563999999999998</c:v>
                </c:pt>
                <c:pt idx="17540">
                  <c:v>4.8567</c:v>
                </c:pt>
                <c:pt idx="17541">
                  <c:v>4.8570099999999998</c:v>
                </c:pt>
                <c:pt idx="17542">
                  <c:v>4.85731</c:v>
                </c:pt>
                <c:pt idx="17543">
                  <c:v>4.8576199999999998</c:v>
                </c:pt>
                <c:pt idx="17544">
                  <c:v>4.8579299999999996</c:v>
                </c:pt>
                <c:pt idx="17545">
                  <c:v>4.8582299999999998</c:v>
                </c:pt>
                <c:pt idx="17546">
                  <c:v>4.8585399999999996</c:v>
                </c:pt>
                <c:pt idx="17547">
                  <c:v>4.8588399999999998</c:v>
                </c:pt>
                <c:pt idx="17548">
                  <c:v>4.8591499999999996</c:v>
                </c:pt>
                <c:pt idx="17549">
                  <c:v>4.8594499999999998</c:v>
                </c:pt>
                <c:pt idx="17550">
                  <c:v>4.8597599999999996</c:v>
                </c:pt>
                <c:pt idx="17551">
                  <c:v>4.8600599999999998</c:v>
                </c:pt>
                <c:pt idx="17552">
                  <c:v>4.8603699999999996</c:v>
                </c:pt>
                <c:pt idx="17553">
                  <c:v>4.8606699999999998</c:v>
                </c:pt>
                <c:pt idx="17554">
                  <c:v>4.8609799999999996</c:v>
                </c:pt>
                <c:pt idx="17555">
                  <c:v>4.8612799999999998</c:v>
                </c:pt>
                <c:pt idx="17556">
                  <c:v>4.8615899999999996</c:v>
                </c:pt>
                <c:pt idx="17557">
                  <c:v>4.8619000000000003</c:v>
                </c:pt>
                <c:pt idx="17558">
                  <c:v>4.8621999999999996</c:v>
                </c:pt>
                <c:pt idx="17559">
                  <c:v>4.8625100000000003</c:v>
                </c:pt>
                <c:pt idx="17560">
                  <c:v>4.8628099999999996</c:v>
                </c:pt>
                <c:pt idx="17561">
                  <c:v>4.8631200000000003</c:v>
                </c:pt>
                <c:pt idx="17562">
                  <c:v>4.8634199999999996</c:v>
                </c:pt>
                <c:pt idx="17563">
                  <c:v>4.8637300000000003</c:v>
                </c:pt>
                <c:pt idx="17564">
                  <c:v>4.8640299999999996</c:v>
                </c:pt>
                <c:pt idx="17565">
                  <c:v>4.8643400000000003</c:v>
                </c:pt>
                <c:pt idx="17566">
                  <c:v>4.8646399999999996</c:v>
                </c:pt>
                <c:pt idx="17567">
                  <c:v>4.8649500000000003</c:v>
                </c:pt>
                <c:pt idx="17568">
                  <c:v>4.8652499999999996</c:v>
                </c:pt>
                <c:pt idx="17569">
                  <c:v>4.8655600000000003</c:v>
                </c:pt>
                <c:pt idx="17570">
                  <c:v>4.8658700000000001</c:v>
                </c:pt>
                <c:pt idx="17571">
                  <c:v>4.8661700000000003</c:v>
                </c:pt>
                <c:pt idx="17572">
                  <c:v>4.8664800000000001</c:v>
                </c:pt>
                <c:pt idx="17573">
                  <c:v>4.8667800000000003</c:v>
                </c:pt>
                <c:pt idx="17574">
                  <c:v>4.8670900000000001</c:v>
                </c:pt>
                <c:pt idx="17575">
                  <c:v>4.8673900000000003</c:v>
                </c:pt>
                <c:pt idx="17576">
                  <c:v>4.8677000000000001</c:v>
                </c:pt>
                <c:pt idx="17577">
                  <c:v>4.8680000000000003</c:v>
                </c:pt>
                <c:pt idx="17578">
                  <c:v>4.8683100000000001</c:v>
                </c:pt>
                <c:pt idx="17579">
                  <c:v>4.8686100000000003</c:v>
                </c:pt>
                <c:pt idx="17580">
                  <c:v>4.8689200000000001</c:v>
                </c:pt>
                <c:pt idx="17581">
                  <c:v>4.8692299999999999</c:v>
                </c:pt>
                <c:pt idx="17582">
                  <c:v>4.8695300000000001</c:v>
                </c:pt>
                <c:pt idx="17583">
                  <c:v>4.8698399999999999</c:v>
                </c:pt>
                <c:pt idx="17584">
                  <c:v>4.8701400000000001</c:v>
                </c:pt>
                <c:pt idx="17585">
                  <c:v>4.8704499999999999</c:v>
                </c:pt>
                <c:pt idx="17586">
                  <c:v>4.8707500000000001</c:v>
                </c:pt>
                <c:pt idx="17587">
                  <c:v>4.8710599999999999</c:v>
                </c:pt>
                <c:pt idx="17588">
                  <c:v>4.8713600000000001</c:v>
                </c:pt>
                <c:pt idx="17589">
                  <c:v>4.8716699999999999</c:v>
                </c:pt>
                <c:pt idx="17590">
                  <c:v>4.8719700000000001</c:v>
                </c:pt>
                <c:pt idx="17591">
                  <c:v>4.8722799999999999</c:v>
                </c:pt>
                <c:pt idx="17592">
                  <c:v>4.8725800000000001</c:v>
                </c:pt>
                <c:pt idx="17593">
                  <c:v>4.8728899999999999</c:v>
                </c:pt>
                <c:pt idx="17594">
                  <c:v>4.8731999999999998</c:v>
                </c:pt>
                <c:pt idx="17595">
                  <c:v>4.8734999999999999</c:v>
                </c:pt>
                <c:pt idx="17596">
                  <c:v>4.8738099999999998</c:v>
                </c:pt>
                <c:pt idx="17597">
                  <c:v>4.8741099999999999</c:v>
                </c:pt>
                <c:pt idx="17598">
                  <c:v>4.8744199999999998</c:v>
                </c:pt>
                <c:pt idx="17599">
                  <c:v>4.8747199999999999</c:v>
                </c:pt>
                <c:pt idx="17600">
                  <c:v>4.8750299999999998</c:v>
                </c:pt>
                <c:pt idx="17601">
                  <c:v>4.8753299999999999</c:v>
                </c:pt>
                <c:pt idx="17602">
                  <c:v>4.8756399999999998</c:v>
                </c:pt>
                <c:pt idx="17603">
                  <c:v>4.8759399999999999</c:v>
                </c:pt>
                <c:pt idx="17604">
                  <c:v>4.8762499999999998</c:v>
                </c:pt>
                <c:pt idx="17605">
                  <c:v>4.8765499999999999</c:v>
                </c:pt>
                <c:pt idx="17606">
                  <c:v>4.8768599999999998</c:v>
                </c:pt>
                <c:pt idx="17607">
                  <c:v>4.8771699999999996</c:v>
                </c:pt>
                <c:pt idx="17608">
                  <c:v>4.8774699999999998</c:v>
                </c:pt>
                <c:pt idx="17609">
                  <c:v>4.8777799999999996</c:v>
                </c:pt>
                <c:pt idx="17610">
                  <c:v>4.8780799999999997</c:v>
                </c:pt>
                <c:pt idx="17611">
                  <c:v>4.8783899999999996</c:v>
                </c:pt>
                <c:pt idx="17612">
                  <c:v>4.8786899999999997</c:v>
                </c:pt>
                <c:pt idx="17613">
                  <c:v>4.8789999999999996</c:v>
                </c:pt>
                <c:pt idx="17614">
                  <c:v>4.8792999999999997</c:v>
                </c:pt>
                <c:pt idx="17615">
                  <c:v>4.8796099999999996</c:v>
                </c:pt>
                <c:pt idx="17616">
                  <c:v>4.8799099999999997</c:v>
                </c:pt>
                <c:pt idx="17617">
                  <c:v>4.8802199999999996</c:v>
                </c:pt>
                <c:pt idx="17618">
                  <c:v>4.8805199999999997</c:v>
                </c:pt>
                <c:pt idx="17619">
                  <c:v>4.8808299999999996</c:v>
                </c:pt>
                <c:pt idx="17620">
                  <c:v>4.8811400000000003</c:v>
                </c:pt>
                <c:pt idx="17621">
                  <c:v>4.8814399999999996</c:v>
                </c:pt>
                <c:pt idx="17622">
                  <c:v>4.8817500000000003</c:v>
                </c:pt>
                <c:pt idx="17623">
                  <c:v>4.8820499999999996</c:v>
                </c:pt>
                <c:pt idx="17624">
                  <c:v>4.8823600000000003</c:v>
                </c:pt>
                <c:pt idx="17625">
                  <c:v>4.8826599999999996</c:v>
                </c:pt>
                <c:pt idx="17626">
                  <c:v>4.8829700000000003</c:v>
                </c:pt>
                <c:pt idx="17627">
                  <c:v>4.8832700000000004</c:v>
                </c:pt>
                <c:pt idx="17628">
                  <c:v>4.8835800000000003</c:v>
                </c:pt>
                <c:pt idx="17629">
                  <c:v>4.8838800000000004</c:v>
                </c:pt>
                <c:pt idx="17630">
                  <c:v>4.8841900000000003</c:v>
                </c:pt>
                <c:pt idx="17631">
                  <c:v>4.8844900000000004</c:v>
                </c:pt>
                <c:pt idx="17632">
                  <c:v>4.8848000000000003</c:v>
                </c:pt>
                <c:pt idx="17633">
                  <c:v>4.8851100000000001</c:v>
                </c:pt>
                <c:pt idx="17634">
                  <c:v>4.8854100000000003</c:v>
                </c:pt>
                <c:pt idx="17635">
                  <c:v>4.8857200000000001</c:v>
                </c:pt>
                <c:pt idx="17636">
                  <c:v>4.8860200000000003</c:v>
                </c:pt>
                <c:pt idx="17637">
                  <c:v>4.8863300000000001</c:v>
                </c:pt>
                <c:pt idx="17638">
                  <c:v>4.8866300000000003</c:v>
                </c:pt>
                <c:pt idx="17639">
                  <c:v>4.8869400000000001</c:v>
                </c:pt>
                <c:pt idx="17640">
                  <c:v>4.8872400000000003</c:v>
                </c:pt>
                <c:pt idx="17641">
                  <c:v>4.8875500000000001</c:v>
                </c:pt>
                <c:pt idx="17642">
                  <c:v>4.8878500000000003</c:v>
                </c:pt>
                <c:pt idx="17643">
                  <c:v>4.8881600000000001</c:v>
                </c:pt>
                <c:pt idx="17644">
                  <c:v>4.8884699999999999</c:v>
                </c:pt>
                <c:pt idx="17645">
                  <c:v>4.8887700000000001</c:v>
                </c:pt>
                <c:pt idx="17646">
                  <c:v>4.8890799999999999</c:v>
                </c:pt>
                <c:pt idx="17647">
                  <c:v>4.8893800000000001</c:v>
                </c:pt>
                <c:pt idx="17648">
                  <c:v>4.8896899999999999</c:v>
                </c:pt>
                <c:pt idx="17649">
                  <c:v>4.8899900000000001</c:v>
                </c:pt>
                <c:pt idx="17650">
                  <c:v>4.8902999999999999</c:v>
                </c:pt>
                <c:pt idx="17651">
                  <c:v>4.8906000000000001</c:v>
                </c:pt>
                <c:pt idx="17652">
                  <c:v>4.8909099999999999</c:v>
                </c:pt>
                <c:pt idx="17653">
                  <c:v>4.8912100000000001</c:v>
                </c:pt>
                <c:pt idx="17654">
                  <c:v>4.8915199999999999</c:v>
                </c:pt>
                <c:pt idx="17655">
                  <c:v>4.8918200000000001</c:v>
                </c:pt>
                <c:pt idx="17656">
                  <c:v>4.8921299999999999</c:v>
                </c:pt>
                <c:pt idx="17657">
                  <c:v>4.8924399999999997</c:v>
                </c:pt>
                <c:pt idx="17658">
                  <c:v>4.8927399999999999</c:v>
                </c:pt>
                <c:pt idx="17659">
                  <c:v>4.8930499999999997</c:v>
                </c:pt>
                <c:pt idx="17660">
                  <c:v>4.8933499999999999</c:v>
                </c:pt>
                <c:pt idx="17661">
                  <c:v>4.8936599999999997</c:v>
                </c:pt>
                <c:pt idx="17662">
                  <c:v>4.8939599999999999</c:v>
                </c:pt>
                <c:pt idx="17663">
                  <c:v>4.8942699999999997</c:v>
                </c:pt>
                <c:pt idx="17664">
                  <c:v>4.8945699999999999</c:v>
                </c:pt>
                <c:pt idx="17665">
                  <c:v>4.8948799999999997</c:v>
                </c:pt>
                <c:pt idx="17666">
                  <c:v>4.8951799999999999</c:v>
                </c:pt>
                <c:pt idx="17667">
                  <c:v>4.8954899999999997</c:v>
                </c:pt>
                <c:pt idx="17668">
                  <c:v>4.8957899999999999</c:v>
                </c:pt>
                <c:pt idx="17669">
                  <c:v>4.8960999999999997</c:v>
                </c:pt>
                <c:pt idx="17670">
                  <c:v>4.8964100000000004</c:v>
                </c:pt>
                <c:pt idx="17671">
                  <c:v>4.8967099999999997</c:v>
                </c:pt>
                <c:pt idx="17672">
                  <c:v>4.8970200000000004</c:v>
                </c:pt>
                <c:pt idx="17673">
                  <c:v>4.8973199999999997</c:v>
                </c:pt>
                <c:pt idx="17674">
                  <c:v>4.8976300000000004</c:v>
                </c:pt>
                <c:pt idx="17675">
                  <c:v>4.8979299999999997</c:v>
                </c:pt>
                <c:pt idx="17676">
                  <c:v>4.8982400000000004</c:v>
                </c:pt>
                <c:pt idx="17677">
                  <c:v>4.8985399999999997</c:v>
                </c:pt>
                <c:pt idx="17678">
                  <c:v>4.8988500000000004</c:v>
                </c:pt>
                <c:pt idx="17679">
                  <c:v>4.8991499999999997</c:v>
                </c:pt>
                <c:pt idx="17680">
                  <c:v>4.8994600000000004</c:v>
                </c:pt>
                <c:pt idx="17681">
                  <c:v>4.8997599999999997</c:v>
                </c:pt>
                <c:pt idx="17682">
                  <c:v>4.9000700000000004</c:v>
                </c:pt>
                <c:pt idx="17683">
                  <c:v>4.9003800000000002</c:v>
                </c:pt>
                <c:pt idx="17684">
                  <c:v>4.9006800000000004</c:v>
                </c:pt>
                <c:pt idx="17685">
                  <c:v>4.9009900000000002</c:v>
                </c:pt>
                <c:pt idx="17686">
                  <c:v>4.9012900000000004</c:v>
                </c:pt>
                <c:pt idx="17687">
                  <c:v>4.9016000000000002</c:v>
                </c:pt>
                <c:pt idx="17688">
                  <c:v>4.9019000000000004</c:v>
                </c:pt>
                <c:pt idx="17689">
                  <c:v>4.9022100000000002</c:v>
                </c:pt>
                <c:pt idx="17690">
                  <c:v>4.9025100000000004</c:v>
                </c:pt>
                <c:pt idx="17691">
                  <c:v>4.9028200000000002</c:v>
                </c:pt>
                <c:pt idx="17692">
                  <c:v>4.9031200000000004</c:v>
                </c:pt>
                <c:pt idx="17693">
                  <c:v>4.9034300000000002</c:v>
                </c:pt>
                <c:pt idx="17694">
                  <c:v>4.90374</c:v>
                </c:pt>
                <c:pt idx="17695">
                  <c:v>4.9040400000000002</c:v>
                </c:pt>
                <c:pt idx="17696">
                  <c:v>4.90435</c:v>
                </c:pt>
                <c:pt idx="17697">
                  <c:v>4.9046500000000002</c:v>
                </c:pt>
                <c:pt idx="17698">
                  <c:v>4.90496</c:v>
                </c:pt>
                <c:pt idx="17699">
                  <c:v>4.9052600000000002</c:v>
                </c:pt>
                <c:pt idx="17700">
                  <c:v>4.90557</c:v>
                </c:pt>
                <c:pt idx="17701">
                  <c:v>4.9058700000000002</c:v>
                </c:pt>
                <c:pt idx="17702">
                  <c:v>4.90618</c:v>
                </c:pt>
                <c:pt idx="17703">
                  <c:v>4.9064800000000002</c:v>
                </c:pt>
                <c:pt idx="17704">
                  <c:v>4.90679</c:v>
                </c:pt>
                <c:pt idx="17705">
                  <c:v>4.9070900000000002</c:v>
                </c:pt>
                <c:pt idx="17706">
                  <c:v>4.9074</c:v>
                </c:pt>
                <c:pt idx="17707">
                  <c:v>4.9077099999999998</c:v>
                </c:pt>
                <c:pt idx="17708">
                  <c:v>4.90801</c:v>
                </c:pt>
                <c:pt idx="17709">
                  <c:v>4.9083199999999998</c:v>
                </c:pt>
                <c:pt idx="17710">
                  <c:v>4.90862</c:v>
                </c:pt>
                <c:pt idx="17711">
                  <c:v>4.9089299999999998</c:v>
                </c:pt>
                <c:pt idx="17712">
                  <c:v>4.90923</c:v>
                </c:pt>
                <c:pt idx="17713">
                  <c:v>4.9095399999999998</c:v>
                </c:pt>
                <c:pt idx="17714">
                  <c:v>4.90984</c:v>
                </c:pt>
                <c:pt idx="17715">
                  <c:v>4.9101499999999998</c:v>
                </c:pt>
                <c:pt idx="17716">
                  <c:v>4.91045</c:v>
                </c:pt>
                <c:pt idx="17717">
                  <c:v>4.9107599999999998</c:v>
                </c:pt>
                <c:pt idx="17718">
                  <c:v>4.91106</c:v>
                </c:pt>
                <c:pt idx="17719">
                  <c:v>4.9113699999999998</c:v>
                </c:pt>
                <c:pt idx="17720">
                  <c:v>4.9116799999999996</c:v>
                </c:pt>
                <c:pt idx="17721">
                  <c:v>4.9119799999999998</c:v>
                </c:pt>
                <c:pt idx="17722">
                  <c:v>4.9122899999999996</c:v>
                </c:pt>
                <c:pt idx="17723">
                  <c:v>4.9125899999999998</c:v>
                </c:pt>
                <c:pt idx="17724">
                  <c:v>4.9128999999999996</c:v>
                </c:pt>
                <c:pt idx="17725">
                  <c:v>4.9131999999999998</c:v>
                </c:pt>
                <c:pt idx="17726">
                  <c:v>4.9135099999999996</c:v>
                </c:pt>
                <c:pt idx="17727">
                  <c:v>4.9138099999999998</c:v>
                </c:pt>
                <c:pt idx="17728">
                  <c:v>4.9141199999999996</c:v>
                </c:pt>
                <c:pt idx="17729">
                  <c:v>4.9144199999999998</c:v>
                </c:pt>
                <c:pt idx="17730">
                  <c:v>4.9147299999999996</c:v>
                </c:pt>
                <c:pt idx="17731">
                  <c:v>4.9150299999999998</c:v>
                </c:pt>
                <c:pt idx="17732">
                  <c:v>4.9153399999999996</c:v>
                </c:pt>
                <c:pt idx="17733">
                  <c:v>4.9156500000000003</c:v>
                </c:pt>
                <c:pt idx="17734">
                  <c:v>4.9159499999999996</c:v>
                </c:pt>
                <c:pt idx="17735">
                  <c:v>4.9162600000000003</c:v>
                </c:pt>
                <c:pt idx="17736">
                  <c:v>4.9165599999999996</c:v>
                </c:pt>
                <c:pt idx="17737">
                  <c:v>4.9168700000000003</c:v>
                </c:pt>
                <c:pt idx="17738">
                  <c:v>4.9171699999999996</c:v>
                </c:pt>
                <c:pt idx="17739">
                  <c:v>4.9174800000000003</c:v>
                </c:pt>
                <c:pt idx="17740">
                  <c:v>4.9177799999999996</c:v>
                </c:pt>
                <c:pt idx="17741">
                  <c:v>4.9180900000000003</c:v>
                </c:pt>
                <c:pt idx="17742">
                  <c:v>4.9183899999999996</c:v>
                </c:pt>
                <c:pt idx="17743">
                  <c:v>4.9187000000000003</c:v>
                </c:pt>
                <c:pt idx="17744">
                  <c:v>4.9189999999999996</c:v>
                </c:pt>
                <c:pt idx="17745">
                  <c:v>4.9193100000000003</c:v>
                </c:pt>
                <c:pt idx="17746">
                  <c:v>4.9196200000000001</c:v>
                </c:pt>
                <c:pt idx="17747">
                  <c:v>4.9199200000000003</c:v>
                </c:pt>
                <c:pt idx="17748">
                  <c:v>4.9202300000000001</c:v>
                </c:pt>
                <c:pt idx="17749">
                  <c:v>4.9205300000000003</c:v>
                </c:pt>
                <c:pt idx="17750">
                  <c:v>4.9208400000000001</c:v>
                </c:pt>
                <c:pt idx="17751">
                  <c:v>4.9211400000000003</c:v>
                </c:pt>
                <c:pt idx="17752">
                  <c:v>4.9214500000000001</c:v>
                </c:pt>
                <c:pt idx="17753">
                  <c:v>4.9217500000000003</c:v>
                </c:pt>
                <c:pt idx="17754">
                  <c:v>4.9220600000000001</c:v>
                </c:pt>
                <c:pt idx="17755">
                  <c:v>4.9223600000000003</c:v>
                </c:pt>
                <c:pt idx="17756">
                  <c:v>4.9226700000000001</c:v>
                </c:pt>
                <c:pt idx="17757">
                  <c:v>4.9229799999999999</c:v>
                </c:pt>
                <c:pt idx="17758">
                  <c:v>4.9232800000000001</c:v>
                </c:pt>
                <c:pt idx="17759">
                  <c:v>4.9235899999999999</c:v>
                </c:pt>
                <c:pt idx="17760">
                  <c:v>4.9238900000000001</c:v>
                </c:pt>
                <c:pt idx="17761">
                  <c:v>4.9241999999999999</c:v>
                </c:pt>
                <c:pt idx="17762">
                  <c:v>4.9245000000000001</c:v>
                </c:pt>
                <c:pt idx="17763">
                  <c:v>4.9248099999999999</c:v>
                </c:pt>
                <c:pt idx="17764">
                  <c:v>4.9251100000000001</c:v>
                </c:pt>
                <c:pt idx="17765">
                  <c:v>4.9254199999999999</c:v>
                </c:pt>
                <c:pt idx="17766">
                  <c:v>4.9257200000000001</c:v>
                </c:pt>
                <c:pt idx="17767">
                  <c:v>4.9260299999999999</c:v>
                </c:pt>
                <c:pt idx="17768">
                  <c:v>4.9263300000000001</c:v>
                </c:pt>
                <c:pt idx="17769">
                  <c:v>4.9266399999999999</c:v>
                </c:pt>
                <c:pt idx="17770">
                  <c:v>4.9269499999999997</c:v>
                </c:pt>
                <c:pt idx="17771">
                  <c:v>4.9272499999999999</c:v>
                </c:pt>
                <c:pt idx="17772">
                  <c:v>4.9275599999999997</c:v>
                </c:pt>
                <c:pt idx="17773">
                  <c:v>4.9278599999999999</c:v>
                </c:pt>
                <c:pt idx="17774">
                  <c:v>4.9281699999999997</c:v>
                </c:pt>
                <c:pt idx="17775">
                  <c:v>4.9284699999999999</c:v>
                </c:pt>
                <c:pt idx="17776">
                  <c:v>4.9287799999999997</c:v>
                </c:pt>
                <c:pt idx="17777">
                  <c:v>4.9290799999999999</c:v>
                </c:pt>
                <c:pt idx="17778">
                  <c:v>4.9293899999999997</c:v>
                </c:pt>
                <c:pt idx="17779">
                  <c:v>4.9296899999999999</c:v>
                </c:pt>
                <c:pt idx="17780">
                  <c:v>4.93</c:v>
                </c:pt>
                <c:pt idx="17781">
                  <c:v>4.9302999999999999</c:v>
                </c:pt>
                <c:pt idx="17782">
                  <c:v>4.9306099999999997</c:v>
                </c:pt>
                <c:pt idx="17783">
                  <c:v>4.9309200000000004</c:v>
                </c:pt>
                <c:pt idx="17784">
                  <c:v>4.9312199999999997</c:v>
                </c:pt>
                <c:pt idx="17785">
                  <c:v>4.9315300000000004</c:v>
                </c:pt>
                <c:pt idx="17786">
                  <c:v>4.9318299999999997</c:v>
                </c:pt>
                <c:pt idx="17787">
                  <c:v>4.9321400000000004</c:v>
                </c:pt>
                <c:pt idx="17788">
                  <c:v>4.9324399999999997</c:v>
                </c:pt>
                <c:pt idx="17789">
                  <c:v>4.9327500000000004</c:v>
                </c:pt>
                <c:pt idx="17790">
                  <c:v>4.9330499999999997</c:v>
                </c:pt>
                <c:pt idx="17791">
                  <c:v>4.9333600000000004</c:v>
                </c:pt>
                <c:pt idx="17792">
                  <c:v>4.9336599999999997</c:v>
                </c:pt>
                <c:pt idx="17793">
                  <c:v>4.9339700000000004</c:v>
                </c:pt>
                <c:pt idx="17794">
                  <c:v>4.9342699999999997</c:v>
                </c:pt>
                <c:pt idx="17795">
                  <c:v>4.9345800000000004</c:v>
                </c:pt>
                <c:pt idx="17796">
                  <c:v>4.9348900000000002</c:v>
                </c:pt>
                <c:pt idx="17797">
                  <c:v>4.9351900000000004</c:v>
                </c:pt>
                <c:pt idx="17798">
                  <c:v>4.9355000000000002</c:v>
                </c:pt>
                <c:pt idx="17799">
                  <c:v>4.9358000000000004</c:v>
                </c:pt>
                <c:pt idx="17800">
                  <c:v>4.9361100000000002</c:v>
                </c:pt>
                <c:pt idx="17801">
                  <c:v>4.9364100000000004</c:v>
                </c:pt>
                <c:pt idx="17802">
                  <c:v>4.9367200000000002</c:v>
                </c:pt>
                <c:pt idx="17803">
                  <c:v>4.9370200000000004</c:v>
                </c:pt>
                <c:pt idx="17804">
                  <c:v>4.9373300000000002</c:v>
                </c:pt>
                <c:pt idx="17805">
                  <c:v>4.9376300000000004</c:v>
                </c:pt>
                <c:pt idx="17806">
                  <c:v>4.9379400000000002</c:v>
                </c:pt>
                <c:pt idx="17807">
                  <c:v>4.9382400000000004</c:v>
                </c:pt>
                <c:pt idx="17808">
                  <c:v>4.9385500000000002</c:v>
                </c:pt>
                <c:pt idx="17809">
                  <c:v>4.93886</c:v>
                </c:pt>
                <c:pt idx="17810">
                  <c:v>4.9391600000000002</c:v>
                </c:pt>
                <c:pt idx="17811">
                  <c:v>4.93947</c:v>
                </c:pt>
                <c:pt idx="17812">
                  <c:v>4.9397700000000002</c:v>
                </c:pt>
                <c:pt idx="17813">
                  <c:v>4.94008</c:v>
                </c:pt>
                <c:pt idx="17814">
                  <c:v>4.9403800000000002</c:v>
                </c:pt>
                <c:pt idx="17815">
                  <c:v>4.94069</c:v>
                </c:pt>
                <c:pt idx="17816">
                  <c:v>4.9409900000000002</c:v>
                </c:pt>
                <c:pt idx="17817">
                  <c:v>4.9413</c:v>
                </c:pt>
                <c:pt idx="17818">
                  <c:v>4.9416000000000002</c:v>
                </c:pt>
                <c:pt idx="17819">
                  <c:v>4.94191</c:v>
                </c:pt>
                <c:pt idx="17820">
                  <c:v>4.9422199999999998</c:v>
                </c:pt>
                <c:pt idx="17821">
                  <c:v>4.94252</c:v>
                </c:pt>
                <c:pt idx="17822">
                  <c:v>4.9428299999999998</c:v>
                </c:pt>
                <c:pt idx="17823">
                  <c:v>4.94313</c:v>
                </c:pt>
                <c:pt idx="17824">
                  <c:v>4.9434399999999998</c:v>
                </c:pt>
                <c:pt idx="17825">
                  <c:v>4.94374</c:v>
                </c:pt>
                <c:pt idx="17826">
                  <c:v>4.9440499999999998</c:v>
                </c:pt>
                <c:pt idx="17827">
                  <c:v>4.94435</c:v>
                </c:pt>
                <c:pt idx="17828">
                  <c:v>4.9446599999999998</c:v>
                </c:pt>
                <c:pt idx="17829">
                  <c:v>4.94496</c:v>
                </c:pt>
                <c:pt idx="17830">
                  <c:v>4.9452699999999998</c:v>
                </c:pt>
                <c:pt idx="17831">
                  <c:v>4.94557</c:v>
                </c:pt>
                <c:pt idx="17832">
                  <c:v>4.9458799999999998</c:v>
                </c:pt>
                <c:pt idx="17833">
                  <c:v>4.9461899999999996</c:v>
                </c:pt>
                <c:pt idx="17834">
                  <c:v>4.9464899999999998</c:v>
                </c:pt>
                <c:pt idx="17835">
                  <c:v>4.9467999999999996</c:v>
                </c:pt>
                <c:pt idx="17836">
                  <c:v>4.9470999999999998</c:v>
                </c:pt>
                <c:pt idx="17837">
                  <c:v>4.9474099999999996</c:v>
                </c:pt>
                <c:pt idx="17838">
                  <c:v>4.9477099999999998</c:v>
                </c:pt>
                <c:pt idx="17839">
                  <c:v>4.9480199999999996</c:v>
                </c:pt>
                <c:pt idx="17840">
                  <c:v>4.9483199999999998</c:v>
                </c:pt>
                <c:pt idx="17841">
                  <c:v>4.9486299999999996</c:v>
                </c:pt>
                <c:pt idx="17842">
                  <c:v>4.9489299999999998</c:v>
                </c:pt>
                <c:pt idx="17843">
                  <c:v>4.9492399999999996</c:v>
                </c:pt>
                <c:pt idx="17844">
                  <c:v>4.9495399999999998</c:v>
                </c:pt>
                <c:pt idx="17845">
                  <c:v>4.9498499999999996</c:v>
                </c:pt>
                <c:pt idx="17846">
                  <c:v>4.9501600000000003</c:v>
                </c:pt>
                <c:pt idx="17847">
                  <c:v>4.9504599999999996</c:v>
                </c:pt>
                <c:pt idx="17848">
                  <c:v>4.9507700000000003</c:v>
                </c:pt>
                <c:pt idx="17849">
                  <c:v>4.9510699999999996</c:v>
                </c:pt>
                <c:pt idx="17850">
                  <c:v>4.9513800000000003</c:v>
                </c:pt>
                <c:pt idx="17851">
                  <c:v>4.9516799999999996</c:v>
                </c:pt>
                <c:pt idx="17852">
                  <c:v>4.9519900000000003</c:v>
                </c:pt>
                <c:pt idx="17853">
                  <c:v>4.9522899999999996</c:v>
                </c:pt>
                <c:pt idx="17854">
                  <c:v>4.9526000000000003</c:v>
                </c:pt>
                <c:pt idx="17855">
                  <c:v>4.9528999999999996</c:v>
                </c:pt>
                <c:pt idx="17856">
                  <c:v>4.9532100000000003</c:v>
                </c:pt>
                <c:pt idx="17857">
                  <c:v>4.9535099999999996</c:v>
                </c:pt>
                <c:pt idx="17858">
                  <c:v>4.9538200000000003</c:v>
                </c:pt>
                <c:pt idx="17859">
                  <c:v>4.9541300000000001</c:v>
                </c:pt>
                <c:pt idx="17860">
                  <c:v>4.9544300000000003</c:v>
                </c:pt>
                <c:pt idx="17861">
                  <c:v>4.9547400000000001</c:v>
                </c:pt>
                <c:pt idx="17862">
                  <c:v>4.9550400000000003</c:v>
                </c:pt>
                <c:pt idx="17863">
                  <c:v>4.9553500000000001</c:v>
                </c:pt>
                <c:pt idx="17864">
                  <c:v>4.9556500000000003</c:v>
                </c:pt>
                <c:pt idx="17865">
                  <c:v>4.9559600000000001</c:v>
                </c:pt>
                <c:pt idx="17866">
                  <c:v>4.9562600000000003</c:v>
                </c:pt>
                <c:pt idx="17867">
                  <c:v>4.9565700000000001</c:v>
                </c:pt>
                <c:pt idx="17868">
                  <c:v>4.9568700000000003</c:v>
                </c:pt>
                <c:pt idx="17869">
                  <c:v>4.9571800000000001</c:v>
                </c:pt>
                <c:pt idx="17870">
                  <c:v>4.95749</c:v>
                </c:pt>
                <c:pt idx="17871">
                  <c:v>4.9577900000000001</c:v>
                </c:pt>
                <c:pt idx="17872">
                  <c:v>4.9581</c:v>
                </c:pt>
                <c:pt idx="17873">
                  <c:v>4.9584000000000001</c:v>
                </c:pt>
                <c:pt idx="17874">
                  <c:v>4.95871</c:v>
                </c:pt>
                <c:pt idx="17875">
                  <c:v>4.9590100000000001</c:v>
                </c:pt>
                <c:pt idx="17876">
                  <c:v>4.95932</c:v>
                </c:pt>
                <c:pt idx="17877">
                  <c:v>4.9596200000000001</c:v>
                </c:pt>
                <c:pt idx="17878">
                  <c:v>4.9599299999999999</c:v>
                </c:pt>
                <c:pt idx="17879">
                  <c:v>4.9602300000000001</c:v>
                </c:pt>
                <c:pt idx="17880">
                  <c:v>4.9605399999999999</c:v>
                </c:pt>
                <c:pt idx="17881">
                  <c:v>4.9608400000000001</c:v>
                </c:pt>
                <c:pt idx="17882">
                  <c:v>4.9611499999999999</c:v>
                </c:pt>
                <c:pt idx="17883">
                  <c:v>4.9614599999999998</c:v>
                </c:pt>
                <c:pt idx="17884">
                  <c:v>4.9617599999999999</c:v>
                </c:pt>
                <c:pt idx="17885">
                  <c:v>4.9620699999999998</c:v>
                </c:pt>
                <c:pt idx="17886">
                  <c:v>4.9623699999999999</c:v>
                </c:pt>
                <c:pt idx="17887">
                  <c:v>4.9626799999999998</c:v>
                </c:pt>
                <c:pt idx="17888">
                  <c:v>4.9629799999999999</c:v>
                </c:pt>
                <c:pt idx="17889">
                  <c:v>4.9632899999999998</c:v>
                </c:pt>
                <c:pt idx="17890">
                  <c:v>4.9635899999999999</c:v>
                </c:pt>
                <c:pt idx="17891">
                  <c:v>4.9638999999999998</c:v>
                </c:pt>
                <c:pt idx="17892">
                  <c:v>4.9641999999999999</c:v>
                </c:pt>
                <c:pt idx="17893">
                  <c:v>4.9645099999999998</c:v>
                </c:pt>
                <c:pt idx="17894">
                  <c:v>4.9648099999999999</c:v>
                </c:pt>
                <c:pt idx="17895">
                  <c:v>4.9651199999999998</c:v>
                </c:pt>
                <c:pt idx="17896">
                  <c:v>4.9654299999999996</c:v>
                </c:pt>
                <c:pt idx="17897">
                  <c:v>4.9657299999999998</c:v>
                </c:pt>
                <c:pt idx="17898">
                  <c:v>4.9660399999999996</c:v>
                </c:pt>
                <c:pt idx="17899">
                  <c:v>4.9663399999999998</c:v>
                </c:pt>
                <c:pt idx="17900">
                  <c:v>4.9666499999999996</c:v>
                </c:pt>
                <c:pt idx="17901">
                  <c:v>4.9669499999999998</c:v>
                </c:pt>
                <c:pt idx="17902">
                  <c:v>4.9672599999999996</c:v>
                </c:pt>
                <c:pt idx="17903">
                  <c:v>4.9675599999999998</c:v>
                </c:pt>
                <c:pt idx="17904">
                  <c:v>4.9678699999999996</c:v>
                </c:pt>
                <c:pt idx="17905">
                  <c:v>4.9681699999999998</c:v>
                </c:pt>
                <c:pt idx="17906">
                  <c:v>4.9684799999999996</c:v>
                </c:pt>
                <c:pt idx="17907">
                  <c:v>4.9687799999999998</c:v>
                </c:pt>
                <c:pt idx="17908">
                  <c:v>4.9690899999999996</c:v>
                </c:pt>
                <c:pt idx="17909">
                  <c:v>4.9694000000000003</c:v>
                </c:pt>
                <c:pt idx="17910">
                  <c:v>4.9696999999999996</c:v>
                </c:pt>
                <c:pt idx="17911">
                  <c:v>4.9700100000000003</c:v>
                </c:pt>
                <c:pt idx="17912">
                  <c:v>4.9703099999999996</c:v>
                </c:pt>
                <c:pt idx="17913">
                  <c:v>4.9706200000000003</c:v>
                </c:pt>
                <c:pt idx="17914">
                  <c:v>4.9709199999999996</c:v>
                </c:pt>
                <c:pt idx="17915">
                  <c:v>4.9712300000000003</c:v>
                </c:pt>
                <c:pt idx="17916">
                  <c:v>4.9715299999999996</c:v>
                </c:pt>
                <c:pt idx="17917">
                  <c:v>4.9718400000000003</c:v>
                </c:pt>
                <c:pt idx="17918">
                  <c:v>4.9721399999999996</c:v>
                </c:pt>
                <c:pt idx="17919">
                  <c:v>4.9724500000000003</c:v>
                </c:pt>
                <c:pt idx="17920">
                  <c:v>4.9727499999999996</c:v>
                </c:pt>
                <c:pt idx="17921">
                  <c:v>4.9730600000000003</c:v>
                </c:pt>
                <c:pt idx="17922">
                  <c:v>4.9733700000000001</c:v>
                </c:pt>
                <c:pt idx="17923">
                  <c:v>4.9736700000000003</c:v>
                </c:pt>
                <c:pt idx="17924">
                  <c:v>4.9739800000000001</c:v>
                </c:pt>
                <c:pt idx="17925">
                  <c:v>4.9742800000000003</c:v>
                </c:pt>
                <c:pt idx="17926">
                  <c:v>4.9745900000000001</c:v>
                </c:pt>
                <c:pt idx="17927">
                  <c:v>4.9748900000000003</c:v>
                </c:pt>
                <c:pt idx="17928">
                  <c:v>4.9752000000000001</c:v>
                </c:pt>
                <c:pt idx="17929">
                  <c:v>4.9755000000000003</c:v>
                </c:pt>
                <c:pt idx="17930">
                  <c:v>4.9758100000000001</c:v>
                </c:pt>
                <c:pt idx="17931">
                  <c:v>4.9761100000000003</c:v>
                </c:pt>
                <c:pt idx="17932">
                  <c:v>4.9764200000000001</c:v>
                </c:pt>
                <c:pt idx="17933">
                  <c:v>4.9767299999999999</c:v>
                </c:pt>
                <c:pt idx="17934">
                  <c:v>4.9770300000000001</c:v>
                </c:pt>
                <c:pt idx="17935">
                  <c:v>4.9773399999999999</c:v>
                </c:pt>
                <c:pt idx="17936">
                  <c:v>4.9776400000000001</c:v>
                </c:pt>
                <c:pt idx="17937">
                  <c:v>4.9779499999999999</c:v>
                </c:pt>
                <c:pt idx="17938">
                  <c:v>4.9782500000000001</c:v>
                </c:pt>
                <c:pt idx="17939">
                  <c:v>4.9785599999999999</c:v>
                </c:pt>
                <c:pt idx="17940">
                  <c:v>4.9788600000000001</c:v>
                </c:pt>
                <c:pt idx="17941">
                  <c:v>4.9791699999999999</c:v>
                </c:pt>
                <c:pt idx="17942">
                  <c:v>4.9794700000000001</c:v>
                </c:pt>
                <c:pt idx="17943">
                  <c:v>4.9797799999999999</c:v>
                </c:pt>
                <c:pt idx="17944">
                  <c:v>4.9800800000000001</c:v>
                </c:pt>
                <c:pt idx="17945">
                  <c:v>4.9803899999999999</c:v>
                </c:pt>
                <c:pt idx="17946">
                  <c:v>4.9806999999999997</c:v>
                </c:pt>
                <c:pt idx="17947">
                  <c:v>4.9809999999999999</c:v>
                </c:pt>
                <c:pt idx="17948">
                  <c:v>4.9813099999999997</c:v>
                </c:pt>
                <c:pt idx="17949">
                  <c:v>4.9816099999999999</c:v>
                </c:pt>
                <c:pt idx="17950">
                  <c:v>4.9819199999999997</c:v>
                </c:pt>
                <c:pt idx="17951">
                  <c:v>4.9822199999999999</c:v>
                </c:pt>
                <c:pt idx="17952">
                  <c:v>4.9825299999999997</c:v>
                </c:pt>
                <c:pt idx="17953">
                  <c:v>4.9828299999999999</c:v>
                </c:pt>
                <c:pt idx="17954">
                  <c:v>4.9831399999999997</c:v>
                </c:pt>
                <c:pt idx="17955">
                  <c:v>4.9834399999999999</c:v>
                </c:pt>
                <c:pt idx="17956">
                  <c:v>4.9837499999999997</c:v>
                </c:pt>
                <c:pt idx="17957">
                  <c:v>4.9840499999999999</c:v>
                </c:pt>
                <c:pt idx="17958">
                  <c:v>4.9843599999999997</c:v>
                </c:pt>
                <c:pt idx="17959">
                  <c:v>4.9846700000000004</c:v>
                </c:pt>
                <c:pt idx="17960">
                  <c:v>4.9849699999999997</c:v>
                </c:pt>
                <c:pt idx="17961">
                  <c:v>4.9852800000000004</c:v>
                </c:pt>
                <c:pt idx="17962">
                  <c:v>4.9855799999999997</c:v>
                </c:pt>
                <c:pt idx="17963">
                  <c:v>4.9858900000000004</c:v>
                </c:pt>
                <c:pt idx="17964">
                  <c:v>4.9861899999999997</c:v>
                </c:pt>
                <c:pt idx="17965">
                  <c:v>4.9865000000000004</c:v>
                </c:pt>
                <c:pt idx="17966">
                  <c:v>4.9867999999999997</c:v>
                </c:pt>
                <c:pt idx="17967">
                  <c:v>4.9871100000000004</c:v>
                </c:pt>
                <c:pt idx="17968">
                  <c:v>4.9874099999999997</c:v>
                </c:pt>
                <c:pt idx="17969">
                  <c:v>4.9877200000000004</c:v>
                </c:pt>
                <c:pt idx="17970">
                  <c:v>4.9880199999999997</c:v>
                </c:pt>
                <c:pt idx="17971">
                  <c:v>4.9883300000000004</c:v>
                </c:pt>
                <c:pt idx="17972">
                  <c:v>4.9886400000000002</c:v>
                </c:pt>
                <c:pt idx="17973">
                  <c:v>4.9889400000000004</c:v>
                </c:pt>
                <c:pt idx="17974">
                  <c:v>4.9892500000000002</c:v>
                </c:pt>
                <c:pt idx="17975">
                  <c:v>4.9895500000000004</c:v>
                </c:pt>
                <c:pt idx="17976">
                  <c:v>4.9898600000000002</c:v>
                </c:pt>
                <c:pt idx="17977">
                  <c:v>4.9901600000000004</c:v>
                </c:pt>
                <c:pt idx="17978">
                  <c:v>4.9904700000000002</c:v>
                </c:pt>
                <c:pt idx="17979">
                  <c:v>4.9907700000000004</c:v>
                </c:pt>
                <c:pt idx="17980">
                  <c:v>4.9910800000000002</c:v>
                </c:pt>
                <c:pt idx="17981">
                  <c:v>4.9913800000000004</c:v>
                </c:pt>
                <c:pt idx="17982">
                  <c:v>4.9916900000000002</c:v>
                </c:pt>
                <c:pt idx="17983">
                  <c:v>4.9919900000000004</c:v>
                </c:pt>
                <c:pt idx="17984">
                  <c:v>4.9923000000000002</c:v>
                </c:pt>
                <c:pt idx="17985">
                  <c:v>4.99261</c:v>
                </c:pt>
                <c:pt idx="17986">
                  <c:v>4.9929100000000002</c:v>
                </c:pt>
                <c:pt idx="17987">
                  <c:v>4.99322</c:v>
                </c:pt>
                <c:pt idx="17988">
                  <c:v>4.9935200000000002</c:v>
                </c:pt>
                <c:pt idx="17989">
                  <c:v>4.99383</c:v>
                </c:pt>
                <c:pt idx="17990">
                  <c:v>4.9941300000000002</c:v>
                </c:pt>
                <c:pt idx="17991">
                  <c:v>4.99444</c:v>
                </c:pt>
                <c:pt idx="17992">
                  <c:v>4.9947400000000002</c:v>
                </c:pt>
                <c:pt idx="17993">
                  <c:v>4.99505</c:v>
                </c:pt>
                <c:pt idx="17994">
                  <c:v>4.9953500000000002</c:v>
                </c:pt>
                <c:pt idx="17995">
                  <c:v>4.99566</c:v>
                </c:pt>
                <c:pt idx="17996">
                  <c:v>4.9959699999999998</c:v>
                </c:pt>
                <c:pt idx="17997">
                  <c:v>4.99627</c:v>
                </c:pt>
                <c:pt idx="17998">
                  <c:v>4.9965799999999998</c:v>
                </c:pt>
                <c:pt idx="17999">
                  <c:v>4.99688</c:v>
                </c:pt>
                <c:pt idx="18000">
                  <c:v>4.9971899999999998</c:v>
                </c:pt>
                <c:pt idx="18001">
                  <c:v>4.99749</c:v>
                </c:pt>
                <c:pt idx="18002">
                  <c:v>4.9977999999999998</c:v>
                </c:pt>
                <c:pt idx="18003">
                  <c:v>4.9981</c:v>
                </c:pt>
                <c:pt idx="18004">
                  <c:v>4.9984099999999998</c:v>
                </c:pt>
                <c:pt idx="18005">
                  <c:v>4.99871</c:v>
                </c:pt>
                <c:pt idx="18006">
                  <c:v>4.9990199999999998</c:v>
                </c:pt>
                <c:pt idx="18007">
                  <c:v>4.99932</c:v>
                </c:pt>
                <c:pt idx="18008">
                  <c:v>4.9996299999999998</c:v>
                </c:pt>
                <c:pt idx="18009">
                  <c:v>4.9999399999999996</c:v>
                </c:pt>
                <c:pt idx="18010">
                  <c:v>5.0002399999999998</c:v>
                </c:pt>
                <c:pt idx="18011">
                  <c:v>5.0005499999999996</c:v>
                </c:pt>
                <c:pt idx="18012">
                  <c:v>5.0008499999999998</c:v>
                </c:pt>
                <c:pt idx="18013">
                  <c:v>5.0011599999999996</c:v>
                </c:pt>
                <c:pt idx="18014">
                  <c:v>5.0014599999999998</c:v>
                </c:pt>
                <c:pt idx="18015">
                  <c:v>5.0017699999999996</c:v>
                </c:pt>
                <c:pt idx="18016">
                  <c:v>5.0020699999999998</c:v>
                </c:pt>
                <c:pt idx="18017">
                  <c:v>5.0023799999999996</c:v>
                </c:pt>
                <c:pt idx="18018">
                  <c:v>5.0026799999999998</c:v>
                </c:pt>
                <c:pt idx="18019">
                  <c:v>5.0029899999999996</c:v>
                </c:pt>
                <c:pt idx="18020">
                  <c:v>5.0032899999999998</c:v>
                </c:pt>
                <c:pt idx="18021">
                  <c:v>5.0035999999999996</c:v>
                </c:pt>
                <c:pt idx="18022">
                  <c:v>5.0039100000000003</c:v>
                </c:pt>
                <c:pt idx="18023">
                  <c:v>5.0042099999999996</c:v>
                </c:pt>
                <c:pt idx="18024">
                  <c:v>5.0045200000000003</c:v>
                </c:pt>
                <c:pt idx="18025">
                  <c:v>5.0048199999999996</c:v>
                </c:pt>
                <c:pt idx="18026">
                  <c:v>5.0051300000000003</c:v>
                </c:pt>
                <c:pt idx="18027">
                  <c:v>5.0054299999999996</c:v>
                </c:pt>
                <c:pt idx="18028">
                  <c:v>5.0057400000000003</c:v>
                </c:pt>
                <c:pt idx="18029">
                  <c:v>5.0060399999999996</c:v>
                </c:pt>
                <c:pt idx="18030">
                  <c:v>5.0063500000000003</c:v>
                </c:pt>
                <c:pt idx="18031">
                  <c:v>5.0066499999999996</c:v>
                </c:pt>
                <c:pt idx="18032">
                  <c:v>5.0069600000000003</c:v>
                </c:pt>
                <c:pt idx="18033">
                  <c:v>5.0072599999999996</c:v>
                </c:pt>
                <c:pt idx="18034">
                  <c:v>5.0075700000000003</c:v>
                </c:pt>
                <c:pt idx="18035">
                  <c:v>5.0078800000000001</c:v>
                </c:pt>
                <c:pt idx="18036">
                  <c:v>5.0081800000000003</c:v>
                </c:pt>
                <c:pt idx="18037">
                  <c:v>5.0084900000000001</c:v>
                </c:pt>
                <c:pt idx="18038">
                  <c:v>5.0087900000000003</c:v>
                </c:pt>
                <c:pt idx="18039">
                  <c:v>5.0091000000000001</c:v>
                </c:pt>
                <c:pt idx="18040">
                  <c:v>5.0094000000000003</c:v>
                </c:pt>
                <c:pt idx="18041">
                  <c:v>5.0097100000000001</c:v>
                </c:pt>
                <c:pt idx="18042">
                  <c:v>5.0100100000000003</c:v>
                </c:pt>
                <c:pt idx="18043">
                  <c:v>5.0103200000000001</c:v>
                </c:pt>
                <c:pt idx="18044">
                  <c:v>5.0106200000000003</c:v>
                </c:pt>
                <c:pt idx="18045">
                  <c:v>5.0109300000000001</c:v>
                </c:pt>
                <c:pt idx="18046">
                  <c:v>5.0112300000000003</c:v>
                </c:pt>
                <c:pt idx="18047">
                  <c:v>5.0115400000000001</c:v>
                </c:pt>
                <c:pt idx="18048">
                  <c:v>5.0118499999999999</c:v>
                </c:pt>
                <c:pt idx="18049">
                  <c:v>5.0121500000000001</c:v>
                </c:pt>
                <c:pt idx="18050">
                  <c:v>5.0124599999999999</c:v>
                </c:pt>
                <c:pt idx="18051">
                  <c:v>5.0127600000000001</c:v>
                </c:pt>
                <c:pt idx="18052">
                  <c:v>5.0130699999999999</c:v>
                </c:pt>
                <c:pt idx="18053">
                  <c:v>5.0133700000000001</c:v>
                </c:pt>
                <c:pt idx="18054">
                  <c:v>5.0136799999999999</c:v>
                </c:pt>
                <c:pt idx="18055">
                  <c:v>5.0139800000000001</c:v>
                </c:pt>
                <c:pt idx="18056">
                  <c:v>5.0142899999999999</c:v>
                </c:pt>
                <c:pt idx="18057">
                  <c:v>5.0145900000000001</c:v>
                </c:pt>
                <c:pt idx="18058">
                  <c:v>5.0148999999999999</c:v>
                </c:pt>
                <c:pt idx="18059">
                  <c:v>5.0152099999999997</c:v>
                </c:pt>
                <c:pt idx="18060">
                  <c:v>5.0155099999999999</c:v>
                </c:pt>
                <c:pt idx="18061">
                  <c:v>5.0158199999999997</c:v>
                </c:pt>
                <c:pt idx="18062">
                  <c:v>5.0161199999999999</c:v>
                </c:pt>
                <c:pt idx="18063">
                  <c:v>5.0164299999999997</c:v>
                </c:pt>
                <c:pt idx="18064">
                  <c:v>5.0167299999999999</c:v>
                </c:pt>
                <c:pt idx="18065">
                  <c:v>5.0170399999999997</c:v>
                </c:pt>
                <c:pt idx="18066">
                  <c:v>5.0173399999999999</c:v>
                </c:pt>
                <c:pt idx="18067">
                  <c:v>5.0176499999999997</c:v>
                </c:pt>
                <c:pt idx="18068">
                  <c:v>5.0179499999999999</c:v>
                </c:pt>
                <c:pt idx="18069">
                  <c:v>5.0182599999999997</c:v>
                </c:pt>
                <c:pt idx="18070">
                  <c:v>5.0185599999999999</c:v>
                </c:pt>
                <c:pt idx="18071">
                  <c:v>5.0188699999999997</c:v>
                </c:pt>
                <c:pt idx="18072">
                  <c:v>5.0191800000000004</c:v>
                </c:pt>
                <c:pt idx="18073">
                  <c:v>5.0194799999999997</c:v>
                </c:pt>
                <c:pt idx="18074">
                  <c:v>5.0197900000000004</c:v>
                </c:pt>
                <c:pt idx="18075">
                  <c:v>5.0200899999999997</c:v>
                </c:pt>
                <c:pt idx="18076">
                  <c:v>5.0204000000000004</c:v>
                </c:pt>
                <c:pt idx="18077">
                  <c:v>5.0206999999999997</c:v>
                </c:pt>
                <c:pt idx="18078">
                  <c:v>5.0210100000000004</c:v>
                </c:pt>
                <c:pt idx="18079">
                  <c:v>5.0213099999999997</c:v>
                </c:pt>
                <c:pt idx="18080">
                  <c:v>5.0216200000000004</c:v>
                </c:pt>
                <c:pt idx="18081">
                  <c:v>5.0219199999999997</c:v>
                </c:pt>
                <c:pt idx="18082">
                  <c:v>5.0222300000000004</c:v>
                </c:pt>
                <c:pt idx="18083">
                  <c:v>5.0225299999999997</c:v>
                </c:pt>
                <c:pt idx="18084">
                  <c:v>5.0228400000000004</c:v>
                </c:pt>
                <c:pt idx="18085">
                  <c:v>5.0231500000000002</c:v>
                </c:pt>
                <c:pt idx="18086">
                  <c:v>5.0234500000000004</c:v>
                </c:pt>
                <c:pt idx="18087">
                  <c:v>5.0237600000000002</c:v>
                </c:pt>
                <c:pt idx="18088">
                  <c:v>5.0240600000000004</c:v>
                </c:pt>
                <c:pt idx="18089">
                  <c:v>5.0243700000000002</c:v>
                </c:pt>
                <c:pt idx="18090">
                  <c:v>5.0246700000000004</c:v>
                </c:pt>
                <c:pt idx="18091">
                  <c:v>5.0249800000000002</c:v>
                </c:pt>
                <c:pt idx="18092">
                  <c:v>5.0252800000000004</c:v>
                </c:pt>
                <c:pt idx="18093">
                  <c:v>5.0255900000000002</c:v>
                </c:pt>
                <c:pt idx="18094">
                  <c:v>5.0258900000000004</c:v>
                </c:pt>
                <c:pt idx="18095">
                  <c:v>5.0262000000000002</c:v>
                </c:pt>
                <c:pt idx="18096">
                  <c:v>5.0265000000000004</c:v>
                </c:pt>
                <c:pt idx="18097">
                  <c:v>5.0268100000000002</c:v>
                </c:pt>
                <c:pt idx="18098">
                  <c:v>5.02712</c:v>
                </c:pt>
                <c:pt idx="18099">
                  <c:v>5.0274200000000002</c:v>
                </c:pt>
                <c:pt idx="18100">
                  <c:v>5.02773</c:v>
                </c:pt>
                <c:pt idx="18101">
                  <c:v>5.0280300000000002</c:v>
                </c:pt>
                <c:pt idx="18102">
                  <c:v>5.02834</c:v>
                </c:pt>
                <c:pt idx="18103">
                  <c:v>5.0286400000000002</c:v>
                </c:pt>
                <c:pt idx="18104">
                  <c:v>5.02895</c:v>
                </c:pt>
                <c:pt idx="18105">
                  <c:v>5.0292500000000002</c:v>
                </c:pt>
                <c:pt idx="18106">
                  <c:v>5.02956</c:v>
                </c:pt>
                <c:pt idx="18107">
                  <c:v>5.0298600000000002</c:v>
                </c:pt>
                <c:pt idx="18108">
                  <c:v>5.03017</c:v>
                </c:pt>
                <c:pt idx="18109">
                  <c:v>5.0304799999999998</c:v>
                </c:pt>
                <c:pt idx="18110">
                  <c:v>5.03078</c:v>
                </c:pt>
                <c:pt idx="18111">
                  <c:v>5.0310899999999998</c:v>
                </c:pt>
                <c:pt idx="18112">
                  <c:v>5.03139</c:v>
                </c:pt>
                <c:pt idx="18113">
                  <c:v>5.0316999999999998</c:v>
                </c:pt>
                <c:pt idx="18114">
                  <c:v>5.032</c:v>
                </c:pt>
                <c:pt idx="18115">
                  <c:v>5.0323099999999998</c:v>
                </c:pt>
                <c:pt idx="18116">
                  <c:v>5.03261</c:v>
                </c:pt>
                <c:pt idx="18117">
                  <c:v>5.0329199999999998</c:v>
                </c:pt>
                <c:pt idx="18118">
                  <c:v>5.03322</c:v>
                </c:pt>
                <c:pt idx="18119">
                  <c:v>5.0335299999999998</c:v>
                </c:pt>
                <c:pt idx="18120">
                  <c:v>5.03383</c:v>
                </c:pt>
                <c:pt idx="18121">
                  <c:v>5.0341399999999998</c:v>
                </c:pt>
                <c:pt idx="18122">
                  <c:v>5.0344499999999996</c:v>
                </c:pt>
                <c:pt idx="18123">
                  <c:v>5.0347499999999998</c:v>
                </c:pt>
                <c:pt idx="18124">
                  <c:v>5.0350599999999996</c:v>
                </c:pt>
                <c:pt idx="18125">
                  <c:v>5.0353599999999998</c:v>
                </c:pt>
                <c:pt idx="18126">
                  <c:v>5.0356699999999996</c:v>
                </c:pt>
                <c:pt idx="18127">
                  <c:v>5.0359699999999998</c:v>
                </c:pt>
                <c:pt idx="18128">
                  <c:v>5.0362799999999996</c:v>
                </c:pt>
                <c:pt idx="18129">
                  <c:v>5.0365799999999998</c:v>
                </c:pt>
                <c:pt idx="18130">
                  <c:v>5.0368899999999996</c:v>
                </c:pt>
                <c:pt idx="18131">
                  <c:v>5.0371899999999998</c:v>
                </c:pt>
                <c:pt idx="18132">
                  <c:v>5.0374999999999996</c:v>
                </c:pt>
                <c:pt idx="18133">
                  <c:v>5.0377999999999998</c:v>
                </c:pt>
                <c:pt idx="18134">
                  <c:v>5.0381099999999996</c:v>
                </c:pt>
                <c:pt idx="18135">
                  <c:v>5.0384200000000003</c:v>
                </c:pt>
                <c:pt idx="18136">
                  <c:v>5.0387199999999996</c:v>
                </c:pt>
                <c:pt idx="18137">
                  <c:v>5.0390300000000003</c:v>
                </c:pt>
                <c:pt idx="18138">
                  <c:v>5.0393299999999996</c:v>
                </c:pt>
                <c:pt idx="18139">
                  <c:v>5.0396400000000003</c:v>
                </c:pt>
                <c:pt idx="18140">
                  <c:v>5.0399399999999996</c:v>
                </c:pt>
                <c:pt idx="18141">
                  <c:v>5.0402500000000003</c:v>
                </c:pt>
                <c:pt idx="18142">
                  <c:v>5.0405499999999996</c:v>
                </c:pt>
                <c:pt idx="18143">
                  <c:v>5.0408600000000003</c:v>
                </c:pt>
                <c:pt idx="18144">
                  <c:v>5.0411599999999996</c:v>
                </c:pt>
                <c:pt idx="18145">
                  <c:v>5.0414700000000003</c:v>
                </c:pt>
                <c:pt idx="18146">
                  <c:v>5.0417699999999996</c:v>
                </c:pt>
                <c:pt idx="18147">
                  <c:v>5.0420800000000003</c:v>
                </c:pt>
                <c:pt idx="18148">
                  <c:v>5.0423900000000001</c:v>
                </c:pt>
                <c:pt idx="18149">
                  <c:v>5.0426900000000003</c:v>
                </c:pt>
                <c:pt idx="18150">
                  <c:v>5.0430000000000001</c:v>
                </c:pt>
                <c:pt idx="18151">
                  <c:v>5.0433000000000003</c:v>
                </c:pt>
                <c:pt idx="18152">
                  <c:v>5.0436100000000001</c:v>
                </c:pt>
                <c:pt idx="18153">
                  <c:v>5.0439100000000003</c:v>
                </c:pt>
                <c:pt idx="18154">
                  <c:v>5.0442200000000001</c:v>
                </c:pt>
                <c:pt idx="18155">
                  <c:v>5.0445200000000003</c:v>
                </c:pt>
                <c:pt idx="18156">
                  <c:v>5.0448300000000001</c:v>
                </c:pt>
                <c:pt idx="18157">
                  <c:v>5.0451300000000003</c:v>
                </c:pt>
                <c:pt idx="18158">
                  <c:v>5.0454400000000001</c:v>
                </c:pt>
                <c:pt idx="18159">
                  <c:v>5.0457400000000003</c:v>
                </c:pt>
                <c:pt idx="18160">
                  <c:v>5.0460500000000001</c:v>
                </c:pt>
                <c:pt idx="18161">
                  <c:v>5.04636</c:v>
                </c:pt>
                <c:pt idx="18162">
                  <c:v>5.0466600000000001</c:v>
                </c:pt>
                <c:pt idx="18163">
                  <c:v>5.04697</c:v>
                </c:pt>
                <c:pt idx="18164">
                  <c:v>5.0472700000000001</c:v>
                </c:pt>
                <c:pt idx="18165">
                  <c:v>5.04758</c:v>
                </c:pt>
                <c:pt idx="18166">
                  <c:v>5.0478800000000001</c:v>
                </c:pt>
                <c:pt idx="18167">
                  <c:v>5.04819</c:v>
                </c:pt>
                <c:pt idx="18168">
                  <c:v>5.0484900000000001</c:v>
                </c:pt>
                <c:pt idx="18169">
                  <c:v>5.0488</c:v>
                </c:pt>
                <c:pt idx="18170">
                  <c:v>5.0491000000000001</c:v>
                </c:pt>
                <c:pt idx="18171">
                  <c:v>5.04941</c:v>
                </c:pt>
                <c:pt idx="18172">
                  <c:v>5.0497199999999998</c:v>
                </c:pt>
                <c:pt idx="18173">
                  <c:v>5.05002</c:v>
                </c:pt>
                <c:pt idx="18174">
                  <c:v>5.0503299999999998</c:v>
                </c:pt>
                <c:pt idx="18175">
                  <c:v>5.05063</c:v>
                </c:pt>
                <c:pt idx="18176">
                  <c:v>5.0509399999999998</c:v>
                </c:pt>
                <c:pt idx="18177">
                  <c:v>5.05124</c:v>
                </c:pt>
                <c:pt idx="18178">
                  <c:v>5.0515499999999998</c:v>
                </c:pt>
                <c:pt idx="18179">
                  <c:v>5.05185</c:v>
                </c:pt>
                <c:pt idx="18180">
                  <c:v>5.0521599999999998</c:v>
                </c:pt>
                <c:pt idx="18181">
                  <c:v>5.05246</c:v>
                </c:pt>
                <c:pt idx="18182">
                  <c:v>5.0527699999999998</c:v>
                </c:pt>
                <c:pt idx="18183">
                  <c:v>5.05307</c:v>
                </c:pt>
                <c:pt idx="18184">
                  <c:v>5.0533799999999998</c:v>
                </c:pt>
                <c:pt idx="18185">
                  <c:v>5.0536899999999996</c:v>
                </c:pt>
                <c:pt idx="18186">
                  <c:v>5.0539899999999998</c:v>
                </c:pt>
                <c:pt idx="18187">
                  <c:v>5.0542999999999996</c:v>
                </c:pt>
                <c:pt idx="18188">
                  <c:v>5.0545999999999998</c:v>
                </c:pt>
                <c:pt idx="18189">
                  <c:v>5.0549099999999996</c:v>
                </c:pt>
                <c:pt idx="18190">
                  <c:v>5.0552099999999998</c:v>
                </c:pt>
                <c:pt idx="18191">
                  <c:v>5.0555199999999996</c:v>
                </c:pt>
                <c:pt idx="18192">
                  <c:v>5.0558199999999998</c:v>
                </c:pt>
                <c:pt idx="18193">
                  <c:v>5.0561299999999996</c:v>
                </c:pt>
                <c:pt idx="18194">
                  <c:v>5.0564299999999998</c:v>
                </c:pt>
                <c:pt idx="18195">
                  <c:v>5.0567399999999996</c:v>
                </c:pt>
                <c:pt idx="18196">
                  <c:v>5.0570399999999998</c:v>
                </c:pt>
                <c:pt idx="18197">
                  <c:v>5.0573499999999996</c:v>
                </c:pt>
                <c:pt idx="18198">
                  <c:v>5.0576600000000003</c:v>
                </c:pt>
                <c:pt idx="18199">
                  <c:v>5.0579599999999996</c:v>
                </c:pt>
                <c:pt idx="18200">
                  <c:v>5.0582700000000003</c:v>
                </c:pt>
                <c:pt idx="18201">
                  <c:v>5.0585699999999996</c:v>
                </c:pt>
                <c:pt idx="18202">
                  <c:v>5.0588800000000003</c:v>
                </c:pt>
                <c:pt idx="18203">
                  <c:v>5.0591799999999996</c:v>
                </c:pt>
                <c:pt idx="18204">
                  <c:v>5.0594900000000003</c:v>
                </c:pt>
                <c:pt idx="18205">
                  <c:v>5.0597899999999996</c:v>
                </c:pt>
                <c:pt idx="18206">
                  <c:v>5.0601000000000003</c:v>
                </c:pt>
                <c:pt idx="18207">
                  <c:v>5.0603999999999996</c:v>
                </c:pt>
                <c:pt idx="18208">
                  <c:v>5.0607100000000003</c:v>
                </c:pt>
                <c:pt idx="18209">
                  <c:v>5.0610099999999996</c:v>
                </c:pt>
                <c:pt idx="18210">
                  <c:v>5.0613200000000003</c:v>
                </c:pt>
                <c:pt idx="18211">
                  <c:v>5.0616300000000001</c:v>
                </c:pt>
                <c:pt idx="18212">
                  <c:v>5.0619300000000003</c:v>
                </c:pt>
                <c:pt idx="18213">
                  <c:v>5.0622400000000001</c:v>
                </c:pt>
                <c:pt idx="18214">
                  <c:v>5.0625400000000003</c:v>
                </c:pt>
                <c:pt idx="18215">
                  <c:v>5.0628500000000001</c:v>
                </c:pt>
                <c:pt idx="18216">
                  <c:v>5.0631500000000003</c:v>
                </c:pt>
                <c:pt idx="18217">
                  <c:v>5.0634600000000001</c:v>
                </c:pt>
                <c:pt idx="18218">
                  <c:v>5.0637600000000003</c:v>
                </c:pt>
                <c:pt idx="18219">
                  <c:v>5.0640700000000001</c:v>
                </c:pt>
                <c:pt idx="18220">
                  <c:v>5.0643700000000003</c:v>
                </c:pt>
                <c:pt idx="18221">
                  <c:v>5.0646800000000001</c:v>
                </c:pt>
                <c:pt idx="18222">
                  <c:v>5.0649800000000003</c:v>
                </c:pt>
                <c:pt idx="18223">
                  <c:v>5.0652900000000001</c:v>
                </c:pt>
                <c:pt idx="18224">
                  <c:v>5.0655999999999999</c:v>
                </c:pt>
                <c:pt idx="18225">
                  <c:v>5.0659000000000001</c:v>
                </c:pt>
                <c:pt idx="18226">
                  <c:v>5.0662099999999999</c:v>
                </c:pt>
                <c:pt idx="18227">
                  <c:v>5.0665100000000001</c:v>
                </c:pt>
                <c:pt idx="18228">
                  <c:v>5.0668199999999999</c:v>
                </c:pt>
                <c:pt idx="18229">
                  <c:v>5.0671200000000001</c:v>
                </c:pt>
                <c:pt idx="18230">
                  <c:v>5.0674299999999999</c:v>
                </c:pt>
                <c:pt idx="18231">
                  <c:v>5.0677300000000001</c:v>
                </c:pt>
                <c:pt idx="18232">
                  <c:v>5.0680399999999999</c:v>
                </c:pt>
                <c:pt idx="18233">
                  <c:v>5.0683400000000001</c:v>
                </c:pt>
                <c:pt idx="18234">
                  <c:v>5.0686499999999999</c:v>
                </c:pt>
                <c:pt idx="18235">
                  <c:v>5.0689599999999997</c:v>
                </c:pt>
                <c:pt idx="18236">
                  <c:v>5.0692599999999999</c:v>
                </c:pt>
                <c:pt idx="18237">
                  <c:v>5.0695699999999997</c:v>
                </c:pt>
                <c:pt idx="18238">
                  <c:v>5.0698699999999999</c:v>
                </c:pt>
                <c:pt idx="18239">
                  <c:v>5.0701799999999997</c:v>
                </c:pt>
                <c:pt idx="18240">
                  <c:v>5.0704799999999999</c:v>
                </c:pt>
                <c:pt idx="18241">
                  <c:v>5.0707899999999997</c:v>
                </c:pt>
                <c:pt idx="18242">
                  <c:v>5.0710899999999999</c:v>
                </c:pt>
                <c:pt idx="18243">
                  <c:v>5.0713999999999997</c:v>
                </c:pt>
                <c:pt idx="18244">
                  <c:v>5.0716999999999999</c:v>
                </c:pt>
                <c:pt idx="18245">
                  <c:v>5.0720099999999997</c:v>
                </c:pt>
                <c:pt idx="18246">
                  <c:v>5.0723099999999999</c:v>
                </c:pt>
                <c:pt idx="18247">
                  <c:v>5.0726199999999997</c:v>
                </c:pt>
                <c:pt idx="18248">
                  <c:v>5.0729300000000004</c:v>
                </c:pt>
                <c:pt idx="18249">
                  <c:v>5.0732299999999997</c:v>
                </c:pt>
                <c:pt idx="18250">
                  <c:v>5.0735400000000004</c:v>
                </c:pt>
                <c:pt idx="18251">
                  <c:v>5.0738399999999997</c:v>
                </c:pt>
                <c:pt idx="18252">
                  <c:v>5.0741500000000004</c:v>
                </c:pt>
                <c:pt idx="18253">
                  <c:v>5.0744499999999997</c:v>
                </c:pt>
                <c:pt idx="18254">
                  <c:v>5.0747600000000004</c:v>
                </c:pt>
                <c:pt idx="18255">
                  <c:v>5.0750599999999997</c:v>
                </c:pt>
                <c:pt idx="18256">
                  <c:v>5.0753700000000004</c:v>
                </c:pt>
                <c:pt idx="18257">
                  <c:v>5.0756699999999997</c:v>
                </c:pt>
                <c:pt idx="18258">
                  <c:v>5.0759800000000004</c:v>
                </c:pt>
                <c:pt idx="18259">
                  <c:v>5.0762799999999997</c:v>
                </c:pt>
                <c:pt idx="18260">
                  <c:v>5.0765900000000004</c:v>
                </c:pt>
                <c:pt idx="18261">
                  <c:v>5.0769000000000002</c:v>
                </c:pt>
                <c:pt idx="18262">
                  <c:v>5.0772000000000004</c:v>
                </c:pt>
                <c:pt idx="18263">
                  <c:v>5.0775100000000002</c:v>
                </c:pt>
                <c:pt idx="18264">
                  <c:v>5.0778100000000004</c:v>
                </c:pt>
                <c:pt idx="18265">
                  <c:v>5.0781200000000002</c:v>
                </c:pt>
                <c:pt idx="18266">
                  <c:v>5.0784200000000004</c:v>
                </c:pt>
                <c:pt idx="18267">
                  <c:v>5.0787300000000002</c:v>
                </c:pt>
                <c:pt idx="18268">
                  <c:v>5.0790300000000004</c:v>
                </c:pt>
                <c:pt idx="18269">
                  <c:v>5.0793400000000002</c:v>
                </c:pt>
                <c:pt idx="18270">
                  <c:v>5.0796400000000004</c:v>
                </c:pt>
                <c:pt idx="18271">
                  <c:v>5.0799500000000002</c:v>
                </c:pt>
                <c:pt idx="18272">
                  <c:v>5.0802500000000004</c:v>
                </c:pt>
                <c:pt idx="18273">
                  <c:v>5.0805600000000002</c:v>
                </c:pt>
                <c:pt idx="18274">
                  <c:v>5.08087</c:v>
                </c:pt>
                <c:pt idx="18275">
                  <c:v>5.0811700000000002</c:v>
                </c:pt>
                <c:pt idx="18276">
                  <c:v>5.08148</c:v>
                </c:pt>
                <c:pt idx="18277">
                  <c:v>5.0817800000000002</c:v>
                </c:pt>
                <c:pt idx="18278">
                  <c:v>5.08209</c:v>
                </c:pt>
                <c:pt idx="18279">
                  <c:v>5.0823900000000002</c:v>
                </c:pt>
                <c:pt idx="18280">
                  <c:v>5.0827</c:v>
                </c:pt>
                <c:pt idx="18281">
                  <c:v>5.0830000000000002</c:v>
                </c:pt>
                <c:pt idx="18282">
                  <c:v>5.08331</c:v>
                </c:pt>
                <c:pt idx="18283">
                  <c:v>5.0836100000000002</c:v>
                </c:pt>
                <c:pt idx="18284">
                  <c:v>5.08392</c:v>
                </c:pt>
                <c:pt idx="18285">
                  <c:v>5.0842299999999998</c:v>
                </c:pt>
                <c:pt idx="18286">
                  <c:v>5.08453</c:v>
                </c:pt>
                <c:pt idx="18287">
                  <c:v>5.0848399999999998</c:v>
                </c:pt>
                <c:pt idx="18288">
                  <c:v>5.08514</c:v>
                </c:pt>
                <c:pt idx="18289">
                  <c:v>5.0854499999999998</c:v>
                </c:pt>
                <c:pt idx="18290">
                  <c:v>5.08575</c:v>
                </c:pt>
                <c:pt idx="18291">
                  <c:v>5.0860599999999998</c:v>
                </c:pt>
                <c:pt idx="18292">
                  <c:v>5.08636</c:v>
                </c:pt>
                <c:pt idx="18293">
                  <c:v>5.0866699999999998</c:v>
                </c:pt>
                <c:pt idx="18294">
                  <c:v>5.08697</c:v>
                </c:pt>
                <c:pt idx="18295">
                  <c:v>5.0872799999999998</c:v>
                </c:pt>
                <c:pt idx="18296">
                  <c:v>5.08758</c:v>
                </c:pt>
                <c:pt idx="18297">
                  <c:v>5.0878899999999998</c:v>
                </c:pt>
                <c:pt idx="18298">
                  <c:v>5.0881999999999996</c:v>
                </c:pt>
                <c:pt idx="18299">
                  <c:v>5.0884999999999998</c:v>
                </c:pt>
                <c:pt idx="18300">
                  <c:v>5.0888099999999996</c:v>
                </c:pt>
                <c:pt idx="18301">
                  <c:v>5.0891099999999998</c:v>
                </c:pt>
                <c:pt idx="18302">
                  <c:v>5.0894199999999996</c:v>
                </c:pt>
                <c:pt idx="18303">
                  <c:v>5.0897199999999998</c:v>
                </c:pt>
                <c:pt idx="18304">
                  <c:v>5.0900299999999996</c:v>
                </c:pt>
                <c:pt idx="18305">
                  <c:v>5.0903299999999998</c:v>
                </c:pt>
                <c:pt idx="18306">
                  <c:v>5.0906399999999996</c:v>
                </c:pt>
                <c:pt idx="18307">
                  <c:v>5.0909399999999998</c:v>
                </c:pt>
                <c:pt idx="18308">
                  <c:v>5.0912499999999996</c:v>
                </c:pt>
                <c:pt idx="18309">
                  <c:v>5.0915499999999998</c:v>
                </c:pt>
                <c:pt idx="18310">
                  <c:v>5.0918599999999996</c:v>
                </c:pt>
                <c:pt idx="18311">
                  <c:v>5.0921700000000003</c:v>
                </c:pt>
                <c:pt idx="18312">
                  <c:v>5.0924699999999996</c:v>
                </c:pt>
                <c:pt idx="18313">
                  <c:v>5.0927800000000003</c:v>
                </c:pt>
                <c:pt idx="18314">
                  <c:v>5.0930799999999996</c:v>
                </c:pt>
                <c:pt idx="18315">
                  <c:v>5.0933900000000003</c:v>
                </c:pt>
                <c:pt idx="18316">
                  <c:v>5.0936899999999996</c:v>
                </c:pt>
                <c:pt idx="18317">
                  <c:v>5.0940000000000003</c:v>
                </c:pt>
                <c:pt idx="18318">
                  <c:v>5.0942999999999996</c:v>
                </c:pt>
                <c:pt idx="18319">
                  <c:v>5.0946100000000003</c:v>
                </c:pt>
                <c:pt idx="18320">
                  <c:v>5.0949099999999996</c:v>
                </c:pt>
                <c:pt idx="18321">
                  <c:v>5.0952200000000003</c:v>
                </c:pt>
                <c:pt idx="18322">
                  <c:v>5.0955199999999996</c:v>
                </c:pt>
                <c:pt idx="18323">
                  <c:v>5.0958300000000003</c:v>
                </c:pt>
                <c:pt idx="18324">
                  <c:v>5.0961400000000001</c:v>
                </c:pt>
                <c:pt idx="18325">
                  <c:v>5.0964400000000003</c:v>
                </c:pt>
                <c:pt idx="18326">
                  <c:v>5.0967500000000001</c:v>
                </c:pt>
                <c:pt idx="18327">
                  <c:v>5.0970500000000003</c:v>
                </c:pt>
                <c:pt idx="18328">
                  <c:v>5.0973600000000001</c:v>
                </c:pt>
                <c:pt idx="18329">
                  <c:v>5.0976600000000003</c:v>
                </c:pt>
                <c:pt idx="18330">
                  <c:v>5.0979700000000001</c:v>
                </c:pt>
                <c:pt idx="18331">
                  <c:v>5.0982700000000003</c:v>
                </c:pt>
                <c:pt idx="18332">
                  <c:v>5.0985800000000001</c:v>
                </c:pt>
                <c:pt idx="18333">
                  <c:v>5.0988800000000003</c:v>
                </c:pt>
                <c:pt idx="18334">
                  <c:v>5.0991900000000001</c:v>
                </c:pt>
                <c:pt idx="18335">
                  <c:v>5.0994900000000003</c:v>
                </c:pt>
                <c:pt idx="18336">
                  <c:v>5.0998000000000001</c:v>
                </c:pt>
                <c:pt idx="18337">
                  <c:v>5.1001099999999999</c:v>
                </c:pt>
                <c:pt idx="18338">
                  <c:v>5.1004100000000001</c:v>
                </c:pt>
                <c:pt idx="18339">
                  <c:v>5.1007199999999999</c:v>
                </c:pt>
                <c:pt idx="18340">
                  <c:v>5.1010200000000001</c:v>
                </c:pt>
                <c:pt idx="18341">
                  <c:v>5.1013299999999999</c:v>
                </c:pt>
                <c:pt idx="18342">
                  <c:v>5.1016300000000001</c:v>
                </c:pt>
                <c:pt idx="18343">
                  <c:v>5.1019399999999999</c:v>
                </c:pt>
                <c:pt idx="18344">
                  <c:v>5.1022400000000001</c:v>
                </c:pt>
                <c:pt idx="18345">
                  <c:v>5.1025499999999999</c:v>
                </c:pt>
                <c:pt idx="18346">
                  <c:v>5.1028500000000001</c:v>
                </c:pt>
                <c:pt idx="18347">
                  <c:v>5.1031599999999999</c:v>
                </c:pt>
                <c:pt idx="18348">
                  <c:v>5.1034699999999997</c:v>
                </c:pt>
                <c:pt idx="18349">
                  <c:v>5.1037699999999999</c:v>
                </c:pt>
                <c:pt idx="18350">
                  <c:v>5.1040799999999997</c:v>
                </c:pt>
                <c:pt idx="18351">
                  <c:v>5.1043799999999999</c:v>
                </c:pt>
                <c:pt idx="18352">
                  <c:v>5.1046899999999997</c:v>
                </c:pt>
                <c:pt idx="18353">
                  <c:v>5.1049899999999999</c:v>
                </c:pt>
                <c:pt idx="18354">
                  <c:v>5.1052999999999997</c:v>
                </c:pt>
                <c:pt idx="18355">
                  <c:v>5.1055999999999999</c:v>
                </c:pt>
                <c:pt idx="18356">
                  <c:v>5.1059099999999997</c:v>
                </c:pt>
                <c:pt idx="18357">
                  <c:v>5.1062099999999999</c:v>
                </c:pt>
                <c:pt idx="18358">
                  <c:v>5.1065199999999997</c:v>
                </c:pt>
                <c:pt idx="18359">
                  <c:v>5.1068199999999999</c:v>
                </c:pt>
                <c:pt idx="18360">
                  <c:v>5.1071299999999997</c:v>
                </c:pt>
                <c:pt idx="18361">
                  <c:v>5.1074400000000004</c:v>
                </c:pt>
                <c:pt idx="18362">
                  <c:v>5.1077399999999997</c:v>
                </c:pt>
                <c:pt idx="18363">
                  <c:v>5.1080500000000004</c:v>
                </c:pt>
                <c:pt idx="18364">
                  <c:v>5.1083499999999997</c:v>
                </c:pt>
                <c:pt idx="18365">
                  <c:v>5.1086600000000004</c:v>
                </c:pt>
                <c:pt idx="18366">
                  <c:v>5.1089599999999997</c:v>
                </c:pt>
                <c:pt idx="18367">
                  <c:v>5.1092700000000004</c:v>
                </c:pt>
                <c:pt idx="18368">
                  <c:v>5.1095699999999997</c:v>
                </c:pt>
                <c:pt idx="18369">
                  <c:v>5.1098800000000004</c:v>
                </c:pt>
                <c:pt idx="18370">
                  <c:v>5.1101799999999997</c:v>
                </c:pt>
                <c:pt idx="18371">
                  <c:v>5.1104900000000004</c:v>
                </c:pt>
                <c:pt idx="18372">
                  <c:v>5.1107899999999997</c:v>
                </c:pt>
                <c:pt idx="18373">
                  <c:v>5.1111000000000004</c:v>
                </c:pt>
                <c:pt idx="18374">
                  <c:v>5.1114100000000002</c:v>
                </c:pt>
                <c:pt idx="18375">
                  <c:v>5.1117100000000004</c:v>
                </c:pt>
                <c:pt idx="18376">
                  <c:v>5.1120200000000002</c:v>
                </c:pt>
                <c:pt idx="18377">
                  <c:v>5.1123200000000004</c:v>
                </c:pt>
                <c:pt idx="18378">
                  <c:v>5.1126300000000002</c:v>
                </c:pt>
                <c:pt idx="18379">
                  <c:v>5.1129300000000004</c:v>
                </c:pt>
                <c:pt idx="18380">
                  <c:v>5.1132400000000002</c:v>
                </c:pt>
                <c:pt idx="18381">
                  <c:v>5.1135400000000004</c:v>
                </c:pt>
                <c:pt idx="18382">
                  <c:v>5.1138500000000002</c:v>
                </c:pt>
                <c:pt idx="18383">
                  <c:v>5.1141500000000004</c:v>
                </c:pt>
                <c:pt idx="18384">
                  <c:v>5.1144600000000002</c:v>
                </c:pt>
                <c:pt idx="18385">
                  <c:v>5.1147600000000004</c:v>
                </c:pt>
                <c:pt idx="18386">
                  <c:v>5.1150700000000002</c:v>
                </c:pt>
                <c:pt idx="18387">
                  <c:v>5.11538</c:v>
                </c:pt>
                <c:pt idx="18388">
                  <c:v>5.1156800000000002</c:v>
                </c:pt>
                <c:pt idx="18389">
                  <c:v>5.11599</c:v>
                </c:pt>
                <c:pt idx="18390">
                  <c:v>5.1162900000000002</c:v>
                </c:pt>
                <c:pt idx="18391">
                  <c:v>5.1166</c:v>
                </c:pt>
                <c:pt idx="18392">
                  <c:v>5.1169000000000002</c:v>
                </c:pt>
                <c:pt idx="18393">
                  <c:v>5.11721</c:v>
                </c:pt>
                <c:pt idx="18394">
                  <c:v>5.1175100000000002</c:v>
                </c:pt>
                <c:pt idx="18395">
                  <c:v>5.11782</c:v>
                </c:pt>
                <c:pt idx="18396">
                  <c:v>5.1181200000000002</c:v>
                </c:pt>
                <c:pt idx="18397">
                  <c:v>5.11843</c:v>
                </c:pt>
                <c:pt idx="18398">
                  <c:v>5.1187300000000002</c:v>
                </c:pt>
                <c:pt idx="18399">
                  <c:v>5.11904</c:v>
                </c:pt>
                <c:pt idx="18400">
                  <c:v>5.1193499999999998</c:v>
                </c:pt>
                <c:pt idx="18401">
                  <c:v>5.11965</c:v>
                </c:pt>
                <c:pt idx="18402">
                  <c:v>5.1199599999999998</c:v>
                </c:pt>
                <c:pt idx="18403">
                  <c:v>5.12026</c:v>
                </c:pt>
                <c:pt idx="18404">
                  <c:v>5.1205699999999998</c:v>
                </c:pt>
                <c:pt idx="18405">
                  <c:v>5.12087</c:v>
                </c:pt>
                <c:pt idx="18406">
                  <c:v>5.1211799999999998</c:v>
                </c:pt>
                <c:pt idx="18407">
                  <c:v>5.12148</c:v>
                </c:pt>
                <c:pt idx="18408">
                  <c:v>5.1217899999999998</c:v>
                </c:pt>
                <c:pt idx="18409">
                  <c:v>5.12209</c:v>
                </c:pt>
                <c:pt idx="18410">
                  <c:v>5.1223999999999998</c:v>
                </c:pt>
                <c:pt idx="18411">
                  <c:v>5.1227099999999997</c:v>
                </c:pt>
                <c:pt idx="18412">
                  <c:v>5.1230099999999998</c:v>
                </c:pt>
                <c:pt idx="18413">
                  <c:v>5.1233199999999997</c:v>
                </c:pt>
                <c:pt idx="18414">
                  <c:v>5.1236199999999998</c:v>
                </c:pt>
                <c:pt idx="18415">
                  <c:v>5.1239299999999997</c:v>
                </c:pt>
                <c:pt idx="18416">
                  <c:v>5.1242299999999998</c:v>
                </c:pt>
                <c:pt idx="18417">
                  <c:v>5.1245399999999997</c:v>
                </c:pt>
                <c:pt idx="18418">
                  <c:v>5.1248399999999998</c:v>
                </c:pt>
                <c:pt idx="18419">
                  <c:v>5.1251499999999997</c:v>
                </c:pt>
                <c:pt idx="18420">
                  <c:v>5.1254499999999998</c:v>
                </c:pt>
                <c:pt idx="18421">
                  <c:v>5.1257599999999996</c:v>
                </c:pt>
                <c:pt idx="18422">
                  <c:v>5.1260599999999998</c:v>
                </c:pt>
                <c:pt idx="18423">
                  <c:v>5.1263699999999996</c:v>
                </c:pt>
                <c:pt idx="18424">
                  <c:v>5.1266800000000003</c:v>
                </c:pt>
                <c:pt idx="18425">
                  <c:v>5.1269799999999996</c:v>
                </c:pt>
                <c:pt idx="18426">
                  <c:v>5.1272900000000003</c:v>
                </c:pt>
                <c:pt idx="18427">
                  <c:v>5.1275899999999996</c:v>
                </c:pt>
                <c:pt idx="18428">
                  <c:v>5.1279000000000003</c:v>
                </c:pt>
                <c:pt idx="18429">
                  <c:v>5.1281999999999996</c:v>
                </c:pt>
                <c:pt idx="18430">
                  <c:v>5.1285100000000003</c:v>
                </c:pt>
                <c:pt idx="18431">
                  <c:v>5.1288099999999996</c:v>
                </c:pt>
                <c:pt idx="18432">
                  <c:v>5.1291200000000003</c:v>
                </c:pt>
                <c:pt idx="18433">
                  <c:v>5.1294199999999996</c:v>
                </c:pt>
                <c:pt idx="18434">
                  <c:v>5.1297300000000003</c:v>
                </c:pt>
                <c:pt idx="18435">
                  <c:v>5.1300299999999996</c:v>
                </c:pt>
                <c:pt idx="18436">
                  <c:v>5.1303400000000003</c:v>
                </c:pt>
                <c:pt idx="18437">
                  <c:v>5.1306500000000002</c:v>
                </c:pt>
                <c:pt idx="18438">
                  <c:v>5.1309500000000003</c:v>
                </c:pt>
                <c:pt idx="18439">
                  <c:v>5.1312600000000002</c:v>
                </c:pt>
                <c:pt idx="18440">
                  <c:v>5.1315600000000003</c:v>
                </c:pt>
                <c:pt idx="18441">
                  <c:v>5.1318700000000002</c:v>
                </c:pt>
                <c:pt idx="18442">
                  <c:v>5.1321700000000003</c:v>
                </c:pt>
                <c:pt idx="18443">
                  <c:v>5.1324800000000002</c:v>
                </c:pt>
                <c:pt idx="18444">
                  <c:v>5.1327800000000003</c:v>
                </c:pt>
                <c:pt idx="18445">
                  <c:v>5.1330900000000002</c:v>
                </c:pt>
                <c:pt idx="18446">
                  <c:v>5.1333900000000003</c:v>
                </c:pt>
                <c:pt idx="18447">
                  <c:v>5.1337000000000002</c:v>
                </c:pt>
                <c:pt idx="18448">
                  <c:v>5.1340000000000003</c:v>
                </c:pt>
                <c:pt idx="18449">
                  <c:v>5.1343100000000002</c:v>
                </c:pt>
                <c:pt idx="18450">
                  <c:v>5.13462</c:v>
                </c:pt>
                <c:pt idx="18451">
                  <c:v>5.1349200000000002</c:v>
                </c:pt>
                <c:pt idx="18452">
                  <c:v>5.13523</c:v>
                </c:pt>
                <c:pt idx="18453">
                  <c:v>5.1355300000000002</c:v>
                </c:pt>
                <c:pt idx="18454">
                  <c:v>5.13584</c:v>
                </c:pt>
                <c:pt idx="18455">
                  <c:v>5.1361400000000001</c:v>
                </c:pt>
                <c:pt idx="18456">
                  <c:v>5.13645</c:v>
                </c:pt>
                <c:pt idx="18457">
                  <c:v>5.1367500000000001</c:v>
                </c:pt>
                <c:pt idx="18458">
                  <c:v>5.13706</c:v>
                </c:pt>
                <c:pt idx="18459">
                  <c:v>5.1373600000000001</c:v>
                </c:pt>
                <c:pt idx="18460">
                  <c:v>5.13767</c:v>
                </c:pt>
                <c:pt idx="18461">
                  <c:v>5.1379700000000001</c:v>
                </c:pt>
                <c:pt idx="18462">
                  <c:v>5.13828</c:v>
                </c:pt>
                <c:pt idx="18463">
                  <c:v>5.1385899999999998</c:v>
                </c:pt>
                <c:pt idx="18464">
                  <c:v>5.13889</c:v>
                </c:pt>
                <c:pt idx="18465">
                  <c:v>5.1391999999999998</c:v>
                </c:pt>
                <c:pt idx="18466">
                  <c:v>5.1395</c:v>
                </c:pt>
                <c:pt idx="18467">
                  <c:v>5.1398099999999998</c:v>
                </c:pt>
                <c:pt idx="18468">
                  <c:v>5.14011</c:v>
                </c:pt>
                <c:pt idx="18469">
                  <c:v>5.1404199999999998</c:v>
                </c:pt>
                <c:pt idx="18470">
                  <c:v>5.14072</c:v>
                </c:pt>
                <c:pt idx="18471">
                  <c:v>5.1410299999999998</c:v>
                </c:pt>
                <c:pt idx="18472">
                  <c:v>5.14133</c:v>
                </c:pt>
                <c:pt idx="18473">
                  <c:v>5.1416399999999998</c:v>
                </c:pt>
                <c:pt idx="18474">
                  <c:v>5.1419499999999996</c:v>
                </c:pt>
                <c:pt idx="18475">
                  <c:v>5.1422499999999998</c:v>
                </c:pt>
                <c:pt idx="18476">
                  <c:v>5.1425599999999996</c:v>
                </c:pt>
                <c:pt idx="18477">
                  <c:v>5.1428599999999998</c:v>
                </c:pt>
                <c:pt idx="18478">
                  <c:v>5.1431699999999996</c:v>
                </c:pt>
                <c:pt idx="18479">
                  <c:v>5.1434699999999998</c:v>
                </c:pt>
                <c:pt idx="18480">
                  <c:v>5.1437799999999996</c:v>
                </c:pt>
                <c:pt idx="18481">
                  <c:v>5.1440799999999998</c:v>
                </c:pt>
                <c:pt idx="18482">
                  <c:v>5.1443899999999996</c:v>
                </c:pt>
                <c:pt idx="18483">
                  <c:v>5.1446899999999998</c:v>
                </c:pt>
                <c:pt idx="18484">
                  <c:v>5.1449999999999996</c:v>
                </c:pt>
                <c:pt idx="18485">
                  <c:v>5.1452999999999998</c:v>
                </c:pt>
                <c:pt idx="18486">
                  <c:v>5.1456099999999996</c:v>
                </c:pt>
                <c:pt idx="18487">
                  <c:v>5.1459200000000003</c:v>
                </c:pt>
                <c:pt idx="18488">
                  <c:v>5.1462199999999996</c:v>
                </c:pt>
                <c:pt idx="18489">
                  <c:v>5.1465300000000003</c:v>
                </c:pt>
                <c:pt idx="18490">
                  <c:v>5.1468299999999996</c:v>
                </c:pt>
                <c:pt idx="18491">
                  <c:v>5.1471400000000003</c:v>
                </c:pt>
                <c:pt idx="18492">
                  <c:v>5.1474399999999996</c:v>
                </c:pt>
                <c:pt idx="18493">
                  <c:v>5.1477500000000003</c:v>
                </c:pt>
                <c:pt idx="18494">
                  <c:v>5.1480499999999996</c:v>
                </c:pt>
                <c:pt idx="18495">
                  <c:v>5.1483600000000003</c:v>
                </c:pt>
                <c:pt idx="18496">
                  <c:v>5.1486599999999996</c:v>
                </c:pt>
                <c:pt idx="18497">
                  <c:v>5.1489700000000003</c:v>
                </c:pt>
                <c:pt idx="18498">
                  <c:v>5.1492699999999996</c:v>
                </c:pt>
                <c:pt idx="18499">
                  <c:v>5.1495800000000003</c:v>
                </c:pt>
                <c:pt idx="18500">
                  <c:v>5.1498900000000001</c:v>
                </c:pt>
                <c:pt idx="18501">
                  <c:v>5.1501900000000003</c:v>
                </c:pt>
                <c:pt idx="18502">
                  <c:v>5.1505000000000001</c:v>
                </c:pt>
                <c:pt idx="18503">
                  <c:v>5.1508000000000003</c:v>
                </c:pt>
                <c:pt idx="18504">
                  <c:v>5.1511100000000001</c:v>
                </c:pt>
                <c:pt idx="18505">
                  <c:v>5.1514100000000003</c:v>
                </c:pt>
                <c:pt idx="18506">
                  <c:v>5.1517200000000001</c:v>
                </c:pt>
                <c:pt idx="18507">
                  <c:v>5.1520200000000003</c:v>
                </c:pt>
                <c:pt idx="18508">
                  <c:v>5.1523300000000001</c:v>
                </c:pt>
                <c:pt idx="18509">
                  <c:v>5.1526300000000003</c:v>
                </c:pt>
                <c:pt idx="18510">
                  <c:v>5.1529400000000001</c:v>
                </c:pt>
                <c:pt idx="18511">
                  <c:v>5.1532400000000003</c:v>
                </c:pt>
                <c:pt idx="18512">
                  <c:v>5.1535500000000001</c:v>
                </c:pt>
                <c:pt idx="18513">
                  <c:v>5.1538599999999999</c:v>
                </c:pt>
                <c:pt idx="18514">
                  <c:v>5.1541600000000001</c:v>
                </c:pt>
                <c:pt idx="18515">
                  <c:v>5.1544699999999999</c:v>
                </c:pt>
                <c:pt idx="18516">
                  <c:v>5.1547700000000001</c:v>
                </c:pt>
                <c:pt idx="18517">
                  <c:v>5.1550799999999999</c:v>
                </c:pt>
                <c:pt idx="18518">
                  <c:v>5.1553800000000001</c:v>
                </c:pt>
                <c:pt idx="18519">
                  <c:v>5.1556899999999999</c:v>
                </c:pt>
                <c:pt idx="18520">
                  <c:v>5.1559900000000001</c:v>
                </c:pt>
                <c:pt idx="18521">
                  <c:v>5.1562999999999999</c:v>
                </c:pt>
                <c:pt idx="18522">
                  <c:v>5.1566000000000001</c:v>
                </c:pt>
                <c:pt idx="18523">
                  <c:v>5.1569099999999999</c:v>
                </c:pt>
                <c:pt idx="18524">
                  <c:v>5.1572199999999997</c:v>
                </c:pt>
                <c:pt idx="18525">
                  <c:v>5.1575199999999999</c:v>
                </c:pt>
                <c:pt idx="18526">
                  <c:v>5.1578299999999997</c:v>
                </c:pt>
                <c:pt idx="18527">
                  <c:v>5.1581299999999999</c:v>
                </c:pt>
                <c:pt idx="18528">
                  <c:v>5.1584399999999997</c:v>
                </c:pt>
                <c:pt idx="18529">
                  <c:v>5.1587399999999999</c:v>
                </c:pt>
                <c:pt idx="18530">
                  <c:v>5.1590499999999997</c:v>
                </c:pt>
                <c:pt idx="18531">
                  <c:v>5.1593499999999999</c:v>
                </c:pt>
                <c:pt idx="18532">
                  <c:v>5.1596599999999997</c:v>
                </c:pt>
                <c:pt idx="18533">
                  <c:v>5.1599599999999999</c:v>
                </c:pt>
                <c:pt idx="18534">
                  <c:v>5.1602699999999997</c:v>
                </c:pt>
                <c:pt idx="18535">
                  <c:v>5.1605699999999999</c:v>
                </c:pt>
                <c:pt idx="18536">
                  <c:v>5.1608799999999997</c:v>
                </c:pt>
                <c:pt idx="18537">
                  <c:v>5.1611900000000004</c:v>
                </c:pt>
                <c:pt idx="18538">
                  <c:v>5.1614899999999997</c:v>
                </c:pt>
                <c:pt idx="18539">
                  <c:v>5.1618000000000004</c:v>
                </c:pt>
                <c:pt idx="18540">
                  <c:v>5.1620999999999997</c:v>
                </c:pt>
                <c:pt idx="18541">
                  <c:v>5.1624100000000004</c:v>
                </c:pt>
                <c:pt idx="18542">
                  <c:v>5.1627099999999997</c:v>
                </c:pt>
                <c:pt idx="18543">
                  <c:v>5.1630200000000004</c:v>
                </c:pt>
                <c:pt idx="18544">
                  <c:v>5.1633199999999997</c:v>
                </c:pt>
                <c:pt idx="18545">
                  <c:v>5.1636300000000004</c:v>
                </c:pt>
                <c:pt idx="18546">
                  <c:v>5.1639299999999997</c:v>
                </c:pt>
                <c:pt idx="18547">
                  <c:v>5.1642400000000004</c:v>
                </c:pt>
                <c:pt idx="18548">
                  <c:v>5.1645399999999997</c:v>
                </c:pt>
                <c:pt idx="18549">
                  <c:v>5.1648500000000004</c:v>
                </c:pt>
                <c:pt idx="18550">
                  <c:v>5.1651600000000002</c:v>
                </c:pt>
                <c:pt idx="18551">
                  <c:v>5.1654600000000004</c:v>
                </c:pt>
                <c:pt idx="18552">
                  <c:v>5.1657700000000002</c:v>
                </c:pt>
                <c:pt idx="18553">
                  <c:v>5.1660700000000004</c:v>
                </c:pt>
                <c:pt idx="18554">
                  <c:v>5.1663800000000002</c:v>
                </c:pt>
                <c:pt idx="18555">
                  <c:v>5.1666800000000004</c:v>
                </c:pt>
                <c:pt idx="18556">
                  <c:v>5.1669900000000002</c:v>
                </c:pt>
                <c:pt idx="18557">
                  <c:v>5.1672900000000004</c:v>
                </c:pt>
                <c:pt idx="18558">
                  <c:v>5.1676000000000002</c:v>
                </c:pt>
                <c:pt idx="18559">
                  <c:v>5.1679000000000004</c:v>
                </c:pt>
                <c:pt idx="18560">
                  <c:v>5.1682100000000002</c:v>
                </c:pt>
                <c:pt idx="18561">
                  <c:v>5.1685100000000004</c:v>
                </c:pt>
                <c:pt idx="18562">
                  <c:v>5.1688200000000002</c:v>
                </c:pt>
                <c:pt idx="18563">
                  <c:v>5.16913</c:v>
                </c:pt>
                <c:pt idx="18564">
                  <c:v>5.1694300000000002</c:v>
                </c:pt>
                <c:pt idx="18565">
                  <c:v>5.16974</c:v>
                </c:pt>
                <c:pt idx="18566">
                  <c:v>5.1700400000000002</c:v>
                </c:pt>
                <c:pt idx="18567">
                  <c:v>5.17035</c:v>
                </c:pt>
                <c:pt idx="18568">
                  <c:v>5.1706500000000002</c:v>
                </c:pt>
                <c:pt idx="18569">
                  <c:v>5.17096</c:v>
                </c:pt>
                <c:pt idx="18570">
                  <c:v>5.1712600000000002</c:v>
                </c:pt>
                <c:pt idx="18571">
                  <c:v>5.17157</c:v>
                </c:pt>
                <c:pt idx="18572">
                  <c:v>5.1718700000000002</c:v>
                </c:pt>
                <c:pt idx="18573">
                  <c:v>5.17218</c:v>
                </c:pt>
                <c:pt idx="18574">
                  <c:v>5.1724800000000002</c:v>
                </c:pt>
                <c:pt idx="18575">
                  <c:v>5.17279</c:v>
                </c:pt>
                <c:pt idx="18576">
                  <c:v>5.1730999999999998</c:v>
                </c:pt>
                <c:pt idx="18577">
                  <c:v>5.1734</c:v>
                </c:pt>
                <c:pt idx="18578">
                  <c:v>5.1737099999999998</c:v>
                </c:pt>
                <c:pt idx="18579">
                  <c:v>5.17401</c:v>
                </c:pt>
                <c:pt idx="18580">
                  <c:v>5.1743199999999998</c:v>
                </c:pt>
                <c:pt idx="18581">
                  <c:v>5.17462</c:v>
                </c:pt>
                <c:pt idx="18582">
                  <c:v>5.1749299999999998</c:v>
                </c:pt>
                <c:pt idx="18583">
                  <c:v>5.17523</c:v>
                </c:pt>
                <c:pt idx="18584">
                  <c:v>5.1755399999999998</c:v>
                </c:pt>
                <c:pt idx="18585">
                  <c:v>5.17584</c:v>
                </c:pt>
                <c:pt idx="18586">
                  <c:v>5.1761499999999998</c:v>
                </c:pt>
                <c:pt idx="18587">
                  <c:v>5.1764599999999996</c:v>
                </c:pt>
                <c:pt idx="18588">
                  <c:v>5.1767599999999998</c:v>
                </c:pt>
                <c:pt idx="18589">
                  <c:v>5.1770699999999996</c:v>
                </c:pt>
                <c:pt idx="18590">
                  <c:v>5.1773699999999998</c:v>
                </c:pt>
                <c:pt idx="18591">
                  <c:v>5.1776799999999996</c:v>
                </c:pt>
                <c:pt idx="18592">
                  <c:v>5.1779799999999998</c:v>
                </c:pt>
                <c:pt idx="18593">
                  <c:v>5.1782899999999996</c:v>
                </c:pt>
                <c:pt idx="18594">
                  <c:v>5.1785899999999998</c:v>
                </c:pt>
                <c:pt idx="18595">
                  <c:v>5.1788999999999996</c:v>
                </c:pt>
                <c:pt idx="18596">
                  <c:v>5.1791999999999998</c:v>
                </c:pt>
                <c:pt idx="18597">
                  <c:v>5.1795099999999996</c:v>
                </c:pt>
                <c:pt idx="18598">
                  <c:v>5.1798099999999998</c:v>
                </c:pt>
                <c:pt idx="18599">
                  <c:v>5.1801199999999996</c:v>
                </c:pt>
                <c:pt idx="18600">
                  <c:v>5.1804300000000003</c:v>
                </c:pt>
                <c:pt idx="18601">
                  <c:v>5.1807299999999996</c:v>
                </c:pt>
                <c:pt idx="18602">
                  <c:v>5.1810400000000003</c:v>
                </c:pt>
                <c:pt idx="18603">
                  <c:v>5.1813399999999996</c:v>
                </c:pt>
                <c:pt idx="18604">
                  <c:v>5.1816500000000003</c:v>
                </c:pt>
                <c:pt idx="18605">
                  <c:v>5.1819499999999996</c:v>
                </c:pt>
                <c:pt idx="18606">
                  <c:v>5.1822600000000003</c:v>
                </c:pt>
                <c:pt idx="18607">
                  <c:v>5.1825599999999996</c:v>
                </c:pt>
                <c:pt idx="18608">
                  <c:v>5.1828700000000003</c:v>
                </c:pt>
                <c:pt idx="18609">
                  <c:v>5.1831699999999996</c:v>
                </c:pt>
                <c:pt idx="18610">
                  <c:v>5.1834800000000003</c:v>
                </c:pt>
                <c:pt idx="18611">
                  <c:v>5.1837799999999996</c:v>
                </c:pt>
                <c:pt idx="18612">
                  <c:v>5.1840900000000003</c:v>
                </c:pt>
                <c:pt idx="18613">
                  <c:v>5.1844000000000001</c:v>
                </c:pt>
                <c:pt idx="18614">
                  <c:v>5.1847000000000003</c:v>
                </c:pt>
                <c:pt idx="18615">
                  <c:v>5.1850100000000001</c:v>
                </c:pt>
                <c:pt idx="18616">
                  <c:v>5.1853100000000003</c:v>
                </c:pt>
                <c:pt idx="18617">
                  <c:v>5.1856200000000001</c:v>
                </c:pt>
                <c:pt idx="18618">
                  <c:v>5.1859200000000003</c:v>
                </c:pt>
                <c:pt idx="18619">
                  <c:v>5.1862300000000001</c:v>
                </c:pt>
                <c:pt idx="18620">
                  <c:v>5.1865300000000003</c:v>
                </c:pt>
                <c:pt idx="18621">
                  <c:v>5.1868400000000001</c:v>
                </c:pt>
                <c:pt idx="18622">
                  <c:v>5.1871400000000003</c:v>
                </c:pt>
                <c:pt idx="18623">
                  <c:v>5.1874500000000001</c:v>
                </c:pt>
                <c:pt idx="18624">
                  <c:v>5.1877500000000003</c:v>
                </c:pt>
                <c:pt idx="18625">
                  <c:v>5.1880600000000001</c:v>
                </c:pt>
                <c:pt idx="18626">
                  <c:v>5.1883699999999999</c:v>
                </c:pt>
                <c:pt idx="18627">
                  <c:v>5.1886700000000001</c:v>
                </c:pt>
                <c:pt idx="18628">
                  <c:v>5.1889799999999999</c:v>
                </c:pt>
                <c:pt idx="18629">
                  <c:v>5.1892800000000001</c:v>
                </c:pt>
                <c:pt idx="18630">
                  <c:v>5.1895899999999999</c:v>
                </c:pt>
                <c:pt idx="18631">
                  <c:v>5.1898900000000001</c:v>
                </c:pt>
                <c:pt idx="18632">
                  <c:v>5.1901999999999999</c:v>
                </c:pt>
                <c:pt idx="18633">
                  <c:v>5.1905000000000001</c:v>
                </c:pt>
                <c:pt idx="18634">
                  <c:v>5.1908099999999999</c:v>
                </c:pt>
                <c:pt idx="18635">
                  <c:v>5.1911100000000001</c:v>
                </c:pt>
                <c:pt idx="18636">
                  <c:v>5.1914199999999999</c:v>
                </c:pt>
                <c:pt idx="18637">
                  <c:v>5.1917200000000001</c:v>
                </c:pt>
                <c:pt idx="18638">
                  <c:v>5.1920299999999999</c:v>
                </c:pt>
                <c:pt idx="18639">
                  <c:v>5.1923399999999997</c:v>
                </c:pt>
                <c:pt idx="18640">
                  <c:v>5.1926399999999999</c:v>
                </c:pt>
                <c:pt idx="18641">
                  <c:v>5.1929499999999997</c:v>
                </c:pt>
                <c:pt idx="18642">
                  <c:v>5.1932499999999999</c:v>
                </c:pt>
                <c:pt idx="18643">
                  <c:v>5.1935599999999997</c:v>
                </c:pt>
                <c:pt idx="18644">
                  <c:v>5.1938599999999999</c:v>
                </c:pt>
                <c:pt idx="18645">
                  <c:v>5.1941699999999997</c:v>
                </c:pt>
                <c:pt idx="18646">
                  <c:v>5.1944699999999999</c:v>
                </c:pt>
                <c:pt idx="18647">
                  <c:v>5.1947799999999997</c:v>
                </c:pt>
                <c:pt idx="18648">
                  <c:v>5.1950799999999999</c:v>
                </c:pt>
                <c:pt idx="18649">
                  <c:v>5.1953899999999997</c:v>
                </c:pt>
                <c:pt idx="18650">
                  <c:v>5.1957000000000004</c:v>
                </c:pt>
                <c:pt idx="18651">
                  <c:v>5.1959999999999997</c:v>
                </c:pt>
                <c:pt idx="18652">
                  <c:v>5.1963100000000004</c:v>
                </c:pt>
                <c:pt idx="18653">
                  <c:v>5.1966099999999997</c:v>
                </c:pt>
                <c:pt idx="18654">
                  <c:v>5.1969200000000004</c:v>
                </c:pt>
                <c:pt idx="18655">
                  <c:v>5.1972199999999997</c:v>
                </c:pt>
                <c:pt idx="18656">
                  <c:v>5.1975300000000004</c:v>
                </c:pt>
                <c:pt idx="18657">
                  <c:v>5.1978299999999997</c:v>
                </c:pt>
                <c:pt idx="18658">
                  <c:v>5.1981400000000004</c:v>
                </c:pt>
                <c:pt idx="18659">
                  <c:v>5.1984399999999997</c:v>
                </c:pt>
                <c:pt idx="18660">
                  <c:v>5.1987500000000004</c:v>
                </c:pt>
                <c:pt idx="18661">
                  <c:v>5.1990499999999997</c:v>
                </c:pt>
                <c:pt idx="18662">
                  <c:v>5.1993600000000004</c:v>
                </c:pt>
                <c:pt idx="18663">
                  <c:v>5.1996700000000002</c:v>
                </c:pt>
                <c:pt idx="18664">
                  <c:v>5.1999700000000004</c:v>
                </c:pt>
                <c:pt idx="18665">
                  <c:v>5.2002800000000002</c:v>
                </c:pt>
                <c:pt idx="18666">
                  <c:v>5.2005800000000004</c:v>
                </c:pt>
                <c:pt idx="18667">
                  <c:v>5.2008900000000002</c:v>
                </c:pt>
                <c:pt idx="18668">
                  <c:v>5.2011900000000004</c:v>
                </c:pt>
                <c:pt idx="18669">
                  <c:v>5.2015000000000002</c:v>
                </c:pt>
                <c:pt idx="18670">
                  <c:v>5.2018000000000004</c:v>
                </c:pt>
                <c:pt idx="18671">
                  <c:v>5.2021100000000002</c:v>
                </c:pt>
                <c:pt idx="18672">
                  <c:v>5.2024100000000004</c:v>
                </c:pt>
                <c:pt idx="18673">
                  <c:v>5.2027200000000002</c:v>
                </c:pt>
                <c:pt idx="18674">
                  <c:v>5.2030200000000004</c:v>
                </c:pt>
                <c:pt idx="18675">
                  <c:v>5.2033300000000002</c:v>
                </c:pt>
                <c:pt idx="18676">
                  <c:v>5.20364</c:v>
                </c:pt>
                <c:pt idx="18677">
                  <c:v>5.2039400000000002</c:v>
                </c:pt>
                <c:pt idx="18678">
                  <c:v>5.20425</c:v>
                </c:pt>
                <c:pt idx="18679">
                  <c:v>5.2045500000000002</c:v>
                </c:pt>
                <c:pt idx="18680">
                  <c:v>5.20486</c:v>
                </c:pt>
                <c:pt idx="18681">
                  <c:v>5.2051600000000002</c:v>
                </c:pt>
                <c:pt idx="18682">
                  <c:v>5.20547</c:v>
                </c:pt>
                <c:pt idx="18683">
                  <c:v>5.2057700000000002</c:v>
                </c:pt>
                <c:pt idx="18684">
                  <c:v>5.20608</c:v>
                </c:pt>
                <c:pt idx="18685">
                  <c:v>5.2063800000000002</c:v>
                </c:pt>
                <c:pt idx="18686">
                  <c:v>5.20669</c:v>
                </c:pt>
                <c:pt idx="18687">
                  <c:v>5.2069900000000002</c:v>
                </c:pt>
                <c:pt idx="18688">
                  <c:v>5.2073</c:v>
                </c:pt>
                <c:pt idx="18689">
                  <c:v>5.2076099999999999</c:v>
                </c:pt>
                <c:pt idx="18690">
                  <c:v>5.20791</c:v>
                </c:pt>
                <c:pt idx="18691">
                  <c:v>5.2082199999999998</c:v>
                </c:pt>
                <c:pt idx="18692">
                  <c:v>5.20852</c:v>
                </c:pt>
                <c:pt idx="18693">
                  <c:v>5.2088299999999998</c:v>
                </c:pt>
                <c:pt idx="18694">
                  <c:v>5.20913</c:v>
                </c:pt>
                <c:pt idx="18695">
                  <c:v>5.2094399999999998</c:v>
                </c:pt>
                <c:pt idx="18696">
                  <c:v>5.20974</c:v>
                </c:pt>
                <c:pt idx="18697">
                  <c:v>5.2100499999999998</c:v>
                </c:pt>
                <c:pt idx="18698">
                  <c:v>5.21035</c:v>
                </c:pt>
                <c:pt idx="18699">
                  <c:v>5.2106599999999998</c:v>
                </c:pt>
                <c:pt idx="18700">
                  <c:v>5.2109699999999997</c:v>
                </c:pt>
                <c:pt idx="18701">
                  <c:v>5.2112699999999998</c:v>
                </c:pt>
                <c:pt idx="18702">
                  <c:v>5.2115799999999997</c:v>
                </c:pt>
                <c:pt idx="18703">
                  <c:v>5.2118799999999998</c:v>
                </c:pt>
                <c:pt idx="18704">
                  <c:v>5.2121899999999997</c:v>
                </c:pt>
                <c:pt idx="18705">
                  <c:v>5.2124899999999998</c:v>
                </c:pt>
                <c:pt idx="18706">
                  <c:v>5.2127999999999997</c:v>
                </c:pt>
                <c:pt idx="18707">
                  <c:v>5.2130999999999998</c:v>
                </c:pt>
                <c:pt idx="18708">
                  <c:v>5.2134099999999997</c:v>
                </c:pt>
                <c:pt idx="18709">
                  <c:v>5.2137099999999998</c:v>
                </c:pt>
                <c:pt idx="18710">
                  <c:v>5.2140199999999997</c:v>
                </c:pt>
                <c:pt idx="18711">
                  <c:v>5.2143199999999998</c:v>
                </c:pt>
                <c:pt idx="18712">
                  <c:v>5.2146299999999997</c:v>
                </c:pt>
                <c:pt idx="18713">
                  <c:v>5.2149400000000004</c:v>
                </c:pt>
                <c:pt idx="18714">
                  <c:v>5.2152399999999997</c:v>
                </c:pt>
                <c:pt idx="18715">
                  <c:v>5.2155500000000004</c:v>
                </c:pt>
                <c:pt idx="18716">
                  <c:v>5.2158499999999997</c:v>
                </c:pt>
                <c:pt idx="18717">
                  <c:v>5.2161600000000004</c:v>
                </c:pt>
                <c:pt idx="18718">
                  <c:v>5.2164599999999997</c:v>
                </c:pt>
                <c:pt idx="18719">
                  <c:v>5.2167700000000004</c:v>
                </c:pt>
                <c:pt idx="18720">
                  <c:v>5.2170699999999997</c:v>
                </c:pt>
                <c:pt idx="18721">
                  <c:v>5.2173800000000004</c:v>
                </c:pt>
                <c:pt idx="18722">
                  <c:v>5.2176799999999997</c:v>
                </c:pt>
                <c:pt idx="18723">
                  <c:v>5.2179900000000004</c:v>
                </c:pt>
                <c:pt idx="18724">
                  <c:v>5.2182899999999997</c:v>
                </c:pt>
                <c:pt idx="18725">
                  <c:v>5.2186000000000003</c:v>
                </c:pt>
                <c:pt idx="18726">
                  <c:v>5.2189100000000002</c:v>
                </c:pt>
                <c:pt idx="18727">
                  <c:v>5.2192100000000003</c:v>
                </c:pt>
                <c:pt idx="18728">
                  <c:v>5.2195200000000002</c:v>
                </c:pt>
                <c:pt idx="18729">
                  <c:v>5.2198200000000003</c:v>
                </c:pt>
                <c:pt idx="18730">
                  <c:v>5.2201300000000002</c:v>
                </c:pt>
                <c:pt idx="18731">
                  <c:v>5.2204300000000003</c:v>
                </c:pt>
                <c:pt idx="18732">
                  <c:v>5.2207400000000002</c:v>
                </c:pt>
                <c:pt idx="18733">
                  <c:v>5.2210400000000003</c:v>
                </c:pt>
                <c:pt idx="18734">
                  <c:v>5.2213500000000002</c:v>
                </c:pt>
                <c:pt idx="18735">
                  <c:v>5.2216500000000003</c:v>
                </c:pt>
                <c:pt idx="18736">
                  <c:v>5.2219600000000002</c:v>
                </c:pt>
                <c:pt idx="18737">
                  <c:v>5.2222600000000003</c:v>
                </c:pt>
                <c:pt idx="18738">
                  <c:v>5.2225700000000002</c:v>
                </c:pt>
                <c:pt idx="18739">
                  <c:v>5.22288</c:v>
                </c:pt>
                <c:pt idx="18740">
                  <c:v>5.2231800000000002</c:v>
                </c:pt>
                <c:pt idx="18741">
                  <c:v>5.22349</c:v>
                </c:pt>
                <c:pt idx="18742">
                  <c:v>5.2237900000000002</c:v>
                </c:pt>
                <c:pt idx="18743">
                  <c:v>5.2241</c:v>
                </c:pt>
                <c:pt idx="18744">
                  <c:v>5.2244000000000002</c:v>
                </c:pt>
                <c:pt idx="18745">
                  <c:v>5.22471</c:v>
                </c:pt>
                <c:pt idx="18746">
                  <c:v>5.2250100000000002</c:v>
                </c:pt>
                <c:pt idx="18747">
                  <c:v>5.22532</c:v>
                </c:pt>
                <c:pt idx="18748">
                  <c:v>5.2256200000000002</c:v>
                </c:pt>
                <c:pt idx="18749">
                  <c:v>5.22593</c:v>
                </c:pt>
                <c:pt idx="18750">
                  <c:v>5.2262300000000002</c:v>
                </c:pt>
                <c:pt idx="18751">
                  <c:v>5.22654</c:v>
                </c:pt>
                <c:pt idx="18752">
                  <c:v>5.2268499999999998</c:v>
                </c:pt>
                <c:pt idx="18753">
                  <c:v>5.22715</c:v>
                </c:pt>
                <c:pt idx="18754">
                  <c:v>5.2274599999999998</c:v>
                </c:pt>
                <c:pt idx="18755">
                  <c:v>5.22776</c:v>
                </c:pt>
                <c:pt idx="18756">
                  <c:v>5.2280699999999998</c:v>
                </c:pt>
                <c:pt idx="18757">
                  <c:v>5.22837</c:v>
                </c:pt>
                <c:pt idx="18758">
                  <c:v>5.2286799999999998</c:v>
                </c:pt>
                <c:pt idx="18759">
                  <c:v>5.22898</c:v>
                </c:pt>
                <c:pt idx="18760">
                  <c:v>5.2292899999999998</c:v>
                </c:pt>
                <c:pt idx="18761">
                  <c:v>5.22959</c:v>
                </c:pt>
                <c:pt idx="18762">
                  <c:v>5.2298999999999998</c:v>
                </c:pt>
                <c:pt idx="18763">
                  <c:v>5.2302099999999996</c:v>
                </c:pt>
                <c:pt idx="18764">
                  <c:v>5.2305099999999998</c:v>
                </c:pt>
                <c:pt idx="18765">
                  <c:v>5.2308199999999996</c:v>
                </c:pt>
                <c:pt idx="18766">
                  <c:v>5.2311199999999998</c:v>
                </c:pt>
                <c:pt idx="18767">
                  <c:v>5.2314299999999996</c:v>
                </c:pt>
                <c:pt idx="18768">
                  <c:v>5.2317299999999998</c:v>
                </c:pt>
                <c:pt idx="18769">
                  <c:v>5.2320399999999996</c:v>
                </c:pt>
                <c:pt idx="18770">
                  <c:v>5.2323399999999998</c:v>
                </c:pt>
                <c:pt idx="18771">
                  <c:v>5.2326499999999996</c:v>
                </c:pt>
                <c:pt idx="18772">
                  <c:v>5.2329499999999998</c:v>
                </c:pt>
                <c:pt idx="18773">
                  <c:v>5.2332599999999996</c:v>
                </c:pt>
                <c:pt idx="18774">
                  <c:v>5.2335599999999998</c:v>
                </c:pt>
                <c:pt idx="18775">
                  <c:v>5.2338699999999996</c:v>
                </c:pt>
                <c:pt idx="18776">
                  <c:v>5.2341800000000003</c:v>
                </c:pt>
                <c:pt idx="18777">
                  <c:v>5.2344799999999996</c:v>
                </c:pt>
                <c:pt idx="18778">
                  <c:v>5.2347900000000003</c:v>
                </c:pt>
                <c:pt idx="18779">
                  <c:v>5.2350899999999996</c:v>
                </c:pt>
                <c:pt idx="18780">
                  <c:v>5.2354000000000003</c:v>
                </c:pt>
                <c:pt idx="18781">
                  <c:v>5.2356999999999996</c:v>
                </c:pt>
                <c:pt idx="18782">
                  <c:v>5.2360100000000003</c:v>
                </c:pt>
                <c:pt idx="18783">
                  <c:v>5.2363099999999996</c:v>
                </c:pt>
                <c:pt idx="18784">
                  <c:v>5.2366200000000003</c:v>
                </c:pt>
                <c:pt idx="18785">
                  <c:v>5.2369199999999996</c:v>
                </c:pt>
                <c:pt idx="18786">
                  <c:v>5.2372300000000003</c:v>
                </c:pt>
                <c:pt idx="18787">
                  <c:v>5.2375299999999996</c:v>
                </c:pt>
                <c:pt idx="18788">
                  <c:v>5.2378400000000003</c:v>
                </c:pt>
                <c:pt idx="18789">
                  <c:v>5.2381500000000001</c:v>
                </c:pt>
                <c:pt idx="18790">
                  <c:v>5.2384500000000003</c:v>
                </c:pt>
                <c:pt idx="18791">
                  <c:v>5.2387600000000001</c:v>
                </c:pt>
                <c:pt idx="18792">
                  <c:v>5.2390600000000003</c:v>
                </c:pt>
                <c:pt idx="18793">
                  <c:v>5.2393700000000001</c:v>
                </c:pt>
                <c:pt idx="18794">
                  <c:v>5.2396700000000003</c:v>
                </c:pt>
                <c:pt idx="18795">
                  <c:v>5.2399800000000001</c:v>
                </c:pt>
                <c:pt idx="18796">
                  <c:v>5.2402800000000003</c:v>
                </c:pt>
                <c:pt idx="18797">
                  <c:v>5.2405900000000001</c:v>
                </c:pt>
                <c:pt idx="18798">
                  <c:v>5.2408900000000003</c:v>
                </c:pt>
                <c:pt idx="18799">
                  <c:v>5.2412000000000001</c:v>
                </c:pt>
                <c:pt idx="18800">
                  <c:v>5.2415000000000003</c:v>
                </c:pt>
                <c:pt idx="18801">
                  <c:v>5.2418100000000001</c:v>
                </c:pt>
                <c:pt idx="18802">
                  <c:v>5.2421199999999999</c:v>
                </c:pt>
                <c:pt idx="18803">
                  <c:v>5.2424200000000001</c:v>
                </c:pt>
                <c:pt idx="18804">
                  <c:v>5.2427299999999999</c:v>
                </c:pt>
                <c:pt idx="18805">
                  <c:v>5.2430300000000001</c:v>
                </c:pt>
                <c:pt idx="18806">
                  <c:v>5.2433399999999999</c:v>
                </c:pt>
                <c:pt idx="18807">
                  <c:v>5.2436400000000001</c:v>
                </c:pt>
                <c:pt idx="18808">
                  <c:v>5.2439499999999999</c:v>
                </c:pt>
                <c:pt idx="18809">
                  <c:v>5.2442500000000001</c:v>
                </c:pt>
                <c:pt idx="18810">
                  <c:v>5.2445599999999999</c:v>
                </c:pt>
                <c:pt idx="18811">
                  <c:v>5.2448600000000001</c:v>
                </c:pt>
                <c:pt idx="18812">
                  <c:v>5.2451699999999999</c:v>
                </c:pt>
                <c:pt idx="18813">
                  <c:v>5.2454700000000001</c:v>
                </c:pt>
                <c:pt idx="18814">
                  <c:v>5.2457799999999999</c:v>
                </c:pt>
                <c:pt idx="18815">
                  <c:v>5.2460899999999997</c:v>
                </c:pt>
                <c:pt idx="18816">
                  <c:v>5.2463899999999999</c:v>
                </c:pt>
                <c:pt idx="18817">
                  <c:v>5.2466999999999997</c:v>
                </c:pt>
                <c:pt idx="18818">
                  <c:v>5.2469999999999999</c:v>
                </c:pt>
                <c:pt idx="18819">
                  <c:v>5.2473099999999997</c:v>
                </c:pt>
                <c:pt idx="18820">
                  <c:v>5.2476099999999999</c:v>
                </c:pt>
                <c:pt idx="18821">
                  <c:v>5.2479199999999997</c:v>
                </c:pt>
                <c:pt idx="18822">
                  <c:v>5.2482199999999999</c:v>
                </c:pt>
                <c:pt idx="18823">
                  <c:v>5.2485299999999997</c:v>
                </c:pt>
                <c:pt idx="18824">
                  <c:v>5.2488299999999999</c:v>
                </c:pt>
                <c:pt idx="18825">
                  <c:v>5.2491399999999997</c:v>
                </c:pt>
                <c:pt idx="18826">
                  <c:v>5.2494500000000004</c:v>
                </c:pt>
                <c:pt idx="18827">
                  <c:v>5.2497499999999997</c:v>
                </c:pt>
                <c:pt idx="18828">
                  <c:v>5.2500600000000004</c:v>
                </c:pt>
                <c:pt idx="18829">
                  <c:v>5.2503599999999997</c:v>
                </c:pt>
                <c:pt idx="18830">
                  <c:v>5.2506700000000004</c:v>
                </c:pt>
                <c:pt idx="18831">
                  <c:v>5.2509699999999997</c:v>
                </c:pt>
                <c:pt idx="18832">
                  <c:v>5.2512800000000004</c:v>
                </c:pt>
                <c:pt idx="18833">
                  <c:v>5.2515799999999997</c:v>
                </c:pt>
                <c:pt idx="18834">
                  <c:v>5.2518900000000004</c:v>
                </c:pt>
                <c:pt idx="18835">
                  <c:v>5.2521899999999997</c:v>
                </c:pt>
                <c:pt idx="18836">
                  <c:v>5.2525000000000004</c:v>
                </c:pt>
                <c:pt idx="18837">
                  <c:v>5.2527999999999997</c:v>
                </c:pt>
                <c:pt idx="18838">
                  <c:v>5.2531100000000004</c:v>
                </c:pt>
                <c:pt idx="18839">
                  <c:v>5.2534200000000002</c:v>
                </c:pt>
                <c:pt idx="18840">
                  <c:v>5.2537200000000004</c:v>
                </c:pt>
                <c:pt idx="18841">
                  <c:v>5.2540300000000002</c:v>
                </c:pt>
                <c:pt idx="18842">
                  <c:v>5.2543300000000004</c:v>
                </c:pt>
                <c:pt idx="18843">
                  <c:v>5.2546400000000002</c:v>
                </c:pt>
                <c:pt idx="18844">
                  <c:v>5.2549400000000004</c:v>
                </c:pt>
                <c:pt idx="18845">
                  <c:v>5.2552500000000002</c:v>
                </c:pt>
                <c:pt idx="18846">
                  <c:v>5.2555500000000004</c:v>
                </c:pt>
                <c:pt idx="18847">
                  <c:v>5.2558600000000002</c:v>
                </c:pt>
                <c:pt idx="18848">
                  <c:v>5.2561600000000004</c:v>
                </c:pt>
                <c:pt idx="18849">
                  <c:v>5.2564700000000002</c:v>
                </c:pt>
                <c:pt idx="18850">
                  <c:v>5.2567700000000004</c:v>
                </c:pt>
                <c:pt idx="18851">
                  <c:v>5.2570800000000002</c:v>
                </c:pt>
                <c:pt idx="18852">
                  <c:v>5.25739</c:v>
                </c:pt>
                <c:pt idx="18853">
                  <c:v>5.2576900000000002</c:v>
                </c:pt>
                <c:pt idx="18854">
                  <c:v>5.258</c:v>
                </c:pt>
                <c:pt idx="18855">
                  <c:v>5.2583000000000002</c:v>
                </c:pt>
                <c:pt idx="18856">
                  <c:v>5.25861</c:v>
                </c:pt>
                <c:pt idx="18857">
                  <c:v>5.2589100000000002</c:v>
                </c:pt>
                <c:pt idx="18858">
                  <c:v>5.25922</c:v>
                </c:pt>
                <c:pt idx="18859">
                  <c:v>5.2595200000000002</c:v>
                </c:pt>
                <c:pt idx="18860">
                  <c:v>5.25983</c:v>
                </c:pt>
                <c:pt idx="18861">
                  <c:v>5.2601300000000002</c:v>
                </c:pt>
                <c:pt idx="18862">
                  <c:v>5.26044</c:v>
                </c:pt>
                <c:pt idx="18863">
                  <c:v>5.2607400000000002</c:v>
                </c:pt>
                <c:pt idx="18864">
                  <c:v>5.26105</c:v>
                </c:pt>
                <c:pt idx="18865">
                  <c:v>5.2613599999999998</c:v>
                </c:pt>
                <c:pt idx="18866">
                  <c:v>5.26166</c:v>
                </c:pt>
                <c:pt idx="18867">
                  <c:v>5.2619699999999998</c:v>
                </c:pt>
                <c:pt idx="18868">
                  <c:v>5.26227</c:v>
                </c:pt>
                <c:pt idx="18869">
                  <c:v>5.2625799999999998</c:v>
                </c:pt>
                <c:pt idx="18870">
                  <c:v>5.26288</c:v>
                </c:pt>
                <c:pt idx="18871">
                  <c:v>5.2631899999999998</c:v>
                </c:pt>
                <c:pt idx="18872">
                  <c:v>5.26349</c:v>
                </c:pt>
                <c:pt idx="18873">
                  <c:v>5.2637999999999998</c:v>
                </c:pt>
                <c:pt idx="18874">
                  <c:v>5.2641</c:v>
                </c:pt>
                <c:pt idx="18875">
                  <c:v>5.2644099999999998</c:v>
                </c:pt>
                <c:pt idx="18876">
                  <c:v>5.2647199999999996</c:v>
                </c:pt>
                <c:pt idx="18877">
                  <c:v>5.2650199999999998</c:v>
                </c:pt>
                <c:pt idx="18878">
                  <c:v>5.2653299999999996</c:v>
                </c:pt>
                <c:pt idx="18879">
                  <c:v>5.2656299999999998</c:v>
                </c:pt>
                <c:pt idx="18880">
                  <c:v>5.2659399999999996</c:v>
                </c:pt>
                <c:pt idx="18881">
                  <c:v>5.2662399999999998</c:v>
                </c:pt>
                <c:pt idx="18882">
                  <c:v>5.2665499999999996</c:v>
                </c:pt>
                <c:pt idx="18883">
                  <c:v>5.2668499999999998</c:v>
                </c:pt>
                <c:pt idx="18884">
                  <c:v>5.2671599999999996</c:v>
                </c:pt>
                <c:pt idx="18885">
                  <c:v>5.2674599999999998</c:v>
                </c:pt>
                <c:pt idx="18886">
                  <c:v>5.2677699999999996</c:v>
                </c:pt>
                <c:pt idx="18887">
                  <c:v>5.2680699999999998</c:v>
                </c:pt>
                <c:pt idx="18888">
                  <c:v>5.2683799999999996</c:v>
                </c:pt>
                <c:pt idx="18889">
                  <c:v>5.2686900000000003</c:v>
                </c:pt>
                <c:pt idx="18890">
                  <c:v>5.2689899999999996</c:v>
                </c:pt>
                <c:pt idx="18891">
                  <c:v>5.2693000000000003</c:v>
                </c:pt>
                <c:pt idx="18892">
                  <c:v>5.2695999999999996</c:v>
                </c:pt>
                <c:pt idx="18893">
                  <c:v>5.2699100000000003</c:v>
                </c:pt>
                <c:pt idx="18894">
                  <c:v>5.2702099999999996</c:v>
                </c:pt>
                <c:pt idx="18895">
                  <c:v>5.2705200000000003</c:v>
                </c:pt>
                <c:pt idx="18896">
                  <c:v>5.2708199999999996</c:v>
                </c:pt>
                <c:pt idx="18897">
                  <c:v>5.2711300000000003</c:v>
                </c:pt>
                <c:pt idx="18898">
                  <c:v>5.2714299999999996</c:v>
                </c:pt>
                <c:pt idx="18899">
                  <c:v>5.2717400000000003</c:v>
                </c:pt>
                <c:pt idx="18900">
                  <c:v>5.2720399999999996</c:v>
                </c:pt>
                <c:pt idx="18901">
                  <c:v>5.2723500000000003</c:v>
                </c:pt>
                <c:pt idx="18902">
                  <c:v>5.2726600000000001</c:v>
                </c:pt>
                <c:pt idx="18903">
                  <c:v>5.2729600000000003</c:v>
                </c:pt>
                <c:pt idx="18904">
                  <c:v>5.2732700000000001</c:v>
                </c:pt>
                <c:pt idx="18905">
                  <c:v>5.2735700000000003</c:v>
                </c:pt>
                <c:pt idx="18906">
                  <c:v>5.2738800000000001</c:v>
                </c:pt>
                <c:pt idx="18907">
                  <c:v>5.2741800000000003</c:v>
                </c:pt>
                <c:pt idx="18908">
                  <c:v>5.2744900000000001</c:v>
                </c:pt>
                <c:pt idx="18909">
                  <c:v>5.2747900000000003</c:v>
                </c:pt>
                <c:pt idx="18910">
                  <c:v>5.2751000000000001</c:v>
                </c:pt>
                <c:pt idx="18911">
                  <c:v>5.2754000000000003</c:v>
                </c:pt>
                <c:pt idx="18912">
                  <c:v>5.2757100000000001</c:v>
                </c:pt>
                <c:pt idx="18913">
                  <c:v>5.2760100000000003</c:v>
                </c:pt>
                <c:pt idx="18914">
                  <c:v>5.2763200000000001</c:v>
                </c:pt>
                <c:pt idx="18915">
                  <c:v>5.2766299999999999</c:v>
                </c:pt>
                <c:pt idx="18916">
                  <c:v>5.2769300000000001</c:v>
                </c:pt>
                <c:pt idx="18917">
                  <c:v>5.2772399999999999</c:v>
                </c:pt>
                <c:pt idx="18918">
                  <c:v>5.2775400000000001</c:v>
                </c:pt>
                <c:pt idx="18919">
                  <c:v>5.2778499999999999</c:v>
                </c:pt>
                <c:pt idx="18920">
                  <c:v>5.2781500000000001</c:v>
                </c:pt>
                <c:pt idx="18921">
                  <c:v>5.2784599999999999</c:v>
                </c:pt>
                <c:pt idx="18922">
                  <c:v>5.2787600000000001</c:v>
                </c:pt>
                <c:pt idx="18923">
                  <c:v>5.2790699999999999</c:v>
                </c:pt>
                <c:pt idx="18924">
                  <c:v>5.2793700000000001</c:v>
                </c:pt>
                <c:pt idx="18925">
                  <c:v>5.2796799999999999</c:v>
                </c:pt>
                <c:pt idx="18926">
                  <c:v>5.2799800000000001</c:v>
                </c:pt>
                <c:pt idx="18927">
                  <c:v>5.2802899999999999</c:v>
                </c:pt>
                <c:pt idx="18928">
                  <c:v>5.2805999999999997</c:v>
                </c:pt>
                <c:pt idx="18929">
                  <c:v>5.2808999999999999</c:v>
                </c:pt>
                <c:pt idx="18930">
                  <c:v>5.2812099999999997</c:v>
                </c:pt>
                <c:pt idx="18931">
                  <c:v>5.2815099999999999</c:v>
                </c:pt>
                <c:pt idx="18932">
                  <c:v>5.2818199999999997</c:v>
                </c:pt>
                <c:pt idx="18933">
                  <c:v>5.2821199999999999</c:v>
                </c:pt>
                <c:pt idx="18934">
                  <c:v>5.2824299999999997</c:v>
                </c:pt>
                <c:pt idx="18935">
                  <c:v>5.2827299999999999</c:v>
                </c:pt>
                <c:pt idx="18936">
                  <c:v>5.2830399999999997</c:v>
                </c:pt>
                <c:pt idx="18937">
                  <c:v>5.2833399999999999</c:v>
                </c:pt>
                <c:pt idx="18938">
                  <c:v>5.2836499999999997</c:v>
                </c:pt>
                <c:pt idx="18939">
                  <c:v>5.2839600000000004</c:v>
                </c:pt>
                <c:pt idx="18940">
                  <c:v>5.2842599999999997</c:v>
                </c:pt>
                <c:pt idx="18941">
                  <c:v>5.2845700000000004</c:v>
                </c:pt>
                <c:pt idx="18942">
                  <c:v>5.2848699999999997</c:v>
                </c:pt>
                <c:pt idx="18943">
                  <c:v>5.2851800000000004</c:v>
                </c:pt>
                <c:pt idx="18944">
                  <c:v>5.2854799999999997</c:v>
                </c:pt>
                <c:pt idx="18945">
                  <c:v>5.2857900000000004</c:v>
                </c:pt>
                <c:pt idx="18946">
                  <c:v>5.2860899999999997</c:v>
                </c:pt>
                <c:pt idx="18947">
                  <c:v>5.2864000000000004</c:v>
                </c:pt>
                <c:pt idx="18948">
                  <c:v>5.2866999999999997</c:v>
                </c:pt>
                <c:pt idx="18949">
                  <c:v>5.2870100000000004</c:v>
                </c:pt>
                <c:pt idx="18950">
                  <c:v>5.2873099999999997</c:v>
                </c:pt>
                <c:pt idx="18951">
                  <c:v>5.2876200000000004</c:v>
                </c:pt>
                <c:pt idx="18952">
                  <c:v>5.2879300000000002</c:v>
                </c:pt>
                <c:pt idx="18953">
                  <c:v>5.2882300000000004</c:v>
                </c:pt>
                <c:pt idx="18954">
                  <c:v>5.2885400000000002</c:v>
                </c:pt>
                <c:pt idx="18955">
                  <c:v>5.2888400000000004</c:v>
                </c:pt>
                <c:pt idx="18956">
                  <c:v>5.2891500000000002</c:v>
                </c:pt>
                <c:pt idx="18957">
                  <c:v>5.2894500000000004</c:v>
                </c:pt>
                <c:pt idx="18958">
                  <c:v>5.2897600000000002</c:v>
                </c:pt>
                <c:pt idx="18959">
                  <c:v>5.2900600000000004</c:v>
                </c:pt>
                <c:pt idx="18960">
                  <c:v>5.2903700000000002</c:v>
                </c:pt>
                <c:pt idx="18961">
                  <c:v>5.2906700000000004</c:v>
                </c:pt>
                <c:pt idx="18962">
                  <c:v>5.2909800000000002</c:v>
                </c:pt>
                <c:pt idx="18963">
                  <c:v>5.2912800000000004</c:v>
                </c:pt>
                <c:pt idx="18964">
                  <c:v>5.2915900000000002</c:v>
                </c:pt>
                <c:pt idx="18965">
                  <c:v>5.2919</c:v>
                </c:pt>
                <c:pt idx="18966">
                  <c:v>5.2922000000000002</c:v>
                </c:pt>
                <c:pt idx="18967">
                  <c:v>5.29251</c:v>
                </c:pt>
                <c:pt idx="18968">
                  <c:v>5.2928100000000002</c:v>
                </c:pt>
                <c:pt idx="18969">
                  <c:v>5.29312</c:v>
                </c:pt>
                <c:pt idx="18970">
                  <c:v>5.2934200000000002</c:v>
                </c:pt>
                <c:pt idx="18971">
                  <c:v>5.29373</c:v>
                </c:pt>
                <c:pt idx="18972">
                  <c:v>5.2940300000000002</c:v>
                </c:pt>
                <c:pt idx="18973">
                  <c:v>5.29434</c:v>
                </c:pt>
                <c:pt idx="18974">
                  <c:v>5.2946400000000002</c:v>
                </c:pt>
                <c:pt idx="18975">
                  <c:v>5.29495</c:v>
                </c:pt>
                <c:pt idx="18976">
                  <c:v>5.2952500000000002</c:v>
                </c:pt>
                <c:pt idx="18977">
                  <c:v>5.29556</c:v>
                </c:pt>
                <c:pt idx="18978">
                  <c:v>5.2958699999999999</c:v>
                </c:pt>
                <c:pt idx="18979">
                  <c:v>5.29617</c:v>
                </c:pt>
                <c:pt idx="18980">
                  <c:v>5.2964799999999999</c:v>
                </c:pt>
                <c:pt idx="18981">
                  <c:v>5.29678</c:v>
                </c:pt>
                <c:pt idx="18982">
                  <c:v>5.2970899999999999</c:v>
                </c:pt>
                <c:pt idx="18983">
                  <c:v>5.29739</c:v>
                </c:pt>
                <c:pt idx="18984">
                  <c:v>5.2976999999999999</c:v>
                </c:pt>
                <c:pt idx="18985">
                  <c:v>5.298</c:v>
                </c:pt>
                <c:pt idx="18986">
                  <c:v>5.2983099999999999</c:v>
                </c:pt>
                <c:pt idx="18987">
                  <c:v>5.29861</c:v>
                </c:pt>
                <c:pt idx="18988">
                  <c:v>5.2989199999999999</c:v>
                </c:pt>
                <c:pt idx="18989">
                  <c:v>5.29922</c:v>
                </c:pt>
                <c:pt idx="18990">
                  <c:v>5.2995299999999999</c:v>
                </c:pt>
                <c:pt idx="18991">
                  <c:v>5.2998399999999997</c:v>
                </c:pt>
                <c:pt idx="18992">
                  <c:v>5.3001399999999999</c:v>
                </c:pt>
                <c:pt idx="18993">
                  <c:v>5.3004499999999997</c:v>
                </c:pt>
                <c:pt idx="18994">
                  <c:v>5.3007499999999999</c:v>
                </c:pt>
                <c:pt idx="18995">
                  <c:v>5.3010599999999997</c:v>
                </c:pt>
                <c:pt idx="18996">
                  <c:v>5.3013599999999999</c:v>
                </c:pt>
                <c:pt idx="18997">
                  <c:v>5.3016699999999997</c:v>
                </c:pt>
                <c:pt idx="18998">
                  <c:v>5.3019699999999998</c:v>
                </c:pt>
                <c:pt idx="18999">
                  <c:v>5.3022799999999997</c:v>
                </c:pt>
                <c:pt idx="19000">
                  <c:v>5.3025799999999998</c:v>
                </c:pt>
                <c:pt idx="19001">
                  <c:v>5.3028899999999997</c:v>
                </c:pt>
                <c:pt idx="19002">
                  <c:v>5.3032000000000004</c:v>
                </c:pt>
                <c:pt idx="19003">
                  <c:v>5.3034999999999997</c:v>
                </c:pt>
                <c:pt idx="19004">
                  <c:v>5.3038100000000004</c:v>
                </c:pt>
                <c:pt idx="19005">
                  <c:v>5.3041099999999997</c:v>
                </c:pt>
                <c:pt idx="19006">
                  <c:v>5.3044200000000004</c:v>
                </c:pt>
                <c:pt idx="19007">
                  <c:v>5.3047199999999997</c:v>
                </c:pt>
                <c:pt idx="19008">
                  <c:v>5.3050300000000004</c:v>
                </c:pt>
                <c:pt idx="19009">
                  <c:v>5.3053299999999997</c:v>
                </c:pt>
                <c:pt idx="19010">
                  <c:v>5.3056400000000004</c:v>
                </c:pt>
                <c:pt idx="19011">
                  <c:v>5.3059399999999997</c:v>
                </c:pt>
                <c:pt idx="19012">
                  <c:v>5.3062500000000004</c:v>
                </c:pt>
                <c:pt idx="19013">
                  <c:v>5.3065499999999997</c:v>
                </c:pt>
                <c:pt idx="19014">
                  <c:v>5.3068600000000004</c:v>
                </c:pt>
                <c:pt idx="19015">
                  <c:v>5.3071700000000002</c:v>
                </c:pt>
                <c:pt idx="19016">
                  <c:v>5.3074700000000004</c:v>
                </c:pt>
                <c:pt idx="19017">
                  <c:v>5.3077800000000002</c:v>
                </c:pt>
                <c:pt idx="19018">
                  <c:v>5.3080800000000004</c:v>
                </c:pt>
                <c:pt idx="19019">
                  <c:v>5.3083900000000002</c:v>
                </c:pt>
                <c:pt idx="19020">
                  <c:v>5.3086900000000004</c:v>
                </c:pt>
                <c:pt idx="19021">
                  <c:v>5.3090000000000002</c:v>
                </c:pt>
                <c:pt idx="19022">
                  <c:v>5.3093000000000004</c:v>
                </c:pt>
                <c:pt idx="19023">
                  <c:v>5.3096100000000002</c:v>
                </c:pt>
                <c:pt idx="19024">
                  <c:v>5.3099100000000004</c:v>
                </c:pt>
                <c:pt idx="19025">
                  <c:v>5.3102200000000002</c:v>
                </c:pt>
                <c:pt idx="19026">
                  <c:v>5.3105200000000004</c:v>
                </c:pt>
                <c:pt idx="19027">
                  <c:v>5.3108300000000002</c:v>
                </c:pt>
                <c:pt idx="19028">
                  <c:v>5.31114</c:v>
                </c:pt>
                <c:pt idx="19029">
                  <c:v>5.3114400000000002</c:v>
                </c:pt>
                <c:pt idx="19030">
                  <c:v>5.31175</c:v>
                </c:pt>
                <c:pt idx="19031">
                  <c:v>5.3120500000000002</c:v>
                </c:pt>
                <c:pt idx="19032">
                  <c:v>5.31236</c:v>
                </c:pt>
                <c:pt idx="19033">
                  <c:v>5.3126600000000002</c:v>
                </c:pt>
                <c:pt idx="19034">
                  <c:v>5.31297</c:v>
                </c:pt>
                <c:pt idx="19035">
                  <c:v>5.3132700000000002</c:v>
                </c:pt>
                <c:pt idx="19036">
                  <c:v>5.31358</c:v>
                </c:pt>
                <c:pt idx="19037">
                  <c:v>5.3138800000000002</c:v>
                </c:pt>
                <c:pt idx="19038">
                  <c:v>5.31419</c:v>
                </c:pt>
                <c:pt idx="19039">
                  <c:v>5.3144900000000002</c:v>
                </c:pt>
                <c:pt idx="19040">
                  <c:v>5.3148</c:v>
                </c:pt>
                <c:pt idx="19041">
                  <c:v>5.3151099999999998</c:v>
                </c:pt>
                <c:pt idx="19042">
                  <c:v>5.31541</c:v>
                </c:pt>
                <c:pt idx="19043">
                  <c:v>5.3157199999999998</c:v>
                </c:pt>
                <c:pt idx="19044">
                  <c:v>5.31602</c:v>
                </c:pt>
                <c:pt idx="19045">
                  <c:v>5.3163299999999998</c:v>
                </c:pt>
                <c:pt idx="19046">
                  <c:v>5.31663</c:v>
                </c:pt>
                <c:pt idx="19047">
                  <c:v>5.3169399999999998</c:v>
                </c:pt>
                <c:pt idx="19048">
                  <c:v>5.31724</c:v>
                </c:pt>
                <c:pt idx="19049">
                  <c:v>5.3175499999999998</c:v>
                </c:pt>
                <c:pt idx="19050">
                  <c:v>5.31785</c:v>
                </c:pt>
                <c:pt idx="19051">
                  <c:v>5.3181599999999998</c:v>
                </c:pt>
                <c:pt idx="19052">
                  <c:v>5.31846</c:v>
                </c:pt>
                <c:pt idx="19053">
                  <c:v>5.3187699999999998</c:v>
                </c:pt>
                <c:pt idx="19054">
                  <c:v>5.3190799999999996</c:v>
                </c:pt>
                <c:pt idx="19055">
                  <c:v>5.3193799999999998</c:v>
                </c:pt>
                <c:pt idx="19056">
                  <c:v>5.3196899999999996</c:v>
                </c:pt>
                <c:pt idx="19057">
                  <c:v>5.3199899999999998</c:v>
                </c:pt>
                <c:pt idx="19058">
                  <c:v>5.3202999999999996</c:v>
                </c:pt>
                <c:pt idx="19059">
                  <c:v>5.3205999999999998</c:v>
                </c:pt>
                <c:pt idx="19060">
                  <c:v>5.3209099999999996</c:v>
                </c:pt>
                <c:pt idx="19061">
                  <c:v>5.3212099999999998</c:v>
                </c:pt>
                <c:pt idx="19062">
                  <c:v>5.3215199999999996</c:v>
                </c:pt>
                <c:pt idx="19063">
                  <c:v>5.3218199999999998</c:v>
                </c:pt>
                <c:pt idx="19064">
                  <c:v>5.3221299999999996</c:v>
                </c:pt>
                <c:pt idx="19065">
                  <c:v>5.3224400000000003</c:v>
                </c:pt>
                <c:pt idx="19066">
                  <c:v>5.3227399999999996</c:v>
                </c:pt>
                <c:pt idx="19067">
                  <c:v>5.3230500000000003</c:v>
                </c:pt>
                <c:pt idx="19068">
                  <c:v>5.3233499999999996</c:v>
                </c:pt>
                <c:pt idx="19069">
                  <c:v>5.3236600000000003</c:v>
                </c:pt>
                <c:pt idx="19070">
                  <c:v>5.3239599999999996</c:v>
                </c:pt>
                <c:pt idx="19071">
                  <c:v>5.3242700000000003</c:v>
                </c:pt>
                <c:pt idx="19072">
                  <c:v>5.3245699999999996</c:v>
                </c:pt>
                <c:pt idx="19073">
                  <c:v>5.3248800000000003</c:v>
                </c:pt>
                <c:pt idx="19074">
                  <c:v>5.3251799999999996</c:v>
                </c:pt>
                <c:pt idx="19075">
                  <c:v>5.3254900000000003</c:v>
                </c:pt>
                <c:pt idx="19076">
                  <c:v>5.3257899999999996</c:v>
                </c:pt>
                <c:pt idx="19077">
                  <c:v>5.3261000000000003</c:v>
                </c:pt>
                <c:pt idx="19078">
                  <c:v>5.3264100000000001</c:v>
                </c:pt>
                <c:pt idx="19079">
                  <c:v>5.3267100000000003</c:v>
                </c:pt>
                <c:pt idx="19080">
                  <c:v>5.3270200000000001</c:v>
                </c:pt>
                <c:pt idx="19081">
                  <c:v>5.3273200000000003</c:v>
                </c:pt>
                <c:pt idx="19082">
                  <c:v>5.3276300000000001</c:v>
                </c:pt>
                <c:pt idx="19083">
                  <c:v>5.3279300000000003</c:v>
                </c:pt>
                <c:pt idx="19084">
                  <c:v>5.3282400000000001</c:v>
                </c:pt>
                <c:pt idx="19085">
                  <c:v>5.3285400000000003</c:v>
                </c:pt>
                <c:pt idx="19086">
                  <c:v>5.3288500000000001</c:v>
                </c:pt>
                <c:pt idx="19087">
                  <c:v>5.3291500000000003</c:v>
                </c:pt>
                <c:pt idx="19088">
                  <c:v>5.3294600000000001</c:v>
                </c:pt>
                <c:pt idx="19089">
                  <c:v>5.3297600000000003</c:v>
                </c:pt>
                <c:pt idx="19090">
                  <c:v>5.3300700000000001</c:v>
                </c:pt>
                <c:pt idx="19091">
                  <c:v>5.3303799999999999</c:v>
                </c:pt>
                <c:pt idx="19092">
                  <c:v>5.3306800000000001</c:v>
                </c:pt>
                <c:pt idx="19093">
                  <c:v>5.3309899999999999</c:v>
                </c:pt>
                <c:pt idx="19094">
                  <c:v>5.3312900000000001</c:v>
                </c:pt>
                <c:pt idx="19095">
                  <c:v>5.3315999999999999</c:v>
                </c:pt>
                <c:pt idx="19096">
                  <c:v>5.3319000000000001</c:v>
                </c:pt>
                <c:pt idx="19097">
                  <c:v>5.3322099999999999</c:v>
                </c:pt>
                <c:pt idx="19098">
                  <c:v>5.3325100000000001</c:v>
                </c:pt>
                <c:pt idx="19099">
                  <c:v>5.3328199999999999</c:v>
                </c:pt>
                <c:pt idx="19100">
                  <c:v>5.3331200000000001</c:v>
                </c:pt>
                <c:pt idx="19101">
                  <c:v>5.3334299999999999</c:v>
                </c:pt>
                <c:pt idx="19102">
                  <c:v>5.3337300000000001</c:v>
                </c:pt>
                <c:pt idx="19103">
                  <c:v>5.3340399999999999</c:v>
                </c:pt>
                <c:pt idx="19104">
                  <c:v>5.3343499999999997</c:v>
                </c:pt>
                <c:pt idx="19105">
                  <c:v>5.3346499999999999</c:v>
                </c:pt>
                <c:pt idx="19106">
                  <c:v>5.3349599999999997</c:v>
                </c:pt>
                <c:pt idx="19107">
                  <c:v>5.3352599999999999</c:v>
                </c:pt>
                <c:pt idx="19108">
                  <c:v>5.3355699999999997</c:v>
                </c:pt>
                <c:pt idx="19109">
                  <c:v>5.3358699999999999</c:v>
                </c:pt>
                <c:pt idx="19110">
                  <c:v>5.3361799999999997</c:v>
                </c:pt>
                <c:pt idx="19111">
                  <c:v>5.3364799999999999</c:v>
                </c:pt>
                <c:pt idx="19112">
                  <c:v>5.3367899999999997</c:v>
                </c:pt>
                <c:pt idx="19113">
                  <c:v>5.3370899999999999</c:v>
                </c:pt>
                <c:pt idx="19114">
                  <c:v>5.3373999999999997</c:v>
                </c:pt>
                <c:pt idx="19115">
                  <c:v>5.3377100000000004</c:v>
                </c:pt>
                <c:pt idx="19116">
                  <c:v>5.3380099999999997</c:v>
                </c:pt>
                <c:pt idx="19117">
                  <c:v>5.3383200000000004</c:v>
                </c:pt>
                <c:pt idx="19118">
                  <c:v>5.3386199999999997</c:v>
                </c:pt>
                <c:pt idx="19119">
                  <c:v>5.3389300000000004</c:v>
                </c:pt>
                <c:pt idx="19120">
                  <c:v>5.3392299999999997</c:v>
                </c:pt>
                <c:pt idx="19121">
                  <c:v>5.3395400000000004</c:v>
                </c:pt>
                <c:pt idx="19122">
                  <c:v>5.3398399999999997</c:v>
                </c:pt>
                <c:pt idx="19123">
                  <c:v>5.3401500000000004</c:v>
                </c:pt>
                <c:pt idx="19124">
                  <c:v>5.3404499999999997</c:v>
                </c:pt>
                <c:pt idx="19125">
                  <c:v>5.3407600000000004</c:v>
                </c:pt>
                <c:pt idx="19126">
                  <c:v>5.3410599999999997</c:v>
                </c:pt>
                <c:pt idx="19127">
                  <c:v>5.3413700000000004</c:v>
                </c:pt>
                <c:pt idx="19128">
                  <c:v>5.3416800000000002</c:v>
                </c:pt>
                <c:pt idx="19129">
                  <c:v>5.3419800000000004</c:v>
                </c:pt>
                <c:pt idx="19130">
                  <c:v>5.3422900000000002</c:v>
                </c:pt>
                <c:pt idx="19131">
                  <c:v>5.3425900000000004</c:v>
                </c:pt>
                <c:pt idx="19132">
                  <c:v>5.3429000000000002</c:v>
                </c:pt>
                <c:pt idx="19133">
                  <c:v>5.3432000000000004</c:v>
                </c:pt>
                <c:pt idx="19134">
                  <c:v>5.3435100000000002</c:v>
                </c:pt>
                <c:pt idx="19135">
                  <c:v>5.3438100000000004</c:v>
                </c:pt>
                <c:pt idx="19136">
                  <c:v>5.3441200000000002</c:v>
                </c:pt>
                <c:pt idx="19137">
                  <c:v>5.3444200000000004</c:v>
                </c:pt>
                <c:pt idx="19138">
                  <c:v>5.3447300000000002</c:v>
                </c:pt>
                <c:pt idx="19139">
                  <c:v>5.3450300000000004</c:v>
                </c:pt>
                <c:pt idx="19140">
                  <c:v>5.3453400000000002</c:v>
                </c:pt>
                <c:pt idx="19141">
                  <c:v>5.34565</c:v>
                </c:pt>
                <c:pt idx="19142">
                  <c:v>5.3459500000000002</c:v>
                </c:pt>
                <c:pt idx="19143">
                  <c:v>5.34626</c:v>
                </c:pt>
                <c:pt idx="19144">
                  <c:v>5.3465600000000002</c:v>
                </c:pt>
                <c:pt idx="19145">
                  <c:v>5.34687</c:v>
                </c:pt>
                <c:pt idx="19146">
                  <c:v>5.3471700000000002</c:v>
                </c:pt>
                <c:pt idx="19147">
                  <c:v>5.34748</c:v>
                </c:pt>
                <c:pt idx="19148">
                  <c:v>5.3477800000000002</c:v>
                </c:pt>
                <c:pt idx="19149">
                  <c:v>5.34809</c:v>
                </c:pt>
                <c:pt idx="19150">
                  <c:v>5.3483900000000002</c:v>
                </c:pt>
                <c:pt idx="19151">
                  <c:v>5.3487</c:v>
                </c:pt>
                <c:pt idx="19152">
                  <c:v>5.3490000000000002</c:v>
                </c:pt>
                <c:pt idx="19153">
                  <c:v>5.34931</c:v>
                </c:pt>
                <c:pt idx="19154">
                  <c:v>5.3496199999999998</c:v>
                </c:pt>
                <c:pt idx="19155">
                  <c:v>5.34992</c:v>
                </c:pt>
                <c:pt idx="19156">
                  <c:v>5.3502299999999998</c:v>
                </c:pt>
                <c:pt idx="19157">
                  <c:v>5.35053</c:v>
                </c:pt>
                <c:pt idx="19158">
                  <c:v>5.3508399999999998</c:v>
                </c:pt>
                <c:pt idx="19159">
                  <c:v>5.35114</c:v>
                </c:pt>
                <c:pt idx="19160">
                  <c:v>5.3514499999999998</c:v>
                </c:pt>
                <c:pt idx="19161">
                  <c:v>5.35175</c:v>
                </c:pt>
                <c:pt idx="19162">
                  <c:v>5.3520599999999998</c:v>
                </c:pt>
                <c:pt idx="19163">
                  <c:v>5.35236</c:v>
                </c:pt>
                <c:pt idx="19164">
                  <c:v>5.3526699999999998</c:v>
                </c:pt>
                <c:pt idx="19165">
                  <c:v>5.35297</c:v>
                </c:pt>
                <c:pt idx="19166">
                  <c:v>5.3532799999999998</c:v>
                </c:pt>
                <c:pt idx="19167">
                  <c:v>5.3535899999999996</c:v>
                </c:pt>
                <c:pt idx="19168">
                  <c:v>5.3538899999999998</c:v>
                </c:pt>
                <c:pt idx="19169">
                  <c:v>5.3541999999999996</c:v>
                </c:pt>
                <c:pt idx="19170">
                  <c:v>5.3544999999999998</c:v>
                </c:pt>
                <c:pt idx="19171">
                  <c:v>5.3548099999999996</c:v>
                </c:pt>
                <c:pt idx="19172">
                  <c:v>5.3551099999999998</c:v>
                </c:pt>
                <c:pt idx="19173">
                  <c:v>5.3554199999999996</c:v>
                </c:pt>
                <c:pt idx="19174">
                  <c:v>5.3557199999999998</c:v>
                </c:pt>
                <c:pt idx="19175">
                  <c:v>5.3560299999999996</c:v>
                </c:pt>
                <c:pt idx="19176">
                  <c:v>5.3563299999999998</c:v>
                </c:pt>
                <c:pt idx="19177">
                  <c:v>5.3566399999999996</c:v>
                </c:pt>
                <c:pt idx="19178">
                  <c:v>5.3569500000000003</c:v>
                </c:pt>
                <c:pt idx="19179">
                  <c:v>5.3572499999999996</c:v>
                </c:pt>
                <c:pt idx="19180">
                  <c:v>5.3575600000000003</c:v>
                </c:pt>
                <c:pt idx="19181">
                  <c:v>5.3578599999999996</c:v>
                </c:pt>
                <c:pt idx="19182">
                  <c:v>5.3581700000000003</c:v>
                </c:pt>
                <c:pt idx="19183">
                  <c:v>5.3584699999999996</c:v>
                </c:pt>
                <c:pt idx="19184">
                  <c:v>5.3587800000000003</c:v>
                </c:pt>
                <c:pt idx="19185">
                  <c:v>5.3590799999999996</c:v>
                </c:pt>
                <c:pt idx="19186">
                  <c:v>5.3593900000000003</c:v>
                </c:pt>
                <c:pt idx="19187">
                  <c:v>5.3596899999999996</c:v>
                </c:pt>
                <c:pt idx="19188">
                  <c:v>5.36</c:v>
                </c:pt>
                <c:pt idx="19189">
                  <c:v>5.3602999999999996</c:v>
                </c:pt>
                <c:pt idx="19190">
                  <c:v>5.3606100000000003</c:v>
                </c:pt>
                <c:pt idx="19191">
                  <c:v>5.3609200000000001</c:v>
                </c:pt>
                <c:pt idx="19192">
                  <c:v>5.3612200000000003</c:v>
                </c:pt>
                <c:pt idx="19193">
                  <c:v>5.3615300000000001</c:v>
                </c:pt>
                <c:pt idx="19194">
                  <c:v>5.3618300000000003</c:v>
                </c:pt>
                <c:pt idx="19195">
                  <c:v>5.3621400000000001</c:v>
                </c:pt>
                <c:pt idx="19196">
                  <c:v>5.3624400000000003</c:v>
                </c:pt>
                <c:pt idx="19197">
                  <c:v>5.3627500000000001</c:v>
                </c:pt>
                <c:pt idx="19198">
                  <c:v>5.3630500000000003</c:v>
                </c:pt>
                <c:pt idx="19199">
                  <c:v>5.3633600000000001</c:v>
                </c:pt>
                <c:pt idx="19200">
                  <c:v>5.3636600000000003</c:v>
                </c:pt>
                <c:pt idx="19201">
                  <c:v>5.3639700000000001</c:v>
                </c:pt>
                <c:pt idx="19202">
                  <c:v>5.3642700000000003</c:v>
                </c:pt>
                <c:pt idx="19203">
                  <c:v>5.3645800000000001</c:v>
                </c:pt>
                <c:pt idx="19204">
                  <c:v>5.3648899999999999</c:v>
                </c:pt>
                <c:pt idx="19205">
                  <c:v>5.3651900000000001</c:v>
                </c:pt>
                <c:pt idx="19206">
                  <c:v>5.3654999999999999</c:v>
                </c:pt>
                <c:pt idx="19207">
                  <c:v>5.3658000000000001</c:v>
                </c:pt>
                <c:pt idx="19208">
                  <c:v>5.3661099999999999</c:v>
                </c:pt>
                <c:pt idx="19209">
                  <c:v>5.3664100000000001</c:v>
                </c:pt>
                <c:pt idx="19210">
                  <c:v>5.3667199999999999</c:v>
                </c:pt>
                <c:pt idx="19211">
                  <c:v>5.3670200000000001</c:v>
                </c:pt>
                <c:pt idx="19212">
                  <c:v>5.3673299999999999</c:v>
                </c:pt>
                <c:pt idx="19213">
                  <c:v>5.3676300000000001</c:v>
                </c:pt>
                <c:pt idx="19214">
                  <c:v>5.3679399999999999</c:v>
                </c:pt>
                <c:pt idx="19215">
                  <c:v>5.3682400000000001</c:v>
                </c:pt>
                <c:pt idx="19216">
                  <c:v>5.3685499999999999</c:v>
                </c:pt>
                <c:pt idx="19217">
                  <c:v>5.3688599999999997</c:v>
                </c:pt>
                <c:pt idx="19218">
                  <c:v>5.3691599999999999</c:v>
                </c:pt>
                <c:pt idx="19219">
                  <c:v>5.3694699999999997</c:v>
                </c:pt>
                <c:pt idx="19220">
                  <c:v>5.3697699999999999</c:v>
                </c:pt>
                <c:pt idx="19221">
                  <c:v>5.3700799999999997</c:v>
                </c:pt>
                <c:pt idx="19222">
                  <c:v>5.3703799999999999</c:v>
                </c:pt>
                <c:pt idx="19223">
                  <c:v>5.3706899999999997</c:v>
                </c:pt>
                <c:pt idx="19224">
                  <c:v>5.3709899999999999</c:v>
                </c:pt>
                <c:pt idx="19225">
                  <c:v>5.3712999999999997</c:v>
                </c:pt>
                <c:pt idx="19226">
                  <c:v>5.3715999999999999</c:v>
                </c:pt>
                <c:pt idx="19227">
                  <c:v>5.3719099999999997</c:v>
                </c:pt>
                <c:pt idx="19228">
                  <c:v>5.3722099999999999</c:v>
                </c:pt>
                <c:pt idx="19229">
                  <c:v>5.3725199999999997</c:v>
                </c:pt>
                <c:pt idx="19230">
                  <c:v>5.3728300000000004</c:v>
                </c:pt>
                <c:pt idx="19231">
                  <c:v>5.3731299999999997</c:v>
                </c:pt>
                <c:pt idx="19232">
                  <c:v>5.3734400000000004</c:v>
                </c:pt>
                <c:pt idx="19233">
                  <c:v>5.3737399999999997</c:v>
                </c:pt>
                <c:pt idx="19234">
                  <c:v>5.3740500000000004</c:v>
                </c:pt>
                <c:pt idx="19235">
                  <c:v>5.3743499999999997</c:v>
                </c:pt>
                <c:pt idx="19236">
                  <c:v>5.3746600000000004</c:v>
                </c:pt>
                <c:pt idx="19237">
                  <c:v>5.3749599999999997</c:v>
                </c:pt>
                <c:pt idx="19238">
                  <c:v>5.3752700000000004</c:v>
                </c:pt>
                <c:pt idx="19239">
                  <c:v>5.3755699999999997</c:v>
                </c:pt>
                <c:pt idx="19240">
                  <c:v>5.3758800000000004</c:v>
                </c:pt>
                <c:pt idx="19241">
                  <c:v>5.3761900000000002</c:v>
                </c:pt>
                <c:pt idx="19242">
                  <c:v>5.3764900000000004</c:v>
                </c:pt>
                <c:pt idx="19243">
                  <c:v>5.3768000000000002</c:v>
                </c:pt>
                <c:pt idx="19244">
                  <c:v>5.3771000000000004</c:v>
                </c:pt>
                <c:pt idx="19245">
                  <c:v>5.3774100000000002</c:v>
                </c:pt>
                <c:pt idx="19246">
                  <c:v>5.3777100000000004</c:v>
                </c:pt>
                <c:pt idx="19247">
                  <c:v>5.3780200000000002</c:v>
                </c:pt>
                <c:pt idx="19248">
                  <c:v>5.3783200000000004</c:v>
                </c:pt>
                <c:pt idx="19249">
                  <c:v>5.3786300000000002</c:v>
                </c:pt>
                <c:pt idx="19250">
                  <c:v>5.3789300000000004</c:v>
                </c:pt>
                <c:pt idx="19251">
                  <c:v>5.3792400000000002</c:v>
                </c:pt>
                <c:pt idx="19252">
                  <c:v>5.3795400000000004</c:v>
                </c:pt>
                <c:pt idx="19253">
                  <c:v>5.3798500000000002</c:v>
                </c:pt>
                <c:pt idx="19254">
                  <c:v>5.3801600000000001</c:v>
                </c:pt>
                <c:pt idx="19255">
                  <c:v>5.3804600000000002</c:v>
                </c:pt>
                <c:pt idx="19256">
                  <c:v>5.3807700000000001</c:v>
                </c:pt>
                <c:pt idx="19257">
                  <c:v>5.3810700000000002</c:v>
                </c:pt>
                <c:pt idx="19258">
                  <c:v>5.3813800000000001</c:v>
                </c:pt>
                <c:pt idx="19259">
                  <c:v>5.3816800000000002</c:v>
                </c:pt>
                <c:pt idx="19260">
                  <c:v>5.3819900000000001</c:v>
                </c:pt>
                <c:pt idx="19261">
                  <c:v>5.3822900000000002</c:v>
                </c:pt>
                <c:pt idx="19262">
                  <c:v>5.3826000000000001</c:v>
                </c:pt>
                <c:pt idx="19263">
                  <c:v>5.3829000000000002</c:v>
                </c:pt>
                <c:pt idx="19264">
                  <c:v>5.3832100000000001</c:v>
                </c:pt>
                <c:pt idx="19265">
                  <c:v>5.3835100000000002</c:v>
                </c:pt>
                <c:pt idx="19266">
                  <c:v>5.3838200000000001</c:v>
                </c:pt>
                <c:pt idx="19267">
                  <c:v>5.3841299999999999</c:v>
                </c:pt>
                <c:pt idx="19268">
                  <c:v>5.38443</c:v>
                </c:pt>
                <c:pt idx="19269">
                  <c:v>5.3847399999999999</c:v>
                </c:pt>
                <c:pt idx="19270">
                  <c:v>5.38504</c:v>
                </c:pt>
                <c:pt idx="19271">
                  <c:v>5.3853499999999999</c:v>
                </c:pt>
                <c:pt idx="19272">
                  <c:v>5.38565</c:v>
                </c:pt>
                <c:pt idx="19273">
                  <c:v>5.3859599999999999</c:v>
                </c:pt>
                <c:pt idx="19274">
                  <c:v>5.38626</c:v>
                </c:pt>
                <c:pt idx="19275">
                  <c:v>5.3865699999999999</c:v>
                </c:pt>
                <c:pt idx="19276">
                  <c:v>5.38687</c:v>
                </c:pt>
                <c:pt idx="19277">
                  <c:v>5.3871799999999999</c:v>
                </c:pt>
                <c:pt idx="19278">
                  <c:v>5.38748</c:v>
                </c:pt>
                <c:pt idx="19279">
                  <c:v>5.3877899999999999</c:v>
                </c:pt>
                <c:pt idx="19280">
                  <c:v>5.3880999999999997</c:v>
                </c:pt>
                <c:pt idx="19281">
                  <c:v>5.3883999999999999</c:v>
                </c:pt>
                <c:pt idx="19282">
                  <c:v>5.3887099999999997</c:v>
                </c:pt>
                <c:pt idx="19283">
                  <c:v>5.3890099999999999</c:v>
                </c:pt>
                <c:pt idx="19284">
                  <c:v>5.3893199999999997</c:v>
                </c:pt>
                <c:pt idx="19285">
                  <c:v>5.3896199999999999</c:v>
                </c:pt>
                <c:pt idx="19286">
                  <c:v>5.3899299999999997</c:v>
                </c:pt>
                <c:pt idx="19287">
                  <c:v>5.3902299999999999</c:v>
                </c:pt>
                <c:pt idx="19288">
                  <c:v>5.3905399999999997</c:v>
                </c:pt>
                <c:pt idx="19289">
                  <c:v>5.3908399999999999</c:v>
                </c:pt>
                <c:pt idx="19290">
                  <c:v>5.3911499999999997</c:v>
                </c:pt>
                <c:pt idx="19291">
                  <c:v>5.3914600000000004</c:v>
                </c:pt>
                <c:pt idx="19292">
                  <c:v>5.3917599999999997</c:v>
                </c:pt>
                <c:pt idx="19293">
                  <c:v>5.3920700000000004</c:v>
                </c:pt>
                <c:pt idx="19294">
                  <c:v>5.3923699999999997</c:v>
                </c:pt>
                <c:pt idx="19295">
                  <c:v>5.3926800000000004</c:v>
                </c:pt>
                <c:pt idx="19296">
                  <c:v>5.3929799999999997</c:v>
                </c:pt>
                <c:pt idx="19297">
                  <c:v>5.3932900000000004</c:v>
                </c:pt>
                <c:pt idx="19298">
                  <c:v>5.3935899999999997</c:v>
                </c:pt>
                <c:pt idx="19299">
                  <c:v>5.3939000000000004</c:v>
                </c:pt>
                <c:pt idx="19300">
                  <c:v>5.3941999999999997</c:v>
                </c:pt>
                <c:pt idx="19301">
                  <c:v>5.3945100000000004</c:v>
                </c:pt>
                <c:pt idx="19302">
                  <c:v>5.3948099999999997</c:v>
                </c:pt>
                <c:pt idx="19303">
                  <c:v>5.3951200000000004</c:v>
                </c:pt>
                <c:pt idx="19304">
                  <c:v>5.3954300000000002</c:v>
                </c:pt>
                <c:pt idx="19305">
                  <c:v>5.3957300000000004</c:v>
                </c:pt>
                <c:pt idx="19306">
                  <c:v>5.3960400000000002</c:v>
                </c:pt>
                <c:pt idx="19307">
                  <c:v>5.3963400000000004</c:v>
                </c:pt>
                <c:pt idx="19308">
                  <c:v>5.3966500000000002</c:v>
                </c:pt>
                <c:pt idx="19309">
                  <c:v>5.3969500000000004</c:v>
                </c:pt>
                <c:pt idx="19310">
                  <c:v>5.3972600000000002</c:v>
                </c:pt>
                <c:pt idx="19311">
                  <c:v>5.3975600000000004</c:v>
                </c:pt>
                <c:pt idx="19312">
                  <c:v>5.3978700000000002</c:v>
                </c:pt>
                <c:pt idx="19313">
                  <c:v>5.3981700000000004</c:v>
                </c:pt>
                <c:pt idx="19314">
                  <c:v>5.3984800000000002</c:v>
                </c:pt>
                <c:pt idx="19315">
                  <c:v>5.3987800000000004</c:v>
                </c:pt>
                <c:pt idx="19316">
                  <c:v>5.3990900000000002</c:v>
                </c:pt>
                <c:pt idx="19317">
                  <c:v>5.3994</c:v>
                </c:pt>
                <c:pt idx="19318">
                  <c:v>5.3997000000000002</c:v>
                </c:pt>
                <c:pt idx="19319">
                  <c:v>5.40001</c:v>
                </c:pt>
                <c:pt idx="19320">
                  <c:v>5.4003100000000002</c:v>
                </c:pt>
                <c:pt idx="19321">
                  <c:v>5.40062</c:v>
                </c:pt>
                <c:pt idx="19322">
                  <c:v>5.4009200000000002</c:v>
                </c:pt>
                <c:pt idx="19323">
                  <c:v>5.40123</c:v>
                </c:pt>
                <c:pt idx="19324">
                  <c:v>5.4015300000000002</c:v>
                </c:pt>
                <c:pt idx="19325">
                  <c:v>5.40184</c:v>
                </c:pt>
                <c:pt idx="19326">
                  <c:v>5.4021400000000002</c:v>
                </c:pt>
                <c:pt idx="19327">
                  <c:v>5.40245</c:v>
                </c:pt>
                <c:pt idx="19328">
                  <c:v>5.4027500000000002</c:v>
                </c:pt>
                <c:pt idx="19329">
                  <c:v>5.40306</c:v>
                </c:pt>
                <c:pt idx="19330">
                  <c:v>5.4033699999999998</c:v>
                </c:pt>
                <c:pt idx="19331">
                  <c:v>5.40367</c:v>
                </c:pt>
                <c:pt idx="19332">
                  <c:v>5.4039799999999998</c:v>
                </c:pt>
                <c:pt idx="19333">
                  <c:v>5.40428</c:v>
                </c:pt>
                <c:pt idx="19334">
                  <c:v>5.4045899999999998</c:v>
                </c:pt>
                <c:pt idx="19335">
                  <c:v>5.40489</c:v>
                </c:pt>
                <c:pt idx="19336">
                  <c:v>5.4051999999999998</c:v>
                </c:pt>
                <c:pt idx="19337">
                  <c:v>5.4055</c:v>
                </c:pt>
                <c:pt idx="19338">
                  <c:v>5.4058099999999998</c:v>
                </c:pt>
                <c:pt idx="19339">
                  <c:v>5.40611</c:v>
                </c:pt>
                <c:pt idx="19340">
                  <c:v>5.4064199999999998</c:v>
                </c:pt>
                <c:pt idx="19341">
                  <c:v>5.40672</c:v>
                </c:pt>
                <c:pt idx="19342">
                  <c:v>5.4070299999999998</c:v>
                </c:pt>
                <c:pt idx="19343">
                  <c:v>5.4073399999999996</c:v>
                </c:pt>
                <c:pt idx="19344">
                  <c:v>5.4076399999999998</c:v>
                </c:pt>
                <c:pt idx="19345">
                  <c:v>5.4079499999999996</c:v>
                </c:pt>
                <c:pt idx="19346">
                  <c:v>5.4082499999999998</c:v>
                </c:pt>
                <c:pt idx="19347">
                  <c:v>5.4085599999999996</c:v>
                </c:pt>
                <c:pt idx="19348">
                  <c:v>5.4088599999999998</c:v>
                </c:pt>
                <c:pt idx="19349">
                  <c:v>5.4091699999999996</c:v>
                </c:pt>
                <c:pt idx="19350">
                  <c:v>5.4094699999999998</c:v>
                </c:pt>
                <c:pt idx="19351">
                  <c:v>5.4097799999999996</c:v>
                </c:pt>
                <c:pt idx="19352">
                  <c:v>5.4100799999999998</c:v>
                </c:pt>
                <c:pt idx="19353">
                  <c:v>5.4103899999999996</c:v>
                </c:pt>
                <c:pt idx="19354">
                  <c:v>5.4107000000000003</c:v>
                </c:pt>
                <c:pt idx="19355">
                  <c:v>5.4109999999999996</c:v>
                </c:pt>
                <c:pt idx="19356">
                  <c:v>5.4113100000000003</c:v>
                </c:pt>
                <c:pt idx="19357">
                  <c:v>5.4116099999999996</c:v>
                </c:pt>
                <c:pt idx="19358">
                  <c:v>5.4119200000000003</c:v>
                </c:pt>
                <c:pt idx="19359">
                  <c:v>5.4122199999999996</c:v>
                </c:pt>
                <c:pt idx="19360">
                  <c:v>5.4125300000000003</c:v>
                </c:pt>
                <c:pt idx="19361">
                  <c:v>5.4128299999999996</c:v>
                </c:pt>
                <c:pt idx="19362">
                  <c:v>5.4131400000000003</c:v>
                </c:pt>
                <c:pt idx="19363">
                  <c:v>5.4134399999999996</c:v>
                </c:pt>
                <c:pt idx="19364">
                  <c:v>5.4137500000000003</c:v>
                </c:pt>
                <c:pt idx="19365">
                  <c:v>5.4140499999999996</c:v>
                </c:pt>
                <c:pt idx="19366">
                  <c:v>5.4143600000000003</c:v>
                </c:pt>
                <c:pt idx="19367">
                  <c:v>5.4146700000000001</c:v>
                </c:pt>
                <c:pt idx="19368">
                  <c:v>5.4149700000000003</c:v>
                </c:pt>
                <c:pt idx="19369">
                  <c:v>5.4152800000000001</c:v>
                </c:pt>
                <c:pt idx="19370">
                  <c:v>5.4155800000000003</c:v>
                </c:pt>
                <c:pt idx="19371">
                  <c:v>5.4158900000000001</c:v>
                </c:pt>
                <c:pt idx="19372">
                  <c:v>5.4161900000000003</c:v>
                </c:pt>
                <c:pt idx="19373">
                  <c:v>5.4165000000000001</c:v>
                </c:pt>
                <c:pt idx="19374">
                  <c:v>5.4168000000000003</c:v>
                </c:pt>
                <c:pt idx="19375">
                  <c:v>5.4171100000000001</c:v>
                </c:pt>
                <c:pt idx="19376">
                  <c:v>5.4174100000000003</c:v>
                </c:pt>
                <c:pt idx="19377">
                  <c:v>5.4177200000000001</c:v>
                </c:pt>
                <c:pt idx="19378">
                  <c:v>5.4180200000000003</c:v>
                </c:pt>
                <c:pt idx="19379">
                  <c:v>5.4183300000000001</c:v>
                </c:pt>
                <c:pt idx="19380">
                  <c:v>5.4186399999999999</c:v>
                </c:pt>
                <c:pt idx="19381">
                  <c:v>5.4189400000000001</c:v>
                </c:pt>
                <c:pt idx="19382">
                  <c:v>5.4192499999999999</c:v>
                </c:pt>
                <c:pt idx="19383">
                  <c:v>5.4195500000000001</c:v>
                </c:pt>
                <c:pt idx="19384">
                  <c:v>5.4198599999999999</c:v>
                </c:pt>
                <c:pt idx="19385">
                  <c:v>5.4201600000000001</c:v>
                </c:pt>
                <c:pt idx="19386">
                  <c:v>5.4204699999999999</c:v>
                </c:pt>
                <c:pt idx="19387">
                  <c:v>5.4207700000000001</c:v>
                </c:pt>
                <c:pt idx="19388">
                  <c:v>5.4210799999999999</c:v>
                </c:pt>
                <c:pt idx="19389">
                  <c:v>5.4213800000000001</c:v>
                </c:pt>
                <c:pt idx="19390">
                  <c:v>5.4216899999999999</c:v>
                </c:pt>
                <c:pt idx="19391">
                  <c:v>5.4219900000000001</c:v>
                </c:pt>
                <c:pt idx="19392">
                  <c:v>5.4222999999999999</c:v>
                </c:pt>
                <c:pt idx="19393">
                  <c:v>5.4226099999999997</c:v>
                </c:pt>
                <c:pt idx="19394">
                  <c:v>5.4229099999999999</c:v>
                </c:pt>
                <c:pt idx="19395">
                  <c:v>5.4232199999999997</c:v>
                </c:pt>
                <c:pt idx="19396">
                  <c:v>5.4235199999999999</c:v>
                </c:pt>
                <c:pt idx="19397">
                  <c:v>5.4238299999999997</c:v>
                </c:pt>
                <c:pt idx="19398">
                  <c:v>5.4241299999999999</c:v>
                </c:pt>
                <c:pt idx="19399">
                  <c:v>5.4244399999999997</c:v>
                </c:pt>
                <c:pt idx="19400">
                  <c:v>5.4247399999999999</c:v>
                </c:pt>
                <c:pt idx="19401">
                  <c:v>5.4250499999999997</c:v>
                </c:pt>
                <c:pt idx="19402">
                  <c:v>5.4253499999999999</c:v>
                </c:pt>
                <c:pt idx="19403">
                  <c:v>5.4256599999999997</c:v>
                </c:pt>
                <c:pt idx="19404">
                  <c:v>5.4259599999999999</c:v>
                </c:pt>
                <c:pt idx="19405">
                  <c:v>5.4262699999999997</c:v>
                </c:pt>
                <c:pt idx="19406">
                  <c:v>5.4265800000000004</c:v>
                </c:pt>
                <c:pt idx="19407">
                  <c:v>5.4268799999999997</c:v>
                </c:pt>
                <c:pt idx="19408">
                  <c:v>5.4271900000000004</c:v>
                </c:pt>
                <c:pt idx="19409">
                  <c:v>5.4274899999999997</c:v>
                </c:pt>
                <c:pt idx="19410">
                  <c:v>5.4278000000000004</c:v>
                </c:pt>
                <c:pt idx="19411">
                  <c:v>5.4280999999999997</c:v>
                </c:pt>
                <c:pt idx="19412">
                  <c:v>5.4284100000000004</c:v>
                </c:pt>
                <c:pt idx="19413">
                  <c:v>5.4287099999999997</c:v>
                </c:pt>
                <c:pt idx="19414">
                  <c:v>5.4290200000000004</c:v>
                </c:pt>
                <c:pt idx="19415">
                  <c:v>5.4293199999999997</c:v>
                </c:pt>
                <c:pt idx="19416">
                  <c:v>5.4296300000000004</c:v>
                </c:pt>
                <c:pt idx="19417">
                  <c:v>5.4299400000000002</c:v>
                </c:pt>
                <c:pt idx="19418">
                  <c:v>5.4302400000000004</c:v>
                </c:pt>
                <c:pt idx="19419">
                  <c:v>5.4305500000000002</c:v>
                </c:pt>
                <c:pt idx="19420">
                  <c:v>5.4308500000000004</c:v>
                </c:pt>
                <c:pt idx="19421">
                  <c:v>5.4311600000000002</c:v>
                </c:pt>
                <c:pt idx="19422">
                  <c:v>5.4314600000000004</c:v>
                </c:pt>
                <c:pt idx="19423">
                  <c:v>5.4317700000000002</c:v>
                </c:pt>
                <c:pt idx="19424">
                  <c:v>5.4320700000000004</c:v>
                </c:pt>
                <c:pt idx="19425">
                  <c:v>5.4323800000000002</c:v>
                </c:pt>
                <c:pt idx="19426">
                  <c:v>5.4326800000000004</c:v>
                </c:pt>
                <c:pt idx="19427">
                  <c:v>5.4329900000000002</c:v>
                </c:pt>
                <c:pt idx="19428">
                  <c:v>5.4332900000000004</c:v>
                </c:pt>
                <c:pt idx="19429">
                  <c:v>5.4336000000000002</c:v>
                </c:pt>
                <c:pt idx="19430">
                  <c:v>5.43391</c:v>
                </c:pt>
                <c:pt idx="19431">
                  <c:v>5.4342100000000002</c:v>
                </c:pt>
                <c:pt idx="19432">
                  <c:v>5.43452</c:v>
                </c:pt>
                <c:pt idx="19433">
                  <c:v>5.4348200000000002</c:v>
                </c:pt>
                <c:pt idx="19434">
                  <c:v>5.43513</c:v>
                </c:pt>
                <c:pt idx="19435">
                  <c:v>5.4354300000000002</c:v>
                </c:pt>
                <c:pt idx="19436">
                  <c:v>5.43574</c:v>
                </c:pt>
                <c:pt idx="19437">
                  <c:v>5.4360400000000002</c:v>
                </c:pt>
                <c:pt idx="19438">
                  <c:v>5.43635</c:v>
                </c:pt>
                <c:pt idx="19439">
                  <c:v>5.4366500000000002</c:v>
                </c:pt>
                <c:pt idx="19440">
                  <c:v>5.43696</c:v>
                </c:pt>
                <c:pt idx="19441">
                  <c:v>5.4372600000000002</c:v>
                </c:pt>
                <c:pt idx="19442">
                  <c:v>5.43757</c:v>
                </c:pt>
                <c:pt idx="19443">
                  <c:v>5.4378799999999998</c:v>
                </c:pt>
                <c:pt idx="19444">
                  <c:v>5.43818</c:v>
                </c:pt>
                <c:pt idx="19445">
                  <c:v>5.4384899999999998</c:v>
                </c:pt>
                <c:pt idx="19446">
                  <c:v>5.43879</c:v>
                </c:pt>
                <c:pt idx="19447">
                  <c:v>5.4390999999999998</c:v>
                </c:pt>
                <c:pt idx="19448">
                  <c:v>5.4394</c:v>
                </c:pt>
                <c:pt idx="19449">
                  <c:v>5.4397099999999998</c:v>
                </c:pt>
                <c:pt idx="19450">
                  <c:v>5.44001</c:v>
                </c:pt>
                <c:pt idx="19451">
                  <c:v>5.4403199999999998</c:v>
                </c:pt>
                <c:pt idx="19452">
                  <c:v>5.44062</c:v>
                </c:pt>
                <c:pt idx="19453">
                  <c:v>5.4409299999999998</c:v>
                </c:pt>
                <c:pt idx="19454">
                  <c:v>5.44123</c:v>
                </c:pt>
                <c:pt idx="19455">
                  <c:v>5.4415399999999998</c:v>
                </c:pt>
                <c:pt idx="19456">
                  <c:v>5.4418499999999996</c:v>
                </c:pt>
                <c:pt idx="19457">
                  <c:v>5.4421499999999998</c:v>
                </c:pt>
                <c:pt idx="19458">
                  <c:v>5.4424599999999996</c:v>
                </c:pt>
                <c:pt idx="19459">
                  <c:v>5.4427599999999998</c:v>
                </c:pt>
                <c:pt idx="19460">
                  <c:v>5.4430699999999996</c:v>
                </c:pt>
                <c:pt idx="19461">
                  <c:v>5.4433699999999998</c:v>
                </c:pt>
                <c:pt idx="19462">
                  <c:v>5.4436799999999996</c:v>
                </c:pt>
                <c:pt idx="19463">
                  <c:v>5.4439799999999998</c:v>
                </c:pt>
                <c:pt idx="19464">
                  <c:v>5.4442899999999996</c:v>
                </c:pt>
                <c:pt idx="19465">
                  <c:v>5.4445899999999998</c:v>
                </c:pt>
                <c:pt idx="19466">
                  <c:v>5.4448999999999996</c:v>
                </c:pt>
                <c:pt idx="19467">
                  <c:v>5.4452100000000003</c:v>
                </c:pt>
                <c:pt idx="19468">
                  <c:v>5.4455099999999996</c:v>
                </c:pt>
                <c:pt idx="19469">
                  <c:v>5.4458200000000003</c:v>
                </c:pt>
                <c:pt idx="19470">
                  <c:v>5.4461199999999996</c:v>
                </c:pt>
                <c:pt idx="19471">
                  <c:v>5.4464300000000003</c:v>
                </c:pt>
                <c:pt idx="19472">
                  <c:v>5.4467299999999996</c:v>
                </c:pt>
                <c:pt idx="19473">
                  <c:v>5.4470400000000003</c:v>
                </c:pt>
                <c:pt idx="19474">
                  <c:v>5.4473399999999996</c:v>
                </c:pt>
                <c:pt idx="19475">
                  <c:v>5.4476500000000003</c:v>
                </c:pt>
                <c:pt idx="19476">
                  <c:v>5.4479499999999996</c:v>
                </c:pt>
                <c:pt idx="19477">
                  <c:v>5.4482600000000003</c:v>
                </c:pt>
                <c:pt idx="19478">
                  <c:v>5.4485599999999996</c:v>
                </c:pt>
                <c:pt idx="19479">
                  <c:v>5.4488700000000003</c:v>
                </c:pt>
                <c:pt idx="19480">
                  <c:v>5.4491800000000001</c:v>
                </c:pt>
                <c:pt idx="19481">
                  <c:v>5.4494800000000003</c:v>
                </c:pt>
                <c:pt idx="19482">
                  <c:v>5.4497900000000001</c:v>
                </c:pt>
                <c:pt idx="19483">
                  <c:v>5.4500900000000003</c:v>
                </c:pt>
                <c:pt idx="19484">
                  <c:v>5.4504000000000001</c:v>
                </c:pt>
                <c:pt idx="19485">
                  <c:v>5.4507000000000003</c:v>
                </c:pt>
                <c:pt idx="19486">
                  <c:v>5.4510100000000001</c:v>
                </c:pt>
                <c:pt idx="19487">
                  <c:v>5.4513100000000003</c:v>
                </c:pt>
                <c:pt idx="19488">
                  <c:v>5.4516200000000001</c:v>
                </c:pt>
                <c:pt idx="19489">
                  <c:v>5.4519200000000003</c:v>
                </c:pt>
                <c:pt idx="19490">
                  <c:v>5.4522300000000001</c:v>
                </c:pt>
                <c:pt idx="19491">
                  <c:v>5.4525300000000003</c:v>
                </c:pt>
                <c:pt idx="19492">
                  <c:v>5.4528400000000001</c:v>
                </c:pt>
                <c:pt idx="19493">
                  <c:v>5.4531499999999999</c:v>
                </c:pt>
                <c:pt idx="19494">
                  <c:v>5.4534500000000001</c:v>
                </c:pt>
                <c:pt idx="19495">
                  <c:v>5.4537599999999999</c:v>
                </c:pt>
                <c:pt idx="19496">
                  <c:v>5.4540600000000001</c:v>
                </c:pt>
                <c:pt idx="19497">
                  <c:v>5.4543699999999999</c:v>
                </c:pt>
                <c:pt idx="19498">
                  <c:v>5.4546700000000001</c:v>
                </c:pt>
                <c:pt idx="19499">
                  <c:v>5.4549799999999999</c:v>
                </c:pt>
                <c:pt idx="19500">
                  <c:v>5.4552800000000001</c:v>
                </c:pt>
                <c:pt idx="19501">
                  <c:v>5.4555899999999999</c:v>
                </c:pt>
                <c:pt idx="19502">
                  <c:v>5.4558900000000001</c:v>
                </c:pt>
                <c:pt idx="19503">
                  <c:v>5.4561999999999999</c:v>
                </c:pt>
                <c:pt idx="19504">
                  <c:v>5.4565000000000001</c:v>
                </c:pt>
                <c:pt idx="19505">
                  <c:v>5.4568099999999999</c:v>
                </c:pt>
                <c:pt idx="19506">
                  <c:v>5.4571199999999997</c:v>
                </c:pt>
                <c:pt idx="19507">
                  <c:v>5.4574199999999999</c:v>
                </c:pt>
                <c:pt idx="19508">
                  <c:v>5.4577299999999997</c:v>
                </c:pt>
                <c:pt idx="19509">
                  <c:v>5.4580299999999999</c:v>
                </c:pt>
                <c:pt idx="19510">
                  <c:v>5.4583399999999997</c:v>
                </c:pt>
                <c:pt idx="19511">
                  <c:v>5.4586399999999999</c:v>
                </c:pt>
                <c:pt idx="19512">
                  <c:v>5.4589499999999997</c:v>
                </c:pt>
                <c:pt idx="19513">
                  <c:v>5.4592499999999999</c:v>
                </c:pt>
                <c:pt idx="19514">
                  <c:v>5.4595599999999997</c:v>
                </c:pt>
                <c:pt idx="19515">
                  <c:v>5.4598599999999999</c:v>
                </c:pt>
                <c:pt idx="19516">
                  <c:v>5.4601699999999997</c:v>
                </c:pt>
                <c:pt idx="19517">
                  <c:v>5.4604699999999999</c:v>
                </c:pt>
                <c:pt idx="19518">
                  <c:v>5.4607799999999997</c:v>
                </c:pt>
                <c:pt idx="19519">
                  <c:v>5.4610900000000004</c:v>
                </c:pt>
                <c:pt idx="19520">
                  <c:v>5.4613899999999997</c:v>
                </c:pt>
                <c:pt idx="19521">
                  <c:v>5.4617000000000004</c:v>
                </c:pt>
                <c:pt idx="19522">
                  <c:v>5.4619999999999997</c:v>
                </c:pt>
                <c:pt idx="19523">
                  <c:v>5.4623100000000004</c:v>
                </c:pt>
                <c:pt idx="19524">
                  <c:v>5.4626099999999997</c:v>
                </c:pt>
                <c:pt idx="19525">
                  <c:v>5.4629200000000004</c:v>
                </c:pt>
                <c:pt idx="19526">
                  <c:v>5.4632199999999997</c:v>
                </c:pt>
                <c:pt idx="19527">
                  <c:v>5.4635300000000004</c:v>
                </c:pt>
                <c:pt idx="19528">
                  <c:v>5.4638299999999997</c:v>
                </c:pt>
                <c:pt idx="19529">
                  <c:v>5.4641400000000004</c:v>
                </c:pt>
                <c:pt idx="19530">
                  <c:v>5.4644500000000003</c:v>
                </c:pt>
                <c:pt idx="19531">
                  <c:v>5.4647500000000004</c:v>
                </c:pt>
                <c:pt idx="19532">
                  <c:v>5.4650600000000003</c:v>
                </c:pt>
                <c:pt idx="19533">
                  <c:v>5.4653600000000004</c:v>
                </c:pt>
                <c:pt idx="19534">
                  <c:v>5.4656700000000003</c:v>
                </c:pt>
                <c:pt idx="19535">
                  <c:v>5.4659700000000004</c:v>
                </c:pt>
                <c:pt idx="19536">
                  <c:v>5.4662800000000002</c:v>
                </c:pt>
                <c:pt idx="19537">
                  <c:v>5.4665800000000004</c:v>
                </c:pt>
                <c:pt idx="19538">
                  <c:v>5.4668900000000002</c:v>
                </c:pt>
                <c:pt idx="19539">
                  <c:v>5.4671900000000004</c:v>
                </c:pt>
                <c:pt idx="19540">
                  <c:v>5.4675000000000002</c:v>
                </c:pt>
                <c:pt idx="19541">
                  <c:v>5.4678000000000004</c:v>
                </c:pt>
                <c:pt idx="19542">
                  <c:v>5.4681100000000002</c:v>
                </c:pt>
                <c:pt idx="19543">
                  <c:v>5.4684200000000001</c:v>
                </c:pt>
                <c:pt idx="19544">
                  <c:v>5.4687200000000002</c:v>
                </c:pt>
                <c:pt idx="19545">
                  <c:v>5.4690300000000001</c:v>
                </c:pt>
                <c:pt idx="19546">
                  <c:v>5.4693300000000002</c:v>
                </c:pt>
                <c:pt idx="19547">
                  <c:v>5.4696400000000001</c:v>
                </c:pt>
                <c:pt idx="19548">
                  <c:v>5.4699400000000002</c:v>
                </c:pt>
                <c:pt idx="19549">
                  <c:v>5.4702500000000001</c:v>
                </c:pt>
                <c:pt idx="19550">
                  <c:v>5.4705500000000002</c:v>
                </c:pt>
                <c:pt idx="19551">
                  <c:v>5.4708600000000001</c:v>
                </c:pt>
                <c:pt idx="19552">
                  <c:v>5.4711600000000002</c:v>
                </c:pt>
                <c:pt idx="19553">
                  <c:v>5.4714700000000001</c:v>
                </c:pt>
                <c:pt idx="19554">
                  <c:v>5.4717700000000002</c:v>
                </c:pt>
                <c:pt idx="19555">
                  <c:v>5.4720800000000001</c:v>
                </c:pt>
                <c:pt idx="19556">
                  <c:v>5.4723899999999999</c:v>
                </c:pt>
                <c:pt idx="19557">
                  <c:v>5.4726900000000001</c:v>
                </c:pt>
                <c:pt idx="19558">
                  <c:v>5.4729999999999999</c:v>
                </c:pt>
                <c:pt idx="19559">
                  <c:v>5.4733000000000001</c:v>
                </c:pt>
                <c:pt idx="19560">
                  <c:v>5.4736099999999999</c:v>
                </c:pt>
                <c:pt idx="19561">
                  <c:v>5.4739100000000001</c:v>
                </c:pt>
                <c:pt idx="19562">
                  <c:v>5.4742199999999999</c:v>
                </c:pt>
                <c:pt idx="19563">
                  <c:v>5.4745200000000001</c:v>
                </c:pt>
                <c:pt idx="19564">
                  <c:v>5.4748299999999999</c:v>
                </c:pt>
                <c:pt idx="19565">
                  <c:v>5.4751300000000001</c:v>
                </c:pt>
                <c:pt idx="19566">
                  <c:v>5.4754399999999999</c:v>
                </c:pt>
                <c:pt idx="19567">
                  <c:v>5.4757400000000001</c:v>
                </c:pt>
                <c:pt idx="19568">
                  <c:v>5.4760499999999999</c:v>
                </c:pt>
                <c:pt idx="19569">
                  <c:v>5.4763599999999997</c:v>
                </c:pt>
                <c:pt idx="19570">
                  <c:v>5.4766599999999999</c:v>
                </c:pt>
                <c:pt idx="19571">
                  <c:v>5.4769699999999997</c:v>
                </c:pt>
                <c:pt idx="19572">
                  <c:v>5.4772699999999999</c:v>
                </c:pt>
                <c:pt idx="19573">
                  <c:v>5.4775799999999997</c:v>
                </c:pt>
                <c:pt idx="19574">
                  <c:v>5.4778799999999999</c:v>
                </c:pt>
                <c:pt idx="19575">
                  <c:v>5.4781899999999997</c:v>
                </c:pt>
                <c:pt idx="19576">
                  <c:v>5.4784899999999999</c:v>
                </c:pt>
                <c:pt idx="19577">
                  <c:v>5.4787999999999997</c:v>
                </c:pt>
                <c:pt idx="19578">
                  <c:v>5.4790999999999999</c:v>
                </c:pt>
                <c:pt idx="19579">
                  <c:v>5.4794099999999997</c:v>
                </c:pt>
                <c:pt idx="19580">
                  <c:v>5.4797099999999999</c:v>
                </c:pt>
                <c:pt idx="19581">
                  <c:v>5.4800199999999997</c:v>
                </c:pt>
                <c:pt idx="19582">
                  <c:v>5.4803300000000004</c:v>
                </c:pt>
                <c:pt idx="19583">
                  <c:v>5.4806299999999997</c:v>
                </c:pt>
                <c:pt idx="19584">
                  <c:v>5.4809400000000004</c:v>
                </c:pt>
                <c:pt idx="19585">
                  <c:v>5.4812399999999997</c:v>
                </c:pt>
                <c:pt idx="19586">
                  <c:v>5.4815500000000004</c:v>
                </c:pt>
                <c:pt idx="19587">
                  <c:v>5.4818499999999997</c:v>
                </c:pt>
                <c:pt idx="19588">
                  <c:v>5.4821600000000004</c:v>
                </c:pt>
                <c:pt idx="19589">
                  <c:v>5.4824599999999997</c:v>
                </c:pt>
                <c:pt idx="19590">
                  <c:v>5.4827700000000004</c:v>
                </c:pt>
                <c:pt idx="19591">
                  <c:v>5.4830699999999997</c:v>
                </c:pt>
                <c:pt idx="19592">
                  <c:v>5.4833800000000004</c:v>
                </c:pt>
                <c:pt idx="19593">
                  <c:v>5.4836900000000002</c:v>
                </c:pt>
                <c:pt idx="19594">
                  <c:v>5.4839900000000004</c:v>
                </c:pt>
                <c:pt idx="19595">
                  <c:v>5.4843000000000002</c:v>
                </c:pt>
                <c:pt idx="19596">
                  <c:v>5.4846000000000004</c:v>
                </c:pt>
                <c:pt idx="19597">
                  <c:v>5.4849100000000002</c:v>
                </c:pt>
                <c:pt idx="19598">
                  <c:v>5.4852100000000004</c:v>
                </c:pt>
                <c:pt idx="19599">
                  <c:v>5.4855200000000002</c:v>
                </c:pt>
                <c:pt idx="19600">
                  <c:v>5.4858200000000004</c:v>
                </c:pt>
                <c:pt idx="19601">
                  <c:v>5.4861300000000002</c:v>
                </c:pt>
                <c:pt idx="19602">
                  <c:v>5.4864300000000004</c:v>
                </c:pt>
                <c:pt idx="19603">
                  <c:v>5.4867400000000002</c:v>
                </c:pt>
                <c:pt idx="19604">
                  <c:v>5.4870400000000004</c:v>
                </c:pt>
                <c:pt idx="19605">
                  <c:v>5.4873500000000002</c:v>
                </c:pt>
                <c:pt idx="19606">
                  <c:v>5.48766</c:v>
                </c:pt>
                <c:pt idx="19607">
                  <c:v>5.4879600000000002</c:v>
                </c:pt>
                <c:pt idx="19608">
                  <c:v>5.48827</c:v>
                </c:pt>
                <c:pt idx="19609">
                  <c:v>5.4885700000000002</c:v>
                </c:pt>
                <c:pt idx="19610">
                  <c:v>5.48888</c:v>
                </c:pt>
                <c:pt idx="19611">
                  <c:v>5.4891800000000002</c:v>
                </c:pt>
                <c:pt idx="19612">
                  <c:v>5.48949</c:v>
                </c:pt>
                <c:pt idx="19613">
                  <c:v>5.4897900000000002</c:v>
                </c:pt>
                <c:pt idx="19614">
                  <c:v>5.4901</c:v>
                </c:pt>
                <c:pt idx="19615">
                  <c:v>5.4904000000000002</c:v>
                </c:pt>
                <c:pt idx="19616">
                  <c:v>5.49071</c:v>
                </c:pt>
                <c:pt idx="19617">
                  <c:v>5.4910100000000002</c:v>
                </c:pt>
                <c:pt idx="19618">
                  <c:v>5.49132</c:v>
                </c:pt>
                <c:pt idx="19619">
                  <c:v>5.4916299999999998</c:v>
                </c:pt>
                <c:pt idx="19620">
                  <c:v>5.49193</c:v>
                </c:pt>
                <c:pt idx="19621">
                  <c:v>5.4922399999999998</c:v>
                </c:pt>
                <c:pt idx="19622">
                  <c:v>5.49254</c:v>
                </c:pt>
                <c:pt idx="19623">
                  <c:v>5.4928499999999998</c:v>
                </c:pt>
                <c:pt idx="19624">
                  <c:v>5.49315</c:v>
                </c:pt>
                <c:pt idx="19625">
                  <c:v>5.4934599999999998</c:v>
                </c:pt>
                <c:pt idx="19626">
                  <c:v>5.49376</c:v>
                </c:pt>
                <c:pt idx="19627">
                  <c:v>5.4940699999999998</c:v>
                </c:pt>
                <c:pt idx="19628">
                  <c:v>5.49437</c:v>
                </c:pt>
                <c:pt idx="19629">
                  <c:v>5.4946799999999998</c:v>
                </c:pt>
                <c:pt idx="19630">
                  <c:v>5.49498</c:v>
                </c:pt>
                <c:pt idx="19631">
                  <c:v>5.4952899999999998</c:v>
                </c:pt>
                <c:pt idx="19632">
                  <c:v>5.4955999999999996</c:v>
                </c:pt>
                <c:pt idx="19633">
                  <c:v>5.4958999999999998</c:v>
                </c:pt>
                <c:pt idx="19634">
                  <c:v>5.4962099999999996</c:v>
                </c:pt>
                <c:pt idx="19635">
                  <c:v>5.4965099999999998</c:v>
                </c:pt>
                <c:pt idx="19636">
                  <c:v>5.4968199999999996</c:v>
                </c:pt>
                <c:pt idx="19637">
                  <c:v>5.4971199999999998</c:v>
                </c:pt>
                <c:pt idx="19638">
                  <c:v>5.4974299999999996</c:v>
                </c:pt>
                <c:pt idx="19639">
                  <c:v>5.4977299999999998</c:v>
                </c:pt>
                <c:pt idx="19640">
                  <c:v>5.4980399999999996</c:v>
                </c:pt>
                <c:pt idx="19641">
                  <c:v>5.4983399999999998</c:v>
                </c:pt>
                <c:pt idx="19642">
                  <c:v>5.4986499999999996</c:v>
                </c:pt>
                <c:pt idx="19643">
                  <c:v>5.4989499999999998</c:v>
                </c:pt>
                <c:pt idx="19644">
                  <c:v>5.4992599999999996</c:v>
                </c:pt>
                <c:pt idx="19645">
                  <c:v>5.4995700000000003</c:v>
                </c:pt>
                <c:pt idx="19646">
                  <c:v>5.4998699999999996</c:v>
                </c:pt>
                <c:pt idx="19647">
                  <c:v>5.5001800000000003</c:v>
                </c:pt>
                <c:pt idx="19648">
                  <c:v>5.5004799999999996</c:v>
                </c:pt>
                <c:pt idx="19649">
                  <c:v>5.5007900000000003</c:v>
                </c:pt>
                <c:pt idx="19650">
                  <c:v>5.5010899999999996</c:v>
                </c:pt>
                <c:pt idx="19651">
                  <c:v>5.5014000000000003</c:v>
                </c:pt>
                <c:pt idx="19652">
                  <c:v>5.5016999999999996</c:v>
                </c:pt>
                <c:pt idx="19653">
                  <c:v>5.5020100000000003</c:v>
                </c:pt>
                <c:pt idx="19654">
                  <c:v>5.5023099999999996</c:v>
                </c:pt>
                <c:pt idx="19655">
                  <c:v>5.5026200000000003</c:v>
                </c:pt>
                <c:pt idx="19656">
                  <c:v>5.5029300000000001</c:v>
                </c:pt>
                <c:pt idx="19657">
                  <c:v>5.5032300000000003</c:v>
                </c:pt>
                <c:pt idx="19658">
                  <c:v>5.5035400000000001</c:v>
                </c:pt>
                <c:pt idx="19659">
                  <c:v>5.5038400000000003</c:v>
                </c:pt>
                <c:pt idx="19660">
                  <c:v>5.5041500000000001</c:v>
                </c:pt>
                <c:pt idx="19661">
                  <c:v>5.5044500000000003</c:v>
                </c:pt>
                <c:pt idx="19662">
                  <c:v>5.5047600000000001</c:v>
                </c:pt>
                <c:pt idx="19663">
                  <c:v>5.5050600000000003</c:v>
                </c:pt>
                <c:pt idx="19664">
                  <c:v>5.5053700000000001</c:v>
                </c:pt>
                <c:pt idx="19665">
                  <c:v>5.5056700000000003</c:v>
                </c:pt>
                <c:pt idx="19666">
                  <c:v>5.5059800000000001</c:v>
                </c:pt>
                <c:pt idx="19667">
                  <c:v>5.5062800000000003</c:v>
                </c:pt>
                <c:pt idx="19668">
                  <c:v>5.5065900000000001</c:v>
                </c:pt>
                <c:pt idx="19669">
                  <c:v>5.5068999999999999</c:v>
                </c:pt>
                <c:pt idx="19670">
                  <c:v>5.5072000000000001</c:v>
                </c:pt>
                <c:pt idx="19671">
                  <c:v>5.5075099999999999</c:v>
                </c:pt>
                <c:pt idx="19672">
                  <c:v>5.5078100000000001</c:v>
                </c:pt>
                <c:pt idx="19673">
                  <c:v>5.5081199999999999</c:v>
                </c:pt>
                <c:pt idx="19674">
                  <c:v>5.5084200000000001</c:v>
                </c:pt>
                <c:pt idx="19675">
                  <c:v>5.5087299999999999</c:v>
                </c:pt>
                <c:pt idx="19676">
                  <c:v>5.5090300000000001</c:v>
                </c:pt>
                <c:pt idx="19677">
                  <c:v>5.5093399999999999</c:v>
                </c:pt>
                <c:pt idx="19678">
                  <c:v>5.5096400000000001</c:v>
                </c:pt>
                <c:pt idx="19679">
                  <c:v>5.5099499999999999</c:v>
                </c:pt>
                <c:pt idx="19680">
                  <c:v>5.5102500000000001</c:v>
                </c:pt>
                <c:pt idx="19681">
                  <c:v>5.5105599999999999</c:v>
                </c:pt>
                <c:pt idx="19682">
                  <c:v>5.5108699999999997</c:v>
                </c:pt>
                <c:pt idx="19683">
                  <c:v>5.5111699999999999</c:v>
                </c:pt>
                <c:pt idx="19684">
                  <c:v>5.5114799999999997</c:v>
                </c:pt>
                <c:pt idx="19685">
                  <c:v>5.5117799999999999</c:v>
                </c:pt>
                <c:pt idx="19686">
                  <c:v>5.5120899999999997</c:v>
                </c:pt>
                <c:pt idx="19687">
                  <c:v>5.5123899999999999</c:v>
                </c:pt>
                <c:pt idx="19688">
                  <c:v>5.5126999999999997</c:v>
                </c:pt>
                <c:pt idx="19689">
                  <c:v>5.5129999999999999</c:v>
                </c:pt>
                <c:pt idx="19690">
                  <c:v>5.5133099999999997</c:v>
                </c:pt>
                <c:pt idx="19691">
                  <c:v>5.5136099999999999</c:v>
                </c:pt>
                <c:pt idx="19692">
                  <c:v>5.5139199999999997</c:v>
                </c:pt>
                <c:pt idx="19693">
                  <c:v>5.5142199999999999</c:v>
                </c:pt>
                <c:pt idx="19694">
                  <c:v>5.5145299999999997</c:v>
                </c:pt>
                <c:pt idx="19695">
                  <c:v>5.5148400000000004</c:v>
                </c:pt>
                <c:pt idx="19696">
                  <c:v>5.5151399999999997</c:v>
                </c:pt>
                <c:pt idx="19697">
                  <c:v>5.5154500000000004</c:v>
                </c:pt>
                <c:pt idx="19698">
                  <c:v>5.5157499999999997</c:v>
                </c:pt>
                <c:pt idx="19699">
                  <c:v>5.5160600000000004</c:v>
                </c:pt>
                <c:pt idx="19700">
                  <c:v>5.5163599999999997</c:v>
                </c:pt>
                <c:pt idx="19701">
                  <c:v>5.5166700000000004</c:v>
                </c:pt>
                <c:pt idx="19702">
                  <c:v>5.5169699999999997</c:v>
                </c:pt>
                <c:pt idx="19703">
                  <c:v>5.5172800000000004</c:v>
                </c:pt>
                <c:pt idx="19704">
                  <c:v>5.5175799999999997</c:v>
                </c:pt>
                <c:pt idx="19705">
                  <c:v>5.5178900000000004</c:v>
                </c:pt>
                <c:pt idx="19706">
                  <c:v>5.5182000000000002</c:v>
                </c:pt>
                <c:pt idx="19707">
                  <c:v>5.5185000000000004</c:v>
                </c:pt>
                <c:pt idx="19708">
                  <c:v>5.5188100000000002</c:v>
                </c:pt>
                <c:pt idx="19709">
                  <c:v>5.5191100000000004</c:v>
                </c:pt>
                <c:pt idx="19710">
                  <c:v>5.5194200000000002</c:v>
                </c:pt>
                <c:pt idx="19711">
                  <c:v>5.5197200000000004</c:v>
                </c:pt>
                <c:pt idx="19712">
                  <c:v>5.5200300000000002</c:v>
                </c:pt>
                <c:pt idx="19713">
                  <c:v>5.5203300000000004</c:v>
                </c:pt>
                <c:pt idx="19714">
                  <c:v>5.5206400000000002</c:v>
                </c:pt>
                <c:pt idx="19715">
                  <c:v>5.5209400000000004</c:v>
                </c:pt>
                <c:pt idx="19716">
                  <c:v>5.5212500000000002</c:v>
                </c:pt>
                <c:pt idx="19717">
                  <c:v>5.5215500000000004</c:v>
                </c:pt>
                <c:pt idx="19718">
                  <c:v>5.5218600000000002</c:v>
                </c:pt>
                <c:pt idx="19719">
                  <c:v>5.52217</c:v>
                </c:pt>
                <c:pt idx="19720">
                  <c:v>5.5224700000000002</c:v>
                </c:pt>
                <c:pt idx="19721">
                  <c:v>5.52278</c:v>
                </c:pt>
                <c:pt idx="19722">
                  <c:v>5.5230800000000002</c:v>
                </c:pt>
                <c:pt idx="19723">
                  <c:v>5.52339</c:v>
                </c:pt>
                <c:pt idx="19724">
                  <c:v>5.5236900000000002</c:v>
                </c:pt>
                <c:pt idx="19725">
                  <c:v>5.524</c:v>
                </c:pt>
                <c:pt idx="19726">
                  <c:v>5.5243000000000002</c:v>
                </c:pt>
                <c:pt idx="19727">
                  <c:v>5.52461</c:v>
                </c:pt>
                <c:pt idx="19728">
                  <c:v>5.5249100000000002</c:v>
                </c:pt>
                <c:pt idx="19729">
                  <c:v>5.52522</c:v>
                </c:pt>
                <c:pt idx="19730">
                  <c:v>5.5255200000000002</c:v>
                </c:pt>
                <c:pt idx="19731">
                  <c:v>5.52583</c:v>
                </c:pt>
                <c:pt idx="19732">
                  <c:v>5.5261399999999998</c:v>
                </c:pt>
                <c:pt idx="19733">
                  <c:v>5.52644</c:v>
                </c:pt>
                <c:pt idx="19734">
                  <c:v>5.5267499999999998</c:v>
                </c:pt>
                <c:pt idx="19735">
                  <c:v>5.52705</c:v>
                </c:pt>
                <c:pt idx="19736">
                  <c:v>5.5273599999999998</c:v>
                </c:pt>
                <c:pt idx="19737">
                  <c:v>5.52766</c:v>
                </c:pt>
                <c:pt idx="19738">
                  <c:v>5.5279699999999998</c:v>
                </c:pt>
                <c:pt idx="19739">
                  <c:v>5.52827</c:v>
                </c:pt>
                <c:pt idx="19740">
                  <c:v>5.5285799999999998</c:v>
                </c:pt>
                <c:pt idx="19741">
                  <c:v>5.52888</c:v>
                </c:pt>
                <c:pt idx="19742">
                  <c:v>5.5291899999999998</c:v>
                </c:pt>
                <c:pt idx="19743">
                  <c:v>5.52949</c:v>
                </c:pt>
                <c:pt idx="19744">
                  <c:v>5.5297999999999998</c:v>
                </c:pt>
                <c:pt idx="19745">
                  <c:v>5.5301099999999996</c:v>
                </c:pt>
                <c:pt idx="19746">
                  <c:v>5.5304099999999998</c:v>
                </c:pt>
                <c:pt idx="19747">
                  <c:v>5.5307199999999996</c:v>
                </c:pt>
                <c:pt idx="19748">
                  <c:v>5.5310199999999998</c:v>
                </c:pt>
                <c:pt idx="19749">
                  <c:v>5.5313299999999996</c:v>
                </c:pt>
                <c:pt idx="19750">
                  <c:v>5.5316299999999998</c:v>
                </c:pt>
                <c:pt idx="19751">
                  <c:v>5.5319399999999996</c:v>
                </c:pt>
                <c:pt idx="19752">
                  <c:v>5.5322399999999998</c:v>
                </c:pt>
                <c:pt idx="19753">
                  <c:v>5.5325499999999996</c:v>
                </c:pt>
                <c:pt idx="19754">
                  <c:v>5.5328499999999998</c:v>
                </c:pt>
                <c:pt idx="19755">
                  <c:v>5.5331599999999996</c:v>
                </c:pt>
                <c:pt idx="19756">
                  <c:v>5.5334599999999998</c:v>
                </c:pt>
                <c:pt idx="19757">
                  <c:v>5.5337699999999996</c:v>
                </c:pt>
                <c:pt idx="19758">
                  <c:v>5.5340800000000003</c:v>
                </c:pt>
                <c:pt idx="19759">
                  <c:v>5.5343799999999996</c:v>
                </c:pt>
                <c:pt idx="19760">
                  <c:v>5.5346900000000003</c:v>
                </c:pt>
                <c:pt idx="19761">
                  <c:v>5.5349899999999996</c:v>
                </c:pt>
                <c:pt idx="19762">
                  <c:v>5.5353000000000003</c:v>
                </c:pt>
                <c:pt idx="19763">
                  <c:v>5.5355999999999996</c:v>
                </c:pt>
                <c:pt idx="19764">
                  <c:v>5.5359100000000003</c:v>
                </c:pt>
                <c:pt idx="19765">
                  <c:v>5.5362099999999996</c:v>
                </c:pt>
                <c:pt idx="19766">
                  <c:v>5.5365200000000003</c:v>
                </c:pt>
                <c:pt idx="19767">
                  <c:v>5.5368199999999996</c:v>
                </c:pt>
                <c:pt idx="19768">
                  <c:v>5.5371300000000003</c:v>
                </c:pt>
                <c:pt idx="19769">
                  <c:v>5.5374400000000001</c:v>
                </c:pt>
                <c:pt idx="19770">
                  <c:v>5.5377400000000003</c:v>
                </c:pt>
                <c:pt idx="19771">
                  <c:v>5.5380500000000001</c:v>
                </c:pt>
                <c:pt idx="19772">
                  <c:v>5.5383500000000003</c:v>
                </c:pt>
                <c:pt idx="19773">
                  <c:v>5.5386600000000001</c:v>
                </c:pt>
                <c:pt idx="19774">
                  <c:v>5.5389600000000003</c:v>
                </c:pt>
                <c:pt idx="19775">
                  <c:v>5.5392700000000001</c:v>
                </c:pt>
                <c:pt idx="19776">
                  <c:v>5.5395700000000003</c:v>
                </c:pt>
                <c:pt idx="19777">
                  <c:v>5.5398800000000001</c:v>
                </c:pt>
                <c:pt idx="19778">
                  <c:v>5.5401800000000003</c:v>
                </c:pt>
                <c:pt idx="19779">
                  <c:v>5.5404900000000001</c:v>
                </c:pt>
                <c:pt idx="19780">
                  <c:v>5.5407900000000003</c:v>
                </c:pt>
                <c:pt idx="19781">
                  <c:v>5.5411000000000001</c:v>
                </c:pt>
                <c:pt idx="19782">
                  <c:v>5.5414099999999999</c:v>
                </c:pt>
                <c:pt idx="19783">
                  <c:v>5.5417100000000001</c:v>
                </c:pt>
                <c:pt idx="19784">
                  <c:v>5.5420199999999999</c:v>
                </c:pt>
                <c:pt idx="19785">
                  <c:v>5.5423200000000001</c:v>
                </c:pt>
                <c:pt idx="19786">
                  <c:v>5.5426299999999999</c:v>
                </c:pt>
                <c:pt idx="19787">
                  <c:v>5.5429300000000001</c:v>
                </c:pt>
                <c:pt idx="19788">
                  <c:v>5.5432399999999999</c:v>
                </c:pt>
                <c:pt idx="19789">
                  <c:v>5.5435400000000001</c:v>
                </c:pt>
                <c:pt idx="19790">
                  <c:v>5.5438499999999999</c:v>
                </c:pt>
                <c:pt idx="19791">
                  <c:v>5.5441500000000001</c:v>
                </c:pt>
                <c:pt idx="19792">
                  <c:v>5.5444599999999999</c:v>
                </c:pt>
                <c:pt idx="19793">
                  <c:v>5.5447600000000001</c:v>
                </c:pt>
                <c:pt idx="19794">
                  <c:v>5.5450699999999999</c:v>
                </c:pt>
                <c:pt idx="19795">
                  <c:v>5.5453799999999998</c:v>
                </c:pt>
                <c:pt idx="19796">
                  <c:v>5.5456799999999999</c:v>
                </c:pt>
                <c:pt idx="19797">
                  <c:v>5.5459899999999998</c:v>
                </c:pt>
                <c:pt idx="19798">
                  <c:v>5.5462899999999999</c:v>
                </c:pt>
                <c:pt idx="19799">
                  <c:v>5.5465999999999998</c:v>
                </c:pt>
                <c:pt idx="19800">
                  <c:v>5.5468999999999999</c:v>
                </c:pt>
                <c:pt idx="19801">
                  <c:v>5.5472099999999998</c:v>
                </c:pt>
                <c:pt idx="19802">
                  <c:v>5.5475099999999999</c:v>
                </c:pt>
                <c:pt idx="19803">
                  <c:v>5.5478199999999998</c:v>
                </c:pt>
                <c:pt idx="19804">
                  <c:v>5.5481199999999999</c:v>
                </c:pt>
                <c:pt idx="19805">
                  <c:v>5.5484299999999998</c:v>
                </c:pt>
                <c:pt idx="19806">
                  <c:v>5.5487299999999999</c:v>
                </c:pt>
                <c:pt idx="19807">
                  <c:v>5.5490399999999998</c:v>
                </c:pt>
                <c:pt idx="19808">
                  <c:v>5.5493499999999996</c:v>
                </c:pt>
                <c:pt idx="19809">
                  <c:v>5.5496499999999997</c:v>
                </c:pt>
                <c:pt idx="19810">
                  <c:v>5.5499599999999996</c:v>
                </c:pt>
                <c:pt idx="19811">
                  <c:v>5.5502599999999997</c:v>
                </c:pt>
                <c:pt idx="19812">
                  <c:v>5.5505699999999996</c:v>
                </c:pt>
                <c:pt idx="19813">
                  <c:v>5.5508699999999997</c:v>
                </c:pt>
                <c:pt idx="19814">
                  <c:v>5.5511799999999996</c:v>
                </c:pt>
                <c:pt idx="19815">
                  <c:v>5.5514799999999997</c:v>
                </c:pt>
                <c:pt idx="19816">
                  <c:v>5.5517899999999996</c:v>
                </c:pt>
                <c:pt idx="19817">
                  <c:v>5.5520899999999997</c:v>
                </c:pt>
                <c:pt idx="19818">
                  <c:v>5.5523999999999996</c:v>
                </c:pt>
                <c:pt idx="19819">
                  <c:v>5.5526999999999997</c:v>
                </c:pt>
                <c:pt idx="19820">
                  <c:v>5.5530099999999996</c:v>
                </c:pt>
                <c:pt idx="19821">
                  <c:v>5.5533200000000003</c:v>
                </c:pt>
                <c:pt idx="19822">
                  <c:v>5.5536199999999996</c:v>
                </c:pt>
                <c:pt idx="19823">
                  <c:v>5.5539300000000003</c:v>
                </c:pt>
                <c:pt idx="19824">
                  <c:v>5.5542299999999996</c:v>
                </c:pt>
                <c:pt idx="19825">
                  <c:v>5.5545400000000003</c:v>
                </c:pt>
                <c:pt idx="19826">
                  <c:v>5.5548400000000004</c:v>
                </c:pt>
                <c:pt idx="19827">
                  <c:v>5.5551500000000003</c:v>
                </c:pt>
                <c:pt idx="19828">
                  <c:v>5.5554500000000004</c:v>
                </c:pt>
                <c:pt idx="19829">
                  <c:v>5.5557600000000003</c:v>
                </c:pt>
                <c:pt idx="19830">
                  <c:v>5.5560600000000004</c:v>
                </c:pt>
                <c:pt idx="19831">
                  <c:v>5.5563700000000003</c:v>
                </c:pt>
                <c:pt idx="19832">
                  <c:v>5.5566800000000001</c:v>
                </c:pt>
                <c:pt idx="19833">
                  <c:v>5.5569800000000003</c:v>
                </c:pt>
                <c:pt idx="19834">
                  <c:v>5.5572900000000001</c:v>
                </c:pt>
                <c:pt idx="19835">
                  <c:v>5.5575900000000003</c:v>
                </c:pt>
                <c:pt idx="19836">
                  <c:v>5.5579000000000001</c:v>
                </c:pt>
                <c:pt idx="19837">
                  <c:v>5.5582000000000003</c:v>
                </c:pt>
                <c:pt idx="19838">
                  <c:v>5.5585100000000001</c:v>
                </c:pt>
                <c:pt idx="19839">
                  <c:v>5.5588100000000003</c:v>
                </c:pt>
                <c:pt idx="19840">
                  <c:v>5.5591200000000001</c:v>
                </c:pt>
                <c:pt idx="19841">
                  <c:v>5.5594200000000003</c:v>
                </c:pt>
                <c:pt idx="19842">
                  <c:v>5.5597300000000001</c:v>
                </c:pt>
                <c:pt idx="19843">
                  <c:v>5.5600300000000002</c:v>
                </c:pt>
                <c:pt idx="19844">
                  <c:v>5.5603400000000001</c:v>
                </c:pt>
                <c:pt idx="19845">
                  <c:v>5.5606499999999999</c:v>
                </c:pt>
                <c:pt idx="19846">
                  <c:v>5.5609500000000001</c:v>
                </c:pt>
                <c:pt idx="19847">
                  <c:v>5.5612599999999999</c:v>
                </c:pt>
                <c:pt idx="19848">
                  <c:v>5.5615600000000001</c:v>
                </c:pt>
                <c:pt idx="19849">
                  <c:v>5.5618699999999999</c:v>
                </c:pt>
                <c:pt idx="19850">
                  <c:v>5.5621700000000001</c:v>
                </c:pt>
                <c:pt idx="19851">
                  <c:v>5.5624799999999999</c:v>
                </c:pt>
                <c:pt idx="19852">
                  <c:v>5.5627800000000001</c:v>
                </c:pt>
                <c:pt idx="19853">
                  <c:v>5.5630899999999999</c:v>
                </c:pt>
                <c:pt idx="19854">
                  <c:v>5.5633900000000001</c:v>
                </c:pt>
                <c:pt idx="19855">
                  <c:v>5.5636999999999999</c:v>
                </c:pt>
                <c:pt idx="19856">
                  <c:v>5.5640000000000001</c:v>
                </c:pt>
                <c:pt idx="19857">
                  <c:v>5.5643099999999999</c:v>
                </c:pt>
                <c:pt idx="19858">
                  <c:v>5.5646199999999997</c:v>
                </c:pt>
                <c:pt idx="19859">
                  <c:v>5.5649199999999999</c:v>
                </c:pt>
                <c:pt idx="19860">
                  <c:v>5.5652299999999997</c:v>
                </c:pt>
                <c:pt idx="19861">
                  <c:v>5.5655299999999999</c:v>
                </c:pt>
                <c:pt idx="19862">
                  <c:v>5.5658399999999997</c:v>
                </c:pt>
                <c:pt idx="19863">
                  <c:v>5.5661399999999999</c:v>
                </c:pt>
                <c:pt idx="19864">
                  <c:v>5.5664499999999997</c:v>
                </c:pt>
                <c:pt idx="19865">
                  <c:v>5.5667499999999999</c:v>
                </c:pt>
                <c:pt idx="19866">
                  <c:v>5.5670599999999997</c:v>
                </c:pt>
                <c:pt idx="19867">
                  <c:v>5.5673599999999999</c:v>
                </c:pt>
                <c:pt idx="19868">
                  <c:v>5.5676699999999997</c:v>
                </c:pt>
                <c:pt idx="19869">
                  <c:v>5.5679699999999999</c:v>
                </c:pt>
                <c:pt idx="19870">
                  <c:v>5.5682799999999997</c:v>
                </c:pt>
                <c:pt idx="19871">
                  <c:v>5.5685900000000004</c:v>
                </c:pt>
                <c:pt idx="19872">
                  <c:v>5.5688899999999997</c:v>
                </c:pt>
                <c:pt idx="19873">
                  <c:v>5.5692000000000004</c:v>
                </c:pt>
                <c:pt idx="19874">
                  <c:v>5.5694999999999997</c:v>
                </c:pt>
                <c:pt idx="19875">
                  <c:v>5.5698100000000004</c:v>
                </c:pt>
                <c:pt idx="19876">
                  <c:v>5.5701099999999997</c:v>
                </c:pt>
                <c:pt idx="19877">
                  <c:v>5.5704200000000004</c:v>
                </c:pt>
                <c:pt idx="19878">
                  <c:v>5.5707199999999997</c:v>
                </c:pt>
                <c:pt idx="19879">
                  <c:v>5.5710300000000004</c:v>
                </c:pt>
                <c:pt idx="19880">
                  <c:v>5.5713299999999997</c:v>
                </c:pt>
                <c:pt idx="19881">
                  <c:v>5.5716400000000004</c:v>
                </c:pt>
                <c:pt idx="19882">
                  <c:v>5.5719500000000002</c:v>
                </c:pt>
                <c:pt idx="19883">
                  <c:v>5.5722500000000004</c:v>
                </c:pt>
                <c:pt idx="19884">
                  <c:v>5.5725600000000002</c:v>
                </c:pt>
                <c:pt idx="19885">
                  <c:v>5.5728600000000004</c:v>
                </c:pt>
                <c:pt idx="19886">
                  <c:v>5.5731700000000002</c:v>
                </c:pt>
                <c:pt idx="19887">
                  <c:v>5.5734700000000004</c:v>
                </c:pt>
                <c:pt idx="19888">
                  <c:v>5.5737800000000002</c:v>
                </c:pt>
                <c:pt idx="19889">
                  <c:v>5.5740800000000004</c:v>
                </c:pt>
                <c:pt idx="19890">
                  <c:v>5.5743900000000002</c:v>
                </c:pt>
                <c:pt idx="19891">
                  <c:v>5.5746900000000004</c:v>
                </c:pt>
                <c:pt idx="19892">
                  <c:v>5.5750000000000002</c:v>
                </c:pt>
                <c:pt idx="19893">
                  <c:v>5.5753000000000004</c:v>
                </c:pt>
                <c:pt idx="19894">
                  <c:v>5.5756100000000002</c:v>
                </c:pt>
                <c:pt idx="19895">
                  <c:v>5.57592</c:v>
                </c:pt>
                <c:pt idx="19896">
                  <c:v>5.5762200000000002</c:v>
                </c:pt>
                <c:pt idx="19897">
                  <c:v>5.57653</c:v>
                </c:pt>
                <c:pt idx="19898">
                  <c:v>5.5768300000000002</c:v>
                </c:pt>
                <c:pt idx="19899">
                  <c:v>5.57714</c:v>
                </c:pt>
                <c:pt idx="19900">
                  <c:v>5.5774400000000002</c:v>
                </c:pt>
                <c:pt idx="19901">
                  <c:v>5.57775</c:v>
                </c:pt>
                <c:pt idx="19902">
                  <c:v>5.5780500000000002</c:v>
                </c:pt>
                <c:pt idx="19903">
                  <c:v>5.57836</c:v>
                </c:pt>
                <c:pt idx="19904">
                  <c:v>5.5786600000000002</c:v>
                </c:pt>
                <c:pt idx="19905">
                  <c:v>5.57897</c:v>
                </c:pt>
                <c:pt idx="19906">
                  <c:v>5.5792700000000002</c:v>
                </c:pt>
                <c:pt idx="19907">
                  <c:v>5.57958</c:v>
                </c:pt>
                <c:pt idx="19908">
                  <c:v>5.5798899999999998</c:v>
                </c:pt>
                <c:pt idx="19909">
                  <c:v>5.58019</c:v>
                </c:pt>
                <c:pt idx="19910">
                  <c:v>5.5804999999999998</c:v>
                </c:pt>
                <c:pt idx="19911">
                  <c:v>5.5808</c:v>
                </c:pt>
                <c:pt idx="19912">
                  <c:v>5.5811099999999998</c:v>
                </c:pt>
                <c:pt idx="19913">
                  <c:v>5.58141</c:v>
                </c:pt>
                <c:pt idx="19914">
                  <c:v>5.5817199999999998</c:v>
                </c:pt>
                <c:pt idx="19915">
                  <c:v>5.58202</c:v>
                </c:pt>
                <c:pt idx="19916">
                  <c:v>5.5823299999999998</c:v>
                </c:pt>
                <c:pt idx="19917">
                  <c:v>5.58263</c:v>
                </c:pt>
                <c:pt idx="19918">
                  <c:v>5.5829399999999998</c:v>
                </c:pt>
                <c:pt idx="19919">
                  <c:v>5.58324</c:v>
                </c:pt>
                <c:pt idx="19920">
                  <c:v>5.5835499999999998</c:v>
                </c:pt>
                <c:pt idx="19921">
                  <c:v>5.5838599999999996</c:v>
                </c:pt>
                <c:pt idx="19922">
                  <c:v>5.5841599999999998</c:v>
                </c:pt>
                <c:pt idx="19923">
                  <c:v>5.5844699999999996</c:v>
                </c:pt>
                <c:pt idx="19924">
                  <c:v>5.5847699999999998</c:v>
                </c:pt>
                <c:pt idx="19925">
                  <c:v>5.5850799999999996</c:v>
                </c:pt>
                <c:pt idx="19926">
                  <c:v>5.5853799999999998</c:v>
                </c:pt>
                <c:pt idx="19927">
                  <c:v>5.5856899999999996</c:v>
                </c:pt>
                <c:pt idx="19928">
                  <c:v>5.5859899999999998</c:v>
                </c:pt>
                <c:pt idx="19929">
                  <c:v>5.5862999999999996</c:v>
                </c:pt>
                <c:pt idx="19930">
                  <c:v>5.5865999999999998</c:v>
                </c:pt>
                <c:pt idx="19931">
                  <c:v>5.5869099999999996</c:v>
                </c:pt>
                <c:pt idx="19932">
                  <c:v>5.5872099999999998</c:v>
                </c:pt>
                <c:pt idx="19933">
                  <c:v>5.5875199999999996</c:v>
                </c:pt>
                <c:pt idx="19934">
                  <c:v>5.5878300000000003</c:v>
                </c:pt>
                <c:pt idx="19935">
                  <c:v>5.5881299999999996</c:v>
                </c:pt>
                <c:pt idx="19936">
                  <c:v>5.5884400000000003</c:v>
                </c:pt>
                <c:pt idx="19937">
                  <c:v>5.5887399999999996</c:v>
                </c:pt>
                <c:pt idx="19938">
                  <c:v>5.5890500000000003</c:v>
                </c:pt>
                <c:pt idx="19939">
                  <c:v>5.5893499999999996</c:v>
                </c:pt>
                <c:pt idx="19940">
                  <c:v>5.5896600000000003</c:v>
                </c:pt>
                <c:pt idx="19941">
                  <c:v>5.5899599999999996</c:v>
                </c:pt>
                <c:pt idx="19942">
                  <c:v>5.5902700000000003</c:v>
                </c:pt>
                <c:pt idx="19943">
                  <c:v>5.5905699999999996</c:v>
                </c:pt>
                <c:pt idx="19944">
                  <c:v>5.5908800000000003</c:v>
                </c:pt>
                <c:pt idx="19945">
                  <c:v>5.5911900000000001</c:v>
                </c:pt>
                <c:pt idx="19946">
                  <c:v>5.5914900000000003</c:v>
                </c:pt>
                <c:pt idx="19947">
                  <c:v>5.5918000000000001</c:v>
                </c:pt>
                <c:pt idx="19948">
                  <c:v>5.5921000000000003</c:v>
                </c:pt>
                <c:pt idx="19949">
                  <c:v>5.5924100000000001</c:v>
                </c:pt>
                <c:pt idx="19950">
                  <c:v>5.5927100000000003</c:v>
                </c:pt>
                <c:pt idx="19951">
                  <c:v>5.5930200000000001</c:v>
                </c:pt>
                <c:pt idx="19952">
                  <c:v>5.5933200000000003</c:v>
                </c:pt>
                <c:pt idx="19953">
                  <c:v>5.5936300000000001</c:v>
                </c:pt>
                <c:pt idx="19954">
                  <c:v>5.5939300000000003</c:v>
                </c:pt>
                <c:pt idx="19955">
                  <c:v>5.5942400000000001</c:v>
                </c:pt>
                <c:pt idx="19956">
                  <c:v>5.5945400000000003</c:v>
                </c:pt>
                <c:pt idx="19957">
                  <c:v>5.5948500000000001</c:v>
                </c:pt>
                <c:pt idx="19958">
                  <c:v>5.5951599999999999</c:v>
                </c:pt>
                <c:pt idx="19959">
                  <c:v>5.5954600000000001</c:v>
                </c:pt>
                <c:pt idx="19960">
                  <c:v>5.5957699999999999</c:v>
                </c:pt>
                <c:pt idx="19961">
                  <c:v>5.5960700000000001</c:v>
                </c:pt>
                <c:pt idx="19962">
                  <c:v>5.5963799999999999</c:v>
                </c:pt>
                <c:pt idx="19963">
                  <c:v>5.5966800000000001</c:v>
                </c:pt>
                <c:pt idx="19964">
                  <c:v>5.5969899999999999</c:v>
                </c:pt>
                <c:pt idx="19965">
                  <c:v>5.5972900000000001</c:v>
                </c:pt>
                <c:pt idx="19966">
                  <c:v>5.5975999999999999</c:v>
                </c:pt>
                <c:pt idx="19967">
                  <c:v>5.5979000000000001</c:v>
                </c:pt>
                <c:pt idx="19968">
                  <c:v>5.5982099999999999</c:v>
                </c:pt>
                <c:pt idx="19969">
                  <c:v>5.5985100000000001</c:v>
                </c:pt>
                <c:pt idx="19970">
                  <c:v>5.5988199999999999</c:v>
                </c:pt>
                <c:pt idx="19971">
                  <c:v>5.5991299999999997</c:v>
                </c:pt>
                <c:pt idx="19972">
                  <c:v>5.5994299999999999</c:v>
                </c:pt>
                <c:pt idx="19973">
                  <c:v>5.5997399999999997</c:v>
                </c:pt>
                <c:pt idx="19974">
                  <c:v>5.6000399999999999</c:v>
                </c:pt>
                <c:pt idx="19975">
                  <c:v>5.6003499999999997</c:v>
                </c:pt>
                <c:pt idx="19976">
                  <c:v>5.6006499999999999</c:v>
                </c:pt>
                <c:pt idx="19977">
                  <c:v>5.6009599999999997</c:v>
                </c:pt>
                <c:pt idx="19978">
                  <c:v>5.6012599999999999</c:v>
                </c:pt>
                <c:pt idx="19979">
                  <c:v>5.6015699999999997</c:v>
                </c:pt>
                <c:pt idx="19980">
                  <c:v>5.6018699999999999</c:v>
                </c:pt>
                <c:pt idx="19981">
                  <c:v>5.6021799999999997</c:v>
                </c:pt>
                <c:pt idx="19982">
                  <c:v>5.6024799999999999</c:v>
                </c:pt>
                <c:pt idx="19983">
                  <c:v>5.6027899999999997</c:v>
                </c:pt>
                <c:pt idx="19984">
                  <c:v>5.6031000000000004</c:v>
                </c:pt>
                <c:pt idx="19985">
                  <c:v>5.6033999999999997</c:v>
                </c:pt>
                <c:pt idx="19986">
                  <c:v>5.6037100000000004</c:v>
                </c:pt>
                <c:pt idx="19987">
                  <c:v>5.6040099999999997</c:v>
                </c:pt>
                <c:pt idx="19988">
                  <c:v>5.6043200000000004</c:v>
                </c:pt>
                <c:pt idx="19989">
                  <c:v>5.6046199999999997</c:v>
                </c:pt>
                <c:pt idx="19990">
                  <c:v>5.6049300000000004</c:v>
                </c:pt>
                <c:pt idx="19991">
                  <c:v>5.6052299999999997</c:v>
                </c:pt>
                <c:pt idx="19992">
                  <c:v>5.6055400000000004</c:v>
                </c:pt>
                <c:pt idx="19993">
                  <c:v>5.6058399999999997</c:v>
                </c:pt>
                <c:pt idx="19994">
                  <c:v>5.6061500000000004</c:v>
                </c:pt>
                <c:pt idx="19995">
                  <c:v>5.6064499999999997</c:v>
                </c:pt>
                <c:pt idx="19996">
                  <c:v>5.6067600000000004</c:v>
                </c:pt>
                <c:pt idx="19997">
                  <c:v>5.6070700000000002</c:v>
                </c:pt>
                <c:pt idx="19998">
                  <c:v>5.6073700000000004</c:v>
                </c:pt>
                <c:pt idx="19999">
                  <c:v>5.6076800000000002</c:v>
                </c:pt>
                <c:pt idx="20000">
                  <c:v>5.6079800000000004</c:v>
                </c:pt>
                <c:pt idx="20001">
                  <c:v>5.6082900000000002</c:v>
                </c:pt>
                <c:pt idx="20002">
                  <c:v>5.6085900000000004</c:v>
                </c:pt>
                <c:pt idx="20003">
                  <c:v>5.6089000000000002</c:v>
                </c:pt>
                <c:pt idx="20004">
                  <c:v>5.6092000000000004</c:v>
                </c:pt>
                <c:pt idx="20005">
                  <c:v>5.6095100000000002</c:v>
                </c:pt>
                <c:pt idx="20006">
                  <c:v>5.6098100000000004</c:v>
                </c:pt>
                <c:pt idx="20007">
                  <c:v>5.6101200000000002</c:v>
                </c:pt>
                <c:pt idx="20008">
                  <c:v>5.61043</c:v>
                </c:pt>
                <c:pt idx="20009">
                  <c:v>5.6107300000000002</c:v>
                </c:pt>
                <c:pt idx="20010">
                  <c:v>5.61104</c:v>
                </c:pt>
                <c:pt idx="20011">
                  <c:v>5.6113400000000002</c:v>
                </c:pt>
                <c:pt idx="20012">
                  <c:v>5.61165</c:v>
                </c:pt>
                <c:pt idx="20013">
                  <c:v>5.6119500000000002</c:v>
                </c:pt>
                <c:pt idx="20014">
                  <c:v>5.61226</c:v>
                </c:pt>
                <c:pt idx="20015">
                  <c:v>5.6125600000000002</c:v>
                </c:pt>
                <c:pt idx="20016">
                  <c:v>5.61287</c:v>
                </c:pt>
                <c:pt idx="20017">
                  <c:v>5.6131700000000002</c:v>
                </c:pt>
                <c:pt idx="20018">
                  <c:v>5.61348</c:v>
                </c:pt>
                <c:pt idx="20019">
                  <c:v>5.6137800000000002</c:v>
                </c:pt>
                <c:pt idx="20020">
                  <c:v>5.61409</c:v>
                </c:pt>
                <c:pt idx="20021">
                  <c:v>5.6143999999999998</c:v>
                </c:pt>
                <c:pt idx="20022">
                  <c:v>5.6147</c:v>
                </c:pt>
                <c:pt idx="20023">
                  <c:v>5.6150099999999998</c:v>
                </c:pt>
                <c:pt idx="20024">
                  <c:v>5.61531</c:v>
                </c:pt>
                <c:pt idx="20025">
                  <c:v>5.6156199999999998</c:v>
                </c:pt>
                <c:pt idx="20026">
                  <c:v>5.61592</c:v>
                </c:pt>
                <c:pt idx="20027">
                  <c:v>5.6162299999999998</c:v>
                </c:pt>
                <c:pt idx="20028">
                  <c:v>5.61653</c:v>
                </c:pt>
                <c:pt idx="20029">
                  <c:v>5.6168399999999998</c:v>
                </c:pt>
                <c:pt idx="20030">
                  <c:v>5.61714</c:v>
                </c:pt>
                <c:pt idx="20031">
                  <c:v>5.6174499999999998</c:v>
                </c:pt>
                <c:pt idx="20032">
                  <c:v>5.61775</c:v>
                </c:pt>
                <c:pt idx="20033">
                  <c:v>5.6180599999999998</c:v>
                </c:pt>
                <c:pt idx="20034">
                  <c:v>5.6183699999999996</c:v>
                </c:pt>
                <c:pt idx="20035">
                  <c:v>5.6186699999999998</c:v>
                </c:pt>
                <c:pt idx="20036">
                  <c:v>5.6189799999999996</c:v>
                </c:pt>
                <c:pt idx="20037">
                  <c:v>5.6192799999999998</c:v>
                </c:pt>
                <c:pt idx="20038">
                  <c:v>5.6195899999999996</c:v>
                </c:pt>
                <c:pt idx="20039">
                  <c:v>5.6198899999999998</c:v>
                </c:pt>
                <c:pt idx="20040">
                  <c:v>5.6201999999999996</c:v>
                </c:pt>
                <c:pt idx="20041">
                  <c:v>5.6204999999999998</c:v>
                </c:pt>
                <c:pt idx="20042">
                  <c:v>5.6208099999999996</c:v>
                </c:pt>
                <c:pt idx="20043">
                  <c:v>5.6211099999999998</c:v>
                </c:pt>
                <c:pt idx="20044">
                  <c:v>5.6214199999999996</c:v>
                </c:pt>
                <c:pt idx="20045">
                  <c:v>5.6217199999999998</c:v>
                </c:pt>
                <c:pt idx="20046">
                  <c:v>5.6220299999999996</c:v>
                </c:pt>
                <c:pt idx="20047">
                  <c:v>5.6223400000000003</c:v>
                </c:pt>
                <c:pt idx="20048">
                  <c:v>5.6226399999999996</c:v>
                </c:pt>
                <c:pt idx="20049">
                  <c:v>5.6229500000000003</c:v>
                </c:pt>
                <c:pt idx="20050">
                  <c:v>5.6232499999999996</c:v>
                </c:pt>
                <c:pt idx="20051">
                  <c:v>5.6235600000000003</c:v>
                </c:pt>
                <c:pt idx="20052">
                  <c:v>5.6238599999999996</c:v>
                </c:pt>
                <c:pt idx="20053">
                  <c:v>5.6241700000000003</c:v>
                </c:pt>
                <c:pt idx="20054">
                  <c:v>5.6244699999999996</c:v>
                </c:pt>
                <c:pt idx="20055">
                  <c:v>5.6247800000000003</c:v>
                </c:pt>
                <c:pt idx="20056">
                  <c:v>5.6250799999999996</c:v>
                </c:pt>
                <c:pt idx="20057">
                  <c:v>5.6253900000000003</c:v>
                </c:pt>
                <c:pt idx="20058">
                  <c:v>5.6256899999999996</c:v>
                </c:pt>
                <c:pt idx="20059">
                  <c:v>5.6260000000000003</c:v>
                </c:pt>
                <c:pt idx="20060">
                  <c:v>5.6263100000000001</c:v>
                </c:pt>
                <c:pt idx="20061">
                  <c:v>5.6266100000000003</c:v>
                </c:pt>
                <c:pt idx="20062">
                  <c:v>5.6269200000000001</c:v>
                </c:pt>
                <c:pt idx="20063">
                  <c:v>5.6272200000000003</c:v>
                </c:pt>
                <c:pt idx="20064">
                  <c:v>5.6275300000000001</c:v>
                </c:pt>
                <c:pt idx="20065">
                  <c:v>5.6278300000000003</c:v>
                </c:pt>
                <c:pt idx="20066">
                  <c:v>5.6281400000000001</c:v>
                </c:pt>
                <c:pt idx="20067">
                  <c:v>5.6284400000000003</c:v>
                </c:pt>
                <c:pt idx="20068">
                  <c:v>5.6287500000000001</c:v>
                </c:pt>
                <c:pt idx="20069">
                  <c:v>5.6290500000000003</c:v>
                </c:pt>
                <c:pt idx="20070">
                  <c:v>5.6293600000000001</c:v>
                </c:pt>
                <c:pt idx="20071">
                  <c:v>5.62967</c:v>
                </c:pt>
                <c:pt idx="20072">
                  <c:v>5.6299700000000001</c:v>
                </c:pt>
                <c:pt idx="20073">
                  <c:v>5.63028</c:v>
                </c:pt>
                <c:pt idx="20074">
                  <c:v>5.6305800000000001</c:v>
                </c:pt>
                <c:pt idx="20075">
                  <c:v>5.63089</c:v>
                </c:pt>
                <c:pt idx="20076">
                  <c:v>5.6311900000000001</c:v>
                </c:pt>
                <c:pt idx="20077">
                  <c:v>5.6315</c:v>
                </c:pt>
                <c:pt idx="20078">
                  <c:v>5.6318000000000001</c:v>
                </c:pt>
                <c:pt idx="20079">
                  <c:v>5.6321099999999999</c:v>
                </c:pt>
                <c:pt idx="20080">
                  <c:v>5.6324100000000001</c:v>
                </c:pt>
                <c:pt idx="20081">
                  <c:v>5.6327199999999999</c:v>
                </c:pt>
                <c:pt idx="20082">
                  <c:v>5.6330200000000001</c:v>
                </c:pt>
                <c:pt idx="20083">
                  <c:v>5.6333299999999999</c:v>
                </c:pt>
                <c:pt idx="20084">
                  <c:v>5.6336399999999998</c:v>
                </c:pt>
                <c:pt idx="20085">
                  <c:v>5.6339399999999999</c:v>
                </c:pt>
                <c:pt idx="20086">
                  <c:v>5.6342499999999998</c:v>
                </c:pt>
                <c:pt idx="20087">
                  <c:v>5.6345499999999999</c:v>
                </c:pt>
                <c:pt idx="20088">
                  <c:v>5.6348599999999998</c:v>
                </c:pt>
                <c:pt idx="20089">
                  <c:v>5.6351599999999999</c:v>
                </c:pt>
                <c:pt idx="20090">
                  <c:v>5.6354699999999998</c:v>
                </c:pt>
                <c:pt idx="20091">
                  <c:v>5.6357699999999999</c:v>
                </c:pt>
                <c:pt idx="20092">
                  <c:v>5.6360799999999998</c:v>
                </c:pt>
                <c:pt idx="20093">
                  <c:v>5.6363799999999999</c:v>
                </c:pt>
                <c:pt idx="20094">
                  <c:v>5.6366899999999998</c:v>
                </c:pt>
                <c:pt idx="20095">
                  <c:v>5.6369899999999999</c:v>
                </c:pt>
                <c:pt idx="20096">
                  <c:v>5.6372999999999998</c:v>
                </c:pt>
                <c:pt idx="20097">
                  <c:v>5.6376099999999996</c:v>
                </c:pt>
                <c:pt idx="20098">
                  <c:v>5.6379099999999998</c:v>
                </c:pt>
                <c:pt idx="20099">
                  <c:v>5.6382199999999996</c:v>
                </c:pt>
                <c:pt idx="20100">
                  <c:v>5.6385199999999998</c:v>
                </c:pt>
                <c:pt idx="20101">
                  <c:v>5.6388299999999996</c:v>
                </c:pt>
                <c:pt idx="20102">
                  <c:v>5.6391299999999998</c:v>
                </c:pt>
                <c:pt idx="20103">
                  <c:v>5.6394399999999996</c:v>
                </c:pt>
                <c:pt idx="20104">
                  <c:v>5.6397399999999998</c:v>
                </c:pt>
                <c:pt idx="20105">
                  <c:v>5.6400499999999996</c:v>
                </c:pt>
                <c:pt idx="20106">
                  <c:v>5.6403499999999998</c:v>
                </c:pt>
                <c:pt idx="20107">
                  <c:v>5.6406599999999996</c:v>
                </c:pt>
                <c:pt idx="20108">
                  <c:v>5.6409599999999998</c:v>
                </c:pt>
                <c:pt idx="20109">
                  <c:v>5.6412699999999996</c:v>
                </c:pt>
                <c:pt idx="20110">
                  <c:v>5.6415800000000003</c:v>
                </c:pt>
                <c:pt idx="20111">
                  <c:v>5.6418799999999996</c:v>
                </c:pt>
                <c:pt idx="20112">
                  <c:v>5.6421900000000003</c:v>
                </c:pt>
                <c:pt idx="20113">
                  <c:v>5.6424899999999996</c:v>
                </c:pt>
                <c:pt idx="20114">
                  <c:v>5.6428000000000003</c:v>
                </c:pt>
                <c:pt idx="20115">
                  <c:v>5.6430999999999996</c:v>
                </c:pt>
                <c:pt idx="20116">
                  <c:v>5.6434100000000003</c:v>
                </c:pt>
                <c:pt idx="20117">
                  <c:v>5.6437099999999996</c:v>
                </c:pt>
                <c:pt idx="20118">
                  <c:v>5.6440200000000003</c:v>
                </c:pt>
                <c:pt idx="20119">
                  <c:v>5.6443199999999996</c:v>
                </c:pt>
                <c:pt idx="20120">
                  <c:v>5.6446300000000003</c:v>
                </c:pt>
                <c:pt idx="20121">
                  <c:v>5.6449400000000001</c:v>
                </c:pt>
                <c:pt idx="20122">
                  <c:v>5.6452400000000003</c:v>
                </c:pt>
                <c:pt idx="20123">
                  <c:v>5.6455500000000001</c:v>
                </c:pt>
                <c:pt idx="20124">
                  <c:v>5.6458500000000003</c:v>
                </c:pt>
                <c:pt idx="20125">
                  <c:v>5.6461600000000001</c:v>
                </c:pt>
                <c:pt idx="20126">
                  <c:v>5.6464600000000003</c:v>
                </c:pt>
                <c:pt idx="20127">
                  <c:v>5.6467700000000001</c:v>
                </c:pt>
                <c:pt idx="20128">
                  <c:v>5.6470700000000003</c:v>
                </c:pt>
                <c:pt idx="20129">
                  <c:v>5.6473800000000001</c:v>
                </c:pt>
                <c:pt idx="20130">
                  <c:v>5.6476800000000003</c:v>
                </c:pt>
                <c:pt idx="20131">
                  <c:v>5.6479900000000001</c:v>
                </c:pt>
                <c:pt idx="20132">
                  <c:v>5.6482900000000003</c:v>
                </c:pt>
                <c:pt idx="20133">
                  <c:v>5.6486000000000001</c:v>
                </c:pt>
                <c:pt idx="20134">
                  <c:v>5.6489099999999999</c:v>
                </c:pt>
                <c:pt idx="20135">
                  <c:v>5.6492100000000001</c:v>
                </c:pt>
                <c:pt idx="20136">
                  <c:v>5.6495199999999999</c:v>
                </c:pt>
                <c:pt idx="20137">
                  <c:v>5.6498200000000001</c:v>
                </c:pt>
                <c:pt idx="20138">
                  <c:v>5.6501299999999999</c:v>
                </c:pt>
                <c:pt idx="20139">
                  <c:v>5.6504300000000001</c:v>
                </c:pt>
                <c:pt idx="20140">
                  <c:v>5.6507399999999999</c:v>
                </c:pt>
                <c:pt idx="20141">
                  <c:v>5.6510400000000001</c:v>
                </c:pt>
                <c:pt idx="20142">
                  <c:v>5.6513499999999999</c:v>
                </c:pt>
                <c:pt idx="20143">
                  <c:v>5.6516500000000001</c:v>
                </c:pt>
                <c:pt idx="20144">
                  <c:v>5.6519599999999999</c:v>
                </c:pt>
                <c:pt idx="20145">
                  <c:v>5.6522600000000001</c:v>
                </c:pt>
                <c:pt idx="20146">
                  <c:v>5.6525699999999999</c:v>
                </c:pt>
                <c:pt idx="20147">
                  <c:v>5.6528799999999997</c:v>
                </c:pt>
                <c:pt idx="20148">
                  <c:v>5.6531799999999999</c:v>
                </c:pt>
                <c:pt idx="20149">
                  <c:v>5.6534899999999997</c:v>
                </c:pt>
                <c:pt idx="20150">
                  <c:v>5.6537899999999999</c:v>
                </c:pt>
                <c:pt idx="20151">
                  <c:v>5.6540999999999997</c:v>
                </c:pt>
                <c:pt idx="20152">
                  <c:v>5.6543999999999999</c:v>
                </c:pt>
                <c:pt idx="20153">
                  <c:v>5.6547099999999997</c:v>
                </c:pt>
                <c:pt idx="20154">
                  <c:v>5.6550099999999999</c:v>
                </c:pt>
                <c:pt idx="20155">
                  <c:v>5.6553199999999997</c:v>
                </c:pt>
                <c:pt idx="20156">
                  <c:v>5.6556199999999999</c:v>
                </c:pt>
                <c:pt idx="20157">
                  <c:v>5.6559299999999997</c:v>
                </c:pt>
                <c:pt idx="20158">
                  <c:v>5.6562299999999999</c:v>
                </c:pt>
                <c:pt idx="20159">
                  <c:v>5.6565399999999997</c:v>
                </c:pt>
                <c:pt idx="20160">
                  <c:v>5.6568500000000004</c:v>
                </c:pt>
                <c:pt idx="20161">
                  <c:v>5.6571499999999997</c:v>
                </c:pt>
                <c:pt idx="20162">
                  <c:v>5.6574600000000004</c:v>
                </c:pt>
                <c:pt idx="20163">
                  <c:v>5.6577599999999997</c:v>
                </c:pt>
                <c:pt idx="20164">
                  <c:v>5.6580700000000004</c:v>
                </c:pt>
                <c:pt idx="20165">
                  <c:v>5.6583699999999997</c:v>
                </c:pt>
                <c:pt idx="20166">
                  <c:v>5.6586800000000004</c:v>
                </c:pt>
                <c:pt idx="20167">
                  <c:v>5.6589799999999997</c:v>
                </c:pt>
                <c:pt idx="20168">
                  <c:v>5.6592900000000004</c:v>
                </c:pt>
                <c:pt idx="20169">
                  <c:v>5.6595899999999997</c:v>
                </c:pt>
                <c:pt idx="20170">
                  <c:v>5.6599000000000004</c:v>
                </c:pt>
                <c:pt idx="20171">
                  <c:v>5.6601999999999997</c:v>
                </c:pt>
                <c:pt idx="20172">
                  <c:v>5.6605100000000004</c:v>
                </c:pt>
                <c:pt idx="20173">
                  <c:v>5.6608200000000002</c:v>
                </c:pt>
                <c:pt idx="20174">
                  <c:v>5.6611200000000004</c:v>
                </c:pt>
                <c:pt idx="20175">
                  <c:v>5.6614300000000002</c:v>
                </c:pt>
                <c:pt idx="20176">
                  <c:v>5.6617300000000004</c:v>
                </c:pt>
                <c:pt idx="20177">
                  <c:v>5.6620400000000002</c:v>
                </c:pt>
                <c:pt idx="20178">
                  <c:v>5.6623400000000004</c:v>
                </c:pt>
                <c:pt idx="20179">
                  <c:v>5.6626500000000002</c:v>
                </c:pt>
                <c:pt idx="20180">
                  <c:v>5.6629500000000004</c:v>
                </c:pt>
                <c:pt idx="20181">
                  <c:v>5.6632600000000002</c:v>
                </c:pt>
                <c:pt idx="20182">
                  <c:v>5.6635600000000004</c:v>
                </c:pt>
                <c:pt idx="20183">
                  <c:v>5.6638700000000002</c:v>
                </c:pt>
                <c:pt idx="20184">
                  <c:v>5.66418</c:v>
                </c:pt>
                <c:pt idx="20185">
                  <c:v>5.6644800000000002</c:v>
                </c:pt>
                <c:pt idx="20186">
                  <c:v>5.66479</c:v>
                </c:pt>
                <c:pt idx="20187">
                  <c:v>5.6650900000000002</c:v>
                </c:pt>
                <c:pt idx="20188">
                  <c:v>5.6654</c:v>
                </c:pt>
                <c:pt idx="20189">
                  <c:v>5.6657000000000002</c:v>
                </c:pt>
                <c:pt idx="20190">
                  <c:v>5.66601</c:v>
                </c:pt>
                <c:pt idx="20191">
                  <c:v>5.6663100000000002</c:v>
                </c:pt>
                <c:pt idx="20192">
                  <c:v>5.66662</c:v>
                </c:pt>
                <c:pt idx="20193">
                  <c:v>5.6669200000000002</c:v>
                </c:pt>
                <c:pt idx="20194">
                  <c:v>5.66723</c:v>
                </c:pt>
                <c:pt idx="20195">
                  <c:v>5.6675300000000002</c:v>
                </c:pt>
                <c:pt idx="20196">
                  <c:v>5.66784</c:v>
                </c:pt>
                <c:pt idx="20197">
                  <c:v>5.6681499999999998</c:v>
                </c:pt>
                <c:pt idx="20198">
                  <c:v>5.66845</c:v>
                </c:pt>
                <c:pt idx="20199">
                  <c:v>5.6687599999999998</c:v>
                </c:pt>
                <c:pt idx="20200">
                  <c:v>5.66906</c:v>
                </c:pt>
                <c:pt idx="20201">
                  <c:v>5.6693699999999998</c:v>
                </c:pt>
                <c:pt idx="20202">
                  <c:v>5.66967</c:v>
                </c:pt>
                <c:pt idx="20203">
                  <c:v>5.6699799999999998</c:v>
                </c:pt>
                <c:pt idx="20204">
                  <c:v>5.67028</c:v>
                </c:pt>
                <c:pt idx="20205">
                  <c:v>5.6705899999999998</c:v>
                </c:pt>
                <c:pt idx="20206">
                  <c:v>5.67089</c:v>
                </c:pt>
                <c:pt idx="20207">
                  <c:v>5.6711999999999998</c:v>
                </c:pt>
                <c:pt idx="20208">
                  <c:v>5.6715</c:v>
                </c:pt>
                <c:pt idx="20209">
                  <c:v>5.6718099999999998</c:v>
                </c:pt>
                <c:pt idx="20210">
                  <c:v>5.6721199999999996</c:v>
                </c:pt>
                <c:pt idx="20211">
                  <c:v>5.6724199999999998</c:v>
                </c:pt>
                <c:pt idx="20212">
                  <c:v>5.6727299999999996</c:v>
                </c:pt>
                <c:pt idx="20213">
                  <c:v>5.6730299999999998</c:v>
                </c:pt>
                <c:pt idx="20214">
                  <c:v>5.6733399999999996</c:v>
                </c:pt>
                <c:pt idx="20215">
                  <c:v>5.6736399999999998</c:v>
                </c:pt>
                <c:pt idx="20216">
                  <c:v>5.6739499999999996</c:v>
                </c:pt>
                <c:pt idx="20217">
                  <c:v>5.6742499999999998</c:v>
                </c:pt>
                <c:pt idx="20218">
                  <c:v>5.6745599999999996</c:v>
                </c:pt>
                <c:pt idx="20219">
                  <c:v>5.6748599999999998</c:v>
                </c:pt>
                <c:pt idx="20220">
                  <c:v>5.6751699999999996</c:v>
                </c:pt>
                <c:pt idx="20221">
                  <c:v>5.6754699999999998</c:v>
                </c:pt>
                <c:pt idx="20222">
                  <c:v>5.6757799999999996</c:v>
                </c:pt>
                <c:pt idx="20223">
                  <c:v>5.6760900000000003</c:v>
                </c:pt>
                <c:pt idx="20224">
                  <c:v>5.6763899999999996</c:v>
                </c:pt>
                <c:pt idx="20225">
                  <c:v>5.6767000000000003</c:v>
                </c:pt>
                <c:pt idx="20226">
                  <c:v>5.6769999999999996</c:v>
                </c:pt>
                <c:pt idx="20227">
                  <c:v>5.6773100000000003</c:v>
                </c:pt>
                <c:pt idx="20228">
                  <c:v>5.6776099999999996</c:v>
                </c:pt>
                <c:pt idx="20229">
                  <c:v>5.6779200000000003</c:v>
                </c:pt>
                <c:pt idx="20230">
                  <c:v>5.6782199999999996</c:v>
                </c:pt>
                <c:pt idx="20231">
                  <c:v>5.6785300000000003</c:v>
                </c:pt>
                <c:pt idx="20232">
                  <c:v>5.6788299999999996</c:v>
                </c:pt>
                <c:pt idx="20233">
                  <c:v>5.6791400000000003</c:v>
                </c:pt>
                <c:pt idx="20234">
                  <c:v>5.6794399999999996</c:v>
                </c:pt>
                <c:pt idx="20235">
                  <c:v>5.6797500000000003</c:v>
                </c:pt>
                <c:pt idx="20236">
                  <c:v>5.6800600000000001</c:v>
                </c:pt>
                <c:pt idx="20237">
                  <c:v>5.6803600000000003</c:v>
                </c:pt>
                <c:pt idx="20238">
                  <c:v>5.6806700000000001</c:v>
                </c:pt>
                <c:pt idx="20239">
                  <c:v>5.6809700000000003</c:v>
                </c:pt>
                <c:pt idx="20240">
                  <c:v>5.6812800000000001</c:v>
                </c:pt>
                <c:pt idx="20241">
                  <c:v>5.6815800000000003</c:v>
                </c:pt>
                <c:pt idx="20242">
                  <c:v>5.6818900000000001</c:v>
                </c:pt>
                <c:pt idx="20243">
                  <c:v>5.6821900000000003</c:v>
                </c:pt>
                <c:pt idx="20244">
                  <c:v>5.6825000000000001</c:v>
                </c:pt>
                <c:pt idx="20245">
                  <c:v>5.6828000000000003</c:v>
                </c:pt>
                <c:pt idx="20246">
                  <c:v>5.6831100000000001</c:v>
                </c:pt>
                <c:pt idx="20247">
                  <c:v>5.6834199999999999</c:v>
                </c:pt>
                <c:pt idx="20248">
                  <c:v>5.6837200000000001</c:v>
                </c:pt>
                <c:pt idx="20249">
                  <c:v>5.6840299999999999</c:v>
                </c:pt>
                <c:pt idx="20250">
                  <c:v>5.6843300000000001</c:v>
                </c:pt>
                <c:pt idx="20251">
                  <c:v>5.6846399999999999</c:v>
                </c:pt>
                <c:pt idx="20252">
                  <c:v>5.6849400000000001</c:v>
                </c:pt>
                <c:pt idx="20253">
                  <c:v>5.6852499999999999</c:v>
                </c:pt>
                <c:pt idx="20254">
                  <c:v>5.6855500000000001</c:v>
                </c:pt>
                <c:pt idx="20255">
                  <c:v>5.6858599999999999</c:v>
                </c:pt>
                <c:pt idx="20256">
                  <c:v>5.6861600000000001</c:v>
                </c:pt>
                <c:pt idx="20257">
                  <c:v>5.6864699999999999</c:v>
                </c:pt>
                <c:pt idx="20258">
                  <c:v>5.6867700000000001</c:v>
                </c:pt>
                <c:pt idx="20259">
                  <c:v>5.6870799999999999</c:v>
                </c:pt>
                <c:pt idx="20260">
                  <c:v>5.6873899999999997</c:v>
                </c:pt>
                <c:pt idx="20261">
                  <c:v>5.6876899999999999</c:v>
                </c:pt>
                <c:pt idx="20262">
                  <c:v>5.6879999999999997</c:v>
                </c:pt>
                <c:pt idx="20263">
                  <c:v>5.6882999999999999</c:v>
                </c:pt>
                <c:pt idx="20264">
                  <c:v>5.6886099999999997</c:v>
                </c:pt>
                <c:pt idx="20265">
                  <c:v>5.6889099999999999</c:v>
                </c:pt>
                <c:pt idx="20266">
                  <c:v>5.6892199999999997</c:v>
                </c:pt>
                <c:pt idx="20267">
                  <c:v>5.6895199999999999</c:v>
                </c:pt>
                <c:pt idx="20268">
                  <c:v>5.6898299999999997</c:v>
                </c:pt>
                <c:pt idx="20269">
                  <c:v>5.6901299999999999</c:v>
                </c:pt>
                <c:pt idx="20270">
                  <c:v>5.6904399999999997</c:v>
                </c:pt>
                <c:pt idx="20271">
                  <c:v>5.6907399999999999</c:v>
                </c:pt>
                <c:pt idx="20272">
                  <c:v>5.6910499999999997</c:v>
                </c:pt>
                <c:pt idx="20273">
                  <c:v>5.6913600000000004</c:v>
                </c:pt>
                <c:pt idx="20274">
                  <c:v>5.6916599999999997</c:v>
                </c:pt>
                <c:pt idx="20275">
                  <c:v>5.6919700000000004</c:v>
                </c:pt>
                <c:pt idx="20276">
                  <c:v>5.6922699999999997</c:v>
                </c:pt>
                <c:pt idx="20277">
                  <c:v>5.6925800000000004</c:v>
                </c:pt>
                <c:pt idx="20278">
                  <c:v>5.6928799999999997</c:v>
                </c:pt>
                <c:pt idx="20279">
                  <c:v>5.6931900000000004</c:v>
                </c:pt>
                <c:pt idx="20280">
                  <c:v>5.6934899999999997</c:v>
                </c:pt>
                <c:pt idx="20281">
                  <c:v>5.6938000000000004</c:v>
                </c:pt>
                <c:pt idx="20282">
                  <c:v>5.6940999999999997</c:v>
                </c:pt>
                <c:pt idx="20283">
                  <c:v>5.6944100000000004</c:v>
                </c:pt>
                <c:pt idx="20284">
                  <c:v>5.6947099999999997</c:v>
                </c:pt>
                <c:pt idx="20285">
                  <c:v>5.6950200000000004</c:v>
                </c:pt>
                <c:pt idx="20286">
                  <c:v>5.6953300000000002</c:v>
                </c:pt>
                <c:pt idx="20287">
                  <c:v>5.6956300000000004</c:v>
                </c:pt>
                <c:pt idx="20288">
                  <c:v>5.6959400000000002</c:v>
                </c:pt>
                <c:pt idx="20289">
                  <c:v>5.6962400000000004</c:v>
                </c:pt>
                <c:pt idx="20290">
                  <c:v>5.6965500000000002</c:v>
                </c:pt>
                <c:pt idx="20291">
                  <c:v>5.6968500000000004</c:v>
                </c:pt>
                <c:pt idx="20292">
                  <c:v>5.6971600000000002</c:v>
                </c:pt>
                <c:pt idx="20293">
                  <c:v>5.6974600000000004</c:v>
                </c:pt>
                <c:pt idx="20294">
                  <c:v>5.6977700000000002</c:v>
                </c:pt>
                <c:pt idx="20295">
                  <c:v>5.6980700000000004</c:v>
                </c:pt>
                <c:pt idx="20296">
                  <c:v>5.6983800000000002</c:v>
                </c:pt>
                <c:pt idx="20297">
                  <c:v>5.69869</c:v>
                </c:pt>
                <c:pt idx="20298">
                  <c:v>5.6989900000000002</c:v>
                </c:pt>
                <c:pt idx="20299">
                  <c:v>5.6993</c:v>
                </c:pt>
                <c:pt idx="20300">
                  <c:v>5.6996000000000002</c:v>
                </c:pt>
                <c:pt idx="20301">
                  <c:v>5.69991</c:v>
                </c:pt>
                <c:pt idx="20302">
                  <c:v>5.7002100000000002</c:v>
                </c:pt>
                <c:pt idx="20303">
                  <c:v>5.70052</c:v>
                </c:pt>
                <c:pt idx="20304">
                  <c:v>5.7008200000000002</c:v>
                </c:pt>
                <c:pt idx="20305">
                  <c:v>5.70113</c:v>
                </c:pt>
                <c:pt idx="20306">
                  <c:v>5.7014300000000002</c:v>
                </c:pt>
                <c:pt idx="20307">
                  <c:v>5.70174</c:v>
                </c:pt>
                <c:pt idx="20308">
                  <c:v>5.7020400000000002</c:v>
                </c:pt>
                <c:pt idx="20309">
                  <c:v>5.70235</c:v>
                </c:pt>
                <c:pt idx="20310">
                  <c:v>5.7026599999999998</c:v>
                </c:pt>
                <c:pt idx="20311">
                  <c:v>5.70296</c:v>
                </c:pt>
                <c:pt idx="20312">
                  <c:v>5.7032699999999998</c:v>
                </c:pt>
                <c:pt idx="20313">
                  <c:v>5.70357</c:v>
                </c:pt>
                <c:pt idx="20314">
                  <c:v>5.7038799999999998</c:v>
                </c:pt>
                <c:pt idx="20315">
                  <c:v>5.70418</c:v>
                </c:pt>
                <c:pt idx="20316">
                  <c:v>5.7044899999999998</c:v>
                </c:pt>
                <c:pt idx="20317">
                  <c:v>5.70479</c:v>
                </c:pt>
                <c:pt idx="20318">
                  <c:v>5.7050999999999998</c:v>
                </c:pt>
                <c:pt idx="20319">
                  <c:v>5.7054</c:v>
                </c:pt>
                <c:pt idx="20320">
                  <c:v>5.7057099999999998</c:v>
                </c:pt>
                <c:pt idx="20321">
                  <c:v>5.70601</c:v>
                </c:pt>
                <c:pt idx="20322">
                  <c:v>5.7063199999999998</c:v>
                </c:pt>
                <c:pt idx="20323">
                  <c:v>5.7066299999999996</c:v>
                </c:pt>
                <c:pt idx="20324">
                  <c:v>5.7069299999999998</c:v>
                </c:pt>
                <c:pt idx="20325">
                  <c:v>5.7072399999999996</c:v>
                </c:pt>
                <c:pt idx="20326">
                  <c:v>5.7075399999999998</c:v>
                </c:pt>
                <c:pt idx="20327">
                  <c:v>5.7078499999999996</c:v>
                </c:pt>
                <c:pt idx="20328">
                  <c:v>5.7081499999999998</c:v>
                </c:pt>
                <c:pt idx="20329">
                  <c:v>5.7084599999999996</c:v>
                </c:pt>
                <c:pt idx="20330">
                  <c:v>5.7087599999999998</c:v>
                </c:pt>
                <c:pt idx="20331">
                  <c:v>5.7090699999999996</c:v>
                </c:pt>
                <c:pt idx="20332">
                  <c:v>5.7093699999999998</c:v>
                </c:pt>
                <c:pt idx="20333">
                  <c:v>5.7096799999999996</c:v>
                </c:pt>
                <c:pt idx="20334">
                  <c:v>5.7099799999999998</c:v>
                </c:pt>
                <c:pt idx="20335">
                  <c:v>5.7102899999999996</c:v>
                </c:pt>
                <c:pt idx="20336">
                  <c:v>5.7106000000000003</c:v>
                </c:pt>
                <c:pt idx="20337">
                  <c:v>5.7108999999999996</c:v>
                </c:pt>
                <c:pt idx="20338">
                  <c:v>5.7112100000000003</c:v>
                </c:pt>
                <c:pt idx="20339">
                  <c:v>5.7115099999999996</c:v>
                </c:pt>
                <c:pt idx="20340">
                  <c:v>5.7118200000000003</c:v>
                </c:pt>
                <c:pt idx="20341">
                  <c:v>5.7121199999999996</c:v>
                </c:pt>
                <c:pt idx="20342">
                  <c:v>5.7124300000000003</c:v>
                </c:pt>
                <c:pt idx="20343">
                  <c:v>5.7127299999999996</c:v>
                </c:pt>
                <c:pt idx="20344">
                  <c:v>5.7130400000000003</c:v>
                </c:pt>
                <c:pt idx="20345">
                  <c:v>5.7133399999999996</c:v>
                </c:pt>
                <c:pt idx="20346">
                  <c:v>5.7136500000000003</c:v>
                </c:pt>
                <c:pt idx="20347">
                  <c:v>5.7139499999999996</c:v>
                </c:pt>
                <c:pt idx="20348">
                  <c:v>5.7142600000000003</c:v>
                </c:pt>
                <c:pt idx="20349">
                  <c:v>5.7145700000000001</c:v>
                </c:pt>
                <c:pt idx="20350">
                  <c:v>5.7148700000000003</c:v>
                </c:pt>
                <c:pt idx="20351">
                  <c:v>5.7151800000000001</c:v>
                </c:pt>
                <c:pt idx="20352">
                  <c:v>5.7154800000000003</c:v>
                </c:pt>
                <c:pt idx="20353">
                  <c:v>5.7157900000000001</c:v>
                </c:pt>
                <c:pt idx="20354">
                  <c:v>5.7160900000000003</c:v>
                </c:pt>
                <c:pt idx="20355">
                  <c:v>5.7164000000000001</c:v>
                </c:pt>
                <c:pt idx="20356">
                  <c:v>5.7167000000000003</c:v>
                </c:pt>
                <c:pt idx="20357">
                  <c:v>5.7170100000000001</c:v>
                </c:pt>
                <c:pt idx="20358">
                  <c:v>5.7173100000000003</c:v>
                </c:pt>
                <c:pt idx="20359">
                  <c:v>5.7176200000000001</c:v>
                </c:pt>
                <c:pt idx="20360">
                  <c:v>5.71793</c:v>
                </c:pt>
                <c:pt idx="20361">
                  <c:v>5.7182300000000001</c:v>
                </c:pt>
                <c:pt idx="20362">
                  <c:v>5.71854</c:v>
                </c:pt>
                <c:pt idx="20363">
                  <c:v>5.7188400000000001</c:v>
                </c:pt>
                <c:pt idx="20364">
                  <c:v>5.71915</c:v>
                </c:pt>
                <c:pt idx="20365">
                  <c:v>5.7194500000000001</c:v>
                </c:pt>
                <c:pt idx="20366">
                  <c:v>5.71976</c:v>
                </c:pt>
                <c:pt idx="20367">
                  <c:v>5.7200600000000001</c:v>
                </c:pt>
                <c:pt idx="20368">
                  <c:v>5.72037</c:v>
                </c:pt>
                <c:pt idx="20369">
                  <c:v>5.7206700000000001</c:v>
                </c:pt>
                <c:pt idx="20370">
                  <c:v>5.72098</c:v>
                </c:pt>
                <c:pt idx="20371">
                  <c:v>5.7212800000000001</c:v>
                </c:pt>
                <c:pt idx="20372">
                  <c:v>5.72159</c:v>
                </c:pt>
                <c:pt idx="20373">
                  <c:v>5.7218999999999998</c:v>
                </c:pt>
                <c:pt idx="20374">
                  <c:v>5.7222</c:v>
                </c:pt>
                <c:pt idx="20375">
                  <c:v>5.7225099999999998</c:v>
                </c:pt>
                <c:pt idx="20376">
                  <c:v>5.72281</c:v>
                </c:pt>
                <c:pt idx="20377">
                  <c:v>5.7231199999999998</c:v>
                </c:pt>
                <c:pt idx="20378">
                  <c:v>5.72342</c:v>
                </c:pt>
                <c:pt idx="20379">
                  <c:v>5.7237299999999998</c:v>
                </c:pt>
                <c:pt idx="20380">
                  <c:v>5.72403</c:v>
                </c:pt>
                <c:pt idx="20381">
                  <c:v>5.7243399999999998</c:v>
                </c:pt>
                <c:pt idx="20382">
                  <c:v>5.72464</c:v>
                </c:pt>
                <c:pt idx="20383">
                  <c:v>5.7249499999999998</c:v>
                </c:pt>
                <c:pt idx="20384">
                  <c:v>5.72525</c:v>
                </c:pt>
                <c:pt idx="20385">
                  <c:v>5.7255599999999998</c:v>
                </c:pt>
                <c:pt idx="20386">
                  <c:v>5.7258699999999996</c:v>
                </c:pt>
                <c:pt idx="20387">
                  <c:v>5.7261699999999998</c:v>
                </c:pt>
                <c:pt idx="20388">
                  <c:v>5.7264799999999996</c:v>
                </c:pt>
                <c:pt idx="20389">
                  <c:v>5.7267799999999998</c:v>
                </c:pt>
                <c:pt idx="20390">
                  <c:v>5.7270899999999996</c:v>
                </c:pt>
                <c:pt idx="20391">
                  <c:v>5.7273899999999998</c:v>
                </c:pt>
                <c:pt idx="20392">
                  <c:v>5.7276999999999996</c:v>
                </c:pt>
                <c:pt idx="20393">
                  <c:v>5.7279999999999998</c:v>
                </c:pt>
                <c:pt idx="20394">
                  <c:v>5.7283099999999996</c:v>
                </c:pt>
                <c:pt idx="20395">
                  <c:v>5.7286099999999998</c:v>
                </c:pt>
                <c:pt idx="20396">
                  <c:v>5.7289199999999996</c:v>
                </c:pt>
                <c:pt idx="20397">
                  <c:v>5.7292199999999998</c:v>
                </c:pt>
                <c:pt idx="20398">
                  <c:v>5.7295299999999996</c:v>
                </c:pt>
                <c:pt idx="20399">
                  <c:v>5.7298400000000003</c:v>
                </c:pt>
                <c:pt idx="20400">
                  <c:v>5.7301399999999996</c:v>
                </c:pt>
                <c:pt idx="20401">
                  <c:v>5.7304500000000003</c:v>
                </c:pt>
                <c:pt idx="20402">
                  <c:v>5.7307499999999996</c:v>
                </c:pt>
                <c:pt idx="20403">
                  <c:v>5.7310600000000003</c:v>
                </c:pt>
                <c:pt idx="20404">
                  <c:v>5.7313599999999996</c:v>
                </c:pt>
                <c:pt idx="20405">
                  <c:v>5.7316700000000003</c:v>
                </c:pt>
                <c:pt idx="20406">
                  <c:v>5.7319699999999996</c:v>
                </c:pt>
                <c:pt idx="20407">
                  <c:v>5.7322800000000003</c:v>
                </c:pt>
                <c:pt idx="20408">
                  <c:v>5.7325799999999996</c:v>
                </c:pt>
                <c:pt idx="20409">
                  <c:v>5.7328900000000003</c:v>
                </c:pt>
                <c:pt idx="20410">
                  <c:v>5.7331899999999996</c:v>
                </c:pt>
                <c:pt idx="20411">
                  <c:v>5.7335000000000003</c:v>
                </c:pt>
                <c:pt idx="20412">
                  <c:v>5.7338100000000001</c:v>
                </c:pt>
                <c:pt idx="20413">
                  <c:v>5.7341100000000003</c:v>
                </c:pt>
                <c:pt idx="20414">
                  <c:v>5.7344200000000001</c:v>
                </c:pt>
                <c:pt idx="20415">
                  <c:v>5.7347200000000003</c:v>
                </c:pt>
                <c:pt idx="20416">
                  <c:v>5.7350300000000001</c:v>
                </c:pt>
                <c:pt idx="20417">
                  <c:v>5.7353300000000003</c:v>
                </c:pt>
                <c:pt idx="20418">
                  <c:v>5.7356400000000001</c:v>
                </c:pt>
                <c:pt idx="20419">
                  <c:v>5.7359400000000003</c:v>
                </c:pt>
                <c:pt idx="20420">
                  <c:v>5.7362500000000001</c:v>
                </c:pt>
                <c:pt idx="20421">
                  <c:v>5.7365500000000003</c:v>
                </c:pt>
                <c:pt idx="20422">
                  <c:v>5.7368600000000001</c:v>
                </c:pt>
                <c:pt idx="20423">
                  <c:v>5.7371699999999999</c:v>
                </c:pt>
                <c:pt idx="20424">
                  <c:v>5.7374700000000001</c:v>
                </c:pt>
                <c:pt idx="20425">
                  <c:v>5.7377799999999999</c:v>
                </c:pt>
                <c:pt idx="20426">
                  <c:v>5.7380800000000001</c:v>
                </c:pt>
                <c:pt idx="20427">
                  <c:v>5.7383899999999999</c:v>
                </c:pt>
                <c:pt idx="20428">
                  <c:v>5.7386900000000001</c:v>
                </c:pt>
                <c:pt idx="20429">
                  <c:v>5.7389999999999999</c:v>
                </c:pt>
                <c:pt idx="20430">
                  <c:v>5.7393000000000001</c:v>
                </c:pt>
                <c:pt idx="20431">
                  <c:v>5.7396099999999999</c:v>
                </c:pt>
                <c:pt idx="20432">
                  <c:v>5.7399100000000001</c:v>
                </c:pt>
                <c:pt idx="20433">
                  <c:v>5.7402199999999999</c:v>
                </c:pt>
                <c:pt idx="20434">
                  <c:v>5.7405200000000001</c:v>
                </c:pt>
                <c:pt idx="20435">
                  <c:v>5.7408299999999999</c:v>
                </c:pt>
                <c:pt idx="20436">
                  <c:v>5.7411399999999997</c:v>
                </c:pt>
                <c:pt idx="20437">
                  <c:v>5.7414399999999999</c:v>
                </c:pt>
                <c:pt idx="20438">
                  <c:v>5.7417499999999997</c:v>
                </c:pt>
                <c:pt idx="20439">
                  <c:v>5.7420499999999999</c:v>
                </c:pt>
                <c:pt idx="20440">
                  <c:v>5.7423599999999997</c:v>
                </c:pt>
                <c:pt idx="20441">
                  <c:v>5.7426599999999999</c:v>
                </c:pt>
                <c:pt idx="20442">
                  <c:v>5.7429699999999997</c:v>
                </c:pt>
                <c:pt idx="20443">
                  <c:v>5.7432699999999999</c:v>
                </c:pt>
                <c:pt idx="20444">
                  <c:v>5.7435799999999997</c:v>
                </c:pt>
                <c:pt idx="20445">
                  <c:v>5.7438799999999999</c:v>
                </c:pt>
                <c:pt idx="20446">
                  <c:v>5.7441899999999997</c:v>
                </c:pt>
                <c:pt idx="20447">
                  <c:v>5.7444899999999999</c:v>
                </c:pt>
                <c:pt idx="20448">
                  <c:v>5.7447999999999997</c:v>
                </c:pt>
                <c:pt idx="20449">
                  <c:v>5.7451100000000004</c:v>
                </c:pt>
                <c:pt idx="20450">
                  <c:v>5.7454099999999997</c:v>
                </c:pt>
                <c:pt idx="20451">
                  <c:v>5.7457200000000004</c:v>
                </c:pt>
                <c:pt idx="20452">
                  <c:v>5.7460199999999997</c:v>
                </c:pt>
                <c:pt idx="20453">
                  <c:v>5.7463300000000004</c:v>
                </c:pt>
                <c:pt idx="20454">
                  <c:v>5.7466299999999997</c:v>
                </c:pt>
                <c:pt idx="20455">
                  <c:v>5.7469400000000004</c:v>
                </c:pt>
                <c:pt idx="20456">
                  <c:v>5.7472399999999997</c:v>
                </c:pt>
                <c:pt idx="20457">
                  <c:v>5.7475500000000004</c:v>
                </c:pt>
                <c:pt idx="20458">
                  <c:v>5.7478499999999997</c:v>
                </c:pt>
                <c:pt idx="20459">
                  <c:v>5.7481600000000004</c:v>
                </c:pt>
                <c:pt idx="20460">
                  <c:v>5.7484599999999997</c:v>
                </c:pt>
                <c:pt idx="20461">
                  <c:v>5.7487700000000004</c:v>
                </c:pt>
                <c:pt idx="20462">
                  <c:v>5.7490800000000002</c:v>
                </c:pt>
                <c:pt idx="20463">
                  <c:v>5.7493800000000004</c:v>
                </c:pt>
                <c:pt idx="20464">
                  <c:v>5.7496900000000002</c:v>
                </c:pt>
                <c:pt idx="20465">
                  <c:v>5.7499900000000004</c:v>
                </c:pt>
                <c:pt idx="20466">
                  <c:v>5.7503000000000002</c:v>
                </c:pt>
                <c:pt idx="20467">
                  <c:v>5.7506000000000004</c:v>
                </c:pt>
                <c:pt idx="20468">
                  <c:v>5.7509100000000002</c:v>
                </c:pt>
                <c:pt idx="20469">
                  <c:v>5.7512100000000004</c:v>
                </c:pt>
                <c:pt idx="20470">
                  <c:v>5.7515200000000002</c:v>
                </c:pt>
                <c:pt idx="20471">
                  <c:v>5.7518200000000004</c:v>
                </c:pt>
                <c:pt idx="20472">
                  <c:v>5.7521300000000002</c:v>
                </c:pt>
                <c:pt idx="20473">
                  <c:v>5.75244</c:v>
                </c:pt>
                <c:pt idx="20474">
                  <c:v>5.7527400000000002</c:v>
                </c:pt>
                <c:pt idx="20475">
                  <c:v>5.75305</c:v>
                </c:pt>
                <c:pt idx="20476">
                  <c:v>5.7533500000000002</c:v>
                </c:pt>
                <c:pt idx="20477">
                  <c:v>5.75366</c:v>
                </c:pt>
                <c:pt idx="20478">
                  <c:v>5.7539600000000002</c:v>
                </c:pt>
                <c:pt idx="20479">
                  <c:v>5.75427</c:v>
                </c:pt>
                <c:pt idx="20480">
                  <c:v>5.7545700000000002</c:v>
                </c:pt>
                <c:pt idx="20481">
                  <c:v>5.75488</c:v>
                </c:pt>
                <c:pt idx="20482">
                  <c:v>5.7551800000000002</c:v>
                </c:pt>
                <c:pt idx="20483">
                  <c:v>5.75549</c:v>
                </c:pt>
                <c:pt idx="20484">
                  <c:v>5.7557900000000002</c:v>
                </c:pt>
                <c:pt idx="20485">
                  <c:v>5.7561</c:v>
                </c:pt>
                <c:pt idx="20486">
                  <c:v>5.7564099999999998</c:v>
                </c:pt>
                <c:pt idx="20487">
                  <c:v>5.75671</c:v>
                </c:pt>
                <c:pt idx="20488">
                  <c:v>5.7570199999999998</c:v>
                </c:pt>
                <c:pt idx="20489">
                  <c:v>5.75732</c:v>
                </c:pt>
                <c:pt idx="20490">
                  <c:v>5.7576299999999998</c:v>
                </c:pt>
                <c:pt idx="20491">
                  <c:v>5.75793</c:v>
                </c:pt>
                <c:pt idx="20492">
                  <c:v>5.7582399999999998</c:v>
                </c:pt>
                <c:pt idx="20493">
                  <c:v>5.75854</c:v>
                </c:pt>
                <c:pt idx="20494">
                  <c:v>5.7588499999999998</c:v>
                </c:pt>
                <c:pt idx="20495">
                  <c:v>5.75915</c:v>
                </c:pt>
                <c:pt idx="20496">
                  <c:v>5.7594599999999998</c:v>
                </c:pt>
                <c:pt idx="20497">
                  <c:v>5.75976</c:v>
                </c:pt>
                <c:pt idx="20498">
                  <c:v>5.7600699999999998</c:v>
                </c:pt>
                <c:pt idx="20499">
                  <c:v>5.7603799999999996</c:v>
                </c:pt>
                <c:pt idx="20500">
                  <c:v>5.7606799999999998</c:v>
                </c:pt>
                <c:pt idx="20501">
                  <c:v>5.7609899999999996</c:v>
                </c:pt>
                <c:pt idx="20502">
                  <c:v>5.7612899999999998</c:v>
                </c:pt>
                <c:pt idx="20503">
                  <c:v>5.7615999999999996</c:v>
                </c:pt>
                <c:pt idx="20504">
                  <c:v>5.7618999999999998</c:v>
                </c:pt>
                <c:pt idx="20505">
                  <c:v>5.7622099999999996</c:v>
                </c:pt>
                <c:pt idx="20506">
                  <c:v>5.7625099999999998</c:v>
                </c:pt>
                <c:pt idx="20507">
                  <c:v>5.7628199999999996</c:v>
                </c:pt>
                <c:pt idx="20508">
                  <c:v>5.7631199999999998</c:v>
                </c:pt>
                <c:pt idx="20509">
                  <c:v>5.7634299999999996</c:v>
                </c:pt>
                <c:pt idx="20510">
                  <c:v>5.7637299999999998</c:v>
                </c:pt>
                <c:pt idx="20511">
                  <c:v>5.7640399999999996</c:v>
                </c:pt>
                <c:pt idx="20512">
                  <c:v>5.7643500000000003</c:v>
                </c:pt>
                <c:pt idx="20513">
                  <c:v>5.7646499999999996</c:v>
                </c:pt>
                <c:pt idx="20514">
                  <c:v>5.7649600000000003</c:v>
                </c:pt>
                <c:pt idx="20515">
                  <c:v>5.7652599999999996</c:v>
                </c:pt>
                <c:pt idx="20516">
                  <c:v>5.7655700000000003</c:v>
                </c:pt>
                <c:pt idx="20517">
                  <c:v>5.7658699999999996</c:v>
                </c:pt>
                <c:pt idx="20518">
                  <c:v>5.7661800000000003</c:v>
                </c:pt>
                <c:pt idx="20519">
                  <c:v>5.7664799999999996</c:v>
                </c:pt>
                <c:pt idx="20520">
                  <c:v>5.7667900000000003</c:v>
                </c:pt>
                <c:pt idx="20521">
                  <c:v>5.7670899999999996</c:v>
                </c:pt>
                <c:pt idx="20522">
                  <c:v>5.7674000000000003</c:v>
                </c:pt>
                <c:pt idx="20523">
                  <c:v>5.7676999999999996</c:v>
                </c:pt>
                <c:pt idx="20524">
                  <c:v>5.7680100000000003</c:v>
                </c:pt>
                <c:pt idx="20525">
                  <c:v>5.7683200000000001</c:v>
                </c:pt>
                <c:pt idx="20526">
                  <c:v>5.7686200000000003</c:v>
                </c:pt>
                <c:pt idx="20527">
                  <c:v>5.7689300000000001</c:v>
                </c:pt>
                <c:pt idx="20528">
                  <c:v>5.7692300000000003</c:v>
                </c:pt>
                <c:pt idx="20529">
                  <c:v>5.7695400000000001</c:v>
                </c:pt>
                <c:pt idx="20530">
                  <c:v>5.7698400000000003</c:v>
                </c:pt>
                <c:pt idx="20531">
                  <c:v>5.7701500000000001</c:v>
                </c:pt>
                <c:pt idx="20532">
                  <c:v>5.7704500000000003</c:v>
                </c:pt>
                <c:pt idx="20533">
                  <c:v>5.7707600000000001</c:v>
                </c:pt>
                <c:pt idx="20534">
                  <c:v>5.7710600000000003</c:v>
                </c:pt>
                <c:pt idx="20535">
                  <c:v>5.7713700000000001</c:v>
                </c:pt>
                <c:pt idx="20536">
                  <c:v>5.7716799999999999</c:v>
                </c:pt>
                <c:pt idx="20537">
                  <c:v>5.7719800000000001</c:v>
                </c:pt>
                <c:pt idx="20538">
                  <c:v>5.7722899999999999</c:v>
                </c:pt>
                <c:pt idx="20539">
                  <c:v>5.7725900000000001</c:v>
                </c:pt>
                <c:pt idx="20540">
                  <c:v>5.7728999999999999</c:v>
                </c:pt>
                <c:pt idx="20541">
                  <c:v>5.7732000000000001</c:v>
                </c:pt>
                <c:pt idx="20542">
                  <c:v>5.7735099999999999</c:v>
                </c:pt>
                <c:pt idx="20543">
                  <c:v>5.7738100000000001</c:v>
                </c:pt>
                <c:pt idx="20544">
                  <c:v>5.7741199999999999</c:v>
                </c:pt>
                <c:pt idx="20545">
                  <c:v>5.7744200000000001</c:v>
                </c:pt>
                <c:pt idx="20546">
                  <c:v>5.7747299999999999</c:v>
                </c:pt>
                <c:pt idx="20547">
                  <c:v>5.7750300000000001</c:v>
                </c:pt>
                <c:pt idx="20548">
                  <c:v>5.7753399999999999</c:v>
                </c:pt>
                <c:pt idx="20549">
                  <c:v>5.7756499999999997</c:v>
                </c:pt>
                <c:pt idx="20550">
                  <c:v>5.7759499999999999</c:v>
                </c:pt>
                <c:pt idx="20551">
                  <c:v>5.7762599999999997</c:v>
                </c:pt>
                <c:pt idx="20552">
                  <c:v>5.7765599999999999</c:v>
                </c:pt>
                <c:pt idx="20553">
                  <c:v>5.7768699999999997</c:v>
                </c:pt>
                <c:pt idx="20554">
                  <c:v>5.7771699999999999</c:v>
                </c:pt>
                <c:pt idx="20555">
                  <c:v>5.7774799999999997</c:v>
                </c:pt>
                <c:pt idx="20556">
                  <c:v>5.7777799999999999</c:v>
                </c:pt>
                <c:pt idx="20557">
                  <c:v>5.7780899999999997</c:v>
                </c:pt>
                <c:pt idx="20558">
                  <c:v>5.7783899999999999</c:v>
                </c:pt>
                <c:pt idx="20559">
                  <c:v>5.7786999999999997</c:v>
                </c:pt>
                <c:pt idx="20560">
                  <c:v>5.7789999999999999</c:v>
                </c:pt>
                <c:pt idx="20561">
                  <c:v>5.7793099999999997</c:v>
                </c:pt>
                <c:pt idx="20562">
                  <c:v>5.7796200000000004</c:v>
                </c:pt>
                <c:pt idx="20563">
                  <c:v>5.7799199999999997</c:v>
                </c:pt>
                <c:pt idx="20564">
                  <c:v>5.7802300000000004</c:v>
                </c:pt>
                <c:pt idx="20565">
                  <c:v>5.7805299999999997</c:v>
                </c:pt>
                <c:pt idx="20566">
                  <c:v>5.7808400000000004</c:v>
                </c:pt>
                <c:pt idx="20567">
                  <c:v>5.7811399999999997</c:v>
                </c:pt>
                <c:pt idx="20568">
                  <c:v>5.7814500000000004</c:v>
                </c:pt>
                <c:pt idx="20569">
                  <c:v>5.7817499999999997</c:v>
                </c:pt>
                <c:pt idx="20570">
                  <c:v>5.7820600000000004</c:v>
                </c:pt>
                <c:pt idx="20571">
                  <c:v>5.7823599999999997</c:v>
                </c:pt>
                <c:pt idx="20572">
                  <c:v>5.7826700000000004</c:v>
                </c:pt>
                <c:pt idx="20573">
                  <c:v>5.7829699999999997</c:v>
                </c:pt>
                <c:pt idx="20574">
                  <c:v>5.7832800000000004</c:v>
                </c:pt>
                <c:pt idx="20575">
                  <c:v>5.7835900000000002</c:v>
                </c:pt>
                <c:pt idx="20576">
                  <c:v>5.7838900000000004</c:v>
                </c:pt>
                <c:pt idx="20577">
                  <c:v>5.7842000000000002</c:v>
                </c:pt>
                <c:pt idx="20578">
                  <c:v>5.7845000000000004</c:v>
                </c:pt>
                <c:pt idx="20579">
                  <c:v>5.7848100000000002</c:v>
                </c:pt>
                <c:pt idx="20580">
                  <c:v>5.7851100000000004</c:v>
                </c:pt>
                <c:pt idx="20581">
                  <c:v>5.7854200000000002</c:v>
                </c:pt>
                <c:pt idx="20582">
                  <c:v>5.7857200000000004</c:v>
                </c:pt>
                <c:pt idx="20583">
                  <c:v>5.7860300000000002</c:v>
                </c:pt>
                <c:pt idx="20584">
                  <c:v>5.7863300000000004</c:v>
                </c:pt>
                <c:pt idx="20585">
                  <c:v>5.7866400000000002</c:v>
                </c:pt>
                <c:pt idx="20586">
                  <c:v>5.7869400000000004</c:v>
                </c:pt>
                <c:pt idx="20587">
                  <c:v>5.7872500000000002</c:v>
                </c:pt>
                <c:pt idx="20588">
                  <c:v>5.78756</c:v>
                </c:pt>
                <c:pt idx="20589">
                  <c:v>5.7878600000000002</c:v>
                </c:pt>
                <c:pt idx="20590">
                  <c:v>5.78817</c:v>
                </c:pt>
                <c:pt idx="20591">
                  <c:v>5.7884700000000002</c:v>
                </c:pt>
                <c:pt idx="20592">
                  <c:v>5.78878</c:v>
                </c:pt>
                <c:pt idx="20593">
                  <c:v>5.7890800000000002</c:v>
                </c:pt>
                <c:pt idx="20594">
                  <c:v>5.78939</c:v>
                </c:pt>
                <c:pt idx="20595">
                  <c:v>5.7896900000000002</c:v>
                </c:pt>
                <c:pt idx="20596">
                  <c:v>5.79</c:v>
                </c:pt>
                <c:pt idx="20597">
                  <c:v>5.7903000000000002</c:v>
                </c:pt>
                <c:pt idx="20598">
                  <c:v>5.79061</c:v>
                </c:pt>
                <c:pt idx="20599">
                  <c:v>5.7909199999999998</c:v>
                </c:pt>
                <c:pt idx="20600">
                  <c:v>5.79122</c:v>
                </c:pt>
                <c:pt idx="20601">
                  <c:v>5.7915299999999998</c:v>
                </c:pt>
                <c:pt idx="20602">
                  <c:v>5.79183</c:v>
                </c:pt>
                <c:pt idx="20603">
                  <c:v>5.7921399999999998</c:v>
                </c:pt>
                <c:pt idx="20604">
                  <c:v>5.79244</c:v>
                </c:pt>
                <c:pt idx="20605">
                  <c:v>5.7927499999999998</c:v>
                </c:pt>
                <c:pt idx="20606">
                  <c:v>5.79305</c:v>
                </c:pt>
                <c:pt idx="20607">
                  <c:v>5.7933599999999998</c:v>
                </c:pt>
                <c:pt idx="20608">
                  <c:v>5.79366</c:v>
                </c:pt>
                <c:pt idx="20609">
                  <c:v>5.7939699999999998</c:v>
                </c:pt>
                <c:pt idx="20610">
                  <c:v>5.79427</c:v>
                </c:pt>
                <c:pt idx="20611">
                  <c:v>5.7945799999999998</c:v>
                </c:pt>
                <c:pt idx="20612">
                  <c:v>5.7948899999999997</c:v>
                </c:pt>
                <c:pt idx="20613">
                  <c:v>5.7951899999999998</c:v>
                </c:pt>
                <c:pt idx="20614">
                  <c:v>5.7954999999999997</c:v>
                </c:pt>
                <c:pt idx="20615">
                  <c:v>5.7957999999999998</c:v>
                </c:pt>
                <c:pt idx="20616">
                  <c:v>5.7961099999999997</c:v>
                </c:pt>
                <c:pt idx="20617">
                  <c:v>5.7964099999999998</c:v>
                </c:pt>
                <c:pt idx="20618">
                  <c:v>5.7967199999999997</c:v>
                </c:pt>
                <c:pt idx="20619">
                  <c:v>5.7970199999999998</c:v>
                </c:pt>
                <c:pt idx="20620">
                  <c:v>5.7973299999999997</c:v>
                </c:pt>
                <c:pt idx="20621">
                  <c:v>5.7976299999999998</c:v>
                </c:pt>
                <c:pt idx="20622">
                  <c:v>5.7979399999999996</c:v>
                </c:pt>
                <c:pt idx="20623">
                  <c:v>5.7982399999999998</c:v>
                </c:pt>
                <c:pt idx="20624">
                  <c:v>5.7985499999999996</c:v>
                </c:pt>
                <c:pt idx="20625">
                  <c:v>5.7988600000000003</c:v>
                </c:pt>
                <c:pt idx="20626">
                  <c:v>5.7991599999999996</c:v>
                </c:pt>
                <c:pt idx="20627">
                  <c:v>5.7994700000000003</c:v>
                </c:pt>
                <c:pt idx="20628">
                  <c:v>5.7997699999999996</c:v>
                </c:pt>
                <c:pt idx="20629">
                  <c:v>5.8000800000000003</c:v>
                </c:pt>
                <c:pt idx="20630">
                  <c:v>5.8003799999999996</c:v>
                </c:pt>
                <c:pt idx="20631">
                  <c:v>5.8006900000000003</c:v>
                </c:pt>
                <c:pt idx="20632">
                  <c:v>5.8009899999999996</c:v>
                </c:pt>
                <c:pt idx="20633">
                  <c:v>5.8013000000000003</c:v>
                </c:pt>
                <c:pt idx="20634">
                  <c:v>5.8015999999999996</c:v>
                </c:pt>
                <c:pt idx="20635">
                  <c:v>5.8019100000000003</c:v>
                </c:pt>
                <c:pt idx="20636">
                  <c:v>5.8022099999999996</c:v>
                </c:pt>
                <c:pt idx="20637">
                  <c:v>5.8025200000000003</c:v>
                </c:pt>
                <c:pt idx="20638">
                  <c:v>5.8028300000000002</c:v>
                </c:pt>
                <c:pt idx="20639">
                  <c:v>5.8031300000000003</c:v>
                </c:pt>
                <c:pt idx="20640">
                  <c:v>5.8034400000000002</c:v>
                </c:pt>
                <c:pt idx="20641">
                  <c:v>5.8037400000000003</c:v>
                </c:pt>
                <c:pt idx="20642">
                  <c:v>5.8040500000000002</c:v>
                </c:pt>
                <c:pt idx="20643">
                  <c:v>5.8043500000000003</c:v>
                </c:pt>
                <c:pt idx="20644">
                  <c:v>5.8046600000000002</c:v>
                </c:pt>
                <c:pt idx="20645">
                  <c:v>5.8049600000000003</c:v>
                </c:pt>
                <c:pt idx="20646">
                  <c:v>5.8052700000000002</c:v>
                </c:pt>
                <c:pt idx="20647">
                  <c:v>5.8055700000000003</c:v>
                </c:pt>
                <c:pt idx="20648">
                  <c:v>5.8058800000000002</c:v>
                </c:pt>
                <c:pt idx="20649">
                  <c:v>5.8061800000000003</c:v>
                </c:pt>
                <c:pt idx="20650">
                  <c:v>5.8064900000000002</c:v>
                </c:pt>
                <c:pt idx="20651">
                  <c:v>5.8068</c:v>
                </c:pt>
                <c:pt idx="20652">
                  <c:v>5.8071000000000002</c:v>
                </c:pt>
                <c:pt idx="20653">
                  <c:v>5.80741</c:v>
                </c:pt>
                <c:pt idx="20654">
                  <c:v>5.8077100000000002</c:v>
                </c:pt>
                <c:pt idx="20655">
                  <c:v>5.80802</c:v>
                </c:pt>
                <c:pt idx="20656">
                  <c:v>5.8083200000000001</c:v>
                </c:pt>
                <c:pt idx="20657">
                  <c:v>5.80863</c:v>
                </c:pt>
                <c:pt idx="20658">
                  <c:v>5.8089300000000001</c:v>
                </c:pt>
                <c:pt idx="20659">
                  <c:v>5.80924</c:v>
                </c:pt>
                <c:pt idx="20660">
                  <c:v>5.8095400000000001</c:v>
                </c:pt>
                <c:pt idx="20661">
                  <c:v>5.80985</c:v>
                </c:pt>
                <c:pt idx="20662">
                  <c:v>5.8101599999999998</c:v>
                </c:pt>
                <c:pt idx="20663">
                  <c:v>5.81046</c:v>
                </c:pt>
                <c:pt idx="20664">
                  <c:v>5.8107699999999998</c:v>
                </c:pt>
                <c:pt idx="20665">
                  <c:v>5.81107</c:v>
                </c:pt>
                <c:pt idx="20666">
                  <c:v>5.8113799999999998</c:v>
                </c:pt>
                <c:pt idx="20667">
                  <c:v>5.81168</c:v>
                </c:pt>
                <c:pt idx="20668">
                  <c:v>5.8119899999999998</c:v>
                </c:pt>
                <c:pt idx="20669">
                  <c:v>5.81229</c:v>
                </c:pt>
                <c:pt idx="20670">
                  <c:v>5.8125999999999998</c:v>
                </c:pt>
                <c:pt idx="20671">
                  <c:v>5.8129</c:v>
                </c:pt>
                <c:pt idx="20672">
                  <c:v>5.8132099999999998</c:v>
                </c:pt>
                <c:pt idx="20673">
                  <c:v>5.81351</c:v>
                </c:pt>
                <c:pt idx="20674">
                  <c:v>5.8138199999999998</c:v>
                </c:pt>
                <c:pt idx="20675">
                  <c:v>5.8141299999999996</c:v>
                </c:pt>
                <c:pt idx="20676">
                  <c:v>5.8144299999999998</c:v>
                </c:pt>
                <c:pt idx="20677">
                  <c:v>5.8147399999999996</c:v>
                </c:pt>
                <c:pt idx="20678">
                  <c:v>5.8150399999999998</c:v>
                </c:pt>
                <c:pt idx="20679">
                  <c:v>5.8153499999999996</c:v>
                </c:pt>
                <c:pt idx="20680">
                  <c:v>5.8156499999999998</c:v>
                </c:pt>
                <c:pt idx="20681">
                  <c:v>5.8159599999999996</c:v>
                </c:pt>
                <c:pt idx="20682">
                  <c:v>5.8162599999999998</c:v>
                </c:pt>
                <c:pt idx="20683">
                  <c:v>5.8165699999999996</c:v>
                </c:pt>
                <c:pt idx="20684">
                  <c:v>5.8168699999999998</c:v>
                </c:pt>
                <c:pt idx="20685">
                  <c:v>5.8171799999999996</c:v>
                </c:pt>
                <c:pt idx="20686">
                  <c:v>5.8174799999999998</c:v>
                </c:pt>
                <c:pt idx="20687">
                  <c:v>5.8177899999999996</c:v>
                </c:pt>
                <c:pt idx="20688">
                  <c:v>5.8181000000000003</c:v>
                </c:pt>
                <c:pt idx="20689">
                  <c:v>5.8183999999999996</c:v>
                </c:pt>
                <c:pt idx="20690">
                  <c:v>5.8187100000000003</c:v>
                </c:pt>
                <c:pt idx="20691">
                  <c:v>5.8190099999999996</c:v>
                </c:pt>
                <c:pt idx="20692">
                  <c:v>5.8193200000000003</c:v>
                </c:pt>
                <c:pt idx="20693">
                  <c:v>5.8196199999999996</c:v>
                </c:pt>
                <c:pt idx="20694">
                  <c:v>5.8199300000000003</c:v>
                </c:pt>
                <c:pt idx="20695">
                  <c:v>5.8202299999999996</c:v>
                </c:pt>
                <c:pt idx="20696">
                  <c:v>5.8205400000000003</c:v>
                </c:pt>
                <c:pt idx="20697">
                  <c:v>5.8208399999999996</c:v>
                </c:pt>
                <c:pt idx="20698">
                  <c:v>5.8211500000000003</c:v>
                </c:pt>
                <c:pt idx="20699">
                  <c:v>5.8214499999999996</c:v>
                </c:pt>
                <c:pt idx="20700">
                  <c:v>5.8217600000000003</c:v>
                </c:pt>
                <c:pt idx="20701">
                  <c:v>5.8220700000000001</c:v>
                </c:pt>
                <c:pt idx="20702">
                  <c:v>5.8223700000000003</c:v>
                </c:pt>
                <c:pt idx="20703">
                  <c:v>5.8226800000000001</c:v>
                </c:pt>
                <c:pt idx="20704">
                  <c:v>5.8229800000000003</c:v>
                </c:pt>
                <c:pt idx="20705">
                  <c:v>5.8232900000000001</c:v>
                </c:pt>
                <c:pt idx="20706">
                  <c:v>5.8235900000000003</c:v>
                </c:pt>
                <c:pt idx="20707">
                  <c:v>5.8239000000000001</c:v>
                </c:pt>
                <c:pt idx="20708">
                  <c:v>5.8242000000000003</c:v>
                </c:pt>
                <c:pt idx="20709">
                  <c:v>5.8245100000000001</c:v>
                </c:pt>
                <c:pt idx="20710">
                  <c:v>5.8248100000000003</c:v>
                </c:pt>
                <c:pt idx="20711">
                  <c:v>5.8251200000000001</c:v>
                </c:pt>
                <c:pt idx="20712">
                  <c:v>5.8254299999999999</c:v>
                </c:pt>
                <c:pt idx="20713">
                  <c:v>5.8257300000000001</c:v>
                </c:pt>
                <c:pt idx="20714">
                  <c:v>5.8260399999999999</c:v>
                </c:pt>
                <c:pt idx="20715">
                  <c:v>5.8263400000000001</c:v>
                </c:pt>
                <c:pt idx="20716">
                  <c:v>5.8266499999999999</c:v>
                </c:pt>
                <c:pt idx="20717">
                  <c:v>5.8269500000000001</c:v>
                </c:pt>
                <c:pt idx="20718">
                  <c:v>5.8272599999999999</c:v>
                </c:pt>
                <c:pt idx="20719">
                  <c:v>5.8275600000000001</c:v>
                </c:pt>
                <c:pt idx="20720">
                  <c:v>5.8278699999999999</c:v>
                </c:pt>
                <c:pt idx="20721">
                  <c:v>5.8281700000000001</c:v>
                </c:pt>
                <c:pt idx="20722">
                  <c:v>5.8284799999999999</c:v>
                </c:pt>
                <c:pt idx="20723">
                  <c:v>5.8287800000000001</c:v>
                </c:pt>
                <c:pt idx="20724">
                  <c:v>5.8290899999999999</c:v>
                </c:pt>
                <c:pt idx="20725">
                  <c:v>5.8293999999999997</c:v>
                </c:pt>
                <c:pt idx="20726">
                  <c:v>5.8296999999999999</c:v>
                </c:pt>
                <c:pt idx="20727">
                  <c:v>5.8300099999999997</c:v>
                </c:pt>
                <c:pt idx="20728">
                  <c:v>5.8303099999999999</c:v>
                </c:pt>
                <c:pt idx="20729">
                  <c:v>5.8306199999999997</c:v>
                </c:pt>
                <c:pt idx="20730">
                  <c:v>5.8309199999999999</c:v>
                </c:pt>
                <c:pt idx="20731">
                  <c:v>5.8312299999999997</c:v>
                </c:pt>
                <c:pt idx="20732">
                  <c:v>5.8315299999999999</c:v>
                </c:pt>
                <c:pt idx="20733">
                  <c:v>5.8318399999999997</c:v>
                </c:pt>
                <c:pt idx="20734">
                  <c:v>5.8321399999999999</c:v>
                </c:pt>
                <c:pt idx="20735">
                  <c:v>5.8324499999999997</c:v>
                </c:pt>
                <c:pt idx="20736">
                  <c:v>5.8327499999999999</c:v>
                </c:pt>
                <c:pt idx="20737">
                  <c:v>5.8330599999999997</c:v>
                </c:pt>
                <c:pt idx="20738">
                  <c:v>5.8333700000000004</c:v>
                </c:pt>
                <c:pt idx="20739">
                  <c:v>5.8336699999999997</c:v>
                </c:pt>
                <c:pt idx="20740">
                  <c:v>5.8339800000000004</c:v>
                </c:pt>
                <c:pt idx="20741">
                  <c:v>5.8342799999999997</c:v>
                </c:pt>
                <c:pt idx="20742">
                  <c:v>5.8345900000000004</c:v>
                </c:pt>
                <c:pt idx="20743">
                  <c:v>5.8348899999999997</c:v>
                </c:pt>
                <c:pt idx="20744">
                  <c:v>5.8352000000000004</c:v>
                </c:pt>
                <c:pt idx="20745">
                  <c:v>5.8354999999999997</c:v>
                </c:pt>
                <c:pt idx="20746">
                  <c:v>5.8358100000000004</c:v>
                </c:pt>
                <c:pt idx="20747">
                  <c:v>5.8361099999999997</c:v>
                </c:pt>
                <c:pt idx="20748">
                  <c:v>5.8364200000000004</c:v>
                </c:pt>
                <c:pt idx="20749">
                  <c:v>5.8367199999999997</c:v>
                </c:pt>
                <c:pt idx="20750">
                  <c:v>5.8370300000000004</c:v>
                </c:pt>
                <c:pt idx="20751">
                  <c:v>5.8373400000000002</c:v>
                </c:pt>
                <c:pt idx="20752">
                  <c:v>5.8376400000000004</c:v>
                </c:pt>
                <c:pt idx="20753">
                  <c:v>5.8379500000000002</c:v>
                </c:pt>
                <c:pt idx="20754">
                  <c:v>5.8382500000000004</c:v>
                </c:pt>
                <c:pt idx="20755">
                  <c:v>5.8385600000000002</c:v>
                </c:pt>
                <c:pt idx="20756">
                  <c:v>5.8388600000000004</c:v>
                </c:pt>
                <c:pt idx="20757">
                  <c:v>5.8391700000000002</c:v>
                </c:pt>
                <c:pt idx="20758">
                  <c:v>5.8394700000000004</c:v>
                </c:pt>
                <c:pt idx="20759">
                  <c:v>5.8397800000000002</c:v>
                </c:pt>
                <c:pt idx="20760">
                  <c:v>5.8400800000000004</c:v>
                </c:pt>
                <c:pt idx="20761">
                  <c:v>5.8403900000000002</c:v>
                </c:pt>
                <c:pt idx="20762">
                  <c:v>5.8406900000000004</c:v>
                </c:pt>
                <c:pt idx="20763">
                  <c:v>5.8410000000000002</c:v>
                </c:pt>
                <c:pt idx="20764">
                  <c:v>5.84131</c:v>
                </c:pt>
                <c:pt idx="20765">
                  <c:v>5.8416100000000002</c:v>
                </c:pt>
                <c:pt idx="20766">
                  <c:v>5.84192</c:v>
                </c:pt>
                <c:pt idx="20767">
                  <c:v>5.8422200000000002</c:v>
                </c:pt>
                <c:pt idx="20768">
                  <c:v>5.84253</c:v>
                </c:pt>
                <c:pt idx="20769">
                  <c:v>5.8428300000000002</c:v>
                </c:pt>
                <c:pt idx="20770">
                  <c:v>5.84314</c:v>
                </c:pt>
                <c:pt idx="20771">
                  <c:v>5.8434400000000002</c:v>
                </c:pt>
                <c:pt idx="20772">
                  <c:v>5.84375</c:v>
                </c:pt>
                <c:pt idx="20773">
                  <c:v>5.8440500000000002</c:v>
                </c:pt>
                <c:pt idx="20774">
                  <c:v>5.84436</c:v>
                </c:pt>
                <c:pt idx="20775">
                  <c:v>5.8446699999999998</c:v>
                </c:pt>
                <c:pt idx="20776">
                  <c:v>5.84497</c:v>
                </c:pt>
                <c:pt idx="20777">
                  <c:v>5.8452799999999998</c:v>
                </c:pt>
                <c:pt idx="20778">
                  <c:v>5.84558</c:v>
                </c:pt>
                <c:pt idx="20779">
                  <c:v>5.8458899999999998</c:v>
                </c:pt>
                <c:pt idx="20780">
                  <c:v>5.84619</c:v>
                </c:pt>
                <c:pt idx="20781">
                  <c:v>5.8464999999999998</c:v>
                </c:pt>
                <c:pt idx="20782">
                  <c:v>5.8468</c:v>
                </c:pt>
                <c:pt idx="20783">
                  <c:v>5.8471099999999998</c:v>
                </c:pt>
                <c:pt idx="20784">
                  <c:v>5.84741</c:v>
                </c:pt>
                <c:pt idx="20785">
                  <c:v>5.8477199999999998</c:v>
                </c:pt>
                <c:pt idx="20786">
                  <c:v>5.84802</c:v>
                </c:pt>
                <c:pt idx="20787">
                  <c:v>5.8483299999999998</c:v>
                </c:pt>
                <c:pt idx="20788">
                  <c:v>5.8486399999999996</c:v>
                </c:pt>
                <c:pt idx="20789">
                  <c:v>5.8489399999999998</c:v>
                </c:pt>
                <c:pt idx="20790">
                  <c:v>5.8492499999999996</c:v>
                </c:pt>
                <c:pt idx="20791">
                  <c:v>5.8495499999999998</c:v>
                </c:pt>
                <c:pt idx="20792">
                  <c:v>5.8498599999999996</c:v>
                </c:pt>
                <c:pt idx="20793">
                  <c:v>5.8501599999999998</c:v>
                </c:pt>
                <c:pt idx="20794">
                  <c:v>5.8504699999999996</c:v>
                </c:pt>
                <c:pt idx="20795">
                  <c:v>5.8507699999999998</c:v>
                </c:pt>
                <c:pt idx="20796">
                  <c:v>5.8510799999999996</c:v>
                </c:pt>
                <c:pt idx="20797">
                  <c:v>5.8513799999999998</c:v>
                </c:pt>
                <c:pt idx="20798">
                  <c:v>5.8516899999999996</c:v>
                </c:pt>
                <c:pt idx="20799">
                  <c:v>5.8519899999999998</c:v>
                </c:pt>
                <c:pt idx="20800">
                  <c:v>5.8522999999999996</c:v>
                </c:pt>
                <c:pt idx="20801">
                  <c:v>5.8526100000000003</c:v>
                </c:pt>
                <c:pt idx="20802">
                  <c:v>5.8529099999999996</c:v>
                </c:pt>
                <c:pt idx="20803">
                  <c:v>5.8532200000000003</c:v>
                </c:pt>
                <c:pt idx="20804">
                  <c:v>5.8535199999999996</c:v>
                </c:pt>
                <c:pt idx="20805">
                  <c:v>5.8538300000000003</c:v>
                </c:pt>
                <c:pt idx="20806">
                  <c:v>5.8541299999999996</c:v>
                </c:pt>
                <c:pt idx="20807">
                  <c:v>5.8544400000000003</c:v>
                </c:pt>
                <c:pt idx="20808">
                  <c:v>5.8547399999999996</c:v>
                </c:pt>
                <c:pt idx="20809">
                  <c:v>5.8550500000000003</c:v>
                </c:pt>
                <c:pt idx="20810">
                  <c:v>5.8553499999999996</c:v>
                </c:pt>
                <c:pt idx="20811">
                  <c:v>5.8556600000000003</c:v>
                </c:pt>
                <c:pt idx="20812">
                  <c:v>5.8559599999999996</c:v>
                </c:pt>
                <c:pt idx="20813">
                  <c:v>5.8562700000000003</c:v>
                </c:pt>
                <c:pt idx="20814">
                  <c:v>5.8565800000000001</c:v>
                </c:pt>
                <c:pt idx="20815">
                  <c:v>5.8568800000000003</c:v>
                </c:pt>
                <c:pt idx="20816">
                  <c:v>5.8571900000000001</c:v>
                </c:pt>
                <c:pt idx="20817">
                  <c:v>5.8574900000000003</c:v>
                </c:pt>
                <c:pt idx="20818">
                  <c:v>5.8578000000000001</c:v>
                </c:pt>
                <c:pt idx="20819">
                  <c:v>5.8581000000000003</c:v>
                </c:pt>
                <c:pt idx="20820">
                  <c:v>5.8584100000000001</c:v>
                </c:pt>
                <c:pt idx="20821">
                  <c:v>5.8587100000000003</c:v>
                </c:pt>
                <c:pt idx="20822">
                  <c:v>5.8590200000000001</c:v>
                </c:pt>
                <c:pt idx="20823">
                  <c:v>5.8593200000000003</c:v>
                </c:pt>
                <c:pt idx="20824">
                  <c:v>5.8596300000000001</c:v>
                </c:pt>
                <c:pt idx="20825">
                  <c:v>5.8599300000000003</c:v>
                </c:pt>
                <c:pt idx="20826">
                  <c:v>5.8602400000000001</c:v>
                </c:pt>
                <c:pt idx="20827">
                  <c:v>5.8605499999999999</c:v>
                </c:pt>
                <c:pt idx="20828">
                  <c:v>5.8608500000000001</c:v>
                </c:pt>
                <c:pt idx="20829">
                  <c:v>5.8611599999999999</c:v>
                </c:pt>
                <c:pt idx="20830">
                  <c:v>5.8614600000000001</c:v>
                </c:pt>
                <c:pt idx="20831">
                  <c:v>5.8617699999999999</c:v>
                </c:pt>
                <c:pt idx="20832">
                  <c:v>5.8620700000000001</c:v>
                </c:pt>
                <c:pt idx="20833">
                  <c:v>5.8623799999999999</c:v>
                </c:pt>
                <c:pt idx="20834">
                  <c:v>5.8626800000000001</c:v>
                </c:pt>
                <c:pt idx="20835">
                  <c:v>5.8629899999999999</c:v>
                </c:pt>
                <c:pt idx="20836">
                  <c:v>5.8632900000000001</c:v>
                </c:pt>
                <c:pt idx="20837">
                  <c:v>5.8635999999999999</c:v>
                </c:pt>
                <c:pt idx="20838">
                  <c:v>5.8639099999999997</c:v>
                </c:pt>
                <c:pt idx="20839">
                  <c:v>5.8642099999999999</c:v>
                </c:pt>
                <c:pt idx="20840">
                  <c:v>5.8645199999999997</c:v>
                </c:pt>
                <c:pt idx="20841">
                  <c:v>5.8648199999999999</c:v>
                </c:pt>
                <c:pt idx="20842">
                  <c:v>5.8651299999999997</c:v>
                </c:pt>
                <c:pt idx="20843">
                  <c:v>5.8654299999999999</c:v>
                </c:pt>
                <c:pt idx="20844">
                  <c:v>5.8657399999999997</c:v>
                </c:pt>
                <c:pt idx="20845">
                  <c:v>5.8660399999999999</c:v>
                </c:pt>
                <c:pt idx="20846">
                  <c:v>5.8663499999999997</c:v>
                </c:pt>
                <c:pt idx="20847">
                  <c:v>5.8666499999999999</c:v>
                </c:pt>
                <c:pt idx="20848">
                  <c:v>5.8669599999999997</c:v>
                </c:pt>
                <c:pt idx="20849">
                  <c:v>5.8672599999999999</c:v>
                </c:pt>
                <c:pt idx="20850">
                  <c:v>5.8675699999999997</c:v>
                </c:pt>
                <c:pt idx="20851">
                  <c:v>5.8678800000000004</c:v>
                </c:pt>
                <c:pt idx="20852">
                  <c:v>5.8681799999999997</c:v>
                </c:pt>
                <c:pt idx="20853">
                  <c:v>5.8684900000000004</c:v>
                </c:pt>
                <c:pt idx="20854">
                  <c:v>5.8687899999999997</c:v>
                </c:pt>
                <c:pt idx="20855">
                  <c:v>5.8691000000000004</c:v>
                </c:pt>
                <c:pt idx="20856">
                  <c:v>5.8693999999999997</c:v>
                </c:pt>
                <c:pt idx="20857">
                  <c:v>5.8697100000000004</c:v>
                </c:pt>
                <c:pt idx="20858">
                  <c:v>5.8700099999999997</c:v>
                </c:pt>
                <c:pt idx="20859">
                  <c:v>5.8703200000000004</c:v>
                </c:pt>
                <c:pt idx="20860">
                  <c:v>5.8706199999999997</c:v>
                </c:pt>
                <c:pt idx="20861">
                  <c:v>5.8709300000000004</c:v>
                </c:pt>
                <c:pt idx="20862">
                  <c:v>5.8712299999999997</c:v>
                </c:pt>
                <c:pt idx="20863">
                  <c:v>5.8715400000000004</c:v>
                </c:pt>
                <c:pt idx="20864">
                  <c:v>5.8718500000000002</c:v>
                </c:pt>
                <c:pt idx="20865">
                  <c:v>5.8721500000000004</c:v>
                </c:pt>
                <c:pt idx="20866">
                  <c:v>5.8724600000000002</c:v>
                </c:pt>
                <c:pt idx="20867">
                  <c:v>5.8727600000000004</c:v>
                </c:pt>
                <c:pt idx="20868">
                  <c:v>5.8730700000000002</c:v>
                </c:pt>
                <c:pt idx="20869">
                  <c:v>5.8733700000000004</c:v>
                </c:pt>
                <c:pt idx="20870">
                  <c:v>5.8736800000000002</c:v>
                </c:pt>
                <c:pt idx="20871">
                  <c:v>5.8739800000000004</c:v>
                </c:pt>
                <c:pt idx="20872">
                  <c:v>5.8742900000000002</c:v>
                </c:pt>
                <c:pt idx="20873">
                  <c:v>5.8745900000000004</c:v>
                </c:pt>
                <c:pt idx="20874">
                  <c:v>5.8749000000000002</c:v>
                </c:pt>
                <c:pt idx="20875">
                  <c:v>5.8752000000000004</c:v>
                </c:pt>
                <c:pt idx="20876">
                  <c:v>5.8755100000000002</c:v>
                </c:pt>
                <c:pt idx="20877">
                  <c:v>5.87582</c:v>
                </c:pt>
                <c:pt idx="20878">
                  <c:v>5.8761200000000002</c:v>
                </c:pt>
                <c:pt idx="20879">
                  <c:v>5.87643</c:v>
                </c:pt>
                <c:pt idx="20880">
                  <c:v>5.8767300000000002</c:v>
                </c:pt>
                <c:pt idx="20881">
                  <c:v>5.87704</c:v>
                </c:pt>
                <c:pt idx="20882">
                  <c:v>5.8773400000000002</c:v>
                </c:pt>
                <c:pt idx="20883">
                  <c:v>5.87765</c:v>
                </c:pt>
                <c:pt idx="20884">
                  <c:v>5.8779500000000002</c:v>
                </c:pt>
                <c:pt idx="20885">
                  <c:v>5.87826</c:v>
                </c:pt>
                <c:pt idx="20886">
                  <c:v>5.8785600000000002</c:v>
                </c:pt>
                <c:pt idx="20887">
                  <c:v>5.87887</c:v>
                </c:pt>
                <c:pt idx="20888">
                  <c:v>5.8791799999999999</c:v>
                </c:pt>
                <c:pt idx="20889">
                  <c:v>5.87948</c:v>
                </c:pt>
                <c:pt idx="20890">
                  <c:v>5.8797899999999998</c:v>
                </c:pt>
                <c:pt idx="20891">
                  <c:v>5.88009</c:v>
                </c:pt>
                <c:pt idx="20892">
                  <c:v>5.8803999999999998</c:v>
                </c:pt>
                <c:pt idx="20893">
                  <c:v>5.8807</c:v>
                </c:pt>
                <c:pt idx="20894">
                  <c:v>5.8810099999999998</c:v>
                </c:pt>
                <c:pt idx="20895">
                  <c:v>5.88131</c:v>
                </c:pt>
                <c:pt idx="20896">
                  <c:v>5.8816199999999998</c:v>
                </c:pt>
                <c:pt idx="20897">
                  <c:v>5.88192</c:v>
                </c:pt>
                <c:pt idx="20898">
                  <c:v>5.8822299999999998</c:v>
                </c:pt>
                <c:pt idx="20899">
                  <c:v>5.88253</c:v>
                </c:pt>
                <c:pt idx="20900">
                  <c:v>5.8828399999999998</c:v>
                </c:pt>
                <c:pt idx="20901">
                  <c:v>5.8831499999999997</c:v>
                </c:pt>
                <c:pt idx="20902">
                  <c:v>5.8834499999999998</c:v>
                </c:pt>
                <c:pt idx="20903">
                  <c:v>5.8837599999999997</c:v>
                </c:pt>
                <c:pt idx="20904">
                  <c:v>5.8840599999999998</c:v>
                </c:pt>
                <c:pt idx="20905">
                  <c:v>5.8843699999999997</c:v>
                </c:pt>
                <c:pt idx="20906">
                  <c:v>5.8846699999999998</c:v>
                </c:pt>
                <c:pt idx="20907">
                  <c:v>5.8849799999999997</c:v>
                </c:pt>
                <c:pt idx="20908">
                  <c:v>5.8852799999999998</c:v>
                </c:pt>
                <c:pt idx="20909">
                  <c:v>5.8855899999999997</c:v>
                </c:pt>
                <c:pt idx="20910">
                  <c:v>5.8858899999999998</c:v>
                </c:pt>
                <c:pt idx="20911">
                  <c:v>5.8861999999999997</c:v>
                </c:pt>
                <c:pt idx="20912">
                  <c:v>5.8864999999999998</c:v>
                </c:pt>
                <c:pt idx="20913">
                  <c:v>5.8868099999999997</c:v>
                </c:pt>
                <c:pt idx="20914">
                  <c:v>5.8871200000000004</c:v>
                </c:pt>
                <c:pt idx="20915">
                  <c:v>5.8874199999999997</c:v>
                </c:pt>
                <c:pt idx="20916">
                  <c:v>5.8877300000000004</c:v>
                </c:pt>
                <c:pt idx="20917">
                  <c:v>5.8880299999999997</c:v>
                </c:pt>
                <c:pt idx="20918">
                  <c:v>5.8883400000000004</c:v>
                </c:pt>
                <c:pt idx="20919">
                  <c:v>5.8886399999999997</c:v>
                </c:pt>
                <c:pt idx="20920">
                  <c:v>5.8889500000000004</c:v>
                </c:pt>
                <c:pt idx="20921">
                  <c:v>5.8892499999999997</c:v>
                </c:pt>
                <c:pt idx="20922">
                  <c:v>5.8895600000000004</c:v>
                </c:pt>
                <c:pt idx="20923">
                  <c:v>5.8898599999999997</c:v>
                </c:pt>
                <c:pt idx="20924">
                  <c:v>5.8901700000000003</c:v>
                </c:pt>
                <c:pt idx="20925">
                  <c:v>5.8904699999999997</c:v>
                </c:pt>
                <c:pt idx="20926">
                  <c:v>5.8907800000000003</c:v>
                </c:pt>
                <c:pt idx="20927">
                  <c:v>5.8910900000000002</c:v>
                </c:pt>
                <c:pt idx="20928">
                  <c:v>5.8913900000000003</c:v>
                </c:pt>
                <c:pt idx="20929">
                  <c:v>5.8917000000000002</c:v>
                </c:pt>
                <c:pt idx="20930">
                  <c:v>5.8920000000000003</c:v>
                </c:pt>
                <c:pt idx="20931">
                  <c:v>5.8923100000000002</c:v>
                </c:pt>
                <c:pt idx="20932">
                  <c:v>5.8926100000000003</c:v>
                </c:pt>
                <c:pt idx="20933">
                  <c:v>5.8929200000000002</c:v>
                </c:pt>
                <c:pt idx="20934">
                  <c:v>5.8932200000000003</c:v>
                </c:pt>
                <c:pt idx="20935">
                  <c:v>5.8935300000000002</c:v>
                </c:pt>
                <c:pt idx="20936">
                  <c:v>5.8938300000000003</c:v>
                </c:pt>
                <c:pt idx="20937">
                  <c:v>5.8941400000000002</c:v>
                </c:pt>
                <c:pt idx="20938">
                  <c:v>5.8944400000000003</c:v>
                </c:pt>
                <c:pt idx="20939">
                  <c:v>5.8947500000000002</c:v>
                </c:pt>
                <c:pt idx="20940">
                  <c:v>5.89506</c:v>
                </c:pt>
                <c:pt idx="20941">
                  <c:v>5.8953600000000002</c:v>
                </c:pt>
                <c:pt idx="20942">
                  <c:v>5.89567</c:v>
                </c:pt>
                <c:pt idx="20943">
                  <c:v>5.8959700000000002</c:v>
                </c:pt>
                <c:pt idx="20944">
                  <c:v>5.89628</c:v>
                </c:pt>
                <c:pt idx="20945">
                  <c:v>5.8965800000000002</c:v>
                </c:pt>
                <c:pt idx="20946">
                  <c:v>5.89689</c:v>
                </c:pt>
                <c:pt idx="20947">
                  <c:v>5.8971900000000002</c:v>
                </c:pt>
                <c:pt idx="20948">
                  <c:v>5.8975</c:v>
                </c:pt>
                <c:pt idx="20949">
                  <c:v>5.8978000000000002</c:v>
                </c:pt>
                <c:pt idx="20950">
                  <c:v>5.89811</c:v>
                </c:pt>
                <c:pt idx="20951">
                  <c:v>5.8984199999999998</c:v>
                </c:pt>
                <c:pt idx="20952">
                  <c:v>5.89872</c:v>
                </c:pt>
                <c:pt idx="20953">
                  <c:v>5.8990299999999998</c:v>
                </c:pt>
                <c:pt idx="20954">
                  <c:v>5.89933</c:v>
                </c:pt>
                <c:pt idx="20955">
                  <c:v>5.8996399999999998</c:v>
                </c:pt>
                <c:pt idx="20956">
                  <c:v>5.89994</c:v>
                </c:pt>
                <c:pt idx="20957">
                  <c:v>5.9002499999999998</c:v>
                </c:pt>
                <c:pt idx="20958">
                  <c:v>5.90055</c:v>
                </c:pt>
                <c:pt idx="20959">
                  <c:v>5.9008599999999998</c:v>
                </c:pt>
                <c:pt idx="20960">
                  <c:v>5.90116</c:v>
                </c:pt>
                <c:pt idx="20961">
                  <c:v>5.9014699999999998</c:v>
                </c:pt>
                <c:pt idx="20962">
                  <c:v>5.90177</c:v>
                </c:pt>
                <c:pt idx="20963">
                  <c:v>5.9020799999999998</c:v>
                </c:pt>
                <c:pt idx="20964">
                  <c:v>5.9023899999999996</c:v>
                </c:pt>
                <c:pt idx="20965">
                  <c:v>5.9026899999999998</c:v>
                </c:pt>
                <c:pt idx="20966">
                  <c:v>5.9029999999999996</c:v>
                </c:pt>
                <c:pt idx="20967">
                  <c:v>5.9032999999999998</c:v>
                </c:pt>
                <c:pt idx="20968">
                  <c:v>5.9036099999999996</c:v>
                </c:pt>
                <c:pt idx="20969">
                  <c:v>5.9039099999999998</c:v>
                </c:pt>
                <c:pt idx="20970">
                  <c:v>5.9042199999999996</c:v>
                </c:pt>
                <c:pt idx="20971">
                  <c:v>5.9045199999999998</c:v>
                </c:pt>
                <c:pt idx="20972">
                  <c:v>5.9048299999999996</c:v>
                </c:pt>
                <c:pt idx="20973">
                  <c:v>5.9051299999999998</c:v>
                </c:pt>
                <c:pt idx="20974">
                  <c:v>5.9054399999999996</c:v>
                </c:pt>
                <c:pt idx="20975">
                  <c:v>5.9057399999999998</c:v>
                </c:pt>
                <c:pt idx="20976">
                  <c:v>5.9060499999999996</c:v>
                </c:pt>
                <c:pt idx="20977">
                  <c:v>5.9063600000000003</c:v>
                </c:pt>
                <c:pt idx="20978">
                  <c:v>5.9066599999999996</c:v>
                </c:pt>
                <c:pt idx="20979">
                  <c:v>5.9069700000000003</c:v>
                </c:pt>
                <c:pt idx="20980">
                  <c:v>5.9072699999999996</c:v>
                </c:pt>
                <c:pt idx="20981">
                  <c:v>5.9075800000000003</c:v>
                </c:pt>
                <c:pt idx="20982">
                  <c:v>5.9078799999999996</c:v>
                </c:pt>
                <c:pt idx="20983">
                  <c:v>5.9081900000000003</c:v>
                </c:pt>
                <c:pt idx="20984">
                  <c:v>5.9084899999999996</c:v>
                </c:pt>
                <c:pt idx="20985">
                  <c:v>5.9088000000000003</c:v>
                </c:pt>
                <c:pt idx="20986">
                  <c:v>5.9090999999999996</c:v>
                </c:pt>
                <c:pt idx="20987">
                  <c:v>5.9094100000000003</c:v>
                </c:pt>
                <c:pt idx="20988">
                  <c:v>5.9097099999999996</c:v>
                </c:pt>
                <c:pt idx="20989">
                  <c:v>5.9100200000000003</c:v>
                </c:pt>
                <c:pt idx="20990">
                  <c:v>5.9103300000000001</c:v>
                </c:pt>
                <c:pt idx="20991">
                  <c:v>5.9106300000000003</c:v>
                </c:pt>
                <c:pt idx="20992">
                  <c:v>5.9109400000000001</c:v>
                </c:pt>
                <c:pt idx="20993">
                  <c:v>5.9112400000000003</c:v>
                </c:pt>
                <c:pt idx="20994">
                  <c:v>5.9115500000000001</c:v>
                </c:pt>
                <c:pt idx="20995">
                  <c:v>5.9118500000000003</c:v>
                </c:pt>
                <c:pt idx="20996">
                  <c:v>5.9121600000000001</c:v>
                </c:pt>
                <c:pt idx="20997">
                  <c:v>5.9124600000000003</c:v>
                </c:pt>
                <c:pt idx="20998">
                  <c:v>5.9127700000000001</c:v>
                </c:pt>
                <c:pt idx="20999">
                  <c:v>5.9130700000000003</c:v>
                </c:pt>
                <c:pt idx="21000">
                  <c:v>5.9133800000000001</c:v>
                </c:pt>
                <c:pt idx="21001">
                  <c:v>5.9136800000000003</c:v>
                </c:pt>
                <c:pt idx="21002">
                  <c:v>5.9139900000000001</c:v>
                </c:pt>
                <c:pt idx="21003">
                  <c:v>5.9142999999999999</c:v>
                </c:pt>
                <c:pt idx="21004">
                  <c:v>5.9146000000000001</c:v>
                </c:pt>
                <c:pt idx="21005">
                  <c:v>5.9149099999999999</c:v>
                </c:pt>
                <c:pt idx="21006">
                  <c:v>5.9152100000000001</c:v>
                </c:pt>
                <c:pt idx="21007">
                  <c:v>5.9155199999999999</c:v>
                </c:pt>
                <c:pt idx="21008">
                  <c:v>5.9158200000000001</c:v>
                </c:pt>
                <c:pt idx="21009">
                  <c:v>5.9161299999999999</c:v>
                </c:pt>
                <c:pt idx="21010">
                  <c:v>5.9164300000000001</c:v>
                </c:pt>
                <c:pt idx="21011">
                  <c:v>5.9167399999999999</c:v>
                </c:pt>
                <c:pt idx="21012">
                  <c:v>5.9170400000000001</c:v>
                </c:pt>
                <c:pt idx="21013">
                  <c:v>5.9173499999999999</c:v>
                </c:pt>
                <c:pt idx="21014">
                  <c:v>5.9176599999999997</c:v>
                </c:pt>
                <c:pt idx="21015">
                  <c:v>5.9179599999999999</c:v>
                </c:pt>
                <c:pt idx="21016">
                  <c:v>5.9182699999999997</c:v>
                </c:pt>
                <c:pt idx="21017">
                  <c:v>5.9185699999999999</c:v>
                </c:pt>
                <c:pt idx="21018">
                  <c:v>5.9188799999999997</c:v>
                </c:pt>
                <c:pt idx="21019">
                  <c:v>5.9191799999999999</c:v>
                </c:pt>
                <c:pt idx="21020">
                  <c:v>5.9194899999999997</c:v>
                </c:pt>
                <c:pt idx="21021">
                  <c:v>5.9197899999999999</c:v>
                </c:pt>
                <c:pt idx="21022">
                  <c:v>5.9200999999999997</c:v>
                </c:pt>
                <c:pt idx="21023">
                  <c:v>5.9203999999999999</c:v>
                </c:pt>
                <c:pt idx="21024">
                  <c:v>5.9207099999999997</c:v>
                </c:pt>
                <c:pt idx="21025">
                  <c:v>5.9210099999999999</c:v>
                </c:pt>
                <c:pt idx="21026">
                  <c:v>5.9213199999999997</c:v>
                </c:pt>
                <c:pt idx="21027">
                  <c:v>5.9216300000000004</c:v>
                </c:pt>
                <c:pt idx="21028">
                  <c:v>5.9219299999999997</c:v>
                </c:pt>
                <c:pt idx="21029">
                  <c:v>5.9222400000000004</c:v>
                </c:pt>
                <c:pt idx="21030">
                  <c:v>5.9225399999999997</c:v>
                </c:pt>
                <c:pt idx="21031">
                  <c:v>5.9228500000000004</c:v>
                </c:pt>
                <c:pt idx="21032">
                  <c:v>5.9231499999999997</c:v>
                </c:pt>
                <c:pt idx="21033">
                  <c:v>5.9234600000000004</c:v>
                </c:pt>
                <c:pt idx="21034">
                  <c:v>5.9237599999999997</c:v>
                </c:pt>
                <c:pt idx="21035">
                  <c:v>5.9240700000000004</c:v>
                </c:pt>
                <c:pt idx="21036">
                  <c:v>5.9243699999999997</c:v>
                </c:pt>
                <c:pt idx="21037">
                  <c:v>5.9246800000000004</c:v>
                </c:pt>
                <c:pt idx="21038">
                  <c:v>5.9249799999999997</c:v>
                </c:pt>
                <c:pt idx="21039">
                  <c:v>5.9252900000000004</c:v>
                </c:pt>
                <c:pt idx="21040">
                  <c:v>5.9256000000000002</c:v>
                </c:pt>
                <c:pt idx="21041">
                  <c:v>5.9259000000000004</c:v>
                </c:pt>
                <c:pt idx="21042">
                  <c:v>5.9262100000000002</c:v>
                </c:pt>
                <c:pt idx="21043">
                  <c:v>5.9265100000000004</c:v>
                </c:pt>
                <c:pt idx="21044">
                  <c:v>5.9268200000000002</c:v>
                </c:pt>
                <c:pt idx="21045">
                  <c:v>5.9271200000000004</c:v>
                </c:pt>
                <c:pt idx="21046">
                  <c:v>5.9274300000000002</c:v>
                </c:pt>
                <c:pt idx="21047">
                  <c:v>5.9277300000000004</c:v>
                </c:pt>
                <c:pt idx="21048">
                  <c:v>5.9280400000000002</c:v>
                </c:pt>
                <c:pt idx="21049">
                  <c:v>5.9283400000000004</c:v>
                </c:pt>
                <c:pt idx="21050">
                  <c:v>5.9286500000000002</c:v>
                </c:pt>
                <c:pt idx="21051">
                  <c:v>5.9289500000000004</c:v>
                </c:pt>
                <c:pt idx="21052">
                  <c:v>5.9292600000000002</c:v>
                </c:pt>
                <c:pt idx="21053">
                  <c:v>5.92957</c:v>
                </c:pt>
                <c:pt idx="21054">
                  <c:v>5.9298700000000002</c:v>
                </c:pt>
                <c:pt idx="21055">
                  <c:v>5.93018</c:v>
                </c:pt>
                <c:pt idx="21056">
                  <c:v>5.9304800000000002</c:v>
                </c:pt>
                <c:pt idx="21057">
                  <c:v>5.93079</c:v>
                </c:pt>
                <c:pt idx="21058">
                  <c:v>5.9310900000000002</c:v>
                </c:pt>
                <c:pt idx="21059">
                  <c:v>5.9314</c:v>
                </c:pt>
                <c:pt idx="21060">
                  <c:v>5.9317000000000002</c:v>
                </c:pt>
                <c:pt idx="21061">
                  <c:v>5.93201</c:v>
                </c:pt>
                <c:pt idx="21062">
                  <c:v>5.9323100000000002</c:v>
                </c:pt>
                <c:pt idx="21063">
                  <c:v>5.93262</c:v>
                </c:pt>
                <c:pt idx="21064">
                  <c:v>5.9329299999999998</c:v>
                </c:pt>
                <c:pt idx="21065">
                  <c:v>5.93323</c:v>
                </c:pt>
                <c:pt idx="21066">
                  <c:v>5.9335399999999998</c:v>
                </c:pt>
                <c:pt idx="21067">
                  <c:v>5.93384</c:v>
                </c:pt>
                <c:pt idx="21068">
                  <c:v>5.9341499999999998</c:v>
                </c:pt>
                <c:pt idx="21069">
                  <c:v>5.93445</c:v>
                </c:pt>
                <c:pt idx="21070">
                  <c:v>5.9347599999999998</c:v>
                </c:pt>
                <c:pt idx="21071">
                  <c:v>5.93506</c:v>
                </c:pt>
                <c:pt idx="21072">
                  <c:v>5.9353699999999998</c:v>
                </c:pt>
                <c:pt idx="21073">
                  <c:v>5.93567</c:v>
                </c:pt>
                <c:pt idx="21074">
                  <c:v>5.9359799999999998</c:v>
                </c:pt>
                <c:pt idx="21075">
                  <c:v>5.93628</c:v>
                </c:pt>
                <c:pt idx="21076">
                  <c:v>5.9365899999999998</c:v>
                </c:pt>
                <c:pt idx="21077">
                  <c:v>5.9368999999999996</c:v>
                </c:pt>
                <c:pt idx="21078">
                  <c:v>5.9371999999999998</c:v>
                </c:pt>
                <c:pt idx="21079">
                  <c:v>5.9375099999999996</c:v>
                </c:pt>
                <c:pt idx="21080">
                  <c:v>5.9378099999999998</c:v>
                </c:pt>
                <c:pt idx="21081">
                  <c:v>5.9381199999999996</c:v>
                </c:pt>
                <c:pt idx="21082">
                  <c:v>5.9384199999999998</c:v>
                </c:pt>
                <c:pt idx="21083">
                  <c:v>5.9387299999999996</c:v>
                </c:pt>
                <c:pt idx="21084">
                  <c:v>5.9390299999999998</c:v>
                </c:pt>
                <c:pt idx="21085">
                  <c:v>5.9393399999999996</c:v>
                </c:pt>
                <c:pt idx="21086">
                  <c:v>5.9396399999999998</c:v>
                </c:pt>
                <c:pt idx="21087">
                  <c:v>5.9399499999999996</c:v>
                </c:pt>
                <c:pt idx="21088">
                  <c:v>5.9402499999999998</c:v>
                </c:pt>
                <c:pt idx="21089">
                  <c:v>5.9405599999999996</c:v>
                </c:pt>
                <c:pt idx="21090">
                  <c:v>5.9408700000000003</c:v>
                </c:pt>
                <c:pt idx="21091">
                  <c:v>5.9411699999999996</c:v>
                </c:pt>
                <c:pt idx="21092">
                  <c:v>5.9414800000000003</c:v>
                </c:pt>
                <c:pt idx="21093">
                  <c:v>5.9417799999999996</c:v>
                </c:pt>
                <c:pt idx="21094">
                  <c:v>5.9420900000000003</c:v>
                </c:pt>
                <c:pt idx="21095">
                  <c:v>5.9423899999999996</c:v>
                </c:pt>
                <c:pt idx="21096">
                  <c:v>5.9427000000000003</c:v>
                </c:pt>
                <c:pt idx="21097">
                  <c:v>5.9429999999999996</c:v>
                </c:pt>
                <c:pt idx="21098">
                  <c:v>5.9433100000000003</c:v>
                </c:pt>
                <c:pt idx="21099">
                  <c:v>5.9436099999999996</c:v>
                </c:pt>
                <c:pt idx="21100">
                  <c:v>5.9439200000000003</c:v>
                </c:pt>
                <c:pt idx="21101">
                  <c:v>5.9442199999999996</c:v>
                </c:pt>
                <c:pt idx="21102">
                  <c:v>5.9445300000000003</c:v>
                </c:pt>
                <c:pt idx="21103">
                  <c:v>5.9448400000000001</c:v>
                </c:pt>
                <c:pt idx="21104">
                  <c:v>5.9451400000000003</c:v>
                </c:pt>
                <c:pt idx="21105">
                  <c:v>5.9454500000000001</c:v>
                </c:pt>
                <c:pt idx="21106">
                  <c:v>5.9457500000000003</c:v>
                </c:pt>
                <c:pt idx="21107">
                  <c:v>5.9460600000000001</c:v>
                </c:pt>
                <c:pt idx="21108">
                  <c:v>5.9463600000000003</c:v>
                </c:pt>
                <c:pt idx="21109">
                  <c:v>5.9466700000000001</c:v>
                </c:pt>
                <c:pt idx="21110">
                  <c:v>5.9469700000000003</c:v>
                </c:pt>
                <c:pt idx="21111">
                  <c:v>5.9472800000000001</c:v>
                </c:pt>
                <c:pt idx="21112">
                  <c:v>5.9475800000000003</c:v>
                </c:pt>
                <c:pt idx="21113">
                  <c:v>5.9478900000000001</c:v>
                </c:pt>
                <c:pt idx="21114">
                  <c:v>5.9481900000000003</c:v>
                </c:pt>
                <c:pt idx="21115">
                  <c:v>5.9485000000000001</c:v>
                </c:pt>
                <c:pt idx="21116">
                  <c:v>5.9488099999999999</c:v>
                </c:pt>
                <c:pt idx="21117">
                  <c:v>5.9491100000000001</c:v>
                </c:pt>
                <c:pt idx="21118">
                  <c:v>5.9494199999999999</c:v>
                </c:pt>
                <c:pt idx="21119">
                  <c:v>5.9497200000000001</c:v>
                </c:pt>
                <c:pt idx="21120">
                  <c:v>5.9500299999999999</c:v>
                </c:pt>
                <c:pt idx="21121">
                  <c:v>5.9503300000000001</c:v>
                </c:pt>
                <c:pt idx="21122">
                  <c:v>5.9506399999999999</c:v>
                </c:pt>
                <c:pt idx="21123">
                  <c:v>5.9509400000000001</c:v>
                </c:pt>
                <c:pt idx="21124">
                  <c:v>5.9512499999999999</c:v>
                </c:pt>
                <c:pt idx="21125">
                  <c:v>5.9515500000000001</c:v>
                </c:pt>
                <c:pt idx="21126">
                  <c:v>5.9518599999999999</c:v>
                </c:pt>
                <c:pt idx="21127">
                  <c:v>5.9521699999999997</c:v>
                </c:pt>
                <c:pt idx="21128">
                  <c:v>5.9524699999999999</c:v>
                </c:pt>
                <c:pt idx="21129">
                  <c:v>5.9527799999999997</c:v>
                </c:pt>
                <c:pt idx="21130">
                  <c:v>5.9530799999999999</c:v>
                </c:pt>
                <c:pt idx="21131">
                  <c:v>5.9533899999999997</c:v>
                </c:pt>
                <c:pt idx="21132">
                  <c:v>5.9536899999999999</c:v>
                </c:pt>
                <c:pt idx="21133">
                  <c:v>5.9539999999999997</c:v>
                </c:pt>
                <c:pt idx="21134">
                  <c:v>5.9542999999999999</c:v>
                </c:pt>
                <c:pt idx="21135">
                  <c:v>5.9546099999999997</c:v>
                </c:pt>
                <c:pt idx="21136">
                  <c:v>5.9549099999999999</c:v>
                </c:pt>
                <c:pt idx="21137">
                  <c:v>5.9552199999999997</c:v>
                </c:pt>
                <c:pt idx="21138">
                  <c:v>5.9555199999999999</c:v>
                </c:pt>
                <c:pt idx="21139">
                  <c:v>5.9558299999999997</c:v>
                </c:pt>
                <c:pt idx="21140">
                  <c:v>5.9561400000000004</c:v>
                </c:pt>
                <c:pt idx="21141">
                  <c:v>5.9564399999999997</c:v>
                </c:pt>
                <c:pt idx="21142">
                  <c:v>5.9567500000000004</c:v>
                </c:pt>
                <c:pt idx="21143">
                  <c:v>5.9570499999999997</c:v>
                </c:pt>
                <c:pt idx="21144">
                  <c:v>5.9573600000000004</c:v>
                </c:pt>
                <c:pt idx="21145">
                  <c:v>5.9576599999999997</c:v>
                </c:pt>
                <c:pt idx="21146">
                  <c:v>5.9579700000000004</c:v>
                </c:pt>
                <c:pt idx="21147">
                  <c:v>5.9582699999999997</c:v>
                </c:pt>
                <c:pt idx="21148">
                  <c:v>5.9585800000000004</c:v>
                </c:pt>
                <c:pt idx="21149">
                  <c:v>5.9588799999999997</c:v>
                </c:pt>
                <c:pt idx="21150">
                  <c:v>5.9591900000000004</c:v>
                </c:pt>
                <c:pt idx="21151">
                  <c:v>5.9594899999999997</c:v>
                </c:pt>
                <c:pt idx="21152">
                  <c:v>5.9598000000000004</c:v>
                </c:pt>
                <c:pt idx="21153">
                  <c:v>5.9601100000000002</c:v>
                </c:pt>
                <c:pt idx="21154">
                  <c:v>5.9604100000000004</c:v>
                </c:pt>
                <c:pt idx="21155">
                  <c:v>5.9607200000000002</c:v>
                </c:pt>
                <c:pt idx="21156">
                  <c:v>5.9610200000000004</c:v>
                </c:pt>
                <c:pt idx="21157">
                  <c:v>5.9613300000000002</c:v>
                </c:pt>
                <c:pt idx="21158">
                  <c:v>5.9616300000000004</c:v>
                </c:pt>
                <c:pt idx="21159">
                  <c:v>5.9619400000000002</c:v>
                </c:pt>
                <c:pt idx="21160">
                  <c:v>5.9622400000000004</c:v>
                </c:pt>
                <c:pt idx="21161">
                  <c:v>5.9625500000000002</c:v>
                </c:pt>
                <c:pt idx="21162">
                  <c:v>5.9628500000000004</c:v>
                </c:pt>
                <c:pt idx="21163">
                  <c:v>5.9631600000000002</c:v>
                </c:pt>
                <c:pt idx="21164">
                  <c:v>5.9634600000000004</c:v>
                </c:pt>
                <c:pt idx="21165">
                  <c:v>5.9637700000000002</c:v>
                </c:pt>
                <c:pt idx="21166">
                  <c:v>5.96408</c:v>
                </c:pt>
                <c:pt idx="21167">
                  <c:v>5.9643800000000002</c:v>
                </c:pt>
                <c:pt idx="21168">
                  <c:v>5.96469</c:v>
                </c:pt>
                <c:pt idx="21169">
                  <c:v>5.9649900000000002</c:v>
                </c:pt>
                <c:pt idx="21170">
                  <c:v>5.9653</c:v>
                </c:pt>
                <c:pt idx="21171">
                  <c:v>5.9656000000000002</c:v>
                </c:pt>
                <c:pt idx="21172">
                  <c:v>5.96591</c:v>
                </c:pt>
                <c:pt idx="21173">
                  <c:v>5.9662100000000002</c:v>
                </c:pt>
                <c:pt idx="21174">
                  <c:v>5.96652</c:v>
                </c:pt>
                <c:pt idx="21175">
                  <c:v>5.9668200000000002</c:v>
                </c:pt>
                <c:pt idx="21176">
                  <c:v>5.96713</c:v>
                </c:pt>
                <c:pt idx="21177">
                  <c:v>5.9674300000000002</c:v>
                </c:pt>
                <c:pt idx="21178">
                  <c:v>5.96774</c:v>
                </c:pt>
                <c:pt idx="21179">
                  <c:v>5.9680499999999999</c:v>
                </c:pt>
                <c:pt idx="21180">
                  <c:v>5.96835</c:v>
                </c:pt>
                <c:pt idx="21181">
                  <c:v>5.9686599999999999</c:v>
                </c:pt>
                <c:pt idx="21182">
                  <c:v>5.96896</c:v>
                </c:pt>
                <c:pt idx="21183">
                  <c:v>5.9692699999999999</c:v>
                </c:pt>
                <c:pt idx="21184">
                  <c:v>5.96957</c:v>
                </c:pt>
                <c:pt idx="21185">
                  <c:v>5.9698799999999999</c:v>
                </c:pt>
                <c:pt idx="21186">
                  <c:v>5.97018</c:v>
                </c:pt>
                <c:pt idx="21187">
                  <c:v>5.9704899999999999</c:v>
                </c:pt>
                <c:pt idx="21188">
                  <c:v>5.97079</c:v>
                </c:pt>
                <c:pt idx="21189">
                  <c:v>5.9710999999999999</c:v>
                </c:pt>
                <c:pt idx="21190">
                  <c:v>5.9714099999999997</c:v>
                </c:pt>
                <c:pt idx="21191">
                  <c:v>5.9717099999999999</c:v>
                </c:pt>
                <c:pt idx="21192">
                  <c:v>5.9720199999999997</c:v>
                </c:pt>
                <c:pt idx="21193">
                  <c:v>5.9723199999999999</c:v>
                </c:pt>
                <c:pt idx="21194">
                  <c:v>5.9726299999999997</c:v>
                </c:pt>
                <c:pt idx="21195">
                  <c:v>5.9729299999999999</c:v>
                </c:pt>
                <c:pt idx="21196">
                  <c:v>5.9732399999999997</c:v>
                </c:pt>
                <c:pt idx="21197">
                  <c:v>5.9735399999999998</c:v>
                </c:pt>
                <c:pt idx="21198">
                  <c:v>5.9738499999999997</c:v>
                </c:pt>
                <c:pt idx="21199">
                  <c:v>5.9741499999999998</c:v>
                </c:pt>
                <c:pt idx="21200">
                  <c:v>5.9744599999999997</c:v>
                </c:pt>
                <c:pt idx="21201">
                  <c:v>5.9747599999999998</c:v>
                </c:pt>
                <c:pt idx="21202">
                  <c:v>5.9750699999999997</c:v>
                </c:pt>
                <c:pt idx="21203">
                  <c:v>5.9753800000000004</c:v>
                </c:pt>
                <c:pt idx="21204">
                  <c:v>5.9756799999999997</c:v>
                </c:pt>
                <c:pt idx="21205">
                  <c:v>5.9759900000000004</c:v>
                </c:pt>
                <c:pt idx="21206">
                  <c:v>5.9762899999999997</c:v>
                </c:pt>
                <c:pt idx="21207">
                  <c:v>5.9766000000000004</c:v>
                </c:pt>
                <c:pt idx="21208">
                  <c:v>5.9768999999999997</c:v>
                </c:pt>
                <c:pt idx="21209">
                  <c:v>5.9772100000000004</c:v>
                </c:pt>
                <c:pt idx="21210">
                  <c:v>5.9775099999999997</c:v>
                </c:pt>
                <c:pt idx="21211">
                  <c:v>5.9778200000000004</c:v>
                </c:pt>
                <c:pt idx="21212">
                  <c:v>5.9781199999999997</c:v>
                </c:pt>
                <c:pt idx="21213">
                  <c:v>5.9784300000000004</c:v>
                </c:pt>
                <c:pt idx="21214">
                  <c:v>5.9787299999999997</c:v>
                </c:pt>
                <c:pt idx="21215">
                  <c:v>5.9790400000000004</c:v>
                </c:pt>
                <c:pt idx="21216">
                  <c:v>5.9793500000000002</c:v>
                </c:pt>
                <c:pt idx="21217">
                  <c:v>5.9796500000000004</c:v>
                </c:pt>
                <c:pt idx="21218">
                  <c:v>5.9799600000000002</c:v>
                </c:pt>
                <c:pt idx="21219">
                  <c:v>5.9802600000000004</c:v>
                </c:pt>
                <c:pt idx="21220">
                  <c:v>5.9805700000000002</c:v>
                </c:pt>
                <c:pt idx="21221">
                  <c:v>5.9808700000000004</c:v>
                </c:pt>
                <c:pt idx="21222">
                  <c:v>5.9811800000000002</c:v>
                </c:pt>
                <c:pt idx="21223">
                  <c:v>5.9814800000000004</c:v>
                </c:pt>
                <c:pt idx="21224">
                  <c:v>5.9817900000000002</c:v>
                </c:pt>
                <c:pt idx="21225">
                  <c:v>5.9820900000000004</c:v>
                </c:pt>
                <c:pt idx="21226">
                  <c:v>5.9824000000000002</c:v>
                </c:pt>
                <c:pt idx="21227">
                  <c:v>5.9827000000000004</c:v>
                </c:pt>
                <c:pt idx="21228">
                  <c:v>5.9830100000000002</c:v>
                </c:pt>
                <c:pt idx="21229">
                  <c:v>5.98332</c:v>
                </c:pt>
                <c:pt idx="21230">
                  <c:v>5.9836200000000002</c:v>
                </c:pt>
                <c:pt idx="21231">
                  <c:v>5.98393</c:v>
                </c:pt>
                <c:pt idx="21232">
                  <c:v>5.9842300000000002</c:v>
                </c:pt>
                <c:pt idx="21233">
                  <c:v>5.98454</c:v>
                </c:pt>
                <c:pt idx="21234">
                  <c:v>5.9848400000000002</c:v>
                </c:pt>
                <c:pt idx="21235">
                  <c:v>5.98515</c:v>
                </c:pt>
                <c:pt idx="21236">
                  <c:v>5.9854500000000002</c:v>
                </c:pt>
                <c:pt idx="21237">
                  <c:v>5.98576</c:v>
                </c:pt>
                <c:pt idx="21238">
                  <c:v>5.9860600000000002</c:v>
                </c:pt>
                <c:pt idx="21239">
                  <c:v>5.98637</c:v>
                </c:pt>
                <c:pt idx="21240">
                  <c:v>5.9866700000000002</c:v>
                </c:pt>
                <c:pt idx="21241">
                  <c:v>5.98698</c:v>
                </c:pt>
                <c:pt idx="21242">
                  <c:v>5.9872899999999998</c:v>
                </c:pt>
                <c:pt idx="21243">
                  <c:v>5.98759</c:v>
                </c:pt>
                <c:pt idx="21244">
                  <c:v>5.9878999999999998</c:v>
                </c:pt>
                <c:pt idx="21245">
                  <c:v>5.9882</c:v>
                </c:pt>
                <c:pt idx="21246">
                  <c:v>5.9885099999999998</c:v>
                </c:pt>
                <c:pt idx="21247">
                  <c:v>5.98881</c:v>
                </c:pt>
                <c:pt idx="21248">
                  <c:v>5.9891199999999998</c:v>
                </c:pt>
                <c:pt idx="21249">
                  <c:v>5.98942</c:v>
                </c:pt>
                <c:pt idx="21250">
                  <c:v>5.9897299999999998</c:v>
                </c:pt>
                <c:pt idx="21251">
                  <c:v>5.99003</c:v>
                </c:pt>
                <c:pt idx="21252">
                  <c:v>5.9903399999999998</c:v>
                </c:pt>
                <c:pt idx="21253">
                  <c:v>5.9906499999999996</c:v>
                </c:pt>
                <c:pt idx="21254">
                  <c:v>5.9909499999999998</c:v>
                </c:pt>
                <c:pt idx="21255">
                  <c:v>5.9912599999999996</c:v>
                </c:pt>
                <c:pt idx="21256">
                  <c:v>5.9915599999999998</c:v>
                </c:pt>
                <c:pt idx="21257">
                  <c:v>5.9918699999999996</c:v>
                </c:pt>
                <c:pt idx="21258">
                  <c:v>5.9921699999999998</c:v>
                </c:pt>
                <c:pt idx="21259">
                  <c:v>5.9924799999999996</c:v>
                </c:pt>
                <c:pt idx="21260">
                  <c:v>5.9927799999999998</c:v>
                </c:pt>
                <c:pt idx="21261">
                  <c:v>5.9930899999999996</c:v>
                </c:pt>
                <c:pt idx="21262">
                  <c:v>5.9933899999999998</c:v>
                </c:pt>
                <c:pt idx="21263">
                  <c:v>5.9936999999999996</c:v>
                </c:pt>
                <c:pt idx="21264">
                  <c:v>5.9939999999999998</c:v>
                </c:pt>
                <c:pt idx="21265">
                  <c:v>5.9943099999999996</c:v>
                </c:pt>
                <c:pt idx="21266">
                  <c:v>5.9946200000000003</c:v>
                </c:pt>
                <c:pt idx="21267">
                  <c:v>5.9949199999999996</c:v>
                </c:pt>
                <c:pt idx="21268">
                  <c:v>5.9952300000000003</c:v>
                </c:pt>
                <c:pt idx="21269">
                  <c:v>5.9955299999999996</c:v>
                </c:pt>
                <c:pt idx="21270">
                  <c:v>5.9958400000000003</c:v>
                </c:pt>
                <c:pt idx="21271">
                  <c:v>5.9961399999999996</c:v>
                </c:pt>
                <c:pt idx="21272">
                  <c:v>5.9964500000000003</c:v>
                </c:pt>
                <c:pt idx="21273">
                  <c:v>5.9967499999999996</c:v>
                </c:pt>
                <c:pt idx="21274">
                  <c:v>5.9970600000000003</c:v>
                </c:pt>
                <c:pt idx="21275">
                  <c:v>5.9973599999999996</c:v>
                </c:pt>
                <c:pt idx="21276">
                  <c:v>5.9976700000000003</c:v>
                </c:pt>
                <c:pt idx="21277">
                  <c:v>5.9979699999999996</c:v>
                </c:pt>
                <c:pt idx="21278">
                  <c:v>5.9982800000000003</c:v>
                </c:pt>
                <c:pt idx="21279">
                  <c:v>5.9985900000000001</c:v>
                </c:pt>
                <c:pt idx="21280">
                  <c:v>5.9988900000000003</c:v>
                </c:pt>
                <c:pt idx="21281">
                  <c:v>5.9992000000000001</c:v>
                </c:pt>
                <c:pt idx="21282">
                  <c:v>5.9995000000000003</c:v>
                </c:pt>
                <c:pt idx="21283">
                  <c:v>5.9998100000000001</c:v>
                </c:pt>
                <c:pt idx="21284">
                  <c:v>6.0001100000000003</c:v>
                </c:pt>
                <c:pt idx="21285">
                  <c:v>6.0004200000000001</c:v>
                </c:pt>
                <c:pt idx="21286">
                  <c:v>6.0007200000000003</c:v>
                </c:pt>
                <c:pt idx="21287">
                  <c:v>6.0010300000000001</c:v>
                </c:pt>
                <c:pt idx="21288">
                  <c:v>6.0013300000000003</c:v>
                </c:pt>
                <c:pt idx="21289">
                  <c:v>6.0016400000000001</c:v>
                </c:pt>
                <c:pt idx="21290">
                  <c:v>6.0019400000000003</c:v>
                </c:pt>
                <c:pt idx="21291">
                  <c:v>6.0022500000000001</c:v>
                </c:pt>
                <c:pt idx="21292">
                  <c:v>6.0025599999999999</c:v>
                </c:pt>
                <c:pt idx="21293">
                  <c:v>6.0028600000000001</c:v>
                </c:pt>
                <c:pt idx="21294">
                  <c:v>6.0031699999999999</c:v>
                </c:pt>
                <c:pt idx="21295">
                  <c:v>6.0034700000000001</c:v>
                </c:pt>
                <c:pt idx="21296">
                  <c:v>6.0037799999999999</c:v>
                </c:pt>
                <c:pt idx="21297">
                  <c:v>6.0040800000000001</c:v>
                </c:pt>
                <c:pt idx="21298">
                  <c:v>6.0043899999999999</c:v>
                </c:pt>
                <c:pt idx="21299">
                  <c:v>6.0046900000000001</c:v>
                </c:pt>
                <c:pt idx="21300">
                  <c:v>6.0049999999999999</c:v>
                </c:pt>
                <c:pt idx="21301">
                  <c:v>6.0053000000000001</c:v>
                </c:pt>
                <c:pt idx="21302">
                  <c:v>6.0056099999999999</c:v>
                </c:pt>
                <c:pt idx="21303">
                  <c:v>6.0059199999999997</c:v>
                </c:pt>
                <c:pt idx="21304">
                  <c:v>6.0062199999999999</c:v>
                </c:pt>
                <c:pt idx="21305">
                  <c:v>6.0065299999999997</c:v>
                </c:pt>
                <c:pt idx="21306">
                  <c:v>6.0068299999999999</c:v>
                </c:pt>
                <c:pt idx="21307">
                  <c:v>6.0071399999999997</c:v>
                </c:pt>
                <c:pt idx="21308">
                  <c:v>6.0074399999999999</c:v>
                </c:pt>
                <c:pt idx="21309">
                  <c:v>6.0077499999999997</c:v>
                </c:pt>
                <c:pt idx="21310">
                  <c:v>6.0080499999999999</c:v>
                </c:pt>
                <c:pt idx="21311">
                  <c:v>6.0083599999999997</c:v>
                </c:pt>
                <c:pt idx="21312">
                  <c:v>6.0086599999999999</c:v>
                </c:pt>
                <c:pt idx="21313">
                  <c:v>6.0089699999999997</c:v>
                </c:pt>
                <c:pt idx="21314">
                  <c:v>6.0092699999999999</c:v>
                </c:pt>
                <c:pt idx="21315">
                  <c:v>6.0095799999999997</c:v>
                </c:pt>
                <c:pt idx="21316">
                  <c:v>6.0098900000000004</c:v>
                </c:pt>
                <c:pt idx="21317">
                  <c:v>6.0101899999999997</c:v>
                </c:pt>
                <c:pt idx="21318">
                  <c:v>6.0105000000000004</c:v>
                </c:pt>
                <c:pt idx="21319">
                  <c:v>6.0107999999999997</c:v>
                </c:pt>
                <c:pt idx="21320">
                  <c:v>6.0111100000000004</c:v>
                </c:pt>
                <c:pt idx="21321">
                  <c:v>6.0114099999999997</c:v>
                </c:pt>
                <c:pt idx="21322">
                  <c:v>6.0117200000000004</c:v>
                </c:pt>
                <c:pt idx="21323">
                  <c:v>6.0120199999999997</c:v>
                </c:pt>
                <c:pt idx="21324">
                  <c:v>6.0123300000000004</c:v>
                </c:pt>
                <c:pt idx="21325">
                  <c:v>6.0126299999999997</c:v>
                </c:pt>
                <c:pt idx="21326">
                  <c:v>6.0129400000000004</c:v>
                </c:pt>
                <c:pt idx="21327">
                  <c:v>6.0132399999999997</c:v>
                </c:pt>
                <c:pt idx="21328">
                  <c:v>6.0135500000000004</c:v>
                </c:pt>
                <c:pt idx="21329">
                  <c:v>6.0138600000000002</c:v>
                </c:pt>
                <c:pt idx="21330">
                  <c:v>6.0141600000000004</c:v>
                </c:pt>
                <c:pt idx="21331">
                  <c:v>6.0144700000000002</c:v>
                </c:pt>
                <c:pt idx="21332">
                  <c:v>6.0147700000000004</c:v>
                </c:pt>
                <c:pt idx="21333">
                  <c:v>6.0150800000000002</c:v>
                </c:pt>
                <c:pt idx="21334">
                  <c:v>6.0153800000000004</c:v>
                </c:pt>
                <c:pt idx="21335">
                  <c:v>6.0156900000000002</c:v>
                </c:pt>
                <c:pt idx="21336">
                  <c:v>6.0159900000000004</c:v>
                </c:pt>
                <c:pt idx="21337">
                  <c:v>6.0163000000000002</c:v>
                </c:pt>
                <c:pt idx="21338">
                  <c:v>6.0166000000000004</c:v>
                </c:pt>
                <c:pt idx="21339">
                  <c:v>6.0169100000000002</c:v>
                </c:pt>
                <c:pt idx="21340">
                  <c:v>6.0172100000000004</c:v>
                </c:pt>
                <c:pt idx="21341">
                  <c:v>6.0175200000000002</c:v>
                </c:pt>
                <c:pt idx="21342">
                  <c:v>6.01783</c:v>
                </c:pt>
                <c:pt idx="21343">
                  <c:v>6.0181300000000002</c:v>
                </c:pt>
                <c:pt idx="21344">
                  <c:v>6.01844</c:v>
                </c:pt>
                <c:pt idx="21345">
                  <c:v>6.0187400000000002</c:v>
                </c:pt>
                <c:pt idx="21346">
                  <c:v>6.01905</c:v>
                </c:pt>
                <c:pt idx="21347">
                  <c:v>6.0193500000000002</c:v>
                </c:pt>
                <c:pt idx="21348">
                  <c:v>6.01966</c:v>
                </c:pt>
                <c:pt idx="21349">
                  <c:v>6.0199600000000002</c:v>
                </c:pt>
                <c:pt idx="21350">
                  <c:v>6.02027</c:v>
                </c:pt>
                <c:pt idx="21351">
                  <c:v>6.0205700000000002</c:v>
                </c:pt>
                <c:pt idx="21352">
                  <c:v>6.02088</c:v>
                </c:pt>
                <c:pt idx="21353">
                  <c:v>6.0211800000000002</c:v>
                </c:pt>
                <c:pt idx="21354">
                  <c:v>6.02149</c:v>
                </c:pt>
                <c:pt idx="21355">
                  <c:v>6.0217999999999998</c:v>
                </c:pt>
                <c:pt idx="21356">
                  <c:v>6.0221</c:v>
                </c:pt>
                <c:pt idx="21357">
                  <c:v>6.0224099999999998</c:v>
                </c:pt>
                <c:pt idx="21358">
                  <c:v>6.02271</c:v>
                </c:pt>
                <c:pt idx="21359">
                  <c:v>6.0230199999999998</c:v>
                </c:pt>
                <c:pt idx="21360">
                  <c:v>6.02332</c:v>
                </c:pt>
                <c:pt idx="21361">
                  <c:v>6.0236299999999998</c:v>
                </c:pt>
                <c:pt idx="21362">
                  <c:v>6.02393</c:v>
                </c:pt>
                <c:pt idx="21363">
                  <c:v>6.0242399999999998</c:v>
                </c:pt>
                <c:pt idx="21364">
                  <c:v>6.02454</c:v>
                </c:pt>
                <c:pt idx="21365">
                  <c:v>6.0248499999999998</c:v>
                </c:pt>
                <c:pt idx="21366">
                  <c:v>6.0251599999999996</c:v>
                </c:pt>
                <c:pt idx="21367">
                  <c:v>6.0254599999999998</c:v>
                </c:pt>
                <c:pt idx="21368">
                  <c:v>6.0257699999999996</c:v>
                </c:pt>
                <c:pt idx="21369">
                  <c:v>6.0260699999999998</c:v>
                </c:pt>
                <c:pt idx="21370">
                  <c:v>6.0263799999999996</c:v>
                </c:pt>
                <c:pt idx="21371">
                  <c:v>6.0266799999999998</c:v>
                </c:pt>
                <c:pt idx="21372">
                  <c:v>6.0269899999999996</c:v>
                </c:pt>
                <c:pt idx="21373">
                  <c:v>6.0272899999999998</c:v>
                </c:pt>
                <c:pt idx="21374">
                  <c:v>6.0275999999999996</c:v>
                </c:pt>
                <c:pt idx="21375">
                  <c:v>6.0278999999999998</c:v>
                </c:pt>
                <c:pt idx="21376">
                  <c:v>6.0282099999999996</c:v>
                </c:pt>
                <c:pt idx="21377">
                  <c:v>6.0285099999999998</c:v>
                </c:pt>
                <c:pt idx="21378">
                  <c:v>6.0288199999999996</c:v>
                </c:pt>
                <c:pt idx="21379">
                  <c:v>6.0291300000000003</c:v>
                </c:pt>
                <c:pt idx="21380">
                  <c:v>6.0294299999999996</c:v>
                </c:pt>
                <c:pt idx="21381">
                  <c:v>6.0297400000000003</c:v>
                </c:pt>
                <c:pt idx="21382">
                  <c:v>6.0300399999999996</c:v>
                </c:pt>
                <c:pt idx="21383">
                  <c:v>6.0303500000000003</c:v>
                </c:pt>
                <c:pt idx="21384">
                  <c:v>6.0306499999999996</c:v>
                </c:pt>
                <c:pt idx="21385">
                  <c:v>6.0309600000000003</c:v>
                </c:pt>
                <c:pt idx="21386">
                  <c:v>6.0312599999999996</c:v>
                </c:pt>
                <c:pt idx="21387">
                  <c:v>6.0315700000000003</c:v>
                </c:pt>
                <c:pt idx="21388">
                  <c:v>6.0318699999999996</c:v>
                </c:pt>
                <c:pt idx="21389">
                  <c:v>6.0321800000000003</c:v>
                </c:pt>
                <c:pt idx="21390">
                  <c:v>6.0324799999999996</c:v>
                </c:pt>
                <c:pt idx="21391">
                  <c:v>6.0327900000000003</c:v>
                </c:pt>
                <c:pt idx="21392">
                  <c:v>6.0331000000000001</c:v>
                </c:pt>
                <c:pt idx="21393">
                  <c:v>6.0334000000000003</c:v>
                </c:pt>
                <c:pt idx="21394">
                  <c:v>6.0337100000000001</c:v>
                </c:pt>
                <c:pt idx="21395">
                  <c:v>6.0340100000000003</c:v>
                </c:pt>
                <c:pt idx="21396">
                  <c:v>6.0343200000000001</c:v>
                </c:pt>
                <c:pt idx="21397">
                  <c:v>6.0346200000000003</c:v>
                </c:pt>
                <c:pt idx="21398">
                  <c:v>6.0349300000000001</c:v>
                </c:pt>
                <c:pt idx="21399">
                  <c:v>6.0352300000000003</c:v>
                </c:pt>
                <c:pt idx="21400">
                  <c:v>6.0355400000000001</c:v>
                </c:pt>
                <c:pt idx="21401">
                  <c:v>6.0358400000000003</c:v>
                </c:pt>
                <c:pt idx="21402">
                  <c:v>6.0361500000000001</c:v>
                </c:pt>
                <c:pt idx="21403">
                  <c:v>6.0364500000000003</c:v>
                </c:pt>
                <c:pt idx="21404">
                  <c:v>6.0367600000000001</c:v>
                </c:pt>
                <c:pt idx="21405">
                  <c:v>6.0370699999999999</c:v>
                </c:pt>
                <c:pt idx="21406">
                  <c:v>6.0373700000000001</c:v>
                </c:pt>
                <c:pt idx="21407">
                  <c:v>6.0376799999999999</c:v>
                </c:pt>
                <c:pt idx="21408">
                  <c:v>6.0379800000000001</c:v>
                </c:pt>
                <c:pt idx="21409">
                  <c:v>6.0382899999999999</c:v>
                </c:pt>
                <c:pt idx="21410">
                  <c:v>6.0385900000000001</c:v>
                </c:pt>
                <c:pt idx="21411">
                  <c:v>6.0388999999999999</c:v>
                </c:pt>
                <c:pt idx="21412">
                  <c:v>6.0392000000000001</c:v>
                </c:pt>
                <c:pt idx="21413">
                  <c:v>6.0395099999999999</c:v>
                </c:pt>
                <c:pt idx="21414">
                  <c:v>6.0398100000000001</c:v>
                </c:pt>
                <c:pt idx="21415">
                  <c:v>6.0401199999999999</c:v>
                </c:pt>
                <c:pt idx="21416">
                  <c:v>6.0404200000000001</c:v>
                </c:pt>
                <c:pt idx="21417">
                  <c:v>6.0407299999999999</c:v>
                </c:pt>
                <c:pt idx="21418">
                  <c:v>6.0410399999999997</c:v>
                </c:pt>
                <c:pt idx="21419">
                  <c:v>6.0413399999999999</c:v>
                </c:pt>
                <c:pt idx="21420">
                  <c:v>6.0416499999999997</c:v>
                </c:pt>
                <c:pt idx="21421">
                  <c:v>6.0419499999999999</c:v>
                </c:pt>
                <c:pt idx="21422">
                  <c:v>6.0422599999999997</c:v>
                </c:pt>
                <c:pt idx="21423">
                  <c:v>6.0425599999999999</c:v>
                </c:pt>
                <c:pt idx="21424">
                  <c:v>6.0428699999999997</c:v>
                </c:pt>
                <c:pt idx="21425">
                  <c:v>6.0431699999999999</c:v>
                </c:pt>
                <c:pt idx="21426">
                  <c:v>6.0434799999999997</c:v>
                </c:pt>
                <c:pt idx="21427">
                  <c:v>6.0437799999999999</c:v>
                </c:pt>
                <c:pt idx="21428">
                  <c:v>6.0440899999999997</c:v>
                </c:pt>
                <c:pt idx="21429">
                  <c:v>6.0444000000000004</c:v>
                </c:pt>
                <c:pt idx="21430">
                  <c:v>6.0446999999999997</c:v>
                </c:pt>
                <c:pt idx="21431">
                  <c:v>6.0450100000000004</c:v>
                </c:pt>
                <c:pt idx="21432">
                  <c:v>6.0453099999999997</c:v>
                </c:pt>
                <c:pt idx="21433">
                  <c:v>6.0456200000000004</c:v>
                </c:pt>
                <c:pt idx="21434">
                  <c:v>6.0459199999999997</c:v>
                </c:pt>
                <c:pt idx="21435">
                  <c:v>6.0462300000000004</c:v>
                </c:pt>
                <c:pt idx="21436">
                  <c:v>6.0465299999999997</c:v>
                </c:pt>
                <c:pt idx="21437">
                  <c:v>6.0468400000000004</c:v>
                </c:pt>
                <c:pt idx="21438">
                  <c:v>6.0471399999999997</c:v>
                </c:pt>
                <c:pt idx="21439">
                  <c:v>6.0474500000000004</c:v>
                </c:pt>
                <c:pt idx="21440">
                  <c:v>6.0477499999999997</c:v>
                </c:pt>
                <c:pt idx="21441">
                  <c:v>6.0480600000000004</c:v>
                </c:pt>
                <c:pt idx="21442">
                  <c:v>6.0483700000000002</c:v>
                </c:pt>
                <c:pt idx="21443">
                  <c:v>6.0486700000000004</c:v>
                </c:pt>
                <c:pt idx="21444">
                  <c:v>6.0489800000000002</c:v>
                </c:pt>
                <c:pt idx="21445">
                  <c:v>6.0492800000000004</c:v>
                </c:pt>
                <c:pt idx="21446">
                  <c:v>6.0495900000000002</c:v>
                </c:pt>
                <c:pt idx="21447">
                  <c:v>6.0498900000000004</c:v>
                </c:pt>
                <c:pt idx="21448">
                  <c:v>6.0502000000000002</c:v>
                </c:pt>
                <c:pt idx="21449">
                  <c:v>6.0505000000000004</c:v>
                </c:pt>
                <c:pt idx="21450">
                  <c:v>6.0508100000000002</c:v>
                </c:pt>
                <c:pt idx="21451">
                  <c:v>6.0511100000000004</c:v>
                </c:pt>
                <c:pt idx="21452">
                  <c:v>6.0514200000000002</c:v>
                </c:pt>
                <c:pt idx="21453">
                  <c:v>6.0517200000000004</c:v>
                </c:pt>
                <c:pt idx="21454">
                  <c:v>6.0520300000000002</c:v>
                </c:pt>
                <c:pt idx="21455">
                  <c:v>6.0523400000000001</c:v>
                </c:pt>
                <c:pt idx="21456">
                  <c:v>6.0526400000000002</c:v>
                </c:pt>
                <c:pt idx="21457">
                  <c:v>6.0529500000000001</c:v>
                </c:pt>
                <c:pt idx="21458">
                  <c:v>6.0532500000000002</c:v>
                </c:pt>
                <c:pt idx="21459">
                  <c:v>6.0535600000000001</c:v>
                </c:pt>
                <c:pt idx="21460">
                  <c:v>6.0538600000000002</c:v>
                </c:pt>
                <c:pt idx="21461">
                  <c:v>6.0541700000000001</c:v>
                </c:pt>
                <c:pt idx="21462">
                  <c:v>6.0544700000000002</c:v>
                </c:pt>
                <c:pt idx="21463">
                  <c:v>6.0547800000000001</c:v>
                </c:pt>
                <c:pt idx="21464">
                  <c:v>6.0550800000000002</c:v>
                </c:pt>
                <c:pt idx="21465">
                  <c:v>6.0553900000000001</c:v>
                </c:pt>
                <c:pt idx="21466">
                  <c:v>6.0556900000000002</c:v>
                </c:pt>
                <c:pt idx="21467">
                  <c:v>6.056</c:v>
                </c:pt>
                <c:pt idx="21468">
                  <c:v>6.0563099999999999</c:v>
                </c:pt>
                <c:pt idx="21469">
                  <c:v>6.05661</c:v>
                </c:pt>
                <c:pt idx="21470">
                  <c:v>6.0569199999999999</c:v>
                </c:pt>
                <c:pt idx="21471">
                  <c:v>6.05722</c:v>
                </c:pt>
                <c:pt idx="21472">
                  <c:v>6.0575299999999999</c:v>
                </c:pt>
                <c:pt idx="21473">
                  <c:v>6.05783</c:v>
                </c:pt>
                <c:pt idx="21474">
                  <c:v>6.0581399999999999</c:v>
                </c:pt>
                <c:pt idx="21475">
                  <c:v>6.05844</c:v>
                </c:pt>
                <c:pt idx="21476">
                  <c:v>6.0587499999999999</c:v>
                </c:pt>
                <c:pt idx="21477">
                  <c:v>6.05905</c:v>
                </c:pt>
                <c:pt idx="21478">
                  <c:v>6.0593599999999999</c:v>
                </c:pt>
                <c:pt idx="21479">
                  <c:v>6.0596699999999997</c:v>
                </c:pt>
                <c:pt idx="21480">
                  <c:v>6.0599699999999999</c:v>
                </c:pt>
                <c:pt idx="21481">
                  <c:v>6.0602799999999997</c:v>
                </c:pt>
                <c:pt idx="21482">
                  <c:v>6.0605799999999999</c:v>
                </c:pt>
                <c:pt idx="21483">
                  <c:v>6.0608899999999997</c:v>
                </c:pt>
                <c:pt idx="21484">
                  <c:v>6.0611899999999999</c:v>
                </c:pt>
                <c:pt idx="21485">
                  <c:v>6.0614999999999997</c:v>
                </c:pt>
                <c:pt idx="21486">
                  <c:v>6.0617999999999999</c:v>
                </c:pt>
                <c:pt idx="21487">
                  <c:v>6.0621099999999997</c:v>
                </c:pt>
                <c:pt idx="21488">
                  <c:v>6.0624099999999999</c:v>
                </c:pt>
                <c:pt idx="21489">
                  <c:v>6.0627199999999997</c:v>
                </c:pt>
                <c:pt idx="21490">
                  <c:v>6.0630199999999999</c:v>
                </c:pt>
                <c:pt idx="21491">
                  <c:v>6.0633299999999997</c:v>
                </c:pt>
                <c:pt idx="21492">
                  <c:v>6.0636400000000004</c:v>
                </c:pt>
                <c:pt idx="21493">
                  <c:v>6.0639399999999997</c:v>
                </c:pt>
                <c:pt idx="21494">
                  <c:v>6.0642500000000004</c:v>
                </c:pt>
                <c:pt idx="21495">
                  <c:v>6.0645499999999997</c:v>
                </c:pt>
                <c:pt idx="21496">
                  <c:v>6.0648600000000004</c:v>
                </c:pt>
                <c:pt idx="21497">
                  <c:v>6.0651599999999997</c:v>
                </c:pt>
                <c:pt idx="21498">
                  <c:v>6.0654700000000004</c:v>
                </c:pt>
                <c:pt idx="21499">
                  <c:v>6.0657699999999997</c:v>
                </c:pt>
                <c:pt idx="21500">
                  <c:v>6.0660800000000004</c:v>
                </c:pt>
                <c:pt idx="21501">
                  <c:v>6.0663799999999997</c:v>
                </c:pt>
                <c:pt idx="21502">
                  <c:v>6.0666900000000004</c:v>
                </c:pt>
                <c:pt idx="21503">
                  <c:v>6.0669899999999997</c:v>
                </c:pt>
                <c:pt idx="21504">
                  <c:v>6.0673000000000004</c:v>
                </c:pt>
                <c:pt idx="21505">
                  <c:v>6.0676100000000002</c:v>
                </c:pt>
                <c:pt idx="21506">
                  <c:v>6.0679100000000004</c:v>
                </c:pt>
                <c:pt idx="21507">
                  <c:v>6.0682200000000002</c:v>
                </c:pt>
                <c:pt idx="21508">
                  <c:v>6.0685200000000004</c:v>
                </c:pt>
                <c:pt idx="21509">
                  <c:v>6.0688300000000002</c:v>
                </c:pt>
                <c:pt idx="21510">
                  <c:v>6.0691300000000004</c:v>
                </c:pt>
                <c:pt idx="21511">
                  <c:v>6.0694400000000002</c:v>
                </c:pt>
                <c:pt idx="21512">
                  <c:v>6.0697400000000004</c:v>
                </c:pt>
                <c:pt idx="21513">
                  <c:v>6.0700500000000002</c:v>
                </c:pt>
                <c:pt idx="21514">
                  <c:v>6.0703500000000004</c:v>
                </c:pt>
                <c:pt idx="21515">
                  <c:v>6.0706600000000002</c:v>
                </c:pt>
                <c:pt idx="21516">
                  <c:v>6.0709600000000004</c:v>
                </c:pt>
                <c:pt idx="21517">
                  <c:v>6.0712700000000002</c:v>
                </c:pt>
                <c:pt idx="21518">
                  <c:v>6.07158</c:v>
                </c:pt>
                <c:pt idx="21519">
                  <c:v>6.0718800000000002</c:v>
                </c:pt>
                <c:pt idx="21520">
                  <c:v>6.07219</c:v>
                </c:pt>
                <c:pt idx="21521">
                  <c:v>6.0724900000000002</c:v>
                </c:pt>
                <c:pt idx="21522">
                  <c:v>6.0728</c:v>
                </c:pt>
                <c:pt idx="21523">
                  <c:v>6.0731000000000002</c:v>
                </c:pt>
                <c:pt idx="21524">
                  <c:v>6.07341</c:v>
                </c:pt>
                <c:pt idx="21525">
                  <c:v>6.0737100000000002</c:v>
                </c:pt>
                <c:pt idx="21526">
                  <c:v>6.07402</c:v>
                </c:pt>
                <c:pt idx="21527">
                  <c:v>6.0743200000000002</c:v>
                </c:pt>
                <c:pt idx="21528">
                  <c:v>6.07463</c:v>
                </c:pt>
                <c:pt idx="21529">
                  <c:v>6.0749300000000002</c:v>
                </c:pt>
                <c:pt idx="21530">
                  <c:v>6.07524</c:v>
                </c:pt>
                <c:pt idx="21531">
                  <c:v>6.0755499999999998</c:v>
                </c:pt>
                <c:pt idx="21532">
                  <c:v>6.07585</c:v>
                </c:pt>
                <c:pt idx="21533">
                  <c:v>6.0761599999999998</c:v>
                </c:pt>
                <c:pt idx="21534">
                  <c:v>6.07646</c:v>
                </c:pt>
                <c:pt idx="21535">
                  <c:v>6.0767699999999998</c:v>
                </c:pt>
                <c:pt idx="21536">
                  <c:v>6.07707</c:v>
                </c:pt>
                <c:pt idx="21537">
                  <c:v>6.0773799999999998</c:v>
                </c:pt>
                <c:pt idx="21538">
                  <c:v>6.07768</c:v>
                </c:pt>
                <c:pt idx="21539">
                  <c:v>6.0779899999999998</c:v>
                </c:pt>
                <c:pt idx="21540">
                  <c:v>6.07829</c:v>
                </c:pt>
                <c:pt idx="21541">
                  <c:v>6.0785999999999998</c:v>
                </c:pt>
                <c:pt idx="21542">
                  <c:v>6.0789099999999996</c:v>
                </c:pt>
                <c:pt idx="21543">
                  <c:v>6.0792099999999998</c:v>
                </c:pt>
                <c:pt idx="21544">
                  <c:v>6.0795199999999996</c:v>
                </c:pt>
                <c:pt idx="21545">
                  <c:v>6.0798199999999998</c:v>
                </c:pt>
                <c:pt idx="21546">
                  <c:v>6.0801299999999996</c:v>
                </c:pt>
                <c:pt idx="21547">
                  <c:v>6.0804299999999998</c:v>
                </c:pt>
                <c:pt idx="21548">
                  <c:v>6.0807399999999996</c:v>
                </c:pt>
                <c:pt idx="21549">
                  <c:v>6.0810399999999998</c:v>
                </c:pt>
                <c:pt idx="21550">
                  <c:v>6.0813499999999996</c:v>
                </c:pt>
                <c:pt idx="21551">
                  <c:v>6.0816499999999998</c:v>
                </c:pt>
                <c:pt idx="21552">
                  <c:v>6.0819599999999996</c:v>
                </c:pt>
                <c:pt idx="21553">
                  <c:v>6.0822599999999998</c:v>
                </c:pt>
                <c:pt idx="21554">
                  <c:v>6.0825699999999996</c:v>
                </c:pt>
                <c:pt idx="21555">
                  <c:v>6.0828800000000003</c:v>
                </c:pt>
                <c:pt idx="21556">
                  <c:v>6.0831799999999996</c:v>
                </c:pt>
                <c:pt idx="21557">
                  <c:v>6.0834900000000003</c:v>
                </c:pt>
                <c:pt idx="21558">
                  <c:v>6.0837899999999996</c:v>
                </c:pt>
                <c:pt idx="21559">
                  <c:v>6.0841000000000003</c:v>
                </c:pt>
                <c:pt idx="21560">
                  <c:v>6.0843999999999996</c:v>
                </c:pt>
                <c:pt idx="21561">
                  <c:v>6.0847100000000003</c:v>
                </c:pt>
                <c:pt idx="21562">
                  <c:v>6.0850099999999996</c:v>
                </c:pt>
                <c:pt idx="21563">
                  <c:v>6.0853200000000003</c:v>
                </c:pt>
                <c:pt idx="21564">
                  <c:v>6.0856199999999996</c:v>
                </c:pt>
                <c:pt idx="21565">
                  <c:v>6.0859300000000003</c:v>
                </c:pt>
                <c:pt idx="21566">
                  <c:v>6.0862299999999996</c:v>
                </c:pt>
                <c:pt idx="21567">
                  <c:v>6.0865400000000003</c:v>
                </c:pt>
                <c:pt idx="21568">
                  <c:v>6.0868500000000001</c:v>
                </c:pt>
                <c:pt idx="21569">
                  <c:v>6.0871500000000003</c:v>
                </c:pt>
                <c:pt idx="21570">
                  <c:v>6.0874600000000001</c:v>
                </c:pt>
                <c:pt idx="21571">
                  <c:v>6.0877600000000003</c:v>
                </c:pt>
                <c:pt idx="21572">
                  <c:v>6.0880700000000001</c:v>
                </c:pt>
                <c:pt idx="21573">
                  <c:v>6.0883700000000003</c:v>
                </c:pt>
                <c:pt idx="21574">
                  <c:v>6.0886800000000001</c:v>
                </c:pt>
                <c:pt idx="21575">
                  <c:v>6.0889800000000003</c:v>
                </c:pt>
                <c:pt idx="21576">
                  <c:v>6.0892900000000001</c:v>
                </c:pt>
                <c:pt idx="21577">
                  <c:v>6.0895900000000003</c:v>
                </c:pt>
                <c:pt idx="21578">
                  <c:v>6.0899000000000001</c:v>
                </c:pt>
                <c:pt idx="21579">
                  <c:v>6.0902000000000003</c:v>
                </c:pt>
                <c:pt idx="21580">
                  <c:v>6.0905100000000001</c:v>
                </c:pt>
                <c:pt idx="21581">
                  <c:v>6.0908199999999999</c:v>
                </c:pt>
                <c:pt idx="21582">
                  <c:v>6.0911200000000001</c:v>
                </c:pt>
                <c:pt idx="21583">
                  <c:v>6.0914299999999999</c:v>
                </c:pt>
                <c:pt idx="21584">
                  <c:v>6.0917300000000001</c:v>
                </c:pt>
                <c:pt idx="21585">
                  <c:v>6.0920399999999999</c:v>
                </c:pt>
                <c:pt idx="21586">
                  <c:v>6.0923400000000001</c:v>
                </c:pt>
                <c:pt idx="21587">
                  <c:v>6.0926499999999999</c:v>
                </c:pt>
                <c:pt idx="21588">
                  <c:v>6.0929500000000001</c:v>
                </c:pt>
                <c:pt idx="21589">
                  <c:v>6.0932599999999999</c:v>
                </c:pt>
                <c:pt idx="21590">
                  <c:v>6.0935600000000001</c:v>
                </c:pt>
                <c:pt idx="21591">
                  <c:v>6.0938699999999999</c:v>
                </c:pt>
                <c:pt idx="21592">
                  <c:v>6.0941700000000001</c:v>
                </c:pt>
                <c:pt idx="21593">
                  <c:v>6.0944799999999999</c:v>
                </c:pt>
                <c:pt idx="21594">
                  <c:v>6.0947899999999997</c:v>
                </c:pt>
                <c:pt idx="21595">
                  <c:v>6.0950899999999999</c:v>
                </c:pt>
                <c:pt idx="21596">
                  <c:v>6.0953999999999997</c:v>
                </c:pt>
                <c:pt idx="21597">
                  <c:v>6.0956999999999999</c:v>
                </c:pt>
                <c:pt idx="21598">
                  <c:v>6.0960099999999997</c:v>
                </c:pt>
                <c:pt idx="21599">
                  <c:v>6.0963099999999999</c:v>
                </c:pt>
                <c:pt idx="21600">
                  <c:v>6.0966199999999997</c:v>
                </c:pt>
                <c:pt idx="21601">
                  <c:v>6.0969199999999999</c:v>
                </c:pt>
                <c:pt idx="21602">
                  <c:v>6.0972299999999997</c:v>
                </c:pt>
                <c:pt idx="21603">
                  <c:v>6.0975299999999999</c:v>
                </c:pt>
                <c:pt idx="21604">
                  <c:v>6.0978399999999997</c:v>
                </c:pt>
                <c:pt idx="21605">
                  <c:v>6.0981500000000004</c:v>
                </c:pt>
                <c:pt idx="21606">
                  <c:v>6.0984499999999997</c:v>
                </c:pt>
                <c:pt idx="21607">
                  <c:v>6.0987600000000004</c:v>
                </c:pt>
                <c:pt idx="21608">
                  <c:v>6.0990599999999997</c:v>
                </c:pt>
                <c:pt idx="21609">
                  <c:v>6.0993700000000004</c:v>
                </c:pt>
                <c:pt idx="21610">
                  <c:v>6.0996699999999997</c:v>
                </c:pt>
                <c:pt idx="21611">
                  <c:v>6.0999800000000004</c:v>
                </c:pt>
                <c:pt idx="21612">
                  <c:v>6.1002799999999997</c:v>
                </c:pt>
                <c:pt idx="21613">
                  <c:v>6.1005900000000004</c:v>
                </c:pt>
                <c:pt idx="21614">
                  <c:v>6.1008899999999997</c:v>
                </c:pt>
                <c:pt idx="21615">
                  <c:v>6.1012000000000004</c:v>
                </c:pt>
                <c:pt idx="21616">
                  <c:v>6.1014999999999997</c:v>
                </c:pt>
                <c:pt idx="21617">
                  <c:v>6.1018100000000004</c:v>
                </c:pt>
                <c:pt idx="21618">
                  <c:v>6.1021200000000002</c:v>
                </c:pt>
                <c:pt idx="21619">
                  <c:v>6.1024200000000004</c:v>
                </c:pt>
                <c:pt idx="21620">
                  <c:v>6.1027300000000002</c:v>
                </c:pt>
                <c:pt idx="21621">
                  <c:v>6.1030300000000004</c:v>
                </c:pt>
                <c:pt idx="21622">
                  <c:v>6.1033400000000002</c:v>
                </c:pt>
                <c:pt idx="21623">
                  <c:v>6.1036400000000004</c:v>
                </c:pt>
                <c:pt idx="21624">
                  <c:v>6.1039500000000002</c:v>
                </c:pt>
                <c:pt idx="21625">
                  <c:v>6.1042500000000004</c:v>
                </c:pt>
                <c:pt idx="21626">
                  <c:v>6.1045600000000002</c:v>
                </c:pt>
                <c:pt idx="21627">
                  <c:v>6.1048600000000004</c:v>
                </c:pt>
                <c:pt idx="21628">
                  <c:v>6.1051700000000002</c:v>
                </c:pt>
                <c:pt idx="21629">
                  <c:v>6.1054700000000004</c:v>
                </c:pt>
                <c:pt idx="21630">
                  <c:v>6.1057800000000002</c:v>
                </c:pt>
                <c:pt idx="21631">
                  <c:v>6.10609</c:v>
                </c:pt>
                <c:pt idx="21632">
                  <c:v>6.1063900000000002</c:v>
                </c:pt>
                <c:pt idx="21633">
                  <c:v>6.1067</c:v>
                </c:pt>
                <c:pt idx="21634">
                  <c:v>6.1070000000000002</c:v>
                </c:pt>
                <c:pt idx="21635">
                  <c:v>6.10731</c:v>
                </c:pt>
                <c:pt idx="21636">
                  <c:v>6.1076100000000002</c:v>
                </c:pt>
                <c:pt idx="21637">
                  <c:v>6.10792</c:v>
                </c:pt>
                <c:pt idx="21638">
                  <c:v>6.1082200000000002</c:v>
                </c:pt>
                <c:pt idx="21639">
                  <c:v>6.10853</c:v>
                </c:pt>
                <c:pt idx="21640">
                  <c:v>6.1088300000000002</c:v>
                </c:pt>
                <c:pt idx="21641">
                  <c:v>6.10914</c:v>
                </c:pt>
                <c:pt idx="21642">
                  <c:v>6.1094400000000002</c:v>
                </c:pt>
                <c:pt idx="21643">
                  <c:v>6.10975</c:v>
                </c:pt>
                <c:pt idx="21644">
                  <c:v>6.1100599999999998</c:v>
                </c:pt>
                <c:pt idx="21645">
                  <c:v>6.11036</c:v>
                </c:pt>
                <c:pt idx="21646">
                  <c:v>6.1106699999999998</c:v>
                </c:pt>
                <c:pt idx="21647">
                  <c:v>6.11097</c:v>
                </c:pt>
                <c:pt idx="21648">
                  <c:v>6.1112799999999998</c:v>
                </c:pt>
                <c:pt idx="21649">
                  <c:v>6.11158</c:v>
                </c:pt>
                <c:pt idx="21650">
                  <c:v>6.1118899999999998</c:v>
                </c:pt>
                <c:pt idx="21651">
                  <c:v>6.11219</c:v>
                </c:pt>
                <c:pt idx="21652">
                  <c:v>6.1124999999999998</c:v>
                </c:pt>
                <c:pt idx="21653">
                  <c:v>6.1128</c:v>
                </c:pt>
                <c:pt idx="21654">
                  <c:v>6.1131099999999998</c:v>
                </c:pt>
                <c:pt idx="21655">
                  <c:v>6.1134199999999996</c:v>
                </c:pt>
                <c:pt idx="21656">
                  <c:v>6.1137199999999998</c:v>
                </c:pt>
                <c:pt idx="21657">
                  <c:v>6.1140299999999996</c:v>
                </c:pt>
                <c:pt idx="21658">
                  <c:v>6.1143299999999998</c:v>
                </c:pt>
                <c:pt idx="21659">
                  <c:v>6.1146399999999996</c:v>
                </c:pt>
                <c:pt idx="21660">
                  <c:v>6.1149399999999998</c:v>
                </c:pt>
                <c:pt idx="21661">
                  <c:v>6.1152499999999996</c:v>
                </c:pt>
                <c:pt idx="21662">
                  <c:v>6.1155499999999998</c:v>
                </c:pt>
                <c:pt idx="21663">
                  <c:v>6.1158599999999996</c:v>
                </c:pt>
                <c:pt idx="21664">
                  <c:v>6.1161599999999998</c:v>
                </c:pt>
                <c:pt idx="21665">
                  <c:v>6.1164699999999996</c:v>
                </c:pt>
                <c:pt idx="21666">
                  <c:v>6.1167699999999998</c:v>
                </c:pt>
                <c:pt idx="21667">
                  <c:v>6.1170799999999996</c:v>
                </c:pt>
                <c:pt idx="21668">
                  <c:v>6.1173900000000003</c:v>
                </c:pt>
                <c:pt idx="21669">
                  <c:v>6.1176899999999996</c:v>
                </c:pt>
                <c:pt idx="21670">
                  <c:v>6.1180000000000003</c:v>
                </c:pt>
                <c:pt idx="21671">
                  <c:v>6.1182999999999996</c:v>
                </c:pt>
                <c:pt idx="21672">
                  <c:v>6.1186100000000003</c:v>
                </c:pt>
                <c:pt idx="21673">
                  <c:v>6.1189099999999996</c:v>
                </c:pt>
                <c:pt idx="21674">
                  <c:v>6.1192200000000003</c:v>
                </c:pt>
                <c:pt idx="21675">
                  <c:v>6.1195199999999996</c:v>
                </c:pt>
                <c:pt idx="21676">
                  <c:v>6.1198300000000003</c:v>
                </c:pt>
                <c:pt idx="21677">
                  <c:v>6.1201299999999996</c:v>
                </c:pt>
                <c:pt idx="21678">
                  <c:v>6.1204400000000003</c:v>
                </c:pt>
                <c:pt idx="21679">
                  <c:v>6.1207399999999996</c:v>
                </c:pt>
                <c:pt idx="21680">
                  <c:v>6.1210500000000003</c:v>
                </c:pt>
                <c:pt idx="21681">
                  <c:v>6.1213600000000001</c:v>
                </c:pt>
                <c:pt idx="21682">
                  <c:v>6.1216600000000003</c:v>
                </c:pt>
                <c:pt idx="21683">
                  <c:v>6.1219700000000001</c:v>
                </c:pt>
                <c:pt idx="21684">
                  <c:v>6.1222700000000003</c:v>
                </c:pt>
                <c:pt idx="21685">
                  <c:v>6.1225800000000001</c:v>
                </c:pt>
                <c:pt idx="21686">
                  <c:v>6.1228800000000003</c:v>
                </c:pt>
                <c:pt idx="21687">
                  <c:v>6.1231900000000001</c:v>
                </c:pt>
                <c:pt idx="21688">
                  <c:v>6.1234900000000003</c:v>
                </c:pt>
                <c:pt idx="21689">
                  <c:v>6.1238000000000001</c:v>
                </c:pt>
                <c:pt idx="21690">
                  <c:v>6.1241000000000003</c:v>
                </c:pt>
                <c:pt idx="21691">
                  <c:v>6.1244100000000001</c:v>
                </c:pt>
                <c:pt idx="21692">
                  <c:v>6.1247100000000003</c:v>
                </c:pt>
                <c:pt idx="21693">
                  <c:v>6.1250200000000001</c:v>
                </c:pt>
                <c:pt idx="21694">
                  <c:v>6.1253299999999999</c:v>
                </c:pt>
                <c:pt idx="21695">
                  <c:v>6.1256300000000001</c:v>
                </c:pt>
                <c:pt idx="21696">
                  <c:v>6.1259399999999999</c:v>
                </c:pt>
                <c:pt idx="21697">
                  <c:v>6.1262400000000001</c:v>
                </c:pt>
                <c:pt idx="21698">
                  <c:v>6.1265499999999999</c:v>
                </c:pt>
                <c:pt idx="21699">
                  <c:v>6.1268500000000001</c:v>
                </c:pt>
                <c:pt idx="21700">
                  <c:v>6.1271599999999999</c:v>
                </c:pt>
                <c:pt idx="21701">
                  <c:v>6.1274600000000001</c:v>
                </c:pt>
                <c:pt idx="21702">
                  <c:v>6.1277699999999999</c:v>
                </c:pt>
                <c:pt idx="21703">
                  <c:v>6.1280700000000001</c:v>
                </c:pt>
                <c:pt idx="21704">
                  <c:v>6.1283799999999999</c:v>
                </c:pt>
                <c:pt idx="21705">
                  <c:v>6.1286800000000001</c:v>
                </c:pt>
                <c:pt idx="21706">
                  <c:v>6.1289899999999999</c:v>
                </c:pt>
                <c:pt idx="21707">
                  <c:v>6.1292999999999997</c:v>
                </c:pt>
                <c:pt idx="21708">
                  <c:v>6.1295999999999999</c:v>
                </c:pt>
                <c:pt idx="21709">
                  <c:v>6.1299099999999997</c:v>
                </c:pt>
                <c:pt idx="21710">
                  <c:v>6.1302099999999999</c:v>
                </c:pt>
                <c:pt idx="21711">
                  <c:v>6.1305199999999997</c:v>
                </c:pt>
                <c:pt idx="21712">
                  <c:v>6.1308199999999999</c:v>
                </c:pt>
                <c:pt idx="21713">
                  <c:v>6.1311299999999997</c:v>
                </c:pt>
                <c:pt idx="21714">
                  <c:v>6.1314299999999999</c:v>
                </c:pt>
                <c:pt idx="21715">
                  <c:v>6.1317399999999997</c:v>
                </c:pt>
                <c:pt idx="21716">
                  <c:v>6.1320399999999999</c:v>
                </c:pt>
                <c:pt idx="21717">
                  <c:v>6.1323499999999997</c:v>
                </c:pt>
                <c:pt idx="21718">
                  <c:v>6.1326599999999996</c:v>
                </c:pt>
                <c:pt idx="21719">
                  <c:v>6.1329599999999997</c:v>
                </c:pt>
                <c:pt idx="21720">
                  <c:v>6.1332700000000004</c:v>
                </c:pt>
                <c:pt idx="21721">
                  <c:v>6.1335699999999997</c:v>
                </c:pt>
                <c:pt idx="21722">
                  <c:v>6.1338800000000004</c:v>
                </c:pt>
                <c:pt idx="21723">
                  <c:v>6.1341799999999997</c:v>
                </c:pt>
                <c:pt idx="21724">
                  <c:v>6.1344900000000004</c:v>
                </c:pt>
                <c:pt idx="21725">
                  <c:v>6.1347899999999997</c:v>
                </c:pt>
                <c:pt idx="21726">
                  <c:v>6.1351000000000004</c:v>
                </c:pt>
                <c:pt idx="21727">
                  <c:v>6.1353999999999997</c:v>
                </c:pt>
                <c:pt idx="21728">
                  <c:v>6.1357100000000004</c:v>
                </c:pt>
                <c:pt idx="21729">
                  <c:v>6.1360099999999997</c:v>
                </c:pt>
                <c:pt idx="21730">
                  <c:v>6.1363200000000004</c:v>
                </c:pt>
                <c:pt idx="21731">
                  <c:v>6.1366300000000003</c:v>
                </c:pt>
                <c:pt idx="21732">
                  <c:v>6.1369300000000004</c:v>
                </c:pt>
                <c:pt idx="21733">
                  <c:v>6.1372400000000003</c:v>
                </c:pt>
                <c:pt idx="21734">
                  <c:v>6.1375400000000004</c:v>
                </c:pt>
                <c:pt idx="21735">
                  <c:v>6.1378500000000003</c:v>
                </c:pt>
                <c:pt idx="21736">
                  <c:v>6.1381500000000004</c:v>
                </c:pt>
                <c:pt idx="21737">
                  <c:v>6.1384600000000002</c:v>
                </c:pt>
                <c:pt idx="21738">
                  <c:v>6.1387600000000004</c:v>
                </c:pt>
                <c:pt idx="21739">
                  <c:v>6.1390700000000002</c:v>
                </c:pt>
                <c:pt idx="21740">
                  <c:v>6.1393700000000004</c:v>
                </c:pt>
                <c:pt idx="21741">
                  <c:v>6.1396800000000002</c:v>
                </c:pt>
                <c:pt idx="21742">
                  <c:v>6.1399800000000004</c:v>
                </c:pt>
                <c:pt idx="21743">
                  <c:v>6.1402900000000002</c:v>
                </c:pt>
                <c:pt idx="21744">
                  <c:v>6.1406000000000001</c:v>
                </c:pt>
                <c:pt idx="21745">
                  <c:v>6.1409000000000002</c:v>
                </c:pt>
                <c:pt idx="21746">
                  <c:v>6.1412100000000001</c:v>
                </c:pt>
                <c:pt idx="21747">
                  <c:v>6.1415100000000002</c:v>
                </c:pt>
                <c:pt idx="21748">
                  <c:v>6.1418200000000001</c:v>
                </c:pt>
                <c:pt idx="21749">
                  <c:v>6.1421200000000002</c:v>
                </c:pt>
                <c:pt idx="21750">
                  <c:v>6.1424300000000001</c:v>
                </c:pt>
                <c:pt idx="21751">
                  <c:v>6.1427300000000002</c:v>
                </c:pt>
                <c:pt idx="21752">
                  <c:v>6.1430400000000001</c:v>
                </c:pt>
                <c:pt idx="21753">
                  <c:v>6.1433400000000002</c:v>
                </c:pt>
                <c:pt idx="21754">
                  <c:v>6.1436500000000001</c:v>
                </c:pt>
                <c:pt idx="21755">
                  <c:v>6.1439500000000002</c:v>
                </c:pt>
                <c:pt idx="21756">
                  <c:v>6.1442600000000001</c:v>
                </c:pt>
                <c:pt idx="21757">
                  <c:v>6.1445699999999999</c:v>
                </c:pt>
                <c:pt idx="21758">
                  <c:v>6.1448700000000001</c:v>
                </c:pt>
                <c:pt idx="21759">
                  <c:v>6.1451799999999999</c:v>
                </c:pt>
                <c:pt idx="21760">
                  <c:v>6.1454800000000001</c:v>
                </c:pt>
                <c:pt idx="21761">
                  <c:v>6.1457899999999999</c:v>
                </c:pt>
                <c:pt idx="21762">
                  <c:v>6.1460900000000001</c:v>
                </c:pt>
                <c:pt idx="21763">
                  <c:v>6.1463999999999999</c:v>
                </c:pt>
                <c:pt idx="21764">
                  <c:v>6.1467000000000001</c:v>
                </c:pt>
                <c:pt idx="21765">
                  <c:v>6.1470099999999999</c:v>
                </c:pt>
                <c:pt idx="21766">
                  <c:v>6.1473100000000001</c:v>
                </c:pt>
                <c:pt idx="21767">
                  <c:v>6.1476199999999999</c:v>
                </c:pt>
                <c:pt idx="21768">
                  <c:v>6.1479200000000001</c:v>
                </c:pt>
                <c:pt idx="21769">
                  <c:v>6.1482299999999999</c:v>
                </c:pt>
                <c:pt idx="21770">
                  <c:v>6.1485399999999997</c:v>
                </c:pt>
                <c:pt idx="21771">
                  <c:v>6.1488399999999999</c:v>
                </c:pt>
                <c:pt idx="21772">
                  <c:v>6.1491499999999997</c:v>
                </c:pt>
                <c:pt idx="21773">
                  <c:v>6.1494499999999999</c:v>
                </c:pt>
                <c:pt idx="21774">
                  <c:v>6.1497599999999997</c:v>
                </c:pt>
                <c:pt idx="21775">
                  <c:v>6.1500599999999999</c:v>
                </c:pt>
                <c:pt idx="21776">
                  <c:v>6.1503699999999997</c:v>
                </c:pt>
                <c:pt idx="21777">
                  <c:v>6.1506699999999999</c:v>
                </c:pt>
                <c:pt idx="21778">
                  <c:v>6.1509799999999997</c:v>
                </c:pt>
                <c:pt idx="21779">
                  <c:v>6.1512799999999999</c:v>
                </c:pt>
                <c:pt idx="21780">
                  <c:v>6.1515899999999997</c:v>
                </c:pt>
                <c:pt idx="21781">
                  <c:v>6.1519000000000004</c:v>
                </c:pt>
                <c:pt idx="21782">
                  <c:v>6.1521999999999997</c:v>
                </c:pt>
                <c:pt idx="21783">
                  <c:v>6.1525100000000004</c:v>
                </c:pt>
                <c:pt idx="21784">
                  <c:v>6.1528099999999997</c:v>
                </c:pt>
                <c:pt idx="21785">
                  <c:v>6.1531200000000004</c:v>
                </c:pt>
                <c:pt idx="21786">
                  <c:v>6.1534199999999997</c:v>
                </c:pt>
                <c:pt idx="21787">
                  <c:v>6.1537300000000004</c:v>
                </c:pt>
                <c:pt idx="21788">
                  <c:v>6.1540299999999997</c:v>
                </c:pt>
                <c:pt idx="21789">
                  <c:v>6.1543400000000004</c:v>
                </c:pt>
                <c:pt idx="21790">
                  <c:v>6.1546399999999997</c:v>
                </c:pt>
                <c:pt idx="21791">
                  <c:v>6.1549500000000004</c:v>
                </c:pt>
                <c:pt idx="21792">
                  <c:v>6.1552499999999997</c:v>
                </c:pt>
                <c:pt idx="21793">
                  <c:v>6.1555600000000004</c:v>
                </c:pt>
                <c:pt idx="21794">
                  <c:v>6.1558700000000002</c:v>
                </c:pt>
                <c:pt idx="21795">
                  <c:v>6.1561700000000004</c:v>
                </c:pt>
                <c:pt idx="21796">
                  <c:v>6.1564800000000002</c:v>
                </c:pt>
                <c:pt idx="21797">
                  <c:v>6.1567800000000004</c:v>
                </c:pt>
                <c:pt idx="21798">
                  <c:v>6.1570900000000002</c:v>
                </c:pt>
                <c:pt idx="21799">
                  <c:v>6.1573900000000004</c:v>
                </c:pt>
                <c:pt idx="21800">
                  <c:v>6.1577000000000002</c:v>
                </c:pt>
                <c:pt idx="21801">
                  <c:v>6.1580000000000004</c:v>
                </c:pt>
                <c:pt idx="21802">
                  <c:v>6.1583100000000002</c:v>
                </c:pt>
                <c:pt idx="21803">
                  <c:v>6.1586100000000004</c:v>
                </c:pt>
                <c:pt idx="21804">
                  <c:v>6.1589200000000002</c:v>
                </c:pt>
                <c:pt idx="21805">
                  <c:v>6.1592200000000004</c:v>
                </c:pt>
                <c:pt idx="21806">
                  <c:v>6.1595300000000002</c:v>
                </c:pt>
                <c:pt idx="21807">
                  <c:v>6.15984</c:v>
                </c:pt>
                <c:pt idx="21808">
                  <c:v>6.1601400000000002</c:v>
                </c:pt>
                <c:pt idx="21809">
                  <c:v>6.16045</c:v>
                </c:pt>
                <c:pt idx="21810">
                  <c:v>6.1607500000000002</c:v>
                </c:pt>
                <c:pt idx="21811">
                  <c:v>6.16106</c:v>
                </c:pt>
                <c:pt idx="21812">
                  <c:v>6.1613600000000002</c:v>
                </c:pt>
                <c:pt idx="21813">
                  <c:v>6.16167</c:v>
                </c:pt>
                <c:pt idx="21814">
                  <c:v>6.1619700000000002</c:v>
                </c:pt>
                <c:pt idx="21815">
                  <c:v>6.16228</c:v>
                </c:pt>
                <c:pt idx="21816">
                  <c:v>6.1625800000000002</c:v>
                </c:pt>
                <c:pt idx="21817">
                  <c:v>6.16289</c:v>
                </c:pt>
                <c:pt idx="21818">
                  <c:v>6.1631900000000002</c:v>
                </c:pt>
                <c:pt idx="21819">
                  <c:v>6.1635</c:v>
                </c:pt>
                <c:pt idx="21820">
                  <c:v>6.1638099999999998</c:v>
                </c:pt>
                <c:pt idx="21821">
                  <c:v>6.16411</c:v>
                </c:pt>
                <c:pt idx="21822">
                  <c:v>6.1644199999999998</c:v>
                </c:pt>
                <c:pt idx="21823">
                  <c:v>6.16472</c:v>
                </c:pt>
                <c:pt idx="21824">
                  <c:v>6.1650299999999998</c:v>
                </c:pt>
                <c:pt idx="21825">
                  <c:v>6.16533</c:v>
                </c:pt>
                <c:pt idx="21826">
                  <c:v>6.1656399999999998</c:v>
                </c:pt>
                <c:pt idx="21827">
                  <c:v>6.16594</c:v>
                </c:pt>
                <c:pt idx="21828">
                  <c:v>6.1662499999999998</c:v>
                </c:pt>
                <c:pt idx="21829">
                  <c:v>6.16655</c:v>
                </c:pt>
                <c:pt idx="21830">
                  <c:v>6.1668599999999998</c:v>
                </c:pt>
                <c:pt idx="21831">
                  <c:v>6.16716</c:v>
                </c:pt>
                <c:pt idx="21832">
                  <c:v>6.1674699999999998</c:v>
                </c:pt>
                <c:pt idx="21833">
                  <c:v>6.1677799999999996</c:v>
                </c:pt>
                <c:pt idx="21834">
                  <c:v>6.1680799999999998</c:v>
                </c:pt>
                <c:pt idx="21835">
                  <c:v>6.1683899999999996</c:v>
                </c:pt>
                <c:pt idx="21836">
                  <c:v>6.1686899999999998</c:v>
                </c:pt>
                <c:pt idx="21837">
                  <c:v>6.1689999999999996</c:v>
                </c:pt>
                <c:pt idx="21838">
                  <c:v>6.1692999999999998</c:v>
                </c:pt>
                <c:pt idx="21839">
                  <c:v>6.1696099999999996</c:v>
                </c:pt>
                <c:pt idx="21840">
                  <c:v>6.1699099999999998</c:v>
                </c:pt>
                <c:pt idx="21841">
                  <c:v>6.1702199999999996</c:v>
                </c:pt>
                <c:pt idx="21842">
                  <c:v>6.1705199999999998</c:v>
                </c:pt>
                <c:pt idx="21843">
                  <c:v>6.1708299999999996</c:v>
                </c:pt>
                <c:pt idx="21844">
                  <c:v>6.1711400000000003</c:v>
                </c:pt>
                <c:pt idx="21845">
                  <c:v>6.1714399999999996</c:v>
                </c:pt>
                <c:pt idx="21846">
                  <c:v>6.1717500000000003</c:v>
                </c:pt>
                <c:pt idx="21847">
                  <c:v>6.1720499999999996</c:v>
                </c:pt>
                <c:pt idx="21848">
                  <c:v>6.1723600000000003</c:v>
                </c:pt>
                <c:pt idx="21849">
                  <c:v>6.1726599999999996</c:v>
                </c:pt>
                <c:pt idx="21850">
                  <c:v>6.1729700000000003</c:v>
                </c:pt>
                <c:pt idx="21851">
                  <c:v>6.1732699999999996</c:v>
                </c:pt>
                <c:pt idx="21852">
                  <c:v>6.1735800000000003</c:v>
                </c:pt>
                <c:pt idx="21853">
                  <c:v>6.1738799999999996</c:v>
                </c:pt>
                <c:pt idx="21854">
                  <c:v>6.1741900000000003</c:v>
                </c:pt>
                <c:pt idx="21855">
                  <c:v>6.1744899999999996</c:v>
                </c:pt>
                <c:pt idx="21856">
                  <c:v>6.1748000000000003</c:v>
                </c:pt>
                <c:pt idx="21857">
                  <c:v>6.1751100000000001</c:v>
                </c:pt>
                <c:pt idx="21858">
                  <c:v>6.1754100000000003</c:v>
                </c:pt>
                <c:pt idx="21859">
                  <c:v>6.1757200000000001</c:v>
                </c:pt>
                <c:pt idx="21860">
                  <c:v>6.1760200000000003</c:v>
                </c:pt>
                <c:pt idx="21861">
                  <c:v>6.1763300000000001</c:v>
                </c:pt>
                <c:pt idx="21862">
                  <c:v>6.1766300000000003</c:v>
                </c:pt>
                <c:pt idx="21863">
                  <c:v>6.1769400000000001</c:v>
                </c:pt>
                <c:pt idx="21864">
                  <c:v>6.1772400000000003</c:v>
                </c:pt>
                <c:pt idx="21865">
                  <c:v>6.1775500000000001</c:v>
                </c:pt>
                <c:pt idx="21866">
                  <c:v>6.1778500000000003</c:v>
                </c:pt>
                <c:pt idx="21867">
                  <c:v>6.1781600000000001</c:v>
                </c:pt>
                <c:pt idx="21868">
                  <c:v>6.1784600000000003</c:v>
                </c:pt>
                <c:pt idx="21869">
                  <c:v>6.1787700000000001</c:v>
                </c:pt>
                <c:pt idx="21870">
                  <c:v>6.1790799999999999</c:v>
                </c:pt>
                <c:pt idx="21871">
                  <c:v>6.1793800000000001</c:v>
                </c:pt>
                <c:pt idx="21872">
                  <c:v>6.1796899999999999</c:v>
                </c:pt>
                <c:pt idx="21873">
                  <c:v>6.1799900000000001</c:v>
                </c:pt>
                <c:pt idx="21874">
                  <c:v>6.1802999999999999</c:v>
                </c:pt>
                <c:pt idx="21875">
                  <c:v>6.1806000000000001</c:v>
                </c:pt>
                <c:pt idx="21876">
                  <c:v>6.1809099999999999</c:v>
                </c:pt>
                <c:pt idx="21877">
                  <c:v>6.1812100000000001</c:v>
                </c:pt>
                <c:pt idx="21878">
                  <c:v>6.1815199999999999</c:v>
                </c:pt>
                <c:pt idx="21879">
                  <c:v>6.1818200000000001</c:v>
                </c:pt>
                <c:pt idx="21880">
                  <c:v>6.1821299999999999</c:v>
                </c:pt>
                <c:pt idx="21881">
                  <c:v>6.1824300000000001</c:v>
                </c:pt>
                <c:pt idx="21882">
                  <c:v>6.1827399999999999</c:v>
                </c:pt>
                <c:pt idx="21883">
                  <c:v>6.1830499999999997</c:v>
                </c:pt>
                <c:pt idx="21884">
                  <c:v>6.1833499999999999</c:v>
                </c:pt>
                <c:pt idx="21885">
                  <c:v>6.1836599999999997</c:v>
                </c:pt>
                <c:pt idx="21886">
                  <c:v>6.1839599999999999</c:v>
                </c:pt>
                <c:pt idx="21887">
                  <c:v>6.1842699999999997</c:v>
                </c:pt>
                <c:pt idx="21888">
                  <c:v>6.1845699999999999</c:v>
                </c:pt>
                <c:pt idx="21889">
                  <c:v>6.1848799999999997</c:v>
                </c:pt>
                <c:pt idx="21890">
                  <c:v>6.1851799999999999</c:v>
                </c:pt>
                <c:pt idx="21891">
                  <c:v>6.1854899999999997</c:v>
                </c:pt>
                <c:pt idx="21892">
                  <c:v>6.1857899999999999</c:v>
                </c:pt>
                <c:pt idx="21893">
                  <c:v>6.1860999999999997</c:v>
                </c:pt>
                <c:pt idx="21894">
                  <c:v>6.1864100000000004</c:v>
                </c:pt>
                <c:pt idx="21895">
                  <c:v>6.1867099999999997</c:v>
                </c:pt>
                <c:pt idx="21896">
                  <c:v>6.1870200000000004</c:v>
                </c:pt>
                <c:pt idx="21897">
                  <c:v>6.1873199999999997</c:v>
                </c:pt>
                <c:pt idx="21898">
                  <c:v>6.1876300000000004</c:v>
                </c:pt>
                <c:pt idx="21899">
                  <c:v>6.1879299999999997</c:v>
                </c:pt>
                <c:pt idx="21900">
                  <c:v>6.1882400000000004</c:v>
                </c:pt>
                <c:pt idx="21901">
                  <c:v>6.1885399999999997</c:v>
                </c:pt>
                <c:pt idx="21902">
                  <c:v>6.1888500000000004</c:v>
                </c:pt>
                <c:pt idx="21903">
                  <c:v>6.1891499999999997</c:v>
                </c:pt>
                <c:pt idx="21904">
                  <c:v>6.1894600000000004</c:v>
                </c:pt>
                <c:pt idx="21905">
                  <c:v>6.1897599999999997</c:v>
                </c:pt>
                <c:pt idx="21906">
                  <c:v>6.1900700000000004</c:v>
                </c:pt>
                <c:pt idx="21907">
                  <c:v>6.1903800000000002</c:v>
                </c:pt>
                <c:pt idx="21908">
                  <c:v>6.1906800000000004</c:v>
                </c:pt>
                <c:pt idx="21909">
                  <c:v>6.1909900000000002</c:v>
                </c:pt>
                <c:pt idx="21910">
                  <c:v>6.1912900000000004</c:v>
                </c:pt>
                <c:pt idx="21911">
                  <c:v>6.1916000000000002</c:v>
                </c:pt>
                <c:pt idx="21912">
                  <c:v>6.1919000000000004</c:v>
                </c:pt>
                <c:pt idx="21913">
                  <c:v>6.1922100000000002</c:v>
                </c:pt>
                <c:pt idx="21914">
                  <c:v>6.1925100000000004</c:v>
                </c:pt>
                <c:pt idx="21915">
                  <c:v>6.1928200000000002</c:v>
                </c:pt>
                <c:pt idx="21916">
                  <c:v>6.1931200000000004</c:v>
                </c:pt>
                <c:pt idx="21917">
                  <c:v>6.1934300000000002</c:v>
                </c:pt>
                <c:pt idx="21918">
                  <c:v>6.1937300000000004</c:v>
                </c:pt>
                <c:pt idx="21919">
                  <c:v>6.1940400000000002</c:v>
                </c:pt>
                <c:pt idx="21920">
                  <c:v>6.19435</c:v>
                </c:pt>
                <c:pt idx="21921">
                  <c:v>6.1946500000000002</c:v>
                </c:pt>
                <c:pt idx="21922">
                  <c:v>6.19496</c:v>
                </c:pt>
                <c:pt idx="21923">
                  <c:v>6.1952600000000002</c:v>
                </c:pt>
                <c:pt idx="21924">
                  <c:v>6.19557</c:v>
                </c:pt>
                <c:pt idx="21925">
                  <c:v>6.1958700000000002</c:v>
                </c:pt>
                <c:pt idx="21926">
                  <c:v>6.19618</c:v>
                </c:pt>
                <c:pt idx="21927">
                  <c:v>6.1964800000000002</c:v>
                </c:pt>
                <c:pt idx="21928">
                  <c:v>6.19679</c:v>
                </c:pt>
                <c:pt idx="21929">
                  <c:v>6.1970900000000002</c:v>
                </c:pt>
                <c:pt idx="21930">
                  <c:v>6.1974</c:v>
                </c:pt>
                <c:pt idx="21931">
                  <c:v>6.1977000000000002</c:v>
                </c:pt>
                <c:pt idx="21932">
                  <c:v>6.19801</c:v>
                </c:pt>
                <c:pt idx="21933">
                  <c:v>6.1983199999999998</c:v>
                </c:pt>
                <c:pt idx="21934">
                  <c:v>6.19862</c:v>
                </c:pt>
                <c:pt idx="21935">
                  <c:v>6.1989299999999998</c:v>
                </c:pt>
                <c:pt idx="21936">
                  <c:v>6.19923</c:v>
                </c:pt>
                <c:pt idx="21937">
                  <c:v>6.1995399999999998</c:v>
                </c:pt>
                <c:pt idx="21938">
                  <c:v>6.19984</c:v>
                </c:pt>
                <c:pt idx="21939">
                  <c:v>6.2001499999999998</c:v>
                </c:pt>
                <c:pt idx="21940">
                  <c:v>6.20045</c:v>
                </c:pt>
                <c:pt idx="21941">
                  <c:v>6.2007599999999998</c:v>
                </c:pt>
                <c:pt idx="21942">
                  <c:v>6.20106</c:v>
                </c:pt>
                <c:pt idx="21943">
                  <c:v>6.2013699999999998</c:v>
                </c:pt>
                <c:pt idx="21944">
                  <c:v>6.20167</c:v>
                </c:pt>
                <c:pt idx="21945">
                  <c:v>6.2019799999999998</c:v>
                </c:pt>
                <c:pt idx="21946">
                  <c:v>6.2022899999999996</c:v>
                </c:pt>
                <c:pt idx="21947">
                  <c:v>6.2025899999999998</c:v>
                </c:pt>
                <c:pt idx="21948">
                  <c:v>6.2028999999999996</c:v>
                </c:pt>
                <c:pt idx="21949">
                  <c:v>6.2031999999999998</c:v>
                </c:pt>
                <c:pt idx="21950">
                  <c:v>6.2035099999999996</c:v>
                </c:pt>
                <c:pt idx="21951">
                  <c:v>6.2038099999999998</c:v>
                </c:pt>
                <c:pt idx="21952">
                  <c:v>6.2041199999999996</c:v>
                </c:pt>
                <c:pt idx="21953">
                  <c:v>6.2044199999999998</c:v>
                </c:pt>
                <c:pt idx="21954">
                  <c:v>6.2047299999999996</c:v>
                </c:pt>
                <c:pt idx="21955">
                  <c:v>6.2050299999999998</c:v>
                </c:pt>
                <c:pt idx="21956">
                  <c:v>6.2053399999999996</c:v>
                </c:pt>
                <c:pt idx="21957">
                  <c:v>6.2056500000000003</c:v>
                </c:pt>
                <c:pt idx="21958">
                  <c:v>6.2059499999999996</c:v>
                </c:pt>
                <c:pt idx="21959">
                  <c:v>6.2062600000000003</c:v>
                </c:pt>
                <c:pt idx="21960">
                  <c:v>6.2065599999999996</c:v>
                </c:pt>
                <c:pt idx="21961">
                  <c:v>6.2068700000000003</c:v>
                </c:pt>
                <c:pt idx="21962">
                  <c:v>6.2071699999999996</c:v>
                </c:pt>
                <c:pt idx="21963">
                  <c:v>6.2074800000000003</c:v>
                </c:pt>
                <c:pt idx="21964">
                  <c:v>6.2077799999999996</c:v>
                </c:pt>
                <c:pt idx="21965">
                  <c:v>6.2080900000000003</c:v>
                </c:pt>
                <c:pt idx="21966">
                  <c:v>6.2083899999999996</c:v>
                </c:pt>
                <c:pt idx="21967">
                  <c:v>6.2087000000000003</c:v>
                </c:pt>
                <c:pt idx="21968">
                  <c:v>6.2089999999999996</c:v>
                </c:pt>
                <c:pt idx="21969">
                  <c:v>6.2093100000000003</c:v>
                </c:pt>
                <c:pt idx="21970">
                  <c:v>6.2096200000000001</c:v>
                </c:pt>
                <c:pt idx="21971">
                  <c:v>6.2099200000000003</c:v>
                </c:pt>
                <c:pt idx="21972">
                  <c:v>6.2102300000000001</c:v>
                </c:pt>
                <c:pt idx="21973">
                  <c:v>6.2105300000000003</c:v>
                </c:pt>
                <c:pt idx="21974">
                  <c:v>6.2108400000000001</c:v>
                </c:pt>
                <c:pt idx="21975">
                  <c:v>6.2111400000000003</c:v>
                </c:pt>
                <c:pt idx="21976">
                  <c:v>6.2114500000000001</c:v>
                </c:pt>
                <c:pt idx="21977">
                  <c:v>6.2117500000000003</c:v>
                </c:pt>
                <c:pt idx="21978">
                  <c:v>6.2120600000000001</c:v>
                </c:pt>
                <c:pt idx="21979">
                  <c:v>6.2123600000000003</c:v>
                </c:pt>
                <c:pt idx="21980">
                  <c:v>6.2126700000000001</c:v>
                </c:pt>
                <c:pt idx="21981">
                  <c:v>6.2129700000000003</c:v>
                </c:pt>
                <c:pt idx="21982">
                  <c:v>6.2132800000000001</c:v>
                </c:pt>
                <c:pt idx="21983">
                  <c:v>6.2135899999999999</c:v>
                </c:pt>
                <c:pt idx="21984">
                  <c:v>6.2138900000000001</c:v>
                </c:pt>
                <c:pt idx="21985">
                  <c:v>6.2141999999999999</c:v>
                </c:pt>
                <c:pt idx="21986">
                  <c:v>6.2145000000000001</c:v>
                </c:pt>
                <c:pt idx="21987">
                  <c:v>6.2148099999999999</c:v>
                </c:pt>
                <c:pt idx="21988">
                  <c:v>6.2151100000000001</c:v>
                </c:pt>
                <c:pt idx="21989">
                  <c:v>6.2154199999999999</c:v>
                </c:pt>
                <c:pt idx="21990">
                  <c:v>6.2157200000000001</c:v>
                </c:pt>
                <c:pt idx="21991">
                  <c:v>6.2160299999999999</c:v>
                </c:pt>
                <c:pt idx="21992">
                  <c:v>6.2163300000000001</c:v>
                </c:pt>
                <c:pt idx="21993">
                  <c:v>6.2166399999999999</c:v>
                </c:pt>
                <c:pt idx="21994">
                  <c:v>6.2169400000000001</c:v>
                </c:pt>
                <c:pt idx="21995">
                  <c:v>6.2172499999999999</c:v>
                </c:pt>
                <c:pt idx="21996">
                  <c:v>6.2175599999999998</c:v>
                </c:pt>
                <c:pt idx="21997">
                  <c:v>6.2178599999999999</c:v>
                </c:pt>
                <c:pt idx="21998">
                  <c:v>6.2181699999999998</c:v>
                </c:pt>
                <c:pt idx="21999">
                  <c:v>6.2184699999999999</c:v>
                </c:pt>
                <c:pt idx="22000">
                  <c:v>6.2187799999999998</c:v>
                </c:pt>
                <c:pt idx="22001">
                  <c:v>6.2190799999999999</c:v>
                </c:pt>
                <c:pt idx="22002">
                  <c:v>6.2193899999999998</c:v>
                </c:pt>
                <c:pt idx="22003">
                  <c:v>6.2196899999999999</c:v>
                </c:pt>
                <c:pt idx="22004">
                  <c:v>6.22</c:v>
                </c:pt>
                <c:pt idx="22005">
                  <c:v>6.2202999999999999</c:v>
                </c:pt>
                <c:pt idx="22006">
                  <c:v>6.2206099999999998</c:v>
                </c:pt>
                <c:pt idx="22007">
                  <c:v>6.2209099999999999</c:v>
                </c:pt>
                <c:pt idx="22008">
                  <c:v>6.2212199999999998</c:v>
                </c:pt>
                <c:pt idx="22009">
                  <c:v>6.2215299999999996</c:v>
                </c:pt>
                <c:pt idx="22010">
                  <c:v>6.2218299999999997</c:v>
                </c:pt>
                <c:pt idx="22011">
                  <c:v>6.2221399999999996</c:v>
                </c:pt>
                <c:pt idx="22012">
                  <c:v>6.2224399999999997</c:v>
                </c:pt>
                <c:pt idx="22013">
                  <c:v>6.2227499999999996</c:v>
                </c:pt>
                <c:pt idx="22014">
                  <c:v>6.2230499999999997</c:v>
                </c:pt>
                <c:pt idx="22015">
                  <c:v>6.2233599999999996</c:v>
                </c:pt>
                <c:pt idx="22016">
                  <c:v>6.2236599999999997</c:v>
                </c:pt>
                <c:pt idx="22017">
                  <c:v>6.2239699999999996</c:v>
                </c:pt>
                <c:pt idx="22018">
                  <c:v>6.2242699999999997</c:v>
                </c:pt>
                <c:pt idx="22019">
                  <c:v>6.2245799999999996</c:v>
                </c:pt>
                <c:pt idx="22020">
                  <c:v>6.2248900000000003</c:v>
                </c:pt>
                <c:pt idx="22021">
                  <c:v>6.2251899999999996</c:v>
                </c:pt>
                <c:pt idx="22022">
                  <c:v>6.2255000000000003</c:v>
                </c:pt>
                <c:pt idx="22023">
                  <c:v>6.2257999999999996</c:v>
                </c:pt>
                <c:pt idx="22024">
                  <c:v>6.2261100000000003</c:v>
                </c:pt>
                <c:pt idx="22025">
                  <c:v>6.2264099999999996</c:v>
                </c:pt>
                <c:pt idx="22026">
                  <c:v>6.2267200000000003</c:v>
                </c:pt>
                <c:pt idx="22027">
                  <c:v>6.2270200000000004</c:v>
                </c:pt>
                <c:pt idx="22028">
                  <c:v>6.2273300000000003</c:v>
                </c:pt>
                <c:pt idx="22029">
                  <c:v>6.2276300000000004</c:v>
                </c:pt>
                <c:pt idx="22030">
                  <c:v>6.2279400000000003</c:v>
                </c:pt>
                <c:pt idx="22031">
                  <c:v>6.2282400000000004</c:v>
                </c:pt>
                <c:pt idx="22032">
                  <c:v>6.2285500000000003</c:v>
                </c:pt>
                <c:pt idx="22033">
                  <c:v>6.2288600000000001</c:v>
                </c:pt>
                <c:pt idx="22034">
                  <c:v>6.2291600000000003</c:v>
                </c:pt>
                <c:pt idx="22035">
                  <c:v>6.2294700000000001</c:v>
                </c:pt>
                <c:pt idx="22036">
                  <c:v>6.2297700000000003</c:v>
                </c:pt>
                <c:pt idx="22037">
                  <c:v>6.2300800000000001</c:v>
                </c:pt>
                <c:pt idx="22038">
                  <c:v>6.2303800000000003</c:v>
                </c:pt>
                <c:pt idx="22039">
                  <c:v>6.2306900000000001</c:v>
                </c:pt>
                <c:pt idx="22040">
                  <c:v>6.2309900000000003</c:v>
                </c:pt>
                <c:pt idx="22041">
                  <c:v>6.2313000000000001</c:v>
                </c:pt>
                <c:pt idx="22042">
                  <c:v>6.2316000000000003</c:v>
                </c:pt>
                <c:pt idx="22043">
                  <c:v>6.2319100000000001</c:v>
                </c:pt>
                <c:pt idx="22044">
                  <c:v>6.2322100000000002</c:v>
                </c:pt>
                <c:pt idx="22045">
                  <c:v>6.2325200000000001</c:v>
                </c:pt>
                <c:pt idx="22046">
                  <c:v>6.2328299999999999</c:v>
                </c:pt>
                <c:pt idx="22047">
                  <c:v>6.2331300000000001</c:v>
                </c:pt>
                <c:pt idx="22048">
                  <c:v>6.2334399999999999</c:v>
                </c:pt>
                <c:pt idx="22049">
                  <c:v>6.2337400000000001</c:v>
                </c:pt>
                <c:pt idx="22050">
                  <c:v>6.2340499999999999</c:v>
                </c:pt>
                <c:pt idx="22051">
                  <c:v>6.2343500000000001</c:v>
                </c:pt>
                <c:pt idx="22052">
                  <c:v>6.2346599999999999</c:v>
                </c:pt>
                <c:pt idx="22053">
                  <c:v>6.2349600000000001</c:v>
                </c:pt>
                <c:pt idx="22054">
                  <c:v>6.2352699999999999</c:v>
                </c:pt>
                <c:pt idx="22055">
                  <c:v>6.2355700000000001</c:v>
                </c:pt>
                <c:pt idx="22056">
                  <c:v>6.2358799999999999</c:v>
                </c:pt>
                <c:pt idx="22057">
                  <c:v>6.2361800000000001</c:v>
                </c:pt>
                <c:pt idx="22058">
                  <c:v>6.2364899999999999</c:v>
                </c:pt>
                <c:pt idx="22059">
                  <c:v>6.2367999999999997</c:v>
                </c:pt>
                <c:pt idx="22060">
                  <c:v>6.2370999999999999</c:v>
                </c:pt>
                <c:pt idx="22061">
                  <c:v>6.2374099999999997</c:v>
                </c:pt>
                <c:pt idx="22062">
                  <c:v>6.2377099999999999</c:v>
                </c:pt>
                <c:pt idx="22063">
                  <c:v>6.2380199999999997</c:v>
                </c:pt>
                <c:pt idx="22064">
                  <c:v>6.2383199999999999</c:v>
                </c:pt>
                <c:pt idx="22065">
                  <c:v>6.2386299999999997</c:v>
                </c:pt>
                <c:pt idx="22066">
                  <c:v>6.2389299999999999</c:v>
                </c:pt>
                <c:pt idx="22067">
                  <c:v>6.2392399999999997</c:v>
                </c:pt>
                <c:pt idx="22068">
                  <c:v>6.2395399999999999</c:v>
                </c:pt>
                <c:pt idx="22069">
                  <c:v>6.2398499999999997</c:v>
                </c:pt>
                <c:pt idx="22070">
                  <c:v>6.2401600000000004</c:v>
                </c:pt>
                <c:pt idx="22071">
                  <c:v>6.2404599999999997</c:v>
                </c:pt>
                <c:pt idx="22072">
                  <c:v>6.2407700000000004</c:v>
                </c:pt>
                <c:pt idx="22073">
                  <c:v>6.2410699999999997</c:v>
                </c:pt>
                <c:pt idx="22074">
                  <c:v>6.2413800000000004</c:v>
                </c:pt>
                <c:pt idx="22075">
                  <c:v>6.2416799999999997</c:v>
                </c:pt>
                <c:pt idx="22076">
                  <c:v>6.2419900000000004</c:v>
                </c:pt>
                <c:pt idx="22077">
                  <c:v>6.2422899999999997</c:v>
                </c:pt>
                <c:pt idx="22078">
                  <c:v>6.2426000000000004</c:v>
                </c:pt>
                <c:pt idx="22079">
                  <c:v>6.2428999999999997</c:v>
                </c:pt>
                <c:pt idx="22080">
                  <c:v>6.2432100000000004</c:v>
                </c:pt>
                <c:pt idx="22081">
                  <c:v>6.2435099999999997</c:v>
                </c:pt>
                <c:pt idx="22082">
                  <c:v>6.2438200000000004</c:v>
                </c:pt>
                <c:pt idx="22083">
                  <c:v>6.2441300000000002</c:v>
                </c:pt>
                <c:pt idx="22084">
                  <c:v>6.2444300000000004</c:v>
                </c:pt>
                <c:pt idx="22085">
                  <c:v>6.2447400000000002</c:v>
                </c:pt>
                <c:pt idx="22086">
                  <c:v>6.2450400000000004</c:v>
                </c:pt>
                <c:pt idx="22087">
                  <c:v>6.2453500000000002</c:v>
                </c:pt>
                <c:pt idx="22088">
                  <c:v>6.2456500000000004</c:v>
                </c:pt>
                <c:pt idx="22089">
                  <c:v>6.2459600000000002</c:v>
                </c:pt>
                <c:pt idx="22090">
                  <c:v>6.2462600000000004</c:v>
                </c:pt>
                <c:pt idx="22091">
                  <c:v>6.2465700000000002</c:v>
                </c:pt>
                <c:pt idx="22092">
                  <c:v>6.2468700000000004</c:v>
                </c:pt>
                <c:pt idx="22093">
                  <c:v>6.2471800000000002</c:v>
                </c:pt>
                <c:pt idx="22094">
                  <c:v>6.2474800000000004</c:v>
                </c:pt>
                <c:pt idx="22095">
                  <c:v>6.2477900000000002</c:v>
                </c:pt>
                <c:pt idx="22096">
                  <c:v>6.2481</c:v>
                </c:pt>
                <c:pt idx="22097">
                  <c:v>6.2484000000000002</c:v>
                </c:pt>
                <c:pt idx="22098">
                  <c:v>6.24871</c:v>
                </c:pt>
                <c:pt idx="22099">
                  <c:v>6.2490100000000002</c:v>
                </c:pt>
                <c:pt idx="22100">
                  <c:v>6.24932</c:v>
                </c:pt>
                <c:pt idx="22101">
                  <c:v>6.2496200000000002</c:v>
                </c:pt>
                <c:pt idx="22102">
                  <c:v>6.24993</c:v>
                </c:pt>
                <c:pt idx="22103">
                  <c:v>6.2502300000000002</c:v>
                </c:pt>
                <c:pt idx="22104">
                  <c:v>6.25054</c:v>
                </c:pt>
                <c:pt idx="22105">
                  <c:v>6.2508400000000002</c:v>
                </c:pt>
                <c:pt idx="22106">
                  <c:v>6.25115</c:v>
                </c:pt>
                <c:pt idx="22107">
                  <c:v>6.2514500000000002</c:v>
                </c:pt>
                <c:pt idx="22108">
                  <c:v>6.25176</c:v>
                </c:pt>
                <c:pt idx="22109">
                  <c:v>6.2520699999999998</c:v>
                </c:pt>
                <c:pt idx="22110">
                  <c:v>6.25237</c:v>
                </c:pt>
                <c:pt idx="22111">
                  <c:v>6.2526799999999998</c:v>
                </c:pt>
                <c:pt idx="22112">
                  <c:v>6.25298</c:v>
                </c:pt>
                <c:pt idx="22113">
                  <c:v>6.2532899999999998</c:v>
                </c:pt>
                <c:pt idx="22114">
                  <c:v>6.25359</c:v>
                </c:pt>
                <c:pt idx="22115">
                  <c:v>6.2538999999999998</c:v>
                </c:pt>
                <c:pt idx="22116">
                  <c:v>6.2542</c:v>
                </c:pt>
                <c:pt idx="22117">
                  <c:v>6.2545099999999998</c:v>
                </c:pt>
                <c:pt idx="22118">
                  <c:v>6.25481</c:v>
                </c:pt>
                <c:pt idx="22119">
                  <c:v>6.2551199999999998</c:v>
                </c:pt>
                <c:pt idx="22120">
                  <c:v>6.25542</c:v>
                </c:pt>
                <c:pt idx="22121">
                  <c:v>6.2557299999999998</c:v>
                </c:pt>
                <c:pt idx="22122">
                  <c:v>6.2560399999999996</c:v>
                </c:pt>
                <c:pt idx="22123">
                  <c:v>6.2563399999999998</c:v>
                </c:pt>
                <c:pt idx="22124">
                  <c:v>6.2566499999999996</c:v>
                </c:pt>
                <c:pt idx="22125">
                  <c:v>6.2569499999999998</c:v>
                </c:pt>
                <c:pt idx="22126">
                  <c:v>6.2572599999999996</c:v>
                </c:pt>
                <c:pt idx="22127">
                  <c:v>6.2575599999999998</c:v>
                </c:pt>
                <c:pt idx="22128">
                  <c:v>6.2578699999999996</c:v>
                </c:pt>
                <c:pt idx="22129">
                  <c:v>6.2581699999999998</c:v>
                </c:pt>
                <c:pt idx="22130">
                  <c:v>6.2584799999999996</c:v>
                </c:pt>
                <c:pt idx="22131">
                  <c:v>6.2587799999999998</c:v>
                </c:pt>
                <c:pt idx="22132">
                  <c:v>6.2590899999999996</c:v>
                </c:pt>
                <c:pt idx="22133">
                  <c:v>6.2594000000000003</c:v>
                </c:pt>
                <c:pt idx="22134">
                  <c:v>6.2596999999999996</c:v>
                </c:pt>
                <c:pt idx="22135">
                  <c:v>6.2600100000000003</c:v>
                </c:pt>
                <c:pt idx="22136">
                  <c:v>6.2603099999999996</c:v>
                </c:pt>
                <c:pt idx="22137">
                  <c:v>6.2606200000000003</c:v>
                </c:pt>
                <c:pt idx="22138">
                  <c:v>6.2609199999999996</c:v>
                </c:pt>
                <c:pt idx="22139">
                  <c:v>6.2612300000000003</c:v>
                </c:pt>
                <c:pt idx="22140">
                  <c:v>6.2615299999999996</c:v>
                </c:pt>
                <c:pt idx="22141">
                  <c:v>6.2618400000000003</c:v>
                </c:pt>
                <c:pt idx="22142">
                  <c:v>6.2621399999999996</c:v>
                </c:pt>
                <c:pt idx="22143">
                  <c:v>6.2624500000000003</c:v>
                </c:pt>
                <c:pt idx="22144">
                  <c:v>6.2627499999999996</c:v>
                </c:pt>
                <c:pt idx="22145">
                  <c:v>6.2630600000000003</c:v>
                </c:pt>
                <c:pt idx="22146">
                  <c:v>6.2633700000000001</c:v>
                </c:pt>
                <c:pt idx="22147">
                  <c:v>6.2636700000000003</c:v>
                </c:pt>
                <c:pt idx="22148">
                  <c:v>6.2639800000000001</c:v>
                </c:pt>
                <c:pt idx="22149">
                  <c:v>6.2642800000000003</c:v>
                </c:pt>
                <c:pt idx="22150">
                  <c:v>6.2645900000000001</c:v>
                </c:pt>
                <c:pt idx="22151">
                  <c:v>6.2648900000000003</c:v>
                </c:pt>
                <c:pt idx="22152">
                  <c:v>6.2652000000000001</c:v>
                </c:pt>
                <c:pt idx="22153">
                  <c:v>6.2655000000000003</c:v>
                </c:pt>
                <c:pt idx="22154">
                  <c:v>6.2658100000000001</c:v>
                </c:pt>
                <c:pt idx="22155">
                  <c:v>6.2661100000000003</c:v>
                </c:pt>
                <c:pt idx="22156">
                  <c:v>6.2664200000000001</c:v>
                </c:pt>
                <c:pt idx="22157">
                  <c:v>6.2667200000000003</c:v>
                </c:pt>
                <c:pt idx="22158">
                  <c:v>6.2670300000000001</c:v>
                </c:pt>
                <c:pt idx="22159">
                  <c:v>6.2673399999999999</c:v>
                </c:pt>
                <c:pt idx="22160">
                  <c:v>6.2676400000000001</c:v>
                </c:pt>
                <c:pt idx="22161">
                  <c:v>6.2679499999999999</c:v>
                </c:pt>
                <c:pt idx="22162">
                  <c:v>6.2682500000000001</c:v>
                </c:pt>
                <c:pt idx="22163">
                  <c:v>6.2685599999999999</c:v>
                </c:pt>
                <c:pt idx="22164">
                  <c:v>6.2688600000000001</c:v>
                </c:pt>
                <c:pt idx="22165">
                  <c:v>6.2691699999999999</c:v>
                </c:pt>
                <c:pt idx="22166">
                  <c:v>6.2694700000000001</c:v>
                </c:pt>
                <c:pt idx="22167">
                  <c:v>6.2697799999999999</c:v>
                </c:pt>
                <c:pt idx="22168">
                  <c:v>6.2700800000000001</c:v>
                </c:pt>
                <c:pt idx="22169">
                  <c:v>6.2703899999999999</c:v>
                </c:pt>
                <c:pt idx="22170">
                  <c:v>6.2706900000000001</c:v>
                </c:pt>
                <c:pt idx="22171">
                  <c:v>6.2709999999999999</c:v>
                </c:pt>
                <c:pt idx="22172">
                  <c:v>6.2713099999999997</c:v>
                </c:pt>
                <c:pt idx="22173">
                  <c:v>6.2716099999999999</c:v>
                </c:pt>
                <c:pt idx="22174">
                  <c:v>6.2719199999999997</c:v>
                </c:pt>
                <c:pt idx="22175">
                  <c:v>6.2722199999999999</c:v>
                </c:pt>
                <c:pt idx="22176">
                  <c:v>6.2725299999999997</c:v>
                </c:pt>
                <c:pt idx="22177">
                  <c:v>6.2728299999999999</c:v>
                </c:pt>
                <c:pt idx="22178">
                  <c:v>6.2731399999999997</c:v>
                </c:pt>
                <c:pt idx="22179">
                  <c:v>6.2734399999999999</c:v>
                </c:pt>
                <c:pt idx="22180">
                  <c:v>6.2737499999999997</c:v>
                </c:pt>
                <c:pt idx="22181">
                  <c:v>6.2740499999999999</c:v>
                </c:pt>
                <c:pt idx="22182">
                  <c:v>6.2743599999999997</c:v>
                </c:pt>
                <c:pt idx="22183">
                  <c:v>6.2746599999999999</c:v>
                </c:pt>
                <c:pt idx="22184">
                  <c:v>6.2749699999999997</c:v>
                </c:pt>
                <c:pt idx="22185">
                  <c:v>6.2752800000000004</c:v>
                </c:pt>
                <c:pt idx="22186">
                  <c:v>6.2755799999999997</c:v>
                </c:pt>
                <c:pt idx="22187">
                  <c:v>6.2758900000000004</c:v>
                </c:pt>
                <c:pt idx="22188">
                  <c:v>6.2761899999999997</c:v>
                </c:pt>
                <c:pt idx="22189">
                  <c:v>6.2765000000000004</c:v>
                </c:pt>
                <c:pt idx="22190">
                  <c:v>6.2767999999999997</c:v>
                </c:pt>
                <c:pt idx="22191">
                  <c:v>6.2771100000000004</c:v>
                </c:pt>
                <c:pt idx="22192">
                  <c:v>6.2774099999999997</c:v>
                </c:pt>
                <c:pt idx="22193">
                  <c:v>6.2777200000000004</c:v>
                </c:pt>
                <c:pt idx="22194">
                  <c:v>6.2780199999999997</c:v>
                </c:pt>
                <c:pt idx="22195">
                  <c:v>6.2783300000000004</c:v>
                </c:pt>
                <c:pt idx="22196">
                  <c:v>6.2786400000000002</c:v>
                </c:pt>
                <c:pt idx="22197">
                  <c:v>6.2789400000000004</c:v>
                </c:pt>
                <c:pt idx="22198">
                  <c:v>6.2792500000000002</c:v>
                </c:pt>
                <c:pt idx="22199">
                  <c:v>6.2795500000000004</c:v>
                </c:pt>
                <c:pt idx="22200">
                  <c:v>6.2798600000000002</c:v>
                </c:pt>
                <c:pt idx="22201">
                  <c:v>6.2801600000000004</c:v>
                </c:pt>
                <c:pt idx="22202">
                  <c:v>6.2804700000000002</c:v>
                </c:pt>
                <c:pt idx="22203">
                  <c:v>6.2807700000000004</c:v>
                </c:pt>
                <c:pt idx="22204">
                  <c:v>6.2810800000000002</c:v>
                </c:pt>
                <c:pt idx="22205">
                  <c:v>6.2813800000000004</c:v>
                </c:pt>
                <c:pt idx="22206">
                  <c:v>6.2816900000000002</c:v>
                </c:pt>
                <c:pt idx="22207">
                  <c:v>6.2819900000000004</c:v>
                </c:pt>
                <c:pt idx="22208">
                  <c:v>6.2823000000000002</c:v>
                </c:pt>
                <c:pt idx="22209">
                  <c:v>6.28261</c:v>
                </c:pt>
                <c:pt idx="22210">
                  <c:v>6.2829100000000002</c:v>
                </c:pt>
                <c:pt idx="22211">
                  <c:v>6.28322</c:v>
                </c:pt>
                <c:pt idx="22212">
                  <c:v>6.2835200000000002</c:v>
                </c:pt>
                <c:pt idx="22213">
                  <c:v>6.28383</c:v>
                </c:pt>
                <c:pt idx="22214">
                  <c:v>6.2841300000000002</c:v>
                </c:pt>
                <c:pt idx="22215">
                  <c:v>6.28444</c:v>
                </c:pt>
                <c:pt idx="22216">
                  <c:v>6.2847400000000002</c:v>
                </c:pt>
                <c:pt idx="22217">
                  <c:v>6.28505</c:v>
                </c:pt>
                <c:pt idx="22218">
                  <c:v>6.2853500000000002</c:v>
                </c:pt>
                <c:pt idx="22219">
                  <c:v>6.28566</c:v>
                </c:pt>
                <c:pt idx="22220">
                  <c:v>6.2859600000000002</c:v>
                </c:pt>
                <c:pt idx="22221">
                  <c:v>6.28627</c:v>
                </c:pt>
                <c:pt idx="22222">
                  <c:v>6.2865799999999998</c:v>
                </c:pt>
                <c:pt idx="22223">
                  <c:v>6.28688</c:v>
                </c:pt>
                <c:pt idx="22224">
                  <c:v>6.2871899999999998</c:v>
                </c:pt>
                <c:pt idx="22225">
                  <c:v>6.28749</c:v>
                </c:pt>
                <c:pt idx="22226">
                  <c:v>6.2877999999999998</c:v>
                </c:pt>
                <c:pt idx="22227">
                  <c:v>6.2881</c:v>
                </c:pt>
                <c:pt idx="22228">
                  <c:v>6.2884099999999998</c:v>
                </c:pt>
                <c:pt idx="22229">
                  <c:v>6.28871</c:v>
                </c:pt>
                <c:pt idx="22230">
                  <c:v>6.2890199999999998</c:v>
                </c:pt>
                <c:pt idx="22231">
                  <c:v>6.28932</c:v>
                </c:pt>
                <c:pt idx="22232">
                  <c:v>6.2896299999999998</c:v>
                </c:pt>
                <c:pt idx="22233">
                  <c:v>6.28993</c:v>
                </c:pt>
                <c:pt idx="22234">
                  <c:v>6.2902399999999998</c:v>
                </c:pt>
                <c:pt idx="22235">
                  <c:v>6.2905499999999996</c:v>
                </c:pt>
                <c:pt idx="22236">
                  <c:v>6.2908499999999998</c:v>
                </c:pt>
                <c:pt idx="22237">
                  <c:v>6.2911599999999996</c:v>
                </c:pt>
                <c:pt idx="22238">
                  <c:v>6.2914599999999998</c:v>
                </c:pt>
                <c:pt idx="22239">
                  <c:v>6.2917699999999996</c:v>
                </c:pt>
                <c:pt idx="22240">
                  <c:v>6.2920699999999998</c:v>
                </c:pt>
                <c:pt idx="22241">
                  <c:v>6.2923799999999996</c:v>
                </c:pt>
                <c:pt idx="22242">
                  <c:v>6.2926799999999998</c:v>
                </c:pt>
                <c:pt idx="22243">
                  <c:v>6.2929899999999996</c:v>
                </c:pt>
                <c:pt idx="22244">
                  <c:v>6.2932899999999998</c:v>
                </c:pt>
                <c:pt idx="22245">
                  <c:v>6.2935999999999996</c:v>
                </c:pt>
                <c:pt idx="22246">
                  <c:v>6.2938999999999998</c:v>
                </c:pt>
                <c:pt idx="22247">
                  <c:v>6.2942099999999996</c:v>
                </c:pt>
                <c:pt idx="22248">
                  <c:v>6.2945200000000003</c:v>
                </c:pt>
                <c:pt idx="22249">
                  <c:v>6.2948199999999996</c:v>
                </c:pt>
                <c:pt idx="22250">
                  <c:v>6.2951300000000003</c:v>
                </c:pt>
                <c:pt idx="22251">
                  <c:v>6.2954299999999996</c:v>
                </c:pt>
                <c:pt idx="22252">
                  <c:v>6.2957400000000003</c:v>
                </c:pt>
                <c:pt idx="22253">
                  <c:v>6.2960399999999996</c:v>
                </c:pt>
                <c:pt idx="22254">
                  <c:v>6.2963500000000003</c:v>
                </c:pt>
                <c:pt idx="22255">
                  <c:v>6.2966499999999996</c:v>
                </c:pt>
                <c:pt idx="22256">
                  <c:v>6.2969600000000003</c:v>
                </c:pt>
                <c:pt idx="22257">
                  <c:v>6.2972599999999996</c:v>
                </c:pt>
                <c:pt idx="22258">
                  <c:v>6.2975700000000003</c:v>
                </c:pt>
                <c:pt idx="22259">
                  <c:v>6.2978800000000001</c:v>
                </c:pt>
                <c:pt idx="22260">
                  <c:v>6.2981800000000003</c:v>
                </c:pt>
                <c:pt idx="22261">
                  <c:v>6.2984900000000001</c:v>
                </c:pt>
                <c:pt idx="22262">
                  <c:v>6.2987900000000003</c:v>
                </c:pt>
                <c:pt idx="22263">
                  <c:v>6.2991000000000001</c:v>
                </c:pt>
                <c:pt idx="22264">
                  <c:v>6.2994000000000003</c:v>
                </c:pt>
                <c:pt idx="22265">
                  <c:v>6.2997100000000001</c:v>
                </c:pt>
                <c:pt idx="22266">
                  <c:v>6.3000100000000003</c:v>
                </c:pt>
                <c:pt idx="22267">
                  <c:v>6.3003200000000001</c:v>
                </c:pt>
                <c:pt idx="22268">
                  <c:v>6.3006200000000003</c:v>
                </c:pt>
                <c:pt idx="22269">
                  <c:v>6.3009300000000001</c:v>
                </c:pt>
                <c:pt idx="22270">
                  <c:v>6.3012300000000003</c:v>
                </c:pt>
                <c:pt idx="22271">
                  <c:v>6.3015400000000001</c:v>
                </c:pt>
                <c:pt idx="22272">
                  <c:v>6.30185</c:v>
                </c:pt>
                <c:pt idx="22273">
                  <c:v>6.3021500000000001</c:v>
                </c:pt>
                <c:pt idx="22274">
                  <c:v>6.30246</c:v>
                </c:pt>
                <c:pt idx="22275">
                  <c:v>6.3027600000000001</c:v>
                </c:pt>
                <c:pt idx="22276">
                  <c:v>6.30307</c:v>
                </c:pt>
                <c:pt idx="22277">
                  <c:v>6.3033700000000001</c:v>
                </c:pt>
                <c:pt idx="22278">
                  <c:v>6.3036799999999999</c:v>
                </c:pt>
                <c:pt idx="22279">
                  <c:v>6.3039800000000001</c:v>
                </c:pt>
                <c:pt idx="22280">
                  <c:v>6.3042899999999999</c:v>
                </c:pt>
                <c:pt idx="22281">
                  <c:v>6.3045900000000001</c:v>
                </c:pt>
                <c:pt idx="22282">
                  <c:v>6.3048999999999999</c:v>
                </c:pt>
                <c:pt idx="22283">
                  <c:v>6.3052000000000001</c:v>
                </c:pt>
                <c:pt idx="22284">
                  <c:v>6.3055099999999999</c:v>
                </c:pt>
                <c:pt idx="22285">
                  <c:v>6.3058199999999998</c:v>
                </c:pt>
                <c:pt idx="22286">
                  <c:v>6.3061199999999999</c:v>
                </c:pt>
                <c:pt idx="22287">
                  <c:v>6.3064299999999998</c:v>
                </c:pt>
                <c:pt idx="22288">
                  <c:v>6.3067299999999999</c:v>
                </c:pt>
                <c:pt idx="22289">
                  <c:v>6.3070399999999998</c:v>
                </c:pt>
                <c:pt idx="22290">
                  <c:v>6.3073399999999999</c:v>
                </c:pt>
                <c:pt idx="22291">
                  <c:v>6.3076499999999998</c:v>
                </c:pt>
                <c:pt idx="22292">
                  <c:v>6.3079499999999999</c:v>
                </c:pt>
                <c:pt idx="22293">
                  <c:v>6.3082599999999998</c:v>
                </c:pt>
                <c:pt idx="22294">
                  <c:v>6.3085599999999999</c:v>
                </c:pt>
                <c:pt idx="22295">
                  <c:v>6.3088699999999998</c:v>
                </c:pt>
                <c:pt idx="22296">
                  <c:v>6.3091699999999999</c:v>
                </c:pt>
                <c:pt idx="22297">
                  <c:v>6.3094799999999998</c:v>
                </c:pt>
                <c:pt idx="22298">
                  <c:v>6.3097899999999996</c:v>
                </c:pt>
                <c:pt idx="22299">
                  <c:v>6.3100899999999998</c:v>
                </c:pt>
                <c:pt idx="22300">
                  <c:v>6.3103999999999996</c:v>
                </c:pt>
                <c:pt idx="22301">
                  <c:v>6.3106999999999998</c:v>
                </c:pt>
                <c:pt idx="22302">
                  <c:v>6.3110099999999996</c:v>
                </c:pt>
                <c:pt idx="22303">
                  <c:v>6.3113099999999998</c:v>
                </c:pt>
                <c:pt idx="22304">
                  <c:v>6.3116199999999996</c:v>
                </c:pt>
                <c:pt idx="22305">
                  <c:v>6.3119199999999998</c:v>
                </c:pt>
                <c:pt idx="22306">
                  <c:v>6.3122299999999996</c:v>
                </c:pt>
                <c:pt idx="22307">
                  <c:v>6.3125299999999998</c:v>
                </c:pt>
                <c:pt idx="22308">
                  <c:v>6.3128399999999996</c:v>
                </c:pt>
                <c:pt idx="22309">
                  <c:v>6.3131500000000003</c:v>
                </c:pt>
                <c:pt idx="22310">
                  <c:v>6.3134499999999996</c:v>
                </c:pt>
                <c:pt idx="22311">
                  <c:v>6.3137600000000003</c:v>
                </c:pt>
                <c:pt idx="22312">
                  <c:v>6.3140599999999996</c:v>
                </c:pt>
                <c:pt idx="22313">
                  <c:v>6.3143700000000003</c:v>
                </c:pt>
                <c:pt idx="22314">
                  <c:v>6.3146699999999996</c:v>
                </c:pt>
                <c:pt idx="22315">
                  <c:v>6.3149800000000003</c:v>
                </c:pt>
                <c:pt idx="22316">
                  <c:v>6.3152799999999996</c:v>
                </c:pt>
                <c:pt idx="22317">
                  <c:v>6.3155900000000003</c:v>
                </c:pt>
                <c:pt idx="22318">
                  <c:v>6.3158899999999996</c:v>
                </c:pt>
                <c:pt idx="22319">
                  <c:v>6.3162000000000003</c:v>
                </c:pt>
                <c:pt idx="22320">
                  <c:v>6.3164999999999996</c:v>
                </c:pt>
                <c:pt idx="22321">
                  <c:v>6.3168100000000003</c:v>
                </c:pt>
                <c:pt idx="22322">
                  <c:v>6.3171200000000001</c:v>
                </c:pt>
                <c:pt idx="22323">
                  <c:v>6.3174200000000003</c:v>
                </c:pt>
                <c:pt idx="22324">
                  <c:v>6.3177300000000001</c:v>
                </c:pt>
                <c:pt idx="22325">
                  <c:v>6.3180300000000003</c:v>
                </c:pt>
                <c:pt idx="22326">
                  <c:v>6.3183400000000001</c:v>
                </c:pt>
                <c:pt idx="22327">
                  <c:v>6.3186400000000003</c:v>
                </c:pt>
                <c:pt idx="22328">
                  <c:v>6.3189500000000001</c:v>
                </c:pt>
                <c:pt idx="22329">
                  <c:v>6.3192500000000003</c:v>
                </c:pt>
                <c:pt idx="22330">
                  <c:v>6.3195600000000001</c:v>
                </c:pt>
                <c:pt idx="22331">
                  <c:v>6.3198600000000003</c:v>
                </c:pt>
                <c:pt idx="22332">
                  <c:v>6.3201700000000001</c:v>
                </c:pt>
                <c:pt idx="22333">
                  <c:v>6.3204700000000003</c:v>
                </c:pt>
                <c:pt idx="22334">
                  <c:v>6.3207800000000001</c:v>
                </c:pt>
                <c:pt idx="22335">
                  <c:v>6.3210899999999999</c:v>
                </c:pt>
                <c:pt idx="22336">
                  <c:v>6.3213900000000001</c:v>
                </c:pt>
                <c:pt idx="22337">
                  <c:v>6.3216999999999999</c:v>
                </c:pt>
                <c:pt idx="22338">
                  <c:v>6.3220000000000001</c:v>
                </c:pt>
                <c:pt idx="22339">
                  <c:v>6.3223099999999999</c:v>
                </c:pt>
                <c:pt idx="22340">
                  <c:v>6.3226100000000001</c:v>
                </c:pt>
                <c:pt idx="22341">
                  <c:v>6.3229199999999999</c:v>
                </c:pt>
                <c:pt idx="22342">
                  <c:v>6.3232200000000001</c:v>
                </c:pt>
                <c:pt idx="22343">
                  <c:v>6.3235299999999999</c:v>
                </c:pt>
                <c:pt idx="22344">
                  <c:v>6.3238300000000001</c:v>
                </c:pt>
                <c:pt idx="22345">
                  <c:v>6.3241399999999999</c:v>
                </c:pt>
                <c:pt idx="22346">
                  <c:v>6.3244400000000001</c:v>
                </c:pt>
                <c:pt idx="22347">
                  <c:v>6.3247499999999999</c:v>
                </c:pt>
                <c:pt idx="22348">
                  <c:v>6.3250599999999997</c:v>
                </c:pt>
                <c:pt idx="22349">
                  <c:v>6.3253599999999999</c:v>
                </c:pt>
                <c:pt idx="22350">
                  <c:v>6.3256699999999997</c:v>
                </c:pt>
                <c:pt idx="22351">
                  <c:v>6.3259699999999999</c:v>
                </c:pt>
                <c:pt idx="22352">
                  <c:v>6.3262799999999997</c:v>
                </c:pt>
                <c:pt idx="22353">
                  <c:v>6.3265799999999999</c:v>
                </c:pt>
                <c:pt idx="22354">
                  <c:v>6.3268899999999997</c:v>
                </c:pt>
                <c:pt idx="22355">
                  <c:v>6.3271899999999999</c:v>
                </c:pt>
                <c:pt idx="22356">
                  <c:v>6.3274999999999997</c:v>
                </c:pt>
                <c:pt idx="22357">
                  <c:v>6.3277999999999999</c:v>
                </c:pt>
                <c:pt idx="22358">
                  <c:v>6.3281099999999997</c:v>
                </c:pt>
                <c:pt idx="22359">
                  <c:v>6.3284099999999999</c:v>
                </c:pt>
                <c:pt idx="22360">
                  <c:v>6.3287199999999997</c:v>
                </c:pt>
                <c:pt idx="22361">
                  <c:v>6.3290300000000004</c:v>
                </c:pt>
                <c:pt idx="22362">
                  <c:v>6.3293299999999997</c:v>
                </c:pt>
                <c:pt idx="22363">
                  <c:v>6.3296400000000004</c:v>
                </c:pt>
                <c:pt idx="22364">
                  <c:v>6.3299399999999997</c:v>
                </c:pt>
                <c:pt idx="22365">
                  <c:v>6.3302500000000004</c:v>
                </c:pt>
                <c:pt idx="22366">
                  <c:v>6.3305499999999997</c:v>
                </c:pt>
                <c:pt idx="22367">
                  <c:v>6.3308600000000004</c:v>
                </c:pt>
                <c:pt idx="22368">
                  <c:v>6.3311599999999997</c:v>
                </c:pt>
                <c:pt idx="22369">
                  <c:v>6.3314700000000004</c:v>
                </c:pt>
                <c:pt idx="22370">
                  <c:v>6.3317699999999997</c:v>
                </c:pt>
                <c:pt idx="22371">
                  <c:v>6.3320800000000004</c:v>
                </c:pt>
                <c:pt idx="22372">
                  <c:v>6.3323900000000002</c:v>
                </c:pt>
                <c:pt idx="22373">
                  <c:v>6.3326900000000004</c:v>
                </c:pt>
                <c:pt idx="22374">
                  <c:v>6.3330000000000002</c:v>
                </c:pt>
                <c:pt idx="22375">
                  <c:v>6.3333000000000004</c:v>
                </c:pt>
                <c:pt idx="22376">
                  <c:v>6.3336100000000002</c:v>
                </c:pt>
                <c:pt idx="22377">
                  <c:v>6.3339100000000004</c:v>
                </c:pt>
                <c:pt idx="22378">
                  <c:v>6.3342200000000002</c:v>
                </c:pt>
                <c:pt idx="22379">
                  <c:v>6.3345200000000004</c:v>
                </c:pt>
                <c:pt idx="22380">
                  <c:v>6.3348300000000002</c:v>
                </c:pt>
                <c:pt idx="22381">
                  <c:v>6.3351300000000004</c:v>
                </c:pt>
                <c:pt idx="22382">
                  <c:v>6.3354400000000002</c:v>
                </c:pt>
                <c:pt idx="22383">
                  <c:v>6.3357400000000004</c:v>
                </c:pt>
                <c:pt idx="22384">
                  <c:v>6.3360500000000002</c:v>
                </c:pt>
                <c:pt idx="22385">
                  <c:v>6.33636</c:v>
                </c:pt>
                <c:pt idx="22386">
                  <c:v>6.3366600000000002</c:v>
                </c:pt>
                <c:pt idx="22387">
                  <c:v>6.33697</c:v>
                </c:pt>
                <c:pt idx="22388">
                  <c:v>6.3372700000000002</c:v>
                </c:pt>
                <c:pt idx="22389">
                  <c:v>6.33758</c:v>
                </c:pt>
                <c:pt idx="22390">
                  <c:v>6.3378800000000002</c:v>
                </c:pt>
                <c:pt idx="22391">
                  <c:v>6.33819</c:v>
                </c:pt>
                <c:pt idx="22392">
                  <c:v>6.3384900000000002</c:v>
                </c:pt>
                <c:pt idx="22393">
                  <c:v>6.3388</c:v>
                </c:pt>
                <c:pt idx="22394">
                  <c:v>6.3391000000000002</c:v>
                </c:pt>
                <c:pt idx="22395">
                  <c:v>6.33941</c:v>
                </c:pt>
                <c:pt idx="22396">
                  <c:v>6.3397100000000002</c:v>
                </c:pt>
                <c:pt idx="22397">
                  <c:v>6.34002</c:v>
                </c:pt>
                <c:pt idx="22398">
                  <c:v>6.3403299999999998</c:v>
                </c:pt>
                <c:pt idx="22399">
                  <c:v>6.34063</c:v>
                </c:pt>
                <c:pt idx="22400">
                  <c:v>6.3409399999999998</c:v>
                </c:pt>
                <c:pt idx="22401">
                  <c:v>6.34124</c:v>
                </c:pt>
                <c:pt idx="22402">
                  <c:v>6.3415499999999998</c:v>
                </c:pt>
                <c:pt idx="22403">
                  <c:v>6.34185</c:v>
                </c:pt>
                <c:pt idx="22404">
                  <c:v>6.3421599999999998</c:v>
                </c:pt>
                <c:pt idx="22405">
                  <c:v>6.34246</c:v>
                </c:pt>
                <c:pt idx="22406">
                  <c:v>6.3427699999999998</c:v>
                </c:pt>
                <c:pt idx="22407">
                  <c:v>6.34307</c:v>
                </c:pt>
                <c:pt idx="22408">
                  <c:v>6.3433799999999998</c:v>
                </c:pt>
                <c:pt idx="22409">
                  <c:v>6.34368</c:v>
                </c:pt>
                <c:pt idx="22410">
                  <c:v>6.3439899999999998</c:v>
                </c:pt>
                <c:pt idx="22411">
                  <c:v>6.3442999999999996</c:v>
                </c:pt>
                <c:pt idx="22412">
                  <c:v>6.3445999999999998</c:v>
                </c:pt>
                <c:pt idx="22413">
                  <c:v>6.3449099999999996</c:v>
                </c:pt>
                <c:pt idx="22414">
                  <c:v>6.3452099999999998</c:v>
                </c:pt>
                <c:pt idx="22415">
                  <c:v>6.3455199999999996</c:v>
                </c:pt>
                <c:pt idx="22416">
                  <c:v>6.3458199999999998</c:v>
                </c:pt>
                <c:pt idx="22417">
                  <c:v>6.3461299999999996</c:v>
                </c:pt>
                <c:pt idx="22418">
                  <c:v>6.3464299999999998</c:v>
                </c:pt>
                <c:pt idx="22419">
                  <c:v>6.3467399999999996</c:v>
                </c:pt>
                <c:pt idx="22420">
                  <c:v>6.3470399999999998</c:v>
                </c:pt>
                <c:pt idx="22421">
                  <c:v>6.3473499999999996</c:v>
                </c:pt>
                <c:pt idx="22422">
                  <c:v>6.3476499999999998</c:v>
                </c:pt>
                <c:pt idx="22423">
                  <c:v>6.3479599999999996</c:v>
                </c:pt>
                <c:pt idx="22424">
                  <c:v>6.3482700000000003</c:v>
                </c:pt>
                <c:pt idx="22425">
                  <c:v>6.3485699999999996</c:v>
                </c:pt>
                <c:pt idx="22426">
                  <c:v>6.3488800000000003</c:v>
                </c:pt>
                <c:pt idx="22427">
                  <c:v>6.3491799999999996</c:v>
                </c:pt>
                <c:pt idx="22428">
                  <c:v>6.3494900000000003</c:v>
                </c:pt>
                <c:pt idx="22429">
                  <c:v>6.3497899999999996</c:v>
                </c:pt>
                <c:pt idx="22430">
                  <c:v>6.3501000000000003</c:v>
                </c:pt>
                <c:pt idx="22431">
                  <c:v>6.3503999999999996</c:v>
                </c:pt>
                <c:pt idx="22432">
                  <c:v>6.3507100000000003</c:v>
                </c:pt>
                <c:pt idx="22433">
                  <c:v>6.3510099999999996</c:v>
                </c:pt>
                <c:pt idx="22434">
                  <c:v>6.3513200000000003</c:v>
                </c:pt>
                <c:pt idx="22435">
                  <c:v>6.3516300000000001</c:v>
                </c:pt>
                <c:pt idx="22436">
                  <c:v>6.3519300000000003</c:v>
                </c:pt>
                <c:pt idx="22437">
                  <c:v>6.3522400000000001</c:v>
                </c:pt>
                <c:pt idx="22438">
                  <c:v>6.3525400000000003</c:v>
                </c:pt>
                <c:pt idx="22439">
                  <c:v>6.3528500000000001</c:v>
                </c:pt>
                <c:pt idx="22440">
                  <c:v>6.3531500000000003</c:v>
                </c:pt>
                <c:pt idx="22441">
                  <c:v>6.3534600000000001</c:v>
                </c:pt>
                <c:pt idx="22442">
                  <c:v>6.3537600000000003</c:v>
                </c:pt>
                <c:pt idx="22443">
                  <c:v>6.3540700000000001</c:v>
                </c:pt>
                <c:pt idx="22444">
                  <c:v>6.3543700000000003</c:v>
                </c:pt>
                <c:pt idx="22445">
                  <c:v>6.3546800000000001</c:v>
                </c:pt>
                <c:pt idx="22446">
                  <c:v>6.3549800000000003</c:v>
                </c:pt>
                <c:pt idx="22447">
                  <c:v>6.3552900000000001</c:v>
                </c:pt>
                <c:pt idx="22448">
                  <c:v>6.3555999999999999</c:v>
                </c:pt>
                <c:pt idx="22449">
                  <c:v>6.3559000000000001</c:v>
                </c:pt>
                <c:pt idx="22450">
                  <c:v>6.3562099999999999</c:v>
                </c:pt>
                <c:pt idx="22451">
                  <c:v>6.3565100000000001</c:v>
                </c:pt>
                <c:pt idx="22452">
                  <c:v>6.3568199999999999</c:v>
                </c:pt>
                <c:pt idx="22453">
                  <c:v>6.3571200000000001</c:v>
                </c:pt>
                <c:pt idx="22454">
                  <c:v>6.3574299999999999</c:v>
                </c:pt>
                <c:pt idx="22455">
                  <c:v>6.3577300000000001</c:v>
                </c:pt>
                <c:pt idx="22456">
                  <c:v>6.3580399999999999</c:v>
                </c:pt>
                <c:pt idx="22457">
                  <c:v>6.3583400000000001</c:v>
                </c:pt>
                <c:pt idx="22458">
                  <c:v>6.3586499999999999</c:v>
                </c:pt>
                <c:pt idx="22459">
                  <c:v>6.3589500000000001</c:v>
                </c:pt>
                <c:pt idx="22460">
                  <c:v>6.3592599999999999</c:v>
                </c:pt>
                <c:pt idx="22461">
                  <c:v>6.3595699999999997</c:v>
                </c:pt>
                <c:pt idx="22462">
                  <c:v>6.3598699999999999</c:v>
                </c:pt>
                <c:pt idx="22463">
                  <c:v>6.3601799999999997</c:v>
                </c:pt>
                <c:pt idx="22464">
                  <c:v>6.3604799999999999</c:v>
                </c:pt>
                <c:pt idx="22465">
                  <c:v>6.3607899999999997</c:v>
                </c:pt>
                <c:pt idx="22466">
                  <c:v>6.3610899999999999</c:v>
                </c:pt>
                <c:pt idx="22467">
                  <c:v>6.3613999999999997</c:v>
                </c:pt>
                <c:pt idx="22468">
                  <c:v>6.3616999999999999</c:v>
                </c:pt>
                <c:pt idx="22469">
                  <c:v>6.3620099999999997</c:v>
                </c:pt>
                <c:pt idx="22470">
                  <c:v>6.3623099999999999</c:v>
                </c:pt>
                <c:pt idx="22471">
                  <c:v>6.3626199999999997</c:v>
                </c:pt>
                <c:pt idx="22472">
                  <c:v>6.3629199999999999</c:v>
                </c:pt>
                <c:pt idx="22473">
                  <c:v>6.3632299999999997</c:v>
                </c:pt>
                <c:pt idx="22474">
                  <c:v>6.3635400000000004</c:v>
                </c:pt>
                <c:pt idx="22475">
                  <c:v>6.3638399999999997</c:v>
                </c:pt>
                <c:pt idx="22476">
                  <c:v>6.3641500000000004</c:v>
                </c:pt>
                <c:pt idx="22477">
                  <c:v>6.3644499999999997</c:v>
                </c:pt>
                <c:pt idx="22478">
                  <c:v>6.3647600000000004</c:v>
                </c:pt>
                <c:pt idx="22479">
                  <c:v>6.3650599999999997</c:v>
                </c:pt>
                <c:pt idx="22480">
                  <c:v>6.3653700000000004</c:v>
                </c:pt>
                <c:pt idx="22481">
                  <c:v>6.3656699999999997</c:v>
                </c:pt>
                <c:pt idx="22482">
                  <c:v>6.3659800000000004</c:v>
                </c:pt>
                <c:pt idx="22483">
                  <c:v>6.3662799999999997</c:v>
                </c:pt>
                <c:pt idx="22484">
                  <c:v>6.3665900000000004</c:v>
                </c:pt>
                <c:pt idx="22485">
                  <c:v>6.3669000000000002</c:v>
                </c:pt>
                <c:pt idx="22486">
                  <c:v>6.3672000000000004</c:v>
                </c:pt>
                <c:pt idx="22487">
                  <c:v>6.3675100000000002</c:v>
                </c:pt>
                <c:pt idx="22488">
                  <c:v>6.3678100000000004</c:v>
                </c:pt>
                <c:pt idx="22489">
                  <c:v>6.3681200000000002</c:v>
                </c:pt>
                <c:pt idx="22490">
                  <c:v>6.3684200000000004</c:v>
                </c:pt>
                <c:pt idx="22491">
                  <c:v>6.3687300000000002</c:v>
                </c:pt>
                <c:pt idx="22492">
                  <c:v>6.3690300000000004</c:v>
                </c:pt>
                <c:pt idx="22493">
                  <c:v>6.3693400000000002</c:v>
                </c:pt>
                <c:pt idx="22494">
                  <c:v>6.3696400000000004</c:v>
                </c:pt>
                <c:pt idx="22495">
                  <c:v>6.3699500000000002</c:v>
                </c:pt>
                <c:pt idx="22496">
                  <c:v>6.3702500000000004</c:v>
                </c:pt>
                <c:pt idx="22497">
                  <c:v>6.3705600000000002</c:v>
                </c:pt>
                <c:pt idx="22498">
                  <c:v>6.37087</c:v>
                </c:pt>
                <c:pt idx="22499">
                  <c:v>6.3711700000000002</c:v>
                </c:pt>
                <c:pt idx="22500">
                  <c:v>6.37148</c:v>
                </c:pt>
                <c:pt idx="22501">
                  <c:v>6.3717800000000002</c:v>
                </c:pt>
                <c:pt idx="22502">
                  <c:v>6.37209</c:v>
                </c:pt>
                <c:pt idx="22503">
                  <c:v>6.3723900000000002</c:v>
                </c:pt>
                <c:pt idx="22504">
                  <c:v>6.3727</c:v>
                </c:pt>
                <c:pt idx="22505">
                  <c:v>6.3730000000000002</c:v>
                </c:pt>
                <c:pt idx="22506">
                  <c:v>6.37331</c:v>
                </c:pt>
                <c:pt idx="22507">
                  <c:v>6.3736100000000002</c:v>
                </c:pt>
                <c:pt idx="22508">
                  <c:v>6.37392</c:v>
                </c:pt>
                <c:pt idx="22509">
                  <c:v>6.3742200000000002</c:v>
                </c:pt>
                <c:pt idx="22510">
                  <c:v>6.37453</c:v>
                </c:pt>
                <c:pt idx="22511">
                  <c:v>6.3748399999999998</c:v>
                </c:pt>
                <c:pt idx="22512">
                  <c:v>6.37514</c:v>
                </c:pt>
                <c:pt idx="22513">
                  <c:v>6.3754499999999998</c:v>
                </c:pt>
                <c:pt idx="22514">
                  <c:v>6.37575</c:v>
                </c:pt>
                <c:pt idx="22515">
                  <c:v>6.3760599999999998</c:v>
                </c:pt>
                <c:pt idx="22516">
                  <c:v>6.37636</c:v>
                </c:pt>
                <c:pt idx="22517">
                  <c:v>6.3766699999999998</c:v>
                </c:pt>
                <c:pt idx="22518">
                  <c:v>6.37697</c:v>
                </c:pt>
                <c:pt idx="22519">
                  <c:v>6.3772799999999998</c:v>
                </c:pt>
                <c:pt idx="22520">
                  <c:v>6.37758</c:v>
                </c:pt>
                <c:pt idx="22521">
                  <c:v>6.3778899999999998</c:v>
                </c:pt>
                <c:pt idx="22522">
                  <c:v>6.37819</c:v>
                </c:pt>
                <c:pt idx="22523">
                  <c:v>6.3784999999999998</c:v>
                </c:pt>
                <c:pt idx="22524">
                  <c:v>6.3788099999999996</c:v>
                </c:pt>
                <c:pt idx="22525">
                  <c:v>6.3791099999999998</c:v>
                </c:pt>
                <c:pt idx="22526">
                  <c:v>6.3794199999999996</c:v>
                </c:pt>
                <c:pt idx="22527">
                  <c:v>6.3797199999999998</c:v>
                </c:pt>
                <c:pt idx="22528">
                  <c:v>6.3800299999999996</c:v>
                </c:pt>
                <c:pt idx="22529">
                  <c:v>6.3803299999999998</c:v>
                </c:pt>
                <c:pt idx="22530">
                  <c:v>6.3806399999999996</c:v>
                </c:pt>
                <c:pt idx="22531">
                  <c:v>6.3809399999999998</c:v>
                </c:pt>
                <c:pt idx="22532">
                  <c:v>6.3812499999999996</c:v>
                </c:pt>
                <c:pt idx="22533">
                  <c:v>6.3815499999999998</c:v>
                </c:pt>
                <c:pt idx="22534">
                  <c:v>6.3818599999999996</c:v>
                </c:pt>
                <c:pt idx="22535">
                  <c:v>6.3821599999999998</c:v>
                </c:pt>
                <c:pt idx="22536">
                  <c:v>6.3824699999999996</c:v>
                </c:pt>
                <c:pt idx="22537">
                  <c:v>6.3827800000000003</c:v>
                </c:pt>
                <c:pt idx="22538">
                  <c:v>6.3830799999999996</c:v>
                </c:pt>
                <c:pt idx="22539">
                  <c:v>6.3833900000000003</c:v>
                </c:pt>
                <c:pt idx="22540">
                  <c:v>6.3836899999999996</c:v>
                </c:pt>
                <c:pt idx="22541">
                  <c:v>6.3840000000000003</c:v>
                </c:pt>
                <c:pt idx="22542">
                  <c:v>6.3842999999999996</c:v>
                </c:pt>
                <c:pt idx="22543">
                  <c:v>6.3846100000000003</c:v>
                </c:pt>
                <c:pt idx="22544">
                  <c:v>6.3849099999999996</c:v>
                </c:pt>
                <c:pt idx="22545">
                  <c:v>6.3852200000000003</c:v>
                </c:pt>
                <c:pt idx="22546">
                  <c:v>6.3855199999999996</c:v>
                </c:pt>
                <c:pt idx="22547">
                  <c:v>6.3858300000000003</c:v>
                </c:pt>
                <c:pt idx="22548">
                  <c:v>6.3861400000000001</c:v>
                </c:pt>
                <c:pt idx="22549">
                  <c:v>6.3864400000000003</c:v>
                </c:pt>
                <c:pt idx="22550">
                  <c:v>6.3867500000000001</c:v>
                </c:pt>
                <c:pt idx="22551">
                  <c:v>6.3870500000000003</c:v>
                </c:pt>
                <c:pt idx="22552">
                  <c:v>6.3873600000000001</c:v>
                </c:pt>
                <c:pt idx="22553">
                  <c:v>6.3876600000000003</c:v>
                </c:pt>
                <c:pt idx="22554">
                  <c:v>6.3879700000000001</c:v>
                </c:pt>
                <c:pt idx="22555">
                  <c:v>6.3882700000000003</c:v>
                </c:pt>
                <c:pt idx="22556">
                  <c:v>6.3885800000000001</c:v>
                </c:pt>
                <c:pt idx="22557">
                  <c:v>6.3888800000000003</c:v>
                </c:pt>
                <c:pt idx="22558">
                  <c:v>6.3891900000000001</c:v>
                </c:pt>
                <c:pt idx="22559">
                  <c:v>6.3894900000000003</c:v>
                </c:pt>
                <c:pt idx="22560">
                  <c:v>6.3898000000000001</c:v>
                </c:pt>
                <c:pt idx="22561">
                  <c:v>6.39011</c:v>
                </c:pt>
                <c:pt idx="22562">
                  <c:v>6.3904100000000001</c:v>
                </c:pt>
                <c:pt idx="22563">
                  <c:v>6.39072</c:v>
                </c:pt>
                <c:pt idx="22564">
                  <c:v>6.3910200000000001</c:v>
                </c:pt>
                <c:pt idx="22565">
                  <c:v>6.39133</c:v>
                </c:pt>
                <c:pt idx="22566">
                  <c:v>6.3916300000000001</c:v>
                </c:pt>
                <c:pt idx="22567">
                  <c:v>6.39194</c:v>
                </c:pt>
                <c:pt idx="22568">
                  <c:v>6.3922400000000001</c:v>
                </c:pt>
                <c:pt idx="22569">
                  <c:v>6.39255</c:v>
                </c:pt>
                <c:pt idx="22570">
                  <c:v>6.3928500000000001</c:v>
                </c:pt>
                <c:pt idx="22571">
                  <c:v>6.39316</c:v>
                </c:pt>
                <c:pt idx="22572">
                  <c:v>6.3934600000000001</c:v>
                </c:pt>
                <c:pt idx="22573">
                  <c:v>6.39377</c:v>
                </c:pt>
                <c:pt idx="22574">
                  <c:v>6.3940799999999998</c:v>
                </c:pt>
                <c:pt idx="22575">
                  <c:v>6.39438</c:v>
                </c:pt>
                <c:pt idx="22576">
                  <c:v>6.3946899999999998</c:v>
                </c:pt>
                <c:pt idx="22577">
                  <c:v>6.39499</c:v>
                </c:pt>
                <c:pt idx="22578">
                  <c:v>6.3952999999999998</c:v>
                </c:pt>
                <c:pt idx="22579">
                  <c:v>6.3956</c:v>
                </c:pt>
                <c:pt idx="22580">
                  <c:v>6.3959099999999998</c:v>
                </c:pt>
                <c:pt idx="22581">
                  <c:v>6.39621</c:v>
                </c:pt>
                <c:pt idx="22582">
                  <c:v>6.3965199999999998</c:v>
                </c:pt>
                <c:pt idx="22583">
                  <c:v>6.39682</c:v>
                </c:pt>
                <c:pt idx="22584">
                  <c:v>6.3971299999999998</c:v>
                </c:pt>
                <c:pt idx="22585">
                  <c:v>6.3974299999999999</c:v>
                </c:pt>
                <c:pt idx="22586">
                  <c:v>6.3977399999999998</c:v>
                </c:pt>
                <c:pt idx="22587">
                  <c:v>6.3980499999999996</c:v>
                </c:pt>
                <c:pt idx="22588">
                  <c:v>6.3983499999999998</c:v>
                </c:pt>
                <c:pt idx="22589">
                  <c:v>6.3986599999999996</c:v>
                </c:pt>
                <c:pt idx="22590">
                  <c:v>6.3989599999999998</c:v>
                </c:pt>
                <c:pt idx="22591">
                  <c:v>6.3992699999999996</c:v>
                </c:pt>
                <c:pt idx="22592">
                  <c:v>6.3995699999999998</c:v>
                </c:pt>
                <c:pt idx="22593">
                  <c:v>6.3998799999999996</c:v>
                </c:pt>
                <c:pt idx="22594">
                  <c:v>6.4001799999999998</c:v>
                </c:pt>
                <c:pt idx="22595">
                  <c:v>6.4004899999999996</c:v>
                </c:pt>
                <c:pt idx="22596">
                  <c:v>6.4007899999999998</c:v>
                </c:pt>
                <c:pt idx="22597">
                  <c:v>6.4010999999999996</c:v>
                </c:pt>
                <c:pt idx="22598">
                  <c:v>6.4013999999999998</c:v>
                </c:pt>
                <c:pt idx="22599">
                  <c:v>6.4017099999999996</c:v>
                </c:pt>
                <c:pt idx="22600">
                  <c:v>6.4020200000000003</c:v>
                </c:pt>
                <c:pt idx="22601">
                  <c:v>6.4023199999999996</c:v>
                </c:pt>
                <c:pt idx="22602">
                  <c:v>6.4026300000000003</c:v>
                </c:pt>
                <c:pt idx="22603">
                  <c:v>6.4029299999999996</c:v>
                </c:pt>
                <c:pt idx="22604">
                  <c:v>6.4032400000000003</c:v>
                </c:pt>
                <c:pt idx="22605">
                  <c:v>6.4035399999999996</c:v>
                </c:pt>
                <c:pt idx="22606">
                  <c:v>6.4038500000000003</c:v>
                </c:pt>
                <c:pt idx="22607">
                  <c:v>6.4041499999999996</c:v>
                </c:pt>
                <c:pt idx="22608">
                  <c:v>6.4044600000000003</c:v>
                </c:pt>
                <c:pt idx="22609">
                  <c:v>6.4047599999999996</c:v>
                </c:pt>
                <c:pt idx="22610">
                  <c:v>6.4050700000000003</c:v>
                </c:pt>
                <c:pt idx="22611">
                  <c:v>6.4053800000000001</c:v>
                </c:pt>
                <c:pt idx="22612">
                  <c:v>6.4056800000000003</c:v>
                </c:pt>
                <c:pt idx="22613">
                  <c:v>6.4059900000000001</c:v>
                </c:pt>
                <c:pt idx="22614">
                  <c:v>6.4062900000000003</c:v>
                </c:pt>
                <c:pt idx="22615">
                  <c:v>6.4066000000000001</c:v>
                </c:pt>
                <c:pt idx="22616">
                  <c:v>6.4069000000000003</c:v>
                </c:pt>
                <c:pt idx="22617">
                  <c:v>6.4072100000000001</c:v>
                </c:pt>
                <c:pt idx="22618">
                  <c:v>6.4075100000000003</c:v>
                </c:pt>
                <c:pt idx="22619">
                  <c:v>6.4078200000000001</c:v>
                </c:pt>
                <c:pt idx="22620">
                  <c:v>6.4081200000000003</c:v>
                </c:pt>
                <c:pt idx="22621">
                  <c:v>6.4084300000000001</c:v>
                </c:pt>
                <c:pt idx="22622">
                  <c:v>6.4087300000000003</c:v>
                </c:pt>
                <c:pt idx="22623">
                  <c:v>6.4090400000000001</c:v>
                </c:pt>
                <c:pt idx="22624">
                  <c:v>6.4093499999999999</c:v>
                </c:pt>
                <c:pt idx="22625">
                  <c:v>6.4096500000000001</c:v>
                </c:pt>
                <c:pt idx="22626">
                  <c:v>6.4099599999999999</c:v>
                </c:pt>
                <c:pt idx="22627">
                  <c:v>6.4102600000000001</c:v>
                </c:pt>
                <c:pt idx="22628">
                  <c:v>6.4105699999999999</c:v>
                </c:pt>
                <c:pt idx="22629">
                  <c:v>6.4108700000000001</c:v>
                </c:pt>
                <c:pt idx="22630">
                  <c:v>6.4111799999999999</c:v>
                </c:pt>
                <c:pt idx="22631">
                  <c:v>6.4114800000000001</c:v>
                </c:pt>
                <c:pt idx="22632">
                  <c:v>6.4117899999999999</c:v>
                </c:pt>
                <c:pt idx="22633">
                  <c:v>6.4120900000000001</c:v>
                </c:pt>
                <c:pt idx="22634">
                  <c:v>6.4123999999999999</c:v>
                </c:pt>
                <c:pt idx="22635">
                  <c:v>6.4127000000000001</c:v>
                </c:pt>
                <c:pt idx="22636">
                  <c:v>6.4130099999999999</c:v>
                </c:pt>
                <c:pt idx="22637">
                  <c:v>6.4133199999999997</c:v>
                </c:pt>
                <c:pt idx="22638">
                  <c:v>6.4136199999999999</c:v>
                </c:pt>
                <c:pt idx="22639">
                  <c:v>6.4139299999999997</c:v>
                </c:pt>
                <c:pt idx="22640">
                  <c:v>6.4142299999999999</c:v>
                </c:pt>
                <c:pt idx="22641">
                  <c:v>6.4145399999999997</c:v>
                </c:pt>
                <c:pt idx="22642">
                  <c:v>6.4148399999999999</c:v>
                </c:pt>
                <c:pt idx="22643">
                  <c:v>6.4151499999999997</c:v>
                </c:pt>
                <c:pt idx="22644">
                  <c:v>6.4154499999999999</c:v>
                </c:pt>
                <c:pt idx="22645">
                  <c:v>6.4157599999999997</c:v>
                </c:pt>
                <c:pt idx="22646">
                  <c:v>6.4160599999999999</c:v>
                </c:pt>
                <c:pt idx="22647">
                  <c:v>6.4163699999999997</c:v>
                </c:pt>
                <c:pt idx="22648">
                  <c:v>6.4166699999999999</c:v>
                </c:pt>
                <c:pt idx="22649">
                  <c:v>6.4169799999999997</c:v>
                </c:pt>
                <c:pt idx="22650">
                  <c:v>6.4172900000000004</c:v>
                </c:pt>
                <c:pt idx="22651">
                  <c:v>6.4175899999999997</c:v>
                </c:pt>
                <c:pt idx="22652">
                  <c:v>6.4179000000000004</c:v>
                </c:pt>
                <c:pt idx="22653">
                  <c:v>6.4181999999999997</c:v>
                </c:pt>
                <c:pt idx="22654">
                  <c:v>6.4185100000000004</c:v>
                </c:pt>
                <c:pt idx="22655">
                  <c:v>6.4188099999999997</c:v>
                </c:pt>
                <c:pt idx="22656">
                  <c:v>6.4191200000000004</c:v>
                </c:pt>
                <c:pt idx="22657">
                  <c:v>6.4194199999999997</c:v>
                </c:pt>
                <c:pt idx="22658">
                  <c:v>6.4197300000000004</c:v>
                </c:pt>
                <c:pt idx="22659">
                  <c:v>6.4200299999999997</c:v>
                </c:pt>
                <c:pt idx="22660">
                  <c:v>6.4203400000000004</c:v>
                </c:pt>
                <c:pt idx="22661">
                  <c:v>6.4206500000000002</c:v>
                </c:pt>
                <c:pt idx="22662">
                  <c:v>6.4209500000000004</c:v>
                </c:pt>
                <c:pt idx="22663">
                  <c:v>6.4212600000000002</c:v>
                </c:pt>
                <c:pt idx="22664">
                  <c:v>6.4215600000000004</c:v>
                </c:pt>
                <c:pt idx="22665">
                  <c:v>6.4218700000000002</c:v>
                </c:pt>
                <c:pt idx="22666">
                  <c:v>6.4221700000000004</c:v>
                </c:pt>
                <c:pt idx="22667">
                  <c:v>6.4224800000000002</c:v>
                </c:pt>
                <c:pt idx="22668">
                  <c:v>6.4227800000000004</c:v>
                </c:pt>
                <c:pt idx="22669">
                  <c:v>6.4230900000000002</c:v>
                </c:pt>
                <c:pt idx="22670">
                  <c:v>6.4233900000000004</c:v>
                </c:pt>
                <c:pt idx="22671">
                  <c:v>6.4237000000000002</c:v>
                </c:pt>
                <c:pt idx="22672">
                  <c:v>6.4240000000000004</c:v>
                </c:pt>
                <c:pt idx="22673">
                  <c:v>6.4243100000000002</c:v>
                </c:pt>
                <c:pt idx="22674">
                  <c:v>6.42462</c:v>
                </c:pt>
                <c:pt idx="22675">
                  <c:v>6.4249200000000002</c:v>
                </c:pt>
                <c:pt idx="22676">
                  <c:v>6.42523</c:v>
                </c:pt>
                <c:pt idx="22677">
                  <c:v>6.4255300000000002</c:v>
                </c:pt>
                <c:pt idx="22678">
                  <c:v>6.42584</c:v>
                </c:pt>
                <c:pt idx="22679">
                  <c:v>6.4261400000000002</c:v>
                </c:pt>
                <c:pt idx="22680">
                  <c:v>6.42645</c:v>
                </c:pt>
                <c:pt idx="22681">
                  <c:v>6.4267500000000002</c:v>
                </c:pt>
                <c:pt idx="22682">
                  <c:v>6.42706</c:v>
                </c:pt>
                <c:pt idx="22683">
                  <c:v>6.4273600000000002</c:v>
                </c:pt>
                <c:pt idx="22684">
                  <c:v>6.42767</c:v>
                </c:pt>
                <c:pt idx="22685">
                  <c:v>6.4279700000000002</c:v>
                </c:pt>
                <c:pt idx="22686">
                  <c:v>6.42828</c:v>
                </c:pt>
                <c:pt idx="22687">
                  <c:v>6.4285899999999998</c:v>
                </c:pt>
                <c:pt idx="22688">
                  <c:v>6.42889</c:v>
                </c:pt>
                <c:pt idx="22689">
                  <c:v>6.4291999999999998</c:v>
                </c:pt>
                <c:pt idx="22690">
                  <c:v>6.4295</c:v>
                </c:pt>
                <c:pt idx="22691">
                  <c:v>6.4298099999999998</c:v>
                </c:pt>
                <c:pt idx="22692">
                  <c:v>6.43011</c:v>
                </c:pt>
                <c:pt idx="22693">
                  <c:v>6.4304199999999998</c:v>
                </c:pt>
                <c:pt idx="22694">
                  <c:v>6.43072</c:v>
                </c:pt>
                <c:pt idx="22695">
                  <c:v>6.4310299999999998</c:v>
                </c:pt>
                <c:pt idx="22696">
                  <c:v>6.43133</c:v>
                </c:pt>
                <c:pt idx="22697">
                  <c:v>6.4316399999999998</c:v>
                </c:pt>
                <c:pt idx="22698">
                  <c:v>6.43194</c:v>
                </c:pt>
                <c:pt idx="22699">
                  <c:v>6.4322499999999998</c:v>
                </c:pt>
                <c:pt idx="22700">
                  <c:v>6.4325599999999996</c:v>
                </c:pt>
                <c:pt idx="22701">
                  <c:v>6.4328599999999998</c:v>
                </c:pt>
                <c:pt idx="22702">
                  <c:v>6.4331699999999996</c:v>
                </c:pt>
                <c:pt idx="22703">
                  <c:v>6.4334699999999998</c:v>
                </c:pt>
                <c:pt idx="22704">
                  <c:v>6.4337799999999996</c:v>
                </c:pt>
                <c:pt idx="22705">
                  <c:v>6.4340799999999998</c:v>
                </c:pt>
                <c:pt idx="22706">
                  <c:v>6.4343899999999996</c:v>
                </c:pt>
                <c:pt idx="22707">
                  <c:v>6.4346899999999998</c:v>
                </c:pt>
                <c:pt idx="22708">
                  <c:v>6.4349999999999996</c:v>
                </c:pt>
                <c:pt idx="22709">
                  <c:v>6.4352999999999998</c:v>
                </c:pt>
                <c:pt idx="22710">
                  <c:v>6.4356099999999996</c:v>
                </c:pt>
                <c:pt idx="22711">
                  <c:v>6.4359099999999998</c:v>
                </c:pt>
                <c:pt idx="22712">
                  <c:v>6.4362199999999996</c:v>
                </c:pt>
                <c:pt idx="22713">
                  <c:v>6.4365300000000003</c:v>
                </c:pt>
                <c:pt idx="22714">
                  <c:v>6.4368299999999996</c:v>
                </c:pt>
                <c:pt idx="22715">
                  <c:v>6.4371400000000003</c:v>
                </c:pt>
                <c:pt idx="22716">
                  <c:v>6.4374399999999996</c:v>
                </c:pt>
                <c:pt idx="22717">
                  <c:v>6.4377500000000003</c:v>
                </c:pt>
                <c:pt idx="22718">
                  <c:v>6.4380499999999996</c:v>
                </c:pt>
                <c:pt idx="22719">
                  <c:v>6.4383600000000003</c:v>
                </c:pt>
                <c:pt idx="22720">
                  <c:v>6.4386599999999996</c:v>
                </c:pt>
                <c:pt idx="22721">
                  <c:v>6.4389700000000003</c:v>
                </c:pt>
                <c:pt idx="22722">
                  <c:v>6.4392699999999996</c:v>
                </c:pt>
                <c:pt idx="22723">
                  <c:v>6.4395800000000003</c:v>
                </c:pt>
                <c:pt idx="22724">
                  <c:v>6.4398900000000001</c:v>
                </c:pt>
                <c:pt idx="22725">
                  <c:v>6.4401900000000003</c:v>
                </c:pt>
                <c:pt idx="22726">
                  <c:v>6.4405000000000001</c:v>
                </c:pt>
                <c:pt idx="22727">
                  <c:v>6.4408000000000003</c:v>
                </c:pt>
                <c:pt idx="22728">
                  <c:v>6.4411100000000001</c:v>
                </c:pt>
                <c:pt idx="22729">
                  <c:v>6.4414100000000003</c:v>
                </c:pt>
                <c:pt idx="22730">
                  <c:v>6.4417200000000001</c:v>
                </c:pt>
                <c:pt idx="22731">
                  <c:v>6.4420200000000003</c:v>
                </c:pt>
                <c:pt idx="22732">
                  <c:v>6.4423300000000001</c:v>
                </c:pt>
                <c:pt idx="22733">
                  <c:v>6.4426300000000003</c:v>
                </c:pt>
                <c:pt idx="22734">
                  <c:v>6.4429400000000001</c:v>
                </c:pt>
                <c:pt idx="22735">
                  <c:v>6.4432400000000003</c:v>
                </c:pt>
                <c:pt idx="22736">
                  <c:v>6.4435500000000001</c:v>
                </c:pt>
                <c:pt idx="22737">
                  <c:v>6.4438599999999999</c:v>
                </c:pt>
                <c:pt idx="22738">
                  <c:v>6.4441600000000001</c:v>
                </c:pt>
                <c:pt idx="22739">
                  <c:v>6.4444699999999999</c:v>
                </c:pt>
                <c:pt idx="22740">
                  <c:v>6.4447700000000001</c:v>
                </c:pt>
                <c:pt idx="22741">
                  <c:v>6.4450799999999999</c:v>
                </c:pt>
                <c:pt idx="22742">
                  <c:v>6.4453800000000001</c:v>
                </c:pt>
                <c:pt idx="22743">
                  <c:v>6.4456899999999999</c:v>
                </c:pt>
                <c:pt idx="22744">
                  <c:v>6.4459900000000001</c:v>
                </c:pt>
                <c:pt idx="22745">
                  <c:v>6.4462999999999999</c:v>
                </c:pt>
                <c:pt idx="22746">
                  <c:v>6.4466000000000001</c:v>
                </c:pt>
                <c:pt idx="22747">
                  <c:v>6.4469099999999999</c:v>
                </c:pt>
                <c:pt idx="22748">
                  <c:v>6.4472100000000001</c:v>
                </c:pt>
                <c:pt idx="22749">
                  <c:v>6.4475199999999999</c:v>
                </c:pt>
                <c:pt idx="22750">
                  <c:v>6.4478299999999997</c:v>
                </c:pt>
                <c:pt idx="22751">
                  <c:v>6.4481299999999999</c:v>
                </c:pt>
                <c:pt idx="22752">
                  <c:v>6.4484399999999997</c:v>
                </c:pt>
                <c:pt idx="22753">
                  <c:v>6.4487399999999999</c:v>
                </c:pt>
                <c:pt idx="22754">
                  <c:v>6.4490499999999997</c:v>
                </c:pt>
                <c:pt idx="22755">
                  <c:v>6.4493499999999999</c:v>
                </c:pt>
                <c:pt idx="22756">
                  <c:v>6.4496599999999997</c:v>
                </c:pt>
                <c:pt idx="22757">
                  <c:v>6.4499599999999999</c:v>
                </c:pt>
                <c:pt idx="22758">
                  <c:v>6.4502699999999997</c:v>
                </c:pt>
                <c:pt idx="22759">
                  <c:v>6.4505699999999999</c:v>
                </c:pt>
                <c:pt idx="22760">
                  <c:v>6.4508799999999997</c:v>
                </c:pt>
                <c:pt idx="22761">
                  <c:v>6.4511799999999999</c:v>
                </c:pt>
                <c:pt idx="22762">
                  <c:v>6.4514899999999997</c:v>
                </c:pt>
                <c:pt idx="22763">
                  <c:v>6.4518000000000004</c:v>
                </c:pt>
                <c:pt idx="22764">
                  <c:v>6.4520999999999997</c:v>
                </c:pt>
                <c:pt idx="22765">
                  <c:v>6.4524100000000004</c:v>
                </c:pt>
                <c:pt idx="22766">
                  <c:v>6.4527099999999997</c:v>
                </c:pt>
                <c:pt idx="22767">
                  <c:v>6.4530200000000004</c:v>
                </c:pt>
                <c:pt idx="22768">
                  <c:v>6.4533199999999997</c:v>
                </c:pt>
                <c:pt idx="22769">
                  <c:v>6.4536300000000004</c:v>
                </c:pt>
                <c:pt idx="22770">
                  <c:v>6.4539299999999997</c:v>
                </c:pt>
                <c:pt idx="22771">
                  <c:v>6.4542400000000004</c:v>
                </c:pt>
                <c:pt idx="22772">
                  <c:v>6.4545399999999997</c:v>
                </c:pt>
                <c:pt idx="22773">
                  <c:v>6.4548500000000004</c:v>
                </c:pt>
                <c:pt idx="22774">
                  <c:v>6.4551499999999997</c:v>
                </c:pt>
                <c:pt idx="22775">
                  <c:v>6.4554600000000004</c:v>
                </c:pt>
                <c:pt idx="22776">
                  <c:v>6.4557700000000002</c:v>
                </c:pt>
                <c:pt idx="22777">
                  <c:v>6.4560700000000004</c:v>
                </c:pt>
                <c:pt idx="22778">
                  <c:v>6.4563800000000002</c:v>
                </c:pt>
                <c:pt idx="22779">
                  <c:v>6.4566800000000004</c:v>
                </c:pt>
                <c:pt idx="22780">
                  <c:v>6.4569900000000002</c:v>
                </c:pt>
                <c:pt idx="22781">
                  <c:v>6.4572900000000004</c:v>
                </c:pt>
                <c:pt idx="22782">
                  <c:v>6.4576000000000002</c:v>
                </c:pt>
                <c:pt idx="22783">
                  <c:v>6.4579000000000004</c:v>
                </c:pt>
                <c:pt idx="22784">
                  <c:v>6.4582100000000002</c:v>
                </c:pt>
                <c:pt idx="22785">
                  <c:v>6.4585100000000004</c:v>
                </c:pt>
                <c:pt idx="22786">
                  <c:v>6.4588200000000002</c:v>
                </c:pt>
                <c:pt idx="22787">
                  <c:v>6.45913</c:v>
                </c:pt>
                <c:pt idx="22788">
                  <c:v>6.4594300000000002</c:v>
                </c:pt>
                <c:pt idx="22789">
                  <c:v>6.45974</c:v>
                </c:pt>
                <c:pt idx="22790">
                  <c:v>6.4600400000000002</c:v>
                </c:pt>
                <c:pt idx="22791">
                  <c:v>6.46035</c:v>
                </c:pt>
                <c:pt idx="22792">
                  <c:v>6.4606500000000002</c:v>
                </c:pt>
                <c:pt idx="22793">
                  <c:v>6.46096</c:v>
                </c:pt>
                <c:pt idx="22794">
                  <c:v>6.4612600000000002</c:v>
                </c:pt>
                <c:pt idx="22795">
                  <c:v>6.46157</c:v>
                </c:pt>
                <c:pt idx="22796">
                  <c:v>6.4618700000000002</c:v>
                </c:pt>
                <c:pt idx="22797">
                  <c:v>6.46218</c:v>
                </c:pt>
                <c:pt idx="22798">
                  <c:v>6.4624800000000002</c:v>
                </c:pt>
                <c:pt idx="22799">
                  <c:v>6.46279</c:v>
                </c:pt>
                <c:pt idx="22800">
                  <c:v>6.4630999999999998</c:v>
                </c:pt>
                <c:pt idx="22801">
                  <c:v>6.4634</c:v>
                </c:pt>
                <c:pt idx="22802">
                  <c:v>6.4637099999999998</c:v>
                </c:pt>
                <c:pt idx="22803">
                  <c:v>6.46401</c:v>
                </c:pt>
                <c:pt idx="22804">
                  <c:v>6.4643199999999998</c:v>
                </c:pt>
                <c:pt idx="22805">
                  <c:v>6.46462</c:v>
                </c:pt>
                <c:pt idx="22806">
                  <c:v>6.4649299999999998</c:v>
                </c:pt>
                <c:pt idx="22807">
                  <c:v>6.46523</c:v>
                </c:pt>
                <c:pt idx="22808">
                  <c:v>6.4655399999999998</c:v>
                </c:pt>
                <c:pt idx="22809">
                  <c:v>6.46584</c:v>
                </c:pt>
                <c:pt idx="22810">
                  <c:v>6.4661499999999998</c:v>
                </c:pt>
                <c:pt idx="22811">
                  <c:v>6.46645</c:v>
                </c:pt>
                <c:pt idx="22812">
                  <c:v>6.4667599999999998</c:v>
                </c:pt>
                <c:pt idx="22813">
                  <c:v>6.4670699999999997</c:v>
                </c:pt>
                <c:pt idx="22814">
                  <c:v>6.4673699999999998</c:v>
                </c:pt>
                <c:pt idx="22815">
                  <c:v>6.4676799999999997</c:v>
                </c:pt>
                <c:pt idx="22816">
                  <c:v>6.4679799999999998</c:v>
                </c:pt>
                <c:pt idx="22817">
                  <c:v>6.4682899999999997</c:v>
                </c:pt>
                <c:pt idx="22818">
                  <c:v>6.4685899999999998</c:v>
                </c:pt>
                <c:pt idx="22819">
                  <c:v>6.4688999999999997</c:v>
                </c:pt>
                <c:pt idx="22820">
                  <c:v>6.4691999999999998</c:v>
                </c:pt>
                <c:pt idx="22821">
                  <c:v>6.4695099999999996</c:v>
                </c:pt>
                <c:pt idx="22822">
                  <c:v>6.4698099999999998</c:v>
                </c:pt>
                <c:pt idx="22823">
                  <c:v>6.4701199999999996</c:v>
                </c:pt>
                <c:pt idx="22824">
                  <c:v>6.4704199999999998</c:v>
                </c:pt>
                <c:pt idx="22825">
                  <c:v>6.4707299999999996</c:v>
                </c:pt>
                <c:pt idx="22826">
                  <c:v>6.4710400000000003</c:v>
                </c:pt>
                <c:pt idx="22827">
                  <c:v>6.4713399999999996</c:v>
                </c:pt>
                <c:pt idx="22828">
                  <c:v>6.4716500000000003</c:v>
                </c:pt>
                <c:pt idx="22829">
                  <c:v>6.4719499999999996</c:v>
                </c:pt>
                <c:pt idx="22830">
                  <c:v>6.4722600000000003</c:v>
                </c:pt>
                <c:pt idx="22831">
                  <c:v>6.4725599999999996</c:v>
                </c:pt>
                <c:pt idx="22832">
                  <c:v>6.4728700000000003</c:v>
                </c:pt>
                <c:pt idx="22833">
                  <c:v>6.4731699999999996</c:v>
                </c:pt>
                <c:pt idx="22834">
                  <c:v>6.4734800000000003</c:v>
                </c:pt>
                <c:pt idx="22835">
                  <c:v>6.4737799999999996</c:v>
                </c:pt>
                <c:pt idx="22836">
                  <c:v>6.4740900000000003</c:v>
                </c:pt>
                <c:pt idx="22837">
                  <c:v>6.4743899999999996</c:v>
                </c:pt>
                <c:pt idx="22838">
                  <c:v>6.4747000000000003</c:v>
                </c:pt>
                <c:pt idx="22839">
                  <c:v>6.4750100000000002</c:v>
                </c:pt>
                <c:pt idx="22840">
                  <c:v>6.4753100000000003</c:v>
                </c:pt>
                <c:pt idx="22841">
                  <c:v>6.4756200000000002</c:v>
                </c:pt>
                <c:pt idx="22842">
                  <c:v>6.4759200000000003</c:v>
                </c:pt>
                <c:pt idx="22843">
                  <c:v>6.4762300000000002</c:v>
                </c:pt>
                <c:pt idx="22844">
                  <c:v>6.4765300000000003</c:v>
                </c:pt>
                <c:pt idx="22845">
                  <c:v>6.4768400000000002</c:v>
                </c:pt>
                <c:pt idx="22846">
                  <c:v>6.4771400000000003</c:v>
                </c:pt>
                <c:pt idx="22847">
                  <c:v>6.4774500000000002</c:v>
                </c:pt>
                <c:pt idx="22848">
                  <c:v>6.4777500000000003</c:v>
                </c:pt>
                <c:pt idx="22849">
                  <c:v>6.4780600000000002</c:v>
                </c:pt>
                <c:pt idx="22850">
                  <c:v>6.47837</c:v>
                </c:pt>
                <c:pt idx="22851">
                  <c:v>6.4786700000000002</c:v>
                </c:pt>
                <c:pt idx="22852">
                  <c:v>6.47898</c:v>
                </c:pt>
                <c:pt idx="22853">
                  <c:v>6.4792800000000002</c:v>
                </c:pt>
                <c:pt idx="22854">
                  <c:v>6.47959</c:v>
                </c:pt>
                <c:pt idx="22855">
                  <c:v>6.4798900000000001</c:v>
                </c:pt>
                <c:pt idx="22856">
                  <c:v>6.4802</c:v>
                </c:pt>
                <c:pt idx="22857">
                  <c:v>6.4805000000000001</c:v>
                </c:pt>
                <c:pt idx="22858">
                  <c:v>6.48081</c:v>
                </c:pt>
                <c:pt idx="22859">
                  <c:v>6.4811100000000001</c:v>
                </c:pt>
                <c:pt idx="22860">
                  <c:v>6.48142</c:v>
                </c:pt>
                <c:pt idx="22861">
                  <c:v>6.4817200000000001</c:v>
                </c:pt>
                <c:pt idx="22862">
                  <c:v>6.48203</c:v>
                </c:pt>
                <c:pt idx="22863">
                  <c:v>6.4823399999999998</c:v>
                </c:pt>
                <c:pt idx="22864">
                  <c:v>6.48264</c:v>
                </c:pt>
                <c:pt idx="22865">
                  <c:v>6.4829499999999998</c:v>
                </c:pt>
                <c:pt idx="22866">
                  <c:v>6.48325</c:v>
                </c:pt>
                <c:pt idx="22867">
                  <c:v>6.4835599999999998</c:v>
                </c:pt>
                <c:pt idx="22868">
                  <c:v>6.48386</c:v>
                </c:pt>
                <c:pt idx="22869">
                  <c:v>6.4841699999999998</c:v>
                </c:pt>
                <c:pt idx="22870">
                  <c:v>6.48447</c:v>
                </c:pt>
                <c:pt idx="22871">
                  <c:v>6.4847799999999998</c:v>
                </c:pt>
                <c:pt idx="22872">
                  <c:v>6.48508</c:v>
                </c:pt>
                <c:pt idx="22873">
                  <c:v>6.4853899999999998</c:v>
                </c:pt>
                <c:pt idx="22874">
                  <c:v>6.48569</c:v>
                </c:pt>
                <c:pt idx="22875">
                  <c:v>6.4859999999999998</c:v>
                </c:pt>
                <c:pt idx="22876">
                  <c:v>6.4863099999999996</c:v>
                </c:pt>
                <c:pt idx="22877">
                  <c:v>6.4866099999999998</c:v>
                </c:pt>
                <c:pt idx="22878">
                  <c:v>6.4869199999999996</c:v>
                </c:pt>
                <c:pt idx="22879">
                  <c:v>6.4872199999999998</c:v>
                </c:pt>
                <c:pt idx="22880">
                  <c:v>6.4875299999999996</c:v>
                </c:pt>
                <c:pt idx="22881">
                  <c:v>6.4878299999999998</c:v>
                </c:pt>
                <c:pt idx="22882">
                  <c:v>6.4881399999999996</c:v>
                </c:pt>
                <c:pt idx="22883">
                  <c:v>6.4884399999999998</c:v>
                </c:pt>
                <c:pt idx="22884">
                  <c:v>6.4887499999999996</c:v>
                </c:pt>
                <c:pt idx="22885">
                  <c:v>6.4890499999999998</c:v>
                </c:pt>
                <c:pt idx="22886">
                  <c:v>6.4893599999999996</c:v>
                </c:pt>
                <c:pt idx="22887">
                  <c:v>6.4896599999999998</c:v>
                </c:pt>
                <c:pt idx="22888">
                  <c:v>6.4899699999999996</c:v>
                </c:pt>
                <c:pt idx="22889">
                  <c:v>6.4902800000000003</c:v>
                </c:pt>
                <c:pt idx="22890">
                  <c:v>6.4905799999999996</c:v>
                </c:pt>
                <c:pt idx="22891">
                  <c:v>6.4908900000000003</c:v>
                </c:pt>
                <c:pt idx="22892">
                  <c:v>6.4911899999999996</c:v>
                </c:pt>
                <c:pt idx="22893">
                  <c:v>6.4915000000000003</c:v>
                </c:pt>
                <c:pt idx="22894">
                  <c:v>6.4917999999999996</c:v>
                </c:pt>
                <c:pt idx="22895">
                  <c:v>6.4921100000000003</c:v>
                </c:pt>
                <c:pt idx="22896">
                  <c:v>6.4924099999999996</c:v>
                </c:pt>
                <c:pt idx="22897">
                  <c:v>6.4927200000000003</c:v>
                </c:pt>
                <c:pt idx="22898">
                  <c:v>6.4930199999999996</c:v>
                </c:pt>
                <c:pt idx="22899">
                  <c:v>6.4933300000000003</c:v>
                </c:pt>
                <c:pt idx="22900">
                  <c:v>6.4936400000000001</c:v>
                </c:pt>
                <c:pt idx="22901">
                  <c:v>6.4939400000000003</c:v>
                </c:pt>
                <c:pt idx="22902">
                  <c:v>6.4942500000000001</c:v>
                </c:pt>
                <c:pt idx="22903">
                  <c:v>6.4945500000000003</c:v>
                </c:pt>
                <c:pt idx="22904">
                  <c:v>6.4948600000000001</c:v>
                </c:pt>
                <c:pt idx="22905">
                  <c:v>6.4951600000000003</c:v>
                </c:pt>
                <c:pt idx="22906">
                  <c:v>6.4954700000000001</c:v>
                </c:pt>
                <c:pt idx="22907">
                  <c:v>6.4957700000000003</c:v>
                </c:pt>
                <c:pt idx="22908">
                  <c:v>6.4960800000000001</c:v>
                </c:pt>
                <c:pt idx="22909">
                  <c:v>6.4963800000000003</c:v>
                </c:pt>
                <c:pt idx="22910">
                  <c:v>6.4966900000000001</c:v>
                </c:pt>
                <c:pt idx="22911">
                  <c:v>6.4969900000000003</c:v>
                </c:pt>
                <c:pt idx="22912">
                  <c:v>6.4973000000000001</c:v>
                </c:pt>
                <c:pt idx="22913">
                  <c:v>6.4976099999999999</c:v>
                </c:pt>
                <c:pt idx="22914">
                  <c:v>6.4979100000000001</c:v>
                </c:pt>
                <c:pt idx="22915">
                  <c:v>6.4982199999999999</c:v>
                </c:pt>
                <c:pt idx="22916">
                  <c:v>6.4985200000000001</c:v>
                </c:pt>
                <c:pt idx="22917">
                  <c:v>6.4988299999999999</c:v>
                </c:pt>
                <c:pt idx="22918">
                  <c:v>6.4991300000000001</c:v>
                </c:pt>
                <c:pt idx="22919">
                  <c:v>6.4994399999999999</c:v>
                </c:pt>
                <c:pt idx="22920">
                  <c:v>6.4997400000000001</c:v>
                </c:pt>
                <c:pt idx="22921">
                  <c:v>6.5000499999999999</c:v>
                </c:pt>
                <c:pt idx="22922">
                  <c:v>6.5003500000000001</c:v>
                </c:pt>
                <c:pt idx="22923">
                  <c:v>6.5006599999999999</c:v>
                </c:pt>
                <c:pt idx="22924">
                  <c:v>6.5009600000000001</c:v>
                </c:pt>
                <c:pt idx="22925">
                  <c:v>6.5012699999999999</c:v>
                </c:pt>
                <c:pt idx="22926">
                  <c:v>6.5015799999999997</c:v>
                </c:pt>
                <c:pt idx="22927">
                  <c:v>6.5018799999999999</c:v>
                </c:pt>
                <c:pt idx="22928">
                  <c:v>6.5021899999999997</c:v>
                </c:pt>
                <c:pt idx="22929">
                  <c:v>6.5024899999999999</c:v>
                </c:pt>
                <c:pt idx="22930">
                  <c:v>6.5027999999999997</c:v>
                </c:pt>
                <c:pt idx="22931">
                  <c:v>6.5030999999999999</c:v>
                </c:pt>
                <c:pt idx="22932">
                  <c:v>6.5034099999999997</c:v>
                </c:pt>
                <c:pt idx="22933">
                  <c:v>6.5037099999999999</c:v>
                </c:pt>
                <c:pt idx="22934">
                  <c:v>6.5040199999999997</c:v>
                </c:pt>
                <c:pt idx="22935">
                  <c:v>6.5043199999999999</c:v>
                </c:pt>
                <c:pt idx="22936">
                  <c:v>6.5046299999999997</c:v>
                </c:pt>
                <c:pt idx="22937">
                  <c:v>6.5049299999999999</c:v>
                </c:pt>
                <c:pt idx="22938">
                  <c:v>6.5052399999999997</c:v>
                </c:pt>
                <c:pt idx="22939">
                  <c:v>6.5055500000000004</c:v>
                </c:pt>
                <c:pt idx="22940">
                  <c:v>6.5058499999999997</c:v>
                </c:pt>
                <c:pt idx="22941">
                  <c:v>6.5061600000000004</c:v>
                </c:pt>
                <c:pt idx="22942">
                  <c:v>6.5064599999999997</c:v>
                </c:pt>
                <c:pt idx="22943">
                  <c:v>6.5067700000000004</c:v>
                </c:pt>
                <c:pt idx="22944">
                  <c:v>6.5070699999999997</c:v>
                </c:pt>
                <c:pt idx="22945">
                  <c:v>6.5073800000000004</c:v>
                </c:pt>
                <c:pt idx="22946">
                  <c:v>6.5076799999999997</c:v>
                </c:pt>
                <c:pt idx="22947">
                  <c:v>6.5079900000000004</c:v>
                </c:pt>
                <c:pt idx="22948">
                  <c:v>6.5082899999999997</c:v>
                </c:pt>
                <c:pt idx="22949">
                  <c:v>6.5086000000000004</c:v>
                </c:pt>
                <c:pt idx="22950">
                  <c:v>6.5088999999999997</c:v>
                </c:pt>
                <c:pt idx="22951">
                  <c:v>6.5092100000000004</c:v>
                </c:pt>
                <c:pt idx="22952">
                  <c:v>6.5095200000000002</c:v>
                </c:pt>
                <c:pt idx="22953">
                  <c:v>6.5098200000000004</c:v>
                </c:pt>
                <c:pt idx="22954">
                  <c:v>6.5101300000000002</c:v>
                </c:pt>
                <c:pt idx="22955">
                  <c:v>6.5104300000000004</c:v>
                </c:pt>
                <c:pt idx="22956">
                  <c:v>6.5107400000000002</c:v>
                </c:pt>
                <c:pt idx="22957">
                  <c:v>6.5110400000000004</c:v>
                </c:pt>
                <c:pt idx="22958">
                  <c:v>6.5113500000000002</c:v>
                </c:pt>
                <c:pt idx="22959">
                  <c:v>6.5116500000000004</c:v>
                </c:pt>
                <c:pt idx="22960">
                  <c:v>6.5119600000000002</c:v>
                </c:pt>
                <c:pt idx="22961">
                  <c:v>6.5122600000000004</c:v>
                </c:pt>
                <c:pt idx="22962">
                  <c:v>6.5125700000000002</c:v>
                </c:pt>
                <c:pt idx="22963">
                  <c:v>6.51288</c:v>
                </c:pt>
                <c:pt idx="22964">
                  <c:v>6.5131800000000002</c:v>
                </c:pt>
                <c:pt idx="22965">
                  <c:v>6.51349</c:v>
                </c:pt>
                <c:pt idx="22966">
                  <c:v>6.5137900000000002</c:v>
                </c:pt>
                <c:pt idx="22967">
                  <c:v>6.5141</c:v>
                </c:pt>
                <c:pt idx="22968">
                  <c:v>6.5144000000000002</c:v>
                </c:pt>
                <c:pt idx="22969">
                  <c:v>6.51471</c:v>
                </c:pt>
                <c:pt idx="22970">
                  <c:v>6.5150100000000002</c:v>
                </c:pt>
                <c:pt idx="22971">
                  <c:v>6.51532</c:v>
                </c:pt>
                <c:pt idx="22972">
                  <c:v>6.5156200000000002</c:v>
                </c:pt>
                <c:pt idx="22973">
                  <c:v>6.51593</c:v>
                </c:pt>
                <c:pt idx="22974">
                  <c:v>6.5162300000000002</c:v>
                </c:pt>
                <c:pt idx="22975">
                  <c:v>6.51654</c:v>
                </c:pt>
                <c:pt idx="22976">
                  <c:v>6.5168499999999998</c:v>
                </c:pt>
                <c:pt idx="22977">
                  <c:v>6.51715</c:v>
                </c:pt>
                <c:pt idx="22978">
                  <c:v>6.5174599999999998</c:v>
                </c:pt>
                <c:pt idx="22979">
                  <c:v>6.51776</c:v>
                </c:pt>
                <c:pt idx="22980">
                  <c:v>6.5180699999999998</c:v>
                </c:pt>
                <c:pt idx="22981">
                  <c:v>6.51837</c:v>
                </c:pt>
                <c:pt idx="22982">
                  <c:v>6.5186799999999998</c:v>
                </c:pt>
                <c:pt idx="22983">
                  <c:v>6.51898</c:v>
                </c:pt>
                <c:pt idx="22984">
                  <c:v>6.5192899999999998</c:v>
                </c:pt>
                <c:pt idx="22985">
                  <c:v>6.51959</c:v>
                </c:pt>
                <c:pt idx="22986">
                  <c:v>6.5198999999999998</c:v>
                </c:pt>
                <c:pt idx="22987">
                  <c:v>6.5202</c:v>
                </c:pt>
                <c:pt idx="22988">
                  <c:v>6.5205099999999998</c:v>
                </c:pt>
                <c:pt idx="22989">
                  <c:v>6.5208199999999996</c:v>
                </c:pt>
                <c:pt idx="22990">
                  <c:v>6.5211199999999998</c:v>
                </c:pt>
                <c:pt idx="22991">
                  <c:v>6.5214299999999996</c:v>
                </c:pt>
                <c:pt idx="22992">
                  <c:v>6.5217299999999998</c:v>
                </c:pt>
                <c:pt idx="22993">
                  <c:v>6.5220399999999996</c:v>
                </c:pt>
                <c:pt idx="22994">
                  <c:v>6.5223399999999998</c:v>
                </c:pt>
                <c:pt idx="22995">
                  <c:v>6.5226499999999996</c:v>
                </c:pt>
                <c:pt idx="22996">
                  <c:v>6.5229499999999998</c:v>
                </c:pt>
                <c:pt idx="22997">
                  <c:v>6.5232599999999996</c:v>
                </c:pt>
                <c:pt idx="22998">
                  <c:v>6.5235599999999998</c:v>
                </c:pt>
                <c:pt idx="22999">
                  <c:v>6.5238699999999996</c:v>
                </c:pt>
                <c:pt idx="23000">
                  <c:v>6.5241699999999998</c:v>
                </c:pt>
                <c:pt idx="23001">
                  <c:v>6.5244799999999996</c:v>
                </c:pt>
                <c:pt idx="23002">
                  <c:v>6.5247900000000003</c:v>
                </c:pt>
                <c:pt idx="23003">
                  <c:v>6.5250899999999996</c:v>
                </c:pt>
                <c:pt idx="23004">
                  <c:v>6.5254000000000003</c:v>
                </c:pt>
                <c:pt idx="23005">
                  <c:v>6.5256999999999996</c:v>
                </c:pt>
                <c:pt idx="23006">
                  <c:v>6.5260100000000003</c:v>
                </c:pt>
                <c:pt idx="23007">
                  <c:v>6.5263099999999996</c:v>
                </c:pt>
                <c:pt idx="23008">
                  <c:v>6.5266200000000003</c:v>
                </c:pt>
                <c:pt idx="23009">
                  <c:v>6.5269199999999996</c:v>
                </c:pt>
                <c:pt idx="23010">
                  <c:v>6.5272300000000003</c:v>
                </c:pt>
                <c:pt idx="23011">
                  <c:v>6.5275299999999996</c:v>
                </c:pt>
                <c:pt idx="23012">
                  <c:v>6.5278400000000003</c:v>
                </c:pt>
                <c:pt idx="23013">
                  <c:v>6.5281399999999996</c:v>
                </c:pt>
                <c:pt idx="23014">
                  <c:v>6.5284500000000003</c:v>
                </c:pt>
                <c:pt idx="23015">
                  <c:v>6.5287600000000001</c:v>
                </c:pt>
                <c:pt idx="23016">
                  <c:v>6.5290600000000003</c:v>
                </c:pt>
                <c:pt idx="23017">
                  <c:v>6.5293700000000001</c:v>
                </c:pt>
                <c:pt idx="23018">
                  <c:v>6.5296700000000003</c:v>
                </c:pt>
                <c:pt idx="23019">
                  <c:v>6.5299800000000001</c:v>
                </c:pt>
                <c:pt idx="23020">
                  <c:v>6.5302800000000003</c:v>
                </c:pt>
                <c:pt idx="23021">
                  <c:v>6.5305900000000001</c:v>
                </c:pt>
                <c:pt idx="23022">
                  <c:v>6.5308900000000003</c:v>
                </c:pt>
                <c:pt idx="23023">
                  <c:v>6.5312000000000001</c:v>
                </c:pt>
                <c:pt idx="23024">
                  <c:v>6.5315000000000003</c:v>
                </c:pt>
                <c:pt idx="23025">
                  <c:v>6.5318100000000001</c:v>
                </c:pt>
                <c:pt idx="23026">
                  <c:v>6.5321199999999999</c:v>
                </c:pt>
                <c:pt idx="23027">
                  <c:v>6.5324200000000001</c:v>
                </c:pt>
                <c:pt idx="23028">
                  <c:v>6.5327299999999999</c:v>
                </c:pt>
                <c:pt idx="23029">
                  <c:v>6.5330300000000001</c:v>
                </c:pt>
                <c:pt idx="23030">
                  <c:v>6.5333399999999999</c:v>
                </c:pt>
                <c:pt idx="23031">
                  <c:v>6.5336400000000001</c:v>
                </c:pt>
                <c:pt idx="23032">
                  <c:v>6.5339499999999999</c:v>
                </c:pt>
                <c:pt idx="23033">
                  <c:v>6.5342500000000001</c:v>
                </c:pt>
                <c:pt idx="23034">
                  <c:v>6.5345599999999999</c:v>
                </c:pt>
                <c:pt idx="23035">
                  <c:v>6.5348600000000001</c:v>
                </c:pt>
                <c:pt idx="23036">
                  <c:v>6.5351699999999999</c:v>
                </c:pt>
                <c:pt idx="23037">
                  <c:v>6.5354700000000001</c:v>
                </c:pt>
                <c:pt idx="23038">
                  <c:v>6.5357799999999999</c:v>
                </c:pt>
                <c:pt idx="23039">
                  <c:v>6.5360899999999997</c:v>
                </c:pt>
                <c:pt idx="23040">
                  <c:v>6.5363899999999999</c:v>
                </c:pt>
                <c:pt idx="23041">
                  <c:v>6.5366999999999997</c:v>
                </c:pt>
                <c:pt idx="23042">
                  <c:v>6.5369999999999999</c:v>
                </c:pt>
                <c:pt idx="23043">
                  <c:v>6.5373099999999997</c:v>
                </c:pt>
                <c:pt idx="23044">
                  <c:v>6.5376099999999999</c:v>
                </c:pt>
                <c:pt idx="23045">
                  <c:v>6.5379199999999997</c:v>
                </c:pt>
                <c:pt idx="23046">
                  <c:v>6.5382199999999999</c:v>
                </c:pt>
                <c:pt idx="23047">
                  <c:v>6.5385299999999997</c:v>
                </c:pt>
                <c:pt idx="23048">
                  <c:v>6.5388299999999999</c:v>
                </c:pt>
                <c:pt idx="23049">
                  <c:v>6.5391399999999997</c:v>
                </c:pt>
                <c:pt idx="23050">
                  <c:v>6.5394399999999999</c:v>
                </c:pt>
                <c:pt idx="23051">
                  <c:v>6.5397499999999997</c:v>
                </c:pt>
                <c:pt idx="23052">
                  <c:v>6.5400600000000004</c:v>
                </c:pt>
                <c:pt idx="23053">
                  <c:v>6.5403599999999997</c:v>
                </c:pt>
                <c:pt idx="23054">
                  <c:v>6.5406700000000004</c:v>
                </c:pt>
                <c:pt idx="23055">
                  <c:v>6.5409699999999997</c:v>
                </c:pt>
                <c:pt idx="23056">
                  <c:v>6.5412800000000004</c:v>
                </c:pt>
                <c:pt idx="23057">
                  <c:v>6.5415799999999997</c:v>
                </c:pt>
                <c:pt idx="23058">
                  <c:v>6.5418900000000004</c:v>
                </c:pt>
                <c:pt idx="23059">
                  <c:v>6.5421899999999997</c:v>
                </c:pt>
                <c:pt idx="23060">
                  <c:v>6.5425000000000004</c:v>
                </c:pt>
                <c:pt idx="23061">
                  <c:v>6.5427999999999997</c:v>
                </c:pt>
                <c:pt idx="23062">
                  <c:v>6.5431100000000004</c:v>
                </c:pt>
                <c:pt idx="23063">
                  <c:v>6.5434099999999997</c:v>
                </c:pt>
                <c:pt idx="23064">
                  <c:v>6.5437200000000004</c:v>
                </c:pt>
                <c:pt idx="23065">
                  <c:v>6.5440300000000002</c:v>
                </c:pt>
                <c:pt idx="23066">
                  <c:v>6.5443300000000004</c:v>
                </c:pt>
                <c:pt idx="23067">
                  <c:v>6.5446400000000002</c:v>
                </c:pt>
                <c:pt idx="23068">
                  <c:v>6.5449400000000004</c:v>
                </c:pt>
                <c:pt idx="23069">
                  <c:v>6.5452500000000002</c:v>
                </c:pt>
                <c:pt idx="23070">
                  <c:v>6.5455500000000004</c:v>
                </c:pt>
                <c:pt idx="23071">
                  <c:v>6.5458600000000002</c:v>
                </c:pt>
                <c:pt idx="23072">
                  <c:v>6.5461600000000004</c:v>
                </c:pt>
                <c:pt idx="23073">
                  <c:v>6.5464700000000002</c:v>
                </c:pt>
                <c:pt idx="23074">
                  <c:v>6.5467700000000004</c:v>
                </c:pt>
                <c:pt idx="23075">
                  <c:v>6.5470800000000002</c:v>
                </c:pt>
                <c:pt idx="23076">
                  <c:v>6.54739</c:v>
                </c:pt>
                <c:pt idx="23077">
                  <c:v>6.5476900000000002</c:v>
                </c:pt>
                <c:pt idx="23078">
                  <c:v>6.548</c:v>
                </c:pt>
                <c:pt idx="23079">
                  <c:v>6.5483000000000002</c:v>
                </c:pt>
                <c:pt idx="23080">
                  <c:v>6.54861</c:v>
                </c:pt>
                <c:pt idx="23081">
                  <c:v>6.5489100000000002</c:v>
                </c:pt>
                <c:pt idx="23082">
                  <c:v>6.54922</c:v>
                </c:pt>
                <c:pt idx="23083">
                  <c:v>6.5495200000000002</c:v>
                </c:pt>
                <c:pt idx="23084">
                  <c:v>6.54983</c:v>
                </c:pt>
                <c:pt idx="23085">
                  <c:v>6.5501300000000002</c:v>
                </c:pt>
                <c:pt idx="23086">
                  <c:v>6.55044</c:v>
                </c:pt>
                <c:pt idx="23087">
                  <c:v>6.5507400000000002</c:v>
                </c:pt>
                <c:pt idx="23088">
                  <c:v>6.55105</c:v>
                </c:pt>
                <c:pt idx="23089">
                  <c:v>6.5513599999999999</c:v>
                </c:pt>
                <c:pt idx="23090">
                  <c:v>6.55166</c:v>
                </c:pt>
                <c:pt idx="23091">
                  <c:v>6.5519699999999998</c:v>
                </c:pt>
                <c:pt idx="23092">
                  <c:v>6.55227</c:v>
                </c:pt>
                <c:pt idx="23093">
                  <c:v>6.5525799999999998</c:v>
                </c:pt>
                <c:pt idx="23094">
                  <c:v>6.55288</c:v>
                </c:pt>
                <c:pt idx="23095">
                  <c:v>6.5531899999999998</c:v>
                </c:pt>
                <c:pt idx="23096">
                  <c:v>6.55349</c:v>
                </c:pt>
                <c:pt idx="23097">
                  <c:v>6.5537999999999998</c:v>
                </c:pt>
                <c:pt idx="23098">
                  <c:v>6.5541</c:v>
                </c:pt>
                <c:pt idx="23099">
                  <c:v>6.5544099999999998</c:v>
                </c:pt>
                <c:pt idx="23100">
                  <c:v>6.55471</c:v>
                </c:pt>
                <c:pt idx="23101">
                  <c:v>6.5550199999999998</c:v>
                </c:pt>
                <c:pt idx="23102">
                  <c:v>6.5553299999999997</c:v>
                </c:pt>
                <c:pt idx="23103">
                  <c:v>6.5556299999999998</c:v>
                </c:pt>
                <c:pt idx="23104">
                  <c:v>6.5559399999999997</c:v>
                </c:pt>
                <c:pt idx="23105">
                  <c:v>6.5562399999999998</c:v>
                </c:pt>
                <c:pt idx="23106">
                  <c:v>6.5565499999999997</c:v>
                </c:pt>
                <c:pt idx="23107">
                  <c:v>6.5568499999999998</c:v>
                </c:pt>
                <c:pt idx="23108">
                  <c:v>6.5571599999999997</c:v>
                </c:pt>
                <c:pt idx="23109">
                  <c:v>6.5574599999999998</c:v>
                </c:pt>
                <c:pt idx="23110">
                  <c:v>6.5577699999999997</c:v>
                </c:pt>
                <c:pt idx="23111">
                  <c:v>6.5580699999999998</c:v>
                </c:pt>
                <c:pt idx="23112">
                  <c:v>6.5583799999999997</c:v>
                </c:pt>
                <c:pt idx="23113">
                  <c:v>6.5586799999999998</c:v>
                </c:pt>
                <c:pt idx="23114">
                  <c:v>6.5589899999999997</c:v>
                </c:pt>
                <c:pt idx="23115">
                  <c:v>6.5593000000000004</c:v>
                </c:pt>
                <c:pt idx="23116">
                  <c:v>6.5595999999999997</c:v>
                </c:pt>
                <c:pt idx="23117">
                  <c:v>6.5599100000000004</c:v>
                </c:pt>
                <c:pt idx="23118">
                  <c:v>6.5602099999999997</c:v>
                </c:pt>
                <c:pt idx="23119">
                  <c:v>6.5605200000000004</c:v>
                </c:pt>
                <c:pt idx="23120">
                  <c:v>6.5608199999999997</c:v>
                </c:pt>
                <c:pt idx="23121">
                  <c:v>6.5611300000000004</c:v>
                </c:pt>
                <c:pt idx="23122">
                  <c:v>6.5614299999999997</c:v>
                </c:pt>
                <c:pt idx="23123">
                  <c:v>6.5617400000000004</c:v>
                </c:pt>
                <c:pt idx="23124">
                  <c:v>6.5620399999999997</c:v>
                </c:pt>
                <c:pt idx="23125">
                  <c:v>6.5623500000000003</c:v>
                </c:pt>
                <c:pt idx="23126">
                  <c:v>6.5626499999999997</c:v>
                </c:pt>
                <c:pt idx="23127">
                  <c:v>6.5629600000000003</c:v>
                </c:pt>
                <c:pt idx="23128">
                  <c:v>6.5632700000000002</c:v>
                </c:pt>
                <c:pt idx="23129">
                  <c:v>6.5635700000000003</c:v>
                </c:pt>
                <c:pt idx="23130">
                  <c:v>6.5638800000000002</c:v>
                </c:pt>
                <c:pt idx="23131">
                  <c:v>6.5641800000000003</c:v>
                </c:pt>
                <c:pt idx="23132">
                  <c:v>6.5644900000000002</c:v>
                </c:pt>
                <c:pt idx="23133">
                  <c:v>6.5647900000000003</c:v>
                </c:pt>
                <c:pt idx="23134">
                  <c:v>6.5651000000000002</c:v>
                </c:pt>
                <c:pt idx="23135">
                  <c:v>6.5654000000000003</c:v>
                </c:pt>
                <c:pt idx="23136">
                  <c:v>6.5657100000000002</c:v>
                </c:pt>
                <c:pt idx="23137">
                  <c:v>6.5660100000000003</c:v>
                </c:pt>
                <c:pt idx="23138">
                  <c:v>6.5663200000000002</c:v>
                </c:pt>
                <c:pt idx="23139">
                  <c:v>6.56663</c:v>
                </c:pt>
                <c:pt idx="23140">
                  <c:v>6.5669300000000002</c:v>
                </c:pt>
                <c:pt idx="23141">
                  <c:v>6.56724</c:v>
                </c:pt>
                <c:pt idx="23142">
                  <c:v>6.5675400000000002</c:v>
                </c:pt>
                <c:pt idx="23143">
                  <c:v>6.56785</c:v>
                </c:pt>
                <c:pt idx="23144">
                  <c:v>6.5681500000000002</c:v>
                </c:pt>
                <c:pt idx="23145">
                  <c:v>6.56846</c:v>
                </c:pt>
                <c:pt idx="23146">
                  <c:v>6.5687600000000002</c:v>
                </c:pt>
                <c:pt idx="23147">
                  <c:v>6.56907</c:v>
                </c:pt>
                <c:pt idx="23148">
                  <c:v>6.5693700000000002</c:v>
                </c:pt>
                <c:pt idx="23149">
                  <c:v>6.56968</c:v>
                </c:pt>
                <c:pt idx="23150">
                  <c:v>6.5699800000000002</c:v>
                </c:pt>
                <c:pt idx="23151">
                  <c:v>6.57029</c:v>
                </c:pt>
                <c:pt idx="23152">
                  <c:v>6.5705999999999998</c:v>
                </c:pt>
                <c:pt idx="23153">
                  <c:v>6.5709</c:v>
                </c:pt>
                <c:pt idx="23154">
                  <c:v>6.5712099999999998</c:v>
                </c:pt>
                <c:pt idx="23155">
                  <c:v>6.57151</c:v>
                </c:pt>
                <c:pt idx="23156">
                  <c:v>6.5718199999999998</c:v>
                </c:pt>
                <c:pt idx="23157">
                  <c:v>6.57212</c:v>
                </c:pt>
                <c:pt idx="23158">
                  <c:v>6.5724299999999998</c:v>
                </c:pt>
                <c:pt idx="23159">
                  <c:v>6.57273</c:v>
                </c:pt>
                <c:pt idx="23160">
                  <c:v>6.5730399999999998</c:v>
                </c:pt>
                <c:pt idx="23161">
                  <c:v>6.57334</c:v>
                </c:pt>
                <c:pt idx="23162">
                  <c:v>6.5736499999999998</c:v>
                </c:pt>
                <c:pt idx="23163">
                  <c:v>6.57395</c:v>
                </c:pt>
                <c:pt idx="23164">
                  <c:v>6.5742599999999998</c:v>
                </c:pt>
                <c:pt idx="23165">
                  <c:v>6.5745699999999996</c:v>
                </c:pt>
                <c:pt idx="23166">
                  <c:v>6.5748699999999998</c:v>
                </c:pt>
                <c:pt idx="23167">
                  <c:v>6.5751799999999996</c:v>
                </c:pt>
                <c:pt idx="23168">
                  <c:v>6.5754799999999998</c:v>
                </c:pt>
                <c:pt idx="23169">
                  <c:v>6.5757899999999996</c:v>
                </c:pt>
                <c:pt idx="23170">
                  <c:v>6.5760899999999998</c:v>
                </c:pt>
                <c:pt idx="23171">
                  <c:v>6.5763999999999996</c:v>
                </c:pt>
                <c:pt idx="23172">
                  <c:v>6.5766999999999998</c:v>
                </c:pt>
                <c:pt idx="23173">
                  <c:v>6.5770099999999996</c:v>
                </c:pt>
                <c:pt idx="23174">
                  <c:v>6.5773099999999998</c:v>
                </c:pt>
                <c:pt idx="23175">
                  <c:v>6.5776199999999996</c:v>
                </c:pt>
                <c:pt idx="23176">
                  <c:v>6.5779199999999998</c:v>
                </c:pt>
                <c:pt idx="23177">
                  <c:v>6.5782299999999996</c:v>
                </c:pt>
                <c:pt idx="23178">
                  <c:v>6.5785400000000003</c:v>
                </c:pt>
                <c:pt idx="23179">
                  <c:v>6.5788399999999996</c:v>
                </c:pt>
                <c:pt idx="23180">
                  <c:v>6.5791500000000003</c:v>
                </c:pt>
                <c:pt idx="23181">
                  <c:v>6.5794499999999996</c:v>
                </c:pt>
                <c:pt idx="23182">
                  <c:v>6.5797600000000003</c:v>
                </c:pt>
                <c:pt idx="23183">
                  <c:v>6.5800599999999996</c:v>
                </c:pt>
                <c:pt idx="23184">
                  <c:v>6.5803700000000003</c:v>
                </c:pt>
                <c:pt idx="23185">
                  <c:v>6.5806699999999996</c:v>
                </c:pt>
                <c:pt idx="23186">
                  <c:v>6.5809800000000003</c:v>
                </c:pt>
                <c:pt idx="23187">
                  <c:v>6.5812799999999996</c:v>
                </c:pt>
                <c:pt idx="23188">
                  <c:v>6.5815900000000003</c:v>
                </c:pt>
                <c:pt idx="23189">
                  <c:v>6.5818899999999996</c:v>
                </c:pt>
                <c:pt idx="23190">
                  <c:v>6.5822000000000003</c:v>
                </c:pt>
                <c:pt idx="23191">
                  <c:v>6.5825100000000001</c:v>
                </c:pt>
                <c:pt idx="23192">
                  <c:v>6.5828100000000003</c:v>
                </c:pt>
                <c:pt idx="23193">
                  <c:v>6.5831200000000001</c:v>
                </c:pt>
                <c:pt idx="23194">
                  <c:v>6.5834200000000003</c:v>
                </c:pt>
                <c:pt idx="23195">
                  <c:v>6.5837300000000001</c:v>
                </c:pt>
                <c:pt idx="23196">
                  <c:v>6.5840300000000003</c:v>
                </c:pt>
                <c:pt idx="23197">
                  <c:v>6.5843400000000001</c:v>
                </c:pt>
                <c:pt idx="23198">
                  <c:v>6.5846400000000003</c:v>
                </c:pt>
                <c:pt idx="23199">
                  <c:v>6.5849500000000001</c:v>
                </c:pt>
                <c:pt idx="23200">
                  <c:v>6.5852500000000003</c:v>
                </c:pt>
                <c:pt idx="23201">
                  <c:v>6.5855600000000001</c:v>
                </c:pt>
                <c:pt idx="23202">
                  <c:v>6.5858699999999999</c:v>
                </c:pt>
                <c:pt idx="23203">
                  <c:v>6.5861700000000001</c:v>
                </c:pt>
                <c:pt idx="23204">
                  <c:v>6.5864799999999999</c:v>
                </c:pt>
                <c:pt idx="23205">
                  <c:v>6.5867800000000001</c:v>
                </c:pt>
                <c:pt idx="23206">
                  <c:v>6.5870899999999999</c:v>
                </c:pt>
                <c:pt idx="23207">
                  <c:v>6.5873900000000001</c:v>
                </c:pt>
                <c:pt idx="23208">
                  <c:v>6.5876999999999999</c:v>
                </c:pt>
                <c:pt idx="23209">
                  <c:v>6.5880000000000001</c:v>
                </c:pt>
                <c:pt idx="23210">
                  <c:v>6.5883099999999999</c:v>
                </c:pt>
                <c:pt idx="23211">
                  <c:v>6.5886100000000001</c:v>
                </c:pt>
                <c:pt idx="23212">
                  <c:v>6.5889199999999999</c:v>
                </c:pt>
                <c:pt idx="23213">
                  <c:v>6.5892200000000001</c:v>
                </c:pt>
                <c:pt idx="23214">
                  <c:v>6.5895299999999999</c:v>
                </c:pt>
                <c:pt idx="23215">
                  <c:v>6.5898399999999997</c:v>
                </c:pt>
                <c:pt idx="23216">
                  <c:v>6.5901399999999999</c:v>
                </c:pt>
                <c:pt idx="23217">
                  <c:v>6.5904499999999997</c:v>
                </c:pt>
                <c:pt idx="23218">
                  <c:v>6.5907499999999999</c:v>
                </c:pt>
                <c:pt idx="23219">
                  <c:v>6.5910599999999997</c:v>
                </c:pt>
                <c:pt idx="23220">
                  <c:v>6.5913599999999999</c:v>
                </c:pt>
                <c:pt idx="23221">
                  <c:v>6.5916699999999997</c:v>
                </c:pt>
                <c:pt idx="23222">
                  <c:v>6.5919699999999999</c:v>
                </c:pt>
                <c:pt idx="23223">
                  <c:v>6.5922799999999997</c:v>
                </c:pt>
                <c:pt idx="23224">
                  <c:v>6.5925799999999999</c:v>
                </c:pt>
                <c:pt idx="23225">
                  <c:v>6.5928899999999997</c:v>
                </c:pt>
                <c:pt idx="23226">
                  <c:v>6.5931899999999999</c:v>
                </c:pt>
                <c:pt idx="23227">
                  <c:v>6.5934999999999997</c:v>
                </c:pt>
                <c:pt idx="23228">
                  <c:v>6.5938100000000004</c:v>
                </c:pt>
                <c:pt idx="23229">
                  <c:v>6.5941099999999997</c:v>
                </c:pt>
                <c:pt idx="23230">
                  <c:v>6.5944200000000004</c:v>
                </c:pt>
                <c:pt idx="23231">
                  <c:v>6.5947199999999997</c:v>
                </c:pt>
                <c:pt idx="23232">
                  <c:v>6.5950300000000004</c:v>
                </c:pt>
                <c:pt idx="23233">
                  <c:v>6.5953299999999997</c:v>
                </c:pt>
                <c:pt idx="23234">
                  <c:v>6.5956400000000004</c:v>
                </c:pt>
                <c:pt idx="23235">
                  <c:v>6.5959399999999997</c:v>
                </c:pt>
                <c:pt idx="23236">
                  <c:v>6.5962500000000004</c:v>
                </c:pt>
                <c:pt idx="23237">
                  <c:v>6.5965499999999997</c:v>
                </c:pt>
                <c:pt idx="23238">
                  <c:v>6.5968600000000004</c:v>
                </c:pt>
                <c:pt idx="23239">
                  <c:v>6.5971599999999997</c:v>
                </c:pt>
                <c:pt idx="23240">
                  <c:v>6.5974700000000004</c:v>
                </c:pt>
                <c:pt idx="23241">
                  <c:v>6.5977800000000002</c:v>
                </c:pt>
                <c:pt idx="23242">
                  <c:v>6.5980800000000004</c:v>
                </c:pt>
                <c:pt idx="23243">
                  <c:v>6.5983900000000002</c:v>
                </c:pt>
                <c:pt idx="23244">
                  <c:v>6.5986900000000004</c:v>
                </c:pt>
                <c:pt idx="23245">
                  <c:v>6.5990000000000002</c:v>
                </c:pt>
                <c:pt idx="23246">
                  <c:v>6.5993000000000004</c:v>
                </c:pt>
                <c:pt idx="23247">
                  <c:v>6.5996100000000002</c:v>
                </c:pt>
                <c:pt idx="23248">
                  <c:v>6.5999100000000004</c:v>
                </c:pt>
                <c:pt idx="23249">
                  <c:v>6.6002200000000002</c:v>
                </c:pt>
                <c:pt idx="23250">
                  <c:v>6.6005200000000004</c:v>
                </c:pt>
                <c:pt idx="23251">
                  <c:v>6.6008300000000002</c:v>
                </c:pt>
                <c:pt idx="23252">
                  <c:v>6.60114</c:v>
                </c:pt>
                <c:pt idx="23253">
                  <c:v>6.6014400000000002</c:v>
                </c:pt>
                <c:pt idx="23254">
                  <c:v>6.60175</c:v>
                </c:pt>
                <c:pt idx="23255">
                  <c:v>6.6020500000000002</c:v>
                </c:pt>
                <c:pt idx="23256">
                  <c:v>6.60236</c:v>
                </c:pt>
                <c:pt idx="23257">
                  <c:v>6.6026600000000002</c:v>
                </c:pt>
                <c:pt idx="23258">
                  <c:v>6.60297</c:v>
                </c:pt>
                <c:pt idx="23259">
                  <c:v>6.6032700000000002</c:v>
                </c:pt>
                <c:pt idx="23260">
                  <c:v>6.60358</c:v>
                </c:pt>
                <c:pt idx="23261">
                  <c:v>6.6038800000000002</c:v>
                </c:pt>
                <c:pt idx="23262">
                  <c:v>6.60419</c:v>
                </c:pt>
                <c:pt idx="23263">
                  <c:v>6.6044900000000002</c:v>
                </c:pt>
                <c:pt idx="23264">
                  <c:v>6.6048</c:v>
                </c:pt>
                <c:pt idx="23265">
                  <c:v>6.6051099999999998</c:v>
                </c:pt>
                <c:pt idx="23266">
                  <c:v>6.60541</c:v>
                </c:pt>
                <c:pt idx="23267">
                  <c:v>6.6057199999999998</c:v>
                </c:pt>
                <c:pt idx="23268">
                  <c:v>6.60602</c:v>
                </c:pt>
                <c:pt idx="23269">
                  <c:v>6.6063299999999998</c:v>
                </c:pt>
                <c:pt idx="23270">
                  <c:v>6.60663</c:v>
                </c:pt>
                <c:pt idx="23271">
                  <c:v>6.6069399999999998</c:v>
                </c:pt>
                <c:pt idx="23272">
                  <c:v>6.60724</c:v>
                </c:pt>
                <c:pt idx="23273">
                  <c:v>6.6075499999999998</c:v>
                </c:pt>
                <c:pt idx="23274">
                  <c:v>6.60785</c:v>
                </c:pt>
                <c:pt idx="23275">
                  <c:v>6.6081599999999998</c:v>
                </c:pt>
                <c:pt idx="23276">
                  <c:v>6.60846</c:v>
                </c:pt>
                <c:pt idx="23277">
                  <c:v>6.6087699999999998</c:v>
                </c:pt>
                <c:pt idx="23278">
                  <c:v>6.6090799999999996</c:v>
                </c:pt>
                <c:pt idx="23279">
                  <c:v>6.6093799999999998</c:v>
                </c:pt>
                <c:pt idx="23280">
                  <c:v>6.6096899999999996</c:v>
                </c:pt>
                <c:pt idx="23281">
                  <c:v>6.6099899999999998</c:v>
                </c:pt>
                <c:pt idx="23282">
                  <c:v>6.6102999999999996</c:v>
                </c:pt>
                <c:pt idx="23283">
                  <c:v>6.6105999999999998</c:v>
                </c:pt>
                <c:pt idx="23284">
                  <c:v>6.6109099999999996</c:v>
                </c:pt>
                <c:pt idx="23285">
                  <c:v>6.6112099999999998</c:v>
                </c:pt>
                <c:pt idx="23286">
                  <c:v>6.6115199999999996</c:v>
                </c:pt>
                <c:pt idx="23287">
                  <c:v>6.6118199999999998</c:v>
                </c:pt>
                <c:pt idx="23288">
                  <c:v>6.6121299999999996</c:v>
                </c:pt>
                <c:pt idx="23289">
                  <c:v>6.6124299999999998</c:v>
                </c:pt>
                <c:pt idx="23290">
                  <c:v>6.6127399999999996</c:v>
                </c:pt>
                <c:pt idx="23291">
                  <c:v>6.6130500000000003</c:v>
                </c:pt>
                <c:pt idx="23292">
                  <c:v>6.6133499999999996</c:v>
                </c:pt>
                <c:pt idx="23293">
                  <c:v>6.6136600000000003</c:v>
                </c:pt>
                <c:pt idx="23294">
                  <c:v>6.6139599999999996</c:v>
                </c:pt>
                <c:pt idx="23295">
                  <c:v>6.6142700000000003</c:v>
                </c:pt>
                <c:pt idx="23296">
                  <c:v>6.6145699999999996</c:v>
                </c:pt>
                <c:pt idx="23297">
                  <c:v>6.6148800000000003</c:v>
                </c:pt>
                <c:pt idx="23298">
                  <c:v>6.6151799999999996</c:v>
                </c:pt>
                <c:pt idx="23299">
                  <c:v>6.6154900000000003</c:v>
                </c:pt>
                <c:pt idx="23300">
                  <c:v>6.6157899999999996</c:v>
                </c:pt>
                <c:pt idx="23301">
                  <c:v>6.6161000000000003</c:v>
                </c:pt>
                <c:pt idx="23302">
                  <c:v>6.6163999999999996</c:v>
                </c:pt>
                <c:pt idx="23303">
                  <c:v>6.6167100000000003</c:v>
                </c:pt>
                <c:pt idx="23304">
                  <c:v>6.6170200000000001</c:v>
                </c:pt>
                <c:pt idx="23305">
                  <c:v>6.6173200000000003</c:v>
                </c:pt>
                <c:pt idx="23306">
                  <c:v>6.6176300000000001</c:v>
                </c:pt>
                <c:pt idx="23307">
                  <c:v>6.6179300000000003</c:v>
                </c:pt>
                <c:pt idx="23308">
                  <c:v>6.6182400000000001</c:v>
                </c:pt>
                <c:pt idx="23309">
                  <c:v>6.6185400000000003</c:v>
                </c:pt>
                <c:pt idx="23310">
                  <c:v>6.6188500000000001</c:v>
                </c:pt>
                <c:pt idx="23311">
                  <c:v>6.6191500000000003</c:v>
                </c:pt>
                <c:pt idx="23312">
                  <c:v>6.6194600000000001</c:v>
                </c:pt>
                <c:pt idx="23313">
                  <c:v>6.6197600000000003</c:v>
                </c:pt>
                <c:pt idx="23314">
                  <c:v>6.6200700000000001</c:v>
                </c:pt>
                <c:pt idx="23315">
                  <c:v>6.6203799999999999</c:v>
                </c:pt>
                <c:pt idx="23316">
                  <c:v>6.6206800000000001</c:v>
                </c:pt>
                <c:pt idx="23317">
                  <c:v>6.6209899999999999</c:v>
                </c:pt>
                <c:pt idx="23318">
                  <c:v>6.6212900000000001</c:v>
                </c:pt>
                <c:pt idx="23319">
                  <c:v>6.6215999999999999</c:v>
                </c:pt>
                <c:pt idx="23320">
                  <c:v>6.6219000000000001</c:v>
                </c:pt>
                <c:pt idx="23321">
                  <c:v>6.6222099999999999</c:v>
                </c:pt>
                <c:pt idx="23322">
                  <c:v>6.6225100000000001</c:v>
                </c:pt>
                <c:pt idx="23323">
                  <c:v>6.6228199999999999</c:v>
                </c:pt>
                <c:pt idx="23324">
                  <c:v>6.6231200000000001</c:v>
                </c:pt>
                <c:pt idx="23325">
                  <c:v>6.6234299999999999</c:v>
                </c:pt>
                <c:pt idx="23326">
                  <c:v>6.6237300000000001</c:v>
                </c:pt>
                <c:pt idx="23327">
                  <c:v>6.6240399999999999</c:v>
                </c:pt>
                <c:pt idx="23328">
                  <c:v>6.6243499999999997</c:v>
                </c:pt>
                <c:pt idx="23329">
                  <c:v>6.6246499999999999</c:v>
                </c:pt>
                <c:pt idx="23330">
                  <c:v>6.6249599999999997</c:v>
                </c:pt>
                <c:pt idx="23331">
                  <c:v>6.6252599999999999</c:v>
                </c:pt>
                <c:pt idx="23332">
                  <c:v>6.6255699999999997</c:v>
                </c:pt>
                <c:pt idx="23333">
                  <c:v>6.6258699999999999</c:v>
                </c:pt>
                <c:pt idx="23334">
                  <c:v>6.6261799999999997</c:v>
                </c:pt>
                <c:pt idx="23335">
                  <c:v>6.6264799999999999</c:v>
                </c:pt>
                <c:pt idx="23336">
                  <c:v>6.6267899999999997</c:v>
                </c:pt>
                <c:pt idx="23337">
                  <c:v>6.6270899999999999</c:v>
                </c:pt>
                <c:pt idx="23338">
                  <c:v>6.6273999999999997</c:v>
                </c:pt>
                <c:pt idx="23339">
                  <c:v>6.6276999999999999</c:v>
                </c:pt>
                <c:pt idx="23340">
                  <c:v>6.6280099999999997</c:v>
                </c:pt>
                <c:pt idx="23341">
                  <c:v>6.6283200000000004</c:v>
                </c:pt>
                <c:pt idx="23342">
                  <c:v>6.6286199999999997</c:v>
                </c:pt>
                <c:pt idx="23343">
                  <c:v>6.6289300000000004</c:v>
                </c:pt>
                <c:pt idx="23344">
                  <c:v>6.6292299999999997</c:v>
                </c:pt>
                <c:pt idx="23345">
                  <c:v>6.6295400000000004</c:v>
                </c:pt>
                <c:pt idx="23346">
                  <c:v>6.6298399999999997</c:v>
                </c:pt>
                <c:pt idx="23347">
                  <c:v>6.6301500000000004</c:v>
                </c:pt>
                <c:pt idx="23348">
                  <c:v>6.6304499999999997</c:v>
                </c:pt>
                <c:pt idx="23349">
                  <c:v>6.6307600000000004</c:v>
                </c:pt>
                <c:pt idx="23350">
                  <c:v>6.6310599999999997</c:v>
                </c:pt>
                <c:pt idx="23351">
                  <c:v>6.6313700000000004</c:v>
                </c:pt>
                <c:pt idx="23352">
                  <c:v>6.6316699999999997</c:v>
                </c:pt>
                <c:pt idx="23353">
                  <c:v>6.6319800000000004</c:v>
                </c:pt>
                <c:pt idx="23354">
                  <c:v>6.6322900000000002</c:v>
                </c:pt>
                <c:pt idx="23355">
                  <c:v>6.6325900000000004</c:v>
                </c:pt>
                <c:pt idx="23356">
                  <c:v>6.6329000000000002</c:v>
                </c:pt>
                <c:pt idx="23357">
                  <c:v>6.6332000000000004</c:v>
                </c:pt>
                <c:pt idx="23358">
                  <c:v>6.6335100000000002</c:v>
                </c:pt>
                <c:pt idx="23359">
                  <c:v>6.6338100000000004</c:v>
                </c:pt>
                <c:pt idx="23360">
                  <c:v>6.6341200000000002</c:v>
                </c:pt>
                <c:pt idx="23361">
                  <c:v>6.6344200000000004</c:v>
                </c:pt>
                <c:pt idx="23362">
                  <c:v>6.6347300000000002</c:v>
                </c:pt>
                <c:pt idx="23363">
                  <c:v>6.6350300000000004</c:v>
                </c:pt>
                <c:pt idx="23364">
                  <c:v>6.6353400000000002</c:v>
                </c:pt>
                <c:pt idx="23365">
                  <c:v>6.6356400000000004</c:v>
                </c:pt>
                <c:pt idx="23366">
                  <c:v>6.6359500000000002</c:v>
                </c:pt>
                <c:pt idx="23367">
                  <c:v>6.63626</c:v>
                </c:pt>
                <c:pt idx="23368">
                  <c:v>6.6365600000000002</c:v>
                </c:pt>
                <c:pt idx="23369">
                  <c:v>6.63687</c:v>
                </c:pt>
                <c:pt idx="23370">
                  <c:v>6.6371700000000002</c:v>
                </c:pt>
                <c:pt idx="23371">
                  <c:v>6.63748</c:v>
                </c:pt>
                <c:pt idx="23372">
                  <c:v>6.6377800000000002</c:v>
                </c:pt>
                <c:pt idx="23373">
                  <c:v>6.63809</c:v>
                </c:pt>
                <c:pt idx="23374">
                  <c:v>6.6383900000000002</c:v>
                </c:pt>
                <c:pt idx="23375">
                  <c:v>6.6387</c:v>
                </c:pt>
                <c:pt idx="23376">
                  <c:v>6.6390000000000002</c:v>
                </c:pt>
                <c:pt idx="23377">
                  <c:v>6.63931</c:v>
                </c:pt>
                <c:pt idx="23378">
                  <c:v>6.6396199999999999</c:v>
                </c:pt>
                <c:pt idx="23379">
                  <c:v>6.63992</c:v>
                </c:pt>
                <c:pt idx="23380">
                  <c:v>6.6402299999999999</c:v>
                </c:pt>
                <c:pt idx="23381">
                  <c:v>6.64053</c:v>
                </c:pt>
                <c:pt idx="23382">
                  <c:v>6.6408399999999999</c:v>
                </c:pt>
                <c:pt idx="23383">
                  <c:v>6.64114</c:v>
                </c:pt>
                <c:pt idx="23384">
                  <c:v>6.6414499999999999</c:v>
                </c:pt>
                <c:pt idx="23385">
                  <c:v>6.64175</c:v>
                </c:pt>
                <c:pt idx="23386">
                  <c:v>6.6420599999999999</c:v>
                </c:pt>
                <c:pt idx="23387">
                  <c:v>6.64236</c:v>
                </c:pt>
                <c:pt idx="23388">
                  <c:v>6.6426699999999999</c:v>
                </c:pt>
                <c:pt idx="23389">
                  <c:v>6.64297</c:v>
                </c:pt>
                <c:pt idx="23390">
                  <c:v>6.6432799999999999</c:v>
                </c:pt>
                <c:pt idx="23391">
                  <c:v>6.6435899999999997</c:v>
                </c:pt>
                <c:pt idx="23392">
                  <c:v>6.6438899999999999</c:v>
                </c:pt>
                <c:pt idx="23393">
                  <c:v>6.6441999999999997</c:v>
                </c:pt>
                <c:pt idx="23394">
                  <c:v>6.6444999999999999</c:v>
                </c:pt>
                <c:pt idx="23395">
                  <c:v>6.6448099999999997</c:v>
                </c:pt>
                <c:pt idx="23396">
                  <c:v>6.6451099999999999</c:v>
                </c:pt>
                <c:pt idx="23397">
                  <c:v>6.6454199999999997</c:v>
                </c:pt>
                <c:pt idx="23398">
                  <c:v>6.6457199999999998</c:v>
                </c:pt>
                <c:pt idx="23399">
                  <c:v>6.6460299999999997</c:v>
                </c:pt>
                <c:pt idx="23400">
                  <c:v>6.6463299999999998</c:v>
                </c:pt>
                <c:pt idx="23401">
                  <c:v>6.6466399999999997</c:v>
                </c:pt>
                <c:pt idx="23402">
                  <c:v>6.6469399999999998</c:v>
                </c:pt>
                <c:pt idx="23403">
                  <c:v>6.6472499999999997</c:v>
                </c:pt>
                <c:pt idx="23404">
                  <c:v>6.6475600000000004</c:v>
                </c:pt>
                <c:pt idx="23405">
                  <c:v>6.6478599999999997</c:v>
                </c:pt>
                <c:pt idx="23406">
                  <c:v>6.6481700000000004</c:v>
                </c:pt>
                <c:pt idx="23407">
                  <c:v>6.6484699999999997</c:v>
                </c:pt>
                <c:pt idx="23408">
                  <c:v>6.6487800000000004</c:v>
                </c:pt>
                <c:pt idx="23409">
                  <c:v>6.6490799999999997</c:v>
                </c:pt>
                <c:pt idx="23410">
                  <c:v>6.6493900000000004</c:v>
                </c:pt>
                <c:pt idx="23411">
                  <c:v>6.6496899999999997</c:v>
                </c:pt>
                <c:pt idx="23412">
                  <c:v>6.65</c:v>
                </c:pt>
                <c:pt idx="23413">
                  <c:v>6.6502999999999997</c:v>
                </c:pt>
                <c:pt idx="23414">
                  <c:v>6.6506100000000004</c:v>
                </c:pt>
                <c:pt idx="23415">
                  <c:v>6.6509099999999997</c:v>
                </c:pt>
                <c:pt idx="23416">
                  <c:v>6.6512200000000004</c:v>
                </c:pt>
                <c:pt idx="23417">
                  <c:v>6.6515300000000002</c:v>
                </c:pt>
                <c:pt idx="23418">
                  <c:v>6.6518300000000004</c:v>
                </c:pt>
                <c:pt idx="23419">
                  <c:v>6.6521400000000002</c:v>
                </c:pt>
                <c:pt idx="23420">
                  <c:v>6.6524400000000004</c:v>
                </c:pt>
                <c:pt idx="23421">
                  <c:v>6.6527500000000002</c:v>
                </c:pt>
                <c:pt idx="23422">
                  <c:v>6.6530500000000004</c:v>
                </c:pt>
                <c:pt idx="23423">
                  <c:v>6.6533600000000002</c:v>
                </c:pt>
                <c:pt idx="23424">
                  <c:v>6.6536600000000004</c:v>
                </c:pt>
                <c:pt idx="23425">
                  <c:v>6.6539700000000002</c:v>
                </c:pt>
                <c:pt idx="23426">
                  <c:v>6.6542700000000004</c:v>
                </c:pt>
                <c:pt idx="23427">
                  <c:v>6.6545800000000002</c:v>
                </c:pt>
                <c:pt idx="23428">
                  <c:v>6.6548800000000004</c:v>
                </c:pt>
                <c:pt idx="23429">
                  <c:v>6.6551900000000002</c:v>
                </c:pt>
                <c:pt idx="23430">
                  <c:v>6.6555</c:v>
                </c:pt>
                <c:pt idx="23431">
                  <c:v>6.6558000000000002</c:v>
                </c:pt>
                <c:pt idx="23432">
                  <c:v>6.65611</c:v>
                </c:pt>
                <c:pt idx="23433">
                  <c:v>6.6564100000000002</c:v>
                </c:pt>
                <c:pt idx="23434">
                  <c:v>6.65672</c:v>
                </c:pt>
                <c:pt idx="23435">
                  <c:v>6.6570200000000002</c:v>
                </c:pt>
                <c:pt idx="23436">
                  <c:v>6.65733</c:v>
                </c:pt>
                <c:pt idx="23437">
                  <c:v>6.6576300000000002</c:v>
                </c:pt>
                <c:pt idx="23438">
                  <c:v>6.65794</c:v>
                </c:pt>
                <c:pt idx="23439">
                  <c:v>6.6582400000000002</c:v>
                </c:pt>
                <c:pt idx="23440">
                  <c:v>6.65855</c:v>
                </c:pt>
                <c:pt idx="23441">
                  <c:v>6.6588599999999998</c:v>
                </c:pt>
                <c:pt idx="23442">
                  <c:v>6.65916</c:v>
                </c:pt>
                <c:pt idx="23443">
                  <c:v>6.6594699999999998</c:v>
                </c:pt>
                <c:pt idx="23444">
                  <c:v>6.65977</c:v>
                </c:pt>
                <c:pt idx="23445">
                  <c:v>6.6600799999999998</c:v>
                </c:pt>
                <c:pt idx="23446">
                  <c:v>6.66038</c:v>
                </c:pt>
                <c:pt idx="23447">
                  <c:v>6.6606899999999998</c:v>
                </c:pt>
                <c:pt idx="23448">
                  <c:v>6.66099</c:v>
                </c:pt>
                <c:pt idx="23449">
                  <c:v>6.6612999999999998</c:v>
                </c:pt>
                <c:pt idx="23450">
                  <c:v>6.6616</c:v>
                </c:pt>
                <c:pt idx="23451">
                  <c:v>6.6619099999999998</c:v>
                </c:pt>
                <c:pt idx="23452">
                  <c:v>6.66221</c:v>
                </c:pt>
                <c:pt idx="23453">
                  <c:v>6.6625199999999998</c:v>
                </c:pt>
                <c:pt idx="23454">
                  <c:v>6.6628299999999996</c:v>
                </c:pt>
                <c:pt idx="23455">
                  <c:v>6.6631299999999998</c:v>
                </c:pt>
                <c:pt idx="23456">
                  <c:v>6.6634399999999996</c:v>
                </c:pt>
                <c:pt idx="23457">
                  <c:v>6.6637399999999998</c:v>
                </c:pt>
                <c:pt idx="23458">
                  <c:v>6.6640499999999996</c:v>
                </c:pt>
                <c:pt idx="23459">
                  <c:v>6.6643499999999998</c:v>
                </c:pt>
                <c:pt idx="23460">
                  <c:v>6.6646599999999996</c:v>
                </c:pt>
                <c:pt idx="23461">
                  <c:v>6.6649599999999998</c:v>
                </c:pt>
                <c:pt idx="23462">
                  <c:v>6.6652699999999996</c:v>
                </c:pt>
                <c:pt idx="23463">
                  <c:v>6.6655699999999998</c:v>
                </c:pt>
                <c:pt idx="23464">
                  <c:v>6.6658799999999996</c:v>
                </c:pt>
                <c:pt idx="23465">
                  <c:v>6.6661799999999998</c:v>
                </c:pt>
                <c:pt idx="23466">
                  <c:v>6.6664899999999996</c:v>
                </c:pt>
                <c:pt idx="23467">
                  <c:v>6.6668000000000003</c:v>
                </c:pt>
                <c:pt idx="23468">
                  <c:v>6.6670999999999996</c:v>
                </c:pt>
                <c:pt idx="23469">
                  <c:v>6.6674100000000003</c:v>
                </c:pt>
                <c:pt idx="23470">
                  <c:v>6.6677099999999996</c:v>
                </c:pt>
                <c:pt idx="23471">
                  <c:v>6.6680200000000003</c:v>
                </c:pt>
                <c:pt idx="23472">
                  <c:v>6.6683199999999996</c:v>
                </c:pt>
                <c:pt idx="23473">
                  <c:v>6.6686300000000003</c:v>
                </c:pt>
                <c:pt idx="23474">
                  <c:v>6.6689299999999996</c:v>
                </c:pt>
                <c:pt idx="23475">
                  <c:v>6.6692400000000003</c:v>
                </c:pt>
                <c:pt idx="23476">
                  <c:v>6.6695399999999996</c:v>
                </c:pt>
                <c:pt idx="23477">
                  <c:v>6.6698500000000003</c:v>
                </c:pt>
                <c:pt idx="23478">
                  <c:v>6.6701499999999996</c:v>
                </c:pt>
                <c:pt idx="23479">
                  <c:v>6.6704600000000003</c:v>
                </c:pt>
                <c:pt idx="23480">
                  <c:v>6.6707700000000001</c:v>
                </c:pt>
                <c:pt idx="23481">
                  <c:v>6.6710700000000003</c:v>
                </c:pt>
                <c:pt idx="23482">
                  <c:v>6.6713800000000001</c:v>
                </c:pt>
                <c:pt idx="23483">
                  <c:v>6.6716800000000003</c:v>
                </c:pt>
                <c:pt idx="23484">
                  <c:v>6.6719900000000001</c:v>
                </c:pt>
                <c:pt idx="23485">
                  <c:v>6.6722900000000003</c:v>
                </c:pt>
                <c:pt idx="23486">
                  <c:v>6.6726000000000001</c:v>
                </c:pt>
                <c:pt idx="23487">
                  <c:v>6.6729000000000003</c:v>
                </c:pt>
                <c:pt idx="23488">
                  <c:v>6.6732100000000001</c:v>
                </c:pt>
                <c:pt idx="23489">
                  <c:v>6.6735100000000003</c:v>
                </c:pt>
                <c:pt idx="23490">
                  <c:v>6.6738200000000001</c:v>
                </c:pt>
                <c:pt idx="23491">
                  <c:v>6.6741299999999999</c:v>
                </c:pt>
                <c:pt idx="23492">
                  <c:v>6.6744300000000001</c:v>
                </c:pt>
                <c:pt idx="23493">
                  <c:v>6.6747399999999999</c:v>
                </c:pt>
                <c:pt idx="23494">
                  <c:v>6.6750400000000001</c:v>
                </c:pt>
                <c:pt idx="23495">
                  <c:v>6.6753499999999999</c:v>
                </c:pt>
                <c:pt idx="23496">
                  <c:v>6.6756500000000001</c:v>
                </c:pt>
                <c:pt idx="23497">
                  <c:v>6.6759599999999999</c:v>
                </c:pt>
                <c:pt idx="23498">
                  <c:v>6.6762600000000001</c:v>
                </c:pt>
                <c:pt idx="23499">
                  <c:v>6.6765699999999999</c:v>
                </c:pt>
                <c:pt idx="23500">
                  <c:v>6.6768700000000001</c:v>
                </c:pt>
                <c:pt idx="23501">
                  <c:v>6.6771799999999999</c:v>
                </c:pt>
                <c:pt idx="23502">
                  <c:v>6.6774800000000001</c:v>
                </c:pt>
                <c:pt idx="23503">
                  <c:v>6.6777899999999999</c:v>
                </c:pt>
                <c:pt idx="23504">
                  <c:v>6.6780999999999997</c:v>
                </c:pt>
                <c:pt idx="23505">
                  <c:v>6.6783999999999999</c:v>
                </c:pt>
                <c:pt idx="23506">
                  <c:v>6.6787099999999997</c:v>
                </c:pt>
                <c:pt idx="23507">
                  <c:v>6.6790099999999999</c:v>
                </c:pt>
                <c:pt idx="23508">
                  <c:v>6.6793199999999997</c:v>
                </c:pt>
                <c:pt idx="23509">
                  <c:v>6.6796199999999999</c:v>
                </c:pt>
                <c:pt idx="23510">
                  <c:v>6.6799299999999997</c:v>
                </c:pt>
                <c:pt idx="23511">
                  <c:v>6.6802299999999999</c:v>
                </c:pt>
                <c:pt idx="23512">
                  <c:v>6.6805399999999997</c:v>
                </c:pt>
                <c:pt idx="23513">
                  <c:v>6.6808399999999999</c:v>
                </c:pt>
                <c:pt idx="23514">
                  <c:v>6.6811499999999997</c:v>
                </c:pt>
                <c:pt idx="23515">
                  <c:v>6.6814499999999999</c:v>
                </c:pt>
                <c:pt idx="23516">
                  <c:v>6.6817599999999997</c:v>
                </c:pt>
                <c:pt idx="23517">
                  <c:v>6.6820700000000004</c:v>
                </c:pt>
                <c:pt idx="23518">
                  <c:v>6.6823699999999997</c:v>
                </c:pt>
                <c:pt idx="23519">
                  <c:v>6.6826800000000004</c:v>
                </c:pt>
                <c:pt idx="23520">
                  <c:v>6.6829799999999997</c:v>
                </c:pt>
                <c:pt idx="23521">
                  <c:v>6.6832900000000004</c:v>
                </c:pt>
                <c:pt idx="23522">
                  <c:v>6.6835899999999997</c:v>
                </c:pt>
                <c:pt idx="23523">
                  <c:v>6.6839000000000004</c:v>
                </c:pt>
                <c:pt idx="23524">
                  <c:v>6.6841999999999997</c:v>
                </c:pt>
                <c:pt idx="23525">
                  <c:v>6.6845100000000004</c:v>
                </c:pt>
                <c:pt idx="23526">
                  <c:v>6.6848099999999997</c:v>
                </c:pt>
                <c:pt idx="23527">
                  <c:v>6.6851200000000004</c:v>
                </c:pt>
                <c:pt idx="23528">
                  <c:v>6.6854199999999997</c:v>
                </c:pt>
                <c:pt idx="23529">
                  <c:v>6.6857300000000004</c:v>
                </c:pt>
                <c:pt idx="23530">
                  <c:v>6.6860400000000002</c:v>
                </c:pt>
                <c:pt idx="23531">
                  <c:v>6.6863400000000004</c:v>
                </c:pt>
                <c:pt idx="23532">
                  <c:v>6.6866500000000002</c:v>
                </c:pt>
                <c:pt idx="23533">
                  <c:v>6.6869500000000004</c:v>
                </c:pt>
                <c:pt idx="23534">
                  <c:v>6.6872600000000002</c:v>
                </c:pt>
                <c:pt idx="23535">
                  <c:v>6.6875600000000004</c:v>
                </c:pt>
                <c:pt idx="23536">
                  <c:v>6.6878700000000002</c:v>
                </c:pt>
                <c:pt idx="23537">
                  <c:v>6.6881700000000004</c:v>
                </c:pt>
                <c:pt idx="23538">
                  <c:v>6.6884800000000002</c:v>
                </c:pt>
                <c:pt idx="23539">
                  <c:v>6.6887800000000004</c:v>
                </c:pt>
                <c:pt idx="23540">
                  <c:v>6.6890900000000002</c:v>
                </c:pt>
                <c:pt idx="23541">
                  <c:v>6.6893900000000004</c:v>
                </c:pt>
                <c:pt idx="23542">
                  <c:v>6.6897000000000002</c:v>
                </c:pt>
                <c:pt idx="23543">
                  <c:v>6.69001</c:v>
                </c:pt>
                <c:pt idx="23544">
                  <c:v>6.6903100000000002</c:v>
                </c:pt>
                <c:pt idx="23545">
                  <c:v>6.69062</c:v>
                </c:pt>
                <c:pt idx="23546">
                  <c:v>6.6909200000000002</c:v>
                </c:pt>
                <c:pt idx="23547">
                  <c:v>6.69123</c:v>
                </c:pt>
                <c:pt idx="23548">
                  <c:v>6.6915300000000002</c:v>
                </c:pt>
                <c:pt idx="23549">
                  <c:v>6.69184</c:v>
                </c:pt>
                <c:pt idx="23550">
                  <c:v>6.6921400000000002</c:v>
                </c:pt>
                <c:pt idx="23551">
                  <c:v>6.69245</c:v>
                </c:pt>
                <c:pt idx="23552">
                  <c:v>6.6927500000000002</c:v>
                </c:pt>
                <c:pt idx="23553">
                  <c:v>6.69306</c:v>
                </c:pt>
                <c:pt idx="23554">
                  <c:v>6.6933699999999998</c:v>
                </c:pt>
                <c:pt idx="23555">
                  <c:v>6.69367</c:v>
                </c:pt>
                <c:pt idx="23556">
                  <c:v>6.6939799999999998</c:v>
                </c:pt>
                <c:pt idx="23557">
                  <c:v>6.69428</c:v>
                </c:pt>
                <c:pt idx="23558">
                  <c:v>6.6945899999999998</c:v>
                </c:pt>
                <c:pt idx="23559">
                  <c:v>6.69489</c:v>
                </c:pt>
                <c:pt idx="23560">
                  <c:v>6.6951999999999998</c:v>
                </c:pt>
                <c:pt idx="23561">
                  <c:v>6.6955</c:v>
                </c:pt>
                <c:pt idx="23562">
                  <c:v>6.6958099999999998</c:v>
                </c:pt>
                <c:pt idx="23563">
                  <c:v>6.69611</c:v>
                </c:pt>
                <c:pt idx="23564">
                  <c:v>6.6964199999999998</c:v>
                </c:pt>
                <c:pt idx="23565">
                  <c:v>6.69672</c:v>
                </c:pt>
                <c:pt idx="23566">
                  <c:v>6.6970299999999998</c:v>
                </c:pt>
                <c:pt idx="23567">
                  <c:v>6.6973399999999996</c:v>
                </c:pt>
                <c:pt idx="23568">
                  <c:v>6.6976399999999998</c:v>
                </c:pt>
                <c:pt idx="23569">
                  <c:v>6.6979499999999996</c:v>
                </c:pt>
                <c:pt idx="23570">
                  <c:v>6.6982499999999998</c:v>
                </c:pt>
                <c:pt idx="23571">
                  <c:v>6.6985599999999996</c:v>
                </c:pt>
                <c:pt idx="23572">
                  <c:v>6.6988599999999998</c:v>
                </c:pt>
                <c:pt idx="23573">
                  <c:v>6.6991699999999996</c:v>
                </c:pt>
                <c:pt idx="23574">
                  <c:v>6.6994699999999998</c:v>
                </c:pt>
                <c:pt idx="23575">
                  <c:v>6.6997799999999996</c:v>
                </c:pt>
                <c:pt idx="23576">
                  <c:v>6.7000799999999998</c:v>
                </c:pt>
                <c:pt idx="23577">
                  <c:v>6.7003899999999996</c:v>
                </c:pt>
                <c:pt idx="23578">
                  <c:v>6.7006899999999998</c:v>
                </c:pt>
                <c:pt idx="23579">
                  <c:v>6.7009999999999996</c:v>
                </c:pt>
                <c:pt idx="23580">
                  <c:v>6.7013100000000003</c:v>
                </c:pt>
                <c:pt idx="23581">
                  <c:v>6.7016099999999996</c:v>
                </c:pt>
                <c:pt idx="23582">
                  <c:v>6.7019200000000003</c:v>
                </c:pt>
                <c:pt idx="23583">
                  <c:v>6.7022199999999996</c:v>
                </c:pt>
                <c:pt idx="23584">
                  <c:v>6.7025300000000003</c:v>
                </c:pt>
                <c:pt idx="23585">
                  <c:v>6.7028299999999996</c:v>
                </c:pt>
                <c:pt idx="23586">
                  <c:v>6.7031400000000003</c:v>
                </c:pt>
                <c:pt idx="23587">
                  <c:v>6.7034399999999996</c:v>
                </c:pt>
                <c:pt idx="23588">
                  <c:v>6.7037500000000003</c:v>
                </c:pt>
                <c:pt idx="23589">
                  <c:v>6.7040499999999996</c:v>
                </c:pt>
                <c:pt idx="23590">
                  <c:v>6.7043600000000003</c:v>
                </c:pt>
                <c:pt idx="23591">
                  <c:v>6.7046599999999996</c:v>
                </c:pt>
                <c:pt idx="23592">
                  <c:v>6.7049700000000003</c:v>
                </c:pt>
                <c:pt idx="23593">
                  <c:v>6.7052800000000001</c:v>
                </c:pt>
                <c:pt idx="23594">
                  <c:v>6.7055800000000003</c:v>
                </c:pt>
                <c:pt idx="23595">
                  <c:v>6.7058900000000001</c:v>
                </c:pt>
                <c:pt idx="23596">
                  <c:v>6.7061900000000003</c:v>
                </c:pt>
                <c:pt idx="23597">
                  <c:v>6.7065000000000001</c:v>
                </c:pt>
                <c:pt idx="23598">
                  <c:v>6.7068000000000003</c:v>
                </c:pt>
                <c:pt idx="23599">
                  <c:v>6.7071100000000001</c:v>
                </c:pt>
                <c:pt idx="23600">
                  <c:v>6.7074100000000003</c:v>
                </c:pt>
                <c:pt idx="23601">
                  <c:v>6.7077200000000001</c:v>
                </c:pt>
                <c:pt idx="23602">
                  <c:v>6.7080200000000003</c:v>
                </c:pt>
                <c:pt idx="23603">
                  <c:v>6.7083300000000001</c:v>
                </c:pt>
                <c:pt idx="23604">
                  <c:v>6.7086300000000003</c:v>
                </c:pt>
                <c:pt idx="23605">
                  <c:v>6.7089400000000001</c:v>
                </c:pt>
                <c:pt idx="23606">
                  <c:v>6.7092499999999999</c:v>
                </c:pt>
                <c:pt idx="23607">
                  <c:v>6.7095500000000001</c:v>
                </c:pt>
                <c:pt idx="23608">
                  <c:v>6.7098599999999999</c:v>
                </c:pt>
                <c:pt idx="23609">
                  <c:v>6.7101600000000001</c:v>
                </c:pt>
                <c:pt idx="23610">
                  <c:v>6.7104699999999999</c:v>
                </c:pt>
                <c:pt idx="23611">
                  <c:v>6.7107700000000001</c:v>
                </c:pt>
                <c:pt idx="23612">
                  <c:v>6.7110799999999999</c:v>
                </c:pt>
                <c:pt idx="23613">
                  <c:v>6.7113800000000001</c:v>
                </c:pt>
                <c:pt idx="23614">
                  <c:v>6.7116899999999999</c:v>
                </c:pt>
                <c:pt idx="23615">
                  <c:v>6.7119900000000001</c:v>
                </c:pt>
                <c:pt idx="23616">
                  <c:v>6.7122999999999999</c:v>
                </c:pt>
                <c:pt idx="23617">
                  <c:v>6.7126099999999997</c:v>
                </c:pt>
                <c:pt idx="23618">
                  <c:v>6.7129099999999999</c:v>
                </c:pt>
                <c:pt idx="23619">
                  <c:v>6.7132199999999997</c:v>
                </c:pt>
                <c:pt idx="23620">
                  <c:v>6.7135199999999999</c:v>
                </c:pt>
                <c:pt idx="23621">
                  <c:v>6.7138299999999997</c:v>
                </c:pt>
                <c:pt idx="23622">
                  <c:v>6.7141299999999999</c:v>
                </c:pt>
                <c:pt idx="23623">
                  <c:v>6.7144399999999997</c:v>
                </c:pt>
                <c:pt idx="23624">
                  <c:v>6.7147399999999999</c:v>
                </c:pt>
                <c:pt idx="23625">
                  <c:v>6.7150499999999997</c:v>
                </c:pt>
                <c:pt idx="23626">
                  <c:v>6.7153499999999999</c:v>
                </c:pt>
                <c:pt idx="23627">
                  <c:v>6.7156599999999997</c:v>
                </c:pt>
                <c:pt idx="23628">
                  <c:v>6.7159599999999999</c:v>
                </c:pt>
                <c:pt idx="23629">
                  <c:v>6.7162699999999997</c:v>
                </c:pt>
                <c:pt idx="23630">
                  <c:v>6.7165800000000004</c:v>
                </c:pt>
                <c:pt idx="23631">
                  <c:v>6.7168799999999997</c:v>
                </c:pt>
                <c:pt idx="23632">
                  <c:v>6.7171900000000004</c:v>
                </c:pt>
                <c:pt idx="23633">
                  <c:v>6.7174899999999997</c:v>
                </c:pt>
                <c:pt idx="23634">
                  <c:v>6.7178000000000004</c:v>
                </c:pt>
                <c:pt idx="23635">
                  <c:v>6.7180999999999997</c:v>
                </c:pt>
                <c:pt idx="23636">
                  <c:v>6.7184100000000004</c:v>
                </c:pt>
                <c:pt idx="23637">
                  <c:v>6.7187099999999997</c:v>
                </c:pt>
                <c:pt idx="23638">
                  <c:v>6.7190200000000004</c:v>
                </c:pt>
                <c:pt idx="23639">
                  <c:v>6.7193199999999997</c:v>
                </c:pt>
                <c:pt idx="23640">
                  <c:v>6.7196300000000004</c:v>
                </c:pt>
                <c:pt idx="23641">
                  <c:v>6.7199299999999997</c:v>
                </c:pt>
                <c:pt idx="23642">
                  <c:v>6.7202400000000004</c:v>
                </c:pt>
                <c:pt idx="23643">
                  <c:v>6.7205500000000002</c:v>
                </c:pt>
                <c:pt idx="23644">
                  <c:v>6.7208500000000004</c:v>
                </c:pt>
                <c:pt idx="23645">
                  <c:v>6.7211600000000002</c:v>
                </c:pt>
                <c:pt idx="23646">
                  <c:v>6.7214600000000004</c:v>
                </c:pt>
                <c:pt idx="23647">
                  <c:v>6.7217700000000002</c:v>
                </c:pt>
                <c:pt idx="23648">
                  <c:v>6.7220700000000004</c:v>
                </c:pt>
                <c:pt idx="23649">
                  <c:v>6.7223800000000002</c:v>
                </c:pt>
                <c:pt idx="23650">
                  <c:v>6.7226800000000004</c:v>
                </c:pt>
                <c:pt idx="23651">
                  <c:v>6.7229900000000002</c:v>
                </c:pt>
                <c:pt idx="23652">
                  <c:v>6.7232900000000004</c:v>
                </c:pt>
                <c:pt idx="23653">
                  <c:v>6.7236000000000002</c:v>
                </c:pt>
                <c:pt idx="23654">
                  <c:v>6.7239000000000004</c:v>
                </c:pt>
                <c:pt idx="23655">
                  <c:v>6.7242100000000002</c:v>
                </c:pt>
                <c:pt idx="23656">
                  <c:v>6.7245200000000001</c:v>
                </c:pt>
                <c:pt idx="23657">
                  <c:v>6.7248200000000002</c:v>
                </c:pt>
                <c:pt idx="23658">
                  <c:v>6.7251300000000001</c:v>
                </c:pt>
                <c:pt idx="23659">
                  <c:v>6.7254300000000002</c:v>
                </c:pt>
                <c:pt idx="23660">
                  <c:v>6.7257400000000001</c:v>
                </c:pt>
                <c:pt idx="23661">
                  <c:v>6.7260400000000002</c:v>
                </c:pt>
                <c:pt idx="23662">
                  <c:v>6.7263500000000001</c:v>
                </c:pt>
                <c:pt idx="23663">
                  <c:v>6.7266500000000002</c:v>
                </c:pt>
                <c:pt idx="23664">
                  <c:v>6.7269600000000001</c:v>
                </c:pt>
                <c:pt idx="23665">
                  <c:v>6.7272600000000002</c:v>
                </c:pt>
                <c:pt idx="23666">
                  <c:v>6.7275700000000001</c:v>
                </c:pt>
                <c:pt idx="23667">
                  <c:v>6.7278799999999999</c:v>
                </c:pt>
                <c:pt idx="23668">
                  <c:v>6.72818</c:v>
                </c:pt>
                <c:pt idx="23669">
                  <c:v>6.7284899999999999</c:v>
                </c:pt>
                <c:pt idx="23670">
                  <c:v>6.72879</c:v>
                </c:pt>
                <c:pt idx="23671">
                  <c:v>6.7290999999999999</c:v>
                </c:pt>
                <c:pt idx="23672">
                  <c:v>6.7294</c:v>
                </c:pt>
                <c:pt idx="23673">
                  <c:v>6.7297099999999999</c:v>
                </c:pt>
                <c:pt idx="23674">
                  <c:v>6.73001</c:v>
                </c:pt>
                <c:pt idx="23675">
                  <c:v>6.7303199999999999</c:v>
                </c:pt>
                <c:pt idx="23676">
                  <c:v>6.73062</c:v>
                </c:pt>
                <c:pt idx="23677">
                  <c:v>6.7309299999999999</c:v>
                </c:pt>
                <c:pt idx="23678">
                  <c:v>6.73123</c:v>
                </c:pt>
                <c:pt idx="23679">
                  <c:v>6.7315399999999999</c:v>
                </c:pt>
                <c:pt idx="23680">
                  <c:v>6.7318499999999997</c:v>
                </c:pt>
                <c:pt idx="23681">
                  <c:v>6.7321499999999999</c:v>
                </c:pt>
                <c:pt idx="23682">
                  <c:v>6.7324599999999997</c:v>
                </c:pt>
                <c:pt idx="23683">
                  <c:v>6.7327599999999999</c:v>
                </c:pt>
                <c:pt idx="23684">
                  <c:v>6.7330699999999997</c:v>
                </c:pt>
                <c:pt idx="23685">
                  <c:v>6.7333699999999999</c:v>
                </c:pt>
                <c:pt idx="23686">
                  <c:v>6.7336799999999997</c:v>
                </c:pt>
                <c:pt idx="23687">
                  <c:v>6.7339799999999999</c:v>
                </c:pt>
                <c:pt idx="23688">
                  <c:v>6.7342899999999997</c:v>
                </c:pt>
                <c:pt idx="23689">
                  <c:v>6.7345899999999999</c:v>
                </c:pt>
                <c:pt idx="23690">
                  <c:v>6.7348999999999997</c:v>
                </c:pt>
                <c:pt idx="23691">
                  <c:v>6.7351999999999999</c:v>
                </c:pt>
                <c:pt idx="23692">
                  <c:v>6.7355099999999997</c:v>
                </c:pt>
                <c:pt idx="23693">
                  <c:v>6.7358200000000004</c:v>
                </c:pt>
                <c:pt idx="23694">
                  <c:v>6.7361199999999997</c:v>
                </c:pt>
                <c:pt idx="23695">
                  <c:v>6.7364300000000004</c:v>
                </c:pt>
                <c:pt idx="23696">
                  <c:v>6.7367299999999997</c:v>
                </c:pt>
                <c:pt idx="23697">
                  <c:v>6.7370400000000004</c:v>
                </c:pt>
                <c:pt idx="23698">
                  <c:v>6.7373399999999997</c:v>
                </c:pt>
                <c:pt idx="23699">
                  <c:v>6.7376500000000004</c:v>
                </c:pt>
                <c:pt idx="23700">
                  <c:v>6.7379499999999997</c:v>
                </c:pt>
                <c:pt idx="23701">
                  <c:v>6.7382600000000004</c:v>
                </c:pt>
                <c:pt idx="23702">
                  <c:v>6.7385599999999997</c:v>
                </c:pt>
                <c:pt idx="23703">
                  <c:v>6.7388700000000004</c:v>
                </c:pt>
                <c:pt idx="23704">
                  <c:v>6.7391699999999997</c:v>
                </c:pt>
                <c:pt idx="23705">
                  <c:v>6.7394800000000004</c:v>
                </c:pt>
                <c:pt idx="23706">
                  <c:v>6.7397900000000002</c:v>
                </c:pt>
                <c:pt idx="23707">
                  <c:v>6.7400900000000004</c:v>
                </c:pt>
                <c:pt idx="23708">
                  <c:v>6.7404000000000002</c:v>
                </c:pt>
                <c:pt idx="23709">
                  <c:v>6.7407000000000004</c:v>
                </c:pt>
                <c:pt idx="23710">
                  <c:v>6.7410100000000002</c:v>
                </c:pt>
                <c:pt idx="23711">
                  <c:v>6.7413100000000004</c:v>
                </c:pt>
                <c:pt idx="23712">
                  <c:v>6.7416200000000002</c:v>
                </c:pt>
                <c:pt idx="23713">
                  <c:v>6.7419200000000004</c:v>
                </c:pt>
                <c:pt idx="23714">
                  <c:v>6.7422300000000002</c:v>
                </c:pt>
                <c:pt idx="23715">
                  <c:v>6.7425300000000004</c:v>
                </c:pt>
                <c:pt idx="23716">
                  <c:v>6.7428400000000002</c:v>
                </c:pt>
                <c:pt idx="23717">
                  <c:v>6.7431400000000004</c:v>
                </c:pt>
                <c:pt idx="23718">
                  <c:v>6.7434500000000002</c:v>
                </c:pt>
                <c:pt idx="23719">
                  <c:v>6.74376</c:v>
                </c:pt>
                <c:pt idx="23720">
                  <c:v>6.7440600000000002</c:v>
                </c:pt>
                <c:pt idx="23721">
                  <c:v>6.74437</c:v>
                </c:pt>
                <c:pt idx="23722">
                  <c:v>6.7446700000000002</c:v>
                </c:pt>
                <c:pt idx="23723">
                  <c:v>6.74498</c:v>
                </c:pt>
                <c:pt idx="23724">
                  <c:v>6.7452800000000002</c:v>
                </c:pt>
                <c:pt idx="23725">
                  <c:v>6.74559</c:v>
                </c:pt>
                <c:pt idx="23726">
                  <c:v>6.7458900000000002</c:v>
                </c:pt>
                <c:pt idx="23727">
                  <c:v>6.7462</c:v>
                </c:pt>
                <c:pt idx="23728">
                  <c:v>6.7465000000000002</c:v>
                </c:pt>
                <c:pt idx="23729">
                  <c:v>6.74681</c:v>
                </c:pt>
                <c:pt idx="23730">
                  <c:v>6.7471199999999998</c:v>
                </c:pt>
                <c:pt idx="23731">
                  <c:v>6.74742</c:v>
                </c:pt>
                <c:pt idx="23732">
                  <c:v>6.7477299999999998</c:v>
                </c:pt>
                <c:pt idx="23733">
                  <c:v>6.74803</c:v>
                </c:pt>
                <c:pt idx="23734">
                  <c:v>6.7483399999999998</c:v>
                </c:pt>
                <c:pt idx="23735">
                  <c:v>6.74864</c:v>
                </c:pt>
                <c:pt idx="23736">
                  <c:v>6.7489499999999998</c:v>
                </c:pt>
                <c:pt idx="23737">
                  <c:v>6.74925</c:v>
                </c:pt>
                <c:pt idx="23738">
                  <c:v>6.7495599999999998</c:v>
                </c:pt>
                <c:pt idx="23739">
                  <c:v>6.74986</c:v>
                </c:pt>
                <c:pt idx="23740">
                  <c:v>6.7501699999999998</c:v>
                </c:pt>
                <c:pt idx="23741">
                  <c:v>6.75047</c:v>
                </c:pt>
                <c:pt idx="23742">
                  <c:v>6.7507799999999998</c:v>
                </c:pt>
                <c:pt idx="23743">
                  <c:v>6.7510899999999996</c:v>
                </c:pt>
                <c:pt idx="23744">
                  <c:v>6.7513899999999998</c:v>
                </c:pt>
                <c:pt idx="23745">
                  <c:v>6.7516999999999996</c:v>
                </c:pt>
                <c:pt idx="23746">
                  <c:v>6.7519999999999998</c:v>
                </c:pt>
                <c:pt idx="23747">
                  <c:v>6.7523099999999996</c:v>
                </c:pt>
                <c:pt idx="23748">
                  <c:v>6.7526099999999998</c:v>
                </c:pt>
                <c:pt idx="23749">
                  <c:v>6.7529199999999996</c:v>
                </c:pt>
                <c:pt idx="23750">
                  <c:v>6.7532199999999998</c:v>
                </c:pt>
                <c:pt idx="23751">
                  <c:v>6.7535299999999996</c:v>
                </c:pt>
                <c:pt idx="23752">
                  <c:v>6.7538299999999998</c:v>
                </c:pt>
                <c:pt idx="23753">
                  <c:v>6.7541399999999996</c:v>
                </c:pt>
                <c:pt idx="23754">
                  <c:v>6.7544399999999998</c:v>
                </c:pt>
                <c:pt idx="23755">
                  <c:v>6.7547499999999996</c:v>
                </c:pt>
                <c:pt idx="23756">
                  <c:v>6.7550600000000003</c:v>
                </c:pt>
                <c:pt idx="23757">
                  <c:v>6.7553599999999996</c:v>
                </c:pt>
                <c:pt idx="23758">
                  <c:v>6.7556700000000003</c:v>
                </c:pt>
                <c:pt idx="23759">
                  <c:v>6.7559699999999996</c:v>
                </c:pt>
                <c:pt idx="23760">
                  <c:v>6.7562800000000003</c:v>
                </c:pt>
                <c:pt idx="23761">
                  <c:v>6.7565799999999996</c:v>
                </c:pt>
                <c:pt idx="23762">
                  <c:v>6.7568900000000003</c:v>
                </c:pt>
                <c:pt idx="23763">
                  <c:v>6.7571899999999996</c:v>
                </c:pt>
                <c:pt idx="23764">
                  <c:v>6.7575000000000003</c:v>
                </c:pt>
                <c:pt idx="23765">
                  <c:v>6.7577999999999996</c:v>
                </c:pt>
                <c:pt idx="23766">
                  <c:v>6.7581100000000003</c:v>
                </c:pt>
                <c:pt idx="23767">
                  <c:v>6.7584099999999996</c:v>
                </c:pt>
                <c:pt idx="23768">
                  <c:v>6.7587200000000003</c:v>
                </c:pt>
                <c:pt idx="23769">
                  <c:v>6.7590300000000001</c:v>
                </c:pt>
                <c:pt idx="23770">
                  <c:v>6.7593300000000003</c:v>
                </c:pt>
                <c:pt idx="23771">
                  <c:v>6.7596400000000001</c:v>
                </c:pt>
                <c:pt idx="23772">
                  <c:v>6.7599400000000003</c:v>
                </c:pt>
                <c:pt idx="23773">
                  <c:v>6.7602500000000001</c:v>
                </c:pt>
                <c:pt idx="23774">
                  <c:v>6.7605500000000003</c:v>
                </c:pt>
                <c:pt idx="23775">
                  <c:v>6.7608600000000001</c:v>
                </c:pt>
                <c:pt idx="23776">
                  <c:v>6.7611600000000003</c:v>
                </c:pt>
                <c:pt idx="23777">
                  <c:v>6.7614700000000001</c:v>
                </c:pt>
                <c:pt idx="23778">
                  <c:v>6.7617700000000003</c:v>
                </c:pt>
                <c:pt idx="23779">
                  <c:v>6.7620800000000001</c:v>
                </c:pt>
                <c:pt idx="23780">
                  <c:v>6.7623800000000003</c:v>
                </c:pt>
                <c:pt idx="23781">
                  <c:v>6.7626900000000001</c:v>
                </c:pt>
                <c:pt idx="23782">
                  <c:v>6.7629999999999999</c:v>
                </c:pt>
                <c:pt idx="23783">
                  <c:v>6.7633000000000001</c:v>
                </c:pt>
                <c:pt idx="23784">
                  <c:v>6.7636099999999999</c:v>
                </c:pt>
                <c:pt idx="23785">
                  <c:v>6.7639100000000001</c:v>
                </c:pt>
                <c:pt idx="23786">
                  <c:v>6.7642199999999999</c:v>
                </c:pt>
                <c:pt idx="23787">
                  <c:v>6.7645200000000001</c:v>
                </c:pt>
                <c:pt idx="23788">
                  <c:v>6.7648299999999999</c:v>
                </c:pt>
                <c:pt idx="23789">
                  <c:v>6.7651300000000001</c:v>
                </c:pt>
                <c:pt idx="23790">
                  <c:v>6.7654399999999999</c:v>
                </c:pt>
                <c:pt idx="23791">
                  <c:v>6.7657400000000001</c:v>
                </c:pt>
                <c:pt idx="23792">
                  <c:v>6.7660499999999999</c:v>
                </c:pt>
                <c:pt idx="23793">
                  <c:v>6.7663599999999997</c:v>
                </c:pt>
                <c:pt idx="23794">
                  <c:v>6.7666599999999999</c:v>
                </c:pt>
                <c:pt idx="23795">
                  <c:v>6.7669699999999997</c:v>
                </c:pt>
                <c:pt idx="23796">
                  <c:v>6.7672699999999999</c:v>
                </c:pt>
                <c:pt idx="23797">
                  <c:v>6.7675799999999997</c:v>
                </c:pt>
                <c:pt idx="23798">
                  <c:v>6.7678799999999999</c:v>
                </c:pt>
                <c:pt idx="23799">
                  <c:v>6.7681899999999997</c:v>
                </c:pt>
                <c:pt idx="23800">
                  <c:v>6.7684899999999999</c:v>
                </c:pt>
                <c:pt idx="23801">
                  <c:v>6.7687999999999997</c:v>
                </c:pt>
                <c:pt idx="23802">
                  <c:v>6.7690999999999999</c:v>
                </c:pt>
                <c:pt idx="23803">
                  <c:v>6.7694099999999997</c:v>
                </c:pt>
                <c:pt idx="23804">
                  <c:v>6.7697099999999999</c:v>
                </c:pt>
                <c:pt idx="23805">
                  <c:v>6.7700199999999997</c:v>
                </c:pt>
                <c:pt idx="23806">
                  <c:v>6.7703300000000004</c:v>
                </c:pt>
                <c:pt idx="23807">
                  <c:v>6.7706299999999997</c:v>
                </c:pt>
                <c:pt idx="23808">
                  <c:v>6.7709400000000004</c:v>
                </c:pt>
                <c:pt idx="23809">
                  <c:v>6.7712399999999997</c:v>
                </c:pt>
                <c:pt idx="23810">
                  <c:v>6.7715500000000004</c:v>
                </c:pt>
                <c:pt idx="23811">
                  <c:v>6.7718499999999997</c:v>
                </c:pt>
                <c:pt idx="23812">
                  <c:v>6.7721600000000004</c:v>
                </c:pt>
                <c:pt idx="23813">
                  <c:v>6.7724599999999997</c:v>
                </c:pt>
                <c:pt idx="23814">
                  <c:v>6.7727700000000004</c:v>
                </c:pt>
                <c:pt idx="23815">
                  <c:v>6.7730699999999997</c:v>
                </c:pt>
                <c:pt idx="23816">
                  <c:v>6.7733800000000004</c:v>
                </c:pt>
                <c:pt idx="23817">
                  <c:v>6.7736799999999997</c:v>
                </c:pt>
                <c:pt idx="23818">
                  <c:v>6.7739900000000004</c:v>
                </c:pt>
                <c:pt idx="23819">
                  <c:v>6.7743000000000002</c:v>
                </c:pt>
                <c:pt idx="23820">
                  <c:v>6.7746000000000004</c:v>
                </c:pt>
                <c:pt idx="23821">
                  <c:v>6.7749100000000002</c:v>
                </c:pt>
                <c:pt idx="23822">
                  <c:v>6.7752100000000004</c:v>
                </c:pt>
                <c:pt idx="23823">
                  <c:v>6.7755200000000002</c:v>
                </c:pt>
                <c:pt idx="23824">
                  <c:v>6.7758200000000004</c:v>
                </c:pt>
                <c:pt idx="23825">
                  <c:v>6.7761300000000002</c:v>
                </c:pt>
                <c:pt idx="23826">
                  <c:v>6.7764300000000004</c:v>
                </c:pt>
                <c:pt idx="23827">
                  <c:v>6.7767400000000002</c:v>
                </c:pt>
                <c:pt idx="23828">
                  <c:v>6.7770400000000004</c:v>
                </c:pt>
                <c:pt idx="23829">
                  <c:v>6.7773500000000002</c:v>
                </c:pt>
                <c:pt idx="23830">
                  <c:v>6.7776500000000004</c:v>
                </c:pt>
                <c:pt idx="23831">
                  <c:v>6.7779600000000002</c:v>
                </c:pt>
                <c:pt idx="23832">
                  <c:v>6.77827</c:v>
                </c:pt>
                <c:pt idx="23833">
                  <c:v>6.7785700000000002</c:v>
                </c:pt>
                <c:pt idx="23834">
                  <c:v>6.77888</c:v>
                </c:pt>
                <c:pt idx="23835">
                  <c:v>6.7791800000000002</c:v>
                </c:pt>
                <c:pt idx="23836">
                  <c:v>6.77949</c:v>
                </c:pt>
                <c:pt idx="23837">
                  <c:v>6.7797900000000002</c:v>
                </c:pt>
                <c:pt idx="23838">
                  <c:v>6.7801</c:v>
                </c:pt>
                <c:pt idx="23839">
                  <c:v>6.7804000000000002</c:v>
                </c:pt>
                <c:pt idx="23840">
                  <c:v>6.78071</c:v>
                </c:pt>
                <c:pt idx="23841">
                  <c:v>6.7810100000000002</c:v>
                </c:pt>
                <c:pt idx="23842">
                  <c:v>6.78132</c:v>
                </c:pt>
                <c:pt idx="23843">
                  <c:v>6.7816200000000002</c:v>
                </c:pt>
                <c:pt idx="23844">
                  <c:v>6.78193</c:v>
                </c:pt>
                <c:pt idx="23845">
                  <c:v>6.7822399999999998</c:v>
                </c:pt>
                <c:pt idx="23846">
                  <c:v>6.78254</c:v>
                </c:pt>
                <c:pt idx="23847">
                  <c:v>6.7828499999999998</c:v>
                </c:pt>
                <c:pt idx="23848">
                  <c:v>6.78315</c:v>
                </c:pt>
                <c:pt idx="23849">
                  <c:v>6.7834599999999998</c:v>
                </c:pt>
                <c:pt idx="23850">
                  <c:v>6.78376</c:v>
                </c:pt>
                <c:pt idx="23851">
                  <c:v>6.7840699999999998</c:v>
                </c:pt>
                <c:pt idx="23852">
                  <c:v>6.78437</c:v>
                </c:pt>
                <c:pt idx="23853">
                  <c:v>6.7846799999999998</c:v>
                </c:pt>
                <c:pt idx="23854">
                  <c:v>6.78498</c:v>
                </c:pt>
                <c:pt idx="23855">
                  <c:v>6.7852899999999998</c:v>
                </c:pt>
                <c:pt idx="23856">
                  <c:v>6.7855999999999996</c:v>
                </c:pt>
                <c:pt idx="23857">
                  <c:v>6.7858999999999998</c:v>
                </c:pt>
                <c:pt idx="23858">
                  <c:v>6.7862099999999996</c:v>
                </c:pt>
                <c:pt idx="23859">
                  <c:v>6.7865099999999998</c:v>
                </c:pt>
                <c:pt idx="23860">
                  <c:v>6.7868199999999996</c:v>
                </c:pt>
                <c:pt idx="23861">
                  <c:v>6.7871199999999998</c:v>
                </c:pt>
                <c:pt idx="23862">
                  <c:v>6.7874299999999996</c:v>
                </c:pt>
                <c:pt idx="23863">
                  <c:v>6.7877299999999998</c:v>
                </c:pt>
                <c:pt idx="23864">
                  <c:v>6.7880399999999996</c:v>
                </c:pt>
                <c:pt idx="23865">
                  <c:v>6.7883399999999998</c:v>
                </c:pt>
                <c:pt idx="23866">
                  <c:v>6.7886499999999996</c:v>
                </c:pt>
                <c:pt idx="23867">
                  <c:v>6.7889499999999998</c:v>
                </c:pt>
                <c:pt idx="23868">
                  <c:v>6.7892599999999996</c:v>
                </c:pt>
                <c:pt idx="23869">
                  <c:v>6.7895700000000003</c:v>
                </c:pt>
                <c:pt idx="23870">
                  <c:v>6.7898699999999996</c:v>
                </c:pt>
                <c:pt idx="23871">
                  <c:v>6.7901800000000003</c:v>
                </c:pt>
                <c:pt idx="23872">
                  <c:v>6.7904799999999996</c:v>
                </c:pt>
                <c:pt idx="23873">
                  <c:v>6.7907900000000003</c:v>
                </c:pt>
                <c:pt idx="23874">
                  <c:v>6.7910899999999996</c:v>
                </c:pt>
                <c:pt idx="23875">
                  <c:v>6.7914000000000003</c:v>
                </c:pt>
                <c:pt idx="23876">
                  <c:v>6.7916999999999996</c:v>
                </c:pt>
                <c:pt idx="23877">
                  <c:v>6.7920100000000003</c:v>
                </c:pt>
                <c:pt idx="23878">
                  <c:v>6.7923099999999996</c:v>
                </c:pt>
                <c:pt idx="23879">
                  <c:v>6.7926200000000003</c:v>
                </c:pt>
                <c:pt idx="23880">
                  <c:v>6.7929199999999996</c:v>
                </c:pt>
                <c:pt idx="23881">
                  <c:v>6.7932300000000003</c:v>
                </c:pt>
                <c:pt idx="23882">
                  <c:v>6.7935400000000001</c:v>
                </c:pt>
                <c:pt idx="23883">
                  <c:v>6.7938400000000003</c:v>
                </c:pt>
                <c:pt idx="23884">
                  <c:v>6.7941500000000001</c:v>
                </c:pt>
                <c:pt idx="23885">
                  <c:v>6.7944500000000003</c:v>
                </c:pt>
                <c:pt idx="23886">
                  <c:v>6.7947600000000001</c:v>
                </c:pt>
                <c:pt idx="23887">
                  <c:v>6.7950600000000003</c:v>
                </c:pt>
                <c:pt idx="23888">
                  <c:v>6.7953700000000001</c:v>
                </c:pt>
                <c:pt idx="23889">
                  <c:v>6.7956700000000003</c:v>
                </c:pt>
                <c:pt idx="23890">
                  <c:v>6.7959800000000001</c:v>
                </c:pt>
                <c:pt idx="23891">
                  <c:v>6.7962800000000003</c:v>
                </c:pt>
                <c:pt idx="23892">
                  <c:v>6.7965900000000001</c:v>
                </c:pt>
                <c:pt idx="23893">
                  <c:v>6.7968900000000003</c:v>
                </c:pt>
                <c:pt idx="23894">
                  <c:v>6.7972000000000001</c:v>
                </c:pt>
                <c:pt idx="23895">
                  <c:v>6.7975099999999999</c:v>
                </c:pt>
                <c:pt idx="23896">
                  <c:v>6.7978100000000001</c:v>
                </c:pt>
                <c:pt idx="23897">
                  <c:v>6.7981199999999999</c:v>
                </c:pt>
                <c:pt idx="23898">
                  <c:v>6.7984200000000001</c:v>
                </c:pt>
                <c:pt idx="23899">
                  <c:v>6.7987299999999999</c:v>
                </c:pt>
                <c:pt idx="23900">
                  <c:v>6.7990300000000001</c:v>
                </c:pt>
                <c:pt idx="23901">
                  <c:v>6.7993399999999999</c:v>
                </c:pt>
                <c:pt idx="23902">
                  <c:v>6.7996400000000001</c:v>
                </c:pt>
                <c:pt idx="23903">
                  <c:v>6.7999499999999999</c:v>
                </c:pt>
                <c:pt idx="23904">
                  <c:v>6.8002500000000001</c:v>
                </c:pt>
                <c:pt idx="23905">
                  <c:v>6.8005599999999999</c:v>
                </c:pt>
                <c:pt idx="23906">
                  <c:v>6.8008699999999997</c:v>
                </c:pt>
                <c:pt idx="23907">
                  <c:v>6.8011699999999999</c:v>
                </c:pt>
                <c:pt idx="23908">
                  <c:v>6.8014799999999997</c:v>
                </c:pt>
                <c:pt idx="23909">
                  <c:v>6.8017799999999999</c:v>
                </c:pt>
                <c:pt idx="23910">
                  <c:v>6.8020899999999997</c:v>
                </c:pt>
                <c:pt idx="23911">
                  <c:v>6.8023899999999999</c:v>
                </c:pt>
                <c:pt idx="23912">
                  <c:v>6.8026999999999997</c:v>
                </c:pt>
                <c:pt idx="23913">
                  <c:v>6.8029999999999999</c:v>
                </c:pt>
                <c:pt idx="23914">
                  <c:v>6.8033099999999997</c:v>
                </c:pt>
                <c:pt idx="23915">
                  <c:v>6.8036099999999999</c:v>
                </c:pt>
                <c:pt idx="23916">
                  <c:v>6.8039199999999997</c:v>
                </c:pt>
                <c:pt idx="23917">
                  <c:v>6.8042199999999999</c:v>
                </c:pt>
                <c:pt idx="23918">
                  <c:v>6.8045299999999997</c:v>
                </c:pt>
                <c:pt idx="23919">
                  <c:v>6.8048400000000004</c:v>
                </c:pt>
                <c:pt idx="23920">
                  <c:v>6.8051399999999997</c:v>
                </c:pt>
                <c:pt idx="23921">
                  <c:v>6.8054500000000004</c:v>
                </c:pt>
                <c:pt idx="23922">
                  <c:v>6.8057499999999997</c:v>
                </c:pt>
                <c:pt idx="23923">
                  <c:v>6.8060600000000004</c:v>
                </c:pt>
                <c:pt idx="23924">
                  <c:v>6.8063599999999997</c:v>
                </c:pt>
                <c:pt idx="23925">
                  <c:v>6.8066700000000004</c:v>
                </c:pt>
                <c:pt idx="23926">
                  <c:v>6.8069699999999997</c:v>
                </c:pt>
                <c:pt idx="23927">
                  <c:v>6.8072800000000004</c:v>
                </c:pt>
                <c:pt idx="23928">
                  <c:v>6.8075799999999997</c:v>
                </c:pt>
                <c:pt idx="23929">
                  <c:v>6.8078900000000004</c:v>
                </c:pt>
                <c:pt idx="23930">
                  <c:v>6.8081899999999997</c:v>
                </c:pt>
                <c:pt idx="23931">
                  <c:v>6.8085000000000004</c:v>
                </c:pt>
                <c:pt idx="23932">
                  <c:v>6.8088100000000003</c:v>
                </c:pt>
                <c:pt idx="23933">
                  <c:v>6.8091100000000004</c:v>
                </c:pt>
                <c:pt idx="23934">
                  <c:v>6.8094200000000003</c:v>
                </c:pt>
                <c:pt idx="23935">
                  <c:v>6.8097200000000004</c:v>
                </c:pt>
                <c:pt idx="23936">
                  <c:v>6.8100300000000002</c:v>
                </c:pt>
                <c:pt idx="23937">
                  <c:v>6.8103300000000004</c:v>
                </c:pt>
                <c:pt idx="23938">
                  <c:v>6.8106400000000002</c:v>
                </c:pt>
                <c:pt idx="23939">
                  <c:v>6.8109400000000004</c:v>
                </c:pt>
                <c:pt idx="23940">
                  <c:v>6.8112500000000002</c:v>
                </c:pt>
                <c:pt idx="23941">
                  <c:v>6.8115500000000004</c:v>
                </c:pt>
                <c:pt idx="23942">
                  <c:v>6.8118600000000002</c:v>
                </c:pt>
                <c:pt idx="23943">
                  <c:v>6.8121600000000004</c:v>
                </c:pt>
                <c:pt idx="23944">
                  <c:v>6.8124700000000002</c:v>
                </c:pt>
                <c:pt idx="23945">
                  <c:v>6.8127800000000001</c:v>
                </c:pt>
                <c:pt idx="23946">
                  <c:v>6.8130800000000002</c:v>
                </c:pt>
                <c:pt idx="23947">
                  <c:v>6.8133900000000001</c:v>
                </c:pt>
                <c:pt idx="23948">
                  <c:v>6.8136900000000002</c:v>
                </c:pt>
                <c:pt idx="23949">
                  <c:v>6.8140000000000001</c:v>
                </c:pt>
                <c:pt idx="23950">
                  <c:v>6.8143000000000002</c:v>
                </c:pt>
                <c:pt idx="23951">
                  <c:v>6.8146100000000001</c:v>
                </c:pt>
                <c:pt idx="23952">
                  <c:v>6.8149100000000002</c:v>
                </c:pt>
                <c:pt idx="23953">
                  <c:v>6.8152200000000001</c:v>
                </c:pt>
                <c:pt idx="23954">
                  <c:v>6.8155200000000002</c:v>
                </c:pt>
                <c:pt idx="23955">
                  <c:v>6.8158300000000001</c:v>
                </c:pt>
                <c:pt idx="23956">
                  <c:v>6.8161300000000002</c:v>
                </c:pt>
                <c:pt idx="23957">
                  <c:v>6.8164400000000001</c:v>
                </c:pt>
                <c:pt idx="23958">
                  <c:v>6.8167499999999999</c:v>
                </c:pt>
                <c:pt idx="23959">
                  <c:v>6.8170500000000001</c:v>
                </c:pt>
                <c:pt idx="23960">
                  <c:v>6.8173599999999999</c:v>
                </c:pt>
                <c:pt idx="23961">
                  <c:v>6.8176600000000001</c:v>
                </c:pt>
                <c:pt idx="23962">
                  <c:v>6.8179699999999999</c:v>
                </c:pt>
                <c:pt idx="23963">
                  <c:v>6.8182700000000001</c:v>
                </c:pt>
                <c:pt idx="23964">
                  <c:v>6.8185799999999999</c:v>
                </c:pt>
                <c:pt idx="23965">
                  <c:v>6.8188800000000001</c:v>
                </c:pt>
                <c:pt idx="23966">
                  <c:v>6.8191899999999999</c:v>
                </c:pt>
                <c:pt idx="23967">
                  <c:v>6.8194900000000001</c:v>
                </c:pt>
                <c:pt idx="23968">
                  <c:v>6.8197999999999999</c:v>
                </c:pt>
                <c:pt idx="23969">
                  <c:v>6.8201099999999997</c:v>
                </c:pt>
                <c:pt idx="23970">
                  <c:v>6.8204099999999999</c:v>
                </c:pt>
                <c:pt idx="23971">
                  <c:v>6.8207199999999997</c:v>
                </c:pt>
                <c:pt idx="23972">
                  <c:v>6.8210199999999999</c:v>
                </c:pt>
                <c:pt idx="23973">
                  <c:v>6.8213299999999997</c:v>
                </c:pt>
                <c:pt idx="23974">
                  <c:v>6.8216299999999999</c:v>
                </c:pt>
                <c:pt idx="23975">
                  <c:v>6.8219399999999997</c:v>
                </c:pt>
                <c:pt idx="23976">
                  <c:v>6.8222399999999999</c:v>
                </c:pt>
                <c:pt idx="23977">
                  <c:v>6.8225499999999997</c:v>
                </c:pt>
                <c:pt idx="23978">
                  <c:v>6.8228499999999999</c:v>
                </c:pt>
                <c:pt idx="23979">
                  <c:v>6.8231599999999997</c:v>
                </c:pt>
                <c:pt idx="23980">
                  <c:v>6.8234599999999999</c:v>
                </c:pt>
                <c:pt idx="23981">
                  <c:v>6.8237699999999997</c:v>
                </c:pt>
                <c:pt idx="23982">
                  <c:v>6.8240800000000004</c:v>
                </c:pt>
                <c:pt idx="23983">
                  <c:v>6.8243799999999997</c:v>
                </c:pt>
                <c:pt idx="23984">
                  <c:v>6.8246900000000004</c:v>
                </c:pt>
                <c:pt idx="23985">
                  <c:v>6.8249899999999997</c:v>
                </c:pt>
                <c:pt idx="23986">
                  <c:v>6.8253000000000004</c:v>
                </c:pt>
                <c:pt idx="23987">
                  <c:v>6.8255999999999997</c:v>
                </c:pt>
                <c:pt idx="23988">
                  <c:v>6.8259100000000004</c:v>
                </c:pt>
                <c:pt idx="23989">
                  <c:v>6.8262099999999997</c:v>
                </c:pt>
                <c:pt idx="23990">
                  <c:v>6.8265200000000004</c:v>
                </c:pt>
                <c:pt idx="23991">
                  <c:v>6.8268199999999997</c:v>
                </c:pt>
                <c:pt idx="23992">
                  <c:v>6.8271300000000004</c:v>
                </c:pt>
                <c:pt idx="23993">
                  <c:v>6.8274299999999997</c:v>
                </c:pt>
                <c:pt idx="23994">
                  <c:v>6.8277400000000004</c:v>
                </c:pt>
                <c:pt idx="23995">
                  <c:v>6.8280500000000002</c:v>
                </c:pt>
                <c:pt idx="23996">
                  <c:v>6.8283500000000004</c:v>
                </c:pt>
                <c:pt idx="23997">
                  <c:v>6.8286600000000002</c:v>
                </c:pt>
                <c:pt idx="23998">
                  <c:v>6.8289600000000004</c:v>
                </c:pt>
                <c:pt idx="23999">
                  <c:v>6.8292700000000002</c:v>
                </c:pt>
                <c:pt idx="24000">
                  <c:v>6.8295700000000004</c:v>
                </c:pt>
                <c:pt idx="24001">
                  <c:v>6.8298800000000002</c:v>
                </c:pt>
                <c:pt idx="24002">
                  <c:v>6.8301800000000004</c:v>
                </c:pt>
                <c:pt idx="24003">
                  <c:v>6.8304900000000002</c:v>
                </c:pt>
                <c:pt idx="24004">
                  <c:v>6.8307900000000004</c:v>
                </c:pt>
                <c:pt idx="24005">
                  <c:v>6.8311000000000002</c:v>
                </c:pt>
                <c:pt idx="24006">
                  <c:v>6.8314000000000004</c:v>
                </c:pt>
                <c:pt idx="24007">
                  <c:v>6.8317100000000002</c:v>
                </c:pt>
                <c:pt idx="24008">
                  <c:v>6.83202</c:v>
                </c:pt>
                <c:pt idx="24009">
                  <c:v>6.8323200000000002</c:v>
                </c:pt>
                <c:pt idx="24010">
                  <c:v>6.83263</c:v>
                </c:pt>
                <c:pt idx="24011">
                  <c:v>6.8329300000000002</c:v>
                </c:pt>
                <c:pt idx="24012">
                  <c:v>6.83324</c:v>
                </c:pt>
                <c:pt idx="24013">
                  <c:v>6.8335400000000002</c:v>
                </c:pt>
                <c:pt idx="24014">
                  <c:v>6.83385</c:v>
                </c:pt>
                <c:pt idx="24015">
                  <c:v>6.8341500000000002</c:v>
                </c:pt>
                <c:pt idx="24016">
                  <c:v>6.83446</c:v>
                </c:pt>
                <c:pt idx="24017">
                  <c:v>6.8347600000000002</c:v>
                </c:pt>
                <c:pt idx="24018">
                  <c:v>6.83507</c:v>
                </c:pt>
                <c:pt idx="24019">
                  <c:v>6.8353700000000002</c:v>
                </c:pt>
                <c:pt idx="24020">
                  <c:v>6.83568</c:v>
                </c:pt>
                <c:pt idx="24021">
                  <c:v>6.8359899999999998</c:v>
                </c:pt>
                <c:pt idx="24022">
                  <c:v>6.83629</c:v>
                </c:pt>
                <c:pt idx="24023">
                  <c:v>6.8365999999999998</c:v>
                </c:pt>
                <c:pt idx="24024">
                  <c:v>6.8369</c:v>
                </c:pt>
                <c:pt idx="24025">
                  <c:v>6.8372099999999998</c:v>
                </c:pt>
                <c:pt idx="24026">
                  <c:v>6.83751</c:v>
                </c:pt>
                <c:pt idx="24027">
                  <c:v>6.8378199999999998</c:v>
                </c:pt>
                <c:pt idx="24028">
                  <c:v>6.83812</c:v>
                </c:pt>
                <c:pt idx="24029">
                  <c:v>6.8384299999999998</c:v>
                </c:pt>
                <c:pt idx="24030">
                  <c:v>6.83873</c:v>
                </c:pt>
                <c:pt idx="24031">
                  <c:v>6.8390399999999998</c:v>
                </c:pt>
                <c:pt idx="24032">
                  <c:v>6.8393499999999996</c:v>
                </c:pt>
                <c:pt idx="24033">
                  <c:v>6.8396499999999998</c:v>
                </c:pt>
                <c:pt idx="24034">
                  <c:v>6.8399599999999996</c:v>
                </c:pt>
                <c:pt idx="24035">
                  <c:v>6.8402599999999998</c:v>
                </c:pt>
                <c:pt idx="24036">
                  <c:v>6.8405699999999996</c:v>
                </c:pt>
                <c:pt idx="24037">
                  <c:v>6.8408699999999998</c:v>
                </c:pt>
                <c:pt idx="24038">
                  <c:v>6.8411799999999996</c:v>
                </c:pt>
                <c:pt idx="24039">
                  <c:v>6.8414799999999998</c:v>
                </c:pt>
                <c:pt idx="24040">
                  <c:v>6.8417899999999996</c:v>
                </c:pt>
                <c:pt idx="24041">
                  <c:v>6.8420899999999998</c:v>
                </c:pt>
                <c:pt idx="24042">
                  <c:v>6.8423999999999996</c:v>
                </c:pt>
                <c:pt idx="24043">
                  <c:v>6.8426999999999998</c:v>
                </c:pt>
                <c:pt idx="24044">
                  <c:v>6.8430099999999996</c:v>
                </c:pt>
                <c:pt idx="24045">
                  <c:v>6.8433200000000003</c:v>
                </c:pt>
                <c:pt idx="24046">
                  <c:v>6.8436199999999996</c:v>
                </c:pt>
                <c:pt idx="24047">
                  <c:v>6.8439300000000003</c:v>
                </c:pt>
                <c:pt idx="24048">
                  <c:v>6.8442299999999996</c:v>
                </c:pt>
                <c:pt idx="24049">
                  <c:v>6.8445400000000003</c:v>
                </c:pt>
                <c:pt idx="24050">
                  <c:v>6.8448399999999996</c:v>
                </c:pt>
                <c:pt idx="24051">
                  <c:v>6.8451500000000003</c:v>
                </c:pt>
                <c:pt idx="24052">
                  <c:v>6.8454499999999996</c:v>
                </c:pt>
                <c:pt idx="24053">
                  <c:v>6.8457600000000003</c:v>
                </c:pt>
                <c:pt idx="24054">
                  <c:v>6.8460599999999996</c:v>
                </c:pt>
                <c:pt idx="24055">
                  <c:v>6.8463700000000003</c:v>
                </c:pt>
                <c:pt idx="24056">
                  <c:v>6.8466699999999996</c:v>
                </c:pt>
                <c:pt idx="24057">
                  <c:v>6.8469800000000003</c:v>
                </c:pt>
                <c:pt idx="24058">
                  <c:v>6.8472900000000001</c:v>
                </c:pt>
                <c:pt idx="24059">
                  <c:v>6.8475900000000003</c:v>
                </c:pt>
                <c:pt idx="24060">
                  <c:v>6.8479000000000001</c:v>
                </c:pt>
                <c:pt idx="24061">
                  <c:v>6.8482000000000003</c:v>
                </c:pt>
                <c:pt idx="24062">
                  <c:v>6.8485100000000001</c:v>
                </c:pt>
                <c:pt idx="24063">
                  <c:v>6.8488100000000003</c:v>
                </c:pt>
                <c:pt idx="24064">
                  <c:v>6.8491200000000001</c:v>
                </c:pt>
                <c:pt idx="24065">
                  <c:v>6.8494200000000003</c:v>
                </c:pt>
                <c:pt idx="24066">
                  <c:v>6.8497300000000001</c:v>
                </c:pt>
                <c:pt idx="24067">
                  <c:v>6.8500300000000003</c:v>
                </c:pt>
                <c:pt idx="24068">
                  <c:v>6.8503400000000001</c:v>
                </c:pt>
                <c:pt idx="24069">
                  <c:v>6.8506400000000003</c:v>
                </c:pt>
                <c:pt idx="24070">
                  <c:v>6.8509500000000001</c:v>
                </c:pt>
                <c:pt idx="24071">
                  <c:v>6.8512599999999999</c:v>
                </c:pt>
                <c:pt idx="24072">
                  <c:v>6.8515600000000001</c:v>
                </c:pt>
                <c:pt idx="24073">
                  <c:v>6.8518699999999999</c:v>
                </c:pt>
                <c:pt idx="24074">
                  <c:v>6.8521700000000001</c:v>
                </c:pt>
                <c:pt idx="24075">
                  <c:v>6.8524799999999999</c:v>
                </c:pt>
                <c:pt idx="24076">
                  <c:v>6.8527800000000001</c:v>
                </c:pt>
                <c:pt idx="24077">
                  <c:v>6.8530899999999999</c:v>
                </c:pt>
                <c:pt idx="24078">
                  <c:v>6.8533900000000001</c:v>
                </c:pt>
                <c:pt idx="24079">
                  <c:v>6.8536999999999999</c:v>
                </c:pt>
                <c:pt idx="24080">
                  <c:v>6.8540000000000001</c:v>
                </c:pt>
                <c:pt idx="24081">
                  <c:v>6.8543099999999999</c:v>
                </c:pt>
                <c:pt idx="24082">
                  <c:v>6.8546199999999997</c:v>
                </c:pt>
                <c:pt idx="24083">
                  <c:v>6.8549199999999999</c:v>
                </c:pt>
                <c:pt idx="24084">
                  <c:v>6.8552299999999997</c:v>
                </c:pt>
                <c:pt idx="24085">
                  <c:v>6.8555299999999999</c:v>
                </c:pt>
                <c:pt idx="24086">
                  <c:v>6.8558399999999997</c:v>
                </c:pt>
                <c:pt idx="24087">
                  <c:v>6.8561399999999999</c:v>
                </c:pt>
                <c:pt idx="24088">
                  <c:v>6.8564499999999997</c:v>
                </c:pt>
                <c:pt idx="24089">
                  <c:v>6.8567499999999999</c:v>
                </c:pt>
                <c:pt idx="24090">
                  <c:v>6.8570599999999997</c:v>
                </c:pt>
                <c:pt idx="24091">
                  <c:v>6.8573599999999999</c:v>
                </c:pt>
                <c:pt idx="24092">
                  <c:v>6.8576699999999997</c:v>
                </c:pt>
                <c:pt idx="24093">
                  <c:v>6.8579699999999999</c:v>
                </c:pt>
                <c:pt idx="24094">
                  <c:v>6.8582799999999997</c:v>
                </c:pt>
                <c:pt idx="24095">
                  <c:v>6.8585900000000004</c:v>
                </c:pt>
                <c:pt idx="24096">
                  <c:v>6.8588899999999997</c:v>
                </c:pt>
                <c:pt idx="24097">
                  <c:v>6.8592000000000004</c:v>
                </c:pt>
                <c:pt idx="24098">
                  <c:v>6.8594999999999997</c:v>
                </c:pt>
                <c:pt idx="24099">
                  <c:v>6.8598100000000004</c:v>
                </c:pt>
                <c:pt idx="24100">
                  <c:v>6.8601099999999997</c:v>
                </c:pt>
                <c:pt idx="24101">
                  <c:v>6.8604200000000004</c:v>
                </c:pt>
                <c:pt idx="24102">
                  <c:v>6.8607199999999997</c:v>
                </c:pt>
                <c:pt idx="24103">
                  <c:v>6.8610300000000004</c:v>
                </c:pt>
                <c:pt idx="24104">
                  <c:v>6.8613299999999997</c:v>
                </c:pt>
                <c:pt idx="24105">
                  <c:v>6.8616400000000004</c:v>
                </c:pt>
                <c:pt idx="24106">
                  <c:v>6.8619399999999997</c:v>
                </c:pt>
                <c:pt idx="24107">
                  <c:v>6.8622500000000004</c:v>
                </c:pt>
                <c:pt idx="24108">
                  <c:v>6.8625600000000002</c:v>
                </c:pt>
                <c:pt idx="24109">
                  <c:v>6.8628600000000004</c:v>
                </c:pt>
                <c:pt idx="24110">
                  <c:v>6.8631700000000002</c:v>
                </c:pt>
                <c:pt idx="24111">
                  <c:v>6.8634700000000004</c:v>
                </c:pt>
                <c:pt idx="24112">
                  <c:v>6.8637800000000002</c:v>
                </c:pt>
                <c:pt idx="24113">
                  <c:v>6.8640800000000004</c:v>
                </c:pt>
                <c:pt idx="24114">
                  <c:v>6.8643900000000002</c:v>
                </c:pt>
                <c:pt idx="24115">
                  <c:v>6.8646900000000004</c:v>
                </c:pt>
                <c:pt idx="24116">
                  <c:v>6.8650000000000002</c:v>
                </c:pt>
                <c:pt idx="24117">
                  <c:v>6.8653000000000004</c:v>
                </c:pt>
                <c:pt idx="24118">
                  <c:v>6.8656100000000002</c:v>
                </c:pt>
                <c:pt idx="24119">
                  <c:v>6.8659100000000004</c:v>
                </c:pt>
                <c:pt idx="24120">
                  <c:v>6.8662200000000002</c:v>
                </c:pt>
                <c:pt idx="24121">
                  <c:v>6.86653</c:v>
                </c:pt>
                <c:pt idx="24122">
                  <c:v>6.8668300000000002</c:v>
                </c:pt>
                <c:pt idx="24123">
                  <c:v>6.86714</c:v>
                </c:pt>
                <c:pt idx="24124">
                  <c:v>6.8674400000000002</c:v>
                </c:pt>
                <c:pt idx="24125">
                  <c:v>6.86775</c:v>
                </c:pt>
                <c:pt idx="24126">
                  <c:v>6.8680500000000002</c:v>
                </c:pt>
                <c:pt idx="24127">
                  <c:v>6.86836</c:v>
                </c:pt>
                <c:pt idx="24128">
                  <c:v>6.8686600000000002</c:v>
                </c:pt>
                <c:pt idx="24129">
                  <c:v>6.86897</c:v>
                </c:pt>
                <c:pt idx="24130">
                  <c:v>6.8692700000000002</c:v>
                </c:pt>
                <c:pt idx="24131">
                  <c:v>6.86958</c:v>
                </c:pt>
                <c:pt idx="24132">
                  <c:v>6.8698800000000002</c:v>
                </c:pt>
                <c:pt idx="24133">
                  <c:v>6.87019</c:v>
                </c:pt>
                <c:pt idx="24134">
                  <c:v>6.8704999999999998</c:v>
                </c:pt>
                <c:pt idx="24135">
                  <c:v>6.8708</c:v>
                </c:pt>
                <c:pt idx="24136">
                  <c:v>6.8711099999999998</c:v>
                </c:pt>
                <c:pt idx="24137">
                  <c:v>6.87141</c:v>
                </c:pt>
                <c:pt idx="24138">
                  <c:v>6.8717199999999998</c:v>
                </c:pt>
                <c:pt idx="24139">
                  <c:v>6.87202</c:v>
                </c:pt>
                <c:pt idx="24140">
                  <c:v>6.8723299999999998</c:v>
                </c:pt>
                <c:pt idx="24141">
                  <c:v>6.87263</c:v>
                </c:pt>
                <c:pt idx="24142">
                  <c:v>6.8729399999999998</c:v>
                </c:pt>
                <c:pt idx="24143">
                  <c:v>6.87324</c:v>
                </c:pt>
                <c:pt idx="24144">
                  <c:v>6.8735499999999998</c:v>
                </c:pt>
                <c:pt idx="24145">
                  <c:v>6.8738599999999996</c:v>
                </c:pt>
                <c:pt idx="24146">
                  <c:v>6.8741599999999998</c:v>
                </c:pt>
                <c:pt idx="24147">
                  <c:v>6.8744699999999996</c:v>
                </c:pt>
                <c:pt idx="24148">
                  <c:v>6.8747699999999998</c:v>
                </c:pt>
                <c:pt idx="24149">
                  <c:v>6.8750799999999996</c:v>
                </c:pt>
                <c:pt idx="24150">
                  <c:v>6.8753799999999998</c:v>
                </c:pt>
                <c:pt idx="24151">
                  <c:v>6.8756899999999996</c:v>
                </c:pt>
                <c:pt idx="24152">
                  <c:v>6.8759899999999998</c:v>
                </c:pt>
                <c:pt idx="24153">
                  <c:v>6.8762999999999996</c:v>
                </c:pt>
                <c:pt idx="24154">
                  <c:v>6.8765999999999998</c:v>
                </c:pt>
                <c:pt idx="24155">
                  <c:v>6.8769099999999996</c:v>
                </c:pt>
                <c:pt idx="24156">
                  <c:v>6.8772099999999998</c:v>
                </c:pt>
                <c:pt idx="24157">
                  <c:v>6.8775199999999996</c:v>
                </c:pt>
                <c:pt idx="24158">
                  <c:v>6.8778300000000003</c:v>
                </c:pt>
                <c:pt idx="24159">
                  <c:v>6.8781299999999996</c:v>
                </c:pt>
                <c:pt idx="24160">
                  <c:v>6.8784400000000003</c:v>
                </c:pt>
                <c:pt idx="24161">
                  <c:v>6.8787399999999996</c:v>
                </c:pt>
                <c:pt idx="24162">
                  <c:v>6.8790500000000003</c:v>
                </c:pt>
                <c:pt idx="24163">
                  <c:v>6.8793499999999996</c:v>
                </c:pt>
                <c:pt idx="24164">
                  <c:v>6.8796600000000003</c:v>
                </c:pt>
                <c:pt idx="24165">
                  <c:v>6.8799599999999996</c:v>
                </c:pt>
                <c:pt idx="24166">
                  <c:v>6.8802700000000003</c:v>
                </c:pt>
                <c:pt idx="24167">
                  <c:v>6.8805699999999996</c:v>
                </c:pt>
                <c:pt idx="24168">
                  <c:v>6.8808800000000003</c:v>
                </c:pt>
                <c:pt idx="24169">
                  <c:v>6.8811799999999996</c:v>
                </c:pt>
                <c:pt idx="24170">
                  <c:v>6.8814900000000003</c:v>
                </c:pt>
                <c:pt idx="24171">
                  <c:v>6.8818000000000001</c:v>
                </c:pt>
                <c:pt idx="24172">
                  <c:v>6.8821000000000003</c:v>
                </c:pt>
                <c:pt idx="24173">
                  <c:v>6.8824100000000001</c:v>
                </c:pt>
                <c:pt idx="24174">
                  <c:v>6.8827100000000003</c:v>
                </c:pt>
                <c:pt idx="24175">
                  <c:v>6.8830200000000001</c:v>
                </c:pt>
                <c:pt idx="24176">
                  <c:v>6.8833200000000003</c:v>
                </c:pt>
                <c:pt idx="24177">
                  <c:v>6.8836300000000001</c:v>
                </c:pt>
                <c:pt idx="24178">
                  <c:v>6.8839300000000003</c:v>
                </c:pt>
                <c:pt idx="24179">
                  <c:v>6.8842400000000001</c:v>
                </c:pt>
                <c:pt idx="24180">
                  <c:v>6.8845400000000003</c:v>
                </c:pt>
                <c:pt idx="24181">
                  <c:v>6.8848500000000001</c:v>
                </c:pt>
                <c:pt idx="24182">
                  <c:v>6.8851500000000003</c:v>
                </c:pt>
                <c:pt idx="24183">
                  <c:v>6.8854600000000001</c:v>
                </c:pt>
                <c:pt idx="24184">
                  <c:v>6.8857699999999999</c:v>
                </c:pt>
                <c:pt idx="24185">
                  <c:v>6.8860700000000001</c:v>
                </c:pt>
                <c:pt idx="24186">
                  <c:v>6.8863799999999999</c:v>
                </c:pt>
                <c:pt idx="24187">
                  <c:v>6.8866800000000001</c:v>
                </c:pt>
                <c:pt idx="24188">
                  <c:v>6.8869899999999999</c:v>
                </c:pt>
                <c:pt idx="24189">
                  <c:v>6.8872900000000001</c:v>
                </c:pt>
                <c:pt idx="24190">
                  <c:v>6.8875999999999999</c:v>
                </c:pt>
                <c:pt idx="24191">
                  <c:v>6.8879000000000001</c:v>
                </c:pt>
                <c:pt idx="24192">
                  <c:v>6.8882099999999999</c:v>
                </c:pt>
                <c:pt idx="24193">
                  <c:v>6.8885100000000001</c:v>
                </c:pt>
                <c:pt idx="24194">
                  <c:v>6.8888199999999999</c:v>
                </c:pt>
                <c:pt idx="24195">
                  <c:v>6.8891200000000001</c:v>
                </c:pt>
                <c:pt idx="24196">
                  <c:v>6.8894299999999999</c:v>
                </c:pt>
                <c:pt idx="24197">
                  <c:v>6.8897399999999998</c:v>
                </c:pt>
                <c:pt idx="24198">
                  <c:v>6.8900399999999999</c:v>
                </c:pt>
                <c:pt idx="24199">
                  <c:v>6.8903499999999998</c:v>
                </c:pt>
                <c:pt idx="24200">
                  <c:v>6.8906499999999999</c:v>
                </c:pt>
                <c:pt idx="24201">
                  <c:v>6.8909599999999998</c:v>
                </c:pt>
                <c:pt idx="24202">
                  <c:v>6.8912599999999999</c:v>
                </c:pt>
                <c:pt idx="24203">
                  <c:v>6.8915699999999998</c:v>
                </c:pt>
                <c:pt idx="24204">
                  <c:v>6.8918699999999999</c:v>
                </c:pt>
                <c:pt idx="24205">
                  <c:v>6.8921799999999998</c:v>
                </c:pt>
                <c:pt idx="24206">
                  <c:v>6.8924799999999999</c:v>
                </c:pt>
                <c:pt idx="24207">
                  <c:v>6.8927899999999998</c:v>
                </c:pt>
                <c:pt idx="24208">
                  <c:v>6.8930999999999996</c:v>
                </c:pt>
                <c:pt idx="24209">
                  <c:v>6.8933999999999997</c:v>
                </c:pt>
                <c:pt idx="24210">
                  <c:v>6.8937099999999996</c:v>
                </c:pt>
                <c:pt idx="24211">
                  <c:v>6.8940099999999997</c:v>
                </c:pt>
                <c:pt idx="24212">
                  <c:v>6.8943199999999996</c:v>
                </c:pt>
                <c:pt idx="24213">
                  <c:v>6.8946199999999997</c:v>
                </c:pt>
                <c:pt idx="24214">
                  <c:v>6.8949299999999996</c:v>
                </c:pt>
                <c:pt idx="24215">
                  <c:v>6.8952299999999997</c:v>
                </c:pt>
                <c:pt idx="24216">
                  <c:v>6.8955399999999996</c:v>
                </c:pt>
                <c:pt idx="24217">
                  <c:v>6.8958399999999997</c:v>
                </c:pt>
                <c:pt idx="24218">
                  <c:v>6.8961499999999996</c:v>
                </c:pt>
                <c:pt idx="24219">
                  <c:v>6.8964499999999997</c:v>
                </c:pt>
                <c:pt idx="24220">
                  <c:v>6.8967599999999996</c:v>
                </c:pt>
                <c:pt idx="24221">
                  <c:v>6.8970700000000003</c:v>
                </c:pt>
                <c:pt idx="24222">
                  <c:v>6.8973699999999996</c:v>
                </c:pt>
                <c:pt idx="24223">
                  <c:v>6.8976800000000003</c:v>
                </c:pt>
                <c:pt idx="24224">
                  <c:v>6.8979799999999996</c:v>
                </c:pt>
                <c:pt idx="24225">
                  <c:v>6.8982900000000003</c:v>
                </c:pt>
                <c:pt idx="24226">
                  <c:v>6.8985900000000004</c:v>
                </c:pt>
                <c:pt idx="24227">
                  <c:v>6.8989000000000003</c:v>
                </c:pt>
                <c:pt idx="24228">
                  <c:v>6.8992000000000004</c:v>
                </c:pt>
                <c:pt idx="24229">
                  <c:v>6.8995100000000003</c:v>
                </c:pt>
                <c:pt idx="24230">
                  <c:v>6.8998100000000004</c:v>
                </c:pt>
                <c:pt idx="24231">
                  <c:v>6.9001200000000003</c:v>
                </c:pt>
                <c:pt idx="24232">
                  <c:v>6.9004200000000004</c:v>
                </c:pt>
                <c:pt idx="24233">
                  <c:v>6.9007300000000003</c:v>
                </c:pt>
                <c:pt idx="24234">
                  <c:v>6.9010400000000001</c:v>
                </c:pt>
                <c:pt idx="24235">
                  <c:v>6.9013400000000003</c:v>
                </c:pt>
                <c:pt idx="24236">
                  <c:v>6.9016500000000001</c:v>
                </c:pt>
                <c:pt idx="24237">
                  <c:v>6.9019500000000003</c:v>
                </c:pt>
                <c:pt idx="24238">
                  <c:v>6.9022600000000001</c:v>
                </c:pt>
                <c:pt idx="24239">
                  <c:v>6.9025600000000003</c:v>
                </c:pt>
                <c:pt idx="24240">
                  <c:v>6.9028700000000001</c:v>
                </c:pt>
                <c:pt idx="24241">
                  <c:v>6.9031700000000003</c:v>
                </c:pt>
                <c:pt idx="24242">
                  <c:v>6.9034800000000001</c:v>
                </c:pt>
                <c:pt idx="24243">
                  <c:v>6.9037800000000002</c:v>
                </c:pt>
                <c:pt idx="24244">
                  <c:v>6.9040900000000001</c:v>
                </c:pt>
                <c:pt idx="24245">
                  <c:v>6.9043900000000002</c:v>
                </c:pt>
                <c:pt idx="24246">
                  <c:v>6.9047000000000001</c:v>
                </c:pt>
                <c:pt idx="24247">
                  <c:v>6.9050099999999999</c:v>
                </c:pt>
                <c:pt idx="24248">
                  <c:v>6.9053100000000001</c:v>
                </c:pt>
                <c:pt idx="24249">
                  <c:v>6.9056199999999999</c:v>
                </c:pt>
                <c:pt idx="24250">
                  <c:v>6.9059200000000001</c:v>
                </c:pt>
                <c:pt idx="24251">
                  <c:v>6.9062299999999999</c:v>
                </c:pt>
                <c:pt idx="24252">
                  <c:v>6.9065300000000001</c:v>
                </c:pt>
                <c:pt idx="24253">
                  <c:v>6.9068399999999999</c:v>
                </c:pt>
                <c:pt idx="24254">
                  <c:v>6.9071400000000001</c:v>
                </c:pt>
                <c:pt idx="24255">
                  <c:v>6.9074499999999999</c:v>
                </c:pt>
                <c:pt idx="24256">
                  <c:v>6.9077500000000001</c:v>
                </c:pt>
                <c:pt idx="24257">
                  <c:v>6.9080599999999999</c:v>
                </c:pt>
                <c:pt idx="24258">
                  <c:v>6.9083699999999997</c:v>
                </c:pt>
                <c:pt idx="24259">
                  <c:v>6.9086699999999999</c:v>
                </c:pt>
                <c:pt idx="24260">
                  <c:v>6.9089799999999997</c:v>
                </c:pt>
                <c:pt idx="24261">
                  <c:v>6.9092799999999999</c:v>
                </c:pt>
                <c:pt idx="24262">
                  <c:v>6.9095899999999997</c:v>
                </c:pt>
                <c:pt idx="24263">
                  <c:v>6.9098899999999999</c:v>
                </c:pt>
                <c:pt idx="24264">
                  <c:v>6.9101999999999997</c:v>
                </c:pt>
                <c:pt idx="24265">
                  <c:v>6.9104999999999999</c:v>
                </c:pt>
                <c:pt idx="24266">
                  <c:v>6.9108099999999997</c:v>
                </c:pt>
                <c:pt idx="24267">
                  <c:v>6.9111099999999999</c:v>
                </c:pt>
                <c:pt idx="24268">
                  <c:v>6.9114199999999997</c:v>
                </c:pt>
                <c:pt idx="24269">
                  <c:v>6.9117199999999999</c:v>
                </c:pt>
                <c:pt idx="24270">
                  <c:v>6.9120299999999997</c:v>
                </c:pt>
                <c:pt idx="24271">
                  <c:v>6.9123400000000004</c:v>
                </c:pt>
                <c:pt idx="24272">
                  <c:v>6.9126399999999997</c:v>
                </c:pt>
                <c:pt idx="24273">
                  <c:v>6.9129500000000004</c:v>
                </c:pt>
                <c:pt idx="24274">
                  <c:v>6.9132499999999997</c:v>
                </c:pt>
                <c:pt idx="24275">
                  <c:v>6.9135600000000004</c:v>
                </c:pt>
                <c:pt idx="24276">
                  <c:v>6.9138599999999997</c:v>
                </c:pt>
                <c:pt idx="24277">
                  <c:v>6.9141700000000004</c:v>
                </c:pt>
                <c:pt idx="24278">
                  <c:v>6.9144699999999997</c:v>
                </c:pt>
                <c:pt idx="24279">
                  <c:v>6.9147800000000004</c:v>
                </c:pt>
                <c:pt idx="24280">
                  <c:v>6.9150799999999997</c:v>
                </c:pt>
                <c:pt idx="24281">
                  <c:v>6.9153900000000004</c:v>
                </c:pt>
                <c:pt idx="24282">
                  <c:v>6.9156899999999997</c:v>
                </c:pt>
                <c:pt idx="24283">
                  <c:v>6.9160000000000004</c:v>
                </c:pt>
                <c:pt idx="24284">
                  <c:v>6.9163100000000002</c:v>
                </c:pt>
                <c:pt idx="24285">
                  <c:v>6.9166100000000004</c:v>
                </c:pt>
                <c:pt idx="24286">
                  <c:v>6.9169200000000002</c:v>
                </c:pt>
                <c:pt idx="24287">
                  <c:v>6.9172200000000004</c:v>
                </c:pt>
                <c:pt idx="24288">
                  <c:v>6.9175300000000002</c:v>
                </c:pt>
                <c:pt idx="24289">
                  <c:v>6.9178300000000004</c:v>
                </c:pt>
                <c:pt idx="24290">
                  <c:v>6.9181400000000002</c:v>
                </c:pt>
                <c:pt idx="24291">
                  <c:v>6.9184400000000004</c:v>
                </c:pt>
                <c:pt idx="24292">
                  <c:v>6.9187500000000002</c:v>
                </c:pt>
                <c:pt idx="24293">
                  <c:v>6.9190500000000004</c:v>
                </c:pt>
                <c:pt idx="24294">
                  <c:v>6.9193600000000002</c:v>
                </c:pt>
                <c:pt idx="24295">
                  <c:v>6.9196600000000004</c:v>
                </c:pt>
                <c:pt idx="24296">
                  <c:v>6.9199700000000002</c:v>
                </c:pt>
                <c:pt idx="24297">
                  <c:v>6.92028</c:v>
                </c:pt>
                <c:pt idx="24298">
                  <c:v>6.9205800000000002</c:v>
                </c:pt>
                <c:pt idx="24299">
                  <c:v>6.92089</c:v>
                </c:pt>
                <c:pt idx="24300">
                  <c:v>6.9211900000000002</c:v>
                </c:pt>
                <c:pt idx="24301">
                  <c:v>6.9215</c:v>
                </c:pt>
                <c:pt idx="24302">
                  <c:v>6.9218000000000002</c:v>
                </c:pt>
                <c:pt idx="24303">
                  <c:v>6.92211</c:v>
                </c:pt>
                <c:pt idx="24304">
                  <c:v>6.9224100000000002</c:v>
                </c:pt>
                <c:pt idx="24305">
                  <c:v>6.92272</c:v>
                </c:pt>
                <c:pt idx="24306">
                  <c:v>6.9230200000000002</c:v>
                </c:pt>
                <c:pt idx="24307">
                  <c:v>6.92333</c:v>
                </c:pt>
                <c:pt idx="24308">
                  <c:v>6.9236300000000002</c:v>
                </c:pt>
                <c:pt idx="24309">
                  <c:v>6.92394</c:v>
                </c:pt>
                <c:pt idx="24310">
                  <c:v>6.9242499999999998</c:v>
                </c:pt>
                <c:pt idx="24311">
                  <c:v>6.92455</c:v>
                </c:pt>
                <c:pt idx="24312">
                  <c:v>6.9248599999999998</c:v>
                </c:pt>
                <c:pt idx="24313">
                  <c:v>6.92516</c:v>
                </c:pt>
                <c:pt idx="24314">
                  <c:v>6.9254699999999998</c:v>
                </c:pt>
                <c:pt idx="24315">
                  <c:v>6.92577</c:v>
                </c:pt>
                <c:pt idx="24316">
                  <c:v>6.9260799999999998</c:v>
                </c:pt>
                <c:pt idx="24317">
                  <c:v>6.92638</c:v>
                </c:pt>
                <c:pt idx="24318">
                  <c:v>6.9266899999999998</c:v>
                </c:pt>
                <c:pt idx="24319">
                  <c:v>6.92699</c:v>
                </c:pt>
                <c:pt idx="24320">
                  <c:v>6.9272999999999998</c:v>
                </c:pt>
                <c:pt idx="24321">
                  <c:v>6.9276099999999996</c:v>
                </c:pt>
                <c:pt idx="24322">
                  <c:v>6.9279099999999998</c:v>
                </c:pt>
                <c:pt idx="24323">
                  <c:v>6.9282199999999996</c:v>
                </c:pt>
                <c:pt idx="24324">
                  <c:v>6.9285199999999998</c:v>
                </c:pt>
                <c:pt idx="24325">
                  <c:v>6.9288299999999996</c:v>
                </c:pt>
                <c:pt idx="24326">
                  <c:v>6.9291299999999998</c:v>
                </c:pt>
                <c:pt idx="24327">
                  <c:v>6.9294399999999996</c:v>
                </c:pt>
                <c:pt idx="24328">
                  <c:v>6.9297399999999998</c:v>
                </c:pt>
                <c:pt idx="24329">
                  <c:v>6.9300499999999996</c:v>
                </c:pt>
                <c:pt idx="24330">
                  <c:v>6.9303499999999998</c:v>
                </c:pt>
                <c:pt idx="24331">
                  <c:v>6.9306599999999996</c:v>
                </c:pt>
                <c:pt idx="24332">
                  <c:v>6.9309599999999998</c:v>
                </c:pt>
                <c:pt idx="24333">
                  <c:v>6.9312699999999996</c:v>
                </c:pt>
                <c:pt idx="24334">
                  <c:v>6.9315800000000003</c:v>
                </c:pt>
                <c:pt idx="24335">
                  <c:v>6.9318799999999996</c:v>
                </c:pt>
                <c:pt idx="24336">
                  <c:v>6.9321900000000003</c:v>
                </c:pt>
                <c:pt idx="24337">
                  <c:v>6.9324899999999996</c:v>
                </c:pt>
                <c:pt idx="24338">
                  <c:v>6.9328000000000003</c:v>
                </c:pt>
                <c:pt idx="24339">
                  <c:v>6.9330999999999996</c:v>
                </c:pt>
                <c:pt idx="24340">
                  <c:v>6.9334100000000003</c:v>
                </c:pt>
                <c:pt idx="24341">
                  <c:v>6.9337099999999996</c:v>
                </c:pt>
                <c:pt idx="24342">
                  <c:v>6.9340200000000003</c:v>
                </c:pt>
                <c:pt idx="24343">
                  <c:v>6.9343199999999996</c:v>
                </c:pt>
                <c:pt idx="24344">
                  <c:v>6.9346300000000003</c:v>
                </c:pt>
                <c:pt idx="24345">
                  <c:v>6.9349299999999996</c:v>
                </c:pt>
                <c:pt idx="24346">
                  <c:v>6.9352400000000003</c:v>
                </c:pt>
                <c:pt idx="24347">
                  <c:v>6.9355500000000001</c:v>
                </c:pt>
                <c:pt idx="24348">
                  <c:v>6.9358500000000003</c:v>
                </c:pt>
                <c:pt idx="24349">
                  <c:v>6.9361600000000001</c:v>
                </c:pt>
                <c:pt idx="24350">
                  <c:v>6.9364600000000003</c:v>
                </c:pt>
                <c:pt idx="24351">
                  <c:v>6.9367700000000001</c:v>
                </c:pt>
                <c:pt idx="24352">
                  <c:v>6.9370700000000003</c:v>
                </c:pt>
                <c:pt idx="24353">
                  <c:v>6.9373800000000001</c:v>
                </c:pt>
                <c:pt idx="24354">
                  <c:v>6.9376800000000003</c:v>
                </c:pt>
                <c:pt idx="24355">
                  <c:v>6.9379900000000001</c:v>
                </c:pt>
                <c:pt idx="24356">
                  <c:v>6.9382900000000003</c:v>
                </c:pt>
                <c:pt idx="24357">
                  <c:v>6.9386000000000001</c:v>
                </c:pt>
                <c:pt idx="24358">
                  <c:v>6.9389000000000003</c:v>
                </c:pt>
                <c:pt idx="24359">
                  <c:v>6.9392100000000001</c:v>
                </c:pt>
                <c:pt idx="24360">
                  <c:v>6.9395199999999999</c:v>
                </c:pt>
                <c:pt idx="24361">
                  <c:v>6.9398200000000001</c:v>
                </c:pt>
                <c:pt idx="24362">
                  <c:v>6.9401299999999999</c:v>
                </c:pt>
                <c:pt idx="24363">
                  <c:v>6.9404300000000001</c:v>
                </c:pt>
                <c:pt idx="24364">
                  <c:v>6.9407399999999999</c:v>
                </c:pt>
                <c:pt idx="24365">
                  <c:v>6.9410400000000001</c:v>
                </c:pt>
                <c:pt idx="24366">
                  <c:v>6.9413499999999999</c:v>
                </c:pt>
                <c:pt idx="24367">
                  <c:v>6.9416500000000001</c:v>
                </c:pt>
                <c:pt idx="24368">
                  <c:v>6.9419599999999999</c:v>
                </c:pt>
                <c:pt idx="24369">
                  <c:v>6.9422600000000001</c:v>
                </c:pt>
                <c:pt idx="24370">
                  <c:v>6.9425699999999999</c:v>
                </c:pt>
                <c:pt idx="24371">
                  <c:v>6.9428700000000001</c:v>
                </c:pt>
                <c:pt idx="24372">
                  <c:v>6.9431799999999999</c:v>
                </c:pt>
                <c:pt idx="24373">
                  <c:v>6.9434899999999997</c:v>
                </c:pt>
                <c:pt idx="24374">
                  <c:v>6.9437899999999999</c:v>
                </c:pt>
                <c:pt idx="24375">
                  <c:v>6.9440999999999997</c:v>
                </c:pt>
                <c:pt idx="24376">
                  <c:v>6.9443999999999999</c:v>
                </c:pt>
                <c:pt idx="24377">
                  <c:v>6.9447099999999997</c:v>
                </c:pt>
                <c:pt idx="24378">
                  <c:v>6.9450099999999999</c:v>
                </c:pt>
                <c:pt idx="24379">
                  <c:v>6.9453199999999997</c:v>
                </c:pt>
                <c:pt idx="24380">
                  <c:v>6.9456199999999999</c:v>
                </c:pt>
                <c:pt idx="24381">
                  <c:v>6.9459299999999997</c:v>
                </c:pt>
                <c:pt idx="24382">
                  <c:v>6.9462299999999999</c:v>
                </c:pt>
                <c:pt idx="24383">
                  <c:v>6.9465399999999997</c:v>
                </c:pt>
                <c:pt idx="24384">
                  <c:v>6.9468500000000004</c:v>
                </c:pt>
                <c:pt idx="24385">
                  <c:v>6.9471499999999997</c:v>
                </c:pt>
                <c:pt idx="24386">
                  <c:v>6.9474600000000004</c:v>
                </c:pt>
                <c:pt idx="24387">
                  <c:v>6.9477599999999997</c:v>
                </c:pt>
                <c:pt idx="24388">
                  <c:v>6.9480700000000004</c:v>
                </c:pt>
                <c:pt idx="24389">
                  <c:v>6.9483699999999997</c:v>
                </c:pt>
                <c:pt idx="24390">
                  <c:v>6.9486800000000004</c:v>
                </c:pt>
                <c:pt idx="24391">
                  <c:v>6.9489799999999997</c:v>
                </c:pt>
                <c:pt idx="24392">
                  <c:v>6.9492900000000004</c:v>
                </c:pt>
                <c:pt idx="24393">
                  <c:v>6.9495899999999997</c:v>
                </c:pt>
                <c:pt idx="24394">
                  <c:v>6.9499000000000004</c:v>
                </c:pt>
                <c:pt idx="24395">
                  <c:v>6.9501999999999997</c:v>
                </c:pt>
                <c:pt idx="24396">
                  <c:v>6.9505100000000004</c:v>
                </c:pt>
                <c:pt idx="24397">
                  <c:v>6.9508200000000002</c:v>
                </c:pt>
                <c:pt idx="24398">
                  <c:v>6.9511200000000004</c:v>
                </c:pt>
                <c:pt idx="24399">
                  <c:v>6.9514300000000002</c:v>
                </c:pt>
                <c:pt idx="24400">
                  <c:v>6.9517300000000004</c:v>
                </c:pt>
                <c:pt idx="24401">
                  <c:v>6.9520400000000002</c:v>
                </c:pt>
                <c:pt idx="24402">
                  <c:v>6.9523400000000004</c:v>
                </c:pt>
                <c:pt idx="24403">
                  <c:v>6.9526500000000002</c:v>
                </c:pt>
                <c:pt idx="24404">
                  <c:v>6.9529500000000004</c:v>
                </c:pt>
                <c:pt idx="24405">
                  <c:v>6.9532600000000002</c:v>
                </c:pt>
                <c:pt idx="24406">
                  <c:v>6.9535600000000004</c:v>
                </c:pt>
                <c:pt idx="24407">
                  <c:v>6.9538700000000002</c:v>
                </c:pt>
                <c:pt idx="24408">
                  <c:v>6.9541700000000004</c:v>
                </c:pt>
                <c:pt idx="24409">
                  <c:v>6.9544800000000002</c:v>
                </c:pt>
                <c:pt idx="24410">
                  <c:v>6.95479</c:v>
                </c:pt>
                <c:pt idx="24411">
                  <c:v>6.9550900000000002</c:v>
                </c:pt>
                <c:pt idx="24412">
                  <c:v>6.9554</c:v>
                </c:pt>
                <c:pt idx="24413">
                  <c:v>6.9557000000000002</c:v>
                </c:pt>
                <c:pt idx="24414">
                  <c:v>6.95601</c:v>
                </c:pt>
                <c:pt idx="24415">
                  <c:v>6.9563100000000002</c:v>
                </c:pt>
                <c:pt idx="24416">
                  <c:v>6.95662</c:v>
                </c:pt>
                <c:pt idx="24417">
                  <c:v>6.9569200000000002</c:v>
                </c:pt>
                <c:pt idx="24418">
                  <c:v>6.95723</c:v>
                </c:pt>
                <c:pt idx="24419">
                  <c:v>6.9575300000000002</c:v>
                </c:pt>
                <c:pt idx="24420">
                  <c:v>6.95784</c:v>
                </c:pt>
                <c:pt idx="24421">
                  <c:v>6.9581400000000002</c:v>
                </c:pt>
                <c:pt idx="24422">
                  <c:v>6.95845</c:v>
                </c:pt>
                <c:pt idx="24423">
                  <c:v>6.9587599999999998</c:v>
                </c:pt>
                <c:pt idx="24424">
                  <c:v>6.95906</c:v>
                </c:pt>
                <c:pt idx="24425">
                  <c:v>6.9593699999999998</c:v>
                </c:pt>
                <c:pt idx="24426">
                  <c:v>6.95967</c:v>
                </c:pt>
                <c:pt idx="24427">
                  <c:v>6.9599799999999998</c:v>
                </c:pt>
                <c:pt idx="24428">
                  <c:v>6.96028</c:v>
                </c:pt>
                <c:pt idx="24429">
                  <c:v>6.9605899999999998</c:v>
                </c:pt>
                <c:pt idx="24430">
                  <c:v>6.96089</c:v>
                </c:pt>
                <c:pt idx="24431">
                  <c:v>6.9611999999999998</c:v>
                </c:pt>
                <c:pt idx="24432">
                  <c:v>6.9615</c:v>
                </c:pt>
                <c:pt idx="24433">
                  <c:v>6.9618099999999998</c:v>
                </c:pt>
                <c:pt idx="24434">
                  <c:v>6.96211</c:v>
                </c:pt>
                <c:pt idx="24435">
                  <c:v>6.9624199999999998</c:v>
                </c:pt>
                <c:pt idx="24436">
                  <c:v>6.9627299999999996</c:v>
                </c:pt>
                <c:pt idx="24437">
                  <c:v>6.9630299999999998</c:v>
                </c:pt>
                <c:pt idx="24438">
                  <c:v>6.9633399999999996</c:v>
                </c:pt>
                <c:pt idx="24439">
                  <c:v>6.9636399999999998</c:v>
                </c:pt>
                <c:pt idx="24440">
                  <c:v>6.9639499999999996</c:v>
                </c:pt>
                <c:pt idx="24441">
                  <c:v>6.9642499999999998</c:v>
                </c:pt>
                <c:pt idx="24442">
                  <c:v>6.9645599999999996</c:v>
                </c:pt>
                <c:pt idx="24443">
                  <c:v>6.9648599999999998</c:v>
                </c:pt>
                <c:pt idx="24444">
                  <c:v>6.9651699999999996</c:v>
                </c:pt>
                <c:pt idx="24445">
                  <c:v>6.9654699999999998</c:v>
                </c:pt>
                <c:pt idx="24446">
                  <c:v>6.9657799999999996</c:v>
                </c:pt>
                <c:pt idx="24447">
                  <c:v>6.9660900000000003</c:v>
                </c:pt>
                <c:pt idx="24448">
                  <c:v>6.9663899999999996</c:v>
                </c:pt>
                <c:pt idx="24449">
                  <c:v>6.9667000000000003</c:v>
                </c:pt>
                <c:pt idx="24450">
                  <c:v>6.9669999999999996</c:v>
                </c:pt>
                <c:pt idx="24451">
                  <c:v>6.9673100000000003</c:v>
                </c:pt>
                <c:pt idx="24452">
                  <c:v>6.9676099999999996</c:v>
                </c:pt>
                <c:pt idx="24453">
                  <c:v>6.9679200000000003</c:v>
                </c:pt>
                <c:pt idx="24454">
                  <c:v>6.9682199999999996</c:v>
                </c:pt>
                <c:pt idx="24455">
                  <c:v>6.9685300000000003</c:v>
                </c:pt>
                <c:pt idx="24456">
                  <c:v>6.9688299999999996</c:v>
                </c:pt>
                <c:pt idx="24457">
                  <c:v>6.9691400000000003</c:v>
                </c:pt>
                <c:pt idx="24458">
                  <c:v>6.9694399999999996</c:v>
                </c:pt>
                <c:pt idx="24459">
                  <c:v>6.9697500000000003</c:v>
                </c:pt>
                <c:pt idx="24460">
                  <c:v>6.9700600000000001</c:v>
                </c:pt>
                <c:pt idx="24461">
                  <c:v>6.9703600000000003</c:v>
                </c:pt>
                <c:pt idx="24462">
                  <c:v>6.9706700000000001</c:v>
                </c:pt>
                <c:pt idx="24463">
                  <c:v>6.9709700000000003</c:v>
                </c:pt>
                <c:pt idx="24464">
                  <c:v>6.9712800000000001</c:v>
                </c:pt>
                <c:pt idx="24465">
                  <c:v>6.9715800000000003</c:v>
                </c:pt>
                <c:pt idx="24466">
                  <c:v>6.9718900000000001</c:v>
                </c:pt>
                <c:pt idx="24467">
                  <c:v>6.9721900000000003</c:v>
                </c:pt>
                <c:pt idx="24468">
                  <c:v>6.9725000000000001</c:v>
                </c:pt>
                <c:pt idx="24469">
                  <c:v>6.9728000000000003</c:v>
                </c:pt>
                <c:pt idx="24470">
                  <c:v>6.9731100000000001</c:v>
                </c:pt>
                <c:pt idx="24471">
                  <c:v>6.9734100000000003</c:v>
                </c:pt>
                <c:pt idx="24472">
                  <c:v>6.9737200000000001</c:v>
                </c:pt>
                <c:pt idx="24473">
                  <c:v>6.97403</c:v>
                </c:pt>
                <c:pt idx="24474">
                  <c:v>6.9743300000000001</c:v>
                </c:pt>
                <c:pt idx="24475">
                  <c:v>6.97464</c:v>
                </c:pt>
                <c:pt idx="24476">
                  <c:v>6.9749400000000001</c:v>
                </c:pt>
                <c:pt idx="24477">
                  <c:v>6.97525</c:v>
                </c:pt>
                <c:pt idx="24478">
                  <c:v>6.9755500000000001</c:v>
                </c:pt>
                <c:pt idx="24479">
                  <c:v>6.9758599999999999</c:v>
                </c:pt>
                <c:pt idx="24480">
                  <c:v>6.9761600000000001</c:v>
                </c:pt>
                <c:pt idx="24481">
                  <c:v>6.9764699999999999</c:v>
                </c:pt>
                <c:pt idx="24482">
                  <c:v>6.9767700000000001</c:v>
                </c:pt>
                <c:pt idx="24483">
                  <c:v>6.9770799999999999</c:v>
                </c:pt>
                <c:pt idx="24484">
                  <c:v>6.9773800000000001</c:v>
                </c:pt>
                <c:pt idx="24485">
                  <c:v>6.9776899999999999</c:v>
                </c:pt>
                <c:pt idx="24486">
                  <c:v>6.9779999999999998</c:v>
                </c:pt>
                <c:pt idx="24487">
                  <c:v>6.9782999999999999</c:v>
                </c:pt>
                <c:pt idx="24488">
                  <c:v>6.9786099999999998</c:v>
                </c:pt>
                <c:pt idx="24489">
                  <c:v>6.9789099999999999</c:v>
                </c:pt>
                <c:pt idx="24490">
                  <c:v>6.9792199999999998</c:v>
                </c:pt>
                <c:pt idx="24491">
                  <c:v>6.9795199999999999</c:v>
                </c:pt>
                <c:pt idx="24492">
                  <c:v>6.9798299999999998</c:v>
                </c:pt>
                <c:pt idx="24493">
                  <c:v>6.9801299999999999</c:v>
                </c:pt>
                <c:pt idx="24494">
                  <c:v>6.9804399999999998</c:v>
                </c:pt>
                <c:pt idx="24495">
                  <c:v>6.9807399999999999</c:v>
                </c:pt>
                <c:pt idx="24496">
                  <c:v>6.9810499999999998</c:v>
                </c:pt>
                <c:pt idx="24497">
                  <c:v>6.9813599999999996</c:v>
                </c:pt>
                <c:pt idx="24498">
                  <c:v>6.9816599999999998</c:v>
                </c:pt>
                <c:pt idx="24499">
                  <c:v>6.9819699999999996</c:v>
                </c:pt>
                <c:pt idx="24500">
                  <c:v>6.9822699999999998</c:v>
                </c:pt>
                <c:pt idx="24501">
                  <c:v>6.9825799999999996</c:v>
                </c:pt>
                <c:pt idx="24502">
                  <c:v>6.9828799999999998</c:v>
                </c:pt>
                <c:pt idx="24503">
                  <c:v>6.9831899999999996</c:v>
                </c:pt>
                <c:pt idx="24504">
                  <c:v>6.9834899999999998</c:v>
                </c:pt>
                <c:pt idx="24505">
                  <c:v>6.9837999999999996</c:v>
                </c:pt>
                <c:pt idx="24506">
                  <c:v>6.9840999999999998</c:v>
                </c:pt>
                <c:pt idx="24507">
                  <c:v>6.9844099999999996</c:v>
                </c:pt>
                <c:pt idx="24508">
                  <c:v>6.9847099999999998</c:v>
                </c:pt>
                <c:pt idx="24509">
                  <c:v>6.9850199999999996</c:v>
                </c:pt>
                <c:pt idx="24510">
                  <c:v>6.9853300000000003</c:v>
                </c:pt>
                <c:pt idx="24511">
                  <c:v>6.9856299999999996</c:v>
                </c:pt>
                <c:pt idx="24512">
                  <c:v>6.9859400000000003</c:v>
                </c:pt>
                <c:pt idx="24513">
                  <c:v>6.9862399999999996</c:v>
                </c:pt>
                <c:pt idx="24514">
                  <c:v>6.9865500000000003</c:v>
                </c:pt>
                <c:pt idx="24515">
                  <c:v>6.9868499999999996</c:v>
                </c:pt>
                <c:pt idx="24516">
                  <c:v>6.9871600000000003</c:v>
                </c:pt>
                <c:pt idx="24517">
                  <c:v>6.9874599999999996</c:v>
                </c:pt>
                <c:pt idx="24518">
                  <c:v>6.9877700000000003</c:v>
                </c:pt>
                <c:pt idx="24519">
                  <c:v>6.9880699999999996</c:v>
                </c:pt>
                <c:pt idx="24520">
                  <c:v>6.9883800000000003</c:v>
                </c:pt>
                <c:pt idx="24521">
                  <c:v>6.9886799999999996</c:v>
                </c:pt>
                <c:pt idx="24522">
                  <c:v>6.9889900000000003</c:v>
                </c:pt>
                <c:pt idx="24523">
                  <c:v>6.9893000000000001</c:v>
                </c:pt>
                <c:pt idx="24524">
                  <c:v>6.9896000000000003</c:v>
                </c:pt>
                <c:pt idx="24525">
                  <c:v>6.9899100000000001</c:v>
                </c:pt>
                <c:pt idx="24526">
                  <c:v>6.9902100000000003</c:v>
                </c:pt>
                <c:pt idx="24527">
                  <c:v>6.9905200000000001</c:v>
                </c:pt>
                <c:pt idx="24528">
                  <c:v>6.9908200000000003</c:v>
                </c:pt>
                <c:pt idx="24529">
                  <c:v>6.9911300000000001</c:v>
                </c:pt>
                <c:pt idx="24530">
                  <c:v>6.9914300000000003</c:v>
                </c:pt>
                <c:pt idx="24531">
                  <c:v>6.9917400000000001</c:v>
                </c:pt>
                <c:pt idx="24532">
                  <c:v>6.9920400000000003</c:v>
                </c:pt>
                <c:pt idx="24533">
                  <c:v>6.9923500000000001</c:v>
                </c:pt>
                <c:pt idx="24534">
                  <c:v>6.9926500000000003</c:v>
                </c:pt>
                <c:pt idx="24535">
                  <c:v>6.9929600000000001</c:v>
                </c:pt>
                <c:pt idx="24536">
                  <c:v>6.9932699999999999</c:v>
                </c:pt>
                <c:pt idx="24537">
                  <c:v>6.9935700000000001</c:v>
                </c:pt>
                <c:pt idx="24538">
                  <c:v>6.9938799999999999</c:v>
                </c:pt>
                <c:pt idx="24539">
                  <c:v>6.9941800000000001</c:v>
                </c:pt>
                <c:pt idx="24540">
                  <c:v>6.9944899999999999</c:v>
                </c:pt>
                <c:pt idx="24541">
                  <c:v>6.9947900000000001</c:v>
                </c:pt>
                <c:pt idx="24542">
                  <c:v>6.9950999999999999</c:v>
                </c:pt>
                <c:pt idx="24543">
                  <c:v>6.9954000000000001</c:v>
                </c:pt>
                <c:pt idx="24544">
                  <c:v>6.9957099999999999</c:v>
                </c:pt>
                <c:pt idx="24545">
                  <c:v>6.9960100000000001</c:v>
                </c:pt>
                <c:pt idx="24546">
                  <c:v>6.9963199999999999</c:v>
                </c:pt>
                <c:pt idx="24547">
                  <c:v>6.9966200000000001</c:v>
                </c:pt>
                <c:pt idx="24548">
                  <c:v>6.9969299999999999</c:v>
                </c:pt>
                <c:pt idx="24549">
                  <c:v>6.9972399999999997</c:v>
                </c:pt>
                <c:pt idx="24550">
                  <c:v>6.9975399999999999</c:v>
                </c:pt>
                <c:pt idx="24551">
                  <c:v>6.9978499999999997</c:v>
                </c:pt>
                <c:pt idx="24552">
                  <c:v>6.9981499999999999</c:v>
                </c:pt>
                <c:pt idx="24553">
                  <c:v>6.9984599999999997</c:v>
                </c:pt>
                <c:pt idx="24554">
                  <c:v>6.9987599999999999</c:v>
                </c:pt>
                <c:pt idx="24555">
                  <c:v>6.9990699999999997</c:v>
                </c:pt>
                <c:pt idx="24556">
                  <c:v>6.9993699999999999</c:v>
                </c:pt>
                <c:pt idx="24557">
                  <c:v>6.9996799999999997</c:v>
                </c:pt>
                <c:pt idx="24558">
                  <c:v>6.9999799999999999</c:v>
                </c:pt>
                <c:pt idx="24559">
                  <c:v>7.0002899999999997</c:v>
                </c:pt>
                <c:pt idx="24560">
                  <c:v>7.0006000000000004</c:v>
                </c:pt>
                <c:pt idx="24561">
                  <c:v>7.0008999999999997</c:v>
                </c:pt>
                <c:pt idx="24562">
                  <c:v>7.0012100000000004</c:v>
                </c:pt>
                <c:pt idx="24563">
                  <c:v>7.0015099999999997</c:v>
                </c:pt>
                <c:pt idx="24564">
                  <c:v>7.0018200000000004</c:v>
                </c:pt>
                <c:pt idx="24565">
                  <c:v>7.0021199999999997</c:v>
                </c:pt>
                <c:pt idx="24566">
                  <c:v>7.0024300000000004</c:v>
                </c:pt>
                <c:pt idx="24567">
                  <c:v>7.0027299999999997</c:v>
                </c:pt>
                <c:pt idx="24568">
                  <c:v>7.0030400000000004</c:v>
                </c:pt>
                <c:pt idx="24569">
                  <c:v>7.0033399999999997</c:v>
                </c:pt>
                <c:pt idx="24570">
                  <c:v>7.0036500000000004</c:v>
                </c:pt>
                <c:pt idx="24571">
                  <c:v>7.0039499999999997</c:v>
                </c:pt>
                <c:pt idx="24572">
                  <c:v>7.0042600000000004</c:v>
                </c:pt>
                <c:pt idx="24573">
                  <c:v>7.0045700000000002</c:v>
                </c:pt>
                <c:pt idx="24574">
                  <c:v>7.0048700000000004</c:v>
                </c:pt>
                <c:pt idx="24575">
                  <c:v>7.0051800000000002</c:v>
                </c:pt>
                <c:pt idx="24576">
                  <c:v>7.0054800000000004</c:v>
                </c:pt>
                <c:pt idx="24577">
                  <c:v>7.0057900000000002</c:v>
                </c:pt>
                <c:pt idx="24578">
                  <c:v>7.0060900000000004</c:v>
                </c:pt>
                <c:pt idx="24579">
                  <c:v>7.0064000000000002</c:v>
                </c:pt>
                <c:pt idx="24580">
                  <c:v>7.0067000000000004</c:v>
                </c:pt>
                <c:pt idx="24581">
                  <c:v>7.0070100000000002</c:v>
                </c:pt>
                <c:pt idx="24582">
                  <c:v>7.0073100000000004</c:v>
                </c:pt>
                <c:pt idx="24583">
                  <c:v>7.0076200000000002</c:v>
                </c:pt>
                <c:pt idx="24584">
                  <c:v>7.0079200000000004</c:v>
                </c:pt>
                <c:pt idx="24585">
                  <c:v>7.0082300000000002</c:v>
                </c:pt>
                <c:pt idx="24586">
                  <c:v>7.00854</c:v>
                </c:pt>
                <c:pt idx="24587">
                  <c:v>7.0088400000000002</c:v>
                </c:pt>
                <c:pt idx="24588">
                  <c:v>7.00915</c:v>
                </c:pt>
                <c:pt idx="24589">
                  <c:v>7.0094500000000002</c:v>
                </c:pt>
                <c:pt idx="24590">
                  <c:v>7.00976</c:v>
                </c:pt>
                <c:pt idx="24591">
                  <c:v>7.0100600000000002</c:v>
                </c:pt>
                <c:pt idx="24592">
                  <c:v>7.01037</c:v>
                </c:pt>
                <c:pt idx="24593">
                  <c:v>7.0106700000000002</c:v>
                </c:pt>
                <c:pt idx="24594">
                  <c:v>7.01098</c:v>
                </c:pt>
                <c:pt idx="24595">
                  <c:v>7.0112800000000002</c:v>
                </c:pt>
                <c:pt idx="24596">
                  <c:v>7.01159</c:v>
                </c:pt>
                <c:pt idx="24597">
                  <c:v>7.0118900000000002</c:v>
                </c:pt>
                <c:pt idx="24598">
                  <c:v>7.0122</c:v>
                </c:pt>
                <c:pt idx="24599">
                  <c:v>7.0125099999999998</c:v>
                </c:pt>
                <c:pt idx="24600">
                  <c:v>7.01281</c:v>
                </c:pt>
                <c:pt idx="24601">
                  <c:v>7.0131199999999998</c:v>
                </c:pt>
                <c:pt idx="24602">
                  <c:v>7.01342</c:v>
                </c:pt>
                <c:pt idx="24603">
                  <c:v>7.0137299999999998</c:v>
                </c:pt>
                <c:pt idx="24604">
                  <c:v>7.01403</c:v>
                </c:pt>
                <c:pt idx="24605">
                  <c:v>7.0143399999999998</c:v>
                </c:pt>
                <c:pt idx="24606">
                  <c:v>7.01464</c:v>
                </c:pt>
                <c:pt idx="24607">
                  <c:v>7.0149499999999998</c:v>
                </c:pt>
                <c:pt idx="24608">
                  <c:v>7.01525</c:v>
                </c:pt>
                <c:pt idx="24609">
                  <c:v>7.0155599999999998</c:v>
                </c:pt>
                <c:pt idx="24610">
                  <c:v>7.01586</c:v>
                </c:pt>
                <c:pt idx="24611">
                  <c:v>7.0161699999999998</c:v>
                </c:pt>
                <c:pt idx="24612">
                  <c:v>7.0164799999999996</c:v>
                </c:pt>
                <c:pt idx="24613">
                  <c:v>7.0167799999999998</c:v>
                </c:pt>
                <c:pt idx="24614">
                  <c:v>7.0170899999999996</c:v>
                </c:pt>
                <c:pt idx="24615">
                  <c:v>7.0173899999999998</c:v>
                </c:pt>
                <c:pt idx="24616">
                  <c:v>7.0176999999999996</c:v>
                </c:pt>
                <c:pt idx="24617">
                  <c:v>7.0179999999999998</c:v>
                </c:pt>
                <c:pt idx="24618">
                  <c:v>7.0183099999999996</c:v>
                </c:pt>
                <c:pt idx="24619">
                  <c:v>7.0186099999999998</c:v>
                </c:pt>
                <c:pt idx="24620">
                  <c:v>7.0189199999999996</c:v>
                </c:pt>
                <c:pt idx="24621">
                  <c:v>7.0192199999999998</c:v>
                </c:pt>
                <c:pt idx="24622">
                  <c:v>7.0195299999999996</c:v>
                </c:pt>
                <c:pt idx="24623">
                  <c:v>7.0198400000000003</c:v>
                </c:pt>
                <c:pt idx="24624">
                  <c:v>7.0201399999999996</c:v>
                </c:pt>
                <c:pt idx="24625">
                  <c:v>7.0204500000000003</c:v>
                </c:pt>
                <c:pt idx="24626">
                  <c:v>7.0207499999999996</c:v>
                </c:pt>
                <c:pt idx="24627">
                  <c:v>7.0210600000000003</c:v>
                </c:pt>
                <c:pt idx="24628">
                  <c:v>7.0213599999999996</c:v>
                </c:pt>
                <c:pt idx="24629">
                  <c:v>7.0216700000000003</c:v>
                </c:pt>
                <c:pt idx="24630">
                  <c:v>7.0219699999999996</c:v>
                </c:pt>
                <c:pt idx="24631">
                  <c:v>7.0222800000000003</c:v>
                </c:pt>
                <c:pt idx="24632">
                  <c:v>7.0225799999999996</c:v>
                </c:pt>
                <c:pt idx="24633">
                  <c:v>7.0228900000000003</c:v>
                </c:pt>
                <c:pt idx="24634">
                  <c:v>7.0231899999999996</c:v>
                </c:pt>
                <c:pt idx="24635">
                  <c:v>7.0235000000000003</c:v>
                </c:pt>
                <c:pt idx="24636">
                  <c:v>7.0238100000000001</c:v>
                </c:pt>
                <c:pt idx="24637">
                  <c:v>7.0241100000000003</c:v>
                </c:pt>
                <c:pt idx="24638">
                  <c:v>7.0244200000000001</c:v>
                </c:pt>
                <c:pt idx="24639">
                  <c:v>7.0247200000000003</c:v>
                </c:pt>
                <c:pt idx="24640">
                  <c:v>7.0250300000000001</c:v>
                </c:pt>
                <c:pt idx="24641">
                  <c:v>7.0253300000000003</c:v>
                </c:pt>
                <c:pt idx="24642">
                  <c:v>7.0256400000000001</c:v>
                </c:pt>
                <c:pt idx="24643">
                  <c:v>7.0259400000000003</c:v>
                </c:pt>
                <c:pt idx="24644">
                  <c:v>7.0262500000000001</c:v>
                </c:pt>
                <c:pt idx="24645">
                  <c:v>7.0265500000000003</c:v>
                </c:pt>
                <c:pt idx="24646">
                  <c:v>7.0268600000000001</c:v>
                </c:pt>
                <c:pt idx="24647">
                  <c:v>7.0271600000000003</c:v>
                </c:pt>
                <c:pt idx="24648">
                  <c:v>7.0274700000000001</c:v>
                </c:pt>
                <c:pt idx="24649">
                  <c:v>7.0277799999999999</c:v>
                </c:pt>
                <c:pt idx="24650">
                  <c:v>7.0280800000000001</c:v>
                </c:pt>
                <c:pt idx="24651">
                  <c:v>7.0283899999999999</c:v>
                </c:pt>
                <c:pt idx="24652">
                  <c:v>7.0286900000000001</c:v>
                </c:pt>
                <c:pt idx="24653">
                  <c:v>7.0289999999999999</c:v>
                </c:pt>
                <c:pt idx="24654">
                  <c:v>7.0293000000000001</c:v>
                </c:pt>
                <c:pt idx="24655">
                  <c:v>7.0296099999999999</c:v>
                </c:pt>
                <c:pt idx="24656">
                  <c:v>7.0299100000000001</c:v>
                </c:pt>
                <c:pt idx="24657">
                  <c:v>7.0302199999999999</c:v>
                </c:pt>
                <c:pt idx="24658">
                  <c:v>7.0305200000000001</c:v>
                </c:pt>
                <c:pt idx="24659">
                  <c:v>7.0308299999999999</c:v>
                </c:pt>
                <c:pt idx="24660">
                  <c:v>7.0311300000000001</c:v>
                </c:pt>
                <c:pt idx="24661">
                  <c:v>7.0314399999999999</c:v>
                </c:pt>
                <c:pt idx="24662">
                  <c:v>7.0317499999999997</c:v>
                </c:pt>
                <c:pt idx="24663">
                  <c:v>7.0320499999999999</c:v>
                </c:pt>
                <c:pt idx="24664">
                  <c:v>7.0323599999999997</c:v>
                </c:pt>
                <c:pt idx="24665">
                  <c:v>7.0326599999999999</c:v>
                </c:pt>
                <c:pt idx="24666">
                  <c:v>7.0329699999999997</c:v>
                </c:pt>
                <c:pt idx="24667">
                  <c:v>7.0332699999999999</c:v>
                </c:pt>
                <c:pt idx="24668">
                  <c:v>7.0335799999999997</c:v>
                </c:pt>
                <c:pt idx="24669">
                  <c:v>7.0338799999999999</c:v>
                </c:pt>
                <c:pt idx="24670">
                  <c:v>7.0341899999999997</c:v>
                </c:pt>
                <c:pt idx="24671">
                  <c:v>7.0344899999999999</c:v>
                </c:pt>
                <c:pt idx="24672">
                  <c:v>7.0347999999999997</c:v>
                </c:pt>
                <c:pt idx="24673">
                  <c:v>7.0351100000000004</c:v>
                </c:pt>
                <c:pt idx="24674">
                  <c:v>7.0354099999999997</c:v>
                </c:pt>
                <c:pt idx="24675">
                  <c:v>7.0357200000000004</c:v>
                </c:pt>
                <c:pt idx="24676">
                  <c:v>7.0360199999999997</c:v>
                </c:pt>
                <c:pt idx="24677">
                  <c:v>7.0363300000000004</c:v>
                </c:pt>
                <c:pt idx="24678">
                  <c:v>7.0366299999999997</c:v>
                </c:pt>
                <c:pt idx="24679">
                  <c:v>7.0369400000000004</c:v>
                </c:pt>
                <c:pt idx="24680">
                  <c:v>7.0372399999999997</c:v>
                </c:pt>
                <c:pt idx="24681">
                  <c:v>7.0375500000000004</c:v>
                </c:pt>
                <c:pt idx="24682">
                  <c:v>7.0378499999999997</c:v>
                </c:pt>
                <c:pt idx="24683">
                  <c:v>7.0381600000000004</c:v>
                </c:pt>
                <c:pt idx="24684">
                  <c:v>7.0384599999999997</c:v>
                </c:pt>
                <c:pt idx="24685">
                  <c:v>7.0387700000000004</c:v>
                </c:pt>
                <c:pt idx="24686">
                  <c:v>7.0390800000000002</c:v>
                </c:pt>
                <c:pt idx="24687">
                  <c:v>7.0393800000000004</c:v>
                </c:pt>
                <c:pt idx="24688">
                  <c:v>7.0396900000000002</c:v>
                </c:pt>
                <c:pt idx="24689">
                  <c:v>7.0399900000000004</c:v>
                </c:pt>
                <c:pt idx="24690">
                  <c:v>7.0403000000000002</c:v>
                </c:pt>
                <c:pt idx="24691">
                  <c:v>7.0406000000000004</c:v>
                </c:pt>
                <c:pt idx="24692">
                  <c:v>7.0409100000000002</c:v>
                </c:pt>
                <c:pt idx="24693">
                  <c:v>7.0412100000000004</c:v>
                </c:pt>
                <c:pt idx="24694">
                  <c:v>7.0415200000000002</c:v>
                </c:pt>
                <c:pt idx="24695">
                  <c:v>7.0418200000000004</c:v>
                </c:pt>
                <c:pt idx="24696">
                  <c:v>7.0421300000000002</c:v>
                </c:pt>
                <c:pt idx="24697">
                  <c:v>7.0424300000000004</c:v>
                </c:pt>
                <c:pt idx="24698">
                  <c:v>7.0427400000000002</c:v>
                </c:pt>
                <c:pt idx="24699">
                  <c:v>7.04305</c:v>
                </c:pt>
                <c:pt idx="24700">
                  <c:v>7.0433500000000002</c:v>
                </c:pt>
                <c:pt idx="24701">
                  <c:v>7.04366</c:v>
                </c:pt>
                <c:pt idx="24702">
                  <c:v>7.0439600000000002</c:v>
                </c:pt>
                <c:pt idx="24703">
                  <c:v>7.04427</c:v>
                </c:pt>
                <c:pt idx="24704">
                  <c:v>7.0445700000000002</c:v>
                </c:pt>
                <c:pt idx="24705">
                  <c:v>7.04488</c:v>
                </c:pt>
                <c:pt idx="24706">
                  <c:v>7.0451800000000002</c:v>
                </c:pt>
                <c:pt idx="24707">
                  <c:v>7.04549</c:v>
                </c:pt>
                <c:pt idx="24708">
                  <c:v>7.0457900000000002</c:v>
                </c:pt>
                <c:pt idx="24709">
                  <c:v>7.0461</c:v>
                </c:pt>
                <c:pt idx="24710">
                  <c:v>7.0464000000000002</c:v>
                </c:pt>
                <c:pt idx="24711">
                  <c:v>7.04671</c:v>
                </c:pt>
                <c:pt idx="24712">
                  <c:v>7.0470199999999998</c:v>
                </c:pt>
                <c:pt idx="24713">
                  <c:v>7.04732</c:v>
                </c:pt>
                <c:pt idx="24714">
                  <c:v>7.0476299999999998</c:v>
                </c:pt>
                <c:pt idx="24715">
                  <c:v>7.04793</c:v>
                </c:pt>
                <c:pt idx="24716">
                  <c:v>7.0482399999999998</c:v>
                </c:pt>
                <c:pt idx="24717">
                  <c:v>7.04854</c:v>
                </c:pt>
                <c:pt idx="24718">
                  <c:v>7.0488499999999998</c:v>
                </c:pt>
                <c:pt idx="24719">
                  <c:v>7.04915</c:v>
                </c:pt>
                <c:pt idx="24720">
                  <c:v>7.0494599999999998</c:v>
                </c:pt>
                <c:pt idx="24721">
                  <c:v>7.04976</c:v>
                </c:pt>
                <c:pt idx="24722">
                  <c:v>7.0500699999999998</c:v>
                </c:pt>
                <c:pt idx="24723">
                  <c:v>7.05037</c:v>
                </c:pt>
                <c:pt idx="24724">
                  <c:v>7.0506799999999998</c:v>
                </c:pt>
                <c:pt idx="24725">
                  <c:v>7.0509899999999996</c:v>
                </c:pt>
                <c:pt idx="24726">
                  <c:v>7.0512899999999998</c:v>
                </c:pt>
                <c:pt idx="24727">
                  <c:v>7.0515999999999996</c:v>
                </c:pt>
                <c:pt idx="24728">
                  <c:v>7.0518999999999998</c:v>
                </c:pt>
                <c:pt idx="24729">
                  <c:v>7.0522099999999996</c:v>
                </c:pt>
                <c:pt idx="24730">
                  <c:v>7.0525099999999998</c:v>
                </c:pt>
                <c:pt idx="24731">
                  <c:v>7.0528199999999996</c:v>
                </c:pt>
                <c:pt idx="24732">
                  <c:v>7.0531199999999998</c:v>
                </c:pt>
                <c:pt idx="24733">
                  <c:v>7.0534299999999996</c:v>
                </c:pt>
                <c:pt idx="24734">
                  <c:v>7.0537299999999998</c:v>
                </c:pt>
                <c:pt idx="24735">
                  <c:v>7.0540399999999996</c:v>
                </c:pt>
                <c:pt idx="24736">
                  <c:v>7.0543500000000003</c:v>
                </c:pt>
                <c:pt idx="24737">
                  <c:v>7.0546499999999996</c:v>
                </c:pt>
                <c:pt idx="24738">
                  <c:v>7.0549600000000003</c:v>
                </c:pt>
                <c:pt idx="24739">
                  <c:v>7.0552599999999996</c:v>
                </c:pt>
                <c:pt idx="24740">
                  <c:v>7.0555700000000003</c:v>
                </c:pt>
                <c:pt idx="24741">
                  <c:v>7.0558699999999996</c:v>
                </c:pt>
                <c:pt idx="24742">
                  <c:v>7.0561800000000003</c:v>
                </c:pt>
                <c:pt idx="24743">
                  <c:v>7.0564799999999996</c:v>
                </c:pt>
                <c:pt idx="24744">
                  <c:v>7.0567900000000003</c:v>
                </c:pt>
                <c:pt idx="24745">
                  <c:v>7.0570899999999996</c:v>
                </c:pt>
                <c:pt idx="24746">
                  <c:v>7.0574000000000003</c:v>
                </c:pt>
                <c:pt idx="24747">
                  <c:v>7.0576999999999996</c:v>
                </c:pt>
                <c:pt idx="24748">
                  <c:v>7.0580100000000003</c:v>
                </c:pt>
                <c:pt idx="24749">
                  <c:v>7.0583200000000001</c:v>
                </c:pt>
                <c:pt idx="24750">
                  <c:v>7.0586200000000003</c:v>
                </c:pt>
                <c:pt idx="24751">
                  <c:v>7.0589300000000001</c:v>
                </c:pt>
                <c:pt idx="24752">
                  <c:v>7.0592300000000003</c:v>
                </c:pt>
                <c:pt idx="24753">
                  <c:v>7.0595400000000001</c:v>
                </c:pt>
                <c:pt idx="24754">
                  <c:v>7.0598400000000003</c:v>
                </c:pt>
                <c:pt idx="24755">
                  <c:v>7.0601500000000001</c:v>
                </c:pt>
                <c:pt idx="24756">
                  <c:v>7.0604500000000003</c:v>
                </c:pt>
                <c:pt idx="24757">
                  <c:v>7.0607600000000001</c:v>
                </c:pt>
                <c:pt idx="24758">
                  <c:v>7.0610600000000003</c:v>
                </c:pt>
                <c:pt idx="24759">
                  <c:v>7.0613700000000001</c:v>
                </c:pt>
                <c:pt idx="24760">
                  <c:v>7.0616700000000003</c:v>
                </c:pt>
                <c:pt idx="24761">
                  <c:v>7.0619800000000001</c:v>
                </c:pt>
                <c:pt idx="24762">
                  <c:v>7.06229</c:v>
                </c:pt>
                <c:pt idx="24763">
                  <c:v>7.0625900000000001</c:v>
                </c:pt>
                <c:pt idx="24764">
                  <c:v>7.0629</c:v>
                </c:pt>
                <c:pt idx="24765">
                  <c:v>7.0632000000000001</c:v>
                </c:pt>
                <c:pt idx="24766">
                  <c:v>7.06351</c:v>
                </c:pt>
                <c:pt idx="24767">
                  <c:v>7.0638100000000001</c:v>
                </c:pt>
                <c:pt idx="24768">
                  <c:v>7.06412</c:v>
                </c:pt>
                <c:pt idx="24769">
                  <c:v>7.0644200000000001</c:v>
                </c:pt>
                <c:pt idx="24770">
                  <c:v>7.06473</c:v>
                </c:pt>
                <c:pt idx="24771">
                  <c:v>7.0650300000000001</c:v>
                </c:pt>
                <c:pt idx="24772">
                  <c:v>7.06534</c:v>
                </c:pt>
                <c:pt idx="24773">
                  <c:v>7.0656400000000001</c:v>
                </c:pt>
                <c:pt idx="24774">
                  <c:v>7.06595</c:v>
                </c:pt>
                <c:pt idx="24775">
                  <c:v>7.0662599999999998</c:v>
                </c:pt>
                <c:pt idx="24776">
                  <c:v>7.06656</c:v>
                </c:pt>
                <c:pt idx="24777">
                  <c:v>7.0668699999999998</c:v>
                </c:pt>
                <c:pt idx="24778">
                  <c:v>7.06717</c:v>
                </c:pt>
                <c:pt idx="24779">
                  <c:v>7.0674799999999998</c:v>
                </c:pt>
                <c:pt idx="24780">
                  <c:v>7.06778</c:v>
                </c:pt>
                <c:pt idx="24781">
                  <c:v>7.0680899999999998</c:v>
                </c:pt>
                <c:pt idx="24782">
                  <c:v>7.06839</c:v>
                </c:pt>
                <c:pt idx="24783">
                  <c:v>7.0686999999999998</c:v>
                </c:pt>
                <c:pt idx="24784">
                  <c:v>7.069</c:v>
                </c:pt>
                <c:pt idx="24785">
                  <c:v>7.0693099999999998</c:v>
                </c:pt>
                <c:pt idx="24786">
                  <c:v>7.0696099999999999</c:v>
                </c:pt>
                <c:pt idx="24787">
                  <c:v>7.0699199999999998</c:v>
                </c:pt>
                <c:pt idx="24788">
                  <c:v>7.0702299999999996</c:v>
                </c:pt>
                <c:pt idx="24789">
                  <c:v>7.0705299999999998</c:v>
                </c:pt>
                <c:pt idx="24790">
                  <c:v>7.0708399999999996</c:v>
                </c:pt>
                <c:pt idx="24791">
                  <c:v>7.0711399999999998</c:v>
                </c:pt>
                <c:pt idx="24792">
                  <c:v>7.0714499999999996</c:v>
                </c:pt>
                <c:pt idx="24793">
                  <c:v>7.0717499999999998</c:v>
                </c:pt>
                <c:pt idx="24794">
                  <c:v>7.0720599999999996</c:v>
                </c:pt>
                <c:pt idx="24795">
                  <c:v>7.0723599999999998</c:v>
                </c:pt>
                <c:pt idx="24796">
                  <c:v>7.0726699999999996</c:v>
                </c:pt>
                <c:pt idx="24797">
                  <c:v>7.0729699999999998</c:v>
                </c:pt>
                <c:pt idx="24798">
                  <c:v>7.0732799999999996</c:v>
                </c:pt>
                <c:pt idx="24799">
                  <c:v>7.0735900000000003</c:v>
                </c:pt>
                <c:pt idx="24800">
                  <c:v>7.0738899999999996</c:v>
                </c:pt>
                <c:pt idx="24801">
                  <c:v>7.0742000000000003</c:v>
                </c:pt>
                <c:pt idx="24802">
                  <c:v>7.0744999999999996</c:v>
                </c:pt>
                <c:pt idx="24803">
                  <c:v>7.0748100000000003</c:v>
                </c:pt>
                <c:pt idx="24804">
                  <c:v>7.0751099999999996</c:v>
                </c:pt>
                <c:pt idx="24805">
                  <c:v>7.0754200000000003</c:v>
                </c:pt>
                <c:pt idx="24806">
                  <c:v>7.0757199999999996</c:v>
                </c:pt>
                <c:pt idx="24807">
                  <c:v>7.0760300000000003</c:v>
                </c:pt>
                <c:pt idx="24808">
                  <c:v>7.0763299999999996</c:v>
                </c:pt>
                <c:pt idx="24809">
                  <c:v>7.0766400000000003</c:v>
                </c:pt>
                <c:pt idx="24810">
                  <c:v>7.0769399999999996</c:v>
                </c:pt>
                <c:pt idx="24811">
                  <c:v>7.0772500000000003</c:v>
                </c:pt>
                <c:pt idx="24812">
                  <c:v>7.0775600000000001</c:v>
                </c:pt>
                <c:pt idx="24813">
                  <c:v>7.0778600000000003</c:v>
                </c:pt>
                <c:pt idx="24814">
                  <c:v>7.0781700000000001</c:v>
                </c:pt>
                <c:pt idx="24815">
                  <c:v>7.0784700000000003</c:v>
                </c:pt>
                <c:pt idx="24816">
                  <c:v>7.0787800000000001</c:v>
                </c:pt>
                <c:pt idx="24817">
                  <c:v>7.0790800000000003</c:v>
                </c:pt>
                <c:pt idx="24818">
                  <c:v>7.0793900000000001</c:v>
                </c:pt>
                <c:pt idx="24819">
                  <c:v>7.0796900000000003</c:v>
                </c:pt>
                <c:pt idx="24820">
                  <c:v>7.08</c:v>
                </c:pt>
                <c:pt idx="24821">
                  <c:v>7.0803000000000003</c:v>
                </c:pt>
                <c:pt idx="24822">
                  <c:v>7.0806100000000001</c:v>
                </c:pt>
                <c:pt idx="24823">
                  <c:v>7.0809100000000003</c:v>
                </c:pt>
                <c:pt idx="24824">
                  <c:v>7.0812200000000001</c:v>
                </c:pt>
                <c:pt idx="24825">
                  <c:v>7.0815299999999999</c:v>
                </c:pt>
                <c:pt idx="24826">
                  <c:v>7.0818300000000001</c:v>
                </c:pt>
                <c:pt idx="24827">
                  <c:v>7.0821399999999999</c:v>
                </c:pt>
                <c:pt idx="24828">
                  <c:v>7.0824400000000001</c:v>
                </c:pt>
                <c:pt idx="24829">
                  <c:v>7.0827499999999999</c:v>
                </c:pt>
                <c:pt idx="24830">
                  <c:v>7.0830500000000001</c:v>
                </c:pt>
                <c:pt idx="24831">
                  <c:v>7.0833599999999999</c:v>
                </c:pt>
                <c:pt idx="24832">
                  <c:v>7.0836600000000001</c:v>
                </c:pt>
                <c:pt idx="24833">
                  <c:v>7.0839699999999999</c:v>
                </c:pt>
                <c:pt idx="24834">
                  <c:v>7.0842700000000001</c:v>
                </c:pt>
                <c:pt idx="24835">
                  <c:v>7.0845799999999999</c:v>
                </c:pt>
                <c:pt idx="24836">
                  <c:v>7.0848800000000001</c:v>
                </c:pt>
                <c:pt idx="24837">
                  <c:v>7.0851899999999999</c:v>
                </c:pt>
                <c:pt idx="24838">
                  <c:v>7.0854999999999997</c:v>
                </c:pt>
                <c:pt idx="24839">
                  <c:v>7.0857999999999999</c:v>
                </c:pt>
                <c:pt idx="24840">
                  <c:v>7.0861099999999997</c:v>
                </c:pt>
                <c:pt idx="24841">
                  <c:v>7.0864099999999999</c:v>
                </c:pt>
                <c:pt idx="24842">
                  <c:v>7.0867199999999997</c:v>
                </c:pt>
                <c:pt idx="24843">
                  <c:v>7.0870199999999999</c:v>
                </c:pt>
                <c:pt idx="24844">
                  <c:v>7.0873299999999997</c:v>
                </c:pt>
                <c:pt idx="24845">
                  <c:v>7.0876299999999999</c:v>
                </c:pt>
                <c:pt idx="24846">
                  <c:v>7.0879399999999997</c:v>
                </c:pt>
                <c:pt idx="24847">
                  <c:v>7.0882399999999999</c:v>
                </c:pt>
                <c:pt idx="24848">
                  <c:v>7.0885499999999997</c:v>
                </c:pt>
                <c:pt idx="24849">
                  <c:v>7.0888600000000004</c:v>
                </c:pt>
                <c:pt idx="24850">
                  <c:v>7.0891599999999997</c:v>
                </c:pt>
                <c:pt idx="24851">
                  <c:v>7.0894700000000004</c:v>
                </c:pt>
                <c:pt idx="24852">
                  <c:v>7.0897699999999997</c:v>
                </c:pt>
                <c:pt idx="24853">
                  <c:v>7.0900800000000004</c:v>
                </c:pt>
                <c:pt idx="24854">
                  <c:v>7.0903799999999997</c:v>
                </c:pt>
                <c:pt idx="24855">
                  <c:v>7.0906900000000004</c:v>
                </c:pt>
                <c:pt idx="24856">
                  <c:v>7.0909899999999997</c:v>
                </c:pt>
                <c:pt idx="24857">
                  <c:v>7.0913000000000004</c:v>
                </c:pt>
                <c:pt idx="24858">
                  <c:v>7.0915999999999997</c:v>
                </c:pt>
                <c:pt idx="24859">
                  <c:v>7.0919100000000004</c:v>
                </c:pt>
                <c:pt idx="24860">
                  <c:v>7.0922099999999997</c:v>
                </c:pt>
                <c:pt idx="24861">
                  <c:v>7.0925200000000004</c:v>
                </c:pt>
                <c:pt idx="24862">
                  <c:v>7.0928300000000002</c:v>
                </c:pt>
                <c:pt idx="24863">
                  <c:v>7.0931300000000004</c:v>
                </c:pt>
                <c:pt idx="24864">
                  <c:v>7.0934400000000002</c:v>
                </c:pt>
                <c:pt idx="24865">
                  <c:v>7.0937400000000004</c:v>
                </c:pt>
                <c:pt idx="24866">
                  <c:v>7.0940500000000002</c:v>
                </c:pt>
                <c:pt idx="24867">
                  <c:v>7.0943500000000004</c:v>
                </c:pt>
                <c:pt idx="24868">
                  <c:v>7.0946600000000002</c:v>
                </c:pt>
                <c:pt idx="24869">
                  <c:v>7.0949600000000004</c:v>
                </c:pt>
                <c:pt idx="24870">
                  <c:v>7.0952700000000002</c:v>
                </c:pt>
                <c:pt idx="24871">
                  <c:v>7.0955700000000004</c:v>
                </c:pt>
                <c:pt idx="24872">
                  <c:v>7.0958800000000002</c:v>
                </c:pt>
                <c:pt idx="24873">
                  <c:v>7.0961800000000004</c:v>
                </c:pt>
                <c:pt idx="24874">
                  <c:v>7.0964900000000002</c:v>
                </c:pt>
                <c:pt idx="24875">
                  <c:v>7.0968</c:v>
                </c:pt>
                <c:pt idx="24876">
                  <c:v>7.0971000000000002</c:v>
                </c:pt>
                <c:pt idx="24877">
                  <c:v>7.09741</c:v>
                </c:pt>
                <c:pt idx="24878">
                  <c:v>7.0977100000000002</c:v>
                </c:pt>
                <c:pt idx="24879">
                  <c:v>7.09802</c:v>
                </c:pt>
                <c:pt idx="24880">
                  <c:v>7.0983200000000002</c:v>
                </c:pt>
                <c:pt idx="24881">
                  <c:v>7.09863</c:v>
                </c:pt>
                <c:pt idx="24882">
                  <c:v>7.0989300000000002</c:v>
                </c:pt>
                <c:pt idx="24883">
                  <c:v>7.09924</c:v>
                </c:pt>
                <c:pt idx="24884">
                  <c:v>7.0995400000000002</c:v>
                </c:pt>
                <c:pt idx="24885">
                  <c:v>7.09985</c:v>
                </c:pt>
                <c:pt idx="24886">
                  <c:v>7.1001500000000002</c:v>
                </c:pt>
                <c:pt idx="24887">
                  <c:v>7.10046</c:v>
                </c:pt>
                <c:pt idx="24888">
                  <c:v>7.1007699999999998</c:v>
                </c:pt>
                <c:pt idx="24889">
                  <c:v>7.10107</c:v>
                </c:pt>
                <c:pt idx="24890">
                  <c:v>7.1013799999999998</c:v>
                </c:pt>
                <c:pt idx="24891">
                  <c:v>7.10168</c:v>
                </c:pt>
                <c:pt idx="24892">
                  <c:v>7.1019899999999998</c:v>
                </c:pt>
                <c:pt idx="24893">
                  <c:v>7.10229</c:v>
                </c:pt>
                <c:pt idx="24894">
                  <c:v>7.1025999999999998</c:v>
                </c:pt>
                <c:pt idx="24895">
                  <c:v>7.1029</c:v>
                </c:pt>
                <c:pt idx="24896">
                  <c:v>7.1032099999999998</c:v>
                </c:pt>
                <c:pt idx="24897">
                  <c:v>7.10351</c:v>
                </c:pt>
                <c:pt idx="24898">
                  <c:v>7.1038199999999998</c:v>
                </c:pt>
                <c:pt idx="24899">
                  <c:v>7.10412</c:v>
                </c:pt>
                <c:pt idx="24900">
                  <c:v>7.1044299999999998</c:v>
                </c:pt>
                <c:pt idx="24901">
                  <c:v>7.1047399999999996</c:v>
                </c:pt>
                <c:pt idx="24902">
                  <c:v>7.1050399999999998</c:v>
                </c:pt>
                <c:pt idx="24903">
                  <c:v>7.1053499999999996</c:v>
                </c:pt>
                <c:pt idx="24904">
                  <c:v>7.1056499999999998</c:v>
                </c:pt>
                <c:pt idx="24905">
                  <c:v>7.1059599999999996</c:v>
                </c:pt>
                <c:pt idx="24906">
                  <c:v>7.1062599999999998</c:v>
                </c:pt>
                <c:pt idx="24907">
                  <c:v>7.1065699999999996</c:v>
                </c:pt>
                <c:pt idx="24908">
                  <c:v>7.1068699999999998</c:v>
                </c:pt>
                <c:pt idx="24909">
                  <c:v>7.1071799999999996</c:v>
                </c:pt>
                <c:pt idx="24910">
                  <c:v>7.1074799999999998</c:v>
                </c:pt>
                <c:pt idx="24911">
                  <c:v>7.1077899999999996</c:v>
                </c:pt>
                <c:pt idx="24912">
                  <c:v>7.1081000000000003</c:v>
                </c:pt>
                <c:pt idx="24913">
                  <c:v>7.1083999999999996</c:v>
                </c:pt>
                <c:pt idx="24914">
                  <c:v>7.1087100000000003</c:v>
                </c:pt>
                <c:pt idx="24915">
                  <c:v>7.1090099999999996</c:v>
                </c:pt>
                <c:pt idx="24916">
                  <c:v>7.1093200000000003</c:v>
                </c:pt>
                <c:pt idx="24917">
                  <c:v>7.1096199999999996</c:v>
                </c:pt>
                <c:pt idx="24918">
                  <c:v>7.1099300000000003</c:v>
                </c:pt>
                <c:pt idx="24919">
                  <c:v>7.1102299999999996</c:v>
                </c:pt>
                <c:pt idx="24920">
                  <c:v>7.1105400000000003</c:v>
                </c:pt>
                <c:pt idx="24921">
                  <c:v>7.1108399999999996</c:v>
                </c:pt>
                <c:pt idx="24922">
                  <c:v>7.1111500000000003</c:v>
                </c:pt>
                <c:pt idx="24923">
                  <c:v>7.1114499999999996</c:v>
                </c:pt>
                <c:pt idx="24924">
                  <c:v>7.1117600000000003</c:v>
                </c:pt>
                <c:pt idx="24925">
                  <c:v>7.1120700000000001</c:v>
                </c:pt>
                <c:pt idx="24926">
                  <c:v>7.1123700000000003</c:v>
                </c:pt>
                <c:pt idx="24927">
                  <c:v>7.1126800000000001</c:v>
                </c:pt>
                <c:pt idx="24928">
                  <c:v>7.1129800000000003</c:v>
                </c:pt>
                <c:pt idx="24929">
                  <c:v>7.1132900000000001</c:v>
                </c:pt>
                <c:pt idx="24930">
                  <c:v>7.1135900000000003</c:v>
                </c:pt>
                <c:pt idx="24931">
                  <c:v>7.1139000000000001</c:v>
                </c:pt>
                <c:pt idx="24932">
                  <c:v>7.1142000000000003</c:v>
                </c:pt>
                <c:pt idx="24933">
                  <c:v>7.1145100000000001</c:v>
                </c:pt>
                <c:pt idx="24934">
                  <c:v>7.1148100000000003</c:v>
                </c:pt>
                <c:pt idx="24935">
                  <c:v>7.1151200000000001</c:v>
                </c:pt>
                <c:pt idx="24936">
                  <c:v>7.1154200000000003</c:v>
                </c:pt>
                <c:pt idx="24937">
                  <c:v>7.1157300000000001</c:v>
                </c:pt>
                <c:pt idx="24938">
                  <c:v>7.1160399999999999</c:v>
                </c:pt>
                <c:pt idx="24939">
                  <c:v>7.1163400000000001</c:v>
                </c:pt>
                <c:pt idx="24940">
                  <c:v>7.1166499999999999</c:v>
                </c:pt>
                <c:pt idx="24941">
                  <c:v>7.1169500000000001</c:v>
                </c:pt>
                <c:pt idx="24942">
                  <c:v>7.1172599999999999</c:v>
                </c:pt>
                <c:pt idx="24943">
                  <c:v>7.1175600000000001</c:v>
                </c:pt>
                <c:pt idx="24944">
                  <c:v>7.1178699999999999</c:v>
                </c:pt>
                <c:pt idx="24945">
                  <c:v>7.1181700000000001</c:v>
                </c:pt>
                <c:pt idx="24946">
                  <c:v>7.1184799999999999</c:v>
                </c:pt>
                <c:pt idx="24947">
                  <c:v>7.1187800000000001</c:v>
                </c:pt>
                <c:pt idx="24948">
                  <c:v>7.1190899999999999</c:v>
                </c:pt>
                <c:pt idx="24949">
                  <c:v>7.1193900000000001</c:v>
                </c:pt>
                <c:pt idx="24950">
                  <c:v>7.1196999999999999</c:v>
                </c:pt>
                <c:pt idx="24951">
                  <c:v>7.1200099999999997</c:v>
                </c:pt>
                <c:pt idx="24952">
                  <c:v>7.1203099999999999</c:v>
                </c:pt>
                <c:pt idx="24953">
                  <c:v>7.1206199999999997</c:v>
                </c:pt>
                <c:pt idx="24954">
                  <c:v>7.1209199999999999</c:v>
                </c:pt>
                <c:pt idx="24955">
                  <c:v>7.1212299999999997</c:v>
                </c:pt>
                <c:pt idx="24956">
                  <c:v>7.1215299999999999</c:v>
                </c:pt>
                <c:pt idx="24957">
                  <c:v>7.1218399999999997</c:v>
                </c:pt>
                <c:pt idx="24958">
                  <c:v>7.1221399999999999</c:v>
                </c:pt>
                <c:pt idx="24959">
                  <c:v>7.1224499999999997</c:v>
                </c:pt>
                <c:pt idx="24960">
                  <c:v>7.1227499999999999</c:v>
                </c:pt>
                <c:pt idx="24961">
                  <c:v>7.1230599999999997</c:v>
                </c:pt>
                <c:pt idx="24962">
                  <c:v>7.1233599999999999</c:v>
                </c:pt>
                <c:pt idx="24963">
                  <c:v>7.1236699999999997</c:v>
                </c:pt>
                <c:pt idx="24964">
                  <c:v>7.1239800000000004</c:v>
                </c:pt>
                <c:pt idx="24965">
                  <c:v>7.1242799999999997</c:v>
                </c:pt>
                <c:pt idx="24966">
                  <c:v>7.1245900000000004</c:v>
                </c:pt>
                <c:pt idx="24967">
                  <c:v>7.1248899999999997</c:v>
                </c:pt>
                <c:pt idx="24968">
                  <c:v>7.1252000000000004</c:v>
                </c:pt>
                <c:pt idx="24969">
                  <c:v>7.1254999999999997</c:v>
                </c:pt>
                <c:pt idx="24970">
                  <c:v>7.1258100000000004</c:v>
                </c:pt>
                <c:pt idx="24971">
                  <c:v>7.1261099999999997</c:v>
                </c:pt>
                <c:pt idx="24972">
                  <c:v>7.1264200000000004</c:v>
                </c:pt>
                <c:pt idx="24973">
                  <c:v>7.1267199999999997</c:v>
                </c:pt>
                <c:pt idx="24974">
                  <c:v>7.1270300000000004</c:v>
                </c:pt>
                <c:pt idx="24975">
                  <c:v>7.1273400000000002</c:v>
                </c:pt>
                <c:pt idx="24976">
                  <c:v>7.1276400000000004</c:v>
                </c:pt>
                <c:pt idx="24977">
                  <c:v>7.1279500000000002</c:v>
                </c:pt>
                <c:pt idx="24978">
                  <c:v>7.1282500000000004</c:v>
                </c:pt>
                <c:pt idx="24979">
                  <c:v>7.1285600000000002</c:v>
                </c:pt>
                <c:pt idx="24980">
                  <c:v>7.1288600000000004</c:v>
                </c:pt>
                <c:pt idx="24981">
                  <c:v>7.1291700000000002</c:v>
                </c:pt>
                <c:pt idx="24982">
                  <c:v>7.1294700000000004</c:v>
                </c:pt>
                <c:pt idx="24983">
                  <c:v>7.1297800000000002</c:v>
                </c:pt>
                <c:pt idx="24984">
                  <c:v>7.1300800000000004</c:v>
                </c:pt>
                <c:pt idx="24985">
                  <c:v>7.1303900000000002</c:v>
                </c:pt>
                <c:pt idx="24986">
                  <c:v>7.1306900000000004</c:v>
                </c:pt>
                <c:pt idx="24987">
                  <c:v>7.1310000000000002</c:v>
                </c:pt>
                <c:pt idx="24988">
                  <c:v>7.13131</c:v>
                </c:pt>
                <c:pt idx="24989">
                  <c:v>7.1316100000000002</c:v>
                </c:pt>
                <c:pt idx="24990">
                  <c:v>7.13192</c:v>
                </c:pt>
                <c:pt idx="24991">
                  <c:v>7.1322200000000002</c:v>
                </c:pt>
                <c:pt idx="24992">
                  <c:v>7.13253</c:v>
                </c:pt>
                <c:pt idx="24993">
                  <c:v>7.1328300000000002</c:v>
                </c:pt>
                <c:pt idx="24994">
                  <c:v>7.13314</c:v>
                </c:pt>
                <c:pt idx="24995">
                  <c:v>7.1334400000000002</c:v>
                </c:pt>
                <c:pt idx="24996">
                  <c:v>7.13375</c:v>
                </c:pt>
                <c:pt idx="24997">
                  <c:v>7.1340500000000002</c:v>
                </c:pt>
                <c:pt idx="24998">
                  <c:v>7.13436</c:v>
                </c:pt>
                <c:pt idx="24999">
                  <c:v>7.1346600000000002</c:v>
                </c:pt>
                <c:pt idx="25000">
                  <c:v>7.13497</c:v>
                </c:pt>
                <c:pt idx="25001">
                  <c:v>7.1352799999999998</c:v>
                </c:pt>
                <c:pt idx="25002">
                  <c:v>7.13558</c:v>
                </c:pt>
                <c:pt idx="25003">
                  <c:v>7.1358899999999998</c:v>
                </c:pt>
                <c:pt idx="25004">
                  <c:v>7.13619</c:v>
                </c:pt>
                <c:pt idx="25005">
                  <c:v>7.1364999999999998</c:v>
                </c:pt>
                <c:pt idx="25006">
                  <c:v>7.1368</c:v>
                </c:pt>
                <c:pt idx="25007">
                  <c:v>7.1371099999999998</c:v>
                </c:pt>
                <c:pt idx="25008">
                  <c:v>7.13741</c:v>
                </c:pt>
                <c:pt idx="25009">
                  <c:v>7.1377199999999998</c:v>
                </c:pt>
                <c:pt idx="25010">
                  <c:v>7.13802</c:v>
                </c:pt>
                <c:pt idx="25011">
                  <c:v>7.1383299999999998</c:v>
                </c:pt>
                <c:pt idx="25012">
                  <c:v>7.13863</c:v>
                </c:pt>
                <c:pt idx="25013">
                  <c:v>7.1389399999999998</c:v>
                </c:pt>
                <c:pt idx="25014">
                  <c:v>7.1392499999999997</c:v>
                </c:pt>
                <c:pt idx="25015">
                  <c:v>7.1395499999999998</c:v>
                </c:pt>
                <c:pt idx="25016">
                  <c:v>7.1398599999999997</c:v>
                </c:pt>
                <c:pt idx="25017">
                  <c:v>7.1401599999999998</c:v>
                </c:pt>
                <c:pt idx="25018">
                  <c:v>7.1404699999999997</c:v>
                </c:pt>
                <c:pt idx="25019">
                  <c:v>7.1407699999999998</c:v>
                </c:pt>
                <c:pt idx="25020">
                  <c:v>7.1410799999999997</c:v>
                </c:pt>
                <c:pt idx="25021">
                  <c:v>7.1413799999999998</c:v>
                </c:pt>
                <c:pt idx="25022">
                  <c:v>7.1416899999999996</c:v>
                </c:pt>
                <c:pt idx="25023">
                  <c:v>7.1419899999999998</c:v>
                </c:pt>
                <c:pt idx="25024">
                  <c:v>7.1422999999999996</c:v>
                </c:pt>
                <c:pt idx="25025">
                  <c:v>7.1425999999999998</c:v>
                </c:pt>
                <c:pt idx="25026">
                  <c:v>7.1429099999999996</c:v>
                </c:pt>
                <c:pt idx="25027">
                  <c:v>7.1432200000000003</c:v>
                </c:pt>
                <c:pt idx="25028">
                  <c:v>7.1435199999999996</c:v>
                </c:pt>
                <c:pt idx="25029">
                  <c:v>7.1438300000000003</c:v>
                </c:pt>
                <c:pt idx="25030">
                  <c:v>7.1441299999999996</c:v>
                </c:pt>
                <c:pt idx="25031">
                  <c:v>7.1444400000000003</c:v>
                </c:pt>
                <c:pt idx="25032">
                  <c:v>7.1447399999999996</c:v>
                </c:pt>
                <c:pt idx="25033">
                  <c:v>7.1450500000000003</c:v>
                </c:pt>
                <c:pt idx="25034">
                  <c:v>7.1453499999999996</c:v>
                </c:pt>
                <c:pt idx="25035">
                  <c:v>7.1456600000000003</c:v>
                </c:pt>
                <c:pt idx="25036">
                  <c:v>7.1459599999999996</c:v>
                </c:pt>
                <c:pt idx="25037">
                  <c:v>7.1462700000000003</c:v>
                </c:pt>
                <c:pt idx="25038">
                  <c:v>7.1465800000000002</c:v>
                </c:pt>
                <c:pt idx="25039">
                  <c:v>7.1468800000000003</c:v>
                </c:pt>
                <c:pt idx="25040">
                  <c:v>7.1471900000000002</c:v>
                </c:pt>
                <c:pt idx="25041">
                  <c:v>7.1474900000000003</c:v>
                </c:pt>
                <c:pt idx="25042">
                  <c:v>7.1478000000000002</c:v>
                </c:pt>
                <c:pt idx="25043">
                  <c:v>7.1481000000000003</c:v>
                </c:pt>
                <c:pt idx="25044">
                  <c:v>7.1484100000000002</c:v>
                </c:pt>
                <c:pt idx="25045">
                  <c:v>7.1487100000000003</c:v>
                </c:pt>
                <c:pt idx="25046">
                  <c:v>7.1490200000000002</c:v>
                </c:pt>
                <c:pt idx="25047">
                  <c:v>7.1493200000000003</c:v>
                </c:pt>
                <c:pt idx="25048">
                  <c:v>7.1496300000000002</c:v>
                </c:pt>
                <c:pt idx="25049">
                  <c:v>7.1499300000000003</c:v>
                </c:pt>
                <c:pt idx="25050">
                  <c:v>7.1502400000000002</c:v>
                </c:pt>
                <c:pt idx="25051">
                  <c:v>7.15055</c:v>
                </c:pt>
                <c:pt idx="25052">
                  <c:v>7.1508500000000002</c:v>
                </c:pt>
                <c:pt idx="25053">
                  <c:v>7.15116</c:v>
                </c:pt>
                <c:pt idx="25054">
                  <c:v>7.1514600000000002</c:v>
                </c:pt>
                <c:pt idx="25055">
                  <c:v>7.15177</c:v>
                </c:pt>
                <c:pt idx="25056">
                  <c:v>7.1520700000000001</c:v>
                </c:pt>
                <c:pt idx="25057">
                  <c:v>7.15238</c:v>
                </c:pt>
                <c:pt idx="25058">
                  <c:v>7.1526800000000001</c:v>
                </c:pt>
                <c:pt idx="25059">
                  <c:v>7.15299</c:v>
                </c:pt>
                <c:pt idx="25060">
                  <c:v>7.1532900000000001</c:v>
                </c:pt>
                <c:pt idx="25061">
                  <c:v>7.1536</c:v>
                </c:pt>
                <c:pt idx="25062">
                  <c:v>7.1539000000000001</c:v>
                </c:pt>
                <c:pt idx="25063">
                  <c:v>7.15421</c:v>
                </c:pt>
                <c:pt idx="25064">
                  <c:v>7.1545199999999998</c:v>
                </c:pt>
                <c:pt idx="25065">
                  <c:v>7.15482</c:v>
                </c:pt>
                <c:pt idx="25066">
                  <c:v>7.1551299999999998</c:v>
                </c:pt>
                <c:pt idx="25067">
                  <c:v>7.15543</c:v>
                </c:pt>
                <c:pt idx="25068">
                  <c:v>7.1557399999999998</c:v>
                </c:pt>
                <c:pt idx="25069">
                  <c:v>7.15604</c:v>
                </c:pt>
                <c:pt idx="25070">
                  <c:v>7.1563499999999998</c:v>
                </c:pt>
                <c:pt idx="25071">
                  <c:v>7.15665</c:v>
                </c:pt>
                <c:pt idx="25072">
                  <c:v>7.1569599999999998</c:v>
                </c:pt>
                <c:pt idx="25073">
                  <c:v>7.15726</c:v>
                </c:pt>
                <c:pt idx="25074">
                  <c:v>7.1575699999999998</c:v>
                </c:pt>
                <c:pt idx="25075">
                  <c:v>7.15787</c:v>
                </c:pt>
                <c:pt idx="25076">
                  <c:v>7.1581799999999998</c:v>
                </c:pt>
                <c:pt idx="25077">
                  <c:v>7.1584899999999996</c:v>
                </c:pt>
                <c:pt idx="25078">
                  <c:v>7.1587899999999998</c:v>
                </c:pt>
                <c:pt idx="25079">
                  <c:v>7.1590999999999996</c:v>
                </c:pt>
                <c:pt idx="25080">
                  <c:v>7.1593999999999998</c:v>
                </c:pt>
                <c:pt idx="25081">
                  <c:v>7.1597099999999996</c:v>
                </c:pt>
                <c:pt idx="25082">
                  <c:v>7.1600099999999998</c:v>
                </c:pt>
                <c:pt idx="25083">
                  <c:v>7.1603199999999996</c:v>
                </c:pt>
                <c:pt idx="25084">
                  <c:v>7.1606199999999998</c:v>
                </c:pt>
                <c:pt idx="25085">
                  <c:v>7.1609299999999996</c:v>
                </c:pt>
                <c:pt idx="25086">
                  <c:v>7.1612299999999998</c:v>
                </c:pt>
                <c:pt idx="25087">
                  <c:v>7.1615399999999996</c:v>
                </c:pt>
                <c:pt idx="25088">
                  <c:v>7.1618500000000003</c:v>
                </c:pt>
                <c:pt idx="25089">
                  <c:v>7.1621499999999996</c:v>
                </c:pt>
                <c:pt idx="25090">
                  <c:v>7.1624600000000003</c:v>
                </c:pt>
                <c:pt idx="25091">
                  <c:v>7.1627599999999996</c:v>
                </c:pt>
                <c:pt idx="25092">
                  <c:v>7.1630700000000003</c:v>
                </c:pt>
                <c:pt idx="25093">
                  <c:v>7.1633699999999996</c:v>
                </c:pt>
                <c:pt idx="25094">
                  <c:v>7.1636800000000003</c:v>
                </c:pt>
                <c:pt idx="25095">
                  <c:v>7.1639799999999996</c:v>
                </c:pt>
                <c:pt idx="25096">
                  <c:v>7.1642900000000003</c:v>
                </c:pt>
                <c:pt idx="25097">
                  <c:v>7.1645899999999996</c:v>
                </c:pt>
                <c:pt idx="25098">
                  <c:v>7.1649000000000003</c:v>
                </c:pt>
                <c:pt idx="25099">
                  <c:v>7.1651999999999996</c:v>
                </c:pt>
                <c:pt idx="25100">
                  <c:v>7.1655100000000003</c:v>
                </c:pt>
                <c:pt idx="25101">
                  <c:v>7.1658200000000001</c:v>
                </c:pt>
                <c:pt idx="25102">
                  <c:v>7.1661200000000003</c:v>
                </c:pt>
                <c:pt idx="25103">
                  <c:v>7.1664300000000001</c:v>
                </c:pt>
                <c:pt idx="25104">
                  <c:v>7.1667300000000003</c:v>
                </c:pt>
                <c:pt idx="25105">
                  <c:v>7.1670400000000001</c:v>
                </c:pt>
                <c:pt idx="25106">
                  <c:v>7.1673400000000003</c:v>
                </c:pt>
                <c:pt idx="25107">
                  <c:v>7.1676500000000001</c:v>
                </c:pt>
                <c:pt idx="25108">
                  <c:v>7.1679500000000003</c:v>
                </c:pt>
                <c:pt idx="25109">
                  <c:v>7.1682600000000001</c:v>
                </c:pt>
                <c:pt idx="25110">
                  <c:v>7.1685600000000003</c:v>
                </c:pt>
                <c:pt idx="25111">
                  <c:v>7.1688700000000001</c:v>
                </c:pt>
                <c:pt idx="25112">
                  <c:v>7.1691700000000003</c:v>
                </c:pt>
                <c:pt idx="25113">
                  <c:v>7.1694800000000001</c:v>
                </c:pt>
                <c:pt idx="25114">
                  <c:v>7.1697899999999999</c:v>
                </c:pt>
                <c:pt idx="25115">
                  <c:v>7.1700900000000001</c:v>
                </c:pt>
                <c:pt idx="25116">
                  <c:v>7.1703999999999999</c:v>
                </c:pt>
                <c:pt idx="25117">
                  <c:v>7.1707000000000001</c:v>
                </c:pt>
                <c:pt idx="25118">
                  <c:v>7.1710099999999999</c:v>
                </c:pt>
                <c:pt idx="25119">
                  <c:v>7.1713100000000001</c:v>
                </c:pt>
                <c:pt idx="25120">
                  <c:v>7.1716199999999999</c:v>
                </c:pt>
                <c:pt idx="25121">
                  <c:v>7.1719200000000001</c:v>
                </c:pt>
                <c:pt idx="25122">
                  <c:v>7.1722299999999999</c:v>
                </c:pt>
                <c:pt idx="25123">
                  <c:v>7.1725300000000001</c:v>
                </c:pt>
                <c:pt idx="25124">
                  <c:v>7.1728399999999999</c:v>
                </c:pt>
                <c:pt idx="25125">
                  <c:v>7.1731400000000001</c:v>
                </c:pt>
                <c:pt idx="25126">
                  <c:v>7.1734499999999999</c:v>
                </c:pt>
                <c:pt idx="25127">
                  <c:v>7.1737599999999997</c:v>
                </c:pt>
                <c:pt idx="25128">
                  <c:v>7.1740599999999999</c:v>
                </c:pt>
                <c:pt idx="25129">
                  <c:v>7.1743699999999997</c:v>
                </c:pt>
                <c:pt idx="25130">
                  <c:v>7.1746699999999999</c:v>
                </c:pt>
                <c:pt idx="25131">
                  <c:v>7.1749799999999997</c:v>
                </c:pt>
                <c:pt idx="25132">
                  <c:v>7.1752799999999999</c:v>
                </c:pt>
                <c:pt idx="25133">
                  <c:v>7.1755899999999997</c:v>
                </c:pt>
                <c:pt idx="25134">
                  <c:v>7.1758899999999999</c:v>
                </c:pt>
                <c:pt idx="25135">
                  <c:v>7.1761999999999997</c:v>
                </c:pt>
                <c:pt idx="25136">
                  <c:v>7.1764999999999999</c:v>
                </c:pt>
                <c:pt idx="25137">
                  <c:v>7.1768099999999997</c:v>
                </c:pt>
                <c:pt idx="25138">
                  <c:v>7.1771099999999999</c:v>
                </c:pt>
                <c:pt idx="25139">
                  <c:v>7.1774199999999997</c:v>
                </c:pt>
                <c:pt idx="25140">
                  <c:v>7.1777300000000004</c:v>
                </c:pt>
                <c:pt idx="25141">
                  <c:v>7.1780299999999997</c:v>
                </c:pt>
                <c:pt idx="25142">
                  <c:v>7.1783400000000004</c:v>
                </c:pt>
                <c:pt idx="25143">
                  <c:v>7.1786399999999997</c:v>
                </c:pt>
                <c:pt idx="25144">
                  <c:v>7.1789500000000004</c:v>
                </c:pt>
                <c:pt idx="25145">
                  <c:v>7.1792499999999997</c:v>
                </c:pt>
                <c:pt idx="25146">
                  <c:v>7.1795600000000004</c:v>
                </c:pt>
                <c:pt idx="25147">
                  <c:v>7.1798599999999997</c:v>
                </c:pt>
                <c:pt idx="25148">
                  <c:v>7.1801700000000004</c:v>
                </c:pt>
                <c:pt idx="25149">
                  <c:v>7.1804699999999997</c:v>
                </c:pt>
                <c:pt idx="25150">
                  <c:v>7.1807800000000004</c:v>
                </c:pt>
                <c:pt idx="25151">
                  <c:v>7.1810900000000002</c:v>
                </c:pt>
                <c:pt idx="25152">
                  <c:v>7.1813900000000004</c:v>
                </c:pt>
                <c:pt idx="25153">
                  <c:v>7.1817000000000002</c:v>
                </c:pt>
                <c:pt idx="25154">
                  <c:v>7.1820000000000004</c:v>
                </c:pt>
                <c:pt idx="25155">
                  <c:v>7.1823100000000002</c:v>
                </c:pt>
                <c:pt idx="25156">
                  <c:v>7.1826100000000004</c:v>
                </c:pt>
                <c:pt idx="25157">
                  <c:v>7.1829200000000002</c:v>
                </c:pt>
                <c:pt idx="25158">
                  <c:v>7.1832200000000004</c:v>
                </c:pt>
                <c:pt idx="25159">
                  <c:v>7.1835300000000002</c:v>
                </c:pt>
                <c:pt idx="25160">
                  <c:v>7.1838300000000004</c:v>
                </c:pt>
                <c:pt idx="25161">
                  <c:v>7.1841400000000002</c:v>
                </c:pt>
                <c:pt idx="25162">
                  <c:v>7.1844400000000004</c:v>
                </c:pt>
                <c:pt idx="25163">
                  <c:v>7.1847500000000002</c:v>
                </c:pt>
                <c:pt idx="25164">
                  <c:v>7.18506</c:v>
                </c:pt>
                <c:pt idx="25165">
                  <c:v>7.1853600000000002</c:v>
                </c:pt>
                <c:pt idx="25166">
                  <c:v>7.18567</c:v>
                </c:pt>
                <c:pt idx="25167">
                  <c:v>7.1859700000000002</c:v>
                </c:pt>
                <c:pt idx="25168">
                  <c:v>7.18628</c:v>
                </c:pt>
                <c:pt idx="25169">
                  <c:v>7.1865800000000002</c:v>
                </c:pt>
                <c:pt idx="25170">
                  <c:v>7.18689</c:v>
                </c:pt>
                <c:pt idx="25171">
                  <c:v>7.1871900000000002</c:v>
                </c:pt>
                <c:pt idx="25172">
                  <c:v>7.1875</c:v>
                </c:pt>
                <c:pt idx="25173">
                  <c:v>7.1878000000000002</c:v>
                </c:pt>
                <c:pt idx="25174">
                  <c:v>7.18811</c:v>
                </c:pt>
                <c:pt idx="25175">
                  <c:v>7.1884100000000002</c:v>
                </c:pt>
                <c:pt idx="25176">
                  <c:v>7.18872</c:v>
                </c:pt>
                <c:pt idx="25177">
                  <c:v>7.1890299999999998</c:v>
                </c:pt>
                <c:pt idx="25178">
                  <c:v>7.18933</c:v>
                </c:pt>
                <c:pt idx="25179">
                  <c:v>7.1896399999999998</c:v>
                </c:pt>
                <c:pt idx="25180">
                  <c:v>7.18994</c:v>
                </c:pt>
                <c:pt idx="25181">
                  <c:v>7.1902499999999998</c:v>
                </c:pt>
                <c:pt idx="25182">
                  <c:v>7.19055</c:v>
                </c:pt>
                <c:pt idx="25183">
                  <c:v>7.1908599999999998</c:v>
                </c:pt>
                <c:pt idx="25184">
                  <c:v>7.19116</c:v>
                </c:pt>
                <c:pt idx="25185">
                  <c:v>7.1914699999999998</c:v>
                </c:pt>
                <c:pt idx="25186">
                  <c:v>7.19177</c:v>
                </c:pt>
                <c:pt idx="25187">
                  <c:v>7.1920799999999998</c:v>
                </c:pt>
                <c:pt idx="25188">
                  <c:v>7.19238</c:v>
                </c:pt>
                <c:pt idx="25189">
                  <c:v>7.1926899999999998</c:v>
                </c:pt>
                <c:pt idx="25190">
                  <c:v>7.1929999999999996</c:v>
                </c:pt>
                <c:pt idx="25191">
                  <c:v>7.1932999999999998</c:v>
                </c:pt>
                <c:pt idx="25192">
                  <c:v>7.1936099999999996</c:v>
                </c:pt>
                <c:pt idx="25193">
                  <c:v>7.1939099999999998</c:v>
                </c:pt>
                <c:pt idx="25194">
                  <c:v>7.1942199999999996</c:v>
                </c:pt>
                <c:pt idx="25195">
                  <c:v>7.1945199999999998</c:v>
                </c:pt>
                <c:pt idx="25196">
                  <c:v>7.1948299999999996</c:v>
                </c:pt>
                <c:pt idx="25197">
                  <c:v>7.1951299999999998</c:v>
                </c:pt>
                <c:pt idx="25198">
                  <c:v>7.1954399999999996</c:v>
                </c:pt>
                <c:pt idx="25199">
                  <c:v>7.1957399999999998</c:v>
                </c:pt>
                <c:pt idx="25200">
                  <c:v>7.1960499999999996</c:v>
                </c:pt>
                <c:pt idx="25201">
                  <c:v>7.1963499999999998</c:v>
                </c:pt>
                <c:pt idx="25202">
                  <c:v>7.1966599999999996</c:v>
                </c:pt>
                <c:pt idx="25203">
                  <c:v>7.1969700000000003</c:v>
                </c:pt>
                <c:pt idx="25204">
                  <c:v>7.1972699999999996</c:v>
                </c:pt>
                <c:pt idx="25205">
                  <c:v>7.1975800000000003</c:v>
                </c:pt>
                <c:pt idx="25206">
                  <c:v>7.1978799999999996</c:v>
                </c:pt>
                <c:pt idx="25207">
                  <c:v>7.1981900000000003</c:v>
                </c:pt>
                <c:pt idx="25208">
                  <c:v>7.1984899999999996</c:v>
                </c:pt>
                <c:pt idx="25209">
                  <c:v>7.1988000000000003</c:v>
                </c:pt>
                <c:pt idx="25210">
                  <c:v>7.1990999999999996</c:v>
                </c:pt>
                <c:pt idx="25211">
                  <c:v>7.1994100000000003</c:v>
                </c:pt>
                <c:pt idx="25212">
                  <c:v>7.1997099999999996</c:v>
                </c:pt>
                <c:pt idx="25213">
                  <c:v>7.2000200000000003</c:v>
                </c:pt>
                <c:pt idx="25214">
                  <c:v>7.2003300000000001</c:v>
                </c:pt>
                <c:pt idx="25215">
                  <c:v>7.2006300000000003</c:v>
                </c:pt>
                <c:pt idx="25216">
                  <c:v>7.2009400000000001</c:v>
                </c:pt>
                <c:pt idx="25217">
                  <c:v>7.2012400000000003</c:v>
                </c:pt>
                <c:pt idx="25218">
                  <c:v>7.2015500000000001</c:v>
                </c:pt>
                <c:pt idx="25219">
                  <c:v>7.2018500000000003</c:v>
                </c:pt>
                <c:pt idx="25220">
                  <c:v>7.2021600000000001</c:v>
                </c:pt>
                <c:pt idx="25221">
                  <c:v>7.2024600000000003</c:v>
                </c:pt>
                <c:pt idx="25222">
                  <c:v>7.2027700000000001</c:v>
                </c:pt>
                <c:pt idx="25223">
                  <c:v>7.2030700000000003</c:v>
                </c:pt>
                <c:pt idx="25224">
                  <c:v>7.2033800000000001</c:v>
                </c:pt>
                <c:pt idx="25225">
                  <c:v>7.2036800000000003</c:v>
                </c:pt>
                <c:pt idx="25226">
                  <c:v>7.2039900000000001</c:v>
                </c:pt>
                <c:pt idx="25227">
                  <c:v>7.2042999999999999</c:v>
                </c:pt>
                <c:pt idx="25228">
                  <c:v>7.2046000000000001</c:v>
                </c:pt>
                <c:pt idx="25229">
                  <c:v>7.2049099999999999</c:v>
                </c:pt>
                <c:pt idx="25230">
                  <c:v>7.2052100000000001</c:v>
                </c:pt>
                <c:pt idx="25231">
                  <c:v>7.2055199999999999</c:v>
                </c:pt>
                <c:pt idx="25232">
                  <c:v>7.2058200000000001</c:v>
                </c:pt>
                <c:pt idx="25233">
                  <c:v>7.2061299999999999</c:v>
                </c:pt>
                <c:pt idx="25234">
                  <c:v>7.2064300000000001</c:v>
                </c:pt>
                <c:pt idx="25235">
                  <c:v>7.2067399999999999</c:v>
                </c:pt>
                <c:pt idx="25236">
                  <c:v>7.2070400000000001</c:v>
                </c:pt>
                <c:pt idx="25237">
                  <c:v>7.2073499999999999</c:v>
                </c:pt>
                <c:pt idx="25238">
                  <c:v>7.2076500000000001</c:v>
                </c:pt>
                <c:pt idx="25239">
                  <c:v>7.2079599999999999</c:v>
                </c:pt>
                <c:pt idx="25240">
                  <c:v>7.2082699999999997</c:v>
                </c:pt>
                <c:pt idx="25241">
                  <c:v>7.2085699999999999</c:v>
                </c:pt>
                <c:pt idx="25242">
                  <c:v>7.2088799999999997</c:v>
                </c:pt>
                <c:pt idx="25243">
                  <c:v>7.2091799999999999</c:v>
                </c:pt>
                <c:pt idx="25244">
                  <c:v>7.2094899999999997</c:v>
                </c:pt>
                <c:pt idx="25245">
                  <c:v>7.2097899999999999</c:v>
                </c:pt>
                <c:pt idx="25246">
                  <c:v>7.2100999999999997</c:v>
                </c:pt>
                <c:pt idx="25247">
                  <c:v>7.2103999999999999</c:v>
                </c:pt>
                <c:pt idx="25248">
                  <c:v>7.2107099999999997</c:v>
                </c:pt>
                <c:pt idx="25249">
                  <c:v>7.2110099999999999</c:v>
                </c:pt>
                <c:pt idx="25250">
                  <c:v>7.2113199999999997</c:v>
                </c:pt>
                <c:pt idx="25251">
                  <c:v>7.2116199999999999</c:v>
                </c:pt>
                <c:pt idx="25252">
                  <c:v>7.2119299999999997</c:v>
                </c:pt>
                <c:pt idx="25253">
                  <c:v>7.2122400000000004</c:v>
                </c:pt>
                <c:pt idx="25254">
                  <c:v>7.2125399999999997</c:v>
                </c:pt>
                <c:pt idx="25255">
                  <c:v>7.2128500000000004</c:v>
                </c:pt>
                <c:pt idx="25256">
                  <c:v>7.2131499999999997</c:v>
                </c:pt>
                <c:pt idx="25257">
                  <c:v>7.2134600000000004</c:v>
                </c:pt>
                <c:pt idx="25258">
                  <c:v>7.2137599999999997</c:v>
                </c:pt>
                <c:pt idx="25259">
                  <c:v>7.2140700000000004</c:v>
                </c:pt>
                <c:pt idx="25260">
                  <c:v>7.2143699999999997</c:v>
                </c:pt>
                <c:pt idx="25261">
                  <c:v>7.2146800000000004</c:v>
                </c:pt>
                <c:pt idx="25262">
                  <c:v>7.2149799999999997</c:v>
                </c:pt>
                <c:pt idx="25263">
                  <c:v>7.2152900000000004</c:v>
                </c:pt>
                <c:pt idx="25264">
                  <c:v>7.2156000000000002</c:v>
                </c:pt>
                <c:pt idx="25265">
                  <c:v>7.2159000000000004</c:v>
                </c:pt>
                <c:pt idx="25266">
                  <c:v>7.2162100000000002</c:v>
                </c:pt>
                <c:pt idx="25267">
                  <c:v>7.2165100000000004</c:v>
                </c:pt>
                <c:pt idx="25268">
                  <c:v>7.2168200000000002</c:v>
                </c:pt>
                <c:pt idx="25269">
                  <c:v>7.2171200000000004</c:v>
                </c:pt>
                <c:pt idx="25270">
                  <c:v>7.2174300000000002</c:v>
                </c:pt>
                <c:pt idx="25271">
                  <c:v>7.2177300000000004</c:v>
                </c:pt>
                <c:pt idx="25272">
                  <c:v>7.2180400000000002</c:v>
                </c:pt>
                <c:pt idx="25273">
                  <c:v>7.2183400000000004</c:v>
                </c:pt>
                <c:pt idx="25274">
                  <c:v>7.2186500000000002</c:v>
                </c:pt>
                <c:pt idx="25275">
                  <c:v>7.2189500000000004</c:v>
                </c:pt>
                <c:pt idx="25276">
                  <c:v>7.2192600000000002</c:v>
                </c:pt>
                <c:pt idx="25277">
                  <c:v>7.21957</c:v>
                </c:pt>
                <c:pt idx="25278">
                  <c:v>7.2198700000000002</c:v>
                </c:pt>
                <c:pt idx="25279">
                  <c:v>7.22018</c:v>
                </c:pt>
                <c:pt idx="25280">
                  <c:v>7.2204800000000002</c:v>
                </c:pt>
                <c:pt idx="25281">
                  <c:v>7.22079</c:v>
                </c:pt>
                <c:pt idx="25282">
                  <c:v>7.2210900000000002</c:v>
                </c:pt>
                <c:pt idx="25283">
                  <c:v>7.2214</c:v>
                </c:pt>
                <c:pt idx="25284">
                  <c:v>7.2217000000000002</c:v>
                </c:pt>
                <c:pt idx="25285">
                  <c:v>7.22201</c:v>
                </c:pt>
                <c:pt idx="25286">
                  <c:v>7.2223100000000002</c:v>
                </c:pt>
                <c:pt idx="25287">
                  <c:v>7.22262</c:v>
                </c:pt>
                <c:pt idx="25288">
                  <c:v>7.2229200000000002</c:v>
                </c:pt>
                <c:pt idx="25289">
                  <c:v>7.22323</c:v>
                </c:pt>
                <c:pt idx="25290">
                  <c:v>7.2235399999999998</c:v>
                </c:pt>
                <c:pt idx="25291">
                  <c:v>7.22384</c:v>
                </c:pt>
                <c:pt idx="25292">
                  <c:v>7.2241499999999998</c:v>
                </c:pt>
                <c:pt idx="25293">
                  <c:v>7.22445</c:v>
                </c:pt>
                <c:pt idx="25294">
                  <c:v>7.2247599999999998</c:v>
                </c:pt>
                <c:pt idx="25295">
                  <c:v>7.22506</c:v>
                </c:pt>
                <c:pt idx="25296">
                  <c:v>7.2253699999999998</c:v>
                </c:pt>
                <c:pt idx="25297">
                  <c:v>7.22567</c:v>
                </c:pt>
                <c:pt idx="25298">
                  <c:v>7.2259799999999998</c:v>
                </c:pt>
                <c:pt idx="25299">
                  <c:v>7.22628</c:v>
                </c:pt>
                <c:pt idx="25300">
                  <c:v>7.2265899999999998</c:v>
                </c:pt>
                <c:pt idx="25301">
                  <c:v>7.22689</c:v>
                </c:pt>
                <c:pt idx="25302">
                  <c:v>7.2271999999999998</c:v>
                </c:pt>
                <c:pt idx="25303">
                  <c:v>7.2275099999999997</c:v>
                </c:pt>
                <c:pt idx="25304">
                  <c:v>7.2278099999999998</c:v>
                </c:pt>
                <c:pt idx="25305">
                  <c:v>7.2281199999999997</c:v>
                </c:pt>
                <c:pt idx="25306">
                  <c:v>7.2284199999999998</c:v>
                </c:pt>
                <c:pt idx="25307">
                  <c:v>7.2287299999999997</c:v>
                </c:pt>
                <c:pt idx="25308">
                  <c:v>7.2290299999999998</c:v>
                </c:pt>
                <c:pt idx="25309">
                  <c:v>7.2293399999999997</c:v>
                </c:pt>
                <c:pt idx="25310">
                  <c:v>7.2296399999999998</c:v>
                </c:pt>
                <c:pt idx="25311">
                  <c:v>7.2299499999999997</c:v>
                </c:pt>
                <c:pt idx="25312">
                  <c:v>7.2302499999999998</c:v>
                </c:pt>
                <c:pt idx="25313">
                  <c:v>7.2305599999999997</c:v>
                </c:pt>
                <c:pt idx="25314">
                  <c:v>7.2308599999999998</c:v>
                </c:pt>
                <c:pt idx="25315">
                  <c:v>7.2311699999999997</c:v>
                </c:pt>
                <c:pt idx="25316">
                  <c:v>7.2314800000000004</c:v>
                </c:pt>
                <c:pt idx="25317">
                  <c:v>7.2317799999999997</c:v>
                </c:pt>
                <c:pt idx="25318">
                  <c:v>7.2320900000000004</c:v>
                </c:pt>
                <c:pt idx="25319">
                  <c:v>7.2323899999999997</c:v>
                </c:pt>
                <c:pt idx="25320">
                  <c:v>7.2327000000000004</c:v>
                </c:pt>
                <c:pt idx="25321">
                  <c:v>7.2329999999999997</c:v>
                </c:pt>
                <c:pt idx="25322">
                  <c:v>7.2333100000000004</c:v>
                </c:pt>
                <c:pt idx="25323">
                  <c:v>7.2336099999999997</c:v>
                </c:pt>
                <c:pt idx="25324">
                  <c:v>7.2339200000000003</c:v>
                </c:pt>
                <c:pt idx="25325">
                  <c:v>7.2342199999999997</c:v>
                </c:pt>
                <c:pt idx="25326">
                  <c:v>7.2345300000000003</c:v>
                </c:pt>
                <c:pt idx="25327">
                  <c:v>7.2348400000000002</c:v>
                </c:pt>
                <c:pt idx="25328">
                  <c:v>7.2351400000000003</c:v>
                </c:pt>
                <c:pt idx="25329">
                  <c:v>7.2354500000000002</c:v>
                </c:pt>
                <c:pt idx="25330">
                  <c:v>7.2357500000000003</c:v>
                </c:pt>
                <c:pt idx="25331">
                  <c:v>7.2360600000000002</c:v>
                </c:pt>
                <c:pt idx="25332">
                  <c:v>7.2363600000000003</c:v>
                </c:pt>
                <c:pt idx="25333">
                  <c:v>7.2366700000000002</c:v>
                </c:pt>
                <c:pt idx="25334">
                  <c:v>7.2369700000000003</c:v>
                </c:pt>
                <c:pt idx="25335">
                  <c:v>7.2372800000000002</c:v>
                </c:pt>
                <c:pt idx="25336">
                  <c:v>7.2375800000000003</c:v>
                </c:pt>
                <c:pt idx="25337">
                  <c:v>7.2378900000000002</c:v>
                </c:pt>
                <c:pt idx="25338">
                  <c:v>7.2381900000000003</c:v>
                </c:pt>
                <c:pt idx="25339">
                  <c:v>7.2385000000000002</c:v>
                </c:pt>
                <c:pt idx="25340">
                  <c:v>7.23881</c:v>
                </c:pt>
                <c:pt idx="25341">
                  <c:v>7.2391100000000002</c:v>
                </c:pt>
                <c:pt idx="25342">
                  <c:v>7.23942</c:v>
                </c:pt>
                <c:pt idx="25343">
                  <c:v>7.2397200000000002</c:v>
                </c:pt>
                <c:pt idx="25344">
                  <c:v>7.24003</c:v>
                </c:pt>
                <c:pt idx="25345">
                  <c:v>7.2403300000000002</c:v>
                </c:pt>
                <c:pt idx="25346">
                  <c:v>7.24064</c:v>
                </c:pt>
                <c:pt idx="25347">
                  <c:v>7.2409400000000002</c:v>
                </c:pt>
                <c:pt idx="25348">
                  <c:v>7.24125</c:v>
                </c:pt>
                <c:pt idx="25349">
                  <c:v>7.2415500000000002</c:v>
                </c:pt>
                <c:pt idx="25350">
                  <c:v>7.24186</c:v>
                </c:pt>
                <c:pt idx="25351">
                  <c:v>7.2421600000000002</c:v>
                </c:pt>
                <c:pt idx="25352">
                  <c:v>7.24247</c:v>
                </c:pt>
                <c:pt idx="25353">
                  <c:v>7.2427799999999998</c:v>
                </c:pt>
                <c:pt idx="25354">
                  <c:v>7.24308</c:v>
                </c:pt>
                <c:pt idx="25355">
                  <c:v>7.2433899999999998</c:v>
                </c:pt>
                <c:pt idx="25356">
                  <c:v>7.24369</c:v>
                </c:pt>
                <c:pt idx="25357">
                  <c:v>7.2439999999999998</c:v>
                </c:pt>
                <c:pt idx="25358">
                  <c:v>7.2443</c:v>
                </c:pt>
                <c:pt idx="25359">
                  <c:v>7.2446099999999998</c:v>
                </c:pt>
                <c:pt idx="25360">
                  <c:v>7.24491</c:v>
                </c:pt>
                <c:pt idx="25361">
                  <c:v>7.2452199999999998</c:v>
                </c:pt>
                <c:pt idx="25362">
                  <c:v>7.24552</c:v>
                </c:pt>
                <c:pt idx="25363">
                  <c:v>7.2458299999999998</c:v>
                </c:pt>
                <c:pt idx="25364">
                  <c:v>7.24613</c:v>
                </c:pt>
                <c:pt idx="25365">
                  <c:v>7.2464399999999998</c:v>
                </c:pt>
                <c:pt idx="25366">
                  <c:v>7.2467499999999996</c:v>
                </c:pt>
                <c:pt idx="25367">
                  <c:v>7.2470499999999998</c:v>
                </c:pt>
                <c:pt idx="25368">
                  <c:v>7.2473599999999996</c:v>
                </c:pt>
                <c:pt idx="25369">
                  <c:v>7.2476599999999998</c:v>
                </c:pt>
                <c:pt idx="25370">
                  <c:v>7.2479699999999996</c:v>
                </c:pt>
                <c:pt idx="25371">
                  <c:v>7.2482699999999998</c:v>
                </c:pt>
                <c:pt idx="25372">
                  <c:v>7.2485799999999996</c:v>
                </c:pt>
                <c:pt idx="25373">
                  <c:v>7.2488799999999998</c:v>
                </c:pt>
                <c:pt idx="25374">
                  <c:v>7.2491899999999996</c:v>
                </c:pt>
                <c:pt idx="25375">
                  <c:v>7.2494899999999998</c:v>
                </c:pt>
                <c:pt idx="25376">
                  <c:v>7.2497999999999996</c:v>
                </c:pt>
                <c:pt idx="25377">
                  <c:v>7.2500999999999998</c:v>
                </c:pt>
                <c:pt idx="25378">
                  <c:v>7.2504099999999996</c:v>
                </c:pt>
                <c:pt idx="25379">
                  <c:v>7.2507200000000003</c:v>
                </c:pt>
                <c:pt idx="25380">
                  <c:v>7.2510199999999996</c:v>
                </c:pt>
              </c:numCache>
            </c:numRef>
          </c:xVal>
          <c:yVal>
            <c:numRef>
              <c:f>'For plotting'!$H$2:$H$25382</c:f>
              <c:numCache>
                <c:formatCode>General</c:formatCode>
                <c:ptCount val="25381"/>
                <c:pt idx="0">
                  <c:v>3.0221022324970357</c:v>
                </c:pt>
                <c:pt idx="1">
                  <c:v>3.0224033252859934</c:v>
                </c:pt>
                <c:pt idx="2">
                  <c:v>3.0214244644822261</c:v>
                </c:pt>
                <c:pt idx="3">
                  <c:v>3.0213446593245354</c:v>
                </c:pt>
                <c:pt idx="4">
                  <c:v>3.0193981129983025</c:v>
                </c:pt>
                <c:pt idx="5">
                  <c:v>3.0171329431937419</c:v>
                </c:pt>
                <c:pt idx="6">
                  <c:v>3.0169915033739114</c:v>
                </c:pt>
                <c:pt idx="7">
                  <c:v>3.0166751831978367</c:v>
                </c:pt>
                <c:pt idx="8">
                  <c:v>3.0165899183607312</c:v>
                </c:pt>
                <c:pt idx="9">
                  <c:v>3.0163477730479515</c:v>
                </c:pt>
                <c:pt idx="10">
                  <c:v>3.0152565622787337</c:v>
                </c:pt>
                <c:pt idx="11">
                  <c:v>3.0154837787806148</c:v>
                </c:pt>
                <c:pt idx="12">
                  <c:v>3.0137659844910982</c:v>
                </c:pt>
                <c:pt idx="13">
                  <c:v>3.0125880160036851</c:v>
                </c:pt>
                <c:pt idx="14">
                  <c:v>3.0114216493350283</c:v>
                </c:pt>
                <c:pt idx="15">
                  <c:v>3.0114979142318488</c:v>
                </c:pt>
                <c:pt idx="16">
                  <c:v>3.0124549363179582</c:v>
                </c:pt>
                <c:pt idx="17">
                  <c:v>3.0119436885252893</c:v>
                </c:pt>
                <c:pt idx="18">
                  <c:v>3.0121308958139612</c:v>
                </c:pt>
                <c:pt idx="19">
                  <c:v>3.0116913063136073</c:v>
                </c:pt>
                <c:pt idx="20">
                  <c:v>3.0119638637468755</c:v>
                </c:pt>
                <c:pt idx="21">
                  <c:v>3.0137221364408009</c:v>
                </c:pt>
                <c:pt idx="22">
                  <c:v>3.0148351859276765</c:v>
                </c:pt>
                <c:pt idx="23">
                  <c:v>3.0173984201052693</c:v>
                </c:pt>
                <c:pt idx="24">
                  <c:v>3.0195083302764818</c:v>
                </c:pt>
                <c:pt idx="25">
                  <c:v>3.0204289260639978</c:v>
                </c:pt>
                <c:pt idx="26">
                  <c:v>3.0221400237154823</c:v>
                </c:pt>
                <c:pt idx="27">
                  <c:v>3.0227339771205308</c:v>
                </c:pt>
                <c:pt idx="28">
                  <c:v>3.0197424566851216</c:v>
                </c:pt>
                <c:pt idx="29">
                  <c:v>3.017719858730795</c:v>
                </c:pt>
                <c:pt idx="30">
                  <c:v>3.0160806752940976</c:v>
                </c:pt>
                <c:pt idx="31">
                  <c:v>3.0137056720950666</c:v>
                </c:pt>
                <c:pt idx="32">
                  <c:v>3.0119775555991573</c:v>
                </c:pt>
                <c:pt idx="33">
                  <c:v>3.0112182336230946</c:v>
                </c:pt>
                <c:pt idx="34">
                  <c:v>3.0103506990948876</c:v>
                </c:pt>
                <c:pt idx="35">
                  <c:v>3.0103817510215571</c:v>
                </c:pt>
                <c:pt idx="36">
                  <c:v>3.0102800644924632</c:v>
                </c:pt>
                <c:pt idx="37">
                  <c:v>3.0092940378594646</c:v>
                </c:pt>
                <c:pt idx="38">
                  <c:v>3.0082708598142003</c:v>
                </c:pt>
                <c:pt idx="39">
                  <c:v>3.008988381119746</c:v>
                </c:pt>
                <c:pt idx="40">
                  <c:v>3.0104233810770924</c:v>
                </c:pt>
                <c:pt idx="41">
                  <c:v>3.0148785647867737</c:v>
                </c:pt>
                <c:pt idx="42">
                  <c:v>3.016411625704853</c:v>
                </c:pt>
                <c:pt idx="43">
                  <c:v>3.0138927940762477</c:v>
                </c:pt>
                <c:pt idx="44">
                  <c:v>3.0145547375515043</c:v>
                </c:pt>
                <c:pt idx="45">
                  <c:v>3.0141702566902397</c:v>
                </c:pt>
                <c:pt idx="46">
                  <c:v>3.0127299676684611</c:v>
                </c:pt>
                <c:pt idx="47">
                  <c:v>3.0127702754578878</c:v>
                </c:pt>
                <c:pt idx="48">
                  <c:v>3.0152371121708197</c:v>
                </c:pt>
                <c:pt idx="49">
                  <c:v>3.0177210530356668</c:v>
                </c:pt>
                <c:pt idx="50">
                  <c:v>3.0181880262405842</c:v>
                </c:pt>
                <c:pt idx="51">
                  <c:v>3.0165147624612918</c:v>
                </c:pt>
                <c:pt idx="52">
                  <c:v>3.0172876056746545</c:v>
                </c:pt>
                <c:pt idx="53">
                  <c:v>3.0187281506189056</c:v>
                </c:pt>
                <c:pt idx="54">
                  <c:v>3.0171629287767758</c:v>
                </c:pt>
                <c:pt idx="55">
                  <c:v>3.0161503288603773</c:v>
                </c:pt>
                <c:pt idx="56">
                  <c:v>3.01469519633519</c:v>
                </c:pt>
                <c:pt idx="57">
                  <c:v>3.0124370217448795</c:v>
                </c:pt>
                <c:pt idx="58">
                  <c:v>3.0138695477849908</c:v>
                </c:pt>
                <c:pt idx="59">
                  <c:v>3.0128546445663393</c:v>
                </c:pt>
                <c:pt idx="60">
                  <c:v>3.012078218438361</c:v>
                </c:pt>
                <c:pt idx="61">
                  <c:v>3.0126312242478011</c:v>
                </c:pt>
                <c:pt idx="62">
                  <c:v>3.0119873233068595</c:v>
                </c:pt>
                <c:pt idx="63">
                  <c:v>3.0126166793206113</c:v>
                </c:pt>
                <c:pt idx="64">
                  <c:v>3.0129489093437294</c:v>
                </c:pt>
                <c:pt idx="65">
                  <c:v>3.0154355800482842</c:v>
                </c:pt>
                <c:pt idx="66">
                  <c:v>3.0171233034472755</c:v>
                </c:pt>
                <c:pt idx="67">
                  <c:v>3.0147289781015671</c:v>
                </c:pt>
                <c:pt idx="68">
                  <c:v>3.0132001825580303</c:v>
                </c:pt>
                <c:pt idx="69">
                  <c:v>3.0115692312942</c:v>
                </c:pt>
                <c:pt idx="70">
                  <c:v>3.0111454663333985</c:v>
                </c:pt>
                <c:pt idx="71">
                  <c:v>3.010814601230134</c:v>
                </c:pt>
                <c:pt idx="72">
                  <c:v>3.0132860445475718</c:v>
                </c:pt>
                <c:pt idx="73">
                  <c:v>3.0155388021122134</c:v>
                </c:pt>
                <c:pt idx="74">
                  <c:v>3.0149174223488564</c:v>
                </c:pt>
                <c:pt idx="75">
                  <c:v>3.0146693908192077</c:v>
                </c:pt>
                <c:pt idx="76">
                  <c:v>3.0133781339839452</c:v>
                </c:pt>
                <c:pt idx="77">
                  <c:v>3.0102944814584167</c:v>
                </c:pt>
                <c:pt idx="78">
                  <c:v>3.0094353923718042</c:v>
                </c:pt>
                <c:pt idx="79">
                  <c:v>3.0115778046970303</c:v>
                </c:pt>
                <c:pt idx="80">
                  <c:v>3.0133770676403095</c:v>
                </c:pt>
                <c:pt idx="81">
                  <c:v>3.0144672120658913</c:v>
                </c:pt>
                <c:pt idx="82">
                  <c:v>3.0146813765216725</c:v>
                </c:pt>
                <c:pt idx="83">
                  <c:v>3.0159301928802367</c:v>
                </c:pt>
                <c:pt idx="84">
                  <c:v>3.0167610878411235</c:v>
                </c:pt>
                <c:pt idx="85">
                  <c:v>3.017730564820897</c:v>
                </c:pt>
                <c:pt idx="86">
                  <c:v>3.0184612234800339</c:v>
                </c:pt>
                <c:pt idx="87">
                  <c:v>3.0194067717086237</c:v>
                </c:pt>
                <c:pt idx="88">
                  <c:v>3.0202804483761718</c:v>
                </c:pt>
                <c:pt idx="89">
                  <c:v>3.0187104493145545</c:v>
                </c:pt>
                <c:pt idx="90">
                  <c:v>3.0164509951118808</c:v>
                </c:pt>
                <c:pt idx="91">
                  <c:v>3.0158335394931028</c:v>
                </c:pt>
                <c:pt idx="92">
                  <c:v>3.0163177874649172</c:v>
                </c:pt>
                <c:pt idx="93">
                  <c:v>3.0137679892171332</c:v>
                </c:pt>
                <c:pt idx="94">
                  <c:v>3.0125654521723551</c:v>
                </c:pt>
                <c:pt idx="95">
                  <c:v>3.01357613267021</c:v>
                </c:pt>
                <c:pt idx="96">
                  <c:v>3.0139052916236575</c:v>
                </c:pt>
                <c:pt idx="97">
                  <c:v>3.014358359707566</c:v>
                </c:pt>
                <c:pt idx="98">
                  <c:v>3.0147356320858534</c:v>
                </c:pt>
                <c:pt idx="99">
                  <c:v>3.0146416658846813</c:v>
                </c:pt>
                <c:pt idx="100">
                  <c:v>3.0129387150985729</c:v>
                </c:pt>
                <c:pt idx="101">
                  <c:v>3.0126232906511521</c:v>
                </c:pt>
                <c:pt idx="102">
                  <c:v>3.0120355220391901</c:v>
                </c:pt>
                <c:pt idx="103">
                  <c:v>3.0128929476297315</c:v>
                </c:pt>
                <c:pt idx="104">
                  <c:v>3.0156976446601775</c:v>
                </c:pt>
                <c:pt idx="105">
                  <c:v>3.0181819267549885</c:v>
                </c:pt>
                <c:pt idx="106">
                  <c:v>3.0188861400919613</c:v>
                </c:pt>
                <c:pt idx="107">
                  <c:v>3.017917985378296</c:v>
                </c:pt>
                <c:pt idx="108">
                  <c:v>3.0178187727664367</c:v>
                </c:pt>
                <c:pt idx="109">
                  <c:v>3.0171776443189477</c:v>
                </c:pt>
                <c:pt idx="110">
                  <c:v>3.0163650051611031</c:v>
                </c:pt>
                <c:pt idx="111">
                  <c:v>3.0153524478984499</c:v>
                </c:pt>
                <c:pt idx="112">
                  <c:v>3.0169620296358222</c:v>
                </c:pt>
                <c:pt idx="113">
                  <c:v>3.020039497368264</c:v>
                </c:pt>
                <c:pt idx="114">
                  <c:v>3.0213145031265194</c:v>
                </c:pt>
                <c:pt idx="115">
                  <c:v>3.0216230176671814</c:v>
                </c:pt>
                <c:pt idx="116">
                  <c:v>3.0204446226423141</c:v>
                </c:pt>
                <c:pt idx="117">
                  <c:v>3.0191857826535746</c:v>
                </c:pt>
                <c:pt idx="118">
                  <c:v>3.0163175315424446</c:v>
                </c:pt>
                <c:pt idx="119">
                  <c:v>3.01335505830767</c:v>
                </c:pt>
                <c:pt idx="120">
                  <c:v>3.0131787277240814</c:v>
                </c:pt>
                <c:pt idx="121">
                  <c:v>3.0144724158228335</c:v>
                </c:pt>
                <c:pt idx="122">
                  <c:v>3.0160173771358862</c:v>
                </c:pt>
                <c:pt idx="123">
                  <c:v>3.0159969459918274</c:v>
                </c:pt>
                <c:pt idx="124">
                  <c:v>3.0155276694846576</c:v>
                </c:pt>
                <c:pt idx="125">
                  <c:v>3.0153727937350179</c:v>
                </c:pt>
                <c:pt idx="126">
                  <c:v>3.0141061054571203</c:v>
                </c:pt>
                <c:pt idx="127">
                  <c:v>3.0119870247306415</c:v>
                </c:pt>
                <c:pt idx="128">
                  <c:v>3.0101117101592689</c:v>
                </c:pt>
                <c:pt idx="129">
                  <c:v>3.0100621038533393</c:v>
                </c:pt>
                <c:pt idx="130">
                  <c:v>3.0097869018878547</c:v>
                </c:pt>
                <c:pt idx="131">
                  <c:v>3.0102618939969119</c:v>
                </c:pt>
                <c:pt idx="132">
                  <c:v>3.0109641452615956</c:v>
                </c:pt>
                <c:pt idx="133">
                  <c:v>3.0117898364655402</c:v>
                </c:pt>
                <c:pt idx="134">
                  <c:v>3.0130311031111643</c:v>
                </c:pt>
                <c:pt idx="135">
                  <c:v>3.0162473234774745</c:v>
                </c:pt>
                <c:pt idx="136">
                  <c:v>3.0203275381111214</c:v>
                </c:pt>
                <c:pt idx="137">
                  <c:v>3.0210383627786355</c:v>
                </c:pt>
                <c:pt idx="138">
                  <c:v>3.020202136099571</c:v>
                </c:pt>
                <c:pt idx="139">
                  <c:v>3.0199983791576739</c:v>
                </c:pt>
                <c:pt idx="140">
                  <c:v>3.018628596777083</c:v>
                </c:pt>
                <c:pt idx="141">
                  <c:v>3.015054852716617</c:v>
                </c:pt>
                <c:pt idx="142">
                  <c:v>3.0150220519863851</c:v>
                </c:pt>
                <c:pt idx="143">
                  <c:v>3.0174748556170718</c:v>
                </c:pt>
                <c:pt idx="144">
                  <c:v>3.0176892333415797</c:v>
                </c:pt>
                <c:pt idx="145">
                  <c:v>3.0176059305767637</c:v>
                </c:pt>
                <c:pt idx="146">
                  <c:v>3.0166414014314595</c:v>
                </c:pt>
                <c:pt idx="147">
                  <c:v>3.0159184631002449</c:v>
                </c:pt>
                <c:pt idx="148">
                  <c:v>3.0162306885167585</c:v>
                </c:pt>
                <c:pt idx="149">
                  <c:v>3.0163815974680737</c:v>
                </c:pt>
                <c:pt idx="150">
                  <c:v>3.0149613557066446</c:v>
                </c:pt>
                <c:pt idx="151">
                  <c:v>3.0164277914743693</c:v>
                </c:pt>
                <c:pt idx="152">
                  <c:v>3.017537172739138</c:v>
                </c:pt>
                <c:pt idx="153">
                  <c:v>3.0180544773636573</c:v>
                </c:pt>
                <c:pt idx="154">
                  <c:v>3.0200714023698421</c:v>
                </c:pt>
                <c:pt idx="155">
                  <c:v>3.0190419542240003</c:v>
                </c:pt>
                <c:pt idx="156">
                  <c:v>3.0162069303805565</c:v>
                </c:pt>
                <c:pt idx="157">
                  <c:v>3.0155186695443725</c:v>
                </c:pt>
                <c:pt idx="158">
                  <c:v>3.0157786441227405</c:v>
                </c:pt>
                <c:pt idx="159">
                  <c:v>3.0136953072349284</c:v>
                </c:pt>
                <c:pt idx="160">
                  <c:v>3.0145999505216552</c:v>
                </c:pt>
                <c:pt idx="161">
                  <c:v>3.0172893544782169</c:v>
                </c:pt>
                <c:pt idx="162">
                  <c:v>3.0172864966772734</c:v>
                </c:pt>
                <c:pt idx="163">
                  <c:v>3.0147840440869111</c:v>
                </c:pt>
                <c:pt idx="164">
                  <c:v>3.0135911894423448</c:v>
                </c:pt>
                <c:pt idx="165">
                  <c:v>3.0133748496455475</c:v>
                </c:pt>
                <c:pt idx="166">
                  <c:v>3.0118312105986025</c:v>
                </c:pt>
                <c:pt idx="167">
                  <c:v>3.0116789367274341</c:v>
                </c:pt>
                <c:pt idx="168">
                  <c:v>3.0117085384267592</c:v>
                </c:pt>
                <c:pt idx="169">
                  <c:v>3.013065993874922</c:v>
                </c:pt>
                <c:pt idx="170">
                  <c:v>3.0189138650264882</c:v>
                </c:pt>
                <c:pt idx="171">
                  <c:v>3.0213004700442747</c:v>
                </c:pt>
                <c:pt idx="172">
                  <c:v>3.0207807768100117</c:v>
                </c:pt>
                <c:pt idx="173">
                  <c:v>3.021060073535057</c:v>
                </c:pt>
                <c:pt idx="174">
                  <c:v>3.0193421939380496</c:v>
                </c:pt>
                <c:pt idx="175">
                  <c:v>3.0175083388072306</c:v>
                </c:pt>
                <c:pt idx="176">
                  <c:v>3.0171509004205661</c:v>
                </c:pt>
                <c:pt idx="177">
                  <c:v>3.0171953456232994</c:v>
                </c:pt>
                <c:pt idx="178">
                  <c:v>3.0153771444170512</c:v>
                </c:pt>
                <c:pt idx="179">
                  <c:v>3.013453631113348</c:v>
                </c:pt>
                <c:pt idx="180">
                  <c:v>3.0136383644847853</c:v>
                </c:pt>
                <c:pt idx="181">
                  <c:v>3.0145177994079662</c:v>
                </c:pt>
                <c:pt idx="182">
                  <c:v>3.0155839297748734</c:v>
                </c:pt>
                <c:pt idx="183">
                  <c:v>3.016497445040649</c:v>
                </c:pt>
                <c:pt idx="184">
                  <c:v>3.0157230236387056</c:v>
                </c:pt>
                <c:pt idx="185">
                  <c:v>3.0151624681163254</c:v>
                </c:pt>
                <c:pt idx="186">
                  <c:v>3.0146610733388499</c:v>
                </c:pt>
                <c:pt idx="187">
                  <c:v>3.0141692330003496</c:v>
                </c:pt>
                <c:pt idx="188">
                  <c:v>3.0130746952389891</c:v>
                </c:pt>
                <c:pt idx="189">
                  <c:v>3.0124885048156078</c:v>
                </c:pt>
                <c:pt idx="190">
                  <c:v>3.0151058665961457</c:v>
                </c:pt>
                <c:pt idx="191">
                  <c:v>3.017420855975363</c:v>
                </c:pt>
                <c:pt idx="192">
                  <c:v>3.0163177021574263</c:v>
                </c:pt>
                <c:pt idx="193">
                  <c:v>3.0139150166776143</c:v>
                </c:pt>
                <c:pt idx="194">
                  <c:v>3.0119278639857368</c:v>
                </c:pt>
                <c:pt idx="195">
                  <c:v>3.0132400638100032</c:v>
                </c:pt>
                <c:pt idx="196">
                  <c:v>3.0138548322428194</c:v>
                </c:pt>
                <c:pt idx="197">
                  <c:v>3.0141518729259618</c:v>
                </c:pt>
                <c:pt idx="198">
                  <c:v>3.0162444230227856</c:v>
                </c:pt>
                <c:pt idx="199">
                  <c:v>3.0189133958352885</c:v>
                </c:pt>
                <c:pt idx="200">
                  <c:v>3.0196234953891303</c:v>
                </c:pt>
                <c:pt idx="201">
                  <c:v>3.0200091705552663</c:v>
                </c:pt>
                <c:pt idx="202">
                  <c:v>3.0175072298098495</c:v>
                </c:pt>
                <c:pt idx="203">
                  <c:v>3.0154425752625338</c:v>
                </c:pt>
                <c:pt idx="204">
                  <c:v>3.0148831287375346</c:v>
                </c:pt>
                <c:pt idx="205">
                  <c:v>3.0151110703530879</c:v>
                </c:pt>
                <c:pt idx="206">
                  <c:v>3.012478779761651</c:v>
                </c:pt>
                <c:pt idx="207">
                  <c:v>3.0119032527746263</c:v>
                </c:pt>
                <c:pt idx="208">
                  <c:v>3.0118432816085581</c:v>
                </c:pt>
                <c:pt idx="209">
                  <c:v>3.0127810242017352</c:v>
                </c:pt>
                <c:pt idx="210">
                  <c:v>3.0136314119242811</c:v>
                </c:pt>
                <c:pt idx="211">
                  <c:v>3.0145039369407027</c:v>
                </c:pt>
                <c:pt idx="212">
                  <c:v>3.0162750910657463</c:v>
                </c:pt>
                <c:pt idx="213">
                  <c:v>3.0152142924170171</c:v>
                </c:pt>
                <c:pt idx="214">
                  <c:v>3.0164936915110516</c:v>
                </c:pt>
                <c:pt idx="215">
                  <c:v>3.0178515308429232</c:v>
                </c:pt>
                <c:pt idx="216">
                  <c:v>3.0175807648669628</c:v>
                </c:pt>
                <c:pt idx="217">
                  <c:v>3.0167880023544869</c:v>
                </c:pt>
                <c:pt idx="218">
                  <c:v>3.0160682630541786</c:v>
                </c:pt>
                <c:pt idx="219">
                  <c:v>3.0157764261279785</c:v>
                </c:pt>
                <c:pt idx="220">
                  <c:v>3.0152047806317874</c:v>
                </c:pt>
                <c:pt idx="221">
                  <c:v>3.0142752702114772</c:v>
                </c:pt>
                <c:pt idx="222">
                  <c:v>3.0146484051764584</c:v>
                </c:pt>
                <c:pt idx="223">
                  <c:v>3.0159420506214651</c:v>
                </c:pt>
                <c:pt idx="224">
                  <c:v>3.0174747276558356</c:v>
                </c:pt>
                <c:pt idx="225">
                  <c:v>3.015018426418024</c:v>
                </c:pt>
                <c:pt idx="226">
                  <c:v>3.0116403777415695</c:v>
                </c:pt>
                <c:pt idx="227">
                  <c:v>3.0128781467800687</c:v>
                </c:pt>
                <c:pt idx="228">
                  <c:v>3.014232232582343</c:v>
                </c:pt>
                <c:pt idx="229">
                  <c:v>3.0161040068928453</c:v>
                </c:pt>
                <c:pt idx="230">
                  <c:v>3.0163728961040071</c:v>
                </c:pt>
                <c:pt idx="231">
                  <c:v>3.0151924963531047</c:v>
                </c:pt>
                <c:pt idx="232">
                  <c:v>3.013993371607961</c:v>
                </c:pt>
                <c:pt idx="233">
                  <c:v>3.0152987468329595</c:v>
                </c:pt>
                <c:pt idx="234">
                  <c:v>3.0149959905479302</c:v>
                </c:pt>
                <c:pt idx="235">
                  <c:v>3.0133931481023351</c:v>
                </c:pt>
                <c:pt idx="236">
                  <c:v>3.0137360415618097</c:v>
                </c:pt>
                <c:pt idx="237">
                  <c:v>3.0152898322001653</c:v>
                </c:pt>
                <c:pt idx="238">
                  <c:v>3.0171331138087236</c:v>
                </c:pt>
                <c:pt idx="239">
                  <c:v>3.0171505591906027</c:v>
                </c:pt>
                <c:pt idx="240">
                  <c:v>3.0172322837668375</c:v>
                </c:pt>
                <c:pt idx="241">
                  <c:v>3.0172780512356789</c:v>
                </c:pt>
                <c:pt idx="242">
                  <c:v>3.0182383576601861</c:v>
                </c:pt>
                <c:pt idx="243">
                  <c:v>3.0189270023800789</c:v>
                </c:pt>
                <c:pt idx="244">
                  <c:v>3.0181309555292049</c:v>
                </c:pt>
                <c:pt idx="245">
                  <c:v>3.0157839758409186</c:v>
                </c:pt>
                <c:pt idx="246">
                  <c:v>3.0170122757479336</c:v>
                </c:pt>
                <c:pt idx="247">
                  <c:v>3.0172683688354676</c:v>
                </c:pt>
                <c:pt idx="248">
                  <c:v>3.016025694616244</c:v>
                </c:pt>
                <c:pt idx="249">
                  <c:v>3.0157485732322153</c:v>
                </c:pt>
                <c:pt idx="250">
                  <c:v>3.016336512459159</c:v>
                </c:pt>
                <c:pt idx="251">
                  <c:v>3.0158100799331189</c:v>
                </c:pt>
                <c:pt idx="252">
                  <c:v>3.0149058205301009</c:v>
                </c:pt>
                <c:pt idx="253">
                  <c:v>3.0153621729524072</c:v>
                </c:pt>
                <c:pt idx="254">
                  <c:v>3.0147066701927097</c:v>
                </c:pt>
                <c:pt idx="255">
                  <c:v>3.0128279859754485</c:v>
                </c:pt>
                <c:pt idx="256">
                  <c:v>3.0153484811001254</c:v>
                </c:pt>
                <c:pt idx="257">
                  <c:v>3.0177704460728698</c:v>
                </c:pt>
                <c:pt idx="258">
                  <c:v>3.0170893510659171</c:v>
                </c:pt>
                <c:pt idx="259">
                  <c:v>3.0152607423457853</c:v>
                </c:pt>
                <c:pt idx="260">
                  <c:v>3.0141628775922813</c:v>
                </c:pt>
                <c:pt idx="261">
                  <c:v>3.0157551845627566</c:v>
                </c:pt>
                <c:pt idx="262">
                  <c:v>3.0170635882036803</c:v>
                </c:pt>
                <c:pt idx="263">
                  <c:v>3.0149494553116711</c:v>
                </c:pt>
                <c:pt idx="264">
                  <c:v>3.0119193758903968</c:v>
                </c:pt>
                <c:pt idx="265">
                  <c:v>3.007975141397166</c:v>
                </c:pt>
                <c:pt idx="266">
                  <c:v>3.0077653702771641</c:v>
                </c:pt>
                <c:pt idx="267">
                  <c:v>3.0099082091398444</c:v>
                </c:pt>
                <c:pt idx="268">
                  <c:v>3.0105798350153128</c:v>
                </c:pt>
                <c:pt idx="269">
                  <c:v>3.0116304394188855</c:v>
                </c:pt>
                <c:pt idx="270">
                  <c:v>3.0135651706576354</c:v>
                </c:pt>
                <c:pt idx="271">
                  <c:v>3.0151081698983986</c:v>
                </c:pt>
                <c:pt idx="272">
                  <c:v>3.0157713503322725</c:v>
                </c:pt>
                <c:pt idx="273">
                  <c:v>3.0162898066079182</c:v>
                </c:pt>
                <c:pt idx="274">
                  <c:v>3.0190111155660579</c:v>
                </c:pt>
                <c:pt idx="275">
                  <c:v>3.0189212441244466</c:v>
                </c:pt>
                <c:pt idx="276">
                  <c:v>3.0189837745152404</c:v>
                </c:pt>
                <c:pt idx="277">
                  <c:v>3.0180329798759629</c:v>
                </c:pt>
                <c:pt idx="278">
                  <c:v>3.0146724618888783</c:v>
                </c:pt>
                <c:pt idx="279">
                  <c:v>3.0131722017010314</c:v>
                </c:pt>
                <c:pt idx="280">
                  <c:v>3.0133967736706961</c:v>
                </c:pt>
                <c:pt idx="281">
                  <c:v>3.0133191865077671</c:v>
                </c:pt>
                <c:pt idx="282">
                  <c:v>3.0130390367078133</c:v>
                </c:pt>
                <c:pt idx="283">
                  <c:v>3.0114738575194289</c:v>
                </c:pt>
                <c:pt idx="284">
                  <c:v>3.0084974365099</c:v>
                </c:pt>
                <c:pt idx="285">
                  <c:v>3.0057263506308489</c:v>
                </c:pt>
                <c:pt idx="286">
                  <c:v>3.0086982503433628</c:v>
                </c:pt>
                <c:pt idx="287">
                  <c:v>3.0144002456855739</c:v>
                </c:pt>
                <c:pt idx="288">
                  <c:v>3.0170253277940335</c:v>
                </c:pt>
                <c:pt idx="289">
                  <c:v>3.0189967412538494</c:v>
                </c:pt>
                <c:pt idx="290">
                  <c:v>3.0195140458783687</c:v>
                </c:pt>
                <c:pt idx="291">
                  <c:v>3.019413127116692</c:v>
                </c:pt>
                <c:pt idx="292">
                  <c:v>3.0195439461539118</c:v>
                </c:pt>
                <c:pt idx="293">
                  <c:v>3.0207173933443094</c:v>
                </c:pt>
                <c:pt idx="294">
                  <c:v>3.0195090980438994</c:v>
                </c:pt>
                <c:pt idx="295">
                  <c:v>3.0173880978988765</c:v>
                </c:pt>
                <c:pt idx="296">
                  <c:v>3.0160726563899578</c:v>
                </c:pt>
                <c:pt idx="297">
                  <c:v>3.0148504133147931</c:v>
                </c:pt>
                <c:pt idx="298">
                  <c:v>3.0143848050297297</c:v>
                </c:pt>
                <c:pt idx="299">
                  <c:v>3.013067998600957</c:v>
                </c:pt>
                <c:pt idx="300">
                  <c:v>3.0135072042176025</c:v>
                </c:pt>
                <c:pt idx="301">
                  <c:v>3.0146903338082116</c:v>
                </c:pt>
                <c:pt idx="302">
                  <c:v>3.015140970628631</c:v>
                </c:pt>
                <c:pt idx="303">
                  <c:v>3.0161058410038986</c:v>
                </c:pt>
                <c:pt idx="304">
                  <c:v>3.0167253440024568</c:v>
                </c:pt>
                <c:pt idx="305">
                  <c:v>3.0164396918693432</c:v>
                </c:pt>
                <c:pt idx="306">
                  <c:v>3.0156127637067809</c:v>
                </c:pt>
                <c:pt idx="307">
                  <c:v>3.0144890081298037</c:v>
                </c:pt>
                <c:pt idx="308">
                  <c:v>3.015750748573232</c:v>
                </c:pt>
                <c:pt idx="309">
                  <c:v>3.0166805149160147</c:v>
                </c:pt>
                <c:pt idx="310">
                  <c:v>3.0171087158663403</c:v>
                </c:pt>
                <c:pt idx="311">
                  <c:v>3.0168429403785946</c:v>
                </c:pt>
                <c:pt idx="312">
                  <c:v>3.0177990240823047</c:v>
                </c:pt>
                <c:pt idx="313">
                  <c:v>3.0189212014707012</c:v>
                </c:pt>
                <c:pt idx="314">
                  <c:v>3.0194999274886327</c:v>
                </c:pt>
                <c:pt idx="315">
                  <c:v>3.0183750202605291</c:v>
                </c:pt>
                <c:pt idx="316">
                  <c:v>3.0165925628929475</c:v>
                </c:pt>
                <c:pt idx="317">
                  <c:v>3.0168482720967726</c:v>
                </c:pt>
                <c:pt idx="318">
                  <c:v>3.0164553031401686</c:v>
                </c:pt>
                <c:pt idx="319">
                  <c:v>3.0140199875451064</c:v>
                </c:pt>
                <c:pt idx="320">
                  <c:v>3.0128602748607354</c:v>
                </c:pt>
                <c:pt idx="321">
                  <c:v>3.0136949233512196</c:v>
                </c:pt>
                <c:pt idx="322">
                  <c:v>3.0128506351142694</c:v>
                </c:pt>
                <c:pt idx="323">
                  <c:v>3.0103795756805405</c:v>
                </c:pt>
                <c:pt idx="324">
                  <c:v>3.0105085179529616</c:v>
                </c:pt>
                <c:pt idx="325">
                  <c:v>3.010928913267874</c:v>
                </c:pt>
                <c:pt idx="326">
                  <c:v>3.0114077868677649</c:v>
                </c:pt>
                <c:pt idx="327">
                  <c:v>3.013026752429131</c:v>
                </c:pt>
                <c:pt idx="328">
                  <c:v>3.0161565136534638</c:v>
                </c:pt>
                <c:pt idx="329">
                  <c:v>3.0182587034967541</c:v>
                </c:pt>
                <c:pt idx="330">
                  <c:v>3.0192719858730794</c:v>
                </c:pt>
                <c:pt idx="331">
                  <c:v>3.018786927480102</c:v>
                </c:pt>
                <c:pt idx="332">
                  <c:v>3.0177281335574078</c:v>
                </c:pt>
                <c:pt idx="333">
                  <c:v>3.017683944277147</c:v>
                </c:pt>
                <c:pt idx="334">
                  <c:v>3.0184968393574638</c:v>
                </c:pt>
                <c:pt idx="335">
                  <c:v>3.019269426648354</c:v>
                </c:pt>
                <c:pt idx="336">
                  <c:v>3.0198620577872943</c:v>
                </c:pt>
                <c:pt idx="337">
                  <c:v>3.018363461095519</c:v>
                </c:pt>
                <c:pt idx="338">
                  <c:v>3.0172182080308474</c:v>
                </c:pt>
                <c:pt idx="339">
                  <c:v>3.0180101174684149</c:v>
                </c:pt>
                <c:pt idx="340">
                  <c:v>3.0174902109654247</c:v>
                </c:pt>
                <c:pt idx="341">
                  <c:v>3.0177007071990993</c:v>
                </c:pt>
                <c:pt idx="342">
                  <c:v>3.019017044436672</c:v>
                </c:pt>
                <c:pt idx="343">
                  <c:v>3.0185713554507223</c:v>
                </c:pt>
                <c:pt idx="344">
                  <c:v>3.017216203304812</c:v>
                </c:pt>
                <c:pt idx="345">
                  <c:v>3.0174583486175921</c:v>
                </c:pt>
                <c:pt idx="346">
                  <c:v>3.0178909855574418</c:v>
                </c:pt>
                <c:pt idx="347">
                  <c:v>3.0194838470266072</c:v>
                </c:pt>
                <c:pt idx="348">
                  <c:v>3.0196193579758237</c:v>
                </c:pt>
                <c:pt idx="349">
                  <c:v>3.0191740528735829</c:v>
                </c:pt>
                <c:pt idx="350">
                  <c:v>3.0203161069073476</c:v>
                </c:pt>
                <c:pt idx="351">
                  <c:v>3.0206850191515318</c:v>
                </c:pt>
                <c:pt idx="352">
                  <c:v>3.0192593177106883</c:v>
                </c:pt>
                <c:pt idx="353">
                  <c:v>3.0191621951323544</c:v>
                </c:pt>
                <c:pt idx="354">
                  <c:v>3.02154619827167</c:v>
                </c:pt>
                <c:pt idx="355">
                  <c:v>3.024569453093676</c:v>
                </c:pt>
                <c:pt idx="356">
                  <c:v>3.0259495150269147</c:v>
                </c:pt>
                <c:pt idx="357">
                  <c:v>3.0222128336589238</c:v>
                </c:pt>
                <c:pt idx="358">
                  <c:v>3.0188223727425507</c:v>
                </c:pt>
                <c:pt idx="359">
                  <c:v>3.0174506282896703</c:v>
                </c:pt>
                <c:pt idx="360">
                  <c:v>3.0144506197589211</c:v>
                </c:pt>
                <c:pt idx="361">
                  <c:v>3.0156314033935319</c:v>
                </c:pt>
                <c:pt idx="362">
                  <c:v>3.01806479957005</c:v>
                </c:pt>
                <c:pt idx="363">
                  <c:v>3.0168468218694282</c:v>
                </c:pt>
                <c:pt idx="364">
                  <c:v>3.0121377204132296</c:v>
                </c:pt>
                <c:pt idx="365">
                  <c:v>3.0096524999360192</c:v>
                </c:pt>
                <c:pt idx="366">
                  <c:v>3.008382825895942</c:v>
                </c:pt>
                <c:pt idx="367">
                  <c:v>3.0090460489835613</c:v>
                </c:pt>
                <c:pt idx="368">
                  <c:v>3.0111943475256564</c:v>
                </c:pt>
                <c:pt idx="369">
                  <c:v>3.0133047268880682</c:v>
                </c:pt>
                <c:pt idx="370">
                  <c:v>3.0146223010842581</c:v>
                </c:pt>
                <c:pt idx="371">
                  <c:v>3.016153314622557</c:v>
                </c:pt>
                <c:pt idx="372">
                  <c:v>3.0161799305597023</c:v>
                </c:pt>
                <c:pt idx="373">
                  <c:v>3.0157437107052369</c:v>
                </c:pt>
                <c:pt idx="374">
                  <c:v>3.0175067606186499</c:v>
                </c:pt>
                <c:pt idx="375">
                  <c:v>3.0185071189101116</c:v>
                </c:pt>
                <c:pt idx="376">
                  <c:v>3.0180093497009972</c:v>
                </c:pt>
                <c:pt idx="377">
                  <c:v>3.0181554814328244</c:v>
                </c:pt>
                <c:pt idx="378">
                  <c:v>3.0184582803715996</c:v>
                </c:pt>
                <c:pt idx="379">
                  <c:v>3.0154305469063241</c:v>
                </c:pt>
                <c:pt idx="380">
                  <c:v>3.0118344949370006</c:v>
                </c:pt>
                <c:pt idx="381">
                  <c:v>3.0101484776878258</c:v>
                </c:pt>
                <c:pt idx="382">
                  <c:v>3.0119135323272737</c:v>
                </c:pt>
                <c:pt idx="383">
                  <c:v>3.0144020797966271</c:v>
                </c:pt>
                <c:pt idx="384">
                  <c:v>3.0139266184963702</c:v>
                </c:pt>
                <c:pt idx="385">
                  <c:v>3.0132529452411214</c:v>
                </c:pt>
                <c:pt idx="386">
                  <c:v>3.0152159985668341</c:v>
                </c:pt>
                <c:pt idx="387">
                  <c:v>3.0186506061097225</c:v>
                </c:pt>
                <c:pt idx="388">
                  <c:v>3.0200363836448481</c:v>
                </c:pt>
                <c:pt idx="389">
                  <c:v>3.0194521126400109</c:v>
                </c:pt>
                <c:pt idx="390">
                  <c:v>3.0191197120019111</c:v>
                </c:pt>
                <c:pt idx="391">
                  <c:v>3.0195233443948712</c:v>
                </c:pt>
                <c:pt idx="392">
                  <c:v>3.0200017914573078</c:v>
                </c:pt>
                <c:pt idx="393">
                  <c:v>3.019124830451362</c:v>
                </c:pt>
                <c:pt idx="394">
                  <c:v>3.0170934458254779</c:v>
                </c:pt>
                <c:pt idx="395">
                  <c:v>3.0167964051423355</c:v>
                </c:pt>
                <c:pt idx="396">
                  <c:v>3.0174669220204224</c:v>
                </c:pt>
                <c:pt idx="397">
                  <c:v>3.017550182131493</c:v>
                </c:pt>
                <c:pt idx="398">
                  <c:v>3.0186531653344479</c:v>
                </c:pt>
                <c:pt idx="399">
                  <c:v>3.0194982213388157</c:v>
                </c:pt>
                <c:pt idx="400">
                  <c:v>3.0199473226243998</c:v>
                </c:pt>
                <c:pt idx="401">
                  <c:v>3.0204058930414681</c:v>
                </c:pt>
                <c:pt idx="402">
                  <c:v>3.0209994199090624</c:v>
                </c:pt>
                <c:pt idx="403">
                  <c:v>3.0208260750876534</c:v>
                </c:pt>
                <c:pt idx="404">
                  <c:v>3.0191675695042783</c:v>
                </c:pt>
                <c:pt idx="405">
                  <c:v>3.0181327043327673</c:v>
                </c:pt>
                <c:pt idx="406">
                  <c:v>3.0170320244320652</c:v>
                </c:pt>
                <c:pt idx="407">
                  <c:v>3.0187237572831269</c:v>
                </c:pt>
                <c:pt idx="408">
                  <c:v>3.0181010979074072</c:v>
                </c:pt>
                <c:pt idx="409">
                  <c:v>3.0153113723416052</c:v>
                </c:pt>
                <c:pt idx="410">
                  <c:v>3.0152618939969118</c:v>
                </c:pt>
                <c:pt idx="411">
                  <c:v>3.0179483121912933</c:v>
                </c:pt>
                <c:pt idx="412">
                  <c:v>3.017071905684038</c:v>
                </c:pt>
                <c:pt idx="413">
                  <c:v>3.0148111718690016</c:v>
                </c:pt>
                <c:pt idx="414">
                  <c:v>3.0159153493768289</c:v>
                </c:pt>
                <c:pt idx="415">
                  <c:v>3.0187890175136278</c:v>
                </c:pt>
                <c:pt idx="416">
                  <c:v>3.0192541566074915</c:v>
                </c:pt>
                <c:pt idx="417">
                  <c:v>3.0167142540286465</c:v>
                </c:pt>
                <c:pt idx="418">
                  <c:v>3.0123096150072937</c:v>
                </c:pt>
                <c:pt idx="419">
                  <c:v>3.0109102309273776</c:v>
                </c:pt>
                <c:pt idx="420">
                  <c:v>3.0130112691195414</c:v>
                </c:pt>
                <c:pt idx="421">
                  <c:v>3.0144209327521048</c:v>
                </c:pt>
                <c:pt idx="422">
                  <c:v>3.0140493333219589</c:v>
                </c:pt>
                <c:pt idx="423">
                  <c:v>3.0150253789785282</c:v>
                </c:pt>
                <c:pt idx="424">
                  <c:v>3.0178642843128056</c:v>
                </c:pt>
                <c:pt idx="425">
                  <c:v>3.0177580338329508</c:v>
                </c:pt>
                <c:pt idx="426">
                  <c:v>3.0189225237368094</c:v>
                </c:pt>
                <c:pt idx="427">
                  <c:v>3.0210163107922505</c:v>
                </c:pt>
                <c:pt idx="428">
                  <c:v>3.0214456207399571</c:v>
                </c:pt>
                <c:pt idx="429">
                  <c:v>3.0190117553722393</c:v>
                </c:pt>
                <c:pt idx="430">
                  <c:v>3.0156479957005025</c:v>
                </c:pt>
                <c:pt idx="431">
                  <c:v>3.0148866689984049</c:v>
                </c:pt>
                <c:pt idx="432">
                  <c:v>3.0161161205565459</c:v>
                </c:pt>
                <c:pt idx="433">
                  <c:v>3.0152274724243537</c:v>
                </c:pt>
                <c:pt idx="434">
                  <c:v>3.0141631335147538</c:v>
                </c:pt>
                <c:pt idx="435">
                  <c:v>3.0156452232070499</c:v>
                </c:pt>
                <c:pt idx="436">
                  <c:v>3.0165021796063911</c:v>
                </c:pt>
                <c:pt idx="437">
                  <c:v>3.0144315535347159</c:v>
                </c:pt>
                <c:pt idx="438">
                  <c:v>3.0141164276635131</c:v>
                </c:pt>
                <c:pt idx="439">
                  <c:v>3.0163489673528234</c:v>
                </c:pt>
                <c:pt idx="440">
                  <c:v>3.0174822347150303</c:v>
                </c:pt>
                <c:pt idx="441">
                  <c:v>3.0170318111633381</c:v>
                </c:pt>
                <c:pt idx="442">
                  <c:v>3.0171662984226644</c:v>
                </c:pt>
                <c:pt idx="443">
                  <c:v>3.0178654359639321</c:v>
                </c:pt>
                <c:pt idx="444">
                  <c:v>3.0198773704819022</c:v>
                </c:pt>
                <c:pt idx="445">
                  <c:v>3.0210825947126416</c:v>
                </c:pt>
                <c:pt idx="446">
                  <c:v>3.0205792805166221</c:v>
                </c:pt>
                <c:pt idx="447">
                  <c:v>3.019517287563021</c:v>
                </c:pt>
                <c:pt idx="448">
                  <c:v>3.0179787669655274</c:v>
                </c:pt>
                <c:pt idx="449">
                  <c:v>3.0151130324253774</c:v>
                </c:pt>
                <c:pt idx="450">
                  <c:v>3.0127385837250369</c:v>
                </c:pt>
                <c:pt idx="451">
                  <c:v>3.0129688712965885</c:v>
                </c:pt>
                <c:pt idx="452">
                  <c:v>3.0159908038524863</c:v>
                </c:pt>
                <c:pt idx="453">
                  <c:v>3.0182562722332649</c:v>
                </c:pt>
                <c:pt idx="454">
                  <c:v>3.0169920152188565</c:v>
                </c:pt>
                <c:pt idx="455">
                  <c:v>3.0163782278221851</c:v>
                </c:pt>
                <c:pt idx="456">
                  <c:v>3.0166309939175759</c:v>
                </c:pt>
                <c:pt idx="457">
                  <c:v>3.0184584509865813</c:v>
                </c:pt>
                <c:pt idx="458">
                  <c:v>3.0193253883623523</c:v>
                </c:pt>
                <c:pt idx="459">
                  <c:v>3.018598611194049</c:v>
                </c:pt>
                <c:pt idx="460">
                  <c:v>3.0174833863661568</c:v>
                </c:pt>
                <c:pt idx="461">
                  <c:v>3.0182964520614557</c:v>
                </c:pt>
                <c:pt idx="462">
                  <c:v>3.0202508466768467</c:v>
                </c:pt>
                <c:pt idx="463">
                  <c:v>3.0220098871381897</c:v>
                </c:pt>
                <c:pt idx="464">
                  <c:v>3.0207188862253993</c:v>
                </c:pt>
                <c:pt idx="465">
                  <c:v>3.0188040742857631</c:v>
                </c:pt>
                <c:pt idx="466">
                  <c:v>3.0183840628545591</c:v>
                </c:pt>
                <c:pt idx="467">
                  <c:v>3.0183874751541935</c:v>
                </c:pt>
                <c:pt idx="468">
                  <c:v>3.0171274835143276</c:v>
                </c:pt>
                <c:pt idx="469">
                  <c:v>3.0173019799868626</c:v>
                </c:pt>
                <c:pt idx="470">
                  <c:v>3.0227248065652645</c:v>
                </c:pt>
                <c:pt idx="471">
                  <c:v>3.0247122151796151</c:v>
                </c:pt>
                <c:pt idx="472">
                  <c:v>3.0205561195328561</c:v>
                </c:pt>
                <c:pt idx="473">
                  <c:v>3.0189508458237717</c:v>
                </c:pt>
                <c:pt idx="474">
                  <c:v>3.0187437192359861</c:v>
                </c:pt>
                <c:pt idx="475">
                  <c:v>3.0134861759211078</c:v>
                </c:pt>
                <c:pt idx="476">
                  <c:v>3.0096851727050153</c:v>
                </c:pt>
                <c:pt idx="477">
                  <c:v>3.011450611228172</c:v>
                </c:pt>
                <c:pt idx="478">
                  <c:v>3.0149168678501659</c:v>
                </c:pt>
                <c:pt idx="479">
                  <c:v>3.018358683876031</c:v>
                </c:pt>
                <c:pt idx="480">
                  <c:v>3.0199330762734276</c:v>
                </c:pt>
                <c:pt idx="481">
                  <c:v>3.0186212176791245</c:v>
                </c:pt>
                <c:pt idx="482">
                  <c:v>3.0163956732040642</c:v>
                </c:pt>
                <c:pt idx="483">
                  <c:v>3.0139019646315144</c:v>
                </c:pt>
                <c:pt idx="484">
                  <c:v>3.0131904148503281</c:v>
                </c:pt>
                <c:pt idx="485">
                  <c:v>3.0156066642211852</c:v>
                </c:pt>
                <c:pt idx="486">
                  <c:v>3.0183850865444493</c:v>
                </c:pt>
                <c:pt idx="487">
                  <c:v>3.0189031589363862</c:v>
                </c:pt>
                <c:pt idx="488">
                  <c:v>3.0174698224751118</c:v>
                </c:pt>
                <c:pt idx="489">
                  <c:v>3.0162929203313342</c:v>
                </c:pt>
                <c:pt idx="490">
                  <c:v>3.0143279475870774</c:v>
                </c:pt>
                <c:pt idx="491">
                  <c:v>3.0145960263770761</c:v>
                </c:pt>
                <c:pt idx="492">
                  <c:v>3.0147584944934014</c:v>
                </c:pt>
                <c:pt idx="493">
                  <c:v>3.0139643244073264</c:v>
                </c:pt>
                <c:pt idx="494">
                  <c:v>3.0160292775308601</c:v>
                </c:pt>
                <c:pt idx="495">
                  <c:v>3.01771132798171</c:v>
                </c:pt>
                <c:pt idx="496">
                  <c:v>3.0192621328578864</c:v>
                </c:pt>
                <c:pt idx="497">
                  <c:v>3.0179330421504313</c:v>
                </c:pt>
                <c:pt idx="498">
                  <c:v>3.0153260452300317</c:v>
                </c:pt>
                <c:pt idx="499">
                  <c:v>3.0147091441099443</c:v>
                </c:pt>
                <c:pt idx="500">
                  <c:v>3.0153861870110816</c:v>
                </c:pt>
                <c:pt idx="501">
                  <c:v>3.0141321242418297</c:v>
                </c:pt>
                <c:pt idx="502">
                  <c:v>3.0115528096022111</c:v>
                </c:pt>
                <c:pt idx="503">
                  <c:v>3.0124325857553553</c:v>
                </c:pt>
                <c:pt idx="504">
                  <c:v>3.0121400663692279</c:v>
                </c:pt>
                <c:pt idx="505">
                  <c:v>3.0103199030906902</c:v>
                </c:pt>
                <c:pt idx="506">
                  <c:v>3.0094322786483882</c:v>
                </c:pt>
                <c:pt idx="507">
                  <c:v>3.0104911578785734</c:v>
                </c:pt>
                <c:pt idx="508">
                  <c:v>3.0134486832788787</c:v>
                </c:pt>
                <c:pt idx="509">
                  <c:v>3.015623384489392</c:v>
                </c:pt>
                <c:pt idx="510">
                  <c:v>3.0198999343132322</c:v>
                </c:pt>
                <c:pt idx="511">
                  <c:v>3.0213220101857146</c:v>
                </c:pt>
                <c:pt idx="512">
                  <c:v>3.0188112401149945</c:v>
                </c:pt>
                <c:pt idx="513">
                  <c:v>3.0184257782175852</c:v>
                </c:pt>
                <c:pt idx="514">
                  <c:v>3.0190507408955582</c:v>
                </c:pt>
                <c:pt idx="515">
                  <c:v>3.0199031759978845</c:v>
                </c:pt>
                <c:pt idx="516">
                  <c:v>3.0202096431587657</c:v>
                </c:pt>
                <c:pt idx="517">
                  <c:v>3.0197941956783225</c:v>
                </c:pt>
                <c:pt idx="518">
                  <c:v>3.0198748965646676</c:v>
                </c:pt>
                <c:pt idx="519">
                  <c:v>3.0201953968077935</c:v>
                </c:pt>
                <c:pt idx="520">
                  <c:v>3.0210324339080215</c:v>
                </c:pt>
                <c:pt idx="521">
                  <c:v>3.0210363580526005</c:v>
                </c:pt>
                <c:pt idx="522">
                  <c:v>3.0215686767955092</c:v>
                </c:pt>
                <c:pt idx="523">
                  <c:v>3.0215057198672617</c:v>
                </c:pt>
                <c:pt idx="524">
                  <c:v>3.0188978272182081</c:v>
                </c:pt>
                <c:pt idx="525">
                  <c:v>3.0159658940651579</c:v>
                </c:pt>
                <c:pt idx="526">
                  <c:v>3.013196130452215</c:v>
                </c:pt>
                <c:pt idx="527">
                  <c:v>3.0133676838163157</c:v>
                </c:pt>
                <c:pt idx="528">
                  <c:v>3.0145615194970272</c:v>
                </c:pt>
                <c:pt idx="529">
                  <c:v>3.0136410943244925</c:v>
                </c:pt>
                <c:pt idx="530">
                  <c:v>3.0130712829393551</c:v>
                </c:pt>
                <c:pt idx="531">
                  <c:v>3.0152863345930405</c:v>
                </c:pt>
                <c:pt idx="532">
                  <c:v>3.0170073705672094</c:v>
                </c:pt>
                <c:pt idx="533">
                  <c:v>3.0164428909002501</c:v>
                </c:pt>
                <c:pt idx="534">
                  <c:v>3.0161857314690801</c:v>
                </c:pt>
                <c:pt idx="535">
                  <c:v>3.0177074464908764</c:v>
                </c:pt>
                <c:pt idx="536">
                  <c:v>3.0185502418467367</c:v>
                </c:pt>
                <c:pt idx="537">
                  <c:v>3.019036793120804</c:v>
                </c:pt>
                <c:pt idx="538">
                  <c:v>3.0172963070387211</c:v>
                </c:pt>
                <c:pt idx="539">
                  <c:v>3.0157275449357206</c:v>
                </c:pt>
                <c:pt idx="540">
                  <c:v>3.0185748104041017</c:v>
                </c:pt>
                <c:pt idx="541">
                  <c:v>3.0207251136722317</c:v>
                </c:pt>
                <c:pt idx="542">
                  <c:v>3.0184645078184316</c:v>
                </c:pt>
                <c:pt idx="543">
                  <c:v>3.0168387176577975</c:v>
                </c:pt>
                <c:pt idx="544">
                  <c:v>3.0170366310365715</c:v>
                </c:pt>
                <c:pt idx="545">
                  <c:v>3.0190912192999666</c:v>
                </c:pt>
                <c:pt idx="546">
                  <c:v>3.019235218344523</c:v>
                </c:pt>
                <c:pt idx="547">
                  <c:v>3.0162701432312771</c:v>
                </c:pt>
                <c:pt idx="548">
                  <c:v>3.0155907117203964</c:v>
                </c:pt>
                <c:pt idx="549">
                  <c:v>3.0149872891838632</c:v>
                </c:pt>
                <c:pt idx="550">
                  <c:v>3.0138994054067889</c:v>
                </c:pt>
                <c:pt idx="551">
                  <c:v>3.0151314161896554</c:v>
                </c:pt>
                <c:pt idx="552">
                  <c:v>3.0142067682963241</c:v>
                </c:pt>
                <c:pt idx="553">
                  <c:v>3.0112686930039327</c:v>
                </c:pt>
                <c:pt idx="554">
                  <c:v>3.011110191685932</c:v>
                </c:pt>
                <c:pt idx="555">
                  <c:v>3.0123666430649276</c:v>
                </c:pt>
                <c:pt idx="556">
                  <c:v>3.0147451438710835</c:v>
                </c:pt>
                <c:pt idx="557">
                  <c:v>3.0171140902382638</c:v>
                </c:pt>
                <c:pt idx="558">
                  <c:v>3.0176821101660938</c:v>
                </c:pt>
                <c:pt idx="559">
                  <c:v>3.018181670832516</c:v>
                </c:pt>
                <c:pt idx="560">
                  <c:v>3.0164707864497582</c:v>
                </c:pt>
                <c:pt idx="561">
                  <c:v>3.0140579493785351</c:v>
                </c:pt>
                <c:pt idx="562">
                  <c:v>3.0158316200745587</c:v>
                </c:pt>
                <c:pt idx="563">
                  <c:v>3.0189606135314744</c:v>
                </c:pt>
                <c:pt idx="564">
                  <c:v>3.0220510906562703</c:v>
                </c:pt>
                <c:pt idx="565">
                  <c:v>3.0223251409706284</c:v>
                </c:pt>
                <c:pt idx="566">
                  <c:v>3.0216992825640019</c:v>
                </c:pt>
                <c:pt idx="567">
                  <c:v>3.0219892853791492</c:v>
                </c:pt>
                <c:pt idx="568">
                  <c:v>3.0234957730138285</c:v>
                </c:pt>
                <c:pt idx="569">
                  <c:v>3.0212956075172963</c:v>
                </c:pt>
                <c:pt idx="570">
                  <c:v>3.0176138215196677</c:v>
                </c:pt>
                <c:pt idx="571">
                  <c:v>3.0166563302423586</c:v>
                </c:pt>
                <c:pt idx="572">
                  <c:v>3.0180790032672768</c:v>
                </c:pt>
                <c:pt idx="573">
                  <c:v>3.019241445791355</c:v>
                </c:pt>
                <c:pt idx="574">
                  <c:v>3.0188121358436484</c:v>
                </c:pt>
                <c:pt idx="575">
                  <c:v>3.0179692978340427</c:v>
                </c:pt>
                <c:pt idx="576">
                  <c:v>3.0183849159294676</c:v>
                </c:pt>
                <c:pt idx="577">
                  <c:v>3.0162746218745466</c:v>
                </c:pt>
                <c:pt idx="578">
                  <c:v>3.0135007208482976</c:v>
                </c:pt>
                <c:pt idx="579">
                  <c:v>3.0143397626745605</c:v>
                </c:pt>
                <c:pt idx="580">
                  <c:v>3.0147906554174524</c:v>
                </c:pt>
                <c:pt idx="581">
                  <c:v>3.0126926029874683</c:v>
                </c:pt>
                <c:pt idx="582">
                  <c:v>3.0112107265638994</c:v>
                </c:pt>
                <c:pt idx="583">
                  <c:v>3.0117903056567399</c:v>
                </c:pt>
                <c:pt idx="584">
                  <c:v>3.0119313189391161</c:v>
                </c:pt>
                <c:pt idx="585">
                  <c:v>3.0128313129675917</c:v>
                </c:pt>
                <c:pt idx="586">
                  <c:v>3.0165067009034061</c:v>
                </c:pt>
                <c:pt idx="587">
                  <c:v>3.0162779915204352</c:v>
                </c:pt>
                <c:pt idx="588">
                  <c:v>3.0151236532079881</c:v>
                </c:pt>
                <c:pt idx="589">
                  <c:v>3.0161708453119269</c:v>
                </c:pt>
                <c:pt idx="590">
                  <c:v>3.0167146805661007</c:v>
                </c:pt>
                <c:pt idx="591">
                  <c:v>3.0175590541105413</c:v>
                </c:pt>
                <c:pt idx="592">
                  <c:v>3.0184338824292163</c:v>
                </c:pt>
                <c:pt idx="593">
                  <c:v>3.0184225791866783</c:v>
                </c:pt>
                <c:pt idx="594">
                  <c:v>3.0190364092370952</c:v>
                </c:pt>
                <c:pt idx="595">
                  <c:v>3.019233256272233</c:v>
                </c:pt>
                <c:pt idx="596">
                  <c:v>3.0215832643764449</c:v>
                </c:pt>
                <c:pt idx="597">
                  <c:v>3.0225570493845066</c:v>
                </c:pt>
                <c:pt idx="598">
                  <c:v>3.021764158910794</c:v>
                </c:pt>
                <c:pt idx="599">
                  <c:v>3.0203429787669656</c:v>
                </c:pt>
                <c:pt idx="600">
                  <c:v>3.0190178975115805</c:v>
                </c:pt>
                <c:pt idx="601">
                  <c:v>3.0173785861136468</c:v>
                </c:pt>
                <c:pt idx="602">
                  <c:v>3.0154742243416393</c:v>
                </c:pt>
                <c:pt idx="603">
                  <c:v>3.0143693217201402</c:v>
                </c:pt>
                <c:pt idx="604">
                  <c:v>3.013627189203484</c:v>
                </c:pt>
                <c:pt idx="605">
                  <c:v>3.0143517057232794</c:v>
                </c:pt>
                <c:pt idx="606">
                  <c:v>3.0157665304590395</c:v>
                </c:pt>
                <c:pt idx="607">
                  <c:v>3.0174787797616509</c:v>
                </c:pt>
                <c:pt idx="608">
                  <c:v>3.0168138078704692</c:v>
                </c:pt>
                <c:pt idx="609">
                  <c:v>3.0168558218097132</c:v>
                </c:pt>
                <c:pt idx="610">
                  <c:v>3.0185449101285582</c:v>
                </c:pt>
                <c:pt idx="611">
                  <c:v>3.0177674603106901</c:v>
                </c:pt>
                <c:pt idx="612">
                  <c:v>3.0144714774404342</c:v>
                </c:pt>
                <c:pt idx="613">
                  <c:v>3.014182498315177</c:v>
                </c:pt>
                <c:pt idx="614">
                  <c:v>3.0146058793922696</c:v>
                </c:pt>
                <c:pt idx="615">
                  <c:v>3.013672103597417</c:v>
                </c:pt>
                <c:pt idx="616">
                  <c:v>3.0123403257040002</c:v>
                </c:pt>
                <c:pt idx="617">
                  <c:v>3.0115957192701091</c:v>
                </c:pt>
                <c:pt idx="618">
                  <c:v>3.011886489852674</c:v>
                </c:pt>
                <c:pt idx="619">
                  <c:v>3.0123724439743054</c:v>
                </c:pt>
                <c:pt idx="620">
                  <c:v>3.0156825878880427</c:v>
                </c:pt>
                <c:pt idx="621">
                  <c:v>3.0184469344753162</c:v>
                </c:pt>
                <c:pt idx="622">
                  <c:v>3.0170138112827689</c:v>
                </c:pt>
                <c:pt idx="623">
                  <c:v>3.01628345119985</c:v>
                </c:pt>
                <c:pt idx="624">
                  <c:v>3.0160898458493639</c:v>
                </c:pt>
                <c:pt idx="625">
                  <c:v>3.017088839220972</c:v>
                </c:pt>
                <c:pt idx="626">
                  <c:v>3.0186303882343908</c:v>
                </c:pt>
                <c:pt idx="627">
                  <c:v>3.0179856342185407</c:v>
                </c:pt>
                <c:pt idx="628">
                  <c:v>3.0145461214949285</c:v>
                </c:pt>
                <c:pt idx="629">
                  <c:v>3.0127335932368222</c:v>
                </c:pt>
                <c:pt idx="630">
                  <c:v>3.0132832720541192</c:v>
                </c:pt>
                <c:pt idx="631">
                  <c:v>3.0157148767733295</c:v>
                </c:pt>
                <c:pt idx="632">
                  <c:v>3.016606425360211</c:v>
                </c:pt>
                <c:pt idx="633">
                  <c:v>3.0150992126118594</c:v>
                </c:pt>
                <c:pt idx="634">
                  <c:v>3.0153019032101209</c:v>
                </c:pt>
                <c:pt idx="635">
                  <c:v>3.0160288509934059</c:v>
                </c:pt>
                <c:pt idx="636">
                  <c:v>3.0175511205138923</c:v>
                </c:pt>
                <c:pt idx="637">
                  <c:v>3.0186016396099742</c:v>
                </c:pt>
                <c:pt idx="638">
                  <c:v>3.0188967182208271</c:v>
                </c:pt>
                <c:pt idx="639">
                  <c:v>3.017709920408111</c:v>
                </c:pt>
                <c:pt idx="640">
                  <c:v>3.0155893894542878</c:v>
                </c:pt>
                <c:pt idx="641">
                  <c:v>3.0131621354171108</c:v>
                </c:pt>
                <c:pt idx="642">
                  <c:v>3.0124891446217892</c:v>
                </c:pt>
                <c:pt idx="643">
                  <c:v>3.0126305417878743</c:v>
                </c:pt>
                <c:pt idx="644">
                  <c:v>3.0136364877199866</c:v>
                </c:pt>
                <c:pt idx="645">
                  <c:v>3.0143811368076232</c:v>
                </c:pt>
                <c:pt idx="646">
                  <c:v>3.0132225331206333</c:v>
                </c:pt>
                <c:pt idx="647">
                  <c:v>3.0129783404280728</c:v>
                </c:pt>
                <c:pt idx="648">
                  <c:v>3.0136464686964164</c:v>
                </c:pt>
                <c:pt idx="649">
                  <c:v>3.0140079591888962</c:v>
                </c:pt>
                <c:pt idx="650">
                  <c:v>3.0152162118355612</c:v>
                </c:pt>
                <c:pt idx="651">
                  <c:v>3.0165043549474078</c:v>
                </c:pt>
                <c:pt idx="652">
                  <c:v>3.0172080137856905</c:v>
                </c:pt>
                <c:pt idx="653">
                  <c:v>3.0165912832805848</c:v>
                </c:pt>
                <c:pt idx="654">
                  <c:v>3.0152798085699906</c:v>
                </c:pt>
                <c:pt idx="655">
                  <c:v>3.0166087713162093</c:v>
                </c:pt>
                <c:pt idx="656">
                  <c:v>3.0209032783668732</c:v>
                </c:pt>
                <c:pt idx="657">
                  <c:v>3.0227809388942442</c:v>
                </c:pt>
                <c:pt idx="658">
                  <c:v>3.0215774634670671</c:v>
                </c:pt>
                <c:pt idx="659">
                  <c:v>3.0206007780043165</c:v>
                </c:pt>
                <c:pt idx="660">
                  <c:v>3.0192129957431564</c:v>
                </c:pt>
                <c:pt idx="661">
                  <c:v>3.0176580961074193</c:v>
                </c:pt>
                <c:pt idx="662">
                  <c:v>3.0163786970133848</c:v>
                </c:pt>
                <c:pt idx="663">
                  <c:v>3.0158144306151522</c:v>
                </c:pt>
                <c:pt idx="664">
                  <c:v>3.0160932581489979</c:v>
                </c:pt>
                <c:pt idx="665">
                  <c:v>3.0180279467340028</c:v>
                </c:pt>
                <c:pt idx="666">
                  <c:v>3.0194708376342527</c:v>
                </c:pt>
                <c:pt idx="667">
                  <c:v>3.0175586702268324</c:v>
                </c:pt>
                <c:pt idx="668">
                  <c:v>3.0148481100125402</c:v>
                </c:pt>
                <c:pt idx="669">
                  <c:v>3.0149764551325253</c:v>
                </c:pt>
                <c:pt idx="670">
                  <c:v>3.0168940822193595</c:v>
                </c:pt>
                <c:pt idx="671">
                  <c:v>3.0183311722102317</c:v>
                </c:pt>
                <c:pt idx="672">
                  <c:v>3.0192277539390733</c:v>
                </c:pt>
                <c:pt idx="673">
                  <c:v>3.0186660041118212</c:v>
                </c:pt>
                <c:pt idx="674">
                  <c:v>3.0169108024875664</c:v>
                </c:pt>
                <c:pt idx="675">
                  <c:v>3.0153869974322447</c:v>
                </c:pt>
                <c:pt idx="676">
                  <c:v>3.0134546121494927</c:v>
                </c:pt>
                <c:pt idx="677">
                  <c:v>3.0126878257679808</c:v>
                </c:pt>
                <c:pt idx="678">
                  <c:v>3.0136115779326582</c:v>
                </c:pt>
                <c:pt idx="679">
                  <c:v>3.0131201641316125</c:v>
                </c:pt>
                <c:pt idx="680">
                  <c:v>3.0121538861827455</c:v>
                </c:pt>
                <c:pt idx="681">
                  <c:v>3.0122723356337922</c:v>
                </c:pt>
                <c:pt idx="682">
                  <c:v>3.0149768390162341</c:v>
                </c:pt>
                <c:pt idx="683">
                  <c:v>3.0160622062223283</c:v>
                </c:pt>
                <c:pt idx="684">
                  <c:v>3.0141603183675558</c:v>
                </c:pt>
                <c:pt idx="685">
                  <c:v>3.0117961492198631</c:v>
                </c:pt>
                <c:pt idx="686">
                  <c:v>3.011257816298849</c:v>
                </c:pt>
                <c:pt idx="687">
                  <c:v>3.013074481970262</c:v>
                </c:pt>
                <c:pt idx="688">
                  <c:v>3.0154944848707164</c:v>
                </c:pt>
                <c:pt idx="689">
                  <c:v>3.0171500046919122</c:v>
                </c:pt>
                <c:pt idx="690">
                  <c:v>3.0177653702771638</c:v>
                </c:pt>
                <c:pt idx="691">
                  <c:v>3.0179773167381829</c:v>
                </c:pt>
                <c:pt idx="692">
                  <c:v>3.01653864855873</c:v>
                </c:pt>
                <c:pt idx="693">
                  <c:v>3.0138938177661379</c:v>
                </c:pt>
                <c:pt idx="694">
                  <c:v>3.0131912252714912</c:v>
                </c:pt>
                <c:pt idx="695">
                  <c:v>3.0124456378014552</c:v>
                </c:pt>
                <c:pt idx="696">
                  <c:v>3.0112579016063399</c:v>
                </c:pt>
                <c:pt idx="697">
                  <c:v>3.0117999880569513</c:v>
                </c:pt>
                <c:pt idx="698">
                  <c:v>3.0140728781894337</c:v>
                </c:pt>
                <c:pt idx="699">
                  <c:v>3.0147605845269272</c:v>
                </c:pt>
                <c:pt idx="700">
                  <c:v>3.0139724286189571</c:v>
                </c:pt>
                <c:pt idx="701">
                  <c:v>3.0131496378697014</c:v>
                </c:pt>
                <c:pt idx="702">
                  <c:v>3.0133641435554455</c:v>
                </c:pt>
                <c:pt idx="703">
                  <c:v>3.0138783771102942</c:v>
                </c:pt>
                <c:pt idx="704">
                  <c:v>3.0138212210914239</c:v>
                </c:pt>
                <c:pt idx="705">
                  <c:v>3.0146468696416231</c:v>
                </c:pt>
                <c:pt idx="706">
                  <c:v>3.0162418637980601</c:v>
                </c:pt>
                <c:pt idx="707">
                  <c:v>3.0178119055134229</c:v>
                </c:pt>
                <c:pt idx="708">
                  <c:v>3.0179387150985728</c:v>
                </c:pt>
                <c:pt idx="709">
                  <c:v>3.0171964546206804</c:v>
                </c:pt>
                <c:pt idx="710">
                  <c:v>3.0156908200609096</c:v>
                </c:pt>
                <c:pt idx="711">
                  <c:v>3.014721726964845</c:v>
                </c:pt>
                <c:pt idx="712">
                  <c:v>3.0151857144075822</c:v>
                </c:pt>
                <c:pt idx="713">
                  <c:v>3.0172384685599241</c:v>
                </c:pt>
                <c:pt idx="714">
                  <c:v>3.0175976557501514</c:v>
                </c:pt>
                <c:pt idx="715">
                  <c:v>3.0159972445680454</c:v>
                </c:pt>
                <c:pt idx="716">
                  <c:v>3.0156825878880427</c:v>
                </c:pt>
                <c:pt idx="717">
                  <c:v>3.0152527234416455</c:v>
                </c:pt>
                <c:pt idx="718">
                  <c:v>3.015068971106353</c:v>
                </c:pt>
                <c:pt idx="719">
                  <c:v>3.0142930568233197</c:v>
                </c:pt>
                <c:pt idx="720">
                  <c:v>3.0143489332298268</c:v>
                </c:pt>
                <c:pt idx="721">
                  <c:v>3.0170702421879665</c:v>
                </c:pt>
                <c:pt idx="722">
                  <c:v>3.0187480272642739</c:v>
                </c:pt>
                <c:pt idx="723">
                  <c:v>3.0174503723671977</c:v>
                </c:pt>
                <c:pt idx="724">
                  <c:v>3.0132766607235784</c:v>
                </c:pt>
                <c:pt idx="725">
                  <c:v>3.0099179341938016</c:v>
                </c:pt>
                <c:pt idx="726">
                  <c:v>3.0111454663333985</c:v>
                </c:pt>
                <c:pt idx="727">
                  <c:v>3.015776682050451</c:v>
                </c:pt>
                <c:pt idx="728">
                  <c:v>3.0172180374158657</c:v>
                </c:pt>
                <c:pt idx="729">
                  <c:v>3.0167286709946</c:v>
                </c:pt>
                <c:pt idx="730">
                  <c:v>3.0164399904455612</c:v>
                </c:pt>
                <c:pt idx="731">
                  <c:v>3.0163467920118068</c:v>
                </c:pt>
                <c:pt idx="732">
                  <c:v>3.0153824761352293</c:v>
                </c:pt>
                <c:pt idx="733">
                  <c:v>3.0143839519548212</c:v>
                </c:pt>
                <c:pt idx="734">
                  <c:v>3.0140658829751841</c:v>
                </c:pt>
                <c:pt idx="735">
                  <c:v>3.0137204729447293</c:v>
                </c:pt>
                <c:pt idx="736">
                  <c:v>3.0133841055083046</c:v>
                </c:pt>
                <c:pt idx="737">
                  <c:v>3.0121879665253406</c:v>
                </c:pt>
                <c:pt idx="738">
                  <c:v>3.0114529998379158</c:v>
                </c:pt>
                <c:pt idx="739">
                  <c:v>3.0117644148332663</c:v>
                </c:pt>
                <c:pt idx="740">
                  <c:v>3.0135120240908355</c:v>
                </c:pt>
                <c:pt idx="741">
                  <c:v>3.0122950700801039</c:v>
                </c:pt>
                <c:pt idx="742">
                  <c:v>3.0119307217866802</c:v>
                </c:pt>
                <c:pt idx="743">
                  <c:v>3.0100278102420175</c:v>
                </c:pt>
                <c:pt idx="744">
                  <c:v>3.0097719304232107</c:v>
                </c:pt>
                <c:pt idx="745">
                  <c:v>3.0105919060252679</c:v>
                </c:pt>
                <c:pt idx="746">
                  <c:v>3.0101794443070045</c:v>
                </c:pt>
                <c:pt idx="747">
                  <c:v>3.0138499270620955</c:v>
                </c:pt>
                <c:pt idx="748">
                  <c:v>3.0201064210948365</c:v>
                </c:pt>
                <c:pt idx="749">
                  <c:v>3.022482618598739</c:v>
                </c:pt>
                <c:pt idx="750">
                  <c:v>3.0229453690828594</c:v>
                </c:pt>
                <c:pt idx="751">
                  <c:v>3.0216795765336153</c:v>
                </c:pt>
                <c:pt idx="752">
                  <c:v>3.0178297347790108</c:v>
                </c:pt>
                <c:pt idx="753">
                  <c:v>3.0157486585397062</c:v>
                </c:pt>
                <c:pt idx="754">
                  <c:v>3.0155365841174513</c:v>
                </c:pt>
                <c:pt idx="755">
                  <c:v>3.0142355595744861</c:v>
                </c:pt>
                <c:pt idx="756">
                  <c:v>3.0114311184665126</c:v>
                </c:pt>
                <c:pt idx="757">
                  <c:v>3.0127326548544229</c:v>
                </c:pt>
                <c:pt idx="758">
                  <c:v>3.0149405833326224</c:v>
                </c:pt>
                <c:pt idx="759">
                  <c:v>3.0172810369978587</c:v>
                </c:pt>
                <c:pt idx="760">
                  <c:v>3.0181677230577617</c:v>
                </c:pt>
                <c:pt idx="761">
                  <c:v>3.0165274732774283</c:v>
                </c:pt>
                <c:pt idx="762">
                  <c:v>3.0151824300691845</c:v>
                </c:pt>
                <c:pt idx="763">
                  <c:v>3.0143737577096643</c:v>
                </c:pt>
                <c:pt idx="764">
                  <c:v>3.014001006628392</c:v>
                </c:pt>
                <c:pt idx="765">
                  <c:v>3.0134727399912986</c:v>
                </c:pt>
                <c:pt idx="766">
                  <c:v>3.0136915110515856</c:v>
                </c:pt>
                <c:pt idx="767">
                  <c:v>3.0154463287921311</c:v>
                </c:pt>
                <c:pt idx="768">
                  <c:v>3.0149709101456197</c:v>
                </c:pt>
                <c:pt idx="769">
                  <c:v>3.0112254421060713</c:v>
                </c:pt>
                <c:pt idx="770">
                  <c:v>3.0100896155191386</c:v>
                </c:pt>
                <c:pt idx="771">
                  <c:v>3.0117164293696628</c:v>
                </c:pt>
                <c:pt idx="772">
                  <c:v>3.0163261475990208</c:v>
                </c:pt>
                <c:pt idx="773">
                  <c:v>3.0208075207083933</c:v>
                </c:pt>
                <c:pt idx="774">
                  <c:v>3.0198958822074164</c:v>
                </c:pt>
                <c:pt idx="775">
                  <c:v>3.0173135391518731</c:v>
                </c:pt>
                <c:pt idx="776">
                  <c:v>3.016333398735743</c:v>
                </c:pt>
                <c:pt idx="777">
                  <c:v>3.0142161094665725</c:v>
                </c:pt>
                <c:pt idx="778">
                  <c:v>3.0121888196002491</c:v>
                </c:pt>
                <c:pt idx="779">
                  <c:v>3.0124329696390642</c:v>
                </c:pt>
                <c:pt idx="780">
                  <c:v>3.012651570084369</c:v>
                </c:pt>
                <c:pt idx="781">
                  <c:v>3.0138143111846651</c:v>
                </c:pt>
                <c:pt idx="782">
                  <c:v>3.0133076699965025</c:v>
                </c:pt>
                <c:pt idx="783">
                  <c:v>3.0131847845559316</c:v>
                </c:pt>
                <c:pt idx="784">
                  <c:v>3.0143490185373176</c:v>
                </c:pt>
                <c:pt idx="785">
                  <c:v>3.0161702055057455</c:v>
                </c:pt>
                <c:pt idx="786">
                  <c:v>3.0166157665304589</c:v>
                </c:pt>
                <c:pt idx="787">
                  <c:v>3.0142217397609685</c:v>
                </c:pt>
                <c:pt idx="788">
                  <c:v>3.0131437089990873</c:v>
                </c:pt>
                <c:pt idx="789">
                  <c:v>3.0137609940028836</c:v>
                </c:pt>
                <c:pt idx="790">
                  <c:v>3.0145308088003206</c:v>
                </c:pt>
                <c:pt idx="791">
                  <c:v>3.0158224495192925</c:v>
                </c:pt>
                <c:pt idx="792">
                  <c:v>3.0157890089828787</c:v>
                </c:pt>
                <c:pt idx="793">
                  <c:v>3.0150822790749254</c:v>
                </c:pt>
                <c:pt idx="794">
                  <c:v>3.0146081826945226</c:v>
                </c:pt>
                <c:pt idx="795">
                  <c:v>3.0156605359016577</c:v>
                </c:pt>
                <c:pt idx="796">
                  <c:v>3.0161252484580672</c:v>
                </c:pt>
                <c:pt idx="797">
                  <c:v>3.0136148622710559</c:v>
                </c:pt>
                <c:pt idx="798">
                  <c:v>3.010353045050886</c:v>
                </c:pt>
                <c:pt idx="799">
                  <c:v>3.0105702379225918</c:v>
                </c:pt>
                <c:pt idx="800">
                  <c:v>3.0121944925483906</c:v>
                </c:pt>
                <c:pt idx="801">
                  <c:v>3.0131703675899781</c:v>
                </c:pt>
                <c:pt idx="802">
                  <c:v>3.0151473260366992</c:v>
                </c:pt>
                <c:pt idx="803">
                  <c:v>3.0166382877080435</c:v>
                </c:pt>
                <c:pt idx="804">
                  <c:v>3.0171180570365883</c:v>
                </c:pt>
                <c:pt idx="805">
                  <c:v>3.0170002900454689</c:v>
                </c:pt>
                <c:pt idx="806">
                  <c:v>3.017532352865905</c:v>
                </c:pt>
                <c:pt idx="807">
                  <c:v>3.0182082014621705</c:v>
                </c:pt>
                <c:pt idx="808">
                  <c:v>3.0175344855531763</c:v>
                </c:pt>
                <c:pt idx="809">
                  <c:v>3.015394461837694</c:v>
                </c:pt>
                <c:pt idx="810">
                  <c:v>3.0158547384045793</c:v>
                </c:pt>
                <c:pt idx="811">
                  <c:v>3.015770198681146</c:v>
                </c:pt>
                <c:pt idx="812">
                  <c:v>3.0137449988483489</c:v>
                </c:pt>
                <c:pt idx="813">
                  <c:v>3.0151259565102411</c:v>
                </c:pt>
                <c:pt idx="814">
                  <c:v>3.0179446439691868</c:v>
                </c:pt>
                <c:pt idx="815">
                  <c:v>3.0201716386715916</c:v>
                </c:pt>
                <c:pt idx="816">
                  <c:v>3.0188816187949463</c:v>
                </c:pt>
                <c:pt idx="817">
                  <c:v>3.0191217593816915</c:v>
                </c:pt>
                <c:pt idx="818">
                  <c:v>3.0164561562150771</c:v>
                </c:pt>
                <c:pt idx="819">
                  <c:v>3.0153061685846634</c:v>
                </c:pt>
                <c:pt idx="820">
                  <c:v>3.0152593774259318</c:v>
                </c:pt>
                <c:pt idx="821">
                  <c:v>3.0160840875937316</c:v>
                </c:pt>
                <c:pt idx="822">
                  <c:v>3.0170678962319681</c:v>
                </c:pt>
                <c:pt idx="823">
                  <c:v>3.019197128549858</c:v>
                </c:pt>
                <c:pt idx="824">
                  <c:v>3.0196651254446651</c:v>
                </c:pt>
                <c:pt idx="825">
                  <c:v>3.0168697269307216</c:v>
                </c:pt>
                <c:pt idx="826">
                  <c:v>3.0146667462869914</c:v>
                </c:pt>
                <c:pt idx="827">
                  <c:v>3.0141174940071487</c:v>
                </c:pt>
                <c:pt idx="828">
                  <c:v>3.0141756737159091</c:v>
                </c:pt>
                <c:pt idx="829">
                  <c:v>3.012710005715602</c:v>
                </c:pt>
                <c:pt idx="830">
                  <c:v>3.013762742806446</c:v>
                </c:pt>
                <c:pt idx="831">
                  <c:v>3.0151081272446532</c:v>
                </c:pt>
                <c:pt idx="832">
                  <c:v>3.0160583247314947</c:v>
                </c:pt>
                <c:pt idx="833">
                  <c:v>3.0185774975900634</c:v>
                </c:pt>
                <c:pt idx="834">
                  <c:v>3.0201197717171544</c:v>
                </c:pt>
                <c:pt idx="835">
                  <c:v>3.019826953754809</c:v>
                </c:pt>
                <c:pt idx="836">
                  <c:v>3.0172800133079685</c:v>
                </c:pt>
                <c:pt idx="837">
                  <c:v>3.0160027469012052</c:v>
                </c:pt>
                <c:pt idx="838">
                  <c:v>3.0155213993840797</c:v>
                </c:pt>
                <c:pt idx="839">
                  <c:v>3.0136996579169617</c:v>
                </c:pt>
                <c:pt idx="840">
                  <c:v>3.0121608387432501</c:v>
                </c:pt>
                <c:pt idx="841">
                  <c:v>3.0117743531559507</c:v>
                </c:pt>
                <c:pt idx="842">
                  <c:v>3.0120667872345872</c:v>
                </c:pt>
                <c:pt idx="843">
                  <c:v>3.0118350494356911</c:v>
                </c:pt>
                <c:pt idx="844">
                  <c:v>3.0100902979790654</c:v>
                </c:pt>
                <c:pt idx="845">
                  <c:v>3.0097100398385983</c:v>
                </c:pt>
                <c:pt idx="846">
                  <c:v>3.0098423944106534</c:v>
                </c:pt>
                <c:pt idx="847">
                  <c:v>3.0106418962149064</c:v>
                </c:pt>
                <c:pt idx="848">
                  <c:v>3.0118263054178787</c:v>
                </c:pt>
                <c:pt idx="849">
                  <c:v>3.0122089521680899</c:v>
                </c:pt>
                <c:pt idx="850">
                  <c:v>3.0131459696475948</c:v>
                </c:pt>
                <c:pt idx="851">
                  <c:v>3.0141644984346074</c:v>
                </c:pt>
                <c:pt idx="852">
                  <c:v>3.0140000255922472</c:v>
                </c:pt>
                <c:pt idx="853">
                  <c:v>3.0152284961142439</c:v>
                </c:pt>
                <c:pt idx="854">
                  <c:v>3.0178002183871766</c:v>
                </c:pt>
                <c:pt idx="855">
                  <c:v>3.0162698020013137</c:v>
                </c:pt>
                <c:pt idx="856">
                  <c:v>3.0172321984593466</c:v>
                </c:pt>
                <c:pt idx="857">
                  <c:v>3.0187663257210615</c:v>
                </c:pt>
                <c:pt idx="858">
                  <c:v>3.0201396483625227</c:v>
                </c:pt>
                <c:pt idx="859">
                  <c:v>3.0186441653941634</c:v>
                </c:pt>
                <c:pt idx="860">
                  <c:v>3.0175390068501917</c:v>
                </c:pt>
                <c:pt idx="861">
                  <c:v>3.0173462545746141</c:v>
                </c:pt>
                <c:pt idx="862">
                  <c:v>3.0179883640582479</c:v>
                </c:pt>
                <c:pt idx="863">
                  <c:v>3.0186012983800108</c:v>
                </c:pt>
                <c:pt idx="864">
                  <c:v>3.0165027341050816</c:v>
                </c:pt>
                <c:pt idx="865">
                  <c:v>3.0137588613156123</c:v>
                </c:pt>
                <c:pt idx="866">
                  <c:v>3.0100091705552665</c:v>
                </c:pt>
                <c:pt idx="867">
                  <c:v>3.0072467860402821</c:v>
                </c:pt>
                <c:pt idx="868">
                  <c:v>3.0075701867380973</c:v>
                </c:pt>
                <c:pt idx="869">
                  <c:v>3.0087428661610778</c:v>
                </c:pt>
                <c:pt idx="870">
                  <c:v>3.0081455004563953</c:v>
                </c:pt>
                <c:pt idx="871">
                  <c:v>3.0097604139119456</c:v>
                </c:pt>
                <c:pt idx="872">
                  <c:v>3.0136674116854203</c:v>
                </c:pt>
                <c:pt idx="873">
                  <c:v>3.0143101609752354</c:v>
                </c:pt>
                <c:pt idx="874">
                  <c:v>3.0136726154423621</c:v>
                </c:pt>
                <c:pt idx="875">
                  <c:v>3.0141403990684421</c:v>
                </c:pt>
                <c:pt idx="876">
                  <c:v>3.0139799783318972</c:v>
                </c:pt>
                <c:pt idx="877">
                  <c:v>3.012075104714945</c:v>
                </c:pt>
                <c:pt idx="878">
                  <c:v>3.0101018571440759</c:v>
                </c:pt>
                <c:pt idx="879">
                  <c:v>3.0109823584108919</c:v>
                </c:pt>
                <c:pt idx="880">
                  <c:v>3.0127818772766437</c:v>
                </c:pt>
                <c:pt idx="881">
                  <c:v>3.0145818226798493</c:v>
                </c:pt>
                <c:pt idx="882">
                  <c:v>3.014266611501156</c:v>
                </c:pt>
                <c:pt idx="883">
                  <c:v>3.015058265016251</c:v>
                </c:pt>
                <c:pt idx="884">
                  <c:v>3.0167881729694686</c:v>
                </c:pt>
                <c:pt idx="885">
                  <c:v>3.0178561801011745</c:v>
                </c:pt>
                <c:pt idx="886">
                  <c:v>3.014331871731657</c:v>
                </c:pt>
                <c:pt idx="887">
                  <c:v>3.0099069295274816</c:v>
                </c:pt>
                <c:pt idx="888">
                  <c:v>3.0099017684242853</c:v>
                </c:pt>
                <c:pt idx="889">
                  <c:v>3.0130807947245848</c:v>
                </c:pt>
                <c:pt idx="890">
                  <c:v>3.0136078244030609</c:v>
                </c:pt>
                <c:pt idx="891">
                  <c:v>3.0120227259155627</c:v>
                </c:pt>
                <c:pt idx="892">
                  <c:v>3.0116771452701263</c:v>
                </c:pt>
                <c:pt idx="893">
                  <c:v>3.0110902297330728</c:v>
                </c:pt>
                <c:pt idx="894">
                  <c:v>3.0137733635890567</c:v>
                </c:pt>
                <c:pt idx="895">
                  <c:v>3.017854516605103</c:v>
                </c:pt>
                <c:pt idx="896">
                  <c:v>3.0177530006909907</c:v>
                </c:pt>
                <c:pt idx="897">
                  <c:v>3.0157752318231066</c:v>
                </c:pt>
                <c:pt idx="898">
                  <c:v>3.0136544449468108</c:v>
                </c:pt>
                <c:pt idx="899">
                  <c:v>3.0111676036272743</c:v>
                </c:pt>
                <c:pt idx="900">
                  <c:v>3.0121059433728874</c:v>
                </c:pt>
                <c:pt idx="901">
                  <c:v>3.0164777390102624</c:v>
                </c:pt>
                <c:pt idx="902">
                  <c:v>3.0187663683748069</c:v>
                </c:pt>
                <c:pt idx="903">
                  <c:v>3.0186554259829554</c:v>
                </c:pt>
                <c:pt idx="904">
                  <c:v>3.0171952603158085</c:v>
                </c:pt>
                <c:pt idx="905">
                  <c:v>3.0177408017197989</c:v>
                </c:pt>
                <c:pt idx="906">
                  <c:v>3.0167328084079061</c:v>
                </c:pt>
                <c:pt idx="907">
                  <c:v>3.0176785272514781</c:v>
                </c:pt>
                <c:pt idx="908">
                  <c:v>3.0169223616525769</c:v>
                </c:pt>
                <c:pt idx="909">
                  <c:v>3.0144305298448257</c:v>
                </c:pt>
                <c:pt idx="910">
                  <c:v>3.0135234979483547</c:v>
                </c:pt>
                <c:pt idx="911">
                  <c:v>3.011958489374952</c:v>
                </c:pt>
                <c:pt idx="912">
                  <c:v>3.0102518703667367</c:v>
                </c:pt>
                <c:pt idx="913">
                  <c:v>3.0099814882744855</c:v>
                </c:pt>
                <c:pt idx="914">
                  <c:v>3.0121119148972473</c:v>
                </c:pt>
                <c:pt idx="915">
                  <c:v>3.0143245779411889</c:v>
                </c:pt>
                <c:pt idx="916">
                  <c:v>3.01561016182831</c:v>
                </c:pt>
                <c:pt idx="917">
                  <c:v>3.0133971149006595</c:v>
                </c:pt>
                <c:pt idx="918">
                  <c:v>3.0123699274033253</c:v>
                </c:pt>
                <c:pt idx="919">
                  <c:v>3.0139723859652117</c:v>
                </c:pt>
                <c:pt idx="920">
                  <c:v>3.0134937682877934</c:v>
                </c:pt>
                <c:pt idx="921">
                  <c:v>3.0145400220093328</c:v>
                </c:pt>
                <c:pt idx="922">
                  <c:v>3.0137907663171903</c:v>
                </c:pt>
                <c:pt idx="923">
                  <c:v>3.0122608617762725</c:v>
                </c:pt>
                <c:pt idx="924">
                  <c:v>3.0112250582223625</c:v>
                </c:pt>
                <c:pt idx="925">
                  <c:v>3.0068120164131611</c:v>
                </c:pt>
                <c:pt idx="926">
                  <c:v>3.0072483215751173</c:v>
                </c:pt>
                <c:pt idx="927">
                  <c:v>3.007894397857076</c:v>
                </c:pt>
                <c:pt idx="928">
                  <c:v>3.0062805080914154</c:v>
                </c:pt>
                <c:pt idx="929">
                  <c:v>3.0074901256579341</c:v>
                </c:pt>
                <c:pt idx="930">
                  <c:v>3.0097955179444309</c:v>
                </c:pt>
                <c:pt idx="931">
                  <c:v>3.0124719551623826</c:v>
                </c:pt>
                <c:pt idx="932">
                  <c:v>3.0162811052438516</c:v>
                </c:pt>
                <c:pt idx="933">
                  <c:v>3.0177208824206851</c:v>
                </c:pt>
                <c:pt idx="934">
                  <c:v>3.0169338355100961</c:v>
                </c:pt>
                <c:pt idx="935">
                  <c:v>3.0140721957295069</c:v>
                </c:pt>
                <c:pt idx="936">
                  <c:v>3.012339600590328</c:v>
                </c:pt>
                <c:pt idx="937">
                  <c:v>3.0138101311176135</c:v>
                </c:pt>
                <c:pt idx="938">
                  <c:v>3.0134252237188948</c:v>
                </c:pt>
                <c:pt idx="939">
                  <c:v>3.0127816213541712</c:v>
                </c:pt>
                <c:pt idx="940">
                  <c:v>3.0157003318461393</c:v>
                </c:pt>
                <c:pt idx="941">
                  <c:v>3.0168617080265818</c:v>
                </c:pt>
                <c:pt idx="942">
                  <c:v>3.0177711285327966</c:v>
                </c:pt>
                <c:pt idx="943">
                  <c:v>3.0184784555931858</c:v>
                </c:pt>
                <c:pt idx="944">
                  <c:v>3.0162652807042987</c:v>
                </c:pt>
                <c:pt idx="945">
                  <c:v>3.0140322291700432</c:v>
                </c:pt>
                <c:pt idx="946">
                  <c:v>3.0131777040341912</c:v>
                </c:pt>
                <c:pt idx="947">
                  <c:v>3.0149307303174293</c:v>
                </c:pt>
                <c:pt idx="948">
                  <c:v>3.0185051994915675</c:v>
                </c:pt>
                <c:pt idx="949">
                  <c:v>3.0204072579613217</c:v>
                </c:pt>
                <c:pt idx="950">
                  <c:v>3.0193951698898682</c:v>
                </c:pt>
                <c:pt idx="951">
                  <c:v>3.0182721394265632</c:v>
                </c:pt>
                <c:pt idx="952">
                  <c:v>3.0181061737031127</c:v>
                </c:pt>
                <c:pt idx="953">
                  <c:v>3.0183120206785357</c:v>
                </c:pt>
                <c:pt idx="954">
                  <c:v>3.0171070523702688</c:v>
                </c:pt>
                <c:pt idx="955">
                  <c:v>3.0135203415711933</c:v>
                </c:pt>
                <c:pt idx="956">
                  <c:v>3.0115043122936624</c:v>
                </c:pt>
                <c:pt idx="957">
                  <c:v>3.0104917976847547</c:v>
                </c:pt>
                <c:pt idx="958">
                  <c:v>3.0106520904600633</c:v>
                </c:pt>
                <c:pt idx="959">
                  <c:v>3.0119468022487053</c:v>
                </c:pt>
                <c:pt idx="960">
                  <c:v>3.0123061174001688</c:v>
                </c:pt>
                <c:pt idx="961">
                  <c:v>3.0124690547076938</c:v>
                </c:pt>
                <c:pt idx="962">
                  <c:v>3.0153614478387345</c:v>
                </c:pt>
                <c:pt idx="963">
                  <c:v>3.0160358888614009</c:v>
                </c:pt>
                <c:pt idx="964">
                  <c:v>3.0145061549354648</c:v>
                </c:pt>
                <c:pt idx="965">
                  <c:v>3.0116608941931191</c:v>
                </c:pt>
                <c:pt idx="966">
                  <c:v>3.0121056874504148</c:v>
                </c:pt>
                <c:pt idx="967">
                  <c:v>3.0136015543024834</c:v>
                </c:pt>
                <c:pt idx="968">
                  <c:v>3.0141967873198947</c:v>
                </c:pt>
                <c:pt idx="969">
                  <c:v>3.0130821596444384</c:v>
                </c:pt>
                <c:pt idx="970">
                  <c:v>3.0103029695537566</c:v>
                </c:pt>
                <c:pt idx="971">
                  <c:v>3.0095109321549525</c:v>
                </c:pt>
                <c:pt idx="972">
                  <c:v>3.0120086075258268</c:v>
                </c:pt>
                <c:pt idx="973">
                  <c:v>3.0125840492053606</c:v>
                </c:pt>
                <c:pt idx="974">
                  <c:v>3.0143902647091441</c:v>
                </c:pt>
                <c:pt idx="975">
                  <c:v>3.0173607568480589</c:v>
                </c:pt>
                <c:pt idx="976">
                  <c:v>3.0198294276720441</c:v>
                </c:pt>
                <c:pt idx="977">
                  <c:v>3.0203516374772867</c:v>
                </c:pt>
                <c:pt idx="978">
                  <c:v>3.0197602432969637</c:v>
                </c:pt>
                <c:pt idx="979">
                  <c:v>3.0185344173071837</c:v>
                </c:pt>
                <c:pt idx="980">
                  <c:v>3.0164294123166955</c:v>
                </c:pt>
                <c:pt idx="981">
                  <c:v>3.0151266816239133</c:v>
                </c:pt>
                <c:pt idx="982">
                  <c:v>3.0145466333398736</c:v>
                </c:pt>
                <c:pt idx="983">
                  <c:v>3.0138304769541815</c:v>
                </c:pt>
                <c:pt idx="984">
                  <c:v>3.0128343413835168</c:v>
                </c:pt>
                <c:pt idx="985">
                  <c:v>3.0152853962106412</c:v>
                </c:pt>
                <c:pt idx="986">
                  <c:v>3.0168542436211325</c:v>
                </c:pt>
                <c:pt idx="987">
                  <c:v>3.0196213200481132</c:v>
                </c:pt>
                <c:pt idx="988">
                  <c:v>3.0208620748487927</c:v>
                </c:pt>
                <c:pt idx="989">
                  <c:v>3.0197668972812504</c:v>
                </c:pt>
                <c:pt idx="990">
                  <c:v>3.0155009255862759</c:v>
                </c:pt>
                <c:pt idx="991">
                  <c:v>3.0114120522423073</c:v>
                </c:pt>
                <c:pt idx="992">
                  <c:v>3.0093668904566511</c:v>
                </c:pt>
                <c:pt idx="993">
                  <c:v>3.0084610955187974</c:v>
                </c:pt>
                <c:pt idx="994">
                  <c:v>3.0088111974612493</c:v>
                </c:pt>
                <c:pt idx="995">
                  <c:v>3.0106850191515315</c:v>
                </c:pt>
                <c:pt idx="996">
                  <c:v>3.014450705066412</c:v>
                </c:pt>
                <c:pt idx="997">
                  <c:v>3.0160949642988153</c:v>
                </c:pt>
                <c:pt idx="998">
                  <c:v>3.0176379635395785</c:v>
                </c:pt>
                <c:pt idx="999">
                  <c:v>3.0190718544995434</c:v>
                </c:pt>
                <c:pt idx="1000">
                  <c:v>3.0164666063827066</c:v>
                </c:pt>
                <c:pt idx="1001">
                  <c:v>3.0162355936974827</c:v>
                </c:pt>
                <c:pt idx="1002">
                  <c:v>3.0190965936718905</c:v>
                </c:pt>
                <c:pt idx="1003">
                  <c:v>3.0208059425198126</c:v>
                </c:pt>
                <c:pt idx="1004">
                  <c:v>3.0197791389061872</c:v>
                </c:pt>
                <c:pt idx="1005">
                  <c:v>3.0196977982136612</c:v>
                </c:pt>
                <c:pt idx="1006">
                  <c:v>3.0200820658061986</c:v>
                </c:pt>
                <c:pt idx="1007">
                  <c:v>3.0196523719747832</c:v>
                </c:pt>
                <c:pt idx="1008">
                  <c:v>3.0194450747720158</c:v>
                </c:pt>
                <c:pt idx="1009">
                  <c:v>3.0199797821246683</c:v>
                </c:pt>
                <c:pt idx="1010">
                  <c:v>3.0191558823780316</c:v>
                </c:pt>
                <c:pt idx="1011">
                  <c:v>3.0186443360091451</c:v>
                </c:pt>
                <c:pt idx="1012">
                  <c:v>3.017010143060662</c:v>
                </c:pt>
                <c:pt idx="1013">
                  <c:v>3.0166652875288977</c:v>
                </c:pt>
                <c:pt idx="1014">
                  <c:v>3.017083507502794</c:v>
                </c:pt>
                <c:pt idx="1015">
                  <c:v>3.0156768722861553</c:v>
                </c:pt>
                <c:pt idx="1016">
                  <c:v>3.0157698147974372</c:v>
                </c:pt>
                <c:pt idx="1017">
                  <c:v>3.0141689344241316</c:v>
                </c:pt>
                <c:pt idx="1018">
                  <c:v>3.0127840952714058</c:v>
                </c:pt>
                <c:pt idx="1019">
                  <c:v>3.0131312541054229</c:v>
                </c:pt>
                <c:pt idx="1020">
                  <c:v>3.0129010091876167</c:v>
                </c:pt>
                <c:pt idx="1021">
                  <c:v>3.0145423253115857</c:v>
                </c:pt>
                <c:pt idx="1022">
                  <c:v>3.0181652491405271</c:v>
                </c:pt>
                <c:pt idx="1023">
                  <c:v>3.0192361993806678</c:v>
                </c:pt>
                <c:pt idx="1024">
                  <c:v>3.018025856700477</c:v>
                </c:pt>
                <c:pt idx="1025">
                  <c:v>3.0172170137259751</c:v>
                </c:pt>
                <c:pt idx="1026">
                  <c:v>3.0169631386332032</c:v>
                </c:pt>
                <c:pt idx="1027">
                  <c:v>3.0174308796055382</c:v>
                </c:pt>
                <c:pt idx="1028">
                  <c:v>3.0162389633433713</c:v>
                </c:pt>
                <c:pt idx="1029">
                  <c:v>3.0142542419149825</c:v>
                </c:pt>
                <c:pt idx="1030">
                  <c:v>3.0146354384378493</c:v>
                </c:pt>
                <c:pt idx="1031">
                  <c:v>3.0149913412896785</c:v>
                </c:pt>
                <c:pt idx="1032">
                  <c:v>3.0135192752275577</c:v>
                </c:pt>
                <c:pt idx="1033">
                  <c:v>3.0141612567499552</c:v>
                </c:pt>
                <c:pt idx="1034">
                  <c:v>3.015464755210155</c:v>
                </c:pt>
                <c:pt idx="1035">
                  <c:v>3.01472624826186</c:v>
                </c:pt>
                <c:pt idx="1036">
                  <c:v>3.0138461308787523</c:v>
                </c:pt>
                <c:pt idx="1037">
                  <c:v>3.0134611381725431</c:v>
                </c:pt>
                <c:pt idx="1038">
                  <c:v>3.01374862441671</c:v>
                </c:pt>
                <c:pt idx="1039">
                  <c:v>3.0160632299122185</c:v>
                </c:pt>
                <c:pt idx="1040">
                  <c:v>3.016776101959513</c:v>
                </c:pt>
                <c:pt idx="1041">
                  <c:v>3.0135853458792217</c:v>
                </c:pt>
                <c:pt idx="1042">
                  <c:v>3.0134297876696552</c:v>
                </c:pt>
                <c:pt idx="1043">
                  <c:v>3.0138145244533923</c:v>
                </c:pt>
                <c:pt idx="1044">
                  <c:v>3.0126872286155448</c:v>
                </c:pt>
                <c:pt idx="1045">
                  <c:v>3.0134015508901837</c:v>
                </c:pt>
                <c:pt idx="1046">
                  <c:v>3.0153466043353268</c:v>
                </c:pt>
                <c:pt idx="1047">
                  <c:v>3.0173700553645615</c:v>
                </c:pt>
                <c:pt idx="1048">
                  <c:v>3.0193112699726163</c:v>
                </c:pt>
                <c:pt idx="1049">
                  <c:v>3.0176187267003916</c:v>
                </c:pt>
                <c:pt idx="1050">
                  <c:v>3.0128990471153272</c:v>
                </c:pt>
                <c:pt idx="1051">
                  <c:v>3.0079958711174428</c:v>
                </c:pt>
                <c:pt idx="1052">
                  <c:v>3.0081573155438779</c:v>
                </c:pt>
                <c:pt idx="1053">
                  <c:v>3.012489528505498</c:v>
                </c:pt>
                <c:pt idx="1054">
                  <c:v>3.0132693242793649</c:v>
                </c:pt>
                <c:pt idx="1055">
                  <c:v>3.0132929118005851</c:v>
                </c:pt>
                <c:pt idx="1056">
                  <c:v>3.0144250701654114</c:v>
                </c:pt>
                <c:pt idx="1057">
                  <c:v>3.0147415609564674</c:v>
                </c:pt>
                <c:pt idx="1058">
                  <c:v>3.0128634738916422</c:v>
                </c:pt>
                <c:pt idx="1059">
                  <c:v>3.0121580235960521</c:v>
                </c:pt>
                <c:pt idx="1060">
                  <c:v>3.0111088267660784</c:v>
                </c:pt>
                <c:pt idx="1061">
                  <c:v>3.0112584561050304</c:v>
                </c:pt>
                <c:pt idx="1062">
                  <c:v>3.0132815659043022</c:v>
                </c:pt>
                <c:pt idx="1063">
                  <c:v>3.0145526475179785</c:v>
                </c:pt>
                <c:pt idx="1064">
                  <c:v>3.0140747549542324</c:v>
                </c:pt>
                <c:pt idx="1065">
                  <c:v>3.0125059501974869</c:v>
                </c:pt>
                <c:pt idx="1066">
                  <c:v>3.0119697499637441</c:v>
                </c:pt>
                <c:pt idx="1067">
                  <c:v>3.0146567226568166</c:v>
                </c:pt>
                <c:pt idx="1068">
                  <c:v>3.0182754664187064</c:v>
                </c:pt>
                <c:pt idx="1069">
                  <c:v>3.0171343081135955</c:v>
                </c:pt>
                <c:pt idx="1070">
                  <c:v>3.0139573718468218</c:v>
                </c:pt>
                <c:pt idx="1071">
                  <c:v>3.0144436671984165</c:v>
                </c:pt>
                <c:pt idx="1072">
                  <c:v>3.0168522388950976</c:v>
                </c:pt>
                <c:pt idx="1073">
                  <c:v>3.0166824343345588</c:v>
                </c:pt>
                <c:pt idx="1074">
                  <c:v>3.014097276131817</c:v>
                </c:pt>
                <c:pt idx="1075">
                  <c:v>3.0119593424498605</c:v>
                </c:pt>
                <c:pt idx="1076">
                  <c:v>3.0137553210547416</c:v>
                </c:pt>
                <c:pt idx="1077">
                  <c:v>3.0166914769285893</c:v>
                </c:pt>
                <c:pt idx="1078">
                  <c:v>3.0178045264154645</c:v>
                </c:pt>
                <c:pt idx="1079">
                  <c:v>3.0171974356568252</c:v>
                </c:pt>
                <c:pt idx="1080">
                  <c:v>3.0172412410533771</c:v>
                </c:pt>
                <c:pt idx="1081">
                  <c:v>3.0156935925543622</c:v>
                </c:pt>
                <c:pt idx="1082">
                  <c:v>3.0136363171050049</c:v>
                </c:pt>
                <c:pt idx="1083">
                  <c:v>3.012727237828754</c:v>
                </c:pt>
                <c:pt idx="1084">
                  <c:v>3.0116875954377553</c:v>
                </c:pt>
                <c:pt idx="1085">
                  <c:v>3.010244363307542</c:v>
                </c:pt>
                <c:pt idx="1086">
                  <c:v>3.0104824991682522</c:v>
                </c:pt>
                <c:pt idx="1087">
                  <c:v>3.0135774975900635</c:v>
                </c:pt>
                <c:pt idx="1088">
                  <c:v>3.0188383678970849</c:v>
                </c:pt>
                <c:pt idx="1089">
                  <c:v>3.0183627786355922</c:v>
                </c:pt>
                <c:pt idx="1090">
                  <c:v>3.0157403410593484</c:v>
                </c:pt>
                <c:pt idx="1091">
                  <c:v>3.0152908558900555</c:v>
                </c:pt>
                <c:pt idx="1092">
                  <c:v>3.0172063076358735</c:v>
                </c:pt>
                <c:pt idx="1093">
                  <c:v>3.0180548612473661</c:v>
                </c:pt>
                <c:pt idx="1094">
                  <c:v>3.0172641461146705</c:v>
                </c:pt>
                <c:pt idx="1095">
                  <c:v>3.0168071965399283</c:v>
                </c:pt>
                <c:pt idx="1096">
                  <c:v>3.0179454117366045</c:v>
                </c:pt>
                <c:pt idx="1097">
                  <c:v>3.0173193827149962</c:v>
                </c:pt>
                <c:pt idx="1098">
                  <c:v>3.0153643909471692</c:v>
                </c:pt>
                <c:pt idx="1099">
                  <c:v>3.0146771964546208</c:v>
                </c:pt>
                <c:pt idx="1100">
                  <c:v>3.0151080419371623</c:v>
                </c:pt>
                <c:pt idx="1101">
                  <c:v>3.016179290753521</c:v>
                </c:pt>
                <c:pt idx="1102">
                  <c:v>3.013978954642007</c:v>
                </c:pt>
                <c:pt idx="1103">
                  <c:v>3.013667582300402</c:v>
                </c:pt>
                <c:pt idx="1104">
                  <c:v>3.0155205889629166</c:v>
                </c:pt>
                <c:pt idx="1105">
                  <c:v>3.0133038311594142</c:v>
                </c:pt>
                <c:pt idx="1106">
                  <c:v>3.0122764730470983</c:v>
                </c:pt>
                <c:pt idx="1107">
                  <c:v>3.0117226141627498</c:v>
                </c:pt>
                <c:pt idx="1108">
                  <c:v>3.0106647586224544</c:v>
                </c:pt>
                <c:pt idx="1109">
                  <c:v>3.0100765208192932</c:v>
                </c:pt>
                <c:pt idx="1110">
                  <c:v>3.0099355501906624</c:v>
                </c:pt>
                <c:pt idx="1111">
                  <c:v>3.0099516306526874</c:v>
                </c:pt>
                <c:pt idx="1112">
                  <c:v>3.0112683091202239</c:v>
                </c:pt>
                <c:pt idx="1113">
                  <c:v>3.0132952577565835</c:v>
                </c:pt>
                <c:pt idx="1114">
                  <c:v>3.0158407479760796</c:v>
                </c:pt>
                <c:pt idx="1115">
                  <c:v>3.0190228026923043</c:v>
                </c:pt>
                <c:pt idx="1116">
                  <c:v>3.0217601921124695</c:v>
                </c:pt>
                <c:pt idx="1117">
                  <c:v>3.021781092447728</c:v>
                </c:pt>
                <c:pt idx="1118">
                  <c:v>3.0190850771606255</c:v>
                </c:pt>
                <c:pt idx="1119">
                  <c:v>3.0177127355553091</c:v>
                </c:pt>
                <c:pt idx="1120">
                  <c:v>3.0183777927539817</c:v>
                </c:pt>
                <c:pt idx="1121">
                  <c:v>3.0176993849329912</c:v>
                </c:pt>
                <c:pt idx="1122">
                  <c:v>3.0138342731375243</c:v>
                </c:pt>
                <c:pt idx="1123">
                  <c:v>3.0140790629825207</c:v>
                </c:pt>
                <c:pt idx="1124">
                  <c:v>3.0172253738600787</c:v>
                </c:pt>
                <c:pt idx="1125">
                  <c:v>3.0203523199372135</c:v>
                </c:pt>
                <c:pt idx="1126">
                  <c:v>3.0224091688491166</c:v>
                </c:pt>
                <c:pt idx="1127">
                  <c:v>3.0226580961074192</c:v>
                </c:pt>
                <c:pt idx="1128">
                  <c:v>3.0204317838649413</c:v>
                </c:pt>
                <c:pt idx="1129">
                  <c:v>3.019929408051321</c:v>
                </c:pt>
                <c:pt idx="1130">
                  <c:v>3.0211762196838503</c:v>
                </c:pt>
                <c:pt idx="1131">
                  <c:v>3.0214375165283265</c:v>
                </c:pt>
                <c:pt idx="1132">
                  <c:v>3.019825844757428</c:v>
                </c:pt>
                <c:pt idx="1133">
                  <c:v>3.0166502734105083</c:v>
                </c:pt>
                <c:pt idx="1134">
                  <c:v>3.0155595744862356</c:v>
                </c:pt>
                <c:pt idx="1135">
                  <c:v>3.0148534417307182</c:v>
                </c:pt>
                <c:pt idx="1136">
                  <c:v>3.016227020294652</c:v>
                </c:pt>
                <c:pt idx="1137">
                  <c:v>3.0167381401260847</c:v>
                </c:pt>
                <c:pt idx="1138">
                  <c:v>3.0163453844382073</c:v>
                </c:pt>
                <c:pt idx="1139">
                  <c:v>3.017870554413383</c:v>
                </c:pt>
                <c:pt idx="1140">
                  <c:v>3.0175982102488419</c:v>
                </c:pt>
                <c:pt idx="1141">
                  <c:v>3.0169262004896651</c:v>
                </c:pt>
                <c:pt idx="1142">
                  <c:v>3.0159812067597658</c:v>
                </c:pt>
                <c:pt idx="1143">
                  <c:v>3.0168638407138531</c:v>
                </c:pt>
                <c:pt idx="1144">
                  <c:v>3.0194420890098361</c:v>
                </c:pt>
                <c:pt idx="1145">
                  <c:v>3.0186052225245898</c:v>
                </c:pt>
                <c:pt idx="1146">
                  <c:v>3.015375523574725</c:v>
                </c:pt>
                <c:pt idx="1147">
                  <c:v>3.0141353232727366</c:v>
                </c:pt>
                <c:pt idx="1148">
                  <c:v>3.0157305306979008</c:v>
                </c:pt>
                <c:pt idx="1149">
                  <c:v>3.0186694590652006</c:v>
                </c:pt>
                <c:pt idx="1150">
                  <c:v>3.0201366199465975</c:v>
                </c:pt>
                <c:pt idx="1151">
                  <c:v>3.0209577898535271</c:v>
                </c:pt>
                <c:pt idx="1152">
                  <c:v>3.0201503117988793</c:v>
                </c:pt>
                <c:pt idx="1153">
                  <c:v>3.0194825247604991</c:v>
                </c:pt>
                <c:pt idx="1154">
                  <c:v>3.0169422382979447</c:v>
                </c:pt>
                <c:pt idx="1155">
                  <c:v>3.0148935789051636</c:v>
                </c:pt>
                <c:pt idx="1156">
                  <c:v>3.0146095902681216</c:v>
                </c:pt>
                <c:pt idx="1157">
                  <c:v>3.0165219709442685</c:v>
                </c:pt>
                <c:pt idx="1158">
                  <c:v>3.0180914581609413</c:v>
                </c:pt>
                <c:pt idx="1159">
                  <c:v>3.016393241940575</c:v>
                </c:pt>
                <c:pt idx="1160">
                  <c:v>3.0141759722921271</c:v>
                </c:pt>
                <c:pt idx="1161">
                  <c:v>3.0148495175861392</c:v>
                </c:pt>
                <c:pt idx="1162">
                  <c:v>3.0168479308668092</c:v>
                </c:pt>
                <c:pt idx="1163">
                  <c:v>3.019030267097754</c:v>
                </c:pt>
                <c:pt idx="1164">
                  <c:v>3.0186059476382621</c:v>
                </c:pt>
                <c:pt idx="1165">
                  <c:v>3.0165879136346962</c:v>
                </c:pt>
                <c:pt idx="1166">
                  <c:v>3.0175333765557952</c:v>
                </c:pt>
                <c:pt idx="1167">
                  <c:v>3.0220606450952459</c:v>
                </c:pt>
                <c:pt idx="1168">
                  <c:v>3.0256206546496847</c:v>
                </c:pt>
                <c:pt idx="1169">
                  <c:v>3.027116094964299</c:v>
                </c:pt>
                <c:pt idx="1170">
                  <c:v>3.0254710253107326</c:v>
                </c:pt>
                <c:pt idx="1171">
                  <c:v>3.0223616525767127</c:v>
                </c:pt>
                <c:pt idx="1172">
                  <c:v>3.0203407181184581</c:v>
                </c:pt>
                <c:pt idx="1173">
                  <c:v>3.0189779736058622</c:v>
                </c:pt>
                <c:pt idx="1174">
                  <c:v>3.0182604523003165</c:v>
                </c:pt>
                <c:pt idx="1175">
                  <c:v>3.0187499893365635</c:v>
                </c:pt>
                <c:pt idx="1176">
                  <c:v>3.0199212185321995</c:v>
                </c:pt>
                <c:pt idx="1177">
                  <c:v>3.0188721070097166</c:v>
                </c:pt>
                <c:pt idx="1178">
                  <c:v>3.0156954266654155</c:v>
                </c:pt>
                <c:pt idx="1179">
                  <c:v>3.0148421384881807</c:v>
                </c:pt>
                <c:pt idx="1180">
                  <c:v>3.0156266688277897</c:v>
                </c:pt>
                <c:pt idx="1181">
                  <c:v>3.0151749656637348</c:v>
                </c:pt>
                <c:pt idx="1182">
                  <c:v>3.0143099903602537</c:v>
                </c:pt>
                <c:pt idx="1183">
                  <c:v>3.0111883760012965</c:v>
                </c:pt>
                <c:pt idx="1184">
                  <c:v>3.0079392695972635</c:v>
                </c:pt>
                <c:pt idx="1185">
                  <c:v>3.0083500251657096</c:v>
                </c:pt>
                <c:pt idx="1186">
                  <c:v>3.0077745408324303</c:v>
                </c:pt>
                <c:pt idx="1187">
                  <c:v>3.0059771973076956</c:v>
                </c:pt>
                <c:pt idx="1188">
                  <c:v>3.0072028100287485</c:v>
                </c:pt>
                <c:pt idx="1189">
                  <c:v>3.0102233776647926</c:v>
                </c:pt>
                <c:pt idx="1190">
                  <c:v>3.0130083686648526</c:v>
                </c:pt>
                <c:pt idx="1191">
                  <c:v>3.01441995171596</c:v>
                </c:pt>
                <c:pt idx="1192">
                  <c:v>3.015957661892291</c:v>
                </c:pt>
                <c:pt idx="1193">
                  <c:v>3.0171209148375318</c:v>
                </c:pt>
                <c:pt idx="1194">
                  <c:v>3.0185124932820351</c:v>
                </c:pt>
                <c:pt idx="1195">
                  <c:v>3.01757696868362</c:v>
                </c:pt>
                <c:pt idx="1196">
                  <c:v>3.0154705134657873</c:v>
                </c:pt>
                <c:pt idx="1197">
                  <c:v>3.0118923760695426</c:v>
                </c:pt>
                <c:pt idx="1198">
                  <c:v>3.0119340914325687</c:v>
                </c:pt>
                <c:pt idx="1199">
                  <c:v>3.0130839511017462</c:v>
                </c:pt>
                <c:pt idx="1200">
                  <c:v>3.0100063980618139</c:v>
                </c:pt>
                <c:pt idx="1201">
                  <c:v>3.0084798205130392</c:v>
                </c:pt>
                <c:pt idx="1202">
                  <c:v>3.0096919546505378</c:v>
                </c:pt>
                <c:pt idx="1203">
                  <c:v>3.0126824087423119</c:v>
                </c:pt>
                <c:pt idx="1204">
                  <c:v>3.0147631010979072</c:v>
                </c:pt>
                <c:pt idx="1205">
                  <c:v>3.0160497939824098</c:v>
                </c:pt>
                <c:pt idx="1206">
                  <c:v>3.0152290506129344</c:v>
                </c:pt>
                <c:pt idx="1207">
                  <c:v>3.0135170145790502</c:v>
                </c:pt>
                <c:pt idx="1208">
                  <c:v>3.0140798307499383</c:v>
                </c:pt>
                <c:pt idx="1209">
                  <c:v>3.0152805763374082</c:v>
                </c:pt>
                <c:pt idx="1210">
                  <c:v>3.0188292399955641</c:v>
                </c:pt>
                <c:pt idx="1211">
                  <c:v>3.0197404519590867</c:v>
                </c:pt>
                <c:pt idx="1212">
                  <c:v>3.0187682024858602</c:v>
                </c:pt>
                <c:pt idx="1213">
                  <c:v>3.018914248910197</c:v>
                </c:pt>
                <c:pt idx="1214">
                  <c:v>3.0184450150567721</c:v>
                </c:pt>
                <c:pt idx="1215">
                  <c:v>3.0163908533308308</c:v>
                </c:pt>
                <c:pt idx="1216">
                  <c:v>3.0171166494629893</c:v>
                </c:pt>
                <c:pt idx="1217">
                  <c:v>3.0193503834571715</c:v>
                </c:pt>
                <c:pt idx="1218">
                  <c:v>3.0211115139520399</c:v>
                </c:pt>
                <c:pt idx="1219">
                  <c:v>3.0217514054409116</c:v>
                </c:pt>
                <c:pt idx="1220">
                  <c:v>3.0213975073151174</c:v>
                </c:pt>
                <c:pt idx="1221">
                  <c:v>3.0198623137097669</c:v>
                </c:pt>
                <c:pt idx="1222">
                  <c:v>3.0195582351586294</c:v>
                </c:pt>
                <c:pt idx="1223">
                  <c:v>3.0216768466939081</c:v>
                </c:pt>
                <c:pt idx="1224">
                  <c:v>3.0237605674654291</c:v>
                </c:pt>
                <c:pt idx="1225">
                  <c:v>3.0259721641657356</c:v>
                </c:pt>
                <c:pt idx="1226">
                  <c:v>3.029713622753214</c:v>
                </c:pt>
                <c:pt idx="1227">
                  <c:v>3.0363191097310254</c:v>
                </c:pt>
                <c:pt idx="1228">
                  <c:v>3.0439222678143367</c:v>
                </c:pt>
                <c:pt idx="1229">
                  <c:v>3.0527545788795716</c:v>
                </c:pt>
                <c:pt idx="1230">
                  <c:v>3.0634018068126561</c:v>
                </c:pt>
                <c:pt idx="1231">
                  <c:v>3.0721552084488537</c:v>
                </c:pt>
                <c:pt idx="1232">
                  <c:v>3.0747959018281397</c:v>
                </c:pt>
                <c:pt idx="1233">
                  <c:v>3.0756801139708076</c:v>
                </c:pt>
                <c:pt idx="1234">
                  <c:v>3.0748249063750288</c:v>
                </c:pt>
                <c:pt idx="1235">
                  <c:v>3.0726197077365365</c:v>
                </c:pt>
                <c:pt idx="1236">
                  <c:v>3.0691758443308905</c:v>
                </c:pt>
                <c:pt idx="1237">
                  <c:v>3.0617720071999521</c:v>
                </c:pt>
                <c:pt idx="1238">
                  <c:v>3.0546287844535627</c:v>
                </c:pt>
                <c:pt idx="1239">
                  <c:v>3.0466904958924443</c:v>
                </c:pt>
                <c:pt idx="1240">
                  <c:v>3.0400365542598298</c:v>
                </c:pt>
                <c:pt idx="1241">
                  <c:v>3.0340677597399828</c:v>
                </c:pt>
                <c:pt idx="1242">
                  <c:v>3.0308825059928513</c:v>
                </c:pt>
                <c:pt idx="1243">
                  <c:v>3.0278909002499508</c:v>
                </c:pt>
                <c:pt idx="1244">
                  <c:v>3.0245312779915206</c:v>
                </c:pt>
                <c:pt idx="1245">
                  <c:v>3.0240962097881816</c:v>
                </c:pt>
                <c:pt idx="1246">
                  <c:v>3.0255174752395009</c:v>
                </c:pt>
                <c:pt idx="1247">
                  <c:v>3.024236028765686</c:v>
                </c:pt>
                <c:pt idx="1248">
                  <c:v>3.0221495355007124</c:v>
                </c:pt>
                <c:pt idx="1249">
                  <c:v>3.0189359170128731</c:v>
                </c:pt>
                <c:pt idx="1250">
                  <c:v>3.0182723526952904</c:v>
                </c:pt>
                <c:pt idx="1251">
                  <c:v>3.0208978613412043</c:v>
                </c:pt>
                <c:pt idx="1252">
                  <c:v>3.021626685889288</c:v>
                </c:pt>
                <c:pt idx="1253">
                  <c:v>3.0182432201871645</c:v>
                </c:pt>
                <c:pt idx="1254">
                  <c:v>3.0168613667966184</c:v>
                </c:pt>
                <c:pt idx="1255">
                  <c:v>3.0169045750407344</c:v>
                </c:pt>
                <c:pt idx="1256">
                  <c:v>3.0192852938416523</c:v>
                </c:pt>
                <c:pt idx="1257">
                  <c:v>3.0214201991076837</c:v>
                </c:pt>
                <c:pt idx="1258">
                  <c:v>3.0199335028108818</c:v>
                </c:pt>
                <c:pt idx="1259">
                  <c:v>3.0173685624834716</c:v>
                </c:pt>
                <c:pt idx="1260">
                  <c:v>3.0173943253457085</c:v>
                </c:pt>
                <c:pt idx="1261">
                  <c:v>3.0170547588783769</c:v>
                </c:pt>
                <c:pt idx="1262">
                  <c:v>3.0177079583358215</c:v>
                </c:pt>
                <c:pt idx="1263">
                  <c:v>3.0212641290531721</c:v>
                </c:pt>
                <c:pt idx="1264">
                  <c:v>3.0202118184997824</c:v>
                </c:pt>
                <c:pt idx="1265">
                  <c:v>3.0181351355962569</c:v>
                </c:pt>
                <c:pt idx="1266">
                  <c:v>3.0174578794263924</c:v>
                </c:pt>
                <c:pt idx="1267">
                  <c:v>3.0190570963036265</c:v>
                </c:pt>
                <c:pt idx="1268">
                  <c:v>3.0182463765643259</c:v>
                </c:pt>
                <c:pt idx="1269">
                  <c:v>3.0165665014544927</c:v>
                </c:pt>
                <c:pt idx="1270">
                  <c:v>3.0159005058734207</c:v>
                </c:pt>
                <c:pt idx="1271">
                  <c:v>3.0153134197213856</c:v>
                </c:pt>
                <c:pt idx="1272">
                  <c:v>3.0143624118133814</c:v>
                </c:pt>
                <c:pt idx="1273">
                  <c:v>3.016896044291649</c:v>
                </c:pt>
                <c:pt idx="1274">
                  <c:v>3.0175777364510377</c:v>
                </c:pt>
                <c:pt idx="1275">
                  <c:v>3.0183471673647664</c:v>
                </c:pt>
                <c:pt idx="1276">
                  <c:v>3.0189321634832753</c:v>
                </c:pt>
                <c:pt idx="1277">
                  <c:v>3.019313445313633</c:v>
                </c:pt>
                <c:pt idx="1278">
                  <c:v>3.0194260938553015</c:v>
                </c:pt>
                <c:pt idx="1279">
                  <c:v>3.0196210214718953</c:v>
                </c:pt>
                <c:pt idx="1280">
                  <c:v>3.0207249857109955</c:v>
                </c:pt>
                <c:pt idx="1281">
                  <c:v>3.0208060704810489</c:v>
                </c:pt>
                <c:pt idx="1282">
                  <c:v>3.0191792992842701</c:v>
                </c:pt>
                <c:pt idx="1283">
                  <c:v>3.0190420821852366</c:v>
                </c:pt>
                <c:pt idx="1284">
                  <c:v>3.0186222840227601</c:v>
                </c:pt>
                <c:pt idx="1285">
                  <c:v>3.018687842829479</c:v>
                </c:pt>
                <c:pt idx="1286">
                  <c:v>3.0180278614265119</c:v>
                </c:pt>
                <c:pt idx="1287">
                  <c:v>3.0159302355339821</c:v>
                </c:pt>
                <c:pt idx="1288">
                  <c:v>3.0125712530817332</c:v>
                </c:pt>
                <c:pt idx="1289">
                  <c:v>3.0119802001313736</c:v>
                </c:pt>
                <c:pt idx="1290">
                  <c:v>3.0156710287230322</c:v>
                </c:pt>
                <c:pt idx="1291">
                  <c:v>3.0173160557228531</c:v>
                </c:pt>
                <c:pt idx="1292">
                  <c:v>3.0170119771717157</c:v>
                </c:pt>
                <c:pt idx="1293">
                  <c:v>3.0171500473456576</c:v>
                </c:pt>
                <c:pt idx="1294">
                  <c:v>3.017939738788463</c:v>
                </c:pt>
                <c:pt idx="1295">
                  <c:v>3.0167229980464585</c:v>
                </c:pt>
                <c:pt idx="1296">
                  <c:v>3.017364083840202</c:v>
                </c:pt>
                <c:pt idx="1297">
                  <c:v>3.0177724081451593</c:v>
                </c:pt>
                <c:pt idx="1298">
                  <c:v>3.0159658514114125</c:v>
                </c:pt>
                <c:pt idx="1299">
                  <c:v>3.0136869044470793</c:v>
                </c:pt>
                <c:pt idx="1300">
                  <c:v>3.0139901725770541</c:v>
                </c:pt>
                <c:pt idx="1301">
                  <c:v>3.0159302355339821</c:v>
                </c:pt>
                <c:pt idx="1302">
                  <c:v>3.0161763476450867</c:v>
                </c:pt>
                <c:pt idx="1303">
                  <c:v>3.0156275645564437</c:v>
                </c:pt>
                <c:pt idx="1304">
                  <c:v>3.016464132465472</c:v>
                </c:pt>
                <c:pt idx="1305">
                  <c:v>3.0169123806761471</c:v>
                </c:pt>
                <c:pt idx="1306">
                  <c:v>3.0166219939772914</c:v>
                </c:pt>
                <c:pt idx="1307">
                  <c:v>3.0156667206947443</c:v>
                </c:pt>
                <c:pt idx="1308">
                  <c:v>3.0156298252049512</c:v>
                </c:pt>
                <c:pt idx="1309">
                  <c:v>3.014262687356577</c:v>
                </c:pt>
                <c:pt idx="1310">
                  <c:v>3.0139151019851051</c:v>
                </c:pt>
                <c:pt idx="1311">
                  <c:v>3.016401175537224</c:v>
                </c:pt>
                <c:pt idx="1312">
                  <c:v>3.0154921815684634</c:v>
                </c:pt>
                <c:pt idx="1313">
                  <c:v>3.0144799228820283</c:v>
                </c:pt>
                <c:pt idx="1314">
                  <c:v>3.0149651945437328</c:v>
                </c:pt>
                <c:pt idx="1315">
                  <c:v>3.0159651689514857</c:v>
                </c:pt>
                <c:pt idx="1316">
                  <c:v>3.0159791167262395</c:v>
                </c:pt>
                <c:pt idx="1317">
                  <c:v>3.0142472893544783</c:v>
                </c:pt>
                <c:pt idx="1318">
                  <c:v>3.0136388763297304</c:v>
                </c:pt>
                <c:pt idx="1319">
                  <c:v>3.0130470556119531</c:v>
                </c:pt>
                <c:pt idx="1320">
                  <c:v>3.0119835271235167</c:v>
                </c:pt>
                <c:pt idx="1321">
                  <c:v>3.0139240166178993</c:v>
                </c:pt>
                <c:pt idx="1322">
                  <c:v>3.0169435179103079</c:v>
                </c:pt>
                <c:pt idx="1323">
                  <c:v>3.0178538341451762</c:v>
                </c:pt>
                <c:pt idx="1324">
                  <c:v>3.0177128635165453</c:v>
                </c:pt>
                <c:pt idx="1325">
                  <c:v>3.0174487515248716</c:v>
                </c:pt>
                <c:pt idx="1326">
                  <c:v>3.0173234348208116</c:v>
                </c:pt>
                <c:pt idx="1327">
                  <c:v>3.0159383397456132</c:v>
                </c:pt>
                <c:pt idx="1328">
                  <c:v>3.0129006253039079</c:v>
                </c:pt>
                <c:pt idx="1329">
                  <c:v>3.0115042269861716</c:v>
                </c:pt>
                <c:pt idx="1330">
                  <c:v>3.0135863269153664</c:v>
                </c:pt>
                <c:pt idx="1331">
                  <c:v>3.0147189971251374</c:v>
                </c:pt>
                <c:pt idx="1332">
                  <c:v>3.0156582752531498</c:v>
                </c:pt>
                <c:pt idx="1333">
                  <c:v>3.0189079788096191</c:v>
                </c:pt>
                <c:pt idx="1334">
                  <c:v>3.0191099869479538</c:v>
                </c:pt>
                <c:pt idx="1335">
                  <c:v>3.0180353684857066</c:v>
                </c:pt>
                <c:pt idx="1336">
                  <c:v>3.0181930167287989</c:v>
                </c:pt>
                <c:pt idx="1337">
                  <c:v>3.0167389078935023</c:v>
                </c:pt>
                <c:pt idx="1338">
                  <c:v>3.0146710116615338</c:v>
                </c:pt>
                <c:pt idx="1339">
                  <c:v>3.0143212936027912</c:v>
                </c:pt>
                <c:pt idx="1340">
                  <c:v>3.0140255325320116</c:v>
                </c:pt>
                <c:pt idx="1341">
                  <c:v>3.0130035061378742</c:v>
                </c:pt>
                <c:pt idx="1342">
                  <c:v>3.0119993090093242</c:v>
                </c:pt>
                <c:pt idx="1343">
                  <c:v>3.0147788829837148</c:v>
                </c:pt>
                <c:pt idx="1344">
                  <c:v>3.0186412649394745</c:v>
                </c:pt>
                <c:pt idx="1345">
                  <c:v>3.0199638296238791</c:v>
                </c:pt>
                <c:pt idx="1346">
                  <c:v>3.0191705126127126</c:v>
                </c:pt>
                <c:pt idx="1347">
                  <c:v>3.0171764926678213</c:v>
                </c:pt>
                <c:pt idx="1348">
                  <c:v>3.0147393003079599</c:v>
                </c:pt>
                <c:pt idx="1349">
                  <c:v>3.0141072144545014</c:v>
                </c:pt>
                <c:pt idx="1350">
                  <c:v>3.0113467920118064</c:v>
                </c:pt>
                <c:pt idx="1351">
                  <c:v>3.0120998012335463</c:v>
                </c:pt>
                <c:pt idx="1352">
                  <c:v>3.0151272361226038</c:v>
                </c:pt>
                <c:pt idx="1353">
                  <c:v>3.0150942221236448</c:v>
                </c:pt>
                <c:pt idx="1354">
                  <c:v>3.0118425564948859</c:v>
                </c:pt>
                <c:pt idx="1355">
                  <c:v>3.0112724038797847</c:v>
                </c:pt>
                <c:pt idx="1356">
                  <c:v>3.0125438693771702</c:v>
                </c:pt>
                <c:pt idx="1357">
                  <c:v>3.012076512288544</c:v>
                </c:pt>
                <c:pt idx="1358">
                  <c:v>3.0129716864437865</c:v>
                </c:pt>
                <c:pt idx="1359">
                  <c:v>3.0141282000972507</c:v>
                </c:pt>
                <c:pt idx="1360">
                  <c:v>3.0151584586642555</c:v>
                </c:pt>
                <c:pt idx="1361">
                  <c:v>3.0165391604036751</c:v>
                </c:pt>
                <c:pt idx="1362">
                  <c:v>3.0164470283135563</c:v>
                </c:pt>
                <c:pt idx="1363">
                  <c:v>3.0185765165539187</c:v>
                </c:pt>
                <c:pt idx="1364">
                  <c:v>3.0210486849850287</c:v>
                </c:pt>
                <c:pt idx="1365">
                  <c:v>3.0201512501812786</c:v>
                </c:pt>
                <c:pt idx="1366">
                  <c:v>3.0185370618394001</c:v>
                </c:pt>
                <c:pt idx="1367">
                  <c:v>3.0174026001723213</c:v>
                </c:pt>
                <c:pt idx="1368">
                  <c:v>3.0167133582999925</c:v>
                </c:pt>
                <c:pt idx="1369">
                  <c:v>3.0178884689864618</c:v>
                </c:pt>
                <c:pt idx="1370">
                  <c:v>3.0197297032152393</c:v>
                </c:pt>
                <c:pt idx="1371">
                  <c:v>3.018752249985071</c:v>
                </c:pt>
                <c:pt idx="1372">
                  <c:v>3.0162056934219392</c:v>
                </c:pt>
                <c:pt idx="1373">
                  <c:v>3.0130409134726119</c:v>
                </c:pt>
                <c:pt idx="1374">
                  <c:v>3.0115160847274001</c:v>
                </c:pt>
                <c:pt idx="1375">
                  <c:v>3.0107311705040818</c:v>
                </c:pt>
                <c:pt idx="1376">
                  <c:v>3.009366080035488</c:v>
                </c:pt>
                <c:pt idx="1377">
                  <c:v>3.0095409177379864</c:v>
                </c:pt>
                <c:pt idx="1378">
                  <c:v>3.0104290966789793</c:v>
                </c:pt>
                <c:pt idx="1379">
                  <c:v>3.0104096465710652</c:v>
                </c:pt>
                <c:pt idx="1380">
                  <c:v>3.0108294020797968</c:v>
                </c:pt>
                <c:pt idx="1381">
                  <c:v>3.0119816930124634</c:v>
                </c:pt>
                <c:pt idx="1382">
                  <c:v>3.0149103418271159</c:v>
                </c:pt>
                <c:pt idx="1383">
                  <c:v>3.0195950879946767</c:v>
                </c:pt>
                <c:pt idx="1384">
                  <c:v>3.0224876090869541</c:v>
                </c:pt>
                <c:pt idx="1385">
                  <c:v>3.0223566620884981</c:v>
                </c:pt>
                <c:pt idx="1386">
                  <c:v>3.0212213900002558</c:v>
                </c:pt>
                <c:pt idx="1387">
                  <c:v>3.0218035283178217</c:v>
                </c:pt>
                <c:pt idx="1388">
                  <c:v>3.0225386656202282</c:v>
                </c:pt>
                <c:pt idx="1389">
                  <c:v>3.0223948798443989</c:v>
                </c:pt>
                <c:pt idx="1390">
                  <c:v>3.0208312788445952</c:v>
                </c:pt>
                <c:pt idx="1391">
                  <c:v>3.0191874888033916</c:v>
                </c:pt>
                <c:pt idx="1392">
                  <c:v>3.0193354119925271</c:v>
                </c:pt>
                <c:pt idx="1393">
                  <c:v>3.0198250343362649</c:v>
                </c:pt>
                <c:pt idx="1394">
                  <c:v>3.0163009818892199</c:v>
                </c:pt>
                <c:pt idx="1395">
                  <c:v>3.0132840398215368</c:v>
                </c:pt>
                <c:pt idx="1396">
                  <c:v>3.0148478540900676</c:v>
                </c:pt>
                <c:pt idx="1397">
                  <c:v>3.0140216083874325</c:v>
                </c:pt>
                <c:pt idx="1398">
                  <c:v>3.0131048087832593</c:v>
                </c:pt>
                <c:pt idx="1399">
                  <c:v>3.0116983441816028</c:v>
                </c:pt>
                <c:pt idx="1400">
                  <c:v>3.0109767281164959</c:v>
                </c:pt>
                <c:pt idx="1401">
                  <c:v>3.012003702345103</c:v>
                </c:pt>
                <c:pt idx="1402">
                  <c:v>3.0134900574119414</c:v>
                </c:pt>
                <c:pt idx="1403">
                  <c:v>3.0159776664988951</c:v>
                </c:pt>
                <c:pt idx="1404">
                  <c:v>3.0166487805294184</c:v>
                </c:pt>
                <c:pt idx="1405">
                  <c:v>3.0169729063409059</c:v>
                </c:pt>
                <c:pt idx="1406">
                  <c:v>3.0173252262781194</c:v>
                </c:pt>
                <c:pt idx="1407">
                  <c:v>3.01818107368008</c:v>
                </c:pt>
                <c:pt idx="1408">
                  <c:v>3.0187665816435341</c:v>
                </c:pt>
                <c:pt idx="1409">
                  <c:v>3.0166012642570146</c:v>
                </c:pt>
                <c:pt idx="1410">
                  <c:v>3.0161065234638254</c:v>
                </c:pt>
                <c:pt idx="1411">
                  <c:v>3.013967395476997</c:v>
                </c:pt>
                <c:pt idx="1412">
                  <c:v>3.0106648439299457</c:v>
                </c:pt>
                <c:pt idx="1413">
                  <c:v>3.0110176330583589</c:v>
                </c:pt>
                <c:pt idx="1414">
                  <c:v>3.0125582010356329</c:v>
                </c:pt>
                <c:pt idx="1415">
                  <c:v>3.0135326685036214</c:v>
                </c:pt>
                <c:pt idx="1416">
                  <c:v>3.0141946546326235</c:v>
                </c:pt>
                <c:pt idx="1417">
                  <c:v>3.0139132678740519</c:v>
                </c:pt>
                <c:pt idx="1418">
                  <c:v>3.0157228530237239</c:v>
                </c:pt>
                <c:pt idx="1419">
                  <c:v>3.0158407479760796</c:v>
                </c:pt>
                <c:pt idx="1420">
                  <c:v>3.0144938706567825</c:v>
                </c:pt>
                <c:pt idx="1421">
                  <c:v>3.0123985480665056</c:v>
                </c:pt>
                <c:pt idx="1422">
                  <c:v>3.0111931532207845</c:v>
                </c:pt>
                <c:pt idx="1423">
                  <c:v>3.0126979347056464</c:v>
                </c:pt>
                <c:pt idx="1424">
                  <c:v>3.0160297893758052</c:v>
                </c:pt>
                <c:pt idx="1425">
                  <c:v>3.0162309017854856</c:v>
                </c:pt>
                <c:pt idx="1426">
                  <c:v>3.0121992697678781</c:v>
                </c:pt>
                <c:pt idx="1427">
                  <c:v>3.0106502990027555</c:v>
                </c:pt>
                <c:pt idx="1428">
                  <c:v>3.0117394197384471</c:v>
                </c:pt>
                <c:pt idx="1429">
                  <c:v>3.0138631070694317</c:v>
                </c:pt>
                <c:pt idx="1430">
                  <c:v>3.0167233819301673</c:v>
                </c:pt>
                <c:pt idx="1431">
                  <c:v>3.0160820828676966</c:v>
                </c:pt>
                <c:pt idx="1432">
                  <c:v>3.0152034583656793</c:v>
                </c:pt>
                <c:pt idx="1433">
                  <c:v>3.0160258225774803</c:v>
                </c:pt>
                <c:pt idx="1434">
                  <c:v>3.0157128293935491</c:v>
                </c:pt>
                <c:pt idx="1435">
                  <c:v>3.0155400390708307</c:v>
                </c:pt>
                <c:pt idx="1436">
                  <c:v>3.0167721778149339</c:v>
                </c:pt>
                <c:pt idx="1437">
                  <c:v>3.0176629159806523</c:v>
                </c:pt>
                <c:pt idx="1438">
                  <c:v>3.0178082372913164</c:v>
                </c:pt>
                <c:pt idx="1439">
                  <c:v>3.0170398300674783</c:v>
                </c:pt>
                <c:pt idx="1440">
                  <c:v>3.0160201496293388</c:v>
                </c:pt>
                <c:pt idx="1441">
                  <c:v>3.0135428200950325</c:v>
                </c:pt>
                <c:pt idx="1442">
                  <c:v>3.0140671199338014</c:v>
                </c:pt>
                <c:pt idx="1443">
                  <c:v>3.0165522977572659</c:v>
                </c:pt>
                <c:pt idx="1444">
                  <c:v>3.01821668955751</c:v>
                </c:pt>
                <c:pt idx="1445">
                  <c:v>3.0181931873437806</c:v>
                </c:pt>
                <c:pt idx="1446">
                  <c:v>3.0183350110473199</c:v>
                </c:pt>
                <c:pt idx="1447">
                  <c:v>3.0191738822586012</c:v>
                </c:pt>
                <c:pt idx="1448">
                  <c:v>3.0184199773082074</c:v>
                </c:pt>
                <c:pt idx="1449">
                  <c:v>3.0195019748684131</c:v>
                </c:pt>
                <c:pt idx="1450">
                  <c:v>3.0183291674841968</c:v>
                </c:pt>
                <c:pt idx="1451">
                  <c:v>3.0171148580056815</c:v>
                </c:pt>
                <c:pt idx="1452">
                  <c:v>3.0185672180374157</c:v>
                </c:pt>
                <c:pt idx="1453">
                  <c:v>3.0198861144997142</c:v>
                </c:pt>
                <c:pt idx="1454">
                  <c:v>3.0209108707335592</c:v>
                </c:pt>
                <c:pt idx="1455">
                  <c:v>3.0192142327017737</c:v>
                </c:pt>
                <c:pt idx="1456">
                  <c:v>3.0166223352072548</c:v>
                </c:pt>
                <c:pt idx="1457">
                  <c:v>3.01546023391314</c:v>
                </c:pt>
                <c:pt idx="1458">
                  <c:v>3.013378219291436</c:v>
                </c:pt>
                <c:pt idx="1459">
                  <c:v>3.0116828182182678</c:v>
                </c:pt>
                <c:pt idx="1460">
                  <c:v>3.0127420386784163</c:v>
                </c:pt>
                <c:pt idx="1461">
                  <c:v>3.0145727374320739</c:v>
                </c:pt>
                <c:pt idx="1462">
                  <c:v>3.0135316448137313</c:v>
                </c:pt>
                <c:pt idx="1463">
                  <c:v>3.0119060679218244</c:v>
                </c:pt>
                <c:pt idx="1464">
                  <c:v>3.0118567601921127</c:v>
                </c:pt>
                <c:pt idx="1465">
                  <c:v>3.0115083643994778</c:v>
                </c:pt>
                <c:pt idx="1466">
                  <c:v>3.0126044803494194</c:v>
                </c:pt>
                <c:pt idx="1467">
                  <c:v>3.0152906426213284</c:v>
                </c:pt>
                <c:pt idx="1468">
                  <c:v>3.0155284372520752</c:v>
                </c:pt>
                <c:pt idx="1469">
                  <c:v>3.0139272583025516</c:v>
                </c:pt>
                <c:pt idx="1470">
                  <c:v>3.0143754212057359</c:v>
                </c:pt>
                <c:pt idx="1471">
                  <c:v>3.0155159397046654</c:v>
                </c:pt>
                <c:pt idx="1472">
                  <c:v>3.0183175230116959</c:v>
                </c:pt>
                <c:pt idx="1473">
                  <c:v>3.0207959615433833</c:v>
                </c:pt>
                <c:pt idx="1474">
                  <c:v>3.0191256835262705</c:v>
                </c:pt>
                <c:pt idx="1475">
                  <c:v>3.016167944857238</c:v>
                </c:pt>
                <c:pt idx="1476">
                  <c:v>3.0149570476783567</c:v>
                </c:pt>
                <c:pt idx="1477">
                  <c:v>3.0134642092422137</c:v>
                </c:pt>
                <c:pt idx="1478">
                  <c:v>3.01043067486756</c:v>
                </c:pt>
                <c:pt idx="1479">
                  <c:v>3.0104907739948645</c:v>
                </c:pt>
                <c:pt idx="1480">
                  <c:v>3.0108232599404552</c:v>
                </c:pt>
                <c:pt idx="1481">
                  <c:v>3.0126723424583912</c:v>
                </c:pt>
                <c:pt idx="1482">
                  <c:v>3.0159359937896149</c:v>
                </c:pt>
                <c:pt idx="1483">
                  <c:v>3.0164239099835357</c:v>
                </c:pt>
                <c:pt idx="1484">
                  <c:v>3.0141984508159663</c:v>
                </c:pt>
                <c:pt idx="1485">
                  <c:v>3.0140926695273111</c:v>
                </c:pt>
                <c:pt idx="1486">
                  <c:v>3.0140197316226338</c:v>
                </c:pt>
                <c:pt idx="1487">
                  <c:v>3.0122362505651621</c:v>
                </c:pt>
                <c:pt idx="1488">
                  <c:v>3.0127203279219947</c:v>
                </c:pt>
                <c:pt idx="1489">
                  <c:v>3.015468167509789</c:v>
                </c:pt>
                <c:pt idx="1490">
                  <c:v>3.0172775820444793</c:v>
                </c:pt>
                <c:pt idx="1491">
                  <c:v>3.0178384787968233</c:v>
                </c:pt>
                <c:pt idx="1492">
                  <c:v>3.0195323443351563</c:v>
                </c:pt>
                <c:pt idx="1493">
                  <c:v>3.0197459969459919</c:v>
                </c:pt>
                <c:pt idx="1494">
                  <c:v>3.017714740281344</c:v>
                </c:pt>
                <c:pt idx="1495">
                  <c:v>3.0147492386306443</c:v>
                </c:pt>
                <c:pt idx="1496">
                  <c:v>3.0133103571824642</c:v>
                </c:pt>
                <c:pt idx="1497">
                  <c:v>3.0140448546786893</c:v>
                </c:pt>
                <c:pt idx="1498">
                  <c:v>3.0169372051559846</c:v>
                </c:pt>
                <c:pt idx="1499">
                  <c:v>3.0185197444187573</c:v>
                </c:pt>
                <c:pt idx="1500">
                  <c:v>3.0198952850549805</c:v>
                </c:pt>
                <c:pt idx="1501">
                  <c:v>3.0218144903303958</c:v>
                </c:pt>
                <c:pt idx="1502">
                  <c:v>3.0248038354247888</c:v>
                </c:pt>
                <c:pt idx="1503">
                  <c:v>3.0228762273615248</c:v>
                </c:pt>
                <c:pt idx="1504">
                  <c:v>3.0174359127474983</c:v>
                </c:pt>
                <c:pt idx="1505">
                  <c:v>3.0147114047584518</c:v>
                </c:pt>
                <c:pt idx="1506">
                  <c:v>3.0144974535713982</c:v>
                </c:pt>
                <c:pt idx="1507">
                  <c:v>3.0144469941905601</c:v>
                </c:pt>
                <c:pt idx="1508">
                  <c:v>3.0138870784743608</c:v>
                </c:pt>
                <c:pt idx="1509">
                  <c:v>3.0130017573343117</c:v>
                </c:pt>
                <c:pt idx="1510">
                  <c:v>3.0116562449348678</c:v>
                </c:pt>
                <c:pt idx="1511">
                  <c:v>3.0131022495585338</c:v>
                </c:pt>
                <c:pt idx="1512">
                  <c:v>3.0163018349641284</c:v>
                </c:pt>
                <c:pt idx="1513">
                  <c:v>3.0156253465616816</c:v>
                </c:pt>
                <c:pt idx="1514">
                  <c:v>3.0150844117621967</c:v>
                </c:pt>
                <c:pt idx="1515">
                  <c:v>3.0168713051193023</c:v>
                </c:pt>
                <c:pt idx="1516">
                  <c:v>3.0150783122766009</c:v>
                </c:pt>
                <c:pt idx="1517">
                  <c:v>3.0103151685249481</c:v>
                </c:pt>
                <c:pt idx="1518">
                  <c:v>3.0077335932368223</c:v>
                </c:pt>
                <c:pt idx="1519">
                  <c:v>3.0099521424976325</c:v>
                </c:pt>
                <c:pt idx="1520">
                  <c:v>3.0126497786270612</c:v>
                </c:pt>
                <c:pt idx="1521">
                  <c:v>3.013779420420907</c:v>
                </c:pt>
                <c:pt idx="1522">
                  <c:v>3.0139206469720108</c:v>
                </c:pt>
                <c:pt idx="1523">
                  <c:v>3.0123891642425122</c:v>
                </c:pt>
                <c:pt idx="1524">
                  <c:v>3.0122300657720755</c:v>
                </c:pt>
                <c:pt idx="1525">
                  <c:v>3.0121695827610622</c:v>
                </c:pt>
                <c:pt idx="1526">
                  <c:v>3.0147229639234623</c:v>
                </c:pt>
                <c:pt idx="1527">
                  <c:v>3.0145259462733422</c:v>
                </c:pt>
                <c:pt idx="1528">
                  <c:v>3.0142546684524367</c:v>
                </c:pt>
                <c:pt idx="1529">
                  <c:v>3.0152043967480786</c:v>
                </c:pt>
                <c:pt idx="1530">
                  <c:v>3.0159170981803913</c:v>
                </c:pt>
                <c:pt idx="1531">
                  <c:v>3.0162341008163929</c:v>
                </c:pt>
                <c:pt idx="1532">
                  <c:v>3.0183943424072068</c:v>
                </c:pt>
                <c:pt idx="1533">
                  <c:v>3.020934415601034</c:v>
                </c:pt>
                <c:pt idx="1534">
                  <c:v>3.0218028458578949</c:v>
                </c:pt>
                <c:pt idx="1535">
                  <c:v>3.0228128438958226</c:v>
                </c:pt>
                <c:pt idx="1536">
                  <c:v>3.0223015961031536</c:v>
                </c:pt>
                <c:pt idx="1537">
                  <c:v>3.0216080035487916</c:v>
                </c:pt>
                <c:pt idx="1538">
                  <c:v>3.0209486619520058</c:v>
                </c:pt>
                <c:pt idx="1539">
                  <c:v>3.0199824266568847</c:v>
                </c:pt>
                <c:pt idx="1540">
                  <c:v>3.0175456181807325</c:v>
                </c:pt>
                <c:pt idx="1541">
                  <c:v>3.0156334507733122</c:v>
                </c:pt>
                <c:pt idx="1542">
                  <c:v>3.0163686733832096</c:v>
                </c:pt>
                <c:pt idx="1543">
                  <c:v>3.0170415362172953</c:v>
                </c:pt>
                <c:pt idx="1544">
                  <c:v>3.0155394845721402</c:v>
                </c:pt>
                <c:pt idx="1545">
                  <c:v>3.0139976796362489</c:v>
                </c:pt>
                <c:pt idx="1546">
                  <c:v>3.012333714373459</c:v>
                </c:pt>
                <c:pt idx="1547">
                  <c:v>3.0096065191984507</c:v>
                </c:pt>
                <c:pt idx="1548">
                  <c:v>3.0054532386988901</c:v>
                </c:pt>
                <c:pt idx="1549">
                  <c:v>3.0040670047686886</c:v>
                </c:pt>
                <c:pt idx="1550">
                  <c:v>3.0049069721812272</c:v>
                </c:pt>
                <c:pt idx="1551">
                  <c:v>3.0099033039591205</c:v>
                </c:pt>
                <c:pt idx="1552">
                  <c:v>3.0161638927514227</c:v>
                </c:pt>
                <c:pt idx="1553">
                  <c:v>3.0161216228897061</c:v>
                </c:pt>
                <c:pt idx="1554">
                  <c:v>3.0139105806880901</c:v>
                </c:pt>
                <c:pt idx="1555">
                  <c:v>3.0103139742200762</c:v>
                </c:pt>
                <c:pt idx="1556">
                  <c:v>3.0105912662190866</c:v>
                </c:pt>
                <c:pt idx="1557">
                  <c:v>3.0108619042338107</c:v>
                </c:pt>
                <c:pt idx="1558">
                  <c:v>3.0111477696356519</c:v>
                </c:pt>
                <c:pt idx="1559">
                  <c:v>3.0127466452829221</c:v>
                </c:pt>
                <c:pt idx="1560">
                  <c:v>3.015740298405603</c:v>
                </c:pt>
                <c:pt idx="1561">
                  <c:v>3.0206522610750448</c:v>
                </c:pt>
                <c:pt idx="1562">
                  <c:v>3.0230160463390292</c:v>
                </c:pt>
                <c:pt idx="1563">
                  <c:v>3.0239642390998354</c:v>
                </c:pt>
                <c:pt idx="1564">
                  <c:v>3.0249510335002516</c:v>
                </c:pt>
                <c:pt idx="1565">
                  <c:v>3.0240214377724506</c:v>
                </c:pt>
                <c:pt idx="1566">
                  <c:v>3.0212279586770516</c:v>
                </c:pt>
                <c:pt idx="1567">
                  <c:v>3.0198414560282538</c:v>
                </c:pt>
                <c:pt idx="1568">
                  <c:v>3.0211318597886079</c:v>
                </c:pt>
                <c:pt idx="1569">
                  <c:v>3.0230669322573216</c:v>
                </c:pt>
                <c:pt idx="1570">
                  <c:v>3.022092166213115</c:v>
                </c:pt>
                <c:pt idx="1571">
                  <c:v>3.0193293551606768</c:v>
                </c:pt>
                <c:pt idx="1572">
                  <c:v>3.019131057898194</c:v>
                </c:pt>
                <c:pt idx="1573">
                  <c:v>3.0209556145125105</c:v>
                </c:pt>
                <c:pt idx="1574">
                  <c:v>3.0228507630755055</c:v>
                </c:pt>
                <c:pt idx="1575">
                  <c:v>3.0253811538691213</c:v>
                </c:pt>
                <c:pt idx="1576">
                  <c:v>3.0240319732475709</c:v>
                </c:pt>
                <c:pt idx="1577">
                  <c:v>3.0225141397166086</c:v>
                </c:pt>
                <c:pt idx="1578">
                  <c:v>3.0221657439239737</c:v>
                </c:pt>
                <c:pt idx="1579">
                  <c:v>3.022492514267678</c:v>
                </c:pt>
                <c:pt idx="1580">
                  <c:v>3.022731588510787</c:v>
                </c:pt>
                <c:pt idx="1581">
                  <c:v>3.0232155805601288</c:v>
                </c:pt>
                <c:pt idx="1582">
                  <c:v>3.0244253687416291</c:v>
                </c:pt>
                <c:pt idx="1583">
                  <c:v>3.0275286846437988</c:v>
                </c:pt>
                <c:pt idx="1584">
                  <c:v>3.0281870452044393</c:v>
                </c:pt>
                <c:pt idx="1585">
                  <c:v>3.0267630925671583</c:v>
                </c:pt>
                <c:pt idx="1586">
                  <c:v>3.0241203944618378</c:v>
                </c:pt>
                <c:pt idx="1587">
                  <c:v>3.0212420344130417</c:v>
                </c:pt>
                <c:pt idx="1588">
                  <c:v>3.0229811982290165</c:v>
                </c:pt>
                <c:pt idx="1589">
                  <c:v>3.0229464780802404</c:v>
                </c:pt>
                <c:pt idx="1590">
                  <c:v>3.0206963223940693</c:v>
                </c:pt>
                <c:pt idx="1591">
                  <c:v>3.0184946640164472</c:v>
                </c:pt>
                <c:pt idx="1592">
                  <c:v>3.0184691144229374</c:v>
                </c:pt>
                <c:pt idx="1593">
                  <c:v>3.0190812383235373</c:v>
                </c:pt>
                <c:pt idx="1594">
                  <c:v>3.0189059314298388</c:v>
                </c:pt>
                <c:pt idx="1595">
                  <c:v>3.0195476570297637</c:v>
                </c:pt>
                <c:pt idx="1596">
                  <c:v>3.0218540730061507</c:v>
                </c:pt>
                <c:pt idx="1597">
                  <c:v>3.0226180015867192</c:v>
                </c:pt>
                <c:pt idx="1598">
                  <c:v>3.0214091944413637</c:v>
                </c:pt>
                <c:pt idx="1599">
                  <c:v>3.0220945121691134</c:v>
                </c:pt>
                <c:pt idx="1600">
                  <c:v>3.0228857391467545</c:v>
                </c:pt>
                <c:pt idx="1601">
                  <c:v>3.0241491430862544</c:v>
                </c:pt>
                <c:pt idx="1602">
                  <c:v>3.0261222626958872</c:v>
                </c:pt>
                <c:pt idx="1603">
                  <c:v>3.0284035556162188</c:v>
                </c:pt>
                <c:pt idx="1604">
                  <c:v>3.0290367931208038</c:v>
                </c:pt>
                <c:pt idx="1605">
                  <c:v>3.0294690461769447</c:v>
                </c:pt>
                <c:pt idx="1606">
                  <c:v>3.0299419055987307</c:v>
                </c:pt>
                <c:pt idx="1607">
                  <c:v>3.027056251759467</c:v>
                </c:pt>
                <c:pt idx="1608">
                  <c:v>3.0239666703633246</c:v>
                </c:pt>
                <c:pt idx="1609">
                  <c:v>3.0218379925441252</c:v>
                </c:pt>
                <c:pt idx="1610">
                  <c:v>3.0234663845832301</c:v>
                </c:pt>
                <c:pt idx="1611">
                  <c:v>3.0250908951315014</c:v>
                </c:pt>
                <c:pt idx="1612">
                  <c:v>3.0251854584851094</c:v>
                </c:pt>
                <c:pt idx="1613">
                  <c:v>3.0271467203535143</c:v>
                </c:pt>
                <c:pt idx="1614">
                  <c:v>3.0289420164984686</c:v>
                </c:pt>
                <c:pt idx="1615">
                  <c:v>3.0296472108715866</c:v>
                </c:pt>
                <c:pt idx="1616">
                  <c:v>3.0256480383542477</c:v>
                </c:pt>
                <c:pt idx="1617">
                  <c:v>3.0233527976591623</c:v>
                </c:pt>
                <c:pt idx="1618">
                  <c:v>3.0221890755227219</c:v>
                </c:pt>
                <c:pt idx="1619">
                  <c:v>3.0196829547102531</c:v>
                </c:pt>
                <c:pt idx="1620">
                  <c:v>3.0220742942937822</c:v>
                </c:pt>
                <c:pt idx="1621">
                  <c:v>3.0244911408170752</c:v>
                </c:pt>
                <c:pt idx="1622">
                  <c:v>3.0250854354520871</c:v>
                </c:pt>
                <c:pt idx="1623">
                  <c:v>3.0281328322940038</c:v>
                </c:pt>
                <c:pt idx="1624">
                  <c:v>3.0300543835254174</c:v>
                </c:pt>
                <c:pt idx="1625">
                  <c:v>3.0300150567721351</c:v>
                </c:pt>
                <c:pt idx="1626">
                  <c:v>3.0282816512117927</c:v>
                </c:pt>
                <c:pt idx="1627">
                  <c:v>3.0272372742550524</c:v>
                </c:pt>
                <c:pt idx="1628">
                  <c:v>3.0278325072724637</c:v>
                </c:pt>
                <c:pt idx="1629">
                  <c:v>3.0299433131723297</c:v>
                </c:pt>
                <c:pt idx="1630">
                  <c:v>3.0328583127884459</c:v>
                </c:pt>
                <c:pt idx="1631">
                  <c:v>3.0341613847111915</c:v>
                </c:pt>
                <c:pt idx="1632">
                  <c:v>3.0332762341861237</c:v>
                </c:pt>
                <c:pt idx="1633">
                  <c:v>3.0330917567371589</c:v>
                </c:pt>
                <c:pt idx="1634">
                  <c:v>3.033536336725728</c:v>
                </c:pt>
                <c:pt idx="1635">
                  <c:v>3.0337363827917732</c:v>
                </c:pt>
                <c:pt idx="1636">
                  <c:v>3.0327305221671517</c:v>
                </c:pt>
                <c:pt idx="1637">
                  <c:v>3.0314087252501642</c:v>
                </c:pt>
                <c:pt idx="1638">
                  <c:v>3.0325256562278735</c:v>
                </c:pt>
                <c:pt idx="1639">
                  <c:v>3.0357231942536873</c:v>
                </c:pt>
                <c:pt idx="1640">
                  <c:v>3.0332298695648463</c:v>
                </c:pt>
                <c:pt idx="1641">
                  <c:v>3.0283747216843109</c:v>
                </c:pt>
                <c:pt idx="1642">
                  <c:v>3.028907339003438</c:v>
                </c:pt>
                <c:pt idx="1643">
                  <c:v>3.0319519633519021</c:v>
                </c:pt>
                <c:pt idx="1644">
                  <c:v>3.0320132141303326</c:v>
                </c:pt>
                <c:pt idx="1645">
                  <c:v>3.0308350323741928</c:v>
                </c:pt>
                <c:pt idx="1646">
                  <c:v>3.0328038866092832</c:v>
                </c:pt>
                <c:pt idx="1647">
                  <c:v>3.0347925321822511</c:v>
                </c:pt>
                <c:pt idx="1648">
                  <c:v>3.0352371548245651</c:v>
                </c:pt>
                <c:pt idx="1649">
                  <c:v>3.0342330856572515</c:v>
                </c:pt>
                <c:pt idx="1650">
                  <c:v>3.0343276916646049</c:v>
                </c:pt>
                <c:pt idx="1651">
                  <c:v>3.0326634278255975</c:v>
                </c:pt>
                <c:pt idx="1652">
                  <c:v>3.029180067051688</c:v>
                </c:pt>
                <c:pt idx="1653">
                  <c:v>3.0288294959180364</c:v>
                </c:pt>
                <c:pt idx="1654">
                  <c:v>3.0325209643158764</c:v>
                </c:pt>
                <c:pt idx="1655">
                  <c:v>3.0347960724431213</c:v>
                </c:pt>
                <c:pt idx="1656">
                  <c:v>3.0337570698583041</c:v>
                </c:pt>
                <c:pt idx="1657">
                  <c:v>3.0340169164754358</c:v>
                </c:pt>
                <c:pt idx="1658">
                  <c:v>3.0376925603337228</c:v>
                </c:pt>
                <c:pt idx="1659">
                  <c:v>3.0426041391194563</c:v>
                </c:pt>
                <c:pt idx="1660">
                  <c:v>3.0470359912303899</c:v>
                </c:pt>
                <c:pt idx="1661">
                  <c:v>3.0512715081511308</c:v>
                </c:pt>
                <c:pt idx="1662">
                  <c:v>3.0549380241078969</c:v>
                </c:pt>
                <c:pt idx="1663">
                  <c:v>3.055074089555804</c:v>
                </c:pt>
                <c:pt idx="1664">
                  <c:v>3.0533214471562746</c:v>
                </c:pt>
                <c:pt idx="1665">
                  <c:v>3.0543741415933732</c:v>
                </c:pt>
                <c:pt idx="1666">
                  <c:v>3.0544598756216783</c:v>
                </c:pt>
                <c:pt idx="1667">
                  <c:v>3.0541634320909719</c:v>
                </c:pt>
                <c:pt idx="1668">
                  <c:v>3.0554699163133514</c:v>
                </c:pt>
                <c:pt idx="1669">
                  <c:v>3.0556238963343372</c:v>
                </c:pt>
                <c:pt idx="1670">
                  <c:v>3.0560222823166101</c:v>
                </c:pt>
                <c:pt idx="1671">
                  <c:v>3.0572993354546463</c:v>
                </c:pt>
                <c:pt idx="1672">
                  <c:v>3.0577868677648583</c:v>
                </c:pt>
                <c:pt idx="1673">
                  <c:v>3.0565260230500839</c:v>
                </c:pt>
                <c:pt idx="1674">
                  <c:v>3.0566283920391051</c:v>
                </c:pt>
                <c:pt idx="1675">
                  <c:v>3.0577049725736418</c:v>
                </c:pt>
                <c:pt idx="1676">
                  <c:v>3.0638765429992407</c:v>
                </c:pt>
                <c:pt idx="1677">
                  <c:v>3.0721965825819164</c:v>
                </c:pt>
                <c:pt idx="1678">
                  <c:v>3.077214795731213</c:v>
                </c:pt>
                <c:pt idx="1679">
                  <c:v>3.0832997790535988</c:v>
                </c:pt>
                <c:pt idx="1680">
                  <c:v>3.0896018699401995</c:v>
                </c:pt>
                <c:pt idx="1681">
                  <c:v>3.0962183189305854</c:v>
                </c:pt>
                <c:pt idx="1682">
                  <c:v>3.1087909369321722</c:v>
                </c:pt>
                <c:pt idx="1683">
                  <c:v>3.1232100355732237</c:v>
                </c:pt>
                <c:pt idx="1684">
                  <c:v>3.1369940199448916</c:v>
                </c:pt>
                <c:pt idx="1685">
                  <c:v>3.151026675652389</c:v>
                </c:pt>
                <c:pt idx="1686">
                  <c:v>3.1664920706687254</c:v>
                </c:pt>
                <c:pt idx="1687">
                  <c:v>3.1847308122126203</c:v>
                </c:pt>
                <c:pt idx="1688">
                  <c:v>3.2088352968274143</c:v>
                </c:pt>
                <c:pt idx="1689">
                  <c:v>3.2443466725813193</c:v>
                </c:pt>
                <c:pt idx="1690">
                  <c:v>3.2928857818005</c:v>
                </c:pt>
                <c:pt idx="1691">
                  <c:v>3.3524466188376003</c:v>
                </c:pt>
                <c:pt idx="1692">
                  <c:v>3.4182216800457246</c:v>
                </c:pt>
                <c:pt idx="1693">
                  <c:v>3.4815991742234886</c:v>
                </c:pt>
                <c:pt idx="1694">
                  <c:v>3.5254131015244448</c:v>
                </c:pt>
                <c:pt idx="1695">
                  <c:v>3.5348992945070505</c:v>
                </c:pt>
                <c:pt idx="1696">
                  <c:v>3.515807478054648</c:v>
                </c:pt>
                <c:pt idx="1697">
                  <c:v>3.4896479359852588</c:v>
                </c:pt>
                <c:pt idx="1698">
                  <c:v>3.4659111266560316</c:v>
                </c:pt>
                <c:pt idx="1699">
                  <c:v>3.450035402608703</c:v>
                </c:pt>
                <c:pt idx="1700">
                  <c:v>3.4483633757880279</c:v>
                </c:pt>
                <c:pt idx="1701">
                  <c:v>3.4626651766291596</c:v>
                </c:pt>
                <c:pt idx="1702">
                  <c:v>3.4847683475085947</c:v>
                </c:pt>
                <c:pt idx="1703">
                  <c:v>3.5164984687305392</c:v>
                </c:pt>
                <c:pt idx="1704">
                  <c:v>3.5582863431237897</c:v>
                </c:pt>
                <c:pt idx="1705">
                  <c:v>3.6102215435537395</c:v>
                </c:pt>
                <c:pt idx="1706">
                  <c:v>3.6734258635250763</c:v>
                </c:pt>
                <c:pt idx="1707">
                  <c:v>3.7496822295965808</c:v>
                </c:pt>
                <c:pt idx="1708">
                  <c:v>3.849091048684985</c:v>
                </c:pt>
                <c:pt idx="1709">
                  <c:v>3.9803664809806949</c:v>
                </c:pt>
                <c:pt idx="1710">
                  <c:v>4.1439563908106773</c:v>
                </c:pt>
                <c:pt idx="1711">
                  <c:v>4.3480886856674879</c:v>
                </c:pt>
                <c:pt idx="1712">
                  <c:v>4.6042329576960155</c:v>
                </c:pt>
                <c:pt idx="1713">
                  <c:v>4.9348336077390957</c:v>
                </c:pt>
                <c:pt idx="1714">
                  <c:v>5.3904481202494399</c:v>
                </c:pt>
                <c:pt idx="1715">
                  <c:v>6.0558465488854578</c:v>
                </c:pt>
                <c:pt idx="1716">
                  <c:v>7.0504508500891463</c:v>
                </c:pt>
                <c:pt idx="1717">
                  <c:v>8.4987928990044619</c:v>
                </c:pt>
                <c:pt idx="1718">
                  <c:v>10.438941163423561</c:v>
                </c:pt>
                <c:pt idx="1719">
                  <c:v>12.763442327870811</c:v>
                </c:pt>
                <c:pt idx="1720">
                  <c:v>15.106284602850977</c:v>
                </c:pt>
                <c:pt idx="1721">
                  <c:v>16.754510633578732</c:v>
                </c:pt>
                <c:pt idx="1722">
                  <c:v>16.978058913353181</c:v>
                </c:pt>
                <c:pt idx="1723">
                  <c:v>15.802777611902101</c:v>
                </c:pt>
                <c:pt idx="1724">
                  <c:v>13.945164344881125</c:v>
                </c:pt>
                <c:pt idx="1725">
                  <c:v>12.027025413101525</c:v>
                </c:pt>
                <c:pt idx="1726">
                  <c:v>10.317250027724935</c:v>
                </c:pt>
                <c:pt idx="1727">
                  <c:v>8.8839135664502713</c:v>
                </c:pt>
                <c:pt idx="1728">
                  <c:v>7.720873889936275</c:v>
                </c:pt>
                <c:pt idx="1729">
                  <c:v>6.8061728500379619</c:v>
                </c:pt>
                <c:pt idx="1730">
                  <c:v>6.0989396278887247</c:v>
                </c:pt>
                <c:pt idx="1731">
                  <c:v>5.5558721411327134</c:v>
                </c:pt>
                <c:pt idx="1732">
                  <c:v>5.1315612123900598</c:v>
                </c:pt>
                <c:pt idx="1733">
                  <c:v>4.7925065900036685</c:v>
                </c:pt>
                <c:pt idx="1734">
                  <c:v>4.5220221287631261</c:v>
                </c:pt>
                <c:pt idx="1735">
                  <c:v>4.3080922685821044</c:v>
                </c:pt>
                <c:pt idx="1736">
                  <c:v>4.1357327486926625</c:v>
                </c:pt>
                <c:pt idx="1737">
                  <c:v>3.9954275184903985</c:v>
                </c:pt>
                <c:pt idx="1738">
                  <c:v>3.8809064773977804</c:v>
                </c:pt>
                <c:pt idx="1739">
                  <c:v>3.7859208517099887</c:v>
                </c:pt>
                <c:pt idx="1740">
                  <c:v>3.7088753913481143</c:v>
                </c:pt>
                <c:pt idx="1741">
                  <c:v>3.6540098786074404</c:v>
                </c:pt>
                <c:pt idx="1742">
                  <c:v>3.6236532079881933</c:v>
                </c:pt>
                <c:pt idx="1743">
                  <c:v>3.6102641972991649</c:v>
                </c:pt>
                <c:pt idx="1744">
                  <c:v>3.6104262815317814</c:v>
                </c:pt>
                <c:pt idx="1745">
                  <c:v>3.6286735538247612</c:v>
                </c:pt>
                <c:pt idx="1746">
                  <c:v>3.6599643414688243</c:v>
                </c:pt>
                <c:pt idx="1747">
                  <c:v>3.6899499245028706</c:v>
                </c:pt>
                <c:pt idx="1748">
                  <c:v>3.7017906042329578</c:v>
                </c:pt>
                <c:pt idx="1749">
                  <c:v>3.6787661124523345</c:v>
                </c:pt>
                <c:pt idx="1750">
                  <c:v>3.6246598363802325</c:v>
                </c:pt>
                <c:pt idx="1751">
                  <c:v>3.5590924989123294</c:v>
                </c:pt>
                <c:pt idx="1752">
                  <c:v>3.4970142378202231</c:v>
                </c:pt>
                <c:pt idx="1753">
                  <c:v>3.4414875920254557</c:v>
                </c:pt>
                <c:pt idx="1754">
                  <c:v>3.3923769226175748</c:v>
                </c:pt>
                <c:pt idx="1755">
                  <c:v>3.3513482848928966</c:v>
                </c:pt>
                <c:pt idx="1756">
                  <c:v>3.3189126707216161</c:v>
                </c:pt>
                <c:pt idx="1757">
                  <c:v>3.2924174436757294</c:v>
                </c:pt>
                <c:pt idx="1758">
                  <c:v>3.2722708000989567</c:v>
                </c:pt>
                <c:pt idx="1759">
                  <c:v>3.2562637025157177</c:v>
                </c:pt>
                <c:pt idx="1760">
                  <c:v>3.2415421888196003</c:v>
                </c:pt>
                <c:pt idx="1761">
                  <c:v>3.2310165240609776</c:v>
                </c:pt>
                <c:pt idx="1762">
                  <c:v>3.2220639294336437</c:v>
                </c:pt>
                <c:pt idx="1763">
                  <c:v>3.2121520520716924</c:v>
                </c:pt>
                <c:pt idx="1764">
                  <c:v>3.2034758537147145</c:v>
                </c:pt>
                <c:pt idx="1765">
                  <c:v>3.1962311150542129</c:v>
                </c:pt>
                <c:pt idx="1766">
                  <c:v>3.1909689224810829</c:v>
                </c:pt>
                <c:pt idx="1767">
                  <c:v>3.1846843196301067</c:v>
                </c:pt>
                <c:pt idx="1768">
                  <c:v>3.1806377588016002</c:v>
                </c:pt>
                <c:pt idx="1769">
                  <c:v>3.1758827192615784</c:v>
                </c:pt>
                <c:pt idx="1770">
                  <c:v>3.1718412768825233</c:v>
                </c:pt>
                <c:pt idx="1771">
                  <c:v>3.1679299284270153</c:v>
                </c:pt>
                <c:pt idx="1772">
                  <c:v>3.1618585943031658</c:v>
                </c:pt>
                <c:pt idx="1773">
                  <c:v>3.1556055552238043</c:v>
                </c:pt>
                <c:pt idx="1774">
                  <c:v>3.1493781083916979</c:v>
                </c:pt>
                <c:pt idx="1775">
                  <c:v>3.14165948661952</c:v>
                </c:pt>
                <c:pt idx="1776">
                  <c:v>3.1347901009187615</c:v>
                </c:pt>
                <c:pt idx="1777">
                  <c:v>3.1307960041971286</c:v>
                </c:pt>
                <c:pt idx="1778">
                  <c:v>3.1275880160036853</c:v>
                </c:pt>
                <c:pt idx="1779">
                  <c:v>3.1238600786535065</c:v>
                </c:pt>
                <c:pt idx="1780">
                  <c:v>3.1214416112878873</c:v>
                </c:pt>
                <c:pt idx="1781">
                  <c:v>3.1200033269921432</c:v>
                </c:pt>
                <c:pt idx="1782">
                  <c:v>3.1174688414389666</c:v>
                </c:pt>
                <c:pt idx="1783">
                  <c:v>3.1150409902493537</c:v>
                </c:pt>
                <c:pt idx="1784">
                  <c:v>3.11157324074627</c:v>
                </c:pt>
                <c:pt idx="1785">
                  <c:v>3.1068190542811562</c:v>
                </c:pt>
                <c:pt idx="1786">
                  <c:v>3.104412529964256</c:v>
                </c:pt>
                <c:pt idx="1787">
                  <c:v>3.1046535236259096</c:v>
                </c:pt>
                <c:pt idx="1788">
                  <c:v>3.1077851616150416</c:v>
                </c:pt>
                <c:pt idx="1789">
                  <c:v>3.1105000725113672</c:v>
                </c:pt>
                <c:pt idx="1790">
                  <c:v>3.108478284978204</c:v>
                </c:pt>
                <c:pt idx="1791">
                  <c:v>3.1036874162920247</c:v>
                </c:pt>
                <c:pt idx="1792">
                  <c:v>3.1002345955998396</c:v>
                </c:pt>
                <c:pt idx="1793">
                  <c:v>3.0993256442848245</c:v>
                </c:pt>
                <c:pt idx="1794">
                  <c:v>3.0981390170870906</c:v>
                </c:pt>
                <c:pt idx="1795">
                  <c:v>3.0951076153997081</c:v>
                </c:pt>
                <c:pt idx="1796">
                  <c:v>3.0923351219470581</c:v>
                </c:pt>
                <c:pt idx="1797">
                  <c:v>3.0893578905163661</c:v>
                </c:pt>
                <c:pt idx="1798">
                  <c:v>3.0868758690700631</c:v>
                </c:pt>
                <c:pt idx="1799">
                  <c:v>3.0845674483676411</c:v>
                </c:pt>
                <c:pt idx="1800">
                  <c:v>3.082497035564693</c:v>
                </c:pt>
                <c:pt idx="1801">
                  <c:v>3.079951460037706</c:v>
                </c:pt>
                <c:pt idx="1802">
                  <c:v>3.0761356559719508</c:v>
                </c:pt>
                <c:pt idx="1803">
                  <c:v>3.0751435298533565</c:v>
                </c:pt>
                <c:pt idx="1804">
                  <c:v>3.0739910256519627</c:v>
                </c:pt>
                <c:pt idx="1805">
                  <c:v>3.0741445791354938</c:v>
                </c:pt>
                <c:pt idx="1806">
                  <c:v>3.0712471102087475</c:v>
                </c:pt>
                <c:pt idx="1807">
                  <c:v>3.0681687894013971</c:v>
                </c:pt>
                <c:pt idx="1808">
                  <c:v>3.0659768134239869</c:v>
                </c:pt>
                <c:pt idx="1809">
                  <c:v>3.0630951263830477</c:v>
                </c:pt>
                <c:pt idx="1810">
                  <c:v>3.0622352268752717</c:v>
                </c:pt>
                <c:pt idx="1811">
                  <c:v>3.0636807623077384</c:v>
                </c:pt>
                <c:pt idx="1812">
                  <c:v>3.0612234800337816</c:v>
                </c:pt>
                <c:pt idx="1813">
                  <c:v>3.0565247434377212</c:v>
                </c:pt>
                <c:pt idx="1814">
                  <c:v>3.0550578811325422</c:v>
                </c:pt>
                <c:pt idx="1815">
                  <c:v>3.0544982639925613</c:v>
                </c:pt>
                <c:pt idx="1816">
                  <c:v>3.0562709536524402</c:v>
                </c:pt>
                <c:pt idx="1817">
                  <c:v>3.058530322547623</c:v>
                </c:pt>
                <c:pt idx="1818">
                  <c:v>3.0588152495670644</c:v>
                </c:pt>
                <c:pt idx="1819">
                  <c:v>3.057335591138258</c:v>
                </c:pt>
                <c:pt idx="1820">
                  <c:v>3.0565119473140938</c:v>
                </c:pt>
                <c:pt idx="1821">
                  <c:v>3.0568936983356507</c:v>
                </c:pt>
                <c:pt idx="1822">
                  <c:v>3.056047448026411</c:v>
                </c:pt>
                <c:pt idx="1823">
                  <c:v>3.0548348020439673</c:v>
                </c:pt>
                <c:pt idx="1824">
                  <c:v>3.0544150891889816</c:v>
                </c:pt>
                <c:pt idx="1825">
                  <c:v>3.0534178446209363</c:v>
                </c:pt>
                <c:pt idx="1826">
                  <c:v>3.0523753870827397</c:v>
                </c:pt>
                <c:pt idx="1827">
                  <c:v>3.0504926507596632</c:v>
                </c:pt>
                <c:pt idx="1828">
                  <c:v>3.0505395698796312</c:v>
                </c:pt>
                <c:pt idx="1829">
                  <c:v>3.0536622505822235</c:v>
                </c:pt>
                <c:pt idx="1830">
                  <c:v>3.0545929553074056</c:v>
                </c:pt>
                <c:pt idx="1831">
                  <c:v>3.0507908004401867</c:v>
                </c:pt>
                <c:pt idx="1832">
                  <c:v>3.0469395937657286</c:v>
                </c:pt>
                <c:pt idx="1833">
                  <c:v>3.0446921679192651</c:v>
                </c:pt>
                <c:pt idx="1834">
                  <c:v>3.0434010390452384</c:v>
                </c:pt>
                <c:pt idx="1835">
                  <c:v>3.0415059757897343</c:v>
                </c:pt>
                <c:pt idx="1836">
                  <c:v>3.0399119200156965</c:v>
                </c:pt>
                <c:pt idx="1837">
                  <c:v>3.0372353974902535</c:v>
                </c:pt>
                <c:pt idx="1838">
                  <c:v>3.0359126621908672</c:v>
                </c:pt>
                <c:pt idx="1839">
                  <c:v>3.0358183974134767</c:v>
                </c:pt>
                <c:pt idx="1840">
                  <c:v>3.0353754809209796</c:v>
                </c:pt>
                <c:pt idx="1841">
                  <c:v>3.0331601733448212</c:v>
                </c:pt>
                <c:pt idx="1842">
                  <c:v>3.031395587896573</c:v>
                </c:pt>
                <c:pt idx="1843">
                  <c:v>3.0323971831466521</c:v>
                </c:pt>
                <c:pt idx="1844">
                  <c:v>3.0351582453955284</c:v>
                </c:pt>
                <c:pt idx="1845">
                  <c:v>3.0379467340027126</c:v>
                </c:pt>
                <c:pt idx="1846">
                  <c:v>3.0374573249277019</c:v>
                </c:pt>
                <c:pt idx="1847">
                  <c:v>3.0336886532506417</c:v>
                </c:pt>
                <c:pt idx="1848">
                  <c:v>3.0309043447105091</c:v>
                </c:pt>
                <c:pt idx="1849">
                  <c:v>3.031583861528881</c:v>
                </c:pt>
                <c:pt idx="1850">
                  <c:v>3.0351218190969349</c:v>
                </c:pt>
                <c:pt idx="1851">
                  <c:v>3.0363760098274231</c:v>
                </c:pt>
                <c:pt idx="1852">
                  <c:v>3.0360621635685829</c:v>
                </c:pt>
                <c:pt idx="1853">
                  <c:v>3.0348350579664398</c:v>
                </c:pt>
                <c:pt idx="1854">
                  <c:v>3.0323579417008606</c:v>
                </c:pt>
                <c:pt idx="1855">
                  <c:v>3.0318023340129496</c:v>
                </c:pt>
                <c:pt idx="1856">
                  <c:v>3.0312617404434286</c:v>
                </c:pt>
                <c:pt idx="1857">
                  <c:v>3.0299212185321993</c:v>
                </c:pt>
                <c:pt idx="1858">
                  <c:v>3.0311452957184168</c:v>
                </c:pt>
                <c:pt idx="1859">
                  <c:v>3.0307852554532815</c:v>
                </c:pt>
                <c:pt idx="1860">
                  <c:v>3.0296899499245029</c:v>
                </c:pt>
                <c:pt idx="1861">
                  <c:v>3.0291512757735255</c:v>
                </c:pt>
                <c:pt idx="1862">
                  <c:v>3.0289712769678308</c:v>
                </c:pt>
                <c:pt idx="1863">
                  <c:v>3.0272420088207945</c:v>
                </c:pt>
                <c:pt idx="1864">
                  <c:v>3.0252037142881516</c:v>
                </c:pt>
                <c:pt idx="1865">
                  <c:v>3.0247849398155653</c:v>
                </c:pt>
                <c:pt idx="1866">
                  <c:v>3.0225115378381378</c:v>
                </c:pt>
                <c:pt idx="1867">
                  <c:v>3.0226297313667114</c:v>
                </c:pt>
                <c:pt idx="1868">
                  <c:v>3.027357472509661</c:v>
                </c:pt>
                <c:pt idx="1869">
                  <c:v>3.0295142591470956</c:v>
                </c:pt>
                <c:pt idx="1870">
                  <c:v>3.0283102292212281</c:v>
                </c:pt>
                <c:pt idx="1871">
                  <c:v>3.0291987493921839</c:v>
                </c:pt>
                <c:pt idx="1872">
                  <c:v>3.0293876201769279</c:v>
                </c:pt>
                <c:pt idx="1873">
                  <c:v>3.0281611970347115</c:v>
                </c:pt>
                <c:pt idx="1874">
                  <c:v>3.0274296853006661</c:v>
                </c:pt>
                <c:pt idx="1875">
                  <c:v>3.0278503365380516</c:v>
                </c:pt>
                <c:pt idx="1876">
                  <c:v>3.0292912227122666</c:v>
                </c:pt>
                <c:pt idx="1877">
                  <c:v>3.0300781416616194</c:v>
                </c:pt>
                <c:pt idx="1878">
                  <c:v>3.0308122552741357</c:v>
                </c:pt>
                <c:pt idx="1879">
                  <c:v>3.0311318597886081</c:v>
                </c:pt>
                <c:pt idx="1880">
                  <c:v>3.0310378509336906</c:v>
                </c:pt>
                <c:pt idx="1881">
                  <c:v>3.0295547802052498</c:v>
                </c:pt>
                <c:pt idx="1882">
                  <c:v>3.0281254105422999</c:v>
                </c:pt>
                <c:pt idx="1883">
                  <c:v>3.028942954880868</c:v>
                </c:pt>
                <c:pt idx="1884">
                  <c:v>3.031160437798043</c:v>
                </c:pt>
                <c:pt idx="1885">
                  <c:v>3.0325306893698336</c:v>
                </c:pt>
                <c:pt idx="1886">
                  <c:v>3.0358301271934689</c:v>
                </c:pt>
                <c:pt idx="1887">
                  <c:v>3.0398974603959972</c:v>
                </c:pt>
                <c:pt idx="1888">
                  <c:v>3.0401021130665482</c:v>
                </c:pt>
                <c:pt idx="1889">
                  <c:v>3.0392942084744461</c:v>
                </c:pt>
                <c:pt idx="1890">
                  <c:v>3.0370771947484707</c:v>
                </c:pt>
                <c:pt idx="1891">
                  <c:v>3.0350745160932582</c:v>
                </c:pt>
                <c:pt idx="1892">
                  <c:v>3.0328227395647613</c:v>
                </c:pt>
                <c:pt idx="1893">
                  <c:v>3.0321601136295779</c:v>
                </c:pt>
                <c:pt idx="1894">
                  <c:v>3.0337878232087561</c:v>
                </c:pt>
                <c:pt idx="1895">
                  <c:v>3.0340215230799417</c:v>
                </c:pt>
                <c:pt idx="1896">
                  <c:v>3.0326447454851011</c:v>
                </c:pt>
                <c:pt idx="1897">
                  <c:v>3.0323103401209659</c:v>
                </c:pt>
                <c:pt idx="1898">
                  <c:v>3.0339475614853741</c:v>
                </c:pt>
                <c:pt idx="1899">
                  <c:v>3.0345562304325941</c:v>
                </c:pt>
                <c:pt idx="1900">
                  <c:v>3.0353228461991248</c:v>
                </c:pt>
                <c:pt idx="1901">
                  <c:v>3.0331884527780386</c:v>
                </c:pt>
                <c:pt idx="1902">
                  <c:v>3.03027375173814</c:v>
                </c:pt>
                <c:pt idx="1903">
                  <c:v>3.0279150422698615</c:v>
                </c:pt>
                <c:pt idx="1904">
                  <c:v>3.0259115958472314</c:v>
                </c:pt>
                <c:pt idx="1905">
                  <c:v>3.0276393711131773</c:v>
                </c:pt>
                <c:pt idx="1906">
                  <c:v>3.0298043046159884</c:v>
                </c:pt>
                <c:pt idx="1907">
                  <c:v>3.0295076904703002</c:v>
                </c:pt>
                <c:pt idx="1908">
                  <c:v>3.0309598798870527</c:v>
                </c:pt>
                <c:pt idx="1909">
                  <c:v>3.0309902067000505</c:v>
                </c:pt>
                <c:pt idx="1910">
                  <c:v>3.0319061105755698</c:v>
                </c:pt>
                <c:pt idx="1911">
                  <c:v>3.0325951391791715</c:v>
                </c:pt>
                <c:pt idx="1912">
                  <c:v>3.0328286257816299</c:v>
                </c:pt>
                <c:pt idx="1913">
                  <c:v>3.0325709545055153</c:v>
                </c:pt>
                <c:pt idx="1914">
                  <c:v>3.0332412581148751</c:v>
                </c:pt>
                <c:pt idx="1915">
                  <c:v>3.0333229826911099</c:v>
                </c:pt>
                <c:pt idx="1916">
                  <c:v>3.0329524069508542</c:v>
                </c:pt>
                <c:pt idx="1917">
                  <c:v>3.0349905308685154</c:v>
                </c:pt>
                <c:pt idx="1918">
                  <c:v>3.0344203782534143</c:v>
                </c:pt>
                <c:pt idx="1919">
                  <c:v>3.0313438915571176</c:v>
                </c:pt>
                <c:pt idx="1920">
                  <c:v>3.031767656517919</c:v>
                </c:pt>
                <c:pt idx="1921">
                  <c:v>3.0316904958924442</c:v>
                </c:pt>
                <c:pt idx="1922">
                  <c:v>3.0321858764918148</c:v>
                </c:pt>
                <c:pt idx="1923">
                  <c:v>3.0315075539783147</c:v>
                </c:pt>
                <c:pt idx="1924">
                  <c:v>3.0294454586557245</c:v>
                </c:pt>
                <c:pt idx="1925">
                  <c:v>3.0293632222345446</c:v>
                </c:pt>
                <c:pt idx="1926">
                  <c:v>3.0283273333731433</c:v>
                </c:pt>
                <c:pt idx="1927">
                  <c:v>3.0290730061506701</c:v>
                </c:pt>
                <c:pt idx="1928">
                  <c:v>3.03033641009017</c:v>
                </c:pt>
                <c:pt idx="1929">
                  <c:v>3.0329671651467716</c:v>
                </c:pt>
                <c:pt idx="1930">
                  <c:v>3.036118338551308</c:v>
                </c:pt>
                <c:pt idx="1931">
                  <c:v>3.0387277240814514</c:v>
                </c:pt>
                <c:pt idx="1932">
                  <c:v>3.0416061694377383</c:v>
                </c:pt>
                <c:pt idx="1933">
                  <c:v>3.0400003838837089</c:v>
                </c:pt>
                <c:pt idx="1934">
                  <c:v>3.0356318725847315</c:v>
                </c:pt>
                <c:pt idx="1935">
                  <c:v>3.0337775863098537</c:v>
                </c:pt>
                <c:pt idx="1936">
                  <c:v>3.0304344710509028</c:v>
                </c:pt>
                <c:pt idx="1937">
                  <c:v>3.0297744043404453</c:v>
                </c:pt>
                <c:pt idx="1938">
                  <c:v>3.0294123593492746</c:v>
                </c:pt>
                <c:pt idx="1939">
                  <c:v>3.0292783839348933</c:v>
                </c:pt>
                <c:pt idx="1940">
                  <c:v>3.0313309674722539</c:v>
                </c:pt>
                <c:pt idx="1941">
                  <c:v>3.0330357097156702</c:v>
                </c:pt>
                <c:pt idx="1942">
                  <c:v>3.0366359417520452</c:v>
                </c:pt>
                <c:pt idx="1943">
                  <c:v>3.0413772041322948</c:v>
                </c:pt>
                <c:pt idx="1944">
                  <c:v>3.0452475196847035</c:v>
                </c:pt>
                <c:pt idx="1945">
                  <c:v>3.0508940225041159</c:v>
                </c:pt>
                <c:pt idx="1946">
                  <c:v>3.057498528445783</c:v>
                </c:pt>
                <c:pt idx="1947">
                  <c:v>3.0610955187975057</c:v>
                </c:pt>
                <c:pt idx="1948">
                  <c:v>3.0623798230722641</c:v>
                </c:pt>
                <c:pt idx="1949">
                  <c:v>3.0641345981590642</c:v>
                </c:pt>
                <c:pt idx="1950">
                  <c:v>3.0630652687612501</c:v>
                </c:pt>
                <c:pt idx="1951">
                  <c:v>3.0567678697866461</c:v>
                </c:pt>
                <c:pt idx="1952">
                  <c:v>3.0522977572660657</c:v>
                </c:pt>
                <c:pt idx="1953">
                  <c:v>3.0479662694181178</c:v>
                </c:pt>
                <c:pt idx="1954">
                  <c:v>3.0428704264521467</c:v>
                </c:pt>
                <c:pt idx="1955">
                  <c:v>3.0396311730633068</c:v>
                </c:pt>
                <c:pt idx="1956">
                  <c:v>3.0390799587111745</c:v>
                </c:pt>
                <c:pt idx="1957">
                  <c:v>3.0382015048241384</c:v>
                </c:pt>
                <c:pt idx="1958">
                  <c:v>3.0375846463577965</c:v>
                </c:pt>
                <c:pt idx="1959">
                  <c:v>3.0364258294020798</c:v>
                </c:pt>
                <c:pt idx="1960">
                  <c:v>3.0328142514694214</c:v>
                </c:pt>
                <c:pt idx="1961">
                  <c:v>3.0302286667292253</c:v>
                </c:pt>
                <c:pt idx="1962">
                  <c:v>3.0303719406601095</c:v>
                </c:pt>
                <c:pt idx="1963">
                  <c:v>3.0301864395212545</c:v>
                </c:pt>
                <c:pt idx="1964">
                  <c:v>3.0306274792489529</c:v>
                </c:pt>
                <c:pt idx="1965">
                  <c:v>3.0314567107137678</c:v>
                </c:pt>
                <c:pt idx="1966">
                  <c:v>3.0313189391160438</c:v>
                </c:pt>
                <c:pt idx="1967">
                  <c:v>3.0320624792062989</c:v>
                </c:pt>
                <c:pt idx="1968">
                  <c:v>3.0328756302090887</c:v>
                </c:pt>
                <c:pt idx="1969">
                  <c:v>3.0312984226644941</c:v>
                </c:pt>
                <c:pt idx="1970">
                  <c:v>3.0293182651868662</c:v>
                </c:pt>
                <c:pt idx="1971">
                  <c:v>3.0267975994472076</c:v>
                </c:pt>
                <c:pt idx="1972">
                  <c:v>3.0261511392815401</c:v>
                </c:pt>
                <c:pt idx="1973">
                  <c:v>3.0268070259249464</c:v>
                </c:pt>
                <c:pt idx="1974">
                  <c:v>3.027703010501352</c:v>
                </c:pt>
                <c:pt idx="1975">
                  <c:v>3.0290492053607228</c:v>
                </c:pt>
                <c:pt idx="1976">
                  <c:v>3.0308020610289788</c:v>
                </c:pt>
                <c:pt idx="1977">
                  <c:v>3.0340416983015279</c:v>
                </c:pt>
                <c:pt idx="1978">
                  <c:v>3.0339536609709699</c:v>
                </c:pt>
                <c:pt idx="1979">
                  <c:v>3.0299708674918744</c:v>
                </c:pt>
                <c:pt idx="1980">
                  <c:v>3.0273547853236993</c:v>
                </c:pt>
                <c:pt idx="1981">
                  <c:v>3.0276859490031818</c:v>
                </c:pt>
                <c:pt idx="1982">
                  <c:v>3.0286430137430367</c:v>
                </c:pt>
                <c:pt idx="1983">
                  <c:v>3.0288432304240636</c:v>
                </c:pt>
                <c:pt idx="1984">
                  <c:v>3.0291819438164866</c:v>
                </c:pt>
                <c:pt idx="1985">
                  <c:v>3.0302282828455165</c:v>
                </c:pt>
                <c:pt idx="1986">
                  <c:v>3.0296346706704314</c:v>
                </c:pt>
                <c:pt idx="1987">
                  <c:v>3.0274791636453595</c:v>
                </c:pt>
                <c:pt idx="1988">
                  <c:v>3.026363768202486</c:v>
                </c:pt>
                <c:pt idx="1989">
                  <c:v>3.0240613616781689</c:v>
                </c:pt>
                <c:pt idx="1990">
                  <c:v>3.0240231012685226</c:v>
                </c:pt>
                <c:pt idx="1991">
                  <c:v>3.0235668341537072</c:v>
                </c:pt>
                <c:pt idx="1992">
                  <c:v>3.0235342466922019</c:v>
                </c:pt>
                <c:pt idx="1993">
                  <c:v>3.0242795355860199</c:v>
                </c:pt>
                <c:pt idx="1994">
                  <c:v>3.0249612277454085</c:v>
                </c:pt>
                <c:pt idx="1995">
                  <c:v>3.0248262286411371</c:v>
                </c:pt>
                <c:pt idx="1996">
                  <c:v>3.0229401226721717</c:v>
                </c:pt>
                <c:pt idx="1997">
                  <c:v>3.024922583452053</c:v>
                </c:pt>
                <c:pt idx="1998">
                  <c:v>3.0264674168038694</c:v>
                </c:pt>
                <c:pt idx="1999">
                  <c:v>3.0261950299855829</c:v>
                </c:pt>
                <c:pt idx="2000">
                  <c:v>3.0264799143512793</c:v>
                </c:pt>
                <c:pt idx="2001">
                  <c:v>3.0268056183513474</c:v>
                </c:pt>
                <c:pt idx="2002">
                  <c:v>3.0260900591180913</c:v>
                </c:pt>
                <c:pt idx="2003">
                  <c:v>3.0244326198783513</c:v>
                </c:pt>
                <c:pt idx="2004">
                  <c:v>3.0238314153365806</c:v>
                </c:pt>
                <c:pt idx="2005">
                  <c:v>3.0226151437857758</c:v>
                </c:pt>
                <c:pt idx="2006">
                  <c:v>3.0221944072408999</c:v>
                </c:pt>
                <c:pt idx="2007">
                  <c:v>3.0233441816025866</c:v>
                </c:pt>
                <c:pt idx="2008">
                  <c:v>3.0261793334072666</c:v>
                </c:pt>
                <c:pt idx="2009">
                  <c:v>3.0265788283869206</c:v>
                </c:pt>
                <c:pt idx="2010">
                  <c:v>3.0244372264828576</c:v>
                </c:pt>
                <c:pt idx="2011">
                  <c:v>3.0211622292553511</c:v>
                </c:pt>
                <c:pt idx="2012">
                  <c:v>3.0213720430290985</c:v>
                </c:pt>
                <c:pt idx="2013">
                  <c:v>3.0207159857707104</c:v>
                </c:pt>
                <c:pt idx="2014">
                  <c:v>3.0187181696424763</c:v>
                </c:pt>
                <c:pt idx="2015">
                  <c:v>3.0192169625414809</c:v>
                </c:pt>
                <c:pt idx="2016">
                  <c:v>3.0200283220869624</c:v>
                </c:pt>
                <c:pt idx="2017">
                  <c:v>3.0205960007848289</c:v>
                </c:pt>
                <c:pt idx="2018">
                  <c:v>3.0212957354785326</c:v>
                </c:pt>
                <c:pt idx="2019">
                  <c:v>3.0222421794357763</c:v>
                </c:pt>
                <c:pt idx="2020">
                  <c:v>3.0197605418731821</c:v>
                </c:pt>
                <c:pt idx="2021">
                  <c:v>3.019760072681982</c:v>
                </c:pt>
                <c:pt idx="2022">
                  <c:v>3.0217429599993175</c:v>
                </c:pt>
                <c:pt idx="2023">
                  <c:v>3.0207007583835939</c:v>
                </c:pt>
                <c:pt idx="2024">
                  <c:v>3.0199307729711746</c:v>
                </c:pt>
                <c:pt idx="2025">
                  <c:v>3.0223292783839351</c:v>
                </c:pt>
                <c:pt idx="2026">
                  <c:v>3.0248738728747773</c:v>
                </c:pt>
                <c:pt idx="2027">
                  <c:v>3.0261911911484947</c:v>
                </c:pt>
                <c:pt idx="2028">
                  <c:v>3.0250274690120538</c:v>
                </c:pt>
                <c:pt idx="2029">
                  <c:v>3.0209600505020346</c:v>
                </c:pt>
                <c:pt idx="2030">
                  <c:v>3.0198484512425035</c:v>
                </c:pt>
                <c:pt idx="2031">
                  <c:v>3.0200561323289796</c:v>
                </c:pt>
                <c:pt idx="2032">
                  <c:v>3.0210853245523488</c:v>
                </c:pt>
                <c:pt idx="2033">
                  <c:v>3.0234556784931286</c:v>
                </c:pt>
                <c:pt idx="2034">
                  <c:v>3.0256008206580618</c:v>
                </c:pt>
                <c:pt idx="2035">
                  <c:v>3.0262936454450067</c:v>
                </c:pt>
                <c:pt idx="2036">
                  <c:v>3.0261066087713164</c:v>
                </c:pt>
                <c:pt idx="2037">
                  <c:v>3.027845601972309</c:v>
                </c:pt>
                <c:pt idx="2038">
                  <c:v>3.0295187804441106</c:v>
                </c:pt>
                <c:pt idx="2039">
                  <c:v>3.0303841396313009</c:v>
                </c:pt>
                <c:pt idx="2040">
                  <c:v>3.0298428209481076</c:v>
                </c:pt>
                <c:pt idx="2041">
                  <c:v>3.0287457666157667</c:v>
                </c:pt>
                <c:pt idx="2042">
                  <c:v>3.0293745681308275</c:v>
                </c:pt>
                <c:pt idx="2043">
                  <c:v>3.0304142105218261</c:v>
                </c:pt>
                <c:pt idx="2044">
                  <c:v>3.027905743753359</c:v>
                </c:pt>
                <c:pt idx="2045">
                  <c:v>3.0245006526023048</c:v>
                </c:pt>
                <c:pt idx="2046">
                  <c:v>3.0254887692688297</c:v>
                </c:pt>
                <c:pt idx="2047">
                  <c:v>3.0289653907509617</c:v>
                </c:pt>
                <c:pt idx="2048">
                  <c:v>3.0295504295232165</c:v>
                </c:pt>
                <c:pt idx="2049">
                  <c:v>3.0271944498946453</c:v>
                </c:pt>
                <c:pt idx="2050">
                  <c:v>3.0268407650375782</c:v>
                </c:pt>
                <c:pt idx="2051">
                  <c:v>3.0265861221773882</c:v>
                </c:pt>
                <c:pt idx="2052">
                  <c:v>3.0262449775214764</c:v>
                </c:pt>
                <c:pt idx="2053">
                  <c:v>3.0267571636965442</c:v>
                </c:pt>
                <c:pt idx="2054">
                  <c:v>3.0264454927787208</c:v>
                </c:pt>
                <c:pt idx="2055">
                  <c:v>3.0246446089931158</c:v>
                </c:pt>
                <c:pt idx="2056">
                  <c:v>3.0235722938331215</c:v>
                </c:pt>
                <c:pt idx="2057">
                  <c:v>3.0225867363913226</c:v>
                </c:pt>
                <c:pt idx="2058">
                  <c:v>3.0195103776562622</c:v>
                </c:pt>
                <c:pt idx="2059">
                  <c:v>3.0188227139725141</c:v>
                </c:pt>
                <c:pt idx="2060">
                  <c:v>3.0224060124719552</c:v>
                </c:pt>
                <c:pt idx="2061">
                  <c:v>3.0239716608515392</c:v>
                </c:pt>
                <c:pt idx="2062">
                  <c:v>3.0221196352251689</c:v>
                </c:pt>
                <c:pt idx="2063">
                  <c:v>3.0187070370149205</c:v>
                </c:pt>
                <c:pt idx="2064">
                  <c:v>3.0179378193699189</c:v>
                </c:pt>
                <c:pt idx="2065">
                  <c:v>3.0179897289781015</c:v>
                </c:pt>
                <c:pt idx="2066">
                  <c:v>3.0160137942212706</c:v>
                </c:pt>
                <c:pt idx="2067">
                  <c:v>3.0158525204098172</c:v>
                </c:pt>
                <c:pt idx="2068">
                  <c:v>3.0187006389531064</c:v>
                </c:pt>
                <c:pt idx="2069">
                  <c:v>3.0215229093266678</c:v>
                </c:pt>
                <c:pt idx="2070">
                  <c:v>3.0219300819804986</c:v>
                </c:pt>
                <c:pt idx="2071">
                  <c:v>3.0212394325345708</c:v>
                </c:pt>
                <c:pt idx="2072">
                  <c:v>3.0200920041288826</c:v>
                </c:pt>
                <c:pt idx="2073">
                  <c:v>3.0213429958284639</c:v>
                </c:pt>
                <c:pt idx="2074">
                  <c:v>3.0232162630200556</c:v>
                </c:pt>
                <c:pt idx="2075">
                  <c:v>3.0228180903065098</c:v>
                </c:pt>
                <c:pt idx="2076">
                  <c:v>3.0218683620108684</c:v>
                </c:pt>
                <c:pt idx="2077">
                  <c:v>3.022165573308992</c:v>
                </c:pt>
                <c:pt idx="2078">
                  <c:v>3.0236883973281694</c:v>
                </c:pt>
                <c:pt idx="2079">
                  <c:v>3.0232215094307433</c:v>
                </c:pt>
                <c:pt idx="2080">
                  <c:v>3.0224720831236191</c:v>
                </c:pt>
                <c:pt idx="2081">
                  <c:v>3.0227501428900472</c:v>
                </c:pt>
                <c:pt idx="2082">
                  <c:v>3.0230967472253738</c:v>
                </c:pt>
                <c:pt idx="2083">
                  <c:v>3.0239656040196889</c:v>
                </c:pt>
                <c:pt idx="2084">
                  <c:v>3.0252652209890551</c:v>
                </c:pt>
                <c:pt idx="2085">
                  <c:v>3.0242205881098418</c:v>
                </c:pt>
                <c:pt idx="2086">
                  <c:v>3.0224753248082714</c:v>
                </c:pt>
                <c:pt idx="2087">
                  <c:v>3.022246871347773</c:v>
                </c:pt>
                <c:pt idx="2088">
                  <c:v>3.0213095126383047</c:v>
                </c:pt>
                <c:pt idx="2089">
                  <c:v>3.0192482277368775</c:v>
                </c:pt>
                <c:pt idx="2090">
                  <c:v>3.0193366489511444</c:v>
                </c:pt>
                <c:pt idx="2091">
                  <c:v>3.0191001339327608</c:v>
                </c:pt>
                <c:pt idx="2092">
                  <c:v>3.0174319459491739</c:v>
                </c:pt>
                <c:pt idx="2093">
                  <c:v>3.0185197017650118</c:v>
                </c:pt>
                <c:pt idx="2094">
                  <c:v>3.0187995956424936</c:v>
                </c:pt>
                <c:pt idx="2095">
                  <c:v>3.0193194594917379</c:v>
                </c:pt>
                <c:pt idx="2096">
                  <c:v>3.018839476894466</c:v>
                </c:pt>
                <c:pt idx="2097">
                  <c:v>3.0195236429710892</c:v>
                </c:pt>
                <c:pt idx="2098">
                  <c:v>3.0202684200199621</c:v>
                </c:pt>
                <c:pt idx="2099">
                  <c:v>3.0196234953891303</c:v>
                </c:pt>
                <c:pt idx="2100">
                  <c:v>3.0189338696330923</c:v>
                </c:pt>
                <c:pt idx="2101">
                  <c:v>3.0197856222754922</c:v>
                </c:pt>
                <c:pt idx="2102">
                  <c:v>3.0218668691297781</c:v>
                </c:pt>
                <c:pt idx="2103">
                  <c:v>3.0229595301263403</c:v>
                </c:pt>
                <c:pt idx="2104">
                  <c:v>3.02180084113186</c:v>
                </c:pt>
                <c:pt idx="2105">
                  <c:v>3.0202210317087945</c:v>
                </c:pt>
                <c:pt idx="2106">
                  <c:v>3.0197644233640157</c:v>
                </c:pt>
                <c:pt idx="2107">
                  <c:v>3.0193197154142104</c:v>
                </c:pt>
                <c:pt idx="2108">
                  <c:v>3.0199581566757376</c:v>
                </c:pt>
                <c:pt idx="2109">
                  <c:v>3.0202380505532189</c:v>
                </c:pt>
                <c:pt idx="2110">
                  <c:v>3.0210436518430686</c:v>
                </c:pt>
                <c:pt idx="2111">
                  <c:v>3.0212187028142941</c:v>
                </c:pt>
                <c:pt idx="2112">
                  <c:v>3.0189696987792498</c:v>
                </c:pt>
                <c:pt idx="2113">
                  <c:v>3.0158564019006509</c:v>
                </c:pt>
                <c:pt idx="2114">
                  <c:v>3.0137368519829728</c:v>
                </c:pt>
                <c:pt idx="2115">
                  <c:v>3.0145972633356934</c:v>
                </c:pt>
                <c:pt idx="2116">
                  <c:v>3.018649155882378</c:v>
                </c:pt>
                <c:pt idx="2117">
                  <c:v>3.0195497897170349</c:v>
                </c:pt>
                <c:pt idx="2118">
                  <c:v>3.01898424370644</c:v>
                </c:pt>
                <c:pt idx="2119">
                  <c:v>3.0196585994216152</c:v>
                </c:pt>
                <c:pt idx="2120">
                  <c:v>3.0208038098325414</c:v>
                </c:pt>
                <c:pt idx="2121">
                  <c:v>3.0211053718126988</c:v>
                </c:pt>
                <c:pt idx="2122">
                  <c:v>3.019576277692944</c:v>
                </c:pt>
                <c:pt idx="2123">
                  <c:v>3.0199398155652046</c:v>
                </c:pt>
                <c:pt idx="2124">
                  <c:v>3.0197005280533684</c:v>
                </c:pt>
                <c:pt idx="2125">
                  <c:v>3.0184993559284439</c:v>
                </c:pt>
                <c:pt idx="2126">
                  <c:v>3.0202749033892666</c:v>
                </c:pt>
                <c:pt idx="2127">
                  <c:v>3.022179990274946</c:v>
                </c:pt>
                <c:pt idx="2128">
                  <c:v>3.022175767554149</c:v>
                </c:pt>
                <c:pt idx="2129">
                  <c:v>3.0204015423594344</c:v>
                </c:pt>
                <c:pt idx="2130">
                  <c:v>3.0185969903517229</c:v>
                </c:pt>
                <c:pt idx="2131">
                  <c:v>3.0194763826211579</c:v>
                </c:pt>
                <c:pt idx="2132">
                  <c:v>3.0207338576900438</c:v>
                </c:pt>
                <c:pt idx="2133">
                  <c:v>3.0204297364851609</c:v>
                </c:pt>
                <c:pt idx="2134">
                  <c:v>3.0191322522030659</c:v>
                </c:pt>
                <c:pt idx="2135">
                  <c:v>3.0179792788104725</c:v>
                </c:pt>
                <c:pt idx="2136">
                  <c:v>3.0182809260981207</c:v>
                </c:pt>
                <c:pt idx="2137">
                  <c:v>3.0179680608754254</c:v>
                </c:pt>
                <c:pt idx="2138">
                  <c:v>3.0189565614256586</c:v>
                </c:pt>
                <c:pt idx="2139">
                  <c:v>3.017865222695205</c:v>
                </c:pt>
                <c:pt idx="2140">
                  <c:v>3.0176625747506889</c:v>
                </c:pt>
                <c:pt idx="2141">
                  <c:v>3.0182175426324185</c:v>
                </c:pt>
                <c:pt idx="2142">
                  <c:v>3.018833548023852</c:v>
                </c:pt>
                <c:pt idx="2143">
                  <c:v>3.0197288074865853</c:v>
                </c:pt>
                <c:pt idx="2144">
                  <c:v>3.0196072443121231</c:v>
                </c:pt>
                <c:pt idx="2145">
                  <c:v>3.0198594985625689</c:v>
                </c:pt>
                <c:pt idx="2146">
                  <c:v>3.0205465224401356</c:v>
                </c:pt>
                <c:pt idx="2147">
                  <c:v>3.0208140467314433</c:v>
                </c:pt>
                <c:pt idx="2148">
                  <c:v>3.0203486090613616</c:v>
                </c:pt>
                <c:pt idx="2149">
                  <c:v>3.0196472961790777</c:v>
                </c:pt>
                <c:pt idx="2150">
                  <c:v>3.0188297091867637</c:v>
                </c:pt>
                <c:pt idx="2151">
                  <c:v>3.0182701347005279</c:v>
                </c:pt>
                <c:pt idx="2152">
                  <c:v>3.0188676283664471</c:v>
                </c:pt>
                <c:pt idx="2153">
                  <c:v>3.0197630157904167</c:v>
                </c:pt>
                <c:pt idx="2154">
                  <c:v>3.0190328689762249</c:v>
                </c:pt>
                <c:pt idx="2155">
                  <c:v>3.0199162706977298</c:v>
                </c:pt>
                <c:pt idx="2156">
                  <c:v>3.0217606186499237</c:v>
                </c:pt>
                <c:pt idx="2157">
                  <c:v>3.0202144630319987</c:v>
                </c:pt>
                <c:pt idx="2158">
                  <c:v>3.0182158791363469</c:v>
                </c:pt>
                <c:pt idx="2159">
                  <c:v>3.0190942477158917</c:v>
                </c:pt>
                <c:pt idx="2160">
                  <c:v>3.0181142779147438</c:v>
                </c:pt>
                <c:pt idx="2161">
                  <c:v>3.0171558909087808</c:v>
                </c:pt>
                <c:pt idx="2162">
                  <c:v>3.0189366421265453</c:v>
                </c:pt>
                <c:pt idx="2163">
                  <c:v>3.0196943432602819</c:v>
                </c:pt>
                <c:pt idx="2164">
                  <c:v>3.0187489229929279</c:v>
                </c:pt>
                <c:pt idx="2165">
                  <c:v>3.0173035155216978</c:v>
                </c:pt>
                <c:pt idx="2166">
                  <c:v>3.0189100688431449</c:v>
                </c:pt>
                <c:pt idx="2167">
                  <c:v>3.0205716454961911</c:v>
                </c:pt>
                <c:pt idx="2168">
                  <c:v>3.0227771000571559</c:v>
                </c:pt>
                <c:pt idx="2169">
                  <c:v>3.0257013981897751</c:v>
                </c:pt>
                <c:pt idx="2170">
                  <c:v>3.0261571961133908</c:v>
                </c:pt>
                <c:pt idx="2171">
                  <c:v>3.0239692722417955</c:v>
                </c:pt>
                <c:pt idx="2172">
                  <c:v>3.0244147479590184</c:v>
                </c:pt>
                <c:pt idx="2173">
                  <c:v>3.0256772561698644</c:v>
                </c:pt>
                <c:pt idx="2174">
                  <c:v>3.0249829385018296</c:v>
                </c:pt>
                <c:pt idx="2175">
                  <c:v>3.0257332178838623</c:v>
                </c:pt>
                <c:pt idx="2176">
                  <c:v>3.0270449911706745</c:v>
                </c:pt>
                <c:pt idx="2177">
                  <c:v>3.0281260930022267</c:v>
                </c:pt>
                <c:pt idx="2178">
                  <c:v>3.028154415089189</c:v>
                </c:pt>
                <c:pt idx="2179">
                  <c:v>3.0293282461632955</c:v>
                </c:pt>
                <c:pt idx="2180">
                  <c:v>3.027026351483924</c:v>
                </c:pt>
                <c:pt idx="2181">
                  <c:v>3.0227892563746024</c:v>
                </c:pt>
                <c:pt idx="2182">
                  <c:v>3.023312319254754</c:v>
                </c:pt>
                <c:pt idx="2183">
                  <c:v>3.0225487745578938</c:v>
                </c:pt>
                <c:pt idx="2184">
                  <c:v>3.0208621175025381</c:v>
                </c:pt>
                <c:pt idx="2185">
                  <c:v>3.0217883435844501</c:v>
                </c:pt>
                <c:pt idx="2186">
                  <c:v>3.0238686947100826</c:v>
                </c:pt>
                <c:pt idx="2187">
                  <c:v>3.0260663862893802</c:v>
                </c:pt>
                <c:pt idx="2188">
                  <c:v>3.0254420634175885</c:v>
                </c:pt>
                <c:pt idx="2189">
                  <c:v>3.0244766385436304</c:v>
                </c:pt>
                <c:pt idx="2190">
                  <c:v>3.0262209634628014</c:v>
                </c:pt>
                <c:pt idx="2191">
                  <c:v>3.0320008871979049</c:v>
                </c:pt>
                <c:pt idx="2192">
                  <c:v>3.0375059075437414</c:v>
                </c:pt>
                <c:pt idx="2193">
                  <c:v>3.0434620339011969</c:v>
                </c:pt>
                <c:pt idx="2194">
                  <c:v>3.0484857920373987</c:v>
                </c:pt>
                <c:pt idx="2195">
                  <c:v>3.0536366583349683</c:v>
                </c:pt>
                <c:pt idx="2196">
                  <c:v>3.0590391817305478</c:v>
                </c:pt>
                <c:pt idx="2197">
                  <c:v>3.0648908490654563</c:v>
                </c:pt>
                <c:pt idx="2198">
                  <c:v>3.0690794468662292</c:v>
                </c:pt>
                <c:pt idx="2199">
                  <c:v>3.0726034993132747</c:v>
                </c:pt>
                <c:pt idx="2200">
                  <c:v>3.0743331086902739</c:v>
                </c:pt>
                <c:pt idx="2201">
                  <c:v>3.0744892213985309</c:v>
                </c:pt>
                <c:pt idx="2202">
                  <c:v>3.0730006056831849</c:v>
                </c:pt>
                <c:pt idx="2203">
                  <c:v>3.0677725361063954</c:v>
                </c:pt>
                <c:pt idx="2204">
                  <c:v>3.0598508825059927</c:v>
                </c:pt>
                <c:pt idx="2205">
                  <c:v>3.052464959948133</c:v>
                </c:pt>
                <c:pt idx="2206">
                  <c:v>3.046676846693908</c:v>
                </c:pt>
                <c:pt idx="2207">
                  <c:v>3.0424200455542003</c:v>
                </c:pt>
                <c:pt idx="2208">
                  <c:v>3.0413917490594851</c:v>
                </c:pt>
                <c:pt idx="2209">
                  <c:v>3.0416193920988204</c:v>
                </c:pt>
                <c:pt idx="2210">
                  <c:v>3.0363322044308712</c:v>
                </c:pt>
                <c:pt idx="2211">
                  <c:v>3.0302710218984328</c:v>
                </c:pt>
                <c:pt idx="2212">
                  <c:v>3.0263067827985974</c:v>
                </c:pt>
                <c:pt idx="2213">
                  <c:v>3.0253586326915367</c:v>
                </c:pt>
                <c:pt idx="2214">
                  <c:v>3.0262146507084786</c:v>
                </c:pt>
                <c:pt idx="2215">
                  <c:v>3.0288346996749786</c:v>
                </c:pt>
                <c:pt idx="2216">
                  <c:v>3.0265197102957613</c:v>
                </c:pt>
                <c:pt idx="2217">
                  <c:v>3.0237133924229886</c:v>
                </c:pt>
                <c:pt idx="2218">
                  <c:v>3.0232060261211537</c:v>
                </c:pt>
                <c:pt idx="2219">
                  <c:v>3.0239687177431049</c:v>
                </c:pt>
                <c:pt idx="2220">
                  <c:v>3.0252527660953907</c:v>
                </c:pt>
                <c:pt idx="2221">
                  <c:v>3.0261310920211906</c:v>
                </c:pt>
                <c:pt idx="2222">
                  <c:v>3.0257252416334679</c:v>
                </c:pt>
                <c:pt idx="2223">
                  <c:v>3.0263241428729857</c:v>
                </c:pt>
                <c:pt idx="2224">
                  <c:v>3.0249215171084174</c:v>
                </c:pt>
                <c:pt idx="2225">
                  <c:v>3.0257204644139803</c:v>
                </c:pt>
                <c:pt idx="2226">
                  <c:v>3.0264178531516852</c:v>
                </c:pt>
                <c:pt idx="2227">
                  <c:v>3.023420446499407</c:v>
                </c:pt>
                <c:pt idx="2228">
                  <c:v>3.0217903909642305</c:v>
                </c:pt>
                <c:pt idx="2229">
                  <c:v>3.0221384028731562</c:v>
                </c:pt>
                <c:pt idx="2230">
                  <c:v>3.0241577591428301</c:v>
                </c:pt>
                <c:pt idx="2231">
                  <c:v>3.0245286761130497</c:v>
                </c:pt>
                <c:pt idx="2232">
                  <c:v>3.0241403137609515</c:v>
                </c:pt>
                <c:pt idx="2233">
                  <c:v>3.023850396253295</c:v>
                </c:pt>
                <c:pt idx="2234">
                  <c:v>3.0246534809721641</c:v>
                </c:pt>
                <c:pt idx="2235">
                  <c:v>3.0240963804031633</c:v>
                </c:pt>
                <c:pt idx="2236">
                  <c:v>3.0222486201513354</c:v>
                </c:pt>
                <c:pt idx="2237">
                  <c:v>3.0211147129829472</c:v>
                </c:pt>
                <c:pt idx="2238">
                  <c:v>3.02087487097242</c:v>
                </c:pt>
                <c:pt idx="2239">
                  <c:v>3.0229163218822244</c:v>
                </c:pt>
                <c:pt idx="2240">
                  <c:v>3.0238086382365235</c:v>
                </c:pt>
                <c:pt idx="2241">
                  <c:v>3.0240706175409264</c:v>
                </c:pt>
                <c:pt idx="2242">
                  <c:v>3.0239908976907262</c:v>
                </c:pt>
                <c:pt idx="2243">
                  <c:v>3.0229014357250712</c:v>
                </c:pt>
                <c:pt idx="2244">
                  <c:v>3.0204095612635746</c:v>
                </c:pt>
                <c:pt idx="2245">
                  <c:v>3.0177009204678265</c:v>
                </c:pt>
                <c:pt idx="2246">
                  <c:v>3.0181136381085625</c:v>
                </c:pt>
                <c:pt idx="2247">
                  <c:v>3.0221953456232993</c:v>
                </c:pt>
                <c:pt idx="2248">
                  <c:v>3.0250244405961286</c:v>
                </c:pt>
                <c:pt idx="2249">
                  <c:v>3.024318179879375</c:v>
                </c:pt>
                <c:pt idx="2250">
                  <c:v>3.0229779565443642</c:v>
                </c:pt>
                <c:pt idx="2251">
                  <c:v>3.022310126852239</c:v>
                </c:pt>
                <c:pt idx="2252">
                  <c:v>3.0238799552988747</c:v>
                </c:pt>
                <c:pt idx="2253">
                  <c:v>3.0255407641845031</c:v>
                </c:pt>
                <c:pt idx="2254">
                  <c:v>3.0238068467792156</c:v>
                </c:pt>
                <c:pt idx="2255">
                  <c:v>3.0242731801779512</c:v>
                </c:pt>
                <c:pt idx="2256">
                  <c:v>3.0257481466947613</c:v>
                </c:pt>
                <c:pt idx="2257">
                  <c:v>3.0255612806360528</c:v>
                </c:pt>
                <c:pt idx="2258">
                  <c:v>3.0242423841737542</c:v>
                </c:pt>
                <c:pt idx="2259">
                  <c:v>3.0246934048778824</c:v>
                </c:pt>
                <c:pt idx="2260">
                  <c:v>3.0244026342953174</c:v>
                </c:pt>
                <c:pt idx="2261">
                  <c:v>3.0234324322018717</c:v>
                </c:pt>
                <c:pt idx="2262">
                  <c:v>3.0219935934074371</c:v>
                </c:pt>
                <c:pt idx="2263">
                  <c:v>3.020035573223685</c:v>
                </c:pt>
                <c:pt idx="2264">
                  <c:v>3.0193066633681105</c:v>
                </c:pt>
                <c:pt idx="2265">
                  <c:v>3.0195221927437448</c:v>
                </c:pt>
                <c:pt idx="2266">
                  <c:v>3.0198871808433498</c:v>
                </c:pt>
                <c:pt idx="2267">
                  <c:v>3.022301126911954</c:v>
                </c:pt>
                <c:pt idx="2268">
                  <c:v>3.0241389914948433</c:v>
                </c:pt>
                <c:pt idx="2269">
                  <c:v>3.0232446704145093</c:v>
                </c:pt>
                <c:pt idx="2270">
                  <c:v>3.0214213081050647</c:v>
                </c:pt>
                <c:pt idx="2271">
                  <c:v>3.0198734463373227</c:v>
                </c:pt>
                <c:pt idx="2272">
                  <c:v>3.0192462230108426</c:v>
                </c:pt>
                <c:pt idx="2273">
                  <c:v>3.019360577702328</c:v>
                </c:pt>
                <c:pt idx="2274">
                  <c:v>3.0207358624160787</c:v>
                </c:pt>
                <c:pt idx="2275">
                  <c:v>3.0217120360338843</c:v>
                </c:pt>
                <c:pt idx="2276">
                  <c:v>3.0203856751661364</c:v>
                </c:pt>
                <c:pt idx="2277">
                  <c:v>3.0175537650461086</c:v>
                </c:pt>
                <c:pt idx="2278">
                  <c:v>3.0170983510062017</c:v>
                </c:pt>
                <c:pt idx="2279">
                  <c:v>3.0174583059638467</c:v>
                </c:pt>
                <c:pt idx="2280">
                  <c:v>3.0156929527481808</c:v>
                </c:pt>
                <c:pt idx="2281">
                  <c:v>3.0124280218045945</c:v>
                </c:pt>
                <c:pt idx="2282">
                  <c:v>3.0123221552084489</c:v>
                </c:pt>
                <c:pt idx="2283">
                  <c:v>3.0152825810634432</c:v>
                </c:pt>
                <c:pt idx="2284">
                  <c:v>3.0173521407914827</c:v>
                </c:pt>
                <c:pt idx="2285">
                  <c:v>3.0184156266261741</c:v>
                </c:pt>
                <c:pt idx="2286">
                  <c:v>3.0203983859822729</c:v>
                </c:pt>
                <c:pt idx="2287">
                  <c:v>3.0216425530825863</c:v>
                </c:pt>
                <c:pt idx="2288">
                  <c:v>3.0228865069141722</c:v>
                </c:pt>
                <c:pt idx="2289">
                  <c:v>3.0225804662907452</c:v>
                </c:pt>
                <c:pt idx="2290">
                  <c:v>3.0200979329994966</c:v>
                </c:pt>
                <c:pt idx="2291">
                  <c:v>3.0217041877447257</c:v>
                </c:pt>
                <c:pt idx="2292">
                  <c:v>3.0236429710892914</c:v>
                </c:pt>
                <c:pt idx="2293">
                  <c:v>3.0230877046313438</c:v>
                </c:pt>
                <c:pt idx="2294">
                  <c:v>3.0216378185168438</c:v>
                </c:pt>
                <c:pt idx="2295">
                  <c:v>3.023493555019066</c:v>
                </c:pt>
                <c:pt idx="2296">
                  <c:v>3.025006739291777</c:v>
                </c:pt>
                <c:pt idx="2297">
                  <c:v>3.023097472339046</c:v>
                </c:pt>
                <c:pt idx="2298">
                  <c:v>3.0213275551726197</c:v>
                </c:pt>
                <c:pt idx="2299">
                  <c:v>3.0199072281036998</c:v>
                </c:pt>
                <c:pt idx="2300">
                  <c:v>3.0182003105192665</c:v>
                </c:pt>
                <c:pt idx="2301">
                  <c:v>3.0187452974245668</c:v>
                </c:pt>
                <c:pt idx="2302">
                  <c:v>3.0188201974015336</c:v>
                </c:pt>
                <c:pt idx="2303">
                  <c:v>3.0191140390537692</c:v>
                </c:pt>
                <c:pt idx="2304">
                  <c:v>3.0211417554575468</c:v>
                </c:pt>
                <c:pt idx="2305">
                  <c:v>3.0206896257560376</c:v>
                </c:pt>
                <c:pt idx="2306">
                  <c:v>3.0197523950078056</c:v>
                </c:pt>
                <c:pt idx="2307">
                  <c:v>3.0188888272779231</c:v>
                </c:pt>
                <c:pt idx="2308">
                  <c:v>3.0177596120215315</c:v>
                </c:pt>
                <c:pt idx="2309">
                  <c:v>3.0185231993721366</c:v>
                </c:pt>
                <c:pt idx="2310">
                  <c:v>3.0167095194629039</c:v>
                </c:pt>
                <c:pt idx="2311">
                  <c:v>3.0181536899755166</c:v>
                </c:pt>
                <c:pt idx="2312">
                  <c:v>3.0215950794639279</c:v>
                </c:pt>
                <c:pt idx="2313">
                  <c:v>3.0214444690888307</c:v>
                </c:pt>
                <c:pt idx="2314">
                  <c:v>3.0199086356772988</c:v>
                </c:pt>
                <c:pt idx="2315">
                  <c:v>3.0193948713136503</c:v>
                </c:pt>
                <c:pt idx="2316">
                  <c:v>3.0213549388771828</c:v>
                </c:pt>
                <c:pt idx="2317">
                  <c:v>3.0201132883478499</c:v>
                </c:pt>
                <c:pt idx="2318">
                  <c:v>3.0199367018417886</c:v>
                </c:pt>
                <c:pt idx="2319">
                  <c:v>3.0206347730394207</c:v>
                </c:pt>
                <c:pt idx="2320">
                  <c:v>3.0233970722469139</c:v>
                </c:pt>
                <c:pt idx="2321">
                  <c:v>3.0240576934560623</c:v>
                </c:pt>
                <c:pt idx="2322">
                  <c:v>3.0230906477397781</c:v>
                </c:pt>
                <c:pt idx="2323">
                  <c:v>3.0212351671600284</c:v>
                </c:pt>
                <c:pt idx="2324">
                  <c:v>3.0176410772629945</c:v>
                </c:pt>
                <c:pt idx="2325">
                  <c:v>3.0161792480997756</c:v>
                </c:pt>
                <c:pt idx="2326">
                  <c:v>3.0172426486269761</c:v>
                </c:pt>
                <c:pt idx="2327">
                  <c:v>3.018479479283076</c:v>
                </c:pt>
                <c:pt idx="2328">
                  <c:v>3.0203010501352123</c:v>
                </c:pt>
                <c:pt idx="2329">
                  <c:v>3.0194654206085838</c:v>
                </c:pt>
                <c:pt idx="2330">
                  <c:v>3.0177709152640695</c:v>
                </c:pt>
                <c:pt idx="2331">
                  <c:v>3.0187613352328468</c:v>
                </c:pt>
                <c:pt idx="2332">
                  <c:v>3.0171442464362794</c:v>
                </c:pt>
                <c:pt idx="2333">
                  <c:v>3.0166660552963154</c:v>
                </c:pt>
                <c:pt idx="2334">
                  <c:v>3.0202997705228496</c:v>
                </c:pt>
                <c:pt idx="2335">
                  <c:v>3.0220857254975559</c:v>
                </c:pt>
                <c:pt idx="2336">
                  <c:v>3.0207239193673598</c:v>
                </c:pt>
                <c:pt idx="2337">
                  <c:v>3.0207237060986327</c:v>
                </c:pt>
                <c:pt idx="2338">
                  <c:v>3.0217120786876297</c:v>
                </c:pt>
                <c:pt idx="2339">
                  <c:v>3.0189887223497096</c:v>
                </c:pt>
                <c:pt idx="2340">
                  <c:v>3.0162497120872183</c:v>
                </c:pt>
                <c:pt idx="2341">
                  <c:v>3.0180748232002252</c:v>
                </c:pt>
                <c:pt idx="2342">
                  <c:v>3.0195353727510814</c:v>
                </c:pt>
                <c:pt idx="2343">
                  <c:v>3.0180448376171913</c:v>
                </c:pt>
                <c:pt idx="2344">
                  <c:v>3.0164353838410549</c:v>
                </c:pt>
                <c:pt idx="2345">
                  <c:v>3.0156186925773953</c:v>
                </c:pt>
                <c:pt idx="2346">
                  <c:v>3.0153192632845092</c:v>
                </c:pt>
                <c:pt idx="2347">
                  <c:v>3.0162667309316431</c:v>
                </c:pt>
                <c:pt idx="2348">
                  <c:v>3.0163111761343764</c:v>
                </c:pt>
                <c:pt idx="2349">
                  <c:v>3.0158457811180401</c:v>
                </c:pt>
                <c:pt idx="2350">
                  <c:v>3.018429574400928</c:v>
                </c:pt>
                <c:pt idx="2351">
                  <c:v>3.0188424626566457</c:v>
                </c:pt>
                <c:pt idx="2352">
                  <c:v>3.0171799049674553</c:v>
                </c:pt>
                <c:pt idx="2353">
                  <c:v>3.017756540951861</c:v>
                </c:pt>
                <c:pt idx="2354">
                  <c:v>3.0204357080095203</c:v>
                </c:pt>
                <c:pt idx="2355">
                  <c:v>3.0215178761847077</c:v>
                </c:pt>
                <c:pt idx="2356">
                  <c:v>3.0211000827482661</c:v>
                </c:pt>
                <c:pt idx="2357">
                  <c:v>3.0220704981104389</c:v>
                </c:pt>
                <c:pt idx="2358">
                  <c:v>3.0225542342373082</c:v>
                </c:pt>
                <c:pt idx="2359">
                  <c:v>3.0215297339259362</c:v>
                </c:pt>
                <c:pt idx="2360">
                  <c:v>3.0206873224537847</c:v>
                </c:pt>
                <c:pt idx="2361">
                  <c:v>3.0203025856700476</c:v>
                </c:pt>
                <c:pt idx="2362">
                  <c:v>3.0194624348464041</c:v>
                </c:pt>
                <c:pt idx="2363">
                  <c:v>3.0209696049410097</c:v>
                </c:pt>
                <c:pt idx="2364">
                  <c:v>3.0202119038072732</c:v>
                </c:pt>
                <c:pt idx="2365">
                  <c:v>3.0195969647594754</c:v>
                </c:pt>
                <c:pt idx="2366">
                  <c:v>3.0203542820095031</c:v>
                </c:pt>
                <c:pt idx="2367">
                  <c:v>3.0209519889441494</c:v>
                </c:pt>
                <c:pt idx="2368">
                  <c:v>3.0211356559719511</c:v>
                </c:pt>
                <c:pt idx="2369">
                  <c:v>3.0216806002235055</c:v>
                </c:pt>
                <c:pt idx="2370">
                  <c:v>3.0214971891181763</c:v>
                </c:pt>
                <c:pt idx="2371">
                  <c:v>3.0210901444255822</c:v>
                </c:pt>
                <c:pt idx="2372">
                  <c:v>3.021122433310869</c:v>
                </c:pt>
                <c:pt idx="2373">
                  <c:v>3.0205606834836165</c:v>
                </c:pt>
                <c:pt idx="2374">
                  <c:v>3.0218097131109083</c:v>
                </c:pt>
                <c:pt idx="2375">
                  <c:v>3.0236916816665671</c:v>
                </c:pt>
                <c:pt idx="2376">
                  <c:v>3.024462733422622</c:v>
                </c:pt>
                <c:pt idx="2377">
                  <c:v>3.0245554626651767</c:v>
                </c:pt>
                <c:pt idx="2378">
                  <c:v>3.0229717717512776</c:v>
                </c:pt>
                <c:pt idx="2379">
                  <c:v>3.0205998822756626</c:v>
                </c:pt>
                <c:pt idx="2380">
                  <c:v>3.0201944584253941</c:v>
                </c:pt>
                <c:pt idx="2381">
                  <c:v>3.0183553142301425</c:v>
                </c:pt>
                <c:pt idx="2382">
                  <c:v>3.018294020797966</c:v>
                </c:pt>
                <c:pt idx="2383">
                  <c:v>3.0184723561075897</c:v>
                </c:pt>
                <c:pt idx="2384">
                  <c:v>3.0190334661286609</c:v>
                </c:pt>
                <c:pt idx="2385">
                  <c:v>3.021309939175759</c:v>
                </c:pt>
                <c:pt idx="2386">
                  <c:v>3.0211157793265828</c:v>
                </c:pt>
                <c:pt idx="2387">
                  <c:v>3.0200693976438071</c:v>
                </c:pt>
                <c:pt idx="2388">
                  <c:v>3.0199295786663027</c:v>
                </c:pt>
                <c:pt idx="2389">
                  <c:v>3.0197386178480334</c:v>
                </c:pt>
                <c:pt idx="2390">
                  <c:v>3.0193439853953574</c:v>
                </c:pt>
                <c:pt idx="2391">
                  <c:v>3.0191520435409434</c:v>
                </c:pt>
                <c:pt idx="2392">
                  <c:v>3.0196368886651936</c:v>
                </c:pt>
                <c:pt idx="2393">
                  <c:v>3.0168684899721043</c:v>
                </c:pt>
                <c:pt idx="2394">
                  <c:v>3.0158357574878649</c:v>
                </c:pt>
                <c:pt idx="2395">
                  <c:v>3.0158999513747302</c:v>
                </c:pt>
                <c:pt idx="2396">
                  <c:v>3.0186562364041185</c:v>
                </c:pt>
                <c:pt idx="2397">
                  <c:v>3.0217954241061906</c:v>
                </c:pt>
                <c:pt idx="2398">
                  <c:v>3.0215023075676277</c:v>
                </c:pt>
                <c:pt idx="2399">
                  <c:v>3.019423833206794</c:v>
                </c:pt>
                <c:pt idx="2400">
                  <c:v>3.018513687586907</c:v>
                </c:pt>
                <c:pt idx="2401">
                  <c:v>3.0198764747532483</c:v>
                </c:pt>
                <c:pt idx="2402">
                  <c:v>3.0194907569333664</c:v>
                </c:pt>
                <c:pt idx="2403">
                  <c:v>3.0191395886472789</c:v>
                </c:pt>
                <c:pt idx="2404">
                  <c:v>3.0183313428252134</c:v>
                </c:pt>
                <c:pt idx="2405">
                  <c:v>3.0175782482959828</c:v>
                </c:pt>
                <c:pt idx="2406">
                  <c:v>3.0188010032160926</c:v>
                </c:pt>
                <c:pt idx="2407">
                  <c:v>3.0192567158322174</c:v>
                </c:pt>
                <c:pt idx="2408">
                  <c:v>3.0209616286906154</c:v>
                </c:pt>
                <c:pt idx="2409">
                  <c:v>3.0223222405159396</c:v>
                </c:pt>
                <c:pt idx="2410">
                  <c:v>3.0215398428636018</c:v>
                </c:pt>
                <c:pt idx="2411">
                  <c:v>3.018981471212987</c:v>
                </c:pt>
                <c:pt idx="2412">
                  <c:v>3.0187334396833387</c:v>
                </c:pt>
                <c:pt idx="2413">
                  <c:v>3.0183941717922251</c:v>
                </c:pt>
                <c:pt idx="2414">
                  <c:v>3.0197077791900906</c:v>
                </c:pt>
                <c:pt idx="2415">
                  <c:v>3.0225801677145272</c:v>
                </c:pt>
                <c:pt idx="2416">
                  <c:v>3.023865325064194</c:v>
                </c:pt>
                <c:pt idx="2417">
                  <c:v>3.0253205002431263</c:v>
                </c:pt>
                <c:pt idx="2418">
                  <c:v>3.0255985600095543</c:v>
                </c:pt>
                <c:pt idx="2419">
                  <c:v>3.0246163722136439</c:v>
                </c:pt>
                <c:pt idx="2420">
                  <c:v>3.0216055296315569</c:v>
                </c:pt>
                <c:pt idx="2421">
                  <c:v>3.019301331649932</c:v>
                </c:pt>
                <c:pt idx="2422">
                  <c:v>3.0200586915537055</c:v>
                </c:pt>
                <c:pt idx="2423">
                  <c:v>3.0221920186311562</c:v>
                </c:pt>
                <c:pt idx="2424">
                  <c:v>3.0236145210410927</c:v>
                </c:pt>
                <c:pt idx="2425">
                  <c:v>3.0251178522986102</c:v>
                </c:pt>
                <c:pt idx="2426">
                  <c:v>3.0245891164703171</c:v>
                </c:pt>
                <c:pt idx="2427">
                  <c:v>3.0216996237939653</c:v>
                </c:pt>
                <c:pt idx="2428">
                  <c:v>3.0213217969169874</c:v>
                </c:pt>
                <c:pt idx="2429">
                  <c:v>3.0231272446533528</c:v>
                </c:pt>
                <c:pt idx="2430">
                  <c:v>3.0238981684481714</c:v>
                </c:pt>
                <c:pt idx="2431">
                  <c:v>3.0225108980319564</c:v>
                </c:pt>
                <c:pt idx="2432">
                  <c:v>3.0206617728602749</c:v>
                </c:pt>
                <c:pt idx="2433">
                  <c:v>3.0189912815744351</c:v>
                </c:pt>
                <c:pt idx="2434">
                  <c:v>3.0184581524103633</c:v>
                </c:pt>
                <c:pt idx="2435">
                  <c:v>3.0209670457162843</c:v>
                </c:pt>
                <c:pt idx="2436">
                  <c:v>3.0209448231149176</c:v>
                </c:pt>
                <c:pt idx="2437">
                  <c:v>3.0196099314980849</c:v>
                </c:pt>
                <c:pt idx="2438">
                  <c:v>3.0217990923282971</c:v>
                </c:pt>
                <c:pt idx="2439">
                  <c:v>3.0222186345683015</c:v>
                </c:pt>
                <c:pt idx="2440">
                  <c:v>3.0193371181423441</c:v>
                </c:pt>
                <c:pt idx="2441">
                  <c:v>3.0174032826322481</c:v>
                </c:pt>
                <c:pt idx="2442">
                  <c:v>3.0183026368545423</c:v>
                </c:pt>
                <c:pt idx="2443">
                  <c:v>3.0190609777944601</c:v>
                </c:pt>
                <c:pt idx="2444">
                  <c:v>3.0199812750057582</c:v>
                </c:pt>
                <c:pt idx="2445">
                  <c:v>3.0210314528718767</c:v>
                </c:pt>
                <c:pt idx="2446">
                  <c:v>3.0199659623111503</c:v>
                </c:pt>
                <c:pt idx="2447">
                  <c:v>3.0182757223411789</c:v>
                </c:pt>
                <c:pt idx="2448">
                  <c:v>3.0197327316311644</c:v>
                </c:pt>
                <c:pt idx="2449">
                  <c:v>3.0222748948585174</c:v>
                </c:pt>
                <c:pt idx="2450">
                  <c:v>3.0241384796498982</c:v>
                </c:pt>
                <c:pt idx="2451">
                  <c:v>3.0245057283980108</c:v>
                </c:pt>
                <c:pt idx="2452">
                  <c:v>3.0229344070702848</c:v>
                </c:pt>
                <c:pt idx="2453">
                  <c:v>3.0219206981565052</c:v>
                </c:pt>
                <c:pt idx="2454">
                  <c:v>3.0222599660476188</c:v>
                </c:pt>
                <c:pt idx="2455">
                  <c:v>3.0222285728909855</c:v>
                </c:pt>
                <c:pt idx="2456">
                  <c:v>3.0217757607295495</c:v>
                </c:pt>
                <c:pt idx="2457">
                  <c:v>3.0202689318649072</c:v>
                </c:pt>
                <c:pt idx="2458">
                  <c:v>3.0215722170563799</c:v>
                </c:pt>
                <c:pt idx="2459">
                  <c:v>3.0238895523915956</c:v>
                </c:pt>
                <c:pt idx="2460">
                  <c:v>3.0251254020115508</c:v>
                </c:pt>
                <c:pt idx="2461">
                  <c:v>3.0243035922984398</c:v>
                </c:pt>
                <c:pt idx="2462">
                  <c:v>3.0207537769891575</c:v>
                </c:pt>
                <c:pt idx="2463">
                  <c:v>3.0174265289235049</c:v>
                </c:pt>
                <c:pt idx="2464">
                  <c:v>3.0171252655195651</c:v>
                </c:pt>
                <c:pt idx="2465">
                  <c:v>3.0204336179759945</c:v>
                </c:pt>
                <c:pt idx="2466">
                  <c:v>3.0213447872857717</c:v>
                </c:pt>
                <c:pt idx="2467">
                  <c:v>3.0189238033491721</c:v>
                </c:pt>
                <c:pt idx="2468">
                  <c:v>3.0186118338551307</c:v>
                </c:pt>
                <c:pt idx="2469">
                  <c:v>3.0190197742763791</c:v>
                </c:pt>
                <c:pt idx="2470">
                  <c:v>3.0185027255743329</c:v>
                </c:pt>
                <c:pt idx="2471">
                  <c:v>3.0201955674227756</c:v>
                </c:pt>
                <c:pt idx="2472">
                  <c:v>3.0226087030702167</c:v>
                </c:pt>
                <c:pt idx="2473">
                  <c:v>3.0242129104356654</c:v>
                </c:pt>
                <c:pt idx="2474">
                  <c:v>3.0249227114132893</c:v>
                </c:pt>
                <c:pt idx="2475">
                  <c:v>3.0237361695230458</c:v>
                </c:pt>
                <c:pt idx="2476">
                  <c:v>3.0197000588621687</c:v>
                </c:pt>
                <c:pt idx="2477">
                  <c:v>3.0188033491720909</c:v>
                </c:pt>
                <c:pt idx="2478">
                  <c:v>3.0195839980208663</c:v>
                </c:pt>
                <c:pt idx="2479">
                  <c:v>3.0203989831347089</c:v>
                </c:pt>
                <c:pt idx="2480">
                  <c:v>3.0213020482328554</c:v>
                </c:pt>
                <c:pt idx="2481">
                  <c:v>3.0209030224444007</c:v>
                </c:pt>
                <c:pt idx="2482">
                  <c:v>3.0184520529247671</c:v>
                </c:pt>
                <c:pt idx="2483">
                  <c:v>3.0168080922685823</c:v>
                </c:pt>
                <c:pt idx="2484">
                  <c:v>3.0151552596333482</c:v>
                </c:pt>
                <c:pt idx="2485">
                  <c:v>3.013139656893272</c:v>
                </c:pt>
                <c:pt idx="2486">
                  <c:v>3.0112916407189716</c:v>
                </c:pt>
                <c:pt idx="2487">
                  <c:v>3.010967301638757</c:v>
                </c:pt>
                <c:pt idx="2488">
                  <c:v>3.0133629492505736</c:v>
                </c:pt>
                <c:pt idx="2489">
                  <c:v>3.0158376342526636</c:v>
                </c:pt>
                <c:pt idx="2490">
                  <c:v>3.0177770147496652</c:v>
                </c:pt>
                <c:pt idx="2491">
                  <c:v>3.0190550489238461</c:v>
                </c:pt>
                <c:pt idx="2492">
                  <c:v>3.0209262260819121</c:v>
                </c:pt>
                <c:pt idx="2493">
                  <c:v>3.018929817527277</c:v>
                </c:pt>
                <c:pt idx="2494">
                  <c:v>3.0157089479027155</c:v>
                </c:pt>
                <c:pt idx="2495">
                  <c:v>3.0149481330455625</c:v>
                </c:pt>
                <c:pt idx="2496">
                  <c:v>3.0168452010271021</c:v>
                </c:pt>
                <c:pt idx="2497">
                  <c:v>3.0177522755773185</c:v>
                </c:pt>
                <c:pt idx="2498">
                  <c:v>3.0186211750253791</c:v>
                </c:pt>
                <c:pt idx="2499">
                  <c:v>3.0197325183624373</c:v>
                </c:pt>
                <c:pt idx="2500">
                  <c:v>3.0203276234186123</c:v>
                </c:pt>
                <c:pt idx="2501">
                  <c:v>3.0220665313121144</c:v>
                </c:pt>
                <c:pt idx="2502">
                  <c:v>3.0245733345845101</c:v>
                </c:pt>
                <c:pt idx="2503">
                  <c:v>3.0237345913344651</c:v>
                </c:pt>
                <c:pt idx="2504">
                  <c:v>3.02269128072136</c:v>
                </c:pt>
                <c:pt idx="2505">
                  <c:v>3.0222252885525878</c:v>
                </c:pt>
                <c:pt idx="2506">
                  <c:v>3.0219750816819224</c:v>
                </c:pt>
                <c:pt idx="2507">
                  <c:v>3.0211335232846794</c:v>
                </c:pt>
                <c:pt idx="2508">
                  <c:v>3.0196682818218266</c:v>
                </c:pt>
                <c:pt idx="2509">
                  <c:v>3.020236045827184</c:v>
                </c:pt>
                <c:pt idx="2510">
                  <c:v>3.0215489707651231</c:v>
                </c:pt>
                <c:pt idx="2511">
                  <c:v>3.0239870161998925</c:v>
                </c:pt>
                <c:pt idx="2512">
                  <c:v>3.0221073082927412</c:v>
                </c:pt>
                <c:pt idx="2513">
                  <c:v>3.0195897136227532</c:v>
                </c:pt>
                <c:pt idx="2514">
                  <c:v>3.0207099289388601</c:v>
                </c:pt>
                <c:pt idx="2515">
                  <c:v>3.0234552519556743</c:v>
                </c:pt>
                <c:pt idx="2516">
                  <c:v>3.0237917900070803</c:v>
                </c:pt>
                <c:pt idx="2517">
                  <c:v>3.0249462989345095</c:v>
                </c:pt>
                <c:pt idx="2518">
                  <c:v>3.0280600650043081</c:v>
                </c:pt>
                <c:pt idx="2519">
                  <c:v>3.0289130546053249</c:v>
                </c:pt>
                <c:pt idx="2520">
                  <c:v>3.0277751379848663</c:v>
                </c:pt>
                <c:pt idx="2521">
                  <c:v>3.0264252749033891</c:v>
                </c:pt>
                <c:pt idx="2522">
                  <c:v>3.0272326249968011</c:v>
                </c:pt>
                <c:pt idx="2523">
                  <c:v>3.0275266799177634</c:v>
                </c:pt>
                <c:pt idx="2524">
                  <c:v>3.0271571278673979</c:v>
                </c:pt>
                <c:pt idx="2525">
                  <c:v>3.0256517918838455</c:v>
                </c:pt>
                <c:pt idx="2526">
                  <c:v>3.025232548220059</c:v>
                </c:pt>
                <c:pt idx="2527">
                  <c:v>3.0220864932649736</c:v>
                </c:pt>
                <c:pt idx="2528">
                  <c:v>3.0199427160198935</c:v>
                </c:pt>
                <c:pt idx="2529">
                  <c:v>3.0205464371326447</c:v>
                </c:pt>
                <c:pt idx="2530">
                  <c:v>3.02239197938971</c:v>
                </c:pt>
                <c:pt idx="2531">
                  <c:v>3.0243026965697859</c:v>
                </c:pt>
                <c:pt idx="2532">
                  <c:v>3.0238919410013394</c:v>
                </c:pt>
                <c:pt idx="2533">
                  <c:v>3.0224323298328826</c:v>
                </c:pt>
                <c:pt idx="2534">
                  <c:v>3.0228429147863474</c:v>
                </c:pt>
                <c:pt idx="2535">
                  <c:v>3.0252626617643297</c:v>
                </c:pt>
                <c:pt idx="2536">
                  <c:v>3.0256694505344512</c:v>
                </c:pt>
                <c:pt idx="2537">
                  <c:v>3.0255366267711969</c:v>
                </c:pt>
                <c:pt idx="2538">
                  <c:v>3.0253501019424514</c:v>
                </c:pt>
                <c:pt idx="2539">
                  <c:v>3.0226604420634176</c:v>
                </c:pt>
                <c:pt idx="2540">
                  <c:v>3.0218309546761302</c:v>
                </c:pt>
                <c:pt idx="2541">
                  <c:v>3.0240651152077662</c:v>
                </c:pt>
                <c:pt idx="2542">
                  <c:v>3.0244444776195798</c:v>
                </c:pt>
                <c:pt idx="2543">
                  <c:v>3.0248011908925725</c:v>
                </c:pt>
                <c:pt idx="2544">
                  <c:v>3.0230284159252023</c:v>
                </c:pt>
                <c:pt idx="2545">
                  <c:v>3.0206243228717913</c:v>
                </c:pt>
                <c:pt idx="2546">
                  <c:v>3.0207083934040249</c:v>
                </c:pt>
                <c:pt idx="2547">
                  <c:v>3.023391356645027</c:v>
                </c:pt>
                <c:pt idx="2548">
                  <c:v>3.0236817006901378</c:v>
                </c:pt>
                <c:pt idx="2549">
                  <c:v>3.0225599498391955</c:v>
                </c:pt>
                <c:pt idx="2550">
                  <c:v>3.0229090707455022</c:v>
                </c:pt>
                <c:pt idx="2551">
                  <c:v>3.0234779010944952</c:v>
                </c:pt>
                <c:pt idx="2552">
                  <c:v>3.0222422647432672</c:v>
                </c:pt>
                <c:pt idx="2553">
                  <c:v>3.0193046586420755</c:v>
                </c:pt>
                <c:pt idx="2554">
                  <c:v>3.0184880953396518</c:v>
                </c:pt>
                <c:pt idx="2555">
                  <c:v>3.0195473584535457</c:v>
                </c:pt>
                <c:pt idx="2556">
                  <c:v>3.0210728696586848</c:v>
                </c:pt>
                <c:pt idx="2557">
                  <c:v>3.0221494075394761</c:v>
                </c:pt>
                <c:pt idx="2558">
                  <c:v>3.0256700476868872</c:v>
                </c:pt>
                <c:pt idx="2559">
                  <c:v>3.0277423372546344</c:v>
                </c:pt>
                <c:pt idx="2560">
                  <c:v>3.0264263412470247</c:v>
                </c:pt>
                <c:pt idx="2561">
                  <c:v>3.0247408784965408</c:v>
                </c:pt>
                <c:pt idx="2562">
                  <c:v>3.0241553278793409</c:v>
                </c:pt>
                <c:pt idx="2563">
                  <c:v>3.021793248765174</c:v>
                </c:pt>
                <c:pt idx="2564">
                  <c:v>3.0195298277641758</c:v>
                </c:pt>
                <c:pt idx="2565">
                  <c:v>3.018760140927975</c:v>
                </c:pt>
                <c:pt idx="2566">
                  <c:v>3.020495721829334</c:v>
                </c:pt>
                <c:pt idx="2567">
                  <c:v>3.0236145636948382</c:v>
                </c:pt>
                <c:pt idx="2568">
                  <c:v>3.0236223266765054</c:v>
                </c:pt>
                <c:pt idx="2569">
                  <c:v>3.0213139912815743</c:v>
                </c:pt>
                <c:pt idx="2570">
                  <c:v>3.022686460848127</c:v>
                </c:pt>
                <c:pt idx="2571">
                  <c:v>3.0234137072076299</c:v>
                </c:pt>
                <c:pt idx="2572">
                  <c:v>3.0211505421291043</c:v>
                </c:pt>
                <c:pt idx="2573">
                  <c:v>3.0193926959726332</c:v>
                </c:pt>
                <c:pt idx="2574">
                  <c:v>3.0192107777483943</c:v>
                </c:pt>
                <c:pt idx="2575">
                  <c:v>3.020803767178796</c:v>
                </c:pt>
                <c:pt idx="2576">
                  <c:v>3.0241721334550387</c:v>
                </c:pt>
                <c:pt idx="2577">
                  <c:v>3.0243603644336008</c:v>
                </c:pt>
                <c:pt idx="2578">
                  <c:v>3.0236893783643142</c:v>
                </c:pt>
                <c:pt idx="2579">
                  <c:v>3.022466239560496</c:v>
                </c:pt>
                <c:pt idx="2580">
                  <c:v>3.020800354879162</c:v>
                </c:pt>
                <c:pt idx="2581">
                  <c:v>3.0202338704861673</c:v>
                </c:pt>
                <c:pt idx="2582">
                  <c:v>3.0178952935857297</c:v>
                </c:pt>
                <c:pt idx="2583">
                  <c:v>3.0156102897895463</c:v>
                </c:pt>
                <c:pt idx="2584">
                  <c:v>3.0155012668162393</c:v>
                </c:pt>
                <c:pt idx="2585">
                  <c:v>3.0172554020968581</c:v>
                </c:pt>
                <c:pt idx="2586">
                  <c:v>3.0153787226056319</c:v>
                </c:pt>
                <c:pt idx="2587">
                  <c:v>3.0164544500652601</c:v>
                </c:pt>
                <c:pt idx="2588">
                  <c:v>3.0197118739496513</c:v>
                </c:pt>
                <c:pt idx="2589">
                  <c:v>3.0206233418356465</c:v>
                </c:pt>
                <c:pt idx="2590">
                  <c:v>3.0205863183846176</c:v>
                </c:pt>
                <c:pt idx="2591">
                  <c:v>3.0191493137012362</c:v>
                </c:pt>
                <c:pt idx="2592">
                  <c:v>3.0181271593458621</c:v>
                </c:pt>
                <c:pt idx="2593">
                  <c:v>3.0186080803255333</c:v>
                </c:pt>
                <c:pt idx="2594">
                  <c:v>3.018669501718946</c:v>
                </c:pt>
                <c:pt idx="2595">
                  <c:v>3.0156981138513772</c:v>
                </c:pt>
                <c:pt idx="2596">
                  <c:v>3.0142118014382842</c:v>
                </c:pt>
                <c:pt idx="2597">
                  <c:v>3.0139020499390052</c:v>
                </c:pt>
                <c:pt idx="2598">
                  <c:v>3.0139357463978911</c:v>
                </c:pt>
                <c:pt idx="2599">
                  <c:v>3.0153273674961398</c:v>
                </c:pt>
                <c:pt idx="2600">
                  <c:v>3.0163812988918557</c:v>
                </c:pt>
                <c:pt idx="2601">
                  <c:v>3.0179205446030215</c:v>
                </c:pt>
                <c:pt idx="2602">
                  <c:v>3.0207123602023493</c:v>
                </c:pt>
                <c:pt idx="2603">
                  <c:v>3.0215594209327521</c:v>
                </c:pt>
                <c:pt idx="2604">
                  <c:v>3.0184322189331447</c:v>
                </c:pt>
                <c:pt idx="2605">
                  <c:v>3.0167291828395451</c:v>
                </c:pt>
                <c:pt idx="2606">
                  <c:v>3.0181785144553541</c:v>
                </c:pt>
                <c:pt idx="2607">
                  <c:v>3.0205786833641861</c:v>
                </c:pt>
                <c:pt idx="2608">
                  <c:v>3.0217153630260274</c:v>
                </c:pt>
                <c:pt idx="2609">
                  <c:v>3.0213461095518799</c:v>
                </c:pt>
                <c:pt idx="2610">
                  <c:v>3.0223545294012268</c:v>
                </c:pt>
                <c:pt idx="2611">
                  <c:v>3.02593351987238</c:v>
                </c:pt>
                <c:pt idx="2612">
                  <c:v>3.0269216365389044</c:v>
                </c:pt>
                <c:pt idx="2613">
                  <c:v>3.0265076819395511</c:v>
                </c:pt>
                <c:pt idx="2614">
                  <c:v>3.0248791192854645</c:v>
                </c:pt>
                <c:pt idx="2615">
                  <c:v>3.0231722443547766</c:v>
                </c:pt>
                <c:pt idx="2616">
                  <c:v>3.0213868438787608</c:v>
                </c:pt>
                <c:pt idx="2617">
                  <c:v>3.0175126894892639</c:v>
                </c:pt>
                <c:pt idx="2618">
                  <c:v>3.0156058538000221</c:v>
                </c:pt>
                <c:pt idx="2619">
                  <c:v>3.0151004495704767</c:v>
                </c:pt>
                <c:pt idx="2620">
                  <c:v>3.0150728099434412</c:v>
                </c:pt>
                <c:pt idx="2621">
                  <c:v>3.0170080103733907</c:v>
                </c:pt>
                <c:pt idx="2622">
                  <c:v>3.0183770676403094</c:v>
                </c:pt>
                <c:pt idx="2623">
                  <c:v>3.0206511094239183</c:v>
                </c:pt>
                <c:pt idx="2624">
                  <c:v>3.0258783685795452</c:v>
                </c:pt>
                <c:pt idx="2625">
                  <c:v>3.0258335821468485</c:v>
                </c:pt>
                <c:pt idx="2626">
                  <c:v>3.0223596905044232</c:v>
                </c:pt>
                <c:pt idx="2627">
                  <c:v>3.0204783191012003</c:v>
                </c:pt>
                <c:pt idx="2628">
                  <c:v>3.0211108741458585</c:v>
                </c:pt>
                <c:pt idx="2629">
                  <c:v>3.0208322172269946</c:v>
                </c:pt>
                <c:pt idx="2630">
                  <c:v>3.0169774276379209</c:v>
                </c:pt>
                <c:pt idx="2631">
                  <c:v>3.0147438642587208</c:v>
                </c:pt>
                <c:pt idx="2632">
                  <c:v>3.0174323298328827</c:v>
                </c:pt>
                <c:pt idx="2633">
                  <c:v>3.0192125265519567</c:v>
                </c:pt>
                <c:pt idx="2634">
                  <c:v>3.0182189075522721</c:v>
                </c:pt>
                <c:pt idx="2635">
                  <c:v>3.0210091449630192</c:v>
                </c:pt>
                <c:pt idx="2636">
                  <c:v>3.021043993073032</c:v>
                </c:pt>
                <c:pt idx="2637">
                  <c:v>3.0184605836738525</c:v>
                </c:pt>
                <c:pt idx="2638">
                  <c:v>3.0173477901094494</c:v>
                </c:pt>
                <c:pt idx="2639">
                  <c:v>3.0189728978101567</c:v>
                </c:pt>
                <c:pt idx="2640">
                  <c:v>3.0219384421146023</c:v>
                </c:pt>
                <c:pt idx="2641">
                  <c:v>3.0228314835825736</c:v>
                </c:pt>
                <c:pt idx="2642">
                  <c:v>3.0231134674935807</c:v>
                </c:pt>
                <c:pt idx="2643">
                  <c:v>3.0222672598380864</c:v>
                </c:pt>
                <c:pt idx="2644">
                  <c:v>3.0206977299676683</c:v>
                </c:pt>
                <c:pt idx="2645">
                  <c:v>3.0197477030958089</c:v>
                </c:pt>
                <c:pt idx="2646">
                  <c:v>3.0187667096047703</c:v>
                </c:pt>
                <c:pt idx="2647">
                  <c:v>3.0182494049802515</c:v>
                </c:pt>
                <c:pt idx="2648">
                  <c:v>3.017548177405458</c:v>
                </c:pt>
                <c:pt idx="2649">
                  <c:v>3.0183211059263115</c:v>
                </c:pt>
                <c:pt idx="2650">
                  <c:v>3.0224127517637323</c:v>
                </c:pt>
                <c:pt idx="2651">
                  <c:v>3.0248574938365338</c:v>
                </c:pt>
                <c:pt idx="2652">
                  <c:v>3.0264948858159233</c:v>
                </c:pt>
                <c:pt idx="2653">
                  <c:v>3.0259682826749015</c:v>
                </c:pt>
                <c:pt idx="2654">
                  <c:v>3.0222309615007292</c:v>
                </c:pt>
                <c:pt idx="2655">
                  <c:v>3.0166659699888245</c:v>
                </c:pt>
                <c:pt idx="2656">
                  <c:v>3.0148279774446993</c:v>
                </c:pt>
                <c:pt idx="2657">
                  <c:v>3.0148544654206084</c:v>
                </c:pt>
                <c:pt idx="2658">
                  <c:v>3.0138886993166869</c:v>
                </c:pt>
                <c:pt idx="2659">
                  <c:v>3.0154397174615903</c:v>
                </c:pt>
                <c:pt idx="2660">
                  <c:v>3.0185641043139997</c:v>
                </c:pt>
                <c:pt idx="2661">
                  <c:v>3.0193257295923157</c:v>
                </c:pt>
                <c:pt idx="2662">
                  <c:v>3.0187069517074296</c:v>
                </c:pt>
                <c:pt idx="2663">
                  <c:v>3.0189034575126041</c:v>
                </c:pt>
                <c:pt idx="2664">
                  <c:v>3.0194485297253952</c:v>
                </c:pt>
                <c:pt idx="2665">
                  <c:v>3.0220674696945138</c:v>
                </c:pt>
                <c:pt idx="2666">
                  <c:v>3.0244413212424184</c:v>
                </c:pt>
                <c:pt idx="2667">
                  <c:v>3.0236606297398976</c:v>
                </c:pt>
                <c:pt idx="2668">
                  <c:v>3.0205363708487241</c:v>
                </c:pt>
                <c:pt idx="2669">
                  <c:v>3.0168788974859884</c:v>
                </c:pt>
                <c:pt idx="2670">
                  <c:v>3.0159406430478661</c:v>
                </c:pt>
                <c:pt idx="2671">
                  <c:v>3.0181057471656585</c:v>
                </c:pt>
                <c:pt idx="2672">
                  <c:v>3.0196797556793462</c:v>
                </c:pt>
                <c:pt idx="2673">
                  <c:v>3.0198475128601041</c:v>
                </c:pt>
                <c:pt idx="2674">
                  <c:v>3.0190510394717762</c:v>
                </c:pt>
                <c:pt idx="2675">
                  <c:v>3.0167017564812366</c:v>
                </c:pt>
                <c:pt idx="2676">
                  <c:v>3.0167250880799843</c:v>
                </c:pt>
                <c:pt idx="2677">
                  <c:v>3.0168375233529257</c:v>
                </c:pt>
                <c:pt idx="2678">
                  <c:v>3.0143433455891762</c:v>
                </c:pt>
                <c:pt idx="2679">
                  <c:v>3.0125129454117365</c:v>
                </c:pt>
                <c:pt idx="2680">
                  <c:v>3.0125460447181869</c:v>
                </c:pt>
                <c:pt idx="2681">
                  <c:v>3.0151381128276875</c:v>
                </c:pt>
                <c:pt idx="2682">
                  <c:v>3.0185479385444838</c:v>
                </c:pt>
                <c:pt idx="2683">
                  <c:v>3.0200683313001715</c:v>
                </c:pt>
                <c:pt idx="2684">
                  <c:v>3.0202009417946991</c:v>
                </c:pt>
                <c:pt idx="2685">
                  <c:v>3.0203168746747653</c:v>
                </c:pt>
                <c:pt idx="2686">
                  <c:v>3.0208329849944122</c:v>
                </c:pt>
                <c:pt idx="2687">
                  <c:v>3.0215535347158835</c:v>
                </c:pt>
                <c:pt idx="2688">
                  <c:v>3.0222698617165573</c:v>
                </c:pt>
                <c:pt idx="2689">
                  <c:v>3.0234134086314119</c:v>
                </c:pt>
                <c:pt idx="2690">
                  <c:v>3.0221400663692277</c:v>
                </c:pt>
                <c:pt idx="2691">
                  <c:v>3.0192917345572114</c:v>
                </c:pt>
                <c:pt idx="2692">
                  <c:v>3.0181404246606895</c:v>
                </c:pt>
                <c:pt idx="2693">
                  <c:v>3.0170682374619315</c:v>
                </c:pt>
                <c:pt idx="2694">
                  <c:v>3.0166375625943713</c:v>
                </c:pt>
                <c:pt idx="2695">
                  <c:v>3.017123857945966</c:v>
                </c:pt>
                <c:pt idx="2696">
                  <c:v>3.0180975149927916</c:v>
                </c:pt>
                <c:pt idx="2697">
                  <c:v>3.0195944055347499</c:v>
                </c:pt>
                <c:pt idx="2698">
                  <c:v>3.021116504440255</c:v>
                </c:pt>
                <c:pt idx="2699">
                  <c:v>3.0236965441935455</c:v>
                </c:pt>
                <c:pt idx="2700">
                  <c:v>3.0239476894466102</c:v>
                </c:pt>
                <c:pt idx="2701">
                  <c:v>3.0217540073193829</c:v>
                </c:pt>
                <c:pt idx="2702">
                  <c:v>3.0190483096320686</c:v>
                </c:pt>
                <c:pt idx="2703">
                  <c:v>3.019567533675132</c:v>
                </c:pt>
                <c:pt idx="2704">
                  <c:v>3.0195259889270876</c:v>
                </c:pt>
                <c:pt idx="2705">
                  <c:v>3.0184236881840594</c:v>
                </c:pt>
                <c:pt idx="2706">
                  <c:v>3.019392482703906</c:v>
                </c:pt>
                <c:pt idx="2707">
                  <c:v>3.0201523591786597</c:v>
                </c:pt>
                <c:pt idx="2708">
                  <c:v>3.0222379993687247</c:v>
                </c:pt>
                <c:pt idx="2709">
                  <c:v>3.0230012454893664</c:v>
                </c:pt>
                <c:pt idx="2710">
                  <c:v>3.0198204703855045</c:v>
                </c:pt>
                <c:pt idx="2711">
                  <c:v>3.0201207954070446</c:v>
                </c:pt>
                <c:pt idx="2712">
                  <c:v>3.0215711507127443</c:v>
                </c:pt>
                <c:pt idx="2713">
                  <c:v>3.0224106617302064</c:v>
                </c:pt>
                <c:pt idx="2714">
                  <c:v>3.0211620159866239</c:v>
                </c:pt>
                <c:pt idx="2715">
                  <c:v>3.020037279373502</c:v>
                </c:pt>
                <c:pt idx="2716">
                  <c:v>3.0198236267626659</c:v>
                </c:pt>
                <c:pt idx="2717">
                  <c:v>3.0215548569819917</c:v>
                </c:pt>
                <c:pt idx="2718">
                  <c:v>3.0225382817365194</c:v>
                </c:pt>
                <c:pt idx="2719">
                  <c:v>3.0206546070310436</c:v>
                </c:pt>
                <c:pt idx="2720">
                  <c:v>3.019206171143888</c:v>
                </c:pt>
                <c:pt idx="2721">
                  <c:v>3.0191827542376495</c:v>
                </c:pt>
                <c:pt idx="2722">
                  <c:v>3.0194738233964324</c:v>
                </c:pt>
                <c:pt idx="2723">
                  <c:v>3.019540149970569</c:v>
                </c:pt>
                <c:pt idx="2724">
                  <c:v>3.0197795654436415</c:v>
                </c:pt>
                <c:pt idx="2725">
                  <c:v>3.0200836866485248</c:v>
                </c:pt>
                <c:pt idx="2726">
                  <c:v>3.018415711933665</c:v>
                </c:pt>
                <c:pt idx="2727">
                  <c:v>3.0178124600121135</c:v>
                </c:pt>
                <c:pt idx="2728">
                  <c:v>3.0184088446806516</c:v>
                </c:pt>
                <c:pt idx="2729">
                  <c:v>3.0174702916663114</c:v>
                </c:pt>
                <c:pt idx="2730">
                  <c:v>3.0157610281258798</c:v>
                </c:pt>
                <c:pt idx="2731">
                  <c:v>3.0189141209489607</c:v>
                </c:pt>
                <c:pt idx="2732">
                  <c:v>3.0222229425965894</c:v>
                </c:pt>
                <c:pt idx="2733">
                  <c:v>3.023181884101243</c:v>
                </c:pt>
                <c:pt idx="2734">
                  <c:v>3.0236404118645659</c:v>
                </c:pt>
                <c:pt idx="2735">
                  <c:v>3.020798648729345</c:v>
                </c:pt>
                <c:pt idx="2736">
                  <c:v>3.0188537658991836</c:v>
                </c:pt>
                <c:pt idx="2737">
                  <c:v>3.0180979415302458</c:v>
                </c:pt>
                <c:pt idx="2738">
                  <c:v>3.01798153945898</c:v>
                </c:pt>
                <c:pt idx="2739">
                  <c:v>3.0188387944345392</c:v>
                </c:pt>
                <c:pt idx="2740">
                  <c:v>3.0192971089291349</c:v>
                </c:pt>
                <c:pt idx="2741">
                  <c:v>3.0202101550037108</c:v>
                </c:pt>
                <c:pt idx="2742">
                  <c:v>3.0234554652244015</c:v>
                </c:pt>
                <c:pt idx="2743">
                  <c:v>3.0228960186994018</c:v>
                </c:pt>
                <c:pt idx="2744">
                  <c:v>3.0195209984388729</c:v>
                </c:pt>
                <c:pt idx="2745">
                  <c:v>3.0206087969084567</c:v>
                </c:pt>
                <c:pt idx="2746">
                  <c:v>3.0208953021164788</c:v>
                </c:pt>
                <c:pt idx="2747">
                  <c:v>3.0189034148588587</c:v>
                </c:pt>
                <c:pt idx="2748">
                  <c:v>3.0173517995615193</c:v>
                </c:pt>
                <c:pt idx="2749">
                  <c:v>3.0172981411497743</c:v>
                </c:pt>
                <c:pt idx="2750">
                  <c:v>3.0179057010996138</c:v>
                </c:pt>
                <c:pt idx="2751">
                  <c:v>3.0206948295129794</c:v>
                </c:pt>
                <c:pt idx="2752">
                  <c:v>3.0196931916091554</c:v>
                </c:pt>
                <c:pt idx="2753">
                  <c:v>3.018093036349522</c:v>
                </c:pt>
                <c:pt idx="2754">
                  <c:v>3.0189635566399087</c:v>
                </c:pt>
                <c:pt idx="2755">
                  <c:v>3.0193585303225476</c:v>
                </c:pt>
                <c:pt idx="2756">
                  <c:v>3.0208799467681255</c:v>
                </c:pt>
                <c:pt idx="2757">
                  <c:v>3.0211629117152778</c:v>
                </c:pt>
                <c:pt idx="2758">
                  <c:v>3.0188493725634049</c:v>
                </c:pt>
                <c:pt idx="2759">
                  <c:v>3.0172898236694166</c:v>
                </c:pt>
                <c:pt idx="2760">
                  <c:v>3.0165995154534522</c:v>
                </c:pt>
                <c:pt idx="2761">
                  <c:v>3.0155206316166621</c:v>
                </c:pt>
                <c:pt idx="2762">
                  <c:v>3.0164621703931824</c:v>
                </c:pt>
                <c:pt idx="2763">
                  <c:v>3.0189503339788266</c:v>
                </c:pt>
                <c:pt idx="2764">
                  <c:v>3.0193206537966097</c:v>
                </c:pt>
                <c:pt idx="2765">
                  <c:v>3.0176244423022784</c:v>
                </c:pt>
                <c:pt idx="2766">
                  <c:v>3.0181566330839509</c:v>
                </c:pt>
                <c:pt idx="2767">
                  <c:v>3.0193340470726735</c:v>
                </c:pt>
                <c:pt idx="2768">
                  <c:v>3.0215440655843988</c:v>
                </c:pt>
                <c:pt idx="2769">
                  <c:v>3.0244000324168465</c:v>
                </c:pt>
                <c:pt idx="2770">
                  <c:v>3.0233206793888572</c:v>
                </c:pt>
                <c:pt idx="2771">
                  <c:v>3.0209123209609037</c:v>
                </c:pt>
                <c:pt idx="2772">
                  <c:v>3.0171302986615256</c:v>
                </c:pt>
                <c:pt idx="2773">
                  <c:v>3.0128985779241275</c:v>
                </c:pt>
                <c:pt idx="2774">
                  <c:v>3.0147411344190131</c:v>
                </c:pt>
                <c:pt idx="2775">
                  <c:v>3.0194873446337325</c:v>
                </c:pt>
                <c:pt idx="2776">
                  <c:v>3.0203518080922684</c:v>
                </c:pt>
                <c:pt idx="2777">
                  <c:v>3.0178126306270951</c:v>
                </c:pt>
                <c:pt idx="2778">
                  <c:v>3.0153433199969291</c:v>
                </c:pt>
                <c:pt idx="2779">
                  <c:v>3.0156598534417309</c:v>
                </c:pt>
                <c:pt idx="2780">
                  <c:v>3.0177071905684039</c:v>
                </c:pt>
                <c:pt idx="2781">
                  <c:v>3.0183934893322983</c:v>
                </c:pt>
                <c:pt idx="2782">
                  <c:v>3.0193929518951057</c:v>
                </c:pt>
                <c:pt idx="2783">
                  <c:v>3.0200213268727127</c:v>
                </c:pt>
                <c:pt idx="2784">
                  <c:v>3.0220088207945541</c:v>
                </c:pt>
                <c:pt idx="2785">
                  <c:v>3.0229401653259171</c:v>
                </c:pt>
                <c:pt idx="2786">
                  <c:v>3.0223668563336545</c:v>
                </c:pt>
                <c:pt idx="2787">
                  <c:v>3.021010936420327</c:v>
                </c:pt>
                <c:pt idx="2788">
                  <c:v>3.0180699180195014</c:v>
                </c:pt>
                <c:pt idx="2789">
                  <c:v>3.0184395553773578</c:v>
                </c:pt>
                <c:pt idx="2790">
                  <c:v>3.0217433438830263</c:v>
                </c:pt>
                <c:pt idx="2791">
                  <c:v>3.022544167953388</c:v>
                </c:pt>
                <c:pt idx="2792">
                  <c:v>3.0227798298968631</c:v>
                </c:pt>
                <c:pt idx="2793">
                  <c:v>3.0214415259803964</c:v>
                </c:pt>
                <c:pt idx="2794">
                  <c:v>3.018864855872994</c:v>
                </c:pt>
                <c:pt idx="2795">
                  <c:v>3.0183685368912245</c:v>
                </c:pt>
                <c:pt idx="2796">
                  <c:v>3.0197906127637069</c:v>
                </c:pt>
                <c:pt idx="2797">
                  <c:v>3.0210814004077697</c:v>
                </c:pt>
                <c:pt idx="2798">
                  <c:v>3.0209336478336164</c:v>
                </c:pt>
                <c:pt idx="2799">
                  <c:v>3.0201349991042714</c:v>
                </c:pt>
                <c:pt idx="2800">
                  <c:v>3.0190939064859283</c:v>
                </c:pt>
                <c:pt idx="2801">
                  <c:v>3.0201817049555122</c:v>
                </c:pt>
                <c:pt idx="2802">
                  <c:v>3.0223341835646589</c:v>
                </c:pt>
                <c:pt idx="2803">
                  <c:v>3.0235022563831331</c:v>
                </c:pt>
                <c:pt idx="2804">
                  <c:v>3.0230830127193471</c:v>
                </c:pt>
                <c:pt idx="2805">
                  <c:v>3.0214286018955323</c:v>
                </c:pt>
                <c:pt idx="2806">
                  <c:v>3.0224595429224639</c:v>
                </c:pt>
                <c:pt idx="2807">
                  <c:v>3.0244964298815078</c:v>
                </c:pt>
                <c:pt idx="2808">
                  <c:v>3.0241004325089786</c:v>
                </c:pt>
                <c:pt idx="2809">
                  <c:v>3.0231295906093516</c:v>
                </c:pt>
                <c:pt idx="2810">
                  <c:v>3.0240663095126381</c:v>
                </c:pt>
                <c:pt idx="2811">
                  <c:v>3.0227247212577737</c:v>
                </c:pt>
                <c:pt idx="2812">
                  <c:v>3.0197580253022016</c:v>
                </c:pt>
                <c:pt idx="2813">
                  <c:v>3.0182706038917275</c:v>
                </c:pt>
                <c:pt idx="2814">
                  <c:v>3.0182560163107923</c:v>
                </c:pt>
                <c:pt idx="2815">
                  <c:v>3.0193610042397823</c:v>
                </c:pt>
                <c:pt idx="2816">
                  <c:v>3.0174549789717036</c:v>
                </c:pt>
                <c:pt idx="2817">
                  <c:v>3.015806369057267</c:v>
                </c:pt>
                <c:pt idx="2818">
                  <c:v>3.0144771077348302</c:v>
                </c:pt>
                <c:pt idx="2819">
                  <c:v>3.0156546070310433</c:v>
                </c:pt>
                <c:pt idx="2820">
                  <c:v>3.0180766573112785</c:v>
                </c:pt>
                <c:pt idx="2821">
                  <c:v>3.0199220289533626</c:v>
                </c:pt>
                <c:pt idx="2822">
                  <c:v>3.0194423449323087</c:v>
                </c:pt>
                <c:pt idx="2823">
                  <c:v>3.0179218668691297</c:v>
                </c:pt>
                <c:pt idx="2824">
                  <c:v>3.0169722665347245</c:v>
                </c:pt>
                <c:pt idx="2825">
                  <c:v>3.0179381179461369</c:v>
                </c:pt>
                <c:pt idx="2826">
                  <c:v>3.0204550301561981</c:v>
                </c:pt>
                <c:pt idx="2827">
                  <c:v>3.0226597596034908</c:v>
                </c:pt>
                <c:pt idx="2828">
                  <c:v>3.0216011362957782</c:v>
                </c:pt>
                <c:pt idx="2829">
                  <c:v>3.0208450986581132</c:v>
                </c:pt>
                <c:pt idx="2830">
                  <c:v>3.0207362036460421</c:v>
                </c:pt>
                <c:pt idx="2831">
                  <c:v>3.0197997833189731</c:v>
                </c:pt>
                <c:pt idx="2832">
                  <c:v>3.0186386204072582</c:v>
                </c:pt>
                <c:pt idx="2833">
                  <c:v>3.0181469080299941</c:v>
                </c:pt>
                <c:pt idx="2834">
                  <c:v>3.0217164720234084</c:v>
                </c:pt>
                <c:pt idx="2835">
                  <c:v>3.0241712803801302</c:v>
                </c:pt>
                <c:pt idx="2836">
                  <c:v>3.024356866826476</c:v>
                </c:pt>
                <c:pt idx="2837">
                  <c:v>3.0243149381947227</c:v>
                </c:pt>
                <c:pt idx="2838">
                  <c:v>3.0251275773525674</c:v>
                </c:pt>
                <c:pt idx="2839">
                  <c:v>3.0242671659998464</c:v>
                </c:pt>
                <c:pt idx="2840">
                  <c:v>3.0226591624510548</c:v>
                </c:pt>
                <c:pt idx="2841">
                  <c:v>3.0193891557117629</c:v>
                </c:pt>
                <c:pt idx="2842">
                  <c:v>3.0161859447378072</c:v>
                </c:pt>
                <c:pt idx="2843">
                  <c:v>3.0139951630652688</c:v>
                </c:pt>
                <c:pt idx="2844">
                  <c:v>3.0138611449971422</c:v>
                </c:pt>
                <c:pt idx="2845">
                  <c:v>3.015608754254711</c:v>
                </c:pt>
                <c:pt idx="2846">
                  <c:v>3.0160633578734548</c:v>
                </c:pt>
                <c:pt idx="2847">
                  <c:v>3.0154503382442011</c:v>
                </c:pt>
                <c:pt idx="2848">
                  <c:v>3.0159493444119327</c:v>
                </c:pt>
                <c:pt idx="2849">
                  <c:v>3.0183376555795363</c:v>
                </c:pt>
                <c:pt idx="2850">
                  <c:v>3.0207186729566722</c:v>
                </c:pt>
                <c:pt idx="2851">
                  <c:v>3.0227381571875824</c:v>
                </c:pt>
                <c:pt idx="2852">
                  <c:v>3.024781698130913</c:v>
                </c:pt>
                <c:pt idx="2853">
                  <c:v>3.0264644310416897</c:v>
                </c:pt>
                <c:pt idx="2854">
                  <c:v>3.0283674278938433</c:v>
                </c:pt>
                <c:pt idx="2855">
                  <c:v>3.0284559770693464</c:v>
                </c:pt>
                <c:pt idx="2856">
                  <c:v>3.0270629910512441</c:v>
                </c:pt>
                <c:pt idx="2857">
                  <c:v>3.024743608336248</c:v>
                </c:pt>
                <c:pt idx="2858">
                  <c:v>3.0248205983467407</c:v>
                </c:pt>
                <c:pt idx="2859">
                  <c:v>3.0256491046978837</c:v>
                </c:pt>
                <c:pt idx="2860">
                  <c:v>3.0252454723049231</c:v>
                </c:pt>
                <c:pt idx="2861">
                  <c:v>3.0240885321140047</c:v>
                </c:pt>
                <c:pt idx="2862">
                  <c:v>3.0226406933792855</c:v>
                </c:pt>
                <c:pt idx="2863">
                  <c:v>3.0195098658113171</c:v>
                </c:pt>
                <c:pt idx="2864">
                  <c:v>3.0165405253235287</c:v>
                </c:pt>
                <c:pt idx="2865">
                  <c:v>3.0151896812059067</c:v>
                </c:pt>
                <c:pt idx="2866">
                  <c:v>3.0139581396142394</c:v>
                </c:pt>
                <c:pt idx="2867">
                  <c:v>3.0157691749912559</c:v>
                </c:pt>
                <c:pt idx="2868">
                  <c:v>3.0174935806113137</c:v>
                </c:pt>
                <c:pt idx="2869">
                  <c:v>3.0182783668733952</c:v>
                </c:pt>
                <c:pt idx="2870">
                  <c:v>3.0190787644063026</c:v>
                </c:pt>
                <c:pt idx="2871">
                  <c:v>3.0172153928836489</c:v>
                </c:pt>
                <c:pt idx="2872">
                  <c:v>3.0156123371693266</c:v>
                </c:pt>
                <c:pt idx="2873">
                  <c:v>3.0170649104697884</c:v>
                </c:pt>
                <c:pt idx="2874">
                  <c:v>3.0188749648106601</c:v>
                </c:pt>
                <c:pt idx="2875">
                  <c:v>3.0201845627564556</c:v>
                </c:pt>
                <c:pt idx="2876">
                  <c:v>3.0201379848664511</c:v>
                </c:pt>
                <c:pt idx="2877">
                  <c:v>3.0201700604830108</c:v>
                </c:pt>
                <c:pt idx="2878">
                  <c:v>3.0191594226389018</c:v>
                </c:pt>
                <c:pt idx="2879">
                  <c:v>3.0203808979466489</c:v>
                </c:pt>
                <c:pt idx="2880">
                  <c:v>3.0198371906537114</c:v>
                </c:pt>
                <c:pt idx="2881">
                  <c:v>3.0178421043651844</c:v>
                </c:pt>
                <c:pt idx="2882">
                  <c:v>3.016597126843708</c:v>
                </c:pt>
                <c:pt idx="2883">
                  <c:v>3.0168990727075746</c:v>
                </c:pt>
                <c:pt idx="2884">
                  <c:v>3.016962114943313</c:v>
                </c:pt>
                <c:pt idx="2885">
                  <c:v>3.0167637750270853</c:v>
                </c:pt>
                <c:pt idx="2886">
                  <c:v>3.0199704836081658</c:v>
                </c:pt>
                <c:pt idx="2887">
                  <c:v>3.0220284841711953</c:v>
                </c:pt>
                <c:pt idx="2888">
                  <c:v>3.0215256818201208</c:v>
                </c:pt>
                <c:pt idx="2889">
                  <c:v>3.0224700357438388</c:v>
                </c:pt>
                <c:pt idx="2890">
                  <c:v>3.0213380053402488</c:v>
                </c:pt>
                <c:pt idx="2891">
                  <c:v>3.0168641819438164</c:v>
                </c:pt>
                <c:pt idx="2892">
                  <c:v>3.0138834955597451</c:v>
                </c:pt>
                <c:pt idx="2893">
                  <c:v>3.0172955392713035</c:v>
                </c:pt>
                <c:pt idx="2894">
                  <c:v>3.0215403120548014</c:v>
                </c:pt>
                <c:pt idx="2895">
                  <c:v>3.0249952654342578</c:v>
                </c:pt>
                <c:pt idx="2896">
                  <c:v>3.0263504602339131</c:v>
                </c:pt>
                <c:pt idx="2897">
                  <c:v>3.0257516443018861</c:v>
                </c:pt>
                <c:pt idx="2898">
                  <c:v>3.0241964460899311</c:v>
                </c:pt>
                <c:pt idx="2899">
                  <c:v>3.0227871236873312</c:v>
                </c:pt>
                <c:pt idx="2900">
                  <c:v>3.0229390136747907</c:v>
                </c:pt>
                <c:pt idx="2901">
                  <c:v>3.0231672965203074</c:v>
                </c:pt>
                <c:pt idx="2902">
                  <c:v>3.0246552297757265</c:v>
                </c:pt>
                <c:pt idx="2903">
                  <c:v>3.0278548578350666</c:v>
                </c:pt>
                <c:pt idx="2904">
                  <c:v>3.0317401875058647</c:v>
                </c:pt>
                <c:pt idx="2905">
                  <c:v>3.033322897383619</c:v>
                </c:pt>
                <c:pt idx="2906">
                  <c:v>3.0327540670346265</c:v>
                </c:pt>
                <c:pt idx="2907">
                  <c:v>3.028308309802684</c:v>
                </c:pt>
                <c:pt idx="2908">
                  <c:v>3.0233679823925339</c:v>
                </c:pt>
                <c:pt idx="2909">
                  <c:v>3.0206980285438862</c:v>
                </c:pt>
                <c:pt idx="2910">
                  <c:v>3.0208952594627334</c:v>
                </c:pt>
                <c:pt idx="2911">
                  <c:v>3.0213083183334328</c:v>
                </c:pt>
                <c:pt idx="2912">
                  <c:v>3.0224275099596496</c:v>
                </c:pt>
                <c:pt idx="2913">
                  <c:v>3.0250166349607159</c:v>
                </c:pt>
                <c:pt idx="2914">
                  <c:v>3.0258712454040588</c:v>
                </c:pt>
                <c:pt idx="2915">
                  <c:v>3.0230807520708392</c:v>
                </c:pt>
                <c:pt idx="2916">
                  <c:v>3.0221072656389958</c:v>
                </c:pt>
                <c:pt idx="2917">
                  <c:v>3.0219161768594902</c:v>
                </c:pt>
                <c:pt idx="2918">
                  <c:v>3.0209717802820264</c:v>
                </c:pt>
                <c:pt idx="2919">
                  <c:v>3.0227579911792053</c:v>
                </c:pt>
                <c:pt idx="2920">
                  <c:v>3.0222811649590953</c:v>
                </c:pt>
                <c:pt idx="2921">
                  <c:v>3.0205324893578904</c:v>
                </c:pt>
                <c:pt idx="2922">
                  <c:v>3.0218086894210181</c:v>
                </c:pt>
                <c:pt idx="2923">
                  <c:v>3.0193401465582692</c:v>
                </c:pt>
                <c:pt idx="2924">
                  <c:v>3.0143946580449228</c:v>
                </c:pt>
                <c:pt idx="2925">
                  <c:v>3.0148260153724098</c:v>
                </c:pt>
                <c:pt idx="2926">
                  <c:v>3.0168733951528282</c:v>
                </c:pt>
                <c:pt idx="2927">
                  <c:v>3.0179881934432662</c:v>
                </c:pt>
                <c:pt idx="2928">
                  <c:v>3.0187313069960675</c:v>
                </c:pt>
                <c:pt idx="2929">
                  <c:v>3.0204848024705049</c:v>
                </c:pt>
                <c:pt idx="2930">
                  <c:v>3.0203206282043626</c:v>
                </c:pt>
                <c:pt idx="2931">
                  <c:v>3.0181070694317667</c:v>
                </c:pt>
                <c:pt idx="2932">
                  <c:v>3.0158519232573813</c:v>
                </c:pt>
                <c:pt idx="2933">
                  <c:v>3.0157013555360295</c:v>
                </c:pt>
                <c:pt idx="2934">
                  <c:v>3.0172408571696683</c:v>
                </c:pt>
                <c:pt idx="2935">
                  <c:v>3.0198211954991767</c:v>
                </c:pt>
                <c:pt idx="2936">
                  <c:v>3.0219752949506495</c:v>
                </c:pt>
                <c:pt idx="2937">
                  <c:v>3.0246395758511553</c:v>
                </c:pt>
                <c:pt idx="2938">
                  <c:v>3.025970202093446</c:v>
                </c:pt>
                <c:pt idx="2939">
                  <c:v>3.025172449092755</c:v>
                </c:pt>
                <c:pt idx="2940">
                  <c:v>3.0244237052455576</c:v>
                </c:pt>
                <c:pt idx="2941">
                  <c:v>3.0224825759449936</c:v>
                </c:pt>
                <c:pt idx="2942">
                  <c:v>3.0212471102087473</c:v>
                </c:pt>
                <c:pt idx="2943">
                  <c:v>3.0191524274246522</c:v>
                </c:pt>
                <c:pt idx="2944">
                  <c:v>3.0192418296750638</c:v>
                </c:pt>
                <c:pt idx="2945">
                  <c:v>3.0205794084778583</c:v>
                </c:pt>
                <c:pt idx="2946">
                  <c:v>3.0206663794647808</c:v>
                </c:pt>
                <c:pt idx="2947">
                  <c:v>3.0212361908499186</c:v>
                </c:pt>
                <c:pt idx="2948">
                  <c:v>3.0231391877020721</c:v>
                </c:pt>
                <c:pt idx="2949">
                  <c:v>3.0237918326608257</c:v>
                </c:pt>
                <c:pt idx="2950">
                  <c:v>3.0222564257867481</c:v>
                </c:pt>
                <c:pt idx="2951">
                  <c:v>3.0190640488641307</c:v>
                </c:pt>
                <c:pt idx="2952">
                  <c:v>3.0166030557143224</c:v>
                </c:pt>
                <c:pt idx="2953">
                  <c:v>3.0174226900864163</c:v>
                </c:pt>
                <c:pt idx="2954">
                  <c:v>3.0179088574767752</c:v>
                </c:pt>
                <c:pt idx="2955">
                  <c:v>3.0160768791107548</c:v>
                </c:pt>
                <c:pt idx="2956">
                  <c:v>3.0161596273768798</c:v>
                </c:pt>
                <c:pt idx="2957">
                  <c:v>3.0153325285993362</c:v>
                </c:pt>
                <c:pt idx="2958">
                  <c:v>3.0113745596000783</c:v>
                </c:pt>
                <c:pt idx="2959">
                  <c:v>3.0140271107205923</c:v>
                </c:pt>
                <c:pt idx="2960">
                  <c:v>3.018687842829479</c:v>
                </c:pt>
                <c:pt idx="2961">
                  <c:v>3.0218904139972529</c:v>
                </c:pt>
                <c:pt idx="2962">
                  <c:v>3.0240827738583724</c:v>
                </c:pt>
                <c:pt idx="2963">
                  <c:v>3.0224616756097351</c:v>
                </c:pt>
                <c:pt idx="2964">
                  <c:v>3.0177061242247682</c:v>
                </c:pt>
                <c:pt idx="2965">
                  <c:v>3.0177344036579852</c:v>
                </c:pt>
                <c:pt idx="2966">
                  <c:v>3.0197181013964838</c:v>
                </c:pt>
                <c:pt idx="2967">
                  <c:v>3.0185794170086075</c:v>
                </c:pt>
                <c:pt idx="2968">
                  <c:v>3.0198006790476271</c:v>
                </c:pt>
                <c:pt idx="2969">
                  <c:v>3.0227777825170827</c:v>
                </c:pt>
                <c:pt idx="2970">
                  <c:v>3.0238506095220221</c:v>
                </c:pt>
                <c:pt idx="2971">
                  <c:v>3.0215081937844963</c:v>
                </c:pt>
                <c:pt idx="2972">
                  <c:v>3.0195744009281453</c:v>
                </c:pt>
                <c:pt idx="2973">
                  <c:v>3.019850711891011</c:v>
                </c:pt>
                <c:pt idx="2974">
                  <c:v>3.021458118287367</c:v>
                </c:pt>
                <c:pt idx="2975">
                  <c:v>3.0216806855309963</c:v>
                </c:pt>
                <c:pt idx="2976">
                  <c:v>3.0210253960400264</c:v>
                </c:pt>
                <c:pt idx="2977">
                  <c:v>3.0201733874751544</c:v>
                </c:pt>
                <c:pt idx="2978">
                  <c:v>3.0217266662685649</c:v>
                </c:pt>
                <c:pt idx="2979">
                  <c:v>3.0267258131936567</c:v>
                </c:pt>
                <c:pt idx="2980">
                  <c:v>3.0312368306560997</c:v>
                </c:pt>
                <c:pt idx="2981">
                  <c:v>3.028840457930611</c:v>
                </c:pt>
                <c:pt idx="2982">
                  <c:v>3.0239750731511732</c:v>
                </c:pt>
                <c:pt idx="2983">
                  <c:v>3.0209800124548938</c:v>
                </c:pt>
                <c:pt idx="2984">
                  <c:v>3.0201739419738449</c:v>
                </c:pt>
                <c:pt idx="2985">
                  <c:v>3.0216062120914837</c:v>
                </c:pt>
                <c:pt idx="2986">
                  <c:v>3.0213852656901801</c:v>
                </c:pt>
                <c:pt idx="2987">
                  <c:v>3.0195918889637698</c:v>
                </c:pt>
                <c:pt idx="2988">
                  <c:v>3.0201617003489076</c:v>
                </c:pt>
                <c:pt idx="2989">
                  <c:v>3.0216374772868804</c:v>
                </c:pt>
                <c:pt idx="2990">
                  <c:v>3.0218599165692739</c:v>
                </c:pt>
                <c:pt idx="2991">
                  <c:v>3.0232035948576645</c:v>
                </c:pt>
                <c:pt idx="2992">
                  <c:v>3.0247730394205914</c:v>
                </c:pt>
                <c:pt idx="2993">
                  <c:v>3.0258326011107037</c:v>
                </c:pt>
                <c:pt idx="2994">
                  <c:v>3.0252680361362532</c:v>
                </c:pt>
                <c:pt idx="2995">
                  <c:v>3.0235013606544792</c:v>
                </c:pt>
                <c:pt idx="2996">
                  <c:v>3.0220310007421753</c:v>
                </c:pt>
                <c:pt idx="2997">
                  <c:v>3.0222359946426898</c:v>
                </c:pt>
                <c:pt idx="2998">
                  <c:v>3.0201175963761377</c:v>
                </c:pt>
                <c:pt idx="2999">
                  <c:v>3.0179130801975722</c:v>
                </c:pt>
                <c:pt idx="3000">
                  <c:v>3.0171782414713837</c:v>
                </c:pt>
                <c:pt idx="3001">
                  <c:v>3.0185124506282897</c:v>
                </c:pt>
                <c:pt idx="3002">
                  <c:v>3.0220758298286174</c:v>
                </c:pt>
                <c:pt idx="3003">
                  <c:v>3.0229725395186953</c:v>
                </c:pt>
                <c:pt idx="3004">
                  <c:v>3.0222719944038285</c:v>
                </c:pt>
                <c:pt idx="3005">
                  <c:v>3.0236262081673391</c:v>
                </c:pt>
                <c:pt idx="3006">
                  <c:v>3.0258561033244331</c:v>
                </c:pt>
                <c:pt idx="3007">
                  <c:v>3.0270873036861365</c:v>
                </c:pt>
                <c:pt idx="3008">
                  <c:v>3.0256969195465055</c:v>
                </c:pt>
                <c:pt idx="3009">
                  <c:v>3.0220521569999064</c:v>
                </c:pt>
                <c:pt idx="3010">
                  <c:v>3.0202387756668911</c:v>
                </c:pt>
                <c:pt idx="3011">
                  <c:v>3.0205053615758</c:v>
                </c:pt>
                <c:pt idx="3012">
                  <c:v>3.0239128413365979</c:v>
                </c:pt>
                <c:pt idx="3013">
                  <c:v>3.0277172568523243</c:v>
                </c:pt>
                <c:pt idx="3014">
                  <c:v>3.0258404067461164</c:v>
                </c:pt>
                <c:pt idx="3015">
                  <c:v>3.0231659742541992</c:v>
                </c:pt>
                <c:pt idx="3016">
                  <c:v>3.0244157289951632</c:v>
                </c:pt>
                <c:pt idx="3017">
                  <c:v>3.0257862364894264</c:v>
                </c:pt>
                <c:pt idx="3018">
                  <c:v>3.0265148477687824</c:v>
                </c:pt>
                <c:pt idx="3019">
                  <c:v>3.0256465881269032</c:v>
                </c:pt>
                <c:pt idx="3020">
                  <c:v>3.0249807205070676</c:v>
                </c:pt>
                <c:pt idx="3021">
                  <c:v>3.0247285089103673</c:v>
                </c:pt>
                <c:pt idx="3022">
                  <c:v>3.023553995376334</c:v>
                </c:pt>
                <c:pt idx="3023">
                  <c:v>3.0213402233350108</c:v>
                </c:pt>
                <c:pt idx="3024">
                  <c:v>3.0200606536259951</c:v>
                </c:pt>
                <c:pt idx="3025">
                  <c:v>3.0172879469046179</c:v>
                </c:pt>
                <c:pt idx="3026">
                  <c:v>3.0171003130784912</c:v>
                </c:pt>
                <c:pt idx="3027">
                  <c:v>3.0192208440323145</c:v>
                </c:pt>
                <c:pt idx="3028">
                  <c:v>3.0232348173993158</c:v>
                </c:pt>
                <c:pt idx="3029">
                  <c:v>3.0228719619869819</c:v>
                </c:pt>
                <c:pt idx="3030">
                  <c:v>3.0204293526014521</c:v>
                </c:pt>
                <c:pt idx="3031">
                  <c:v>3.020151292835024</c:v>
                </c:pt>
                <c:pt idx="3032">
                  <c:v>3.0202229937810841</c:v>
                </c:pt>
                <c:pt idx="3033">
                  <c:v>3.02037351884869</c:v>
                </c:pt>
                <c:pt idx="3034">
                  <c:v>3.0191751192172185</c:v>
                </c:pt>
                <c:pt idx="3035">
                  <c:v>3.0185325405423851</c:v>
                </c:pt>
                <c:pt idx="3036">
                  <c:v>3.0201166579937384</c:v>
                </c:pt>
                <c:pt idx="3037">
                  <c:v>3.0199363606118252</c:v>
                </c:pt>
                <c:pt idx="3038">
                  <c:v>3.0167665048667924</c:v>
                </c:pt>
                <c:pt idx="3039">
                  <c:v>3.0134088020269059</c:v>
                </c:pt>
                <c:pt idx="3040">
                  <c:v>3.0143144690035233</c:v>
                </c:pt>
                <c:pt idx="3041">
                  <c:v>3.0160786705680627</c:v>
                </c:pt>
                <c:pt idx="3042">
                  <c:v>3.0174249080811788</c:v>
                </c:pt>
                <c:pt idx="3043">
                  <c:v>3.0200156539245713</c:v>
                </c:pt>
                <c:pt idx="3044">
                  <c:v>3.0219381008846389</c:v>
                </c:pt>
                <c:pt idx="3045">
                  <c:v>3.0225091065746481</c:v>
                </c:pt>
                <c:pt idx="3046">
                  <c:v>3.0213606971328151</c:v>
                </c:pt>
                <c:pt idx="3047">
                  <c:v>3.0193934210863054</c:v>
                </c:pt>
                <c:pt idx="3048">
                  <c:v>3.0154542197350351</c:v>
                </c:pt>
                <c:pt idx="3049">
                  <c:v>3.0141542615357055</c:v>
                </c:pt>
                <c:pt idx="3050">
                  <c:v>3.0156300384736783</c:v>
                </c:pt>
                <c:pt idx="3051">
                  <c:v>3.0190837548945173</c:v>
                </c:pt>
                <c:pt idx="3052">
                  <c:v>3.0204256417256001</c:v>
                </c:pt>
                <c:pt idx="3053">
                  <c:v>3.0209958796481917</c:v>
                </c:pt>
                <c:pt idx="3054">
                  <c:v>3.0218816699794409</c:v>
                </c:pt>
                <c:pt idx="3055">
                  <c:v>3.0199272327103044</c:v>
                </c:pt>
                <c:pt idx="3056">
                  <c:v>3.0182366941641146</c:v>
                </c:pt>
                <c:pt idx="3057">
                  <c:v>3.017324586471938</c:v>
                </c:pt>
                <c:pt idx="3058">
                  <c:v>3.0182837412453187</c:v>
                </c:pt>
                <c:pt idx="3059">
                  <c:v>3.0201166579937384</c:v>
                </c:pt>
                <c:pt idx="3060">
                  <c:v>3.0191678680804963</c:v>
                </c:pt>
                <c:pt idx="3061">
                  <c:v>3.0193078576729824</c:v>
                </c:pt>
                <c:pt idx="3062">
                  <c:v>3.0217073441218871</c:v>
                </c:pt>
                <c:pt idx="3063">
                  <c:v>3.0223682212535081</c:v>
                </c:pt>
                <c:pt idx="3064">
                  <c:v>3.0231029746722058</c:v>
                </c:pt>
                <c:pt idx="3065">
                  <c:v>3.0242251947143477</c:v>
                </c:pt>
                <c:pt idx="3066">
                  <c:v>3.0255028023510744</c:v>
                </c:pt>
                <c:pt idx="3067">
                  <c:v>3.0255040393096917</c:v>
                </c:pt>
                <c:pt idx="3068">
                  <c:v>3.0246942152990455</c:v>
                </c:pt>
                <c:pt idx="3069">
                  <c:v>3.0224830024824478</c:v>
                </c:pt>
                <c:pt idx="3070">
                  <c:v>3.0193219760627179</c:v>
                </c:pt>
                <c:pt idx="3071">
                  <c:v>3.0196972437149707</c:v>
                </c:pt>
                <c:pt idx="3072">
                  <c:v>3.0212019398923418</c:v>
                </c:pt>
                <c:pt idx="3073">
                  <c:v>3.0207830374585192</c:v>
                </c:pt>
                <c:pt idx="3074">
                  <c:v>3.0209029371369098</c:v>
                </c:pt>
                <c:pt idx="3075">
                  <c:v>3.0195072639328457</c:v>
                </c:pt>
                <c:pt idx="3076">
                  <c:v>3.0183550583076699</c:v>
                </c:pt>
                <c:pt idx="3077">
                  <c:v>3.0195565290088124</c:v>
                </c:pt>
                <c:pt idx="3078">
                  <c:v>3.0219395937657287</c:v>
                </c:pt>
                <c:pt idx="3079">
                  <c:v>3.0243225305614088</c:v>
                </c:pt>
                <c:pt idx="3080">
                  <c:v>3.0252034583656791</c:v>
                </c:pt>
                <c:pt idx="3081">
                  <c:v>3.023696288271073</c:v>
                </c:pt>
                <c:pt idx="3082">
                  <c:v>3.021585183794989</c:v>
                </c:pt>
                <c:pt idx="3083">
                  <c:v>3.0198391527260009</c:v>
                </c:pt>
                <c:pt idx="3084">
                  <c:v>3.0163584364843077</c:v>
                </c:pt>
                <c:pt idx="3085">
                  <c:v>3.017289269170726</c:v>
                </c:pt>
                <c:pt idx="3086">
                  <c:v>3.0204305042525785</c:v>
                </c:pt>
                <c:pt idx="3087">
                  <c:v>3.021421137490083</c:v>
                </c:pt>
                <c:pt idx="3088">
                  <c:v>3.0217653958694113</c:v>
                </c:pt>
                <c:pt idx="3089">
                  <c:v>3.0222272932786227</c:v>
                </c:pt>
                <c:pt idx="3090">
                  <c:v>3.0217933340726648</c:v>
                </c:pt>
                <c:pt idx="3091">
                  <c:v>3.0241349393890276</c:v>
                </c:pt>
                <c:pt idx="3092">
                  <c:v>3.0256102471358011</c:v>
                </c:pt>
                <c:pt idx="3093">
                  <c:v>3.0243743122083551</c:v>
                </c:pt>
                <c:pt idx="3094">
                  <c:v>3.0233157742081334</c:v>
                </c:pt>
                <c:pt idx="3095">
                  <c:v>3.0204050399665596</c:v>
                </c:pt>
                <c:pt idx="3096">
                  <c:v>3.0177821331991161</c:v>
                </c:pt>
                <c:pt idx="3097">
                  <c:v>3.0191712377263848</c:v>
                </c:pt>
                <c:pt idx="3098">
                  <c:v>3.0197513713179154</c:v>
                </c:pt>
                <c:pt idx="3099">
                  <c:v>3.021378227822185</c:v>
                </c:pt>
                <c:pt idx="3100">
                  <c:v>3.0249372989942245</c:v>
                </c:pt>
                <c:pt idx="3101">
                  <c:v>3.0248643610895471</c:v>
                </c:pt>
                <c:pt idx="3102">
                  <c:v>3.0224031546710117</c:v>
                </c:pt>
                <c:pt idx="3103">
                  <c:v>3.0206420241761429</c:v>
                </c:pt>
                <c:pt idx="3104">
                  <c:v>3.0204817314008343</c:v>
                </c:pt>
                <c:pt idx="3105">
                  <c:v>3.0204435989524239</c:v>
                </c:pt>
                <c:pt idx="3106">
                  <c:v>3.0204314852887233</c:v>
                </c:pt>
                <c:pt idx="3107">
                  <c:v>3.0217654811769021</c:v>
                </c:pt>
                <c:pt idx="3108">
                  <c:v>3.0233718638833675</c:v>
                </c:pt>
                <c:pt idx="3109">
                  <c:v>3.0228461991247451</c:v>
                </c:pt>
                <c:pt idx="3110">
                  <c:v>3.0188833675985087</c:v>
                </c:pt>
                <c:pt idx="3111">
                  <c:v>3.0164369193758902</c:v>
                </c:pt>
                <c:pt idx="3112">
                  <c:v>3.0180489750304975</c:v>
                </c:pt>
                <c:pt idx="3113">
                  <c:v>3.0205524513107496</c:v>
                </c:pt>
                <c:pt idx="3114">
                  <c:v>3.0226642382467603</c:v>
                </c:pt>
                <c:pt idx="3115">
                  <c:v>3.0227063374934953</c:v>
                </c:pt>
                <c:pt idx="3116">
                  <c:v>3.0203820069440299</c:v>
                </c:pt>
                <c:pt idx="3117">
                  <c:v>3.016202451737287</c:v>
                </c:pt>
                <c:pt idx="3118">
                  <c:v>3.0169433472953262</c:v>
                </c:pt>
                <c:pt idx="3119">
                  <c:v>3.0172667906468869</c:v>
                </c:pt>
                <c:pt idx="3120">
                  <c:v>3.0151541079822217</c:v>
                </c:pt>
                <c:pt idx="3121">
                  <c:v>3.0147273146054956</c:v>
                </c:pt>
                <c:pt idx="3122">
                  <c:v>3.0166337664110285</c:v>
                </c:pt>
                <c:pt idx="3123">
                  <c:v>3.0190637502879127</c:v>
                </c:pt>
                <c:pt idx="3124">
                  <c:v>3.0179292033133431</c:v>
                </c:pt>
                <c:pt idx="3125">
                  <c:v>3.016914982554618</c:v>
                </c:pt>
                <c:pt idx="3126">
                  <c:v>3.0182674048608207</c:v>
                </c:pt>
                <c:pt idx="3127">
                  <c:v>3.0183558260750876</c:v>
                </c:pt>
                <c:pt idx="3128">
                  <c:v>3.020110387893161</c:v>
                </c:pt>
                <c:pt idx="3129">
                  <c:v>3.0222770701995341</c:v>
                </c:pt>
                <c:pt idx="3130">
                  <c:v>3.0219000537437193</c:v>
                </c:pt>
                <c:pt idx="3131">
                  <c:v>3.0217283297646365</c:v>
                </c:pt>
                <c:pt idx="3132">
                  <c:v>3.0207446064338908</c:v>
                </c:pt>
                <c:pt idx="3133">
                  <c:v>3.0194731835902511</c:v>
                </c:pt>
                <c:pt idx="3134">
                  <c:v>3.0201909181645239</c:v>
                </c:pt>
                <c:pt idx="3135">
                  <c:v>3.0193402745195055</c:v>
                </c:pt>
                <c:pt idx="3136">
                  <c:v>3.0188828130998182</c:v>
                </c:pt>
                <c:pt idx="3137">
                  <c:v>3.0211605231055341</c:v>
                </c:pt>
                <c:pt idx="3138">
                  <c:v>3.0232080735009341</c:v>
                </c:pt>
                <c:pt idx="3139">
                  <c:v>3.0239772911459357</c:v>
                </c:pt>
                <c:pt idx="3140">
                  <c:v>3.0237010654905605</c:v>
                </c:pt>
                <c:pt idx="3141">
                  <c:v>3.0227659674296001</c:v>
                </c:pt>
                <c:pt idx="3142">
                  <c:v>3.0211537838137565</c:v>
                </c:pt>
                <c:pt idx="3143">
                  <c:v>3.0218540303524053</c:v>
                </c:pt>
                <c:pt idx="3144">
                  <c:v>3.0226836883546744</c:v>
                </c:pt>
                <c:pt idx="3145">
                  <c:v>3.0210556801992783</c:v>
                </c:pt>
                <c:pt idx="3146">
                  <c:v>3.0213929007106115</c:v>
                </c:pt>
                <c:pt idx="3147">
                  <c:v>3.0221131518558644</c:v>
                </c:pt>
                <c:pt idx="3148">
                  <c:v>3.0223886097438215</c:v>
                </c:pt>
                <c:pt idx="3149">
                  <c:v>3.0218157272890132</c:v>
                </c:pt>
                <c:pt idx="3150">
                  <c:v>3.0229958711174429</c:v>
                </c:pt>
                <c:pt idx="3151">
                  <c:v>3.0233478924784385</c:v>
                </c:pt>
                <c:pt idx="3152">
                  <c:v>3.0223520554839922</c:v>
                </c:pt>
                <c:pt idx="3153">
                  <c:v>3.0230578043558003</c:v>
                </c:pt>
                <c:pt idx="3154">
                  <c:v>3.0233558687288329</c:v>
                </c:pt>
                <c:pt idx="3155">
                  <c:v>3.0215288808510277</c:v>
                </c:pt>
                <c:pt idx="3156">
                  <c:v>3.0202726853945046</c:v>
                </c:pt>
                <c:pt idx="3157">
                  <c:v>3.0196150499475358</c:v>
                </c:pt>
                <c:pt idx="3158">
                  <c:v>3.0185545072212792</c:v>
                </c:pt>
                <c:pt idx="3159">
                  <c:v>3.01800410329031</c:v>
                </c:pt>
                <c:pt idx="3160">
                  <c:v>3.0207411088267659</c:v>
                </c:pt>
                <c:pt idx="3161">
                  <c:v>3.0240537693114833</c:v>
                </c:pt>
                <c:pt idx="3162">
                  <c:v>3.0237234160531634</c:v>
                </c:pt>
                <c:pt idx="3163">
                  <c:v>3.0234755977922423</c:v>
                </c:pt>
                <c:pt idx="3164">
                  <c:v>3.0217200549380241</c:v>
                </c:pt>
                <c:pt idx="3165">
                  <c:v>3.0191602330600649</c:v>
                </c:pt>
                <c:pt idx="3166">
                  <c:v>3.0183169258592599</c:v>
                </c:pt>
                <c:pt idx="3167">
                  <c:v>3.0173661312199824</c:v>
                </c:pt>
                <c:pt idx="3168">
                  <c:v>3.0178927343610042</c:v>
                </c:pt>
                <c:pt idx="3169">
                  <c:v>3.0185553176424422</c:v>
                </c:pt>
                <c:pt idx="3170">
                  <c:v>3.0177978297774328</c:v>
                </c:pt>
                <c:pt idx="3171">
                  <c:v>3.0177757351373025</c:v>
                </c:pt>
                <c:pt idx="3172">
                  <c:v>3.0173772638475382</c:v>
                </c:pt>
                <c:pt idx="3173">
                  <c:v>3.0166246385095077</c:v>
                </c:pt>
                <c:pt idx="3174">
                  <c:v>3.0170356073466813</c:v>
                </c:pt>
                <c:pt idx="3175">
                  <c:v>3.0171262039019648</c:v>
                </c:pt>
                <c:pt idx="3176">
                  <c:v>3.0180795151122219</c:v>
                </c:pt>
                <c:pt idx="3177">
                  <c:v>3.0196667889407367</c:v>
                </c:pt>
                <c:pt idx="3178">
                  <c:v>3.0229667386093171</c:v>
                </c:pt>
                <c:pt idx="3179">
                  <c:v>3.0255210581541165</c:v>
                </c:pt>
                <c:pt idx="3180">
                  <c:v>3.0237373211741723</c:v>
                </c:pt>
                <c:pt idx="3181">
                  <c:v>3.02077408017198</c:v>
                </c:pt>
                <c:pt idx="3182">
                  <c:v>3.0213105789819403</c:v>
                </c:pt>
                <c:pt idx="3183">
                  <c:v>3.0213028586540185</c:v>
                </c:pt>
                <c:pt idx="3184">
                  <c:v>3.0217035479385443</c:v>
                </c:pt>
                <c:pt idx="3185">
                  <c:v>3.0242592324031974</c:v>
                </c:pt>
                <c:pt idx="3186">
                  <c:v>3.0241496549311995</c:v>
                </c:pt>
                <c:pt idx="3187">
                  <c:v>3.0212808066676335</c:v>
                </c:pt>
                <c:pt idx="3188">
                  <c:v>3.0200586915537055</c:v>
                </c:pt>
                <c:pt idx="3189">
                  <c:v>3.0198739155285224</c:v>
                </c:pt>
                <c:pt idx="3190">
                  <c:v>3.0186591795125528</c:v>
                </c:pt>
                <c:pt idx="3191">
                  <c:v>3.0171567013299438</c:v>
                </c:pt>
                <c:pt idx="3192">
                  <c:v>3.0160769217645003</c:v>
                </c:pt>
                <c:pt idx="3193">
                  <c:v>3.0168420019961952</c:v>
                </c:pt>
                <c:pt idx="3194">
                  <c:v>3.0152640693379285</c:v>
                </c:pt>
                <c:pt idx="3195">
                  <c:v>3.0151385820188872</c:v>
                </c:pt>
                <c:pt idx="3196">
                  <c:v>3.0185797155848255</c:v>
                </c:pt>
                <c:pt idx="3197">
                  <c:v>3.0201018144903302</c:v>
                </c:pt>
                <c:pt idx="3198">
                  <c:v>3.0214410567891967</c:v>
                </c:pt>
                <c:pt idx="3199">
                  <c:v>3.0226693993499567</c:v>
                </c:pt>
                <c:pt idx="3200">
                  <c:v>3.0232068791960622</c:v>
                </c:pt>
                <c:pt idx="3201">
                  <c:v>3.0250249097873283</c:v>
                </c:pt>
                <c:pt idx="3202">
                  <c:v>3.0249363606118251</c:v>
                </c:pt>
                <c:pt idx="3203">
                  <c:v>3.0278631753154244</c:v>
                </c:pt>
                <c:pt idx="3204">
                  <c:v>3.0295690265562221</c:v>
                </c:pt>
                <c:pt idx="3205">
                  <c:v>3.0278878718340256</c:v>
                </c:pt>
                <c:pt idx="3206">
                  <c:v>3.02751981266475</c:v>
                </c:pt>
                <c:pt idx="3207">
                  <c:v>3.0244537334823369</c:v>
                </c:pt>
                <c:pt idx="3208">
                  <c:v>3.0220164558149851</c:v>
                </c:pt>
                <c:pt idx="3209">
                  <c:v>3.0215962311150544</c:v>
                </c:pt>
                <c:pt idx="3210">
                  <c:v>3.0235105312097454</c:v>
                </c:pt>
                <c:pt idx="3211">
                  <c:v>3.0246093769993943</c:v>
                </c:pt>
                <c:pt idx="3212">
                  <c:v>3.0238883154329783</c:v>
                </c:pt>
                <c:pt idx="3213">
                  <c:v>3.0215104117792584</c:v>
                </c:pt>
                <c:pt idx="3214">
                  <c:v>3.0205370959623963</c:v>
                </c:pt>
                <c:pt idx="3215">
                  <c:v>3.019934227924554</c:v>
                </c:pt>
                <c:pt idx="3216">
                  <c:v>3.0165696578316541</c:v>
                </c:pt>
                <c:pt idx="3217">
                  <c:v>3.0119528164268106</c:v>
                </c:pt>
                <c:pt idx="3218">
                  <c:v>3.0124004248313043</c:v>
                </c:pt>
                <c:pt idx="3219">
                  <c:v>3.0140455797923615</c:v>
                </c:pt>
                <c:pt idx="3220">
                  <c:v>3.0160645095245813</c:v>
                </c:pt>
                <c:pt idx="3221">
                  <c:v>3.0185915306723081</c:v>
                </c:pt>
                <c:pt idx="3222">
                  <c:v>3.0199759006338347</c:v>
                </c:pt>
                <c:pt idx="3223">
                  <c:v>3.019052020507921</c:v>
                </c:pt>
                <c:pt idx="3224">
                  <c:v>3.0190216510411778</c:v>
                </c:pt>
                <c:pt idx="3225">
                  <c:v>3.018274528036307</c:v>
                </c:pt>
                <c:pt idx="3226">
                  <c:v>3.0200246965186013</c:v>
                </c:pt>
                <c:pt idx="3227">
                  <c:v>3.0211557458860461</c:v>
                </c:pt>
                <c:pt idx="3228">
                  <c:v>3.0218085188060364</c:v>
                </c:pt>
                <c:pt idx="3229">
                  <c:v>3.0259288706141287</c:v>
                </c:pt>
                <c:pt idx="3230">
                  <c:v>3.0264533410678793</c:v>
                </c:pt>
                <c:pt idx="3231">
                  <c:v>3.022137080607048</c:v>
                </c:pt>
                <c:pt idx="3232">
                  <c:v>3.0184917635617583</c:v>
                </c:pt>
                <c:pt idx="3233">
                  <c:v>3.0182464618718168</c:v>
                </c:pt>
                <c:pt idx="3234">
                  <c:v>3.0189217133156463</c:v>
                </c:pt>
                <c:pt idx="3235">
                  <c:v>3.0200933263949907</c:v>
                </c:pt>
                <c:pt idx="3236">
                  <c:v>3.0205689583102293</c:v>
                </c:pt>
                <c:pt idx="3237">
                  <c:v>3.0217081971967961</c:v>
                </c:pt>
                <c:pt idx="3238">
                  <c:v>3.0206565691033331</c:v>
                </c:pt>
                <c:pt idx="3239">
                  <c:v>3.0182735896539077</c:v>
                </c:pt>
                <c:pt idx="3240">
                  <c:v>3.0193829709186764</c:v>
                </c:pt>
                <c:pt idx="3241">
                  <c:v>3.0212917686802077</c:v>
                </c:pt>
                <c:pt idx="3242">
                  <c:v>3.022299420762137</c:v>
                </c:pt>
                <c:pt idx="3243">
                  <c:v>3.0247310681350927</c:v>
                </c:pt>
                <c:pt idx="3244">
                  <c:v>3.0276167646281018</c:v>
                </c:pt>
                <c:pt idx="3245">
                  <c:v>3.0270690052293494</c:v>
                </c:pt>
                <c:pt idx="3246">
                  <c:v>3.0250330139989594</c:v>
                </c:pt>
                <c:pt idx="3247">
                  <c:v>3.0224489221398532</c:v>
                </c:pt>
                <c:pt idx="3248">
                  <c:v>3.0220181619648021</c:v>
                </c:pt>
                <c:pt idx="3249">
                  <c:v>3.0218027605504041</c:v>
                </c:pt>
                <c:pt idx="3250">
                  <c:v>3.0206725642578673</c:v>
                </c:pt>
                <c:pt idx="3251">
                  <c:v>3.0219407880706006</c:v>
                </c:pt>
                <c:pt idx="3252">
                  <c:v>3.0218751439563909</c:v>
                </c:pt>
                <c:pt idx="3253">
                  <c:v>3.0219134470197826</c:v>
                </c:pt>
                <c:pt idx="3254">
                  <c:v>3.0228251708282503</c:v>
                </c:pt>
                <c:pt idx="3255">
                  <c:v>3.021273214300948</c:v>
                </c:pt>
                <c:pt idx="3256">
                  <c:v>3.0192102659034488</c:v>
                </c:pt>
                <c:pt idx="3257">
                  <c:v>3.0188777373041127</c:v>
                </c:pt>
                <c:pt idx="3258">
                  <c:v>3.0190149544031462</c:v>
                </c:pt>
                <c:pt idx="3259">
                  <c:v>3.0194347525656227</c:v>
                </c:pt>
                <c:pt idx="3260">
                  <c:v>3.0204512339728553</c:v>
                </c:pt>
                <c:pt idx="3261">
                  <c:v>3.0211832148981004</c:v>
                </c:pt>
                <c:pt idx="3262">
                  <c:v>3.0212782900966535</c:v>
                </c:pt>
                <c:pt idx="3263">
                  <c:v>3.0204482055569302</c:v>
                </c:pt>
                <c:pt idx="3264">
                  <c:v>3.0199998720387637</c:v>
                </c:pt>
                <c:pt idx="3265">
                  <c:v>3.0199481330455629</c:v>
                </c:pt>
                <c:pt idx="3266">
                  <c:v>3.0184976924323723</c:v>
                </c:pt>
                <c:pt idx="3267">
                  <c:v>3.0181075812767117</c:v>
                </c:pt>
                <c:pt idx="3268">
                  <c:v>3.0200915349376829</c:v>
                </c:pt>
                <c:pt idx="3269">
                  <c:v>3.020866126954608</c:v>
                </c:pt>
                <c:pt idx="3270">
                  <c:v>3.0197616508705631</c:v>
                </c:pt>
                <c:pt idx="3271">
                  <c:v>3.0170946827840952</c:v>
                </c:pt>
                <c:pt idx="3272">
                  <c:v>3.0164498008070089</c:v>
                </c:pt>
                <c:pt idx="3273">
                  <c:v>3.016897707787721</c:v>
                </c:pt>
                <c:pt idx="3274">
                  <c:v>3.016975934756831</c:v>
                </c:pt>
                <c:pt idx="3275">
                  <c:v>3.0194621789239311</c:v>
                </c:pt>
                <c:pt idx="3276">
                  <c:v>3.0193531986043696</c:v>
                </c:pt>
                <c:pt idx="3277">
                  <c:v>3.0199429719423661</c:v>
                </c:pt>
                <c:pt idx="3278">
                  <c:v>3.0207236634448873</c:v>
                </c:pt>
                <c:pt idx="3279">
                  <c:v>3.0214697627598679</c:v>
                </c:pt>
                <c:pt idx="3280">
                  <c:v>3.0223985480665059</c:v>
                </c:pt>
                <c:pt idx="3281">
                  <c:v>3.0225917268795373</c:v>
                </c:pt>
                <c:pt idx="3282">
                  <c:v>3.0211827457069007</c:v>
                </c:pt>
                <c:pt idx="3283">
                  <c:v>3.0191608302125008</c:v>
                </c:pt>
                <c:pt idx="3284">
                  <c:v>3.0189206043182653</c:v>
                </c:pt>
                <c:pt idx="3285">
                  <c:v>3.0183977973605862</c:v>
                </c:pt>
                <c:pt idx="3286">
                  <c:v>3.0178381802206053</c:v>
                </c:pt>
                <c:pt idx="3287">
                  <c:v>3.0185281045528609</c:v>
                </c:pt>
                <c:pt idx="3288">
                  <c:v>3.018399887394112</c:v>
                </c:pt>
                <c:pt idx="3289">
                  <c:v>3.0193912883990341</c:v>
                </c:pt>
                <c:pt idx="3290">
                  <c:v>3.0204752906852752</c:v>
                </c:pt>
                <c:pt idx="3291">
                  <c:v>3.0199300905112478</c:v>
                </c:pt>
                <c:pt idx="3292">
                  <c:v>3.0214878052941829</c:v>
                </c:pt>
                <c:pt idx="3293">
                  <c:v>3.0233734420719482</c:v>
                </c:pt>
                <c:pt idx="3294">
                  <c:v>3.0242490808117859</c:v>
                </c:pt>
                <c:pt idx="3295">
                  <c:v>3.0250254642860188</c:v>
                </c:pt>
                <c:pt idx="3296">
                  <c:v>3.023721667249601</c:v>
                </c:pt>
                <c:pt idx="3297">
                  <c:v>3.0235165027341049</c:v>
                </c:pt>
                <c:pt idx="3298">
                  <c:v>3.0208323451882308</c:v>
                </c:pt>
                <c:pt idx="3299">
                  <c:v>3.0190435324125811</c:v>
                </c:pt>
                <c:pt idx="3300">
                  <c:v>3.0193465872738283</c:v>
                </c:pt>
                <c:pt idx="3301">
                  <c:v>3.0230103733908873</c:v>
                </c:pt>
                <c:pt idx="3302">
                  <c:v>3.0242581234058163</c:v>
                </c:pt>
                <c:pt idx="3303">
                  <c:v>3.0232108033406413</c:v>
                </c:pt>
                <c:pt idx="3304">
                  <c:v>3.0213123277855027</c:v>
                </c:pt>
                <c:pt idx="3305">
                  <c:v>3.0209507519855316</c:v>
                </c:pt>
                <c:pt idx="3306">
                  <c:v>3.0208538426759253</c:v>
                </c:pt>
                <c:pt idx="3307">
                  <c:v>3.0210503911348456</c:v>
                </c:pt>
                <c:pt idx="3308">
                  <c:v>3.0192462230108426</c:v>
                </c:pt>
                <c:pt idx="3309">
                  <c:v>3.0176420156453938</c:v>
                </c:pt>
                <c:pt idx="3310">
                  <c:v>3.017766393967054</c:v>
                </c:pt>
                <c:pt idx="3311">
                  <c:v>3.0167656091381385</c:v>
                </c:pt>
                <c:pt idx="3312">
                  <c:v>3.0163369389966133</c:v>
                </c:pt>
                <c:pt idx="3313">
                  <c:v>3.0169397643807101</c:v>
                </c:pt>
                <c:pt idx="3314">
                  <c:v>3.0165766956996496</c:v>
                </c:pt>
                <c:pt idx="3315">
                  <c:v>3.0181952773773064</c:v>
                </c:pt>
                <c:pt idx="3316">
                  <c:v>3.0202025199832798</c:v>
                </c:pt>
                <c:pt idx="3317">
                  <c:v>3.0218478882130642</c:v>
                </c:pt>
                <c:pt idx="3318">
                  <c:v>3.021710799075267</c:v>
                </c:pt>
                <c:pt idx="3319">
                  <c:v>3.0186756012045417</c:v>
                </c:pt>
                <c:pt idx="3320">
                  <c:v>3.017374832584049</c:v>
                </c:pt>
                <c:pt idx="3321">
                  <c:v>3.0203671207868763</c:v>
                </c:pt>
                <c:pt idx="3322">
                  <c:v>3.0225442959146243</c:v>
                </c:pt>
                <c:pt idx="3323">
                  <c:v>3.0217501258285488</c:v>
                </c:pt>
                <c:pt idx="3324">
                  <c:v>3.0213542137635105</c:v>
                </c:pt>
                <c:pt idx="3325">
                  <c:v>3.0209596666183258</c:v>
                </c:pt>
                <c:pt idx="3326">
                  <c:v>3.0197334567448366</c:v>
                </c:pt>
                <c:pt idx="3327">
                  <c:v>3.0214345307661468</c:v>
                </c:pt>
                <c:pt idx="3328">
                  <c:v>3.0234725693763171</c:v>
                </c:pt>
                <c:pt idx="3329">
                  <c:v>3.0229424259744246</c:v>
                </c:pt>
                <c:pt idx="3330">
                  <c:v>3.0242090289448318</c:v>
                </c:pt>
                <c:pt idx="3331">
                  <c:v>3.0257568907125734</c:v>
                </c:pt>
                <c:pt idx="3332">
                  <c:v>3.024905649915119</c:v>
                </c:pt>
                <c:pt idx="3333">
                  <c:v>3.0232511111300684</c:v>
                </c:pt>
                <c:pt idx="3334">
                  <c:v>3.0210062871620758</c:v>
                </c:pt>
                <c:pt idx="3335">
                  <c:v>3.0197195089700828</c:v>
                </c:pt>
                <c:pt idx="3336">
                  <c:v>3.0204920962609725</c:v>
                </c:pt>
                <c:pt idx="3337">
                  <c:v>3.0218204618547553</c:v>
                </c:pt>
                <c:pt idx="3338">
                  <c:v>3.021621567439837</c:v>
                </c:pt>
                <c:pt idx="3339">
                  <c:v>3.022242648626976</c:v>
                </c:pt>
                <c:pt idx="3340">
                  <c:v>3.021124438036904</c:v>
                </c:pt>
                <c:pt idx="3341">
                  <c:v>3.0183591104134853</c:v>
                </c:pt>
                <c:pt idx="3342">
                  <c:v>3.0166484819532005</c:v>
                </c:pt>
                <c:pt idx="3343">
                  <c:v>3.0172371036400705</c:v>
                </c:pt>
                <c:pt idx="3344">
                  <c:v>3.0162683091202238</c:v>
                </c:pt>
                <c:pt idx="3345">
                  <c:v>3.0151296247323476</c:v>
                </c:pt>
                <c:pt idx="3346">
                  <c:v>3.0164498861144997</c:v>
                </c:pt>
                <c:pt idx="3347">
                  <c:v>3.0175372153928834</c:v>
                </c:pt>
                <c:pt idx="3348">
                  <c:v>3.0193701747950485</c:v>
                </c:pt>
                <c:pt idx="3349">
                  <c:v>3.0191050391134846</c:v>
                </c:pt>
                <c:pt idx="3350">
                  <c:v>3.018660501778661</c:v>
                </c:pt>
                <c:pt idx="3351">
                  <c:v>3.0169702191549441</c:v>
                </c:pt>
                <c:pt idx="3352">
                  <c:v>3.0157803502725575</c:v>
                </c:pt>
                <c:pt idx="3353">
                  <c:v>3.0192015645393822</c:v>
                </c:pt>
                <c:pt idx="3354">
                  <c:v>3.0219093949139673</c:v>
                </c:pt>
                <c:pt idx="3355">
                  <c:v>3.0218451583733565</c:v>
                </c:pt>
                <c:pt idx="3356">
                  <c:v>3.0192623461266135</c:v>
                </c:pt>
                <c:pt idx="3357">
                  <c:v>3.0163191950385162</c:v>
                </c:pt>
                <c:pt idx="3358">
                  <c:v>3.0162190013905121</c:v>
                </c:pt>
                <c:pt idx="3359">
                  <c:v>3.0159530979415301</c:v>
                </c:pt>
                <c:pt idx="3360">
                  <c:v>3.0152722588570504</c:v>
                </c:pt>
                <c:pt idx="3361">
                  <c:v>3.0158037245250506</c:v>
                </c:pt>
                <c:pt idx="3362">
                  <c:v>3.0154629637528472</c:v>
                </c:pt>
                <c:pt idx="3363">
                  <c:v>3.0159575765848001</c:v>
                </c:pt>
                <c:pt idx="3364">
                  <c:v>3.0187884630149373</c:v>
                </c:pt>
                <c:pt idx="3365">
                  <c:v>3.0220403419124233</c:v>
                </c:pt>
                <c:pt idx="3366">
                  <c:v>3.0228836064594833</c:v>
                </c:pt>
                <c:pt idx="3367">
                  <c:v>3.0230017573343115</c:v>
                </c:pt>
                <c:pt idx="3368">
                  <c:v>3.0252320790288594</c:v>
                </c:pt>
                <c:pt idx="3369">
                  <c:v>3.0250616346621397</c:v>
                </c:pt>
                <c:pt idx="3370">
                  <c:v>3.0225651109423919</c:v>
                </c:pt>
                <c:pt idx="3371">
                  <c:v>3.02026172338193</c:v>
                </c:pt>
                <c:pt idx="3372">
                  <c:v>3.0196313863320339</c:v>
                </c:pt>
                <c:pt idx="3373">
                  <c:v>3.0195505574844526</c:v>
                </c:pt>
                <c:pt idx="3374">
                  <c:v>3.0188943296110833</c:v>
                </c:pt>
                <c:pt idx="3375">
                  <c:v>3.0174235858150702</c:v>
                </c:pt>
                <c:pt idx="3376">
                  <c:v>3.0168585943031658</c:v>
                </c:pt>
                <c:pt idx="3377">
                  <c:v>3.019208175869923</c:v>
                </c:pt>
                <c:pt idx="3378">
                  <c:v>3.0223465104970866</c:v>
                </c:pt>
                <c:pt idx="3379">
                  <c:v>3.0236916816665671</c:v>
                </c:pt>
                <c:pt idx="3380">
                  <c:v>3.0238477517210787</c:v>
                </c:pt>
                <c:pt idx="3381">
                  <c:v>3.0222685821041946</c:v>
                </c:pt>
                <c:pt idx="3382">
                  <c:v>3.0201326958020185</c:v>
                </c:pt>
                <c:pt idx="3383">
                  <c:v>3.0198251196437558</c:v>
                </c:pt>
                <c:pt idx="3384">
                  <c:v>3.0189266184963701</c:v>
                </c:pt>
                <c:pt idx="3385">
                  <c:v>3.018369987118569</c:v>
                </c:pt>
                <c:pt idx="3386">
                  <c:v>3.0170464840517646</c:v>
                </c:pt>
                <c:pt idx="3387">
                  <c:v>3.018213575834094</c:v>
                </c:pt>
                <c:pt idx="3388">
                  <c:v>3.0222840654137841</c:v>
                </c:pt>
                <c:pt idx="3389">
                  <c:v>3.0241512331197802</c:v>
                </c:pt>
                <c:pt idx="3390">
                  <c:v>3.0244250275116658</c:v>
                </c:pt>
                <c:pt idx="3391">
                  <c:v>3.0207364595685147</c:v>
                </c:pt>
                <c:pt idx="3392">
                  <c:v>3.0168750159951547</c:v>
                </c:pt>
                <c:pt idx="3393">
                  <c:v>3.0175933050681181</c:v>
                </c:pt>
                <c:pt idx="3394">
                  <c:v>3.0211316465198808</c:v>
                </c:pt>
                <c:pt idx="3395">
                  <c:v>3.0207883691766972</c:v>
                </c:pt>
                <c:pt idx="3396">
                  <c:v>3.019714049290668</c:v>
                </c:pt>
                <c:pt idx="3397">
                  <c:v>3.0180497854516606</c:v>
                </c:pt>
                <c:pt idx="3398">
                  <c:v>3.0160206188205385</c:v>
                </c:pt>
                <c:pt idx="3399">
                  <c:v>3.0176501625107699</c:v>
                </c:pt>
                <c:pt idx="3400">
                  <c:v>3.0192903269836124</c:v>
                </c:pt>
                <c:pt idx="3401">
                  <c:v>3.0187179990274946</c:v>
                </c:pt>
                <c:pt idx="3402">
                  <c:v>3.0202914103887464</c:v>
                </c:pt>
                <c:pt idx="3403">
                  <c:v>3.021933536933878</c:v>
                </c:pt>
                <c:pt idx="3404">
                  <c:v>3.0242369671480853</c:v>
                </c:pt>
                <c:pt idx="3405">
                  <c:v>3.0243898808254355</c:v>
                </c:pt>
                <c:pt idx="3406">
                  <c:v>3.0228817296946846</c:v>
                </c:pt>
                <c:pt idx="3407">
                  <c:v>3.0209882872815061</c:v>
                </c:pt>
                <c:pt idx="3408">
                  <c:v>3.0186861793334074</c:v>
                </c:pt>
                <c:pt idx="3409">
                  <c:v>3.0187783540772717</c:v>
                </c:pt>
                <c:pt idx="3410">
                  <c:v>3.019168635847914</c:v>
                </c:pt>
                <c:pt idx="3411">
                  <c:v>3.0206458203594857</c:v>
                </c:pt>
                <c:pt idx="3412">
                  <c:v>3.0188989788693346</c:v>
                </c:pt>
                <c:pt idx="3413">
                  <c:v>3.0177477542803035</c:v>
                </c:pt>
                <c:pt idx="3414">
                  <c:v>3.01832195900122</c:v>
                </c:pt>
                <c:pt idx="3415">
                  <c:v>3.0212510770070722</c:v>
                </c:pt>
                <c:pt idx="3416">
                  <c:v>3.0245831022922123</c:v>
                </c:pt>
                <c:pt idx="3417">
                  <c:v>3.0255549678817295</c:v>
                </c:pt>
                <c:pt idx="3418">
                  <c:v>3.025707710944098</c:v>
                </c:pt>
                <c:pt idx="3419">
                  <c:v>3.0269559728039721</c:v>
                </c:pt>
                <c:pt idx="3420">
                  <c:v>3.024873446337323</c:v>
                </c:pt>
                <c:pt idx="3421">
                  <c:v>3.0217099460003585</c:v>
                </c:pt>
                <c:pt idx="3422">
                  <c:v>3.0213478583554423</c:v>
                </c:pt>
                <c:pt idx="3423">
                  <c:v>3.0222362079114169</c:v>
                </c:pt>
                <c:pt idx="3424">
                  <c:v>3.0227016029277531</c:v>
                </c:pt>
                <c:pt idx="3425">
                  <c:v>3.022207373979509</c:v>
                </c:pt>
                <c:pt idx="3426">
                  <c:v>3.0229504448785649</c:v>
                </c:pt>
                <c:pt idx="3427">
                  <c:v>3.024466956143419</c:v>
                </c:pt>
                <c:pt idx="3428">
                  <c:v>3.0235696919546506</c:v>
                </c:pt>
                <c:pt idx="3429">
                  <c:v>3.0223519275227559</c:v>
                </c:pt>
                <c:pt idx="3430">
                  <c:v>3.0223176765651791</c:v>
                </c:pt>
                <c:pt idx="3431">
                  <c:v>3.0224628272608616</c:v>
                </c:pt>
                <c:pt idx="3432">
                  <c:v>3.0212363614649003</c:v>
                </c:pt>
                <c:pt idx="3433">
                  <c:v>3.0195686853262584</c:v>
                </c:pt>
                <c:pt idx="3434">
                  <c:v>3.0192707489144621</c:v>
                </c:pt>
                <c:pt idx="3435">
                  <c:v>3.0208768330447096</c:v>
                </c:pt>
                <c:pt idx="3436">
                  <c:v>3.0201892973221978</c:v>
                </c:pt>
                <c:pt idx="3437">
                  <c:v>3.0211694803920732</c:v>
                </c:pt>
                <c:pt idx="3438">
                  <c:v>3.0211995939363434</c:v>
                </c:pt>
                <c:pt idx="3439">
                  <c:v>3.0184163517398463</c:v>
                </c:pt>
                <c:pt idx="3440">
                  <c:v>3.015857425590541</c:v>
                </c:pt>
                <c:pt idx="3441">
                  <c:v>3.0156709007617959</c:v>
                </c:pt>
                <c:pt idx="3442">
                  <c:v>3.0156923129419995</c:v>
                </c:pt>
                <c:pt idx="3443">
                  <c:v>3.0167773815718757</c:v>
                </c:pt>
                <c:pt idx="3444">
                  <c:v>3.0192135928955923</c:v>
                </c:pt>
                <c:pt idx="3445">
                  <c:v>3.0198478967438129</c:v>
                </c:pt>
                <c:pt idx="3446">
                  <c:v>3.0199853271115735</c:v>
                </c:pt>
                <c:pt idx="3447">
                  <c:v>3.0201731742064273</c:v>
                </c:pt>
                <c:pt idx="3448">
                  <c:v>3.0194478899192139</c:v>
                </c:pt>
                <c:pt idx="3449">
                  <c:v>3.0188625952244865</c:v>
                </c:pt>
                <c:pt idx="3450">
                  <c:v>3.0177704887266152</c:v>
                </c:pt>
                <c:pt idx="3451">
                  <c:v>3.0170887539134812</c:v>
                </c:pt>
                <c:pt idx="3452">
                  <c:v>3.0181553534715881</c:v>
                </c:pt>
                <c:pt idx="3453">
                  <c:v>3.0203844382075191</c:v>
                </c:pt>
                <c:pt idx="3454">
                  <c:v>3.0226806599387492</c:v>
                </c:pt>
                <c:pt idx="3455">
                  <c:v>3.0232083294234067</c:v>
                </c:pt>
                <c:pt idx="3456">
                  <c:v>3.023152495670645</c:v>
                </c:pt>
                <c:pt idx="3457">
                  <c:v>3.0213085742559054</c:v>
                </c:pt>
                <c:pt idx="3458">
                  <c:v>3.0188170836781176</c:v>
                </c:pt>
                <c:pt idx="3459">
                  <c:v>3.0198335650853503</c:v>
                </c:pt>
                <c:pt idx="3460">
                  <c:v>3.0206600667104579</c:v>
                </c:pt>
                <c:pt idx="3461">
                  <c:v>3.0192906682135758</c:v>
                </c:pt>
                <c:pt idx="3462">
                  <c:v>3.0185479385444838</c:v>
                </c:pt>
                <c:pt idx="3463">
                  <c:v>3.0174335241377546</c:v>
                </c:pt>
                <c:pt idx="3464">
                  <c:v>3.0195150269145135</c:v>
                </c:pt>
                <c:pt idx="3465">
                  <c:v>3.0217370311287035</c:v>
                </c:pt>
                <c:pt idx="3466">
                  <c:v>3.0228014553457938</c:v>
                </c:pt>
                <c:pt idx="3467">
                  <c:v>3.0217802820265649</c:v>
                </c:pt>
                <c:pt idx="3468">
                  <c:v>3.0210503484811002</c:v>
                </c:pt>
                <c:pt idx="3469">
                  <c:v>3.0211891864224598</c:v>
                </c:pt>
                <c:pt idx="3470">
                  <c:v>3.022331581686188</c:v>
                </c:pt>
                <c:pt idx="3471">
                  <c:v>3.0219910768364571</c:v>
                </c:pt>
                <c:pt idx="3472">
                  <c:v>3.0199558960272301</c:v>
                </c:pt>
                <c:pt idx="3473">
                  <c:v>3.0209407710091023</c:v>
                </c:pt>
                <c:pt idx="3474">
                  <c:v>3.0207005877686122</c:v>
                </c:pt>
                <c:pt idx="3475">
                  <c:v>3.0191675695042783</c:v>
                </c:pt>
                <c:pt idx="3476">
                  <c:v>3.0201483497265893</c:v>
                </c:pt>
                <c:pt idx="3477">
                  <c:v>3.0230618138078706</c:v>
                </c:pt>
                <c:pt idx="3478">
                  <c:v>3.0272188051832831</c:v>
                </c:pt>
                <c:pt idx="3479">
                  <c:v>3.0283629919043191</c:v>
                </c:pt>
                <c:pt idx="3480">
                  <c:v>3.0259839365994727</c:v>
                </c:pt>
                <c:pt idx="3481">
                  <c:v>3.023627103895993</c:v>
                </c:pt>
                <c:pt idx="3482">
                  <c:v>3.0222843639900021</c:v>
                </c:pt>
                <c:pt idx="3483">
                  <c:v>3.0226565179188385</c:v>
                </c:pt>
                <c:pt idx="3484">
                  <c:v>3.0238655383329212</c:v>
                </c:pt>
                <c:pt idx="3485">
                  <c:v>3.0234147735512655</c:v>
                </c:pt>
                <c:pt idx="3486">
                  <c:v>3.0232320875596086</c:v>
                </c:pt>
                <c:pt idx="3487">
                  <c:v>3.0251946716941216</c:v>
                </c:pt>
                <c:pt idx="3488">
                  <c:v>3.0258615630038475</c:v>
                </c:pt>
                <c:pt idx="3489">
                  <c:v>3.0246107419192478</c:v>
                </c:pt>
                <c:pt idx="3490">
                  <c:v>3.0241610434812283</c:v>
                </c:pt>
                <c:pt idx="3491">
                  <c:v>3.022352439367701</c:v>
                </c:pt>
                <c:pt idx="3492">
                  <c:v>3.0218534331999694</c:v>
                </c:pt>
                <c:pt idx="3493">
                  <c:v>3.0223543161324997</c:v>
                </c:pt>
                <c:pt idx="3494">
                  <c:v>3.021571619903944</c:v>
                </c:pt>
                <c:pt idx="3495">
                  <c:v>3.0224731921210002</c:v>
                </c:pt>
                <c:pt idx="3496">
                  <c:v>3.0222422220895218</c:v>
                </c:pt>
                <c:pt idx="3497">
                  <c:v>3.0211750680327238</c:v>
                </c:pt>
                <c:pt idx="3498">
                  <c:v>3.0221818670397447</c:v>
                </c:pt>
                <c:pt idx="3499">
                  <c:v>3.0230999889100261</c:v>
                </c:pt>
                <c:pt idx="3500">
                  <c:v>3.0223595625431869</c:v>
                </c:pt>
                <c:pt idx="3501">
                  <c:v>3.0237484538017285</c:v>
                </c:pt>
                <c:pt idx="3502">
                  <c:v>3.0272992074934102</c:v>
                </c:pt>
                <c:pt idx="3503">
                  <c:v>3.0304652670551002</c:v>
                </c:pt>
                <c:pt idx="3504">
                  <c:v>3.0319673613540004</c:v>
                </c:pt>
                <c:pt idx="3505">
                  <c:v>3.0325767127611476</c:v>
                </c:pt>
                <c:pt idx="3506">
                  <c:v>3.0315195823345249</c:v>
                </c:pt>
                <c:pt idx="3507">
                  <c:v>3.0269734608395962</c:v>
                </c:pt>
                <c:pt idx="3508">
                  <c:v>3.0232617745664245</c:v>
                </c:pt>
                <c:pt idx="3509">
                  <c:v>3.0230508091415507</c:v>
                </c:pt>
                <c:pt idx="3510">
                  <c:v>3.0230677426784847</c:v>
                </c:pt>
                <c:pt idx="3511">
                  <c:v>3.0245726947783287</c:v>
                </c:pt>
                <c:pt idx="3512">
                  <c:v>3.025708521365261</c:v>
                </c:pt>
                <c:pt idx="3513">
                  <c:v>3.025816094111224</c:v>
                </c:pt>
                <c:pt idx="3514">
                  <c:v>3.0268322342884928</c:v>
                </c:pt>
                <c:pt idx="3515">
                  <c:v>3.0259342023323068</c:v>
                </c:pt>
                <c:pt idx="3516">
                  <c:v>3.0256558866434062</c:v>
                </c:pt>
                <c:pt idx="3517">
                  <c:v>3.0229955298874795</c:v>
                </c:pt>
                <c:pt idx="3518">
                  <c:v>3.020596811205992</c:v>
                </c:pt>
                <c:pt idx="3519">
                  <c:v>3.0190737312643425</c:v>
                </c:pt>
                <c:pt idx="3520">
                  <c:v>3.0182097796507512</c:v>
                </c:pt>
                <c:pt idx="3521">
                  <c:v>3.020674441022666</c:v>
                </c:pt>
                <c:pt idx="3522">
                  <c:v>3.0227602518277128</c:v>
                </c:pt>
                <c:pt idx="3523">
                  <c:v>3.0229285635071617</c:v>
                </c:pt>
                <c:pt idx="3524">
                  <c:v>3.0209481501070607</c:v>
                </c:pt>
                <c:pt idx="3525">
                  <c:v>3.0201753922011894</c:v>
                </c:pt>
                <c:pt idx="3526">
                  <c:v>3.021942835450381</c:v>
                </c:pt>
                <c:pt idx="3527">
                  <c:v>3.0220785596683246</c:v>
                </c:pt>
                <c:pt idx="3528">
                  <c:v>3.0214586727860575</c:v>
                </c:pt>
                <c:pt idx="3529">
                  <c:v>3.0207441798964365</c:v>
                </c:pt>
                <c:pt idx="3530">
                  <c:v>3.0220780904771249</c:v>
                </c:pt>
                <c:pt idx="3531">
                  <c:v>3.0241013282376326</c:v>
                </c:pt>
                <c:pt idx="3532">
                  <c:v>3.0236252697849397</c:v>
                </c:pt>
                <c:pt idx="3533">
                  <c:v>3.022336102983203</c:v>
                </c:pt>
                <c:pt idx="3534">
                  <c:v>3.021035206401474</c:v>
                </c:pt>
                <c:pt idx="3535">
                  <c:v>3.0195335812937736</c:v>
                </c:pt>
                <c:pt idx="3536">
                  <c:v>3.0177479675490306</c:v>
                </c:pt>
                <c:pt idx="3537">
                  <c:v>3.0182360117041878</c:v>
                </c:pt>
                <c:pt idx="3538">
                  <c:v>3.0219192905829062</c:v>
                </c:pt>
                <c:pt idx="3539">
                  <c:v>3.0240532148127928</c:v>
                </c:pt>
                <c:pt idx="3540">
                  <c:v>3.023477474557041</c:v>
                </c:pt>
                <c:pt idx="3541">
                  <c:v>3.0244001603780828</c:v>
                </c:pt>
                <c:pt idx="3542">
                  <c:v>3.0249494979654163</c:v>
                </c:pt>
                <c:pt idx="3543">
                  <c:v>3.0238149083371009</c:v>
                </c:pt>
                <c:pt idx="3544">
                  <c:v>3.021144186721036</c:v>
                </c:pt>
                <c:pt idx="3545">
                  <c:v>3.018520426878684</c:v>
                </c:pt>
                <c:pt idx="3546">
                  <c:v>3.0187655152998984</c:v>
                </c:pt>
                <c:pt idx="3547">
                  <c:v>3.0212947970961328</c:v>
                </c:pt>
                <c:pt idx="3548">
                  <c:v>3.0225615706815216</c:v>
                </c:pt>
                <c:pt idx="3549">
                  <c:v>3.0221796490449826</c:v>
                </c:pt>
                <c:pt idx="3550">
                  <c:v>3.0202244440084285</c:v>
                </c:pt>
                <c:pt idx="3551">
                  <c:v>3.0200389428695735</c:v>
                </c:pt>
                <c:pt idx="3552">
                  <c:v>3.0219939346374005</c:v>
                </c:pt>
                <c:pt idx="3553">
                  <c:v>3.0229593168576132</c:v>
                </c:pt>
                <c:pt idx="3554">
                  <c:v>3.0256388677989814</c:v>
                </c:pt>
                <c:pt idx="3555">
                  <c:v>3.0259618846130878</c:v>
                </c:pt>
                <c:pt idx="3556">
                  <c:v>3.0244763399674124</c:v>
                </c:pt>
                <c:pt idx="3557">
                  <c:v>3.0243090946315996</c:v>
                </c:pt>
                <c:pt idx="3558">
                  <c:v>3.0249744077527447</c:v>
                </c:pt>
                <c:pt idx="3559">
                  <c:v>3.0251587572404732</c:v>
                </c:pt>
                <c:pt idx="3560">
                  <c:v>3.0257844876858635</c:v>
                </c:pt>
                <c:pt idx="3561">
                  <c:v>3.0244667428746919</c:v>
                </c:pt>
                <c:pt idx="3562">
                  <c:v>3.0240304377127356</c:v>
                </c:pt>
                <c:pt idx="3563">
                  <c:v>3.0251481364578625</c:v>
                </c:pt>
                <c:pt idx="3564">
                  <c:v>3.0251806812656219</c:v>
                </c:pt>
                <c:pt idx="3565">
                  <c:v>3.024580969604941</c:v>
                </c:pt>
                <c:pt idx="3566">
                  <c:v>3.0258363119865557</c:v>
                </c:pt>
                <c:pt idx="3567">
                  <c:v>3.0266952304581864</c:v>
                </c:pt>
                <c:pt idx="3568">
                  <c:v>3.0246905044231935</c:v>
                </c:pt>
                <c:pt idx="3569">
                  <c:v>3.0238184059442261</c:v>
                </c:pt>
                <c:pt idx="3570">
                  <c:v>3.0242033133429445</c:v>
                </c:pt>
                <c:pt idx="3571">
                  <c:v>3.0245557612413947</c:v>
                </c:pt>
                <c:pt idx="3572">
                  <c:v>3.0251013452991309</c:v>
                </c:pt>
                <c:pt idx="3573">
                  <c:v>3.0248314750518244</c:v>
                </c:pt>
                <c:pt idx="3574">
                  <c:v>3.0223932590020728</c:v>
                </c:pt>
                <c:pt idx="3575">
                  <c:v>3.020280363068681</c:v>
                </c:pt>
                <c:pt idx="3576">
                  <c:v>3.0199621661278075</c:v>
                </c:pt>
                <c:pt idx="3577">
                  <c:v>3.0186060755994983</c:v>
                </c:pt>
                <c:pt idx="3578">
                  <c:v>3.017991989626609</c:v>
                </c:pt>
                <c:pt idx="3579">
                  <c:v>3.0164304360065857</c:v>
                </c:pt>
                <c:pt idx="3580">
                  <c:v>3.0176307550566017</c:v>
                </c:pt>
                <c:pt idx="3581">
                  <c:v>3.0181794528377539</c:v>
                </c:pt>
                <c:pt idx="3582">
                  <c:v>3.018732458647194</c:v>
                </c:pt>
                <c:pt idx="3583">
                  <c:v>3.0190981718604712</c:v>
                </c:pt>
                <c:pt idx="3584">
                  <c:v>3.0189062300060567</c:v>
                </c:pt>
                <c:pt idx="3585">
                  <c:v>3.0202586949660049</c:v>
                </c:pt>
                <c:pt idx="3586">
                  <c:v>3.0208911220494272</c:v>
                </c:pt>
                <c:pt idx="3587">
                  <c:v>3.020050246112111</c:v>
                </c:pt>
                <c:pt idx="3588">
                  <c:v>3.0184378918812862</c:v>
                </c:pt>
                <c:pt idx="3589">
                  <c:v>3.0136746628221425</c:v>
                </c:pt>
                <c:pt idx="3590">
                  <c:v>3.0109223445910787</c:v>
                </c:pt>
                <c:pt idx="3591">
                  <c:v>3.013724055859345</c:v>
                </c:pt>
                <c:pt idx="3592">
                  <c:v>3.0172721223650649</c:v>
                </c:pt>
                <c:pt idx="3593">
                  <c:v>3.0183734420719484</c:v>
                </c:pt>
                <c:pt idx="3594">
                  <c:v>3.0181056618581676</c:v>
                </c:pt>
                <c:pt idx="3595">
                  <c:v>3.0181575288126052</c:v>
                </c:pt>
                <c:pt idx="3596">
                  <c:v>3.015716028424456</c:v>
                </c:pt>
                <c:pt idx="3597">
                  <c:v>3.0151789324620597</c:v>
                </c:pt>
                <c:pt idx="3598">
                  <c:v>3.0174805712189587</c:v>
                </c:pt>
                <c:pt idx="3599">
                  <c:v>3.0195026999820853</c:v>
                </c:pt>
                <c:pt idx="3600">
                  <c:v>3.0183847453144859</c:v>
                </c:pt>
                <c:pt idx="3601">
                  <c:v>3.0173018946793717</c:v>
                </c:pt>
                <c:pt idx="3602">
                  <c:v>3.0199405833326223</c:v>
                </c:pt>
                <c:pt idx="3603">
                  <c:v>3.0229933545464629</c:v>
                </c:pt>
                <c:pt idx="3604">
                  <c:v>3.0249849858816105</c:v>
                </c:pt>
                <c:pt idx="3605">
                  <c:v>3.0225913429958284</c:v>
                </c:pt>
                <c:pt idx="3606">
                  <c:v>3.0180703872107011</c:v>
                </c:pt>
                <c:pt idx="3607">
                  <c:v>3.0179729660561492</c:v>
                </c:pt>
                <c:pt idx="3608">
                  <c:v>3.0175821297868164</c:v>
                </c:pt>
                <c:pt idx="3609">
                  <c:v>3.0171085879051041</c:v>
                </c:pt>
                <c:pt idx="3610">
                  <c:v>3.0178569905223376</c:v>
                </c:pt>
                <c:pt idx="3611">
                  <c:v>3.0176163807443932</c:v>
                </c:pt>
                <c:pt idx="3612">
                  <c:v>3.0173789273436102</c:v>
                </c:pt>
                <c:pt idx="3613">
                  <c:v>3.0197103810685615</c:v>
                </c:pt>
                <c:pt idx="3614">
                  <c:v>3.0215915392030572</c:v>
                </c:pt>
                <c:pt idx="3615">
                  <c:v>3.0224270834221953</c:v>
                </c:pt>
                <c:pt idx="3616">
                  <c:v>3.02148801856291</c:v>
                </c:pt>
                <c:pt idx="3617">
                  <c:v>3.0207267771683033</c:v>
                </c:pt>
                <c:pt idx="3618">
                  <c:v>3.0211088694198236</c:v>
                </c:pt>
                <c:pt idx="3619">
                  <c:v>3.0200197060303866</c:v>
                </c:pt>
                <c:pt idx="3620">
                  <c:v>3.0185590285182942</c:v>
                </c:pt>
                <c:pt idx="3621">
                  <c:v>3.0184821238152924</c:v>
                </c:pt>
                <c:pt idx="3622">
                  <c:v>3.015249353795757</c:v>
                </c:pt>
                <c:pt idx="3623">
                  <c:v>3.0139678220144512</c:v>
                </c:pt>
                <c:pt idx="3624">
                  <c:v>3.0165582692816257</c:v>
                </c:pt>
                <c:pt idx="3625">
                  <c:v>3.0185402608703069</c:v>
                </c:pt>
                <c:pt idx="3626">
                  <c:v>3.0211008931694292</c:v>
                </c:pt>
                <c:pt idx="3627">
                  <c:v>3.022585371471469</c:v>
                </c:pt>
                <c:pt idx="3628">
                  <c:v>3.0235453366660128</c:v>
                </c:pt>
                <c:pt idx="3629">
                  <c:v>3.0248815505489537</c:v>
                </c:pt>
                <c:pt idx="3630">
                  <c:v>3.0243775538930073</c:v>
                </c:pt>
                <c:pt idx="3631">
                  <c:v>3.0237341221432654</c:v>
                </c:pt>
                <c:pt idx="3632">
                  <c:v>3.0214570519437314</c:v>
                </c:pt>
                <c:pt idx="3633">
                  <c:v>3.0188866519369064</c:v>
                </c:pt>
                <c:pt idx="3634">
                  <c:v>3.0188546189740921</c:v>
                </c:pt>
                <c:pt idx="3635">
                  <c:v>3.0165641128447489</c:v>
                </c:pt>
                <c:pt idx="3636">
                  <c:v>3.0159988654103715</c:v>
                </c:pt>
                <c:pt idx="3637">
                  <c:v>3.0168772339899168</c:v>
                </c:pt>
                <c:pt idx="3638">
                  <c:v>3.0153933101865675</c:v>
                </c:pt>
                <c:pt idx="3639">
                  <c:v>3.0166698514796586</c:v>
                </c:pt>
                <c:pt idx="3640">
                  <c:v>3.0164642177729628</c:v>
                </c:pt>
                <c:pt idx="3641">
                  <c:v>3.0140126084471479</c:v>
                </c:pt>
                <c:pt idx="3642">
                  <c:v>3.0149491993891981</c:v>
                </c:pt>
                <c:pt idx="3643">
                  <c:v>3.016691946119789</c:v>
                </c:pt>
                <c:pt idx="3644">
                  <c:v>3.0176040964657105</c:v>
                </c:pt>
                <c:pt idx="3645">
                  <c:v>3.0181940830724345</c:v>
                </c:pt>
                <c:pt idx="3646">
                  <c:v>3.0196311304095613</c:v>
                </c:pt>
                <c:pt idx="3647">
                  <c:v>3.0208947049640429</c:v>
                </c:pt>
                <c:pt idx="3648">
                  <c:v>3.0209603490782526</c:v>
                </c:pt>
                <c:pt idx="3649">
                  <c:v>3.0206887300273837</c:v>
                </c:pt>
                <c:pt idx="3650">
                  <c:v>3.0213438915571178</c:v>
                </c:pt>
                <c:pt idx="3651">
                  <c:v>3.0211720822705441</c:v>
                </c:pt>
                <c:pt idx="3652">
                  <c:v>3.0218702387756671</c:v>
                </c:pt>
                <c:pt idx="3653">
                  <c:v>3.0206306782798595</c:v>
                </c:pt>
                <c:pt idx="3654">
                  <c:v>3.0205810293201845</c:v>
                </c:pt>
                <c:pt idx="3655">
                  <c:v>3.0204485041331481</c:v>
                </c:pt>
                <c:pt idx="3656">
                  <c:v>3.0179742883222578</c:v>
                </c:pt>
                <c:pt idx="3657">
                  <c:v>3.0192269435179102</c:v>
                </c:pt>
                <c:pt idx="3658">
                  <c:v>3.021427066360697</c:v>
                </c:pt>
                <c:pt idx="3659">
                  <c:v>3.0212712948824034</c:v>
                </c:pt>
                <c:pt idx="3660">
                  <c:v>3.0222243928239338</c:v>
                </c:pt>
                <c:pt idx="3661">
                  <c:v>3.0237082313197923</c:v>
                </c:pt>
                <c:pt idx="3662">
                  <c:v>3.0237214966346193</c:v>
                </c:pt>
                <c:pt idx="3663">
                  <c:v>3.0239908550369807</c:v>
                </c:pt>
                <c:pt idx="3664">
                  <c:v>3.0257705825648551</c:v>
                </c:pt>
                <c:pt idx="3665">
                  <c:v>3.0262794417477799</c:v>
                </c:pt>
                <c:pt idx="3666">
                  <c:v>3.0259469558021892</c:v>
                </c:pt>
                <c:pt idx="3667">
                  <c:v>3.02565827525315</c:v>
                </c:pt>
                <c:pt idx="3668">
                  <c:v>3.0255188401593545</c:v>
                </c:pt>
                <c:pt idx="3669">
                  <c:v>3.02440289021779</c:v>
                </c:pt>
                <c:pt idx="3670">
                  <c:v>3.0218794946384242</c:v>
                </c:pt>
                <c:pt idx="3671">
                  <c:v>3.0203439171493649</c:v>
                </c:pt>
                <c:pt idx="3672">
                  <c:v>3.0217682536703547</c:v>
                </c:pt>
                <c:pt idx="3673">
                  <c:v>3.0216291171527772</c:v>
                </c:pt>
                <c:pt idx="3674">
                  <c:v>3.0204465847146036</c:v>
                </c:pt>
                <c:pt idx="3675">
                  <c:v>3.0191054229971934</c:v>
                </c:pt>
                <c:pt idx="3676">
                  <c:v>3.0177407590660534</c:v>
                </c:pt>
                <c:pt idx="3677">
                  <c:v>3.0179864872934492</c:v>
                </c:pt>
                <c:pt idx="3678">
                  <c:v>3.0187914061233716</c:v>
                </c:pt>
                <c:pt idx="3679">
                  <c:v>3.0191834366975763</c:v>
                </c:pt>
                <c:pt idx="3680">
                  <c:v>3.0188570075838359</c:v>
                </c:pt>
                <c:pt idx="3681">
                  <c:v>3.018540474139034</c:v>
                </c:pt>
                <c:pt idx="3682">
                  <c:v>3.0178701278759288</c:v>
                </c:pt>
                <c:pt idx="3683">
                  <c:v>3.0183838069320865</c:v>
                </c:pt>
                <c:pt idx="3684">
                  <c:v>3.0186863926021346</c:v>
                </c:pt>
                <c:pt idx="3685">
                  <c:v>3.0173224111309214</c:v>
                </c:pt>
                <c:pt idx="3686">
                  <c:v>3.0171373365295207</c:v>
                </c:pt>
                <c:pt idx="3687">
                  <c:v>3.0169781100978477</c:v>
                </c:pt>
                <c:pt idx="3688">
                  <c:v>3.0180967898791193</c:v>
                </c:pt>
                <c:pt idx="3689">
                  <c:v>3.0195808416437049</c:v>
                </c:pt>
                <c:pt idx="3690">
                  <c:v>3.021238750074644</c:v>
                </c:pt>
                <c:pt idx="3691">
                  <c:v>3.0221663837301556</c:v>
                </c:pt>
                <c:pt idx="3692">
                  <c:v>3.0233358214684833</c:v>
                </c:pt>
                <c:pt idx="3693">
                  <c:v>3.0234053044197813</c:v>
                </c:pt>
                <c:pt idx="3694">
                  <c:v>3.0239336990181109</c:v>
                </c:pt>
                <c:pt idx="3695">
                  <c:v>3.0233181628178771</c:v>
                </c:pt>
                <c:pt idx="3696">
                  <c:v>3.0217911587316482</c:v>
                </c:pt>
                <c:pt idx="3697">
                  <c:v>3.0222402173634868</c:v>
                </c:pt>
                <c:pt idx="3698">
                  <c:v>3.021360995709033</c:v>
                </c:pt>
                <c:pt idx="3699">
                  <c:v>3.0201678851419942</c:v>
                </c:pt>
                <c:pt idx="3700">
                  <c:v>3.0202426571577252</c:v>
                </c:pt>
                <c:pt idx="3701">
                  <c:v>3.0197993994352643</c:v>
                </c:pt>
                <c:pt idx="3702">
                  <c:v>3.0175655374798462</c:v>
                </c:pt>
                <c:pt idx="3703">
                  <c:v>3.0178540474139033</c:v>
                </c:pt>
                <c:pt idx="3704">
                  <c:v>3.0160593910751303</c:v>
                </c:pt>
                <c:pt idx="3705">
                  <c:v>3.0135391092191806</c:v>
                </c:pt>
                <c:pt idx="3706">
                  <c:v>3.0125620398727211</c:v>
                </c:pt>
                <c:pt idx="3707">
                  <c:v>3.0134029158100373</c:v>
                </c:pt>
                <c:pt idx="3708">
                  <c:v>3.014777603371352</c:v>
                </c:pt>
                <c:pt idx="3709">
                  <c:v>3.0167747370396594</c:v>
                </c:pt>
                <c:pt idx="3710">
                  <c:v>3.0197909113399248</c:v>
                </c:pt>
                <c:pt idx="3711">
                  <c:v>3.0221648055415744</c:v>
                </c:pt>
                <c:pt idx="3712">
                  <c:v>3.0222506248773704</c:v>
                </c:pt>
                <c:pt idx="3713">
                  <c:v>3.0228789998549774</c:v>
                </c:pt>
                <c:pt idx="3714">
                  <c:v>3.02315002175341</c:v>
                </c:pt>
                <c:pt idx="3715">
                  <c:v>3.0219231720737398</c:v>
                </c:pt>
                <c:pt idx="3716">
                  <c:v>3.0194389326326743</c:v>
                </c:pt>
                <c:pt idx="3717">
                  <c:v>3.0214619997782006</c:v>
                </c:pt>
                <c:pt idx="3718">
                  <c:v>3.0210861349735119</c:v>
                </c:pt>
                <c:pt idx="3719">
                  <c:v>3.0209978417204817</c:v>
                </c:pt>
                <c:pt idx="3720">
                  <c:v>3.0198823609701169</c:v>
                </c:pt>
                <c:pt idx="3721">
                  <c:v>3.0167546044718185</c:v>
                </c:pt>
                <c:pt idx="3722">
                  <c:v>3.0182220639294335</c:v>
                </c:pt>
                <c:pt idx="3723">
                  <c:v>3.0198350579664401</c:v>
                </c:pt>
                <c:pt idx="3724">
                  <c:v>3.0190029687006814</c:v>
                </c:pt>
                <c:pt idx="3725">
                  <c:v>3.01693221466777</c:v>
                </c:pt>
                <c:pt idx="3726">
                  <c:v>3.0171180996903337</c:v>
                </c:pt>
                <c:pt idx="3727">
                  <c:v>3.0187484964554736</c:v>
                </c:pt>
                <c:pt idx="3728">
                  <c:v>3.0208941078116069</c:v>
                </c:pt>
                <c:pt idx="3729">
                  <c:v>3.0225572199994883</c:v>
                </c:pt>
                <c:pt idx="3730">
                  <c:v>3.0242930141695741</c:v>
                </c:pt>
                <c:pt idx="3731">
                  <c:v>3.0246589833053239</c:v>
                </c:pt>
                <c:pt idx="3732">
                  <c:v>3.0223573018946794</c:v>
                </c:pt>
                <c:pt idx="3733">
                  <c:v>3.0205522380420224</c:v>
                </c:pt>
                <c:pt idx="3734">
                  <c:v>3.0223455721146872</c:v>
                </c:pt>
                <c:pt idx="3735">
                  <c:v>3.0251580747805464</c:v>
                </c:pt>
                <c:pt idx="3736">
                  <c:v>3.0243955964273224</c:v>
                </c:pt>
                <c:pt idx="3737">
                  <c:v>3.0242237871407487</c:v>
                </c:pt>
                <c:pt idx="3738">
                  <c:v>3.0267870213183419</c:v>
                </c:pt>
                <c:pt idx="3739">
                  <c:v>3.0291100722554449</c:v>
                </c:pt>
                <c:pt idx="3740">
                  <c:v>3.030134572566817</c:v>
                </c:pt>
                <c:pt idx="3741">
                  <c:v>3.0280478660331163</c:v>
                </c:pt>
                <c:pt idx="3742">
                  <c:v>3.0235035359954958</c:v>
                </c:pt>
                <c:pt idx="3743">
                  <c:v>3.0226014945872399</c:v>
                </c:pt>
                <c:pt idx="3744">
                  <c:v>3.0238756046168414</c:v>
                </c:pt>
                <c:pt idx="3745">
                  <c:v>3.0257717342159816</c:v>
                </c:pt>
                <c:pt idx="3746">
                  <c:v>3.026377033517313</c:v>
                </c:pt>
                <c:pt idx="3747">
                  <c:v>3.0240472859421788</c:v>
                </c:pt>
                <c:pt idx="3748">
                  <c:v>3.0230771265024781</c:v>
                </c:pt>
                <c:pt idx="3749">
                  <c:v>3.0204796413673085</c:v>
                </c:pt>
                <c:pt idx="3750">
                  <c:v>3.0174607798810813</c:v>
                </c:pt>
                <c:pt idx="3751">
                  <c:v>3.0160910828079812</c:v>
                </c:pt>
                <c:pt idx="3752">
                  <c:v>3.0150325021540141</c:v>
                </c:pt>
                <c:pt idx="3753">
                  <c:v>3.0153967224862015</c:v>
                </c:pt>
                <c:pt idx="3754">
                  <c:v>3.016662600342936</c:v>
                </c:pt>
                <c:pt idx="3755">
                  <c:v>3.0189203910495381</c:v>
                </c:pt>
                <c:pt idx="3756">
                  <c:v>3.0208597715465393</c:v>
                </c:pt>
                <c:pt idx="3757">
                  <c:v>3.0227829862740245</c:v>
                </c:pt>
                <c:pt idx="3758">
                  <c:v>3.0230076435511801</c:v>
                </c:pt>
                <c:pt idx="3759">
                  <c:v>3.0231432824616329</c:v>
                </c:pt>
                <c:pt idx="3760">
                  <c:v>3.0234211716130792</c:v>
                </c:pt>
                <c:pt idx="3761">
                  <c:v>3.0242817109270366</c:v>
                </c:pt>
                <c:pt idx="3762">
                  <c:v>3.0235301092788958</c:v>
                </c:pt>
                <c:pt idx="3763">
                  <c:v>3.021685633365466</c:v>
                </c:pt>
                <c:pt idx="3764">
                  <c:v>3.0243575919401482</c:v>
                </c:pt>
                <c:pt idx="3765">
                  <c:v>3.023877779957858</c:v>
                </c:pt>
                <c:pt idx="3766">
                  <c:v>3.0240416556477823</c:v>
                </c:pt>
                <c:pt idx="3767">
                  <c:v>3.0246961347175896</c:v>
                </c:pt>
                <c:pt idx="3768">
                  <c:v>3.0225759449937297</c:v>
                </c:pt>
                <c:pt idx="3769">
                  <c:v>3.0204307601750511</c:v>
                </c:pt>
                <c:pt idx="3770">
                  <c:v>3.0224204294379091</c:v>
                </c:pt>
                <c:pt idx="3771">
                  <c:v>3.0241314417819027</c:v>
                </c:pt>
                <c:pt idx="3772">
                  <c:v>3.0227589722153501</c:v>
                </c:pt>
                <c:pt idx="3773">
                  <c:v>3.0213898722946864</c:v>
                </c:pt>
                <c:pt idx="3774">
                  <c:v>3.0219276933707548</c:v>
                </c:pt>
                <c:pt idx="3775">
                  <c:v>3.0268389735802699</c:v>
                </c:pt>
                <c:pt idx="3776">
                  <c:v>3.0307678953788932</c:v>
                </c:pt>
                <c:pt idx="3777">
                  <c:v>3.0308370371002278</c:v>
                </c:pt>
                <c:pt idx="3778">
                  <c:v>3.0296869215085778</c:v>
                </c:pt>
                <c:pt idx="3779">
                  <c:v>3.0285623555104375</c:v>
                </c:pt>
                <c:pt idx="3780">
                  <c:v>3.0255152572447388</c:v>
                </c:pt>
                <c:pt idx="3781">
                  <c:v>3.0200407769806268</c:v>
                </c:pt>
                <c:pt idx="3782">
                  <c:v>3.018792856350716</c:v>
                </c:pt>
                <c:pt idx="3783">
                  <c:v>3.0208414730897521</c:v>
                </c:pt>
                <c:pt idx="3784">
                  <c:v>3.0229494211886747</c:v>
                </c:pt>
                <c:pt idx="3785">
                  <c:v>3.0224644481031882</c:v>
                </c:pt>
                <c:pt idx="3786">
                  <c:v>3.0190146558269282</c:v>
                </c:pt>
                <c:pt idx="3787">
                  <c:v>3.0168148315603593</c:v>
                </c:pt>
                <c:pt idx="3788">
                  <c:v>3.0180506385265691</c:v>
                </c:pt>
                <c:pt idx="3789">
                  <c:v>3.0186772647006133</c:v>
                </c:pt>
                <c:pt idx="3790">
                  <c:v>3.0167723057761702</c:v>
                </c:pt>
                <c:pt idx="3791">
                  <c:v>3.0160120454177082</c:v>
                </c:pt>
                <c:pt idx="3792">
                  <c:v>3.0173005724132635</c:v>
                </c:pt>
                <c:pt idx="3793">
                  <c:v>3.0198519915033737</c:v>
                </c:pt>
                <c:pt idx="3794">
                  <c:v>3.0213798913182566</c:v>
                </c:pt>
                <c:pt idx="3795">
                  <c:v>3.0214148673895056</c:v>
                </c:pt>
                <c:pt idx="3796">
                  <c:v>3.0215514020286123</c:v>
                </c:pt>
                <c:pt idx="3797">
                  <c:v>3.0184894602595054</c:v>
                </c:pt>
                <c:pt idx="3798">
                  <c:v>3.0174838555573564</c:v>
                </c:pt>
                <c:pt idx="3799">
                  <c:v>3.018025259548041</c:v>
                </c:pt>
                <c:pt idx="3800">
                  <c:v>3.0180061080163449</c:v>
                </c:pt>
                <c:pt idx="3801">
                  <c:v>3.0203131637989133</c:v>
                </c:pt>
                <c:pt idx="3802">
                  <c:v>3.023082500874402</c:v>
                </c:pt>
                <c:pt idx="3803">
                  <c:v>3.0229456250053319</c:v>
                </c:pt>
                <c:pt idx="3804">
                  <c:v>3.022851317574196</c:v>
                </c:pt>
                <c:pt idx="3805">
                  <c:v>3.0238266381170931</c:v>
                </c:pt>
                <c:pt idx="3806">
                  <c:v>3.021841788727468</c:v>
                </c:pt>
                <c:pt idx="3807">
                  <c:v>3.018173481313394</c:v>
                </c:pt>
                <c:pt idx="3808">
                  <c:v>3.0157708384873274</c:v>
                </c:pt>
                <c:pt idx="3809">
                  <c:v>3.0165814729191371</c:v>
                </c:pt>
                <c:pt idx="3810">
                  <c:v>3.0178526398403043</c:v>
                </c:pt>
                <c:pt idx="3811">
                  <c:v>3.0176061864992363</c:v>
                </c:pt>
                <c:pt idx="3812">
                  <c:v>3.0170703701492028</c:v>
                </c:pt>
                <c:pt idx="3813">
                  <c:v>3.0159126195371218</c:v>
                </c:pt>
                <c:pt idx="3814">
                  <c:v>3.0163760524811685</c:v>
                </c:pt>
                <c:pt idx="3815">
                  <c:v>3.0150432082441161</c:v>
                </c:pt>
                <c:pt idx="3816">
                  <c:v>3.013955281813296</c:v>
                </c:pt>
                <c:pt idx="3817">
                  <c:v>3.0142726683330063</c:v>
                </c:pt>
                <c:pt idx="3818">
                  <c:v>3.0166364535969903</c:v>
                </c:pt>
                <c:pt idx="3819">
                  <c:v>3.0202126715746909</c:v>
                </c:pt>
                <c:pt idx="3820">
                  <c:v>3.0242491234655313</c:v>
                </c:pt>
                <c:pt idx="3821">
                  <c:v>3.0250542555641813</c:v>
                </c:pt>
                <c:pt idx="3822">
                  <c:v>3.0231820120624793</c:v>
                </c:pt>
                <c:pt idx="3823">
                  <c:v>3.0195986709092923</c:v>
                </c:pt>
                <c:pt idx="3824">
                  <c:v>3.0174270834221955</c:v>
                </c:pt>
                <c:pt idx="3825">
                  <c:v>3.0169240678023939</c:v>
                </c:pt>
                <c:pt idx="3826">
                  <c:v>3.0180309751499279</c:v>
                </c:pt>
                <c:pt idx="3827">
                  <c:v>3.019251085537821</c:v>
                </c:pt>
                <c:pt idx="3828">
                  <c:v>3.0215293073884819</c:v>
                </c:pt>
                <c:pt idx="3829">
                  <c:v>3.0219233426887215</c:v>
                </c:pt>
                <c:pt idx="3830">
                  <c:v>3.022864028390333</c:v>
                </c:pt>
                <c:pt idx="3831">
                  <c:v>3.0230830980268379</c:v>
                </c:pt>
                <c:pt idx="3832">
                  <c:v>3.0221034268019076</c:v>
                </c:pt>
                <c:pt idx="3833">
                  <c:v>3.0223218992859762</c:v>
                </c:pt>
                <c:pt idx="3834">
                  <c:v>3.0215144638850737</c:v>
                </c:pt>
                <c:pt idx="3835">
                  <c:v>3.0191512757735257</c:v>
                </c:pt>
                <c:pt idx="3836">
                  <c:v>3.0181414056968343</c:v>
                </c:pt>
                <c:pt idx="3837">
                  <c:v>3.0192509575765847</c:v>
                </c:pt>
                <c:pt idx="3838">
                  <c:v>3.0188633203381587</c:v>
                </c:pt>
                <c:pt idx="3839">
                  <c:v>3.0215922643167294</c:v>
                </c:pt>
                <c:pt idx="3840">
                  <c:v>3.025416940361533</c:v>
                </c:pt>
                <c:pt idx="3841">
                  <c:v>3.0256169437738327</c:v>
                </c:pt>
                <c:pt idx="3842">
                  <c:v>3.0238006619861291</c:v>
                </c:pt>
                <c:pt idx="3843">
                  <c:v>3.0210960306424508</c:v>
                </c:pt>
                <c:pt idx="3844">
                  <c:v>3.0181253252348088</c:v>
                </c:pt>
                <c:pt idx="3845">
                  <c:v>3.0183502810881824</c:v>
                </c:pt>
                <c:pt idx="3846">
                  <c:v>3.0209885858577241</c:v>
                </c:pt>
                <c:pt idx="3847">
                  <c:v>3.021641316123969</c:v>
                </c:pt>
                <c:pt idx="3848">
                  <c:v>3.0171698386835346</c:v>
                </c:pt>
                <c:pt idx="3849">
                  <c:v>3.015830041885978</c:v>
                </c:pt>
                <c:pt idx="3850">
                  <c:v>3.0184198920007166</c:v>
                </c:pt>
                <c:pt idx="3851">
                  <c:v>3.0202489699120481</c:v>
                </c:pt>
                <c:pt idx="3852">
                  <c:v>3.021978152751593</c:v>
                </c:pt>
                <c:pt idx="3853">
                  <c:v>3.0216835433319398</c:v>
                </c:pt>
                <c:pt idx="3854">
                  <c:v>3.0227611902101121</c:v>
                </c:pt>
                <c:pt idx="3855">
                  <c:v>3.0249599907867908</c:v>
                </c:pt>
                <c:pt idx="3856">
                  <c:v>3.0242171758102079</c:v>
                </c:pt>
                <c:pt idx="3857">
                  <c:v>3.0234620339011968</c:v>
                </c:pt>
                <c:pt idx="3858">
                  <c:v>3.0226766504866793</c:v>
                </c:pt>
                <c:pt idx="3859">
                  <c:v>3.0240176842428532</c:v>
                </c:pt>
                <c:pt idx="3860">
                  <c:v>3.0248648302807468</c:v>
                </c:pt>
                <c:pt idx="3861">
                  <c:v>3.0236519283758305</c:v>
                </c:pt>
                <c:pt idx="3862">
                  <c:v>3.0231636282982008</c:v>
                </c:pt>
                <c:pt idx="3863">
                  <c:v>3.0256608344778755</c:v>
                </c:pt>
                <c:pt idx="3864">
                  <c:v>3.0267266662685652</c:v>
                </c:pt>
                <c:pt idx="3865">
                  <c:v>3.0252330174112587</c:v>
                </c:pt>
                <c:pt idx="3866">
                  <c:v>3.0251534681760406</c:v>
                </c:pt>
                <c:pt idx="3867">
                  <c:v>3.0241894935294269</c:v>
                </c:pt>
                <c:pt idx="3868">
                  <c:v>3.0228942698958394</c:v>
                </c:pt>
                <c:pt idx="3869">
                  <c:v>3.0209611168456703</c:v>
                </c:pt>
                <c:pt idx="3870">
                  <c:v>3.0203983006747821</c:v>
                </c:pt>
                <c:pt idx="3871">
                  <c:v>3.0215456437729795</c:v>
                </c:pt>
                <c:pt idx="3872">
                  <c:v>3.0228082372913168</c:v>
                </c:pt>
                <c:pt idx="3873">
                  <c:v>3.0245125956510241</c:v>
                </c:pt>
                <c:pt idx="3874">
                  <c:v>3.0247436936437389</c:v>
                </c:pt>
                <c:pt idx="3875">
                  <c:v>3.0257996297654897</c:v>
                </c:pt>
                <c:pt idx="3876">
                  <c:v>3.0240300964827722</c:v>
                </c:pt>
                <c:pt idx="3877">
                  <c:v>3.0226516553918601</c:v>
                </c:pt>
                <c:pt idx="3878">
                  <c:v>3.0222777100057154</c:v>
                </c:pt>
                <c:pt idx="3879">
                  <c:v>3.0201105585081427</c:v>
                </c:pt>
                <c:pt idx="3880">
                  <c:v>3.0196771111471299</c:v>
                </c:pt>
                <c:pt idx="3881">
                  <c:v>3.0214833693046588</c:v>
                </c:pt>
                <c:pt idx="3882">
                  <c:v>3.0227566689130971</c:v>
                </c:pt>
                <c:pt idx="3883">
                  <c:v>3.0232302961023008</c:v>
                </c:pt>
                <c:pt idx="3884">
                  <c:v>3.02147897596888</c:v>
                </c:pt>
                <c:pt idx="3885">
                  <c:v>3.0208124685428626</c:v>
                </c:pt>
                <c:pt idx="3886">
                  <c:v>3.0234004845465479</c:v>
                </c:pt>
                <c:pt idx="3887">
                  <c:v>3.023472057531372</c:v>
                </c:pt>
                <c:pt idx="3888">
                  <c:v>3.0204873190414849</c:v>
                </c:pt>
                <c:pt idx="3889">
                  <c:v>3.0180262832379312</c:v>
                </c:pt>
                <c:pt idx="3890">
                  <c:v>3.0191855693848475</c:v>
                </c:pt>
                <c:pt idx="3891">
                  <c:v>3.0221970091193708</c:v>
                </c:pt>
                <c:pt idx="3892">
                  <c:v>3.0231948508398521</c:v>
                </c:pt>
                <c:pt idx="3893">
                  <c:v>3.0228251708282503</c:v>
                </c:pt>
                <c:pt idx="3894">
                  <c:v>3.0236487719986691</c:v>
                </c:pt>
                <c:pt idx="3895">
                  <c:v>3.0242469054707692</c:v>
                </c:pt>
                <c:pt idx="3896">
                  <c:v>3.0224118560350783</c:v>
                </c:pt>
                <c:pt idx="3897">
                  <c:v>3.0185488342731377</c:v>
                </c:pt>
                <c:pt idx="3898">
                  <c:v>3.0177959530126341</c:v>
                </c:pt>
                <c:pt idx="3899">
                  <c:v>3.0181725429309947</c:v>
                </c:pt>
                <c:pt idx="3900">
                  <c:v>3.0183991196266944</c:v>
                </c:pt>
                <c:pt idx="3901">
                  <c:v>3.017893715397149</c:v>
                </c:pt>
                <c:pt idx="3902">
                  <c:v>3.0163789955896028</c:v>
                </c:pt>
                <c:pt idx="3903">
                  <c:v>3.0142321472748521</c:v>
                </c:pt>
                <c:pt idx="3904">
                  <c:v>3.0128324219649727</c:v>
                </c:pt>
                <c:pt idx="3905">
                  <c:v>3.0162162288970595</c:v>
                </c:pt>
                <c:pt idx="3906">
                  <c:v>3.0201683969869393</c:v>
                </c:pt>
                <c:pt idx="3907">
                  <c:v>3.0223022785630804</c:v>
                </c:pt>
                <c:pt idx="3908">
                  <c:v>3.0214007063460242</c:v>
                </c:pt>
                <c:pt idx="3909">
                  <c:v>3.0208112742379907</c:v>
                </c:pt>
                <c:pt idx="3910">
                  <c:v>3.0195864292843555</c:v>
                </c:pt>
                <c:pt idx="3911">
                  <c:v>3.0190292007541184</c:v>
                </c:pt>
                <c:pt idx="3912">
                  <c:v>3.019088446806514</c:v>
                </c:pt>
                <c:pt idx="3913">
                  <c:v>3.0187755815838191</c:v>
                </c:pt>
                <c:pt idx="3914">
                  <c:v>3.0168164950564309</c:v>
                </c:pt>
                <c:pt idx="3915">
                  <c:v>3.0184665978519574</c:v>
                </c:pt>
                <c:pt idx="3916">
                  <c:v>3.0237351458331556</c:v>
                </c:pt>
                <c:pt idx="3917">
                  <c:v>3.0238041595932539</c:v>
                </c:pt>
                <c:pt idx="3918">
                  <c:v>3.0234934697115752</c:v>
                </c:pt>
                <c:pt idx="3919">
                  <c:v>3.022766351313309</c:v>
                </c:pt>
                <c:pt idx="3920">
                  <c:v>3.0200928998575365</c:v>
                </c:pt>
                <c:pt idx="3921">
                  <c:v>3.0210483864088107</c:v>
                </c:pt>
                <c:pt idx="3922">
                  <c:v>3.0217677844791551</c:v>
                </c:pt>
                <c:pt idx="3923">
                  <c:v>3.0220995879648194</c:v>
                </c:pt>
                <c:pt idx="3924">
                  <c:v>3.0228284978203934</c:v>
                </c:pt>
                <c:pt idx="3925">
                  <c:v>3.0237608233879016</c:v>
                </c:pt>
                <c:pt idx="3926">
                  <c:v>3.0222875203671635</c:v>
                </c:pt>
                <c:pt idx="3927">
                  <c:v>3.0195206145551641</c:v>
                </c:pt>
                <c:pt idx="3928">
                  <c:v>3.0203506990948874</c:v>
                </c:pt>
                <c:pt idx="3929">
                  <c:v>3.0194475486892505</c:v>
                </c:pt>
                <c:pt idx="3930">
                  <c:v>3.0168139358317054</c:v>
                </c:pt>
                <c:pt idx="3931">
                  <c:v>3.017080692355596</c:v>
                </c:pt>
                <c:pt idx="3932">
                  <c:v>3.0189795944481883</c:v>
                </c:pt>
                <c:pt idx="3933">
                  <c:v>3.0207263079771036</c:v>
                </c:pt>
                <c:pt idx="3934">
                  <c:v>3.0220476357028909</c:v>
                </c:pt>
                <c:pt idx="3935">
                  <c:v>3.0235968197367411</c:v>
                </c:pt>
                <c:pt idx="3936">
                  <c:v>3.0214051423355484</c:v>
                </c:pt>
                <c:pt idx="3937">
                  <c:v>3.0192219103759501</c:v>
                </c:pt>
                <c:pt idx="3938">
                  <c:v>3.0205695128089198</c:v>
                </c:pt>
                <c:pt idx="3939">
                  <c:v>3.0235414551751791</c:v>
                </c:pt>
                <c:pt idx="3940">
                  <c:v>3.0241236788002355</c:v>
                </c:pt>
                <c:pt idx="3941">
                  <c:v>3.0243431749741947</c:v>
                </c:pt>
                <c:pt idx="3942">
                  <c:v>3.0244591931617517</c:v>
                </c:pt>
                <c:pt idx="3943">
                  <c:v>3.0234674082731203</c:v>
                </c:pt>
                <c:pt idx="3944">
                  <c:v>3.0217286709945999</c:v>
                </c:pt>
                <c:pt idx="3945">
                  <c:v>3.0219141721334553</c:v>
                </c:pt>
                <c:pt idx="3946">
                  <c:v>3.0230198851761174</c:v>
                </c:pt>
                <c:pt idx="3947">
                  <c:v>3.0235295121264598</c:v>
                </c:pt>
                <c:pt idx="3948">
                  <c:v>3.0246567226568164</c:v>
                </c:pt>
                <c:pt idx="3949">
                  <c:v>3.0253770591095606</c:v>
                </c:pt>
                <c:pt idx="3950">
                  <c:v>3.0240239543434311</c:v>
                </c:pt>
                <c:pt idx="3951">
                  <c:v>3.0234861759211076</c:v>
                </c:pt>
                <c:pt idx="3952">
                  <c:v>3.0223139656893272</c:v>
                </c:pt>
                <c:pt idx="3953">
                  <c:v>3.0202499936019382</c:v>
                </c:pt>
                <c:pt idx="3954">
                  <c:v>3.0202115199235644</c:v>
                </c:pt>
                <c:pt idx="3955">
                  <c:v>3.0209462306885166</c:v>
                </c:pt>
                <c:pt idx="3956">
                  <c:v>3.0202618513431663</c:v>
                </c:pt>
                <c:pt idx="3957">
                  <c:v>3.0196859404724328</c:v>
                </c:pt>
                <c:pt idx="3958">
                  <c:v>3.0189772058384445</c:v>
                </c:pt>
                <c:pt idx="3959">
                  <c:v>3.0179952313112612</c:v>
                </c:pt>
                <c:pt idx="3960">
                  <c:v>3.017838947988023</c:v>
                </c:pt>
                <c:pt idx="3961">
                  <c:v>3.0174784811854329</c:v>
                </c:pt>
                <c:pt idx="3962">
                  <c:v>3.0174904668878972</c:v>
                </c:pt>
                <c:pt idx="3963">
                  <c:v>3.0187392405927165</c:v>
                </c:pt>
                <c:pt idx="3964">
                  <c:v>3.0200989140356413</c:v>
                </c:pt>
                <c:pt idx="3965">
                  <c:v>3.0221272275918549</c:v>
                </c:pt>
                <c:pt idx="3966">
                  <c:v>3.0224091261953712</c:v>
                </c:pt>
                <c:pt idx="3967">
                  <c:v>3.0228224836422886</c:v>
                </c:pt>
                <c:pt idx="3968">
                  <c:v>3.0213630857425589</c:v>
                </c:pt>
                <c:pt idx="3969">
                  <c:v>3.0188728321233889</c:v>
                </c:pt>
                <c:pt idx="3970">
                  <c:v>3.0190238690359399</c:v>
                </c:pt>
                <c:pt idx="3971">
                  <c:v>3.019382032536277</c:v>
                </c:pt>
                <c:pt idx="3972">
                  <c:v>3.0177552186857528</c:v>
                </c:pt>
                <c:pt idx="3973">
                  <c:v>3.0191319536268479</c:v>
                </c:pt>
                <c:pt idx="3974">
                  <c:v>3.0210145619886881</c:v>
                </c:pt>
                <c:pt idx="3975">
                  <c:v>3.0221857058768329</c:v>
                </c:pt>
                <c:pt idx="3976">
                  <c:v>3.0208967523438233</c:v>
                </c:pt>
                <c:pt idx="3977">
                  <c:v>3.02148298542095</c:v>
                </c:pt>
                <c:pt idx="3978">
                  <c:v>3.0227867824573678</c:v>
                </c:pt>
                <c:pt idx="3979">
                  <c:v>3.0231486568335564</c:v>
                </c:pt>
                <c:pt idx="3980">
                  <c:v>3.0225194287810413</c:v>
                </c:pt>
                <c:pt idx="3981">
                  <c:v>3.0223752164677582</c:v>
                </c:pt>
                <c:pt idx="3982">
                  <c:v>3.0209359511358693</c:v>
                </c:pt>
                <c:pt idx="3983">
                  <c:v>3.0194881124011501</c:v>
                </c:pt>
                <c:pt idx="3984">
                  <c:v>3.0198359110413486</c:v>
                </c:pt>
                <c:pt idx="3985">
                  <c:v>3.021072187198758</c:v>
                </c:pt>
                <c:pt idx="3986">
                  <c:v>3.0206852750740043</c:v>
                </c:pt>
                <c:pt idx="3987">
                  <c:v>3.0195523489417604</c:v>
                </c:pt>
                <c:pt idx="3988">
                  <c:v>3.0195275671156683</c:v>
                </c:pt>
                <c:pt idx="3989">
                  <c:v>3.0206544790698073</c:v>
                </c:pt>
                <c:pt idx="3990">
                  <c:v>3.0212277027545791</c:v>
                </c:pt>
                <c:pt idx="3991">
                  <c:v>3.0214785067776799</c:v>
                </c:pt>
                <c:pt idx="3992">
                  <c:v>3.0209542069389115</c:v>
                </c:pt>
                <c:pt idx="3993">
                  <c:v>3.0230691929058291</c:v>
                </c:pt>
                <c:pt idx="3994">
                  <c:v>3.0241729438762017</c:v>
                </c:pt>
                <c:pt idx="3995">
                  <c:v>3.0211024287042645</c:v>
                </c:pt>
                <c:pt idx="3996">
                  <c:v>3.0202935004222722</c:v>
                </c:pt>
                <c:pt idx="3997">
                  <c:v>3.0198609061361679</c:v>
                </c:pt>
                <c:pt idx="3998">
                  <c:v>3.0221698386835349</c:v>
                </c:pt>
                <c:pt idx="3999">
                  <c:v>3.0243883452905997</c:v>
                </c:pt>
                <c:pt idx="4000">
                  <c:v>3.0234907825256134</c:v>
                </c:pt>
                <c:pt idx="4001">
                  <c:v>3.022880364774831</c:v>
                </c:pt>
                <c:pt idx="4002">
                  <c:v>3.0227694223829795</c:v>
                </c:pt>
                <c:pt idx="4003">
                  <c:v>3.0235323272736578</c:v>
                </c:pt>
                <c:pt idx="4004">
                  <c:v>3.0244337715294778</c:v>
                </c:pt>
                <c:pt idx="4005">
                  <c:v>3.0231568036989329</c:v>
                </c:pt>
                <c:pt idx="4006">
                  <c:v>3.0209935763459388</c:v>
                </c:pt>
                <c:pt idx="4007">
                  <c:v>3.0220998865410373</c:v>
                </c:pt>
                <c:pt idx="4008">
                  <c:v>3.0209718229357718</c:v>
                </c:pt>
                <c:pt idx="4009">
                  <c:v>3.0175417793436443</c:v>
                </c:pt>
                <c:pt idx="4010">
                  <c:v>3.0147771341801524</c:v>
                </c:pt>
                <c:pt idx="4011">
                  <c:v>3.0140268121443743</c:v>
                </c:pt>
                <c:pt idx="4012">
                  <c:v>3.0152662873326905</c:v>
                </c:pt>
                <c:pt idx="4013">
                  <c:v>3.0172010612251863</c:v>
                </c:pt>
                <c:pt idx="4014">
                  <c:v>3.0171638671591752</c:v>
                </c:pt>
                <c:pt idx="4015">
                  <c:v>3.0188099605026317</c:v>
                </c:pt>
                <c:pt idx="4016">
                  <c:v>3.0205376931148322</c:v>
                </c:pt>
                <c:pt idx="4017">
                  <c:v>3.0206288868225517</c:v>
                </c:pt>
                <c:pt idx="4018">
                  <c:v>3.0211830442831187</c:v>
                </c:pt>
                <c:pt idx="4019">
                  <c:v>3.0186810182302106</c:v>
                </c:pt>
                <c:pt idx="4020">
                  <c:v>3.0151085537821074</c:v>
                </c:pt>
                <c:pt idx="4021">
                  <c:v>3.0142922890559021</c:v>
                </c:pt>
                <c:pt idx="4022">
                  <c:v>3.0154054665040135</c:v>
                </c:pt>
                <c:pt idx="4023">
                  <c:v>3.019869863422707</c:v>
                </c:pt>
                <c:pt idx="4024">
                  <c:v>3.0242348344608141</c:v>
                </c:pt>
                <c:pt idx="4025">
                  <c:v>3.0241466691690198</c:v>
                </c:pt>
                <c:pt idx="4026">
                  <c:v>3.0245136619946598</c:v>
                </c:pt>
                <c:pt idx="4027">
                  <c:v>3.0227291572472978</c:v>
                </c:pt>
                <c:pt idx="4028">
                  <c:v>3.022909156052993</c:v>
                </c:pt>
                <c:pt idx="4029">
                  <c:v>3.0234180152359178</c:v>
                </c:pt>
                <c:pt idx="4030">
                  <c:v>3.0214898526739633</c:v>
                </c:pt>
                <c:pt idx="4031">
                  <c:v>3.0206474838555573</c:v>
                </c:pt>
                <c:pt idx="4032">
                  <c:v>3.0219007362036461</c:v>
                </c:pt>
                <c:pt idx="4033">
                  <c:v>3.0231455431101404</c:v>
                </c:pt>
                <c:pt idx="4034">
                  <c:v>3.0231876423568753</c:v>
                </c:pt>
                <c:pt idx="4035">
                  <c:v>3.0221408767903908</c:v>
                </c:pt>
                <c:pt idx="4036">
                  <c:v>3.0206854883427314</c:v>
                </c:pt>
                <c:pt idx="4037">
                  <c:v>3.0173035155216978</c:v>
                </c:pt>
                <c:pt idx="4038">
                  <c:v>3.0145653583341154</c:v>
                </c:pt>
                <c:pt idx="4039">
                  <c:v>3.0136253977461762</c:v>
                </c:pt>
                <c:pt idx="4040">
                  <c:v>3.0155307405543281</c:v>
                </c:pt>
                <c:pt idx="4041">
                  <c:v>3.0159138138419936</c:v>
                </c:pt>
                <c:pt idx="4042">
                  <c:v>3.0141399725309879</c:v>
                </c:pt>
                <c:pt idx="4043">
                  <c:v>3.0147032152393303</c:v>
                </c:pt>
                <c:pt idx="4044">
                  <c:v>3.0163642800474308</c:v>
                </c:pt>
                <c:pt idx="4045">
                  <c:v>3.0152104962336743</c:v>
                </c:pt>
                <c:pt idx="4046">
                  <c:v>3.0158409185910613</c:v>
                </c:pt>
                <c:pt idx="4047">
                  <c:v>3.0179758665108385</c:v>
                </c:pt>
                <c:pt idx="4048">
                  <c:v>3.0197924895285055</c:v>
                </c:pt>
                <c:pt idx="4049">
                  <c:v>3.0223320935311331</c:v>
                </c:pt>
                <c:pt idx="4050">
                  <c:v>3.0239354051679279</c:v>
                </c:pt>
                <c:pt idx="4051">
                  <c:v>3.0233307883265228</c:v>
                </c:pt>
                <c:pt idx="4052">
                  <c:v>3.0251704017129746</c:v>
                </c:pt>
                <c:pt idx="4053">
                  <c:v>3.0245391689344241</c:v>
                </c:pt>
                <c:pt idx="4054">
                  <c:v>3.0232209975857982</c:v>
                </c:pt>
                <c:pt idx="4055">
                  <c:v>3.0238863960144342</c:v>
                </c:pt>
                <c:pt idx="4056">
                  <c:v>3.0249532514950137</c:v>
                </c:pt>
                <c:pt idx="4057">
                  <c:v>3.0232454381819269</c:v>
                </c:pt>
                <c:pt idx="4058">
                  <c:v>3.0229750134359299</c:v>
                </c:pt>
                <c:pt idx="4059">
                  <c:v>3.0229494211886747</c:v>
                </c:pt>
                <c:pt idx="4060">
                  <c:v>3.0228012847308121</c:v>
                </c:pt>
                <c:pt idx="4061">
                  <c:v>3.0205152998984839</c:v>
                </c:pt>
                <c:pt idx="4062">
                  <c:v>3.0190497172056676</c:v>
                </c:pt>
                <c:pt idx="4063">
                  <c:v>3.0203351731315529</c:v>
                </c:pt>
                <c:pt idx="4064">
                  <c:v>3.0225630635626115</c:v>
                </c:pt>
                <c:pt idx="4065">
                  <c:v>3.0248775410968838</c:v>
                </c:pt>
                <c:pt idx="4066">
                  <c:v>3.0263006833130017</c:v>
                </c:pt>
                <c:pt idx="4067">
                  <c:v>3.0280483778780614</c:v>
                </c:pt>
                <c:pt idx="4068">
                  <c:v>3.027475793999471</c:v>
                </c:pt>
                <c:pt idx="4069">
                  <c:v>3.0245110601161889</c:v>
                </c:pt>
                <c:pt idx="4070">
                  <c:v>3.0213236736817861</c:v>
                </c:pt>
                <c:pt idx="4071">
                  <c:v>3.0197619067930357</c:v>
                </c:pt>
                <c:pt idx="4072">
                  <c:v>3.0201471980754628</c:v>
                </c:pt>
                <c:pt idx="4073">
                  <c:v>3.0204887692688294</c:v>
                </c:pt>
                <c:pt idx="4074">
                  <c:v>3.0224622727621711</c:v>
                </c:pt>
                <c:pt idx="4075">
                  <c:v>3.0218425138411402</c:v>
                </c:pt>
                <c:pt idx="4076">
                  <c:v>3.0209542495926569</c:v>
                </c:pt>
                <c:pt idx="4077">
                  <c:v>3.0197395562304328</c:v>
                </c:pt>
                <c:pt idx="4078">
                  <c:v>3.0199625926652618</c:v>
                </c:pt>
                <c:pt idx="4079">
                  <c:v>3.0196020832089268</c:v>
                </c:pt>
                <c:pt idx="4080">
                  <c:v>3.0191811333953233</c:v>
                </c:pt>
                <c:pt idx="4081">
                  <c:v>3.0223636146490023</c:v>
                </c:pt>
                <c:pt idx="4082">
                  <c:v>3.0207711370635457</c:v>
                </c:pt>
                <c:pt idx="4083">
                  <c:v>3.0177062521860045</c:v>
                </c:pt>
                <c:pt idx="4084">
                  <c:v>3.0137397950914071</c:v>
                </c:pt>
                <c:pt idx="4085">
                  <c:v>3.0118707079668665</c:v>
                </c:pt>
                <c:pt idx="4086">
                  <c:v>3.0130629228052515</c:v>
                </c:pt>
                <c:pt idx="4087">
                  <c:v>3.0154763143751655</c:v>
                </c:pt>
                <c:pt idx="4088">
                  <c:v>3.0185504551154638</c:v>
                </c:pt>
                <c:pt idx="4089">
                  <c:v>3.0206647159687092</c:v>
                </c:pt>
                <c:pt idx="4090">
                  <c:v>3.0210845567849312</c:v>
                </c:pt>
                <c:pt idx="4091">
                  <c:v>3.0218706226593759</c:v>
                </c:pt>
                <c:pt idx="4092">
                  <c:v>3.0224923009989508</c:v>
                </c:pt>
                <c:pt idx="4093">
                  <c:v>3.0209270791568206</c:v>
                </c:pt>
                <c:pt idx="4094">
                  <c:v>3.0207833360347371</c:v>
                </c:pt>
                <c:pt idx="4095">
                  <c:v>3.0234691144229373</c:v>
                </c:pt>
                <c:pt idx="4096">
                  <c:v>3.0259899507775776</c:v>
                </c:pt>
                <c:pt idx="4097">
                  <c:v>3.0252058469754228</c:v>
                </c:pt>
                <c:pt idx="4098">
                  <c:v>3.0232847649352088</c:v>
                </c:pt>
                <c:pt idx="4099">
                  <c:v>3.0223817424908082</c:v>
                </c:pt>
                <c:pt idx="4100">
                  <c:v>3.0223752164677582</c:v>
                </c:pt>
                <c:pt idx="4101">
                  <c:v>3.0215930320841471</c:v>
                </c:pt>
                <c:pt idx="4102">
                  <c:v>3.0211604377980432</c:v>
                </c:pt>
                <c:pt idx="4103">
                  <c:v>3.0208166486099146</c:v>
                </c:pt>
                <c:pt idx="4104">
                  <c:v>3.0200884212142669</c:v>
                </c:pt>
                <c:pt idx="4105">
                  <c:v>3.0182280781075388</c:v>
                </c:pt>
                <c:pt idx="4106">
                  <c:v>3.0163573701406721</c:v>
                </c:pt>
                <c:pt idx="4107">
                  <c:v>3.0155228069576792</c:v>
                </c:pt>
                <c:pt idx="4108">
                  <c:v>3.016829120565077</c:v>
                </c:pt>
                <c:pt idx="4109">
                  <c:v>3.0166886191276454</c:v>
                </c:pt>
                <c:pt idx="4110">
                  <c:v>3.0167708128950803</c:v>
                </c:pt>
                <c:pt idx="4111">
                  <c:v>3.0182472722929798</c:v>
                </c:pt>
                <c:pt idx="4112">
                  <c:v>3.0211410303438746</c:v>
                </c:pt>
                <c:pt idx="4113">
                  <c:v>3.0222869232147276</c:v>
                </c:pt>
                <c:pt idx="4114">
                  <c:v>3.0220167117374577</c:v>
                </c:pt>
                <c:pt idx="4115">
                  <c:v>3.020385333936173</c:v>
                </c:pt>
                <c:pt idx="4116">
                  <c:v>3.0202614674594574</c:v>
                </c:pt>
                <c:pt idx="4117">
                  <c:v>3.0239389880825436</c:v>
                </c:pt>
                <c:pt idx="4118">
                  <c:v>3.0240393949992748</c:v>
                </c:pt>
                <c:pt idx="4119">
                  <c:v>3.0215595915477338</c:v>
                </c:pt>
                <c:pt idx="4120">
                  <c:v>3.0207739095569983</c:v>
                </c:pt>
                <c:pt idx="4121">
                  <c:v>3.0206174982725233</c:v>
                </c:pt>
                <c:pt idx="4122">
                  <c:v>3.017594200796772</c:v>
                </c:pt>
                <c:pt idx="4123">
                  <c:v>3.0150090425940301</c:v>
                </c:pt>
                <c:pt idx="4124">
                  <c:v>3.0170924221355877</c:v>
                </c:pt>
                <c:pt idx="4125">
                  <c:v>3.0188463868012252</c:v>
                </c:pt>
                <c:pt idx="4126">
                  <c:v>3.0180008616056577</c:v>
                </c:pt>
                <c:pt idx="4127">
                  <c:v>3.0182158364826015</c:v>
                </c:pt>
                <c:pt idx="4128">
                  <c:v>3.0185707156445409</c:v>
                </c:pt>
                <c:pt idx="4129">
                  <c:v>3.0177439154432149</c:v>
                </c:pt>
                <c:pt idx="4130">
                  <c:v>3.0184252237188947</c:v>
                </c:pt>
                <c:pt idx="4131">
                  <c:v>3.0175735137302406</c:v>
                </c:pt>
                <c:pt idx="4132">
                  <c:v>3.0180085392798341</c:v>
                </c:pt>
                <c:pt idx="4133">
                  <c:v>3.0178853552630458</c:v>
                </c:pt>
                <c:pt idx="4134">
                  <c:v>3.0174211972053264</c:v>
                </c:pt>
                <c:pt idx="4135">
                  <c:v>3.0186842599148633</c:v>
                </c:pt>
                <c:pt idx="4136">
                  <c:v>3.0187046910589217</c:v>
                </c:pt>
                <c:pt idx="4137">
                  <c:v>3.0187738754340017</c:v>
                </c:pt>
                <c:pt idx="4138">
                  <c:v>3.017143094785153</c:v>
                </c:pt>
                <c:pt idx="4139">
                  <c:v>3.0173644677239109</c:v>
                </c:pt>
                <c:pt idx="4140">
                  <c:v>3.0181769362667734</c:v>
                </c:pt>
                <c:pt idx="4141">
                  <c:v>3.0183750629142745</c:v>
                </c:pt>
                <c:pt idx="4142">
                  <c:v>3.0180604488880167</c:v>
                </c:pt>
                <c:pt idx="4143">
                  <c:v>3.0191716642638391</c:v>
                </c:pt>
                <c:pt idx="4144">
                  <c:v>3.0197738071880091</c:v>
                </c:pt>
                <c:pt idx="4145">
                  <c:v>3.0196238792728392</c:v>
                </c:pt>
                <c:pt idx="4146">
                  <c:v>3.0225472390230586</c:v>
                </c:pt>
                <c:pt idx="4147">
                  <c:v>3.0233152197094428</c:v>
                </c:pt>
                <c:pt idx="4148">
                  <c:v>3.0213307115497812</c:v>
                </c:pt>
                <c:pt idx="4149">
                  <c:v>3.0215286249285551</c:v>
                </c:pt>
                <c:pt idx="4150">
                  <c:v>3.0219992237018332</c:v>
                </c:pt>
                <c:pt idx="4151">
                  <c:v>3.0214477534272284</c:v>
                </c:pt>
                <c:pt idx="4152">
                  <c:v>3.021985745118279</c:v>
                </c:pt>
                <c:pt idx="4153">
                  <c:v>3.023208158808425</c:v>
                </c:pt>
                <c:pt idx="4154">
                  <c:v>3.0242623461266134</c:v>
                </c:pt>
                <c:pt idx="4155">
                  <c:v>3.0267561826603995</c:v>
                </c:pt>
                <c:pt idx="4156">
                  <c:v>3.0256544790698072</c:v>
                </c:pt>
                <c:pt idx="4157">
                  <c:v>3.0226530203117137</c:v>
                </c:pt>
                <c:pt idx="4158">
                  <c:v>3.0220901188333347</c:v>
                </c:pt>
                <c:pt idx="4159">
                  <c:v>3.0215641554984942</c:v>
                </c:pt>
                <c:pt idx="4160">
                  <c:v>3.0202151454919255</c:v>
                </c:pt>
                <c:pt idx="4161">
                  <c:v>3.0217433438830263</c:v>
                </c:pt>
                <c:pt idx="4162">
                  <c:v>3.0216310792250667</c:v>
                </c:pt>
                <c:pt idx="4163">
                  <c:v>3.0215403547085469</c:v>
                </c:pt>
                <c:pt idx="4164">
                  <c:v>3.0216013495645053</c:v>
                </c:pt>
                <c:pt idx="4165">
                  <c:v>3.0196076708495774</c:v>
                </c:pt>
                <c:pt idx="4166">
                  <c:v>3.017109483633758</c:v>
                </c:pt>
                <c:pt idx="4167">
                  <c:v>3.0149727869104188</c:v>
                </c:pt>
                <c:pt idx="4168">
                  <c:v>3.0158934253516803</c:v>
                </c:pt>
                <c:pt idx="4169">
                  <c:v>3.02134461667079</c:v>
                </c:pt>
                <c:pt idx="4170">
                  <c:v>3.0252284961142437</c:v>
                </c:pt>
                <c:pt idx="4171">
                  <c:v>3.0255948917874478</c:v>
                </c:pt>
                <c:pt idx="4172">
                  <c:v>3.0239117749929623</c:v>
                </c:pt>
                <c:pt idx="4173">
                  <c:v>3.0250167202682068</c:v>
                </c:pt>
                <c:pt idx="4174">
                  <c:v>3.0263859908038526</c:v>
                </c:pt>
                <c:pt idx="4175">
                  <c:v>3.02536298337357</c:v>
                </c:pt>
                <c:pt idx="4176">
                  <c:v>3.0238943296110832</c:v>
                </c:pt>
                <c:pt idx="4177">
                  <c:v>3.0241741381810736</c:v>
                </c:pt>
                <c:pt idx="4178">
                  <c:v>3.0257961321583648</c:v>
                </c:pt>
                <c:pt idx="4179">
                  <c:v>3.0264256161333525</c:v>
                </c:pt>
                <c:pt idx="4180">
                  <c:v>3.0282431348796739</c:v>
                </c:pt>
                <c:pt idx="4181">
                  <c:v>3.0287441457734405</c:v>
                </c:pt>
                <c:pt idx="4182">
                  <c:v>3.026988773534204</c:v>
                </c:pt>
                <c:pt idx="4183">
                  <c:v>3.0246080973870315</c:v>
                </c:pt>
                <c:pt idx="4184">
                  <c:v>3.021271252228658</c:v>
                </c:pt>
                <c:pt idx="4185">
                  <c:v>3.0196735708862597</c:v>
                </c:pt>
                <c:pt idx="4186">
                  <c:v>3.0212680105440057</c:v>
                </c:pt>
                <c:pt idx="4187">
                  <c:v>3.0207682366088564</c:v>
                </c:pt>
                <c:pt idx="4188">
                  <c:v>3.0200945206998626</c:v>
                </c:pt>
                <c:pt idx="4189">
                  <c:v>3.0216580363921755</c:v>
                </c:pt>
                <c:pt idx="4190">
                  <c:v>3.0243841652235481</c:v>
                </c:pt>
                <c:pt idx="4191">
                  <c:v>3.0241002192402515</c:v>
                </c:pt>
                <c:pt idx="4192">
                  <c:v>3.0231836755585508</c:v>
                </c:pt>
                <c:pt idx="4193">
                  <c:v>3.02200690137601</c:v>
                </c:pt>
                <c:pt idx="4194">
                  <c:v>3.0205621763647064</c:v>
                </c:pt>
                <c:pt idx="4195">
                  <c:v>3.0214279620893509</c:v>
                </c:pt>
                <c:pt idx="4196">
                  <c:v>3.0217309316431078</c:v>
                </c:pt>
                <c:pt idx="4197">
                  <c:v>3.0222057957909283</c:v>
                </c:pt>
                <c:pt idx="4198">
                  <c:v>3.0230414253175573</c:v>
                </c:pt>
                <c:pt idx="4199">
                  <c:v>3.0229027153374339</c:v>
                </c:pt>
                <c:pt idx="4200">
                  <c:v>3.0214698907211042</c:v>
                </c:pt>
                <c:pt idx="4201">
                  <c:v>3.0217042730522166</c:v>
                </c:pt>
                <c:pt idx="4202">
                  <c:v>3.0233773235627819</c:v>
                </c:pt>
                <c:pt idx="4203">
                  <c:v>3.0250130946998457</c:v>
                </c:pt>
                <c:pt idx="4204">
                  <c:v>3.0253108604966603</c:v>
                </c:pt>
                <c:pt idx="4205">
                  <c:v>3.0233923376811718</c:v>
                </c:pt>
                <c:pt idx="4206">
                  <c:v>3.0217779360705666</c:v>
                </c:pt>
                <c:pt idx="4207">
                  <c:v>3.0218502341690625</c:v>
                </c:pt>
                <c:pt idx="4208">
                  <c:v>3.0223605435793317</c:v>
                </c:pt>
                <c:pt idx="4209">
                  <c:v>3.0217953814524452</c:v>
                </c:pt>
                <c:pt idx="4210">
                  <c:v>3.0216446004623667</c:v>
                </c:pt>
                <c:pt idx="4211">
                  <c:v>3.0206872798000393</c:v>
                </c:pt>
                <c:pt idx="4212">
                  <c:v>3.0199622514352984</c:v>
                </c:pt>
                <c:pt idx="4213">
                  <c:v>3.0211709306194177</c:v>
                </c:pt>
                <c:pt idx="4214">
                  <c:v>3.0219128925210921</c:v>
                </c:pt>
                <c:pt idx="4215">
                  <c:v>3.0228644122740418</c:v>
                </c:pt>
                <c:pt idx="4216">
                  <c:v>3.0246354810915945</c:v>
                </c:pt>
                <c:pt idx="4217">
                  <c:v>3.0253395238135861</c:v>
                </c:pt>
                <c:pt idx="4218">
                  <c:v>3.0261032817791729</c:v>
                </c:pt>
                <c:pt idx="4219">
                  <c:v>3.0230601076580537</c:v>
                </c:pt>
                <c:pt idx="4220">
                  <c:v>3.0223120889245285</c:v>
                </c:pt>
                <c:pt idx="4221">
                  <c:v>3.024431681495952</c:v>
                </c:pt>
                <c:pt idx="4222">
                  <c:v>3.0244980507238339</c:v>
                </c:pt>
                <c:pt idx="4223">
                  <c:v>3.0216557330899225</c:v>
                </c:pt>
                <c:pt idx="4224">
                  <c:v>3.0225437840696792</c:v>
                </c:pt>
                <c:pt idx="4225">
                  <c:v>3.0244148759202547</c:v>
                </c:pt>
                <c:pt idx="4226">
                  <c:v>3.0236394308284211</c:v>
                </c:pt>
                <c:pt idx="4227">
                  <c:v>3.0223690316746712</c:v>
                </c:pt>
                <c:pt idx="4228">
                  <c:v>3.0206678296921252</c:v>
                </c:pt>
                <c:pt idx="4229">
                  <c:v>3.0185931941683801</c:v>
                </c:pt>
                <c:pt idx="4230">
                  <c:v>3.0188611876508875</c:v>
                </c:pt>
                <c:pt idx="4231">
                  <c:v>3.0197376794656341</c:v>
                </c:pt>
                <c:pt idx="4232">
                  <c:v>3.0206377588016005</c:v>
                </c:pt>
                <c:pt idx="4233">
                  <c:v>3.0211264854166844</c:v>
                </c:pt>
                <c:pt idx="4234">
                  <c:v>3.0195444579988568</c:v>
                </c:pt>
                <c:pt idx="4235">
                  <c:v>3.0185923410934716</c:v>
                </c:pt>
                <c:pt idx="4236">
                  <c:v>3.0201361507553979</c:v>
                </c:pt>
                <c:pt idx="4237">
                  <c:v>3.0204121631420455</c:v>
                </c:pt>
                <c:pt idx="4238">
                  <c:v>3.0195554626651768</c:v>
                </c:pt>
                <c:pt idx="4239">
                  <c:v>3.0176510155856784</c:v>
                </c:pt>
                <c:pt idx="4240">
                  <c:v>3.0172445253917748</c:v>
                </c:pt>
                <c:pt idx="4241">
                  <c:v>3.0185562560248416</c:v>
                </c:pt>
                <c:pt idx="4242">
                  <c:v>3.0178060192965543</c:v>
                </c:pt>
                <c:pt idx="4243">
                  <c:v>3.0170942989003864</c:v>
                </c:pt>
                <c:pt idx="4244">
                  <c:v>3.0165560939406091</c:v>
                </c:pt>
                <c:pt idx="4245">
                  <c:v>3.0181168371394693</c:v>
                </c:pt>
                <c:pt idx="4246">
                  <c:v>3.0193439000878666</c:v>
                </c:pt>
                <c:pt idx="4247">
                  <c:v>3.0205474181687895</c:v>
                </c:pt>
                <c:pt idx="4248">
                  <c:v>3.0230269230441125</c:v>
                </c:pt>
                <c:pt idx="4249">
                  <c:v>3.0248351859276763</c:v>
                </c:pt>
                <c:pt idx="4250">
                  <c:v>3.0249574315620653</c:v>
                </c:pt>
                <c:pt idx="4251">
                  <c:v>3.0235501138855003</c:v>
                </c:pt>
                <c:pt idx="4252">
                  <c:v>3.0205402096858127</c:v>
                </c:pt>
                <c:pt idx="4253">
                  <c:v>3.0188333347551248</c:v>
                </c:pt>
                <c:pt idx="4254">
                  <c:v>3.0179911792054459</c:v>
                </c:pt>
                <c:pt idx="4255">
                  <c:v>3.0174797607977957</c:v>
                </c:pt>
                <c:pt idx="4256">
                  <c:v>3.0151390938638323</c:v>
                </c:pt>
                <c:pt idx="4257">
                  <c:v>3.0151628093462888</c:v>
                </c:pt>
                <c:pt idx="4258">
                  <c:v>3.0204672291273895</c:v>
                </c:pt>
                <c:pt idx="4259">
                  <c:v>3.0246554856981991</c:v>
                </c:pt>
                <c:pt idx="4260">
                  <c:v>3.0241191575032205</c:v>
                </c:pt>
                <c:pt idx="4261">
                  <c:v>3.0215312694607714</c:v>
                </c:pt>
                <c:pt idx="4262">
                  <c:v>3.020879690845653</c:v>
                </c:pt>
                <c:pt idx="4263">
                  <c:v>3.020184093565256</c:v>
                </c:pt>
                <c:pt idx="4264">
                  <c:v>3.0205811572814207</c:v>
                </c:pt>
                <c:pt idx="4265">
                  <c:v>3.0223669416411454</c:v>
                </c:pt>
                <c:pt idx="4266">
                  <c:v>3.023806079011798</c:v>
                </c:pt>
                <c:pt idx="4267">
                  <c:v>3.0240126511008931</c:v>
                </c:pt>
                <c:pt idx="4268">
                  <c:v>3.0247291913702941</c:v>
                </c:pt>
                <c:pt idx="4269">
                  <c:v>3.0243225305614088</c:v>
                </c:pt>
                <c:pt idx="4270">
                  <c:v>3.0226366412734702</c:v>
                </c:pt>
                <c:pt idx="4271">
                  <c:v>3.0205772757905871</c:v>
                </c:pt>
                <c:pt idx="4272">
                  <c:v>3.0204009878607438</c:v>
                </c:pt>
                <c:pt idx="4273">
                  <c:v>3.0196729310800783</c:v>
                </c:pt>
                <c:pt idx="4274">
                  <c:v>3.0181516852494816</c:v>
                </c:pt>
                <c:pt idx="4275">
                  <c:v>3.0163437635958812</c:v>
                </c:pt>
                <c:pt idx="4276">
                  <c:v>3.0158772595821639</c:v>
                </c:pt>
                <c:pt idx="4277">
                  <c:v>3.0162051815769941</c:v>
                </c:pt>
                <c:pt idx="4278">
                  <c:v>3.0154523003164906</c:v>
                </c:pt>
                <c:pt idx="4279">
                  <c:v>3.0155757402557519</c:v>
                </c:pt>
                <c:pt idx="4280">
                  <c:v>3.0173200225211776</c:v>
                </c:pt>
                <c:pt idx="4281">
                  <c:v>3.0176284091006029</c:v>
                </c:pt>
                <c:pt idx="4282">
                  <c:v>3.0165067009034061</c:v>
                </c:pt>
                <c:pt idx="4283">
                  <c:v>3.0169401056106735</c:v>
                </c:pt>
                <c:pt idx="4284">
                  <c:v>3.0162720199960757</c:v>
                </c:pt>
                <c:pt idx="4285">
                  <c:v>3.0173301314588432</c:v>
                </c:pt>
                <c:pt idx="4286">
                  <c:v>3.0189071683884561</c:v>
                </c:pt>
                <c:pt idx="4287">
                  <c:v>3.0194451600795067</c:v>
                </c:pt>
                <c:pt idx="4288">
                  <c:v>3.0179304829257059</c:v>
                </c:pt>
                <c:pt idx="4289">
                  <c:v>3.0169501718945941</c:v>
                </c:pt>
                <c:pt idx="4290">
                  <c:v>3.0181019936360611</c:v>
                </c:pt>
                <c:pt idx="4291">
                  <c:v>3.0206877916449844</c:v>
                </c:pt>
                <c:pt idx="4292">
                  <c:v>3.0231369270535646</c:v>
                </c:pt>
                <c:pt idx="4293">
                  <c:v>3.0227938629791082</c:v>
                </c:pt>
                <c:pt idx="4294">
                  <c:v>3.0223268471204459</c:v>
                </c:pt>
                <c:pt idx="4295">
                  <c:v>3.0229644779608096</c:v>
                </c:pt>
                <c:pt idx="4296">
                  <c:v>3.0241314417819027</c:v>
                </c:pt>
                <c:pt idx="4297">
                  <c:v>3.0227818772766435</c:v>
                </c:pt>
                <c:pt idx="4298">
                  <c:v>3.0235913600573268</c:v>
                </c:pt>
                <c:pt idx="4299">
                  <c:v>3.0256218063008111</c:v>
                </c:pt>
                <c:pt idx="4300">
                  <c:v>3.0258833590677598</c:v>
                </c:pt>
                <c:pt idx="4301">
                  <c:v>3.024247886506914</c:v>
                </c:pt>
                <c:pt idx="4302">
                  <c:v>3.0234225791866782</c:v>
                </c:pt>
                <c:pt idx="4303">
                  <c:v>3.0237152265340419</c:v>
                </c:pt>
                <c:pt idx="4304">
                  <c:v>3.0245735478532372</c:v>
                </c:pt>
                <c:pt idx="4305">
                  <c:v>3.0258182267984952</c:v>
                </c:pt>
                <c:pt idx="4306">
                  <c:v>3.0251012173378946</c:v>
                </c:pt>
                <c:pt idx="4307">
                  <c:v>3.0242512988065484</c:v>
                </c:pt>
                <c:pt idx="4308">
                  <c:v>3.0250515683782191</c:v>
                </c:pt>
                <c:pt idx="4309">
                  <c:v>3.0255174752395009</c:v>
                </c:pt>
                <c:pt idx="4310">
                  <c:v>3.0281402113919622</c:v>
                </c:pt>
                <c:pt idx="4311">
                  <c:v>3.0294661030685104</c:v>
                </c:pt>
                <c:pt idx="4312">
                  <c:v>3.0279679329141893</c:v>
                </c:pt>
                <c:pt idx="4313">
                  <c:v>3.0279410610545714</c:v>
                </c:pt>
                <c:pt idx="4314">
                  <c:v>3.0270728014126922</c:v>
                </c:pt>
                <c:pt idx="4315">
                  <c:v>3.0247572575347843</c:v>
                </c:pt>
                <c:pt idx="4316">
                  <c:v>3.0241400578384789</c:v>
                </c:pt>
                <c:pt idx="4317">
                  <c:v>3.0246999309009324</c:v>
                </c:pt>
                <c:pt idx="4318">
                  <c:v>3.0259118517697039</c:v>
                </c:pt>
                <c:pt idx="4319">
                  <c:v>3.0252604437695676</c:v>
                </c:pt>
                <c:pt idx="4320">
                  <c:v>3.0243905206316168</c:v>
                </c:pt>
                <c:pt idx="4321">
                  <c:v>3.0228616397805892</c:v>
                </c:pt>
                <c:pt idx="4322">
                  <c:v>3.0214513789955895</c:v>
                </c:pt>
                <c:pt idx="4323">
                  <c:v>3.0202755005417026</c:v>
                </c:pt>
                <c:pt idx="4324">
                  <c:v>3.0200885918292486</c:v>
                </c:pt>
                <c:pt idx="4325">
                  <c:v>3.0203637511409878</c:v>
                </c:pt>
                <c:pt idx="4326">
                  <c:v>3.0208230040179829</c:v>
                </c:pt>
                <c:pt idx="4327">
                  <c:v>3.0233334328587391</c:v>
                </c:pt>
                <c:pt idx="4328">
                  <c:v>3.0259418373527378</c:v>
                </c:pt>
                <c:pt idx="4329">
                  <c:v>3.0267881729694683</c:v>
                </c:pt>
                <c:pt idx="4330">
                  <c:v>3.0250625730445391</c:v>
                </c:pt>
                <c:pt idx="4331">
                  <c:v>3.023697098692236</c:v>
                </c:pt>
                <c:pt idx="4332">
                  <c:v>3.0225283007600896</c:v>
                </c:pt>
                <c:pt idx="4333">
                  <c:v>3.0224460216851643</c:v>
                </c:pt>
                <c:pt idx="4334">
                  <c:v>3.0245474437610365</c:v>
                </c:pt>
                <c:pt idx="4335">
                  <c:v>3.0248169301246342</c:v>
                </c:pt>
                <c:pt idx="4336">
                  <c:v>3.0235240097933</c:v>
                </c:pt>
                <c:pt idx="4337">
                  <c:v>3.022584262474088</c:v>
                </c:pt>
                <c:pt idx="4338">
                  <c:v>3.0229395255197358</c:v>
                </c:pt>
                <c:pt idx="4339">
                  <c:v>3.0225742814976582</c:v>
                </c:pt>
                <c:pt idx="4340">
                  <c:v>3.0208921883930628</c:v>
                </c:pt>
                <c:pt idx="4341">
                  <c:v>3.019657575731725</c:v>
                </c:pt>
                <c:pt idx="4342">
                  <c:v>3.0197262482618599</c:v>
                </c:pt>
                <c:pt idx="4343">
                  <c:v>3.0205333424327989</c:v>
                </c:pt>
                <c:pt idx="4344">
                  <c:v>3.0212520580432169</c:v>
                </c:pt>
                <c:pt idx="4345">
                  <c:v>3.0223213021335402</c:v>
                </c:pt>
                <c:pt idx="4346">
                  <c:v>3.0207240473285961</c:v>
                </c:pt>
                <c:pt idx="4347">
                  <c:v>3.0192508722690938</c:v>
                </c:pt>
                <c:pt idx="4348">
                  <c:v>3.0200229050612935</c:v>
                </c:pt>
                <c:pt idx="4349">
                  <c:v>3.0229129948900813</c:v>
                </c:pt>
                <c:pt idx="4350">
                  <c:v>3.0242152990454092</c:v>
                </c:pt>
                <c:pt idx="4351">
                  <c:v>3.0244366719841671</c:v>
                </c:pt>
                <c:pt idx="4352">
                  <c:v>3.0237508850652177</c:v>
                </c:pt>
                <c:pt idx="4353">
                  <c:v>3.0253032681299743</c:v>
                </c:pt>
                <c:pt idx="4354">
                  <c:v>3.02598265698711</c:v>
                </c:pt>
                <c:pt idx="4355">
                  <c:v>3.0249879716437902</c:v>
                </c:pt>
                <c:pt idx="4356">
                  <c:v>3.0250624877370482</c:v>
                </c:pt>
                <c:pt idx="4357">
                  <c:v>3.0251837523352925</c:v>
                </c:pt>
                <c:pt idx="4358">
                  <c:v>3.0243274357421326</c:v>
                </c:pt>
                <c:pt idx="4359">
                  <c:v>3.0235284031290788</c:v>
                </c:pt>
                <c:pt idx="4360">
                  <c:v>3.0239607414927105</c:v>
                </c:pt>
                <c:pt idx="4361">
                  <c:v>3.0238681402113921</c:v>
                </c:pt>
                <c:pt idx="4362">
                  <c:v>3.0223661312199823</c:v>
                </c:pt>
                <c:pt idx="4363">
                  <c:v>3.0244336435682415</c:v>
                </c:pt>
                <c:pt idx="4364">
                  <c:v>3.0267018417887273</c:v>
                </c:pt>
                <c:pt idx="4365">
                  <c:v>3.0276830912022383</c:v>
                </c:pt>
                <c:pt idx="4366">
                  <c:v>3.0275701440843519</c:v>
                </c:pt>
                <c:pt idx="4367">
                  <c:v>3.0269468449024508</c:v>
                </c:pt>
                <c:pt idx="4368">
                  <c:v>3.025331078371992</c:v>
                </c:pt>
                <c:pt idx="4369">
                  <c:v>3.0213003420830384</c:v>
                </c:pt>
                <c:pt idx="4370">
                  <c:v>3.0191181764670754</c:v>
                </c:pt>
                <c:pt idx="4371">
                  <c:v>3.0207027204558834</c:v>
                </c:pt>
                <c:pt idx="4372">
                  <c:v>3.0214242938672444</c:v>
                </c:pt>
                <c:pt idx="4373">
                  <c:v>3.018676838163159</c:v>
                </c:pt>
                <c:pt idx="4374">
                  <c:v>3.0175395186951368</c:v>
                </c:pt>
                <c:pt idx="4375">
                  <c:v>3.0213615075539781</c:v>
                </c:pt>
                <c:pt idx="4376">
                  <c:v>3.0249470240481817</c:v>
                </c:pt>
                <c:pt idx="4377">
                  <c:v>3.02772083976694</c:v>
                </c:pt>
                <c:pt idx="4378">
                  <c:v>3.0309098470436688</c:v>
                </c:pt>
                <c:pt idx="4379">
                  <c:v>3.030533726316508</c:v>
                </c:pt>
                <c:pt idx="4380">
                  <c:v>3.0295122117673152</c:v>
                </c:pt>
                <c:pt idx="4381">
                  <c:v>3.0294969417264528</c:v>
                </c:pt>
                <c:pt idx="4382">
                  <c:v>3.0265462409254158</c:v>
                </c:pt>
                <c:pt idx="4383">
                  <c:v>3.0246391066599556</c:v>
                </c:pt>
                <c:pt idx="4384">
                  <c:v>3.0243713690999208</c:v>
                </c:pt>
                <c:pt idx="4385">
                  <c:v>3.0245572541224846</c:v>
                </c:pt>
                <c:pt idx="4386">
                  <c:v>3.0258058998660671</c:v>
                </c:pt>
                <c:pt idx="4387">
                  <c:v>3.0247617361780539</c:v>
                </c:pt>
                <c:pt idx="4388">
                  <c:v>3.0229839280687236</c:v>
                </c:pt>
                <c:pt idx="4389">
                  <c:v>3.0229538571781989</c:v>
                </c:pt>
                <c:pt idx="4390">
                  <c:v>3.0222196156044463</c:v>
                </c:pt>
                <c:pt idx="4391">
                  <c:v>3.0204553287324161</c:v>
                </c:pt>
                <c:pt idx="4392">
                  <c:v>3.0195634389155712</c:v>
                </c:pt>
                <c:pt idx="4393">
                  <c:v>3.0199186166537282</c:v>
                </c:pt>
                <c:pt idx="4394">
                  <c:v>3.021241053376897</c:v>
                </c:pt>
                <c:pt idx="4395">
                  <c:v>3.0205988585857724</c:v>
                </c:pt>
                <c:pt idx="4396">
                  <c:v>3.021739590353429</c:v>
                </c:pt>
                <c:pt idx="4397">
                  <c:v>3.0214921133224708</c:v>
                </c:pt>
                <c:pt idx="4398">
                  <c:v>3.0203189647082911</c:v>
                </c:pt>
                <c:pt idx="4399">
                  <c:v>3.0209472970321523</c:v>
                </c:pt>
                <c:pt idx="4400">
                  <c:v>3.0215227387116861</c:v>
                </c:pt>
                <c:pt idx="4401">
                  <c:v>3.0238888699316688</c:v>
                </c:pt>
                <c:pt idx="4402">
                  <c:v>3.0236076111343335</c:v>
                </c:pt>
                <c:pt idx="4403">
                  <c:v>3.0231007566774437</c:v>
                </c:pt>
                <c:pt idx="4404">
                  <c:v>3.0236676249541472</c:v>
                </c:pt>
                <c:pt idx="4405">
                  <c:v>3.0250577105175607</c:v>
                </c:pt>
                <c:pt idx="4406">
                  <c:v>3.0245071786253552</c:v>
                </c:pt>
                <c:pt idx="4407">
                  <c:v>3.021430478660331</c:v>
                </c:pt>
                <c:pt idx="4408">
                  <c:v>3.0188968461820633</c:v>
                </c:pt>
                <c:pt idx="4409">
                  <c:v>3.0194748470863226</c:v>
                </c:pt>
                <c:pt idx="4410">
                  <c:v>3.0214178531516853</c:v>
                </c:pt>
                <c:pt idx="4411">
                  <c:v>3.0229366677187923</c:v>
                </c:pt>
                <c:pt idx="4412">
                  <c:v>3.0232590447267174</c:v>
                </c:pt>
                <c:pt idx="4413">
                  <c:v>3.0255904984516691</c:v>
                </c:pt>
                <c:pt idx="4414">
                  <c:v>3.026052651783353</c:v>
                </c:pt>
                <c:pt idx="4415">
                  <c:v>3.0230364348293426</c:v>
                </c:pt>
                <c:pt idx="4416">
                  <c:v>3.0215042696399173</c:v>
                </c:pt>
                <c:pt idx="4417">
                  <c:v>3.020174155242572</c:v>
                </c:pt>
                <c:pt idx="4418">
                  <c:v>3.0200314784641238</c:v>
                </c:pt>
                <c:pt idx="4419">
                  <c:v>3.0240711293858715</c:v>
                </c:pt>
                <c:pt idx="4420">
                  <c:v>3.0273327759910598</c:v>
                </c:pt>
                <c:pt idx="4421">
                  <c:v>3.0281102258089283</c:v>
                </c:pt>
                <c:pt idx="4422">
                  <c:v>3.0287041792139768</c:v>
                </c:pt>
                <c:pt idx="4423">
                  <c:v>3.0282338790169163</c:v>
                </c:pt>
                <c:pt idx="4424">
                  <c:v>3.0276955887496482</c:v>
                </c:pt>
                <c:pt idx="4425">
                  <c:v>3.0281992015218857</c:v>
                </c:pt>
                <c:pt idx="4426">
                  <c:v>3.0275774378748199</c:v>
                </c:pt>
                <c:pt idx="4427">
                  <c:v>3.0259101029661415</c:v>
                </c:pt>
                <c:pt idx="4428">
                  <c:v>3.0248117690214378</c:v>
                </c:pt>
                <c:pt idx="4429">
                  <c:v>3.0239687603968504</c:v>
                </c:pt>
                <c:pt idx="4430">
                  <c:v>3.0218292058725678</c:v>
                </c:pt>
                <c:pt idx="4431">
                  <c:v>3.0193206111428643</c:v>
                </c:pt>
                <c:pt idx="4432">
                  <c:v>3.0209710551683542</c:v>
                </c:pt>
                <c:pt idx="4433">
                  <c:v>3.0228018818832481</c:v>
                </c:pt>
                <c:pt idx="4434">
                  <c:v>3.023811709306194</c:v>
                </c:pt>
                <c:pt idx="4435">
                  <c:v>3.0249229673357618</c:v>
                </c:pt>
                <c:pt idx="4436">
                  <c:v>3.0241642425121351</c:v>
                </c:pt>
                <c:pt idx="4437">
                  <c:v>3.0229874683295939</c:v>
                </c:pt>
                <c:pt idx="4438">
                  <c:v>3.0235988244627761</c:v>
                </c:pt>
                <c:pt idx="4439">
                  <c:v>3.0247034285080572</c:v>
                </c:pt>
                <c:pt idx="4440">
                  <c:v>3.0272496011874801</c:v>
                </c:pt>
                <c:pt idx="4441">
                  <c:v>3.0300361277223753</c:v>
                </c:pt>
                <c:pt idx="4442">
                  <c:v>3.0331803912201529</c:v>
                </c:pt>
                <c:pt idx="4443">
                  <c:v>3.0366189655613658</c:v>
                </c:pt>
                <c:pt idx="4444">
                  <c:v>3.0372862407548005</c:v>
                </c:pt>
                <c:pt idx="4445">
                  <c:v>3.0344524538699744</c:v>
                </c:pt>
                <c:pt idx="4446">
                  <c:v>3.0321416445578087</c:v>
                </c:pt>
                <c:pt idx="4447">
                  <c:v>3.0307635446968599</c:v>
                </c:pt>
                <c:pt idx="4448">
                  <c:v>3.0257518149168678</c:v>
                </c:pt>
                <c:pt idx="4449">
                  <c:v>3.0227956970901615</c:v>
                </c:pt>
                <c:pt idx="4450">
                  <c:v>3.0251925390068504</c:v>
                </c:pt>
                <c:pt idx="4451">
                  <c:v>3.0257087772877336</c:v>
                </c:pt>
                <c:pt idx="4452">
                  <c:v>3.0262871194219563</c:v>
                </c:pt>
                <c:pt idx="4453">
                  <c:v>3.0277338491592949</c:v>
                </c:pt>
                <c:pt idx="4454">
                  <c:v>3.0282381443914592</c:v>
                </c:pt>
                <c:pt idx="4455">
                  <c:v>3.0287420983936602</c:v>
                </c:pt>
                <c:pt idx="4456">
                  <c:v>3.0306673178471804</c:v>
                </c:pt>
                <c:pt idx="4457">
                  <c:v>3.0324660262917686</c:v>
                </c:pt>
                <c:pt idx="4458">
                  <c:v>3.0312575603763765</c:v>
                </c:pt>
                <c:pt idx="4459">
                  <c:v>3.0305475461300255</c:v>
                </c:pt>
                <c:pt idx="4460">
                  <c:v>3.0304712812332051</c:v>
                </c:pt>
                <c:pt idx="4461">
                  <c:v>3.0285417964051424</c:v>
                </c:pt>
                <c:pt idx="4462">
                  <c:v>3.0265544304445373</c:v>
                </c:pt>
                <c:pt idx="4463">
                  <c:v>3.0270311287034115</c:v>
                </c:pt>
                <c:pt idx="4464">
                  <c:v>3.0278985352703822</c:v>
                </c:pt>
                <c:pt idx="4465">
                  <c:v>3.0276267456045316</c:v>
                </c:pt>
                <c:pt idx="4466">
                  <c:v>3.0271735495593868</c:v>
                </c:pt>
                <c:pt idx="4467">
                  <c:v>3.0256078158723119</c:v>
                </c:pt>
                <c:pt idx="4468">
                  <c:v>3.0255946358649752</c:v>
                </c:pt>
                <c:pt idx="4469">
                  <c:v>3.0256016737329703</c:v>
                </c:pt>
                <c:pt idx="4470">
                  <c:v>3.0231016950598431</c:v>
                </c:pt>
                <c:pt idx="4471">
                  <c:v>3.0216268138505242</c:v>
                </c:pt>
                <c:pt idx="4472">
                  <c:v>3.020307448197026</c:v>
                </c:pt>
                <c:pt idx="4473">
                  <c:v>3.0213054605324894</c:v>
                </c:pt>
                <c:pt idx="4474">
                  <c:v>3.0212545319604516</c:v>
                </c:pt>
                <c:pt idx="4475">
                  <c:v>3.0204696177371333</c:v>
                </c:pt>
                <c:pt idx="4476">
                  <c:v>3.0196840637076341</c:v>
                </c:pt>
                <c:pt idx="4477">
                  <c:v>3.0200066966380317</c:v>
                </c:pt>
                <c:pt idx="4478">
                  <c:v>3.0207641845030411</c:v>
                </c:pt>
                <c:pt idx="4479">
                  <c:v>3.0218162391339582</c:v>
                </c:pt>
                <c:pt idx="4480">
                  <c:v>3.0225195567422776</c:v>
                </c:pt>
                <c:pt idx="4481">
                  <c:v>3.0242555215273454</c:v>
                </c:pt>
                <c:pt idx="4482">
                  <c:v>3.0256666353872532</c:v>
                </c:pt>
                <c:pt idx="4483">
                  <c:v>3.026410900591181</c:v>
                </c:pt>
                <c:pt idx="4484">
                  <c:v>3.024780589133532</c:v>
                </c:pt>
                <c:pt idx="4485">
                  <c:v>3.0251147812289396</c:v>
                </c:pt>
                <c:pt idx="4486">
                  <c:v>3.0245421120428584</c:v>
                </c:pt>
                <c:pt idx="4487">
                  <c:v>3.0220385078013701</c:v>
                </c:pt>
                <c:pt idx="4488">
                  <c:v>3.0232588741117357</c:v>
                </c:pt>
                <c:pt idx="4489">
                  <c:v>3.0248500720848299</c:v>
                </c:pt>
                <c:pt idx="4490">
                  <c:v>3.0258619895413017</c:v>
                </c:pt>
                <c:pt idx="4491">
                  <c:v>3.0264914308625439</c:v>
                </c:pt>
                <c:pt idx="4492">
                  <c:v>3.025258822927241</c:v>
                </c:pt>
                <c:pt idx="4493">
                  <c:v>3.0245206572089094</c:v>
                </c:pt>
                <c:pt idx="4494">
                  <c:v>3.0268623904865084</c:v>
                </c:pt>
                <c:pt idx="4495">
                  <c:v>3.0268537744299326</c:v>
                </c:pt>
                <c:pt idx="4496">
                  <c:v>3.0269444989464525</c:v>
                </c:pt>
                <c:pt idx="4497">
                  <c:v>3.0272106156641616</c:v>
                </c:pt>
                <c:pt idx="4498">
                  <c:v>3.0236837907236636</c:v>
                </c:pt>
                <c:pt idx="4499">
                  <c:v>3.019825247604992</c:v>
                </c:pt>
                <c:pt idx="4500">
                  <c:v>3.018297987596291</c:v>
                </c:pt>
                <c:pt idx="4501">
                  <c:v>3.0185725924093396</c:v>
                </c:pt>
                <c:pt idx="4502">
                  <c:v>3.0184384037262313</c:v>
                </c:pt>
                <c:pt idx="4503">
                  <c:v>3.0208993968760396</c:v>
                </c:pt>
                <c:pt idx="4504">
                  <c:v>3.0223623350366395</c:v>
                </c:pt>
                <c:pt idx="4505">
                  <c:v>3.0229942076213714</c:v>
                </c:pt>
                <c:pt idx="4506">
                  <c:v>3.0234548680719655</c:v>
                </c:pt>
                <c:pt idx="4507">
                  <c:v>3.0242554788736</c:v>
                </c:pt>
                <c:pt idx="4508">
                  <c:v>3.023999982938502</c:v>
                </c:pt>
                <c:pt idx="4509">
                  <c:v>3.0233802240174708</c:v>
                </c:pt>
                <c:pt idx="4510">
                  <c:v>3.0239739215000467</c:v>
                </c:pt>
                <c:pt idx="4511">
                  <c:v>3.0262769251767998</c:v>
                </c:pt>
                <c:pt idx="4512">
                  <c:v>3.0283865794255393</c:v>
                </c:pt>
                <c:pt idx="4513">
                  <c:v>3.0266918181585525</c:v>
                </c:pt>
                <c:pt idx="4514">
                  <c:v>3.0242930994770649</c:v>
                </c:pt>
                <c:pt idx="4515">
                  <c:v>3.0249167398889298</c:v>
                </c:pt>
                <c:pt idx="4516">
                  <c:v>3.0291531951920696</c:v>
                </c:pt>
                <c:pt idx="4517">
                  <c:v>3.0306508108477006</c:v>
                </c:pt>
                <c:pt idx="4518">
                  <c:v>3.0309344582547793</c:v>
                </c:pt>
                <c:pt idx="4519">
                  <c:v>3.0291400151847334</c:v>
                </c:pt>
                <c:pt idx="4520">
                  <c:v>3.0277334226218406</c:v>
                </c:pt>
                <c:pt idx="4521">
                  <c:v>3.0292685309197003</c:v>
                </c:pt>
                <c:pt idx="4522">
                  <c:v>3.0306306356261143</c:v>
                </c:pt>
                <c:pt idx="4523">
                  <c:v>3.030499262090204</c:v>
                </c:pt>
                <c:pt idx="4524">
                  <c:v>3.0278576303285192</c:v>
                </c:pt>
                <c:pt idx="4525">
                  <c:v>3.0286545729080472</c:v>
                </c:pt>
                <c:pt idx="4526">
                  <c:v>3.0314892555215271</c:v>
                </c:pt>
                <c:pt idx="4527">
                  <c:v>3.0334356312327784</c:v>
                </c:pt>
                <c:pt idx="4528">
                  <c:v>3.0333571056874504</c:v>
                </c:pt>
                <c:pt idx="4529">
                  <c:v>3.0323762401576482</c:v>
                </c:pt>
                <c:pt idx="4530">
                  <c:v>3.029494553116709</c:v>
                </c:pt>
                <c:pt idx="4531">
                  <c:v>3.0263374508415586</c:v>
                </c:pt>
                <c:pt idx="4532">
                  <c:v>3.0255388021122136</c:v>
                </c:pt>
                <c:pt idx="4533">
                  <c:v>3.0261351441270059</c:v>
                </c:pt>
                <c:pt idx="4534">
                  <c:v>3.0297383192718153</c:v>
                </c:pt>
                <c:pt idx="4535">
                  <c:v>3.0341432568693856</c:v>
                </c:pt>
                <c:pt idx="4536">
                  <c:v>3.0337135630379706</c:v>
                </c:pt>
                <c:pt idx="4537">
                  <c:v>3.0310483011013196</c:v>
                </c:pt>
                <c:pt idx="4538">
                  <c:v>3.0301174257611563</c:v>
                </c:pt>
                <c:pt idx="4539">
                  <c:v>3.0317190312481337</c:v>
                </c:pt>
                <c:pt idx="4540">
                  <c:v>3.0317731588510788</c:v>
                </c:pt>
                <c:pt idx="4541">
                  <c:v>3.0286404118645658</c:v>
                </c:pt>
                <c:pt idx="4542">
                  <c:v>3.0270245600266161</c:v>
                </c:pt>
                <c:pt idx="4543">
                  <c:v>3.0281002021787535</c:v>
                </c:pt>
                <c:pt idx="4544">
                  <c:v>3.0263594601741981</c:v>
                </c:pt>
                <c:pt idx="4545">
                  <c:v>3.0252926473473636</c:v>
                </c:pt>
                <c:pt idx="4546">
                  <c:v>3.0256683415370702</c:v>
                </c:pt>
                <c:pt idx="4547">
                  <c:v>3.0247684328160855</c:v>
                </c:pt>
                <c:pt idx="4548">
                  <c:v>3.0252171075642154</c:v>
                </c:pt>
                <c:pt idx="4549">
                  <c:v>3.0248345887752404</c:v>
                </c:pt>
                <c:pt idx="4550">
                  <c:v>3.025471665116914</c:v>
                </c:pt>
                <c:pt idx="4551">
                  <c:v>3.0257444358189094</c:v>
                </c:pt>
                <c:pt idx="4552">
                  <c:v>3.0251186627197733</c:v>
                </c:pt>
                <c:pt idx="4553">
                  <c:v>3.0256867679550941</c:v>
                </c:pt>
                <c:pt idx="4554">
                  <c:v>3.0267888554293951</c:v>
                </c:pt>
                <c:pt idx="4555">
                  <c:v>3.0276170205505744</c:v>
                </c:pt>
                <c:pt idx="4556">
                  <c:v>3.0279533879869991</c:v>
                </c:pt>
                <c:pt idx="4557">
                  <c:v>3.0304209924673486</c:v>
                </c:pt>
                <c:pt idx="4558">
                  <c:v>3.0294843588715525</c:v>
                </c:pt>
                <c:pt idx="4559">
                  <c:v>3.0280947424993387</c:v>
                </c:pt>
                <c:pt idx="4560">
                  <c:v>3.0296965612550437</c:v>
                </c:pt>
                <c:pt idx="4561">
                  <c:v>3.0287563873983774</c:v>
                </c:pt>
                <c:pt idx="4562">
                  <c:v>3.0280024397942382</c:v>
                </c:pt>
                <c:pt idx="4563">
                  <c:v>3.0272006346877318</c:v>
                </c:pt>
                <c:pt idx="4564">
                  <c:v>3.0251768424285337</c:v>
                </c:pt>
                <c:pt idx="4565">
                  <c:v>3.0248154798972897</c:v>
                </c:pt>
                <c:pt idx="4566">
                  <c:v>3.025502461121111</c:v>
                </c:pt>
                <c:pt idx="4567">
                  <c:v>3.024890422528002</c:v>
                </c:pt>
                <c:pt idx="4568">
                  <c:v>3.0246942152990455</c:v>
                </c:pt>
                <c:pt idx="4569">
                  <c:v>3.0254853143154499</c:v>
                </c:pt>
                <c:pt idx="4570">
                  <c:v>3.0253959973725291</c:v>
                </c:pt>
                <c:pt idx="4571">
                  <c:v>3.0258815249567066</c:v>
                </c:pt>
                <c:pt idx="4572">
                  <c:v>3.0270667445808415</c:v>
                </c:pt>
                <c:pt idx="4573">
                  <c:v>3.0286742789384338</c:v>
                </c:pt>
                <c:pt idx="4574">
                  <c:v>3.0295057710517561</c:v>
                </c:pt>
                <c:pt idx="4575">
                  <c:v>3.0294339421444598</c:v>
                </c:pt>
                <c:pt idx="4576">
                  <c:v>3.0300943500848811</c:v>
                </c:pt>
                <c:pt idx="4577">
                  <c:v>3.0304289260639976</c:v>
                </c:pt>
                <c:pt idx="4578">
                  <c:v>3.0301074447847265</c:v>
                </c:pt>
                <c:pt idx="4579">
                  <c:v>3.0275762009162026</c:v>
                </c:pt>
                <c:pt idx="4580">
                  <c:v>3.0255298874794194</c:v>
                </c:pt>
                <c:pt idx="4581">
                  <c:v>3.0264887863303276</c:v>
                </c:pt>
                <c:pt idx="4582">
                  <c:v>3.0273468517270503</c:v>
                </c:pt>
                <c:pt idx="4583">
                  <c:v>3.0289127986828523</c:v>
                </c:pt>
                <c:pt idx="4584">
                  <c:v>3.0272681555667402</c:v>
                </c:pt>
                <c:pt idx="4585">
                  <c:v>3.0245058137055016</c:v>
                </c:pt>
                <c:pt idx="4586">
                  <c:v>3.0239271729950605</c:v>
                </c:pt>
                <c:pt idx="4587">
                  <c:v>3.0250448717401874</c:v>
                </c:pt>
                <c:pt idx="4588">
                  <c:v>3.0263044368425991</c:v>
                </c:pt>
                <c:pt idx="4589">
                  <c:v>3.0278345973059895</c:v>
                </c:pt>
                <c:pt idx="4590">
                  <c:v>3.0296299361046892</c:v>
                </c:pt>
                <c:pt idx="4591">
                  <c:v>3.0285943031657609</c:v>
                </c:pt>
                <c:pt idx="4592">
                  <c:v>3.027855497641248</c:v>
                </c:pt>
                <c:pt idx="4593">
                  <c:v>3.02480596811206</c:v>
                </c:pt>
                <c:pt idx="4594">
                  <c:v>3.0228356636496252</c:v>
                </c:pt>
                <c:pt idx="4595">
                  <c:v>3.0235229861034099</c:v>
                </c:pt>
                <c:pt idx="4596">
                  <c:v>3.0251712974416285</c:v>
                </c:pt>
                <c:pt idx="4597">
                  <c:v>3.0280447949634457</c:v>
                </c:pt>
                <c:pt idx="4598">
                  <c:v>3.0295078184315365</c:v>
                </c:pt>
                <c:pt idx="4599">
                  <c:v>3.031446985659811</c:v>
                </c:pt>
                <c:pt idx="4600">
                  <c:v>3.0340372623120038</c:v>
                </c:pt>
                <c:pt idx="4601">
                  <c:v>3.0360952628750328</c:v>
                </c:pt>
                <c:pt idx="4602">
                  <c:v>3.0362259112972709</c:v>
                </c:pt>
                <c:pt idx="4603">
                  <c:v>3.034415131842727</c:v>
                </c:pt>
                <c:pt idx="4604">
                  <c:v>3.0342491234655316</c:v>
                </c:pt>
                <c:pt idx="4605">
                  <c:v>3.0347811862859677</c:v>
                </c:pt>
                <c:pt idx="4606">
                  <c:v>3.0342411472151372</c:v>
                </c:pt>
                <c:pt idx="4607">
                  <c:v>3.0362462997875843</c:v>
                </c:pt>
                <c:pt idx="4608">
                  <c:v>3.0384886071845969</c:v>
                </c:pt>
                <c:pt idx="4609">
                  <c:v>3.04028829666533</c:v>
                </c:pt>
                <c:pt idx="4610">
                  <c:v>3.0382300401798283</c:v>
                </c:pt>
                <c:pt idx="4611">
                  <c:v>3.0351003216092405</c:v>
                </c:pt>
                <c:pt idx="4612">
                  <c:v>3.0345751260418177</c:v>
                </c:pt>
                <c:pt idx="4613">
                  <c:v>3.0364968478882131</c:v>
                </c:pt>
                <c:pt idx="4614">
                  <c:v>3.039612149492847</c:v>
                </c:pt>
                <c:pt idx="4615">
                  <c:v>3.041329687859891</c:v>
                </c:pt>
                <c:pt idx="4616">
                  <c:v>3.0409042167492726</c:v>
                </c:pt>
                <c:pt idx="4617">
                  <c:v>3.0446490876363854</c:v>
                </c:pt>
                <c:pt idx="4618">
                  <c:v>3.0485203415711934</c:v>
                </c:pt>
                <c:pt idx="4619">
                  <c:v>3.0451600795065814</c:v>
                </c:pt>
                <c:pt idx="4620">
                  <c:v>3.0419713281523251</c:v>
                </c:pt>
                <c:pt idx="4621">
                  <c:v>3.0430636479189239</c:v>
                </c:pt>
                <c:pt idx="4622">
                  <c:v>3.0435857297629303</c:v>
                </c:pt>
                <c:pt idx="4623">
                  <c:v>3.0427258302551548</c:v>
                </c:pt>
                <c:pt idx="4624">
                  <c:v>3.0424734906972182</c:v>
                </c:pt>
                <c:pt idx="4625">
                  <c:v>3.0410229647765372</c:v>
                </c:pt>
                <c:pt idx="4626">
                  <c:v>3.0395510693293977</c:v>
                </c:pt>
                <c:pt idx="4627">
                  <c:v>3.0383369304658641</c:v>
                </c:pt>
                <c:pt idx="4628">
                  <c:v>3.0391221859191457</c:v>
                </c:pt>
                <c:pt idx="4629">
                  <c:v>3.0433507076256365</c:v>
                </c:pt>
                <c:pt idx="4630">
                  <c:v>3.0457286539331019</c:v>
                </c:pt>
                <c:pt idx="4631">
                  <c:v>3.0458352882966655</c:v>
                </c:pt>
                <c:pt idx="4632">
                  <c:v>3.0450641085793744</c:v>
                </c:pt>
                <c:pt idx="4633">
                  <c:v>3.0453469029115445</c:v>
                </c:pt>
                <c:pt idx="4634">
                  <c:v>3.0436834068399548</c:v>
                </c:pt>
                <c:pt idx="4635">
                  <c:v>3.038048420531807</c:v>
                </c:pt>
                <c:pt idx="4636">
                  <c:v>3.0364142702370693</c:v>
                </c:pt>
                <c:pt idx="4637">
                  <c:v>3.0376144613258491</c:v>
                </c:pt>
                <c:pt idx="4638">
                  <c:v>3.038505753990258</c:v>
                </c:pt>
                <c:pt idx="4639">
                  <c:v>3.041052438514626</c:v>
                </c:pt>
                <c:pt idx="4640">
                  <c:v>3.0425524001262549</c:v>
                </c:pt>
                <c:pt idx="4641">
                  <c:v>3.0398097642954029</c:v>
                </c:pt>
                <c:pt idx="4642">
                  <c:v>3.0352566475862246</c:v>
                </c:pt>
                <c:pt idx="4643">
                  <c:v>3.0330042312515464</c:v>
                </c:pt>
                <c:pt idx="4644">
                  <c:v>3.0328094315961884</c:v>
                </c:pt>
                <c:pt idx="4645">
                  <c:v>3.0339038840500585</c:v>
                </c:pt>
                <c:pt idx="4646">
                  <c:v>3.0347178454740109</c:v>
                </c:pt>
                <c:pt idx="4647">
                  <c:v>3.0341753324859457</c:v>
                </c:pt>
                <c:pt idx="4648">
                  <c:v>3.0365738378987057</c:v>
                </c:pt>
                <c:pt idx="4649">
                  <c:v>3.0396567653105619</c:v>
                </c:pt>
                <c:pt idx="4650">
                  <c:v>3.0394351364493315</c:v>
                </c:pt>
                <c:pt idx="4651">
                  <c:v>3.035730146814192</c:v>
                </c:pt>
                <c:pt idx="4652">
                  <c:v>3.0329047200634687</c:v>
                </c:pt>
                <c:pt idx="4653">
                  <c:v>3.0335397063716165</c:v>
                </c:pt>
                <c:pt idx="4654">
                  <c:v>3.033255163235884</c:v>
                </c:pt>
                <c:pt idx="4655">
                  <c:v>3.0306977299676685</c:v>
                </c:pt>
                <c:pt idx="4656">
                  <c:v>3.0268819259019133</c:v>
                </c:pt>
                <c:pt idx="4657">
                  <c:v>3.0253155097549116</c:v>
                </c:pt>
                <c:pt idx="4658">
                  <c:v>3.0271159243493173</c:v>
                </c:pt>
                <c:pt idx="4659">
                  <c:v>3.0297231771921891</c:v>
                </c:pt>
                <c:pt idx="4660">
                  <c:v>3.0335260145193348</c:v>
                </c:pt>
                <c:pt idx="4661">
                  <c:v>3.0337758801600367</c:v>
                </c:pt>
                <c:pt idx="4662">
                  <c:v>3.034095868558218</c:v>
                </c:pt>
                <c:pt idx="4663">
                  <c:v>3.0344853399076972</c:v>
                </c:pt>
                <c:pt idx="4664">
                  <c:v>3.0332965373689462</c:v>
                </c:pt>
                <c:pt idx="4665">
                  <c:v>3.0331830784061147</c:v>
                </c:pt>
                <c:pt idx="4666">
                  <c:v>3.0318168789401398</c:v>
                </c:pt>
                <c:pt idx="4667">
                  <c:v>3.0309014016020748</c:v>
                </c:pt>
                <c:pt idx="4668">
                  <c:v>3.0346063485834689</c:v>
                </c:pt>
                <c:pt idx="4669">
                  <c:v>3.0374910640403332</c:v>
                </c:pt>
                <c:pt idx="4670">
                  <c:v>3.0383269068356893</c:v>
                </c:pt>
                <c:pt idx="4671">
                  <c:v>3.0405242145312781</c:v>
                </c:pt>
                <c:pt idx="4672">
                  <c:v>3.0420702848417118</c:v>
                </c:pt>
                <c:pt idx="4673">
                  <c:v>3.0413750714450236</c:v>
                </c:pt>
                <c:pt idx="4674">
                  <c:v>3.0389723006577207</c:v>
                </c:pt>
                <c:pt idx="4675">
                  <c:v>3.0355331718178173</c:v>
                </c:pt>
                <c:pt idx="4676">
                  <c:v>3.0361412436126014</c:v>
                </c:pt>
                <c:pt idx="4677">
                  <c:v>3.0365018810301732</c:v>
                </c:pt>
                <c:pt idx="4678">
                  <c:v>3.0362916833727169</c:v>
                </c:pt>
                <c:pt idx="4679">
                  <c:v>3.0366195200600563</c:v>
                </c:pt>
                <c:pt idx="4680">
                  <c:v>3.0385580474821494</c:v>
                </c:pt>
                <c:pt idx="4681">
                  <c:v>3.03897724849219</c:v>
                </c:pt>
                <c:pt idx="4682">
                  <c:v>3.0356982418126135</c:v>
                </c:pt>
                <c:pt idx="4683">
                  <c:v>3.0337503732202724</c:v>
                </c:pt>
                <c:pt idx="4684">
                  <c:v>3.0313862893800705</c:v>
                </c:pt>
                <c:pt idx="4685">
                  <c:v>3.0278607867056806</c:v>
                </c:pt>
                <c:pt idx="4686">
                  <c:v>3.0272155208448854</c:v>
                </c:pt>
                <c:pt idx="4687">
                  <c:v>3.0284491524700785</c:v>
                </c:pt>
                <c:pt idx="4688">
                  <c:v>3.0307066019467168</c:v>
                </c:pt>
                <c:pt idx="4689">
                  <c:v>3.0327299250147157</c:v>
                </c:pt>
                <c:pt idx="4690">
                  <c:v>3.032102488419508</c:v>
                </c:pt>
                <c:pt idx="4691">
                  <c:v>3.0291927778678245</c:v>
                </c:pt>
                <c:pt idx="4692">
                  <c:v>3.0298520768108648</c:v>
                </c:pt>
                <c:pt idx="4693">
                  <c:v>3.0323042832891156</c:v>
                </c:pt>
                <c:pt idx="4694">
                  <c:v>3.0350667957653363</c:v>
                </c:pt>
                <c:pt idx="4695">
                  <c:v>3.0357002891923939</c:v>
                </c:pt>
                <c:pt idx="4696">
                  <c:v>3.0344484444179045</c:v>
                </c:pt>
                <c:pt idx="4697">
                  <c:v>3.031409706286309</c:v>
                </c:pt>
                <c:pt idx="4698">
                  <c:v>3.0295903534289348</c:v>
                </c:pt>
                <c:pt idx="4699">
                  <c:v>3.0319368639260214</c:v>
                </c:pt>
                <c:pt idx="4700">
                  <c:v>3.0346851300512698</c:v>
                </c:pt>
                <c:pt idx="4701">
                  <c:v>3.0333562099587965</c:v>
                </c:pt>
                <c:pt idx="4702">
                  <c:v>3.032940933093335</c:v>
                </c:pt>
                <c:pt idx="4703">
                  <c:v>3.0342166213115171</c:v>
                </c:pt>
                <c:pt idx="4704">
                  <c:v>3.0334742755261339</c:v>
                </c:pt>
                <c:pt idx="4705">
                  <c:v>3.0328064031802633</c:v>
                </c:pt>
                <c:pt idx="4706">
                  <c:v>3.0335780947424995</c:v>
                </c:pt>
                <c:pt idx="4707">
                  <c:v>3.0337833445654865</c:v>
                </c:pt>
                <c:pt idx="4708">
                  <c:v>3.032492642228914</c:v>
                </c:pt>
                <c:pt idx="4709">
                  <c:v>3.0304732006517492</c:v>
                </c:pt>
                <c:pt idx="4710">
                  <c:v>3.0309821451421648</c:v>
                </c:pt>
                <c:pt idx="4711">
                  <c:v>3.0331923769226177</c:v>
                </c:pt>
                <c:pt idx="4712">
                  <c:v>3.0340815368997553</c:v>
                </c:pt>
                <c:pt idx="4713">
                  <c:v>3.0337184682186944</c:v>
                </c:pt>
                <c:pt idx="4714">
                  <c:v>3.0335875638739838</c:v>
                </c:pt>
                <c:pt idx="4715">
                  <c:v>3.033170154321251</c:v>
                </c:pt>
                <c:pt idx="4716">
                  <c:v>3.0342503604241489</c:v>
                </c:pt>
                <c:pt idx="4717">
                  <c:v>3.036806556733747</c:v>
                </c:pt>
                <c:pt idx="4718">
                  <c:v>3.0393266679747151</c:v>
                </c:pt>
                <c:pt idx="4719">
                  <c:v>3.0423268471204454</c:v>
                </c:pt>
                <c:pt idx="4720">
                  <c:v>3.0440579067247895</c:v>
                </c:pt>
                <c:pt idx="4721">
                  <c:v>3.0422187625295378</c:v>
                </c:pt>
                <c:pt idx="4722">
                  <c:v>3.0381209318990301</c:v>
                </c:pt>
                <c:pt idx="4723">
                  <c:v>3.0367644574870121</c:v>
                </c:pt>
                <c:pt idx="4724">
                  <c:v>3.0364187062265939</c:v>
                </c:pt>
                <c:pt idx="4725">
                  <c:v>3.036773286812315</c:v>
                </c:pt>
                <c:pt idx="4726">
                  <c:v>3.0386364877199865</c:v>
                </c:pt>
                <c:pt idx="4727">
                  <c:v>3.0381121452274726</c:v>
                </c:pt>
                <c:pt idx="4728">
                  <c:v>3.0376048642331281</c:v>
                </c:pt>
                <c:pt idx="4729">
                  <c:v>3.0343974731921208</c:v>
                </c:pt>
                <c:pt idx="4730">
                  <c:v>3.0331850404784042</c:v>
                </c:pt>
                <c:pt idx="4731">
                  <c:v>3.035811999351663</c:v>
                </c:pt>
                <c:pt idx="4732">
                  <c:v>3.0367436851129899</c:v>
                </c:pt>
                <c:pt idx="4733">
                  <c:v>3.0362994890081296</c:v>
                </c:pt>
                <c:pt idx="4734">
                  <c:v>3.0375419073048806</c:v>
                </c:pt>
                <c:pt idx="4735">
                  <c:v>3.0373627615740939</c:v>
                </c:pt>
                <c:pt idx="4736">
                  <c:v>3.0355334277402899</c:v>
                </c:pt>
                <c:pt idx="4737">
                  <c:v>3.03401230987093</c:v>
                </c:pt>
                <c:pt idx="4738">
                  <c:v>3.034255094989891</c:v>
                </c:pt>
                <c:pt idx="4739">
                  <c:v>3.0347379353881063</c:v>
                </c:pt>
                <c:pt idx="4740">
                  <c:v>3.0322071180570367</c:v>
                </c:pt>
                <c:pt idx="4741">
                  <c:v>3.0293287153544952</c:v>
                </c:pt>
                <c:pt idx="4742">
                  <c:v>3.0300737909795861</c:v>
                </c:pt>
                <c:pt idx="4743">
                  <c:v>3.0319234706499576</c:v>
                </c:pt>
                <c:pt idx="4744">
                  <c:v>3.0355746739121163</c:v>
                </c:pt>
                <c:pt idx="4745">
                  <c:v>3.0358946623102976</c:v>
                </c:pt>
                <c:pt idx="4746">
                  <c:v>3.0338079984303423</c:v>
                </c:pt>
                <c:pt idx="4747">
                  <c:v>3.0337700365969136</c:v>
                </c:pt>
                <c:pt idx="4748">
                  <c:v>3.0339741774225195</c:v>
                </c:pt>
                <c:pt idx="4749">
                  <c:v>3.0354296511776697</c:v>
                </c:pt>
                <c:pt idx="4750">
                  <c:v>3.037281975380258</c:v>
                </c:pt>
                <c:pt idx="4751">
                  <c:v>3.0375748786500942</c:v>
                </c:pt>
                <c:pt idx="4752">
                  <c:v>3.0375309879460515</c:v>
                </c:pt>
                <c:pt idx="4753">
                  <c:v>3.037148725079549</c:v>
                </c:pt>
                <c:pt idx="4754">
                  <c:v>3.0381721163935405</c:v>
                </c:pt>
                <c:pt idx="4755">
                  <c:v>3.0387451268095851</c:v>
                </c:pt>
                <c:pt idx="4756">
                  <c:v>3.0401965058051745</c:v>
                </c:pt>
                <c:pt idx="4757">
                  <c:v>3.0388862680531976</c:v>
                </c:pt>
                <c:pt idx="4758">
                  <c:v>3.0358238570928915</c:v>
                </c:pt>
                <c:pt idx="4759">
                  <c:v>3.0359273350792932</c:v>
                </c:pt>
                <c:pt idx="4760">
                  <c:v>3.0372022128763128</c:v>
                </c:pt>
                <c:pt idx="4761">
                  <c:v>3.0375318836747054</c:v>
                </c:pt>
                <c:pt idx="4762">
                  <c:v>3.0375181491686787</c:v>
                </c:pt>
                <c:pt idx="4763">
                  <c:v>3.0397794801361506</c:v>
                </c:pt>
                <c:pt idx="4764">
                  <c:v>3.0434483847026605</c:v>
                </c:pt>
                <c:pt idx="4765">
                  <c:v>3.0426523378517869</c:v>
                </c:pt>
                <c:pt idx="4766">
                  <c:v>3.0405582948738727</c:v>
                </c:pt>
                <c:pt idx="4767">
                  <c:v>3.0411535705450294</c:v>
                </c:pt>
                <c:pt idx="4768">
                  <c:v>3.0411599259530981</c:v>
                </c:pt>
                <c:pt idx="4769">
                  <c:v>3.0417871492795783</c:v>
                </c:pt>
                <c:pt idx="4770">
                  <c:v>3.0424318179879375</c:v>
                </c:pt>
                <c:pt idx="4771">
                  <c:v>3.0415350229903688</c:v>
                </c:pt>
                <c:pt idx="4772">
                  <c:v>3.0409542922464023</c:v>
                </c:pt>
                <c:pt idx="4773">
                  <c:v>3.0422175255709205</c:v>
                </c:pt>
                <c:pt idx="4774">
                  <c:v>3.0425695042781706</c:v>
                </c:pt>
                <c:pt idx="4775">
                  <c:v>3.0423689463671804</c:v>
                </c:pt>
                <c:pt idx="4776">
                  <c:v>3.0419620296358225</c:v>
                </c:pt>
                <c:pt idx="4777">
                  <c:v>3.0429796200404358</c:v>
                </c:pt>
                <c:pt idx="4778">
                  <c:v>3.0456719244516859</c:v>
                </c:pt>
                <c:pt idx="4779">
                  <c:v>3.0491277309060507</c:v>
                </c:pt>
                <c:pt idx="4780">
                  <c:v>3.0490748402617234</c:v>
                </c:pt>
                <c:pt idx="4781">
                  <c:v>3.0480797283809493</c:v>
                </c:pt>
                <c:pt idx="4782">
                  <c:v>3.0461522056251757</c:v>
                </c:pt>
                <c:pt idx="4783">
                  <c:v>3.0448188495431783</c:v>
                </c:pt>
                <c:pt idx="4784">
                  <c:v>3.0451715960178465</c:v>
                </c:pt>
                <c:pt idx="4785">
                  <c:v>3.0450035402608702</c:v>
                </c:pt>
                <c:pt idx="4786">
                  <c:v>3.0455102667565237</c:v>
                </c:pt>
                <c:pt idx="4787">
                  <c:v>3.0471955162382809</c:v>
                </c:pt>
                <c:pt idx="4788">
                  <c:v>3.0479355587214112</c:v>
                </c:pt>
                <c:pt idx="4789">
                  <c:v>3.0465518712198119</c:v>
                </c:pt>
                <c:pt idx="4790">
                  <c:v>3.0461150968666559</c:v>
                </c:pt>
                <c:pt idx="4791">
                  <c:v>3.0455025890823473</c:v>
                </c:pt>
                <c:pt idx="4792">
                  <c:v>3.0430679132934664</c:v>
                </c:pt>
                <c:pt idx="4793">
                  <c:v>3.0420336452743917</c:v>
                </c:pt>
                <c:pt idx="4794">
                  <c:v>3.042764645163492</c:v>
                </c:pt>
                <c:pt idx="4795">
                  <c:v>3.0447570016123118</c:v>
                </c:pt>
                <c:pt idx="4796">
                  <c:v>3.0439943526441056</c:v>
                </c:pt>
                <c:pt idx="4797">
                  <c:v>3.0407895634815691</c:v>
                </c:pt>
                <c:pt idx="4798">
                  <c:v>3.0399457870895645</c:v>
                </c:pt>
                <c:pt idx="4799">
                  <c:v>3.0388840500584355</c:v>
                </c:pt>
                <c:pt idx="4800">
                  <c:v>3.0359499415643687</c:v>
                </c:pt>
                <c:pt idx="4801">
                  <c:v>3.0379733925936034</c:v>
                </c:pt>
                <c:pt idx="4802">
                  <c:v>3.0426237171886061</c:v>
                </c:pt>
                <c:pt idx="4803">
                  <c:v>3.0435371044931454</c:v>
                </c:pt>
                <c:pt idx="4804">
                  <c:v>3.0412454893664211</c:v>
                </c:pt>
                <c:pt idx="4805">
                  <c:v>3.0416439606561854</c:v>
                </c:pt>
                <c:pt idx="4806">
                  <c:v>3.0409452069986265</c:v>
                </c:pt>
                <c:pt idx="4807">
                  <c:v>3.0374079318904994</c:v>
                </c:pt>
                <c:pt idx="4808">
                  <c:v>3.0346974143299521</c:v>
                </c:pt>
                <c:pt idx="4809">
                  <c:v>3.0327414841797258</c:v>
                </c:pt>
                <c:pt idx="4810">
                  <c:v>3.0328629620466971</c:v>
                </c:pt>
                <c:pt idx="4811">
                  <c:v>3.0329143171561896</c:v>
                </c:pt>
                <c:pt idx="4812">
                  <c:v>3.0334844271175454</c:v>
                </c:pt>
                <c:pt idx="4813">
                  <c:v>3.0316916475435707</c:v>
                </c:pt>
                <c:pt idx="4814">
                  <c:v>3.0309313871851087</c:v>
                </c:pt>
                <c:pt idx="4815">
                  <c:v>3.0317561400066539</c:v>
                </c:pt>
                <c:pt idx="4816">
                  <c:v>3.0308432645470598</c:v>
                </c:pt>
                <c:pt idx="4817">
                  <c:v>3.0326669680864677</c:v>
                </c:pt>
                <c:pt idx="4818">
                  <c:v>3.0359540363239295</c:v>
                </c:pt>
                <c:pt idx="4819">
                  <c:v>3.0366633254566082</c:v>
                </c:pt>
                <c:pt idx="4820">
                  <c:v>3.0361723381930168</c:v>
                </c:pt>
                <c:pt idx="4821">
                  <c:v>3.0357856393369902</c:v>
                </c:pt>
                <c:pt idx="4822">
                  <c:v>3.0357606015884255</c:v>
                </c:pt>
                <c:pt idx="4823">
                  <c:v>3.0345113160386612</c:v>
                </c:pt>
                <c:pt idx="4824">
                  <c:v>3.0335481518132106</c:v>
                </c:pt>
                <c:pt idx="4825">
                  <c:v>3.0329562884416879</c:v>
                </c:pt>
                <c:pt idx="4826">
                  <c:v>3.0347612243331086</c:v>
                </c:pt>
                <c:pt idx="4827">
                  <c:v>3.0360070975832389</c:v>
                </c:pt>
                <c:pt idx="4828">
                  <c:v>3.0355740767596804</c:v>
                </c:pt>
                <c:pt idx="4829">
                  <c:v>3.0347051346578744</c:v>
                </c:pt>
                <c:pt idx="4830">
                  <c:v>3.0349075266799179</c:v>
                </c:pt>
                <c:pt idx="4831">
                  <c:v>3.0348898253755663</c:v>
                </c:pt>
                <c:pt idx="4832">
                  <c:v>3.0335465736246299</c:v>
                </c:pt>
                <c:pt idx="4833">
                  <c:v>3.0335309623538045</c:v>
                </c:pt>
                <c:pt idx="4834">
                  <c:v>3.0308773022359095</c:v>
                </c:pt>
                <c:pt idx="4835">
                  <c:v>3.0288608037671789</c:v>
                </c:pt>
                <c:pt idx="4836">
                  <c:v>3.0276092575689071</c:v>
                </c:pt>
                <c:pt idx="4837">
                  <c:v>3.0266908371224077</c:v>
                </c:pt>
                <c:pt idx="4838">
                  <c:v>3.0294182029123977</c:v>
                </c:pt>
                <c:pt idx="4839">
                  <c:v>3.0315670986069287</c:v>
                </c:pt>
                <c:pt idx="4840">
                  <c:v>3.0334831901589276</c:v>
                </c:pt>
                <c:pt idx="4841">
                  <c:v>3.0353086851556434</c:v>
                </c:pt>
                <c:pt idx="4842">
                  <c:v>3.0358086297057745</c:v>
                </c:pt>
                <c:pt idx="4843">
                  <c:v>3.0327398206836542</c:v>
                </c:pt>
                <c:pt idx="4844">
                  <c:v>3.0284769200583503</c:v>
                </c:pt>
                <c:pt idx="4845">
                  <c:v>3.0271207442225503</c:v>
                </c:pt>
                <c:pt idx="4846">
                  <c:v>3.0286471511563429</c:v>
                </c:pt>
                <c:pt idx="4847">
                  <c:v>3.0311869257739521</c:v>
                </c:pt>
                <c:pt idx="4848">
                  <c:v>3.0347289781015672</c:v>
                </c:pt>
                <c:pt idx="4849">
                  <c:v>3.03831944243024</c:v>
                </c:pt>
                <c:pt idx="4850">
                  <c:v>3.0375856700476871</c:v>
                </c:pt>
                <c:pt idx="4851">
                  <c:v>3.0350144596196991</c:v>
                </c:pt>
                <c:pt idx="4852">
                  <c:v>3.032231814575638</c:v>
                </c:pt>
                <c:pt idx="4853">
                  <c:v>3.0302015389471348</c:v>
                </c:pt>
                <c:pt idx="4854">
                  <c:v>3.0298243092225929</c:v>
                </c:pt>
                <c:pt idx="4855">
                  <c:v>3.03039058034686</c:v>
                </c:pt>
                <c:pt idx="4856">
                  <c:v>3.0317450500328436</c:v>
                </c:pt>
                <c:pt idx="4857">
                  <c:v>3.0337402216288614</c:v>
                </c:pt>
                <c:pt idx="4858">
                  <c:v>3.0352758844254115</c:v>
                </c:pt>
                <c:pt idx="4859">
                  <c:v>3.036627581617942</c:v>
                </c:pt>
                <c:pt idx="4860">
                  <c:v>3.036004794280986</c:v>
                </c:pt>
                <c:pt idx="4861">
                  <c:v>3.0344452453869972</c:v>
                </c:pt>
                <c:pt idx="4862">
                  <c:v>3.035308642501898</c:v>
                </c:pt>
                <c:pt idx="4863">
                  <c:v>3.0331399128157441</c:v>
                </c:pt>
                <c:pt idx="4864">
                  <c:v>3.0320961330114398</c:v>
                </c:pt>
                <c:pt idx="4865">
                  <c:v>3.0343120803937795</c:v>
                </c:pt>
                <c:pt idx="4866">
                  <c:v>3.0358268428550712</c:v>
                </c:pt>
                <c:pt idx="4867">
                  <c:v>3.0355726691860814</c:v>
                </c:pt>
                <c:pt idx="4868">
                  <c:v>3.0344153024577087</c:v>
                </c:pt>
                <c:pt idx="4869">
                  <c:v>3.0340146131731829</c:v>
                </c:pt>
                <c:pt idx="4870">
                  <c:v>3.0326531482729497</c:v>
                </c:pt>
                <c:pt idx="4871">
                  <c:v>3.0300967813483703</c:v>
                </c:pt>
                <c:pt idx="4872">
                  <c:v>3.0284736357199527</c:v>
                </c:pt>
                <c:pt idx="4873">
                  <c:v>3.0269349445074774</c:v>
                </c:pt>
                <c:pt idx="4874">
                  <c:v>3.0275630635626114</c:v>
                </c:pt>
                <c:pt idx="4875">
                  <c:v>3.0309963061856462</c:v>
                </c:pt>
                <c:pt idx="4876">
                  <c:v>3.032185791184324</c:v>
                </c:pt>
                <c:pt idx="4877">
                  <c:v>3.0309946426895746</c:v>
                </c:pt>
                <c:pt idx="4878">
                  <c:v>3.0302944388046713</c:v>
                </c:pt>
                <c:pt idx="4879">
                  <c:v>3.0326767784479154</c:v>
                </c:pt>
                <c:pt idx="4880">
                  <c:v>3.0363536592648201</c:v>
                </c:pt>
                <c:pt idx="4881">
                  <c:v>3.0378326778874452</c:v>
                </c:pt>
                <c:pt idx="4882">
                  <c:v>3.0365524683722476</c:v>
                </c:pt>
                <c:pt idx="4883">
                  <c:v>3.0349101285583888</c:v>
                </c:pt>
                <c:pt idx="4884">
                  <c:v>3.0341405270296784</c:v>
                </c:pt>
                <c:pt idx="4885">
                  <c:v>3.03521156257731</c:v>
                </c:pt>
                <c:pt idx="4886">
                  <c:v>3.0344380369040205</c:v>
                </c:pt>
                <c:pt idx="4887">
                  <c:v>3.0332298269111009</c:v>
                </c:pt>
                <c:pt idx="4888">
                  <c:v>3.0319226175750491</c:v>
                </c:pt>
                <c:pt idx="4889">
                  <c:v>3.0289924758793068</c:v>
                </c:pt>
                <c:pt idx="4890">
                  <c:v>3.0270868771486823</c:v>
                </c:pt>
                <c:pt idx="4891">
                  <c:v>3.0271100807861937</c:v>
                </c:pt>
                <c:pt idx="4892">
                  <c:v>3.0260191259394489</c:v>
                </c:pt>
                <c:pt idx="4893">
                  <c:v>3.0261138599080386</c:v>
                </c:pt>
                <c:pt idx="4894">
                  <c:v>3.0266186243314026</c:v>
                </c:pt>
                <c:pt idx="4895">
                  <c:v>3.0271978621942792</c:v>
                </c:pt>
                <c:pt idx="4896">
                  <c:v>3.0280920979671224</c:v>
                </c:pt>
                <c:pt idx="4897">
                  <c:v>3.0281448606502135</c:v>
                </c:pt>
                <c:pt idx="4898">
                  <c:v>3.027861426511862</c:v>
                </c:pt>
                <c:pt idx="4899">
                  <c:v>3.0274177422519473</c:v>
                </c:pt>
                <c:pt idx="4900">
                  <c:v>3.0261026419729915</c:v>
                </c:pt>
                <c:pt idx="4901">
                  <c:v>3.0258910367419363</c:v>
                </c:pt>
                <c:pt idx="4902">
                  <c:v>3.0281065149330764</c:v>
                </c:pt>
                <c:pt idx="4903">
                  <c:v>3.0271337109611594</c:v>
                </c:pt>
                <c:pt idx="4904">
                  <c:v>3.023243433455892</c:v>
                </c:pt>
                <c:pt idx="4905">
                  <c:v>3.0227384557638004</c:v>
                </c:pt>
                <c:pt idx="4906">
                  <c:v>3.0257138104296937</c:v>
                </c:pt>
                <c:pt idx="4907">
                  <c:v>3.0271384028731565</c:v>
                </c:pt>
                <c:pt idx="4908">
                  <c:v>3.027328979807717</c:v>
                </c:pt>
                <c:pt idx="4909">
                  <c:v>3.0268172201701034</c:v>
                </c:pt>
                <c:pt idx="4910">
                  <c:v>3.0264228862936453</c:v>
                </c:pt>
                <c:pt idx="4911">
                  <c:v>3.0240786790988117</c:v>
                </c:pt>
                <c:pt idx="4912">
                  <c:v>3.0226043097344379</c:v>
                </c:pt>
                <c:pt idx="4913">
                  <c:v>3.0216833727169581</c:v>
                </c:pt>
                <c:pt idx="4914">
                  <c:v>3.0215140373476195</c:v>
                </c:pt>
                <c:pt idx="4915">
                  <c:v>3.0208396389786989</c:v>
                </c:pt>
                <c:pt idx="4916">
                  <c:v>3.0212861383858116</c:v>
                </c:pt>
                <c:pt idx="4917">
                  <c:v>3.022384941521715</c:v>
                </c:pt>
                <c:pt idx="4918">
                  <c:v>3.024990360253534</c:v>
                </c:pt>
                <c:pt idx="4919">
                  <c:v>3.0271140475845182</c:v>
                </c:pt>
                <c:pt idx="4920">
                  <c:v>3.0288854149782893</c:v>
                </c:pt>
                <c:pt idx="4921">
                  <c:v>3.0294297620774082</c:v>
                </c:pt>
                <c:pt idx="4922">
                  <c:v>3.0281546283579162</c:v>
                </c:pt>
                <c:pt idx="4923">
                  <c:v>3.0286760703957416</c:v>
                </c:pt>
                <c:pt idx="4924">
                  <c:v>3.0276367692347064</c:v>
                </c:pt>
                <c:pt idx="4925">
                  <c:v>3.0268763809150081</c:v>
                </c:pt>
                <c:pt idx="4926">
                  <c:v>3.0267408273120462</c:v>
                </c:pt>
                <c:pt idx="4927">
                  <c:v>3.0242626020490859</c:v>
                </c:pt>
                <c:pt idx="4928">
                  <c:v>3.0229155967685521</c:v>
                </c:pt>
                <c:pt idx="4929">
                  <c:v>3.0237180416812399</c:v>
                </c:pt>
                <c:pt idx="4930">
                  <c:v>3.0236912124753674</c:v>
                </c:pt>
                <c:pt idx="4931">
                  <c:v>3.0240479257483601</c:v>
                </c:pt>
                <c:pt idx="4932">
                  <c:v>3.0212622949421188</c:v>
                </c:pt>
                <c:pt idx="4933">
                  <c:v>3.0168168362863943</c:v>
                </c:pt>
                <c:pt idx="4934">
                  <c:v>3.0169013760098276</c:v>
                </c:pt>
                <c:pt idx="4935">
                  <c:v>3.0197042815829658</c:v>
                </c:pt>
                <c:pt idx="4936">
                  <c:v>3.0203710022777099</c:v>
                </c:pt>
                <c:pt idx="4937">
                  <c:v>3.0214573931736948</c:v>
                </c:pt>
                <c:pt idx="4938">
                  <c:v>3.0215653924571115</c:v>
                </c:pt>
                <c:pt idx="4939">
                  <c:v>3.0199868199926634</c:v>
                </c:pt>
                <c:pt idx="4940">
                  <c:v>3.0194963872277625</c:v>
                </c:pt>
                <c:pt idx="4941">
                  <c:v>3.021880177098351</c:v>
                </c:pt>
                <c:pt idx="4942">
                  <c:v>3.0243938902775054</c:v>
                </c:pt>
                <c:pt idx="4943">
                  <c:v>3.0264031376095133</c:v>
                </c:pt>
                <c:pt idx="4944">
                  <c:v>3.0239270876875697</c:v>
                </c:pt>
                <c:pt idx="4945">
                  <c:v>3.0230968751866101</c:v>
                </c:pt>
                <c:pt idx="4946">
                  <c:v>3.0227526594610272</c:v>
                </c:pt>
                <c:pt idx="4947">
                  <c:v>3.0223676241010722</c:v>
                </c:pt>
                <c:pt idx="4948">
                  <c:v>3.0231469506837394</c:v>
                </c:pt>
                <c:pt idx="4949">
                  <c:v>3.0258745297424565</c:v>
                </c:pt>
                <c:pt idx="4950">
                  <c:v>3.0284524368084762</c:v>
                </c:pt>
                <c:pt idx="4951">
                  <c:v>3.0275590967642869</c:v>
                </c:pt>
                <c:pt idx="4952">
                  <c:v>3.0258596862390488</c:v>
                </c:pt>
                <c:pt idx="4953">
                  <c:v>3.0233344992023747</c:v>
                </c:pt>
                <c:pt idx="4954">
                  <c:v>3.0227236549141381</c:v>
                </c:pt>
                <c:pt idx="4955">
                  <c:v>3.0248919154090919</c:v>
                </c:pt>
                <c:pt idx="4956">
                  <c:v>3.0267177942895165</c:v>
                </c:pt>
                <c:pt idx="4957">
                  <c:v>3.0272785630806243</c:v>
                </c:pt>
                <c:pt idx="4958">
                  <c:v>3.0241005604702149</c:v>
                </c:pt>
                <c:pt idx="4959">
                  <c:v>3.021649548296836</c:v>
                </c:pt>
                <c:pt idx="4960">
                  <c:v>3.0207386349095313</c:v>
                </c:pt>
                <c:pt idx="4961">
                  <c:v>3.0184431809457188</c:v>
                </c:pt>
                <c:pt idx="4962">
                  <c:v>3.0169669774702919</c:v>
                </c:pt>
                <c:pt idx="4963">
                  <c:v>3.0174304957218294</c:v>
                </c:pt>
                <c:pt idx="4964">
                  <c:v>3.0187016199892511</c:v>
                </c:pt>
                <c:pt idx="4965">
                  <c:v>3.0200749426307123</c:v>
                </c:pt>
                <c:pt idx="4966">
                  <c:v>3.0222390657123603</c:v>
                </c:pt>
                <c:pt idx="4967">
                  <c:v>3.0243575066326573</c:v>
                </c:pt>
                <c:pt idx="4968">
                  <c:v>3.0235766871689003</c:v>
                </c:pt>
                <c:pt idx="4969">
                  <c:v>3.0246861537411602</c:v>
                </c:pt>
                <c:pt idx="4970">
                  <c:v>3.0257303174291734</c:v>
                </c:pt>
                <c:pt idx="4971">
                  <c:v>3.0250881226380488</c:v>
                </c:pt>
                <c:pt idx="4972">
                  <c:v>3.0225894662310298</c:v>
                </c:pt>
                <c:pt idx="4973">
                  <c:v>3.0232624143726059</c:v>
                </c:pt>
                <c:pt idx="4974">
                  <c:v>3.0228914547486414</c:v>
                </c:pt>
                <c:pt idx="4975">
                  <c:v>3.0208517526423995</c:v>
                </c:pt>
                <c:pt idx="4976">
                  <c:v>3.0221115310135382</c:v>
                </c:pt>
                <c:pt idx="4977">
                  <c:v>3.0241946119788778</c:v>
                </c:pt>
                <c:pt idx="4978">
                  <c:v>3.0245035530569941</c:v>
                </c:pt>
                <c:pt idx="4979">
                  <c:v>3.0256430052122876</c:v>
                </c:pt>
                <c:pt idx="4980">
                  <c:v>3.0256166025438693</c:v>
                </c:pt>
                <c:pt idx="4981">
                  <c:v>3.0243816059988227</c:v>
                </c:pt>
                <c:pt idx="4982">
                  <c:v>3.0228829239995565</c:v>
                </c:pt>
                <c:pt idx="4983">
                  <c:v>3.0221489383482765</c:v>
                </c:pt>
                <c:pt idx="4984">
                  <c:v>3.0214556443701319</c:v>
                </c:pt>
                <c:pt idx="4985">
                  <c:v>3.0222206819480819</c:v>
                </c:pt>
                <c:pt idx="4986">
                  <c:v>3.0245461214949283</c:v>
                </c:pt>
                <c:pt idx="4987">
                  <c:v>3.0253157656773841</c:v>
                </c:pt>
                <c:pt idx="4988">
                  <c:v>3.023858329849944</c:v>
                </c:pt>
                <c:pt idx="4989">
                  <c:v>3.0225563669245799</c:v>
                </c:pt>
                <c:pt idx="4990">
                  <c:v>3.0239295189510589</c:v>
                </c:pt>
                <c:pt idx="4991">
                  <c:v>3.0258645061122817</c:v>
                </c:pt>
                <c:pt idx="4992">
                  <c:v>3.0260538460882249</c:v>
                </c:pt>
                <c:pt idx="4993">
                  <c:v>3.0251739846275902</c:v>
                </c:pt>
                <c:pt idx="4994">
                  <c:v>3.0250440613190244</c:v>
                </c:pt>
                <c:pt idx="4995">
                  <c:v>3.0263597587504161</c:v>
                </c:pt>
                <c:pt idx="4996">
                  <c:v>3.0269327265127153</c:v>
                </c:pt>
                <c:pt idx="4997">
                  <c:v>3.0260640829871273</c:v>
                </c:pt>
                <c:pt idx="4998">
                  <c:v>3.0248597544850413</c:v>
                </c:pt>
                <c:pt idx="4999">
                  <c:v>3.0219272241795552</c:v>
                </c:pt>
                <c:pt idx="5000">
                  <c:v>3.0194405108212554</c:v>
                </c:pt>
                <c:pt idx="5001">
                  <c:v>3.0177269819062813</c:v>
                </c:pt>
                <c:pt idx="5002">
                  <c:v>3.0166560316661406</c:v>
                </c:pt>
                <c:pt idx="5003">
                  <c:v>3.0139586941129299</c:v>
                </c:pt>
                <c:pt idx="5004">
                  <c:v>3.0126433379115021</c:v>
                </c:pt>
                <c:pt idx="5005">
                  <c:v>3.0145574673912114</c:v>
                </c:pt>
                <c:pt idx="5006">
                  <c:v>3.016831125291112</c:v>
                </c:pt>
                <c:pt idx="5007">
                  <c:v>3.0174672205966404</c:v>
                </c:pt>
                <c:pt idx="5008">
                  <c:v>3.018280755483139</c:v>
                </c:pt>
                <c:pt idx="5009">
                  <c:v>3.0204817314008343</c:v>
                </c:pt>
                <c:pt idx="5010">
                  <c:v>3.022667821161376</c:v>
                </c:pt>
                <c:pt idx="5011">
                  <c:v>3.0233876884229205</c:v>
                </c:pt>
                <c:pt idx="5012">
                  <c:v>3.0221503032681301</c:v>
                </c:pt>
                <c:pt idx="5013">
                  <c:v>3.0224370217448793</c:v>
                </c:pt>
                <c:pt idx="5014">
                  <c:v>3.0238573061600538</c:v>
                </c:pt>
                <c:pt idx="5015">
                  <c:v>3.0246079267720498</c:v>
                </c:pt>
                <c:pt idx="5016">
                  <c:v>3.0249755594038712</c:v>
                </c:pt>
                <c:pt idx="5017">
                  <c:v>3.0262320534366123</c:v>
                </c:pt>
                <c:pt idx="5018">
                  <c:v>3.0277974885474692</c:v>
                </c:pt>
                <c:pt idx="5019">
                  <c:v>3.0276737926857358</c:v>
                </c:pt>
                <c:pt idx="5020">
                  <c:v>3.0280482072630797</c:v>
                </c:pt>
                <c:pt idx="5021">
                  <c:v>3.0278651373877139</c:v>
                </c:pt>
                <c:pt idx="5022">
                  <c:v>3.0268728406541379</c:v>
                </c:pt>
                <c:pt idx="5023">
                  <c:v>3.0255304846318554</c:v>
                </c:pt>
                <c:pt idx="5024">
                  <c:v>3.0244451174257612</c:v>
                </c:pt>
                <c:pt idx="5025">
                  <c:v>3.0215571176304992</c:v>
                </c:pt>
                <c:pt idx="5026">
                  <c:v>3.0205051909608183</c:v>
                </c:pt>
                <c:pt idx="5027">
                  <c:v>3.0229880654820298</c:v>
                </c:pt>
                <c:pt idx="5028">
                  <c:v>3.0254675703573533</c:v>
                </c:pt>
                <c:pt idx="5029">
                  <c:v>3.0256395076051628</c:v>
                </c:pt>
                <c:pt idx="5030">
                  <c:v>3.0254978971703506</c:v>
                </c:pt>
                <c:pt idx="5031">
                  <c:v>3.0263165931600455</c:v>
                </c:pt>
                <c:pt idx="5032">
                  <c:v>3.0255669535841943</c:v>
                </c:pt>
                <c:pt idx="5033">
                  <c:v>3.0262560674952868</c:v>
                </c:pt>
                <c:pt idx="5034">
                  <c:v>3.0254594661457221</c:v>
                </c:pt>
                <c:pt idx="5035">
                  <c:v>3.0235871373365297</c:v>
                </c:pt>
                <c:pt idx="5036">
                  <c:v>3.0210800354879161</c:v>
                </c:pt>
                <c:pt idx="5037">
                  <c:v>3.0207593219760627</c:v>
                </c:pt>
                <c:pt idx="5038">
                  <c:v>3.0229915630891551</c:v>
                </c:pt>
                <c:pt idx="5039">
                  <c:v>3.0246951110276994</c:v>
                </c:pt>
                <c:pt idx="5040">
                  <c:v>3.0254503808979467</c:v>
                </c:pt>
                <c:pt idx="5041">
                  <c:v>3.0266496762580721</c:v>
                </c:pt>
                <c:pt idx="5042">
                  <c:v>3.0265175349547442</c:v>
                </c:pt>
                <c:pt idx="5043">
                  <c:v>3.0249851138428467</c:v>
                </c:pt>
                <c:pt idx="5044">
                  <c:v>3.0252086194688754</c:v>
                </c:pt>
                <c:pt idx="5045">
                  <c:v>3.0258169045323871</c:v>
                </c:pt>
                <c:pt idx="5046">
                  <c:v>3.0267808365252553</c:v>
                </c:pt>
                <c:pt idx="5047">
                  <c:v>3.0238855002857803</c:v>
                </c:pt>
                <c:pt idx="5048">
                  <c:v>3.0216214821323462</c:v>
                </c:pt>
                <c:pt idx="5049">
                  <c:v>3.0243359238374721</c:v>
                </c:pt>
                <c:pt idx="5050">
                  <c:v>3.0279230185202564</c:v>
                </c:pt>
                <c:pt idx="5051">
                  <c:v>3.0300938808936815</c:v>
                </c:pt>
                <c:pt idx="5052">
                  <c:v>3.0296327512518872</c:v>
                </c:pt>
                <c:pt idx="5053">
                  <c:v>3.0261803570971568</c:v>
                </c:pt>
                <c:pt idx="5054">
                  <c:v>3.024453946751064</c:v>
                </c:pt>
                <c:pt idx="5055">
                  <c:v>3.0243438147803761</c:v>
                </c:pt>
                <c:pt idx="5056">
                  <c:v>3.0243751226295181</c:v>
                </c:pt>
                <c:pt idx="5057">
                  <c:v>3.0249993601938185</c:v>
                </c:pt>
                <c:pt idx="5058">
                  <c:v>3.0240819207834639</c:v>
                </c:pt>
                <c:pt idx="5059">
                  <c:v>3.0243431323204493</c:v>
                </c:pt>
                <c:pt idx="5060">
                  <c:v>3.0244762546599215</c:v>
                </c:pt>
                <c:pt idx="5061">
                  <c:v>3.0231605572285303</c:v>
                </c:pt>
                <c:pt idx="5062">
                  <c:v>3.0228532369927406</c:v>
                </c:pt>
                <c:pt idx="5063">
                  <c:v>3.0231254958497904</c:v>
                </c:pt>
                <c:pt idx="5064">
                  <c:v>3.0222232838265528</c:v>
                </c:pt>
                <c:pt idx="5065">
                  <c:v>3.0213490953140596</c:v>
                </c:pt>
                <c:pt idx="5066">
                  <c:v>3.0205719014186636</c:v>
                </c:pt>
                <c:pt idx="5067">
                  <c:v>3.0227562423756429</c:v>
                </c:pt>
                <c:pt idx="5068">
                  <c:v>3.0245317045289748</c:v>
                </c:pt>
                <c:pt idx="5069">
                  <c:v>3.0243696629501038</c:v>
                </c:pt>
                <c:pt idx="5070">
                  <c:v>3.0249233085657252</c:v>
                </c:pt>
                <c:pt idx="5071">
                  <c:v>3.023362266790647</c:v>
                </c:pt>
                <c:pt idx="5072">
                  <c:v>3.0228570331760833</c:v>
                </c:pt>
                <c:pt idx="5073">
                  <c:v>3.0220671284645504</c:v>
                </c:pt>
                <c:pt idx="5074">
                  <c:v>3.0224214531277993</c:v>
                </c:pt>
                <c:pt idx="5075">
                  <c:v>3.0228109671310239</c:v>
                </c:pt>
                <c:pt idx="5076">
                  <c:v>3.0220850430376291</c:v>
                </c:pt>
                <c:pt idx="5077">
                  <c:v>3.0224259744248143</c:v>
                </c:pt>
                <c:pt idx="5078">
                  <c:v>3.0216618752292641</c:v>
                </c:pt>
                <c:pt idx="5079">
                  <c:v>3.020639123721454</c:v>
                </c:pt>
                <c:pt idx="5080">
                  <c:v>3.0207120189723859</c:v>
                </c:pt>
                <c:pt idx="5081">
                  <c:v>3.0195244960459977</c:v>
                </c:pt>
                <c:pt idx="5082">
                  <c:v>3.018782406183087</c:v>
                </c:pt>
                <c:pt idx="5083">
                  <c:v>3.0193993926106653</c:v>
                </c:pt>
                <c:pt idx="5084">
                  <c:v>3.0228030761881199</c:v>
                </c:pt>
                <c:pt idx="5085">
                  <c:v>3.0210217704716653</c:v>
                </c:pt>
                <c:pt idx="5086">
                  <c:v>3.0192964264692081</c:v>
                </c:pt>
                <c:pt idx="5087">
                  <c:v>3.0211686699709102</c:v>
                </c:pt>
                <c:pt idx="5088">
                  <c:v>3.0203360688602068</c:v>
                </c:pt>
                <c:pt idx="5089">
                  <c:v>3.0213854363051618</c:v>
                </c:pt>
                <c:pt idx="5090">
                  <c:v>3.022621797770062</c:v>
                </c:pt>
                <c:pt idx="5091">
                  <c:v>3.0255058307669995</c:v>
                </c:pt>
                <c:pt idx="5092">
                  <c:v>3.0268873855813281</c:v>
                </c:pt>
                <c:pt idx="5093">
                  <c:v>3.0280066198612898</c:v>
                </c:pt>
                <c:pt idx="5094">
                  <c:v>3.0276260631446048</c:v>
                </c:pt>
                <c:pt idx="5095">
                  <c:v>3.025843776392005</c:v>
                </c:pt>
                <c:pt idx="5096">
                  <c:v>3.0246722912738968</c:v>
                </c:pt>
                <c:pt idx="5097">
                  <c:v>3.0240837122407718</c:v>
                </c:pt>
                <c:pt idx="5098">
                  <c:v>3.022430367760593</c:v>
                </c:pt>
                <c:pt idx="5099">
                  <c:v>3.0222099758579799</c:v>
                </c:pt>
                <c:pt idx="5100">
                  <c:v>3.0214517628792983</c:v>
                </c:pt>
                <c:pt idx="5101">
                  <c:v>3.0233475512484751</c:v>
                </c:pt>
                <c:pt idx="5102">
                  <c:v>3.0249979526202195</c:v>
                </c:pt>
                <c:pt idx="5103">
                  <c:v>3.0219800721701371</c:v>
                </c:pt>
                <c:pt idx="5104">
                  <c:v>3.0217083678117778</c:v>
                </c:pt>
                <c:pt idx="5105">
                  <c:v>3.0219814370899907</c:v>
                </c:pt>
                <c:pt idx="5106">
                  <c:v>3.0209444392312088</c:v>
                </c:pt>
                <c:pt idx="5107">
                  <c:v>3.0196840210538887</c:v>
                </c:pt>
                <c:pt idx="5108">
                  <c:v>3.0198468730539227</c:v>
                </c:pt>
                <c:pt idx="5109">
                  <c:v>3.0212492428960185</c:v>
                </c:pt>
                <c:pt idx="5110">
                  <c:v>3.020959282734617</c:v>
                </c:pt>
                <c:pt idx="5111">
                  <c:v>3.0187456813082756</c:v>
                </c:pt>
                <c:pt idx="5112">
                  <c:v>3.0182784521808861</c:v>
                </c:pt>
                <c:pt idx="5113">
                  <c:v>3.0195170742942938</c:v>
                </c:pt>
                <c:pt idx="5114">
                  <c:v>3.0214605068971108</c:v>
                </c:pt>
                <c:pt idx="5115">
                  <c:v>3.0237403495900974</c:v>
                </c:pt>
                <c:pt idx="5116">
                  <c:v>3.0258071794784298</c:v>
                </c:pt>
                <c:pt idx="5117">
                  <c:v>3.0246530544347099</c:v>
                </c:pt>
                <c:pt idx="5118">
                  <c:v>3.0222168857647391</c:v>
                </c:pt>
                <c:pt idx="5119">
                  <c:v>3.0205501053547512</c:v>
                </c:pt>
                <c:pt idx="5120">
                  <c:v>3.020856231285669</c:v>
                </c:pt>
                <c:pt idx="5121">
                  <c:v>3.0197770488726614</c:v>
                </c:pt>
                <c:pt idx="5122">
                  <c:v>3.0188668605990294</c:v>
                </c:pt>
                <c:pt idx="5123">
                  <c:v>3.0221886916390126</c:v>
                </c:pt>
                <c:pt idx="5124">
                  <c:v>3.0231482302961021</c:v>
                </c:pt>
                <c:pt idx="5125">
                  <c:v>3.0239506325550445</c:v>
                </c:pt>
                <c:pt idx="5126">
                  <c:v>3.0256996493862127</c:v>
                </c:pt>
                <c:pt idx="5127">
                  <c:v>3.0261971626728541</c:v>
                </c:pt>
                <c:pt idx="5128">
                  <c:v>3.0253554763143753</c:v>
                </c:pt>
                <c:pt idx="5129">
                  <c:v>3.0223584535458059</c:v>
                </c:pt>
                <c:pt idx="5130">
                  <c:v>3.0215395869411292</c:v>
                </c:pt>
                <c:pt idx="5131">
                  <c:v>3.0200412888255719</c:v>
                </c:pt>
                <c:pt idx="5132">
                  <c:v>3.0191616832874093</c:v>
                </c:pt>
                <c:pt idx="5133">
                  <c:v>3.0203098368067698</c:v>
                </c:pt>
                <c:pt idx="5134">
                  <c:v>3.0200700801037339</c:v>
                </c:pt>
                <c:pt idx="5135">
                  <c:v>3.0179986009571502</c:v>
                </c:pt>
                <c:pt idx="5136">
                  <c:v>3.0184540149970567</c:v>
                </c:pt>
                <c:pt idx="5137">
                  <c:v>3.0205927591001767</c:v>
                </c:pt>
                <c:pt idx="5138">
                  <c:v>3.0231279271132796</c:v>
                </c:pt>
                <c:pt idx="5139">
                  <c:v>3.0239566893868952</c:v>
                </c:pt>
                <c:pt idx="5140">
                  <c:v>3.0247494518993712</c:v>
                </c:pt>
                <c:pt idx="5141">
                  <c:v>3.0252199227114134</c:v>
                </c:pt>
                <c:pt idx="5142">
                  <c:v>3.0255005843563123</c:v>
                </c:pt>
                <c:pt idx="5143">
                  <c:v>3.0270945974766046</c:v>
                </c:pt>
                <c:pt idx="5144">
                  <c:v>3.026877276643662</c:v>
                </c:pt>
                <c:pt idx="5145">
                  <c:v>3.0233927215648806</c:v>
                </c:pt>
                <c:pt idx="5146">
                  <c:v>3.0236462127739436</c:v>
                </c:pt>
                <c:pt idx="5147">
                  <c:v>3.0262103853339362</c:v>
                </c:pt>
                <c:pt idx="5148">
                  <c:v>3.0280825861818927</c:v>
                </c:pt>
                <c:pt idx="5149">
                  <c:v>3.0292079626011961</c:v>
                </c:pt>
                <c:pt idx="5150">
                  <c:v>3.0252325055663136</c:v>
                </c:pt>
                <c:pt idx="5151">
                  <c:v>3.0245242401235251</c:v>
                </c:pt>
                <c:pt idx="5152">
                  <c:v>3.0265049947535894</c:v>
                </c:pt>
                <c:pt idx="5153">
                  <c:v>3.0252049085930235</c:v>
                </c:pt>
                <c:pt idx="5154">
                  <c:v>3.0240393096917839</c:v>
                </c:pt>
                <c:pt idx="5155">
                  <c:v>3.0241186456582754</c:v>
                </c:pt>
                <c:pt idx="5156">
                  <c:v>3.0242020763843271</c:v>
                </c:pt>
                <c:pt idx="5157">
                  <c:v>3.0233953660970969</c:v>
                </c:pt>
                <c:pt idx="5158">
                  <c:v>3.0238592255785979</c:v>
                </c:pt>
                <c:pt idx="5159">
                  <c:v>3.0235284884365696</c:v>
                </c:pt>
                <c:pt idx="5160">
                  <c:v>3.0231425146942152</c:v>
                </c:pt>
                <c:pt idx="5161">
                  <c:v>3.0229781271593459</c:v>
                </c:pt>
                <c:pt idx="5162">
                  <c:v>3.0250761369355845</c:v>
                </c:pt>
                <c:pt idx="5163">
                  <c:v>3.0265195396807796</c:v>
                </c:pt>
                <c:pt idx="5164">
                  <c:v>3.0267149791423185</c:v>
                </c:pt>
                <c:pt idx="5165">
                  <c:v>3.026987365960605</c:v>
                </c:pt>
                <c:pt idx="5166">
                  <c:v>3.0290773568327034</c:v>
                </c:pt>
                <c:pt idx="5167">
                  <c:v>3.0299068442199908</c:v>
                </c:pt>
                <c:pt idx="5168">
                  <c:v>3.0281012258686437</c:v>
                </c:pt>
                <c:pt idx="5169">
                  <c:v>3.0259985668341538</c:v>
                </c:pt>
                <c:pt idx="5170">
                  <c:v>3.0259118091159585</c:v>
                </c:pt>
                <c:pt idx="5171">
                  <c:v>3.024833948969059</c:v>
                </c:pt>
                <c:pt idx="5172">
                  <c:v>3.0233715653071496</c:v>
                </c:pt>
                <c:pt idx="5173">
                  <c:v>3.0254740537266578</c:v>
                </c:pt>
                <c:pt idx="5174">
                  <c:v>3.0256606638628938</c:v>
                </c:pt>
                <c:pt idx="5175">
                  <c:v>3.024010731682349</c:v>
                </c:pt>
                <c:pt idx="5176">
                  <c:v>3.022391467544765</c:v>
                </c:pt>
                <c:pt idx="5177">
                  <c:v>3.0229053598696503</c:v>
                </c:pt>
                <c:pt idx="5178">
                  <c:v>3.023828941419346</c:v>
                </c:pt>
                <c:pt idx="5179">
                  <c:v>3.0212741526833473</c:v>
                </c:pt>
                <c:pt idx="5180">
                  <c:v>3.0209482354145516</c:v>
                </c:pt>
                <c:pt idx="5181">
                  <c:v>3.0208320892657583</c:v>
                </c:pt>
                <c:pt idx="5182">
                  <c:v>3.0213063136073979</c:v>
                </c:pt>
                <c:pt idx="5183">
                  <c:v>3.0222208525630636</c:v>
                </c:pt>
                <c:pt idx="5184">
                  <c:v>3.0226386033457597</c:v>
                </c:pt>
                <c:pt idx="5185">
                  <c:v>3.0247500917055525</c:v>
                </c:pt>
                <c:pt idx="5186">
                  <c:v>3.0282923573018947</c:v>
                </c:pt>
                <c:pt idx="5187">
                  <c:v>3.0293876628306733</c:v>
                </c:pt>
                <c:pt idx="5188">
                  <c:v>3.0265625773099134</c:v>
                </c:pt>
                <c:pt idx="5189">
                  <c:v>3.0213269580201838</c:v>
                </c:pt>
                <c:pt idx="5190">
                  <c:v>3.0193485493461183</c:v>
                </c:pt>
                <c:pt idx="5191">
                  <c:v>3.0230380983254141</c:v>
                </c:pt>
                <c:pt idx="5192">
                  <c:v>3.0255316789367273</c:v>
                </c:pt>
                <c:pt idx="5193">
                  <c:v>3.0248577497590063</c:v>
                </c:pt>
                <c:pt idx="5194">
                  <c:v>3.0261515231652489</c:v>
                </c:pt>
                <c:pt idx="5195">
                  <c:v>3.0303544952782304</c:v>
                </c:pt>
                <c:pt idx="5196">
                  <c:v>3.0318522815488427</c:v>
                </c:pt>
                <c:pt idx="5197">
                  <c:v>3.0312976122433311</c:v>
                </c:pt>
                <c:pt idx="5198">
                  <c:v>3.0303049316260462</c:v>
                </c:pt>
                <c:pt idx="5199">
                  <c:v>3.0284127688252305</c:v>
                </c:pt>
                <c:pt idx="5200">
                  <c:v>3.025401073168235</c:v>
                </c:pt>
                <c:pt idx="5201">
                  <c:v>3.0232174573249275</c:v>
                </c:pt>
                <c:pt idx="5202">
                  <c:v>3.0229824778413792</c:v>
                </c:pt>
                <c:pt idx="5203">
                  <c:v>3.0270341997730821</c:v>
                </c:pt>
                <c:pt idx="5204">
                  <c:v>3.0284651902783581</c:v>
                </c:pt>
                <c:pt idx="5205">
                  <c:v>3.0260722298525033</c:v>
                </c:pt>
                <c:pt idx="5206">
                  <c:v>3.0268854235090386</c:v>
                </c:pt>
                <c:pt idx="5207">
                  <c:v>3.0284637400510137</c:v>
                </c:pt>
                <c:pt idx="5208">
                  <c:v>3.0260053487796763</c:v>
                </c:pt>
                <c:pt idx="5209">
                  <c:v>3.0240689113911094</c:v>
                </c:pt>
                <c:pt idx="5210">
                  <c:v>3.0226903423389606</c:v>
                </c:pt>
                <c:pt idx="5211">
                  <c:v>3.0240417409552731</c:v>
                </c:pt>
                <c:pt idx="5212">
                  <c:v>3.0248070344556957</c:v>
                </c:pt>
                <c:pt idx="5213">
                  <c:v>3.0249089342535167</c:v>
                </c:pt>
                <c:pt idx="5214">
                  <c:v>3.0253581208465916</c:v>
                </c:pt>
                <c:pt idx="5215">
                  <c:v>3.0215708521365263</c:v>
                </c:pt>
                <c:pt idx="5216">
                  <c:v>3.0198696928077253</c:v>
                </c:pt>
                <c:pt idx="5217">
                  <c:v>3.0212731289934571</c:v>
                </c:pt>
                <c:pt idx="5218">
                  <c:v>3.0209566382024007</c:v>
                </c:pt>
                <c:pt idx="5219">
                  <c:v>3.0217128891087928</c:v>
                </c:pt>
                <c:pt idx="5220">
                  <c:v>3.0220013990428498</c:v>
                </c:pt>
                <c:pt idx="5221">
                  <c:v>3.0218452863345933</c:v>
                </c:pt>
                <c:pt idx="5222">
                  <c:v>3.0235315595062402</c:v>
                </c:pt>
                <c:pt idx="5223">
                  <c:v>3.0243015449186594</c:v>
                </c:pt>
                <c:pt idx="5224">
                  <c:v>3.0230339182583621</c:v>
                </c:pt>
                <c:pt idx="5225">
                  <c:v>3.0226878257679806</c:v>
                </c:pt>
                <c:pt idx="5226">
                  <c:v>3.0232659119797312</c:v>
                </c:pt>
                <c:pt idx="5227">
                  <c:v>3.023907424310929</c:v>
                </c:pt>
                <c:pt idx="5228">
                  <c:v>3.0268552246572771</c:v>
                </c:pt>
                <c:pt idx="5229">
                  <c:v>3.0297275705279683</c:v>
                </c:pt>
                <c:pt idx="5230">
                  <c:v>3.0311778405261767</c:v>
                </c:pt>
                <c:pt idx="5231">
                  <c:v>3.0312636598619727</c:v>
                </c:pt>
                <c:pt idx="5232">
                  <c:v>3.0288905334277403</c:v>
                </c:pt>
                <c:pt idx="5233">
                  <c:v>3.0268051065064023</c:v>
                </c:pt>
                <c:pt idx="5234">
                  <c:v>3.0276873139230354</c:v>
                </c:pt>
                <c:pt idx="5235">
                  <c:v>3.0286597340112436</c:v>
                </c:pt>
                <c:pt idx="5236">
                  <c:v>3.0286744922071609</c:v>
                </c:pt>
                <c:pt idx="5237">
                  <c:v>3.0283511341630907</c:v>
                </c:pt>
                <c:pt idx="5238">
                  <c:v>3.0283512621243269</c:v>
                </c:pt>
                <c:pt idx="5239">
                  <c:v>3.0302085341613849</c:v>
                </c:pt>
                <c:pt idx="5240">
                  <c:v>3.0329193076444043</c:v>
                </c:pt>
                <c:pt idx="5241">
                  <c:v>3.0337199184460388</c:v>
                </c:pt>
                <c:pt idx="5242">
                  <c:v>3.0334301288996186</c:v>
                </c:pt>
                <c:pt idx="5243">
                  <c:v>3.0342462656645881</c:v>
                </c:pt>
                <c:pt idx="5244">
                  <c:v>3.0328999854977265</c:v>
                </c:pt>
                <c:pt idx="5245">
                  <c:v>3.0293855301434021</c:v>
                </c:pt>
                <c:pt idx="5246">
                  <c:v>3.0247757692602986</c:v>
                </c:pt>
                <c:pt idx="5247">
                  <c:v>3.0230550745160931</c:v>
                </c:pt>
                <c:pt idx="5248">
                  <c:v>3.0245536712078689</c:v>
                </c:pt>
                <c:pt idx="5249">
                  <c:v>3.025013222661082</c:v>
                </c:pt>
                <c:pt idx="5250">
                  <c:v>3.0252273444631173</c:v>
                </c:pt>
                <c:pt idx="5251">
                  <c:v>3.0268537317761872</c:v>
                </c:pt>
                <c:pt idx="5252">
                  <c:v>3.0283376982332819</c:v>
                </c:pt>
                <c:pt idx="5253">
                  <c:v>3.0304768262201103</c:v>
                </c:pt>
                <c:pt idx="5254">
                  <c:v>3.0326591197973096</c:v>
                </c:pt>
                <c:pt idx="5255">
                  <c:v>3.0354533240063808</c:v>
                </c:pt>
                <c:pt idx="5256">
                  <c:v>3.0368516417426612</c:v>
                </c:pt>
                <c:pt idx="5257">
                  <c:v>3.0358282504286702</c:v>
                </c:pt>
                <c:pt idx="5258">
                  <c:v>3.034421359289559</c:v>
                </c:pt>
                <c:pt idx="5259">
                  <c:v>3.0347138786756864</c:v>
                </c:pt>
                <c:pt idx="5260">
                  <c:v>3.0384315791269629</c:v>
                </c:pt>
                <c:pt idx="5261">
                  <c:v>3.0390665227813654</c:v>
                </c:pt>
                <c:pt idx="5262">
                  <c:v>3.0363202187284064</c:v>
                </c:pt>
                <c:pt idx="5263">
                  <c:v>3.0359371454407413</c:v>
                </c:pt>
                <c:pt idx="5264">
                  <c:v>3.0375756890712573</c:v>
                </c:pt>
                <c:pt idx="5265">
                  <c:v>3.0380777236549141</c:v>
                </c:pt>
                <c:pt idx="5266">
                  <c:v>3.0362325652815572</c:v>
                </c:pt>
                <c:pt idx="5267">
                  <c:v>3.0346507511324567</c:v>
                </c:pt>
                <c:pt idx="5268">
                  <c:v>3.0332807554831391</c:v>
                </c:pt>
                <c:pt idx="5269">
                  <c:v>3.0321225783336034</c:v>
                </c:pt>
                <c:pt idx="5270">
                  <c:v>3.0313038823439085</c:v>
                </c:pt>
                <c:pt idx="5271">
                  <c:v>3.0307636726580962</c:v>
                </c:pt>
                <c:pt idx="5272">
                  <c:v>3.0300561749827253</c:v>
                </c:pt>
                <c:pt idx="5273">
                  <c:v>3.0295465906861283</c:v>
                </c:pt>
                <c:pt idx="5274">
                  <c:v>3.0283043856581044</c:v>
                </c:pt>
                <c:pt idx="5275">
                  <c:v>3.0301547477884032</c:v>
                </c:pt>
                <c:pt idx="5276">
                  <c:v>3.0316620031905002</c:v>
                </c:pt>
                <c:pt idx="5277">
                  <c:v>3.0322350562602902</c:v>
                </c:pt>
                <c:pt idx="5278">
                  <c:v>3.0332205283945983</c:v>
                </c:pt>
                <c:pt idx="5279">
                  <c:v>3.0345890311628265</c:v>
                </c:pt>
                <c:pt idx="5280">
                  <c:v>3.0339023058614778</c:v>
                </c:pt>
                <c:pt idx="5281">
                  <c:v>3.0348333518166228</c:v>
                </c:pt>
                <c:pt idx="5282">
                  <c:v>3.0376170205505746</c:v>
                </c:pt>
                <c:pt idx="5283">
                  <c:v>3.0387641930337903</c:v>
                </c:pt>
                <c:pt idx="5284">
                  <c:v>3.0381860215145493</c:v>
                </c:pt>
                <c:pt idx="5285">
                  <c:v>3.0393469711575372</c:v>
                </c:pt>
                <c:pt idx="5286">
                  <c:v>3.0437593305068118</c:v>
                </c:pt>
                <c:pt idx="5287">
                  <c:v>3.0428853552630457</c:v>
                </c:pt>
                <c:pt idx="5288">
                  <c:v>3.0402157852981069</c:v>
                </c:pt>
                <c:pt idx="5289">
                  <c:v>3.0396653813671377</c:v>
                </c:pt>
                <c:pt idx="5290">
                  <c:v>3.0401971882651018</c:v>
                </c:pt>
                <c:pt idx="5291">
                  <c:v>3.038572933639303</c:v>
                </c:pt>
                <c:pt idx="5292">
                  <c:v>3.0373559369748255</c:v>
                </c:pt>
                <c:pt idx="5293">
                  <c:v>3.0378206921849809</c:v>
                </c:pt>
                <c:pt idx="5294">
                  <c:v>3.0373087619323851</c:v>
                </c:pt>
                <c:pt idx="5295">
                  <c:v>3.0392252373680932</c:v>
                </c:pt>
                <c:pt idx="5296">
                  <c:v>3.0410073535057114</c:v>
                </c:pt>
                <c:pt idx="5297">
                  <c:v>3.041717836943262</c:v>
                </c:pt>
                <c:pt idx="5298">
                  <c:v>3.0427083422195302</c:v>
                </c:pt>
                <c:pt idx="5299">
                  <c:v>3.0417217610878411</c:v>
                </c:pt>
                <c:pt idx="5300">
                  <c:v>3.0416101788898082</c:v>
                </c:pt>
                <c:pt idx="5301">
                  <c:v>3.0418418313812134</c:v>
                </c:pt>
                <c:pt idx="5302">
                  <c:v>3.0418975798264847</c:v>
                </c:pt>
                <c:pt idx="5303">
                  <c:v>3.0409002499509481</c:v>
                </c:pt>
                <c:pt idx="5304">
                  <c:v>3.0419881763817682</c:v>
                </c:pt>
                <c:pt idx="5305">
                  <c:v>3.041874546803955</c:v>
                </c:pt>
                <c:pt idx="5306">
                  <c:v>3.0410814004077698</c:v>
                </c:pt>
                <c:pt idx="5307">
                  <c:v>3.0426149731707941</c:v>
                </c:pt>
                <c:pt idx="5308">
                  <c:v>3.0425262107265638</c:v>
                </c:pt>
                <c:pt idx="5309">
                  <c:v>3.0420594934441194</c:v>
                </c:pt>
                <c:pt idx="5310">
                  <c:v>3.0416951451506957</c:v>
                </c:pt>
                <c:pt idx="5311">
                  <c:v>3.041516596572345</c:v>
                </c:pt>
                <c:pt idx="5312">
                  <c:v>3.0448730197998688</c:v>
                </c:pt>
                <c:pt idx="5313">
                  <c:v>3.0462029635822323</c:v>
                </c:pt>
                <c:pt idx="5314">
                  <c:v>3.0442140194330465</c:v>
                </c:pt>
                <c:pt idx="5315">
                  <c:v>3.043235542512988</c:v>
                </c:pt>
                <c:pt idx="5316">
                  <c:v>3.0403527038209224</c:v>
                </c:pt>
                <c:pt idx="5317">
                  <c:v>3.0379927573940266</c:v>
                </c:pt>
                <c:pt idx="5318">
                  <c:v>3.0382648029823498</c:v>
                </c:pt>
                <c:pt idx="5319">
                  <c:v>3.0390502717043582</c:v>
                </c:pt>
                <c:pt idx="5320">
                  <c:v>3.0393742269008643</c:v>
                </c:pt>
                <c:pt idx="5321">
                  <c:v>3.0404192863175314</c:v>
                </c:pt>
                <c:pt idx="5322">
                  <c:v>3.0424672205966408</c:v>
                </c:pt>
                <c:pt idx="5323">
                  <c:v>3.0429177721095688</c:v>
                </c:pt>
                <c:pt idx="5324">
                  <c:v>3.0396250735777111</c:v>
                </c:pt>
                <c:pt idx="5325">
                  <c:v>3.0361195328561803</c:v>
                </c:pt>
                <c:pt idx="5326">
                  <c:v>3.0351465582692816</c:v>
                </c:pt>
                <c:pt idx="5327">
                  <c:v>3.0377927966354727</c:v>
                </c:pt>
                <c:pt idx="5328">
                  <c:v>3.0409556145125105</c:v>
                </c:pt>
                <c:pt idx="5329">
                  <c:v>3.0426853091970005</c:v>
                </c:pt>
                <c:pt idx="5330">
                  <c:v>3.041917157895635</c:v>
                </c:pt>
                <c:pt idx="5331">
                  <c:v>3.0399266782116139</c:v>
                </c:pt>
                <c:pt idx="5332">
                  <c:v>3.0386474923863065</c:v>
                </c:pt>
                <c:pt idx="5333">
                  <c:v>3.0376994275867366</c:v>
                </c:pt>
                <c:pt idx="5334">
                  <c:v>3.0402937563447447</c:v>
                </c:pt>
                <c:pt idx="5335">
                  <c:v>3.0429642646920825</c:v>
                </c:pt>
                <c:pt idx="5336">
                  <c:v>3.0428128438958226</c:v>
                </c:pt>
                <c:pt idx="5337">
                  <c:v>3.0438659648703754</c:v>
                </c:pt>
                <c:pt idx="5338">
                  <c:v>3.04252382211682</c:v>
                </c:pt>
                <c:pt idx="5339">
                  <c:v>3.0388840500584355</c:v>
                </c:pt>
                <c:pt idx="5340">
                  <c:v>3.0379150849236072</c:v>
                </c:pt>
                <c:pt idx="5341">
                  <c:v>3.0377219914180662</c:v>
                </c:pt>
                <c:pt idx="5342">
                  <c:v>3.0368321916347476</c:v>
                </c:pt>
                <c:pt idx="5343">
                  <c:v>3.0336287673920648</c:v>
                </c:pt>
                <c:pt idx="5344">
                  <c:v>3.0336012130725201</c:v>
                </c:pt>
                <c:pt idx="5345">
                  <c:v>3.0344693020994176</c:v>
                </c:pt>
                <c:pt idx="5346">
                  <c:v>3.0356424507135973</c:v>
                </c:pt>
                <c:pt idx="5347">
                  <c:v>3.0384631855523234</c:v>
                </c:pt>
                <c:pt idx="5348">
                  <c:v>3.0386834921474453</c:v>
                </c:pt>
                <c:pt idx="5349">
                  <c:v>3.0381781732253907</c:v>
                </c:pt>
                <c:pt idx="5350">
                  <c:v>3.0404404425752625</c:v>
                </c:pt>
                <c:pt idx="5351">
                  <c:v>3.0435780520887539</c:v>
                </c:pt>
                <c:pt idx="5352">
                  <c:v>3.0442562466410177</c:v>
                </c:pt>
                <c:pt idx="5353">
                  <c:v>3.0439389027750527</c:v>
                </c:pt>
                <c:pt idx="5354">
                  <c:v>3.0423491550293029</c:v>
                </c:pt>
                <c:pt idx="5355">
                  <c:v>3.0414291563942228</c:v>
                </c:pt>
                <c:pt idx="5356">
                  <c:v>3.0406724362966311</c:v>
                </c:pt>
                <c:pt idx="5357">
                  <c:v>3.039851522312174</c:v>
                </c:pt>
                <c:pt idx="5358">
                  <c:v>3.040341613847112</c:v>
                </c:pt>
                <c:pt idx="5359">
                  <c:v>3.0420381239176613</c:v>
                </c:pt>
                <c:pt idx="5360">
                  <c:v>3.0433455891761856</c:v>
                </c:pt>
                <c:pt idx="5361">
                  <c:v>3.0456996493862127</c:v>
                </c:pt>
                <c:pt idx="5362">
                  <c:v>3.0498886737244399</c:v>
                </c:pt>
                <c:pt idx="5363">
                  <c:v>3.0485843221893316</c:v>
                </c:pt>
                <c:pt idx="5364">
                  <c:v>3.0457324927701901</c:v>
                </c:pt>
                <c:pt idx="5365">
                  <c:v>3.0447122151796151</c:v>
                </c:pt>
                <c:pt idx="5366">
                  <c:v>3.0441299915545583</c:v>
                </c:pt>
                <c:pt idx="5367">
                  <c:v>3.0426989583955368</c:v>
                </c:pt>
                <c:pt idx="5368">
                  <c:v>3.0425589261493053</c:v>
                </c:pt>
                <c:pt idx="5369">
                  <c:v>3.0447348216646906</c:v>
                </c:pt>
                <c:pt idx="5370">
                  <c:v>3.0455094136816152</c:v>
                </c:pt>
                <c:pt idx="5371">
                  <c:v>3.0446435426494802</c:v>
                </c:pt>
                <c:pt idx="5372">
                  <c:v>3.0428047396841915</c:v>
                </c:pt>
                <c:pt idx="5373">
                  <c:v>3.0419209540789778</c:v>
                </c:pt>
                <c:pt idx="5374">
                  <c:v>3.0412268496796702</c:v>
                </c:pt>
                <c:pt idx="5375">
                  <c:v>3.039966730078568</c:v>
                </c:pt>
                <c:pt idx="5376">
                  <c:v>3.0392752702114771</c:v>
                </c:pt>
                <c:pt idx="5377">
                  <c:v>3.0421052182592154</c:v>
                </c:pt>
                <c:pt idx="5378">
                  <c:v>3.0459470411096801</c:v>
                </c:pt>
                <c:pt idx="5379">
                  <c:v>3.0449783745510692</c:v>
                </c:pt>
                <c:pt idx="5380">
                  <c:v>3.0434846403862723</c:v>
                </c:pt>
                <c:pt idx="5381">
                  <c:v>3.0454868071965397</c:v>
                </c:pt>
                <c:pt idx="5382">
                  <c:v>3.0479590182813951</c:v>
                </c:pt>
                <c:pt idx="5383">
                  <c:v>3.0507447343951273</c:v>
                </c:pt>
                <c:pt idx="5384">
                  <c:v>3.0487400083601339</c:v>
                </c:pt>
                <c:pt idx="5385">
                  <c:v>3.044719039778883</c:v>
                </c:pt>
                <c:pt idx="5386">
                  <c:v>3.0431399981232352</c:v>
                </c:pt>
                <c:pt idx="5387">
                  <c:v>3.0407817578461565</c:v>
                </c:pt>
                <c:pt idx="5388">
                  <c:v>3.038107709237948</c:v>
                </c:pt>
                <c:pt idx="5389">
                  <c:v>3.0373595625431871</c:v>
                </c:pt>
                <c:pt idx="5390">
                  <c:v>3.0408415157434976</c:v>
                </c:pt>
                <c:pt idx="5391">
                  <c:v>3.045075625090639</c:v>
                </c:pt>
                <c:pt idx="5392">
                  <c:v>3.045601545771734</c:v>
                </c:pt>
                <c:pt idx="5393">
                  <c:v>3.0450662412666456</c:v>
                </c:pt>
                <c:pt idx="5394">
                  <c:v>3.044737380889416</c:v>
                </c:pt>
                <c:pt idx="5395">
                  <c:v>3.0439239739641537</c:v>
                </c:pt>
                <c:pt idx="5396">
                  <c:v>3.0419023996997177</c:v>
                </c:pt>
                <c:pt idx="5397">
                  <c:v>3.0419218498076317</c:v>
                </c:pt>
                <c:pt idx="5398">
                  <c:v>3.0434705646502818</c:v>
                </c:pt>
                <c:pt idx="5399">
                  <c:v>3.0456945309367613</c:v>
                </c:pt>
                <c:pt idx="5400">
                  <c:v>3.0489281113774602</c:v>
                </c:pt>
                <c:pt idx="5401">
                  <c:v>3.0497547409638042</c:v>
                </c:pt>
                <c:pt idx="5402">
                  <c:v>3.0486026632998642</c:v>
                </c:pt>
                <c:pt idx="5403">
                  <c:v>3.0456505975789736</c:v>
                </c:pt>
                <c:pt idx="5404">
                  <c:v>3.0452995572541224</c:v>
                </c:pt>
                <c:pt idx="5405">
                  <c:v>3.046620970287401</c:v>
                </c:pt>
                <c:pt idx="5406">
                  <c:v>3.0442694693020993</c:v>
                </c:pt>
                <c:pt idx="5407">
                  <c:v>3.0414471989285379</c:v>
                </c:pt>
                <c:pt idx="5408">
                  <c:v>3.0418102676095988</c:v>
                </c:pt>
                <c:pt idx="5409">
                  <c:v>3.0441560103392677</c:v>
                </c:pt>
                <c:pt idx="5410">
                  <c:v>3.0452607423457856</c:v>
                </c:pt>
                <c:pt idx="5411">
                  <c:v>3.0441517449647253</c:v>
                </c:pt>
                <c:pt idx="5412">
                  <c:v>3.0438442114602084</c:v>
                </c:pt>
                <c:pt idx="5413">
                  <c:v>3.0452470931472493</c:v>
                </c:pt>
                <c:pt idx="5414">
                  <c:v>3.0491307166682304</c:v>
                </c:pt>
                <c:pt idx="5415">
                  <c:v>3.0494791977683562</c:v>
                </c:pt>
                <c:pt idx="5416">
                  <c:v>3.0490326130537522</c:v>
                </c:pt>
                <c:pt idx="5417">
                  <c:v>3.0487685863695693</c:v>
                </c:pt>
                <c:pt idx="5418">
                  <c:v>3.0479752267046569</c:v>
                </c:pt>
                <c:pt idx="5419">
                  <c:v>3.0500942647773903</c:v>
                </c:pt>
                <c:pt idx="5420">
                  <c:v>3.0518515990889159</c:v>
                </c:pt>
                <c:pt idx="5421">
                  <c:v>3.0524176142907109</c:v>
                </c:pt>
                <c:pt idx="5422">
                  <c:v>3.0509806096073295</c:v>
                </c:pt>
                <c:pt idx="5423">
                  <c:v>3.050339523813586</c:v>
                </c:pt>
                <c:pt idx="5424">
                  <c:v>3.0527460481304862</c:v>
                </c:pt>
                <c:pt idx="5425">
                  <c:v>3.0525054810062873</c:v>
                </c:pt>
                <c:pt idx="5426">
                  <c:v>3.0498110439077655</c:v>
                </c:pt>
                <c:pt idx="5427">
                  <c:v>3.0482418126135657</c:v>
                </c:pt>
                <c:pt idx="5428">
                  <c:v>3.047125137558329</c:v>
                </c:pt>
                <c:pt idx="5429">
                  <c:v>3.0475004905180723</c:v>
                </c:pt>
                <c:pt idx="5430">
                  <c:v>3.0452146763007262</c:v>
                </c:pt>
                <c:pt idx="5431">
                  <c:v>3.0438668179452839</c:v>
                </c:pt>
                <c:pt idx="5432">
                  <c:v>3.0465834349914265</c:v>
                </c:pt>
                <c:pt idx="5433">
                  <c:v>3.0472850891036742</c:v>
                </c:pt>
                <c:pt idx="5434">
                  <c:v>3.0479692551802975</c:v>
                </c:pt>
                <c:pt idx="5435">
                  <c:v>3.0495252638134156</c:v>
                </c:pt>
                <c:pt idx="5436">
                  <c:v>3.0466427236975679</c:v>
                </c:pt>
                <c:pt idx="5437">
                  <c:v>3.0423943679994538</c:v>
                </c:pt>
                <c:pt idx="5438">
                  <c:v>3.0425501394777474</c:v>
                </c:pt>
                <c:pt idx="5439">
                  <c:v>3.0435571517534954</c:v>
                </c:pt>
                <c:pt idx="5440">
                  <c:v>3.0417932914189194</c:v>
                </c:pt>
                <c:pt idx="5441">
                  <c:v>3.0402827090246793</c:v>
                </c:pt>
                <c:pt idx="5442">
                  <c:v>3.0378328058486814</c:v>
                </c:pt>
                <c:pt idx="5443">
                  <c:v>3.0372471699239911</c:v>
                </c:pt>
                <c:pt idx="5444">
                  <c:v>3.0358149851138427</c:v>
                </c:pt>
                <c:pt idx="5445">
                  <c:v>3.035401798281907</c:v>
                </c:pt>
                <c:pt idx="5446">
                  <c:v>3.0378578862509915</c:v>
                </c:pt>
                <c:pt idx="5447">
                  <c:v>3.0390906221475307</c:v>
                </c:pt>
                <c:pt idx="5448">
                  <c:v>3.0381931446900352</c:v>
                </c:pt>
                <c:pt idx="5449">
                  <c:v>3.0390352149322233</c:v>
                </c:pt>
                <c:pt idx="5450">
                  <c:v>3.0392602987468331</c:v>
                </c:pt>
                <c:pt idx="5451">
                  <c:v>3.0377265553688271</c:v>
                </c:pt>
                <c:pt idx="5452">
                  <c:v>3.0372525016421692</c:v>
                </c:pt>
                <c:pt idx="5453">
                  <c:v>3.0379861034097404</c:v>
                </c:pt>
                <c:pt idx="5454">
                  <c:v>3.0373005297595181</c:v>
                </c:pt>
                <c:pt idx="5455">
                  <c:v>3.0378792131237042</c:v>
                </c:pt>
                <c:pt idx="5456">
                  <c:v>3.0379070233657219</c:v>
                </c:pt>
                <c:pt idx="5457">
                  <c:v>3.0354024380880884</c:v>
                </c:pt>
                <c:pt idx="5458">
                  <c:v>3.0357989899593085</c:v>
                </c:pt>
                <c:pt idx="5459">
                  <c:v>3.0360540593569523</c:v>
                </c:pt>
                <c:pt idx="5460">
                  <c:v>3.0367794716054015</c:v>
                </c:pt>
                <c:pt idx="5461">
                  <c:v>3.0377924127517639</c:v>
                </c:pt>
                <c:pt idx="5462">
                  <c:v>3.0393768287793352</c:v>
                </c:pt>
                <c:pt idx="5463">
                  <c:v>3.0384661286607577</c:v>
                </c:pt>
                <c:pt idx="5464">
                  <c:v>3.0368061301962928</c:v>
                </c:pt>
                <c:pt idx="5465">
                  <c:v>3.0363315646246898</c:v>
                </c:pt>
                <c:pt idx="5466">
                  <c:v>3.036664306492753</c:v>
                </c:pt>
                <c:pt idx="5467">
                  <c:v>3.0347154995180126</c:v>
                </c:pt>
                <c:pt idx="5468">
                  <c:v>3.0344080086672411</c:v>
                </c:pt>
                <c:pt idx="5469">
                  <c:v>3.0338376427834128</c:v>
                </c:pt>
                <c:pt idx="5470">
                  <c:v>3.0324679030565673</c:v>
                </c:pt>
                <c:pt idx="5471">
                  <c:v>3.0323283826552809</c:v>
                </c:pt>
                <c:pt idx="5472">
                  <c:v>3.0338560265476913</c:v>
                </c:pt>
                <c:pt idx="5473">
                  <c:v>3.0367537087431646</c:v>
                </c:pt>
                <c:pt idx="5474">
                  <c:v>3.0379630277334653</c:v>
                </c:pt>
                <c:pt idx="5475">
                  <c:v>3.0363092567158323</c:v>
                </c:pt>
                <c:pt idx="5476">
                  <c:v>3.0344481031879411</c:v>
                </c:pt>
                <c:pt idx="5477">
                  <c:v>3.0330636479189237</c:v>
                </c:pt>
                <c:pt idx="5478">
                  <c:v>3.0309391928205214</c:v>
                </c:pt>
                <c:pt idx="5479">
                  <c:v>3.0311760490688688</c:v>
                </c:pt>
                <c:pt idx="5480">
                  <c:v>3.0309110840022861</c:v>
                </c:pt>
                <c:pt idx="5481">
                  <c:v>3.0305907117203961</c:v>
                </c:pt>
                <c:pt idx="5482">
                  <c:v>3.0320406831423869</c:v>
                </c:pt>
                <c:pt idx="5483">
                  <c:v>3.0319808825913004</c:v>
                </c:pt>
                <c:pt idx="5484">
                  <c:v>3.0325392627726639</c:v>
                </c:pt>
                <c:pt idx="5485">
                  <c:v>3.0330528138675859</c:v>
                </c:pt>
                <c:pt idx="5486">
                  <c:v>3.0339484145602826</c:v>
                </c:pt>
                <c:pt idx="5487">
                  <c:v>3.0332153246376565</c:v>
                </c:pt>
                <c:pt idx="5488">
                  <c:v>3.0326312669015465</c:v>
                </c:pt>
                <c:pt idx="5489">
                  <c:v>3.0340672905487831</c:v>
                </c:pt>
                <c:pt idx="5490">
                  <c:v>3.0361247792668675</c:v>
                </c:pt>
                <c:pt idx="5491">
                  <c:v>3.0367000076776742</c:v>
                </c:pt>
                <c:pt idx="5492">
                  <c:v>3.0371650614640471</c:v>
                </c:pt>
                <c:pt idx="5493">
                  <c:v>3.0375375139691014</c:v>
                </c:pt>
                <c:pt idx="5494">
                  <c:v>3.0356548202997704</c:v>
                </c:pt>
                <c:pt idx="5495">
                  <c:v>3.033069107598338</c:v>
                </c:pt>
                <c:pt idx="5496">
                  <c:v>3.0311772860274862</c:v>
                </c:pt>
                <c:pt idx="5497">
                  <c:v>3.0318881533487456</c:v>
                </c:pt>
                <c:pt idx="5498">
                  <c:v>3.0333750202605292</c:v>
                </c:pt>
                <c:pt idx="5499">
                  <c:v>3.0329778285831277</c:v>
                </c:pt>
                <c:pt idx="5500">
                  <c:v>3.0316480980694913</c:v>
                </c:pt>
                <c:pt idx="5501">
                  <c:v>3.0298371053462203</c:v>
                </c:pt>
                <c:pt idx="5502">
                  <c:v>3.0295259462733424</c:v>
                </c:pt>
                <c:pt idx="5503">
                  <c:v>3.0312506078158723</c:v>
                </c:pt>
                <c:pt idx="5504">
                  <c:v>3.0325449357208059</c:v>
                </c:pt>
                <c:pt idx="5505">
                  <c:v>3.0328256400194502</c:v>
                </c:pt>
                <c:pt idx="5506">
                  <c:v>3.0337837711029407</c:v>
                </c:pt>
                <c:pt idx="5507">
                  <c:v>3.0332834426691009</c:v>
                </c:pt>
                <c:pt idx="5508">
                  <c:v>3.0347504755892616</c:v>
                </c:pt>
                <c:pt idx="5509">
                  <c:v>3.0365560086331183</c:v>
                </c:pt>
                <c:pt idx="5510">
                  <c:v>3.0364128626634703</c:v>
                </c:pt>
                <c:pt idx="5511">
                  <c:v>3.035155643517057</c:v>
                </c:pt>
                <c:pt idx="5512">
                  <c:v>3.0316713443607481</c:v>
                </c:pt>
                <c:pt idx="5513">
                  <c:v>3.0287687569845509</c:v>
                </c:pt>
                <c:pt idx="5514">
                  <c:v>3.0244149612277456</c:v>
                </c:pt>
                <c:pt idx="5515">
                  <c:v>3.0243610468935276</c:v>
                </c:pt>
                <c:pt idx="5516">
                  <c:v>3.0262192999667299</c:v>
                </c:pt>
                <c:pt idx="5517">
                  <c:v>3.0265727289013249</c:v>
                </c:pt>
                <c:pt idx="5518">
                  <c:v>3.0290562858824632</c:v>
                </c:pt>
                <c:pt idx="5519">
                  <c:v>3.0329562884416879</c:v>
                </c:pt>
                <c:pt idx="5520">
                  <c:v>3.0335921278247442</c:v>
                </c:pt>
                <c:pt idx="5521">
                  <c:v>3.0332823336717198</c:v>
                </c:pt>
                <c:pt idx="5522">
                  <c:v>3.0339224810830641</c:v>
                </c:pt>
                <c:pt idx="5523">
                  <c:v>3.0335016165769515</c:v>
                </c:pt>
                <c:pt idx="5524">
                  <c:v>3.0314660092302703</c:v>
                </c:pt>
                <c:pt idx="5525">
                  <c:v>3.0328766965527243</c:v>
                </c:pt>
                <c:pt idx="5526">
                  <c:v>3.034995606664221</c:v>
                </c:pt>
                <c:pt idx="5527">
                  <c:v>3.0353152538324388</c:v>
                </c:pt>
                <c:pt idx="5528">
                  <c:v>3.0348723799936872</c:v>
                </c:pt>
                <c:pt idx="5529">
                  <c:v>3.0328253414432322</c:v>
                </c:pt>
                <c:pt idx="5530">
                  <c:v>3.0334183564658814</c:v>
                </c:pt>
                <c:pt idx="5531">
                  <c:v>3.0334418160258654</c:v>
                </c:pt>
                <c:pt idx="5532">
                  <c:v>3.0329106915878281</c:v>
                </c:pt>
                <c:pt idx="5533">
                  <c:v>3.0333321532463766</c:v>
                </c:pt>
                <c:pt idx="5534">
                  <c:v>3.0334087593731605</c:v>
                </c:pt>
                <c:pt idx="5535">
                  <c:v>3.0314753504005187</c:v>
                </c:pt>
                <c:pt idx="5536">
                  <c:v>3.0294620509626951</c:v>
                </c:pt>
                <c:pt idx="5537">
                  <c:v>3.0294658471460378</c:v>
                </c:pt>
                <c:pt idx="5538">
                  <c:v>3.0307514736869043</c:v>
                </c:pt>
                <c:pt idx="5539">
                  <c:v>3.0289529785110432</c:v>
                </c:pt>
                <c:pt idx="5540">
                  <c:v>3.0271273982068365</c:v>
                </c:pt>
                <c:pt idx="5541">
                  <c:v>3.0281501497146466</c:v>
                </c:pt>
                <c:pt idx="5542">
                  <c:v>3.0315334448017879</c:v>
                </c:pt>
                <c:pt idx="5543">
                  <c:v>3.0342973648516076</c:v>
                </c:pt>
                <c:pt idx="5544">
                  <c:v>3.0347025327794035</c:v>
                </c:pt>
                <c:pt idx="5545">
                  <c:v>3.0354377553893008</c:v>
                </c:pt>
                <c:pt idx="5546">
                  <c:v>3.0351769277360243</c:v>
                </c:pt>
                <c:pt idx="5547">
                  <c:v>3.0364776537027716</c:v>
                </c:pt>
                <c:pt idx="5548">
                  <c:v>3.0391735836823832</c:v>
                </c:pt>
                <c:pt idx="5549">
                  <c:v>3.0381211878215026</c:v>
                </c:pt>
                <c:pt idx="5550">
                  <c:v>3.0342887487950319</c:v>
                </c:pt>
                <c:pt idx="5551">
                  <c:v>3.0319793897102105</c:v>
                </c:pt>
                <c:pt idx="5552">
                  <c:v>3.0315851837949892</c:v>
                </c:pt>
                <c:pt idx="5553">
                  <c:v>3.0337872687100655</c:v>
                </c:pt>
                <c:pt idx="5554">
                  <c:v>3.0356539672248619</c:v>
                </c:pt>
                <c:pt idx="5555">
                  <c:v>3.0353280499560666</c:v>
                </c:pt>
                <c:pt idx="5556">
                  <c:v>3.0327632375898927</c:v>
                </c:pt>
                <c:pt idx="5557">
                  <c:v>3.0325102155720294</c:v>
                </c:pt>
                <c:pt idx="5558">
                  <c:v>3.0330710696706276</c:v>
                </c:pt>
                <c:pt idx="5559">
                  <c:v>3.032513798486645</c:v>
                </c:pt>
                <c:pt idx="5560">
                  <c:v>3.0327019015039709</c:v>
                </c:pt>
                <c:pt idx="5561">
                  <c:v>3.031444725011303</c:v>
                </c:pt>
                <c:pt idx="5562">
                  <c:v>3.0306320858534588</c:v>
                </c:pt>
                <c:pt idx="5563">
                  <c:v>3.0306921849807633</c:v>
                </c:pt>
                <c:pt idx="5564">
                  <c:v>3.0296203816657141</c:v>
                </c:pt>
                <c:pt idx="5565">
                  <c:v>3.0307802223113214</c:v>
                </c:pt>
                <c:pt idx="5566">
                  <c:v>3.0326993422792454</c:v>
                </c:pt>
                <c:pt idx="5567">
                  <c:v>3.0311363810856231</c:v>
                </c:pt>
                <c:pt idx="5568">
                  <c:v>3.0290957405969818</c:v>
                </c:pt>
                <c:pt idx="5569">
                  <c:v>3.0281500644071557</c:v>
                </c:pt>
                <c:pt idx="5570">
                  <c:v>3.0274016191361763</c:v>
                </c:pt>
                <c:pt idx="5571">
                  <c:v>3.0276173617805378</c:v>
                </c:pt>
                <c:pt idx="5572">
                  <c:v>3.0296066898134324</c:v>
                </c:pt>
                <c:pt idx="5573">
                  <c:v>3.0282674048608209</c:v>
                </c:pt>
                <c:pt idx="5574">
                  <c:v>3.0251916432781965</c:v>
                </c:pt>
                <c:pt idx="5575">
                  <c:v>3.0255244278000051</c:v>
                </c:pt>
                <c:pt idx="5576">
                  <c:v>3.0255071103793623</c:v>
                </c:pt>
                <c:pt idx="5577">
                  <c:v>3.0252956757632887</c:v>
                </c:pt>
                <c:pt idx="5578">
                  <c:v>3.0275543621985448</c:v>
                </c:pt>
                <c:pt idx="5579">
                  <c:v>3.0315303737321173</c:v>
                </c:pt>
                <c:pt idx="5580">
                  <c:v>3.0321322180800694</c:v>
                </c:pt>
                <c:pt idx="5581">
                  <c:v>3.0315493973025771</c:v>
                </c:pt>
                <c:pt idx="5582">
                  <c:v>3.0304772101038191</c:v>
                </c:pt>
                <c:pt idx="5583">
                  <c:v>3.0291632188222448</c:v>
                </c:pt>
                <c:pt idx="5584">
                  <c:v>3.0289651348284892</c:v>
                </c:pt>
                <c:pt idx="5585">
                  <c:v>3.0305906264129052</c:v>
                </c:pt>
                <c:pt idx="5586">
                  <c:v>3.0311364237393685</c:v>
                </c:pt>
                <c:pt idx="5587">
                  <c:v>3.0321003130784914</c:v>
                </c:pt>
                <c:pt idx="5588">
                  <c:v>3.0314257867483345</c:v>
                </c:pt>
                <c:pt idx="5589">
                  <c:v>3.0307566347901007</c:v>
                </c:pt>
                <c:pt idx="5590">
                  <c:v>3.0288109841925221</c:v>
                </c:pt>
                <c:pt idx="5591">
                  <c:v>3.0291534511145422</c:v>
                </c:pt>
                <c:pt idx="5592">
                  <c:v>3.0296004623666004</c:v>
                </c:pt>
                <c:pt idx="5593">
                  <c:v>3.0291417639882958</c:v>
                </c:pt>
                <c:pt idx="5594">
                  <c:v>3.0302029465207339</c:v>
                </c:pt>
                <c:pt idx="5595">
                  <c:v>3.0292975354665894</c:v>
                </c:pt>
                <c:pt idx="5596">
                  <c:v>3.0278728150618908</c:v>
                </c:pt>
                <c:pt idx="5597">
                  <c:v>3.0276610392158534</c:v>
                </c:pt>
                <c:pt idx="5598">
                  <c:v>3.0278341707685352</c:v>
                </c:pt>
                <c:pt idx="5599">
                  <c:v>3.0285682417273061</c:v>
                </c:pt>
                <c:pt idx="5600">
                  <c:v>3.0270693891130582</c:v>
                </c:pt>
                <c:pt idx="5601">
                  <c:v>3.0249127730906049</c:v>
                </c:pt>
                <c:pt idx="5602">
                  <c:v>3.0241602330600652</c:v>
                </c:pt>
                <c:pt idx="5603">
                  <c:v>3.0260565332741867</c:v>
                </c:pt>
                <c:pt idx="5604">
                  <c:v>3.0286915110515853</c:v>
                </c:pt>
                <c:pt idx="5605">
                  <c:v>3.0290844800081893</c:v>
                </c:pt>
                <c:pt idx="5606">
                  <c:v>3.0316659699888246</c:v>
                </c:pt>
                <c:pt idx="5607">
                  <c:v>3.0319445842539432</c:v>
                </c:pt>
                <c:pt idx="5608">
                  <c:v>3.0310571304266229</c:v>
                </c:pt>
                <c:pt idx="5609">
                  <c:v>3.0331071547392576</c:v>
                </c:pt>
                <c:pt idx="5610">
                  <c:v>3.034294592358155</c:v>
                </c:pt>
                <c:pt idx="5611">
                  <c:v>3.033907850848383</c:v>
                </c:pt>
                <c:pt idx="5612">
                  <c:v>3.0330973017240646</c:v>
                </c:pt>
                <c:pt idx="5613">
                  <c:v>3.0316819651433593</c:v>
                </c:pt>
                <c:pt idx="5614">
                  <c:v>3.0321535022990367</c:v>
                </c:pt>
                <c:pt idx="5615">
                  <c:v>3.0330271789665852</c:v>
                </c:pt>
                <c:pt idx="5616">
                  <c:v>3.0335879051039472</c:v>
                </c:pt>
                <c:pt idx="5617">
                  <c:v>3.0306538392636257</c:v>
                </c:pt>
                <c:pt idx="5618">
                  <c:v>3.0284684319630109</c:v>
                </c:pt>
                <c:pt idx="5619">
                  <c:v>3.0283633331342825</c:v>
                </c:pt>
                <c:pt idx="5620">
                  <c:v>3.0285423082500875</c:v>
                </c:pt>
                <c:pt idx="5621">
                  <c:v>3.0293701321413034</c:v>
                </c:pt>
                <c:pt idx="5622">
                  <c:v>3.0294870887112597</c:v>
                </c:pt>
                <c:pt idx="5623">
                  <c:v>3.0271928717060645</c:v>
                </c:pt>
                <c:pt idx="5624">
                  <c:v>3.0287355297168643</c:v>
                </c:pt>
                <c:pt idx="5625">
                  <c:v>3.0310355049776923</c:v>
                </c:pt>
                <c:pt idx="5626">
                  <c:v>3.0340030966619178</c:v>
                </c:pt>
                <c:pt idx="5627">
                  <c:v>3.0348967352823251</c:v>
                </c:pt>
                <c:pt idx="5628">
                  <c:v>3.0329615775061209</c:v>
                </c:pt>
                <c:pt idx="5629">
                  <c:v>3.0331390170870902</c:v>
                </c:pt>
                <c:pt idx="5630">
                  <c:v>3.0340436603738175</c:v>
                </c:pt>
                <c:pt idx="5631">
                  <c:v>3.0329429804731154</c:v>
                </c:pt>
                <c:pt idx="5632">
                  <c:v>3.0330087525485614</c:v>
                </c:pt>
                <c:pt idx="5633">
                  <c:v>3.0344290796174813</c:v>
                </c:pt>
                <c:pt idx="5634">
                  <c:v>3.0348662805080915</c:v>
                </c:pt>
                <c:pt idx="5635">
                  <c:v>3.0326000870136407</c:v>
                </c:pt>
                <c:pt idx="5636">
                  <c:v>3.0323179751413973</c:v>
                </c:pt>
                <c:pt idx="5637">
                  <c:v>3.0321771324740023</c:v>
                </c:pt>
                <c:pt idx="5638">
                  <c:v>3.031553108178429</c:v>
                </c:pt>
                <c:pt idx="5639">
                  <c:v>3.0311346322820607</c:v>
                </c:pt>
                <c:pt idx="5640">
                  <c:v>3.0328741373279988</c:v>
                </c:pt>
                <c:pt idx="5641">
                  <c:v>3.0355626029021607</c:v>
                </c:pt>
                <c:pt idx="5642">
                  <c:v>3.0369909488752209</c:v>
                </c:pt>
                <c:pt idx="5643">
                  <c:v>3.035768791107547</c:v>
                </c:pt>
                <c:pt idx="5644">
                  <c:v>3.0332143862552572</c:v>
                </c:pt>
                <c:pt idx="5645">
                  <c:v>3.0320738251025823</c:v>
                </c:pt>
                <c:pt idx="5646">
                  <c:v>3.0316272403879783</c:v>
                </c:pt>
                <c:pt idx="5647">
                  <c:v>3.0310418177320151</c:v>
                </c:pt>
                <c:pt idx="5648">
                  <c:v>3.0323103401209659</c:v>
                </c:pt>
                <c:pt idx="5649">
                  <c:v>3.0347869445416</c:v>
                </c:pt>
                <c:pt idx="5650">
                  <c:v>3.0353768031870878</c:v>
                </c:pt>
                <c:pt idx="5651">
                  <c:v>3.0348055415746056</c:v>
                </c:pt>
                <c:pt idx="5652">
                  <c:v>3.0335589858645489</c:v>
                </c:pt>
                <c:pt idx="5653">
                  <c:v>3.0327397780299088</c:v>
                </c:pt>
                <c:pt idx="5654">
                  <c:v>3.0338065055492525</c:v>
                </c:pt>
                <c:pt idx="5655">
                  <c:v>3.0346318128694882</c:v>
                </c:pt>
                <c:pt idx="5656">
                  <c:v>3.0347442054886842</c:v>
                </c:pt>
                <c:pt idx="5657">
                  <c:v>3.034092754834802</c:v>
                </c:pt>
                <c:pt idx="5658">
                  <c:v>3.0352439794238331</c:v>
                </c:pt>
                <c:pt idx="5659">
                  <c:v>3.0349061617600643</c:v>
                </c:pt>
                <c:pt idx="5660">
                  <c:v>3.0305902851829418</c:v>
                </c:pt>
                <c:pt idx="5661">
                  <c:v>3.0291850575399026</c:v>
                </c:pt>
                <c:pt idx="5662">
                  <c:v>3.030221500899994</c:v>
                </c:pt>
                <c:pt idx="5663">
                  <c:v>3.030785809951972</c:v>
                </c:pt>
                <c:pt idx="5664">
                  <c:v>3.0318016515530228</c:v>
                </c:pt>
                <c:pt idx="5665">
                  <c:v>3.0311574520358633</c:v>
                </c:pt>
                <c:pt idx="5666">
                  <c:v>3.0325414381136806</c:v>
                </c:pt>
                <c:pt idx="5667">
                  <c:v>3.0350815539612532</c:v>
                </c:pt>
                <c:pt idx="5668">
                  <c:v>3.0352802777611902</c:v>
                </c:pt>
                <c:pt idx="5669">
                  <c:v>3.0342763792088583</c:v>
                </c:pt>
                <c:pt idx="5670">
                  <c:v>3.0332237274255052</c:v>
                </c:pt>
                <c:pt idx="5671">
                  <c:v>3.0320667445808418</c:v>
                </c:pt>
                <c:pt idx="5672">
                  <c:v>3.0297335847060731</c:v>
                </c:pt>
                <c:pt idx="5673">
                  <c:v>3.03243757624357</c:v>
                </c:pt>
                <c:pt idx="5674">
                  <c:v>3.0335333936172937</c:v>
                </c:pt>
                <c:pt idx="5675">
                  <c:v>3.0321534169915458</c:v>
                </c:pt>
                <c:pt idx="5676">
                  <c:v>3.0317192445168608</c:v>
                </c:pt>
                <c:pt idx="5677">
                  <c:v>3.0343454782764474</c:v>
                </c:pt>
                <c:pt idx="5678">
                  <c:v>3.0357734403657983</c:v>
                </c:pt>
                <c:pt idx="5679">
                  <c:v>3.0370248586028339</c:v>
                </c:pt>
                <c:pt idx="5680">
                  <c:v>3.0356639482012917</c:v>
                </c:pt>
                <c:pt idx="5681">
                  <c:v>3.0328685923410936</c:v>
                </c:pt>
                <c:pt idx="5682">
                  <c:v>3.0333557834213423</c:v>
                </c:pt>
                <c:pt idx="5683">
                  <c:v>3.035563328015833</c:v>
                </c:pt>
                <c:pt idx="5684">
                  <c:v>3.0349504790015613</c:v>
                </c:pt>
                <c:pt idx="5685">
                  <c:v>3.0348397072246915</c:v>
                </c:pt>
                <c:pt idx="5686">
                  <c:v>3.0333066036528669</c:v>
                </c:pt>
                <c:pt idx="5687">
                  <c:v>3.0315793402318656</c:v>
                </c:pt>
                <c:pt idx="5688">
                  <c:v>3.0308979893024408</c:v>
                </c:pt>
                <c:pt idx="5689">
                  <c:v>3.0317585712701431</c:v>
                </c:pt>
                <c:pt idx="5690">
                  <c:v>3.0348014468150448</c:v>
                </c:pt>
                <c:pt idx="5691">
                  <c:v>3.0361347602432969</c:v>
                </c:pt>
                <c:pt idx="5692">
                  <c:v>3.0373038567516613</c:v>
                </c:pt>
                <c:pt idx="5693">
                  <c:v>3.0377676735794168</c:v>
                </c:pt>
                <c:pt idx="5694">
                  <c:v>3.0384950905539014</c:v>
                </c:pt>
                <c:pt idx="5695">
                  <c:v>3.0373224964384122</c:v>
                </c:pt>
                <c:pt idx="5696">
                  <c:v>3.0372742977060816</c:v>
                </c:pt>
                <c:pt idx="5697">
                  <c:v>3.0378467109696903</c:v>
                </c:pt>
                <c:pt idx="5698">
                  <c:v>3.0378702984909105</c:v>
                </c:pt>
                <c:pt idx="5699">
                  <c:v>3.0373044965578426</c:v>
                </c:pt>
                <c:pt idx="5700">
                  <c:v>3.0371508151130753</c:v>
                </c:pt>
                <c:pt idx="5701">
                  <c:v>3.0374060977794461</c:v>
                </c:pt>
                <c:pt idx="5702">
                  <c:v>3.0367472253738601</c:v>
                </c:pt>
                <c:pt idx="5703">
                  <c:v>3.0358314068058316</c:v>
                </c:pt>
                <c:pt idx="5704">
                  <c:v>3.0350851368758689</c:v>
                </c:pt>
                <c:pt idx="5705">
                  <c:v>3.0371638671591752</c:v>
                </c:pt>
                <c:pt idx="5706">
                  <c:v>3.0377952278989619</c:v>
                </c:pt>
                <c:pt idx="5707">
                  <c:v>3.0366638799552987</c:v>
                </c:pt>
                <c:pt idx="5708">
                  <c:v>3.0375669877071907</c:v>
                </c:pt>
                <c:pt idx="5709">
                  <c:v>3.0391896214906633</c:v>
                </c:pt>
                <c:pt idx="5710">
                  <c:v>3.0398242239151019</c:v>
                </c:pt>
                <c:pt idx="5711">
                  <c:v>3.0403175997884375</c:v>
                </c:pt>
                <c:pt idx="5712">
                  <c:v>3.0404377553893007</c:v>
                </c:pt>
                <c:pt idx="5713">
                  <c:v>3.0404903901111555</c:v>
                </c:pt>
                <c:pt idx="5714">
                  <c:v>3.0407735683270349</c:v>
                </c:pt>
                <c:pt idx="5715">
                  <c:v>3.0434790953993671</c:v>
                </c:pt>
                <c:pt idx="5716">
                  <c:v>3.0428866348754084</c:v>
                </c:pt>
                <c:pt idx="5717">
                  <c:v>3.0401863968675089</c:v>
                </c:pt>
                <c:pt idx="5718">
                  <c:v>3.0386566629415728</c:v>
                </c:pt>
                <c:pt idx="5719">
                  <c:v>3.0395995666379463</c:v>
                </c:pt>
                <c:pt idx="5720">
                  <c:v>3.0405125274050313</c:v>
                </c:pt>
                <c:pt idx="5721">
                  <c:v>3.0410114056115267</c:v>
                </c:pt>
                <c:pt idx="5722">
                  <c:v>3.0419152811308363</c:v>
                </c:pt>
                <c:pt idx="5723">
                  <c:v>3.0405366694249421</c:v>
                </c:pt>
                <c:pt idx="5724">
                  <c:v>3.0384815693166018</c:v>
                </c:pt>
                <c:pt idx="5725">
                  <c:v>3.0371459952398419</c:v>
                </c:pt>
                <c:pt idx="5726">
                  <c:v>3.0384158825486467</c:v>
                </c:pt>
                <c:pt idx="5727">
                  <c:v>3.0397886080376719</c:v>
                </c:pt>
                <c:pt idx="5728">
                  <c:v>3.0410943671463793</c:v>
                </c:pt>
                <c:pt idx="5729">
                  <c:v>3.0428098581336429</c:v>
                </c:pt>
                <c:pt idx="5730">
                  <c:v>3.041940318879401</c:v>
                </c:pt>
                <c:pt idx="5731">
                  <c:v>3.0382123388754767</c:v>
                </c:pt>
                <c:pt idx="5732">
                  <c:v>3.0349717632205282</c:v>
                </c:pt>
                <c:pt idx="5733">
                  <c:v>3.0354052532352864</c:v>
                </c:pt>
                <c:pt idx="5734">
                  <c:v>3.0352027759057525</c:v>
                </c:pt>
                <c:pt idx="5735">
                  <c:v>3.0387596290830299</c:v>
                </c:pt>
                <c:pt idx="5736">
                  <c:v>3.0419181815855252</c:v>
                </c:pt>
                <c:pt idx="5737">
                  <c:v>3.0417149791423186</c:v>
                </c:pt>
                <c:pt idx="5738">
                  <c:v>3.0415305443470992</c:v>
                </c:pt>
                <c:pt idx="5739">
                  <c:v>3.0405388447659587</c:v>
                </c:pt>
                <c:pt idx="5740">
                  <c:v>3.0417008180988372</c:v>
                </c:pt>
                <c:pt idx="5741">
                  <c:v>3.0433255419158356</c:v>
                </c:pt>
                <c:pt idx="5742">
                  <c:v>3.0457546727178113</c:v>
                </c:pt>
                <c:pt idx="5743">
                  <c:v>3.049416923300035</c:v>
                </c:pt>
                <c:pt idx="5744">
                  <c:v>3.051217764431895</c:v>
                </c:pt>
                <c:pt idx="5745">
                  <c:v>3.0494774916185392</c:v>
                </c:pt>
                <c:pt idx="5746">
                  <c:v>3.0469203995802872</c:v>
                </c:pt>
                <c:pt idx="5747">
                  <c:v>3.0448022145824627</c:v>
                </c:pt>
                <c:pt idx="5748">
                  <c:v>3.0447988022828283</c:v>
                </c:pt>
                <c:pt idx="5749">
                  <c:v>3.0457849568770632</c:v>
                </c:pt>
                <c:pt idx="5750">
                  <c:v>3.0478677392661848</c:v>
                </c:pt>
                <c:pt idx="5751">
                  <c:v>3.049063750287913</c:v>
                </c:pt>
                <c:pt idx="5752">
                  <c:v>3.0486674969929108</c:v>
                </c:pt>
                <c:pt idx="5753">
                  <c:v>3.046751917285857</c:v>
                </c:pt>
                <c:pt idx="5754">
                  <c:v>3.0451110276993423</c:v>
                </c:pt>
                <c:pt idx="5755">
                  <c:v>3.0454735845354581</c:v>
                </c:pt>
                <c:pt idx="5756">
                  <c:v>3.0456702183018689</c:v>
                </c:pt>
                <c:pt idx="5757">
                  <c:v>3.0444622642314223</c:v>
                </c:pt>
                <c:pt idx="5758">
                  <c:v>3.0438706567823721</c:v>
                </c:pt>
                <c:pt idx="5759">
                  <c:v>3.044370985216212</c:v>
                </c:pt>
                <c:pt idx="5760">
                  <c:v>3.0457154312720198</c:v>
                </c:pt>
                <c:pt idx="5761">
                  <c:v>3.0446981394436246</c:v>
                </c:pt>
                <c:pt idx="5762">
                  <c:v>3.0423621644216579</c:v>
                </c:pt>
                <c:pt idx="5763">
                  <c:v>3.0418875988500549</c:v>
                </c:pt>
                <c:pt idx="5764">
                  <c:v>3.0425889543860847</c:v>
                </c:pt>
                <c:pt idx="5765">
                  <c:v>3.042501855437926</c:v>
                </c:pt>
                <c:pt idx="5766">
                  <c:v>3.0434048778823271</c:v>
                </c:pt>
                <c:pt idx="5767">
                  <c:v>3.0452402685479814</c:v>
                </c:pt>
                <c:pt idx="5768">
                  <c:v>3.0461206418535611</c:v>
                </c:pt>
                <c:pt idx="5769">
                  <c:v>3.0445706047448025</c:v>
                </c:pt>
                <c:pt idx="5770">
                  <c:v>3.0422957525400305</c:v>
                </c:pt>
                <c:pt idx="5771">
                  <c:v>3.0438945428798103</c:v>
                </c:pt>
                <c:pt idx="5772">
                  <c:v>3.0470547588783772</c:v>
                </c:pt>
                <c:pt idx="5773">
                  <c:v>3.0474957986060756</c:v>
                </c:pt>
                <c:pt idx="5774">
                  <c:v>3.0457405969818208</c:v>
                </c:pt>
                <c:pt idx="5775">
                  <c:v>3.0450269998208541</c:v>
                </c:pt>
                <c:pt idx="5776">
                  <c:v>3.0442605120155601</c:v>
                </c:pt>
                <c:pt idx="5777">
                  <c:v>3.0440826458971362</c:v>
                </c:pt>
                <c:pt idx="5778">
                  <c:v>3.0438147803758646</c:v>
                </c:pt>
                <c:pt idx="5779">
                  <c:v>3.0422524163346782</c:v>
                </c:pt>
                <c:pt idx="5780">
                  <c:v>3.0421164361942621</c:v>
                </c:pt>
                <c:pt idx="5781">
                  <c:v>3.04470069866835</c:v>
                </c:pt>
                <c:pt idx="5782">
                  <c:v>3.0468798785221329</c:v>
                </c:pt>
                <c:pt idx="5783">
                  <c:v>3.046775376845841</c:v>
                </c:pt>
                <c:pt idx="5784">
                  <c:v>3.0477896829120565</c:v>
                </c:pt>
                <c:pt idx="5785">
                  <c:v>3.0501492881089889</c:v>
                </c:pt>
                <c:pt idx="5786">
                  <c:v>3.0526176603567561</c:v>
                </c:pt>
                <c:pt idx="5787">
                  <c:v>3.0540414423790554</c:v>
                </c:pt>
                <c:pt idx="5788">
                  <c:v>3.0536652363444032</c:v>
                </c:pt>
                <c:pt idx="5789">
                  <c:v>3.0530740554328077</c:v>
                </c:pt>
                <c:pt idx="5790">
                  <c:v>3.0521331138087238</c:v>
                </c:pt>
                <c:pt idx="5791">
                  <c:v>3.0528373271456966</c:v>
                </c:pt>
                <c:pt idx="5792">
                  <c:v>3.0548574085290428</c:v>
                </c:pt>
                <c:pt idx="5793">
                  <c:v>3.0557740375182343</c:v>
                </c:pt>
                <c:pt idx="5794">
                  <c:v>3.0559728039719167</c:v>
                </c:pt>
                <c:pt idx="5795">
                  <c:v>3.0570344556955544</c:v>
                </c:pt>
                <c:pt idx="5796">
                  <c:v>3.0586241607875588</c:v>
                </c:pt>
                <c:pt idx="5797">
                  <c:v>3.0609986947953898</c:v>
                </c:pt>
                <c:pt idx="5798">
                  <c:v>3.060375523574725</c:v>
                </c:pt>
                <c:pt idx="5799">
                  <c:v>3.057870042568438</c:v>
                </c:pt>
                <c:pt idx="5800">
                  <c:v>3.0557783028927772</c:v>
                </c:pt>
                <c:pt idx="5801">
                  <c:v>3.0550199192991139</c:v>
                </c:pt>
                <c:pt idx="5802">
                  <c:v>3.05634815693166</c:v>
                </c:pt>
                <c:pt idx="5803">
                  <c:v>3.0579839280687238</c:v>
                </c:pt>
                <c:pt idx="5804">
                  <c:v>3.0594870460575141</c:v>
                </c:pt>
                <c:pt idx="5805">
                  <c:v>3.0604369449681377</c:v>
                </c:pt>
                <c:pt idx="5806">
                  <c:v>3.0605828207774923</c:v>
                </c:pt>
                <c:pt idx="5807">
                  <c:v>3.0600202178753317</c:v>
                </c:pt>
                <c:pt idx="5808">
                  <c:v>3.0593104595514533</c:v>
                </c:pt>
                <c:pt idx="5809">
                  <c:v>3.0606719671054314</c:v>
                </c:pt>
                <c:pt idx="5810">
                  <c:v>3.0632286326062292</c:v>
                </c:pt>
                <c:pt idx="5811">
                  <c:v>3.0640104757598765</c:v>
                </c:pt>
                <c:pt idx="5812">
                  <c:v>3.0648690956552893</c:v>
                </c:pt>
                <c:pt idx="5813">
                  <c:v>3.0648951144399992</c:v>
                </c:pt>
                <c:pt idx="5814">
                  <c:v>3.064130759321976</c:v>
                </c:pt>
                <c:pt idx="5815">
                  <c:v>3.0654517458178003</c:v>
                </c:pt>
                <c:pt idx="5816">
                  <c:v>3.0676424421828479</c:v>
                </c:pt>
                <c:pt idx="5817">
                  <c:v>3.070547588783771</c:v>
                </c:pt>
                <c:pt idx="5818">
                  <c:v>3.0731179034831047</c:v>
                </c:pt>
                <c:pt idx="5819">
                  <c:v>3.0731439222678145</c:v>
                </c:pt>
                <c:pt idx="5820">
                  <c:v>3.0744380369040205</c:v>
                </c:pt>
                <c:pt idx="5821">
                  <c:v>3.0782248364228861</c:v>
                </c:pt>
                <c:pt idx="5822">
                  <c:v>3.0826518686605873</c:v>
                </c:pt>
                <c:pt idx="5823">
                  <c:v>3.0870413656023135</c:v>
                </c:pt>
                <c:pt idx="5824">
                  <c:v>3.0886959043873641</c:v>
                </c:pt>
                <c:pt idx="5825">
                  <c:v>3.0891446217892393</c:v>
                </c:pt>
                <c:pt idx="5826">
                  <c:v>3.09005016080462</c:v>
                </c:pt>
                <c:pt idx="5827">
                  <c:v>3.0893284594320227</c:v>
                </c:pt>
                <c:pt idx="5828">
                  <c:v>3.08928708529896</c:v>
                </c:pt>
                <c:pt idx="5829">
                  <c:v>3.0914265971694976</c:v>
                </c:pt>
                <c:pt idx="5830">
                  <c:v>3.0937358709468277</c:v>
                </c:pt>
                <c:pt idx="5831">
                  <c:v>3.0951016438753487</c:v>
                </c:pt>
                <c:pt idx="5832">
                  <c:v>3.0977743275637035</c:v>
                </c:pt>
                <c:pt idx="5833">
                  <c:v>3.0998664937768186</c:v>
                </c:pt>
                <c:pt idx="5834">
                  <c:v>3.0995730360082918</c:v>
                </c:pt>
                <c:pt idx="5835">
                  <c:v>3.0969532429642648</c:v>
                </c:pt>
                <c:pt idx="5836">
                  <c:v>3.0975098743420659</c:v>
                </c:pt>
                <c:pt idx="5837">
                  <c:v>3.0981462682238128</c:v>
                </c:pt>
                <c:pt idx="5838">
                  <c:v>3.0985024269981145</c:v>
                </c:pt>
                <c:pt idx="5839">
                  <c:v>3.0977739010262493</c:v>
                </c:pt>
                <c:pt idx="5840">
                  <c:v>3.0953997935558721</c:v>
                </c:pt>
                <c:pt idx="5841">
                  <c:v>3.0940131202920931</c:v>
                </c:pt>
                <c:pt idx="5842">
                  <c:v>3.0970125316704058</c:v>
                </c:pt>
                <c:pt idx="5843">
                  <c:v>3.097918070685787</c:v>
                </c:pt>
                <c:pt idx="5844">
                  <c:v>3.094705390580347</c:v>
                </c:pt>
                <c:pt idx="5845">
                  <c:v>3.0935823174632966</c:v>
                </c:pt>
                <c:pt idx="5846">
                  <c:v>3.0914892981752726</c:v>
                </c:pt>
                <c:pt idx="5847">
                  <c:v>3.0882365235491327</c:v>
                </c:pt>
                <c:pt idx="5848">
                  <c:v>3.0866097096986085</c:v>
                </c:pt>
                <c:pt idx="5849">
                  <c:v>3.083278452180886</c:v>
                </c:pt>
                <c:pt idx="5850">
                  <c:v>3.0810207894355202</c:v>
                </c:pt>
                <c:pt idx="5851">
                  <c:v>3.0845188230978562</c:v>
                </c:pt>
                <c:pt idx="5852">
                  <c:v>3.087134777304795</c:v>
                </c:pt>
                <c:pt idx="5853">
                  <c:v>3.0861857314690804</c:v>
                </c:pt>
                <c:pt idx="5854">
                  <c:v>3.083708401934774</c:v>
                </c:pt>
                <c:pt idx="5855">
                  <c:v>3.0848741287972499</c:v>
                </c:pt>
                <c:pt idx="5856">
                  <c:v>3.0864996630354113</c:v>
                </c:pt>
                <c:pt idx="5857">
                  <c:v>3.0863136927053563</c:v>
                </c:pt>
                <c:pt idx="5858">
                  <c:v>3.0855591479487812</c:v>
                </c:pt>
                <c:pt idx="5859">
                  <c:v>3.0827457069005231</c:v>
                </c:pt>
                <c:pt idx="5860">
                  <c:v>3.080030796004197</c:v>
                </c:pt>
                <c:pt idx="5861">
                  <c:v>3.0782538409697757</c:v>
                </c:pt>
                <c:pt idx="5862">
                  <c:v>3.0788027946734005</c:v>
                </c:pt>
                <c:pt idx="5863">
                  <c:v>3.0815125871202751</c:v>
                </c:pt>
                <c:pt idx="5864">
                  <c:v>3.0847214283886268</c:v>
                </c:pt>
                <c:pt idx="5865">
                  <c:v>3.0833130017146804</c:v>
                </c:pt>
                <c:pt idx="5866">
                  <c:v>3.0823720600905964</c:v>
                </c:pt>
                <c:pt idx="5867">
                  <c:v>3.0828288817041023</c:v>
                </c:pt>
                <c:pt idx="5868">
                  <c:v>3.082757649949242</c:v>
                </c:pt>
                <c:pt idx="5869">
                  <c:v>3.0834814840091109</c:v>
                </c:pt>
                <c:pt idx="5870">
                  <c:v>3.0839702959316857</c:v>
                </c:pt>
                <c:pt idx="5871">
                  <c:v>3.0843695349888676</c:v>
                </c:pt>
                <c:pt idx="5872">
                  <c:v>3.086195541830528</c:v>
                </c:pt>
                <c:pt idx="5873">
                  <c:v>3.0883376129257911</c:v>
                </c:pt>
                <c:pt idx="5874">
                  <c:v>3.0914150806582326</c:v>
                </c:pt>
                <c:pt idx="5875">
                  <c:v>3.0930866809414534</c:v>
                </c:pt>
                <c:pt idx="5876">
                  <c:v>3.0939900872695629</c:v>
                </c:pt>
                <c:pt idx="5877">
                  <c:v>3.0929506154935464</c:v>
                </c:pt>
                <c:pt idx="5878">
                  <c:v>3.0894960886515443</c:v>
                </c:pt>
                <c:pt idx="5879">
                  <c:v>3.0886272318572292</c:v>
                </c:pt>
                <c:pt idx="5880">
                  <c:v>3.0876700818098839</c:v>
                </c:pt>
                <c:pt idx="5881">
                  <c:v>3.0866404203953151</c:v>
                </c:pt>
                <c:pt idx="5882">
                  <c:v>3.0848412854132721</c:v>
                </c:pt>
                <c:pt idx="5883">
                  <c:v>3.0816286053078321</c:v>
                </c:pt>
                <c:pt idx="5884">
                  <c:v>3.0826544278853127</c:v>
                </c:pt>
                <c:pt idx="5885">
                  <c:v>3.0874768603431066</c:v>
                </c:pt>
                <c:pt idx="5886">
                  <c:v>3.0903952296051118</c:v>
                </c:pt>
                <c:pt idx="5887">
                  <c:v>3.0917046995896711</c:v>
                </c:pt>
                <c:pt idx="5888">
                  <c:v>3.0953230168141066</c:v>
                </c:pt>
                <c:pt idx="5889">
                  <c:v>3.0950777577779105</c:v>
                </c:pt>
                <c:pt idx="5890">
                  <c:v>3.0956151949702702</c:v>
                </c:pt>
                <c:pt idx="5891">
                  <c:v>3.0972356107589807</c:v>
                </c:pt>
                <c:pt idx="5892">
                  <c:v>3.0997777739863337</c:v>
                </c:pt>
                <c:pt idx="5893">
                  <c:v>3.1015909847043668</c:v>
                </c:pt>
                <c:pt idx="5894">
                  <c:v>3.1001224162493708</c:v>
                </c:pt>
                <c:pt idx="5895">
                  <c:v>3.1005374371923597</c:v>
                </c:pt>
                <c:pt idx="5896">
                  <c:v>3.0995721829333833</c:v>
                </c:pt>
                <c:pt idx="5897">
                  <c:v>3.0972671745305957</c:v>
                </c:pt>
                <c:pt idx="5898">
                  <c:v>3.0988799126451294</c:v>
                </c:pt>
                <c:pt idx="5899">
                  <c:v>3.0982985420949816</c:v>
                </c:pt>
                <c:pt idx="5900">
                  <c:v>3.0991157878573317</c:v>
                </c:pt>
                <c:pt idx="5901">
                  <c:v>3.1006240242955734</c:v>
                </c:pt>
                <c:pt idx="5902">
                  <c:v>3.1004772954113102</c:v>
                </c:pt>
                <c:pt idx="5903">
                  <c:v>3.1005208022316442</c:v>
                </c:pt>
                <c:pt idx="5904">
                  <c:v>3.1026632998643611</c:v>
                </c:pt>
                <c:pt idx="5905">
                  <c:v>3.1038870358206152</c:v>
                </c:pt>
                <c:pt idx="5906">
                  <c:v>3.1039855659725482</c:v>
                </c:pt>
                <c:pt idx="5907">
                  <c:v>3.1064117110123441</c:v>
                </c:pt>
                <c:pt idx="5908">
                  <c:v>3.1077267259838086</c:v>
                </c:pt>
                <c:pt idx="5909">
                  <c:v>3.1059826143333646</c:v>
                </c:pt>
                <c:pt idx="5910">
                  <c:v>3.1062939866749701</c:v>
                </c:pt>
                <c:pt idx="5911">
                  <c:v>3.106816921593885</c:v>
                </c:pt>
                <c:pt idx="5912">
                  <c:v>3.1065929894304021</c:v>
                </c:pt>
                <c:pt idx="5913">
                  <c:v>3.1084552519556743</c:v>
                </c:pt>
                <c:pt idx="5914">
                  <c:v>3.1093846770684932</c:v>
                </c:pt>
                <c:pt idx="5915">
                  <c:v>3.10925799544458</c:v>
                </c:pt>
                <c:pt idx="5916">
                  <c:v>3.1076328877438728</c:v>
                </c:pt>
                <c:pt idx="5917">
                  <c:v>3.1079638808083736</c:v>
                </c:pt>
                <c:pt idx="5918">
                  <c:v>3.1087977615314402</c:v>
                </c:pt>
                <c:pt idx="5919">
                  <c:v>3.1096922105730105</c:v>
                </c:pt>
                <c:pt idx="5920">
                  <c:v>3.1106783651672454</c:v>
                </c:pt>
                <c:pt idx="5921">
                  <c:v>3.112626788258277</c:v>
                </c:pt>
                <c:pt idx="5922">
                  <c:v>3.115439376231627</c:v>
                </c:pt>
                <c:pt idx="5923">
                  <c:v>3.1182643337911502</c:v>
                </c:pt>
                <c:pt idx="5924">
                  <c:v>3.1188567943151089</c:v>
                </c:pt>
                <c:pt idx="5925">
                  <c:v>3.1203155524086572</c:v>
                </c:pt>
                <c:pt idx="5926">
                  <c:v>3.122899942843981</c:v>
                </c:pt>
                <c:pt idx="5927">
                  <c:v>3.1249869906076451</c:v>
                </c:pt>
                <c:pt idx="5928">
                  <c:v>3.1232411728073841</c:v>
                </c:pt>
                <c:pt idx="5929">
                  <c:v>3.1207864497581532</c:v>
                </c:pt>
                <c:pt idx="5930">
                  <c:v>3.1193229997526082</c:v>
                </c:pt>
                <c:pt idx="5931">
                  <c:v>3.1185403035240524</c:v>
                </c:pt>
                <c:pt idx="5932">
                  <c:v>3.1195584484273562</c:v>
                </c:pt>
                <c:pt idx="5933">
                  <c:v>3.1217290975320542</c:v>
                </c:pt>
                <c:pt idx="5934">
                  <c:v>3.1215448333518165</c:v>
                </c:pt>
                <c:pt idx="5935">
                  <c:v>3.120769388259983</c:v>
                </c:pt>
                <c:pt idx="5936">
                  <c:v>3.1238110268462673</c:v>
                </c:pt>
                <c:pt idx="5937">
                  <c:v>3.1264568386750042</c:v>
                </c:pt>
                <c:pt idx="5938">
                  <c:v>3.12655067691494</c:v>
                </c:pt>
                <c:pt idx="5939">
                  <c:v>3.1291734557211468</c:v>
                </c:pt>
                <c:pt idx="5940">
                  <c:v>3.1301412692048487</c:v>
                </c:pt>
                <c:pt idx="5941">
                  <c:v>3.1301527857161138</c:v>
                </c:pt>
                <c:pt idx="5942">
                  <c:v>3.1316908797761531</c:v>
                </c:pt>
                <c:pt idx="5943">
                  <c:v>3.1336410090170017</c:v>
                </c:pt>
                <c:pt idx="5944">
                  <c:v>3.1338077851616148</c:v>
                </c:pt>
                <c:pt idx="5945">
                  <c:v>3.1345478276447456</c:v>
                </c:pt>
                <c:pt idx="5946">
                  <c:v>3.1340901529563312</c:v>
                </c:pt>
                <c:pt idx="5947">
                  <c:v>3.1350532745280364</c:v>
                </c:pt>
                <c:pt idx="5948">
                  <c:v>3.1383069022290848</c:v>
                </c:pt>
                <c:pt idx="5949">
                  <c:v>3.1409480221458246</c:v>
                </c:pt>
                <c:pt idx="5950">
                  <c:v>3.1397938117946138</c:v>
                </c:pt>
                <c:pt idx="5951">
                  <c:v>3.1404238076145465</c:v>
                </c:pt>
                <c:pt idx="5952">
                  <c:v>3.1424507135971611</c:v>
                </c:pt>
                <c:pt idx="5953">
                  <c:v>3.1428200950325449</c:v>
                </c:pt>
                <c:pt idx="5954">
                  <c:v>3.140251059945574</c:v>
                </c:pt>
                <c:pt idx="5955">
                  <c:v>3.1386643406157493</c:v>
                </c:pt>
                <c:pt idx="5956">
                  <c:v>3.1438416522354826</c:v>
                </c:pt>
                <c:pt idx="5957">
                  <c:v>3.1501036486013838</c:v>
                </c:pt>
                <c:pt idx="5958">
                  <c:v>3.1539731963863749</c:v>
                </c:pt>
                <c:pt idx="5959">
                  <c:v>3.1546957508338807</c:v>
                </c:pt>
                <c:pt idx="5960">
                  <c:v>3.1537040512527406</c:v>
                </c:pt>
                <c:pt idx="5961">
                  <c:v>3.1545059416667378</c:v>
                </c:pt>
                <c:pt idx="5962">
                  <c:v>3.1567090076179589</c:v>
                </c:pt>
                <c:pt idx="5963">
                  <c:v>3.1575599498391953</c:v>
                </c:pt>
                <c:pt idx="5964">
                  <c:v>3.1597544850413315</c:v>
                </c:pt>
                <c:pt idx="5965">
                  <c:v>3.1615975533811622</c:v>
                </c:pt>
                <c:pt idx="5966">
                  <c:v>3.1621678339574997</c:v>
                </c:pt>
                <c:pt idx="5967">
                  <c:v>3.1631045102070412</c:v>
                </c:pt>
                <c:pt idx="5968">
                  <c:v>3.1631475904899209</c:v>
                </c:pt>
                <c:pt idx="5969">
                  <c:v>3.1641316123968846</c:v>
                </c:pt>
                <c:pt idx="5970">
                  <c:v>3.1651501838376426</c:v>
                </c:pt>
                <c:pt idx="5971">
                  <c:v>3.1668350067819455</c:v>
                </c:pt>
                <c:pt idx="5972">
                  <c:v>3.168361157793266</c:v>
                </c:pt>
                <c:pt idx="5973">
                  <c:v>3.1693950845823773</c:v>
                </c:pt>
                <c:pt idx="5974">
                  <c:v>3.170277164037774</c:v>
                </c:pt>
                <c:pt idx="5975">
                  <c:v>3.1715478191139965</c:v>
                </c:pt>
                <c:pt idx="5976">
                  <c:v>3.1737905530484634</c:v>
                </c:pt>
                <c:pt idx="5977">
                  <c:v>3.1755478873599889</c:v>
                </c:pt>
                <c:pt idx="5978">
                  <c:v>3.1755342381614531</c:v>
                </c:pt>
                <c:pt idx="5979">
                  <c:v>3.1738442967676992</c:v>
                </c:pt>
                <c:pt idx="5980">
                  <c:v>3.1740230159610316</c:v>
                </c:pt>
                <c:pt idx="5981">
                  <c:v>3.1763651331223395</c:v>
                </c:pt>
                <c:pt idx="5982">
                  <c:v>3.1768253670354794</c:v>
                </c:pt>
                <c:pt idx="5983">
                  <c:v>3.1763689719594277</c:v>
                </c:pt>
                <c:pt idx="5984">
                  <c:v>3.1777547921482987</c:v>
                </c:pt>
                <c:pt idx="5985">
                  <c:v>3.1787810412632331</c:v>
                </c:pt>
                <c:pt idx="5986">
                  <c:v>3.180865956339626</c:v>
                </c:pt>
                <c:pt idx="5987">
                  <c:v>3.1848348873514585</c:v>
                </c:pt>
                <c:pt idx="5988">
                  <c:v>3.1870635455499348</c:v>
                </c:pt>
                <c:pt idx="5989">
                  <c:v>3.1885615450892741</c:v>
                </c:pt>
                <c:pt idx="5990">
                  <c:v>3.1896270356500005</c:v>
                </c:pt>
                <c:pt idx="5991">
                  <c:v>3.1905432381017378</c:v>
                </c:pt>
                <c:pt idx="5992">
                  <c:v>3.1916091551999179</c:v>
                </c:pt>
                <c:pt idx="5993">
                  <c:v>3.1914841797258218</c:v>
                </c:pt>
                <c:pt idx="5994">
                  <c:v>3.1916326147599019</c:v>
                </c:pt>
                <c:pt idx="5995">
                  <c:v>3.1925121349905736</c:v>
                </c:pt>
                <c:pt idx="5996">
                  <c:v>3.1950658147291913</c:v>
                </c:pt>
                <c:pt idx="5997">
                  <c:v>3.1969703044624347</c:v>
                </c:pt>
                <c:pt idx="5998">
                  <c:v>3.1970295931685762</c:v>
                </c:pt>
                <c:pt idx="5999">
                  <c:v>3.1969135749810191</c:v>
                </c:pt>
                <c:pt idx="6000">
                  <c:v>3.1982605802615529</c:v>
                </c:pt>
                <c:pt idx="6001">
                  <c:v>3.2006440715559235</c:v>
                </c:pt>
                <c:pt idx="6002">
                  <c:v>3.2027289866323163</c:v>
                </c:pt>
                <c:pt idx="6003">
                  <c:v>3.2022960511162486</c:v>
                </c:pt>
                <c:pt idx="6004">
                  <c:v>3.198686264640898</c:v>
                </c:pt>
                <c:pt idx="6005">
                  <c:v>3.1961756651851601</c:v>
                </c:pt>
                <c:pt idx="6006">
                  <c:v>3.1964200711464472</c:v>
                </c:pt>
                <c:pt idx="6007">
                  <c:v>3.1984192521945354</c:v>
                </c:pt>
                <c:pt idx="6008">
                  <c:v>3.2006696638031786</c:v>
                </c:pt>
                <c:pt idx="6009">
                  <c:v>3.2036268479735206</c:v>
                </c:pt>
                <c:pt idx="6010">
                  <c:v>3.2064820896922961</c:v>
                </c:pt>
                <c:pt idx="6011">
                  <c:v>3.2095130648422239</c:v>
                </c:pt>
                <c:pt idx="6012">
                  <c:v>3.2123751311602673</c:v>
                </c:pt>
                <c:pt idx="6013">
                  <c:v>3.2123687330984536</c:v>
                </c:pt>
                <c:pt idx="6014">
                  <c:v>3.2111023433967736</c:v>
                </c:pt>
                <c:pt idx="6015">
                  <c:v>3.2121000145022736</c:v>
                </c:pt>
                <c:pt idx="6016">
                  <c:v>3.2149245455243425</c:v>
                </c:pt>
                <c:pt idx="6017">
                  <c:v>3.2172397908260324</c:v>
                </c:pt>
                <c:pt idx="6018">
                  <c:v>3.2190099212611858</c:v>
                </c:pt>
                <c:pt idx="6019">
                  <c:v>3.2207531798367213</c:v>
                </c:pt>
                <c:pt idx="6020">
                  <c:v>3.2217380548185934</c:v>
                </c:pt>
                <c:pt idx="6021">
                  <c:v>3.2201419516647758</c:v>
                </c:pt>
                <c:pt idx="6022">
                  <c:v>3.216782116137618</c:v>
                </c:pt>
                <c:pt idx="6023">
                  <c:v>3.2171890328689763</c:v>
                </c:pt>
                <c:pt idx="6024">
                  <c:v>3.2183611577932658</c:v>
                </c:pt>
                <c:pt idx="6025">
                  <c:v>3.21973930030796</c:v>
                </c:pt>
                <c:pt idx="6026">
                  <c:v>3.2208534161384712</c:v>
                </c:pt>
                <c:pt idx="6027">
                  <c:v>3.2239389880825433</c:v>
                </c:pt>
                <c:pt idx="6028">
                  <c:v>3.2276929442174316</c:v>
                </c:pt>
                <c:pt idx="6029">
                  <c:v>3.231099272327103</c:v>
                </c:pt>
                <c:pt idx="6030">
                  <c:v>3.23176978920519</c:v>
                </c:pt>
                <c:pt idx="6031">
                  <c:v>3.2333360347372104</c:v>
                </c:pt>
                <c:pt idx="6032">
                  <c:v>3.2380650554925228</c:v>
                </c:pt>
                <c:pt idx="6033">
                  <c:v>3.2391186030045298</c:v>
                </c:pt>
                <c:pt idx="6034">
                  <c:v>3.2375220733132575</c:v>
                </c:pt>
                <c:pt idx="6035">
                  <c:v>3.2367525997457838</c:v>
                </c:pt>
                <c:pt idx="6036">
                  <c:v>3.2366105627735173</c:v>
                </c:pt>
                <c:pt idx="6037">
                  <c:v>3.2376466222498999</c:v>
                </c:pt>
                <c:pt idx="6038">
                  <c:v>3.240531721590473</c:v>
                </c:pt>
                <c:pt idx="6039">
                  <c:v>3.2408017197990153</c:v>
                </c:pt>
                <c:pt idx="6040">
                  <c:v>3.238848604795987</c:v>
                </c:pt>
                <c:pt idx="6041">
                  <c:v>3.2405978348958824</c:v>
                </c:pt>
                <c:pt idx="6042">
                  <c:v>3.2431045955145321</c:v>
                </c:pt>
                <c:pt idx="6043">
                  <c:v>3.2442950615493547</c:v>
                </c:pt>
                <c:pt idx="6044">
                  <c:v>3.2455047217696187</c:v>
                </c:pt>
                <c:pt idx="6045">
                  <c:v>3.2467659930218473</c:v>
                </c:pt>
                <c:pt idx="6046">
                  <c:v>3.2497385325405426</c:v>
                </c:pt>
                <c:pt idx="6047">
                  <c:v>3.2516302261501582</c:v>
                </c:pt>
                <c:pt idx="6048">
                  <c:v>3.2524888460455714</c:v>
                </c:pt>
                <c:pt idx="6049">
                  <c:v>3.2534314938194724</c:v>
                </c:pt>
                <c:pt idx="6050">
                  <c:v>3.2546889262346128</c:v>
                </c:pt>
                <c:pt idx="6051">
                  <c:v>3.2575172960937699</c:v>
                </c:pt>
                <c:pt idx="6052">
                  <c:v>3.2618394001177244</c:v>
                </c:pt>
                <c:pt idx="6053">
                  <c:v>3.2667872345870692</c:v>
                </c:pt>
                <c:pt idx="6054">
                  <c:v>3.267605759961782</c:v>
                </c:pt>
                <c:pt idx="6055">
                  <c:v>3.2673378944405109</c:v>
                </c:pt>
                <c:pt idx="6056">
                  <c:v>3.2677153800875254</c:v>
                </c:pt>
                <c:pt idx="6057">
                  <c:v>3.2709992919478261</c:v>
                </c:pt>
                <c:pt idx="6058">
                  <c:v>3.2716685292135503</c:v>
                </c:pt>
                <c:pt idx="6059">
                  <c:v>3.2700609095484676</c:v>
                </c:pt>
                <c:pt idx="6060">
                  <c:v>3.2723322214923694</c:v>
                </c:pt>
                <c:pt idx="6061">
                  <c:v>3.2746073722733593</c:v>
                </c:pt>
                <c:pt idx="6062">
                  <c:v>3.2751767997747883</c:v>
                </c:pt>
                <c:pt idx="6063">
                  <c:v>3.2774707182037655</c:v>
                </c:pt>
                <c:pt idx="6064">
                  <c:v>3.28121827627684</c:v>
                </c:pt>
                <c:pt idx="6065">
                  <c:v>3.2827090246794572</c:v>
                </c:pt>
                <c:pt idx="6066">
                  <c:v>3.2850080615578854</c:v>
                </c:pt>
                <c:pt idx="6067">
                  <c:v>3.2883704563097687</c:v>
                </c:pt>
                <c:pt idx="6068">
                  <c:v>3.2887236293218907</c:v>
                </c:pt>
                <c:pt idx="6069">
                  <c:v>3.2883363333134281</c:v>
                </c:pt>
                <c:pt idx="6070">
                  <c:v>3.2891693609615862</c:v>
                </c:pt>
                <c:pt idx="6071">
                  <c:v>3.291805362428875</c:v>
                </c:pt>
                <c:pt idx="6072">
                  <c:v>3.2961458075633621</c:v>
                </c:pt>
                <c:pt idx="6073">
                  <c:v>3.3001979133787738</c:v>
                </c:pt>
                <c:pt idx="6074">
                  <c:v>3.3009921261185946</c:v>
                </c:pt>
                <c:pt idx="6075">
                  <c:v>3.2994348378731138</c:v>
                </c:pt>
                <c:pt idx="6076">
                  <c:v>3.2973721027443421</c:v>
                </c:pt>
                <c:pt idx="6077">
                  <c:v>3.2963573701406719</c:v>
                </c:pt>
                <c:pt idx="6078">
                  <c:v>3.2965134828489289</c:v>
                </c:pt>
                <c:pt idx="6079">
                  <c:v>3.2963774174010219</c:v>
                </c:pt>
                <c:pt idx="6080">
                  <c:v>3.2986922361652575</c:v>
                </c:pt>
                <c:pt idx="6081">
                  <c:v>3.3025455755269872</c:v>
                </c:pt>
                <c:pt idx="6082">
                  <c:v>3.3063784410909123</c:v>
                </c:pt>
                <c:pt idx="6083">
                  <c:v>3.3095002687185961</c:v>
                </c:pt>
                <c:pt idx="6084">
                  <c:v>3.3119460344812879</c:v>
                </c:pt>
                <c:pt idx="6085">
                  <c:v>3.3136253124386852</c:v>
                </c:pt>
                <c:pt idx="6086">
                  <c:v>3.3160843008624585</c:v>
                </c:pt>
                <c:pt idx="6087">
                  <c:v>3.3178254267507228</c:v>
                </c:pt>
                <c:pt idx="6088">
                  <c:v>3.3182749972275065</c:v>
                </c:pt>
                <c:pt idx="6089">
                  <c:v>3.3195575953524479</c:v>
                </c:pt>
                <c:pt idx="6090">
                  <c:v>3.3218532199312421</c:v>
                </c:pt>
                <c:pt idx="6091">
                  <c:v>3.3219517500831746</c:v>
                </c:pt>
                <c:pt idx="6092">
                  <c:v>3.3211310920211905</c:v>
                </c:pt>
                <c:pt idx="6093">
                  <c:v>3.3206623273589653</c:v>
                </c:pt>
                <c:pt idx="6094">
                  <c:v>3.320325362770105</c:v>
                </c:pt>
                <c:pt idx="6095">
                  <c:v>3.3206000528906445</c:v>
                </c:pt>
                <c:pt idx="6096">
                  <c:v>3.321150286206632</c:v>
                </c:pt>
                <c:pt idx="6097">
                  <c:v>3.3211839826655178</c:v>
                </c:pt>
                <c:pt idx="6098">
                  <c:v>3.3228282845516666</c:v>
                </c:pt>
                <c:pt idx="6099">
                  <c:v>3.3248214940753948</c:v>
                </c:pt>
                <c:pt idx="6100">
                  <c:v>3.3275206230859133</c:v>
                </c:pt>
                <c:pt idx="6101">
                  <c:v>3.328856111855182</c:v>
                </c:pt>
                <c:pt idx="6102">
                  <c:v>3.3280985813364272</c:v>
                </c:pt>
                <c:pt idx="6103">
                  <c:v>3.3273956476118167</c:v>
                </c:pt>
                <c:pt idx="6104">
                  <c:v>3.331184579817954</c:v>
                </c:pt>
                <c:pt idx="6105">
                  <c:v>3.3363021761940916</c:v>
                </c:pt>
                <c:pt idx="6106">
                  <c:v>3.3400279808569993</c:v>
                </c:pt>
                <c:pt idx="6107">
                  <c:v>3.3387803588033065</c:v>
                </c:pt>
                <c:pt idx="6108">
                  <c:v>3.3373983774515241</c:v>
                </c:pt>
                <c:pt idx="6109">
                  <c:v>3.3374555334703939</c:v>
                </c:pt>
                <c:pt idx="6110">
                  <c:v>3.3391574179128671</c:v>
                </c:pt>
                <c:pt idx="6111">
                  <c:v>3.3419968777458351</c:v>
                </c:pt>
                <c:pt idx="6112">
                  <c:v>3.3440613190244237</c:v>
                </c:pt>
                <c:pt idx="6113">
                  <c:v>3.3437734062428022</c:v>
                </c:pt>
                <c:pt idx="6114">
                  <c:v>3.3415515726435938</c:v>
                </c:pt>
                <c:pt idx="6115">
                  <c:v>3.3399379814541517</c:v>
                </c:pt>
                <c:pt idx="6116">
                  <c:v>3.3384792233606033</c:v>
                </c:pt>
                <c:pt idx="6117">
                  <c:v>3.3395890738165717</c:v>
                </c:pt>
                <c:pt idx="6118">
                  <c:v>3.3436684780290555</c:v>
                </c:pt>
                <c:pt idx="6119">
                  <c:v>3.3464392653318886</c:v>
                </c:pt>
                <c:pt idx="6120">
                  <c:v>3.3481044675532958</c:v>
                </c:pt>
                <c:pt idx="6121">
                  <c:v>3.3520102710218982</c:v>
                </c:pt>
                <c:pt idx="6122">
                  <c:v>3.3557249857109954</c:v>
                </c:pt>
                <c:pt idx="6123">
                  <c:v>3.3558431365858237</c:v>
                </c:pt>
                <c:pt idx="6124">
                  <c:v>3.3539480306765737</c:v>
                </c:pt>
                <c:pt idx="6125">
                  <c:v>3.355131245574674</c:v>
                </c:pt>
                <c:pt idx="6126">
                  <c:v>3.3586058196770257</c:v>
                </c:pt>
                <c:pt idx="6127">
                  <c:v>3.3590221202323778</c:v>
                </c:pt>
                <c:pt idx="6128">
                  <c:v>3.3580035487916193</c:v>
                </c:pt>
                <c:pt idx="6129">
                  <c:v>3.358559327094512</c:v>
                </c:pt>
                <c:pt idx="6130">
                  <c:v>3.3603115429565871</c:v>
                </c:pt>
                <c:pt idx="6131">
                  <c:v>3.3614307772365493</c:v>
                </c:pt>
                <c:pt idx="6132">
                  <c:v>3.3635400049478346</c:v>
                </c:pt>
                <c:pt idx="6133">
                  <c:v>3.3669352430836952</c:v>
                </c:pt>
                <c:pt idx="6134">
                  <c:v>3.3710282964947154</c:v>
                </c:pt>
                <c:pt idx="6135">
                  <c:v>3.3746077988108136</c:v>
                </c:pt>
                <c:pt idx="6136">
                  <c:v>3.3748735316448135</c:v>
                </c:pt>
                <c:pt idx="6137">
                  <c:v>3.3750484120010578</c:v>
                </c:pt>
                <c:pt idx="6138">
                  <c:v>3.3754314426349779</c:v>
                </c:pt>
                <c:pt idx="6139">
                  <c:v>3.3741036315398856</c:v>
                </c:pt>
                <c:pt idx="6140">
                  <c:v>3.3755265604872764</c:v>
                </c:pt>
                <c:pt idx="6141">
                  <c:v>3.3774988696757462</c:v>
                </c:pt>
                <c:pt idx="6142">
                  <c:v>3.3790497598594134</c:v>
                </c:pt>
                <c:pt idx="6143">
                  <c:v>3.3804223573872023</c:v>
                </c:pt>
                <c:pt idx="6144">
                  <c:v>3.3803942059152217</c:v>
                </c:pt>
                <c:pt idx="6145">
                  <c:v>3.3815838188751353</c:v>
                </c:pt>
                <c:pt idx="6146">
                  <c:v>3.3835505830766999</c:v>
                </c:pt>
                <c:pt idx="6147">
                  <c:v>3.3844992023749607</c:v>
                </c:pt>
                <c:pt idx="6148">
                  <c:v>3.3855228922651697</c:v>
                </c:pt>
                <c:pt idx="6149">
                  <c:v>3.3870857254975562</c:v>
                </c:pt>
                <c:pt idx="6150">
                  <c:v>3.3878697013384746</c:v>
                </c:pt>
                <c:pt idx="6151">
                  <c:v>3.3876193238528276</c:v>
                </c:pt>
                <c:pt idx="6152">
                  <c:v>3.3891092191805363</c:v>
                </c:pt>
                <c:pt idx="6153">
                  <c:v>3.3916381597468073</c:v>
                </c:pt>
                <c:pt idx="6154">
                  <c:v>3.3914560282538408</c:v>
                </c:pt>
                <c:pt idx="6155">
                  <c:v>3.3927087687569846</c:v>
                </c:pt>
                <c:pt idx="6156">
                  <c:v>3.3948606502136953</c:v>
                </c:pt>
                <c:pt idx="6157">
                  <c:v>3.3970509200412886</c:v>
                </c:pt>
                <c:pt idx="6158">
                  <c:v>3.4001799988056951</c:v>
                </c:pt>
                <c:pt idx="6159">
                  <c:v>3.4017112682664665</c:v>
                </c:pt>
                <c:pt idx="6160">
                  <c:v>3.4024871398957544</c:v>
                </c:pt>
                <c:pt idx="6161">
                  <c:v>3.4038738131595334</c:v>
                </c:pt>
                <c:pt idx="6162">
                  <c:v>3.4039885517347277</c:v>
                </c:pt>
                <c:pt idx="6163">
                  <c:v>3.4026334422425633</c:v>
                </c:pt>
                <c:pt idx="6164">
                  <c:v>3.4036217295240694</c:v>
                </c:pt>
                <c:pt idx="6165">
                  <c:v>3.4071986726154422</c:v>
                </c:pt>
                <c:pt idx="6166">
                  <c:v>3.4105260912960769</c:v>
                </c:pt>
                <c:pt idx="6167">
                  <c:v>3.4117195430930791</c:v>
                </c:pt>
                <c:pt idx="6168">
                  <c:v>3.413749434837873</c:v>
                </c:pt>
                <c:pt idx="6169">
                  <c:v>3.4171050049904883</c:v>
                </c:pt>
                <c:pt idx="6170">
                  <c:v>3.418105661858168</c:v>
                </c:pt>
                <c:pt idx="6171">
                  <c:v>3.4164707437960127</c:v>
                </c:pt>
                <c:pt idx="6172">
                  <c:v>3.4153992817109269</c:v>
                </c:pt>
                <c:pt idx="6173">
                  <c:v>3.4172129189664142</c:v>
                </c:pt>
                <c:pt idx="6174">
                  <c:v>3.4212509490458358</c:v>
                </c:pt>
                <c:pt idx="6175">
                  <c:v>3.4241215461129642</c:v>
                </c:pt>
                <c:pt idx="6176">
                  <c:v>3.424094247715892</c:v>
                </c:pt>
                <c:pt idx="6177">
                  <c:v>3.4251017291828396</c:v>
                </c:pt>
                <c:pt idx="6178">
                  <c:v>3.4251981266475009</c:v>
                </c:pt>
                <c:pt idx="6179">
                  <c:v>3.4260068416607661</c:v>
                </c:pt>
                <c:pt idx="6180">
                  <c:v>3.427185791184324</c:v>
                </c:pt>
                <c:pt idx="6181">
                  <c:v>3.4261766035675594</c:v>
                </c:pt>
                <c:pt idx="6182">
                  <c:v>3.4251059945573821</c:v>
                </c:pt>
                <c:pt idx="6183">
                  <c:v>3.4265843733738262</c:v>
                </c:pt>
                <c:pt idx="6184">
                  <c:v>3.4303677605930578</c:v>
                </c:pt>
                <c:pt idx="6185">
                  <c:v>3.4330677426784848</c:v>
                </c:pt>
                <c:pt idx="6186">
                  <c:v>3.4339378790851622</c:v>
                </c:pt>
                <c:pt idx="6187">
                  <c:v>3.4348847922336061</c:v>
                </c:pt>
                <c:pt idx="6188">
                  <c:v>3.436224119839963</c:v>
                </c:pt>
                <c:pt idx="6189">
                  <c:v>3.436104689352772</c:v>
                </c:pt>
                <c:pt idx="6190">
                  <c:v>3.4362155890908781</c:v>
                </c:pt>
                <c:pt idx="6191">
                  <c:v>3.438535952842019</c:v>
                </c:pt>
                <c:pt idx="6192">
                  <c:v>3.4403274101498855</c:v>
                </c:pt>
                <c:pt idx="6193">
                  <c:v>3.4411122390657125</c:v>
                </c:pt>
                <c:pt idx="6194">
                  <c:v>3.4429975346135144</c:v>
                </c:pt>
                <c:pt idx="6195">
                  <c:v>3.448278068297177</c:v>
                </c:pt>
                <c:pt idx="6196">
                  <c:v>3.4522832549926208</c:v>
                </c:pt>
                <c:pt idx="6197">
                  <c:v>3.4513534033423476</c:v>
                </c:pt>
                <c:pt idx="6198">
                  <c:v>3.4502827943321703</c:v>
                </c:pt>
                <c:pt idx="6199">
                  <c:v>3.4497325610161829</c:v>
                </c:pt>
                <c:pt idx="6200">
                  <c:v>3.4494595770454604</c:v>
                </c:pt>
                <c:pt idx="6201">
                  <c:v>3.4523728278580141</c:v>
                </c:pt>
                <c:pt idx="6202">
                  <c:v>3.4550258908234732</c:v>
                </c:pt>
                <c:pt idx="6203">
                  <c:v>3.4555206742704079</c:v>
                </c:pt>
                <c:pt idx="6204">
                  <c:v>3.455435366779557</c:v>
                </c:pt>
                <c:pt idx="6205">
                  <c:v>3.4554225706559292</c:v>
                </c:pt>
                <c:pt idx="6206">
                  <c:v>3.4570860667275194</c:v>
                </c:pt>
                <c:pt idx="6207">
                  <c:v>3.461146703292016</c:v>
                </c:pt>
                <c:pt idx="6208">
                  <c:v>3.4639746466137193</c:v>
                </c:pt>
                <c:pt idx="6209">
                  <c:v>3.4638936044974109</c:v>
                </c:pt>
                <c:pt idx="6210">
                  <c:v>3.4650324595002688</c:v>
                </c:pt>
                <c:pt idx="6211">
                  <c:v>3.4664144408520512</c:v>
                </c:pt>
                <c:pt idx="6212">
                  <c:v>3.4645206145551639</c:v>
                </c:pt>
                <c:pt idx="6213">
                  <c:v>3.4645376760533342</c:v>
                </c:pt>
                <c:pt idx="6214">
                  <c:v>3.4676044803494195</c:v>
                </c:pt>
                <c:pt idx="6215">
                  <c:v>3.4727058683022958</c:v>
                </c:pt>
                <c:pt idx="6216">
                  <c:v>3.4737764773124726</c:v>
                </c:pt>
                <c:pt idx="6217">
                  <c:v>3.4733286129855063</c:v>
                </c:pt>
                <c:pt idx="6218">
                  <c:v>3.4728594217858269</c:v>
                </c:pt>
                <c:pt idx="6219">
                  <c:v>3.4724670073279134</c:v>
                </c:pt>
                <c:pt idx="6220">
                  <c:v>3.4750006398061815</c:v>
                </c:pt>
                <c:pt idx="6221">
                  <c:v>3.4777646025097466</c:v>
                </c:pt>
                <c:pt idx="6222">
                  <c:v>3.4792446874760072</c:v>
                </c:pt>
                <c:pt idx="6223">
                  <c:v>3.4809039181730546</c:v>
                </c:pt>
                <c:pt idx="6224">
                  <c:v>3.4832754664187062</c:v>
                </c:pt>
                <c:pt idx="6225">
                  <c:v>3.4851863542137633</c:v>
                </c:pt>
                <c:pt idx="6226">
                  <c:v>3.4860095715004733</c:v>
                </c:pt>
                <c:pt idx="6227">
                  <c:v>3.4875024525903622</c:v>
                </c:pt>
                <c:pt idx="6228">
                  <c:v>3.4908507716062549</c:v>
                </c:pt>
                <c:pt idx="6229">
                  <c:v>3.4935592844407668</c:v>
                </c:pt>
                <c:pt idx="6230">
                  <c:v>3.4933716079608952</c:v>
                </c:pt>
                <c:pt idx="6231">
                  <c:v>3.4932649735973316</c:v>
                </c:pt>
                <c:pt idx="6232">
                  <c:v>3.4924758793069621</c:v>
                </c:pt>
                <c:pt idx="6233">
                  <c:v>3.4912602475623387</c:v>
                </c:pt>
                <c:pt idx="6234">
                  <c:v>3.4918915229946341</c:v>
                </c:pt>
                <c:pt idx="6235">
                  <c:v>3.492177303088984</c:v>
                </c:pt>
                <c:pt idx="6236">
                  <c:v>3.4910853672060944</c:v>
                </c:pt>
                <c:pt idx="6237">
                  <c:v>3.4940625986367864</c:v>
                </c:pt>
                <c:pt idx="6238">
                  <c:v>3.4987118568881534</c:v>
                </c:pt>
                <c:pt idx="6239">
                  <c:v>3.5016165769516219</c:v>
                </c:pt>
                <c:pt idx="6240">
                  <c:v>3.5037748564701467</c:v>
                </c:pt>
                <c:pt idx="6241">
                  <c:v>3.5046236660041119</c:v>
                </c:pt>
                <c:pt idx="6242">
                  <c:v>3.504069167313582</c:v>
                </c:pt>
                <c:pt idx="6243">
                  <c:v>3.505668682767034</c:v>
                </c:pt>
                <c:pt idx="6244">
                  <c:v>3.5069568258788806</c:v>
                </c:pt>
                <c:pt idx="6245">
                  <c:v>3.5098231575714665</c:v>
                </c:pt>
                <c:pt idx="6246">
                  <c:v>3.5119430487191079</c:v>
                </c:pt>
                <c:pt idx="6247">
                  <c:v>3.5133591530672308</c:v>
                </c:pt>
                <c:pt idx="6248">
                  <c:v>3.5140544091176649</c:v>
                </c:pt>
                <c:pt idx="6249">
                  <c:v>3.5149160147752574</c:v>
                </c:pt>
                <c:pt idx="6250">
                  <c:v>3.5147496651680985</c:v>
                </c:pt>
                <c:pt idx="6251">
                  <c:v>3.5153041638586284</c:v>
                </c:pt>
                <c:pt idx="6252">
                  <c:v>3.5146089078081948</c:v>
                </c:pt>
                <c:pt idx="6253">
                  <c:v>3.5124762205369251</c:v>
                </c:pt>
                <c:pt idx="6254">
                  <c:v>3.5111539544287385</c:v>
                </c:pt>
                <c:pt idx="6255">
                  <c:v>3.5127875928785306</c:v>
                </c:pt>
                <c:pt idx="6256">
                  <c:v>3.5188870784743607</c:v>
                </c:pt>
                <c:pt idx="6257">
                  <c:v>3.5198297262482621</c:v>
                </c:pt>
                <c:pt idx="6258">
                  <c:v>3.5204823285532703</c:v>
                </c:pt>
                <c:pt idx="6259">
                  <c:v>3.5217107564215215</c:v>
                </c:pt>
                <c:pt idx="6260">
                  <c:v>3.5219197597741059</c:v>
                </c:pt>
                <c:pt idx="6261">
                  <c:v>3.524922583452053</c:v>
                </c:pt>
                <c:pt idx="6262">
                  <c:v>3.5266543255163234</c:v>
                </c:pt>
                <c:pt idx="6263">
                  <c:v>3.5270126169778968</c:v>
                </c:pt>
                <c:pt idx="6264">
                  <c:v>3.5284799058205301</c:v>
                </c:pt>
                <c:pt idx="6265">
                  <c:v>3.5323955196505805</c:v>
                </c:pt>
                <c:pt idx="6266">
                  <c:v>3.5360466802589938</c:v>
                </c:pt>
                <c:pt idx="6267">
                  <c:v>3.5368784282947887</c:v>
                </c:pt>
                <c:pt idx="6268">
                  <c:v>3.5316064253602111</c:v>
                </c:pt>
                <c:pt idx="6269">
                  <c:v>3.5284500481987324</c:v>
                </c:pt>
                <c:pt idx="6270">
                  <c:v>3.5310476612951383</c:v>
                </c:pt>
                <c:pt idx="6271">
                  <c:v>3.5337561741296506</c:v>
                </c:pt>
                <c:pt idx="6272">
                  <c:v>3.5368485706729906</c:v>
                </c:pt>
                <c:pt idx="6273">
                  <c:v>3.5426708069235557</c:v>
                </c:pt>
                <c:pt idx="6274">
                  <c:v>3.5449869053001546</c:v>
                </c:pt>
                <c:pt idx="6275">
                  <c:v>3.541476502051645</c:v>
                </c:pt>
                <c:pt idx="6276">
                  <c:v>3.5411438028373272</c:v>
                </c:pt>
                <c:pt idx="6277">
                  <c:v>3.5435281472066062</c:v>
                </c:pt>
                <c:pt idx="6278">
                  <c:v>3.5457973264632368</c:v>
                </c:pt>
                <c:pt idx="6279">
                  <c:v>3.5454603618743761</c:v>
                </c:pt>
                <c:pt idx="6280">
                  <c:v>3.5438267234245839</c:v>
                </c:pt>
                <c:pt idx="6281">
                  <c:v>3.5434599012139256</c:v>
                </c:pt>
                <c:pt idx="6282">
                  <c:v>3.5439077655408919</c:v>
                </c:pt>
                <c:pt idx="6283">
                  <c:v>3.5465565631318086</c:v>
                </c:pt>
                <c:pt idx="6284">
                  <c:v>3.5501138855002861</c:v>
                </c:pt>
                <c:pt idx="6285">
                  <c:v>3.5532404050399666</c:v>
                </c:pt>
                <c:pt idx="6286">
                  <c:v>3.5544517714100476</c:v>
                </c:pt>
                <c:pt idx="6287">
                  <c:v>3.5532702626617643</c:v>
                </c:pt>
                <c:pt idx="6288">
                  <c:v>3.5546948977589721</c:v>
                </c:pt>
                <c:pt idx="6289">
                  <c:v>3.5576763945642069</c:v>
                </c:pt>
                <c:pt idx="6290">
                  <c:v>3.5601204541770812</c:v>
                </c:pt>
                <c:pt idx="6291">
                  <c:v>3.5599157161990393</c:v>
                </c:pt>
                <c:pt idx="6292">
                  <c:v>3.5585806539672249</c:v>
                </c:pt>
                <c:pt idx="6293">
                  <c:v>3.5591820717777227</c:v>
                </c:pt>
                <c:pt idx="6294">
                  <c:v>3.5616517236378527</c:v>
                </c:pt>
                <c:pt idx="6295">
                  <c:v>3.5645649744504064</c:v>
                </c:pt>
                <c:pt idx="6296">
                  <c:v>3.5660279979184972</c:v>
                </c:pt>
                <c:pt idx="6297">
                  <c:v>3.5657848715695724</c:v>
                </c:pt>
                <c:pt idx="6298">
                  <c:v>3.5656782372060092</c:v>
                </c:pt>
                <c:pt idx="6299">
                  <c:v>3.5672649565358334</c:v>
                </c:pt>
                <c:pt idx="6300">
                  <c:v>3.5688431451165727</c:v>
                </c:pt>
                <c:pt idx="6301">
                  <c:v>3.5689753717273915</c:v>
                </c:pt>
                <c:pt idx="6302">
                  <c:v>3.5708393404024807</c:v>
                </c:pt>
                <c:pt idx="6303">
                  <c:v>3.5735222609897375</c:v>
                </c:pt>
                <c:pt idx="6304">
                  <c:v>3.5740852904293527</c:v>
                </c:pt>
                <c:pt idx="6305">
                  <c:v>3.574145005672948</c:v>
                </c:pt>
                <c:pt idx="6306">
                  <c:v>3.5753137182976036</c:v>
                </c:pt>
                <c:pt idx="6307">
                  <c:v>3.5758085017445382</c:v>
                </c:pt>
                <c:pt idx="6308">
                  <c:v>3.5765549422894827</c:v>
                </c:pt>
                <c:pt idx="6309">
                  <c:v>3.5753521066684866</c:v>
                </c:pt>
                <c:pt idx="6310">
                  <c:v>3.5746867082398506</c:v>
                </c:pt>
                <c:pt idx="6311">
                  <c:v>3.5749383653378604</c:v>
                </c:pt>
                <c:pt idx="6312">
                  <c:v>3.5758511554899637</c:v>
                </c:pt>
                <c:pt idx="6313">
                  <c:v>3.5775402438088086</c:v>
                </c:pt>
                <c:pt idx="6314">
                  <c:v>3.5784317070881992</c:v>
                </c:pt>
                <c:pt idx="6315">
                  <c:v>3.5796558695819081</c:v>
                </c:pt>
                <c:pt idx="6316">
                  <c:v>3.5825477935217491</c:v>
                </c:pt>
                <c:pt idx="6317">
                  <c:v>3.5846420924221354</c:v>
                </c:pt>
                <c:pt idx="6318">
                  <c:v>3.585729762930483</c:v>
                </c:pt>
                <c:pt idx="6319">
                  <c:v>3.5876918352200509</c:v>
                </c:pt>
                <c:pt idx="6320">
                  <c:v>3.5905411054144665</c:v>
                </c:pt>
                <c:pt idx="6321">
                  <c:v>3.5921576823660883</c:v>
                </c:pt>
                <c:pt idx="6322">
                  <c:v>3.5928572037910649</c:v>
                </c:pt>
                <c:pt idx="6323">
                  <c:v>3.593356252612542</c:v>
                </c:pt>
                <c:pt idx="6324">
                  <c:v>3.5915392030574207</c:v>
                </c:pt>
                <c:pt idx="6325">
                  <c:v>3.5890311628264078</c:v>
                </c:pt>
                <c:pt idx="6326">
                  <c:v>3.588817894099281</c:v>
                </c:pt>
                <c:pt idx="6327">
                  <c:v>3.5894747617788316</c:v>
                </c:pt>
                <c:pt idx="6328">
                  <c:v>3.5920937017479506</c:v>
                </c:pt>
                <c:pt idx="6329">
                  <c:v>3.5942562466410175</c:v>
                </c:pt>
                <c:pt idx="6330">
                  <c:v>3.5961074191924793</c:v>
                </c:pt>
                <c:pt idx="6331">
                  <c:v>3.5980737568565897</c:v>
                </c:pt>
                <c:pt idx="6332">
                  <c:v>3.5982315757146637</c:v>
                </c:pt>
                <c:pt idx="6333">
                  <c:v>3.5965296912721909</c:v>
                </c:pt>
                <c:pt idx="6334">
                  <c:v>3.5952756711566844</c:v>
                </c:pt>
                <c:pt idx="6335">
                  <c:v>3.5967045716284347</c:v>
                </c:pt>
                <c:pt idx="6336">
                  <c:v>3.5987562167833955</c:v>
                </c:pt>
                <c:pt idx="6337">
                  <c:v>3.598986547008693</c:v>
                </c:pt>
                <c:pt idx="6338">
                  <c:v>3.6000571560188703</c:v>
                </c:pt>
                <c:pt idx="6339">
                  <c:v>3.6001509942588061</c:v>
                </c:pt>
                <c:pt idx="6340">
                  <c:v>3.6009528846728029</c:v>
                </c:pt>
                <c:pt idx="6341">
                  <c:v>3.6008163926874417</c:v>
                </c:pt>
                <c:pt idx="6342">
                  <c:v>3.5998822756626261</c:v>
                </c:pt>
                <c:pt idx="6343">
                  <c:v>3.5998822756626261</c:v>
                </c:pt>
                <c:pt idx="6344">
                  <c:v>3.6010424575381963</c:v>
                </c:pt>
                <c:pt idx="6345">
                  <c:v>3.6010765805345368</c:v>
                </c:pt>
                <c:pt idx="6346">
                  <c:v>3.6004922242222088</c:v>
                </c:pt>
                <c:pt idx="6347">
                  <c:v>3.5987519514088531</c:v>
                </c:pt>
                <c:pt idx="6348">
                  <c:v>3.5965680796430735</c:v>
                </c:pt>
                <c:pt idx="6349">
                  <c:v>3.5966022026394135</c:v>
                </c:pt>
                <c:pt idx="6350">
                  <c:v>3.5983254139545995</c:v>
                </c:pt>
                <c:pt idx="6351">
                  <c:v>3.600790800440187</c:v>
                </c:pt>
                <c:pt idx="6352">
                  <c:v>3.6021855779155967</c:v>
                </c:pt>
                <c:pt idx="6353">
                  <c:v>3.6021215972974585</c:v>
                </c:pt>
                <c:pt idx="6354">
                  <c:v>3.6009358231746331</c:v>
                </c:pt>
                <c:pt idx="6355">
                  <c:v>3.6020490859302354</c:v>
                </c:pt>
                <c:pt idx="6356">
                  <c:v>3.6038874623580694</c:v>
                </c:pt>
                <c:pt idx="6357">
                  <c:v>3.6019595130648421</c:v>
                </c:pt>
                <c:pt idx="6358">
                  <c:v>3.6022580892828202</c:v>
                </c:pt>
                <c:pt idx="6359">
                  <c:v>3.6059817612584562</c:v>
                </c:pt>
                <c:pt idx="6360">
                  <c:v>3.6080973870315551</c:v>
                </c:pt>
                <c:pt idx="6361">
                  <c:v>3.6074447847265469</c:v>
                </c:pt>
                <c:pt idx="6362">
                  <c:v>3.608459943867671</c:v>
                </c:pt>
                <c:pt idx="6363">
                  <c:v>3.6098845789648788</c:v>
                </c:pt>
                <c:pt idx="6364">
                  <c:v>3.6103068510445904</c:v>
                </c:pt>
                <c:pt idx="6365">
                  <c:v>3.6103495047900154</c:v>
                </c:pt>
                <c:pt idx="6366">
                  <c:v>3.6098845789648788</c:v>
                </c:pt>
                <c:pt idx="6367">
                  <c:v>3.6080760601588429</c:v>
                </c:pt>
                <c:pt idx="6368">
                  <c:v>3.6065277291999012</c:v>
                </c:pt>
                <c:pt idx="6369">
                  <c:v>3.6079736911698217</c:v>
                </c:pt>
                <c:pt idx="6370">
                  <c:v>3.6114371752983629</c:v>
                </c:pt>
                <c:pt idx="6371">
                  <c:v>3.6125205804321681</c:v>
                </c:pt>
                <c:pt idx="6372">
                  <c:v>3.6115992595309794</c:v>
                </c:pt>
                <c:pt idx="6373">
                  <c:v>3.6079011798025986</c:v>
                </c:pt>
                <c:pt idx="6374">
                  <c:v>3.6041391194560797</c:v>
                </c:pt>
                <c:pt idx="6375">
                  <c:v>3.6018486133267364</c:v>
                </c:pt>
                <c:pt idx="6376">
                  <c:v>3.6044718186703975</c:v>
                </c:pt>
                <c:pt idx="6377">
                  <c:v>3.6066642211852624</c:v>
                </c:pt>
                <c:pt idx="6378">
                  <c:v>3.6067537940506558</c:v>
                </c:pt>
                <c:pt idx="6379">
                  <c:v>3.6073552118611536</c:v>
                </c:pt>
                <c:pt idx="6380">
                  <c:v>3.6081571022751509</c:v>
                </c:pt>
                <c:pt idx="6381">
                  <c:v>3.6085708436057771</c:v>
                </c:pt>
                <c:pt idx="6382">
                  <c:v>3.6107845729933548</c:v>
                </c:pt>
                <c:pt idx="6383">
                  <c:v>3.6110234339677367</c:v>
                </c:pt>
                <c:pt idx="6384">
                  <c:v>3.6087841123329039</c:v>
                </c:pt>
                <c:pt idx="6385">
                  <c:v>3.6068945514105595</c:v>
                </c:pt>
                <c:pt idx="6386">
                  <c:v>3.6048045178847157</c:v>
                </c:pt>
                <c:pt idx="6387">
                  <c:v>3.603337229042082</c:v>
                </c:pt>
                <c:pt idx="6388">
                  <c:v>3.6003813244841032</c:v>
                </c:pt>
                <c:pt idx="6389">
                  <c:v>3.5978860803767176</c:v>
                </c:pt>
                <c:pt idx="6390">
                  <c:v>3.59867944004163</c:v>
                </c:pt>
                <c:pt idx="6391">
                  <c:v>3.6005007549712942</c:v>
                </c:pt>
                <c:pt idx="6392">
                  <c:v>3.6011661533999302</c:v>
                </c:pt>
                <c:pt idx="6393">
                  <c:v>3.6015798947305564</c:v>
                </c:pt>
                <c:pt idx="6394">
                  <c:v>3.6022111701628523</c:v>
                </c:pt>
                <c:pt idx="6395">
                  <c:v>3.6023604582718409</c:v>
                </c:pt>
                <c:pt idx="6396">
                  <c:v>3.6004581012258687</c:v>
                </c:pt>
                <c:pt idx="6397">
                  <c:v>3.5986666439180022</c:v>
                </c:pt>
                <c:pt idx="6398">
                  <c:v>3.5978818150021752</c:v>
                </c:pt>
                <c:pt idx="6399">
                  <c:v>3.5992424694812453</c:v>
                </c:pt>
                <c:pt idx="6400">
                  <c:v>3.6012770531380363</c:v>
                </c:pt>
                <c:pt idx="6401">
                  <c:v>3.6013666260034292</c:v>
                </c:pt>
                <c:pt idx="6402">
                  <c:v>3.6004410397276985</c:v>
                </c:pt>
                <c:pt idx="6403">
                  <c:v>3.5973785008061556</c:v>
                </c:pt>
                <c:pt idx="6404">
                  <c:v>3.5967685522465729</c:v>
                </c:pt>
                <c:pt idx="6405">
                  <c:v>3.5965595488939881</c:v>
                </c:pt>
                <c:pt idx="6406">
                  <c:v>3.5944439231208891</c:v>
                </c:pt>
                <c:pt idx="6407">
                  <c:v>3.5922813782278222</c:v>
                </c:pt>
                <c:pt idx="6408">
                  <c:v>3.5910529503595709</c:v>
                </c:pt>
                <c:pt idx="6409">
                  <c:v>3.5912320960903577</c:v>
                </c:pt>
                <c:pt idx="6410">
                  <c:v>3.5920211903807271</c:v>
                </c:pt>
                <c:pt idx="6411">
                  <c:v>3.5912406268394426</c:v>
                </c:pt>
                <c:pt idx="6412">
                  <c:v>3.5923197665987052</c:v>
                </c:pt>
                <c:pt idx="6413">
                  <c:v>3.591598918301016</c:v>
                </c:pt>
                <c:pt idx="6414">
                  <c:v>3.5900719142147874</c:v>
                </c:pt>
                <c:pt idx="6415">
                  <c:v>3.5899738106003087</c:v>
                </c:pt>
                <c:pt idx="6416">
                  <c:v>3.589752011124097</c:v>
                </c:pt>
                <c:pt idx="6417">
                  <c:v>3.5898671762367451</c:v>
                </c:pt>
                <c:pt idx="6418">
                  <c:v>3.5869752522969041</c:v>
                </c:pt>
                <c:pt idx="6419">
                  <c:v>3.5848852187710603</c:v>
                </c:pt>
                <c:pt idx="6420">
                  <c:v>3.5858577241667593</c:v>
                </c:pt>
                <c:pt idx="6421">
                  <c:v>3.5851411412436125</c:v>
                </c:pt>
                <c:pt idx="6422">
                  <c:v>3.5802274297706083</c:v>
                </c:pt>
                <c:pt idx="6423">
                  <c:v>3.5768620492565453</c:v>
                </c:pt>
                <c:pt idx="6424">
                  <c:v>3.5770497257364169</c:v>
                </c:pt>
                <c:pt idx="6425">
                  <c:v>3.5778046970304462</c:v>
                </c:pt>
                <c:pt idx="6426">
                  <c:v>3.5766018614094506</c:v>
                </c:pt>
                <c:pt idx="6427">
                  <c:v>3.5778473507758717</c:v>
                </c:pt>
                <c:pt idx="6428">
                  <c:v>3.5773568327034795</c:v>
                </c:pt>
                <c:pt idx="6429">
                  <c:v>3.5740895558038952</c:v>
                </c:pt>
                <c:pt idx="6430">
                  <c:v>3.5703274954573763</c:v>
                </c:pt>
                <c:pt idx="6431">
                  <c:v>3.568275850302415</c:v>
                </c:pt>
                <c:pt idx="6432">
                  <c:v>3.5695170742942937</c:v>
                </c:pt>
                <c:pt idx="6433">
                  <c:v>3.5713682468457555</c:v>
                </c:pt>
                <c:pt idx="6434">
                  <c:v>3.5726478592085171</c:v>
                </c:pt>
                <c:pt idx="6435">
                  <c:v>3.572814208815676</c:v>
                </c:pt>
                <c:pt idx="6436">
                  <c:v>3.5722085256306357</c:v>
                </c:pt>
                <c:pt idx="6437">
                  <c:v>3.57214881038704</c:v>
                </c:pt>
                <c:pt idx="6438">
                  <c:v>3.5725156325976983</c:v>
                </c:pt>
                <c:pt idx="6439">
                  <c:v>3.5717521305545841</c:v>
                </c:pt>
                <c:pt idx="6440">
                  <c:v>3.569487216672496</c:v>
                </c:pt>
                <c:pt idx="6441">
                  <c:v>3.5690094947237316</c:v>
                </c:pt>
                <c:pt idx="6442">
                  <c:v>3.569337928563507</c:v>
                </c:pt>
                <c:pt idx="6443">
                  <c:v>3.5672905487830886</c:v>
                </c:pt>
                <c:pt idx="6444">
                  <c:v>3.5653796609880315</c:v>
                </c:pt>
                <c:pt idx="6445">
                  <c:v>3.5647825085520761</c:v>
                </c:pt>
                <c:pt idx="6446">
                  <c:v>3.5632896274621872</c:v>
                </c:pt>
                <c:pt idx="6447">
                  <c:v>3.5638654530254303</c:v>
                </c:pt>
                <c:pt idx="6448">
                  <c:v>3.5652730266244679</c:v>
                </c:pt>
                <c:pt idx="6449">
                  <c:v>3.5633749349530381</c:v>
                </c:pt>
                <c:pt idx="6450">
                  <c:v>3.5599285123226672</c:v>
                </c:pt>
                <c:pt idx="6451">
                  <c:v>3.55524513107496</c:v>
                </c:pt>
                <c:pt idx="6452">
                  <c:v>3.5519181389317795</c:v>
                </c:pt>
                <c:pt idx="6453">
                  <c:v>3.552229511273385</c:v>
                </c:pt>
                <c:pt idx="6454">
                  <c:v>3.5529119712001913</c:v>
                </c:pt>
                <c:pt idx="6455">
                  <c:v>3.5538332921013795</c:v>
                </c:pt>
                <c:pt idx="6456">
                  <c:v>3.554114806821187</c:v>
                </c:pt>
                <c:pt idx="6457">
                  <c:v>3.5541702566902398</c:v>
                </c:pt>
                <c:pt idx="6458">
                  <c:v>3.5499518012676692</c:v>
                </c:pt>
                <c:pt idx="6459">
                  <c:v>3.5452598892708771</c:v>
                </c:pt>
                <c:pt idx="6460">
                  <c:v>3.5440143999044555</c:v>
                </c:pt>
                <c:pt idx="6461">
                  <c:v>3.5445049179768473</c:v>
                </c:pt>
                <c:pt idx="6462">
                  <c:v>3.544684063707634</c:v>
                </c:pt>
                <c:pt idx="6463">
                  <c:v>3.5431655903704904</c:v>
                </c:pt>
                <c:pt idx="6464">
                  <c:v>3.5408324304957217</c:v>
                </c:pt>
                <c:pt idx="6465">
                  <c:v>3.5399750902126716</c:v>
                </c:pt>
                <c:pt idx="6466">
                  <c:v>3.5377698915741789</c:v>
                </c:pt>
                <c:pt idx="6467">
                  <c:v>3.5359571073936005</c:v>
                </c:pt>
                <c:pt idx="6468">
                  <c:v>3.5367547324330548</c:v>
                </c:pt>
                <c:pt idx="6469">
                  <c:v>3.5365499944550129</c:v>
                </c:pt>
                <c:pt idx="6470">
                  <c:v>3.5350784402378372</c:v>
                </c:pt>
                <c:pt idx="6471">
                  <c:v>3.5336196821442893</c:v>
                </c:pt>
                <c:pt idx="6472">
                  <c:v>3.5338713392422987</c:v>
                </c:pt>
                <c:pt idx="6473">
                  <c:v>3.5341741808348193</c:v>
                </c:pt>
                <c:pt idx="6474">
                  <c:v>3.5320073705672095</c:v>
                </c:pt>
                <c:pt idx="6475">
                  <c:v>3.5295974339506753</c:v>
                </c:pt>
                <c:pt idx="6476">
                  <c:v>3.5279126110063723</c:v>
                </c:pt>
                <c:pt idx="6477">
                  <c:v>3.5273751738140127</c:v>
                </c:pt>
                <c:pt idx="6478">
                  <c:v>3.5261851343166444</c:v>
                </c:pt>
                <c:pt idx="6479">
                  <c:v>3.5256093087534017</c:v>
                </c:pt>
                <c:pt idx="6480">
                  <c:v>3.5239543434308969</c:v>
                </c:pt>
                <c:pt idx="6481">
                  <c:v>3.5200429949753889</c:v>
                </c:pt>
                <c:pt idx="6482">
                  <c:v>3.5201325678407822</c:v>
                </c:pt>
                <c:pt idx="6483">
                  <c:v>3.5210709502401407</c:v>
                </c:pt>
                <c:pt idx="6484">
                  <c:v>3.5183581720310859</c:v>
                </c:pt>
                <c:pt idx="6485">
                  <c:v>3.5171425402864624</c:v>
                </c:pt>
                <c:pt idx="6486">
                  <c:v>3.5187121981181169</c:v>
                </c:pt>
                <c:pt idx="6487">
                  <c:v>3.5198681146191446</c:v>
                </c:pt>
                <c:pt idx="6488">
                  <c:v>3.5190704895796898</c:v>
                </c:pt>
                <c:pt idx="6489">
                  <c:v>3.5159141124182112</c:v>
                </c:pt>
                <c:pt idx="6490">
                  <c:v>3.5141397166085153</c:v>
                </c:pt>
                <c:pt idx="6491">
                  <c:v>3.510842582087133</c:v>
                </c:pt>
                <c:pt idx="6492">
                  <c:v>3.5064577770574035</c:v>
                </c:pt>
                <c:pt idx="6493">
                  <c:v>3.5030753350451702</c:v>
                </c:pt>
                <c:pt idx="6494">
                  <c:v>3.4999701423782024</c:v>
                </c:pt>
                <c:pt idx="6495">
                  <c:v>3.4972147104237221</c:v>
                </c:pt>
                <c:pt idx="6496">
                  <c:v>3.4964682698787781</c:v>
                </c:pt>
                <c:pt idx="6497">
                  <c:v>3.4943142557347961</c:v>
                </c:pt>
                <c:pt idx="6498">
                  <c:v>3.4925654521723555</c:v>
                </c:pt>
                <c:pt idx="6499">
                  <c:v>3.4923948371906537</c:v>
                </c:pt>
                <c:pt idx="6500">
                  <c:v>3.4922796720780052</c:v>
                </c:pt>
                <c:pt idx="6501">
                  <c:v>3.4910555095842968</c:v>
                </c:pt>
                <c:pt idx="6502">
                  <c:v>3.4921133224708463</c:v>
                </c:pt>
                <c:pt idx="6503">
                  <c:v>3.4949583272907194</c:v>
                </c:pt>
                <c:pt idx="6504">
                  <c:v>3.494954061916177</c:v>
                </c:pt>
                <c:pt idx="6505">
                  <c:v>3.4923777756924834</c:v>
                </c:pt>
                <c:pt idx="6506">
                  <c:v>3.4888929646912294</c:v>
                </c:pt>
                <c:pt idx="6507">
                  <c:v>3.4864702319510679</c:v>
                </c:pt>
                <c:pt idx="6508">
                  <c:v>3.4815949088489462</c:v>
                </c:pt>
                <c:pt idx="6509">
                  <c:v>3.4754143811368077</c:v>
                </c:pt>
                <c:pt idx="6510">
                  <c:v>3.473239040120113</c:v>
                </c:pt>
                <c:pt idx="6511">
                  <c:v>3.4750518243006918</c:v>
                </c:pt>
                <c:pt idx="6512">
                  <c:v>3.4743139145048327</c:v>
                </c:pt>
                <c:pt idx="6513">
                  <c:v>3.4742030147667267</c:v>
                </c:pt>
                <c:pt idx="6514">
                  <c:v>3.4761224333108691</c:v>
                </c:pt>
                <c:pt idx="6515">
                  <c:v>3.4759134299582848</c:v>
                </c:pt>
                <c:pt idx="6516">
                  <c:v>3.4761906793035497</c:v>
                </c:pt>
                <c:pt idx="6517">
                  <c:v>3.476954181346664</c:v>
                </c:pt>
                <c:pt idx="6518">
                  <c:v>3.472027673750032</c:v>
                </c:pt>
                <c:pt idx="6519">
                  <c:v>3.4677111147129831</c:v>
                </c:pt>
                <c:pt idx="6520">
                  <c:v>3.4654376700818101</c:v>
                </c:pt>
                <c:pt idx="6521">
                  <c:v>3.4635907629048908</c:v>
                </c:pt>
                <c:pt idx="6522">
                  <c:v>3.465215870605598</c:v>
                </c:pt>
                <c:pt idx="6523">
                  <c:v>3.4660689455141056</c:v>
                </c:pt>
                <c:pt idx="6524">
                  <c:v>3.4670713085316023</c:v>
                </c:pt>
                <c:pt idx="6525">
                  <c:v>3.4677409723347807</c:v>
                </c:pt>
                <c:pt idx="6526">
                  <c:v>3.4660177610195952</c:v>
                </c:pt>
                <c:pt idx="6527">
                  <c:v>3.4682442865308003</c:v>
                </c:pt>
                <c:pt idx="6528">
                  <c:v>3.4683167978980234</c:v>
                </c:pt>
                <c:pt idx="6529">
                  <c:v>3.4647424140313761</c:v>
                </c:pt>
                <c:pt idx="6530">
                  <c:v>3.4624817655238305</c:v>
                </c:pt>
                <c:pt idx="6531">
                  <c:v>3.4607372273359323</c:v>
                </c:pt>
                <c:pt idx="6532">
                  <c:v>3.4579476723851119</c:v>
                </c:pt>
                <c:pt idx="6533">
                  <c:v>3.4571884357165406</c:v>
                </c:pt>
                <c:pt idx="6534">
                  <c:v>3.4573419892000716</c:v>
                </c:pt>
                <c:pt idx="6535">
                  <c:v>3.4577941189015808</c:v>
                </c:pt>
                <c:pt idx="6536">
                  <c:v>3.4585448248210677</c:v>
                </c:pt>
                <c:pt idx="6537">
                  <c:v>3.4567405713895738</c:v>
                </c:pt>
                <c:pt idx="6538">
                  <c:v>3.4542154696603911</c:v>
                </c:pt>
                <c:pt idx="6539">
                  <c:v>3.4523131126144189</c:v>
                </c:pt>
                <c:pt idx="6540">
                  <c:v>3.4514387108331981</c:v>
                </c:pt>
                <c:pt idx="6541">
                  <c:v>3.4506709434155414</c:v>
                </c:pt>
                <c:pt idx="6542">
                  <c:v>3.4510420310007421</c:v>
                </c:pt>
                <c:pt idx="6543">
                  <c:v>3.4481031879409332</c:v>
                </c:pt>
                <c:pt idx="6544">
                  <c:v>3.4426264470283137</c:v>
                </c:pt>
                <c:pt idx="6545">
                  <c:v>3.4390861861580064</c:v>
                </c:pt>
                <c:pt idx="6546">
                  <c:v>3.4380283732714569</c:v>
                </c:pt>
                <c:pt idx="6547">
                  <c:v>3.437354444093736</c:v>
                </c:pt>
                <c:pt idx="6548">
                  <c:v>3.4362710389599309</c:v>
                </c:pt>
                <c:pt idx="6549">
                  <c:v>3.4348336077390957</c:v>
                </c:pt>
                <c:pt idx="6550">
                  <c:v>3.4335284031290789</c:v>
                </c:pt>
                <c:pt idx="6551">
                  <c:v>3.4334345648891431</c:v>
                </c:pt>
                <c:pt idx="6552">
                  <c:v>3.4323852827516785</c:v>
                </c:pt>
                <c:pt idx="6553">
                  <c:v>3.4307772365491416</c:v>
                </c:pt>
                <c:pt idx="6554">
                  <c:v>3.4301246342441329</c:v>
                </c:pt>
                <c:pt idx="6555">
                  <c:v>3.4277019015039709</c:v>
                </c:pt>
                <c:pt idx="6556">
                  <c:v>3.4243505967258985</c:v>
                </c:pt>
                <c:pt idx="6557">
                  <c:v>3.4228380949131143</c:v>
                </c:pt>
                <c:pt idx="6558">
                  <c:v>3.4244150038814909</c:v>
                </c:pt>
                <c:pt idx="6559">
                  <c:v>3.4242763792088584</c:v>
                </c:pt>
                <c:pt idx="6560">
                  <c:v>3.4215994301459611</c:v>
                </c:pt>
                <c:pt idx="6561">
                  <c:v>3.422821033414944</c:v>
                </c:pt>
                <c:pt idx="6562">
                  <c:v>3.4224290454944848</c:v>
                </c:pt>
                <c:pt idx="6563">
                  <c:v>3.4199350809994624</c:v>
                </c:pt>
                <c:pt idx="6564">
                  <c:v>3.4186797812715932</c:v>
                </c:pt>
                <c:pt idx="6565">
                  <c:v>3.4185321993124216</c:v>
                </c:pt>
                <c:pt idx="6566">
                  <c:v>3.4166089419311909</c:v>
                </c:pt>
                <c:pt idx="6567">
                  <c:v>3.414707011422673</c:v>
                </c:pt>
                <c:pt idx="6568">
                  <c:v>3.4152218421299576</c:v>
                </c:pt>
                <c:pt idx="6569">
                  <c:v>3.4140339353198605</c:v>
                </c:pt>
                <c:pt idx="6570">
                  <c:v>3.4126502478182608</c:v>
                </c:pt>
                <c:pt idx="6571">
                  <c:v>3.4128916680173687</c:v>
                </c:pt>
                <c:pt idx="6572">
                  <c:v>3.4124459363776731</c:v>
                </c:pt>
                <c:pt idx="6573">
                  <c:v>3.4125077843085401</c:v>
                </c:pt>
                <c:pt idx="6574">
                  <c:v>3.412179777006219</c:v>
                </c:pt>
                <c:pt idx="6575">
                  <c:v>3.4110072255444752</c:v>
                </c:pt>
                <c:pt idx="6576">
                  <c:v>3.4103520640147411</c:v>
                </c:pt>
                <c:pt idx="6577">
                  <c:v>3.409612448069065</c:v>
                </c:pt>
                <c:pt idx="6578">
                  <c:v>3.4084787115156581</c:v>
                </c:pt>
                <c:pt idx="6579">
                  <c:v>3.4054746082253482</c:v>
                </c:pt>
                <c:pt idx="6580">
                  <c:v>3.400778004316559</c:v>
                </c:pt>
                <c:pt idx="6581">
                  <c:v>3.4001121793504687</c:v>
                </c:pt>
                <c:pt idx="6582">
                  <c:v>3.4035219197597741</c:v>
                </c:pt>
                <c:pt idx="6583">
                  <c:v>3.4041156598960955</c:v>
                </c:pt>
                <c:pt idx="6584">
                  <c:v>3.4031132968785989</c:v>
                </c:pt>
                <c:pt idx="6585">
                  <c:v>3.4018528787012787</c:v>
                </c:pt>
                <c:pt idx="6586">
                  <c:v>3.4026701244636293</c:v>
                </c:pt>
                <c:pt idx="6587">
                  <c:v>3.4017099886541038</c:v>
                </c:pt>
                <c:pt idx="6588">
                  <c:v>3.3987536575586703</c:v>
                </c:pt>
                <c:pt idx="6589">
                  <c:v>3.394234919768305</c:v>
                </c:pt>
                <c:pt idx="6590">
                  <c:v>3.3942263890192197</c:v>
                </c:pt>
                <c:pt idx="6591">
                  <c:v>3.3986111940489492</c:v>
                </c:pt>
                <c:pt idx="6592">
                  <c:v>3.4009443539237179</c:v>
                </c:pt>
                <c:pt idx="6593">
                  <c:v>3.4007489997696698</c:v>
                </c:pt>
                <c:pt idx="6594">
                  <c:v>3.3991328493555018</c:v>
                </c:pt>
                <c:pt idx="6595">
                  <c:v>3.4003736468099266</c:v>
                </c:pt>
                <c:pt idx="6596">
                  <c:v>3.4003211827030531</c:v>
                </c:pt>
                <c:pt idx="6597">
                  <c:v>3.3988841780196717</c:v>
                </c:pt>
                <c:pt idx="6598">
                  <c:v>3.3965296912721907</c:v>
                </c:pt>
                <c:pt idx="6599">
                  <c:v>3.3930794298047311</c:v>
                </c:pt>
                <c:pt idx="6600">
                  <c:v>3.3884271857911843</c:v>
                </c:pt>
                <c:pt idx="6601">
                  <c:v>3.3848122808663827</c:v>
                </c:pt>
                <c:pt idx="6602">
                  <c:v>3.3833739965706391</c:v>
                </c:pt>
                <c:pt idx="6603">
                  <c:v>3.3836294925057371</c:v>
                </c:pt>
                <c:pt idx="6604">
                  <c:v>3.3833765557953646</c:v>
                </c:pt>
                <c:pt idx="6605">
                  <c:v>3.3838069320867064</c:v>
                </c:pt>
                <c:pt idx="6606">
                  <c:v>3.3855587214113272</c:v>
                </c:pt>
                <c:pt idx="6607">
                  <c:v>3.385144980080701</c:v>
                </c:pt>
                <c:pt idx="6608">
                  <c:v>3.3836712931762536</c:v>
                </c:pt>
                <c:pt idx="6609">
                  <c:v>3.383442669100774</c:v>
                </c:pt>
                <c:pt idx="6610">
                  <c:v>3.3843844637997664</c:v>
                </c:pt>
                <c:pt idx="6611">
                  <c:v>3.3834959862825555</c:v>
                </c:pt>
                <c:pt idx="6612">
                  <c:v>3.38076102812588</c:v>
                </c:pt>
                <c:pt idx="6613">
                  <c:v>3.3804001774395811</c:v>
                </c:pt>
                <c:pt idx="6614">
                  <c:v>3.3814801702737518</c:v>
                </c:pt>
                <c:pt idx="6615">
                  <c:v>3.3821762793990939</c:v>
                </c:pt>
                <c:pt idx="6616">
                  <c:v>3.3811261441867209</c:v>
                </c:pt>
                <c:pt idx="6617">
                  <c:v>3.3804279023741075</c:v>
                </c:pt>
                <c:pt idx="6618">
                  <c:v>3.3803259599225406</c:v>
                </c:pt>
                <c:pt idx="6619">
                  <c:v>3.3791508492360713</c:v>
                </c:pt>
                <c:pt idx="6620">
                  <c:v>3.3776741765694447</c:v>
                </c:pt>
                <c:pt idx="6621">
                  <c:v>3.3768044667002211</c:v>
                </c:pt>
                <c:pt idx="6622">
                  <c:v>3.3742226354896223</c:v>
                </c:pt>
                <c:pt idx="6623">
                  <c:v>3.3721266304394191</c:v>
                </c:pt>
                <c:pt idx="6624">
                  <c:v>3.3701726623614818</c:v>
                </c:pt>
                <c:pt idx="6625">
                  <c:v>3.3680796430734583</c:v>
                </c:pt>
                <c:pt idx="6626">
                  <c:v>3.3688418655042098</c:v>
                </c:pt>
                <c:pt idx="6627">
                  <c:v>3.3694240891292666</c:v>
                </c:pt>
                <c:pt idx="6628">
                  <c:v>3.3669714987673069</c:v>
                </c:pt>
                <c:pt idx="6629">
                  <c:v>3.3654201820461855</c:v>
                </c:pt>
                <c:pt idx="6630">
                  <c:v>3.3662348685838106</c:v>
                </c:pt>
                <c:pt idx="6631">
                  <c:v>3.3671148153519361</c:v>
                </c:pt>
                <c:pt idx="6632">
                  <c:v>3.3674679883640581</c:v>
                </c:pt>
                <c:pt idx="6633">
                  <c:v>3.3669855745032971</c:v>
                </c:pt>
                <c:pt idx="6634">
                  <c:v>3.3672568523242026</c:v>
                </c:pt>
                <c:pt idx="6635">
                  <c:v>3.3655020772374025</c:v>
                </c:pt>
                <c:pt idx="6636">
                  <c:v>3.3633911433762997</c:v>
                </c:pt>
                <c:pt idx="6637">
                  <c:v>3.3630157904165565</c:v>
                </c:pt>
                <c:pt idx="6638">
                  <c:v>3.3607803076188119</c:v>
                </c:pt>
                <c:pt idx="6639">
                  <c:v>3.359533538640028</c:v>
                </c:pt>
                <c:pt idx="6640">
                  <c:v>3.3579630277334651</c:v>
                </c:pt>
                <c:pt idx="6641">
                  <c:v>3.3565029900275545</c:v>
                </c:pt>
                <c:pt idx="6642">
                  <c:v>3.3554434709911876</c:v>
                </c:pt>
                <c:pt idx="6643">
                  <c:v>3.3537407334738063</c:v>
                </c:pt>
                <c:pt idx="6644">
                  <c:v>3.3532783668733952</c:v>
                </c:pt>
                <c:pt idx="6645">
                  <c:v>3.3534246692202041</c:v>
                </c:pt>
                <c:pt idx="6646">
                  <c:v>3.3515457717342159</c:v>
                </c:pt>
                <c:pt idx="6647">
                  <c:v>3.350516110319647</c:v>
                </c:pt>
                <c:pt idx="6648">
                  <c:v>3.3532894568472056</c:v>
                </c:pt>
                <c:pt idx="6649">
                  <c:v>3.3540124378321661</c:v>
                </c:pt>
                <c:pt idx="6650">
                  <c:v>3.3510569598116411</c:v>
                </c:pt>
                <c:pt idx="6651">
                  <c:v>3.3482742294600891</c:v>
                </c:pt>
                <c:pt idx="6652">
                  <c:v>3.3459534391714936</c:v>
                </c:pt>
                <c:pt idx="6653">
                  <c:v>3.3458468048079304</c:v>
                </c:pt>
                <c:pt idx="6654">
                  <c:v>3.3479099664741563</c:v>
                </c:pt>
                <c:pt idx="6655">
                  <c:v>3.3471776016652024</c:v>
                </c:pt>
                <c:pt idx="6656">
                  <c:v>3.3459095058137054</c:v>
                </c:pt>
                <c:pt idx="6657">
                  <c:v>3.3431220835501567</c:v>
                </c:pt>
                <c:pt idx="6658">
                  <c:v>3.3403137609513491</c:v>
                </c:pt>
                <c:pt idx="6659">
                  <c:v>3.3393809235388958</c:v>
                </c:pt>
                <c:pt idx="6660">
                  <c:v>3.3413788249746208</c:v>
                </c:pt>
                <c:pt idx="6661">
                  <c:v>3.3408401081698984</c:v>
                </c:pt>
                <c:pt idx="6662">
                  <c:v>3.33821519667642</c:v>
                </c:pt>
                <c:pt idx="6663">
                  <c:v>3.3393463740051015</c:v>
                </c:pt>
                <c:pt idx="6664">
                  <c:v>3.3402949933033619</c:v>
                </c:pt>
                <c:pt idx="6665">
                  <c:v>3.3400911084002285</c:v>
                </c:pt>
                <c:pt idx="6666">
                  <c:v>3.3390657123602026</c:v>
                </c:pt>
                <c:pt idx="6667">
                  <c:v>3.3390981292067257</c:v>
                </c:pt>
                <c:pt idx="6668">
                  <c:v>3.3410068843145115</c:v>
                </c:pt>
                <c:pt idx="6669">
                  <c:v>3.3415255538588844</c:v>
                </c:pt>
                <c:pt idx="6670">
                  <c:v>3.3421303839690162</c:v>
                </c:pt>
                <c:pt idx="6671">
                  <c:v>3.341496122774541</c:v>
                </c:pt>
                <c:pt idx="6672">
                  <c:v>3.3395971780282028</c:v>
                </c:pt>
                <c:pt idx="6673">
                  <c:v>3.339056755073663</c:v>
                </c:pt>
                <c:pt idx="6674">
                  <c:v>3.3384792233606033</c:v>
                </c:pt>
                <c:pt idx="6675">
                  <c:v>3.3367150644498094</c:v>
                </c:pt>
                <c:pt idx="6676">
                  <c:v>3.3352558798188068</c:v>
                </c:pt>
                <c:pt idx="6677">
                  <c:v>3.3337531883674707</c:v>
                </c:pt>
                <c:pt idx="6678">
                  <c:v>3.3310510735947725</c:v>
                </c:pt>
                <c:pt idx="6679">
                  <c:v>3.3304436842599148</c:v>
                </c:pt>
                <c:pt idx="6680">
                  <c:v>3.3287904250872269</c:v>
                </c:pt>
                <c:pt idx="6681">
                  <c:v>3.3259304914564547</c:v>
                </c:pt>
                <c:pt idx="6682">
                  <c:v>3.3256417255999251</c:v>
                </c:pt>
                <c:pt idx="6683">
                  <c:v>3.3254749494553115</c:v>
                </c:pt>
                <c:pt idx="6684">
                  <c:v>3.3274468321063271</c:v>
                </c:pt>
                <c:pt idx="6685">
                  <c:v>3.3291781476331437</c:v>
                </c:pt>
                <c:pt idx="6686">
                  <c:v>3.3281344104825843</c:v>
                </c:pt>
                <c:pt idx="6687">
                  <c:v>3.3262998728918385</c:v>
                </c:pt>
                <c:pt idx="6688">
                  <c:v>3.3252612541907305</c:v>
                </c:pt>
                <c:pt idx="6689">
                  <c:v>3.3263971234314083</c:v>
                </c:pt>
                <c:pt idx="6690">
                  <c:v>3.3276929442174317</c:v>
                </c:pt>
                <c:pt idx="6691">
                  <c:v>3.3265673118756558</c:v>
                </c:pt>
                <c:pt idx="6692">
                  <c:v>3.3277411429497623</c:v>
                </c:pt>
                <c:pt idx="6693">
                  <c:v>3.3305196079267723</c:v>
                </c:pt>
                <c:pt idx="6694">
                  <c:v>3.3321732936369144</c:v>
                </c:pt>
                <c:pt idx="6695">
                  <c:v>3.3303443010330738</c:v>
                </c:pt>
                <c:pt idx="6696">
                  <c:v>3.3291312285131758</c:v>
                </c:pt>
                <c:pt idx="6697">
                  <c:v>3.3300747293619852</c:v>
                </c:pt>
                <c:pt idx="6698">
                  <c:v>3.3293513218395709</c:v>
                </c:pt>
                <c:pt idx="6699">
                  <c:v>3.3296217465855675</c:v>
                </c:pt>
                <c:pt idx="6700">
                  <c:v>3.329716011362958</c:v>
                </c:pt>
                <c:pt idx="6701">
                  <c:v>3.3306765737099373</c:v>
                </c:pt>
                <c:pt idx="6702">
                  <c:v>3.3312617830971738</c:v>
                </c:pt>
                <c:pt idx="6703">
                  <c:v>3.3325298789486704</c:v>
                </c:pt>
                <c:pt idx="6704">
                  <c:v>3.3336056064082986</c:v>
                </c:pt>
                <c:pt idx="6705">
                  <c:v>3.3338470266074065</c:v>
                </c:pt>
                <c:pt idx="6706">
                  <c:v>3.3346220451617858</c:v>
                </c:pt>
                <c:pt idx="6707">
                  <c:v>3.3358709468278409</c:v>
                </c:pt>
                <c:pt idx="6708">
                  <c:v>3.3403355143615161</c:v>
                </c:pt>
                <c:pt idx="6709">
                  <c:v>3.344080939747319</c:v>
                </c:pt>
                <c:pt idx="6710">
                  <c:v>3.3451541079822218</c:v>
                </c:pt>
                <c:pt idx="6711">
                  <c:v>3.3498963513986162</c:v>
                </c:pt>
                <c:pt idx="6712">
                  <c:v>3.355912662190867</c:v>
                </c:pt>
                <c:pt idx="6713">
                  <c:v>3.3630452215008999</c:v>
                </c:pt>
                <c:pt idx="6714">
                  <c:v>3.3710901444255819</c:v>
                </c:pt>
                <c:pt idx="6715">
                  <c:v>3.3792869146839783</c:v>
                </c:pt>
                <c:pt idx="6716">
                  <c:v>3.3868153007515591</c:v>
                </c:pt>
                <c:pt idx="6717">
                  <c:v>3.3947079498050723</c:v>
                </c:pt>
                <c:pt idx="6718">
                  <c:v>3.402439367700878</c:v>
                </c:pt>
                <c:pt idx="6719">
                  <c:v>3.4073812306458628</c:v>
                </c:pt>
                <c:pt idx="6720">
                  <c:v>3.414312037740034</c:v>
                </c:pt>
                <c:pt idx="6721">
                  <c:v>3.4254045707753598</c:v>
                </c:pt>
                <c:pt idx="6722">
                  <c:v>3.4372734019774276</c:v>
                </c:pt>
                <c:pt idx="6723">
                  <c:v>3.4471903977888299</c:v>
                </c:pt>
                <c:pt idx="6724">
                  <c:v>3.4578069150252082</c:v>
                </c:pt>
                <c:pt idx="6725">
                  <c:v>3.4721599003608508</c:v>
                </c:pt>
                <c:pt idx="6726">
                  <c:v>3.4889100261893997</c:v>
                </c:pt>
                <c:pt idx="6727">
                  <c:v>3.5091065746483201</c:v>
                </c:pt>
                <c:pt idx="6728">
                  <c:v>3.5344599609291691</c:v>
                </c:pt>
                <c:pt idx="6729">
                  <c:v>3.5612379823072264</c:v>
                </c:pt>
                <c:pt idx="6730">
                  <c:v>3.5900975064620422</c:v>
                </c:pt>
                <c:pt idx="6731">
                  <c:v>3.6242375643005214</c:v>
                </c:pt>
                <c:pt idx="6732">
                  <c:v>3.6618496370166262</c:v>
                </c:pt>
                <c:pt idx="6733">
                  <c:v>3.7049427160198936</c:v>
                </c:pt>
                <c:pt idx="6734">
                  <c:v>3.7535893126775459</c:v>
                </c:pt>
                <c:pt idx="6735">
                  <c:v>3.8071282939354907</c:v>
                </c:pt>
                <c:pt idx="6736">
                  <c:v>3.8679098811666655</c:v>
                </c:pt>
                <c:pt idx="6737">
                  <c:v>3.938216049751329</c:v>
                </c:pt>
                <c:pt idx="6738">
                  <c:v>4.0175605469916311</c:v>
                </c:pt>
                <c:pt idx="6739">
                  <c:v>4.1128618103955707</c:v>
                </c:pt>
                <c:pt idx="6740">
                  <c:v>4.2294344966431501</c:v>
                </c:pt>
                <c:pt idx="6741">
                  <c:v>4.3703112870341148</c:v>
                </c:pt>
                <c:pt idx="6742">
                  <c:v>4.5450338244201225</c:v>
                </c:pt>
                <c:pt idx="6743">
                  <c:v>4.7677034370388061</c:v>
                </c:pt>
                <c:pt idx="6744">
                  <c:v>5.0579451131603861</c:v>
                </c:pt>
                <c:pt idx="6745">
                  <c:v>5.4372350136065446</c:v>
                </c:pt>
                <c:pt idx="6746">
                  <c:v>5.9420847444614111</c:v>
                </c:pt>
                <c:pt idx="6747">
                  <c:v>6.6204115233358642</c:v>
                </c:pt>
                <c:pt idx="6748">
                  <c:v>7.5285054980677852</c:v>
                </c:pt>
                <c:pt idx="6749">
                  <c:v>8.7125308173310696</c:v>
                </c:pt>
                <c:pt idx="6750">
                  <c:v>10.159815053359836</c:v>
                </c:pt>
                <c:pt idx="6751">
                  <c:v>11.759970312993183</c:v>
                </c:pt>
                <c:pt idx="6752">
                  <c:v>13.275713810429693</c:v>
                </c:pt>
                <c:pt idx="6753">
                  <c:v>14.359588135434173</c:v>
                </c:pt>
                <c:pt idx="6754">
                  <c:v>14.689386895063256</c:v>
                </c:pt>
                <c:pt idx="6755">
                  <c:v>14.20108681743344</c:v>
                </c:pt>
                <c:pt idx="6756">
                  <c:v>13.127449391331053</c:v>
                </c:pt>
                <c:pt idx="6757">
                  <c:v>11.799808911220493</c:v>
                </c:pt>
                <c:pt idx="6758">
                  <c:v>10.46103580355391</c:v>
                </c:pt>
                <c:pt idx="6759">
                  <c:v>9.2372571935541661</c:v>
                </c:pt>
                <c:pt idx="6760">
                  <c:v>8.1794443070045979</c:v>
                </c:pt>
                <c:pt idx="6761">
                  <c:v>7.30346433720345</c:v>
                </c:pt>
                <c:pt idx="6762">
                  <c:v>6.5976258925296225</c:v>
                </c:pt>
                <c:pt idx="6763">
                  <c:v>6.0372153928836489</c:v>
                </c:pt>
                <c:pt idx="6764">
                  <c:v>5.592306970475077</c:v>
                </c:pt>
                <c:pt idx="6765">
                  <c:v>5.235226875271918</c:v>
                </c:pt>
                <c:pt idx="6766">
                  <c:v>4.9477576926029876</c:v>
                </c:pt>
                <c:pt idx="6767">
                  <c:v>4.7136611415848426</c:v>
                </c:pt>
                <c:pt idx="6768">
                  <c:v>4.5204610016805571</c:v>
                </c:pt>
                <c:pt idx="6769">
                  <c:v>4.3590421674927278</c:v>
                </c:pt>
                <c:pt idx="6770">
                  <c:v>4.2267899644267768</c:v>
                </c:pt>
                <c:pt idx="6771">
                  <c:v>4.1156854883427316</c:v>
                </c:pt>
                <c:pt idx="6772">
                  <c:v>4.0221970091193704</c:v>
                </c:pt>
                <c:pt idx="6773">
                  <c:v>3.9430572498571097</c:v>
                </c:pt>
                <c:pt idx="6774">
                  <c:v>3.8764832839971679</c:v>
                </c:pt>
                <c:pt idx="6775">
                  <c:v>3.8171903124813391</c:v>
                </c:pt>
                <c:pt idx="6776">
                  <c:v>3.7673664724499458</c:v>
                </c:pt>
                <c:pt idx="6777">
                  <c:v>3.7269435179103079</c:v>
                </c:pt>
                <c:pt idx="6778">
                  <c:v>3.6946290403760353</c:v>
                </c:pt>
                <c:pt idx="6779">
                  <c:v>3.6625576891906877</c:v>
                </c:pt>
                <c:pt idx="6780">
                  <c:v>3.6310280405722426</c:v>
                </c:pt>
                <c:pt idx="6781">
                  <c:v>3.6031452871876679</c:v>
                </c:pt>
                <c:pt idx="6782">
                  <c:v>3.5790544517714102</c:v>
                </c:pt>
                <c:pt idx="6783">
                  <c:v>3.5558849372563404</c:v>
                </c:pt>
                <c:pt idx="6784">
                  <c:v>3.5331504909446099</c:v>
                </c:pt>
                <c:pt idx="6785">
                  <c:v>3.5120624792062989</c:v>
                </c:pt>
                <c:pt idx="6786">
                  <c:v>3.4930815624920024</c:v>
                </c:pt>
                <c:pt idx="6787">
                  <c:v>3.4776920911425231</c:v>
                </c:pt>
                <c:pt idx="6788">
                  <c:v>3.4648362522713119</c:v>
                </c:pt>
                <c:pt idx="6789">
                  <c:v>3.455008829325303</c:v>
                </c:pt>
                <c:pt idx="6790">
                  <c:v>3.4424515666720694</c:v>
                </c:pt>
                <c:pt idx="6791">
                  <c:v>3.4282265425727032</c:v>
                </c:pt>
                <c:pt idx="6792">
                  <c:v>3.4162297501343595</c:v>
                </c:pt>
                <c:pt idx="6793">
                  <c:v>3.4029691272190612</c:v>
                </c:pt>
                <c:pt idx="6794">
                  <c:v>3.3921273982068367</c:v>
                </c:pt>
                <c:pt idx="6795">
                  <c:v>3.3865853970637163</c:v>
                </c:pt>
                <c:pt idx="6796">
                  <c:v>3.3838593961935799</c:v>
                </c:pt>
                <c:pt idx="6797">
                  <c:v>3.3805409347994848</c:v>
                </c:pt>
                <c:pt idx="6798">
                  <c:v>3.3736459568514712</c:v>
                </c:pt>
                <c:pt idx="6799">
                  <c:v>3.3665219282905232</c:v>
                </c:pt>
                <c:pt idx="6800">
                  <c:v>3.3600799331189273</c:v>
                </c:pt>
                <c:pt idx="6801">
                  <c:v>3.3553978314835824</c:v>
                </c:pt>
                <c:pt idx="6802">
                  <c:v>3.3497359733158167</c:v>
                </c:pt>
                <c:pt idx="6803">
                  <c:v>3.3399827678868483</c:v>
                </c:pt>
                <c:pt idx="6804">
                  <c:v>3.3311572814208814</c:v>
                </c:pt>
                <c:pt idx="6805">
                  <c:v>3.3247370396594524</c:v>
                </c:pt>
                <c:pt idx="6806">
                  <c:v>3.3192675498835551</c:v>
                </c:pt>
                <c:pt idx="6807">
                  <c:v>3.3151757760848981</c:v>
                </c:pt>
                <c:pt idx="6808">
                  <c:v>3.3082360117041878</c:v>
                </c:pt>
                <c:pt idx="6809">
                  <c:v>3.3018055330438565</c:v>
                </c:pt>
                <c:pt idx="6810">
                  <c:v>3.2953869974322445</c:v>
                </c:pt>
                <c:pt idx="6811">
                  <c:v>3.2883674705475889</c:v>
                </c:pt>
                <c:pt idx="6812">
                  <c:v>3.2833803946324527</c:v>
                </c:pt>
                <c:pt idx="6813">
                  <c:v>3.2813453844382074</c:v>
                </c:pt>
                <c:pt idx="6814">
                  <c:v>3.2810297467220595</c:v>
                </c:pt>
                <c:pt idx="6815">
                  <c:v>3.2781651211792906</c:v>
                </c:pt>
                <c:pt idx="6816">
                  <c:v>3.2721803741586548</c:v>
                </c:pt>
                <c:pt idx="6817">
                  <c:v>3.2684963701662642</c:v>
                </c:pt>
                <c:pt idx="6818">
                  <c:v>3.2676556648439301</c:v>
                </c:pt>
                <c:pt idx="6819">
                  <c:v>3.2669036793120805</c:v>
                </c:pt>
                <c:pt idx="6820">
                  <c:v>3.2639972530987946</c:v>
                </c:pt>
                <c:pt idx="6821">
                  <c:v>3.2609880313590338</c:v>
                </c:pt>
                <c:pt idx="6822">
                  <c:v>3.2575399025788454</c:v>
                </c:pt>
                <c:pt idx="6823">
                  <c:v>3.2559165010279552</c:v>
                </c:pt>
                <c:pt idx="6824">
                  <c:v>3.2543596393199286</c:v>
                </c:pt>
                <c:pt idx="6825">
                  <c:v>3.2535765165539186</c:v>
                </c:pt>
                <c:pt idx="6826">
                  <c:v>3.2506363938817469</c:v>
                </c:pt>
                <c:pt idx="6827">
                  <c:v>3.2445398940480965</c:v>
                </c:pt>
                <c:pt idx="6828">
                  <c:v>3.2393357105687448</c:v>
                </c:pt>
                <c:pt idx="6829">
                  <c:v>3.2363994267336613</c:v>
                </c:pt>
                <c:pt idx="6830">
                  <c:v>3.2332055142762086</c:v>
                </c:pt>
                <c:pt idx="6831">
                  <c:v>3.2312600769473567</c:v>
                </c:pt>
                <c:pt idx="6832">
                  <c:v>3.2312860957320662</c:v>
                </c:pt>
                <c:pt idx="6833">
                  <c:v>3.2291862518447747</c:v>
                </c:pt>
                <c:pt idx="6834">
                  <c:v>3.2263041382663813</c:v>
                </c:pt>
                <c:pt idx="6835">
                  <c:v>3.2238605051909608</c:v>
                </c:pt>
                <c:pt idx="6836">
                  <c:v>3.2197111488359793</c:v>
                </c:pt>
                <c:pt idx="6837">
                  <c:v>3.2164519761480257</c:v>
                </c:pt>
                <c:pt idx="6838">
                  <c:v>3.2117425761156086</c:v>
                </c:pt>
                <c:pt idx="6839">
                  <c:v>3.2041165129710039</c:v>
                </c:pt>
                <c:pt idx="6840">
                  <c:v>3.2024056712419919</c:v>
                </c:pt>
                <c:pt idx="6841">
                  <c:v>3.2023084207024217</c:v>
                </c:pt>
                <c:pt idx="6842">
                  <c:v>3.2021237299847298</c:v>
                </c:pt>
                <c:pt idx="6843">
                  <c:v>3.2007933596649121</c:v>
                </c:pt>
                <c:pt idx="6844">
                  <c:v>3.1994783446934476</c:v>
                </c:pt>
                <c:pt idx="6845">
                  <c:v>3.1984742755261339</c:v>
                </c:pt>
                <c:pt idx="6846">
                  <c:v>3.1959850029431083</c:v>
                </c:pt>
                <c:pt idx="6847">
                  <c:v>3.1921414739428271</c:v>
                </c:pt>
                <c:pt idx="6848">
                  <c:v>3.1899367018417886</c:v>
                </c:pt>
                <c:pt idx="6849">
                  <c:v>3.1912427595267139</c:v>
                </c:pt>
                <c:pt idx="6850">
                  <c:v>3.193223599464269</c:v>
                </c:pt>
                <c:pt idx="6851">
                  <c:v>3.1930807094170941</c:v>
                </c:pt>
                <c:pt idx="6852">
                  <c:v>3.189896607321089</c:v>
                </c:pt>
                <c:pt idx="6853">
                  <c:v>3.1886993166869981</c:v>
                </c:pt>
                <c:pt idx="6854">
                  <c:v>3.1887385581327896</c:v>
                </c:pt>
                <c:pt idx="6855">
                  <c:v>3.1883482763621473</c:v>
                </c:pt>
                <c:pt idx="6856">
                  <c:v>3.1884932990965935</c:v>
                </c:pt>
                <c:pt idx="6857">
                  <c:v>3.1883721624595855</c:v>
                </c:pt>
                <c:pt idx="6858">
                  <c:v>3.1875293244499798</c:v>
                </c:pt>
                <c:pt idx="6859">
                  <c:v>3.1861605657592795</c:v>
                </c:pt>
                <c:pt idx="6860">
                  <c:v>3.1839314810233486</c:v>
                </c:pt>
                <c:pt idx="6861">
                  <c:v>3.1791244039139075</c:v>
                </c:pt>
                <c:pt idx="6862">
                  <c:v>3.1783378688482635</c:v>
                </c:pt>
                <c:pt idx="6863">
                  <c:v>3.1792250667531117</c:v>
                </c:pt>
                <c:pt idx="6864">
                  <c:v>3.1783532241966168</c:v>
                </c:pt>
                <c:pt idx="6865">
                  <c:v>3.1765715772501983</c:v>
                </c:pt>
                <c:pt idx="6866">
                  <c:v>3.1750825349973981</c:v>
                </c:pt>
                <c:pt idx="6867">
                  <c:v>3.1729400373646808</c:v>
                </c:pt>
                <c:pt idx="6868">
                  <c:v>3.170926780580603</c:v>
                </c:pt>
                <c:pt idx="6869">
                  <c:v>3.1692854644566339</c:v>
                </c:pt>
                <c:pt idx="6870">
                  <c:v>3.1677853322300233</c:v>
                </c:pt>
                <c:pt idx="6871">
                  <c:v>3.1687650887624441</c:v>
                </c:pt>
                <c:pt idx="6872">
                  <c:v>3.1669015466248092</c:v>
                </c:pt>
                <c:pt idx="6873">
                  <c:v>3.1631411924281072</c:v>
                </c:pt>
                <c:pt idx="6874">
                  <c:v>3.1621290190491629</c:v>
                </c:pt>
                <c:pt idx="6875">
                  <c:v>3.1625785895259462</c:v>
                </c:pt>
                <c:pt idx="6876">
                  <c:v>3.1632299122185921</c:v>
                </c:pt>
                <c:pt idx="6877">
                  <c:v>3.1626391578444504</c:v>
                </c:pt>
                <c:pt idx="6878">
                  <c:v>3.1623503919879203</c:v>
                </c:pt>
                <c:pt idx="6879">
                  <c:v>3.1606621567439839</c:v>
                </c:pt>
                <c:pt idx="6880">
                  <c:v>3.1596789879119287</c:v>
                </c:pt>
                <c:pt idx="6881">
                  <c:v>3.160669407880706</c:v>
                </c:pt>
                <c:pt idx="6882">
                  <c:v>3.1606813509294249</c:v>
                </c:pt>
                <c:pt idx="6883">
                  <c:v>3.1601626813850525</c:v>
                </c:pt>
                <c:pt idx="6884">
                  <c:v>3.1587704631343678</c:v>
                </c:pt>
                <c:pt idx="6885">
                  <c:v>3.1592729242554789</c:v>
                </c:pt>
                <c:pt idx="6886">
                  <c:v>3.1610195951306483</c:v>
                </c:pt>
                <c:pt idx="6887">
                  <c:v>3.1591517876184709</c:v>
                </c:pt>
                <c:pt idx="6888">
                  <c:v>3.1569871100381324</c:v>
                </c:pt>
                <c:pt idx="6889">
                  <c:v>3.1550216254489305</c:v>
                </c:pt>
                <c:pt idx="6890">
                  <c:v>3.1532711157366728</c:v>
                </c:pt>
                <c:pt idx="6891">
                  <c:v>3.1504999018963855</c:v>
                </c:pt>
                <c:pt idx="6892">
                  <c:v>3.1481458416863584</c:v>
                </c:pt>
                <c:pt idx="6893">
                  <c:v>3.1484597732526893</c:v>
                </c:pt>
                <c:pt idx="6894">
                  <c:v>3.1501467288842635</c:v>
                </c:pt>
                <c:pt idx="6895">
                  <c:v>3.1508803733055801</c:v>
                </c:pt>
                <c:pt idx="6896">
                  <c:v>3.1505664417392492</c:v>
                </c:pt>
                <c:pt idx="6897">
                  <c:v>3.1506888579886199</c:v>
                </c:pt>
                <c:pt idx="6898">
                  <c:v>3.1487391552852255</c:v>
                </c:pt>
                <c:pt idx="6899">
                  <c:v>3.1484043233836365</c:v>
                </c:pt>
                <c:pt idx="6900">
                  <c:v>3.1493550753691681</c:v>
                </c:pt>
                <c:pt idx="6901">
                  <c:v>3.1482345614768432</c:v>
                </c:pt>
                <c:pt idx="6902">
                  <c:v>3.144159849176356</c:v>
                </c:pt>
                <c:pt idx="6903">
                  <c:v>3.1406805831620073</c:v>
                </c:pt>
                <c:pt idx="6904">
                  <c:v>3.1413660288509933</c:v>
                </c:pt>
                <c:pt idx="6905">
                  <c:v>3.1436509899934313</c:v>
                </c:pt>
                <c:pt idx="6906">
                  <c:v>3.1412491575885277</c:v>
                </c:pt>
                <c:pt idx="6907">
                  <c:v>3.1392593603644334</c:v>
                </c:pt>
                <c:pt idx="6908">
                  <c:v>3.1387944345392969</c:v>
                </c:pt>
                <c:pt idx="6909">
                  <c:v>3.1388225860112775</c:v>
                </c:pt>
                <c:pt idx="6910">
                  <c:v>3.1380616431928887</c:v>
                </c:pt>
                <c:pt idx="6911">
                  <c:v>3.1361123670269486</c:v>
                </c:pt>
                <c:pt idx="6912">
                  <c:v>3.1348630388234389</c:v>
                </c:pt>
                <c:pt idx="6913">
                  <c:v>3.1346092490381579</c:v>
                </c:pt>
                <c:pt idx="6914">
                  <c:v>3.1339907697294898</c:v>
                </c:pt>
                <c:pt idx="6915">
                  <c:v>3.1344322359946428</c:v>
                </c:pt>
                <c:pt idx="6916">
                  <c:v>3.1356551188759885</c:v>
                </c:pt>
                <c:pt idx="6917">
                  <c:v>3.1358905675507365</c:v>
                </c:pt>
                <c:pt idx="6918">
                  <c:v>3.1363414176398829</c:v>
                </c:pt>
                <c:pt idx="6919">
                  <c:v>3.1357254975559403</c:v>
                </c:pt>
                <c:pt idx="6920">
                  <c:v>3.1356278204789163</c:v>
                </c:pt>
                <c:pt idx="6921">
                  <c:v>3.1361119404894944</c:v>
                </c:pt>
                <c:pt idx="6922">
                  <c:v>3.1371104646699028</c:v>
                </c:pt>
                <c:pt idx="6923">
                  <c:v>3.1357963027733464</c:v>
                </c:pt>
                <c:pt idx="6924">
                  <c:v>3.1365598048164611</c:v>
                </c:pt>
                <c:pt idx="6925">
                  <c:v>3.1359972019143001</c:v>
                </c:pt>
                <c:pt idx="6926">
                  <c:v>3.1328821988858842</c:v>
                </c:pt>
                <c:pt idx="6927">
                  <c:v>3.1304419781100981</c:v>
                </c:pt>
                <c:pt idx="6928">
                  <c:v>3.1285827013470051</c:v>
                </c:pt>
                <c:pt idx="6929">
                  <c:v>3.1270812895080318</c:v>
                </c:pt>
                <c:pt idx="6930">
                  <c:v>3.1262124327137166</c:v>
                </c:pt>
                <c:pt idx="6931">
                  <c:v>3.1277867824573677</c:v>
                </c:pt>
                <c:pt idx="6932">
                  <c:v>3.1302291359204251</c:v>
                </c:pt>
                <c:pt idx="6933">
                  <c:v>3.1300721701372596</c:v>
                </c:pt>
                <c:pt idx="6934">
                  <c:v>3.1284116598278495</c:v>
                </c:pt>
                <c:pt idx="6935">
                  <c:v>3.125692483556981</c:v>
                </c:pt>
                <c:pt idx="6936">
                  <c:v>3.1230884723987615</c:v>
                </c:pt>
                <c:pt idx="6937">
                  <c:v>3.1209101456198871</c:v>
                </c:pt>
                <c:pt idx="6938">
                  <c:v>3.1189796371019338</c:v>
                </c:pt>
                <c:pt idx="6939">
                  <c:v>3.1193153220784318</c:v>
                </c:pt>
                <c:pt idx="6940">
                  <c:v>3.1200127108161366</c:v>
                </c:pt>
                <c:pt idx="6941">
                  <c:v>3.1194309137285345</c:v>
                </c:pt>
                <c:pt idx="6942">
                  <c:v>3.1200216681026762</c:v>
                </c:pt>
                <c:pt idx="6943">
                  <c:v>3.1212330344727572</c:v>
                </c:pt>
                <c:pt idx="6944">
                  <c:v>3.1210457845303394</c:v>
                </c:pt>
                <c:pt idx="6945">
                  <c:v>3.1191707258814398</c:v>
                </c:pt>
                <c:pt idx="6946">
                  <c:v>3.1189199218583386</c:v>
                </c:pt>
                <c:pt idx="6947">
                  <c:v>3.119804987075915</c:v>
                </c:pt>
                <c:pt idx="6948">
                  <c:v>3.1223309418800067</c:v>
                </c:pt>
                <c:pt idx="6949">
                  <c:v>3.1208670653370074</c:v>
                </c:pt>
                <c:pt idx="6950">
                  <c:v>3.1175238647705656</c:v>
                </c:pt>
                <c:pt idx="6951">
                  <c:v>3.1161772860274861</c:v>
                </c:pt>
                <c:pt idx="6952">
                  <c:v>3.1173374679030568</c:v>
                </c:pt>
                <c:pt idx="6953">
                  <c:v>3.1183509208943638</c:v>
                </c:pt>
                <c:pt idx="6954">
                  <c:v>3.1187424822773688</c:v>
                </c:pt>
                <c:pt idx="6955">
                  <c:v>3.1196795850643646</c:v>
                </c:pt>
                <c:pt idx="6956">
                  <c:v>3.1211076324612064</c:v>
                </c:pt>
                <c:pt idx="6957">
                  <c:v>3.1217495713298584</c:v>
                </c:pt>
                <c:pt idx="6958">
                  <c:v>3.1201649846873054</c:v>
                </c:pt>
                <c:pt idx="6959">
                  <c:v>3.1160557228530239</c:v>
                </c:pt>
                <c:pt idx="6960">
                  <c:v>3.1152312259539512</c:v>
                </c:pt>
                <c:pt idx="6961">
                  <c:v>3.1135485356969195</c:v>
                </c:pt>
                <c:pt idx="6962">
                  <c:v>3.1126238024960973</c:v>
                </c:pt>
                <c:pt idx="6963">
                  <c:v>3.1130290130776381</c:v>
                </c:pt>
                <c:pt idx="6964">
                  <c:v>3.1124612917260266</c:v>
                </c:pt>
                <c:pt idx="6965">
                  <c:v>3.1117562253141449</c:v>
                </c:pt>
                <c:pt idx="6966">
                  <c:v>3.1094490842240856</c:v>
                </c:pt>
                <c:pt idx="6967">
                  <c:v>3.1085597536319662</c:v>
                </c:pt>
                <c:pt idx="6968">
                  <c:v>3.1084625030923965</c:v>
                </c:pt>
                <c:pt idx="6969">
                  <c:v>3.1075416087286625</c:v>
                </c:pt>
                <c:pt idx="6970">
                  <c:v>3.1092942511281914</c:v>
                </c:pt>
                <c:pt idx="6971">
                  <c:v>3.1107291231243015</c:v>
                </c:pt>
                <c:pt idx="6972">
                  <c:v>3.1090400348054561</c:v>
                </c:pt>
                <c:pt idx="6973">
                  <c:v>3.1041361336938995</c:v>
                </c:pt>
                <c:pt idx="6974">
                  <c:v>3.1027080862970577</c:v>
                </c:pt>
                <c:pt idx="6975">
                  <c:v>3.1037449988483488</c:v>
                </c:pt>
                <c:pt idx="6976">
                  <c:v>3.1033713520384225</c:v>
                </c:pt>
                <c:pt idx="6977">
                  <c:v>3.1015069568258791</c:v>
                </c:pt>
                <c:pt idx="6978">
                  <c:v>3.0993853595284202</c:v>
                </c:pt>
                <c:pt idx="6979">
                  <c:v>3.0995128942272423</c:v>
                </c:pt>
                <c:pt idx="6980">
                  <c:v>3.0994693874069084</c:v>
                </c:pt>
                <c:pt idx="6981">
                  <c:v>3.0981236617387373</c:v>
                </c:pt>
                <c:pt idx="6982">
                  <c:v>3.0983693473123877</c:v>
                </c:pt>
                <c:pt idx="6983">
                  <c:v>3.1032429642646919</c:v>
                </c:pt>
                <c:pt idx="6984">
                  <c:v>3.1060069269682571</c:v>
                </c:pt>
                <c:pt idx="6985">
                  <c:v>3.1070702848417118</c:v>
                </c:pt>
                <c:pt idx="6986">
                  <c:v>3.1075663479010092</c:v>
                </c:pt>
                <c:pt idx="6987">
                  <c:v>3.107089052489699</c:v>
                </c:pt>
                <c:pt idx="6988">
                  <c:v>3.1041489298175273</c:v>
                </c:pt>
                <c:pt idx="6989">
                  <c:v>3.1006717964904498</c:v>
                </c:pt>
                <c:pt idx="6990">
                  <c:v>3.0976587359136007</c:v>
                </c:pt>
                <c:pt idx="6991">
                  <c:v>3.0983394896905896</c:v>
                </c:pt>
                <c:pt idx="6992">
                  <c:v>3.100577958250514</c:v>
                </c:pt>
                <c:pt idx="6993">
                  <c:v>3.102447898449963</c:v>
                </c:pt>
                <c:pt idx="6994">
                  <c:v>3.101764158910794</c:v>
                </c:pt>
                <c:pt idx="6995">
                  <c:v>3.1014647296179079</c:v>
                </c:pt>
                <c:pt idx="6996">
                  <c:v>3.1019347738924954</c:v>
                </c:pt>
                <c:pt idx="6997">
                  <c:v>3.1006304223573871</c:v>
                </c:pt>
                <c:pt idx="6998">
                  <c:v>3.0972705868302297</c:v>
                </c:pt>
                <c:pt idx="6999">
                  <c:v>3.0926251674159508</c:v>
                </c:pt>
                <c:pt idx="7000">
                  <c:v>3.0892977487353166</c:v>
                </c:pt>
                <c:pt idx="7001">
                  <c:v>3.0878637298141149</c:v>
                </c:pt>
                <c:pt idx="7002">
                  <c:v>3.086472791175793</c:v>
                </c:pt>
                <c:pt idx="7003">
                  <c:v>3.0870891377971899</c:v>
                </c:pt>
                <c:pt idx="7004">
                  <c:v>3.0891424891019681</c:v>
                </c:pt>
                <c:pt idx="7005">
                  <c:v>3.0892734361004242</c:v>
                </c:pt>
                <c:pt idx="7006">
                  <c:v>3.0906221475307745</c:v>
                </c:pt>
                <c:pt idx="7007">
                  <c:v>3.0936113220101857</c:v>
                </c:pt>
                <c:pt idx="7008">
                  <c:v>3.0934620339011967</c:v>
                </c:pt>
                <c:pt idx="7009">
                  <c:v>3.0917157895634815</c:v>
                </c:pt>
                <c:pt idx="7010">
                  <c:v>3.092803460071829</c:v>
                </c:pt>
                <c:pt idx="7011">
                  <c:v>3.094156010339268</c:v>
                </c:pt>
                <c:pt idx="7012">
                  <c:v>3.093823737662404</c:v>
                </c:pt>
                <c:pt idx="7013">
                  <c:v>3.0919252194535201</c:v>
                </c:pt>
                <c:pt idx="7014">
                  <c:v>3.0880002217994762</c:v>
                </c:pt>
                <c:pt idx="7015">
                  <c:v>3.0847308122126202</c:v>
                </c:pt>
                <c:pt idx="7016">
                  <c:v>3.0831551828566068</c:v>
                </c:pt>
                <c:pt idx="7017">
                  <c:v>3.084123422877763</c:v>
                </c:pt>
                <c:pt idx="7018">
                  <c:v>3.0844373544440939</c:v>
                </c:pt>
                <c:pt idx="7019">
                  <c:v>3.0844876858636958</c:v>
                </c:pt>
                <c:pt idx="7020">
                  <c:v>3.0859826996408555</c:v>
                </c:pt>
                <c:pt idx="7021">
                  <c:v>3.0862616551359374</c:v>
                </c:pt>
                <c:pt idx="7022">
                  <c:v>3.086978664596538</c:v>
                </c:pt>
                <c:pt idx="7023">
                  <c:v>3.084826356602373</c:v>
                </c:pt>
                <c:pt idx="7024">
                  <c:v>3.0806885167586566</c:v>
                </c:pt>
                <c:pt idx="7025">
                  <c:v>3.0791389061873522</c:v>
                </c:pt>
                <c:pt idx="7026">
                  <c:v>3.0781668273291078</c:v>
                </c:pt>
                <c:pt idx="7027">
                  <c:v>3.0788497137933684</c:v>
                </c:pt>
                <c:pt idx="7028">
                  <c:v>3.0805874273819982</c:v>
                </c:pt>
                <c:pt idx="7029">
                  <c:v>3.0817744811171868</c:v>
                </c:pt>
                <c:pt idx="7030">
                  <c:v>3.0822841933750205</c:v>
                </c:pt>
                <c:pt idx="7031">
                  <c:v>3.0817872772408146</c:v>
                </c:pt>
                <c:pt idx="7032">
                  <c:v>3.0795709886285114</c:v>
                </c:pt>
                <c:pt idx="7033">
                  <c:v>3.081697277837967</c:v>
                </c:pt>
                <c:pt idx="7034">
                  <c:v>3.0843541796405143</c:v>
                </c:pt>
                <c:pt idx="7035">
                  <c:v>3.0864429335539953</c:v>
                </c:pt>
                <c:pt idx="7036">
                  <c:v>3.0866242119720533</c:v>
                </c:pt>
                <c:pt idx="7037">
                  <c:v>3.0835411992527062</c:v>
                </c:pt>
                <c:pt idx="7038">
                  <c:v>3.0809704580159183</c:v>
                </c:pt>
                <c:pt idx="7039">
                  <c:v>3.0816733917405288</c:v>
                </c:pt>
                <c:pt idx="7040">
                  <c:v>3.0820747634849814</c:v>
                </c:pt>
                <c:pt idx="7041">
                  <c:v>3.0795458229187105</c:v>
                </c:pt>
                <c:pt idx="7042">
                  <c:v>3.0798452522115967</c:v>
                </c:pt>
                <c:pt idx="7043">
                  <c:v>3.0810873292783838</c:v>
                </c:pt>
                <c:pt idx="7044">
                  <c:v>3.0799476212006178</c:v>
                </c:pt>
                <c:pt idx="7045">
                  <c:v>3.0796895660407939</c:v>
                </c:pt>
                <c:pt idx="7046">
                  <c:v>3.0806224034532472</c:v>
                </c:pt>
                <c:pt idx="7047">
                  <c:v>3.081971114883598</c:v>
                </c:pt>
                <c:pt idx="7048">
                  <c:v>3.0832588314579903</c:v>
                </c:pt>
                <c:pt idx="7049">
                  <c:v>3.0822095493205257</c:v>
                </c:pt>
                <c:pt idx="7050">
                  <c:v>3.077782517082825</c:v>
                </c:pt>
                <c:pt idx="7051">
                  <c:v>3.0746658079045921</c:v>
                </c:pt>
                <c:pt idx="7052">
                  <c:v>3.0738464294549703</c:v>
                </c:pt>
                <c:pt idx="7053">
                  <c:v>3.0735444409373587</c:v>
                </c:pt>
                <c:pt idx="7054">
                  <c:v>3.0722545916756951</c:v>
                </c:pt>
                <c:pt idx="7055">
                  <c:v>3.0735568105235322</c:v>
                </c:pt>
                <c:pt idx="7056">
                  <c:v>3.0760119601102174</c:v>
                </c:pt>
                <c:pt idx="7057">
                  <c:v>3.0750343362650674</c:v>
                </c:pt>
                <c:pt idx="7058">
                  <c:v>3.073536336725728</c:v>
                </c:pt>
                <c:pt idx="7059">
                  <c:v>3.0742695546095904</c:v>
                </c:pt>
                <c:pt idx="7060">
                  <c:v>3.0713895737184682</c:v>
                </c:pt>
                <c:pt idx="7061">
                  <c:v>3.0674411165044404</c:v>
                </c:pt>
                <c:pt idx="7062">
                  <c:v>3.0671327299250146</c:v>
                </c:pt>
                <c:pt idx="7063">
                  <c:v>3.0670346263105364</c:v>
                </c:pt>
                <c:pt idx="7064">
                  <c:v>3.0668277556452233</c:v>
                </c:pt>
                <c:pt idx="7065">
                  <c:v>3.069392951895106</c:v>
                </c:pt>
                <c:pt idx="7066">
                  <c:v>3.0702063588203679</c:v>
                </c:pt>
                <c:pt idx="7067">
                  <c:v>3.0687190227173846</c:v>
                </c:pt>
                <c:pt idx="7068">
                  <c:v>3.0683287409467424</c:v>
                </c:pt>
                <c:pt idx="7069">
                  <c:v>3.0693592554362197</c:v>
                </c:pt>
                <c:pt idx="7070">
                  <c:v>3.0695618607269903</c:v>
                </c:pt>
                <c:pt idx="7071">
                  <c:v>3.0711289593339193</c:v>
                </c:pt>
                <c:pt idx="7072">
                  <c:v>3.071288057804356</c:v>
                </c:pt>
                <c:pt idx="7073">
                  <c:v>3.0688196855565888</c:v>
                </c:pt>
                <c:pt idx="7074">
                  <c:v>3.0671668529213552</c:v>
                </c:pt>
                <c:pt idx="7075">
                  <c:v>3.0663385171851942</c:v>
                </c:pt>
                <c:pt idx="7076">
                  <c:v>3.0655106079864871</c:v>
                </c:pt>
                <c:pt idx="7077">
                  <c:v>3.0647786697149875</c:v>
                </c:pt>
                <c:pt idx="7078">
                  <c:v>3.0650145449271902</c:v>
                </c:pt>
                <c:pt idx="7079">
                  <c:v>3.0645150695682588</c:v>
                </c:pt>
                <c:pt idx="7080">
                  <c:v>3.0659004632196751</c:v>
                </c:pt>
                <c:pt idx="7081">
                  <c:v>3.0693251324398796</c:v>
                </c:pt>
                <c:pt idx="7082">
                  <c:v>3.0724516519795602</c:v>
                </c:pt>
                <c:pt idx="7083">
                  <c:v>3.0727843511938784</c:v>
                </c:pt>
                <c:pt idx="7084">
                  <c:v>3.0703650307533503</c:v>
                </c:pt>
                <c:pt idx="7085">
                  <c:v>3.0671881797940679</c:v>
                </c:pt>
                <c:pt idx="7086">
                  <c:v>3.0660770497257364</c:v>
                </c:pt>
                <c:pt idx="7087">
                  <c:v>3.0665261936650658</c:v>
                </c:pt>
                <c:pt idx="7088">
                  <c:v>3.0685995922301936</c:v>
                </c:pt>
                <c:pt idx="7089">
                  <c:v>3.0697422860701398</c:v>
                </c:pt>
                <c:pt idx="7090">
                  <c:v>3.0694829512979536</c:v>
                </c:pt>
                <c:pt idx="7091">
                  <c:v>3.0693669331103965</c:v>
                </c:pt>
                <c:pt idx="7092">
                  <c:v>3.0686251844774488</c:v>
                </c:pt>
                <c:pt idx="7093">
                  <c:v>3.0654769115276013</c:v>
                </c:pt>
                <c:pt idx="7094">
                  <c:v>3.0614730044445202</c:v>
                </c:pt>
                <c:pt idx="7095">
                  <c:v>3.0604787456386546</c:v>
                </c:pt>
                <c:pt idx="7096">
                  <c:v>3.0625265519565272</c:v>
                </c:pt>
                <c:pt idx="7097">
                  <c:v>3.0644822261842815</c:v>
                </c:pt>
                <c:pt idx="7098">
                  <c:v>3.0623712923231787</c:v>
                </c:pt>
                <c:pt idx="7099">
                  <c:v>3.0600001706149818</c:v>
                </c:pt>
                <c:pt idx="7100">
                  <c:v>3.0594405534750004</c:v>
                </c:pt>
                <c:pt idx="7101">
                  <c:v>3.0618031444341129</c:v>
                </c:pt>
                <c:pt idx="7102">
                  <c:v>3.0655135937486673</c:v>
                </c:pt>
                <c:pt idx="7103">
                  <c:v>3.0659478088770973</c:v>
                </c:pt>
                <c:pt idx="7104">
                  <c:v>3.0649552562210487</c:v>
                </c:pt>
                <c:pt idx="7105">
                  <c:v>3.0625380684677923</c:v>
                </c:pt>
                <c:pt idx="7106">
                  <c:v>3.0612017266236147</c:v>
                </c:pt>
                <c:pt idx="7107">
                  <c:v>3.0622394922498146</c:v>
                </c:pt>
                <c:pt idx="7108">
                  <c:v>3.0627261714851182</c:v>
                </c:pt>
                <c:pt idx="7109">
                  <c:v>3.0651958233452481</c:v>
                </c:pt>
                <c:pt idx="7110">
                  <c:v>3.0650486679235303</c:v>
                </c:pt>
                <c:pt idx="7111">
                  <c:v>3.0633220443087108</c:v>
                </c:pt>
                <c:pt idx="7112">
                  <c:v>3.0632030403589741</c:v>
                </c:pt>
                <c:pt idx="7113">
                  <c:v>3.0648673895054723</c:v>
                </c:pt>
                <c:pt idx="7114">
                  <c:v>3.0643286727007499</c:v>
                </c:pt>
                <c:pt idx="7115">
                  <c:v>3.0628353650734073</c:v>
                </c:pt>
                <c:pt idx="7116">
                  <c:v>3.0616815812596503</c:v>
                </c:pt>
                <c:pt idx="7117">
                  <c:v>3.0624732347747456</c:v>
                </c:pt>
                <c:pt idx="7118">
                  <c:v>3.0627811948167167</c:v>
                </c:pt>
                <c:pt idx="7119">
                  <c:v>3.0636155020772375</c:v>
                </c:pt>
                <c:pt idx="7120">
                  <c:v>3.0645764909616715</c:v>
                </c:pt>
                <c:pt idx="7121">
                  <c:v>3.0644532216373919</c:v>
                </c:pt>
                <c:pt idx="7122">
                  <c:v>3.0640501437431222</c:v>
                </c:pt>
                <c:pt idx="7123">
                  <c:v>3.0651565818994566</c:v>
                </c:pt>
                <c:pt idx="7124">
                  <c:v>3.0671335829999231</c:v>
                </c:pt>
                <c:pt idx="7125">
                  <c:v>3.0681453298414132</c:v>
                </c:pt>
                <c:pt idx="7126">
                  <c:v>3.0670981803912203</c:v>
                </c:pt>
                <c:pt idx="7127">
                  <c:v>3.0654517458178003</c:v>
                </c:pt>
                <c:pt idx="7128">
                  <c:v>3.0634299582846372</c:v>
                </c:pt>
                <c:pt idx="7129">
                  <c:v>3.0620339011968642</c:v>
                </c:pt>
                <c:pt idx="7130">
                  <c:v>3.0639691016268138</c:v>
                </c:pt>
                <c:pt idx="7131">
                  <c:v>3.0650550659853444</c:v>
                </c:pt>
                <c:pt idx="7132">
                  <c:v>3.0649637869701341</c:v>
                </c:pt>
                <c:pt idx="7133">
                  <c:v>3.0639848835126213</c:v>
                </c:pt>
                <c:pt idx="7134">
                  <c:v>3.0641371573837897</c:v>
                </c:pt>
                <c:pt idx="7135">
                  <c:v>3.0620330481219558</c:v>
                </c:pt>
                <c:pt idx="7136">
                  <c:v>3.0580406575501393</c:v>
                </c:pt>
                <c:pt idx="7137">
                  <c:v>3.0581144485297256</c:v>
                </c:pt>
                <c:pt idx="7138">
                  <c:v>3.0583998020866212</c:v>
                </c:pt>
                <c:pt idx="7139">
                  <c:v>3.0583818875135425</c:v>
                </c:pt>
                <c:pt idx="7140">
                  <c:v>3.0589982341349393</c:v>
                </c:pt>
                <c:pt idx="7141">
                  <c:v>3.059978843742269</c:v>
                </c:pt>
                <c:pt idx="7142">
                  <c:v>3.0586305588493725</c:v>
                </c:pt>
                <c:pt idx="7143">
                  <c:v>3.0578875306040625</c:v>
                </c:pt>
                <c:pt idx="7144">
                  <c:v>3.0596905044231932</c:v>
                </c:pt>
                <c:pt idx="7145">
                  <c:v>3.0626024756233843</c:v>
                </c:pt>
                <c:pt idx="7146">
                  <c:v>3.0646110404954658</c:v>
                </c:pt>
                <c:pt idx="7147">
                  <c:v>3.0636794826953753</c:v>
                </c:pt>
                <c:pt idx="7148">
                  <c:v>3.060879690845653</c:v>
                </c:pt>
                <c:pt idx="7149">
                  <c:v>3.0598090818354762</c:v>
                </c:pt>
                <c:pt idx="7150">
                  <c:v>3.0597800772885866</c:v>
                </c:pt>
                <c:pt idx="7151">
                  <c:v>3.060332016754391</c:v>
                </c:pt>
                <c:pt idx="7152">
                  <c:v>3.0592882796038321</c:v>
                </c:pt>
                <c:pt idx="7153">
                  <c:v>3.0595591308872834</c:v>
                </c:pt>
                <c:pt idx="7154">
                  <c:v>3.0602424438889977</c:v>
                </c:pt>
                <c:pt idx="7155">
                  <c:v>3.0611676036272746</c:v>
                </c:pt>
                <c:pt idx="7156">
                  <c:v>3.0651190466034821</c:v>
                </c:pt>
                <c:pt idx="7157">
                  <c:v>3.0658573829367959</c:v>
                </c:pt>
                <c:pt idx="7158">
                  <c:v>3.0650256349010006</c:v>
                </c:pt>
                <c:pt idx="7159">
                  <c:v>3.0642774882062396</c:v>
                </c:pt>
                <c:pt idx="7160">
                  <c:v>3.0638266381170931</c:v>
                </c:pt>
                <c:pt idx="7161">
                  <c:v>3.0630733729728807</c:v>
                </c:pt>
                <c:pt idx="7162">
                  <c:v>3.0610882676607831</c:v>
                </c:pt>
                <c:pt idx="7163">
                  <c:v>3.0612721053035665</c:v>
                </c:pt>
                <c:pt idx="7164">
                  <c:v>3.0620010578128865</c:v>
                </c:pt>
                <c:pt idx="7165">
                  <c:v>3.0614947578546872</c:v>
                </c:pt>
                <c:pt idx="7166">
                  <c:v>3.0594537761360825</c:v>
                </c:pt>
                <c:pt idx="7167">
                  <c:v>3.0589129266440884</c:v>
                </c:pt>
                <c:pt idx="7168">
                  <c:v>3.0605393139571584</c:v>
                </c:pt>
                <c:pt idx="7169">
                  <c:v>3.0622847052199655</c:v>
                </c:pt>
                <c:pt idx="7170">
                  <c:v>3.0635050288765857</c:v>
                </c:pt>
                <c:pt idx="7171">
                  <c:v>3.064575637886763</c:v>
                </c:pt>
                <c:pt idx="7172">
                  <c:v>3.065439802769081</c:v>
                </c:pt>
                <c:pt idx="7173">
                  <c:v>3.0658202741782756</c:v>
                </c:pt>
                <c:pt idx="7174">
                  <c:v>3.069113996400024</c:v>
                </c:pt>
                <c:pt idx="7175">
                  <c:v>3.0685774122825724</c:v>
                </c:pt>
                <c:pt idx="7176">
                  <c:v>3.0636022794161555</c:v>
                </c:pt>
                <c:pt idx="7177">
                  <c:v>3.0605973230509371</c:v>
                </c:pt>
                <c:pt idx="7178">
                  <c:v>3.0598355271576398</c:v>
                </c:pt>
                <c:pt idx="7179">
                  <c:v>3.0613399247587929</c:v>
                </c:pt>
                <c:pt idx="7180">
                  <c:v>3.0630853160216001</c:v>
                </c:pt>
                <c:pt idx="7181">
                  <c:v>3.0647411344190134</c:v>
                </c:pt>
                <c:pt idx="7182">
                  <c:v>3.0663828770804362</c:v>
                </c:pt>
                <c:pt idx="7183">
                  <c:v>3.0672649565358334</c:v>
                </c:pt>
                <c:pt idx="7184">
                  <c:v>3.0655566740315465</c:v>
                </c:pt>
                <c:pt idx="7185">
                  <c:v>3.0639533197410063</c:v>
                </c:pt>
                <c:pt idx="7186">
                  <c:v>3.0643986248432475</c:v>
                </c:pt>
                <c:pt idx="7187">
                  <c:v>3.0649185739999831</c:v>
                </c:pt>
                <c:pt idx="7188">
                  <c:v>3.0654730726905131</c:v>
                </c:pt>
                <c:pt idx="7189">
                  <c:v>3.066437473874581</c:v>
                </c:pt>
                <c:pt idx="7190">
                  <c:v>3.0661265280704297</c:v>
                </c:pt>
                <c:pt idx="7191">
                  <c:v>3.0659004632196751</c:v>
                </c:pt>
                <c:pt idx="7192">
                  <c:v>3.0673711643619428</c:v>
                </c:pt>
                <c:pt idx="7193">
                  <c:v>3.0645479129522362</c:v>
                </c:pt>
                <c:pt idx="7194">
                  <c:v>3.0625568361157791</c:v>
                </c:pt>
                <c:pt idx="7195">
                  <c:v>3.0624745143871084</c:v>
                </c:pt>
                <c:pt idx="7196">
                  <c:v>3.0652666285626542</c:v>
                </c:pt>
                <c:pt idx="7197">
                  <c:v>3.0654496131305291</c:v>
                </c:pt>
                <c:pt idx="7198">
                  <c:v>3.0645696663624031</c:v>
                </c:pt>
                <c:pt idx="7199">
                  <c:v>3.0637345060269743</c:v>
                </c:pt>
                <c:pt idx="7200">
                  <c:v>3.0649292374363393</c:v>
                </c:pt>
                <c:pt idx="7201">
                  <c:v>3.0670525408836151</c:v>
                </c:pt>
                <c:pt idx="7202">
                  <c:v>3.0711293858713735</c:v>
                </c:pt>
                <c:pt idx="7203">
                  <c:v>3.0735627820478917</c:v>
                </c:pt>
                <c:pt idx="7204">
                  <c:v>3.0723893775112394</c:v>
                </c:pt>
                <c:pt idx="7205">
                  <c:v>3.0701010040691674</c:v>
                </c:pt>
                <c:pt idx="7206">
                  <c:v>3.0687203023297478</c:v>
                </c:pt>
                <c:pt idx="7207">
                  <c:v>3.0686183598781809</c:v>
                </c:pt>
                <c:pt idx="7208">
                  <c:v>3.0706717111829591</c:v>
                </c:pt>
                <c:pt idx="7209">
                  <c:v>3.0763118159405578</c:v>
                </c:pt>
                <c:pt idx="7210">
                  <c:v>3.0770109108280796</c:v>
                </c:pt>
                <c:pt idx="7211">
                  <c:v>3.0749195976898731</c:v>
                </c:pt>
                <c:pt idx="7212">
                  <c:v>3.0723420318538173</c:v>
                </c:pt>
                <c:pt idx="7213">
                  <c:v>3.070959197427126</c:v>
                </c:pt>
                <c:pt idx="7214">
                  <c:v>3.0725036895489795</c:v>
                </c:pt>
                <c:pt idx="7215">
                  <c:v>3.0724589031162828</c:v>
                </c:pt>
                <c:pt idx="7216">
                  <c:v>3.0707105260912959</c:v>
                </c:pt>
                <c:pt idx="7217">
                  <c:v>3.0700139904284995</c:v>
                </c:pt>
                <c:pt idx="7218">
                  <c:v>3.0688465574162067</c:v>
                </c:pt>
                <c:pt idx="7219">
                  <c:v>3.0685803980447521</c:v>
                </c:pt>
                <c:pt idx="7220">
                  <c:v>3.0700455542001142</c:v>
                </c:pt>
                <c:pt idx="7221">
                  <c:v>3.0700084454415943</c:v>
                </c:pt>
                <c:pt idx="7222">
                  <c:v>3.0698540388831543</c:v>
                </c:pt>
                <c:pt idx="7223">
                  <c:v>3.0700792506590004</c:v>
                </c:pt>
                <c:pt idx="7224">
                  <c:v>3.0702136099570905</c:v>
                </c:pt>
                <c:pt idx="7225">
                  <c:v>3.0695789222251606</c:v>
                </c:pt>
                <c:pt idx="7226">
                  <c:v>3.0683261817220169</c:v>
                </c:pt>
                <c:pt idx="7227">
                  <c:v>3.0676731528795544</c:v>
                </c:pt>
                <c:pt idx="7228">
                  <c:v>3.0682101635344599</c:v>
                </c:pt>
                <c:pt idx="7229">
                  <c:v>3.0688260836184025</c:v>
                </c:pt>
                <c:pt idx="7230">
                  <c:v>3.0711191489724712</c:v>
                </c:pt>
                <c:pt idx="7231">
                  <c:v>3.0729976199210052</c:v>
                </c:pt>
                <c:pt idx="7232">
                  <c:v>3.0731690879776155</c:v>
                </c:pt>
                <c:pt idx="7233">
                  <c:v>3.071407488291547</c:v>
                </c:pt>
                <c:pt idx="7234">
                  <c:v>3.0715653071496209</c:v>
                </c:pt>
                <c:pt idx="7235">
                  <c:v>3.0692649906588296</c:v>
                </c:pt>
                <c:pt idx="7236">
                  <c:v>3.0674308796055381</c:v>
                </c:pt>
                <c:pt idx="7237">
                  <c:v>3.0662728304172391</c:v>
                </c:pt>
                <c:pt idx="7238">
                  <c:v>3.0672299804645844</c:v>
                </c:pt>
                <c:pt idx="7239">
                  <c:v>3.0698344181602586</c:v>
                </c:pt>
                <c:pt idx="7240">
                  <c:v>3.0721599003608508</c:v>
                </c:pt>
                <c:pt idx="7241">
                  <c:v>3.070053231874291</c:v>
                </c:pt>
                <c:pt idx="7242">
                  <c:v>3.0676432952577564</c:v>
                </c:pt>
                <c:pt idx="7243">
                  <c:v>3.0698719534562331</c:v>
                </c:pt>
                <c:pt idx="7244">
                  <c:v>3.0723258234305555</c:v>
                </c:pt>
                <c:pt idx="7245">
                  <c:v>3.0733465275585847</c:v>
                </c:pt>
                <c:pt idx="7246">
                  <c:v>3.0741151480511504</c:v>
                </c:pt>
                <c:pt idx="7247">
                  <c:v>3.0741603610213013</c:v>
                </c:pt>
                <c:pt idx="7248">
                  <c:v>3.0718873429275826</c:v>
                </c:pt>
                <c:pt idx="7249">
                  <c:v>3.0713865879562885</c:v>
                </c:pt>
                <c:pt idx="7250">
                  <c:v>3.0741752898322003</c:v>
                </c:pt>
                <c:pt idx="7251">
                  <c:v>3.0773713349769243</c:v>
                </c:pt>
                <c:pt idx="7252">
                  <c:v>3.0783975840918592</c:v>
                </c:pt>
                <c:pt idx="7253">
                  <c:v>3.0765668853382016</c:v>
                </c:pt>
                <c:pt idx="7254">
                  <c:v>3.0780589133531815</c:v>
                </c:pt>
                <c:pt idx="7255">
                  <c:v>3.0811372341605319</c:v>
                </c:pt>
                <c:pt idx="7256">
                  <c:v>3.0807409808655297</c:v>
                </c:pt>
                <c:pt idx="7257">
                  <c:v>3.0804748214940756</c:v>
                </c:pt>
                <c:pt idx="7258">
                  <c:v>3.0818226798495174</c:v>
                </c:pt>
                <c:pt idx="7259">
                  <c:v>3.0805230202264062</c:v>
                </c:pt>
                <c:pt idx="7260">
                  <c:v>3.0777381571875826</c:v>
                </c:pt>
                <c:pt idx="7261">
                  <c:v>3.0766155106079864</c:v>
                </c:pt>
                <c:pt idx="7262">
                  <c:v>3.0773982068365422</c:v>
                </c:pt>
                <c:pt idx="7263">
                  <c:v>3.0767268368835468</c:v>
                </c:pt>
                <c:pt idx="7264">
                  <c:v>3.0783237931122733</c:v>
                </c:pt>
                <c:pt idx="7265">
                  <c:v>3.0780665910273579</c:v>
                </c:pt>
                <c:pt idx="7266">
                  <c:v>3.0772800559617139</c:v>
                </c:pt>
                <c:pt idx="7267">
                  <c:v>3.0774532301681412</c:v>
                </c:pt>
                <c:pt idx="7268">
                  <c:v>3.0779646485757914</c:v>
                </c:pt>
                <c:pt idx="7269">
                  <c:v>3.0773065012838776</c:v>
                </c:pt>
                <c:pt idx="7270">
                  <c:v>3.0772241795552069</c:v>
                </c:pt>
                <c:pt idx="7271">
                  <c:v>3.0783660203202441</c:v>
                </c:pt>
                <c:pt idx="7272">
                  <c:v>3.0784598585601803</c:v>
                </c:pt>
                <c:pt idx="7273">
                  <c:v>3.0782299548723375</c:v>
                </c:pt>
                <c:pt idx="7274">
                  <c:v>3.0783988637042219</c:v>
                </c:pt>
                <c:pt idx="7275">
                  <c:v>3.0805639678220142</c:v>
                </c:pt>
                <c:pt idx="7276">
                  <c:v>3.0815940557740373</c:v>
                </c:pt>
                <c:pt idx="7277">
                  <c:v>3.0802675242913082</c:v>
                </c:pt>
                <c:pt idx="7278">
                  <c:v>3.0769469302099419</c:v>
                </c:pt>
                <c:pt idx="7279">
                  <c:v>3.0750543835254174</c:v>
                </c:pt>
                <c:pt idx="7280">
                  <c:v>3.0799497538878891</c:v>
                </c:pt>
                <c:pt idx="7281">
                  <c:v>3.0842906255598304</c:v>
                </c:pt>
                <c:pt idx="7282">
                  <c:v>3.0832328126732809</c:v>
                </c:pt>
                <c:pt idx="7283">
                  <c:v>3.0812720199960757</c:v>
                </c:pt>
                <c:pt idx="7284">
                  <c:v>3.0816426810438227</c:v>
                </c:pt>
                <c:pt idx="7285">
                  <c:v>3.0852917089649643</c:v>
                </c:pt>
                <c:pt idx="7286">
                  <c:v>3.086250565162127</c:v>
                </c:pt>
                <c:pt idx="7287">
                  <c:v>3.0854256417256001</c:v>
                </c:pt>
                <c:pt idx="7288">
                  <c:v>3.0846877319297406</c:v>
                </c:pt>
                <c:pt idx="7289">
                  <c:v>3.0869948730197998</c:v>
                </c:pt>
                <c:pt idx="7290">
                  <c:v>3.0882860018938265</c:v>
                </c:pt>
                <c:pt idx="7291">
                  <c:v>3.0867274340359825</c:v>
                </c:pt>
                <c:pt idx="7292">
                  <c:v>3.0847201487762641</c:v>
                </c:pt>
                <c:pt idx="7293">
                  <c:v>3.0855122288288133</c:v>
                </c:pt>
                <c:pt idx="7294">
                  <c:v>3.0865602313539151</c:v>
                </c:pt>
                <c:pt idx="7295">
                  <c:v>3.0878884689864616</c:v>
                </c:pt>
                <c:pt idx="7296">
                  <c:v>3.0892201189186421</c:v>
                </c:pt>
                <c:pt idx="7297">
                  <c:v>3.0893924400501609</c:v>
                </c:pt>
                <c:pt idx="7298">
                  <c:v>3.0890537693114832</c:v>
                </c:pt>
                <c:pt idx="7299">
                  <c:v>3.0866975764141849</c:v>
                </c:pt>
                <c:pt idx="7300">
                  <c:v>3.0834511998498586</c:v>
                </c:pt>
                <c:pt idx="7301">
                  <c:v>3.0816209276336557</c:v>
                </c:pt>
                <c:pt idx="7302">
                  <c:v>3.0831317232966229</c:v>
                </c:pt>
                <c:pt idx="7303">
                  <c:v>3.086779898142856</c:v>
                </c:pt>
                <c:pt idx="7304">
                  <c:v>3.0894137669228736</c:v>
                </c:pt>
                <c:pt idx="7305">
                  <c:v>3.090775701014306</c:v>
                </c:pt>
                <c:pt idx="7306">
                  <c:v>3.0916795338798702</c:v>
                </c:pt>
                <c:pt idx="7307">
                  <c:v>3.0920574460643389</c:v>
                </c:pt>
                <c:pt idx="7308">
                  <c:v>3.0930209941734983</c:v>
                </c:pt>
                <c:pt idx="7309">
                  <c:v>3.090772288714672</c:v>
                </c:pt>
                <c:pt idx="7310">
                  <c:v>3.0890844800081894</c:v>
                </c:pt>
                <c:pt idx="7311">
                  <c:v>3.090387551930935</c:v>
                </c:pt>
                <c:pt idx="7312">
                  <c:v>3.0905496361635514</c:v>
                </c:pt>
                <c:pt idx="7313">
                  <c:v>3.0904792574835995</c:v>
                </c:pt>
                <c:pt idx="7314">
                  <c:v>3.0908610085051569</c:v>
                </c:pt>
                <c:pt idx="7315">
                  <c:v>3.0940736886105968</c:v>
                </c:pt>
                <c:pt idx="7316">
                  <c:v>3.0975670303609362</c:v>
                </c:pt>
                <c:pt idx="7317">
                  <c:v>3.098458920177781</c:v>
                </c:pt>
                <c:pt idx="7318">
                  <c:v>3.095508560606707</c:v>
                </c:pt>
                <c:pt idx="7319">
                  <c:v>3.0949519292289054</c:v>
                </c:pt>
                <c:pt idx="7320">
                  <c:v>3.0971183129590609</c:v>
                </c:pt>
                <c:pt idx="7321">
                  <c:v>3.097031299318393</c:v>
                </c:pt>
                <c:pt idx="7322">
                  <c:v>3.0965249993601938</c:v>
                </c:pt>
                <c:pt idx="7323">
                  <c:v>3.0966759936189998</c:v>
                </c:pt>
                <c:pt idx="7324">
                  <c:v>3.0969681717751634</c:v>
                </c:pt>
                <c:pt idx="7325">
                  <c:v>3.0977709152640696</c:v>
                </c:pt>
                <c:pt idx="7326">
                  <c:v>3.0990846506231713</c:v>
                </c:pt>
                <c:pt idx="7327">
                  <c:v>3.1004866792353036</c:v>
                </c:pt>
                <c:pt idx="7328">
                  <c:v>3.1019147266321454</c:v>
                </c:pt>
                <c:pt idx="7329">
                  <c:v>3.1009115105397407</c:v>
                </c:pt>
                <c:pt idx="7330">
                  <c:v>3.0985519053428083</c:v>
                </c:pt>
                <c:pt idx="7331">
                  <c:v>3.0977700621891606</c:v>
                </c:pt>
                <c:pt idx="7332">
                  <c:v>3.0976403948030677</c:v>
                </c:pt>
                <c:pt idx="7333">
                  <c:v>3.0978587819796455</c:v>
                </c:pt>
                <c:pt idx="7334">
                  <c:v>3.0967988364058248</c:v>
                </c:pt>
                <c:pt idx="7335">
                  <c:v>3.0949561946034483</c:v>
                </c:pt>
                <c:pt idx="7336">
                  <c:v>3.0955077075317985</c:v>
                </c:pt>
                <c:pt idx="7337">
                  <c:v>3.0979961270399152</c:v>
                </c:pt>
                <c:pt idx="7338">
                  <c:v>3.1000861605657595</c:v>
                </c:pt>
                <c:pt idx="7339">
                  <c:v>3.1028006449246308</c:v>
                </c:pt>
                <c:pt idx="7340">
                  <c:v>3.1054856981991588</c:v>
                </c:pt>
                <c:pt idx="7341">
                  <c:v>3.1054848451242503</c:v>
                </c:pt>
                <c:pt idx="7342">
                  <c:v>3.1055466930551172</c:v>
                </c:pt>
                <c:pt idx="7343">
                  <c:v>3.1071445023587523</c:v>
                </c:pt>
                <c:pt idx="7344">
                  <c:v>3.1099093181372255</c:v>
                </c:pt>
                <c:pt idx="7345">
                  <c:v>3.1138684387876099</c:v>
                </c:pt>
                <c:pt idx="7346">
                  <c:v>3.1148848775410967</c:v>
                </c:pt>
                <c:pt idx="7347">
                  <c:v>3.1119827167023537</c:v>
                </c:pt>
                <c:pt idx="7348">
                  <c:v>3.1095548655127407</c:v>
                </c:pt>
                <c:pt idx="7349">
                  <c:v>3.1086049666021172</c:v>
                </c:pt>
                <c:pt idx="7350">
                  <c:v>3.1095574247374662</c:v>
                </c:pt>
                <c:pt idx="7351">
                  <c:v>3.1092008394257098</c:v>
                </c:pt>
                <c:pt idx="7352">
                  <c:v>3.1099293653975755</c:v>
                </c:pt>
                <c:pt idx="7353">
                  <c:v>3.1120185458485108</c:v>
                </c:pt>
                <c:pt idx="7354">
                  <c:v>3.1122800133079687</c:v>
                </c:pt>
                <c:pt idx="7355">
                  <c:v>3.1123137097668545</c:v>
                </c:pt>
                <c:pt idx="7356">
                  <c:v>3.1129722835962226</c:v>
                </c:pt>
                <c:pt idx="7357">
                  <c:v>3.116109893109714</c:v>
                </c:pt>
                <c:pt idx="7358">
                  <c:v>3.119146413246547</c:v>
                </c:pt>
                <c:pt idx="7359">
                  <c:v>3.1198873088045862</c:v>
                </c:pt>
                <c:pt idx="7360">
                  <c:v>3.1180804961483668</c:v>
                </c:pt>
                <c:pt idx="7361">
                  <c:v>3.1156820760430972</c:v>
                </c:pt>
                <c:pt idx="7362">
                  <c:v>3.1168298883324943</c:v>
                </c:pt>
                <c:pt idx="7363">
                  <c:v>3.1199935166306956</c:v>
                </c:pt>
                <c:pt idx="7364">
                  <c:v>3.1219841669296979</c:v>
                </c:pt>
                <c:pt idx="7365">
                  <c:v>3.1237265724303249</c:v>
                </c:pt>
                <c:pt idx="7366">
                  <c:v>3.1213396688363204</c:v>
                </c:pt>
                <c:pt idx="7367">
                  <c:v>3.1213793368195661</c:v>
                </c:pt>
                <c:pt idx="7368">
                  <c:v>3.121605828207775</c:v>
                </c:pt>
                <c:pt idx="7369">
                  <c:v>3.1189779309521168</c:v>
                </c:pt>
                <c:pt idx="7370">
                  <c:v>3.1175754758025302</c:v>
                </c:pt>
                <c:pt idx="7371">
                  <c:v>3.1193131893911605</c:v>
                </c:pt>
                <c:pt idx="7372">
                  <c:v>3.1206670192709622</c:v>
                </c:pt>
                <c:pt idx="7373">
                  <c:v>3.1210496233674281</c:v>
                </c:pt>
                <c:pt idx="7374">
                  <c:v>3.1221087158663403</c:v>
                </c:pt>
                <c:pt idx="7375">
                  <c:v>3.1232671915920935</c:v>
                </c:pt>
                <c:pt idx="7376">
                  <c:v>3.1237487523779461</c:v>
                </c:pt>
                <c:pt idx="7377">
                  <c:v>3.1241185603507846</c:v>
                </c:pt>
                <c:pt idx="7378">
                  <c:v>3.1274063110481731</c:v>
                </c:pt>
                <c:pt idx="7379">
                  <c:v>3.1288561118551819</c:v>
                </c:pt>
                <c:pt idx="7380">
                  <c:v>3.1300034976071247</c:v>
                </c:pt>
                <c:pt idx="7381">
                  <c:v>3.1309892256639054</c:v>
                </c:pt>
                <c:pt idx="7382">
                  <c:v>3.1314724925995749</c:v>
                </c:pt>
                <c:pt idx="7383">
                  <c:v>3.1313641520861948</c:v>
                </c:pt>
                <c:pt idx="7384">
                  <c:v>3.1325733857690046</c:v>
                </c:pt>
                <c:pt idx="7385">
                  <c:v>3.1345311926840296</c:v>
                </c:pt>
                <c:pt idx="7386">
                  <c:v>3.1329312506931233</c:v>
                </c:pt>
                <c:pt idx="7387">
                  <c:v>3.1310596043438572</c:v>
                </c:pt>
                <c:pt idx="7388">
                  <c:v>3.1299024082304667</c:v>
                </c:pt>
                <c:pt idx="7389">
                  <c:v>3.1319856171570426</c:v>
                </c:pt>
                <c:pt idx="7390">
                  <c:v>3.134753418697696</c:v>
                </c:pt>
                <c:pt idx="7391">
                  <c:v>3.1345857894781739</c:v>
                </c:pt>
                <c:pt idx="7392">
                  <c:v>3.1366643064927531</c:v>
                </c:pt>
                <c:pt idx="7393">
                  <c:v>3.1388912585414124</c:v>
                </c:pt>
                <c:pt idx="7394">
                  <c:v>3.1383252433396178</c:v>
                </c:pt>
                <c:pt idx="7395">
                  <c:v>3.1362087644916099</c:v>
                </c:pt>
                <c:pt idx="7396">
                  <c:v>3.1370332613906826</c:v>
                </c:pt>
                <c:pt idx="7397">
                  <c:v>3.1396509217474389</c:v>
                </c:pt>
                <c:pt idx="7398">
                  <c:v>3.1409680694061746</c:v>
                </c:pt>
                <c:pt idx="7399">
                  <c:v>3.139621490663095</c:v>
                </c:pt>
                <c:pt idx="7400">
                  <c:v>3.1383094614538103</c:v>
                </c:pt>
                <c:pt idx="7401">
                  <c:v>3.1370311287034114</c:v>
                </c:pt>
                <c:pt idx="7402">
                  <c:v>3.1355177738157187</c:v>
                </c:pt>
                <c:pt idx="7403">
                  <c:v>3.1365282410448461</c:v>
                </c:pt>
                <c:pt idx="7404">
                  <c:v>3.1385995069227031</c:v>
                </c:pt>
                <c:pt idx="7405">
                  <c:v>3.1414982554618121</c:v>
                </c:pt>
                <c:pt idx="7406">
                  <c:v>3.1445659128328058</c:v>
                </c:pt>
                <c:pt idx="7407">
                  <c:v>3.1474962251435299</c:v>
                </c:pt>
                <c:pt idx="7408">
                  <c:v>3.1482665517859125</c:v>
                </c:pt>
                <c:pt idx="7409">
                  <c:v>3.1453255760388319</c:v>
                </c:pt>
                <c:pt idx="7410">
                  <c:v>3.1466934816546241</c:v>
                </c:pt>
                <c:pt idx="7411">
                  <c:v>3.1484499628912417</c:v>
                </c:pt>
                <c:pt idx="7412">
                  <c:v>3.1454236796533102</c:v>
                </c:pt>
                <c:pt idx="7413">
                  <c:v>3.1441466265152744</c:v>
                </c:pt>
                <c:pt idx="7414">
                  <c:v>3.1448781382493198</c:v>
                </c:pt>
                <c:pt idx="7415">
                  <c:v>3.1466248091244893</c:v>
                </c:pt>
                <c:pt idx="7416">
                  <c:v>3.1490219496173961</c:v>
                </c:pt>
                <c:pt idx="7417">
                  <c:v>3.1509371027869957</c:v>
                </c:pt>
                <c:pt idx="7418">
                  <c:v>3.1508910367419363</c:v>
                </c:pt>
                <c:pt idx="7419">
                  <c:v>3.1495773013828345</c:v>
                </c:pt>
                <c:pt idx="7420">
                  <c:v>3.1484252237188946</c:v>
                </c:pt>
                <c:pt idx="7421">
                  <c:v>3.1508023169514514</c:v>
                </c:pt>
                <c:pt idx="7422">
                  <c:v>3.1534135792463935</c:v>
                </c:pt>
                <c:pt idx="7423">
                  <c:v>3.1552822398334799</c:v>
                </c:pt>
                <c:pt idx="7424">
                  <c:v>3.1578606587444442</c:v>
                </c:pt>
                <c:pt idx="7425">
                  <c:v>3.1560802914103889</c:v>
                </c:pt>
                <c:pt idx="7426">
                  <c:v>3.1522533973708233</c:v>
                </c:pt>
                <c:pt idx="7427">
                  <c:v>3.1540017743958098</c:v>
                </c:pt>
                <c:pt idx="7428">
                  <c:v>3.1564778243177534</c:v>
                </c:pt>
                <c:pt idx="7429">
                  <c:v>3.1582249217303771</c:v>
                </c:pt>
                <c:pt idx="7430">
                  <c:v>3.1575556844646528</c:v>
                </c:pt>
                <c:pt idx="7431">
                  <c:v>3.1568612814891277</c:v>
                </c:pt>
                <c:pt idx="7432">
                  <c:v>3.1570382945326427</c:v>
                </c:pt>
                <c:pt idx="7433">
                  <c:v>3.1557680659938749</c:v>
                </c:pt>
                <c:pt idx="7434">
                  <c:v>3.1560491541762281</c:v>
                </c:pt>
                <c:pt idx="7435">
                  <c:v>3.1582031683202101</c:v>
                </c:pt>
                <c:pt idx="7436">
                  <c:v>3.1622795867705142</c:v>
                </c:pt>
                <c:pt idx="7437">
                  <c:v>3.164352132260734</c:v>
                </c:pt>
                <c:pt idx="7438">
                  <c:v>3.1647667266662687</c:v>
                </c:pt>
                <c:pt idx="7439">
                  <c:v>3.1625593953405047</c:v>
                </c:pt>
                <c:pt idx="7440">
                  <c:v>3.1617319126792522</c:v>
                </c:pt>
                <c:pt idx="7441">
                  <c:v>3.1630917140834138</c:v>
                </c:pt>
                <c:pt idx="7442">
                  <c:v>3.1642757820564222</c:v>
                </c:pt>
                <c:pt idx="7443">
                  <c:v>3.1665347244141508</c:v>
                </c:pt>
                <c:pt idx="7444">
                  <c:v>3.1663073799510335</c:v>
                </c:pt>
                <c:pt idx="7445">
                  <c:v>3.1662024517372869</c:v>
                </c:pt>
                <c:pt idx="7446">
                  <c:v>3.1685936207058343</c:v>
                </c:pt>
                <c:pt idx="7447">
                  <c:v>3.1711878215026061</c:v>
                </c:pt>
                <c:pt idx="7448">
                  <c:v>3.172235824027708</c:v>
                </c:pt>
                <c:pt idx="7449">
                  <c:v>3.1709749793129336</c:v>
                </c:pt>
                <c:pt idx="7450">
                  <c:v>3.1681095006952562</c:v>
                </c:pt>
                <c:pt idx="7451">
                  <c:v>3.1690312481338987</c:v>
                </c:pt>
                <c:pt idx="7452">
                  <c:v>3.1714492889620636</c:v>
                </c:pt>
                <c:pt idx="7453">
                  <c:v>3.1727916023306006</c:v>
                </c:pt>
                <c:pt idx="7454">
                  <c:v>3.1737730650128388</c:v>
                </c:pt>
                <c:pt idx="7455">
                  <c:v>3.1758985011473859</c:v>
                </c:pt>
                <c:pt idx="7456">
                  <c:v>3.1777722801839228</c:v>
                </c:pt>
                <c:pt idx="7457">
                  <c:v>3.1788855429395255</c:v>
                </c:pt>
                <c:pt idx="7458">
                  <c:v>3.1813099818295045</c:v>
                </c:pt>
                <c:pt idx="7459">
                  <c:v>3.1823166102215437</c:v>
                </c:pt>
                <c:pt idx="7460">
                  <c:v>3.1831423867329791</c:v>
                </c:pt>
                <c:pt idx="7461">
                  <c:v>3.1835181662301766</c:v>
                </c:pt>
                <c:pt idx="7462">
                  <c:v>3.1833249447633998</c:v>
                </c:pt>
                <c:pt idx="7463">
                  <c:v>3.1821387441031197</c:v>
                </c:pt>
                <c:pt idx="7464">
                  <c:v>3.180356670619247</c:v>
                </c:pt>
                <c:pt idx="7465">
                  <c:v>3.1790655417452207</c:v>
                </c:pt>
                <c:pt idx="7466">
                  <c:v>3.176105371812699</c:v>
                </c:pt>
                <c:pt idx="7467">
                  <c:v>3.1740869965791698</c:v>
                </c:pt>
                <c:pt idx="7468">
                  <c:v>3.1750833880723066</c:v>
                </c:pt>
                <c:pt idx="7469">
                  <c:v>3.1755205889629168</c:v>
                </c:pt>
                <c:pt idx="7470">
                  <c:v>3.1776852665432553</c:v>
                </c:pt>
                <c:pt idx="7471">
                  <c:v>3.1789397131962156</c:v>
                </c:pt>
                <c:pt idx="7472">
                  <c:v>3.1809568088173821</c:v>
                </c:pt>
                <c:pt idx="7473">
                  <c:v>3.1839105806880901</c:v>
                </c:pt>
                <c:pt idx="7474">
                  <c:v>3.1857711370635458</c:v>
                </c:pt>
                <c:pt idx="7475">
                  <c:v>3.1858410892060434</c:v>
                </c:pt>
                <c:pt idx="7476">
                  <c:v>3.185870946827841</c:v>
                </c:pt>
                <c:pt idx="7477">
                  <c:v>3.1870533086510329</c:v>
                </c:pt>
                <c:pt idx="7478">
                  <c:v>3.1855442191378827</c:v>
                </c:pt>
                <c:pt idx="7479">
                  <c:v>3.1860475333339022</c:v>
                </c:pt>
                <c:pt idx="7480">
                  <c:v>3.1892218250684592</c:v>
                </c:pt>
                <c:pt idx="7481">
                  <c:v>3.1897281250266585</c:v>
                </c:pt>
                <c:pt idx="7482">
                  <c:v>3.1878172372316014</c:v>
                </c:pt>
                <c:pt idx="7483">
                  <c:v>3.1873830221031709</c:v>
                </c:pt>
                <c:pt idx="7484">
                  <c:v>3.1869735461470872</c:v>
                </c:pt>
                <c:pt idx="7485">
                  <c:v>3.1868195661261014</c:v>
                </c:pt>
                <c:pt idx="7486">
                  <c:v>3.187517381401261</c:v>
                </c:pt>
                <c:pt idx="7487">
                  <c:v>3.1886511179546675</c:v>
                </c:pt>
                <c:pt idx="7488">
                  <c:v>3.1912973563208586</c:v>
                </c:pt>
                <c:pt idx="7489">
                  <c:v>3.1937968658027862</c:v>
                </c:pt>
                <c:pt idx="7490">
                  <c:v>3.196548885457632</c:v>
                </c:pt>
                <c:pt idx="7491">
                  <c:v>3.1977538537658994</c:v>
                </c:pt>
                <c:pt idx="7492">
                  <c:v>3.1992198629961699</c:v>
                </c:pt>
                <c:pt idx="7493">
                  <c:v>3.2003284338397755</c:v>
                </c:pt>
                <c:pt idx="7494">
                  <c:v>3.2000712317548605</c:v>
                </c:pt>
                <c:pt idx="7495">
                  <c:v>3.200176586506061</c:v>
                </c:pt>
                <c:pt idx="7496">
                  <c:v>3.2006308488948414</c:v>
                </c:pt>
                <c:pt idx="7497">
                  <c:v>3.2016135911894423</c:v>
                </c:pt>
                <c:pt idx="7498">
                  <c:v>3.2030164728764832</c:v>
                </c:pt>
                <c:pt idx="7499">
                  <c:v>3.2029277530859983</c:v>
                </c:pt>
                <c:pt idx="7500">
                  <c:v>3.2018823097856224</c:v>
                </c:pt>
                <c:pt idx="7501">
                  <c:v>3.2024116427663514</c:v>
                </c:pt>
                <c:pt idx="7502">
                  <c:v>3.2057599617822441</c:v>
                </c:pt>
                <c:pt idx="7503">
                  <c:v>3.2063153135476825</c:v>
                </c:pt>
                <c:pt idx="7504">
                  <c:v>3.2033444801788047</c:v>
                </c:pt>
                <c:pt idx="7505">
                  <c:v>3.2029695537565153</c:v>
                </c:pt>
                <c:pt idx="7506">
                  <c:v>3.204514472415823</c:v>
                </c:pt>
                <c:pt idx="7507">
                  <c:v>3.2043848050297297</c:v>
                </c:pt>
                <c:pt idx="7508">
                  <c:v>3.202360458271841</c:v>
                </c:pt>
                <c:pt idx="7509">
                  <c:v>3.2040367504670586</c:v>
                </c:pt>
                <c:pt idx="7510">
                  <c:v>3.206867253013487</c:v>
                </c:pt>
                <c:pt idx="7511">
                  <c:v>3.2087721692841846</c:v>
                </c:pt>
                <c:pt idx="7512">
                  <c:v>3.2108024875664332</c:v>
                </c:pt>
                <c:pt idx="7513">
                  <c:v>3.2115241889390309</c:v>
                </c:pt>
                <c:pt idx="7514">
                  <c:v>3.2124254625798692</c:v>
                </c:pt>
                <c:pt idx="7515">
                  <c:v>3.2107875587555341</c:v>
                </c:pt>
                <c:pt idx="7516">
                  <c:v>3.2093505540721532</c:v>
                </c:pt>
                <c:pt idx="7517">
                  <c:v>3.2099826825793571</c:v>
                </c:pt>
                <c:pt idx="7518">
                  <c:v>3.2104774660262918</c:v>
                </c:pt>
                <c:pt idx="7519">
                  <c:v>3.2103878931608985</c:v>
                </c:pt>
                <c:pt idx="7520">
                  <c:v>3.2093693217201404</c:v>
                </c:pt>
                <c:pt idx="7521">
                  <c:v>3.2118880253875091</c:v>
                </c:pt>
                <c:pt idx="7522">
                  <c:v>3.2156927394794539</c:v>
                </c:pt>
                <c:pt idx="7523">
                  <c:v>3.2168955751004495</c:v>
                </c:pt>
                <c:pt idx="7524">
                  <c:v>3.2177055697260775</c:v>
                </c:pt>
                <c:pt idx="7525">
                  <c:v>3.2166695102496949</c:v>
                </c:pt>
                <c:pt idx="7526">
                  <c:v>3.2176014945872398</c:v>
                </c:pt>
                <c:pt idx="7527">
                  <c:v>3.2179538145244533</c:v>
                </c:pt>
                <c:pt idx="7528">
                  <c:v>3.2187510130264538</c:v>
                </c:pt>
                <c:pt idx="7529">
                  <c:v>3.2216147854943142</c:v>
                </c:pt>
                <c:pt idx="7530">
                  <c:v>3.2243186064168294</c:v>
                </c:pt>
                <c:pt idx="7531">
                  <c:v>3.2249921090570961</c:v>
                </c:pt>
                <c:pt idx="7532">
                  <c:v>3.223102974672206</c:v>
                </c:pt>
                <c:pt idx="7533">
                  <c:v>3.2233473806334936</c:v>
                </c:pt>
                <c:pt idx="7534">
                  <c:v>3.2242968530066625</c:v>
                </c:pt>
                <c:pt idx="7535">
                  <c:v>3.2234369534988869</c:v>
                </c:pt>
                <c:pt idx="7536">
                  <c:v>3.2235597962857119</c:v>
                </c:pt>
                <c:pt idx="7537">
                  <c:v>3.2220170103136758</c:v>
                </c:pt>
                <c:pt idx="7538">
                  <c:v>3.2215299045409176</c:v>
                </c:pt>
                <c:pt idx="7539">
                  <c:v>3.2228585687109184</c:v>
                </c:pt>
                <c:pt idx="7540">
                  <c:v>3.2222247340538974</c:v>
                </c:pt>
                <c:pt idx="7541">
                  <c:v>3.220103989831347</c:v>
                </c:pt>
                <c:pt idx="7542">
                  <c:v>3.2188141405696835</c:v>
                </c:pt>
                <c:pt idx="7543">
                  <c:v>3.219188213917064</c:v>
                </c:pt>
                <c:pt idx="7544">
                  <c:v>3.2193788761591153</c:v>
                </c:pt>
                <c:pt idx="7545">
                  <c:v>3.2199047968402104</c:v>
                </c:pt>
                <c:pt idx="7546">
                  <c:v>3.2208623734250104</c:v>
                </c:pt>
                <c:pt idx="7547">
                  <c:v>3.2244175631062162</c:v>
                </c:pt>
                <c:pt idx="7548">
                  <c:v>3.2270305315509753</c:v>
                </c:pt>
                <c:pt idx="7549">
                  <c:v>3.2300000853074908</c:v>
                </c:pt>
                <c:pt idx="7550">
                  <c:v>3.2317386519710296</c:v>
                </c:pt>
                <c:pt idx="7551">
                  <c:v>3.2320291239773766</c:v>
                </c:pt>
                <c:pt idx="7552">
                  <c:v>3.2318789827934791</c:v>
                </c:pt>
                <c:pt idx="7553">
                  <c:v>3.2308612644276296</c:v>
                </c:pt>
                <c:pt idx="7554">
                  <c:v>3.2311517364339761</c:v>
                </c:pt>
                <c:pt idx="7555">
                  <c:v>3.23035795023161</c:v>
                </c:pt>
                <c:pt idx="7556">
                  <c:v>3.2312515461982718</c:v>
                </c:pt>
                <c:pt idx="7557">
                  <c:v>3.2335202989174481</c:v>
                </c:pt>
                <c:pt idx="7558">
                  <c:v>3.2348771145594295</c:v>
                </c:pt>
                <c:pt idx="7559">
                  <c:v>3.2370264367914148</c:v>
                </c:pt>
                <c:pt idx="7560">
                  <c:v>3.2375318836747056</c:v>
                </c:pt>
                <c:pt idx="7561">
                  <c:v>3.2377383278025644</c:v>
                </c:pt>
                <c:pt idx="7562">
                  <c:v>3.236047533333902</c:v>
                </c:pt>
                <c:pt idx="7563">
                  <c:v>3.2336081656330244</c:v>
                </c:pt>
                <c:pt idx="7564">
                  <c:v>3.2309512638304771</c:v>
                </c:pt>
                <c:pt idx="7565">
                  <c:v>3.2287742166639655</c:v>
                </c:pt>
                <c:pt idx="7566">
                  <c:v>3.2286778191993037</c:v>
                </c:pt>
                <c:pt idx="7567">
                  <c:v>3.2315232505566316</c:v>
                </c:pt>
                <c:pt idx="7568">
                  <c:v>3.2339519548211531</c:v>
                </c:pt>
                <c:pt idx="7569">
                  <c:v>3.235153510829786</c:v>
                </c:pt>
                <c:pt idx="7570">
                  <c:v>3.2340483522858143</c:v>
                </c:pt>
                <c:pt idx="7571">
                  <c:v>3.2337391126314801</c:v>
                </c:pt>
                <c:pt idx="7572">
                  <c:v>3.2362522713119439</c:v>
                </c:pt>
                <c:pt idx="7573">
                  <c:v>3.2378829239995564</c:v>
                </c:pt>
                <c:pt idx="7574">
                  <c:v>3.2389219692381186</c:v>
                </c:pt>
                <c:pt idx="7575">
                  <c:v>3.2395971780282027</c:v>
                </c:pt>
                <c:pt idx="7576">
                  <c:v>3.2362881004581014</c:v>
                </c:pt>
                <c:pt idx="7577">
                  <c:v>3.2363926021343934</c:v>
                </c:pt>
                <c:pt idx="7578">
                  <c:v>3.2373587094682783</c:v>
                </c:pt>
                <c:pt idx="7579">
                  <c:v>3.237934535031521</c:v>
                </c:pt>
                <c:pt idx="7580">
                  <c:v>3.2380718800917907</c:v>
                </c:pt>
                <c:pt idx="7581">
                  <c:v>3.2410124293014171</c:v>
                </c:pt>
                <c:pt idx="7582">
                  <c:v>3.2447625465992167</c:v>
                </c:pt>
                <c:pt idx="7583">
                  <c:v>3.2453076614657532</c:v>
                </c:pt>
                <c:pt idx="7584">
                  <c:v>3.2451779940796603</c:v>
                </c:pt>
                <c:pt idx="7585">
                  <c:v>3.2460967557561231</c:v>
                </c:pt>
                <c:pt idx="7586">
                  <c:v>3.2470756592136354</c:v>
                </c:pt>
                <c:pt idx="7587">
                  <c:v>3.2459124915758855</c:v>
                </c:pt>
                <c:pt idx="7588">
                  <c:v>3.2460361874376189</c:v>
                </c:pt>
                <c:pt idx="7589">
                  <c:v>3.2459333919111435</c:v>
                </c:pt>
                <c:pt idx="7590">
                  <c:v>3.2432824616329561</c:v>
                </c:pt>
                <c:pt idx="7591">
                  <c:v>3.242959572780086</c:v>
                </c:pt>
                <c:pt idx="7592">
                  <c:v>3.2452773773065013</c:v>
                </c:pt>
                <c:pt idx="7593">
                  <c:v>3.245088421214267</c:v>
                </c:pt>
                <c:pt idx="7594">
                  <c:v>3.2433268215281985</c:v>
                </c:pt>
                <c:pt idx="7595">
                  <c:v>3.2450453409313873</c:v>
                </c:pt>
                <c:pt idx="7596">
                  <c:v>3.2473665577574367</c:v>
                </c:pt>
                <c:pt idx="7597">
                  <c:v>3.2484896308744871</c:v>
                </c:pt>
                <c:pt idx="7598">
                  <c:v>3.2490040350443175</c:v>
                </c:pt>
                <c:pt idx="7599">
                  <c:v>3.2479730940173859</c:v>
                </c:pt>
                <c:pt idx="7600">
                  <c:v>3.2489106233418354</c:v>
                </c:pt>
                <c:pt idx="7601">
                  <c:v>3.2487182549499671</c:v>
                </c:pt>
                <c:pt idx="7602">
                  <c:v>3.2475503954002201</c:v>
                </c:pt>
                <c:pt idx="7603">
                  <c:v>3.248061387270416</c:v>
                </c:pt>
                <c:pt idx="7604">
                  <c:v>3.2496161162911714</c:v>
                </c:pt>
                <c:pt idx="7605">
                  <c:v>3.251370891377972</c:v>
                </c:pt>
                <c:pt idx="7606">
                  <c:v>3.2537300700374501</c:v>
                </c:pt>
                <c:pt idx="7607">
                  <c:v>3.2551901077433607</c:v>
                </c:pt>
                <c:pt idx="7608">
                  <c:v>3.2550297296605617</c:v>
                </c:pt>
                <c:pt idx="7609">
                  <c:v>3.2526526364280048</c:v>
                </c:pt>
                <c:pt idx="7610">
                  <c:v>3.2504005186695446</c:v>
                </c:pt>
                <c:pt idx="7611">
                  <c:v>3.2517513627871661</c:v>
                </c:pt>
                <c:pt idx="7612">
                  <c:v>3.2547315799800378</c:v>
                </c:pt>
                <c:pt idx="7613">
                  <c:v>3.2548407735683269</c:v>
                </c:pt>
                <c:pt idx="7614">
                  <c:v>3.2539394999274887</c:v>
                </c:pt>
                <c:pt idx="7615">
                  <c:v>3.2542943790894276</c:v>
                </c:pt>
                <c:pt idx="7616">
                  <c:v>3.2545195908652738</c:v>
                </c:pt>
                <c:pt idx="7617">
                  <c:v>3.2548804415515726</c:v>
                </c:pt>
                <c:pt idx="7618">
                  <c:v>3.2535372751081271</c:v>
                </c:pt>
                <c:pt idx="7619">
                  <c:v>3.2521941086646819</c:v>
                </c:pt>
                <c:pt idx="7620">
                  <c:v>3.2542355169207409</c:v>
                </c:pt>
                <c:pt idx="7621">
                  <c:v>3.2558887760934287</c:v>
                </c:pt>
                <c:pt idx="7622">
                  <c:v>3.257433694752736</c:v>
                </c:pt>
                <c:pt idx="7623">
                  <c:v>3.2594435392371803</c:v>
                </c:pt>
                <c:pt idx="7624">
                  <c:v>3.258964111138599</c:v>
                </c:pt>
                <c:pt idx="7625">
                  <c:v>3.258140893851889</c:v>
                </c:pt>
                <c:pt idx="7626">
                  <c:v>3.2593876628306733</c:v>
                </c:pt>
                <c:pt idx="7627">
                  <c:v>3.2610149032186517</c:v>
                </c:pt>
                <c:pt idx="7628">
                  <c:v>3.2625111966081741</c:v>
                </c:pt>
                <c:pt idx="7629">
                  <c:v>3.2634922327529581</c:v>
                </c:pt>
                <c:pt idx="7630">
                  <c:v>3.2617937606101193</c:v>
                </c:pt>
                <c:pt idx="7631">
                  <c:v>3.261385137728944</c:v>
                </c:pt>
                <c:pt idx="7632">
                  <c:v>3.2618308693686391</c:v>
                </c:pt>
                <c:pt idx="7633">
                  <c:v>3.260719739300308</c:v>
                </c:pt>
                <c:pt idx="7634">
                  <c:v>3.2607090758639514</c:v>
                </c:pt>
                <c:pt idx="7635">
                  <c:v>3.2624740878496539</c:v>
                </c:pt>
                <c:pt idx="7636">
                  <c:v>3.2604139119456077</c:v>
                </c:pt>
                <c:pt idx="7637">
                  <c:v>3.2588370029772316</c:v>
                </c:pt>
                <c:pt idx="7638">
                  <c:v>3.25933221296162</c:v>
                </c:pt>
                <c:pt idx="7639">
                  <c:v>3.2630268803903673</c:v>
                </c:pt>
                <c:pt idx="7640">
                  <c:v>3.2665151036912552</c:v>
                </c:pt>
                <c:pt idx="7641">
                  <c:v>3.2649603746704998</c:v>
                </c:pt>
                <c:pt idx="7642">
                  <c:v>3.262576456838675</c:v>
                </c:pt>
                <c:pt idx="7643">
                  <c:v>3.2639025617839503</c:v>
                </c:pt>
                <c:pt idx="7644">
                  <c:v>3.2651796149219861</c:v>
                </c:pt>
                <c:pt idx="7645">
                  <c:v>3.2663897016797043</c:v>
                </c:pt>
                <c:pt idx="7646">
                  <c:v>3.2697047507741654</c:v>
                </c:pt>
                <c:pt idx="7647">
                  <c:v>3.27073398565128</c:v>
                </c:pt>
                <c:pt idx="7648">
                  <c:v>3.2692560333722902</c:v>
                </c:pt>
                <c:pt idx="7649">
                  <c:v>3.2671817817322539</c:v>
                </c:pt>
                <c:pt idx="7650">
                  <c:v>3.2659563396261824</c:v>
                </c:pt>
                <c:pt idx="7651">
                  <c:v>3.2664097489400543</c:v>
                </c:pt>
                <c:pt idx="7652">
                  <c:v>3.2671954309307898</c:v>
                </c:pt>
                <c:pt idx="7653">
                  <c:v>3.2676232479974066</c:v>
                </c:pt>
                <c:pt idx="7654">
                  <c:v>3.2688738558132791</c:v>
                </c:pt>
                <c:pt idx="7655">
                  <c:v>3.2704699589670971</c:v>
                </c:pt>
                <c:pt idx="7656">
                  <c:v>3.2741607875587553</c:v>
                </c:pt>
                <c:pt idx="7657">
                  <c:v>3.2737090843947008</c:v>
                </c:pt>
                <c:pt idx="7658">
                  <c:v>3.2733503663956731</c:v>
                </c:pt>
                <c:pt idx="7659">
                  <c:v>3.2769051295394247</c:v>
                </c:pt>
                <c:pt idx="7660">
                  <c:v>3.2813679909232829</c:v>
                </c:pt>
                <c:pt idx="7661">
                  <c:v>3.281653344480179</c:v>
                </c:pt>
                <c:pt idx="7662">
                  <c:v>3.2762845175434854</c:v>
                </c:pt>
                <c:pt idx="7663">
                  <c:v>3.2736557672129187</c:v>
                </c:pt>
                <c:pt idx="7664">
                  <c:v>3.2752203065951222</c:v>
                </c:pt>
                <c:pt idx="7665">
                  <c:v>3.2742503604241486</c:v>
                </c:pt>
                <c:pt idx="7666">
                  <c:v>3.275045426238878</c:v>
                </c:pt>
                <c:pt idx="7667">
                  <c:v>3.2752467519172859</c:v>
                </c:pt>
                <c:pt idx="7668">
                  <c:v>3.2732172867099458</c:v>
                </c:pt>
                <c:pt idx="7669">
                  <c:v>3.269056840381154</c:v>
                </c:pt>
                <c:pt idx="7670">
                  <c:v>3.269330677426785</c:v>
                </c:pt>
                <c:pt idx="7671">
                  <c:v>3.270621379763357</c:v>
                </c:pt>
                <c:pt idx="7672">
                  <c:v>3.2726150158245395</c:v>
                </c:pt>
                <c:pt idx="7673">
                  <c:v>3.2731887087005109</c:v>
                </c:pt>
                <c:pt idx="7674">
                  <c:v>3.2721854926081058</c:v>
                </c:pt>
                <c:pt idx="7675">
                  <c:v>3.2723799936872457</c:v>
                </c:pt>
                <c:pt idx="7676">
                  <c:v>3.2725825989780164</c:v>
                </c:pt>
                <c:pt idx="7677">
                  <c:v>3.2730667189885945</c:v>
                </c:pt>
                <c:pt idx="7678">
                  <c:v>3.2711758784538869</c:v>
                </c:pt>
                <c:pt idx="7679">
                  <c:v>3.2704793427910905</c:v>
                </c:pt>
                <c:pt idx="7680">
                  <c:v>3.2715008999940283</c:v>
                </c:pt>
                <c:pt idx="7681">
                  <c:v>3.2710150738336332</c:v>
                </c:pt>
                <c:pt idx="7682">
                  <c:v>3.269969203995803</c:v>
                </c:pt>
                <c:pt idx="7683">
                  <c:v>3.2700528053368365</c:v>
                </c:pt>
                <c:pt idx="7684">
                  <c:v>3.2716659699888249</c:v>
                </c:pt>
                <c:pt idx="7685">
                  <c:v>3.2743087960553816</c:v>
                </c:pt>
                <c:pt idx="7686">
                  <c:v>3.2730325959922539</c:v>
                </c:pt>
                <c:pt idx="7687">
                  <c:v>3.2715499518012678</c:v>
                </c:pt>
                <c:pt idx="7688">
                  <c:v>3.2714727485220476</c:v>
                </c:pt>
                <c:pt idx="7689">
                  <c:v>3.2718630302926899</c:v>
                </c:pt>
                <c:pt idx="7690">
                  <c:v>3.2739842010526945</c:v>
                </c:pt>
                <c:pt idx="7691">
                  <c:v>3.2754587410320499</c:v>
                </c:pt>
                <c:pt idx="7692">
                  <c:v>3.2728756302090884</c:v>
                </c:pt>
                <c:pt idx="7693">
                  <c:v>3.2719278639857365</c:v>
                </c:pt>
                <c:pt idx="7694">
                  <c:v>3.2723062027076599</c:v>
                </c:pt>
                <c:pt idx="7695">
                  <c:v>3.2724320312566646</c:v>
                </c:pt>
                <c:pt idx="7696">
                  <c:v>3.2730317429173454</c:v>
                </c:pt>
                <c:pt idx="7697">
                  <c:v>3.2724435477679297</c:v>
                </c:pt>
                <c:pt idx="7698">
                  <c:v>3.2727378586113645</c:v>
                </c:pt>
                <c:pt idx="7699">
                  <c:v>3.2738165718331729</c:v>
                </c:pt>
                <c:pt idx="7700">
                  <c:v>3.2719909915289662</c:v>
                </c:pt>
                <c:pt idx="7701">
                  <c:v>3.2713430811359547</c:v>
                </c:pt>
                <c:pt idx="7702">
                  <c:v>3.2728270049393036</c:v>
                </c:pt>
                <c:pt idx="7703">
                  <c:v>3.2734570007592367</c:v>
                </c:pt>
                <c:pt idx="7704">
                  <c:v>3.2745958557620947</c:v>
                </c:pt>
                <c:pt idx="7705">
                  <c:v>3.2730692782133199</c:v>
                </c:pt>
                <c:pt idx="7706">
                  <c:v>3.2726981906281192</c:v>
                </c:pt>
                <c:pt idx="7707">
                  <c:v>3.2743744828233368</c:v>
                </c:pt>
                <c:pt idx="7708">
                  <c:v>3.2776229920749342</c:v>
                </c:pt>
                <c:pt idx="7709">
                  <c:v>3.2780546479786388</c:v>
                </c:pt>
                <c:pt idx="7710">
                  <c:v>3.2767805806027828</c:v>
                </c:pt>
                <c:pt idx="7711">
                  <c:v>3.277212663043942</c:v>
                </c:pt>
                <c:pt idx="7712">
                  <c:v>3.2773478754169405</c:v>
                </c:pt>
                <c:pt idx="7713">
                  <c:v>3.2767950828762276</c:v>
                </c:pt>
                <c:pt idx="7714">
                  <c:v>3.2770104842906256</c:v>
                </c:pt>
                <c:pt idx="7715">
                  <c:v>3.2772629944635439</c:v>
                </c:pt>
                <c:pt idx="7716">
                  <c:v>3.2769580201837525</c:v>
                </c:pt>
                <c:pt idx="7717">
                  <c:v>3.2755602569461626</c:v>
                </c:pt>
                <c:pt idx="7718">
                  <c:v>3.2731754860394293</c:v>
                </c:pt>
                <c:pt idx="7719">
                  <c:v>3.2729609376999393</c:v>
                </c:pt>
                <c:pt idx="7720">
                  <c:v>3.2747169923991026</c:v>
                </c:pt>
                <c:pt idx="7721">
                  <c:v>3.2759087380462879</c:v>
                </c:pt>
                <c:pt idx="7722">
                  <c:v>3.2762943279049335</c:v>
                </c:pt>
                <c:pt idx="7723">
                  <c:v>3.2769848920433704</c:v>
                </c:pt>
                <c:pt idx="7724">
                  <c:v>3.2763681188845193</c:v>
                </c:pt>
                <c:pt idx="7725">
                  <c:v>3.2737508850652177</c:v>
                </c:pt>
                <c:pt idx="7726">
                  <c:v>3.2739871868148742</c:v>
                </c:pt>
                <c:pt idx="7727">
                  <c:v>3.2766291598065225</c:v>
                </c:pt>
                <c:pt idx="7728">
                  <c:v>3.2778008581933582</c:v>
                </c:pt>
                <c:pt idx="7729">
                  <c:v>3.2784935550190664</c:v>
                </c:pt>
                <c:pt idx="7730">
                  <c:v>3.279812408827619</c:v>
                </c:pt>
                <c:pt idx="7731">
                  <c:v>3.2794831219129352</c:v>
                </c:pt>
                <c:pt idx="7732">
                  <c:v>3.2771870707966868</c:v>
                </c:pt>
                <c:pt idx="7733">
                  <c:v>3.2761642339813859</c:v>
                </c:pt>
                <c:pt idx="7734">
                  <c:v>3.2737683731008418</c:v>
                </c:pt>
                <c:pt idx="7735">
                  <c:v>3.2718950206017592</c:v>
                </c:pt>
                <c:pt idx="7736">
                  <c:v>3.2722835962225845</c:v>
                </c:pt>
                <c:pt idx="7737">
                  <c:v>3.2729809849602893</c:v>
                </c:pt>
                <c:pt idx="7738">
                  <c:v>3.2732467177942897</c:v>
                </c:pt>
                <c:pt idx="7739">
                  <c:v>3.2735128771657438</c:v>
                </c:pt>
                <c:pt idx="7740">
                  <c:v>3.2732134478728576</c:v>
                </c:pt>
                <c:pt idx="7741">
                  <c:v>3.2711110447608402</c:v>
                </c:pt>
                <c:pt idx="7742">
                  <c:v>3.2674923009989509</c:v>
                </c:pt>
                <c:pt idx="7743">
                  <c:v>3.2667177089820258</c:v>
                </c:pt>
                <c:pt idx="7744">
                  <c:v>3.2699274033252861</c:v>
                </c:pt>
                <c:pt idx="7745">
                  <c:v>3.2729191370294224</c:v>
                </c:pt>
                <c:pt idx="7746">
                  <c:v>3.2741078969144279</c:v>
                </c:pt>
                <c:pt idx="7747">
                  <c:v>3.2728112230534965</c:v>
                </c:pt>
                <c:pt idx="7748">
                  <c:v>3.2715107103554764</c:v>
                </c:pt>
                <c:pt idx="7749">
                  <c:v>3.2725749213038395</c:v>
                </c:pt>
                <c:pt idx="7750">
                  <c:v>3.2735542512988065</c:v>
                </c:pt>
                <c:pt idx="7751">
                  <c:v>3.2759454202673535</c:v>
                </c:pt>
                <c:pt idx="7752">
                  <c:v>3.2782964947152009</c:v>
                </c:pt>
                <c:pt idx="7753">
                  <c:v>3.2787699512894228</c:v>
                </c:pt>
                <c:pt idx="7754">
                  <c:v>3.2776097694138522</c:v>
                </c:pt>
                <c:pt idx="7755">
                  <c:v>3.2782790066795764</c:v>
                </c:pt>
                <c:pt idx="7756">
                  <c:v>3.2770309580884298</c:v>
                </c:pt>
                <c:pt idx="7757">
                  <c:v>3.2770475930491454</c:v>
                </c:pt>
                <c:pt idx="7758">
                  <c:v>3.2774958839135664</c:v>
                </c:pt>
                <c:pt idx="7759">
                  <c:v>3.2749537206862134</c:v>
                </c:pt>
                <c:pt idx="7760">
                  <c:v>3.2721407061754091</c:v>
                </c:pt>
                <c:pt idx="7761">
                  <c:v>3.2714172986529948</c:v>
                </c:pt>
                <c:pt idx="7762">
                  <c:v>3.272146677699769</c:v>
                </c:pt>
                <c:pt idx="7763">
                  <c:v>3.2711541250437199</c:v>
                </c:pt>
                <c:pt idx="7764">
                  <c:v>3.2693630942733081</c:v>
                </c:pt>
                <c:pt idx="7765">
                  <c:v>3.2680689796371021</c:v>
                </c:pt>
                <c:pt idx="7766">
                  <c:v>3.2692167919264992</c:v>
                </c:pt>
                <c:pt idx="7767">
                  <c:v>3.2714710423722306</c:v>
                </c:pt>
                <c:pt idx="7768">
                  <c:v>3.2709613301143974</c:v>
                </c:pt>
                <c:pt idx="7769">
                  <c:v>3.2693008198049869</c:v>
                </c:pt>
                <c:pt idx="7770">
                  <c:v>3.2673681785997628</c:v>
                </c:pt>
                <c:pt idx="7771">
                  <c:v>3.2673579417008609</c:v>
                </c:pt>
                <c:pt idx="7772">
                  <c:v>3.2674347184426265</c:v>
                </c:pt>
                <c:pt idx="7773">
                  <c:v>3.2693234262900628</c:v>
                </c:pt>
                <c:pt idx="7774">
                  <c:v>3.2718229357719899</c:v>
                </c:pt>
                <c:pt idx="7775">
                  <c:v>3.2700071658292313</c:v>
                </c:pt>
                <c:pt idx="7776">
                  <c:v>3.268334712471102</c:v>
                </c:pt>
                <c:pt idx="7777">
                  <c:v>3.2667595096525428</c:v>
                </c:pt>
                <c:pt idx="7778">
                  <c:v>3.2656449672845773</c:v>
                </c:pt>
                <c:pt idx="7779">
                  <c:v>3.2671135357395733</c:v>
                </c:pt>
                <c:pt idx="7780">
                  <c:v>3.2696514335923839</c:v>
                </c:pt>
                <c:pt idx="7781">
                  <c:v>3.2709374440169592</c:v>
                </c:pt>
                <c:pt idx="7782">
                  <c:v>3.2707732270970715</c:v>
                </c:pt>
                <c:pt idx="7783">
                  <c:v>3.2705181576994278</c:v>
                </c:pt>
                <c:pt idx="7784">
                  <c:v>3.2675524427800005</c:v>
                </c:pt>
                <c:pt idx="7785">
                  <c:v>3.2657575731725004</c:v>
                </c:pt>
                <c:pt idx="7786">
                  <c:v>3.2652717470121049</c:v>
                </c:pt>
                <c:pt idx="7787">
                  <c:v>3.2654871484265033</c:v>
                </c:pt>
                <c:pt idx="7788">
                  <c:v>3.2666767613864174</c:v>
                </c:pt>
                <c:pt idx="7789">
                  <c:v>3.2666933963471334</c:v>
                </c:pt>
                <c:pt idx="7790">
                  <c:v>3.265611270825691</c:v>
                </c:pt>
                <c:pt idx="7791">
                  <c:v>3.2631761684993559</c:v>
                </c:pt>
                <c:pt idx="7792">
                  <c:v>3.2603763766496336</c:v>
                </c:pt>
                <c:pt idx="7793">
                  <c:v>3.2578534076077221</c:v>
                </c:pt>
                <c:pt idx="7794">
                  <c:v>3.2571897153289031</c:v>
                </c:pt>
                <c:pt idx="7795">
                  <c:v>3.2554332340922856</c:v>
                </c:pt>
                <c:pt idx="7796">
                  <c:v>3.2539962294089042</c:v>
                </c:pt>
                <c:pt idx="7797">
                  <c:v>3.2546287844535629</c:v>
                </c:pt>
                <c:pt idx="7798">
                  <c:v>3.2570033184613942</c:v>
                </c:pt>
                <c:pt idx="7799">
                  <c:v>3.2586604164711703</c:v>
                </c:pt>
                <c:pt idx="7800">
                  <c:v>3.2601609752352356</c:v>
                </c:pt>
                <c:pt idx="7801">
                  <c:v>3.2620202519983281</c:v>
                </c:pt>
                <c:pt idx="7802">
                  <c:v>3.2620637588186616</c:v>
                </c:pt>
                <c:pt idx="7803">
                  <c:v>3.2603162348685837</c:v>
                </c:pt>
                <c:pt idx="7804">
                  <c:v>3.2579493785349292</c:v>
                </c:pt>
                <c:pt idx="7805">
                  <c:v>3.2555675933903756</c:v>
                </c:pt>
                <c:pt idx="7806">
                  <c:v>3.2536648098069492</c:v>
                </c:pt>
                <c:pt idx="7807">
                  <c:v>3.2548825742388439</c:v>
                </c:pt>
                <c:pt idx="7808">
                  <c:v>3.2545353727510813</c:v>
                </c:pt>
                <c:pt idx="7809">
                  <c:v>3.2555846548885459</c:v>
                </c:pt>
                <c:pt idx="7810">
                  <c:v>3.2562061199593937</c:v>
                </c:pt>
                <c:pt idx="7811">
                  <c:v>3.2554379260042823</c:v>
                </c:pt>
                <c:pt idx="7812">
                  <c:v>3.253093249618249</c:v>
                </c:pt>
                <c:pt idx="7813">
                  <c:v>3.2520900335258438</c:v>
                </c:pt>
                <c:pt idx="7814">
                  <c:v>3.2529750987434207</c:v>
                </c:pt>
                <c:pt idx="7815">
                  <c:v>3.252639840304377</c:v>
                </c:pt>
                <c:pt idx="7816">
                  <c:v>3.2518443479521935</c:v>
                </c:pt>
                <c:pt idx="7817">
                  <c:v>3.252442780000512</c:v>
                </c:pt>
                <c:pt idx="7818">
                  <c:v>3.2536251418237034</c:v>
                </c:pt>
                <c:pt idx="7819">
                  <c:v>3.2539774617609174</c:v>
                </c:pt>
                <c:pt idx="7820">
                  <c:v>3.2557957909284014</c:v>
                </c:pt>
                <c:pt idx="7821">
                  <c:v>3.2556140859728893</c:v>
                </c:pt>
                <c:pt idx="7822">
                  <c:v>3.2533184613940951</c:v>
                </c:pt>
                <c:pt idx="7823">
                  <c:v>3.2524214531277993</c:v>
                </c:pt>
                <c:pt idx="7824">
                  <c:v>3.25455328732416</c:v>
                </c:pt>
                <c:pt idx="7825">
                  <c:v>3.2592208866860597</c:v>
                </c:pt>
                <c:pt idx="7826">
                  <c:v>3.2605192666968086</c:v>
                </c:pt>
                <c:pt idx="7827">
                  <c:v>3.2587674773721882</c:v>
                </c:pt>
                <c:pt idx="7828">
                  <c:v>3.2576913233751057</c:v>
                </c:pt>
                <c:pt idx="7829">
                  <c:v>3.2588834955597452</c:v>
                </c:pt>
                <c:pt idx="7830">
                  <c:v>3.2585362940719826</c:v>
                </c:pt>
                <c:pt idx="7831">
                  <c:v>3.2537658991836071</c:v>
                </c:pt>
                <c:pt idx="7832">
                  <c:v>3.2489643670610717</c:v>
                </c:pt>
                <c:pt idx="7833">
                  <c:v>3.2451959086527387</c:v>
                </c:pt>
                <c:pt idx="7834">
                  <c:v>3.2455431101405017</c:v>
                </c:pt>
                <c:pt idx="7835">
                  <c:v>3.2454087508424116</c:v>
                </c:pt>
                <c:pt idx="7836">
                  <c:v>3.246496847888213</c:v>
                </c:pt>
                <c:pt idx="7837">
                  <c:v>3.248745126809585</c:v>
                </c:pt>
                <c:pt idx="7838">
                  <c:v>3.2482614333364612</c:v>
                </c:pt>
                <c:pt idx="7839">
                  <c:v>3.2469630533257128</c:v>
                </c:pt>
                <c:pt idx="7840">
                  <c:v>3.2448248210675379</c:v>
                </c:pt>
                <c:pt idx="7841">
                  <c:v>3.2439252535765166</c:v>
                </c:pt>
                <c:pt idx="7842">
                  <c:v>3.245574247374662</c:v>
                </c:pt>
                <c:pt idx="7843">
                  <c:v>3.2460570877728774</c:v>
                </c:pt>
                <c:pt idx="7844">
                  <c:v>3.2444289943099904</c:v>
                </c:pt>
                <c:pt idx="7845">
                  <c:v>3.2456066642211852</c:v>
                </c:pt>
                <c:pt idx="7846">
                  <c:v>3.2468645231737798</c:v>
                </c:pt>
                <c:pt idx="7847">
                  <c:v>3.2482814805968112</c:v>
                </c:pt>
                <c:pt idx="7848">
                  <c:v>3.2499543604923948</c:v>
                </c:pt>
                <c:pt idx="7849">
                  <c:v>3.2478865069141722</c:v>
                </c:pt>
                <c:pt idx="7850">
                  <c:v>3.2462004043575066</c:v>
                </c:pt>
                <c:pt idx="7851">
                  <c:v>3.2467374150124124</c:v>
                </c:pt>
                <c:pt idx="7852">
                  <c:v>3.2466504013717445</c:v>
                </c:pt>
                <c:pt idx="7853">
                  <c:v>3.2451174257611561</c:v>
                </c:pt>
                <c:pt idx="7854">
                  <c:v>3.243564829427672</c:v>
                </c:pt>
                <c:pt idx="7855">
                  <c:v>3.2430764440425515</c:v>
                </c:pt>
                <c:pt idx="7856">
                  <c:v>3.244544159422639</c:v>
                </c:pt>
                <c:pt idx="7857">
                  <c:v>3.2441150627436595</c:v>
                </c:pt>
                <c:pt idx="7858">
                  <c:v>3.2425863525076135</c:v>
                </c:pt>
                <c:pt idx="7859">
                  <c:v>3.2414116683585985</c:v>
                </c:pt>
                <c:pt idx="7860">
                  <c:v>3.2424536993593409</c:v>
                </c:pt>
                <c:pt idx="7861">
                  <c:v>3.2421947911246085</c:v>
                </c:pt>
                <c:pt idx="7862">
                  <c:v>3.2424020883273759</c:v>
                </c:pt>
                <c:pt idx="7863">
                  <c:v>3.2417499125598219</c:v>
                </c:pt>
                <c:pt idx="7864">
                  <c:v>3.2393143836960325</c:v>
                </c:pt>
                <c:pt idx="7865">
                  <c:v>3.24064773977803</c:v>
                </c:pt>
                <c:pt idx="7866">
                  <c:v>3.2425193861272961</c:v>
                </c:pt>
                <c:pt idx="7867">
                  <c:v>3.2421299574315618</c:v>
                </c:pt>
                <c:pt idx="7868">
                  <c:v>3.2403564146967745</c:v>
                </c:pt>
                <c:pt idx="7869">
                  <c:v>3.2373702259795434</c:v>
                </c:pt>
                <c:pt idx="7870">
                  <c:v>3.2363917490594849</c:v>
                </c:pt>
                <c:pt idx="7871">
                  <c:v>3.2378296068177748</c:v>
                </c:pt>
                <c:pt idx="7872">
                  <c:v>3.2408755107786016</c:v>
                </c:pt>
                <c:pt idx="7873">
                  <c:v>3.2434517970022947</c:v>
                </c:pt>
                <c:pt idx="7874">
                  <c:v>3.242526210726564</c:v>
                </c:pt>
                <c:pt idx="7875">
                  <c:v>3.2373467664195594</c:v>
                </c:pt>
                <c:pt idx="7876">
                  <c:v>3.2356807111232437</c:v>
                </c:pt>
                <c:pt idx="7877">
                  <c:v>3.2386323503066805</c:v>
                </c:pt>
                <c:pt idx="7878">
                  <c:v>3.2418301016012214</c:v>
                </c:pt>
                <c:pt idx="7879">
                  <c:v>3.2440587597996982</c:v>
                </c:pt>
                <c:pt idx="7880">
                  <c:v>3.2440813662847736</c:v>
                </c:pt>
                <c:pt idx="7881">
                  <c:v>3.2442895165624495</c:v>
                </c:pt>
                <c:pt idx="7882">
                  <c:v>3.2448580909889699</c:v>
                </c:pt>
                <c:pt idx="7883">
                  <c:v>3.2421406208679184</c:v>
                </c:pt>
                <c:pt idx="7884">
                  <c:v>3.2396649974834291</c:v>
                </c:pt>
                <c:pt idx="7885">
                  <c:v>3.2358265869325984</c:v>
                </c:pt>
                <c:pt idx="7886">
                  <c:v>3.2307149620808202</c:v>
                </c:pt>
                <c:pt idx="7887">
                  <c:v>3.2284005698540388</c:v>
                </c:pt>
                <c:pt idx="7888">
                  <c:v>3.2279787243117819</c:v>
                </c:pt>
                <c:pt idx="7889">
                  <c:v>3.2281164959095059</c:v>
                </c:pt>
                <c:pt idx="7890">
                  <c:v>3.2315774208133217</c:v>
                </c:pt>
                <c:pt idx="7891">
                  <c:v>3.2320658061984422</c:v>
                </c:pt>
                <c:pt idx="7892">
                  <c:v>3.2285332230023118</c:v>
                </c:pt>
                <c:pt idx="7893">
                  <c:v>3.224254199261237</c:v>
                </c:pt>
                <c:pt idx="7894">
                  <c:v>3.2212569205701951</c:v>
                </c:pt>
                <c:pt idx="7895">
                  <c:v>3.2235239671395544</c:v>
                </c:pt>
                <c:pt idx="7896">
                  <c:v>3.2263792088583299</c:v>
                </c:pt>
                <c:pt idx="7897">
                  <c:v>3.2271849381094153</c:v>
                </c:pt>
                <c:pt idx="7898">
                  <c:v>3.2240993661653432</c:v>
                </c:pt>
                <c:pt idx="7899">
                  <c:v>3.2208401934773891</c:v>
                </c:pt>
                <c:pt idx="7900">
                  <c:v>3.2195550361277223</c:v>
                </c:pt>
                <c:pt idx="7901">
                  <c:v>3.2202259795432635</c:v>
                </c:pt>
                <c:pt idx="7902">
                  <c:v>3.2210355476314376</c:v>
                </c:pt>
                <c:pt idx="7903">
                  <c:v>3.2224260597323049</c:v>
                </c:pt>
                <c:pt idx="7904">
                  <c:v>3.2222776246982248</c:v>
                </c:pt>
                <c:pt idx="7905">
                  <c:v>3.2233989916654582</c:v>
                </c:pt>
                <c:pt idx="7906">
                  <c:v>3.2236327341903892</c:v>
                </c:pt>
                <c:pt idx="7907">
                  <c:v>3.2237188947561486</c:v>
                </c:pt>
                <c:pt idx="7908">
                  <c:v>3.2226043523881831</c:v>
                </c:pt>
                <c:pt idx="7909">
                  <c:v>3.2213085316021601</c:v>
                </c:pt>
                <c:pt idx="7910">
                  <c:v>3.2211963522516913</c:v>
                </c:pt>
                <c:pt idx="7911">
                  <c:v>3.2206418535611614</c:v>
                </c:pt>
                <c:pt idx="7912">
                  <c:v>3.2194829512979535</c:v>
                </c:pt>
                <c:pt idx="7913">
                  <c:v>3.2203168320210196</c:v>
                </c:pt>
                <c:pt idx="7914">
                  <c:v>3.2206921849807633</c:v>
                </c:pt>
                <c:pt idx="7915">
                  <c:v>3.2205382049597775</c:v>
                </c:pt>
                <c:pt idx="7916">
                  <c:v>3.2185006355408068</c:v>
                </c:pt>
                <c:pt idx="7917">
                  <c:v>3.2153698506265833</c:v>
                </c:pt>
                <c:pt idx="7918">
                  <c:v>3.2147138360219412</c:v>
                </c:pt>
                <c:pt idx="7919">
                  <c:v>3.2149957772792028</c:v>
                </c:pt>
                <c:pt idx="7920">
                  <c:v>3.2134060721871989</c:v>
                </c:pt>
                <c:pt idx="7921">
                  <c:v>3.2104855702379225</c:v>
                </c:pt>
                <c:pt idx="7922">
                  <c:v>3.2088553440877643</c:v>
                </c:pt>
                <c:pt idx="7923">
                  <c:v>3.2092763365551127</c:v>
                </c:pt>
                <c:pt idx="7924">
                  <c:v>3.2108498332238553</c:v>
                </c:pt>
                <c:pt idx="7925">
                  <c:v>3.2128861230304633</c:v>
                </c:pt>
                <c:pt idx="7926">
                  <c:v>3.2137699086356775</c:v>
                </c:pt>
                <c:pt idx="7927">
                  <c:v>3.2123111505421291</c:v>
                </c:pt>
                <c:pt idx="7928">
                  <c:v>3.2104301203688697</c:v>
                </c:pt>
                <c:pt idx="7929">
                  <c:v>3.209577045460362</c:v>
                </c:pt>
                <c:pt idx="7930">
                  <c:v>3.2089632580636906</c:v>
                </c:pt>
                <c:pt idx="7931">
                  <c:v>3.2079335966491218</c:v>
                </c:pt>
                <c:pt idx="7932">
                  <c:v>3.2074208986291088</c:v>
                </c:pt>
                <c:pt idx="7933">
                  <c:v>3.2079677196454619</c:v>
                </c:pt>
                <c:pt idx="7934">
                  <c:v>3.2074754954232532</c:v>
                </c:pt>
                <c:pt idx="7935">
                  <c:v>3.204198834699675</c:v>
                </c:pt>
                <c:pt idx="7936">
                  <c:v>3.203030975149928</c:v>
                </c:pt>
                <c:pt idx="7937">
                  <c:v>3.203595284201906</c:v>
                </c:pt>
                <c:pt idx="7938">
                  <c:v>3.2033466128660759</c:v>
                </c:pt>
                <c:pt idx="7939">
                  <c:v>3.2028189860351639</c:v>
                </c:pt>
                <c:pt idx="7940">
                  <c:v>3.201836243740563</c:v>
                </c:pt>
                <c:pt idx="7941">
                  <c:v>3.2000908524777563</c:v>
                </c:pt>
                <c:pt idx="7942">
                  <c:v>3.2021616918181586</c:v>
                </c:pt>
                <c:pt idx="7943">
                  <c:v>3.2044027196028084</c:v>
                </c:pt>
                <c:pt idx="7944">
                  <c:v>3.2058290608498332</c:v>
                </c:pt>
                <c:pt idx="7945">
                  <c:v>3.2064108579374353</c:v>
                </c:pt>
                <c:pt idx="7946">
                  <c:v>3.2046313436782885</c:v>
                </c:pt>
                <c:pt idx="7947">
                  <c:v>3.2027733465275587</c:v>
                </c:pt>
                <c:pt idx="7948">
                  <c:v>3.2009584296597082</c:v>
                </c:pt>
                <c:pt idx="7949">
                  <c:v>3.2002960169932519</c:v>
                </c:pt>
                <c:pt idx="7950">
                  <c:v>3.2017270501522739</c:v>
                </c:pt>
                <c:pt idx="7951">
                  <c:v>3.2032574665381368</c:v>
                </c:pt>
                <c:pt idx="7952">
                  <c:v>3.2043877907919094</c:v>
                </c:pt>
                <c:pt idx="7953">
                  <c:v>3.2029089854380115</c:v>
                </c:pt>
                <c:pt idx="7954">
                  <c:v>3.2023331598747684</c:v>
                </c:pt>
                <c:pt idx="7955">
                  <c:v>3.2030911169309779</c:v>
                </c:pt>
                <c:pt idx="7956">
                  <c:v>3.2022371889475614</c:v>
                </c:pt>
                <c:pt idx="7957">
                  <c:v>3.2009584296597082</c:v>
                </c:pt>
                <c:pt idx="7958">
                  <c:v>3.1995653583341155</c:v>
                </c:pt>
                <c:pt idx="7959">
                  <c:v>3.197413903414859</c:v>
                </c:pt>
                <c:pt idx="7960">
                  <c:v>3.1941163423560224</c:v>
                </c:pt>
                <c:pt idx="7961">
                  <c:v>3.1912380676147172</c:v>
                </c:pt>
                <c:pt idx="7962">
                  <c:v>3.1906750381751023</c:v>
                </c:pt>
                <c:pt idx="7963">
                  <c:v>3.1911062675413526</c:v>
                </c:pt>
                <c:pt idx="7964">
                  <c:v>3.1907275022819754</c:v>
                </c:pt>
                <c:pt idx="7965">
                  <c:v>3.1939862484324748</c:v>
                </c:pt>
                <c:pt idx="7966">
                  <c:v>3.1959525860965852</c:v>
                </c:pt>
                <c:pt idx="7967">
                  <c:v>3.1959628229954871</c:v>
                </c:pt>
                <c:pt idx="7968">
                  <c:v>3.1967881729694683</c:v>
                </c:pt>
                <c:pt idx="7969">
                  <c:v>3.1971558482550351</c:v>
                </c:pt>
                <c:pt idx="7970">
                  <c:v>3.196331777893417</c:v>
                </c:pt>
                <c:pt idx="7971">
                  <c:v>3.195555479726675</c:v>
                </c:pt>
                <c:pt idx="7972">
                  <c:v>3.1950415020942988</c:v>
                </c:pt>
                <c:pt idx="7973">
                  <c:v>3.192538153775283</c:v>
                </c:pt>
                <c:pt idx="7974">
                  <c:v>3.1898949011712716</c:v>
                </c:pt>
                <c:pt idx="7975">
                  <c:v>3.1889586514591848</c:v>
                </c:pt>
                <c:pt idx="7976">
                  <c:v>3.1897072246914</c:v>
                </c:pt>
                <c:pt idx="7977">
                  <c:v>3.1903568412342289</c:v>
                </c:pt>
                <c:pt idx="7978">
                  <c:v>3.1895186951366199</c:v>
                </c:pt>
                <c:pt idx="7979">
                  <c:v>3.189429975346135</c:v>
                </c:pt>
                <c:pt idx="7980">
                  <c:v>3.1894436245446713</c:v>
                </c:pt>
                <c:pt idx="7981">
                  <c:v>3.1903662250582223</c:v>
                </c:pt>
                <c:pt idx="7982">
                  <c:v>3.1902446618837601</c:v>
                </c:pt>
                <c:pt idx="7983">
                  <c:v>3.1896564667343439</c:v>
                </c:pt>
                <c:pt idx="7984">
                  <c:v>3.1880292263463654</c:v>
                </c:pt>
                <c:pt idx="7985">
                  <c:v>3.1867828839050358</c:v>
                </c:pt>
                <c:pt idx="7986">
                  <c:v>3.1854333193997766</c:v>
                </c:pt>
                <c:pt idx="7987">
                  <c:v>3.185973742354316</c:v>
                </c:pt>
                <c:pt idx="7988">
                  <c:v>3.186476203475427</c:v>
                </c:pt>
                <c:pt idx="7989">
                  <c:v>3.184012523139657</c:v>
                </c:pt>
                <c:pt idx="7990">
                  <c:v>3.1823720600905965</c:v>
                </c:pt>
                <c:pt idx="7991">
                  <c:v>3.1831735239671395</c:v>
                </c:pt>
                <c:pt idx="7992">
                  <c:v>3.1842266449416923</c:v>
                </c:pt>
                <c:pt idx="7993">
                  <c:v>3.1845926140774421</c:v>
                </c:pt>
                <c:pt idx="7994">
                  <c:v>3.1841780196719074</c:v>
                </c:pt>
                <c:pt idx="7995">
                  <c:v>3.1789452581831212</c:v>
                </c:pt>
                <c:pt idx="7996">
                  <c:v>3.176241437260606</c:v>
                </c:pt>
                <c:pt idx="7997">
                  <c:v>3.1763045648038353</c:v>
                </c:pt>
                <c:pt idx="7998">
                  <c:v>3.1779292459670883</c:v>
                </c:pt>
                <c:pt idx="7999">
                  <c:v>3.1800883785605212</c:v>
                </c:pt>
                <c:pt idx="8000">
                  <c:v>3.1811513098965221</c:v>
                </c:pt>
                <c:pt idx="8001">
                  <c:v>3.1806415976386888</c:v>
                </c:pt>
                <c:pt idx="8002">
                  <c:v>3.1785037919179682</c:v>
                </c:pt>
                <c:pt idx="8003">
                  <c:v>3.178652653489503</c:v>
                </c:pt>
                <c:pt idx="8004">
                  <c:v>3.1797727408443737</c:v>
                </c:pt>
                <c:pt idx="8005">
                  <c:v>3.1781437943065782</c:v>
                </c:pt>
                <c:pt idx="8006">
                  <c:v>3.1801246342441329</c:v>
                </c:pt>
                <c:pt idx="8007">
                  <c:v>3.1802530220178635</c:v>
                </c:pt>
                <c:pt idx="8008">
                  <c:v>3.1777449817868506</c:v>
                </c:pt>
                <c:pt idx="8009">
                  <c:v>3.1767170265220988</c:v>
                </c:pt>
                <c:pt idx="8010">
                  <c:v>3.1752045247093146</c:v>
                </c:pt>
                <c:pt idx="8011">
                  <c:v>3.1753444289943098</c:v>
                </c:pt>
                <c:pt idx="8012">
                  <c:v>3.1773363589056753</c:v>
                </c:pt>
                <c:pt idx="8013">
                  <c:v>3.1764137583921244</c:v>
                </c:pt>
                <c:pt idx="8014">
                  <c:v>3.1752646664903645</c:v>
                </c:pt>
                <c:pt idx="8015">
                  <c:v>3.1758707762128591</c:v>
                </c:pt>
                <c:pt idx="8016">
                  <c:v>3.1736805063852658</c:v>
                </c:pt>
                <c:pt idx="8017">
                  <c:v>3.1725344002456857</c:v>
                </c:pt>
                <c:pt idx="8018">
                  <c:v>3.1739633007174359</c:v>
                </c:pt>
                <c:pt idx="8019">
                  <c:v>3.1737107905445177</c:v>
                </c:pt>
                <c:pt idx="8020">
                  <c:v>3.1728142088156761</c:v>
                </c:pt>
                <c:pt idx="8021">
                  <c:v>3.1723885244363306</c:v>
                </c:pt>
                <c:pt idx="8022">
                  <c:v>3.1705168780870649</c:v>
                </c:pt>
                <c:pt idx="8023">
                  <c:v>3.1682302107948099</c:v>
                </c:pt>
                <c:pt idx="8024">
                  <c:v>3.1682673195533297</c:v>
                </c:pt>
                <c:pt idx="8025">
                  <c:v>3.1685889287938376</c:v>
                </c:pt>
                <c:pt idx="8026">
                  <c:v>3.1677320150482413</c:v>
                </c:pt>
                <c:pt idx="8027">
                  <c:v>3.1637490083004187</c:v>
                </c:pt>
                <c:pt idx="8028">
                  <c:v>3.1620373134964983</c:v>
                </c:pt>
                <c:pt idx="8029">
                  <c:v>3.1609615860368701</c:v>
                </c:pt>
                <c:pt idx="8030">
                  <c:v>3.1594708376342528</c:v>
                </c:pt>
                <c:pt idx="8031">
                  <c:v>3.1594985625687793</c:v>
                </c:pt>
                <c:pt idx="8032">
                  <c:v>3.1614431468227226</c:v>
                </c:pt>
                <c:pt idx="8033">
                  <c:v>3.1609995478702984</c:v>
                </c:pt>
                <c:pt idx="8034">
                  <c:v>3.1594819276080632</c:v>
                </c:pt>
                <c:pt idx="8035">
                  <c:v>3.1577932658266721</c:v>
                </c:pt>
                <c:pt idx="8036">
                  <c:v>3.1593996058793925</c:v>
                </c:pt>
                <c:pt idx="8037">
                  <c:v>3.1615536200233745</c:v>
                </c:pt>
                <c:pt idx="8038">
                  <c:v>3.1614751371317915</c:v>
                </c:pt>
                <c:pt idx="8039">
                  <c:v>3.1597173762828112</c:v>
                </c:pt>
                <c:pt idx="8040">
                  <c:v>3.1566339370260104</c:v>
                </c:pt>
                <c:pt idx="8041">
                  <c:v>3.1562244610699266</c:v>
                </c:pt>
                <c:pt idx="8042">
                  <c:v>3.1585610332443292</c:v>
                </c:pt>
                <c:pt idx="8043">
                  <c:v>3.1611556605785553</c:v>
                </c:pt>
                <c:pt idx="8044">
                  <c:v>3.1617054673570886</c:v>
                </c:pt>
                <c:pt idx="8045">
                  <c:v>3.1619784513278111</c:v>
                </c:pt>
                <c:pt idx="8046">
                  <c:v>3.1627347022342032</c:v>
                </c:pt>
                <c:pt idx="8047">
                  <c:v>3.1630072596674714</c:v>
                </c:pt>
                <c:pt idx="8048">
                  <c:v>3.1617749929621319</c:v>
                </c:pt>
                <c:pt idx="8049">
                  <c:v>3.1593978997295751</c:v>
                </c:pt>
                <c:pt idx="8050">
                  <c:v>3.1579591888963772</c:v>
                </c:pt>
                <c:pt idx="8051">
                  <c:v>3.157777483940865</c:v>
                </c:pt>
                <c:pt idx="8052">
                  <c:v>3.1588348702899602</c:v>
                </c:pt>
                <c:pt idx="8053">
                  <c:v>3.1607372273359324</c:v>
                </c:pt>
                <c:pt idx="8054">
                  <c:v>3.1609125342296309</c:v>
                </c:pt>
                <c:pt idx="8055">
                  <c:v>3.1583993755491671</c:v>
                </c:pt>
                <c:pt idx="8056">
                  <c:v>3.1568762103000263</c:v>
                </c:pt>
                <c:pt idx="8057">
                  <c:v>3.157362462997876</c:v>
                </c:pt>
                <c:pt idx="8058">
                  <c:v>3.15883785605214</c:v>
                </c:pt>
                <c:pt idx="8059">
                  <c:v>3.1584104655229774</c:v>
                </c:pt>
                <c:pt idx="8060">
                  <c:v>3.1570246453341069</c:v>
                </c:pt>
                <c:pt idx="8061">
                  <c:v>3.1557369287597146</c:v>
                </c:pt>
                <c:pt idx="8062">
                  <c:v>3.1532404050399667</c:v>
                </c:pt>
                <c:pt idx="8063">
                  <c:v>3.1522222601366625</c:v>
                </c:pt>
                <c:pt idx="8064">
                  <c:v>3.1509383823993584</c:v>
                </c:pt>
                <c:pt idx="8065">
                  <c:v>3.1512966738609318</c:v>
                </c:pt>
                <c:pt idx="8066">
                  <c:v>3.1511925987220937</c:v>
                </c:pt>
                <c:pt idx="8067">
                  <c:v>3.1503890021582794</c:v>
                </c:pt>
                <c:pt idx="8068">
                  <c:v>3.1500379618334287</c:v>
                </c:pt>
                <c:pt idx="8069">
                  <c:v>3.1502345955998394</c:v>
                </c:pt>
                <c:pt idx="8070">
                  <c:v>3.1479295871970518</c:v>
                </c:pt>
                <c:pt idx="8071">
                  <c:v>3.1459905479300136</c:v>
                </c:pt>
                <c:pt idx="8072">
                  <c:v>3.1464789333151346</c:v>
                </c:pt>
                <c:pt idx="8073">
                  <c:v>3.1462776076367267</c:v>
                </c:pt>
                <c:pt idx="8074">
                  <c:v>3.1448359110413486</c:v>
                </c:pt>
                <c:pt idx="8075">
                  <c:v>3.1461146703292018</c:v>
                </c:pt>
                <c:pt idx="8076">
                  <c:v>3.146414099622088</c:v>
                </c:pt>
                <c:pt idx="8077">
                  <c:v>3.1442170051952263</c:v>
                </c:pt>
                <c:pt idx="8078">
                  <c:v>3.1410759833821009</c:v>
                </c:pt>
                <c:pt idx="8079">
                  <c:v>3.1387487950316917</c:v>
                </c:pt>
                <c:pt idx="8080">
                  <c:v>3.1379618334285935</c:v>
                </c:pt>
                <c:pt idx="8081">
                  <c:v>3.1375523574725097</c:v>
                </c:pt>
                <c:pt idx="8082">
                  <c:v>3.137612072716105</c:v>
                </c:pt>
                <c:pt idx="8083">
                  <c:v>3.1373970978391612</c:v>
                </c:pt>
                <c:pt idx="8084">
                  <c:v>3.1363439768646084</c:v>
                </c:pt>
                <c:pt idx="8085">
                  <c:v>3.1373634013802754</c:v>
                </c:pt>
                <c:pt idx="8086">
                  <c:v>3.1376645368229785</c:v>
                </c:pt>
                <c:pt idx="8087">
                  <c:v>3.1380241078969142</c:v>
                </c:pt>
                <c:pt idx="8088">
                  <c:v>3.1387598850055025</c:v>
                </c:pt>
                <c:pt idx="8089">
                  <c:v>3.1389688883580869</c:v>
                </c:pt>
                <c:pt idx="8090">
                  <c:v>3.1396010168652908</c:v>
                </c:pt>
                <c:pt idx="8091">
                  <c:v>3.1387249089342535</c:v>
                </c:pt>
                <c:pt idx="8092">
                  <c:v>3.1365218429830324</c:v>
                </c:pt>
                <c:pt idx="8093">
                  <c:v>3.135554882574239</c:v>
                </c:pt>
                <c:pt idx="8094">
                  <c:v>3.1349991042713459</c:v>
                </c:pt>
                <c:pt idx="8095">
                  <c:v>3.1336691604889824</c:v>
                </c:pt>
                <c:pt idx="8096">
                  <c:v>3.1326842855071102</c:v>
                </c:pt>
                <c:pt idx="8097">
                  <c:v>3.1324142872985679</c:v>
                </c:pt>
                <c:pt idx="8098">
                  <c:v>3.1310864762034756</c:v>
                </c:pt>
                <c:pt idx="8099">
                  <c:v>3.1308126391578446</c:v>
                </c:pt>
                <c:pt idx="8100">
                  <c:v>3.1312059066906666</c:v>
                </c:pt>
                <c:pt idx="8101">
                  <c:v>3.1322829137626576</c:v>
                </c:pt>
                <c:pt idx="8102">
                  <c:v>3.1314955256221051</c:v>
                </c:pt>
                <c:pt idx="8103">
                  <c:v>3.1275863098538683</c:v>
                </c:pt>
                <c:pt idx="8104">
                  <c:v>3.1273918087747283</c:v>
                </c:pt>
                <c:pt idx="8105">
                  <c:v>3.1302244440084284</c:v>
                </c:pt>
                <c:pt idx="8106">
                  <c:v>3.1306816921593885</c:v>
                </c:pt>
                <c:pt idx="8107">
                  <c:v>3.1294946384241999</c:v>
                </c:pt>
                <c:pt idx="8108">
                  <c:v>3.1292284790527458</c:v>
                </c:pt>
                <c:pt idx="8109">
                  <c:v>3.1294907995871117</c:v>
                </c:pt>
                <c:pt idx="8110">
                  <c:v>3.128037586480469</c:v>
                </c:pt>
                <c:pt idx="8111">
                  <c:v>3.1263548962234373</c:v>
                </c:pt>
                <c:pt idx="8112">
                  <c:v>3.1244350511418406</c:v>
                </c:pt>
                <c:pt idx="8113">
                  <c:v>3.1224699930900934</c:v>
                </c:pt>
                <c:pt idx="8114">
                  <c:v>3.1245958557620943</c:v>
                </c:pt>
                <c:pt idx="8115">
                  <c:v>3.1282649309435859</c:v>
                </c:pt>
                <c:pt idx="8116">
                  <c:v>3.1276430393352839</c:v>
                </c:pt>
                <c:pt idx="8117">
                  <c:v>3.1255338116239986</c:v>
                </c:pt>
                <c:pt idx="8118">
                  <c:v>3.1251567525144384</c:v>
                </c:pt>
                <c:pt idx="8119">
                  <c:v>3.1269162195132356</c:v>
                </c:pt>
                <c:pt idx="8120">
                  <c:v>3.1254092626873566</c:v>
                </c:pt>
                <c:pt idx="8121">
                  <c:v>3.1218707079668664</c:v>
                </c:pt>
                <c:pt idx="8122">
                  <c:v>3.1215768236608858</c:v>
                </c:pt>
                <c:pt idx="8123">
                  <c:v>3.1249396449502229</c:v>
                </c:pt>
                <c:pt idx="8124">
                  <c:v>3.1257014408435206</c:v>
                </c:pt>
                <c:pt idx="8125">
                  <c:v>3.1238779932265852</c:v>
                </c:pt>
                <c:pt idx="8126">
                  <c:v>3.1222260136662601</c:v>
                </c:pt>
                <c:pt idx="8127">
                  <c:v>3.1216574392397396</c:v>
                </c:pt>
                <c:pt idx="8128">
                  <c:v>3.1203287750697388</c:v>
                </c:pt>
                <c:pt idx="8129">
                  <c:v>3.1179132934662994</c:v>
                </c:pt>
                <c:pt idx="8130">
                  <c:v>3.118613667966184</c:v>
                </c:pt>
                <c:pt idx="8131">
                  <c:v>3.1184660860070124</c:v>
                </c:pt>
                <c:pt idx="8132">
                  <c:v>3.1175443385683699</c:v>
                </c:pt>
                <c:pt idx="8133">
                  <c:v>3.1175575612294515</c:v>
                </c:pt>
                <c:pt idx="8134">
                  <c:v>3.1178621089717886</c:v>
                </c:pt>
                <c:pt idx="8135">
                  <c:v>3.1150307533504518</c:v>
                </c:pt>
                <c:pt idx="8136">
                  <c:v>3.1159307473789273</c:v>
                </c:pt>
                <c:pt idx="8137">
                  <c:v>3.1173357617532393</c:v>
                </c:pt>
                <c:pt idx="8138">
                  <c:v>3.1152299463415885</c:v>
                </c:pt>
                <c:pt idx="8139">
                  <c:v>3.1119353710449316</c:v>
                </c:pt>
                <c:pt idx="8140">
                  <c:v>3.1109116811547222</c:v>
                </c:pt>
                <c:pt idx="8141">
                  <c:v>3.1118155140202863</c:v>
                </c:pt>
                <c:pt idx="8142">
                  <c:v>3.1109048565554542</c:v>
                </c:pt>
                <c:pt idx="8143">
                  <c:v>3.1120104416368801</c:v>
                </c:pt>
                <c:pt idx="8144">
                  <c:v>3.1122062223283828</c:v>
                </c:pt>
                <c:pt idx="8145">
                  <c:v>3.109160318367556</c:v>
                </c:pt>
                <c:pt idx="8146">
                  <c:v>3.1058529469472713</c:v>
                </c:pt>
                <c:pt idx="8147">
                  <c:v>3.1046931916091554</c:v>
                </c:pt>
                <c:pt idx="8148">
                  <c:v>3.1069320867065335</c:v>
                </c:pt>
                <c:pt idx="8149">
                  <c:v>3.1076030301220752</c:v>
                </c:pt>
                <c:pt idx="8150">
                  <c:v>3.1070651663922608</c:v>
                </c:pt>
                <c:pt idx="8151">
                  <c:v>3.1048744700272133</c:v>
                </c:pt>
                <c:pt idx="8152">
                  <c:v>3.1019352004299496</c:v>
                </c:pt>
                <c:pt idx="8153">
                  <c:v>3.1004913711473003</c:v>
                </c:pt>
                <c:pt idx="8154">
                  <c:v>3.098810387040086</c:v>
                </c:pt>
                <c:pt idx="8155">
                  <c:v>3.1004154474804433</c:v>
                </c:pt>
                <c:pt idx="8156">
                  <c:v>3.1026842001996195</c:v>
                </c:pt>
                <c:pt idx="8157">
                  <c:v>3.1007387628707677</c:v>
                </c:pt>
                <c:pt idx="8158">
                  <c:v>3.0982341349393892</c:v>
                </c:pt>
                <c:pt idx="8159">
                  <c:v>3.0968965134828488</c:v>
                </c:pt>
                <c:pt idx="8160">
                  <c:v>3.0963671805021198</c:v>
                </c:pt>
                <c:pt idx="8161">
                  <c:v>3.0977099204081111</c:v>
                </c:pt>
                <c:pt idx="8162">
                  <c:v>3.0999313274698652</c:v>
                </c:pt>
                <c:pt idx="8163">
                  <c:v>3.1002456855736504</c:v>
                </c:pt>
                <c:pt idx="8164">
                  <c:v>3.1019612192146591</c:v>
                </c:pt>
                <c:pt idx="8165">
                  <c:v>3.1033837216245956</c:v>
                </c:pt>
                <c:pt idx="8166">
                  <c:v>3.1034093138718513</c:v>
                </c:pt>
                <c:pt idx="8167">
                  <c:v>3.1037556622847053</c:v>
                </c:pt>
                <c:pt idx="8168">
                  <c:v>3.10141781049794</c:v>
                </c:pt>
                <c:pt idx="8169">
                  <c:v>3.0975619119114848</c:v>
                </c:pt>
                <c:pt idx="8170">
                  <c:v>3.0967241923513305</c:v>
                </c:pt>
                <c:pt idx="8171">
                  <c:v>3.0955610247135801</c:v>
                </c:pt>
                <c:pt idx="8172">
                  <c:v>3.094567618982623</c:v>
                </c:pt>
                <c:pt idx="8173">
                  <c:v>3.0954565230372877</c:v>
                </c:pt>
                <c:pt idx="8174">
                  <c:v>3.0974702063588202</c:v>
                </c:pt>
                <c:pt idx="8175">
                  <c:v>3.0966828182182677</c:v>
                </c:pt>
                <c:pt idx="8176">
                  <c:v>3.0938484768347507</c:v>
                </c:pt>
                <c:pt idx="8177">
                  <c:v>3.0926754988355527</c:v>
                </c:pt>
                <c:pt idx="8178">
                  <c:v>3.0902049939005143</c:v>
                </c:pt>
                <c:pt idx="8179">
                  <c:v>3.0866647330302075</c:v>
                </c:pt>
                <c:pt idx="8180">
                  <c:v>3.0830694488283017</c:v>
                </c:pt>
                <c:pt idx="8181">
                  <c:v>3.0820120624792064</c:v>
                </c:pt>
                <c:pt idx="8182">
                  <c:v>3.0835202989174482</c:v>
                </c:pt>
                <c:pt idx="8183">
                  <c:v>3.085060952202213</c:v>
                </c:pt>
                <c:pt idx="8184">
                  <c:v>3.0860535048582616</c:v>
                </c:pt>
                <c:pt idx="8185">
                  <c:v>3.0857361609922966</c:v>
                </c:pt>
                <c:pt idx="8186">
                  <c:v>3.0839267891113518</c:v>
                </c:pt>
                <c:pt idx="8187">
                  <c:v>3.0806428772510515</c:v>
                </c:pt>
                <c:pt idx="8188">
                  <c:v>3.0790907074550216</c:v>
                </c:pt>
                <c:pt idx="8189">
                  <c:v>3.0803016472876483</c:v>
                </c:pt>
                <c:pt idx="8190">
                  <c:v>3.0835168866178138</c:v>
                </c:pt>
                <c:pt idx="8191">
                  <c:v>3.0830191174086998</c:v>
                </c:pt>
                <c:pt idx="8192">
                  <c:v>3.0803127372614592</c:v>
                </c:pt>
                <c:pt idx="8193">
                  <c:v>3.0791807068578692</c:v>
                </c:pt>
                <c:pt idx="8194">
                  <c:v>3.0796639737935387</c:v>
                </c:pt>
                <c:pt idx="8195">
                  <c:v>3.0807354358786245</c:v>
                </c:pt>
                <c:pt idx="8196">
                  <c:v>3.0815450039667982</c:v>
                </c:pt>
                <c:pt idx="8197">
                  <c:v>3.0826501625107703</c:v>
                </c:pt>
                <c:pt idx="8198">
                  <c:v>3.0832127654129309</c:v>
                </c:pt>
                <c:pt idx="8199">
                  <c:v>3.0816179418714755</c:v>
                </c:pt>
                <c:pt idx="8200">
                  <c:v>3.0794029328715355</c:v>
                </c:pt>
                <c:pt idx="8201">
                  <c:v>3.0805746312583708</c:v>
                </c:pt>
                <c:pt idx="8202">
                  <c:v>3.0792246402156573</c:v>
                </c:pt>
                <c:pt idx="8203">
                  <c:v>3.0766150840705322</c:v>
                </c:pt>
                <c:pt idx="8204">
                  <c:v>3.0765075966320601</c:v>
                </c:pt>
                <c:pt idx="8205">
                  <c:v>3.0772638475384522</c:v>
                </c:pt>
                <c:pt idx="8206">
                  <c:v>3.0770407684498777</c:v>
                </c:pt>
                <c:pt idx="8207">
                  <c:v>3.0785217064910468</c:v>
                </c:pt>
                <c:pt idx="8208">
                  <c:v>3.0812152905146601</c:v>
                </c:pt>
                <c:pt idx="8209">
                  <c:v>3.0816708325158033</c:v>
                </c:pt>
                <c:pt idx="8210">
                  <c:v>3.0800781416616192</c:v>
                </c:pt>
                <c:pt idx="8211">
                  <c:v>3.077588869078594</c:v>
                </c:pt>
                <c:pt idx="8212">
                  <c:v>3.076685462750484</c:v>
                </c:pt>
                <c:pt idx="8213">
                  <c:v>3.0764965066582497</c:v>
                </c:pt>
                <c:pt idx="8214">
                  <c:v>3.0789584808442028</c:v>
                </c:pt>
                <c:pt idx="8215">
                  <c:v>3.078589099408819</c:v>
                </c:pt>
                <c:pt idx="8216">
                  <c:v>3.0773222831696851</c:v>
                </c:pt>
                <c:pt idx="8217">
                  <c:v>3.0777475410115764</c:v>
                </c:pt>
                <c:pt idx="8218">
                  <c:v>3.0777607636726581</c:v>
                </c:pt>
                <c:pt idx="8219">
                  <c:v>3.0784756404459874</c:v>
                </c:pt>
                <c:pt idx="8220">
                  <c:v>3.0778499100005972</c:v>
                </c:pt>
                <c:pt idx="8221">
                  <c:v>3.075904046134291</c:v>
                </c:pt>
                <c:pt idx="8222">
                  <c:v>3.0744086058196771</c:v>
                </c:pt>
                <c:pt idx="8223">
                  <c:v>3.0774502444059615</c:v>
                </c:pt>
                <c:pt idx="8224">
                  <c:v>3.0801203688695904</c:v>
                </c:pt>
                <c:pt idx="8225">
                  <c:v>3.0792050194927616</c:v>
                </c:pt>
                <c:pt idx="8226">
                  <c:v>3.0780533683662763</c:v>
                </c:pt>
                <c:pt idx="8227">
                  <c:v>3.0761262721479574</c:v>
                </c:pt>
                <c:pt idx="8228">
                  <c:v>3.0744819702618087</c:v>
                </c:pt>
                <c:pt idx="8229">
                  <c:v>3.0734510292348771</c:v>
                </c:pt>
                <c:pt idx="8230">
                  <c:v>3.071584501335062</c:v>
                </c:pt>
                <c:pt idx="8231">
                  <c:v>3.0728722179094548</c:v>
                </c:pt>
                <c:pt idx="8232">
                  <c:v>3.0741795552067428</c:v>
                </c:pt>
                <c:pt idx="8233">
                  <c:v>3.0745075625090639</c:v>
                </c:pt>
                <c:pt idx="8234">
                  <c:v>3.0773935149245455</c:v>
                </c:pt>
                <c:pt idx="8235">
                  <c:v>3.0774532301681412</c:v>
                </c:pt>
                <c:pt idx="8236">
                  <c:v>3.076357455448163</c:v>
                </c:pt>
                <c:pt idx="8237">
                  <c:v>3.0750569427501429</c:v>
                </c:pt>
                <c:pt idx="8238">
                  <c:v>3.0739803622156061</c:v>
                </c:pt>
                <c:pt idx="8239">
                  <c:v>3.0721628861230306</c:v>
                </c:pt>
                <c:pt idx="8240">
                  <c:v>3.0702694863635975</c:v>
                </c:pt>
                <c:pt idx="8241">
                  <c:v>3.0701402455149585</c:v>
                </c:pt>
                <c:pt idx="8242">
                  <c:v>3.0715192411045615</c:v>
                </c:pt>
                <c:pt idx="8243">
                  <c:v>3.0723454441534512</c:v>
                </c:pt>
                <c:pt idx="8244">
                  <c:v>3.072321558056013</c:v>
                </c:pt>
                <c:pt idx="8245">
                  <c:v>3.072890985557442</c:v>
                </c:pt>
                <c:pt idx="8246">
                  <c:v>3.0729251085537821</c:v>
                </c:pt>
                <c:pt idx="8247">
                  <c:v>3.0726209873488992</c:v>
                </c:pt>
                <c:pt idx="8248">
                  <c:v>3.0752335292562041</c:v>
                </c:pt>
                <c:pt idx="8249">
                  <c:v>3.0763135220903748</c:v>
                </c:pt>
                <c:pt idx="8250">
                  <c:v>3.0743778951229705</c:v>
                </c:pt>
                <c:pt idx="8251">
                  <c:v>3.0727954411676888</c:v>
                </c:pt>
                <c:pt idx="8252">
                  <c:v>3.0707885824454246</c:v>
                </c:pt>
                <c:pt idx="8253">
                  <c:v>3.0685518200353172</c:v>
                </c:pt>
                <c:pt idx="8254">
                  <c:v>3.0650857766820505</c:v>
                </c:pt>
                <c:pt idx="8255">
                  <c:v>3.063073799510335</c:v>
                </c:pt>
                <c:pt idx="8256">
                  <c:v>3.0629458382740586</c:v>
                </c:pt>
                <c:pt idx="8257">
                  <c:v>3.0640791482900114</c:v>
                </c:pt>
                <c:pt idx="8258">
                  <c:v>3.0650119857024647</c:v>
                </c:pt>
                <c:pt idx="8259">
                  <c:v>3.0668712624655572</c:v>
                </c:pt>
                <c:pt idx="8260">
                  <c:v>3.0659328800661987</c:v>
                </c:pt>
                <c:pt idx="8261">
                  <c:v>3.066263020055791</c:v>
                </c:pt>
                <c:pt idx="8262">
                  <c:v>3.06947058171178</c:v>
                </c:pt>
                <c:pt idx="8263">
                  <c:v>3.0694727143990512</c:v>
                </c:pt>
                <c:pt idx="8264">
                  <c:v>3.0678868481441355</c:v>
                </c:pt>
                <c:pt idx="8265">
                  <c:v>3.0685211093386111</c:v>
                </c:pt>
                <c:pt idx="8266">
                  <c:v>3.0702933724610357</c:v>
                </c:pt>
                <c:pt idx="8267">
                  <c:v>3.0686985489195808</c:v>
                </c:pt>
                <c:pt idx="8268">
                  <c:v>3.0671506444980934</c:v>
                </c:pt>
                <c:pt idx="8269">
                  <c:v>3.0675908311508833</c:v>
                </c:pt>
                <c:pt idx="8270">
                  <c:v>3.0687975056089676</c:v>
                </c:pt>
                <c:pt idx="8271">
                  <c:v>3.0691865077672471</c:v>
                </c:pt>
                <c:pt idx="8272">
                  <c:v>3.0665888946708408</c:v>
                </c:pt>
                <c:pt idx="8273">
                  <c:v>3.0652649224128372</c:v>
                </c:pt>
                <c:pt idx="8274">
                  <c:v>3.0646929356866828</c:v>
                </c:pt>
                <c:pt idx="8275">
                  <c:v>3.0653506564411419</c:v>
                </c:pt>
                <c:pt idx="8276">
                  <c:v>3.0679286488146524</c:v>
                </c:pt>
                <c:pt idx="8277">
                  <c:v>3.067334908678331</c:v>
                </c:pt>
                <c:pt idx="8278">
                  <c:v>3.0668013103230596</c:v>
                </c:pt>
                <c:pt idx="8279">
                  <c:v>3.0678399290241676</c:v>
                </c:pt>
                <c:pt idx="8280">
                  <c:v>3.0710406660808887</c:v>
                </c:pt>
                <c:pt idx="8281">
                  <c:v>3.074027281335574</c:v>
                </c:pt>
                <c:pt idx="8282">
                  <c:v>3.0749793129334688</c:v>
                </c:pt>
                <c:pt idx="8283">
                  <c:v>3.0738634909531406</c:v>
                </c:pt>
                <c:pt idx="8284">
                  <c:v>3.0733832097796507</c:v>
                </c:pt>
                <c:pt idx="8285">
                  <c:v>3.07373510317941</c:v>
                </c:pt>
                <c:pt idx="8286">
                  <c:v>3.0733294660604149</c:v>
                </c:pt>
                <c:pt idx="8287">
                  <c:v>3.0723586668145328</c:v>
                </c:pt>
                <c:pt idx="8288">
                  <c:v>3.0705330865103266</c:v>
                </c:pt>
                <c:pt idx="8289">
                  <c:v>3.0704985369765319</c:v>
                </c:pt>
                <c:pt idx="8290">
                  <c:v>3.070506641188163</c:v>
                </c:pt>
                <c:pt idx="8291">
                  <c:v>3.0694919085844927</c:v>
                </c:pt>
                <c:pt idx="8292">
                  <c:v>3.0713827491192003</c:v>
                </c:pt>
                <c:pt idx="8293">
                  <c:v>3.0716740742004554</c:v>
                </c:pt>
                <c:pt idx="8294">
                  <c:v>3.0722874350596725</c:v>
                </c:pt>
                <c:pt idx="8295">
                  <c:v>3.0727404178360902</c:v>
                </c:pt>
                <c:pt idx="8296">
                  <c:v>3.0724247801199422</c:v>
                </c:pt>
                <c:pt idx="8297">
                  <c:v>3.0735316448137313</c:v>
                </c:pt>
                <c:pt idx="8298">
                  <c:v>3.0740059544628613</c:v>
                </c:pt>
                <c:pt idx="8299">
                  <c:v>3.0750995964955683</c:v>
                </c:pt>
                <c:pt idx="8300">
                  <c:v>3.0727971473175058</c:v>
                </c:pt>
                <c:pt idx="8301">
                  <c:v>3.0744252407803927</c:v>
                </c:pt>
                <c:pt idx="8302">
                  <c:v>3.077157213174889</c:v>
                </c:pt>
                <c:pt idx="8303">
                  <c:v>3.0776008121273128</c:v>
                </c:pt>
                <c:pt idx="8304">
                  <c:v>3.0765865060610973</c:v>
                </c:pt>
                <c:pt idx="8305">
                  <c:v>3.075769686836201</c:v>
                </c:pt>
                <c:pt idx="8306">
                  <c:v>3.0742478011994234</c:v>
                </c:pt>
                <c:pt idx="8307">
                  <c:v>3.0726427407590662</c:v>
                </c:pt>
                <c:pt idx="8308">
                  <c:v>3.0695938510360596</c:v>
                </c:pt>
                <c:pt idx="8309">
                  <c:v>3.0686772220468681</c:v>
                </c:pt>
                <c:pt idx="8310">
                  <c:v>3.0711805703658839</c:v>
                </c:pt>
                <c:pt idx="8311">
                  <c:v>3.0712385794596622</c:v>
                </c:pt>
                <c:pt idx="8312">
                  <c:v>3.0736242034413044</c:v>
                </c:pt>
                <c:pt idx="8313">
                  <c:v>3.0762525272344163</c:v>
                </c:pt>
                <c:pt idx="8314">
                  <c:v>3.0778622795867707</c:v>
                </c:pt>
                <c:pt idx="8315">
                  <c:v>3.0786829376487548</c:v>
                </c:pt>
                <c:pt idx="8316">
                  <c:v>3.0766820504508501</c:v>
                </c:pt>
                <c:pt idx="8317">
                  <c:v>3.0734506026974229</c:v>
                </c:pt>
                <c:pt idx="8318">
                  <c:v>3.0754702575433148</c:v>
                </c:pt>
                <c:pt idx="8319">
                  <c:v>3.0775931344531364</c:v>
                </c:pt>
                <c:pt idx="8320">
                  <c:v>3.0792988577326974</c:v>
                </c:pt>
                <c:pt idx="8321">
                  <c:v>3.0790408025728739</c:v>
                </c:pt>
                <c:pt idx="8322">
                  <c:v>3.0763630004350682</c:v>
                </c:pt>
                <c:pt idx="8323">
                  <c:v>3.0750087440178122</c:v>
                </c:pt>
                <c:pt idx="8324">
                  <c:v>3.0747732953430642</c:v>
                </c:pt>
                <c:pt idx="8325">
                  <c:v>3.0746517321686015</c:v>
                </c:pt>
                <c:pt idx="8326">
                  <c:v>3.073442071948338</c:v>
                </c:pt>
                <c:pt idx="8327">
                  <c:v>3.0736259095911214</c:v>
                </c:pt>
                <c:pt idx="8328">
                  <c:v>3.0771141328920093</c:v>
                </c:pt>
                <c:pt idx="8329">
                  <c:v>3.0794745911638501</c:v>
                </c:pt>
                <c:pt idx="8330">
                  <c:v>3.0775547460822534</c:v>
                </c:pt>
                <c:pt idx="8331">
                  <c:v>3.0760755141909013</c:v>
                </c:pt>
                <c:pt idx="8332">
                  <c:v>3.0774246521587059</c:v>
                </c:pt>
                <c:pt idx="8333">
                  <c:v>3.0795334533325369</c:v>
                </c:pt>
                <c:pt idx="8334">
                  <c:v>3.0785532702626619</c:v>
                </c:pt>
                <c:pt idx="8335">
                  <c:v>3.0760686895916329</c:v>
                </c:pt>
                <c:pt idx="8336">
                  <c:v>3.0742281804765277</c:v>
                </c:pt>
                <c:pt idx="8337">
                  <c:v>3.0744512595651026</c:v>
                </c:pt>
                <c:pt idx="8338">
                  <c:v>3.0756745689839025</c:v>
                </c:pt>
                <c:pt idx="8339">
                  <c:v>3.0753559455055748</c:v>
                </c:pt>
                <c:pt idx="8340">
                  <c:v>3.0771102940549211</c:v>
                </c:pt>
                <c:pt idx="8341">
                  <c:v>3.0790928401422928</c:v>
                </c:pt>
                <c:pt idx="8342">
                  <c:v>3.0804121204883002</c:v>
                </c:pt>
                <c:pt idx="8343">
                  <c:v>3.0806177115412505</c:v>
                </c:pt>
                <c:pt idx="8344">
                  <c:v>3.0810515001322267</c:v>
                </c:pt>
                <c:pt idx="8345">
                  <c:v>3.080717947843</c:v>
                </c:pt>
                <c:pt idx="8346">
                  <c:v>3.0786505208022317</c:v>
                </c:pt>
                <c:pt idx="8347">
                  <c:v>3.0777748394086486</c:v>
                </c:pt>
                <c:pt idx="8348">
                  <c:v>3.0781314247204046</c:v>
                </c:pt>
                <c:pt idx="8349">
                  <c:v>3.0781450739189409</c:v>
                </c:pt>
                <c:pt idx="8350">
                  <c:v>3.0772745109748088</c:v>
                </c:pt>
                <c:pt idx="8351">
                  <c:v>3.0769106745263302</c:v>
                </c:pt>
                <c:pt idx="8352">
                  <c:v>3.0762068877268112</c:v>
                </c:pt>
                <c:pt idx="8353">
                  <c:v>3.0772890132482535</c:v>
                </c:pt>
                <c:pt idx="8354">
                  <c:v>3.0784334132380162</c:v>
                </c:pt>
                <c:pt idx="8355">
                  <c:v>3.0776984892043369</c:v>
                </c:pt>
                <c:pt idx="8356">
                  <c:v>3.076649633604327</c:v>
                </c:pt>
                <c:pt idx="8357">
                  <c:v>3.078484597732527</c:v>
                </c:pt>
                <c:pt idx="8358">
                  <c:v>3.0820141951664777</c:v>
                </c:pt>
                <c:pt idx="8359">
                  <c:v>3.083103998362096</c:v>
                </c:pt>
                <c:pt idx="8360">
                  <c:v>3.0834448017880449</c:v>
                </c:pt>
                <c:pt idx="8361">
                  <c:v>3.0833424327990242</c:v>
                </c:pt>
                <c:pt idx="8362">
                  <c:v>3.0837339941820292</c:v>
                </c:pt>
                <c:pt idx="8363">
                  <c:v>3.0811363810856229</c:v>
                </c:pt>
                <c:pt idx="8364">
                  <c:v>3.0778789145474863</c:v>
                </c:pt>
                <c:pt idx="8365">
                  <c:v>3.0793436441653941</c:v>
                </c:pt>
                <c:pt idx="8366">
                  <c:v>3.0821694547998262</c:v>
                </c:pt>
                <c:pt idx="8367">
                  <c:v>3.0833445654862954</c:v>
                </c:pt>
                <c:pt idx="8368">
                  <c:v>3.0821178437678611</c:v>
                </c:pt>
                <c:pt idx="8369">
                  <c:v>3.0823255675080827</c:v>
                </c:pt>
                <c:pt idx="8370">
                  <c:v>3.0839451302218848</c:v>
                </c:pt>
                <c:pt idx="8371">
                  <c:v>3.0849236071419432</c:v>
                </c:pt>
                <c:pt idx="8372">
                  <c:v>3.084647637409041</c:v>
                </c:pt>
                <c:pt idx="8373">
                  <c:v>3.0827858014212226</c:v>
                </c:pt>
                <c:pt idx="8374">
                  <c:v>3.0818265186866061</c:v>
                </c:pt>
                <c:pt idx="8375">
                  <c:v>3.080640318026326</c:v>
                </c:pt>
                <c:pt idx="8376">
                  <c:v>3.0805605555223803</c:v>
                </c:pt>
                <c:pt idx="8377">
                  <c:v>3.0806300811274236</c:v>
                </c:pt>
                <c:pt idx="8378">
                  <c:v>3.0808830178377962</c:v>
                </c:pt>
                <c:pt idx="8379">
                  <c:v>3.0819826313948626</c:v>
                </c:pt>
                <c:pt idx="8380">
                  <c:v>3.0823724866280506</c:v>
                </c:pt>
                <c:pt idx="8381">
                  <c:v>3.0820841473089753</c:v>
                </c:pt>
                <c:pt idx="8382">
                  <c:v>3.081305716454962</c:v>
                </c:pt>
                <c:pt idx="8383">
                  <c:v>3.0801843494877286</c:v>
                </c:pt>
                <c:pt idx="8384">
                  <c:v>3.0803438744956195</c:v>
                </c:pt>
                <c:pt idx="8385">
                  <c:v>3.0792839289217988</c:v>
                </c:pt>
                <c:pt idx="8386">
                  <c:v>3.0769571671088438</c:v>
                </c:pt>
                <c:pt idx="8387">
                  <c:v>3.0782401917712394</c:v>
                </c:pt>
                <c:pt idx="8388">
                  <c:v>3.0824142872985676</c:v>
                </c:pt>
                <c:pt idx="8389">
                  <c:v>3.0846382535850472</c:v>
                </c:pt>
                <c:pt idx="8390">
                  <c:v>3.0849688201120942</c:v>
                </c:pt>
                <c:pt idx="8391">
                  <c:v>3.0843328527678016</c:v>
                </c:pt>
                <c:pt idx="8392">
                  <c:v>3.0845456949574741</c:v>
                </c:pt>
                <c:pt idx="8393">
                  <c:v>3.0861200447011252</c:v>
                </c:pt>
                <c:pt idx="8394">
                  <c:v>3.0865905155131674</c:v>
                </c:pt>
                <c:pt idx="8395">
                  <c:v>3.0865534067546472</c:v>
                </c:pt>
                <c:pt idx="8396">
                  <c:v>3.0854973000179147</c:v>
                </c:pt>
                <c:pt idx="8397">
                  <c:v>3.087116436194262</c:v>
                </c:pt>
                <c:pt idx="8398">
                  <c:v>3.0891096457179903</c:v>
                </c:pt>
                <c:pt idx="8399">
                  <c:v>3.0911420966875101</c:v>
                </c:pt>
                <c:pt idx="8400">
                  <c:v>3.0892431519411718</c:v>
                </c:pt>
                <c:pt idx="8401">
                  <c:v>3.0885896965612551</c:v>
                </c:pt>
                <c:pt idx="8402">
                  <c:v>3.0923432261586892</c:v>
                </c:pt>
                <c:pt idx="8403">
                  <c:v>3.0935690948022145</c:v>
                </c:pt>
                <c:pt idx="8404">
                  <c:v>3.0892725830255157</c:v>
                </c:pt>
                <c:pt idx="8405">
                  <c:v>3.0874363392849524</c:v>
                </c:pt>
                <c:pt idx="8406">
                  <c:v>3.0886178480332358</c:v>
                </c:pt>
                <c:pt idx="8407">
                  <c:v>3.0875928785306637</c:v>
                </c:pt>
                <c:pt idx="8408">
                  <c:v>3.0867794716054018</c:v>
                </c:pt>
                <c:pt idx="8409">
                  <c:v>3.0862590959112119</c:v>
                </c:pt>
                <c:pt idx="8410">
                  <c:v>3.0873412214326539</c:v>
                </c:pt>
                <c:pt idx="8411">
                  <c:v>3.0898134325175093</c:v>
                </c:pt>
                <c:pt idx="8412">
                  <c:v>3.0891015415063596</c:v>
                </c:pt>
                <c:pt idx="8413">
                  <c:v>3.0881704102437233</c:v>
                </c:pt>
                <c:pt idx="8414">
                  <c:v>3.0892265169804562</c:v>
                </c:pt>
                <c:pt idx="8415">
                  <c:v>3.0902143777245081</c:v>
                </c:pt>
                <c:pt idx="8416">
                  <c:v>3.0907151326958022</c:v>
                </c:pt>
                <c:pt idx="8417">
                  <c:v>3.089660305571432</c:v>
                </c:pt>
                <c:pt idx="8418">
                  <c:v>3.0886515444921216</c:v>
                </c:pt>
                <c:pt idx="8419">
                  <c:v>3.0876415038004486</c:v>
                </c:pt>
                <c:pt idx="8420">
                  <c:v>3.0878778055501055</c:v>
                </c:pt>
                <c:pt idx="8421">
                  <c:v>3.089071683884562</c:v>
                </c:pt>
                <c:pt idx="8422">
                  <c:v>3.0899128157443503</c:v>
                </c:pt>
                <c:pt idx="8423">
                  <c:v>3.0899281710927036</c:v>
                </c:pt>
                <c:pt idx="8424">
                  <c:v>3.0894687902544722</c:v>
                </c:pt>
                <c:pt idx="8425">
                  <c:v>3.0875451063357873</c:v>
                </c:pt>
                <c:pt idx="8426">
                  <c:v>3.0855007123175486</c:v>
                </c:pt>
                <c:pt idx="8427">
                  <c:v>3.0854763996826562</c:v>
                </c:pt>
                <c:pt idx="8428">
                  <c:v>3.0888400740469022</c:v>
                </c:pt>
                <c:pt idx="8429">
                  <c:v>3.0919158356295267</c:v>
                </c:pt>
                <c:pt idx="8430">
                  <c:v>3.0925906178821561</c:v>
                </c:pt>
                <c:pt idx="8431">
                  <c:v>3.0902655622190185</c:v>
                </c:pt>
                <c:pt idx="8432">
                  <c:v>3.090231439222678</c:v>
                </c:pt>
                <c:pt idx="8433">
                  <c:v>3.0883047695418133</c:v>
                </c:pt>
                <c:pt idx="8434">
                  <c:v>3.0857276302432117</c:v>
                </c:pt>
                <c:pt idx="8435">
                  <c:v>3.0861703761207271</c:v>
                </c:pt>
                <c:pt idx="8436">
                  <c:v>3.0875557697721439</c:v>
                </c:pt>
                <c:pt idx="8437">
                  <c:v>3.0874000836013411</c:v>
                </c:pt>
                <c:pt idx="8438">
                  <c:v>3.0854934611808265</c:v>
                </c:pt>
                <c:pt idx="8439">
                  <c:v>3.0862352098137737</c:v>
                </c:pt>
                <c:pt idx="8440">
                  <c:v>3.0871484265033313</c:v>
                </c:pt>
                <c:pt idx="8441">
                  <c:v>3.0890768023340129</c:v>
                </c:pt>
                <c:pt idx="8442">
                  <c:v>3.0893135306211237</c:v>
                </c:pt>
                <c:pt idx="8443">
                  <c:v>3.0870562944132125</c:v>
                </c:pt>
                <c:pt idx="8444">
                  <c:v>3.0854537931975807</c:v>
                </c:pt>
                <c:pt idx="8445">
                  <c:v>3.0860552110080786</c:v>
                </c:pt>
                <c:pt idx="8446">
                  <c:v>3.0877805550105353</c:v>
                </c:pt>
                <c:pt idx="8447">
                  <c:v>3.0877835407727154</c:v>
                </c:pt>
                <c:pt idx="8448">
                  <c:v>3.0865657763408203</c:v>
                </c:pt>
                <c:pt idx="8449">
                  <c:v>3.0872721223650648</c:v>
                </c:pt>
                <c:pt idx="8450">
                  <c:v>3.0874772868805609</c:v>
                </c:pt>
                <c:pt idx="8451">
                  <c:v>3.0870998012335464</c:v>
                </c:pt>
                <c:pt idx="8452">
                  <c:v>3.0881072827004941</c:v>
                </c:pt>
                <c:pt idx="8453">
                  <c:v>3.0876078073415627</c:v>
                </c:pt>
                <c:pt idx="8454">
                  <c:v>3.0861891437687143</c:v>
                </c:pt>
                <c:pt idx="8455">
                  <c:v>3.0857822270373561</c:v>
                </c:pt>
                <c:pt idx="8456">
                  <c:v>3.0846557416206717</c:v>
                </c:pt>
                <c:pt idx="8457">
                  <c:v>3.0848528019245371</c:v>
                </c:pt>
                <c:pt idx="8458">
                  <c:v>3.0855356883887972</c:v>
                </c:pt>
                <c:pt idx="8459">
                  <c:v>3.0847598167595098</c:v>
                </c:pt>
                <c:pt idx="8460">
                  <c:v>3.0830135724217942</c:v>
                </c:pt>
                <c:pt idx="8461">
                  <c:v>3.083927215648806</c:v>
                </c:pt>
                <c:pt idx="8462">
                  <c:v>3.0875148221765354</c:v>
                </c:pt>
                <c:pt idx="8463">
                  <c:v>3.0902890217790024</c:v>
                </c:pt>
                <c:pt idx="8464">
                  <c:v>3.0911843238954813</c:v>
                </c:pt>
                <c:pt idx="8465">
                  <c:v>3.0889223957755729</c:v>
                </c:pt>
                <c:pt idx="8466">
                  <c:v>3.0837484964554736</c:v>
                </c:pt>
                <c:pt idx="8467">
                  <c:v>3.0821152845431357</c:v>
                </c:pt>
                <c:pt idx="8468">
                  <c:v>3.0819809252450456</c:v>
                </c:pt>
                <c:pt idx="8469">
                  <c:v>3.0816226337834727</c:v>
                </c:pt>
                <c:pt idx="8470">
                  <c:v>3.0816584629296297</c:v>
                </c:pt>
                <c:pt idx="8471">
                  <c:v>3.0825285993363076</c:v>
                </c:pt>
                <c:pt idx="8472">
                  <c:v>3.0824138607611133</c:v>
                </c:pt>
                <c:pt idx="8473">
                  <c:v>3.0800977623845149</c:v>
                </c:pt>
                <c:pt idx="8474">
                  <c:v>3.0798290437883349</c:v>
                </c:pt>
                <c:pt idx="8475">
                  <c:v>3.0802436381938696</c:v>
                </c:pt>
                <c:pt idx="8476">
                  <c:v>3.0802393728193271</c:v>
                </c:pt>
                <c:pt idx="8477">
                  <c:v>3.079657575731725</c:v>
                </c:pt>
                <c:pt idx="8478">
                  <c:v>3.077135459764722</c:v>
                </c:pt>
                <c:pt idx="8479">
                  <c:v>3.0760089743480377</c:v>
                </c:pt>
                <c:pt idx="8480">
                  <c:v>3.0778759287853066</c:v>
                </c:pt>
                <c:pt idx="8481">
                  <c:v>3.0812852426571578</c:v>
                </c:pt>
                <c:pt idx="8482">
                  <c:v>3.08245864719381</c:v>
                </c:pt>
                <c:pt idx="8483">
                  <c:v>3.0798397072246915</c:v>
                </c:pt>
                <c:pt idx="8484">
                  <c:v>3.0785613744742926</c:v>
                </c:pt>
                <c:pt idx="8485">
                  <c:v>3.081028467109697</c:v>
                </c:pt>
                <c:pt idx="8486">
                  <c:v>3.0834516263873128</c:v>
                </c:pt>
                <c:pt idx="8487">
                  <c:v>3.0837860317514481</c:v>
                </c:pt>
                <c:pt idx="8488">
                  <c:v>3.0834503467749501</c:v>
                </c:pt>
                <c:pt idx="8489">
                  <c:v>3.0825669877071906</c:v>
                </c:pt>
                <c:pt idx="8490">
                  <c:v>3.0829457529665678</c:v>
                </c:pt>
                <c:pt idx="8491">
                  <c:v>3.0852409510079082</c:v>
                </c:pt>
                <c:pt idx="8492">
                  <c:v>3.0858197623333306</c:v>
                </c:pt>
                <c:pt idx="8493">
                  <c:v>3.0832016754391205</c:v>
                </c:pt>
                <c:pt idx="8494">
                  <c:v>3.0807469523898892</c:v>
                </c:pt>
                <c:pt idx="8495">
                  <c:v>3.0815522551035208</c:v>
                </c:pt>
                <c:pt idx="8496">
                  <c:v>3.0826919631812868</c:v>
                </c:pt>
                <c:pt idx="8497">
                  <c:v>3.0854618974092114</c:v>
                </c:pt>
                <c:pt idx="8498">
                  <c:v>3.0849867346851729</c:v>
                </c:pt>
                <c:pt idx="8499">
                  <c:v>3.0816780836525255</c:v>
                </c:pt>
                <c:pt idx="8500">
                  <c:v>3.0801800841131861</c:v>
                </c:pt>
                <c:pt idx="8501">
                  <c:v>3.0791811333953234</c:v>
                </c:pt>
                <c:pt idx="8502">
                  <c:v>3.0775474949455313</c:v>
                </c:pt>
                <c:pt idx="8503">
                  <c:v>3.0766445151548756</c:v>
                </c:pt>
                <c:pt idx="8504">
                  <c:v>3.0772553167893673</c:v>
                </c:pt>
                <c:pt idx="8505">
                  <c:v>3.0756430052122878</c:v>
                </c:pt>
                <c:pt idx="8506">
                  <c:v>3.0745446712675841</c:v>
                </c:pt>
                <c:pt idx="8507">
                  <c:v>3.0738276618069831</c:v>
                </c:pt>
                <c:pt idx="8508">
                  <c:v>3.0745809269511954</c:v>
                </c:pt>
                <c:pt idx="8509">
                  <c:v>3.07616466051884</c:v>
                </c:pt>
                <c:pt idx="8510">
                  <c:v>3.0760516280934631</c:v>
                </c:pt>
                <c:pt idx="8511">
                  <c:v>3.0769575936462981</c:v>
                </c:pt>
                <c:pt idx="8512">
                  <c:v>3.0769674040077457</c:v>
                </c:pt>
                <c:pt idx="8513">
                  <c:v>3.0752813014510805</c:v>
                </c:pt>
                <c:pt idx="8514">
                  <c:v>3.0748219206128491</c:v>
                </c:pt>
                <c:pt idx="8515">
                  <c:v>3.0740059544628613</c:v>
                </c:pt>
                <c:pt idx="8516">
                  <c:v>3.0730232121682604</c:v>
                </c:pt>
                <c:pt idx="8517">
                  <c:v>3.0734437780981549</c:v>
                </c:pt>
                <c:pt idx="8518">
                  <c:v>3.0720724601827287</c:v>
                </c:pt>
                <c:pt idx="8519">
                  <c:v>3.072069474420549</c:v>
                </c:pt>
                <c:pt idx="8520">
                  <c:v>3.0737990837975482</c:v>
                </c:pt>
                <c:pt idx="8521">
                  <c:v>3.0726461530587001</c:v>
                </c:pt>
                <c:pt idx="8522">
                  <c:v>3.0683534801190895</c:v>
                </c:pt>
                <c:pt idx="8523">
                  <c:v>3.0680378424029415</c:v>
                </c:pt>
                <c:pt idx="8524">
                  <c:v>3.0699854124190646</c:v>
                </c:pt>
                <c:pt idx="8525">
                  <c:v>3.0718843571654029</c:v>
                </c:pt>
                <c:pt idx="8526">
                  <c:v>3.0734454842479719</c:v>
                </c:pt>
                <c:pt idx="8527">
                  <c:v>3.0754340018597035</c:v>
                </c:pt>
                <c:pt idx="8528">
                  <c:v>3.0785204268786841</c:v>
                </c:pt>
                <c:pt idx="8529">
                  <c:v>3.0784227498016601</c:v>
                </c:pt>
                <c:pt idx="8530">
                  <c:v>3.0742704076844989</c:v>
                </c:pt>
                <c:pt idx="8531">
                  <c:v>3.0715593356252611</c:v>
                </c:pt>
                <c:pt idx="8532">
                  <c:v>3.0712104279876815</c:v>
                </c:pt>
                <c:pt idx="8533">
                  <c:v>3.0678787439325048</c:v>
                </c:pt>
                <c:pt idx="8534">
                  <c:v>3.0651975294950651</c:v>
                </c:pt>
                <c:pt idx="8535">
                  <c:v>3.0663150576252103</c:v>
                </c:pt>
                <c:pt idx="8536">
                  <c:v>3.0665023075676276</c:v>
                </c:pt>
                <c:pt idx="8537">
                  <c:v>3.0660488982537557</c:v>
                </c:pt>
                <c:pt idx="8538">
                  <c:v>3.0653544952782306</c:v>
                </c:pt>
                <c:pt idx="8539">
                  <c:v>3.063520384224939</c:v>
                </c:pt>
                <c:pt idx="8540">
                  <c:v>3.0640706175409265</c:v>
                </c:pt>
                <c:pt idx="8541">
                  <c:v>3.063797633570204</c:v>
                </c:pt>
                <c:pt idx="8542">
                  <c:v>3.0658693259855148</c:v>
                </c:pt>
                <c:pt idx="8543">
                  <c:v>3.0681312541054231</c:v>
                </c:pt>
                <c:pt idx="8544">
                  <c:v>3.0679798333091628</c:v>
                </c:pt>
                <c:pt idx="8545">
                  <c:v>3.0668985608626294</c:v>
                </c:pt>
                <c:pt idx="8546">
                  <c:v>3.0679333407266491</c:v>
                </c:pt>
                <c:pt idx="8547">
                  <c:v>3.0674018750586489</c:v>
                </c:pt>
                <c:pt idx="8548">
                  <c:v>3.0656014604642432</c:v>
                </c:pt>
                <c:pt idx="8549">
                  <c:v>3.0650013222661081</c:v>
                </c:pt>
                <c:pt idx="8550">
                  <c:v>3.0671050049904882</c:v>
                </c:pt>
                <c:pt idx="8551">
                  <c:v>3.0680365627905788</c:v>
                </c:pt>
                <c:pt idx="8552">
                  <c:v>3.0663193229997527</c:v>
                </c:pt>
                <c:pt idx="8553">
                  <c:v>3.0632729925014717</c:v>
                </c:pt>
                <c:pt idx="8554">
                  <c:v>3.0616457521134932</c:v>
                </c:pt>
                <c:pt idx="8555">
                  <c:v>3.060741919247929</c:v>
                </c:pt>
                <c:pt idx="8556">
                  <c:v>3.0610972249473227</c:v>
                </c:pt>
                <c:pt idx="8557">
                  <c:v>3.0601648140723237</c:v>
                </c:pt>
                <c:pt idx="8558">
                  <c:v>3.058636530373732</c:v>
                </c:pt>
                <c:pt idx="8559">
                  <c:v>3.0591163850097676</c:v>
                </c:pt>
                <c:pt idx="8560">
                  <c:v>3.0598598397925323</c:v>
                </c:pt>
                <c:pt idx="8561">
                  <c:v>3.0578794263924314</c:v>
                </c:pt>
                <c:pt idx="8562">
                  <c:v>3.0570186738097473</c:v>
                </c:pt>
                <c:pt idx="8563">
                  <c:v>3.0595753393105447</c:v>
                </c:pt>
                <c:pt idx="8564">
                  <c:v>3.0598978016259606</c:v>
                </c:pt>
                <c:pt idx="8565">
                  <c:v>3.062430154491866</c:v>
                </c:pt>
                <c:pt idx="8566">
                  <c:v>3.0643047866033117</c:v>
                </c:pt>
                <c:pt idx="8567">
                  <c:v>3.0636445066241267</c:v>
                </c:pt>
                <c:pt idx="8568">
                  <c:v>3.0633105277974457</c:v>
                </c:pt>
                <c:pt idx="8569">
                  <c:v>3.0628626634704794</c:v>
                </c:pt>
                <c:pt idx="8570">
                  <c:v>3.0630192027161907</c:v>
                </c:pt>
                <c:pt idx="8571">
                  <c:v>3.0633254566083448</c:v>
                </c:pt>
                <c:pt idx="8572">
                  <c:v>3.0633847453144862</c:v>
                </c:pt>
                <c:pt idx="8573">
                  <c:v>3.0623759842351759</c:v>
                </c:pt>
                <c:pt idx="8574">
                  <c:v>3.0623145628417632</c:v>
                </c:pt>
                <c:pt idx="8575">
                  <c:v>3.0601912593944873</c:v>
                </c:pt>
                <c:pt idx="8576">
                  <c:v>3.0587184255649489</c:v>
                </c:pt>
                <c:pt idx="8577">
                  <c:v>3.0588979978331898</c:v>
                </c:pt>
                <c:pt idx="8578">
                  <c:v>3.057516016481407</c:v>
                </c:pt>
                <c:pt idx="8579">
                  <c:v>3.0574127944174778</c:v>
                </c:pt>
                <c:pt idx="8580">
                  <c:v>3.0567392917772112</c:v>
                </c:pt>
                <c:pt idx="8581">
                  <c:v>3.0577169156223607</c:v>
                </c:pt>
                <c:pt idx="8582">
                  <c:v>3.0592426400962269</c:v>
                </c:pt>
                <c:pt idx="8583">
                  <c:v>3.0594618803477132</c:v>
                </c:pt>
                <c:pt idx="8584">
                  <c:v>3.0567141260674098</c:v>
                </c:pt>
                <c:pt idx="8585">
                  <c:v>3.0542534314938194</c:v>
                </c:pt>
                <c:pt idx="8586">
                  <c:v>3.0527567115668428</c:v>
                </c:pt>
                <c:pt idx="8587">
                  <c:v>3.0527946734002711</c:v>
                </c:pt>
                <c:pt idx="8588">
                  <c:v>3.0530796004197129</c:v>
                </c:pt>
                <c:pt idx="8589">
                  <c:v>3.0537718707079669</c:v>
                </c:pt>
                <c:pt idx="8590">
                  <c:v>3.0543924827039062</c:v>
                </c:pt>
                <c:pt idx="8591">
                  <c:v>3.0547068408076914</c:v>
                </c:pt>
                <c:pt idx="8592">
                  <c:v>3.0542329576960152</c:v>
                </c:pt>
                <c:pt idx="8593">
                  <c:v>3.0559292971515828</c:v>
                </c:pt>
                <c:pt idx="8594">
                  <c:v>3.056067495286761</c:v>
                </c:pt>
                <c:pt idx="8595">
                  <c:v>3.0533798827875076</c:v>
                </c:pt>
                <c:pt idx="8596">
                  <c:v>3.051512501812784</c:v>
                </c:pt>
                <c:pt idx="8597">
                  <c:v>3.0511345896283153</c:v>
                </c:pt>
                <c:pt idx="8598">
                  <c:v>3.0508692833317692</c:v>
                </c:pt>
                <c:pt idx="8599">
                  <c:v>3.0506547349922797</c:v>
                </c:pt>
                <c:pt idx="8600">
                  <c:v>3.0514007489997699</c:v>
                </c:pt>
                <c:pt idx="8601">
                  <c:v>3.051939039267038</c:v>
                </c:pt>
                <c:pt idx="8602">
                  <c:v>3.0520827823891215</c:v>
                </c:pt>
                <c:pt idx="8603">
                  <c:v>3.0500452129701507</c:v>
                </c:pt>
                <c:pt idx="8604">
                  <c:v>3.0484683040017746</c:v>
                </c:pt>
                <c:pt idx="8605">
                  <c:v>3.0493533692193511</c:v>
                </c:pt>
                <c:pt idx="8606">
                  <c:v>3.0494514728338293</c:v>
                </c:pt>
                <c:pt idx="8607">
                  <c:v>3.0488172116393542</c:v>
                </c:pt>
                <c:pt idx="8608">
                  <c:v>3.0477103469455651</c:v>
                </c:pt>
                <c:pt idx="8609">
                  <c:v>3.0499500951178522</c:v>
                </c:pt>
                <c:pt idx="8610">
                  <c:v>3.0514561988688227</c:v>
                </c:pt>
                <c:pt idx="8611">
                  <c:v>3.0512599916398657</c:v>
                </c:pt>
                <c:pt idx="8612">
                  <c:v>3.0501987664536823</c:v>
                </c:pt>
                <c:pt idx="8613">
                  <c:v>3.0485433745937232</c:v>
                </c:pt>
                <c:pt idx="8614">
                  <c:v>3.0482759356099058</c:v>
                </c:pt>
                <c:pt idx="8615">
                  <c:v>3.0491273043685965</c:v>
                </c:pt>
                <c:pt idx="8616">
                  <c:v>3.0505911809115958</c:v>
                </c:pt>
                <c:pt idx="8617">
                  <c:v>3.0517330216766334</c:v>
                </c:pt>
                <c:pt idx="8618">
                  <c:v>3.0493960229647765</c:v>
                </c:pt>
                <c:pt idx="8619">
                  <c:v>3.0471827201146531</c:v>
                </c:pt>
                <c:pt idx="8620">
                  <c:v>3.0457188435716542</c:v>
                </c:pt>
                <c:pt idx="8621">
                  <c:v>3.0478860803767178</c:v>
                </c:pt>
                <c:pt idx="8622">
                  <c:v>3.0505962993610467</c:v>
                </c:pt>
                <c:pt idx="8623">
                  <c:v>3.0505749724883344</c:v>
                </c:pt>
                <c:pt idx="8624">
                  <c:v>3.0474279791508492</c:v>
                </c:pt>
                <c:pt idx="8625">
                  <c:v>3.0450726393284593</c:v>
                </c:pt>
                <c:pt idx="8626">
                  <c:v>3.0418181158987569</c:v>
                </c:pt>
                <c:pt idx="8627">
                  <c:v>3.042280781075386</c:v>
                </c:pt>
                <c:pt idx="8628">
                  <c:v>3.0453025430163021</c:v>
                </c:pt>
                <c:pt idx="8629">
                  <c:v>3.0468376513141617</c:v>
                </c:pt>
                <c:pt idx="8630">
                  <c:v>3.0470790715132696</c:v>
                </c:pt>
                <c:pt idx="8631">
                  <c:v>3.0459905479300136</c:v>
                </c:pt>
                <c:pt idx="8632">
                  <c:v>3.0443428337442309</c:v>
                </c:pt>
                <c:pt idx="8633">
                  <c:v>3.0427718963002142</c:v>
                </c:pt>
                <c:pt idx="8634">
                  <c:v>3.0437571978195406</c:v>
                </c:pt>
                <c:pt idx="8635">
                  <c:v>3.0432248790766319</c:v>
                </c:pt>
                <c:pt idx="8636">
                  <c:v>3.0412148639772059</c:v>
                </c:pt>
                <c:pt idx="8637">
                  <c:v>3.0416898134325177</c:v>
                </c:pt>
                <c:pt idx="8638">
                  <c:v>3.0435481944669562</c:v>
                </c:pt>
                <c:pt idx="8639">
                  <c:v>3.0437358709468278</c:v>
                </c:pt>
                <c:pt idx="8640">
                  <c:v>3.0420340291581005</c:v>
                </c:pt>
                <c:pt idx="8641">
                  <c:v>3.0416750552366003</c:v>
                </c:pt>
                <c:pt idx="8642">
                  <c:v>3.043217201402455</c:v>
                </c:pt>
                <c:pt idx="8643">
                  <c:v>3.0439090451532551</c:v>
                </c:pt>
                <c:pt idx="8644">
                  <c:v>3.0459210223249702</c:v>
                </c:pt>
                <c:pt idx="8645">
                  <c:v>3.0469080299941136</c:v>
                </c:pt>
                <c:pt idx="8646">
                  <c:v>3.0469314895540975</c:v>
                </c:pt>
                <c:pt idx="8647">
                  <c:v>3.0478220997585797</c:v>
                </c:pt>
                <c:pt idx="8648">
                  <c:v>3.0476391151907047</c:v>
                </c:pt>
                <c:pt idx="8649">
                  <c:v>3.0476634278255972</c:v>
                </c:pt>
                <c:pt idx="8650">
                  <c:v>3.0484294890934374</c:v>
                </c:pt>
                <c:pt idx="8651">
                  <c:v>3.0469344753162777</c:v>
                </c:pt>
                <c:pt idx="8652">
                  <c:v>3.0467531968982198</c:v>
                </c:pt>
                <c:pt idx="8653">
                  <c:v>3.047854090067649</c:v>
                </c:pt>
                <c:pt idx="8654">
                  <c:v>3.0467885995069226</c:v>
                </c:pt>
                <c:pt idx="8655">
                  <c:v>3.0452790834563181</c:v>
                </c:pt>
                <c:pt idx="8656">
                  <c:v>3.0443065780606196</c:v>
                </c:pt>
                <c:pt idx="8657">
                  <c:v>3.0452398420105271</c:v>
                </c:pt>
                <c:pt idx="8658">
                  <c:v>3.0478749904029074</c:v>
                </c:pt>
                <c:pt idx="8659">
                  <c:v>3.0495022307908859</c:v>
                </c:pt>
                <c:pt idx="8660">
                  <c:v>3.0491737969511101</c:v>
                </c:pt>
                <c:pt idx="8661">
                  <c:v>3.0469570818013532</c:v>
                </c:pt>
                <c:pt idx="8662">
                  <c:v>3.0450688004913711</c:v>
                </c:pt>
                <c:pt idx="8663">
                  <c:v>3.0453690828591657</c:v>
                </c:pt>
                <c:pt idx="8664">
                  <c:v>3.0450440613190244</c:v>
                </c:pt>
                <c:pt idx="8665">
                  <c:v>3.04445202733252</c:v>
                </c:pt>
                <c:pt idx="8666">
                  <c:v>3.0437503732202726</c:v>
                </c:pt>
                <c:pt idx="8667">
                  <c:v>3.041472279330848</c:v>
                </c:pt>
                <c:pt idx="8668">
                  <c:v>3.0383858969656123</c:v>
                </c:pt>
                <c:pt idx="8669">
                  <c:v>3.0393449237777568</c:v>
                </c:pt>
                <c:pt idx="8670">
                  <c:v>3.0399094034447165</c:v>
                </c:pt>
                <c:pt idx="8671">
                  <c:v>3.041701500558764</c:v>
                </c:pt>
                <c:pt idx="8672">
                  <c:v>3.0430448802709367</c:v>
                </c:pt>
                <c:pt idx="8673">
                  <c:v>3.0437435486210043</c:v>
                </c:pt>
                <c:pt idx="8674">
                  <c:v>3.0467237658138759</c:v>
                </c:pt>
                <c:pt idx="8675">
                  <c:v>3.0476216271550807</c:v>
                </c:pt>
                <c:pt idx="8676">
                  <c:v>3.0476493520896071</c:v>
                </c:pt>
                <c:pt idx="8677">
                  <c:v>3.0491204797693285</c:v>
                </c:pt>
                <c:pt idx="8678">
                  <c:v>3.0499970142378201</c:v>
                </c:pt>
                <c:pt idx="8679">
                  <c:v>3.0512834511998497</c:v>
                </c:pt>
                <c:pt idx="8680">
                  <c:v>3.0507413220954933</c:v>
                </c:pt>
                <c:pt idx="8681">
                  <c:v>3.0492497206179676</c:v>
                </c:pt>
                <c:pt idx="8682">
                  <c:v>3.0485992510002302</c:v>
                </c:pt>
                <c:pt idx="8683">
                  <c:v>3.0462029635822323</c:v>
                </c:pt>
                <c:pt idx="8684">
                  <c:v>3.0447523097003146</c:v>
                </c:pt>
                <c:pt idx="8685">
                  <c:v>3.0432969639064007</c:v>
                </c:pt>
                <c:pt idx="8686">
                  <c:v>3.0423763254651393</c:v>
                </c:pt>
                <c:pt idx="8687">
                  <c:v>3.0425063340811955</c:v>
                </c:pt>
                <c:pt idx="8688">
                  <c:v>3.0422276771623316</c:v>
                </c:pt>
                <c:pt idx="8689">
                  <c:v>3.0437691408682594</c:v>
                </c:pt>
                <c:pt idx="8690">
                  <c:v>3.0470500669663805</c:v>
                </c:pt>
                <c:pt idx="8691">
                  <c:v>3.0515461982716703</c:v>
                </c:pt>
                <c:pt idx="8692">
                  <c:v>3.0552899175076562</c:v>
                </c:pt>
                <c:pt idx="8693">
                  <c:v>3.0554545609649981</c:v>
                </c:pt>
                <c:pt idx="8694">
                  <c:v>3.0546262252288372</c:v>
                </c:pt>
                <c:pt idx="8695">
                  <c:v>3.0526423995291028</c:v>
                </c:pt>
                <c:pt idx="8696">
                  <c:v>3.0496609027238684</c:v>
                </c:pt>
                <c:pt idx="8697">
                  <c:v>3.0467958506436452</c:v>
                </c:pt>
                <c:pt idx="8698">
                  <c:v>3.044664869522193</c:v>
                </c:pt>
                <c:pt idx="8699">
                  <c:v>3.0441999436970559</c:v>
                </c:pt>
                <c:pt idx="8700">
                  <c:v>3.0432709451216913</c:v>
                </c:pt>
                <c:pt idx="8701">
                  <c:v>3.0431135528010715</c:v>
                </c:pt>
                <c:pt idx="8702">
                  <c:v>3.0435528863789529</c:v>
                </c:pt>
                <c:pt idx="8703">
                  <c:v>3.0430947851530843</c:v>
                </c:pt>
                <c:pt idx="8704">
                  <c:v>3.0430790032672768</c:v>
                </c:pt>
                <c:pt idx="8705">
                  <c:v>3.0446542060858364</c:v>
                </c:pt>
                <c:pt idx="8706">
                  <c:v>3.0465450466205439</c:v>
                </c:pt>
                <c:pt idx="8707">
                  <c:v>3.0465011132627557</c:v>
                </c:pt>
                <c:pt idx="8708">
                  <c:v>3.0448981855096697</c:v>
                </c:pt>
                <c:pt idx="8709">
                  <c:v>3.0441790433617975</c:v>
                </c:pt>
                <c:pt idx="8710">
                  <c:v>3.0443854874896563</c:v>
                </c:pt>
                <c:pt idx="8711">
                  <c:v>3.0446512203236566</c:v>
                </c:pt>
                <c:pt idx="8712">
                  <c:v>3.0442046356090526</c:v>
                </c:pt>
                <c:pt idx="8713">
                  <c:v>3.0440732620731428</c:v>
                </c:pt>
                <c:pt idx="8714">
                  <c:v>3.0452709792446875</c:v>
                </c:pt>
                <c:pt idx="8715">
                  <c:v>3.0447744896479358</c:v>
                </c:pt>
                <c:pt idx="8716">
                  <c:v>3.0443850609522021</c:v>
                </c:pt>
                <c:pt idx="8717">
                  <c:v>3.0431651638330361</c:v>
                </c:pt>
                <c:pt idx="8718">
                  <c:v>3.0427625124762203</c:v>
                </c:pt>
                <c:pt idx="8719">
                  <c:v>3.0444614111565138</c:v>
                </c:pt>
                <c:pt idx="8720">
                  <c:v>3.0474484529486534</c:v>
                </c:pt>
                <c:pt idx="8721">
                  <c:v>3.048044325772246</c:v>
                </c:pt>
                <c:pt idx="8722">
                  <c:v>3.0437341647970109</c:v>
                </c:pt>
                <c:pt idx="8723">
                  <c:v>3.0392826919631815</c:v>
                </c:pt>
                <c:pt idx="8724">
                  <c:v>3.0376024756233844</c:v>
                </c:pt>
                <c:pt idx="8725">
                  <c:v>3.0381999266355577</c:v>
                </c:pt>
                <c:pt idx="8726">
                  <c:v>3.0393433029354306</c:v>
                </c:pt>
                <c:pt idx="8727">
                  <c:v>3.040650171041519</c:v>
                </c:pt>
                <c:pt idx="8728">
                  <c:v>3.0422738285148818</c:v>
                </c:pt>
                <c:pt idx="8729">
                  <c:v>3.0421960707369715</c:v>
                </c:pt>
                <c:pt idx="8730">
                  <c:v>3.0416008377195602</c:v>
                </c:pt>
                <c:pt idx="8731">
                  <c:v>3.040823814439146</c:v>
                </c:pt>
                <c:pt idx="8732">
                  <c:v>3.0403234433515607</c:v>
                </c:pt>
                <c:pt idx="8733">
                  <c:v>3.0400174880356245</c:v>
                </c:pt>
                <c:pt idx="8734">
                  <c:v>3.0389068698122381</c:v>
                </c:pt>
                <c:pt idx="8735">
                  <c:v>3.0378737534442899</c:v>
                </c:pt>
                <c:pt idx="8736">
                  <c:v>3.0404315279424687</c:v>
                </c:pt>
                <c:pt idx="8737">
                  <c:v>3.0425816179418717</c:v>
                </c:pt>
                <c:pt idx="8738">
                  <c:v>3.0417897511580492</c:v>
                </c:pt>
                <c:pt idx="8739">
                  <c:v>3.0415970841899629</c:v>
                </c:pt>
                <c:pt idx="8740">
                  <c:v>3.0447292766777849</c:v>
                </c:pt>
                <c:pt idx="8741">
                  <c:v>3.0468333859396193</c:v>
                </c:pt>
                <c:pt idx="8742">
                  <c:v>3.0476804893237674</c:v>
                </c:pt>
                <c:pt idx="8743">
                  <c:v>3.0459368042107777</c:v>
                </c:pt>
                <c:pt idx="8744">
                  <c:v>3.0447599873744915</c:v>
                </c:pt>
                <c:pt idx="8745">
                  <c:v>3.0408968376513141</c:v>
                </c:pt>
                <c:pt idx="8746">
                  <c:v>3.0385234979483546</c:v>
                </c:pt>
                <c:pt idx="8747">
                  <c:v>3.0397932146421778</c:v>
                </c:pt>
                <c:pt idx="8748">
                  <c:v>3.0421533743378006</c:v>
                </c:pt>
                <c:pt idx="8749">
                  <c:v>3.0452445339225238</c:v>
                </c:pt>
                <c:pt idx="8750">
                  <c:v>3.0459649556827584</c:v>
                </c:pt>
                <c:pt idx="8751">
                  <c:v>3.0443048719108026</c:v>
                </c:pt>
                <c:pt idx="8752">
                  <c:v>3.042549798247784</c:v>
                </c:pt>
                <c:pt idx="8753">
                  <c:v>3.0421362701858849</c:v>
                </c:pt>
                <c:pt idx="8754">
                  <c:v>3.0400371940660111</c:v>
                </c:pt>
                <c:pt idx="8755">
                  <c:v>3.0392851658804161</c:v>
                </c:pt>
                <c:pt idx="8756">
                  <c:v>3.0420823558516674</c:v>
                </c:pt>
                <c:pt idx="8757">
                  <c:v>3.0430836951792739</c:v>
                </c:pt>
                <c:pt idx="8758">
                  <c:v>3.0436211323716336</c:v>
                </c:pt>
                <c:pt idx="8759">
                  <c:v>3.0446175238647704</c:v>
                </c:pt>
                <c:pt idx="8760">
                  <c:v>3.0443398479820512</c:v>
                </c:pt>
                <c:pt idx="8761">
                  <c:v>3.0400313505028875</c:v>
                </c:pt>
                <c:pt idx="8762">
                  <c:v>3.0386677102616382</c:v>
                </c:pt>
                <c:pt idx="8763">
                  <c:v>3.0395825051397765</c:v>
                </c:pt>
                <c:pt idx="8764">
                  <c:v>3.0392230193733312</c:v>
                </c:pt>
                <c:pt idx="8765">
                  <c:v>3.0398722093787054</c:v>
                </c:pt>
                <c:pt idx="8766">
                  <c:v>3.043527720669152</c:v>
                </c:pt>
                <c:pt idx="8767">
                  <c:v>3.0450466205437499</c:v>
                </c:pt>
                <c:pt idx="8768">
                  <c:v>3.0440062956928249</c:v>
                </c:pt>
                <c:pt idx="8769">
                  <c:v>3.0449672845772588</c:v>
                </c:pt>
                <c:pt idx="8770">
                  <c:v>3.0486291086220283</c:v>
                </c:pt>
                <c:pt idx="8771">
                  <c:v>3.0519578069150253</c:v>
                </c:pt>
                <c:pt idx="8772">
                  <c:v>3.0524333961765184</c:v>
                </c:pt>
                <c:pt idx="8773">
                  <c:v>3.0524022589423576</c:v>
                </c:pt>
                <c:pt idx="8774">
                  <c:v>3.0512894227242096</c:v>
                </c:pt>
                <c:pt idx="8775">
                  <c:v>3.0526342953174717</c:v>
                </c:pt>
                <c:pt idx="8776">
                  <c:v>3.053331684055177</c:v>
                </c:pt>
                <c:pt idx="8777">
                  <c:v>3.0518840159354395</c:v>
                </c:pt>
                <c:pt idx="8778">
                  <c:v>3.051099187019612</c:v>
                </c:pt>
                <c:pt idx="8779">
                  <c:v>3.0497423713776306</c:v>
                </c:pt>
                <c:pt idx="8780">
                  <c:v>3.0497500490518075</c:v>
                </c:pt>
                <c:pt idx="8781">
                  <c:v>3.0495295291879581</c:v>
                </c:pt>
                <c:pt idx="8782">
                  <c:v>3.0488082543528146</c:v>
                </c:pt>
                <c:pt idx="8783">
                  <c:v>3.0476152290932665</c:v>
                </c:pt>
                <c:pt idx="8784">
                  <c:v>3.0454846745092685</c:v>
                </c:pt>
                <c:pt idx="8785">
                  <c:v>3.0433524137754535</c:v>
                </c:pt>
                <c:pt idx="8786">
                  <c:v>3.0434031717325096</c:v>
                </c:pt>
                <c:pt idx="8787">
                  <c:v>3.0444989464524879</c:v>
                </c:pt>
                <c:pt idx="8788">
                  <c:v>3.0448239679926292</c:v>
                </c:pt>
                <c:pt idx="8789">
                  <c:v>3.0450308386579428</c:v>
                </c:pt>
                <c:pt idx="8790">
                  <c:v>3.0437017479504873</c:v>
                </c:pt>
                <c:pt idx="8791">
                  <c:v>3.0434407070284841</c:v>
                </c:pt>
                <c:pt idx="8792">
                  <c:v>3.0440873378091329</c:v>
                </c:pt>
                <c:pt idx="8793">
                  <c:v>3.0447518831628604</c:v>
                </c:pt>
                <c:pt idx="8794">
                  <c:v>3.0457747199781613</c:v>
                </c:pt>
                <c:pt idx="8795">
                  <c:v>3.0465420608583638</c:v>
                </c:pt>
                <c:pt idx="8796">
                  <c:v>3.044918659307474</c:v>
                </c:pt>
                <c:pt idx="8797">
                  <c:v>3.0422239236327342</c:v>
                </c:pt>
                <c:pt idx="8798">
                  <c:v>3.04246116376479</c:v>
                </c:pt>
                <c:pt idx="8799">
                  <c:v>3.0435976728116496</c:v>
                </c:pt>
                <c:pt idx="8800">
                  <c:v>3.0441611287887191</c:v>
                </c:pt>
                <c:pt idx="8801">
                  <c:v>3.0446524999360194</c:v>
                </c:pt>
                <c:pt idx="8802">
                  <c:v>3.0462447642527488</c:v>
                </c:pt>
                <c:pt idx="8803">
                  <c:v>3.0480571218958739</c:v>
                </c:pt>
                <c:pt idx="8804">
                  <c:v>3.0496677273231363</c:v>
                </c:pt>
                <c:pt idx="8805">
                  <c:v>3.0497726555368825</c:v>
                </c:pt>
                <c:pt idx="8806">
                  <c:v>3.050218387176578</c:v>
                </c:pt>
                <c:pt idx="8807">
                  <c:v>3.0510360594763828</c:v>
                </c:pt>
                <c:pt idx="8808">
                  <c:v>3.0513598014041614</c:v>
                </c:pt>
                <c:pt idx="8809">
                  <c:v>3.0518434948772852</c:v>
                </c:pt>
                <c:pt idx="8810">
                  <c:v>3.0519522619281201</c:v>
                </c:pt>
                <c:pt idx="8811">
                  <c:v>3.0524542965117769</c:v>
                </c:pt>
                <c:pt idx="8812">
                  <c:v>3.0528010714620852</c:v>
                </c:pt>
                <c:pt idx="8813">
                  <c:v>3.0520273325200686</c:v>
                </c:pt>
                <c:pt idx="8814">
                  <c:v>3.0515214590993236</c:v>
                </c:pt>
                <c:pt idx="8815">
                  <c:v>3.0502081502776757</c:v>
                </c:pt>
                <c:pt idx="8816">
                  <c:v>3.0497210445049179</c:v>
                </c:pt>
                <c:pt idx="8817">
                  <c:v>3.0498805695128088</c:v>
                </c:pt>
                <c:pt idx="8818">
                  <c:v>3.0489481586378098</c:v>
                </c:pt>
                <c:pt idx="8819">
                  <c:v>3.0484384463799765</c:v>
                </c:pt>
                <c:pt idx="8820">
                  <c:v>3.0499381520691333</c:v>
                </c:pt>
                <c:pt idx="8821">
                  <c:v>3.0555629014783787</c:v>
                </c:pt>
                <c:pt idx="8822">
                  <c:v>3.0610537181269888</c:v>
                </c:pt>
                <c:pt idx="8823">
                  <c:v>3.0641013282376326</c:v>
                </c:pt>
                <c:pt idx="8824">
                  <c:v>3.0680723919367359</c:v>
                </c:pt>
                <c:pt idx="8825">
                  <c:v>3.0765357481040412</c:v>
                </c:pt>
                <c:pt idx="8826">
                  <c:v>3.0876585652986188</c:v>
                </c:pt>
                <c:pt idx="8827">
                  <c:v>3.1004691911996791</c:v>
                </c:pt>
                <c:pt idx="8828">
                  <c:v>3.1152133113808724</c:v>
                </c:pt>
                <c:pt idx="8829">
                  <c:v>3.1329402079796629</c:v>
                </c:pt>
                <c:pt idx="8830">
                  <c:v>3.1496732723100416</c:v>
                </c:pt>
                <c:pt idx="8831">
                  <c:v>3.1576926029874683</c:v>
                </c:pt>
                <c:pt idx="8832">
                  <c:v>3.1493435588579035</c:v>
                </c:pt>
                <c:pt idx="8833">
                  <c:v>3.1326659443965776</c:v>
                </c:pt>
                <c:pt idx="8834">
                  <c:v>3.1187667949122613</c:v>
                </c:pt>
                <c:pt idx="8835">
                  <c:v>3.1039676513994694</c:v>
                </c:pt>
                <c:pt idx="8836">
                  <c:v>3.0915647953046759</c:v>
                </c:pt>
                <c:pt idx="8837">
                  <c:v>3.0838022401747098</c:v>
                </c:pt>
                <c:pt idx="8838">
                  <c:v>3.0781105243851461</c:v>
                </c:pt>
                <c:pt idx="8839">
                  <c:v>3.0727591854840774</c:v>
                </c:pt>
                <c:pt idx="8840">
                  <c:v>3.0672623973111079</c:v>
                </c:pt>
                <c:pt idx="8841">
                  <c:v>3.0632269264564123</c:v>
                </c:pt>
                <c:pt idx="8842">
                  <c:v>3.062798256314887</c:v>
                </c:pt>
                <c:pt idx="8843">
                  <c:v>3.0640437456813081</c:v>
                </c:pt>
                <c:pt idx="8844">
                  <c:v>3.0618880253875091</c:v>
                </c:pt>
                <c:pt idx="8845">
                  <c:v>3.0593522602219703</c:v>
                </c:pt>
                <c:pt idx="8846">
                  <c:v>3.0598653847794375</c:v>
                </c:pt>
                <c:pt idx="8847">
                  <c:v>3.0597199355075371</c:v>
                </c:pt>
                <c:pt idx="8848">
                  <c:v>3.0578184315364734</c:v>
                </c:pt>
                <c:pt idx="8849">
                  <c:v>3.0592179009238802</c:v>
                </c:pt>
                <c:pt idx="8850">
                  <c:v>3.0600714023698421</c:v>
                </c:pt>
                <c:pt idx="8851">
                  <c:v>3.0585435452087046</c:v>
                </c:pt>
                <c:pt idx="8852">
                  <c:v>3.058120420054085</c:v>
                </c:pt>
                <c:pt idx="8853">
                  <c:v>3.059239227796593</c:v>
                </c:pt>
                <c:pt idx="8854">
                  <c:v>3.0606954266654154</c:v>
                </c:pt>
                <c:pt idx="8855">
                  <c:v>3.062384941521715</c:v>
                </c:pt>
                <c:pt idx="8856">
                  <c:v>3.064109005911809</c:v>
                </c:pt>
                <c:pt idx="8857">
                  <c:v>3.06471170333467</c:v>
                </c:pt>
                <c:pt idx="8858">
                  <c:v>3.0644685769857452</c:v>
                </c:pt>
                <c:pt idx="8859">
                  <c:v>3.0639742200762647</c:v>
                </c:pt>
                <c:pt idx="8860">
                  <c:v>3.0627543229570988</c:v>
                </c:pt>
                <c:pt idx="8861">
                  <c:v>3.0626941811760489</c:v>
                </c:pt>
                <c:pt idx="8862">
                  <c:v>3.0604953805993702</c:v>
                </c:pt>
                <c:pt idx="8863">
                  <c:v>3.0576414184929579</c:v>
                </c:pt>
                <c:pt idx="8864">
                  <c:v>3.05221799476212</c:v>
                </c:pt>
                <c:pt idx="8865">
                  <c:v>3.0514370046833812</c:v>
                </c:pt>
                <c:pt idx="8866">
                  <c:v>3.052135246495995</c:v>
                </c:pt>
                <c:pt idx="8867">
                  <c:v>3.0490876363853512</c:v>
                </c:pt>
                <c:pt idx="8868">
                  <c:v>3.0469378876159117</c:v>
                </c:pt>
                <c:pt idx="8869">
                  <c:v>3.0434620339011969</c:v>
                </c:pt>
                <c:pt idx="8870">
                  <c:v>3.0422302790408025</c:v>
                </c:pt>
                <c:pt idx="8871">
                  <c:v>3.0436522696057939</c:v>
                </c:pt>
                <c:pt idx="8872">
                  <c:v>3.0456723509891406</c:v>
                </c:pt>
                <c:pt idx="8873">
                  <c:v>3.0467276046509646</c:v>
                </c:pt>
                <c:pt idx="8874">
                  <c:v>3.0484405790672477</c:v>
                </c:pt>
                <c:pt idx="8875">
                  <c:v>3.0497231771921891</c:v>
                </c:pt>
                <c:pt idx="8876">
                  <c:v>3.0508859182924852</c:v>
                </c:pt>
                <c:pt idx="8877">
                  <c:v>3.0510266756523889</c:v>
                </c:pt>
                <c:pt idx="8878">
                  <c:v>3.050339523813586</c:v>
                </c:pt>
                <c:pt idx="8879">
                  <c:v>3.0488457896487891</c:v>
                </c:pt>
                <c:pt idx="8880">
                  <c:v>3.0482149407539474</c:v>
                </c:pt>
                <c:pt idx="8881">
                  <c:v>3.047261203006236</c:v>
                </c:pt>
                <c:pt idx="8882">
                  <c:v>3.0480724772442267</c:v>
                </c:pt>
                <c:pt idx="8883">
                  <c:v>3.0492782986274025</c:v>
                </c:pt>
                <c:pt idx="8884">
                  <c:v>3.0515982358410891</c:v>
                </c:pt>
                <c:pt idx="8885">
                  <c:v>3.0545733345845099</c:v>
                </c:pt>
                <c:pt idx="8886">
                  <c:v>3.0525195567422774</c:v>
                </c:pt>
                <c:pt idx="8887">
                  <c:v>3.0482802009844483</c:v>
                </c:pt>
                <c:pt idx="8888">
                  <c:v>3.0457504073432689</c:v>
                </c:pt>
                <c:pt idx="8889">
                  <c:v>3.0454957644830793</c:v>
                </c:pt>
                <c:pt idx="8890">
                  <c:v>3.0458288902348514</c:v>
                </c:pt>
                <c:pt idx="8891">
                  <c:v>3.0465079378620237</c:v>
                </c:pt>
                <c:pt idx="8892">
                  <c:v>3.0483702003872959</c:v>
                </c:pt>
                <c:pt idx="8893">
                  <c:v>3.0488666899840475</c:v>
                </c:pt>
                <c:pt idx="8894">
                  <c:v>3.0472198288731733</c:v>
                </c:pt>
                <c:pt idx="8895">
                  <c:v>3.0475299216024161</c:v>
                </c:pt>
                <c:pt idx="8896">
                  <c:v>3.0496191020533514</c:v>
                </c:pt>
                <c:pt idx="8897">
                  <c:v>3.0492898151386671</c:v>
                </c:pt>
                <c:pt idx="8898">
                  <c:v>3.048869249208773</c:v>
                </c:pt>
                <c:pt idx="8899">
                  <c:v>3.04929408051321</c:v>
                </c:pt>
                <c:pt idx="8900">
                  <c:v>3.0508134069252622</c:v>
                </c:pt>
                <c:pt idx="8901">
                  <c:v>3.0521523079941648</c:v>
                </c:pt>
                <c:pt idx="8902">
                  <c:v>3.052900028151472</c:v>
                </c:pt>
                <c:pt idx="8903">
                  <c:v>3.05126041817732</c:v>
                </c:pt>
                <c:pt idx="8904">
                  <c:v>3.0494105252382213</c:v>
                </c:pt>
                <c:pt idx="8905">
                  <c:v>3.0474744717333628</c:v>
                </c:pt>
                <c:pt idx="8906">
                  <c:v>3.0457145781971113</c:v>
                </c:pt>
                <c:pt idx="8907">
                  <c:v>3.0461244806906493</c:v>
                </c:pt>
                <c:pt idx="8908">
                  <c:v>3.0495918036562792</c:v>
                </c:pt>
                <c:pt idx="8909">
                  <c:v>3.0501484350340804</c:v>
                </c:pt>
                <c:pt idx="8910">
                  <c:v>3.0481002021787531</c:v>
                </c:pt>
                <c:pt idx="8911">
                  <c:v>3.0463599293653978</c:v>
                </c:pt>
                <c:pt idx="8912">
                  <c:v>3.0479453690828593</c:v>
                </c:pt>
                <c:pt idx="8913">
                  <c:v>3.0504960630592972</c:v>
                </c:pt>
                <c:pt idx="8914">
                  <c:v>3.0479069807119763</c:v>
                </c:pt>
                <c:pt idx="8915">
                  <c:v>3.0445036383644846</c:v>
                </c:pt>
                <c:pt idx="8916">
                  <c:v>3.0427701901503972</c:v>
                </c:pt>
                <c:pt idx="8917">
                  <c:v>3.0435098060960732</c:v>
                </c:pt>
                <c:pt idx="8918">
                  <c:v>3.0432867270074984</c:v>
                </c:pt>
                <c:pt idx="8919">
                  <c:v>3.0420276737500318</c:v>
                </c:pt>
                <c:pt idx="8920">
                  <c:v>3.0419562713801898</c:v>
                </c:pt>
                <c:pt idx="8921">
                  <c:v>3.042746304052959</c:v>
                </c:pt>
                <c:pt idx="8922">
                  <c:v>3.0445727374320741</c:v>
                </c:pt>
                <c:pt idx="8923">
                  <c:v>3.0443795159652969</c:v>
                </c:pt>
                <c:pt idx="8924">
                  <c:v>3.0449463842420004</c:v>
                </c:pt>
                <c:pt idx="8925">
                  <c:v>3.0457947672385113</c:v>
                </c:pt>
                <c:pt idx="8926">
                  <c:v>3.0489306706021857</c:v>
                </c:pt>
                <c:pt idx="8927">
                  <c:v>3.0503924144579138</c:v>
                </c:pt>
                <c:pt idx="8928">
                  <c:v>3.0502580551598237</c:v>
                </c:pt>
                <c:pt idx="8929">
                  <c:v>3.0471306825452342</c:v>
                </c:pt>
                <c:pt idx="8930">
                  <c:v>3.0451029234877116</c:v>
                </c:pt>
                <c:pt idx="8931">
                  <c:v>3.0472275065473498</c:v>
                </c:pt>
                <c:pt idx="8932">
                  <c:v>3.0501910887795058</c:v>
                </c:pt>
                <c:pt idx="8933">
                  <c:v>3.052120317685096</c:v>
                </c:pt>
                <c:pt idx="8934">
                  <c:v>3.0507430282453103</c:v>
                </c:pt>
                <c:pt idx="8935">
                  <c:v>3.0488389650495211</c:v>
                </c:pt>
                <c:pt idx="8936">
                  <c:v>3.0463863746875615</c:v>
                </c:pt>
                <c:pt idx="8937">
                  <c:v>3.043353266850362</c:v>
                </c:pt>
                <c:pt idx="8938">
                  <c:v>3.0424664101754777</c:v>
                </c:pt>
                <c:pt idx="8939">
                  <c:v>3.0417208227054418</c:v>
                </c:pt>
                <c:pt idx="8940">
                  <c:v>3.0411688832396373</c:v>
                </c:pt>
                <c:pt idx="8941">
                  <c:v>3.0421746585567679</c:v>
                </c:pt>
                <c:pt idx="8942">
                  <c:v>3.045112307311705</c:v>
                </c:pt>
                <c:pt idx="8943">
                  <c:v>3.047543570800952</c:v>
                </c:pt>
                <c:pt idx="8944">
                  <c:v>3.0475188316286053</c:v>
                </c:pt>
                <c:pt idx="8945">
                  <c:v>3.0481594908848946</c:v>
                </c:pt>
                <c:pt idx="8946">
                  <c:v>3.0484845124250359</c:v>
                </c:pt>
                <c:pt idx="8947">
                  <c:v>3.0478011994233212</c:v>
                </c:pt>
                <c:pt idx="8948">
                  <c:v>3.0477214369193759</c:v>
                </c:pt>
                <c:pt idx="8949">
                  <c:v>3.0476079779565444</c:v>
                </c:pt>
                <c:pt idx="8950">
                  <c:v>3.0494847427552614</c:v>
                </c:pt>
                <c:pt idx="8951">
                  <c:v>3.0499048821477013</c:v>
                </c:pt>
                <c:pt idx="8952">
                  <c:v>3.0496877745834863</c:v>
                </c:pt>
                <c:pt idx="8953">
                  <c:v>3.0494480605341954</c:v>
                </c:pt>
                <c:pt idx="8954">
                  <c:v>3.0455627308633972</c:v>
                </c:pt>
                <c:pt idx="8955">
                  <c:v>3.0417917985378295</c:v>
                </c:pt>
                <c:pt idx="8956">
                  <c:v>3.0406805405082622</c:v>
                </c:pt>
                <c:pt idx="8957">
                  <c:v>3.0414190474565572</c:v>
                </c:pt>
                <c:pt idx="8958">
                  <c:v>3.0406847205753138</c:v>
                </c:pt>
                <c:pt idx="8959">
                  <c:v>3.0401913447019782</c:v>
                </c:pt>
                <c:pt idx="8960">
                  <c:v>3.0399507349240338</c:v>
                </c:pt>
                <c:pt idx="8961">
                  <c:v>3.0380898373186151</c:v>
                </c:pt>
                <c:pt idx="8962">
                  <c:v>3.0386600752412067</c:v>
                </c:pt>
                <c:pt idx="8963">
                  <c:v>3.0382153246376564</c:v>
                </c:pt>
                <c:pt idx="8964">
                  <c:v>3.0376753282205708</c:v>
                </c:pt>
                <c:pt idx="8965">
                  <c:v>3.0378898765600608</c:v>
                </c:pt>
                <c:pt idx="8966">
                  <c:v>3.0377469865128859</c:v>
                </c:pt>
                <c:pt idx="8967">
                  <c:v>3.0387238852443632</c:v>
                </c:pt>
                <c:pt idx="8968">
                  <c:v>3.0397959444818849</c:v>
                </c:pt>
                <c:pt idx="8969">
                  <c:v>3.0401167006474838</c:v>
                </c:pt>
                <c:pt idx="8970">
                  <c:v>3.0406723936428857</c:v>
                </c:pt>
                <c:pt idx="8971">
                  <c:v>3.0383475512484752</c:v>
                </c:pt>
                <c:pt idx="8972">
                  <c:v>3.0381763391143375</c:v>
                </c:pt>
                <c:pt idx="8973">
                  <c:v>3.0386938570075839</c:v>
                </c:pt>
                <c:pt idx="8974">
                  <c:v>3.0377117971729097</c:v>
                </c:pt>
                <c:pt idx="8975">
                  <c:v>3.0337107052370267</c:v>
                </c:pt>
                <c:pt idx="8976">
                  <c:v>3.0319101626813851</c:v>
                </c:pt>
                <c:pt idx="8977">
                  <c:v>3.0334278682511111</c:v>
                </c:pt>
                <c:pt idx="8978">
                  <c:v>3.034267805806028</c:v>
                </c:pt>
                <c:pt idx="8979">
                  <c:v>3.0340475845183965</c:v>
                </c:pt>
                <c:pt idx="8980">
                  <c:v>3.0346447796080973</c:v>
                </c:pt>
                <c:pt idx="8981">
                  <c:v>3.0345004819873234</c:v>
                </c:pt>
                <c:pt idx="8982">
                  <c:v>3.0311016182831017</c:v>
                </c:pt>
                <c:pt idx="8983">
                  <c:v>3.0305770198681148</c:v>
                </c:pt>
                <c:pt idx="8984">
                  <c:v>3.0341414227583323</c:v>
                </c:pt>
                <c:pt idx="8985">
                  <c:v>3.0370864506112283</c:v>
                </c:pt>
                <c:pt idx="8986">
                  <c:v>3.0394002030318283</c:v>
                </c:pt>
                <c:pt idx="8987">
                  <c:v>3.0415264495875385</c:v>
                </c:pt>
                <c:pt idx="8988">
                  <c:v>3.0430572498571098</c:v>
                </c:pt>
                <c:pt idx="8989">
                  <c:v>3.0445420267353676</c:v>
                </c:pt>
                <c:pt idx="8990">
                  <c:v>3.0429804731153443</c:v>
                </c:pt>
                <c:pt idx="8991">
                  <c:v>3.0430798563421853</c:v>
                </c:pt>
                <c:pt idx="8992">
                  <c:v>3.0408825486465965</c:v>
                </c:pt>
                <c:pt idx="8993">
                  <c:v>3.0408402361311349</c:v>
                </c:pt>
                <c:pt idx="8994">
                  <c:v>3.0402156146831252</c:v>
                </c:pt>
                <c:pt idx="8995">
                  <c:v>3.0388907040427222</c:v>
                </c:pt>
                <c:pt idx="8996">
                  <c:v>3.0378735401755628</c:v>
                </c:pt>
                <c:pt idx="8997">
                  <c:v>3.0367465429139333</c:v>
                </c:pt>
                <c:pt idx="8998">
                  <c:v>3.0375513337826194</c:v>
                </c:pt>
                <c:pt idx="8999">
                  <c:v>3.038808382314051</c:v>
                </c:pt>
                <c:pt idx="9000">
                  <c:v>3.037505864889996</c:v>
                </c:pt>
                <c:pt idx="9001">
                  <c:v>3.0362813611663242</c:v>
                </c:pt>
                <c:pt idx="9002">
                  <c:v>3.0368780017573345</c:v>
                </c:pt>
                <c:pt idx="9003">
                  <c:v>3.0392115881695574</c:v>
                </c:pt>
                <c:pt idx="9004">
                  <c:v>3.0399342705782995</c:v>
                </c:pt>
                <c:pt idx="9005">
                  <c:v>3.0386544022930653</c:v>
                </c:pt>
                <c:pt idx="9006">
                  <c:v>3.0377682707318532</c:v>
                </c:pt>
                <c:pt idx="9007">
                  <c:v>3.0366174726802759</c:v>
                </c:pt>
                <c:pt idx="9008">
                  <c:v>3.035426366839272</c:v>
                </c:pt>
                <c:pt idx="9009">
                  <c:v>3.0365120326215846</c:v>
                </c:pt>
                <c:pt idx="9010">
                  <c:v>3.037304837787806</c:v>
                </c:pt>
                <c:pt idx="9011">
                  <c:v>3.0386972693072178</c:v>
                </c:pt>
                <c:pt idx="9012">
                  <c:v>3.0401690794468661</c:v>
                </c:pt>
                <c:pt idx="9013">
                  <c:v>3.0412623802496097</c:v>
                </c:pt>
                <c:pt idx="9014">
                  <c:v>3.042518490398642</c:v>
                </c:pt>
                <c:pt idx="9015">
                  <c:v>3.0438079557765967</c:v>
                </c:pt>
                <c:pt idx="9016">
                  <c:v>3.0421049196829975</c:v>
                </c:pt>
                <c:pt idx="9017">
                  <c:v>3.0366253636231799</c:v>
                </c:pt>
                <c:pt idx="9018">
                  <c:v>3.034793726487123</c:v>
                </c:pt>
                <c:pt idx="9019">
                  <c:v>3.0354367743531561</c:v>
                </c:pt>
                <c:pt idx="9020">
                  <c:v>3.0365312694607716</c:v>
                </c:pt>
                <c:pt idx="9021">
                  <c:v>3.0370062189160829</c:v>
                </c:pt>
                <c:pt idx="9022">
                  <c:v>3.0377297970534793</c:v>
                </c:pt>
                <c:pt idx="9023">
                  <c:v>3.0390902382638219</c:v>
                </c:pt>
                <c:pt idx="9024">
                  <c:v>3.0416923726572431</c:v>
                </c:pt>
                <c:pt idx="9025">
                  <c:v>3.0437158236864779</c:v>
                </c:pt>
                <c:pt idx="9026">
                  <c:v>3.0440651578615117</c:v>
                </c:pt>
                <c:pt idx="9027">
                  <c:v>3.044016959129181</c:v>
                </c:pt>
                <c:pt idx="9028">
                  <c:v>3.0444136389616374</c:v>
                </c:pt>
                <c:pt idx="9029">
                  <c:v>3.0421715021796065</c:v>
                </c:pt>
                <c:pt idx="9030">
                  <c:v>3.0400040521058154</c:v>
                </c:pt>
                <c:pt idx="9031">
                  <c:v>3.0393923973964152</c:v>
                </c:pt>
                <c:pt idx="9032">
                  <c:v>3.0388578606587444</c:v>
                </c:pt>
                <c:pt idx="9033">
                  <c:v>3.0391075130307192</c:v>
                </c:pt>
                <c:pt idx="9034">
                  <c:v>3.0405520247732953</c:v>
                </c:pt>
                <c:pt idx="9035">
                  <c:v>3.0416519795603252</c:v>
                </c:pt>
                <c:pt idx="9036">
                  <c:v>3.040523404110115</c:v>
                </c:pt>
                <c:pt idx="9037">
                  <c:v>3.0377435742132515</c:v>
                </c:pt>
                <c:pt idx="9038">
                  <c:v>3.0368490398641903</c:v>
                </c:pt>
                <c:pt idx="9039">
                  <c:v>3.0371893740989395</c:v>
                </c:pt>
                <c:pt idx="9040">
                  <c:v>3.0358752122023835</c:v>
                </c:pt>
                <c:pt idx="9041">
                  <c:v>3.0348267831398275</c:v>
                </c:pt>
                <c:pt idx="9042">
                  <c:v>3.035617455618778</c:v>
                </c:pt>
                <c:pt idx="9043">
                  <c:v>3.0349620381665714</c:v>
                </c:pt>
                <c:pt idx="9044">
                  <c:v>3.0319251341460292</c:v>
                </c:pt>
                <c:pt idx="9045">
                  <c:v>3.0317417230407</c:v>
                </c:pt>
                <c:pt idx="9046">
                  <c:v>3.032623887803588</c:v>
                </c:pt>
                <c:pt idx="9047">
                  <c:v>3.0326119874086142</c:v>
                </c:pt>
                <c:pt idx="9048">
                  <c:v>3.0330444110797368</c:v>
                </c:pt>
                <c:pt idx="9049">
                  <c:v>3.0318779591035887</c:v>
                </c:pt>
                <c:pt idx="9050">
                  <c:v>3.0300393267532821</c:v>
                </c:pt>
                <c:pt idx="9051">
                  <c:v>3.0307133412384943</c:v>
                </c:pt>
                <c:pt idx="9052">
                  <c:v>3.0326603994096724</c:v>
                </c:pt>
                <c:pt idx="9053">
                  <c:v>3.034206256451379</c:v>
                </c:pt>
                <c:pt idx="9054">
                  <c:v>3.0325157179051891</c:v>
                </c:pt>
                <c:pt idx="9055">
                  <c:v>3.0340002388609744</c:v>
                </c:pt>
                <c:pt idx="9056">
                  <c:v>3.0353856751661366</c:v>
                </c:pt>
                <c:pt idx="9057">
                  <c:v>3.0371815258097814</c:v>
                </c:pt>
                <c:pt idx="9058">
                  <c:v>3.0397153715567762</c:v>
                </c:pt>
                <c:pt idx="9059">
                  <c:v>3.0380395058990128</c:v>
                </c:pt>
                <c:pt idx="9060">
                  <c:v>3.0339361302815999</c:v>
                </c:pt>
                <c:pt idx="9061">
                  <c:v>3.0319621575970586</c:v>
                </c:pt>
                <c:pt idx="9062">
                  <c:v>3.0313780145534581</c:v>
                </c:pt>
                <c:pt idx="9063">
                  <c:v>3.0334475316277523</c:v>
                </c:pt>
                <c:pt idx="9064">
                  <c:v>3.0355106932939782</c:v>
                </c:pt>
                <c:pt idx="9065">
                  <c:v>3.036194816716856</c:v>
                </c:pt>
                <c:pt idx="9066">
                  <c:v>3.0361438028373273</c:v>
                </c:pt>
                <c:pt idx="9067">
                  <c:v>3.0341800243979424</c:v>
                </c:pt>
                <c:pt idx="9068">
                  <c:v>3.032731161973333</c:v>
                </c:pt>
                <c:pt idx="9069">
                  <c:v>3.0333821860897605</c:v>
                </c:pt>
                <c:pt idx="9070">
                  <c:v>3.0354190730488044</c:v>
                </c:pt>
                <c:pt idx="9071">
                  <c:v>3.036335403461778</c:v>
                </c:pt>
                <c:pt idx="9072">
                  <c:v>3.0363007259667469</c:v>
                </c:pt>
                <c:pt idx="9073">
                  <c:v>3.0358422408571695</c:v>
                </c:pt>
                <c:pt idx="9074">
                  <c:v>3.0341296503245951</c:v>
                </c:pt>
                <c:pt idx="9075">
                  <c:v>3.0341519582334526</c:v>
                </c:pt>
                <c:pt idx="9076">
                  <c:v>3.0320562517594669</c:v>
                </c:pt>
                <c:pt idx="9077">
                  <c:v>3.0307582982861727</c:v>
                </c:pt>
                <c:pt idx="9078">
                  <c:v>3.0302155293756345</c:v>
                </c:pt>
                <c:pt idx="9079">
                  <c:v>3.0292437917473531</c:v>
                </c:pt>
                <c:pt idx="9080">
                  <c:v>3.0301291128874026</c:v>
                </c:pt>
                <c:pt idx="9081">
                  <c:v>3.0290024568557365</c:v>
                </c:pt>
                <c:pt idx="9082">
                  <c:v>3.0292332136184879</c:v>
                </c:pt>
                <c:pt idx="9083">
                  <c:v>3.0300343362650675</c:v>
                </c:pt>
                <c:pt idx="9084">
                  <c:v>3.0284539296895661</c:v>
                </c:pt>
                <c:pt idx="9085">
                  <c:v>3.0274438463441475</c:v>
                </c:pt>
                <c:pt idx="9086">
                  <c:v>3.0286694590652004</c:v>
                </c:pt>
                <c:pt idx="9087">
                  <c:v>3.0329506154935464</c:v>
                </c:pt>
                <c:pt idx="9088">
                  <c:v>3.0356425360210881</c:v>
                </c:pt>
                <c:pt idx="9089">
                  <c:v>3.0368942954880866</c:v>
                </c:pt>
                <c:pt idx="9090">
                  <c:v>3.0363902135246494</c:v>
                </c:pt>
                <c:pt idx="9091">
                  <c:v>3.0345009085247776</c:v>
                </c:pt>
                <c:pt idx="9092">
                  <c:v>3.0320760430973444</c:v>
                </c:pt>
                <c:pt idx="9093">
                  <c:v>3.0317825000213268</c:v>
                </c:pt>
                <c:pt idx="9094">
                  <c:v>3.0316430222737858</c:v>
                </c:pt>
                <c:pt idx="9095">
                  <c:v>3.0304554993473976</c:v>
                </c:pt>
                <c:pt idx="9096">
                  <c:v>3.0309951545345197</c:v>
                </c:pt>
                <c:pt idx="9097">
                  <c:v>3.031593501275347</c:v>
                </c:pt>
                <c:pt idx="9098">
                  <c:v>3.0302778038439557</c:v>
                </c:pt>
                <c:pt idx="9099">
                  <c:v>3.0318520682801156</c:v>
                </c:pt>
                <c:pt idx="9100">
                  <c:v>3.033123619084992</c:v>
                </c:pt>
                <c:pt idx="9101">
                  <c:v>3.0303585900377912</c:v>
                </c:pt>
                <c:pt idx="9102">
                  <c:v>3.0280288424626565</c:v>
                </c:pt>
                <c:pt idx="9103">
                  <c:v>3.0284231336853691</c:v>
                </c:pt>
                <c:pt idx="9104">
                  <c:v>3.0282400638100033</c:v>
                </c:pt>
                <c:pt idx="9105">
                  <c:v>3.0252874009366764</c:v>
                </c:pt>
                <c:pt idx="9106">
                  <c:v>3.0231559932777698</c:v>
                </c:pt>
                <c:pt idx="9107">
                  <c:v>3.0199565358334115</c:v>
                </c:pt>
                <c:pt idx="9108">
                  <c:v>3.0185586019808399</c:v>
                </c:pt>
                <c:pt idx="9109">
                  <c:v>3.0199623367427892</c:v>
                </c:pt>
                <c:pt idx="9110">
                  <c:v>3.0218939542581236</c:v>
                </c:pt>
                <c:pt idx="9111">
                  <c:v>3.0237806147257791</c:v>
                </c:pt>
                <c:pt idx="9112">
                  <c:v>3.0232283766837567</c:v>
                </c:pt>
                <c:pt idx="9113">
                  <c:v>3.0233214898100202</c:v>
                </c:pt>
                <c:pt idx="9114">
                  <c:v>3.0254395895003539</c:v>
                </c:pt>
                <c:pt idx="9115">
                  <c:v>3.0269185228154885</c:v>
                </c:pt>
                <c:pt idx="9116">
                  <c:v>3.0262794417477799</c:v>
                </c:pt>
                <c:pt idx="9117">
                  <c:v>3.0269042764645162</c:v>
                </c:pt>
                <c:pt idx="9118">
                  <c:v>3.0263882514523601</c:v>
                </c:pt>
                <c:pt idx="9119">
                  <c:v>3.0263639388174677</c:v>
                </c:pt>
                <c:pt idx="9120">
                  <c:v>3.0290907074550217</c:v>
                </c:pt>
                <c:pt idx="9121">
                  <c:v>3.028783429872977</c:v>
                </c:pt>
                <c:pt idx="9122">
                  <c:v>3.0269225322675584</c:v>
                </c:pt>
                <c:pt idx="9123">
                  <c:v>3.0264814072323691</c:v>
                </c:pt>
                <c:pt idx="9124">
                  <c:v>3.0270403845661686</c:v>
                </c:pt>
                <c:pt idx="9125">
                  <c:v>3.0293256442848246</c:v>
                </c:pt>
                <c:pt idx="9126">
                  <c:v>3.0299805925458316</c:v>
                </c:pt>
                <c:pt idx="9127">
                  <c:v>3.0294449468107794</c:v>
                </c:pt>
                <c:pt idx="9128">
                  <c:v>3.0291865504209925</c:v>
                </c:pt>
                <c:pt idx="9129">
                  <c:v>3.0297920629910511</c:v>
                </c:pt>
                <c:pt idx="9130">
                  <c:v>3.0295067947416463</c:v>
                </c:pt>
                <c:pt idx="9131">
                  <c:v>3.0265490560726138</c:v>
                </c:pt>
                <c:pt idx="9132">
                  <c:v>3.0262878018818831</c:v>
                </c:pt>
                <c:pt idx="9133">
                  <c:v>3.0277322709707137</c:v>
                </c:pt>
                <c:pt idx="9134">
                  <c:v>3.0283071154978121</c:v>
                </c:pt>
                <c:pt idx="9135">
                  <c:v>3.0280543067486758</c:v>
                </c:pt>
                <c:pt idx="9136">
                  <c:v>3.0271719287170606</c:v>
                </c:pt>
                <c:pt idx="9137">
                  <c:v>3.0252205625175947</c:v>
                </c:pt>
                <c:pt idx="9138">
                  <c:v>3.0244549277872088</c:v>
                </c:pt>
                <c:pt idx="9139">
                  <c:v>3.0267038891685081</c:v>
                </c:pt>
                <c:pt idx="9140">
                  <c:v>3.0281112068450731</c:v>
                </c:pt>
                <c:pt idx="9141">
                  <c:v>3.0283852145056858</c:v>
                </c:pt>
                <c:pt idx="9142">
                  <c:v>3.0283313428252137</c:v>
                </c:pt>
                <c:pt idx="9143">
                  <c:v>3.0265935012753471</c:v>
                </c:pt>
                <c:pt idx="9144">
                  <c:v>3.0264624263156548</c:v>
                </c:pt>
                <c:pt idx="9145">
                  <c:v>3.026212475367462</c:v>
                </c:pt>
                <c:pt idx="9146">
                  <c:v>3.0234598159064348</c:v>
                </c:pt>
                <c:pt idx="9147">
                  <c:v>3.0236619520060057</c:v>
                </c:pt>
                <c:pt idx="9148">
                  <c:v>3.0242293321276543</c:v>
                </c:pt>
                <c:pt idx="9149">
                  <c:v>3.021064594832072</c:v>
                </c:pt>
                <c:pt idx="9150">
                  <c:v>3.0206813509294252</c:v>
                </c:pt>
                <c:pt idx="9151">
                  <c:v>3.0230361362531242</c:v>
                </c:pt>
                <c:pt idx="9152">
                  <c:v>3.02415020942989</c:v>
                </c:pt>
                <c:pt idx="9153">
                  <c:v>3.0254615561792479</c:v>
                </c:pt>
                <c:pt idx="9154">
                  <c:v>3.0244440084283801</c:v>
                </c:pt>
                <c:pt idx="9155">
                  <c:v>3.0233966883632051</c:v>
                </c:pt>
                <c:pt idx="9156">
                  <c:v>3.0231280977282617</c:v>
                </c:pt>
                <c:pt idx="9157">
                  <c:v>3.0249385786065877</c:v>
                </c:pt>
                <c:pt idx="9158">
                  <c:v>3.0281248986973548</c:v>
                </c:pt>
                <c:pt idx="9159">
                  <c:v>3.029701210513295</c:v>
                </c:pt>
                <c:pt idx="9160">
                  <c:v>3.0304476937119849</c:v>
                </c:pt>
                <c:pt idx="9161">
                  <c:v>3.0310566612354233</c:v>
                </c:pt>
                <c:pt idx="9162">
                  <c:v>3.0296110831492111</c:v>
                </c:pt>
                <c:pt idx="9163">
                  <c:v>3.0297883094614537</c:v>
                </c:pt>
                <c:pt idx="9164">
                  <c:v>3.0305081340692528</c:v>
                </c:pt>
                <c:pt idx="9165">
                  <c:v>3.029702916663112</c:v>
                </c:pt>
                <c:pt idx="9166">
                  <c:v>3.029735376163381</c:v>
                </c:pt>
                <c:pt idx="9167">
                  <c:v>3.0309799271474027</c:v>
                </c:pt>
                <c:pt idx="9168">
                  <c:v>3.0322516059135154</c:v>
                </c:pt>
                <c:pt idx="9169">
                  <c:v>3.0304607031043398</c:v>
                </c:pt>
                <c:pt idx="9170">
                  <c:v>3.0282389548126223</c:v>
                </c:pt>
                <c:pt idx="9171">
                  <c:v>3.026615553261732</c:v>
                </c:pt>
                <c:pt idx="9172">
                  <c:v>3.0256874504150209</c:v>
                </c:pt>
                <c:pt idx="9173">
                  <c:v>3.0268635421376353</c:v>
                </c:pt>
                <c:pt idx="9174">
                  <c:v>3.026993593407437</c:v>
                </c:pt>
                <c:pt idx="9175">
                  <c:v>3.0277352567328939</c:v>
                </c:pt>
                <c:pt idx="9176">
                  <c:v>3.029500737909796</c:v>
                </c:pt>
                <c:pt idx="9177">
                  <c:v>3.0305274135621847</c:v>
                </c:pt>
                <c:pt idx="9178">
                  <c:v>3.0306563131808604</c:v>
                </c:pt>
                <c:pt idx="9179">
                  <c:v>3.029756532421112</c:v>
                </c:pt>
                <c:pt idx="9180">
                  <c:v>3.0294229374781398</c:v>
                </c:pt>
                <c:pt idx="9181">
                  <c:v>3.0294771930423212</c:v>
                </c:pt>
                <c:pt idx="9182">
                  <c:v>3.031101149091902</c:v>
                </c:pt>
                <c:pt idx="9183">
                  <c:v>3.0315764824309221</c:v>
                </c:pt>
                <c:pt idx="9184">
                  <c:v>3.0313009818892196</c:v>
                </c:pt>
                <c:pt idx="9185">
                  <c:v>3.0301434871996111</c:v>
                </c:pt>
                <c:pt idx="9186">
                  <c:v>3.0275828549004888</c:v>
                </c:pt>
                <c:pt idx="9187">
                  <c:v>3.0277916876380915</c:v>
                </c:pt>
                <c:pt idx="9188">
                  <c:v>3.0286535918719024</c:v>
                </c:pt>
                <c:pt idx="9189">
                  <c:v>3.026450696535663</c:v>
                </c:pt>
                <c:pt idx="9190">
                  <c:v>3.0239424856896684</c:v>
                </c:pt>
                <c:pt idx="9191">
                  <c:v>3.0237413732799876</c:v>
                </c:pt>
                <c:pt idx="9192">
                  <c:v>3.02485258865581</c:v>
                </c:pt>
                <c:pt idx="9193">
                  <c:v>3.0269945317898364</c:v>
                </c:pt>
                <c:pt idx="9194">
                  <c:v>3.0264961227745406</c:v>
                </c:pt>
                <c:pt idx="9195">
                  <c:v>3.0254635609052829</c:v>
                </c:pt>
                <c:pt idx="9196">
                  <c:v>3.0238557279714731</c:v>
                </c:pt>
                <c:pt idx="9197">
                  <c:v>3.0252525528266636</c:v>
                </c:pt>
                <c:pt idx="9198">
                  <c:v>3.027015346817604</c:v>
                </c:pt>
                <c:pt idx="9199">
                  <c:v>3.0274278938433583</c:v>
                </c:pt>
                <c:pt idx="9200">
                  <c:v>3.0290841387782259</c:v>
                </c:pt>
                <c:pt idx="9201">
                  <c:v>3.031174854763997</c:v>
                </c:pt>
                <c:pt idx="9202">
                  <c:v>3.0294900744734394</c:v>
                </c:pt>
                <c:pt idx="9203">
                  <c:v>3.0272653830732876</c:v>
                </c:pt>
                <c:pt idx="9204">
                  <c:v>3.0285088250599284</c:v>
                </c:pt>
                <c:pt idx="9205">
                  <c:v>3.029530424916612</c:v>
                </c:pt>
                <c:pt idx="9206">
                  <c:v>3.0284806309342023</c:v>
                </c:pt>
                <c:pt idx="9207">
                  <c:v>3.0266018187557049</c:v>
                </c:pt>
                <c:pt idx="9208">
                  <c:v>3.0266083021250094</c:v>
                </c:pt>
                <c:pt idx="9209">
                  <c:v>3.0252684626737074</c:v>
                </c:pt>
                <c:pt idx="9210">
                  <c:v>3.0233567218037414</c:v>
                </c:pt>
                <c:pt idx="9211">
                  <c:v>3.0247884800764355</c:v>
                </c:pt>
                <c:pt idx="9212">
                  <c:v>3.0269099920664035</c:v>
                </c:pt>
                <c:pt idx="9213">
                  <c:v>3.0265712786739805</c:v>
                </c:pt>
                <c:pt idx="9214">
                  <c:v>3.0299336734258637</c:v>
                </c:pt>
                <c:pt idx="9215">
                  <c:v>3.0308827192615784</c:v>
                </c:pt>
                <c:pt idx="9216">
                  <c:v>3.0301155489963572</c:v>
                </c:pt>
                <c:pt idx="9217">
                  <c:v>3.0307885824454246</c:v>
                </c:pt>
                <c:pt idx="9218">
                  <c:v>3.0314434880526857</c:v>
                </c:pt>
                <c:pt idx="9219">
                  <c:v>3.0296510497086748</c:v>
                </c:pt>
                <c:pt idx="9220">
                  <c:v>3.027842786825111</c:v>
                </c:pt>
                <c:pt idx="9221">
                  <c:v>3.0270690478830948</c:v>
                </c:pt>
                <c:pt idx="9222">
                  <c:v>3.0287315629185398</c:v>
                </c:pt>
                <c:pt idx="9223">
                  <c:v>3.02828736681368</c:v>
                </c:pt>
                <c:pt idx="9224">
                  <c:v>3.0282359690504421</c:v>
                </c:pt>
                <c:pt idx="9225">
                  <c:v>3.0274838129036112</c:v>
                </c:pt>
                <c:pt idx="9226">
                  <c:v>3.0232476988304344</c:v>
                </c:pt>
                <c:pt idx="9227">
                  <c:v>3.0192226781433678</c:v>
                </c:pt>
                <c:pt idx="9228">
                  <c:v>3.0206026547691152</c:v>
                </c:pt>
                <c:pt idx="9229">
                  <c:v>3.0230408708188667</c:v>
                </c:pt>
                <c:pt idx="9230">
                  <c:v>3.0230433020823559</c:v>
                </c:pt>
                <c:pt idx="9231">
                  <c:v>3.0226382194620509</c:v>
                </c:pt>
                <c:pt idx="9232">
                  <c:v>3.0212350391987921</c:v>
                </c:pt>
                <c:pt idx="9233">
                  <c:v>3.0202657328340003</c:v>
                </c:pt>
                <c:pt idx="9234">
                  <c:v>3.0177503561587744</c:v>
                </c:pt>
                <c:pt idx="9235">
                  <c:v>3.0150019194185442</c:v>
                </c:pt>
                <c:pt idx="9236">
                  <c:v>3.0147598167595095</c:v>
                </c:pt>
                <c:pt idx="9237">
                  <c:v>3.0172767716233162</c:v>
                </c:pt>
                <c:pt idx="9238">
                  <c:v>3.0192369671480854</c:v>
                </c:pt>
                <c:pt idx="9239">
                  <c:v>3.0212944985199148</c:v>
                </c:pt>
                <c:pt idx="9240">
                  <c:v>3.0257608148571524</c:v>
                </c:pt>
                <c:pt idx="9241">
                  <c:v>3.0286348242239152</c:v>
                </c:pt>
                <c:pt idx="9242">
                  <c:v>3.0281288654956793</c:v>
                </c:pt>
                <c:pt idx="9243">
                  <c:v>3.0263648345461216</c:v>
                </c:pt>
                <c:pt idx="9244">
                  <c:v>3.0250395826757548</c:v>
                </c:pt>
                <c:pt idx="9245">
                  <c:v>3.0246142395263726</c:v>
                </c:pt>
                <c:pt idx="9246">
                  <c:v>3.0223324347610965</c:v>
                </c:pt>
                <c:pt idx="9247">
                  <c:v>3.0205136364024123</c:v>
                </c:pt>
                <c:pt idx="9248">
                  <c:v>3.0202441500388151</c:v>
                </c:pt>
                <c:pt idx="9249">
                  <c:v>3.0192045076478164</c:v>
                </c:pt>
                <c:pt idx="9250">
                  <c:v>3.0182504286701417</c:v>
                </c:pt>
                <c:pt idx="9251">
                  <c:v>3.0192692133796268</c:v>
                </c:pt>
                <c:pt idx="9252">
                  <c:v>3.0211703761207271</c:v>
                </c:pt>
                <c:pt idx="9253">
                  <c:v>3.0216452402685481</c:v>
                </c:pt>
                <c:pt idx="9254">
                  <c:v>3.0244553116709176</c:v>
                </c:pt>
                <c:pt idx="9255">
                  <c:v>3.0271633553142303</c:v>
                </c:pt>
                <c:pt idx="9256">
                  <c:v>3.0274087423116622</c:v>
                </c:pt>
                <c:pt idx="9257">
                  <c:v>3.0283709255009681</c:v>
                </c:pt>
                <c:pt idx="9258">
                  <c:v>3.0291627922847906</c:v>
                </c:pt>
                <c:pt idx="9259">
                  <c:v>3.028784837446576</c:v>
                </c:pt>
                <c:pt idx="9260">
                  <c:v>3.0261449544884536</c:v>
                </c:pt>
                <c:pt idx="9261">
                  <c:v>3.0256519198450817</c:v>
                </c:pt>
                <c:pt idx="9262">
                  <c:v>3.0260381495099087</c:v>
                </c:pt>
                <c:pt idx="9263">
                  <c:v>3.0266503160642535</c:v>
                </c:pt>
                <c:pt idx="9264">
                  <c:v>3.0280326812997451</c:v>
                </c:pt>
                <c:pt idx="9265">
                  <c:v>3.0272987383022105</c:v>
                </c:pt>
                <c:pt idx="9266">
                  <c:v>3.0240997927027973</c:v>
                </c:pt>
                <c:pt idx="9267">
                  <c:v>3.0205328305878538</c:v>
                </c:pt>
                <c:pt idx="9268">
                  <c:v>3.019977734744888</c:v>
                </c:pt>
                <c:pt idx="9269">
                  <c:v>3.0210977367922678</c:v>
                </c:pt>
                <c:pt idx="9270">
                  <c:v>3.0220716924153108</c:v>
                </c:pt>
                <c:pt idx="9271">
                  <c:v>3.0234076930295251</c:v>
                </c:pt>
                <c:pt idx="9272">
                  <c:v>3.0229090707455022</c:v>
                </c:pt>
                <c:pt idx="9273">
                  <c:v>3.0219994369705603</c:v>
                </c:pt>
                <c:pt idx="9274">
                  <c:v>3.0246128319527736</c:v>
                </c:pt>
                <c:pt idx="9275">
                  <c:v>3.0271721846395332</c:v>
                </c:pt>
                <c:pt idx="9276">
                  <c:v>3.0279770608157102</c:v>
                </c:pt>
                <c:pt idx="9277">
                  <c:v>3.0269914607201658</c:v>
                </c:pt>
                <c:pt idx="9278">
                  <c:v>3.0247207885824454</c:v>
                </c:pt>
                <c:pt idx="9279">
                  <c:v>3.0231045102070411</c:v>
                </c:pt>
                <c:pt idx="9280">
                  <c:v>3.0237416718562056</c:v>
                </c:pt>
                <c:pt idx="9281">
                  <c:v>3.0245678322513498</c:v>
                </c:pt>
                <c:pt idx="9282">
                  <c:v>3.0233917831824813</c:v>
                </c:pt>
                <c:pt idx="9283">
                  <c:v>3.022146677699769</c:v>
                </c:pt>
                <c:pt idx="9284">
                  <c:v>3.0227221620330482</c:v>
                </c:pt>
                <c:pt idx="9285">
                  <c:v>3.023229016489938</c:v>
                </c:pt>
                <c:pt idx="9286">
                  <c:v>3.0228865069141722</c:v>
                </c:pt>
                <c:pt idx="9287">
                  <c:v>3.022700280661645</c:v>
                </c:pt>
                <c:pt idx="9288">
                  <c:v>3.0234773039420593</c:v>
                </c:pt>
                <c:pt idx="9289">
                  <c:v>3.0229133787737901</c:v>
                </c:pt>
                <c:pt idx="9290">
                  <c:v>3.0210630166434913</c:v>
                </c:pt>
                <c:pt idx="9291">
                  <c:v>3.0196461018742058</c:v>
                </c:pt>
                <c:pt idx="9292">
                  <c:v>3.0212290250206872</c:v>
                </c:pt>
                <c:pt idx="9293">
                  <c:v>3.022597527788915</c:v>
                </c:pt>
                <c:pt idx="9294">
                  <c:v>3.0222049853697652</c:v>
                </c:pt>
                <c:pt idx="9295">
                  <c:v>3.0236568335565548</c:v>
                </c:pt>
                <c:pt idx="9296">
                  <c:v>3.0280839511017463</c:v>
                </c:pt>
                <c:pt idx="9297">
                  <c:v>3.0293832268411491</c:v>
                </c:pt>
                <c:pt idx="9298">
                  <c:v>3.0274776707642697</c:v>
                </c:pt>
                <c:pt idx="9299">
                  <c:v>3.0281396142395263</c:v>
                </c:pt>
                <c:pt idx="9300">
                  <c:v>3.0285648294276721</c:v>
                </c:pt>
                <c:pt idx="9301">
                  <c:v>3.0277798725506089</c:v>
                </c:pt>
                <c:pt idx="9302">
                  <c:v>3.0278060619503</c:v>
                </c:pt>
                <c:pt idx="9303">
                  <c:v>3.0252289653054434</c:v>
                </c:pt>
                <c:pt idx="9304">
                  <c:v>3.0217620262235227</c:v>
                </c:pt>
                <c:pt idx="9305">
                  <c:v>3.0218281395289321</c:v>
                </c:pt>
                <c:pt idx="9306">
                  <c:v>3.0212560248415414</c:v>
                </c:pt>
                <c:pt idx="9307">
                  <c:v>3.0210601588425479</c:v>
                </c:pt>
                <c:pt idx="9308">
                  <c:v>3.0217600214974878</c:v>
                </c:pt>
                <c:pt idx="9309">
                  <c:v>3.0223130273069279</c:v>
                </c:pt>
                <c:pt idx="9310">
                  <c:v>3.0232459073731266</c:v>
                </c:pt>
                <c:pt idx="9311">
                  <c:v>3.0240790203287751</c:v>
                </c:pt>
                <c:pt idx="9312">
                  <c:v>3.0251994062598637</c:v>
                </c:pt>
                <c:pt idx="9313">
                  <c:v>3.02427552613395</c:v>
                </c:pt>
                <c:pt idx="9314">
                  <c:v>3.0232418126135654</c:v>
                </c:pt>
                <c:pt idx="9315">
                  <c:v>3.0251641742661421</c:v>
                </c:pt>
                <c:pt idx="9316">
                  <c:v>3.0263698676880817</c:v>
                </c:pt>
                <c:pt idx="9317">
                  <c:v>3.024378023084207</c:v>
                </c:pt>
                <c:pt idx="9318">
                  <c:v>3.0222027673750032</c:v>
                </c:pt>
                <c:pt idx="9319">
                  <c:v>3.0213153562014279</c:v>
                </c:pt>
                <c:pt idx="9320">
                  <c:v>3.0217449647253525</c:v>
                </c:pt>
                <c:pt idx="9321">
                  <c:v>3.0212962046697323</c:v>
                </c:pt>
                <c:pt idx="9322">
                  <c:v>3.0197587077621284</c:v>
                </c:pt>
                <c:pt idx="9323">
                  <c:v>3.019081110362301</c:v>
                </c:pt>
                <c:pt idx="9324">
                  <c:v>3.0184852801924538</c:v>
                </c:pt>
                <c:pt idx="9325">
                  <c:v>3.0199112802095152</c:v>
                </c:pt>
                <c:pt idx="9326">
                  <c:v>3.0231387611646179</c:v>
                </c:pt>
                <c:pt idx="9327">
                  <c:v>3.0254632623290649</c:v>
                </c:pt>
                <c:pt idx="9328">
                  <c:v>3.0241435127918583</c:v>
                </c:pt>
                <c:pt idx="9329">
                  <c:v>3.0225654095186099</c:v>
                </c:pt>
                <c:pt idx="9330">
                  <c:v>3.0220392329150423</c:v>
                </c:pt>
                <c:pt idx="9331">
                  <c:v>3.0248923846002915</c:v>
                </c:pt>
                <c:pt idx="9332">
                  <c:v>3.026958276106225</c:v>
                </c:pt>
                <c:pt idx="9333">
                  <c:v>3.0266222925535091</c:v>
                </c:pt>
                <c:pt idx="9334">
                  <c:v>3.0273045818653337</c:v>
                </c:pt>
                <c:pt idx="9335">
                  <c:v>3.0304229118858927</c:v>
                </c:pt>
                <c:pt idx="9336">
                  <c:v>3.0332593433029356</c:v>
                </c:pt>
                <c:pt idx="9337">
                  <c:v>3.0303892154270065</c:v>
                </c:pt>
                <c:pt idx="9338">
                  <c:v>3.0271426255939535</c:v>
                </c:pt>
                <c:pt idx="9339">
                  <c:v>3.0261246939593764</c:v>
                </c:pt>
                <c:pt idx="9340">
                  <c:v>3.0253374764338057</c:v>
                </c:pt>
                <c:pt idx="9341">
                  <c:v>3.0246879451984681</c:v>
                </c:pt>
                <c:pt idx="9342">
                  <c:v>3.0259890977026691</c:v>
                </c:pt>
                <c:pt idx="9343">
                  <c:v>3.0272222174829171</c:v>
                </c:pt>
                <c:pt idx="9344">
                  <c:v>3.0271868575279597</c:v>
                </c:pt>
                <c:pt idx="9345">
                  <c:v>3.0263399247587932</c:v>
                </c:pt>
                <c:pt idx="9346">
                  <c:v>3.0257761702055057</c:v>
                </c:pt>
                <c:pt idx="9347">
                  <c:v>3.0237535722511795</c:v>
                </c:pt>
                <c:pt idx="9348">
                  <c:v>3.0221624595855761</c:v>
                </c:pt>
                <c:pt idx="9349">
                  <c:v>3.0233089069551196</c:v>
                </c:pt>
                <c:pt idx="9350">
                  <c:v>3.0235458911647033</c:v>
                </c:pt>
                <c:pt idx="9351">
                  <c:v>3.023987570698583</c:v>
                </c:pt>
                <c:pt idx="9352">
                  <c:v>3.0246179930559705</c:v>
                </c:pt>
                <c:pt idx="9353">
                  <c:v>3.025776298166742</c:v>
                </c:pt>
                <c:pt idx="9354">
                  <c:v>3.026548672188905</c:v>
                </c:pt>
                <c:pt idx="9355">
                  <c:v>3.028937537855199</c:v>
                </c:pt>
                <c:pt idx="9356">
                  <c:v>3.0319100773738943</c:v>
                </c:pt>
                <c:pt idx="9357">
                  <c:v>3.0308952168089882</c:v>
                </c:pt>
                <c:pt idx="9358">
                  <c:v>3.0281565477764603</c:v>
                </c:pt>
                <c:pt idx="9359">
                  <c:v>3.0275626370251572</c:v>
                </c:pt>
                <c:pt idx="9360">
                  <c:v>3.0282620731426428</c:v>
                </c:pt>
                <c:pt idx="9361">
                  <c:v>3.0287808279945061</c:v>
                </c:pt>
                <c:pt idx="9362">
                  <c:v>3.0297320491712378</c:v>
                </c:pt>
                <c:pt idx="9363">
                  <c:v>3.0311686273171645</c:v>
                </c:pt>
                <c:pt idx="9364">
                  <c:v>3.0308728662463853</c:v>
                </c:pt>
                <c:pt idx="9365">
                  <c:v>3.0291499961611628</c:v>
                </c:pt>
                <c:pt idx="9366">
                  <c:v>3.0279570135553602</c:v>
                </c:pt>
                <c:pt idx="9367">
                  <c:v>3.0289674807844875</c:v>
                </c:pt>
                <c:pt idx="9368">
                  <c:v>3.0303633672572787</c:v>
                </c:pt>
                <c:pt idx="9369">
                  <c:v>3.0296617131450314</c:v>
                </c:pt>
                <c:pt idx="9370">
                  <c:v>3.028163756259437</c:v>
                </c:pt>
                <c:pt idx="9371">
                  <c:v>3.0261866271977342</c:v>
                </c:pt>
                <c:pt idx="9372">
                  <c:v>3.0238956092234459</c:v>
                </c:pt>
                <c:pt idx="9373">
                  <c:v>3.0228656065789137</c:v>
                </c:pt>
                <c:pt idx="9374">
                  <c:v>3.0259558277812375</c:v>
                </c:pt>
                <c:pt idx="9375">
                  <c:v>3.0309812494135109</c:v>
                </c:pt>
                <c:pt idx="9376">
                  <c:v>3.030729080470556</c:v>
                </c:pt>
                <c:pt idx="9377">
                  <c:v>3.0272478097301723</c:v>
                </c:pt>
                <c:pt idx="9378">
                  <c:v>3.0244284398112997</c:v>
                </c:pt>
                <c:pt idx="9379">
                  <c:v>3.0240106037211127</c:v>
                </c:pt>
                <c:pt idx="9380">
                  <c:v>3.0293195874529744</c:v>
                </c:pt>
                <c:pt idx="9381">
                  <c:v>3.0317150217960638</c:v>
                </c:pt>
                <c:pt idx="9382">
                  <c:v>3.0283905035701184</c:v>
                </c:pt>
                <c:pt idx="9383">
                  <c:v>3.025678023937282</c:v>
                </c:pt>
                <c:pt idx="9384">
                  <c:v>3.0244142787678188</c:v>
                </c:pt>
                <c:pt idx="9385">
                  <c:v>3.0233589397985039</c:v>
                </c:pt>
                <c:pt idx="9386">
                  <c:v>3.0225532532011634</c:v>
                </c:pt>
                <c:pt idx="9387">
                  <c:v>3.0244825674142448</c:v>
                </c:pt>
                <c:pt idx="9388">
                  <c:v>3.0272348003378178</c:v>
                </c:pt>
                <c:pt idx="9389">
                  <c:v>3.0295728653933103</c:v>
                </c:pt>
                <c:pt idx="9390">
                  <c:v>3.0278837344207195</c:v>
                </c:pt>
                <c:pt idx="9391">
                  <c:v>3.0277782943620277</c:v>
                </c:pt>
                <c:pt idx="9392">
                  <c:v>3.0290750961841959</c:v>
                </c:pt>
                <c:pt idx="9393">
                  <c:v>3.027832038081264</c:v>
                </c:pt>
                <c:pt idx="9394">
                  <c:v>3.027272548902519</c:v>
                </c:pt>
                <c:pt idx="9395">
                  <c:v>3.0253713008539278</c:v>
                </c:pt>
                <c:pt idx="9396">
                  <c:v>3.0243526014519335</c:v>
                </c:pt>
                <c:pt idx="9397">
                  <c:v>3.0249661755798778</c:v>
                </c:pt>
                <c:pt idx="9398">
                  <c:v>3.0256933792856349</c:v>
                </c:pt>
                <c:pt idx="9399">
                  <c:v>3.0230926098120676</c:v>
                </c:pt>
                <c:pt idx="9400">
                  <c:v>3.0189363862040728</c:v>
                </c:pt>
                <c:pt idx="9401">
                  <c:v>3.0175548313897442</c:v>
                </c:pt>
                <c:pt idx="9402">
                  <c:v>3.019576277692944</c:v>
                </c:pt>
                <c:pt idx="9403">
                  <c:v>3.0212439111778404</c:v>
                </c:pt>
                <c:pt idx="9404">
                  <c:v>3.0223988892964693</c:v>
                </c:pt>
                <c:pt idx="9405">
                  <c:v>3.0228034174180833</c:v>
                </c:pt>
                <c:pt idx="9406">
                  <c:v>3.0228168960016379</c:v>
                </c:pt>
                <c:pt idx="9407">
                  <c:v>3.0245376333995888</c:v>
                </c:pt>
                <c:pt idx="9408">
                  <c:v>3.0264339762674561</c:v>
                </c:pt>
                <c:pt idx="9409">
                  <c:v>3.0259066906665075</c:v>
                </c:pt>
                <c:pt idx="9410">
                  <c:v>3.0240814515922643</c:v>
                </c:pt>
                <c:pt idx="9411">
                  <c:v>3.0243166016907943</c:v>
                </c:pt>
                <c:pt idx="9412">
                  <c:v>3.0258078619383566</c:v>
                </c:pt>
                <c:pt idx="9413">
                  <c:v>3.0281004581012261</c:v>
                </c:pt>
                <c:pt idx="9414">
                  <c:v>3.0285805260059884</c:v>
                </c:pt>
                <c:pt idx="9415">
                  <c:v>3.0272098905504894</c:v>
                </c:pt>
                <c:pt idx="9416">
                  <c:v>3.0264068484853657</c:v>
                </c:pt>
                <c:pt idx="9417">
                  <c:v>3.0258552075957792</c:v>
                </c:pt>
                <c:pt idx="9418">
                  <c:v>3.0256208679184118</c:v>
                </c:pt>
                <c:pt idx="9419">
                  <c:v>3.0253533009733586</c:v>
                </c:pt>
                <c:pt idx="9420">
                  <c:v>3.0233465702123303</c:v>
                </c:pt>
                <c:pt idx="9421">
                  <c:v>3.0218462247169926</c:v>
                </c:pt>
                <c:pt idx="9422">
                  <c:v>3.0225458314494595</c:v>
                </c:pt>
                <c:pt idx="9423">
                  <c:v>3.0235896539075098</c:v>
                </c:pt>
                <c:pt idx="9424">
                  <c:v>3.0236529947194661</c:v>
                </c:pt>
                <c:pt idx="9425">
                  <c:v>3.0232032962814466</c:v>
                </c:pt>
                <c:pt idx="9426">
                  <c:v>3.0229471178864218</c:v>
                </c:pt>
                <c:pt idx="9427">
                  <c:v>3.0237879511699921</c:v>
                </c:pt>
                <c:pt idx="9428">
                  <c:v>3.0235858577241665</c:v>
                </c:pt>
                <c:pt idx="9429">
                  <c:v>3.0259014442558203</c:v>
                </c:pt>
                <c:pt idx="9430">
                  <c:v>3.0275950538716803</c:v>
                </c:pt>
                <c:pt idx="9431">
                  <c:v>3.0264421231328322</c:v>
                </c:pt>
                <c:pt idx="9432">
                  <c:v>3.0259628229954871</c:v>
                </c:pt>
                <c:pt idx="9433">
                  <c:v>3.025580944012694</c:v>
                </c:pt>
                <c:pt idx="9434">
                  <c:v>3.0269188213917064</c:v>
                </c:pt>
                <c:pt idx="9435">
                  <c:v>3.02775692483557</c:v>
                </c:pt>
                <c:pt idx="9436">
                  <c:v>3.0285800994685341</c:v>
                </c:pt>
                <c:pt idx="9437">
                  <c:v>3.0266501027955264</c:v>
                </c:pt>
                <c:pt idx="9438">
                  <c:v>3.0245670218301868</c:v>
                </c:pt>
                <c:pt idx="9439">
                  <c:v>3.0264862697593475</c:v>
                </c:pt>
                <c:pt idx="9440">
                  <c:v>3.02909706286309</c:v>
                </c:pt>
                <c:pt idx="9441">
                  <c:v>3.0286310280405724</c:v>
                </c:pt>
                <c:pt idx="9442">
                  <c:v>3.028245352874436</c:v>
                </c:pt>
                <c:pt idx="9443">
                  <c:v>3.0282432628409102</c:v>
                </c:pt>
                <c:pt idx="9444">
                  <c:v>3.0291773798657262</c:v>
                </c:pt>
                <c:pt idx="9445">
                  <c:v>3.0287619323852826</c:v>
                </c:pt>
                <c:pt idx="9446">
                  <c:v>3.028212296221731</c:v>
                </c:pt>
                <c:pt idx="9447">
                  <c:v>3.0283686221987152</c:v>
                </c:pt>
                <c:pt idx="9448">
                  <c:v>3.0293424498605224</c:v>
                </c:pt>
                <c:pt idx="9449">
                  <c:v>3.0284469771290619</c:v>
                </c:pt>
                <c:pt idx="9450">
                  <c:v>3.0263159960076096</c:v>
                </c:pt>
                <c:pt idx="9451">
                  <c:v>3.0258090562432289</c:v>
                </c:pt>
                <c:pt idx="9452">
                  <c:v>3.0269817783199544</c:v>
                </c:pt>
                <c:pt idx="9453">
                  <c:v>3.029321464217773</c:v>
                </c:pt>
                <c:pt idx="9454">
                  <c:v>3.0300278528957629</c:v>
                </c:pt>
                <c:pt idx="9455">
                  <c:v>3.0293467152350648</c:v>
                </c:pt>
                <c:pt idx="9456">
                  <c:v>3.029604343857434</c:v>
                </c:pt>
                <c:pt idx="9457">
                  <c:v>3.0294802214582464</c:v>
                </c:pt>
                <c:pt idx="9458">
                  <c:v>3.0283657217440263</c:v>
                </c:pt>
                <c:pt idx="9459">
                  <c:v>3.0276808732074763</c:v>
                </c:pt>
                <c:pt idx="9460">
                  <c:v>3.0251820461854755</c:v>
                </c:pt>
                <c:pt idx="9461">
                  <c:v>3.0247154995180128</c:v>
                </c:pt>
                <c:pt idx="9462">
                  <c:v>3.024441790433618</c:v>
                </c:pt>
                <c:pt idx="9463">
                  <c:v>3.0248766453682299</c:v>
                </c:pt>
                <c:pt idx="9464">
                  <c:v>3.0255170913557921</c:v>
                </c:pt>
                <c:pt idx="9465">
                  <c:v>3.024602723015108</c:v>
                </c:pt>
                <c:pt idx="9466">
                  <c:v>3.0275054383525419</c:v>
                </c:pt>
                <c:pt idx="9467">
                  <c:v>3.0284259061788217</c:v>
                </c:pt>
                <c:pt idx="9468">
                  <c:v>3.0275707412367878</c:v>
                </c:pt>
                <c:pt idx="9469">
                  <c:v>3.0267776801480939</c:v>
                </c:pt>
                <c:pt idx="9470">
                  <c:v>3.0258982878786584</c:v>
                </c:pt>
                <c:pt idx="9471">
                  <c:v>3.0248643610895471</c:v>
                </c:pt>
                <c:pt idx="9472">
                  <c:v>3.025538844765959</c:v>
                </c:pt>
                <c:pt idx="9473">
                  <c:v>3.0242354742669955</c:v>
                </c:pt>
                <c:pt idx="9474">
                  <c:v>3.0225327794033596</c:v>
                </c:pt>
                <c:pt idx="9475">
                  <c:v>3.0234729106062805</c:v>
                </c:pt>
                <c:pt idx="9476">
                  <c:v>3.0238980404869351</c:v>
                </c:pt>
                <c:pt idx="9477">
                  <c:v>3.0234443325968452</c:v>
                </c:pt>
                <c:pt idx="9478">
                  <c:v>3.023313428252135</c:v>
                </c:pt>
                <c:pt idx="9479">
                  <c:v>3.0248617165573308</c:v>
                </c:pt>
                <c:pt idx="9480">
                  <c:v>3.025918292485263</c:v>
                </c:pt>
                <c:pt idx="9481">
                  <c:v>3.026364578623649</c:v>
                </c:pt>
                <c:pt idx="9482">
                  <c:v>3.0276992569717547</c:v>
                </c:pt>
                <c:pt idx="9483">
                  <c:v>3.0302134393421087</c:v>
                </c:pt>
                <c:pt idx="9484">
                  <c:v>3.0297292340240398</c:v>
                </c:pt>
                <c:pt idx="9485">
                  <c:v>3.0293623265058907</c:v>
                </c:pt>
                <c:pt idx="9486">
                  <c:v>3.0290242102659035</c:v>
                </c:pt>
                <c:pt idx="9487">
                  <c:v>3.0273050937102788</c:v>
                </c:pt>
                <c:pt idx="9488">
                  <c:v>3.026320858534588</c:v>
                </c:pt>
                <c:pt idx="9489">
                  <c:v>3.0256111002107096</c:v>
                </c:pt>
                <c:pt idx="9490">
                  <c:v>3.0265226534041956</c:v>
                </c:pt>
                <c:pt idx="9491">
                  <c:v>3.0298917874478559</c:v>
                </c:pt>
                <c:pt idx="9492">
                  <c:v>3.0306444554396323</c:v>
                </c:pt>
                <c:pt idx="9493">
                  <c:v>3.0296362062052671</c:v>
                </c:pt>
                <c:pt idx="9494">
                  <c:v>3.0266496762580721</c:v>
                </c:pt>
                <c:pt idx="9495">
                  <c:v>3.0241297356320858</c:v>
                </c:pt>
                <c:pt idx="9496">
                  <c:v>3.0216668230637334</c:v>
                </c:pt>
                <c:pt idx="9497">
                  <c:v>3.0214199005314657</c:v>
                </c:pt>
                <c:pt idx="9498">
                  <c:v>3.0224714859711832</c:v>
                </c:pt>
                <c:pt idx="9499">
                  <c:v>3.0211603524905524</c:v>
                </c:pt>
                <c:pt idx="9500">
                  <c:v>3.0194595343917148</c:v>
                </c:pt>
                <c:pt idx="9501">
                  <c:v>3.0198197879255777</c:v>
                </c:pt>
                <c:pt idx="9502">
                  <c:v>3.0216974911066941</c:v>
                </c:pt>
                <c:pt idx="9503">
                  <c:v>3.0244444349658344</c:v>
                </c:pt>
                <c:pt idx="9504">
                  <c:v>3.0273387901691646</c:v>
                </c:pt>
                <c:pt idx="9505">
                  <c:v>3.028663700809568</c:v>
                </c:pt>
                <c:pt idx="9506">
                  <c:v>3.0288753913481141</c:v>
                </c:pt>
                <c:pt idx="9507">
                  <c:v>3.0263206452658609</c:v>
                </c:pt>
                <c:pt idx="9508">
                  <c:v>3.0228750330566525</c:v>
                </c:pt>
                <c:pt idx="9509">
                  <c:v>3.0209537804014572</c:v>
                </c:pt>
                <c:pt idx="9510">
                  <c:v>3.0227660953908364</c:v>
                </c:pt>
                <c:pt idx="9511">
                  <c:v>3.0229699376402244</c:v>
                </c:pt>
                <c:pt idx="9512">
                  <c:v>3.0202815573735529</c:v>
                </c:pt>
                <c:pt idx="9513">
                  <c:v>3.0185333509635481</c:v>
                </c:pt>
                <c:pt idx="9514">
                  <c:v>3.019856896684098</c:v>
                </c:pt>
                <c:pt idx="9515">
                  <c:v>3.0216140603806418</c:v>
                </c:pt>
                <c:pt idx="9516">
                  <c:v>3.0228824974621022</c:v>
                </c:pt>
                <c:pt idx="9517">
                  <c:v>3.0243279049333323</c:v>
                </c:pt>
                <c:pt idx="9518">
                  <c:v>3.0233923376811718</c:v>
                </c:pt>
                <c:pt idx="9519">
                  <c:v>3.0223571312796977</c:v>
                </c:pt>
                <c:pt idx="9520">
                  <c:v>3.0218162391339582</c:v>
                </c:pt>
                <c:pt idx="9521">
                  <c:v>3.0219220204226134</c:v>
                </c:pt>
                <c:pt idx="9522">
                  <c:v>3.0254306322138147</c:v>
                </c:pt>
                <c:pt idx="9523">
                  <c:v>3.0282584475742813</c:v>
                </c:pt>
                <c:pt idx="9524">
                  <c:v>3.0312251435298534</c:v>
                </c:pt>
                <c:pt idx="9525">
                  <c:v>3.0307075829828616</c:v>
                </c:pt>
                <c:pt idx="9526">
                  <c:v>3.0275335045170317</c:v>
                </c:pt>
                <c:pt idx="9527">
                  <c:v>3.0227321430094776</c:v>
                </c:pt>
                <c:pt idx="9528">
                  <c:v>3.0197498357830801</c:v>
                </c:pt>
                <c:pt idx="9529">
                  <c:v>3.0198586028339149</c:v>
                </c:pt>
                <c:pt idx="9530">
                  <c:v>3.0215778900045214</c:v>
                </c:pt>
                <c:pt idx="9531">
                  <c:v>3.0223508611791203</c:v>
                </c:pt>
                <c:pt idx="9532">
                  <c:v>3.0218762529537719</c:v>
                </c:pt>
                <c:pt idx="9533">
                  <c:v>3.0208266722400894</c:v>
                </c:pt>
                <c:pt idx="9534">
                  <c:v>3.0220699862654938</c:v>
                </c:pt>
                <c:pt idx="9535">
                  <c:v>3.0242867867227421</c:v>
                </c:pt>
                <c:pt idx="9536">
                  <c:v>3.0243845917610024</c:v>
                </c:pt>
                <c:pt idx="9537">
                  <c:v>3.0252562210487701</c:v>
                </c:pt>
                <c:pt idx="9538">
                  <c:v>3.0229483974987845</c:v>
                </c:pt>
                <c:pt idx="9539">
                  <c:v>3.018831841874035</c:v>
                </c:pt>
                <c:pt idx="9540">
                  <c:v>3.0175029217815617</c:v>
                </c:pt>
                <c:pt idx="9541">
                  <c:v>3.020849193417674</c:v>
                </c:pt>
                <c:pt idx="9542">
                  <c:v>3.0253485664076161</c:v>
                </c:pt>
                <c:pt idx="9543">
                  <c:v>3.0290457077535979</c:v>
                </c:pt>
                <c:pt idx="9544">
                  <c:v>3.0288072733166698</c:v>
                </c:pt>
                <c:pt idx="9545">
                  <c:v>3.0263806590856741</c:v>
                </c:pt>
                <c:pt idx="9546">
                  <c:v>3.0224162067171116</c:v>
                </c:pt>
                <c:pt idx="9547">
                  <c:v>3.0220030198851759</c:v>
                </c:pt>
                <c:pt idx="9548">
                  <c:v>3.0235629526628731</c:v>
                </c:pt>
                <c:pt idx="9549">
                  <c:v>3.0241481193963642</c:v>
                </c:pt>
                <c:pt idx="9550">
                  <c:v>3.0247157554404853</c:v>
                </c:pt>
                <c:pt idx="9551">
                  <c:v>3.0243524734906972</c:v>
                </c:pt>
                <c:pt idx="9552">
                  <c:v>3.0256490620441383</c:v>
                </c:pt>
                <c:pt idx="9553">
                  <c:v>3.0269072195729505</c:v>
                </c:pt>
                <c:pt idx="9554">
                  <c:v>3.0262935174837704</c:v>
                </c:pt>
                <c:pt idx="9555">
                  <c:v>3.0253399503510403</c:v>
                </c:pt>
                <c:pt idx="9556">
                  <c:v>3.0241246171826348</c:v>
                </c:pt>
                <c:pt idx="9557">
                  <c:v>3.0204766982588742</c:v>
                </c:pt>
                <c:pt idx="9558">
                  <c:v>3.0187661977598252</c:v>
                </c:pt>
                <c:pt idx="9559">
                  <c:v>3.0218622625252722</c:v>
                </c:pt>
                <c:pt idx="9560">
                  <c:v>3.0235524171877532</c:v>
                </c:pt>
                <c:pt idx="9561">
                  <c:v>3.0231635003369646</c:v>
                </c:pt>
                <c:pt idx="9562">
                  <c:v>3.0245669365226959</c:v>
                </c:pt>
                <c:pt idx="9563">
                  <c:v>3.0255049350383456</c:v>
                </c:pt>
                <c:pt idx="9564">
                  <c:v>3.0227288586710799</c:v>
                </c:pt>
                <c:pt idx="9565">
                  <c:v>3.0211505847828497</c:v>
                </c:pt>
                <c:pt idx="9566">
                  <c:v>3.0218290352575861</c:v>
                </c:pt>
                <c:pt idx="9567">
                  <c:v>3.0248965646673436</c:v>
                </c:pt>
                <c:pt idx="9568">
                  <c:v>3.0267845047473618</c:v>
                </c:pt>
                <c:pt idx="9569">
                  <c:v>3.0270735265263644</c:v>
                </c:pt>
                <c:pt idx="9570">
                  <c:v>3.0265125444665295</c:v>
                </c:pt>
                <c:pt idx="9571">
                  <c:v>3.0250058435631231</c:v>
                </c:pt>
                <c:pt idx="9572">
                  <c:v>3.0220797966269419</c:v>
                </c:pt>
                <c:pt idx="9573">
                  <c:v>3.020167970449485</c:v>
                </c:pt>
                <c:pt idx="9574">
                  <c:v>3.0210747037697381</c:v>
                </c:pt>
                <c:pt idx="9575">
                  <c:v>3.0220917823294062</c:v>
                </c:pt>
                <c:pt idx="9576">
                  <c:v>3.0248334797778593</c:v>
                </c:pt>
                <c:pt idx="9577">
                  <c:v>3.0280696194432832</c:v>
                </c:pt>
                <c:pt idx="9578">
                  <c:v>3.0281122305349633</c:v>
                </c:pt>
                <c:pt idx="9579">
                  <c:v>3.0261560871160098</c:v>
                </c:pt>
                <c:pt idx="9580">
                  <c:v>3.0245474437610365</c:v>
                </c:pt>
                <c:pt idx="9581">
                  <c:v>3.0242045929553072</c:v>
                </c:pt>
                <c:pt idx="9582">
                  <c:v>3.0226344659324536</c:v>
                </c:pt>
                <c:pt idx="9583">
                  <c:v>3.021384455269017</c:v>
                </c:pt>
                <c:pt idx="9584">
                  <c:v>3.0207703266423827</c:v>
                </c:pt>
                <c:pt idx="9585">
                  <c:v>3.0236542316780834</c:v>
                </c:pt>
                <c:pt idx="9586">
                  <c:v>3.0257474215810891</c:v>
                </c:pt>
                <c:pt idx="9587">
                  <c:v>3.0247105943372889</c:v>
                </c:pt>
                <c:pt idx="9588">
                  <c:v>3.0249953507417486</c:v>
                </c:pt>
                <c:pt idx="9589">
                  <c:v>3.0242790663948202</c:v>
                </c:pt>
                <c:pt idx="9590">
                  <c:v>3.0226766078329339</c:v>
                </c:pt>
                <c:pt idx="9591">
                  <c:v>3.021110916799604</c:v>
                </c:pt>
                <c:pt idx="9592">
                  <c:v>3.0190069354990063</c:v>
                </c:pt>
                <c:pt idx="9593">
                  <c:v>3.0191652662020254</c:v>
                </c:pt>
                <c:pt idx="9594">
                  <c:v>3.0208489801489469</c:v>
                </c:pt>
                <c:pt idx="9595">
                  <c:v>3.0208036392175597</c:v>
                </c:pt>
                <c:pt idx="9596">
                  <c:v>3.020267609598799</c:v>
                </c:pt>
                <c:pt idx="9597">
                  <c:v>3.0197749161853902</c:v>
                </c:pt>
                <c:pt idx="9598">
                  <c:v>3.0199274033252861</c:v>
                </c:pt>
                <c:pt idx="9599">
                  <c:v>3.0227872943023129</c:v>
                </c:pt>
                <c:pt idx="9600">
                  <c:v>3.0234604130588707</c:v>
                </c:pt>
                <c:pt idx="9601">
                  <c:v>3.0229724542112044</c:v>
                </c:pt>
                <c:pt idx="9602">
                  <c:v>3.0255881524956707</c:v>
                </c:pt>
                <c:pt idx="9603">
                  <c:v>3.0268391441952516</c:v>
                </c:pt>
                <c:pt idx="9604">
                  <c:v>3.026337792071522</c:v>
                </c:pt>
                <c:pt idx="9605">
                  <c:v>3.026017633058359</c:v>
                </c:pt>
                <c:pt idx="9606">
                  <c:v>3.0260290642621328</c:v>
                </c:pt>
                <c:pt idx="9607">
                  <c:v>3.0274233298925979</c:v>
                </c:pt>
                <c:pt idx="9608">
                  <c:v>3.0277349155029305</c:v>
                </c:pt>
                <c:pt idx="9609">
                  <c:v>3.0263873557237062</c:v>
                </c:pt>
                <c:pt idx="9610">
                  <c:v>3.0234031290787646</c:v>
                </c:pt>
                <c:pt idx="9611">
                  <c:v>3.0203991537496906</c:v>
                </c:pt>
                <c:pt idx="9612">
                  <c:v>3.0234261621012939</c:v>
                </c:pt>
                <c:pt idx="9613">
                  <c:v>3.0260916799604174</c:v>
                </c:pt>
                <c:pt idx="9614">
                  <c:v>3.0258817382254337</c:v>
                </c:pt>
                <c:pt idx="9615">
                  <c:v>3.0266601264257016</c:v>
                </c:pt>
                <c:pt idx="9616">
                  <c:v>3.0281314247204048</c:v>
                </c:pt>
                <c:pt idx="9617">
                  <c:v>3.0289134811427791</c:v>
                </c:pt>
                <c:pt idx="9618">
                  <c:v>3.0289364715115634</c:v>
                </c:pt>
                <c:pt idx="9619">
                  <c:v>3.0273127287307098</c:v>
                </c:pt>
                <c:pt idx="9620">
                  <c:v>3.0257638006193326</c:v>
                </c:pt>
                <c:pt idx="9621">
                  <c:v>3.0256330242358582</c:v>
                </c:pt>
                <c:pt idx="9622">
                  <c:v>3.0261990394376532</c:v>
                </c:pt>
                <c:pt idx="9623">
                  <c:v>3.0262592665261936</c:v>
                </c:pt>
                <c:pt idx="9624">
                  <c:v>3.0293076870580005</c:v>
                </c:pt>
                <c:pt idx="9625">
                  <c:v>3.0308940225041159</c:v>
                </c:pt>
                <c:pt idx="9626">
                  <c:v>3.0307342415737524</c:v>
                </c:pt>
                <c:pt idx="9627">
                  <c:v>3.0295479556059819</c:v>
                </c:pt>
                <c:pt idx="9628">
                  <c:v>3.0296263105363281</c:v>
                </c:pt>
                <c:pt idx="9629">
                  <c:v>3.0298745126809585</c:v>
                </c:pt>
                <c:pt idx="9630">
                  <c:v>3.0282380164302229</c:v>
                </c:pt>
                <c:pt idx="9631">
                  <c:v>3.0274480690649446</c:v>
                </c:pt>
                <c:pt idx="9632">
                  <c:v>3.0256728201803402</c:v>
                </c:pt>
                <c:pt idx="9633">
                  <c:v>3.0260999547870298</c:v>
                </c:pt>
                <c:pt idx="9634">
                  <c:v>3.0279699376402243</c:v>
                </c:pt>
                <c:pt idx="9635">
                  <c:v>3.0303643909471689</c:v>
                </c:pt>
                <c:pt idx="9636">
                  <c:v>3.0289122015304164</c:v>
                </c:pt>
                <c:pt idx="9637">
                  <c:v>3.0289675234382329</c:v>
                </c:pt>
                <c:pt idx="9638">
                  <c:v>3.02854657362463</c:v>
                </c:pt>
                <c:pt idx="9639">
                  <c:v>3.0273855813278963</c:v>
                </c:pt>
                <c:pt idx="9640">
                  <c:v>3.0268996698600104</c:v>
                </c:pt>
                <c:pt idx="9641">
                  <c:v>3.0280243211656415</c:v>
                </c:pt>
                <c:pt idx="9642">
                  <c:v>3.0289537462784608</c:v>
                </c:pt>
                <c:pt idx="9643">
                  <c:v>3.028438702302449</c:v>
                </c:pt>
                <c:pt idx="9644">
                  <c:v>3.0262500533171819</c:v>
                </c:pt>
                <c:pt idx="9645">
                  <c:v>3.0242874691826689</c:v>
                </c:pt>
                <c:pt idx="9646">
                  <c:v>3.0235259718655896</c:v>
                </c:pt>
                <c:pt idx="9647">
                  <c:v>3.0219832285472989</c:v>
                </c:pt>
                <c:pt idx="9648">
                  <c:v>3.0224750688857989</c:v>
                </c:pt>
                <c:pt idx="9649">
                  <c:v>3.0257371420284414</c:v>
                </c:pt>
                <c:pt idx="9650">
                  <c:v>3.0280777663086598</c:v>
                </c:pt>
                <c:pt idx="9651">
                  <c:v>3.028474275526134</c:v>
                </c:pt>
                <c:pt idx="9652">
                  <c:v>3.027776716173447</c:v>
                </c:pt>
                <c:pt idx="9653">
                  <c:v>3.026336085921705</c:v>
                </c:pt>
                <c:pt idx="9654">
                  <c:v>3.0245775999590525</c:v>
                </c:pt>
                <c:pt idx="9655">
                  <c:v>3.0231523677094088</c:v>
                </c:pt>
                <c:pt idx="9656">
                  <c:v>3.0241691050391135</c:v>
                </c:pt>
                <c:pt idx="9657">
                  <c:v>3.0249693319570392</c:v>
                </c:pt>
                <c:pt idx="9658">
                  <c:v>3.0284511571961135</c:v>
                </c:pt>
                <c:pt idx="9659">
                  <c:v>3.0301949702703395</c:v>
                </c:pt>
                <c:pt idx="9660">
                  <c:v>3.0280595105056176</c:v>
                </c:pt>
                <c:pt idx="9661">
                  <c:v>3.0265294353497181</c:v>
                </c:pt>
                <c:pt idx="9662">
                  <c:v>3.0255843136585825</c:v>
                </c:pt>
                <c:pt idx="9663">
                  <c:v>3.0232164762887828</c:v>
                </c:pt>
                <c:pt idx="9664">
                  <c:v>3.0233195277377307</c:v>
                </c:pt>
                <c:pt idx="9665">
                  <c:v>3.0245374201308617</c:v>
                </c:pt>
                <c:pt idx="9666">
                  <c:v>3.0244050655588066</c:v>
                </c:pt>
                <c:pt idx="9667">
                  <c:v>3.0226614657533077</c:v>
                </c:pt>
                <c:pt idx="9668">
                  <c:v>3.0212811478975969</c:v>
                </c:pt>
                <c:pt idx="9669">
                  <c:v>3.021365772928521</c:v>
                </c:pt>
                <c:pt idx="9670">
                  <c:v>3.0225511631676376</c:v>
                </c:pt>
                <c:pt idx="9671">
                  <c:v>3.0235557015261509</c:v>
                </c:pt>
                <c:pt idx="9672">
                  <c:v>3.0236078244030606</c:v>
                </c:pt>
                <c:pt idx="9673">
                  <c:v>3.0229187531457136</c:v>
                </c:pt>
                <c:pt idx="9674">
                  <c:v>3.0212588399887395</c:v>
                </c:pt>
                <c:pt idx="9675">
                  <c:v>3.0185151804679968</c:v>
                </c:pt>
                <c:pt idx="9676">
                  <c:v>3.0192164506965358</c:v>
                </c:pt>
                <c:pt idx="9677">
                  <c:v>3.0232520921662132</c:v>
                </c:pt>
                <c:pt idx="9678">
                  <c:v>3.0232286752599746</c:v>
                </c:pt>
                <c:pt idx="9679">
                  <c:v>3.0220138965902597</c:v>
                </c:pt>
                <c:pt idx="9680">
                  <c:v>3.0215613830050416</c:v>
                </c:pt>
                <c:pt idx="9681">
                  <c:v>3.0223713776306695</c:v>
                </c:pt>
                <c:pt idx="9682">
                  <c:v>3.0206764884024464</c:v>
                </c:pt>
                <c:pt idx="9683">
                  <c:v>3.020497427979151</c:v>
                </c:pt>
                <c:pt idx="9684">
                  <c:v>3.0214526159542068</c:v>
                </c:pt>
                <c:pt idx="9685">
                  <c:v>3.021342910520973</c:v>
                </c:pt>
                <c:pt idx="9686">
                  <c:v>3.0213151855864462</c:v>
                </c:pt>
                <c:pt idx="9687">
                  <c:v>3.0214338909599654</c:v>
                </c:pt>
                <c:pt idx="9688">
                  <c:v>3.0195562730863399</c:v>
                </c:pt>
                <c:pt idx="9689">
                  <c:v>3.0192724550642791</c:v>
                </c:pt>
                <c:pt idx="9690">
                  <c:v>3.0213242281804766</c:v>
                </c:pt>
                <c:pt idx="9691">
                  <c:v>3.0219591291811332</c:v>
                </c:pt>
                <c:pt idx="9692">
                  <c:v>3.0239038840500583</c:v>
                </c:pt>
                <c:pt idx="9693">
                  <c:v>3.0269897972240942</c:v>
                </c:pt>
                <c:pt idx="9694">
                  <c:v>3.0291380104586985</c:v>
                </c:pt>
                <c:pt idx="9695">
                  <c:v>3.0271596017846325</c:v>
                </c:pt>
                <c:pt idx="9696">
                  <c:v>3.0239758409185908</c:v>
                </c:pt>
                <c:pt idx="9697">
                  <c:v>3.0209021693694922</c:v>
                </c:pt>
                <c:pt idx="9698">
                  <c:v>3.0189294336435681</c:v>
                </c:pt>
                <c:pt idx="9699">
                  <c:v>3.018240660962439</c:v>
                </c:pt>
                <c:pt idx="9700">
                  <c:v>3.0175353386280848</c:v>
                </c:pt>
                <c:pt idx="9701">
                  <c:v>3.0178618530493164</c:v>
                </c:pt>
                <c:pt idx="9702">
                  <c:v>3.0200486679235303</c:v>
                </c:pt>
                <c:pt idx="9703">
                  <c:v>3.0239086612695463</c:v>
                </c:pt>
                <c:pt idx="9704">
                  <c:v>3.0276539586941129</c:v>
                </c:pt>
                <c:pt idx="9705">
                  <c:v>3.0273107666584202</c:v>
                </c:pt>
                <c:pt idx="9706">
                  <c:v>3.0226688448512662</c:v>
                </c:pt>
                <c:pt idx="9707">
                  <c:v>3.018517611731486</c:v>
                </c:pt>
                <c:pt idx="9708">
                  <c:v>3.0191017121213415</c:v>
                </c:pt>
                <c:pt idx="9709">
                  <c:v>3.0227112000204737</c:v>
                </c:pt>
                <c:pt idx="9710">
                  <c:v>3.0251773969272242</c:v>
                </c:pt>
                <c:pt idx="9711">
                  <c:v>3.0237028569478688</c:v>
                </c:pt>
                <c:pt idx="9712">
                  <c:v>3.0244688329082177</c:v>
                </c:pt>
                <c:pt idx="9713">
                  <c:v>3.024724158228334</c:v>
                </c:pt>
                <c:pt idx="9714">
                  <c:v>3.0216712163995121</c:v>
                </c:pt>
                <c:pt idx="9715">
                  <c:v>3.019285464456634</c:v>
                </c:pt>
                <c:pt idx="9716">
                  <c:v>3.0202497376794657</c:v>
                </c:pt>
                <c:pt idx="9717">
                  <c:v>3.0223062453614054</c:v>
                </c:pt>
                <c:pt idx="9718">
                  <c:v>3.0221784547401107</c:v>
                </c:pt>
                <c:pt idx="9719">
                  <c:v>3.0206125504380541</c:v>
                </c:pt>
                <c:pt idx="9720">
                  <c:v>3.020590285182942</c:v>
                </c:pt>
                <c:pt idx="9721">
                  <c:v>3.0228644975815326</c:v>
                </c:pt>
                <c:pt idx="9722">
                  <c:v>3.0236363597587506</c:v>
                </c:pt>
                <c:pt idx="9723">
                  <c:v>3.0243134879673783</c:v>
                </c:pt>
                <c:pt idx="9724">
                  <c:v>3.0248200865017956</c:v>
                </c:pt>
                <c:pt idx="9725">
                  <c:v>3.0232435187633828</c:v>
                </c:pt>
                <c:pt idx="9726">
                  <c:v>3.0243425778217587</c:v>
                </c:pt>
                <c:pt idx="9727">
                  <c:v>3.0256601520179487</c:v>
                </c:pt>
                <c:pt idx="9728">
                  <c:v>3.0258069662097027</c:v>
                </c:pt>
                <c:pt idx="9729">
                  <c:v>3.0250074217517042</c:v>
                </c:pt>
                <c:pt idx="9730">
                  <c:v>3.0231907134265459</c:v>
                </c:pt>
                <c:pt idx="9731">
                  <c:v>3.0224107043839519</c:v>
                </c:pt>
                <c:pt idx="9732">
                  <c:v>3.0224485809098898</c:v>
                </c:pt>
                <c:pt idx="9733">
                  <c:v>3.0213114320568488</c:v>
                </c:pt>
                <c:pt idx="9734">
                  <c:v>3.0218744614964641</c:v>
                </c:pt>
                <c:pt idx="9735">
                  <c:v>3.0214462605461385</c:v>
                </c:pt>
                <c:pt idx="9736">
                  <c:v>3.0201116248517783</c:v>
                </c:pt>
                <c:pt idx="9737">
                  <c:v>3.0207655920766401</c:v>
                </c:pt>
                <c:pt idx="9738">
                  <c:v>3.0226790817501685</c:v>
                </c:pt>
                <c:pt idx="9739">
                  <c:v>3.0258353309504109</c:v>
                </c:pt>
                <c:pt idx="9740">
                  <c:v>3.0273816571833172</c:v>
                </c:pt>
                <c:pt idx="9741">
                  <c:v>3.0263046074575808</c:v>
                </c:pt>
                <c:pt idx="9742">
                  <c:v>3.0255069397643806</c:v>
                </c:pt>
                <c:pt idx="9743">
                  <c:v>3.0250535304505091</c:v>
                </c:pt>
                <c:pt idx="9744">
                  <c:v>3.0262265937571979</c:v>
                </c:pt>
                <c:pt idx="9745">
                  <c:v>3.0253401636197674</c:v>
                </c:pt>
                <c:pt idx="9746">
                  <c:v>3.0241620671711185</c:v>
                </c:pt>
                <c:pt idx="9747">
                  <c:v>3.0249805072383404</c:v>
                </c:pt>
                <c:pt idx="9748">
                  <c:v>3.0227078303745851</c:v>
                </c:pt>
                <c:pt idx="9749">
                  <c:v>3.0195361831722445</c:v>
                </c:pt>
                <c:pt idx="9750">
                  <c:v>3.0188026667121641</c:v>
                </c:pt>
                <c:pt idx="9751">
                  <c:v>3.0211577079583356</c:v>
                </c:pt>
                <c:pt idx="9752">
                  <c:v>3.0231219982426656</c:v>
                </c:pt>
                <c:pt idx="9753">
                  <c:v>3.0236038576047362</c:v>
                </c:pt>
                <c:pt idx="9754">
                  <c:v>3.0224362966312071</c:v>
                </c:pt>
                <c:pt idx="9755">
                  <c:v>3.0198414560282538</c:v>
                </c:pt>
                <c:pt idx="9756">
                  <c:v>3.0199967156616023</c:v>
                </c:pt>
                <c:pt idx="9757">
                  <c:v>3.024260597323051</c:v>
                </c:pt>
                <c:pt idx="9758">
                  <c:v>3.0274361260162257</c:v>
                </c:pt>
                <c:pt idx="9759">
                  <c:v>3.0307427296690923</c:v>
                </c:pt>
                <c:pt idx="9760">
                  <c:v>3.0314537676053335</c:v>
                </c:pt>
                <c:pt idx="9761">
                  <c:v>3.0284916356005223</c:v>
                </c:pt>
                <c:pt idx="9762">
                  <c:v>3.0263304982810539</c:v>
                </c:pt>
                <c:pt idx="9763">
                  <c:v>3.0238947988022828</c:v>
                </c:pt>
                <c:pt idx="9764">
                  <c:v>3.0234392141473942</c:v>
                </c:pt>
                <c:pt idx="9765">
                  <c:v>3.0249782892435784</c:v>
                </c:pt>
                <c:pt idx="9766">
                  <c:v>3.0268158125965039</c:v>
                </c:pt>
                <c:pt idx="9767">
                  <c:v>3.0260421589619786</c:v>
                </c:pt>
                <c:pt idx="9768">
                  <c:v>3.0259050698241814</c:v>
                </c:pt>
                <c:pt idx="9769">
                  <c:v>3.0263551094921644</c:v>
                </c:pt>
                <c:pt idx="9770">
                  <c:v>3.0252213302850124</c:v>
                </c:pt>
                <c:pt idx="9771">
                  <c:v>3.0226202195814813</c:v>
                </c:pt>
                <c:pt idx="9772">
                  <c:v>3.0192810284671099</c:v>
                </c:pt>
                <c:pt idx="9773">
                  <c:v>3.0201945863866304</c:v>
                </c:pt>
                <c:pt idx="9774">
                  <c:v>3.0213513133088217</c:v>
                </c:pt>
                <c:pt idx="9775">
                  <c:v>3.021794059186337</c:v>
                </c:pt>
                <c:pt idx="9776">
                  <c:v>3.0222785204268785</c:v>
                </c:pt>
                <c:pt idx="9777">
                  <c:v>3.022728773363589</c:v>
                </c:pt>
                <c:pt idx="9778">
                  <c:v>3.0253846514762461</c:v>
                </c:pt>
                <c:pt idx="9779">
                  <c:v>3.0266081741637731</c:v>
                </c:pt>
                <c:pt idx="9780">
                  <c:v>3.0265272600087014</c:v>
                </c:pt>
                <c:pt idx="9781">
                  <c:v>3.0274352302875713</c:v>
                </c:pt>
                <c:pt idx="9782">
                  <c:v>3.0253897272719517</c:v>
                </c:pt>
                <c:pt idx="9783">
                  <c:v>3.0243994352644106</c:v>
                </c:pt>
                <c:pt idx="9784">
                  <c:v>3.023915869752523</c:v>
                </c:pt>
                <c:pt idx="9785">
                  <c:v>3.0235620142804738</c:v>
                </c:pt>
                <c:pt idx="9786">
                  <c:v>3.0252637281079653</c:v>
                </c:pt>
                <c:pt idx="9787">
                  <c:v>3.0265417622821458</c:v>
                </c:pt>
                <c:pt idx="9788">
                  <c:v>3.0247398548066506</c:v>
                </c:pt>
                <c:pt idx="9789">
                  <c:v>3.0209255862757307</c:v>
                </c:pt>
                <c:pt idx="9790">
                  <c:v>3.020304035897392</c:v>
                </c:pt>
                <c:pt idx="9791">
                  <c:v>3.0216975337604395</c:v>
                </c:pt>
                <c:pt idx="9792">
                  <c:v>3.0225290258737618</c:v>
                </c:pt>
                <c:pt idx="9793">
                  <c:v>3.0242962558542263</c:v>
                </c:pt>
                <c:pt idx="9794">
                  <c:v>3.0228776775888693</c:v>
                </c:pt>
                <c:pt idx="9795">
                  <c:v>3.0225538076998539</c:v>
                </c:pt>
                <c:pt idx="9796">
                  <c:v>3.0208485109577472</c:v>
                </c:pt>
                <c:pt idx="9797">
                  <c:v>3.0183914846062634</c:v>
                </c:pt>
                <c:pt idx="9798">
                  <c:v>3.019651348284893</c:v>
                </c:pt>
                <c:pt idx="9799">
                  <c:v>3.0226326744751457</c:v>
                </c:pt>
                <c:pt idx="9800">
                  <c:v>3.0251013879528763</c:v>
                </c:pt>
                <c:pt idx="9801">
                  <c:v>3.0245772160753437</c:v>
                </c:pt>
                <c:pt idx="9802">
                  <c:v>3.0249391331052782</c:v>
                </c:pt>
                <c:pt idx="9803">
                  <c:v>3.0269022717384813</c:v>
                </c:pt>
                <c:pt idx="9804">
                  <c:v>3.0253888315432977</c:v>
                </c:pt>
                <c:pt idx="9805">
                  <c:v>3.0223184443325968</c:v>
                </c:pt>
                <c:pt idx="9806">
                  <c:v>3.0203283058785391</c:v>
                </c:pt>
                <c:pt idx="9807">
                  <c:v>3.0201469421529903</c:v>
                </c:pt>
                <c:pt idx="9808">
                  <c:v>3.020715943116965</c:v>
                </c:pt>
                <c:pt idx="9809">
                  <c:v>3.0221563174462349</c:v>
                </c:pt>
                <c:pt idx="9810">
                  <c:v>3.0240727502281977</c:v>
                </c:pt>
                <c:pt idx="9811">
                  <c:v>3.0254500823217287</c:v>
                </c:pt>
                <c:pt idx="9812">
                  <c:v>3.0252945241121623</c:v>
                </c:pt>
                <c:pt idx="9813">
                  <c:v>3.0249453178983647</c:v>
                </c:pt>
                <c:pt idx="9814">
                  <c:v>3.024011030258567</c:v>
                </c:pt>
                <c:pt idx="9815">
                  <c:v>3.0225317983672144</c:v>
                </c:pt>
                <c:pt idx="9816">
                  <c:v>3.0213122424780119</c:v>
                </c:pt>
                <c:pt idx="9817">
                  <c:v>3.0200995111880773</c:v>
                </c:pt>
                <c:pt idx="9818">
                  <c:v>3.0213376641102854</c:v>
                </c:pt>
                <c:pt idx="9819">
                  <c:v>3.0233181201641317</c:v>
                </c:pt>
                <c:pt idx="9820">
                  <c:v>3.0233056652704673</c:v>
                </c:pt>
                <c:pt idx="9821">
                  <c:v>3.0233040017743957</c:v>
                </c:pt>
                <c:pt idx="9822">
                  <c:v>3.0249783318973238</c:v>
                </c:pt>
                <c:pt idx="9823">
                  <c:v>3.0270858961125375</c:v>
                </c:pt>
                <c:pt idx="9824">
                  <c:v>3.0267305904131443</c:v>
                </c:pt>
                <c:pt idx="9825">
                  <c:v>3.023400996391493</c:v>
                </c:pt>
                <c:pt idx="9826">
                  <c:v>3.0239585234979485</c:v>
                </c:pt>
                <c:pt idx="9827">
                  <c:v>3.0260870307021661</c:v>
                </c:pt>
                <c:pt idx="9828">
                  <c:v>3.0274806565264494</c:v>
                </c:pt>
                <c:pt idx="9829">
                  <c:v>3.0252141644557811</c:v>
                </c:pt>
                <c:pt idx="9830">
                  <c:v>3.0247695418134666</c:v>
                </c:pt>
                <c:pt idx="9831">
                  <c:v>3.0253976608686011</c:v>
                </c:pt>
                <c:pt idx="9832">
                  <c:v>3.0238138419934653</c:v>
                </c:pt>
                <c:pt idx="9833">
                  <c:v>3.0230065345537991</c:v>
                </c:pt>
                <c:pt idx="9834">
                  <c:v>3.0236469805413613</c:v>
                </c:pt>
                <c:pt idx="9835">
                  <c:v>3.0213165505062998</c:v>
                </c:pt>
                <c:pt idx="9836">
                  <c:v>3.0193585729762931</c:v>
                </c:pt>
                <c:pt idx="9837">
                  <c:v>3.0201673732970491</c:v>
                </c:pt>
                <c:pt idx="9838">
                  <c:v>3.0203807273316672</c:v>
                </c:pt>
                <c:pt idx="9839">
                  <c:v>3.0204196702012402</c:v>
                </c:pt>
                <c:pt idx="9840">
                  <c:v>3.021436066300982</c:v>
                </c:pt>
                <c:pt idx="9841">
                  <c:v>3.0218891770386356</c:v>
                </c:pt>
                <c:pt idx="9842">
                  <c:v>3.0219712001910888</c:v>
                </c:pt>
                <c:pt idx="9843">
                  <c:v>3.0233288262542333</c:v>
                </c:pt>
                <c:pt idx="9844">
                  <c:v>3.0246232821204031</c:v>
                </c:pt>
                <c:pt idx="9845">
                  <c:v>3.0224771162655792</c:v>
                </c:pt>
                <c:pt idx="9846">
                  <c:v>3.0203584620765551</c:v>
                </c:pt>
                <c:pt idx="9847">
                  <c:v>3.0209686665586104</c:v>
                </c:pt>
                <c:pt idx="9848">
                  <c:v>3.0245848510957747</c:v>
                </c:pt>
                <c:pt idx="9849">
                  <c:v>3.0274930261126229</c:v>
                </c:pt>
                <c:pt idx="9850">
                  <c:v>3.0279703215239331</c:v>
                </c:pt>
                <c:pt idx="9851">
                  <c:v>3.0262179350468763</c:v>
                </c:pt>
                <c:pt idx="9852">
                  <c:v>3.0231135954548169</c:v>
                </c:pt>
                <c:pt idx="9853">
                  <c:v>3.0231623486858381</c:v>
                </c:pt>
                <c:pt idx="9854">
                  <c:v>3.0261570681521546</c:v>
                </c:pt>
                <c:pt idx="9855">
                  <c:v>3.026241266645624</c:v>
                </c:pt>
                <c:pt idx="9856">
                  <c:v>3.0262107265638996</c:v>
                </c:pt>
                <c:pt idx="9857">
                  <c:v>3.0248426076793802</c:v>
                </c:pt>
                <c:pt idx="9858">
                  <c:v>3.0220257543314877</c:v>
                </c:pt>
                <c:pt idx="9859">
                  <c:v>3.0194346672581318</c:v>
                </c:pt>
                <c:pt idx="9860">
                  <c:v>3.0186528241044845</c:v>
                </c:pt>
                <c:pt idx="9861">
                  <c:v>3.0198649155882378</c:v>
                </c:pt>
                <c:pt idx="9862">
                  <c:v>3.0214266824769882</c:v>
                </c:pt>
                <c:pt idx="9863">
                  <c:v>3.0229275398172715</c:v>
                </c:pt>
                <c:pt idx="9864">
                  <c:v>3.0255393139571587</c:v>
                </c:pt>
                <c:pt idx="9865">
                  <c:v>3.0253843529000282</c:v>
                </c:pt>
                <c:pt idx="9866">
                  <c:v>3.0219031674671353</c:v>
                </c:pt>
                <c:pt idx="9867">
                  <c:v>3.0203538554720488</c:v>
                </c:pt>
                <c:pt idx="9868">
                  <c:v>3.0188128183035752</c:v>
                </c:pt>
                <c:pt idx="9869">
                  <c:v>3.017043412982094</c:v>
                </c:pt>
                <c:pt idx="9870">
                  <c:v>3.0169712001910889</c:v>
                </c:pt>
                <c:pt idx="9871">
                  <c:v>3.0201543639046946</c:v>
                </c:pt>
                <c:pt idx="9872">
                  <c:v>3.020782013768629</c:v>
                </c:pt>
                <c:pt idx="9873">
                  <c:v>3.0201216058282077</c:v>
                </c:pt>
                <c:pt idx="9874">
                  <c:v>3.019900318196941</c:v>
                </c:pt>
                <c:pt idx="9875">
                  <c:v>3.0180334064134171</c:v>
                </c:pt>
                <c:pt idx="9876">
                  <c:v>3.0194974535713981</c:v>
                </c:pt>
                <c:pt idx="9877">
                  <c:v>3.0209089086612697</c:v>
                </c:pt>
                <c:pt idx="9878">
                  <c:v>3.0198871381896044</c:v>
                </c:pt>
                <c:pt idx="9879">
                  <c:v>3.0208028287963966</c:v>
                </c:pt>
                <c:pt idx="9880">
                  <c:v>3.022844791551146</c:v>
                </c:pt>
                <c:pt idx="9881">
                  <c:v>3.0230713682468457</c:v>
                </c:pt>
                <c:pt idx="9882">
                  <c:v>3.0220708393404023</c:v>
                </c:pt>
                <c:pt idx="9883">
                  <c:v>3.02061314759049</c:v>
                </c:pt>
                <c:pt idx="9884">
                  <c:v>3.0196285285310904</c:v>
                </c:pt>
                <c:pt idx="9885">
                  <c:v>3.0210264197299166</c:v>
                </c:pt>
                <c:pt idx="9886">
                  <c:v>3.0251173404536651</c:v>
                </c:pt>
                <c:pt idx="9887">
                  <c:v>3.0276060158842548</c:v>
                </c:pt>
                <c:pt idx="9888">
                  <c:v>3.0271050049904882</c:v>
                </c:pt>
                <c:pt idx="9889">
                  <c:v>3.0264529571841705</c:v>
                </c:pt>
                <c:pt idx="9890">
                  <c:v>3.0265350229903687</c:v>
                </c:pt>
                <c:pt idx="9891">
                  <c:v>3.0258994821835303</c:v>
                </c:pt>
                <c:pt idx="9892">
                  <c:v>3.0226853091970005</c:v>
                </c:pt>
                <c:pt idx="9893">
                  <c:v>3.0216577378159575</c:v>
                </c:pt>
                <c:pt idx="9894">
                  <c:v>3.021535449527823</c:v>
                </c:pt>
                <c:pt idx="9895">
                  <c:v>3.0217932061114285</c:v>
                </c:pt>
                <c:pt idx="9896">
                  <c:v>3.0216629415728997</c:v>
                </c:pt>
                <c:pt idx="9897">
                  <c:v>3.0212686930039325</c:v>
                </c:pt>
                <c:pt idx="9898">
                  <c:v>3.0206714126067409</c:v>
                </c:pt>
                <c:pt idx="9899">
                  <c:v>3.0203709596239645</c:v>
                </c:pt>
                <c:pt idx="9900">
                  <c:v>3.019411122390657</c:v>
                </c:pt>
                <c:pt idx="9901">
                  <c:v>3.0198200011943048</c:v>
                </c:pt>
                <c:pt idx="9902">
                  <c:v>3.022430367760593</c:v>
                </c:pt>
                <c:pt idx="9903">
                  <c:v>3.0237837284491951</c:v>
                </c:pt>
                <c:pt idx="9904">
                  <c:v>3.0246680685530998</c:v>
                </c:pt>
                <c:pt idx="9905">
                  <c:v>3.0258102078943554</c:v>
                </c:pt>
                <c:pt idx="9906">
                  <c:v>3.0232853194338993</c:v>
                </c:pt>
                <c:pt idx="9907">
                  <c:v>3.0214639191967447</c:v>
                </c:pt>
                <c:pt idx="9908">
                  <c:v>3.022829564164029</c:v>
                </c:pt>
                <c:pt idx="9909">
                  <c:v>3.025167074720831</c:v>
                </c:pt>
                <c:pt idx="9910">
                  <c:v>3.0244462264231422</c:v>
                </c:pt>
                <c:pt idx="9911">
                  <c:v>3.0237432500447863</c:v>
                </c:pt>
                <c:pt idx="9912">
                  <c:v>3.0220058350323744</c:v>
                </c:pt>
                <c:pt idx="9913">
                  <c:v>3.0202718749733415</c:v>
                </c:pt>
                <c:pt idx="9914">
                  <c:v>3.019138692918625</c:v>
                </c:pt>
                <c:pt idx="9915">
                  <c:v>3.022005792378629</c:v>
                </c:pt>
                <c:pt idx="9916">
                  <c:v>3.0243713264461753</c:v>
                </c:pt>
                <c:pt idx="9917">
                  <c:v>3.0263116026718304</c:v>
                </c:pt>
                <c:pt idx="9918">
                  <c:v>3.0259277189630023</c:v>
                </c:pt>
                <c:pt idx="9919">
                  <c:v>3.0246286564923266</c:v>
                </c:pt>
                <c:pt idx="9920">
                  <c:v>3.0221774737039659</c:v>
                </c:pt>
                <c:pt idx="9921">
                  <c:v>3.0223755150439762</c:v>
                </c:pt>
                <c:pt idx="9922">
                  <c:v>3.0236027912611005</c:v>
                </c:pt>
                <c:pt idx="9923">
                  <c:v>3.0220228965305442</c:v>
                </c:pt>
                <c:pt idx="9924">
                  <c:v>3.0214838811496039</c:v>
                </c:pt>
                <c:pt idx="9925">
                  <c:v>3.0214953550071231</c:v>
                </c:pt>
                <c:pt idx="9926">
                  <c:v>3.0234435221756821</c:v>
                </c:pt>
                <c:pt idx="9927">
                  <c:v>3.0248958822074168</c:v>
                </c:pt>
                <c:pt idx="9928">
                  <c:v>3.0232238980404871</c:v>
                </c:pt>
                <c:pt idx="9929">
                  <c:v>3.0211810822108291</c:v>
                </c:pt>
                <c:pt idx="9930">
                  <c:v>3.0210517560546992</c:v>
                </c:pt>
                <c:pt idx="9931">
                  <c:v>3.0223882685138581</c:v>
                </c:pt>
                <c:pt idx="9932">
                  <c:v>3.0242614930517049</c:v>
                </c:pt>
                <c:pt idx="9933">
                  <c:v>3.024398368920775</c:v>
                </c:pt>
                <c:pt idx="9934">
                  <c:v>3.02500251657098</c:v>
                </c:pt>
                <c:pt idx="9935">
                  <c:v>3.0265461129641795</c:v>
                </c:pt>
                <c:pt idx="9936">
                  <c:v>3.0265063170196975</c:v>
                </c:pt>
                <c:pt idx="9937">
                  <c:v>3.0266620458442457</c:v>
                </c:pt>
                <c:pt idx="9938">
                  <c:v>3.0265228666729227</c:v>
                </c:pt>
                <c:pt idx="9939">
                  <c:v>3.0234781570169678</c:v>
                </c:pt>
                <c:pt idx="9940">
                  <c:v>3.0206609197853664</c:v>
                </c:pt>
                <c:pt idx="9941">
                  <c:v>3.0191117784052617</c:v>
                </c:pt>
                <c:pt idx="9942">
                  <c:v>3.0183195703914762</c:v>
                </c:pt>
                <c:pt idx="9943">
                  <c:v>3.0194748044325772</c:v>
                </c:pt>
                <c:pt idx="9944">
                  <c:v>3.0225600351466864</c:v>
                </c:pt>
                <c:pt idx="9945">
                  <c:v>3.0239381776613805</c:v>
                </c:pt>
                <c:pt idx="9946">
                  <c:v>3.0218945514105595</c:v>
                </c:pt>
                <c:pt idx="9947">
                  <c:v>3.0203779974919596</c:v>
                </c:pt>
                <c:pt idx="9948">
                  <c:v>3.0208424967796423</c:v>
                </c:pt>
                <c:pt idx="9949">
                  <c:v>3.0223586241607876</c:v>
                </c:pt>
                <c:pt idx="9950">
                  <c:v>3.02273389181304</c:v>
                </c:pt>
                <c:pt idx="9951">
                  <c:v>3.0220478063178726</c:v>
                </c:pt>
                <c:pt idx="9952">
                  <c:v>3.0234915929467765</c:v>
                </c:pt>
                <c:pt idx="9953">
                  <c:v>3.0239901725770539</c:v>
                </c:pt>
                <c:pt idx="9954">
                  <c:v>3.0219233426887215</c:v>
                </c:pt>
                <c:pt idx="9955">
                  <c:v>3.0210194245156665</c:v>
                </c:pt>
                <c:pt idx="9956">
                  <c:v>3.0211259735717393</c:v>
                </c:pt>
                <c:pt idx="9957">
                  <c:v>3.0198189775044146</c:v>
                </c:pt>
                <c:pt idx="9958">
                  <c:v>3.0194618376939677</c:v>
                </c:pt>
                <c:pt idx="9959">
                  <c:v>3.0193846344147479</c:v>
                </c:pt>
                <c:pt idx="9960">
                  <c:v>3.0214727485220476</c:v>
                </c:pt>
                <c:pt idx="9961">
                  <c:v>3.0242203321873693</c:v>
                </c:pt>
                <c:pt idx="9962">
                  <c:v>3.0236768808169043</c:v>
                </c:pt>
                <c:pt idx="9963">
                  <c:v>3.0235891847163101</c:v>
                </c:pt>
                <c:pt idx="9964">
                  <c:v>3.0259024252919651</c:v>
                </c:pt>
                <c:pt idx="9965">
                  <c:v>3.0261698642757819</c:v>
                </c:pt>
                <c:pt idx="9966">
                  <c:v>3.0237809986094879</c:v>
                </c:pt>
                <c:pt idx="9967">
                  <c:v>3.0223995291026506</c:v>
                </c:pt>
                <c:pt idx="9968">
                  <c:v>3.0217656517918838</c:v>
                </c:pt>
                <c:pt idx="9969">
                  <c:v>3.0229530894107812</c:v>
                </c:pt>
                <c:pt idx="9970">
                  <c:v>3.0229010091876169</c:v>
                </c:pt>
                <c:pt idx="9971">
                  <c:v>3.0203157230236388</c:v>
                </c:pt>
                <c:pt idx="9972">
                  <c:v>3.0208628426162103</c:v>
                </c:pt>
                <c:pt idx="9973">
                  <c:v>3.02274489647936</c:v>
                </c:pt>
                <c:pt idx="9974">
                  <c:v>3.021165940131203</c:v>
                </c:pt>
                <c:pt idx="9975">
                  <c:v>3.0193001373450601</c:v>
                </c:pt>
                <c:pt idx="9976">
                  <c:v>3.0196150926012812</c:v>
                </c:pt>
                <c:pt idx="9977">
                  <c:v>3.0207422604778924</c:v>
                </c:pt>
                <c:pt idx="9978">
                  <c:v>3.0230991358351176</c:v>
                </c:pt>
                <c:pt idx="9979">
                  <c:v>3.0239853953575664</c:v>
                </c:pt>
                <c:pt idx="9980">
                  <c:v>3.0240472859421788</c:v>
                </c:pt>
                <c:pt idx="9981">
                  <c:v>3.0244952782303813</c:v>
                </c:pt>
                <c:pt idx="9982">
                  <c:v>3.0263474318179879</c:v>
                </c:pt>
                <c:pt idx="9983">
                  <c:v>3.0272869658684729</c:v>
                </c:pt>
                <c:pt idx="9984">
                  <c:v>3.027998302380932</c:v>
                </c:pt>
                <c:pt idx="9985">
                  <c:v>3.0280616005391434</c:v>
                </c:pt>
                <c:pt idx="9986">
                  <c:v>3.0269709442686161</c:v>
                </c:pt>
                <c:pt idx="9987">
                  <c:v>3.02630051269802</c:v>
                </c:pt>
                <c:pt idx="9988">
                  <c:v>3.0263430384822092</c:v>
                </c:pt>
                <c:pt idx="9989">
                  <c:v>3.027106796447796</c:v>
                </c:pt>
                <c:pt idx="9990">
                  <c:v>3.0270439248270389</c:v>
                </c:pt>
                <c:pt idx="9991">
                  <c:v>3.0263785690521483</c:v>
                </c:pt>
                <c:pt idx="9992">
                  <c:v>3.0272856436023647</c:v>
                </c:pt>
                <c:pt idx="9993">
                  <c:v>3.027296818883666</c:v>
                </c:pt>
                <c:pt idx="9994">
                  <c:v>3.0266843964068486</c:v>
                </c:pt>
                <c:pt idx="9995">
                  <c:v>3.0255932282913762</c:v>
                </c:pt>
                <c:pt idx="9996">
                  <c:v>3.0260855378210763</c:v>
                </c:pt>
                <c:pt idx="9997">
                  <c:v>3.0237534442899432</c:v>
                </c:pt>
                <c:pt idx="9998">
                  <c:v>3.0210217278179199</c:v>
                </c:pt>
                <c:pt idx="9999">
                  <c:v>3.0214892981752728</c:v>
                </c:pt>
                <c:pt idx="10000">
                  <c:v>3.0231231925475375</c:v>
                </c:pt>
                <c:pt idx="10001">
                  <c:v>3.0239757556111</c:v>
                </c:pt>
                <c:pt idx="10002">
                  <c:v>3.0251728329764638</c:v>
                </c:pt>
                <c:pt idx="10003">
                  <c:v>3.0246447796080975</c:v>
                </c:pt>
                <c:pt idx="10004">
                  <c:v>3.0239644950223079</c:v>
                </c:pt>
                <c:pt idx="10005">
                  <c:v>3.0236577719389541</c:v>
                </c:pt>
                <c:pt idx="10006">
                  <c:v>3.0230553304385657</c:v>
                </c:pt>
                <c:pt idx="10007">
                  <c:v>3.0198925552152733</c:v>
                </c:pt>
                <c:pt idx="10008">
                  <c:v>3.0171971370806072</c:v>
                </c:pt>
                <c:pt idx="10009">
                  <c:v>3.0175303907936155</c:v>
                </c:pt>
                <c:pt idx="10010">
                  <c:v>3.0188528275167843</c:v>
                </c:pt>
                <c:pt idx="10011">
                  <c:v>3.0211727647304709</c:v>
                </c:pt>
                <c:pt idx="10012">
                  <c:v>3.0230082407036161</c:v>
                </c:pt>
                <c:pt idx="10013">
                  <c:v>3.0226307550566016</c:v>
                </c:pt>
                <c:pt idx="10014">
                  <c:v>3.0214255734796072</c:v>
                </c:pt>
                <c:pt idx="10015">
                  <c:v>3.0218403385001236</c:v>
                </c:pt>
                <c:pt idx="10016">
                  <c:v>3.0217589125001068</c:v>
                </c:pt>
                <c:pt idx="10017">
                  <c:v>3.0209616713443608</c:v>
                </c:pt>
                <c:pt idx="10018">
                  <c:v>3.0227035223462972</c:v>
                </c:pt>
                <c:pt idx="10019">
                  <c:v>3.0213010671967107</c:v>
                </c:pt>
                <c:pt idx="10020">
                  <c:v>3.0187518661013621</c:v>
                </c:pt>
                <c:pt idx="10021">
                  <c:v>3.0196371872414116</c:v>
                </c:pt>
                <c:pt idx="10022">
                  <c:v>3.0217734574272965</c:v>
                </c:pt>
                <c:pt idx="10023">
                  <c:v>3.0228739667130169</c:v>
                </c:pt>
                <c:pt idx="10024">
                  <c:v>3.0220858534587922</c:v>
                </c:pt>
                <c:pt idx="10025">
                  <c:v>3.023153903244244</c:v>
                </c:pt>
                <c:pt idx="10026">
                  <c:v>3.0263369389966135</c:v>
                </c:pt>
                <c:pt idx="10027">
                  <c:v>3.0282099502657327</c:v>
                </c:pt>
                <c:pt idx="10028">
                  <c:v>3.0257702839886371</c:v>
                </c:pt>
                <c:pt idx="10029">
                  <c:v>3.023850097677077</c:v>
                </c:pt>
                <c:pt idx="10030">
                  <c:v>3.0267453486090612</c:v>
                </c:pt>
                <c:pt idx="10031">
                  <c:v>3.0282594712641715</c:v>
                </c:pt>
                <c:pt idx="10032">
                  <c:v>3.0272606911612909</c:v>
                </c:pt>
                <c:pt idx="10033">
                  <c:v>3.0245781971114885</c:v>
                </c:pt>
                <c:pt idx="10034">
                  <c:v>3.0235442703223772</c:v>
                </c:pt>
                <c:pt idx="10035">
                  <c:v>3.0237260179316348</c:v>
                </c:pt>
                <c:pt idx="10036">
                  <c:v>3.0233243049572183</c:v>
                </c:pt>
                <c:pt idx="10037">
                  <c:v>3.0231400407769806</c:v>
                </c:pt>
                <c:pt idx="10038">
                  <c:v>3.0219245369935934</c:v>
                </c:pt>
                <c:pt idx="10039">
                  <c:v>3.0205805174752394</c:v>
                </c:pt>
                <c:pt idx="10040">
                  <c:v>3.0220476357028909</c:v>
                </c:pt>
                <c:pt idx="10041">
                  <c:v>3.0213368963428677</c:v>
                </c:pt>
                <c:pt idx="10042">
                  <c:v>3.0203957414500566</c:v>
                </c:pt>
                <c:pt idx="10043">
                  <c:v>3.0224066096243911</c:v>
                </c:pt>
                <c:pt idx="10044">
                  <c:v>3.0238397328169389</c:v>
                </c:pt>
                <c:pt idx="10045">
                  <c:v>3.0230961927266833</c:v>
                </c:pt>
                <c:pt idx="10046">
                  <c:v>3.0214910896325806</c:v>
                </c:pt>
                <c:pt idx="10047">
                  <c:v>3.0218769354136987</c:v>
                </c:pt>
                <c:pt idx="10048">
                  <c:v>3.0228917533248594</c:v>
                </c:pt>
                <c:pt idx="10049">
                  <c:v>3.0243674449553417</c:v>
                </c:pt>
                <c:pt idx="10050">
                  <c:v>3.0245474864147819</c:v>
                </c:pt>
                <c:pt idx="10051">
                  <c:v>3.0242243842931846</c:v>
                </c:pt>
                <c:pt idx="10052">
                  <c:v>3.0237311790348311</c:v>
                </c:pt>
                <c:pt idx="10053">
                  <c:v>3.0252110080786192</c:v>
                </c:pt>
                <c:pt idx="10054">
                  <c:v>3.0258507716062546</c:v>
                </c:pt>
                <c:pt idx="10055">
                  <c:v>3.0250638100031564</c:v>
                </c:pt>
                <c:pt idx="10056">
                  <c:v>3.0269590012198972</c:v>
                </c:pt>
                <c:pt idx="10057">
                  <c:v>3.0281966422971602</c:v>
                </c:pt>
                <c:pt idx="10058">
                  <c:v>3.0272117673152881</c:v>
                </c:pt>
                <c:pt idx="10059">
                  <c:v>3.027035394077954</c:v>
                </c:pt>
                <c:pt idx="10060">
                  <c:v>3.026364877199867</c:v>
                </c:pt>
                <c:pt idx="10061">
                  <c:v>3.0239499074413723</c:v>
                </c:pt>
                <c:pt idx="10062">
                  <c:v>3.0227969340487788</c:v>
                </c:pt>
                <c:pt idx="10063">
                  <c:v>3.0217934620339011</c:v>
                </c:pt>
                <c:pt idx="10064">
                  <c:v>3.0214211801438284</c:v>
                </c:pt>
                <c:pt idx="10065">
                  <c:v>3.0211051158902262</c:v>
                </c:pt>
                <c:pt idx="10066">
                  <c:v>3.0201826006841661</c:v>
                </c:pt>
                <c:pt idx="10067">
                  <c:v>3.0196865802786141</c:v>
                </c:pt>
                <c:pt idx="10068">
                  <c:v>3.0210336708666388</c:v>
                </c:pt>
                <c:pt idx="10069">
                  <c:v>3.0232925279168765</c:v>
                </c:pt>
                <c:pt idx="10070">
                  <c:v>3.0263187685010622</c:v>
                </c:pt>
                <c:pt idx="10071">
                  <c:v>3.0268463953319742</c:v>
                </c:pt>
                <c:pt idx="10072">
                  <c:v>3.0265647953046759</c:v>
                </c:pt>
                <c:pt idx="10073">
                  <c:v>3.028661482814806</c:v>
                </c:pt>
                <c:pt idx="10074">
                  <c:v>3.0302806616448992</c:v>
                </c:pt>
                <c:pt idx="10075">
                  <c:v>3.0274888460455713</c:v>
                </c:pt>
                <c:pt idx="10076">
                  <c:v>3.0262354230825008</c:v>
                </c:pt>
                <c:pt idx="10077">
                  <c:v>3.0265375822150942</c:v>
                </c:pt>
                <c:pt idx="10078">
                  <c:v>3.024741091765268</c:v>
                </c:pt>
                <c:pt idx="10079">
                  <c:v>3.0244429847384899</c:v>
                </c:pt>
                <c:pt idx="10080">
                  <c:v>3.0242644361601392</c:v>
                </c:pt>
                <c:pt idx="10081">
                  <c:v>3.0207754450918336</c:v>
                </c:pt>
                <c:pt idx="10082">
                  <c:v>3.0180119515794681</c:v>
                </c:pt>
                <c:pt idx="10083">
                  <c:v>3.0199122185919145</c:v>
                </c:pt>
                <c:pt idx="10084">
                  <c:v>3.0217769123806764</c:v>
                </c:pt>
                <c:pt idx="10085">
                  <c:v>3.0227402045673633</c:v>
                </c:pt>
                <c:pt idx="10086">
                  <c:v>3.0213156121239004</c:v>
                </c:pt>
                <c:pt idx="10087">
                  <c:v>3.0200676914939901</c:v>
                </c:pt>
                <c:pt idx="10088">
                  <c:v>3.017472253738601</c:v>
                </c:pt>
                <c:pt idx="10089">
                  <c:v>3.0180058520938724</c:v>
                </c:pt>
                <c:pt idx="10090">
                  <c:v>3.0219218498076317</c:v>
                </c:pt>
                <c:pt idx="10091">
                  <c:v>3.021335019578069</c:v>
                </c:pt>
                <c:pt idx="10092">
                  <c:v>3.0197555940387124</c:v>
                </c:pt>
                <c:pt idx="10093">
                  <c:v>3.0214656253465617</c:v>
                </c:pt>
                <c:pt idx="10094">
                  <c:v>3.0231592349624221</c:v>
                </c:pt>
                <c:pt idx="10095">
                  <c:v>3.0235947723569607</c:v>
                </c:pt>
                <c:pt idx="10096">
                  <c:v>3.024050826203049</c:v>
                </c:pt>
                <c:pt idx="10097">
                  <c:v>3.0216872542077922</c:v>
                </c:pt>
                <c:pt idx="10098">
                  <c:v>3.0195985856018015</c:v>
                </c:pt>
                <c:pt idx="10099">
                  <c:v>3.0212832805848682</c:v>
                </c:pt>
                <c:pt idx="10100">
                  <c:v>3.0228455593185637</c:v>
                </c:pt>
                <c:pt idx="10101">
                  <c:v>3.0235095928273461</c:v>
                </c:pt>
                <c:pt idx="10102">
                  <c:v>3.0273358044069849</c:v>
                </c:pt>
                <c:pt idx="10103">
                  <c:v>3.0278501659230699</c:v>
                </c:pt>
                <c:pt idx="10104">
                  <c:v>3.0267799407966014</c:v>
                </c:pt>
                <c:pt idx="10105">
                  <c:v>3.0277187923871596</c:v>
                </c:pt>
                <c:pt idx="10106">
                  <c:v>3.0260575996178223</c:v>
                </c:pt>
                <c:pt idx="10107">
                  <c:v>3.0221839570732705</c:v>
                </c:pt>
                <c:pt idx="10108">
                  <c:v>3.0201295394248571</c:v>
                </c:pt>
                <c:pt idx="10109">
                  <c:v>3.0194104399307302</c:v>
                </c:pt>
                <c:pt idx="10110">
                  <c:v>3.0177415268334711</c:v>
                </c:pt>
                <c:pt idx="10111">
                  <c:v>3.0160585380002218</c:v>
                </c:pt>
                <c:pt idx="10112">
                  <c:v>3.0166646477227164</c:v>
                </c:pt>
                <c:pt idx="10113">
                  <c:v>3.0208186106822041</c:v>
                </c:pt>
                <c:pt idx="10114">
                  <c:v>3.0228612558968804</c:v>
                </c:pt>
                <c:pt idx="10115">
                  <c:v>3.022631693439001</c:v>
                </c:pt>
                <c:pt idx="10116">
                  <c:v>3.0256531141499536</c:v>
                </c:pt>
                <c:pt idx="10117">
                  <c:v>3.0279908806292282</c:v>
                </c:pt>
                <c:pt idx="10118">
                  <c:v>3.0288922395775573</c:v>
                </c:pt>
                <c:pt idx="10119">
                  <c:v>3.0288705288211357</c:v>
                </c:pt>
                <c:pt idx="10120">
                  <c:v>3.0267862108971788</c:v>
                </c:pt>
                <c:pt idx="10121">
                  <c:v>3.0238223300888052</c:v>
                </c:pt>
                <c:pt idx="10122">
                  <c:v>3.0209438847325183</c:v>
                </c:pt>
                <c:pt idx="10123">
                  <c:v>3.0214302227378584</c:v>
                </c:pt>
                <c:pt idx="10124">
                  <c:v>3.0229725395186953</c:v>
                </c:pt>
                <c:pt idx="10125">
                  <c:v>3.0228284978203934</c:v>
                </c:pt>
                <c:pt idx="10126">
                  <c:v>3.0245134060721872</c:v>
                </c:pt>
                <c:pt idx="10127">
                  <c:v>3.0235544219137882</c:v>
                </c:pt>
                <c:pt idx="10128">
                  <c:v>3.0218733951528285</c:v>
                </c:pt>
                <c:pt idx="10129">
                  <c:v>3.0212875033056652</c:v>
                </c:pt>
                <c:pt idx="10130">
                  <c:v>3.0196194432833146</c:v>
                </c:pt>
                <c:pt idx="10131">
                  <c:v>3.0209566808561461</c:v>
                </c:pt>
                <c:pt idx="10132">
                  <c:v>3.0220943415541317</c:v>
                </c:pt>
                <c:pt idx="10133">
                  <c:v>3.023374721684311</c:v>
                </c:pt>
                <c:pt idx="10134">
                  <c:v>3.0240286462554278</c:v>
                </c:pt>
                <c:pt idx="10135">
                  <c:v>3.0245818226798495</c:v>
                </c:pt>
                <c:pt idx="10136">
                  <c:v>3.0234079062982522</c:v>
                </c:pt>
                <c:pt idx="10137">
                  <c:v>3.0221581942110336</c:v>
                </c:pt>
                <c:pt idx="10138">
                  <c:v>3.0237170179913497</c:v>
                </c:pt>
                <c:pt idx="10139">
                  <c:v>3.024543476962712</c:v>
                </c:pt>
                <c:pt idx="10140">
                  <c:v>3.0217037612072715</c:v>
                </c:pt>
                <c:pt idx="10141">
                  <c:v>3.020506171996963</c:v>
                </c:pt>
                <c:pt idx="10142">
                  <c:v>3.0238145671071375</c:v>
                </c:pt>
                <c:pt idx="10143">
                  <c:v>3.0274860735521187</c:v>
                </c:pt>
                <c:pt idx="10144">
                  <c:v>3.027414201991077</c:v>
                </c:pt>
                <c:pt idx="10145">
                  <c:v>3.0257559096764286</c:v>
                </c:pt>
                <c:pt idx="10146">
                  <c:v>3.0230405722426488</c:v>
                </c:pt>
                <c:pt idx="10147">
                  <c:v>3.0218422579186677</c:v>
                </c:pt>
                <c:pt idx="10148">
                  <c:v>3.0232383150064406</c:v>
                </c:pt>
                <c:pt idx="10149">
                  <c:v>3.0236996152632161</c:v>
                </c:pt>
                <c:pt idx="10150">
                  <c:v>3.0233424327990241</c:v>
                </c:pt>
                <c:pt idx="10151">
                  <c:v>3.0245827610622489</c:v>
                </c:pt>
                <c:pt idx="10152">
                  <c:v>3.0248926405227645</c:v>
                </c:pt>
                <c:pt idx="10153">
                  <c:v>3.0246015287102361</c:v>
                </c:pt>
                <c:pt idx="10154">
                  <c:v>3.0241711950726393</c:v>
                </c:pt>
                <c:pt idx="10155">
                  <c:v>3.025130946998456</c:v>
                </c:pt>
                <c:pt idx="10156">
                  <c:v>3.024629296298508</c:v>
                </c:pt>
                <c:pt idx="10157">
                  <c:v>3.0233711814234407</c:v>
                </c:pt>
                <c:pt idx="10158">
                  <c:v>3.0242612797829778</c:v>
                </c:pt>
                <c:pt idx="10159">
                  <c:v>3.0281112921525639</c:v>
                </c:pt>
                <c:pt idx="10160">
                  <c:v>3.0305016506999478</c:v>
                </c:pt>
                <c:pt idx="10161">
                  <c:v>3.0298197879255779</c:v>
                </c:pt>
                <c:pt idx="10162">
                  <c:v>3.0282489357890516</c:v>
                </c:pt>
                <c:pt idx="10163">
                  <c:v>3.0272228572890985</c:v>
                </c:pt>
                <c:pt idx="10164">
                  <c:v>3.0255359443112702</c:v>
                </c:pt>
                <c:pt idx="10165">
                  <c:v>3.0234307260520548</c:v>
                </c:pt>
                <c:pt idx="10166">
                  <c:v>3.0218045946614573</c:v>
                </c:pt>
                <c:pt idx="10167">
                  <c:v>3.0242688294959179</c:v>
                </c:pt>
                <c:pt idx="10168">
                  <c:v>3.0261027272804824</c:v>
                </c:pt>
                <c:pt idx="10169">
                  <c:v>3.0252037995956425</c:v>
                </c:pt>
                <c:pt idx="10170">
                  <c:v>3.0259202119038071</c:v>
                </c:pt>
                <c:pt idx="10171">
                  <c:v>3.0282677887445297</c:v>
                </c:pt>
                <c:pt idx="10172">
                  <c:v>3.0282431348796739</c:v>
                </c:pt>
                <c:pt idx="10173">
                  <c:v>3.0274191071718008</c:v>
                </c:pt>
                <c:pt idx="10174">
                  <c:v>3.0281947228786161</c:v>
                </c:pt>
                <c:pt idx="10175">
                  <c:v>3.0277116692116737</c:v>
                </c:pt>
                <c:pt idx="10176">
                  <c:v>3.0259687945198466</c:v>
                </c:pt>
                <c:pt idx="10177">
                  <c:v>3.0236371701799136</c:v>
                </c:pt>
                <c:pt idx="10178">
                  <c:v>3.0215193690657975</c:v>
                </c:pt>
                <c:pt idx="10179">
                  <c:v>3.0208287622736152</c:v>
                </c:pt>
                <c:pt idx="10180">
                  <c:v>3.021496549311995</c:v>
                </c:pt>
                <c:pt idx="10181">
                  <c:v>3.0244674679883641</c:v>
                </c:pt>
                <c:pt idx="10182">
                  <c:v>3.0276738353394812</c:v>
                </c:pt>
                <c:pt idx="10183">
                  <c:v>3.025100150994259</c:v>
                </c:pt>
                <c:pt idx="10184">
                  <c:v>3.0233064756916304</c:v>
                </c:pt>
                <c:pt idx="10185">
                  <c:v>3.0233712240771862</c:v>
                </c:pt>
                <c:pt idx="10186">
                  <c:v>3.0229690419115705</c:v>
                </c:pt>
                <c:pt idx="10187">
                  <c:v>3.0248129633263097</c:v>
                </c:pt>
                <c:pt idx="10188">
                  <c:v>3.0275415234211716</c:v>
                </c:pt>
                <c:pt idx="10189">
                  <c:v>3.0264758195917185</c:v>
                </c:pt>
                <c:pt idx="10190">
                  <c:v>3.0240992808578522</c:v>
                </c:pt>
                <c:pt idx="10191">
                  <c:v>3.0250899567491021</c:v>
                </c:pt>
                <c:pt idx="10192">
                  <c:v>3.0276230347286797</c:v>
                </c:pt>
                <c:pt idx="10193">
                  <c:v>3.0278231661022152</c:v>
                </c:pt>
                <c:pt idx="10194">
                  <c:v>3.0253334669817358</c:v>
                </c:pt>
                <c:pt idx="10195">
                  <c:v>3.0235160761966506</c:v>
                </c:pt>
                <c:pt idx="10196">
                  <c:v>3.0218929305682334</c:v>
                </c:pt>
                <c:pt idx="10197">
                  <c:v>3.0221308105064706</c:v>
                </c:pt>
                <c:pt idx="10198">
                  <c:v>3.022408912926644</c:v>
                </c:pt>
                <c:pt idx="10199">
                  <c:v>3.0229036537198333</c:v>
                </c:pt>
                <c:pt idx="10200">
                  <c:v>3.0252194535202137</c:v>
                </c:pt>
                <c:pt idx="10201">
                  <c:v>3.0262884416880644</c:v>
                </c:pt>
                <c:pt idx="10202">
                  <c:v>3.0261228171945778</c:v>
                </c:pt>
                <c:pt idx="10203">
                  <c:v>3.0262164848195319</c:v>
                </c:pt>
                <c:pt idx="10204">
                  <c:v>3.026904660348225</c:v>
                </c:pt>
                <c:pt idx="10205">
                  <c:v>3.0260612251861838</c:v>
                </c:pt>
                <c:pt idx="10206">
                  <c:v>3.025725454902195</c:v>
                </c:pt>
                <c:pt idx="10207">
                  <c:v>3.0259568514711277</c:v>
                </c:pt>
                <c:pt idx="10208">
                  <c:v>3.026163039676514</c:v>
                </c:pt>
                <c:pt idx="10209">
                  <c:v>3.0288780785340759</c:v>
                </c:pt>
                <c:pt idx="10210">
                  <c:v>3.0303714288151644</c:v>
                </c:pt>
                <c:pt idx="10211">
                  <c:v>3.0277206691519583</c:v>
                </c:pt>
                <c:pt idx="10212">
                  <c:v>3.0240758639516137</c:v>
                </c:pt>
                <c:pt idx="10213">
                  <c:v>3.0250455542001142</c:v>
                </c:pt>
                <c:pt idx="10214">
                  <c:v>3.0279724542112043</c:v>
                </c:pt>
                <c:pt idx="10215">
                  <c:v>3.0281009272924257</c:v>
                </c:pt>
                <c:pt idx="10216">
                  <c:v>3.0271567013299436</c:v>
                </c:pt>
                <c:pt idx="10217">
                  <c:v>3.0262063758818663</c:v>
                </c:pt>
                <c:pt idx="10218">
                  <c:v>3.0273184443325967</c:v>
                </c:pt>
                <c:pt idx="10219">
                  <c:v>3.0267697892051899</c:v>
                </c:pt>
                <c:pt idx="10220">
                  <c:v>3.0237614205403376</c:v>
                </c:pt>
                <c:pt idx="10221">
                  <c:v>3.0215615109662779</c:v>
                </c:pt>
                <c:pt idx="10222">
                  <c:v>3.0221067964477961</c:v>
                </c:pt>
                <c:pt idx="10223">
                  <c:v>3.0236636581558227</c:v>
                </c:pt>
                <c:pt idx="10224">
                  <c:v>3.0228616824343346</c:v>
                </c:pt>
                <c:pt idx="10225">
                  <c:v>3.0240773141789581</c:v>
                </c:pt>
                <c:pt idx="10226">
                  <c:v>3.0281312541054231</c:v>
                </c:pt>
                <c:pt idx="10227">
                  <c:v>3.0290468594047244</c:v>
                </c:pt>
                <c:pt idx="10228">
                  <c:v>3.0294797949207921</c:v>
                </c:pt>
                <c:pt idx="10229">
                  <c:v>3.030701398189775</c:v>
                </c:pt>
                <c:pt idx="10230">
                  <c:v>3.030130563114747</c:v>
                </c:pt>
                <c:pt idx="10231">
                  <c:v>3.0274551922404305</c:v>
                </c:pt>
                <c:pt idx="10232">
                  <c:v>3.0268108647620346</c:v>
                </c:pt>
                <c:pt idx="10233">
                  <c:v>3.0276982332818645</c:v>
                </c:pt>
                <c:pt idx="10234">
                  <c:v>3.0242793223172928</c:v>
                </c:pt>
                <c:pt idx="10235">
                  <c:v>3.0223027477542801</c:v>
                </c:pt>
                <c:pt idx="10236">
                  <c:v>3.0221819950009809</c:v>
                </c:pt>
                <c:pt idx="10237">
                  <c:v>3.0214872507954924</c:v>
                </c:pt>
                <c:pt idx="10238">
                  <c:v>3.0201846480639465</c:v>
                </c:pt>
                <c:pt idx="10239">
                  <c:v>3.0201943304641579</c:v>
                </c:pt>
                <c:pt idx="10240">
                  <c:v>3.0219797309401737</c:v>
                </c:pt>
                <c:pt idx="10241">
                  <c:v>3.0242346638458324</c:v>
                </c:pt>
                <c:pt idx="10242">
                  <c:v>3.025806497018503</c:v>
                </c:pt>
                <c:pt idx="10243">
                  <c:v>3.0276845414295828</c:v>
                </c:pt>
                <c:pt idx="10244">
                  <c:v>3.0252423585815071</c:v>
                </c:pt>
                <c:pt idx="10245">
                  <c:v>3.0232853194338993</c:v>
                </c:pt>
                <c:pt idx="10246">
                  <c:v>3.0234548254182201</c:v>
                </c:pt>
                <c:pt idx="10247">
                  <c:v>3.0232841251290274</c:v>
                </c:pt>
                <c:pt idx="10248">
                  <c:v>3.0250791226977642</c:v>
                </c:pt>
                <c:pt idx="10249">
                  <c:v>3.0245285481518134</c:v>
                </c:pt>
                <c:pt idx="10250">
                  <c:v>3.0233783899064175</c:v>
                </c:pt>
                <c:pt idx="10251">
                  <c:v>3.0241094751030086</c:v>
                </c:pt>
                <c:pt idx="10252">
                  <c:v>3.0233208926575843</c:v>
                </c:pt>
                <c:pt idx="10253">
                  <c:v>3.0235359101882735</c:v>
                </c:pt>
                <c:pt idx="10254">
                  <c:v>3.0233981385905495</c:v>
                </c:pt>
                <c:pt idx="10255">
                  <c:v>3.0241166835859858</c:v>
                </c:pt>
                <c:pt idx="10256">
                  <c:v>3.023874666234442</c:v>
                </c:pt>
                <c:pt idx="10257">
                  <c:v>3.0251683969869396</c:v>
                </c:pt>
                <c:pt idx="10258">
                  <c:v>3.0253875092771896</c:v>
                </c:pt>
                <c:pt idx="10259">
                  <c:v>3.024442686162272</c:v>
                </c:pt>
                <c:pt idx="10260">
                  <c:v>3.023082500874402</c:v>
                </c:pt>
                <c:pt idx="10261">
                  <c:v>3.0245445006526022</c:v>
                </c:pt>
                <c:pt idx="10262">
                  <c:v>3.0266276242716872</c:v>
                </c:pt>
                <c:pt idx="10263">
                  <c:v>3.0253383721624596</c:v>
                </c:pt>
                <c:pt idx="10264">
                  <c:v>3.0236858807571894</c:v>
                </c:pt>
                <c:pt idx="10265">
                  <c:v>3.0241503373911263</c:v>
                </c:pt>
                <c:pt idx="10266">
                  <c:v>3.0249838342304836</c:v>
                </c:pt>
                <c:pt idx="10267">
                  <c:v>3.0249059911450824</c:v>
                </c:pt>
                <c:pt idx="10268">
                  <c:v>3.0253465190278357</c:v>
                </c:pt>
                <c:pt idx="10269">
                  <c:v>3.0245837420983936</c:v>
                </c:pt>
                <c:pt idx="10270">
                  <c:v>3.0233103145287186</c:v>
                </c:pt>
                <c:pt idx="10271">
                  <c:v>3.0226846693908191</c:v>
                </c:pt>
                <c:pt idx="10272">
                  <c:v>3.0237141601904063</c:v>
                </c:pt>
                <c:pt idx="10273">
                  <c:v>3.0270565076819396</c:v>
                </c:pt>
                <c:pt idx="10274">
                  <c:v>3.0298994224682869</c:v>
                </c:pt>
                <c:pt idx="10275">
                  <c:v>3.027354358786245</c:v>
                </c:pt>
                <c:pt idx="10276">
                  <c:v>3.0268566748846215</c:v>
                </c:pt>
                <c:pt idx="10277">
                  <c:v>3.02834554652244</c:v>
                </c:pt>
                <c:pt idx="10278">
                  <c:v>3.0262307311705041</c:v>
                </c:pt>
                <c:pt idx="10279">
                  <c:v>3.0245315765677385</c:v>
                </c:pt>
                <c:pt idx="10280">
                  <c:v>3.025468551393498</c:v>
                </c:pt>
                <c:pt idx="10281">
                  <c:v>3.0264588860547845</c:v>
                </c:pt>
                <c:pt idx="10282">
                  <c:v>3.0271035974168892</c:v>
                </c:pt>
                <c:pt idx="10283">
                  <c:v>3.0259663632563574</c:v>
                </c:pt>
                <c:pt idx="10284">
                  <c:v>3.0271146873907</c:v>
                </c:pt>
                <c:pt idx="10285">
                  <c:v>3.0266258754681248</c:v>
                </c:pt>
                <c:pt idx="10286">
                  <c:v>3.0266507426017077</c:v>
                </c:pt>
                <c:pt idx="10287">
                  <c:v>3.0276495227045888</c:v>
                </c:pt>
                <c:pt idx="10288">
                  <c:v>3.0268697269307219</c:v>
                </c:pt>
                <c:pt idx="10289">
                  <c:v>3.0287074208986291</c:v>
                </c:pt>
                <c:pt idx="10290">
                  <c:v>3.0290558166912636</c:v>
                </c:pt>
                <c:pt idx="10291">
                  <c:v>3.0260284244559514</c:v>
                </c:pt>
                <c:pt idx="10292">
                  <c:v>3.022745706900523</c:v>
                </c:pt>
                <c:pt idx="10293">
                  <c:v>3.0219987118568881</c:v>
                </c:pt>
                <c:pt idx="10294">
                  <c:v>3.0224510974808698</c:v>
                </c:pt>
                <c:pt idx="10295">
                  <c:v>3.0226002149748767</c:v>
                </c:pt>
                <c:pt idx="10296">
                  <c:v>3.0222355681052355</c:v>
                </c:pt>
                <c:pt idx="10297">
                  <c:v>3.0252847990582055</c:v>
                </c:pt>
                <c:pt idx="10298">
                  <c:v>3.0261866698514797</c:v>
                </c:pt>
                <c:pt idx="10299">
                  <c:v>3.0256098205983468</c:v>
                </c:pt>
                <c:pt idx="10300">
                  <c:v>3.02549734267166</c:v>
                </c:pt>
                <c:pt idx="10301">
                  <c:v>3.0249298772425206</c:v>
                </c:pt>
                <c:pt idx="10302">
                  <c:v>3.0244855105226791</c:v>
                </c:pt>
                <c:pt idx="10303">
                  <c:v>3.0245124250360425</c:v>
                </c:pt>
                <c:pt idx="10304">
                  <c:v>3.02286172508808</c:v>
                </c:pt>
                <c:pt idx="10305">
                  <c:v>3.0235080146387654</c:v>
                </c:pt>
                <c:pt idx="10306">
                  <c:v>3.024236839186849</c:v>
                </c:pt>
                <c:pt idx="10307">
                  <c:v>3.023658155822663</c:v>
                </c:pt>
                <c:pt idx="10308">
                  <c:v>3.023460541020107</c:v>
                </c:pt>
                <c:pt idx="10309">
                  <c:v>3.0227646025097465</c:v>
                </c:pt>
                <c:pt idx="10310">
                  <c:v>3.0222215350229904</c:v>
                </c:pt>
                <c:pt idx="10311">
                  <c:v>3.0223451029234876</c:v>
                </c:pt>
                <c:pt idx="10312">
                  <c:v>3.0213959291265367</c:v>
                </c:pt>
                <c:pt idx="10313">
                  <c:v>3.021088864813219</c:v>
                </c:pt>
                <c:pt idx="10314">
                  <c:v>3.0218786415635157</c:v>
                </c:pt>
                <c:pt idx="10315">
                  <c:v>3.0238222874350598</c:v>
                </c:pt>
                <c:pt idx="10316">
                  <c:v>3.0249483463142899</c:v>
                </c:pt>
                <c:pt idx="10317">
                  <c:v>3.0220959197427124</c:v>
                </c:pt>
                <c:pt idx="10318">
                  <c:v>3.0196012727877637</c:v>
                </c:pt>
                <c:pt idx="10319">
                  <c:v>3.0186590088975711</c:v>
                </c:pt>
                <c:pt idx="10320">
                  <c:v>3.0173500934117023</c:v>
                </c:pt>
                <c:pt idx="10321">
                  <c:v>3.0189019646315143</c:v>
                </c:pt>
                <c:pt idx="10322">
                  <c:v>3.0192683603047183</c:v>
                </c:pt>
                <c:pt idx="10323">
                  <c:v>3.0178586540184091</c:v>
                </c:pt>
                <c:pt idx="10324">
                  <c:v>3.0173300034976069</c:v>
                </c:pt>
                <c:pt idx="10325">
                  <c:v>3.0184032143862551</c:v>
                </c:pt>
                <c:pt idx="10326">
                  <c:v>3.0197988022828284</c:v>
                </c:pt>
                <c:pt idx="10327">
                  <c:v>3.0207611987408614</c:v>
                </c:pt>
                <c:pt idx="10328">
                  <c:v>3.0226093002226526</c:v>
                </c:pt>
                <c:pt idx="10329">
                  <c:v>3.0237262738541073</c:v>
                </c:pt>
                <c:pt idx="10330">
                  <c:v>3.0231626899158015</c:v>
                </c:pt>
                <c:pt idx="10331">
                  <c:v>3.0240506555880673</c:v>
                </c:pt>
                <c:pt idx="10332">
                  <c:v>3.0276697832336659</c:v>
                </c:pt>
                <c:pt idx="10333">
                  <c:v>3.029694983066463</c:v>
                </c:pt>
                <c:pt idx="10334">
                  <c:v>3.0302322496438414</c:v>
                </c:pt>
                <c:pt idx="10335">
                  <c:v>3.027356662088498</c:v>
                </c:pt>
                <c:pt idx="10336">
                  <c:v>3.024397473192121</c:v>
                </c:pt>
                <c:pt idx="10337">
                  <c:v>3.0251668614521039</c:v>
                </c:pt>
                <c:pt idx="10338">
                  <c:v>3.0273762828113937</c:v>
                </c:pt>
                <c:pt idx="10339">
                  <c:v>3.0252269605794084</c:v>
                </c:pt>
                <c:pt idx="10340">
                  <c:v>3.0232094810745331</c:v>
                </c:pt>
                <c:pt idx="10341">
                  <c:v>3.0250460233913139</c:v>
                </c:pt>
                <c:pt idx="10342">
                  <c:v>3.0255996690069353</c:v>
                </c:pt>
                <c:pt idx="10343">
                  <c:v>3.0235937060133251</c:v>
                </c:pt>
                <c:pt idx="10344">
                  <c:v>3.0238426759253731</c:v>
                </c:pt>
                <c:pt idx="10345">
                  <c:v>3.0229160659597518</c:v>
                </c:pt>
                <c:pt idx="10346">
                  <c:v>3.0223615672692219</c:v>
                </c:pt>
                <c:pt idx="10347">
                  <c:v>3.0227682707318531</c:v>
                </c:pt>
                <c:pt idx="10348">
                  <c:v>3.0221136637008095</c:v>
                </c:pt>
                <c:pt idx="10349">
                  <c:v>3.0205040393096918</c:v>
                </c:pt>
                <c:pt idx="10350">
                  <c:v>3.0187687996382961</c:v>
                </c:pt>
                <c:pt idx="10351">
                  <c:v>3.0208275253149979</c:v>
                </c:pt>
                <c:pt idx="10352">
                  <c:v>3.0241600624450835</c:v>
                </c:pt>
                <c:pt idx="10353">
                  <c:v>3.0262089777603371</c:v>
                </c:pt>
                <c:pt idx="10354">
                  <c:v>3.0265185586446344</c:v>
                </c:pt>
                <c:pt idx="10355">
                  <c:v>3.0265734540149971</c:v>
                </c:pt>
                <c:pt idx="10356">
                  <c:v>3.0255014800849662</c:v>
                </c:pt>
                <c:pt idx="10357">
                  <c:v>3.0231805191813894</c:v>
                </c:pt>
                <c:pt idx="10358">
                  <c:v>3.0235154790442147</c:v>
                </c:pt>
                <c:pt idx="10359">
                  <c:v>3.0259049418629451</c:v>
                </c:pt>
                <c:pt idx="10360">
                  <c:v>3.0281331735239672</c:v>
                </c:pt>
                <c:pt idx="10361">
                  <c:v>3.0284668964281756</c:v>
                </c:pt>
                <c:pt idx="10362">
                  <c:v>3.0280793018434951</c:v>
                </c:pt>
                <c:pt idx="10363">
                  <c:v>3.0260016805575698</c:v>
                </c:pt>
                <c:pt idx="10364">
                  <c:v>3.0259048565554543</c:v>
                </c:pt>
                <c:pt idx="10365">
                  <c:v>3.0273492829905395</c:v>
                </c:pt>
                <c:pt idx="10366">
                  <c:v>3.0260248415413358</c:v>
                </c:pt>
                <c:pt idx="10367">
                  <c:v>3.0238659648703754</c:v>
                </c:pt>
                <c:pt idx="10368">
                  <c:v>3.0238618701108146</c:v>
                </c:pt>
                <c:pt idx="10369">
                  <c:v>3.022456642467775</c:v>
                </c:pt>
                <c:pt idx="10370">
                  <c:v>3.0196735708862597</c:v>
                </c:pt>
                <c:pt idx="10371">
                  <c:v>3.0187099374696094</c:v>
                </c:pt>
                <c:pt idx="10372">
                  <c:v>3.0185589432108033</c:v>
                </c:pt>
                <c:pt idx="10373">
                  <c:v>3.0195755525792718</c:v>
                </c:pt>
                <c:pt idx="10374">
                  <c:v>3.0207594072835535</c:v>
                </c:pt>
                <c:pt idx="10375">
                  <c:v>3.0212747498357833</c:v>
                </c:pt>
                <c:pt idx="10376">
                  <c:v>3.0226649207066871</c:v>
                </c:pt>
                <c:pt idx="10377">
                  <c:v>3.0228101140561154</c:v>
                </c:pt>
                <c:pt idx="10378">
                  <c:v>3.0226429966815385</c:v>
                </c:pt>
                <c:pt idx="10379">
                  <c:v>3.0220715218003291</c:v>
                </c:pt>
                <c:pt idx="10380">
                  <c:v>3.0207470803511258</c:v>
                </c:pt>
                <c:pt idx="10381">
                  <c:v>3.020544261791628</c:v>
                </c:pt>
                <c:pt idx="10382">
                  <c:v>3.021261612482192</c:v>
                </c:pt>
                <c:pt idx="10383">
                  <c:v>3.0224705475887839</c:v>
                </c:pt>
                <c:pt idx="10384">
                  <c:v>3.0242048915315252</c:v>
                </c:pt>
                <c:pt idx="10385">
                  <c:v>3.0241116930977707</c:v>
                </c:pt>
                <c:pt idx="10386">
                  <c:v>3.0234767920971142</c:v>
                </c:pt>
                <c:pt idx="10387">
                  <c:v>3.02269575936463</c:v>
                </c:pt>
                <c:pt idx="10388">
                  <c:v>3.0237243117818178</c:v>
                </c:pt>
                <c:pt idx="10389">
                  <c:v>3.0264703172585583</c:v>
                </c:pt>
                <c:pt idx="10390">
                  <c:v>3.0277546641870621</c:v>
                </c:pt>
                <c:pt idx="10391">
                  <c:v>3.026718348788207</c:v>
                </c:pt>
                <c:pt idx="10392">
                  <c:v>3.026259607756157</c:v>
                </c:pt>
                <c:pt idx="10393">
                  <c:v>3.0261313052899177</c:v>
                </c:pt>
                <c:pt idx="10394">
                  <c:v>3.024719338355101</c:v>
                </c:pt>
                <c:pt idx="10395">
                  <c:v>3.0205481432824617</c:v>
                </c:pt>
                <c:pt idx="10396">
                  <c:v>3.0170416215247862</c:v>
                </c:pt>
                <c:pt idx="10397">
                  <c:v>3.0174493060235621</c:v>
                </c:pt>
                <c:pt idx="10398">
                  <c:v>3.0194444776195799</c:v>
                </c:pt>
                <c:pt idx="10399">
                  <c:v>3.0197102104535798</c:v>
                </c:pt>
                <c:pt idx="10400">
                  <c:v>3.0202036716344063</c:v>
                </c:pt>
                <c:pt idx="10401">
                  <c:v>3.0195318324902112</c:v>
                </c:pt>
                <c:pt idx="10402">
                  <c:v>3.0188144817996467</c:v>
                </c:pt>
                <c:pt idx="10403">
                  <c:v>3.0187634252663726</c:v>
                </c:pt>
                <c:pt idx="10404">
                  <c:v>3.0195654862953516</c:v>
                </c:pt>
                <c:pt idx="10405">
                  <c:v>3.020159525007891</c:v>
                </c:pt>
                <c:pt idx="10406">
                  <c:v>3.022317463296452</c:v>
                </c:pt>
                <c:pt idx="10407">
                  <c:v>3.0229894304018834</c:v>
                </c:pt>
                <c:pt idx="10408">
                  <c:v>3.0239434240720677</c:v>
                </c:pt>
                <c:pt idx="10409">
                  <c:v>3.0244208900983596</c:v>
                </c:pt>
                <c:pt idx="10410">
                  <c:v>3.0217841208636531</c:v>
                </c:pt>
                <c:pt idx="10411">
                  <c:v>3.0191743941035463</c:v>
                </c:pt>
                <c:pt idx="10412">
                  <c:v>3.0193267532822059</c:v>
                </c:pt>
                <c:pt idx="10413">
                  <c:v>3.0202449178062327</c:v>
                </c:pt>
                <c:pt idx="10414">
                  <c:v>3.0220056644173923</c:v>
                </c:pt>
                <c:pt idx="10415">
                  <c:v>3.0244923777756925</c:v>
                </c:pt>
                <c:pt idx="10416">
                  <c:v>3.023760354196702</c:v>
                </c:pt>
                <c:pt idx="10417">
                  <c:v>3.0233101865674823</c:v>
                </c:pt>
                <c:pt idx="10418">
                  <c:v>3.025283647407079</c:v>
                </c:pt>
                <c:pt idx="10419">
                  <c:v>3.0260056900096397</c:v>
                </c:pt>
                <c:pt idx="10420">
                  <c:v>3.0261779258336676</c:v>
                </c:pt>
                <c:pt idx="10421">
                  <c:v>3.0251112836218148</c:v>
                </c:pt>
                <c:pt idx="10422">
                  <c:v>3.0238912585414126</c:v>
                </c:pt>
                <c:pt idx="10423">
                  <c:v>3.0245854909019561</c:v>
                </c:pt>
                <c:pt idx="10424">
                  <c:v>3.0259774958839136</c:v>
                </c:pt>
                <c:pt idx="10425">
                  <c:v>3.0268940822193597</c:v>
                </c:pt>
                <c:pt idx="10426">
                  <c:v>3.0259525007890944</c:v>
                </c:pt>
                <c:pt idx="10427">
                  <c:v>3.0246136423739367</c:v>
                </c:pt>
                <c:pt idx="10428">
                  <c:v>3.0224740451959087</c:v>
                </c:pt>
                <c:pt idx="10429">
                  <c:v>3.0169328544739513</c:v>
                </c:pt>
                <c:pt idx="10430">
                  <c:v>3.0124565571602844</c:v>
                </c:pt>
                <c:pt idx="10431">
                  <c:v>3.0132335804406987</c:v>
                </c:pt>
                <c:pt idx="10432">
                  <c:v>3.0159199133275894</c:v>
                </c:pt>
                <c:pt idx="10433">
                  <c:v>3.0182719261578361</c:v>
                </c:pt>
                <c:pt idx="10434">
                  <c:v>3.0181121025737272</c:v>
                </c:pt>
                <c:pt idx="10435">
                  <c:v>3.0192446021685164</c:v>
                </c:pt>
                <c:pt idx="10436">
                  <c:v>3.0224153109884577</c:v>
                </c:pt>
                <c:pt idx="10437">
                  <c:v>3.0232385709289131</c:v>
                </c:pt>
                <c:pt idx="10438">
                  <c:v>3.0215698711003811</c:v>
                </c:pt>
                <c:pt idx="10439">
                  <c:v>3.0220641427023707</c:v>
                </c:pt>
                <c:pt idx="10440">
                  <c:v>3.0217494433686221</c:v>
                </c:pt>
                <c:pt idx="10441">
                  <c:v>3.0185627820478915</c:v>
                </c:pt>
                <c:pt idx="10442">
                  <c:v>3.0167177516357713</c:v>
                </c:pt>
                <c:pt idx="10443">
                  <c:v>3.0177225459167571</c:v>
                </c:pt>
                <c:pt idx="10444">
                  <c:v>3.0192460950496063</c:v>
                </c:pt>
                <c:pt idx="10445">
                  <c:v>3.0179448998916594</c:v>
                </c:pt>
                <c:pt idx="10446">
                  <c:v>3.017898535270382</c:v>
                </c:pt>
                <c:pt idx="10447">
                  <c:v>3.0189524666660978</c:v>
                </c:pt>
                <c:pt idx="10448">
                  <c:v>3.0192328297347788</c:v>
                </c:pt>
                <c:pt idx="10449">
                  <c:v>3.0185230287571549</c:v>
                </c:pt>
                <c:pt idx="10450">
                  <c:v>3.0213689293056825</c:v>
                </c:pt>
                <c:pt idx="10451">
                  <c:v>3.0232161777125648</c:v>
                </c:pt>
                <c:pt idx="10452">
                  <c:v>3.025071103793624</c:v>
                </c:pt>
                <c:pt idx="10453">
                  <c:v>3.026551785912321</c:v>
                </c:pt>
                <c:pt idx="10454">
                  <c:v>3.0266033542905402</c:v>
                </c:pt>
                <c:pt idx="10455">
                  <c:v>3.0258453119268403</c:v>
                </c:pt>
                <c:pt idx="10456">
                  <c:v>3.0232822057104833</c:v>
                </c:pt>
                <c:pt idx="10457">
                  <c:v>3.0214184076503758</c:v>
                </c:pt>
                <c:pt idx="10458">
                  <c:v>3.0222255444750603</c:v>
                </c:pt>
                <c:pt idx="10459">
                  <c:v>3.0220864932649736</c:v>
                </c:pt>
                <c:pt idx="10460">
                  <c:v>3.020418945087568</c:v>
                </c:pt>
                <c:pt idx="10461">
                  <c:v>3.0214629808143454</c:v>
                </c:pt>
                <c:pt idx="10462">
                  <c:v>3.0243011183812052</c:v>
                </c:pt>
                <c:pt idx="10463">
                  <c:v>3.0249524837275961</c:v>
                </c:pt>
                <c:pt idx="10464">
                  <c:v>3.0243454356227022</c:v>
                </c:pt>
                <c:pt idx="10465">
                  <c:v>3.0240308642501899</c:v>
                </c:pt>
                <c:pt idx="10466">
                  <c:v>3.0247753853765897</c:v>
                </c:pt>
                <c:pt idx="10467">
                  <c:v>3.023006321285072</c:v>
                </c:pt>
                <c:pt idx="10468">
                  <c:v>3.0216424677750955</c:v>
                </c:pt>
                <c:pt idx="10469">
                  <c:v>3.0218046799689482</c:v>
                </c:pt>
                <c:pt idx="10470">
                  <c:v>3.0221355877259581</c:v>
                </c:pt>
                <c:pt idx="10471">
                  <c:v>3.0208273547000162</c:v>
                </c:pt>
                <c:pt idx="10472">
                  <c:v>3.0185380855292903</c:v>
                </c:pt>
                <c:pt idx="10473">
                  <c:v>3.019103674193631</c:v>
                </c:pt>
                <c:pt idx="10474">
                  <c:v>3.0218755278400997</c:v>
                </c:pt>
                <c:pt idx="10475">
                  <c:v>3.0240405466504012</c:v>
                </c:pt>
                <c:pt idx="10476">
                  <c:v>3.0249828105405934</c:v>
                </c:pt>
                <c:pt idx="10477">
                  <c:v>3.0240706175409264</c:v>
                </c:pt>
                <c:pt idx="10478">
                  <c:v>3.0233774515240182</c:v>
                </c:pt>
                <c:pt idx="10479">
                  <c:v>3.0243048292570571</c:v>
                </c:pt>
                <c:pt idx="10480">
                  <c:v>3.0245700502461119</c:v>
                </c:pt>
                <c:pt idx="10481">
                  <c:v>3.0233892666115012</c:v>
                </c:pt>
                <c:pt idx="10482">
                  <c:v>3.0224266568847411</c:v>
                </c:pt>
                <c:pt idx="10483">
                  <c:v>3.0230281173489844</c:v>
                </c:pt>
                <c:pt idx="10484">
                  <c:v>3.0221718860633153</c:v>
                </c:pt>
                <c:pt idx="10485">
                  <c:v>3.0234804603192207</c:v>
                </c:pt>
                <c:pt idx="10486">
                  <c:v>3.0268150021753408</c:v>
                </c:pt>
                <c:pt idx="10487">
                  <c:v>3.0288098751951407</c:v>
                </c:pt>
                <c:pt idx="10488">
                  <c:v>3.0291830101601223</c:v>
                </c:pt>
                <c:pt idx="10489">
                  <c:v>3.027882582769593</c:v>
                </c:pt>
                <c:pt idx="10490">
                  <c:v>3.0268835467442394</c:v>
                </c:pt>
                <c:pt idx="10491">
                  <c:v>3.0282759356099058</c:v>
                </c:pt>
                <c:pt idx="10492">
                  <c:v>3.028706909053684</c:v>
                </c:pt>
                <c:pt idx="10493">
                  <c:v>3.0264293270092049</c:v>
                </c:pt>
                <c:pt idx="10494">
                  <c:v>3.0242030147667265</c:v>
                </c:pt>
                <c:pt idx="10495">
                  <c:v>3.0216874674765193</c:v>
                </c:pt>
                <c:pt idx="10496">
                  <c:v>3.0203502299036877</c:v>
                </c:pt>
                <c:pt idx="10497">
                  <c:v>3.0201319280346008</c:v>
                </c:pt>
                <c:pt idx="10498">
                  <c:v>3.0195188230978562</c:v>
                </c:pt>
                <c:pt idx="10499">
                  <c:v>3.0195636095305529</c:v>
                </c:pt>
                <c:pt idx="10500">
                  <c:v>3.0195169036793121</c:v>
                </c:pt>
                <c:pt idx="10501">
                  <c:v>3.018903244243877</c:v>
                </c:pt>
                <c:pt idx="10502">
                  <c:v>3.01884988440835</c:v>
                </c:pt>
                <c:pt idx="10503">
                  <c:v>3.0217610878411234</c:v>
                </c:pt>
                <c:pt idx="10504">
                  <c:v>3.0254309307900327</c:v>
                </c:pt>
                <c:pt idx="10505">
                  <c:v>3.0250083174803581</c:v>
                </c:pt>
                <c:pt idx="10506">
                  <c:v>3.0225368741629204</c:v>
                </c:pt>
                <c:pt idx="10507">
                  <c:v>3.0201760746611162</c:v>
                </c:pt>
                <c:pt idx="10508">
                  <c:v>3.0216071504738831</c:v>
                </c:pt>
                <c:pt idx="10509">
                  <c:v>3.0241250437200891</c:v>
                </c:pt>
                <c:pt idx="10510">
                  <c:v>3.0253842675925373</c:v>
                </c:pt>
                <c:pt idx="10511">
                  <c:v>3.0259765575015143</c:v>
                </c:pt>
                <c:pt idx="10512">
                  <c:v>3.0266481833769823</c:v>
                </c:pt>
                <c:pt idx="10513">
                  <c:v>3.027182208269708</c:v>
                </c:pt>
                <c:pt idx="10514">
                  <c:v>3.0270585977154654</c:v>
                </c:pt>
                <c:pt idx="10515">
                  <c:v>3.0290791056362658</c:v>
                </c:pt>
                <c:pt idx="10516">
                  <c:v>3.0303505711336514</c:v>
                </c:pt>
                <c:pt idx="10517">
                  <c:v>3.0287600129667385</c:v>
                </c:pt>
                <c:pt idx="10518">
                  <c:v>3.0281452018801769</c:v>
                </c:pt>
                <c:pt idx="10519">
                  <c:v>3.0290421248389823</c:v>
                </c:pt>
                <c:pt idx="10520">
                  <c:v>3.026801352976805</c:v>
                </c:pt>
                <c:pt idx="10521">
                  <c:v>3.0257771085879051</c:v>
                </c:pt>
                <c:pt idx="10522">
                  <c:v>3.0249784598585601</c:v>
                </c:pt>
                <c:pt idx="10523">
                  <c:v>3.0247222388097899</c:v>
                </c:pt>
                <c:pt idx="10524">
                  <c:v>3.0249529955725412</c:v>
                </c:pt>
                <c:pt idx="10525">
                  <c:v>3.0257069005229349</c:v>
                </c:pt>
                <c:pt idx="10526">
                  <c:v>3.0253671634406216</c:v>
                </c:pt>
                <c:pt idx="10527">
                  <c:v>3.0263063562611432</c:v>
                </c:pt>
                <c:pt idx="10528">
                  <c:v>3.0262247169923993</c:v>
                </c:pt>
                <c:pt idx="10529">
                  <c:v>3.0254325942861042</c:v>
                </c:pt>
                <c:pt idx="10530">
                  <c:v>3.0234099110242871</c:v>
                </c:pt>
                <c:pt idx="10531">
                  <c:v>3.0219514941607022</c:v>
                </c:pt>
                <c:pt idx="10532">
                  <c:v>3.0227314178958054</c:v>
                </c:pt>
                <c:pt idx="10533">
                  <c:v>3.0230408281651213</c:v>
                </c:pt>
                <c:pt idx="10534">
                  <c:v>3.02365137387714</c:v>
                </c:pt>
                <c:pt idx="10535">
                  <c:v>3.0259970739530639</c:v>
                </c:pt>
                <c:pt idx="10536">
                  <c:v>3.0267908175016847</c:v>
                </c:pt>
                <c:pt idx="10537">
                  <c:v>3.0272735725924091</c:v>
                </c:pt>
                <c:pt idx="10538">
                  <c:v>3.0274086570041714</c:v>
                </c:pt>
                <c:pt idx="10539">
                  <c:v>3.0251293688098753</c:v>
                </c:pt>
                <c:pt idx="10540">
                  <c:v>3.0253178557109099</c:v>
                </c:pt>
                <c:pt idx="10541">
                  <c:v>3.0256313180860412</c:v>
                </c:pt>
                <c:pt idx="10542">
                  <c:v>3.0232509405150867</c:v>
                </c:pt>
                <c:pt idx="10543">
                  <c:v>3.0210145619886881</c:v>
                </c:pt>
                <c:pt idx="10544">
                  <c:v>3.0221103793624118</c:v>
                </c:pt>
                <c:pt idx="10545">
                  <c:v>3.0252052924767323</c:v>
                </c:pt>
                <c:pt idx="10546">
                  <c:v>3.0252203065951222</c:v>
                </c:pt>
                <c:pt idx="10547">
                  <c:v>3.0217698745126809</c:v>
                </c:pt>
                <c:pt idx="10548">
                  <c:v>3.0192280525152912</c:v>
                </c:pt>
                <c:pt idx="10549">
                  <c:v>3.0175796558695818</c:v>
                </c:pt>
                <c:pt idx="10550">
                  <c:v>3.0169975175520163</c:v>
                </c:pt>
                <c:pt idx="10551">
                  <c:v>3.0192377349155031</c:v>
                </c:pt>
                <c:pt idx="10552">
                  <c:v>3.0202677375600353</c:v>
                </c:pt>
                <c:pt idx="10553">
                  <c:v>3.0211872670039157</c:v>
                </c:pt>
                <c:pt idx="10554">
                  <c:v>3.0222553594431125</c:v>
                </c:pt>
                <c:pt idx="10555">
                  <c:v>3.0201350844117623</c:v>
                </c:pt>
                <c:pt idx="10556">
                  <c:v>3.0196860257799236</c:v>
                </c:pt>
                <c:pt idx="10557">
                  <c:v>3.0231968982196324</c:v>
                </c:pt>
                <c:pt idx="10558">
                  <c:v>3.0243534971805874</c:v>
                </c:pt>
                <c:pt idx="10559">
                  <c:v>3.0259586002746901</c:v>
                </c:pt>
                <c:pt idx="10560">
                  <c:v>3.0300165069994796</c:v>
                </c:pt>
                <c:pt idx="10561">
                  <c:v>3.029351449800807</c:v>
                </c:pt>
                <c:pt idx="10562">
                  <c:v>3.0272799706542233</c:v>
                </c:pt>
                <c:pt idx="10563">
                  <c:v>3.0265086629756959</c:v>
                </c:pt>
                <c:pt idx="10564">
                  <c:v>3.0248665790843092</c:v>
                </c:pt>
                <c:pt idx="10565">
                  <c:v>3.0227462613992135</c:v>
                </c:pt>
                <c:pt idx="10566">
                  <c:v>3.0216013069107599</c:v>
                </c:pt>
                <c:pt idx="10567">
                  <c:v>3.0202404818167081</c:v>
                </c:pt>
                <c:pt idx="10568">
                  <c:v>3.0202052071692416</c:v>
                </c:pt>
                <c:pt idx="10569">
                  <c:v>3.0218487412879727</c:v>
                </c:pt>
                <c:pt idx="10570">
                  <c:v>3.0232362676266602</c:v>
                </c:pt>
                <c:pt idx="10571">
                  <c:v>3.0249130716668229</c:v>
                </c:pt>
                <c:pt idx="10572">
                  <c:v>3.0263296878598909</c:v>
                </c:pt>
                <c:pt idx="10573">
                  <c:v>3.0251370464840517</c:v>
                </c:pt>
                <c:pt idx="10574">
                  <c:v>3.0198812519727358</c:v>
                </c:pt>
                <c:pt idx="10575">
                  <c:v>3.017100185117255</c:v>
                </c:pt>
                <c:pt idx="10576">
                  <c:v>3.019586685206828</c:v>
                </c:pt>
                <c:pt idx="10577">
                  <c:v>3.0234196360782439</c:v>
                </c:pt>
                <c:pt idx="10578">
                  <c:v>3.0244551837096814</c:v>
                </c:pt>
                <c:pt idx="10579">
                  <c:v>3.023265997287222</c:v>
                </c:pt>
                <c:pt idx="10580">
                  <c:v>3.023186703974476</c:v>
                </c:pt>
                <c:pt idx="10581">
                  <c:v>3.0229228052515293</c:v>
                </c:pt>
                <c:pt idx="10582">
                  <c:v>3.0235428627487781</c:v>
                </c:pt>
                <c:pt idx="10583">
                  <c:v>3.0232351586292792</c:v>
                </c:pt>
                <c:pt idx="10584">
                  <c:v>3.0260091449630191</c:v>
                </c:pt>
                <c:pt idx="10585">
                  <c:v>3.0287663683748072</c:v>
                </c:pt>
                <c:pt idx="10586">
                  <c:v>3.0266015201794869</c:v>
                </c:pt>
                <c:pt idx="10587">
                  <c:v>3.025370319817783</c:v>
                </c:pt>
                <c:pt idx="10588">
                  <c:v>3.0230324680310177</c:v>
                </c:pt>
                <c:pt idx="10589">
                  <c:v>3.0214409288279604</c:v>
                </c:pt>
                <c:pt idx="10590">
                  <c:v>3.0225448504133148</c:v>
                </c:pt>
                <c:pt idx="10591">
                  <c:v>3.0240407172653829</c:v>
                </c:pt>
                <c:pt idx="10592">
                  <c:v>3.0237864582889022</c:v>
                </c:pt>
                <c:pt idx="10593">
                  <c:v>3.022672299804646</c:v>
                </c:pt>
                <c:pt idx="10594">
                  <c:v>3.0219107598338208</c:v>
                </c:pt>
                <c:pt idx="10595">
                  <c:v>3.0222758758946622</c:v>
                </c:pt>
                <c:pt idx="10596">
                  <c:v>3.0220736118338549</c:v>
                </c:pt>
                <c:pt idx="10597">
                  <c:v>3.0229166631121878</c:v>
                </c:pt>
                <c:pt idx="10598">
                  <c:v>3.0204537078900899</c:v>
                </c:pt>
                <c:pt idx="10599">
                  <c:v>3.0186898902092594</c:v>
                </c:pt>
                <c:pt idx="10600">
                  <c:v>3.0214282180118235</c:v>
                </c:pt>
                <c:pt idx="10601">
                  <c:v>3.0231768936130283</c:v>
                </c:pt>
                <c:pt idx="10602">
                  <c:v>3.0230281600027298</c:v>
                </c:pt>
                <c:pt idx="10603">
                  <c:v>3.0232192061284899</c:v>
                </c:pt>
                <c:pt idx="10604">
                  <c:v>3.0225174240550063</c:v>
                </c:pt>
                <c:pt idx="10605">
                  <c:v>3.0210599029200753</c:v>
                </c:pt>
                <c:pt idx="10606">
                  <c:v>3.0203344906716261</c:v>
                </c:pt>
                <c:pt idx="10607">
                  <c:v>3.0213165505062998</c:v>
                </c:pt>
                <c:pt idx="10608">
                  <c:v>3.0232908217670595</c:v>
                </c:pt>
                <c:pt idx="10609">
                  <c:v>3.0236884399819148</c:v>
                </c:pt>
                <c:pt idx="10610">
                  <c:v>3.0248118543289286</c:v>
                </c:pt>
                <c:pt idx="10611">
                  <c:v>3.0254632623290649</c:v>
                </c:pt>
                <c:pt idx="10612">
                  <c:v>3.023992987724252</c:v>
                </c:pt>
                <c:pt idx="10613">
                  <c:v>3.0238291546880731</c:v>
                </c:pt>
                <c:pt idx="10614">
                  <c:v>3.0236818713051195</c:v>
                </c:pt>
                <c:pt idx="10615">
                  <c:v>3.0204174948602236</c:v>
                </c:pt>
                <c:pt idx="10616">
                  <c:v>3.0181700263600146</c:v>
                </c:pt>
                <c:pt idx="10617">
                  <c:v>3.0193709425624666</c:v>
                </c:pt>
                <c:pt idx="10618">
                  <c:v>3.0190752667991778</c:v>
                </c:pt>
                <c:pt idx="10619">
                  <c:v>3.0200853501445963</c:v>
                </c:pt>
                <c:pt idx="10620">
                  <c:v>3.0216674202161693</c:v>
                </c:pt>
                <c:pt idx="10621">
                  <c:v>3.0216959982256042</c:v>
                </c:pt>
                <c:pt idx="10622">
                  <c:v>3.0218783429872977</c:v>
                </c:pt>
                <c:pt idx="10623">
                  <c:v>3.0209128328058488</c:v>
                </c:pt>
                <c:pt idx="10624">
                  <c:v>3.0216440459636762</c:v>
                </c:pt>
                <c:pt idx="10625">
                  <c:v>3.0227495030838658</c:v>
                </c:pt>
                <c:pt idx="10626">
                  <c:v>3.0252843298670058</c:v>
                </c:pt>
                <c:pt idx="10627">
                  <c:v>3.0294472927667777</c:v>
                </c:pt>
                <c:pt idx="10628">
                  <c:v>3.0325462153331686</c:v>
                </c:pt>
                <c:pt idx="10629">
                  <c:v>3.0342946776656459</c:v>
                </c:pt>
                <c:pt idx="10630">
                  <c:v>3.032595395101644</c:v>
                </c:pt>
                <c:pt idx="10631">
                  <c:v>3.0310091876167644</c:v>
                </c:pt>
                <c:pt idx="10632">
                  <c:v>3.0301410559361219</c:v>
                </c:pt>
                <c:pt idx="10633">
                  <c:v>3.0297333287836006</c:v>
                </c:pt>
                <c:pt idx="10634">
                  <c:v>3.0269642476305845</c:v>
                </c:pt>
                <c:pt idx="10635">
                  <c:v>3.0227427211383433</c:v>
                </c:pt>
                <c:pt idx="10636">
                  <c:v>3.0201065490560728</c:v>
                </c:pt>
                <c:pt idx="10637">
                  <c:v>3.0200676061864993</c:v>
                </c:pt>
                <c:pt idx="10638">
                  <c:v>3.0201634918062155</c:v>
                </c:pt>
                <c:pt idx="10639">
                  <c:v>3.0197837881644389</c:v>
                </c:pt>
                <c:pt idx="10640">
                  <c:v>3.0203360688602068</c:v>
                </c:pt>
                <c:pt idx="10641">
                  <c:v>3.0186280849321379</c:v>
                </c:pt>
                <c:pt idx="10642">
                  <c:v>3.0168381205053616</c:v>
                </c:pt>
                <c:pt idx="10643">
                  <c:v>3.0186384497922765</c:v>
                </c:pt>
                <c:pt idx="10644">
                  <c:v>3.0188293253030549</c:v>
                </c:pt>
                <c:pt idx="10645">
                  <c:v>3.018915656483796</c:v>
                </c:pt>
                <c:pt idx="10646">
                  <c:v>3.0196620117212492</c:v>
                </c:pt>
                <c:pt idx="10647">
                  <c:v>3.0219827167023539</c:v>
                </c:pt>
                <c:pt idx="10648">
                  <c:v>3.0218151301365772</c:v>
                </c:pt>
                <c:pt idx="10649">
                  <c:v>3.0180332784521808</c:v>
                </c:pt>
                <c:pt idx="10650">
                  <c:v>3.0163929860181025</c:v>
                </c:pt>
                <c:pt idx="10651">
                  <c:v>3.0136749613983604</c:v>
                </c:pt>
                <c:pt idx="10652">
                  <c:v>3.0116732211255473</c:v>
                </c:pt>
                <c:pt idx="10653">
                  <c:v>3.0127213089581395</c:v>
                </c:pt>
                <c:pt idx="10654">
                  <c:v>3.0158742311662388</c:v>
                </c:pt>
                <c:pt idx="10655">
                  <c:v>3.0198777970193564</c:v>
                </c:pt>
                <c:pt idx="10656">
                  <c:v>3.021100466631975</c:v>
                </c:pt>
                <c:pt idx="10657">
                  <c:v>3.0213449579007534</c:v>
                </c:pt>
                <c:pt idx="10658">
                  <c:v>3.0192405500627011</c:v>
                </c:pt>
                <c:pt idx="10659">
                  <c:v>3.0162205369253474</c:v>
                </c:pt>
                <c:pt idx="10660">
                  <c:v>3.016245062828967</c:v>
                </c:pt>
                <c:pt idx="10661">
                  <c:v>3.0173829794494256</c:v>
                </c:pt>
                <c:pt idx="10662">
                  <c:v>3.021286778191993</c:v>
                </c:pt>
                <c:pt idx="10663">
                  <c:v>3.0257374832584047</c:v>
                </c:pt>
                <c:pt idx="10664">
                  <c:v>3.0244258805865742</c:v>
                </c:pt>
                <c:pt idx="10665">
                  <c:v>3.0232683432432204</c:v>
                </c:pt>
                <c:pt idx="10666">
                  <c:v>3.0217645427945028</c:v>
                </c:pt>
                <c:pt idx="10667">
                  <c:v>3.0174404340445133</c:v>
                </c:pt>
                <c:pt idx="10668">
                  <c:v>3.0182182250923453</c:v>
                </c:pt>
                <c:pt idx="10669">
                  <c:v>3.0228664596538222</c:v>
                </c:pt>
                <c:pt idx="10670">
                  <c:v>3.0246079694257952</c:v>
                </c:pt>
                <c:pt idx="10671">
                  <c:v>3.022978041851855</c:v>
                </c:pt>
                <c:pt idx="10672">
                  <c:v>3.0205316362829819</c:v>
                </c:pt>
                <c:pt idx="10673">
                  <c:v>3.0175122629518096</c:v>
                </c:pt>
                <c:pt idx="10674">
                  <c:v>3.0173388754766557</c:v>
                </c:pt>
                <c:pt idx="10675">
                  <c:v>3.020590285182942</c:v>
                </c:pt>
                <c:pt idx="10676">
                  <c:v>3.0227306074746423</c:v>
                </c:pt>
                <c:pt idx="10677">
                  <c:v>3.0224266568847411</c:v>
                </c:pt>
                <c:pt idx="10678">
                  <c:v>3.0192882796038321</c:v>
                </c:pt>
                <c:pt idx="10679">
                  <c:v>3.0176773329466062</c:v>
                </c:pt>
                <c:pt idx="10680">
                  <c:v>3.0219149399008729</c:v>
                </c:pt>
                <c:pt idx="10681">
                  <c:v>3.0240360680071317</c:v>
                </c:pt>
                <c:pt idx="10682">
                  <c:v>3.021632017607466</c:v>
                </c:pt>
                <c:pt idx="10683">
                  <c:v>3.0175820444793255</c:v>
                </c:pt>
                <c:pt idx="10684">
                  <c:v>3.0154894943825017</c:v>
                </c:pt>
                <c:pt idx="10685">
                  <c:v>3.0142394837190656</c:v>
                </c:pt>
                <c:pt idx="10686">
                  <c:v>3.0127718963002139</c:v>
                </c:pt>
                <c:pt idx="10687">
                  <c:v>3.0139081920783464</c:v>
                </c:pt>
                <c:pt idx="10688">
                  <c:v>3.015725071018486</c:v>
                </c:pt>
                <c:pt idx="10689">
                  <c:v>3.0175701014306067</c:v>
                </c:pt>
                <c:pt idx="10690">
                  <c:v>3.0182176279399093</c:v>
                </c:pt>
                <c:pt idx="10691">
                  <c:v>3.0206002661593714</c:v>
                </c:pt>
                <c:pt idx="10692">
                  <c:v>3.0242131237043925</c:v>
                </c:pt>
                <c:pt idx="10693">
                  <c:v>3.0254377127355552</c:v>
                </c:pt>
                <c:pt idx="10694">
                  <c:v>3.0245371215546437</c:v>
                </c:pt>
                <c:pt idx="10695">
                  <c:v>3.0220342424268276</c:v>
                </c:pt>
                <c:pt idx="10696">
                  <c:v>3.0236098717828415</c:v>
                </c:pt>
                <c:pt idx="10697">
                  <c:v>3.0243261134760244</c:v>
                </c:pt>
                <c:pt idx="10698">
                  <c:v>3.0220134700528054</c:v>
                </c:pt>
                <c:pt idx="10699">
                  <c:v>3.021128959333919</c:v>
                </c:pt>
                <c:pt idx="10700">
                  <c:v>3.0234651049708674</c:v>
                </c:pt>
                <c:pt idx="10701">
                  <c:v>3.0238085102752872</c:v>
                </c:pt>
                <c:pt idx="10702">
                  <c:v>3.0225242486542743</c:v>
                </c:pt>
                <c:pt idx="10703">
                  <c:v>3.0262698446550593</c:v>
                </c:pt>
                <c:pt idx="10704">
                  <c:v>3.0298283613284083</c:v>
                </c:pt>
                <c:pt idx="10705">
                  <c:v>3.0301431033159023</c:v>
                </c:pt>
                <c:pt idx="10706">
                  <c:v>3.027039318222533</c:v>
                </c:pt>
                <c:pt idx="10707">
                  <c:v>3.0226157409382117</c:v>
                </c:pt>
                <c:pt idx="10708">
                  <c:v>3.0200810847700534</c:v>
                </c:pt>
                <c:pt idx="10709">
                  <c:v>3.0194426435085266</c:v>
                </c:pt>
                <c:pt idx="10710">
                  <c:v>3.0204577599959053</c:v>
                </c:pt>
                <c:pt idx="10711">
                  <c:v>3.0237651314161895</c:v>
                </c:pt>
                <c:pt idx="10712">
                  <c:v>3.0250560043677437</c:v>
                </c:pt>
                <c:pt idx="10713">
                  <c:v>3.0248823183163713</c:v>
                </c:pt>
                <c:pt idx="10714">
                  <c:v>3.0254932479120993</c:v>
                </c:pt>
                <c:pt idx="10715">
                  <c:v>3.0240238263821948</c:v>
                </c:pt>
                <c:pt idx="10716">
                  <c:v>3.0230345580645435</c:v>
                </c:pt>
                <c:pt idx="10717">
                  <c:v>3.0216972778379669</c:v>
                </c:pt>
                <c:pt idx="10718">
                  <c:v>3.0211344616670788</c:v>
                </c:pt>
                <c:pt idx="10719">
                  <c:v>3.0211125376419306</c:v>
                </c:pt>
                <c:pt idx="10720">
                  <c:v>3.0205938254438123</c:v>
                </c:pt>
                <c:pt idx="10721">
                  <c:v>3.0211728500379618</c:v>
                </c:pt>
                <c:pt idx="10722">
                  <c:v>3.021623273589654</c:v>
                </c:pt>
                <c:pt idx="10723">
                  <c:v>3.0234617353249789</c:v>
                </c:pt>
                <c:pt idx="10724">
                  <c:v>3.0245628417631352</c:v>
                </c:pt>
                <c:pt idx="10725">
                  <c:v>3.0258775581583821</c:v>
                </c:pt>
                <c:pt idx="10726">
                  <c:v>3.026242375643005</c:v>
                </c:pt>
                <c:pt idx="10727">
                  <c:v>3.0244191839485426</c:v>
                </c:pt>
                <c:pt idx="10728">
                  <c:v>3.0233743804543476</c:v>
                </c:pt>
                <c:pt idx="10729">
                  <c:v>3.0236452317377989</c:v>
                </c:pt>
                <c:pt idx="10730">
                  <c:v>3.0247667266662686</c:v>
                </c:pt>
                <c:pt idx="10731">
                  <c:v>3.0257402130981124</c:v>
                </c:pt>
                <c:pt idx="10732">
                  <c:v>3.0272086535918721</c:v>
                </c:pt>
                <c:pt idx="10733">
                  <c:v>3.0266380744393167</c:v>
                </c:pt>
                <c:pt idx="10734">
                  <c:v>3.024341042286923</c:v>
                </c:pt>
                <c:pt idx="10735">
                  <c:v>3.0220278017112681</c:v>
                </c:pt>
                <c:pt idx="10736">
                  <c:v>3.0212754322957101</c:v>
                </c:pt>
                <c:pt idx="10737">
                  <c:v>3.0216329133361199</c:v>
                </c:pt>
                <c:pt idx="10738">
                  <c:v>3.023495517091356</c:v>
                </c:pt>
                <c:pt idx="10739">
                  <c:v>3.0213685027682282</c:v>
                </c:pt>
                <c:pt idx="10740">
                  <c:v>3.0196095476143761</c:v>
                </c:pt>
                <c:pt idx="10741">
                  <c:v>3.0196864523173779</c:v>
                </c:pt>
                <c:pt idx="10742">
                  <c:v>3.020151292835024</c:v>
                </c:pt>
                <c:pt idx="10743">
                  <c:v>3.0207098009776239</c:v>
                </c:pt>
                <c:pt idx="10744">
                  <c:v>3.0202020081383347</c:v>
                </c:pt>
                <c:pt idx="10745">
                  <c:v>3.0200223932163484</c:v>
                </c:pt>
                <c:pt idx="10746">
                  <c:v>3.0217426614230996</c:v>
                </c:pt>
                <c:pt idx="10747">
                  <c:v>3.0242812843895823</c:v>
                </c:pt>
                <c:pt idx="10748">
                  <c:v>3.0266300555351764</c:v>
                </c:pt>
                <c:pt idx="10749">
                  <c:v>3.0280854013290908</c:v>
                </c:pt>
                <c:pt idx="10750">
                  <c:v>3.0280309751499277</c:v>
                </c:pt>
                <c:pt idx="10751">
                  <c:v>3.0259720362044993</c:v>
                </c:pt>
                <c:pt idx="10752">
                  <c:v>3.0224246521587061</c:v>
                </c:pt>
                <c:pt idx="10753">
                  <c:v>3.0201150798051577</c:v>
                </c:pt>
                <c:pt idx="10754">
                  <c:v>3.0216572686247578</c:v>
                </c:pt>
                <c:pt idx="10755">
                  <c:v>3.0239754996886274</c:v>
                </c:pt>
                <c:pt idx="10756">
                  <c:v>3.0252214155925032</c:v>
                </c:pt>
                <c:pt idx="10757">
                  <c:v>3.0265550275969733</c:v>
                </c:pt>
                <c:pt idx="10758">
                  <c:v>3.0247654044001604</c:v>
                </c:pt>
                <c:pt idx="10759">
                  <c:v>3.0229579519377596</c:v>
                </c:pt>
                <c:pt idx="10760">
                  <c:v>3.0220693891130579</c:v>
                </c:pt>
                <c:pt idx="10761">
                  <c:v>3.0204181773201504</c:v>
                </c:pt>
                <c:pt idx="10762">
                  <c:v>3.0195285908055585</c:v>
                </c:pt>
                <c:pt idx="10763">
                  <c:v>3.0198851334635695</c:v>
                </c:pt>
                <c:pt idx="10764">
                  <c:v>3.0207770659341597</c:v>
                </c:pt>
                <c:pt idx="10765">
                  <c:v>3.0218135092942511</c:v>
                </c:pt>
                <c:pt idx="10766">
                  <c:v>3.0235521612652807</c:v>
                </c:pt>
                <c:pt idx="10767">
                  <c:v>3.0235364220332186</c:v>
                </c:pt>
                <c:pt idx="10768">
                  <c:v>3.0227795313206451</c:v>
                </c:pt>
                <c:pt idx="10769">
                  <c:v>3.0232289311824472</c:v>
                </c:pt>
                <c:pt idx="10770">
                  <c:v>3.0232810114056115</c:v>
                </c:pt>
                <c:pt idx="10771">
                  <c:v>3.0209726760106803</c:v>
                </c:pt>
                <c:pt idx="10772">
                  <c:v>3.0203779121844687</c:v>
                </c:pt>
                <c:pt idx="10773">
                  <c:v>3.0193433029354306</c:v>
                </c:pt>
                <c:pt idx="10774">
                  <c:v>3.0176733661482813</c:v>
                </c:pt>
                <c:pt idx="10775">
                  <c:v>3.0189728125026658</c:v>
                </c:pt>
                <c:pt idx="10776">
                  <c:v>3.0222481936138812</c:v>
                </c:pt>
                <c:pt idx="10777">
                  <c:v>3.0243575919401482</c:v>
                </c:pt>
                <c:pt idx="10778">
                  <c:v>3.024700997244568</c:v>
                </c:pt>
                <c:pt idx="10779">
                  <c:v>3.0197310254813474</c:v>
                </c:pt>
                <c:pt idx="10780">
                  <c:v>3.0155067691493991</c:v>
                </c:pt>
                <c:pt idx="10781">
                  <c:v>3.0157231515999419</c:v>
                </c:pt>
                <c:pt idx="10782">
                  <c:v>3.0142990710014246</c:v>
                </c:pt>
                <c:pt idx="10783">
                  <c:v>3.0122460609266102</c:v>
                </c:pt>
                <c:pt idx="10784">
                  <c:v>3.0127419533709254</c:v>
                </c:pt>
                <c:pt idx="10785">
                  <c:v>3.015018426418024</c:v>
                </c:pt>
                <c:pt idx="10786">
                  <c:v>3.0158902689745188</c:v>
                </c:pt>
                <c:pt idx="10787">
                  <c:v>3.0179745015909849</c:v>
                </c:pt>
                <c:pt idx="10788">
                  <c:v>3.0211750680327238</c:v>
                </c:pt>
                <c:pt idx="10789">
                  <c:v>3.0221126400109193</c:v>
                </c:pt>
                <c:pt idx="10790">
                  <c:v>3.0227989814285592</c:v>
                </c:pt>
                <c:pt idx="10791">
                  <c:v>3.0230273069278213</c:v>
                </c:pt>
                <c:pt idx="10792">
                  <c:v>3.0210503058273548</c:v>
                </c:pt>
                <c:pt idx="10793">
                  <c:v>3.020138070173942</c:v>
                </c:pt>
                <c:pt idx="10794">
                  <c:v>3.0186238195575954</c:v>
                </c:pt>
                <c:pt idx="10795">
                  <c:v>3.0190453665236343</c:v>
                </c:pt>
                <c:pt idx="10796">
                  <c:v>3.0207225544475058</c:v>
                </c:pt>
                <c:pt idx="10797">
                  <c:v>3.0211148835979289</c:v>
                </c:pt>
                <c:pt idx="10798">
                  <c:v>3.020837079753973</c:v>
                </c:pt>
                <c:pt idx="10799">
                  <c:v>3.0200849662608875</c:v>
                </c:pt>
                <c:pt idx="10800">
                  <c:v>3.0211848357404265</c:v>
                </c:pt>
                <c:pt idx="10801">
                  <c:v>3.021293816059988</c:v>
                </c:pt>
                <c:pt idx="10802">
                  <c:v>3.0207278008581935</c:v>
                </c:pt>
                <c:pt idx="10803">
                  <c:v>3.02116112025797</c:v>
                </c:pt>
                <c:pt idx="10804">
                  <c:v>3.0214808953874241</c:v>
                </c:pt>
                <c:pt idx="10805">
                  <c:v>3.0199443795159655</c:v>
                </c:pt>
                <c:pt idx="10806">
                  <c:v>3.0190155515555821</c:v>
                </c:pt>
                <c:pt idx="10807">
                  <c:v>3.0195718843571653</c:v>
                </c:pt>
                <c:pt idx="10808">
                  <c:v>3.020756848058828</c:v>
                </c:pt>
                <c:pt idx="10809">
                  <c:v>3.0225349547443763</c:v>
                </c:pt>
                <c:pt idx="10810">
                  <c:v>3.0225718928879144</c:v>
                </c:pt>
                <c:pt idx="10811">
                  <c:v>3.0218006705168783</c:v>
                </c:pt>
                <c:pt idx="10812">
                  <c:v>3.0214967625807221</c:v>
                </c:pt>
                <c:pt idx="10813">
                  <c:v>3.0209164157204644</c:v>
                </c:pt>
                <c:pt idx="10814">
                  <c:v>3.0216172594115491</c:v>
                </c:pt>
                <c:pt idx="10815">
                  <c:v>3.0218019074754956</c:v>
                </c:pt>
                <c:pt idx="10816">
                  <c:v>3.0214029243407863</c:v>
                </c:pt>
                <c:pt idx="10817">
                  <c:v>3.021449118347082</c:v>
                </c:pt>
                <c:pt idx="10818">
                  <c:v>3.020861008505157</c:v>
                </c:pt>
                <c:pt idx="10819">
                  <c:v>3.0214193886865206</c:v>
                </c:pt>
                <c:pt idx="10820">
                  <c:v>3.0212399870332614</c:v>
                </c:pt>
                <c:pt idx="10821">
                  <c:v>3.0214326113476022</c:v>
                </c:pt>
                <c:pt idx="10822">
                  <c:v>3.0206355834605838</c:v>
                </c:pt>
                <c:pt idx="10823">
                  <c:v>3.0184433089069551</c:v>
                </c:pt>
                <c:pt idx="10824">
                  <c:v>3.0180679559472119</c:v>
                </c:pt>
                <c:pt idx="10825">
                  <c:v>3.0179789802342545</c:v>
                </c:pt>
                <c:pt idx="10826">
                  <c:v>3.0180344727570527</c:v>
                </c:pt>
                <c:pt idx="10827">
                  <c:v>3.0192436637861171</c:v>
                </c:pt>
                <c:pt idx="10828">
                  <c:v>3.0222832549926211</c:v>
                </c:pt>
                <c:pt idx="10829">
                  <c:v>3.0243785775828975</c:v>
                </c:pt>
                <c:pt idx="10830">
                  <c:v>3.0228187727664366</c:v>
                </c:pt>
                <c:pt idx="10831">
                  <c:v>3.0210321353318035</c:v>
                </c:pt>
                <c:pt idx="10832">
                  <c:v>3.0206037637664962</c:v>
                </c:pt>
                <c:pt idx="10833">
                  <c:v>3.0213532327273658</c:v>
                </c:pt>
                <c:pt idx="10834">
                  <c:v>3.0229355160676659</c:v>
                </c:pt>
                <c:pt idx="10835">
                  <c:v>3.0205187548518637</c:v>
                </c:pt>
                <c:pt idx="10836">
                  <c:v>3.0190863141192428</c:v>
                </c:pt>
                <c:pt idx="10837">
                  <c:v>3.0193654828830518</c:v>
                </c:pt>
                <c:pt idx="10838">
                  <c:v>3.0188817467561826</c:v>
                </c:pt>
                <c:pt idx="10839">
                  <c:v>3.0204682528172797</c:v>
                </c:pt>
                <c:pt idx="10840">
                  <c:v>3.0218187130511929</c:v>
                </c:pt>
                <c:pt idx="10841">
                  <c:v>3.0231943816486524</c:v>
                </c:pt>
                <c:pt idx="10842">
                  <c:v>3.0205014800849663</c:v>
                </c:pt>
                <c:pt idx="10843">
                  <c:v>3.0200328007302319</c:v>
                </c:pt>
                <c:pt idx="10844">
                  <c:v>3.0218767221449716</c:v>
                </c:pt>
                <c:pt idx="10845">
                  <c:v>3.0233086083789016</c:v>
                </c:pt>
                <c:pt idx="10846">
                  <c:v>3.0233327077450669</c:v>
                </c:pt>
                <c:pt idx="10847">
                  <c:v>3.0250084454415944</c:v>
                </c:pt>
                <c:pt idx="10848">
                  <c:v>3.0258972215350228</c:v>
                </c:pt>
                <c:pt idx="10849">
                  <c:v>3.0259415814302653</c:v>
                </c:pt>
                <c:pt idx="10850">
                  <c:v>3.02471421990565</c:v>
                </c:pt>
                <c:pt idx="10851">
                  <c:v>3.0218580398044752</c:v>
                </c:pt>
                <c:pt idx="10852">
                  <c:v>3.0210982059834675</c:v>
                </c:pt>
                <c:pt idx="10853">
                  <c:v>3.0207951084684748</c:v>
                </c:pt>
                <c:pt idx="10854">
                  <c:v>3.0199506496165429</c:v>
                </c:pt>
                <c:pt idx="10855">
                  <c:v>3.0229060849833225</c:v>
                </c:pt>
                <c:pt idx="10856">
                  <c:v>3.0244850839852249</c:v>
                </c:pt>
                <c:pt idx="10857">
                  <c:v>3.0233202528514029</c:v>
                </c:pt>
                <c:pt idx="10858">
                  <c:v>3.0222062223283825</c:v>
                </c:pt>
                <c:pt idx="10859">
                  <c:v>3.0212445509840218</c:v>
                </c:pt>
                <c:pt idx="10860">
                  <c:v>3.0199427160198935</c:v>
                </c:pt>
                <c:pt idx="10861">
                  <c:v>3.0198383423048378</c:v>
                </c:pt>
                <c:pt idx="10862">
                  <c:v>3.0196825281727988</c:v>
                </c:pt>
                <c:pt idx="10863">
                  <c:v>3.0181704528974689</c:v>
                </c:pt>
                <c:pt idx="10864">
                  <c:v>3.0177824317753341</c:v>
                </c:pt>
                <c:pt idx="10865">
                  <c:v>3.0189270450338244</c:v>
                </c:pt>
                <c:pt idx="10866">
                  <c:v>3.0192121853219933</c:v>
                </c:pt>
                <c:pt idx="10867">
                  <c:v>3.0181102684626735</c:v>
                </c:pt>
                <c:pt idx="10868">
                  <c:v>3.0192668247698831</c:v>
                </c:pt>
                <c:pt idx="10869">
                  <c:v>3.021047618641393</c:v>
                </c:pt>
                <c:pt idx="10870">
                  <c:v>3.0226454705987731</c:v>
                </c:pt>
                <c:pt idx="10871">
                  <c:v>3.0237728517441118</c:v>
                </c:pt>
                <c:pt idx="10872">
                  <c:v>3.0247396415379235</c:v>
                </c:pt>
                <c:pt idx="10873">
                  <c:v>3.0251459184631004</c:v>
                </c:pt>
                <c:pt idx="10874">
                  <c:v>3.0239114337629989</c:v>
                </c:pt>
                <c:pt idx="10875">
                  <c:v>3.0242924596708836</c:v>
                </c:pt>
                <c:pt idx="10876">
                  <c:v>3.0255893468005426</c:v>
                </c:pt>
                <c:pt idx="10877">
                  <c:v>3.0270275457887958</c:v>
                </c:pt>
                <c:pt idx="10878">
                  <c:v>3.0259760030028238</c:v>
                </c:pt>
                <c:pt idx="10879">
                  <c:v>3.0235071615638569</c:v>
                </c:pt>
                <c:pt idx="10880">
                  <c:v>3.0244599609291694</c:v>
                </c:pt>
                <c:pt idx="10881">
                  <c:v>3.0258632691536644</c:v>
                </c:pt>
                <c:pt idx="10882">
                  <c:v>3.0269672760465096</c:v>
                </c:pt>
                <c:pt idx="10883">
                  <c:v>3.024664272369757</c:v>
                </c:pt>
                <c:pt idx="10884">
                  <c:v>3.0222610750449999</c:v>
                </c:pt>
                <c:pt idx="10885">
                  <c:v>3.0230610033867076</c:v>
                </c:pt>
                <c:pt idx="10886">
                  <c:v>3.024870929766343</c:v>
                </c:pt>
                <c:pt idx="10887">
                  <c:v>3.0246788599506922</c:v>
                </c:pt>
                <c:pt idx="10888">
                  <c:v>3.023610127705314</c:v>
                </c:pt>
                <c:pt idx="10889">
                  <c:v>3.0238865666294159</c:v>
                </c:pt>
                <c:pt idx="10890">
                  <c:v>3.023917874478558</c:v>
                </c:pt>
                <c:pt idx="10891">
                  <c:v>3.0239260639976795</c:v>
                </c:pt>
                <c:pt idx="10892">
                  <c:v>3.0250335684976499</c:v>
                </c:pt>
                <c:pt idx="10893">
                  <c:v>3.0234752992160243</c:v>
                </c:pt>
                <c:pt idx="10894">
                  <c:v>3.0207495969221059</c:v>
                </c:pt>
                <c:pt idx="10895">
                  <c:v>3.0204097745323017</c:v>
                </c:pt>
                <c:pt idx="10896">
                  <c:v>3.0209530979415304</c:v>
                </c:pt>
                <c:pt idx="10897">
                  <c:v>3.0230114397345229</c:v>
                </c:pt>
                <c:pt idx="10898">
                  <c:v>3.025375097037271</c:v>
                </c:pt>
                <c:pt idx="10899">
                  <c:v>3.0247656603226329</c:v>
                </c:pt>
                <c:pt idx="10900">
                  <c:v>3.0226374943483787</c:v>
                </c:pt>
                <c:pt idx="10901">
                  <c:v>3.0206543084548256</c:v>
                </c:pt>
                <c:pt idx="10902">
                  <c:v>3.0210579835015312</c:v>
                </c:pt>
                <c:pt idx="10903">
                  <c:v>3.0230230415532788</c:v>
                </c:pt>
                <c:pt idx="10904">
                  <c:v>3.0225868643525589</c:v>
                </c:pt>
                <c:pt idx="10905">
                  <c:v>3.0223142216117997</c:v>
                </c:pt>
                <c:pt idx="10906">
                  <c:v>3.0226660723578136</c:v>
                </c:pt>
                <c:pt idx="10907">
                  <c:v>3.0217377135886303</c:v>
                </c:pt>
                <c:pt idx="10908">
                  <c:v>3.0205535176543852</c:v>
                </c:pt>
                <c:pt idx="10909">
                  <c:v>3.0213156974313913</c:v>
                </c:pt>
                <c:pt idx="10910">
                  <c:v>3.0210511589022633</c:v>
                </c:pt>
                <c:pt idx="10911">
                  <c:v>3.0195669791764415</c:v>
                </c:pt>
                <c:pt idx="10912">
                  <c:v>3.0171610093582317</c:v>
                </c:pt>
                <c:pt idx="10913">
                  <c:v>3.0162282999070147</c:v>
                </c:pt>
                <c:pt idx="10914">
                  <c:v>3.0180982401064638</c:v>
                </c:pt>
                <c:pt idx="10915">
                  <c:v>3.020405381196523</c:v>
                </c:pt>
                <c:pt idx="10916">
                  <c:v>3.0217443675729165</c:v>
                </c:pt>
                <c:pt idx="10917">
                  <c:v>3.0206540951860985</c:v>
                </c:pt>
                <c:pt idx="10918">
                  <c:v>3.0196110404954659</c:v>
                </c:pt>
                <c:pt idx="10919">
                  <c:v>3.0190536840039925</c:v>
                </c:pt>
                <c:pt idx="10920">
                  <c:v>3.0167919264990659</c:v>
                </c:pt>
                <c:pt idx="10921">
                  <c:v>3.0157203791064893</c:v>
                </c:pt>
                <c:pt idx="10922">
                  <c:v>3.0154959350980608</c:v>
                </c:pt>
                <c:pt idx="10923">
                  <c:v>3.016646733149638</c:v>
                </c:pt>
                <c:pt idx="10924">
                  <c:v>3.0183740392243843</c:v>
                </c:pt>
                <c:pt idx="10925">
                  <c:v>3.0190518498929393</c:v>
                </c:pt>
                <c:pt idx="10926">
                  <c:v>3.0205099681803058</c:v>
                </c:pt>
                <c:pt idx="10927">
                  <c:v>3.0229566723253969</c:v>
                </c:pt>
                <c:pt idx="10928">
                  <c:v>3.0256099485595831</c:v>
                </c:pt>
                <c:pt idx="10929">
                  <c:v>3.0267016285200001</c:v>
                </c:pt>
                <c:pt idx="10930">
                  <c:v>3.0262656645880073</c:v>
                </c:pt>
                <c:pt idx="10931">
                  <c:v>3.0240638782491489</c:v>
                </c:pt>
                <c:pt idx="10932">
                  <c:v>3.0216188376001298</c:v>
                </c:pt>
                <c:pt idx="10933">
                  <c:v>3.019716011362958</c:v>
                </c:pt>
                <c:pt idx="10934">
                  <c:v>3.0219605794084781</c:v>
                </c:pt>
                <c:pt idx="10935">
                  <c:v>3.0235080146387654</c:v>
                </c:pt>
                <c:pt idx="10936">
                  <c:v>3.022114516775718</c:v>
                </c:pt>
                <c:pt idx="10937">
                  <c:v>3.0209216194774062</c:v>
                </c:pt>
                <c:pt idx="10938">
                  <c:v>3.0193201846054101</c:v>
                </c:pt>
                <c:pt idx="10939">
                  <c:v>3.0171234740622572</c:v>
                </c:pt>
                <c:pt idx="10940">
                  <c:v>3.0176997261629546</c:v>
                </c:pt>
                <c:pt idx="10941">
                  <c:v>3.020775786321797</c:v>
                </c:pt>
                <c:pt idx="10942">
                  <c:v>3.0221249669433474</c:v>
                </c:pt>
                <c:pt idx="10943">
                  <c:v>3.0231173489844143</c:v>
                </c:pt>
                <c:pt idx="10944">
                  <c:v>3.0235417537513971</c:v>
                </c:pt>
                <c:pt idx="10945">
                  <c:v>3.0222890985557442</c:v>
                </c:pt>
                <c:pt idx="10946">
                  <c:v>3.0220377826876978</c:v>
                </c:pt>
                <c:pt idx="10947">
                  <c:v>3.0225608455678494</c:v>
                </c:pt>
                <c:pt idx="10948">
                  <c:v>3.0220753606374178</c:v>
                </c:pt>
                <c:pt idx="10949">
                  <c:v>3.0232369074328416</c:v>
                </c:pt>
                <c:pt idx="10950">
                  <c:v>3.0236558098666646</c:v>
                </c:pt>
                <c:pt idx="10951">
                  <c:v>3.0229385018298456</c:v>
                </c:pt>
                <c:pt idx="10952">
                  <c:v>3.0219382288458752</c:v>
                </c:pt>
                <c:pt idx="10953">
                  <c:v>3.0211464473695435</c:v>
                </c:pt>
                <c:pt idx="10954">
                  <c:v>3.0213448299395171</c:v>
                </c:pt>
                <c:pt idx="10955">
                  <c:v>3.0213513559625671</c:v>
                </c:pt>
                <c:pt idx="10956">
                  <c:v>3.0216104774660262</c:v>
                </c:pt>
                <c:pt idx="10957">
                  <c:v>3.0230295249225834</c:v>
                </c:pt>
                <c:pt idx="10958">
                  <c:v>3.0240354708546957</c:v>
                </c:pt>
                <c:pt idx="10959">
                  <c:v>3.0226759253730071</c:v>
                </c:pt>
                <c:pt idx="10960">
                  <c:v>3.0212381529222081</c:v>
                </c:pt>
                <c:pt idx="10961">
                  <c:v>3.0203868694710083</c:v>
                </c:pt>
                <c:pt idx="10962">
                  <c:v>3.0206661235423082</c:v>
                </c:pt>
                <c:pt idx="10963">
                  <c:v>3.0204515752028187</c:v>
                </c:pt>
                <c:pt idx="10964">
                  <c:v>3.0224174863294744</c:v>
                </c:pt>
                <c:pt idx="10965">
                  <c:v>3.0219528590805558</c:v>
                </c:pt>
                <c:pt idx="10966">
                  <c:v>3.0221349905735222</c:v>
                </c:pt>
                <c:pt idx="10967">
                  <c:v>3.0236682647603286</c:v>
                </c:pt>
                <c:pt idx="10968">
                  <c:v>3.0254065755013948</c:v>
                </c:pt>
                <c:pt idx="10969">
                  <c:v>3.0257895634815695</c:v>
                </c:pt>
                <c:pt idx="10970">
                  <c:v>3.022804185185501</c:v>
                </c:pt>
                <c:pt idx="10971">
                  <c:v>3.0212719346885848</c:v>
                </c:pt>
                <c:pt idx="10972">
                  <c:v>3.0207194407240898</c:v>
                </c:pt>
                <c:pt idx="10973">
                  <c:v>3.0199176782713288</c:v>
                </c:pt>
                <c:pt idx="10974">
                  <c:v>3.021609155199918</c:v>
                </c:pt>
                <c:pt idx="10975">
                  <c:v>3.0230027810242017</c:v>
                </c:pt>
                <c:pt idx="10976">
                  <c:v>3.0233103998362094</c:v>
                </c:pt>
                <c:pt idx="10977">
                  <c:v>3.0239821536729141</c:v>
                </c:pt>
                <c:pt idx="10978">
                  <c:v>3.0257998003804714</c:v>
                </c:pt>
                <c:pt idx="10979">
                  <c:v>3.0280826288356382</c:v>
                </c:pt>
                <c:pt idx="10980">
                  <c:v>3.028132149834077</c:v>
                </c:pt>
                <c:pt idx="10981">
                  <c:v>3.0265745203586327</c:v>
                </c:pt>
                <c:pt idx="10982">
                  <c:v>3.0253693814353837</c:v>
                </c:pt>
                <c:pt idx="10983">
                  <c:v>3.0256769575936464</c:v>
                </c:pt>
                <c:pt idx="10984">
                  <c:v>3.0242356448819772</c:v>
                </c:pt>
                <c:pt idx="10985">
                  <c:v>3.0213351901930507</c:v>
                </c:pt>
                <c:pt idx="10986">
                  <c:v>3.0197059877327828</c:v>
                </c:pt>
                <c:pt idx="10987">
                  <c:v>3.0208933826979347</c:v>
                </c:pt>
                <c:pt idx="10988">
                  <c:v>3.0219880057667865</c:v>
                </c:pt>
                <c:pt idx="10989">
                  <c:v>3.0183521578529811</c:v>
                </c:pt>
                <c:pt idx="10990">
                  <c:v>3.0158828898765599</c:v>
                </c:pt>
                <c:pt idx="10991">
                  <c:v>3.0149927062095321</c:v>
                </c:pt>
                <c:pt idx="10992">
                  <c:v>3.0118921201470701</c:v>
                </c:pt>
                <c:pt idx="10993">
                  <c:v>3.0127985548911052</c:v>
                </c:pt>
                <c:pt idx="10994">
                  <c:v>3.0152083208926577</c:v>
                </c:pt>
                <c:pt idx="10995">
                  <c:v>3.0183828258959418</c:v>
                </c:pt>
                <c:pt idx="10996">
                  <c:v>3.0224093394640983</c:v>
                </c:pt>
                <c:pt idx="10997">
                  <c:v>3.023622582598978</c:v>
                </c:pt>
                <c:pt idx="10998">
                  <c:v>3.0224490501010894</c:v>
                </c:pt>
                <c:pt idx="10999">
                  <c:v>3.0214099195550359</c:v>
                </c:pt>
                <c:pt idx="11000">
                  <c:v>3.0234564462605462</c:v>
                </c:pt>
                <c:pt idx="11001">
                  <c:v>3.0248366788087662</c:v>
                </c:pt>
                <c:pt idx="11002">
                  <c:v>3.0253489929450703</c:v>
                </c:pt>
                <c:pt idx="11003">
                  <c:v>3.0246175665185162</c:v>
                </c:pt>
                <c:pt idx="11004">
                  <c:v>3.0247214283886268</c:v>
                </c:pt>
                <c:pt idx="11005">
                  <c:v>3.0233308736340136</c:v>
                </c:pt>
                <c:pt idx="11006">
                  <c:v>3.0204996886276585</c:v>
                </c:pt>
                <c:pt idx="11007">
                  <c:v>3.0197419448401766</c:v>
                </c:pt>
                <c:pt idx="11008">
                  <c:v>3.0208174163773323</c:v>
                </c:pt>
                <c:pt idx="11009">
                  <c:v>3.0216443445398942</c:v>
                </c:pt>
                <c:pt idx="11010">
                  <c:v>3.0223764960801209</c:v>
                </c:pt>
                <c:pt idx="11011">
                  <c:v>3.021927608063264</c:v>
                </c:pt>
                <c:pt idx="11012">
                  <c:v>3.0210884382757648</c:v>
                </c:pt>
                <c:pt idx="11013">
                  <c:v>3.0213635549337585</c:v>
                </c:pt>
                <c:pt idx="11014">
                  <c:v>3.022291487165488</c:v>
                </c:pt>
                <c:pt idx="11015">
                  <c:v>3.0212187028142941</c:v>
                </c:pt>
                <c:pt idx="11016">
                  <c:v>3.0207420045554199</c:v>
                </c:pt>
                <c:pt idx="11017">
                  <c:v>3.0216570127022853</c:v>
                </c:pt>
                <c:pt idx="11018">
                  <c:v>3.0203174718272012</c:v>
                </c:pt>
                <c:pt idx="11019">
                  <c:v>3.0192096260972674</c:v>
                </c:pt>
                <c:pt idx="11020">
                  <c:v>3.0222066062120914</c:v>
                </c:pt>
                <c:pt idx="11021">
                  <c:v>3.0246960920638442</c:v>
                </c:pt>
                <c:pt idx="11022">
                  <c:v>3.0235289149740239</c:v>
                </c:pt>
                <c:pt idx="11023">
                  <c:v>3.0213795500882932</c:v>
                </c:pt>
                <c:pt idx="11024">
                  <c:v>3.0191995598133472</c:v>
                </c:pt>
                <c:pt idx="11025">
                  <c:v>3.0187084445885195</c:v>
                </c:pt>
                <c:pt idx="11026">
                  <c:v>3.0192627300103223</c:v>
                </c:pt>
                <c:pt idx="11027">
                  <c:v>3.0205330012028355</c:v>
                </c:pt>
                <c:pt idx="11028">
                  <c:v>3.0214665210752156</c:v>
                </c:pt>
                <c:pt idx="11029">
                  <c:v>3.0196446516468609</c:v>
                </c:pt>
                <c:pt idx="11030">
                  <c:v>3.0167055953183248</c:v>
                </c:pt>
                <c:pt idx="11031">
                  <c:v>3.016066087713162</c:v>
                </c:pt>
                <c:pt idx="11032">
                  <c:v>3.0171630567380121</c:v>
                </c:pt>
                <c:pt idx="11033">
                  <c:v>3.0195594294635013</c:v>
                </c:pt>
                <c:pt idx="11034">
                  <c:v>3.0197035564692936</c:v>
                </c:pt>
                <c:pt idx="11035">
                  <c:v>3.0178848007643553</c:v>
                </c:pt>
                <c:pt idx="11036">
                  <c:v>3.0193452650077202</c:v>
                </c:pt>
                <c:pt idx="11037">
                  <c:v>3.0230443684259916</c:v>
                </c:pt>
                <c:pt idx="11038">
                  <c:v>3.0219635225169124</c:v>
                </c:pt>
                <c:pt idx="11039">
                  <c:v>3.0185112136696723</c:v>
                </c:pt>
                <c:pt idx="11040">
                  <c:v>3.0178908575962056</c:v>
                </c:pt>
                <c:pt idx="11041">
                  <c:v>3.0178669288450219</c:v>
                </c:pt>
                <c:pt idx="11042">
                  <c:v>3.0183666601264258</c:v>
                </c:pt>
                <c:pt idx="11043">
                  <c:v>3.0216044206341759</c:v>
                </c:pt>
                <c:pt idx="11044">
                  <c:v>3.0231107803076189</c:v>
                </c:pt>
                <c:pt idx="11045">
                  <c:v>3.0229917763578822</c:v>
                </c:pt>
                <c:pt idx="11046">
                  <c:v>3.0228569052148471</c:v>
                </c:pt>
                <c:pt idx="11047">
                  <c:v>3.0215362172952407</c:v>
                </c:pt>
                <c:pt idx="11048">
                  <c:v>3.0211719969630533</c:v>
                </c:pt>
                <c:pt idx="11049">
                  <c:v>3.0217307183743807</c:v>
                </c:pt>
                <c:pt idx="11050">
                  <c:v>3.0221360142634124</c:v>
                </c:pt>
                <c:pt idx="11051">
                  <c:v>3.020258609658514</c:v>
                </c:pt>
                <c:pt idx="11052">
                  <c:v>3.0195629697243715</c:v>
                </c:pt>
                <c:pt idx="11053">
                  <c:v>3.0210388319698351</c:v>
                </c:pt>
                <c:pt idx="11054">
                  <c:v>3.0232653148272948</c:v>
                </c:pt>
                <c:pt idx="11055">
                  <c:v>3.0235911041348542</c:v>
                </c:pt>
                <c:pt idx="11056">
                  <c:v>3.0238737705057881</c:v>
                </c:pt>
                <c:pt idx="11057">
                  <c:v>3.027073185296401</c:v>
                </c:pt>
                <c:pt idx="11058">
                  <c:v>3.0285743412129018</c:v>
                </c:pt>
                <c:pt idx="11059">
                  <c:v>3.0252555812425888</c:v>
                </c:pt>
                <c:pt idx="11060">
                  <c:v>3.0223445057710516</c:v>
                </c:pt>
                <c:pt idx="11061">
                  <c:v>3.0219640343618575</c:v>
                </c:pt>
                <c:pt idx="11062">
                  <c:v>3.0206686827670337</c:v>
                </c:pt>
                <c:pt idx="11063">
                  <c:v>3.0187980174539124</c:v>
                </c:pt>
                <c:pt idx="11064">
                  <c:v>3.0178344266910075</c:v>
                </c:pt>
                <c:pt idx="11065">
                  <c:v>3.0183079259189749</c:v>
                </c:pt>
                <c:pt idx="11066">
                  <c:v>3.0192010100406916</c:v>
                </c:pt>
                <c:pt idx="11067">
                  <c:v>3.0187635958813543</c:v>
                </c:pt>
                <c:pt idx="11068">
                  <c:v>3.0181463535313036</c:v>
                </c:pt>
                <c:pt idx="11069">
                  <c:v>3.0180026104092201</c:v>
                </c:pt>
                <c:pt idx="11070">
                  <c:v>3.0181707088199414</c:v>
                </c:pt>
                <c:pt idx="11071">
                  <c:v>3.016592008394257</c:v>
                </c:pt>
                <c:pt idx="11072">
                  <c:v>3.0163441901333354</c:v>
                </c:pt>
                <c:pt idx="11073">
                  <c:v>3.0168543715823688</c:v>
                </c:pt>
                <c:pt idx="11074">
                  <c:v>3.0176140347883949</c:v>
                </c:pt>
                <c:pt idx="11075">
                  <c:v>3.0194446055808162</c:v>
                </c:pt>
                <c:pt idx="11076">
                  <c:v>3.0215265775487747</c:v>
                </c:pt>
                <c:pt idx="11077">
                  <c:v>3.0237768185424363</c:v>
                </c:pt>
                <c:pt idx="11078">
                  <c:v>3.0250782696228558</c:v>
                </c:pt>
                <c:pt idx="11079">
                  <c:v>3.023389949071428</c:v>
                </c:pt>
                <c:pt idx="11080">
                  <c:v>3.0235637630840366</c:v>
                </c:pt>
                <c:pt idx="11081">
                  <c:v>3.0256623273589653</c:v>
                </c:pt>
                <c:pt idx="11082">
                  <c:v>3.0271684311099358</c:v>
                </c:pt>
                <c:pt idx="11083">
                  <c:v>3.0258647193810089</c:v>
                </c:pt>
                <c:pt idx="11084">
                  <c:v>3.0247126417170693</c:v>
                </c:pt>
                <c:pt idx="11085">
                  <c:v>3.0244102693157484</c:v>
                </c:pt>
                <c:pt idx="11086">
                  <c:v>3.0226721291896643</c:v>
                </c:pt>
                <c:pt idx="11087">
                  <c:v>3.0196688363205175</c:v>
                </c:pt>
                <c:pt idx="11088">
                  <c:v>3.0171621610093582</c:v>
                </c:pt>
                <c:pt idx="11089">
                  <c:v>3.0180260273154587</c:v>
                </c:pt>
                <c:pt idx="11090">
                  <c:v>3.0187217952108374</c:v>
                </c:pt>
                <c:pt idx="11091">
                  <c:v>3.0169543093079003</c:v>
                </c:pt>
                <c:pt idx="11092">
                  <c:v>3.0170014416965953</c:v>
                </c:pt>
                <c:pt idx="11093">
                  <c:v>3.0171904404425751</c:v>
                </c:pt>
                <c:pt idx="11094">
                  <c:v>3.0173811026846269</c:v>
                </c:pt>
                <c:pt idx="11095">
                  <c:v>3.0202186430990503</c:v>
                </c:pt>
                <c:pt idx="11096">
                  <c:v>3.0224410311969496</c:v>
                </c:pt>
                <c:pt idx="11097">
                  <c:v>3.0224258891173235</c:v>
                </c:pt>
                <c:pt idx="11098">
                  <c:v>3.0210494100987009</c:v>
                </c:pt>
                <c:pt idx="11099">
                  <c:v>3.0181487421410473</c:v>
                </c:pt>
                <c:pt idx="11100">
                  <c:v>3.0162653233580441</c:v>
                </c:pt>
                <c:pt idx="11101">
                  <c:v>3.0164988099605026</c:v>
                </c:pt>
                <c:pt idx="11102">
                  <c:v>3.0177058683022957</c:v>
                </c:pt>
                <c:pt idx="11103">
                  <c:v>3.0191942280951691</c:v>
                </c:pt>
                <c:pt idx="11104">
                  <c:v>3.0199396449502229</c:v>
                </c:pt>
                <c:pt idx="11105">
                  <c:v>3.0201421649335027</c:v>
                </c:pt>
                <c:pt idx="11106">
                  <c:v>3.0201867380974723</c:v>
                </c:pt>
                <c:pt idx="11107">
                  <c:v>3.0196068604284143</c:v>
                </c:pt>
                <c:pt idx="11108">
                  <c:v>3.0198644037432927</c:v>
                </c:pt>
                <c:pt idx="11109">
                  <c:v>3.0230526859063493</c:v>
                </c:pt>
                <c:pt idx="11110">
                  <c:v>3.0247868592341094</c:v>
                </c:pt>
                <c:pt idx="11111">
                  <c:v>3.0254548168874709</c:v>
                </c:pt>
                <c:pt idx="11112">
                  <c:v>3.0227022000801891</c:v>
                </c:pt>
                <c:pt idx="11113">
                  <c:v>3.0179155541148068</c:v>
                </c:pt>
                <c:pt idx="11114">
                  <c:v>3.016933622241369</c:v>
                </c:pt>
                <c:pt idx="11115">
                  <c:v>3.0167493580611313</c:v>
                </c:pt>
                <c:pt idx="11116">
                  <c:v>3.015540167032067</c:v>
                </c:pt>
                <c:pt idx="11117">
                  <c:v>3.0159783489588219</c:v>
                </c:pt>
                <c:pt idx="11118">
                  <c:v>3.01711822765157</c:v>
                </c:pt>
                <c:pt idx="11119">
                  <c:v>3.0190784658300847</c:v>
                </c:pt>
                <c:pt idx="11120">
                  <c:v>3.0207857246444809</c:v>
                </c:pt>
                <c:pt idx="11121">
                  <c:v>3.022701389659026</c:v>
                </c:pt>
                <c:pt idx="11122">
                  <c:v>3.022802777611902</c:v>
                </c:pt>
                <c:pt idx="11123">
                  <c:v>3.0206477397780298</c:v>
                </c:pt>
                <c:pt idx="11124">
                  <c:v>3.0173514583315559</c:v>
                </c:pt>
                <c:pt idx="11125">
                  <c:v>3.0166249370857257</c:v>
                </c:pt>
                <c:pt idx="11126">
                  <c:v>3.0178790851624679</c:v>
                </c:pt>
                <c:pt idx="11127">
                  <c:v>3.0195806283749778</c:v>
                </c:pt>
                <c:pt idx="11128">
                  <c:v>3.0222971174598841</c:v>
                </c:pt>
                <c:pt idx="11129">
                  <c:v>3.0216794912261244</c:v>
                </c:pt>
                <c:pt idx="11130">
                  <c:v>3.0193623265058904</c:v>
                </c:pt>
                <c:pt idx="11131">
                  <c:v>3.0173877993226585</c:v>
                </c:pt>
                <c:pt idx="11132">
                  <c:v>3.0197455277547922</c:v>
                </c:pt>
                <c:pt idx="11133">
                  <c:v>3.0226529350042228</c:v>
                </c:pt>
                <c:pt idx="11134">
                  <c:v>3.019980549892086</c:v>
                </c:pt>
                <c:pt idx="11135">
                  <c:v>3.0164875067179651</c:v>
                </c:pt>
                <c:pt idx="11136">
                  <c:v>3.0164432747839589</c:v>
                </c:pt>
                <c:pt idx="11137">
                  <c:v>3.0161983569777262</c:v>
                </c:pt>
                <c:pt idx="11138">
                  <c:v>3.0172133028501231</c:v>
                </c:pt>
                <c:pt idx="11139">
                  <c:v>3.0172295965808758</c:v>
                </c:pt>
                <c:pt idx="11140">
                  <c:v>3.0177430197145609</c:v>
                </c:pt>
                <c:pt idx="11141">
                  <c:v>3.017612243331087</c:v>
                </c:pt>
                <c:pt idx="11142">
                  <c:v>3.017639925611868</c:v>
                </c:pt>
                <c:pt idx="11143">
                  <c:v>3.0190757359903775</c:v>
                </c:pt>
                <c:pt idx="11144">
                  <c:v>3.019933929348336</c:v>
                </c:pt>
                <c:pt idx="11145">
                  <c:v>3.0203030548612473</c:v>
                </c:pt>
                <c:pt idx="11146">
                  <c:v>3.0203809406003943</c:v>
                </c:pt>
                <c:pt idx="11147">
                  <c:v>3.0191521715021796</c:v>
                </c:pt>
                <c:pt idx="11148">
                  <c:v>3.0199922796720782</c:v>
                </c:pt>
                <c:pt idx="11149">
                  <c:v>3.0211420540337648</c:v>
                </c:pt>
                <c:pt idx="11150">
                  <c:v>3.0195071359716095</c:v>
                </c:pt>
                <c:pt idx="11151">
                  <c:v>3.0193231277138444</c:v>
                </c:pt>
                <c:pt idx="11152">
                  <c:v>3.0210162681385051</c:v>
                </c:pt>
                <c:pt idx="11153">
                  <c:v>3.0223668136799091</c:v>
                </c:pt>
                <c:pt idx="11154">
                  <c:v>3.0216990266415293</c:v>
                </c:pt>
                <c:pt idx="11155">
                  <c:v>3.0224461496464006</c:v>
                </c:pt>
                <c:pt idx="11156">
                  <c:v>3.0233451626387313</c:v>
                </c:pt>
                <c:pt idx="11157">
                  <c:v>3.0253763339958883</c:v>
                </c:pt>
                <c:pt idx="11158">
                  <c:v>3.026500132226611</c:v>
                </c:pt>
                <c:pt idx="11159">
                  <c:v>3.0242443035922983</c:v>
                </c:pt>
                <c:pt idx="11160">
                  <c:v>3.0225447224520785</c:v>
                </c:pt>
                <c:pt idx="11161">
                  <c:v>3.0218156846352677</c:v>
                </c:pt>
                <c:pt idx="11162">
                  <c:v>3.0210674526330159</c:v>
                </c:pt>
                <c:pt idx="11163">
                  <c:v>3.0214047157980941</c:v>
                </c:pt>
                <c:pt idx="11164">
                  <c:v>3.020707199099153</c:v>
                </c:pt>
                <c:pt idx="11165">
                  <c:v>3.0207544594490843</c:v>
                </c:pt>
                <c:pt idx="11166">
                  <c:v>3.0223828941419346</c:v>
                </c:pt>
                <c:pt idx="11167">
                  <c:v>3.0248584748726786</c:v>
                </c:pt>
                <c:pt idx="11168">
                  <c:v>3.0243712837924299</c:v>
                </c:pt>
                <c:pt idx="11169">
                  <c:v>3.0240495039369408</c:v>
                </c:pt>
                <c:pt idx="11170">
                  <c:v>3.0223362735981847</c:v>
                </c:pt>
                <c:pt idx="11171">
                  <c:v>3.0192924596708837</c:v>
                </c:pt>
                <c:pt idx="11172">
                  <c:v>3.0174931540738594</c:v>
                </c:pt>
                <c:pt idx="11173">
                  <c:v>3.0186283835083558</c:v>
                </c:pt>
                <c:pt idx="11174">
                  <c:v>3.019252194535202</c:v>
                </c:pt>
                <c:pt idx="11175">
                  <c:v>3.0191073424157375</c:v>
                </c:pt>
                <c:pt idx="11176">
                  <c:v>3.0188828984073091</c:v>
                </c:pt>
                <c:pt idx="11177">
                  <c:v>3.0237719986692033</c:v>
                </c:pt>
                <c:pt idx="11178">
                  <c:v>3.0228738387517806</c:v>
                </c:pt>
                <c:pt idx="11179">
                  <c:v>3.0196809499842181</c:v>
                </c:pt>
                <c:pt idx="11180">
                  <c:v>3.0197196795850645</c:v>
                </c:pt>
                <c:pt idx="11181">
                  <c:v>3.0196461871816966</c:v>
                </c:pt>
                <c:pt idx="11182">
                  <c:v>3.0197792242136781</c:v>
                </c:pt>
                <c:pt idx="11183">
                  <c:v>3.0202488419508118</c:v>
                </c:pt>
                <c:pt idx="11184">
                  <c:v>3.0236835774549364</c:v>
                </c:pt>
                <c:pt idx="11185">
                  <c:v>3.0247166511691392</c:v>
                </c:pt>
                <c:pt idx="11186">
                  <c:v>3.0236992313795072</c:v>
                </c:pt>
                <c:pt idx="11187">
                  <c:v>3.0222350562602904</c:v>
                </c:pt>
                <c:pt idx="11188">
                  <c:v>3.0214184929578667</c:v>
                </c:pt>
                <c:pt idx="11189">
                  <c:v>3.0214927104749068</c:v>
                </c:pt>
                <c:pt idx="11190">
                  <c:v>3.0217268368835466</c:v>
                </c:pt>
                <c:pt idx="11191">
                  <c:v>3.022533419209541</c:v>
                </c:pt>
                <c:pt idx="11192">
                  <c:v>3.0201369185228155</c:v>
                </c:pt>
                <c:pt idx="11193">
                  <c:v>3.0218448171433931</c:v>
                </c:pt>
                <c:pt idx="11194">
                  <c:v>3.0246607747626317</c:v>
                </c:pt>
                <c:pt idx="11195">
                  <c:v>3.024228095169037</c:v>
                </c:pt>
                <c:pt idx="11196">
                  <c:v>3.0254852716617044</c:v>
                </c:pt>
                <c:pt idx="11197">
                  <c:v>3.0260223676241012</c:v>
                </c:pt>
                <c:pt idx="11198">
                  <c:v>3.0248089538742398</c:v>
                </c:pt>
                <c:pt idx="11199">
                  <c:v>3.0249040290727929</c:v>
                </c:pt>
                <c:pt idx="11200">
                  <c:v>3.023934808015492</c:v>
                </c:pt>
                <c:pt idx="11201">
                  <c:v>3.0232243672316867</c:v>
                </c:pt>
                <c:pt idx="11202">
                  <c:v>3.0218687032408318</c:v>
                </c:pt>
                <c:pt idx="11203">
                  <c:v>3.0226583093761463</c:v>
                </c:pt>
                <c:pt idx="11204">
                  <c:v>3.0240968069406176</c:v>
                </c:pt>
                <c:pt idx="11205">
                  <c:v>3.0269500012796122</c:v>
                </c:pt>
                <c:pt idx="11206">
                  <c:v>3.0260567891966592</c:v>
                </c:pt>
                <c:pt idx="11207">
                  <c:v>3.0246876466222501</c:v>
                </c:pt>
                <c:pt idx="11208">
                  <c:v>3.024013546829547</c:v>
                </c:pt>
                <c:pt idx="11209">
                  <c:v>3.0241687211554047</c:v>
                </c:pt>
                <c:pt idx="11210">
                  <c:v>3.0235199576874847</c:v>
                </c:pt>
                <c:pt idx="11211">
                  <c:v>3.0235240951007909</c:v>
                </c:pt>
                <c:pt idx="11212">
                  <c:v>3.0229504448785649</c:v>
                </c:pt>
                <c:pt idx="11213">
                  <c:v>3.0225508645914196</c:v>
                </c:pt>
                <c:pt idx="11214">
                  <c:v>3.0245141311858594</c:v>
                </c:pt>
                <c:pt idx="11215">
                  <c:v>3.0265064876346792</c:v>
                </c:pt>
                <c:pt idx="11216">
                  <c:v>3.025246965186013</c:v>
                </c:pt>
                <c:pt idx="11217">
                  <c:v>3.0235867107990755</c:v>
                </c:pt>
                <c:pt idx="11218">
                  <c:v>3.0229022461462343</c:v>
                </c:pt>
                <c:pt idx="11219">
                  <c:v>3.0240670346263103</c:v>
                </c:pt>
                <c:pt idx="11220">
                  <c:v>3.0253253627701047</c:v>
                </c:pt>
                <c:pt idx="11221">
                  <c:v>3.0266202025199833</c:v>
                </c:pt>
                <c:pt idx="11222">
                  <c:v>3.0273221125547036</c:v>
                </c:pt>
                <c:pt idx="11223">
                  <c:v>3.0280280746952388</c:v>
                </c:pt>
                <c:pt idx="11224">
                  <c:v>3.0264238673297901</c:v>
                </c:pt>
                <c:pt idx="11225">
                  <c:v>3.0225730871927863</c:v>
                </c:pt>
                <c:pt idx="11226">
                  <c:v>3.0207345401499706</c:v>
                </c:pt>
                <c:pt idx="11227">
                  <c:v>3.0229455823515865</c:v>
                </c:pt>
                <c:pt idx="11228">
                  <c:v>3.027105388874197</c:v>
                </c:pt>
                <c:pt idx="11229">
                  <c:v>3.0270388916850788</c:v>
                </c:pt>
                <c:pt idx="11230">
                  <c:v>3.0239016660552962</c:v>
                </c:pt>
                <c:pt idx="11231">
                  <c:v>3.0213972087388994</c:v>
                </c:pt>
                <c:pt idx="11232">
                  <c:v>3.0215017957226826</c:v>
                </c:pt>
                <c:pt idx="11233">
                  <c:v>3.0205077075317983</c:v>
                </c:pt>
                <c:pt idx="11234">
                  <c:v>3.0212684797352054</c:v>
                </c:pt>
                <c:pt idx="11235">
                  <c:v>3.0233449920237496</c:v>
                </c:pt>
                <c:pt idx="11236">
                  <c:v>3.0239634713324177</c:v>
                </c:pt>
                <c:pt idx="11237">
                  <c:v>3.0222209805242999</c:v>
                </c:pt>
                <c:pt idx="11238">
                  <c:v>3.0219314042466068</c:v>
                </c:pt>
                <c:pt idx="11239">
                  <c:v>3.0250373220272473</c:v>
                </c:pt>
                <c:pt idx="11240">
                  <c:v>3.0267547750868005</c:v>
                </c:pt>
                <c:pt idx="11241">
                  <c:v>3.0232029977052286</c:v>
                </c:pt>
                <c:pt idx="11242">
                  <c:v>3.0187896573198092</c:v>
                </c:pt>
                <c:pt idx="11243">
                  <c:v>3.0179338952253398</c:v>
                </c:pt>
                <c:pt idx="11244">
                  <c:v>3.0188850737483257</c:v>
                </c:pt>
                <c:pt idx="11245">
                  <c:v>3.0191235081852539</c:v>
                </c:pt>
                <c:pt idx="11246">
                  <c:v>3.0193555872141133</c:v>
                </c:pt>
                <c:pt idx="11247">
                  <c:v>3.0189248696928077</c:v>
                </c:pt>
                <c:pt idx="11248">
                  <c:v>3.016795552067427</c:v>
                </c:pt>
                <c:pt idx="11249">
                  <c:v>3.0180340035658531</c:v>
                </c:pt>
                <c:pt idx="11250">
                  <c:v>3.019526031580833</c:v>
                </c:pt>
                <c:pt idx="11251">
                  <c:v>3.0194562500533171</c:v>
                </c:pt>
                <c:pt idx="11252">
                  <c:v>3.018734164797011</c:v>
                </c:pt>
                <c:pt idx="11253">
                  <c:v>3.0207268198220487</c:v>
                </c:pt>
                <c:pt idx="11254">
                  <c:v>3.0208897571295736</c:v>
                </c:pt>
                <c:pt idx="11255">
                  <c:v>3.0176846693908193</c:v>
                </c:pt>
                <c:pt idx="11256">
                  <c:v>3.0156791755884083</c:v>
                </c:pt>
                <c:pt idx="11257">
                  <c:v>3.0173576857783884</c:v>
                </c:pt>
                <c:pt idx="11258">
                  <c:v>3.0171096115949942</c:v>
                </c:pt>
                <c:pt idx="11259">
                  <c:v>3.0154836081656331</c:v>
                </c:pt>
                <c:pt idx="11260">
                  <c:v>3.0152110080786194</c:v>
                </c:pt>
                <c:pt idx="11261">
                  <c:v>3.015980822876057</c:v>
                </c:pt>
                <c:pt idx="11262">
                  <c:v>3.018040231012685</c:v>
                </c:pt>
                <c:pt idx="11263">
                  <c:v>3.0179204592955307</c:v>
                </c:pt>
                <c:pt idx="11264">
                  <c:v>3.0172847052199652</c:v>
                </c:pt>
                <c:pt idx="11265">
                  <c:v>3.0158389138650263</c:v>
                </c:pt>
                <c:pt idx="11266">
                  <c:v>3.0152201359801403</c:v>
                </c:pt>
                <c:pt idx="11267">
                  <c:v>3.0170633322812077</c:v>
                </c:pt>
                <c:pt idx="11268">
                  <c:v>3.0193014596111682</c:v>
                </c:pt>
                <c:pt idx="11269">
                  <c:v>3.0215627905786406</c:v>
                </c:pt>
                <c:pt idx="11270">
                  <c:v>3.02549734267166</c:v>
                </c:pt>
                <c:pt idx="11271">
                  <c:v>3.027048915315254</c:v>
                </c:pt>
                <c:pt idx="11272">
                  <c:v>3.0260548271243697</c:v>
                </c:pt>
                <c:pt idx="11273">
                  <c:v>3.025597024474719</c:v>
                </c:pt>
                <c:pt idx="11274">
                  <c:v>3.0242530049563654</c:v>
                </c:pt>
                <c:pt idx="11275">
                  <c:v>3.0225900633834657</c:v>
                </c:pt>
                <c:pt idx="11276">
                  <c:v>3.0201354682954711</c:v>
                </c:pt>
                <c:pt idx="11277">
                  <c:v>3.01732177132474</c:v>
                </c:pt>
                <c:pt idx="11278">
                  <c:v>3.0171346919973043</c:v>
                </c:pt>
                <c:pt idx="11279">
                  <c:v>3.0179772740844375</c:v>
                </c:pt>
                <c:pt idx="11280">
                  <c:v>3.019412529964256</c:v>
                </c:pt>
                <c:pt idx="11281">
                  <c:v>3.0208995248372759</c:v>
                </c:pt>
                <c:pt idx="11282">
                  <c:v>3.0229904540917736</c:v>
                </c:pt>
                <c:pt idx="11283">
                  <c:v>3.0261144144067291</c:v>
                </c:pt>
                <c:pt idx="11284">
                  <c:v>3.0275570493845065</c:v>
                </c:pt>
                <c:pt idx="11285">
                  <c:v>3.0272489187275533</c:v>
                </c:pt>
                <c:pt idx="11286">
                  <c:v>3.0273888230125485</c:v>
                </c:pt>
                <c:pt idx="11287">
                  <c:v>3.0272285728909853</c:v>
                </c:pt>
                <c:pt idx="11288">
                  <c:v>3.0243845917610024</c:v>
                </c:pt>
                <c:pt idx="11289">
                  <c:v>3.0224093394640983</c:v>
                </c:pt>
                <c:pt idx="11290">
                  <c:v>3.0206650145449272</c:v>
                </c:pt>
                <c:pt idx="11291">
                  <c:v>3.0188490313334415</c:v>
                </c:pt>
                <c:pt idx="11292">
                  <c:v>3.019666319749537</c:v>
                </c:pt>
                <c:pt idx="11293">
                  <c:v>3.0202057616679321</c:v>
                </c:pt>
                <c:pt idx="11294">
                  <c:v>3.0217032493623264</c:v>
                </c:pt>
                <c:pt idx="11295">
                  <c:v>3.0225855420864507</c:v>
                </c:pt>
                <c:pt idx="11296">
                  <c:v>3.0212154184758964</c:v>
                </c:pt>
                <c:pt idx="11297">
                  <c:v>3.0200444025489879</c:v>
                </c:pt>
                <c:pt idx="11298">
                  <c:v>3.02087487097242</c:v>
                </c:pt>
                <c:pt idx="11299">
                  <c:v>3.0203151258712029</c:v>
                </c:pt>
                <c:pt idx="11300">
                  <c:v>3.0175643005212289</c:v>
                </c:pt>
                <c:pt idx="11301">
                  <c:v>3.0163827491192001</c:v>
                </c:pt>
                <c:pt idx="11302">
                  <c:v>3.0164494595770455</c:v>
                </c:pt>
                <c:pt idx="11303">
                  <c:v>3.0187103640070636</c:v>
                </c:pt>
                <c:pt idx="11304">
                  <c:v>3.0227700195354155</c:v>
                </c:pt>
                <c:pt idx="11305">
                  <c:v>3.0227242094128286</c:v>
                </c:pt>
                <c:pt idx="11306">
                  <c:v>3.0189340829018194</c:v>
                </c:pt>
                <c:pt idx="11307">
                  <c:v>3.018425053103913</c:v>
                </c:pt>
                <c:pt idx="11308">
                  <c:v>3.0208902263207733</c:v>
                </c:pt>
                <c:pt idx="11309">
                  <c:v>3.0219132337510555</c:v>
                </c:pt>
                <c:pt idx="11310">
                  <c:v>3.0241691050391135</c:v>
                </c:pt>
                <c:pt idx="11311">
                  <c:v>3.0253793197580681</c:v>
                </c:pt>
                <c:pt idx="11312">
                  <c:v>3.025354537931976</c:v>
                </c:pt>
                <c:pt idx="11313">
                  <c:v>3.0257170521143459</c:v>
                </c:pt>
                <c:pt idx="11314">
                  <c:v>3.0247509021267156</c:v>
                </c:pt>
                <c:pt idx="11315">
                  <c:v>3.0225350400518671</c:v>
                </c:pt>
                <c:pt idx="11316">
                  <c:v>3.0230577617020549</c:v>
                </c:pt>
                <c:pt idx="11317">
                  <c:v>3.0244963019202715</c:v>
                </c:pt>
                <c:pt idx="11318">
                  <c:v>3.0249009153493769</c:v>
                </c:pt>
                <c:pt idx="11319">
                  <c:v>3.0226142907108673</c:v>
                </c:pt>
                <c:pt idx="11320">
                  <c:v>3.0226118167936327</c:v>
                </c:pt>
                <c:pt idx="11321">
                  <c:v>3.0231668699828531</c:v>
                </c:pt>
                <c:pt idx="11322">
                  <c:v>3.0239751158049186</c:v>
                </c:pt>
                <c:pt idx="11323">
                  <c:v>3.0253013060576848</c:v>
                </c:pt>
                <c:pt idx="11324">
                  <c:v>3.0258410038985524</c:v>
                </c:pt>
                <c:pt idx="11325">
                  <c:v>3.0230769558874964</c:v>
                </c:pt>
                <c:pt idx="11326">
                  <c:v>3.0216212262098736</c:v>
                </c:pt>
                <c:pt idx="11327">
                  <c:v>3.0211486653643056</c:v>
                </c:pt>
                <c:pt idx="11328">
                  <c:v>3.0218995418987742</c:v>
                </c:pt>
                <c:pt idx="11329">
                  <c:v>3.0226319920152189</c:v>
                </c:pt>
                <c:pt idx="11330">
                  <c:v>3.0233890959965195</c:v>
                </c:pt>
                <c:pt idx="11331">
                  <c:v>3.0254062342714314</c:v>
                </c:pt>
                <c:pt idx="11332">
                  <c:v>3.0254854849304316</c:v>
                </c:pt>
                <c:pt idx="11333">
                  <c:v>3.0254425326087886</c:v>
                </c:pt>
                <c:pt idx="11334">
                  <c:v>3.0253445143018007</c:v>
                </c:pt>
                <c:pt idx="11335">
                  <c:v>3.0217554575467274</c:v>
                </c:pt>
                <c:pt idx="11336">
                  <c:v>3.0180250889330593</c:v>
                </c:pt>
                <c:pt idx="11337">
                  <c:v>3.0185254173668992</c:v>
                </c:pt>
                <c:pt idx="11338">
                  <c:v>3.019714603789359</c:v>
                </c:pt>
                <c:pt idx="11339">
                  <c:v>3.0197538025814046</c:v>
                </c:pt>
                <c:pt idx="11340">
                  <c:v>3.0196708410465525</c:v>
                </c:pt>
                <c:pt idx="11341">
                  <c:v>3.0208129803878077</c:v>
                </c:pt>
                <c:pt idx="11342">
                  <c:v>3.0227900667957655</c:v>
                </c:pt>
                <c:pt idx="11343">
                  <c:v>3.0240562858824633</c:v>
                </c:pt>
                <c:pt idx="11344">
                  <c:v>3.0233114235261001</c:v>
                </c:pt>
                <c:pt idx="11345">
                  <c:v>3.0212611859447378</c:v>
                </c:pt>
                <c:pt idx="11346">
                  <c:v>3.020856828438105</c:v>
                </c:pt>
                <c:pt idx="11347">
                  <c:v>3.0226868447318358</c:v>
                </c:pt>
                <c:pt idx="11348">
                  <c:v>3.0248193613881234</c:v>
                </c:pt>
                <c:pt idx="11349">
                  <c:v>3.0247930866809414</c:v>
                </c:pt>
                <c:pt idx="11350">
                  <c:v>3.0255759535244788</c:v>
                </c:pt>
                <c:pt idx="11351">
                  <c:v>3.0276275133719492</c:v>
                </c:pt>
                <c:pt idx="11352">
                  <c:v>3.0279428525118792</c:v>
                </c:pt>
                <c:pt idx="11353">
                  <c:v>3.0244009707992459</c:v>
                </c:pt>
                <c:pt idx="11354">
                  <c:v>3.0218408076913232</c:v>
                </c:pt>
                <c:pt idx="11355">
                  <c:v>3.0212043711558314</c:v>
                </c:pt>
                <c:pt idx="11356">
                  <c:v>3.0214827294984774</c:v>
                </c:pt>
                <c:pt idx="11357">
                  <c:v>3.0225747933426033</c:v>
                </c:pt>
                <c:pt idx="11358">
                  <c:v>3.0221947484708633</c:v>
                </c:pt>
                <c:pt idx="11359">
                  <c:v>3.0203165334448019</c:v>
                </c:pt>
                <c:pt idx="11360">
                  <c:v>3.0185600522081844</c:v>
                </c:pt>
                <c:pt idx="11361">
                  <c:v>3.0191491857399999</c:v>
                </c:pt>
                <c:pt idx="11362">
                  <c:v>3.0195072639328457</c:v>
                </c:pt>
                <c:pt idx="11363">
                  <c:v>3.0184276976361293</c:v>
                </c:pt>
                <c:pt idx="11364">
                  <c:v>3.0198907637579655</c:v>
                </c:pt>
                <c:pt idx="11365">
                  <c:v>3.0219656125504382</c:v>
                </c:pt>
                <c:pt idx="11366">
                  <c:v>3.0222814208815678</c:v>
                </c:pt>
                <c:pt idx="11367">
                  <c:v>3.0229742030147668</c:v>
                </c:pt>
                <c:pt idx="11368">
                  <c:v>3.0223387048616739</c:v>
                </c:pt>
                <c:pt idx="11369">
                  <c:v>3.0199077826023903</c:v>
                </c:pt>
                <c:pt idx="11370">
                  <c:v>3.0196029789375807</c:v>
                </c:pt>
                <c:pt idx="11371">
                  <c:v>3.0206073040273664</c:v>
                </c:pt>
                <c:pt idx="11372">
                  <c:v>3.0202622778806205</c:v>
                </c:pt>
                <c:pt idx="11373">
                  <c:v>3.021311346749358</c:v>
                </c:pt>
                <c:pt idx="11374">
                  <c:v>3.0216778277300529</c:v>
                </c:pt>
                <c:pt idx="11375">
                  <c:v>3.0215167671873266</c:v>
                </c:pt>
                <c:pt idx="11376">
                  <c:v>3.0208623307712652</c:v>
                </c:pt>
                <c:pt idx="11377">
                  <c:v>3.0217080692355598</c:v>
                </c:pt>
                <c:pt idx="11378">
                  <c:v>3.022793137865436</c:v>
                </c:pt>
                <c:pt idx="11379">
                  <c:v>3.0222435870093753</c:v>
                </c:pt>
                <c:pt idx="11380">
                  <c:v>3.0211100210709501</c:v>
                </c:pt>
                <c:pt idx="11381">
                  <c:v>3.018416010509883</c:v>
                </c:pt>
                <c:pt idx="11382">
                  <c:v>3.0181178608293595</c:v>
                </c:pt>
                <c:pt idx="11383">
                  <c:v>3.0197086322649991</c:v>
                </c:pt>
                <c:pt idx="11384">
                  <c:v>3.0207271183982667</c:v>
                </c:pt>
                <c:pt idx="11385">
                  <c:v>3.0208749562799109</c:v>
                </c:pt>
                <c:pt idx="11386">
                  <c:v>3.0226495227045889</c:v>
                </c:pt>
                <c:pt idx="11387">
                  <c:v>3.023726743045307</c:v>
                </c:pt>
                <c:pt idx="11388">
                  <c:v>3.0245651450653881</c:v>
                </c:pt>
                <c:pt idx="11389">
                  <c:v>3.0257589807460992</c:v>
                </c:pt>
                <c:pt idx="11390">
                  <c:v>3.0252566475862244</c:v>
                </c:pt>
                <c:pt idx="11391">
                  <c:v>3.0240315467101166</c:v>
                </c:pt>
                <c:pt idx="11392">
                  <c:v>3.0209454202673536</c:v>
                </c:pt>
                <c:pt idx="11393">
                  <c:v>3.0188572635063085</c:v>
                </c:pt>
                <c:pt idx="11394">
                  <c:v>3.0175588408418141</c:v>
                </c:pt>
                <c:pt idx="11395">
                  <c:v>3.0173777330387379</c:v>
                </c:pt>
                <c:pt idx="11396">
                  <c:v>3.0186580278614263</c:v>
                </c:pt>
                <c:pt idx="11397">
                  <c:v>3.0222837241838207</c:v>
                </c:pt>
                <c:pt idx="11398">
                  <c:v>3.0234203185381707</c:v>
                </c:pt>
                <c:pt idx="11399">
                  <c:v>3.0212440817928221</c:v>
                </c:pt>
                <c:pt idx="11400">
                  <c:v>3.0204560538460883</c:v>
                </c:pt>
                <c:pt idx="11401">
                  <c:v>3.0218170922088667</c:v>
                </c:pt>
                <c:pt idx="11402">
                  <c:v>3.0228218864898526</c:v>
                </c:pt>
                <c:pt idx="11403">
                  <c:v>3.0224639362582431</c:v>
                </c:pt>
                <c:pt idx="11404">
                  <c:v>3.0197404519590867</c:v>
                </c:pt>
                <c:pt idx="11405">
                  <c:v>3.0196529691272191</c:v>
                </c:pt>
                <c:pt idx="11406">
                  <c:v>3.0200521228769097</c:v>
                </c:pt>
                <c:pt idx="11407">
                  <c:v>3.0203121401090232</c:v>
                </c:pt>
                <c:pt idx="11408">
                  <c:v>3.0214555164088956</c:v>
                </c:pt>
                <c:pt idx="11409">
                  <c:v>3.0207549286402839</c:v>
                </c:pt>
                <c:pt idx="11410">
                  <c:v>3.0215303310783721</c:v>
                </c:pt>
                <c:pt idx="11411">
                  <c:v>3.0215258950888479</c:v>
                </c:pt>
                <c:pt idx="11412">
                  <c:v>3.0209820171809287</c:v>
                </c:pt>
                <c:pt idx="11413">
                  <c:v>3.0199012565793404</c:v>
                </c:pt>
                <c:pt idx="11414">
                  <c:v>3.0184628016686146</c:v>
                </c:pt>
                <c:pt idx="11415">
                  <c:v>3.0170760430973442</c:v>
                </c:pt>
                <c:pt idx="11416">
                  <c:v>3.0174793342603414</c:v>
                </c:pt>
                <c:pt idx="11417">
                  <c:v>3.0181872158194212</c:v>
                </c:pt>
                <c:pt idx="11418">
                  <c:v>3.0189026897451865</c:v>
                </c:pt>
                <c:pt idx="11419">
                  <c:v>3.0219590865273878</c:v>
                </c:pt>
                <c:pt idx="11420">
                  <c:v>3.0219257312984653</c:v>
                </c:pt>
                <c:pt idx="11421">
                  <c:v>3.0221445450124977</c:v>
                </c:pt>
                <c:pt idx="11422">
                  <c:v>3.0226423142216117</c:v>
                </c:pt>
                <c:pt idx="11423">
                  <c:v>3.0191999010433106</c:v>
                </c:pt>
                <c:pt idx="11424">
                  <c:v>3.0182523907424312</c:v>
                </c:pt>
                <c:pt idx="11425">
                  <c:v>3.020004819873233</c:v>
                </c:pt>
                <c:pt idx="11426">
                  <c:v>3.0222309188469838</c:v>
                </c:pt>
                <c:pt idx="11427">
                  <c:v>3.0250800184264182</c:v>
                </c:pt>
                <c:pt idx="11428">
                  <c:v>3.0268537744299326</c:v>
                </c:pt>
                <c:pt idx="11429">
                  <c:v>3.0269276080632639</c:v>
                </c:pt>
                <c:pt idx="11430">
                  <c:v>3.0263104936744494</c:v>
                </c:pt>
                <c:pt idx="11431">
                  <c:v>3.0245246240072339</c:v>
                </c:pt>
                <c:pt idx="11432">
                  <c:v>3.0223823822969895</c:v>
                </c:pt>
                <c:pt idx="11433">
                  <c:v>3.0221284645504722</c:v>
                </c:pt>
                <c:pt idx="11434">
                  <c:v>3.02377417401022</c:v>
                </c:pt>
                <c:pt idx="11435">
                  <c:v>3.0257707958335822</c:v>
                </c:pt>
                <c:pt idx="11436">
                  <c:v>3.0277903653719833</c:v>
                </c:pt>
                <c:pt idx="11437">
                  <c:v>3.0254548168874709</c:v>
                </c:pt>
                <c:pt idx="11438">
                  <c:v>3.0226023476621484</c:v>
                </c:pt>
                <c:pt idx="11439">
                  <c:v>3.0225169122100612</c:v>
                </c:pt>
                <c:pt idx="11440">
                  <c:v>3.0228170239628742</c:v>
                </c:pt>
                <c:pt idx="11441">
                  <c:v>3.0234097404093054</c:v>
                </c:pt>
                <c:pt idx="11442">
                  <c:v>3.023637511409877</c:v>
                </c:pt>
                <c:pt idx="11443">
                  <c:v>3.0206734173327758</c:v>
                </c:pt>
                <c:pt idx="11444">
                  <c:v>3.0200590327836689</c:v>
                </c:pt>
                <c:pt idx="11445">
                  <c:v>3.0224008940225042</c:v>
                </c:pt>
                <c:pt idx="11446">
                  <c:v>3.0237942639243154</c:v>
                </c:pt>
                <c:pt idx="11447">
                  <c:v>3.0251858850225637</c:v>
                </c:pt>
                <c:pt idx="11448">
                  <c:v>3.025513465787431</c:v>
                </c:pt>
                <c:pt idx="11449">
                  <c:v>3.0229048906784506</c:v>
                </c:pt>
                <c:pt idx="11450">
                  <c:v>3.0212403282632248</c:v>
                </c:pt>
                <c:pt idx="11451">
                  <c:v>3.0207765540892146</c:v>
                </c:pt>
                <c:pt idx="11452">
                  <c:v>3.0214602509746382</c:v>
                </c:pt>
                <c:pt idx="11453">
                  <c:v>3.0222693072178668</c:v>
                </c:pt>
                <c:pt idx="11454">
                  <c:v>3.0238618274570692</c:v>
                </c:pt>
                <c:pt idx="11455">
                  <c:v>3.0250974211545514</c:v>
                </c:pt>
                <c:pt idx="11456">
                  <c:v>3.0253830732876654</c:v>
                </c:pt>
                <c:pt idx="11457">
                  <c:v>3.0234172901222456</c:v>
                </c:pt>
                <c:pt idx="11458">
                  <c:v>3.0235336921935114</c:v>
                </c:pt>
                <c:pt idx="11459">
                  <c:v>3.0255894321080334</c:v>
                </c:pt>
                <c:pt idx="11460">
                  <c:v>3.0249641282000974</c:v>
                </c:pt>
                <c:pt idx="11461">
                  <c:v>3.0225595659554867</c:v>
                </c:pt>
                <c:pt idx="11462">
                  <c:v>3.0194486576866315</c:v>
                </c:pt>
                <c:pt idx="11463">
                  <c:v>3.0185375310305997</c:v>
                </c:pt>
                <c:pt idx="11464">
                  <c:v>3.0200187249942418</c:v>
                </c:pt>
                <c:pt idx="11465">
                  <c:v>3.0220685786918948</c:v>
                </c:pt>
                <c:pt idx="11466">
                  <c:v>3.0222842360287658</c:v>
                </c:pt>
                <c:pt idx="11467">
                  <c:v>3.0215919657405115</c:v>
                </c:pt>
                <c:pt idx="11468">
                  <c:v>3.0230730743966627</c:v>
                </c:pt>
                <c:pt idx="11469">
                  <c:v>3.0240239969971765</c:v>
                </c:pt>
                <c:pt idx="11470">
                  <c:v>3.0240549636163552</c:v>
                </c:pt>
                <c:pt idx="11471">
                  <c:v>3.0257619238545335</c:v>
                </c:pt>
                <c:pt idx="11472">
                  <c:v>3.0263657729285209</c:v>
                </c:pt>
                <c:pt idx="11473">
                  <c:v>3.0220457162843468</c:v>
                </c:pt>
                <c:pt idx="11474">
                  <c:v>3.0206458630132311</c:v>
                </c:pt>
                <c:pt idx="11475">
                  <c:v>3.0205273709084395</c:v>
                </c:pt>
                <c:pt idx="11476">
                  <c:v>3.0205457546727179</c:v>
                </c:pt>
                <c:pt idx="11477">
                  <c:v>3.0223832780256434</c:v>
                </c:pt>
                <c:pt idx="11478">
                  <c:v>3.0208707762128593</c:v>
                </c:pt>
                <c:pt idx="11479">
                  <c:v>3.0189828787865864</c:v>
                </c:pt>
                <c:pt idx="11480">
                  <c:v>3.0208492360714194</c:v>
                </c:pt>
                <c:pt idx="11481">
                  <c:v>3.0231484435648293</c:v>
                </c:pt>
                <c:pt idx="11482">
                  <c:v>3.0237478139955472</c:v>
                </c:pt>
                <c:pt idx="11483">
                  <c:v>3.0230871501326533</c:v>
                </c:pt>
                <c:pt idx="11484">
                  <c:v>3.0233483190158927</c:v>
                </c:pt>
                <c:pt idx="11485">
                  <c:v>3.0260261638074439</c:v>
                </c:pt>
                <c:pt idx="11486">
                  <c:v>3.0277502708512833</c:v>
                </c:pt>
                <c:pt idx="11487">
                  <c:v>3.0268681913958866</c:v>
                </c:pt>
                <c:pt idx="11488">
                  <c:v>3.0254428311850066</c:v>
                </c:pt>
                <c:pt idx="11489">
                  <c:v>3.0241572899516305</c:v>
                </c:pt>
                <c:pt idx="11490">
                  <c:v>3.0245009085247774</c:v>
                </c:pt>
                <c:pt idx="11491">
                  <c:v>3.0238271499620382</c:v>
                </c:pt>
                <c:pt idx="11492">
                  <c:v>3.0229744589372394</c:v>
                </c:pt>
                <c:pt idx="11493">
                  <c:v>3.0218675515897049</c:v>
                </c:pt>
                <c:pt idx="11494">
                  <c:v>3.0202652636428007</c:v>
                </c:pt>
                <c:pt idx="11495">
                  <c:v>3.0205101387952875</c:v>
                </c:pt>
                <c:pt idx="11496">
                  <c:v>3.021442293747814</c:v>
                </c:pt>
                <c:pt idx="11497">
                  <c:v>3.0230622829990703</c:v>
                </c:pt>
                <c:pt idx="11498">
                  <c:v>3.025119942332136</c:v>
                </c:pt>
                <c:pt idx="11499">
                  <c:v>3.0268245566143164</c:v>
                </c:pt>
                <c:pt idx="11500">
                  <c:v>3.0259288706141287</c:v>
                </c:pt>
                <c:pt idx="11501">
                  <c:v>3.0247933852571594</c:v>
                </c:pt>
                <c:pt idx="11502">
                  <c:v>3.0255676786978665</c:v>
                </c:pt>
                <c:pt idx="11503">
                  <c:v>3.0270820572754493</c:v>
                </c:pt>
                <c:pt idx="11504">
                  <c:v>3.029995905240439</c:v>
                </c:pt>
                <c:pt idx="11505">
                  <c:v>3.0297226226934986</c:v>
                </c:pt>
                <c:pt idx="11506">
                  <c:v>3.0245013350622316</c:v>
                </c:pt>
                <c:pt idx="11507">
                  <c:v>3.0196620117212492</c:v>
                </c:pt>
                <c:pt idx="11508">
                  <c:v>3.0174343772126631</c:v>
                </c:pt>
                <c:pt idx="11509">
                  <c:v>3.017041408256059</c:v>
                </c:pt>
                <c:pt idx="11510">
                  <c:v>3.0181189698267405</c:v>
                </c:pt>
                <c:pt idx="11511">
                  <c:v>3.018008326011107</c:v>
                </c:pt>
                <c:pt idx="11512">
                  <c:v>3.0179448572379139</c:v>
                </c:pt>
                <c:pt idx="11513">
                  <c:v>3.0185151804679968</c:v>
                </c:pt>
                <c:pt idx="11514">
                  <c:v>3.0197357600470895</c:v>
                </c:pt>
                <c:pt idx="11515">
                  <c:v>3.0209962208781551</c:v>
                </c:pt>
                <c:pt idx="11516">
                  <c:v>3.0242700664545352</c:v>
                </c:pt>
                <c:pt idx="11517">
                  <c:v>3.0245607517296094</c:v>
                </c:pt>
                <c:pt idx="11518">
                  <c:v>3.0236710372537812</c:v>
                </c:pt>
                <c:pt idx="11519">
                  <c:v>3.0231772348429917</c:v>
                </c:pt>
                <c:pt idx="11520">
                  <c:v>3.0223441218873428</c:v>
                </c:pt>
                <c:pt idx="11521">
                  <c:v>3.0214107726299448</c:v>
                </c:pt>
                <c:pt idx="11522">
                  <c:v>3.0216335104885559</c:v>
                </c:pt>
                <c:pt idx="11523">
                  <c:v>3.0224047328595924</c:v>
                </c:pt>
                <c:pt idx="11524">
                  <c:v>3.0212433993328953</c:v>
                </c:pt>
                <c:pt idx="11525">
                  <c:v>3.0194897332434762</c:v>
                </c:pt>
                <c:pt idx="11526">
                  <c:v>3.0204857835066496</c:v>
                </c:pt>
                <c:pt idx="11527">
                  <c:v>3.0222619281199083</c:v>
                </c:pt>
                <c:pt idx="11528">
                  <c:v>3.0238425906178823</c:v>
                </c:pt>
                <c:pt idx="11529">
                  <c:v>3.0244458851931788</c:v>
                </c:pt>
                <c:pt idx="11530">
                  <c:v>3.0253824761352295</c:v>
                </c:pt>
                <c:pt idx="11531">
                  <c:v>3.0271613079344499</c:v>
                </c:pt>
                <c:pt idx="11532">
                  <c:v>3.0276764372179521</c:v>
                </c:pt>
                <c:pt idx="11533">
                  <c:v>3.0262537215392884</c:v>
                </c:pt>
                <c:pt idx="11534">
                  <c:v>3.0260879690845655</c:v>
                </c:pt>
                <c:pt idx="11535">
                  <c:v>3.0283208926575842</c:v>
                </c:pt>
                <c:pt idx="11536">
                  <c:v>3.0284623324774147</c:v>
                </c:pt>
                <c:pt idx="11537">
                  <c:v>3.0279307815019236</c:v>
                </c:pt>
                <c:pt idx="11538">
                  <c:v>3.0294390179401653</c:v>
                </c:pt>
                <c:pt idx="11539">
                  <c:v>3.029265033312575</c:v>
                </c:pt>
                <c:pt idx="11540">
                  <c:v>3.0282448836832363</c:v>
                </c:pt>
                <c:pt idx="11541">
                  <c:v>3.0267313155268165</c:v>
                </c:pt>
                <c:pt idx="11542">
                  <c:v>3.0243071325593101</c:v>
                </c:pt>
                <c:pt idx="11543">
                  <c:v>3.0248843656961517</c:v>
                </c:pt>
                <c:pt idx="11544">
                  <c:v>3.026534852375387</c:v>
                </c:pt>
                <c:pt idx="11545">
                  <c:v>3.0251153357276301</c:v>
                </c:pt>
                <c:pt idx="11546">
                  <c:v>3.0225784189109648</c:v>
                </c:pt>
                <c:pt idx="11547">
                  <c:v>3.0208860035999763</c:v>
                </c:pt>
                <c:pt idx="11548">
                  <c:v>3.0203516801310322</c:v>
                </c:pt>
                <c:pt idx="11549">
                  <c:v>3.0226283664468578</c:v>
                </c:pt>
                <c:pt idx="11550">
                  <c:v>3.0265425727033093</c:v>
                </c:pt>
                <c:pt idx="11551">
                  <c:v>3.029127261714851</c:v>
                </c:pt>
                <c:pt idx="11552">
                  <c:v>3.0295112733849159</c:v>
                </c:pt>
                <c:pt idx="11553">
                  <c:v>3.0277314605495507</c:v>
                </c:pt>
                <c:pt idx="11554">
                  <c:v>3.0246536515871458</c:v>
                </c:pt>
                <c:pt idx="11555">
                  <c:v>3.0240631957892221</c:v>
                </c:pt>
                <c:pt idx="11556">
                  <c:v>3.0237561741296504</c:v>
                </c:pt>
                <c:pt idx="11557">
                  <c:v>3.0228704691058921</c:v>
                </c:pt>
                <c:pt idx="11558">
                  <c:v>3.0216106907347533</c:v>
                </c:pt>
                <c:pt idx="11559">
                  <c:v>3.0212545319604516</c:v>
                </c:pt>
                <c:pt idx="11560">
                  <c:v>3.0220828250428671</c:v>
                </c:pt>
                <c:pt idx="11561">
                  <c:v>3.0218393574639788</c:v>
                </c:pt>
                <c:pt idx="11562">
                  <c:v>3.022340325704</c:v>
                </c:pt>
                <c:pt idx="11563">
                  <c:v>3.0213287068237462</c:v>
                </c:pt>
                <c:pt idx="11564">
                  <c:v>3.0195499603320166</c:v>
                </c:pt>
                <c:pt idx="11565">
                  <c:v>3.0195219368212722</c:v>
                </c:pt>
                <c:pt idx="11566">
                  <c:v>3.0205787260179315</c:v>
                </c:pt>
                <c:pt idx="11567">
                  <c:v>3.0213876969536697</c:v>
                </c:pt>
                <c:pt idx="11568">
                  <c:v>3.0222193596819737</c:v>
                </c:pt>
                <c:pt idx="11569">
                  <c:v>3.0230691075983382</c:v>
                </c:pt>
                <c:pt idx="11570">
                  <c:v>3.0229352601451933</c:v>
                </c:pt>
                <c:pt idx="11571">
                  <c:v>3.0235155643517055</c:v>
                </c:pt>
                <c:pt idx="11572">
                  <c:v>3.0237559608609232</c:v>
                </c:pt>
                <c:pt idx="11573">
                  <c:v>3.0247985890141011</c:v>
                </c:pt>
                <c:pt idx="11574">
                  <c:v>3.0241096883717358</c:v>
                </c:pt>
                <c:pt idx="11575">
                  <c:v>3.0232842957440091</c:v>
                </c:pt>
                <c:pt idx="11576">
                  <c:v>3.022063374934953</c:v>
                </c:pt>
                <c:pt idx="11577">
                  <c:v>3.0230967045716284</c:v>
                </c:pt>
                <c:pt idx="11578">
                  <c:v>3.0248893988381118</c:v>
                </c:pt>
                <c:pt idx="11579">
                  <c:v>3.0267431306142991</c:v>
                </c:pt>
                <c:pt idx="11580">
                  <c:v>3.0263909386383219</c:v>
                </c:pt>
                <c:pt idx="11581">
                  <c:v>3.0244295061549353</c:v>
                </c:pt>
                <c:pt idx="11582">
                  <c:v>3.0247578120334748</c:v>
                </c:pt>
                <c:pt idx="11583">
                  <c:v>3.0256692799194695</c:v>
                </c:pt>
                <c:pt idx="11584">
                  <c:v>3.0235825307320234</c:v>
                </c:pt>
                <c:pt idx="11585">
                  <c:v>3.0237774583486177</c:v>
                </c:pt>
                <c:pt idx="11586">
                  <c:v>3.0252179606391238</c:v>
                </c:pt>
                <c:pt idx="11587">
                  <c:v>3.0265203501019426</c:v>
                </c:pt>
                <c:pt idx="11588">
                  <c:v>3.0262787166341076</c:v>
                </c:pt>
                <c:pt idx="11589">
                  <c:v>3.0263301570510905</c:v>
                </c:pt>
                <c:pt idx="11590">
                  <c:v>3.0280454347696271</c:v>
                </c:pt>
                <c:pt idx="11591">
                  <c:v>3.0263249532941487</c:v>
                </c:pt>
                <c:pt idx="11592">
                  <c:v>3.0247472765583545</c:v>
                </c:pt>
                <c:pt idx="11593">
                  <c:v>3.0254884280388663</c:v>
                </c:pt>
                <c:pt idx="11594">
                  <c:v>3.0258648899959906</c:v>
                </c:pt>
                <c:pt idx="11595">
                  <c:v>3.0232777697209592</c:v>
                </c:pt>
                <c:pt idx="11596">
                  <c:v>3.0192562892947628</c:v>
                </c:pt>
                <c:pt idx="11597">
                  <c:v>3.0184483420489152</c:v>
                </c:pt>
                <c:pt idx="11598">
                  <c:v>3.020985557441799</c:v>
                </c:pt>
                <c:pt idx="11599">
                  <c:v>3.0213681615382648</c:v>
                </c:pt>
                <c:pt idx="11600">
                  <c:v>3.0202589935422228</c:v>
                </c:pt>
                <c:pt idx="11601">
                  <c:v>3.019306919290583</c:v>
                </c:pt>
                <c:pt idx="11602">
                  <c:v>3.0197784564462604</c:v>
                </c:pt>
                <c:pt idx="11603">
                  <c:v>3.0203795756805407</c:v>
                </c:pt>
                <c:pt idx="11604">
                  <c:v>3.0188642587205581</c:v>
                </c:pt>
                <c:pt idx="11605">
                  <c:v>3.0180443257722462</c:v>
                </c:pt>
                <c:pt idx="11606">
                  <c:v>3.0182762768398694</c:v>
                </c:pt>
                <c:pt idx="11607">
                  <c:v>3.0187974203014765</c:v>
                </c:pt>
                <c:pt idx="11608">
                  <c:v>3.020642536021088</c:v>
                </c:pt>
                <c:pt idx="11609">
                  <c:v>3.0197690299685216</c:v>
                </c:pt>
                <c:pt idx="11610">
                  <c:v>3.0182774284909959</c:v>
                </c:pt>
                <c:pt idx="11611">
                  <c:v>3.0162575177226314</c:v>
                </c:pt>
                <c:pt idx="11612">
                  <c:v>3.0159409842778295</c:v>
                </c:pt>
                <c:pt idx="11613">
                  <c:v>3.0173591786594782</c:v>
                </c:pt>
                <c:pt idx="11614">
                  <c:v>3.0190073620364606</c:v>
                </c:pt>
                <c:pt idx="11615">
                  <c:v>3.0207847009545907</c:v>
                </c:pt>
                <c:pt idx="11616">
                  <c:v>3.0221210854525138</c:v>
                </c:pt>
                <c:pt idx="11617">
                  <c:v>3.0222186345683015</c:v>
                </c:pt>
                <c:pt idx="11618">
                  <c:v>3.0214939474335241</c:v>
                </c:pt>
                <c:pt idx="11619">
                  <c:v>3.0222102744341979</c:v>
                </c:pt>
                <c:pt idx="11620">
                  <c:v>3.0221409620978816</c:v>
                </c:pt>
                <c:pt idx="11621">
                  <c:v>3.021083533095041</c:v>
                </c:pt>
                <c:pt idx="11622">
                  <c:v>3.0208850225638315</c:v>
                </c:pt>
                <c:pt idx="11623">
                  <c:v>3.0218443906059389</c:v>
                </c:pt>
                <c:pt idx="11624">
                  <c:v>3.0232463765643263</c:v>
                </c:pt>
                <c:pt idx="11625">
                  <c:v>3.0248437166767612</c:v>
                </c:pt>
                <c:pt idx="11626">
                  <c:v>3.0248007643551182</c:v>
                </c:pt>
                <c:pt idx="11627">
                  <c:v>3.0237857758289755</c:v>
                </c:pt>
                <c:pt idx="11628">
                  <c:v>3.0221732936369143</c:v>
                </c:pt>
                <c:pt idx="11629">
                  <c:v>3.0196579596154338</c:v>
                </c:pt>
                <c:pt idx="11630">
                  <c:v>3.0191384796498979</c:v>
                </c:pt>
                <c:pt idx="11631">
                  <c:v>3.0201137148853041</c:v>
                </c:pt>
                <c:pt idx="11632">
                  <c:v>3.0200238434436928</c:v>
                </c:pt>
                <c:pt idx="11633">
                  <c:v>3.0213135220903746</c:v>
                </c:pt>
                <c:pt idx="11634">
                  <c:v>3.0218154287127952</c:v>
                </c:pt>
                <c:pt idx="11635">
                  <c:v>3.0228117348984416</c:v>
                </c:pt>
                <c:pt idx="11636">
                  <c:v>3.0234466785528435</c:v>
                </c:pt>
                <c:pt idx="11637">
                  <c:v>3.0213075932197606</c:v>
                </c:pt>
                <c:pt idx="11638">
                  <c:v>3.0187616338090648</c:v>
                </c:pt>
                <c:pt idx="11639">
                  <c:v>3.0151887428235074</c:v>
                </c:pt>
                <c:pt idx="11640">
                  <c:v>3.0144687902544725</c:v>
                </c:pt>
                <c:pt idx="11641">
                  <c:v>3.0141735836823833</c:v>
                </c:pt>
                <c:pt idx="11642">
                  <c:v>3.0151865674824907</c:v>
                </c:pt>
                <c:pt idx="11643">
                  <c:v>3.0165247860914666</c:v>
                </c:pt>
                <c:pt idx="11644">
                  <c:v>3.0172931080078143</c:v>
                </c:pt>
                <c:pt idx="11645">
                  <c:v>3.0179385871373365</c:v>
                </c:pt>
                <c:pt idx="11646">
                  <c:v>3.0163573274869266</c:v>
                </c:pt>
                <c:pt idx="11647">
                  <c:v>3.015880885150525</c:v>
                </c:pt>
                <c:pt idx="11648">
                  <c:v>3.0143145969647596</c:v>
                </c:pt>
                <c:pt idx="11649">
                  <c:v>3.0154895796899925</c:v>
                </c:pt>
                <c:pt idx="11650">
                  <c:v>3.0178472654683808</c:v>
                </c:pt>
                <c:pt idx="11651">
                  <c:v>3.0188802538750927</c:v>
                </c:pt>
                <c:pt idx="11652">
                  <c:v>3.0205433234092287</c:v>
                </c:pt>
                <c:pt idx="11653">
                  <c:v>3.0231850404784044</c:v>
                </c:pt>
                <c:pt idx="11654">
                  <c:v>3.0225923240319732</c:v>
                </c:pt>
                <c:pt idx="11655">
                  <c:v>3.0194228948243946</c:v>
                </c:pt>
                <c:pt idx="11656">
                  <c:v>3.0183919111437176</c:v>
                </c:pt>
                <c:pt idx="11657">
                  <c:v>3.0209349700997246</c:v>
                </c:pt>
                <c:pt idx="11658">
                  <c:v>3.0225474522917857</c:v>
                </c:pt>
                <c:pt idx="11659">
                  <c:v>3.023819898825316</c:v>
                </c:pt>
                <c:pt idx="11660">
                  <c:v>3.0265955486551275</c:v>
                </c:pt>
                <c:pt idx="11661">
                  <c:v>3.0265871885210238</c:v>
                </c:pt>
                <c:pt idx="11662">
                  <c:v>3.0230355391006882</c:v>
                </c:pt>
                <c:pt idx="11663">
                  <c:v>3.0203091970005884</c:v>
                </c:pt>
                <c:pt idx="11664">
                  <c:v>3.0184806735879479</c:v>
                </c:pt>
                <c:pt idx="11665">
                  <c:v>3.0190295419840818</c:v>
                </c:pt>
                <c:pt idx="11666">
                  <c:v>3.0209441406549908</c:v>
                </c:pt>
                <c:pt idx="11667">
                  <c:v>3.0194702831355622</c:v>
                </c:pt>
                <c:pt idx="11668">
                  <c:v>3.0198997636982505</c:v>
                </c:pt>
                <c:pt idx="11669">
                  <c:v>3.0198428636018528</c:v>
                </c:pt>
                <c:pt idx="11670">
                  <c:v>3.0190547503476282</c:v>
                </c:pt>
                <c:pt idx="11671">
                  <c:v>3.0187817237231602</c:v>
                </c:pt>
                <c:pt idx="11672">
                  <c:v>3.018331300171468</c:v>
                </c:pt>
                <c:pt idx="11673">
                  <c:v>3.0208643781510456</c:v>
                </c:pt>
                <c:pt idx="11674">
                  <c:v>3.0217329363691428</c:v>
                </c:pt>
                <c:pt idx="11675">
                  <c:v>3.0182051303924999</c:v>
                </c:pt>
                <c:pt idx="11676">
                  <c:v>3.0163976352763537</c:v>
                </c:pt>
                <c:pt idx="11677">
                  <c:v>3.0173050510565331</c:v>
                </c:pt>
                <c:pt idx="11678">
                  <c:v>3.017967421069244</c:v>
                </c:pt>
                <c:pt idx="11679">
                  <c:v>3.0217507656347302</c:v>
                </c:pt>
                <c:pt idx="11680">
                  <c:v>3.0246471255640959</c:v>
                </c:pt>
                <c:pt idx="11681">
                  <c:v>3.0248722093787057</c:v>
                </c:pt>
                <c:pt idx="11682">
                  <c:v>3.0241699154602766</c:v>
                </c:pt>
                <c:pt idx="11683">
                  <c:v>3.0244871740187507</c:v>
                </c:pt>
                <c:pt idx="11684">
                  <c:v>3.0230833539493105</c:v>
                </c:pt>
                <c:pt idx="11685">
                  <c:v>3.0215222695204864</c:v>
                </c:pt>
                <c:pt idx="11686">
                  <c:v>3.021159712684371</c:v>
                </c:pt>
                <c:pt idx="11687">
                  <c:v>3.0209458041510624</c:v>
                </c:pt>
                <c:pt idx="11688">
                  <c:v>3.0226163380906477</c:v>
                </c:pt>
                <c:pt idx="11689">
                  <c:v>3.0225357651655393</c:v>
                </c:pt>
                <c:pt idx="11690">
                  <c:v>3.0212725318410212</c:v>
                </c:pt>
                <c:pt idx="11691">
                  <c:v>3.0212540201155065</c:v>
                </c:pt>
                <c:pt idx="11692">
                  <c:v>3.022867142113749</c:v>
                </c:pt>
                <c:pt idx="11693">
                  <c:v>3.0242570570621807</c:v>
                </c:pt>
                <c:pt idx="11694">
                  <c:v>3.025627777825171</c:v>
                </c:pt>
                <c:pt idx="11695">
                  <c:v>3.0283331342825215</c:v>
                </c:pt>
                <c:pt idx="11696">
                  <c:v>3.0290779539851393</c:v>
                </c:pt>
                <c:pt idx="11697">
                  <c:v>3.0264325686938571</c:v>
                </c:pt>
                <c:pt idx="11698">
                  <c:v>3.0220275457887955</c:v>
                </c:pt>
                <c:pt idx="11699">
                  <c:v>3.0183286129855063</c:v>
                </c:pt>
                <c:pt idx="11700">
                  <c:v>3.0147755133378262</c:v>
                </c:pt>
                <c:pt idx="11701">
                  <c:v>3.013849671139623</c:v>
                </c:pt>
                <c:pt idx="11702">
                  <c:v>3.0147024474719126</c:v>
                </c:pt>
                <c:pt idx="11703">
                  <c:v>3.0160193818619212</c:v>
                </c:pt>
                <c:pt idx="11704">
                  <c:v>3.0182526893186492</c:v>
                </c:pt>
                <c:pt idx="11705">
                  <c:v>3.0170527114985966</c:v>
                </c:pt>
                <c:pt idx="11706">
                  <c:v>3.0160486423312829</c:v>
                </c:pt>
                <c:pt idx="11707">
                  <c:v>3.0151547477884031</c:v>
                </c:pt>
                <c:pt idx="11708">
                  <c:v>3.0151991503373909</c:v>
                </c:pt>
                <c:pt idx="11709">
                  <c:v>3.0199309435861563</c:v>
                </c:pt>
                <c:pt idx="11710">
                  <c:v>3.0240747123004872</c:v>
                </c:pt>
                <c:pt idx="11711">
                  <c:v>3.0272379140612338</c:v>
                </c:pt>
                <c:pt idx="11712">
                  <c:v>3.0281005007549715</c:v>
                </c:pt>
                <c:pt idx="11713">
                  <c:v>3.025193605350486</c:v>
                </c:pt>
                <c:pt idx="11714">
                  <c:v>3.0227412282572534</c:v>
                </c:pt>
                <c:pt idx="11715">
                  <c:v>3.0222984397259922</c:v>
                </c:pt>
                <c:pt idx="11716">
                  <c:v>3.0235929382459075</c:v>
                </c:pt>
                <c:pt idx="11717">
                  <c:v>3.0239871015073834</c:v>
                </c:pt>
                <c:pt idx="11718">
                  <c:v>3.0200681606851898</c:v>
                </c:pt>
                <c:pt idx="11719">
                  <c:v>3.0218606416829461</c:v>
                </c:pt>
                <c:pt idx="11720">
                  <c:v>3.0249215171084174</c:v>
                </c:pt>
                <c:pt idx="11721">
                  <c:v>3.0250439760115335</c:v>
                </c:pt>
                <c:pt idx="11722">
                  <c:v>3.023426076793803</c:v>
                </c:pt>
                <c:pt idx="11723">
                  <c:v>3.0183619682144287</c:v>
                </c:pt>
                <c:pt idx="11724">
                  <c:v>3.0181128703411448</c:v>
                </c:pt>
                <c:pt idx="11725">
                  <c:v>3.0181273299608438</c:v>
                </c:pt>
                <c:pt idx="11726">
                  <c:v>3.0172165445347754</c:v>
                </c:pt>
                <c:pt idx="11727">
                  <c:v>3.0182107180331506</c:v>
                </c:pt>
                <c:pt idx="11728">
                  <c:v>3.020801463876543</c:v>
                </c:pt>
                <c:pt idx="11729">
                  <c:v>3.0195536285541231</c:v>
                </c:pt>
                <c:pt idx="11730">
                  <c:v>3.0182063246973718</c:v>
                </c:pt>
                <c:pt idx="11731">
                  <c:v>3.0197191677401194</c:v>
                </c:pt>
                <c:pt idx="11732">
                  <c:v>3.0221338815761412</c:v>
                </c:pt>
                <c:pt idx="11733">
                  <c:v>3.0217764858432217</c:v>
                </c:pt>
                <c:pt idx="11734">
                  <c:v>3.0214172559992494</c:v>
                </c:pt>
                <c:pt idx="11735">
                  <c:v>3.0227883606459485</c:v>
                </c:pt>
                <c:pt idx="11736">
                  <c:v>3.0190520631616664</c:v>
                </c:pt>
                <c:pt idx="11737">
                  <c:v>3.0153537275108127</c:v>
                </c:pt>
                <c:pt idx="11738">
                  <c:v>3.0164673314963788</c:v>
                </c:pt>
                <c:pt idx="11739">
                  <c:v>3.0188884007404688</c:v>
                </c:pt>
                <c:pt idx="11740">
                  <c:v>3.019507989046518</c:v>
                </c:pt>
                <c:pt idx="11741">
                  <c:v>3.0203445143018008</c:v>
                </c:pt>
                <c:pt idx="11742">
                  <c:v>3.0213011098504561</c:v>
                </c:pt>
                <c:pt idx="11743">
                  <c:v>3.0213258063690573</c:v>
                </c:pt>
                <c:pt idx="11744">
                  <c:v>3.0198533990769731</c:v>
                </c:pt>
                <c:pt idx="11745">
                  <c:v>3.0193353693387817</c:v>
                </c:pt>
                <c:pt idx="11746">
                  <c:v>3.0214813645786238</c:v>
                </c:pt>
                <c:pt idx="11747">
                  <c:v>3.0213475597792243</c:v>
                </c:pt>
                <c:pt idx="11748">
                  <c:v>3.0214549619102051</c:v>
                </c:pt>
                <c:pt idx="11749">
                  <c:v>3.0214063792941657</c:v>
                </c:pt>
                <c:pt idx="11750">
                  <c:v>3.0179191370294225</c:v>
                </c:pt>
                <c:pt idx="11751">
                  <c:v>3.01932615612977</c:v>
                </c:pt>
                <c:pt idx="11752">
                  <c:v>3.0215359187190227</c:v>
                </c:pt>
                <c:pt idx="11753">
                  <c:v>3.023857732697508</c:v>
                </c:pt>
                <c:pt idx="11754">
                  <c:v>3.0234047499210908</c:v>
                </c:pt>
                <c:pt idx="11755">
                  <c:v>3.0231482729498476</c:v>
                </c:pt>
                <c:pt idx="11756">
                  <c:v>3.0254782764474548</c:v>
                </c:pt>
                <c:pt idx="11757">
                  <c:v>3.0281869598969484</c:v>
                </c:pt>
                <c:pt idx="11758">
                  <c:v>3.029938024107897</c:v>
                </c:pt>
                <c:pt idx="11759">
                  <c:v>3.0295006526023052</c:v>
                </c:pt>
                <c:pt idx="11760">
                  <c:v>3.0280522167151496</c:v>
                </c:pt>
                <c:pt idx="11761">
                  <c:v>3.0259018707932746</c:v>
                </c:pt>
                <c:pt idx="11762">
                  <c:v>3.0246036613975074</c:v>
                </c:pt>
                <c:pt idx="11763">
                  <c:v>3.0242146592392278</c:v>
                </c:pt>
                <c:pt idx="11764">
                  <c:v>3.0250047772194875</c:v>
                </c:pt>
                <c:pt idx="11765">
                  <c:v>3.0251446388507377</c:v>
                </c:pt>
                <c:pt idx="11766">
                  <c:v>3.0225721488103869</c:v>
                </c:pt>
                <c:pt idx="11767">
                  <c:v>3.0215969135749812</c:v>
                </c:pt>
                <c:pt idx="11768">
                  <c:v>3.0210731682349028</c:v>
                </c:pt>
                <c:pt idx="11769">
                  <c:v>3.0206956399341425</c:v>
                </c:pt>
                <c:pt idx="11770">
                  <c:v>3.0217795995666381</c:v>
                </c:pt>
                <c:pt idx="11771">
                  <c:v>3.0225792719858733</c:v>
                </c:pt>
                <c:pt idx="11772">
                  <c:v>3.0226406507255401</c:v>
                </c:pt>
                <c:pt idx="11773">
                  <c:v>3.0236847717598083</c:v>
                </c:pt>
                <c:pt idx="11774">
                  <c:v>3.0252139085333085</c:v>
                </c:pt>
                <c:pt idx="11775">
                  <c:v>3.0266984294890933</c:v>
                </c:pt>
                <c:pt idx="11776">
                  <c:v>3.0273856666353871</c:v>
                </c:pt>
                <c:pt idx="11777">
                  <c:v>3.0269096508364401</c:v>
                </c:pt>
                <c:pt idx="11778">
                  <c:v>3.0252100696962199</c:v>
                </c:pt>
                <c:pt idx="11779">
                  <c:v>3.0236312413092992</c:v>
                </c:pt>
                <c:pt idx="11780">
                  <c:v>3.0216265152743063</c:v>
                </c:pt>
                <c:pt idx="11781">
                  <c:v>3.0205882378031617</c:v>
                </c:pt>
                <c:pt idx="11782">
                  <c:v>3.0209951971882649</c:v>
                </c:pt>
                <c:pt idx="11783">
                  <c:v>3.020568830348993</c:v>
                </c:pt>
                <c:pt idx="11784">
                  <c:v>3.0227771853646468</c:v>
                </c:pt>
                <c:pt idx="11785">
                  <c:v>3.0227805550105353</c:v>
                </c:pt>
                <c:pt idx="11786">
                  <c:v>3.0217906042329576</c:v>
                </c:pt>
                <c:pt idx="11787">
                  <c:v>3.0244987331837607</c:v>
                </c:pt>
                <c:pt idx="11788">
                  <c:v>3.0252058043216774</c:v>
                </c:pt>
                <c:pt idx="11789">
                  <c:v>3.0228883410252254</c:v>
                </c:pt>
                <c:pt idx="11790">
                  <c:v>3.0218107794545439</c:v>
                </c:pt>
                <c:pt idx="11791">
                  <c:v>3.0220243467578887</c:v>
                </c:pt>
                <c:pt idx="11792">
                  <c:v>3.0214724925995751</c:v>
                </c:pt>
                <c:pt idx="11793">
                  <c:v>3.0193851036059476</c:v>
                </c:pt>
                <c:pt idx="11794">
                  <c:v>3.0196579596154338</c:v>
                </c:pt>
                <c:pt idx="11795">
                  <c:v>3.0206005220818439</c:v>
                </c:pt>
                <c:pt idx="11796">
                  <c:v>3.0210749596922106</c:v>
                </c:pt>
                <c:pt idx="11797">
                  <c:v>3.0197340112435271</c:v>
                </c:pt>
                <c:pt idx="11798">
                  <c:v>3.0191853987698658</c:v>
                </c:pt>
                <c:pt idx="11799">
                  <c:v>3.0193750373220274</c:v>
                </c:pt>
                <c:pt idx="11800">
                  <c:v>3.0191868489972102</c:v>
                </c:pt>
                <c:pt idx="11801">
                  <c:v>3.0198725079549233</c:v>
                </c:pt>
                <c:pt idx="11802">
                  <c:v>3.0197579399947108</c:v>
                </c:pt>
                <c:pt idx="11803">
                  <c:v>3.0209774958839137</c:v>
                </c:pt>
                <c:pt idx="11804">
                  <c:v>3.0209032357131278</c:v>
                </c:pt>
                <c:pt idx="11805">
                  <c:v>3.022606826305418</c:v>
                </c:pt>
                <c:pt idx="11806">
                  <c:v>3.0236726580961073</c:v>
                </c:pt>
                <c:pt idx="11807">
                  <c:v>3.0218201206247919</c:v>
                </c:pt>
                <c:pt idx="11808">
                  <c:v>3.0226281105243853</c:v>
                </c:pt>
                <c:pt idx="11809">
                  <c:v>3.0217967890260442</c:v>
                </c:pt>
                <c:pt idx="11810">
                  <c:v>3.0221114457060474</c:v>
                </c:pt>
                <c:pt idx="11811">
                  <c:v>3.0219295274818081</c:v>
                </c:pt>
                <c:pt idx="11812">
                  <c:v>3.0221115736672837</c:v>
                </c:pt>
                <c:pt idx="11813">
                  <c:v>3.0231713912798681</c:v>
                </c:pt>
                <c:pt idx="11814">
                  <c:v>3.0225942434505173</c:v>
                </c:pt>
                <c:pt idx="11815">
                  <c:v>3.0229486960750025</c:v>
                </c:pt>
                <c:pt idx="11816">
                  <c:v>3.0214605068971108</c:v>
                </c:pt>
                <c:pt idx="11817">
                  <c:v>3.0198920007165828</c:v>
                </c:pt>
                <c:pt idx="11818">
                  <c:v>3.0205626029021611</c:v>
                </c:pt>
                <c:pt idx="11819">
                  <c:v>3.020486423312831</c:v>
                </c:pt>
                <c:pt idx="11820">
                  <c:v>3.0209556571662559</c:v>
                </c:pt>
                <c:pt idx="11821">
                  <c:v>3.024165138240789</c:v>
                </c:pt>
                <c:pt idx="11822">
                  <c:v>3.0241271764073603</c:v>
                </c:pt>
                <c:pt idx="11823">
                  <c:v>3.0226366839272156</c:v>
                </c:pt>
                <c:pt idx="11824">
                  <c:v>3.0221991418066421</c:v>
                </c:pt>
                <c:pt idx="11825">
                  <c:v>3.019878351518047</c:v>
                </c:pt>
                <c:pt idx="11826">
                  <c:v>3.0203435759194015</c:v>
                </c:pt>
                <c:pt idx="11827">
                  <c:v>3.0228421470189297</c:v>
                </c:pt>
                <c:pt idx="11828">
                  <c:v>3.0232692816256197</c:v>
                </c:pt>
                <c:pt idx="11829">
                  <c:v>3.0251579041655647</c:v>
                </c:pt>
                <c:pt idx="11830">
                  <c:v>3.0251005775317132</c:v>
                </c:pt>
                <c:pt idx="11831">
                  <c:v>3.023834571713742</c:v>
                </c:pt>
                <c:pt idx="11832">
                  <c:v>3.0243894116342358</c:v>
                </c:pt>
                <c:pt idx="11833">
                  <c:v>3.0279679755679347</c:v>
                </c:pt>
                <c:pt idx="11834">
                  <c:v>3.028587777142711</c:v>
                </c:pt>
                <c:pt idx="11835">
                  <c:v>3.025998182950445</c:v>
                </c:pt>
                <c:pt idx="11836">
                  <c:v>3.0225485612891667</c:v>
                </c:pt>
                <c:pt idx="11837">
                  <c:v>3.0212520153894715</c:v>
                </c:pt>
                <c:pt idx="11838">
                  <c:v>3.0204675703573529</c:v>
                </c:pt>
                <c:pt idx="11839">
                  <c:v>3.0205925458314495</c:v>
                </c:pt>
                <c:pt idx="11840">
                  <c:v>3.0228480758895437</c:v>
                </c:pt>
                <c:pt idx="11841">
                  <c:v>3.0241223138803819</c:v>
                </c:pt>
                <c:pt idx="11842">
                  <c:v>3.02364233128311</c:v>
                </c:pt>
                <c:pt idx="11843">
                  <c:v>3.0190153809406004</c:v>
                </c:pt>
                <c:pt idx="11844">
                  <c:v>3.0181005434087167</c:v>
                </c:pt>
                <c:pt idx="11845">
                  <c:v>3.0218158979039949</c:v>
                </c:pt>
                <c:pt idx="11846">
                  <c:v>3.0226167219743565</c:v>
                </c:pt>
                <c:pt idx="11847">
                  <c:v>3.0202111360398556</c:v>
                </c:pt>
                <c:pt idx="11848">
                  <c:v>3.0197841293944023</c:v>
                </c:pt>
                <c:pt idx="11849">
                  <c:v>3.0224924289601871</c:v>
                </c:pt>
                <c:pt idx="11850">
                  <c:v>3.0233645700928999</c:v>
                </c:pt>
                <c:pt idx="11851">
                  <c:v>3.0220357353079175</c:v>
                </c:pt>
                <c:pt idx="11852">
                  <c:v>3.0210721018912672</c:v>
                </c:pt>
                <c:pt idx="11853">
                  <c:v>3.0219569111863711</c:v>
                </c:pt>
                <c:pt idx="11854">
                  <c:v>3.0234053044197813</c:v>
                </c:pt>
                <c:pt idx="11855">
                  <c:v>3.0240285609479369</c:v>
                </c:pt>
                <c:pt idx="11856">
                  <c:v>3.0232476135229436</c:v>
                </c:pt>
                <c:pt idx="11857">
                  <c:v>3.0218992433225562</c:v>
                </c:pt>
                <c:pt idx="11858">
                  <c:v>3.0214219479112461</c:v>
                </c:pt>
                <c:pt idx="11859">
                  <c:v>3.0229780845056005</c:v>
                </c:pt>
                <c:pt idx="11860">
                  <c:v>3.0268268172628239</c:v>
                </c:pt>
                <c:pt idx="11861">
                  <c:v>3.0281269034233897</c:v>
                </c:pt>
                <c:pt idx="11862">
                  <c:v>3.0273088472398761</c:v>
                </c:pt>
                <c:pt idx="11863">
                  <c:v>3.0276357881985616</c:v>
                </c:pt>
                <c:pt idx="11864">
                  <c:v>3.0276065277291999</c:v>
                </c:pt>
                <c:pt idx="11865">
                  <c:v>3.0284028305025465</c:v>
                </c:pt>
                <c:pt idx="11866">
                  <c:v>3.0298882471869857</c:v>
                </c:pt>
                <c:pt idx="11867">
                  <c:v>3.0278446635899097</c:v>
                </c:pt>
                <c:pt idx="11868">
                  <c:v>3.0248874367658223</c:v>
                </c:pt>
                <c:pt idx="11869">
                  <c:v>3.0225442106071334</c:v>
                </c:pt>
                <c:pt idx="11870">
                  <c:v>3.0220290813236312</c:v>
                </c:pt>
                <c:pt idx="11871">
                  <c:v>3.0234074371070525</c:v>
                </c:pt>
                <c:pt idx="11872">
                  <c:v>3.0236469378876158</c:v>
                </c:pt>
                <c:pt idx="11873">
                  <c:v>3.0237179990274945</c:v>
                </c:pt>
                <c:pt idx="11874">
                  <c:v>3.0243528573744061</c:v>
                </c:pt>
                <c:pt idx="11875">
                  <c:v>3.0247818687458947</c:v>
                </c:pt>
                <c:pt idx="11876">
                  <c:v>3.0248790766317191</c:v>
                </c:pt>
                <c:pt idx="11877">
                  <c:v>3.0215521271422845</c:v>
                </c:pt>
                <c:pt idx="11878">
                  <c:v>3.0189801062931334</c:v>
                </c:pt>
                <c:pt idx="11879">
                  <c:v>3.019607031043396</c:v>
                </c:pt>
                <c:pt idx="11880">
                  <c:v>3.0211391535790759</c:v>
                </c:pt>
                <c:pt idx="11881">
                  <c:v>3.0225225851582027</c:v>
                </c:pt>
                <c:pt idx="11882">
                  <c:v>3.0238802538750926</c:v>
                </c:pt>
                <c:pt idx="11883">
                  <c:v>3.023597416889177</c:v>
                </c:pt>
                <c:pt idx="11884">
                  <c:v>3.022075488598654</c:v>
                </c:pt>
                <c:pt idx="11885">
                  <c:v>3.0208313214983407</c:v>
                </c:pt>
                <c:pt idx="11886">
                  <c:v>3.0199128583980959</c:v>
                </c:pt>
                <c:pt idx="11887">
                  <c:v>3.0230984960289362</c:v>
                </c:pt>
                <c:pt idx="11888">
                  <c:v>3.0247125564095785</c:v>
                </c:pt>
                <c:pt idx="11889">
                  <c:v>3.0233714373459133</c:v>
                </c:pt>
                <c:pt idx="11890">
                  <c:v>3.024343004359213</c:v>
                </c:pt>
                <c:pt idx="11891">
                  <c:v>3.0257999283417076</c:v>
                </c:pt>
                <c:pt idx="11892">
                  <c:v>3.024876858636957</c:v>
                </c:pt>
                <c:pt idx="11893">
                  <c:v>3.0243412555556501</c:v>
                </c:pt>
                <c:pt idx="11894">
                  <c:v>3.0237276814277063</c:v>
                </c:pt>
                <c:pt idx="11895">
                  <c:v>3.0219583187599701</c:v>
                </c:pt>
                <c:pt idx="11896">
                  <c:v>3.0191672282743149</c:v>
                </c:pt>
                <c:pt idx="11897">
                  <c:v>3.017012318401679</c:v>
                </c:pt>
                <c:pt idx="11898">
                  <c:v>3.0180426622761747</c:v>
                </c:pt>
                <c:pt idx="11899">
                  <c:v>3.0202567328937153</c:v>
                </c:pt>
                <c:pt idx="11900">
                  <c:v>3.0212149919384421</c:v>
                </c:pt>
                <c:pt idx="11901">
                  <c:v>3.0201877191336171</c:v>
                </c:pt>
                <c:pt idx="11902">
                  <c:v>3.0175554711959256</c:v>
                </c:pt>
                <c:pt idx="11903">
                  <c:v>3.0179736485160764</c:v>
                </c:pt>
                <c:pt idx="11904">
                  <c:v>3.0190437883350536</c:v>
                </c:pt>
                <c:pt idx="11905">
                  <c:v>3.0193958950035404</c:v>
                </c:pt>
                <c:pt idx="11906">
                  <c:v>3.0200443598952424</c:v>
                </c:pt>
                <c:pt idx="11907">
                  <c:v>3.0212145654009879</c:v>
                </c:pt>
                <c:pt idx="11908">
                  <c:v>3.0232903099221144</c:v>
                </c:pt>
                <c:pt idx="11909">
                  <c:v>3.0248479820513041</c:v>
                </c:pt>
                <c:pt idx="11910">
                  <c:v>3.025073620364604</c:v>
                </c:pt>
                <c:pt idx="11911">
                  <c:v>3.0245773866903254</c:v>
                </c:pt>
                <c:pt idx="11912">
                  <c:v>3.0242760379788951</c:v>
                </c:pt>
                <c:pt idx="11913">
                  <c:v>3.024274417136569</c:v>
                </c:pt>
                <c:pt idx="11914">
                  <c:v>3.0227912184468919</c:v>
                </c:pt>
                <c:pt idx="11915">
                  <c:v>3.0219121247536744</c:v>
                </c:pt>
                <c:pt idx="11916">
                  <c:v>3.0227599532514948</c:v>
                </c:pt>
                <c:pt idx="11917">
                  <c:v>3.023449195123824</c:v>
                </c:pt>
                <c:pt idx="11918">
                  <c:v>3.0237102786995727</c:v>
                </c:pt>
                <c:pt idx="11919">
                  <c:v>3.0217923956902655</c:v>
                </c:pt>
                <c:pt idx="11920">
                  <c:v>3.0205140629398666</c:v>
                </c:pt>
                <c:pt idx="11921">
                  <c:v>3.0199671566160227</c:v>
                </c:pt>
                <c:pt idx="11922">
                  <c:v>3.0189969545225765</c:v>
                </c:pt>
                <c:pt idx="11923">
                  <c:v>3.018179410184008</c:v>
                </c:pt>
                <c:pt idx="11924">
                  <c:v>3.0181975806795593</c:v>
                </c:pt>
                <c:pt idx="11925">
                  <c:v>3.0182277795313208</c:v>
                </c:pt>
                <c:pt idx="11926">
                  <c:v>3.0193860419883469</c:v>
                </c:pt>
                <c:pt idx="11927">
                  <c:v>3.0228427868251111</c:v>
                </c:pt>
                <c:pt idx="11928">
                  <c:v>3.023882599831091</c:v>
                </c:pt>
                <c:pt idx="11929">
                  <c:v>3.0238817467561825</c:v>
                </c:pt>
                <c:pt idx="11930">
                  <c:v>3.026542444742073</c:v>
                </c:pt>
                <c:pt idx="11931">
                  <c:v>3.0249732561016183</c:v>
                </c:pt>
                <c:pt idx="11932">
                  <c:v>3.0204865086203219</c:v>
                </c:pt>
                <c:pt idx="11933">
                  <c:v>3.0190905368400398</c:v>
                </c:pt>
                <c:pt idx="11934">
                  <c:v>3.019136986768808</c:v>
                </c:pt>
                <c:pt idx="11935">
                  <c:v>3.0211632102914958</c:v>
                </c:pt>
                <c:pt idx="11936">
                  <c:v>3.024179000708052</c:v>
                </c:pt>
                <c:pt idx="11937">
                  <c:v>3.0238509080982401</c:v>
                </c:pt>
                <c:pt idx="11938">
                  <c:v>3.0235037066104775</c:v>
                </c:pt>
                <c:pt idx="11939">
                  <c:v>3.0232801156769575</c:v>
                </c:pt>
                <c:pt idx="11940">
                  <c:v>3.0222237530177525</c:v>
                </c:pt>
                <c:pt idx="11941">
                  <c:v>3.0233835083558689</c:v>
                </c:pt>
                <c:pt idx="11942">
                  <c:v>3.0220247732953429</c:v>
                </c:pt>
                <c:pt idx="11943">
                  <c:v>3.019559898654701</c:v>
                </c:pt>
                <c:pt idx="11944">
                  <c:v>3.0177798725506086</c:v>
                </c:pt>
                <c:pt idx="11945">
                  <c:v>3.0165085350144598</c:v>
                </c:pt>
                <c:pt idx="11946">
                  <c:v>3.0190241249584124</c:v>
                </c:pt>
                <c:pt idx="11947">
                  <c:v>3.0209375719781955</c:v>
                </c:pt>
                <c:pt idx="11948">
                  <c:v>3.0211242247681769</c:v>
                </c:pt>
                <c:pt idx="11949">
                  <c:v>3.0206695358419422</c:v>
                </c:pt>
                <c:pt idx="11950">
                  <c:v>3.020344727570528</c:v>
                </c:pt>
                <c:pt idx="11951">
                  <c:v>3.020229519804134</c:v>
                </c:pt>
                <c:pt idx="11952">
                  <c:v>3.0203901111556606</c:v>
                </c:pt>
                <c:pt idx="11953">
                  <c:v>3.0207093744401696</c:v>
                </c:pt>
                <c:pt idx="11954">
                  <c:v>3.0203284338397753</c:v>
                </c:pt>
                <c:pt idx="11955">
                  <c:v>3.0195336666012644</c:v>
                </c:pt>
                <c:pt idx="11956">
                  <c:v>3.0183658497052628</c:v>
                </c:pt>
                <c:pt idx="11957">
                  <c:v>3.0187108331982633</c:v>
                </c:pt>
                <c:pt idx="11958">
                  <c:v>3.0210496660211734</c:v>
                </c:pt>
                <c:pt idx="11959">
                  <c:v>3.0201150371514123</c:v>
                </c:pt>
                <c:pt idx="11960">
                  <c:v>3.019812280866383</c:v>
                </c:pt>
                <c:pt idx="11961">
                  <c:v>3.0205850814259998</c:v>
                </c:pt>
                <c:pt idx="11962">
                  <c:v>3.0229476297313669</c:v>
                </c:pt>
                <c:pt idx="11963">
                  <c:v>3.0268286940276226</c:v>
                </c:pt>
                <c:pt idx="11964">
                  <c:v>3.027440476698259</c:v>
                </c:pt>
                <c:pt idx="11965">
                  <c:v>3.027715422741271</c:v>
                </c:pt>
                <c:pt idx="11966">
                  <c:v>3.0282094384207876</c:v>
                </c:pt>
                <c:pt idx="11967">
                  <c:v>3.0287098095083729</c:v>
                </c:pt>
                <c:pt idx="11968">
                  <c:v>3.0270711805703661</c:v>
                </c:pt>
                <c:pt idx="11969">
                  <c:v>3.0262910435665358</c:v>
                </c:pt>
                <c:pt idx="11970">
                  <c:v>3.0262169113569861</c:v>
                </c:pt>
                <c:pt idx="11971">
                  <c:v>3.0227058256485502</c:v>
                </c:pt>
                <c:pt idx="11972">
                  <c:v>3.0208410038985525</c:v>
                </c:pt>
                <c:pt idx="11973">
                  <c:v>3.0207019526884658</c:v>
                </c:pt>
                <c:pt idx="11974">
                  <c:v>3.0199645973912967</c:v>
                </c:pt>
                <c:pt idx="11975">
                  <c:v>3.0198929817527276</c:v>
                </c:pt>
                <c:pt idx="11976">
                  <c:v>3.0208729089001305</c:v>
                </c:pt>
                <c:pt idx="11977">
                  <c:v>3.0225629782551207</c:v>
                </c:pt>
                <c:pt idx="11978">
                  <c:v>3.0218853808552928</c:v>
                </c:pt>
                <c:pt idx="11979">
                  <c:v>3.0196984380198426</c:v>
                </c:pt>
                <c:pt idx="11980">
                  <c:v>3.0186851982972627</c:v>
                </c:pt>
                <c:pt idx="11981">
                  <c:v>3.0182944473354207</c:v>
                </c:pt>
                <c:pt idx="11982">
                  <c:v>3.0191116930977708</c:v>
                </c:pt>
                <c:pt idx="11983">
                  <c:v>3.0206367777654557</c:v>
                </c:pt>
                <c:pt idx="11984">
                  <c:v>3.0225571773457429</c:v>
                </c:pt>
                <c:pt idx="11985">
                  <c:v>3.0230755056601519</c:v>
                </c:pt>
                <c:pt idx="11986">
                  <c:v>3.0215560086331181</c:v>
                </c:pt>
                <c:pt idx="11987">
                  <c:v>3.0221362701858849</c:v>
                </c:pt>
                <c:pt idx="11988">
                  <c:v>3.0251858423688183</c:v>
                </c:pt>
                <c:pt idx="11989">
                  <c:v>3.027076299019817</c:v>
                </c:pt>
                <c:pt idx="11990">
                  <c:v>3.0266891736263362</c:v>
                </c:pt>
                <c:pt idx="11991">
                  <c:v>3.0217516613633841</c:v>
                </c:pt>
                <c:pt idx="11992">
                  <c:v>3.0180903491635602</c:v>
                </c:pt>
                <c:pt idx="11993">
                  <c:v>3.0178864642604268</c:v>
                </c:pt>
                <c:pt idx="11994">
                  <c:v>3.0171322607338151</c:v>
                </c:pt>
                <c:pt idx="11995">
                  <c:v>3.0177323136244594</c:v>
                </c:pt>
                <c:pt idx="11996">
                  <c:v>3.01806228299907</c:v>
                </c:pt>
                <c:pt idx="11997">
                  <c:v>3.0172815488428038</c:v>
                </c:pt>
                <c:pt idx="11998">
                  <c:v>3.0194657191848018</c:v>
                </c:pt>
                <c:pt idx="11999">
                  <c:v>3.0192405074089557</c:v>
                </c:pt>
                <c:pt idx="12000">
                  <c:v>3.0182868123149893</c:v>
                </c:pt>
                <c:pt idx="12001">
                  <c:v>3.0188258276959301</c:v>
                </c:pt>
                <c:pt idx="12002">
                  <c:v>3.0194811598406455</c:v>
                </c:pt>
                <c:pt idx="12003">
                  <c:v>3.0226929015636861</c:v>
                </c:pt>
                <c:pt idx="12004">
                  <c:v>3.0263875263386879</c:v>
                </c:pt>
                <c:pt idx="12005">
                  <c:v>3.0271715021796064</c:v>
                </c:pt>
                <c:pt idx="12006">
                  <c:v>3.0261290872951552</c:v>
                </c:pt>
                <c:pt idx="12007">
                  <c:v>3.0264529998379159</c:v>
                </c:pt>
                <c:pt idx="12008">
                  <c:v>3.0285703744145773</c:v>
                </c:pt>
                <c:pt idx="12009">
                  <c:v>3.0280912448922139</c:v>
                </c:pt>
                <c:pt idx="12010">
                  <c:v>3.0285783506649717</c:v>
                </c:pt>
                <c:pt idx="12011">
                  <c:v>3.0273576004708973</c:v>
                </c:pt>
                <c:pt idx="12012">
                  <c:v>3.0263484128541327</c:v>
                </c:pt>
                <c:pt idx="12013">
                  <c:v>3.0261077177686975</c:v>
                </c:pt>
                <c:pt idx="12014">
                  <c:v>3.0247623759842353</c:v>
                </c:pt>
                <c:pt idx="12015">
                  <c:v>3.0226526790817503</c:v>
                </c:pt>
                <c:pt idx="12016">
                  <c:v>3.0205782994804773</c:v>
                </c:pt>
                <c:pt idx="12017">
                  <c:v>3.018596094623069</c:v>
                </c:pt>
                <c:pt idx="12018">
                  <c:v>3.0193958096960496</c:v>
                </c:pt>
                <c:pt idx="12019">
                  <c:v>3.0228985352703819</c:v>
                </c:pt>
                <c:pt idx="12020">
                  <c:v>3.0214696347986316</c:v>
                </c:pt>
                <c:pt idx="12021">
                  <c:v>3.0185274220929341</c:v>
                </c:pt>
                <c:pt idx="12022">
                  <c:v>3.0173350366395675</c:v>
                </c:pt>
                <c:pt idx="12023">
                  <c:v>3.0161741296503246</c:v>
                </c:pt>
                <c:pt idx="12024">
                  <c:v>3.0168560777321858</c:v>
                </c:pt>
                <c:pt idx="12025">
                  <c:v>3.0188057804355801</c:v>
                </c:pt>
                <c:pt idx="12026">
                  <c:v>3.021960067563533</c:v>
                </c:pt>
                <c:pt idx="12027">
                  <c:v>3.0231444341127593</c:v>
                </c:pt>
                <c:pt idx="12028">
                  <c:v>3.0224144152598038</c:v>
                </c:pt>
                <c:pt idx="12029">
                  <c:v>3.0232076043097345</c:v>
                </c:pt>
                <c:pt idx="12030">
                  <c:v>3.0232263719577217</c:v>
                </c:pt>
                <c:pt idx="12031">
                  <c:v>3.0206823746193154</c:v>
                </c:pt>
                <c:pt idx="12032">
                  <c:v>3.0196117656091381</c:v>
                </c:pt>
                <c:pt idx="12033">
                  <c:v>3.0214560709075866</c:v>
                </c:pt>
                <c:pt idx="12034">
                  <c:v>3.023379541557544</c:v>
                </c:pt>
                <c:pt idx="12035">
                  <c:v>3.0252106668486558</c:v>
                </c:pt>
                <c:pt idx="12036">
                  <c:v>3.0256217636470657</c:v>
                </c:pt>
                <c:pt idx="12037">
                  <c:v>3.0262560248415413</c:v>
                </c:pt>
                <c:pt idx="12038">
                  <c:v>3.0263982750825349</c:v>
                </c:pt>
                <c:pt idx="12039">
                  <c:v>3.0235932794758709</c:v>
                </c:pt>
                <c:pt idx="12040">
                  <c:v>3.0203113723416055</c:v>
                </c:pt>
                <c:pt idx="12041">
                  <c:v>3.0184373800363411</c:v>
                </c:pt>
                <c:pt idx="12042">
                  <c:v>3.0175147795227897</c:v>
                </c:pt>
                <c:pt idx="12043">
                  <c:v>3.0193730325959924</c:v>
                </c:pt>
                <c:pt idx="12044">
                  <c:v>3.0222890559019988</c:v>
                </c:pt>
                <c:pt idx="12045">
                  <c:v>3.0222882881345812</c:v>
                </c:pt>
                <c:pt idx="12046">
                  <c:v>3.0214352132260736</c:v>
                </c:pt>
                <c:pt idx="12047">
                  <c:v>3.0216172594115491</c:v>
                </c:pt>
                <c:pt idx="12048">
                  <c:v>3.0196540781246002</c:v>
                </c:pt>
                <c:pt idx="12049">
                  <c:v>3.0184062428021803</c:v>
                </c:pt>
                <c:pt idx="12050">
                  <c:v>3.0168268599165691</c:v>
                </c:pt>
                <c:pt idx="12051">
                  <c:v>3.0163902561783948</c:v>
                </c:pt>
                <c:pt idx="12052">
                  <c:v>3.017354273478754</c:v>
                </c:pt>
                <c:pt idx="12053">
                  <c:v>3.0189773764534262</c:v>
                </c:pt>
                <c:pt idx="12054">
                  <c:v>3.0191160011260587</c:v>
                </c:pt>
                <c:pt idx="12055">
                  <c:v>3.0200180851880605</c:v>
                </c:pt>
                <c:pt idx="12056">
                  <c:v>3.021144783873472</c:v>
                </c:pt>
                <c:pt idx="12057">
                  <c:v>3.0223557663598442</c:v>
                </c:pt>
                <c:pt idx="12058">
                  <c:v>3.022404988782065</c:v>
                </c:pt>
                <c:pt idx="12059">
                  <c:v>3.022222899942844</c:v>
                </c:pt>
                <c:pt idx="12060">
                  <c:v>3.0242553509123637</c:v>
                </c:pt>
                <c:pt idx="12061">
                  <c:v>3.0271894594064306</c:v>
                </c:pt>
                <c:pt idx="12062">
                  <c:v>3.0289137797189971</c:v>
                </c:pt>
                <c:pt idx="12063">
                  <c:v>3.0286649377681854</c:v>
                </c:pt>
                <c:pt idx="12064">
                  <c:v>3.0260448888016858</c:v>
                </c:pt>
                <c:pt idx="12065">
                  <c:v>3.0245628417631352</c:v>
                </c:pt>
                <c:pt idx="12066">
                  <c:v>3.0225459594106958</c:v>
                </c:pt>
                <c:pt idx="12067">
                  <c:v>3.0210456139153581</c:v>
                </c:pt>
                <c:pt idx="12068">
                  <c:v>3.0198446124054152</c:v>
                </c:pt>
                <c:pt idx="12069">
                  <c:v>3.021381341545601</c:v>
                </c:pt>
                <c:pt idx="12070">
                  <c:v>3.0229260469361816</c:v>
                </c:pt>
                <c:pt idx="12071">
                  <c:v>3.0218489545566998</c:v>
                </c:pt>
                <c:pt idx="12072">
                  <c:v>3.0225546607747624</c:v>
                </c:pt>
                <c:pt idx="12073">
                  <c:v>3.0239420591522141</c:v>
                </c:pt>
                <c:pt idx="12074">
                  <c:v>3.0254944422169712</c:v>
                </c:pt>
                <c:pt idx="12075">
                  <c:v>3.0267269648447832</c:v>
                </c:pt>
                <c:pt idx="12076">
                  <c:v>3.0250666251503544</c:v>
                </c:pt>
                <c:pt idx="12077">
                  <c:v>3.0220869198024278</c:v>
                </c:pt>
                <c:pt idx="12078">
                  <c:v>3.0210947936838335</c:v>
                </c:pt>
                <c:pt idx="12079">
                  <c:v>3.019090152956331</c:v>
                </c:pt>
                <c:pt idx="12080">
                  <c:v>3.0195352874435906</c:v>
                </c:pt>
                <c:pt idx="12081">
                  <c:v>3.0224664954829685</c:v>
                </c:pt>
                <c:pt idx="12082">
                  <c:v>3.0224539552818133</c:v>
                </c:pt>
                <c:pt idx="12083">
                  <c:v>3.0222456343891557</c:v>
                </c:pt>
                <c:pt idx="12084">
                  <c:v>3.0224568983902476</c:v>
                </c:pt>
                <c:pt idx="12085">
                  <c:v>3.020440698497735</c:v>
                </c:pt>
                <c:pt idx="12086">
                  <c:v>3.0192901990223762</c:v>
                </c:pt>
                <c:pt idx="12087">
                  <c:v>3.019197427126076</c:v>
                </c:pt>
                <c:pt idx="12088">
                  <c:v>3.0196730590413146</c:v>
                </c:pt>
                <c:pt idx="12089">
                  <c:v>3.0203875945846805</c:v>
                </c:pt>
                <c:pt idx="12090">
                  <c:v>3.0210500072511368</c:v>
                </c:pt>
                <c:pt idx="12091">
                  <c:v>3.0228632179691699</c:v>
                </c:pt>
                <c:pt idx="12092">
                  <c:v>3.0235493034643373</c:v>
                </c:pt>
                <c:pt idx="12093">
                  <c:v>3.0231811589875708</c:v>
                </c:pt>
                <c:pt idx="12094">
                  <c:v>3.0218620492565451</c:v>
                </c:pt>
                <c:pt idx="12095">
                  <c:v>3.0228432133625653</c:v>
                </c:pt>
                <c:pt idx="12096">
                  <c:v>3.0246867508935962</c:v>
                </c:pt>
                <c:pt idx="12097">
                  <c:v>3.0259089939687605</c:v>
                </c:pt>
                <c:pt idx="12098">
                  <c:v>3.0272554447506037</c:v>
                </c:pt>
                <c:pt idx="12099">
                  <c:v>3.0267408699657916</c:v>
                </c:pt>
                <c:pt idx="12100">
                  <c:v>3.0237193639473481</c:v>
                </c:pt>
                <c:pt idx="12101">
                  <c:v>3.0216827755645221</c:v>
                </c:pt>
                <c:pt idx="12102">
                  <c:v>3.0226229494211885</c:v>
                </c:pt>
                <c:pt idx="12103">
                  <c:v>3.0216109040034804</c:v>
                </c:pt>
                <c:pt idx="12104">
                  <c:v>3.0204936744495536</c:v>
                </c:pt>
                <c:pt idx="12105">
                  <c:v>3.0191226551103454</c:v>
                </c:pt>
                <c:pt idx="12106">
                  <c:v>3.0210526517833531</c:v>
                </c:pt>
                <c:pt idx="12107">
                  <c:v>3.0239789119882619</c:v>
                </c:pt>
                <c:pt idx="12108">
                  <c:v>3.0206206973034302</c:v>
                </c:pt>
                <c:pt idx="12109">
                  <c:v>3.0154931626046082</c:v>
                </c:pt>
                <c:pt idx="12110">
                  <c:v>3.0145846378270478</c:v>
                </c:pt>
                <c:pt idx="12111">
                  <c:v>3.0163010671967108</c:v>
                </c:pt>
                <c:pt idx="12112">
                  <c:v>3.01769780674441</c:v>
                </c:pt>
                <c:pt idx="12113">
                  <c:v>3.0183929348336078</c:v>
                </c:pt>
                <c:pt idx="12114">
                  <c:v>3.0208423688184061</c:v>
                </c:pt>
                <c:pt idx="12115">
                  <c:v>3.0229391842897724</c:v>
                </c:pt>
                <c:pt idx="12116">
                  <c:v>3.0222226440203714</c:v>
                </c:pt>
                <c:pt idx="12117">
                  <c:v>3.0216720268206751</c:v>
                </c:pt>
                <c:pt idx="12118">
                  <c:v>3.0207868762956074</c:v>
                </c:pt>
                <c:pt idx="12119">
                  <c:v>3.0222149236924496</c:v>
                </c:pt>
                <c:pt idx="12120">
                  <c:v>3.02520606024415</c:v>
                </c:pt>
                <c:pt idx="12121">
                  <c:v>3.0242768057463127</c:v>
                </c:pt>
                <c:pt idx="12122">
                  <c:v>3.023791662045844</c:v>
                </c:pt>
                <c:pt idx="12123">
                  <c:v>3.0242751422502412</c:v>
                </c:pt>
                <c:pt idx="12124">
                  <c:v>3.0238207519002245</c:v>
                </c:pt>
                <c:pt idx="12125">
                  <c:v>3.0234564462605462</c:v>
                </c:pt>
                <c:pt idx="12126">
                  <c:v>3.0223765387338664</c:v>
                </c:pt>
                <c:pt idx="12127">
                  <c:v>3.0220942989003863</c:v>
                </c:pt>
                <c:pt idx="12128">
                  <c:v>3.021152418893903</c:v>
                </c:pt>
                <c:pt idx="12129">
                  <c:v>3.0192158108903544</c:v>
                </c:pt>
                <c:pt idx="12130">
                  <c:v>3.0163298584748728</c:v>
                </c:pt>
                <c:pt idx="12131">
                  <c:v>3.0164445970500671</c:v>
                </c:pt>
                <c:pt idx="12132">
                  <c:v>3.0184032143862551</c:v>
                </c:pt>
                <c:pt idx="12133">
                  <c:v>3.0199000622744685</c:v>
                </c:pt>
                <c:pt idx="12134">
                  <c:v>3.0206703036093598</c:v>
                </c:pt>
                <c:pt idx="12135">
                  <c:v>3.0212471528624927</c:v>
                </c:pt>
                <c:pt idx="12136">
                  <c:v>3.0218348788207092</c:v>
                </c:pt>
                <c:pt idx="12137">
                  <c:v>3.0241328493555018</c:v>
                </c:pt>
                <c:pt idx="12138">
                  <c:v>3.0282386562364043</c:v>
                </c:pt>
                <c:pt idx="12139">
                  <c:v>3.0318162391339585</c:v>
                </c:pt>
                <c:pt idx="12140">
                  <c:v>3.0306108016344915</c:v>
                </c:pt>
                <c:pt idx="12141">
                  <c:v>3.0259796285711849</c:v>
                </c:pt>
                <c:pt idx="12142">
                  <c:v>3.025336708666388</c:v>
                </c:pt>
                <c:pt idx="12143">
                  <c:v>3.0264331658462931</c:v>
                </c:pt>
                <c:pt idx="12144">
                  <c:v>3.0271716727945881</c:v>
                </c:pt>
                <c:pt idx="12145">
                  <c:v>3.0251881030173258</c:v>
                </c:pt>
                <c:pt idx="12146">
                  <c:v>3.0243404451344871</c:v>
                </c:pt>
                <c:pt idx="12147">
                  <c:v>3.024448316456668</c:v>
                </c:pt>
                <c:pt idx="12148">
                  <c:v>3.0234934697115752</c:v>
                </c:pt>
                <c:pt idx="12149">
                  <c:v>3.021748035795023</c:v>
                </c:pt>
                <c:pt idx="12150">
                  <c:v>3.0179290326983614</c:v>
                </c:pt>
                <c:pt idx="12151">
                  <c:v>3.0171038106856165</c:v>
                </c:pt>
                <c:pt idx="12152">
                  <c:v>3.0189081067708554</c:v>
                </c:pt>
                <c:pt idx="12153">
                  <c:v>3.0187696953669501</c:v>
                </c:pt>
                <c:pt idx="12154">
                  <c:v>3.0185549764124788</c:v>
                </c:pt>
                <c:pt idx="12155">
                  <c:v>3.0191865077672468</c:v>
                </c:pt>
                <c:pt idx="12156">
                  <c:v>3.0195831022922124</c:v>
                </c:pt>
                <c:pt idx="12157">
                  <c:v>3.0185139008556341</c:v>
                </c:pt>
                <c:pt idx="12158">
                  <c:v>3.0182421538435289</c:v>
                </c:pt>
                <c:pt idx="12159">
                  <c:v>3.0185058819514943</c:v>
                </c:pt>
                <c:pt idx="12160">
                  <c:v>3.0178363034558067</c:v>
                </c:pt>
                <c:pt idx="12161">
                  <c:v>3.0193807102701689</c:v>
                </c:pt>
                <c:pt idx="12162">
                  <c:v>3.0180471409194443</c:v>
                </c:pt>
                <c:pt idx="12163">
                  <c:v>3.0158430086245875</c:v>
                </c:pt>
                <c:pt idx="12164">
                  <c:v>3.0161808689421017</c:v>
                </c:pt>
                <c:pt idx="12165">
                  <c:v>3.0167278605734369</c:v>
                </c:pt>
                <c:pt idx="12166">
                  <c:v>3.0172458050041375</c:v>
                </c:pt>
                <c:pt idx="12167">
                  <c:v>3.0190683142386732</c:v>
                </c:pt>
                <c:pt idx="12168">
                  <c:v>3.0201306484222381</c:v>
                </c:pt>
                <c:pt idx="12169">
                  <c:v>3.0193174547657029</c:v>
                </c:pt>
                <c:pt idx="12170">
                  <c:v>3.0197468926746458</c:v>
                </c:pt>
                <c:pt idx="12171">
                  <c:v>3.0193062368306562</c:v>
                </c:pt>
                <c:pt idx="12172">
                  <c:v>3.0176364280047432</c:v>
                </c:pt>
                <c:pt idx="12173">
                  <c:v>3.0158695819079875</c:v>
                </c:pt>
                <c:pt idx="12174">
                  <c:v>3.0149265075966323</c:v>
                </c:pt>
                <c:pt idx="12175">
                  <c:v>3.0159534391714935</c:v>
                </c:pt>
                <c:pt idx="12176">
                  <c:v>3.0180717947843001</c:v>
                </c:pt>
                <c:pt idx="12177">
                  <c:v>3.0205246410687323</c:v>
                </c:pt>
                <c:pt idx="12178">
                  <c:v>3.022623802496097</c:v>
                </c:pt>
                <c:pt idx="12179">
                  <c:v>3.0243734164797011</c:v>
                </c:pt>
                <c:pt idx="12180">
                  <c:v>3.0231248986973545</c:v>
                </c:pt>
                <c:pt idx="12181">
                  <c:v>3.0204668878974261</c:v>
                </c:pt>
                <c:pt idx="12182">
                  <c:v>3.0181905428115643</c:v>
                </c:pt>
                <c:pt idx="12183">
                  <c:v>3.0170847444614113</c:v>
                </c:pt>
                <c:pt idx="12184">
                  <c:v>3.020360765378808</c:v>
                </c:pt>
                <c:pt idx="12185">
                  <c:v>3.0238426332716277</c:v>
                </c:pt>
                <c:pt idx="12186">
                  <c:v>3.0278255973657049</c:v>
                </c:pt>
                <c:pt idx="12187">
                  <c:v>3.0297782431775335</c:v>
                </c:pt>
                <c:pt idx="12188">
                  <c:v>3.0276025609308754</c:v>
                </c:pt>
                <c:pt idx="12189">
                  <c:v>3.0258885201709562</c:v>
                </c:pt>
                <c:pt idx="12190">
                  <c:v>3.0229120138539365</c:v>
                </c:pt>
                <c:pt idx="12191">
                  <c:v>3.0227059962635319</c:v>
                </c:pt>
                <c:pt idx="12192">
                  <c:v>3.0221138343157912</c:v>
                </c:pt>
                <c:pt idx="12193">
                  <c:v>3.0208332409168848</c:v>
                </c:pt>
                <c:pt idx="12194">
                  <c:v>3.0212422903355143</c:v>
                </c:pt>
                <c:pt idx="12195">
                  <c:v>3.0217093488479225</c:v>
                </c:pt>
                <c:pt idx="12196">
                  <c:v>3.0227600385589857</c:v>
                </c:pt>
                <c:pt idx="12197">
                  <c:v>3.0232175426324184</c:v>
                </c:pt>
                <c:pt idx="12198">
                  <c:v>3.0237579229332128</c:v>
                </c:pt>
                <c:pt idx="12199">
                  <c:v>3.0242456685121519</c:v>
                </c:pt>
                <c:pt idx="12200">
                  <c:v>3.0220085222183362</c:v>
                </c:pt>
                <c:pt idx="12201">
                  <c:v>3.0205080487617617</c:v>
                </c:pt>
                <c:pt idx="12202">
                  <c:v>3.0223399418202912</c:v>
                </c:pt>
                <c:pt idx="12203">
                  <c:v>3.0221372938757751</c:v>
                </c:pt>
                <c:pt idx="12204">
                  <c:v>3.0221372938757751</c:v>
                </c:pt>
                <c:pt idx="12205">
                  <c:v>3.0240577787635532</c:v>
                </c:pt>
                <c:pt idx="12206">
                  <c:v>3.0258211272531841</c:v>
                </c:pt>
                <c:pt idx="12207">
                  <c:v>3.0245523062880153</c:v>
                </c:pt>
                <c:pt idx="12208">
                  <c:v>3.0238349982511963</c:v>
                </c:pt>
                <c:pt idx="12209">
                  <c:v>3.0237405202050791</c:v>
                </c:pt>
                <c:pt idx="12210">
                  <c:v>3.0242161521203177</c:v>
                </c:pt>
                <c:pt idx="12211">
                  <c:v>3.0245660834477874</c:v>
                </c:pt>
                <c:pt idx="12212">
                  <c:v>3.0233036605444323</c:v>
                </c:pt>
                <c:pt idx="12213">
                  <c:v>3.0232680446670024</c:v>
                </c:pt>
                <c:pt idx="12214">
                  <c:v>3.0227995785809951</c:v>
                </c:pt>
                <c:pt idx="12215">
                  <c:v>3.0237975482627131</c:v>
                </c:pt>
                <c:pt idx="12216">
                  <c:v>3.0225977410576421</c:v>
                </c:pt>
                <c:pt idx="12217">
                  <c:v>3.0230174112588828</c:v>
                </c:pt>
                <c:pt idx="12218">
                  <c:v>3.0226762666029705</c:v>
                </c:pt>
                <c:pt idx="12219">
                  <c:v>3.0227567115668426</c:v>
                </c:pt>
                <c:pt idx="12220">
                  <c:v>3.0237033261390684</c:v>
                </c:pt>
                <c:pt idx="12221">
                  <c:v>3.023772169284185</c:v>
                </c:pt>
                <c:pt idx="12222">
                  <c:v>3.0225477082142582</c:v>
                </c:pt>
                <c:pt idx="12223">
                  <c:v>3.0204118219120821</c:v>
                </c:pt>
                <c:pt idx="12224">
                  <c:v>3.0190353002397141</c:v>
                </c:pt>
                <c:pt idx="12225">
                  <c:v>3.0168798785221331</c:v>
                </c:pt>
                <c:pt idx="12226">
                  <c:v>3.0170312140109021</c:v>
                </c:pt>
                <c:pt idx="12227">
                  <c:v>3.0180041459440554</c:v>
                </c:pt>
                <c:pt idx="12228">
                  <c:v>3.0201317574196191</c:v>
                </c:pt>
                <c:pt idx="12229">
                  <c:v>3.0221815258097813</c:v>
                </c:pt>
                <c:pt idx="12230">
                  <c:v>3.0237131365005161</c:v>
                </c:pt>
                <c:pt idx="12231">
                  <c:v>3.0229493358811839</c:v>
                </c:pt>
                <c:pt idx="12232">
                  <c:v>3.0219917592963839</c:v>
                </c:pt>
                <c:pt idx="12233">
                  <c:v>3.0225314144835056</c:v>
                </c:pt>
                <c:pt idx="12234">
                  <c:v>3.0215708094827809</c:v>
                </c:pt>
                <c:pt idx="12235">
                  <c:v>3.0163739624476427</c:v>
                </c:pt>
                <c:pt idx="12236">
                  <c:v>3.0135211093386109</c:v>
                </c:pt>
                <c:pt idx="12237">
                  <c:v>3.0141997730820744</c:v>
                </c:pt>
                <c:pt idx="12238">
                  <c:v>3.0147065848852188</c:v>
                </c:pt>
                <c:pt idx="12239">
                  <c:v>3.0163014084266742</c:v>
                </c:pt>
                <c:pt idx="12240">
                  <c:v>3.0173046245190789</c:v>
                </c:pt>
                <c:pt idx="12241">
                  <c:v>3.0202194108664684</c:v>
                </c:pt>
                <c:pt idx="12242">
                  <c:v>3.0230785767298225</c:v>
                </c:pt>
                <c:pt idx="12243">
                  <c:v>3.0213905547546132</c:v>
                </c:pt>
                <c:pt idx="12244">
                  <c:v>3.0191781902868891</c:v>
                </c:pt>
                <c:pt idx="12245">
                  <c:v>3.0180158757240472</c:v>
                </c:pt>
                <c:pt idx="12246">
                  <c:v>3.0172719517500832</c:v>
                </c:pt>
                <c:pt idx="12247">
                  <c:v>3.0182250923453586</c:v>
                </c:pt>
                <c:pt idx="12248">
                  <c:v>3.0185632512390912</c:v>
                </c:pt>
                <c:pt idx="12249">
                  <c:v>3.018162732569547</c:v>
                </c:pt>
                <c:pt idx="12250">
                  <c:v>3.0182668503621302</c:v>
                </c:pt>
                <c:pt idx="12251">
                  <c:v>3.0189917507656348</c:v>
                </c:pt>
                <c:pt idx="12252">
                  <c:v>3.0187376197503903</c:v>
                </c:pt>
                <c:pt idx="12253">
                  <c:v>3.0187210700971652</c:v>
                </c:pt>
                <c:pt idx="12254">
                  <c:v>3.021710799075267</c:v>
                </c:pt>
                <c:pt idx="12255">
                  <c:v>3.0234521808860038</c:v>
                </c:pt>
                <c:pt idx="12256">
                  <c:v>3.0225236941555838</c:v>
                </c:pt>
                <c:pt idx="12257">
                  <c:v>3.0199518012676694</c:v>
                </c:pt>
                <c:pt idx="12258">
                  <c:v>3.0197137933681955</c:v>
                </c:pt>
                <c:pt idx="12259">
                  <c:v>3.0217447088028799</c:v>
                </c:pt>
                <c:pt idx="12260">
                  <c:v>3.022479803451541</c:v>
                </c:pt>
                <c:pt idx="12261">
                  <c:v>3.0215090468594048</c:v>
                </c:pt>
                <c:pt idx="12262">
                  <c:v>3.0202352780597663</c:v>
                </c:pt>
                <c:pt idx="12263">
                  <c:v>3.0205266031410218</c:v>
                </c:pt>
                <c:pt idx="12264">
                  <c:v>3.021338730453921</c:v>
                </c:pt>
                <c:pt idx="12265">
                  <c:v>3.0219465036724875</c:v>
                </c:pt>
                <c:pt idx="12266">
                  <c:v>3.0235905922899091</c:v>
                </c:pt>
                <c:pt idx="12267">
                  <c:v>3.0237471315356204</c:v>
                </c:pt>
                <c:pt idx="12268">
                  <c:v>3.0225929638381546</c:v>
                </c:pt>
                <c:pt idx="12269">
                  <c:v>3.020317045289747</c:v>
                </c:pt>
                <c:pt idx="12270">
                  <c:v>3.0181355621337111</c:v>
                </c:pt>
                <c:pt idx="12271">
                  <c:v>3.0174089129266441</c:v>
                </c:pt>
                <c:pt idx="12272">
                  <c:v>3.0174801446815045</c:v>
                </c:pt>
                <c:pt idx="12273">
                  <c:v>3.0177696783054522</c:v>
                </c:pt>
                <c:pt idx="12274">
                  <c:v>3.0189863337399658</c:v>
                </c:pt>
                <c:pt idx="12275">
                  <c:v>3.0195031265195396</c:v>
                </c:pt>
                <c:pt idx="12276">
                  <c:v>3.0198655553944191</c:v>
                </c:pt>
                <c:pt idx="12277">
                  <c:v>3.02052139938408</c:v>
                </c:pt>
                <c:pt idx="12278">
                  <c:v>3.0198799297066277</c:v>
                </c:pt>
                <c:pt idx="12279">
                  <c:v>3.0194136389616371</c:v>
                </c:pt>
                <c:pt idx="12280">
                  <c:v>3.020899439529785</c:v>
                </c:pt>
                <c:pt idx="12281">
                  <c:v>3.021066002405671</c:v>
                </c:pt>
                <c:pt idx="12282">
                  <c:v>3.0206326830058949</c:v>
                </c:pt>
                <c:pt idx="12283">
                  <c:v>3.020639123721454</c:v>
                </c:pt>
                <c:pt idx="12284">
                  <c:v>3.0218401678851419</c:v>
                </c:pt>
                <c:pt idx="12285">
                  <c:v>3.0236174214957816</c:v>
                </c:pt>
                <c:pt idx="12286">
                  <c:v>3.0248547213430812</c:v>
                </c:pt>
                <c:pt idx="12287">
                  <c:v>3.0248748965646675</c:v>
                </c:pt>
                <c:pt idx="12288">
                  <c:v>3.0231404246606894</c:v>
                </c:pt>
                <c:pt idx="12289">
                  <c:v>3.0202826663709339</c:v>
                </c:pt>
                <c:pt idx="12290">
                  <c:v>3.0173931310408366</c:v>
                </c:pt>
                <c:pt idx="12291">
                  <c:v>3.0183045562730864</c:v>
                </c:pt>
                <c:pt idx="12292">
                  <c:v>3.0199247161393243</c:v>
                </c:pt>
                <c:pt idx="12293">
                  <c:v>3.0191166409322401</c:v>
                </c:pt>
                <c:pt idx="12294">
                  <c:v>3.0196938314153368</c:v>
                </c:pt>
                <c:pt idx="12295">
                  <c:v>3.0198495175861391</c:v>
                </c:pt>
                <c:pt idx="12296">
                  <c:v>3.0198159064347441</c:v>
                </c:pt>
                <c:pt idx="12297">
                  <c:v>3.0219601528710238</c:v>
                </c:pt>
                <c:pt idx="12298">
                  <c:v>3.0228732415993447</c:v>
                </c:pt>
                <c:pt idx="12299">
                  <c:v>3.0217059792020335</c:v>
                </c:pt>
                <c:pt idx="12300">
                  <c:v>3.0216252783156889</c:v>
                </c:pt>
                <c:pt idx="12301">
                  <c:v>3.0222490040350443</c:v>
                </c:pt>
                <c:pt idx="12302">
                  <c:v>3.0226591197973094</c:v>
                </c:pt>
                <c:pt idx="12303">
                  <c:v>3.0211037936241181</c:v>
                </c:pt>
                <c:pt idx="12304">
                  <c:v>3.0198898680293116</c:v>
                </c:pt>
                <c:pt idx="12305">
                  <c:v>3.0189383056226169</c:v>
                </c:pt>
                <c:pt idx="12306">
                  <c:v>3.0195173728705118</c:v>
                </c:pt>
                <c:pt idx="12307">
                  <c:v>3.0198313044368428</c:v>
                </c:pt>
                <c:pt idx="12308">
                  <c:v>3.0202943534971807</c:v>
                </c:pt>
                <c:pt idx="12309">
                  <c:v>3.0203039505899012</c:v>
                </c:pt>
                <c:pt idx="12310">
                  <c:v>3.0215712786739806</c:v>
                </c:pt>
                <c:pt idx="12311">
                  <c:v>3.0226516980456055</c:v>
                </c:pt>
                <c:pt idx="12312">
                  <c:v>3.0251242077066789</c:v>
                </c:pt>
                <c:pt idx="12313">
                  <c:v>3.0270527541523422</c:v>
                </c:pt>
                <c:pt idx="12314">
                  <c:v>3.0237105772757906</c:v>
                </c:pt>
                <c:pt idx="12315">
                  <c:v>3.0207162843469284</c:v>
                </c:pt>
                <c:pt idx="12316">
                  <c:v>3.0216988133728022</c:v>
                </c:pt>
                <c:pt idx="12317">
                  <c:v>3.0234498775837508</c:v>
                </c:pt>
                <c:pt idx="12318">
                  <c:v>3.0257656347303858</c:v>
                </c:pt>
                <c:pt idx="12319">
                  <c:v>3.0275197273572592</c:v>
                </c:pt>
                <c:pt idx="12320">
                  <c:v>3.0266471170333467</c:v>
                </c:pt>
                <c:pt idx="12321">
                  <c:v>3.0238098751951408</c:v>
                </c:pt>
                <c:pt idx="12322">
                  <c:v>3.0211185518200354</c:v>
                </c:pt>
                <c:pt idx="12323">
                  <c:v>3.0223665151036911</c:v>
                </c:pt>
                <c:pt idx="12324">
                  <c:v>3.0246529264734736</c:v>
                </c:pt>
                <c:pt idx="12325">
                  <c:v>3.0256788770121905</c:v>
                </c:pt>
                <c:pt idx="12326">
                  <c:v>3.0246772391083661</c:v>
                </c:pt>
                <c:pt idx="12327">
                  <c:v>3.0222810796516044</c:v>
                </c:pt>
                <c:pt idx="12328">
                  <c:v>3.0217024389411633</c:v>
                </c:pt>
                <c:pt idx="12329">
                  <c:v>3.0230572925108552</c:v>
                </c:pt>
                <c:pt idx="12330">
                  <c:v>3.0230023118330021</c:v>
                </c:pt>
                <c:pt idx="12331">
                  <c:v>3.0246478080240227</c:v>
                </c:pt>
                <c:pt idx="12332">
                  <c:v>3.0245938510360593</c:v>
                </c:pt>
                <c:pt idx="12333">
                  <c:v>3.0229226772902931</c:v>
                </c:pt>
                <c:pt idx="12334">
                  <c:v>3.0221401516767186</c:v>
                </c:pt>
                <c:pt idx="12335">
                  <c:v>3.0214870375267653</c:v>
                </c:pt>
                <c:pt idx="12336">
                  <c:v>3.021715320372282</c:v>
                </c:pt>
                <c:pt idx="12337">
                  <c:v>3.0207420472091653</c:v>
                </c:pt>
                <c:pt idx="12338">
                  <c:v>3.0204553713861615</c:v>
                </c:pt>
                <c:pt idx="12339">
                  <c:v>3.0222753640497171</c:v>
                </c:pt>
                <c:pt idx="12340">
                  <c:v>3.023310655758682</c:v>
                </c:pt>
                <c:pt idx="12341">
                  <c:v>3.0229988142258772</c:v>
                </c:pt>
                <c:pt idx="12342">
                  <c:v>3.0220301476672669</c:v>
                </c:pt>
                <c:pt idx="12343">
                  <c:v>3.0201070182472725</c:v>
                </c:pt>
                <c:pt idx="12344">
                  <c:v>3.0216666951024971</c:v>
                </c:pt>
                <c:pt idx="12345">
                  <c:v>3.0231589790399496</c:v>
                </c:pt>
                <c:pt idx="12346">
                  <c:v>3.0205084326454705</c:v>
                </c:pt>
                <c:pt idx="12347">
                  <c:v>3.0181670405978349</c:v>
                </c:pt>
                <c:pt idx="12348">
                  <c:v>3.0213876542999243</c:v>
                </c:pt>
                <c:pt idx="12349">
                  <c:v>3.02327533845747</c:v>
                </c:pt>
                <c:pt idx="12350">
                  <c:v>3.0218001586719332</c:v>
                </c:pt>
                <c:pt idx="12351">
                  <c:v>3.020935311329688</c:v>
                </c:pt>
                <c:pt idx="12352">
                  <c:v>3.0220053231874289</c:v>
                </c:pt>
                <c:pt idx="12353">
                  <c:v>3.0221551657951085</c:v>
                </c:pt>
                <c:pt idx="12354">
                  <c:v>3.0197242435358249</c:v>
                </c:pt>
                <c:pt idx="12355">
                  <c:v>3.0192975354665892</c:v>
                </c:pt>
                <c:pt idx="12356">
                  <c:v>3.0194281412350819</c:v>
                </c:pt>
                <c:pt idx="12357">
                  <c:v>3.0201696339455566</c:v>
                </c:pt>
                <c:pt idx="12358">
                  <c:v>3.0195241548160343</c:v>
                </c:pt>
                <c:pt idx="12359">
                  <c:v>3.0180596384668537</c:v>
                </c:pt>
                <c:pt idx="12360">
                  <c:v>3.0171806727348729</c:v>
                </c:pt>
                <c:pt idx="12361">
                  <c:v>3.0172229425965895</c:v>
                </c:pt>
                <c:pt idx="12362">
                  <c:v>3.0201916859319415</c:v>
                </c:pt>
                <c:pt idx="12363">
                  <c:v>3.0216947186132415</c:v>
                </c:pt>
                <c:pt idx="12364">
                  <c:v>3.021861238835382</c:v>
                </c:pt>
                <c:pt idx="12365">
                  <c:v>3.0254712385794598</c:v>
                </c:pt>
                <c:pt idx="12366">
                  <c:v>3.0270910572157339</c:v>
                </c:pt>
                <c:pt idx="12367">
                  <c:v>3.024811385137729</c:v>
                </c:pt>
                <c:pt idx="12368">
                  <c:v>3.0240292860616091</c:v>
                </c:pt>
                <c:pt idx="12369">
                  <c:v>3.0257160710782012</c:v>
                </c:pt>
                <c:pt idx="12370">
                  <c:v>3.0266955716881498</c:v>
                </c:pt>
                <c:pt idx="12371">
                  <c:v>3.024541173660459</c:v>
                </c:pt>
                <c:pt idx="12372">
                  <c:v>3.0228172372316013</c:v>
                </c:pt>
                <c:pt idx="12373">
                  <c:v>3.0215971694974537</c:v>
                </c:pt>
                <c:pt idx="12374">
                  <c:v>3.0226194091603182</c:v>
                </c:pt>
                <c:pt idx="12375">
                  <c:v>3.0213052046100168</c:v>
                </c:pt>
                <c:pt idx="12376">
                  <c:v>3.0212228402276002</c:v>
                </c:pt>
                <c:pt idx="12377">
                  <c:v>3.0220841473089752</c:v>
                </c:pt>
                <c:pt idx="12378">
                  <c:v>3.0204590822620134</c:v>
                </c:pt>
                <c:pt idx="12379">
                  <c:v>3.019971208721838</c:v>
                </c:pt>
                <c:pt idx="12380">
                  <c:v>3.0214013034984601</c:v>
                </c:pt>
                <c:pt idx="12381">
                  <c:v>3.0232365235491327</c:v>
                </c:pt>
                <c:pt idx="12382">
                  <c:v>3.0237356576781007</c:v>
                </c:pt>
                <c:pt idx="12383">
                  <c:v>3.0238022401747098</c:v>
                </c:pt>
                <c:pt idx="12384">
                  <c:v>3.023401806812656</c:v>
                </c:pt>
                <c:pt idx="12385">
                  <c:v>3.0231495525622103</c:v>
                </c:pt>
                <c:pt idx="12386">
                  <c:v>3.023719961099784</c:v>
                </c:pt>
                <c:pt idx="12387">
                  <c:v>3.0270697303430216</c:v>
                </c:pt>
                <c:pt idx="12388">
                  <c:v>3.0274908081178609</c:v>
                </c:pt>
                <c:pt idx="12389">
                  <c:v>3.0280402310126853</c:v>
                </c:pt>
                <c:pt idx="12390">
                  <c:v>3.0283649539766087</c:v>
                </c:pt>
                <c:pt idx="12391">
                  <c:v>3.025629483974988</c:v>
                </c:pt>
                <c:pt idx="12392">
                  <c:v>3.0218709212355939</c:v>
                </c:pt>
                <c:pt idx="12393">
                  <c:v>3.0185260145193351</c:v>
                </c:pt>
                <c:pt idx="12394">
                  <c:v>3.0164191327640482</c:v>
                </c:pt>
                <c:pt idx="12395">
                  <c:v>3.0145564863550667</c:v>
                </c:pt>
                <c:pt idx="12396">
                  <c:v>3.0150696109125343</c:v>
                </c:pt>
                <c:pt idx="12397">
                  <c:v>3.0184298303234005</c:v>
                </c:pt>
                <c:pt idx="12398">
                  <c:v>3.0215496105713044</c:v>
                </c:pt>
                <c:pt idx="12399">
                  <c:v>3.0217382680873208</c:v>
                </c:pt>
                <c:pt idx="12400">
                  <c:v>3.0209486619520058</c:v>
                </c:pt>
                <c:pt idx="12401">
                  <c:v>3.0224862015133547</c:v>
                </c:pt>
                <c:pt idx="12402">
                  <c:v>3.025737611219641</c:v>
                </c:pt>
                <c:pt idx="12403">
                  <c:v>3.0281849978246589</c:v>
                </c:pt>
                <c:pt idx="12404">
                  <c:v>3.0285571090997498</c:v>
                </c:pt>
                <c:pt idx="12405">
                  <c:v>3.0275292391424893</c:v>
                </c:pt>
                <c:pt idx="12406">
                  <c:v>3.0266913063136074</c:v>
                </c:pt>
                <c:pt idx="12407">
                  <c:v>3.0243973878846302</c:v>
                </c:pt>
                <c:pt idx="12408">
                  <c:v>3.0232909070745504</c:v>
                </c:pt>
                <c:pt idx="12409">
                  <c:v>3.0216764201564539</c:v>
                </c:pt>
                <c:pt idx="12410">
                  <c:v>3.020902254676983</c:v>
                </c:pt>
                <c:pt idx="12411">
                  <c:v>3.0227346595804576</c:v>
                </c:pt>
                <c:pt idx="12412">
                  <c:v>3.0229452411216231</c:v>
                </c:pt>
                <c:pt idx="12413">
                  <c:v>3.0225759023399843</c:v>
                </c:pt>
                <c:pt idx="12414">
                  <c:v>3.0231611117272208</c:v>
                </c:pt>
                <c:pt idx="12415">
                  <c:v>3.0229063835595404</c:v>
                </c:pt>
                <c:pt idx="12416">
                  <c:v>3.0199154602765668</c:v>
                </c:pt>
                <c:pt idx="12417">
                  <c:v>3.0177362377690384</c:v>
                </c:pt>
                <c:pt idx="12418">
                  <c:v>3.0170394888375149</c:v>
                </c:pt>
                <c:pt idx="12419">
                  <c:v>3.0173134964981276</c:v>
                </c:pt>
                <c:pt idx="12420">
                  <c:v>3.0176320346689645</c:v>
                </c:pt>
                <c:pt idx="12421">
                  <c:v>3.0182436467246188</c:v>
                </c:pt>
                <c:pt idx="12422">
                  <c:v>3.020557313837728</c:v>
                </c:pt>
                <c:pt idx="12423">
                  <c:v>3.0225545754672716</c:v>
                </c:pt>
                <c:pt idx="12424">
                  <c:v>3.0257398718681485</c:v>
                </c:pt>
                <c:pt idx="12425">
                  <c:v>3.02888447659589</c:v>
                </c:pt>
                <c:pt idx="12426">
                  <c:v>3.02861827457069</c:v>
                </c:pt>
                <c:pt idx="12427">
                  <c:v>3.0271851940318881</c:v>
                </c:pt>
                <c:pt idx="12428">
                  <c:v>3.0251580747805464</c:v>
                </c:pt>
                <c:pt idx="12429">
                  <c:v>3.0225587128805782</c:v>
                </c:pt>
                <c:pt idx="12430">
                  <c:v>3.0211251204968308</c:v>
                </c:pt>
                <c:pt idx="12431">
                  <c:v>3.0208721837864583</c:v>
                </c:pt>
                <c:pt idx="12432">
                  <c:v>3.0216357711370634</c:v>
                </c:pt>
                <c:pt idx="12433">
                  <c:v>3.0239747745749552</c:v>
                </c:pt>
                <c:pt idx="12434">
                  <c:v>3.0261170589389454</c:v>
                </c:pt>
                <c:pt idx="12435">
                  <c:v>3.0245803724525051</c:v>
                </c:pt>
                <c:pt idx="12436">
                  <c:v>3.0232797744469941</c:v>
                </c:pt>
                <c:pt idx="12437">
                  <c:v>3.0235861136466391</c:v>
                </c:pt>
                <c:pt idx="12438">
                  <c:v>3.0249524837275961</c:v>
                </c:pt>
                <c:pt idx="12439">
                  <c:v>3.0263511853475853</c:v>
                </c:pt>
                <c:pt idx="12440">
                  <c:v>3.0260955187975056</c:v>
                </c:pt>
                <c:pt idx="12441">
                  <c:v>3.0230872354401441</c:v>
                </c:pt>
                <c:pt idx="12442">
                  <c:v>3.0199572182933383</c:v>
                </c:pt>
                <c:pt idx="12443">
                  <c:v>3.0167847180160892</c:v>
                </c:pt>
                <c:pt idx="12444">
                  <c:v>3.0154065755013946</c:v>
                </c:pt>
                <c:pt idx="12445">
                  <c:v>3.017138573488138</c:v>
                </c:pt>
                <c:pt idx="12446">
                  <c:v>3.0187093829709188</c:v>
                </c:pt>
                <c:pt idx="12447">
                  <c:v>3.0191421052182594</c:v>
                </c:pt>
                <c:pt idx="12448">
                  <c:v>3.0174966943347297</c:v>
                </c:pt>
                <c:pt idx="12449">
                  <c:v>3.0161223906571237</c:v>
                </c:pt>
                <c:pt idx="12450">
                  <c:v>3.0140547503476278</c:v>
                </c:pt>
                <c:pt idx="12451">
                  <c:v>3.0133803093249618</c:v>
                </c:pt>
                <c:pt idx="12452">
                  <c:v>3.0171319621575972</c:v>
                </c:pt>
                <c:pt idx="12453">
                  <c:v>3.0212785886728715</c:v>
                </c:pt>
                <c:pt idx="12454">
                  <c:v>3.0220675550020046</c:v>
                </c:pt>
                <c:pt idx="12455">
                  <c:v>3.0227657968146184</c:v>
                </c:pt>
                <c:pt idx="12456">
                  <c:v>3.0251641742661421</c:v>
                </c:pt>
                <c:pt idx="12457">
                  <c:v>3.0246816324441448</c:v>
                </c:pt>
                <c:pt idx="12458">
                  <c:v>3.0226863755406361</c:v>
                </c:pt>
                <c:pt idx="12459">
                  <c:v>3.0197953899831944</c:v>
                </c:pt>
                <c:pt idx="12460">
                  <c:v>3.0191414654120776</c:v>
                </c:pt>
                <c:pt idx="12461">
                  <c:v>3.0203934381478037</c:v>
                </c:pt>
                <c:pt idx="12462">
                  <c:v>3.0194582974330975</c:v>
                </c:pt>
                <c:pt idx="12463">
                  <c:v>3.0185135169719253</c:v>
                </c:pt>
                <c:pt idx="12464">
                  <c:v>3.0183847026607404</c:v>
                </c:pt>
                <c:pt idx="12465">
                  <c:v>3.0203041638586283</c:v>
                </c:pt>
                <c:pt idx="12466">
                  <c:v>3.0222938757752318</c:v>
                </c:pt>
                <c:pt idx="12467">
                  <c:v>3.0230129326156128</c:v>
                </c:pt>
                <c:pt idx="12468">
                  <c:v>3.0227532139597177</c:v>
                </c:pt>
                <c:pt idx="12469">
                  <c:v>3.0232122109142403</c:v>
                </c:pt>
                <c:pt idx="12470">
                  <c:v>3.0224644054494427</c:v>
                </c:pt>
                <c:pt idx="12471">
                  <c:v>3.0192213558772596</c:v>
                </c:pt>
                <c:pt idx="12472">
                  <c:v>3.0169625414807673</c:v>
                </c:pt>
                <c:pt idx="12473">
                  <c:v>3.0165427859720362</c:v>
                </c:pt>
                <c:pt idx="12474">
                  <c:v>3.0162011721249242</c:v>
                </c:pt>
                <c:pt idx="12475">
                  <c:v>3.0172375728312701</c:v>
                </c:pt>
                <c:pt idx="12476">
                  <c:v>3.0182651442123132</c:v>
                </c:pt>
                <c:pt idx="12477">
                  <c:v>3.0189902152307995</c:v>
                </c:pt>
                <c:pt idx="12478">
                  <c:v>3.0187011507980515</c:v>
                </c:pt>
                <c:pt idx="12479">
                  <c:v>3.019681547136654</c:v>
                </c:pt>
                <c:pt idx="12480">
                  <c:v>3.02368494237479</c:v>
                </c:pt>
                <c:pt idx="12481">
                  <c:v>3.0260711208551223</c:v>
                </c:pt>
                <c:pt idx="12482">
                  <c:v>3.0243488479223362</c:v>
                </c:pt>
                <c:pt idx="12483">
                  <c:v>3.021441184750433</c:v>
                </c:pt>
                <c:pt idx="12484">
                  <c:v>3.0202366003258745</c:v>
                </c:pt>
                <c:pt idx="12485">
                  <c:v>3.0188232684712046</c:v>
                </c:pt>
                <c:pt idx="12486">
                  <c:v>3.0173410934714178</c:v>
                </c:pt>
                <c:pt idx="12487">
                  <c:v>3.0166384156692798</c:v>
                </c:pt>
                <c:pt idx="12488">
                  <c:v>3.0163477730479515</c:v>
                </c:pt>
                <c:pt idx="12489">
                  <c:v>3.0184744887948609</c:v>
                </c:pt>
                <c:pt idx="12490">
                  <c:v>3.0205396551871222</c:v>
                </c:pt>
                <c:pt idx="12491">
                  <c:v>3.0218986035163748</c:v>
                </c:pt>
                <c:pt idx="12492">
                  <c:v>3.0231124438036905</c:v>
                </c:pt>
                <c:pt idx="12493">
                  <c:v>3.0250913643227011</c:v>
                </c:pt>
                <c:pt idx="12494">
                  <c:v>3.0259347141772519</c:v>
                </c:pt>
                <c:pt idx="12495">
                  <c:v>3.0248795031691733</c:v>
                </c:pt>
                <c:pt idx="12496">
                  <c:v>3.0197134094844866</c:v>
                </c:pt>
                <c:pt idx="12497">
                  <c:v>3.0164613173182739</c:v>
                </c:pt>
                <c:pt idx="12498">
                  <c:v>3.0169942332136186</c:v>
                </c:pt>
                <c:pt idx="12499">
                  <c:v>3.017265596342015</c:v>
                </c:pt>
                <c:pt idx="12500">
                  <c:v>3.0147958591743942</c:v>
                </c:pt>
                <c:pt idx="12501">
                  <c:v>3.013329082176706</c:v>
                </c:pt>
                <c:pt idx="12502">
                  <c:v>3.0158709894815865</c:v>
                </c:pt>
                <c:pt idx="12503">
                  <c:v>3.0194571884357164</c:v>
                </c:pt>
                <c:pt idx="12504">
                  <c:v>3.0229379473311551</c:v>
                </c:pt>
                <c:pt idx="12505">
                  <c:v>3.0264898100202178</c:v>
                </c:pt>
                <c:pt idx="12506">
                  <c:v>3.0266094964298813</c:v>
                </c:pt>
                <c:pt idx="12507">
                  <c:v>3.0245336239475189</c:v>
                </c:pt>
                <c:pt idx="12508">
                  <c:v>3.0251931788130317</c:v>
                </c:pt>
                <c:pt idx="12509">
                  <c:v>3.0233157315543879</c:v>
                </c:pt>
                <c:pt idx="12510">
                  <c:v>3.0211350588195147</c:v>
                </c:pt>
                <c:pt idx="12511">
                  <c:v>3.020177567542206</c:v>
                </c:pt>
                <c:pt idx="12512">
                  <c:v>3.0196622676437217</c:v>
                </c:pt>
                <c:pt idx="12513">
                  <c:v>3.0196573198092524</c:v>
                </c:pt>
                <c:pt idx="12514">
                  <c:v>3.0192639669689396</c:v>
                </c:pt>
                <c:pt idx="12515">
                  <c:v>3.0193118244713069</c:v>
                </c:pt>
                <c:pt idx="12516">
                  <c:v>3.0188005766786383</c:v>
                </c:pt>
                <c:pt idx="12517">
                  <c:v>3.020673630601503</c:v>
                </c:pt>
                <c:pt idx="12518">
                  <c:v>3.0228572464448105</c:v>
                </c:pt>
                <c:pt idx="12519">
                  <c:v>3.0246001211366371</c:v>
                </c:pt>
                <c:pt idx="12520">
                  <c:v>3.0255087738754338</c:v>
                </c:pt>
                <c:pt idx="12521">
                  <c:v>3.0235963931992869</c:v>
                </c:pt>
                <c:pt idx="12522">
                  <c:v>3.0212772664067633</c:v>
                </c:pt>
                <c:pt idx="12523">
                  <c:v>3.0218928026069971</c:v>
                </c:pt>
                <c:pt idx="12524">
                  <c:v>3.0241443232130214</c:v>
                </c:pt>
                <c:pt idx="12525">
                  <c:v>3.025654862953516</c:v>
                </c:pt>
                <c:pt idx="12526">
                  <c:v>3.0250627863132662</c:v>
                </c:pt>
                <c:pt idx="12527">
                  <c:v>3.0232809260981206</c:v>
                </c:pt>
                <c:pt idx="12528">
                  <c:v>3.0212662617404433</c:v>
                </c:pt>
                <c:pt idx="12529">
                  <c:v>3.0192996681538604</c:v>
                </c:pt>
                <c:pt idx="12530">
                  <c:v>3.0178625781629886</c:v>
                </c:pt>
                <c:pt idx="12531">
                  <c:v>3.0171461658548235</c:v>
                </c:pt>
                <c:pt idx="12532">
                  <c:v>3.0189710636991034</c:v>
                </c:pt>
                <c:pt idx="12533">
                  <c:v>3.0200063127543229</c:v>
                </c:pt>
                <c:pt idx="12534">
                  <c:v>3.0179105209728467</c:v>
                </c:pt>
                <c:pt idx="12535">
                  <c:v>3.0189017940165326</c:v>
                </c:pt>
                <c:pt idx="12536">
                  <c:v>3.0193886865205632</c:v>
                </c:pt>
                <c:pt idx="12537">
                  <c:v>3.0165421035121094</c:v>
                </c:pt>
                <c:pt idx="12538">
                  <c:v>3.014661883760013</c:v>
                </c:pt>
                <c:pt idx="12539">
                  <c:v>3.0139711063528489</c:v>
                </c:pt>
                <c:pt idx="12540">
                  <c:v>3.01488317139128</c:v>
                </c:pt>
                <c:pt idx="12541">
                  <c:v>3.0176299872891841</c:v>
                </c:pt>
                <c:pt idx="12542">
                  <c:v>3.0171352891497403</c:v>
                </c:pt>
                <c:pt idx="12543">
                  <c:v>3.0146499407112937</c:v>
                </c:pt>
                <c:pt idx="12544">
                  <c:v>3.0149601614017727</c:v>
                </c:pt>
                <c:pt idx="12545">
                  <c:v>3.0175091918821391</c:v>
                </c:pt>
                <c:pt idx="12546">
                  <c:v>3.0187481978792556</c:v>
                </c:pt>
                <c:pt idx="12547">
                  <c:v>3.0181893911604378</c:v>
                </c:pt>
                <c:pt idx="12548">
                  <c:v>3.0167284577258728</c:v>
                </c:pt>
                <c:pt idx="12549">
                  <c:v>3.0136735538247614</c:v>
                </c:pt>
                <c:pt idx="12550">
                  <c:v>3.0137331837608659</c:v>
                </c:pt>
                <c:pt idx="12551">
                  <c:v>3.0165173216860173</c:v>
                </c:pt>
                <c:pt idx="12552">
                  <c:v>3.0180421504312296</c:v>
                </c:pt>
                <c:pt idx="12553">
                  <c:v>3.0180396338602491</c:v>
                </c:pt>
                <c:pt idx="12554">
                  <c:v>3.019616073637426</c:v>
                </c:pt>
                <c:pt idx="12555">
                  <c:v>3.0204643713264461</c:v>
                </c:pt>
                <c:pt idx="12556">
                  <c:v>3.0175593100330138</c:v>
                </c:pt>
                <c:pt idx="12557">
                  <c:v>3.0143022700323314</c:v>
                </c:pt>
                <c:pt idx="12558">
                  <c:v>3.0145253064671609</c:v>
                </c:pt>
                <c:pt idx="12559">
                  <c:v>3.0151077860146898</c:v>
                </c:pt>
                <c:pt idx="12560">
                  <c:v>3.0175393907339005</c:v>
                </c:pt>
                <c:pt idx="12561">
                  <c:v>3.0211439734523089</c:v>
                </c:pt>
                <c:pt idx="12562">
                  <c:v>3.0214263839007702</c:v>
                </c:pt>
                <c:pt idx="12563">
                  <c:v>3.0194026342953175</c:v>
                </c:pt>
                <c:pt idx="12564">
                  <c:v>3.0183106984124275</c:v>
                </c:pt>
                <c:pt idx="12565">
                  <c:v>3.0163497351202411</c:v>
                </c:pt>
                <c:pt idx="12566">
                  <c:v>3.0187327145696665</c:v>
                </c:pt>
                <c:pt idx="12567">
                  <c:v>3.0225015995154534</c:v>
                </c:pt>
                <c:pt idx="12568">
                  <c:v>3.0217941018400825</c:v>
                </c:pt>
                <c:pt idx="12569">
                  <c:v>3.0192243416394393</c:v>
                </c:pt>
                <c:pt idx="12570">
                  <c:v>3.0176839869308925</c:v>
                </c:pt>
                <c:pt idx="12571">
                  <c:v>3.0188512493282036</c:v>
                </c:pt>
                <c:pt idx="12572">
                  <c:v>3.0209522875203674</c:v>
                </c:pt>
                <c:pt idx="12573">
                  <c:v>3.0232511964375592</c:v>
                </c:pt>
                <c:pt idx="12574">
                  <c:v>3.026040794042125</c:v>
                </c:pt>
                <c:pt idx="12575">
                  <c:v>3.0273389181304009</c:v>
                </c:pt>
                <c:pt idx="12576">
                  <c:v>3.0276898731477613</c:v>
                </c:pt>
                <c:pt idx="12577">
                  <c:v>3.0270615834776451</c:v>
                </c:pt>
                <c:pt idx="12578">
                  <c:v>3.0268189689736658</c:v>
                </c:pt>
                <c:pt idx="12579">
                  <c:v>3.0241890243382272</c:v>
                </c:pt>
                <c:pt idx="12580">
                  <c:v>3.0244521126400108</c:v>
                </c:pt>
                <c:pt idx="12581">
                  <c:v>3.027325268931865</c:v>
                </c:pt>
                <c:pt idx="12582">
                  <c:v>3.0281164106020149</c:v>
                </c:pt>
                <c:pt idx="12583">
                  <c:v>3.0261668358598568</c:v>
                </c:pt>
                <c:pt idx="12584">
                  <c:v>3.0246089931156854</c:v>
                </c:pt>
                <c:pt idx="12585">
                  <c:v>3.0256876210300025</c:v>
                </c:pt>
                <c:pt idx="12586">
                  <c:v>3.0243921841276884</c:v>
                </c:pt>
                <c:pt idx="12587">
                  <c:v>3.021172167578035</c:v>
                </c:pt>
                <c:pt idx="12588">
                  <c:v>3.0213275978263652</c:v>
                </c:pt>
                <c:pt idx="12589">
                  <c:v>3.0223472356107588</c:v>
                </c:pt>
                <c:pt idx="12590">
                  <c:v>3.0214531704528973</c:v>
                </c:pt>
                <c:pt idx="12591">
                  <c:v>3.0205852946947274</c:v>
                </c:pt>
                <c:pt idx="12592">
                  <c:v>3.019405193520043</c:v>
                </c:pt>
                <c:pt idx="12593">
                  <c:v>3.0190845226619349</c:v>
                </c:pt>
                <c:pt idx="12594">
                  <c:v>3.0190998780102882</c:v>
                </c:pt>
                <c:pt idx="12595">
                  <c:v>3.0199677537684586</c:v>
                </c:pt>
                <c:pt idx="12596">
                  <c:v>3.022705100534878</c:v>
                </c:pt>
                <c:pt idx="12597">
                  <c:v>3.0236773073543586</c:v>
                </c:pt>
                <c:pt idx="12598">
                  <c:v>3.0239941820291238</c:v>
                </c:pt>
                <c:pt idx="12599">
                  <c:v>3.0278853552630456</c:v>
                </c:pt>
                <c:pt idx="12600">
                  <c:v>3.0286614401610605</c:v>
                </c:pt>
                <c:pt idx="12601">
                  <c:v>3.0258972215350228</c:v>
                </c:pt>
                <c:pt idx="12602">
                  <c:v>3.0244760840449398</c:v>
                </c:pt>
                <c:pt idx="12603">
                  <c:v>3.0228772937051605</c:v>
                </c:pt>
                <c:pt idx="12604">
                  <c:v>3.0210394717760165</c:v>
                </c:pt>
                <c:pt idx="12605">
                  <c:v>3.0196607747626318</c:v>
                </c:pt>
                <c:pt idx="12606">
                  <c:v>3.0205689583102293</c:v>
                </c:pt>
                <c:pt idx="12607">
                  <c:v>3.0234806735879478</c:v>
                </c:pt>
                <c:pt idx="12608">
                  <c:v>3.0241239773764534</c:v>
                </c:pt>
                <c:pt idx="12609">
                  <c:v>3.0243922694351792</c:v>
                </c:pt>
                <c:pt idx="12610">
                  <c:v>3.0250802743488907</c:v>
                </c:pt>
                <c:pt idx="12611">
                  <c:v>3.0256198442285216</c:v>
                </c:pt>
                <c:pt idx="12612">
                  <c:v>3.0248905504892383</c:v>
                </c:pt>
                <c:pt idx="12613">
                  <c:v>3.0254899635737016</c:v>
                </c:pt>
                <c:pt idx="12614">
                  <c:v>3.0242718152580976</c:v>
                </c:pt>
                <c:pt idx="12615">
                  <c:v>3.0235181662301769</c:v>
                </c:pt>
                <c:pt idx="12616">
                  <c:v>3.0245753819642904</c:v>
                </c:pt>
                <c:pt idx="12617">
                  <c:v>3.0234395553773576</c:v>
                </c:pt>
                <c:pt idx="12618">
                  <c:v>3.0215521271422845</c:v>
                </c:pt>
                <c:pt idx="12619">
                  <c:v>3.0200331846139408</c:v>
                </c:pt>
                <c:pt idx="12620">
                  <c:v>3.0196950257202086</c:v>
                </c:pt>
                <c:pt idx="12621">
                  <c:v>3.0224565145065387</c:v>
                </c:pt>
                <c:pt idx="12622">
                  <c:v>3.0243027818772767</c:v>
                </c:pt>
                <c:pt idx="12623">
                  <c:v>3.0239762674560455</c:v>
                </c:pt>
                <c:pt idx="12624">
                  <c:v>3.0239982767886846</c:v>
                </c:pt>
                <c:pt idx="12625">
                  <c:v>3.0249137967804951</c:v>
                </c:pt>
                <c:pt idx="12626">
                  <c:v>3.0256667206947441</c:v>
                </c:pt>
                <c:pt idx="12627">
                  <c:v>3.0246294242597442</c:v>
                </c:pt>
                <c:pt idx="12628">
                  <c:v>3.0233150064407157</c:v>
                </c:pt>
                <c:pt idx="12629">
                  <c:v>3.0233957926345512</c:v>
                </c:pt>
                <c:pt idx="12630">
                  <c:v>3.02091496549312</c:v>
                </c:pt>
                <c:pt idx="12631">
                  <c:v>3.0186997858781979</c:v>
                </c:pt>
                <c:pt idx="12632">
                  <c:v>3.0192775735137301</c:v>
                </c:pt>
                <c:pt idx="12633">
                  <c:v>3.021523335864122</c:v>
                </c:pt>
                <c:pt idx="12634">
                  <c:v>3.0253136756438583</c:v>
                </c:pt>
                <c:pt idx="12635">
                  <c:v>3.0258337527618302</c:v>
                </c:pt>
                <c:pt idx="12636">
                  <c:v>3.0237482405330014</c:v>
                </c:pt>
                <c:pt idx="12637">
                  <c:v>3.0232305520247733</c:v>
                </c:pt>
                <c:pt idx="12638">
                  <c:v>3.0230745246240072</c:v>
                </c:pt>
                <c:pt idx="12639">
                  <c:v>3.0238833675985086</c:v>
                </c:pt>
                <c:pt idx="12640">
                  <c:v>3.024165436817007</c:v>
                </c:pt>
                <c:pt idx="12641">
                  <c:v>3.0243189049930472</c:v>
                </c:pt>
                <c:pt idx="12642">
                  <c:v>3.0262445083302767</c:v>
                </c:pt>
                <c:pt idx="12643">
                  <c:v>3.0277652423159278</c:v>
                </c:pt>
                <c:pt idx="12644">
                  <c:v>3.0275431016097523</c:v>
                </c:pt>
                <c:pt idx="12645">
                  <c:v>3.0267624101072315</c:v>
                </c:pt>
                <c:pt idx="12646">
                  <c:v>3.0236783736979946</c:v>
                </c:pt>
                <c:pt idx="12647">
                  <c:v>3.023147718451157</c:v>
                </c:pt>
                <c:pt idx="12648">
                  <c:v>3.0239246564240805</c:v>
                </c:pt>
                <c:pt idx="12649">
                  <c:v>3.0238274485382561</c:v>
                </c:pt>
                <c:pt idx="12650">
                  <c:v>3.0252017948696075</c:v>
                </c:pt>
                <c:pt idx="12651">
                  <c:v>3.0262683517739695</c:v>
                </c:pt>
                <c:pt idx="12652">
                  <c:v>3.0260930875340164</c:v>
                </c:pt>
                <c:pt idx="12653">
                  <c:v>3.0244625201538948</c:v>
                </c:pt>
                <c:pt idx="12654">
                  <c:v>3.0199400288339318</c:v>
                </c:pt>
                <c:pt idx="12655">
                  <c:v>3.0196023391313993</c:v>
                </c:pt>
                <c:pt idx="12656">
                  <c:v>3.0221056447966697</c:v>
                </c:pt>
                <c:pt idx="12657">
                  <c:v>3.0225490731341118</c:v>
                </c:pt>
                <c:pt idx="12658">
                  <c:v>3.0225508219376742</c:v>
                </c:pt>
                <c:pt idx="12659">
                  <c:v>3.0223427143137438</c:v>
                </c:pt>
                <c:pt idx="12660">
                  <c:v>3.0213380053402488</c:v>
                </c:pt>
                <c:pt idx="12661">
                  <c:v>3.0223227950146301</c:v>
                </c:pt>
                <c:pt idx="12662">
                  <c:v>3.0234262900625306</c:v>
                </c:pt>
                <c:pt idx="12663">
                  <c:v>3.0237139895754246</c:v>
                </c:pt>
                <c:pt idx="12664">
                  <c:v>3.0227279202886805</c:v>
                </c:pt>
                <c:pt idx="12665">
                  <c:v>3.0230218899021524</c:v>
                </c:pt>
                <c:pt idx="12666">
                  <c:v>3.0237473448043475</c:v>
                </c:pt>
                <c:pt idx="12667">
                  <c:v>3.0251646861110872</c:v>
                </c:pt>
                <c:pt idx="12668">
                  <c:v>3.0258379754826272</c:v>
                </c:pt>
                <c:pt idx="12669">
                  <c:v>3.0256770002473918</c:v>
                </c:pt>
                <c:pt idx="12670">
                  <c:v>3.0238562824701636</c:v>
                </c:pt>
                <c:pt idx="12671">
                  <c:v>3.0214437866289039</c:v>
                </c:pt>
                <c:pt idx="12672">
                  <c:v>3.0214061660254385</c:v>
                </c:pt>
                <c:pt idx="12673">
                  <c:v>3.0222694351791031</c:v>
                </c:pt>
                <c:pt idx="12674">
                  <c:v>3.0240257458007389</c:v>
                </c:pt>
                <c:pt idx="12675">
                  <c:v>3.0246393199286827</c:v>
                </c:pt>
                <c:pt idx="12676">
                  <c:v>3.0238558559327093</c:v>
                </c:pt>
                <c:pt idx="12677">
                  <c:v>3.0233912286837907</c:v>
                </c:pt>
                <c:pt idx="12678">
                  <c:v>3.025370319817783</c:v>
                </c:pt>
                <c:pt idx="12679">
                  <c:v>3.0255412760294482</c:v>
                </c:pt>
                <c:pt idx="12680">
                  <c:v>3.0242694266483539</c:v>
                </c:pt>
                <c:pt idx="12681">
                  <c:v>3.0244254967028654</c:v>
                </c:pt>
                <c:pt idx="12682">
                  <c:v>3.0238387091270487</c:v>
                </c:pt>
                <c:pt idx="12683">
                  <c:v>3.0234343942741613</c:v>
                </c:pt>
                <c:pt idx="12684">
                  <c:v>3.0209423918514284</c:v>
                </c:pt>
                <c:pt idx="12685">
                  <c:v>3.0166858892879382</c:v>
                </c:pt>
                <c:pt idx="12686">
                  <c:v>3.0151557714782937</c:v>
                </c:pt>
                <c:pt idx="12687">
                  <c:v>3.0168607696441825</c:v>
                </c:pt>
                <c:pt idx="12688">
                  <c:v>3.0202149748769438</c:v>
                </c:pt>
                <c:pt idx="12689">
                  <c:v>3.0230444963872278</c:v>
                </c:pt>
                <c:pt idx="12690">
                  <c:v>3.0221017206520906</c:v>
                </c:pt>
                <c:pt idx="12691">
                  <c:v>3.0189352345529459</c:v>
                </c:pt>
                <c:pt idx="12692">
                  <c:v>3.0183478498246932</c:v>
                </c:pt>
                <c:pt idx="12693">
                  <c:v>3.0188338039463245</c:v>
                </c:pt>
                <c:pt idx="12694">
                  <c:v>3.0182268411489215</c:v>
                </c:pt>
                <c:pt idx="12695">
                  <c:v>3.017575561110021</c:v>
                </c:pt>
                <c:pt idx="12696">
                  <c:v>3.0175747506888579</c:v>
                </c:pt>
                <c:pt idx="12697">
                  <c:v>3.0165413783984372</c:v>
                </c:pt>
                <c:pt idx="12698">
                  <c:v>3.0162866502307568</c:v>
                </c:pt>
                <c:pt idx="12699">
                  <c:v>3.0187306245361407</c:v>
                </c:pt>
                <c:pt idx="12700">
                  <c:v>3.0221193366489509</c:v>
                </c:pt>
                <c:pt idx="12701">
                  <c:v>3.0213746449075694</c:v>
                </c:pt>
                <c:pt idx="12702">
                  <c:v>3.01910256519625</c:v>
                </c:pt>
                <c:pt idx="12703">
                  <c:v>3.0179649898057548</c:v>
                </c:pt>
                <c:pt idx="12704">
                  <c:v>3.0209748513516974</c:v>
                </c:pt>
                <c:pt idx="12705">
                  <c:v>3.0224128370712231</c:v>
                </c:pt>
                <c:pt idx="12706">
                  <c:v>3.0247483855557356</c:v>
                </c:pt>
                <c:pt idx="12707">
                  <c:v>3.0260863482422393</c:v>
                </c:pt>
                <c:pt idx="12708">
                  <c:v>3.0242213132235141</c:v>
                </c:pt>
                <c:pt idx="12709">
                  <c:v>3.0224809977564129</c:v>
                </c:pt>
                <c:pt idx="12710">
                  <c:v>3.0255119302525957</c:v>
                </c:pt>
                <c:pt idx="12711">
                  <c:v>3.0286856674884621</c:v>
                </c:pt>
                <c:pt idx="12712">
                  <c:v>3.0291725599924928</c:v>
                </c:pt>
                <c:pt idx="12713">
                  <c:v>3.0281921636538907</c:v>
                </c:pt>
                <c:pt idx="12714">
                  <c:v>3.0273689037134353</c:v>
                </c:pt>
                <c:pt idx="12715">
                  <c:v>3.0260040691673136</c:v>
                </c:pt>
                <c:pt idx="12716">
                  <c:v>3.024982170734412</c:v>
                </c:pt>
                <c:pt idx="12717">
                  <c:v>3.0237202170222566</c:v>
                </c:pt>
                <c:pt idx="12718">
                  <c:v>3.0230090937785246</c:v>
                </c:pt>
                <c:pt idx="12719">
                  <c:v>3.0237514395639082</c:v>
                </c:pt>
                <c:pt idx="12720">
                  <c:v>3.0249137541267497</c:v>
                </c:pt>
                <c:pt idx="12721">
                  <c:v>3.022669825887411</c:v>
                </c:pt>
                <c:pt idx="12722">
                  <c:v>3.0194852546002062</c:v>
                </c:pt>
                <c:pt idx="12723">
                  <c:v>3.0200557484452708</c:v>
                </c:pt>
                <c:pt idx="12724">
                  <c:v>3.0207797531201215</c:v>
                </c:pt>
                <c:pt idx="12725">
                  <c:v>3.0217442822654257</c:v>
                </c:pt>
                <c:pt idx="12726">
                  <c:v>3.0218685326258501</c:v>
                </c:pt>
                <c:pt idx="12727">
                  <c:v>3.0212101720652091</c:v>
                </c:pt>
                <c:pt idx="12728">
                  <c:v>3.0226240157648241</c:v>
                </c:pt>
                <c:pt idx="12729">
                  <c:v>3.0235604787456385</c:v>
                </c:pt>
                <c:pt idx="12730">
                  <c:v>3.0230975576465369</c:v>
                </c:pt>
                <c:pt idx="12731">
                  <c:v>3.022996980114824</c:v>
                </c:pt>
                <c:pt idx="12732">
                  <c:v>3.0202897895464202</c:v>
                </c:pt>
                <c:pt idx="12733">
                  <c:v>3.0173425436987622</c:v>
                </c:pt>
                <c:pt idx="12734">
                  <c:v>3.0184389582249218</c:v>
                </c:pt>
                <c:pt idx="12735">
                  <c:v>3.0187853919452667</c:v>
                </c:pt>
                <c:pt idx="12736">
                  <c:v>3.020030497427979</c:v>
                </c:pt>
                <c:pt idx="12737">
                  <c:v>3.0216682306373324</c:v>
                </c:pt>
                <c:pt idx="12738">
                  <c:v>3.0206704742243415</c:v>
                </c:pt>
                <c:pt idx="12739">
                  <c:v>3.0184180152359179</c:v>
                </c:pt>
                <c:pt idx="12740">
                  <c:v>3.0184870716497616</c:v>
                </c:pt>
                <c:pt idx="12741">
                  <c:v>3.0198875647270587</c:v>
                </c:pt>
                <c:pt idx="12742">
                  <c:v>3.0208944916953158</c:v>
                </c:pt>
                <c:pt idx="12743">
                  <c:v>3.0224958412598211</c:v>
                </c:pt>
                <c:pt idx="12744">
                  <c:v>3.0227521476160821</c:v>
                </c:pt>
                <c:pt idx="12745">
                  <c:v>3.0222722929800465</c:v>
                </c:pt>
                <c:pt idx="12746">
                  <c:v>3.0232877506973885</c:v>
                </c:pt>
                <c:pt idx="12747">
                  <c:v>3.0239851820888393</c:v>
                </c:pt>
                <c:pt idx="12748">
                  <c:v>3.0242422135587725</c:v>
                </c:pt>
                <c:pt idx="12749">
                  <c:v>3.0237515248713991</c:v>
                </c:pt>
                <c:pt idx="12750">
                  <c:v>3.0214725779070659</c:v>
                </c:pt>
                <c:pt idx="12751">
                  <c:v>3.0219097787976761</c:v>
                </c:pt>
                <c:pt idx="12752">
                  <c:v>3.0231253252348087</c:v>
                </c:pt>
                <c:pt idx="12753">
                  <c:v>3.0231029320184604</c:v>
                </c:pt>
                <c:pt idx="12754">
                  <c:v>3.0235503271542274</c:v>
                </c:pt>
                <c:pt idx="12755">
                  <c:v>3.0227758204447932</c:v>
                </c:pt>
                <c:pt idx="12756">
                  <c:v>3.0207358624160787</c:v>
                </c:pt>
                <c:pt idx="12757">
                  <c:v>3.0206899243322556</c:v>
                </c:pt>
                <c:pt idx="12758">
                  <c:v>3.0205998822756626</c:v>
                </c:pt>
                <c:pt idx="12759">
                  <c:v>3.0206683841908157</c:v>
                </c:pt>
                <c:pt idx="12760">
                  <c:v>3.0209309179939092</c:v>
                </c:pt>
                <c:pt idx="12761">
                  <c:v>3.0203138036050947</c:v>
                </c:pt>
                <c:pt idx="12762">
                  <c:v>3.0194556529008811</c:v>
                </c:pt>
                <c:pt idx="12763">
                  <c:v>3.0200514830707283</c:v>
                </c:pt>
                <c:pt idx="12764">
                  <c:v>3.0202155293756343</c:v>
                </c:pt>
                <c:pt idx="12765">
                  <c:v>3.0201737713588632</c:v>
                </c:pt>
                <c:pt idx="12766">
                  <c:v>3.0206557160284246</c:v>
                </c:pt>
                <c:pt idx="12767">
                  <c:v>3.0224140740298404</c:v>
                </c:pt>
                <c:pt idx="12768">
                  <c:v>3.0223473635719951</c:v>
                </c:pt>
                <c:pt idx="12769">
                  <c:v>3.018535142420856</c:v>
                </c:pt>
                <c:pt idx="12770">
                  <c:v>3.0156223181457564</c:v>
                </c:pt>
                <c:pt idx="12771">
                  <c:v>3.0187727237828752</c:v>
                </c:pt>
                <c:pt idx="12772">
                  <c:v>3.0240180254728166</c:v>
                </c:pt>
                <c:pt idx="12773">
                  <c:v>3.0245499176782715</c:v>
                </c:pt>
                <c:pt idx="12774">
                  <c:v>3.021106096926371</c:v>
                </c:pt>
                <c:pt idx="12775">
                  <c:v>3.0205254514898954</c:v>
                </c:pt>
                <c:pt idx="12776">
                  <c:v>3.0216105201197716</c:v>
                </c:pt>
                <c:pt idx="12777">
                  <c:v>3.0214806394649516</c:v>
                </c:pt>
                <c:pt idx="12778">
                  <c:v>3.021419729916484</c:v>
                </c:pt>
                <c:pt idx="12779">
                  <c:v>3.0225679687433353</c:v>
                </c:pt>
                <c:pt idx="12780">
                  <c:v>3.0215556674031547</c:v>
                </c:pt>
                <c:pt idx="12781">
                  <c:v>3.0213859481501069</c:v>
                </c:pt>
                <c:pt idx="12782">
                  <c:v>3.0223092311235851</c:v>
                </c:pt>
                <c:pt idx="12783">
                  <c:v>3.022748522047721</c:v>
                </c:pt>
                <c:pt idx="12784">
                  <c:v>3.0205336410090169</c:v>
                </c:pt>
                <c:pt idx="12785">
                  <c:v>3.0207884971379335</c:v>
                </c:pt>
                <c:pt idx="12786">
                  <c:v>3.0213853083439255</c:v>
                </c:pt>
                <c:pt idx="12787">
                  <c:v>3.0210151591411241</c:v>
                </c:pt>
                <c:pt idx="12788">
                  <c:v>3.0212965458996957</c:v>
                </c:pt>
                <c:pt idx="12789">
                  <c:v>3.0208293594260511</c:v>
                </c:pt>
                <c:pt idx="12790">
                  <c:v>3.0218354333193997</c:v>
                </c:pt>
                <c:pt idx="12791">
                  <c:v>3.0208918898168449</c:v>
                </c:pt>
                <c:pt idx="12792">
                  <c:v>3.019513875263387</c:v>
                </c:pt>
                <c:pt idx="12793">
                  <c:v>3.0218887078474359</c:v>
                </c:pt>
                <c:pt idx="12794">
                  <c:v>3.0239209455482285</c:v>
                </c:pt>
                <c:pt idx="12795">
                  <c:v>3.0248974177422521</c:v>
                </c:pt>
                <c:pt idx="12796">
                  <c:v>3.0259545908226202</c:v>
                </c:pt>
                <c:pt idx="12797">
                  <c:v>3.0270041288825573</c:v>
                </c:pt>
                <c:pt idx="12798">
                  <c:v>3.0276839016234014</c:v>
                </c:pt>
                <c:pt idx="12799">
                  <c:v>3.0268348361669637</c:v>
                </c:pt>
                <c:pt idx="12800">
                  <c:v>3.0242858056865973</c:v>
                </c:pt>
                <c:pt idx="12801">
                  <c:v>3.0222545916756949</c:v>
                </c:pt>
                <c:pt idx="12802">
                  <c:v>3.0210255666550081</c:v>
                </c:pt>
                <c:pt idx="12803">
                  <c:v>3.0207462699299628</c:v>
                </c:pt>
                <c:pt idx="12804">
                  <c:v>3.0187741740102196</c:v>
                </c:pt>
                <c:pt idx="12805">
                  <c:v>3.0183597075659212</c:v>
                </c:pt>
                <c:pt idx="12806">
                  <c:v>3.0216675055236601</c:v>
                </c:pt>
                <c:pt idx="12807">
                  <c:v>3.0232910350357867</c:v>
                </c:pt>
                <c:pt idx="12808">
                  <c:v>3.0223673255248542</c:v>
                </c:pt>
                <c:pt idx="12809">
                  <c:v>3.0215988329935253</c:v>
                </c:pt>
                <c:pt idx="12810">
                  <c:v>3.0215166818798358</c:v>
                </c:pt>
                <c:pt idx="12811">
                  <c:v>3.0203358129377342</c:v>
                </c:pt>
                <c:pt idx="12812">
                  <c:v>3.0203530023971403</c:v>
                </c:pt>
                <c:pt idx="12813">
                  <c:v>3.0195099937725534</c:v>
                </c:pt>
                <c:pt idx="12814">
                  <c:v>3.0182858312788445</c:v>
                </c:pt>
                <c:pt idx="12815">
                  <c:v>3.0186571747865178</c:v>
                </c:pt>
                <c:pt idx="12816">
                  <c:v>3.0190947169070914</c:v>
                </c:pt>
                <c:pt idx="12817">
                  <c:v>3.0205570579152554</c:v>
                </c:pt>
                <c:pt idx="12818">
                  <c:v>3.0213403939499925</c:v>
                </c:pt>
                <c:pt idx="12819">
                  <c:v>3.0210684336691607</c:v>
                </c:pt>
                <c:pt idx="12820">
                  <c:v>3.0209988227566265</c:v>
                </c:pt>
                <c:pt idx="12821">
                  <c:v>3.021958404067461</c:v>
                </c:pt>
                <c:pt idx="12822">
                  <c:v>3.0243233836363173</c:v>
                </c:pt>
                <c:pt idx="12823">
                  <c:v>3.0263222234544416</c:v>
                </c:pt>
                <c:pt idx="12824">
                  <c:v>3.0283322385538676</c:v>
                </c:pt>
                <c:pt idx="12825">
                  <c:v>3.0301494160702251</c:v>
                </c:pt>
                <c:pt idx="12826">
                  <c:v>3.029271815258098</c:v>
                </c:pt>
                <c:pt idx="12827">
                  <c:v>3.0272752360884811</c:v>
                </c:pt>
                <c:pt idx="12828">
                  <c:v>3.0253548365081939</c:v>
                </c:pt>
                <c:pt idx="12829">
                  <c:v>3.0251870793274356</c:v>
                </c:pt>
                <c:pt idx="12830">
                  <c:v>3.0248553184955171</c:v>
                </c:pt>
                <c:pt idx="12831">
                  <c:v>3.0232732910776896</c:v>
                </c:pt>
                <c:pt idx="12832">
                  <c:v>3.0264329525775659</c:v>
                </c:pt>
                <c:pt idx="12833">
                  <c:v>3.0288285148818916</c:v>
                </c:pt>
                <c:pt idx="12834">
                  <c:v>3.0277123943253459</c:v>
                </c:pt>
                <c:pt idx="12835">
                  <c:v>3.0260239031589364</c:v>
                </c:pt>
                <c:pt idx="12836">
                  <c:v>3.0226826646647842</c:v>
                </c:pt>
                <c:pt idx="12837">
                  <c:v>3.0189763954172815</c:v>
                </c:pt>
                <c:pt idx="12838">
                  <c:v>3.0173228376683756</c:v>
                </c:pt>
                <c:pt idx="12839">
                  <c:v>3.0159218753998789</c:v>
                </c:pt>
                <c:pt idx="12840">
                  <c:v>3.0158186533359492</c:v>
                </c:pt>
                <c:pt idx="12841">
                  <c:v>3.0164020712658779</c:v>
                </c:pt>
                <c:pt idx="12842">
                  <c:v>3.018684430529845</c:v>
                </c:pt>
                <c:pt idx="12843">
                  <c:v>3.0221090570963036</c:v>
                </c:pt>
                <c:pt idx="12844">
                  <c:v>3.0253084718869165</c:v>
                </c:pt>
                <c:pt idx="12845">
                  <c:v>3.0287072929373928</c:v>
                </c:pt>
                <c:pt idx="12846">
                  <c:v>3.0284423278708101</c:v>
                </c:pt>
                <c:pt idx="12847">
                  <c:v>3.0264534690291156</c:v>
                </c:pt>
                <c:pt idx="12848">
                  <c:v>3.0260973529085589</c:v>
                </c:pt>
                <c:pt idx="12849">
                  <c:v>3.0261287887189372</c:v>
                </c:pt>
                <c:pt idx="12850">
                  <c:v>3.0248936642126547</c:v>
                </c:pt>
                <c:pt idx="12851">
                  <c:v>3.0214416112878872</c:v>
                </c:pt>
                <c:pt idx="12852">
                  <c:v>3.018747430111838</c:v>
                </c:pt>
                <c:pt idx="12853">
                  <c:v>3.0193635208107623</c:v>
                </c:pt>
                <c:pt idx="12854">
                  <c:v>3.0207348387261885</c:v>
                </c:pt>
                <c:pt idx="12855">
                  <c:v>3.0207150900420565</c:v>
                </c:pt>
                <c:pt idx="12856">
                  <c:v>3.0210354623239466</c:v>
                </c:pt>
                <c:pt idx="12857">
                  <c:v>3.0221833172670891</c:v>
                </c:pt>
                <c:pt idx="12858">
                  <c:v>3.0235736160992297</c:v>
                </c:pt>
                <c:pt idx="12859">
                  <c:v>3.0226667548177404</c:v>
                </c:pt>
                <c:pt idx="12860">
                  <c:v>3.0212124327137166</c:v>
                </c:pt>
                <c:pt idx="12861">
                  <c:v>3.0216383730155343</c:v>
                </c:pt>
                <c:pt idx="12862">
                  <c:v>3.0234715883401719</c:v>
                </c:pt>
                <c:pt idx="12863">
                  <c:v>3.0238506521757675</c:v>
                </c:pt>
                <c:pt idx="12864">
                  <c:v>3.0224238417375431</c:v>
                </c:pt>
                <c:pt idx="12865">
                  <c:v>3.0207995871117443</c:v>
                </c:pt>
                <c:pt idx="12866">
                  <c:v>3.0228032894568471</c:v>
                </c:pt>
                <c:pt idx="12867">
                  <c:v>3.024684362283852</c:v>
                </c:pt>
                <c:pt idx="12868">
                  <c:v>3.0209975857980087</c:v>
                </c:pt>
                <c:pt idx="12869">
                  <c:v>3.0184790953993672</c:v>
                </c:pt>
                <c:pt idx="12870">
                  <c:v>3.0186089760541872</c:v>
                </c:pt>
                <c:pt idx="12871">
                  <c:v>3.0207838905334277</c:v>
                </c:pt>
                <c:pt idx="12872">
                  <c:v>3.0225471963693131</c:v>
                </c:pt>
                <c:pt idx="12873">
                  <c:v>3.0240681009699464</c:v>
                </c:pt>
                <c:pt idx="12874">
                  <c:v>3.0222500277249345</c:v>
                </c:pt>
                <c:pt idx="12875">
                  <c:v>3.0209996758315349</c:v>
                </c:pt>
                <c:pt idx="12876">
                  <c:v>3.0202731119319588</c:v>
                </c:pt>
                <c:pt idx="12877">
                  <c:v>3.0198037074635522</c:v>
                </c:pt>
                <c:pt idx="12878">
                  <c:v>3.0199800380471409</c:v>
                </c:pt>
                <c:pt idx="12879">
                  <c:v>3.0208774301971455</c:v>
                </c:pt>
                <c:pt idx="12880">
                  <c:v>3.0201615723876714</c:v>
                </c:pt>
                <c:pt idx="12881">
                  <c:v>3.0205242998387689</c:v>
                </c:pt>
                <c:pt idx="12882">
                  <c:v>3.0210705237026865</c:v>
                </c:pt>
                <c:pt idx="12883">
                  <c:v>3.0194856811376609</c:v>
                </c:pt>
                <c:pt idx="12884">
                  <c:v>3.0199073134111907</c:v>
                </c:pt>
                <c:pt idx="12885">
                  <c:v>3.0230946998455934</c:v>
                </c:pt>
                <c:pt idx="12886">
                  <c:v>3.0255169633945558</c:v>
                </c:pt>
                <c:pt idx="12887">
                  <c:v>3.0263171903124815</c:v>
                </c:pt>
                <c:pt idx="12888">
                  <c:v>3.0267736280422786</c:v>
                </c:pt>
                <c:pt idx="12889">
                  <c:v>3.0260825947126415</c:v>
                </c:pt>
                <c:pt idx="12890">
                  <c:v>3.0232857033176082</c:v>
                </c:pt>
                <c:pt idx="12891">
                  <c:v>3.0216184963701664</c:v>
                </c:pt>
                <c:pt idx="12892">
                  <c:v>3.0221231754860396</c:v>
                </c:pt>
                <c:pt idx="12893">
                  <c:v>3.0237177431050219</c:v>
                </c:pt>
                <c:pt idx="12894">
                  <c:v>3.025392371804168</c:v>
                </c:pt>
                <c:pt idx="12895">
                  <c:v>3.0240230159610317</c:v>
                </c:pt>
                <c:pt idx="12896">
                  <c:v>3.0213669672333929</c:v>
                </c:pt>
                <c:pt idx="12897">
                  <c:v>3.0210739786560659</c:v>
                </c:pt>
                <c:pt idx="12898">
                  <c:v>3.0210759833821008</c:v>
                </c:pt>
                <c:pt idx="12899">
                  <c:v>3.0209408136628477</c:v>
                </c:pt>
                <c:pt idx="12900">
                  <c:v>3.0203389266611502</c:v>
                </c:pt>
                <c:pt idx="12901">
                  <c:v>3.0191479061276372</c:v>
                </c:pt>
                <c:pt idx="12902">
                  <c:v>3.0181550975491156</c:v>
                </c:pt>
                <c:pt idx="12903">
                  <c:v>3.0188143964921559</c:v>
                </c:pt>
                <c:pt idx="12904">
                  <c:v>3.02067981539459</c:v>
                </c:pt>
                <c:pt idx="12905">
                  <c:v>3.0214279620893509</c:v>
                </c:pt>
                <c:pt idx="12906">
                  <c:v>3.0211246086518857</c:v>
                </c:pt>
                <c:pt idx="12907">
                  <c:v>3.0213039249976541</c:v>
                </c:pt>
                <c:pt idx="12908">
                  <c:v>3.0231292920331336</c:v>
                </c:pt>
                <c:pt idx="12909">
                  <c:v>3.0218244286530802</c:v>
                </c:pt>
                <c:pt idx="12910">
                  <c:v>3.0205309964768006</c:v>
                </c:pt>
                <c:pt idx="12911">
                  <c:v>3.0205444750603552</c:v>
                </c:pt>
                <c:pt idx="12912">
                  <c:v>3.0210803767178795</c:v>
                </c:pt>
                <c:pt idx="12913">
                  <c:v>3.0198406456070908</c:v>
                </c:pt>
                <c:pt idx="12914">
                  <c:v>3.0193880040606365</c:v>
                </c:pt>
                <c:pt idx="12915">
                  <c:v>3.0193430470129581</c:v>
                </c:pt>
                <c:pt idx="12916">
                  <c:v>3.0202959316857614</c:v>
                </c:pt>
                <c:pt idx="12917">
                  <c:v>3.0199989336563644</c:v>
                </c:pt>
                <c:pt idx="12918">
                  <c:v>3.0194109517756753</c:v>
                </c:pt>
                <c:pt idx="12919">
                  <c:v>3.0194264777390103</c:v>
                </c:pt>
                <c:pt idx="12920">
                  <c:v>3.0214327819625839</c:v>
                </c:pt>
                <c:pt idx="12921">
                  <c:v>3.0223644677239108</c:v>
                </c:pt>
                <c:pt idx="12922">
                  <c:v>3.0235457205497216</c:v>
                </c:pt>
                <c:pt idx="12923">
                  <c:v>3.0248374465761838</c:v>
                </c:pt>
                <c:pt idx="12924">
                  <c:v>3.0241721334550387</c:v>
                </c:pt>
                <c:pt idx="12925">
                  <c:v>3.0245412163142045</c:v>
                </c:pt>
                <c:pt idx="12926">
                  <c:v>3.0252693157486159</c:v>
                </c:pt>
                <c:pt idx="12927">
                  <c:v>3.0255573138377283</c:v>
                </c:pt>
                <c:pt idx="12928">
                  <c:v>3.0258180135297681</c:v>
                </c:pt>
                <c:pt idx="12929">
                  <c:v>3.0254113527208824</c:v>
                </c:pt>
                <c:pt idx="12930">
                  <c:v>3.0235110004009451</c:v>
                </c:pt>
                <c:pt idx="12931">
                  <c:v>3.0213003847367839</c:v>
                </c:pt>
                <c:pt idx="12932">
                  <c:v>3.0203014340189211</c:v>
                </c:pt>
                <c:pt idx="12933">
                  <c:v>3.0200674355715176</c:v>
                </c:pt>
                <c:pt idx="12934">
                  <c:v>3.0194532642911374</c:v>
                </c:pt>
                <c:pt idx="12935">
                  <c:v>3.0201586292792371</c:v>
                </c:pt>
                <c:pt idx="12936">
                  <c:v>3.0218898594985624</c:v>
                </c:pt>
                <c:pt idx="12937">
                  <c:v>3.0230141269204851</c:v>
                </c:pt>
                <c:pt idx="12938">
                  <c:v>3.020811914044172</c:v>
                </c:pt>
                <c:pt idx="12939">
                  <c:v>3.0199238204106704</c:v>
                </c:pt>
                <c:pt idx="12940">
                  <c:v>3.0199132422818047</c:v>
                </c:pt>
                <c:pt idx="12941">
                  <c:v>3.0208452692730949</c:v>
                </c:pt>
                <c:pt idx="12942">
                  <c:v>3.0226802760550404</c:v>
                </c:pt>
                <c:pt idx="12943">
                  <c:v>3.0227936070566357</c:v>
                </c:pt>
                <c:pt idx="12944">
                  <c:v>3.0225113672231561</c:v>
                </c:pt>
                <c:pt idx="12945">
                  <c:v>3.0189531491260246</c:v>
                </c:pt>
                <c:pt idx="12946">
                  <c:v>3.0174446994190558</c:v>
                </c:pt>
                <c:pt idx="12947">
                  <c:v>3.0183849159294676</c:v>
                </c:pt>
                <c:pt idx="12948">
                  <c:v>3.0166704486320945</c:v>
                </c:pt>
                <c:pt idx="12949">
                  <c:v>3.0148023851974441</c:v>
                </c:pt>
                <c:pt idx="12950">
                  <c:v>3.0148599677537686</c:v>
                </c:pt>
                <c:pt idx="12951">
                  <c:v>3.0187799749195978</c:v>
                </c:pt>
                <c:pt idx="12952">
                  <c:v>3.0229856342185406</c:v>
                </c:pt>
                <c:pt idx="12953">
                  <c:v>3.0244415345111455</c:v>
                </c:pt>
                <c:pt idx="12954">
                  <c:v>3.0228935874359126</c:v>
                </c:pt>
                <c:pt idx="12955">
                  <c:v>3.0201079139759264</c:v>
                </c:pt>
                <c:pt idx="12956">
                  <c:v>3.0172652124583061</c:v>
                </c:pt>
                <c:pt idx="12957">
                  <c:v>3.0147198928537913</c:v>
                </c:pt>
                <c:pt idx="12958">
                  <c:v>3.0164528718766794</c:v>
                </c:pt>
                <c:pt idx="12959">
                  <c:v>3.0208005254941437</c:v>
                </c:pt>
                <c:pt idx="12960">
                  <c:v>3.0231457563788675</c:v>
                </c:pt>
                <c:pt idx="12961">
                  <c:v>3.0251065917098181</c:v>
                </c:pt>
                <c:pt idx="12962">
                  <c:v>3.0250560896752345</c:v>
                </c:pt>
                <c:pt idx="12963">
                  <c:v>3.0231231072400466</c:v>
                </c:pt>
                <c:pt idx="12964">
                  <c:v>3.0206202707659759</c:v>
                </c:pt>
                <c:pt idx="12965">
                  <c:v>3.0188214343601514</c:v>
                </c:pt>
                <c:pt idx="12966">
                  <c:v>3.0170768961722527</c:v>
                </c:pt>
                <c:pt idx="12967">
                  <c:v>3.0173752591215033</c:v>
                </c:pt>
                <c:pt idx="12968">
                  <c:v>3.019524325431016</c:v>
                </c:pt>
                <c:pt idx="12969">
                  <c:v>3.0212788872490894</c:v>
                </c:pt>
                <c:pt idx="12970">
                  <c:v>3.0225271917627086</c:v>
                </c:pt>
                <c:pt idx="12971">
                  <c:v>3.0229920749341002</c:v>
                </c:pt>
                <c:pt idx="12972">
                  <c:v>3.0219113569862568</c:v>
                </c:pt>
                <c:pt idx="12973">
                  <c:v>3.0235936633595797</c:v>
                </c:pt>
                <c:pt idx="12974">
                  <c:v>3.0232785374883768</c:v>
                </c:pt>
                <c:pt idx="12975">
                  <c:v>3.0188902775052679</c:v>
                </c:pt>
                <c:pt idx="12976">
                  <c:v>3.0176995982017183</c:v>
                </c:pt>
                <c:pt idx="12977">
                  <c:v>3.0214102607849997</c:v>
                </c:pt>
                <c:pt idx="12978">
                  <c:v>3.0220112947117888</c:v>
                </c:pt>
                <c:pt idx="12979">
                  <c:v>3.0205910529503597</c:v>
                </c:pt>
                <c:pt idx="12980">
                  <c:v>3.0204856555454134</c:v>
                </c:pt>
                <c:pt idx="12981">
                  <c:v>3.0197016797044949</c:v>
                </c:pt>
                <c:pt idx="12982">
                  <c:v>3.0201028381802204</c:v>
                </c:pt>
                <c:pt idx="12983">
                  <c:v>3.0201318853808554</c:v>
                </c:pt>
                <c:pt idx="12984">
                  <c:v>3.0235507963454271</c:v>
                </c:pt>
                <c:pt idx="12985">
                  <c:v>3.0268445185671755</c:v>
                </c:pt>
                <c:pt idx="12986">
                  <c:v>3.0271203603388415</c:v>
                </c:pt>
                <c:pt idx="12987">
                  <c:v>3.0258453972343311</c:v>
                </c:pt>
                <c:pt idx="12988">
                  <c:v>3.0232336657481893</c:v>
                </c:pt>
                <c:pt idx="12989">
                  <c:v>3.0214742414031375</c:v>
                </c:pt>
                <c:pt idx="12990">
                  <c:v>3.020497129402933</c:v>
                </c:pt>
                <c:pt idx="12991">
                  <c:v>3.0196159030224443</c:v>
                </c:pt>
                <c:pt idx="12992">
                  <c:v>3.0212062479206301</c:v>
                </c:pt>
                <c:pt idx="12993">
                  <c:v>3.0249193844211462</c:v>
                </c:pt>
                <c:pt idx="12994">
                  <c:v>3.0278037159943016</c:v>
                </c:pt>
                <c:pt idx="12995">
                  <c:v>3.0298610340974039</c:v>
                </c:pt>
                <c:pt idx="12996">
                  <c:v>3.0300364689523387</c:v>
                </c:pt>
                <c:pt idx="12997">
                  <c:v>3.0263400953737749</c:v>
                </c:pt>
                <c:pt idx="12998">
                  <c:v>3.022499552135673</c:v>
                </c:pt>
                <c:pt idx="12999">
                  <c:v>3.0218994565912833</c:v>
                </c:pt>
                <c:pt idx="13000">
                  <c:v>3.0235544219137882</c:v>
                </c:pt>
                <c:pt idx="13001">
                  <c:v>3.0238137993397198</c:v>
                </c:pt>
                <c:pt idx="13002">
                  <c:v>3.0234740196036616</c:v>
                </c:pt>
                <c:pt idx="13003">
                  <c:v>3.0228176211153102</c:v>
                </c:pt>
                <c:pt idx="13004">
                  <c:v>3.018994182029124</c:v>
                </c:pt>
                <c:pt idx="13005">
                  <c:v>3.0164458766624298</c:v>
                </c:pt>
                <c:pt idx="13006">
                  <c:v>3.0181379507434549</c:v>
                </c:pt>
                <c:pt idx="13007">
                  <c:v>3.0192262610579834</c:v>
                </c:pt>
                <c:pt idx="13008">
                  <c:v>3.019824437183829</c:v>
                </c:pt>
                <c:pt idx="13009">
                  <c:v>3.021632614759902</c:v>
                </c:pt>
                <c:pt idx="13010">
                  <c:v>3.0200994685343319</c:v>
                </c:pt>
                <c:pt idx="13011">
                  <c:v>3.0179115020089915</c:v>
                </c:pt>
                <c:pt idx="13012">
                  <c:v>3.0189509311312626</c:v>
                </c:pt>
                <c:pt idx="13013">
                  <c:v>3.0176145892870854</c:v>
                </c:pt>
                <c:pt idx="13014">
                  <c:v>3.01718741202665</c:v>
                </c:pt>
                <c:pt idx="13015">
                  <c:v>3.0176940105610672</c:v>
                </c:pt>
                <c:pt idx="13016">
                  <c:v>3.0197743190329542</c:v>
                </c:pt>
                <c:pt idx="13017">
                  <c:v>3.0210500499048822</c:v>
                </c:pt>
                <c:pt idx="13018">
                  <c:v>3.0196459739129695</c:v>
                </c:pt>
                <c:pt idx="13019">
                  <c:v>3.0187240558593449</c:v>
                </c:pt>
                <c:pt idx="13020">
                  <c:v>3.0171737201743687</c:v>
                </c:pt>
                <c:pt idx="13021">
                  <c:v>3.0182985847487269</c:v>
                </c:pt>
                <c:pt idx="13022">
                  <c:v>3.0217451353403342</c:v>
                </c:pt>
                <c:pt idx="13023">
                  <c:v>3.0254150635967343</c:v>
                </c:pt>
                <c:pt idx="13024">
                  <c:v>3.0264503126519542</c:v>
                </c:pt>
                <c:pt idx="13025">
                  <c:v>3.0258200609095485</c:v>
                </c:pt>
                <c:pt idx="13026">
                  <c:v>3.025282538409698</c:v>
                </c:pt>
                <c:pt idx="13027">
                  <c:v>3.0246935328391187</c:v>
                </c:pt>
                <c:pt idx="13028">
                  <c:v>3.0238857135545074</c:v>
                </c:pt>
                <c:pt idx="13029">
                  <c:v>3.0194534775598645</c:v>
                </c:pt>
                <c:pt idx="13030">
                  <c:v>3.0171746159030226</c:v>
                </c:pt>
                <c:pt idx="13031">
                  <c:v>3.0152239748172285</c:v>
                </c:pt>
                <c:pt idx="13032">
                  <c:v>3.014657362462998</c:v>
                </c:pt>
                <c:pt idx="13033">
                  <c:v>3.0154452197947501</c:v>
                </c:pt>
                <c:pt idx="13034">
                  <c:v>3.0157472509661072</c:v>
                </c:pt>
                <c:pt idx="13035">
                  <c:v>3.0166682732910779</c:v>
                </c:pt>
                <c:pt idx="13036">
                  <c:v>3.0188232684712046</c:v>
                </c:pt>
                <c:pt idx="13037">
                  <c:v>3.0225926652619366</c:v>
                </c:pt>
                <c:pt idx="13038">
                  <c:v>3.0250908098240106</c:v>
                </c:pt>
                <c:pt idx="13039">
                  <c:v>3.024900830041886</c:v>
                </c:pt>
                <c:pt idx="13040">
                  <c:v>3.0243386110234338</c:v>
                </c:pt>
                <c:pt idx="13041">
                  <c:v>3.0230961074191924</c:v>
                </c:pt>
                <c:pt idx="13042">
                  <c:v>3.020777791047832</c:v>
                </c:pt>
                <c:pt idx="13043">
                  <c:v>3.0205756976020064</c:v>
                </c:pt>
                <c:pt idx="13044">
                  <c:v>3.0206767443249189</c:v>
                </c:pt>
                <c:pt idx="13045">
                  <c:v>3.0204478643269668</c:v>
                </c:pt>
                <c:pt idx="13046">
                  <c:v>3.0190759066053592</c:v>
                </c:pt>
                <c:pt idx="13047">
                  <c:v>3.017322880322121</c:v>
                </c:pt>
                <c:pt idx="13048">
                  <c:v>3.01538853296708</c:v>
                </c:pt>
                <c:pt idx="13049">
                  <c:v>3.0155853373484725</c:v>
                </c:pt>
                <c:pt idx="13050">
                  <c:v>3.0183227267686377</c:v>
                </c:pt>
                <c:pt idx="13051">
                  <c:v>3.0199134555505318</c:v>
                </c:pt>
                <c:pt idx="13052">
                  <c:v>3.0182259454202676</c:v>
                </c:pt>
                <c:pt idx="13053">
                  <c:v>3.0166175579877668</c:v>
                </c:pt>
                <c:pt idx="13054">
                  <c:v>3.0162152052071693</c:v>
                </c:pt>
                <c:pt idx="13055">
                  <c:v>3.0194829086442079</c:v>
                </c:pt>
                <c:pt idx="13056">
                  <c:v>3.0235188060363583</c:v>
                </c:pt>
                <c:pt idx="13057">
                  <c:v>3.0232330259420079</c:v>
                </c:pt>
                <c:pt idx="13058">
                  <c:v>3.0217216757803502</c:v>
                </c:pt>
                <c:pt idx="13059">
                  <c:v>3.0239615092601282</c:v>
                </c:pt>
                <c:pt idx="13060">
                  <c:v>3.025464072750228</c:v>
                </c:pt>
                <c:pt idx="13061">
                  <c:v>3.0252545148989531</c:v>
                </c:pt>
                <c:pt idx="13062">
                  <c:v>3.026643235542513</c:v>
                </c:pt>
                <c:pt idx="13063">
                  <c:v>3.0295101643875348</c:v>
                </c:pt>
                <c:pt idx="13064">
                  <c:v>3.0270191856546922</c:v>
                </c:pt>
                <c:pt idx="13065">
                  <c:v>3.0258339233768119</c:v>
                </c:pt>
                <c:pt idx="13066">
                  <c:v>3.0286764969331958</c:v>
                </c:pt>
                <c:pt idx="13067">
                  <c:v>3.0285162468116327</c:v>
                </c:pt>
                <c:pt idx="13068">
                  <c:v>3.0276762666029704</c:v>
                </c:pt>
                <c:pt idx="13069">
                  <c:v>3.0269891147641674</c:v>
                </c:pt>
                <c:pt idx="13070">
                  <c:v>3.0253791064893409</c:v>
                </c:pt>
                <c:pt idx="13071">
                  <c:v>3.0242365406106311</c:v>
                </c:pt>
                <c:pt idx="13072">
                  <c:v>3.024581566757377</c:v>
                </c:pt>
                <c:pt idx="13073">
                  <c:v>3.0249271900565589</c:v>
                </c:pt>
                <c:pt idx="13074">
                  <c:v>3.0253758648046887</c:v>
                </c:pt>
                <c:pt idx="13075">
                  <c:v>3.0240196889688882</c:v>
                </c:pt>
                <c:pt idx="13076">
                  <c:v>3.0236292792370096</c:v>
                </c:pt>
                <c:pt idx="13077">
                  <c:v>3.0242707062607166</c:v>
                </c:pt>
                <c:pt idx="13078">
                  <c:v>3.0232169881337279</c:v>
                </c:pt>
                <c:pt idx="13079">
                  <c:v>3.0207099715926056</c:v>
                </c:pt>
                <c:pt idx="13080">
                  <c:v>3.021199849858816</c:v>
                </c:pt>
                <c:pt idx="13081">
                  <c:v>3.0235304078551137</c:v>
                </c:pt>
                <c:pt idx="13082">
                  <c:v>3.0222872217909456</c:v>
                </c:pt>
                <c:pt idx="13083">
                  <c:v>3.0201894679371795</c:v>
                </c:pt>
                <c:pt idx="13084">
                  <c:v>3.0211335659384249</c:v>
                </c:pt>
                <c:pt idx="13085">
                  <c:v>3.0222929373928324</c:v>
                </c:pt>
                <c:pt idx="13086">
                  <c:v>3.0219453520213611</c:v>
                </c:pt>
                <c:pt idx="13087">
                  <c:v>3.0190307362889537</c:v>
                </c:pt>
                <c:pt idx="13088">
                  <c:v>3.0182440306083276</c:v>
                </c:pt>
                <c:pt idx="13089">
                  <c:v>3.0183339447036843</c:v>
                </c:pt>
                <c:pt idx="13090">
                  <c:v>3.0172914871654881</c:v>
                </c:pt>
                <c:pt idx="13091">
                  <c:v>3.0154552007711799</c:v>
                </c:pt>
                <c:pt idx="13092">
                  <c:v>3.0177196028083224</c:v>
                </c:pt>
                <c:pt idx="13093">
                  <c:v>3.0209648277215222</c:v>
                </c:pt>
                <c:pt idx="13094">
                  <c:v>3.0218498929390991</c:v>
                </c:pt>
                <c:pt idx="13095">
                  <c:v>3.0227025839638979</c:v>
                </c:pt>
                <c:pt idx="13096">
                  <c:v>3.0234745314486067</c:v>
                </c:pt>
                <c:pt idx="13097">
                  <c:v>3.0223494536055213</c:v>
                </c:pt>
                <c:pt idx="13098">
                  <c:v>3.0209681120599199</c:v>
                </c:pt>
                <c:pt idx="13099">
                  <c:v>3.0190623000605683</c:v>
                </c:pt>
                <c:pt idx="13100">
                  <c:v>3.018662165274733</c:v>
                </c:pt>
                <c:pt idx="13101">
                  <c:v>3.0192190099212612</c:v>
                </c:pt>
                <c:pt idx="13102">
                  <c:v>3.0227569248355697</c:v>
                </c:pt>
                <c:pt idx="13103">
                  <c:v>3.0253247656176687</c:v>
                </c:pt>
                <c:pt idx="13104">
                  <c:v>3.0255057881132541</c:v>
                </c:pt>
                <c:pt idx="13105">
                  <c:v>3.0224028560947938</c:v>
                </c:pt>
                <c:pt idx="13106">
                  <c:v>3.0205538588843486</c:v>
                </c:pt>
                <c:pt idx="13107">
                  <c:v>3.0198589014101329</c:v>
                </c:pt>
                <c:pt idx="13108">
                  <c:v>3.0200513977632375</c:v>
                </c:pt>
                <c:pt idx="13109">
                  <c:v>3.0212378969997356</c:v>
                </c:pt>
                <c:pt idx="13110">
                  <c:v>3.0199055219538828</c:v>
                </c:pt>
                <c:pt idx="13111">
                  <c:v>3.0191774651732168</c:v>
                </c:pt>
                <c:pt idx="13112">
                  <c:v>3.0203526185134315</c:v>
                </c:pt>
                <c:pt idx="13113">
                  <c:v>3.0249902322922977</c:v>
                </c:pt>
                <c:pt idx="13114">
                  <c:v>3.0280632213814695</c:v>
                </c:pt>
                <c:pt idx="13115">
                  <c:v>3.027705015227387</c:v>
                </c:pt>
                <c:pt idx="13116">
                  <c:v>3.0261032391254274</c:v>
                </c:pt>
                <c:pt idx="13117">
                  <c:v>3.023235542512988</c:v>
                </c:pt>
                <c:pt idx="13118">
                  <c:v>3.0236422459756191</c:v>
                </c:pt>
                <c:pt idx="13119">
                  <c:v>3.0250846676846694</c:v>
                </c:pt>
                <c:pt idx="13120">
                  <c:v>3.0264239526372809</c:v>
                </c:pt>
                <c:pt idx="13121">
                  <c:v>3.0258292314648148</c:v>
                </c:pt>
                <c:pt idx="13122">
                  <c:v>3.026302517424055</c:v>
                </c:pt>
                <c:pt idx="13123">
                  <c:v>3.0257860232206992</c:v>
                </c:pt>
                <c:pt idx="13124">
                  <c:v>3.0227406737585629</c:v>
                </c:pt>
                <c:pt idx="13125">
                  <c:v>3.0196579169616884</c:v>
                </c:pt>
                <c:pt idx="13126">
                  <c:v>3.0191322095493205</c:v>
                </c:pt>
                <c:pt idx="13127">
                  <c:v>3.0193477389249548</c:v>
                </c:pt>
                <c:pt idx="13128">
                  <c:v>3.0188529554780206</c:v>
                </c:pt>
                <c:pt idx="13129">
                  <c:v>3.0192579101370893</c:v>
                </c:pt>
                <c:pt idx="13130">
                  <c:v>3.0179609376999394</c:v>
                </c:pt>
                <c:pt idx="13131">
                  <c:v>3.0175139264478812</c:v>
                </c:pt>
                <c:pt idx="13132">
                  <c:v>3.0197279970654223</c:v>
                </c:pt>
                <c:pt idx="13133">
                  <c:v>3.0220903321020618</c:v>
                </c:pt>
                <c:pt idx="13134">
                  <c:v>3.0239822816341504</c:v>
                </c:pt>
                <c:pt idx="13135">
                  <c:v>3.024087849654078</c:v>
                </c:pt>
                <c:pt idx="13136">
                  <c:v>3.0221717581020791</c:v>
                </c:pt>
                <c:pt idx="13137">
                  <c:v>3.0211954565230372</c:v>
                </c:pt>
                <c:pt idx="13138">
                  <c:v>3.0220366310365714</c:v>
                </c:pt>
                <c:pt idx="13139">
                  <c:v>3.0198012335463176</c:v>
                </c:pt>
                <c:pt idx="13140">
                  <c:v>3.0184337118142346</c:v>
                </c:pt>
                <c:pt idx="13141">
                  <c:v>3.0193758903969359</c:v>
                </c:pt>
                <c:pt idx="13142">
                  <c:v>3.0227103469455652</c:v>
                </c:pt>
                <c:pt idx="13143">
                  <c:v>3.0223910410073107</c:v>
                </c:pt>
                <c:pt idx="13144">
                  <c:v>3.0194592358154968</c:v>
                </c:pt>
                <c:pt idx="13145">
                  <c:v>3.0198116410602016</c:v>
                </c:pt>
                <c:pt idx="13146">
                  <c:v>3.0207113365124592</c:v>
                </c:pt>
                <c:pt idx="13147">
                  <c:v>3.0204991767827134</c:v>
                </c:pt>
                <c:pt idx="13148">
                  <c:v>3.022124625713384</c:v>
                </c:pt>
                <c:pt idx="13149">
                  <c:v>3.023044709655955</c:v>
                </c:pt>
                <c:pt idx="13150">
                  <c:v>3.0212481338986374</c:v>
                </c:pt>
                <c:pt idx="13151">
                  <c:v>3.0212739820683656</c:v>
                </c:pt>
                <c:pt idx="13152">
                  <c:v>3.0192060858363972</c:v>
                </c:pt>
                <c:pt idx="13153">
                  <c:v>3.0171997816128235</c:v>
                </c:pt>
                <c:pt idx="13154">
                  <c:v>3.0190492480144679</c:v>
                </c:pt>
                <c:pt idx="13155">
                  <c:v>3.019550002985762</c:v>
                </c:pt>
                <c:pt idx="13156">
                  <c:v>3.0189948644890507</c:v>
                </c:pt>
                <c:pt idx="13157">
                  <c:v>3.0193544782167323</c:v>
                </c:pt>
                <c:pt idx="13158">
                  <c:v>3.0183003335522893</c:v>
                </c:pt>
                <c:pt idx="13159">
                  <c:v>3.0164907484026173</c:v>
                </c:pt>
                <c:pt idx="13160">
                  <c:v>3.0140374329269854</c:v>
                </c:pt>
                <c:pt idx="13161">
                  <c:v>3.0150734070958771</c:v>
                </c:pt>
                <c:pt idx="13162">
                  <c:v>3.0196795424106191</c:v>
                </c:pt>
                <c:pt idx="13163">
                  <c:v>3.0240347883947689</c:v>
                </c:pt>
                <c:pt idx="13164">
                  <c:v>3.0242536021088013</c:v>
                </c:pt>
                <c:pt idx="13165">
                  <c:v>3.0226742618769356</c:v>
                </c:pt>
                <c:pt idx="13166">
                  <c:v>3.0215402267473106</c:v>
                </c:pt>
                <c:pt idx="13167">
                  <c:v>3.0225674142446448</c:v>
                </c:pt>
                <c:pt idx="13168">
                  <c:v>3.0221378910282111</c:v>
                </c:pt>
                <c:pt idx="13169">
                  <c:v>3.0197357173933441</c:v>
                </c:pt>
                <c:pt idx="13170">
                  <c:v>3.0206818201206249</c:v>
                </c:pt>
                <c:pt idx="13171">
                  <c:v>3.021660297040683</c:v>
                </c:pt>
                <c:pt idx="13172">
                  <c:v>3.0218163670951945</c:v>
                </c:pt>
                <c:pt idx="13173">
                  <c:v>3.0226763092567159</c:v>
                </c:pt>
                <c:pt idx="13174">
                  <c:v>3.0233420489153153</c:v>
                </c:pt>
                <c:pt idx="13175">
                  <c:v>3.0229771461232011</c:v>
                </c:pt>
                <c:pt idx="13176">
                  <c:v>3.021907560802914</c:v>
                </c:pt>
                <c:pt idx="13177">
                  <c:v>3.021584885218771</c:v>
                </c:pt>
                <c:pt idx="13178">
                  <c:v>3.0234115318666133</c:v>
                </c:pt>
                <c:pt idx="13179">
                  <c:v>3.0248965646673436</c:v>
                </c:pt>
                <c:pt idx="13180">
                  <c:v>3.0231122731887088</c:v>
                </c:pt>
                <c:pt idx="13181">
                  <c:v>3.0201207954070446</c:v>
                </c:pt>
                <c:pt idx="13182">
                  <c:v>3.0214220758724823</c:v>
                </c:pt>
                <c:pt idx="13183">
                  <c:v>3.0234489818550969</c:v>
                </c:pt>
                <c:pt idx="13184">
                  <c:v>3.023374124531875</c:v>
                </c:pt>
                <c:pt idx="13185">
                  <c:v>3.0223344394871314</c:v>
                </c:pt>
                <c:pt idx="13186">
                  <c:v>3.0226658590890865</c:v>
                </c:pt>
                <c:pt idx="13187">
                  <c:v>3.0211967361354</c:v>
                </c:pt>
                <c:pt idx="13188">
                  <c:v>3.0203297134521381</c:v>
                </c:pt>
                <c:pt idx="13189">
                  <c:v>3.0197838734719298</c:v>
                </c:pt>
                <c:pt idx="13190">
                  <c:v>3.0188663487540839</c:v>
                </c:pt>
                <c:pt idx="13191">
                  <c:v>3.017555513849671</c:v>
                </c:pt>
                <c:pt idx="13192">
                  <c:v>3.0181329176014944</c:v>
                </c:pt>
                <c:pt idx="13193">
                  <c:v>3.0210220263941379</c:v>
                </c:pt>
                <c:pt idx="13194">
                  <c:v>3.0205225083814611</c:v>
                </c:pt>
                <c:pt idx="13195">
                  <c:v>3.0180047430964914</c:v>
                </c:pt>
                <c:pt idx="13196">
                  <c:v>3.0184556784931287</c:v>
                </c:pt>
                <c:pt idx="13197">
                  <c:v>3.0213746022538239</c:v>
                </c:pt>
                <c:pt idx="13198">
                  <c:v>3.0235365926482003</c:v>
                </c:pt>
                <c:pt idx="13199">
                  <c:v>3.0230207809047713</c:v>
                </c:pt>
                <c:pt idx="13200">
                  <c:v>3.021449118347082</c:v>
                </c:pt>
                <c:pt idx="13201">
                  <c:v>3.0207722460609268</c:v>
                </c:pt>
                <c:pt idx="13202">
                  <c:v>3.0228297347790107</c:v>
                </c:pt>
                <c:pt idx="13203">
                  <c:v>3.0243806249626779</c:v>
                </c:pt>
                <c:pt idx="13204">
                  <c:v>3.0237199184460386</c:v>
                </c:pt>
                <c:pt idx="13205">
                  <c:v>3.0245143444545866</c:v>
                </c:pt>
                <c:pt idx="13206">
                  <c:v>3.0235124079745441</c:v>
                </c:pt>
                <c:pt idx="13207">
                  <c:v>3.0206476971242844</c:v>
                </c:pt>
                <c:pt idx="13208">
                  <c:v>3.0187753256613465</c:v>
                </c:pt>
                <c:pt idx="13209">
                  <c:v>3.018956604079404</c:v>
                </c:pt>
                <c:pt idx="13210">
                  <c:v>3.0194310416897707</c:v>
                </c:pt>
                <c:pt idx="13211">
                  <c:v>3.018081733106984</c:v>
                </c:pt>
                <c:pt idx="13212">
                  <c:v>3.019132764048011</c:v>
                </c:pt>
                <c:pt idx="13213">
                  <c:v>3.0216798324560878</c:v>
                </c:pt>
                <c:pt idx="13214">
                  <c:v>3.0234352473490698</c:v>
                </c:pt>
                <c:pt idx="13215">
                  <c:v>3.0226305844416199</c:v>
                </c:pt>
                <c:pt idx="13216">
                  <c:v>3.0188138419934654</c:v>
                </c:pt>
                <c:pt idx="13217">
                  <c:v>3.0172339899166545</c:v>
                </c:pt>
                <c:pt idx="13218">
                  <c:v>3.0210711635088678</c:v>
                </c:pt>
                <c:pt idx="13219">
                  <c:v>3.0224153109884577</c:v>
                </c:pt>
                <c:pt idx="13220">
                  <c:v>3.0228839050357013</c:v>
                </c:pt>
                <c:pt idx="13221">
                  <c:v>3.0253593578052089</c:v>
                </c:pt>
                <c:pt idx="13222">
                  <c:v>3.0242254079830748</c:v>
                </c:pt>
                <c:pt idx="13223">
                  <c:v>3.0220899055646075</c:v>
                </c:pt>
                <c:pt idx="13224">
                  <c:v>3.0204187744725863</c:v>
                </c:pt>
                <c:pt idx="13225">
                  <c:v>3.0201826433379115</c:v>
                </c:pt>
                <c:pt idx="13226">
                  <c:v>3.0215505489537038</c:v>
                </c:pt>
                <c:pt idx="13227">
                  <c:v>3.0243937196625237</c:v>
                </c:pt>
                <c:pt idx="13228">
                  <c:v>3.0247290207553124</c:v>
                </c:pt>
                <c:pt idx="13229">
                  <c:v>3.0227335505830766</c:v>
                </c:pt>
                <c:pt idx="13230">
                  <c:v>3.0231613249959479</c:v>
                </c:pt>
                <c:pt idx="13231">
                  <c:v>3.0234120437115584</c:v>
                </c:pt>
                <c:pt idx="13232">
                  <c:v>3.0237803588033065</c:v>
                </c:pt>
                <c:pt idx="13233">
                  <c:v>3.0229959990786792</c:v>
                </c:pt>
                <c:pt idx="13234">
                  <c:v>3.0233129590609353</c:v>
                </c:pt>
                <c:pt idx="13235">
                  <c:v>3.0234378492275407</c:v>
                </c:pt>
                <c:pt idx="13236">
                  <c:v>3.0224986137532737</c:v>
                </c:pt>
                <c:pt idx="13237">
                  <c:v>3.0243191609155198</c:v>
                </c:pt>
                <c:pt idx="13238">
                  <c:v>3.0250359997611391</c:v>
                </c:pt>
                <c:pt idx="13239">
                  <c:v>3.0221549098726359</c:v>
                </c:pt>
                <c:pt idx="13240">
                  <c:v>3.0201509089513152</c:v>
                </c:pt>
                <c:pt idx="13241">
                  <c:v>3.0206787063972089</c:v>
                </c:pt>
                <c:pt idx="13242">
                  <c:v>3.0208413451285159</c:v>
                </c:pt>
                <c:pt idx="13243">
                  <c:v>3.0202734531619222</c:v>
                </c:pt>
                <c:pt idx="13244">
                  <c:v>3.0195450124975474</c:v>
                </c:pt>
                <c:pt idx="13245">
                  <c:v>3.0216324867986657</c:v>
                </c:pt>
                <c:pt idx="13246">
                  <c:v>3.0232695802018377</c:v>
                </c:pt>
                <c:pt idx="13247">
                  <c:v>3.024097148170581</c:v>
                </c:pt>
                <c:pt idx="13248">
                  <c:v>3.0246397038123916</c:v>
                </c:pt>
                <c:pt idx="13249">
                  <c:v>3.0249582846369738</c:v>
                </c:pt>
                <c:pt idx="13250">
                  <c:v>3.0246687083592811</c:v>
                </c:pt>
                <c:pt idx="13251">
                  <c:v>3.0241542615357053</c:v>
                </c:pt>
                <c:pt idx="13252">
                  <c:v>3.0226380488470692</c:v>
                </c:pt>
                <c:pt idx="13253">
                  <c:v>3.0220537778422325</c:v>
                </c:pt>
                <c:pt idx="13254">
                  <c:v>3.0201189186422459</c:v>
                </c:pt>
                <c:pt idx="13255">
                  <c:v>3.0196977555599158</c:v>
                </c:pt>
                <c:pt idx="13256">
                  <c:v>3.0231071973930033</c:v>
                </c:pt>
                <c:pt idx="13257">
                  <c:v>3.0272176535321567</c:v>
                </c:pt>
                <c:pt idx="13258">
                  <c:v>3.0282115711080588</c:v>
                </c:pt>
                <c:pt idx="13259">
                  <c:v>3.0271054315279424</c:v>
                </c:pt>
                <c:pt idx="13260">
                  <c:v>3.029495960690308</c:v>
                </c:pt>
                <c:pt idx="13261">
                  <c:v>3.030767468841439</c:v>
                </c:pt>
                <c:pt idx="13262">
                  <c:v>3.0299674551922404</c:v>
                </c:pt>
                <c:pt idx="13263">
                  <c:v>3.0285887581788558</c:v>
                </c:pt>
                <c:pt idx="13264">
                  <c:v>3.0264573931736947</c:v>
                </c:pt>
                <c:pt idx="13265">
                  <c:v>3.0259706712846457</c:v>
                </c:pt>
                <c:pt idx="13266">
                  <c:v>3.0252214155925032</c:v>
                </c:pt>
                <c:pt idx="13267">
                  <c:v>3.0271494928469669</c:v>
                </c:pt>
                <c:pt idx="13268">
                  <c:v>3.027328382655281</c:v>
                </c:pt>
                <c:pt idx="13269">
                  <c:v>3.0249997867312728</c:v>
                </c:pt>
                <c:pt idx="13270">
                  <c:v>3.0219107171800754</c:v>
                </c:pt>
                <c:pt idx="13271">
                  <c:v>3.0214094930175817</c:v>
                </c:pt>
                <c:pt idx="13272">
                  <c:v>3.0211544662736833</c:v>
                </c:pt>
                <c:pt idx="13273">
                  <c:v>3.0225727886165683</c:v>
                </c:pt>
                <c:pt idx="13274">
                  <c:v>3.0247072673451454</c:v>
                </c:pt>
                <c:pt idx="13275">
                  <c:v>3.0214736442507015</c:v>
                </c:pt>
                <c:pt idx="13276">
                  <c:v>3.0179208431792395</c:v>
                </c:pt>
                <c:pt idx="13277">
                  <c:v>3.0172417528983222</c:v>
                </c:pt>
                <c:pt idx="13278">
                  <c:v>3.0183937879085163</c:v>
                </c:pt>
                <c:pt idx="13279">
                  <c:v>3.0194491268778312</c:v>
                </c:pt>
                <c:pt idx="13280">
                  <c:v>3.0195759364629806</c:v>
                </c:pt>
                <c:pt idx="13281">
                  <c:v>3.0215075539783149</c:v>
                </c:pt>
                <c:pt idx="13282">
                  <c:v>3.0216995384864744</c:v>
                </c:pt>
                <c:pt idx="13283">
                  <c:v>3.0211655989012396</c:v>
                </c:pt>
                <c:pt idx="13284">
                  <c:v>3.0206386971839998</c:v>
                </c:pt>
                <c:pt idx="13285">
                  <c:v>3.0230476527643892</c:v>
                </c:pt>
                <c:pt idx="13286">
                  <c:v>3.0224367658224067</c:v>
                </c:pt>
                <c:pt idx="13287">
                  <c:v>3.0211554473098281</c:v>
                </c:pt>
                <c:pt idx="13288">
                  <c:v>3.0218059595813109</c:v>
                </c:pt>
                <c:pt idx="13289">
                  <c:v>3.0241325934330292</c:v>
                </c:pt>
                <c:pt idx="13290">
                  <c:v>3.0264242938672443</c:v>
                </c:pt>
                <c:pt idx="13291">
                  <c:v>3.0270865785724643</c:v>
                </c:pt>
                <c:pt idx="13292">
                  <c:v>3.0260362300913641</c:v>
                </c:pt>
                <c:pt idx="13293">
                  <c:v>3.0262785460191259</c:v>
                </c:pt>
                <c:pt idx="13294">
                  <c:v>3.026773073543588</c:v>
                </c:pt>
                <c:pt idx="13295">
                  <c:v>3.0269037219658257</c:v>
                </c:pt>
                <c:pt idx="13296">
                  <c:v>3.0253717700451275</c:v>
                </c:pt>
                <c:pt idx="13297">
                  <c:v>3.0228951656244933</c:v>
                </c:pt>
                <c:pt idx="13298">
                  <c:v>3.0207926772049856</c:v>
                </c:pt>
                <c:pt idx="13299">
                  <c:v>3.0181040836695869</c:v>
                </c:pt>
                <c:pt idx="13300">
                  <c:v>3.0171747438642589</c:v>
                </c:pt>
                <c:pt idx="13301">
                  <c:v>3.019605324893579</c:v>
                </c:pt>
                <c:pt idx="13302">
                  <c:v>3.0195727374320738</c:v>
                </c:pt>
                <c:pt idx="13303">
                  <c:v>3.0196189314383695</c:v>
                </c:pt>
                <c:pt idx="13304">
                  <c:v>3.0211755372239235</c:v>
                </c:pt>
                <c:pt idx="13305">
                  <c:v>3.0215246581302306</c:v>
                </c:pt>
                <c:pt idx="13306">
                  <c:v>3.0205489537036248</c:v>
                </c:pt>
                <c:pt idx="13307">
                  <c:v>3.0184370388063777</c:v>
                </c:pt>
                <c:pt idx="13308">
                  <c:v>3.0199526969963233</c:v>
                </c:pt>
                <c:pt idx="13309">
                  <c:v>3.0208957286539331</c:v>
                </c:pt>
                <c:pt idx="13310">
                  <c:v>3.02013435929809</c:v>
                </c:pt>
                <c:pt idx="13311">
                  <c:v>3.0205422144118477</c:v>
                </c:pt>
                <c:pt idx="13312">
                  <c:v>3.020243339617652</c:v>
                </c:pt>
                <c:pt idx="13313">
                  <c:v>3.0204450065260229</c:v>
                </c:pt>
                <c:pt idx="13314">
                  <c:v>3.0214112418211445</c:v>
                </c:pt>
                <c:pt idx="13315">
                  <c:v>3.0231641827968914</c:v>
                </c:pt>
                <c:pt idx="13316">
                  <c:v>3.0239688030505958</c:v>
                </c:pt>
                <c:pt idx="13317">
                  <c:v>3.0248702473064162</c:v>
                </c:pt>
                <c:pt idx="13318">
                  <c:v>3.0262992330856573</c:v>
                </c:pt>
                <c:pt idx="13319">
                  <c:v>3.0261699069295274</c:v>
                </c:pt>
                <c:pt idx="13320">
                  <c:v>3.0236669424942204</c:v>
                </c:pt>
                <c:pt idx="13321">
                  <c:v>3.019911664093224</c:v>
                </c:pt>
                <c:pt idx="13322">
                  <c:v>3.0167394623921928</c:v>
                </c:pt>
                <c:pt idx="13323">
                  <c:v>3.016081016524061</c:v>
                </c:pt>
                <c:pt idx="13324">
                  <c:v>3.0187448282333671</c:v>
                </c:pt>
                <c:pt idx="13325">
                  <c:v>3.0225919828020098</c:v>
                </c:pt>
                <c:pt idx="13326">
                  <c:v>3.0232588741117357</c:v>
                </c:pt>
                <c:pt idx="13327">
                  <c:v>3.0197959444818849</c:v>
                </c:pt>
                <c:pt idx="13328">
                  <c:v>3.0178129292033136</c:v>
                </c:pt>
                <c:pt idx="13329">
                  <c:v>3.0199118773619511</c:v>
                </c:pt>
                <c:pt idx="13330">
                  <c:v>3.0238946708410466</c:v>
                </c:pt>
                <c:pt idx="13331">
                  <c:v>3.0259584296597084</c:v>
                </c:pt>
                <c:pt idx="13332">
                  <c:v>3.026116205864037</c:v>
                </c:pt>
                <c:pt idx="13333">
                  <c:v>3.0233585985685405</c:v>
                </c:pt>
                <c:pt idx="13334">
                  <c:v>3.0225702293918428</c:v>
                </c:pt>
                <c:pt idx="13335">
                  <c:v>3.0239061020448204</c:v>
                </c:pt>
                <c:pt idx="13336">
                  <c:v>3.0239207749332468</c:v>
                </c:pt>
                <c:pt idx="13337">
                  <c:v>3.0226452999837914</c:v>
                </c:pt>
                <c:pt idx="13338">
                  <c:v>3.0208303404621959</c:v>
                </c:pt>
                <c:pt idx="13339">
                  <c:v>3.0194652073398567</c:v>
                </c:pt>
                <c:pt idx="13340">
                  <c:v>3.0186930465864208</c:v>
                </c:pt>
                <c:pt idx="13341">
                  <c:v>3.0190999633177791</c:v>
                </c:pt>
                <c:pt idx="13342">
                  <c:v>3.0200214974876944</c:v>
                </c:pt>
                <c:pt idx="13343">
                  <c:v>3.0228958907381656</c:v>
                </c:pt>
                <c:pt idx="13344">
                  <c:v>3.0255316789367273</c:v>
                </c:pt>
                <c:pt idx="13345">
                  <c:v>3.0250741322095491</c:v>
                </c:pt>
                <c:pt idx="13346">
                  <c:v>3.0231704528974688</c:v>
                </c:pt>
                <c:pt idx="13347">
                  <c:v>3.0227204985369767</c:v>
                </c:pt>
                <c:pt idx="13348">
                  <c:v>3.0226504610869882</c:v>
                </c:pt>
                <c:pt idx="13349">
                  <c:v>3.0210124719551623</c:v>
                </c:pt>
                <c:pt idx="13350">
                  <c:v>3.0201705296742105</c:v>
                </c:pt>
                <c:pt idx="13351">
                  <c:v>3.0212920246026802</c:v>
                </c:pt>
                <c:pt idx="13352">
                  <c:v>3.0224045622446107</c:v>
                </c:pt>
                <c:pt idx="13353">
                  <c:v>3.0223613966542402</c:v>
                </c:pt>
                <c:pt idx="13354">
                  <c:v>3.0216253636231798</c:v>
                </c:pt>
                <c:pt idx="13355">
                  <c:v>3.021902740929681</c:v>
                </c:pt>
                <c:pt idx="13356">
                  <c:v>3.0242509149228396</c:v>
                </c:pt>
                <c:pt idx="13357">
                  <c:v>3.0249966303541114</c:v>
                </c:pt>
                <c:pt idx="13358">
                  <c:v>3.0243260281685336</c:v>
                </c:pt>
                <c:pt idx="13359">
                  <c:v>3.0221953456232993</c:v>
                </c:pt>
                <c:pt idx="13360">
                  <c:v>3.0205995836994446</c:v>
                </c:pt>
                <c:pt idx="13361">
                  <c:v>3.0204948687544255</c:v>
                </c:pt>
                <c:pt idx="13362">
                  <c:v>3.0224554908166485</c:v>
                </c:pt>
                <c:pt idx="13363">
                  <c:v>3.0225939022205539</c:v>
                </c:pt>
                <c:pt idx="13364">
                  <c:v>3.022111403052302</c:v>
                </c:pt>
                <c:pt idx="13365">
                  <c:v>3.0217803673340558</c:v>
                </c:pt>
                <c:pt idx="13366">
                  <c:v>3.0222780512356788</c:v>
                </c:pt>
                <c:pt idx="13367">
                  <c:v>3.024272455064279</c:v>
                </c:pt>
                <c:pt idx="13368">
                  <c:v>3.0253550924306665</c:v>
                </c:pt>
                <c:pt idx="13369">
                  <c:v>3.0230838657942556</c:v>
                </c:pt>
                <c:pt idx="13370">
                  <c:v>3.0235726777168304</c:v>
                </c:pt>
                <c:pt idx="13371">
                  <c:v>3.0238053112443803</c:v>
                </c:pt>
                <c:pt idx="13372">
                  <c:v>3.0247953046757035</c:v>
                </c:pt>
                <c:pt idx="13373">
                  <c:v>3.027132474002542</c:v>
                </c:pt>
                <c:pt idx="13374">
                  <c:v>3.0280839511017463</c:v>
                </c:pt>
                <c:pt idx="13375">
                  <c:v>3.0271085879051038</c:v>
                </c:pt>
                <c:pt idx="13376">
                  <c:v>3.0251657951084683</c:v>
                </c:pt>
                <c:pt idx="13377">
                  <c:v>3.0243241514037349</c:v>
                </c:pt>
                <c:pt idx="13378">
                  <c:v>3.0204456889859497</c:v>
                </c:pt>
                <c:pt idx="13379">
                  <c:v>3.0182618172201701</c:v>
                </c:pt>
                <c:pt idx="13380">
                  <c:v>3.0191546027656688</c:v>
                </c:pt>
                <c:pt idx="13381">
                  <c:v>3.019057949378535</c:v>
                </c:pt>
                <c:pt idx="13382">
                  <c:v>3.0197224947322625</c:v>
                </c:pt>
                <c:pt idx="13383">
                  <c:v>3.0200463646212774</c:v>
                </c:pt>
                <c:pt idx="13384">
                  <c:v>3.0194431553534717</c:v>
                </c:pt>
                <c:pt idx="13385">
                  <c:v>3.0197842147018932</c:v>
                </c:pt>
                <c:pt idx="13386">
                  <c:v>3.0223786287673922</c:v>
                </c:pt>
                <c:pt idx="13387">
                  <c:v>3.0249522278051235</c:v>
                </c:pt>
                <c:pt idx="13388">
                  <c:v>3.0237610793103742</c:v>
                </c:pt>
                <c:pt idx="13389">
                  <c:v>3.0233058785391944</c:v>
                </c:pt>
                <c:pt idx="13390">
                  <c:v>3.0253502725574331</c:v>
                </c:pt>
                <c:pt idx="13391">
                  <c:v>3.0261199167398889</c:v>
                </c:pt>
                <c:pt idx="13392">
                  <c:v>3.0241176219683852</c:v>
                </c:pt>
                <c:pt idx="13393">
                  <c:v>3.0222825298789489</c:v>
                </c:pt>
                <c:pt idx="13394">
                  <c:v>3.0197842147018932</c:v>
                </c:pt>
                <c:pt idx="13395">
                  <c:v>3.0189976369825033</c:v>
                </c:pt>
                <c:pt idx="13396">
                  <c:v>3.0199241189868884</c:v>
                </c:pt>
                <c:pt idx="13397">
                  <c:v>3.0211529733925935</c:v>
                </c:pt>
                <c:pt idx="13398">
                  <c:v>3.0225530825861817</c:v>
                </c:pt>
                <c:pt idx="13399">
                  <c:v>3.0227146976275985</c:v>
                </c:pt>
                <c:pt idx="13400">
                  <c:v>3.0247935132183956</c:v>
                </c:pt>
                <c:pt idx="13401">
                  <c:v>3.0258193357958763</c:v>
                </c:pt>
                <c:pt idx="13402">
                  <c:v>3.0217696185902083</c:v>
                </c:pt>
                <c:pt idx="13403">
                  <c:v>3.0201551316721122</c:v>
                </c:pt>
                <c:pt idx="13404">
                  <c:v>3.0210506044035728</c:v>
                </c:pt>
                <c:pt idx="13405">
                  <c:v>3.0212400296870068</c:v>
                </c:pt>
                <c:pt idx="13406">
                  <c:v>3.0215101132030404</c:v>
                </c:pt>
                <c:pt idx="13407">
                  <c:v>3.0208075633621387</c:v>
                </c:pt>
                <c:pt idx="13408">
                  <c:v>3.0217249174650025</c:v>
                </c:pt>
                <c:pt idx="13409">
                  <c:v>3.0229789802342544</c:v>
                </c:pt>
                <c:pt idx="13410">
                  <c:v>3.0238346570212329</c:v>
                </c:pt>
                <c:pt idx="13411">
                  <c:v>3.0236755585507962</c:v>
                </c:pt>
                <c:pt idx="13412">
                  <c:v>3.0227144417051259</c:v>
                </c:pt>
                <c:pt idx="13413">
                  <c:v>3.0194231080931218</c:v>
                </c:pt>
                <c:pt idx="13414">
                  <c:v>3.016179589329739</c:v>
                </c:pt>
                <c:pt idx="13415">
                  <c:v>3.016940958685582</c:v>
                </c:pt>
                <c:pt idx="13416">
                  <c:v>3.0206913745596</c:v>
                </c:pt>
                <c:pt idx="13417">
                  <c:v>3.0225692910094435</c:v>
                </c:pt>
                <c:pt idx="13418">
                  <c:v>3.0225210496233674</c:v>
                </c:pt>
                <c:pt idx="13419">
                  <c:v>3.023902049939005</c:v>
                </c:pt>
                <c:pt idx="13420">
                  <c:v>3.0255806027827306</c:v>
                </c:pt>
                <c:pt idx="13421">
                  <c:v>3.0243376726410345</c:v>
                </c:pt>
                <c:pt idx="13422">
                  <c:v>3.0250128387773731</c:v>
                </c:pt>
                <c:pt idx="13423">
                  <c:v>3.0258201035632939</c:v>
                </c:pt>
                <c:pt idx="13424">
                  <c:v>3.0238805524513106</c:v>
                </c:pt>
                <c:pt idx="13425">
                  <c:v>3.0225321822509232</c:v>
                </c:pt>
                <c:pt idx="13426">
                  <c:v>3.021205736075685</c:v>
                </c:pt>
                <c:pt idx="13427">
                  <c:v>3.0196185475546606</c:v>
                </c:pt>
                <c:pt idx="13428">
                  <c:v>3.0204596367607039</c:v>
                </c:pt>
                <c:pt idx="13429">
                  <c:v>3.0230381409791596</c:v>
                </c:pt>
                <c:pt idx="13430">
                  <c:v>3.0221634406217208</c:v>
                </c:pt>
                <c:pt idx="13431">
                  <c:v>3.0220835075027939</c:v>
                </c:pt>
                <c:pt idx="13432">
                  <c:v>3.0237572831270314</c:v>
                </c:pt>
                <c:pt idx="13433">
                  <c:v>3.0239580969604942</c:v>
                </c:pt>
                <c:pt idx="13434">
                  <c:v>3.0224063537019186</c:v>
                </c:pt>
                <c:pt idx="13435">
                  <c:v>3.0213244414492038</c:v>
                </c:pt>
                <c:pt idx="13436">
                  <c:v>3.0188330788326523</c:v>
                </c:pt>
                <c:pt idx="13437">
                  <c:v>3.0172534826783139</c:v>
                </c:pt>
                <c:pt idx="13438">
                  <c:v>3.0173414347013812</c:v>
                </c:pt>
                <c:pt idx="13439">
                  <c:v>3.0169441577164893</c:v>
                </c:pt>
                <c:pt idx="13440">
                  <c:v>3.01738191310579</c:v>
                </c:pt>
                <c:pt idx="13441">
                  <c:v>3.0188137566859745</c:v>
                </c:pt>
                <c:pt idx="13442">
                  <c:v>3.0178255120582138</c:v>
                </c:pt>
                <c:pt idx="13443">
                  <c:v>3.0183300632128507</c:v>
                </c:pt>
                <c:pt idx="13444">
                  <c:v>3.0202225245898844</c:v>
                </c:pt>
                <c:pt idx="13445">
                  <c:v>3.0208626293474832</c:v>
                </c:pt>
                <c:pt idx="13446">
                  <c:v>3.0186531653344479</c:v>
                </c:pt>
                <c:pt idx="13447">
                  <c:v>3.0188283869206556</c:v>
                </c:pt>
                <c:pt idx="13448">
                  <c:v>3.0205551384967113</c:v>
                </c:pt>
                <c:pt idx="13449">
                  <c:v>3.0230978562227548</c:v>
                </c:pt>
                <c:pt idx="13450">
                  <c:v>3.0264482226184279</c:v>
                </c:pt>
                <c:pt idx="13451">
                  <c:v>3.0269646741680387</c:v>
                </c:pt>
                <c:pt idx="13452">
                  <c:v>3.0267212492428959</c:v>
                </c:pt>
                <c:pt idx="13453">
                  <c:v>3.0282126374516944</c:v>
                </c:pt>
                <c:pt idx="13454">
                  <c:v>3.0296116803016471</c:v>
                </c:pt>
                <c:pt idx="13455">
                  <c:v>3.0265134401951834</c:v>
                </c:pt>
                <c:pt idx="13456">
                  <c:v>3.020697602006432</c:v>
                </c:pt>
                <c:pt idx="13457">
                  <c:v>3.0206729481415762</c:v>
                </c:pt>
                <c:pt idx="13458">
                  <c:v>3.0248597118312959</c:v>
                </c:pt>
                <c:pt idx="13459">
                  <c:v>3.02691766974058</c:v>
                </c:pt>
                <c:pt idx="13460">
                  <c:v>3.0255790245941494</c:v>
                </c:pt>
                <c:pt idx="13461">
                  <c:v>3.0251978707250284</c:v>
                </c:pt>
                <c:pt idx="13462">
                  <c:v>3.0238812349112374</c:v>
                </c:pt>
                <c:pt idx="13463">
                  <c:v>3.0213501190039498</c:v>
                </c:pt>
                <c:pt idx="13464">
                  <c:v>3.0190738592255788</c:v>
                </c:pt>
                <c:pt idx="13465">
                  <c:v>3.0166776571150713</c:v>
                </c:pt>
                <c:pt idx="13466">
                  <c:v>3.0166444725011301</c:v>
                </c:pt>
                <c:pt idx="13467">
                  <c:v>3.0206477824317752</c:v>
                </c:pt>
                <c:pt idx="13468">
                  <c:v>3.0226568591488019</c:v>
                </c:pt>
                <c:pt idx="13469">
                  <c:v>3.0231246001211365</c:v>
                </c:pt>
                <c:pt idx="13470">
                  <c:v>3.0238029226346366</c:v>
                </c:pt>
                <c:pt idx="13471">
                  <c:v>3.0230457759995906</c:v>
                </c:pt>
                <c:pt idx="13472">
                  <c:v>3.0220877728773363</c:v>
                </c:pt>
                <c:pt idx="13473">
                  <c:v>3.0234599012139256</c:v>
                </c:pt>
                <c:pt idx="13474">
                  <c:v>3.0211097651484775</c:v>
                </c:pt>
                <c:pt idx="13475">
                  <c:v>3.0191567781066855</c:v>
                </c:pt>
                <c:pt idx="13476">
                  <c:v>3.0197352908558899</c:v>
                </c:pt>
                <c:pt idx="13477">
                  <c:v>3.0201469421529903</c:v>
                </c:pt>
                <c:pt idx="13478">
                  <c:v>3.0208931694292076</c:v>
                </c:pt>
                <c:pt idx="13479">
                  <c:v>3.0214617865094735</c:v>
                </c:pt>
                <c:pt idx="13480">
                  <c:v>3.023056567397183</c:v>
                </c:pt>
                <c:pt idx="13481">
                  <c:v>3.0241232949165266</c:v>
                </c:pt>
                <c:pt idx="13482">
                  <c:v>3.0243062794844016</c:v>
                </c:pt>
                <c:pt idx="13483">
                  <c:v>3.0256032519215514</c:v>
                </c:pt>
                <c:pt idx="13484">
                  <c:v>3.0246340735179955</c:v>
                </c:pt>
                <c:pt idx="13485">
                  <c:v>3.0220534366122691</c:v>
                </c:pt>
                <c:pt idx="13486">
                  <c:v>3.022762341861239</c:v>
                </c:pt>
                <c:pt idx="13487">
                  <c:v>3.0230771691562235</c:v>
                </c:pt>
                <c:pt idx="13488">
                  <c:v>3.022792839289218</c:v>
                </c:pt>
                <c:pt idx="13489">
                  <c:v>3.0245578512749205</c:v>
                </c:pt>
                <c:pt idx="13490">
                  <c:v>3.0253975329073648</c:v>
                </c:pt>
                <c:pt idx="13491">
                  <c:v>3.0244693874069082</c:v>
                </c:pt>
                <c:pt idx="13492">
                  <c:v>3.0230758468901153</c:v>
                </c:pt>
                <c:pt idx="13493">
                  <c:v>3.0251909608182697</c:v>
                </c:pt>
                <c:pt idx="13494">
                  <c:v>3.0280959794579561</c:v>
                </c:pt>
                <c:pt idx="13495">
                  <c:v>3.0312510343533265</c:v>
                </c:pt>
                <c:pt idx="13496">
                  <c:v>3.0333704136560233</c:v>
                </c:pt>
                <c:pt idx="13497">
                  <c:v>3.0324485809098896</c:v>
                </c:pt>
                <c:pt idx="13498">
                  <c:v>3.0284989720447353</c:v>
                </c:pt>
                <c:pt idx="13499">
                  <c:v>3.0241553705330864</c:v>
                </c:pt>
                <c:pt idx="13500">
                  <c:v>3.0231906707728005</c:v>
                </c:pt>
                <c:pt idx="13501">
                  <c:v>3.0231781732253911</c:v>
                </c:pt>
                <c:pt idx="13502">
                  <c:v>3.0246249029627292</c:v>
                </c:pt>
                <c:pt idx="13503">
                  <c:v>3.0248815505489537</c:v>
                </c:pt>
                <c:pt idx="13504">
                  <c:v>3.0236602885099342</c:v>
                </c:pt>
                <c:pt idx="13505">
                  <c:v>3.0243710705237028</c:v>
                </c:pt>
                <c:pt idx="13506">
                  <c:v>3.0261157793265827</c:v>
                </c:pt>
                <c:pt idx="13507">
                  <c:v>3.0256846779215683</c:v>
                </c:pt>
                <c:pt idx="13508">
                  <c:v>3.0244131271166923</c:v>
                </c:pt>
                <c:pt idx="13509">
                  <c:v>3.0254116086433549</c:v>
                </c:pt>
                <c:pt idx="13510">
                  <c:v>3.0261942195644198</c:v>
                </c:pt>
                <c:pt idx="13511">
                  <c:v>3.0265274306236831</c:v>
                </c:pt>
                <c:pt idx="13512">
                  <c:v>3.026432056848912</c:v>
                </c:pt>
                <c:pt idx="13513">
                  <c:v>3.0238548748965646</c:v>
                </c:pt>
                <c:pt idx="13514">
                  <c:v>3.021973930030796</c:v>
                </c:pt>
                <c:pt idx="13515">
                  <c:v>3.0230156624553204</c:v>
                </c:pt>
                <c:pt idx="13516">
                  <c:v>3.0243276063571143</c:v>
                </c:pt>
                <c:pt idx="13517">
                  <c:v>3.0272837241838206</c:v>
                </c:pt>
                <c:pt idx="13518">
                  <c:v>3.0280856999053087</c:v>
                </c:pt>
                <c:pt idx="13519">
                  <c:v>3.0278986632316185</c:v>
                </c:pt>
                <c:pt idx="13520">
                  <c:v>3.025216467758034</c:v>
                </c:pt>
                <c:pt idx="13521">
                  <c:v>3.0213061429924162</c:v>
                </c:pt>
                <c:pt idx="13522">
                  <c:v>3.0219530296955375</c:v>
                </c:pt>
                <c:pt idx="13523">
                  <c:v>3.021626088736852</c:v>
                </c:pt>
                <c:pt idx="13524">
                  <c:v>3.0206861281489128</c:v>
                </c:pt>
                <c:pt idx="13525">
                  <c:v>3.0218455849108112</c:v>
                </c:pt>
                <c:pt idx="13526">
                  <c:v>3.0240864847342244</c:v>
                </c:pt>
                <c:pt idx="13527">
                  <c:v>3.0249417776374945</c:v>
                </c:pt>
                <c:pt idx="13528">
                  <c:v>3.0253252348088684</c:v>
                </c:pt>
                <c:pt idx="13529">
                  <c:v>3.0265235917865949</c:v>
                </c:pt>
                <c:pt idx="13530">
                  <c:v>3.0276009827422947</c:v>
                </c:pt>
                <c:pt idx="13531">
                  <c:v>3.0253471161802716</c:v>
                </c:pt>
                <c:pt idx="13532">
                  <c:v>3.0220845738464295</c:v>
                </c:pt>
                <c:pt idx="13533">
                  <c:v>3.0222995060696278</c:v>
                </c:pt>
                <c:pt idx="13534">
                  <c:v>3.0235600095544388</c:v>
                </c:pt>
                <c:pt idx="13535">
                  <c:v>3.0227806829717716</c:v>
                </c:pt>
                <c:pt idx="13536">
                  <c:v>3.0223789699973556</c:v>
                </c:pt>
                <c:pt idx="13537">
                  <c:v>3.0231112494988186</c:v>
                </c:pt>
                <c:pt idx="13538">
                  <c:v>3.0262731716472024</c:v>
                </c:pt>
                <c:pt idx="13539">
                  <c:v>3.0275519309350556</c:v>
                </c:pt>
                <c:pt idx="13540">
                  <c:v>3.0250891889816844</c:v>
                </c:pt>
                <c:pt idx="13541">
                  <c:v>3.0234469344753161</c:v>
                </c:pt>
                <c:pt idx="13542">
                  <c:v>3.0229962976548972</c:v>
                </c:pt>
                <c:pt idx="13543">
                  <c:v>3.0217549030480368</c:v>
                </c:pt>
                <c:pt idx="13544">
                  <c:v>3.0227094512169113</c:v>
                </c:pt>
                <c:pt idx="13545">
                  <c:v>3.0245969221057303</c:v>
                </c:pt>
                <c:pt idx="13546">
                  <c:v>3.0235270808629706</c:v>
                </c:pt>
                <c:pt idx="13547">
                  <c:v>3.0195218941675268</c:v>
                </c:pt>
                <c:pt idx="13548">
                  <c:v>3.0180168567601919</c:v>
                </c:pt>
                <c:pt idx="13549">
                  <c:v>3.0210613958011652</c:v>
                </c:pt>
                <c:pt idx="13550">
                  <c:v>3.0243687672214499</c:v>
                </c:pt>
                <c:pt idx="13551">
                  <c:v>3.0244185441423612</c:v>
                </c:pt>
                <c:pt idx="13552">
                  <c:v>3.0221758102078944</c:v>
                </c:pt>
                <c:pt idx="13553">
                  <c:v>3.0234143896675567</c:v>
                </c:pt>
                <c:pt idx="13554">
                  <c:v>3.0248580483352243</c:v>
                </c:pt>
                <c:pt idx="13555">
                  <c:v>3.0244352644105681</c:v>
                </c:pt>
                <c:pt idx="13556">
                  <c:v>3.0239641111385991</c:v>
                </c:pt>
                <c:pt idx="13557">
                  <c:v>3.0238260836184025</c:v>
                </c:pt>
                <c:pt idx="13558">
                  <c:v>3.0256002661593713</c:v>
                </c:pt>
                <c:pt idx="13559">
                  <c:v>3.0260501778661184</c:v>
                </c:pt>
                <c:pt idx="13560">
                  <c:v>3.0230647142625595</c:v>
                </c:pt>
                <c:pt idx="13561">
                  <c:v>3.0212657072417528</c:v>
                </c:pt>
                <c:pt idx="13562">
                  <c:v>3.021903338082117</c:v>
                </c:pt>
                <c:pt idx="13563">
                  <c:v>3.0211809542495929</c:v>
                </c:pt>
                <c:pt idx="13564">
                  <c:v>3.0199546590686128</c:v>
                </c:pt>
                <c:pt idx="13565">
                  <c:v>3.0190320585550618</c:v>
                </c:pt>
                <c:pt idx="13566">
                  <c:v>3.0190020303182821</c:v>
                </c:pt>
                <c:pt idx="13567">
                  <c:v>3.0196246896940022</c:v>
                </c:pt>
                <c:pt idx="13568">
                  <c:v>3.0210132823763254</c:v>
                </c:pt>
                <c:pt idx="13569">
                  <c:v>3.0203622156061525</c:v>
                </c:pt>
                <c:pt idx="13570">
                  <c:v>3.0205197785417539</c:v>
                </c:pt>
                <c:pt idx="13571">
                  <c:v>3.0230456053846089</c:v>
                </c:pt>
                <c:pt idx="13572">
                  <c:v>3.0246911868831203</c:v>
                </c:pt>
                <c:pt idx="13573">
                  <c:v>3.0233349257398294</c:v>
                </c:pt>
                <c:pt idx="13574">
                  <c:v>3.0224177849056924</c:v>
                </c:pt>
                <c:pt idx="13575">
                  <c:v>3.0205312523992731</c:v>
                </c:pt>
                <c:pt idx="13576">
                  <c:v>3.0174938365337862</c:v>
                </c:pt>
                <c:pt idx="13577">
                  <c:v>3.0153371352038421</c:v>
                </c:pt>
                <c:pt idx="13578">
                  <c:v>3.0139160403675045</c:v>
                </c:pt>
                <c:pt idx="13579">
                  <c:v>3.0156472705868302</c:v>
                </c:pt>
                <c:pt idx="13580">
                  <c:v>3.0171649761565562</c:v>
                </c:pt>
                <c:pt idx="13581">
                  <c:v>3.0171708623734248</c:v>
                </c:pt>
                <c:pt idx="13582">
                  <c:v>3.0171938953959545</c:v>
                </c:pt>
                <c:pt idx="13583">
                  <c:v>3.0200173600743883</c:v>
                </c:pt>
                <c:pt idx="13584">
                  <c:v>3.0215425300495635</c:v>
                </c:pt>
                <c:pt idx="13585">
                  <c:v>3.0225784189109648</c:v>
                </c:pt>
                <c:pt idx="13586">
                  <c:v>3.0243185637630838</c:v>
                </c:pt>
                <c:pt idx="13587">
                  <c:v>3.0229680182216803</c:v>
                </c:pt>
                <c:pt idx="13588">
                  <c:v>3.0223343115258952</c:v>
                </c:pt>
                <c:pt idx="13589">
                  <c:v>3.0222297671958573</c:v>
                </c:pt>
                <c:pt idx="13590">
                  <c:v>3.021134589628315</c:v>
                </c:pt>
                <c:pt idx="13591">
                  <c:v>3.0212335889714477</c:v>
                </c:pt>
                <c:pt idx="13592">
                  <c:v>3.0224830877899387</c:v>
                </c:pt>
                <c:pt idx="13593">
                  <c:v>3.0219785792890472</c:v>
                </c:pt>
                <c:pt idx="13594">
                  <c:v>3.0201303071922747</c:v>
                </c:pt>
                <c:pt idx="13595">
                  <c:v>3.0201558567857845</c:v>
                </c:pt>
                <c:pt idx="13596">
                  <c:v>3.021138257850422</c:v>
                </c:pt>
                <c:pt idx="13597">
                  <c:v>3.0222207246018273</c:v>
                </c:pt>
                <c:pt idx="13598">
                  <c:v>3.0207710517560549</c:v>
                </c:pt>
                <c:pt idx="13599">
                  <c:v>3.0192893032937222</c:v>
                </c:pt>
                <c:pt idx="13600">
                  <c:v>3.0182743574213253</c:v>
                </c:pt>
                <c:pt idx="13601">
                  <c:v>3.0184039821536728</c:v>
                </c:pt>
                <c:pt idx="13602">
                  <c:v>3.0224533581293773</c:v>
                </c:pt>
                <c:pt idx="13603">
                  <c:v>3.0228590379021183</c:v>
                </c:pt>
                <c:pt idx="13604">
                  <c:v>3.021417725190449</c:v>
                </c:pt>
                <c:pt idx="13605">
                  <c:v>3.0235443982836134</c:v>
                </c:pt>
                <c:pt idx="13606">
                  <c:v>3.0241388208798616</c:v>
                </c:pt>
                <c:pt idx="13607">
                  <c:v>3.0224275952671404</c:v>
                </c:pt>
                <c:pt idx="13608">
                  <c:v>3.0221538861827457</c:v>
                </c:pt>
                <c:pt idx="13609">
                  <c:v>3.0215910273581121</c:v>
                </c:pt>
                <c:pt idx="13610">
                  <c:v>3.0223150320329628</c:v>
                </c:pt>
                <c:pt idx="13611">
                  <c:v>3.0234628016686145</c:v>
                </c:pt>
                <c:pt idx="13612">
                  <c:v>3.0237168047226226</c:v>
                </c:pt>
                <c:pt idx="13613">
                  <c:v>3.0228340854610445</c:v>
                </c:pt>
                <c:pt idx="13614">
                  <c:v>3.0204354520870478</c:v>
                </c:pt>
                <c:pt idx="13615">
                  <c:v>3.0191427876781862</c:v>
                </c:pt>
                <c:pt idx="13616">
                  <c:v>3.0181205053615758</c:v>
                </c:pt>
                <c:pt idx="13617">
                  <c:v>3.0190653711302389</c:v>
                </c:pt>
                <c:pt idx="13618">
                  <c:v>3.0208120420054083</c:v>
                </c:pt>
                <c:pt idx="13619">
                  <c:v>3.0191724320312567</c:v>
                </c:pt>
                <c:pt idx="13620">
                  <c:v>3.0189107513030717</c:v>
                </c:pt>
                <c:pt idx="13621">
                  <c:v>3.0200640232718836</c:v>
                </c:pt>
                <c:pt idx="13622">
                  <c:v>3.0203927556878769</c:v>
                </c:pt>
                <c:pt idx="13623">
                  <c:v>3.0198885884169488</c:v>
                </c:pt>
                <c:pt idx="13624">
                  <c:v>3.019783191012003</c:v>
                </c:pt>
                <c:pt idx="13625">
                  <c:v>3.0179116726239732</c:v>
                </c:pt>
                <c:pt idx="13626">
                  <c:v>3.0163809576618923</c:v>
                </c:pt>
                <c:pt idx="13627">
                  <c:v>3.019232147274852</c:v>
                </c:pt>
                <c:pt idx="13628">
                  <c:v>3.0217186900181705</c:v>
                </c:pt>
                <c:pt idx="13629">
                  <c:v>3.0203321020618819</c:v>
                </c:pt>
                <c:pt idx="13630">
                  <c:v>3.0177098777543656</c:v>
                </c:pt>
                <c:pt idx="13631">
                  <c:v>3.0174478984499631</c:v>
                </c:pt>
                <c:pt idx="13632">
                  <c:v>3.0204334047072674</c:v>
                </c:pt>
                <c:pt idx="13633">
                  <c:v>3.0226666268565041</c:v>
                </c:pt>
                <c:pt idx="13634">
                  <c:v>3.0229898569393376</c:v>
                </c:pt>
                <c:pt idx="13635">
                  <c:v>3.0228696160309836</c:v>
                </c:pt>
                <c:pt idx="13636">
                  <c:v>3.0216765054639447</c:v>
                </c:pt>
                <c:pt idx="13637">
                  <c:v>3.0212998728918388</c:v>
                </c:pt>
                <c:pt idx="13638">
                  <c:v>3.0195492352183444</c:v>
                </c:pt>
                <c:pt idx="13639">
                  <c:v>3.016942920757872</c:v>
                </c:pt>
                <c:pt idx="13640">
                  <c:v>3.0163584791380531</c:v>
                </c:pt>
                <c:pt idx="13641">
                  <c:v>3.0178870614128628</c:v>
                </c:pt>
                <c:pt idx="13642">
                  <c:v>3.0184902706806684</c:v>
                </c:pt>
                <c:pt idx="13643">
                  <c:v>3.0203193059382545</c:v>
                </c:pt>
                <c:pt idx="13644">
                  <c:v>3.0227439154432152</c:v>
                </c:pt>
                <c:pt idx="13645">
                  <c:v>3.0244972829564163</c:v>
                </c:pt>
                <c:pt idx="13646">
                  <c:v>3.0260340974040929</c:v>
                </c:pt>
                <c:pt idx="13647">
                  <c:v>3.0259458468048077</c:v>
                </c:pt>
                <c:pt idx="13648">
                  <c:v>3.027245975619119</c:v>
                </c:pt>
                <c:pt idx="13649">
                  <c:v>3.0267006474838554</c:v>
                </c:pt>
                <c:pt idx="13650">
                  <c:v>3.0259692210573013</c:v>
                </c:pt>
                <c:pt idx="13651">
                  <c:v>3.0258273547000161</c:v>
                </c:pt>
                <c:pt idx="13652">
                  <c:v>3.0231145764909617</c:v>
                </c:pt>
                <c:pt idx="13653">
                  <c:v>3.0220587256767018</c:v>
                </c:pt>
                <c:pt idx="13654">
                  <c:v>3.0199574315620654</c:v>
                </c:pt>
                <c:pt idx="13655">
                  <c:v>3.0185425641725598</c:v>
                </c:pt>
                <c:pt idx="13656">
                  <c:v>3.0204331914385403</c:v>
                </c:pt>
                <c:pt idx="13657">
                  <c:v>3.0224181687894016</c:v>
                </c:pt>
                <c:pt idx="13658">
                  <c:v>3.0228714074882914</c:v>
                </c:pt>
                <c:pt idx="13659">
                  <c:v>3.0214687390699777</c:v>
                </c:pt>
                <c:pt idx="13660">
                  <c:v>3.0203507844023783</c:v>
                </c:pt>
                <c:pt idx="13661">
                  <c:v>3.0212142241710245</c:v>
                </c:pt>
                <c:pt idx="13662">
                  <c:v>3.024399477918156</c:v>
                </c:pt>
                <c:pt idx="13663">
                  <c:v>3.025087440178122</c:v>
                </c:pt>
                <c:pt idx="13664">
                  <c:v>3.0238472398761336</c:v>
                </c:pt>
                <c:pt idx="13665">
                  <c:v>3.0207685351850748</c:v>
                </c:pt>
                <c:pt idx="13666">
                  <c:v>3.0200466205437499</c:v>
                </c:pt>
                <c:pt idx="13667">
                  <c:v>3.0192873412214327</c:v>
                </c:pt>
                <c:pt idx="13668">
                  <c:v>3.0171907390187931</c:v>
                </c:pt>
                <c:pt idx="13669">
                  <c:v>3.0155706644600464</c:v>
                </c:pt>
                <c:pt idx="13670">
                  <c:v>3.0172563404792574</c:v>
                </c:pt>
                <c:pt idx="13671">
                  <c:v>3.0184605410201071</c:v>
                </c:pt>
                <c:pt idx="13672">
                  <c:v>3.0184409629509568</c:v>
                </c:pt>
                <c:pt idx="13673">
                  <c:v>3.0202354060210026</c:v>
                </c:pt>
                <c:pt idx="13674">
                  <c:v>3.0222564257867481</c:v>
                </c:pt>
                <c:pt idx="13675">
                  <c:v>3.0239826655178592</c:v>
                </c:pt>
                <c:pt idx="13676">
                  <c:v>3.0270851709988653</c:v>
                </c:pt>
                <c:pt idx="13677">
                  <c:v>3.0278831799220289</c:v>
                </c:pt>
                <c:pt idx="13678">
                  <c:v>3.0272612883137269</c:v>
                </c:pt>
                <c:pt idx="13679">
                  <c:v>3.0237770744649088</c:v>
                </c:pt>
                <c:pt idx="13680">
                  <c:v>3.0214506538819172</c:v>
                </c:pt>
                <c:pt idx="13681">
                  <c:v>3.0210894619656554</c:v>
                </c:pt>
                <c:pt idx="13682">
                  <c:v>3.0192770190150395</c:v>
                </c:pt>
                <c:pt idx="13683">
                  <c:v>3.0193000520375692</c:v>
                </c:pt>
                <c:pt idx="13684">
                  <c:v>3.0201297100398388</c:v>
                </c:pt>
                <c:pt idx="13685">
                  <c:v>3.0215756293560139</c:v>
                </c:pt>
                <c:pt idx="13686">
                  <c:v>3.0235663223087621</c:v>
                </c:pt>
                <c:pt idx="13687">
                  <c:v>3.0229090280917568</c:v>
                </c:pt>
                <c:pt idx="13688">
                  <c:v>3.0250331846139411</c:v>
                </c:pt>
                <c:pt idx="13689">
                  <c:v>3.0271358009946852</c:v>
                </c:pt>
                <c:pt idx="13690">
                  <c:v>3.0274313914504831</c:v>
                </c:pt>
                <c:pt idx="13691">
                  <c:v>3.0259676002149747</c:v>
                </c:pt>
                <c:pt idx="13692">
                  <c:v>3.0239764807247727</c:v>
                </c:pt>
                <c:pt idx="13693">
                  <c:v>3.0245032544807762</c:v>
                </c:pt>
                <c:pt idx="13694">
                  <c:v>3.0239629594874726</c:v>
                </c:pt>
                <c:pt idx="13695">
                  <c:v>3.0223216433635036</c:v>
                </c:pt>
                <c:pt idx="13696">
                  <c:v>3.020169676599302</c:v>
                </c:pt>
                <c:pt idx="13697">
                  <c:v>3.0220295931685763</c:v>
                </c:pt>
                <c:pt idx="13698">
                  <c:v>3.0248783515180468</c:v>
                </c:pt>
                <c:pt idx="13699">
                  <c:v>3.0241593799851567</c:v>
                </c:pt>
                <c:pt idx="13700">
                  <c:v>3.0213995120411523</c:v>
                </c:pt>
                <c:pt idx="13701">
                  <c:v>3.0191990479684021</c:v>
                </c:pt>
                <c:pt idx="13702">
                  <c:v>3.0191993891983655</c:v>
                </c:pt>
                <c:pt idx="13703">
                  <c:v>3.0220542896871776</c:v>
                </c:pt>
                <c:pt idx="13704">
                  <c:v>3.0228238912158876</c:v>
                </c:pt>
                <c:pt idx="13705">
                  <c:v>3.0240612337169326</c:v>
                </c:pt>
                <c:pt idx="13706">
                  <c:v>3.0240829018196087</c:v>
                </c:pt>
                <c:pt idx="13707">
                  <c:v>3.0233638449792277</c:v>
                </c:pt>
                <c:pt idx="13708">
                  <c:v>3.0207464405449445</c:v>
                </c:pt>
                <c:pt idx="13709">
                  <c:v>3.0178341281147896</c:v>
                </c:pt>
                <c:pt idx="13710">
                  <c:v>3.0178611279356442</c:v>
                </c:pt>
                <c:pt idx="13711">
                  <c:v>3.0188242495073494</c:v>
                </c:pt>
                <c:pt idx="13712">
                  <c:v>3.0180951690367932</c:v>
                </c:pt>
                <c:pt idx="13713">
                  <c:v>3.0150778004316559</c:v>
                </c:pt>
                <c:pt idx="13714">
                  <c:v>3.0146401730035914</c:v>
                </c:pt>
                <c:pt idx="13715">
                  <c:v>3.0154653950163364</c:v>
                </c:pt>
                <c:pt idx="13716">
                  <c:v>3.0168837173592213</c:v>
                </c:pt>
                <c:pt idx="13717">
                  <c:v>3.0168528787012789</c:v>
                </c:pt>
                <c:pt idx="13718">
                  <c:v>3.0169389966132925</c:v>
                </c:pt>
                <c:pt idx="13719">
                  <c:v>3.0154736271892033</c:v>
                </c:pt>
                <c:pt idx="13720">
                  <c:v>3.0174431212304751</c:v>
                </c:pt>
                <c:pt idx="13721">
                  <c:v>3.019261194475487</c:v>
                </c:pt>
                <c:pt idx="13722">
                  <c:v>3.0203426801907476</c:v>
                </c:pt>
                <c:pt idx="13723">
                  <c:v>3.0229963403086426</c:v>
                </c:pt>
                <c:pt idx="13724">
                  <c:v>3.023638108562313</c:v>
                </c:pt>
                <c:pt idx="13725">
                  <c:v>3.0220731852964007</c:v>
                </c:pt>
                <c:pt idx="13726">
                  <c:v>3.0197094853399076</c:v>
                </c:pt>
                <c:pt idx="13727">
                  <c:v>3.0203679312080394</c:v>
                </c:pt>
                <c:pt idx="13728">
                  <c:v>3.0194835911041347</c:v>
                </c:pt>
                <c:pt idx="13729">
                  <c:v>3.0174393250471323</c:v>
                </c:pt>
                <c:pt idx="13730">
                  <c:v>3.0197268027605504</c:v>
                </c:pt>
                <c:pt idx="13731">
                  <c:v>3.0217965757573171</c:v>
                </c:pt>
                <c:pt idx="13732">
                  <c:v>3.0242443888997892</c:v>
                </c:pt>
                <c:pt idx="13733">
                  <c:v>3.0244389326326746</c:v>
                </c:pt>
                <c:pt idx="13734">
                  <c:v>3.0213682041920102</c:v>
                </c:pt>
                <c:pt idx="13735">
                  <c:v>3.019312848161197</c:v>
                </c:pt>
                <c:pt idx="13736">
                  <c:v>3.0186074831730974</c:v>
                </c:pt>
                <c:pt idx="13737">
                  <c:v>3.0229107768953192</c:v>
                </c:pt>
                <c:pt idx="13738">
                  <c:v>3.025859814200285</c:v>
                </c:pt>
                <c:pt idx="13739">
                  <c:v>3.024044598756217</c:v>
                </c:pt>
                <c:pt idx="13740">
                  <c:v>3.0216013495645053</c:v>
                </c:pt>
                <c:pt idx="13741">
                  <c:v>3.0219035086970987</c:v>
                </c:pt>
                <c:pt idx="13742">
                  <c:v>3.021659699888247</c:v>
                </c:pt>
                <c:pt idx="13743">
                  <c:v>3.0205294609419653</c:v>
                </c:pt>
                <c:pt idx="13744">
                  <c:v>3.0205058734207451</c:v>
                </c:pt>
                <c:pt idx="13745">
                  <c:v>3.022376197503903</c:v>
                </c:pt>
                <c:pt idx="13746">
                  <c:v>3.0225367888554295</c:v>
                </c:pt>
                <c:pt idx="13747">
                  <c:v>3.0210933008027436</c:v>
                </c:pt>
                <c:pt idx="13748">
                  <c:v>3.0211009784769201</c:v>
                </c:pt>
                <c:pt idx="13749">
                  <c:v>3.0198819344326626</c:v>
                </c:pt>
                <c:pt idx="13750">
                  <c:v>3.0193791320815881</c:v>
                </c:pt>
                <c:pt idx="13751">
                  <c:v>3.0200339523813584</c:v>
                </c:pt>
                <c:pt idx="13752">
                  <c:v>3.0221596017846326</c:v>
                </c:pt>
                <c:pt idx="13753">
                  <c:v>3.0255065558806717</c:v>
                </c:pt>
                <c:pt idx="13754">
                  <c:v>3.026077518916936</c:v>
                </c:pt>
                <c:pt idx="13755">
                  <c:v>3.0236534639106658</c:v>
                </c:pt>
                <c:pt idx="13756">
                  <c:v>3.0210890780819462</c:v>
                </c:pt>
                <c:pt idx="13757">
                  <c:v>3.0197276131817135</c:v>
                </c:pt>
                <c:pt idx="13758">
                  <c:v>3.0189824949028776</c:v>
                </c:pt>
                <c:pt idx="13759">
                  <c:v>3.0190073193827152</c:v>
                </c:pt>
                <c:pt idx="13760">
                  <c:v>3.0180335343746534</c:v>
                </c:pt>
                <c:pt idx="13761">
                  <c:v>3.0175901913447021</c:v>
                </c:pt>
                <c:pt idx="13762">
                  <c:v>3.0173918087747285</c:v>
                </c:pt>
                <c:pt idx="13763">
                  <c:v>3.0177387116862731</c:v>
                </c:pt>
                <c:pt idx="13764">
                  <c:v>3.0191262380249611</c:v>
                </c:pt>
                <c:pt idx="13765">
                  <c:v>3.0190239543434307</c:v>
                </c:pt>
                <c:pt idx="13766">
                  <c:v>3.0222446106992655</c:v>
                </c:pt>
                <c:pt idx="13767">
                  <c:v>3.0236416488231832</c:v>
                </c:pt>
                <c:pt idx="13768">
                  <c:v>3.02419934654462</c:v>
                </c:pt>
                <c:pt idx="13769">
                  <c:v>3.0245039795944484</c:v>
                </c:pt>
                <c:pt idx="13770">
                  <c:v>3.0267555855079635</c:v>
                </c:pt>
                <c:pt idx="13771">
                  <c:v>3.026652278136543</c:v>
                </c:pt>
                <c:pt idx="13772">
                  <c:v>3.026478677392662</c:v>
                </c:pt>
                <c:pt idx="13773">
                  <c:v>3.0267234672376579</c:v>
                </c:pt>
                <c:pt idx="13774">
                  <c:v>3.0271343507673407</c:v>
                </c:pt>
                <c:pt idx="13775">
                  <c:v>3.0273074823200226</c:v>
                </c:pt>
                <c:pt idx="13776">
                  <c:v>3.0261944754868924</c:v>
                </c:pt>
                <c:pt idx="13777">
                  <c:v>3.0252724721257773</c:v>
                </c:pt>
                <c:pt idx="13778">
                  <c:v>3.0240189212014705</c:v>
                </c:pt>
                <c:pt idx="13779">
                  <c:v>3.0237485391092194</c:v>
                </c:pt>
                <c:pt idx="13780">
                  <c:v>3.0222757905871713</c:v>
                </c:pt>
                <c:pt idx="13781">
                  <c:v>3.0218154287127952</c:v>
                </c:pt>
                <c:pt idx="13782">
                  <c:v>3.0204079830749939</c:v>
                </c:pt>
                <c:pt idx="13783">
                  <c:v>3.0188740690820062</c:v>
                </c:pt>
                <c:pt idx="13784">
                  <c:v>3.0182785801421224</c:v>
                </c:pt>
                <c:pt idx="13785">
                  <c:v>3.0195755099255264</c:v>
                </c:pt>
                <c:pt idx="13786">
                  <c:v>3.0205299727869104</c:v>
                </c:pt>
                <c:pt idx="13787">
                  <c:v>3.0197047507741654</c:v>
                </c:pt>
                <c:pt idx="13788">
                  <c:v>3.0204367316994105</c:v>
                </c:pt>
                <c:pt idx="13789">
                  <c:v>3.0223123021932556</c:v>
                </c:pt>
                <c:pt idx="13790">
                  <c:v>3.0234953038226289</c:v>
                </c:pt>
                <c:pt idx="13791">
                  <c:v>3.0218669970910144</c:v>
                </c:pt>
                <c:pt idx="13792">
                  <c:v>3.0199879716437898</c:v>
                </c:pt>
                <c:pt idx="13793">
                  <c:v>3.0223007430282451</c:v>
                </c:pt>
                <c:pt idx="13794">
                  <c:v>3.0236635301945864</c:v>
                </c:pt>
                <c:pt idx="13795">
                  <c:v>3.0227814933929347</c:v>
                </c:pt>
                <c:pt idx="13796">
                  <c:v>3.0209250317770402</c:v>
                </c:pt>
                <c:pt idx="13797">
                  <c:v>3.0206139580116531</c:v>
                </c:pt>
                <c:pt idx="13798">
                  <c:v>3.0215395016336384</c:v>
                </c:pt>
                <c:pt idx="13799">
                  <c:v>3.023675942434505</c:v>
                </c:pt>
                <c:pt idx="13800">
                  <c:v>3.0253175144809465</c:v>
                </c:pt>
                <c:pt idx="13801">
                  <c:v>3.0243476962712097</c:v>
                </c:pt>
                <c:pt idx="13802">
                  <c:v>3.0226409066480127</c:v>
                </c:pt>
                <c:pt idx="13803">
                  <c:v>3.0215229519804132</c:v>
                </c:pt>
                <c:pt idx="13804">
                  <c:v>3.024116598278495</c:v>
                </c:pt>
                <c:pt idx="13805">
                  <c:v>3.0242504883853849</c:v>
                </c:pt>
                <c:pt idx="13806">
                  <c:v>3.0209308753401638</c:v>
                </c:pt>
                <c:pt idx="13807">
                  <c:v>3.0157614120095886</c:v>
                </c:pt>
                <c:pt idx="13808">
                  <c:v>3.0141052950359573</c:v>
                </c:pt>
                <c:pt idx="13809">
                  <c:v>3.0161676462810201</c:v>
                </c:pt>
                <c:pt idx="13810">
                  <c:v>3.0178050382604096</c:v>
                </c:pt>
                <c:pt idx="13811">
                  <c:v>3.0198889296469122</c:v>
                </c:pt>
                <c:pt idx="13812">
                  <c:v>3.0227135886302174</c:v>
                </c:pt>
                <c:pt idx="13813">
                  <c:v>3.0229395255197358</c:v>
                </c:pt>
                <c:pt idx="13814">
                  <c:v>3.0216975337604395</c:v>
                </c:pt>
                <c:pt idx="13815">
                  <c:v>3.024974237137763</c:v>
                </c:pt>
                <c:pt idx="13816">
                  <c:v>3.0245619033807358</c:v>
                </c:pt>
                <c:pt idx="13817">
                  <c:v>3.0226344659324536</c:v>
                </c:pt>
                <c:pt idx="13818">
                  <c:v>3.0243618573146906</c:v>
                </c:pt>
                <c:pt idx="13819">
                  <c:v>3.0236879707907152</c:v>
                </c:pt>
                <c:pt idx="13820">
                  <c:v>3.0236638714245498</c:v>
                </c:pt>
                <c:pt idx="13821">
                  <c:v>3.0241755031009272</c:v>
                </c:pt>
                <c:pt idx="13822">
                  <c:v>3.0231853817083678</c:v>
                </c:pt>
                <c:pt idx="13823">
                  <c:v>3.0215151889987459</c:v>
                </c:pt>
                <c:pt idx="13824">
                  <c:v>3.0211565563072091</c:v>
                </c:pt>
                <c:pt idx="13825">
                  <c:v>3.0203848647449734</c:v>
                </c:pt>
                <c:pt idx="13826">
                  <c:v>3.0207275875894664</c:v>
                </c:pt>
                <c:pt idx="13827">
                  <c:v>3.0209052830929082</c:v>
                </c:pt>
                <c:pt idx="13828">
                  <c:v>3.0196645282922292</c:v>
                </c:pt>
                <c:pt idx="13829">
                  <c:v>3.0199524410738507</c:v>
                </c:pt>
                <c:pt idx="13830">
                  <c:v>3.0193844211460208</c:v>
                </c:pt>
                <c:pt idx="13831">
                  <c:v>3.0178108391697873</c:v>
                </c:pt>
                <c:pt idx="13832">
                  <c:v>3.0161359118944233</c:v>
                </c:pt>
                <c:pt idx="13833">
                  <c:v>3.0164297108929135</c:v>
                </c:pt>
                <c:pt idx="13834">
                  <c:v>3.017762768398693</c:v>
                </c:pt>
                <c:pt idx="13835">
                  <c:v>3.0191604036750466</c:v>
                </c:pt>
                <c:pt idx="13836">
                  <c:v>3.0193429190517218</c:v>
                </c:pt>
                <c:pt idx="13837">
                  <c:v>3.019431468227225</c:v>
                </c:pt>
                <c:pt idx="13838">
                  <c:v>3.0213792941658206</c:v>
                </c:pt>
                <c:pt idx="13839">
                  <c:v>3.0238614435733604</c:v>
                </c:pt>
                <c:pt idx="13840">
                  <c:v>3.024902237615485</c:v>
                </c:pt>
                <c:pt idx="13841">
                  <c:v>3.0265064876346792</c:v>
                </c:pt>
                <c:pt idx="13842">
                  <c:v>3.0260150738336336</c:v>
                </c:pt>
                <c:pt idx="13843">
                  <c:v>3.0243972599233939</c:v>
                </c:pt>
                <c:pt idx="13844">
                  <c:v>3.0232415140373474</c:v>
                </c:pt>
                <c:pt idx="13845">
                  <c:v>3.0242826066556905</c:v>
                </c:pt>
                <c:pt idx="13846">
                  <c:v>3.0261725941154891</c:v>
                </c:pt>
                <c:pt idx="13847">
                  <c:v>3.0261499449766682</c:v>
                </c:pt>
                <c:pt idx="13848">
                  <c:v>3.0226162954369022</c:v>
                </c:pt>
                <c:pt idx="13849">
                  <c:v>3.0204050399665596</c:v>
                </c:pt>
                <c:pt idx="13850">
                  <c:v>3.0179642646920826</c:v>
                </c:pt>
                <c:pt idx="13851">
                  <c:v>3.0165635583460584</c:v>
                </c:pt>
                <c:pt idx="13852">
                  <c:v>3.0186753026283237</c:v>
                </c:pt>
                <c:pt idx="13853">
                  <c:v>3.0225441252996426</c:v>
                </c:pt>
                <c:pt idx="13854">
                  <c:v>3.0254476084044941</c:v>
                </c:pt>
                <c:pt idx="13855">
                  <c:v>3.0262237786099999</c:v>
                </c:pt>
                <c:pt idx="13856">
                  <c:v>3.025143103315902</c:v>
                </c:pt>
                <c:pt idx="13857">
                  <c:v>3.0242336828096876</c:v>
                </c:pt>
                <c:pt idx="13858">
                  <c:v>3.024070276310963</c:v>
                </c:pt>
                <c:pt idx="13859">
                  <c:v>3.0252224392823934</c:v>
                </c:pt>
                <c:pt idx="13860">
                  <c:v>3.0245951733021679</c:v>
                </c:pt>
                <c:pt idx="13861">
                  <c:v>3.0227542376496079</c:v>
                </c:pt>
                <c:pt idx="13862">
                  <c:v>3.0215397575561109</c:v>
                </c:pt>
                <c:pt idx="13863">
                  <c:v>3.0230981121452274</c:v>
                </c:pt>
                <c:pt idx="13864">
                  <c:v>3.0232842104365183</c:v>
                </c:pt>
                <c:pt idx="13865">
                  <c:v>3.0228235926396696</c:v>
                </c:pt>
                <c:pt idx="13866">
                  <c:v>3.0250554072153077</c:v>
                </c:pt>
                <c:pt idx="13867">
                  <c:v>3.0254604045281215</c:v>
                </c:pt>
                <c:pt idx="13868">
                  <c:v>3.0247953473294489</c:v>
                </c:pt>
                <c:pt idx="13869">
                  <c:v>3.0256805405082621</c:v>
                </c:pt>
                <c:pt idx="13870">
                  <c:v>3.0264268104382244</c:v>
                </c:pt>
                <c:pt idx="13871">
                  <c:v>3.0268503194765533</c:v>
                </c:pt>
                <c:pt idx="13872">
                  <c:v>3.0266537710176329</c:v>
                </c:pt>
                <c:pt idx="13873">
                  <c:v>3.0229765063170198</c:v>
                </c:pt>
                <c:pt idx="13874">
                  <c:v>3.0186778191993038</c:v>
                </c:pt>
                <c:pt idx="13875">
                  <c:v>3.0164043745681308</c:v>
                </c:pt>
                <c:pt idx="13876">
                  <c:v>3.0178648388114961</c:v>
                </c:pt>
                <c:pt idx="13877">
                  <c:v>3.0223117476945651</c:v>
                </c:pt>
                <c:pt idx="13878">
                  <c:v>3.0256401047575987</c:v>
                </c:pt>
                <c:pt idx="13879">
                  <c:v>3.0248388541497828</c:v>
                </c:pt>
                <c:pt idx="13880">
                  <c:v>3.0239208175869923</c:v>
                </c:pt>
                <c:pt idx="13881">
                  <c:v>3.0245788795714152</c:v>
                </c:pt>
                <c:pt idx="13882">
                  <c:v>3.0251586719329824</c:v>
                </c:pt>
                <c:pt idx="13883">
                  <c:v>3.0223172073739795</c:v>
                </c:pt>
                <c:pt idx="13884">
                  <c:v>3.0191995171596018</c:v>
                </c:pt>
                <c:pt idx="13885">
                  <c:v>3.0180750364689524</c:v>
                </c:pt>
                <c:pt idx="13886">
                  <c:v>3.0161505847828498</c:v>
                </c:pt>
                <c:pt idx="13887">
                  <c:v>3.01723253968931</c:v>
                </c:pt>
                <c:pt idx="13888">
                  <c:v>3.0198121102514013</c:v>
                </c:pt>
                <c:pt idx="13889">
                  <c:v>3.0192332136184876</c:v>
                </c:pt>
                <c:pt idx="13890">
                  <c:v>3.0175123482593005</c:v>
                </c:pt>
                <c:pt idx="13891">
                  <c:v>3.0154586557245593</c:v>
                </c:pt>
                <c:pt idx="13892">
                  <c:v>3.0170952372827857</c:v>
                </c:pt>
                <c:pt idx="13893">
                  <c:v>3.0197320491712376</c:v>
                </c:pt>
                <c:pt idx="13894">
                  <c:v>3.020978732842531</c:v>
                </c:pt>
                <c:pt idx="13895">
                  <c:v>3.0217752488846044</c:v>
                </c:pt>
                <c:pt idx="13896">
                  <c:v>3.0199539339549406</c:v>
                </c:pt>
                <c:pt idx="13897">
                  <c:v>3.0179086015543026</c:v>
                </c:pt>
                <c:pt idx="13898">
                  <c:v>3.0165804918829924</c:v>
                </c:pt>
                <c:pt idx="13899">
                  <c:v>3.0176572430325108</c:v>
                </c:pt>
                <c:pt idx="13900">
                  <c:v>3.0187226056320005</c:v>
                </c:pt>
                <c:pt idx="13901">
                  <c:v>3.0187334823370842</c:v>
                </c:pt>
                <c:pt idx="13902">
                  <c:v>3.0185575356372043</c:v>
                </c:pt>
                <c:pt idx="13903">
                  <c:v>3.0185745971353746</c:v>
                </c:pt>
                <c:pt idx="13904">
                  <c:v>3.0175271064552178</c:v>
                </c:pt>
                <c:pt idx="13905">
                  <c:v>3.016350929425113</c:v>
                </c:pt>
                <c:pt idx="13906">
                  <c:v>3.0174961824897846</c:v>
                </c:pt>
                <c:pt idx="13907">
                  <c:v>3.0193845064535116</c:v>
                </c:pt>
                <c:pt idx="13908">
                  <c:v>3.0213200907671705</c:v>
                </c:pt>
                <c:pt idx="13909">
                  <c:v>3.0237148853040785</c:v>
                </c:pt>
                <c:pt idx="13910">
                  <c:v>3.0237960553816232</c:v>
                </c:pt>
                <c:pt idx="13911">
                  <c:v>3.0231561212390061</c:v>
                </c:pt>
                <c:pt idx="13912">
                  <c:v>3.0228714501420368</c:v>
                </c:pt>
                <c:pt idx="13913">
                  <c:v>3.0227712991477782</c:v>
                </c:pt>
                <c:pt idx="13914">
                  <c:v>3.0222504969161341</c:v>
                </c:pt>
                <c:pt idx="13915">
                  <c:v>3.023319954275185</c:v>
                </c:pt>
                <c:pt idx="13916">
                  <c:v>3.0254462008308951</c:v>
                </c:pt>
                <c:pt idx="13917">
                  <c:v>3.0248568966840979</c:v>
                </c:pt>
                <c:pt idx="13918">
                  <c:v>3.0228385214505686</c:v>
                </c:pt>
                <c:pt idx="13919">
                  <c:v>3.0216787234587068</c:v>
                </c:pt>
                <c:pt idx="13920">
                  <c:v>3.0231507042133368</c:v>
                </c:pt>
                <c:pt idx="13921">
                  <c:v>3.0256917584433087</c:v>
                </c:pt>
                <c:pt idx="13922">
                  <c:v>3.0262361908499185</c:v>
                </c:pt>
                <c:pt idx="13923">
                  <c:v>3.0263827917729458</c:v>
                </c:pt>
                <c:pt idx="13924">
                  <c:v>3.0242605546693055</c:v>
                </c:pt>
                <c:pt idx="13925">
                  <c:v>3.0221398104467552</c:v>
                </c:pt>
                <c:pt idx="13926">
                  <c:v>3.0228743079429803</c:v>
                </c:pt>
                <c:pt idx="13927">
                  <c:v>3.0231153442583794</c:v>
                </c:pt>
                <c:pt idx="13928">
                  <c:v>3.0233338167424479</c:v>
                </c:pt>
                <c:pt idx="13929">
                  <c:v>3.0246639311397936</c:v>
                </c:pt>
                <c:pt idx="13930">
                  <c:v>3.0252473917234672</c:v>
                </c:pt>
                <c:pt idx="13931">
                  <c:v>3.0254568642672512</c:v>
                </c:pt>
                <c:pt idx="13932">
                  <c:v>3.0220790715132697</c:v>
                </c:pt>
                <c:pt idx="13933">
                  <c:v>3.0216642638390079</c:v>
                </c:pt>
                <c:pt idx="13934">
                  <c:v>3.0244103972769847</c:v>
                </c:pt>
                <c:pt idx="13935">
                  <c:v>3.0259205531337705</c:v>
                </c:pt>
                <c:pt idx="13936">
                  <c:v>3.0247032578930755</c:v>
                </c:pt>
                <c:pt idx="13937">
                  <c:v>3.0240947169070918</c:v>
                </c:pt>
                <c:pt idx="13938">
                  <c:v>3.0228751183641434</c:v>
                </c:pt>
                <c:pt idx="13939">
                  <c:v>3.0214243791747353</c:v>
                </c:pt>
                <c:pt idx="13940">
                  <c:v>3.0217038465147623</c:v>
                </c:pt>
                <c:pt idx="13941">
                  <c:v>3.0235068203338935</c:v>
                </c:pt>
                <c:pt idx="13942">
                  <c:v>3.0247080777663085</c:v>
                </c:pt>
                <c:pt idx="13943">
                  <c:v>3.0240605939107512</c:v>
                </c:pt>
                <c:pt idx="13944">
                  <c:v>3.0254236369995651</c:v>
                </c:pt>
                <c:pt idx="13945">
                  <c:v>3.0288154201820463</c:v>
                </c:pt>
                <c:pt idx="13946">
                  <c:v>3.0307411088267662</c:v>
                </c:pt>
                <c:pt idx="13947">
                  <c:v>3.0298165462409252</c:v>
                </c:pt>
                <c:pt idx="13948">
                  <c:v>3.0288193869803708</c:v>
                </c:pt>
                <c:pt idx="13949">
                  <c:v>3.0279623879272837</c:v>
                </c:pt>
                <c:pt idx="13950">
                  <c:v>3.0277918582530732</c:v>
                </c:pt>
                <c:pt idx="13951">
                  <c:v>3.0268599165692738</c:v>
                </c:pt>
                <c:pt idx="13952">
                  <c:v>3.0280180937188095</c:v>
                </c:pt>
                <c:pt idx="13953">
                  <c:v>3.0276458971362277</c:v>
                </c:pt>
                <c:pt idx="13954">
                  <c:v>3.023988466427237</c:v>
                </c:pt>
                <c:pt idx="13955">
                  <c:v>3.0214622130469277</c:v>
                </c:pt>
                <c:pt idx="13956">
                  <c:v>3.0207824829598287</c:v>
                </c:pt>
                <c:pt idx="13957">
                  <c:v>3.0205525792719858</c:v>
                </c:pt>
                <c:pt idx="13958">
                  <c:v>3.0207844876858636</c:v>
                </c:pt>
                <c:pt idx="13959">
                  <c:v>3.0189877413135648</c:v>
                </c:pt>
                <c:pt idx="13960">
                  <c:v>3.0184810574716567</c:v>
                </c:pt>
                <c:pt idx="13961">
                  <c:v>3.0192612371292324</c:v>
                </c:pt>
                <c:pt idx="13962">
                  <c:v>3.0214268957457153</c:v>
                </c:pt>
                <c:pt idx="13963">
                  <c:v>3.0247826365133124</c:v>
                </c:pt>
                <c:pt idx="13964">
                  <c:v>3.0261690538546189</c:v>
                </c:pt>
                <c:pt idx="13965">
                  <c:v>3.0265392030574203</c:v>
                </c:pt>
                <c:pt idx="13966">
                  <c:v>3.025725753478413</c:v>
                </c:pt>
                <c:pt idx="13967">
                  <c:v>3.023583895651877</c:v>
                </c:pt>
                <c:pt idx="13968">
                  <c:v>3.0224595429224639</c:v>
                </c:pt>
                <c:pt idx="13969">
                  <c:v>3.022628281139367</c:v>
                </c:pt>
                <c:pt idx="13970">
                  <c:v>3.0228682084573846</c:v>
                </c:pt>
                <c:pt idx="13971">
                  <c:v>3.0222936198527592</c:v>
                </c:pt>
                <c:pt idx="13972">
                  <c:v>3.0228689762248022</c:v>
                </c:pt>
                <c:pt idx="13973">
                  <c:v>3.0241389488410979</c:v>
                </c:pt>
                <c:pt idx="13974">
                  <c:v>3.0250934970099723</c:v>
                </c:pt>
                <c:pt idx="13975">
                  <c:v>3.0230154065328478</c:v>
                </c:pt>
                <c:pt idx="13976">
                  <c:v>3.018223727425505</c:v>
                </c:pt>
                <c:pt idx="13977">
                  <c:v>3.0163484128541329</c:v>
                </c:pt>
                <c:pt idx="13978">
                  <c:v>3.0166495482968361</c:v>
                </c:pt>
                <c:pt idx="13979">
                  <c:v>3.0171526065703831</c:v>
                </c:pt>
                <c:pt idx="13980">
                  <c:v>3.022246871347773</c:v>
                </c:pt>
                <c:pt idx="13981">
                  <c:v>3.0255890482243246</c:v>
                </c:pt>
                <c:pt idx="13982">
                  <c:v>3.0243294404681675</c:v>
                </c:pt>
                <c:pt idx="13983">
                  <c:v>3.0229663973793537</c:v>
                </c:pt>
                <c:pt idx="13984">
                  <c:v>3.0220281429412315</c:v>
                </c:pt>
                <c:pt idx="13985">
                  <c:v>3.0202191122902504</c:v>
                </c:pt>
                <c:pt idx="13986">
                  <c:v>3.0202135246495994</c:v>
                </c:pt>
                <c:pt idx="13987">
                  <c:v>3.0209919128498672</c:v>
                </c:pt>
                <c:pt idx="13988">
                  <c:v>3.0208900557057916</c:v>
                </c:pt>
                <c:pt idx="13989">
                  <c:v>3.0206329815821129</c:v>
                </c:pt>
                <c:pt idx="13990">
                  <c:v>3.0192508296153484</c:v>
                </c:pt>
                <c:pt idx="13991">
                  <c:v>3.0194355629867857</c:v>
                </c:pt>
                <c:pt idx="13992">
                  <c:v>3.0216700647483856</c:v>
                </c:pt>
                <c:pt idx="13993">
                  <c:v>3.0204802385197445</c:v>
                </c:pt>
                <c:pt idx="13994">
                  <c:v>3.0189498647876269</c:v>
                </c:pt>
                <c:pt idx="13995">
                  <c:v>3.0211307507912268</c:v>
                </c:pt>
                <c:pt idx="13996">
                  <c:v>3.0229412316695528</c:v>
                </c:pt>
                <c:pt idx="13997">
                  <c:v>3.0229213976779299</c:v>
                </c:pt>
                <c:pt idx="13998">
                  <c:v>3.020702677802138</c:v>
                </c:pt>
                <c:pt idx="13999">
                  <c:v>3.0191218020354369</c:v>
                </c:pt>
                <c:pt idx="14000">
                  <c:v>3.0222251605913515</c:v>
                </c:pt>
                <c:pt idx="14001">
                  <c:v>3.0258404067461164</c:v>
                </c:pt>
                <c:pt idx="14002">
                  <c:v>3.0234061574946898</c:v>
                </c:pt>
                <c:pt idx="14003">
                  <c:v>3.0213266167902204</c:v>
                </c:pt>
                <c:pt idx="14004">
                  <c:v>3.0239674807844876</c:v>
                </c:pt>
                <c:pt idx="14005">
                  <c:v>3.0241548160343958</c:v>
                </c:pt>
                <c:pt idx="14006">
                  <c:v>3.0224155242571848</c:v>
                </c:pt>
                <c:pt idx="14007">
                  <c:v>3.0232724806565265</c:v>
                </c:pt>
                <c:pt idx="14008">
                  <c:v>3.0262050962695035</c:v>
                </c:pt>
                <c:pt idx="14009">
                  <c:v>3.027534741475649</c:v>
                </c:pt>
                <c:pt idx="14010">
                  <c:v>3.0254602339131398</c:v>
                </c:pt>
                <c:pt idx="14011">
                  <c:v>3.0230023971404929</c:v>
                </c:pt>
                <c:pt idx="14012">
                  <c:v>3.0221668955751007</c:v>
                </c:pt>
                <c:pt idx="14013">
                  <c:v>3.0230290130776383</c:v>
                </c:pt>
                <c:pt idx="14014">
                  <c:v>3.0238253585047303</c:v>
                </c:pt>
                <c:pt idx="14015">
                  <c:v>3.0233070728440663</c:v>
                </c:pt>
                <c:pt idx="14016">
                  <c:v>3.0217796422203835</c:v>
                </c:pt>
                <c:pt idx="14017">
                  <c:v>3.0207886250991698</c:v>
                </c:pt>
                <c:pt idx="14018">
                  <c:v>3.0213381759552305</c:v>
                </c:pt>
                <c:pt idx="14019">
                  <c:v>3.020990078738814</c:v>
                </c:pt>
                <c:pt idx="14020">
                  <c:v>3.0218639260213438</c:v>
                </c:pt>
                <c:pt idx="14021">
                  <c:v>3.0226011533572761</c:v>
                </c:pt>
                <c:pt idx="14022">
                  <c:v>3.0238740690820061</c:v>
                </c:pt>
                <c:pt idx="14023">
                  <c:v>3.0248803988978272</c:v>
                </c:pt>
                <c:pt idx="14024">
                  <c:v>3.0254601912593944</c:v>
                </c:pt>
                <c:pt idx="14025">
                  <c:v>3.0278986632316185</c:v>
                </c:pt>
                <c:pt idx="14026">
                  <c:v>3.0295005672948143</c:v>
                </c:pt>
                <c:pt idx="14027">
                  <c:v>3.0272900795918889</c:v>
                </c:pt>
                <c:pt idx="14028">
                  <c:v>3.0241489724712727</c:v>
                </c:pt>
                <c:pt idx="14029">
                  <c:v>3.0231111641913277</c:v>
                </c:pt>
                <c:pt idx="14030">
                  <c:v>3.0225621678339576</c:v>
                </c:pt>
                <c:pt idx="14031">
                  <c:v>3.0198510104672289</c:v>
                </c:pt>
                <c:pt idx="14032">
                  <c:v>3.017878488010032</c:v>
                </c:pt>
                <c:pt idx="14033">
                  <c:v>3.0168609402591642</c:v>
                </c:pt>
                <c:pt idx="14034">
                  <c:v>3.0175190448973326</c:v>
                </c:pt>
                <c:pt idx="14035">
                  <c:v>3.0162446789452582</c:v>
                </c:pt>
                <c:pt idx="14036">
                  <c:v>3.0166883632051729</c:v>
                </c:pt>
                <c:pt idx="14037">
                  <c:v>3.0187897852810455</c:v>
                </c:pt>
                <c:pt idx="14038">
                  <c:v>3.0190654564377297</c:v>
                </c:pt>
                <c:pt idx="14039">
                  <c:v>3.0212637025157179</c:v>
                </c:pt>
                <c:pt idx="14040">
                  <c:v>3.0210143913737064</c:v>
                </c:pt>
                <c:pt idx="14041">
                  <c:v>3.01819412572618</c:v>
                </c:pt>
                <c:pt idx="14042">
                  <c:v>3.0168799211758786</c:v>
                </c:pt>
                <c:pt idx="14043">
                  <c:v>3.0156653984286361</c:v>
                </c:pt>
                <c:pt idx="14044">
                  <c:v>3.0156831423867332</c:v>
                </c:pt>
                <c:pt idx="14045">
                  <c:v>3.0145533726316507</c:v>
                </c:pt>
                <c:pt idx="14046">
                  <c:v>3.012887573257808</c:v>
                </c:pt>
                <c:pt idx="14047">
                  <c:v>3.0155287358282932</c:v>
                </c:pt>
                <c:pt idx="14048">
                  <c:v>3.0163938817467564</c:v>
                </c:pt>
                <c:pt idx="14049">
                  <c:v>3.0154584424558322</c:v>
                </c:pt>
                <c:pt idx="14050">
                  <c:v>3.0173546147087174</c:v>
                </c:pt>
                <c:pt idx="14051">
                  <c:v>3.0200554072153074</c:v>
                </c:pt>
                <c:pt idx="14052">
                  <c:v>3.0215665014544926</c:v>
                </c:pt>
                <c:pt idx="14053">
                  <c:v>3.0222432031256665</c:v>
                </c:pt>
                <c:pt idx="14054">
                  <c:v>3.0223284253090266</c:v>
                </c:pt>
                <c:pt idx="14055">
                  <c:v>3.0240175562816169</c:v>
                </c:pt>
                <c:pt idx="14056">
                  <c:v>3.022957184170342</c:v>
                </c:pt>
                <c:pt idx="14057">
                  <c:v>3.0230235960519694</c:v>
                </c:pt>
                <c:pt idx="14058">
                  <c:v>3.0239202630883018</c:v>
                </c:pt>
                <c:pt idx="14059">
                  <c:v>3.0257974117707276</c:v>
                </c:pt>
                <c:pt idx="14060">
                  <c:v>3.0240952714057823</c:v>
                </c:pt>
                <c:pt idx="14061">
                  <c:v>3.0211635515214592</c:v>
                </c:pt>
                <c:pt idx="14062">
                  <c:v>3.0220599626353191</c:v>
                </c:pt>
                <c:pt idx="14063">
                  <c:v>3.0212679678902603</c:v>
                </c:pt>
                <c:pt idx="14064">
                  <c:v>3.0202455149586687</c:v>
                </c:pt>
                <c:pt idx="14065">
                  <c:v>3.0203363247826793</c:v>
                </c:pt>
                <c:pt idx="14066">
                  <c:v>3.018868524095101</c:v>
                </c:pt>
                <c:pt idx="14067">
                  <c:v>3.0207132132772578</c:v>
                </c:pt>
                <c:pt idx="14068">
                  <c:v>3.0198989532770875</c:v>
                </c:pt>
                <c:pt idx="14069">
                  <c:v>3.0168025472816766</c:v>
                </c:pt>
                <c:pt idx="14070">
                  <c:v>3.018367683816316</c:v>
                </c:pt>
                <c:pt idx="14071">
                  <c:v>3.0198293850182987</c:v>
                </c:pt>
                <c:pt idx="14072">
                  <c:v>3.0216854627504843</c:v>
                </c:pt>
                <c:pt idx="14073">
                  <c:v>3.024184076503758</c:v>
                </c:pt>
                <c:pt idx="14074">
                  <c:v>3.0232621157963879</c:v>
                </c:pt>
                <c:pt idx="14075">
                  <c:v>3.0210891633894374</c:v>
                </c:pt>
                <c:pt idx="14076">
                  <c:v>3.019594618803477</c:v>
                </c:pt>
                <c:pt idx="14077">
                  <c:v>3.0220054084949197</c:v>
                </c:pt>
                <c:pt idx="14078">
                  <c:v>3.024122228572891</c:v>
                </c:pt>
                <c:pt idx="14079">
                  <c:v>3.0221101660936847</c:v>
                </c:pt>
                <c:pt idx="14080">
                  <c:v>3.0207983074993816</c:v>
                </c:pt>
                <c:pt idx="14081">
                  <c:v>3.023371010808459</c:v>
                </c:pt>
                <c:pt idx="14082">
                  <c:v>3.023060747464235</c:v>
                </c:pt>
                <c:pt idx="14083">
                  <c:v>3.0239553671207871</c:v>
                </c:pt>
                <c:pt idx="14084">
                  <c:v>3.0266022879469046</c:v>
                </c:pt>
                <c:pt idx="14085">
                  <c:v>3.0286784590054854</c:v>
                </c:pt>
                <c:pt idx="14086">
                  <c:v>3.0286929612789297</c:v>
                </c:pt>
                <c:pt idx="14087">
                  <c:v>3.0274032826322479</c:v>
                </c:pt>
                <c:pt idx="14088">
                  <c:v>3.0266172167578036</c:v>
                </c:pt>
                <c:pt idx="14089">
                  <c:v>3.0256335360808033</c:v>
                </c:pt>
                <c:pt idx="14090">
                  <c:v>3.0250532745280365</c:v>
                </c:pt>
                <c:pt idx="14091">
                  <c:v>3.0235581754433856</c:v>
                </c:pt>
                <c:pt idx="14092">
                  <c:v>3.0207151753495474</c:v>
                </c:pt>
                <c:pt idx="14093">
                  <c:v>3.0198145415148905</c:v>
                </c:pt>
                <c:pt idx="14094">
                  <c:v>3.0203878505071531</c:v>
                </c:pt>
                <c:pt idx="14095">
                  <c:v>3.0186255257074124</c:v>
                </c:pt>
                <c:pt idx="14096">
                  <c:v>3.0187803161495612</c:v>
                </c:pt>
                <c:pt idx="14097">
                  <c:v>3.019131356474412</c:v>
                </c:pt>
                <c:pt idx="14098">
                  <c:v>3.0171599003608507</c:v>
                </c:pt>
                <c:pt idx="14099">
                  <c:v>3.01784065413784</c:v>
                </c:pt>
                <c:pt idx="14100">
                  <c:v>3.0196406848485364</c:v>
                </c:pt>
                <c:pt idx="14101">
                  <c:v>3.0203333390204996</c:v>
                </c:pt>
                <c:pt idx="14102">
                  <c:v>3.0217146379123552</c:v>
                </c:pt>
                <c:pt idx="14103">
                  <c:v>3.0211053718126988</c:v>
                </c:pt>
                <c:pt idx="14104">
                  <c:v>3.0210126852238894</c:v>
                </c:pt>
                <c:pt idx="14105">
                  <c:v>3.0219719679585064</c:v>
                </c:pt>
                <c:pt idx="14106">
                  <c:v>3.0216845243680845</c:v>
                </c:pt>
                <c:pt idx="14107">
                  <c:v>3.0202485860283392</c:v>
                </c:pt>
                <c:pt idx="14108">
                  <c:v>3.0203799169105041</c:v>
                </c:pt>
                <c:pt idx="14109">
                  <c:v>3.0197045375054383</c:v>
                </c:pt>
                <c:pt idx="14110">
                  <c:v>3.0189868882386564</c:v>
                </c:pt>
                <c:pt idx="14111">
                  <c:v>3.0196593671890328</c:v>
                </c:pt>
                <c:pt idx="14112">
                  <c:v>3.0200560470214888</c:v>
                </c:pt>
                <c:pt idx="14113">
                  <c:v>3.0175996178224409</c:v>
                </c:pt>
                <c:pt idx="14114">
                  <c:v>3.0168890490773994</c:v>
                </c:pt>
                <c:pt idx="14115">
                  <c:v>3.0194709229417436</c:v>
                </c:pt>
                <c:pt idx="14116">
                  <c:v>3.0217510215572028</c:v>
                </c:pt>
                <c:pt idx="14117">
                  <c:v>3.0215923496242203</c:v>
                </c:pt>
                <c:pt idx="14118">
                  <c:v>3.019718826510156</c:v>
                </c:pt>
                <c:pt idx="14119">
                  <c:v>3.0184518823097855</c:v>
                </c:pt>
                <c:pt idx="14120">
                  <c:v>3.0209830835245643</c:v>
                </c:pt>
                <c:pt idx="14121">
                  <c:v>3.0227761190210112</c:v>
                </c:pt>
                <c:pt idx="14122">
                  <c:v>3.0220014843503407</c:v>
                </c:pt>
                <c:pt idx="14123">
                  <c:v>3.0200624024295575</c:v>
                </c:pt>
                <c:pt idx="14124">
                  <c:v>3.0199858389565186</c:v>
                </c:pt>
                <c:pt idx="14125">
                  <c:v>3.0233548450389427</c:v>
                </c:pt>
                <c:pt idx="14126">
                  <c:v>3.0253684430529844</c:v>
                </c:pt>
                <c:pt idx="14127">
                  <c:v>3.0230239372819327</c:v>
                </c:pt>
                <c:pt idx="14128">
                  <c:v>3.0225375139691018</c:v>
                </c:pt>
                <c:pt idx="14129">
                  <c:v>3.0218565895771308</c:v>
                </c:pt>
                <c:pt idx="14130">
                  <c:v>3.0223721027443418</c:v>
                </c:pt>
                <c:pt idx="14131">
                  <c:v>3.0242125265519566</c:v>
                </c:pt>
                <c:pt idx="14132">
                  <c:v>3.0235699905308686</c:v>
                </c:pt>
                <c:pt idx="14133">
                  <c:v>3.0204114806821187</c:v>
                </c:pt>
                <c:pt idx="14134">
                  <c:v>3.0196006329815823</c:v>
                </c:pt>
                <c:pt idx="14135">
                  <c:v>3.0215210325618691</c:v>
                </c:pt>
                <c:pt idx="14136">
                  <c:v>3.0197009972445681</c:v>
                </c:pt>
                <c:pt idx="14137">
                  <c:v>3.0190451532549072</c:v>
                </c:pt>
                <c:pt idx="14138">
                  <c:v>3.0188633203381587</c:v>
                </c:pt>
                <c:pt idx="14139">
                  <c:v>3.0167830118662722</c:v>
                </c:pt>
                <c:pt idx="14140">
                  <c:v>3.0167295667232539</c:v>
                </c:pt>
                <c:pt idx="14141">
                  <c:v>3.0182639499074413</c:v>
                </c:pt>
                <c:pt idx="14142">
                  <c:v>3.0196764286872031</c:v>
                </c:pt>
                <c:pt idx="14143">
                  <c:v>3.0225859686239049</c:v>
                </c:pt>
                <c:pt idx="14144">
                  <c:v>3.0231257517722629</c:v>
                </c:pt>
                <c:pt idx="14145">
                  <c:v>3.0242016498468729</c:v>
                </c:pt>
                <c:pt idx="14146">
                  <c:v>3.0242615357054503</c:v>
                </c:pt>
                <c:pt idx="14147">
                  <c:v>3.0211415848425651</c:v>
                </c:pt>
                <c:pt idx="14148">
                  <c:v>3.0227044607286966</c:v>
                </c:pt>
                <c:pt idx="14149">
                  <c:v>3.0267402728133557</c:v>
                </c:pt>
                <c:pt idx="14150">
                  <c:v>3.0298195320031054</c:v>
                </c:pt>
                <c:pt idx="14151">
                  <c:v>3.0324684149015124</c:v>
                </c:pt>
                <c:pt idx="14152">
                  <c:v>3.0302811734898443</c:v>
                </c:pt>
                <c:pt idx="14153">
                  <c:v>3.0281445620739955</c:v>
                </c:pt>
                <c:pt idx="14154">
                  <c:v>3.0281524530168995</c:v>
                </c:pt>
                <c:pt idx="14155">
                  <c:v>3.0275018980916713</c:v>
                </c:pt>
                <c:pt idx="14156">
                  <c:v>3.0264262559395338</c:v>
                </c:pt>
                <c:pt idx="14157">
                  <c:v>3.0246337322880321</c:v>
                </c:pt>
                <c:pt idx="14158">
                  <c:v>3.0246536942408913</c:v>
                </c:pt>
                <c:pt idx="14159">
                  <c:v>3.0252177047166513</c:v>
                </c:pt>
                <c:pt idx="14160">
                  <c:v>3.0247036844305297</c:v>
                </c:pt>
                <c:pt idx="14161">
                  <c:v>3.0239133105277975</c:v>
                </c:pt>
                <c:pt idx="14162">
                  <c:v>3.0237187241411667</c:v>
                </c:pt>
                <c:pt idx="14163">
                  <c:v>3.0234107640991956</c:v>
                </c:pt>
                <c:pt idx="14164">
                  <c:v>3.0226686742362845</c:v>
                </c:pt>
                <c:pt idx="14165">
                  <c:v>3.022568437934535</c:v>
                </c:pt>
                <c:pt idx="14166">
                  <c:v>3.0228610852818987</c:v>
                </c:pt>
                <c:pt idx="14167">
                  <c:v>3.0216535150951604</c:v>
                </c:pt>
                <c:pt idx="14168">
                  <c:v>3.0232808407906298</c:v>
                </c:pt>
                <c:pt idx="14169">
                  <c:v>3.0249444648234562</c:v>
                </c:pt>
                <c:pt idx="14170">
                  <c:v>3.0253304385658106</c:v>
                </c:pt>
                <c:pt idx="14171">
                  <c:v>3.0258218097131109</c:v>
                </c:pt>
                <c:pt idx="14172">
                  <c:v>3.0227627683986933</c:v>
                </c:pt>
                <c:pt idx="14173">
                  <c:v>3.0195223633587265</c:v>
                </c:pt>
                <c:pt idx="14174">
                  <c:v>3.019244559514771</c:v>
                </c:pt>
                <c:pt idx="14175">
                  <c:v>3.0196082680020133</c:v>
                </c:pt>
                <c:pt idx="14176">
                  <c:v>3.0213083609871783</c:v>
                </c:pt>
                <c:pt idx="14177">
                  <c:v>3.0204949540619164</c:v>
                </c:pt>
                <c:pt idx="14178">
                  <c:v>3.0175130307192273</c:v>
                </c:pt>
                <c:pt idx="14179">
                  <c:v>3.0187666669510249</c:v>
                </c:pt>
                <c:pt idx="14180">
                  <c:v>3.0205034421572559</c:v>
                </c:pt>
                <c:pt idx="14181">
                  <c:v>3.0182251776528495</c:v>
                </c:pt>
                <c:pt idx="14182">
                  <c:v>3.0169259019134471</c:v>
                </c:pt>
                <c:pt idx="14183">
                  <c:v>3.0178772083976693</c:v>
                </c:pt>
                <c:pt idx="14184">
                  <c:v>3.0196566800030711</c:v>
                </c:pt>
                <c:pt idx="14185">
                  <c:v>3.020748701193452</c:v>
                </c:pt>
                <c:pt idx="14186">
                  <c:v>3.0201193025259547</c:v>
                </c:pt>
                <c:pt idx="14187">
                  <c:v>3.0190558166912638</c:v>
                </c:pt>
                <c:pt idx="14188">
                  <c:v>3.0209869223616526</c:v>
                </c:pt>
                <c:pt idx="14189">
                  <c:v>3.0232811820205931</c:v>
                </c:pt>
                <c:pt idx="14190">
                  <c:v>3.0232323008283357</c:v>
                </c:pt>
                <c:pt idx="14191">
                  <c:v>3.023992689148034</c:v>
                </c:pt>
                <c:pt idx="14192">
                  <c:v>3.0228487583494705</c:v>
                </c:pt>
                <c:pt idx="14193">
                  <c:v>3.0213139059740834</c:v>
                </c:pt>
                <c:pt idx="14194">
                  <c:v>3.0207707958335823</c:v>
                </c:pt>
                <c:pt idx="14195">
                  <c:v>3.0203664383269495</c:v>
                </c:pt>
                <c:pt idx="14196">
                  <c:v>3.0189809593680419</c:v>
                </c:pt>
                <c:pt idx="14197">
                  <c:v>3.0176919631812869</c:v>
                </c:pt>
                <c:pt idx="14198">
                  <c:v>3.0181916944626908</c:v>
                </c:pt>
                <c:pt idx="14199">
                  <c:v>3.0186379806010768</c:v>
                </c:pt>
                <c:pt idx="14200">
                  <c:v>3.0175138837941358</c:v>
                </c:pt>
                <c:pt idx="14201">
                  <c:v>3.0168912244184161</c:v>
                </c:pt>
                <c:pt idx="14202">
                  <c:v>3.0180218899021525</c:v>
                </c:pt>
                <c:pt idx="14203">
                  <c:v>3.0208529469472714</c:v>
                </c:pt>
                <c:pt idx="14204">
                  <c:v>3.0255035274647466</c:v>
                </c:pt>
                <c:pt idx="14205">
                  <c:v>3.0269785366353021</c:v>
                </c:pt>
                <c:pt idx="14206">
                  <c:v>3.0271717154483335</c:v>
                </c:pt>
                <c:pt idx="14207">
                  <c:v>3.0264152512732143</c:v>
                </c:pt>
                <c:pt idx="14208">
                  <c:v>3.0239444477619579</c:v>
                </c:pt>
                <c:pt idx="14209">
                  <c:v>3.0226612098308352</c:v>
                </c:pt>
                <c:pt idx="14210">
                  <c:v>3.0233500251657097</c:v>
                </c:pt>
                <c:pt idx="14211">
                  <c:v>3.0224173583682381</c:v>
                </c:pt>
                <c:pt idx="14212">
                  <c:v>3.0219468022487055</c:v>
                </c:pt>
                <c:pt idx="14213">
                  <c:v>3.0231161973332878</c:v>
                </c:pt>
                <c:pt idx="14214">
                  <c:v>3.0230990078738813</c:v>
                </c:pt>
                <c:pt idx="14215">
                  <c:v>3.0219903517227849</c:v>
                </c:pt>
                <c:pt idx="14216">
                  <c:v>3.021993081562492</c:v>
                </c:pt>
                <c:pt idx="14217">
                  <c:v>3.020861605657593</c:v>
                </c:pt>
                <c:pt idx="14218">
                  <c:v>3.0184532898833845</c:v>
                </c:pt>
                <c:pt idx="14219">
                  <c:v>3.017999581993295</c:v>
                </c:pt>
                <c:pt idx="14220">
                  <c:v>3.0184749579860606</c:v>
                </c:pt>
                <c:pt idx="14221">
                  <c:v>3.0159032783668733</c:v>
                </c:pt>
                <c:pt idx="14222">
                  <c:v>3.0142468201632786</c:v>
                </c:pt>
                <c:pt idx="14223">
                  <c:v>3.0116622591129727</c:v>
                </c:pt>
                <c:pt idx="14224">
                  <c:v>3.00800960562347</c:v>
                </c:pt>
                <c:pt idx="14225">
                  <c:v>3.0086373407948952</c:v>
                </c:pt>
                <c:pt idx="14226">
                  <c:v>3.0116343209097192</c:v>
                </c:pt>
                <c:pt idx="14227">
                  <c:v>3.014689566040794</c:v>
                </c:pt>
                <c:pt idx="14228">
                  <c:v>3.0159127901521035</c:v>
                </c:pt>
                <c:pt idx="14229">
                  <c:v>3.0175458741032051</c:v>
                </c:pt>
                <c:pt idx="14230">
                  <c:v>3.0185767724763912</c:v>
                </c:pt>
                <c:pt idx="14231">
                  <c:v>3.0179321890755229</c:v>
                </c:pt>
                <c:pt idx="14232">
                  <c:v>3.0159234109347142</c:v>
                </c:pt>
                <c:pt idx="14233">
                  <c:v>3.0157539049503939</c:v>
                </c:pt>
                <c:pt idx="14234">
                  <c:v>3.0157919947450584</c:v>
                </c:pt>
                <c:pt idx="14235">
                  <c:v>3.0168324902109656</c:v>
                </c:pt>
                <c:pt idx="14236">
                  <c:v>3.019648831713913</c:v>
                </c:pt>
                <c:pt idx="14237">
                  <c:v>3.0216753964665637</c:v>
                </c:pt>
                <c:pt idx="14238">
                  <c:v>3.021574435051142</c:v>
                </c:pt>
                <c:pt idx="14239">
                  <c:v>3.0220667445808416</c:v>
                </c:pt>
                <c:pt idx="14240">
                  <c:v>3.0216771879238715</c:v>
                </c:pt>
                <c:pt idx="14241">
                  <c:v>3.0200321182703052</c:v>
                </c:pt>
                <c:pt idx="14242">
                  <c:v>3.0197149876730678</c:v>
                </c:pt>
                <c:pt idx="14243">
                  <c:v>3.0189171493648859</c:v>
                </c:pt>
                <c:pt idx="14244">
                  <c:v>3.0187452974245668</c:v>
                </c:pt>
                <c:pt idx="14245">
                  <c:v>3.0174166759083114</c:v>
                </c:pt>
                <c:pt idx="14246">
                  <c:v>3.016412734702234</c:v>
                </c:pt>
                <c:pt idx="14247">
                  <c:v>3.0171630140842667</c:v>
                </c:pt>
                <c:pt idx="14248">
                  <c:v>3.0177521902698277</c:v>
                </c:pt>
                <c:pt idx="14249">
                  <c:v>3.0151466435767724</c:v>
                </c:pt>
                <c:pt idx="14250">
                  <c:v>3.0163025600778006</c:v>
                </c:pt>
                <c:pt idx="14251">
                  <c:v>3.0206463322044308</c:v>
                </c:pt>
                <c:pt idx="14252">
                  <c:v>3.0219921005263473</c:v>
                </c:pt>
                <c:pt idx="14253">
                  <c:v>3.0196394478899191</c:v>
                </c:pt>
                <c:pt idx="14254">
                  <c:v>3.017748607355212</c:v>
                </c:pt>
                <c:pt idx="14255">
                  <c:v>3.0178380096056237</c:v>
                </c:pt>
                <c:pt idx="14256">
                  <c:v>3.0180346860257798</c:v>
                </c:pt>
                <c:pt idx="14257">
                  <c:v>3.0179118005852095</c:v>
                </c:pt>
                <c:pt idx="14258">
                  <c:v>3.0167994762120061</c:v>
                </c:pt>
                <c:pt idx="14259">
                  <c:v>3.0157921227062947</c:v>
                </c:pt>
                <c:pt idx="14260">
                  <c:v>3.0159839365994729</c:v>
                </c:pt>
                <c:pt idx="14261">
                  <c:v>3.0163066548373614</c:v>
                </c:pt>
                <c:pt idx="14262">
                  <c:v>3.0177348728491848</c:v>
                </c:pt>
                <c:pt idx="14263">
                  <c:v>3.0192202468798786</c:v>
                </c:pt>
                <c:pt idx="14264">
                  <c:v>3.0204692338534245</c:v>
                </c:pt>
                <c:pt idx="14265">
                  <c:v>3.0200070805217405</c:v>
                </c:pt>
                <c:pt idx="14266">
                  <c:v>3.0156305503186234</c:v>
                </c:pt>
                <c:pt idx="14267">
                  <c:v>3.0128875306040626</c:v>
                </c:pt>
                <c:pt idx="14268">
                  <c:v>3.0131785571090997</c:v>
                </c:pt>
                <c:pt idx="14269">
                  <c:v>3.0137551504397599</c:v>
                </c:pt>
                <c:pt idx="14270">
                  <c:v>3.014334686878855</c:v>
                </c:pt>
                <c:pt idx="14271">
                  <c:v>3.0175487745578939</c:v>
                </c:pt>
                <c:pt idx="14272">
                  <c:v>3.0190683568924186</c:v>
                </c:pt>
                <c:pt idx="14273">
                  <c:v>3.0210402821971796</c:v>
                </c:pt>
                <c:pt idx="14274">
                  <c:v>3.0239158270987776</c:v>
                </c:pt>
                <c:pt idx="14275">
                  <c:v>3.0274564718527932</c:v>
                </c:pt>
                <c:pt idx="14276">
                  <c:v>3.0294081792822229</c:v>
                </c:pt>
                <c:pt idx="14277">
                  <c:v>3.0299152043540944</c:v>
                </c:pt>
                <c:pt idx="14278">
                  <c:v>3.0286556392516828</c:v>
                </c:pt>
                <c:pt idx="14279">
                  <c:v>3.0283206367351116</c:v>
                </c:pt>
                <c:pt idx="14280">
                  <c:v>3.0265339993004785</c:v>
                </c:pt>
                <c:pt idx="14281">
                  <c:v>3.0230704725181918</c:v>
                </c:pt>
                <c:pt idx="14282">
                  <c:v>3.022918497223241</c:v>
                </c:pt>
                <c:pt idx="14283">
                  <c:v>3.0244460558081605</c:v>
                </c:pt>
                <c:pt idx="14284">
                  <c:v>3.0279719850200046</c:v>
                </c:pt>
                <c:pt idx="14285">
                  <c:v>3.0294166673775624</c:v>
                </c:pt>
                <c:pt idx="14286">
                  <c:v>3.0269452240601247</c:v>
                </c:pt>
                <c:pt idx="14287">
                  <c:v>3.0234247118739495</c:v>
                </c:pt>
                <c:pt idx="14288">
                  <c:v>3.021913788249746</c:v>
                </c:pt>
                <c:pt idx="14289">
                  <c:v>3.021554387790792</c:v>
                </c:pt>
                <c:pt idx="14290">
                  <c:v>3.0198345887752405</c:v>
                </c:pt>
                <c:pt idx="14291">
                  <c:v>3.0193222319851905</c:v>
                </c:pt>
                <c:pt idx="14292">
                  <c:v>3.0216115438096618</c:v>
                </c:pt>
                <c:pt idx="14293">
                  <c:v>3.0229714731750597</c:v>
                </c:pt>
                <c:pt idx="14294">
                  <c:v>3.0216453682297844</c:v>
                </c:pt>
                <c:pt idx="14295">
                  <c:v>3.0210108084590908</c:v>
                </c:pt>
                <c:pt idx="14296">
                  <c:v>3.0211389829640942</c:v>
                </c:pt>
                <c:pt idx="14297">
                  <c:v>3.0220839766939935</c:v>
                </c:pt>
                <c:pt idx="14298">
                  <c:v>3.0234121716727946</c:v>
                </c:pt>
                <c:pt idx="14299">
                  <c:v>3.0211398786927481</c:v>
                </c:pt>
                <c:pt idx="14300">
                  <c:v>3.0195376333995889</c:v>
                </c:pt>
                <c:pt idx="14301">
                  <c:v>3.01806479957005</c:v>
                </c:pt>
                <c:pt idx="14302">
                  <c:v>3.0189133958352885</c:v>
                </c:pt>
                <c:pt idx="14303">
                  <c:v>3.021461232010783</c:v>
                </c:pt>
                <c:pt idx="14304">
                  <c:v>3.0242840142292895</c:v>
                </c:pt>
                <c:pt idx="14305">
                  <c:v>3.024752949506496</c:v>
                </c:pt>
                <c:pt idx="14306">
                  <c:v>3.0258607952364298</c:v>
                </c:pt>
                <c:pt idx="14307">
                  <c:v>3.0266368801344448</c:v>
                </c:pt>
                <c:pt idx="14308">
                  <c:v>3.0229888759031929</c:v>
                </c:pt>
                <c:pt idx="14309">
                  <c:v>3.0197636982503435</c:v>
                </c:pt>
                <c:pt idx="14310">
                  <c:v>3.0171247110208745</c:v>
                </c:pt>
                <c:pt idx="14311">
                  <c:v>3.0168635847913805</c:v>
                </c:pt>
                <c:pt idx="14312">
                  <c:v>3.0192175170401714</c:v>
                </c:pt>
                <c:pt idx="14313">
                  <c:v>3.0201455345793913</c:v>
                </c:pt>
                <c:pt idx="14314">
                  <c:v>3.0186958617336188</c:v>
                </c:pt>
                <c:pt idx="14315">
                  <c:v>3.0199070574887181</c:v>
                </c:pt>
                <c:pt idx="14316">
                  <c:v>3.0231183300205591</c:v>
                </c:pt>
                <c:pt idx="14317">
                  <c:v>3.0248226883802665</c:v>
                </c:pt>
                <c:pt idx="14318">
                  <c:v>3.0246107845729933</c:v>
                </c:pt>
                <c:pt idx="14319">
                  <c:v>3.0226832191634747</c:v>
                </c:pt>
                <c:pt idx="14320">
                  <c:v>3.0219814797437361</c:v>
                </c:pt>
                <c:pt idx="14321">
                  <c:v>3.0216514677153801</c:v>
                </c:pt>
                <c:pt idx="14322">
                  <c:v>3.0213402659887563</c:v>
                </c:pt>
                <c:pt idx="14323">
                  <c:v>3.0204444520273324</c:v>
                </c:pt>
                <c:pt idx="14324">
                  <c:v>3.0188009605623471</c:v>
                </c:pt>
                <c:pt idx="14325">
                  <c:v>3.0184251384114038</c:v>
                </c:pt>
                <c:pt idx="14326">
                  <c:v>3.0177030958088431</c:v>
                </c:pt>
                <c:pt idx="14327">
                  <c:v>3.0157145781971115</c:v>
                </c:pt>
                <c:pt idx="14328">
                  <c:v>3.0140803425948834</c:v>
                </c:pt>
                <c:pt idx="14329">
                  <c:v>3.0155305699393464</c:v>
                </c:pt>
                <c:pt idx="14330">
                  <c:v>3.0188269793470566</c:v>
                </c:pt>
                <c:pt idx="14331">
                  <c:v>3.0210439077655411</c:v>
                </c:pt>
                <c:pt idx="14332">
                  <c:v>3.0220829956578488</c:v>
                </c:pt>
                <c:pt idx="14333">
                  <c:v>3.0224243962362336</c:v>
                </c:pt>
                <c:pt idx="14334">
                  <c:v>3.0244023783728449</c:v>
                </c:pt>
                <c:pt idx="14335">
                  <c:v>3.0284551239944379</c:v>
                </c:pt>
                <c:pt idx="14336">
                  <c:v>3.0263243134879674</c:v>
                </c:pt>
                <c:pt idx="14337">
                  <c:v>3.0217614717248322</c:v>
                </c:pt>
                <c:pt idx="14338">
                  <c:v>3.0188556000102369</c:v>
                </c:pt>
                <c:pt idx="14339">
                  <c:v>3.019213763510574</c:v>
                </c:pt>
                <c:pt idx="14340">
                  <c:v>3.0219965791696168</c:v>
                </c:pt>
                <c:pt idx="14341">
                  <c:v>3.0243301229280943</c:v>
                </c:pt>
                <c:pt idx="14342">
                  <c:v>3.023451498426077</c:v>
                </c:pt>
                <c:pt idx="14343">
                  <c:v>3.0208000136491986</c:v>
                </c:pt>
                <c:pt idx="14344">
                  <c:v>3.0196116803016473</c:v>
                </c:pt>
                <c:pt idx="14345">
                  <c:v>3.0218377792753981</c:v>
                </c:pt>
                <c:pt idx="14346">
                  <c:v>3.0227648584322191</c:v>
                </c:pt>
                <c:pt idx="14347">
                  <c:v>3.0216398232428792</c:v>
                </c:pt>
                <c:pt idx="14348">
                  <c:v>3.0198765600607391</c:v>
                </c:pt>
                <c:pt idx="14349">
                  <c:v>3.0176461104049546</c:v>
                </c:pt>
                <c:pt idx="14350">
                  <c:v>3.0173029183692619</c:v>
                </c:pt>
                <c:pt idx="14351">
                  <c:v>3.0176667548177405</c:v>
                </c:pt>
                <c:pt idx="14352">
                  <c:v>3.0205701099613558</c:v>
                </c:pt>
                <c:pt idx="14353">
                  <c:v>3.0219551623828087</c:v>
                </c:pt>
                <c:pt idx="14354">
                  <c:v>3.0206629245114014</c:v>
                </c:pt>
                <c:pt idx="14355">
                  <c:v>3.0207832080735009</c:v>
                </c:pt>
                <c:pt idx="14356">
                  <c:v>3.0216753538128183</c:v>
                </c:pt>
                <c:pt idx="14357">
                  <c:v>3.0222805678066589</c:v>
                </c:pt>
                <c:pt idx="14358">
                  <c:v>3.0234333279305257</c:v>
                </c:pt>
                <c:pt idx="14359">
                  <c:v>3.0260714194313403</c:v>
                </c:pt>
                <c:pt idx="14360">
                  <c:v>3.0250074217517042</c:v>
                </c:pt>
                <c:pt idx="14361">
                  <c:v>3.0260130691075982</c:v>
                </c:pt>
                <c:pt idx="14362">
                  <c:v>3.0277727067213771</c:v>
                </c:pt>
                <c:pt idx="14363">
                  <c:v>3.0261005519394657</c:v>
                </c:pt>
                <c:pt idx="14364">
                  <c:v>3.0269881337280227</c:v>
                </c:pt>
                <c:pt idx="14365">
                  <c:v>3.0255322760891632</c:v>
                </c:pt>
                <c:pt idx="14366">
                  <c:v>3.0216200745587471</c:v>
                </c:pt>
                <c:pt idx="14367">
                  <c:v>3.0216735623555104</c:v>
                </c:pt>
                <c:pt idx="14368">
                  <c:v>3.0225762435699477</c:v>
                </c:pt>
                <c:pt idx="14369">
                  <c:v>3.0219980293969613</c:v>
                </c:pt>
                <c:pt idx="14370">
                  <c:v>3.0220864932649736</c:v>
                </c:pt>
                <c:pt idx="14371">
                  <c:v>3.0247409211502863</c:v>
                </c:pt>
                <c:pt idx="14372">
                  <c:v>3.0258974774574954</c:v>
                </c:pt>
                <c:pt idx="14373">
                  <c:v>3.0253614904924802</c:v>
                </c:pt>
                <c:pt idx="14374">
                  <c:v>3.0259349700997245</c:v>
                </c:pt>
                <c:pt idx="14375">
                  <c:v>3.0243259428610427</c:v>
                </c:pt>
                <c:pt idx="14376">
                  <c:v>3.0216282640778687</c:v>
                </c:pt>
                <c:pt idx="14377">
                  <c:v>3.0195587896573199</c:v>
                </c:pt>
                <c:pt idx="14378">
                  <c:v>3.018654274331829</c:v>
                </c:pt>
                <c:pt idx="14379">
                  <c:v>3.0184017641589107</c:v>
                </c:pt>
                <c:pt idx="14380">
                  <c:v>3.0214244644822261</c:v>
                </c:pt>
                <c:pt idx="14381">
                  <c:v>3.0236826390725371</c:v>
                </c:pt>
                <c:pt idx="14382">
                  <c:v>3.023989575424618</c:v>
                </c:pt>
                <c:pt idx="14383">
                  <c:v>3.0246296801822168</c:v>
                </c:pt>
                <c:pt idx="14384">
                  <c:v>3.0252980217192871</c:v>
                </c:pt>
                <c:pt idx="14385">
                  <c:v>3.024347525656228</c:v>
                </c:pt>
                <c:pt idx="14386">
                  <c:v>3.0227001953541541</c:v>
                </c:pt>
                <c:pt idx="14387">
                  <c:v>3.0219648021292751</c:v>
                </c:pt>
                <c:pt idx="14388">
                  <c:v>3.0211858167765713</c:v>
                </c:pt>
                <c:pt idx="14389">
                  <c:v>3.0209874342065977</c:v>
                </c:pt>
                <c:pt idx="14390">
                  <c:v>3.0232043199713368</c:v>
                </c:pt>
                <c:pt idx="14391">
                  <c:v>3.0235262704418076</c:v>
                </c:pt>
                <c:pt idx="14392">
                  <c:v>3.021156343038482</c:v>
                </c:pt>
                <c:pt idx="14393">
                  <c:v>3.0216205437499468</c:v>
                </c:pt>
                <c:pt idx="14394">
                  <c:v>3.0216603823481738</c:v>
                </c:pt>
                <c:pt idx="14395">
                  <c:v>3.0202073825102582</c:v>
                </c:pt>
                <c:pt idx="14396">
                  <c:v>3.0202688039036709</c:v>
                </c:pt>
                <c:pt idx="14397">
                  <c:v>3.0219027835834265</c:v>
                </c:pt>
                <c:pt idx="14398">
                  <c:v>3.0217357088625953</c:v>
                </c:pt>
                <c:pt idx="14399">
                  <c:v>3.0189562628494406</c:v>
                </c:pt>
                <c:pt idx="14400">
                  <c:v>3.0175817459031076</c:v>
                </c:pt>
                <c:pt idx="14401">
                  <c:v>3.0180584868157272</c:v>
                </c:pt>
                <c:pt idx="14402">
                  <c:v>3.0176788258276961</c:v>
                </c:pt>
                <c:pt idx="14403">
                  <c:v>3.0162944985199149</c:v>
                </c:pt>
                <c:pt idx="14404">
                  <c:v>3.0149121759381692</c:v>
                </c:pt>
                <c:pt idx="14405">
                  <c:v>3.0134457401704444</c:v>
                </c:pt>
                <c:pt idx="14406">
                  <c:v>3.0159131740358123</c:v>
                </c:pt>
                <c:pt idx="14407">
                  <c:v>3.0190917737986571</c:v>
                </c:pt>
                <c:pt idx="14408">
                  <c:v>3.0202413348916166</c:v>
                </c:pt>
                <c:pt idx="14409">
                  <c:v>3.0199149484316217</c:v>
                </c:pt>
                <c:pt idx="14410">
                  <c:v>3.0194764252749033</c:v>
                </c:pt>
                <c:pt idx="14411">
                  <c:v>3.0195813108349046</c:v>
                </c:pt>
                <c:pt idx="14412">
                  <c:v>3.0174187659418372</c:v>
                </c:pt>
                <c:pt idx="14413">
                  <c:v>3.0170411523335865</c:v>
                </c:pt>
                <c:pt idx="14414">
                  <c:v>3.0160023203637509</c:v>
                </c:pt>
                <c:pt idx="14415">
                  <c:v>3.016050519096082</c:v>
                </c:pt>
                <c:pt idx="14416">
                  <c:v>3.0180461598832995</c:v>
                </c:pt>
                <c:pt idx="14417">
                  <c:v>3.0173877140151677</c:v>
                </c:pt>
                <c:pt idx="14418">
                  <c:v>3.0164316303114576</c:v>
                </c:pt>
                <c:pt idx="14419">
                  <c:v>3.0165032459500267</c:v>
                </c:pt>
                <c:pt idx="14420">
                  <c:v>3.0166898134325173</c:v>
                </c:pt>
                <c:pt idx="14421">
                  <c:v>3.0195189084053471</c:v>
                </c:pt>
                <c:pt idx="14422">
                  <c:v>3.0216450696535664</c:v>
                </c:pt>
                <c:pt idx="14423">
                  <c:v>3.0221790945462921</c:v>
                </c:pt>
                <c:pt idx="14424">
                  <c:v>3.020947169070916</c:v>
                </c:pt>
                <c:pt idx="14425">
                  <c:v>3.0208240703616185</c:v>
                </c:pt>
                <c:pt idx="14426">
                  <c:v>3.0206308915485867</c:v>
                </c:pt>
                <c:pt idx="14427">
                  <c:v>3.0222825725326943</c:v>
                </c:pt>
                <c:pt idx="14428">
                  <c:v>3.021563430384822</c:v>
                </c:pt>
                <c:pt idx="14429">
                  <c:v>3.0184152853962107</c:v>
                </c:pt>
                <c:pt idx="14430">
                  <c:v>3.017069687689276</c:v>
                </c:pt>
                <c:pt idx="14431">
                  <c:v>3.0172403453247232</c:v>
                </c:pt>
                <c:pt idx="14432">
                  <c:v>3.0179145304249166</c:v>
                </c:pt>
                <c:pt idx="14433">
                  <c:v>3.0179880228282845</c:v>
                </c:pt>
                <c:pt idx="14434">
                  <c:v>3.0170472944729276</c:v>
                </c:pt>
                <c:pt idx="14435">
                  <c:v>3.017347747455704</c:v>
                </c:pt>
                <c:pt idx="14436">
                  <c:v>3.0180467996894809</c:v>
                </c:pt>
                <c:pt idx="14437">
                  <c:v>3.0190820060909549</c:v>
                </c:pt>
                <c:pt idx="14438">
                  <c:v>3.017470547588784</c:v>
                </c:pt>
                <c:pt idx="14439">
                  <c:v>3.0152901734301287</c:v>
                </c:pt>
                <c:pt idx="14440">
                  <c:v>3.0155239586088056</c:v>
                </c:pt>
                <c:pt idx="14441">
                  <c:v>3.0179933545464626</c:v>
                </c:pt>
                <c:pt idx="14442">
                  <c:v>3.0218997125137559</c:v>
                </c:pt>
                <c:pt idx="14443">
                  <c:v>3.0226662856265407</c:v>
                </c:pt>
                <c:pt idx="14444">
                  <c:v>3.0215129283502384</c:v>
                </c:pt>
                <c:pt idx="14445">
                  <c:v>3.020093454356227</c:v>
                </c:pt>
                <c:pt idx="14446">
                  <c:v>3.0184385316874676</c:v>
                </c:pt>
                <c:pt idx="14447">
                  <c:v>3.0164262132857886</c:v>
                </c:pt>
                <c:pt idx="14448">
                  <c:v>3.0170472944729276</c:v>
                </c:pt>
                <c:pt idx="14449">
                  <c:v>3.0164882318316373</c:v>
                </c:pt>
                <c:pt idx="14450">
                  <c:v>3.0178323366574817</c:v>
                </c:pt>
                <c:pt idx="14451">
                  <c:v>3.0191166409322401</c:v>
                </c:pt>
                <c:pt idx="14452">
                  <c:v>3.0180787473448043</c:v>
                </c:pt>
                <c:pt idx="14453">
                  <c:v>3.0183078832652295</c:v>
                </c:pt>
                <c:pt idx="14454">
                  <c:v>3.0185048156078587</c:v>
                </c:pt>
                <c:pt idx="14455">
                  <c:v>3.018934040248074</c:v>
                </c:pt>
                <c:pt idx="14456">
                  <c:v>3.0174388558559326</c:v>
                </c:pt>
                <c:pt idx="14457">
                  <c:v>3.0167250880799843</c:v>
                </c:pt>
                <c:pt idx="14458">
                  <c:v>3.0191267925236516</c:v>
                </c:pt>
                <c:pt idx="14459">
                  <c:v>3.0209761309640601</c:v>
                </c:pt>
                <c:pt idx="14460">
                  <c:v>3.0218707506206122</c:v>
                </c:pt>
                <c:pt idx="14461">
                  <c:v>3.0234552519556743</c:v>
                </c:pt>
                <c:pt idx="14462">
                  <c:v>3.0237792924596709</c:v>
                </c:pt>
                <c:pt idx="14463">
                  <c:v>3.0216788940736885</c:v>
                </c:pt>
                <c:pt idx="14464">
                  <c:v>3.0219777262141387</c:v>
                </c:pt>
                <c:pt idx="14465">
                  <c:v>3.0242009247332007</c:v>
                </c:pt>
                <c:pt idx="14466">
                  <c:v>3.0262455320201669</c:v>
                </c:pt>
                <c:pt idx="14467">
                  <c:v>3.030058862168687</c:v>
                </c:pt>
                <c:pt idx="14468">
                  <c:v>3.0305313803605096</c:v>
                </c:pt>
                <c:pt idx="14469">
                  <c:v>3.0275750066113307</c:v>
                </c:pt>
                <c:pt idx="14470">
                  <c:v>3.0240546650401372</c:v>
                </c:pt>
                <c:pt idx="14471">
                  <c:v>3.0215202647944515</c:v>
                </c:pt>
                <c:pt idx="14472">
                  <c:v>3.0192968530066624</c:v>
                </c:pt>
                <c:pt idx="14473">
                  <c:v>3.0202401832404902</c:v>
                </c:pt>
                <c:pt idx="14474">
                  <c:v>3.0231985617157044</c:v>
                </c:pt>
                <c:pt idx="14475">
                  <c:v>3.0225674995521357</c:v>
                </c:pt>
                <c:pt idx="14476">
                  <c:v>3.0222153928836493</c:v>
                </c:pt>
                <c:pt idx="14477">
                  <c:v>3.0243176680344299</c:v>
                </c:pt>
                <c:pt idx="14478">
                  <c:v>3.0248952424012354</c:v>
                </c:pt>
                <c:pt idx="14479">
                  <c:v>3.0242032280354536</c:v>
                </c:pt>
                <c:pt idx="14480">
                  <c:v>3.0223060747464237</c:v>
                </c:pt>
                <c:pt idx="14481">
                  <c:v>3.0204273052216717</c:v>
                </c:pt>
                <c:pt idx="14482">
                  <c:v>3.0218886651936905</c:v>
                </c:pt>
                <c:pt idx="14483">
                  <c:v>3.0229566723253969</c:v>
                </c:pt>
                <c:pt idx="14484">
                  <c:v>3.0233694752736238</c:v>
                </c:pt>
                <c:pt idx="14485">
                  <c:v>3.0231100978476921</c:v>
                </c:pt>
                <c:pt idx="14486">
                  <c:v>3.0217649266782116</c:v>
                </c:pt>
                <c:pt idx="14487">
                  <c:v>3.0208990556460762</c:v>
                </c:pt>
                <c:pt idx="14488">
                  <c:v>3.0185455499347396</c:v>
                </c:pt>
                <c:pt idx="14489">
                  <c:v>3.0181532207843169</c:v>
                </c:pt>
                <c:pt idx="14490">
                  <c:v>3.0216239987033262</c:v>
                </c:pt>
                <c:pt idx="14491">
                  <c:v>3.0260140074899975</c:v>
                </c:pt>
                <c:pt idx="14492">
                  <c:v>3.0291170674696946</c:v>
                </c:pt>
                <c:pt idx="14493">
                  <c:v>3.029167356235551</c:v>
                </c:pt>
                <c:pt idx="14494">
                  <c:v>3.0272977999198112</c:v>
                </c:pt>
                <c:pt idx="14495">
                  <c:v>3.0243106301664349</c:v>
                </c:pt>
                <c:pt idx="14496">
                  <c:v>3.0223961594567621</c:v>
                </c:pt>
                <c:pt idx="14497">
                  <c:v>3.0231360739786561</c:v>
                </c:pt>
                <c:pt idx="14498">
                  <c:v>3.0219193332366516</c:v>
                </c:pt>
                <c:pt idx="14499">
                  <c:v>3.0202638134154558</c:v>
                </c:pt>
                <c:pt idx="14500">
                  <c:v>3.0193871083319825</c:v>
                </c:pt>
                <c:pt idx="14501">
                  <c:v>3.0183533948115984</c:v>
                </c:pt>
                <c:pt idx="14502">
                  <c:v>3.016558098666644</c:v>
                </c:pt>
                <c:pt idx="14503">
                  <c:v>3.0156408725250166</c:v>
                </c:pt>
                <c:pt idx="14504">
                  <c:v>3.0166402071265876</c:v>
                </c:pt>
                <c:pt idx="14505">
                  <c:v>3.0187831312967592</c:v>
                </c:pt>
                <c:pt idx="14506">
                  <c:v>3.0223999556401049</c:v>
                </c:pt>
                <c:pt idx="14507">
                  <c:v>3.0249157588527851</c:v>
                </c:pt>
                <c:pt idx="14508">
                  <c:v>3.0250461513525502</c:v>
                </c:pt>
                <c:pt idx="14509">
                  <c:v>3.0249217730308899</c:v>
                </c:pt>
                <c:pt idx="14510">
                  <c:v>3.0258739325900206</c:v>
                </c:pt>
                <c:pt idx="14511">
                  <c:v>3.0262929629850799</c:v>
                </c:pt>
                <c:pt idx="14512">
                  <c:v>3.0270938723629324</c:v>
                </c:pt>
                <c:pt idx="14513">
                  <c:v>3.0264271090144423</c:v>
                </c:pt>
                <c:pt idx="14514">
                  <c:v>3.0242105218259216</c:v>
                </c:pt>
                <c:pt idx="14515">
                  <c:v>3.0228949523557662</c:v>
                </c:pt>
                <c:pt idx="14516">
                  <c:v>3.0235904216749274</c:v>
                </c:pt>
                <c:pt idx="14517">
                  <c:v>3.0258564872081419</c:v>
                </c:pt>
                <c:pt idx="14518">
                  <c:v>3.024789333151344</c:v>
                </c:pt>
                <c:pt idx="14519">
                  <c:v>3.0227989387748138</c:v>
                </c:pt>
                <c:pt idx="14520">
                  <c:v>3.0223883111676035</c:v>
                </c:pt>
                <c:pt idx="14521">
                  <c:v>3.0214441705126127</c:v>
                </c:pt>
                <c:pt idx="14522">
                  <c:v>3.0188726615084072</c:v>
                </c:pt>
                <c:pt idx="14523">
                  <c:v>3.0157758289755425</c:v>
                </c:pt>
                <c:pt idx="14524">
                  <c:v>3.0136868191395885</c:v>
                </c:pt>
                <c:pt idx="14525">
                  <c:v>3.013358470607304</c:v>
                </c:pt>
                <c:pt idx="14526">
                  <c:v>3.0190203287750697</c:v>
                </c:pt>
                <c:pt idx="14527">
                  <c:v>3.0221745305955316</c:v>
                </c:pt>
                <c:pt idx="14528">
                  <c:v>3.0226496933195706</c:v>
                </c:pt>
                <c:pt idx="14529">
                  <c:v>3.0232097796507511</c:v>
                </c:pt>
                <c:pt idx="14530">
                  <c:v>3.0243259002072973</c:v>
                </c:pt>
                <c:pt idx="14531">
                  <c:v>3.026229408904396</c:v>
                </c:pt>
                <c:pt idx="14532">
                  <c:v>3.0245116572686248</c:v>
                </c:pt>
                <c:pt idx="14533">
                  <c:v>3.0229137200037535</c:v>
                </c:pt>
                <c:pt idx="14534">
                  <c:v>3.0211454663333988</c:v>
                </c:pt>
                <c:pt idx="14535">
                  <c:v>3.0198604795987136</c:v>
                </c:pt>
                <c:pt idx="14536">
                  <c:v>3.0187240132055995</c:v>
                </c:pt>
                <c:pt idx="14537">
                  <c:v>3.0200214974876944</c:v>
                </c:pt>
                <c:pt idx="14538">
                  <c:v>3.0220784317070883</c:v>
                </c:pt>
                <c:pt idx="14539">
                  <c:v>3.0241452615954207</c:v>
                </c:pt>
                <c:pt idx="14540">
                  <c:v>3.0260656185219625</c:v>
                </c:pt>
                <c:pt idx="14541">
                  <c:v>3.0261844518567176</c:v>
                </c:pt>
                <c:pt idx="14542">
                  <c:v>3.0249379388004058</c:v>
                </c:pt>
                <c:pt idx="14543">
                  <c:v>3.0234712471102085</c:v>
                </c:pt>
                <c:pt idx="14544">
                  <c:v>3.0216620458442458</c:v>
                </c:pt>
                <c:pt idx="14545">
                  <c:v>3.018747430111838</c:v>
                </c:pt>
                <c:pt idx="14546">
                  <c:v>3.0166867850165922</c:v>
                </c:pt>
                <c:pt idx="14547">
                  <c:v>3.0165868046373152</c:v>
                </c:pt>
                <c:pt idx="14548">
                  <c:v>3.0189055048923845</c:v>
                </c:pt>
                <c:pt idx="14549">
                  <c:v>3.0201376862902332</c:v>
                </c:pt>
                <c:pt idx="14550">
                  <c:v>3.0174748982708173</c:v>
                </c:pt>
                <c:pt idx="14551">
                  <c:v>3.0153752249985071</c:v>
                </c:pt>
                <c:pt idx="14552">
                  <c:v>3.0166169608353308</c:v>
                </c:pt>
                <c:pt idx="14553">
                  <c:v>3.0156096073296195</c:v>
                </c:pt>
                <c:pt idx="14554">
                  <c:v>3.0143696629501036</c:v>
                </c:pt>
                <c:pt idx="14555">
                  <c:v>3.0168061301962927</c:v>
                </c:pt>
                <c:pt idx="14556">
                  <c:v>3.0190965510181451</c:v>
                </c:pt>
                <c:pt idx="14557">
                  <c:v>3.0198333944703686</c:v>
                </c:pt>
                <c:pt idx="14558">
                  <c:v>3.0203500166349606</c:v>
                </c:pt>
                <c:pt idx="14559">
                  <c:v>3.021682562295795</c:v>
                </c:pt>
                <c:pt idx="14560">
                  <c:v>3.0225523574725095</c:v>
                </c:pt>
                <c:pt idx="14561">
                  <c:v>3.0234578538341452</c:v>
                </c:pt>
                <c:pt idx="14562">
                  <c:v>3.0246848741287971</c:v>
                </c:pt>
                <c:pt idx="14563">
                  <c:v>3.0267517466708753</c:v>
                </c:pt>
                <c:pt idx="14564">
                  <c:v>3.0291395459935337</c:v>
                </c:pt>
                <c:pt idx="14565">
                  <c:v>3.0291618965561367</c:v>
                </c:pt>
                <c:pt idx="14566">
                  <c:v>3.0271868148742143</c:v>
                </c:pt>
                <c:pt idx="14567">
                  <c:v>3.0236169096508365</c:v>
                </c:pt>
                <c:pt idx="14568">
                  <c:v>3.0216419985838958</c:v>
                </c:pt>
                <c:pt idx="14569">
                  <c:v>3.0217723057761701</c:v>
                </c:pt>
                <c:pt idx="14570">
                  <c:v>3.0229268573573447</c:v>
                </c:pt>
                <c:pt idx="14571">
                  <c:v>3.0234939815565203</c:v>
                </c:pt>
                <c:pt idx="14572">
                  <c:v>3.0237978041851856</c:v>
                </c:pt>
                <c:pt idx="14573">
                  <c:v>3.0248589440638782</c:v>
                </c:pt>
                <c:pt idx="14574">
                  <c:v>3.0239552391595508</c:v>
                </c:pt>
                <c:pt idx="14575">
                  <c:v>3.022250582223625</c:v>
                </c:pt>
                <c:pt idx="14576">
                  <c:v>3.0217491021386587</c:v>
                </c:pt>
                <c:pt idx="14577">
                  <c:v>3.0234497496225146</c:v>
                </c:pt>
                <c:pt idx="14578">
                  <c:v>3.0254629210991015</c:v>
                </c:pt>
                <c:pt idx="14579">
                  <c:v>3.0264449809337757</c:v>
                </c:pt>
                <c:pt idx="14580">
                  <c:v>3.0280787473448045</c:v>
                </c:pt>
                <c:pt idx="14581">
                  <c:v>3.0289966986001042</c:v>
                </c:pt>
                <c:pt idx="14582">
                  <c:v>3.029109773679227</c:v>
                </c:pt>
                <c:pt idx="14583">
                  <c:v>3.0277815360466804</c:v>
                </c:pt>
                <c:pt idx="14584">
                  <c:v>3.0247642954027794</c:v>
                </c:pt>
                <c:pt idx="14585">
                  <c:v>3.0229685727203708</c:v>
                </c:pt>
                <c:pt idx="14586">
                  <c:v>3.0204532386988903</c:v>
                </c:pt>
                <c:pt idx="14587">
                  <c:v>3.0189948644890507</c:v>
                </c:pt>
                <c:pt idx="14588">
                  <c:v>3.0208577668205043</c:v>
                </c:pt>
                <c:pt idx="14589">
                  <c:v>3.0220414935635498</c:v>
                </c:pt>
                <c:pt idx="14590">
                  <c:v>3.0189470069866835</c:v>
                </c:pt>
                <c:pt idx="14591">
                  <c:v>3.0164787200464072</c:v>
                </c:pt>
                <c:pt idx="14592">
                  <c:v>3.0173636999564932</c:v>
                </c:pt>
                <c:pt idx="14593">
                  <c:v>3.0187946051542784</c:v>
                </c:pt>
                <c:pt idx="14594">
                  <c:v>3.0214286445492777</c:v>
                </c:pt>
                <c:pt idx="14595">
                  <c:v>3.0241734557211468</c:v>
                </c:pt>
                <c:pt idx="14596">
                  <c:v>3.0241346408128096</c:v>
                </c:pt>
                <c:pt idx="14597">
                  <c:v>3.0231959598372331</c:v>
                </c:pt>
                <c:pt idx="14598">
                  <c:v>3.0208511554899635</c:v>
                </c:pt>
                <c:pt idx="14599">
                  <c:v>3.0189149313701238</c:v>
                </c:pt>
                <c:pt idx="14600">
                  <c:v>3.022793735017872</c:v>
                </c:pt>
                <c:pt idx="14601">
                  <c:v>3.0266756097352907</c:v>
                </c:pt>
                <c:pt idx="14602">
                  <c:v>3.0247846838930927</c:v>
                </c:pt>
                <c:pt idx="14603">
                  <c:v>3.0229810276140348</c:v>
                </c:pt>
                <c:pt idx="14604">
                  <c:v>3.023088728321234</c:v>
                </c:pt>
                <c:pt idx="14605">
                  <c:v>3.0216455814985115</c:v>
                </c:pt>
                <c:pt idx="14606">
                  <c:v>3.0223359750219667</c:v>
                </c:pt>
                <c:pt idx="14607">
                  <c:v>3.0215103264717675</c:v>
                </c:pt>
                <c:pt idx="14608">
                  <c:v>3.0191643704733711</c:v>
                </c:pt>
                <c:pt idx="14609">
                  <c:v>3.0194087337809132</c:v>
                </c:pt>
                <c:pt idx="14610">
                  <c:v>3.0203025003625568</c:v>
                </c:pt>
                <c:pt idx="14611">
                  <c:v>3.0223637426102385</c:v>
                </c:pt>
                <c:pt idx="14612">
                  <c:v>3.0257739522107436</c:v>
                </c:pt>
                <c:pt idx="14613">
                  <c:v>3.0288094913114318</c:v>
                </c:pt>
                <c:pt idx="14614">
                  <c:v>3.0268182012062481</c:v>
                </c:pt>
                <c:pt idx="14615">
                  <c:v>3.0233153903244245</c:v>
                </c:pt>
                <c:pt idx="14616">
                  <c:v>3.0227057829948047</c:v>
                </c:pt>
                <c:pt idx="14617">
                  <c:v>3.0210407087346338</c:v>
                </c:pt>
                <c:pt idx="14618">
                  <c:v>3.0204194569325131</c:v>
                </c:pt>
                <c:pt idx="14619">
                  <c:v>3.0234019774276377</c:v>
                </c:pt>
                <c:pt idx="14620">
                  <c:v>3.0263674790783379</c:v>
                </c:pt>
                <c:pt idx="14621">
                  <c:v>3.0254936317958081</c:v>
                </c:pt>
                <c:pt idx="14622">
                  <c:v>3.0227181952347237</c:v>
                </c:pt>
                <c:pt idx="14623">
                  <c:v>3.023078832652295</c:v>
                </c:pt>
                <c:pt idx="14624">
                  <c:v>3.0258477431903295</c:v>
                </c:pt>
                <c:pt idx="14625">
                  <c:v>3.0252383917831827</c:v>
                </c:pt>
                <c:pt idx="14626">
                  <c:v>3.0236926627027119</c:v>
                </c:pt>
                <c:pt idx="14627">
                  <c:v>3.0241250863738345</c:v>
                </c:pt>
                <c:pt idx="14628">
                  <c:v>3.0228058486815725</c:v>
                </c:pt>
                <c:pt idx="14629">
                  <c:v>3.0197297458689847</c:v>
                </c:pt>
                <c:pt idx="14630">
                  <c:v>3.0211236276157409</c:v>
                </c:pt>
                <c:pt idx="14631">
                  <c:v>3.0228437252075104</c:v>
                </c:pt>
                <c:pt idx="14632">
                  <c:v>3.0219057266918607</c:v>
                </c:pt>
                <c:pt idx="14633">
                  <c:v>3.0211490492480144</c:v>
                </c:pt>
                <c:pt idx="14634">
                  <c:v>3.022005792378629</c:v>
                </c:pt>
                <c:pt idx="14635">
                  <c:v>3.0214690802999411</c:v>
                </c:pt>
                <c:pt idx="14636">
                  <c:v>3.0228793410849408</c:v>
                </c:pt>
                <c:pt idx="14637">
                  <c:v>3.0238183206367353</c:v>
                </c:pt>
                <c:pt idx="14638">
                  <c:v>3.0209205531337706</c:v>
                </c:pt>
                <c:pt idx="14639">
                  <c:v>3.0211850916628991</c:v>
                </c:pt>
                <c:pt idx="14640">
                  <c:v>3.024415003881491</c:v>
                </c:pt>
                <c:pt idx="14641">
                  <c:v>3.0254704708120421</c:v>
                </c:pt>
                <c:pt idx="14642">
                  <c:v>3.0249886114499716</c:v>
                </c:pt>
                <c:pt idx="14643">
                  <c:v>3.0259595386570894</c:v>
                </c:pt>
                <c:pt idx="14644">
                  <c:v>3.0293377152947802</c:v>
                </c:pt>
                <c:pt idx="14645">
                  <c:v>3.0284265033312576</c:v>
                </c:pt>
                <c:pt idx="14646">
                  <c:v>3.0273779463074653</c:v>
                </c:pt>
                <c:pt idx="14647">
                  <c:v>3.0286074405193522</c:v>
                </c:pt>
                <c:pt idx="14648">
                  <c:v>3.0299370004180068</c:v>
                </c:pt>
                <c:pt idx="14649">
                  <c:v>3.0303007089052492</c:v>
                </c:pt>
                <c:pt idx="14650">
                  <c:v>3.0299846873053924</c:v>
                </c:pt>
                <c:pt idx="14651">
                  <c:v>3.02894265630465</c:v>
                </c:pt>
                <c:pt idx="14652">
                  <c:v>3.0284404511060115</c:v>
                </c:pt>
                <c:pt idx="14653">
                  <c:v>3.0293465019663377</c:v>
                </c:pt>
                <c:pt idx="14654">
                  <c:v>3.030648038354248</c:v>
                </c:pt>
                <c:pt idx="14655">
                  <c:v>3.0305140202861214</c:v>
                </c:pt>
                <c:pt idx="14656">
                  <c:v>3.0308155822662788</c:v>
                </c:pt>
                <c:pt idx="14657">
                  <c:v>3.0305741620671709</c:v>
                </c:pt>
                <c:pt idx="14658">
                  <c:v>3.030535432466325</c:v>
                </c:pt>
                <c:pt idx="14659">
                  <c:v>3.0327480102027757</c:v>
                </c:pt>
                <c:pt idx="14660">
                  <c:v>3.0358734207450757</c:v>
                </c:pt>
                <c:pt idx="14661">
                  <c:v>3.0356694931881969</c:v>
                </c:pt>
                <c:pt idx="14662">
                  <c:v>3.0331573581976232</c:v>
                </c:pt>
                <c:pt idx="14663">
                  <c:v>3.0336442933553993</c:v>
                </c:pt>
                <c:pt idx="14664">
                  <c:v>3.0354149782892437</c:v>
                </c:pt>
                <c:pt idx="14665">
                  <c:v>3.0355632000545967</c:v>
                </c:pt>
                <c:pt idx="14666">
                  <c:v>3.0366906238536804</c:v>
                </c:pt>
                <c:pt idx="14667">
                  <c:v>3.0380931216570128</c:v>
                </c:pt>
                <c:pt idx="14668">
                  <c:v>3.0369927829862742</c:v>
                </c:pt>
                <c:pt idx="14669">
                  <c:v>3.0336705680625817</c:v>
                </c:pt>
                <c:pt idx="14670">
                  <c:v>3.0314133318546701</c:v>
                </c:pt>
                <c:pt idx="14671">
                  <c:v>3.0290074899976966</c:v>
                </c:pt>
                <c:pt idx="14672">
                  <c:v>3.0274010219837404</c:v>
                </c:pt>
                <c:pt idx="14673">
                  <c:v>3.0301841788727466</c:v>
                </c:pt>
                <c:pt idx="14674">
                  <c:v>3.0353006235977582</c:v>
                </c:pt>
                <c:pt idx="14675">
                  <c:v>3.0376464942886634</c:v>
                </c:pt>
                <c:pt idx="14676">
                  <c:v>3.0354103290309924</c:v>
                </c:pt>
                <c:pt idx="14677">
                  <c:v>3.0326796789026043</c:v>
                </c:pt>
                <c:pt idx="14678">
                  <c:v>3.0317221449715501</c:v>
                </c:pt>
                <c:pt idx="14679">
                  <c:v>3.0327451097480869</c:v>
                </c:pt>
                <c:pt idx="14680">
                  <c:v>3.0318241727306074</c:v>
                </c:pt>
                <c:pt idx="14681">
                  <c:v>3.0313259343302934</c:v>
                </c:pt>
                <c:pt idx="14682">
                  <c:v>3.0308839135664503</c:v>
                </c:pt>
                <c:pt idx="14683">
                  <c:v>3.032123644677239</c:v>
                </c:pt>
                <c:pt idx="14684">
                  <c:v>3.0348896547605846</c:v>
                </c:pt>
                <c:pt idx="14685">
                  <c:v>3.0343668478029056</c:v>
                </c:pt>
                <c:pt idx="14686">
                  <c:v>3.0341756737159091</c:v>
                </c:pt>
                <c:pt idx="14687">
                  <c:v>3.0348672188904908</c:v>
                </c:pt>
                <c:pt idx="14688">
                  <c:v>3.0348354418501486</c:v>
                </c:pt>
                <c:pt idx="14689">
                  <c:v>3.0341552425718503</c:v>
                </c:pt>
                <c:pt idx="14690">
                  <c:v>3.0355268164097491</c:v>
                </c:pt>
                <c:pt idx="14691">
                  <c:v>3.0389732390401201</c:v>
                </c:pt>
                <c:pt idx="14692">
                  <c:v>3.0383051534255223</c:v>
                </c:pt>
                <c:pt idx="14693">
                  <c:v>3.0359100176586504</c:v>
                </c:pt>
                <c:pt idx="14694">
                  <c:v>3.0384355459252879</c:v>
                </c:pt>
                <c:pt idx="14695">
                  <c:v>3.0421883504090492</c:v>
                </c:pt>
                <c:pt idx="14696">
                  <c:v>3.0439781442208442</c:v>
                </c:pt>
                <c:pt idx="14697">
                  <c:v>3.0449463842420004</c:v>
                </c:pt>
                <c:pt idx="14698">
                  <c:v>3.0459176100253362</c:v>
                </c:pt>
                <c:pt idx="14699">
                  <c:v>3.0450372367197565</c:v>
                </c:pt>
                <c:pt idx="14700">
                  <c:v>3.0428375830681693</c:v>
                </c:pt>
                <c:pt idx="14701">
                  <c:v>3.0427693370754887</c:v>
                </c:pt>
                <c:pt idx="14702">
                  <c:v>3.0421679619187363</c:v>
                </c:pt>
                <c:pt idx="14703">
                  <c:v>3.0397079071513269</c:v>
                </c:pt>
                <c:pt idx="14704">
                  <c:v>3.0368697695844671</c:v>
                </c:pt>
                <c:pt idx="14705">
                  <c:v>3.0360701824727228</c:v>
                </c:pt>
                <c:pt idx="14706">
                  <c:v>3.0367006474838556</c:v>
                </c:pt>
                <c:pt idx="14707">
                  <c:v>3.0375244619230015</c:v>
                </c:pt>
                <c:pt idx="14708">
                  <c:v>3.0413914078295217</c:v>
                </c:pt>
                <c:pt idx="14709">
                  <c:v>3.0433272480656526</c:v>
                </c:pt>
                <c:pt idx="14710">
                  <c:v>3.0431190977879767</c:v>
                </c:pt>
                <c:pt idx="14711">
                  <c:v>3.0438100884638679</c:v>
                </c:pt>
                <c:pt idx="14712">
                  <c:v>3.0432978169813092</c:v>
                </c:pt>
                <c:pt idx="14713">
                  <c:v>3.0400138624672635</c:v>
                </c:pt>
                <c:pt idx="14714">
                  <c:v>3.0366740315467102</c:v>
                </c:pt>
                <c:pt idx="14715">
                  <c:v>3.035055449869053</c:v>
                </c:pt>
                <c:pt idx="14716">
                  <c:v>3.0345883060491543</c:v>
                </c:pt>
                <c:pt idx="14717">
                  <c:v>3.0369541813466641</c:v>
                </c:pt>
                <c:pt idx="14718">
                  <c:v>3.0385471707770657</c:v>
                </c:pt>
                <c:pt idx="14719">
                  <c:v>3.0393061515231654</c:v>
                </c:pt>
                <c:pt idx="14720">
                  <c:v>3.0404451771410046</c:v>
                </c:pt>
                <c:pt idx="14721">
                  <c:v>3.04302014109859</c:v>
                </c:pt>
                <c:pt idx="14722">
                  <c:v>3.0436445919316175</c:v>
                </c:pt>
                <c:pt idx="14723">
                  <c:v>3.043238954812622</c:v>
                </c:pt>
                <c:pt idx="14724">
                  <c:v>3.0458536294071981</c:v>
                </c:pt>
                <c:pt idx="14725">
                  <c:v>3.0472782645044063</c:v>
                </c:pt>
                <c:pt idx="14726">
                  <c:v>3.0464192180715388</c:v>
                </c:pt>
                <c:pt idx="14727">
                  <c:v>3.046987365960605</c:v>
                </c:pt>
                <c:pt idx="14728">
                  <c:v>3.048066079182413</c:v>
                </c:pt>
                <c:pt idx="14729">
                  <c:v>3.0466354725608458</c:v>
                </c:pt>
                <c:pt idx="14730">
                  <c:v>3.0429894304018834</c:v>
                </c:pt>
                <c:pt idx="14731">
                  <c:v>3.0406962797403239</c:v>
                </c:pt>
                <c:pt idx="14732">
                  <c:v>3.0433306603652865</c:v>
                </c:pt>
                <c:pt idx="14733">
                  <c:v>3.0465787430794298</c:v>
                </c:pt>
                <c:pt idx="14734">
                  <c:v>3.0475755611100213</c:v>
                </c:pt>
                <c:pt idx="14735">
                  <c:v>3.0487225203245099</c:v>
                </c:pt>
                <c:pt idx="14736">
                  <c:v>3.0493648857306161</c:v>
                </c:pt>
                <c:pt idx="14737">
                  <c:v>3.0475503954002199</c:v>
                </c:pt>
                <c:pt idx="14738">
                  <c:v>3.0476514847768783</c:v>
                </c:pt>
                <c:pt idx="14739">
                  <c:v>3.0499658770036597</c:v>
                </c:pt>
                <c:pt idx="14740">
                  <c:v>3.0525400305400816</c:v>
                </c:pt>
                <c:pt idx="14741">
                  <c:v>3.0555705791525556</c:v>
                </c:pt>
                <c:pt idx="14742">
                  <c:v>3.0556848911902956</c:v>
                </c:pt>
                <c:pt idx="14743">
                  <c:v>3.0550600138198134</c:v>
                </c:pt>
                <c:pt idx="14744">
                  <c:v>3.0533223002311831</c:v>
                </c:pt>
                <c:pt idx="14745">
                  <c:v>3.0514753930542642</c:v>
                </c:pt>
                <c:pt idx="14746">
                  <c:v>3.0513674790783378</c:v>
                </c:pt>
                <c:pt idx="14747">
                  <c:v>3.0533252859933633</c:v>
                </c:pt>
                <c:pt idx="14748">
                  <c:v>3.0530032502154012</c:v>
                </c:pt>
                <c:pt idx="14749">
                  <c:v>3.0507400424831306</c:v>
                </c:pt>
                <c:pt idx="14750">
                  <c:v>3.0503041212048831</c:v>
                </c:pt>
                <c:pt idx="14751">
                  <c:v>3.0508112742379909</c:v>
                </c:pt>
                <c:pt idx="14752">
                  <c:v>3.0525681820120623</c:v>
                </c:pt>
                <c:pt idx="14753">
                  <c:v>3.0510893766581644</c:v>
                </c:pt>
                <c:pt idx="14754">
                  <c:v>3.0479910085904645</c:v>
                </c:pt>
                <c:pt idx="14755">
                  <c:v>3.0449933033619683</c:v>
                </c:pt>
                <c:pt idx="14756">
                  <c:v>3.0440689966986003</c:v>
                </c:pt>
                <c:pt idx="14757">
                  <c:v>3.0443871936394733</c:v>
                </c:pt>
                <c:pt idx="14758">
                  <c:v>3.0435639763527633</c:v>
                </c:pt>
                <c:pt idx="14759">
                  <c:v>3.0429843119524325</c:v>
                </c:pt>
                <c:pt idx="14760">
                  <c:v>3.0444609846190596</c:v>
                </c:pt>
                <c:pt idx="14761">
                  <c:v>3.0468385043890702</c:v>
                </c:pt>
                <c:pt idx="14762">
                  <c:v>3.0481479743736299</c:v>
                </c:pt>
                <c:pt idx="14763">
                  <c:v>3.0501625107700709</c:v>
                </c:pt>
                <c:pt idx="14764">
                  <c:v>3.0522934918915228</c:v>
                </c:pt>
                <c:pt idx="14765">
                  <c:v>3.052448324987417</c:v>
                </c:pt>
                <c:pt idx="14766">
                  <c:v>3.0515739232061967</c:v>
                </c:pt>
                <c:pt idx="14767">
                  <c:v>3.0501074874384719</c:v>
                </c:pt>
                <c:pt idx="14768">
                  <c:v>3.0502823677947162</c:v>
                </c:pt>
                <c:pt idx="14769">
                  <c:v>3.0489217133156461</c:v>
                </c:pt>
                <c:pt idx="14770">
                  <c:v>3.0479722409424772</c:v>
                </c:pt>
                <c:pt idx="14771">
                  <c:v>3.0514062939866751</c:v>
                </c:pt>
                <c:pt idx="14772">
                  <c:v>3.0518097984183989</c:v>
                </c:pt>
                <c:pt idx="14773">
                  <c:v>3.0494932735043463</c:v>
                </c:pt>
                <c:pt idx="14774">
                  <c:v>3.0494843162178071</c:v>
                </c:pt>
                <c:pt idx="14775">
                  <c:v>3.0528522559565956</c:v>
                </c:pt>
                <c:pt idx="14776">
                  <c:v>3.0545021028296495</c:v>
                </c:pt>
                <c:pt idx="14777">
                  <c:v>3.0547328595924008</c:v>
                </c:pt>
                <c:pt idx="14778">
                  <c:v>3.0533905462238637</c:v>
                </c:pt>
                <c:pt idx="14779">
                  <c:v>3.0507669143427485</c:v>
                </c:pt>
                <c:pt idx="14780">
                  <c:v>3.0494160702251265</c:v>
                </c:pt>
                <c:pt idx="14781">
                  <c:v>3.0489323767520027</c:v>
                </c:pt>
                <c:pt idx="14782">
                  <c:v>3.0505476740912618</c:v>
                </c:pt>
                <c:pt idx="14783">
                  <c:v>3.0545204439401825</c:v>
                </c:pt>
                <c:pt idx="14784">
                  <c:v>3.0579250659000365</c:v>
                </c:pt>
                <c:pt idx="14785">
                  <c:v>3.0570583417929926</c:v>
                </c:pt>
                <c:pt idx="14786">
                  <c:v>3.0575010876705084</c:v>
                </c:pt>
                <c:pt idx="14787">
                  <c:v>3.0580931216570129</c:v>
                </c:pt>
                <c:pt idx="14788">
                  <c:v>3.0567021830186909</c:v>
                </c:pt>
                <c:pt idx="14789">
                  <c:v>3.0558776861196182</c:v>
                </c:pt>
                <c:pt idx="14790">
                  <c:v>3.0558431365858234</c:v>
                </c:pt>
                <c:pt idx="14791">
                  <c:v>3.0580287145014204</c:v>
                </c:pt>
                <c:pt idx="14792">
                  <c:v>3.0584070532233434</c:v>
                </c:pt>
                <c:pt idx="14793">
                  <c:v>3.0601899797821246</c:v>
                </c:pt>
                <c:pt idx="14794">
                  <c:v>3.0641401431459698</c:v>
                </c:pt>
                <c:pt idx="14795">
                  <c:v>3.0650708478711515</c:v>
                </c:pt>
                <c:pt idx="14796">
                  <c:v>3.0647155421717582</c:v>
                </c:pt>
                <c:pt idx="14797">
                  <c:v>3.0644963019202716</c:v>
                </c:pt>
                <c:pt idx="14798">
                  <c:v>3.061936650657294</c:v>
                </c:pt>
                <c:pt idx="14799">
                  <c:v>3.0598449109816332</c:v>
                </c:pt>
                <c:pt idx="14800">
                  <c:v>3.0606647159687093</c:v>
                </c:pt>
                <c:pt idx="14801">
                  <c:v>3.0621601562833232</c:v>
                </c:pt>
                <c:pt idx="14802">
                  <c:v>3.0628980660791822</c:v>
                </c:pt>
                <c:pt idx="14803">
                  <c:v>3.0625969306364791</c:v>
                </c:pt>
                <c:pt idx="14804">
                  <c:v>3.0630874487088713</c:v>
                </c:pt>
                <c:pt idx="14805">
                  <c:v>3.0642135075881014</c:v>
                </c:pt>
                <c:pt idx="14806">
                  <c:v>3.0662186601605486</c:v>
                </c:pt>
                <c:pt idx="14807">
                  <c:v>3.0684886924920876</c:v>
                </c:pt>
                <c:pt idx="14808">
                  <c:v>3.0688320551427619</c:v>
                </c:pt>
                <c:pt idx="14809">
                  <c:v>3.0662672854303334</c:v>
                </c:pt>
                <c:pt idx="14810">
                  <c:v>3.0660237325439548</c:v>
                </c:pt>
                <c:pt idx="14811">
                  <c:v>3.0680694061745561</c:v>
                </c:pt>
                <c:pt idx="14812">
                  <c:v>3.0709562116649463</c:v>
                </c:pt>
                <c:pt idx="14813">
                  <c:v>3.0719385274220929</c:v>
                </c:pt>
                <c:pt idx="14814">
                  <c:v>3.071639524666661</c:v>
                </c:pt>
                <c:pt idx="14815">
                  <c:v>3.0712338875476655</c:v>
                </c:pt>
                <c:pt idx="14816">
                  <c:v>3.0714373459133446</c:v>
                </c:pt>
                <c:pt idx="14817">
                  <c:v>3.0695908652738799</c:v>
                </c:pt>
                <c:pt idx="14818">
                  <c:v>3.066538563251239</c:v>
                </c:pt>
                <c:pt idx="14819">
                  <c:v>3.0679815394589798</c:v>
                </c:pt>
                <c:pt idx="14820">
                  <c:v>3.0719206128490142</c:v>
                </c:pt>
                <c:pt idx="14821">
                  <c:v>3.0721283365892358</c:v>
                </c:pt>
                <c:pt idx="14822">
                  <c:v>3.071584501335062</c:v>
                </c:pt>
                <c:pt idx="14823">
                  <c:v>3.0728052515291369</c:v>
                </c:pt>
                <c:pt idx="14824">
                  <c:v>3.0730812212620391</c:v>
                </c:pt>
                <c:pt idx="14825">
                  <c:v>3.0705394845721403</c:v>
                </c:pt>
                <c:pt idx="14826">
                  <c:v>3.0700984448444419</c:v>
                </c:pt>
                <c:pt idx="14827">
                  <c:v>3.0708841268351774</c:v>
                </c:pt>
                <c:pt idx="14828">
                  <c:v>3.0715623213874412</c:v>
                </c:pt>
                <c:pt idx="14829">
                  <c:v>3.0719381008846387</c:v>
                </c:pt>
                <c:pt idx="14830">
                  <c:v>3.0705770198681148</c:v>
                </c:pt>
                <c:pt idx="14831">
                  <c:v>3.0703215239330164</c:v>
                </c:pt>
                <c:pt idx="14832">
                  <c:v>3.0726124565998139</c:v>
                </c:pt>
                <c:pt idx="14833">
                  <c:v>3.0745996945991827</c:v>
                </c:pt>
                <c:pt idx="14834">
                  <c:v>3.072420941282854</c:v>
                </c:pt>
                <c:pt idx="14835">
                  <c:v>3.0718574853057845</c:v>
                </c:pt>
                <c:pt idx="14836">
                  <c:v>3.0705757402557516</c:v>
                </c:pt>
                <c:pt idx="14837">
                  <c:v>3.0678126306270954</c:v>
                </c:pt>
                <c:pt idx="14838">
                  <c:v>3.0674812110251399</c:v>
                </c:pt>
                <c:pt idx="14839">
                  <c:v>3.0685522465727715</c:v>
                </c:pt>
                <c:pt idx="14840">
                  <c:v>3.0712091483753188</c:v>
                </c:pt>
                <c:pt idx="14841">
                  <c:v>3.0723753017752489</c:v>
                </c:pt>
                <c:pt idx="14842">
                  <c:v>3.0725344002456856</c:v>
                </c:pt>
                <c:pt idx="14843">
                  <c:v>3.0719811811675184</c:v>
                </c:pt>
                <c:pt idx="14844">
                  <c:v>3.0717999027494605</c:v>
                </c:pt>
                <c:pt idx="14845">
                  <c:v>3.0739176612098307</c:v>
                </c:pt>
                <c:pt idx="14846">
                  <c:v>3.0733341579724116</c:v>
                </c:pt>
                <c:pt idx="14847">
                  <c:v>3.0736092746304053</c:v>
                </c:pt>
                <c:pt idx="14848">
                  <c:v>3.0734523088472399</c:v>
                </c:pt>
                <c:pt idx="14849">
                  <c:v>3.0693306774267848</c:v>
                </c:pt>
                <c:pt idx="14850">
                  <c:v>3.0673498374892301</c:v>
                </c:pt>
                <c:pt idx="14851">
                  <c:v>3.0663653890448122</c:v>
                </c:pt>
                <c:pt idx="14852">
                  <c:v>3.0671792225075283</c:v>
                </c:pt>
                <c:pt idx="14853">
                  <c:v>3.0687996382962388</c:v>
                </c:pt>
                <c:pt idx="14854">
                  <c:v>3.0677597399827681</c:v>
                </c:pt>
                <c:pt idx="14855">
                  <c:v>3.0668401252313964</c:v>
                </c:pt>
                <c:pt idx="14856">
                  <c:v>3.0661610776042245</c:v>
                </c:pt>
                <c:pt idx="14857">
                  <c:v>3.0662489443198009</c:v>
                </c:pt>
                <c:pt idx="14858">
                  <c:v>3.0676177030105012</c:v>
                </c:pt>
                <c:pt idx="14859">
                  <c:v>3.0688921969238119</c:v>
                </c:pt>
                <c:pt idx="14860">
                  <c:v>3.0707143649283846</c:v>
                </c:pt>
                <c:pt idx="14861">
                  <c:v>3.0716019893706865</c:v>
                </c:pt>
                <c:pt idx="14862">
                  <c:v>3.0702549840901527</c:v>
                </c:pt>
                <c:pt idx="14863">
                  <c:v>3.0689719594277571</c:v>
                </c:pt>
                <c:pt idx="14864">
                  <c:v>3.0701300086160566</c:v>
                </c:pt>
                <c:pt idx="14865">
                  <c:v>3.0733768117178371</c:v>
                </c:pt>
                <c:pt idx="14866">
                  <c:v>3.072052839459833</c:v>
                </c:pt>
                <c:pt idx="14867">
                  <c:v>3.0679205446030218</c:v>
                </c:pt>
                <c:pt idx="14868">
                  <c:v>3.0660740639635566</c:v>
                </c:pt>
                <c:pt idx="14869">
                  <c:v>3.0637148853040785</c:v>
                </c:pt>
                <c:pt idx="14870">
                  <c:v>3.0624109603064245</c:v>
                </c:pt>
                <c:pt idx="14871">
                  <c:v>3.063384318777032</c:v>
                </c:pt>
                <c:pt idx="14872">
                  <c:v>3.0640800013649199</c:v>
                </c:pt>
                <c:pt idx="14873">
                  <c:v>3.0639371113177449</c:v>
                </c:pt>
                <c:pt idx="14874">
                  <c:v>3.0654820299770522</c:v>
                </c:pt>
                <c:pt idx="14875">
                  <c:v>3.0654018409356527</c:v>
                </c:pt>
                <c:pt idx="14876">
                  <c:v>3.0653916040367504</c:v>
                </c:pt>
                <c:pt idx="14877">
                  <c:v>3.0658305110771775</c:v>
                </c:pt>
                <c:pt idx="14878">
                  <c:v>3.0663039676513995</c:v>
                </c:pt>
                <c:pt idx="14879">
                  <c:v>3.0697320491712379</c:v>
                </c:pt>
                <c:pt idx="14880">
                  <c:v>3.0721697107222985</c:v>
                </c:pt>
                <c:pt idx="14881">
                  <c:v>3.0733516460080361</c:v>
                </c:pt>
                <c:pt idx="14882">
                  <c:v>3.0727472424353581</c:v>
                </c:pt>
                <c:pt idx="14883">
                  <c:v>3.07205454560965</c:v>
                </c:pt>
                <c:pt idx="14884">
                  <c:v>3.0709911877361953</c:v>
                </c:pt>
                <c:pt idx="14885">
                  <c:v>3.0700067392917774</c:v>
                </c:pt>
                <c:pt idx="14886">
                  <c:v>3.0721901845201027</c:v>
                </c:pt>
                <c:pt idx="14887">
                  <c:v>3.0759910597749589</c:v>
                </c:pt>
                <c:pt idx="14888">
                  <c:v>3.0792276259778371</c:v>
                </c:pt>
                <c:pt idx="14889">
                  <c:v>3.0779633689634287</c:v>
                </c:pt>
                <c:pt idx="14890">
                  <c:v>3.0752407803929263</c:v>
                </c:pt>
                <c:pt idx="14891">
                  <c:v>3.0749127730906052</c:v>
                </c:pt>
                <c:pt idx="14892">
                  <c:v>3.0756980285438864</c:v>
                </c:pt>
                <c:pt idx="14893">
                  <c:v>3.0750445731639697</c:v>
                </c:pt>
                <c:pt idx="14894">
                  <c:v>3.0726175750492652</c:v>
                </c:pt>
                <c:pt idx="14895">
                  <c:v>3.0731191830954678</c:v>
                </c:pt>
                <c:pt idx="14896">
                  <c:v>3.0747088881874718</c:v>
                </c:pt>
                <c:pt idx="14897">
                  <c:v>3.0734288492872559</c:v>
                </c:pt>
                <c:pt idx="14898">
                  <c:v>3.0722268667411687</c:v>
                </c:pt>
                <c:pt idx="14899">
                  <c:v>3.0711148835979287</c:v>
                </c:pt>
                <c:pt idx="14900">
                  <c:v>3.0722076725557272</c:v>
                </c:pt>
                <c:pt idx="14901">
                  <c:v>3.0769243237248665</c:v>
                </c:pt>
                <c:pt idx="14902">
                  <c:v>3.0797599447207458</c:v>
                </c:pt>
                <c:pt idx="14903">
                  <c:v>3.0771397251392645</c:v>
                </c:pt>
                <c:pt idx="14904">
                  <c:v>3.0756660382348175</c:v>
                </c:pt>
                <c:pt idx="14905">
                  <c:v>3.0784918488692492</c:v>
                </c:pt>
                <c:pt idx="14906">
                  <c:v>3.0792984311952432</c:v>
                </c:pt>
                <c:pt idx="14907">
                  <c:v>3.0767682110166095</c:v>
                </c:pt>
                <c:pt idx="14908">
                  <c:v>3.0738374721684312</c:v>
                </c:pt>
                <c:pt idx="14909">
                  <c:v>3.0719858730795151</c:v>
                </c:pt>
                <c:pt idx="14910">
                  <c:v>3.0726687595437756</c:v>
                </c:pt>
                <c:pt idx="14911">
                  <c:v>3.0751465156155362</c:v>
                </c:pt>
                <c:pt idx="14912">
                  <c:v>3.0757193554165991</c:v>
                </c:pt>
                <c:pt idx="14913">
                  <c:v>3.0766833300632128</c:v>
                </c:pt>
                <c:pt idx="14914">
                  <c:v>3.0785622275492011</c:v>
                </c:pt>
                <c:pt idx="14915">
                  <c:v>3.0793794733115516</c:v>
                </c:pt>
                <c:pt idx="14916">
                  <c:v>3.0786552127142284</c:v>
                </c:pt>
                <c:pt idx="14917">
                  <c:v>3.0797846838930925</c:v>
                </c:pt>
                <c:pt idx="14918">
                  <c:v>3.077689958455252</c:v>
                </c:pt>
                <c:pt idx="14919">
                  <c:v>3.0776537027716402</c:v>
                </c:pt>
                <c:pt idx="14920">
                  <c:v>3.0784585789478176</c:v>
                </c:pt>
                <c:pt idx="14921">
                  <c:v>3.0765873591360058</c:v>
                </c:pt>
                <c:pt idx="14922">
                  <c:v>3.0761386417341305</c:v>
                </c:pt>
                <c:pt idx="14923">
                  <c:v>3.0771956015457715</c:v>
                </c:pt>
                <c:pt idx="14924">
                  <c:v>3.0754711106182233</c:v>
                </c:pt>
                <c:pt idx="14925">
                  <c:v>3.0747268027605505</c:v>
                </c:pt>
                <c:pt idx="14926">
                  <c:v>3.0758225774805288</c:v>
                </c:pt>
                <c:pt idx="14927">
                  <c:v>3.0760132397225801</c:v>
                </c:pt>
                <c:pt idx="14928">
                  <c:v>3.0769708163073801</c:v>
                </c:pt>
                <c:pt idx="14929">
                  <c:v>3.0780000511844947</c:v>
                </c:pt>
                <c:pt idx="14930">
                  <c:v>3.0779198621430948</c:v>
                </c:pt>
                <c:pt idx="14931">
                  <c:v>3.0781855949770951</c:v>
                </c:pt>
                <c:pt idx="14932">
                  <c:v>3.0764547059877327</c:v>
                </c:pt>
                <c:pt idx="14933">
                  <c:v>3.0742516400365116</c:v>
                </c:pt>
                <c:pt idx="14934">
                  <c:v>3.0735986111940488</c:v>
                </c:pt>
                <c:pt idx="14935">
                  <c:v>3.0711293858713735</c:v>
                </c:pt>
                <c:pt idx="14936">
                  <c:v>3.0689689736655774</c:v>
                </c:pt>
                <c:pt idx="14937">
                  <c:v>3.0699994881550547</c:v>
                </c:pt>
                <c:pt idx="14938">
                  <c:v>3.07281762111531</c:v>
                </c:pt>
                <c:pt idx="14939">
                  <c:v>3.0752894056627111</c:v>
                </c:pt>
                <c:pt idx="14940">
                  <c:v>3.0748922992928009</c:v>
                </c:pt>
                <c:pt idx="14941">
                  <c:v>3.0724030267097753</c:v>
                </c:pt>
                <c:pt idx="14942">
                  <c:v>3.0715755440485228</c:v>
                </c:pt>
                <c:pt idx="14943">
                  <c:v>3.0704383951954819</c:v>
                </c:pt>
                <c:pt idx="14944">
                  <c:v>3.0683978400143315</c:v>
                </c:pt>
                <c:pt idx="14945">
                  <c:v>3.0700011943048717</c:v>
                </c:pt>
                <c:pt idx="14946">
                  <c:v>3.0726239731110789</c:v>
                </c:pt>
                <c:pt idx="14947">
                  <c:v>3.073440365798521</c:v>
                </c:pt>
                <c:pt idx="14948">
                  <c:v>3.0709835100620184</c:v>
                </c:pt>
                <c:pt idx="14949">
                  <c:v>3.0698911476416746</c:v>
                </c:pt>
                <c:pt idx="14950">
                  <c:v>3.07094256246641</c:v>
                </c:pt>
                <c:pt idx="14951">
                  <c:v>3.0729383312148641</c:v>
                </c:pt>
                <c:pt idx="14952">
                  <c:v>3.0746581302304157</c:v>
                </c:pt>
                <c:pt idx="14953">
                  <c:v>3.0734766214821323</c:v>
                </c:pt>
                <c:pt idx="14954">
                  <c:v>3.0734181858508998</c:v>
                </c:pt>
                <c:pt idx="14955">
                  <c:v>3.0738323537189802</c:v>
                </c:pt>
                <c:pt idx="14956">
                  <c:v>3.0745728227395648</c:v>
                </c:pt>
                <c:pt idx="14957">
                  <c:v>3.071931702822825</c:v>
                </c:pt>
                <c:pt idx="14958">
                  <c:v>3.068826936693311</c:v>
                </c:pt>
                <c:pt idx="14959">
                  <c:v>3.0686955631574007</c:v>
                </c:pt>
                <c:pt idx="14960">
                  <c:v>3.069898825315851</c:v>
                </c:pt>
                <c:pt idx="14961">
                  <c:v>3.0724977180246196</c:v>
                </c:pt>
                <c:pt idx="14962">
                  <c:v>3.0725450636820417</c:v>
                </c:pt>
                <c:pt idx="14963">
                  <c:v>3.0712108545251358</c:v>
                </c:pt>
                <c:pt idx="14964">
                  <c:v>3.072384259061788</c:v>
                </c:pt>
                <c:pt idx="14965">
                  <c:v>3.0700242273274014</c:v>
                </c:pt>
                <c:pt idx="14966">
                  <c:v>3.0671762367453486</c:v>
                </c:pt>
                <c:pt idx="14967">
                  <c:v>3.0678518720728869</c:v>
                </c:pt>
                <c:pt idx="14968">
                  <c:v>3.0685287870127875</c:v>
                </c:pt>
                <c:pt idx="14969">
                  <c:v>3.0681257091185179</c:v>
                </c:pt>
                <c:pt idx="14970">
                  <c:v>3.0678011141158303</c:v>
                </c:pt>
                <c:pt idx="14971">
                  <c:v>3.0675575612294517</c:v>
                </c:pt>
                <c:pt idx="14972">
                  <c:v>3.0681389317795995</c:v>
                </c:pt>
                <c:pt idx="14973">
                  <c:v>3.0711613761804424</c:v>
                </c:pt>
                <c:pt idx="14974">
                  <c:v>3.0717969169872807</c:v>
                </c:pt>
                <c:pt idx="14975">
                  <c:v>3.0687104919682997</c:v>
                </c:pt>
                <c:pt idx="14976">
                  <c:v>3.0677030105013521</c:v>
                </c:pt>
                <c:pt idx="14977">
                  <c:v>3.0683705416172593</c:v>
                </c:pt>
                <c:pt idx="14978">
                  <c:v>3.0714262559395342</c:v>
                </c:pt>
                <c:pt idx="14979">
                  <c:v>3.0749345265007721</c:v>
                </c:pt>
                <c:pt idx="14980">
                  <c:v>3.0777953132064528</c:v>
                </c:pt>
                <c:pt idx="14981">
                  <c:v>3.0757138104296939</c:v>
                </c:pt>
                <c:pt idx="14982">
                  <c:v>3.0725156325976983</c:v>
                </c:pt>
                <c:pt idx="14983">
                  <c:v>3.0691545174581778</c:v>
                </c:pt>
                <c:pt idx="14984">
                  <c:v>3.0671497914231849</c:v>
                </c:pt>
                <c:pt idx="14985">
                  <c:v>3.0665714066352168</c:v>
                </c:pt>
                <c:pt idx="14986">
                  <c:v>3.0663760524811683</c:v>
                </c:pt>
                <c:pt idx="14987">
                  <c:v>3.0660838743250043</c:v>
                </c:pt>
                <c:pt idx="14988">
                  <c:v>3.0656001808518805</c:v>
                </c:pt>
                <c:pt idx="14989">
                  <c:v>3.0661133054093481</c:v>
                </c:pt>
                <c:pt idx="14990">
                  <c:v>3.0663406498724655</c:v>
                </c:pt>
                <c:pt idx="14991">
                  <c:v>3.0675114951843923</c:v>
                </c:pt>
                <c:pt idx="14992">
                  <c:v>3.0680186482175</c:v>
                </c:pt>
                <c:pt idx="14993">
                  <c:v>3.0696377843938478</c:v>
                </c:pt>
                <c:pt idx="14994">
                  <c:v>3.0692291615126726</c:v>
                </c:pt>
                <c:pt idx="14995">
                  <c:v>3.0671293176253807</c:v>
                </c:pt>
                <c:pt idx="14996">
                  <c:v>3.0674078465830084</c:v>
                </c:pt>
                <c:pt idx="14997">
                  <c:v>3.0672973733823565</c:v>
                </c:pt>
                <c:pt idx="14998">
                  <c:v>3.0656321711609498</c:v>
                </c:pt>
                <c:pt idx="14999">
                  <c:v>3.0638283442669101</c:v>
                </c:pt>
                <c:pt idx="15000">
                  <c:v>3.0640266841831383</c:v>
                </c:pt>
                <c:pt idx="15001">
                  <c:v>3.0633715226534042</c:v>
                </c:pt>
                <c:pt idx="15002">
                  <c:v>3.0639123721453982</c:v>
                </c:pt>
                <c:pt idx="15003">
                  <c:v>3.0675004052105814</c:v>
                </c:pt>
                <c:pt idx="15004">
                  <c:v>3.0689079788096194</c:v>
                </c:pt>
                <c:pt idx="15005">
                  <c:v>3.0682869402762258</c:v>
                </c:pt>
                <c:pt idx="15006">
                  <c:v>3.0667206947442054</c:v>
                </c:pt>
                <c:pt idx="15007">
                  <c:v>3.0672901222456344</c:v>
                </c:pt>
                <c:pt idx="15008">
                  <c:v>3.0647364425070167</c:v>
                </c:pt>
                <c:pt idx="15009">
                  <c:v>3.0613271286351655</c:v>
                </c:pt>
                <c:pt idx="15010">
                  <c:v>3.0619447548689251</c:v>
                </c:pt>
                <c:pt idx="15011">
                  <c:v>3.062268923334158</c:v>
                </c:pt>
                <c:pt idx="15012">
                  <c:v>3.062665603166614</c:v>
                </c:pt>
                <c:pt idx="15013">
                  <c:v>3.0633062624229033</c:v>
                </c:pt>
                <c:pt idx="15014">
                  <c:v>3.0603597416889179</c:v>
                </c:pt>
                <c:pt idx="15015">
                  <c:v>3.0580585721232181</c:v>
                </c:pt>
                <c:pt idx="15016">
                  <c:v>3.0590157221705638</c:v>
                </c:pt>
                <c:pt idx="15017">
                  <c:v>3.0589773337996808</c:v>
                </c:pt>
                <c:pt idx="15018">
                  <c:v>3.0590174283203808</c:v>
                </c:pt>
                <c:pt idx="15019">
                  <c:v>3.0609389795517945</c:v>
                </c:pt>
                <c:pt idx="15020">
                  <c:v>3.0614047584518396</c:v>
                </c:pt>
                <c:pt idx="15021">
                  <c:v>3.0593420233230679</c:v>
                </c:pt>
                <c:pt idx="15022">
                  <c:v>3.0569401909181644</c:v>
                </c:pt>
                <c:pt idx="15023">
                  <c:v>3.0586625491584414</c:v>
                </c:pt>
                <c:pt idx="15024">
                  <c:v>3.0594115489281113</c:v>
                </c:pt>
                <c:pt idx="15025">
                  <c:v>3.0589171920186313</c:v>
                </c:pt>
                <c:pt idx="15026">
                  <c:v>3.0581771495355006</c:v>
                </c:pt>
                <c:pt idx="15027">
                  <c:v>3.0561681581259652</c:v>
                </c:pt>
                <c:pt idx="15028">
                  <c:v>3.0555019066224207</c:v>
                </c:pt>
                <c:pt idx="15029">
                  <c:v>3.0573633160727844</c:v>
                </c:pt>
                <c:pt idx="15030">
                  <c:v>3.0567640309495578</c:v>
                </c:pt>
                <c:pt idx="15031">
                  <c:v>3.0553666942494222</c:v>
                </c:pt>
                <c:pt idx="15032">
                  <c:v>3.0534323468943807</c:v>
                </c:pt>
                <c:pt idx="15033">
                  <c:v>3.0505276268309118</c:v>
                </c:pt>
                <c:pt idx="15034">
                  <c:v>3.0486726154423618</c:v>
                </c:pt>
                <c:pt idx="15035">
                  <c:v>3.0494075394760416</c:v>
                </c:pt>
                <c:pt idx="15036">
                  <c:v>3.0513239722580039</c:v>
                </c:pt>
                <c:pt idx="15037">
                  <c:v>3.0529802171928715</c:v>
                </c:pt>
                <c:pt idx="15038">
                  <c:v>3.0527464746679405</c:v>
                </c:pt>
                <c:pt idx="15039">
                  <c:v>3.0510770070719908</c:v>
                </c:pt>
                <c:pt idx="15040">
                  <c:v>3.0505668682767033</c:v>
                </c:pt>
                <c:pt idx="15041">
                  <c:v>3.0527132047465089</c:v>
                </c:pt>
                <c:pt idx="15042">
                  <c:v>3.0532054289687176</c:v>
                </c:pt>
                <c:pt idx="15043">
                  <c:v>3.0506551615297339</c:v>
                </c:pt>
                <c:pt idx="15044">
                  <c:v>3.0493648857306161</c:v>
                </c:pt>
                <c:pt idx="15045">
                  <c:v>3.0503872960084624</c:v>
                </c:pt>
                <c:pt idx="15046">
                  <c:v>3.0509136432270116</c:v>
                </c:pt>
                <c:pt idx="15047">
                  <c:v>3.0529725395186951</c:v>
                </c:pt>
                <c:pt idx="15048">
                  <c:v>3.0536362317975141</c:v>
                </c:pt>
                <c:pt idx="15049">
                  <c:v>3.0545306808390844</c:v>
                </c:pt>
                <c:pt idx="15050">
                  <c:v>3.054013717444529</c:v>
                </c:pt>
                <c:pt idx="15051">
                  <c:v>3.0540051866954436</c:v>
                </c:pt>
                <c:pt idx="15052">
                  <c:v>3.0548518635421376</c:v>
                </c:pt>
                <c:pt idx="15053">
                  <c:v>3.0528697439922201</c:v>
                </c:pt>
                <c:pt idx="15054">
                  <c:v>3.0500272983970724</c:v>
                </c:pt>
                <c:pt idx="15055">
                  <c:v>3.0492292468201634</c:v>
                </c:pt>
                <c:pt idx="15056">
                  <c:v>3.0499953080880031</c:v>
                </c:pt>
                <c:pt idx="15057">
                  <c:v>3.0483437550651322</c:v>
                </c:pt>
                <c:pt idx="15058">
                  <c:v>3.0480532830587852</c:v>
                </c:pt>
                <c:pt idx="15059">
                  <c:v>3.0466115864634071</c:v>
                </c:pt>
                <c:pt idx="15060">
                  <c:v>3.0442417443675729</c:v>
                </c:pt>
                <c:pt idx="15061">
                  <c:v>3.0402664579476726</c:v>
                </c:pt>
                <c:pt idx="15062">
                  <c:v>3.0394251981266476</c:v>
                </c:pt>
                <c:pt idx="15063">
                  <c:v>3.0413794647808023</c:v>
                </c:pt>
                <c:pt idx="15064">
                  <c:v>3.0432423671122559</c:v>
                </c:pt>
                <c:pt idx="15065">
                  <c:v>3.0439943526441056</c:v>
                </c:pt>
                <c:pt idx="15066">
                  <c:v>3.0467165146771538</c:v>
                </c:pt>
                <c:pt idx="15067">
                  <c:v>3.0497462102147188</c:v>
                </c:pt>
                <c:pt idx="15068">
                  <c:v>3.0509878607440521</c:v>
                </c:pt>
                <c:pt idx="15069">
                  <c:v>3.04998293850183</c:v>
                </c:pt>
                <c:pt idx="15070">
                  <c:v>3.0481799646826988</c:v>
                </c:pt>
                <c:pt idx="15071">
                  <c:v>3.0473017240643903</c:v>
                </c:pt>
                <c:pt idx="15072">
                  <c:v>3.0472390230586148</c:v>
                </c:pt>
                <c:pt idx="15073">
                  <c:v>3.047535040051867</c:v>
                </c:pt>
                <c:pt idx="15074">
                  <c:v>3.0448909343729471</c:v>
                </c:pt>
                <c:pt idx="15075">
                  <c:v>3.042639029883214</c:v>
                </c:pt>
                <c:pt idx="15076">
                  <c:v>3.0443065780606196</c:v>
                </c:pt>
                <c:pt idx="15077">
                  <c:v>3.0468176040538122</c:v>
                </c:pt>
                <c:pt idx="15078">
                  <c:v>3.0467258985011476</c:v>
                </c:pt>
                <c:pt idx="15079">
                  <c:v>3.0453968077936922</c:v>
                </c:pt>
                <c:pt idx="15080">
                  <c:v>3.0431045955145319</c:v>
                </c:pt>
                <c:pt idx="15081">
                  <c:v>3.0415130563114747</c:v>
                </c:pt>
                <c:pt idx="15082">
                  <c:v>3.0411658548237122</c:v>
                </c:pt>
                <c:pt idx="15083">
                  <c:v>3.0416554345137046</c:v>
                </c:pt>
                <c:pt idx="15084">
                  <c:v>3.0434820811615468</c:v>
                </c:pt>
                <c:pt idx="15085">
                  <c:v>3.0443227864838813</c:v>
                </c:pt>
                <c:pt idx="15086">
                  <c:v>3.0428721326019637</c:v>
                </c:pt>
                <c:pt idx="15087">
                  <c:v>3.0426976787831741</c:v>
                </c:pt>
                <c:pt idx="15088">
                  <c:v>3.0411995086288526</c:v>
                </c:pt>
                <c:pt idx="15089">
                  <c:v>3.0400287912781621</c:v>
                </c:pt>
                <c:pt idx="15090">
                  <c:v>3.0376023903158935</c:v>
                </c:pt>
                <c:pt idx="15091">
                  <c:v>3.0375946699879717</c:v>
                </c:pt>
                <c:pt idx="15092">
                  <c:v>3.0390012625508644</c:v>
                </c:pt>
                <c:pt idx="15093">
                  <c:v>3.0392751422502409</c:v>
                </c:pt>
                <c:pt idx="15094">
                  <c:v>3.0387161222626959</c:v>
                </c:pt>
                <c:pt idx="15095">
                  <c:v>3.0409041740955272</c:v>
                </c:pt>
                <c:pt idx="15096">
                  <c:v>3.0440284756404461</c:v>
                </c:pt>
                <c:pt idx="15097">
                  <c:v>3.0448380437286198</c:v>
                </c:pt>
                <c:pt idx="15098">
                  <c:v>3.044156436876722</c:v>
                </c:pt>
                <c:pt idx="15099">
                  <c:v>3.0417264956535832</c:v>
                </c:pt>
                <c:pt idx="15100">
                  <c:v>3.0405997116606809</c:v>
                </c:pt>
                <c:pt idx="15101">
                  <c:v>3.0398277215222267</c:v>
                </c:pt>
                <c:pt idx="15102">
                  <c:v>3.039849005741194</c:v>
                </c:pt>
                <c:pt idx="15103">
                  <c:v>3.0401361934091433</c:v>
                </c:pt>
                <c:pt idx="15104">
                  <c:v>3.0386875869070065</c:v>
                </c:pt>
                <c:pt idx="15105">
                  <c:v>3.0392164080427904</c:v>
                </c:pt>
                <c:pt idx="15106">
                  <c:v>3.0401782926558782</c:v>
                </c:pt>
                <c:pt idx="15107">
                  <c:v>3.0390750535304507</c:v>
                </c:pt>
                <c:pt idx="15108">
                  <c:v>3.0372431178181758</c:v>
                </c:pt>
                <c:pt idx="15109">
                  <c:v>3.0365382646750212</c:v>
                </c:pt>
                <c:pt idx="15110">
                  <c:v>3.0370170529674212</c:v>
                </c:pt>
                <c:pt idx="15111">
                  <c:v>3.0368663999385785</c:v>
                </c:pt>
                <c:pt idx="15112">
                  <c:v>3.0376778874452968</c:v>
                </c:pt>
                <c:pt idx="15113">
                  <c:v>3.0391408256058963</c:v>
                </c:pt>
                <c:pt idx="15114">
                  <c:v>3.0395294865342124</c:v>
                </c:pt>
                <c:pt idx="15115">
                  <c:v>3.0410666422118524</c:v>
                </c:pt>
                <c:pt idx="15116">
                  <c:v>3.0430743113552801</c:v>
                </c:pt>
                <c:pt idx="15117">
                  <c:v>3.042429258763212</c:v>
                </c:pt>
                <c:pt idx="15118">
                  <c:v>3.0392266022879468</c:v>
                </c:pt>
                <c:pt idx="15119">
                  <c:v>3.0356814788906612</c:v>
                </c:pt>
                <c:pt idx="15120">
                  <c:v>3.0348845363111336</c:v>
                </c:pt>
                <c:pt idx="15121">
                  <c:v>3.0346868788548322</c:v>
                </c:pt>
                <c:pt idx="15122">
                  <c:v>3.0348815505489539</c:v>
                </c:pt>
                <c:pt idx="15123">
                  <c:v>3.0356273086339711</c:v>
                </c:pt>
                <c:pt idx="15124">
                  <c:v>3.0355830340462195</c:v>
                </c:pt>
                <c:pt idx="15125">
                  <c:v>3.0343482081161546</c:v>
                </c:pt>
                <c:pt idx="15126">
                  <c:v>3.0336105968965135</c:v>
                </c:pt>
                <c:pt idx="15127">
                  <c:v>3.0341133565938425</c:v>
                </c:pt>
                <c:pt idx="15128">
                  <c:v>3.0358548663658156</c:v>
                </c:pt>
                <c:pt idx="15129">
                  <c:v>3.0362053095382304</c:v>
                </c:pt>
                <c:pt idx="15130">
                  <c:v>3.0345658275253151</c:v>
                </c:pt>
                <c:pt idx="15131">
                  <c:v>3.033069704750774</c:v>
                </c:pt>
                <c:pt idx="15132">
                  <c:v>3.0330948704605754</c:v>
                </c:pt>
                <c:pt idx="15133">
                  <c:v>3.0343515351082977</c:v>
                </c:pt>
                <c:pt idx="15134">
                  <c:v>3.0343069619443281</c:v>
                </c:pt>
                <c:pt idx="15135">
                  <c:v>3.0335516494203354</c:v>
                </c:pt>
                <c:pt idx="15136">
                  <c:v>3.0325569214232702</c:v>
                </c:pt>
                <c:pt idx="15137">
                  <c:v>3.032585798008923</c:v>
                </c:pt>
                <c:pt idx="15138">
                  <c:v>3.0310981206759764</c:v>
                </c:pt>
                <c:pt idx="15139">
                  <c:v>3.0294297194236628</c:v>
                </c:pt>
                <c:pt idx="15140">
                  <c:v>3.0310326471767488</c:v>
                </c:pt>
                <c:pt idx="15141">
                  <c:v>3.0321195925714237</c:v>
                </c:pt>
                <c:pt idx="15142">
                  <c:v>3.0315295206572088</c:v>
                </c:pt>
                <c:pt idx="15143">
                  <c:v>3.0291145508987145</c:v>
                </c:pt>
                <c:pt idx="15144">
                  <c:v>3.0295346049836636</c:v>
                </c:pt>
                <c:pt idx="15145">
                  <c:v>3.0308511981437092</c:v>
                </c:pt>
                <c:pt idx="15146">
                  <c:v>3.0299666021173319</c:v>
                </c:pt>
                <c:pt idx="15147">
                  <c:v>3.0271397677930101</c:v>
                </c:pt>
                <c:pt idx="15148">
                  <c:v>3.0268388456190336</c:v>
                </c:pt>
                <c:pt idx="15149">
                  <c:v>3.0285708009520316</c:v>
                </c:pt>
                <c:pt idx="15150">
                  <c:v>3.0282529452411215</c:v>
                </c:pt>
                <c:pt idx="15151">
                  <c:v>3.0286434402804909</c:v>
                </c:pt>
                <c:pt idx="15152">
                  <c:v>3.0309432875800826</c:v>
                </c:pt>
                <c:pt idx="15153">
                  <c:v>3.0304981104390776</c:v>
                </c:pt>
                <c:pt idx="15154">
                  <c:v>3.0293731605572285</c:v>
                </c:pt>
                <c:pt idx="15155">
                  <c:v>3.0298494749323939</c:v>
                </c:pt>
                <c:pt idx="15156">
                  <c:v>3.0299294933588117</c:v>
                </c:pt>
                <c:pt idx="15157">
                  <c:v>3.0299594362881006</c:v>
                </c:pt>
                <c:pt idx="15158">
                  <c:v>3.0300078909429038</c:v>
                </c:pt>
                <c:pt idx="15159">
                  <c:v>3.0291546880731599</c:v>
                </c:pt>
                <c:pt idx="15160">
                  <c:v>3.0271870707966868</c:v>
                </c:pt>
                <c:pt idx="15161">
                  <c:v>3.0252445765762692</c:v>
                </c:pt>
                <c:pt idx="15162">
                  <c:v>3.0247856222754921</c:v>
                </c:pt>
                <c:pt idx="15163">
                  <c:v>3.0258056012898491</c:v>
                </c:pt>
                <c:pt idx="15164">
                  <c:v>3.0258364826015374</c:v>
                </c:pt>
                <c:pt idx="15165">
                  <c:v>3.0274769456505974</c:v>
                </c:pt>
                <c:pt idx="15166">
                  <c:v>3.0277612755176033</c:v>
                </c:pt>
                <c:pt idx="15167">
                  <c:v>3.0285814217346427</c:v>
                </c:pt>
                <c:pt idx="15168">
                  <c:v>3.0308557620944696</c:v>
                </c:pt>
                <c:pt idx="15169">
                  <c:v>3.0312009162024518</c:v>
                </c:pt>
                <c:pt idx="15170">
                  <c:v>3.0287869274801018</c:v>
                </c:pt>
                <c:pt idx="15171">
                  <c:v>3.0266303967651398</c:v>
                </c:pt>
                <c:pt idx="15172">
                  <c:v>3.02642135075881</c:v>
                </c:pt>
                <c:pt idx="15173">
                  <c:v>3.0269427927966355</c:v>
                </c:pt>
                <c:pt idx="15174">
                  <c:v>3.0267254293099479</c:v>
                </c:pt>
                <c:pt idx="15175">
                  <c:v>3.0273674961398362</c:v>
                </c:pt>
                <c:pt idx="15176">
                  <c:v>3.0262304325942861</c:v>
                </c:pt>
                <c:pt idx="15177">
                  <c:v>3.0232447557220001</c:v>
                </c:pt>
                <c:pt idx="15178">
                  <c:v>3.0223695861733617</c:v>
                </c:pt>
                <c:pt idx="15179">
                  <c:v>3.0237708896718223</c:v>
                </c:pt>
                <c:pt idx="15180">
                  <c:v>3.0251030514489479</c:v>
                </c:pt>
                <c:pt idx="15181">
                  <c:v>3.0241486312413093</c:v>
                </c:pt>
                <c:pt idx="15182">
                  <c:v>3.0225888264248484</c:v>
                </c:pt>
                <c:pt idx="15183">
                  <c:v>3.0223789273436101</c:v>
                </c:pt>
                <c:pt idx="15184">
                  <c:v>3.0222595395101646</c:v>
                </c:pt>
                <c:pt idx="15185">
                  <c:v>3.0227963368963429</c:v>
                </c:pt>
                <c:pt idx="15186">
                  <c:v>3.0233109969886454</c:v>
                </c:pt>
                <c:pt idx="15187">
                  <c:v>3.0224982298695648</c:v>
                </c:pt>
                <c:pt idx="15188">
                  <c:v>3.0213668819259021</c:v>
                </c:pt>
                <c:pt idx="15189">
                  <c:v>3.0209646144527951</c:v>
                </c:pt>
                <c:pt idx="15190">
                  <c:v>3.0218294617950403</c:v>
                </c:pt>
                <c:pt idx="15191">
                  <c:v>3.0242985165027343</c:v>
                </c:pt>
                <c:pt idx="15192">
                  <c:v>3.0286689898740007</c:v>
                </c:pt>
                <c:pt idx="15193">
                  <c:v>3.0303548791619392</c:v>
                </c:pt>
                <c:pt idx="15194">
                  <c:v>3.0270704554566938</c:v>
                </c:pt>
                <c:pt idx="15195">
                  <c:v>3.0245718843571656</c:v>
                </c:pt>
                <c:pt idx="15196">
                  <c:v>3.0245284628443225</c:v>
                </c:pt>
                <c:pt idx="15197">
                  <c:v>3.0248691809627801</c:v>
                </c:pt>
                <c:pt idx="15198">
                  <c:v>3.0243620705834178</c:v>
                </c:pt>
                <c:pt idx="15199">
                  <c:v>3.0228371565307151</c:v>
                </c:pt>
                <c:pt idx="15200">
                  <c:v>3.0222892691707259</c:v>
                </c:pt>
                <c:pt idx="15201">
                  <c:v>3.0230142975354668</c:v>
                </c:pt>
                <c:pt idx="15202">
                  <c:v>3.0233749349530381</c:v>
                </c:pt>
                <c:pt idx="15203">
                  <c:v>3.0224318606416829</c:v>
                </c:pt>
                <c:pt idx="15204">
                  <c:v>3.0224798887590318</c:v>
                </c:pt>
                <c:pt idx="15205">
                  <c:v>3.024616884058589</c:v>
                </c:pt>
                <c:pt idx="15206">
                  <c:v>3.0264916867850165</c:v>
                </c:pt>
                <c:pt idx="15207">
                  <c:v>3.0253729643499994</c:v>
                </c:pt>
                <c:pt idx="15208">
                  <c:v>3.022909753205429</c:v>
                </c:pt>
                <c:pt idx="15209">
                  <c:v>3.0239205616645197</c:v>
                </c:pt>
                <c:pt idx="15210">
                  <c:v>3.0275928785306636</c:v>
                </c:pt>
                <c:pt idx="15211">
                  <c:v>3.0289891915409091</c:v>
                </c:pt>
                <c:pt idx="15212">
                  <c:v>3.0257947245847658</c:v>
                </c:pt>
                <c:pt idx="15213">
                  <c:v>3.0227286880560982</c:v>
                </c:pt>
                <c:pt idx="15214">
                  <c:v>3.0245575100449571</c:v>
                </c:pt>
                <c:pt idx="15215">
                  <c:v>3.0256073040273668</c:v>
                </c:pt>
                <c:pt idx="15216">
                  <c:v>3.0258970509200411</c:v>
                </c:pt>
                <c:pt idx="15217">
                  <c:v>3.0263687586907007</c:v>
                </c:pt>
                <c:pt idx="15218">
                  <c:v>3.0266393540516794</c:v>
                </c:pt>
                <c:pt idx="15219">
                  <c:v>3.026187906810097</c:v>
                </c:pt>
                <c:pt idx="15220">
                  <c:v>3.0244947237316908</c:v>
                </c:pt>
                <c:pt idx="15221">
                  <c:v>3.0238876756267969</c:v>
                </c:pt>
                <c:pt idx="15222">
                  <c:v>3.0218314238673298</c:v>
                </c:pt>
                <c:pt idx="15223">
                  <c:v>3.0195634389155712</c:v>
                </c:pt>
                <c:pt idx="15224">
                  <c:v>3.0197111914897246</c:v>
                </c:pt>
                <c:pt idx="15225">
                  <c:v>3.0204630917140833</c:v>
                </c:pt>
                <c:pt idx="15226">
                  <c:v>3.0195940216510411</c:v>
                </c:pt>
                <c:pt idx="15227">
                  <c:v>3.0188598653847794</c:v>
                </c:pt>
                <c:pt idx="15228">
                  <c:v>3.0211716130793445</c:v>
                </c:pt>
                <c:pt idx="15229">
                  <c:v>3.0223006150670089</c:v>
                </c:pt>
                <c:pt idx="15230">
                  <c:v>3.0205060013819813</c:v>
                </c:pt>
                <c:pt idx="15231">
                  <c:v>3.0186067580594251</c:v>
                </c:pt>
                <c:pt idx="15232">
                  <c:v>3.0166703206708583</c:v>
                </c:pt>
                <c:pt idx="15233">
                  <c:v>3.0168542436211325</c:v>
                </c:pt>
                <c:pt idx="15234">
                  <c:v>3.0209182924852631</c:v>
                </c:pt>
                <c:pt idx="15235">
                  <c:v>3.0240099639149314</c:v>
                </c:pt>
                <c:pt idx="15236">
                  <c:v>3.0234175460447181</c:v>
                </c:pt>
                <c:pt idx="15237">
                  <c:v>3.0201000656867678</c:v>
                </c:pt>
                <c:pt idx="15238">
                  <c:v>3.0177166596998881</c:v>
                </c:pt>
                <c:pt idx="15239">
                  <c:v>3.0183823567047421</c:v>
                </c:pt>
                <c:pt idx="15240">
                  <c:v>3.0193577199013846</c:v>
                </c:pt>
                <c:pt idx="15241">
                  <c:v>3.0192084317923955</c:v>
                </c:pt>
                <c:pt idx="15242">
                  <c:v>3.0194517714100475</c:v>
                </c:pt>
                <c:pt idx="15243">
                  <c:v>3.0202815573735529</c:v>
                </c:pt>
                <c:pt idx="15244">
                  <c:v>3.0220573181031027</c:v>
                </c:pt>
                <c:pt idx="15245">
                  <c:v>3.0229092840142293</c:v>
                </c:pt>
                <c:pt idx="15246">
                  <c:v>3.0225209216621312</c:v>
                </c:pt>
                <c:pt idx="15247">
                  <c:v>3.0236048812946263</c:v>
                </c:pt>
                <c:pt idx="15248">
                  <c:v>3.0227697636129429</c:v>
                </c:pt>
                <c:pt idx="15249">
                  <c:v>3.020012710816137</c:v>
                </c:pt>
                <c:pt idx="15250">
                  <c:v>3.022020465267055</c:v>
                </c:pt>
                <c:pt idx="15251">
                  <c:v>3.0247582385709291</c:v>
                </c:pt>
                <c:pt idx="15252">
                  <c:v>3.0242855924178702</c:v>
                </c:pt>
                <c:pt idx="15253">
                  <c:v>3.0232957696015288</c:v>
                </c:pt>
                <c:pt idx="15254">
                  <c:v>3.0249216450696537</c:v>
                </c:pt>
                <c:pt idx="15255">
                  <c:v>3.0260544432406609</c:v>
                </c:pt>
                <c:pt idx="15256">
                  <c:v>3.0243569947877122</c:v>
                </c:pt>
                <c:pt idx="15257">
                  <c:v>3.0226812570911852</c:v>
                </c:pt>
                <c:pt idx="15258">
                  <c:v>3.0200060141781049</c:v>
                </c:pt>
                <c:pt idx="15259">
                  <c:v>3.0196782201445109</c:v>
                </c:pt>
                <c:pt idx="15260">
                  <c:v>3.0208355442191377</c:v>
                </c:pt>
                <c:pt idx="15261">
                  <c:v>3.0223325200685873</c:v>
                </c:pt>
                <c:pt idx="15262">
                  <c:v>3.0237500746440547</c:v>
                </c:pt>
                <c:pt idx="15263">
                  <c:v>3.0233080538802111</c:v>
                </c:pt>
                <c:pt idx="15264">
                  <c:v>3.0239421018059596</c:v>
                </c:pt>
                <c:pt idx="15265">
                  <c:v>3.022288074865854</c:v>
                </c:pt>
                <c:pt idx="15266">
                  <c:v>3.0203570971567015</c:v>
                </c:pt>
                <c:pt idx="15267">
                  <c:v>3.0198138590549637</c:v>
                </c:pt>
                <c:pt idx="15268">
                  <c:v>3.0215422314733456</c:v>
                </c:pt>
                <c:pt idx="15269">
                  <c:v>3.023098879912645</c:v>
                </c:pt>
                <c:pt idx="15270">
                  <c:v>3.0250124122399189</c:v>
                </c:pt>
                <c:pt idx="15271">
                  <c:v>3.025089146327939</c:v>
                </c:pt>
                <c:pt idx="15272">
                  <c:v>3.0227088540644753</c:v>
                </c:pt>
                <c:pt idx="15273">
                  <c:v>3.0204598926831765</c:v>
                </c:pt>
                <c:pt idx="15274">
                  <c:v>3.0195825477935219</c:v>
                </c:pt>
                <c:pt idx="15275">
                  <c:v>3.0189434667258133</c:v>
                </c:pt>
                <c:pt idx="15276">
                  <c:v>3.0176498639345519</c:v>
                </c:pt>
                <c:pt idx="15277">
                  <c:v>3.0167219317028229</c:v>
                </c:pt>
                <c:pt idx="15278">
                  <c:v>3.0192974501590983</c:v>
                </c:pt>
                <c:pt idx="15279">
                  <c:v>3.0199104271346067</c:v>
                </c:pt>
                <c:pt idx="15280">
                  <c:v>3.0204269213379629</c:v>
                </c:pt>
                <c:pt idx="15281">
                  <c:v>3.0229329568429404</c:v>
                </c:pt>
                <c:pt idx="15282">
                  <c:v>3.0284448444417906</c:v>
                </c:pt>
                <c:pt idx="15283">
                  <c:v>3.0306035078440239</c:v>
                </c:pt>
                <c:pt idx="15284">
                  <c:v>3.0293376299872894</c:v>
                </c:pt>
                <c:pt idx="15285">
                  <c:v>3.028337911502009</c:v>
                </c:pt>
                <c:pt idx="15286">
                  <c:v>3.0251488189177893</c:v>
                </c:pt>
                <c:pt idx="15287">
                  <c:v>3.023426631292494</c:v>
                </c:pt>
                <c:pt idx="15288">
                  <c:v>3.0251374303677605</c:v>
                </c:pt>
                <c:pt idx="15289">
                  <c:v>3.0259239227796595</c:v>
                </c:pt>
                <c:pt idx="15290">
                  <c:v>3.0258763211997644</c:v>
                </c:pt>
                <c:pt idx="15291">
                  <c:v>3.024351748377025</c:v>
                </c:pt>
                <c:pt idx="15292">
                  <c:v>3.0226786125589689</c:v>
                </c:pt>
                <c:pt idx="15293">
                  <c:v>3.0192217397609684</c:v>
                </c:pt>
                <c:pt idx="15294">
                  <c:v>3.0183114661798451</c:v>
                </c:pt>
                <c:pt idx="15295">
                  <c:v>3.0206634363563465</c:v>
                </c:pt>
                <c:pt idx="15296">
                  <c:v>3.0229861034097403</c:v>
                </c:pt>
                <c:pt idx="15297">
                  <c:v>3.0251849892939098</c:v>
                </c:pt>
                <c:pt idx="15298">
                  <c:v>3.0247145611356134</c:v>
                </c:pt>
                <c:pt idx="15299">
                  <c:v>3.0225525707412366</c:v>
                </c:pt>
                <c:pt idx="15300">
                  <c:v>3.0230657806061951</c:v>
                </c:pt>
                <c:pt idx="15301">
                  <c:v>3.0250234169062384</c:v>
                </c:pt>
                <c:pt idx="15302">
                  <c:v>3.0257903312489871</c:v>
                </c:pt>
                <c:pt idx="15303">
                  <c:v>3.0252493964495022</c:v>
                </c:pt>
                <c:pt idx="15304">
                  <c:v>3.025687066531312</c:v>
                </c:pt>
                <c:pt idx="15305">
                  <c:v>3.0275114951843922</c:v>
                </c:pt>
                <c:pt idx="15306">
                  <c:v>3.0298180391220151</c:v>
                </c:pt>
                <c:pt idx="15307">
                  <c:v>3.0311364237393685</c:v>
                </c:pt>
                <c:pt idx="15308">
                  <c:v>3.0310988031359032</c:v>
                </c:pt>
                <c:pt idx="15309">
                  <c:v>3.0289728551564115</c:v>
                </c:pt>
                <c:pt idx="15310">
                  <c:v>3.0251670320670856</c:v>
                </c:pt>
                <c:pt idx="15311">
                  <c:v>3.0242404221014647</c:v>
                </c:pt>
                <c:pt idx="15312">
                  <c:v>3.0229273692022898</c:v>
                </c:pt>
                <c:pt idx="15313">
                  <c:v>3.0228490142719431</c:v>
                </c:pt>
                <c:pt idx="15314">
                  <c:v>3.022316055722853</c:v>
                </c:pt>
                <c:pt idx="15315">
                  <c:v>3.0207105260912961</c:v>
                </c:pt>
                <c:pt idx="15316">
                  <c:v>3.0224869692807728</c:v>
                </c:pt>
                <c:pt idx="15317">
                  <c:v>3.0245644199517159</c:v>
                </c:pt>
                <c:pt idx="15318">
                  <c:v>3.0253043344736099</c:v>
                </c:pt>
                <c:pt idx="15319">
                  <c:v>3.0222972454211203</c:v>
                </c:pt>
                <c:pt idx="15320">
                  <c:v>3.0205081340692526</c:v>
                </c:pt>
                <c:pt idx="15321">
                  <c:v>3.0188046287844537</c:v>
                </c:pt>
                <c:pt idx="15322">
                  <c:v>3.0158593450090851</c:v>
                </c:pt>
                <c:pt idx="15323">
                  <c:v>3.0157517722631226</c:v>
                </c:pt>
                <c:pt idx="15324">
                  <c:v>3.0153325712530816</c:v>
                </c:pt>
                <c:pt idx="15325">
                  <c:v>3.0144505344514303</c:v>
                </c:pt>
                <c:pt idx="15326">
                  <c:v>3.0156397635276355</c:v>
                </c:pt>
                <c:pt idx="15327">
                  <c:v>3.0165892359008044</c:v>
                </c:pt>
                <c:pt idx="15328">
                  <c:v>3.019083925509499</c:v>
                </c:pt>
                <c:pt idx="15329">
                  <c:v>3.0191379251512074</c:v>
                </c:pt>
                <c:pt idx="15330">
                  <c:v>3.0162871194219565</c:v>
                </c:pt>
                <c:pt idx="15331">
                  <c:v>3.015829231464815</c:v>
                </c:pt>
                <c:pt idx="15332">
                  <c:v>3.0182948312191296</c:v>
                </c:pt>
                <c:pt idx="15333">
                  <c:v>3.020041502094299</c:v>
                </c:pt>
                <c:pt idx="15334">
                  <c:v>3.0189194526671388</c:v>
                </c:pt>
                <c:pt idx="15335">
                  <c:v>3.0192051474539978</c:v>
                </c:pt>
                <c:pt idx="15336">
                  <c:v>3.0187608233879017</c:v>
                </c:pt>
                <c:pt idx="15337">
                  <c:v>3.0212007455874699</c:v>
                </c:pt>
                <c:pt idx="15338">
                  <c:v>3.0232370353940778</c:v>
                </c:pt>
                <c:pt idx="15339">
                  <c:v>3.0240946742533463</c:v>
                </c:pt>
                <c:pt idx="15340">
                  <c:v>3.0248120675976558</c:v>
                </c:pt>
                <c:pt idx="15341">
                  <c:v>3.0238642587205584</c:v>
                </c:pt>
                <c:pt idx="15342">
                  <c:v>3.0227319723944959</c:v>
                </c:pt>
                <c:pt idx="15343">
                  <c:v>3.0233836363171052</c:v>
                </c:pt>
                <c:pt idx="15344">
                  <c:v>3.0210535901657525</c:v>
                </c:pt>
                <c:pt idx="15345">
                  <c:v>3.0189375378551992</c:v>
                </c:pt>
                <c:pt idx="15346">
                  <c:v>3.0195225339737082</c:v>
                </c:pt>
                <c:pt idx="15347">
                  <c:v>3.021170162852</c:v>
                </c:pt>
                <c:pt idx="15348">
                  <c:v>3.0214620850856915</c:v>
                </c:pt>
                <c:pt idx="15349">
                  <c:v>3.0199139247417315</c:v>
                </c:pt>
                <c:pt idx="15350">
                  <c:v>3.0195634389155712</c:v>
                </c:pt>
                <c:pt idx="15351">
                  <c:v>3.0200487105772758</c:v>
                </c:pt>
                <c:pt idx="15352">
                  <c:v>3.0211643192888769</c:v>
                </c:pt>
                <c:pt idx="15353">
                  <c:v>3.0231795807989901</c:v>
                </c:pt>
                <c:pt idx="15354">
                  <c:v>3.0237680318708784</c:v>
                </c:pt>
                <c:pt idx="15355">
                  <c:v>3.02349892939099</c:v>
                </c:pt>
                <c:pt idx="15356">
                  <c:v>3.0223014254881719</c:v>
                </c:pt>
                <c:pt idx="15357">
                  <c:v>3.0201481791116076</c:v>
                </c:pt>
                <c:pt idx="15358">
                  <c:v>3.0187532310212162</c:v>
                </c:pt>
                <c:pt idx="15359">
                  <c:v>3.018088515052507</c:v>
                </c:pt>
                <c:pt idx="15360">
                  <c:v>3.0194951076153997</c:v>
                </c:pt>
                <c:pt idx="15361">
                  <c:v>3.020695597280397</c:v>
                </c:pt>
                <c:pt idx="15362">
                  <c:v>3.021425957363316</c:v>
                </c:pt>
                <c:pt idx="15363">
                  <c:v>3.0216908371224078</c:v>
                </c:pt>
                <c:pt idx="15364">
                  <c:v>3.0224667087516957</c:v>
                </c:pt>
                <c:pt idx="15365">
                  <c:v>3.0233515180467996</c:v>
                </c:pt>
                <c:pt idx="15366">
                  <c:v>3.0215729421700521</c:v>
                </c:pt>
                <c:pt idx="15367">
                  <c:v>3.0213934125555566</c:v>
                </c:pt>
                <c:pt idx="15368">
                  <c:v>3.0238640454518313</c:v>
                </c:pt>
                <c:pt idx="15369">
                  <c:v>3.0244190133335609</c:v>
                </c:pt>
                <c:pt idx="15370">
                  <c:v>3.0242714313743888</c:v>
                </c:pt>
                <c:pt idx="15371">
                  <c:v>3.0243721368673384</c:v>
                </c:pt>
                <c:pt idx="15372">
                  <c:v>3.0248753657558671</c:v>
                </c:pt>
                <c:pt idx="15373">
                  <c:v>3.0256991375412676</c:v>
                </c:pt>
                <c:pt idx="15374">
                  <c:v>3.0239772911459357</c:v>
                </c:pt>
                <c:pt idx="15375">
                  <c:v>3.0227163611236705</c:v>
                </c:pt>
                <c:pt idx="15376">
                  <c:v>3.0224594149612276</c:v>
                </c:pt>
                <c:pt idx="15377">
                  <c:v>3.0218051918138933</c:v>
                </c:pt>
                <c:pt idx="15378">
                  <c:v>3.0225535944311268</c:v>
                </c:pt>
                <c:pt idx="15379">
                  <c:v>3.0205791099016404</c:v>
                </c:pt>
                <c:pt idx="15380">
                  <c:v>3.0186440374329271</c:v>
                </c:pt>
                <c:pt idx="15381">
                  <c:v>3.0208435204695325</c:v>
                </c:pt>
                <c:pt idx="15382">
                  <c:v>3.0251110276993423</c:v>
                </c:pt>
                <c:pt idx="15383">
                  <c:v>3.0264707437960126</c:v>
                </c:pt>
                <c:pt idx="15384">
                  <c:v>3.0250986581131691</c:v>
                </c:pt>
                <c:pt idx="15385">
                  <c:v>3.0242340666933964</c:v>
                </c:pt>
                <c:pt idx="15386">
                  <c:v>3.0245145577233137</c:v>
                </c:pt>
                <c:pt idx="15387">
                  <c:v>3.0249913839434242</c:v>
                </c:pt>
                <c:pt idx="15388">
                  <c:v>3.0251112409680694</c:v>
                </c:pt>
                <c:pt idx="15389">
                  <c:v>3.0259438420787728</c:v>
                </c:pt>
                <c:pt idx="15390">
                  <c:v>3.0254743523028758</c:v>
                </c:pt>
                <c:pt idx="15391">
                  <c:v>3.024321549525264</c:v>
                </c:pt>
                <c:pt idx="15392">
                  <c:v>3.0222394922498146</c:v>
                </c:pt>
                <c:pt idx="15393">
                  <c:v>3.0211259735717393</c:v>
                </c:pt>
                <c:pt idx="15394">
                  <c:v>3.0216101362360628</c:v>
                </c:pt>
                <c:pt idx="15395">
                  <c:v>3.0211038362778635</c:v>
                </c:pt>
                <c:pt idx="15396">
                  <c:v>3.0215679090280916</c:v>
                </c:pt>
                <c:pt idx="15397">
                  <c:v>3.0217080265818144</c:v>
                </c:pt>
                <c:pt idx="15398">
                  <c:v>3.0199524837275962</c:v>
                </c:pt>
                <c:pt idx="15399">
                  <c:v>3.0187277240814514</c:v>
                </c:pt>
                <c:pt idx="15400">
                  <c:v>3.0187516101788896</c:v>
                </c:pt>
                <c:pt idx="15401">
                  <c:v>3.0196048557023794</c:v>
                </c:pt>
                <c:pt idx="15402">
                  <c:v>3.0193022273785863</c:v>
                </c:pt>
                <c:pt idx="15403">
                  <c:v>3.0192554362198543</c:v>
                </c:pt>
                <c:pt idx="15404">
                  <c:v>3.0199825546181209</c:v>
                </c:pt>
                <c:pt idx="15405">
                  <c:v>3.020187207288672</c:v>
                </c:pt>
                <c:pt idx="15406">
                  <c:v>3.0207058341792994</c:v>
                </c:pt>
                <c:pt idx="15407">
                  <c:v>3.0208130230415531</c:v>
                </c:pt>
                <c:pt idx="15408">
                  <c:v>3.0213529341511478</c:v>
                </c:pt>
                <c:pt idx="15409">
                  <c:v>3.0224455524939646</c:v>
                </c:pt>
                <c:pt idx="15410">
                  <c:v>3.0243743975158459</c:v>
                </c:pt>
                <c:pt idx="15411">
                  <c:v>3.0283988210504766</c:v>
                </c:pt>
                <c:pt idx="15412">
                  <c:v>3.0320203799595644</c:v>
                </c:pt>
                <c:pt idx="15413">
                  <c:v>3.0338796140689115</c:v>
                </c:pt>
                <c:pt idx="15414">
                  <c:v>3.0342174317326807</c:v>
                </c:pt>
                <c:pt idx="15415">
                  <c:v>3.0322899089769071</c:v>
                </c:pt>
                <c:pt idx="15416">
                  <c:v>3.0277933084804176</c:v>
                </c:pt>
                <c:pt idx="15417">
                  <c:v>3.0238023254822006</c:v>
                </c:pt>
                <c:pt idx="15418">
                  <c:v>3.0232848075889542</c:v>
                </c:pt>
                <c:pt idx="15419">
                  <c:v>3.0237232880919271</c:v>
                </c:pt>
                <c:pt idx="15420">
                  <c:v>3.0240437030275626</c:v>
                </c:pt>
                <c:pt idx="15421">
                  <c:v>3.0243154926934133</c:v>
                </c:pt>
                <c:pt idx="15422">
                  <c:v>3.0240715985770712</c:v>
                </c:pt>
                <c:pt idx="15423">
                  <c:v>3.0236918096278034</c:v>
                </c:pt>
                <c:pt idx="15424">
                  <c:v>3.0227143137438897</c:v>
                </c:pt>
                <c:pt idx="15425">
                  <c:v>3.020260017232113</c:v>
                </c:pt>
                <c:pt idx="15426">
                  <c:v>3.0182411301536387</c:v>
                </c:pt>
                <c:pt idx="15427">
                  <c:v>3.0196633766411027</c:v>
                </c:pt>
                <c:pt idx="15428">
                  <c:v>3.0232372913165504</c:v>
                </c:pt>
                <c:pt idx="15429">
                  <c:v>3.0266831167944859</c:v>
                </c:pt>
                <c:pt idx="15430">
                  <c:v>3.0267024815949091</c:v>
                </c:pt>
                <c:pt idx="15431">
                  <c:v>3.0244763826211578</c:v>
                </c:pt>
                <c:pt idx="15432">
                  <c:v>3.0226296460592206</c:v>
                </c:pt>
                <c:pt idx="15433">
                  <c:v>3.0222976293048291</c:v>
                </c:pt>
                <c:pt idx="15434">
                  <c:v>3.023506564411421</c:v>
                </c:pt>
                <c:pt idx="15435">
                  <c:v>3.0243641606169436</c:v>
                </c:pt>
                <c:pt idx="15436">
                  <c:v>3.0215739232061969</c:v>
                </c:pt>
                <c:pt idx="15437">
                  <c:v>3.0203956987963112</c:v>
                </c:pt>
                <c:pt idx="15438">
                  <c:v>3.0184241147215136</c:v>
                </c:pt>
                <c:pt idx="15439">
                  <c:v>3.0167922250752839</c:v>
                </c:pt>
                <c:pt idx="15440">
                  <c:v>3.0186298763894457</c:v>
                </c:pt>
                <c:pt idx="15441">
                  <c:v>3.0223955196505807</c:v>
                </c:pt>
                <c:pt idx="15442">
                  <c:v>3.0255251529136773</c:v>
                </c:pt>
                <c:pt idx="15443">
                  <c:v>3.023585900377912</c:v>
                </c:pt>
                <c:pt idx="15444">
                  <c:v>3.0193961935797584</c:v>
                </c:pt>
                <c:pt idx="15445">
                  <c:v>3.0182518788974861</c:v>
                </c:pt>
                <c:pt idx="15446">
                  <c:v>3.0190104331061312</c:v>
                </c:pt>
                <c:pt idx="15447">
                  <c:v>3.0203079173882257</c:v>
                </c:pt>
                <c:pt idx="15448">
                  <c:v>3.0205133378261944</c:v>
                </c:pt>
                <c:pt idx="15449">
                  <c:v>3.0199165266202024</c:v>
                </c:pt>
                <c:pt idx="15450">
                  <c:v>3.0208160514574787</c:v>
                </c:pt>
                <c:pt idx="15451">
                  <c:v>3.0224251213499058</c:v>
                </c:pt>
                <c:pt idx="15452">
                  <c:v>3.0240274092968105</c:v>
                </c:pt>
                <c:pt idx="15453">
                  <c:v>3.0233814183223431</c:v>
                </c:pt>
                <c:pt idx="15454">
                  <c:v>3.0221917627086836</c:v>
                </c:pt>
                <c:pt idx="15455">
                  <c:v>3.0209193161751533</c:v>
                </c:pt>
                <c:pt idx="15456">
                  <c:v>3.0210625047985462</c:v>
                </c:pt>
                <c:pt idx="15457">
                  <c:v>3.021997901435725</c:v>
                </c:pt>
                <c:pt idx="15458">
                  <c:v>3.0211207698147975</c:v>
                </c:pt>
                <c:pt idx="15459">
                  <c:v>3.0186634022333503</c:v>
                </c:pt>
                <c:pt idx="15460">
                  <c:v>3.0186468525801251</c:v>
                </c:pt>
                <c:pt idx="15461">
                  <c:v>3.0197622480229991</c:v>
                </c:pt>
                <c:pt idx="15462">
                  <c:v>3.0188979551794444</c:v>
                </c:pt>
                <c:pt idx="15463">
                  <c:v>3.0194025063340812</c:v>
                </c:pt>
                <c:pt idx="15464">
                  <c:v>3.0217756327683132</c:v>
                </c:pt>
                <c:pt idx="15465">
                  <c:v>3.0228909855574417</c:v>
                </c:pt>
                <c:pt idx="15466">
                  <c:v>3.02365585252041</c:v>
                </c:pt>
                <c:pt idx="15467">
                  <c:v>3.0231613676496933</c:v>
                </c:pt>
                <c:pt idx="15468">
                  <c:v>3.0229522363358727</c:v>
                </c:pt>
                <c:pt idx="15469">
                  <c:v>3.0243558857903312</c:v>
                </c:pt>
                <c:pt idx="15470">
                  <c:v>3.0236410943244927</c:v>
                </c:pt>
                <c:pt idx="15471">
                  <c:v>3.0245660834477874</c:v>
                </c:pt>
                <c:pt idx="15472">
                  <c:v>3.0272005067264955</c:v>
                </c:pt>
                <c:pt idx="15473">
                  <c:v>3.0281620074558746</c:v>
                </c:pt>
                <c:pt idx="15474">
                  <c:v>3.0275538076998543</c:v>
                </c:pt>
                <c:pt idx="15475">
                  <c:v>3.0267592110763246</c:v>
                </c:pt>
                <c:pt idx="15476">
                  <c:v>3.0269008215111368</c:v>
                </c:pt>
                <c:pt idx="15477">
                  <c:v>3.0286559378279008</c:v>
                </c:pt>
                <c:pt idx="15478">
                  <c:v>3.0301409706286311</c:v>
                </c:pt>
                <c:pt idx="15479">
                  <c:v>3.0290746269929962</c:v>
                </c:pt>
                <c:pt idx="15480">
                  <c:v>3.0271117869360107</c:v>
                </c:pt>
                <c:pt idx="15481">
                  <c:v>3.0259443539237179</c:v>
                </c:pt>
                <c:pt idx="15482">
                  <c:v>3.027494945531167</c:v>
                </c:pt>
                <c:pt idx="15483">
                  <c:v>3.0288191737116437</c:v>
                </c:pt>
                <c:pt idx="15484">
                  <c:v>3.0271348199585404</c:v>
                </c:pt>
                <c:pt idx="15485">
                  <c:v>3.0264356824172731</c:v>
                </c:pt>
                <c:pt idx="15486">
                  <c:v>3.0247778166400794</c:v>
                </c:pt>
                <c:pt idx="15487">
                  <c:v>3.0224708461650018</c:v>
                </c:pt>
                <c:pt idx="15488">
                  <c:v>3.0217035905922898</c:v>
                </c:pt>
                <c:pt idx="15489">
                  <c:v>3.0211112153758219</c:v>
                </c:pt>
                <c:pt idx="15490">
                  <c:v>3.0222031939124574</c:v>
                </c:pt>
                <c:pt idx="15491">
                  <c:v>3.025904430018</c:v>
                </c:pt>
                <c:pt idx="15492">
                  <c:v>3.0250531465668002</c:v>
                </c:pt>
                <c:pt idx="15493">
                  <c:v>3.0231785997628453</c:v>
                </c:pt>
                <c:pt idx="15494">
                  <c:v>3.0228685070336025</c:v>
                </c:pt>
                <c:pt idx="15495">
                  <c:v>3.0226615084070532</c:v>
                </c:pt>
                <c:pt idx="15496">
                  <c:v>3.0248798443991367</c:v>
                </c:pt>
                <c:pt idx="15497">
                  <c:v>3.0265492266875955</c:v>
                </c:pt>
                <c:pt idx="15498">
                  <c:v>3.0256142992416164</c:v>
                </c:pt>
                <c:pt idx="15499">
                  <c:v>3.0274168891770388</c:v>
                </c:pt>
                <c:pt idx="15500">
                  <c:v>3.0253303532583198</c:v>
                </c:pt>
                <c:pt idx="15501">
                  <c:v>3.02149202801498</c:v>
                </c:pt>
                <c:pt idx="15502">
                  <c:v>3.0209586429284356</c:v>
                </c:pt>
                <c:pt idx="15503">
                  <c:v>3.0221468056610052</c:v>
                </c:pt>
                <c:pt idx="15504">
                  <c:v>3.023461948593706</c:v>
                </c:pt>
                <c:pt idx="15505">
                  <c:v>3.0229302696569786</c:v>
                </c:pt>
                <c:pt idx="15506">
                  <c:v>3.0199394316814958</c:v>
                </c:pt>
                <c:pt idx="15507">
                  <c:v>3.0169636931318937</c:v>
                </c:pt>
                <c:pt idx="15508">
                  <c:v>3.015971524359554</c:v>
                </c:pt>
                <c:pt idx="15509">
                  <c:v>3.0182523480886858</c:v>
                </c:pt>
                <c:pt idx="15510">
                  <c:v>3.0203217372017437</c:v>
                </c:pt>
                <c:pt idx="15511">
                  <c:v>3.0218267319553331</c:v>
                </c:pt>
                <c:pt idx="15512">
                  <c:v>3.0232419832285471</c:v>
                </c:pt>
                <c:pt idx="15513">
                  <c:v>3.022825042867014</c:v>
                </c:pt>
                <c:pt idx="15514">
                  <c:v>3.0216877233989918</c:v>
                </c:pt>
                <c:pt idx="15515">
                  <c:v>3.0206830997329877</c:v>
                </c:pt>
                <c:pt idx="15516">
                  <c:v>3.0209533112102576</c:v>
                </c:pt>
                <c:pt idx="15517">
                  <c:v>3.020906221475308</c:v>
                </c:pt>
                <c:pt idx="15518">
                  <c:v>3.0176978493981554</c:v>
                </c:pt>
                <c:pt idx="15519">
                  <c:v>3.0147587930696194</c:v>
                </c:pt>
                <c:pt idx="15520">
                  <c:v>3.0130824582206563</c:v>
                </c:pt>
                <c:pt idx="15521">
                  <c:v>3.0138549175503102</c:v>
                </c:pt>
                <c:pt idx="15522">
                  <c:v>3.0184254796413672</c:v>
                </c:pt>
                <c:pt idx="15523">
                  <c:v>3.0217218463953319</c:v>
                </c:pt>
                <c:pt idx="15524">
                  <c:v>3.0236727007498527</c:v>
                </c:pt>
                <c:pt idx="15525">
                  <c:v>3.0248168874708887</c:v>
                </c:pt>
                <c:pt idx="15526">
                  <c:v>3.0242931847845558</c:v>
                </c:pt>
                <c:pt idx="15527">
                  <c:v>3.0207942553935663</c:v>
                </c:pt>
                <c:pt idx="15528">
                  <c:v>3.0197383619255609</c:v>
                </c:pt>
                <c:pt idx="15529">
                  <c:v>3.0226002576286222</c:v>
                </c:pt>
                <c:pt idx="15530">
                  <c:v>3.0251375583289968</c:v>
                </c:pt>
                <c:pt idx="15531">
                  <c:v>3.0272352695290174</c:v>
                </c:pt>
                <c:pt idx="15532">
                  <c:v>3.024724968649497</c:v>
                </c:pt>
                <c:pt idx="15533">
                  <c:v>3.020351466862305</c:v>
                </c:pt>
                <c:pt idx="15534">
                  <c:v>3.0208292741185603</c:v>
                </c:pt>
                <c:pt idx="15535">
                  <c:v>3.0209289132678743</c:v>
                </c:pt>
                <c:pt idx="15536">
                  <c:v>3.0199309435861563</c:v>
                </c:pt>
                <c:pt idx="15537">
                  <c:v>3.0214535969903515</c:v>
                </c:pt>
                <c:pt idx="15538">
                  <c:v>3.0235425215188148</c:v>
                </c:pt>
                <c:pt idx="15539">
                  <c:v>3.0231841874034959</c:v>
                </c:pt>
                <c:pt idx="15540">
                  <c:v>3.0227745408324305</c:v>
                </c:pt>
                <c:pt idx="15541">
                  <c:v>3.0210719312762855</c:v>
                </c:pt>
                <c:pt idx="15542">
                  <c:v>3.0208811837267429</c:v>
                </c:pt>
                <c:pt idx="15543">
                  <c:v>3.0210736374261025</c:v>
                </c:pt>
                <c:pt idx="15544">
                  <c:v>3.0178805353898124</c:v>
                </c:pt>
                <c:pt idx="15545">
                  <c:v>3.0152362590959112</c:v>
                </c:pt>
                <c:pt idx="15546">
                  <c:v>3.0155722853023725</c:v>
                </c:pt>
                <c:pt idx="15547">
                  <c:v>3.0186334166503159</c:v>
                </c:pt>
                <c:pt idx="15548">
                  <c:v>3.0207393173694581</c:v>
                </c:pt>
                <c:pt idx="15549">
                  <c:v>3.0190480537095961</c:v>
                </c:pt>
                <c:pt idx="15550">
                  <c:v>3.0191927352140793</c:v>
                </c:pt>
                <c:pt idx="15551">
                  <c:v>3.0199430145961115</c:v>
                </c:pt>
                <c:pt idx="15552">
                  <c:v>3.0187865435963932</c:v>
                </c:pt>
                <c:pt idx="15553">
                  <c:v>3.0201312455746741</c:v>
                </c:pt>
                <c:pt idx="15554">
                  <c:v>3.0215364305639678</c:v>
                </c:pt>
                <c:pt idx="15555">
                  <c:v>3.0210402395434341</c:v>
                </c:pt>
                <c:pt idx="15556">
                  <c:v>3.0221966678894074</c:v>
                </c:pt>
                <c:pt idx="15557">
                  <c:v>3.0209420932752105</c:v>
                </c:pt>
                <c:pt idx="15558">
                  <c:v>3.0184585362940721</c:v>
                </c:pt>
                <c:pt idx="15559">
                  <c:v>3.0185753649027922</c:v>
                </c:pt>
                <c:pt idx="15560">
                  <c:v>3.0206415976386887</c:v>
                </c:pt>
                <c:pt idx="15561">
                  <c:v>3.0221562747924895</c:v>
                </c:pt>
                <c:pt idx="15562">
                  <c:v>3.0204953379456252</c:v>
                </c:pt>
                <c:pt idx="15563">
                  <c:v>3.018987357429856</c:v>
                </c:pt>
                <c:pt idx="15564">
                  <c:v>3.020716540269401</c:v>
                </c:pt>
                <c:pt idx="15565">
                  <c:v>3.0227665645820361</c:v>
                </c:pt>
                <c:pt idx="15566">
                  <c:v>3.0245012071009953</c:v>
                </c:pt>
                <c:pt idx="15567">
                  <c:v>3.0237860744051934</c:v>
                </c:pt>
                <c:pt idx="15568">
                  <c:v>3.0208826766078327</c:v>
                </c:pt>
                <c:pt idx="15569">
                  <c:v>3.0176200063127543</c:v>
                </c:pt>
                <c:pt idx="15570">
                  <c:v>3.0164980848468304</c:v>
                </c:pt>
                <c:pt idx="15571">
                  <c:v>3.018180263258917</c:v>
                </c:pt>
                <c:pt idx="15572">
                  <c:v>3.0194352217568223</c:v>
                </c:pt>
                <c:pt idx="15573">
                  <c:v>3.018571526065704</c:v>
                </c:pt>
                <c:pt idx="15574">
                  <c:v>3.0189092584219819</c:v>
                </c:pt>
                <c:pt idx="15575">
                  <c:v>3.0222273785861136</c:v>
                </c:pt>
                <c:pt idx="15576">
                  <c:v>3.021166238707421</c:v>
                </c:pt>
                <c:pt idx="15577">
                  <c:v>3.0218205898159916</c:v>
                </c:pt>
                <c:pt idx="15578">
                  <c:v>3.0232176279399092</c:v>
                </c:pt>
                <c:pt idx="15579">
                  <c:v>3.0229260469361816</c:v>
                </c:pt>
                <c:pt idx="15580">
                  <c:v>3.0224513960570878</c:v>
                </c:pt>
                <c:pt idx="15581">
                  <c:v>3.0213910239458128</c:v>
                </c:pt>
                <c:pt idx="15582">
                  <c:v>3.019198237547239</c:v>
                </c:pt>
                <c:pt idx="15583">
                  <c:v>3.0188727041621526</c:v>
                </c:pt>
                <c:pt idx="15584">
                  <c:v>3.0187131365005162</c:v>
                </c:pt>
                <c:pt idx="15585">
                  <c:v>3.018106600240567</c:v>
                </c:pt>
                <c:pt idx="15586">
                  <c:v>3.0192219530296955</c:v>
                </c:pt>
                <c:pt idx="15587">
                  <c:v>3.0234514557723315</c:v>
                </c:pt>
                <c:pt idx="15588">
                  <c:v>3.0254627931378653</c:v>
                </c:pt>
                <c:pt idx="15589">
                  <c:v>3.0241071291470103</c:v>
                </c:pt>
                <c:pt idx="15590">
                  <c:v>3.0225256135741279</c:v>
                </c:pt>
                <c:pt idx="15591">
                  <c:v>3.0208683876031155</c:v>
                </c:pt>
                <c:pt idx="15592">
                  <c:v>3.0199102138658795</c:v>
                </c:pt>
                <c:pt idx="15593">
                  <c:v>3.0193126348924699</c:v>
                </c:pt>
                <c:pt idx="15594">
                  <c:v>3.021436066300982</c:v>
                </c:pt>
                <c:pt idx="15595">
                  <c:v>3.0223106386971841</c:v>
                </c:pt>
                <c:pt idx="15596">
                  <c:v>3.0211850490091536</c:v>
                </c:pt>
                <c:pt idx="15597">
                  <c:v>3.0203065524683721</c:v>
                </c:pt>
                <c:pt idx="15598">
                  <c:v>3.0195080743540088</c:v>
                </c:pt>
                <c:pt idx="15599">
                  <c:v>3.0184901000656867</c:v>
                </c:pt>
                <c:pt idx="15600">
                  <c:v>3.0159282308079471</c:v>
                </c:pt>
                <c:pt idx="15601">
                  <c:v>3.017381614529572</c:v>
                </c:pt>
                <c:pt idx="15602">
                  <c:v>3.0204944848707167</c:v>
                </c:pt>
                <c:pt idx="15603">
                  <c:v>3.0219073901879323</c:v>
                </c:pt>
                <c:pt idx="15604">
                  <c:v>3.0236240328263224</c:v>
                </c:pt>
                <c:pt idx="15605">
                  <c:v>3.0236535918719021</c:v>
                </c:pt>
                <c:pt idx="15606">
                  <c:v>3.0223079515112223</c:v>
                </c:pt>
                <c:pt idx="15607">
                  <c:v>3.0190265135681562</c:v>
                </c:pt>
                <c:pt idx="15608">
                  <c:v>3.0166120983083524</c:v>
                </c:pt>
                <c:pt idx="15609">
                  <c:v>3.016508151130751</c:v>
                </c:pt>
                <c:pt idx="15610">
                  <c:v>3.0199152470078396</c:v>
                </c:pt>
                <c:pt idx="15611">
                  <c:v>3.0202067000503314</c:v>
                </c:pt>
                <c:pt idx="15612">
                  <c:v>3.0215802359605197</c:v>
                </c:pt>
                <c:pt idx="15613">
                  <c:v>3.0260850686298766</c:v>
                </c:pt>
                <c:pt idx="15614">
                  <c:v>3.0272753640497174</c:v>
                </c:pt>
                <c:pt idx="15615">
                  <c:v>3.0255811999351665</c:v>
                </c:pt>
                <c:pt idx="15616">
                  <c:v>3.0249314127773559</c:v>
                </c:pt>
                <c:pt idx="15617">
                  <c:v>3.0243605350485825</c:v>
                </c:pt>
                <c:pt idx="15618">
                  <c:v>3.0229762077408018</c:v>
                </c:pt>
                <c:pt idx="15619">
                  <c:v>3.0206858295726948</c:v>
                </c:pt>
                <c:pt idx="15620">
                  <c:v>3.0173622923828942</c:v>
                </c:pt>
                <c:pt idx="15621">
                  <c:v>3.0188164012181908</c:v>
                </c:pt>
                <c:pt idx="15622">
                  <c:v>3.0200805302713629</c:v>
                </c:pt>
                <c:pt idx="15623">
                  <c:v>3.0213349769243236</c:v>
                </c:pt>
                <c:pt idx="15624">
                  <c:v>3.0224826612524844</c:v>
                </c:pt>
                <c:pt idx="15625">
                  <c:v>3.0207908857476773</c:v>
                </c:pt>
                <c:pt idx="15626">
                  <c:v>3.0205958728235927</c:v>
                </c:pt>
                <c:pt idx="15627">
                  <c:v>3.0228072136014261</c:v>
                </c:pt>
                <c:pt idx="15628">
                  <c:v>3.0244716480554157</c:v>
                </c:pt>
                <c:pt idx="15629">
                  <c:v>3.0231948081861066</c:v>
                </c:pt>
                <c:pt idx="15630">
                  <c:v>3.0217400595446287</c:v>
                </c:pt>
                <c:pt idx="15631">
                  <c:v>3.0242708768756983</c:v>
                </c:pt>
                <c:pt idx="15632">
                  <c:v>3.0278952509319845</c:v>
                </c:pt>
                <c:pt idx="15633">
                  <c:v>3.0286472791175791</c:v>
                </c:pt>
                <c:pt idx="15634">
                  <c:v>3.0264074029840562</c:v>
                </c:pt>
                <c:pt idx="15635">
                  <c:v>3.0234932137891026</c:v>
                </c:pt>
                <c:pt idx="15636">
                  <c:v>3.01976736647245</c:v>
                </c:pt>
                <c:pt idx="15637">
                  <c:v>3.0188494152171503</c:v>
                </c:pt>
                <c:pt idx="15638">
                  <c:v>3.0203622156061525</c:v>
                </c:pt>
                <c:pt idx="15639">
                  <c:v>3.0210778601468995</c:v>
                </c:pt>
                <c:pt idx="15640">
                  <c:v>3.0194641836499665</c:v>
                </c:pt>
                <c:pt idx="15641">
                  <c:v>3.0203935234552945</c:v>
                </c:pt>
                <c:pt idx="15642">
                  <c:v>3.0223557663598442</c:v>
                </c:pt>
                <c:pt idx="15643">
                  <c:v>3.0241894935294269</c:v>
                </c:pt>
                <c:pt idx="15644">
                  <c:v>3.0236047533333901</c:v>
                </c:pt>
                <c:pt idx="15645">
                  <c:v>3.020965808757667</c:v>
                </c:pt>
                <c:pt idx="15646">
                  <c:v>3.0204503382442014</c:v>
                </c:pt>
                <c:pt idx="15647">
                  <c:v>3.0220516025012159</c:v>
                </c:pt>
                <c:pt idx="15648">
                  <c:v>3.0226608686008718</c:v>
                </c:pt>
                <c:pt idx="15649">
                  <c:v>3.0220898629108621</c:v>
                </c:pt>
                <c:pt idx="15650">
                  <c:v>3.0235761753239552</c:v>
                </c:pt>
                <c:pt idx="15651">
                  <c:v>3.023788036477483</c:v>
                </c:pt>
                <c:pt idx="15652">
                  <c:v>3.0225030497427978</c:v>
                </c:pt>
                <c:pt idx="15653">
                  <c:v>3.0225659640173004</c:v>
                </c:pt>
                <c:pt idx="15654">
                  <c:v>3.0227258729089002</c:v>
                </c:pt>
                <c:pt idx="15655">
                  <c:v>3.0225809781356903</c:v>
                </c:pt>
                <c:pt idx="15656">
                  <c:v>3.0213960144340275</c:v>
                </c:pt>
                <c:pt idx="15657">
                  <c:v>3.0196364621277394</c:v>
                </c:pt>
                <c:pt idx="15658">
                  <c:v>3.0205065132269264</c:v>
                </c:pt>
                <c:pt idx="15659">
                  <c:v>3.0242922890559019</c:v>
                </c:pt>
                <c:pt idx="15660">
                  <c:v>3.0265747336273598</c:v>
                </c:pt>
                <c:pt idx="15661">
                  <c:v>3.0257798384276122</c:v>
                </c:pt>
                <c:pt idx="15662">
                  <c:v>3.0230015867193298</c:v>
                </c:pt>
                <c:pt idx="15663">
                  <c:v>3.0209255009682399</c:v>
                </c:pt>
                <c:pt idx="15664">
                  <c:v>3.0176313948627831</c:v>
                </c:pt>
                <c:pt idx="15665">
                  <c:v>3.0156102471358008</c:v>
                </c:pt>
                <c:pt idx="15666">
                  <c:v>3.0183292101379422</c:v>
                </c:pt>
                <c:pt idx="15667">
                  <c:v>3.0219668921628009</c:v>
                </c:pt>
                <c:pt idx="15668">
                  <c:v>3.022192701091083</c:v>
                </c:pt>
                <c:pt idx="15669">
                  <c:v>3.0212050109620128</c:v>
                </c:pt>
                <c:pt idx="15670">
                  <c:v>3.0184932564428482</c:v>
                </c:pt>
                <c:pt idx="15671">
                  <c:v>3.0185399622940889</c:v>
                </c:pt>
                <c:pt idx="15672">
                  <c:v>3.0223605009255863</c:v>
                </c:pt>
                <c:pt idx="15673">
                  <c:v>3.0231014391373705</c:v>
                </c:pt>
                <c:pt idx="15674">
                  <c:v>3.0219066224205147</c:v>
                </c:pt>
                <c:pt idx="15675">
                  <c:v>3.020434769627121</c:v>
                </c:pt>
                <c:pt idx="15676">
                  <c:v>3.0194087337809132</c:v>
                </c:pt>
                <c:pt idx="15677">
                  <c:v>3.0175197700110048</c:v>
                </c:pt>
                <c:pt idx="15678">
                  <c:v>3.0180150226491387</c:v>
                </c:pt>
                <c:pt idx="15679">
                  <c:v>3.0176290062530389</c:v>
                </c:pt>
                <c:pt idx="15680">
                  <c:v>3.0186172508808</c:v>
                </c:pt>
                <c:pt idx="15681">
                  <c:v>3.0206330668896038</c:v>
                </c:pt>
                <c:pt idx="15682">
                  <c:v>3.0182469310630164</c:v>
                </c:pt>
                <c:pt idx="15683">
                  <c:v>3.0170316832021018</c:v>
                </c:pt>
                <c:pt idx="15684">
                  <c:v>3.0181542871279525</c:v>
                </c:pt>
                <c:pt idx="15685">
                  <c:v>3.0187055441338302</c:v>
                </c:pt>
                <c:pt idx="15686">
                  <c:v>3.0215960605000727</c:v>
                </c:pt>
                <c:pt idx="15687">
                  <c:v>3.0245992680617286</c:v>
                </c:pt>
                <c:pt idx="15688">
                  <c:v>3.0255115890226323</c:v>
                </c:pt>
                <c:pt idx="15689">
                  <c:v>3.0237920459295529</c:v>
                </c:pt>
                <c:pt idx="15690">
                  <c:v>3.0215958472313456</c:v>
                </c:pt>
                <c:pt idx="15691">
                  <c:v>3.0239401823874155</c:v>
                </c:pt>
                <c:pt idx="15692">
                  <c:v>3.0280181363725549</c:v>
                </c:pt>
                <c:pt idx="15693">
                  <c:v>3.0288739837745151</c:v>
                </c:pt>
                <c:pt idx="15694">
                  <c:v>3.0291802803204151</c:v>
                </c:pt>
                <c:pt idx="15695">
                  <c:v>3.0307025924946469</c:v>
                </c:pt>
                <c:pt idx="15696">
                  <c:v>3.0316975764141851</c:v>
                </c:pt>
                <c:pt idx="15697">
                  <c:v>3.0294594490842242</c:v>
                </c:pt>
                <c:pt idx="15698">
                  <c:v>3.0266019893706866</c:v>
                </c:pt>
                <c:pt idx="15699">
                  <c:v>3.0237154824565144</c:v>
                </c:pt>
                <c:pt idx="15700">
                  <c:v>3.0207823976523378</c:v>
                </c:pt>
                <c:pt idx="15701">
                  <c:v>3.0195337519087553</c:v>
                </c:pt>
                <c:pt idx="15702">
                  <c:v>3.0207448197026179</c:v>
                </c:pt>
                <c:pt idx="15703">
                  <c:v>3.0197954326369398</c:v>
                </c:pt>
                <c:pt idx="15704">
                  <c:v>3.0197427552613396</c:v>
                </c:pt>
                <c:pt idx="15705">
                  <c:v>3.0213749434837873</c:v>
                </c:pt>
                <c:pt idx="15706">
                  <c:v>3.0222310468082201</c:v>
                </c:pt>
                <c:pt idx="15707">
                  <c:v>3.0230209088660076</c:v>
                </c:pt>
                <c:pt idx="15708">
                  <c:v>3.0243858713733651</c:v>
                </c:pt>
                <c:pt idx="15709">
                  <c:v>3.0230823729131657</c:v>
                </c:pt>
                <c:pt idx="15710">
                  <c:v>3.0225634901000658</c:v>
                </c:pt>
                <c:pt idx="15711">
                  <c:v>3.0231569743139146</c:v>
                </c:pt>
                <c:pt idx="15712">
                  <c:v>3.024291905172193</c:v>
                </c:pt>
                <c:pt idx="15713">
                  <c:v>3.0237869701338473</c:v>
                </c:pt>
                <c:pt idx="15714">
                  <c:v>3.0221297015090895</c:v>
                </c:pt>
                <c:pt idx="15715">
                  <c:v>3.0191777637494348</c:v>
                </c:pt>
                <c:pt idx="15716">
                  <c:v>3.019791124608652</c:v>
                </c:pt>
                <c:pt idx="15717">
                  <c:v>3.0199959052404393</c:v>
                </c:pt>
                <c:pt idx="15718">
                  <c:v>3.0195050459380837</c:v>
                </c:pt>
                <c:pt idx="15719">
                  <c:v>3.0190989396278889</c:v>
                </c:pt>
                <c:pt idx="15720">
                  <c:v>3.0181524956706447</c:v>
                </c:pt>
                <c:pt idx="15721">
                  <c:v>3.0185219197597739</c:v>
                </c:pt>
                <c:pt idx="15722">
                  <c:v>3.0192208866860599</c:v>
                </c:pt>
                <c:pt idx="15723">
                  <c:v>3.0200225211775846</c:v>
                </c:pt>
                <c:pt idx="15724">
                  <c:v>3.021487208141747</c:v>
                </c:pt>
                <c:pt idx="15725">
                  <c:v>3.0233282291017973</c:v>
                </c:pt>
                <c:pt idx="15726">
                  <c:v>3.0224525050544688</c:v>
                </c:pt>
                <c:pt idx="15727">
                  <c:v>3.0220243467578887</c:v>
                </c:pt>
                <c:pt idx="15728">
                  <c:v>3.0231378227822185</c:v>
                </c:pt>
                <c:pt idx="15729">
                  <c:v>3.0240101771836585</c:v>
                </c:pt>
                <c:pt idx="15730">
                  <c:v>3.0222873924059273</c:v>
                </c:pt>
                <c:pt idx="15731">
                  <c:v>3.0219542240004094</c:v>
                </c:pt>
                <c:pt idx="15732">
                  <c:v>3.022510855378211</c:v>
                </c:pt>
                <c:pt idx="15733">
                  <c:v>3.0229721982887319</c:v>
                </c:pt>
                <c:pt idx="15734">
                  <c:v>3.0244664016447285</c:v>
                </c:pt>
                <c:pt idx="15735">
                  <c:v>3.0268853808552927</c:v>
                </c:pt>
                <c:pt idx="15736">
                  <c:v>3.0251373024065242</c:v>
                </c:pt>
                <c:pt idx="15737">
                  <c:v>3.0224748982708172</c:v>
                </c:pt>
                <c:pt idx="15738">
                  <c:v>3.0224729361985276</c:v>
                </c:pt>
                <c:pt idx="15739">
                  <c:v>3.0237597143905206</c:v>
                </c:pt>
                <c:pt idx="15740">
                  <c:v>3.0230062359775811</c:v>
                </c:pt>
                <c:pt idx="15741">
                  <c:v>3.021186797812716</c:v>
                </c:pt>
                <c:pt idx="15742">
                  <c:v>3.021511179546676</c:v>
                </c:pt>
                <c:pt idx="15743">
                  <c:v>3.0208744017812204</c:v>
                </c:pt>
                <c:pt idx="15744">
                  <c:v>3.0190801719799016</c:v>
                </c:pt>
                <c:pt idx="15745">
                  <c:v>3.0188601639609973</c:v>
                </c:pt>
                <c:pt idx="15746">
                  <c:v>3.0218118457981795</c:v>
                </c:pt>
                <c:pt idx="15747">
                  <c:v>3.0215301604633904</c:v>
                </c:pt>
                <c:pt idx="15748">
                  <c:v>3.0200585209387238</c:v>
                </c:pt>
                <c:pt idx="15749">
                  <c:v>3.0191238920689627</c:v>
                </c:pt>
                <c:pt idx="15750">
                  <c:v>3.018183376982333</c:v>
                </c:pt>
                <c:pt idx="15751">
                  <c:v>3.0171844689182157</c:v>
                </c:pt>
                <c:pt idx="15752">
                  <c:v>3.0170155174325859</c:v>
                </c:pt>
                <c:pt idx="15753">
                  <c:v>3.017163142045503</c:v>
                </c:pt>
                <c:pt idx="15754">
                  <c:v>3.0184851948849629</c:v>
                </c:pt>
                <c:pt idx="15755">
                  <c:v>3.0210700971652322</c:v>
                </c:pt>
                <c:pt idx="15756">
                  <c:v>3.0228797249686497</c:v>
                </c:pt>
                <c:pt idx="15757">
                  <c:v>3.0204961910205337</c:v>
                </c:pt>
                <c:pt idx="15758">
                  <c:v>3.0187251222029805</c:v>
                </c:pt>
                <c:pt idx="15759">
                  <c:v>3.0200422272079712</c:v>
                </c:pt>
                <c:pt idx="15760">
                  <c:v>3.0220051099187017</c:v>
                </c:pt>
                <c:pt idx="15761">
                  <c:v>3.0255083473379796</c:v>
                </c:pt>
                <c:pt idx="15762">
                  <c:v>3.0264207962601195</c:v>
                </c:pt>
                <c:pt idx="15763">
                  <c:v>3.0240148690956552</c:v>
                </c:pt>
                <c:pt idx="15764">
                  <c:v>3.0215764397771769</c:v>
                </c:pt>
                <c:pt idx="15765">
                  <c:v>3.021576141200959</c:v>
                </c:pt>
                <c:pt idx="15766">
                  <c:v>3.0212973989746041</c:v>
                </c:pt>
                <c:pt idx="15767">
                  <c:v>3.023623691596359</c:v>
                </c:pt>
                <c:pt idx="15768">
                  <c:v>3.0265789136944115</c:v>
                </c:pt>
                <c:pt idx="15769">
                  <c:v>3.0265761838547043</c:v>
                </c:pt>
                <c:pt idx="15770">
                  <c:v>3.0259763868865326</c:v>
                </c:pt>
                <c:pt idx="15771">
                  <c:v>3.0263047354188171</c:v>
                </c:pt>
                <c:pt idx="15772">
                  <c:v>3.0281333867926943</c:v>
                </c:pt>
                <c:pt idx="15773">
                  <c:v>3.0269059826143332</c:v>
                </c:pt>
                <c:pt idx="15774">
                  <c:v>3.0231556947015519</c:v>
                </c:pt>
                <c:pt idx="15775">
                  <c:v>3.0219353283911858</c:v>
                </c:pt>
                <c:pt idx="15776">
                  <c:v>3.0214247630584441</c:v>
                </c:pt>
                <c:pt idx="15777">
                  <c:v>3.020882804569069</c:v>
                </c:pt>
                <c:pt idx="15778">
                  <c:v>3.0232771299147778</c:v>
                </c:pt>
                <c:pt idx="15779">
                  <c:v>3.0231153016046339</c:v>
                </c:pt>
                <c:pt idx="15780">
                  <c:v>3.0225621251802122</c:v>
                </c:pt>
                <c:pt idx="15781">
                  <c:v>3.0228864216066813</c:v>
                </c:pt>
                <c:pt idx="15782">
                  <c:v>3.023878888955239</c:v>
                </c:pt>
                <c:pt idx="15783">
                  <c:v>3.0238148656833554</c:v>
                </c:pt>
                <c:pt idx="15784">
                  <c:v>3.0224917465002603</c:v>
                </c:pt>
                <c:pt idx="15785">
                  <c:v>3.0211502435528863</c:v>
                </c:pt>
                <c:pt idx="15786">
                  <c:v>3.0206293560137514</c:v>
                </c:pt>
                <c:pt idx="15787">
                  <c:v>3.0198009349700996</c:v>
                </c:pt>
                <c:pt idx="15788">
                  <c:v>3.0225425044573164</c:v>
                </c:pt>
                <c:pt idx="15789">
                  <c:v>3.0272015730701312</c:v>
                </c:pt>
                <c:pt idx="15790">
                  <c:v>3.0292059578751611</c:v>
                </c:pt>
                <c:pt idx="15791">
                  <c:v>3.0283555701526153</c:v>
                </c:pt>
                <c:pt idx="15792">
                  <c:v>3.0253496327512517</c:v>
                </c:pt>
                <c:pt idx="15793">
                  <c:v>3.0244971123414346</c:v>
                </c:pt>
                <c:pt idx="15794">
                  <c:v>3.0240858022742976</c:v>
                </c:pt>
                <c:pt idx="15795">
                  <c:v>3.0227437874819789</c:v>
                </c:pt>
                <c:pt idx="15796">
                  <c:v>3.0227381571875824</c:v>
                </c:pt>
                <c:pt idx="15797">
                  <c:v>3.0228433413238016</c:v>
                </c:pt>
                <c:pt idx="15798">
                  <c:v>3.0221760234766215</c:v>
                </c:pt>
                <c:pt idx="15799">
                  <c:v>3.0213684601144828</c:v>
                </c:pt>
                <c:pt idx="15800">
                  <c:v>3.0214040333381673</c:v>
                </c:pt>
                <c:pt idx="15801">
                  <c:v>3.020795236429711</c:v>
                </c:pt>
                <c:pt idx="15802">
                  <c:v>3.0221508151130752</c:v>
                </c:pt>
                <c:pt idx="15803">
                  <c:v>3.0240292860616091</c:v>
                </c:pt>
                <c:pt idx="15804">
                  <c:v>3.0218502768228079</c:v>
                </c:pt>
                <c:pt idx="15805">
                  <c:v>3.02102676095988</c:v>
                </c:pt>
                <c:pt idx="15806">
                  <c:v>3.0236635728483319</c:v>
                </c:pt>
                <c:pt idx="15807">
                  <c:v>3.0268633715226536</c:v>
                </c:pt>
                <c:pt idx="15808">
                  <c:v>3.0273656620287825</c:v>
                </c:pt>
                <c:pt idx="15809">
                  <c:v>3.0262470249012567</c:v>
                </c:pt>
                <c:pt idx="15810">
                  <c:v>3.0234053470735267</c:v>
                </c:pt>
                <c:pt idx="15811">
                  <c:v>3.023365679090281</c:v>
                </c:pt>
                <c:pt idx="15812">
                  <c:v>3.0235444835911043</c:v>
                </c:pt>
                <c:pt idx="15813">
                  <c:v>3.0208126818115897</c:v>
                </c:pt>
                <c:pt idx="15814">
                  <c:v>3.0192388865666295</c:v>
                </c:pt>
                <c:pt idx="15815">
                  <c:v>3.0195719696646561</c:v>
                </c:pt>
                <c:pt idx="15816">
                  <c:v>3.020806283749776</c:v>
                </c:pt>
                <c:pt idx="15817">
                  <c:v>3.019738575194288</c:v>
                </c:pt>
                <c:pt idx="15818">
                  <c:v>3.0190462622522882</c:v>
                </c:pt>
                <c:pt idx="15819">
                  <c:v>3.0213244841029492</c:v>
                </c:pt>
                <c:pt idx="15820">
                  <c:v>3.0234669390819207</c:v>
                </c:pt>
                <c:pt idx="15821">
                  <c:v>3.0239978502512304</c:v>
                </c:pt>
                <c:pt idx="15822">
                  <c:v>3.0231193963641947</c:v>
                </c:pt>
                <c:pt idx="15823">
                  <c:v>3.0236640420395315</c:v>
                </c:pt>
                <c:pt idx="15824">
                  <c:v>3.0241055509584296</c:v>
                </c:pt>
                <c:pt idx="15825">
                  <c:v>3.0266025438693771</c:v>
                </c:pt>
                <c:pt idx="15826">
                  <c:v>3.024142872985677</c:v>
                </c:pt>
                <c:pt idx="15827">
                  <c:v>3.0177157639712342</c:v>
                </c:pt>
                <c:pt idx="15828">
                  <c:v>3.0159217474386426</c:v>
                </c:pt>
                <c:pt idx="15829">
                  <c:v>3.0168639686750893</c:v>
                </c:pt>
                <c:pt idx="15830">
                  <c:v>3.0152391168968546</c:v>
                </c:pt>
                <c:pt idx="15831">
                  <c:v>3.013626677358539</c:v>
                </c:pt>
                <c:pt idx="15832">
                  <c:v>3.0133701150798053</c:v>
                </c:pt>
                <c:pt idx="15833">
                  <c:v>3.0162099587964821</c:v>
                </c:pt>
                <c:pt idx="15834">
                  <c:v>3.0201409279748854</c:v>
                </c:pt>
                <c:pt idx="15835">
                  <c:v>3.0235176117314859</c:v>
                </c:pt>
                <c:pt idx="15836">
                  <c:v>3.023801856291001</c:v>
                </c:pt>
                <c:pt idx="15837">
                  <c:v>3.0226916646050688</c:v>
                </c:pt>
                <c:pt idx="15838">
                  <c:v>3.0211498170154321</c:v>
                </c:pt>
                <c:pt idx="15839">
                  <c:v>3.0210335002516571</c:v>
                </c:pt>
                <c:pt idx="15840">
                  <c:v>3.0238114533837215</c:v>
                </c:pt>
                <c:pt idx="15841">
                  <c:v>3.0238002781024202</c:v>
                </c:pt>
                <c:pt idx="15842">
                  <c:v>3.0213019202716191</c:v>
                </c:pt>
                <c:pt idx="15843">
                  <c:v>3.0200283647407078</c:v>
                </c:pt>
                <c:pt idx="15844">
                  <c:v>3.0213355740767596</c:v>
                </c:pt>
                <c:pt idx="15845">
                  <c:v>3.0238037330557996</c:v>
                </c:pt>
                <c:pt idx="15846">
                  <c:v>3.0260824240976598</c:v>
                </c:pt>
                <c:pt idx="15847">
                  <c:v>3.0265202221407064</c:v>
                </c:pt>
                <c:pt idx="15848">
                  <c:v>3.0251200276396268</c:v>
                </c:pt>
                <c:pt idx="15849">
                  <c:v>3.0229334686878855</c:v>
                </c:pt>
                <c:pt idx="15850">
                  <c:v>3.0182558030420652</c:v>
                </c:pt>
                <c:pt idx="15851">
                  <c:v>3.0157402130981121</c:v>
                </c:pt>
                <c:pt idx="15852">
                  <c:v>3.0172756626259352</c:v>
                </c:pt>
                <c:pt idx="15853">
                  <c:v>3.0184348634653611</c:v>
                </c:pt>
                <c:pt idx="15854">
                  <c:v>3.0206425786748334</c:v>
                </c:pt>
                <c:pt idx="15855">
                  <c:v>3.0220936590942049</c:v>
                </c:pt>
                <c:pt idx="15856">
                  <c:v>3.0219327265127149</c:v>
                </c:pt>
                <c:pt idx="15857">
                  <c:v>3.0219001390512101</c:v>
                </c:pt>
                <c:pt idx="15858">
                  <c:v>3.0227181099272329</c:v>
                </c:pt>
                <c:pt idx="15859">
                  <c:v>3.0206691519582334</c:v>
                </c:pt>
                <c:pt idx="15860">
                  <c:v>3.0179582931677231</c:v>
                </c:pt>
                <c:pt idx="15861">
                  <c:v>3.0183799680949983</c:v>
                </c:pt>
                <c:pt idx="15862">
                  <c:v>3.0192201189186423</c:v>
                </c:pt>
                <c:pt idx="15863">
                  <c:v>3.0184258208713306</c:v>
                </c:pt>
                <c:pt idx="15864">
                  <c:v>3.0178473507758716</c:v>
                </c:pt>
                <c:pt idx="15865">
                  <c:v>3.0188401167006473</c:v>
                </c:pt>
                <c:pt idx="15866">
                  <c:v>3.020561536558525</c:v>
                </c:pt>
                <c:pt idx="15867">
                  <c:v>3.0197467220596641</c:v>
                </c:pt>
                <c:pt idx="15868">
                  <c:v>3.0198110865615111</c:v>
                </c:pt>
                <c:pt idx="15869">
                  <c:v>3.0219504278170666</c:v>
                </c:pt>
                <c:pt idx="15870">
                  <c:v>3.0230237240132056</c:v>
                </c:pt>
                <c:pt idx="15871">
                  <c:v>3.0226610818695989</c:v>
                </c:pt>
                <c:pt idx="15872">
                  <c:v>3.0222236250565162</c:v>
                </c:pt>
                <c:pt idx="15873">
                  <c:v>3.0240097079924588</c:v>
                </c:pt>
                <c:pt idx="15874">
                  <c:v>3.0238320977965074</c:v>
                </c:pt>
                <c:pt idx="15875">
                  <c:v>3.0253701918565468</c:v>
                </c:pt>
                <c:pt idx="15876">
                  <c:v>3.027944942545405</c:v>
                </c:pt>
                <c:pt idx="15877">
                  <c:v>3.0249249720617968</c:v>
                </c:pt>
                <c:pt idx="15878">
                  <c:v>3.0211893570374415</c:v>
                </c:pt>
                <c:pt idx="15879">
                  <c:v>3.0214362795697092</c:v>
                </c:pt>
                <c:pt idx="15880">
                  <c:v>3.0214137157383791</c:v>
                </c:pt>
                <c:pt idx="15881">
                  <c:v>3.0199849858816101</c:v>
                </c:pt>
                <c:pt idx="15882">
                  <c:v>3.0205862330771267</c:v>
                </c:pt>
                <c:pt idx="15883">
                  <c:v>3.0217864668196515</c:v>
                </c:pt>
                <c:pt idx="15884">
                  <c:v>3.022775393907339</c:v>
                </c:pt>
                <c:pt idx="15885">
                  <c:v>3.0234938109415386</c:v>
                </c:pt>
                <c:pt idx="15886">
                  <c:v>3.0232274383013573</c:v>
                </c:pt>
                <c:pt idx="15887">
                  <c:v>3.0229558619042338</c:v>
                </c:pt>
                <c:pt idx="15888">
                  <c:v>3.0232368221253507</c:v>
                </c:pt>
                <c:pt idx="15889">
                  <c:v>3.0204315705962141</c:v>
                </c:pt>
                <c:pt idx="15890">
                  <c:v>3.0179650751132456</c:v>
                </c:pt>
                <c:pt idx="15891">
                  <c:v>3.0158183974134767</c:v>
                </c:pt>
                <c:pt idx="15892">
                  <c:v>3.0162512476220535</c:v>
                </c:pt>
                <c:pt idx="15893">
                  <c:v>3.0185025976130966</c:v>
                </c:pt>
                <c:pt idx="15894">
                  <c:v>3.0192067256425785</c:v>
                </c:pt>
                <c:pt idx="15895">
                  <c:v>3.0196673860931726</c:v>
                </c:pt>
                <c:pt idx="15896">
                  <c:v>3.0210605000725113</c:v>
                </c:pt>
                <c:pt idx="15897">
                  <c:v>3.021216186243314</c:v>
                </c:pt>
                <c:pt idx="15898">
                  <c:v>3.021202067853578</c:v>
                </c:pt>
                <c:pt idx="15899">
                  <c:v>3.0207135545072212</c:v>
                </c:pt>
                <c:pt idx="15900">
                  <c:v>3.022141900480281</c:v>
                </c:pt>
                <c:pt idx="15901">
                  <c:v>3.02279906673605</c:v>
                </c:pt>
                <c:pt idx="15902">
                  <c:v>3.0203907083080965</c:v>
                </c:pt>
                <c:pt idx="15903">
                  <c:v>3.0188397328169385</c:v>
                </c:pt>
                <c:pt idx="15904">
                  <c:v>3.0177151241650528</c:v>
                </c:pt>
                <c:pt idx="15905">
                  <c:v>3.0186732125947979</c:v>
                </c:pt>
                <c:pt idx="15906">
                  <c:v>3.0195234297023621</c:v>
                </c:pt>
                <c:pt idx="15907">
                  <c:v>3.0222532267558413</c:v>
                </c:pt>
                <c:pt idx="15908">
                  <c:v>3.0244084778584406</c:v>
                </c:pt>
                <c:pt idx="15909">
                  <c:v>3.026513397541438</c:v>
                </c:pt>
                <c:pt idx="15910">
                  <c:v>3.0253050595872826</c:v>
                </c:pt>
                <c:pt idx="15911">
                  <c:v>3.0240372196582581</c:v>
                </c:pt>
                <c:pt idx="15912">
                  <c:v>3.0258883495559745</c:v>
                </c:pt>
                <c:pt idx="15913">
                  <c:v>3.0280279467340026</c:v>
                </c:pt>
                <c:pt idx="15914">
                  <c:v>3.029370302756285</c:v>
                </c:pt>
                <c:pt idx="15915">
                  <c:v>3.0260237751977002</c:v>
                </c:pt>
                <c:pt idx="15916">
                  <c:v>3.0275313291760151</c:v>
                </c:pt>
                <c:pt idx="15917">
                  <c:v>3.0267810497939824</c:v>
                </c:pt>
                <c:pt idx="15918">
                  <c:v>3.0241491430862544</c:v>
                </c:pt>
                <c:pt idx="15919">
                  <c:v>3.0223642118014382</c:v>
                </c:pt>
                <c:pt idx="15920">
                  <c:v>3.0238597800772884</c:v>
                </c:pt>
                <c:pt idx="15921">
                  <c:v>3.0243411702481593</c:v>
                </c:pt>
                <c:pt idx="15922">
                  <c:v>3.0226563899576022</c:v>
                </c:pt>
                <c:pt idx="15923">
                  <c:v>3.0231474625286845</c:v>
                </c:pt>
                <c:pt idx="15924">
                  <c:v>3.0249265929041229</c:v>
                </c:pt>
                <c:pt idx="15925">
                  <c:v>3.0266077049725735</c:v>
                </c:pt>
                <c:pt idx="15926">
                  <c:v>3.0265923922779661</c:v>
                </c:pt>
                <c:pt idx="15927">
                  <c:v>3.0252225672436297</c:v>
                </c:pt>
                <c:pt idx="15928">
                  <c:v>3.0227922847905275</c:v>
                </c:pt>
                <c:pt idx="15929">
                  <c:v>3.021369782380591</c:v>
                </c:pt>
                <c:pt idx="15930">
                  <c:v>3.0181437516528327</c:v>
                </c:pt>
                <c:pt idx="15931">
                  <c:v>3.0179888332494476</c:v>
                </c:pt>
                <c:pt idx="15932">
                  <c:v>3.0207252842872134</c:v>
                </c:pt>
                <c:pt idx="15933">
                  <c:v>3.0247108929135069</c:v>
                </c:pt>
                <c:pt idx="15934">
                  <c:v>3.0258056012898491</c:v>
                </c:pt>
                <c:pt idx="15935">
                  <c:v>3.0265922216629844</c:v>
                </c:pt>
                <c:pt idx="15936">
                  <c:v>3.0252831355621339</c:v>
                </c:pt>
                <c:pt idx="15937">
                  <c:v>3.021659699888247</c:v>
                </c:pt>
                <c:pt idx="15938">
                  <c:v>3.0227173848135607</c:v>
                </c:pt>
                <c:pt idx="15939">
                  <c:v>3.0246523293210377</c:v>
                </c:pt>
                <c:pt idx="15940">
                  <c:v>3.024859925100023</c:v>
                </c:pt>
                <c:pt idx="15941">
                  <c:v>3.0249802086621225</c:v>
                </c:pt>
                <c:pt idx="15942">
                  <c:v>3.0266154253004958</c:v>
                </c:pt>
                <c:pt idx="15943">
                  <c:v>3.0261422246487464</c:v>
                </c:pt>
                <c:pt idx="15944">
                  <c:v>3.0236831082637368</c:v>
                </c:pt>
                <c:pt idx="15945">
                  <c:v>3.0199251426767786</c:v>
                </c:pt>
                <c:pt idx="15946">
                  <c:v>3.0189798503706609</c:v>
                </c:pt>
                <c:pt idx="15947">
                  <c:v>3.0208148571526068</c:v>
                </c:pt>
                <c:pt idx="15948">
                  <c:v>3.0215768663146312</c:v>
                </c:pt>
                <c:pt idx="15949">
                  <c:v>3.0218142344079233</c:v>
                </c:pt>
                <c:pt idx="15950">
                  <c:v>3.0244459278469242</c:v>
                </c:pt>
                <c:pt idx="15951">
                  <c:v>3.0252823677947163</c:v>
                </c:pt>
                <c:pt idx="15952">
                  <c:v>3.0230012881431119</c:v>
                </c:pt>
                <c:pt idx="15953">
                  <c:v>3.0220765549422897</c:v>
                </c:pt>
                <c:pt idx="15954">
                  <c:v>3.0213818960442915</c:v>
                </c:pt>
                <c:pt idx="15955">
                  <c:v>3.0215676957593645</c:v>
                </c:pt>
                <c:pt idx="15956">
                  <c:v>3.0208608378901753</c:v>
                </c:pt>
                <c:pt idx="15957">
                  <c:v>3.021041433848306</c:v>
                </c:pt>
                <c:pt idx="15958">
                  <c:v>3.0205596597937263</c:v>
                </c:pt>
                <c:pt idx="15959">
                  <c:v>3.019690077885739</c:v>
                </c:pt>
                <c:pt idx="15960">
                  <c:v>3.0195961543383123</c:v>
                </c:pt>
                <c:pt idx="15961">
                  <c:v>3.0202682494049804</c:v>
                </c:pt>
                <c:pt idx="15962">
                  <c:v>3.0210936846864525</c:v>
                </c:pt>
                <c:pt idx="15963">
                  <c:v>3.0232542248534844</c:v>
                </c:pt>
                <c:pt idx="15964">
                  <c:v>3.0240390111155659</c:v>
                </c:pt>
                <c:pt idx="15965">
                  <c:v>3.0253453673767092</c:v>
                </c:pt>
                <c:pt idx="15966">
                  <c:v>3.0267876184707778</c:v>
                </c:pt>
                <c:pt idx="15967">
                  <c:v>3.028125922387245</c:v>
                </c:pt>
                <c:pt idx="15968">
                  <c:v>3.0286178906869812</c:v>
                </c:pt>
                <c:pt idx="15969">
                  <c:v>3.0276930295249227</c:v>
                </c:pt>
                <c:pt idx="15970">
                  <c:v>3.0243539663717871</c:v>
                </c:pt>
                <c:pt idx="15971">
                  <c:v>3.0232324714433174</c:v>
                </c:pt>
                <c:pt idx="15972">
                  <c:v>3.0238455337263166</c:v>
                </c:pt>
                <c:pt idx="15973">
                  <c:v>3.0255320201666906</c:v>
                </c:pt>
                <c:pt idx="15974">
                  <c:v>3.0260915946529265</c:v>
                </c:pt>
                <c:pt idx="15975">
                  <c:v>3.0246788599506922</c:v>
                </c:pt>
                <c:pt idx="15976">
                  <c:v>3.0232886037722975</c:v>
                </c:pt>
                <c:pt idx="15977">
                  <c:v>3.0206200148435034</c:v>
                </c:pt>
                <c:pt idx="15978">
                  <c:v>3.020143700468338</c:v>
                </c:pt>
                <c:pt idx="15979">
                  <c:v>3.0218931011832151</c:v>
                </c:pt>
                <c:pt idx="15980">
                  <c:v>3.0233668733951529</c:v>
                </c:pt>
                <c:pt idx="15981">
                  <c:v>3.0251022836815302</c:v>
                </c:pt>
                <c:pt idx="15982">
                  <c:v>3.0242786825111114</c:v>
                </c:pt>
                <c:pt idx="15983">
                  <c:v>3.0218809448657686</c:v>
                </c:pt>
                <c:pt idx="15984">
                  <c:v>3.0213986163124984</c:v>
                </c:pt>
                <c:pt idx="15985">
                  <c:v>3.0209481927608062</c:v>
                </c:pt>
                <c:pt idx="15986">
                  <c:v>3.0197638262115798</c:v>
                </c:pt>
                <c:pt idx="15987">
                  <c:v>3.0217049128583979</c:v>
                </c:pt>
                <c:pt idx="15988">
                  <c:v>3.0244899465122033</c:v>
                </c:pt>
                <c:pt idx="15989">
                  <c:v>3.0243612175085093</c:v>
                </c:pt>
                <c:pt idx="15990">
                  <c:v>3.0234670670431569</c:v>
                </c:pt>
                <c:pt idx="15991">
                  <c:v>3.0234035982699643</c:v>
                </c:pt>
                <c:pt idx="15992">
                  <c:v>3.0240823473209182</c:v>
                </c:pt>
                <c:pt idx="15993">
                  <c:v>3.0224841967873197</c:v>
                </c:pt>
                <c:pt idx="15994">
                  <c:v>3.020859942161521</c:v>
                </c:pt>
                <c:pt idx="15995">
                  <c:v>3.0220597493665919</c:v>
                </c:pt>
                <c:pt idx="15996">
                  <c:v>3.0240738165718333</c:v>
                </c:pt>
                <c:pt idx="15997">
                  <c:v>3.0231965996434145</c:v>
                </c:pt>
                <c:pt idx="15998">
                  <c:v>3.0222594542026737</c:v>
                </c:pt>
                <c:pt idx="15999">
                  <c:v>3.0208595156240667</c:v>
                </c:pt>
                <c:pt idx="16000">
                  <c:v>3.0202645811828739</c:v>
                </c:pt>
                <c:pt idx="16001">
                  <c:v>3.0195699222848758</c:v>
                </c:pt>
                <c:pt idx="16002">
                  <c:v>3.0214690802999411</c:v>
                </c:pt>
                <c:pt idx="16003">
                  <c:v>3.0246107845729933</c:v>
                </c:pt>
                <c:pt idx="16004">
                  <c:v>3.0233534801190891</c:v>
                </c:pt>
                <c:pt idx="16005">
                  <c:v>3.0220919529443879</c:v>
                </c:pt>
                <c:pt idx="16006">
                  <c:v>3.0221299574315621</c:v>
                </c:pt>
                <c:pt idx="16007">
                  <c:v>3.0214923265911979</c:v>
                </c:pt>
                <c:pt idx="16008">
                  <c:v>3.0229708760226237</c:v>
                </c:pt>
                <c:pt idx="16009">
                  <c:v>3.0237508424114723</c:v>
                </c:pt>
                <c:pt idx="16010">
                  <c:v>3.0228136969707311</c:v>
                </c:pt>
                <c:pt idx="16011">
                  <c:v>3.0219616457521137</c:v>
                </c:pt>
                <c:pt idx="16012">
                  <c:v>3.0220545882633956</c:v>
                </c:pt>
                <c:pt idx="16013">
                  <c:v>3.0217127184938111</c:v>
                </c:pt>
                <c:pt idx="16014">
                  <c:v>3.0227849910000599</c:v>
                </c:pt>
                <c:pt idx="16015">
                  <c:v>3.023714330805388</c:v>
                </c:pt>
                <c:pt idx="16016">
                  <c:v>3.0232114431468227</c:v>
                </c:pt>
                <c:pt idx="16017">
                  <c:v>3.0214042892606399</c:v>
                </c:pt>
                <c:pt idx="16018">
                  <c:v>3.0216172167578037</c:v>
                </c:pt>
                <c:pt idx="16019">
                  <c:v>3.0241739675660919</c:v>
                </c:pt>
                <c:pt idx="16020">
                  <c:v>3.0253989831347092</c:v>
                </c:pt>
                <c:pt idx="16021">
                  <c:v>3.025615067009034</c:v>
                </c:pt>
                <c:pt idx="16022">
                  <c:v>3.0243128908149424</c:v>
                </c:pt>
                <c:pt idx="16023">
                  <c:v>3.0239917934193801</c:v>
                </c:pt>
                <c:pt idx="16024">
                  <c:v>3.024713409484487</c:v>
                </c:pt>
                <c:pt idx="16025">
                  <c:v>3.0226984892043371</c:v>
                </c:pt>
                <c:pt idx="16026">
                  <c:v>3.0192701091082808</c:v>
                </c:pt>
                <c:pt idx="16027">
                  <c:v>3.0182218080069609</c:v>
                </c:pt>
                <c:pt idx="16028">
                  <c:v>3.0196274195337094</c:v>
                </c:pt>
                <c:pt idx="16029">
                  <c:v>3.0204555846548886</c:v>
                </c:pt>
                <c:pt idx="16030">
                  <c:v>3.0197438216049752</c:v>
                </c:pt>
                <c:pt idx="16031">
                  <c:v>3.0201605060440357</c:v>
                </c:pt>
                <c:pt idx="16032">
                  <c:v>3.0198180817757607</c:v>
                </c:pt>
                <c:pt idx="16033">
                  <c:v>3.0173431408511981</c:v>
                </c:pt>
                <c:pt idx="16034">
                  <c:v>3.015315168524948</c:v>
                </c:pt>
                <c:pt idx="16035">
                  <c:v>3.0155928444076676</c:v>
                </c:pt>
                <c:pt idx="16036">
                  <c:v>3.0174554908166487</c:v>
                </c:pt>
                <c:pt idx="16037">
                  <c:v>3.018520426878684</c:v>
                </c:pt>
                <c:pt idx="16038">
                  <c:v>3.0175695042781707</c:v>
                </c:pt>
                <c:pt idx="16039">
                  <c:v>3.0188109841925219</c:v>
                </c:pt>
                <c:pt idx="16040">
                  <c:v>3.0214764167441541</c:v>
                </c:pt>
                <c:pt idx="16041">
                  <c:v>3.0222283596222583</c:v>
                </c:pt>
                <c:pt idx="16042">
                  <c:v>3.0217819881763819</c:v>
                </c:pt>
                <c:pt idx="16043">
                  <c:v>3.0219239824949029</c:v>
                </c:pt>
                <c:pt idx="16044">
                  <c:v>3.0225657080948278</c:v>
                </c:pt>
                <c:pt idx="16045">
                  <c:v>3.0244858517526425</c:v>
                </c:pt>
                <c:pt idx="16046">
                  <c:v>3.0263508867713673</c:v>
                </c:pt>
                <c:pt idx="16047">
                  <c:v>3.0244665296059647</c:v>
                </c:pt>
                <c:pt idx="16048">
                  <c:v>3.0221759808228761</c:v>
                </c:pt>
                <c:pt idx="16049">
                  <c:v>3.0192431092874266</c:v>
                </c:pt>
                <c:pt idx="16050">
                  <c:v>3.0173249277019014</c:v>
                </c:pt>
                <c:pt idx="16051">
                  <c:v>3.0178676113049487</c:v>
                </c:pt>
                <c:pt idx="16052">
                  <c:v>3.0176065277291997</c:v>
                </c:pt>
                <c:pt idx="16053">
                  <c:v>3.0179844399136688</c:v>
                </c:pt>
                <c:pt idx="16054">
                  <c:v>3.0188242495073494</c:v>
                </c:pt>
                <c:pt idx="16055">
                  <c:v>3.0196495994813306</c:v>
                </c:pt>
                <c:pt idx="16056">
                  <c:v>3.0201450653881916</c:v>
                </c:pt>
                <c:pt idx="16057">
                  <c:v>3.0211149689054198</c:v>
                </c:pt>
                <c:pt idx="16058">
                  <c:v>3.0216933110396424</c:v>
                </c:pt>
                <c:pt idx="16059">
                  <c:v>3.0211924281071121</c:v>
                </c:pt>
                <c:pt idx="16060">
                  <c:v>3.0228412512902758</c:v>
                </c:pt>
                <c:pt idx="16061">
                  <c:v>3.0233786884826355</c:v>
                </c:pt>
                <c:pt idx="16062">
                  <c:v>3.0234678348105746</c:v>
                </c:pt>
                <c:pt idx="16063">
                  <c:v>3.0238049273606715</c:v>
                </c:pt>
                <c:pt idx="16064">
                  <c:v>3.022768569308071</c:v>
                </c:pt>
                <c:pt idx="16065">
                  <c:v>3.0234612234800338</c:v>
                </c:pt>
                <c:pt idx="16066">
                  <c:v>3.0223912116222924</c:v>
                </c:pt>
                <c:pt idx="16067">
                  <c:v>3.0220940856316592</c:v>
                </c:pt>
                <c:pt idx="16068">
                  <c:v>3.0213582232155805</c:v>
                </c:pt>
                <c:pt idx="16069">
                  <c:v>3.0197362718920346</c:v>
                </c:pt>
                <c:pt idx="16070">
                  <c:v>3.0205430248330107</c:v>
                </c:pt>
                <c:pt idx="16071">
                  <c:v>3.0192144886242462</c:v>
                </c:pt>
                <c:pt idx="16072">
                  <c:v>3.0187483684942373</c:v>
                </c:pt>
                <c:pt idx="16073">
                  <c:v>3.0204253431493822</c:v>
                </c:pt>
                <c:pt idx="16074">
                  <c:v>3.0208758946623102</c:v>
                </c:pt>
                <c:pt idx="16075">
                  <c:v>3.0191470957064741</c:v>
                </c:pt>
                <c:pt idx="16076">
                  <c:v>3.0179816674202162</c:v>
                </c:pt>
                <c:pt idx="16077">
                  <c:v>3.0191870196121919</c:v>
                </c:pt>
                <c:pt idx="16078">
                  <c:v>3.0185739146754478</c:v>
                </c:pt>
                <c:pt idx="16079">
                  <c:v>3.018100074217517</c:v>
                </c:pt>
                <c:pt idx="16080">
                  <c:v>3.0173759415814301</c:v>
                </c:pt>
                <c:pt idx="16081">
                  <c:v>3.0195746568506179</c:v>
                </c:pt>
                <c:pt idx="16082">
                  <c:v>3.0236730846335615</c:v>
                </c:pt>
                <c:pt idx="16083">
                  <c:v>3.0241531951920697</c:v>
                </c:pt>
                <c:pt idx="16084">
                  <c:v>3.0225253149979099</c:v>
                </c:pt>
                <c:pt idx="16085">
                  <c:v>3.022449306023562</c:v>
                </c:pt>
                <c:pt idx="16086">
                  <c:v>3.02402284534605</c:v>
                </c:pt>
                <c:pt idx="16087">
                  <c:v>3.0248246504525564</c:v>
                </c:pt>
                <c:pt idx="16088">
                  <c:v>3.0248529725395188</c:v>
                </c:pt>
                <c:pt idx="16089">
                  <c:v>3.0238433157315545</c:v>
                </c:pt>
                <c:pt idx="16090">
                  <c:v>3.0239683338593961</c:v>
                </c:pt>
                <c:pt idx="16091">
                  <c:v>3.0239733243476108</c:v>
                </c:pt>
                <c:pt idx="16092">
                  <c:v>3.0214538955665695</c:v>
                </c:pt>
                <c:pt idx="16093">
                  <c:v>3.0184320909719085</c:v>
                </c:pt>
                <c:pt idx="16094">
                  <c:v>3.018416522354828</c:v>
                </c:pt>
                <c:pt idx="16095">
                  <c:v>3.0197725275756464</c:v>
                </c:pt>
                <c:pt idx="16096">
                  <c:v>3.0187038806377586</c:v>
                </c:pt>
                <c:pt idx="16097">
                  <c:v>3.0162325226278122</c:v>
                </c:pt>
                <c:pt idx="16098">
                  <c:v>3.0160306851044592</c:v>
                </c:pt>
                <c:pt idx="16099">
                  <c:v>3.0163313087022172</c:v>
                </c:pt>
                <c:pt idx="16100">
                  <c:v>3.0157115924349318</c:v>
                </c:pt>
                <c:pt idx="16101">
                  <c:v>3.0160658744444349</c:v>
                </c:pt>
                <c:pt idx="16102">
                  <c:v>3.0171403649454458</c:v>
                </c:pt>
                <c:pt idx="16103">
                  <c:v>3.0189376231626901</c:v>
                </c:pt>
                <c:pt idx="16104">
                  <c:v>3.0197452291785742</c:v>
                </c:pt>
                <c:pt idx="16105">
                  <c:v>3.0178043131467374</c:v>
                </c:pt>
                <c:pt idx="16106">
                  <c:v>3.0167972155634986</c:v>
                </c:pt>
                <c:pt idx="16107">
                  <c:v>3.0177658394683635</c:v>
                </c:pt>
                <c:pt idx="16108">
                  <c:v>3.0196722059664061</c:v>
                </c:pt>
                <c:pt idx="16109">
                  <c:v>3.021962882710731</c:v>
                </c:pt>
                <c:pt idx="16110">
                  <c:v>3.0246845328988337</c:v>
                </c:pt>
                <c:pt idx="16111">
                  <c:v>3.0248868822671318</c:v>
                </c:pt>
                <c:pt idx="16112">
                  <c:v>3.0245425812340581</c:v>
                </c:pt>
                <c:pt idx="16113">
                  <c:v>3.0245513252518705</c:v>
                </c:pt>
                <c:pt idx="16114">
                  <c:v>3.022307013128823</c:v>
                </c:pt>
                <c:pt idx="16115">
                  <c:v>3.0198884178019672</c:v>
                </c:pt>
                <c:pt idx="16116">
                  <c:v>3.0172557433268214</c:v>
                </c:pt>
                <c:pt idx="16117">
                  <c:v>3.0177236122603928</c:v>
                </c:pt>
                <c:pt idx="16118">
                  <c:v>3.0219012480485912</c:v>
                </c:pt>
                <c:pt idx="16119">
                  <c:v>3.0238782064953122</c:v>
                </c:pt>
                <c:pt idx="16120">
                  <c:v>3.0244056200574971</c:v>
                </c:pt>
                <c:pt idx="16121">
                  <c:v>3.0214723219845934</c:v>
                </c:pt>
                <c:pt idx="16122">
                  <c:v>3.0195108895012073</c:v>
                </c:pt>
                <c:pt idx="16123">
                  <c:v>3.0192070242187965</c:v>
                </c:pt>
                <c:pt idx="16124">
                  <c:v>3.0183362053521918</c:v>
                </c:pt>
                <c:pt idx="16125">
                  <c:v>3.0169048736169524</c:v>
                </c:pt>
                <c:pt idx="16126">
                  <c:v>3.0171383175656654</c:v>
                </c:pt>
                <c:pt idx="16127">
                  <c:v>3.0180843349854549</c:v>
                </c:pt>
                <c:pt idx="16128">
                  <c:v>3.0180966619178831</c:v>
                </c:pt>
                <c:pt idx="16129">
                  <c:v>3.0196302773346528</c:v>
                </c:pt>
                <c:pt idx="16130">
                  <c:v>3.0195693677861852</c:v>
                </c:pt>
                <c:pt idx="16131">
                  <c:v>3.0209010603721111</c:v>
                </c:pt>
                <c:pt idx="16132">
                  <c:v>3.0217479504875322</c:v>
                </c:pt>
                <c:pt idx="16133">
                  <c:v>3.0221201897238599</c:v>
                </c:pt>
                <c:pt idx="16134">
                  <c:v>3.0228498673468516</c:v>
                </c:pt>
                <c:pt idx="16135">
                  <c:v>3.0249109389795517</c:v>
                </c:pt>
                <c:pt idx="16136">
                  <c:v>3.0252448324987418</c:v>
                </c:pt>
                <c:pt idx="16137">
                  <c:v>3.0221253508270562</c:v>
                </c:pt>
                <c:pt idx="16138">
                  <c:v>3.0173234348208116</c:v>
                </c:pt>
                <c:pt idx="16139">
                  <c:v>3.0161294711788642</c:v>
                </c:pt>
                <c:pt idx="16140">
                  <c:v>3.0183013572421795</c:v>
                </c:pt>
                <c:pt idx="16141">
                  <c:v>3.0192673366148282</c:v>
                </c:pt>
                <c:pt idx="16142">
                  <c:v>3.0191721761087842</c:v>
                </c:pt>
                <c:pt idx="16143">
                  <c:v>3.0198962234373798</c:v>
                </c:pt>
                <c:pt idx="16144">
                  <c:v>3.021947655323614</c:v>
                </c:pt>
                <c:pt idx="16145">
                  <c:v>3.0214498861144996</c:v>
                </c:pt>
                <c:pt idx="16146">
                  <c:v>3.0173500934117023</c:v>
                </c:pt>
                <c:pt idx="16147">
                  <c:v>3.0163512280013309</c:v>
                </c:pt>
                <c:pt idx="16148">
                  <c:v>3.017745195055578</c:v>
                </c:pt>
                <c:pt idx="16149">
                  <c:v>3.0181977086407956</c:v>
                </c:pt>
                <c:pt idx="16150">
                  <c:v>3.0152470504935041</c:v>
                </c:pt>
                <c:pt idx="16151">
                  <c:v>3.0139158697525228</c:v>
                </c:pt>
                <c:pt idx="16152">
                  <c:v>3.0127019868114617</c:v>
                </c:pt>
                <c:pt idx="16153">
                  <c:v>3.0115702123303447</c:v>
                </c:pt>
                <c:pt idx="16154">
                  <c:v>3.0150724687134778</c:v>
                </c:pt>
                <c:pt idx="16155">
                  <c:v>3.0196214906630949</c:v>
                </c:pt>
                <c:pt idx="16156">
                  <c:v>3.0229936104689354</c:v>
                </c:pt>
                <c:pt idx="16157">
                  <c:v>3.0246069457359051</c:v>
                </c:pt>
                <c:pt idx="16158">
                  <c:v>3.022557689190688</c:v>
                </c:pt>
                <c:pt idx="16159">
                  <c:v>3.0202109227711285</c:v>
                </c:pt>
                <c:pt idx="16160">
                  <c:v>3.0178796823149039</c:v>
                </c:pt>
                <c:pt idx="16161">
                  <c:v>3.0178992603840542</c:v>
                </c:pt>
                <c:pt idx="16162">
                  <c:v>3.0193984542282659</c:v>
                </c:pt>
                <c:pt idx="16163">
                  <c:v>3.0186712931762538</c:v>
                </c:pt>
                <c:pt idx="16164">
                  <c:v>3.0162050536157579</c:v>
                </c:pt>
                <c:pt idx="16165">
                  <c:v>3.0170238349129437</c:v>
                </c:pt>
                <c:pt idx="16166">
                  <c:v>3.0197265468380778</c:v>
                </c:pt>
                <c:pt idx="16167">
                  <c:v>3.021359886711652</c:v>
                </c:pt>
                <c:pt idx="16168">
                  <c:v>3.0206830570792422</c:v>
                </c:pt>
                <c:pt idx="16169">
                  <c:v>3.0197108076060157</c:v>
                </c:pt>
                <c:pt idx="16170">
                  <c:v>3.0195182685991657</c:v>
                </c:pt>
                <c:pt idx="16171">
                  <c:v>3.0189365994727999</c:v>
                </c:pt>
                <c:pt idx="16172">
                  <c:v>3.0191796405142335</c:v>
                </c:pt>
                <c:pt idx="16173">
                  <c:v>3.0212311577079585</c:v>
                </c:pt>
                <c:pt idx="16174">
                  <c:v>3.0230072170137259</c:v>
                </c:pt>
                <c:pt idx="16175">
                  <c:v>3.0221055594891788</c:v>
                </c:pt>
                <c:pt idx="16176">
                  <c:v>3.0208539279834161</c:v>
                </c:pt>
                <c:pt idx="16177">
                  <c:v>3.0199248441005606</c:v>
                </c:pt>
                <c:pt idx="16178">
                  <c:v>3.0187531457137253</c:v>
                </c:pt>
                <c:pt idx="16179">
                  <c:v>3.0205224657277157</c:v>
                </c:pt>
                <c:pt idx="16180">
                  <c:v>3.0226076793803265</c:v>
                </c:pt>
                <c:pt idx="16181">
                  <c:v>3.0236097438216052</c:v>
                </c:pt>
                <c:pt idx="16182">
                  <c:v>3.0242504883853849</c:v>
                </c:pt>
                <c:pt idx="16183">
                  <c:v>3.0256577634082049</c:v>
                </c:pt>
                <c:pt idx="16184">
                  <c:v>3.0255033995035103</c:v>
                </c:pt>
                <c:pt idx="16185">
                  <c:v>3.0250021753410166</c:v>
                </c:pt>
                <c:pt idx="16186">
                  <c:v>3.0246516042073655</c:v>
                </c:pt>
                <c:pt idx="16187">
                  <c:v>3.0230899652798513</c:v>
                </c:pt>
                <c:pt idx="16188">
                  <c:v>3.0201889987459798</c:v>
                </c:pt>
                <c:pt idx="16189">
                  <c:v>3.0190111155660579</c:v>
                </c:pt>
                <c:pt idx="16190">
                  <c:v>3.0196121068391015</c:v>
                </c:pt>
                <c:pt idx="16191">
                  <c:v>3.0205234467638604</c:v>
                </c:pt>
                <c:pt idx="16192">
                  <c:v>3.0199143512791857</c:v>
                </c:pt>
                <c:pt idx="16193">
                  <c:v>3.0185959666618327</c:v>
                </c:pt>
                <c:pt idx="16194">
                  <c:v>3.0187816810694148</c:v>
                </c:pt>
                <c:pt idx="16195">
                  <c:v>3.0186835774549365</c:v>
                </c:pt>
                <c:pt idx="16196">
                  <c:v>3.0197167364766302</c:v>
                </c:pt>
                <c:pt idx="16197">
                  <c:v>3.0241370294225538</c:v>
                </c:pt>
                <c:pt idx="16198">
                  <c:v>3.0260883103145289</c:v>
                </c:pt>
                <c:pt idx="16199">
                  <c:v>3.0268961722528855</c:v>
                </c:pt>
                <c:pt idx="16200">
                  <c:v>3.0285164600803598</c:v>
                </c:pt>
                <c:pt idx="16201">
                  <c:v>3.0277440860581968</c:v>
                </c:pt>
                <c:pt idx="16202">
                  <c:v>3.025337007242606</c:v>
                </c:pt>
                <c:pt idx="16203">
                  <c:v>3.0249428013273847</c:v>
                </c:pt>
                <c:pt idx="16204">
                  <c:v>3.0279904114380285</c:v>
                </c:pt>
                <c:pt idx="16205">
                  <c:v>3.0267024815949091</c:v>
                </c:pt>
                <c:pt idx="16206">
                  <c:v>3.0238322257577437</c:v>
                </c:pt>
                <c:pt idx="16207">
                  <c:v>3.022018247272293</c:v>
                </c:pt>
                <c:pt idx="16208">
                  <c:v>3.0208809278042703</c:v>
                </c:pt>
                <c:pt idx="16209">
                  <c:v>3.020451703164055</c:v>
                </c:pt>
                <c:pt idx="16210">
                  <c:v>3.0207015261510115</c:v>
                </c:pt>
                <c:pt idx="16211">
                  <c:v>3.0203828600189384</c:v>
                </c:pt>
                <c:pt idx="16212">
                  <c:v>3.0197140066369226</c:v>
                </c:pt>
                <c:pt idx="16213">
                  <c:v>3.0188486047959873</c:v>
                </c:pt>
                <c:pt idx="16214">
                  <c:v>3.0219114849474931</c:v>
                </c:pt>
                <c:pt idx="16215">
                  <c:v>3.0251804679968948</c:v>
                </c:pt>
                <c:pt idx="16216">
                  <c:v>3.0274911493478243</c:v>
                </c:pt>
                <c:pt idx="16217">
                  <c:v>3.026207954070447</c:v>
                </c:pt>
                <c:pt idx="16218">
                  <c:v>3.023059937043072</c:v>
                </c:pt>
                <c:pt idx="16219">
                  <c:v>3.0232769166460507</c:v>
                </c:pt>
                <c:pt idx="16220">
                  <c:v>3.0228135690094948</c:v>
                </c:pt>
                <c:pt idx="16221">
                  <c:v>3.0209542922464023</c:v>
                </c:pt>
                <c:pt idx="16222">
                  <c:v>3.0202454723049232</c:v>
                </c:pt>
                <c:pt idx="16223">
                  <c:v>3.0202679508287624</c:v>
                </c:pt>
                <c:pt idx="16224">
                  <c:v>3.0221850234169061</c:v>
                </c:pt>
                <c:pt idx="16225">
                  <c:v>3.0242572703309079</c:v>
                </c:pt>
                <c:pt idx="16226">
                  <c:v>3.0225707838905334</c:v>
                </c:pt>
                <c:pt idx="16227">
                  <c:v>3.0215496105713044</c:v>
                </c:pt>
                <c:pt idx="16228">
                  <c:v>3.0233757027204557</c:v>
                </c:pt>
                <c:pt idx="16229">
                  <c:v>3.0216567567798127</c:v>
                </c:pt>
                <c:pt idx="16230">
                  <c:v>3.020129027579912</c:v>
                </c:pt>
                <c:pt idx="16231">
                  <c:v>3.0188576047362718</c:v>
                </c:pt>
                <c:pt idx="16232">
                  <c:v>3.0166934390008788</c:v>
                </c:pt>
                <c:pt idx="16233">
                  <c:v>3.0158905675507368</c:v>
                </c:pt>
                <c:pt idx="16234">
                  <c:v>3.0163189391160437</c:v>
                </c:pt>
                <c:pt idx="16235">
                  <c:v>3.0200377059109562</c:v>
                </c:pt>
                <c:pt idx="16236">
                  <c:v>3.0216527473277428</c:v>
                </c:pt>
                <c:pt idx="16237">
                  <c:v>3.0225556844646531</c:v>
                </c:pt>
                <c:pt idx="16238">
                  <c:v>3.0231344104825846</c:v>
                </c:pt>
                <c:pt idx="16239">
                  <c:v>3.0253803861017037</c:v>
                </c:pt>
                <c:pt idx="16240">
                  <c:v>3.0274420548868397</c:v>
                </c:pt>
                <c:pt idx="16241">
                  <c:v>3.0270199534221098</c:v>
                </c:pt>
                <c:pt idx="16242">
                  <c:v>3.0265398428636017</c:v>
                </c:pt>
                <c:pt idx="16243">
                  <c:v>3.0236500516110318</c:v>
                </c:pt>
                <c:pt idx="16244">
                  <c:v>3.0226202195814813</c:v>
                </c:pt>
                <c:pt idx="16245">
                  <c:v>3.0245501736007441</c:v>
                </c:pt>
                <c:pt idx="16246">
                  <c:v>3.024116598278495</c:v>
                </c:pt>
                <c:pt idx="16247">
                  <c:v>3.0245581498511385</c:v>
                </c:pt>
                <c:pt idx="16248">
                  <c:v>3.024287383875178</c:v>
                </c:pt>
                <c:pt idx="16249">
                  <c:v>3.0246825281727987</c:v>
                </c:pt>
                <c:pt idx="16250">
                  <c:v>3.0260888648132194</c:v>
                </c:pt>
                <c:pt idx="16251">
                  <c:v>3.0252423159277617</c:v>
                </c:pt>
                <c:pt idx="16252">
                  <c:v>3.0222699896777936</c:v>
                </c:pt>
                <c:pt idx="16253">
                  <c:v>3.0231850831321498</c:v>
                </c:pt>
                <c:pt idx="16254">
                  <c:v>3.0231148750671797</c:v>
                </c:pt>
                <c:pt idx="16255">
                  <c:v>3.0219375463859484</c:v>
                </c:pt>
                <c:pt idx="16256">
                  <c:v>3.0190376888494579</c:v>
                </c:pt>
                <c:pt idx="16257">
                  <c:v>3.0179567576328878</c:v>
                </c:pt>
                <c:pt idx="16258">
                  <c:v>3.0192317633911432</c:v>
                </c:pt>
                <c:pt idx="16259">
                  <c:v>3.0199040717265384</c:v>
                </c:pt>
                <c:pt idx="16260">
                  <c:v>3.0225417366898988</c:v>
                </c:pt>
                <c:pt idx="16261">
                  <c:v>3.0235334789247843</c:v>
                </c:pt>
                <c:pt idx="16262">
                  <c:v>3.0232045758938093</c:v>
                </c:pt>
                <c:pt idx="16263">
                  <c:v>3.0234599012139256</c:v>
                </c:pt>
                <c:pt idx="16264">
                  <c:v>3.0248812946264811</c:v>
                </c:pt>
                <c:pt idx="16265">
                  <c:v>3.0222220468679355</c:v>
                </c:pt>
                <c:pt idx="16266">
                  <c:v>3.0202580551598235</c:v>
                </c:pt>
                <c:pt idx="16267">
                  <c:v>3.0203762060346517</c:v>
                </c:pt>
                <c:pt idx="16268">
                  <c:v>3.0225002345955998</c:v>
                </c:pt>
                <c:pt idx="16269">
                  <c:v>3.0252609129607673</c:v>
                </c:pt>
                <c:pt idx="16270">
                  <c:v>3.024357677247639</c:v>
                </c:pt>
                <c:pt idx="16271">
                  <c:v>3.0225443385683697</c:v>
                </c:pt>
                <c:pt idx="16272">
                  <c:v>3.0222877762896361</c:v>
                </c:pt>
                <c:pt idx="16273">
                  <c:v>3.0222787336956056</c:v>
                </c:pt>
                <c:pt idx="16274">
                  <c:v>3.0213859054963614</c:v>
                </c:pt>
                <c:pt idx="16275">
                  <c:v>3.0232940207979664</c:v>
                </c:pt>
                <c:pt idx="16276">
                  <c:v>3.0233726743045306</c:v>
                </c:pt>
                <c:pt idx="16277">
                  <c:v>3.0215010279552645</c:v>
                </c:pt>
                <c:pt idx="16278">
                  <c:v>3.0205867022683264</c:v>
                </c:pt>
                <c:pt idx="16279">
                  <c:v>3.0214640045042356</c:v>
                </c:pt>
                <c:pt idx="16280">
                  <c:v>3.0198007643551179</c:v>
                </c:pt>
                <c:pt idx="16281">
                  <c:v>3.0171939807034454</c:v>
                </c:pt>
                <c:pt idx="16282">
                  <c:v>3.0163975073151175</c:v>
                </c:pt>
                <c:pt idx="16283">
                  <c:v>3.0158342219530296</c:v>
                </c:pt>
                <c:pt idx="16284">
                  <c:v>3.0180922259283589</c:v>
                </c:pt>
                <c:pt idx="16285">
                  <c:v>3.0190270680668467</c:v>
                </c:pt>
                <c:pt idx="16286">
                  <c:v>3.019362283852145</c:v>
                </c:pt>
                <c:pt idx="16287">
                  <c:v>3.0175924519932096</c:v>
                </c:pt>
                <c:pt idx="16288">
                  <c:v>3.0153455379916911</c:v>
                </c:pt>
                <c:pt idx="16289">
                  <c:v>3.0158041510625049</c:v>
                </c:pt>
                <c:pt idx="16290">
                  <c:v>3.0196244337715297</c:v>
                </c:pt>
                <c:pt idx="16291">
                  <c:v>3.0214698480673587</c:v>
                </c:pt>
                <c:pt idx="16292">
                  <c:v>3.0204746508790938</c:v>
                </c:pt>
                <c:pt idx="16293">
                  <c:v>3.0200972078858244</c:v>
                </c:pt>
                <c:pt idx="16294">
                  <c:v>3.0211747694565059</c:v>
                </c:pt>
                <c:pt idx="16295">
                  <c:v>3.0217839502486714</c:v>
                </c:pt>
                <c:pt idx="16296">
                  <c:v>3.0241705126127125</c:v>
                </c:pt>
                <c:pt idx="16297">
                  <c:v>3.0254634755977921</c:v>
                </c:pt>
                <c:pt idx="16298">
                  <c:v>3.0244280559275909</c:v>
                </c:pt>
                <c:pt idx="16299">
                  <c:v>3.0220517304624521</c:v>
                </c:pt>
                <c:pt idx="16300">
                  <c:v>3.0183229400373648</c:v>
                </c:pt>
                <c:pt idx="16301">
                  <c:v>3.016402583110823</c:v>
                </c:pt>
                <c:pt idx="16302">
                  <c:v>3.017262226696126</c:v>
                </c:pt>
                <c:pt idx="16303">
                  <c:v>3.0183665321651896</c:v>
                </c:pt>
                <c:pt idx="16304">
                  <c:v>3.0194228095169038</c:v>
                </c:pt>
                <c:pt idx="16305">
                  <c:v>3.0213580526005988</c:v>
                </c:pt>
                <c:pt idx="16306">
                  <c:v>3.0245727374320741</c:v>
                </c:pt>
                <c:pt idx="16307">
                  <c:v>3.0254060210027043</c:v>
                </c:pt>
                <c:pt idx="16308">
                  <c:v>3.0253815804065756</c:v>
                </c:pt>
                <c:pt idx="16309">
                  <c:v>3.0255161529733927</c:v>
                </c:pt>
                <c:pt idx="16310">
                  <c:v>3.0226781007140238</c:v>
                </c:pt>
                <c:pt idx="16311">
                  <c:v>3.021549567917559</c:v>
                </c:pt>
                <c:pt idx="16312">
                  <c:v>3.0200589901299235</c:v>
                </c:pt>
                <c:pt idx="16313">
                  <c:v>3.0202157426443614</c:v>
                </c:pt>
                <c:pt idx="16314">
                  <c:v>3.0213691425744096</c:v>
                </c:pt>
                <c:pt idx="16315">
                  <c:v>3.0205628161708882</c:v>
                </c:pt>
                <c:pt idx="16316">
                  <c:v>3.0203717273913822</c:v>
                </c:pt>
                <c:pt idx="16317">
                  <c:v>3.0210221970091196</c:v>
                </c:pt>
                <c:pt idx="16318">
                  <c:v>3.0214781655477165</c:v>
                </c:pt>
                <c:pt idx="16319">
                  <c:v>3.020450295590456</c:v>
                </c:pt>
                <c:pt idx="16320">
                  <c:v>3.0204052105815413</c:v>
                </c:pt>
                <c:pt idx="16321">
                  <c:v>3.0221148580056814</c:v>
                </c:pt>
                <c:pt idx="16322">
                  <c:v>3.0266907944686623</c:v>
                </c:pt>
                <c:pt idx="16323">
                  <c:v>3.0274348037501171</c:v>
                </c:pt>
                <c:pt idx="16324">
                  <c:v>3.0255568019927832</c:v>
                </c:pt>
                <c:pt idx="16325">
                  <c:v>3.0241291811333952</c:v>
                </c:pt>
                <c:pt idx="16326">
                  <c:v>3.0216716855907118</c:v>
                </c:pt>
                <c:pt idx="16327">
                  <c:v>3.021636538904481</c:v>
                </c:pt>
                <c:pt idx="16328">
                  <c:v>3.0221546966039088</c:v>
                </c:pt>
                <c:pt idx="16329">
                  <c:v>3.0242587632119977</c:v>
                </c:pt>
                <c:pt idx="16330">
                  <c:v>3.0264325686938571</c:v>
                </c:pt>
                <c:pt idx="16331">
                  <c:v>3.0271179290753523</c:v>
                </c:pt>
                <c:pt idx="16332">
                  <c:v>3.0270066454535374</c:v>
                </c:pt>
                <c:pt idx="16333">
                  <c:v>3.0256408298712709</c:v>
                </c:pt>
                <c:pt idx="16334">
                  <c:v>3.0234543988807658</c:v>
                </c:pt>
                <c:pt idx="16335">
                  <c:v>3.0216538563251238</c:v>
                </c:pt>
                <c:pt idx="16336">
                  <c:v>3.019585277633229</c:v>
                </c:pt>
                <c:pt idx="16337">
                  <c:v>3.0179565017104153</c:v>
                </c:pt>
                <c:pt idx="16338">
                  <c:v>3.0182037228189009</c:v>
                </c:pt>
                <c:pt idx="16339">
                  <c:v>3.0187203876372384</c:v>
                </c:pt>
                <c:pt idx="16340">
                  <c:v>3.0189121588766707</c:v>
                </c:pt>
                <c:pt idx="16341">
                  <c:v>3.0194910981633298</c:v>
                </c:pt>
                <c:pt idx="16342">
                  <c:v>3.022168132533718</c:v>
                </c:pt>
                <c:pt idx="16343">
                  <c:v>3.0246570212330344</c:v>
                </c:pt>
                <c:pt idx="16344">
                  <c:v>3.0229765489707652</c:v>
                </c:pt>
                <c:pt idx="16345">
                  <c:v>3.0188299224554909</c:v>
                </c:pt>
                <c:pt idx="16346">
                  <c:v>3.0179999658770038</c:v>
                </c:pt>
                <c:pt idx="16347">
                  <c:v>3.0180616005391432</c:v>
                </c:pt>
                <c:pt idx="16348">
                  <c:v>3.0199036025353387</c:v>
                </c:pt>
                <c:pt idx="16349">
                  <c:v>3.0207699854124193</c:v>
                </c:pt>
                <c:pt idx="16350">
                  <c:v>3.0201237811692243</c:v>
                </c:pt>
                <c:pt idx="16351">
                  <c:v>3.0207226397549967</c:v>
                </c:pt>
                <c:pt idx="16352">
                  <c:v>3.0211976318640539</c:v>
                </c:pt>
                <c:pt idx="16353">
                  <c:v>3.0205235747250967</c:v>
                </c:pt>
                <c:pt idx="16354">
                  <c:v>3.0189649215597623</c:v>
                </c:pt>
                <c:pt idx="16355">
                  <c:v>3.019898910623342</c:v>
                </c:pt>
                <c:pt idx="16356">
                  <c:v>3.0187879511699922</c:v>
                </c:pt>
                <c:pt idx="16357">
                  <c:v>3.0172527149108963</c:v>
                </c:pt>
                <c:pt idx="16358">
                  <c:v>3.01793240234425</c:v>
                </c:pt>
                <c:pt idx="16359">
                  <c:v>3.0186730846335617</c:v>
                </c:pt>
                <c:pt idx="16360">
                  <c:v>3.0183675558550798</c:v>
                </c:pt>
                <c:pt idx="16361">
                  <c:v>3.0194156863414174</c:v>
                </c:pt>
                <c:pt idx="16362">
                  <c:v>3.0223785434599013</c:v>
                </c:pt>
                <c:pt idx="16363">
                  <c:v>3.0232838265528095</c:v>
                </c:pt>
                <c:pt idx="16364">
                  <c:v>3.0220375694189707</c:v>
                </c:pt>
                <c:pt idx="16365">
                  <c:v>3.0213394555675932</c:v>
                </c:pt>
                <c:pt idx="16366">
                  <c:v>3.0240715132695803</c:v>
                </c:pt>
                <c:pt idx="16367">
                  <c:v>3.0270216169181814</c:v>
                </c:pt>
                <c:pt idx="16368">
                  <c:v>3.0283756174129652</c:v>
                </c:pt>
                <c:pt idx="16369">
                  <c:v>3.0271834025745799</c:v>
                </c:pt>
                <c:pt idx="16370">
                  <c:v>3.0255694275014289</c:v>
                </c:pt>
                <c:pt idx="16371">
                  <c:v>3.0238124770736117</c:v>
                </c:pt>
                <c:pt idx="16372">
                  <c:v>3.0208342219530295</c:v>
                </c:pt>
                <c:pt idx="16373">
                  <c:v>3.0191493137012362</c:v>
                </c:pt>
                <c:pt idx="16374">
                  <c:v>3.0187760081212733</c:v>
                </c:pt>
                <c:pt idx="16375">
                  <c:v>3.0185301519326413</c:v>
                </c:pt>
                <c:pt idx="16376">
                  <c:v>3.0177557305306979</c:v>
                </c:pt>
                <c:pt idx="16377">
                  <c:v>3.0181894764679287</c:v>
                </c:pt>
                <c:pt idx="16378">
                  <c:v>3.019367103725378</c:v>
                </c:pt>
                <c:pt idx="16379">
                  <c:v>3.0199944550130948</c:v>
                </c:pt>
                <c:pt idx="16380">
                  <c:v>3.0200380044871742</c:v>
                </c:pt>
                <c:pt idx="16381">
                  <c:v>3.0195857041706833</c:v>
                </c:pt>
                <c:pt idx="16382">
                  <c:v>3.0211143717529838</c:v>
                </c:pt>
                <c:pt idx="16383">
                  <c:v>3.0223467237658137</c:v>
                </c:pt>
                <c:pt idx="16384">
                  <c:v>3.0237144587666243</c:v>
                </c:pt>
                <c:pt idx="16385">
                  <c:v>3.0249515453451967</c:v>
                </c:pt>
                <c:pt idx="16386">
                  <c:v>3.0252313965689326</c:v>
                </c:pt>
                <c:pt idx="16387">
                  <c:v>3.0274955000298576</c:v>
                </c:pt>
                <c:pt idx="16388">
                  <c:v>3.0284072664920707</c:v>
                </c:pt>
                <c:pt idx="16389">
                  <c:v>3.0249320525835373</c:v>
                </c:pt>
                <c:pt idx="16390">
                  <c:v>3.0224289175332486</c:v>
                </c:pt>
                <c:pt idx="16391">
                  <c:v>3.0209696475947552</c:v>
                </c:pt>
                <c:pt idx="16392">
                  <c:v>3.0217519172858567</c:v>
                </c:pt>
                <c:pt idx="16393">
                  <c:v>3.023955964273223</c:v>
                </c:pt>
                <c:pt idx="16394">
                  <c:v>3.0240636649804218</c:v>
                </c:pt>
                <c:pt idx="16395">
                  <c:v>3.0222284875834946</c:v>
                </c:pt>
                <c:pt idx="16396">
                  <c:v>3.022631693439001</c:v>
                </c:pt>
                <c:pt idx="16397">
                  <c:v>3.0242087303686138</c:v>
                </c:pt>
                <c:pt idx="16398">
                  <c:v>3.025070805217406</c:v>
                </c:pt>
                <c:pt idx="16399">
                  <c:v>3.0259189749451898</c:v>
                </c:pt>
                <c:pt idx="16400">
                  <c:v>3.0239856086262935</c:v>
                </c:pt>
                <c:pt idx="16401">
                  <c:v>3.0218016088992776</c:v>
                </c:pt>
                <c:pt idx="16402">
                  <c:v>3.0236134120437117</c:v>
                </c:pt>
                <c:pt idx="16403">
                  <c:v>3.0279562031341971</c:v>
                </c:pt>
                <c:pt idx="16404">
                  <c:v>3.0309306620714365</c:v>
                </c:pt>
                <c:pt idx="16405">
                  <c:v>3.0297334140910914</c:v>
                </c:pt>
                <c:pt idx="16406">
                  <c:v>3.0253026709775384</c:v>
                </c:pt>
                <c:pt idx="16407">
                  <c:v>3.0225211775846037</c:v>
                </c:pt>
                <c:pt idx="16408">
                  <c:v>3.0215242742465214</c:v>
                </c:pt>
                <c:pt idx="16409">
                  <c:v>3.0208787098095082</c:v>
                </c:pt>
                <c:pt idx="16410">
                  <c:v>3.0207877293705159</c:v>
                </c:pt>
                <c:pt idx="16411">
                  <c:v>3.0211971200191088</c:v>
                </c:pt>
                <c:pt idx="16412">
                  <c:v>3.0227216501881031</c:v>
                </c:pt>
                <c:pt idx="16413">
                  <c:v>3.0238811496037465</c:v>
                </c:pt>
                <c:pt idx="16414">
                  <c:v>3.0223620364604216</c:v>
                </c:pt>
                <c:pt idx="16415">
                  <c:v>3.0199078679098812</c:v>
                </c:pt>
                <c:pt idx="16416">
                  <c:v>3.0196075855420865</c:v>
                </c:pt>
                <c:pt idx="16417">
                  <c:v>3.0194762973136671</c:v>
                </c:pt>
                <c:pt idx="16418">
                  <c:v>3.0205028450048199</c:v>
                </c:pt>
                <c:pt idx="16419">
                  <c:v>3.0219212953089412</c:v>
                </c:pt>
                <c:pt idx="16420">
                  <c:v>3.0241410815283691</c:v>
                </c:pt>
                <c:pt idx="16421">
                  <c:v>3.0263144178190289</c:v>
                </c:pt>
                <c:pt idx="16422">
                  <c:v>3.027352951212646</c:v>
                </c:pt>
                <c:pt idx="16423">
                  <c:v>3.0272250326301151</c:v>
                </c:pt>
                <c:pt idx="16424">
                  <c:v>3.0265659896095478</c:v>
                </c:pt>
                <c:pt idx="16425">
                  <c:v>3.0241117357515162</c:v>
                </c:pt>
                <c:pt idx="16426">
                  <c:v>3.018893903073629</c:v>
                </c:pt>
                <c:pt idx="16427">
                  <c:v>3.0166527473277429</c:v>
                </c:pt>
                <c:pt idx="16428">
                  <c:v>3.0201164020712659</c:v>
                </c:pt>
                <c:pt idx="16429">
                  <c:v>3.0242303131637991</c:v>
                </c:pt>
                <c:pt idx="16430">
                  <c:v>3.0259368468645231</c:v>
                </c:pt>
                <c:pt idx="16431">
                  <c:v>3.0240453665236346</c:v>
                </c:pt>
                <c:pt idx="16432">
                  <c:v>3.0228653933101866</c:v>
                </c:pt>
                <c:pt idx="16433">
                  <c:v>3.02293743548621</c:v>
                </c:pt>
                <c:pt idx="16434">
                  <c:v>3.0222508807998429</c:v>
                </c:pt>
                <c:pt idx="16435">
                  <c:v>3.021777381571876</c:v>
                </c:pt>
                <c:pt idx="16436">
                  <c:v>3.0209372307482321</c:v>
                </c:pt>
                <c:pt idx="16437">
                  <c:v>3.020795833582147</c:v>
                </c:pt>
                <c:pt idx="16438">
                  <c:v>3.0214455780862117</c:v>
                </c:pt>
                <c:pt idx="16439">
                  <c:v>3.0229998805695129</c:v>
                </c:pt>
                <c:pt idx="16440">
                  <c:v>3.0240899823413492</c:v>
                </c:pt>
                <c:pt idx="16441">
                  <c:v>3.0216332119123379</c:v>
                </c:pt>
                <c:pt idx="16442">
                  <c:v>3.0218031444341129</c:v>
                </c:pt>
                <c:pt idx="16443">
                  <c:v>3.0239922199568343</c:v>
                </c:pt>
                <c:pt idx="16444">
                  <c:v>3.0243973025771393</c:v>
                </c:pt>
                <c:pt idx="16445">
                  <c:v>3.0235461470871758</c:v>
                </c:pt>
                <c:pt idx="16446">
                  <c:v>3.0217495286761129</c:v>
                </c:pt>
                <c:pt idx="16447">
                  <c:v>3.0203092396543338</c:v>
                </c:pt>
                <c:pt idx="16448">
                  <c:v>3.0211847504329357</c:v>
                </c:pt>
                <c:pt idx="16449">
                  <c:v>3.0232729498477262</c:v>
                </c:pt>
                <c:pt idx="16450">
                  <c:v>3.0245520930192882</c:v>
                </c:pt>
                <c:pt idx="16451">
                  <c:v>3.0227257022939185</c:v>
                </c:pt>
                <c:pt idx="16452">
                  <c:v>3.0209589415046536</c:v>
                </c:pt>
                <c:pt idx="16453">
                  <c:v>3.0224637229895155</c:v>
                </c:pt>
                <c:pt idx="16454">
                  <c:v>3.021922489613813</c:v>
                </c:pt>
                <c:pt idx="16455">
                  <c:v>3.0189772911459354</c:v>
                </c:pt>
                <c:pt idx="16456">
                  <c:v>3.0210384054323809</c:v>
                </c:pt>
                <c:pt idx="16457">
                  <c:v>3.0246316422545063</c:v>
                </c:pt>
                <c:pt idx="16458">
                  <c:v>3.0256703036093597</c:v>
                </c:pt>
                <c:pt idx="16459">
                  <c:v>3.0245949600334407</c:v>
                </c:pt>
                <c:pt idx="16460">
                  <c:v>3.0237525485612893</c:v>
                </c:pt>
                <c:pt idx="16461">
                  <c:v>3.0242132090118834</c:v>
                </c:pt>
                <c:pt idx="16462">
                  <c:v>3.0241444511742577</c:v>
                </c:pt>
                <c:pt idx="16463">
                  <c:v>3.0214569239824951</c:v>
                </c:pt>
                <c:pt idx="16464">
                  <c:v>3.0198572379140614</c:v>
                </c:pt>
                <c:pt idx="16465">
                  <c:v>3.0188317139127987</c:v>
                </c:pt>
                <c:pt idx="16466">
                  <c:v>3.0181503629833735</c:v>
                </c:pt>
                <c:pt idx="16467">
                  <c:v>3.020556418109074</c:v>
                </c:pt>
                <c:pt idx="16468">
                  <c:v>3.0206049154176227</c:v>
                </c:pt>
                <c:pt idx="16469">
                  <c:v>3.0211970773653634</c:v>
                </c:pt>
                <c:pt idx="16470">
                  <c:v>3.0244681931020363</c:v>
                </c:pt>
                <c:pt idx="16471">
                  <c:v>3.0252288373442071</c:v>
                </c:pt>
                <c:pt idx="16472">
                  <c:v>3.0252914530424917</c:v>
                </c:pt>
                <c:pt idx="16473">
                  <c:v>3.024654675277036</c:v>
                </c:pt>
                <c:pt idx="16474">
                  <c:v>3.0206457777057403</c:v>
                </c:pt>
                <c:pt idx="16475">
                  <c:v>3.0170156880475676</c:v>
                </c:pt>
                <c:pt idx="16476">
                  <c:v>3.0153736041561809</c:v>
                </c:pt>
                <c:pt idx="16477">
                  <c:v>3.0156948295129795</c:v>
                </c:pt>
                <c:pt idx="16478">
                  <c:v>3.0159496003344053</c:v>
                </c:pt>
                <c:pt idx="16479">
                  <c:v>3.0172566390554754</c:v>
                </c:pt>
                <c:pt idx="16480">
                  <c:v>3.0186025353386281</c:v>
                </c:pt>
                <c:pt idx="16481">
                  <c:v>3.0193571227489486</c:v>
                </c:pt>
                <c:pt idx="16482">
                  <c:v>3.0217098180391222</c:v>
                </c:pt>
                <c:pt idx="16483">
                  <c:v>3.0232196326659442</c:v>
                </c:pt>
                <c:pt idx="16484">
                  <c:v>3.0236280422783923</c:v>
                </c:pt>
                <c:pt idx="16485">
                  <c:v>3.0253837130938468</c:v>
                </c:pt>
                <c:pt idx="16486">
                  <c:v>3.0256228299907013</c:v>
                </c:pt>
                <c:pt idx="16487">
                  <c:v>3.0248214940753946</c:v>
                </c:pt>
                <c:pt idx="16488">
                  <c:v>3.0206578913694413</c:v>
                </c:pt>
                <c:pt idx="16489">
                  <c:v>3.0188791448777117</c:v>
                </c:pt>
                <c:pt idx="16490">
                  <c:v>3.0196001637903827</c:v>
                </c:pt>
                <c:pt idx="16491">
                  <c:v>3.0194285677725361</c:v>
                </c:pt>
                <c:pt idx="16492">
                  <c:v>3.0216492070668726</c:v>
                </c:pt>
                <c:pt idx="16493">
                  <c:v>3.0245348182523908</c:v>
                </c:pt>
                <c:pt idx="16494">
                  <c:v>3.0257869616030986</c:v>
                </c:pt>
                <c:pt idx="16495">
                  <c:v>3.0234020200813831</c:v>
                </c:pt>
                <c:pt idx="16496">
                  <c:v>3.0211480682118697</c:v>
                </c:pt>
                <c:pt idx="16497">
                  <c:v>3.0199143512791857</c:v>
                </c:pt>
                <c:pt idx="16498">
                  <c:v>3.0201410132823763</c:v>
                </c:pt>
                <c:pt idx="16499">
                  <c:v>3.0179178574170598</c:v>
                </c:pt>
                <c:pt idx="16500">
                  <c:v>3.0192746304052958</c:v>
                </c:pt>
                <c:pt idx="16501">
                  <c:v>3.0231565051227149</c:v>
                </c:pt>
                <c:pt idx="16502">
                  <c:v>3.0250685445688985</c:v>
                </c:pt>
                <c:pt idx="16503">
                  <c:v>3.026184793086681</c:v>
                </c:pt>
                <c:pt idx="16504">
                  <c:v>3.0272611603524906</c:v>
                </c:pt>
                <c:pt idx="16505">
                  <c:v>3.027027460481305</c:v>
                </c:pt>
                <c:pt idx="16506">
                  <c:v>3.0263444460558082</c:v>
                </c:pt>
                <c:pt idx="16507">
                  <c:v>3.0253258319613043</c:v>
                </c:pt>
                <c:pt idx="16508">
                  <c:v>3.02143384830622</c:v>
                </c:pt>
                <c:pt idx="16509">
                  <c:v>3.0168355612806361</c:v>
                </c:pt>
                <c:pt idx="16510">
                  <c:v>3.015149714646443</c:v>
                </c:pt>
                <c:pt idx="16511">
                  <c:v>3.0173358044069851</c:v>
                </c:pt>
                <c:pt idx="16512">
                  <c:v>3.019141508065823</c:v>
                </c:pt>
                <c:pt idx="16513">
                  <c:v>3.0203872533547171</c:v>
                </c:pt>
                <c:pt idx="16514">
                  <c:v>3.0224244815437245</c:v>
                </c:pt>
                <c:pt idx="16515">
                  <c:v>3.0220487873540174</c:v>
                </c:pt>
                <c:pt idx="16516">
                  <c:v>3.0202341690623853</c:v>
                </c:pt>
                <c:pt idx="16517">
                  <c:v>3.0183123192547536</c:v>
                </c:pt>
                <c:pt idx="16518">
                  <c:v>3.0177126075940728</c:v>
                </c:pt>
                <c:pt idx="16519">
                  <c:v>3.0198214087679038</c:v>
                </c:pt>
                <c:pt idx="16520">
                  <c:v>3.0225182344761694</c:v>
                </c:pt>
                <c:pt idx="16521">
                  <c:v>3.0231106523463827</c:v>
                </c:pt>
                <c:pt idx="16522">
                  <c:v>3.0215023502213731</c:v>
                </c:pt>
                <c:pt idx="16523">
                  <c:v>3.0230057667863814</c:v>
                </c:pt>
                <c:pt idx="16524">
                  <c:v>3.0220304462434848</c:v>
                </c:pt>
                <c:pt idx="16525">
                  <c:v>3.0194358615630037</c:v>
                </c:pt>
                <c:pt idx="16526">
                  <c:v>3.0189243578478626</c:v>
                </c:pt>
                <c:pt idx="16527">
                  <c:v>3.020919188213917</c:v>
                </c:pt>
                <c:pt idx="16528">
                  <c:v>3.0209580457759997</c:v>
                </c:pt>
                <c:pt idx="16529">
                  <c:v>3.0229888332494474</c:v>
                </c:pt>
                <c:pt idx="16530">
                  <c:v>3.0260667275193436</c:v>
                </c:pt>
                <c:pt idx="16531">
                  <c:v>3.0264427202852682</c:v>
                </c:pt>
                <c:pt idx="16532">
                  <c:v>3.0245578512749205</c:v>
                </c:pt>
                <c:pt idx="16533">
                  <c:v>3.0215873591360056</c:v>
                </c:pt>
                <c:pt idx="16534">
                  <c:v>3.01913417162161</c:v>
                </c:pt>
                <c:pt idx="16535">
                  <c:v>3.0172762171246257</c:v>
                </c:pt>
                <c:pt idx="16536">
                  <c:v>3.0190172577053991</c:v>
                </c:pt>
                <c:pt idx="16537">
                  <c:v>3.0213886353360691</c:v>
                </c:pt>
                <c:pt idx="16538">
                  <c:v>3.0235272514779523</c:v>
                </c:pt>
                <c:pt idx="16539">
                  <c:v>3.0238678842889195</c:v>
                </c:pt>
                <c:pt idx="16540">
                  <c:v>3.0229634969246648</c:v>
                </c:pt>
                <c:pt idx="16541">
                  <c:v>3.0216508705629441</c:v>
                </c:pt>
                <c:pt idx="16542">
                  <c:v>3.0202586523122594</c:v>
                </c:pt>
                <c:pt idx="16543">
                  <c:v>3.0202248278921373</c:v>
                </c:pt>
                <c:pt idx="16544">
                  <c:v>3.0205457120189725</c:v>
                </c:pt>
                <c:pt idx="16545">
                  <c:v>3.0203053581635002</c:v>
                </c:pt>
                <c:pt idx="16546">
                  <c:v>3.0198312617830974</c:v>
                </c:pt>
                <c:pt idx="16547">
                  <c:v>3.0175268505327453</c:v>
                </c:pt>
                <c:pt idx="16548">
                  <c:v>3.0195964102607848</c:v>
                </c:pt>
                <c:pt idx="16549">
                  <c:v>3.0234660006995213</c:v>
                </c:pt>
                <c:pt idx="16550">
                  <c:v>3.0251987664536824</c:v>
                </c:pt>
                <c:pt idx="16551">
                  <c:v>3.0258759373160555</c:v>
                </c:pt>
                <c:pt idx="16552">
                  <c:v>3.0228848434181006</c:v>
                </c:pt>
                <c:pt idx="16553">
                  <c:v>3.020278656918864</c:v>
                </c:pt>
                <c:pt idx="16554">
                  <c:v>3.0200029004546889</c:v>
                </c:pt>
                <c:pt idx="16555">
                  <c:v>3.0210299599907868</c:v>
                </c:pt>
                <c:pt idx="16556">
                  <c:v>3.020148221765353</c:v>
                </c:pt>
                <c:pt idx="16557">
                  <c:v>3.0193011610349503</c:v>
                </c:pt>
                <c:pt idx="16558">
                  <c:v>3.0221816537710176</c:v>
                </c:pt>
                <c:pt idx="16559">
                  <c:v>3.0253279219948306</c:v>
                </c:pt>
                <c:pt idx="16560">
                  <c:v>3.0240172150516536</c:v>
                </c:pt>
                <c:pt idx="16561">
                  <c:v>3.0224221355877261</c:v>
                </c:pt>
                <c:pt idx="16562">
                  <c:v>3.0206110149032188</c:v>
                </c:pt>
                <c:pt idx="16563">
                  <c:v>3.0165624493486773</c:v>
                </c:pt>
                <c:pt idx="16564">
                  <c:v>3.0140302244440083</c:v>
                </c:pt>
                <c:pt idx="16565">
                  <c:v>3.0171601989370687</c:v>
                </c:pt>
                <c:pt idx="16566">
                  <c:v>3.0233801387099799</c:v>
                </c:pt>
                <c:pt idx="16567">
                  <c:v>3.0255871714595259</c:v>
                </c:pt>
                <c:pt idx="16568">
                  <c:v>3.0246916987280654</c:v>
                </c:pt>
                <c:pt idx="16569">
                  <c:v>3.0236764542794501</c:v>
                </c:pt>
                <c:pt idx="16570">
                  <c:v>3.0212303899405408</c:v>
                </c:pt>
                <c:pt idx="16571">
                  <c:v>3.0215512314136306</c:v>
                </c:pt>
                <c:pt idx="16572">
                  <c:v>3.0231973674108326</c:v>
                </c:pt>
                <c:pt idx="16573">
                  <c:v>3.0233924229886626</c:v>
                </c:pt>
                <c:pt idx="16574">
                  <c:v>3.0222855156411286</c:v>
                </c:pt>
                <c:pt idx="16575">
                  <c:v>3.0238467706849339</c:v>
                </c:pt>
                <c:pt idx="16576">
                  <c:v>3.0230294822688379</c:v>
                </c:pt>
                <c:pt idx="16577">
                  <c:v>3.0199609718229357</c:v>
                </c:pt>
                <c:pt idx="16578">
                  <c:v>3.0197416462639586</c:v>
                </c:pt>
                <c:pt idx="16579">
                  <c:v>3.0214454501249755</c:v>
                </c:pt>
                <c:pt idx="16580">
                  <c:v>3.0228180476527644</c:v>
                </c:pt>
                <c:pt idx="16581">
                  <c:v>3.0227520196548459</c:v>
                </c:pt>
                <c:pt idx="16582">
                  <c:v>3.0221475734284229</c:v>
                </c:pt>
                <c:pt idx="16583">
                  <c:v>3.0225889970398301</c:v>
                </c:pt>
                <c:pt idx="16584">
                  <c:v>3.0221320048113425</c:v>
                </c:pt>
                <c:pt idx="16585">
                  <c:v>3.0221379336819565</c:v>
                </c:pt>
                <c:pt idx="16586">
                  <c:v>3.0220250718715609</c:v>
                </c:pt>
                <c:pt idx="16587">
                  <c:v>3.0220264794451599</c:v>
                </c:pt>
                <c:pt idx="16588">
                  <c:v>3.0236482174999786</c:v>
                </c:pt>
                <c:pt idx="16589">
                  <c:v>3.024508458237718</c:v>
                </c:pt>
                <c:pt idx="16590">
                  <c:v>3.0238433157315545</c:v>
                </c:pt>
                <c:pt idx="16591">
                  <c:v>3.0221201897238599</c:v>
                </c:pt>
                <c:pt idx="16592">
                  <c:v>3.0197212577736452</c:v>
                </c:pt>
                <c:pt idx="16593">
                  <c:v>3.0181525383243901</c:v>
                </c:pt>
                <c:pt idx="16594">
                  <c:v>3.0165035445262447</c:v>
                </c:pt>
                <c:pt idx="16595">
                  <c:v>3.0170765549422893</c:v>
                </c:pt>
                <c:pt idx="16596">
                  <c:v>3.0221234314085121</c:v>
                </c:pt>
                <c:pt idx="16597">
                  <c:v>3.0247848545080744</c:v>
                </c:pt>
                <c:pt idx="16598">
                  <c:v>3.023908234732092</c:v>
                </c:pt>
                <c:pt idx="16599">
                  <c:v>3.0233009307047252</c:v>
                </c:pt>
                <c:pt idx="16600">
                  <c:v>3.0231972821033417</c:v>
                </c:pt>
                <c:pt idx="16601">
                  <c:v>3.0227428064458342</c:v>
                </c:pt>
                <c:pt idx="16602">
                  <c:v>3.023484811001254</c:v>
                </c:pt>
                <c:pt idx="16603">
                  <c:v>3.0244024210265903</c:v>
                </c:pt>
                <c:pt idx="16604">
                  <c:v>3.0250049904882146</c:v>
                </c:pt>
                <c:pt idx="16605">
                  <c:v>3.0223008709894814</c:v>
                </c:pt>
                <c:pt idx="16606">
                  <c:v>3.0197940250633408</c:v>
                </c:pt>
                <c:pt idx="16607">
                  <c:v>3.0204626225228837</c:v>
                </c:pt>
                <c:pt idx="16608">
                  <c:v>3.0195814814498863</c:v>
                </c:pt>
                <c:pt idx="16609">
                  <c:v>3.0178087917900069</c:v>
                </c:pt>
                <c:pt idx="16610">
                  <c:v>3.0196923811879923</c:v>
                </c:pt>
                <c:pt idx="16611">
                  <c:v>3.0213177448111717</c:v>
                </c:pt>
                <c:pt idx="16612">
                  <c:v>3.0215208619468874</c:v>
                </c:pt>
                <c:pt idx="16613">
                  <c:v>3.0206633510488556</c:v>
                </c:pt>
                <c:pt idx="16614">
                  <c:v>3.0200915349376829</c:v>
                </c:pt>
                <c:pt idx="16615">
                  <c:v>3.0224286616107761</c:v>
                </c:pt>
                <c:pt idx="16616">
                  <c:v>3.0226540440016039</c:v>
                </c:pt>
                <c:pt idx="16617">
                  <c:v>3.0228730283306176</c:v>
                </c:pt>
                <c:pt idx="16618">
                  <c:v>3.0236494544585959</c:v>
                </c:pt>
                <c:pt idx="16619">
                  <c:v>3.0224809977564129</c:v>
                </c:pt>
                <c:pt idx="16620">
                  <c:v>3.0230330225297082</c:v>
                </c:pt>
                <c:pt idx="16621">
                  <c:v>3.0232035095501737</c:v>
                </c:pt>
                <c:pt idx="16622">
                  <c:v>3.0188708273973539</c:v>
                </c:pt>
                <c:pt idx="16623">
                  <c:v>3.0172667479931414</c:v>
                </c:pt>
                <c:pt idx="16624">
                  <c:v>3.0185366779556912</c:v>
                </c:pt>
                <c:pt idx="16625">
                  <c:v>3.0194017385666636</c:v>
                </c:pt>
                <c:pt idx="16626">
                  <c:v>3.0188000221799478</c:v>
                </c:pt>
                <c:pt idx="16627">
                  <c:v>3.0182246658079044</c:v>
                </c:pt>
                <c:pt idx="16628">
                  <c:v>3.0204797693285448</c:v>
                </c:pt>
                <c:pt idx="16629">
                  <c:v>3.020572541224845</c:v>
                </c:pt>
                <c:pt idx="16630">
                  <c:v>3.0181452445339225</c:v>
                </c:pt>
                <c:pt idx="16631">
                  <c:v>3.0163447019782805</c:v>
                </c:pt>
                <c:pt idx="16632">
                  <c:v>3.0161736178053795</c:v>
                </c:pt>
                <c:pt idx="16633">
                  <c:v>3.0155968112059921</c:v>
                </c:pt>
                <c:pt idx="16634">
                  <c:v>3.0150772459329653</c:v>
                </c:pt>
                <c:pt idx="16635">
                  <c:v>3.0168896035760899</c:v>
                </c:pt>
                <c:pt idx="16636">
                  <c:v>3.0191312711669211</c:v>
                </c:pt>
                <c:pt idx="16637">
                  <c:v>3.0200387722545918</c:v>
                </c:pt>
                <c:pt idx="16638">
                  <c:v>3.019385444835911</c:v>
                </c:pt>
                <c:pt idx="16639">
                  <c:v>3.0189078508483829</c:v>
                </c:pt>
                <c:pt idx="16640">
                  <c:v>3.0210686895916332</c:v>
                </c:pt>
                <c:pt idx="16641">
                  <c:v>3.0237391126314801</c:v>
                </c:pt>
                <c:pt idx="16642">
                  <c:v>3.0257730138283443</c:v>
                </c:pt>
                <c:pt idx="16643">
                  <c:v>3.0246062206222328</c:v>
                </c:pt>
                <c:pt idx="16644">
                  <c:v>3.021378227822185</c:v>
                </c:pt>
                <c:pt idx="16645">
                  <c:v>3.0196118082628836</c:v>
                </c:pt>
                <c:pt idx="16646">
                  <c:v>3.0170742942937818</c:v>
                </c:pt>
                <c:pt idx="16647">
                  <c:v>3.0191774225194714</c:v>
                </c:pt>
                <c:pt idx="16648">
                  <c:v>3.0210968837173593</c:v>
                </c:pt>
                <c:pt idx="16649">
                  <c:v>3.0226502051645157</c:v>
                </c:pt>
                <c:pt idx="16650">
                  <c:v>3.0245237709323254</c:v>
                </c:pt>
                <c:pt idx="16651">
                  <c:v>3.0215085776682051</c:v>
                </c:pt>
                <c:pt idx="16652">
                  <c:v>3.0199461709732733</c:v>
                </c:pt>
                <c:pt idx="16653">
                  <c:v>3.020300410329031</c:v>
                </c:pt>
                <c:pt idx="16654">
                  <c:v>3.0182813952893204</c:v>
                </c:pt>
                <c:pt idx="16655">
                  <c:v>3.0156784931284815</c:v>
                </c:pt>
                <c:pt idx="16656">
                  <c:v>3.0158907808194639</c:v>
                </c:pt>
                <c:pt idx="16657">
                  <c:v>3.0176822807810755</c:v>
                </c:pt>
                <c:pt idx="16658">
                  <c:v>3.0180490176842429</c:v>
                </c:pt>
                <c:pt idx="16659">
                  <c:v>3.0173355058307672</c:v>
                </c:pt>
                <c:pt idx="16660">
                  <c:v>3.0190779539851396</c:v>
                </c:pt>
                <c:pt idx="16661">
                  <c:v>3.0220879861460634</c:v>
                </c:pt>
                <c:pt idx="16662">
                  <c:v>3.0235887581788559</c:v>
                </c:pt>
                <c:pt idx="16663">
                  <c:v>3.0224621021471894</c:v>
                </c:pt>
                <c:pt idx="16664">
                  <c:v>3.0179302696569787</c:v>
                </c:pt>
                <c:pt idx="16665">
                  <c:v>3.0170740383713093</c:v>
                </c:pt>
                <c:pt idx="16666">
                  <c:v>3.0185580901358948</c:v>
                </c:pt>
                <c:pt idx="16667">
                  <c:v>3.0192704503382441</c:v>
                </c:pt>
                <c:pt idx="16668">
                  <c:v>3.0205559915716198</c:v>
                </c:pt>
                <c:pt idx="16669">
                  <c:v>3.0199988483488736</c:v>
                </c:pt>
                <c:pt idx="16670">
                  <c:v>3.019996886276584</c:v>
                </c:pt>
                <c:pt idx="16671">
                  <c:v>3.0193960229647767</c:v>
                </c:pt>
                <c:pt idx="16672">
                  <c:v>3.0175994472074592</c:v>
                </c:pt>
                <c:pt idx="16673">
                  <c:v>3.0156940190918164</c:v>
                </c:pt>
                <c:pt idx="16674">
                  <c:v>3.0153295001834111</c:v>
                </c:pt>
                <c:pt idx="16675">
                  <c:v>3.0180004350682035</c:v>
                </c:pt>
                <c:pt idx="16676">
                  <c:v>3.020439290924136</c:v>
                </c:pt>
                <c:pt idx="16677">
                  <c:v>3.0200759236668571</c:v>
                </c:pt>
                <c:pt idx="16678">
                  <c:v>3.0198395366097097</c:v>
                </c:pt>
                <c:pt idx="16679">
                  <c:v>3.0228174931540739</c:v>
                </c:pt>
                <c:pt idx="16680">
                  <c:v>3.0240602100270424</c:v>
                </c:pt>
                <c:pt idx="16681">
                  <c:v>3.0228566066386291</c:v>
                </c:pt>
                <c:pt idx="16682">
                  <c:v>3.0220219154943995</c:v>
                </c:pt>
                <c:pt idx="16683">
                  <c:v>3.0232658693259857</c:v>
                </c:pt>
                <c:pt idx="16684">
                  <c:v>3.0240343192035692</c:v>
                </c:pt>
                <c:pt idx="16685">
                  <c:v>3.022744000750706</c:v>
                </c:pt>
                <c:pt idx="16686">
                  <c:v>3.0213706781092449</c:v>
                </c:pt>
                <c:pt idx="16687">
                  <c:v>3.0203863576260632</c:v>
                </c:pt>
                <c:pt idx="16688">
                  <c:v>3.0187821929143599</c:v>
                </c:pt>
                <c:pt idx="16689">
                  <c:v>3.0165387338662208</c:v>
                </c:pt>
                <c:pt idx="16690">
                  <c:v>3.0166372640181534</c:v>
                </c:pt>
                <c:pt idx="16691">
                  <c:v>3.0199941564368769</c:v>
                </c:pt>
                <c:pt idx="16692">
                  <c:v>3.0215105823942401</c:v>
                </c:pt>
                <c:pt idx="16693">
                  <c:v>3.020096568079643</c:v>
                </c:pt>
                <c:pt idx="16694">
                  <c:v>3.0165527242947201</c:v>
                </c:pt>
                <c:pt idx="16695">
                  <c:v>3.0167657797531202</c:v>
                </c:pt>
                <c:pt idx="16696">
                  <c:v>3.0190760345665955</c:v>
                </c:pt>
                <c:pt idx="16697">
                  <c:v>3.0191136978238058</c:v>
                </c:pt>
                <c:pt idx="16698">
                  <c:v>3.0207902032877505</c:v>
                </c:pt>
                <c:pt idx="16699">
                  <c:v>3.0211146276754564</c:v>
                </c:pt>
                <c:pt idx="16700">
                  <c:v>3.0199671566160227</c:v>
                </c:pt>
                <c:pt idx="16701">
                  <c:v>3.0199672845772589</c:v>
                </c:pt>
                <c:pt idx="16702">
                  <c:v>3.0201681837182122</c:v>
                </c:pt>
                <c:pt idx="16703">
                  <c:v>3.0200746440544943</c:v>
                </c:pt>
                <c:pt idx="16704">
                  <c:v>3.0215256818201208</c:v>
                </c:pt>
                <c:pt idx="16705">
                  <c:v>3.0209155199918105</c:v>
                </c:pt>
                <c:pt idx="16706">
                  <c:v>3.0183077979577386</c:v>
                </c:pt>
                <c:pt idx="16707">
                  <c:v>3.0188843486346535</c:v>
                </c:pt>
                <c:pt idx="16708">
                  <c:v>3.0216406336640422</c:v>
                </c:pt>
                <c:pt idx="16709">
                  <c:v>3.0226440203714287</c:v>
                </c:pt>
                <c:pt idx="16710">
                  <c:v>3.0200359997611392</c:v>
                </c:pt>
                <c:pt idx="16711">
                  <c:v>3.0184901427194322</c:v>
                </c:pt>
                <c:pt idx="16712">
                  <c:v>3.0170083516033541</c:v>
                </c:pt>
                <c:pt idx="16713">
                  <c:v>3.0161124523344394</c:v>
                </c:pt>
                <c:pt idx="16714">
                  <c:v>3.0181242162374278</c:v>
                </c:pt>
                <c:pt idx="16715">
                  <c:v>3.0193825443812221</c:v>
                </c:pt>
                <c:pt idx="16716">
                  <c:v>3.0205440485229009</c:v>
                </c:pt>
                <c:pt idx="16717">
                  <c:v>3.0216411455089873</c:v>
                </c:pt>
                <c:pt idx="16718">
                  <c:v>3.0205283092908388</c:v>
                </c:pt>
                <c:pt idx="16719">
                  <c:v>3.0221676206887729</c:v>
                </c:pt>
                <c:pt idx="16720">
                  <c:v>3.02570992893886</c:v>
                </c:pt>
                <c:pt idx="16721">
                  <c:v>3.0267682536703546</c:v>
                </c:pt>
                <c:pt idx="16722">
                  <c:v>3.026396782201445</c:v>
                </c:pt>
                <c:pt idx="16723">
                  <c:v>3.0249333321959</c:v>
                </c:pt>
                <c:pt idx="16724">
                  <c:v>3.0250890183667027</c:v>
                </c:pt>
                <c:pt idx="16725">
                  <c:v>3.0251423355484843</c:v>
                </c:pt>
                <c:pt idx="16726">
                  <c:v>3.0231723723160129</c:v>
                </c:pt>
                <c:pt idx="16727">
                  <c:v>3.0232209975857982</c:v>
                </c:pt>
                <c:pt idx="16728">
                  <c:v>3.0222635916159799</c:v>
                </c:pt>
                <c:pt idx="16729">
                  <c:v>3.0232924426093857</c:v>
                </c:pt>
                <c:pt idx="16730">
                  <c:v>3.0228406541378399</c:v>
                </c:pt>
                <c:pt idx="16731">
                  <c:v>3.01958387005963</c:v>
                </c:pt>
                <c:pt idx="16732">
                  <c:v>3.0176691007737388</c:v>
                </c:pt>
                <c:pt idx="16733">
                  <c:v>3.0165302031171359</c:v>
                </c:pt>
                <c:pt idx="16734">
                  <c:v>3.0169365226960578</c:v>
                </c:pt>
                <c:pt idx="16735">
                  <c:v>3.0172073739795091</c:v>
                </c:pt>
                <c:pt idx="16736">
                  <c:v>3.0192400808715014</c:v>
                </c:pt>
                <c:pt idx="16737">
                  <c:v>3.0209177379865726</c:v>
                </c:pt>
                <c:pt idx="16738">
                  <c:v>3.0220037023451027</c:v>
                </c:pt>
                <c:pt idx="16739">
                  <c:v>3.0218467792156831</c:v>
                </c:pt>
                <c:pt idx="16740">
                  <c:v>3.0213281949788011</c:v>
                </c:pt>
                <c:pt idx="16741">
                  <c:v>3.0181381213584366</c:v>
                </c:pt>
                <c:pt idx="16742">
                  <c:v>3.0177637920885831</c:v>
                </c:pt>
                <c:pt idx="16743">
                  <c:v>3.0177647304709825</c:v>
                </c:pt>
                <c:pt idx="16744">
                  <c:v>3.0168295897562767</c:v>
                </c:pt>
                <c:pt idx="16745">
                  <c:v>3.0173224964384122</c:v>
                </c:pt>
                <c:pt idx="16746">
                  <c:v>3.021007012275748</c:v>
                </c:pt>
                <c:pt idx="16747">
                  <c:v>3.0217000503314195</c:v>
                </c:pt>
                <c:pt idx="16748">
                  <c:v>3.0215610417750782</c:v>
                </c:pt>
                <c:pt idx="16749">
                  <c:v>3.0229482268838028</c:v>
                </c:pt>
                <c:pt idx="16750">
                  <c:v>3.0215601033926789</c:v>
                </c:pt>
                <c:pt idx="16751">
                  <c:v>3.01945603678459</c:v>
                </c:pt>
                <c:pt idx="16752">
                  <c:v>3.0176622761744709</c:v>
                </c:pt>
                <c:pt idx="16753">
                  <c:v>3.0167174957132987</c:v>
                </c:pt>
                <c:pt idx="16754">
                  <c:v>3.0176523378517865</c:v>
                </c:pt>
                <c:pt idx="16755">
                  <c:v>3.0173148187642358</c:v>
                </c:pt>
                <c:pt idx="16756">
                  <c:v>3.0191775504807077</c:v>
                </c:pt>
                <c:pt idx="16757">
                  <c:v>3.0216655434513706</c:v>
                </c:pt>
                <c:pt idx="16758">
                  <c:v>3.0209310459551455</c:v>
                </c:pt>
                <c:pt idx="16759">
                  <c:v>3.0200617199696307</c:v>
                </c:pt>
                <c:pt idx="16760">
                  <c:v>3.0187924298132618</c:v>
                </c:pt>
                <c:pt idx="16761">
                  <c:v>3.0187204302909838</c:v>
                </c:pt>
                <c:pt idx="16762">
                  <c:v>3.0190391390768023</c:v>
                </c:pt>
                <c:pt idx="16763">
                  <c:v>3.0203099647680061</c:v>
                </c:pt>
                <c:pt idx="16764">
                  <c:v>3.0198514796584286</c:v>
                </c:pt>
                <c:pt idx="16765">
                  <c:v>3.0183550583076699</c:v>
                </c:pt>
                <c:pt idx="16766">
                  <c:v>3.0190045042355171</c:v>
                </c:pt>
                <c:pt idx="16767">
                  <c:v>3.0204473524820212</c:v>
                </c:pt>
                <c:pt idx="16768">
                  <c:v>3.0220222140706174</c:v>
                </c:pt>
                <c:pt idx="16769">
                  <c:v>3.0233565938425051</c:v>
                </c:pt>
                <c:pt idx="16770">
                  <c:v>3.0234900574119412</c:v>
                </c:pt>
                <c:pt idx="16771">
                  <c:v>3.0228823268471205</c:v>
                </c:pt>
                <c:pt idx="16772">
                  <c:v>3.0211042201615723</c:v>
                </c:pt>
                <c:pt idx="16773">
                  <c:v>3.017611134333706</c:v>
                </c:pt>
                <c:pt idx="16774">
                  <c:v>3.0143943594687048</c:v>
                </c:pt>
                <c:pt idx="16775">
                  <c:v>3.0154275611441439</c:v>
                </c:pt>
                <c:pt idx="16776">
                  <c:v>3.0147329875536371</c:v>
                </c:pt>
                <c:pt idx="16777">
                  <c:v>3.0133035752369417</c:v>
                </c:pt>
                <c:pt idx="16778">
                  <c:v>3.0158790936932172</c:v>
                </c:pt>
                <c:pt idx="16779">
                  <c:v>3.0193076017505098</c:v>
                </c:pt>
                <c:pt idx="16780">
                  <c:v>3.0207447770488725</c:v>
                </c:pt>
                <c:pt idx="16781">
                  <c:v>3.0222391083661058</c:v>
                </c:pt>
                <c:pt idx="16782">
                  <c:v>3.0244621789239314</c:v>
                </c:pt>
                <c:pt idx="16783">
                  <c:v>3.024361686699709</c:v>
                </c:pt>
                <c:pt idx="16784">
                  <c:v>3.0231308702217143</c:v>
                </c:pt>
                <c:pt idx="16785">
                  <c:v>3.0213713179154262</c:v>
                </c:pt>
                <c:pt idx="16786">
                  <c:v>3.0195709459747659</c:v>
                </c:pt>
                <c:pt idx="16787">
                  <c:v>3.0172106156641614</c:v>
                </c:pt>
                <c:pt idx="16788">
                  <c:v>3.0148056695358418</c:v>
                </c:pt>
                <c:pt idx="16789">
                  <c:v>3.0149730001791459</c:v>
                </c:pt>
                <c:pt idx="16790">
                  <c:v>3.0166402071265876</c:v>
                </c:pt>
                <c:pt idx="16791">
                  <c:v>3.0192803886609285</c:v>
                </c:pt>
                <c:pt idx="16792">
                  <c:v>3.0186529947194662</c:v>
                </c:pt>
                <c:pt idx="16793">
                  <c:v>3.0173782448836834</c:v>
                </c:pt>
                <c:pt idx="16794">
                  <c:v>3.0161442293747815</c:v>
                </c:pt>
                <c:pt idx="16795">
                  <c:v>3.0156694931881969</c:v>
                </c:pt>
                <c:pt idx="16796">
                  <c:v>3.0182796891395034</c:v>
                </c:pt>
                <c:pt idx="16797">
                  <c:v>3.0226031580833115</c:v>
                </c:pt>
                <c:pt idx="16798">
                  <c:v>3.0247419448401764</c:v>
                </c:pt>
                <c:pt idx="16799">
                  <c:v>3.023238357660186</c:v>
                </c:pt>
                <c:pt idx="16800">
                  <c:v>3.0232486798665792</c:v>
                </c:pt>
                <c:pt idx="16801">
                  <c:v>3.0228831372682836</c:v>
                </c:pt>
                <c:pt idx="16802">
                  <c:v>3.021361592861469</c:v>
                </c:pt>
                <c:pt idx="16803">
                  <c:v>3.0213310101259991</c:v>
                </c:pt>
                <c:pt idx="16804">
                  <c:v>3.0197172483215753</c:v>
                </c:pt>
                <c:pt idx="16805">
                  <c:v>3.0154988355527497</c:v>
                </c:pt>
                <c:pt idx="16806">
                  <c:v>3.0142257918667839</c:v>
                </c:pt>
                <c:pt idx="16807">
                  <c:v>3.015322760891634</c:v>
                </c:pt>
                <c:pt idx="16808">
                  <c:v>3.0172677290292862</c:v>
                </c:pt>
                <c:pt idx="16809">
                  <c:v>3.0178208201462171</c:v>
                </c:pt>
                <c:pt idx="16810">
                  <c:v>3.016099656210812</c:v>
                </c:pt>
                <c:pt idx="16811">
                  <c:v>3.0155500200472605</c:v>
                </c:pt>
                <c:pt idx="16812">
                  <c:v>3.015770795833582</c:v>
                </c:pt>
                <c:pt idx="16813">
                  <c:v>3.0177047593049147</c:v>
                </c:pt>
                <c:pt idx="16814">
                  <c:v>3.0224472159900362</c:v>
                </c:pt>
                <c:pt idx="16815">
                  <c:v>3.0213486687766054</c:v>
                </c:pt>
                <c:pt idx="16816">
                  <c:v>3.0190887027289866</c:v>
                </c:pt>
                <c:pt idx="16817">
                  <c:v>3.0196399170811188</c:v>
                </c:pt>
                <c:pt idx="16818">
                  <c:v>3.0197028740093668</c:v>
                </c:pt>
                <c:pt idx="16819">
                  <c:v>3.0184179299284271</c:v>
                </c:pt>
                <c:pt idx="16820">
                  <c:v>3.0181781732253907</c:v>
                </c:pt>
                <c:pt idx="16821">
                  <c:v>3.0187604395041929</c:v>
                </c:pt>
                <c:pt idx="16822">
                  <c:v>3.021093940608925</c:v>
                </c:pt>
                <c:pt idx="16823">
                  <c:v>3.0217939312251008</c:v>
                </c:pt>
                <c:pt idx="16824">
                  <c:v>3.0212104279876817</c:v>
                </c:pt>
                <c:pt idx="16825">
                  <c:v>3.0199618675515896</c:v>
                </c:pt>
                <c:pt idx="16826">
                  <c:v>3.0202486286820847</c:v>
                </c:pt>
                <c:pt idx="16827">
                  <c:v>3.0227222046867936</c:v>
                </c:pt>
                <c:pt idx="16828">
                  <c:v>3.0231034865171509</c:v>
                </c:pt>
                <c:pt idx="16829">
                  <c:v>3.0214873361029833</c:v>
                </c:pt>
                <c:pt idx="16830">
                  <c:v>3.0198595838700597</c:v>
                </c:pt>
                <c:pt idx="16831">
                  <c:v>3.0170003753529597</c:v>
                </c:pt>
                <c:pt idx="16832">
                  <c:v>3.0171780282026566</c:v>
                </c:pt>
                <c:pt idx="16833">
                  <c:v>3.0197414756489769</c:v>
                </c:pt>
                <c:pt idx="16834">
                  <c:v>3.0216804722622692</c:v>
                </c:pt>
                <c:pt idx="16835">
                  <c:v>3.0232345188230978</c:v>
                </c:pt>
                <c:pt idx="16836">
                  <c:v>3.0240358120846591</c:v>
                </c:pt>
                <c:pt idx="16837">
                  <c:v>3.0228567345998654</c:v>
                </c:pt>
                <c:pt idx="16838">
                  <c:v>3.0215919230867661</c:v>
                </c:pt>
                <c:pt idx="16839">
                  <c:v>3.0222830417238939</c:v>
                </c:pt>
                <c:pt idx="16840">
                  <c:v>3.0210909548467453</c:v>
                </c:pt>
                <c:pt idx="16841">
                  <c:v>3.0161970773653635</c:v>
                </c:pt>
                <c:pt idx="16842">
                  <c:v>3.0142100952884672</c:v>
                </c:pt>
                <c:pt idx="16843">
                  <c:v>3.0174150977197307</c:v>
                </c:pt>
                <c:pt idx="16844">
                  <c:v>3.0198399204934185</c:v>
                </c:pt>
                <c:pt idx="16845">
                  <c:v>3.0204436842599147</c:v>
                </c:pt>
                <c:pt idx="16846">
                  <c:v>3.020605555223804</c:v>
                </c:pt>
                <c:pt idx="16847">
                  <c:v>3.0194484444179044</c:v>
                </c:pt>
                <c:pt idx="16848">
                  <c:v>3.0180492736067155</c:v>
                </c:pt>
                <c:pt idx="16849">
                  <c:v>3.0170511333100158</c:v>
                </c:pt>
                <c:pt idx="16850">
                  <c:v>3.0179461368502767</c:v>
                </c:pt>
                <c:pt idx="16851">
                  <c:v>3.0201479231891351</c:v>
                </c:pt>
                <c:pt idx="16852">
                  <c:v>3.0188603772297244</c:v>
                </c:pt>
                <c:pt idx="16853">
                  <c:v>3.0174124531875144</c:v>
                </c:pt>
                <c:pt idx="16854">
                  <c:v>3.0183062197691579</c:v>
                </c:pt>
                <c:pt idx="16855">
                  <c:v>3.0200260614384549</c:v>
                </c:pt>
                <c:pt idx="16856">
                  <c:v>3.0215079378620238</c:v>
                </c:pt>
                <c:pt idx="16857">
                  <c:v>3.0222102744341979</c:v>
                </c:pt>
                <c:pt idx="16858">
                  <c:v>3.0244627760763674</c:v>
                </c:pt>
                <c:pt idx="16859">
                  <c:v>3.0243397200208149</c:v>
                </c:pt>
                <c:pt idx="16860">
                  <c:v>3.0240737312643424</c:v>
                </c:pt>
                <c:pt idx="16861">
                  <c:v>3.0234745741023521</c:v>
                </c:pt>
                <c:pt idx="16862">
                  <c:v>3.0223532924426095</c:v>
                </c:pt>
                <c:pt idx="16863">
                  <c:v>3.0214852460694575</c:v>
                </c:pt>
                <c:pt idx="16864">
                  <c:v>3.0214685258012506</c:v>
                </c:pt>
                <c:pt idx="16865">
                  <c:v>3.0225593526867596</c:v>
                </c:pt>
                <c:pt idx="16866">
                  <c:v>3.0225958642928434</c:v>
                </c:pt>
                <c:pt idx="16867">
                  <c:v>3.0213423560222825</c:v>
                </c:pt>
                <c:pt idx="16868">
                  <c:v>3.0201834537590746</c:v>
                </c:pt>
                <c:pt idx="16869">
                  <c:v>3.0200467911587316</c:v>
                </c:pt>
                <c:pt idx="16870">
                  <c:v>3.0214017726896598</c:v>
                </c:pt>
                <c:pt idx="16871">
                  <c:v>3.0214164455780863</c:v>
                </c:pt>
                <c:pt idx="16872">
                  <c:v>3.0218919068783432</c:v>
                </c:pt>
                <c:pt idx="16873">
                  <c:v>3.0227772706721376</c:v>
                </c:pt>
                <c:pt idx="16874">
                  <c:v>3.023654487600556</c:v>
                </c:pt>
                <c:pt idx="16875">
                  <c:v>3.0235357822270372</c:v>
                </c:pt>
                <c:pt idx="16876">
                  <c:v>3.0205932282913763</c:v>
                </c:pt>
                <c:pt idx="16877">
                  <c:v>3.018857818004999</c:v>
                </c:pt>
                <c:pt idx="16878">
                  <c:v>3.0195128942272422</c:v>
                </c:pt>
                <c:pt idx="16879">
                  <c:v>3.0210776895319178</c:v>
                </c:pt>
                <c:pt idx="16880">
                  <c:v>3.0223898893561842</c:v>
                </c:pt>
                <c:pt idx="16881">
                  <c:v>3.0221195499176781</c:v>
                </c:pt>
                <c:pt idx="16882">
                  <c:v>3.0228355356883889</c:v>
                </c:pt>
                <c:pt idx="16883">
                  <c:v>3.0238031359033637</c:v>
                </c:pt>
                <c:pt idx="16884">
                  <c:v>3.0224564291990479</c:v>
                </c:pt>
                <c:pt idx="16885">
                  <c:v>3.021817817322539</c:v>
                </c:pt>
                <c:pt idx="16886">
                  <c:v>3.0205728824548084</c:v>
                </c:pt>
                <c:pt idx="16887">
                  <c:v>3.0187573684345224</c:v>
                </c:pt>
                <c:pt idx="16888">
                  <c:v>3.0185092515973828</c:v>
                </c:pt>
                <c:pt idx="16889">
                  <c:v>3.0209721215119898</c:v>
                </c:pt>
                <c:pt idx="16890">
                  <c:v>3.0238515479044215</c:v>
                </c:pt>
                <c:pt idx="16891">
                  <c:v>3.024728380949131</c:v>
                </c:pt>
                <c:pt idx="16892">
                  <c:v>3.020189425283434</c:v>
                </c:pt>
                <c:pt idx="16893">
                  <c:v>3.0166687424822776</c:v>
                </c:pt>
                <c:pt idx="16894">
                  <c:v>3.0181545003966797</c:v>
                </c:pt>
                <c:pt idx="16895">
                  <c:v>3.0221352891497402</c:v>
                </c:pt>
                <c:pt idx="16896">
                  <c:v>3.0255578256826734</c:v>
                </c:pt>
                <c:pt idx="16897">
                  <c:v>3.0264887436765822</c:v>
                </c:pt>
                <c:pt idx="16898">
                  <c:v>3.0256964077015605</c:v>
                </c:pt>
                <c:pt idx="16899">
                  <c:v>3.0248569393378433</c:v>
                </c:pt>
                <c:pt idx="16900">
                  <c:v>3.0239459832967932</c:v>
                </c:pt>
                <c:pt idx="16901">
                  <c:v>3.0252539604002626</c:v>
                </c:pt>
                <c:pt idx="16902">
                  <c:v>3.0251580747805464</c:v>
                </c:pt>
                <c:pt idx="16903">
                  <c:v>3.023116112025797</c:v>
                </c:pt>
                <c:pt idx="16904">
                  <c:v>3.0234452283254991</c:v>
                </c:pt>
                <c:pt idx="16905">
                  <c:v>3.0256488061216658</c:v>
                </c:pt>
                <c:pt idx="16906">
                  <c:v>3.0254468406370765</c:v>
                </c:pt>
                <c:pt idx="16907">
                  <c:v>3.0238849884408352</c:v>
                </c:pt>
                <c:pt idx="16908">
                  <c:v>3.0226330583588545</c:v>
                </c:pt>
                <c:pt idx="16909">
                  <c:v>3.021274323298329</c:v>
                </c:pt>
                <c:pt idx="16910">
                  <c:v>3.0227304368596606</c:v>
                </c:pt>
                <c:pt idx="16911">
                  <c:v>3.0247409211502863</c:v>
                </c:pt>
                <c:pt idx="16912">
                  <c:v>3.0237444443496582</c:v>
                </c:pt>
                <c:pt idx="16913">
                  <c:v>3.0223930457333457</c:v>
                </c:pt>
                <c:pt idx="16914">
                  <c:v>3.0218221253508268</c:v>
                </c:pt>
                <c:pt idx="16915">
                  <c:v>3.0228766538989791</c:v>
                </c:pt>
                <c:pt idx="16916">
                  <c:v>3.0226464089811724</c:v>
                </c:pt>
                <c:pt idx="16917">
                  <c:v>3.0220112947117888</c:v>
                </c:pt>
                <c:pt idx="16918">
                  <c:v>3.0192910520972847</c:v>
                </c:pt>
                <c:pt idx="16919">
                  <c:v>3.0175512484751286</c:v>
                </c:pt>
                <c:pt idx="16920">
                  <c:v>3.0177024133489163</c:v>
                </c:pt>
                <c:pt idx="16921">
                  <c:v>3.0211205991998158</c:v>
                </c:pt>
                <c:pt idx="16922">
                  <c:v>3.0249227114132893</c:v>
                </c:pt>
                <c:pt idx="16923">
                  <c:v>3.0256242802180457</c:v>
                </c:pt>
                <c:pt idx="16924">
                  <c:v>3.0249960758554209</c:v>
                </c:pt>
                <c:pt idx="16925">
                  <c:v>3.0239090024995097</c:v>
                </c:pt>
                <c:pt idx="16926">
                  <c:v>3.0209483633757879</c:v>
                </c:pt>
                <c:pt idx="16927">
                  <c:v>3.0190386272318572</c:v>
                </c:pt>
                <c:pt idx="16928">
                  <c:v>3.018137353591019</c:v>
                </c:pt>
                <c:pt idx="16929">
                  <c:v>3.0165340846079696</c:v>
                </c:pt>
                <c:pt idx="16930">
                  <c:v>3.0178475213908533</c:v>
                </c:pt>
                <c:pt idx="16931">
                  <c:v>3.0179048906784507</c:v>
                </c:pt>
                <c:pt idx="16932">
                  <c:v>3.0163954172815917</c:v>
                </c:pt>
                <c:pt idx="16933">
                  <c:v>3.0171528198391102</c:v>
                </c:pt>
                <c:pt idx="16934">
                  <c:v>3.0172088242068535</c:v>
                </c:pt>
                <c:pt idx="16935">
                  <c:v>3.01810489409075</c:v>
                </c:pt>
                <c:pt idx="16936">
                  <c:v>3.0207574878650094</c:v>
                </c:pt>
                <c:pt idx="16937">
                  <c:v>3.0195489792958718</c:v>
                </c:pt>
                <c:pt idx="16938">
                  <c:v>3.016798665790843</c:v>
                </c:pt>
                <c:pt idx="16939">
                  <c:v>3.0180755909676429</c:v>
                </c:pt>
                <c:pt idx="16940">
                  <c:v>3.0225719781954052</c:v>
                </c:pt>
                <c:pt idx="16941">
                  <c:v>3.0253560308130658</c:v>
                </c:pt>
                <c:pt idx="16942">
                  <c:v>3.0235499006167732</c:v>
                </c:pt>
                <c:pt idx="16943">
                  <c:v>3.0207400424831303</c:v>
                </c:pt>
                <c:pt idx="16944">
                  <c:v>3.0200410755568448</c:v>
                </c:pt>
                <c:pt idx="16945">
                  <c:v>3.0214187062265938</c:v>
                </c:pt>
                <c:pt idx="16946">
                  <c:v>3.0210442916492499</c:v>
                </c:pt>
                <c:pt idx="16947">
                  <c:v>3.0209150934543563</c:v>
                </c:pt>
                <c:pt idx="16948">
                  <c:v>3.0218993286300471</c:v>
                </c:pt>
                <c:pt idx="16949">
                  <c:v>3.0206230006056831</c:v>
                </c:pt>
                <c:pt idx="16950">
                  <c:v>3.0177062095322591</c:v>
                </c:pt>
                <c:pt idx="16951">
                  <c:v>3.0170122330941882</c:v>
                </c:pt>
                <c:pt idx="16952">
                  <c:v>3.0182047465087911</c:v>
                </c:pt>
                <c:pt idx="16953">
                  <c:v>3.0171884783702856</c:v>
                </c:pt>
                <c:pt idx="16954">
                  <c:v>3.0166055722853025</c:v>
                </c:pt>
                <c:pt idx="16955">
                  <c:v>3.0171169053854618</c:v>
                </c:pt>
                <c:pt idx="16956">
                  <c:v>3.0184876261484521</c:v>
                </c:pt>
                <c:pt idx="16957">
                  <c:v>3.020949685641896</c:v>
                </c:pt>
                <c:pt idx="16958">
                  <c:v>3.0225497129402932</c:v>
                </c:pt>
                <c:pt idx="16959">
                  <c:v>3.0219861290019878</c:v>
                </c:pt>
                <c:pt idx="16960">
                  <c:v>3.0197544423875859</c:v>
                </c:pt>
                <c:pt idx="16961">
                  <c:v>3.0170488726615083</c:v>
                </c:pt>
                <c:pt idx="16962">
                  <c:v>3.0161045187377904</c:v>
                </c:pt>
                <c:pt idx="16963">
                  <c:v>3.0181333867926941</c:v>
                </c:pt>
                <c:pt idx="16964">
                  <c:v>3.0227885739146756</c:v>
                </c:pt>
                <c:pt idx="16965">
                  <c:v>3.0265435110857086</c:v>
                </c:pt>
                <c:pt idx="16966">
                  <c:v>3.0262595651024116</c:v>
                </c:pt>
                <c:pt idx="16967">
                  <c:v>3.0226344659324536</c:v>
                </c:pt>
                <c:pt idx="16968">
                  <c:v>3.0209912303899404</c:v>
                </c:pt>
                <c:pt idx="16969">
                  <c:v>3.0226701244636294</c:v>
                </c:pt>
                <c:pt idx="16970">
                  <c:v>3.0212114943313173</c:v>
                </c:pt>
                <c:pt idx="16971">
                  <c:v>3.019219692381188</c:v>
                </c:pt>
                <c:pt idx="16972">
                  <c:v>3.0169460771350334</c:v>
                </c:pt>
                <c:pt idx="16973">
                  <c:v>3.0151587572404734</c:v>
                </c:pt>
                <c:pt idx="16974">
                  <c:v>3.0178823268471207</c:v>
                </c:pt>
                <c:pt idx="16975">
                  <c:v>3.0223723160130693</c:v>
                </c:pt>
                <c:pt idx="16976">
                  <c:v>3.0236790561579214</c:v>
                </c:pt>
                <c:pt idx="16977">
                  <c:v>3.0220456736306014</c:v>
                </c:pt>
                <c:pt idx="16978">
                  <c:v>3.01949864787627</c:v>
                </c:pt>
                <c:pt idx="16979">
                  <c:v>3.0184607969425796</c:v>
                </c:pt>
                <c:pt idx="16980">
                  <c:v>3.0177518490398643</c:v>
                </c:pt>
                <c:pt idx="16981">
                  <c:v>3.0166450696535665</c:v>
                </c:pt>
                <c:pt idx="16982">
                  <c:v>3.0173459559983962</c:v>
                </c:pt>
                <c:pt idx="16983">
                  <c:v>3.0174330122928095</c:v>
                </c:pt>
                <c:pt idx="16984">
                  <c:v>3.0155649915119045</c:v>
                </c:pt>
                <c:pt idx="16985">
                  <c:v>3.0157700280661643</c:v>
                </c:pt>
                <c:pt idx="16986">
                  <c:v>3.0185706303370501</c:v>
                </c:pt>
                <c:pt idx="16987">
                  <c:v>3.0187962259966046</c:v>
                </c:pt>
                <c:pt idx="16988">
                  <c:v>3.0183207220426027</c:v>
                </c:pt>
                <c:pt idx="16989">
                  <c:v>3.018938220315126</c:v>
                </c:pt>
                <c:pt idx="16990">
                  <c:v>3.0194800508432644</c:v>
                </c:pt>
                <c:pt idx="16991">
                  <c:v>3.0206381426853093</c:v>
                </c:pt>
                <c:pt idx="16992">
                  <c:v>3.0179930559702446</c:v>
                </c:pt>
                <c:pt idx="16993">
                  <c:v>3.0173178045264155</c:v>
                </c:pt>
                <c:pt idx="16994">
                  <c:v>3.0192566305247266</c:v>
                </c:pt>
                <c:pt idx="16995">
                  <c:v>3.0237038379840135</c:v>
                </c:pt>
                <c:pt idx="16996">
                  <c:v>3.0239058034686024</c:v>
                </c:pt>
                <c:pt idx="16997">
                  <c:v>3.0240141013282376</c:v>
                </c:pt>
                <c:pt idx="16998">
                  <c:v>3.0262401149944975</c:v>
                </c:pt>
                <c:pt idx="16999">
                  <c:v>3.0281980072170138</c:v>
                </c:pt>
                <c:pt idx="17000">
                  <c:v>3.0280877046313437</c:v>
                </c:pt>
                <c:pt idx="17001">
                  <c:v>3.0270126596316422</c:v>
                </c:pt>
                <c:pt idx="17002">
                  <c:v>3.0253480972164164</c:v>
                </c:pt>
                <c:pt idx="17003">
                  <c:v>3.023450901273641</c:v>
                </c:pt>
                <c:pt idx="17004">
                  <c:v>3.0218274144152599</c:v>
                </c:pt>
                <c:pt idx="17005">
                  <c:v>3.0227981710073961</c:v>
                </c:pt>
                <c:pt idx="17006">
                  <c:v>3.0236428431280551</c:v>
                </c:pt>
                <c:pt idx="17007">
                  <c:v>3.0244844015252981</c:v>
                </c:pt>
                <c:pt idx="17008">
                  <c:v>3.0239692722417955</c:v>
                </c:pt>
                <c:pt idx="17009">
                  <c:v>3.0230955529205019</c:v>
                </c:pt>
                <c:pt idx="17010">
                  <c:v>3.0230264965066582</c:v>
                </c:pt>
                <c:pt idx="17011">
                  <c:v>3.02239197938971</c:v>
                </c:pt>
                <c:pt idx="17012">
                  <c:v>3.0212586267200123</c:v>
                </c:pt>
                <c:pt idx="17013">
                  <c:v>3.019949455311671</c:v>
                </c:pt>
                <c:pt idx="17014">
                  <c:v>3.0190265562219016</c:v>
                </c:pt>
                <c:pt idx="17015">
                  <c:v>3.018043600658574</c:v>
                </c:pt>
                <c:pt idx="17016">
                  <c:v>3.0183786458288901</c:v>
                </c:pt>
                <c:pt idx="17017">
                  <c:v>3.0198228589952483</c:v>
                </c:pt>
                <c:pt idx="17018">
                  <c:v>3.0202206051713403</c:v>
                </c:pt>
                <c:pt idx="17019">
                  <c:v>3.0188193869803706</c:v>
                </c:pt>
                <c:pt idx="17020">
                  <c:v>3.018907466964674</c:v>
                </c:pt>
                <c:pt idx="17021">
                  <c:v>3.0214660092302705</c:v>
                </c:pt>
                <c:pt idx="17022">
                  <c:v>3.0192249387918753</c:v>
                </c:pt>
                <c:pt idx="17023">
                  <c:v>3.0161901674586047</c:v>
                </c:pt>
                <c:pt idx="17024">
                  <c:v>3.0148511810822107</c:v>
                </c:pt>
                <c:pt idx="17025">
                  <c:v>3.0156351569231292</c:v>
                </c:pt>
                <c:pt idx="17026">
                  <c:v>3.0177064654547316</c:v>
                </c:pt>
                <c:pt idx="17027">
                  <c:v>3.0167427040768451</c:v>
                </c:pt>
                <c:pt idx="17028">
                  <c:v>3.0157996724192353</c:v>
                </c:pt>
                <c:pt idx="17029">
                  <c:v>3.0167868933571058</c:v>
                </c:pt>
                <c:pt idx="17030">
                  <c:v>3.018857818004999</c:v>
                </c:pt>
                <c:pt idx="17031">
                  <c:v>3.021573027477543</c:v>
                </c:pt>
                <c:pt idx="17032">
                  <c:v>3.0232300828335736</c:v>
                </c:pt>
                <c:pt idx="17033">
                  <c:v>3.0228011567695758</c:v>
                </c:pt>
                <c:pt idx="17034">
                  <c:v>3.022400168908832</c:v>
                </c:pt>
                <c:pt idx="17035">
                  <c:v>3.021040324850925</c:v>
                </c:pt>
                <c:pt idx="17036">
                  <c:v>3.0202070412802948</c:v>
                </c:pt>
                <c:pt idx="17037">
                  <c:v>3.0217274340359825</c:v>
                </c:pt>
                <c:pt idx="17038">
                  <c:v>3.0235502418467366</c:v>
                </c:pt>
                <c:pt idx="17039">
                  <c:v>3.0241128874026426</c:v>
                </c:pt>
                <c:pt idx="17040">
                  <c:v>3.0227899388345292</c:v>
                </c:pt>
                <c:pt idx="17041">
                  <c:v>3.0223387475154193</c:v>
                </c:pt>
                <c:pt idx="17042">
                  <c:v>3.0224583912713374</c:v>
                </c:pt>
                <c:pt idx="17043">
                  <c:v>3.021144186721036</c:v>
                </c:pt>
                <c:pt idx="17044">
                  <c:v>3.0234791807068579</c:v>
                </c:pt>
                <c:pt idx="17045">
                  <c:v>3.0243279902408231</c:v>
                </c:pt>
                <c:pt idx="17046">
                  <c:v>3.0251189186422458</c:v>
                </c:pt>
                <c:pt idx="17047">
                  <c:v>3.0270850003838836</c:v>
                </c:pt>
                <c:pt idx="17048">
                  <c:v>3.0267067043157061</c:v>
                </c:pt>
                <c:pt idx="17049">
                  <c:v>3.0250045212970149</c:v>
                </c:pt>
                <c:pt idx="17050">
                  <c:v>3.0216191788300932</c:v>
                </c:pt>
                <c:pt idx="17051">
                  <c:v>3.0189297748735315</c:v>
                </c:pt>
                <c:pt idx="17052">
                  <c:v>3.0200676061864993</c:v>
                </c:pt>
                <c:pt idx="17053">
                  <c:v>3.022984567874905</c:v>
                </c:pt>
                <c:pt idx="17054">
                  <c:v>3.0229928853552632</c:v>
                </c:pt>
                <c:pt idx="17055">
                  <c:v>3.0227204558832312</c:v>
                </c:pt>
                <c:pt idx="17056">
                  <c:v>3.0214557296776228</c:v>
                </c:pt>
                <c:pt idx="17057">
                  <c:v>3.0178583554421912</c:v>
                </c:pt>
                <c:pt idx="17058">
                  <c:v>3.0169866408469326</c:v>
                </c:pt>
                <c:pt idx="17059">
                  <c:v>3.0203434906119107</c:v>
                </c:pt>
                <c:pt idx="17060">
                  <c:v>3.0225938595668085</c:v>
                </c:pt>
                <c:pt idx="17061">
                  <c:v>3.0230647569163049</c:v>
                </c:pt>
                <c:pt idx="17062">
                  <c:v>3.0228773363589059</c:v>
                </c:pt>
                <c:pt idx="17063">
                  <c:v>3.0238153348745551</c:v>
                </c:pt>
                <c:pt idx="17064">
                  <c:v>3.0259592827346169</c:v>
                </c:pt>
                <c:pt idx="17065">
                  <c:v>3.0269326412052244</c:v>
                </c:pt>
                <c:pt idx="17066">
                  <c:v>3.0237841549866493</c:v>
                </c:pt>
                <c:pt idx="17067">
                  <c:v>3.0215403547085469</c:v>
                </c:pt>
                <c:pt idx="17068">
                  <c:v>3.0212706550762221</c:v>
                </c:pt>
                <c:pt idx="17069">
                  <c:v>3.0189498647876269</c:v>
                </c:pt>
                <c:pt idx="17070">
                  <c:v>3.0189611680301649</c:v>
                </c:pt>
                <c:pt idx="17071">
                  <c:v>3.0183773662165274</c:v>
                </c:pt>
                <c:pt idx="17072">
                  <c:v>3.0197213004273906</c:v>
                </c:pt>
                <c:pt idx="17073">
                  <c:v>3.0197403239978504</c:v>
                </c:pt>
                <c:pt idx="17074">
                  <c:v>3.0180918420446501</c:v>
                </c:pt>
                <c:pt idx="17075">
                  <c:v>3.0173953063818533</c:v>
                </c:pt>
                <c:pt idx="17076">
                  <c:v>3.0178720046407275</c:v>
                </c:pt>
                <c:pt idx="17077">
                  <c:v>3.0194069423236054</c:v>
                </c:pt>
                <c:pt idx="17078">
                  <c:v>3.0210176330583587</c:v>
                </c:pt>
                <c:pt idx="17079">
                  <c:v>3.0235005502333161</c:v>
                </c:pt>
                <c:pt idx="17080">
                  <c:v>3.0267209933204233</c:v>
                </c:pt>
                <c:pt idx="17081">
                  <c:v>3.0287372785204267</c:v>
                </c:pt>
                <c:pt idx="17082">
                  <c:v>3.0286163551521459</c:v>
                </c:pt>
                <c:pt idx="17083">
                  <c:v>3.0268173481313396</c:v>
                </c:pt>
                <c:pt idx="17084">
                  <c:v>3.024032186516298</c:v>
                </c:pt>
                <c:pt idx="17085">
                  <c:v>3.0225916842257918</c:v>
                </c:pt>
                <c:pt idx="17086">
                  <c:v>3.0217780213780574</c:v>
                </c:pt>
                <c:pt idx="17087">
                  <c:v>3.0236059049845165</c:v>
                </c:pt>
                <c:pt idx="17088">
                  <c:v>3.025388959504534</c:v>
                </c:pt>
                <c:pt idx="17089">
                  <c:v>3.0272339472629093</c:v>
                </c:pt>
                <c:pt idx="17090">
                  <c:v>3.0285069056413843</c:v>
                </c:pt>
                <c:pt idx="17091">
                  <c:v>3.0281040410158417</c:v>
                </c:pt>
                <c:pt idx="17092">
                  <c:v>3.0280415959325389</c:v>
                </c:pt>
                <c:pt idx="17093">
                  <c:v>3.0282186089760543</c:v>
                </c:pt>
                <c:pt idx="17094">
                  <c:v>3.0302640266841832</c:v>
                </c:pt>
                <c:pt idx="17095">
                  <c:v>3.0288253158509848</c:v>
                </c:pt>
                <c:pt idx="17096">
                  <c:v>3.0276882096516897</c:v>
                </c:pt>
                <c:pt idx="17097">
                  <c:v>3.0270408964111137</c:v>
                </c:pt>
                <c:pt idx="17098">
                  <c:v>3.026518217414671</c:v>
                </c:pt>
                <c:pt idx="17099">
                  <c:v>3.0234298729771463</c:v>
                </c:pt>
                <c:pt idx="17100">
                  <c:v>3.0197257364169148</c:v>
                </c:pt>
                <c:pt idx="17101">
                  <c:v>3.0186691178352372</c:v>
                </c:pt>
                <c:pt idx="17102">
                  <c:v>3.0173806761471726</c:v>
                </c:pt>
                <c:pt idx="17103">
                  <c:v>3.0177662660058178</c:v>
                </c:pt>
                <c:pt idx="17104">
                  <c:v>3.0198175699308156</c:v>
                </c:pt>
                <c:pt idx="17105">
                  <c:v>3.0219454373288519</c:v>
                </c:pt>
                <c:pt idx="17106">
                  <c:v>3.0194391459014014</c:v>
                </c:pt>
                <c:pt idx="17107">
                  <c:v>3.0183741245318751</c:v>
                </c:pt>
                <c:pt idx="17108">
                  <c:v>3.019342236591795</c:v>
                </c:pt>
                <c:pt idx="17109">
                  <c:v>3.017947672385112</c:v>
                </c:pt>
                <c:pt idx="17110">
                  <c:v>3.0170885406447541</c:v>
                </c:pt>
                <c:pt idx="17111">
                  <c:v>3.0162840910060313</c:v>
                </c:pt>
                <c:pt idx="17112">
                  <c:v>3.0182607935302799</c:v>
                </c:pt>
                <c:pt idx="17113">
                  <c:v>3.020134956450526</c:v>
                </c:pt>
                <c:pt idx="17114">
                  <c:v>3.0201254020115504</c:v>
                </c:pt>
                <c:pt idx="17115">
                  <c:v>3.019039309691784</c:v>
                </c:pt>
                <c:pt idx="17116">
                  <c:v>3.0185455072809941</c:v>
                </c:pt>
                <c:pt idx="17117">
                  <c:v>3.0200820231524532</c:v>
                </c:pt>
                <c:pt idx="17118">
                  <c:v>3.0228061472577905</c:v>
                </c:pt>
                <c:pt idx="17119">
                  <c:v>3.0245857041706832</c:v>
                </c:pt>
                <c:pt idx="17120">
                  <c:v>3.0266025438693771</c:v>
                </c:pt>
                <c:pt idx="17121">
                  <c:v>3.0256238536805915</c:v>
                </c:pt>
                <c:pt idx="17122">
                  <c:v>3.0233523711217081</c:v>
                </c:pt>
                <c:pt idx="17123">
                  <c:v>3.0218010117468417</c:v>
                </c:pt>
                <c:pt idx="17124">
                  <c:v>3.0204412529964255</c:v>
                </c:pt>
                <c:pt idx="17125">
                  <c:v>3.0188428465403545</c:v>
                </c:pt>
                <c:pt idx="17126">
                  <c:v>3.0173461692671233</c:v>
                </c:pt>
                <c:pt idx="17127">
                  <c:v>3.0163325456608345</c:v>
                </c:pt>
                <c:pt idx="17128">
                  <c:v>3.0168872576200916</c:v>
                </c:pt>
                <c:pt idx="17129">
                  <c:v>3.0182096943432604</c:v>
                </c:pt>
                <c:pt idx="17130">
                  <c:v>3.0188215196676422</c:v>
                </c:pt>
                <c:pt idx="17131">
                  <c:v>3.0217301638756897</c:v>
                </c:pt>
                <c:pt idx="17132">
                  <c:v>3.0260480025251018</c:v>
                </c:pt>
                <c:pt idx="17133">
                  <c:v>3.0282658266722402</c:v>
                </c:pt>
                <c:pt idx="17134">
                  <c:v>3.0258978613412042</c:v>
                </c:pt>
                <c:pt idx="17135">
                  <c:v>3.0209286146916559</c:v>
                </c:pt>
                <c:pt idx="17136">
                  <c:v>3.0198457640565417</c:v>
                </c:pt>
                <c:pt idx="17137">
                  <c:v>3.0204932052583535</c:v>
                </c:pt>
                <c:pt idx="17138">
                  <c:v>3.0205670388916852</c:v>
                </c:pt>
                <c:pt idx="17139">
                  <c:v>3.0211134760243299</c:v>
                </c:pt>
                <c:pt idx="17140">
                  <c:v>3.0218158979039949</c:v>
                </c:pt>
                <c:pt idx="17141">
                  <c:v>3.0220765549422897</c:v>
                </c:pt>
                <c:pt idx="17142">
                  <c:v>3.0214420804790869</c:v>
                </c:pt>
                <c:pt idx="17143">
                  <c:v>3.021162826407787</c:v>
                </c:pt>
                <c:pt idx="17144">
                  <c:v>3.0216853774429935</c:v>
                </c:pt>
                <c:pt idx="17145">
                  <c:v>3.0230061506700903</c:v>
                </c:pt>
                <c:pt idx="17146">
                  <c:v>3.0233867073867757</c:v>
                </c:pt>
                <c:pt idx="17147">
                  <c:v>3.0221884783702855</c:v>
                </c:pt>
                <c:pt idx="17148">
                  <c:v>3.0204677409723346</c:v>
                </c:pt>
                <c:pt idx="17149">
                  <c:v>3.0188162306032091</c:v>
                </c:pt>
                <c:pt idx="17150">
                  <c:v>3.0191033329636676</c:v>
                </c:pt>
                <c:pt idx="17151">
                  <c:v>3.019745101217338</c:v>
                </c:pt>
                <c:pt idx="17152">
                  <c:v>3.0186783310442489</c:v>
                </c:pt>
                <c:pt idx="17153">
                  <c:v>3.0196374431638842</c:v>
                </c:pt>
                <c:pt idx="17154">
                  <c:v>3.0218901154210349</c:v>
                </c:pt>
                <c:pt idx="17155">
                  <c:v>3.0215783165419756</c:v>
                </c:pt>
                <c:pt idx="17156">
                  <c:v>3.0218802624058418</c:v>
                </c:pt>
                <c:pt idx="17157">
                  <c:v>3.0230019279492932</c:v>
                </c:pt>
                <c:pt idx="17158">
                  <c:v>3.0219331530501692</c:v>
                </c:pt>
                <c:pt idx="17159">
                  <c:v>3.0206234697968828</c:v>
                </c:pt>
                <c:pt idx="17160">
                  <c:v>3.0222390657123603</c:v>
                </c:pt>
                <c:pt idx="17161">
                  <c:v>3.0220346689642819</c:v>
                </c:pt>
                <c:pt idx="17162">
                  <c:v>3.021875655801336</c:v>
                </c:pt>
                <c:pt idx="17163">
                  <c:v>3.0210914666916904</c:v>
                </c:pt>
                <c:pt idx="17164">
                  <c:v>3.0198226030727757</c:v>
                </c:pt>
                <c:pt idx="17165">
                  <c:v>3.0188999172517339</c:v>
                </c:pt>
                <c:pt idx="17166">
                  <c:v>3.0169564419951715</c:v>
                </c:pt>
                <c:pt idx="17167">
                  <c:v>3.0154803664809808</c:v>
                </c:pt>
                <c:pt idx="17168">
                  <c:v>3.0152634721854925</c:v>
                </c:pt>
                <c:pt idx="17169">
                  <c:v>3.0179318478455595</c:v>
                </c:pt>
                <c:pt idx="17170">
                  <c:v>3.0206203987272122</c:v>
                </c:pt>
                <c:pt idx="17171">
                  <c:v>3.0224935379575681</c:v>
                </c:pt>
                <c:pt idx="17172">
                  <c:v>3.0215572455917354</c:v>
                </c:pt>
                <c:pt idx="17173">
                  <c:v>3.0196885850046491</c:v>
                </c:pt>
                <c:pt idx="17174">
                  <c:v>3.0192962558542265</c:v>
                </c:pt>
                <c:pt idx="17175">
                  <c:v>3.019830621976916</c:v>
                </c:pt>
                <c:pt idx="17176">
                  <c:v>3.019027750526774</c:v>
                </c:pt>
                <c:pt idx="17177">
                  <c:v>3.0176336128575452</c:v>
                </c:pt>
                <c:pt idx="17178">
                  <c:v>3.0179627718109927</c:v>
                </c:pt>
                <c:pt idx="17179">
                  <c:v>3.0179098385129199</c:v>
                </c:pt>
                <c:pt idx="17180">
                  <c:v>3.0185374030693635</c:v>
                </c:pt>
                <c:pt idx="17181">
                  <c:v>3.0204460728696585</c:v>
                </c:pt>
                <c:pt idx="17182">
                  <c:v>3.0239450875681393</c:v>
                </c:pt>
                <c:pt idx="17183">
                  <c:v>3.0269456079438335</c:v>
                </c:pt>
                <c:pt idx="17184">
                  <c:v>3.0271499193844211</c:v>
                </c:pt>
                <c:pt idx="17185">
                  <c:v>3.0235142420855974</c:v>
                </c:pt>
                <c:pt idx="17186">
                  <c:v>3.0198689250403077</c:v>
                </c:pt>
                <c:pt idx="17187">
                  <c:v>3.0204340871671942</c:v>
                </c:pt>
                <c:pt idx="17188">
                  <c:v>3.0211185518200354</c:v>
                </c:pt>
                <c:pt idx="17189">
                  <c:v>3.0224084863891898</c:v>
                </c:pt>
                <c:pt idx="17190">
                  <c:v>3.0206352422306204</c:v>
                </c:pt>
                <c:pt idx="17191">
                  <c:v>3.0187758375062916</c:v>
                </c:pt>
                <c:pt idx="17192">
                  <c:v>3.0187205582522201</c:v>
                </c:pt>
                <c:pt idx="17193">
                  <c:v>3.0183810344386339</c:v>
                </c:pt>
                <c:pt idx="17194">
                  <c:v>3.0188715525110261</c:v>
                </c:pt>
                <c:pt idx="17195">
                  <c:v>3.0194601315441507</c:v>
                </c:pt>
                <c:pt idx="17196">
                  <c:v>3.0200731938271499</c:v>
                </c:pt>
                <c:pt idx="17197">
                  <c:v>3.0225319689821961</c:v>
                </c:pt>
                <c:pt idx="17198">
                  <c:v>3.0256781945522637</c:v>
                </c:pt>
                <c:pt idx="17199">
                  <c:v>3.0242547964136732</c:v>
                </c:pt>
                <c:pt idx="17200">
                  <c:v>3.0236381938698038</c:v>
                </c:pt>
                <c:pt idx="17201">
                  <c:v>3.0225694189706798</c:v>
                </c:pt>
                <c:pt idx="17202">
                  <c:v>3.0230629228052517</c:v>
                </c:pt>
                <c:pt idx="17203">
                  <c:v>3.0249480477380719</c:v>
                </c:pt>
                <c:pt idx="17204">
                  <c:v>3.0253038652824102</c:v>
                </c:pt>
                <c:pt idx="17205">
                  <c:v>3.0263092993695775</c:v>
                </c:pt>
                <c:pt idx="17206">
                  <c:v>3.027811692244696</c:v>
                </c:pt>
                <c:pt idx="17207">
                  <c:v>3.0265719611339073</c:v>
                </c:pt>
                <c:pt idx="17208">
                  <c:v>3.0241994745058562</c:v>
                </c:pt>
                <c:pt idx="17209">
                  <c:v>3.0238875050118152</c:v>
                </c:pt>
                <c:pt idx="17210">
                  <c:v>3.0254412529964254</c:v>
                </c:pt>
                <c:pt idx="17211">
                  <c:v>3.0256139153579076</c:v>
                </c:pt>
                <c:pt idx="17212">
                  <c:v>3.0221732936369143</c:v>
                </c:pt>
                <c:pt idx="17213">
                  <c:v>3.01999748342902</c:v>
                </c:pt>
                <c:pt idx="17214">
                  <c:v>3.0192440050160805</c:v>
                </c:pt>
                <c:pt idx="17215">
                  <c:v>3.0211298977163183</c:v>
                </c:pt>
                <c:pt idx="17216">
                  <c:v>3.0237343354119925</c:v>
                </c:pt>
                <c:pt idx="17217">
                  <c:v>3.0244148332665093</c:v>
                </c:pt>
                <c:pt idx="17218">
                  <c:v>3.0236907859379132</c:v>
                </c:pt>
                <c:pt idx="17219">
                  <c:v>3.021475094478046</c:v>
                </c:pt>
                <c:pt idx="17220">
                  <c:v>3.0168658027861426</c:v>
                </c:pt>
                <c:pt idx="17221">
                  <c:v>3.0127683133855983</c:v>
                </c:pt>
                <c:pt idx="17222">
                  <c:v>3.0147077365363453</c:v>
                </c:pt>
                <c:pt idx="17223">
                  <c:v>3.0170083516033541</c:v>
                </c:pt>
                <c:pt idx="17224">
                  <c:v>3.0207066446004625</c:v>
                </c:pt>
                <c:pt idx="17225">
                  <c:v>3.0218148315603592</c:v>
                </c:pt>
                <c:pt idx="17226">
                  <c:v>3.0221900992126121</c:v>
                </c:pt>
                <c:pt idx="17227">
                  <c:v>3.0251491174940073</c:v>
                </c:pt>
                <c:pt idx="17228">
                  <c:v>3.0277753939073389</c:v>
                </c:pt>
                <c:pt idx="17229">
                  <c:v>3.0273157571466349</c:v>
                </c:pt>
                <c:pt idx="17230">
                  <c:v>3.0249680949984219</c:v>
                </c:pt>
                <c:pt idx="17231">
                  <c:v>3.0236137106199297</c:v>
                </c:pt>
                <c:pt idx="17232">
                  <c:v>3.0241861665372838</c:v>
                </c:pt>
                <c:pt idx="17233">
                  <c:v>3.0237635105738634</c:v>
                </c:pt>
                <c:pt idx="17234">
                  <c:v>3.0222075019407453</c:v>
                </c:pt>
                <c:pt idx="17235">
                  <c:v>3.0228824548083568</c:v>
                </c:pt>
                <c:pt idx="17236">
                  <c:v>3.0239095569982002</c:v>
                </c:pt>
                <c:pt idx="17237">
                  <c:v>3.0223550838999174</c:v>
                </c:pt>
                <c:pt idx="17238">
                  <c:v>3.0217497845985855</c:v>
                </c:pt>
                <c:pt idx="17239">
                  <c:v>3.0219848493896251</c:v>
                </c:pt>
                <c:pt idx="17240">
                  <c:v>3.0250745160932579</c:v>
                </c:pt>
                <c:pt idx="17241">
                  <c:v>3.0254330634773039</c:v>
                </c:pt>
                <c:pt idx="17242">
                  <c:v>3.0221372512220297</c:v>
                </c:pt>
                <c:pt idx="17243">
                  <c:v>3.0220490432764899</c:v>
                </c:pt>
                <c:pt idx="17244">
                  <c:v>3.0234332426230348</c:v>
                </c:pt>
                <c:pt idx="17245">
                  <c:v>3.0226670533939584</c:v>
                </c:pt>
                <c:pt idx="17246">
                  <c:v>3.0229222934065842</c:v>
                </c:pt>
                <c:pt idx="17247">
                  <c:v>3.0236668145329841</c:v>
                </c:pt>
                <c:pt idx="17248">
                  <c:v>3.0221314076589065</c:v>
                </c:pt>
                <c:pt idx="17249">
                  <c:v>3.0209551453213108</c:v>
                </c:pt>
                <c:pt idx="17250">
                  <c:v>3.0216107760422442</c:v>
                </c:pt>
                <c:pt idx="17251">
                  <c:v>3.0228371565307151</c:v>
                </c:pt>
                <c:pt idx="17252">
                  <c:v>3.0224908507716064</c:v>
                </c:pt>
                <c:pt idx="17253">
                  <c:v>3.0206906494459278</c:v>
                </c:pt>
                <c:pt idx="17254">
                  <c:v>3.019872977146123</c:v>
                </c:pt>
                <c:pt idx="17255">
                  <c:v>3.0183401294967713</c:v>
                </c:pt>
                <c:pt idx="17256">
                  <c:v>3.0168742482277371</c:v>
                </c:pt>
                <c:pt idx="17257">
                  <c:v>3.0149507775777793</c:v>
                </c:pt>
                <c:pt idx="17258">
                  <c:v>3.0161285754502103</c:v>
                </c:pt>
                <c:pt idx="17259">
                  <c:v>3.0193317437704206</c:v>
                </c:pt>
                <c:pt idx="17260">
                  <c:v>3.0231566757376966</c:v>
                </c:pt>
                <c:pt idx="17261">
                  <c:v>3.022851317574196</c:v>
                </c:pt>
                <c:pt idx="17262">
                  <c:v>3.0196988645572969</c:v>
                </c:pt>
                <c:pt idx="17263">
                  <c:v>3.01753883623521</c:v>
                </c:pt>
                <c:pt idx="17264">
                  <c:v>3.0161641060201498</c:v>
                </c:pt>
                <c:pt idx="17265">
                  <c:v>3.0159986521416444</c:v>
                </c:pt>
                <c:pt idx="17266">
                  <c:v>3.0188716804722624</c:v>
                </c:pt>
                <c:pt idx="17267">
                  <c:v>3.0209907185449953</c:v>
                </c:pt>
                <c:pt idx="17268">
                  <c:v>3.0210231353915189</c:v>
                </c:pt>
                <c:pt idx="17269">
                  <c:v>3.0198130486338006</c:v>
                </c:pt>
                <c:pt idx="17270">
                  <c:v>3.0178658625013863</c:v>
                </c:pt>
                <c:pt idx="17271">
                  <c:v>3.0184122143265402</c:v>
                </c:pt>
                <c:pt idx="17272">
                  <c:v>3.0212712095749126</c:v>
                </c:pt>
                <c:pt idx="17273">
                  <c:v>3.0240112861810395</c:v>
                </c:pt>
                <c:pt idx="17274">
                  <c:v>3.0254739684191669</c:v>
                </c:pt>
                <c:pt idx="17275">
                  <c:v>3.0245509840219071</c:v>
                </c:pt>
                <c:pt idx="17276">
                  <c:v>3.0229698949864789</c:v>
                </c:pt>
                <c:pt idx="17277">
                  <c:v>3.0220252424865426</c:v>
                </c:pt>
                <c:pt idx="17278">
                  <c:v>3.0214306919290581</c:v>
                </c:pt>
                <c:pt idx="17279">
                  <c:v>3.0218362863943082</c:v>
                </c:pt>
                <c:pt idx="17280">
                  <c:v>3.0214069337928562</c:v>
                </c:pt>
                <c:pt idx="17281">
                  <c:v>3.0207216160651065</c:v>
                </c:pt>
                <c:pt idx="17282">
                  <c:v>3.0214701892973221</c:v>
                </c:pt>
                <c:pt idx="17283">
                  <c:v>3.0226824087423116</c:v>
                </c:pt>
                <c:pt idx="17284">
                  <c:v>3.0221151565818993</c:v>
                </c:pt>
                <c:pt idx="17285">
                  <c:v>3.0198133045562732</c:v>
                </c:pt>
                <c:pt idx="17286">
                  <c:v>3.0199450619758923</c:v>
                </c:pt>
                <c:pt idx="17287">
                  <c:v>3.0228078534076079</c:v>
                </c:pt>
                <c:pt idx="17288">
                  <c:v>3.0266455388447659</c:v>
                </c:pt>
                <c:pt idx="17289">
                  <c:v>3.0278482891582712</c:v>
                </c:pt>
                <c:pt idx="17290">
                  <c:v>3.0268395707327063</c:v>
                </c:pt>
                <c:pt idx="17291">
                  <c:v>3.0244854678689337</c:v>
                </c:pt>
                <c:pt idx="17292">
                  <c:v>3.0230483778780615</c:v>
                </c:pt>
                <c:pt idx="17293">
                  <c:v>3.0240195183539065</c:v>
                </c:pt>
                <c:pt idx="17294">
                  <c:v>3.022961108314921</c:v>
                </c:pt>
                <c:pt idx="17295">
                  <c:v>3.0217052114346159</c:v>
                </c:pt>
                <c:pt idx="17296">
                  <c:v>3.0199927062095324</c:v>
                </c:pt>
                <c:pt idx="17297">
                  <c:v>3.0204043148528874</c:v>
                </c:pt>
                <c:pt idx="17298">
                  <c:v>3.0204731153442586</c:v>
                </c:pt>
                <c:pt idx="17299">
                  <c:v>3.021589406515786</c:v>
                </c:pt>
                <c:pt idx="17300">
                  <c:v>3.0226591624510548</c:v>
                </c:pt>
                <c:pt idx="17301">
                  <c:v>3.0242082185236687</c:v>
                </c:pt>
                <c:pt idx="17302">
                  <c:v>3.0223078662037315</c:v>
                </c:pt>
                <c:pt idx="17303">
                  <c:v>3.0183671293176255</c:v>
                </c:pt>
                <c:pt idx="17304">
                  <c:v>3.0157559949839197</c:v>
                </c:pt>
                <c:pt idx="17305">
                  <c:v>3.0131937418424712</c:v>
                </c:pt>
                <c:pt idx="17306">
                  <c:v>3.0130995197188266</c:v>
                </c:pt>
                <c:pt idx="17307">
                  <c:v>3.0155134657874307</c:v>
                </c:pt>
                <c:pt idx="17308">
                  <c:v>3.0170993320423465</c:v>
                </c:pt>
                <c:pt idx="17309">
                  <c:v>3.019221398531005</c:v>
                </c:pt>
                <c:pt idx="17310">
                  <c:v>3.0203201163594176</c:v>
                </c:pt>
                <c:pt idx="17311">
                  <c:v>3.0212324373203212</c:v>
                </c:pt>
                <c:pt idx="17312">
                  <c:v>3.0216803869547784</c:v>
                </c:pt>
                <c:pt idx="17313">
                  <c:v>3.0208893305921194</c:v>
                </c:pt>
                <c:pt idx="17314">
                  <c:v>3.0192402088327377</c:v>
                </c:pt>
                <c:pt idx="17315">
                  <c:v>3.019819318734378</c:v>
                </c:pt>
                <c:pt idx="17316">
                  <c:v>3.0221593885159055</c:v>
                </c:pt>
                <c:pt idx="17317">
                  <c:v>3.0231934859199985</c:v>
                </c:pt>
                <c:pt idx="17318">
                  <c:v>3.0220929766342781</c:v>
                </c:pt>
                <c:pt idx="17319">
                  <c:v>3.0195726947783283</c:v>
                </c:pt>
                <c:pt idx="17320">
                  <c:v>3.0180431741211198</c:v>
                </c:pt>
                <c:pt idx="17321">
                  <c:v>3.0186053931395715</c:v>
                </c:pt>
                <c:pt idx="17322">
                  <c:v>3.0180253875092773</c:v>
                </c:pt>
                <c:pt idx="17323">
                  <c:v>3.0180752923914249</c:v>
                </c:pt>
                <c:pt idx="17324">
                  <c:v>3.0194018238741545</c:v>
                </c:pt>
                <c:pt idx="17325">
                  <c:v>3.022335505830767</c:v>
                </c:pt>
                <c:pt idx="17326">
                  <c:v>3.0262457879426394</c:v>
                </c:pt>
                <c:pt idx="17327">
                  <c:v>3.0279231464814926</c:v>
                </c:pt>
                <c:pt idx="17328">
                  <c:v>3.0256841660766232</c:v>
                </c:pt>
                <c:pt idx="17329">
                  <c:v>3.0222397055185417</c:v>
                </c:pt>
                <c:pt idx="17330">
                  <c:v>3.0184177593134454</c:v>
                </c:pt>
                <c:pt idx="17331">
                  <c:v>3.0174491354085804</c:v>
                </c:pt>
                <c:pt idx="17332">
                  <c:v>3.0181563345077329</c:v>
                </c:pt>
                <c:pt idx="17333">
                  <c:v>3.0170932325567508</c:v>
                </c:pt>
                <c:pt idx="17334">
                  <c:v>3.0167717086237342</c:v>
                </c:pt>
                <c:pt idx="17335">
                  <c:v>3.016096243911178</c:v>
                </c:pt>
                <c:pt idx="17336">
                  <c:v>3.0151506530288423</c:v>
                </c:pt>
                <c:pt idx="17337">
                  <c:v>3.017384728252988</c:v>
                </c:pt>
                <c:pt idx="17338">
                  <c:v>3.0198282760209172</c:v>
                </c:pt>
                <c:pt idx="17339">
                  <c:v>3.0214100048625272</c:v>
                </c:pt>
                <c:pt idx="17340">
                  <c:v>3.0218427271098673</c:v>
                </c:pt>
                <c:pt idx="17341">
                  <c:v>3.0219227028825402</c:v>
                </c:pt>
                <c:pt idx="17342">
                  <c:v>3.021465156155362</c:v>
                </c:pt>
                <c:pt idx="17343">
                  <c:v>3.0214496301920271</c:v>
                </c:pt>
                <c:pt idx="17344">
                  <c:v>3.0218866178139101</c:v>
                </c:pt>
                <c:pt idx="17345">
                  <c:v>3.0202087474301118</c:v>
                </c:pt>
                <c:pt idx="17346">
                  <c:v>3.0188572635063085</c:v>
                </c:pt>
                <c:pt idx="17347">
                  <c:v>3.0184220246879878</c:v>
                </c:pt>
                <c:pt idx="17348">
                  <c:v>3.018205642237445</c:v>
                </c:pt>
                <c:pt idx="17349">
                  <c:v>3.0194443496583436</c:v>
                </c:pt>
                <c:pt idx="17350">
                  <c:v>3.0202491405270298</c:v>
                </c:pt>
                <c:pt idx="17351">
                  <c:v>3.0220555266457949</c:v>
                </c:pt>
                <c:pt idx="17352">
                  <c:v>3.0231184153280499</c:v>
                </c:pt>
                <c:pt idx="17353">
                  <c:v>3.0227221620330482</c:v>
                </c:pt>
                <c:pt idx="17354">
                  <c:v>3.0216231456284177</c:v>
                </c:pt>
                <c:pt idx="17355">
                  <c:v>3.022993866391408</c:v>
                </c:pt>
                <c:pt idx="17356">
                  <c:v>3.0250392414457914</c:v>
                </c:pt>
                <c:pt idx="17357">
                  <c:v>3.0236318384617351</c:v>
                </c:pt>
                <c:pt idx="17358">
                  <c:v>3.0219370771947487</c:v>
                </c:pt>
                <c:pt idx="17359">
                  <c:v>3.0234337118142345</c:v>
                </c:pt>
                <c:pt idx="17360">
                  <c:v>3.0248200011943047</c:v>
                </c:pt>
                <c:pt idx="17361">
                  <c:v>3.0236915110515854</c:v>
                </c:pt>
                <c:pt idx="17362">
                  <c:v>3.021129257910137</c:v>
                </c:pt>
                <c:pt idx="17363">
                  <c:v>3.0206505122714824</c:v>
                </c:pt>
                <c:pt idx="17364">
                  <c:v>3.0240772288714672</c:v>
                </c:pt>
                <c:pt idx="17365">
                  <c:v>3.0252963582232155</c:v>
                </c:pt>
                <c:pt idx="17366">
                  <c:v>3.0230301647287647</c:v>
                </c:pt>
                <c:pt idx="17367">
                  <c:v>3.0221313223514157</c:v>
                </c:pt>
                <c:pt idx="17368">
                  <c:v>3.0209966474156094</c:v>
                </c:pt>
                <c:pt idx="17369">
                  <c:v>3.0188063775880161</c:v>
                </c:pt>
                <c:pt idx="17370">
                  <c:v>3.0183172244354779</c:v>
                </c:pt>
                <c:pt idx="17371">
                  <c:v>3.0178696586847291</c:v>
                </c:pt>
                <c:pt idx="17372">
                  <c:v>3.0185229007959187</c:v>
                </c:pt>
                <c:pt idx="17373">
                  <c:v>3.0187370652516998</c:v>
                </c:pt>
                <c:pt idx="17374">
                  <c:v>3.0183063477303942</c:v>
                </c:pt>
                <c:pt idx="17375">
                  <c:v>3.0187171886063315</c:v>
                </c:pt>
                <c:pt idx="17376">
                  <c:v>3.0202791261100637</c:v>
                </c:pt>
                <c:pt idx="17377">
                  <c:v>3.0197896743813075</c:v>
                </c:pt>
                <c:pt idx="17378">
                  <c:v>3.0174095527328255</c:v>
                </c:pt>
                <c:pt idx="17379">
                  <c:v>3.0163682468457553</c:v>
                </c:pt>
                <c:pt idx="17380">
                  <c:v>3.0167308463356166</c:v>
                </c:pt>
                <c:pt idx="17381">
                  <c:v>3.0179298431195245</c:v>
                </c:pt>
                <c:pt idx="17382">
                  <c:v>3.0189766086860086</c:v>
                </c:pt>
                <c:pt idx="17383">
                  <c:v>3.0196892674645759</c:v>
                </c:pt>
                <c:pt idx="17384">
                  <c:v>3.0209013162945837</c:v>
                </c:pt>
                <c:pt idx="17385">
                  <c:v>3.0228416778277301</c:v>
                </c:pt>
                <c:pt idx="17386">
                  <c:v>3.0269500439333576</c:v>
                </c:pt>
                <c:pt idx="17387">
                  <c:v>3.0274014058674492</c:v>
                </c:pt>
                <c:pt idx="17388">
                  <c:v>3.0272602646238367</c:v>
                </c:pt>
                <c:pt idx="17389">
                  <c:v>3.0285779667812629</c:v>
                </c:pt>
                <c:pt idx="17390">
                  <c:v>3.0265107530092217</c:v>
                </c:pt>
                <c:pt idx="17391">
                  <c:v>3.0238998319442429</c:v>
                </c:pt>
                <c:pt idx="17392">
                  <c:v>3.0222621413886355</c:v>
                </c:pt>
                <c:pt idx="17393">
                  <c:v>3.0217357941700862</c:v>
                </c:pt>
                <c:pt idx="17394">
                  <c:v>3.0213153988551733</c:v>
                </c:pt>
                <c:pt idx="17395">
                  <c:v>3.0196438838794433</c:v>
                </c:pt>
                <c:pt idx="17396">
                  <c:v>3.0170551427620858</c:v>
                </c:pt>
                <c:pt idx="17397">
                  <c:v>3.0167726043523881</c:v>
                </c:pt>
                <c:pt idx="17398">
                  <c:v>3.0194057480187335</c:v>
                </c:pt>
                <c:pt idx="17399">
                  <c:v>3.0229933972002083</c:v>
                </c:pt>
                <c:pt idx="17400">
                  <c:v>3.0254379686580277</c:v>
                </c:pt>
                <c:pt idx="17401">
                  <c:v>3.0247367837369801</c:v>
                </c:pt>
                <c:pt idx="17402">
                  <c:v>3.0235896539075098</c:v>
                </c:pt>
                <c:pt idx="17403">
                  <c:v>3.0242438344010987</c:v>
                </c:pt>
                <c:pt idx="17404">
                  <c:v>3.0215242315927759</c:v>
                </c:pt>
                <c:pt idx="17405">
                  <c:v>3.0188921969238121</c:v>
                </c:pt>
                <c:pt idx="17406">
                  <c:v>3.0206756779812833</c:v>
                </c:pt>
                <c:pt idx="17407">
                  <c:v>3.0226148878633032</c:v>
                </c:pt>
                <c:pt idx="17408">
                  <c:v>3.0225047558926148</c:v>
                </c:pt>
                <c:pt idx="17409">
                  <c:v>3.0211537411600111</c:v>
                </c:pt>
                <c:pt idx="17410">
                  <c:v>3.019007404690206</c:v>
                </c:pt>
                <c:pt idx="17411">
                  <c:v>3.0159409842778295</c:v>
                </c:pt>
                <c:pt idx="17412">
                  <c:v>3.0148960954761437</c:v>
                </c:pt>
                <c:pt idx="17413">
                  <c:v>3.0170611142864456</c:v>
                </c:pt>
                <c:pt idx="17414">
                  <c:v>3.0198758776008123</c:v>
                </c:pt>
                <c:pt idx="17415">
                  <c:v>3.0206994787712307</c:v>
                </c:pt>
                <c:pt idx="17416">
                  <c:v>3.0215374969076034</c:v>
                </c:pt>
                <c:pt idx="17417">
                  <c:v>3.0183655937827902</c:v>
                </c:pt>
                <c:pt idx="17418">
                  <c:v>3.0147593475683099</c:v>
                </c:pt>
                <c:pt idx="17419">
                  <c:v>3.013239637272549</c:v>
                </c:pt>
                <c:pt idx="17420">
                  <c:v>3.0136564923265912</c:v>
                </c:pt>
                <c:pt idx="17421">
                  <c:v>3.0159307900326726</c:v>
                </c:pt>
                <c:pt idx="17422">
                  <c:v>3.0171960707369716</c:v>
                </c:pt>
                <c:pt idx="17423">
                  <c:v>3.0194472501130325</c:v>
                </c:pt>
                <c:pt idx="17424">
                  <c:v>3.0233269494894346</c:v>
                </c:pt>
                <c:pt idx="17425">
                  <c:v>3.024270748914462</c:v>
                </c:pt>
                <c:pt idx="17426">
                  <c:v>3.0222572362079112</c:v>
                </c:pt>
                <c:pt idx="17427">
                  <c:v>3.0196046850873977</c:v>
                </c:pt>
                <c:pt idx="17428">
                  <c:v>3.0170626924750263</c:v>
                </c:pt>
                <c:pt idx="17429">
                  <c:v>3.0166396526278971</c:v>
                </c:pt>
                <c:pt idx="17430">
                  <c:v>3.0200571133651244</c:v>
                </c:pt>
                <c:pt idx="17431">
                  <c:v>3.0193285447395137</c:v>
                </c:pt>
                <c:pt idx="17432">
                  <c:v>3.019304104143385</c:v>
                </c:pt>
                <c:pt idx="17433">
                  <c:v>3.0239719167740118</c:v>
                </c:pt>
                <c:pt idx="17434">
                  <c:v>3.0270729293739285</c:v>
                </c:pt>
                <c:pt idx="17435">
                  <c:v>3.0244765532361395</c:v>
                </c:pt>
                <c:pt idx="17436">
                  <c:v>3.0217848459773253</c:v>
                </c:pt>
                <c:pt idx="17437">
                  <c:v>3.0222702029465207</c:v>
                </c:pt>
                <c:pt idx="17438">
                  <c:v>3.023023254822006</c:v>
                </c:pt>
                <c:pt idx="17439">
                  <c:v>3.0220590669066651</c:v>
                </c:pt>
                <c:pt idx="17440">
                  <c:v>3.0228608293594261</c:v>
                </c:pt>
                <c:pt idx="17441">
                  <c:v>3.0234457401704442</c:v>
                </c:pt>
                <c:pt idx="17442">
                  <c:v>3.0210581967702583</c:v>
                </c:pt>
                <c:pt idx="17443">
                  <c:v>3.018621772177815</c:v>
                </c:pt>
                <c:pt idx="17444">
                  <c:v>3.0165024355288637</c:v>
                </c:pt>
                <c:pt idx="17445">
                  <c:v>3.0163433797121724</c:v>
                </c:pt>
                <c:pt idx="17446">
                  <c:v>3.0173509891403563</c:v>
                </c:pt>
                <c:pt idx="17447">
                  <c:v>3.0186571747865178</c:v>
                </c:pt>
                <c:pt idx="17448">
                  <c:v>3.0202267899644268</c:v>
                </c:pt>
                <c:pt idx="17449">
                  <c:v>3.0208317053820495</c:v>
                </c:pt>
                <c:pt idx="17450">
                  <c:v>3.0195044914393931</c:v>
                </c:pt>
                <c:pt idx="17451">
                  <c:v>3.020079933118927</c:v>
                </c:pt>
                <c:pt idx="17452">
                  <c:v>3.0202847137507143</c:v>
                </c:pt>
                <c:pt idx="17453">
                  <c:v>3.0220048539962292</c:v>
                </c:pt>
                <c:pt idx="17454">
                  <c:v>3.0213227352993868</c:v>
                </c:pt>
                <c:pt idx="17455">
                  <c:v>3.018805268590635</c:v>
                </c:pt>
                <c:pt idx="17456">
                  <c:v>3.020528223983348</c:v>
                </c:pt>
                <c:pt idx="17457">
                  <c:v>3.0232825469404467</c:v>
                </c:pt>
                <c:pt idx="17458">
                  <c:v>3.0233934893322982</c:v>
                </c:pt>
                <c:pt idx="17459">
                  <c:v>3.0224032399785026</c:v>
                </c:pt>
                <c:pt idx="17460">
                  <c:v>3.021014647296179</c:v>
                </c:pt>
                <c:pt idx="17461">
                  <c:v>3.0200710184861332</c:v>
                </c:pt>
                <c:pt idx="17462">
                  <c:v>3.0205788966329132</c:v>
                </c:pt>
                <c:pt idx="17463">
                  <c:v>3.0227093659094204</c:v>
                </c:pt>
                <c:pt idx="17464">
                  <c:v>3.0216853347892481</c:v>
                </c:pt>
                <c:pt idx="17465">
                  <c:v>3.019538443820752</c:v>
                </c:pt>
                <c:pt idx="17466">
                  <c:v>3.0182941487592028</c:v>
                </c:pt>
                <c:pt idx="17467">
                  <c:v>3.0201999181048089</c:v>
                </c:pt>
                <c:pt idx="17468">
                  <c:v>3.0213073372972881</c:v>
                </c:pt>
                <c:pt idx="17469">
                  <c:v>3.0227075744521126</c:v>
                </c:pt>
                <c:pt idx="17470">
                  <c:v>3.0264053556042758</c:v>
                </c:pt>
                <c:pt idx="17471">
                  <c:v>3.02945752966568</c:v>
                </c:pt>
                <c:pt idx="17472">
                  <c:v>3.0281839314810233</c:v>
                </c:pt>
                <c:pt idx="17473">
                  <c:v>3.0252766948465744</c:v>
                </c:pt>
                <c:pt idx="17474">
                  <c:v>3.0241361763476449</c:v>
                </c:pt>
                <c:pt idx="17475">
                  <c:v>3.0227596546752769</c:v>
                </c:pt>
                <c:pt idx="17476">
                  <c:v>3.0200354026087028</c:v>
                </c:pt>
                <c:pt idx="17477">
                  <c:v>3.0208201462170394</c:v>
                </c:pt>
                <c:pt idx="17478">
                  <c:v>3.0241601477525744</c:v>
                </c:pt>
                <c:pt idx="17479">
                  <c:v>3.0238218182438601</c:v>
                </c:pt>
                <c:pt idx="17480">
                  <c:v>3.0225340163619769</c:v>
                </c:pt>
                <c:pt idx="17481">
                  <c:v>3.0191430862544042</c:v>
                </c:pt>
                <c:pt idx="17482">
                  <c:v>3.0187139895754247</c:v>
                </c:pt>
                <c:pt idx="17483">
                  <c:v>3.0194224682869404</c:v>
                </c:pt>
                <c:pt idx="17484">
                  <c:v>3.0189504192863175</c:v>
                </c:pt>
                <c:pt idx="17485">
                  <c:v>3.019221099954787</c:v>
                </c:pt>
                <c:pt idx="17486">
                  <c:v>3.0228235073321787</c:v>
                </c:pt>
                <c:pt idx="17487">
                  <c:v>3.0254114806821186</c:v>
                </c:pt>
                <c:pt idx="17488">
                  <c:v>3.0261287034114464</c:v>
                </c:pt>
                <c:pt idx="17489">
                  <c:v>3.0228147206606213</c:v>
                </c:pt>
                <c:pt idx="17490">
                  <c:v>3.0201743258575537</c:v>
                </c:pt>
                <c:pt idx="17491">
                  <c:v>3.0204403146140262</c:v>
                </c:pt>
                <c:pt idx="17492">
                  <c:v>3.0195946614572224</c:v>
                </c:pt>
                <c:pt idx="17493">
                  <c:v>3.0195908652738797</c:v>
                </c:pt>
                <c:pt idx="17494">
                  <c:v>3.0186819992663554</c:v>
                </c:pt>
                <c:pt idx="17495">
                  <c:v>3.0171332417699599</c:v>
                </c:pt>
                <c:pt idx="17496">
                  <c:v>3.0186768808169044</c:v>
                </c:pt>
                <c:pt idx="17497">
                  <c:v>3.0202861213243133</c:v>
                </c:pt>
                <c:pt idx="17498">
                  <c:v>3.020221884783703</c:v>
                </c:pt>
                <c:pt idx="17499">
                  <c:v>3.0205113331001594</c:v>
                </c:pt>
                <c:pt idx="17500">
                  <c:v>3.0227973179324876</c:v>
                </c:pt>
                <c:pt idx="17501">
                  <c:v>3.0235061805277121</c:v>
                </c:pt>
                <c:pt idx="17502">
                  <c:v>3.0226290062530392</c:v>
                </c:pt>
                <c:pt idx="17503">
                  <c:v>3.0212677972752786</c:v>
                </c:pt>
                <c:pt idx="17504">
                  <c:v>3.0202698702473065</c:v>
                </c:pt>
                <c:pt idx="17505">
                  <c:v>3.02151459184631</c:v>
                </c:pt>
                <c:pt idx="17506">
                  <c:v>3.0213833036178905</c:v>
                </c:pt>
                <c:pt idx="17507">
                  <c:v>3.0225999590524042</c:v>
                </c:pt>
                <c:pt idx="17508">
                  <c:v>3.0225889543860847</c:v>
                </c:pt>
                <c:pt idx="17509">
                  <c:v>3.0215847572575347</c:v>
                </c:pt>
                <c:pt idx="17510">
                  <c:v>3.0226682903525757</c:v>
                </c:pt>
                <c:pt idx="17511">
                  <c:v>3.0220854695750834</c:v>
                </c:pt>
                <c:pt idx="17512">
                  <c:v>3.0209322402600174</c:v>
                </c:pt>
                <c:pt idx="17513">
                  <c:v>3.020811914044172</c:v>
                </c:pt>
                <c:pt idx="17514">
                  <c:v>3.0211666225911298</c:v>
                </c:pt>
                <c:pt idx="17515">
                  <c:v>3.0222763024321164</c:v>
                </c:pt>
                <c:pt idx="17516">
                  <c:v>3.0221848954556698</c:v>
                </c:pt>
                <c:pt idx="17517">
                  <c:v>3.0207431562065463</c:v>
                </c:pt>
                <c:pt idx="17518">
                  <c:v>3.0194399563225649</c:v>
                </c:pt>
                <c:pt idx="17519">
                  <c:v>3.0189229076205182</c:v>
                </c:pt>
                <c:pt idx="17520">
                  <c:v>3.0186169949583275</c:v>
                </c:pt>
                <c:pt idx="17521">
                  <c:v>3.0176904276464516</c:v>
                </c:pt>
                <c:pt idx="17522">
                  <c:v>3.0175333339020498</c:v>
                </c:pt>
                <c:pt idx="17523">
                  <c:v>3.0205617498272521</c:v>
                </c:pt>
                <c:pt idx="17524">
                  <c:v>3.0225960349078251</c:v>
                </c:pt>
                <c:pt idx="17525">
                  <c:v>3.0220799672419236</c:v>
                </c:pt>
                <c:pt idx="17526">
                  <c:v>3.0216841404843757</c:v>
                </c:pt>
                <c:pt idx="17527">
                  <c:v>3.0224817655238305</c:v>
                </c:pt>
                <c:pt idx="17528">
                  <c:v>3.0233104424899548</c:v>
                </c:pt>
                <c:pt idx="17529">
                  <c:v>3.021826220110388</c:v>
                </c:pt>
                <c:pt idx="17530">
                  <c:v>3.0209736997005705</c:v>
                </c:pt>
                <c:pt idx="17531">
                  <c:v>3.0195279936531225</c:v>
                </c:pt>
                <c:pt idx="17532">
                  <c:v>3.0196520307448198</c:v>
                </c:pt>
                <c:pt idx="17533">
                  <c:v>3.0227755218685752</c:v>
                </c:pt>
                <c:pt idx="17534">
                  <c:v>3.0251522312174233</c:v>
                </c:pt>
                <c:pt idx="17535">
                  <c:v>3.024189706798154</c:v>
                </c:pt>
                <c:pt idx="17536">
                  <c:v>3.0239956322564683</c:v>
                </c:pt>
                <c:pt idx="17537">
                  <c:v>3.0226412478779761</c:v>
                </c:pt>
                <c:pt idx="17538">
                  <c:v>3.0201424208559753</c:v>
                </c:pt>
                <c:pt idx="17539">
                  <c:v>3.019005698540389</c:v>
                </c:pt>
                <c:pt idx="17540">
                  <c:v>3.0174529315919232</c:v>
                </c:pt>
                <c:pt idx="17541">
                  <c:v>3.0156793035496445</c:v>
                </c:pt>
                <c:pt idx="17542">
                  <c:v>3.0133404707267344</c:v>
                </c:pt>
                <c:pt idx="17543">
                  <c:v>3.0135805686597341</c:v>
                </c:pt>
                <c:pt idx="17544">
                  <c:v>3.0155875553432345</c:v>
                </c:pt>
                <c:pt idx="17545">
                  <c:v>3.0163400100662838</c:v>
                </c:pt>
                <c:pt idx="17546">
                  <c:v>3.0168512152052074</c:v>
                </c:pt>
                <c:pt idx="17547">
                  <c:v>3.01699738959078</c:v>
                </c:pt>
                <c:pt idx="17548">
                  <c:v>3.0159312165701269</c:v>
                </c:pt>
                <c:pt idx="17549">
                  <c:v>3.0159395767042305</c:v>
                </c:pt>
                <c:pt idx="17550">
                  <c:v>3.017549584979057</c:v>
                </c:pt>
                <c:pt idx="17551">
                  <c:v>3.0192820948107455</c:v>
                </c:pt>
                <c:pt idx="17552">
                  <c:v>3.0213465787430795</c:v>
                </c:pt>
                <c:pt idx="17553">
                  <c:v>3.021205138923249</c:v>
                </c:pt>
                <c:pt idx="17554">
                  <c:v>3.0181138087235442</c:v>
                </c:pt>
                <c:pt idx="17555">
                  <c:v>3.0151393924400502</c:v>
                </c:pt>
                <c:pt idx="17556">
                  <c:v>3.0170825264666492</c:v>
                </c:pt>
                <c:pt idx="17557">
                  <c:v>3.0190852051218617</c:v>
                </c:pt>
                <c:pt idx="17558">
                  <c:v>3.0165944396577462</c:v>
                </c:pt>
                <c:pt idx="17559">
                  <c:v>3.0135072042176025</c:v>
                </c:pt>
                <c:pt idx="17560">
                  <c:v>3.0121504738831115</c:v>
                </c:pt>
                <c:pt idx="17561">
                  <c:v>3.0115975960349077</c:v>
                </c:pt>
                <c:pt idx="17562">
                  <c:v>3.012026266176433</c:v>
                </c:pt>
                <c:pt idx="17563">
                  <c:v>3.0128216305673803</c:v>
                </c:pt>
                <c:pt idx="17564">
                  <c:v>3.0157397865606579</c:v>
                </c:pt>
                <c:pt idx="17565">
                  <c:v>3.0186546155617924</c:v>
                </c:pt>
                <c:pt idx="17566">
                  <c:v>3.022757564641751</c:v>
                </c:pt>
                <c:pt idx="17567">
                  <c:v>3.0259274203867843</c:v>
                </c:pt>
                <c:pt idx="17568">
                  <c:v>3.0235752369415558</c:v>
                </c:pt>
                <c:pt idx="17569">
                  <c:v>3.0209442259624817</c:v>
                </c:pt>
                <c:pt idx="17570">
                  <c:v>3.0198857732697508</c:v>
                </c:pt>
                <c:pt idx="17571">
                  <c:v>3.019392781280124</c:v>
                </c:pt>
                <c:pt idx="17572">
                  <c:v>3.0178345119984984</c:v>
                </c:pt>
                <c:pt idx="17573">
                  <c:v>3.0188655383329208</c:v>
                </c:pt>
                <c:pt idx="17574">
                  <c:v>3.0211822338619556</c:v>
                </c:pt>
                <c:pt idx="17575">
                  <c:v>3.0222148810387042</c:v>
                </c:pt>
                <c:pt idx="17576">
                  <c:v>3.0217508935959665</c:v>
                </c:pt>
                <c:pt idx="17577">
                  <c:v>3.022087943492318</c:v>
                </c:pt>
                <c:pt idx="17578">
                  <c:v>3.0221931702822826</c:v>
                </c:pt>
                <c:pt idx="17579">
                  <c:v>3.0212538495005248</c:v>
                </c:pt>
                <c:pt idx="17580">
                  <c:v>3.0191334465079378</c:v>
                </c:pt>
                <c:pt idx="17581">
                  <c:v>3.0179142745024441</c:v>
                </c:pt>
                <c:pt idx="17582">
                  <c:v>3.0192651612738115</c:v>
                </c:pt>
                <c:pt idx="17583">
                  <c:v>3.0211205565460704</c:v>
                </c:pt>
                <c:pt idx="17584">
                  <c:v>3.0213165505062998</c:v>
                </c:pt>
                <c:pt idx="17585">
                  <c:v>3.0201381981351783</c:v>
                </c:pt>
                <c:pt idx="17586">
                  <c:v>3.0218413195362683</c:v>
                </c:pt>
                <c:pt idx="17587">
                  <c:v>3.0241182617745666</c:v>
                </c:pt>
                <c:pt idx="17588">
                  <c:v>3.0235028961893144</c:v>
                </c:pt>
                <c:pt idx="17589">
                  <c:v>3.0201828992603841</c:v>
                </c:pt>
                <c:pt idx="17590">
                  <c:v>3.0193797718877695</c:v>
                </c:pt>
                <c:pt idx="17591">
                  <c:v>3.0197791815599326</c:v>
                </c:pt>
                <c:pt idx="17592">
                  <c:v>3.0209332212961622</c:v>
                </c:pt>
                <c:pt idx="17593">
                  <c:v>3.020795535005929</c:v>
                </c:pt>
                <c:pt idx="17594">
                  <c:v>3.0192252800218387</c:v>
                </c:pt>
                <c:pt idx="17595">
                  <c:v>3.0173698420958344</c:v>
                </c:pt>
                <c:pt idx="17596">
                  <c:v>3.0169950436347817</c:v>
                </c:pt>
                <c:pt idx="17597">
                  <c:v>3.016723851121367</c:v>
                </c:pt>
                <c:pt idx="17598">
                  <c:v>3.017255700673076</c:v>
                </c:pt>
                <c:pt idx="17599">
                  <c:v>3.0193066633681105</c:v>
                </c:pt>
                <c:pt idx="17600">
                  <c:v>3.0202635148392378</c:v>
                </c:pt>
                <c:pt idx="17601">
                  <c:v>3.0187076341673564</c:v>
                </c:pt>
                <c:pt idx="17602">
                  <c:v>3.0182420258822926</c:v>
                </c:pt>
                <c:pt idx="17603">
                  <c:v>3.0218908831884526</c:v>
                </c:pt>
                <c:pt idx="17604">
                  <c:v>3.0230064919000537</c:v>
                </c:pt>
                <c:pt idx="17605">
                  <c:v>3.0228619383568072</c:v>
                </c:pt>
                <c:pt idx="17606">
                  <c:v>3.0218208457384641</c:v>
                </c:pt>
                <c:pt idx="17607">
                  <c:v>3.0217999880569515</c:v>
                </c:pt>
                <c:pt idx="17608">
                  <c:v>3.0222614162749633</c:v>
                </c:pt>
                <c:pt idx="17609">
                  <c:v>3.0206304650111324</c:v>
                </c:pt>
                <c:pt idx="17610">
                  <c:v>3.018864855872994</c:v>
                </c:pt>
                <c:pt idx="17611">
                  <c:v>3.0185505404229547</c:v>
                </c:pt>
                <c:pt idx="17612">
                  <c:v>3.0177831142352609</c:v>
                </c:pt>
                <c:pt idx="17613">
                  <c:v>3.0181163252945242</c:v>
                </c:pt>
                <c:pt idx="17614">
                  <c:v>3.0168954471392131</c:v>
                </c:pt>
                <c:pt idx="17615">
                  <c:v>3.0151044163688012</c:v>
                </c:pt>
                <c:pt idx="17616">
                  <c:v>3.0159335198723798</c:v>
                </c:pt>
                <c:pt idx="17617">
                  <c:v>3.0196935328391188</c:v>
                </c:pt>
                <c:pt idx="17618">
                  <c:v>3.0217448794178616</c:v>
                </c:pt>
                <c:pt idx="17619">
                  <c:v>3.0204385658104638</c:v>
                </c:pt>
                <c:pt idx="17620">
                  <c:v>3.0210158416010509</c:v>
                </c:pt>
                <c:pt idx="17621">
                  <c:v>3.0225494143640752</c:v>
                </c:pt>
                <c:pt idx="17622">
                  <c:v>3.0199132849355501</c:v>
                </c:pt>
                <c:pt idx="17623">
                  <c:v>3.0162361055424278</c:v>
                </c:pt>
                <c:pt idx="17624">
                  <c:v>3.0166277095791783</c:v>
                </c:pt>
                <c:pt idx="17625">
                  <c:v>3.0179892171331564</c:v>
                </c:pt>
                <c:pt idx="17626">
                  <c:v>3.0207637579655868</c:v>
                </c:pt>
                <c:pt idx="17627">
                  <c:v>3.0207460140074902</c:v>
                </c:pt>
                <c:pt idx="17628">
                  <c:v>3.0165678237206008</c:v>
                </c:pt>
                <c:pt idx="17629">
                  <c:v>3.0157434974365098</c:v>
                </c:pt>
                <c:pt idx="17630">
                  <c:v>3.0159216194774063</c:v>
                </c:pt>
                <c:pt idx="17631">
                  <c:v>3.0169856598107878</c:v>
                </c:pt>
                <c:pt idx="17632">
                  <c:v>3.0173321361848786</c:v>
                </c:pt>
                <c:pt idx="17633">
                  <c:v>3.0192748010202775</c:v>
                </c:pt>
                <c:pt idx="17634">
                  <c:v>3.0217418083481911</c:v>
                </c:pt>
                <c:pt idx="17635">
                  <c:v>3.0225438267234246</c:v>
                </c:pt>
                <c:pt idx="17636">
                  <c:v>3.0219778968291204</c:v>
                </c:pt>
                <c:pt idx="17637">
                  <c:v>3.0223593919282052</c:v>
                </c:pt>
                <c:pt idx="17638">
                  <c:v>3.0244693020994173</c:v>
                </c:pt>
                <c:pt idx="17639">
                  <c:v>3.0266102215435535</c:v>
                </c:pt>
                <c:pt idx="17640">
                  <c:v>3.0273245011644474</c:v>
                </c:pt>
                <c:pt idx="17641">
                  <c:v>3.0278951656244937</c:v>
                </c:pt>
                <c:pt idx="17642">
                  <c:v>3.0261445706047447</c:v>
                </c:pt>
                <c:pt idx="17643">
                  <c:v>3.0240171723979081</c:v>
                </c:pt>
                <c:pt idx="17644">
                  <c:v>3.0234636120897775</c:v>
                </c:pt>
                <c:pt idx="17645">
                  <c:v>3.022643551180229</c:v>
                </c:pt>
                <c:pt idx="17646">
                  <c:v>3.022028953362395</c:v>
                </c:pt>
                <c:pt idx="17647">
                  <c:v>3.0213061003386708</c:v>
                </c:pt>
                <c:pt idx="17648">
                  <c:v>3.0224887180843352</c:v>
                </c:pt>
                <c:pt idx="17649">
                  <c:v>3.0258353309504109</c:v>
                </c:pt>
                <c:pt idx="17650">
                  <c:v>3.0260758980746099</c:v>
                </c:pt>
                <c:pt idx="17651">
                  <c:v>3.0227213089581397</c:v>
                </c:pt>
                <c:pt idx="17652">
                  <c:v>3.0201050135212375</c:v>
                </c:pt>
                <c:pt idx="17653">
                  <c:v>3.0202345529460941</c:v>
                </c:pt>
                <c:pt idx="17654">
                  <c:v>3.019345350315211</c:v>
                </c:pt>
                <c:pt idx="17655">
                  <c:v>3.0198112571764928</c:v>
                </c:pt>
                <c:pt idx="17656">
                  <c:v>3.0198990812383237</c:v>
                </c:pt>
                <c:pt idx="17657">
                  <c:v>3.019396150926013</c:v>
                </c:pt>
                <c:pt idx="17658">
                  <c:v>3.0197139639831772</c:v>
                </c:pt>
                <c:pt idx="17659">
                  <c:v>3.0194111650444024</c:v>
                </c:pt>
                <c:pt idx="17660">
                  <c:v>3.0195798179538147</c:v>
                </c:pt>
                <c:pt idx="17661">
                  <c:v>3.0205345793914162</c:v>
                </c:pt>
                <c:pt idx="17662">
                  <c:v>3.0222507528386067</c:v>
                </c:pt>
                <c:pt idx="17663">
                  <c:v>3.0226650486679234</c:v>
                </c:pt>
                <c:pt idx="17664">
                  <c:v>3.0234144749750476</c:v>
                </c:pt>
                <c:pt idx="17665">
                  <c:v>3.0223709084394699</c:v>
                </c:pt>
                <c:pt idx="17666">
                  <c:v>3.0214744546718646</c:v>
                </c:pt>
                <c:pt idx="17667">
                  <c:v>3.0253451967617275</c:v>
                </c:pt>
                <c:pt idx="17668">
                  <c:v>3.0261249925355944</c:v>
                </c:pt>
                <c:pt idx="17669">
                  <c:v>3.0229451558141323</c:v>
                </c:pt>
                <c:pt idx="17670">
                  <c:v>3.0204032911629972</c:v>
                </c:pt>
                <c:pt idx="17671">
                  <c:v>3.0197303430214206</c:v>
                </c:pt>
                <c:pt idx="17672">
                  <c:v>3.0202924340786366</c:v>
                </c:pt>
                <c:pt idx="17673">
                  <c:v>3.0208506862987639</c:v>
                </c:pt>
                <c:pt idx="17674">
                  <c:v>3.0230024824479838</c:v>
                </c:pt>
                <c:pt idx="17675">
                  <c:v>3.0258755960860921</c:v>
                </c:pt>
                <c:pt idx="17676">
                  <c:v>3.0261735751516339</c:v>
                </c:pt>
                <c:pt idx="17677">
                  <c:v>3.0254715371556777</c:v>
                </c:pt>
                <c:pt idx="17678">
                  <c:v>3.0274079318904992</c:v>
                </c:pt>
                <c:pt idx="17679">
                  <c:v>3.0270746781774909</c:v>
                </c:pt>
                <c:pt idx="17680">
                  <c:v>3.0255113331001597</c:v>
                </c:pt>
                <c:pt idx="17681">
                  <c:v>3.0262853279646484</c:v>
                </c:pt>
                <c:pt idx="17682">
                  <c:v>3.0255784700954589</c:v>
                </c:pt>
                <c:pt idx="17683">
                  <c:v>3.0229428525118789</c:v>
                </c:pt>
                <c:pt idx="17684">
                  <c:v>3.0197278264504406</c:v>
                </c:pt>
                <c:pt idx="17685">
                  <c:v>3.0179120138539366</c:v>
                </c:pt>
                <c:pt idx="17686">
                  <c:v>3.0169123806761471</c:v>
                </c:pt>
                <c:pt idx="17687">
                  <c:v>3.0155376504610869</c:v>
                </c:pt>
                <c:pt idx="17688">
                  <c:v>3.0163423560222822</c:v>
                </c:pt>
                <c:pt idx="17689">
                  <c:v>3.0190602526807879</c:v>
                </c:pt>
                <c:pt idx="17690">
                  <c:v>3.0215892785545497</c:v>
                </c:pt>
                <c:pt idx="17691">
                  <c:v>3.021910375950112</c:v>
                </c:pt>
                <c:pt idx="17692">
                  <c:v>3.0211052438514625</c:v>
                </c:pt>
                <c:pt idx="17693">
                  <c:v>3.0178682511111301</c:v>
                </c:pt>
                <c:pt idx="17694">
                  <c:v>3.0155118022913592</c:v>
                </c:pt>
                <c:pt idx="17695">
                  <c:v>3.0180476101106439</c:v>
                </c:pt>
                <c:pt idx="17696">
                  <c:v>3.0193068766368376</c:v>
                </c:pt>
                <c:pt idx="17697">
                  <c:v>3.0194225535944312</c:v>
                </c:pt>
                <c:pt idx="17698">
                  <c:v>3.0203092823080793</c:v>
                </c:pt>
                <c:pt idx="17699">
                  <c:v>3.0228135690094948</c:v>
                </c:pt>
                <c:pt idx="17700">
                  <c:v>3.0227870810335857</c:v>
                </c:pt>
                <c:pt idx="17701">
                  <c:v>3.0223663871424549</c:v>
                </c:pt>
                <c:pt idx="17702">
                  <c:v>3.0210179316345767</c:v>
                </c:pt>
                <c:pt idx="17703">
                  <c:v>3.0225910870733559</c:v>
                </c:pt>
                <c:pt idx="17704">
                  <c:v>3.0237206862134562</c:v>
                </c:pt>
                <c:pt idx="17705">
                  <c:v>3.0239091304607459</c:v>
                </c:pt>
                <c:pt idx="17706">
                  <c:v>3.0230582308932545</c:v>
                </c:pt>
                <c:pt idx="17707">
                  <c:v>3.0200085734028304</c:v>
                </c:pt>
                <c:pt idx="17708">
                  <c:v>3.0193476109637185</c:v>
                </c:pt>
                <c:pt idx="17709">
                  <c:v>3.0189385615450894</c:v>
                </c:pt>
                <c:pt idx="17710">
                  <c:v>3.019592102232497</c:v>
                </c:pt>
                <c:pt idx="17711">
                  <c:v>3.0191871475734282</c:v>
                </c:pt>
                <c:pt idx="17712">
                  <c:v>3.0193049572182935</c:v>
                </c:pt>
                <c:pt idx="17713">
                  <c:v>3.0214109005911811</c:v>
                </c:pt>
                <c:pt idx="17714">
                  <c:v>3.0216501881030173</c:v>
                </c:pt>
                <c:pt idx="17715">
                  <c:v>3.0195914624263156</c:v>
                </c:pt>
                <c:pt idx="17716">
                  <c:v>3.0174693959376571</c:v>
                </c:pt>
                <c:pt idx="17717">
                  <c:v>3.017063460242444</c:v>
                </c:pt>
                <c:pt idx="17718">
                  <c:v>3.0182125947979492</c:v>
                </c:pt>
                <c:pt idx="17719">
                  <c:v>3.0201621695401073</c:v>
                </c:pt>
                <c:pt idx="17720">
                  <c:v>3.0211733618829069</c:v>
                </c:pt>
                <c:pt idx="17721">
                  <c:v>3.0236994446482344</c:v>
                </c:pt>
                <c:pt idx="17722">
                  <c:v>3.0272350989140357</c:v>
                </c:pt>
                <c:pt idx="17723">
                  <c:v>3.0276310536328195</c:v>
                </c:pt>
                <c:pt idx="17724">
                  <c:v>3.0268585089956748</c:v>
                </c:pt>
                <c:pt idx="17725">
                  <c:v>3.0247342245122546</c:v>
                </c:pt>
                <c:pt idx="17726">
                  <c:v>3.0207146208508568</c:v>
                </c:pt>
                <c:pt idx="17727">
                  <c:v>3.0184564036068009</c:v>
                </c:pt>
                <c:pt idx="17728">
                  <c:v>3.0174032826322481</c:v>
                </c:pt>
                <c:pt idx="17729">
                  <c:v>3.0191987067384387</c:v>
                </c:pt>
                <c:pt idx="17730">
                  <c:v>3.0204295232164338</c:v>
                </c:pt>
                <c:pt idx="17731">
                  <c:v>3.0203794903730499</c:v>
                </c:pt>
                <c:pt idx="17732">
                  <c:v>3.0190680583162006</c:v>
                </c:pt>
                <c:pt idx="17733">
                  <c:v>3.0211371915067864</c:v>
                </c:pt>
                <c:pt idx="17734">
                  <c:v>3.023475768407224</c:v>
                </c:pt>
                <c:pt idx="17735">
                  <c:v>3.0236193835680711</c:v>
                </c:pt>
                <c:pt idx="17736">
                  <c:v>3.0214195593015023</c:v>
                </c:pt>
                <c:pt idx="17737">
                  <c:v>3.0178432133625654</c:v>
                </c:pt>
                <c:pt idx="17738">
                  <c:v>3.0163498204277319</c:v>
                </c:pt>
                <c:pt idx="17739">
                  <c:v>3.0176202195814814</c:v>
                </c:pt>
                <c:pt idx="17740">
                  <c:v>3.0193325541915836</c:v>
                </c:pt>
                <c:pt idx="17741">
                  <c:v>3.0181972394495959</c:v>
                </c:pt>
                <c:pt idx="17742">
                  <c:v>3.0188951400322463</c:v>
                </c:pt>
                <c:pt idx="17743">
                  <c:v>3.0211739590353428</c:v>
                </c:pt>
                <c:pt idx="17744">
                  <c:v>3.0208736340138027</c:v>
                </c:pt>
                <c:pt idx="17745">
                  <c:v>3.0190779539851396</c:v>
                </c:pt>
                <c:pt idx="17746">
                  <c:v>3.0163776306697492</c:v>
                </c:pt>
                <c:pt idx="17747">
                  <c:v>3.0176454705987732</c:v>
                </c:pt>
                <c:pt idx="17748">
                  <c:v>3.0211689258933827</c:v>
                </c:pt>
                <c:pt idx="17749">
                  <c:v>3.0214693362224136</c:v>
                </c:pt>
                <c:pt idx="17750">
                  <c:v>3.0218141491004324</c:v>
                </c:pt>
                <c:pt idx="17751">
                  <c:v>3.0235092089436373</c:v>
                </c:pt>
                <c:pt idx="17752">
                  <c:v>3.0269364800423126</c:v>
                </c:pt>
                <c:pt idx="17753">
                  <c:v>3.0290685275074005</c:v>
                </c:pt>
                <c:pt idx="17754">
                  <c:v>3.0260333296366753</c:v>
                </c:pt>
                <c:pt idx="17755">
                  <c:v>3.0232464618718171</c:v>
                </c:pt>
                <c:pt idx="17756">
                  <c:v>3.0235771563600999</c:v>
                </c:pt>
                <c:pt idx="17757">
                  <c:v>3.0260302159132593</c:v>
                </c:pt>
                <c:pt idx="17758">
                  <c:v>3.0266620884979911</c:v>
                </c:pt>
                <c:pt idx="17759">
                  <c:v>3.0224857749759004</c:v>
                </c:pt>
                <c:pt idx="17760">
                  <c:v>3.0191293944021225</c:v>
                </c:pt>
                <c:pt idx="17761">
                  <c:v>3.0202041834793514</c:v>
                </c:pt>
                <c:pt idx="17762">
                  <c:v>3.0209632921866869</c:v>
                </c:pt>
                <c:pt idx="17763">
                  <c:v>3.0211709306194177</c:v>
                </c:pt>
                <c:pt idx="17764">
                  <c:v>3.0210622488760737</c:v>
                </c:pt>
                <c:pt idx="17765">
                  <c:v>3.02244307857673</c:v>
                </c:pt>
                <c:pt idx="17766">
                  <c:v>3.0233523711217081</c:v>
                </c:pt>
                <c:pt idx="17767">
                  <c:v>3.0205460532489359</c:v>
                </c:pt>
                <c:pt idx="17768">
                  <c:v>3.0190211391962327</c:v>
                </c:pt>
                <c:pt idx="17769">
                  <c:v>3.0199199815735818</c:v>
                </c:pt>
                <c:pt idx="17770">
                  <c:v>3.0199436970560383</c:v>
                </c:pt>
                <c:pt idx="17771">
                  <c:v>3.0198740861435041</c:v>
                </c:pt>
                <c:pt idx="17772">
                  <c:v>3.0203689548979296</c:v>
                </c:pt>
                <c:pt idx="17773">
                  <c:v>3.0207554831389745</c:v>
                </c:pt>
                <c:pt idx="17774">
                  <c:v>3.0197182293577201</c:v>
                </c:pt>
                <c:pt idx="17775">
                  <c:v>3.0166196480212926</c:v>
                </c:pt>
                <c:pt idx="17776">
                  <c:v>3.0154819020158161</c:v>
                </c:pt>
                <c:pt idx="17777">
                  <c:v>3.0170419201010041</c:v>
                </c:pt>
                <c:pt idx="17778">
                  <c:v>3.0184327307780898</c:v>
                </c:pt>
                <c:pt idx="17779">
                  <c:v>3.0209396193579758</c:v>
                </c:pt>
                <c:pt idx="17780">
                  <c:v>3.021097352908559</c:v>
                </c:pt>
                <c:pt idx="17781">
                  <c:v>3.0192263890192197</c:v>
                </c:pt>
                <c:pt idx="17782">
                  <c:v>3.0198399204934185</c:v>
                </c:pt>
                <c:pt idx="17783">
                  <c:v>3.0179557765967431</c:v>
                </c:pt>
                <c:pt idx="17784">
                  <c:v>3.0142950615493547</c:v>
                </c:pt>
                <c:pt idx="17785">
                  <c:v>3.0138628084932138</c:v>
                </c:pt>
                <c:pt idx="17786">
                  <c:v>3.0154996033201678</c:v>
                </c:pt>
                <c:pt idx="17787">
                  <c:v>3.0146882437746858</c:v>
                </c:pt>
                <c:pt idx="17788">
                  <c:v>3.0134374226900866</c:v>
                </c:pt>
                <c:pt idx="17789">
                  <c:v>3.012291871049197</c:v>
                </c:pt>
                <c:pt idx="17790">
                  <c:v>3.0131117613437635</c:v>
                </c:pt>
                <c:pt idx="17791">
                  <c:v>3.01583375276183</c:v>
                </c:pt>
                <c:pt idx="17792">
                  <c:v>3.017252885525878</c:v>
                </c:pt>
                <c:pt idx="17793">
                  <c:v>3.0174206853603813</c:v>
                </c:pt>
                <c:pt idx="17794">
                  <c:v>3.0184932990965936</c:v>
                </c:pt>
                <c:pt idx="17795">
                  <c:v>3.0211037509703726</c:v>
                </c:pt>
                <c:pt idx="17796">
                  <c:v>3.023334584509866</c:v>
                </c:pt>
                <c:pt idx="17797">
                  <c:v>3.0243375020260528</c:v>
                </c:pt>
                <c:pt idx="17798">
                  <c:v>3.0240087269563141</c:v>
                </c:pt>
                <c:pt idx="17799">
                  <c:v>3.0226891906878341</c:v>
                </c:pt>
                <c:pt idx="17800">
                  <c:v>3.0232493196727606</c:v>
                </c:pt>
                <c:pt idx="17801">
                  <c:v>3.0224339506752087</c:v>
                </c:pt>
                <c:pt idx="17802">
                  <c:v>3.0215757146635047</c:v>
                </c:pt>
                <c:pt idx="17803">
                  <c:v>3.0211841532804997</c:v>
                </c:pt>
                <c:pt idx="17804">
                  <c:v>3.0198820197401535</c:v>
                </c:pt>
                <c:pt idx="17805">
                  <c:v>3.0201342739905992</c:v>
                </c:pt>
                <c:pt idx="17806">
                  <c:v>3.0233153903244245</c:v>
                </c:pt>
                <c:pt idx="17807">
                  <c:v>3.0232839118603003</c:v>
                </c:pt>
                <c:pt idx="17808">
                  <c:v>3.0240966363256359</c:v>
                </c:pt>
                <c:pt idx="17809">
                  <c:v>3.0235496873480461</c:v>
                </c:pt>
                <c:pt idx="17810">
                  <c:v>3.021550165069995</c:v>
                </c:pt>
                <c:pt idx="17811">
                  <c:v>3.019191199679244</c:v>
                </c:pt>
                <c:pt idx="17812">
                  <c:v>3.0198244798375744</c:v>
                </c:pt>
                <c:pt idx="17813">
                  <c:v>3.0209938749221568</c:v>
                </c:pt>
                <c:pt idx="17814">
                  <c:v>3.0214387534869438</c:v>
                </c:pt>
                <c:pt idx="17815">
                  <c:v>3.0205665270467401</c:v>
                </c:pt>
                <c:pt idx="17816">
                  <c:v>3.0187317335335218</c:v>
                </c:pt>
                <c:pt idx="17817">
                  <c:v>3.0177827303515521</c:v>
                </c:pt>
                <c:pt idx="17818">
                  <c:v>3.0195987135630378</c:v>
                </c:pt>
                <c:pt idx="17819">
                  <c:v>3.0210500499048822</c:v>
                </c:pt>
                <c:pt idx="17820">
                  <c:v>3.0210886515444919</c:v>
                </c:pt>
                <c:pt idx="17821">
                  <c:v>3.0224298559156479</c:v>
                </c:pt>
                <c:pt idx="17822">
                  <c:v>3.0236963309248184</c:v>
                </c:pt>
                <c:pt idx="17823">
                  <c:v>3.0247386605017788</c:v>
                </c:pt>
                <c:pt idx="17824">
                  <c:v>3.0255260912960766</c:v>
                </c:pt>
                <c:pt idx="17825">
                  <c:v>3.0243094785153084</c:v>
                </c:pt>
                <c:pt idx="17826">
                  <c:v>3.0233395323443353</c:v>
                </c:pt>
                <c:pt idx="17827">
                  <c:v>3.0233911007225545</c:v>
                </c:pt>
                <c:pt idx="17828">
                  <c:v>3.0218485280192455</c:v>
                </c:pt>
                <c:pt idx="17829">
                  <c:v>3.0221594311696509</c:v>
                </c:pt>
                <c:pt idx="17830">
                  <c:v>3.0212175085094222</c:v>
                </c:pt>
                <c:pt idx="17831">
                  <c:v>3.0208702643679142</c:v>
                </c:pt>
                <c:pt idx="17832">
                  <c:v>3.0206305929723687</c:v>
                </c:pt>
                <c:pt idx="17833">
                  <c:v>3.0213129675916841</c:v>
                </c:pt>
                <c:pt idx="17834">
                  <c:v>3.0201378995589603</c:v>
                </c:pt>
                <c:pt idx="17835">
                  <c:v>3.0176565179188386</c:v>
                </c:pt>
                <c:pt idx="17836">
                  <c:v>3.0178748624416709</c:v>
                </c:pt>
                <c:pt idx="17837">
                  <c:v>3.019374696092064</c:v>
                </c:pt>
                <c:pt idx="17838">
                  <c:v>3.0208343925680112</c:v>
                </c:pt>
                <c:pt idx="17839">
                  <c:v>3.02233780913302</c:v>
                </c:pt>
                <c:pt idx="17840">
                  <c:v>3.0223764107726301</c:v>
                </c:pt>
                <c:pt idx="17841">
                  <c:v>3.0204326369398498</c:v>
                </c:pt>
                <c:pt idx="17842">
                  <c:v>3.0182061540823901</c:v>
                </c:pt>
                <c:pt idx="17843">
                  <c:v>3.0170068587222643</c:v>
                </c:pt>
                <c:pt idx="17844">
                  <c:v>3.0177004512766268</c:v>
                </c:pt>
                <c:pt idx="17845">
                  <c:v>3.0181121452274726</c:v>
                </c:pt>
                <c:pt idx="17846">
                  <c:v>3.0211757931463961</c:v>
                </c:pt>
                <c:pt idx="17847">
                  <c:v>3.0229559472117247</c:v>
                </c:pt>
                <c:pt idx="17848">
                  <c:v>3.0229194356056404</c:v>
                </c:pt>
                <c:pt idx="17849">
                  <c:v>3.0220186738097472</c:v>
                </c:pt>
                <c:pt idx="17850">
                  <c:v>3.021924494339848</c:v>
                </c:pt>
                <c:pt idx="17851">
                  <c:v>3.0199916825196422</c:v>
                </c:pt>
                <c:pt idx="17852">
                  <c:v>3.017144203782534</c:v>
                </c:pt>
                <c:pt idx="17853">
                  <c:v>3.0164645590029262</c:v>
                </c:pt>
                <c:pt idx="17854">
                  <c:v>3.0172879469046179</c:v>
                </c:pt>
                <c:pt idx="17855">
                  <c:v>3.0192631565477765</c:v>
                </c:pt>
                <c:pt idx="17856">
                  <c:v>3.0194569325132439</c:v>
                </c:pt>
                <c:pt idx="17857">
                  <c:v>3.0190086416488233</c:v>
                </c:pt>
                <c:pt idx="17858">
                  <c:v>3.0181629031845287</c:v>
                </c:pt>
                <c:pt idx="17859">
                  <c:v>3.0175046279313786</c:v>
                </c:pt>
                <c:pt idx="17860">
                  <c:v>3.0192676351910461</c:v>
                </c:pt>
                <c:pt idx="17861">
                  <c:v>3.0222907620518158</c:v>
                </c:pt>
                <c:pt idx="17862">
                  <c:v>3.0252064014741133</c:v>
                </c:pt>
                <c:pt idx="17863">
                  <c:v>3.0249604599779905</c:v>
                </c:pt>
                <c:pt idx="17864">
                  <c:v>3.0247245847657882</c:v>
                </c:pt>
                <c:pt idx="17865">
                  <c:v>3.0237536149049249</c:v>
                </c:pt>
                <c:pt idx="17866">
                  <c:v>3.0232094384207877</c:v>
                </c:pt>
                <c:pt idx="17867">
                  <c:v>3.0201098760482159</c:v>
                </c:pt>
                <c:pt idx="17868">
                  <c:v>3.0177103042918199</c:v>
                </c:pt>
                <c:pt idx="17869">
                  <c:v>3.0174779266867424</c:v>
                </c:pt>
                <c:pt idx="17870">
                  <c:v>3.0170646118935704</c:v>
                </c:pt>
                <c:pt idx="17871">
                  <c:v>3.0170962183189305</c:v>
                </c:pt>
                <c:pt idx="17872">
                  <c:v>3.0185542512988066</c:v>
                </c:pt>
                <c:pt idx="17873">
                  <c:v>3.021502435528864</c:v>
                </c:pt>
                <c:pt idx="17874">
                  <c:v>3.0260987604821579</c:v>
                </c:pt>
                <c:pt idx="17875">
                  <c:v>3.0286841746073723</c:v>
                </c:pt>
                <c:pt idx="17876">
                  <c:v>3.027596290830298</c:v>
                </c:pt>
                <c:pt idx="17877">
                  <c:v>3.0245477423372544</c:v>
                </c:pt>
                <c:pt idx="17878">
                  <c:v>3.0220145790501864</c:v>
                </c:pt>
                <c:pt idx="17879">
                  <c:v>3.0234793513218396</c:v>
                </c:pt>
                <c:pt idx="17880">
                  <c:v>3.0259364629808143</c:v>
                </c:pt>
                <c:pt idx="17881">
                  <c:v>3.0241666311218789</c:v>
                </c:pt>
                <c:pt idx="17882">
                  <c:v>3.0206061097224945</c:v>
                </c:pt>
                <c:pt idx="17883">
                  <c:v>3.0190222908473592</c:v>
                </c:pt>
                <c:pt idx="17884">
                  <c:v>3.0189193247059025</c:v>
                </c:pt>
                <c:pt idx="17885">
                  <c:v>3.0188167851018997</c:v>
                </c:pt>
                <c:pt idx="17886">
                  <c:v>3.0182777270672139</c:v>
                </c:pt>
                <c:pt idx="17887">
                  <c:v>3.0193434735504123</c:v>
                </c:pt>
                <c:pt idx="17888">
                  <c:v>3.0187883777074465</c:v>
                </c:pt>
                <c:pt idx="17889">
                  <c:v>3.0176711054997738</c:v>
                </c:pt>
                <c:pt idx="17890">
                  <c:v>3.017722631224248</c:v>
                </c:pt>
                <c:pt idx="17891">
                  <c:v>3.018173481313394</c:v>
                </c:pt>
                <c:pt idx="17892">
                  <c:v>3.020051141840765</c:v>
                </c:pt>
                <c:pt idx="17893">
                  <c:v>3.02203347465941</c:v>
                </c:pt>
                <c:pt idx="17894">
                  <c:v>3.0226178309717375</c:v>
                </c:pt>
                <c:pt idx="17895">
                  <c:v>3.0189521680898799</c:v>
                </c:pt>
                <c:pt idx="17896">
                  <c:v>3.016009017001783</c:v>
                </c:pt>
                <c:pt idx="17897">
                  <c:v>3.0143500848809532</c:v>
                </c:pt>
                <c:pt idx="17898">
                  <c:v>3.0149581140219923</c:v>
                </c:pt>
                <c:pt idx="17899">
                  <c:v>3.0187903824334814</c:v>
                </c:pt>
                <c:pt idx="17900">
                  <c:v>3.0217639456420669</c:v>
                </c:pt>
                <c:pt idx="17901">
                  <c:v>3.0237399230526432</c:v>
                </c:pt>
                <c:pt idx="17902">
                  <c:v>3.0231085623128569</c:v>
                </c:pt>
                <c:pt idx="17903">
                  <c:v>3.0204143384830622</c:v>
                </c:pt>
                <c:pt idx="17904">
                  <c:v>3.0201770983510063</c:v>
                </c:pt>
                <c:pt idx="17905">
                  <c:v>3.0193951698898682</c:v>
                </c:pt>
                <c:pt idx="17906">
                  <c:v>3.0191110959453349</c:v>
                </c:pt>
                <c:pt idx="17907">
                  <c:v>3.0220383798401338</c:v>
                </c:pt>
                <c:pt idx="17908">
                  <c:v>3.0247453997935558</c:v>
                </c:pt>
                <c:pt idx="17909">
                  <c:v>3.0253185808245822</c:v>
                </c:pt>
                <c:pt idx="17910">
                  <c:v>3.0253654146370592</c:v>
                </c:pt>
                <c:pt idx="17911">
                  <c:v>3.0241302474770309</c:v>
                </c:pt>
                <c:pt idx="17912">
                  <c:v>3.0212936880987518</c:v>
                </c:pt>
                <c:pt idx="17913">
                  <c:v>3.0197419448401766</c:v>
                </c:pt>
                <c:pt idx="17914">
                  <c:v>3.0189642817535809</c:v>
                </c:pt>
                <c:pt idx="17915">
                  <c:v>3.0200801037339087</c:v>
                </c:pt>
                <c:pt idx="17916">
                  <c:v>3.0233417503390974</c:v>
                </c:pt>
                <c:pt idx="17917">
                  <c:v>3.0243588288987655</c:v>
                </c:pt>
                <c:pt idx="17918">
                  <c:v>3.022935430760175</c:v>
                </c:pt>
                <c:pt idx="17919">
                  <c:v>3.0228028629193928</c:v>
                </c:pt>
                <c:pt idx="17920">
                  <c:v>3.0203465616815812</c:v>
                </c:pt>
                <c:pt idx="17921">
                  <c:v>3.0185528437252076</c:v>
                </c:pt>
                <c:pt idx="17922">
                  <c:v>3.0224127091099868</c:v>
                </c:pt>
                <c:pt idx="17923">
                  <c:v>3.025406490193904</c:v>
                </c:pt>
                <c:pt idx="17924">
                  <c:v>3.0228730283306176</c:v>
                </c:pt>
                <c:pt idx="17925">
                  <c:v>3.0214626822381274</c:v>
                </c:pt>
                <c:pt idx="17926">
                  <c:v>3.0207273743207392</c:v>
                </c:pt>
                <c:pt idx="17927">
                  <c:v>3.0189638978698721</c:v>
                </c:pt>
                <c:pt idx="17928">
                  <c:v>3.0189283246461871</c:v>
                </c:pt>
                <c:pt idx="17929">
                  <c:v>3.0192149151617005</c:v>
                </c:pt>
                <c:pt idx="17930">
                  <c:v>3.0193841225698028</c:v>
                </c:pt>
                <c:pt idx="17931">
                  <c:v>3.01848289158271</c:v>
                </c:pt>
                <c:pt idx="17932">
                  <c:v>3.0183204234663847</c:v>
                </c:pt>
                <c:pt idx="17933">
                  <c:v>3.0202246146234102</c:v>
                </c:pt>
                <c:pt idx="17934">
                  <c:v>3.0210956894124874</c:v>
                </c:pt>
                <c:pt idx="17935">
                  <c:v>3.0216972351842215</c:v>
                </c:pt>
                <c:pt idx="17936">
                  <c:v>3.0201927949293226</c:v>
                </c:pt>
                <c:pt idx="17937">
                  <c:v>3.0211339924758791</c:v>
                </c:pt>
                <c:pt idx="17938">
                  <c:v>3.0204422766863157</c:v>
                </c:pt>
                <c:pt idx="17939">
                  <c:v>3.0206390384139632</c:v>
                </c:pt>
                <c:pt idx="17940">
                  <c:v>3.021499065882975</c:v>
                </c:pt>
                <c:pt idx="17941">
                  <c:v>3.0220272045588321</c:v>
                </c:pt>
                <c:pt idx="17942">
                  <c:v>3.0230407428576305</c:v>
                </c:pt>
                <c:pt idx="17943">
                  <c:v>3.0237927283894797</c:v>
                </c:pt>
                <c:pt idx="17944">
                  <c:v>3.0231809030650982</c:v>
                </c:pt>
                <c:pt idx="17945">
                  <c:v>3.021921380616432</c:v>
                </c:pt>
                <c:pt idx="17946">
                  <c:v>3.0198486645112306</c:v>
                </c:pt>
                <c:pt idx="17947">
                  <c:v>3.0181562492002421</c:v>
                </c:pt>
                <c:pt idx="17948">
                  <c:v>3.0170438821732937</c:v>
                </c:pt>
                <c:pt idx="17949">
                  <c:v>3.0178170666166197</c:v>
                </c:pt>
                <c:pt idx="17950">
                  <c:v>3.0201846054102011</c:v>
                </c:pt>
                <c:pt idx="17951">
                  <c:v>3.022617575049265</c:v>
                </c:pt>
                <c:pt idx="17952">
                  <c:v>3.0235578342134222</c:v>
                </c:pt>
                <c:pt idx="17953">
                  <c:v>3.0233988637042217</c:v>
                </c:pt>
                <c:pt idx="17954">
                  <c:v>3.0241596359076293</c:v>
                </c:pt>
                <c:pt idx="17955">
                  <c:v>3.0227184938109417</c:v>
                </c:pt>
                <c:pt idx="17956">
                  <c:v>3.0195513252518702</c:v>
                </c:pt>
                <c:pt idx="17957">
                  <c:v>3.0196478080240228</c:v>
                </c:pt>
                <c:pt idx="17958">
                  <c:v>3.0198327546641872</c:v>
                </c:pt>
                <c:pt idx="17959">
                  <c:v>3.0213885073748328</c:v>
                </c:pt>
                <c:pt idx="17960">
                  <c:v>3.02221697107223</c:v>
                </c:pt>
                <c:pt idx="17961">
                  <c:v>3.0215629611936223</c:v>
                </c:pt>
                <c:pt idx="17962">
                  <c:v>3.0197908686861794</c:v>
                </c:pt>
                <c:pt idx="17963">
                  <c:v>3.0181156428345974</c:v>
                </c:pt>
                <c:pt idx="17964">
                  <c:v>3.0200465778900045</c:v>
                </c:pt>
                <c:pt idx="17965">
                  <c:v>3.0204111821059008</c:v>
                </c:pt>
                <c:pt idx="17966">
                  <c:v>3.0197637835578344</c:v>
                </c:pt>
                <c:pt idx="17967">
                  <c:v>3.0199410951775674</c:v>
                </c:pt>
                <c:pt idx="17968">
                  <c:v>3.021733661482815</c:v>
                </c:pt>
                <c:pt idx="17969">
                  <c:v>3.0219332810114055</c:v>
                </c:pt>
                <c:pt idx="17970">
                  <c:v>3.020299514600377</c:v>
                </c:pt>
                <c:pt idx="17971">
                  <c:v>3.0206623273589654</c:v>
                </c:pt>
                <c:pt idx="17972">
                  <c:v>3.0234172048147547</c:v>
                </c:pt>
                <c:pt idx="17973">
                  <c:v>3.0237821076068689</c:v>
                </c:pt>
                <c:pt idx="17974">
                  <c:v>3.0245204439401823</c:v>
                </c:pt>
                <c:pt idx="17975">
                  <c:v>3.0242938672444826</c:v>
                </c:pt>
                <c:pt idx="17976">
                  <c:v>3.0246000784828917</c:v>
                </c:pt>
                <c:pt idx="17977">
                  <c:v>3.0246628647961575</c:v>
                </c:pt>
                <c:pt idx="17978">
                  <c:v>3.0234589201777808</c:v>
                </c:pt>
                <c:pt idx="17979">
                  <c:v>3.0245886472791175</c:v>
                </c:pt>
                <c:pt idx="17980">
                  <c:v>3.0249182327700197</c:v>
                </c:pt>
                <c:pt idx="17981">
                  <c:v>3.0232868549687346</c:v>
                </c:pt>
                <c:pt idx="17982">
                  <c:v>3.0208088429745015</c:v>
                </c:pt>
                <c:pt idx="17983">
                  <c:v>3.0207866203731348</c:v>
                </c:pt>
                <c:pt idx="17984">
                  <c:v>3.0237472594968566</c:v>
                </c:pt>
                <c:pt idx="17985">
                  <c:v>3.0238395622019572</c:v>
                </c:pt>
                <c:pt idx="17986">
                  <c:v>3.0232825895941922</c:v>
                </c:pt>
                <c:pt idx="17987">
                  <c:v>3.0251635771137062</c:v>
                </c:pt>
                <c:pt idx="17988">
                  <c:v>3.0251308616909651</c:v>
                </c:pt>
                <c:pt idx="17989">
                  <c:v>3.0225092345358844</c:v>
                </c:pt>
                <c:pt idx="17990">
                  <c:v>3.0179315066155961</c:v>
                </c:pt>
                <c:pt idx="17991">
                  <c:v>3.0129402932871536</c:v>
                </c:pt>
                <c:pt idx="17992">
                  <c:v>3.0091308872832125</c:v>
                </c:pt>
                <c:pt idx="17993">
                  <c:v>3.0084610102113065</c:v>
                </c:pt>
                <c:pt idx="17994">
                  <c:v>3.0111169736314545</c:v>
                </c:pt>
                <c:pt idx="17995">
                  <c:v>3.0124573675814474</c:v>
                </c:pt>
                <c:pt idx="17996">
                  <c:v>3.0123851547904423</c:v>
                </c:pt>
                <c:pt idx="17997">
                  <c:v>3.0126269162195132</c:v>
                </c:pt>
                <c:pt idx="17998">
                  <c:v>3.0142228487583496</c:v>
                </c:pt>
                <c:pt idx="17999">
                  <c:v>3.018742311662387</c:v>
                </c:pt>
                <c:pt idx="18000">
                  <c:v>3.0230799416496761</c:v>
                </c:pt>
                <c:pt idx="18001">
                  <c:v>3.0247191677401193</c:v>
                </c:pt>
                <c:pt idx="18002">
                  <c:v>3.0233981385905495</c:v>
                </c:pt>
                <c:pt idx="18003">
                  <c:v>3.0203156803698934</c:v>
                </c:pt>
                <c:pt idx="18004">
                  <c:v>3.0210749170384652</c:v>
                </c:pt>
                <c:pt idx="18005">
                  <c:v>3.0224641068732248</c:v>
                </c:pt>
                <c:pt idx="18006">
                  <c:v>3.0227509533112102</c:v>
                </c:pt>
                <c:pt idx="18007">
                  <c:v>3.0206386118765089</c:v>
                </c:pt>
                <c:pt idx="18008">
                  <c:v>3.0174080598517357</c:v>
                </c:pt>
                <c:pt idx="18009">
                  <c:v>3.0190621294455866</c:v>
                </c:pt>
                <c:pt idx="18010">
                  <c:v>3.0232497035564694</c:v>
                </c:pt>
                <c:pt idx="18011">
                  <c:v>3.0250029431084342</c:v>
                </c:pt>
                <c:pt idx="18012">
                  <c:v>3.0219808399375547</c:v>
                </c:pt>
                <c:pt idx="18013">
                  <c:v>3.0214410994429421</c:v>
                </c:pt>
                <c:pt idx="18014">
                  <c:v>3.0245603678459005</c:v>
                </c:pt>
                <c:pt idx="18015">
                  <c:v>3.0237252501642171</c:v>
                </c:pt>
                <c:pt idx="18016">
                  <c:v>3.0225414381136808</c:v>
                </c:pt>
                <c:pt idx="18017">
                  <c:v>3.0217075573906143</c:v>
                </c:pt>
                <c:pt idx="18018">
                  <c:v>3.0213091287545959</c:v>
                </c:pt>
                <c:pt idx="18019">
                  <c:v>3.0234976071248818</c:v>
                </c:pt>
                <c:pt idx="18020">
                  <c:v>3.0228910282111872</c:v>
                </c:pt>
                <c:pt idx="18021">
                  <c:v>3.0191773372119806</c:v>
                </c:pt>
                <c:pt idx="18022">
                  <c:v>3.0179200754118218</c:v>
                </c:pt>
                <c:pt idx="18023">
                  <c:v>3.0212450628289669</c:v>
                </c:pt>
                <c:pt idx="18024">
                  <c:v>3.0257930610886943</c:v>
                </c:pt>
                <c:pt idx="18025">
                  <c:v>3.0248316883205515</c:v>
                </c:pt>
                <c:pt idx="18026">
                  <c:v>3.0230642024176144</c:v>
                </c:pt>
                <c:pt idx="18027">
                  <c:v>3.0222968615374115</c:v>
                </c:pt>
                <c:pt idx="18028">
                  <c:v>3.0220126169778969</c:v>
                </c:pt>
                <c:pt idx="18029">
                  <c:v>3.0212474514387107</c:v>
                </c:pt>
                <c:pt idx="18030">
                  <c:v>3.0198950717862534</c:v>
                </c:pt>
                <c:pt idx="18031">
                  <c:v>3.0207517296093771</c:v>
                </c:pt>
                <c:pt idx="18032">
                  <c:v>3.0207728005596173</c:v>
                </c:pt>
                <c:pt idx="18033">
                  <c:v>3.0194372691366027</c:v>
                </c:pt>
                <c:pt idx="18034">
                  <c:v>3.0181154295658703</c:v>
                </c:pt>
                <c:pt idx="18035">
                  <c:v>3.0183928921798624</c:v>
                </c:pt>
                <c:pt idx="18036">
                  <c:v>3.0179010091876166</c:v>
                </c:pt>
                <c:pt idx="18037">
                  <c:v>3.0181736092746303</c:v>
                </c:pt>
                <c:pt idx="18038">
                  <c:v>3.0190152103256187</c:v>
                </c:pt>
                <c:pt idx="18039">
                  <c:v>3.020276652192829</c:v>
                </c:pt>
                <c:pt idx="18040">
                  <c:v>3.0215702549840904</c:v>
                </c:pt>
                <c:pt idx="18041">
                  <c:v>3.0221950470470813</c:v>
                </c:pt>
                <c:pt idx="18042">
                  <c:v>3.0245387850507153</c:v>
                </c:pt>
                <c:pt idx="18043">
                  <c:v>3.0276907262226698</c:v>
                </c:pt>
                <c:pt idx="18044">
                  <c:v>3.0286076111343339</c:v>
                </c:pt>
                <c:pt idx="18045">
                  <c:v>3.0285884169488924</c:v>
                </c:pt>
                <c:pt idx="18046">
                  <c:v>3.0283161154380966</c:v>
                </c:pt>
                <c:pt idx="18047">
                  <c:v>3.0268600445305101</c:v>
                </c:pt>
                <c:pt idx="18048">
                  <c:v>3.0246551871219811</c:v>
                </c:pt>
                <c:pt idx="18049">
                  <c:v>3.0236632742721139</c:v>
                </c:pt>
                <c:pt idx="18050">
                  <c:v>3.0264051423355487</c:v>
                </c:pt>
                <c:pt idx="18051">
                  <c:v>3.0274455098402191</c:v>
                </c:pt>
                <c:pt idx="18052">
                  <c:v>3.0251537667522586</c:v>
                </c:pt>
                <c:pt idx="18053">
                  <c:v>3.0220139392440051</c:v>
                </c:pt>
                <c:pt idx="18054">
                  <c:v>3.0216686571747866</c:v>
                </c:pt>
                <c:pt idx="18055">
                  <c:v>3.0217840355561623</c:v>
                </c:pt>
                <c:pt idx="18056">
                  <c:v>3.0201983399162282</c:v>
                </c:pt>
                <c:pt idx="18057">
                  <c:v>3.0186303882343908</c:v>
                </c:pt>
                <c:pt idx="18058">
                  <c:v>3.0186708666387996</c:v>
                </c:pt>
                <c:pt idx="18059">
                  <c:v>3.0201988944149187</c:v>
                </c:pt>
                <c:pt idx="18060">
                  <c:v>3.0243854448359109</c:v>
                </c:pt>
                <c:pt idx="18061">
                  <c:v>3.0250473883111675</c:v>
                </c:pt>
                <c:pt idx="18062">
                  <c:v>3.0242182421538435</c:v>
                </c:pt>
                <c:pt idx="18063">
                  <c:v>3.0260425854994328</c:v>
                </c:pt>
                <c:pt idx="18064">
                  <c:v>3.0265671839144197</c:v>
                </c:pt>
                <c:pt idx="18065">
                  <c:v>3.0250583076699966</c:v>
                </c:pt>
                <c:pt idx="18066">
                  <c:v>3.0217255572711839</c:v>
                </c:pt>
                <c:pt idx="18067">
                  <c:v>3.0201114542367966</c:v>
                </c:pt>
                <c:pt idx="18068">
                  <c:v>3.0209032783668732</c:v>
                </c:pt>
                <c:pt idx="18069">
                  <c:v>3.0204086228811753</c:v>
                </c:pt>
                <c:pt idx="18070">
                  <c:v>3.0194023357190996</c:v>
                </c:pt>
                <c:pt idx="18071">
                  <c:v>3.0191067026095562</c:v>
                </c:pt>
                <c:pt idx="18072">
                  <c:v>3.0187708043643311</c:v>
                </c:pt>
                <c:pt idx="18073">
                  <c:v>3.018821093130188</c:v>
                </c:pt>
                <c:pt idx="18074">
                  <c:v>3.0208117007754449</c:v>
                </c:pt>
                <c:pt idx="18075">
                  <c:v>3.0231574861588597</c:v>
                </c:pt>
                <c:pt idx="18076">
                  <c:v>3.0230290130776383</c:v>
                </c:pt>
                <c:pt idx="18077">
                  <c:v>3.0214329525775661</c:v>
                </c:pt>
                <c:pt idx="18078">
                  <c:v>3.0206861708026582</c:v>
                </c:pt>
                <c:pt idx="18079">
                  <c:v>3.0198470436689044</c:v>
                </c:pt>
                <c:pt idx="18080">
                  <c:v>3.020911851769704</c:v>
                </c:pt>
                <c:pt idx="18081">
                  <c:v>3.0210657891369439</c:v>
                </c:pt>
                <c:pt idx="18082">
                  <c:v>3.0214569666362405</c:v>
                </c:pt>
                <c:pt idx="18083">
                  <c:v>3.0236191276455986</c:v>
                </c:pt>
                <c:pt idx="18084">
                  <c:v>3.0249154176228217</c:v>
                </c:pt>
                <c:pt idx="18085">
                  <c:v>3.0232444997995276</c:v>
                </c:pt>
                <c:pt idx="18086">
                  <c:v>3.0197929160659598</c:v>
                </c:pt>
                <c:pt idx="18087">
                  <c:v>3.0207844450321182</c:v>
                </c:pt>
                <c:pt idx="18088">
                  <c:v>3.0233748069918018</c:v>
                </c:pt>
                <c:pt idx="18089">
                  <c:v>3.0217011166750551</c:v>
                </c:pt>
                <c:pt idx="18090">
                  <c:v>3.0181019936360611</c:v>
                </c:pt>
                <c:pt idx="18091">
                  <c:v>3.0173209182498315</c:v>
                </c:pt>
                <c:pt idx="18092">
                  <c:v>3.0193231277138444</c:v>
                </c:pt>
                <c:pt idx="18093">
                  <c:v>3.0212036886959046</c:v>
                </c:pt>
                <c:pt idx="18094">
                  <c:v>3.0205664843929947</c:v>
                </c:pt>
                <c:pt idx="18095">
                  <c:v>3.0192484410056046</c:v>
                </c:pt>
                <c:pt idx="18096">
                  <c:v>3.0174141593373314</c:v>
                </c:pt>
                <c:pt idx="18097">
                  <c:v>3.0174342492514268</c:v>
                </c:pt>
                <c:pt idx="18098">
                  <c:v>3.0183577028398862</c:v>
                </c:pt>
                <c:pt idx="18099">
                  <c:v>3.0182496609027241</c:v>
                </c:pt>
                <c:pt idx="18100">
                  <c:v>3.0178034174180834</c:v>
                </c:pt>
                <c:pt idx="18101">
                  <c:v>3.017125820018256</c:v>
                </c:pt>
                <c:pt idx="18102">
                  <c:v>3.015693976438071</c:v>
                </c:pt>
                <c:pt idx="18103">
                  <c:v>3.0171018059595811</c:v>
                </c:pt>
                <c:pt idx="18104">
                  <c:v>3.018195533299779</c:v>
                </c:pt>
                <c:pt idx="18105">
                  <c:v>3.0203207561655989</c:v>
                </c:pt>
                <c:pt idx="18106">
                  <c:v>3.0228154031205481</c:v>
                </c:pt>
                <c:pt idx="18107">
                  <c:v>3.0229225919828022</c:v>
                </c:pt>
                <c:pt idx="18108">
                  <c:v>3.0215382646750211</c:v>
                </c:pt>
                <c:pt idx="18109">
                  <c:v>3.0204026940105613</c:v>
                </c:pt>
                <c:pt idx="18110">
                  <c:v>3.0214974023869035</c:v>
                </c:pt>
                <c:pt idx="18111">
                  <c:v>3.0236833641862093</c:v>
                </c:pt>
                <c:pt idx="18112">
                  <c:v>3.0243884732518365</c:v>
                </c:pt>
                <c:pt idx="18113">
                  <c:v>3.0227657968146184</c:v>
                </c:pt>
                <c:pt idx="18114">
                  <c:v>3.0207774071641231</c:v>
                </c:pt>
                <c:pt idx="18115">
                  <c:v>3.0218912670721618</c:v>
                </c:pt>
                <c:pt idx="18116">
                  <c:v>3.0231518985182091</c:v>
                </c:pt>
                <c:pt idx="18117">
                  <c:v>3.0229702362164423</c:v>
                </c:pt>
                <c:pt idx="18118">
                  <c:v>3.0215361319877498</c:v>
                </c:pt>
                <c:pt idx="18119">
                  <c:v>3.0212576030301221</c:v>
                </c:pt>
                <c:pt idx="18120">
                  <c:v>3.0220979671224932</c:v>
                </c:pt>
                <c:pt idx="18121">
                  <c:v>3.0206472279330847</c:v>
                </c:pt>
                <c:pt idx="18122">
                  <c:v>3.0169601955247689</c:v>
                </c:pt>
                <c:pt idx="18123">
                  <c:v>3.0153895140032247</c:v>
                </c:pt>
                <c:pt idx="18124">
                  <c:v>3.0161483667880877</c:v>
                </c:pt>
                <c:pt idx="18125">
                  <c:v>3.0153094529230611</c:v>
                </c:pt>
                <c:pt idx="18126">
                  <c:v>3.0156354981530926</c:v>
                </c:pt>
                <c:pt idx="18127">
                  <c:v>3.0187741740102196</c:v>
                </c:pt>
                <c:pt idx="18128">
                  <c:v>3.0220032758076485</c:v>
                </c:pt>
                <c:pt idx="18129">
                  <c:v>3.0226243569947879</c:v>
                </c:pt>
                <c:pt idx="18130">
                  <c:v>3.0224088702728986</c:v>
                </c:pt>
                <c:pt idx="18131">
                  <c:v>3.0208163500336966</c:v>
                </c:pt>
                <c:pt idx="18132">
                  <c:v>3.022317463296452</c:v>
                </c:pt>
                <c:pt idx="18133">
                  <c:v>3.0230787473448042</c:v>
                </c:pt>
                <c:pt idx="18134">
                  <c:v>3.0226365986197248</c:v>
                </c:pt>
                <c:pt idx="18135">
                  <c:v>3.0224462349538914</c:v>
                </c:pt>
                <c:pt idx="18136">
                  <c:v>3.0219565699564077</c:v>
                </c:pt>
                <c:pt idx="18137">
                  <c:v>3.0220084369108453</c:v>
                </c:pt>
                <c:pt idx="18138">
                  <c:v>3.0234718016088991</c:v>
                </c:pt>
                <c:pt idx="18139">
                  <c:v>3.0242824360407088</c:v>
                </c:pt>
                <c:pt idx="18140">
                  <c:v>3.0231688747088881</c:v>
                </c:pt>
                <c:pt idx="18141">
                  <c:v>3.0225608455678494</c:v>
                </c:pt>
                <c:pt idx="18142">
                  <c:v>3.0224918318077512</c:v>
                </c:pt>
                <c:pt idx="18143">
                  <c:v>3.0243024406473134</c:v>
                </c:pt>
                <c:pt idx="18144">
                  <c:v>3.0260468082202299</c:v>
                </c:pt>
                <c:pt idx="18145">
                  <c:v>3.0242442609385529</c:v>
                </c:pt>
                <c:pt idx="18146">
                  <c:v>3.0213053325712531</c:v>
                </c:pt>
                <c:pt idx="18147">
                  <c:v>3.019762034754272</c:v>
                </c:pt>
                <c:pt idx="18148">
                  <c:v>3.0194680224870547</c:v>
                </c:pt>
                <c:pt idx="18149">
                  <c:v>3.0199129010518413</c:v>
                </c:pt>
                <c:pt idx="18150">
                  <c:v>3.02164643457342</c:v>
                </c:pt>
                <c:pt idx="18151">
                  <c:v>3.0242705356457349</c:v>
                </c:pt>
                <c:pt idx="18152">
                  <c:v>3.0246839357463977</c:v>
                </c:pt>
                <c:pt idx="18153">
                  <c:v>3.0220073279134643</c:v>
                </c:pt>
                <c:pt idx="18154">
                  <c:v>3.0204771674500739</c:v>
                </c:pt>
                <c:pt idx="18155">
                  <c:v>3.0198594559088234</c:v>
                </c:pt>
                <c:pt idx="18156">
                  <c:v>3.0196732296562963</c:v>
                </c:pt>
                <c:pt idx="18157">
                  <c:v>3.0178015406532848</c:v>
                </c:pt>
                <c:pt idx="18158">
                  <c:v>3.0156699623793966</c:v>
                </c:pt>
                <c:pt idx="18159">
                  <c:v>3.0165309282308082</c:v>
                </c:pt>
                <c:pt idx="18160">
                  <c:v>3.0171578956348157</c:v>
                </c:pt>
                <c:pt idx="18161">
                  <c:v>3.0174910640403332</c:v>
                </c:pt>
                <c:pt idx="18162">
                  <c:v>3.0180326386459995</c:v>
                </c:pt>
                <c:pt idx="18163">
                  <c:v>3.0190730488044153</c:v>
                </c:pt>
                <c:pt idx="18164">
                  <c:v>3.0188200694402973</c:v>
                </c:pt>
                <c:pt idx="18165">
                  <c:v>3.0193810515001323</c:v>
                </c:pt>
                <c:pt idx="18166">
                  <c:v>3.018187301126912</c:v>
                </c:pt>
                <c:pt idx="18167">
                  <c:v>3.0182305946785188</c:v>
                </c:pt>
                <c:pt idx="18168">
                  <c:v>3.0175214335070764</c:v>
                </c:pt>
                <c:pt idx="18169">
                  <c:v>3.0172497291487166</c:v>
                </c:pt>
                <c:pt idx="18170">
                  <c:v>3.017489741774225</c:v>
                </c:pt>
                <c:pt idx="18171">
                  <c:v>3.0162282572532693</c:v>
                </c:pt>
                <c:pt idx="18172">
                  <c:v>3.0177326548544228</c:v>
                </c:pt>
                <c:pt idx="18173">
                  <c:v>3.0195241548160343</c:v>
                </c:pt>
                <c:pt idx="18174">
                  <c:v>3.01879375207937</c:v>
                </c:pt>
                <c:pt idx="18175">
                  <c:v>3.0191994318521109</c:v>
                </c:pt>
                <c:pt idx="18176">
                  <c:v>3.0211081869598968</c:v>
                </c:pt>
                <c:pt idx="18177">
                  <c:v>3.0213549388771828</c:v>
                </c:pt>
                <c:pt idx="18178">
                  <c:v>3.021477611049026</c:v>
                </c:pt>
                <c:pt idx="18179">
                  <c:v>3.0205983893945727</c:v>
                </c:pt>
                <c:pt idx="18180">
                  <c:v>3.0190306936352083</c:v>
                </c:pt>
                <c:pt idx="18181">
                  <c:v>3.0183580440698496</c:v>
                </c:pt>
                <c:pt idx="18182">
                  <c:v>3.0190898117263676</c:v>
                </c:pt>
                <c:pt idx="18183">
                  <c:v>3.0187011507980515</c:v>
                </c:pt>
                <c:pt idx="18184">
                  <c:v>3.0201839656040197</c:v>
                </c:pt>
                <c:pt idx="18185">
                  <c:v>3.021372597527789</c:v>
                </c:pt>
                <c:pt idx="18186">
                  <c:v>3.0205741194134257</c:v>
                </c:pt>
                <c:pt idx="18187">
                  <c:v>3.0205435366779558</c:v>
                </c:pt>
                <c:pt idx="18188">
                  <c:v>3.0207983074993816</c:v>
                </c:pt>
                <c:pt idx="18189">
                  <c:v>3.0201969749963746</c:v>
                </c:pt>
                <c:pt idx="18190">
                  <c:v>3.0212201103878931</c:v>
                </c:pt>
                <c:pt idx="18191">
                  <c:v>3.0213148870102282</c:v>
                </c:pt>
                <c:pt idx="18192">
                  <c:v>3.0206718817979406</c:v>
                </c:pt>
                <c:pt idx="18193">
                  <c:v>3.0199236497956887</c:v>
                </c:pt>
                <c:pt idx="18194">
                  <c:v>3.0186039429122271</c:v>
                </c:pt>
                <c:pt idx="18195">
                  <c:v>3.0170029772314306</c:v>
                </c:pt>
                <c:pt idx="18196">
                  <c:v>3.0175686085495168</c:v>
                </c:pt>
                <c:pt idx="18197">
                  <c:v>3.0225770539911108</c:v>
                </c:pt>
                <c:pt idx="18198">
                  <c:v>3.0268398266551788</c:v>
                </c:pt>
                <c:pt idx="18199">
                  <c:v>3.0260541446644429</c:v>
                </c:pt>
                <c:pt idx="18200">
                  <c:v>3.022627172141986</c:v>
                </c:pt>
                <c:pt idx="18201">
                  <c:v>3.0181344957900755</c:v>
                </c:pt>
                <c:pt idx="18202">
                  <c:v>3.0180133591530671</c:v>
                </c:pt>
                <c:pt idx="18203">
                  <c:v>3.0196127466452829</c:v>
                </c:pt>
                <c:pt idx="18204">
                  <c:v>3.0224828318674661</c:v>
                </c:pt>
                <c:pt idx="18205">
                  <c:v>3.0238071453554336</c:v>
                </c:pt>
                <c:pt idx="18206">
                  <c:v>3.0220312140109025</c:v>
                </c:pt>
                <c:pt idx="18207">
                  <c:v>3.0203797889492678</c:v>
                </c:pt>
                <c:pt idx="18208">
                  <c:v>3.0196864523173779</c:v>
                </c:pt>
                <c:pt idx="18209">
                  <c:v>3.0217671020192283</c:v>
                </c:pt>
                <c:pt idx="18210">
                  <c:v>3.0242248534843843</c:v>
                </c:pt>
                <c:pt idx="18211">
                  <c:v>3.0236140518498931</c:v>
                </c:pt>
                <c:pt idx="18212">
                  <c:v>3.0197549968862765</c:v>
                </c:pt>
                <c:pt idx="18213">
                  <c:v>3.0162166127807684</c:v>
                </c:pt>
                <c:pt idx="18214">
                  <c:v>3.0169895413016219</c:v>
                </c:pt>
                <c:pt idx="18215">
                  <c:v>3.018511384284654</c:v>
                </c:pt>
                <c:pt idx="18216">
                  <c:v>3.0199336307721181</c:v>
                </c:pt>
                <c:pt idx="18217">
                  <c:v>3.0202663299864363</c:v>
                </c:pt>
                <c:pt idx="18218">
                  <c:v>3.0188249319672762</c:v>
                </c:pt>
                <c:pt idx="18219">
                  <c:v>3.0190004947834468</c:v>
                </c:pt>
                <c:pt idx="18220">
                  <c:v>3.0194641409962211</c:v>
                </c:pt>
                <c:pt idx="18221">
                  <c:v>3.0202471358009948</c:v>
                </c:pt>
                <c:pt idx="18222">
                  <c:v>3.0199013845405767</c:v>
                </c:pt>
                <c:pt idx="18223">
                  <c:v>3.0193195021454833</c:v>
                </c:pt>
                <c:pt idx="18224">
                  <c:v>3.0187419704324236</c:v>
                </c:pt>
                <c:pt idx="18225">
                  <c:v>3.0168152154440682</c:v>
                </c:pt>
                <c:pt idx="18226">
                  <c:v>3.0169003096661919</c:v>
                </c:pt>
                <c:pt idx="18227">
                  <c:v>3.0180737995103351</c:v>
                </c:pt>
                <c:pt idx="18228">
                  <c:v>3.0203905376931148</c:v>
                </c:pt>
                <c:pt idx="18229">
                  <c:v>3.0199281284389583</c:v>
                </c:pt>
                <c:pt idx="18230">
                  <c:v>3.0190103477986403</c:v>
                </c:pt>
                <c:pt idx="18231">
                  <c:v>3.0182540968922482</c:v>
                </c:pt>
                <c:pt idx="18232">
                  <c:v>3.0170643133173525</c:v>
                </c:pt>
                <c:pt idx="18233">
                  <c:v>3.0156237683731009</c:v>
                </c:pt>
                <c:pt idx="18234">
                  <c:v>3.0145772587290889</c:v>
                </c:pt>
                <c:pt idx="18235">
                  <c:v>3.0125616133352668</c:v>
                </c:pt>
                <c:pt idx="18236">
                  <c:v>3.0123719321293603</c:v>
                </c:pt>
                <c:pt idx="18237">
                  <c:v>3.015215785298107</c:v>
                </c:pt>
                <c:pt idx="18238">
                  <c:v>3.0188688653250644</c:v>
                </c:pt>
                <c:pt idx="18239">
                  <c:v>3.019446695614342</c:v>
                </c:pt>
                <c:pt idx="18240">
                  <c:v>3.0189484572140279</c:v>
                </c:pt>
                <c:pt idx="18241">
                  <c:v>3.0195507707531797</c:v>
                </c:pt>
                <c:pt idx="18242">
                  <c:v>3.0181727561997218</c:v>
                </c:pt>
                <c:pt idx="18243">
                  <c:v>3.0156543511085707</c:v>
                </c:pt>
                <c:pt idx="18244">
                  <c:v>3.0169445416001981</c:v>
                </c:pt>
                <c:pt idx="18245">
                  <c:v>3.0188109415387765</c:v>
                </c:pt>
                <c:pt idx="18246">
                  <c:v>3.0197680915861222</c:v>
                </c:pt>
                <c:pt idx="18247">
                  <c:v>3.0214939047797786</c:v>
                </c:pt>
                <c:pt idx="18248">
                  <c:v>3.0216448563848393</c:v>
                </c:pt>
                <c:pt idx="18249">
                  <c:v>3.0211423526099828</c:v>
                </c:pt>
                <c:pt idx="18250">
                  <c:v>3.0179067674432494</c:v>
                </c:pt>
                <c:pt idx="18251">
                  <c:v>3.0173199372136867</c:v>
                </c:pt>
                <c:pt idx="18252">
                  <c:v>3.0162653233580441</c:v>
                </c:pt>
                <c:pt idx="18253">
                  <c:v>3.0171443743975157</c:v>
                </c:pt>
                <c:pt idx="18254">
                  <c:v>3.0198610340974041</c:v>
                </c:pt>
                <c:pt idx="18255">
                  <c:v>3.019007703266424</c:v>
                </c:pt>
                <c:pt idx="18256">
                  <c:v>3.0168496796703717</c:v>
                </c:pt>
                <c:pt idx="18257">
                  <c:v>3.0182003105192665</c:v>
                </c:pt>
                <c:pt idx="18258">
                  <c:v>3.0198857732697508</c:v>
                </c:pt>
                <c:pt idx="18259">
                  <c:v>3.0191106267541352</c:v>
                </c:pt>
                <c:pt idx="18260">
                  <c:v>3.0193077723654915</c:v>
                </c:pt>
                <c:pt idx="18261">
                  <c:v>3.0202650503740736</c:v>
                </c:pt>
                <c:pt idx="18262">
                  <c:v>3.0211762623375957</c:v>
                </c:pt>
                <c:pt idx="18263">
                  <c:v>3.0212502665859091</c:v>
                </c:pt>
                <c:pt idx="18264">
                  <c:v>3.0186686486440375</c:v>
                </c:pt>
                <c:pt idx="18265">
                  <c:v>3.0164530424916611</c:v>
                </c:pt>
                <c:pt idx="18266">
                  <c:v>3.0158256058964539</c:v>
                </c:pt>
                <c:pt idx="18267">
                  <c:v>3.0172234544415346</c:v>
                </c:pt>
                <c:pt idx="18268">
                  <c:v>3.0199986350801464</c:v>
                </c:pt>
                <c:pt idx="18269">
                  <c:v>3.0234298303234008</c:v>
                </c:pt>
                <c:pt idx="18270">
                  <c:v>3.0262288544057054</c:v>
                </c:pt>
                <c:pt idx="18271">
                  <c:v>3.0257211468739071</c:v>
                </c:pt>
                <c:pt idx="18272">
                  <c:v>3.0249161853902393</c:v>
                </c:pt>
                <c:pt idx="18273">
                  <c:v>3.0249248441005605</c:v>
                </c:pt>
                <c:pt idx="18274">
                  <c:v>3.0239183863235031</c:v>
                </c:pt>
                <c:pt idx="18275">
                  <c:v>3.022018247272293</c:v>
                </c:pt>
                <c:pt idx="18276">
                  <c:v>3.0198586028339149</c:v>
                </c:pt>
                <c:pt idx="18277">
                  <c:v>3.01951869513662</c:v>
                </c:pt>
                <c:pt idx="18278">
                  <c:v>3.020864420804791</c:v>
                </c:pt>
                <c:pt idx="18279">
                  <c:v>3.0207261373621219</c:v>
                </c:pt>
                <c:pt idx="18280">
                  <c:v>3.0199709527993654</c:v>
                </c:pt>
                <c:pt idx="18281">
                  <c:v>3.0225177226312243</c:v>
                </c:pt>
                <c:pt idx="18282">
                  <c:v>3.0218303575236942</c:v>
                </c:pt>
                <c:pt idx="18283">
                  <c:v>3.0180725198979723</c:v>
                </c:pt>
                <c:pt idx="18284">
                  <c:v>3.0144324919171153</c:v>
                </c:pt>
                <c:pt idx="18285">
                  <c:v>3.0141337450841559</c:v>
                </c:pt>
                <c:pt idx="18286">
                  <c:v>3.0150108767050834</c:v>
                </c:pt>
                <c:pt idx="18287">
                  <c:v>3.0159948986120471</c:v>
                </c:pt>
                <c:pt idx="18288">
                  <c:v>3.0174500737909797</c:v>
                </c:pt>
                <c:pt idx="18289">
                  <c:v>3.0186180613019631</c:v>
                </c:pt>
                <c:pt idx="18290">
                  <c:v>3.020907629048907</c:v>
                </c:pt>
                <c:pt idx="18291">
                  <c:v>3.022854090067649</c:v>
                </c:pt>
                <c:pt idx="18292">
                  <c:v>3.0231430691929058</c:v>
                </c:pt>
                <c:pt idx="18293">
                  <c:v>3.0218650776724703</c:v>
                </c:pt>
                <c:pt idx="18294">
                  <c:v>3.0195866425530826</c:v>
                </c:pt>
                <c:pt idx="18295">
                  <c:v>3.0202557518575706</c:v>
                </c:pt>
                <c:pt idx="18296">
                  <c:v>3.0211572814208814</c:v>
                </c:pt>
                <c:pt idx="18297">
                  <c:v>3.0207500234595601</c:v>
                </c:pt>
                <c:pt idx="18298">
                  <c:v>3.0217732868123148</c:v>
                </c:pt>
                <c:pt idx="18299">
                  <c:v>3.0241731144911834</c:v>
                </c:pt>
                <c:pt idx="18300">
                  <c:v>3.0248273376385182</c:v>
                </c:pt>
                <c:pt idx="18301">
                  <c:v>3.0261307081374818</c:v>
                </c:pt>
                <c:pt idx="18302">
                  <c:v>3.0266120130008618</c:v>
                </c:pt>
                <c:pt idx="18303">
                  <c:v>3.0256620287827474</c:v>
                </c:pt>
                <c:pt idx="18304">
                  <c:v>3.0224822347150302</c:v>
                </c:pt>
                <c:pt idx="18305">
                  <c:v>3.0214525733004614</c:v>
                </c:pt>
                <c:pt idx="18306">
                  <c:v>3.0224667940591865</c:v>
                </c:pt>
                <c:pt idx="18307">
                  <c:v>3.0214988099605025</c:v>
                </c:pt>
                <c:pt idx="18308">
                  <c:v>3.0212801668614522</c:v>
                </c:pt>
                <c:pt idx="18309">
                  <c:v>3.0223016814106445</c:v>
                </c:pt>
                <c:pt idx="18310">
                  <c:v>3.0207967293108009</c:v>
                </c:pt>
                <c:pt idx="18311">
                  <c:v>3.0198862424609505</c:v>
                </c:pt>
                <c:pt idx="18312">
                  <c:v>3.0217826279825633</c:v>
                </c:pt>
                <c:pt idx="18313">
                  <c:v>3.0245137046484052</c:v>
                </c:pt>
                <c:pt idx="18314">
                  <c:v>3.02447459116385</c:v>
                </c:pt>
                <c:pt idx="18315">
                  <c:v>3.0203490782525613</c:v>
                </c:pt>
                <c:pt idx="18316">
                  <c:v>3.0173360603294577</c:v>
                </c:pt>
                <c:pt idx="18317">
                  <c:v>3.0182556324270835</c:v>
                </c:pt>
                <c:pt idx="18318">
                  <c:v>3.0175415234211718</c:v>
                </c:pt>
                <c:pt idx="18319">
                  <c:v>3.0159741262380249</c:v>
                </c:pt>
                <c:pt idx="18320">
                  <c:v>3.0153956561425659</c:v>
                </c:pt>
                <c:pt idx="18321">
                  <c:v>3.0164499287682451</c:v>
                </c:pt>
                <c:pt idx="18322">
                  <c:v>3.018292911800585</c:v>
                </c:pt>
                <c:pt idx="18323">
                  <c:v>3.0195126383047697</c:v>
                </c:pt>
                <c:pt idx="18324">
                  <c:v>3.0203098794605152</c:v>
                </c:pt>
                <c:pt idx="18325">
                  <c:v>3.0224226474326712</c:v>
                </c:pt>
                <c:pt idx="18326">
                  <c:v>3.0210431826518684</c:v>
                </c:pt>
                <c:pt idx="18327">
                  <c:v>3.0177981283536508</c:v>
                </c:pt>
                <c:pt idx="18328">
                  <c:v>3.0166530885577063</c:v>
                </c:pt>
                <c:pt idx="18329">
                  <c:v>3.0189635566399087</c:v>
                </c:pt>
                <c:pt idx="18330">
                  <c:v>3.0194440937358711</c:v>
                </c:pt>
                <c:pt idx="18331">
                  <c:v>3.0165516152973391</c:v>
                </c:pt>
                <c:pt idx="18332">
                  <c:v>3.0144374397515845</c:v>
                </c:pt>
                <c:pt idx="18333">
                  <c:v>3.0178441943987102</c:v>
                </c:pt>
                <c:pt idx="18334">
                  <c:v>3.0207521561468313</c:v>
                </c:pt>
                <c:pt idx="18335">
                  <c:v>3.0194822688380265</c:v>
                </c:pt>
                <c:pt idx="18336">
                  <c:v>3.0188279177294559</c:v>
                </c:pt>
                <c:pt idx="18337">
                  <c:v>3.0213137353591017</c:v>
                </c:pt>
                <c:pt idx="18338">
                  <c:v>3.0219591718348786</c:v>
                </c:pt>
                <c:pt idx="18339">
                  <c:v>3.0197402386903596</c:v>
                </c:pt>
                <c:pt idx="18340">
                  <c:v>3.0194124873105106</c:v>
                </c:pt>
                <c:pt idx="18341">
                  <c:v>3.0192755687876951</c:v>
                </c:pt>
                <c:pt idx="18342">
                  <c:v>3.0195469319160915</c:v>
                </c:pt>
                <c:pt idx="18343">
                  <c:v>3.0217862535509243</c:v>
                </c:pt>
                <c:pt idx="18344">
                  <c:v>3.0238856282470166</c:v>
                </c:pt>
                <c:pt idx="18345">
                  <c:v>3.024103887462358</c:v>
                </c:pt>
                <c:pt idx="18346">
                  <c:v>3.0231890499304743</c:v>
                </c:pt>
                <c:pt idx="18347">
                  <c:v>3.0246320261382151</c:v>
                </c:pt>
                <c:pt idx="18348">
                  <c:v>3.025293287153545</c:v>
                </c:pt>
                <c:pt idx="18349">
                  <c:v>3.0258825913003422</c:v>
                </c:pt>
                <c:pt idx="18350">
                  <c:v>3.0251671173745764</c:v>
                </c:pt>
                <c:pt idx="18351">
                  <c:v>3.0213545549934739</c:v>
                </c:pt>
                <c:pt idx="18352">
                  <c:v>3.0200814686537627</c:v>
                </c:pt>
                <c:pt idx="18353">
                  <c:v>3.0220813748155226</c:v>
                </c:pt>
                <c:pt idx="18354">
                  <c:v>3.0224540832430495</c:v>
                </c:pt>
                <c:pt idx="18355">
                  <c:v>3.0215159567661636</c:v>
                </c:pt>
                <c:pt idx="18356">
                  <c:v>3.0207318103102634</c:v>
                </c:pt>
                <c:pt idx="18357">
                  <c:v>3.0192278392465641</c:v>
                </c:pt>
                <c:pt idx="18358">
                  <c:v>3.0186544876005561</c:v>
                </c:pt>
                <c:pt idx="18359">
                  <c:v>3.019555078781468</c:v>
                </c:pt>
                <c:pt idx="18360">
                  <c:v>3.0213464507818433</c:v>
                </c:pt>
                <c:pt idx="18361">
                  <c:v>3.0243105875126894</c:v>
                </c:pt>
                <c:pt idx="18362">
                  <c:v>3.0260215998566835</c:v>
                </c:pt>
                <c:pt idx="18363">
                  <c:v>3.0252374960545287</c:v>
                </c:pt>
                <c:pt idx="18364">
                  <c:v>3.0248818917789171</c:v>
                </c:pt>
                <c:pt idx="18365">
                  <c:v>3.0220812042005409</c:v>
                </c:pt>
                <c:pt idx="18366">
                  <c:v>3.0211768168362862</c:v>
                </c:pt>
                <c:pt idx="18367">
                  <c:v>3.0246937034541004</c:v>
                </c:pt>
                <c:pt idx="18368">
                  <c:v>3.0259376999394316</c:v>
                </c:pt>
                <c:pt idx="18369">
                  <c:v>3.0247508594729702</c:v>
                </c:pt>
                <c:pt idx="18370">
                  <c:v>3.0214019859583869</c:v>
                </c:pt>
                <c:pt idx="18371">
                  <c:v>3.0196152632162629</c:v>
                </c:pt>
                <c:pt idx="18372">
                  <c:v>3.021164233981386</c:v>
                </c:pt>
                <c:pt idx="18373">
                  <c:v>3.0225699308156249</c:v>
                </c:pt>
                <c:pt idx="18374">
                  <c:v>3.02131757419619</c:v>
                </c:pt>
                <c:pt idx="18375">
                  <c:v>3.0218241727306077</c:v>
                </c:pt>
                <c:pt idx="18376">
                  <c:v>3.0246174385572799</c:v>
                </c:pt>
                <c:pt idx="18377">
                  <c:v>3.0240184946640163</c:v>
                </c:pt>
                <c:pt idx="18378">
                  <c:v>3.0217101592690856</c:v>
                </c:pt>
                <c:pt idx="18379">
                  <c:v>3.0195706047448025</c:v>
                </c:pt>
                <c:pt idx="18380">
                  <c:v>3.0192986018102248</c:v>
                </c:pt>
                <c:pt idx="18381">
                  <c:v>3.0191428729856771</c:v>
                </c:pt>
                <c:pt idx="18382">
                  <c:v>3.0196707557390616</c:v>
                </c:pt>
                <c:pt idx="18383">
                  <c:v>3.017671830613446</c:v>
                </c:pt>
                <c:pt idx="18384">
                  <c:v>3.0152788275338458</c:v>
                </c:pt>
                <c:pt idx="18385">
                  <c:v>3.0151657098009776</c:v>
                </c:pt>
                <c:pt idx="18386">
                  <c:v>3.0155842283510914</c:v>
                </c:pt>
                <c:pt idx="18387">
                  <c:v>3.018025856700477</c:v>
                </c:pt>
                <c:pt idx="18388">
                  <c:v>3.0202472637622311</c:v>
                </c:pt>
                <c:pt idx="18389">
                  <c:v>3.0206251759466998</c:v>
                </c:pt>
                <c:pt idx="18390">
                  <c:v>3.0203733482337083</c:v>
                </c:pt>
                <c:pt idx="18391">
                  <c:v>3.0187163781851685</c:v>
                </c:pt>
                <c:pt idx="18392">
                  <c:v>3.0179754399733842</c:v>
                </c:pt>
                <c:pt idx="18393">
                  <c:v>3.0193270945121693</c:v>
                </c:pt>
                <c:pt idx="18394">
                  <c:v>3.0216466478421471</c:v>
                </c:pt>
                <c:pt idx="18395">
                  <c:v>3.0232459073731266</c:v>
                </c:pt>
                <c:pt idx="18396">
                  <c:v>3.0249001902357047</c:v>
                </c:pt>
                <c:pt idx="18397">
                  <c:v>3.023329807290378</c:v>
                </c:pt>
                <c:pt idx="18398">
                  <c:v>3.0202967847606699</c:v>
                </c:pt>
                <c:pt idx="18399">
                  <c:v>3.0223782022299379</c:v>
                </c:pt>
                <c:pt idx="18400">
                  <c:v>3.0255465650938809</c:v>
                </c:pt>
                <c:pt idx="18401">
                  <c:v>3.0246631633723755</c:v>
                </c:pt>
                <c:pt idx="18402">
                  <c:v>3.0227170009298518</c:v>
                </c:pt>
                <c:pt idx="18403">
                  <c:v>3.0218966840978307</c:v>
                </c:pt>
                <c:pt idx="18404">
                  <c:v>3.0207449050101087</c:v>
                </c:pt>
                <c:pt idx="18405">
                  <c:v>3.0203280499560665</c:v>
                </c:pt>
                <c:pt idx="18406">
                  <c:v>3.021723765813876</c:v>
                </c:pt>
                <c:pt idx="18407">
                  <c:v>3.0240759066053591</c:v>
                </c:pt>
                <c:pt idx="18408">
                  <c:v>3.0257679806863842</c:v>
                </c:pt>
                <c:pt idx="18409">
                  <c:v>3.0256598534417307</c:v>
                </c:pt>
                <c:pt idx="18410">
                  <c:v>3.0243604923948371</c:v>
                </c:pt>
                <c:pt idx="18411">
                  <c:v>3.0231244721599002</c:v>
                </c:pt>
                <c:pt idx="18412">
                  <c:v>3.0245520077117973</c:v>
                </c:pt>
                <c:pt idx="18413">
                  <c:v>3.0238229698949866</c:v>
                </c:pt>
                <c:pt idx="18414">
                  <c:v>3.0240255325320118</c:v>
                </c:pt>
                <c:pt idx="18415">
                  <c:v>3.0239782721820805</c:v>
                </c:pt>
                <c:pt idx="18416">
                  <c:v>3.0252242307397013</c:v>
                </c:pt>
                <c:pt idx="18417">
                  <c:v>3.0265432551632361</c:v>
                </c:pt>
                <c:pt idx="18418">
                  <c:v>3.0260601161888023</c:v>
                </c:pt>
                <c:pt idx="18419">
                  <c:v>3.0232059408136629</c:v>
                </c:pt>
                <c:pt idx="18420">
                  <c:v>3.0235276780154066</c:v>
                </c:pt>
                <c:pt idx="18421">
                  <c:v>3.0253535568958312</c:v>
                </c:pt>
                <c:pt idx="18422">
                  <c:v>3.0245191643278195</c:v>
                </c:pt>
                <c:pt idx="18423">
                  <c:v>3.0230081980498706</c:v>
                </c:pt>
                <c:pt idx="18424">
                  <c:v>3.0220374414577345</c:v>
                </c:pt>
                <c:pt idx="18425">
                  <c:v>3.0200659853441731</c:v>
                </c:pt>
                <c:pt idx="18426">
                  <c:v>3.019359767281165</c:v>
                </c:pt>
                <c:pt idx="18427">
                  <c:v>3.0197814422084401</c:v>
                </c:pt>
                <c:pt idx="18428">
                  <c:v>3.0188980831406806</c:v>
                </c:pt>
                <c:pt idx="18429">
                  <c:v>3.0164773551265536</c:v>
                </c:pt>
                <c:pt idx="18430">
                  <c:v>3.0154355373945387</c:v>
                </c:pt>
                <c:pt idx="18431">
                  <c:v>3.0156109295957276</c:v>
                </c:pt>
                <c:pt idx="18432">
                  <c:v>3.0165866766760789</c:v>
                </c:pt>
                <c:pt idx="18433">
                  <c:v>3.0181780452641545</c:v>
                </c:pt>
                <c:pt idx="18434">
                  <c:v>3.0200092985165026</c:v>
                </c:pt>
                <c:pt idx="18435">
                  <c:v>3.0205098402190695</c:v>
                </c:pt>
                <c:pt idx="18436">
                  <c:v>3.0203490782525613</c:v>
                </c:pt>
                <c:pt idx="18437">
                  <c:v>3.0203279646485757</c:v>
                </c:pt>
                <c:pt idx="18438">
                  <c:v>3.0174226047789254</c:v>
                </c:pt>
                <c:pt idx="18439">
                  <c:v>3.0162136270185886</c:v>
                </c:pt>
                <c:pt idx="18440">
                  <c:v>3.018427868251111</c:v>
                </c:pt>
                <c:pt idx="18441">
                  <c:v>3.0210296187608234</c:v>
                </c:pt>
                <c:pt idx="18442">
                  <c:v>3.0212108545251359</c:v>
                </c:pt>
                <c:pt idx="18443">
                  <c:v>3.0202168942954879</c:v>
                </c:pt>
                <c:pt idx="18444">
                  <c:v>3.0191859959223017</c:v>
                </c:pt>
                <c:pt idx="18445">
                  <c:v>3.0173395579365825</c:v>
                </c:pt>
                <c:pt idx="18446">
                  <c:v>3.0141832660825947</c:v>
                </c:pt>
                <c:pt idx="18447">
                  <c:v>3.0144138095766189</c:v>
                </c:pt>
                <c:pt idx="18448">
                  <c:v>3.0190113288347851</c:v>
                </c:pt>
                <c:pt idx="18449">
                  <c:v>3.0230356670619245</c:v>
                </c:pt>
                <c:pt idx="18450">
                  <c:v>3.0257337297288074</c:v>
                </c:pt>
                <c:pt idx="18451">
                  <c:v>3.0250388575620826</c:v>
                </c:pt>
                <c:pt idx="18452">
                  <c:v>3.0217598935362515</c:v>
                </c:pt>
                <c:pt idx="18453">
                  <c:v>3.0197774327563702</c:v>
                </c:pt>
                <c:pt idx="18454">
                  <c:v>3.0207960041971287</c:v>
                </c:pt>
                <c:pt idx="18455">
                  <c:v>3.023695392542419</c:v>
                </c:pt>
                <c:pt idx="18456">
                  <c:v>3.023283272054119</c:v>
                </c:pt>
                <c:pt idx="18457">
                  <c:v>3.0225154193289714</c:v>
                </c:pt>
                <c:pt idx="18458">
                  <c:v>3.0188565383926362</c:v>
                </c:pt>
                <c:pt idx="18459">
                  <c:v>3.0148698207689617</c:v>
                </c:pt>
                <c:pt idx="18460">
                  <c:v>3.0146622249899764</c:v>
                </c:pt>
                <c:pt idx="18461">
                  <c:v>3.0158977760337136</c:v>
                </c:pt>
                <c:pt idx="18462">
                  <c:v>3.0168055756976022</c:v>
                </c:pt>
                <c:pt idx="18463">
                  <c:v>3.0183458450986582</c:v>
                </c:pt>
                <c:pt idx="18464">
                  <c:v>3.01757696868362</c:v>
                </c:pt>
                <c:pt idx="18465">
                  <c:v>3.016697277837967</c:v>
                </c:pt>
                <c:pt idx="18466">
                  <c:v>3.0192074934099962</c:v>
                </c:pt>
                <c:pt idx="18467">
                  <c:v>3.0220076691434277</c:v>
                </c:pt>
                <c:pt idx="18468">
                  <c:v>3.0233054946554856</c:v>
                </c:pt>
                <c:pt idx="18469">
                  <c:v>3.0243176253806845</c:v>
                </c:pt>
                <c:pt idx="18470">
                  <c:v>3.0244738233964323</c:v>
                </c:pt>
                <c:pt idx="18471">
                  <c:v>3.019788010885236</c:v>
                </c:pt>
                <c:pt idx="18472">
                  <c:v>3.0160405807733977</c:v>
                </c:pt>
                <c:pt idx="18473">
                  <c:v>3.014750816819225</c:v>
                </c:pt>
                <c:pt idx="18474">
                  <c:v>3.0154758878377108</c:v>
                </c:pt>
                <c:pt idx="18475">
                  <c:v>3.0165531508321748</c:v>
                </c:pt>
                <c:pt idx="18476">
                  <c:v>3.0184109347141774</c:v>
                </c:pt>
                <c:pt idx="18477">
                  <c:v>3.0196789879119286</c:v>
                </c:pt>
                <c:pt idx="18478">
                  <c:v>3.0182236421180142</c:v>
                </c:pt>
                <c:pt idx="18479">
                  <c:v>3.018076102812588</c:v>
                </c:pt>
                <c:pt idx="18480">
                  <c:v>3.0190111582198034</c:v>
                </c:pt>
                <c:pt idx="18481">
                  <c:v>3.0202404391629627</c:v>
                </c:pt>
                <c:pt idx="18482">
                  <c:v>3.0201151651126485</c:v>
                </c:pt>
                <c:pt idx="18483">
                  <c:v>3.0194283118500636</c:v>
                </c:pt>
                <c:pt idx="18484">
                  <c:v>3.0193680847615227</c:v>
                </c:pt>
                <c:pt idx="18485">
                  <c:v>3.019004589543008</c:v>
                </c:pt>
                <c:pt idx="18486">
                  <c:v>3.0201667334908677</c:v>
                </c:pt>
                <c:pt idx="18487">
                  <c:v>3.0210351210939832</c:v>
                </c:pt>
                <c:pt idx="18488">
                  <c:v>3.0181896470829104</c:v>
                </c:pt>
                <c:pt idx="18489">
                  <c:v>3.0170074985284456</c:v>
                </c:pt>
                <c:pt idx="18490">
                  <c:v>3.0154999018963857</c:v>
                </c:pt>
                <c:pt idx="18491">
                  <c:v>3.0133060065004309</c:v>
                </c:pt>
                <c:pt idx="18492">
                  <c:v>3.0124336520989909</c:v>
                </c:pt>
                <c:pt idx="18493">
                  <c:v>3.0141779343644166</c:v>
                </c:pt>
                <c:pt idx="18494">
                  <c:v>3.0172815488428038</c:v>
                </c:pt>
                <c:pt idx="18495">
                  <c:v>3.0192182421538436</c:v>
                </c:pt>
                <c:pt idx="18496">
                  <c:v>3.0213052046100168</c:v>
                </c:pt>
                <c:pt idx="18497">
                  <c:v>3.0237638518038268</c:v>
                </c:pt>
                <c:pt idx="18498">
                  <c:v>3.0240562858824633</c:v>
                </c:pt>
                <c:pt idx="18499">
                  <c:v>3.0245412589679499</c:v>
                </c:pt>
                <c:pt idx="18500">
                  <c:v>3.0243635208107622</c:v>
                </c:pt>
                <c:pt idx="18501">
                  <c:v>3.0218822671318768</c:v>
                </c:pt>
                <c:pt idx="18502">
                  <c:v>3.0208047482149407</c:v>
                </c:pt>
                <c:pt idx="18503">
                  <c:v>3.0220219581481449</c:v>
                </c:pt>
                <c:pt idx="18504">
                  <c:v>3.0220207211895276</c:v>
                </c:pt>
                <c:pt idx="18505">
                  <c:v>3.0193144690035232</c:v>
                </c:pt>
                <c:pt idx="18506">
                  <c:v>3.0187023877566688</c:v>
                </c:pt>
                <c:pt idx="18507">
                  <c:v>3.0184798631667848</c:v>
                </c:pt>
                <c:pt idx="18508">
                  <c:v>3.0146637605248117</c:v>
                </c:pt>
                <c:pt idx="18509">
                  <c:v>3.0124857749759006</c:v>
                </c:pt>
                <c:pt idx="18510">
                  <c:v>3.0128308011226466</c:v>
                </c:pt>
                <c:pt idx="18511">
                  <c:v>3.0147490253619171</c:v>
                </c:pt>
                <c:pt idx="18512">
                  <c:v>3.0161790774847939</c:v>
                </c:pt>
                <c:pt idx="18513">
                  <c:v>3.0160602441500388</c:v>
                </c:pt>
                <c:pt idx="18514">
                  <c:v>3.016710031307849</c:v>
                </c:pt>
                <c:pt idx="18515">
                  <c:v>3.0191849722324116</c:v>
                </c:pt>
                <c:pt idx="18516">
                  <c:v>3.0232100355732237</c:v>
                </c:pt>
                <c:pt idx="18517">
                  <c:v>3.0251038618701109</c:v>
                </c:pt>
                <c:pt idx="18518">
                  <c:v>3.0236345683014427</c:v>
                </c:pt>
                <c:pt idx="18519">
                  <c:v>3.0199503510403249</c:v>
                </c:pt>
                <c:pt idx="18520">
                  <c:v>3.0194620083089494</c:v>
                </c:pt>
                <c:pt idx="18521">
                  <c:v>3.0205523660032587</c:v>
                </c:pt>
                <c:pt idx="18522">
                  <c:v>3.0207164549619101</c:v>
                </c:pt>
                <c:pt idx="18523">
                  <c:v>3.0234631855523233</c:v>
                </c:pt>
                <c:pt idx="18524">
                  <c:v>3.0266004964895967</c:v>
                </c:pt>
                <c:pt idx="18525">
                  <c:v>3.0243776392004982</c:v>
                </c:pt>
                <c:pt idx="18526">
                  <c:v>3.0217874478557962</c:v>
                </c:pt>
                <c:pt idx="18527">
                  <c:v>3.0219160062445085</c:v>
                </c:pt>
                <c:pt idx="18528">
                  <c:v>3.0210573010416044</c:v>
                </c:pt>
                <c:pt idx="18529">
                  <c:v>3.0193724354435565</c:v>
                </c:pt>
                <c:pt idx="18530">
                  <c:v>3.020226406080718</c:v>
                </c:pt>
                <c:pt idx="18531">
                  <c:v>3.0223220699009579</c:v>
                </c:pt>
                <c:pt idx="18532">
                  <c:v>3.0222211084855362</c:v>
                </c:pt>
                <c:pt idx="18533">
                  <c:v>3.0209171408341366</c:v>
                </c:pt>
                <c:pt idx="18534">
                  <c:v>3.0220790715132697</c:v>
                </c:pt>
                <c:pt idx="18535">
                  <c:v>3.0238748795031691</c:v>
                </c:pt>
                <c:pt idx="18536">
                  <c:v>3.0236712931762537</c:v>
                </c:pt>
                <c:pt idx="18537">
                  <c:v>3.0211582198032811</c:v>
                </c:pt>
                <c:pt idx="18538">
                  <c:v>3.0213930286718478</c:v>
                </c:pt>
                <c:pt idx="18539">
                  <c:v>3.0235466589321209</c:v>
                </c:pt>
                <c:pt idx="18540">
                  <c:v>3.0239979782124666</c:v>
                </c:pt>
                <c:pt idx="18541">
                  <c:v>3.0244773210035572</c:v>
                </c:pt>
                <c:pt idx="18542">
                  <c:v>3.024085546351825</c:v>
                </c:pt>
                <c:pt idx="18543">
                  <c:v>3.0225465992168772</c:v>
                </c:pt>
                <c:pt idx="18544">
                  <c:v>3.0206821186968429</c:v>
                </c:pt>
                <c:pt idx="18545">
                  <c:v>3.0216412308164782</c:v>
                </c:pt>
                <c:pt idx="18546">
                  <c:v>3.0221059007191422</c:v>
                </c:pt>
                <c:pt idx="18547">
                  <c:v>3.0191935029814969</c:v>
                </c:pt>
                <c:pt idx="18548">
                  <c:v>3.0185821468483147</c:v>
                </c:pt>
                <c:pt idx="18549">
                  <c:v>3.0176405654180494</c:v>
                </c:pt>
                <c:pt idx="18550">
                  <c:v>3.0179309094631601</c:v>
                </c:pt>
                <c:pt idx="18551">
                  <c:v>3.0175505660152018</c:v>
                </c:pt>
                <c:pt idx="18552">
                  <c:v>3.01677379865726</c:v>
                </c:pt>
                <c:pt idx="18553">
                  <c:v>3.0158662122620989</c:v>
                </c:pt>
                <c:pt idx="18554">
                  <c:v>3.0165621507724594</c:v>
                </c:pt>
                <c:pt idx="18555">
                  <c:v>3.0163944788991923</c:v>
                </c:pt>
                <c:pt idx="18556">
                  <c:v>3.0159833821007824</c:v>
                </c:pt>
                <c:pt idx="18557">
                  <c:v>3.0192324031973246</c:v>
                </c:pt>
                <c:pt idx="18558">
                  <c:v>3.0232531585098488</c:v>
                </c:pt>
                <c:pt idx="18559">
                  <c:v>3.0266800030710699</c:v>
                </c:pt>
                <c:pt idx="18560">
                  <c:v>3.0276932854473952</c:v>
                </c:pt>
                <c:pt idx="18561">
                  <c:v>3.0275910444196104</c:v>
                </c:pt>
                <c:pt idx="18562">
                  <c:v>3.0258158808424969</c:v>
                </c:pt>
                <c:pt idx="18563">
                  <c:v>3.0240045895430079</c:v>
                </c:pt>
                <c:pt idx="18564">
                  <c:v>3.0242232752958036</c:v>
                </c:pt>
                <c:pt idx="18565">
                  <c:v>3.0229250232462914</c:v>
                </c:pt>
                <c:pt idx="18566">
                  <c:v>3.0198156931660169</c:v>
                </c:pt>
                <c:pt idx="18567">
                  <c:v>3.0186452743915444</c:v>
                </c:pt>
                <c:pt idx="18568">
                  <c:v>3.020117724337374</c:v>
                </c:pt>
                <c:pt idx="18569">
                  <c:v>3.0216745860454006</c:v>
                </c:pt>
                <c:pt idx="18570">
                  <c:v>3.023002908985438</c:v>
                </c:pt>
                <c:pt idx="18571">
                  <c:v>3.0227219061105757</c:v>
                </c:pt>
                <c:pt idx="18572">
                  <c:v>3.0209846190593996</c:v>
                </c:pt>
                <c:pt idx="18573">
                  <c:v>3.0217418510019365</c:v>
                </c:pt>
                <c:pt idx="18574">
                  <c:v>3.0230293969613471</c:v>
                </c:pt>
                <c:pt idx="18575">
                  <c:v>3.0231130836098719</c:v>
                </c:pt>
                <c:pt idx="18576">
                  <c:v>3.0193398053283058</c:v>
                </c:pt>
                <c:pt idx="18577">
                  <c:v>3.0149753034813989</c:v>
                </c:pt>
                <c:pt idx="18578">
                  <c:v>3.013765856529862</c:v>
                </c:pt>
                <c:pt idx="18579">
                  <c:v>3.0160964145261597</c:v>
                </c:pt>
                <c:pt idx="18580">
                  <c:v>3.0215447480443256</c:v>
                </c:pt>
                <c:pt idx="18581">
                  <c:v>3.0241867636897197</c:v>
                </c:pt>
                <c:pt idx="18582">
                  <c:v>3.022906042329577</c:v>
                </c:pt>
                <c:pt idx="18583">
                  <c:v>3.0218790254472245</c:v>
                </c:pt>
                <c:pt idx="18584">
                  <c:v>3.0209511358692405</c:v>
                </c:pt>
                <c:pt idx="18585">
                  <c:v>3.0198700340376887</c:v>
                </c:pt>
                <c:pt idx="18586">
                  <c:v>3.0202415908140896</c:v>
                </c:pt>
                <c:pt idx="18587">
                  <c:v>3.0180219325558979</c:v>
                </c:pt>
                <c:pt idx="18588">
                  <c:v>3.0195909932351159</c:v>
                </c:pt>
                <c:pt idx="18589">
                  <c:v>3.0218082202298184</c:v>
                </c:pt>
                <c:pt idx="18590">
                  <c:v>3.0200952031597894</c:v>
                </c:pt>
                <c:pt idx="18591">
                  <c:v>3.0180277761190211</c:v>
                </c:pt>
                <c:pt idx="18592">
                  <c:v>3.0175245472304923</c:v>
                </c:pt>
                <c:pt idx="18593">
                  <c:v>3.0172440135468297</c:v>
                </c:pt>
                <c:pt idx="18594">
                  <c:v>3.0149633177789341</c:v>
                </c:pt>
                <c:pt idx="18595">
                  <c:v>3.0143633501957807</c:v>
                </c:pt>
                <c:pt idx="18596">
                  <c:v>3.0152466239560494</c:v>
                </c:pt>
                <c:pt idx="18597">
                  <c:v>3.0163479436629332</c:v>
                </c:pt>
                <c:pt idx="18598">
                  <c:v>3.0155460959026814</c:v>
                </c:pt>
                <c:pt idx="18599">
                  <c:v>3.0154570348822332</c:v>
                </c:pt>
                <c:pt idx="18600">
                  <c:v>3.0183136415208618</c:v>
                </c:pt>
                <c:pt idx="18601">
                  <c:v>3.0235722511793761</c:v>
                </c:pt>
                <c:pt idx="18602">
                  <c:v>3.0260863055884939</c:v>
                </c:pt>
                <c:pt idx="18603">
                  <c:v>3.0253967651399472</c:v>
                </c:pt>
                <c:pt idx="18604">
                  <c:v>3.0226518686605872</c:v>
                </c:pt>
                <c:pt idx="18605">
                  <c:v>3.0184902706806684</c:v>
                </c:pt>
                <c:pt idx="18606">
                  <c:v>3.0176957167108842</c:v>
                </c:pt>
                <c:pt idx="18607">
                  <c:v>3.0180993491038448</c:v>
                </c:pt>
                <c:pt idx="18608">
                  <c:v>3.0179065541745222</c:v>
                </c:pt>
                <c:pt idx="18609">
                  <c:v>3.0173633587265298</c:v>
                </c:pt>
                <c:pt idx="18610">
                  <c:v>3.018416010509883</c:v>
                </c:pt>
                <c:pt idx="18611">
                  <c:v>3.0209121929996674</c:v>
                </c:pt>
                <c:pt idx="18612">
                  <c:v>3.0193201419516646</c:v>
                </c:pt>
                <c:pt idx="18613">
                  <c:v>3.015732663385172</c:v>
                </c:pt>
                <c:pt idx="18614">
                  <c:v>3.0155019919299115</c:v>
                </c:pt>
                <c:pt idx="18615">
                  <c:v>3.0197977359391928</c:v>
                </c:pt>
                <c:pt idx="18616">
                  <c:v>3.0211265280704298</c:v>
                </c:pt>
                <c:pt idx="18617">
                  <c:v>3.019720234083755</c:v>
                </c:pt>
                <c:pt idx="18618">
                  <c:v>3.0194326198783514</c:v>
                </c:pt>
                <c:pt idx="18619">
                  <c:v>3.0210636564496727</c:v>
                </c:pt>
                <c:pt idx="18620">
                  <c:v>3.0242419576363</c:v>
                </c:pt>
                <c:pt idx="18621">
                  <c:v>3.0245528181329604</c:v>
                </c:pt>
                <c:pt idx="18622">
                  <c:v>3.0235491328493556</c:v>
                </c:pt>
                <c:pt idx="18623">
                  <c:v>3.0235705023758137</c:v>
                </c:pt>
                <c:pt idx="18624">
                  <c:v>3.0213882514523602</c:v>
                </c:pt>
                <c:pt idx="18625">
                  <c:v>3.0203056567397182</c:v>
                </c:pt>
                <c:pt idx="18626">
                  <c:v>3.0204014997056889</c:v>
                </c:pt>
                <c:pt idx="18627">
                  <c:v>3.0230334917209079</c:v>
                </c:pt>
                <c:pt idx="18628">
                  <c:v>3.024873446337323</c:v>
                </c:pt>
                <c:pt idx="18629">
                  <c:v>3.022944174777987</c:v>
                </c:pt>
                <c:pt idx="18630">
                  <c:v>3.0224237137763068</c:v>
                </c:pt>
                <c:pt idx="18631">
                  <c:v>3.023216604250019</c:v>
                </c:pt>
                <c:pt idx="18632">
                  <c:v>3.0235894406387827</c:v>
                </c:pt>
                <c:pt idx="18633">
                  <c:v>3.0226531056192045</c:v>
                </c:pt>
                <c:pt idx="18634">
                  <c:v>3.0226092149151618</c:v>
                </c:pt>
                <c:pt idx="18635">
                  <c:v>3.0239586088054393</c:v>
                </c:pt>
                <c:pt idx="18636">
                  <c:v>3.0258723544014399</c:v>
                </c:pt>
                <c:pt idx="18637">
                  <c:v>3.0274557893928664</c:v>
                </c:pt>
                <c:pt idx="18638">
                  <c:v>3.0252390742431094</c:v>
                </c:pt>
                <c:pt idx="18639">
                  <c:v>3.0215808331129557</c:v>
                </c:pt>
                <c:pt idx="18640">
                  <c:v>3.0190321438625527</c:v>
                </c:pt>
                <c:pt idx="18641">
                  <c:v>3.0189160403675048</c:v>
                </c:pt>
                <c:pt idx="18642">
                  <c:v>3.0218449877583748</c:v>
                </c:pt>
                <c:pt idx="18643">
                  <c:v>3.0223679226772902</c:v>
                </c:pt>
                <c:pt idx="18644">
                  <c:v>3.0204164711703334</c:v>
                </c:pt>
                <c:pt idx="18645">
                  <c:v>3.0199199389198363</c:v>
                </c:pt>
                <c:pt idx="18646">
                  <c:v>3.0212881431118466</c:v>
                </c:pt>
                <c:pt idx="18647">
                  <c:v>3.0203216945479983</c:v>
                </c:pt>
                <c:pt idx="18648">
                  <c:v>3.0193640326557074</c:v>
                </c:pt>
                <c:pt idx="18649">
                  <c:v>3.0198376171911656</c:v>
                </c:pt>
                <c:pt idx="18650">
                  <c:v>3.0201967190739021</c:v>
                </c:pt>
                <c:pt idx="18651">
                  <c:v>3.0204493572080566</c:v>
                </c:pt>
                <c:pt idx="18652">
                  <c:v>3.0198647876270015</c:v>
                </c:pt>
                <c:pt idx="18653">
                  <c:v>3.0213609530552876</c:v>
                </c:pt>
                <c:pt idx="18654">
                  <c:v>3.0201240797454423</c:v>
                </c:pt>
                <c:pt idx="18655">
                  <c:v>3.0189032868976224</c:v>
                </c:pt>
                <c:pt idx="18656">
                  <c:v>3.0202361737884202</c:v>
                </c:pt>
                <c:pt idx="18657">
                  <c:v>3.0212570058776862</c:v>
                </c:pt>
                <c:pt idx="18658">
                  <c:v>3.0209165010279553</c:v>
                </c:pt>
                <c:pt idx="18659">
                  <c:v>3.0190004521297014</c:v>
                </c:pt>
                <c:pt idx="18660">
                  <c:v>3.0164709997184853</c:v>
                </c:pt>
                <c:pt idx="18661">
                  <c:v>3.0153095382305519</c:v>
                </c:pt>
                <c:pt idx="18662">
                  <c:v>3.0147918497223243</c:v>
                </c:pt>
                <c:pt idx="18663">
                  <c:v>3.0144836764116256</c:v>
                </c:pt>
                <c:pt idx="18664">
                  <c:v>3.0162392619195892</c:v>
                </c:pt>
                <c:pt idx="18665">
                  <c:v>3.0177051858423689</c:v>
                </c:pt>
                <c:pt idx="18666">
                  <c:v>3.0201747950487534</c:v>
                </c:pt>
                <c:pt idx="18667">
                  <c:v>3.021580363921756</c:v>
                </c:pt>
                <c:pt idx="18668">
                  <c:v>3.0212529537718709</c:v>
                </c:pt>
                <c:pt idx="18669">
                  <c:v>3.0205698966926287</c:v>
                </c:pt>
                <c:pt idx="18670">
                  <c:v>3.0184426264470283</c:v>
                </c:pt>
                <c:pt idx="18671">
                  <c:v>3.0179532173720176</c:v>
                </c:pt>
                <c:pt idx="18672">
                  <c:v>3.0186502648797591</c:v>
                </c:pt>
                <c:pt idx="18673">
                  <c:v>3.0208583213191949</c:v>
                </c:pt>
                <c:pt idx="18674">
                  <c:v>3.0218156846352677</c:v>
                </c:pt>
                <c:pt idx="18675">
                  <c:v>3.023470991187736</c:v>
                </c:pt>
                <c:pt idx="18676">
                  <c:v>3.0256861708026581</c:v>
                </c:pt>
                <c:pt idx="18677">
                  <c:v>3.0268018648217501</c:v>
                </c:pt>
                <c:pt idx="18678">
                  <c:v>3.0251091509345436</c:v>
                </c:pt>
                <c:pt idx="18679">
                  <c:v>3.0240847785844074</c:v>
                </c:pt>
                <c:pt idx="18680">
                  <c:v>3.0248560862629348</c:v>
                </c:pt>
                <c:pt idx="18681">
                  <c:v>3.0220561237982309</c:v>
                </c:pt>
                <c:pt idx="18682">
                  <c:v>3.0195936377673323</c:v>
                </c:pt>
                <c:pt idx="18683">
                  <c:v>3.0181190977879768</c:v>
                </c:pt>
                <c:pt idx="18684">
                  <c:v>3.0179575680540509</c:v>
                </c:pt>
                <c:pt idx="18685">
                  <c:v>3.0195784956877065</c:v>
                </c:pt>
                <c:pt idx="18686">
                  <c:v>3.0190213951187053</c:v>
                </c:pt>
                <c:pt idx="18687">
                  <c:v>3.0172630371172895</c:v>
                </c:pt>
                <c:pt idx="18688">
                  <c:v>3.0182505139776326</c:v>
                </c:pt>
                <c:pt idx="18689">
                  <c:v>3.0198135604787457</c:v>
                </c:pt>
                <c:pt idx="18690">
                  <c:v>3.0215552835194459</c:v>
                </c:pt>
                <c:pt idx="18691">
                  <c:v>3.0214146967745239</c:v>
                </c:pt>
                <c:pt idx="18692">
                  <c:v>3.0190829018196088</c:v>
                </c:pt>
                <c:pt idx="18693">
                  <c:v>3.0179236156726921</c:v>
                </c:pt>
                <c:pt idx="18694">
                  <c:v>3.0202519983279732</c:v>
                </c:pt>
                <c:pt idx="18695">
                  <c:v>3.0224347184426263</c:v>
                </c:pt>
                <c:pt idx="18696">
                  <c:v>3.0220280149799952</c:v>
                </c:pt>
                <c:pt idx="18697">
                  <c:v>3.021739291777211</c:v>
                </c:pt>
                <c:pt idx="18698">
                  <c:v>3.0223379797480017</c:v>
                </c:pt>
                <c:pt idx="18699">
                  <c:v>3.0215190278358341</c:v>
                </c:pt>
                <c:pt idx="18700">
                  <c:v>3.021294114636206</c:v>
                </c:pt>
                <c:pt idx="18701">
                  <c:v>3.0211957977530006</c:v>
                </c:pt>
                <c:pt idx="18702">
                  <c:v>3.0195455243424925</c:v>
                </c:pt>
                <c:pt idx="18703">
                  <c:v>3.0177575219880057</c:v>
                </c:pt>
                <c:pt idx="18704">
                  <c:v>3.016698685411566</c:v>
                </c:pt>
                <c:pt idx="18705">
                  <c:v>3.0180616005391432</c:v>
                </c:pt>
                <c:pt idx="18706">
                  <c:v>3.0189852673963302</c:v>
                </c:pt>
                <c:pt idx="18707">
                  <c:v>3.0193841652235482</c:v>
                </c:pt>
                <c:pt idx="18708">
                  <c:v>3.0210019364800424</c:v>
                </c:pt>
                <c:pt idx="18709">
                  <c:v>3.0224981019083286</c:v>
                </c:pt>
                <c:pt idx="18710">
                  <c:v>3.0212694607713502</c:v>
                </c:pt>
                <c:pt idx="18711">
                  <c:v>3.0206243228717913</c:v>
                </c:pt>
                <c:pt idx="18712">
                  <c:v>3.021260204908593</c:v>
                </c:pt>
                <c:pt idx="18713">
                  <c:v>3.0214289857792411</c:v>
                </c:pt>
                <c:pt idx="18714">
                  <c:v>3.0210875852008563</c:v>
                </c:pt>
                <c:pt idx="18715">
                  <c:v>3.0220115506342613</c:v>
                </c:pt>
                <c:pt idx="18716">
                  <c:v>3.0232929544543308</c:v>
                </c:pt>
                <c:pt idx="18717">
                  <c:v>3.0230995623725718</c:v>
                </c:pt>
                <c:pt idx="18718">
                  <c:v>3.0215605725838786</c:v>
                </c:pt>
                <c:pt idx="18719">
                  <c:v>3.0199650665824964</c:v>
                </c:pt>
                <c:pt idx="18720">
                  <c:v>3.019456847205753</c:v>
                </c:pt>
                <c:pt idx="18721">
                  <c:v>3.0196767699171665</c:v>
                </c:pt>
                <c:pt idx="18722">
                  <c:v>3.0199172517338746</c:v>
                </c:pt>
                <c:pt idx="18723">
                  <c:v>3.0199776920911425</c:v>
                </c:pt>
                <c:pt idx="18724">
                  <c:v>3.0208222362505652</c:v>
                </c:pt>
                <c:pt idx="18725">
                  <c:v>3.0228476066983441</c:v>
                </c:pt>
                <c:pt idx="18726">
                  <c:v>3.0247229212697166</c:v>
                </c:pt>
                <c:pt idx="18727">
                  <c:v>3.0227148255888348</c:v>
                </c:pt>
                <c:pt idx="18728">
                  <c:v>3.0222523310271874</c:v>
                </c:pt>
                <c:pt idx="18729">
                  <c:v>3.0241518729259615</c:v>
                </c:pt>
                <c:pt idx="18730">
                  <c:v>3.0234293611322012</c:v>
                </c:pt>
                <c:pt idx="18731">
                  <c:v>3.0214648149253986</c:v>
                </c:pt>
                <c:pt idx="18732">
                  <c:v>3.0205409774532304</c:v>
                </c:pt>
                <c:pt idx="18733">
                  <c:v>3.0195111027699344</c:v>
                </c:pt>
                <c:pt idx="18734">
                  <c:v>3.0184613087875247</c:v>
                </c:pt>
                <c:pt idx="18735">
                  <c:v>3.0187311363810858</c:v>
                </c:pt>
                <c:pt idx="18736">
                  <c:v>3.0201053120974555</c:v>
                </c:pt>
                <c:pt idx="18737">
                  <c:v>3.0219769584467211</c:v>
                </c:pt>
                <c:pt idx="18738">
                  <c:v>3.0227920715218004</c:v>
                </c:pt>
                <c:pt idx="18739">
                  <c:v>3.0228913694411506</c:v>
                </c:pt>
                <c:pt idx="18740">
                  <c:v>3.0237730650128389</c:v>
                </c:pt>
                <c:pt idx="18741">
                  <c:v>3.0244320227259154</c:v>
                </c:pt>
                <c:pt idx="18742">
                  <c:v>3.0249645973912971</c:v>
                </c:pt>
                <c:pt idx="18743">
                  <c:v>3.0232199312421626</c:v>
                </c:pt>
                <c:pt idx="18744">
                  <c:v>3.0208991836073125</c:v>
                </c:pt>
                <c:pt idx="18745">
                  <c:v>3.020486124736613</c:v>
                </c:pt>
                <c:pt idx="18746">
                  <c:v>3.0207250283647409</c:v>
                </c:pt>
                <c:pt idx="18747">
                  <c:v>3.0197793095211689</c:v>
                </c:pt>
                <c:pt idx="18748">
                  <c:v>3.0192690001108997</c:v>
                </c:pt>
                <c:pt idx="18749">
                  <c:v>3.0172560845567848</c:v>
                </c:pt>
                <c:pt idx="18750">
                  <c:v>3.0164429335539955</c:v>
                </c:pt>
                <c:pt idx="18751">
                  <c:v>3.0151324825332915</c:v>
                </c:pt>
                <c:pt idx="18752">
                  <c:v>3.0134624604386513</c:v>
                </c:pt>
                <c:pt idx="18753">
                  <c:v>3.0150537863729814</c:v>
                </c:pt>
                <c:pt idx="18754">
                  <c:v>3.0181331308702215</c:v>
                </c:pt>
                <c:pt idx="18755">
                  <c:v>3.0203268556511946</c:v>
                </c:pt>
                <c:pt idx="18756">
                  <c:v>3.023657558670227</c:v>
                </c:pt>
                <c:pt idx="18757">
                  <c:v>3.0249772228999428</c:v>
                </c:pt>
                <c:pt idx="18758">
                  <c:v>3.0232992672086536</c:v>
                </c:pt>
                <c:pt idx="18759">
                  <c:v>3.0195013350622317</c:v>
                </c:pt>
                <c:pt idx="18760">
                  <c:v>3.0165633877310767</c:v>
                </c:pt>
                <c:pt idx="18761">
                  <c:v>3.0165471793078149</c:v>
                </c:pt>
                <c:pt idx="18762">
                  <c:v>3.0193470138112826</c:v>
                </c:pt>
                <c:pt idx="18763">
                  <c:v>3.0211341204371154</c:v>
                </c:pt>
                <c:pt idx="18764">
                  <c:v>3.0210238605051911</c:v>
                </c:pt>
                <c:pt idx="18765">
                  <c:v>3.0209441406549908</c:v>
                </c:pt>
                <c:pt idx="18766">
                  <c:v>3.0195113586924069</c:v>
                </c:pt>
                <c:pt idx="18767">
                  <c:v>3.0186293218907552</c:v>
                </c:pt>
                <c:pt idx="18768">
                  <c:v>3.0200278955495081</c:v>
                </c:pt>
                <c:pt idx="18769">
                  <c:v>3.0210700971652322</c:v>
                </c:pt>
                <c:pt idx="18770">
                  <c:v>3.0211276797215563</c:v>
                </c:pt>
                <c:pt idx="18771">
                  <c:v>3.0237043924827041</c:v>
                </c:pt>
                <c:pt idx="18772">
                  <c:v>3.0242157255828634</c:v>
                </c:pt>
                <c:pt idx="18773">
                  <c:v>3.0218423858799039</c:v>
                </c:pt>
                <c:pt idx="18774">
                  <c:v>3.02092400808715</c:v>
                </c:pt>
                <c:pt idx="18775">
                  <c:v>3.0201175110686469</c:v>
                </c:pt>
                <c:pt idx="18776">
                  <c:v>3.0204769541813468</c:v>
                </c:pt>
                <c:pt idx="18777">
                  <c:v>3.0210967984098684</c:v>
                </c:pt>
                <c:pt idx="18778">
                  <c:v>3.0202958037245251</c:v>
                </c:pt>
                <c:pt idx="18779">
                  <c:v>3.0211905513423134</c:v>
                </c:pt>
                <c:pt idx="18780">
                  <c:v>3.0219429207578719</c:v>
                </c:pt>
                <c:pt idx="18781">
                  <c:v>3.0233052813867585</c:v>
                </c:pt>
                <c:pt idx="18782">
                  <c:v>3.0256691093044878</c:v>
                </c:pt>
                <c:pt idx="18783">
                  <c:v>3.0259468278409529</c:v>
                </c:pt>
                <c:pt idx="18784">
                  <c:v>3.0256728628340857</c:v>
                </c:pt>
                <c:pt idx="18785">
                  <c:v>3.0262486030898375</c:v>
                </c:pt>
                <c:pt idx="18786">
                  <c:v>3.0268952765242316</c:v>
                </c:pt>
                <c:pt idx="18787">
                  <c:v>3.0242564172559994</c:v>
                </c:pt>
                <c:pt idx="18788">
                  <c:v>3.0215165112648541</c:v>
                </c:pt>
                <c:pt idx="18789">
                  <c:v>3.0218467365619377</c:v>
                </c:pt>
                <c:pt idx="18790">
                  <c:v>3.0238625525707414</c:v>
                </c:pt>
                <c:pt idx="18791">
                  <c:v>3.025619588306049</c:v>
                </c:pt>
                <c:pt idx="18792">
                  <c:v>3.0244084352046952</c:v>
                </c:pt>
                <c:pt idx="18793">
                  <c:v>3.0224578367726469</c:v>
                </c:pt>
                <c:pt idx="18794">
                  <c:v>3.0204912858398094</c:v>
                </c:pt>
                <c:pt idx="18795">
                  <c:v>3.0197663427825598</c:v>
                </c:pt>
                <c:pt idx="18796">
                  <c:v>3.0186349521851512</c:v>
                </c:pt>
                <c:pt idx="18797">
                  <c:v>3.0170692184980763</c:v>
                </c:pt>
                <c:pt idx="18798">
                  <c:v>3.0160484290625558</c:v>
                </c:pt>
                <c:pt idx="18799">
                  <c:v>3.0174885901230986</c:v>
                </c:pt>
                <c:pt idx="18800">
                  <c:v>3.018741202665006</c:v>
                </c:pt>
                <c:pt idx="18801">
                  <c:v>3.0175219453520215</c:v>
                </c:pt>
                <c:pt idx="18802">
                  <c:v>3.0186952645811829</c:v>
                </c:pt>
                <c:pt idx="18803">
                  <c:v>3.0182645044061318</c:v>
                </c:pt>
                <c:pt idx="18804">
                  <c:v>3.0197957738669032</c:v>
                </c:pt>
                <c:pt idx="18805">
                  <c:v>3.0197517552016242</c:v>
                </c:pt>
                <c:pt idx="18806">
                  <c:v>3.0184053470735264</c:v>
                </c:pt>
                <c:pt idx="18807">
                  <c:v>3.0188548322428193</c:v>
                </c:pt>
                <c:pt idx="18808">
                  <c:v>3.0211977598252902</c:v>
                </c:pt>
                <c:pt idx="18809">
                  <c:v>3.0250223932163482</c:v>
                </c:pt>
                <c:pt idx="18810">
                  <c:v>3.0250044786432695</c:v>
                </c:pt>
                <c:pt idx="18811">
                  <c:v>3.024633220443087</c:v>
                </c:pt>
                <c:pt idx="18812">
                  <c:v>3.02535142420856</c:v>
                </c:pt>
                <c:pt idx="18813">
                  <c:v>3.0269391672282744</c:v>
                </c:pt>
                <c:pt idx="18814">
                  <c:v>3.0281577847350776</c:v>
                </c:pt>
                <c:pt idx="18815">
                  <c:v>3.0271572984823796</c:v>
                </c:pt>
                <c:pt idx="18816">
                  <c:v>3.0252334012949675</c:v>
                </c:pt>
                <c:pt idx="18817">
                  <c:v>3.0224051167433013</c:v>
                </c:pt>
                <c:pt idx="18818">
                  <c:v>3.0195504721769617</c:v>
                </c:pt>
                <c:pt idx="18819">
                  <c:v>3.0189027750526773</c:v>
                </c:pt>
                <c:pt idx="18820">
                  <c:v>3.0170488726615083</c:v>
                </c:pt>
                <c:pt idx="18821">
                  <c:v>3.0160356755926738</c:v>
                </c:pt>
                <c:pt idx="18822">
                  <c:v>3.0169539680779369</c:v>
                </c:pt>
                <c:pt idx="18823">
                  <c:v>3.0173500507579569</c:v>
                </c:pt>
                <c:pt idx="18824">
                  <c:v>3.0180820743369474</c:v>
                </c:pt>
                <c:pt idx="18825">
                  <c:v>3.0192921184409203</c:v>
                </c:pt>
                <c:pt idx="18826">
                  <c:v>3.019915588237803</c:v>
                </c:pt>
                <c:pt idx="18827">
                  <c:v>3.0206903508697098</c:v>
                </c:pt>
                <c:pt idx="18828">
                  <c:v>3.0205870861520352</c:v>
                </c:pt>
                <c:pt idx="18829">
                  <c:v>3.0197528215452598</c:v>
                </c:pt>
                <c:pt idx="18830">
                  <c:v>3.0191150200899139</c:v>
                </c:pt>
                <c:pt idx="18831">
                  <c:v>3.0191364322701175</c:v>
                </c:pt>
                <c:pt idx="18832">
                  <c:v>3.0185775828975543</c:v>
                </c:pt>
                <c:pt idx="18833">
                  <c:v>3.0187298994224685</c:v>
                </c:pt>
                <c:pt idx="18834">
                  <c:v>3.0204521723552546</c:v>
                </c:pt>
                <c:pt idx="18835">
                  <c:v>3.0232687271269292</c:v>
                </c:pt>
                <c:pt idx="18836">
                  <c:v>3.0238730880458613</c:v>
                </c:pt>
                <c:pt idx="18837">
                  <c:v>3.0244916953157657</c:v>
                </c:pt>
                <c:pt idx="18838">
                  <c:v>3.0248945599413086</c:v>
                </c:pt>
                <c:pt idx="18839">
                  <c:v>3.0217345998652143</c:v>
                </c:pt>
                <c:pt idx="18840">
                  <c:v>3.0180182643337909</c:v>
                </c:pt>
                <c:pt idx="18841">
                  <c:v>3.0178461138172543</c:v>
                </c:pt>
                <c:pt idx="18842">
                  <c:v>3.018777586309854</c:v>
                </c:pt>
                <c:pt idx="18843">
                  <c:v>3.0183616696382107</c:v>
                </c:pt>
                <c:pt idx="18844">
                  <c:v>3.0187899558960272</c:v>
                </c:pt>
                <c:pt idx="18845">
                  <c:v>3.0197256084556785</c:v>
                </c:pt>
                <c:pt idx="18846">
                  <c:v>3.0217159175247179</c:v>
                </c:pt>
                <c:pt idx="18847">
                  <c:v>3.0220146217039319</c:v>
                </c:pt>
                <c:pt idx="18848">
                  <c:v>3.0181569743139147</c:v>
                </c:pt>
                <c:pt idx="18849">
                  <c:v>3.015783208073501</c:v>
                </c:pt>
                <c:pt idx="18850">
                  <c:v>3.0193493171135359</c:v>
                </c:pt>
                <c:pt idx="18851">
                  <c:v>3.0205716028424456</c:v>
                </c:pt>
                <c:pt idx="18852">
                  <c:v>3.0193983689207751</c:v>
                </c:pt>
                <c:pt idx="18853">
                  <c:v>3.0178865495679177</c:v>
                </c:pt>
                <c:pt idx="18854">
                  <c:v>3.0153445143018009</c:v>
                </c:pt>
                <c:pt idx="18855">
                  <c:v>3.0154374568130828</c:v>
                </c:pt>
                <c:pt idx="18856">
                  <c:v>3.0170293372461034</c:v>
                </c:pt>
                <c:pt idx="18857">
                  <c:v>3.0172678569905225</c:v>
                </c:pt>
                <c:pt idx="18858">
                  <c:v>3.0167287989558362</c:v>
                </c:pt>
                <c:pt idx="18859">
                  <c:v>3.0164353411873095</c:v>
                </c:pt>
                <c:pt idx="18860">
                  <c:v>3.0179608523924486</c:v>
                </c:pt>
                <c:pt idx="18861">
                  <c:v>3.018517611731486</c:v>
                </c:pt>
                <c:pt idx="18862">
                  <c:v>3.0186169949583275</c:v>
                </c:pt>
                <c:pt idx="18863">
                  <c:v>3.0202371121708196</c:v>
                </c:pt>
                <c:pt idx="18864">
                  <c:v>3.0221012088071455</c:v>
                </c:pt>
                <c:pt idx="18865">
                  <c:v>3.0233523711217081</c:v>
                </c:pt>
                <c:pt idx="18866">
                  <c:v>3.0245019322146676</c:v>
                </c:pt>
                <c:pt idx="18867">
                  <c:v>3.0256121665543452</c:v>
                </c:pt>
                <c:pt idx="18868">
                  <c:v>3.0254763143751653</c:v>
                </c:pt>
                <c:pt idx="18869">
                  <c:v>3.0255103520640145</c:v>
                </c:pt>
                <c:pt idx="18870">
                  <c:v>3.0244171365687622</c:v>
                </c:pt>
                <c:pt idx="18871">
                  <c:v>3.0220607730564821</c:v>
                </c:pt>
                <c:pt idx="18872">
                  <c:v>3.0206198442285217</c:v>
                </c:pt>
                <c:pt idx="18873">
                  <c:v>3.0203611919162623</c:v>
                </c:pt>
                <c:pt idx="18874">
                  <c:v>3.021855907117204</c:v>
                </c:pt>
                <c:pt idx="18875">
                  <c:v>3.0247257364169147</c:v>
                </c:pt>
                <c:pt idx="18876">
                  <c:v>3.0247151582880494</c:v>
                </c:pt>
                <c:pt idx="18877">
                  <c:v>3.0243006065362601</c:v>
                </c:pt>
                <c:pt idx="18878">
                  <c:v>3.0238686947100826</c:v>
                </c:pt>
                <c:pt idx="18879">
                  <c:v>3.0228979381179459</c:v>
                </c:pt>
                <c:pt idx="18880">
                  <c:v>3.0195183539066566</c:v>
                </c:pt>
                <c:pt idx="18881">
                  <c:v>3.0184388302636855</c:v>
                </c:pt>
                <c:pt idx="18882">
                  <c:v>3.0198495175861391</c:v>
                </c:pt>
                <c:pt idx="18883">
                  <c:v>3.0197906980711977</c:v>
                </c:pt>
                <c:pt idx="18884">
                  <c:v>3.0195309794153022</c:v>
                </c:pt>
                <c:pt idx="18885">
                  <c:v>3.0194897332434762</c:v>
                </c:pt>
                <c:pt idx="18886">
                  <c:v>3.0197909113399248</c:v>
                </c:pt>
                <c:pt idx="18887">
                  <c:v>3.022407803929263</c:v>
                </c:pt>
                <c:pt idx="18888">
                  <c:v>3.021919674466615</c:v>
                </c:pt>
                <c:pt idx="18889">
                  <c:v>3.0189202204345564</c:v>
                </c:pt>
                <c:pt idx="18890">
                  <c:v>3.021182873668137</c:v>
                </c:pt>
                <c:pt idx="18891">
                  <c:v>3.0232257748052858</c:v>
                </c:pt>
                <c:pt idx="18892">
                  <c:v>3.0227738157187583</c:v>
                </c:pt>
                <c:pt idx="18893">
                  <c:v>3.0211648311338219</c:v>
                </c:pt>
                <c:pt idx="18894">
                  <c:v>3.0206613889765661</c:v>
                </c:pt>
                <c:pt idx="18895">
                  <c:v>3.0196620117212492</c:v>
                </c:pt>
                <c:pt idx="18896">
                  <c:v>3.0177571381042969</c:v>
                </c:pt>
                <c:pt idx="18897">
                  <c:v>3.0182966653301828</c:v>
                </c:pt>
                <c:pt idx="18898">
                  <c:v>3.017785332230023</c:v>
                </c:pt>
                <c:pt idx="18899">
                  <c:v>3.0166595292732654</c:v>
                </c:pt>
                <c:pt idx="18900">
                  <c:v>3.0174577941189016</c:v>
                </c:pt>
                <c:pt idx="18901">
                  <c:v>3.0187662830673161</c:v>
                </c:pt>
                <c:pt idx="18902">
                  <c:v>3.015885705023758</c:v>
                </c:pt>
                <c:pt idx="18903">
                  <c:v>3.0146098461905941</c:v>
                </c:pt>
                <c:pt idx="18904">
                  <c:v>3.0167854857835068</c:v>
                </c:pt>
                <c:pt idx="18905">
                  <c:v>3.0168979210564482</c:v>
                </c:pt>
                <c:pt idx="18906">
                  <c:v>3.0148448256741425</c:v>
                </c:pt>
                <c:pt idx="18907">
                  <c:v>3.0159485339907697</c:v>
                </c:pt>
                <c:pt idx="18908">
                  <c:v>3.0169442003702347</c:v>
                </c:pt>
                <c:pt idx="18909">
                  <c:v>3.0158036818713052</c:v>
                </c:pt>
                <c:pt idx="18910">
                  <c:v>3.0146692628579714</c:v>
                </c:pt>
                <c:pt idx="18911">
                  <c:v>3.013635421376351</c:v>
                </c:pt>
                <c:pt idx="18912">
                  <c:v>3.0143203125666465</c:v>
                </c:pt>
                <c:pt idx="18913">
                  <c:v>3.0160851539373672</c:v>
                </c:pt>
                <c:pt idx="18914">
                  <c:v>3.0156903082159645</c:v>
                </c:pt>
                <c:pt idx="18915">
                  <c:v>3.0146089504619402</c:v>
                </c:pt>
                <c:pt idx="18916">
                  <c:v>3.0142456258584067</c:v>
                </c:pt>
                <c:pt idx="18917">
                  <c:v>3.0146866655861051</c:v>
                </c:pt>
                <c:pt idx="18918">
                  <c:v>3.0163785263984031</c:v>
                </c:pt>
                <c:pt idx="18919">
                  <c:v>3.0167399742371379</c:v>
                </c:pt>
                <c:pt idx="18920">
                  <c:v>3.0160130264538529</c:v>
                </c:pt>
                <c:pt idx="18921">
                  <c:v>3.0150479854636036</c:v>
                </c:pt>
                <c:pt idx="18922">
                  <c:v>3.0128963599293654</c:v>
                </c:pt>
                <c:pt idx="18923">
                  <c:v>3.0140541105414465</c:v>
                </c:pt>
                <c:pt idx="18924">
                  <c:v>3.0176568164950566</c:v>
                </c:pt>
                <c:pt idx="18925">
                  <c:v>3.018041638586284</c:v>
                </c:pt>
                <c:pt idx="18926">
                  <c:v>3.0165037577949718</c:v>
                </c:pt>
                <c:pt idx="18927">
                  <c:v>3.01462349538913</c:v>
                </c:pt>
                <c:pt idx="18928">
                  <c:v>3.0143246632486798</c:v>
                </c:pt>
                <c:pt idx="18929">
                  <c:v>3.0156315740085136</c:v>
                </c:pt>
                <c:pt idx="18930">
                  <c:v>3.0164619144707099</c:v>
                </c:pt>
                <c:pt idx="18931">
                  <c:v>3.0172459756191192</c:v>
                </c:pt>
                <c:pt idx="18932">
                  <c:v>3.0204159593253883</c:v>
                </c:pt>
                <c:pt idx="18933">
                  <c:v>3.0223038140979162</c:v>
                </c:pt>
                <c:pt idx="18934">
                  <c:v>3.0204156607491703</c:v>
                </c:pt>
                <c:pt idx="18935">
                  <c:v>3.0195798606075601</c:v>
                </c:pt>
                <c:pt idx="18936">
                  <c:v>3.0195947467647133</c:v>
                </c:pt>
                <c:pt idx="18937">
                  <c:v>3.0189037560888221</c:v>
                </c:pt>
                <c:pt idx="18938">
                  <c:v>3.0192145312779917</c:v>
                </c:pt>
                <c:pt idx="18939">
                  <c:v>3.0212089351065918</c:v>
                </c:pt>
                <c:pt idx="18940">
                  <c:v>3.0214896394052362</c:v>
                </c:pt>
                <c:pt idx="18941">
                  <c:v>3.0190190918164523</c:v>
                </c:pt>
                <c:pt idx="18942">
                  <c:v>3.0173731690879775</c:v>
                </c:pt>
                <c:pt idx="18943">
                  <c:v>3.0177896829120563</c:v>
                </c:pt>
                <c:pt idx="18944">
                  <c:v>3.0188426332716274</c:v>
                </c:pt>
                <c:pt idx="18945">
                  <c:v>3.0201936906579765</c:v>
                </c:pt>
                <c:pt idx="18946">
                  <c:v>3.0208361413715736</c:v>
                </c:pt>
                <c:pt idx="18947">
                  <c:v>3.02111198314324</c:v>
                </c:pt>
                <c:pt idx="18948">
                  <c:v>3.0204765276438925</c:v>
                </c:pt>
                <c:pt idx="18949">
                  <c:v>3.0221797770062189</c:v>
                </c:pt>
                <c:pt idx="18950">
                  <c:v>3.0216519795603252</c:v>
                </c:pt>
                <c:pt idx="18951">
                  <c:v>3.0202210317087945</c:v>
                </c:pt>
                <c:pt idx="18952">
                  <c:v>3.0222821033414946</c:v>
                </c:pt>
                <c:pt idx="18953">
                  <c:v>3.024021480426196</c:v>
                </c:pt>
                <c:pt idx="18954">
                  <c:v>3.0232779829896863</c:v>
                </c:pt>
                <c:pt idx="18955">
                  <c:v>3.0214017300359144</c:v>
                </c:pt>
                <c:pt idx="18956">
                  <c:v>3.0211045187377903</c:v>
                </c:pt>
                <c:pt idx="18957">
                  <c:v>3.0194289090024995</c:v>
                </c:pt>
                <c:pt idx="18958">
                  <c:v>3.0189788693345161</c:v>
                </c:pt>
                <c:pt idx="18959">
                  <c:v>3.0180099895071786</c:v>
                </c:pt>
                <c:pt idx="18960">
                  <c:v>3.0179547102531075</c:v>
                </c:pt>
                <c:pt idx="18961">
                  <c:v>3.0186862646408983</c:v>
                </c:pt>
                <c:pt idx="18962">
                  <c:v>3.0181279697670251</c:v>
                </c:pt>
                <c:pt idx="18963">
                  <c:v>3.0178611705893896</c:v>
                </c:pt>
                <c:pt idx="18964">
                  <c:v>3.019215768236609</c:v>
                </c:pt>
                <c:pt idx="18965">
                  <c:v>3.0230784061148408</c:v>
                </c:pt>
                <c:pt idx="18966">
                  <c:v>3.0257988193443266</c:v>
                </c:pt>
                <c:pt idx="18967">
                  <c:v>3.0241938442114602</c:v>
                </c:pt>
                <c:pt idx="18968">
                  <c:v>3.0199288962063759</c:v>
                </c:pt>
                <c:pt idx="18969">
                  <c:v>3.0174642348344607</c:v>
                </c:pt>
                <c:pt idx="18970">
                  <c:v>3.0166346621396825</c:v>
                </c:pt>
                <c:pt idx="18971">
                  <c:v>3.0154057650802315</c:v>
                </c:pt>
                <c:pt idx="18972">
                  <c:v>3.0146239645803297</c:v>
                </c:pt>
                <c:pt idx="18973">
                  <c:v>3.0147529921602416</c:v>
                </c:pt>
                <c:pt idx="18974">
                  <c:v>3.0150269998208543</c:v>
                </c:pt>
                <c:pt idx="18975">
                  <c:v>3.0183117221023177</c:v>
                </c:pt>
                <c:pt idx="18976">
                  <c:v>3.0203425948832567</c:v>
                </c:pt>
                <c:pt idx="18977">
                  <c:v>3.0238879315492695</c:v>
                </c:pt>
                <c:pt idx="18978">
                  <c:v>3.0252852255956597</c:v>
                </c:pt>
                <c:pt idx="18979">
                  <c:v>3.0243298670056218</c:v>
                </c:pt>
                <c:pt idx="18980">
                  <c:v>3.0249921090570964</c:v>
                </c:pt>
                <c:pt idx="18981">
                  <c:v>3.025672393642886</c:v>
                </c:pt>
                <c:pt idx="18982">
                  <c:v>3.0237146720353514</c:v>
                </c:pt>
                <c:pt idx="18983">
                  <c:v>3.0205329158953447</c:v>
                </c:pt>
                <c:pt idx="18984">
                  <c:v>3.0190897264188767</c:v>
                </c:pt>
                <c:pt idx="18985">
                  <c:v>3.0193557151753496</c:v>
                </c:pt>
                <c:pt idx="18986">
                  <c:v>3.020448589440639</c:v>
                </c:pt>
                <c:pt idx="18987">
                  <c:v>3.0215049094460986</c:v>
                </c:pt>
                <c:pt idx="18988">
                  <c:v>3.025032374192778</c:v>
                </c:pt>
                <c:pt idx="18989">
                  <c:v>3.0261362957781324</c:v>
                </c:pt>
                <c:pt idx="18990">
                  <c:v>3.0250344215725584</c:v>
                </c:pt>
                <c:pt idx="18991">
                  <c:v>3.0255402949933035</c:v>
                </c:pt>
                <c:pt idx="18992">
                  <c:v>3.025657166255769</c:v>
                </c:pt>
                <c:pt idx="18993">
                  <c:v>3.0255011388550028</c:v>
                </c:pt>
                <c:pt idx="18994">
                  <c:v>3.0248727212236508</c:v>
                </c:pt>
                <c:pt idx="18995">
                  <c:v>3.0232359690504422</c:v>
                </c:pt>
                <c:pt idx="18996">
                  <c:v>3.0229271559335626</c:v>
                </c:pt>
                <c:pt idx="18997">
                  <c:v>3.024504747361866</c:v>
                </c:pt>
                <c:pt idx="18998">
                  <c:v>3.0245180553304385</c:v>
                </c:pt>
                <c:pt idx="18999">
                  <c:v>3.021933835510096</c:v>
                </c:pt>
                <c:pt idx="19000">
                  <c:v>3.0227331666993678</c:v>
                </c:pt>
                <c:pt idx="19001">
                  <c:v>3.024247587930696</c:v>
                </c:pt>
                <c:pt idx="19002">
                  <c:v>3.0228972556580191</c:v>
                </c:pt>
                <c:pt idx="19003">
                  <c:v>3.0219217218463954</c:v>
                </c:pt>
                <c:pt idx="19004">
                  <c:v>3.0242649906588297</c:v>
                </c:pt>
                <c:pt idx="19005">
                  <c:v>3.0228949523557662</c:v>
                </c:pt>
                <c:pt idx="19006">
                  <c:v>3.0183905035701186</c:v>
                </c:pt>
                <c:pt idx="19007">
                  <c:v>3.0160280832259883</c:v>
                </c:pt>
                <c:pt idx="19008">
                  <c:v>3.0175788454484187</c:v>
                </c:pt>
                <c:pt idx="19009">
                  <c:v>3.0206080291410391</c:v>
                </c:pt>
                <c:pt idx="19010">
                  <c:v>3.0234626310536328</c:v>
                </c:pt>
                <c:pt idx="19011">
                  <c:v>3.0243557151753495</c:v>
                </c:pt>
                <c:pt idx="19012">
                  <c:v>3.0224271260759408</c:v>
                </c:pt>
                <c:pt idx="19013">
                  <c:v>3.0205843136585822</c:v>
                </c:pt>
                <c:pt idx="19014">
                  <c:v>3.0191105414466444</c:v>
                </c:pt>
                <c:pt idx="19015">
                  <c:v>3.0207916535150954</c:v>
                </c:pt>
                <c:pt idx="19016">
                  <c:v>3.0252473064159764</c:v>
                </c:pt>
                <c:pt idx="19017">
                  <c:v>3.0259210649787156</c:v>
                </c:pt>
                <c:pt idx="19018">
                  <c:v>3.022585670047687</c:v>
                </c:pt>
                <c:pt idx="19019">
                  <c:v>3.0193503834571715</c:v>
                </c:pt>
                <c:pt idx="19020">
                  <c:v>3.0187222217482916</c:v>
                </c:pt>
                <c:pt idx="19021">
                  <c:v>3.0200097250539568</c:v>
                </c:pt>
                <c:pt idx="19022">
                  <c:v>3.02093752932445</c:v>
                </c:pt>
                <c:pt idx="19023">
                  <c:v>3.0198963087448707</c:v>
                </c:pt>
                <c:pt idx="19024">
                  <c:v>3.0205590626412904</c:v>
                </c:pt>
                <c:pt idx="19025">
                  <c:v>3.0220546735708864</c:v>
                </c:pt>
                <c:pt idx="19026">
                  <c:v>3.0215193264120521</c:v>
                </c:pt>
                <c:pt idx="19027">
                  <c:v>3.0212212193852741</c:v>
                </c:pt>
                <c:pt idx="19028">
                  <c:v>3.0224365525536796</c:v>
                </c:pt>
                <c:pt idx="19029">
                  <c:v>3.0202869317454764</c:v>
                </c:pt>
                <c:pt idx="19030">
                  <c:v>3.0178067444102266</c:v>
                </c:pt>
                <c:pt idx="19031">
                  <c:v>3.0173571739334433</c:v>
                </c:pt>
                <c:pt idx="19032">
                  <c:v>3.0180105013521237</c:v>
                </c:pt>
                <c:pt idx="19033">
                  <c:v>3.0181423014254882</c:v>
                </c:pt>
                <c:pt idx="19034">
                  <c:v>3.0184568301442551</c:v>
                </c:pt>
                <c:pt idx="19035">
                  <c:v>3.0182024858602832</c:v>
                </c:pt>
                <c:pt idx="19036">
                  <c:v>3.0172180374158657</c:v>
                </c:pt>
                <c:pt idx="19037">
                  <c:v>3.016890413997253</c:v>
                </c:pt>
                <c:pt idx="19038">
                  <c:v>3.0171110618223387</c:v>
                </c:pt>
                <c:pt idx="19039">
                  <c:v>3.0165673545294012</c:v>
                </c:pt>
                <c:pt idx="19040">
                  <c:v>3.014541344275441</c:v>
                </c:pt>
                <c:pt idx="19041">
                  <c:v>3.0138156761045187</c:v>
                </c:pt>
                <c:pt idx="19042">
                  <c:v>3.0160366139750732</c:v>
                </c:pt>
                <c:pt idx="19043">
                  <c:v>3.017776588212211</c:v>
                </c:pt>
                <c:pt idx="19044">
                  <c:v>3.0175761156087115</c:v>
                </c:pt>
                <c:pt idx="19045">
                  <c:v>3.0174406899669859</c:v>
                </c:pt>
                <c:pt idx="19046">
                  <c:v>3.0172395775573051</c:v>
                </c:pt>
                <c:pt idx="19047">
                  <c:v>3.0157594925910445</c:v>
                </c:pt>
                <c:pt idx="19048">
                  <c:v>3.0126365559659796</c:v>
                </c:pt>
                <c:pt idx="19049">
                  <c:v>3.0123645103776564</c:v>
                </c:pt>
                <c:pt idx="19050">
                  <c:v>3.0136597766649889</c:v>
                </c:pt>
                <c:pt idx="19051">
                  <c:v>3.014694087337809</c:v>
                </c:pt>
                <c:pt idx="19052">
                  <c:v>3.0153724098513091</c:v>
                </c:pt>
                <c:pt idx="19053">
                  <c:v>3.0174583912713375</c:v>
                </c:pt>
                <c:pt idx="19054">
                  <c:v>3.0205640957832509</c:v>
                </c:pt>
                <c:pt idx="19055">
                  <c:v>3.0232588314579902</c:v>
                </c:pt>
                <c:pt idx="19056">
                  <c:v>3.0243068766368375</c:v>
                </c:pt>
                <c:pt idx="19057">
                  <c:v>3.0232744000750706</c:v>
                </c:pt>
                <c:pt idx="19058">
                  <c:v>3.022579144024637</c:v>
                </c:pt>
                <c:pt idx="19059">
                  <c:v>3.0238434010390454</c:v>
                </c:pt>
                <c:pt idx="19060">
                  <c:v>3.0241224844953636</c:v>
                </c:pt>
                <c:pt idx="19061">
                  <c:v>3.0247601579894732</c:v>
                </c:pt>
                <c:pt idx="19062">
                  <c:v>3.0243714544074116</c:v>
                </c:pt>
                <c:pt idx="19063">
                  <c:v>3.0255245131074959</c:v>
                </c:pt>
                <c:pt idx="19064">
                  <c:v>3.0229344497240302</c:v>
                </c:pt>
                <c:pt idx="19065">
                  <c:v>3.0184652329321038</c:v>
                </c:pt>
                <c:pt idx="19066">
                  <c:v>3.0180830127193468</c:v>
                </c:pt>
                <c:pt idx="19067">
                  <c:v>3.0199061617600642</c:v>
                </c:pt>
                <c:pt idx="19068">
                  <c:v>3.0210993576345939</c:v>
                </c:pt>
                <c:pt idx="19069">
                  <c:v>3.0198996783907597</c:v>
                </c:pt>
                <c:pt idx="19070">
                  <c:v>3.0179877669058119</c:v>
                </c:pt>
                <c:pt idx="19071">
                  <c:v>3.0198997636982505</c:v>
                </c:pt>
                <c:pt idx="19072">
                  <c:v>3.0254597647219401</c:v>
                </c:pt>
                <c:pt idx="19073">
                  <c:v>3.0260744905010108</c:v>
                </c:pt>
                <c:pt idx="19074">
                  <c:v>3.0243658241130156</c:v>
                </c:pt>
                <c:pt idx="19075">
                  <c:v>3.0225814046731445</c:v>
                </c:pt>
                <c:pt idx="19076">
                  <c:v>3.021424549789717</c:v>
                </c:pt>
                <c:pt idx="19077">
                  <c:v>3.0226673946239218</c:v>
                </c:pt>
                <c:pt idx="19078">
                  <c:v>3.0224396662770956</c:v>
                </c:pt>
                <c:pt idx="19079">
                  <c:v>3.0223195959837232</c:v>
                </c:pt>
                <c:pt idx="19080">
                  <c:v>3.0250165496532251</c:v>
                </c:pt>
                <c:pt idx="19081">
                  <c:v>3.0262225416513826</c:v>
                </c:pt>
                <c:pt idx="19082">
                  <c:v>3.0257238767136143</c:v>
                </c:pt>
                <c:pt idx="19083">
                  <c:v>3.0258837429514687</c:v>
                </c:pt>
                <c:pt idx="19084">
                  <c:v>3.024218498076316</c:v>
                </c:pt>
                <c:pt idx="19085">
                  <c:v>3.022082014621704</c:v>
                </c:pt>
                <c:pt idx="19086">
                  <c:v>3.0214545780264963</c:v>
                </c:pt>
                <c:pt idx="19087">
                  <c:v>3.0203712155464371</c:v>
                </c:pt>
                <c:pt idx="19088">
                  <c:v>3.0203206708581081</c:v>
                </c:pt>
                <c:pt idx="19089">
                  <c:v>3.0218432389548124</c:v>
                </c:pt>
                <c:pt idx="19090">
                  <c:v>3.0222489613812988</c:v>
                </c:pt>
                <c:pt idx="19091">
                  <c:v>3.0205254088361499</c:v>
                </c:pt>
                <c:pt idx="19092">
                  <c:v>3.0175953951016439</c:v>
                </c:pt>
                <c:pt idx="19093">
                  <c:v>3.012668503621303</c:v>
                </c:pt>
                <c:pt idx="19094">
                  <c:v>3.0091170674696945</c:v>
                </c:pt>
                <c:pt idx="19095">
                  <c:v>3.0099345265007722</c:v>
                </c:pt>
                <c:pt idx="19096">
                  <c:v>3.0143704733712666</c:v>
                </c:pt>
                <c:pt idx="19097">
                  <c:v>3.019330080274349</c:v>
                </c:pt>
                <c:pt idx="19098">
                  <c:v>3.0219786219427927</c:v>
                </c:pt>
                <c:pt idx="19099">
                  <c:v>3.0223668136799091</c:v>
                </c:pt>
                <c:pt idx="19100">
                  <c:v>3.0198566834153708</c:v>
                </c:pt>
                <c:pt idx="19101">
                  <c:v>3.0176930295249225</c:v>
                </c:pt>
                <c:pt idx="19102">
                  <c:v>3.0185679004973425</c:v>
                </c:pt>
                <c:pt idx="19103">
                  <c:v>3.0179000708052173</c:v>
                </c:pt>
                <c:pt idx="19104">
                  <c:v>3.0184600718289074</c:v>
                </c:pt>
                <c:pt idx="19105">
                  <c:v>3.0218590634943654</c:v>
                </c:pt>
                <c:pt idx="19106">
                  <c:v>3.0210407513883792</c:v>
                </c:pt>
                <c:pt idx="19107">
                  <c:v>3.0212606740997927</c:v>
                </c:pt>
                <c:pt idx="19108">
                  <c:v>3.0237182122962216</c:v>
                </c:pt>
                <c:pt idx="19109">
                  <c:v>3.022036588382826</c:v>
                </c:pt>
                <c:pt idx="19110">
                  <c:v>3.0200236728287111</c:v>
                </c:pt>
                <c:pt idx="19111">
                  <c:v>3.01976736647245</c:v>
                </c:pt>
                <c:pt idx="19112">
                  <c:v>3.0206763177874647</c:v>
                </c:pt>
                <c:pt idx="19113">
                  <c:v>3.0236127295837849</c:v>
                </c:pt>
                <c:pt idx="19114">
                  <c:v>3.0259498136031326</c:v>
                </c:pt>
                <c:pt idx="19115">
                  <c:v>3.0253673767093487</c:v>
                </c:pt>
                <c:pt idx="19116">
                  <c:v>3.0242259624817653</c:v>
                </c:pt>
                <c:pt idx="19117">
                  <c:v>3.0246881158134498</c:v>
                </c:pt>
                <c:pt idx="19118">
                  <c:v>3.0246555283519445</c:v>
                </c:pt>
                <c:pt idx="19119">
                  <c:v>3.0209818039122016</c:v>
                </c:pt>
                <c:pt idx="19120">
                  <c:v>3.0201927096218317</c:v>
                </c:pt>
                <c:pt idx="19121">
                  <c:v>3.0199396876039684</c:v>
                </c:pt>
                <c:pt idx="19122">
                  <c:v>3.0188546616278376</c:v>
                </c:pt>
                <c:pt idx="19123">
                  <c:v>3.0171089291350675</c:v>
                </c:pt>
                <c:pt idx="19124">
                  <c:v>3.0175693763169344</c:v>
                </c:pt>
                <c:pt idx="19125">
                  <c:v>3.0159560837037098</c:v>
                </c:pt>
                <c:pt idx="19126">
                  <c:v>3.0152387756668912</c:v>
                </c:pt>
                <c:pt idx="19127">
                  <c:v>3.0162509490458356</c:v>
                </c:pt>
                <c:pt idx="19128">
                  <c:v>3.019019561007652</c:v>
                </c:pt>
                <c:pt idx="19129">
                  <c:v>3.0219981573581975</c:v>
                </c:pt>
                <c:pt idx="19130">
                  <c:v>3.0213837728090902</c:v>
                </c:pt>
                <c:pt idx="19131">
                  <c:v>3.0195887752403539</c:v>
                </c:pt>
                <c:pt idx="19132">
                  <c:v>3.0185995922301938</c:v>
                </c:pt>
                <c:pt idx="19133">
                  <c:v>3.0201074874384721</c:v>
                </c:pt>
                <c:pt idx="19134">
                  <c:v>3.0214979142318485</c:v>
                </c:pt>
                <c:pt idx="19135">
                  <c:v>3.0207968572720372</c:v>
                </c:pt>
                <c:pt idx="19136">
                  <c:v>3.0188690359400461</c:v>
                </c:pt>
                <c:pt idx="19137">
                  <c:v>3.0172217056379722</c:v>
                </c:pt>
                <c:pt idx="19138">
                  <c:v>3.0193580184776025</c:v>
                </c:pt>
                <c:pt idx="19139">
                  <c:v>3.0202008138334628</c:v>
                </c:pt>
                <c:pt idx="19140">
                  <c:v>3.0197237316908798</c:v>
                </c:pt>
                <c:pt idx="19141">
                  <c:v>3.0194351364493315</c:v>
                </c:pt>
                <c:pt idx="19142">
                  <c:v>3.016105585081426</c:v>
                </c:pt>
                <c:pt idx="19143">
                  <c:v>3.0142823933869631</c:v>
                </c:pt>
                <c:pt idx="19144">
                  <c:v>3.0165831790689541</c:v>
                </c:pt>
                <c:pt idx="19145">
                  <c:v>3.0187669228734975</c:v>
                </c:pt>
                <c:pt idx="19146">
                  <c:v>3.0198939627888723</c:v>
                </c:pt>
                <c:pt idx="19147">
                  <c:v>3.0214724925995751</c:v>
                </c:pt>
                <c:pt idx="19148">
                  <c:v>3.0242368818405945</c:v>
                </c:pt>
                <c:pt idx="19149">
                  <c:v>3.0250287486244165</c:v>
                </c:pt>
                <c:pt idx="19150">
                  <c:v>3.0230526005988585</c:v>
                </c:pt>
                <c:pt idx="19151">
                  <c:v>3.0255242571850234</c:v>
                </c:pt>
                <c:pt idx="19152">
                  <c:v>3.0278673127287306</c:v>
                </c:pt>
                <c:pt idx="19153">
                  <c:v>3.0273085060099127</c:v>
                </c:pt>
                <c:pt idx="19154">
                  <c:v>3.0252314818764234</c:v>
                </c:pt>
                <c:pt idx="19155">
                  <c:v>3.022165061464047</c:v>
                </c:pt>
                <c:pt idx="19156">
                  <c:v>3.0206753794050654</c:v>
                </c:pt>
                <c:pt idx="19157">
                  <c:v>3.0231121878812179</c:v>
                </c:pt>
                <c:pt idx="19158">
                  <c:v>3.0237874819787924</c:v>
                </c:pt>
                <c:pt idx="19159">
                  <c:v>3.0202979790655418</c:v>
                </c:pt>
                <c:pt idx="19160">
                  <c:v>3.0179721556349861</c:v>
                </c:pt>
                <c:pt idx="19161">
                  <c:v>3.017733081391877</c:v>
                </c:pt>
                <c:pt idx="19162">
                  <c:v>3.0189925611867978</c:v>
                </c:pt>
                <c:pt idx="19163">
                  <c:v>3.0198306646306614</c:v>
                </c:pt>
                <c:pt idx="19164">
                  <c:v>3.0186428004743098</c:v>
                </c:pt>
                <c:pt idx="19165">
                  <c:v>3.0184403231447754</c:v>
                </c:pt>
                <c:pt idx="19166">
                  <c:v>3.0166525340590158</c:v>
                </c:pt>
                <c:pt idx="19167">
                  <c:v>3.0145780264965065</c:v>
                </c:pt>
                <c:pt idx="19168">
                  <c:v>3.017860104245754</c:v>
                </c:pt>
                <c:pt idx="19169">
                  <c:v>3.0206938911305801</c:v>
                </c:pt>
                <c:pt idx="19170">
                  <c:v>3.0221578529810702</c:v>
                </c:pt>
                <c:pt idx="19171">
                  <c:v>3.0218668264760327</c:v>
                </c:pt>
                <c:pt idx="19172">
                  <c:v>3.0217477798725505</c:v>
                </c:pt>
                <c:pt idx="19173">
                  <c:v>3.0228836064594833</c:v>
                </c:pt>
                <c:pt idx="19174">
                  <c:v>3.022378415498665</c:v>
                </c:pt>
                <c:pt idx="19175">
                  <c:v>3.0192060005289063</c:v>
                </c:pt>
                <c:pt idx="19176">
                  <c:v>3.0166520222140707</c:v>
                </c:pt>
                <c:pt idx="19177">
                  <c:v>3.0173592639669691</c:v>
                </c:pt>
                <c:pt idx="19178">
                  <c:v>3.017910350357865</c:v>
                </c:pt>
                <c:pt idx="19179">
                  <c:v>3.0186421606681284</c:v>
                </c:pt>
                <c:pt idx="19180">
                  <c:v>3.0186294498519914</c:v>
                </c:pt>
                <c:pt idx="19181">
                  <c:v>3.0183577454936317</c:v>
                </c:pt>
                <c:pt idx="19182">
                  <c:v>3.0205848681572727</c:v>
                </c:pt>
                <c:pt idx="19183">
                  <c:v>3.0230149373416482</c:v>
                </c:pt>
                <c:pt idx="19184">
                  <c:v>3.0242103938646854</c:v>
                </c:pt>
                <c:pt idx="19185">
                  <c:v>3.0260404101584162</c:v>
                </c:pt>
                <c:pt idx="19186">
                  <c:v>3.0277474130503399</c:v>
                </c:pt>
                <c:pt idx="19187">
                  <c:v>3.0289620211050732</c:v>
                </c:pt>
                <c:pt idx="19188">
                  <c:v>3.0287535722511794</c:v>
                </c:pt>
                <c:pt idx="19189">
                  <c:v>3.0272994207621373</c:v>
                </c:pt>
                <c:pt idx="19190">
                  <c:v>3.0258529896010167</c:v>
                </c:pt>
                <c:pt idx="19191">
                  <c:v>3.024196232821204</c:v>
                </c:pt>
                <c:pt idx="19192">
                  <c:v>3.0212472381699835</c:v>
                </c:pt>
                <c:pt idx="19193">
                  <c:v>3.0209857707105261</c:v>
                </c:pt>
                <c:pt idx="19194">
                  <c:v>3.0219616457521137</c:v>
                </c:pt>
                <c:pt idx="19195">
                  <c:v>3.0208604113527211</c:v>
                </c:pt>
                <c:pt idx="19196">
                  <c:v>3.0203609359937897</c:v>
                </c:pt>
                <c:pt idx="19197">
                  <c:v>3.0187442737346766</c:v>
                </c:pt>
                <c:pt idx="19198">
                  <c:v>3.0182732484239443</c:v>
                </c:pt>
                <c:pt idx="19199">
                  <c:v>3.0198322001654967</c:v>
                </c:pt>
                <c:pt idx="19200">
                  <c:v>3.0225191728585687</c:v>
                </c:pt>
                <c:pt idx="19201">
                  <c:v>3.0256271380189896</c:v>
                </c:pt>
                <c:pt idx="19202">
                  <c:v>3.0292090289448317</c:v>
                </c:pt>
                <c:pt idx="19203">
                  <c:v>3.0287470888818748</c:v>
                </c:pt>
                <c:pt idx="19204">
                  <c:v>3.0263020055791099</c:v>
                </c:pt>
                <c:pt idx="19205">
                  <c:v>3.0251728329764638</c:v>
                </c:pt>
                <c:pt idx="19206">
                  <c:v>3.0237310937273403</c:v>
                </c:pt>
                <c:pt idx="19207">
                  <c:v>3.0237344207194834</c:v>
                </c:pt>
                <c:pt idx="19208">
                  <c:v>3.0242530049563654</c:v>
                </c:pt>
                <c:pt idx="19209">
                  <c:v>3.0232457794118903</c:v>
                </c:pt>
                <c:pt idx="19210">
                  <c:v>3.0203894713494792</c:v>
                </c:pt>
                <c:pt idx="19211">
                  <c:v>3.0202466239560497</c:v>
                </c:pt>
                <c:pt idx="19212">
                  <c:v>3.022153715567764</c:v>
                </c:pt>
                <c:pt idx="19213">
                  <c:v>3.0246394905436644</c:v>
                </c:pt>
                <c:pt idx="19214">
                  <c:v>3.0246925091492285</c:v>
                </c:pt>
                <c:pt idx="19215">
                  <c:v>3.0205643943594689</c:v>
                </c:pt>
                <c:pt idx="19216">
                  <c:v>3.0187868421726112</c:v>
                </c:pt>
                <c:pt idx="19217">
                  <c:v>3.0195107188862256</c:v>
                </c:pt>
                <c:pt idx="19218">
                  <c:v>3.0199486022367625</c:v>
                </c:pt>
                <c:pt idx="19219">
                  <c:v>3.0170222993781084</c:v>
                </c:pt>
                <c:pt idx="19220">
                  <c:v>3.0129709613301143</c:v>
                </c:pt>
                <c:pt idx="19221">
                  <c:v>3.0129208005254942</c:v>
                </c:pt>
                <c:pt idx="19222">
                  <c:v>3.0168904993047438</c:v>
                </c:pt>
                <c:pt idx="19223">
                  <c:v>3.0226644941692329</c:v>
                </c:pt>
                <c:pt idx="19224">
                  <c:v>3.0245264154645422</c:v>
                </c:pt>
                <c:pt idx="19225">
                  <c:v>3.0250105354751202</c:v>
                </c:pt>
                <c:pt idx="19226">
                  <c:v>3.0230384395553775</c:v>
                </c:pt>
                <c:pt idx="19227">
                  <c:v>3.019989293909898</c:v>
                </c:pt>
                <c:pt idx="19228">
                  <c:v>3.0174149697584944</c:v>
                </c:pt>
                <c:pt idx="19229">
                  <c:v>3.0169512808919752</c:v>
                </c:pt>
                <c:pt idx="19230">
                  <c:v>3.018220912278307</c:v>
                </c:pt>
                <c:pt idx="19231">
                  <c:v>3.0168562910009129</c:v>
                </c:pt>
                <c:pt idx="19232">
                  <c:v>3.0149914265971693</c:v>
                </c:pt>
                <c:pt idx="19233">
                  <c:v>3.0150462793137867</c:v>
                </c:pt>
                <c:pt idx="19234">
                  <c:v>3.0157115924349318</c:v>
                </c:pt>
                <c:pt idx="19235">
                  <c:v>3.0162604181773203</c:v>
                </c:pt>
                <c:pt idx="19236">
                  <c:v>3.0152069986265495</c:v>
                </c:pt>
                <c:pt idx="19237">
                  <c:v>3.0152804910299174</c:v>
                </c:pt>
                <c:pt idx="19238">
                  <c:v>3.0181632017607467</c:v>
                </c:pt>
                <c:pt idx="19239">
                  <c:v>3.0193861699495832</c:v>
                </c:pt>
                <c:pt idx="19240">
                  <c:v>3.0198235414551751</c:v>
                </c:pt>
                <c:pt idx="19241">
                  <c:v>3.0222035777961662</c:v>
                </c:pt>
                <c:pt idx="19242">
                  <c:v>3.0236170802658182</c:v>
                </c:pt>
                <c:pt idx="19243">
                  <c:v>3.0239450449143939</c:v>
                </c:pt>
                <c:pt idx="19244">
                  <c:v>3.0227877208397671</c:v>
                </c:pt>
                <c:pt idx="19245">
                  <c:v>3.0207238767136144</c:v>
                </c:pt>
                <c:pt idx="19246">
                  <c:v>3.021269546078841</c:v>
                </c:pt>
                <c:pt idx="19247">
                  <c:v>3.0216387995529885</c:v>
                </c:pt>
                <c:pt idx="19248">
                  <c:v>3.0208591317403579</c:v>
                </c:pt>
                <c:pt idx="19249">
                  <c:v>3.0206371616491645</c:v>
                </c:pt>
                <c:pt idx="19250">
                  <c:v>3.0205385888434861</c:v>
                </c:pt>
                <c:pt idx="19251">
                  <c:v>3.0180643730325958</c:v>
                </c:pt>
                <c:pt idx="19252">
                  <c:v>3.0168161964802129</c:v>
                </c:pt>
                <c:pt idx="19253">
                  <c:v>3.0193187770318111</c:v>
                </c:pt>
                <c:pt idx="19254">
                  <c:v>3.021271252228658</c:v>
                </c:pt>
                <c:pt idx="19255">
                  <c:v>3.0194652073398567</c:v>
                </c:pt>
                <c:pt idx="19256">
                  <c:v>3.0181658889467085</c:v>
                </c:pt>
                <c:pt idx="19257">
                  <c:v>3.0198040060397702</c:v>
                </c:pt>
                <c:pt idx="19258">
                  <c:v>3.021763561758358</c:v>
                </c:pt>
                <c:pt idx="19259">
                  <c:v>3.0212639584381904</c:v>
                </c:pt>
                <c:pt idx="19260">
                  <c:v>3.0201524871398959</c:v>
                </c:pt>
                <c:pt idx="19261">
                  <c:v>3.0179581225527414</c:v>
                </c:pt>
                <c:pt idx="19262">
                  <c:v>3.0162239492249814</c:v>
                </c:pt>
                <c:pt idx="19263">
                  <c:v>3.0166420412376409</c:v>
                </c:pt>
                <c:pt idx="19264">
                  <c:v>3.0158161367649692</c:v>
                </c:pt>
                <c:pt idx="19265">
                  <c:v>3.0165650512271482</c:v>
                </c:pt>
                <c:pt idx="19266">
                  <c:v>3.017510087610793</c:v>
                </c:pt>
                <c:pt idx="19267">
                  <c:v>3.0178758434778157</c:v>
                </c:pt>
                <c:pt idx="19268">
                  <c:v>3.018511384284654</c:v>
                </c:pt>
                <c:pt idx="19269">
                  <c:v>3.0176284091006029</c:v>
                </c:pt>
                <c:pt idx="19270">
                  <c:v>3.0177815360466802</c:v>
                </c:pt>
                <c:pt idx="19271">
                  <c:v>3.0184336691604892</c:v>
                </c:pt>
                <c:pt idx="19272">
                  <c:v>3.0186453170452898</c:v>
                </c:pt>
                <c:pt idx="19273">
                  <c:v>3.0202604011158218</c:v>
                </c:pt>
                <c:pt idx="19274">
                  <c:v>3.019978843742269</c:v>
                </c:pt>
                <c:pt idx="19275">
                  <c:v>3.0200987434206596</c:v>
                </c:pt>
                <c:pt idx="19276">
                  <c:v>3.0218218267746089</c:v>
                </c:pt>
                <c:pt idx="19277">
                  <c:v>3.0218283527976593</c:v>
                </c:pt>
                <c:pt idx="19278">
                  <c:v>3.0203260025762861</c:v>
                </c:pt>
                <c:pt idx="19279">
                  <c:v>3.018743207391041</c:v>
                </c:pt>
                <c:pt idx="19280">
                  <c:v>3.0186656202281124</c:v>
                </c:pt>
                <c:pt idx="19281">
                  <c:v>3.0190369210820402</c:v>
                </c:pt>
                <c:pt idx="19282">
                  <c:v>3.0199933886694592</c:v>
                </c:pt>
                <c:pt idx="19283">
                  <c:v>3.0209504107555682</c:v>
                </c:pt>
                <c:pt idx="19284">
                  <c:v>3.0219277786782457</c:v>
                </c:pt>
                <c:pt idx="19285">
                  <c:v>3.0222115113928152</c:v>
                </c:pt>
                <c:pt idx="19286">
                  <c:v>3.0208127244653351</c:v>
                </c:pt>
                <c:pt idx="19287">
                  <c:v>3.0188152922208098</c:v>
                </c:pt>
                <c:pt idx="19288">
                  <c:v>3.0181243015449186</c:v>
                </c:pt>
                <c:pt idx="19289">
                  <c:v>3.0179475870776211</c:v>
                </c:pt>
                <c:pt idx="19290">
                  <c:v>3.0185943458195066</c:v>
                </c:pt>
                <c:pt idx="19291">
                  <c:v>3.020272429472032</c:v>
                </c:pt>
                <c:pt idx="19292">
                  <c:v>3.0214378577582899</c:v>
                </c:pt>
                <c:pt idx="19293">
                  <c:v>3.0218858500464925</c:v>
                </c:pt>
                <c:pt idx="19294">
                  <c:v>3.0207589380923539</c:v>
                </c:pt>
                <c:pt idx="19295">
                  <c:v>3.0190100492224223</c:v>
                </c:pt>
                <c:pt idx="19296">
                  <c:v>3.018003804714092</c:v>
                </c:pt>
                <c:pt idx="19297">
                  <c:v>3.0199096167134436</c:v>
                </c:pt>
                <c:pt idx="19298">
                  <c:v>3.0206605359016576</c:v>
                </c:pt>
                <c:pt idx="19299">
                  <c:v>3.0192040384566168</c:v>
                </c:pt>
                <c:pt idx="19300">
                  <c:v>3.0182933383380393</c:v>
                </c:pt>
                <c:pt idx="19301">
                  <c:v>3.0158253499739813</c:v>
                </c:pt>
                <c:pt idx="19302">
                  <c:v>3.0150137771597723</c:v>
                </c:pt>
                <c:pt idx="19303">
                  <c:v>3.0159443112699726</c:v>
                </c:pt>
                <c:pt idx="19304">
                  <c:v>3.0165364732177133</c:v>
                </c:pt>
                <c:pt idx="19305">
                  <c:v>3.0176586079523644</c:v>
                </c:pt>
                <c:pt idx="19306">
                  <c:v>3.0187589892768485</c:v>
                </c:pt>
                <c:pt idx="19307">
                  <c:v>3.0170125316704062</c:v>
                </c:pt>
                <c:pt idx="19308">
                  <c:v>3.017217866800884</c:v>
                </c:pt>
                <c:pt idx="19309">
                  <c:v>3.0225025805515982</c:v>
                </c:pt>
                <c:pt idx="19310">
                  <c:v>3.0246160736374259</c:v>
                </c:pt>
                <c:pt idx="19311">
                  <c:v>3.0257393600232034</c:v>
                </c:pt>
                <c:pt idx="19312">
                  <c:v>3.0243540090255325</c:v>
                </c:pt>
                <c:pt idx="19313">
                  <c:v>3.0208316627283041</c:v>
                </c:pt>
                <c:pt idx="19314">
                  <c:v>3.0176218404238075</c:v>
                </c:pt>
                <c:pt idx="19315">
                  <c:v>3.0181581259650412</c:v>
                </c:pt>
                <c:pt idx="19316">
                  <c:v>3.0213794647808023</c:v>
                </c:pt>
                <c:pt idx="19317">
                  <c:v>3.0218881960024908</c:v>
                </c:pt>
                <c:pt idx="19318">
                  <c:v>3.0206574221782416</c:v>
                </c:pt>
                <c:pt idx="19319">
                  <c:v>3.018574938365338</c:v>
                </c:pt>
                <c:pt idx="19320">
                  <c:v>3.017000801890414</c:v>
                </c:pt>
                <c:pt idx="19321">
                  <c:v>3.0171706064509523</c:v>
                </c:pt>
                <c:pt idx="19322">
                  <c:v>3.0194635011900397</c:v>
                </c:pt>
                <c:pt idx="19323">
                  <c:v>3.0193217627939908</c:v>
                </c:pt>
                <c:pt idx="19324">
                  <c:v>3.0189922626105798</c:v>
                </c:pt>
                <c:pt idx="19325">
                  <c:v>3.0171770898202572</c:v>
                </c:pt>
                <c:pt idx="19326">
                  <c:v>3.0145015056772135</c:v>
                </c:pt>
                <c:pt idx="19327">
                  <c:v>3.0147074379601273</c:v>
                </c:pt>
                <c:pt idx="19328">
                  <c:v>3.0152427424652157</c:v>
                </c:pt>
                <c:pt idx="19329">
                  <c:v>3.0157820137686291</c:v>
                </c:pt>
                <c:pt idx="19330">
                  <c:v>3.0172927667778509</c:v>
                </c:pt>
                <c:pt idx="19331">
                  <c:v>3.0187601835817204</c:v>
                </c:pt>
                <c:pt idx="19332">
                  <c:v>3.0189058034686025</c:v>
                </c:pt>
                <c:pt idx="19333">
                  <c:v>3.0161797599447207</c:v>
                </c:pt>
                <c:pt idx="19334">
                  <c:v>3.0141331052779745</c:v>
                </c:pt>
                <c:pt idx="19335">
                  <c:v>3.0142687441884273</c:v>
                </c:pt>
                <c:pt idx="19336">
                  <c:v>3.0137182549499673</c:v>
                </c:pt>
                <c:pt idx="19337">
                  <c:v>3.012491533231533</c:v>
                </c:pt>
                <c:pt idx="19338">
                  <c:v>3.0153431920356928</c:v>
                </c:pt>
                <c:pt idx="19339">
                  <c:v>3.0190251059945572</c:v>
                </c:pt>
                <c:pt idx="19340">
                  <c:v>3.0193536677955692</c:v>
                </c:pt>
                <c:pt idx="19341">
                  <c:v>3.0195899268914803</c:v>
                </c:pt>
                <c:pt idx="19342">
                  <c:v>3.0194573590506981</c:v>
                </c:pt>
                <c:pt idx="19343">
                  <c:v>3.0182735470001623</c:v>
                </c:pt>
                <c:pt idx="19344">
                  <c:v>3.0194743352413775</c:v>
                </c:pt>
                <c:pt idx="19345">
                  <c:v>3.0181710073961594</c:v>
                </c:pt>
                <c:pt idx="19346">
                  <c:v>3.0170444366719842</c:v>
                </c:pt>
                <c:pt idx="19347">
                  <c:v>3.0202947373808895</c:v>
                </c:pt>
                <c:pt idx="19348">
                  <c:v>3.0218283527976593</c:v>
                </c:pt>
                <c:pt idx="19349">
                  <c:v>3.0208895012071011</c:v>
                </c:pt>
                <c:pt idx="19350">
                  <c:v>3.0210760260358462</c:v>
                </c:pt>
                <c:pt idx="19351">
                  <c:v>3.0200412888255719</c:v>
                </c:pt>
                <c:pt idx="19352">
                  <c:v>3.018463953319741</c:v>
                </c:pt>
                <c:pt idx="19353">
                  <c:v>3.0204139545993534</c:v>
                </c:pt>
                <c:pt idx="19354">
                  <c:v>3.0218146182916321</c:v>
                </c:pt>
                <c:pt idx="19355">
                  <c:v>3.0208613497351204</c:v>
                </c:pt>
                <c:pt idx="19356">
                  <c:v>3.0192494646954948</c:v>
                </c:pt>
                <c:pt idx="19357">
                  <c:v>3.0185277206691521</c:v>
                </c:pt>
                <c:pt idx="19358">
                  <c:v>3.0185484077356834</c:v>
                </c:pt>
                <c:pt idx="19359">
                  <c:v>3.0175808501744537</c:v>
                </c:pt>
                <c:pt idx="19360">
                  <c:v>3.0162747498357829</c:v>
                </c:pt>
                <c:pt idx="19361">
                  <c:v>3.0168059169275656</c:v>
                </c:pt>
                <c:pt idx="19362">
                  <c:v>3.0183283997167791</c:v>
                </c:pt>
                <c:pt idx="19363">
                  <c:v>3.0199456591283282</c:v>
                </c:pt>
                <c:pt idx="19364">
                  <c:v>3.0209201692500618</c:v>
                </c:pt>
                <c:pt idx="19365">
                  <c:v>3.0205734796072443</c:v>
                </c:pt>
                <c:pt idx="19366">
                  <c:v>3.0202400126255085</c:v>
                </c:pt>
                <c:pt idx="19367">
                  <c:v>3.0204998165888948</c:v>
                </c:pt>
                <c:pt idx="19368">
                  <c:v>3.0218309546761302</c:v>
                </c:pt>
                <c:pt idx="19369">
                  <c:v>3.0220796260119602</c:v>
                </c:pt>
                <c:pt idx="19370">
                  <c:v>3.0211328834784981</c:v>
                </c:pt>
                <c:pt idx="19371">
                  <c:v>3.020430248330106</c:v>
                </c:pt>
                <c:pt idx="19372">
                  <c:v>3.0190164046304906</c:v>
                </c:pt>
                <c:pt idx="19373">
                  <c:v>3.0194580415106249</c:v>
                </c:pt>
                <c:pt idx="19374">
                  <c:v>3.0202895336239477</c:v>
                </c:pt>
                <c:pt idx="19375">
                  <c:v>3.0221337109611595</c:v>
                </c:pt>
                <c:pt idx="19376">
                  <c:v>3.0233602620646121</c:v>
                </c:pt>
                <c:pt idx="19377">
                  <c:v>3.023380906477398</c:v>
                </c:pt>
                <c:pt idx="19378">
                  <c:v>3.0234031290787646</c:v>
                </c:pt>
                <c:pt idx="19379">
                  <c:v>3.0217183061344617</c:v>
                </c:pt>
                <c:pt idx="19380">
                  <c:v>3.0188618274570689</c:v>
                </c:pt>
                <c:pt idx="19381">
                  <c:v>3.0192971089291349</c:v>
                </c:pt>
                <c:pt idx="19382">
                  <c:v>3.0200866297569591</c:v>
                </c:pt>
                <c:pt idx="19383">
                  <c:v>3.0207132985847487</c:v>
                </c:pt>
                <c:pt idx="19384">
                  <c:v>3.0205410201069758</c:v>
                </c:pt>
                <c:pt idx="19385">
                  <c:v>3.0213835595403631</c:v>
                </c:pt>
                <c:pt idx="19386">
                  <c:v>3.0231717751635769</c:v>
                </c:pt>
                <c:pt idx="19387">
                  <c:v>3.0233177789341683</c:v>
                </c:pt>
                <c:pt idx="19388">
                  <c:v>3.0225709971592605</c:v>
                </c:pt>
                <c:pt idx="19389">
                  <c:v>3.0214485638483914</c:v>
                </c:pt>
                <c:pt idx="19390">
                  <c:v>3.0228892794076248</c:v>
                </c:pt>
                <c:pt idx="19391">
                  <c:v>3.024058759799698</c:v>
                </c:pt>
                <c:pt idx="19392">
                  <c:v>3.0227779531320644</c:v>
                </c:pt>
                <c:pt idx="19393">
                  <c:v>3.0214673314963787</c:v>
                </c:pt>
                <c:pt idx="19394">
                  <c:v>3.0217737986572599</c:v>
                </c:pt>
                <c:pt idx="19395">
                  <c:v>3.023183291674842</c:v>
                </c:pt>
                <c:pt idx="19396">
                  <c:v>3.0224011072912313</c:v>
                </c:pt>
                <c:pt idx="19397">
                  <c:v>3.0220618820538632</c:v>
                </c:pt>
                <c:pt idx="19398">
                  <c:v>3.0225898074609931</c:v>
                </c:pt>
                <c:pt idx="19399">
                  <c:v>3.0231787277240816</c:v>
                </c:pt>
                <c:pt idx="19400">
                  <c:v>3.021807878999855</c:v>
                </c:pt>
                <c:pt idx="19401">
                  <c:v>3.0212567073014682</c:v>
                </c:pt>
                <c:pt idx="19402">
                  <c:v>3.0229155114610613</c:v>
                </c:pt>
                <c:pt idx="19403">
                  <c:v>3.022202852682494</c:v>
                </c:pt>
                <c:pt idx="19404">
                  <c:v>3.0207342415737526</c:v>
                </c:pt>
                <c:pt idx="19405">
                  <c:v>3.0193588288987656</c:v>
                </c:pt>
                <c:pt idx="19406">
                  <c:v>3.0206343891557119</c:v>
                </c:pt>
                <c:pt idx="19407">
                  <c:v>3.0227736451037766</c:v>
                </c:pt>
                <c:pt idx="19408">
                  <c:v>3.0232412154611294</c:v>
                </c:pt>
                <c:pt idx="19409">
                  <c:v>3.0238833249447632</c:v>
                </c:pt>
                <c:pt idx="19410">
                  <c:v>3.0227436168669972</c:v>
                </c:pt>
                <c:pt idx="19411">
                  <c:v>3.019461368502768</c:v>
                </c:pt>
                <c:pt idx="19412">
                  <c:v>3.0190782525613575</c:v>
                </c:pt>
                <c:pt idx="19413">
                  <c:v>3.0214425496702866</c:v>
                </c:pt>
                <c:pt idx="19414">
                  <c:v>3.0224655144468238</c:v>
                </c:pt>
                <c:pt idx="19415">
                  <c:v>3.0239581822679851</c:v>
                </c:pt>
                <c:pt idx="19416">
                  <c:v>3.0248591999863508</c:v>
                </c:pt>
                <c:pt idx="19417">
                  <c:v>3.0238663914078296</c:v>
                </c:pt>
                <c:pt idx="19418">
                  <c:v>3.0235650426963994</c:v>
                </c:pt>
                <c:pt idx="19419">
                  <c:v>3.0228940566271123</c:v>
                </c:pt>
                <c:pt idx="19420">
                  <c:v>3.0224957986060756</c:v>
                </c:pt>
                <c:pt idx="19421">
                  <c:v>3.0232577224606092</c:v>
                </c:pt>
                <c:pt idx="19422">
                  <c:v>3.0242188393062794</c:v>
                </c:pt>
                <c:pt idx="19423">
                  <c:v>3.0238483062197692</c:v>
                </c:pt>
                <c:pt idx="19424">
                  <c:v>3.0244174351449802</c:v>
                </c:pt>
                <c:pt idx="19425">
                  <c:v>3.0248073330319136</c:v>
                </c:pt>
                <c:pt idx="19426">
                  <c:v>3.0236427578205642</c:v>
                </c:pt>
                <c:pt idx="19427">
                  <c:v>3.0219819915886812</c:v>
                </c:pt>
                <c:pt idx="19428">
                  <c:v>3.0199126877831142</c:v>
                </c:pt>
                <c:pt idx="19429">
                  <c:v>3.0200243979423833</c:v>
                </c:pt>
                <c:pt idx="19430">
                  <c:v>3.0201436578145926</c:v>
                </c:pt>
                <c:pt idx="19431">
                  <c:v>3.0203837130938469</c:v>
                </c:pt>
                <c:pt idx="19432">
                  <c:v>3.0191152760123865</c:v>
                </c:pt>
                <c:pt idx="19433">
                  <c:v>3.0180736715490988</c:v>
                </c:pt>
                <c:pt idx="19434">
                  <c:v>3.0193833974561306</c:v>
                </c:pt>
                <c:pt idx="19435">
                  <c:v>3.0191834366975763</c:v>
                </c:pt>
                <c:pt idx="19436">
                  <c:v>3.0170194842309104</c:v>
                </c:pt>
                <c:pt idx="19437">
                  <c:v>3.0164083840202007</c:v>
                </c:pt>
                <c:pt idx="19438">
                  <c:v>3.0194060039412061</c:v>
                </c:pt>
                <c:pt idx="19439">
                  <c:v>3.0226954181346666</c:v>
                </c:pt>
                <c:pt idx="19440">
                  <c:v>3.0222793308480416</c:v>
                </c:pt>
                <c:pt idx="19441">
                  <c:v>3.0212580295675764</c:v>
                </c:pt>
                <c:pt idx="19442">
                  <c:v>3.0184271431374388</c:v>
                </c:pt>
                <c:pt idx="19443">
                  <c:v>3.0165255112051388</c:v>
                </c:pt>
                <c:pt idx="19444">
                  <c:v>3.0157237914061232</c:v>
                </c:pt>
                <c:pt idx="19445">
                  <c:v>3.015513295172449</c:v>
                </c:pt>
                <c:pt idx="19446">
                  <c:v>3.0174887607380803</c:v>
                </c:pt>
                <c:pt idx="19447">
                  <c:v>3.0183339873574297</c:v>
                </c:pt>
                <c:pt idx="19448">
                  <c:v>3.0196930209941737</c:v>
                </c:pt>
                <c:pt idx="19449">
                  <c:v>3.0190121819096936</c:v>
                </c:pt>
                <c:pt idx="19450">
                  <c:v>3.0159543775538928</c:v>
                </c:pt>
                <c:pt idx="19451">
                  <c:v>3.0142013086169097</c:v>
                </c:pt>
                <c:pt idx="19452">
                  <c:v>3.0146538222021277</c:v>
                </c:pt>
                <c:pt idx="19453">
                  <c:v>3.0153211827030533</c:v>
                </c:pt>
                <c:pt idx="19454">
                  <c:v>3.0143768714330808</c:v>
                </c:pt>
                <c:pt idx="19455">
                  <c:v>3.0143994779181562</c:v>
                </c:pt>
                <c:pt idx="19456">
                  <c:v>3.0164817058085869</c:v>
                </c:pt>
                <c:pt idx="19457">
                  <c:v>3.0175175520162427</c:v>
                </c:pt>
                <c:pt idx="19458">
                  <c:v>3.0182620731426426</c:v>
                </c:pt>
                <c:pt idx="19459">
                  <c:v>3.0203462204516178</c:v>
                </c:pt>
                <c:pt idx="19460">
                  <c:v>3.021626685889288</c:v>
                </c:pt>
                <c:pt idx="19461">
                  <c:v>3.0226894466103067</c:v>
                </c:pt>
                <c:pt idx="19462">
                  <c:v>3.0233802240174708</c:v>
                </c:pt>
                <c:pt idx="19463">
                  <c:v>3.0212096175665186</c:v>
                </c:pt>
                <c:pt idx="19464">
                  <c:v>3.0196904191157024</c:v>
                </c:pt>
                <c:pt idx="19465">
                  <c:v>3.0217214198578777</c:v>
                </c:pt>
                <c:pt idx="19466">
                  <c:v>3.0238910879264309</c:v>
                </c:pt>
                <c:pt idx="19467">
                  <c:v>3.0235824027707872</c:v>
                </c:pt>
                <c:pt idx="19468">
                  <c:v>3.0231995854055946</c:v>
                </c:pt>
                <c:pt idx="19469">
                  <c:v>3.0229764636632743</c:v>
                </c:pt>
                <c:pt idx="19470">
                  <c:v>3.0240712573471078</c:v>
                </c:pt>
                <c:pt idx="19471">
                  <c:v>3.0263076785272514</c:v>
                </c:pt>
                <c:pt idx="19472">
                  <c:v>3.0246794571031281</c:v>
                </c:pt>
                <c:pt idx="19473">
                  <c:v>3.0231193537104493</c:v>
                </c:pt>
                <c:pt idx="19474">
                  <c:v>3.0229508714160191</c:v>
                </c:pt>
                <c:pt idx="19475">
                  <c:v>3.0210095715004734</c:v>
                </c:pt>
                <c:pt idx="19476">
                  <c:v>3.0200950751985531</c:v>
                </c:pt>
                <c:pt idx="19477">
                  <c:v>3.0200907245165198</c:v>
                </c:pt>
                <c:pt idx="19478">
                  <c:v>3.0182286752599747</c:v>
                </c:pt>
                <c:pt idx="19479">
                  <c:v>3.0171988858841696</c:v>
                </c:pt>
                <c:pt idx="19480">
                  <c:v>3.0175237794630747</c:v>
                </c:pt>
                <c:pt idx="19481">
                  <c:v>3.0206504269639916</c:v>
                </c:pt>
                <c:pt idx="19482">
                  <c:v>3.0237731503203298</c:v>
                </c:pt>
                <c:pt idx="19483">
                  <c:v>3.0243544355629868</c:v>
                </c:pt>
                <c:pt idx="19484">
                  <c:v>3.0240766317190313</c:v>
                </c:pt>
                <c:pt idx="19485">
                  <c:v>3.0252004726034993</c:v>
                </c:pt>
                <c:pt idx="19486">
                  <c:v>3.025329073645957</c:v>
                </c:pt>
                <c:pt idx="19487">
                  <c:v>3.0257576158262456</c:v>
                </c:pt>
                <c:pt idx="19488">
                  <c:v>3.0240563711899542</c:v>
                </c:pt>
                <c:pt idx="19489">
                  <c:v>3.0221877106028678</c:v>
                </c:pt>
                <c:pt idx="19490">
                  <c:v>3.0229183692620047</c:v>
                </c:pt>
                <c:pt idx="19491">
                  <c:v>3.0229509993772554</c:v>
                </c:pt>
                <c:pt idx="19492">
                  <c:v>3.022249985071189</c:v>
                </c:pt>
                <c:pt idx="19493">
                  <c:v>3.0196305759108708</c:v>
                </c:pt>
                <c:pt idx="19494">
                  <c:v>3.0199596495568275</c:v>
                </c:pt>
                <c:pt idx="19495">
                  <c:v>3.0231329176014947</c:v>
                </c:pt>
                <c:pt idx="19496">
                  <c:v>3.023605051909608</c:v>
                </c:pt>
                <c:pt idx="19497">
                  <c:v>3.0200711464473695</c:v>
                </c:pt>
                <c:pt idx="19498">
                  <c:v>3.0158739325900208</c:v>
                </c:pt>
                <c:pt idx="19499">
                  <c:v>3.0152180886003599</c:v>
                </c:pt>
                <c:pt idx="19500">
                  <c:v>3.01675123482593</c:v>
                </c:pt>
                <c:pt idx="19501">
                  <c:v>3.0186510326471767</c:v>
                </c:pt>
                <c:pt idx="19502">
                  <c:v>3.0190615749468961</c:v>
                </c:pt>
                <c:pt idx="19503">
                  <c:v>3.0200327580764865</c:v>
                </c:pt>
                <c:pt idx="19504">
                  <c:v>3.0229933545464629</c:v>
                </c:pt>
                <c:pt idx="19505">
                  <c:v>3.0240141013282376</c:v>
                </c:pt>
                <c:pt idx="19506">
                  <c:v>3.0239937128379242</c:v>
                </c:pt>
                <c:pt idx="19507">
                  <c:v>3.0257446064338911</c:v>
                </c:pt>
                <c:pt idx="19508">
                  <c:v>3.0250932837412452</c:v>
                </c:pt>
                <c:pt idx="19509">
                  <c:v>3.0235958387005963</c:v>
                </c:pt>
                <c:pt idx="19510">
                  <c:v>3.0218003719406603</c:v>
                </c:pt>
                <c:pt idx="19511">
                  <c:v>3.0209371027869958</c:v>
                </c:pt>
                <c:pt idx="19512">
                  <c:v>3.0228417204814755</c:v>
                </c:pt>
                <c:pt idx="19513">
                  <c:v>3.0238173822543359</c:v>
                </c:pt>
                <c:pt idx="19514">
                  <c:v>3.0247597314520189</c:v>
                </c:pt>
                <c:pt idx="19515">
                  <c:v>3.0252673536763264</c:v>
                </c:pt>
                <c:pt idx="19516">
                  <c:v>3.0254597647219401</c:v>
                </c:pt>
                <c:pt idx="19517">
                  <c:v>3.0274406899669861</c:v>
                </c:pt>
                <c:pt idx="19518">
                  <c:v>3.0283939158697524</c:v>
                </c:pt>
                <c:pt idx="19519">
                  <c:v>3.0270827397353761</c:v>
                </c:pt>
                <c:pt idx="19520">
                  <c:v>3.0238839647509446</c:v>
                </c:pt>
                <c:pt idx="19521">
                  <c:v>3.022019057693456</c:v>
                </c:pt>
                <c:pt idx="19522">
                  <c:v>3.0229509993772554</c:v>
                </c:pt>
                <c:pt idx="19523">
                  <c:v>3.0258139187702073</c:v>
                </c:pt>
                <c:pt idx="19524">
                  <c:v>3.0243848476834749</c:v>
                </c:pt>
                <c:pt idx="19525">
                  <c:v>3.0228805353898127</c:v>
                </c:pt>
                <c:pt idx="19526">
                  <c:v>3.025732279501463</c:v>
                </c:pt>
                <c:pt idx="19527">
                  <c:v>3.0272196582581916</c:v>
                </c:pt>
                <c:pt idx="19528">
                  <c:v>3.0256186072699043</c:v>
                </c:pt>
                <c:pt idx="19529">
                  <c:v>3.0224699930900933</c:v>
                </c:pt>
                <c:pt idx="19530">
                  <c:v>3.0203992817109269</c:v>
                </c:pt>
                <c:pt idx="19531">
                  <c:v>3.0188271499620383</c:v>
                </c:pt>
                <c:pt idx="19532">
                  <c:v>3.0171638245054297</c:v>
                </c:pt>
                <c:pt idx="19533">
                  <c:v>3.0177393941461998</c:v>
                </c:pt>
                <c:pt idx="19534">
                  <c:v>3.0189517415524256</c:v>
                </c:pt>
                <c:pt idx="19535">
                  <c:v>3.0195578512749206</c:v>
                </c:pt>
                <c:pt idx="19536">
                  <c:v>3.0182659546334762</c:v>
                </c:pt>
                <c:pt idx="19537">
                  <c:v>3.0158552929032698</c:v>
                </c:pt>
                <c:pt idx="19538">
                  <c:v>3.0150918761676464</c:v>
                </c:pt>
                <c:pt idx="19539">
                  <c:v>3.0153776562619963</c:v>
                </c:pt>
                <c:pt idx="19540">
                  <c:v>3.016186328621516</c:v>
                </c:pt>
                <c:pt idx="19541">
                  <c:v>3.0185194031887939</c:v>
                </c:pt>
                <c:pt idx="19542">
                  <c:v>3.0209334345648893</c:v>
                </c:pt>
                <c:pt idx="19543">
                  <c:v>3.0207857246444809</c:v>
                </c:pt>
                <c:pt idx="19544">
                  <c:v>3.0217371164361944</c:v>
                </c:pt>
                <c:pt idx="19545">
                  <c:v>3.0234099536780326</c:v>
                </c:pt>
                <c:pt idx="19546">
                  <c:v>3.025710824667514</c:v>
                </c:pt>
                <c:pt idx="19547">
                  <c:v>3.0242161947740631</c:v>
                </c:pt>
                <c:pt idx="19548">
                  <c:v>3.019259786901888</c:v>
                </c:pt>
                <c:pt idx="19549">
                  <c:v>3.0165194970270339</c:v>
                </c:pt>
                <c:pt idx="19550">
                  <c:v>3.0170072852597185</c:v>
                </c:pt>
                <c:pt idx="19551">
                  <c:v>3.018377622139</c:v>
                </c:pt>
                <c:pt idx="19552">
                  <c:v>3.0197599873744911</c:v>
                </c:pt>
                <c:pt idx="19553">
                  <c:v>3.0198307499381523</c:v>
                </c:pt>
                <c:pt idx="19554">
                  <c:v>3.0204537931975808</c:v>
                </c:pt>
                <c:pt idx="19555">
                  <c:v>3.0206144272028528</c:v>
                </c:pt>
                <c:pt idx="19556">
                  <c:v>3.0205425129880656</c:v>
                </c:pt>
                <c:pt idx="19557">
                  <c:v>3.0212244610699264</c:v>
                </c:pt>
                <c:pt idx="19558">
                  <c:v>3.0203997082483811</c:v>
                </c:pt>
                <c:pt idx="19559">
                  <c:v>3.0204320824411592</c:v>
                </c:pt>
                <c:pt idx="19560">
                  <c:v>3.020396381256238</c:v>
                </c:pt>
                <c:pt idx="19561">
                  <c:v>3.0214247204046987</c:v>
                </c:pt>
                <c:pt idx="19562">
                  <c:v>3.0229488666899842</c:v>
                </c:pt>
                <c:pt idx="19563">
                  <c:v>3.0237509277189631</c:v>
                </c:pt>
                <c:pt idx="19564">
                  <c:v>3.023625099169958</c:v>
                </c:pt>
                <c:pt idx="19565">
                  <c:v>3.0243248338636617</c:v>
                </c:pt>
                <c:pt idx="19566">
                  <c:v>3.023341409109134</c:v>
                </c:pt>
                <c:pt idx="19567">
                  <c:v>3.022089649642135</c:v>
                </c:pt>
                <c:pt idx="19568">
                  <c:v>3.0214149526969964</c:v>
                </c:pt>
                <c:pt idx="19569">
                  <c:v>3.0208249660902724</c:v>
                </c:pt>
                <c:pt idx="19570">
                  <c:v>3.0229139332724806</c:v>
                </c:pt>
                <c:pt idx="19571">
                  <c:v>3.0249303890874657</c:v>
                </c:pt>
                <c:pt idx="19572">
                  <c:v>3.0237457239620209</c:v>
                </c:pt>
                <c:pt idx="19573">
                  <c:v>3.0210221543553741</c:v>
                </c:pt>
                <c:pt idx="19574">
                  <c:v>3.0192806019296556</c:v>
                </c:pt>
                <c:pt idx="19575">
                  <c:v>3.019166631121879</c:v>
                </c:pt>
                <c:pt idx="19576">
                  <c:v>3.0212425036042414</c:v>
                </c:pt>
                <c:pt idx="19577">
                  <c:v>3.0235592844407666</c:v>
                </c:pt>
                <c:pt idx="19578">
                  <c:v>3.0226585226448734</c:v>
                </c:pt>
                <c:pt idx="19579">
                  <c:v>3.0238840927121808</c:v>
                </c:pt>
                <c:pt idx="19580">
                  <c:v>3.0238432730778091</c:v>
                </c:pt>
                <c:pt idx="19581">
                  <c:v>3.0188377280909036</c:v>
                </c:pt>
                <c:pt idx="19582">
                  <c:v>3.0163502043114407</c:v>
                </c:pt>
                <c:pt idx="19583">
                  <c:v>3.0181404246606895</c:v>
                </c:pt>
                <c:pt idx="19584">
                  <c:v>3.0210383627786355</c:v>
                </c:pt>
                <c:pt idx="19585">
                  <c:v>3.0226669680864675</c:v>
                </c:pt>
                <c:pt idx="19586">
                  <c:v>3.021817220170103</c:v>
                </c:pt>
                <c:pt idx="19587">
                  <c:v>3.0235136449331614</c:v>
                </c:pt>
                <c:pt idx="19588">
                  <c:v>3.026262124327137</c:v>
                </c:pt>
                <c:pt idx="19589">
                  <c:v>3.0255969818209736</c:v>
                </c:pt>
                <c:pt idx="19590">
                  <c:v>3.0233054520017402</c:v>
                </c:pt>
                <c:pt idx="19591">
                  <c:v>3.0231342398676029</c:v>
                </c:pt>
                <c:pt idx="19592">
                  <c:v>3.0222708427527021</c:v>
                </c:pt>
                <c:pt idx="19593">
                  <c:v>3.0208085443982835</c:v>
                </c:pt>
                <c:pt idx="19594">
                  <c:v>3.0199045835714835</c:v>
                </c:pt>
                <c:pt idx="19595">
                  <c:v>3.0184729106062802</c:v>
                </c:pt>
                <c:pt idx="19596">
                  <c:v>3.016975934756831</c:v>
                </c:pt>
                <c:pt idx="19597">
                  <c:v>3.0169415558380179</c:v>
                </c:pt>
                <c:pt idx="19598">
                  <c:v>3.0186453596990352</c:v>
                </c:pt>
                <c:pt idx="19599">
                  <c:v>3.0185713554507223</c:v>
                </c:pt>
                <c:pt idx="19600">
                  <c:v>3.0197955179444307</c:v>
                </c:pt>
                <c:pt idx="19601">
                  <c:v>3.0220993320423468</c:v>
                </c:pt>
                <c:pt idx="19602">
                  <c:v>3.0214946298934509</c:v>
                </c:pt>
                <c:pt idx="19603">
                  <c:v>3.0221831466521074</c:v>
                </c:pt>
                <c:pt idx="19604">
                  <c:v>3.0226622335207254</c:v>
                </c:pt>
                <c:pt idx="19605">
                  <c:v>3.0208022742977061</c:v>
                </c:pt>
                <c:pt idx="19606">
                  <c:v>3.0204814754783618</c:v>
                </c:pt>
                <c:pt idx="19607">
                  <c:v>3.0209445671924451</c:v>
                </c:pt>
                <c:pt idx="19608">
                  <c:v>3.0197715465395016</c:v>
                </c:pt>
                <c:pt idx="19609">
                  <c:v>3.0178623222405161</c:v>
                </c:pt>
                <c:pt idx="19610">
                  <c:v>3.0184382331112496</c:v>
                </c:pt>
                <c:pt idx="19611">
                  <c:v>3.0172066915195823</c:v>
                </c:pt>
                <c:pt idx="19612">
                  <c:v>3.0159665338713393</c:v>
                </c:pt>
                <c:pt idx="19613">
                  <c:v>3.0149591803656279</c:v>
                </c:pt>
                <c:pt idx="19614">
                  <c:v>3.0150101089376657</c:v>
                </c:pt>
                <c:pt idx="19615">
                  <c:v>3.0148017880450082</c:v>
                </c:pt>
                <c:pt idx="19616">
                  <c:v>3.0155701952688467</c:v>
                </c:pt>
                <c:pt idx="19617">
                  <c:v>3.0152755431954481</c:v>
                </c:pt>
                <c:pt idx="19618">
                  <c:v>3.016189996843623</c:v>
                </c:pt>
                <c:pt idx="19619">
                  <c:v>3.0190883614990232</c:v>
                </c:pt>
                <c:pt idx="19620">
                  <c:v>3.0194961739590354</c:v>
                </c:pt>
                <c:pt idx="19621">
                  <c:v>3.0179494638424198</c:v>
                </c:pt>
                <c:pt idx="19622">
                  <c:v>3.0196711396227705</c:v>
                </c:pt>
                <c:pt idx="19623">
                  <c:v>3.0215903448981853</c:v>
                </c:pt>
                <c:pt idx="19624">
                  <c:v>3.0222252885525878</c:v>
                </c:pt>
                <c:pt idx="19625">
                  <c:v>3.023551990650299</c:v>
                </c:pt>
                <c:pt idx="19626">
                  <c:v>3.023884305980908</c:v>
                </c:pt>
                <c:pt idx="19627">
                  <c:v>3.0230190747549543</c:v>
                </c:pt>
                <c:pt idx="19628">
                  <c:v>3.0219635225169124</c:v>
                </c:pt>
                <c:pt idx="19629">
                  <c:v>3.0227357259240932</c:v>
                </c:pt>
                <c:pt idx="19630">
                  <c:v>3.0238721070097165</c:v>
                </c:pt>
                <c:pt idx="19631">
                  <c:v>3.0250994685343322</c:v>
                </c:pt>
                <c:pt idx="19632">
                  <c:v>3.0230889842437065</c:v>
                </c:pt>
                <c:pt idx="19633">
                  <c:v>3.0206082850635116</c:v>
                </c:pt>
                <c:pt idx="19634">
                  <c:v>3.0201982119549919</c:v>
                </c:pt>
                <c:pt idx="19635">
                  <c:v>3.0196814618291632</c:v>
                </c:pt>
                <c:pt idx="19636">
                  <c:v>3.0233974561306227</c:v>
                </c:pt>
                <c:pt idx="19637">
                  <c:v>3.0250893169429207</c:v>
                </c:pt>
                <c:pt idx="19638">
                  <c:v>3.0243671463791237</c:v>
                </c:pt>
                <c:pt idx="19639">
                  <c:v>3.022838862680532</c:v>
                </c:pt>
                <c:pt idx="19640">
                  <c:v>3.0224267848459774</c:v>
                </c:pt>
                <c:pt idx="19641">
                  <c:v>3.0233788590976172</c:v>
                </c:pt>
                <c:pt idx="19642">
                  <c:v>3.0244054494425154</c:v>
                </c:pt>
                <c:pt idx="19643">
                  <c:v>3.0250859046432867</c:v>
                </c:pt>
                <c:pt idx="19644">
                  <c:v>3.0250286206631802</c:v>
                </c:pt>
                <c:pt idx="19645">
                  <c:v>3.0252625338030934</c:v>
                </c:pt>
                <c:pt idx="19646">
                  <c:v>3.0249796115096865</c:v>
                </c:pt>
                <c:pt idx="19647">
                  <c:v>3.0227797445893723</c:v>
                </c:pt>
                <c:pt idx="19648">
                  <c:v>3.0195845098658114</c:v>
                </c:pt>
                <c:pt idx="19649">
                  <c:v>3.0190560299599909</c:v>
                </c:pt>
                <c:pt idx="19650">
                  <c:v>3.0194667855284374</c:v>
                </c:pt>
                <c:pt idx="19651">
                  <c:v>3.0189768219547357</c:v>
                </c:pt>
                <c:pt idx="19652">
                  <c:v>3.0172518191822424</c:v>
                </c:pt>
                <c:pt idx="19653">
                  <c:v>3.0180154491865929</c:v>
                </c:pt>
                <c:pt idx="19654">
                  <c:v>3.0205503612772238</c:v>
                </c:pt>
                <c:pt idx="19655">
                  <c:v>3.020981036144784</c:v>
                </c:pt>
                <c:pt idx="19656">
                  <c:v>3.0182609214915161</c:v>
                </c:pt>
                <c:pt idx="19657">
                  <c:v>3.0163233751055678</c:v>
                </c:pt>
                <c:pt idx="19658">
                  <c:v>3.0169647168217839</c:v>
                </c:pt>
                <c:pt idx="19659">
                  <c:v>3.0180795151122219</c:v>
                </c:pt>
                <c:pt idx="19660">
                  <c:v>3.0207684072238381</c:v>
                </c:pt>
                <c:pt idx="19661">
                  <c:v>3.0222664494169234</c:v>
                </c:pt>
                <c:pt idx="19662">
                  <c:v>3.022292084317924</c:v>
                </c:pt>
                <c:pt idx="19663">
                  <c:v>3.0203263438062495</c:v>
                </c:pt>
                <c:pt idx="19664">
                  <c:v>3.0193503408034261</c:v>
                </c:pt>
                <c:pt idx="19665">
                  <c:v>3.0194138948841096</c:v>
                </c:pt>
                <c:pt idx="19666">
                  <c:v>3.0215903875519308</c:v>
                </c:pt>
                <c:pt idx="19667">
                  <c:v>3.0242990710014248</c:v>
                </c:pt>
                <c:pt idx="19668">
                  <c:v>3.0246254574614198</c:v>
                </c:pt>
                <c:pt idx="19669">
                  <c:v>3.0239800209856429</c:v>
                </c:pt>
                <c:pt idx="19670">
                  <c:v>3.0230999462562806</c:v>
                </c:pt>
                <c:pt idx="19671">
                  <c:v>3.0232354145517517</c:v>
                </c:pt>
                <c:pt idx="19672">
                  <c:v>3.0239199645120838</c:v>
                </c:pt>
                <c:pt idx="19673">
                  <c:v>3.023989874000836</c:v>
                </c:pt>
                <c:pt idx="19674">
                  <c:v>3.0247789682912058</c:v>
                </c:pt>
                <c:pt idx="19675">
                  <c:v>3.0241264086399426</c:v>
                </c:pt>
                <c:pt idx="19676">
                  <c:v>3.0236625065046963</c:v>
                </c:pt>
                <c:pt idx="19677">
                  <c:v>3.0243986674969929</c:v>
                </c:pt>
                <c:pt idx="19678">
                  <c:v>3.0238737278520427</c:v>
                </c:pt>
                <c:pt idx="19679">
                  <c:v>3.0223173779889612</c:v>
                </c:pt>
                <c:pt idx="19680">
                  <c:v>3.0205947211724662</c:v>
                </c:pt>
                <c:pt idx="19681">
                  <c:v>3.019780119942332</c:v>
                </c:pt>
                <c:pt idx="19682">
                  <c:v>3.0199064176825368</c:v>
                </c:pt>
                <c:pt idx="19683">
                  <c:v>3.0212678825827695</c:v>
                </c:pt>
                <c:pt idx="19684">
                  <c:v>3.0211381725429312</c:v>
                </c:pt>
                <c:pt idx="19685">
                  <c:v>3.0193465446200829</c:v>
                </c:pt>
                <c:pt idx="19686">
                  <c:v>3.0188911305801764</c:v>
                </c:pt>
                <c:pt idx="19687">
                  <c:v>3.0205383329210136</c:v>
                </c:pt>
                <c:pt idx="19688">
                  <c:v>3.0201462170393181</c:v>
                </c:pt>
                <c:pt idx="19689">
                  <c:v>3.018461735324979</c:v>
                </c:pt>
                <c:pt idx="19690">
                  <c:v>3.0186318384617352</c:v>
                </c:pt>
                <c:pt idx="19691">
                  <c:v>3.0188387517807937</c:v>
                </c:pt>
                <c:pt idx="19692">
                  <c:v>3.018074098086553</c:v>
                </c:pt>
                <c:pt idx="19693">
                  <c:v>3.0198064373032598</c:v>
                </c:pt>
                <c:pt idx="19694">
                  <c:v>3.022124924289602</c:v>
                </c:pt>
                <c:pt idx="19695">
                  <c:v>3.0241308019757214</c:v>
                </c:pt>
                <c:pt idx="19696">
                  <c:v>3.026614444264351</c:v>
                </c:pt>
                <c:pt idx="19697">
                  <c:v>3.0275389215427007</c:v>
                </c:pt>
                <c:pt idx="19698">
                  <c:v>3.0274811683713949</c:v>
                </c:pt>
                <c:pt idx="19699">
                  <c:v>3.0254477363657304</c:v>
                </c:pt>
                <c:pt idx="19700">
                  <c:v>3.0215395442873838</c:v>
                </c:pt>
                <c:pt idx="19701">
                  <c:v>3.0180676147172485</c:v>
                </c:pt>
                <c:pt idx="19702">
                  <c:v>3.0164238673297903</c:v>
                </c:pt>
                <c:pt idx="19703">
                  <c:v>3.0187584774319034</c:v>
                </c:pt>
                <c:pt idx="19704">
                  <c:v>3.0209098043899236</c:v>
                </c:pt>
                <c:pt idx="19705">
                  <c:v>3.0202960169932522</c:v>
                </c:pt>
                <c:pt idx="19706">
                  <c:v>3.0196977982136612</c:v>
                </c:pt>
                <c:pt idx="19707">
                  <c:v>3.0203404195422401</c:v>
                </c:pt>
                <c:pt idx="19708">
                  <c:v>3.0189849688201122</c:v>
                </c:pt>
                <c:pt idx="19709">
                  <c:v>3.0168252390742429</c:v>
                </c:pt>
                <c:pt idx="19710">
                  <c:v>3.0179948900812978</c:v>
                </c:pt>
                <c:pt idx="19711">
                  <c:v>3.0208600701227573</c:v>
                </c:pt>
                <c:pt idx="19712">
                  <c:v>3.0217772536106398</c:v>
                </c:pt>
                <c:pt idx="19713">
                  <c:v>3.021468867031214</c:v>
                </c:pt>
                <c:pt idx="19714">
                  <c:v>3.0202527234416454</c:v>
                </c:pt>
                <c:pt idx="19715">
                  <c:v>3.022165061464047</c:v>
                </c:pt>
                <c:pt idx="19716">
                  <c:v>3.0252339131399126</c:v>
                </c:pt>
                <c:pt idx="19717">
                  <c:v>3.0245118278836065</c:v>
                </c:pt>
                <c:pt idx="19718">
                  <c:v>3.0225238647705654</c:v>
                </c:pt>
                <c:pt idx="19719">
                  <c:v>3.0208586625491582</c:v>
                </c:pt>
                <c:pt idx="19720">
                  <c:v>3.0199383226841148</c:v>
                </c:pt>
                <c:pt idx="19721">
                  <c:v>3.0197039403530024</c:v>
                </c:pt>
                <c:pt idx="19722">
                  <c:v>3.0189093437294727</c:v>
                </c:pt>
                <c:pt idx="19723">
                  <c:v>3.0182476988304341</c:v>
                </c:pt>
                <c:pt idx="19724">
                  <c:v>3.0206180954249593</c:v>
                </c:pt>
                <c:pt idx="19725">
                  <c:v>3.024322957098863</c:v>
                </c:pt>
                <c:pt idx="19726">
                  <c:v>3.0255193093505541</c:v>
                </c:pt>
                <c:pt idx="19727">
                  <c:v>3.0222989515709373</c:v>
                </c:pt>
                <c:pt idx="19728">
                  <c:v>3.0170980950837292</c:v>
                </c:pt>
                <c:pt idx="19729">
                  <c:v>3.0188264248483661</c:v>
                </c:pt>
                <c:pt idx="19730">
                  <c:v>3.0218336418620919</c:v>
                </c:pt>
                <c:pt idx="19731">
                  <c:v>3.0221724832157513</c:v>
                </c:pt>
                <c:pt idx="19732">
                  <c:v>3.020066369227882</c:v>
                </c:pt>
                <c:pt idx="19733">
                  <c:v>3.0195140458783687</c:v>
                </c:pt>
                <c:pt idx="19734">
                  <c:v>3.0206347730394207</c:v>
                </c:pt>
                <c:pt idx="19735">
                  <c:v>3.020045724815096</c:v>
                </c:pt>
                <c:pt idx="19736">
                  <c:v>3.0185479385444838</c:v>
                </c:pt>
                <c:pt idx="19737">
                  <c:v>3.01775142250241</c:v>
                </c:pt>
                <c:pt idx="19738">
                  <c:v>3.0169115276012386</c:v>
                </c:pt>
                <c:pt idx="19739">
                  <c:v>3.0135412845601972</c:v>
                </c:pt>
                <c:pt idx="19740">
                  <c:v>3.0132078602322068</c:v>
                </c:pt>
                <c:pt idx="19741">
                  <c:v>3.015373007003745</c:v>
                </c:pt>
                <c:pt idx="19742">
                  <c:v>3.0167719218924614</c:v>
                </c:pt>
                <c:pt idx="19743">
                  <c:v>3.0164844783020399</c:v>
                </c:pt>
                <c:pt idx="19744">
                  <c:v>3.0178780614725778</c:v>
                </c:pt>
                <c:pt idx="19745">
                  <c:v>3.0204253004956367</c:v>
                </c:pt>
                <c:pt idx="19746">
                  <c:v>3.0205962140535561</c:v>
                </c:pt>
                <c:pt idx="19747">
                  <c:v>3.0215163833036178</c:v>
                </c:pt>
                <c:pt idx="19748">
                  <c:v>3.0231193110567038</c:v>
                </c:pt>
                <c:pt idx="19749">
                  <c:v>3.021960067563533</c:v>
                </c:pt>
                <c:pt idx="19750">
                  <c:v>3.0219874939218414</c:v>
                </c:pt>
                <c:pt idx="19751">
                  <c:v>3.0227421239859074</c:v>
                </c:pt>
                <c:pt idx="19752">
                  <c:v>3.024248995504295</c:v>
                </c:pt>
                <c:pt idx="19753">
                  <c:v>3.0235960519693235</c:v>
                </c:pt>
                <c:pt idx="19754">
                  <c:v>3.0223338423346955</c:v>
                </c:pt>
                <c:pt idx="19755">
                  <c:v>3.020576465369424</c:v>
                </c:pt>
                <c:pt idx="19756">
                  <c:v>3.0193006491900052</c:v>
                </c:pt>
                <c:pt idx="19757">
                  <c:v>3.018240660962439</c:v>
                </c:pt>
                <c:pt idx="19758">
                  <c:v>3.020796942579528</c:v>
                </c:pt>
                <c:pt idx="19759">
                  <c:v>3.023196556989669</c:v>
                </c:pt>
                <c:pt idx="19760">
                  <c:v>3.0243079003267277</c:v>
                </c:pt>
                <c:pt idx="19761">
                  <c:v>3.0223999982938503</c:v>
                </c:pt>
                <c:pt idx="19762">
                  <c:v>3.0193958096960496</c:v>
                </c:pt>
                <c:pt idx="19763">
                  <c:v>3.0189676940532149</c:v>
                </c:pt>
                <c:pt idx="19764">
                  <c:v>3.0202033730581883</c:v>
                </c:pt>
                <c:pt idx="19765">
                  <c:v>3.0212537215392885</c:v>
                </c:pt>
                <c:pt idx="19766">
                  <c:v>3.0231983057932319</c:v>
                </c:pt>
                <c:pt idx="19767">
                  <c:v>3.0230431314673742</c:v>
                </c:pt>
                <c:pt idx="19768">
                  <c:v>3.0228232087559608</c:v>
                </c:pt>
                <c:pt idx="19769">
                  <c:v>3.0212843469285038</c:v>
                </c:pt>
                <c:pt idx="19770">
                  <c:v>3.0201991076836459</c:v>
                </c:pt>
                <c:pt idx="19771">
                  <c:v>3.0206001381981351</c:v>
                </c:pt>
                <c:pt idx="19772">
                  <c:v>3.0208731221688576</c:v>
                </c:pt>
                <c:pt idx="19773">
                  <c:v>3.021904447079498</c:v>
                </c:pt>
                <c:pt idx="19774">
                  <c:v>3.0207817578461564</c:v>
                </c:pt>
                <c:pt idx="19775">
                  <c:v>3.0210350784402378</c:v>
                </c:pt>
                <c:pt idx="19776">
                  <c:v>3.0216634534178448</c:v>
                </c:pt>
                <c:pt idx="19777">
                  <c:v>3.0199358061131347</c:v>
                </c:pt>
                <c:pt idx="19778">
                  <c:v>3.0171257773645106</c:v>
                </c:pt>
                <c:pt idx="19779">
                  <c:v>3.0152386903594004</c:v>
                </c:pt>
                <c:pt idx="19780">
                  <c:v>3.0161808262883563</c:v>
                </c:pt>
                <c:pt idx="19781">
                  <c:v>3.0198369773849842</c:v>
                </c:pt>
                <c:pt idx="19782">
                  <c:v>3.0226002576286222</c:v>
                </c:pt>
                <c:pt idx="19783">
                  <c:v>3.0225463859481501</c:v>
                </c:pt>
                <c:pt idx="19784">
                  <c:v>3.0209574486235637</c:v>
                </c:pt>
                <c:pt idx="19785">
                  <c:v>3.0178757581703248</c:v>
                </c:pt>
                <c:pt idx="19786">
                  <c:v>3.0176076793803266</c:v>
                </c:pt>
                <c:pt idx="19787">
                  <c:v>3.0184552946094199</c:v>
                </c:pt>
                <c:pt idx="19788">
                  <c:v>3.0196531823959463</c:v>
                </c:pt>
                <c:pt idx="19789">
                  <c:v>3.0184183564658813</c:v>
                </c:pt>
                <c:pt idx="19790">
                  <c:v>3.017845175434855</c:v>
                </c:pt>
                <c:pt idx="19791">
                  <c:v>3.0185615877430196</c:v>
                </c:pt>
                <c:pt idx="19792">
                  <c:v>3.0182631821400236</c:v>
                </c:pt>
                <c:pt idx="19793">
                  <c:v>3.0179678049529528</c:v>
                </c:pt>
                <c:pt idx="19794">
                  <c:v>3.0191296929783404</c:v>
                </c:pt>
                <c:pt idx="19795">
                  <c:v>3.0207010569598118</c:v>
                </c:pt>
                <c:pt idx="19796">
                  <c:v>3.0183028501232694</c:v>
                </c:pt>
                <c:pt idx="19797">
                  <c:v>3.016830826714894</c:v>
                </c:pt>
                <c:pt idx="19798">
                  <c:v>3.0163152282401917</c:v>
                </c:pt>
                <c:pt idx="19799">
                  <c:v>3.0186984209583443</c:v>
                </c:pt>
                <c:pt idx="19800">
                  <c:v>3.0213672658096109</c:v>
                </c:pt>
                <c:pt idx="19801">
                  <c:v>3.021422246487464</c:v>
                </c:pt>
                <c:pt idx="19802">
                  <c:v>3.0211986129001986</c:v>
                </c:pt>
                <c:pt idx="19803">
                  <c:v>3.0210864335497298</c:v>
                </c:pt>
                <c:pt idx="19804">
                  <c:v>3.0202972112981241</c:v>
                </c:pt>
                <c:pt idx="19805">
                  <c:v>3.0178322513499909</c:v>
                </c:pt>
                <c:pt idx="19806">
                  <c:v>3.016052523822117</c:v>
                </c:pt>
                <c:pt idx="19807">
                  <c:v>3.016766462213047</c:v>
                </c:pt>
                <c:pt idx="19808">
                  <c:v>3.0185439290924134</c:v>
                </c:pt>
                <c:pt idx="19809">
                  <c:v>3.019131057898194</c:v>
                </c:pt>
                <c:pt idx="19810">
                  <c:v>3.019994369705604</c:v>
                </c:pt>
                <c:pt idx="19811">
                  <c:v>3.0221628434692849</c:v>
                </c:pt>
                <c:pt idx="19812">
                  <c:v>3.0230030369466743</c:v>
                </c:pt>
                <c:pt idx="19813">
                  <c:v>3.0230902212023238</c:v>
                </c:pt>
                <c:pt idx="19814">
                  <c:v>3.0230203117135717</c:v>
                </c:pt>
                <c:pt idx="19815">
                  <c:v>3.0228045264154644</c:v>
                </c:pt>
                <c:pt idx="19816">
                  <c:v>3.0235144553543245</c:v>
                </c:pt>
                <c:pt idx="19817">
                  <c:v>3.0240273239893196</c:v>
                </c:pt>
                <c:pt idx="19818">
                  <c:v>3.0248124088276191</c:v>
                </c:pt>
                <c:pt idx="19819">
                  <c:v>3.0247197222388098</c:v>
                </c:pt>
                <c:pt idx="19820">
                  <c:v>3.0237961833428595</c:v>
                </c:pt>
                <c:pt idx="19821">
                  <c:v>3.0237728090903664</c:v>
                </c:pt>
                <c:pt idx="19822">
                  <c:v>3.0232308079472459</c:v>
                </c:pt>
                <c:pt idx="19823">
                  <c:v>3.0217812204089642</c:v>
                </c:pt>
                <c:pt idx="19824">
                  <c:v>3.0233370157733552</c:v>
                </c:pt>
                <c:pt idx="19825">
                  <c:v>3.0269119541386931</c:v>
                </c:pt>
                <c:pt idx="19826">
                  <c:v>3.0270913557919519</c:v>
                </c:pt>
                <c:pt idx="19827">
                  <c:v>3.0236931318939115</c:v>
                </c:pt>
                <c:pt idx="19828">
                  <c:v>3.0201555582095665</c:v>
                </c:pt>
                <c:pt idx="19829">
                  <c:v>3.020039795944482</c:v>
                </c:pt>
                <c:pt idx="19830">
                  <c:v>3.0186928333176937</c:v>
                </c:pt>
                <c:pt idx="19831">
                  <c:v>3.0186276583946836</c:v>
                </c:pt>
                <c:pt idx="19832">
                  <c:v>3.018873343968334</c:v>
                </c:pt>
                <c:pt idx="19833">
                  <c:v>3.0174084010816991</c:v>
                </c:pt>
                <c:pt idx="19834">
                  <c:v>3.0151186627197735</c:v>
                </c:pt>
                <c:pt idx="19835">
                  <c:v>3.0134701381128277</c:v>
                </c:pt>
                <c:pt idx="19836">
                  <c:v>3.0138050126681626</c:v>
                </c:pt>
                <c:pt idx="19837">
                  <c:v>3.0149574315620655</c:v>
                </c:pt>
                <c:pt idx="19838">
                  <c:v>3.0177457495542686</c:v>
                </c:pt>
                <c:pt idx="19839">
                  <c:v>3.0183667880876621</c:v>
                </c:pt>
                <c:pt idx="19840">
                  <c:v>3.0172333074567277</c:v>
                </c:pt>
                <c:pt idx="19841">
                  <c:v>3.0158297006560146</c:v>
                </c:pt>
                <c:pt idx="19842">
                  <c:v>3.0160048369347314</c:v>
                </c:pt>
                <c:pt idx="19843">
                  <c:v>3.0191943560564054</c:v>
                </c:pt>
                <c:pt idx="19844">
                  <c:v>3.0240015611270827</c:v>
                </c:pt>
                <c:pt idx="19845">
                  <c:v>3.0268855088165294</c:v>
                </c:pt>
                <c:pt idx="19846">
                  <c:v>3.025755141909011</c:v>
                </c:pt>
                <c:pt idx="19847">
                  <c:v>3.0235809525434427</c:v>
                </c:pt>
                <c:pt idx="19848">
                  <c:v>3.0239627462187455</c:v>
                </c:pt>
                <c:pt idx="19849">
                  <c:v>3.0225526560487275</c:v>
                </c:pt>
                <c:pt idx="19850">
                  <c:v>3.0226833897784564</c:v>
                </c:pt>
                <c:pt idx="19851">
                  <c:v>3.0237041365602315</c:v>
                </c:pt>
                <c:pt idx="19852">
                  <c:v>3.0217056806258156</c:v>
                </c:pt>
                <c:pt idx="19853">
                  <c:v>3.0210839169787498</c:v>
                </c:pt>
                <c:pt idx="19854">
                  <c:v>3.0209856427492898</c:v>
                </c:pt>
                <c:pt idx="19855">
                  <c:v>3.0209708418996271</c:v>
                </c:pt>
                <c:pt idx="19856">
                  <c:v>3.0215969135749812</c:v>
                </c:pt>
                <c:pt idx="19857">
                  <c:v>3.0223950931131265</c:v>
                </c:pt>
                <c:pt idx="19858">
                  <c:v>3.0217917558840841</c:v>
                </c:pt>
                <c:pt idx="19859">
                  <c:v>3.021118807742508</c:v>
                </c:pt>
                <c:pt idx="19860">
                  <c:v>3.0199430572498569</c:v>
                </c:pt>
                <c:pt idx="19861">
                  <c:v>3.0195106335787347</c:v>
                </c:pt>
                <c:pt idx="19862">
                  <c:v>3.0185649573889082</c:v>
                </c:pt>
                <c:pt idx="19863">
                  <c:v>3.0187978468389307</c:v>
                </c:pt>
                <c:pt idx="19864">
                  <c:v>3.0196352678228675</c:v>
                </c:pt>
                <c:pt idx="19865">
                  <c:v>3.0208664681845714</c:v>
                </c:pt>
                <c:pt idx="19866">
                  <c:v>3.022567030360936</c:v>
                </c:pt>
                <c:pt idx="19867">
                  <c:v>3.0237523779463076</c:v>
                </c:pt>
                <c:pt idx="19868">
                  <c:v>3.0237449135408578</c:v>
                </c:pt>
                <c:pt idx="19869">
                  <c:v>3.0219374610784575</c:v>
                </c:pt>
                <c:pt idx="19870">
                  <c:v>3.0222452078517015</c:v>
                </c:pt>
                <c:pt idx="19871">
                  <c:v>3.0232650162510768</c:v>
                </c:pt>
                <c:pt idx="19872">
                  <c:v>3.0221117016285199</c:v>
                </c:pt>
                <c:pt idx="19873">
                  <c:v>3.0217259411548927</c:v>
                </c:pt>
                <c:pt idx="19874">
                  <c:v>3.0201672453358128</c:v>
                </c:pt>
                <c:pt idx="19875">
                  <c:v>3.0196736135400051</c:v>
                </c:pt>
                <c:pt idx="19876">
                  <c:v>3.0208290181960877</c:v>
                </c:pt>
                <c:pt idx="19877">
                  <c:v>3.021684268445612</c:v>
                </c:pt>
                <c:pt idx="19878">
                  <c:v>3.0227424225621253</c:v>
                </c:pt>
                <c:pt idx="19879">
                  <c:v>3.0237642356875356</c:v>
                </c:pt>
                <c:pt idx="19880">
                  <c:v>3.023198817638177</c:v>
                </c:pt>
                <c:pt idx="19881">
                  <c:v>3.0204412103426801</c:v>
                </c:pt>
                <c:pt idx="19882">
                  <c:v>3.0190667360500925</c:v>
                </c:pt>
                <c:pt idx="19883">
                  <c:v>3.0202384344369277</c:v>
                </c:pt>
                <c:pt idx="19884">
                  <c:v>3.0226513994693875</c:v>
                </c:pt>
                <c:pt idx="19885">
                  <c:v>3.023094657191848</c:v>
                </c:pt>
                <c:pt idx="19886">
                  <c:v>3.023228206068775</c:v>
                </c:pt>
                <c:pt idx="19887">
                  <c:v>3.0240376461957124</c:v>
                </c:pt>
                <c:pt idx="19888">
                  <c:v>3.0225843051278334</c:v>
                </c:pt>
                <c:pt idx="19889">
                  <c:v>3.0204544756575076</c:v>
                </c:pt>
                <c:pt idx="19890">
                  <c:v>3.0193157486158859</c:v>
                </c:pt>
                <c:pt idx="19891">
                  <c:v>3.0186514165308855</c:v>
                </c:pt>
                <c:pt idx="19892">
                  <c:v>3.0180406148963939</c:v>
                </c:pt>
                <c:pt idx="19893">
                  <c:v>3.0181707088199414</c:v>
                </c:pt>
                <c:pt idx="19894">
                  <c:v>3.0190918164524025</c:v>
                </c:pt>
                <c:pt idx="19895">
                  <c:v>3.0160983765984493</c:v>
                </c:pt>
                <c:pt idx="19896">
                  <c:v>3.0124108323451884</c:v>
                </c:pt>
                <c:pt idx="19897">
                  <c:v>3.0133310442489956</c:v>
                </c:pt>
                <c:pt idx="19898">
                  <c:v>3.018207945539698</c:v>
                </c:pt>
                <c:pt idx="19899">
                  <c:v>3.0211389403103488</c:v>
                </c:pt>
                <c:pt idx="19900">
                  <c:v>3.0219910768364571</c:v>
                </c:pt>
                <c:pt idx="19901">
                  <c:v>3.0210874998933654</c:v>
                </c:pt>
                <c:pt idx="19902">
                  <c:v>3.0194248995504296</c:v>
                </c:pt>
                <c:pt idx="19903">
                  <c:v>3.020750108767051</c:v>
                </c:pt>
                <c:pt idx="19904">
                  <c:v>3.024053641350247</c:v>
                </c:pt>
                <c:pt idx="19905">
                  <c:v>3.0255475461300256</c:v>
                </c:pt>
                <c:pt idx="19906">
                  <c:v>3.0281150030284159</c:v>
                </c:pt>
                <c:pt idx="19907">
                  <c:v>3.0279081750168482</c:v>
                </c:pt>
                <c:pt idx="19908">
                  <c:v>3.0247418168789402</c:v>
                </c:pt>
                <c:pt idx="19909">
                  <c:v>3.0226661576653044</c:v>
                </c:pt>
                <c:pt idx="19910">
                  <c:v>3.0209570647398549</c:v>
                </c:pt>
                <c:pt idx="19911">
                  <c:v>3.0218238741543897</c:v>
                </c:pt>
                <c:pt idx="19912">
                  <c:v>3.021318640539826</c:v>
                </c:pt>
                <c:pt idx="19913">
                  <c:v>3.0194646101874207</c:v>
                </c:pt>
                <c:pt idx="19914">
                  <c:v>3.0209388942443036</c:v>
                </c:pt>
                <c:pt idx="19915">
                  <c:v>3.0202611688832395</c:v>
                </c:pt>
                <c:pt idx="19916">
                  <c:v>3.0162285558294872</c:v>
                </c:pt>
                <c:pt idx="19917">
                  <c:v>3.0134981189698267</c:v>
                </c:pt>
                <c:pt idx="19918">
                  <c:v>3.0124523770932328</c:v>
                </c:pt>
                <c:pt idx="19919">
                  <c:v>3.0146660638270646</c:v>
                </c:pt>
                <c:pt idx="19920">
                  <c:v>3.017928990044616</c:v>
                </c:pt>
                <c:pt idx="19921">
                  <c:v>3.0186406251332931</c:v>
                </c:pt>
                <c:pt idx="19922">
                  <c:v>3.0196135997201914</c:v>
                </c:pt>
                <c:pt idx="19923">
                  <c:v>3.020942946350119</c:v>
                </c:pt>
                <c:pt idx="19924">
                  <c:v>3.0205684038115388</c:v>
                </c:pt>
                <c:pt idx="19925">
                  <c:v>3.0200367675285569</c:v>
                </c:pt>
                <c:pt idx="19926">
                  <c:v>3.0207395732919307</c:v>
                </c:pt>
                <c:pt idx="19927">
                  <c:v>3.0218782150260615</c:v>
                </c:pt>
                <c:pt idx="19928">
                  <c:v>3.0221793078150192</c:v>
                </c:pt>
                <c:pt idx="19929">
                  <c:v>3.0223809747233905</c:v>
                </c:pt>
                <c:pt idx="19930">
                  <c:v>3.0216278375404144</c:v>
                </c:pt>
                <c:pt idx="19931">
                  <c:v>3.0211969494041271</c:v>
                </c:pt>
                <c:pt idx="19932">
                  <c:v>3.0208671506444982</c:v>
                </c:pt>
                <c:pt idx="19933">
                  <c:v>3.0197441628349386</c:v>
                </c:pt>
                <c:pt idx="19934">
                  <c:v>3.0199756447113622</c:v>
                </c:pt>
                <c:pt idx="19935">
                  <c:v>3.0237235440143997</c:v>
                </c:pt>
                <c:pt idx="19936">
                  <c:v>3.0248288731733535</c:v>
                </c:pt>
                <c:pt idx="19937">
                  <c:v>3.0232390401201128</c:v>
                </c:pt>
                <c:pt idx="19938">
                  <c:v>3.0211110021070948</c:v>
                </c:pt>
                <c:pt idx="19939">
                  <c:v>3.0212412239918787</c:v>
                </c:pt>
                <c:pt idx="19940">
                  <c:v>3.0227685266543256</c:v>
                </c:pt>
                <c:pt idx="19941">
                  <c:v>3.0215943970040011</c:v>
                </c:pt>
                <c:pt idx="19942">
                  <c:v>3.0217344292502326</c:v>
                </c:pt>
                <c:pt idx="19943">
                  <c:v>3.0232928691468399</c:v>
                </c:pt>
                <c:pt idx="19944">
                  <c:v>3.0233661482814806</c:v>
                </c:pt>
                <c:pt idx="19945">
                  <c:v>3.0257249004035045</c:v>
                </c:pt>
                <c:pt idx="19946">
                  <c:v>3.0254514045878369</c:v>
                </c:pt>
                <c:pt idx="19947">
                  <c:v>3.025317258558474</c:v>
                </c:pt>
                <c:pt idx="19948">
                  <c:v>3.0225973571739333</c:v>
                </c:pt>
                <c:pt idx="19949">
                  <c:v>3.0187132218080071</c:v>
                </c:pt>
                <c:pt idx="19950">
                  <c:v>3.0171529051466011</c:v>
                </c:pt>
                <c:pt idx="19951">
                  <c:v>3.0195863866306101</c:v>
                </c:pt>
                <c:pt idx="19952">
                  <c:v>3.0188649838342303</c:v>
                </c:pt>
                <c:pt idx="19953">
                  <c:v>3.0172389377511237</c:v>
                </c:pt>
                <c:pt idx="19954">
                  <c:v>3.0174588604625372</c:v>
                </c:pt>
                <c:pt idx="19955">
                  <c:v>3.0179573121315784</c:v>
                </c:pt>
                <c:pt idx="19956">
                  <c:v>3.0200109620125741</c:v>
                </c:pt>
                <c:pt idx="19957">
                  <c:v>3.0195165624493487</c:v>
                </c:pt>
                <c:pt idx="19958">
                  <c:v>3.018603132491064</c:v>
                </c:pt>
                <c:pt idx="19959">
                  <c:v>3.020344130418092</c:v>
                </c:pt>
                <c:pt idx="19960">
                  <c:v>3.019686964162323</c:v>
                </c:pt>
                <c:pt idx="19961">
                  <c:v>3.0186156726922193</c:v>
                </c:pt>
                <c:pt idx="19962">
                  <c:v>3.0219351577762041</c:v>
                </c:pt>
                <c:pt idx="19963">
                  <c:v>3.0228142088156762</c:v>
                </c:pt>
                <c:pt idx="19964">
                  <c:v>3.0211302389462817</c:v>
                </c:pt>
                <c:pt idx="19965">
                  <c:v>3.0182178838623819</c:v>
                </c:pt>
                <c:pt idx="19966">
                  <c:v>3.0168693003932674</c:v>
                </c:pt>
                <c:pt idx="19967">
                  <c:v>3.0178991324228179</c:v>
                </c:pt>
                <c:pt idx="19968">
                  <c:v>3.0198833846600071</c:v>
                </c:pt>
                <c:pt idx="19969">
                  <c:v>3.0216851641742664</c:v>
                </c:pt>
                <c:pt idx="19970">
                  <c:v>3.0206813509294252</c:v>
                </c:pt>
                <c:pt idx="19971">
                  <c:v>3.0212582001825581</c:v>
                </c:pt>
                <c:pt idx="19972">
                  <c:v>3.0224191498255464</c:v>
                </c:pt>
                <c:pt idx="19973">
                  <c:v>3.0219961099784172</c:v>
                </c:pt>
                <c:pt idx="19974">
                  <c:v>3.0229710892913508</c:v>
                </c:pt>
                <c:pt idx="19975">
                  <c:v>3.0256575927932232</c:v>
                </c:pt>
                <c:pt idx="19976">
                  <c:v>3.0293878760994004</c:v>
                </c:pt>
                <c:pt idx="19977">
                  <c:v>3.0300590327836687</c:v>
                </c:pt>
                <c:pt idx="19978">
                  <c:v>3.0281823532924426</c:v>
                </c:pt>
                <c:pt idx="19979">
                  <c:v>3.0267805806027828</c:v>
                </c:pt>
                <c:pt idx="19980">
                  <c:v>3.0281678083652523</c:v>
                </c:pt>
                <c:pt idx="19981">
                  <c:v>3.0289246990778258</c:v>
                </c:pt>
                <c:pt idx="19982">
                  <c:v>3.0266348327546644</c:v>
                </c:pt>
                <c:pt idx="19983">
                  <c:v>3.0240178122040895</c:v>
                </c:pt>
                <c:pt idx="19984">
                  <c:v>3.0224008513687588</c:v>
                </c:pt>
                <c:pt idx="19985">
                  <c:v>3.0211266133779207</c:v>
                </c:pt>
                <c:pt idx="19986">
                  <c:v>3.0218258362266792</c:v>
                </c:pt>
                <c:pt idx="19987">
                  <c:v>3.0232701347005282</c:v>
                </c:pt>
                <c:pt idx="19988">
                  <c:v>3.0246978408674066</c:v>
                </c:pt>
                <c:pt idx="19989">
                  <c:v>3.0253383721624596</c:v>
                </c:pt>
                <c:pt idx="19990">
                  <c:v>3.0265201368332155</c:v>
                </c:pt>
                <c:pt idx="19991">
                  <c:v>3.0264501846907175</c:v>
                </c:pt>
                <c:pt idx="19992">
                  <c:v>3.0233638449792277</c:v>
                </c:pt>
                <c:pt idx="19993">
                  <c:v>3.0185434172474683</c:v>
                </c:pt>
                <c:pt idx="19994">
                  <c:v>3.0143758050894447</c:v>
                </c:pt>
                <c:pt idx="19995">
                  <c:v>3.014505771051756</c:v>
                </c:pt>
                <c:pt idx="19996">
                  <c:v>3.0150705919486791</c:v>
                </c:pt>
                <c:pt idx="19997">
                  <c:v>3.0144714774404342</c:v>
                </c:pt>
                <c:pt idx="19998">
                  <c:v>3.0147861341204369</c:v>
                </c:pt>
                <c:pt idx="19999">
                  <c:v>3.0143015449186592</c:v>
                </c:pt>
                <c:pt idx="20000">
                  <c:v>3.0143567815189853</c:v>
                </c:pt>
                <c:pt idx="20001">
                  <c:v>3.0165582266278803</c:v>
                </c:pt>
                <c:pt idx="20002">
                  <c:v>3.019504278170666</c:v>
                </c:pt>
                <c:pt idx="20003">
                  <c:v>3.0234026598875645</c:v>
                </c:pt>
                <c:pt idx="20004">
                  <c:v>3.0252855668256231</c:v>
                </c:pt>
                <c:pt idx="20005">
                  <c:v>3.0233350110473203</c:v>
                </c:pt>
                <c:pt idx="20006">
                  <c:v>3.0196623529512125</c:v>
                </c:pt>
                <c:pt idx="20007">
                  <c:v>3.017968530066625</c:v>
                </c:pt>
                <c:pt idx="20008">
                  <c:v>3.0180297381913106</c:v>
                </c:pt>
                <c:pt idx="20009">
                  <c:v>3.0190181960877984</c:v>
                </c:pt>
                <c:pt idx="20010">
                  <c:v>3.0205368826936692</c:v>
                </c:pt>
                <c:pt idx="20011">
                  <c:v>3.0221908669800297</c:v>
                </c:pt>
                <c:pt idx="20012">
                  <c:v>3.0214937768185424</c:v>
                </c:pt>
                <c:pt idx="20013">
                  <c:v>3.0199820001194304</c:v>
                </c:pt>
                <c:pt idx="20014">
                  <c:v>3.0188247186985491</c:v>
                </c:pt>
                <c:pt idx="20015">
                  <c:v>3.0181587231174771</c:v>
                </c:pt>
                <c:pt idx="20016">
                  <c:v>3.0170439248270391</c:v>
                </c:pt>
                <c:pt idx="20017">
                  <c:v>3.0188039036707814</c:v>
                </c:pt>
                <c:pt idx="20018">
                  <c:v>3.0193674023015959</c:v>
                </c:pt>
                <c:pt idx="20019">
                  <c:v>3.0183258831457991</c:v>
                </c:pt>
                <c:pt idx="20020">
                  <c:v>3.0177261714851182</c:v>
                </c:pt>
                <c:pt idx="20021">
                  <c:v>3.0197954326369398</c:v>
                </c:pt>
                <c:pt idx="20022">
                  <c:v>3.0215674824906373</c:v>
                </c:pt>
                <c:pt idx="20023">
                  <c:v>3.0226157835919572</c:v>
                </c:pt>
                <c:pt idx="20024">
                  <c:v>3.0229785110430547</c:v>
                </c:pt>
                <c:pt idx="20025">
                  <c:v>3.0223634440340206</c:v>
                </c:pt>
                <c:pt idx="20026">
                  <c:v>3.0218457981795384</c:v>
                </c:pt>
                <c:pt idx="20027">
                  <c:v>3.0211609922967337</c:v>
                </c:pt>
                <c:pt idx="20028">
                  <c:v>3.020343319996929</c:v>
                </c:pt>
                <c:pt idx="20029">
                  <c:v>3.0189477747541011</c:v>
                </c:pt>
                <c:pt idx="20030">
                  <c:v>3.0197683475085948</c:v>
                </c:pt>
                <c:pt idx="20031">
                  <c:v>3.0211520776639396</c:v>
                </c:pt>
                <c:pt idx="20032">
                  <c:v>3.0205270296784761</c:v>
                </c:pt>
                <c:pt idx="20033">
                  <c:v>3.0190395229605111</c:v>
                </c:pt>
                <c:pt idx="20034">
                  <c:v>3.0181093727340196</c:v>
                </c:pt>
                <c:pt idx="20035">
                  <c:v>3.0194464396918694</c:v>
                </c:pt>
                <c:pt idx="20036">
                  <c:v>3.0203485237538708</c:v>
                </c:pt>
                <c:pt idx="20037">
                  <c:v>3.0182625423338423</c:v>
                </c:pt>
                <c:pt idx="20038">
                  <c:v>3.0161008078619385</c:v>
                </c:pt>
                <c:pt idx="20039">
                  <c:v>3.0137855625602485</c:v>
                </c:pt>
                <c:pt idx="20040">
                  <c:v>3.016410516707472</c:v>
                </c:pt>
                <c:pt idx="20041">
                  <c:v>3.0170176074661117</c:v>
                </c:pt>
                <c:pt idx="20042">
                  <c:v>3.0173239040120112</c:v>
                </c:pt>
                <c:pt idx="20043">
                  <c:v>3.0185713554507223</c:v>
                </c:pt>
                <c:pt idx="20044">
                  <c:v>3.0172426912807215</c:v>
                </c:pt>
                <c:pt idx="20045">
                  <c:v>3.015328988338466</c:v>
                </c:pt>
                <c:pt idx="20046">
                  <c:v>3.0165650938808937</c:v>
                </c:pt>
                <c:pt idx="20047">
                  <c:v>3.0212100867577183</c:v>
                </c:pt>
                <c:pt idx="20048">
                  <c:v>3.0218812434419866</c:v>
                </c:pt>
                <c:pt idx="20049">
                  <c:v>3.0196197418595325</c:v>
                </c:pt>
                <c:pt idx="20050">
                  <c:v>3.0197024474719125</c:v>
                </c:pt>
                <c:pt idx="20051">
                  <c:v>3.0214208815676105</c:v>
                </c:pt>
                <c:pt idx="20052">
                  <c:v>3.0226563899576022</c:v>
                </c:pt>
                <c:pt idx="20053">
                  <c:v>3.0204792574835997</c:v>
                </c:pt>
                <c:pt idx="20054">
                  <c:v>3.0175872055825224</c:v>
                </c:pt>
                <c:pt idx="20055">
                  <c:v>3.0177903227182381</c:v>
                </c:pt>
                <c:pt idx="20056">
                  <c:v>3.0175936889518269</c:v>
                </c:pt>
                <c:pt idx="20057">
                  <c:v>3.0189347227080008</c:v>
                </c:pt>
                <c:pt idx="20058">
                  <c:v>3.0211397507315119</c:v>
                </c:pt>
                <c:pt idx="20059">
                  <c:v>3.0224605239586086</c:v>
                </c:pt>
                <c:pt idx="20060">
                  <c:v>3.02156372896104</c:v>
                </c:pt>
                <c:pt idx="20061">
                  <c:v>3.0194583400868429</c:v>
                </c:pt>
                <c:pt idx="20062">
                  <c:v>3.0165704682528172</c:v>
                </c:pt>
                <c:pt idx="20063">
                  <c:v>3.0152719602808324</c:v>
                </c:pt>
                <c:pt idx="20064">
                  <c:v>3.0178474360833625</c:v>
                </c:pt>
                <c:pt idx="20065">
                  <c:v>3.0214695068373953</c:v>
                </c:pt>
                <c:pt idx="20066">
                  <c:v>3.0244479752267046</c:v>
                </c:pt>
                <c:pt idx="20067">
                  <c:v>3.0231485715260655</c:v>
                </c:pt>
                <c:pt idx="20068">
                  <c:v>3.0203785093369047</c:v>
                </c:pt>
                <c:pt idx="20069">
                  <c:v>3.0207640565418048</c:v>
                </c:pt>
                <c:pt idx="20070">
                  <c:v>3.0223640411864565</c:v>
                </c:pt>
                <c:pt idx="20071">
                  <c:v>3.0234031717325101</c:v>
                </c:pt>
                <c:pt idx="20072">
                  <c:v>3.023836875015995</c:v>
                </c:pt>
                <c:pt idx="20073">
                  <c:v>3.024509865811317</c:v>
                </c:pt>
                <c:pt idx="20074">
                  <c:v>3.0255139349786306</c:v>
                </c:pt>
                <c:pt idx="20075">
                  <c:v>3.0246314716395246</c:v>
                </c:pt>
                <c:pt idx="20076">
                  <c:v>3.0227023280414254</c:v>
                </c:pt>
                <c:pt idx="20077">
                  <c:v>3.0211107888383677</c:v>
                </c:pt>
                <c:pt idx="20078">
                  <c:v>3.0200585635924693</c:v>
                </c:pt>
                <c:pt idx="20079">
                  <c:v>3.0202590361959682</c:v>
                </c:pt>
                <c:pt idx="20080">
                  <c:v>3.0199792276259778</c:v>
                </c:pt>
                <c:pt idx="20081">
                  <c:v>3.0199955213567304</c:v>
                </c:pt>
                <c:pt idx="20082">
                  <c:v>3.0192259624817654</c:v>
                </c:pt>
                <c:pt idx="20083">
                  <c:v>3.0177606357114217</c:v>
                </c:pt>
                <c:pt idx="20084">
                  <c:v>3.0200280235107444</c:v>
                </c:pt>
                <c:pt idx="20085">
                  <c:v>3.0221148153519359</c:v>
                </c:pt>
                <c:pt idx="20086">
                  <c:v>3.0224778413792515</c:v>
                </c:pt>
                <c:pt idx="20087">
                  <c:v>3.0219159635907631</c:v>
                </c:pt>
                <c:pt idx="20088">
                  <c:v>3.0214219479112461</c:v>
                </c:pt>
                <c:pt idx="20089">
                  <c:v>3.0210430120368867</c:v>
                </c:pt>
                <c:pt idx="20090">
                  <c:v>3.0220188017709835</c:v>
                </c:pt>
                <c:pt idx="20091">
                  <c:v>3.020086416488232</c:v>
                </c:pt>
                <c:pt idx="20092">
                  <c:v>3.0184958583213191</c:v>
                </c:pt>
                <c:pt idx="20093">
                  <c:v>3.0169219351151226</c:v>
                </c:pt>
                <c:pt idx="20094">
                  <c:v>3.0143130187761789</c:v>
                </c:pt>
                <c:pt idx="20095">
                  <c:v>3.0143758477431901</c:v>
                </c:pt>
                <c:pt idx="20096">
                  <c:v>3.0179208005254941</c:v>
                </c:pt>
                <c:pt idx="20097">
                  <c:v>3.0196773670696024</c:v>
                </c:pt>
                <c:pt idx="20098">
                  <c:v>3.0197529921602415</c:v>
                </c:pt>
                <c:pt idx="20099">
                  <c:v>3.0224661542530051</c:v>
                </c:pt>
                <c:pt idx="20100">
                  <c:v>3.0228281992441755</c:v>
                </c:pt>
                <c:pt idx="20101">
                  <c:v>3.0209170128729004</c:v>
                </c:pt>
                <c:pt idx="20102">
                  <c:v>3.0207874307942979</c:v>
                </c:pt>
                <c:pt idx="20103">
                  <c:v>3.0221254787882925</c:v>
                </c:pt>
                <c:pt idx="20104">
                  <c:v>3.0223097429685302</c:v>
                </c:pt>
                <c:pt idx="20105">
                  <c:v>3.0216489937981454</c:v>
                </c:pt>
                <c:pt idx="20106">
                  <c:v>3.0221300000853075</c:v>
                </c:pt>
                <c:pt idx="20107">
                  <c:v>3.0208670653370073</c:v>
                </c:pt>
                <c:pt idx="20108">
                  <c:v>3.0193771700092986</c:v>
                </c:pt>
                <c:pt idx="20109">
                  <c:v>3.0218071538861828</c:v>
                </c:pt>
                <c:pt idx="20110">
                  <c:v>3.0221644216578656</c:v>
                </c:pt>
                <c:pt idx="20111">
                  <c:v>3.0205409347994849</c:v>
                </c:pt>
                <c:pt idx="20112">
                  <c:v>3.0202573726998967</c:v>
                </c:pt>
                <c:pt idx="20113">
                  <c:v>3.0210338414816205</c:v>
                </c:pt>
                <c:pt idx="20114">
                  <c:v>3.0210837037100227</c:v>
                </c:pt>
                <c:pt idx="20115">
                  <c:v>3.0194478899192139</c:v>
                </c:pt>
                <c:pt idx="20116">
                  <c:v>3.0177953132064528</c:v>
                </c:pt>
                <c:pt idx="20117">
                  <c:v>3.0172255871288058</c:v>
                </c:pt>
                <c:pt idx="20118">
                  <c:v>3.0181673818277983</c:v>
                </c:pt>
                <c:pt idx="20119">
                  <c:v>3.0175027938203254</c:v>
                </c:pt>
                <c:pt idx="20120">
                  <c:v>3.0180518754851864</c:v>
                </c:pt>
                <c:pt idx="20121">
                  <c:v>3.0191833940438308</c:v>
                </c:pt>
                <c:pt idx="20122">
                  <c:v>3.0195885193178813</c:v>
                </c:pt>
                <c:pt idx="20123">
                  <c:v>3.0216836286394306</c:v>
                </c:pt>
                <c:pt idx="20124">
                  <c:v>3.0211429071086733</c:v>
                </c:pt>
                <c:pt idx="20125">
                  <c:v>3.0178712368733098</c:v>
                </c:pt>
                <c:pt idx="20126">
                  <c:v>3.0168053197751297</c:v>
                </c:pt>
                <c:pt idx="20127">
                  <c:v>3.017033815889373</c:v>
                </c:pt>
                <c:pt idx="20128">
                  <c:v>3.017768356039344</c:v>
                </c:pt>
                <c:pt idx="20129">
                  <c:v>3.0168133386792695</c:v>
                </c:pt>
                <c:pt idx="20130">
                  <c:v>3.0173724866280507</c:v>
                </c:pt>
                <c:pt idx="20131">
                  <c:v>3.0190528309290841</c:v>
                </c:pt>
                <c:pt idx="20132">
                  <c:v>3.0223260366992823</c:v>
                </c:pt>
                <c:pt idx="20133">
                  <c:v>3.0240550915775914</c:v>
                </c:pt>
                <c:pt idx="20134">
                  <c:v>3.0230183922950276</c:v>
                </c:pt>
                <c:pt idx="20135">
                  <c:v>3.0224202588229274</c:v>
                </c:pt>
                <c:pt idx="20136">
                  <c:v>3.0230102027759056</c:v>
                </c:pt>
                <c:pt idx="20137">
                  <c:v>3.0231139793385258</c:v>
                </c:pt>
                <c:pt idx="20138">
                  <c:v>3.0214994071129384</c:v>
                </c:pt>
                <c:pt idx="20139">
                  <c:v>3.0213509720788583</c:v>
                </c:pt>
                <c:pt idx="20140">
                  <c:v>3.0232813099818294</c:v>
                </c:pt>
                <c:pt idx="20141">
                  <c:v>3.0221434786688621</c:v>
                </c:pt>
                <c:pt idx="20142">
                  <c:v>3.0201742405500629</c:v>
                </c:pt>
                <c:pt idx="20143">
                  <c:v>3.0192908388285575</c:v>
                </c:pt>
                <c:pt idx="20144">
                  <c:v>3.0191662045844248</c:v>
                </c:pt>
                <c:pt idx="20145">
                  <c:v>3.0199865640701908</c:v>
                </c:pt>
                <c:pt idx="20146">
                  <c:v>3.0200218813714033</c:v>
                </c:pt>
                <c:pt idx="20147">
                  <c:v>3.0211463194083072</c:v>
                </c:pt>
                <c:pt idx="20148">
                  <c:v>3.0209511785229859</c:v>
                </c:pt>
                <c:pt idx="20149">
                  <c:v>3.0211573667283722</c:v>
                </c:pt>
                <c:pt idx="20150">
                  <c:v>3.0218412768825229</c:v>
                </c:pt>
                <c:pt idx="20151">
                  <c:v>3.0223649795688559</c:v>
                </c:pt>
                <c:pt idx="20152">
                  <c:v>3.0226654325516322</c:v>
                </c:pt>
                <c:pt idx="20153">
                  <c:v>3.0222240515939705</c:v>
                </c:pt>
                <c:pt idx="20154">
                  <c:v>3.0213313087022171</c:v>
                </c:pt>
                <c:pt idx="20155">
                  <c:v>3.0225239074243109</c:v>
                </c:pt>
                <c:pt idx="20156">
                  <c:v>3.0223059894389328</c:v>
                </c:pt>
                <c:pt idx="20157">
                  <c:v>3.0210855378210759</c:v>
                </c:pt>
                <c:pt idx="20158">
                  <c:v>3.0207900753265142</c:v>
                </c:pt>
                <c:pt idx="20159">
                  <c:v>3.0193657814592698</c:v>
                </c:pt>
                <c:pt idx="20160">
                  <c:v>3.0191313991281574</c:v>
                </c:pt>
                <c:pt idx="20161">
                  <c:v>3.0198513516971923</c:v>
                </c:pt>
                <c:pt idx="20162">
                  <c:v>3.0205635412845604</c:v>
                </c:pt>
                <c:pt idx="20163">
                  <c:v>3.0217035905922898</c:v>
                </c:pt>
                <c:pt idx="20164">
                  <c:v>3.0215787430794299</c:v>
                </c:pt>
                <c:pt idx="20165">
                  <c:v>3.019053726657738</c:v>
                </c:pt>
                <c:pt idx="20166">
                  <c:v>3.017236250565162</c:v>
                </c:pt>
                <c:pt idx="20167">
                  <c:v>3.0170406831423868</c:v>
                </c:pt>
                <c:pt idx="20168">
                  <c:v>3.0160953055287787</c:v>
                </c:pt>
                <c:pt idx="20169">
                  <c:v>3.0162005749724883</c:v>
                </c:pt>
                <c:pt idx="20170">
                  <c:v>3.0169082006090955</c:v>
                </c:pt>
                <c:pt idx="20171">
                  <c:v>3.0179884067119933</c:v>
                </c:pt>
                <c:pt idx="20172">
                  <c:v>3.0185751089803197</c:v>
                </c:pt>
                <c:pt idx="20173">
                  <c:v>3.0194238758605394</c:v>
                </c:pt>
                <c:pt idx="20174">
                  <c:v>3.0194016106054273</c:v>
                </c:pt>
                <c:pt idx="20175">
                  <c:v>3.0193206964503552</c:v>
                </c:pt>
                <c:pt idx="20176">
                  <c:v>3.020942946350119</c:v>
                </c:pt>
                <c:pt idx="20177">
                  <c:v>3.0228417631352209</c:v>
                </c:pt>
                <c:pt idx="20178">
                  <c:v>3.0233328783600486</c:v>
                </c:pt>
                <c:pt idx="20179">
                  <c:v>3.021874248227737</c:v>
                </c:pt>
                <c:pt idx="20180">
                  <c:v>3.0213239296042587</c:v>
                </c:pt>
                <c:pt idx="20181">
                  <c:v>3.0221017206520906</c:v>
                </c:pt>
                <c:pt idx="20182">
                  <c:v>3.021202665006014</c:v>
                </c:pt>
                <c:pt idx="20183">
                  <c:v>3.0203253201163593</c:v>
                </c:pt>
                <c:pt idx="20184">
                  <c:v>3.0201865674824906</c:v>
                </c:pt>
                <c:pt idx="20185">
                  <c:v>3.0218147462528684</c:v>
                </c:pt>
                <c:pt idx="20186">
                  <c:v>3.0239024764764593</c:v>
                </c:pt>
                <c:pt idx="20187">
                  <c:v>3.0231833343285874</c:v>
                </c:pt>
                <c:pt idx="20188">
                  <c:v>3.020910742772323</c:v>
                </c:pt>
                <c:pt idx="20189">
                  <c:v>3.0219770437542119</c:v>
                </c:pt>
                <c:pt idx="20190">
                  <c:v>3.0215613403512962</c:v>
                </c:pt>
                <c:pt idx="20191">
                  <c:v>3.0202302022640608</c:v>
                </c:pt>
                <c:pt idx="20192">
                  <c:v>3.019703599123039</c:v>
                </c:pt>
                <c:pt idx="20193">
                  <c:v>3.019712343140851</c:v>
                </c:pt>
                <c:pt idx="20194">
                  <c:v>3.0210211733192294</c:v>
                </c:pt>
                <c:pt idx="20195">
                  <c:v>3.0214616585482372</c:v>
                </c:pt>
                <c:pt idx="20196">
                  <c:v>3.0212487737048188</c:v>
                </c:pt>
                <c:pt idx="20197">
                  <c:v>3.021571022751508</c:v>
                </c:pt>
                <c:pt idx="20198">
                  <c:v>3.0213446593245354</c:v>
                </c:pt>
                <c:pt idx="20199">
                  <c:v>3.0196204243194593</c:v>
                </c:pt>
                <c:pt idx="20200">
                  <c:v>3.0169778115216297</c:v>
                </c:pt>
                <c:pt idx="20201">
                  <c:v>3.0161859447378072</c:v>
                </c:pt>
                <c:pt idx="20202">
                  <c:v>3.0175519735888008</c:v>
                </c:pt>
                <c:pt idx="20203">
                  <c:v>3.018043302082356</c:v>
                </c:pt>
                <c:pt idx="20204">
                  <c:v>3.0180514916014776</c:v>
                </c:pt>
                <c:pt idx="20205">
                  <c:v>3.0186018102249559</c:v>
                </c:pt>
                <c:pt idx="20206">
                  <c:v>3.018333304897503</c:v>
                </c:pt>
                <c:pt idx="20207">
                  <c:v>3.0160940259164155</c:v>
                </c:pt>
                <c:pt idx="20208">
                  <c:v>3.0163699103418273</c:v>
                </c:pt>
                <c:pt idx="20209">
                  <c:v>3.018574341212902</c:v>
                </c:pt>
                <c:pt idx="20210">
                  <c:v>3.0195000127961236</c:v>
                </c:pt>
                <c:pt idx="20211">
                  <c:v>3.0194479752267047</c:v>
                </c:pt>
                <c:pt idx="20212">
                  <c:v>3.0205640531295055</c:v>
                </c:pt>
                <c:pt idx="20213">
                  <c:v>3.0238294532642911</c:v>
                </c:pt>
                <c:pt idx="20214">
                  <c:v>3.0250394547145185</c:v>
                </c:pt>
                <c:pt idx="20215">
                  <c:v>3.024838768842292</c:v>
                </c:pt>
                <c:pt idx="20216">
                  <c:v>3.0253246376564324</c:v>
                </c:pt>
                <c:pt idx="20217">
                  <c:v>3.024945744435819</c:v>
                </c:pt>
                <c:pt idx="20218">
                  <c:v>3.023932504713239</c:v>
                </c:pt>
                <c:pt idx="20219">
                  <c:v>3.0239676513994693</c:v>
                </c:pt>
                <c:pt idx="20220">
                  <c:v>3.0203530877046312</c:v>
                </c:pt>
                <c:pt idx="20221">
                  <c:v>3.0184298729771459</c:v>
                </c:pt>
                <c:pt idx="20222">
                  <c:v>3.0214816631548418</c:v>
                </c:pt>
                <c:pt idx="20223">
                  <c:v>3.0221077348301955</c:v>
                </c:pt>
                <c:pt idx="20224">
                  <c:v>3.0218924187232883</c:v>
                </c:pt>
                <c:pt idx="20225">
                  <c:v>3.0227392661849639</c:v>
                </c:pt>
                <c:pt idx="20226">
                  <c:v>3.0245920595787514</c:v>
                </c:pt>
                <c:pt idx="20227">
                  <c:v>3.0238203253627702</c:v>
                </c:pt>
                <c:pt idx="20228">
                  <c:v>3.0244311696510069</c:v>
                </c:pt>
                <c:pt idx="20229">
                  <c:v>3.0251367479078337</c:v>
                </c:pt>
                <c:pt idx="20230">
                  <c:v>3.022640138880595</c:v>
                </c:pt>
                <c:pt idx="20231">
                  <c:v>3.0194304871910802</c:v>
                </c:pt>
                <c:pt idx="20232">
                  <c:v>3.0171874973341408</c:v>
                </c:pt>
                <c:pt idx="20233">
                  <c:v>3.0167188179794069</c:v>
                </c:pt>
                <c:pt idx="20234">
                  <c:v>3.0178494834631429</c:v>
                </c:pt>
                <c:pt idx="20235">
                  <c:v>3.0173667710261638</c:v>
                </c:pt>
                <c:pt idx="20236">
                  <c:v>3.0200438907040428</c:v>
                </c:pt>
                <c:pt idx="20237">
                  <c:v>3.0240349590097506</c:v>
                </c:pt>
                <c:pt idx="20238">
                  <c:v>3.0259186337152264</c:v>
                </c:pt>
                <c:pt idx="20239">
                  <c:v>3.028001416104348</c:v>
                </c:pt>
                <c:pt idx="20240">
                  <c:v>3.0262930909463162</c:v>
                </c:pt>
                <c:pt idx="20241">
                  <c:v>3.0234119157503221</c:v>
                </c:pt>
                <c:pt idx="20242">
                  <c:v>3.0236940276225655</c:v>
                </c:pt>
                <c:pt idx="20243">
                  <c:v>3.0237015346817606</c:v>
                </c:pt>
                <c:pt idx="20244">
                  <c:v>3.0227724507989047</c:v>
                </c:pt>
                <c:pt idx="20245">
                  <c:v>3.0220254557552697</c:v>
                </c:pt>
                <c:pt idx="20246">
                  <c:v>3.0205911382578505</c:v>
                </c:pt>
                <c:pt idx="20247">
                  <c:v>3.0190155942093275</c:v>
                </c:pt>
                <c:pt idx="20248">
                  <c:v>3.018438275764995</c:v>
                </c:pt>
                <c:pt idx="20249">
                  <c:v>3.0188110695000128</c:v>
                </c:pt>
                <c:pt idx="20250">
                  <c:v>3.0175857127014325</c:v>
                </c:pt>
                <c:pt idx="20251">
                  <c:v>3.0182198459346714</c:v>
                </c:pt>
                <c:pt idx="20252">
                  <c:v>3.0217596802675244</c:v>
                </c:pt>
                <c:pt idx="20253">
                  <c:v>3.0237142881516426</c:v>
                </c:pt>
                <c:pt idx="20254">
                  <c:v>3.0226990863567731</c:v>
                </c:pt>
                <c:pt idx="20255">
                  <c:v>3.018729089001305</c:v>
                </c:pt>
                <c:pt idx="20256">
                  <c:v>3.0159839792532184</c:v>
                </c:pt>
                <c:pt idx="20257">
                  <c:v>3.0156635216638374</c:v>
                </c:pt>
                <c:pt idx="20258">
                  <c:v>3.0175844757428152</c:v>
                </c:pt>
                <c:pt idx="20259">
                  <c:v>3.0203130358376771</c:v>
                </c:pt>
                <c:pt idx="20260">
                  <c:v>3.0209248611620585</c:v>
                </c:pt>
                <c:pt idx="20261">
                  <c:v>3.0214009622684967</c:v>
                </c:pt>
                <c:pt idx="20262">
                  <c:v>3.0225206230859132</c:v>
                </c:pt>
                <c:pt idx="20263">
                  <c:v>3.0229694684490247</c:v>
                </c:pt>
                <c:pt idx="20264">
                  <c:v>3.0234316644344541</c:v>
                </c:pt>
                <c:pt idx="20265">
                  <c:v>3.0219915033739113</c:v>
                </c:pt>
                <c:pt idx="20266">
                  <c:v>3.0199400714876772</c:v>
                </c:pt>
                <c:pt idx="20267">
                  <c:v>3.0188155481432823</c:v>
                </c:pt>
                <c:pt idx="20268">
                  <c:v>3.018293508953021</c:v>
                </c:pt>
                <c:pt idx="20269">
                  <c:v>3.0167029507861085</c:v>
                </c:pt>
                <c:pt idx="20270">
                  <c:v>3.0164526586079523</c:v>
                </c:pt>
                <c:pt idx="20271">
                  <c:v>3.0159658087576671</c:v>
                </c:pt>
                <c:pt idx="20272">
                  <c:v>3.0141276029448147</c:v>
                </c:pt>
                <c:pt idx="20273">
                  <c:v>3.0135770710526093</c:v>
                </c:pt>
                <c:pt idx="20274">
                  <c:v>3.0144308284210437</c:v>
                </c:pt>
                <c:pt idx="20275">
                  <c:v>3.0175144382928263</c:v>
                </c:pt>
                <c:pt idx="20276">
                  <c:v>3.0198452522115966</c:v>
                </c:pt>
                <c:pt idx="20277">
                  <c:v>3.0203344053641352</c:v>
                </c:pt>
                <c:pt idx="20278">
                  <c:v>3.0222844919512384</c:v>
                </c:pt>
                <c:pt idx="20279">
                  <c:v>3.0249477918155994</c:v>
                </c:pt>
                <c:pt idx="20280">
                  <c:v>3.0261208124685428</c:v>
                </c:pt>
                <c:pt idx="20281">
                  <c:v>3.0258052600598857</c:v>
                </c:pt>
                <c:pt idx="20282">
                  <c:v>3.0247761531440074</c:v>
                </c:pt>
                <c:pt idx="20283">
                  <c:v>3.0248562142241711</c:v>
                </c:pt>
                <c:pt idx="20284">
                  <c:v>3.0257234075224146</c:v>
                </c:pt>
                <c:pt idx="20285">
                  <c:v>3.0258057719048308</c:v>
                </c:pt>
                <c:pt idx="20286">
                  <c:v>3.0266837566006672</c:v>
                </c:pt>
                <c:pt idx="20287">
                  <c:v>3.0275986367862964</c:v>
                </c:pt>
                <c:pt idx="20288">
                  <c:v>3.0280821596444385</c:v>
                </c:pt>
                <c:pt idx="20289">
                  <c:v>3.0274739598884177</c:v>
                </c:pt>
                <c:pt idx="20290">
                  <c:v>3.0260125146089076</c:v>
                </c:pt>
                <c:pt idx="20291">
                  <c:v>3.0235435025549595</c:v>
                </c:pt>
                <c:pt idx="20292">
                  <c:v>3.0225392201189187</c:v>
                </c:pt>
                <c:pt idx="20293">
                  <c:v>3.0215655630720932</c:v>
                </c:pt>
                <c:pt idx="20294">
                  <c:v>3.019738575194288</c:v>
                </c:pt>
                <c:pt idx="20295">
                  <c:v>3.019602808322599</c:v>
                </c:pt>
                <c:pt idx="20296">
                  <c:v>3.0195840833283571</c:v>
                </c:pt>
                <c:pt idx="20297">
                  <c:v>3.0187547665560515</c:v>
                </c:pt>
                <c:pt idx="20298">
                  <c:v>3.017800261040922</c:v>
                </c:pt>
                <c:pt idx="20299">
                  <c:v>3.0182143009477662</c:v>
                </c:pt>
                <c:pt idx="20300">
                  <c:v>3.0174492207160712</c:v>
                </c:pt>
                <c:pt idx="20301">
                  <c:v>3.0167057659333065</c:v>
                </c:pt>
                <c:pt idx="20302">
                  <c:v>3.0149532941487593</c:v>
                </c:pt>
                <c:pt idx="20303">
                  <c:v>3.0148584322189333</c:v>
                </c:pt>
                <c:pt idx="20304">
                  <c:v>3.0178502938843059</c:v>
                </c:pt>
                <c:pt idx="20305">
                  <c:v>3.0212626361720822</c:v>
                </c:pt>
                <c:pt idx="20306">
                  <c:v>3.023357446917414</c:v>
                </c:pt>
                <c:pt idx="20307">
                  <c:v>3.0216986854115659</c:v>
                </c:pt>
                <c:pt idx="20308">
                  <c:v>3.0209731878556254</c:v>
                </c:pt>
                <c:pt idx="20309">
                  <c:v>3.0239436799945403</c:v>
                </c:pt>
                <c:pt idx="20310">
                  <c:v>3.0249417349837491</c:v>
                </c:pt>
                <c:pt idx="20311">
                  <c:v>3.0248482379737767</c:v>
                </c:pt>
                <c:pt idx="20312">
                  <c:v>3.0246147087175723</c:v>
                </c:pt>
                <c:pt idx="20313">
                  <c:v>3.025381025907885</c:v>
                </c:pt>
                <c:pt idx="20314">
                  <c:v>3.0256038917277328</c:v>
                </c:pt>
                <c:pt idx="20315">
                  <c:v>3.0260596896513481</c:v>
                </c:pt>
                <c:pt idx="20316">
                  <c:v>3.025329372222175</c:v>
                </c:pt>
                <c:pt idx="20317">
                  <c:v>3.0249689480733304</c:v>
                </c:pt>
                <c:pt idx="20318">
                  <c:v>3.0242034839579262</c:v>
                </c:pt>
                <c:pt idx="20319">
                  <c:v>3.0225451489895327</c:v>
                </c:pt>
                <c:pt idx="20320">
                  <c:v>3.0208374636376822</c:v>
                </c:pt>
                <c:pt idx="20321">
                  <c:v>3.0212759867944006</c:v>
                </c:pt>
                <c:pt idx="20322">
                  <c:v>3.0211537411600111</c:v>
                </c:pt>
                <c:pt idx="20323">
                  <c:v>3.0209900360850686</c:v>
                </c:pt>
                <c:pt idx="20324">
                  <c:v>3.0210146899499244</c:v>
                </c:pt>
                <c:pt idx="20325">
                  <c:v>3.0204249166119279</c:v>
                </c:pt>
                <c:pt idx="20326">
                  <c:v>3.0193241514037346</c:v>
                </c:pt>
                <c:pt idx="20327">
                  <c:v>3.0181812869488072</c:v>
                </c:pt>
                <c:pt idx="20328">
                  <c:v>3.0186221987152693</c:v>
                </c:pt>
                <c:pt idx="20329">
                  <c:v>3.020538076998541</c:v>
                </c:pt>
                <c:pt idx="20330">
                  <c:v>3.0196998455934416</c:v>
                </c:pt>
                <c:pt idx="20331">
                  <c:v>3.0177265127150816</c:v>
                </c:pt>
                <c:pt idx="20332">
                  <c:v>3.0195386144357337</c:v>
                </c:pt>
                <c:pt idx="20333">
                  <c:v>3.020043506820334</c:v>
                </c:pt>
                <c:pt idx="20334">
                  <c:v>3.020770667872346</c:v>
                </c:pt>
                <c:pt idx="20335">
                  <c:v>3.0211368076230776</c:v>
                </c:pt>
                <c:pt idx="20336">
                  <c:v>3.018924400501608</c:v>
                </c:pt>
                <c:pt idx="20337">
                  <c:v>3.0179443880467143</c:v>
                </c:pt>
                <c:pt idx="20338">
                  <c:v>3.0185108297859635</c:v>
                </c:pt>
                <c:pt idx="20339">
                  <c:v>3.0174742158108905</c:v>
                </c:pt>
                <c:pt idx="20340">
                  <c:v>3.016483326650913</c:v>
                </c:pt>
                <c:pt idx="20341">
                  <c:v>3.0176562619963661</c:v>
                </c:pt>
                <c:pt idx="20342">
                  <c:v>3.0173476621482131</c:v>
                </c:pt>
                <c:pt idx="20343">
                  <c:v>3.0168217841208635</c:v>
                </c:pt>
                <c:pt idx="20344">
                  <c:v>3.019271943219334</c:v>
                </c:pt>
                <c:pt idx="20345">
                  <c:v>3.0202017948696076</c:v>
                </c:pt>
                <c:pt idx="20346">
                  <c:v>3.0210924050740897</c:v>
                </c:pt>
                <c:pt idx="20347">
                  <c:v>3.0196125333765558</c:v>
                </c:pt>
                <c:pt idx="20348">
                  <c:v>3.0158847666413586</c:v>
                </c:pt>
                <c:pt idx="20349">
                  <c:v>3.0150332699214317</c:v>
                </c:pt>
                <c:pt idx="20350">
                  <c:v>3.0183555274988696</c:v>
                </c:pt>
                <c:pt idx="20351">
                  <c:v>3.0200653455379918</c:v>
                </c:pt>
                <c:pt idx="20352">
                  <c:v>3.0215310561920443</c:v>
                </c:pt>
                <c:pt idx="20353">
                  <c:v>3.0214427629390137</c:v>
                </c:pt>
                <c:pt idx="20354">
                  <c:v>3.0198303660544434</c:v>
                </c:pt>
                <c:pt idx="20355">
                  <c:v>3.0175522295112733</c:v>
                </c:pt>
                <c:pt idx="20356">
                  <c:v>3.0156782372060089</c:v>
                </c:pt>
                <c:pt idx="20357">
                  <c:v>3.0164250189809168</c:v>
                </c:pt>
                <c:pt idx="20358">
                  <c:v>3.0167587418851247</c:v>
                </c:pt>
                <c:pt idx="20359">
                  <c:v>3.0178802794673398</c:v>
                </c:pt>
                <c:pt idx="20360">
                  <c:v>3.0190660109364202</c:v>
                </c:pt>
                <c:pt idx="20361">
                  <c:v>3.0211644472501131</c:v>
                </c:pt>
                <c:pt idx="20362">
                  <c:v>3.0202051645154961</c:v>
                </c:pt>
                <c:pt idx="20363">
                  <c:v>3.0198372759612022</c:v>
                </c:pt>
                <c:pt idx="20364">
                  <c:v>3.0199852418040827</c:v>
                </c:pt>
                <c:pt idx="20365">
                  <c:v>3.020031905001578</c:v>
                </c:pt>
                <c:pt idx="20366">
                  <c:v>3.021479871697534</c:v>
                </c:pt>
                <c:pt idx="20367">
                  <c:v>3.0214498434607542</c:v>
                </c:pt>
                <c:pt idx="20368">
                  <c:v>3.0217574622727623</c:v>
                </c:pt>
                <c:pt idx="20369">
                  <c:v>3.0218411062675412</c:v>
                </c:pt>
                <c:pt idx="20370">
                  <c:v>3.0220890524896991</c:v>
                </c:pt>
                <c:pt idx="20371">
                  <c:v>3.0230525152913676</c:v>
                </c:pt>
                <c:pt idx="20372">
                  <c:v>3.022441969579349</c:v>
                </c:pt>
                <c:pt idx="20373">
                  <c:v>3.0240004094759563</c:v>
                </c:pt>
                <c:pt idx="20374">
                  <c:v>3.025880458613071</c:v>
                </c:pt>
                <c:pt idx="20375">
                  <c:v>3.0227610622488759</c:v>
                </c:pt>
                <c:pt idx="20376">
                  <c:v>3.0204171109765148</c:v>
                </c:pt>
                <c:pt idx="20377">
                  <c:v>3.0221067964477961</c:v>
                </c:pt>
                <c:pt idx="20378">
                  <c:v>3.021893996911869</c:v>
                </c:pt>
                <c:pt idx="20379">
                  <c:v>3.0199643414688242</c:v>
                </c:pt>
                <c:pt idx="20380">
                  <c:v>3.0188608890746695</c:v>
                </c:pt>
                <c:pt idx="20381">
                  <c:v>3.0185762179777007</c:v>
                </c:pt>
                <c:pt idx="20382">
                  <c:v>3.0182020593228289</c:v>
                </c:pt>
                <c:pt idx="20383">
                  <c:v>3.0203520213609956</c:v>
                </c:pt>
                <c:pt idx="20384">
                  <c:v>3.0216180698327122</c:v>
                </c:pt>
                <c:pt idx="20385">
                  <c:v>3.0207900326727688</c:v>
                </c:pt>
                <c:pt idx="20386">
                  <c:v>3.021326574136475</c:v>
                </c:pt>
                <c:pt idx="20387">
                  <c:v>3.022857800943501</c:v>
                </c:pt>
                <c:pt idx="20388">
                  <c:v>3.0234146455900293</c:v>
                </c:pt>
                <c:pt idx="20389">
                  <c:v>3.0229095399367019</c:v>
                </c:pt>
                <c:pt idx="20390">
                  <c:v>3.0219791337877377</c:v>
                </c:pt>
                <c:pt idx="20391">
                  <c:v>3.0216713017070029</c:v>
                </c:pt>
                <c:pt idx="20392">
                  <c:v>3.0196740400774593</c:v>
                </c:pt>
                <c:pt idx="20393">
                  <c:v>3.0172821033414943</c:v>
                </c:pt>
                <c:pt idx="20394">
                  <c:v>3.0163362565366865</c:v>
                </c:pt>
                <c:pt idx="20395">
                  <c:v>3.0182397225800397</c:v>
                </c:pt>
                <c:pt idx="20396">
                  <c:v>3.0183496839357464</c:v>
                </c:pt>
                <c:pt idx="20397">
                  <c:v>3.0180937188094488</c:v>
                </c:pt>
                <c:pt idx="20398">
                  <c:v>3.0174445288040741</c:v>
                </c:pt>
                <c:pt idx="20399">
                  <c:v>3.0151190039497369</c:v>
                </c:pt>
                <c:pt idx="20400">
                  <c:v>3.0135545498750247</c:v>
                </c:pt>
                <c:pt idx="20401">
                  <c:v>3.0127936923641263</c:v>
                </c:pt>
                <c:pt idx="20402">
                  <c:v>3.0143188196855566</c:v>
                </c:pt>
                <c:pt idx="20403">
                  <c:v>3.0176373663871425</c:v>
                </c:pt>
                <c:pt idx="20404">
                  <c:v>3.0189709783916125</c:v>
                </c:pt>
                <c:pt idx="20405">
                  <c:v>3.018999215171084</c:v>
                </c:pt>
                <c:pt idx="20406">
                  <c:v>3.019973725292818</c:v>
                </c:pt>
                <c:pt idx="20407">
                  <c:v>3.0210636991034181</c:v>
                </c:pt>
                <c:pt idx="20408">
                  <c:v>3.0217176663282803</c:v>
                </c:pt>
                <c:pt idx="20409">
                  <c:v>3.0205184989293912</c:v>
                </c:pt>
                <c:pt idx="20410">
                  <c:v>3.0188994907142797</c:v>
                </c:pt>
                <c:pt idx="20411">
                  <c:v>3.0167374576661579</c:v>
                </c:pt>
                <c:pt idx="20412">
                  <c:v>3.0151637477286881</c:v>
                </c:pt>
                <c:pt idx="20413">
                  <c:v>3.0153182822483644</c:v>
                </c:pt>
                <c:pt idx="20414">
                  <c:v>3.0168776178736256</c:v>
                </c:pt>
                <c:pt idx="20415">
                  <c:v>3.0192952748180817</c:v>
                </c:pt>
                <c:pt idx="20416">
                  <c:v>3.0193279049333324</c:v>
                </c:pt>
                <c:pt idx="20417">
                  <c:v>3.0196691775504809</c:v>
                </c:pt>
                <c:pt idx="20418">
                  <c:v>3.0192467775095331</c:v>
                </c:pt>
                <c:pt idx="20419">
                  <c:v>3.0186667718792388</c:v>
                </c:pt>
                <c:pt idx="20420">
                  <c:v>3.0207070711379167</c:v>
                </c:pt>
                <c:pt idx="20421">
                  <c:v>3.0226366839272156</c:v>
                </c:pt>
                <c:pt idx="20422">
                  <c:v>3.022204558832311</c:v>
                </c:pt>
                <c:pt idx="20423">
                  <c:v>3.0215079378620238</c:v>
                </c:pt>
                <c:pt idx="20424">
                  <c:v>3.0208321319195037</c:v>
                </c:pt>
                <c:pt idx="20425">
                  <c:v>3.0191711950726394</c:v>
                </c:pt>
                <c:pt idx="20426">
                  <c:v>3.0177987681598322</c:v>
                </c:pt>
                <c:pt idx="20427">
                  <c:v>3.0181790689540446</c:v>
                </c:pt>
                <c:pt idx="20428">
                  <c:v>3.0206821613505883</c:v>
                </c:pt>
                <c:pt idx="20429">
                  <c:v>3.0232864710850258</c:v>
                </c:pt>
                <c:pt idx="20430">
                  <c:v>3.0255254088361498</c:v>
                </c:pt>
                <c:pt idx="20431">
                  <c:v>3.026458630132312</c:v>
                </c:pt>
                <c:pt idx="20432">
                  <c:v>3.0235564266398232</c:v>
                </c:pt>
                <c:pt idx="20433">
                  <c:v>3.0223531218276278</c:v>
                </c:pt>
                <c:pt idx="20434">
                  <c:v>3.0237067810924478</c:v>
                </c:pt>
                <c:pt idx="20435">
                  <c:v>3.024403700638953</c:v>
                </c:pt>
                <c:pt idx="20436">
                  <c:v>3.0248905504892383</c:v>
                </c:pt>
                <c:pt idx="20437">
                  <c:v>3.0253767605333426</c:v>
                </c:pt>
                <c:pt idx="20438">
                  <c:v>3.0242379481842301</c:v>
                </c:pt>
                <c:pt idx="20439">
                  <c:v>3.0233074993815205</c:v>
                </c:pt>
                <c:pt idx="20440">
                  <c:v>3.0231294199943699</c:v>
                </c:pt>
                <c:pt idx="20441">
                  <c:v>3.0222168857647391</c:v>
                </c:pt>
                <c:pt idx="20442">
                  <c:v>3.022732185663223</c:v>
                </c:pt>
                <c:pt idx="20443">
                  <c:v>3.0225630209088661</c:v>
                </c:pt>
                <c:pt idx="20444">
                  <c:v>3.0236234783276319</c:v>
                </c:pt>
                <c:pt idx="20445">
                  <c:v>3.0252742209293397</c:v>
                </c:pt>
                <c:pt idx="20446">
                  <c:v>3.0283371437345914</c:v>
                </c:pt>
                <c:pt idx="20447">
                  <c:v>3.0275015142079624</c:v>
                </c:pt>
                <c:pt idx="20448">
                  <c:v>3.0259882019740152</c:v>
                </c:pt>
                <c:pt idx="20449">
                  <c:v>3.0260185714407584</c:v>
                </c:pt>
                <c:pt idx="20450">
                  <c:v>3.0252529367103724</c:v>
                </c:pt>
                <c:pt idx="20451">
                  <c:v>3.0236906153229315</c:v>
                </c:pt>
                <c:pt idx="20452">
                  <c:v>3.0239994710935569</c:v>
                </c:pt>
                <c:pt idx="20453">
                  <c:v>3.0232029977052286</c:v>
                </c:pt>
                <c:pt idx="20454">
                  <c:v>3.0221726964844784</c:v>
                </c:pt>
                <c:pt idx="20455">
                  <c:v>3.0219130631360738</c:v>
                </c:pt>
                <c:pt idx="20456">
                  <c:v>3.0211682434334559</c:v>
                </c:pt>
                <c:pt idx="20457">
                  <c:v>3.0191483326650914</c:v>
                </c:pt>
                <c:pt idx="20458">
                  <c:v>3.0181745476570296</c:v>
                </c:pt>
                <c:pt idx="20459">
                  <c:v>3.0173509038328654</c:v>
                </c:pt>
                <c:pt idx="20460">
                  <c:v>3.0179863166784675</c:v>
                </c:pt>
                <c:pt idx="20461">
                  <c:v>3.019725053956988</c:v>
                </c:pt>
                <c:pt idx="20462">
                  <c:v>3.0194114636206204</c:v>
                </c:pt>
                <c:pt idx="20463">
                  <c:v>3.018456616875528</c:v>
                </c:pt>
                <c:pt idx="20464">
                  <c:v>3.0189208602407378</c:v>
                </c:pt>
                <c:pt idx="20465">
                  <c:v>3.0188585857724166</c:v>
                </c:pt>
                <c:pt idx="20466">
                  <c:v>3.0184755124847511</c:v>
                </c:pt>
                <c:pt idx="20467">
                  <c:v>3.0174246521587063</c:v>
                </c:pt>
                <c:pt idx="20468">
                  <c:v>3.0161597126843707</c:v>
                </c:pt>
                <c:pt idx="20469">
                  <c:v>3.0159960929169189</c:v>
                </c:pt>
                <c:pt idx="20470">
                  <c:v>3.016398061813808</c:v>
                </c:pt>
                <c:pt idx="20471">
                  <c:v>3.0182867270074984</c:v>
                </c:pt>
                <c:pt idx="20472">
                  <c:v>3.0202600598858584</c:v>
                </c:pt>
                <c:pt idx="20473">
                  <c:v>3.021219001390512</c:v>
                </c:pt>
                <c:pt idx="20474">
                  <c:v>3.019374397515846</c:v>
                </c:pt>
                <c:pt idx="20475">
                  <c:v>3.0190272813355739</c:v>
                </c:pt>
                <c:pt idx="20476">
                  <c:v>3.0192069389113056</c:v>
                </c:pt>
                <c:pt idx="20477">
                  <c:v>3.0194776622335207</c:v>
                </c:pt>
                <c:pt idx="20478">
                  <c:v>3.0182218080069609</c:v>
                </c:pt>
                <c:pt idx="20479">
                  <c:v>3.0178583554421912</c:v>
                </c:pt>
                <c:pt idx="20480">
                  <c:v>3.0211176987451269</c:v>
                </c:pt>
                <c:pt idx="20481">
                  <c:v>3.022606826305418</c:v>
                </c:pt>
                <c:pt idx="20482">
                  <c:v>3.0234889484145602</c:v>
                </c:pt>
                <c:pt idx="20483">
                  <c:v>3.0250034122996339</c:v>
                </c:pt>
                <c:pt idx="20484">
                  <c:v>3.0275467271781134</c:v>
                </c:pt>
                <c:pt idx="20485">
                  <c:v>3.028836747054759</c:v>
                </c:pt>
                <c:pt idx="20486">
                  <c:v>3.0278033747643383</c:v>
                </c:pt>
                <c:pt idx="20487">
                  <c:v>3.0238305622616721</c:v>
                </c:pt>
                <c:pt idx="20488">
                  <c:v>3.0206123798230724</c:v>
                </c:pt>
                <c:pt idx="20489">
                  <c:v>3.0205848681572727</c:v>
                </c:pt>
                <c:pt idx="20490">
                  <c:v>3.0191387355723704</c:v>
                </c:pt>
                <c:pt idx="20491">
                  <c:v>3.0184204891531525</c:v>
                </c:pt>
                <c:pt idx="20492">
                  <c:v>3.021864352558798</c:v>
                </c:pt>
                <c:pt idx="20493">
                  <c:v>3.0257228956774695</c:v>
                </c:pt>
                <c:pt idx="20494">
                  <c:v>3.0263513986163124</c:v>
                </c:pt>
                <c:pt idx="20495">
                  <c:v>3.0246095476143759</c:v>
                </c:pt>
                <c:pt idx="20496">
                  <c:v>3.0216968939542581</c:v>
                </c:pt>
                <c:pt idx="20497">
                  <c:v>3.0217093488479225</c:v>
                </c:pt>
                <c:pt idx="20498">
                  <c:v>3.0241577164890847</c:v>
                </c:pt>
                <c:pt idx="20499">
                  <c:v>3.0255356883887976</c:v>
                </c:pt>
                <c:pt idx="20500">
                  <c:v>3.0256501283877739</c:v>
                </c:pt>
                <c:pt idx="20501">
                  <c:v>3.0234918915229945</c:v>
                </c:pt>
                <c:pt idx="20502">
                  <c:v>3.0231861921295309</c:v>
                </c:pt>
                <c:pt idx="20503">
                  <c:v>3.0237441031196948</c:v>
                </c:pt>
                <c:pt idx="20504">
                  <c:v>3.0242772749375124</c:v>
                </c:pt>
                <c:pt idx="20505">
                  <c:v>3.0232622011038788</c:v>
                </c:pt>
                <c:pt idx="20506">
                  <c:v>3.0223425863525075</c:v>
                </c:pt>
                <c:pt idx="20507">
                  <c:v>3.021680856145978</c:v>
                </c:pt>
                <c:pt idx="20508">
                  <c:v>3.0222915724729789</c:v>
                </c:pt>
                <c:pt idx="20509">
                  <c:v>3.0219735888008326</c:v>
                </c:pt>
                <c:pt idx="20510">
                  <c:v>3.0202057190141867</c:v>
                </c:pt>
                <c:pt idx="20511">
                  <c:v>3.0218313812135844</c:v>
                </c:pt>
                <c:pt idx="20512">
                  <c:v>3.0234496216612783</c:v>
                </c:pt>
                <c:pt idx="20513">
                  <c:v>3.0237547239023059</c:v>
                </c:pt>
                <c:pt idx="20514">
                  <c:v>3.0255350912363617</c:v>
                </c:pt>
                <c:pt idx="20515">
                  <c:v>3.0251424208559752</c:v>
                </c:pt>
                <c:pt idx="20516">
                  <c:v>3.0215910273581121</c:v>
                </c:pt>
                <c:pt idx="20517">
                  <c:v>3.0211703761207271</c:v>
                </c:pt>
                <c:pt idx="20518">
                  <c:v>3.0222214497154996</c:v>
                </c:pt>
                <c:pt idx="20519">
                  <c:v>3.0209019561007651</c:v>
                </c:pt>
                <c:pt idx="20520">
                  <c:v>3.0180974296853007</c:v>
                </c:pt>
                <c:pt idx="20521">
                  <c:v>3.0167194577855883</c:v>
                </c:pt>
                <c:pt idx="20522">
                  <c:v>3.0163333560819976</c:v>
                </c:pt>
                <c:pt idx="20523">
                  <c:v>3.0181468653762487</c:v>
                </c:pt>
                <c:pt idx="20524">
                  <c:v>3.0182122962217313</c:v>
                </c:pt>
                <c:pt idx="20525">
                  <c:v>3.0166153826467501</c:v>
                </c:pt>
                <c:pt idx="20526">
                  <c:v>3.0170836354640302</c:v>
                </c:pt>
                <c:pt idx="20527">
                  <c:v>3.017413220954932</c:v>
                </c:pt>
                <c:pt idx="20528">
                  <c:v>3.0195775573053072</c:v>
                </c:pt>
                <c:pt idx="20529">
                  <c:v>3.0217393770847019</c:v>
                </c:pt>
                <c:pt idx="20530">
                  <c:v>3.0217948269537547</c:v>
                </c:pt>
                <c:pt idx="20531">
                  <c:v>3.0216449843460755</c:v>
                </c:pt>
                <c:pt idx="20532">
                  <c:v>3.0229730940173858</c:v>
                </c:pt>
                <c:pt idx="20533">
                  <c:v>3.0233658923590081</c:v>
                </c:pt>
                <c:pt idx="20534">
                  <c:v>3.021601221603269</c:v>
                </c:pt>
                <c:pt idx="20535">
                  <c:v>3.0187442310809312</c:v>
                </c:pt>
                <c:pt idx="20536">
                  <c:v>3.0175513337826194</c:v>
                </c:pt>
                <c:pt idx="20537">
                  <c:v>3.0161325422485348</c:v>
                </c:pt>
                <c:pt idx="20538">
                  <c:v>3.0162457879426392</c:v>
                </c:pt>
                <c:pt idx="20539">
                  <c:v>3.0218438787609938</c:v>
                </c:pt>
                <c:pt idx="20540">
                  <c:v>3.0248432474855615</c:v>
                </c:pt>
                <c:pt idx="20541">
                  <c:v>3.0223688610596895</c:v>
                </c:pt>
                <c:pt idx="20542">
                  <c:v>3.021301707002892</c:v>
                </c:pt>
                <c:pt idx="20543">
                  <c:v>3.0206020149629338</c:v>
                </c:pt>
                <c:pt idx="20544">
                  <c:v>3.0199683082671491</c:v>
                </c:pt>
                <c:pt idx="20545">
                  <c:v>3.0197360586233075</c:v>
                </c:pt>
                <c:pt idx="20546">
                  <c:v>3.0188120505361575</c:v>
                </c:pt>
                <c:pt idx="20547">
                  <c:v>3.0191390768023338</c:v>
                </c:pt>
                <c:pt idx="20548">
                  <c:v>3.0188149509908464</c:v>
                </c:pt>
                <c:pt idx="20549">
                  <c:v>3.0171604548595412</c:v>
                </c:pt>
                <c:pt idx="20550">
                  <c:v>3.0145714151659657</c:v>
                </c:pt>
                <c:pt idx="20551">
                  <c:v>3.0161546795424106</c:v>
                </c:pt>
                <c:pt idx="20552">
                  <c:v>3.0201886575160164</c:v>
                </c:pt>
                <c:pt idx="20553">
                  <c:v>3.021108613497351</c:v>
                </c:pt>
                <c:pt idx="20554">
                  <c:v>3.019685556588724</c:v>
                </c:pt>
                <c:pt idx="20555">
                  <c:v>3.0189643244073263</c:v>
                </c:pt>
                <c:pt idx="20556">
                  <c:v>3.0183876031154298</c:v>
                </c:pt>
                <c:pt idx="20557">
                  <c:v>3.0173589227370057</c:v>
                </c:pt>
                <c:pt idx="20558">
                  <c:v>3.0191125035189339</c:v>
                </c:pt>
                <c:pt idx="20559">
                  <c:v>3.0196080120795408</c:v>
                </c:pt>
                <c:pt idx="20560">
                  <c:v>3.0199560239884664</c:v>
                </c:pt>
                <c:pt idx="20561">
                  <c:v>3.0209406857016115</c:v>
                </c:pt>
                <c:pt idx="20562">
                  <c:v>3.0222863687160371</c:v>
                </c:pt>
                <c:pt idx="20563">
                  <c:v>3.022160540167032</c:v>
                </c:pt>
                <c:pt idx="20564">
                  <c:v>3.0211664519761481</c:v>
                </c:pt>
                <c:pt idx="20565">
                  <c:v>3.0202807896061352</c:v>
                </c:pt>
                <c:pt idx="20566">
                  <c:v>3.0212122194449895</c:v>
                </c:pt>
                <c:pt idx="20567">
                  <c:v>3.0195351594823543</c:v>
                </c:pt>
                <c:pt idx="20568">
                  <c:v>3.0192530476101105</c:v>
                </c:pt>
                <c:pt idx="20569">
                  <c:v>3.0216065533214471</c:v>
                </c:pt>
                <c:pt idx="20570">
                  <c:v>3.0211069073475341</c:v>
                </c:pt>
                <c:pt idx="20571">
                  <c:v>3.0174418416181124</c:v>
                </c:pt>
                <c:pt idx="20572">
                  <c:v>3.0173171647202341</c:v>
                </c:pt>
                <c:pt idx="20573">
                  <c:v>3.0202391595506</c:v>
                </c:pt>
                <c:pt idx="20574">
                  <c:v>3.0220764269810534</c:v>
                </c:pt>
                <c:pt idx="20575">
                  <c:v>3.0215582266278802</c:v>
                </c:pt>
                <c:pt idx="20576">
                  <c:v>3.0207489571159245</c:v>
                </c:pt>
                <c:pt idx="20577">
                  <c:v>3.0194346672581318</c:v>
                </c:pt>
                <c:pt idx="20578">
                  <c:v>3.0190194757001612</c:v>
                </c:pt>
                <c:pt idx="20579">
                  <c:v>3.0179134214275356</c:v>
                </c:pt>
                <c:pt idx="20580">
                  <c:v>3.0162283852145055</c:v>
                </c:pt>
                <c:pt idx="20581">
                  <c:v>3.0173632307652936</c:v>
                </c:pt>
                <c:pt idx="20582">
                  <c:v>3.0156446260546139</c:v>
                </c:pt>
                <c:pt idx="20583">
                  <c:v>3.0129402506334082</c:v>
                </c:pt>
                <c:pt idx="20584">
                  <c:v>3.0132513670525407</c:v>
                </c:pt>
                <c:pt idx="20585">
                  <c:v>3.0166146148793325</c:v>
                </c:pt>
                <c:pt idx="20586">
                  <c:v>3.0171162229255351</c:v>
                </c:pt>
                <c:pt idx="20587">
                  <c:v>3.0179634116171741</c:v>
                </c:pt>
                <c:pt idx="20588">
                  <c:v>3.0174228180476526</c:v>
                </c:pt>
                <c:pt idx="20589">
                  <c:v>3.0160732961961392</c:v>
                </c:pt>
                <c:pt idx="20590">
                  <c:v>3.0154547315799802</c:v>
                </c:pt>
                <c:pt idx="20591">
                  <c:v>3.0155061719969631</c:v>
                </c:pt>
                <c:pt idx="20592">
                  <c:v>3.0144826527217354</c:v>
                </c:pt>
                <c:pt idx="20593">
                  <c:v>3.012459031077519</c:v>
                </c:pt>
                <c:pt idx="20594">
                  <c:v>3.0136828096875186</c:v>
                </c:pt>
                <c:pt idx="20595">
                  <c:v>3.0162868208457385</c:v>
                </c:pt>
                <c:pt idx="20596">
                  <c:v>3.0188616568420872</c:v>
                </c:pt>
                <c:pt idx="20597">
                  <c:v>3.0183027648157785</c:v>
                </c:pt>
                <c:pt idx="20598">
                  <c:v>3.0177335079293313</c:v>
                </c:pt>
                <c:pt idx="20599">
                  <c:v>3.0167265383073287</c:v>
                </c:pt>
                <c:pt idx="20600">
                  <c:v>3.0144360748317309</c:v>
                </c:pt>
                <c:pt idx="20601">
                  <c:v>3.0155368400399238</c:v>
                </c:pt>
                <c:pt idx="20602">
                  <c:v>3.018426162101294</c:v>
                </c:pt>
                <c:pt idx="20603">
                  <c:v>3.019760072681982</c:v>
                </c:pt>
                <c:pt idx="20604">
                  <c:v>3.0196419218071537</c:v>
                </c:pt>
                <c:pt idx="20605">
                  <c:v>3.0182114004930773</c:v>
                </c:pt>
                <c:pt idx="20606">
                  <c:v>3.0184927872516485</c:v>
                </c:pt>
                <c:pt idx="20607">
                  <c:v>3.0187780555010537</c:v>
                </c:pt>
                <c:pt idx="20608">
                  <c:v>3.01917678271329</c:v>
                </c:pt>
                <c:pt idx="20609">
                  <c:v>3.0200178292655879</c:v>
                </c:pt>
                <c:pt idx="20610">
                  <c:v>3.0202414628528529</c:v>
                </c:pt>
                <c:pt idx="20611">
                  <c:v>3.0211304095612634</c:v>
                </c:pt>
                <c:pt idx="20612">
                  <c:v>3.0203147846412395</c:v>
                </c:pt>
                <c:pt idx="20613">
                  <c:v>3.0181669126365986</c:v>
                </c:pt>
                <c:pt idx="20614">
                  <c:v>3.0166670363324601</c:v>
                </c:pt>
                <c:pt idx="20615">
                  <c:v>3.0168298883324947</c:v>
                </c:pt>
                <c:pt idx="20616">
                  <c:v>3.0169165180894533</c:v>
                </c:pt>
                <c:pt idx="20617">
                  <c:v>3.0189509311312626</c:v>
                </c:pt>
                <c:pt idx="20618">
                  <c:v>3.0202178753316327</c:v>
                </c:pt>
                <c:pt idx="20619">
                  <c:v>3.021536046680259</c:v>
                </c:pt>
                <c:pt idx="20620">
                  <c:v>3.021312455746739</c:v>
                </c:pt>
                <c:pt idx="20621">
                  <c:v>3.0214055688730026</c:v>
                </c:pt>
                <c:pt idx="20622">
                  <c:v>3.0213757965586958</c:v>
                </c:pt>
                <c:pt idx="20623">
                  <c:v>3.0189845849364034</c:v>
                </c:pt>
                <c:pt idx="20624">
                  <c:v>3.0186040708734634</c:v>
                </c:pt>
                <c:pt idx="20625">
                  <c:v>3.0209771546539503</c:v>
                </c:pt>
                <c:pt idx="20626">
                  <c:v>3.0229818806889432</c:v>
                </c:pt>
                <c:pt idx="20627">
                  <c:v>3.0230065345537991</c:v>
                </c:pt>
                <c:pt idx="20628">
                  <c:v>3.0240341059348421</c:v>
                </c:pt>
                <c:pt idx="20629">
                  <c:v>3.0253323153306093</c:v>
                </c:pt>
                <c:pt idx="20630">
                  <c:v>3.0227774839408648</c:v>
                </c:pt>
                <c:pt idx="20631">
                  <c:v>3.0223835766018614</c:v>
                </c:pt>
                <c:pt idx="20632">
                  <c:v>3.023008539279834</c:v>
                </c:pt>
                <c:pt idx="20633">
                  <c:v>3.0233626933281013</c:v>
                </c:pt>
                <c:pt idx="20634">
                  <c:v>3.0236624211972054</c:v>
                </c:pt>
                <c:pt idx="20635">
                  <c:v>3.0236593927812803</c:v>
                </c:pt>
                <c:pt idx="20636">
                  <c:v>3.0232196753196896</c:v>
                </c:pt>
                <c:pt idx="20637">
                  <c:v>3.0232031256664649</c:v>
                </c:pt>
                <c:pt idx="20638">
                  <c:v>3.0215642834597305</c:v>
                </c:pt>
                <c:pt idx="20639">
                  <c:v>3.0194492548390675</c:v>
                </c:pt>
                <c:pt idx="20640">
                  <c:v>3.0201782926558782</c:v>
                </c:pt>
                <c:pt idx="20641">
                  <c:v>3.0185081426000018</c:v>
                </c:pt>
                <c:pt idx="20642">
                  <c:v>3.016416402924341</c:v>
                </c:pt>
                <c:pt idx="20643">
                  <c:v>3.0173396005903279</c:v>
                </c:pt>
                <c:pt idx="20644">
                  <c:v>3.0161963949054367</c:v>
                </c:pt>
                <c:pt idx="20645">
                  <c:v>3.0133885841515742</c:v>
                </c:pt>
                <c:pt idx="20646">
                  <c:v>3.0129329141891947</c:v>
                </c:pt>
                <c:pt idx="20647">
                  <c:v>3.0140900249950948</c:v>
                </c:pt>
                <c:pt idx="20648">
                  <c:v>3.0159555292050193</c:v>
                </c:pt>
                <c:pt idx="20649">
                  <c:v>3.0171296162015988</c:v>
                </c:pt>
                <c:pt idx="20650">
                  <c:v>3.0183824420122329</c:v>
                </c:pt>
                <c:pt idx="20651">
                  <c:v>3.0185520333040445</c:v>
                </c:pt>
                <c:pt idx="20652">
                  <c:v>3.0200480707710944</c:v>
                </c:pt>
                <c:pt idx="20653">
                  <c:v>3.0203119694940415</c:v>
                </c:pt>
                <c:pt idx="20654">
                  <c:v>3.0204503382442014</c:v>
                </c:pt>
                <c:pt idx="20655">
                  <c:v>3.021838376427834</c:v>
                </c:pt>
                <c:pt idx="20656">
                  <c:v>3.023144604727741</c:v>
                </c:pt>
                <c:pt idx="20657">
                  <c:v>3.02268475469831</c:v>
                </c:pt>
                <c:pt idx="20658">
                  <c:v>3.0227875928785308</c:v>
                </c:pt>
                <c:pt idx="20659">
                  <c:v>3.0238647705655035</c:v>
                </c:pt>
                <c:pt idx="20660">
                  <c:v>3.0233112102573725</c:v>
                </c:pt>
                <c:pt idx="20661">
                  <c:v>3.0218931438369605</c:v>
                </c:pt>
                <c:pt idx="20662">
                  <c:v>3.0205777023280413</c:v>
                </c:pt>
                <c:pt idx="20663">
                  <c:v>3.0205309111693097</c:v>
                </c:pt>
                <c:pt idx="20664">
                  <c:v>3.017916577804697</c:v>
                </c:pt>
                <c:pt idx="20665">
                  <c:v>3.018998404749921</c:v>
                </c:pt>
                <c:pt idx="20666">
                  <c:v>3.0198604795987136</c:v>
                </c:pt>
                <c:pt idx="20667">
                  <c:v>3.0197789256374601</c:v>
                </c:pt>
                <c:pt idx="20668">
                  <c:v>3.021234527353847</c:v>
                </c:pt>
                <c:pt idx="20669">
                  <c:v>3.0212701005775315</c:v>
                </c:pt>
                <c:pt idx="20670">
                  <c:v>3.0196262252288375</c:v>
                </c:pt>
                <c:pt idx="20671">
                  <c:v>3.019872678569905</c:v>
                </c:pt>
                <c:pt idx="20672">
                  <c:v>3.0219288876756267</c:v>
                </c:pt>
                <c:pt idx="20673">
                  <c:v>3.0226983612431009</c:v>
                </c:pt>
                <c:pt idx="20674">
                  <c:v>3.0232274383013573</c:v>
                </c:pt>
                <c:pt idx="20675">
                  <c:v>3.0239767366472452</c:v>
                </c:pt>
                <c:pt idx="20676">
                  <c:v>3.023623691596359</c:v>
                </c:pt>
                <c:pt idx="20677">
                  <c:v>3.0195378040145706</c:v>
                </c:pt>
                <c:pt idx="20678">
                  <c:v>3.0163561331820548</c:v>
                </c:pt>
                <c:pt idx="20679">
                  <c:v>3.0162506504696176</c:v>
                </c:pt>
                <c:pt idx="20680">
                  <c:v>3.0187624868839733</c:v>
                </c:pt>
                <c:pt idx="20681">
                  <c:v>3.0197822099758578</c:v>
                </c:pt>
                <c:pt idx="20682">
                  <c:v>3.0185775402438089</c:v>
                </c:pt>
                <c:pt idx="20683">
                  <c:v>3.0189082347320917</c:v>
                </c:pt>
                <c:pt idx="20684">
                  <c:v>3.0185034080342596</c:v>
                </c:pt>
                <c:pt idx="20685">
                  <c:v>3.0169921431800928</c:v>
                </c:pt>
                <c:pt idx="20686">
                  <c:v>3.0152466666097948</c:v>
                </c:pt>
                <c:pt idx="20687">
                  <c:v>3.0162520580432166</c:v>
                </c:pt>
                <c:pt idx="20688">
                  <c:v>3.01866638799553</c:v>
                </c:pt>
                <c:pt idx="20689">
                  <c:v>3.0203300973358469</c:v>
                </c:pt>
                <c:pt idx="20690">
                  <c:v>3.0225069312336315</c:v>
                </c:pt>
                <c:pt idx="20691">
                  <c:v>3.022495329414876</c:v>
                </c:pt>
                <c:pt idx="20692">
                  <c:v>3.0211345469745696</c:v>
                </c:pt>
                <c:pt idx="20693">
                  <c:v>3.0214144835057968</c:v>
                </c:pt>
                <c:pt idx="20694">
                  <c:v>3.0206523890362811</c:v>
                </c:pt>
                <c:pt idx="20695">
                  <c:v>3.0195100790800442</c:v>
                </c:pt>
                <c:pt idx="20696">
                  <c:v>3.0177286027486074</c:v>
                </c:pt>
                <c:pt idx="20697">
                  <c:v>3.0142570570621805</c:v>
                </c:pt>
                <c:pt idx="20698">
                  <c:v>3.0133179922028952</c:v>
                </c:pt>
                <c:pt idx="20699">
                  <c:v>3.0142892179862315</c:v>
                </c:pt>
                <c:pt idx="20700">
                  <c:v>3.0141902612968443</c:v>
                </c:pt>
                <c:pt idx="20701">
                  <c:v>3.0150919188213918</c:v>
                </c:pt>
                <c:pt idx="20702">
                  <c:v>3.0173941120769814</c:v>
                </c:pt>
                <c:pt idx="20703">
                  <c:v>3.0200054596794144</c:v>
                </c:pt>
                <c:pt idx="20704">
                  <c:v>3.0189551111983142</c:v>
                </c:pt>
                <c:pt idx="20705">
                  <c:v>3.0167131876850108</c:v>
                </c:pt>
                <c:pt idx="20706">
                  <c:v>3.0149422894824394</c:v>
                </c:pt>
                <c:pt idx="20707">
                  <c:v>3.0169941479061277</c:v>
                </c:pt>
                <c:pt idx="20708">
                  <c:v>3.0193945727374323</c:v>
                </c:pt>
                <c:pt idx="20709">
                  <c:v>3.0194964298815079</c:v>
                </c:pt>
                <c:pt idx="20710">
                  <c:v>3.0200689711063529</c:v>
                </c:pt>
                <c:pt idx="20711">
                  <c:v>3.0183793282888169</c:v>
                </c:pt>
                <c:pt idx="20712">
                  <c:v>3.0159979696817176</c:v>
                </c:pt>
                <c:pt idx="20713">
                  <c:v>3.0171139196232821</c:v>
                </c:pt>
                <c:pt idx="20714">
                  <c:v>3.0191006031239604</c:v>
                </c:pt>
                <c:pt idx="20715">
                  <c:v>3.0181771495355005</c:v>
                </c:pt>
                <c:pt idx="20716">
                  <c:v>3.0181782585328816</c:v>
                </c:pt>
                <c:pt idx="20717">
                  <c:v>3.0201532549073136</c:v>
                </c:pt>
                <c:pt idx="20718">
                  <c:v>3.019822731034012</c:v>
                </c:pt>
                <c:pt idx="20719">
                  <c:v>3.0179653310357182</c:v>
                </c:pt>
                <c:pt idx="20720">
                  <c:v>3.018978058913353</c:v>
                </c:pt>
                <c:pt idx="20721">
                  <c:v>3.0198943893263266</c:v>
                </c:pt>
                <c:pt idx="20722">
                  <c:v>3.0217803673340558</c:v>
                </c:pt>
                <c:pt idx="20723">
                  <c:v>3.0230476527643892</c:v>
                </c:pt>
                <c:pt idx="20724">
                  <c:v>3.0225275756464174</c:v>
                </c:pt>
                <c:pt idx="20725">
                  <c:v>3.0234504747361868</c:v>
                </c:pt>
                <c:pt idx="20726">
                  <c:v>3.0248046031922065</c:v>
                </c:pt>
                <c:pt idx="20727">
                  <c:v>3.0235864548766029</c:v>
                </c:pt>
                <c:pt idx="20728">
                  <c:v>3.0230398044752311</c:v>
                </c:pt>
                <c:pt idx="20729">
                  <c:v>3.0219596836798237</c:v>
                </c:pt>
                <c:pt idx="20730">
                  <c:v>3.0207653361541675</c:v>
                </c:pt>
                <c:pt idx="20731">
                  <c:v>3.0196537795483822</c:v>
                </c:pt>
                <c:pt idx="20732">
                  <c:v>3.0178290949728295</c:v>
                </c:pt>
                <c:pt idx="20733">
                  <c:v>3.0172894824394532</c:v>
                </c:pt>
                <c:pt idx="20734">
                  <c:v>3.0160536754732434</c:v>
                </c:pt>
                <c:pt idx="20735">
                  <c:v>3.0176801054400588</c:v>
                </c:pt>
                <c:pt idx="20736">
                  <c:v>3.0209358658283785</c:v>
                </c:pt>
                <c:pt idx="20737">
                  <c:v>3.0217126331863202</c:v>
                </c:pt>
                <c:pt idx="20738">
                  <c:v>3.0225201538947135</c:v>
                </c:pt>
                <c:pt idx="20739">
                  <c:v>3.0217015432125094</c:v>
                </c:pt>
                <c:pt idx="20740">
                  <c:v>3.018967310169506</c:v>
                </c:pt>
                <c:pt idx="20741">
                  <c:v>3.0166617046142821</c:v>
                </c:pt>
                <c:pt idx="20742">
                  <c:v>3.0163630004350681</c:v>
                </c:pt>
                <c:pt idx="20743">
                  <c:v>3.0187086578572466</c:v>
                </c:pt>
                <c:pt idx="20744">
                  <c:v>3.0211996792438343</c:v>
                </c:pt>
                <c:pt idx="20745">
                  <c:v>3.0221887769465035</c:v>
                </c:pt>
                <c:pt idx="20746">
                  <c:v>3.0206488061216654</c:v>
                </c:pt>
                <c:pt idx="20747">
                  <c:v>3.0173191267925237</c:v>
                </c:pt>
                <c:pt idx="20748">
                  <c:v>3.0169336648951144</c:v>
                </c:pt>
                <c:pt idx="20749">
                  <c:v>3.0175184050911512</c:v>
                </c:pt>
                <c:pt idx="20750">
                  <c:v>3.0179962976548973</c:v>
                </c:pt>
                <c:pt idx="20751">
                  <c:v>3.0191046978835212</c:v>
                </c:pt>
                <c:pt idx="20752">
                  <c:v>3.0174606945735905</c:v>
                </c:pt>
                <c:pt idx="20753">
                  <c:v>3.0162033048121955</c:v>
                </c:pt>
                <c:pt idx="20754">
                  <c:v>3.0179887052882113</c:v>
                </c:pt>
                <c:pt idx="20755">
                  <c:v>3.0186157153459647</c:v>
                </c:pt>
                <c:pt idx="20756">
                  <c:v>3.0169546078841183</c:v>
                </c:pt>
                <c:pt idx="20757">
                  <c:v>3.0147037697380208</c:v>
                </c:pt>
                <c:pt idx="20758">
                  <c:v>3.0145080743540089</c:v>
                </c:pt>
                <c:pt idx="20759">
                  <c:v>3.0172012744939134</c:v>
                </c:pt>
                <c:pt idx="20760">
                  <c:v>3.0198692236165257</c:v>
                </c:pt>
                <c:pt idx="20761">
                  <c:v>3.0204768262201105</c:v>
                </c:pt>
                <c:pt idx="20762">
                  <c:v>3.0220280149799952</c:v>
                </c:pt>
                <c:pt idx="20763">
                  <c:v>3.0228779761650872</c:v>
                </c:pt>
                <c:pt idx="20764">
                  <c:v>3.0209671310237751</c:v>
                </c:pt>
                <c:pt idx="20765">
                  <c:v>3.0200663265741365</c:v>
                </c:pt>
                <c:pt idx="20766">
                  <c:v>3.0192641802376667</c:v>
                </c:pt>
                <c:pt idx="20767">
                  <c:v>3.0186807623077381</c:v>
                </c:pt>
                <c:pt idx="20768">
                  <c:v>3.0181915238477091</c:v>
                </c:pt>
                <c:pt idx="20769">
                  <c:v>3.0186229238289415</c:v>
                </c:pt>
                <c:pt idx="20770">
                  <c:v>3.0204200967386945</c:v>
                </c:pt>
                <c:pt idx="20771">
                  <c:v>3.0207106967062778</c:v>
                </c:pt>
                <c:pt idx="20772">
                  <c:v>3.0188392636257388</c:v>
                </c:pt>
                <c:pt idx="20773">
                  <c:v>3.0186643406157496</c:v>
                </c:pt>
                <c:pt idx="20774">
                  <c:v>3.0179743309760032</c:v>
                </c:pt>
                <c:pt idx="20775">
                  <c:v>3.0171068817552871</c:v>
                </c:pt>
                <c:pt idx="20776">
                  <c:v>3.0187602262354658</c:v>
                </c:pt>
                <c:pt idx="20777">
                  <c:v>3.0201324398795459</c:v>
                </c:pt>
                <c:pt idx="20778">
                  <c:v>3.0210745331547564</c:v>
                </c:pt>
                <c:pt idx="20779">
                  <c:v>3.0211725514617438</c:v>
                </c:pt>
                <c:pt idx="20780">
                  <c:v>3.0240492480144683</c:v>
                </c:pt>
                <c:pt idx="20781">
                  <c:v>3.0249453605521102</c:v>
                </c:pt>
                <c:pt idx="20782">
                  <c:v>3.0227373894201648</c:v>
                </c:pt>
                <c:pt idx="20783">
                  <c:v>3.0200150994258808</c:v>
                </c:pt>
                <c:pt idx="20784">
                  <c:v>3.0172670892231048</c:v>
                </c:pt>
                <c:pt idx="20785">
                  <c:v>3.0147208738899365</c:v>
                </c:pt>
                <c:pt idx="20786">
                  <c:v>3.0148862424609506</c:v>
                </c:pt>
                <c:pt idx="20787">
                  <c:v>3.0160709928938858</c:v>
                </c:pt>
                <c:pt idx="20788">
                  <c:v>3.0152241027784652</c:v>
                </c:pt>
                <c:pt idx="20789">
                  <c:v>3.0148987826621054</c:v>
                </c:pt>
                <c:pt idx="20790">
                  <c:v>3.0145823771785398</c:v>
                </c:pt>
                <c:pt idx="20791">
                  <c:v>3.0165410798222192</c:v>
                </c:pt>
                <c:pt idx="20792">
                  <c:v>3.0207959615433833</c:v>
                </c:pt>
                <c:pt idx="20793">
                  <c:v>3.022794545439035</c:v>
                </c:pt>
                <c:pt idx="20794">
                  <c:v>3.0247811862859679</c:v>
                </c:pt>
                <c:pt idx="20795">
                  <c:v>3.0237817237231601</c:v>
                </c:pt>
                <c:pt idx="20796">
                  <c:v>3.0206121239005999</c:v>
                </c:pt>
                <c:pt idx="20797">
                  <c:v>3.0186375540636221</c:v>
                </c:pt>
                <c:pt idx="20798">
                  <c:v>3.016949660049649</c:v>
                </c:pt>
                <c:pt idx="20799">
                  <c:v>3.0163606118253243</c:v>
                </c:pt>
                <c:pt idx="20800">
                  <c:v>3.0167507656347303</c:v>
                </c:pt>
                <c:pt idx="20801">
                  <c:v>3.017977828583128</c:v>
                </c:pt>
                <c:pt idx="20802">
                  <c:v>3.0175929211844092</c:v>
                </c:pt>
                <c:pt idx="20803">
                  <c:v>3.016296417938459</c:v>
                </c:pt>
                <c:pt idx="20804">
                  <c:v>3.0154840347030873</c:v>
                </c:pt>
                <c:pt idx="20805">
                  <c:v>3.0173137950743456</c:v>
                </c:pt>
                <c:pt idx="20806">
                  <c:v>3.0206118253243819</c:v>
                </c:pt>
                <c:pt idx="20807">
                  <c:v>3.0237964819190775</c:v>
                </c:pt>
                <c:pt idx="20808">
                  <c:v>3.0246391919674465</c:v>
                </c:pt>
                <c:pt idx="20809">
                  <c:v>3.0252476049921944</c:v>
                </c:pt>
                <c:pt idx="20810">
                  <c:v>3.0255094563353606</c:v>
                </c:pt>
                <c:pt idx="20811">
                  <c:v>3.0216322735299386</c:v>
                </c:pt>
                <c:pt idx="20812">
                  <c:v>3.0196011448265274</c:v>
                </c:pt>
                <c:pt idx="20813">
                  <c:v>3.0186552980217192</c:v>
                </c:pt>
                <c:pt idx="20814">
                  <c:v>3.0181740358120845</c:v>
                </c:pt>
                <c:pt idx="20815">
                  <c:v>3.0184342663129251</c:v>
                </c:pt>
                <c:pt idx="20816">
                  <c:v>3.0188885713554505</c:v>
                </c:pt>
                <c:pt idx="20817">
                  <c:v>3.0165592503177705</c:v>
                </c:pt>
                <c:pt idx="20818">
                  <c:v>3.0147882668077082</c:v>
                </c:pt>
                <c:pt idx="20819">
                  <c:v>3.0145379746295524</c:v>
                </c:pt>
                <c:pt idx="20820">
                  <c:v>3.0143692790663947</c:v>
                </c:pt>
                <c:pt idx="20821">
                  <c:v>3.0165430845482541</c:v>
                </c:pt>
                <c:pt idx="20822">
                  <c:v>3.0202750313505029</c:v>
                </c:pt>
                <c:pt idx="20823">
                  <c:v>3.0226472194023359</c:v>
                </c:pt>
                <c:pt idx="20824">
                  <c:v>3.0236619093522603</c:v>
                </c:pt>
                <c:pt idx="20825">
                  <c:v>3.0257128293935489</c:v>
                </c:pt>
                <c:pt idx="20826">
                  <c:v>3.0263333560819974</c:v>
                </c:pt>
                <c:pt idx="20827">
                  <c:v>3.0253630260273154</c:v>
                </c:pt>
                <c:pt idx="20828">
                  <c:v>3.0227967207800517</c:v>
                </c:pt>
                <c:pt idx="20829">
                  <c:v>3.0210868600871841</c:v>
                </c:pt>
                <c:pt idx="20830">
                  <c:v>3.0211907219572951</c:v>
                </c:pt>
                <c:pt idx="20831">
                  <c:v>3.02170909292545</c:v>
                </c:pt>
                <c:pt idx="20832">
                  <c:v>3.0237726384753847</c:v>
                </c:pt>
                <c:pt idx="20833">
                  <c:v>3.0242839289217986</c:v>
                </c:pt>
                <c:pt idx="20834">
                  <c:v>3.0227816213541709</c:v>
                </c:pt>
                <c:pt idx="20835">
                  <c:v>3.0250532745280365</c:v>
                </c:pt>
                <c:pt idx="20836">
                  <c:v>3.0261821485544647</c:v>
                </c:pt>
                <c:pt idx="20837">
                  <c:v>3.0249930047857503</c:v>
                </c:pt>
                <c:pt idx="20838">
                  <c:v>3.0241282000972505</c:v>
                </c:pt>
                <c:pt idx="20839">
                  <c:v>3.022775393907339</c:v>
                </c:pt>
                <c:pt idx="20840">
                  <c:v>3.0206647159687092</c:v>
                </c:pt>
                <c:pt idx="20841">
                  <c:v>3.0193777245079891</c:v>
                </c:pt>
                <c:pt idx="20842">
                  <c:v>3.0194533069448828</c:v>
                </c:pt>
                <c:pt idx="20843">
                  <c:v>3.0198649582419832</c:v>
                </c:pt>
                <c:pt idx="20844">
                  <c:v>3.0204250872269096</c:v>
                </c:pt>
                <c:pt idx="20845">
                  <c:v>3.0217712394325345</c:v>
                </c:pt>
                <c:pt idx="20846">
                  <c:v>3.0229278810472349</c:v>
                </c:pt>
                <c:pt idx="20847">
                  <c:v>3.0233529256203986</c:v>
                </c:pt>
                <c:pt idx="20848">
                  <c:v>3.021001083405134</c:v>
                </c:pt>
                <c:pt idx="20849">
                  <c:v>3.0205967258985011</c:v>
                </c:pt>
                <c:pt idx="20850">
                  <c:v>3.0193060662156745</c:v>
                </c:pt>
                <c:pt idx="20851">
                  <c:v>3.0168992433225563</c:v>
                </c:pt>
                <c:pt idx="20852">
                  <c:v>3.0178073415626625</c:v>
                </c:pt>
                <c:pt idx="20853">
                  <c:v>3.0181350929425115</c:v>
                </c:pt>
                <c:pt idx="20854">
                  <c:v>3.0176787831739507</c:v>
                </c:pt>
                <c:pt idx="20855">
                  <c:v>3.0187302406524319</c:v>
                </c:pt>
                <c:pt idx="20856">
                  <c:v>3.02241202665006</c:v>
                </c:pt>
                <c:pt idx="20857">
                  <c:v>3.02320615408239</c:v>
                </c:pt>
                <c:pt idx="20858">
                  <c:v>3.0223632307652935</c:v>
                </c:pt>
                <c:pt idx="20859">
                  <c:v>3.0215745203586328</c:v>
                </c:pt>
                <c:pt idx="20860">
                  <c:v>3.0234293184784558</c:v>
                </c:pt>
                <c:pt idx="20861">
                  <c:v>3.0232860018938261</c:v>
                </c:pt>
                <c:pt idx="20862">
                  <c:v>3.0217423201931362</c:v>
                </c:pt>
                <c:pt idx="20863">
                  <c:v>3.0218317224435478</c:v>
                </c:pt>
                <c:pt idx="20864">
                  <c:v>3.021205437499467</c:v>
                </c:pt>
                <c:pt idx="20865">
                  <c:v>3.0192935260145193</c:v>
                </c:pt>
                <c:pt idx="20866">
                  <c:v>3.0191191148494751</c:v>
                </c:pt>
                <c:pt idx="20867">
                  <c:v>3.0203354717077708</c:v>
                </c:pt>
                <c:pt idx="20868">
                  <c:v>3.0211382151966766</c:v>
                </c:pt>
                <c:pt idx="20869">
                  <c:v>3.021240456224461</c:v>
                </c:pt>
                <c:pt idx="20870">
                  <c:v>3.0194188853723247</c:v>
                </c:pt>
                <c:pt idx="20871">
                  <c:v>3.0195566996237941</c:v>
                </c:pt>
                <c:pt idx="20872">
                  <c:v>3.0232878786586248</c:v>
                </c:pt>
                <c:pt idx="20873">
                  <c:v>3.0251038192163655</c:v>
                </c:pt>
                <c:pt idx="20874">
                  <c:v>3.0234471477440432</c:v>
                </c:pt>
                <c:pt idx="20875">
                  <c:v>3.0230403589739216</c:v>
                </c:pt>
                <c:pt idx="20876">
                  <c:v>3.0244736527814506</c:v>
                </c:pt>
                <c:pt idx="20877">
                  <c:v>3.0249860095715007</c:v>
                </c:pt>
                <c:pt idx="20878">
                  <c:v>3.0247062863090006</c:v>
                </c:pt>
                <c:pt idx="20879">
                  <c:v>3.024067205241292</c:v>
                </c:pt>
                <c:pt idx="20880">
                  <c:v>3.0221715448333519</c:v>
                </c:pt>
                <c:pt idx="20881">
                  <c:v>3.0211795893297388</c:v>
                </c:pt>
                <c:pt idx="20882">
                  <c:v>3.0217150644498094</c:v>
                </c:pt>
                <c:pt idx="20883">
                  <c:v>3.0240471153271971</c:v>
                </c:pt>
                <c:pt idx="20884">
                  <c:v>3.0262750910657465</c:v>
                </c:pt>
                <c:pt idx="20885">
                  <c:v>3.0262846028509762</c:v>
                </c:pt>
                <c:pt idx="20886">
                  <c:v>3.0255678493128482</c:v>
                </c:pt>
                <c:pt idx="20887">
                  <c:v>3.0249657490424235</c:v>
                </c:pt>
                <c:pt idx="20888">
                  <c:v>3.024804560538461</c:v>
                </c:pt>
                <c:pt idx="20889">
                  <c:v>3.0229367103725377</c:v>
                </c:pt>
                <c:pt idx="20890">
                  <c:v>3.0225439546846609</c:v>
                </c:pt>
                <c:pt idx="20891">
                  <c:v>3.0241151053974051</c:v>
                </c:pt>
                <c:pt idx="20892">
                  <c:v>3.0248282333671721</c:v>
                </c:pt>
                <c:pt idx="20893">
                  <c:v>3.0255174325857555</c:v>
                </c:pt>
                <c:pt idx="20894">
                  <c:v>3.0265218856367779</c:v>
                </c:pt>
                <c:pt idx="20895">
                  <c:v>3.0274703769738021</c:v>
                </c:pt>
                <c:pt idx="20896">
                  <c:v>3.0276513994693874</c:v>
                </c:pt>
                <c:pt idx="20897">
                  <c:v>3.0251847760251827</c:v>
                </c:pt>
                <c:pt idx="20898">
                  <c:v>3.0236947953899831</c:v>
                </c:pt>
                <c:pt idx="20899">
                  <c:v>3.0235701611458503</c:v>
                </c:pt>
                <c:pt idx="20900">
                  <c:v>3.0219981147044521</c:v>
                </c:pt>
                <c:pt idx="20901">
                  <c:v>3.0225086800371939</c:v>
                </c:pt>
                <c:pt idx="20902">
                  <c:v>3.0235212372998475</c:v>
                </c:pt>
                <c:pt idx="20903">
                  <c:v>3.0253805567166854</c:v>
                </c:pt>
                <c:pt idx="20904">
                  <c:v>3.0264296255854228</c:v>
                </c:pt>
                <c:pt idx="20905">
                  <c:v>3.0264188768415754</c:v>
                </c:pt>
                <c:pt idx="20906">
                  <c:v>3.025510096141542</c:v>
                </c:pt>
                <c:pt idx="20907">
                  <c:v>3.022010313675644</c:v>
                </c:pt>
                <c:pt idx="20908">
                  <c:v>3.0186172935345454</c:v>
                </c:pt>
                <c:pt idx="20909">
                  <c:v>3.0188605478447061</c:v>
                </c:pt>
                <c:pt idx="20910">
                  <c:v>3.0187664963360432</c:v>
                </c:pt>
                <c:pt idx="20911">
                  <c:v>3.0176253380309324</c:v>
                </c:pt>
                <c:pt idx="20912">
                  <c:v>3.0192357728432135</c:v>
                </c:pt>
                <c:pt idx="20913">
                  <c:v>3.0206372896104008</c:v>
                </c:pt>
                <c:pt idx="20914">
                  <c:v>3.0225177226312243</c:v>
                </c:pt>
                <c:pt idx="20915">
                  <c:v>3.0242355169207409</c:v>
                </c:pt>
                <c:pt idx="20916">
                  <c:v>3.0252205625175947</c:v>
                </c:pt>
                <c:pt idx="20917">
                  <c:v>3.0267432585755354</c:v>
                </c:pt>
                <c:pt idx="20918">
                  <c:v>3.026332417699598</c:v>
                </c:pt>
                <c:pt idx="20919">
                  <c:v>3.022638432730778</c:v>
                </c:pt>
                <c:pt idx="20920">
                  <c:v>3.0197668546275049</c:v>
                </c:pt>
                <c:pt idx="20921">
                  <c:v>3.0187168473763681</c:v>
                </c:pt>
                <c:pt idx="20922">
                  <c:v>3.0179278383934895</c:v>
                </c:pt>
                <c:pt idx="20923">
                  <c:v>3.0177879767622393</c:v>
                </c:pt>
                <c:pt idx="20924">
                  <c:v>3.0158668947220257</c:v>
                </c:pt>
                <c:pt idx="20925">
                  <c:v>3.0169366080035487</c:v>
                </c:pt>
                <c:pt idx="20926">
                  <c:v>3.019288876756268</c:v>
                </c:pt>
                <c:pt idx="20927">
                  <c:v>3.0183778780614725</c:v>
                </c:pt>
                <c:pt idx="20928">
                  <c:v>3.0183067742678484</c:v>
                </c:pt>
                <c:pt idx="20929">
                  <c:v>3.0192564599097444</c:v>
                </c:pt>
                <c:pt idx="20930">
                  <c:v>3.022677418254097</c:v>
                </c:pt>
                <c:pt idx="20931">
                  <c:v>3.0228504218455421</c:v>
                </c:pt>
                <c:pt idx="20932">
                  <c:v>3.0219477832848503</c:v>
                </c:pt>
                <c:pt idx="20933">
                  <c:v>3.0217917558840841</c:v>
                </c:pt>
                <c:pt idx="20934">
                  <c:v>3.0200442745877516</c:v>
                </c:pt>
                <c:pt idx="20935">
                  <c:v>3.0204077271525214</c:v>
                </c:pt>
                <c:pt idx="20936">
                  <c:v>3.0193991366881927</c:v>
                </c:pt>
                <c:pt idx="20937">
                  <c:v>3.0187992117587847</c:v>
                </c:pt>
                <c:pt idx="20938">
                  <c:v>3.0198170154321251</c:v>
                </c:pt>
                <c:pt idx="20939">
                  <c:v>3.0181730974296852</c:v>
                </c:pt>
                <c:pt idx="20940">
                  <c:v>3.0180786620373135</c:v>
                </c:pt>
                <c:pt idx="20941">
                  <c:v>3.0204690205846974</c:v>
                </c:pt>
                <c:pt idx="20942">
                  <c:v>3.0193508099946258</c:v>
                </c:pt>
                <c:pt idx="20943">
                  <c:v>3.0160361874376189</c:v>
                </c:pt>
                <c:pt idx="20944">
                  <c:v>3.0161263574554482</c:v>
                </c:pt>
                <c:pt idx="20945">
                  <c:v>3.0180682971771753</c:v>
                </c:pt>
                <c:pt idx="20946">
                  <c:v>3.0193678288390502</c:v>
                </c:pt>
                <c:pt idx="20947">
                  <c:v>3.0198904651817475</c:v>
                </c:pt>
                <c:pt idx="20948">
                  <c:v>3.0192817962345275</c:v>
                </c:pt>
                <c:pt idx="20949">
                  <c:v>3.0190945462921097</c:v>
                </c:pt>
                <c:pt idx="20950">
                  <c:v>3.0187581788556854</c:v>
                </c:pt>
                <c:pt idx="20951">
                  <c:v>3.0181755286931744</c:v>
                </c:pt>
                <c:pt idx="20952">
                  <c:v>3.0177650290472005</c:v>
                </c:pt>
                <c:pt idx="20953">
                  <c:v>3.0177683133855986</c:v>
                </c:pt>
                <c:pt idx="20954">
                  <c:v>3.0166498042193086</c:v>
                </c:pt>
                <c:pt idx="20955">
                  <c:v>3.0159688798273376</c:v>
                </c:pt>
                <c:pt idx="20956">
                  <c:v>3.0165555394419186</c:v>
                </c:pt>
                <c:pt idx="20957">
                  <c:v>3.0178931182447131</c:v>
                </c:pt>
                <c:pt idx="20958">
                  <c:v>3.0203135476826222</c:v>
                </c:pt>
                <c:pt idx="20959">
                  <c:v>3.0210330737142028</c:v>
                </c:pt>
                <c:pt idx="20960">
                  <c:v>3.0199624647040255</c:v>
                </c:pt>
                <c:pt idx="20961">
                  <c:v>3.0181367137848376</c:v>
                </c:pt>
                <c:pt idx="20962">
                  <c:v>3.0177028398863706</c:v>
                </c:pt>
                <c:pt idx="20963">
                  <c:v>3.0212100867577183</c:v>
                </c:pt>
                <c:pt idx="20964">
                  <c:v>3.0236227532139597</c:v>
                </c:pt>
                <c:pt idx="20965">
                  <c:v>3.0242637537002124</c:v>
                </c:pt>
                <c:pt idx="20966">
                  <c:v>3.0246456753367514</c:v>
                </c:pt>
                <c:pt idx="20967">
                  <c:v>3.0239681632444144</c:v>
                </c:pt>
                <c:pt idx="20968">
                  <c:v>3.0226040964657108</c:v>
                </c:pt>
                <c:pt idx="20969">
                  <c:v>3.0217108417290124</c:v>
                </c:pt>
                <c:pt idx="20970">
                  <c:v>3.0207282700493931</c:v>
                </c:pt>
                <c:pt idx="20971">
                  <c:v>3.0190226320773226</c:v>
                </c:pt>
                <c:pt idx="20972">
                  <c:v>3.0174283203808128</c:v>
                </c:pt>
                <c:pt idx="20973">
                  <c:v>3.0181214863977206</c:v>
                </c:pt>
                <c:pt idx="20974">
                  <c:v>3.0192901563686307</c:v>
                </c:pt>
                <c:pt idx="20975">
                  <c:v>3.0207019953422112</c:v>
                </c:pt>
                <c:pt idx="20976">
                  <c:v>3.0212790152103257</c:v>
                </c:pt>
                <c:pt idx="20977">
                  <c:v>3.0208837429514688</c:v>
                </c:pt>
                <c:pt idx="20978">
                  <c:v>3.0216467331496379</c:v>
                </c:pt>
                <c:pt idx="20979">
                  <c:v>3.0218814567107137</c:v>
                </c:pt>
                <c:pt idx="20980">
                  <c:v>3.0233342859336476</c:v>
                </c:pt>
                <c:pt idx="20981">
                  <c:v>3.0247413050339951</c:v>
                </c:pt>
                <c:pt idx="20982">
                  <c:v>3.0234361857314691</c:v>
                </c:pt>
                <c:pt idx="20983">
                  <c:v>3.0225781629884918</c:v>
                </c:pt>
                <c:pt idx="20984">
                  <c:v>3.0217598508825061</c:v>
                </c:pt>
                <c:pt idx="20985">
                  <c:v>3.0220631190124805</c:v>
                </c:pt>
                <c:pt idx="20986">
                  <c:v>3.0230981547989728</c:v>
                </c:pt>
                <c:pt idx="20987">
                  <c:v>3.022840867406567</c:v>
                </c:pt>
                <c:pt idx="20988">
                  <c:v>3.0205881951494162</c:v>
                </c:pt>
                <c:pt idx="20989">
                  <c:v>3.0180822876056745</c:v>
                </c:pt>
                <c:pt idx="20990">
                  <c:v>3.0196210641256407</c:v>
                </c:pt>
                <c:pt idx="20991">
                  <c:v>3.0220718630302925</c:v>
                </c:pt>
                <c:pt idx="20992">
                  <c:v>3.0236236489426136</c:v>
                </c:pt>
                <c:pt idx="20993">
                  <c:v>3.0230210794809893</c:v>
                </c:pt>
                <c:pt idx="20994">
                  <c:v>3.02287076768211</c:v>
                </c:pt>
                <c:pt idx="20995">
                  <c:v>3.0243520896069884</c:v>
                </c:pt>
                <c:pt idx="20996">
                  <c:v>3.0242761659401314</c:v>
                </c:pt>
                <c:pt idx="20997">
                  <c:v>3.0206509814626821</c:v>
                </c:pt>
                <c:pt idx="20998">
                  <c:v>3.0179779138906189</c:v>
                </c:pt>
                <c:pt idx="20999">
                  <c:v>3.0210651493307625</c:v>
                </c:pt>
                <c:pt idx="21000">
                  <c:v>3.022316055722853</c:v>
                </c:pt>
                <c:pt idx="21001">
                  <c:v>3.0205478873599891</c:v>
                </c:pt>
                <c:pt idx="21002">
                  <c:v>3.0202554532813526</c:v>
                </c:pt>
                <c:pt idx="21003">
                  <c:v>3.022693456062377</c:v>
                </c:pt>
                <c:pt idx="21004">
                  <c:v>3.0233623520981379</c:v>
                </c:pt>
                <c:pt idx="21005">
                  <c:v>3.0220241334891615</c:v>
                </c:pt>
                <c:pt idx="21006">
                  <c:v>3.0213278964025831</c:v>
                </c:pt>
                <c:pt idx="21007">
                  <c:v>3.0204112247596462</c:v>
                </c:pt>
                <c:pt idx="21008">
                  <c:v>3.020683440962951</c:v>
                </c:pt>
                <c:pt idx="21009">
                  <c:v>3.0205053189220545</c:v>
                </c:pt>
                <c:pt idx="21010">
                  <c:v>3.0198364655400391</c:v>
                </c:pt>
                <c:pt idx="21011">
                  <c:v>3.0178785306637774</c:v>
                </c:pt>
                <c:pt idx="21012">
                  <c:v>3.0175417793436443</c:v>
                </c:pt>
                <c:pt idx="21013">
                  <c:v>3.0178898765600608</c:v>
                </c:pt>
                <c:pt idx="21014">
                  <c:v>3.0169764892555215</c:v>
                </c:pt>
                <c:pt idx="21015">
                  <c:v>3.0178207774924717</c:v>
                </c:pt>
                <c:pt idx="21016">
                  <c:v>3.0168876841575458</c:v>
                </c:pt>
                <c:pt idx="21017">
                  <c:v>3.0166842257918667</c:v>
                </c:pt>
                <c:pt idx="21018">
                  <c:v>3.0158950461940064</c:v>
                </c:pt>
                <c:pt idx="21019">
                  <c:v>3.0154360918932293</c:v>
                </c:pt>
                <c:pt idx="21020">
                  <c:v>3.0163686733832096</c:v>
                </c:pt>
                <c:pt idx="21021">
                  <c:v>3.0156099059058374</c:v>
                </c:pt>
                <c:pt idx="21022">
                  <c:v>3.0143026112622948</c:v>
                </c:pt>
                <c:pt idx="21023">
                  <c:v>3.0152495244107387</c:v>
                </c:pt>
                <c:pt idx="21024">
                  <c:v>3.0165758426247411</c:v>
                </c:pt>
                <c:pt idx="21025">
                  <c:v>3.0169746977982137</c:v>
                </c:pt>
                <c:pt idx="21026">
                  <c:v>3.0168738216902828</c:v>
                </c:pt>
                <c:pt idx="21027">
                  <c:v>3.0171242844834203</c:v>
                </c:pt>
                <c:pt idx="21028">
                  <c:v>3.0169780247903568</c:v>
                </c:pt>
                <c:pt idx="21029">
                  <c:v>3.0173658752975099</c:v>
                </c:pt>
                <c:pt idx="21030">
                  <c:v>3.0162320107828666</c:v>
                </c:pt>
                <c:pt idx="21031">
                  <c:v>3.0148095510266755</c:v>
                </c:pt>
                <c:pt idx="21032">
                  <c:v>3.0175580730743965</c:v>
                </c:pt>
                <c:pt idx="21033">
                  <c:v>3.0212588399887395</c:v>
                </c:pt>
                <c:pt idx="21034">
                  <c:v>3.0220681095006952</c:v>
                </c:pt>
                <c:pt idx="21035">
                  <c:v>3.0214321421564025</c:v>
                </c:pt>
                <c:pt idx="21036">
                  <c:v>3.021334209156906</c:v>
                </c:pt>
                <c:pt idx="21037">
                  <c:v>3.0209691357498101</c:v>
                </c:pt>
                <c:pt idx="21038">
                  <c:v>3.0197213857348815</c:v>
                </c:pt>
                <c:pt idx="21039">
                  <c:v>3.0197790109449509</c:v>
                </c:pt>
                <c:pt idx="21040">
                  <c:v>3.0206836542316782</c:v>
                </c:pt>
                <c:pt idx="21041">
                  <c:v>3.0197453571398105</c:v>
                </c:pt>
                <c:pt idx="21042">
                  <c:v>3.0180992211426085</c:v>
                </c:pt>
                <c:pt idx="21043">
                  <c:v>3.0187035394077952</c:v>
                </c:pt>
                <c:pt idx="21044">
                  <c:v>3.0160255666550078</c:v>
                </c:pt>
                <c:pt idx="21045">
                  <c:v>3.0165672692219103</c:v>
                </c:pt>
                <c:pt idx="21046">
                  <c:v>3.0177429770608155</c:v>
                </c:pt>
                <c:pt idx="21047">
                  <c:v>3.018091628775923</c:v>
                </c:pt>
                <c:pt idx="21048">
                  <c:v>3.0196197845132779</c:v>
                </c:pt>
                <c:pt idx="21049">
                  <c:v>3.0200136491985363</c:v>
                </c:pt>
                <c:pt idx="21050">
                  <c:v>3.019459150508006</c:v>
                </c:pt>
                <c:pt idx="21051">
                  <c:v>3.0173356337920034</c:v>
                </c:pt>
                <c:pt idx="21052">
                  <c:v>3.0154491012855837</c:v>
                </c:pt>
                <c:pt idx="21053">
                  <c:v>3.0153143581037849</c:v>
                </c:pt>
                <c:pt idx="21054">
                  <c:v>3.0155960860923199</c:v>
                </c:pt>
                <c:pt idx="21055">
                  <c:v>3.0154120778345548</c:v>
                </c:pt>
                <c:pt idx="21056">
                  <c:v>3.0181926754988355</c:v>
                </c:pt>
                <c:pt idx="21057">
                  <c:v>3.0173250983168831</c:v>
                </c:pt>
                <c:pt idx="21058">
                  <c:v>3.0151928802368135</c:v>
                </c:pt>
                <c:pt idx="21059">
                  <c:v>3.0138396048557023</c:v>
                </c:pt>
                <c:pt idx="21060">
                  <c:v>3.0152522542504459</c:v>
                </c:pt>
                <c:pt idx="21061">
                  <c:v>3.0196365474352302</c:v>
                </c:pt>
                <c:pt idx="21062">
                  <c:v>3.0228774216663967</c:v>
                </c:pt>
                <c:pt idx="21063">
                  <c:v>3.0222213644080087</c:v>
                </c:pt>
                <c:pt idx="21064">
                  <c:v>3.0215996434146883</c:v>
                </c:pt>
                <c:pt idx="21065">
                  <c:v>3.0217170265220989</c:v>
                </c:pt>
                <c:pt idx="21066">
                  <c:v>3.0198467877464319</c:v>
                </c:pt>
                <c:pt idx="21067">
                  <c:v>3.018657388055245</c:v>
                </c:pt>
                <c:pt idx="21068">
                  <c:v>3.0187093829709188</c:v>
                </c:pt>
                <c:pt idx="21069">
                  <c:v>3.0200147155421719</c:v>
                </c:pt>
                <c:pt idx="21070">
                  <c:v>3.0218294617950403</c:v>
                </c:pt>
                <c:pt idx="21071">
                  <c:v>3.0254114380283732</c:v>
                </c:pt>
                <c:pt idx="21072">
                  <c:v>3.0240646033628211</c:v>
                </c:pt>
                <c:pt idx="21073">
                  <c:v>3.0211842385879906</c:v>
                </c:pt>
                <c:pt idx="21074">
                  <c:v>3.0184377212663045</c:v>
                </c:pt>
                <c:pt idx="21075">
                  <c:v>3.0156472279330848</c:v>
                </c:pt>
                <c:pt idx="21076">
                  <c:v>3.0146976275986797</c:v>
                </c:pt>
                <c:pt idx="21077">
                  <c:v>3.0186994873019799</c:v>
                </c:pt>
                <c:pt idx="21078">
                  <c:v>3.023264632367368</c:v>
                </c:pt>
                <c:pt idx="21079">
                  <c:v>3.0246515188998746</c:v>
                </c:pt>
                <c:pt idx="21080">
                  <c:v>3.0260255240012626</c:v>
                </c:pt>
                <c:pt idx="21081">
                  <c:v>3.0250807435400904</c:v>
                </c:pt>
                <c:pt idx="21082">
                  <c:v>3.0224088276191532</c:v>
                </c:pt>
                <c:pt idx="21083">
                  <c:v>3.0226479871697536</c:v>
                </c:pt>
                <c:pt idx="21084">
                  <c:v>3.0220835928102847</c:v>
                </c:pt>
                <c:pt idx="21085">
                  <c:v>3.0190908780700032</c:v>
                </c:pt>
                <c:pt idx="21086">
                  <c:v>3.0190612763706781</c:v>
                </c:pt>
                <c:pt idx="21087">
                  <c:v>3.0192382894141936</c:v>
                </c:pt>
                <c:pt idx="21088">
                  <c:v>3.0198789913242283</c:v>
                </c:pt>
                <c:pt idx="21089">
                  <c:v>3.0186830229562456</c:v>
                </c:pt>
                <c:pt idx="21090">
                  <c:v>3.0192180715388619</c:v>
                </c:pt>
                <c:pt idx="21091">
                  <c:v>3.0234439913668818</c:v>
                </c:pt>
                <c:pt idx="21092">
                  <c:v>3.0249443795159654</c:v>
                </c:pt>
                <c:pt idx="21093">
                  <c:v>3.0227977444699419</c:v>
                </c:pt>
                <c:pt idx="21094">
                  <c:v>3.021096755756123</c:v>
                </c:pt>
                <c:pt idx="21095">
                  <c:v>3.0208761505847828</c:v>
                </c:pt>
                <c:pt idx="21096">
                  <c:v>3.0209617566518516</c:v>
                </c:pt>
                <c:pt idx="21097">
                  <c:v>3.0212702711925132</c:v>
                </c:pt>
                <c:pt idx="21098">
                  <c:v>3.0194105252382211</c:v>
                </c:pt>
                <c:pt idx="21099">
                  <c:v>3.019480008189519</c:v>
                </c:pt>
                <c:pt idx="21100">
                  <c:v>3.0201352123729985</c:v>
                </c:pt>
                <c:pt idx="21101">
                  <c:v>3.0189600163790384</c:v>
                </c:pt>
                <c:pt idx="21102">
                  <c:v>3.0182938928367298</c:v>
                </c:pt>
                <c:pt idx="21103">
                  <c:v>3.0190663521663836</c:v>
                </c:pt>
                <c:pt idx="21104">
                  <c:v>3.0222307055782567</c:v>
                </c:pt>
                <c:pt idx="21105">
                  <c:v>3.0232384003139314</c:v>
                </c:pt>
                <c:pt idx="21106">
                  <c:v>3.0215104970867492</c:v>
                </c:pt>
                <c:pt idx="21107">
                  <c:v>3.0224190645180555</c:v>
                </c:pt>
                <c:pt idx="21108">
                  <c:v>3.0240800013649198</c:v>
                </c:pt>
                <c:pt idx="21109">
                  <c:v>3.0226513141618967</c:v>
                </c:pt>
                <c:pt idx="21110">
                  <c:v>3.0213863320338157</c:v>
                </c:pt>
                <c:pt idx="21111">
                  <c:v>3.0217729455823514</c:v>
                </c:pt>
                <c:pt idx="21112">
                  <c:v>3.0208611791201387</c:v>
                </c:pt>
                <c:pt idx="21113">
                  <c:v>3.0215269614324836</c:v>
                </c:pt>
                <c:pt idx="21114">
                  <c:v>3.0212281292920333</c:v>
                </c:pt>
                <c:pt idx="21115">
                  <c:v>3.0186713784837447</c:v>
                </c:pt>
                <c:pt idx="21116">
                  <c:v>3.0175511631676377</c:v>
                </c:pt>
                <c:pt idx="21117">
                  <c:v>3.0168691297782857</c:v>
                </c:pt>
                <c:pt idx="21118">
                  <c:v>3.0162979961270397</c:v>
                </c:pt>
                <c:pt idx="21119">
                  <c:v>3.0168632862151625</c:v>
                </c:pt>
                <c:pt idx="21120">
                  <c:v>3.0181517705569725</c:v>
                </c:pt>
                <c:pt idx="21121">
                  <c:v>3.020551384967114</c:v>
                </c:pt>
                <c:pt idx="21122">
                  <c:v>3.0229498050723835</c:v>
                </c:pt>
                <c:pt idx="21123">
                  <c:v>3.0235832984994411</c:v>
                </c:pt>
                <c:pt idx="21124">
                  <c:v>3.0209778371138771</c:v>
                </c:pt>
                <c:pt idx="21125">
                  <c:v>3.0199863934552091</c:v>
                </c:pt>
                <c:pt idx="21126">
                  <c:v>3.0212244184161809</c:v>
                </c:pt>
                <c:pt idx="21127">
                  <c:v>3.0216565435110856</c:v>
                </c:pt>
                <c:pt idx="21128">
                  <c:v>3.0202998558303404</c:v>
                </c:pt>
                <c:pt idx="21129">
                  <c:v>3.0187729370516023</c:v>
                </c:pt>
                <c:pt idx="21130">
                  <c:v>3.0202587802734957</c:v>
                </c:pt>
                <c:pt idx="21131">
                  <c:v>3.0195545242827775</c:v>
                </c:pt>
                <c:pt idx="21132">
                  <c:v>3.0173661312199824</c:v>
                </c:pt>
                <c:pt idx="21133">
                  <c:v>3.0155582948738728</c:v>
                </c:pt>
                <c:pt idx="21134">
                  <c:v>3.0153590165752453</c:v>
                </c:pt>
                <c:pt idx="21135">
                  <c:v>3.0175692483556982</c:v>
                </c:pt>
                <c:pt idx="21136">
                  <c:v>3.0213705074942632</c:v>
                </c:pt>
                <c:pt idx="21137">
                  <c:v>3.0237259752778893</c:v>
                </c:pt>
                <c:pt idx="21138">
                  <c:v>3.0225044999701423</c:v>
                </c:pt>
                <c:pt idx="21139">
                  <c:v>3.0208125538503534</c:v>
                </c:pt>
                <c:pt idx="21140">
                  <c:v>3.0184833181201642</c:v>
                </c:pt>
                <c:pt idx="21141">
                  <c:v>3.0173900173174206</c:v>
                </c:pt>
                <c:pt idx="21142">
                  <c:v>3.0163701236105545</c:v>
                </c:pt>
                <c:pt idx="21143">
                  <c:v>3.0176482004384804</c:v>
                </c:pt>
                <c:pt idx="21144">
                  <c:v>3.0206652278136543</c:v>
                </c:pt>
                <c:pt idx="21145">
                  <c:v>3.0220846591539203</c:v>
                </c:pt>
                <c:pt idx="21146">
                  <c:v>3.0225495423253115</c:v>
                </c:pt>
                <c:pt idx="21147">
                  <c:v>3.0215305443470992</c:v>
                </c:pt>
                <c:pt idx="21148">
                  <c:v>3.0206565264495877</c:v>
                </c:pt>
                <c:pt idx="21149">
                  <c:v>3.0206821613505883</c:v>
                </c:pt>
                <c:pt idx="21150">
                  <c:v>3.0215404400160377</c:v>
                </c:pt>
                <c:pt idx="21151">
                  <c:v>3.0222470846165002</c:v>
                </c:pt>
                <c:pt idx="21152">
                  <c:v>3.0227129914777815</c:v>
                </c:pt>
                <c:pt idx="21153">
                  <c:v>3.022608532455235</c:v>
                </c:pt>
                <c:pt idx="21154">
                  <c:v>3.0212003617037611</c:v>
                </c:pt>
                <c:pt idx="21155">
                  <c:v>3.0171862603755235</c:v>
                </c:pt>
                <c:pt idx="21156">
                  <c:v>3.0138552161265282</c:v>
                </c:pt>
                <c:pt idx="21157">
                  <c:v>3.0103240405039968</c:v>
                </c:pt>
                <c:pt idx="21158">
                  <c:v>3.0103022444400844</c:v>
                </c:pt>
                <c:pt idx="21159">
                  <c:v>3.010418817126332</c:v>
                </c:pt>
                <c:pt idx="21160">
                  <c:v>3.0116497189118174</c:v>
                </c:pt>
                <c:pt idx="21161">
                  <c:v>3.0127500575825565</c:v>
                </c:pt>
                <c:pt idx="21162">
                  <c:v>3.0143057676394562</c:v>
                </c:pt>
                <c:pt idx="21163">
                  <c:v>3.0170972420088207</c:v>
                </c:pt>
                <c:pt idx="21164">
                  <c:v>3.0200083601341032</c:v>
                </c:pt>
                <c:pt idx="21165">
                  <c:v>3.0225053530450507</c:v>
                </c:pt>
                <c:pt idx="21166">
                  <c:v>3.0222278051235678</c:v>
                </c:pt>
                <c:pt idx="21167">
                  <c:v>3.0216903252774627</c:v>
                </c:pt>
                <c:pt idx="21168">
                  <c:v>3.020846079694258</c:v>
                </c:pt>
                <c:pt idx="21169">
                  <c:v>3.0205701526151012</c:v>
                </c:pt>
                <c:pt idx="21170">
                  <c:v>3.0215067862108973</c:v>
                </c:pt>
                <c:pt idx="21171">
                  <c:v>3.0221356303797036</c:v>
                </c:pt>
                <c:pt idx="21172">
                  <c:v>3.0207730564820898</c:v>
                </c:pt>
                <c:pt idx="21173">
                  <c:v>3.0215929894304017</c:v>
                </c:pt>
                <c:pt idx="21174">
                  <c:v>3.0222101038192162</c:v>
                </c:pt>
                <c:pt idx="21175">
                  <c:v>3.022164464311611</c:v>
                </c:pt>
                <c:pt idx="21176">
                  <c:v>3.0208118713904266</c:v>
                </c:pt>
                <c:pt idx="21177">
                  <c:v>3.016760234766215</c:v>
                </c:pt>
                <c:pt idx="21178">
                  <c:v>3.0154155327879342</c:v>
                </c:pt>
                <c:pt idx="21179">
                  <c:v>3.0153201163594177</c:v>
                </c:pt>
                <c:pt idx="21180">
                  <c:v>3.0136157153459644</c:v>
                </c:pt>
                <c:pt idx="21181">
                  <c:v>3.0129910512442097</c:v>
                </c:pt>
                <c:pt idx="21182">
                  <c:v>3.0149875877600811</c:v>
                </c:pt>
                <c:pt idx="21183">
                  <c:v>3.0159674722537386</c:v>
                </c:pt>
                <c:pt idx="21184">
                  <c:v>3.0175670303609361</c:v>
                </c:pt>
                <c:pt idx="21185">
                  <c:v>3.0186015969562288</c:v>
                </c:pt>
                <c:pt idx="21186">
                  <c:v>3.0185838956518771</c:v>
                </c:pt>
                <c:pt idx="21187">
                  <c:v>3.0193048719108027</c:v>
                </c:pt>
                <c:pt idx="21188">
                  <c:v>3.0194521552937563</c:v>
                </c:pt>
                <c:pt idx="21189">
                  <c:v>3.0180415106250478</c:v>
                </c:pt>
                <c:pt idx="21190">
                  <c:v>3.0185432466324866</c:v>
                </c:pt>
                <c:pt idx="21191">
                  <c:v>3.0200704639874427</c:v>
                </c:pt>
                <c:pt idx="21192">
                  <c:v>3.0187291316550504</c:v>
                </c:pt>
                <c:pt idx="21193">
                  <c:v>3.0189545566996236</c:v>
                </c:pt>
                <c:pt idx="21194">
                  <c:v>3.0220446925944566</c:v>
                </c:pt>
                <c:pt idx="21195">
                  <c:v>3.0211744282265425</c:v>
                </c:pt>
                <c:pt idx="21196">
                  <c:v>3.0207452888938175</c:v>
                </c:pt>
                <c:pt idx="21197">
                  <c:v>3.0210443769567408</c:v>
                </c:pt>
                <c:pt idx="21198">
                  <c:v>3.0234397686460848</c:v>
                </c:pt>
                <c:pt idx="21199">
                  <c:v>3.0245163491806215</c:v>
                </c:pt>
                <c:pt idx="21200">
                  <c:v>3.0247884800764355</c:v>
                </c:pt>
                <c:pt idx="21201">
                  <c:v>3.0252585670047685</c:v>
                </c:pt>
                <c:pt idx="21202">
                  <c:v>3.0242985591564797</c:v>
                </c:pt>
                <c:pt idx="21203">
                  <c:v>3.0223972684541431</c:v>
                </c:pt>
                <c:pt idx="21204">
                  <c:v>3.0189504619400629</c:v>
                </c:pt>
                <c:pt idx="21205">
                  <c:v>3.0182366088566237</c:v>
                </c:pt>
                <c:pt idx="21206">
                  <c:v>3.0181292920331333</c:v>
                </c:pt>
                <c:pt idx="21207">
                  <c:v>3.0194039139076803</c:v>
                </c:pt>
                <c:pt idx="21208">
                  <c:v>3.0186228811751961</c:v>
                </c:pt>
                <c:pt idx="21209">
                  <c:v>3.017157725019834</c:v>
                </c:pt>
                <c:pt idx="21210">
                  <c:v>3.0178729003693814</c:v>
                </c:pt>
                <c:pt idx="21211">
                  <c:v>3.0211621866016056</c:v>
                </c:pt>
                <c:pt idx="21212">
                  <c:v>3.023580781928461</c:v>
                </c:pt>
                <c:pt idx="21213">
                  <c:v>3.022601707855967</c:v>
                </c:pt>
                <c:pt idx="21214">
                  <c:v>3.0200209429890039</c:v>
                </c:pt>
                <c:pt idx="21215">
                  <c:v>3.01938032638646</c:v>
                </c:pt>
                <c:pt idx="21216">
                  <c:v>3.0193357532224905</c:v>
                </c:pt>
                <c:pt idx="21217">
                  <c:v>3.0186267200122843</c:v>
                </c:pt>
                <c:pt idx="21218">
                  <c:v>3.0173145201880178</c:v>
                </c:pt>
                <c:pt idx="21219">
                  <c:v>3.0185046876466224</c:v>
                </c:pt>
                <c:pt idx="21220">
                  <c:v>3.021303413152709</c:v>
                </c:pt>
                <c:pt idx="21221">
                  <c:v>3.0237549371710331</c:v>
                </c:pt>
                <c:pt idx="21222">
                  <c:v>3.0241180911595849</c:v>
                </c:pt>
                <c:pt idx="21223">
                  <c:v>3.0220154747788404</c:v>
                </c:pt>
                <c:pt idx="21224">
                  <c:v>3.021118210590072</c:v>
                </c:pt>
                <c:pt idx="21225">
                  <c:v>3.0210579835015312</c:v>
                </c:pt>
                <c:pt idx="21226">
                  <c:v>3.0213059297236891</c:v>
                </c:pt>
                <c:pt idx="21227">
                  <c:v>3.0230008616056576</c:v>
                </c:pt>
                <c:pt idx="21228">
                  <c:v>3.0242520665739661</c:v>
                </c:pt>
                <c:pt idx="21229">
                  <c:v>3.0232585755355177</c:v>
                </c:pt>
                <c:pt idx="21230">
                  <c:v>3.0207465258524353</c:v>
                </c:pt>
                <c:pt idx="21231">
                  <c:v>3.0177740289874855</c:v>
                </c:pt>
                <c:pt idx="21232">
                  <c:v>3.0165057625210068</c:v>
                </c:pt>
                <c:pt idx="21233">
                  <c:v>3.0167319553329977</c:v>
                </c:pt>
                <c:pt idx="21234">
                  <c:v>3.016448009349701</c:v>
                </c:pt>
                <c:pt idx="21235">
                  <c:v>3.018808382314051</c:v>
                </c:pt>
                <c:pt idx="21236">
                  <c:v>3.020771563601</c:v>
                </c:pt>
                <c:pt idx="21237">
                  <c:v>3.0210649787157808</c:v>
                </c:pt>
                <c:pt idx="21238">
                  <c:v>3.0208816102641971</c:v>
                </c:pt>
                <c:pt idx="21239">
                  <c:v>3.0210707369714136</c:v>
                </c:pt>
                <c:pt idx="21240">
                  <c:v>3.0238085529290326</c:v>
                </c:pt>
                <c:pt idx="21241">
                  <c:v>3.0250511844945103</c:v>
                </c:pt>
                <c:pt idx="21242">
                  <c:v>3.0248784794792831</c:v>
                </c:pt>
                <c:pt idx="21243">
                  <c:v>3.0242202895336239</c:v>
                </c:pt>
                <c:pt idx="21244">
                  <c:v>3.0242169198877353</c:v>
                </c:pt>
                <c:pt idx="21245">
                  <c:v>3.0230441551572644</c:v>
                </c:pt>
                <c:pt idx="21246">
                  <c:v>3.0197803332110591</c:v>
                </c:pt>
                <c:pt idx="21247">
                  <c:v>3.0167746943859139</c:v>
                </c:pt>
                <c:pt idx="21248">
                  <c:v>3.017902757991179</c:v>
                </c:pt>
                <c:pt idx="21249">
                  <c:v>3.0201942025029216</c:v>
                </c:pt>
                <c:pt idx="21250">
                  <c:v>3.018476706789623</c:v>
                </c:pt>
                <c:pt idx="21251">
                  <c:v>3.0175349973981214</c:v>
                </c:pt>
                <c:pt idx="21252">
                  <c:v>3.0187797616508707</c:v>
                </c:pt>
                <c:pt idx="21253">
                  <c:v>3.0208900130520462</c:v>
                </c:pt>
                <c:pt idx="21254">
                  <c:v>3.0224449553415287</c:v>
                </c:pt>
                <c:pt idx="21255">
                  <c:v>3.0232533291248305</c:v>
                </c:pt>
                <c:pt idx="21256">
                  <c:v>3.0241261953712155</c:v>
                </c:pt>
                <c:pt idx="21257">
                  <c:v>3.0228821135783934</c:v>
                </c:pt>
                <c:pt idx="21258">
                  <c:v>3.022106583179069</c:v>
                </c:pt>
                <c:pt idx="21259">
                  <c:v>3.023304129735632</c:v>
                </c:pt>
                <c:pt idx="21260">
                  <c:v>3.0228969997355466</c:v>
                </c:pt>
                <c:pt idx="21261">
                  <c:v>3.0219207408102506</c:v>
                </c:pt>
                <c:pt idx="21262">
                  <c:v>3.022892819668495</c:v>
                </c:pt>
                <c:pt idx="21263">
                  <c:v>3.0242048062240343</c:v>
                </c:pt>
                <c:pt idx="21264">
                  <c:v>3.0227977444699419</c:v>
                </c:pt>
                <c:pt idx="21265">
                  <c:v>3.0213778439384762</c:v>
                </c:pt>
                <c:pt idx="21266">
                  <c:v>3.0230376291342145</c:v>
                </c:pt>
                <c:pt idx="21267">
                  <c:v>3.0229903261305373</c:v>
                </c:pt>
                <c:pt idx="21268">
                  <c:v>3.019631301024543</c:v>
                </c:pt>
                <c:pt idx="21269">
                  <c:v>3.0201892120147069</c:v>
                </c:pt>
                <c:pt idx="21270">
                  <c:v>3.0223416906238536</c:v>
                </c:pt>
                <c:pt idx="21271">
                  <c:v>3.0207924639362584</c:v>
                </c:pt>
                <c:pt idx="21272">
                  <c:v>3.0185228581421732</c:v>
                </c:pt>
                <c:pt idx="21273">
                  <c:v>3.0185568105235321</c:v>
                </c:pt>
                <c:pt idx="21274">
                  <c:v>3.021329687859891</c:v>
                </c:pt>
                <c:pt idx="21275">
                  <c:v>3.0234261194475489</c:v>
                </c:pt>
                <c:pt idx="21276">
                  <c:v>3.0209044300179997</c:v>
                </c:pt>
                <c:pt idx="21277">
                  <c:v>3.0177472850891038</c:v>
                </c:pt>
                <c:pt idx="21278">
                  <c:v>3.017306543937623</c:v>
                </c:pt>
                <c:pt idx="21279">
                  <c:v>3.0172428192419578</c:v>
                </c:pt>
                <c:pt idx="21280">
                  <c:v>3.017836943261988</c:v>
                </c:pt>
                <c:pt idx="21281">
                  <c:v>3.0182461206418534</c:v>
                </c:pt>
                <c:pt idx="21282">
                  <c:v>3.0207240046748507</c:v>
                </c:pt>
                <c:pt idx="21283">
                  <c:v>3.0219868114619146</c:v>
                </c:pt>
                <c:pt idx="21284">
                  <c:v>3.0213940097079925</c:v>
                </c:pt>
                <c:pt idx="21285">
                  <c:v>3.022380718800918</c:v>
                </c:pt>
                <c:pt idx="21286">
                  <c:v>3.0223887803588032</c:v>
                </c:pt>
                <c:pt idx="21287">
                  <c:v>3.0198830007762982</c:v>
                </c:pt>
                <c:pt idx="21288">
                  <c:v>3.0204740537266579</c:v>
                </c:pt>
                <c:pt idx="21289">
                  <c:v>3.0228214172986529</c:v>
                </c:pt>
                <c:pt idx="21290">
                  <c:v>3.0234349914265972</c:v>
                </c:pt>
                <c:pt idx="21291">
                  <c:v>3.0243335778814737</c:v>
                </c:pt>
                <c:pt idx="21292">
                  <c:v>3.0245105909249892</c:v>
                </c:pt>
                <c:pt idx="21293">
                  <c:v>3.0219550344215724</c:v>
                </c:pt>
                <c:pt idx="21294">
                  <c:v>3.0180723492829906</c:v>
                </c:pt>
                <c:pt idx="21295">
                  <c:v>3.0189665850558338</c:v>
                </c:pt>
                <c:pt idx="21296">
                  <c:v>3.0239578836917671</c:v>
                </c:pt>
                <c:pt idx="21297">
                  <c:v>3.0255711763049913</c:v>
                </c:pt>
                <c:pt idx="21298">
                  <c:v>3.023243433455892</c:v>
                </c:pt>
                <c:pt idx="21299">
                  <c:v>3.0229880654820298</c:v>
                </c:pt>
                <c:pt idx="21300">
                  <c:v>3.0240492906682137</c:v>
                </c:pt>
                <c:pt idx="21301">
                  <c:v>3.0233974134768773</c:v>
                </c:pt>
                <c:pt idx="21302">
                  <c:v>3.0218313812135844</c:v>
                </c:pt>
                <c:pt idx="21303">
                  <c:v>3.0220967301638755</c:v>
                </c:pt>
                <c:pt idx="21304">
                  <c:v>3.0234788394768946</c:v>
                </c:pt>
                <c:pt idx="21305">
                  <c:v>3.0242854644566339</c:v>
                </c:pt>
                <c:pt idx="21306">
                  <c:v>3.0260972249473226</c:v>
                </c:pt>
                <c:pt idx="21307">
                  <c:v>3.0253378176637691</c:v>
                </c:pt>
                <c:pt idx="21308">
                  <c:v>3.0226529350042228</c:v>
                </c:pt>
                <c:pt idx="21309">
                  <c:v>3.0206735452940121</c:v>
                </c:pt>
                <c:pt idx="21310">
                  <c:v>3.0182016754391201</c:v>
                </c:pt>
                <c:pt idx="21311">
                  <c:v>3.017968828642843</c:v>
                </c:pt>
                <c:pt idx="21312">
                  <c:v>3.0193794733115515</c:v>
                </c:pt>
                <c:pt idx="21313">
                  <c:v>3.0204502102829651</c:v>
                </c:pt>
                <c:pt idx="21314">
                  <c:v>3.019054835655119</c:v>
                </c:pt>
                <c:pt idx="21315">
                  <c:v>3.0190394376530203</c:v>
                </c:pt>
                <c:pt idx="21316">
                  <c:v>3.0199809764295402</c:v>
                </c:pt>
                <c:pt idx="21317">
                  <c:v>3.0207237914061236</c:v>
                </c:pt>
                <c:pt idx="21318">
                  <c:v>3.0204113527208825</c:v>
                </c:pt>
                <c:pt idx="21319">
                  <c:v>3.0190031393156631</c:v>
                </c:pt>
                <c:pt idx="21320">
                  <c:v>3.0183583426460676</c:v>
                </c:pt>
                <c:pt idx="21321">
                  <c:v>3.0192897724849219</c:v>
                </c:pt>
                <c:pt idx="21322">
                  <c:v>3.0214700186823404</c:v>
                </c:pt>
                <c:pt idx="21323">
                  <c:v>3.0232719688115814</c:v>
                </c:pt>
                <c:pt idx="21324">
                  <c:v>3.0239863763937112</c:v>
                </c:pt>
                <c:pt idx="21325">
                  <c:v>3.0220964315876575</c:v>
                </c:pt>
                <c:pt idx="21326">
                  <c:v>3.0174182540968921</c:v>
                </c:pt>
                <c:pt idx="21327">
                  <c:v>3.0164759902067</c:v>
                </c:pt>
                <c:pt idx="21328">
                  <c:v>3.0173602450031138</c:v>
                </c:pt>
                <c:pt idx="21329">
                  <c:v>3.0193082415566912</c:v>
                </c:pt>
                <c:pt idx="21330">
                  <c:v>3.0228510616517235</c:v>
                </c:pt>
                <c:pt idx="21331">
                  <c:v>3.0241825409689227</c:v>
                </c:pt>
                <c:pt idx="21332">
                  <c:v>3.0247817407846584</c:v>
                </c:pt>
                <c:pt idx="21333">
                  <c:v>3.0230612593091801</c:v>
                </c:pt>
                <c:pt idx="21334">
                  <c:v>3.0208081605145747</c:v>
                </c:pt>
                <c:pt idx="21335">
                  <c:v>3.0192492087730223</c:v>
                </c:pt>
                <c:pt idx="21336">
                  <c:v>3.0162456599814029</c:v>
                </c:pt>
                <c:pt idx="21337">
                  <c:v>3.0145772587290889</c:v>
                </c:pt>
                <c:pt idx="21338">
                  <c:v>3.0136774779693405</c:v>
                </c:pt>
                <c:pt idx="21339">
                  <c:v>3.0126464089811726</c:v>
                </c:pt>
                <c:pt idx="21340">
                  <c:v>3.0133792856350716</c:v>
                </c:pt>
                <c:pt idx="21341">
                  <c:v>3.0152032877506976</c:v>
                </c:pt>
                <c:pt idx="21342">
                  <c:v>3.0143845917610026</c:v>
                </c:pt>
                <c:pt idx="21343">
                  <c:v>3.0127480528565211</c:v>
                </c:pt>
                <c:pt idx="21344">
                  <c:v>3.013798870528821</c:v>
                </c:pt>
                <c:pt idx="21345">
                  <c:v>3.0133064756916306</c:v>
                </c:pt>
                <c:pt idx="21346">
                  <c:v>3.015941026931575</c:v>
                </c:pt>
                <c:pt idx="21347">
                  <c:v>3.0186864779096254</c:v>
                </c:pt>
                <c:pt idx="21348">
                  <c:v>3.0192486969280772</c:v>
                </c:pt>
                <c:pt idx="21349">
                  <c:v>3.0194499799527397</c:v>
                </c:pt>
                <c:pt idx="21350">
                  <c:v>3.0197991435127918</c:v>
                </c:pt>
                <c:pt idx="21351">
                  <c:v>3.0212317548603944</c:v>
                </c:pt>
                <c:pt idx="21352">
                  <c:v>3.0216589321208294</c:v>
                </c:pt>
                <c:pt idx="21353">
                  <c:v>3.0203544952782302</c:v>
                </c:pt>
                <c:pt idx="21354">
                  <c:v>3.0190112861810396</c:v>
                </c:pt>
                <c:pt idx="21355">
                  <c:v>3.0175435708009521</c:v>
                </c:pt>
                <c:pt idx="21356">
                  <c:v>3.0154800252510174</c:v>
                </c:pt>
                <c:pt idx="21357">
                  <c:v>3.0147230918846986</c:v>
                </c:pt>
                <c:pt idx="21358">
                  <c:v>3.0153299267208653</c:v>
                </c:pt>
                <c:pt idx="21359">
                  <c:v>3.0168602577992374</c:v>
                </c:pt>
                <c:pt idx="21360">
                  <c:v>3.0187876525937742</c:v>
                </c:pt>
                <c:pt idx="21361">
                  <c:v>3.0193720515598477</c:v>
                </c:pt>
                <c:pt idx="21362">
                  <c:v>3.0220137686290234</c:v>
                </c:pt>
                <c:pt idx="21363">
                  <c:v>3.0214667343439428</c:v>
                </c:pt>
                <c:pt idx="21364">
                  <c:v>3.0195769174991254</c:v>
                </c:pt>
                <c:pt idx="21365">
                  <c:v>3.0192748436740229</c:v>
                </c:pt>
                <c:pt idx="21366">
                  <c:v>3.0172043029098385</c:v>
                </c:pt>
                <c:pt idx="21367">
                  <c:v>3.0158657430708993</c:v>
                </c:pt>
                <c:pt idx="21368">
                  <c:v>3.0169439871015076</c:v>
                </c:pt>
                <c:pt idx="21369">
                  <c:v>3.0167762725744947</c:v>
                </c:pt>
                <c:pt idx="21370">
                  <c:v>3.0174670499816587</c:v>
                </c:pt>
                <c:pt idx="21371">
                  <c:v>3.0196901205394844</c:v>
                </c:pt>
                <c:pt idx="21372">
                  <c:v>3.0203686563217116</c:v>
                </c:pt>
                <c:pt idx="21373">
                  <c:v>3.018961381298892</c:v>
                </c:pt>
                <c:pt idx="21374">
                  <c:v>3.0186259095911212</c:v>
                </c:pt>
                <c:pt idx="21375">
                  <c:v>3.01894815863781</c:v>
                </c:pt>
                <c:pt idx="21376">
                  <c:v>3.019240336793974</c:v>
                </c:pt>
                <c:pt idx="21377">
                  <c:v>3.0214556017163865</c:v>
                </c:pt>
                <c:pt idx="21378">
                  <c:v>3.0212254847598166</c:v>
                </c:pt>
                <c:pt idx="21379">
                  <c:v>3.0171731656756782</c:v>
                </c:pt>
                <c:pt idx="21380">
                  <c:v>3.0141033329636677</c:v>
                </c:pt>
                <c:pt idx="21381">
                  <c:v>3.0126801480938039</c:v>
                </c:pt>
                <c:pt idx="21382">
                  <c:v>3.0134466358990983</c:v>
                </c:pt>
                <c:pt idx="21383">
                  <c:v>3.0159329653736893</c:v>
                </c:pt>
                <c:pt idx="21384">
                  <c:v>3.020283178215879</c:v>
                </c:pt>
                <c:pt idx="21385">
                  <c:v>3.0223843443692791</c:v>
                </c:pt>
                <c:pt idx="21386">
                  <c:v>3.0216171741040583</c:v>
                </c:pt>
                <c:pt idx="21387">
                  <c:v>3.0209735717393342</c:v>
                </c:pt>
                <c:pt idx="21388">
                  <c:v>3.0220556119532858</c:v>
                </c:pt>
                <c:pt idx="21389">
                  <c:v>3.0232605802615526</c:v>
                </c:pt>
                <c:pt idx="21390">
                  <c:v>3.02418181585525</c:v>
                </c:pt>
                <c:pt idx="21391">
                  <c:v>3.0239177891710671</c:v>
                </c:pt>
                <c:pt idx="21392">
                  <c:v>3.0217818602151456</c:v>
                </c:pt>
                <c:pt idx="21393">
                  <c:v>3.0198281480596809</c:v>
                </c:pt>
                <c:pt idx="21394">
                  <c:v>3.0208910367419364</c:v>
                </c:pt>
                <c:pt idx="21395">
                  <c:v>3.0220634602424439</c:v>
                </c:pt>
                <c:pt idx="21396">
                  <c:v>3.020491541762282</c:v>
                </c:pt>
                <c:pt idx="21397">
                  <c:v>3.018544185014886</c:v>
                </c:pt>
                <c:pt idx="21398">
                  <c:v>3.0184343942741614</c:v>
                </c:pt>
                <c:pt idx="21399">
                  <c:v>3.0198181244295061</c:v>
                </c:pt>
                <c:pt idx="21400">
                  <c:v>3.0193009477662232</c:v>
                </c:pt>
                <c:pt idx="21401">
                  <c:v>3.0184209583443522</c:v>
                </c:pt>
                <c:pt idx="21402">
                  <c:v>3.0210612678399289</c:v>
                </c:pt>
                <c:pt idx="21403">
                  <c:v>3.0234068399546166</c:v>
                </c:pt>
                <c:pt idx="21404">
                  <c:v>3.0233565511887597</c:v>
                </c:pt>
                <c:pt idx="21405">
                  <c:v>3.0219580628374976</c:v>
                </c:pt>
                <c:pt idx="21406">
                  <c:v>3.0197980345154107</c:v>
                </c:pt>
                <c:pt idx="21407">
                  <c:v>3.0177690384992708</c:v>
                </c:pt>
                <c:pt idx="21408">
                  <c:v>3.020382220212757</c:v>
                </c:pt>
                <c:pt idx="21409">
                  <c:v>3.0224159934483845</c:v>
                </c:pt>
                <c:pt idx="21410">
                  <c:v>3.0227634508586201</c:v>
                </c:pt>
                <c:pt idx="21411">
                  <c:v>3.02116112025797</c:v>
                </c:pt>
                <c:pt idx="21412">
                  <c:v>3.0195678749050954</c:v>
                </c:pt>
                <c:pt idx="21413">
                  <c:v>3.0192577821758531</c:v>
                </c:pt>
                <c:pt idx="21414">
                  <c:v>3.0179281796234529</c:v>
                </c:pt>
                <c:pt idx="21415">
                  <c:v>3.0192844407667438</c:v>
                </c:pt>
                <c:pt idx="21416">
                  <c:v>3.0225355945505576</c:v>
                </c:pt>
                <c:pt idx="21417">
                  <c:v>3.0225634047925749</c:v>
                </c:pt>
                <c:pt idx="21418">
                  <c:v>3.0198806121665545</c:v>
                </c:pt>
                <c:pt idx="21419">
                  <c:v>3.0206063656449671</c:v>
                </c:pt>
                <c:pt idx="21420">
                  <c:v>3.0231847845559319</c:v>
                </c:pt>
                <c:pt idx="21421">
                  <c:v>3.0227459201692501</c:v>
                </c:pt>
                <c:pt idx="21422">
                  <c:v>3.019657575731725</c:v>
                </c:pt>
                <c:pt idx="21423">
                  <c:v>3.0163560478745639</c:v>
                </c:pt>
                <c:pt idx="21424">
                  <c:v>3.014611637647902</c:v>
                </c:pt>
                <c:pt idx="21425">
                  <c:v>3.0143511938783343</c:v>
                </c:pt>
                <c:pt idx="21426">
                  <c:v>3.0163310527797447</c:v>
                </c:pt>
                <c:pt idx="21427">
                  <c:v>3.0186371275261679</c:v>
                </c:pt>
                <c:pt idx="21428">
                  <c:v>3.0203200310519267</c:v>
                </c:pt>
                <c:pt idx="21429">
                  <c:v>3.0227659247758547</c:v>
                </c:pt>
                <c:pt idx="21430">
                  <c:v>3.0272024261450396</c:v>
                </c:pt>
                <c:pt idx="21431">
                  <c:v>3.0302328894500228</c:v>
                </c:pt>
                <c:pt idx="21432">
                  <c:v>3.0300630848894841</c:v>
                </c:pt>
                <c:pt idx="21433">
                  <c:v>3.0288735998908063</c:v>
                </c:pt>
                <c:pt idx="21434">
                  <c:v>3.026791755884084</c:v>
                </c:pt>
                <c:pt idx="21435">
                  <c:v>3.0235438437849229</c:v>
                </c:pt>
                <c:pt idx="21436">
                  <c:v>3.0223104680822024</c:v>
                </c:pt>
                <c:pt idx="21437">
                  <c:v>3.0212524419269258</c:v>
                </c:pt>
                <c:pt idx="21438">
                  <c:v>3.021047618641393</c:v>
                </c:pt>
                <c:pt idx="21439">
                  <c:v>3.0227593560990589</c:v>
                </c:pt>
                <c:pt idx="21440">
                  <c:v>3.0249782039360875</c:v>
                </c:pt>
                <c:pt idx="21441">
                  <c:v>3.0273356337920032</c:v>
                </c:pt>
                <c:pt idx="21442">
                  <c:v>3.0278218438361071</c:v>
                </c:pt>
                <c:pt idx="21443">
                  <c:v>3.0233460157136398</c:v>
                </c:pt>
                <c:pt idx="21444">
                  <c:v>3.0207826962285558</c:v>
                </c:pt>
                <c:pt idx="21445">
                  <c:v>3.0207829521510283</c:v>
                </c:pt>
                <c:pt idx="21446">
                  <c:v>3.0202122450372366</c:v>
                </c:pt>
                <c:pt idx="21447">
                  <c:v>3.0195893297390444</c:v>
                </c:pt>
                <c:pt idx="21448">
                  <c:v>3.0194971976489255</c:v>
                </c:pt>
                <c:pt idx="21449">
                  <c:v>3.0200250377485647</c:v>
                </c:pt>
                <c:pt idx="21450">
                  <c:v>3.020015227387117</c:v>
                </c:pt>
                <c:pt idx="21451">
                  <c:v>3.0209433302338278</c:v>
                </c:pt>
                <c:pt idx="21452">
                  <c:v>3.0209469984559343</c:v>
                </c:pt>
                <c:pt idx="21453">
                  <c:v>3.0197709493870657</c:v>
                </c:pt>
                <c:pt idx="21454">
                  <c:v>3.0196442677631521</c:v>
                </c:pt>
                <c:pt idx="21455">
                  <c:v>3.0212679252365149</c:v>
                </c:pt>
                <c:pt idx="21456">
                  <c:v>3.0221902271738483</c:v>
                </c:pt>
                <c:pt idx="21457">
                  <c:v>3.0244382075190024</c:v>
                </c:pt>
                <c:pt idx="21458">
                  <c:v>3.0245264154645422</c:v>
                </c:pt>
                <c:pt idx="21459">
                  <c:v>3.0207510898031957</c:v>
                </c:pt>
                <c:pt idx="21460">
                  <c:v>3.0191642425121348</c:v>
                </c:pt>
                <c:pt idx="21461">
                  <c:v>3.0209306620714367</c:v>
                </c:pt>
                <c:pt idx="21462">
                  <c:v>3.0219035086970987</c:v>
                </c:pt>
                <c:pt idx="21463">
                  <c:v>3.0230824582206566</c:v>
                </c:pt>
                <c:pt idx="21464">
                  <c:v>3.0233022956245788</c:v>
                </c:pt>
                <c:pt idx="21465">
                  <c:v>3.0222846625662201</c:v>
                </c:pt>
                <c:pt idx="21466">
                  <c:v>3.0195033824420121</c:v>
                </c:pt>
                <c:pt idx="21467">
                  <c:v>3.0182350733217884</c:v>
                </c:pt>
                <c:pt idx="21468">
                  <c:v>3.0201660083771955</c:v>
                </c:pt>
                <c:pt idx="21469">
                  <c:v>3.0225584996118511</c:v>
                </c:pt>
                <c:pt idx="21470">
                  <c:v>3.0224116427663512</c:v>
                </c:pt>
                <c:pt idx="21471">
                  <c:v>3.0203446849167825</c:v>
                </c:pt>
                <c:pt idx="21472">
                  <c:v>3.0204420634175886</c:v>
                </c:pt>
                <c:pt idx="21473">
                  <c:v>3.0210594763826211</c:v>
                </c:pt>
                <c:pt idx="21474">
                  <c:v>3.0199853697653189</c:v>
                </c:pt>
                <c:pt idx="21475">
                  <c:v>3.0205835885449099</c:v>
                </c:pt>
                <c:pt idx="21476">
                  <c:v>3.0227451097480871</c:v>
                </c:pt>
                <c:pt idx="21477">
                  <c:v>3.0222896104006893</c:v>
                </c:pt>
                <c:pt idx="21478">
                  <c:v>3.0201983825699736</c:v>
                </c:pt>
                <c:pt idx="21479">
                  <c:v>3.0193449237777568</c:v>
                </c:pt>
                <c:pt idx="21480">
                  <c:v>3.0189734096551017</c:v>
                </c:pt>
                <c:pt idx="21481">
                  <c:v>3.0203955708350749</c:v>
                </c:pt>
                <c:pt idx="21482">
                  <c:v>3.0206633083951102</c:v>
                </c:pt>
                <c:pt idx="21483">
                  <c:v>3.0207391467544764</c:v>
                </c:pt>
                <c:pt idx="21484">
                  <c:v>3.0207588101311176</c:v>
                </c:pt>
                <c:pt idx="21485">
                  <c:v>3.0191569913754126</c:v>
                </c:pt>
                <c:pt idx="21486">
                  <c:v>3.0183497265894919</c:v>
                </c:pt>
                <c:pt idx="21487">
                  <c:v>3.0188326096414526</c:v>
                </c:pt>
                <c:pt idx="21488">
                  <c:v>3.0192732228316967</c:v>
                </c:pt>
                <c:pt idx="21489">
                  <c:v>3.0216297569589585</c:v>
                </c:pt>
                <c:pt idx="21490">
                  <c:v>3.0231128276873993</c:v>
                </c:pt>
                <c:pt idx="21491">
                  <c:v>3.0234451003642628</c:v>
                </c:pt>
                <c:pt idx="21492">
                  <c:v>3.0231989882531587</c:v>
                </c:pt>
                <c:pt idx="21493">
                  <c:v>3.0230917140834137</c:v>
                </c:pt>
                <c:pt idx="21494">
                  <c:v>3.0243848050297295</c:v>
                </c:pt>
                <c:pt idx="21495">
                  <c:v>3.0272008053027135</c:v>
                </c:pt>
                <c:pt idx="21496">
                  <c:v>3.0272195302969553</c:v>
                </c:pt>
                <c:pt idx="21497">
                  <c:v>3.0261114712982948</c:v>
                </c:pt>
                <c:pt idx="21498">
                  <c:v>3.0254106276072101</c:v>
                </c:pt>
                <c:pt idx="21499">
                  <c:v>3.0246966892162801</c:v>
                </c:pt>
                <c:pt idx="21500">
                  <c:v>3.0219970483608165</c:v>
                </c:pt>
                <c:pt idx="21501">
                  <c:v>3.0206979432363954</c:v>
                </c:pt>
                <c:pt idx="21502">
                  <c:v>3.0216059135152658</c:v>
                </c:pt>
                <c:pt idx="21503">
                  <c:v>3.0224451686102558</c:v>
                </c:pt>
                <c:pt idx="21504">
                  <c:v>3.0212736408384022</c:v>
                </c:pt>
                <c:pt idx="21505">
                  <c:v>3.020260315808331</c:v>
                </c:pt>
                <c:pt idx="21506">
                  <c:v>3.020394675106421</c:v>
                </c:pt>
                <c:pt idx="21507">
                  <c:v>3.0224090835416257</c:v>
                </c:pt>
                <c:pt idx="21508">
                  <c:v>3.0241946972863687</c:v>
                </c:pt>
                <c:pt idx="21509">
                  <c:v>3.0228370285694788</c:v>
                </c:pt>
                <c:pt idx="21510">
                  <c:v>3.0228418484427118</c:v>
                </c:pt>
                <c:pt idx="21511">
                  <c:v>3.0204415089188981</c:v>
                </c:pt>
                <c:pt idx="21512">
                  <c:v>3.016812187028143</c:v>
                </c:pt>
                <c:pt idx="21513">
                  <c:v>3.0160956894124875</c:v>
                </c:pt>
                <c:pt idx="21514">
                  <c:v>3.0139394999274884</c:v>
                </c:pt>
                <c:pt idx="21515">
                  <c:v>3.0133756600667105</c:v>
                </c:pt>
                <c:pt idx="21516">
                  <c:v>3.0112468116325295</c:v>
                </c:pt>
                <c:pt idx="21517">
                  <c:v>3.0114831560359314</c:v>
                </c:pt>
                <c:pt idx="21518">
                  <c:v>3.0154310587512692</c:v>
                </c:pt>
                <c:pt idx="21519">
                  <c:v>3.0178967011593287</c:v>
                </c:pt>
                <c:pt idx="21520">
                  <c:v>3.0193386536771794</c:v>
                </c:pt>
                <c:pt idx="21521">
                  <c:v>3.0190550915775916</c:v>
                </c:pt>
                <c:pt idx="21522">
                  <c:v>3.0182192487822355</c:v>
                </c:pt>
                <c:pt idx="21523">
                  <c:v>3.0179609803536849</c:v>
                </c:pt>
                <c:pt idx="21524">
                  <c:v>3.0197223241172808</c:v>
                </c:pt>
                <c:pt idx="21525">
                  <c:v>3.0194481884954318</c:v>
                </c:pt>
                <c:pt idx="21526">
                  <c:v>3.0181578700425686</c:v>
                </c:pt>
                <c:pt idx="21527">
                  <c:v>3.017217866800884</c:v>
                </c:pt>
                <c:pt idx="21528">
                  <c:v>3.0182238127329959</c:v>
                </c:pt>
                <c:pt idx="21529">
                  <c:v>3.0181717325098316</c:v>
                </c:pt>
                <c:pt idx="21530">
                  <c:v>3.017930397618215</c:v>
                </c:pt>
                <c:pt idx="21531">
                  <c:v>3.0178205215699991</c:v>
                </c:pt>
                <c:pt idx="21532">
                  <c:v>3.0177059109560411</c:v>
                </c:pt>
                <c:pt idx="21533">
                  <c:v>3.0177956544364162</c:v>
                </c:pt>
                <c:pt idx="21534">
                  <c:v>3.019449809337758</c:v>
                </c:pt>
                <c:pt idx="21535">
                  <c:v>3.0183677691238069</c:v>
                </c:pt>
                <c:pt idx="21536">
                  <c:v>3.015706687254208</c:v>
                </c:pt>
                <c:pt idx="21537">
                  <c:v>3.0150718289072964</c:v>
                </c:pt>
                <c:pt idx="21538">
                  <c:v>3.0177447258643784</c:v>
                </c:pt>
                <c:pt idx="21539">
                  <c:v>3.0175426750722982</c:v>
                </c:pt>
                <c:pt idx="21540">
                  <c:v>3.0181487421410473</c:v>
                </c:pt>
                <c:pt idx="21541">
                  <c:v>3.0207362036460421</c:v>
                </c:pt>
                <c:pt idx="21542">
                  <c:v>3.0207956629671653</c:v>
                </c:pt>
                <c:pt idx="21543">
                  <c:v>3.0195600692696827</c:v>
                </c:pt>
                <c:pt idx="21544">
                  <c:v>3.0203032681299744</c:v>
                </c:pt>
                <c:pt idx="21545">
                  <c:v>3.021156343038482</c:v>
                </c:pt>
                <c:pt idx="21546">
                  <c:v>3.021124736613122</c:v>
                </c:pt>
                <c:pt idx="21547">
                  <c:v>3.0210503911348456</c:v>
                </c:pt>
                <c:pt idx="21548">
                  <c:v>3.0214071470615833</c:v>
                </c:pt>
                <c:pt idx="21549">
                  <c:v>3.0210295334533326</c:v>
                </c:pt>
                <c:pt idx="21550">
                  <c:v>3.0207010143060664</c:v>
                </c:pt>
                <c:pt idx="21551">
                  <c:v>3.0213484555078782</c:v>
                </c:pt>
                <c:pt idx="21552">
                  <c:v>3.0227138872064354</c:v>
                </c:pt>
                <c:pt idx="21553">
                  <c:v>3.020654948261007</c:v>
                </c:pt>
                <c:pt idx="21554">
                  <c:v>3.0185162894653779</c:v>
                </c:pt>
                <c:pt idx="21555">
                  <c:v>3.0184059442259623</c:v>
                </c:pt>
                <c:pt idx="21556">
                  <c:v>3.0179748428209483</c:v>
                </c:pt>
                <c:pt idx="21557">
                  <c:v>3.018929817527277</c:v>
                </c:pt>
                <c:pt idx="21558">
                  <c:v>3.0211882906938059</c:v>
                </c:pt>
                <c:pt idx="21559">
                  <c:v>3.0227970193562697</c:v>
                </c:pt>
                <c:pt idx="21560">
                  <c:v>3.0224415003881493</c:v>
                </c:pt>
                <c:pt idx="21561">
                  <c:v>3.0235759620552281</c:v>
                </c:pt>
                <c:pt idx="21562">
                  <c:v>3.0236190849918532</c:v>
                </c:pt>
                <c:pt idx="21563">
                  <c:v>3.0245653156803698</c:v>
                </c:pt>
                <c:pt idx="21564">
                  <c:v>3.0242811990820915</c:v>
                </c:pt>
                <c:pt idx="21565">
                  <c:v>3.0228842036119192</c:v>
                </c:pt>
                <c:pt idx="21566">
                  <c:v>3.0225905325746654</c:v>
                </c:pt>
                <c:pt idx="21567">
                  <c:v>3.0219201010040693</c:v>
                </c:pt>
                <c:pt idx="21568">
                  <c:v>3.0196747651911315</c:v>
                </c:pt>
                <c:pt idx="21569">
                  <c:v>3.0167328084079061</c:v>
                </c:pt>
                <c:pt idx="21570">
                  <c:v>3.0160870733559113</c:v>
                </c:pt>
                <c:pt idx="21571">
                  <c:v>3.0162175938169131</c:v>
                </c:pt>
                <c:pt idx="21572">
                  <c:v>3.0173246717794289</c:v>
                </c:pt>
                <c:pt idx="21573">
                  <c:v>3.0192054460302158</c:v>
                </c:pt>
                <c:pt idx="21574">
                  <c:v>3.0207281847419023</c:v>
                </c:pt>
                <c:pt idx="21575">
                  <c:v>3.0210949216450698</c:v>
                </c:pt>
                <c:pt idx="21576">
                  <c:v>3.0192035692654171</c:v>
                </c:pt>
                <c:pt idx="21577">
                  <c:v>3.019185313462375</c:v>
                </c:pt>
                <c:pt idx="21578">
                  <c:v>3.0224824479837573</c:v>
                </c:pt>
                <c:pt idx="21579">
                  <c:v>3.0229587197051773</c:v>
                </c:pt>
                <c:pt idx="21580">
                  <c:v>3.0192651612738115</c:v>
                </c:pt>
                <c:pt idx="21581">
                  <c:v>3.0195670644839323</c:v>
                </c:pt>
                <c:pt idx="21582">
                  <c:v>3.0195314059527569</c:v>
                </c:pt>
                <c:pt idx="21583">
                  <c:v>3.018553184955171</c:v>
                </c:pt>
                <c:pt idx="21584">
                  <c:v>3.018694880697474</c:v>
                </c:pt>
                <c:pt idx="21585">
                  <c:v>3.0210288936471512</c:v>
                </c:pt>
                <c:pt idx="21586">
                  <c:v>3.0226072101891268</c:v>
                </c:pt>
                <c:pt idx="21587">
                  <c:v>3.0255243424925142</c:v>
                </c:pt>
                <c:pt idx="21588">
                  <c:v>3.0258524351023262</c:v>
                </c:pt>
                <c:pt idx="21589">
                  <c:v>3.0230772971174598</c:v>
                </c:pt>
                <c:pt idx="21590">
                  <c:v>3.0198701193451796</c:v>
                </c:pt>
                <c:pt idx="21591">
                  <c:v>3.0170547162246315</c:v>
                </c:pt>
                <c:pt idx="21592">
                  <c:v>3.0166750552366004</c:v>
                </c:pt>
                <c:pt idx="21593">
                  <c:v>3.0171012514608906</c:v>
                </c:pt>
                <c:pt idx="21594">
                  <c:v>3.0164931370123611</c:v>
                </c:pt>
                <c:pt idx="21595">
                  <c:v>3.0197949207919947</c:v>
                </c:pt>
                <c:pt idx="21596">
                  <c:v>3.0240537693114833</c:v>
                </c:pt>
                <c:pt idx="21597">
                  <c:v>3.0261679875109833</c:v>
                </c:pt>
                <c:pt idx="21598">
                  <c:v>3.0240791056362659</c:v>
                </c:pt>
                <c:pt idx="21599">
                  <c:v>3.01891906878343</c:v>
                </c:pt>
                <c:pt idx="21600">
                  <c:v>3.0161223053496329</c:v>
                </c:pt>
                <c:pt idx="21601">
                  <c:v>3.0188640027980855</c:v>
                </c:pt>
                <c:pt idx="21602">
                  <c:v>3.0229857621797769</c:v>
                </c:pt>
                <c:pt idx="21603">
                  <c:v>3.0234851948849628</c:v>
                </c:pt>
                <c:pt idx="21604">
                  <c:v>3.0221618197793947</c:v>
                </c:pt>
                <c:pt idx="21605">
                  <c:v>3.0238984243706439</c:v>
                </c:pt>
                <c:pt idx="21606">
                  <c:v>3.0233416223778611</c:v>
                </c:pt>
                <c:pt idx="21607">
                  <c:v>3.0235563413323323</c:v>
                </c:pt>
                <c:pt idx="21608">
                  <c:v>3.0236840039923907</c:v>
                </c:pt>
                <c:pt idx="21609">
                  <c:v>3.0229501463023469</c:v>
                </c:pt>
                <c:pt idx="21610">
                  <c:v>3.0224681163252947</c:v>
                </c:pt>
                <c:pt idx="21611">
                  <c:v>3.0188635762606313</c:v>
                </c:pt>
                <c:pt idx="21612">
                  <c:v>3.0151717666328279</c:v>
                </c:pt>
                <c:pt idx="21613">
                  <c:v>3.0149455738208371</c:v>
                </c:pt>
                <c:pt idx="21614">
                  <c:v>3.0153137182976035</c:v>
                </c:pt>
                <c:pt idx="21615">
                  <c:v>3.0166624723816997</c:v>
                </c:pt>
                <c:pt idx="21616">
                  <c:v>3.0192228914120949</c:v>
                </c:pt>
                <c:pt idx="21617">
                  <c:v>3.0205181150456824</c:v>
                </c:pt>
                <c:pt idx="21618">
                  <c:v>3.0225988927087686</c:v>
                </c:pt>
                <c:pt idx="21619">
                  <c:v>3.0249105977495883</c:v>
                </c:pt>
                <c:pt idx="21620">
                  <c:v>3.0251942878104128</c:v>
                </c:pt>
                <c:pt idx="21621">
                  <c:v>3.0263080197572148</c:v>
                </c:pt>
                <c:pt idx="21622">
                  <c:v>3.0260004435989525</c:v>
                </c:pt>
                <c:pt idx="21623">
                  <c:v>3.0258059851735579</c:v>
                </c:pt>
                <c:pt idx="21624">
                  <c:v>3.0261082296136426</c:v>
                </c:pt>
                <c:pt idx="21625">
                  <c:v>3.0228639430828421</c:v>
                </c:pt>
                <c:pt idx="21626">
                  <c:v>3.0187572831270315</c:v>
                </c:pt>
                <c:pt idx="21627">
                  <c:v>3.0169829726248261</c:v>
                </c:pt>
                <c:pt idx="21628">
                  <c:v>3.0170444366719842</c:v>
                </c:pt>
                <c:pt idx="21629">
                  <c:v>3.0157783455465226</c:v>
                </c:pt>
                <c:pt idx="21630">
                  <c:v>3.0154877029251939</c:v>
                </c:pt>
                <c:pt idx="21631">
                  <c:v>3.0165368997551676</c:v>
                </c:pt>
                <c:pt idx="21632">
                  <c:v>3.0165412930909463</c:v>
                </c:pt>
                <c:pt idx="21633">
                  <c:v>3.0190922429898568</c:v>
                </c:pt>
                <c:pt idx="21634">
                  <c:v>3.0218913950333981</c:v>
                </c:pt>
                <c:pt idx="21635">
                  <c:v>3.0230253022017863</c:v>
                </c:pt>
                <c:pt idx="21636">
                  <c:v>3.0226151011320304</c:v>
                </c:pt>
                <c:pt idx="21637">
                  <c:v>3.0233011439734523</c:v>
                </c:pt>
                <c:pt idx="21638">
                  <c:v>3.0245641213754979</c:v>
                </c:pt>
                <c:pt idx="21639">
                  <c:v>3.0246935754928641</c:v>
                </c:pt>
                <c:pt idx="21640">
                  <c:v>3.0252964435307064</c:v>
                </c:pt>
                <c:pt idx="21641">
                  <c:v>3.0248268684473185</c:v>
                </c:pt>
                <c:pt idx="21642">
                  <c:v>3.0266320176074659</c:v>
                </c:pt>
                <c:pt idx="21643">
                  <c:v>3.0254745655716029</c:v>
                </c:pt>
                <c:pt idx="21644">
                  <c:v>3.0243633501957805</c:v>
                </c:pt>
                <c:pt idx="21645">
                  <c:v>3.0249013418868311</c:v>
                </c:pt>
                <c:pt idx="21646">
                  <c:v>3.0265023928751185</c:v>
                </c:pt>
                <c:pt idx="21647">
                  <c:v>3.0279554353667795</c:v>
                </c:pt>
                <c:pt idx="21648">
                  <c:v>3.0252495670644839</c:v>
                </c:pt>
                <c:pt idx="21649">
                  <c:v>3.0214674168038695</c:v>
                </c:pt>
                <c:pt idx="21650">
                  <c:v>3.0190923282973476</c:v>
                </c:pt>
                <c:pt idx="21651">
                  <c:v>3.0187369372904636</c:v>
                </c:pt>
                <c:pt idx="21652">
                  <c:v>3.0200670943415542</c:v>
                </c:pt>
                <c:pt idx="21653">
                  <c:v>3.0205068544568898</c:v>
                </c:pt>
                <c:pt idx="21654">
                  <c:v>3.0213005126980201</c:v>
                </c:pt>
                <c:pt idx="21655">
                  <c:v>3.0196932769166462</c:v>
                </c:pt>
                <c:pt idx="21656">
                  <c:v>3.018461436748761</c:v>
                </c:pt>
                <c:pt idx="21657">
                  <c:v>3.0196054528548153</c:v>
                </c:pt>
                <c:pt idx="21658">
                  <c:v>3.0231840167885142</c:v>
                </c:pt>
                <c:pt idx="21659">
                  <c:v>3.0250572839801064</c:v>
                </c:pt>
                <c:pt idx="21660">
                  <c:v>3.0252956757632887</c:v>
                </c:pt>
                <c:pt idx="21661">
                  <c:v>3.0244260512015559</c:v>
                </c:pt>
                <c:pt idx="21662">
                  <c:v>3.0226919631812867</c:v>
                </c:pt>
                <c:pt idx="21663">
                  <c:v>3.0227715550702507</c:v>
                </c:pt>
                <c:pt idx="21664">
                  <c:v>3.0234641665884681</c:v>
                </c:pt>
                <c:pt idx="21665">
                  <c:v>3.0228051662216457</c:v>
                </c:pt>
                <c:pt idx="21666">
                  <c:v>3.0226452999837914</c:v>
                </c:pt>
                <c:pt idx="21667">
                  <c:v>3.0225488598653847</c:v>
                </c:pt>
                <c:pt idx="21668">
                  <c:v>3.0224240123525248</c:v>
                </c:pt>
                <c:pt idx="21669">
                  <c:v>3.0239633860249269</c:v>
                </c:pt>
                <c:pt idx="21670">
                  <c:v>3.0229387577523181</c:v>
                </c:pt>
                <c:pt idx="21671">
                  <c:v>3.0218873855813277</c:v>
                </c:pt>
                <c:pt idx="21672">
                  <c:v>3.0216258328143795</c:v>
                </c:pt>
                <c:pt idx="21673">
                  <c:v>3.0205379916910502</c:v>
                </c:pt>
                <c:pt idx="21674">
                  <c:v>3.0178724738319271</c:v>
                </c:pt>
                <c:pt idx="21675">
                  <c:v>3.0148459346715235</c:v>
                </c:pt>
                <c:pt idx="21676">
                  <c:v>3.0139543434308966</c:v>
                </c:pt>
                <c:pt idx="21677">
                  <c:v>3.0136505634559771</c:v>
                </c:pt>
                <c:pt idx="21678">
                  <c:v>3.0165136108101653</c:v>
                </c:pt>
                <c:pt idx="21679">
                  <c:v>3.0194913540858024</c:v>
                </c:pt>
                <c:pt idx="21680">
                  <c:v>3.0214182370353941</c:v>
                </c:pt>
                <c:pt idx="21681">
                  <c:v>3.0235349718058742</c:v>
                </c:pt>
                <c:pt idx="21682">
                  <c:v>3.0229189237606953</c:v>
                </c:pt>
                <c:pt idx="21683">
                  <c:v>3.0201272361226041</c:v>
                </c:pt>
                <c:pt idx="21684">
                  <c:v>3.0201678851419942</c:v>
                </c:pt>
                <c:pt idx="21685">
                  <c:v>3.0197714185782654</c:v>
                </c:pt>
                <c:pt idx="21686">
                  <c:v>3.0195648891429157</c:v>
                </c:pt>
                <c:pt idx="21687">
                  <c:v>3.0193599805498921</c:v>
                </c:pt>
                <c:pt idx="21688">
                  <c:v>3.0220687493068765</c:v>
                </c:pt>
                <c:pt idx="21689">
                  <c:v>3.0256244934867729</c:v>
                </c:pt>
                <c:pt idx="21690">
                  <c:v>3.0275082961534854</c:v>
                </c:pt>
                <c:pt idx="21691">
                  <c:v>3.0278868907978809</c:v>
                </c:pt>
                <c:pt idx="21692">
                  <c:v>3.0284964981275007</c:v>
                </c:pt>
                <c:pt idx="21693">
                  <c:v>3.0283988637042221</c:v>
                </c:pt>
                <c:pt idx="21694">
                  <c:v>3.0263412043711559</c:v>
                </c:pt>
                <c:pt idx="21695">
                  <c:v>3.0253872107009716</c:v>
                </c:pt>
                <c:pt idx="21696">
                  <c:v>3.0230341741808346</c:v>
                </c:pt>
                <c:pt idx="21697">
                  <c:v>3.0208964964213507</c:v>
                </c:pt>
                <c:pt idx="21698">
                  <c:v>3.0217304624519077</c:v>
                </c:pt>
                <c:pt idx="21699">
                  <c:v>3.0234108920604319</c:v>
                </c:pt>
                <c:pt idx="21700">
                  <c:v>3.0248850908098239</c:v>
                </c:pt>
                <c:pt idx="21701">
                  <c:v>3.0251872925961627</c:v>
                </c:pt>
                <c:pt idx="21702">
                  <c:v>3.0250424404766982</c:v>
                </c:pt>
                <c:pt idx="21703">
                  <c:v>3.0244427288160174</c:v>
                </c:pt>
                <c:pt idx="21704">
                  <c:v>3.0224189365568193</c:v>
                </c:pt>
                <c:pt idx="21705">
                  <c:v>3.0224734053897273</c:v>
                </c:pt>
                <c:pt idx="21706">
                  <c:v>3.0237139042679337</c:v>
                </c:pt>
                <c:pt idx="21707">
                  <c:v>3.0233174803579503</c:v>
                </c:pt>
                <c:pt idx="21708">
                  <c:v>3.0229544116768894</c:v>
                </c:pt>
                <c:pt idx="21709">
                  <c:v>3.0214868669117836</c:v>
                </c:pt>
                <c:pt idx="21710">
                  <c:v>3.0201703164054834</c:v>
                </c:pt>
                <c:pt idx="21711">
                  <c:v>3.02170909292545</c:v>
                </c:pt>
                <c:pt idx="21712">
                  <c:v>3.0216869982853196</c:v>
                </c:pt>
                <c:pt idx="21713">
                  <c:v>3.0215208619468874</c:v>
                </c:pt>
                <c:pt idx="21714">
                  <c:v>3.0198020013137352</c:v>
                </c:pt>
                <c:pt idx="21715">
                  <c:v>3.0156303370498962</c:v>
                </c:pt>
                <c:pt idx="21716">
                  <c:v>3.0137127526168075</c:v>
                </c:pt>
                <c:pt idx="21717">
                  <c:v>3.0133563805737782</c:v>
                </c:pt>
                <c:pt idx="21718">
                  <c:v>3.0150953737747712</c:v>
                </c:pt>
                <c:pt idx="21719">
                  <c:v>3.0181873864344029</c:v>
                </c:pt>
                <c:pt idx="21720">
                  <c:v>3.0183394896905895</c:v>
                </c:pt>
                <c:pt idx="21721">
                  <c:v>3.0164310331590216</c:v>
                </c:pt>
                <c:pt idx="21722">
                  <c:v>3.0155359869650153</c:v>
                </c:pt>
                <c:pt idx="21723">
                  <c:v>3.0158736766675482</c:v>
                </c:pt>
                <c:pt idx="21724">
                  <c:v>3.0187150132653149</c:v>
                </c:pt>
                <c:pt idx="21725">
                  <c:v>3.0203341920954081</c:v>
                </c:pt>
                <c:pt idx="21726">
                  <c:v>3.0194770224273393</c:v>
                </c:pt>
                <c:pt idx="21727">
                  <c:v>3.0202249131996282</c:v>
                </c:pt>
                <c:pt idx="21728">
                  <c:v>3.02011832148981</c:v>
                </c:pt>
                <c:pt idx="21729">
                  <c:v>3.0230154065328478</c:v>
                </c:pt>
                <c:pt idx="21730">
                  <c:v>3.0251320133420916</c:v>
                </c:pt>
                <c:pt idx="21731">
                  <c:v>3.0244083498972043</c:v>
                </c:pt>
                <c:pt idx="21732">
                  <c:v>3.0237059280175393</c:v>
                </c:pt>
                <c:pt idx="21733">
                  <c:v>3.0241352379652455</c:v>
                </c:pt>
                <c:pt idx="21734">
                  <c:v>3.0250694402975524</c:v>
                </c:pt>
                <c:pt idx="21735">
                  <c:v>3.0246280593398907</c:v>
                </c:pt>
                <c:pt idx="21736">
                  <c:v>3.0241661619306792</c:v>
                </c:pt>
                <c:pt idx="21737">
                  <c:v>3.0248801429753547</c:v>
                </c:pt>
                <c:pt idx="21738">
                  <c:v>3.0218783003335523</c:v>
                </c:pt>
                <c:pt idx="21739">
                  <c:v>3.0191578017965757</c:v>
                </c:pt>
                <c:pt idx="21740">
                  <c:v>3.0185995495764484</c:v>
                </c:pt>
                <c:pt idx="21741">
                  <c:v>3.018181372256298</c:v>
                </c:pt>
                <c:pt idx="21742">
                  <c:v>3.0194872593262416</c:v>
                </c:pt>
                <c:pt idx="21743">
                  <c:v>3.0226447881388463</c:v>
                </c:pt>
                <c:pt idx="21744">
                  <c:v>3.0243764875493717</c:v>
                </c:pt>
                <c:pt idx="21745">
                  <c:v>3.0257232795611784</c:v>
                </c:pt>
                <c:pt idx="21746">
                  <c:v>3.0234444605580815</c:v>
                </c:pt>
                <c:pt idx="21747">
                  <c:v>3.0185301092788959</c:v>
                </c:pt>
                <c:pt idx="21748">
                  <c:v>3.0154076844987761</c:v>
                </c:pt>
                <c:pt idx="21749">
                  <c:v>3.0151350844117624</c:v>
                </c:pt>
                <c:pt idx="21750">
                  <c:v>3.0182221065831789</c:v>
                </c:pt>
                <c:pt idx="21751">
                  <c:v>3.020651578615118</c:v>
                </c:pt>
                <c:pt idx="21752">
                  <c:v>3.0204065328476495</c:v>
                </c:pt>
                <c:pt idx="21753">
                  <c:v>3.01940037364681</c:v>
                </c:pt>
                <c:pt idx="21754">
                  <c:v>3.0189464098342476</c:v>
                </c:pt>
                <c:pt idx="21755">
                  <c:v>3.0209691357498101</c:v>
                </c:pt>
                <c:pt idx="21756">
                  <c:v>3.0221026590344899</c:v>
                </c:pt>
                <c:pt idx="21757">
                  <c:v>3.0223012548731902</c:v>
                </c:pt>
                <c:pt idx="21758">
                  <c:v>3.0239601016865292</c:v>
                </c:pt>
                <c:pt idx="21759">
                  <c:v>3.0242041664178529</c:v>
                </c:pt>
                <c:pt idx="21760">
                  <c:v>3.0235708436057771</c:v>
                </c:pt>
                <c:pt idx="21761">
                  <c:v>3.0234086740656698</c:v>
                </c:pt>
                <c:pt idx="21762">
                  <c:v>3.0220909292544977</c:v>
                </c:pt>
                <c:pt idx="21763">
                  <c:v>3.020277547921483</c:v>
                </c:pt>
                <c:pt idx="21764">
                  <c:v>3.0203313769482096</c:v>
                </c:pt>
                <c:pt idx="21765">
                  <c:v>3.02088139699547</c:v>
                </c:pt>
                <c:pt idx="21766">
                  <c:v>3.0202176194091601</c:v>
                </c:pt>
                <c:pt idx="21767">
                  <c:v>3.0194170512612715</c:v>
                </c:pt>
                <c:pt idx="21768">
                  <c:v>3.019945232590874</c:v>
                </c:pt>
                <c:pt idx="21769">
                  <c:v>3.0216707472083124</c:v>
                </c:pt>
                <c:pt idx="21770">
                  <c:v>3.0221667676138644</c:v>
                </c:pt>
                <c:pt idx="21771">
                  <c:v>3.020497726555369</c:v>
                </c:pt>
                <c:pt idx="21772">
                  <c:v>3.0214361516084729</c:v>
                </c:pt>
                <c:pt idx="21773">
                  <c:v>3.025503570118492</c:v>
                </c:pt>
                <c:pt idx="21774">
                  <c:v>3.0266079182413006</c:v>
                </c:pt>
                <c:pt idx="21775">
                  <c:v>3.021800243979424</c:v>
                </c:pt>
                <c:pt idx="21776">
                  <c:v>3.0200492650759663</c:v>
                </c:pt>
                <c:pt idx="21777">
                  <c:v>3.0204682101635343</c:v>
                </c:pt>
                <c:pt idx="21778">
                  <c:v>3.0196202110507322</c:v>
                </c:pt>
                <c:pt idx="21779">
                  <c:v>3.0199568344096295</c:v>
                </c:pt>
                <c:pt idx="21780">
                  <c:v>3.020526517833531</c:v>
                </c:pt>
                <c:pt idx="21781">
                  <c:v>3.0199293227438302</c:v>
                </c:pt>
                <c:pt idx="21782">
                  <c:v>3.0200198339916229</c:v>
                </c:pt>
                <c:pt idx="21783">
                  <c:v>3.0215002175341015</c:v>
                </c:pt>
                <c:pt idx="21784">
                  <c:v>3.0226694846574476</c:v>
                </c:pt>
                <c:pt idx="21785">
                  <c:v>3.0225265093027818</c:v>
                </c:pt>
                <c:pt idx="21786">
                  <c:v>3.0219298687117715</c:v>
                </c:pt>
                <c:pt idx="21787">
                  <c:v>3.0204773380650556</c:v>
                </c:pt>
                <c:pt idx="21788">
                  <c:v>3.020454816887471</c:v>
                </c:pt>
                <c:pt idx="21789">
                  <c:v>3.021930124634244</c:v>
                </c:pt>
                <c:pt idx="21790">
                  <c:v>3.02170713085316</c:v>
                </c:pt>
                <c:pt idx="21791">
                  <c:v>3.0207353505711336</c:v>
                </c:pt>
                <c:pt idx="21792">
                  <c:v>3.0196091637306672</c:v>
                </c:pt>
                <c:pt idx="21793">
                  <c:v>3.0177701474966518</c:v>
                </c:pt>
                <c:pt idx="21794">
                  <c:v>3.0164286018955324</c:v>
                </c:pt>
                <c:pt idx="21795">
                  <c:v>3.0192392277965929</c:v>
                </c:pt>
                <c:pt idx="21796">
                  <c:v>3.0239124147991436</c:v>
                </c:pt>
                <c:pt idx="21797">
                  <c:v>3.0263361712291958</c:v>
                </c:pt>
                <c:pt idx="21798">
                  <c:v>3.0248131765950368</c:v>
                </c:pt>
                <c:pt idx="21799">
                  <c:v>3.0212285558294876</c:v>
                </c:pt>
                <c:pt idx="21800">
                  <c:v>3.0206843793453504</c:v>
                </c:pt>
                <c:pt idx="21801">
                  <c:v>3.0237478139955472</c:v>
                </c:pt>
                <c:pt idx="21802">
                  <c:v>3.0238407138530836</c:v>
                </c:pt>
                <c:pt idx="21803">
                  <c:v>3.0233499398582189</c:v>
                </c:pt>
                <c:pt idx="21804">
                  <c:v>3.0216669510249696</c:v>
                </c:pt>
                <c:pt idx="21805">
                  <c:v>3.0207037441457736</c:v>
                </c:pt>
                <c:pt idx="21806">
                  <c:v>3.0203256613463227</c:v>
                </c:pt>
                <c:pt idx="21807">
                  <c:v>3.0175355518968119</c:v>
                </c:pt>
                <c:pt idx="21808">
                  <c:v>3.0148431621780709</c:v>
                </c:pt>
                <c:pt idx="21809">
                  <c:v>3.0146551871219813</c:v>
                </c:pt>
                <c:pt idx="21810">
                  <c:v>3.0179081750168484</c:v>
                </c:pt>
                <c:pt idx="21811">
                  <c:v>3.0208302978084505</c:v>
                </c:pt>
                <c:pt idx="21812">
                  <c:v>3.0226815983211486</c:v>
                </c:pt>
                <c:pt idx="21813">
                  <c:v>3.0239548126220965</c:v>
                </c:pt>
                <c:pt idx="21814">
                  <c:v>3.0253709596239644</c:v>
                </c:pt>
                <c:pt idx="21815">
                  <c:v>3.0263963556639908</c:v>
                </c:pt>
                <c:pt idx="21816">
                  <c:v>3.0263511426938399</c:v>
                </c:pt>
                <c:pt idx="21817">
                  <c:v>3.0260327751379847</c:v>
                </c:pt>
                <c:pt idx="21818">
                  <c:v>3.0264558576388594</c:v>
                </c:pt>
                <c:pt idx="21819">
                  <c:v>3.0280738848178257</c:v>
                </c:pt>
                <c:pt idx="21820">
                  <c:v>3.0291482047038549</c:v>
                </c:pt>
                <c:pt idx="21821">
                  <c:v>3.0267860402821971</c:v>
                </c:pt>
                <c:pt idx="21822">
                  <c:v>3.0237296434999958</c:v>
                </c:pt>
                <c:pt idx="21823">
                  <c:v>3.0221439905138072</c:v>
                </c:pt>
                <c:pt idx="21824">
                  <c:v>3.0235998908064117</c:v>
                </c:pt>
                <c:pt idx="21825">
                  <c:v>3.0251837523352925</c:v>
                </c:pt>
                <c:pt idx="21826">
                  <c:v>3.0253927556878768</c:v>
                </c:pt>
                <c:pt idx="21827">
                  <c:v>3.0250993832268414</c:v>
                </c:pt>
                <c:pt idx="21828">
                  <c:v>3.0218641819438163</c:v>
                </c:pt>
                <c:pt idx="21829">
                  <c:v>3.0206881328749478</c:v>
                </c:pt>
                <c:pt idx="21830">
                  <c:v>3.0217862108971789</c:v>
                </c:pt>
                <c:pt idx="21831">
                  <c:v>3.024021779002414</c:v>
                </c:pt>
                <c:pt idx="21832">
                  <c:v>3.0240784658300845</c:v>
                </c:pt>
                <c:pt idx="21833">
                  <c:v>3.0228345973059896</c:v>
                </c:pt>
                <c:pt idx="21834">
                  <c:v>3.0223330745672778</c:v>
                </c:pt>
                <c:pt idx="21835">
                  <c:v>3.0234203611919162</c:v>
                </c:pt>
                <c:pt idx="21836">
                  <c:v>3.0273599464268957</c:v>
                </c:pt>
                <c:pt idx="21837">
                  <c:v>3.030082321728671</c:v>
                </c:pt>
                <c:pt idx="21838">
                  <c:v>3.0294478899192137</c:v>
                </c:pt>
                <c:pt idx="21839">
                  <c:v>3.0288852870170531</c:v>
                </c:pt>
                <c:pt idx="21840">
                  <c:v>3.0290003241684653</c:v>
                </c:pt>
                <c:pt idx="21841">
                  <c:v>3.0285848340342767</c:v>
                </c:pt>
                <c:pt idx="21842">
                  <c:v>3.0262335889714476</c:v>
                </c:pt>
                <c:pt idx="21843">
                  <c:v>3.0252427851189614</c:v>
                </c:pt>
                <c:pt idx="21844">
                  <c:v>3.0252502495244107</c:v>
                </c:pt>
                <c:pt idx="21845">
                  <c:v>3.0251672453358127</c:v>
                </c:pt>
                <c:pt idx="21846">
                  <c:v>3.0238059510505617</c:v>
                </c:pt>
                <c:pt idx="21847">
                  <c:v>3.0229057437533591</c:v>
                </c:pt>
                <c:pt idx="21848">
                  <c:v>3.0243095638227993</c:v>
                </c:pt>
                <c:pt idx="21849">
                  <c:v>3.025479897289781</c:v>
                </c:pt>
                <c:pt idx="21850">
                  <c:v>3.0258202741782756</c:v>
                </c:pt>
                <c:pt idx="21851">
                  <c:v>3.0266122689233343</c:v>
                </c:pt>
                <c:pt idx="21852">
                  <c:v>3.0278030335343749</c:v>
                </c:pt>
                <c:pt idx="21853">
                  <c:v>3.0273162263378346</c:v>
                </c:pt>
                <c:pt idx="21854">
                  <c:v>3.0271014647296179</c:v>
                </c:pt>
                <c:pt idx="21855">
                  <c:v>3.0263855642663984</c:v>
                </c:pt>
                <c:pt idx="21856">
                  <c:v>3.0243659947279973</c:v>
                </c:pt>
                <c:pt idx="21857">
                  <c:v>3.0220703701492027</c:v>
                </c:pt>
                <c:pt idx="21858">
                  <c:v>3.0206676590771435</c:v>
                </c:pt>
                <c:pt idx="21859">
                  <c:v>3.0215104970867492</c:v>
                </c:pt>
                <c:pt idx="21860">
                  <c:v>3.0221835305358162</c:v>
                </c:pt>
                <c:pt idx="21861">
                  <c:v>3.0229498903798744</c:v>
                </c:pt>
                <c:pt idx="21862">
                  <c:v>3.0220959197427124</c:v>
                </c:pt>
                <c:pt idx="21863">
                  <c:v>3.0210008701364068</c:v>
                </c:pt>
                <c:pt idx="21864">
                  <c:v>3.020750108767051</c:v>
                </c:pt>
                <c:pt idx="21865">
                  <c:v>3.0200189809167144</c:v>
                </c:pt>
                <c:pt idx="21866">
                  <c:v>3.0195237709323255</c:v>
                </c:pt>
                <c:pt idx="21867">
                  <c:v>3.0196387227762469</c:v>
                </c:pt>
                <c:pt idx="21868">
                  <c:v>3.0208555914794877</c:v>
                </c:pt>
                <c:pt idx="21869">
                  <c:v>3.0206665500797625</c:v>
                </c:pt>
                <c:pt idx="21870">
                  <c:v>3.0209967327231002</c:v>
                </c:pt>
                <c:pt idx="21871">
                  <c:v>3.0194902024346759</c:v>
                </c:pt>
                <c:pt idx="21872">
                  <c:v>3.0202399273180176</c:v>
                </c:pt>
                <c:pt idx="21873">
                  <c:v>3.0237307524973769</c:v>
                </c:pt>
                <c:pt idx="21874">
                  <c:v>3.0257851701457903</c:v>
                </c:pt>
                <c:pt idx="21875">
                  <c:v>3.0258008240703615</c:v>
                </c:pt>
                <c:pt idx="21876">
                  <c:v>3.0252090886600751</c:v>
                </c:pt>
                <c:pt idx="21877">
                  <c:v>3.0248295556332803</c:v>
                </c:pt>
                <c:pt idx="21878">
                  <c:v>3.0247457836772647</c:v>
                </c:pt>
                <c:pt idx="21879">
                  <c:v>3.0257722887146721</c:v>
                </c:pt>
                <c:pt idx="21880">
                  <c:v>3.0278518720728869</c:v>
                </c:pt>
                <c:pt idx="21881">
                  <c:v>3.0291938868652055</c:v>
                </c:pt>
                <c:pt idx="21882">
                  <c:v>3.0275605469916314</c:v>
                </c:pt>
                <c:pt idx="21883">
                  <c:v>3.0258449706968769</c:v>
                </c:pt>
                <c:pt idx="21884">
                  <c:v>3.0235214505685746</c:v>
                </c:pt>
                <c:pt idx="21885">
                  <c:v>3.022764346587274</c:v>
                </c:pt>
                <c:pt idx="21886">
                  <c:v>3.0222240942477159</c:v>
                </c:pt>
                <c:pt idx="21887">
                  <c:v>3.02236037296435</c:v>
                </c:pt>
                <c:pt idx="21888">
                  <c:v>3.023564701466436</c:v>
                </c:pt>
                <c:pt idx="21889">
                  <c:v>3.0240110729123124</c:v>
                </c:pt>
                <c:pt idx="21890">
                  <c:v>3.0246386801225014</c:v>
                </c:pt>
                <c:pt idx="21891">
                  <c:v>3.0229753120121479</c:v>
                </c:pt>
                <c:pt idx="21892">
                  <c:v>3.0244589372392792</c:v>
                </c:pt>
                <c:pt idx="21893">
                  <c:v>3.0277109440980015</c:v>
                </c:pt>
                <c:pt idx="21894">
                  <c:v>3.0289922199568342</c:v>
                </c:pt>
                <c:pt idx="21895">
                  <c:v>3.0261015329756105</c:v>
                </c:pt>
                <c:pt idx="21896">
                  <c:v>3.0235961372768143</c:v>
                </c:pt>
                <c:pt idx="21897">
                  <c:v>3.0232652295198039</c:v>
                </c:pt>
                <c:pt idx="21898">
                  <c:v>3.023267404860821</c:v>
                </c:pt>
                <c:pt idx="21899">
                  <c:v>3.0242405074089556</c:v>
                </c:pt>
                <c:pt idx="21900">
                  <c:v>3.0238754766556051</c:v>
                </c:pt>
                <c:pt idx="21901">
                  <c:v>3.022440007507059</c:v>
                </c:pt>
                <c:pt idx="21902">
                  <c:v>3.023033704989635</c:v>
                </c:pt>
                <c:pt idx="21903">
                  <c:v>3.0229387577523181</c:v>
                </c:pt>
                <c:pt idx="21904">
                  <c:v>3.0210020217875333</c:v>
                </c:pt>
                <c:pt idx="21905">
                  <c:v>3.0199473226243998</c:v>
                </c:pt>
                <c:pt idx="21906">
                  <c:v>3.0214011328834784</c:v>
                </c:pt>
                <c:pt idx="21907">
                  <c:v>3.0225126041817734</c:v>
                </c:pt>
                <c:pt idx="21908">
                  <c:v>3.0235301519326412</c:v>
                </c:pt>
                <c:pt idx="21909">
                  <c:v>3.0242421282512817</c:v>
                </c:pt>
                <c:pt idx="21910">
                  <c:v>3.0241046552297757</c:v>
                </c:pt>
                <c:pt idx="21911">
                  <c:v>3.0239995137473024</c:v>
                </c:pt>
                <c:pt idx="21912">
                  <c:v>3.0227240387978469</c:v>
                </c:pt>
                <c:pt idx="21913">
                  <c:v>3.0211644045963677</c:v>
                </c:pt>
                <c:pt idx="21914">
                  <c:v>3.0218378645828889</c:v>
                </c:pt>
                <c:pt idx="21915">
                  <c:v>3.0249606305929722</c:v>
                </c:pt>
                <c:pt idx="21916">
                  <c:v>3.0260228794690462</c:v>
                </c:pt>
                <c:pt idx="21917">
                  <c:v>3.0268992859763015</c:v>
                </c:pt>
                <c:pt idx="21918">
                  <c:v>3.0276922617575051</c:v>
                </c:pt>
                <c:pt idx="21919">
                  <c:v>3.0256262422903357</c:v>
                </c:pt>
                <c:pt idx="21920">
                  <c:v>3.0256685974595428</c:v>
                </c:pt>
                <c:pt idx="21921">
                  <c:v>3.0251402028612131</c:v>
                </c:pt>
                <c:pt idx="21922">
                  <c:v>3.025509797565324</c:v>
                </c:pt>
                <c:pt idx="21923">
                  <c:v>3.0260814430615151</c:v>
                </c:pt>
                <c:pt idx="21924">
                  <c:v>3.0266535577489058</c:v>
                </c:pt>
                <c:pt idx="21925">
                  <c:v>3.0268922481083065</c:v>
                </c:pt>
                <c:pt idx="21926">
                  <c:v>3.0265916671642938</c:v>
                </c:pt>
                <c:pt idx="21927">
                  <c:v>3.0261813381333016</c:v>
                </c:pt>
                <c:pt idx="21928">
                  <c:v>3.0258188239509312</c:v>
                </c:pt>
                <c:pt idx="21929">
                  <c:v>3.0243099903602535</c:v>
                </c:pt>
                <c:pt idx="21930">
                  <c:v>3.0229919043191185</c:v>
                </c:pt>
                <c:pt idx="21931">
                  <c:v>3.0229548382143436</c:v>
                </c:pt>
                <c:pt idx="21932">
                  <c:v>3.0244476339967412</c:v>
                </c:pt>
                <c:pt idx="21933">
                  <c:v>3.022531457137251</c:v>
                </c:pt>
                <c:pt idx="21934">
                  <c:v>3.0201582880492737</c:v>
                </c:pt>
                <c:pt idx="21935">
                  <c:v>3.019446695614342</c:v>
                </c:pt>
                <c:pt idx="21936">
                  <c:v>3.0181561638927512</c:v>
                </c:pt>
                <c:pt idx="21937">
                  <c:v>3.0179972360372966</c:v>
                </c:pt>
                <c:pt idx="21938">
                  <c:v>3.0196162442524077</c:v>
                </c:pt>
                <c:pt idx="21939">
                  <c:v>3.0193973025771395</c:v>
                </c:pt>
                <c:pt idx="21940">
                  <c:v>3.0207252842872134</c:v>
                </c:pt>
                <c:pt idx="21941">
                  <c:v>3.0208056012898492</c:v>
                </c:pt>
                <c:pt idx="21942">
                  <c:v>3.0206169011200874</c:v>
                </c:pt>
                <c:pt idx="21943">
                  <c:v>3.0236066300981888</c:v>
                </c:pt>
                <c:pt idx="21944">
                  <c:v>3.0258673212594798</c:v>
                </c:pt>
                <c:pt idx="21945">
                  <c:v>3.0291619818636275</c:v>
                </c:pt>
                <c:pt idx="21946">
                  <c:v>3.0288157187582643</c:v>
                </c:pt>
                <c:pt idx="21947">
                  <c:v>3.0243487199610999</c:v>
                </c:pt>
                <c:pt idx="21948">
                  <c:v>3.0237075062061201</c:v>
                </c:pt>
                <c:pt idx="21949">
                  <c:v>3.0247002721308958</c:v>
                </c:pt>
                <c:pt idx="21950">
                  <c:v>3.0247948354845038</c:v>
                </c:pt>
                <c:pt idx="21951">
                  <c:v>3.0222386391749061</c:v>
                </c:pt>
                <c:pt idx="21952">
                  <c:v>3.0196936181466096</c:v>
                </c:pt>
                <c:pt idx="21953">
                  <c:v>3.0187333117221025</c:v>
                </c:pt>
                <c:pt idx="21954">
                  <c:v>3.0202976804893238</c:v>
                </c:pt>
                <c:pt idx="21955">
                  <c:v>3.0211702055057454</c:v>
                </c:pt>
                <c:pt idx="21956">
                  <c:v>3.0220199534221099</c:v>
                </c:pt>
                <c:pt idx="21957">
                  <c:v>3.0221790945462921</c:v>
                </c:pt>
                <c:pt idx="21958">
                  <c:v>3.0229496344574018</c:v>
                </c:pt>
                <c:pt idx="21959">
                  <c:v>3.023013060576849</c:v>
                </c:pt>
                <c:pt idx="21960">
                  <c:v>3.0247195089700827</c:v>
                </c:pt>
                <c:pt idx="21961">
                  <c:v>3.0254163858628424</c:v>
                </c:pt>
                <c:pt idx="21962">
                  <c:v>3.0243615160847273</c:v>
                </c:pt>
                <c:pt idx="21963">
                  <c:v>3.0244276720438821</c:v>
                </c:pt>
                <c:pt idx="21964">
                  <c:v>3.0231128703411447</c:v>
                </c:pt>
                <c:pt idx="21965">
                  <c:v>3.0208120420054083</c:v>
                </c:pt>
                <c:pt idx="21966">
                  <c:v>3.0198721667249599</c:v>
                </c:pt>
                <c:pt idx="21967">
                  <c:v>3.0203515521697959</c:v>
                </c:pt>
                <c:pt idx="21968">
                  <c:v>3.0202387756668911</c:v>
                </c:pt>
                <c:pt idx="21969">
                  <c:v>3.0217122919563568</c:v>
                </c:pt>
                <c:pt idx="21970">
                  <c:v>3.0244860223676242</c:v>
                </c:pt>
                <c:pt idx="21971">
                  <c:v>3.0260123439939259</c:v>
                </c:pt>
                <c:pt idx="21972">
                  <c:v>3.0247504329355159</c:v>
                </c:pt>
                <c:pt idx="21973">
                  <c:v>3.0252203492488676</c:v>
                </c:pt>
                <c:pt idx="21974">
                  <c:v>3.0268658880936337</c:v>
                </c:pt>
                <c:pt idx="21975">
                  <c:v>3.0264794451600796</c:v>
                </c:pt>
                <c:pt idx="21976">
                  <c:v>3.0254871484265031</c:v>
                </c:pt>
                <c:pt idx="21977">
                  <c:v>3.0265787004256843</c:v>
                </c:pt>
                <c:pt idx="21978">
                  <c:v>3.0305448589440638</c:v>
                </c:pt>
                <c:pt idx="21979">
                  <c:v>3.032253781254532</c:v>
                </c:pt>
                <c:pt idx="21980">
                  <c:v>3.0305689583102291</c:v>
                </c:pt>
                <c:pt idx="21981">
                  <c:v>3.0289522960511164</c:v>
                </c:pt>
                <c:pt idx="21982">
                  <c:v>3.0293281182020593</c:v>
                </c:pt>
                <c:pt idx="21983">
                  <c:v>3.0296553577369627</c:v>
                </c:pt>
                <c:pt idx="21984">
                  <c:v>3.02838312447216</c:v>
                </c:pt>
                <c:pt idx="21985">
                  <c:v>3.0259617566518515</c:v>
                </c:pt>
                <c:pt idx="21986">
                  <c:v>3.0241180911595849</c:v>
                </c:pt>
                <c:pt idx="21987">
                  <c:v>3.026331308702217</c:v>
                </c:pt>
                <c:pt idx="21988">
                  <c:v>3.0283124898697356</c:v>
                </c:pt>
                <c:pt idx="21989">
                  <c:v>3.0271772604352387</c:v>
                </c:pt>
                <c:pt idx="21990">
                  <c:v>3.0242586779045069</c:v>
                </c:pt>
                <c:pt idx="21991">
                  <c:v>3.022294302312686</c:v>
                </c:pt>
                <c:pt idx="21992">
                  <c:v>3.0232561869257739</c:v>
                </c:pt>
                <c:pt idx="21993">
                  <c:v>3.0249450619758922</c:v>
                </c:pt>
                <c:pt idx="21994">
                  <c:v>3.024868669117835</c:v>
                </c:pt>
                <c:pt idx="21995">
                  <c:v>3.0246301493734165</c:v>
                </c:pt>
                <c:pt idx="21996">
                  <c:v>3.0261499449766682</c:v>
                </c:pt>
                <c:pt idx="21997">
                  <c:v>3.0281310408366959</c:v>
                </c:pt>
                <c:pt idx="21998">
                  <c:v>3.0272186772220468</c:v>
                </c:pt>
                <c:pt idx="21999">
                  <c:v>3.0274562585840661</c:v>
                </c:pt>
                <c:pt idx="22000">
                  <c:v>3.0280255154705134</c:v>
                </c:pt>
                <c:pt idx="22001">
                  <c:v>3.0264931370123609</c:v>
                </c:pt>
                <c:pt idx="22002">
                  <c:v>3.0263421854073007</c:v>
                </c:pt>
                <c:pt idx="22003">
                  <c:v>3.0267669740579919</c:v>
                </c:pt>
                <c:pt idx="22004">
                  <c:v>3.0276800201325678</c:v>
                </c:pt>
                <c:pt idx="22005">
                  <c:v>3.0272250752838605</c:v>
                </c:pt>
                <c:pt idx="22006">
                  <c:v>3.0257144075821296</c:v>
                </c:pt>
                <c:pt idx="22007">
                  <c:v>3.0234290199022378</c:v>
                </c:pt>
                <c:pt idx="22008">
                  <c:v>3.0199277445552495</c:v>
                </c:pt>
                <c:pt idx="22009">
                  <c:v>3.0176651766291598</c:v>
                </c:pt>
                <c:pt idx="22010">
                  <c:v>3.0168219547358452</c:v>
                </c:pt>
                <c:pt idx="22011">
                  <c:v>3.0167557134691996</c:v>
                </c:pt>
                <c:pt idx="22012">
                  <c:v>3.0164381563345075</c:v>
                </c:pt>
                <c:pt idx="22013">
                  <c:v>3.0183013572421795</c:v>
                </c:pt>
                <c:pt idx="22014">
                  <c:v>3.0206836115779327</c:v>
                </c:pt>
                <c:pt idx="22015">
                  <c:v>3.0238855429395257</c:v>
                </c:pt>
                <c:pt idx="22016">
                  <c:v>3.0255546693055115</c:v>
                </c:pt>
                <c:pt idx="22017">
                  <c:v>3.0244370985216213</c:v>
                </c:pt>
                <c:pt idx="22018">
                  <c:v>3.0224804859114678</c:v>
                </c:pt>
                <c:pt idx="22019">
                  <c:v>3.0199969715840749</c:v>
                </c:pt>
                <c:pt idx="22020">
                  <c:v>3.0170394888375149</c:v>
                </c:pt>
                <c:pt idx="22021">
                  <c:v>3.0158053027136313</c:v>
                </c:pt>
                <c:pt idx="22022">
                  <c:v>3.0163290907074551</c:v>
                </c:pt>
                <c:pt idx="22023">
                  <c:v>3.0165470940003241</c:v>
                </c:pt>
                <c:pt idx="22024">
                  <c:v>3.0166170461428217</c:v>
                </c:pt>
                <c:pt idx="22025">
                  <c:v>3.0193548194466957</c:v>
                </c:pt>
                <c:pt idx="22026">
                  <c:v>3.0228427441713657</c:v>
                </c:pt>
                <c:pt idx="22027">
                  <c:v>3.0236660041118211</c:v>
                </c:pt>
                <c:pt idx="22028">
                  <c:v>3.0219769157929757</c:v>
                </c:pt>
                <c:pt idx="22029">
                  <c:v>3.0234242426827498</c:v>
                </c:pt>
                <c:pt idx="22030">
                  <c:v>3.028073117050408</c:v>
                </c:pt>
                <c:pt idx="22031">
                  <c:v>3.0308671932982434</c:v>
                </c:pt>
                <c:pt idx="22032">
                  <c:v>3.0322162033048121</c:v>
                </c:pt>
                <c:pt idx="22033">
                  <c:v>3.0334234749153324</c:v>
                </c:pt>
                <c:pt idx="22034">
                  <c:v>3.0320783890533427</c:v>
                </c:pt>
                <c:pt idx="22035">
                  <c:v>3.0271311090826885</c:v>
                </c:pt>
                <c:pt idx="22036">
                  <c:v>3.0257249857109954</c:v>
                </c:pt>
                <c:pt idx="22037">
                  <c:v>3.027252458988424</c:v>
                </c:pt>
                <c:pt idx="22038">
                  <c:v>3.0281892631992013</c:v>
                </c:pt>
                <c:pt idx="22039">
                  <c:v>3.0287373211741722</c:v>
                </c:pt>
                <c:pt idx="22040">
                  <c:v>3.028229528334883</c:v>
                </c:pt>
                <c:pt idx="22041">
                  <c:v>3.0280604062342715</c:v>
                </c:pt>
                <c:pt idx="22042">
                  <c:v>3.0279323170367589</c:v>
                </c:pt>
                <c:pt idx="22043">
                  <c:v>3.0296328792131235</c:v>
                </c:pt>
                <c:pt idx="22044">
                  <c:v>3.0327329960843863</c:v>
                </c:pt>
                <c:pt idx="22045">
                  <c:v>3.0325817032493623</c:v>
                </c:pt>
                <c:pt idx="22046">
                  <c:v>3.0302718749733413</c:v>
                </c:pt>
                <c:pt idx="22047">
                  <c:v>3.029700911937077</c:v>
                </c:pt>
                <c:pt idx="22048">
                  <c:v>3.0291082381443917</c:v>
                </c:pt>
                <c:pt idx="22049">
                  <c:v>3.0286680941453468</c:v>
                </c:pt>
                <c:pt idx="22050">
                  <c:v>3.0262956501710416</c:v>
                </c:pt>
                <c:pt idx="22051">
                  <c:v>3.0273777756924836</c:v>
                </c:pt>
                <c:pt idx="22052">
                  <c:v>3.030210155003711</c:v>
                </c:pt>
                <c:pt idx="22053">
                  <c:v>3.0286555539441919</c:v>
                </c:pt>
                <c:pt idx="22054">
                  <c:v>3.0266471170333467</c:v>
                </c:pt>
                <c:pt idx="22055">
                  <c:v>3.0270395741450056</c:v>
                </c:pt>
                <c:pt idx="22056">
                  <c:v>3.0282093957670422</c:v>
                </c:pt>
                <c:pt idx="22057">
                  <c:v>3.0310487702925193</c:v>
                </c:pt>
                <c:pt idx="22058">
                  <c:v>3.0306181380787045</c:v>
                </c:pt>
                <c:pt idx="22059">
                  <c:v>3.0287483258404921</c:v>
                </c:pt>
                <c:pt idx="22060">
                  <c:v>3.0272754920109537</c:v>
                </c:pt>
                <c:pt idx="22061">
                  <c:v>3.0270700289192396</c:v>
                </c:pt>
                <c:pt idx="22062">
                  <c:v>3.0272358666814534</c:v>
                </c:pt>
                <c:pt idx="22063">
                  <c:v>3.0285295547802051</c:v>
                </c:pt>
                <c:pt idx="22064">
                  <c:v>3.0300707199099155</c:v>
                </c:pt>
                <c:pt idx="22065">
                  <c:v>3.0312274041783609</c:v>
                </c:pt>
                <c:pt idx="22066">
                  <c:v>3.0342400808715015</c:v>
                </c:pt>
                <c:pt idx="22067">
                  <c:v>3.0334730385675166</c:v>
                </c:pt>
                <c:pt idx="22068">
                  <c:v>3.0321460378935874</c:v>
                </c:pt>
                <c:pt idx="22069">
                  <c:v>3.0316795765336155</c:v>
                </c:pt>
                <c:pt idx="22070">
                  <c:v>3.0300131800073364</c:v>
                </c:pt>
                <c:pt idx="22071">
                  <c:v>3.0272003361115138</c:v>
                </c:pt>
                <c:pt idx="22072">
                  <c:v>3.0248010202775908</c:v>
                </c:pt>
                <c:pt idx="22073">
                  <c:v>3.02383934893323</c:v>
                </c:pt>
                <c:pt idx="22074">
                  <c:v>3.0257049811043908</c:v>
                </c:pt>
                <c:pt idx="22075">
                  <c:v>3.0270376973802069</c:v>
                </c:pt>
                <c:pt idx="22076">
                  <c:v>3.0282047465087909</c:v>
                </c:pt>
                <c:pt idx="22077">
                  <c:v>3.0268239594618804</c:v>
                </c:pt>
                <c:pt idx="22078">
                  <c:v>3.0243623265058903</c:v>
                </c:pt>
                <c:pt idx="22079">
                  <c:v>3.0260169505984322</c:v>
                </c:pt>
                <c:pt idx="22080">
                  <c:v>3.0268139358317052</c:v>
                </c:pt>
                <c:pt idx="22081">
                  <c:v>3.0274142446448224</c:v>
                </c:pt>
                <c:pt idx="22082">
                  <c:v>3.0303091543468432</c:v>
                </c:pt>
                <c:pt idx="22083">
                  <c:v>3.0322199994881549</c:v>
                </c:pt>
                <c:pt idx="22084">
                  <c:v>3.0310181022495586</c:v>
                </c:pt>
                <c:pt idx="22085">
                  <c:v>3.0290235704597221</c:v>
                </c:pt>
                <c:pt idx="22086">
                  <c:v>3.0280195012924085</c:v>
                </c:pt>
                <c:pt idx="22087">
                  <c:v>3.0277454509780504</c:v>
                </c:pt>
                <c:pt idx="22088">
                  <c:v>3.0276418876841578</c:v>
                </c:pt>
                <c:pt idx="22089">
                  <c:v>3.0267531542444743</c:v>
                </c:pt>
                <c:pt idx="22090">
                  <c:v>3.0253538554720492</c:v>
                </c:pt>
                <c:pt idx="22091">
                  <c:v>3.0266717282444571</c:v>
                </c:pt>
                <c:pt idx="22092">
                  <c:v>3.0263926447881389</c:v>
                </c:pt>
                <c:pt idx="22093">
                  <c:v>3.024936445919316</c:v>
                </c:pt>
                <c:pt idx="22094">
                  <c:v>3.0252904293526015</c:v>
                </c:pt>
                <c:pt idx="22095">
                  <c:v>3.0267449647253524</c:v>
                </c:pt>
                <c:pt idx="22096">
                  <c:v>3.0246393625824282</c:v>
                </c:pt>
                <c:pt idx="22097">
                  <c:v>3.0249469813944363</c:v>
                </c:pt>
                <c:pt idx="22098">
                  <c:v>3.0264387534869437</c:v>
                </c:pt>
                <c:pt idx="22099">
                  <c:v>3.0274516519795602</c:v>
                </c:pt>
                <c:pt idx="22100">
                  <c:v>3.0275086373834488</c:v>
                </c:pt>
                <c:pt idx="22101">
                  <c:v>3.0294274161214094</c:v>
                </c:pt>
                <c:pt idx="22102">
                  <c:v>3.0315714919427075</c:v>
                </c:pt>
                <c:pt idx="22103">
                  <c:v>3.0305624749409246</c:v>
                </c:pt>
                <c:pt idx="22104">
                  <c:v>3.03004363478157</c:v>
                </c:pt>
                <c:pt idx="22105">
                  <c:v>3.0298464891702142</c:v>
                </c:pt>
                <c:pt idx="22106">
                  <c:v>3.0280309324961823</c:v>
                </c:pt>
                <c:pt idx="22107">
                  <c:v>3.0280417238937751</c:v>
                </c:pt>
                <c:pt idx="22108">
                  <c:v>3.0297644660177609</c:v>
                </c:pt>
                <c:pt idx="22109">
                  <c:v>3.0320676403094957</c:v>
                </c:pt>
                <c:pt idx="22110">
                  <c:v>3.0346480212927496</c:v>
                </c:pt>
                <c:pt idx="22111">
                  <c:v>3.0354078977675027</c:v>
                </c:pt>
                <c:pt idx="22112">
                  <c:v>3.0347320491712377</c:v>
                </c:pt>
                <c:pt idx="22113">
                  <c:v>3.0352769934227926</c:v>
                </c:pt>
                <c:pt idx="22114">
                  <c:v>3.0359958796481918</c:v>
                </c:pt>
                <c:pt idx="22115">
                  <c:v>3.036835646588127</c:v>
                </c:pt>
                <c:pt idx="22116">
                  <c:v>3.0355760814857153</c:v>
                </c:pt>
                <c:pt idx="22117">
                  <c:v>3.0327632375898927</c:v>
                </c:pt>
                <c:pt idx="22118">
                  <c:v>3.0312924084863893</c:v>
                </c:pt>
                <c:pt idx="22119">
                  <c:v>3.0307936582411301</c:v>
                </c:pt>
                <c:pt idx="22120">
                  <c:v>3.0289370260102539</c:v>
                </c:pt>
                <c:pt idx="22121">
                  <c:v>3.0314789759688798</c:v>
                </c:pt>
                <c:pt idx="22122">
                  <c:v>3.0308946196565518</c:v>
                </c:pt>
                <c:pt idx="22123">
                  <c:v>3.0279106062803374</c:v>
                </c:pt>
                <c:pt idx="22124">
                  <c:v>3.0295948320722044</c:v>
                </c:pt>
                <c:pt idx="22125">
                  <c:v>3.0313916210982486</c:v>
                </c:pt>
                <c:pt idx="22126">
                  <c:v>3.0289640258311081</c:v>
                </c:pt>
                <c:pt idx="22127">
                  <c:v>3.0245449698438018</c:v>
                </c:pt>
                <c:pt idx="22128">
                  <c:v>3.024358572976293</c:v>
                </c:pt>
                <c:pt idx="22129">
                  <c:v>3.0256464175119215</c:v>
                </c:pt>
                <c:pt idx="22130">
                  <c:v>3.0243373740648165</c:v>
                </c:pt>
                <c:pt idx="22131">
                  <c:v>3.0236021941086646</c:v>
                </c:pt>
                <c:pt idx="22132">
                  <c:v>3.0232772152222687</c:v>
                </c:pt>
                <c:pt idx="22133">
                  <c:v>3.0223673255248542</c:v>
                </c:pt>
                <c:pt idx="22134">
                  <c:v>3.0229112034327734</c:v>
                </c:pt>
                <c:pt idx="22135">
                  <c:v>3.0232956842940379</c:v>
                </c:pt>
                <c:pt idx="22136">
                  <c:v>3.0233768543715822</c:v>
                </c:pt>
                <c:pt idx="22137">
                  <c:v>3.0244955768065993</c:v>
                </c:pt>
                <c:pt idx="22138">
                  <c:v>3.0278399290241675</c:v>
                </c:pt>
                <c:pt idx="22139">
                  <c:v>3.0303911774992964</c:v>
                </c:pt>
                <c:pt idx="22140">
                  <c:v>3.0322067768270733</c:v>
                </c:pt>
                <c:pt idx="22141">
                  <c:v>3.0309428183888829</c:v>
                </c:pt>
                <c:pt idx="22142">
                  <c:v>3.029188512493282</c:v>
                </c:pt>
                <c:pt idx="22143">
                  <c:v>3.0294769371198487</c:v>
                </c:pt>
                <c:pt idx="22144">
                  <c:v>3.031001509942588</c:v>
                </c:pt>
                <c:pt idx="22145">
                  <c:v>3.0322610750449996</c:v>
                </c:pt>
                <c:pt idx="22146">
                  <c:v>3.0298771998669203</c:v>
                </c:pt>
                <c:pt idx="22147">
                  <c:v>3.0277214369193759</c:v>
                </c:pt>
                <c:pt idx="22148">
                  <c:v>3.024376018358172</c:v>
                </c:pt>
                <c:pt idx="22149">
                  <c:v>3.023394470368443</c:v>
                </c:pt>
                <c:pt idx="22150">
                  <c:v>3.0229034404511061</c:v>
                </c:pt>
                <c:pt idx="22151">
                  <c:v>3.0226914513363417</c:v>
                </c:pt>
                <c:pt idx="22152">
                  <c:v>3.0258101225868645</c:v>
                </c:pt>
                <c:pt idx="22153">
                  <c:v>3.0300156112708256</c:v>
                </c:pt>
                <c:pt idx="22154">
                  <c:v>3.0290202008138336</c:v>
                </c:pt>
                <c:pt idx="22155">
                  <c:v>3.0296727604650964</c:v>
                </c:pt>
                <c:pt idx="22156">
                  <c:v>3.0313833462716362</c:v>
                </c:pt>
                <c:pt idx="22157">
                  <c:v>3.0306703462631055</c:v>
                </c:pt>
                <c:pt idx="22158">
                  <c:v>3.0318878547725276</c:v>
                </c:pt>
                <c:pt idx="22159">
                  <c:v>3.0321913788249746</c:v>
                </c:pt>
                <c:pt idx="22160">
                  <c:v>3.0335039625329498</c:v>
                </c:pt>
                <c:pt idx="22161">
                  <c:v>3.0348608634824226</c:v>
                </c:pt>
                <c:pt idx="22162">
                  <c:v>3.0376818542436212</c:v>
                </c:pt>
                <c:pt idx="22163">
                  <c:v>3.0373149467254721</c:v>
                </c:pt>
                <c:pt idx="22164">
                  <c:v>3.0356653131211453</c:v>
                </c:pt>
                <c:pt idx="22165">
                  <c:v>3.0354745655716027</c:v>
                </c:pt>
                <c:pt idx="22166">
                  <c:v>3.0341828395451405</c:v>
                </c:pt>
                <c:pt idx="22167">
                  <c:v>3.0320144084352045</c:v>
                </c:pt>
                <c:pt idx="22168">
                  <c:v>3.0313545123397287</c:v>
                </c:pt>
                <c:pt idx="22169">
                  <c:v>3.0317560120454177</c:v>
                </c:pt>
                <c:pt idx="22170">
                  <c:v>3.03190965083644</c:v>
                </c:pt>
                <c:pt idx="22171">
                  <c:v>3.0323240319732476</c:v>
                </c:pt>
                <c:pt idx="22172">
                  <c:v>3.0328461991247453</c:v>
                </c:pt>
                <c:pt idx="22173">
                  <c:v>3.0345919316175154</c:v>
                </c:pt>
                <c:pt idx="22174">
                  <c:v>3.034818295044488</c:v>
                </c:pt>
                <c:pt idx="22175">
                  <c:v>3.0331684908251795</c:v>
                </c:pt>
                <c:pt idx="22176">
                  <c:v>3.0309496003344054</c:v>
                </c:pt>
                <c:pt idx="22177">
                  <c:v>3.0288930926524658</c:v>
                </c:pt>
                <c:pt idx="22178">
                  <c:v>3.030608540985984</c:v>
                </c:pt>
                <c:pt idx="22179">
                  <c:v>3.0325214335070765</c:v>
                </c:pt>
                <c:pt idx="22180">
                  <c:v>3.0352933298072902</c:v>
                </c:pt>
                <c:pt idx="22181">
                  <c:v>3.037498229869565</c:v>
                </c:pt>
                <c:pt idx="22182">
                  <c:v>3.03706909053684</c:v>
                </c:pt>
                <c:pt idx="22183">
                  <c:v>3.0357815445774294</c:v>
                </c:pt>
                <c:pt idx="22184">
                  <c:v>3.0351524871398956</c:v>
                </c:pt>
                <c:pt idx="22185">
                  <c:v>3.0345781118039974</c:v>
                </c:pt>
                <c:pt idx="22186">
                  <c:v>3.0347440775274475</c:v>
                </c:pt>
                <c:pt idx="22187">
                  <c:v>3.0357577437874821</c:v>
                </c:pt>
                <c:pt idx="22188">
                  <c:v>3.0351984252237187</c:v>
                </c:pt>
                <c:pt idx="22189">
                  <c:v>3.0314103460924904</c:v>
                </c:pt>
                <c:pt idx="22190">
                  <c:v>3.0294684063707633</c:v>
                </c:pt>
                <c:pt idx="22191">
                  <c:v>3.0295218088600362</c:v>
                </c:pt>
                <c:pt idx="22192">
                  <c:v>3.0300629142745024</c:v>
                </c:pt>
                <c:pt idx="22193">
                  <c:v>3.0288469839536609</c:v>
                </c:pt>
                <c:pt idx="22194">
                  <c:v>3.0280481219555888</c:v>
                </c:pt>
                <c:pt idx="22195">
                  <c:v>3.0293030804534946</c:v>
                </c:pt>
                <c:pt idx="22196">
                  <c:v>3.0314718101396485</c:v>
                </c:pt>
                <c:pt idx="22197">
                  <c:v>3.0336425018980915</c:v>
                </c:pt>
                <c:pt idx="22198">
                  <c:v>3.034242938672445</c:v>
                </c:pt>
                <c:pt idx="22199">
                  <c:v>3.0365983211485799</c:v>
                </c:pt>
                <c:pt idx="22200">
                  <c:v>3.0376521245830594</c:v>
                </c:pt>
                <c:pt idx="22201">
                  <c:v>3.0352823677947161</c:v>
                </c:pt>
                <c:pt idx="22202">
                  <c:v>3.0313674790783378</c:v>
                </c:pt>
                <c:pt idx="22203">
                  <c:v>3.0285928102846711</c:v>
                </c:pt>
                <c:pt idx="22204">
                  <c:v>3.0287683304470967</c:v>
                </c:pt>
                <c:pt idx="22205">
                  <c:v>3.0310815283690062</c:v>
                </c:pt>
                <c:pt idx="22206">
                  <c:v>3.0309478088770976</c:v>
                </c:pt>
                <c:pt idx="22207">
                  <c:v>3.0298654274331831</c:v>
                </c:pt>
                <c:pt idx="22208">
                  <c:v>3.0301854584851098</c:v>
                </c:pt>
                <c:pt idx="22209">
                  <c:v>3.0330591692756541</c:v>
                </c:pt>
                <c:pt idx="22210">
                  <c:v>3.0351890413997253</c:v>
                </c:pt>
                <c:pt idx="22211">
                  <c:v>3.0329597860488131</c:v>
                </c:pt>
                <c:pt idx="22212">
                  <c:v>3.0316364535969904</c:v>
                </c:pt>
                <c:pt idx="22213">
                  <c:v>3.0324528889381779</c:v>
                </c:pt>
                <c:pt idx="22214">
                  <c:v>3.0322107436253978</c:v>
                </c:pt>
                <c:pt idx="22215">
                  <c:v>3.0321292323178897</c:v>
                </c:pt>
                <c:pt idx="22216">
                  <c:v>3.0319372051559847</c:v>
                </c:pt>
                <c:pt idx="22217">
                  <c:v>3.0297439495662113</c:v>
                </c:pt>
                <c:pt idx="22218">
                  <c:v>3.0272182506845926</c:v>
                </c:pt>
                <c:pt idx="22219">
                  <c:v>3.0279713452138233</c:v>
                </c:pt>
                <c:pt idx="22220">
                  <c:v>3.0310813577540245</c:v>
                </c:pt>
                <c:pt idx="22221">
                  <c:v>3.0316236148196172</c:v>
                </c:pt>
                <c:pt idx="22222">
                  <c:v>3.0317744384634415</c:v>
                </c:pt>
                <c:pt idx="22223">
                  <c:v>3.032887018759117</c:v>
                </c:pt>
                <c:pt idx="22224">
                  <c:v>3.0336274451259566</c:v>
                </c:pt>
                <c:pt idx="22225">
                  <c:v>3.0359150081468655</c:v>
                </c:pt>
                <c:pt idx="22226">
                  <c:v>3.0357565068288648</c:v>
                </c:pt>
                <c:pt idx="22227">
                  <c:v>3.0342699811470446</c:v>
                </c:pt>
                <c:pt idx="22228">
                  <c:v>3.0322716958276108</c:v>
                </c:pt>
                <c:pt idx="22229">
                  <c:v>3.0336401132883477</c:v>
                </c:pt>
                <c:pt idx="22230">
                  <c:v>3.0377640053573103</c:v>
                </c:pt>
                <c:pt idx="22231">
                  <c:v>3.0424009793299951</c:v>
                </c:pt>
                <c:pt idx="22232">
                  <c:v>3.0454932052583539</c:v>
                </c:pt>
                <c:pt idx="22233">
                  <c:v>3.0437264871228344</c:v>
                </c:pt>
                <c:pt idx="22234">
                  <c:v>3.0393712411386842</c:v>
                </c:pt>
                <c:pt idx="22235">
                  <c:v>3.0374846233247741</c:v>
                </c:pt>
                <c:pt idx="22236">
                  <c:v>3.037253184102096</c:v>
                </c:pt>
                <c:pt idx="22237">
                  <c:v>3.03712475367462</c:v>
                </c:pt>
                <c:pt idx="22238">
                  <c:v>3.0392997961150967</c:v>
                </c:pt>
                <c:pt idx="22239">
                  <c:v>3.040460745758085</c:v>
                </c:pt>
                <c:pt idx="22240">
                  <c:v>3.0391990053146567</c:v>
                </c:pt>
                <c:pt idx="22241">
                  <c:v>3.0371636112367026</c:v>
                </c:pt>
                <c:pt idx="22242">
                  <c:v>3.0376287076768209</c:v>
                </c:pt>
                <c:pt idx="22243">
                  <c:v>3.0398492616636665</c:v>
                </c:pt>
                <c:pt idx="22244">
                  <c:v>3.0400087866715575</c:v>
                </c:pt>
                <c:pt idx="22245">
                  <c:v>3.0373743633928494</c:v>
                </c:pt>
                <c:pt idx="22246">
                  <c:v>3.0338978272182082</c:v>
                </c:pt>
                <c:pt idx="22247">
                  <c:v>3.0323244585107019</c:v>
                </c:pt>
                <c:pt idx="22248">
                  <c:v>3.0333587265297766</c:v>
                </c:pt>
                <c:pt idx="22249">
                  <c:v>3.0338015150610373</c:v>
                </c:pt>
                <c:pt idx="22250">
                  <c:v>3.0344788565383927</c:v>
                </c:pt>
                <c:pt idx="22251">
                  <c:v>3.0365442361993806</c:v>
                </c:pt>
                <c:pt idx="22252">
                  <c:v>3.0392498059254582</c:v>
                </c:pt>
                <c:pt idx="22253">
                  <c:v>3.0392794076247833</c:v>
                </c:pt>
                <c:pt idx="22254">
                  <c:v>3.0390662242051474</c:v>
                </c:pt>
                <c:pt idx="22255">
                  <c:v>3.0411627837540416</c:v>
                </c:pt>
                <c:pt idx="22256">
                  <c:v>3.0436194262218166</c:v>
                </c:pt>
                <c:pt idx="22257">
                  <c:v>3.0443065780606196</c:v>
                </c:pt>
                <c:pt idx="22258">
                  <c:v>3.0433426034140059</c:v>
                </c:pt>
                <c:pt idx="22259">
                  <c:v>3.0399453605521103</c:v>
                </c:pt>
                <c:pt idx="22260">
                  <c:v>3.0395047473618657</c:v>
                </c:pt>
                <c:pt idx="22261">
                  <c:v>3.0399195550361275</c:v>
                </c:pt>
                <c:pt idx="22262">
                  <c:v>3.0393224452539176</c:v>
                </c:pt>
                <c:pt idx="22263">
                  <c:v>3.0386248005937402</c:v>
                </c:pt>
                <c:pt idx="22264">
                  <c:v>3.0375668597459544</c:v>
                </c:pt>
                <c:pt idx="22265">
                  <c:v>3.0390091534937684</c:v>
                </c:pt>
                <c:pt idx="22266">
                  <c:v>3.039708418996272</c:v>
                </c:pt>
                <c:pt idx="22267">
                  <c:v>3.0367688508227908</c:v>
                </c:pt>
                <c:pt idx="22268">
                  <c:v>3.0357096303626423</c:v>
                </c:pt>
                <c:pt idx="22269">
                  <c:v>3.0362827260861778</c:v>
                </c:pt>
                <c:pt idx="22270">
                  <c:v>3.03782713290054</c:v>
                </c:pt>
                <c:pt idx="22271">
                  <c:v>3.0387504585277632</c:v>
                </c:pt>
                <c:pt idx="22272">
                  <c:v>3.0391962754749495</c:v>
                </c:pt>
                <c:pt idx="22273">
                  <c:v>3.0392338107709236</c:v>
                </c:pt>
                <c:pt idx="22274">
                  <c:v>3.0402880833966028</c:v>
                </c:pt>
                <c:pt idx="22275">
                  <c:v>3.0410979927147404</c:v>
                </c:pt>
                <c:pt idx="22276">
                  <c:v>3.0410349078252561</c:v>
                </c:pt>
                <c:pt idx="22277">
                  <c:v>3.043059382544381</c:v>
                </c:pt>
                <c:pt idx="22278">
                  <c:v>3.0431655903704904</c:v>
                </c:pt>
                <c:pt idx="22279">
                  <c:v>3.042333287836005</c:v>
                </c:pt>
                <c:pt idx="22280">
                  <c:v>3.0422933639302867</c:v>
                </c:pt>
                <c:pt idx="22281">
                  <c:v>3.0415605299301331</c:v>
                </c:pt>
                <c:pt idx="22282">
                  <c:v>3.0409787754962765</c:v>
                </c:pt>
                <c:pt idx="22283">
                  <c:v>3.0410644242170903</c:v>
                </c:pt>
                <c:pt idx="22284">
                  <c:v>3.041466862305179</c:v>
                </c:pt>
                <c:pt idx="22285">
                  <c:v>3.0425301348711429</c:v>
                </c:pt>
                <c:pt idx="22286">
                  <c:v>3.0444648234561478</c:v>
                </c:pt>
                <c:pt idx="22287">
                  <c:v>3.0445953439171491</c:v>
                </c:pt>
                <c:pt idx="22288">
                  <c:v>3.0463910665995582</c:v>
                </c:pt>
                <c:pt idx="22289">
                  <c:v>3.0467877464320141</c:v>
                </c:pt>
                <c:pt idx="22290">
                  <c:v>3.0461347175895517</c:v>
                </c:pt>
                <c:pt idx="22291">
                  <c:v>3.0450483266935668</c:v>
                </c:pt>
                <c:pt idx="22292">
                  <c:v>3.0471421990564993</c:v>
                </c:pt>
                <c:pt idx="22293">
                  <c:v>3.0487954582291872</c:v>
                </c:pt>
                <c:pt idx="22294">
                  <c:v>3.0480886856674885</c:v>
                </c:pt>
                <c:pt idx="22295">
                  <c:v>3.0472757052796808</c:v>
                </c:pt>
                <c:pt idx="22296">
                  <c:v>3.047503476280252</c:v>
                </c:pt>
                <c:pt idx="22297">
                  <c:v>3.0487758375062914</c:v>
                </c:pt>
                <c:pt idx="22298">
                  <c:v>3.0490355988159319</c:v>
                </c:pt>
                <c:pt idx="22299">
                  <c:v>3.0473175059501973</c:v>
                </c:pt>
                <c:pt idx="22300">
                  <c:v>3.0457469950436349</c:v>
                </c:pt>
                <c:pt idx="22301">
                  <c:v>3.0431600453835852</c:v>
                </c:pt>
                <c:pt idx="22302">
                  <c:v>3.0432334098257168</c:v>
                </c:pt>
                <c:pt idx="22303">
                  <c:v>3.0444234493230851</c:v>
                </c:pt>
                <c:pt idx="22304">
                  <c:v>3.0429203313342943</c:v>
                </c:pt>
                <c:pt idx="22305">
                  <c:v>3.0404872763877395</c:v>
                </c:pt>
                <c:pt idx="22306">
                  <c:v>3.0406184366549227</c:v>
                </c:pt>
                <c:pt idx="22307">
                  <c:v>3.0438382399358486</c:v>
                </c:pt>
                <c:pt idx="22308">
                  <c:v>3.0468449024508844</c:v>
                </c:pt>
                <c:pt idx="22309">
                  <c:v>3.0503847367837369</c:v>
                </c:pt>
                <c:pt idx="22310">
                  <c:v>3.0517799407966013</c:v>
                </c:pt>
                <c:pt idx="22311">
                  <c:v>3.0509699461709734</c:v>
                </c:pt>
                <c:pt idx="22312">
                  <c:v>3.0492693413408634</c:v>
                </c:pt>
                <c:pt idx="22313">
                  <c:v>3.0494446482345614</c:v>
                </c:pt>
                <c:pt idx="22314">
                  <c:v>3.0505988585857726</c:v>
                </c:pt>
                <c:pt idx="22315">
                  <c:v>3.0498865410371683</c:v>
                </c:pt>
                <c:pt idx="22316">
                  <c:v>3.0499624647040258</c:v>
                </c:pt>
                <c:pt idx="22317">
                  <c:v>3.0504363478157015</c:v>
                </c:pt>
                <c:pt idx="22318">
                  <c:v>3.0490948875220734</c:v>
                </c:pt>
                <c:pt idx="22319">
                  <c:v>3.0499381520691333</c:v>
                </c:pt>
                <c:pt idx="22320">
                  <c:v>3.0522265255112053</c:v>
                </c:pt>
                <c:pt idx="22321">
                  <c:v>3.0531960451447242</c:v>
                </c:pt>
                <c:pt idx="22322">
                  <c:v>3.0537386007865353</c:v>
                </c:pt>
                <c:pt idx="22323">
                  <c:v>3.0562095322590275</c:v>
                </c:pt>
                <c:pt idx="22324">
                  <c:v>3.0567222302790409</c:v>
                </c:pt>
                <c:pt idx="22325">
                  <c:v>3.0547648499014697</c:v>
                </c:pt>
                <c:pt idx="22326">
                  <c:v>3.0531039130546054</c:v>
                </c:pt>
                <c:pt idx="22327">
                  <c:v>3.0521028296494714</c:v>
                </c:pt>
                <c:pt idx="22328">
                  <c:v>3.0524316900267014</c:v>
                </c:pt>
                <c:pt idx="22329">
                  <c:v>3.0526125419073047</c:v>
                </c:pt>
                <c:pt idx="22330">
                  <c:v>3.0535965638142684</c:v>
                </c:pt>
                <c:pt idx="22331">
                  <c:v>3.0548667923530366</c:v>
                </c:pt>
                <c:pt idx="22332">
                  <c:v>3.0574200455542</c:v>
                </c:pt>
                <c:pt idx="22333">
                  <c:v>3.061353147419875</c:v>
                </c:pt>
                <c:pt idx="22334">
                  <c:v>3.06193920988202</c:v>
                </c:pt>
                <c:pt idx="22335">
                  <c:v>3.0612042858483401</c:v>
                </c:pt>
                <c:pt idx="22336">
                  <c:v>3.0586425018980918</c:v>
                </c:pt>
                <c:pt idx="22337">
                  <c:v>3.0571415165965723</c:v>
                </c:pt>
                <c:pt idx="22338">
                  <c:v>3.0583345418561203</c:v>
                </c:pt>
                <c:pt idx="22339">
                  <c:v>3.0588246333910583</c:v>
                </c:pt>
                <c:pt idx="22340">
                  <c:v>3.0589146327939059</c:v>
                </c:pt>
                <c:pt idx="22341">
                  <c:v>3.0591492283937454</c:v>
                </c:pt>
                <c:pt idx="22342">
                  <c:v>3.0600684166076624</c:v>
                </c:pt>
                <c:pt idx="22343">
                  <c:v>3.0599860948789912</c:v>
                </c:pt>
                <c:pt idx="22344">
                  <c:v>3.0587653446849168</c:v>
                </c:pt>
                <c:pt idx="22345">
                  <c:v>3.0567840782099074</c:v>
                </c:pt>
                <c:pt idx="22346">
                  <c:v>3.0542704929919897</c:v>
                </c:pt>
                <c:pt idx="22347">
                  <c:v>3.0553338508654444</c:v>
                </c:pt>
                <c:pt idx="22348">
                  <c:v>3.0564582035948575</c:v>
                </c:pt>
                <c:pt idx="22349">
                  <c:v>3.0586245873250131</c:v>
                </c:pt>
                <c:pt idx="22350">
                  <c:v>3.060015525963335</c:v>
                </c:pt>
                <c:pt idx="22351">
                  <c:v>3.0584548254182198</c:v>
                </c:pt>
                <c:pt idx="22352">
                  <c:v>3.0590268121443742</c:v>
                </c:pt>
                <c:pt idx="22353">
                  <c:v>3.0604902621499193</c:v>
                </c:pt>
                <c:pt idx="22354">
                  <c:v>3.0585247775607174</c:v>
                </c:pt>
                <c:pt idx="22355">
                  <c:v>3.0546211067793863</c:v>
                </c:pt>
                <c:pt idx="22356">
                  <c:v>3.0538213490526602</c:v>
                </c:pt>
                <c:pt idx="22357">
                  <c:v>3.0526999820854268</c:v>
                </c:pt>
                <c:pt idx="22358">
                  <c:v>3.0531235337775011</c:v>
                </c:pt>
                <c:pt idx="22359">
                  <c:v>3.0561771154125044</c:v>
                </c:pt>
                <c:pt idx="22360">
                  <c:v>3.0573513730240651</c:v>
                </c:pt>
                <c:pt idx="22361">
                  <c:v>3.0573475341869769</c:v>
                </c:pt>
                <c:pt idx="22362">
                  <c:v>3.0575091918821391</c:v>
                </c:pt>
                <c:pt idx="22363">
                  <c:v>3.0586621226209871</c:v>
                </c:pt>
                <c:pt idx="22364">
                  <c:v>3.0576341673562357</c:v>
                </c:pt>
                <c:pt idx="22365">
                  <c:v>3.0608745723962021</c:v>
                </c:pt>
                <c:pt idx="22366">
                  <c:v>3.0656961517790879</c:v>
                </c:pt>
                <c:pt idx="22367">
                  <c:v>3.0645312779915206</c:v>
                </c:pt>
                <c:pt idx="22368">
                  <c:v>3.062404988782065</c:v>
                </c:pt>
                <c:pt idx="22369">
                  <c:v>3.0620411523335864</c:v>
                </c:pt>
                <c:pt idx="22370">
                  <c:v>3.0610345239415473</c:v>
                </c:pt>
                <c:pt idx="22371">
                  <c:v>3.0604160446328792</c:v>
                </c:pt>
                <c:pt idx="22372">
                  <c:v>3.0621136637008095</c:v>
                </c:pt>
                <c:pt idx="22373">
                  <c:v>3.062430154491866</c:v>
                </c:pt>
                <c:pt idx="22374">
                  <c:v>3.061897409211503</c:v>
                </c:pt>
                <c:pt idx="22375">
                  <c:v>3.0628170239628743</c:v>
                </c:pt>
                <c:pt idx="22376">
                  <c:v>3.0625790160634003</c:v>
                </c:pt>
                <c:pt idx="22377">
                  <c:v>3.064478813884647</c:v>
                </c:pt>
                <c:pt idx="22378">
                  <c:v>3.0676283664468578</c:v>
                </c:pt>
                <c:pt idx="22379">
                  <c:v>3.0667283724183823</c:v>
                </c:pt>
                <c:pt idx="22380">
                  <c:v>3.0661964802129273</c:v>
                </c:pt>
                <c:pt idx="22381">
                  <c:v>3.066550079762504</c:v>
                </c:pt>
                <c:pt idx="22382">
                  <c:v>3.0670346263105364</c:v>
                </c:pt>
                <c:pt idx="22383">
                  <c:v>3.0684212995743154</c:v>
                </c:pt>
                <c:pt idx="22384">
                  <c:v>3.0707728005596171</c:v>
                </c:pt>
                <c:pt idx="22385">
                  <c:v>3.0714066352166385</c:v>
                </c:pt>
                <c:pt idx="22386">
                  <c:v>3.0709293398053283</c:v>
                </c:pt>
                <c:pt idx="22387">
                  <c:v>3.0697546556563133</c:v>
                </c:pt>
                <c:pt idx="22388">
                  <c:v>3.0708022316439605</c:v>
                </c:pt>
                <c:pt idx="22389">
                  <c:v>3.072814208815676</c:v>
                </c:pt>
                <c:pt idx="22390">
                  <c:v>3.0722840227600385</c:v>
                </c:pt>
                <c:pt idx="22391">
                  <c:v>3.0702601025396041</c:v>
                </c:pt>
                <c:pt idx="22392">
                  <c:v>3.0685710142207587</c:v>
                </c:pt>
                <c:pt idx="22393">
                  <c:v>3.0678288390503572</c:v>
                </c:pt>
                <c:pt idx="22394">
                  <c:v>3.0702780171126829</c:v>
                </c:pt>
                <c:pt idx="22395">
                  <c:v>3.0727638773960742</c:v>
                </c:pt>
                <c:pt idx="22396">
                  <c:v>3.0730650128387773</c:v>
                </c:pt>
                <c:pt idx="22397">
                  <c:v>3.0726180015867195</c:v>
                </c:pt>
                <c:pt idx="22398">
                  <c:v>3.0719086698002953</c:v>
                </c:pt>
                <c:pt idx="22399">
                  <c:v>3.0730381409791594</c:v>
                </c:pt>
                <c:pt idx="22400">
                  <c:v>3.0746235806966209</c:v>
                </c:pt>
                <c:pt idx="22401">
                  <c:v>3.0747575134572567</c:v>
                </c:pt>
                <c:pt idx="22402">
                  <c:v>3.0738639174905948</c:v>
                </c:pt>
                <c:pt idx="22403">
                  <c:v>3.0730419798162476</c:v>
                </c:pt>
                <c:pt idx="22404">
                  <c:v>3.0748969912047976</c:v>
                </c:pt>
                <c:pt idx="22405">
                  <c:v>3.0808062410960306</c:v>
                </c:pt>
                <c:pt idx="22406">
                  <c:v>3.0844428994309991</c:v>
                </c:pt>
                <c:pt idx="22407">
                  <c:v>3.0826595463347637</c:v>
                </c:pt>
                <c:pt idx="22408">
                  <c:v>3.079405492096261</c:v>
                </c:pt>
                <c:pt idx="22409">
                  <c:v>3.0767682110166095</c:v>
                </c:pt>
                <c:pt idx="22410">
                  <c:v>3.0751844774489649</c:v>
                </c:pt>
                <c:pt idx="22411">
                  <c:v>3.0768129974493061</c:v>
                </c:pt>
                <c:pt idx="22412">
                  <c:v>3.081010125999164</c:v>
                </c:pt>
                <c:pt idx="22413">
                  <c:v>3.0831005860624621</c:v>
                </c:pt>
                <c:pt idx="22414">
                  <c:v>3.0825315850984873</c:v>
                </c:pt>
                <c:pt idx="22415">
                  <c:v>3.0831974100645776</c:v>
                </c:pt>
                <c:pt idx="22416">
                  <c:v>3.0844458851931789</c:v>
                </c:pt>
                <c:pt idx="22417">
                  <c:v>3.0844544159422638</c:v>
                </c:pt>
                <c:pt idx="22418">
                  <c:v>3.0830523873301314</c:v>
                </c:pt>
                <c:pt idx="22419">
                  <c:v>3.084360577702328</c:v>
                </c:pt>
                <c:pt idx="22420">
                  <c:v>3.0853680591692756</c:v>
                </c:pt>
                <c:pt idx="22421">
                  <c:v>3.0842462656645879</c:v>
                </c:pt>
                <c:pt idx="22422">
                  <c:v>3.0822564684404936</c:v>
                </c:pt>
                <c:pt idx="22423">
                  <c:v>3.0821924878223559</c:v>
                </c:pt>
                <c:pt idx="22424">
                  <c:v>3.0831786424165908</c:v>
                </c:pt>
                <c:pt idx="22425">
                  <c:v>3.0853190073620365</c:v>
                </c:pt>
                <c:pt idx="22426">
                  <c:v>3.0867338320977966</c:v>
                </c:pt>
                <c:pt idx="22427">
                  <c:v>3.0872111275091068</c:v>
                </c:pt>
                <c:pt idx="22428">
                  <c:v>3.0879230185202564</c:v>
                </c:pt>
                <c:pt idx="22429">
                  <c:v>3.0888285575356371</c:v>
                </c:pt>
                <c:pt idx="22430">
                  <c:v>3.0900898287878658</c:v>
                </c:pt>
                <c:pt idx="22431">
                  <c:v>3.0932065379660987</c:v>
                </c:pt>
                <c:pt idx="22432">
                  <c:v>3.0967681257091186</c:v>
                </c:pt>
                <c:pt idx="22433">
                  <c:v>3.096835945164345</c:v>
                </c:pt>
                <c:pt idx="22434">
                  <c:v>3.0954377553893009</c:v>
                </c:pt>
                <c:pt idx="22435">
                  <c:v>3.0936062035607348</c:v>
                </c:pt>
                <c:pt idx="22436">
                  <c:v>3.0932462059493444</c:v>
                </c:pt>
                <c:pt idx="22437">
                  <c:v>3.0942430239799359</c:v>
                </c:pt>
                <c:pt idx="22438">
                  <c:v>3.0945416001979136</c:v>
                </c:pt>
                <c:pt idx="22439">
                  <c:v>3.0944272881601735</c:v>
                </c:pt>
                <c:pt idx="22440">
                  <c:v>3.0947194663163371</c:v>
                </c:pt>
                <c:pt idx="22441">
                  <c:v>3.0938531687467474</c:v>
                </c:pt>
                <c:pt idx="22442">
                  <c:v>3.0950973785008062</c:v>
                </c:pt>
                <c:pt idx="22443">
                  <c:v>3.0976630012881432</c:v>
                </c:pt>
                <c:pt idx="22444">
                  <c:v>3.1004086228811754</c:v>
                </c:pt>
                <c:pt idx="22445">
                  <c:v>3.1000865871032137</c:v>
                </c:pt>
                <c:pt idx="22446">
                  <c:v>3.0993435588579032</c:v>
                </c:pt>
                <c:pt idx="22447">
                  <c:v>3.0997786270612422</c:v>
                </c:pt>
                <c:pt idx="22448">
                  <c:v>3.1010915093454354</c:v>
                </c:pt>
                <c:pt idx="22449">
                  <c:v>3.0995111880774249</c:v>
                </c:pt>
                <c:pt idx="22450">
                  <c:v>3.0986598193187342</c:v>
                </c:pt>
                <c:pt idx="22451">
                  <c:v>3.1002072972027674</c:v>
                </c:pt>
                <c:pt idx="22452">
                  <c:v>3.1006828864642606</c:v>
                </c:pt>
                <c:pt idx="22453">
                  <c:v>3.1023894628187301</c:v>
                </c:pt>
                <c:pt idx="22454">
                  <c:v>3.1034046219598541</c:v>
                </c:pt>
                <c:pt idx="22455">
                  <c:v>3.1027140578214172</c:v>
                </c:pt>
                <c:pt idx="22456">
                  <c:v>3.1018985182088841</c:v>
                </c:pt>
                <c:pt idx="22457">
                  <c:v>3.1031005007549712</c:v>
                </c:pt>
                <c:pt idx="22458">
                  <c:v>3.105623896334337</c:v>
                </c:pt>
                <c:pt idx="22459">
                  <c:v>3.1078717487182548</c:v>
                </c:pt>
                <c:pt idx="22460">
                  <c:v>3.1096828267490166</c:v>
                </c:pt>
                <c:pt idx="22461">
                  <c:v>3.1102441500388149</c:v>
                </c:pt>
                <c:pt idx="22462">
                  <c:v>3.1101524444861504</c:v>
                </c:pt>
                <c:pt idx="22463">
                  <c:v>3.1123265058904823</c:v>
                </c:pt>
                <c:pt idx="22464">
                  <c:v>3.1135822321558058</c:v>
                </c:pt>
                <c:pt idx="22465">
                  <c:v>3.1124975474096379</c:v>
                </c:pt>
                <c:pt idx="22466">
                  <c:v>3.1103328698292998</c:v>
                </c:pt>
                <c:pt idx="22467">
                  <c:v>3.1087653446849166</c:v>
                </c:pt>
                <c:pt idx="22468">
                  <c:v>3.1089560069269684</c:v>
                </c:pt>
                <c:pt idx="22469">
                  <c:v>3.1081767229980466</c:v>
                </c:pt>
                <c:pt idx="22470">
                  <c:v>3.108439896607321</c:v>
                </c:pt>
                <c:pt idx="22471">
                  <c:v>3.1102936283835083</c:v>
                </c:pt>
                <c:pt idx="22472">
                  <c:v>3.1096376137788657</c:v>
                </c:pt>
                <c:pt idx="22473">
                  <c:v>3.1077621285925119</c:v>
                </c:pt>
                <c:pt idx="22474">
                  <c:v>3.1072775820444791</c:v>
                </c:pt>
                <c:pt idx="22475">
                  <c:v>3.1081272446533532</c:v>
                </c:pt>
                <c:pt idx="22476">
                  <c:v>3.1100453835851325</c:v>
                </c:pt>
                <c:pt idx="22477">
                  <c:v>3.1132439879545823</c:v>
                </c:pt>
                <c:pt idx="22478">
                  <c:v>3.1156432611347604</c:v>
                </c:pt>
                <c:pt idx="22479">
                  <c:v>3.1151032647176748</c:v>
                </c:pt>
                <c:pt idx="22480">
                  <c:v>3.1150947339685899</c:v>
                </c:pt>
                <c:pt idx="22481">
                  <c:v>3.1175068032723954</c:v>
                </c:pt>
                <c:pt idx="22482">
                  <c:v>3.1186866058708613</c:v>
                </c:pt>
                <c:pt idx="22483">
                  <c:v>3.1188175528693174</c:v>
                </c:pt>
                <c:pt idx="22484">
                  <c:v>3.1177431050220519</c:v>
                </c:pt>
                <c:pt idx="22485">
                  <c:v>3.1175729165778048</c:v>
                </c:pt>
                <c:pt idx="22486">
                  <c:v>3.1199192991136551</c:v>
                </c:pt>
                <c:pt idx="22487">
                  <c:v>3.1191152760123866</c:v>
                </c:pt>
                <c:pt idx="22488">
                  <c:v>3.1176722998046458</c:v>
                </c:pt>
                <c:pt idx="22489">
                  <c:v>3.1188683108263735</c:v>
                </c:pt>
                <c:pt idx="22490">
                  <c:v>3.1200293457768526</c:v>
                </c:pt>
                <c:pt idx="22491">
                  <c:v>3.1220387637238427</c:v>
                </c:pt>
                <c:pt idx="22492">
                  <c:v>3.1235465736246302</c:v>
                </c:pt>
                <c:pt idx="22493">
                  <c:v>3.1228052515291367</c:v>
                </c:pt>
                <c:pt idx="22494">
                  <c:v>3.1223936428857817</c:v>
                </c:pt>
                <c:pt idx="22495">
                  <c:v>3.1218749733414093</c:v>
                </c:pt>
                <c:pt idx="22496">
                  <c:v>3.1229630703872107</c:v>
                </c:pt>
                <c:pt idx="22497">
                  <c:v>3.1238639174905947</c:v>
                </c:pt>
                <c:pt idx="22498">
                  <c:v>3.1227984269298688</c:v>
                </c:pt>
                <c:pt idx="22499">
                  <c:v>3.1254685513934977</c:v>
                </c:pt>
                <c:pt idx="22500">
                  <c:v>3.1314869948730197</c:v>
                </c:pt>
                <c:pt idx="22501">
                  <c:v>3.1307631608131512</c:v>
                </c:pt>
                <c:pt idx="22502">
                  <c:v>3.1271162655792804</c:v>
                </c:pt>
                <c:pt idx="22503">
                  <c:v>3.1255687876952476</c:v>
                </c:pt>
                <c:pt idx="22504">
                  <c:v>3.126265323358044</c:v>
                </c:pt>
                <c:pt idx="22505">
                  <c:v>3.1263284509012736</c:v>
                </c:pt>
                <c:pt idx="22506">
                  <c:v>3.1275432295709886</c:v>
                </c:pt>
                <c:pt idx="22507">
                  <c:v>3.1284875834947066</c:v>
                </c:pt>
                <c:pt idx="22508">
                  <c:v>3.1295662967165145</c:v>
                </c:pt>
                <c:pt idx="22509">
                  <c:v>3.1291747353335095</c:v>
                </c:pt>
                <c:pt idx="22510">
                  <c:v>3.1270446072869658</c:v>
                </c:pt>
                <c:pt idx="22511">
                  <c:v>3.1264653694240891</c:v>
                </c:pt>
                <c:pt idx="22512">
                  <c:v>3.1295419840816221</c:v>
                </c:pt>
                <c:pt idx="22513">
                  <c:v>3.1329849944123596</c:v>
                </c:pt>
                <c:pt idx="22514">
                  <c:v>3.1346143674876092</c:v>
                </c:pt>
                <c:pt idx="22515">
                  <c:v>3.1356090528309291</c:v>
                </c:pt>
                <c:pt idx="22516">
                  <c:v>3.1368379072366346</c:v>
                </c:pt>
                <c:pt idx="22517">
                  <c:v>3.1372499424174438</c:v>
                </c:pt>
                <c:pt idx="22518">
                  <c:v>3.1341647970108255</c:v>
                </c:pt>
                <c:pt idx="22519">
                  <c:v>3.1329005399964172</c:v>
                </c:pt>
                <c:pt idx="22520">
                  <c:v>3.1334708205727546</c:v>
                </c:pt>
                <c:pt idx="22521">
                  <c:v>3.1315002175341018</c:v>
                </c:pt>
                <c:pt idx="22522">
                  <c:v>3.1306949148204706</c:v>
                </c:pt>
                <c:pt idx="22523">
                  <c:v>3.1326181722017008</c:v>
                </c:pt>
                <c:pt idx="22524">
                  <c:v>3.1349747916364534</c:v>
                </c:pt>
                <c:pt idx="22525">
                  <c:v>3.136183598781809</c:v>
                </c:pt>
                <c:pt idx="22526">
                  <c:v>3.1355894321080333</c:v>
                </c:pt>
                <c:pt idx="22527">
                  <c:v>3.1354896223437381</c:v>
                </c:pt>
                <c:pt idx="22528">
                  <c:v>3.135712701432313</c:v>
                </c:pt>
                <c:pt idx="22529">
                  <c:v>3.1339476894466105</c:v>
                </c:pt>
                <c:pt idx="22530">
                  <c:v>3.1340283050254643</c:v>
                </c:pt>
                <c:pt idx="22531">
                  <c:v>3.1344928043131466</c:v>
                </c:pt>
                <c:pt idx="22532">
                  <c:v>3.1352281548842802</c:v>
                </c:pt>
                <c:pt idx="22533">
                  <c:v>3.1371015073833632</c:v>
                </c:pt>
                <c:pt idx="22534">
                  <c:v>3.1404242341520008</c:v>
                </c:pt>
                <c:pt idx="22535">
                  <c:v>3.1433745937230748</c:v>
                </c:pt>
                <c:pt idx="22536">
                  <c:v>3.1438847325183623</c:v>
                </c:pt>
                <c:pt idx="22537">
                  <c:v>3.1423965433404706</c:v>
                </c:pt>
                <c:pt idx="22538">
                  <c:v>3.1406332375045851</c:v>
                </c:pt>
                <c:pt idx="22539">
                  <c:v>3.1381623060320925</c:v>
                </c:pt>
                <c:pt idx="22540">
                  <c:v>3.1395093113126262</c:v>
                </c:pt>
                <c:pt idx="22541">
                  <c:v>3.1428853552630458</c:v>
                </c:pt>
                <c:pt idx="22542">
                  <c:v>3.1424498605222526</c:v>
                </c:pt>
                <c:pt idx="22543">
                  <c:v>3.1382424950734924</c:v>
                </c:pt>
                <c:pt idx="22544">
                  <c:v>3.1359012309870931</c:v>
                </c:pt>
                <c:pt idx="22545">
                  <c:v>3.1352115199235646</c:v>
                </c:pt>
                <c:pt idx="22546">
                  <c:v>3.1348613326736219</c:v>
                </c:pt>
                <c:pt idx="22547">
                  <c:v>3.1347491533231535</c:v>
                </c:pt>
                <c:pt idx="22548">
                  <c:v>3.1339093010757275</c:v>
                </c:pt>
                <c:pt idx="22549">
                  <c:v>3.1356905214846917</c:v>
                </c:pt>
                <c:pt idx="22550">
                  <c:v>3.1382442012233094</c:v>
                </c:pt>
                <c:pt idx="22551">
                  <c:v>3.1387560461684139</c:v>
                </c:pt>
                <c:pt idx="22552">
                  <c:v>3.1396278887249087</c:v>
                </c:pt>
                <c:pt idx="22553">
                  <c:v>3.1397477457495544</c:v>
                </c:pt>
                <c:pt idx="22554">
                  <c:v>3.1397584091859105</c:v>
                </c:pt>
                <c:pt idx="22555">
                  <c:v>3.1419938919836552</c:v>
                </c:pt>
                <c:pt idx="22556">
                  <c:v>3.1410845141311858</c:v>
                </c:pt>
                <c:pt idx="22557">
                  <c:v>3.1396944285677724</c:v>
                </c:pt>
                <c:pt idx="22558">
                  <c:v>3.1396568932717983</c:v>
                </c:pt>
                <c:pt idx="22559">
                  <c:v>3.140466461359972</c:v>
                </c:pt>
                <c:pt idx="22560">
                  <c:v>3.14163943935917</c:v>
                </c:pt>
                <c:pt idx="22561">
                  <c:v>3.1424310928742654</c:v>
                </c:pt>
                <c:pt idx="22562">
                  <c:v>3.1418851249328204</c:v>
                </c:pt>
                <c:pt idx="22563">
                  <c:v>3.1427326548544228</c:v>
                </c:pt>
                <c:pt idx="22564">
                  <c:v>3.1430491456454792</c:v>
                </c:pt>
                <c:pt idx="22565">
                  <c:v>3.1403909642305692</c:v>
                </c:pt>
                <c:pt idx="22566">
                  <c:v>3.1370524555761241</c:v>
                </c:pt>
                <c:pt idx="22567">
                  <c:v>3.1342351756907774</c:v>
                </c:pt>
                <c:pt idx="22568">
                  <c:v>3.1346463577966781</c:v>
                </c:pt>
                <c:pt idx="22569">
                  <c:v>3.1388673724439742</c:v>
                </c:pt>
                <c:pt idx="22570">
                  <c:v>3.1427663513133086</c:v>
                </c:pt>
                <c:pt idx="22571">
                  <c:v>3.1440579067247896</c:v>
                </c:pt>
                <c:pt idx="22572">
                  <c:v>3.1431348796737844</c:v>
                </c:pt>
                <c:pt idx="22573">
                  <c:v>3.1427591001765864</c:v>
                </c:pt>
                <c:pt idx="22574">
                  <c:v>3.1436288100458101</c:v>
                </c:pt>
                <c:pt idx="22575">
                  <c:v>3.144629893450944</c:v>
                </c:pt>
                <c:pt idx="22576">
                  <c:v>3.1442477158919324</c:v>
                </c:pt>
                <c:pt idx="22577">
                  <c:v>3.1453324006381003</c:v>
                </c:pt>
                <c:pt idx="22578">
                  <c:v>3.1472927667778507</c:v>
                </c:pt>
                <c:pt idx="22579">
                  <c:v>3.1464610187420559</c:v>
                </c:pt>
                <c:pt idx="22580">
                  <c:v>3.1467557561229453</c:v>
                </c:pt>
                <c:pt idx="22581">
                  <c:v>3.1469596410260783</c:v>
                </c:pt>
                <c:pt idx="22582">
                  <c:v>3.1451050561749829</c:v>
                </c:pt>
                <c:pt idx="22583">
                  <c:v>3.1451528283698593</c:v>
                </c:pt>
                <c:pt idx="22584">
                  <c:v>3.1437827900667958</c:v>
                </c:pt>
                <c:pt idx="22585">
                  <c:v>3.1433848306219767</c:v>
                </c:pt>
                <c:pt idx="22586">
                  <c:v>3.1446815044829086</c:v>
                </c:pt>
                <c:pt idx="22587">
                  <c:v>3.1463850950751984</c:v>
                </c:pt>
                <c:pt idx="22588">
                  <c:v>3.145572541224845</c:v>
                </c:pt>
                <c:pt idx="22589">
                  <c:v>3.1456006926968256</c:v>
                </c:pt>
                <c:pt idx="22590">
                  <c:v>3.1459402165104118</c:v>
                </c:pt>
                <c:pt idx="22591">
                  <c:v>3.1470163705074943</c:v>
                </c:pt>
                <c:pt idx="22592">
                  <c:v>3.1461065661175707</c:v>
                </c:pt>
                <c:pt idx="22593">
                  <c:v>3.1460865188572207</c:v>
                </c:pt>
                <c:pt idx="22594">
                  <c:v>3.1463437209421361</c:v>
                </c:pt>
                <c:pt idx="22595">
                  <c:v>3.1469238118799212</c:v>
                </c:pt>
                <c:pt idx="22596">
                  <c:v>3.1457107393600232</c:v>
                </c:pt>
                <c:pt idx="22597">
                  <c:v>3.1446136850276822</c:v>
                </c:pt>
                <c:pt idx="22598">
                  <c:v>3.1469306364791891</c:v>
                </c:pt>
                <c:pt idx="22599">
                  <c:v>3.1481108656151098</c:v>
                </c:pt>
                <c:pt idx="22600">
                  <c:v>3.1476374090408878</c:v>
                </c:pt>
                <c:pt idx="22601">
                  <c:v>3.1462242904549447</c:v>
                </c:pt>
                <c:pt idx="22602">
                  <c:v>3.1439691869343047</c:v>
                </c:pt>
                <c:pt idx="22603">
                  <c:v>3.1441415080658235</c:v>
                </c:pt>
                <c:pt idx="22604">
                  <c:v>3.1466563728961039</c:v>
                </c:pt>
                <c:pt idx="22605">
                  <c:v>3.1456228726444468</c:v>
                </c:pt>
                <c:pt idx="22606">
                  <c:v>3.1458634397686462</c:v>
                </c:pt>
                <c:pt idx="22607">
                  <c:v>3.1461854755466079</c:v>
                </c:pt>
                <c:pt idx="22608">
                  <c:v>3.1454723049230955</c:v>
                </c:pt>
                <c:pt idx="22609">
                  <c:v>3.1462332477414843</c:v>
                </c:pt>
                <c:pt idx="22610">
                  <c:v>3.1472296392346211</c:v>
                </c:pt>
                <c:pt idx="22611">
                  <c:v>3.1481428559241786</c:v>
                </c:pt>
                <c:pt idx="22612">
                  <c:v>3.1479001561127085</c:v>
                </c:pt>
                <c:pt idx="22613">
                  <c:v>3.1472791175793144</c:v>
                </c:pt>
                <c:pt idx="22614">
                  <c:v>3.1467796422203835</c:v>
                </c:pt>
                <c:pt idx="22615">
                  <c:v>3.1441133565938424</c:v>
                </c:pt>
                <c:pt idx="22616">
                  <c:v>3.143141277735598</c:v>
                </c:pt>
                <c:pt idx="22617">
                  <c:v>3.1444699419055988</c:v>
                </c:pt>
                <c:pt idx="22618">
                  <c:v>3.1484311952432544</c:v>
                </c:pt>
                <c:pt idx="22619">
                  <c:v>3.1484320483181629</c:v>
                </c:pt>
                <c:pt idx="22620">
                  <c:v>3.1454812622096346</c:v>
                </c:pt>
                <c:pt idx="22621">
                  <c:v>3.1477325268931864</c:v>
                </c:pt>
                <c:pt idx="22622">
                  <c:v>3.1515824539552817</c:v>
                </c:pt>
                <c:pt idx="22623">
                  <c:v>3.1509554438975287</c:v>
                </c:pt>
                <c:pt idx="22624">
                  <c:v>3.1499965877003659</c:v>
                </c:pt>
                <c:pt idx="22625">
                  <c:v>3.1523165249140526</c:v>
                </c:pt>
                <c:pt idx="22626">
                  <c:v>3.153751823447617</c:v>
                </c:pt>
                <c:pt idx="22627">
                  <c:v>3.1559847470206357</c:v>
                </c:pt>
                <c:pt idx="22628">
                  <c:v>3.1546394478899193</c:v>
                </c:pt>
                <c:pt idx="22629">
                  <c:v>3.1522610750449997</c:v>
                </c:pt>
                <c:pt idx="22630">
                  <c:v>3.1515555820956638</c:v>
                </c:pt>
                <c:pt idx="22631">
                  <c:v>3.1501070609010178</c:v>
                </c:pt>
                <c:pt idx="22632">
                  <c:v>3.1493644591931615</c:v>
                </c:pt>
                <c:pt idx="22633">
                  <c:v>3.1473819131057899</c:v>
                </c:pt>
                <c:pt idx="22634">
                  <c:v>3.1451118807742509</c:v>
                </c:pt>
                <c:pt idx="22635">
                  <c:v>3.144867048275509</c:v>
                </c:pt>
                <c:pt idx="22636">
                  <c:v>3.1465480323827233</c:v>
                </c:pt>
                <c:pt idx="22637">
                  <c:v>3.1486419047456558</c:v>
                </c:pt>
                <c:pt idx="22638">
                  <c:v>3.1473921500046917</c:v>
                </c:pt>
                <c:pt idx="22639">
                  <c:v>3.1461308787524631</c:v>
                </c:pt>
                <c:pt idx="22640">
                  <c:v>3.1461999778200522</c:v>
                </c:pt>
                <c:pt idx="22641">
                  <c:v>3.1452377093232555</c:v>
                </c:pt>
                <c:pt idx="22642">
                  <c:v>3.144963019202716</c:v>
                </c:pt>
                <c:pt idx="22643">
                  <c:v>3.1477657968146184</c:v>
                </c:pt>
                <c:pt idx="22644">
                  <c:v>3.1512719346885851</c:v>
                </c:pt>
                <c:pt idx="22645">
                  <c:v>3.1520640147411343</c:v>
                </c:pt>
                <c:pt idx="22646">
                  <c:v>3.1500311372341607</c:v>
                </c:pt>
                <c:pt idx="22647">
                  <c:v>3.1494762120061761</c:v>
                </c:pt>
                <c:pt idx="22648">
                  <c:v>3.1501915153169602</c:v>
                </c:pt>
                <c:pt idx="22649">
                  <c:v>3.1497683901623401</c:v>
                </c:pt>
                <c:pt idx="22650">
                  <c:v>3.1471097822099758</c:v>
                </c:pt>
                <c:pt idx="22651">
                  <c:v>3.1459363776733236</c:v>
                </c:pt>
                <c:pt idx="22652">
                  <c:v>3.146251162314563</c:v>
                </c:pt>
                <c:pt idx="22653">
                  <c:v>3.1474028134410483</c:v>
                </c:pt>
                <c:pt idx="22654">
                  <c:v>3.1489264052276429</c:v>
                </c:pt>
                <c:pt idx="22655">
                  <c:v>3.1476003002823676</c:v>
                </c:pt>
                <c:pt idx="22656">
                  <c:v>3.1435558721411327</c:v>
                </c:pt>
                <c:pt idx="22657">
                  <c:v>3.1414841797258219</c:v>
                </c:pt>
                <c:pt idx="22658">
                  <c:v>3.1415413357446917</c:v>
                </c:pt>
                <c:pt idx="22659">
                  <c:v>3.1449732561016184</c:v>
                </c:pt>
                <c:pt idx="22660">
                  <c:v>3.1491000059715244</c:v>
                </c:pt>
                <c:pt idx="22661">
                  <c:v>3.1506363938817468</c:v>
                </c:pt>
                <c:pt idx="22662">
                  <c:v>3.1515214590993237</c:v>
                </c:pt>
                <c:pt idx="22663">
                  <c:v>3.1527264274075906</c:v>
                </c:pt>
                <c:pt idx="22664">
                  <c:v>3.1530523020226404</c:v>
                </c:pt>
                <c:pt idx="22665">
                  <c:v>3.1534259488325671</c:v>
                </c:pt>
                <c:pt idx="22666">
                  <c:v>3.1527865691886405</c:v>
                </c:pt>
                <c:pt idx="22667">
                  <c:v>3.1536503075335047</c:v>
                </c:pt>
                <c:pt idx="22668">
                  <c:v>3.1531644813731092</c:v>
                </c:pt>
                <c:pt idx="22669">
                  <c:v>3.1526185134316647</c:v>
                </c:pt>
                <c:pt idx="22670">
                  <c:v>3.153177277496737</c:v>
                </c:pt>
                <c:pt idx="22671">
                  <c:v>3.1542948056268822</c:v>
                </c:pt>
                <c:pt idx="22672">
                  <c:v>3.1545993533692194</c:v>
                </c:pt>
                <c:pt idx="22673">
                  <c:v>3.1567119933801386</c:v>
                </c:pt>
                <c:pt idx="22674">
                  <c:v>3.1565464968478882</c:v>
                </c:pt>
                <c:pt idx="22675">
                  <c:v>3.153202443206538</c:v>
                </c:pt>
                <c:pt idx="22676">
                  <c:v>3.1537172739138226</c:v>
                </c:pt>
                <c:pt idx="22677">
                  <c:v>3.1567192445168608</c:v>
                </c:pt>
                <c:pt idx="22678">
                  <c:v>3.1569973469370347</c:v>
                </c:pt>
                <c:pt idx="22679">
                  <c:v>3.1546253721539288</c:v>
                </c:pt>
                <c:pt idx="22680">
                  <c:v>3.1524257185023417</c:v>
                </c:pt>
                <c:pt idx="22681">
                  <c:v>3.1534067546471256</c:v>
                </c:pt>
                <c:pt idx="22682">
                  <c:v>3.1568919921858338</c:v>
                </c:pt>
                <c:pt idx="22683">
                  <c:v>3.1602351927522756</c:v>
                </c:pt>
                <c:pt idx="22684">
                  <c:v>3.1600735350571134</c:v>
                </c:pt>
                <c:pt idx="22685">
                  <c:v>3.155684464652841</c:v>
                </c:pt>
                <c:pt idx="22686">
                  <c:v>3.1530962353804286</c:v>
                </c:pt>
                <c:pt idx="22687">
                  <c:v>3.1541570340291583</c:v>
                </c:pt>
                <c:pt idx="22688">
                  <c:v>3.1560871160096569</c:v>
                </c:pt>
                <c:pt idx="22689">
                  <c:v>3.1594512169113571</c:v>
                </c:pt>
                <c:pt idx="22690">
                  <c:v>3.161733192291615</c:v>
                </c:pt>
                <c:pt idx="22691">
                  <c:v>3.1605265178335311</c:v>
                </c:pt>
                <c:pt idx="22692">
                  <c:v>3.1588574767750357</c:v>
                </c:pt>
                <c:pt idx="22693">
                  <c:v>3.1583737833019119</c:v>
                </c:pt>
                <c:pt idx="22694">
                  <c:v>3.1570105695981163</c:v>
                </c:pt>
                <c:pt idx="22695">
                  <c:v>3.1562180630081129</c:v>
                </c:pt>
                <c:pt idx="22696">
                  <c:v>3.1594554822858996</c:v>
                </c:pt>
                <c:pt idx="22697">
                  <c:v>3.1627927113279819</c:v>
                </c:pt>
                <c:pt idx="22698">
                  <c:v>3.1634030864250189</c:v>
                </c:pt>
                <c:pt idx="22699">
                  <c:v>3.1617519599396022</c:v>
                </c:pt>
                <c:pt idx="22700">
                  <c:v>3.1587478566492924</c:v>
                </c:pt>
                <c:pt idx="22701">
                  <c:v>3.1543084548254181</c:v>
                </c:pt>
                <c:pt idx="22702">
                  <c:v>3.1527601238664769</c:v>
                </c:pt>
                <c:pt idx="22703">
                  <c:v>3.1542930994770653</c:v>
                </c:pt>
                <c:pt idx="22704">
                  <c:v>3.1557868336418622</c:v>
                </c:pt>
                <c:pt idx="22705">
                  <c:v>3.1573906144698567</c:v>
                </c:pt>
                <c:pt idx="22706">
                  <c:v>3.1601609752352355</c:v>
                </c:pt>
                <c:pt idx="22707">
                  <c:v>3.1630443684259917</c:v>
                </c:pt>
                <c:pt idx="22708">
                  <c:v>3.1644596196992056</c:v>
                </c:pt>
                <c:pt idx="22709">
                  <c:v>3.1654551581174344</c:v>
                </c:pt>
                <c:pt idx="22710">
                  <c:v>3.1666673775624239</c:v>
                </c:pt>
                <c:pt idx="22711">
                  <c:v>3.166541975550873</c:v>
                </c:pt>
                <c:pt idx="22712">
                  <c:v>3.167245762350392</c:v>
                </c:pt>
                <c:pt idx="22713">
                  <c:v>3.1689868882386563</c:v>
                </c:pt>
                <c:pt idx="22714">
                  <c:v>3.1692022896530543</c:v>
                </c:pt>
                <c:pt idx="22715">
                  <c:v>3.1714420378253414</c:v>
                </c:pt>
                <c:pt idx="22716">
                  <c:v>3.1739338696330925</c:v>
                </c:pt>
                <c:pt idx="22717">
                  <c:v>3.176380915008147</c:v>
                </c:pt>
                <c:pt idx="22718">
                  <c:v>3.1790979585917438</c:v>
                </c:pt>
                <c:pt idx="22719">
                  <c:v>3.1811525895088848</c:v>
                </c:pt>
                <c:pt idx="22720">
                  <c:v>3.1801643022273787</c:v>
                </c:pt>
                <c:pt idx="22721">
                  <c:v>3.1777419960246709</c:v>
                </c:pt>
                <c:pt idx="22722">
                  <c:v>3.1794447335420521</c:v>
                </c:pt>
                <c:pt idx="22723">
                  <c:v>3.1802210317087942</c:v>
                </c:pt>
                <c:pt idx="22724">
                  <c:v>3.1789930303779976</c:v>
                </c:pt>
                <c:pt idx="22725">
                  <c:v>3.1787934108494067</c:v>
                </c:pt>
                <c:pt idx="22726">
                  <c:v>3.1810655758682169</c:v>
                </c:pt>
                <c:pt idx="22727">
                  <c:v>3.1848664511230731</c:v>
                </c:pt>
                <c:pt idx="22728">
                  <c:v>3.1880642024176145</c:v>
                </c:pt>
                <c:pt idx="22729">
                  <c:v>3.1896641444085203</c:v>
                </c:pt>
                <c:pt idx="22730">
                  <c:v>3.1882992245549082</c:v>
                </c:pt>
                <c:pt idx="22731">
                  <c:v>3.186422033218737</c:v>
                </c:pt>
                <c:pt idx="22732">
                  <c:v>3.1867931208039377</c:v>
                </c:pt>
                <c:pt idx="22733">
                  <c:v>3.1888703582061542</c:v>
                </c:pt>
                <c:pt idx="22734">
                  <c:v>3.1917324245241976</c:v>
                </c:pt>
                <c:pt idx="22735">
                  <c:v>3.1916910503911349</c:v>
                </c:pt>
                <c:pt idx="22736">
                  <c:v>3.1895174155242572</c:v>
                </c:pt>
                <c:pt idx="22737">
                  <c:v>3.1906537113023896</c:v>
                </c:pt>
                <c:pt idx="22738">
                  <c:v>3.1924647893331515</c:v>
                </c:pt>
                <c:pt idx="22739">
                  <c:v>3.1947480443257721</c:v>
                </c:pt>
                <c:pt idx="22740">
                  <c:v>3.1988351262124328</c:v>
                </c:pt>
                <c:pt idx="22741">
                  <c:v>3.2027929672504545</c:v>
                </c:pt>
                <c:pt idx="22742">
                  <c:v>3.206044035726777</c:v>
                </c:pt>
                <c:pt idx="22743">
                  <c:v>3.2090617882156232</c:v>
                </c:pt>
                <c:pt idx="22744">
                  <c:v>3.2117408699657917</c:v>
                </c:pt>
                <c:pt idx="22745">
                  <c:v>3.2118607269904369</c:v>
                </c:pt>
                <c:pt idx="22746">
                  <c:v>3.2130844629466915</c:v>
                </c:pt>
                <c:pt idx="22747">
                  <c:v>3.2149032186516298</c:v>
                </c:pt>
                <c:pt idx="22748">
                  <c:v>3.2177742422562123</c:v>
                </c:pt>
                <c:pt idx="22749">
                  <c:v>3.2190342338960782</c:v>
                </c:pt>
                <c:pt idx="22750">
                  <c:v>3.2211707600044361</c:v>
                </c:pt>
                <c:pt idx="22751">
                  <c:v>3.2223616525767129</c:v>
                </c:pt>
                <c:pt idx="22752">
                  <c:v>3.2195802018375232</c:v>
                </c:pt>
                <c:pt idx="22753">
                  <c:v>3.2197405799203227</c:v>
                </c:pt>
                <c:pt idx="22754">
                  <c:v>3.2244576576269162</c:v>
                </c:pt>
                <c:pt idx="22755">
                  <c:v>3.2281211878215026</c:v>
                </c:pt>
                <c:pt idx="22756">
                  <c:v>3.2284504747361864</c:v>
                </c:pt>
                <c:pt idx="22757">
                  <c:v>3.227933511341631</c:v>
                </c:pt>
                <c:pt idx="22758">
                  <c:v>3.2330016293730752</c:v>
                </c:pt>
                <c:pt idx="22759">
                  <c:v>3.2373591360057326</c:v>
                </c:pt>
                <c:pt idx="22760">
                  <c:v>3.2391284133659779</c:v>
                </c:pt>
                <c:pt idx="22761">
                  <c:v>3.2412175938169132</c:v>
                </c:pt>
                <c:pt idx="22762">
                  <c:v>3.2432061114286448</c:v>
                </c:pt>
                <c:pt idx="22763">
                  <c:v>3.245680455200771</c:v>
                </c:pt>
                <c:pt idx="22764">
                  <c:v>3.249039011115566</c:v>
                </c:pt>
                <c:pt idx="22765">
                  <c:v>3.252952065720891</c:v>
                </c:pt>
                <c:pt idx="22766">
                  <c:v>3.2586591368588076</c:v>
                </c:pt>
                <c:pt idx="22767">
                  <c:v>3.2679465633877309</c:v>
                </c:pt>
                <c:pt idx="22768">
                  <c:v>3.2729942076213714</c:v>
                </c:pt>
                <c:pt idx="22769">
                  <c:v>3.2760716753538128</c:v>
                </c:pt>
                <c:pt idx="22770">
                  <c:v>3.2777919009068186</c:v>
                </c:pt>
                <c:pt idx="22771">
                  <c:v>3.2749908294447336</c:v>
                </c:pt>
                <c:pt idx="22772">
                  <c:v>3.2760260358462077</c:v>
                </c:pt>
                <c:pt idx="22773">
                  <c:v>3.2801007481466948</c:v>
                </c:pt>
                <c:pt idx="22774">
                  <c:v>3.2821971797343523</c:v>
                </c:pt>
                <c:pt idx="22775">
                  <c:v>3.2826731955332997</c:v>
                </c:pt>
                <c:pt idx="22776">
                  <c:v>3.2820696450355307</c:v>
                </c:pt>
                <c:pt idx="22777">
                  <c:v>3.2807038721070096</c:v>
                </c:pt>
                <c:pt idx="22778">
                  <c:v>3.2821511136892929</c:v>
                </c:pt>
                <c:pt idx="22779">
                  <c:v>3.286230091364323</c:v>
                </c:pt>
                <c:pt idx="22780">
                  <c:v>3.287996809499842</c:v>
                </c:pt>
                <c:pt idx="22781">
                  <c:v>3.2899857536490278</c:v>
                </c:pt>
                <c:pt idx="22782">
                  <c:v>3.293039335284031</c:v>
                </c:pt>
                <c:pt idx="22783">
                  <c:v>3.2964200711464473</c:v>
                </c:pt>
                <c:pt idx="22784">
                  <c:v>3.2985962652380505</c:v>
                </c:pt>
                <c:pt idx="22785">
                  <c:v>3.3022452931591921</c:v>
                </c:pt>
                <c:pt idx="22786">
                  <c:v>3.3081153016046341</c:v>
                </c:pt>
                <c:pt idx="22787">
                  <c:v>3.3117856563984884</c:v>
                </c:pt>
                <c:pt idx="22788">
                  <c:v>3.3140834136645538</c:v>
                </c:pt>
                <c:pt idx="22789">
                  <c:v>3.31696680685531</c:v>
                </c:pt>
                <c:pt idx="22790">
                  <c:v>3.3210449314554311</c:v>
                </c:pt>
                <c:pt idx="22791">
                  <c:v>3.3250057582556325</c:v>
                </c:pt>
                <c:pt idx="22792">
                  <c:v>3.3275368315091747</c:v>
                </c:pt>
                <c:pt idx="22793">
                  <c:v>3.3287153544952783</c:v>
                </c:pt>
                <c:pt idx="22794">
                  <c:v>3.3313441048258445</c:v>
                </c:pt>
                <c:pt idx="22795">
                  <c:v>3.3350541276029446</c:v>
                </c:pt>
                <c:pt idx="22796">
                  <c:v>3.3376419303379028</c:v>
                </c:pt>
                <c:pt idx="22797">
                  <c:v>3.3393775112392619</c:v>
                </c:pt>
                <c:pt idx="22798">
                  <c:v>3.3406311048173141</c:v>
                </c:pt>
                <c:pt idx="22799">
                  <c:v>3.3403811538691213</c:v>
                </c:pt>
                <c:pt idx="22800">
                  <c:v>3.3403990684422</c:v>
                </c:pt>
                <c:pt idx="22801">
                  <c:v>3.3434978630473542</c:v>
                </c:pt>
                <c:pt idx="22802">
                  <c:v>3.3471972223880977</c:v>
                </c:pt>
                <c:pt idx="22803">
                  <c:v>3.349932607082228</c:v>
                </c:pt>
                <c:pt idx="22804">
                  <c:v>3.3539719167740119</c:v>
                </c:pt>
                <c:pt idx="22805">
                  <c:v>3.3552203919026131</c:v>
                </c:pt>
                <c:pt idx="22806">
                  <c:v>3.3560308130656953</c:v>
                </c:pt>
                <c:pt idx="22807">
                  <c:v>3.3598888443394213</c:v>
                </c:pt>
                <c:pt idx="22808">
                  <c:v>3.3657806061950302</c:v>
                </c:pt>
                <c:pt idx="22809">
                  <c:v>3.369650580517475</c:v>
                </c:pt>
                <c:pt idx="22810">
                  <c:v>3.3720660621209149</c:v>
                </c:pt>
                <c:pt idx="22811">
                  <c:v>3.3738673297902291</c:v>
                </c:pt>
                <c:pt idx="22812">
                  <c:v>3.3730138283442668</c:v>
                </c:pt>
                <c:pt idx="22813">
                  <c:v>3.3725838785903792</c:v>
                </c:pt>
                <c:pt idx="22814">
                  <c:v>3.3757837625721914</c:v>
                </c:pt>
                <c:pt idx="22815">
                  <c:v>3.3790015611270827</c:v>
                </c:pt>
                <c:pt idx="22816">
                  <c:v>3.3810271874973341</c:v>
                </c:pt>
                <c:pt idx="22817">
                  <c:v>3.3847039403530026</c:v>
                </c:pt>
                <c:pt idx="22818">
                  <c:v>3.3873608421555499</c:v>
                </c:pt>
                <c:pt idx="22819">
                  <c:v>3.3926938399460855</c:v>
                </c:pt>
                <c:pt idx="22820">
                  <c:v>3.3952944388046715</c:v>
                </c:pt>
                <c:pt idx="22821">
                  <c:v>3.3950129240848641</c:v>
                </c:pt>
                <c:pt idx="22822">
                  <c:v>3.3960268036136254</c:v>
                </c:pt>
                <c:pt idx="22823">
                  <c:v>3.3976169352430836</c:v>
                </c:pt>
                <c:pt idx="22824">
                  <c:v>3.3982776417597229</c:v>
                </c:pt>
                <c:pt idx="22825">
                  <c:v>3.3978856538392637</c:v>
                </c:pt>
                <c:pt idx="22826">
                  <c:v>3.3989191540909207</c:v>
                </c:pt>
                <c:pt idx="22827">
                  <c:v>3.4033675132013341</c:v>
                </c:pt>
                <c:pt idx="22828">
                  <c:v>3.40646844049376</c:v>
                </c:pt>
                <c:pt idx="22829">
                  <c:v>3.4076627453656707</c:v>
                </c:pt>
                <c:pt idx="22830">
                  <c:v>3.4109786475350399</c:v>
                </c:pt>
                <c:pt idx="22831">
                  <c:v>3.4150972931933152</c:v>
                </c:pt>
                <c:pt idx="22832">
                  <c:v>3.4163547256084557</c:v>
                </c:pt>
                <c:pt idx="22833">
                  <c:v>3.4183065609991212</c:v>
                </c:pt>
                <c:pt idx="22834">
                  <c:v>3.4227604650964403</c:v>
                </c:pt>
                <c:pt idx="22835">
                  <c:v>3.4259211076324614</c:v>
                </c:pt>
                <c:pt idx="22836">
                  <c:v>3.426208167339174</c:v>
                </c:pt>
                <c:pt idx="22837">
                  <c:v>3.4232010782866844</c:v>
                </c:pt>
                <c:pt idx="22838">
                  <c:v>3.4226568164950564</c:v>
                </c:pt>
                <c:pt idx="22839">
                  <c:v>3.4252940975747079</c:v>
                </c:pt>
                <c:pt idx="22840">
                  <c:v>3.4312720199960758</c:v>
                </c:pt>
                <c:pt idx="22841">
                  <c:v>3.4334302995146002</c:v>
                </c:pt>
                <c:pt idx="22842">
                  <c:v>3.4312080393779376</c:v>
                </c:pt>
                <c:pt idx="22843">
                  <c:v>3.4281924195763631</c:v>
                </c:pt>
                <c:pt idx="22844">
                  <c:v>3.4269639917081118</c:v>
                </c:pt>
                <c:pt idx="22845">
                  <c:v>3.4290710867321259</c:v>
                </c:pt>
                <c:pt idx="22846">
                  <c:v>3.4287725105141482</c:v>
                </c:pt>
                <c:pt idx="22847">
                  <c:v>3.4272966909224301</c:v>
                </c:pt>
                <c:pt idx="22848">
                  <c:v>3.4276037978894927</c:v>
                </c:pt>
                <c:pt idx="22849">
                  <c:v>3.4288279603832015</c:v>
                </c:pt>
                <c:pt idx="22850">
                  <c:v>3.4293909898228163</c:v>
                </c:pt>
                <c:pt idx="22851">
                  <c:v>3.4296767699171666</c:v>
                </c:pt>
                <c:pt idx="22852">
                  <c:v>3.4275568787695248</c:v>
                </c:pt>
                <c:pt idx="22853">
                  <c:v>3.424449126877831</c:v>
                </c:pt>
                <c:pt idx="22854">
                  <c:v>3.4224145432210404</c:v>
                </c:pt>
                <c:pt idx="22855">
                  <c:v>3.4227429770608158</c:v>
                </c:pt>
                <c:pt idx="22856">
                  <c:v>3.4241151480511505</c:v>
                </c:pt>
                <c:pt idx="22857">
                  <c:v>3.424625286846438</c:v>
                </c:pt>
                <c:pt idx="22858">
                  <c:v>3.4260422442694694</c:v>
                </c:pt>
                <c:pt idx="22859">
                  <c:v>3.4279066394820128</c:v>
                </c:pt>
                <c:pt idx="22860">
                  <c:v>3.4258268428550709</c:v>
                </c:pt>
                <c:pt idx="22861">
                  <c:v>3.4211758784538873</c:v>
                </c:pt>
                <c:pt idx="22862">
                  <c:v>3.420166264299668</c:v>
                </c:pt>
                <c:pt idx="22863">
                  <c:v>3.4231823106386972</c:v>
                </c:pt>
                <c:pt idx="22864">
                  <c:v>3.424272113834316</c:v>
                </c:pt>
                <c:pt idx="22865">
                  <c:v>3.4254822005920342</c:v>
                </c:pt>
                <c:pt idx="22866">
                  <c:v>3.4272369756788343</c:v>
                </c:pt>
                <c:pt idx="22867">
                  <c:v>3.4266483539919639</c:v>
                </c:pt>
                <c:pt idx="22868">
                  <c:v>3.4229707480613873</c:v>
                </c:pt>
                <c:pt idx="22869">
                  <c:v>3.4204311440587598</c:v>
                </c:pt>
                <c:pt idx="22870">
                  <c:v>3.4178505924605238</c:v>
                </c:pt>
                <c:pt idx="22871">
                  <c:v>3.4167633484896309</c:v>
                </c:pt>
                <c:pt idx="22872">
                  <c:v>3.4150333125751771</c:v>
                </c:pt>
                <c:pt idx="22873">
                  <c:v>3.4143828429574401</c:v>
                </c:pt>
                <c:pt idx="22874">
                  <c:v>3.4163995120411523</c:v>
                </c:pt>
                <c:pt idx="22875">
                  <c:v>3.4197448452948653</c:v>
                </c:pt>
                <c:pt idx="22876">
                  <c:v>3.4220140245514958</c:v>
                </c:pt>
                <c:pt idx="22877">
                  <c:v>3.4203547938544485</c:v>
                </c:pt>
                <c:pt idx="22878">
                  <c:v>3.4186883120206786</c:v>
                </c:pt>
                <c:pt idx="22879">
                  <c:v>3.4156513653463909</c:v>
                </c:pt>
                <c:pt idx="22880">
                  <c:v>3.4149104697883521</c:v>
                </c:pt>
                <c:pt idx="22881">
                  <c:v>3.4126451293688098</c:v>
                </c:pt>
                <c:pt idx="22882">
                  <c:v>3.4125883998873943</c:v>
                </c:pt>
                <c:pt idx="22883">
                  <c:v>3.4151493307627341</c:v>
                </c:pt>
                <c:pt idx="22884">
                  <c:v>3.417267515760559</c:v>
                </c:pt>
                <c:pt idx="22885">
                  <c:v>3.4168448171433932</c:v>
                </c:pt>
                <c:pt idx="22886">
                  <c:v>3.4151139281540313</c:v>
                </c:pt>
                <c:pt idx="22887">
                  <c:v>3.412999581993295</c:v>
                </c:pt>
                <c:pt idx="22888">
                  <c:v>3.4115638569222764</c:v>
                </c:pt>
                <c:pt idx="22889">
                  <c:v>3.4111752813014511</c:v>
                </c:pt>
                <c:pt idx="22890">
                  <c:v>3.4108037671787961</c:v>
                </c:pt>
                <c:pt idx="22891">
                  <c:v>3.4089534477022427</c:v>
                </c:pt>
                <c:pt idx="22892">
                  <c:v>3.4047170777065934</c:v>
                </c:pt>
                <c:pt idx="22893">
                  <c:v>3.4029814968052343</c:v>
                </c:pt>
                <c:pt idx="22894">
                  <c:v>3.4022359093351988</c:v>
                </c:pt>
                <c:pt idx="22895">
                  <c:v>3.4027076597596033</c:v>
                </c:pt>
                <c:pt idx="22896">
                  <c:v>3.4021301280465437</c:v>
                </c:pt>
                <c:pt idx="22897">
                  <c:v>3.4001987664536824</c:v>
                </c:pt>
                <c:pt idx="22898">
                  <c:v>3.3983970722469139</c:v>
                </c:pt>
                <c:pt idx="22899">
                  <c:v>3.3982371207015687</c:v>
                </c:pt>
                <c:pt idx="22900">
                  <c:v>3.3986547008692831</c:v>
                </c:pt>
                <c:pt idx="22901">
                  <c:v>3.3988419508117009</c:v>
                </c:pt>
                <c:pt idx="22902">
                  <c:v>3.3998767306757207</c:v>
                </c:pt>
                <c:pt idx="22903">
                  <c:v>3.4002401405867451</c:v>
                </c:pt>
                <c:pt idx="22904">
                  <c:v>3.3997445040649019</c:v>
                </c:pt>
                <c:pt idx="22905">
                  <c:v>3.3995888178940992</c:v>
                </c:pt>
                <c:pt idx="22906">
                  <c:v>3.3976041391194562</c:v>
                </c:pt>
                <c:pt idx="22907">
                  <c:v>3.3955256221048771</c:v>
                </c:pt>
                <c:pt idx="22908">
                  <c:v>3.3959568514711278</c:v>
                </c:pt>
                <c:pt idx="22909">
                  <c:v>3.3964439572438856</c:v>
                </c:pt>
                <c:pt idx="22910">
                  <c:v>3.3976062718067275</c:v>
                </c:pt>
                <c:pt idx="22911">
                  <c:v>3.3995227045886898</c:v>
                </c:pt>
                <c:pt idx="22912">
                  <c:v>3.3992804313146738</c:v>
                </c:pt>
                <c:pt idx="22913">
                  <c:v>3.3993546488317139</c:v>
                </c:pt>
                <c:pt idx="22914">
                  <c:v>3.3964230569086271</c:v>
                </c:pt>
                <c:pt idx="22915">
                  <c:v>3.3933579587623588</c:v>
                </c:pt>
                <c:pt idx="22916">
                  <c:v>3.3936480042312516</c:v>
                </c:pt>
                <c:pt idx="22917">
                  <c:v>3.3947663854363053</c:v>
                </c:pt>
                <c:pt idx="22918">
                  <c:v>3.3956254318691723</c:v>
                </c:pt>
                <c:pt idx="22919">
                  <c:v>3.3933963471332418</c:v>
                </c:pt>
                <c:pt idx="22920">
                  <c:v>3.3923722307055781</c:v>
                </c:pt>
                <c:pt idx="22921">
                  <c:v>3.3936057770232804</c:v>
                </c:pt>
                <c:pt idx="22922">
                  <c:v>3.3935157776204328</c:v>
                </c:pt>
                <c:pt idx="22923">
                  <c:v>3.3925705706218063</c:v>
                </c:pt>
                <c:pt idx="22924">
                  <c:v>3.3916296289977224</c:v>
                </c:pt>
                <c:pt idx="22925">
                  <c:v>3.3925628929476299</c:v>
                </c:pt>
                <c:pt idx="22926">
                  <c:v>3.3927817066616619</c:v>
                </c:pt>
                <c:pt idx="22927">
                  <c:v>3.3921069244090325</c:v>
                </c:pt>
                <c:pt idx="22928">
                  <c:v>3.3915967856137446</c:v>
                </c:pt>
                <c:pt idx="22929">
                  <c:v>3.3895745715431271</c:v>
                </c:pt>
                <c:pt idx="22930">
                  <c:v>3.3907765540892147</c:v>
                </c:pt>
                <c:pt idx="22931">
                  <c:v>3.3948572379140614</c:v>
                </c:pt>
                <c:pt idx="22932">
                  <c:v>3.3977888298371481</c:v>
                </c:pt>
                <c:pt idx="22933">
                  <c:v>3.3978319101200278</c:v>
                </c:pt>
                <c:pt idx="22934">
                  <c:v>3.3961854755466079</c:v>
                </c:pt>
                <c:pt idx="22935">
                  <c:v>3.3954369023143922</c:v>
                </c:pt>
                <c:pt idx="22936">
                  <c:v>3.3944669561434191</c:v>
                </c:pt>
                <c:pt idx="22937">
                  <c:v>3.39246265664588</c:v>
                </c:pt>
                <c:pt idx="22938">
                  <c:v>3.3919870673843873</c:v>
                </c:pt>
                <c:pt idx="22939">
                  <c:v>3.3932410874998933</c:v>
                </c:pt>
                <c:pt idx="22940">
                  <c:v>3.3950589901299235</c:v>
                </c:pt>
                <c:pt idx="22941">
                  <c:v>3.3968282674901684</c:v>
                </c:pt>
                <c:pt idx="22942">
                  <c:v>3.3967595949600335</c:v>
                </c:pt>
                <c:pt idx="22943">
                  <c:v>3.3963637682024856</c:v>
                </c:pt>
                <c:pt idx="22944">
                  <c:v>3.3960737227335933</c:v>
                </c:pt>
                <c:pt idx="22945">
                  <c:v>3.3953533009733583</c:v>
                </c:pt>
                <c:pt idx="22946">
                  <c:v>3.3938825998310911</c:v>
                </c:pt>
                <c:pt idx="22947">
                  <c:v>3.3928354503808977</c:v>
                </c:pt>
                <c:pt idx="22948">
                  <c:v>3.3925279168763809</c:v>
                </c:pt>
                <c:pt idx="22949">
                  <c:v>3.39544969843802</c:v>
                </c:pt>
                <c:pt idx="22950">
                  <c:v>3.3946588979978332</c:v>
                </c:pt>
                <c:pt idx="22951">
                  <c:v>3.3930819890294566</c:v>
                </c:pt>
                <c:pt idx="22952">
                  <c:v>3.3938079557765968</c:v>
                </c:pt>
                <c:pt idx="22953">
                  <c:v>3.3941943987101508</c:v>
                </c:pt>
                <c:pt idx="22954">
                  <c:v>3.3952517850592461</c:v>
                </c:pt>
                <c:pt idx="22955">
                  <c:v>3.3968884092712179</c:v>
                </c:pt>
                <c:pt idx="22956">
                  <c:v>3.3966026291768681</c:v>
                </c:pt>
                <c:pt idx="22957">
                  <c:v>3.3941777637494348</c:v>
                </c:pt>
                <c:pt idx="22958">
                  <c:v>3.3931732680446669</c:v>
                </c:pt>
                <c:pt idx="22959">
                  <c:v>3.3951933494280131</c:v>
                </c:pt>
                <c:pt idx="22960">
                  <c:v>3.3956595548655129</c:v>
                </c:pt>
                <c:pt idx="22961">
                  <c:v>3.3959679414449382</c:v>
                </c:pt>
                <c:pt idx="22962">
                  <c:v>3.3967834810574717</c:v>
                </c:pt>
                <c:pt idx="22963">
                  <c:v>3.3975555138496709</c:v>
                </c:pt>
                <c:pt idx="22964">
                  <c:v>3.3984665978519573</c:v>
                </c:pt>
                <c:pt idx="22965">
                  <c:v>3.3984738489886794</c:v>
                </c:pt>
                <c:pt idx="22966">
                  <c:v>3.3987796763433797</c:v>
                </c:pt>
                <c:pt idx="22967">
                  <c:v>3.3991277309060508</c:v>
                </c:pt>
                <c:pt idx="22968">
                  <c:v>3.3998763041382665</c:v>
                </c:pt>
                <c:pt idx="22969">
                  <c:v>3.3970581711780112</c:v>
                </c:pt>
                <c:pt idx="22970">
                  <c:v>3.3948128780188189</c:v>
                </c:pt>
                <c:pt idx="22971">
                  <c:v>3.3963761377886592</c:v>
                </c:pt>
                <c:pt idx="22972">
                  <c:v>3.3967736706960237</c:v>
                </c:pt>
                <c:pt idx="22973">
                  <c:v>3.3943752505907545</c:v>
                </c:pt>
                <c:pt idx="22974">
                  <c:v>3.3935742132516657</c:v>
                </c:pt>
                <c:pt idx="22975">
                  <c:v>3.3939265331888793</c:v>
                </c:pt>
                <c:pt idx="22976">
                  <c:v>3.3954595087994677</c:v>
                </c:pt>
                <c:pt idx="22977">
                  <c:v>3.3939841157452038</c:v>
                </c:pt>
                <c:pt idx="22978">
                  <c:v>3.389658172884161</c:v>
                </c:pt>
                <c:pt idx="22979">
                  <c:v>3.3880654820299769</c:v>
                </c:pt>
                <c:pt idx="22980">
                  <c:v>3.390696791585269</c:v>
                </c:pt>
                <c:pt idx="22981">
                  <c:v>3.3938553014340189</c:v>
                </c:pt>
                <c:pt idx="22982">
                  <c:v>3.3961163764790188</c:v>
                </c:pt>
                <c:pt idx="22983">
                  <c:v>3.3971584074797607</c:v>
                </c:pt>
                <c:pt idx="22984">
                  <c:v>3.3951387526338688</c:v>
                </c:pt>
                <c:pt idx="22985">
                  <c:v>3.3899443795159652</c:v>
                </c:pt>
                <c:pt idx="22986">
                  <c:v>3.3868792813696968</c:v>
                </c:pt>
                <c:pt idx="22987">
                  <c:v>3.388152922208099</c:v>
                </c:pt>
                <c:pt idx="22988">
                  <c:v>3.3913310527797447</c:v>
                </c:pt>
                <c:pt idx="22989">
                  <c:v>3.39275142250241</c:v>
                </c:pt>
                <c:pt idx="22990">
                  <c:v>3.3926273001032219</c:v>
                </c:pt>
                <c:pt idx="22991">
                  <c:v>3.391953370925501</c:v>
                </c:pt>
                <c:pt idx="22992">
                  <c:v>3.3905278827533847</c:v>
                </c:pt>
                <c:pt idx="22993">
                  <c:v>3.3883465702123305</c:v>
                </c:pt>
                <c:pt idx="22994">
                  <c:v>3.3871693268385896</c:v>
                </c:pt>
                <c:pt idx="22995">
                  <c:v>3.3872025967600217</c:v>
                </c:pt>
                <c:pt idx="22996">
                  <c:v>3.3874956279910937</c:v>
                </c:pt>
                <c:pt idx="22997">
                  <c:v>3.3882838692065551</c:v>
                </c:pt>
                <c:pt idx="22998">
                  <c:v>3.3902339984474037</c:v>
                </c:pt>
                <c:pt idx="22999">
                  <c:v>3.3896389786987196</c:v>
                </c:pt>
                <c:pt idx="23000">
                  <c:v>3.3902339984474037</c:v>
                </c:pt>
                <c:pt idx="23001">
                  <c:v>3.3892695972633358</c:v>
                </c:pt>
                <c:pt idx="23002">
                  <c:v>3.3876525937742592</c:v>
                </c:pt>
                <c:pt idx="23003">
                  <c:v>3.3865845439888078</c:v>
                </c:pt>
                <c:pt idx="23004">
                  <c:v>3.384674935806113</c:v>
                </c:pt>
                <c:pt idx="23005">
                  <c:v>3.3838299651092361</c:v>
                </c:pt>
                <c:pt idx="23006">
                  <c:v>3.3838163159107002</c:v>
                </c:pt>
                <c:pt idx="23007">
                  <c:v>3.3818469924844101</c:v>
                </c:pt>
                <c:pt idx="23008">
                  <c:v>3.3790045468892624</c:v>
                </c:pt>
                <c:pt idx="23009">
                  <c:v>3.3769554609590267</c:v>
                </c:pt>
                <c:pt idx="23010">
                  <c:v>3.3747831057045117</c:v>
                </c:pt>
                <c:pt idx="23011">
                  <c:v>3.374618888784624</c:v>
                </c:pt>
                <c:pt idx="23012">
                  <c:v>3.3751797855369681</c:v>
                </c:pt>
                <c:pt idx="23013">
                  <c:v>3.3765075966320603</c:v>
                </c:pt>
                <c:pt idx="23014">
                  <c:v>3.3777607636726579</c:v>
                </c:pt>
                <c:pt idx="23015">
                  <c:v>3.3793325541915835</c:v>
                </c:pt>
                <c:pt idx="23016">
                  <c:v>3.381489127560291</c:v>
                </c:pt>
                <c:pt idx="23017">
                  <c:v>3.3806612183615843</c:v>
                </c:pt>
                <c:pt idx="23018">
                  <c:v>3.3772753640497171</c:v>
                </c:pt>
                <c:pt idx="23019">
                  <c:v>3.374013632137038</c:v>
                </c:pt>
                <c:pt idx="23020">
                  <c:v>3.3711302389462818</c:v>
                </c:pt>
                <c:pt idx="23021">
                  <c:v>3.3692317207373979</c:v>
                </c:pt>
                <c:pt idx="23022">
                  <c:v>3.3703816657140662</c:v>
                </c:pt>
                <c:pt idx="23023">
                  <c:v>3.3691848016174299</c:v>
                </c:pt>
                <c:pt idx="23024">
                  <c:v>3.368180305912662</c:v>
                </c:pt>
                <c:pt idx="23025">
                  <c:v>3.3664541088352968</c:v>
                </c:pt>
                <c:pt idx="23026">
                  <c:v>3.3663790382433483</c:v>
                </c:pt>
                <c:pt idx="23027">
                  <c:v>3.3658241130153641</c:v>
                </c:pt>
                <c:pt idx="23028">
                  <c:v>3.364856726069116</c:v>
                </c:pt>
                <c:pt idx="23029">
                  <c:v>3.3645009938322685</c:v>
                </c:pt>
                <c:pt idx="23030">
                  <c:v>3.3650657294217003</c:v>
                </c:pt>
                <c:pt idx="23031">
                  <c:v>3.3672734872849186</c:v>
                </c:pt>
                <c:pt idx="23032">
                  <c:v>3.3687181696424764</c:v>
                </c:pt>
                <c:pt idx="23033">
                  <c:v>3.3677465173216858</c:v>
                </c:pt>
                <c:pt idx="23034">
                  <c:v>3.3664199858389567</c:v>
                </c:pt>
                <c:pt idx="23035">
                  <c:v>3.3653873386622077</c:v>
                </c:pt>
                <c:pt idx="23036">
                  <c:v>3.3655391859959223</c:v>
                </c:pt>
                <c:pt idx="23037">
                  <c:v>3.3620795407044692</c:v>
                </c:pt>
                <c:pt idx="23038">
                  <c:v>3.358086723595199</c:v>
                </c:pt>
                <c:pt idx="23039">
                  <c:v>3.3566983441816025</c:v>
                </c:pt>
                <c:pt idx="23040">
                  <c:v>3.3567064483932336</c:v>
                </c:pt>
                <c:pt idx="23041">
                  <c:v>3.3563801472407291</c:v>
                </c:pt>
                <c:pt idx="23042">
                  <c:v>3.3579318904993047</c:v>
                </c:pt>
                <c:pt idx="23043">
                  <c:v>3.3589389454287981</c:v>
                </c:pt>
                <c:pt idx="23044">
                  <c:v>3.3562240345324721</c:v>
                </c:pt>
                <c:pt idx="23045">
                  <c:v>3.3551581174342919</c:v>
                </c:pt>
                <c:pt idx="23046">
                  <c:v>3.3574652585243512</c:v>
                </c:pt>
                <c:pt idx="23047">
                  <c:v>3.3598781809030651</c:v>
                </c:pt>
                <c:pt idx="23048">
                  <c:v>3.3592567158322173</c:v>
                </c:pt>
                <c:pt idx="23049">
                  <c:v>3.3561510966277948</c:v>
                </c:pt>
                <c:pt idx="23050">
                  <c:v>3.3527737730650129</c:v>
                </c:pt>
                <c:pt idx="23051">
                  <c:v>3.3508223642118016</c:v>
                </c:pt>
                <c:pt idx="23052">
                  <c:v>3.3487890601673733</c:v>
                </c:pt>
                <c:pt idx="23053">
                  <c:v>3.3500951178522986</c:v>
                </c:pt>
                <c:pt idx="23054">
                  <c:v>3.3504124617182636</c:v>
                </c:pt>
                <c:pt idx="23055">
                  <c:v>3.3503907083080966</c:v>
                </c:pt>
                <c:pt idx="23056">
                  <c:v>3.3490223761548501</c:v>
                </c:pt>
                <c:pt idx="23057">
                  <c:v>3.3482413860761113</c:v>
                </c:pt>
                <c:pt idx="23058">
                  <c:v>3.3503924144579136</c:v>
                </c:pt>
                <c:pt idx="23059">
                  <c:v>3.3507686204925653</c:v>
                </c:pt>
                <c:pt idx="23060">
                  <c:v>3.350264026684183</c:v>
                </c:pt>
                <c:pt idx="23061">
                  <c:v>3.3503194765532363</c:v>
                </c:pt>
                <c:pt idx="23062">
                  <c:v>3.3520849150763929</c:v>
                </c:pt>
                <c:pt idx="23063">
                  <c:v>3.3534856640761626</c:v>
                </c:pt>
                <c:pt idx="23064">
                  <c:v>3.3508364399477917</c:v>
                </c:pt>
                <c:pt idx="23065">
                  <c:v>3.3493486773073542</c:v>
                </c:pt>
                <c:pt idx="23066">
                  <c:v>3.3478135690094946</c:v>
                </c:pt>
                <c:pt idx="23067">
                  <c:v>3.3465608285063513</c:v>
                </c:pt>
                <c:pt idx="23068">
                  <c:v>3.3482004384805029</c:v>
                </c:pt>
                <c:pt idx="23069">
                  <c:v>3.350028578009435</c:v>
                </c:pt>
                <c:pt idx="23070">
                  <c:v>3.3487604821579384</c:v>
                </c:pt>
                <c:pt idx="23071">
                  <c:v>3.3458365679090281</c:v>
                </c:pt>
                <c:pt idx="23072">
                  <c:v>3.3454403146140264</c:v>
                </c:pt>
                <c:pt idx="23073">
                  <c:v>3.345328988338466</c:v>
                </c:pt>
                <c:pt idx="23074">
                  <c:v>3.3455307405543282</c:v>
                </c:pt>
                <c:pt idx="23075">
                  <c:v>3.3482686844731835</c:v>
                </c:pt>
                <c:pt idx="23076">
                  <c:v>3.3482119549917679</c:v>
                </c:pt>
                <c:pt idx="23077">
                  <c:v>3.3459841498682001</c:v>
                </c:pt>
                <c:pt idx="23078">
                  <c:v>3.3457111658974776</c:v>
                </c:pt>
                <c:pt idx="23079">
                  <c:v>3.3466149987630414</c:v>
                </c:pt>
                <c:pt idx="23080">
                  <c:v>3.3472586437815104</c:v>
                </c:pt>
                <c:pt idx="23081">
                  <c:v>3.3466939081920781</c:v>
                </c:pt>
                <c:pt idx="23082">
                  <c:v>3.3459014016020747</c:v>
                </c:pt>
                <c:pt idx="23083">
                  <c:v>3.3451332076469633</c:v>
                </c:pt>
                <c:pt idx="23084">
                  <c:v>3.3445595147709919</c:v>
                </c:pt>
                <c:pt idx="23085">
                  <c:v>3.3440822193596818</c:v>
                </c:pt>
                <c:pt idx="23086">
                  <c:v>3.3449370004180068</c:v>
                </c:pt>
                <c:pt idx="23087">
                  <c:v>3.3465544304445372</c:v>
                </c:pt>
                <c:pt idx="23088">
                  <c:v>3.3464704025660494</c:v>
                </c:pt>
                <c:pt idx="23089">
                  <c:v>3.3449941564368766</c:v>
                </c:pt>
                <c:pt idx="23090">
                  <c:v>3.3456305503186234</c:v>
                </c:pt>
                <c:pt idx="23091">
                  <c:v>3.3444161981863627</c:v>
                </c:pt>
                <c:pt idx="23092">
                  <c:v>3.3431382919734181</c:v>
                </c:pt>
                <c:pt idx="23093">
                  <c:v>3.3443257722460609</c:v>
                </c:pt>
                <c:pt idx="23094">
                  <c:v>3.3450035402608704</c:v>
                </c:pt>
                <c:pt idx="23095">
                  <c:v>3.3458224921730375</c:v>
                </c:pt>
                <c:pt idx="23096">
                  <c:v>3.3472454211204288</c:v>
                </c:pt>
                <c:pt idx="23097">
                  <c:v>3.3485949856256876</c:v>
                </c:pt>
                <c:pt idx="23098">
                  <c:v>3.3489464524879931</c:v>
                </c:pt>
                <c:pt idx="23099">
                  <c:v>3.3493657388055245</c:v>
                </c:pt>
                <c:pt idx="23100">
                  <c:v>3.3478975968879827</c:v>
                </c:pt>
                <c:pt idx="23101">
                  <c:v>3.3475597792242135</c:v>
                </c:pt>
                <c:pt idx="23102">
                  <c:v>3.3493294831219131</c:v>
                </c:pt>
                <c:pt idx="23103">
                  <c:v>3.3523391313991282</c:v>
                </c:pt>
                <c:pt idx="23104">
                  <c:v>3.3524896991204796</c:v>
                </c:pt>
                <c:pt idx="23105">
                  <c:v>3.3532787934108494</c:v>
                </c:pt>
                <c:pt idx="23106">
                  <c:v>3.3544794963445739</c:v>
                </c:pt>
                <c:pt idx="23107">
                  <c:v>3.357087346339882</c:v>
                </c:pt>
                <c:pt idx="23108">
                  <c:v>3.3601298380010749</c:v>
                </c:pt>
                <c:pt idx="23109">
                  <c:v>3.3601895532446706</c:v>
                </c:pt>
                <c:pt idx="23110">
                  <c:v>3.3611727220767253</c:v>
                </c:pt>
                <c:pt idx="23111">
                  <c:v>3.362292809431596</c:v>
                </c:pt>
                <c:pt idx="23112">
                  <c:v>3.3633258831457988</c:v>
                </c:pt>
                <c:pt idx="23113">
                  <c:v>3.3643930798563422</c:v>
                </c:pt>
                <c:pt idx="23114">
                  <c:v>3.3677627257449476</c:v>
                </c:pt>
                <c:pt idx="23115">
                  <c:v>3.3700924733200823</c:v>
                </c:pt>
                <c:pt idx="23116">
                  <c:v>3.3695136619946595</c:v>
                </c:pt>
                <c:pt idx="23117">
                  <c:v>3.3704409544202076</c:v>
                </c:pt>
                <c:pt idx="23118">
                  <c:v>3.3704294379089426</c:v>
                </c:pt>
                <c:pt idx="23119">
                  <c:v>3.368920774933247</c:v>
                </c:pt>
                <c:pt idx="23120">
                  <c:v>3.3687147573428424</c:v>
                </c:pt>
                <c:pt idx="23121">
                  <c:v>3.3667202682067514</c:v>
                </c:pt>
                <c:pt idx="23122">
                  <c:v>3.3675524427800005</c:v>
                </c:pt>
                <c:pt idx="23123">
                  <c:v>3.3702728986632318</c:v>
                </c:pt>
                <c:pt idx="23124">
                  <c:v>3.3749178915400559</c:v>
                </c:pt>
                <c:pt idx="23125">
                  <c:v>3.3794127432329835</c:v>
                </c:pt>
                <c:pt idx="23126">
                  <c:v>3.3812259539510165</c:v>
                </c:pt>
                <c:pt idx="23127">
                  <c:v>3.3816644344539895</c:v>
                </c:pt>
                <c:pt idx="23128">
                  <c:v>3.3814669476126697</c:v>
                </c:pt>
                <c:pt idx="23129">
                  <c:v>3.3815445774293442</c:v>
                </c:pt>
                <c:pt idx="23130">
                  <c:v>3.3821430094776623</c:v>
                </c:pt>
                <c:pt idx="23131">
                  <c:v>3.3826203048889725</c:v>
                </c:pt>
                <c:pt idx="23132">
                  <c:v>3.3851530842923316</c:v>
                </c:pt>
                <c:pt idx="23133">
                  <c:v>3.3862595224486665</c:v>
                </c:pt>
                <c:pt idx="23134">
                  <c:v>3.3862475793999471</c:v>
                </c:pt>
                <c:pt idx="23135">
                  <c:v>3.3855774890593144</c:v>
                </c:pt>
                <c:pt idx="23136">
                  <c:v>3.3857574878650096</c:v>
                </c:pt>
                <c:pt idx="23137">
                  <c:v>3.3874452965714918</c:v>
                </c:pt>
                <c:pt idx="23138">
                  <c:v>3.3902160838743249</c:v>
                </c:pt>
                <c:pt idx="23139">
                  <c:v>3.3966107333884987</c:v>
                </c:pt>
                <c:pt idx="23140">
                  <c:v>3.4026918778737962</c:v>
                </c:pt>
                <c:pt idx="23141">
                  <c:v>3.4039066565435112</c:v>
                </c:pt>
                <c:pt idx="23142">
                  <c:v>3.4039928171092706</c:v>
                </c:pt>
                <c:pt idx="23143">
                  <c:v>3.408051320986496</c:v>
                </c:pt>
                <c:pt idx="23144">
                  <c:v>3.4102953345333251</c:v>
                </c:pt>
                <c:pt idx="23145">
                  <c:v>3.4126169778968292</c:v>
                </c:pt>
                <c:pt idx="23146">
                  <c:v>3.4125009597092721</c:v>
                </c:pt>
                <c:pt idx="23147">
                  <c:v>3.4127726640676319</c:v>
                </c:pt>
                <c:pt idx="23148">
                  <c:v>3.4150798051576907</c:v>
                </c:pt>
                <c:pt idx="23149">
                  <c:v>3.4179043361797601</c:v>
                </c:pt>
                <c:pt idx="23150">
                  <c:v>3.4200506726495652</c:v>
                </c:pt>
                <c:pt idx="23151">
                  <c:v>3.4207007157298484</c:v>
                </c:pt>
                <c:pt idx="23152">
                  <c:v>3.4227698489204337</c:v>
                </c:pt>
                <c:pt idx="23153">
                  <c:v>3.4259100176586506</c:v>
                </c:pt>
                <c:pt idx="23154">
                  <c:v>3.4272369756788343</c:v>
                </c:pt>
                <c:pt idx="23155">
                  <c:v>3.4268147035991232</c:v>
                </c:pt>
                <c:pt idx="23156">
                  <c:v>3.4263996826561343</c:v>
                </c:pt>
                <c:pt idx="23157">
                  <c:v>3.4274033252859932</c:v>
                </c:pt>
                <c:pt idx="23158">
                  <c:v>3.4274758366532163</c:v>
                </c:pt>
                <c:pt idx="23159">
                  <c:v>3.4298388541497831</c:v>
                </c:pt>
                <c:pt idx="23160">
                  <c:v>3.4340231865760131</c:v>
                </c:pt>
                <c:pt idx="23161">
                  <c:v>3.4375165283263525</c:v>
                </c:pt>
                <c:pt idx="23162">
                  <c:v>3.4403572677716832</c:v>
                </c:pt>
                <c:pt idx="23163">
                  <c:v>3.4424942204174949</c:v>
                </c:pt>
                <c:pt idx="23164">
                  <c:v>3.445765762691622</c:v>
                </c:pt>
                <c:pt idx="23165">
                  <c:v>3.4488496284858772</c:v>
                </c:pt>
                <c:pt idx="23166">
                  <c:v>3.4527012616977899</c:v>
                </c:pt>
                <c:pt idx="23167">
                  <c:v>3.4557424737466196</c:v>
                </c:pt>
                <c:pt idx="23168">
                  <c:v>3.4567533675132012</c:v>
                </c:pt>
                <c:pt idx="23169">
                  <c:v>3.4559301502264912</c:v>
                </c:pt>
                <c:pt idx="23170">
                  <c:v>3.4535927249771801</c:v>
                </c:pt>
                <c:pt idx="23171">
                  <c:v>3.4541429582931675</c:v>
                </c:pt>
                <c:pt idx="23172">
                  <c:v>3.4565017104151918</c:v>
                </c:pt>
                <c:pt idx="23173">
                  <c:v>3.4612405415319518</c:v>
                </c:pt>
                <c:pt idx="23174">
                  <c:v>3.4654120778345545</c:v>
                </c:pt>
                <c:pt idx="23175">
                  <c:v>3.4668281821826774</c:v>
                </c:pt>
                <c:pt idx="23176">
                  <c:v>3.4695494911408171</c:v>
                </c:pt>
                <c:pt idx="23177">
                  <c:v>3.4720532659972871</c:v>
                </c:pt>
                <c:pt idx="23178">
                  <c:v>3.4742627300103219</c:v>
                </c:pt>
                <c:pt idx="23179">
                  <c:v>3.4762845175434856</c:v>
                </c:pt>
                <c:pt idx="23180">
                  <c:v>3.4777134180152358</c:v>
                </c:pt>
                <c:pt idx="23181">
                  <c:v>3.4801276200063125</c:v>
                </c:pt>
                <c:pt idx="23182">
                  <c:v>3.4825503527464745</c:v>
                </c:pt>
                <c:pt idx="23183">
                  <c:v>3.483249874171451</c:v>
                </c:pt>
                <c:pt idx="23184">
                  <c:v>3.4829640940771007</c:v>
                </c:pt>
                <c:pt idx="23185">
                  <c:v>3.4825076990010491</c:v>
                </c:pt>
                <c:pt idx="23186">
                  <c:v>3.4833479777859293</c:v>
                </c:pt>
                <c:pt idx="23187">
                  <c:v>3.4843929945488514</c:v>
                </c:pt>
                <c:pt idx="23188">
                  <c:v>3.4880398897827218</c:v>
                </c:pt>
                <c:pt idx="23189">
                  <c:v>3.4921431800926439</c:v>
                </c:pt>
                <c:pt idx="23190">
                  <c:v>3.4949199389198364</c:v>
                </c:pt>
                <c:pt idx="23191">
                  <c:v>3.498430342168346</c:v>
                </c:pt>
                <c:pt idx="23192">
                  <c:v>3.500349760712488</c:v>
                </c:pt>
                <c:pt idx="23193">
                  <c:v>3.5001322266108188</c:v>
                </c:pt>
                <c:pt idx="23194">
                  <c:v>3.4991981095860027</c:v>
                </c:pt>
                <c:pt idx="23195">
                  <c:v>3.4991895788369178</c:v>
                </c:pt>
                <c:pt idx="23196">
                  <c:v>3.4970440954420208</c:v>
                </c:pt>
                <c:pt idx="23197">
                  <c:v>3.4945317898364654</c:v>
                </c:pt>
                <c:pt idx="23198">
                  <c:v>3.4948986120471237</c:v>
                </c:pt>
                <c:pt idx="23199">
                  <c:v>3.4984090152956329</c:v>
                </c:pt>
                <c:pt idx="23200">
                  <c:v>3.5029857621797769</c:v>
                </c:pt>
                <c:pt idx="23201">
                  <c:v>3.5042739052916234</c:v>
                </c:pt>
                <c:pt idx="23202">
                  <c:v>3.5044274587751549</c:v>
                </c:pt>
                <c:pt idx="23203">
                  <c:v>3.5061677315885107</c:v>
                </c:pt>
                <c:pt idx="23204">
                  <c:v>3.5072809943441134</c:v>
                </c:pt>
                <c:pt idx="23205">
                  <c:v>3.5069568258788806</c:v>
                </c:pt>
                <c:pt idx="23206">
                  <c:v>3.5089402250411608</c:v>
                </c:pt>
                <c:pt idx="23207">
                  <c:v>3.5096269503425095</c:v>
                </c:pt>
                <c:pt idx="23208">
                  <c:v>3.5104629637528473</c:v>
                </c:pt>
                <c:pt idx="23209">
                  <c:v>3.5117340453665236</c:v>
                </c:pt>
                <c:pt idx="23210">
                  <c:v>3.5118236182319169</c:v>
                </c:pt>
                <c:pt idx="23211">
                  <c:v>3.5115932880066199</c:v>
                </c:pt>
                <c:pt idx="23212">
                  <c:v>3.5142207587248238</c:v>
                </c:pt>
                <c:pt idx="23213">
                  <c:v>3.518311252911118</c:v>
                </c:pt>
                <c:pt idx="23214">
                  <c:v>3.5197828071282942</c:v>
                </c:pt>
                <c:pt idx="23215">
                  <c:v>3.5173131552681642</c:v>
                </c:pt>
                <c:pt idx="23216">
                  <c:v>3.5137814251469424</c:v>
                </c:pt>
                <c:pt idx="23217">
                  <c:v>3.513145884340104</c:v>
                </c:pt>
                <c:pt idx="23218">
                  <c:v>3.5151164873787568</c:v>
                </c:pt>
                <c:pt idx="23219">
                  <c:v>3.5190576934560625</c:v>
                </c:pt>
                <c:pt idx="23220">
                  <c:v>3.520891804509354</c:v>
                </c:pt>
                <c:pt idx="23221">
                  <c:v>3.5224358700937528</c:v>
                </c:pt>
                <c:pt idx="23222">
                  <c:v>3.5238519744418757</c:v>
                </c:pt>
                <c:pt idx="23223">
                  <c:v>3.5235491328493556</c:v>
                </c:pt>
                <c:pt idx="23224">
                  <c:v>3.52406097779446</c:v>
                </c:pt>
                <c:pt idx="23225">
                  <c:v>3.5222439282393387</c:v>
                </c:pt>
                <c:pt idx="23226">
                  <c:v>3.5226107504499971</c:v>
                </c:pt>
                <c:pt idx="23227">
                  <c:v>3.5263088301783778</c:v>
                </c:pt>
                <c:pt idx="23228">
                  <c:v>3.5283775368315093</c:v>
                </c:pt>
                <c:pt idx="23229">
                  <c:v>3.5275372580466291</c:v>
                </c:pt>
                <c:pt idx="23230">
                  <c:v>3.5272386818286514</c:v>
                </c:pt>
                <c:pt idx="23231">
                  <c:v>3.5268675942434506</c:v>
                </c:pt>
                <c:pt idx="23232">
                  <c:v>3.5250121563174464</c:v>
                </c:pt>
                <c:pt idx="23233">
                  <c:v>3.5235576635984405</c:v>
                </c:pt>
                <c:pt idx="23234">
                  <c:v>3.5235192752275575</c:v>
                </c:pt>
                <c:pt idx="23235">
                  <c:v>3.5227472424353583</c:v>
                </c:pt>
                <c:pt idx="23236">
                  <c:v>3.5238733013145884</c:v>
                </c:pt>
                <c:pt idx="23237">
                  <c:v>3.5256946162442526</c:v>
                </c:pt>
                <c:pt idx="23238">
                  <c:v>3.5279467340027129</c:v>
                </c:pt>
                <c:pt idx="23239">
                  <c:v>3.5269230441125035</c:v>
                </c:pt>
                <c:pt idx="23240">
                  <c:v>3.5231780452641548</c:v>
                </c:pt>
                <c:pt idx="23241">
                  <c:v>3.5203202443206538</c:v>
                </c:pt>
                <c:pt idx="23242">
                  <c:v>3.5163235883742949</c:v>
                </c:pt>
                <c:pt idx="23243">
                  <c:v>3.5146558269281627</c:v>
                </c:pt>
                <c:pt idx="23244">
                  <c:v>3.5148946879025447</c:v>
                </c:pt>
                <c:pt idx="23245">
                  <c:v>3.5157008436910844</c:v>
                </c:pt>
                <c:pt idx="23246">
                  <c:v>3.5159439700400092</c:v>
                </c:pt>
                <c:pt idx="23247">
                  <c:v>3.5135382987980175</c:v>
                </c:pt>
                <c:pt idx="23248">
                  <c:v>3.5118065567337466</c:v>
                </c:pt>
                <c:pt idx="23249">
                  <c:v>3.5109449510761541</c:v>
                </c:pt>
                <c:pt idx="23250">
                  <c:v>3.5111283621814833</c:v>
                </c:pt>
                <c:pt idx="23251">
                  <c:v>3.5126937546385948</c:v>
                </c:pt>
                <c:pt idx="23252">
                  <c:v>3.5128003890021584</c:v>
                </c:pt>
                <c:pt idx="23253">
                  <c:v>3.5120624792062989</c:v>
                </c:pt>
                <c:pt idx="23254">
                  <c:v>3.5152529793641181</c:v>
                </c:pt>
                <c:pt idx="23255">
                  <c:v>3.5174283203808128</c:v>
                </c:pt>
                <c:pt idx="23256">
                  <c:v>3.5160804620253705</c:v>
                </c:pt>
                <c:pt idx="23257">
                  <c:v>3.5157520281855952</c:v>
                </c:pt>
                <c:pt idx="23258">
                  <c:v>3.5147070114226731</c:v>
                </c:pt>
                <c:pt idx="23259">
                  <c:v>3.5146856845499603</c:v>
                </c:pt>
                <c:pt idx="23260">
                  <c:v>3.5148690956552895</c:v>
                </c:pt>
                <c:pt idx="23261">
                  <c:v>3.5108767050834735</c:v>
                </c:pt>
                <c:pt idx="23262">
                  <c:v>3.5093838239935851</c:v>
                </c:pt>
                <c:pt idx="23263">
                  <c:v>3.5089274289175334</c:v>
                </c:pt>
                <c:pt idx="23264">
                  <c:v>3.508846386801225</c:v>
                </c:pt>
                <c:pt idx="23265">
                  <c:v>3.5087909369321721</c:v>
                </c:pt>
                <c:pt idx="23266">
                  <c:v>3.5073876287076766</c:v>
                </c:pt>
                <c:pt idx="23267">
                  <c:v>3.5053829026726837</c:v>
                </c:pt>
                <c:pt idx="23268">
                  <c:v>3.5058606246214481</c:v>
                </c:pt>
                <c:pt idx="23269">
                  <c:v>3.5060312396031494</c:v>
                </c:pt>
                <c:pt idx="23270">
                  <c:v>3.5023928751183639</c:v>
                </c:pt>
                <c:pt idx="23271">
                  <c:v>3.5012156317446235</c:v>
                </c:pt>
                <c:pt idx="23272">
                  <c:v>3.5011004666319749</c:v>
                </c:pt>
                <c:pt idx="23273">
                  <c:v>3.502345955998396</c:v>
                </c:pt>
                <c:pt idx="23274">
                  <c:v>3.504269639917081</c:v>
                </c:pt>
                <c:pt idx="23275">
                  <c:v>3.5052165530655248</c:v>
                </c:pt>
                <c:pt idx="23276">
                  <c:v>3.5052805336836625</c:v>
                </c:pt>
                <c:pt idx="23277">
                  <c:v>3.5039369407027632</c:v>
                </c:pt>
                <c:pt idx="23278">
                  <c:v>3.5039497368263905</c:v>
                </c:pt>
                <c:pt idx="23279">
                  <c:v>3.5050800610801636</c:v>
                </c:pt>
                <c:pt idx="23280">
                  <c:v>3.5034805456267115</c:v>
                </c:pt>
                <c:pt idx="23281">
                  <c:v>3.5021966678894074</c:v>
                </c:pt>
                <c:pt idx="23282">
                  <c:v>3.5010620782610919</c:v>
                </c:pt>
                <c:pt idx="23283">
                  <c:v>3.4984218114192607</c:v>
                </c:pt>
                <c:pt idx="23284">
                  <c:v>3.4965450466205437</c:v>
                </c:pt>
                <c:pt idx="23285">
                  <c:v>3.4971294029328717</c:v>
                </c:pt>
                <c:pt idx="23286">
                  <c:v>3.498400484546548</c:v>
                </c:pt>
                <c:pt idx="23287">
                  <c:v>3.4990402907279288</c:v>
                </c:pt>
                <c:pt idx="23288">
                  <c:v>3.4968052344676388</c:v>
                </c:pt>
                <c:pt idx="23289">
                  <c:v>3.4934782423244584</c:v>
                </c:pt>
                <c:pt idx="23290">
                  <c:v>3.4903815804065754</c:v>
                </c:pt>
                <c:pt idx="23291">
                  <c:v>3.4893578905163665</c:v>
                </c:pt>
                <c:pt idx="23292">
                  <c:v>3.4880697474045195</c:v>
                </c:pt>
                <c:pt idx="23293">
                  <c:v>3.4891147641674416</c:v>
                </c:pt>
                <c:pt idx="23294">
                  <c:v>3.4902920075411821</c:v>
                </c:pt>
                <c:pt idx="23295">
                  <c:v>3.4895796899925782</c:v>
                </c:pt>
                <c:pt idx="23296">
                  <c:v>3.4891915409092071</c:v>
                </c:pt>
                <c:pt idx="23297">
                  <c:v>3.4900275543195449</c:v>
                </c:pt>
                <c:pt idx="23298">
                  <c:v>3.4878564786773927</c:v>
                </c:pt>
                <c:pt idx="23299">
                  <c:v>3.4860564906204412</c:v>
                </c:pt>
                <c:pt idx="23300">
                  <c:v>3.4840005800909379</c:v>
                </c:pt>
                <c:pt idx="23301">
                  <c:v>3.4831048514370049</c:v>
                </c:pt>
                <c:pt idx="23302">
                  <c:v>3.4853143154500397</c:v>
                </c:pt>
                <c:pt idx="23303">
                  <c:v>3.4852247425846463</c:v>
                </c:pt>
                <c:pt idx="23304">
                  <c:v>3.4832029550514831</c:v>
                </c:pt>
                <c:pt idx="23305">
                  <c:v>3.4817740545797324</c:v>
                </c:pt>
                <c:pt idx="23306">
                  <c:v>3.47844279706201</c:v>
                </c:pt>
                <c:pt idx="23307">
                  <c:v>3.4763911519070492</c:v>
                </c:pt>
                <c:pt idx="23308">
                  <c:v>3.4745911638500977</c:v>
                </c:pt>
                <c:pt idx="23309">
                  <c:v>3.4703257893075592</c:v>
                </c:pt>
                <c:pt idx="23310">
                  <c:v>3.4689864617012018</c:v>
                </c:pt>
                <c:pt idx="23311">
                  <c:v>3.4700229477150391</c:v>
                </c:pt>
                <c:pt idx="23312">
                  <c:v>3.4685172705015228</c:v>
                </c:pt>
                <c:pt idx="23313">
                  <c:v>3.4667386093172841</c:v>
                </c:pt>
                <c:pt idx="23314">
                  <c:v>3.4642689574571541</c:v>
                </c:pt>
                <c:pt idx="23315">
                  <c:v>3.4636590088975714</c:v>
                </c:pt>
                <c:pt idx="23316">
                  <c:v>3.4622557006730759</c:v>
                </c:pt>
                <c:pt idx="23317">
                  <c:v>3.4585576209446951</c:v>
                </c:pt>
                <c:pt idx="23318">
                  <c:v>3.4580884297450161</c:v>
                </c:pt>
                <c:pt idx="23319">
                  <c:v>3.4581097566177288</c:v>
                </c:pt>
                <c:pt idx="23320">
                  <c:v>3.4581310834904411</c:v>
                </c:pt>
                <c:pt idx="23321">
                  <c:v>3.4574870119345178</c:v>
                </c:pt>
                <c:pt idx="23322">
                  <c:v>3.4569794323639558</c:v>
                </c:pt>
                <c:pt idx="23323">
                  <c:v>3.4549320525835374</c:v>
                </c:pt>
                <c:pt idx="23324">
                  <c:v>3.4526202195814815</c:v>
                </c:pt>
                <c:pt idx="23325">
                  <c:v>3.4516519795603253</c:v>
                </c:pt>
                <c:pt idx="23326">
                  <c:v>3.450154833095894</c:v>
                </c:pt>
                <c:pt idx="23327">
                  <c:v>3.4504704708120419</c:v>
                </c:pt>
                <c:pt idx="23328">
                  <c:v>3.4486448905078353</c:v>
                </c:pt>
                <c:pt idx="23329">
                  <c:v>3.4438932632674475</c:v>
                </c:pt>
                <c:pt idx="23330">
                  <c:v>3.4418288219888589</c:v>
                </c:pt>
                <c:pt idx="23331">
                  <c:v>3.4428141235081853</c:v>
                </c:pt>
                <c:pt idx="23332">
                  <c:v>3.4435221756822467</c:v>
                </c:pt>
                <c:pt idx="23333">
                  <c:v>3.4426179162792283</c:v>
                </c:pt>
                <c:pt idx="23334">
                  <c:v>3.4400330993064503</c:v>
                </c:pt>
                <c:pt idx="23335">
                  <c:v>3.4381947228786158</c:v>
                </c:pt>
                <c:pt idx="23336">
                  <c:v>3.4345734198920006</c:v>
                </c:pt>
                <c:pt idx="23337">
                  <c:v>3.4302653916040367</c:v>
                </c:pt>
                <c:pt idx="23338">
                  <c:v>3.4274033252859932</c:v>
                </c:pt>
                <c:pt idx="23339">
                  <c:v>3.4289217986231373</c:v>
                </c:pt>
                <c:pt idx="23340">
                  <c:v>3.4311269972616296</c:v>
                </c:pt>
                <c:pt idx="23341">
                  <c:v>3.4287426528923506</c:v>
                </c:pt>
                <c:pt idx="23342">
                  <c:v>3.4264726205608116</c:v>
                </c:pt>
                <c:pt idx="23343">
                  <c:v>3.4243373740648169</c:v>
                </c:pt>
                <c:pt idx="23344">
                  <c:v>3.4226397549968866</c:v>
                </c:pt>
                <c:pt idx="23345">
                  <c:v>3.4212185321993123</c:v>
                </c:pt>
                <c:pt idx="23346">
                  <c:v>3.4211583904182628</c:v>
                </c:pt>
                <c:pt idx="23347">
                  <c:v>3.4210334149441661</c:v>
                </c:pt>
                <c:pt idx="23348">
                  <c:v>3.4165445347755985</c:v>
                </c:pt>
                <c:pt idx="23349">
                  <c:v>3.412921099101712</c:v>
                </c:pt>
                <c:pt idx="23350">
                  <c:v>3.4103132491064039</c:v>
                </c:pt>
                <c:pt idx="23351">
                  <c:v>3.4095395101643877</c:v>
                </c:pt>
                <c:pt idx="23352">
                  <c:v>3.4109773679226771</c:v>
                </c:pt>
                <c:pt idx="23353">
                  <c:v>3.4118189263199201</c:v>
                </c:pt>
                <c:pt idx="23354">
                  <c:v>3.4110763246120643</c:v>
                </c:pt>
                <c:pt idx="23355">
                  <c:v>3.4081571022751507</c:v>
                </c:pt>
                <c:pt idx="23356">
                  <c:v>3.4055825222012746</c:v>
                </c:pt>
                <c:pt idx="23357">
                  <c:v>3.403351731315527</c:v>
                </c:pt>
                <c:pt idx="23358">
                  <c:v>3.4017415524257184</c:v>
                </c:pt>
                <c:pt idx="23359">
                  <c:v>3.4013969101626813</c:v>
                </c:pt>
                <c:pt idx="23360">
                  <c:v>3.4002004726034993</c:v>
                </c:pt>
                <c:pt idx="23361">
                  <c:v>3.400090852477756</c:v>
                </c:pt>
                <c:pt idx="23362">
                  <c:v>3.4025976130964062</c:v>
                </c:pt>
                <c:pt idx="23363">
                  <c:v>3.4024978033321105</c:v>
                </c:pt>
                <c:pt idx="23364">
                  <c:v>3.3987135630379703</c:v>
                </c:pt>
                <c:pt idx="23365">
                  <c:v>3.3929164924972062</c:v>
                </c:pt>
                <c:pt idx="23366">
                  <c:v>3.3903231447753428</c:v>
                </c:pt>
                <c:pt idx="23367">
                  <c:v>3.3889095996519454</c:v>
                </c:pt>
                <c:pt idx="23368">
                  <c:v>3.3868170069013761</c:v>
                </c:pt>
                <c:pt idx="23369">
                  <c:v>3.3855698113851376</c:v>
                </c:pt>
                <c:pt idx="23370">
                  <c:v>3.384678348105747</c:v>
                </c:pt>
                <c:pt idx="23371">
                  <c:v>3.3833466981735665</c:v>
                </c:pt>
                <c:pt idx="23372">
                  <c:v>3.381210172065209</c:v>
                </c:pt>
                <c:pt idx="23373">
                  <c:v>3.3804914564547914</c:v>
                </c:pt>
                <c:pt idx="23374">
                  <c:v>3.3811380872354402</c:v>
                </c:pt>
                <c:pt idx="23375">
                  <c:v>3.3793061088694198</c:v>
                </c:pt>
                <c:pt idx="23376">
                  <c:v>3.3772762171246256</c:v>
                </c:pt>
                <c:pt idx="23377">
                  <c:v>3.3756579340231867</c:v>
                </c:pt>
                <c:pt idx="23378">
                  <c:v>3.3725045426238878</c:v>
                </c:pt>
                <c:pt idx="23379">
                  <c:v>3.3691570766829035</c:v>
                </c:pt>
                <c:pt idx="23380">
                  <c:v>3.3680480793018437</c:v>
                </c:pt>
                <c:pt idx="23381">
                  <c:v>3.3667983245608797</c:v>
                </c:pt>
                <c:pt idx="23382">
                  <c:v>3.3657136398147123</c:v>
                </c:pt>
                <c:pt idx="23383">
                  <c:v>3.3646583861528883</c:v>
                </c:pt>
                <c:pt idx="23384">
                  <c:v>3.3602522542504456</c:v>
                </c:pt>
                <c:pt idx="23385">
                  <c:v>3.3578832652295199</c:v>
                </c:pt>
                <c:pt idx="23386">
                  <c:v>3.3587879511699921</c:v>
                </c:pt>
                <c:pt idx="23387">
                  <c:v>3.360198937068664</c:v>
                </c:pt>
                <c:pt idx="23388">
                  <c:v>3.3599558107197391</c:v>
                </c:pt>
                <c:pt idx="23389">
                  <c:v>3.3576136935584313</c:v>
                </c:pt>
                <c:pt idx="23390">
                  <c:v>3.3541689770778773</c:v>
                </c:pt>
                <c:pt idx="23391">
                  <c:v>3.3498814225877176</c:v>
                </c:pt>
                <c:pt idx="23392">
                  <c:v>3.3456267114815352</c:v>
                </c:pt>
                <c:pt idx="23393">
                  <c:v>3.3442118867457751</c:v>
                </c:pt>
                <c:pt idx="23394">
                  <c:v>3.3437200890610206</c:v>
                </c:pt>
                <c:pt idx="23395">
                  <c:v>3.3406421947911245</c:v>
                </c:pt>
                <c:pt idx="23396">
                  <c:v>3.3389723006577205</c:v>
                </c:pt>
                <c:pt idx="23397">
                  <c:v>3.3404656082850637</c:v>
                </c:pt>
                <c:pt idx="23398">
                  <c:v>3.3397515845866428</c:v>
                </c:pt>
                <c:pt idx="23399">
                  <c:v>3.3390379874256757</c:v>
                </c:pt>
                <c:pt idx="23400">
                  <c:v>3.3374849645547373</c:v>
                </c:pt>
                <c:pt idx="23401">
                  <c:v>3.3339847982051305</c:v>
                </c:pt>
                <c:pt idx="23402">
                  <c:v>3.3304023101268521</c:v>
                </c:pt>
                <c:pt idx="23403">
                  <c:v>3.3290996647415607</c:v>
                </c:pt>
                <c:pt idx="23404">
                  <c:v>3.3285221330285011</c:v>
                </c:pt>
                <c:pt idx="23405">
                  <c:v>3.326098547213431</c:v>
                </c:pt>
                <c:pt idx="23406">
                  <c:v>3.3243702174487941</c:v>
                </c:pt>
                <c:pt idx="23407">
                  <c:v>3.3217888127756496</c:v>
                </c:pt>
                <c:pt idx="23408">
                  <c:v>3.320074985284458</c:v>
                </c:pt>
                <c:pt idx="23409">
                  <c:v>3.319761053718127</c:v>
                </c:pt>
                <c:pt idx="23410">
                  <c:v>3.3194373117903484</c:v>
                </c:pt>
                <c:pt idx="23411">
                  <c:v>3.3145982443718385</c:v>
                </c:pt>
                <c:pt idx="23412">
                  <c:v>3.3099059058375917</c:v>
                </c:pt>
                <c:pt idx="23413">
                  <c:v>3.3069372051559847</c:v>
                </c:pt>
                <c:pt idx="23414">
                  <c:v>3.3045737611219641</c:v>
                </c:pt>
                <c:pt idx="23415">
                  <c:v>3.3059527567115667</c:v>
                </c:pt>
                <c:pt idx="23416">
                  <c:v>3.3076985745118277</c:v>
                </c:pt>
                <c:pt idx="23417">
                  <c:v>3.3086774779693404</c:v>
                </c:pt>
                <c:pt idx="23418">
                  <c:v>3.3086595633962617</c:v>
                </c:pt>
                <c:pt idx="23419">
                  <c:v>3.3055377357685778</c:v>
                </c:pt>
                <c:pt idx="23420">
                  <c:v>3.3031056192044224</c:v>
                </c:pt>
                <c:pt idx="23421">
                  <c:v>3.3023621644216581</c:v>
                </c:pt>
                <c:pt idx="23422">
                  <c:v>3.299573036008292</c:v>
                </c:pt>
                <c:pt idx="23423">
                  <c:v>3.2979393975584994</c:v>
                </c:pt>
                <c:pt idx="23424">
                  <c:v>3.2973008709894813</c:v>
                </c:pt>
                <c:pt idx="23425">
                  <c:v>3.2972313453844384</c:v>
                </c:pt>
                <c:pt idx="23426">
                  <c:v>3.2963159960076096</c:v>
                </c:pt>
                <c:pt idx="23427">
                  <c:v>3.2933583852998134</c:v>
                </c:pt>
                <c:pt idx="23428">
                  <c:v>3.2912303899405408</c:v>
                </c:pt>
                <c:pt idx="23429">
                  <c:v>3.2903112017266238</c:v>
                </c:pt>
                <c:pt idx="23430">
                  <c:v>3.2926191958915911</c:v>
                </c:pt>
                <c:pt idx="23431">
                  <c:v>3.2935247349069723</c:v>
                </c:pt>
                <c:pt idx="23432">
                  <c:v>3.2919478259385957</c:v>
                </c:pt>
                <c:pt idx="23433">
                  <c:v>3.2881669979440895</c:v>
                </c:pt>
                <c:pt idx="23434">
                  <c:v>3.2856431758272695</c:v>
                </c:pt>
                <c:pt idx="23435">
                  <c:v>3.2849828958480844</c:v>
                </c:pt>
                <c:pt idx="23436">
                  <c:v>3.2822539092157683</c:v>
                </c:pt>
                <c:pt idx="23437">
                  <c:v>3.2819382714996204</c:v>
                </c:pt>
                <c:pt idx="23438">
                  <c:v>3.2819630106719671</c:v>
                </c:pt>
                <c:pt idx="23439">
                  <c:v>3.2804266227617447</c:v>
                </c:pt>
                <c:pt idx="23440">
                  <c:v>3.2788795714151657</c:v>
                </c:pt>
                <c:pt idx="23441">
                  <c:v>3.2751337194919086</c:v>
                </c:pt>
                <c:pt idx="23442">
                  <c:v>3.2724358700937528</c:v>
                </c:pt>
                <c:pt idx="23443">
                  <c:v>3.2705731810310263</c:v>
                </c:pt>
                <c:pt idx="23444">
                  <c:v>3.2685782653574811</c:v>
                </c:pt>
                <c:pt idx="23445">
                  <c:v>3.2676616363682895</c:v>
                </c:pt>
                <c:pt idx="23446">
                  <c:v>3.2625602484154133</c:v>
                </c:pt>
                <c:pt idx="23447">
                  <c:v>3.2586552980217194</c:v>
                </c:pt>
                <c:pt idx="23448">
                  <c:v>3.2586459141977255</c:v>
                </c:pt>
                <c:pt idx="23449">
                  <c:v>3.2582825042867016</c:v>
                </c:pt>
                <c:pt idx="23450">
                  <c:v>3.2590447267174532</c:v>
                </c:pt>
                <c:pt idx="23451">
                  <c:v>3.2612648541668445</c:v>
                </c:pt>
                <c:pt idx="23452">
                  <c:v>3.2615881695571689</c:v>
                </c:pt>
                <c:pt idx="23453">
                  <c:v>3.2616146148793326</c:v>
                </c:pt>
                <c:pt idx="23454">
                  <c:v>3.2604736271892034</c:v>
                </c:pt>
                <c:pt idx="23455">
                  <c:v>3.2592639669689394</c:v>
                </c:pt>
                <c:pt idx="23456">
                  <c:v>3.2579028859524155</c:v>
                </c:pt>
                <c:pt idx="23457">
                  <c:v>3.2578013700383028</c:v>
                </c:pt>
                <c:pt idx="23458">
                  <c:v>3.2571167774242258</c:v>
                </c:pt>
                <c:pt idx="23459">
                  <c:v>3.2562133710961159</c:v>
                </c:pt>
                <c:pt idx="23460">
                  <c:v>3.2575731725002774</c:v>
                </c:pt>
                <c:pt idx="23461">
                  <c:v>3.257374406046595</c:v>
                </c:pt>
                <c:pt idx="23462">
                  <c:v>3.2553159362923658</c:v>
                </c:pt>
                <c:pt idx="23463">
                  <c:v>3.2543566535577488</c:v>
                </c:pt>
                <c:pt idx="23464">
                  <c:v>3.2546616278375406</c:v>
                </c:pt>
                <c:pt idx="23465">
                  <c:v>3.2516182831014393</c:v>
                </c:pt>
                <c:pt idx="23466">
                  <c:v>3.2489042252800218</c:v>
                </c:pt>
                <c:pt idx="23467">
                  <c:v>3.2464763740904088</c:v>
                </c:pt>
                <c:pt idx="23468">
                  <c:v>3.2447463381759554</c:v>
                </c:pt>
                <c:pt idx="23469">
                  <c:v>3.246007609428184</c:v>
                </c:pt>
                <c:pt idx="23470">
                  <c:v>3.2462763280243641</c:v>
                </c:pt>
                <c:pt idx="23471">
                  <c:v>3.2457380377570955</c:v>
                </c:pt>
                <c:pt idx="23472">
                  <c:v>3.2431958745297425</c:v>
                </c:pt>
                <c:pt idx="23473">
                  <c:v>3.240276225655375</c:v>
                </c:pt>
                <c:pt idx="23474">
                  <c:v>3.2387313069960673</c:v>
                </c:pt>
                <c:pt idx="23475">
                  <c:v>3.2347273999129862</c:v>
                </c:pt>
                <c:pt idx="23476">
                  <c:v>3.2321033414944167</c:v>
                </c:pt>
                <c:pt idx="23477">
                  <c:v>3.2309115958472314</c:v>
                </c:pt>
                <c:pt idx="23478">
                  <c:v>3.2315688900642368</c:v>
                </c:pt>
                <c:pt idx="23479">
                  <c:v>3.2315650512271481</c:v>
                </c:pt>
                <c:pt idx="23480">
                  <c:v>3.2305132098649585</c:v>
                </c:pt>
                <c:pt idx="23481">
                  <c:v>3.2300316490791054</c:v>
                </c:pt>
                <c:pt idx="23482">
                  <c:v>3.2277944601315443</c:v>
                </c:pt>
                <c:pt idx="23483">
                  <c:v>3.2252821545259889</c:v>
                </c:pt>
                <c:pt idx="23484">
                  <c:v>3.2250437200890611</c:v>
                </c:pt>
                <c:pt idx="23485">
                  <c:v>3.2251584586642554</c:v>
                </c:pt>
                <c:pt idx="23486">
                  <c:v>3.2257163696544193</c:v>
                </c:pt>
                <c:pt idx="23487">
                  <c:v>3.2251904489733243</c:v>
                </c:pt>
                <c:pt idx="23488">
                  <c:v>3.2228355356883887</c:v>
                </c:pt>
                <c:pt idx="23489">
                  <c:v>3.2217734574272967</c:v>
                </c:pt>
                <c:pt idx="23490">
                  <c:v>3.2198992518533052</c:v>
                </c:pt>
                <c:pt idx="23491">
                  <c:v>3.219384421146021</c:v>
                </c:pt>
                <c:pt idx="23492">
                  <c:v>3.2208384873275722</c:v>
                </c:pt>
                <c:pt idx="23493">
                  <c:v>3.2214160190406318</c:v>
                </c:pt>
                <c:pt idx="23494">
                  <c:v>3.2186831935712275</c:v>
                </c:pt>
                <c:pt idx="23495">
                  <c:v>3.2156769575936464</c:v>
                </c:pt>
                <c:pt idx="23496">
                  <c:v>3.2151036912551292</c:v>
                </c:pt>
                <c:pt idx="23497">
                  <c:v>3.2163274272113833</c:v>
                </c:pt>
                <c:pt idx="23498">
                  <c:v>3.2171617344719041</c:v>
                </c:pt>
                <c:pt idx="23499">
                  <c:v>3.2178126306270953</c:v>
                </c:pt>
                <c:pt idx="23500">
                  <c:v>3.2200886344829938</c:v>
                </c:pt>
                <c:pt idx="23501">
                  <c:v>3.2220054938024107</c:v>
                </c:pt>
                <c:pt idx="23502">
                  <c:v>3.2203983006747823</c:v>
                </c:pt>
                <c:pt idx="23503">
                  <c:v>3.2175946699879718</c:v>
                </c:pt>
                <c:pt idx="23504">
                  <c:v>3.2161243953831584</c:v>
                </c:pt>
                <c:pt idx="23505">
                  <c:v>3.2146643576772478</c:v>
                </c:pt>
                <c:pt idx="23506">
                  <c:v>3.2142309956237258</c:v>
                </c:pt>
                <c:pt idx="23507">
                  <c:v>3.2146826987877803</c:v>
                </c:pt>
                <c:pt idx="23508">
                  <c:v>3.2127052711498596</c:v>
                </c:pt>
                <c:pt idx="23509">
                  <c:v>3.211598406456071</c:v>
                </c:pt>
                <c:pt idx="23510">
                  <c:v>3.2106813509294252</c:v>
                </c:pt>
                <c:pt idx="23511">
                  <c:v>3.2077096644856384</c:v>
                </c:pt>
                <c:pt idx="23512">
                  <c:v>3.2067550736630182</c:v>
                </c:pt>
                <c:pt idx="23513">
                  <c:v>3.2074563012378117</c:v>
                </c:pt>
                <c:pt idx="23514">
                  <c:v>3.2059975431442633</c:v>
                </c:pt>
                <c:pt idx="23515">
                  <c:v>3.2047563191523847</c:v>
                </c:pt>
                <c:pt idx="23516">
                  <c:v>3.2035701184921046</c:v>
                </c:pt>
                <c:pt idx="23517">
                  <c:v>3.2063652184298301</c:v>
                </c:pt>
                <c:pt idx="23518">
                  <c:v>3.2066036528667583</c:v>
                </c:pt>
                <c:pt idx="23519">
                  <c:v>3.203985139435094</c:v>
                </c:pt>
                <c:pt idx="23520">
                  <c:v>3.2015248713989575</c:v>
                </c:pt>
                <c:pt idx="23521">
                  <c:v>3.2005459679414447</c:v>
                </c:pt>
                <c:pt idx="23522">
                  <c:v>3.2009520315978945</c:v>
                </c:pt>
                <c:pt idx="23523">
                  <c:v>3.1985497726555367</c:v>
                </c:pt>
                <c:pt idx="23524">
                  <c:v>3.1963701662642996</c:v>
                </c:pt>
                <c:pt idx="23525">
                  <c:v>3.195574673912116</c:v>
                </c:pt>
                <c:pt idx="23526">
                  <c:v>3.1970496404289261</c:v>
                </c:pt>
                <c:pt idx="23527">
                  <c:v>3.1966081741637735</c:v>
                </c:pt>
                <c:pt idx="23528">
                  <c:v>3.1958706909053682</c:v>
                </c:pt>
                <c:pt idx="23529">
                  <c:v>3.194653779548382</c:v>
                </c:pt>
                <c:pt idx="23530">
                  <c:v>3.1946047277411429</c:v>
                </c:pt>
                <c:pt idx="23531">
                  <c:v>3.1951383260964143</c:v>
                </c:pt>
                <c:pt idx="23532">
                  <c:v>3.1933912286837907</c:v>
                </c:pt>
                <c:pt idx="23533">
                  <c:v>3.1948103187940933</c:v>
                </c:pt>
                <c:pt idx="23534">
                  <c:v>3.1962323946665756</c:v>
                </c:pt>
                <c:pt idx="23535">
                  <c:v>3.1961227745408323</c:v>
                </c:pt>
                <c:pt idx="23536">
                  <c:v>3.1934654462008307</c:v>
                </c:pt>
                <c:pt idx="23537">
                  <c:v>3.1918074951161461</c:v>
                </c:pt>
                <c:pt idx="23538">
                  <c:v>3.1912529964256162</c:v>
                </c:pt>
                <c:pt idx="23539">
                  <c:v>3.1906439009409415</c:v>
                </c:pt>
                <c:pt idx="23540">
                  <c:v>3.1910700118577413</c:v>
                </c:pt>
                <c:pt idx="23541">
                  <c:v>3.1931054485894408</c:v>
                </c:pt>
                <c:pt idx="23542">
                  <c:v>3.1925624664101755</c:v>
                </c:pt>
                <c:pt idx="23543">
                  <c:v>3.1863294745911639</c:v>
                </c:pt>
                <c:pt idx="23544">
                  <c:v>3.1829751840509113</c:v>
                </c:pt>
                <c:pt idx="23545">
                  <c:v>3.1832788787183404</c:v>
                </c:pt>
                <c:pt idx="23546">
                  <c:v>3.1843686819139587</c:v>
                </c:pt>
                <c:pt idx="23547">
                  <c:v>3.1865926482004383</c:v>
                </c:pt>
                <c:pt idx="23548">
                  <c:v>3.1865542598295558</c:v>
                </c:pt>
                <c:pt idx="23549">
                  <c:v>3.1861878641563517</c:v>
                </c:pt>
                <c:pt idx="23550">
                  <c:v>3.1856875357225118</c:v>
                </c:pt>
                <c:pt idx="23551">
                  <c:v>3.1834277402898747</c:v>
                </c:pt>
                <c:pt idx="23552">
                  <c:v>3.182796038320125</c:v>
                </c:pt>
                <c:pt idx="23553">
                  <c:v>3.1827026266176435</c:v>
                </c:pt>
                <c:pt idx="23554">
                  <c:v>3.1821165641554985</c:v>
                </c:pt>
                <c:pt idx="23555">
                  <c:v>3.1800819804987075</c:v>
                </c:pt>
                <c:pt idx="23556">
                  <c:v>3.1788121784973939</c:v>
                </c:pt>
                <c:pt idx="23557">
                  <c:v>3.1803302252970833</c:v>
                </c:pt>
                <c:pt idx="23558">
                  <c:v>3.1797782858312789</c:v>
                </c:pt>
                <c:pt idx="23559">
                  <c:v>3.1797974800167204</c:v>
                </c:pt>
                <c:pt idx="23560">
                  <c:v>3.1807874734480435</c:v>
                </c:pt>
                <c:pt idx="23561">
                  <c:v>3.1807081374815525</c:v>
                </c:pt>
                <c:pt idx="23562">
                  <c:v>3.1800674782252631</c:v>
                </c:pt>
                <c:pt idx="23563">
                  <c:v>3.1773359323682211</c:v>
                </c:pt>
                <c:pt idx="23564">
                  <c:v>3.1757914402463681</c:v>
                </c:pt>
                <c:pt idx="23565">
                  <c:v>3.1747515419328973</c:v>
                </c:pt>
                <c:pt idx="23566">
                  <c:v>3.1758797334993987</c:v>
                </c:pt>
                <c:pt idx="23567">
                  <c:v>3.1760149458723972</c:v>
                </c:pt>
                <c:pt idx="23568">
                  <c:v>3.1749170384651477</c:v>
                </c:pt>
                <c:pt idx="23569">
                  <c:v>3.1737960980353686</c:v>
                </c:pt>
                <c:pt idx="23570">
                  <c:v>3.1724759646144527</c:v>
                </c:pt>
                <c:pt idx="23571">
                  <c:v>3.1713170623512452</c:v>
                </c:pt>
                <c:pt idx="23572">
                  <c:v>3.1677098351006201</c:v>
                </c:pt>
                <c:pt idx="23573">
                  <c:v>3.1665897477457494</c:v>
                </c:pt>
                <c:pt idx="23574">
                  <c:v>3.1680267524291308</c:v>
                </c:pt>
                <c:pt idx="23575">
                  <c:v>3.167949549149911</c:v>
                </c:pt>
                <c:pt idx="23576">
                  <c:v>3.1649450193221469</c:v>
                </c:pt>
                <c:pt idx="23577">
                  <c:v>3.1624024295573392</c:v>
                </c:pt>
                <c:pt idx="23578">
                  <c:v>3.1619857024645333</c:v>
                </c:pt>
                <c:pt idx="23579">
                  <c:v>3.1646413246547178</c:v>
                </c:pt>
                <c:pt idx="23580">
                  <c:v>3.1678224409885432</c:v>
                </c:pt>
                <c:pt idx="23581">
                  <c:v>3.1687194492548389</c:v>
                </c:pt>
                <c:pt idx="23582">
                  <c:v>3.1649697584944936</c:v>
                </c:pt>
                <c:pt idx="23583">
                  <c:v>3.1623128566919463</c:v>
                </c:pt>
                <c:pt idx="23584">
                  <c:v>3.1621469336222412</c:v>
                </c:pt>
                <c:pt idx="23585">
                  <c:v>3.163472185492608</c:v>
                </c:pt>
                <c:pt idx="23586">
                  <c:v>3.1624049887820651</c:v>
                </c:pt>
                <c:pt idx="23587">
                  <c:v>3.1606450952458136</c:v>
                </c:pt>
                <c:pt idx="23588">
                  <c:v>3.1592332562722332</c:v>
                </c:pt>
                <c:pt idx="23589">
                  <c:v>3.1589461965655206</c:v>
                </c:pt>
                <c:pt idx="23590">
                  <c:v>3.1590353428934597</c:v>
                </c:pt>
                <c:pt idx="23591">
                  <c:v>3.1568638407138532</c:v>
                </c:pt>
                <c:pt idx="23592">
                  <c:v>3.1562065464968478</c:v>
                </c:pt>
                <c:pt idx="23593">
                  <c:v>3.156803272395349</c:v>
                </c:pt>
                <c:pt idx="23594">
                  <c:v>3.1560892486969281</c:v>
                </c:pt>
                <c:pt idx="23595">
                  <c:v>3.1542380761454663</c:v>
                </c:pt>
                <c:pt idx="23596">
                  <c:v>3.1525835373604156</c:v>
                </c:pt>
                <c:pt idx="23597">
                  <c:v>3.1502230790885748</c:v>
                </c:pt>
                <c:pt idx="23598">
                  <c:v>3.1476587359136006</c:v>
                </c:pt>
                <c:pt idx="23599">
                  <c:v>3.1486692031427279</c:v>
                </c:pt>
                <c:pt idx="23600">
                  <c:v>3.1492510002303304</c:v>
                </c:pt>
                <c:pt idx="23601">
                  <c:v>3.1479449425454051</c:v>
                </c:pt>
                <c:pt idx="23602">
                  <c:v>3.150090852477756</c:v>
                </c:pt>
                <c:pt idx="23603">
                  <c:v>3.1501424635097206</c:v>
                </c:pt>
                <c:pt idx="23604">
                  <c:v>3.1489396278887249</c:v>
                </c:pt>
                <c:pt idx="23605">
                  <c:v>3.1504999018963855</c:v>
                </c:pt>
                <c:pt idx="23606">
                  <c:v>3.1518268599165693</c:v>
                </c:pt>
                <c:pt idx="23607">
                  <c:v>3.1505037407334737</c:v>
                </c:pt>
                <c:pt idx="23608">
                  <c:v>3.1479091133992476</c:v>
                </c:pt>
                <c:pt idx="23609">
                  <c:v>3.1448824036238623</c:v>
                </c:pt>
                <c:pt idx="23610">
                  <c:v>3.1450491797684754</c:v>
                </c:pt>
                <c:pt idx="23611">
                  <c:v>3.1467365619375038</c:v>
                </c:pt>
                <c:pt idx="23612">
                  <c:v>3.1449382800303693</c:v>
                </c:pt>
                <c:pt idx="23613">
                  <c:v>3.1409416240840109</c:v>
                </c:pt>
                <c:pt idx="23614">
                  <c:v>3.1370294225535944</c:v>
                </c:pt>
                <c:pt idx="23615">
                  <c:v>3.135146686230518</c:v>
                </c:pt>
                <c:pt idx="23616">
                  <c:v>3.1359123209609034</c:v>
                </c:pt>
                <c:pt idx="23617">
                  <c:v>3.1381328749477491</c:v>
                </c:pt>
                <c:pt idx="23618">
                  <c:v>3.1384079916057428</c:v>
                </c:pt>
                <c:pt idx="23619">
                  <c:v>3.1364314170427305</c:v>
                </c:pt>
                <c:pt idx="23620">
                  <c:v>3.1350050757957058</c:v>
                </c:pt>
                <c:pt idx="23621">
                  <c:v>3.1343763595881353</c:v>
                </c:pt>
                <c:pt idx="23622">
                  <c:v>3.1343439427416122</c:v>
                </c:pt>
                <c:pt idx="23623">
                  <c:v>3.1345431357327489</c:v>
                </c:pt>
                <c:pt idx="23624">
                  <c:v>3.1343844637997664</c:v>
                </c:pt>
                <c:pt idx="23625">
                  <c:v>3.1341746073722732</c:v>
                </c:pt>
                <c:pt idx="23626">
                  <c:v>3.1349641282000973</c:v>
                </c:pt>
                <c:pt idx="23627">
                  <c:v>3.1346689642817536</c:v>
                </c:pt>
                <c:pt idx="23628">
                  <c:v>3.1327363230765295</c:v>
                </c:pt>
                <c:pt idx="23629">
                  <c:v>3.1310229221227917</c:v>
                </c:pt>
                <c:pt idx="23630">
                  <c:v>3.1304850583929773</c:v>
                </c:pt>
                <c:pt idx="23631">
                  <c:v>3.1298153945897988</c:v>
                </c:pt>
                <c:pt idx="23632">
                  <c:v>3.1290992382041067</c:v>
                </c:pt>
                <c:pt idx="23633">
                  <c:v>3.1271866442592322</c:v>
                </c:pt>
                <c:pt idx="23634">
                  <c:v>3.1253597843426633</c:v>
                </c:pt>
                <c:pt idx="23635">
                  <c:v>3.1226734514557721</c:v>
                </c:pt>
                <c:pt idx="23636">
                  <c:v>3.1208585345879221</c:v>
                </c:pt>
                <c:pt idx="23637">
                  <c:v>3.1185714407582128</c:v>
                </c:pt>
                <c:pt idx="23638">
                  <c:v>3.1204571628434694</c:v>
                </c:pt>
                <c:pt idx="23639">
                  <c:v>3.1237043924827037</c:v>
                </c:pt>
                <c:pt idx="23640">
                  <c:v>3.123660459124916</c:v>
                </c:pt>
                <c:pt idx="23641">
                  <c:v>3.1219103759501121</c:v>
                </c:pt>
                <c:pt idx="23642">
                  <c:v>3.1196335190193052</c:v>
                </c:pt>
                <c:pt idx="23643">
                  <c:v>3.1194829512979534</c:v>
                </c:pt>
                <c:pt idx="23644">
                  <c:v>3.1165048667923529</c:v>
                </c:pt>
                <c:pt idx="23645">
                  <c:v>3.1147283382953859</c:v>
                </c:pt>
                <c:pt idx="23646">
                  <c:v>3.11348839391587</c:v>
                </c:pt>
                <c:pt idx="23647">
                  <c:v>3.1131783011866272</c:v>
                </c:pt>
                <c:pt idx="23648">
                  <c:v>3.1158428806633509</c:v>
                </c:pt>
                <c:pt idx="23649">
                  <c:v>3.1152777185364648</c:v>
                </c:pt>
                <c:pt idx="23650">
                  <c:v>3.1132862151625535</c:v>
                </c:pt>
                <c:pt idx="23651">
                  <c:v>3.1131701969749965</c:v>
                </c:pt>
                <c:pt idx="23652">
                  <c:v>3.1163530194586389</c:v>
                </c:pt>
                <c:pt idx="23653">
                  <c:v>3.1201410985898672</c:v>
                </c:pt>
                <c:pt idx="23654">
                  <c:v>3.1204268786842171</c:v>
                </c:pt>
                <c:pt idx="23655">
                  <c:v>3.1189719594277574</c:v>
                </c:pt>
                <c:pt idx="23656">
                  <c:v>3.1162988492019483</c:v>
                </c:pt>
                <c:pt idx="23657">
                  <c:v>3.1145781971114883</c:v>
                </c:pt>
                <c:pt idx="23658">
                  <c:v>3.1125628076401388</c:v>
                </c:pt>
                <c:pt idx="23659">
                  <c:v>3.1104271346066898</c:v>
                </c:pt>
                <c:pt idx="23660">
                  <c:v>3.1089282819924415</c:v>
                </c:pt>
                <c:pt idx="23661">
                  <c:v>3.1073108519659112</c:v>
                </c:pt>
                <c:pt idx="23662">
                  <c:v>3.108164353411873</c:v>
                </c:pt>
                <c:pt idx="23663">
                  <c:v>3.1073193827149961</c:v>
                </c:pt>
                <c:pt idx="23664">
                  <c:v>3.1050770753179835</c:v>
                </c:pt>
                <c:pt idx="23665">
                  <c:v>3.1055616218660163</c:v>
                </c:pt>
                <c:pt idx="23666">
                  <c:v>3.1066723253968931</c:v>
                </c:pt>
                <c:pt idx="23667">
                  <c:v>3.1051649420335599</c:v>
                </c:pt>
                <c:pt idx="23668">
                  <c:v>3.1038840500584355</c:v>
                </c:pt>
                <c:pt idx="23669">
                  <c:v>3.1030019706030387</c:v>
                </c:pt>
                <c:pt idx="23670">
                  <c:v>3.1020977112000203</c:v>
                </c:pt>
                <c:pt idx="23671">
                  <c:v>3.1008095680881738</c:v>
                </c:pt>
                <c:pt idx="23672">
                  <c:v>3.1000524641068732</c:v>
                </c:pt>
                <c:pt idx="23673">
                  <c:v>3.0983578308011226</c:v>
                </c:pt>
                <c:pt idx="23674">
                  <c:v>3.0954078977675028</c:v>
                </c:pt>
                <c:pt idx="23675">
                  <c:v>3.0933182907791132</c:v>
                </c:pt>
                <c:pt idx="23676">
                  <c:v>3.0912628067870638</c:v>
                </c:pt>
                <c:pt idx="23677">
                  <c:v>3.0907876440630253</c:v>
                </c:pt>
                <c:pt idx="23678">
                  <c:v>3.0940540678877011</c:v>
                </c:pt>
                <c:pt idx="23679">
                  <c:v>3.0970406831423869</c:v>
                </c:pt>
                <c:pt idx="23680">
                  <c:v>3.0959372307482318</c:v>
                </c:pt>
                <c:pt idx="23681">
                  <c:v>3.0944712215179613</c:v>
                </c:pt>
                <c:pt idx="23682">
                  <c:v>3.0952590361959684</c:v>
                </c:pt>
                <c:pt idx="23683">
                  <c:v>3.0974339506752089</c:v>
                </c:pt>
                <c:pt idx="23684">
                  <c:v>3.0975188316286051</c:v>
                </c:pt>
                <c:pt idx="23685">
                  <c:v>3.0966167049128583</c:v>
                </c:pt>
                <c:pt idx="23686">
                  <c:v>3.0960349078252563</c:v>
                </c:pt>
                <c:pt idx="23687">
                  <c:v>3.0939371966252356</c:v>
                </c:pt>
                <c:pt idx="23688">
                  <c:v>3.0934701381128278</c:v>
                </c:pt>
                <c:pt idx="23689">
                  <c:v>3.0927949293227437</c:v>
                </c:pt>
                <c:pt idx="23690">
                  <c:v>3.0928320380812639</c:v>
                </c:pt>
                <c:pt idx="23691">
                  <c:v>3.092008820794554</c:v>
                </c:pt>
                <c:pt idx="23692">
                  <c:v>3.090950154833096</c:v>
                </c:pt>
                <c:pt idx="23693">
                  <c:v>3.0909173114491182</c:v>
                </c:pt>
                <c:pt idx="23694">
                  <c:v>3.0895502589082349</c:v>
                </c:pt>
                <c:pt idx="23695">
                  <c:v>3.0867820308301273</c:v>
                </c:pt>
                <c:pt idx="23696">
                  <c:v>3.0857950231609839</c:v>
                </c:pt>
                <c:pt idx="23697">
                  <c:v>3.0875387082739736</c:v>
                </c:pt>
                <c:pt idx="23698">
                  <c:v>3.0877067640309495</c:v>
                </c:pt>
                <c:pt idx="23699">
                  <c:v>3.086082935942605</c:v>
                </c:pt>
                <c:pt idx="23700">
                  <c:v>3.0848144135536542</c:v>
                </c:pt>
                <c:pt idx="23701">
                  <c:v>3.0845286334593043</c:v>
                </c:pt>
                <c:pt idx="23702">
                  <c:v>3.0844318094571883</c:v>
                </c:pt>
                <c:pt idx="23703">
                  <c:v>3.0849005741194135</c:v>
                </c:pt>
                <c:pt idx="23704">
                  <c:v>3.0835505830767</c:v>
                </c:pt>
                <c:pt idx="23705">
                  <c:v>3.0820159013162947</c:v>
                </c:pt>
                <c:pt idx="23706">
                  <c:v>3.0823741927778676</c:v>
                </c:pt>
                <c:pt idx="23707">
                  <c:v>3.0811201726623616</c:v>
                </c:pt>
                <c:pt idx="23708">
                  <c:v>3.0798119822901651</c:v>
                </c:pt>
                <c:pt idx="23709">
                  <c:v>3.0797561058836576</c:v>
                </c:pt>
                <c:pt idx="23710">
                  <c:v>3.0788851164020712</c:v>
                </c:pt>
                <c:pt idx="23711">
                  <c:v>3.0801621695401074</c:v>
                </c:pt>
                <c:pt idx="23712">
                  <c:v>3.0825081255385034</c:v>
                </c:pt>
                <c:pt idx="23713">
                  <c:v>3.0828681231498938</c:v>
                </c:pt>
                <c:pt idx="23714">
                  <c:v>3.0810297467220598</c:v>
                </c:pt>
                <c:pt idx="23715">
                  <c:v>3.0791474369364376</c:v>
                </c:pt>
                <c:pt idx="23716">
                  <c:v>3.0791406123371692</c:v>
                </c:pt>
                <c:pt idx="23717">
                  <c:v>3.0786790988116666</c:v>
                </c:pt>
                <c:pt idx="23718">
                  <c:v>3.0780077288586711</c:v>
                </c:pt>
                <c:pt idx="23719">
                  <c:v>3.0785959240080873</c:v>
                </c:pt>
                <c:pt idx="23720">
                  <c:v>3.0787887189374099</c:v>
                </c:pt>
                <c:pt idx="23721">
                  <c:v>3.0780606195029985</c:v>
                </c:pt>
                <c:pt idx="23722">
                  <c:v>3.0787298567687227</c:v>
                </c:pt>
                <c:pt idx="23723">
                  <c:v>3.0810054340871673</c:v>
                </c:pt>
                <c:pt idx="23724">
                  <c:v>3.0798017453912627</c:v>
                </c:pt>
                <c:pt idx="23725">
                  <c:v>3.0767775948406029</c:v>
                </c:pt>
                <c:pt idx="23726">
                  <c:v>3.075438267234246</c:v>
                </c:pt>
                <c:pt idx="23727">
                  <c:v>3.074124958412598</c:v>
                </c:pt>
                <c:pt idx="23728">
                  <c:v>3.0762930482925706</c:v>
                </c:pt>
                <c:pt idx="23729">
                  <c:v>3.0757189288791449</c:v>
                </c:pt>
                <c:pt idx="23730">
                  <c:v>3.075139264478814</c:v>
                </c:pt>
                <c:pt idx="23731">
                  <c:v>3.077802564343175</c:v>
                </c:pt>
                <c:pt idx="23732">
                  <c:v>3.0802743488905762</c:v>
                </c:pt>
                <c:pt idx="23733">
                  <c:v>3.0793436441653941</c:v>
                </c:pt>
                <c:pt idx="23734">
                  <c:v>3.0790651152077664</c:v>
                </c:pt>
                <c:pt idx="23735">
                  <c:v>3.0787396671301708</c:v>
                </c:pt>
                <c:pt idx="23736">
                  <c:v>3.0766487805294185</c:v>
                </c:pt>
                <c:pt idx="23737">
                  <c:v>3.0761625278315687</c:v>
                </c:pt>
                <c:pt idx="23738">
                  <c:v>3.0740985130904344</c:v>
                </c:pt>
                <c:pt idx="23739">
                  <c:v>3.072600513551095</c:v>
                </c:pt>
                <c:pt idx="23740">
                  <c:v>3.0725983808638238</c:v>
                </c:pt>
                <c:pt idx="23741">
                  <c:v>3.0761126229494211</c:v>
                </c:pt>
                <c:pt idx="23742">
                  <c:v>3.0818657601323971</c:v>
                </c:pt>
                <c:pt idx="23743">
                  <c:v>3.0828455166648183</c:v>
                </c:pt>
                <c:pt idx="23744">
                  <c:v>3.0783050254642861</c:v>
                </c:pt>
                <c:pt idx="23745">
                  <c:v>3.0757752318231062</c:v>
                </c:pt>
                <c:pt idx="23746">
                  <c:v>3.0743207391041008</c:v>
                </c:pt>
                <c:pt idx="23747">
                  <c:v>3.0765660322632931</c:v>
                </c:pt>
                <c:pt idx="23748">
                  <c:v>3.0775393907339001</c:v>
                </c:pt>
                <c:pt idx="23749">
                  <c:v>3.0757649949242043</c:v>
                </c:pt>
                <c:pt idx="23750">
                  <c:v>3.0747993141277736</c:v>
                </c:pt>
                <c:pt idx="23751">
                  <c:v>3.072986956484649</c:v>
                </c:pt>
                <c:pt idx="23752">
                  <c:v>3.073503066804296</c:v>
                </c:pt>
                <c:pt idx="23753">
                  <c:v>3.0760831918650777</c:v>
                </c:pt>
                <c:pt idx="23754">
                  <c:v>3.0763941376692285</c:v>
                </c:pt>
                <c:pt idx="23755">
                  <c:v>3.0738971874120264</c:v>
                </c:pt>
                <c:pt idx="23756">
                  <c:v>3.0717871066258327</c:v>
                </c:pt>
                <c:pt idx="23757">
                  <c:v>3.0701628520000339</c:v>
                </c:pt>
                <c:pt idx="23758">
                  <c:v>3.0670922088668604</c:v>
                </c:pt>
                <c:pt idx="23759">
                  <c:v>3.0665001748803564</c:v>
                </c:pt>
                <c:pt idx="23760">
                  <c:v>3.0704656935925545</c:v>
                </c:pt>
                <c:pt idx="23761">
                  <c:v>3.0733588971447583</c:v>
                </c:pt>
                <c:pt idx="23762">
                  <c:v>3.0743719235986111</c:v>
                </c:pt>
                <c:pt idx="23763">
                  <c:v>3.0747037697380208</c:v>
                </c:pt>
                <c:pt idx="23764">
                  <c:v>3.0731170504081962</c:v>
                </c:pt>
                <c:pt idx="23765">
                  <c:v>3.0701270228538768</c:v>
                </c:pt>
                <c:pt idx="23766">
                  <c:v>3.070169250061848</c:v>
                </c:pt>
                <c:pt idx="23767">
                  <c:v>3.0704170683227696</c:v>
                </c:pt>
                <c:pt idx="23768">
                  <c:v>3.0712488163585645</c:v>
                </c:pt>
                <c:pt idx="23769">
                  <c:v>3.0713200481134248</c:v>
                </c:pt>
                <c:pt idx="23770">
                  <c:v>3.0710594337288759</c:v>
                </c:pt>
                <c:pt idx="23771">
                  <c:v>3.0724712727024559</c:v>
                </c:pt>
                <c:pt idx="23772">
                  <c:v>3.0721364408008669</c:v>
                </c:pt>
                <c:pt idx="23773">
                  <c:v>3.0714932223198521</c:v>
                </c:pt>
                <c:pt idx="23774">
                  <c:v>3.0717598082287605</c:v>
                </c:pt>
                <c:pt idx="23775">
                  <c:v>3.0738020695597279</c:v>
                </c:pt>
                <c:pt idx="23776">
                  <c:v>3.0744768518123577</c:v>
                </c:pt>
                <c:pt idx="23777">
                  <c:v>3.0715627479248955</c:v>
                </c:pt>
                <c:pt idx="23778">
                  <c:v>3.0706832276942237</c:v>
                </c:pt>
                <c:pt idx="23779">
                  <c:v>3.0710671114030523</c:v>
                </c:pt>
                <c:pt idx="23780">
                  <c:v>3.0706021855779158</c:v>
                </c:pt>
                <c:pt idx="23781">
                  <c:v>3.0704418074951163</c:v>
                </c:pt>
                <c:pt idx="23782">
                  <c:v>3.0719875792293321</c:v>
                </c:pt>
                <c:pt idx="23783">
                  <c:v>3.0727937350178718</c:v>
                </c:pt>
                <c:pt idx="23784">
                  <c:v>3.0727480955102666</c:v>
                </c:pt>
                <c:pt idx="23785">
                  <c:v>3.0723697567883437</c:v>
                </c:pt>
                <c:pt idx="23786">
                  <c:v>3.0721752557092037</c:v>
                </c:pt>
                <c:pt idx="23787">
                  <c:v>3.0742887487950319</c:v>
                </c:pt>
                <c:pt idx="23788">
                  <c:v>3.0757423884391288</c:v>
                </c:pt>
                <c:pt idx="23789">
                  <c:v>3.0765869325985515</c:v>
                </c:pt>
                <c:pt idx="23790">
                  <c:v>3.0765058904822431</c:v>
                </c:pt>
                <c:pt idx="23791">
                  <c:v>3.0743173268044668</c:v>
                </c:pt>
                <c:pt idx="23792">
                  <c:v>3.0746884143896676</c:v>
                </c:pt>
                <c:pt idx="23793">
                  <c:v>3.0751904489733244</c:v>
                </c:pt>
                <c:pt idx="23794">
                  <c:v>3.0748863277684415</c:v>
                </c:pt>
                <c:pt idx="23795">
                  <c:v>3.0745839127133752</c:v>
                </c:pt>
                <c:pt idx="23796">
                  <c:v>3.0756792608958992</c:v>
                </c:pt>
                <c:pt idx="23797">
                  <c:v>3.074670926354043</c:v>
                </c:pt>
                <c:pt idx="23798">
                  <c:v>3.0719982426656887</c:v>
                </c:pt>
                <c:pt idx="23799">
                  <c:v>3.0718779591035887</c:v>
                </c:pt>
                <c:pt idx="23800">
                  <c:v>3.0730995623725721</c:v>
                </c:pt>
                <c:pt idx="23801">
                  <c:v>3.0754438122211512</c:v>
                </c:pt>
                <c:pt idx="23802">
                  <c:v>3.0761586889944805</c:v>
                </c:pt>
                <c:pt idx="23803">
                  <c:v>3.0767596802675241</c:v>
                </c:pt>
                <c:pt idx="23804">
                  <c:v>3.0759360364433599</c:v>
                </c:pt>
                <c:pt idx="23805">
                  <c:v>3.0737560035146685</c:v>
                </c:pt>
                <c:pt idx="23806">
                  <c:v>3.0731422161179971</c:v>
                </c:pt>
                <c:pt idx="23807">
                  <c:v>3.0717145952586096</c:v>
                </c:pt>
                <c:pt idx="23808">
                  <c:v>3.0705130392499767</c:v>
                </c:pt>
                <c:pt idx="23809">
                  <c:v>3.0752053777842234</c:v>
                </c:pt>
                <c:pt idx="23810">
                  <c:v>3.0800465778900046</c:v>
                </c:pt>
                <c:pt idx="23811">
                  <c:v>3.0801472407292083</c:v>
                </c:pt>
                <c:pt idx="23812">
                  <c:v>3.0785903790211817</c:v>
                </c:pt>
                <c:pt idx="23813">
                  <c:v>3.0751529136773499</c:v>
                </c:pt>
                <c:pt idx="23814">
                  <c:v>3.0734902706806686</c:v>
                </c:pt>
                <c:pt idx="23815">
                  <c:v>3.0734663845832304</c:v>
                </c:pt>
                <c:pt idx="23816">
                  <c:v>3.0744482738029228</c:v>
                </c:pt>
                <c:pt idx="23817">
                  <c:v>3.0745450978050384</c:v>
                </c:pt>
                <c:pt idx="23818">
                  <c:v>3.0751921551231414</c:v>
                </c:pt>
                <c:pt idx="23819">
                  <c:v>3.0755457546727176</c:v>
                </c:pt>
                <c:pt idx="23820">
                  <c:v>3.0738592255785981</c:v>
                </c:pt>
                <c:pt idx="23821">
                  <c:v>3.0741228257253268</c:v>
                </c:pt>
                <c:pt idx="23822">
                  <c:v>3.0725693763169346</c:v>
                </c:pt>
                <c:pt idx="23823">
                  <c:v>3.0709702874009368</c:v>
                </c:pt>
                <c:pt idx="23824">
                  <c:v>3.0728734975218175</c:v>
                </c:pt>
                <c:pt idx="23825">
                  <c:v>3.0760733815036296</c:v>
                </c:pt>
                <c:pt idx="23826">
                  <c:v>3.0766457947672383</c:v>
                </c:pt>
                <c:pt idx="23827">
                  <c:v>3.0742499338866947</c:v>
                </c:pt>
                <c:pt idx="23828">
                  <c:v>3.0727058683022954</c:v>
                </c:pt>
                <c:pt idx="23829">
                  <c:v>3.0717662062905742</c:v>
                </c:pt>
                <c:pt idx="23830">
                  <c:v>3.0720123184016788</c:v>
                </c:pt>
                <c:pt idx="23831">
                  <c:v>3.0721961560444622</c:v>
                </c:pt>
                <c:pt idx="23832">
                  <c:v>3.0717376282811393</c:v>
                </c:pt>
                <c:pt idx="23833">
                  <c:v>3.072736578999002</c:v>
                </c:pt>
                <c:pt idx="23834">
                  <c:v>3.0750949045835716</c:v>
                </c:pt>
                <c:pt idx="23835">
                  <c:v>3.0773474488794861</c:v>
                </c:pt>
                <c:pt idx="23836">
                  <c:v>3.079442174317327</c:v>
                </c:pt>
                <c:pt idx="23837">
                  <c:v>3.079251085537821</c:v>
                </c:pt>
                <c:pt idx="23838">
                  <c:v>3.0753755662284705</c:v>
                </c:pt>
                <c:pt idx="23839">
                  <c:v>3.0732462912568352</c:v>
                </c:pt>
                <c:pt idx="23840">
                  <c:v>3.0752352354060211</c:v>
                </c:pt>
                <c:pt idx="23841">
                  <c:v>3.0779684874128797</c:v>
                </c:pt>
                <c:pt idx="23842">
                  <c:v>3.0778494834631429</c:v>
                </c:pt>
                <c:pt idx="23843">
                  <c:v>3.0783724183820582</c:v>
                </c:pt>
                <c:pt idx="23844">
                  <c:v>3.0819698352712352</c:v>
                </c:pt>
                <c:pt idx="23845">
                  <c:v>3.0821344787285772</c:v>
                </c:pt>
                <c:pt idx="23846">
                  <c:v>3.0795654436416062</c:v>
                </c:pt>
                <c:pt idx="23847">
                  <c:v>3.0780499560666423</c:v>
                </c:pt>
                <c:pt idx="23848">
                  <c:v>3.0776229920749341</c:v>
                </c:pt>
                <c:pt idx="23849">
                  <c:v>3.0756020576166794</c:v>
                </c:pt>
                <c:pt idx="23850">
                  <c:v>3.0746346706704317</c:v>
                </c:pt>
                <c:pt idx="23851">
                  <c:v>3.0762333330489748</c:v>
                </c:pt>
                <c:pt idx="23852">
                  <c:v>3.0770783037458518</c:v>
                </c:pt>
                <c:pt idx="23853">
                  <c:v>3.0761121964119669</c:v>
                </c:pt>
                <c:pt idx="23854">
                  <c:v>3.0773837045630978</c:v>
                </c:pt>
                <c:pt idx="23855">
                  <c:v>3.080425769686836</c:v>
                </c:pt>
                <c:pt idx="23856">
                  <c:v>3.0808898424370645</c:v>
                </c:pt>
                <c:pt idx="23857">
                  <c:v>3.0798000392414457</c:v>
                </c:pt>
                <c:pt idx="23858">
                  <c:v>3.0787917046995896</c:v>
                </c:pt>
                <c:pt idx="23859">
                  <c:v>3.0780862117502537</c:v>
                </c:pt>
                <c:pt idx="23860">
                  <c:v>3.0796878598909769</c:v>
                </c:pt>
                <c:pt idx="23861">
                  <c:v>3.0822504969161342</c:v>
                </c:pt>
                <c:pt idx="23862">
                  <c:v>3.0818538170836782</c:v>
                </c:pt>
                <c:pt idx="23863">
                  <c:v>3.0808817382254334</c:v>
                </c:pt>
                <c:pt idx="23864">
                  <c:v>3.0824885048156077</c:v>
                </c:pt>
                <c:pt idx="23865">
                  <c:v>3.0830980268377366</c:v>
                </c:pt>
                <c:pt idx="23866">
                  <c:v>3.0809034916356004</c:v>
                </c:pt>
                <c:pt idx="23867">
                  <c:v>3.0796759168422581</c:v>
                </c:pt>
                <c:pt idx="23868">
                  <c:v>3.0812212620390196</c:v>
                </c:pt>
                <c:pt idx="23869">
                  <c:v>3.0815496958787949</c:v>
                </c:pt>
                <c:pt idx="23870">
                  <c:v>3.0787332690683571</c:v>
                </c:pt>
                <c:pt idx="23871">
                  <c:v>3.0774775428030336</c:v>
                </c:pt>
                <c:pt idx="23872">
                  <c:v>3.0774882062393898</c:v>
                </c:pt>
                <c:pt idx="23873">
                  <c:v>3.0773994864489049</c:v>
                </c:pt>
                <c:pt idx="23874">
                  <c:v>3.076045230031649</c:v>
                </c:pt>
                <c:pt idx="23875">
                  <c:v>3.0764065072554021</c:v>
                </c:pt>
                <c:pt idx="23876">
                  <c:v>3.0755495935098063</c:v>
                </c:pt>
                <c:pt idx="23877">
                  <c:v>3.0745694104399308</c:v>
                </c:pt>
                <c:pt idx="23878">
                  <c:v>3.0745877515504638</c:v>
                </c:pt>
                <c:pt idx="23879">
                  <c:v>3.0757210615664161</c:v>
                </c:pt>
                <c:pt idx="23880">
                  <c:v>3.078783600487959</c:v>
                </c:pt>
                <c:pt idx="23881">
                  <c:v>3.0796089504619402</c:v>
                </c:pt>
                <c:pt idx="23882">
                  <c:v>3.0797923615672693</c:v>
                </c:pt>
                <c:pt idx="23883">
                  <c:v>3.0798989959308325</c:v>
                </c:pt>
                <c:pt idx="23884">
                  <c:v>3.0787012787592878</c:v>
                </c:pt>
                <c:pt idx="23885">
                  <c:v>3.0773487284918488</c:v>
                </c:pt>
                <c:pt idx="23886">
                  <c:v>3.076925176799775</c:v>
                </c:pt>
                <c:pt idx="23887">
                  <c:v>3.0747306415976388</c:v>
                </c:pt>
                <c:pt idx="23888">
                  <c:v>3.0757257534784128</c:v>
                </c:pt>
                <c:pt idx="23889">
                  <c:v>3.0782888170410243</c:v>
                </c:pt>
                <c:pt idx="23890">
                  <c:v>3.0800764355118022</c:v>
                </c:pt>
                <c:pt idx="23891">
                  <c:v>3.0779318051918141</c:v>
                </c:pt>
                <c:pt idx="23892">
                  <c:v>3.0757927198587307</c:v>
                </c:pt>
                <c:pt idx="23893">
                  <c:v>3.0735845354580587</c:v>
                </c:pt>
                <c:pt idx="23894">
                  <c:v>3.072867525997458</c:v>
                </c:pt>
                <c:pt idx="23895">
                  <c:v>3.0736297484282096</c:v>
                </c:pt>
                <c:pt idx="23896">
                  <c:v>3.0733554848451243</c:v>
                </c:pt>
                <c:pt idx="23897">
                  <c:v>3.0758285490048882</c:v>
                </c:pt>
                <c:pt idx="23898">
                  <c:v>3.0795940216510411</c:v>
                </c:pt>
                <c:pt idx="23899">
                  <c:v>3.0807409808655297</c:v>
                </c:pt>
                <c:pt idx="23900">
                  <c:v>3.0767741825409689</c:v>
                </c:pt>
                <c:pt idx="23901">
                  <c:v>3.0747285089103675</c:v>
                </c:pt>
                <c:pt idx="23902">
                  <c:v>3.0742503604241489</c:v>
                </c:pt>
                <c:pt idx="23903">
                  <c:v>3.0718788121784972</c:v>
                </c:pt>
                <c:pt idx="23904">
                  <c:v>3.0714232701773545</c:v>
                </c:pt>
                <c:pt idx="23905">
                  <c:v>3.0731989455994131</c:v>
                </c:pt>
                <c:pt idx="23906">
                  <c:v>3.0737841549866496</c:v>
                </c:pt>
                <c:pt idx="23907">
                  <c:v>3.0738353394811599</c:v>
                </c:pt>
                <c:pt idx="23908">
                  <c:v>3.0747216843110992</c:v>
                </c:pt>
                <c:pt idx="23909">
                  <c:v>3.074143299523131</c:v>
                </c:pt>
                <c:pt idx="23910">
                  <c:v>3.0750275116657995</c:v>
                </c:pt>
                <c:pt idx="23911">
                  <c:v>3.0763075505660153</c:v>
                </c:pt>
                <c:pt idx="23912">
                  <c:v>3.0755798776690582</c:v>
                </c:pt>
                <c:pt idx="23913">
                  <c:v>3.0746803101780369</c:v>
                </c:pt>
                <c:pt idx="23914">
                  <c:v>3.0743885585593271</c:v>
                </c:pt>
                <c:pt idx="23915">
                  <c:v>3.0720191430009467</c:v>
                </c:pt>
                <c:pt idx="23916">
                  <c:v>3.0710039838598227</c:v>
                </c:pt>
                <c:pt idx="23917">
                  <c:v>3.0742917345572116</c:v>
                </c:pt>
                <c:pt idx="23918">
                  <c:v>3.0755474608225351</c:v>
                </c:pt>
                <c:pt idx="23919">
                  <c:v>3.0744278000051186</c:v>
                </c:pt>
                <c:pt idx="23920">
                  <c:v>3.071150286206632</c:v>
                </c:pt>
                <c:pt idx="23921">
                  <c:v>3.0697081630737997</c:v>
                </c:pt>
                <c:pt idx="23922">
                  <c:v>3.0711127509106575</c:v>
                </c:pt>
                <c:pt idx="23923">
                  <c:v>3.0734424984857922</c:v>
                </c:pt>
                <c:pt idx="23924">
                  <c:v>3.0751051414824735</c:v>
                </c:pt>
                <c:pt idx="23925">
                  <c:v>3.0725791866783823</c:v>
                </c:pt>
                <c:pt idx="23926">
                  <c:v>3.0690077885739147</c:v>
                </c:pt>
                <c:pt idx="23927">
                  <c:v>3.0683641435554456</c:v>
                </c:pt>
                <c:pt idx="23928">
                  <c:v>3.0703633246035333</c:v>
                </c:pt>
                <c:pt idx="23929">
                  <c:v>3.070878155310818</c:v>
                </c:pt>
                <c:pt idx="23930">
                  <c:v>3.0735721658718851</c:v>
                </c:pt>
                <c:pt idx="23931">
                  <c:v>3.0758848519488495</c:v>
                </c:pt>
                <c:pt idx="23932">
                  <c:v>3.078723458706909</c:v>
                </c:pt>
                <c:pt idx="23933">
                  <c:v>3.0805541574605666</c:v>
                </c:pt>
                <c:pt idx="23934">
                  <c:v>3.0771414312890815</c:v>
                </c:pt>
                <c:pt idx="23935">
                  <c:v>3.0752471784547399</c:v>
                </c:pt>
                <c:pt idx="23936">
                  <c:v>3.0753482678313984</c:v>
                </c:pt>
                <c:pt idx="23937">
                  <c:v>3.0784304274758365</c:v>
                </c:pt>
                <c:pt idx="23938">
                  <c:v>3.0792958719705177</c:v>
                </c:pt>
                <c:pt idx="23939">
                  <c:v>3.0779138906187353</c:v>
                </c:pt>
                <c:pt idx="23940">
                  <c:v>3.0768172628238486</c:v>
                </c:pt>
                <c:pt idx="23941">
                  <c:v>3.0771124267421923</c:v>
                </c:pt>
                <c:pt idx="23942">
                  <c:v>3.0749780333211061</c:v>
                </c:pt>
                <c:pt idx="23943">
                  <c:v>3.0727613181713487</c:v>
                </c:pt>
                <c:pt idx="23944">
                  <c:v>3.0737415012412241</c:v>
                </c:pt>
                <c:pt idx="23945">
                  <c:v>3.0726337834725266</c:v>
                </c:pt>
                <c:pt idx="23946">
                  <c:v>3.0716983868353482</c:v>
                </c:pt>
                <c:pt idx="23947">
                  <c:v>3.0716271550804874</c:v>
                </c:pt>
                <c:pt idx="23948">
                  <c:v>3.0714300947766224</c:v>
                </c:pt>
                <c:pt idx="23949">
                  <c:v>3.0708726103239123</c:v>
                </c:pt>
                <c:pt idx="23950">
                  <c:v>3.0693609615860367</c:v>
                </c:pt>
                <c:pt idx="23951">
                  <c:v>3.0686162271909097</c:v>
                </c:pt>
                <c:pt idx="23952">
                  <c:v>3.0709579178147632</c:v>
                </c:pt>
                <c:pt idx="23953">
                  <c:v>3.0708222789043105</c:v>
                </c:pt>
                <c:pt idx="23954">
                  <c:v>3.0676356175835799</c:v>
                </c:pt>
                <c:pt idx="23955">
                  <c:v>3.0661666225911297</c:v>
                </c:pt>
                <c:pt idx="23956">
                  <c:v>3.065220989055049</c:v>
                </c:pt>
                <c:pt idx="23957">
                  <c:v>3.0651971029576108</c:v>
                </c:pt>
                <c:pt idx="23958">
                  <c:v>3.0674833437124116</c:v>
                </c:pt>
                <c:pt idx="23959">
                  <c:v>3.0692018631156004</c:v>
                </c:pt>
                <c:pt idx="23960">
                  <c:v>3.0685117255146173</c:v>
                </c:pt>
                <c:pt idx="23961">
                  <c:v>3.0680357097156703</c:v>
                </c:pt>
                <c:pt idx="23962">
                  <c:v>3.0690645180553306</c:v>
                </c:pt>
                <c:pt idx="23963">
                  <c:v>3.0724934526500771</c:v>
                </c:pt>
                <c:pt idx="23964">
                  <c:v>3.0728645402352779</c:v>
                </c:pt>
                <c:pt idx="23965">
                  <c:v>3.0709502401405868</c:v>
                </c:pt>
                <c:pt idx="23966">
                  <c:v>3.0683116794485725</c:v>
                </c:pt>
                <c:pt idx="23967">
                  <c:v>3.0672483215751174</c:v>
                </c:pt>
                <c:pt idx="23968">
                  <c:v>3.0658027861426511</c:v>
                </c:pt>
                <c:pt idx="23969">
                  <c:v>3.0651164873787566</c:v>
                </c:pt>
                <c:pt idx="23970">
                  <c:v>3.0669518780444109</c:v>
                </c:pt>
                <c:pt idx="23971">
                  <c:v>3.0681849978246589</c:v>
                </c:pt>
                <c:pt idx="23972">
                  <c:v>3.0681436236915962</c:v>
                </c:pt>
                <c:pt idx="23973">
                  <c:v>3.0669335369338784</c:v>
                </c:pt>
                <c:pt idx="23974">
                  <c:v>3.0655639251682691</c:v>
                </c:pt>
                <c:pt idx="23975">
                  <c:v>3.0630128046543765</c:v>
                </c:pt>
                <c:pt idx="23976">
                  <c:v>3.0619498733183761</c:v>
                </c:pt>
                <c:pt idx="23977">
                  <c:v>3.0639209028944832</c:v>
                </c:pt>
                <c:pt idx="23978">
                  <c:v>3.0650405637118996</c:v>
                </c:pt>
                <c:pt idx="23979">
                  <c:v>3.0671540567977273</c:v>
                </c:pt>
                <c:pt idx="23980">
                  <c:v>3.0676100253363248</c:v>
                </c:pt>
                <c:pt idx="23981">
                  <c:v>3.0671847674944335</c:v>
                </c:pt>
                <c:pt idx="23982">
                  <c:v>3.066671216399512</c:v>
                </c:pt>
                <c:pt idx="23983">
                  <c:v>3.0640633664042038</c:v>
                </c:pt>
                <c:pt idx="23984">
                  <c:v>3.0622053692534741</c:v>
                </c:pt>
                <c:pt idx="23985">
                  <c:v>3.0610895472731459</c:v>
                </c:pt>
                <c:pt idx="23986">
                  <c:v>3.0608353309504106</c:v>
                </c:pt>
                <c:pt idx="23987">
                  <c:v>3.0617050408196342</c:v>
                </c:pt>
                <c:pt idx="23988">
                  <c:v>3.0639981061737029</c:v>
                </c:pt>
                <c:pt idx="23989">
                  <c:v>3.0638181073680082</c:v>
                </c:pt>
                <c:pt idx="23990">
                  <c:v>3.0659802257236208</c:v>
                </c:pt>
                <c:pt idx="23991">
                  <c:v>3.0681252825810637</c:v>
                </c:pt>
                <c:pt idx="23992">
                  <c:v>3.0698510531209746</c:v>
                </c:pt>
                <c:pt idx="23993">
                  <c:v>3.0726239731110789</c:v>
                </c:pt>
                <c:pt idx="23994">
                  <c:v>3.0723475768407225</c:v>
                </c:pt>
                <c:pt idx="23995">
                  <c:v>3.0685761326702097</c:v>
                </c:pt>
                <c:pt idx="23996">
                  <c:v>3.0675878453887035</c:v>
                </c:pt>
                <c:pt idx="23997">
                  <c:v>3.0665360040265135</c:v>
                </c:pt>
                <c:pt idx="23998">
                  <c:v>3.0665052933298074</c:v>
                </c:pt>
                <c:pt idx="23999">
                  <c:v>3.0682148554464566</c:v>
                </c:pt>
                <c:pt idx="24000">
                  <c:v>3.0698647023195105</c:v>
                </c:pt>
                <c:pt idx="24001">
                  <c:v>3.0704409544202078</c:v>
                </c:pt>
                <c:pt idx="24002">
                  <c:v>3.069503851633212</c:v>
                </c:pt>
                <c:pt idx="24003">
                  <c:v>3.0702310979927145</c:v>
                </c:pt>
                <c:pt idx="24004">
                  <c:v>3.07046825281728</c:v>
                </c:pt>
                <c:pt idx="24005">
                  <c:v>3.0710692440903236</c:v>
                </c:pt>
                <c:pt idx="24006">
                  <c:v>3.0711477269819061</c:v>
                </c:pt>
                <c:pt idx="24007">
                  <c:v>3.0687403495900973</c:v>
                </c:pt>
                <c:pt idx="24008">
                  <c:v>3.065827951852452</c:v>
                </c:pt>
                <c:pt idx="24009">
                  <c:v>3.0665078525545328</c:v>
                </c:pt>
                <c:pt idx="24010">
                  <c:v>3.0684076503757796</c:v>
                </c:pt>
                <c:pt idx="24011">
                  <c:v>3.0672231558653165</c:v>
                </c:pt>
                <c:pt idx="24012">
                  <c:v>3.066477568395281</c:v>
                </c:pt>
                <c:pt idx="24013">
                  <c:v>3.0680860411352722</c:v>
                </c:pt>
                <c:pt idx="24014">
                  <c:v>3.0707327060389171</c:v>
                </c:pt>
                <c:pt idx="24015">
                  <c:v>3.0693801557714782</c:v>
                </c:pt>
                <c:pt idx="24016">
                  <c:v>3.0677887445296572</c:v>
                </c:pt>
                <c:pt idx="24017">
                  <c:v>3.0667778507630756</c:v>
                </c:pt>
                <c:pt idx="24018">
                  <c:v>3.0664050570280574</c:v>
                </c:pt>
                <c:pt idx="24019">
                  <c:v>3.0659943014596109</c:v>
                </c:pt>
                <c:pt idx="24020">
                  <c:v>3.0680647142625594</c:v>
                </c:pt>
                <c:pt idx="24021">
                  <c:v>3.0706047448026412</c:v>
                </c:pt>
                <c:pt idx="24022">
                  <c:v>3.0700071658292316</c:v>
                </c:pt>
                <c:pt idx="24023">
                  <c:v>3.0707275875894662</c:v>
                </c:pt>
                <c:pt idx="24024">
                  <c:v>3.0728099434411336</c:v>
                </c:pt>
                <c:pt idx="24025">
                  <c:v>3.0716599984644652</c:v>
                </c:pt>
                <c:pt idx="24026">
                  <c:v>3.0699444648234562</c:v>
                </c:pt>
                <c:pt idx="24027">
                  <c:v>3.0700698668350066</c:v>
                </c:pt>
                <c:pt idx="24028">
                  <c:v>3.0682771299147777</c:v>
                </c:pt>
                <c:pt idx="24029">
                  <c:v>3.0685360381495097</c:v>
                </c:pt>
                <c:pt idx="24030">
                  <c:v>3.0698284466358992</c:v>
                </c:pt>
                <c:pt idx="24031">
                  <c:v>3.0708201462170392</c:v>
                </c:pt>
                <c:pt idx="24032">
                  <c:v>3.0699602467092637</c:v>
                </c:pt>
                <c:pt idx="24033">
                  <c:v>3.0689625756037637</c:v>
                </c:pt>
                <c:pt idx="24034">
                  <c:v>3.0722383832524334</c:v>
                </c:pt>
                <c:pt idx="24035">
                  <c:v>3.0760456565691032</c:v>
                </c:pt>
                <c:pt idx="24036">
                  <c:v>3.0760605853800023</c:v>
                </c:pt>
                <c:pt idx="24037">
                  <c:v>3.0745736758144733</c:v>
                </c:pt>
                <c:pt idx="24038">
                  <c:v>3.0737760507750185</c:v>
                </c:pt>
                <c:pt idx="24039">
                  <c:v>3.0735303652013681</c:v>
                </c:pt>
                <c:pt idx="24040">
                  <c:v>3.0734552946094196</c:v>
                </c:pt>
                <c:pt idx="24041">
                  <c:v>3.0758247101678</c:v>
                </c:pt>
                <c:pt idx="24042">
                  <c:v>3.0765267908175016</c:v>
                </c:pt>
                <c:pt idx="24043">
                  <c:v>3.0745079890465181</c:v>
                </c:pt>
                <c:pt idx="24044">
                  <c:v>3.07134564036068</c:v>
                </c:pt>
                <c:pt idx="24045">
                  <c:v>3.0718254949967156</c:v>
                </c:pt>
                <c:pt idx="24046">
                  <c:v>3.0747771341801524</c:v>
                </c:pt>
                <c:pt idx="24047">
                  <c:v>3.0750863738344862</c:v>
                </c:pt>
                <c:pt idx="24048">
                  <c:v>3.0725130733729729</c:v>
                </c:pt>
                <c:pt idx="24049">
                  <c:v>3.0700225211775845</c:v>
                </c:pt>
                <c:pt idx="24050">
                  <c:v>3.0683129590609353</c:v>
                </c:pt>
                <c:pt idx="24051">
                  <c:v>3.068101396483625</c:v>
                </c:pt>
                <c:pt idx="24052">
                  <c:v>3.0683517739692721</c:v>
                </c:pt>
                <c:pt idx="24053">
                  <c:v>3.0691698728065311</c:v>
                </c:pt>
                <c:pt idx="24054">
                  <c:v>3.0714296682391682</c:v>
                </c:pt>
                <c:pt idx="24055">
                  <c:v>3.0740550062701004</c:v>
                </c:pt>
                <c:pt idx="24056">
                  <c:v>3.0742652892350479</c:v>
                </c:pt>
                <c:pt idx="24057">
                  <c:v>3.0720502802351075</c:v>
                </c:pt>
                <c:pt idx="24058">
                  <c:v>3.071443317437704</c:v>
                </c:pt>
                <c:pt idx="24059">
                  <c:v>3.0723727425505234</c:v>
                </c:pt>
                <c:pt idx="24060">
                  <c:v>3.0701283024662396</c:v>
                </c:pt>
                <c:pt idx="24061">
                  <c:v>3.0675349547443762</c:v>
                </c:pt>
                <c:pt idx="24062">
                  <c:v>3.0669860010407515</c:v>
                </c:pt>
                <c:pt idx="24063">
                  <c:v>3.0672888426332716</c:v>
                </c:pt>
                <c:pt idx="24064">
                  <c:v>3.0689484998677732</c:v>
                </c:pt>
                <c:pt idx="24065">
                  <c:v>3.0698015747762812</c:v>
                </c:pt>
                <c:pt idx="24066">
                  <c:v>3.0684938109415389</c:v>
                </c:pt>
                <c:pt idx="24067">
                  <c:v>3.0676014945872399</c:v>
                </c:pt>
                <c:pt idx="24068">
                  <c:v>3.0694573590506984</c:v>
                </c:pt>
                <c:pt idx="24069">
                  <c:v>3.0724017470974125</c:v>
                </c:pt>
                <c:pt idx="24070">
                  <c:v>3.0718088600359996</c:v>
                </c:pt>
                <c:pt idx="24071">
                  <c:v>3.0685825307320238</c:v>
                </c:pt>
                <c:pt idx="24072">
                  <c:v>3.0666157665304592</c:v>
                </c:pt>
                <c:pt idx="24073">
                  <c:v>3.0669996502392873</c:v>
                </c:pt>
                <c:pt idx="24074">
                  <c:v>3.0686558951741554</c:v>
                </c:pt>
                <c:pt idx="24075">
                  <c:v>3.0696352251691219</c:v>
                </c:pt>
                <c:pt idx="24076">
                  <c:v>3.0682997363998532</c:v>
                </c:pt>
                <c:pt idx="24077">
                  <c:v>3.0665296059646998</c:v>
                </c:pt>
                <c:pt idx="24078">
                  <c:v>3.066513397541438</c:v>
                </c:pt>
                <c:pt idx="24079">
                  <c:v>3.0674232019313616</c:v>
                </c:pt>
                <c:pt idx="24080">
                  <c:v>3.0694070276310965</c:v>
                </c:pt>
                <c:pt idx="24081">
                  <c:v>3.0706772561698643</c:v>
                </c:pt>
                <c:pt idx="24082">
                  <c:v>3.0699175929638383</c:v>
                </c:pt>
                <c:pt idx="24083">
                  <c:v>3.0663653890448122</c:v>
                </c:pt>
                <c:pt idx="24084">
                  <c:v>3.0657298482379738</c:v>
                </c:pt>
                <c:pt idx="24085">
                  <c:v>3.0679474164626397</c:v>
                </c:pt>
                <c:pt idx="24086">
                  <c:v>3.0726713187685011</c:v>
                </c:pt>
                <c:pt idx="24087">
                  <c:v>3.0764107726299446</c:v>
                </c:pt>
                <c:pt idx="24088">
                  <c:v>3.0755683611577931</c:v>
                </c:pt>
                <c:pt idx="24089">
                  <c:v>3.0737154824565147</c:v>
                </c:pt>
                <c:pt idx="24090">
                  <c:v>3.0741705979202032</c:v>
                </c:pt>
                <c:pt idx="24091">
                  <c:v>3.0754885986538478</c:v>
                </c:pt>
                <c:pt idx="24092">
                  <c:v>3.0765549422894822</c:v>
                </c:pt>
                <c:pt idx="24093">
                  <c:v>3.0776775888690784</c:v>
                </c:pt>
                <c:pt idx="24094">
                  <c:v>3.0784432235994643</c:v>
                </c:pt>
                <c:pt idx="24095">
                  <c:v>3.0785195738037756</c:v>
                </c:pt>
                <c:pt idx="24096">
                  <c:v>3.0782875374286616</c:v>
                </c:pt>
                <c:pt idx="24097">
                  <c:v>3.0767276899584552</c:v>
                </c:pt>
                <c:pt idx="24098">
                  <c:v>3.0751349991042716</c:v>
                </c:pt>
                <c:pt idx="24099">
                  <c:v>3.0748163756259439</c:v>
                </c:pt>
                <c:pt idx="24100">
                  <c:v>3.0746086518857223</c:v>
                </c:pt>
                <c:pt idx="24101">
                  <c:v>3.0736587529750987</c:v>
                </c:pt>
                <c:pt idx="24102">
                  <c:v>3.0726376223096148</c:v>
                </c:pt>
                <c:pt idx="24103">
                  <c:v>3.0712722759185485</c:v>
                </c:pt>
                <c:pt idx="24104">
                  <c:v>3.0712825128174503</c:v>
                </c:pt>
                <c:pt idx="24105">
                  <c:v>3.0735619289729832</c:v>
                </c:pt>
                <c:pt idx="24106">
                  <c:v>3.0741223991878726</c:v>
                </c:pt>
                <c:pt idx="24107">
                  <c:v>3.0740895558038952</c:v>
                </c:pt>
                <c:pt idx="24108">
                  <c:v>3.0739428269196316</c:v>
                </c:pt>
                <c:pt idx="24109">
                  <c:v>3.0738225433575321</c:v>
                </c:pt>
                <c:pt idx="24110">
                  <c:v>3.0714296682391682</c:v>
                </c:pt>
                <c:pt idx="24111">
                  <c:v>3.0701564539382202</c:v>
                </c:pt>
                <c:pt idx="24112">
                  <c:v>3.0709016148708019</c:v>
                </c:pt>
                <c:pt idx="24113">
                  <c:v>3.0708495773013826</c:v>
                </c:pt>
                <c:pt idx="24114">
                  <c:v>3.0715461129641795</c:v>
                </c:pt>
                <c:pt idx="24115">
                  <c:v>3.0736954351961647</c:v>
                </c:pt>
                <c:pt idx="24116">
                  <c:v>3.0748927258302552</c:v>
                </c:pt>
                <c:pt idx="24117">
                  <c:v>3.074714433174377</c:v>
                </c:pt>
                <c:pt idx="24118">
                  <c:v>3.0752126289209456</c:v>
                </c:pt>
                <c:pt idx="24119">
                  <c:v>3.0746837224776709</c:v>
                </c:pt>
                <c:pt idx="24120">
                  <c:v>3.0743531559506239</c:v>
                </c:pt>
                <c:pt idx="24121">
                  <c:v>3.0762222430751645</c:v>
                </c:pt>
                <c:pt idx="24122">
                  <c:v>3.0785140288168704</c:v>
                </c:pt>
                <c:pt idx="24123">
                  <c:v>3.0798051576908967</c:v>
                </c:pt>
                <c:pt idx="24124">
                  <c:v>3.0790996647415612</c:v>
                </c:pt>
                <c:pt idx="24125">
                  <c:v>3.0761557032323008</c:v>
                </c:pt>
                <c:pt idx="24126">
                  <c:v>3.0728568625611015</c:v>
                </c:pt>
                <c:pt idx="24127">
                  <c:v>3.0727412709109987</c:v>
                </c:pt>
                <c:pt idx="24128">
                  <c:v>3.0723740221628861</c:v>
                </c:pt>
                <c:pt idx="24129">
                  <c:v>3.0740601247195518</c:v>
                </c:pt>
                <c:pt idx="24130">
                  <c:v>3.0761249925355947</c:v>
                </c:pt>
                <c:pt idx="24131">
                  <c:v>3.0753047610110644</c:v>
                </c:pt>
                <c:pt idx="24132">
                  <c:v>3.0711801438284296</c:v>
                </c:pt>
                <c:pt idx="24133">
                  <c:v>3.0695426665415488</c:v>
                </c:pt>
                <c:pt idx="24134">
                  <c:v>3.0710880117383108</c:v>
                </c:pt>
                <c:pt idx="24135">
                  <c:v>3.0741258114875065</c:v>
                </c:pt>
                <c:pt idx="24136">
                  <c:v>3.076023476621482</c:v>
                </c:pt>
                <c:pt idx="24137">
                  <c:v>3.0775692483556982</c:v>
                </c:pt>
                <c:pt idx="24138">
                  <c:v>3.0793918428977247</c:v>
                </c:pt>
                <c:pt idx="24139">
                  <c:v>3.0792600428243606</c:v>
                </c:pt>
                <c:pt idx="24140">
                  <c:v>3.0777185364646868</c:v>
                </c:pt>
                <c:pt idx="24141">
                  <c:v>3.0760098274229462</c:v>
                </c:pt>
                <c:pt idx="24142">
                  <c:v>3.0737743446252015</c:v>
                </c:pt>
                <c:pt idx="24143">
                  <c:v>3.0721334550386867</c:v>
                </c:pt>
                <c:pt idx="24144">
                  <c:v>3.0710244576576269</c:v>
                </c:pt>
                <c:pt idx="24145">
                  <c:v>3.0710607133412386</c:v>
                </c:pt>
                <c:pt idx="24146">
                  <c:v>3.0710056900096396</c:v>
                </c:pt>
                <c:pt idx="24147">
                  <c:v>3.073532924426094</c:v>
                </c:pt>
                <c:pt idx="24148">
                  <c:v>3.0747562338448939</c:v>
                </c:pt>
                <c:pt idx="24149">
                  <c:v>3.0743459048139017</c:v>
                </c:pt>
                <c:pt idx="24150">
                  <c:v>3.0734126408639941</c:v>
                </c:pt>
                <c:pt idx="24151">
                  <c:v>3.0754898782662106</c:v>
                </c:pt>
                <c:pt idx="24152">
                  <c:v>3.0774212398590719</c:v>
                </c:pt>
                <c:pt idx="24153">
                  <c:v>3.0785886728713647</c:v>
                </c:pt>
                <c:pt idx="24154">
                  <c:v>3.0793440707028483</c:v>
                </c:pt>
                <c:pt idx="24155">
                  <c:v>3.0793555872141134</c:v>
                </c:pt>
                <c:pt idx="24156">
                  <c:v>3.0796170546735708</c:v>
                </c:pt>
                <c:pt idx="24157">
                  <c:v>3.0785925117084529</c:v>
                </c:pt>
                <c:pt idx="24158">
                  <c:v>3.0750488385385122</c:v>
                </c:pt>
                <c:pt idx="24159">
                  <c:v>3.0746513056311473</c:v>
                </c:pt>
                <c:pt idx="24160">
                  <c:v>3.0762294942118866</c:v>
                </c:pt>
                <c:pt idx="24161">
                  <c:v>3.0769921431800928</c:v>
                </c:pt>
                <c:pt idx="24162">
                  <c:v>3.0773077808962404</c:v>
                </c:pt>
                <c:pt idx="24163">
                  <c:v>3.0772736578999003</c:v>
                </c:pt>
                <c:pt idx="24164">
                  <c:v>3.0785912320960902</c:v>
                </c:pt>
                <c:pt idx="24165">
                  <c:v>3.0817075147368689</c:v>
                </c:pt>
                <c:pt idx="24166">
                  <c:v>3.0822125350827054</c:v>
                </c:pt>
                <c:pt idx="24167">
                  <c:v>3.0814699333748496</c:v>
                </c:pt>
                <c:pt idx="24168">
                  <c:v>3.0830020559105296</c:v>
                </c:pt>
                <c:pt idx="24169">
                  <c:v>3.082520495124677</c:v>
                </c:pt>
                <c:pt idx="24170">
                  <c:v>3.0815113075079124</c:v>
                </c:pt>
                <c:pt idx="24171">
                  <c:v>3.0812634892469908</c:v>
                </c:pt>
                <c:pt idx="24172">
                  <c:v>3.0798507971985019</c:v>
                </c:pt>
                <c:pt idx="24173">
                  <c:v>3.076997688166998</c:v>
                </c:pt>
                <c:pt idx="24174">
                  <c:v>3.0774638936044973</c:v>
                </c:pt>
                <c:pt idx="24175">
                  <c:v>3.0796511776699114</c:v>
                </c:pt>
                <c:pt idx="24176">
                  <c:v>3.0782747413050342</c:v>
                </c:pt>
                <c:pt idx="24177">
                  <c:v>3.0753077467732441</c:v>
                </c:pt>
                <c:pt idx="24178">
                  <c:v>3.0772638475384522</c:v>
                </c:pt>
                <c:pt idx="24179">
                  <c:v>3.0801306057684927</c:v>
                </c:pt>
                <c:pt idx="24180">
                  <c:v>3.083142386732979</c:v>
                </c:pt>
                <c:pt idx="24181">
                  <c:v>3.0843631369270534</c:v>
                </c:pt>
                <c:pt idx="24182">
                  <c:v>3.084024039650922</c:v>
                </c:pt>
                <c:pt idx="24183">
                  <c:v>3.0836930465864207</c:v>
                </c:pt>
                <c:pt idx="24184">
                  <c:v>3.0821361848783941</c:v>
                </c:pt>
                <c:pt idx="24185">
                  <c:v>3.0801067196710541</c:v>
                </c:pt>
                <c:pt idx="24186">
                  <c:v>3.0794861076751148</c:v>
                </c:pt>
                <c:pt idx="24187">
                  <c:v>3.0797949207919948</c:v>
                </c:pt>
                <c:pt idx="24188">
                  <c:v>3.0809922114260853</c:v>
                </c:pt>
                <c:pt idx="24189">
                  <c:v>3.0816396952816425</c:v>
                </c:pt>
                <c:pt idx="24190">
                  <c:v>3.0818081775760731</c:v>
                </c:pt>
                <c:pt idx="24191">
                  <c:v>3.0827772706721377</c:v>
                </c:pt>
                <c:pt idx="24192">
                  <c:v>3.0833249447633997</c:v>
                </c:pt>
                <c:pt idx="24193">
                  <c:v>3.0835544219137883</c:v>
                </c:pt>
                <c:pt idx="24194">
                  <c:v>3.0844774489647935</c:v>
                </c:pt>
                <c:pt idx="24195">
                  <c:v>3.0828446635899098</c:v>
                </c:pt>
                <c:pt idx="24196">
                  <c:v>3.0824454245327284</c:v>
                </c:pt>
                <c:pt idx="24197">
                  <c:v>3.0825196420497685</c:v>
                </c:pt>
                <c:pt idx="24198">
                  <c:v>3.0833437124113869</c:v>
                </c:pt>
                <c:pt idx="24199">
                  <c:v>3.0827934790953995</c:v>
                </c:pt>
                <c:pt idx="24200">
                  <c:v>3.081071973930031</c:v>
                </c:pt>
                <c:pt idx="24201">
                  <c:v>3.0801071462085083</c:v>
                </c:pt>
                <c:pt idx="24202">
                  <c:v>3.0787895720123184</c:v>
                </c:pt>
                <c:pt idx="24203">
                  <c:v>3.0799595642493367</c:v>
                </c:pt>
                <c:pt idx="24204">
                  <c:v>3.0819967071308532</c:v>
                </c:pt>
                <c:pt idx="24205">
                  <c:v>3.0827303515521698</c:v>
                </c:pt>
                <c:pt idx="24206">
                  <c:v>3.0830348992945069</c:v>
                </c:pt>
                <c:pt idx="24207">
                  <c:v>3.083824420122331</c:v>
                </c:pt>
                <c:pt idx="24208">
                  <c:v>3.0833987357429855</c:v>
                </c:pt>
                <c:pt idx="24209">
                  <c:v>3.0816256195456524</c:v>
                </c:pt>
                <c:pt idx="24210">
                  <c:v>3.0837024304104141</c:v>
                </c:pt>
                <c:pt idx="24211">
                  <c:v>3.0874862441671005</c:v>
                </c:pt>
                <c:pt idx="24212">
                  <c:v>3.0890623000605681</c:v>
                </c:pt>
                <c:pt idx="24213">
                  <c:v>3.0883145799032614</c:v>
                </c:pt>
                <c:pt idx="24214">
                  <c:v>3.0880343447958163</c:v>
                </c:pt>
                <c:pt idx="24215">
                  <c:v>3.0883397456130623</c:v>
                </c:pt>
                <c:pt idx="24216">
                  <c:v>3.089151019851053</c:v>
                </c:pt>
                <c:pt idx="24217">
                  <c:v>3.090402480741834</c:v>
                </c:pt>
                <c:pt idx="24218">
                  <c:v>3.0913762657498953</c:v>
                </c:pt>
                <c:pt idx="24219">
                  <c:v>3.0927262567926088</c:v>
                </c:pt>
                <c:pt idx="24220">
                  <c:v>3.0914901512501811</c:v>
                </c:pt>
                <c:pt idx="24221">
                  <c:v>3.0911301536387912</c:v>
                </c:pt>
                <c:pt idx="24222">
                  <c:v>3.0912721906110576</c:v>
                </c:pt>
                <c:pt idx="24223">
                  <c:v>3.0898970338585432</c:v>
                </c:pt>
                <c:pt idx="24224">
                  <c:v>3.0914807674261877</c:v>
                </c:pt>
                <c:pt idx="24225">
                  <c:v>3.0943718382911203</c:v>
                </c:pt>
                <c:pt idx="24226">
                  <c:v>3.095095245813535</c:v>
                </c:pt>
                <c:pt idx="24227">
                  <c:v>3.0928145500456394</c:v>
                </c:pt>
                <c:pt idx="24228">
                  <c:v>3.0903201590131628</c:v>
                </c:pt>
                <c:pt idx="24229">
                  <c:v>3.0917302918369263</c:v>
                </c:pt>
                <c:pt idx="24230">
                  <c:v>3.0930512783327506</c:v>
                </c:pt>
                <c:pt idx="24231">
                  <c:v>3.0917644148332664</c:v>
                </c:pt>
                <c:pt idx="24232">
                  <c:v>3.0900488811922573</c:v>
                </c:pt>
                <c:pt idx="24233">
                  <c:v>3.0908550369807974</c:v>
                </c:pt>
                <c:pt idx="24234">
                  <c:v>3.0920642706636068</c:v>
                </c:pt>
                <c:pt idx="24235">
                  <c:v>3.0916326147599023</c:v>
                </c:pt>
                <c:pt idx="24236">
                  <c:v>3.0932828881704104</c:v>
                </c:pt>
                <c:pt idx="24237">
                  <c:v>3.0953963812562382</c:v>
                </c:pt>
                <c:pt idx="24238">
                  <c:v>3.0984491098163329</c:v>
                </c:pt>
                <c:pt idx="24239">
                  <c:v>3.1020776639396703</c:v>
                </c:pt>
                <c:pt idx="24240">
                  <c:v>3.103686136679662</c:v>
                </c:pt>
                <c:pt idx="24241">
                  <c:v>3.102726853945045</c:v>
                </c:pt>
                <c:pt idx="24242">
                  <c:v>3.1028164268104383</c:v>
                </c:pt>
                <c:pt idx="24243">
                  <c:v>3.104900915349377</c:v>
                </c:pt>
                <c:pt idx="24244">
                  <c:v>3.1027955264751799</c:v>
                </c:pt>
                <c:pt idx="24245">
                  <c:v>3.1014425496702867</c:v>
                </c:pt>
                <c:pt idx="24246">
                  <c:v>3.103550071231755</c:v>
                </c:pt>
                <c:pt idx="24247">
                  <c:v>3.1048279774446996</c:v>
                </c:pt>
                <c:pt idx="24248">
                  <c:v>3.1061924707608575</c:v>
                </c:pt>
                <c:pt idx="24249">
                  <c:v>3.1064492463083182</c:v>
                </c:pt>
                <c:pt idx="24250">
                  <c:v>3.1060517134009538</c:v>
                </c:pt>
                <c:pt idx="24251">
                  <c:v>3.1069521339668835</c:v>
                </c:pt>
                <c:pt idx="24252">
                  <c:v>3.1094060039412059</c:v>
                </c:pt>
                <c:pt idx="24253">
                  <c:v>3.111040495465907</c:v>
                </c:pt>
                <c:pt idx="24254">
                  <c:v>3.109276336555113</c:v>
                </c:pt>
                <c:pt idx="24255">
                  <c:v>3.1075782909497285</c:v>
                </c:pt>
                <c:pt idx="24256">
                  <c:v>3.10640531295053</c:v>
                </c:pt>
                <c:pt idx="24257">
                  <c:v>3.1063366404203951</c:v>
                </c:pt>
                <c:pt idx="24258">
                  <c:v>3.1079254924374911</c:v>
                </c:pt>
                <c:pt idx="24259">
                  <c:v>3.1083695179273692</c:v>
                </c:pt>
                <c:pt idx="24260">
                  <c:v>3.1088122638048845</c:v>
                </c:pt>
                <c:pt idx="24261">
                  <c:v>3.1137029422553595</c:v>
                </c:pt>
                <c:pt idx="24262">
                  <c:v>3.1168942954880867</c:v>
                </c:pt>
                <c:pt idx="24263">
                  <c:v>3.1165244875152487</c:v>
                </c:pt>
                <c:pt idx="24264">
                  <c:v>3.1144519420250294</c:v>
                </c:pt>
                <c:pt idx="24265">
                  <c:v>3.1118283101439137</c:v>
                </c:pt>
                <c:pt idx="24266">
                  <c:v>3.1103247656176687</c:v>
                </c:pt>
                <c:pt idx="24267">
                  <c:v>3.1099020670005033</c:v>
                </c:pt>
                <c:pt idx="24268">
                  <c:v>3.1092861469165607</c:v>
                </c:pt>
                <c:pt idx="24269">
                  <c:v>3.1101511648737876</c:v>
                </c:pt>
                <c:pt idx="24270">
                  <c:v>3.1148942613650905</c:v>
                </c:pt>
                <c:pt idx="24271">
                  <c:v>3.1200519522619281</c:v>
                </c:pt>
                <c:pt idx="24272">
                  <c:v>3.1213865879562883</c:v>
                </c:pt>
                <c:pt idx="24273">
                  <c:v>3.1215930320841472</c:v>
                </c:pt>
                <c:pt idx="24274">
                  <c:v>3.1222682408742313</c:v>
                </c:pt>
                <c:pt idx="24275">
                  <c:v>3.1222648285745973</c:v>
                </c:pt>
                <c:pt idx="24276">
                  <c:v>3.1253930542640949</c:v>
                </c:pt>
                <c:pt idx="24277">
                  <c:v>3.1292037398803991</c:v>
                </c:pt>
                <c:pt idx="24278">
                  <c:v>3.130151506103751</c:v>
                </c:pt>
                <c:pt idx="24279">
                  <c:v>3.1283212338875477</c:v>
                </c:pt>
                <c:pt idx="24280">
                  <c:v>3.1251162314562841</c:v>
                </c:pt>
                <c:pt idx="24281">
                  <c:v>3.1245165197956033</c:v>
                </c:pt>
                <c:pt idx="24282">
                  <c:v>3.1283459730598944</c:v>
                </c:pt>
                <c:pt idx="24283">
                  <c:v>3.1318073245011644</c:v>
                </c:pt>
                <c:pt idx="24284">
                  <c:v>3.1337463637682026</c:v>
                </c:pt>
                <c:pt idx="24285">
                  <c:v>3.1330566527046741</c:v>
                </c:pt>
                <c:pt idx="24286">
                  <c:v>3.1309969033380822</c:v>
                </c:pt>
                <c:pt idx="24287">
                  <c:v>3.1319621575970586</c:v>
                </c:pt>
                <c:pt idx="24288">
                  <c:v>3.1363798060107659</c:v>
                </c:pt>
                <c:pt idx="24289">
                  <c:v>3.1405620057497248</c:v>
                </c:pt>
                <c:pt idx="24290">
                  <c:v>3.1390913046074576</c:v>
                </c:pt>
                <c:pt idx="24291">
                  <c:v>3.137799749195977</c:v>
                </c:pt>
                <c:pt idx="24292">
                  <c:v>3.1389403103486515</c:v>
                </c:pt>
                <c:pt idx="24293">
                  <c:v>3.1395174155242573</c:v>
                </c:pt>
                <c:pt idx="24294">
                  <c:v>3.1408622881175194</c:v>
                </c:pt>
                <c:pt idx="24295">
                  <c:v>3.1426737926857355</c:v>
                </c:pt>
                <c:pt idx="24296">
                  <c:v>3.143650563455977</c:v>
                </c:pt>
                <c:pt idx="24297">
                  <c:v>3.1472428618957031</c:v>
                </c:pt>
                <c:pt idx="24298">
                  <c:v>3.1475307746773242</c:v>
                </c:pt>
                <c:pt idx="24299">
                  <c:v>3.1477935217491448</c:v>
                </c:pt>
                <c:pt idx="24300">
                  <c:v>3.1493930372025969</c:v>
                </c:pt>
                <c:pt idx="24301">
                  <c:v>3.1485745118278836</c:v>
                </c:pt>
                <c:pt idx="24302">
                  <c:v>3.1471746159030225</c:v>
                </c:pt>
                <c:pt idx="24303">
                  <c:v>3.1458433925082963</c:v>
                </c:pt>
                <c:pt idx="24304">
                  <c:v>3.1462912568352626</c:v>
                </c:pt>
                <c:pt idx="24305">
                  <c:v>3.1478545166051033</c:v>
                </c:pt>
                <c:pt idx="24306">
                  <c:v>3.1514161043481228</c:v>
                </c:pt>
                <c:pt idx="24307">
                  <c:v>3.1549282137464489</c:v>
                </c:pt>
                <c:pt idx="24308">
                  <c:v>3.1559838939457272</c:v>
                </c:pt>
                <c:pt idx="24309">
                  <c:v>3.1554153195192072</c:v>
                </c:pt>
                <c:pt idx="24310">
                  <c:v>3.1562701005775318</c:v>
                </c:pt>
                <c:pt idx="24311">
                  <c:v>3.158543971746159</c:v>
                </c:pt>
                <c:pt idx="24312">
                  <c:v>3.160651066770173</c:v>
                </c:pt>
                <c:pt idx="24313">
                  <c:v>3.1615668426844561</c:v>
                </c:pt>
                <c:pt idx="24314">
                  <c:v>3.1634320909719085</c:v>
                </c:pt>
                <c:pt idx="24315">
                  <c:v>3.1651433592383746</c:v>
                </c:pt>
                <c:pt idx="24316">
                  <c:v>3.1656505122714824</c:v>
                </c:pt>
                <c:pt idx="24317">
                  <c:v>3.1688755619630959</c:v>
                </c:pt>
                <c:pt idx="24318">
                  <c:v>3.1719150678621091</c:v>
                </c:pt>
                <c:pt idx="24319">
                  <c:v>3.1722221748291717</c:v>
                </c:pt>
                <c:pt idx="24320">
                  <c:v>3.1745450978050385</c:v>
                </c:pt>
                <c:pt idx="24321">
                  <c:v>3.1784457828241899</c:v>
                </c:pt>
                <c:pt idx="24322">
                  <c:v>3.1791124608651886</c:v>
                </c:pt>
                <c:pt idx="24323">
                  <c:v>3.1791862518447744</c:v>
                </c:pt>
                <c:pt idx="24324">
                  <c:v>3.1808778993883453</c:v>
                </c:pt>
                <c:pt idx="24325">
                  <c:v>3.18316755244278</c:v>
                </c:pt>
                <c:pt idx="24326">
                  <c:v>3.1858863021761943</c:v>
                </c:pt>
                <c:pt idx="24327">
                  <c:v>3.1867811777552189</c:v>
                </c:pt>
                <c:pt idx="24328">
                  <c:v>3.1843908618615799</c:v>
                </c:pt>
                <c:pt idx="24329">
                  <c:v>3.1834968393574639</c:v>
                </c:pt>
                <c:pt idx="24330">
                  <c:v>3.1865487148426501</c:v>
                </c:pt>
                <c:pt idx="24331">
                  <c:v>3.1882237274255054</c:v>
                </c:pt>
                <c:pt idx="24332">
                  <c:v>3.1882740588451073</c:v>
                </c:pt>
                <c:pt idx="24333">
                  <c:v>3.19057053649881</c:v>
                </c:pt>
                <c:pt idx="24334">
                  <c:v>3.1923922779659284</c:v>
                </c:pt>
                <c:pt idx="24335">
                  <c:v>3.1939836892077493</c:v>
                </c:pt>
                <c:pt idx="24336">
                  <c:v>3.1949898910623342</c:v>
                </c:pt>
                <c:pt idx="24337">
                  <c:v>3.195239842010527</c:v>
                </c:pt>
                <c:pt idx="24338">
                  <c:v>3.1970871757249002</c:v>
                </c:pt>
                <c:pt idx="24339">
                  <c:v>3.199486022367624</c:v>
                </c:pt>
                <c:pt idx="24340">
                  <c:v>3.2017893246205951</c:v>
                </c:pt>
                <c:pt idx="24341">
                  <c:v>3.2056503416565008</c:v>
                </c:pt>
                <c:pt idx="24342">
                  <c:v>3.2077740716412309</c:v>
                </c:pt>
                <c:pt idx="24343">
                  <c:v>3.2089304146797129</c:v>
                </c:pt>
                <c:pt idx="24344">
                  <c:v>3.212747924895285</c:v>
                </c:pt>
                <c:pt idx="24345">
                  <c:v>3.2146289550685445</c:v>
                </c:pt>
                <c:pt idx="24346">
                  <c:v>3.2167369031674671</c:v>
                </c:pt>
                <c:pt idx="24347">
                  <c:v>3.2199632324714433</c:v>
                </c:pt>
                <c:pt idx="24348">
                  <c:v>3.221889902152308</c:v>
                </c:pt>
                <c:pt idx="24349">
                  <c:v>3.2231460549550857</c:v>
                </c:pt>
                <c:pt idx="24350">
                  <c:v>3.2251004495704767</c:v>
                </c:pt>
                <c:pt idx="24351">
                  <c:v>3.2254830536669425</c:v>
                </c:pt>
                <c:pt idx="24352">
                  <c:v>3.2268176893613028</c:v>
                </c:pt>
                <c:pt idx="24353">
                  <c:v>3.2290655417452205</c:v>
                </c:pt>
                <c:pt idx="24354">
                  <c:v>3.2303822628665024</c:v>
                </c:pt>
                <c:pt idx="24355">
                  <c:v>3.2297172909753207</c:v>
                </c:pt>
                <c:pt idx="24356">
                  <c:v>3.2307900326727692</c:v>
                </c:pt>
                <c:pt idx="24357">
                  <c:v>3.229277530859985</c:v>
                </c:pt>
                <c:pt idx="24358">
                  <c:v>3.2293103742439624</c:v>
                </c:pt>
                <c:pt idx="24359">
                  <c:v>3.2307030190321013</c:v>
                </c:pt>
                <c:pt idx="24360">
                  <c:v>3.2342479718144048</c:v>
                </c:pt>
                <c:pt idx="24361">
                  <c:v>3.2405530484631857</c:v>
                </c:pt>
                <c:pt idx="24362">
                  <c:v>3.2443509379558617</c:v>
                </c:pt>
                <c:pt idx="24363">
                  <c:v>3.2448951997474897</c:v>
                </c:pt>
                <c:pt idx="24364">
                  <c:v>3.2427578205642238</c:v>
                </c:pt>
                <c:pt idx="24365">
                  <c:v>3.2421649335028109</c:v>
                </c:pt>
                <c:pt idx="24366">
                  <c:v>3.2441487592025458</c:v>
                </c:pt>
                <c:pt idx="24367">
                  <c:v>3.2465842880663351</c:v>
                </c:pt>
                <c:pt idx="24368">
                  <c:v>3.2490611910631872</c:v>
                </c:pt>
                <c:pt idx="24369">
                  <c:v>3.2506547349922799</c:v>
                </c:pt>
                <c:pt idx="24370">
                  <c:v>3.2512642570144084</c:v>
                </c:pt>
                <c:pt idx="24371">
                  <c:v>3.2520337305818825</c:v>
                </c:pt>
                <c:pt idx="24372">
                  <c:v>3.2541655647782433</c:v>
                </c:pt>
                <c:pt idx="24373">
                  <c:v>3.2542704929919894</c:v>
                </c:pt>
                <c:pt idx="24374">
                  <c:v>3.2548761761770302</c:v>
                </c:pt>
                <c:pt idx="24375">
                  <c:v>3.2558768330447094</c:v>
                </c:pt>
                <c:pt idx="24376">
                  <c:v>3.2568834614367486</c:v>
                </c:pt>
                <c:pt idx="24377">
                  <c:v>3.2583046842343224</c:v>
                </c:pt>
                <c:pt idx="24378">
                  <c:v>3.2599728722179093</c:v>
                </c:pt>
                <c:pt idx="24379">
                  <c:v>3.2616346621396826</c:v>
                </c:pt>
                <c:pt idx="24380">
                  <c:v>3.2646080547332863</c:v>
                </c:pt>
                <c:pt idx="24381">
                  <c:v>3.2674496472535255</c:v>
                </c:pt>
                <c:pt idx="24382">
                  <c:v>3.2697883521151994</c:v>
                </c:pt>
                <c:pt idx="24383">
                  <c:v>3.2736472364638338</c:v>
                </c:pt>
                <c:pt idx="24384">
                  <c:v>3.2754753759927659</c:v>
                </c:pt>
                <c:pt idx="24385">
                  <c:v>3.2756259437141173</c:v>
                </c:pt>
                <c:pt idx="24386">
                  <c:v>3.2781659742541991</c:v>
                </c:pt>
                <c:pt idx="24387">
                  <c:v>3.2822876056746542</c:v>
                </c:pt>
                <c:pt idx="24388">
                  <c:v>3.2843951272361225</c:v>
                </c:pt>
                <c:pt idx="24389">
                  <c:v>3.2857609001646435</c:v>
                </c:pt>
                <c:pt idx="24390">
                  <c:v>3.2875950112179351</c:v>
                </c:pt>
                <c:pt idx="24391">
                  <c:v>3.2905901572217058</c:v>
                </c:pt>
                <c:pt idx="24392">
                  <c:v>3.2932973904438549</c:v>
                </c:pt>
                <c:pt idx="24393">
                  <c:v>3.2922540798307498</c:v>
                </c:pt>
                <c:pt idx="24394">
                  <c:v>3.2892444315535347</c:v>
                </c:pt>
                <c:pt idx="24395">
                  <c:v>3.2886860940259162</c:v>
                </c:pt>
                <c:pt idx="24396">
                  <c:v>3.2898330532404052</c:v>
                </c:pt>
                <c:pt idx="24397">
                  <c:v>3.2933519872379993</c:v>
                </c:pt>
                <c:pt idx="24398">
                  <c:v>3.2978033321105924</c:v>
                </c:pt>
                <c:pt idx="24399">
                  <c:v>3.2984478302039704</c:v>
                </c:pt>
                <c:pt idx="24400">
                  <c:v>3.2967084104655231</c:v>
                </c:pt>
                <c:pt idx="24401">
                  <c:v>3.2974518652482874</c:v>
                </c:pt>
                <c:pt idx="24402">
                  <c:v>3.2988538938604197</c:v>
                </c:pt>
                <c:pt idx="24403">
                  <c:v>3.300828762273615</c:v>
                </c:pt>
                <c:pt idx="24404">
                  <c:v>3.3023173779889614</c:v>
                </c:pt>
                <c:pt idx="24405">
                  <c:v>3.3014561988688227</c:v>
                </c:pt>
                <c:pt idx="24406">
                  <c:v>3.3028778482038508</c:v>
                </c:pt>
                <c:pt idx="24407">
                  <c:v>3.3043860846420925</c:v>
                </c:pt>
                <c:pt idx="24408">
                  <c:v>3.3064995777279202</c:v>
                </c:pt>
                <c:pt idx="24409">
                  <c:v>3.3076729822645725</c:v>
                </c:pt>
                <c:pt idx="24410">
                  <c:v>3.3092746304052958</c:v>
                </c:pt>
                <c:pt idx="24411">
                  <c:v>3.3126267882582772</c:v>
                </c:pt>
                <c:pt idx="24412">
                  <c:v>3.3172969468449023</c:v>
                </c:pt>
                <c:pt idx="24413">
                  <c:v>3.3215243595540125</c:v>
                </c:pt>
                <c:pt idx="24414">
                  <c:v>3.322210658317907</c:v>
                </c:pt>
                <c:pt idx="24415">
                  <c:v>3.3214893834827635</c:v>
                </c:pt>
                <c:pt idx="24416">
                  <c:v>3.3227498016600836</c:v>
                </c:pt>
                <c:pt idx="24417">
                  <c:v>3.3236621652747327</c:v>
                </c:pt>
                <c:pt idx="24418">
                  <c:v>3.3247707361183387</c:v>
                </c:pt>
                <c:pt idx="24419">
                  <c:v>3.3267520025933477</c:v>
                </c:pt>
                <c:pt idx="24420">
                  <c:v>3.3271559335625263</c:v>
                </c:pt>
                <c:pt idx="24421">
                  <c:v>3.3283506649718912</c:v>
                </c:pt>
                <c:pt idx="24422">
                  <c:v>3.3305080914155072</c:v>
                </c:pt>
                <c:pt idx="24423">
                  <c:v>3.3328058486815726</c:v>
                </c:pt>
                <c:pt idx="24424">
                  <c:v>3.3339604855702381</c:v>
                </c:pt>
                <c:pt idx="24425">
                  <c:v>3.3317847180160891</c:v>
                </c:pt>
                <c:pt idx="24426">
                  <c:v>3.3282832720541191</c:v>
                </c:pt>
                <c:pt idx="24427">
                  <c:v>3.3264692082611775</c:v>
                </c:pt>
                <c:pt idx="24428">
                  <c:v>3.3289482439453009</c:v>
                </c:pt>
                <c:pt idx="24429">
                  <c:v>3.3327764175972292</c:v>
                </c:pt>
                <c:pt idx="24430">
                  <c:v>3.3337723825529118</c:v>
                </c:pt>
                <c:pt idx="24431">
                  <c:v>3.3365499944550132</c:v>
                </c:pt>
                <c:pt idx="24432">
                  <c:v>3.340405893041468</c:v>
                </c:pt>
                <c:pt idx="24433">
                  <c:v>3.3423615672692217</c:v>
                </c:pt>
                <c:pt idx="24434">
                  <c:v>3.3419597689873148</c:v>
                </c:pt>
                <c:pt idx="24435">
                  <c:v>3.3402651356815642</c:v>
                </c:pt>
                <c:pt idx="24436">
                  <c:v>3.3412026650060143</c:v>
                </c:pt>
                <c:pt idx="24437">
                  <c:v>3.3423261646605189</c:v>
                </c:pt>
                <c:pt idx="24438">
                  <c:v>3.3411753666089421</c:v>
                </c:pt>
                <c:pt idx="24439">
                  <c:v>3.3406724789503768</c:v>
                </c:pt>
                <c:pt idx="24440">
                  <c:v>3.3416637519940626</c:v>
                </c:pt>
                <c:pt idx="24441">
                  <c:v>3.3418045093539663</c:v>
                </c:pt>
                <c:pt idx="24442">
                  <c:v>3.3390580346860257</c:v>
                </c:pt>
                <c:pt idx="24443">
                  <c:v>3.3407820990761197</c:v>
                </c:pt>
                <c:pt idx="24444">
                  <c:v>3.3420194842309101</c:v>
                </c:pt>
                <c:pt idx="24445">
                  <c:v>3.3433929348336076</c:v>
                </c:pt>
                <c:pt idx="24446">
                  <c:v>3.3456552894909701</c:v>
                </c:pt>
                <c:pt idx="24447">
                  <c:v>3.3462767545618179</c:v>
                </c:pt>
                <c:pt idx="24448">
                  <c:v>3.3463138633203382</c:v>
                </c:pt>
                <c:pt idx="24449">
                  <c:v>3.3481245148136458</c:v>
                </c:pt>
                <c:pt idx="24450">
                  <c:v>3.3507626489682059</c:v>
                </c:pt>
                <c:pt idx="24451">
                  <c:v>3.3522533973708231</c:v>
                </c:pt>
                <c:pt idx="24452">
                  <c:v>3.3530808800320755</c:v>
                </c:pt>
                <c:pt idx="24453">
                  <c:v>3.3508125538503535</c:v>
                </c:pt>
                <c:pt idx="24454">
                  <c:v>3.3490240823046671</c:v>
                </c:pt>
                <c:pt idx="24455">
                  <c:v>3.3518673809747233</c:v>
                </c:pt>
                <c:pt idx="24456">
                  <c:v>3.3556132328979809</c:v>
                </c:pt>
                <c:pt idx="24457">
                  <c:v>3.3577629816674204</c:v>
                </c:pt>
                <c:pt idx="24458">
                  <c:v>3.3563566876807451</c:v>
                </c:pt>
                <c:pt idx="24459">
                  <c:v>3.3549926209020415</c:v>
                </c:pt>
                <c:pt idx="24460">
                  <c:v>3.3549956066642213</c:v>
                </c:pt>
                <c:pt idx="24461">
                  <c:v>3.3564091517876187</c:v>
                </c:pt>
                <c:pt idx="24462">
                  <c:v>3.3599289388601212</c:v>
                </c:pt>
                <c:pt idx="24463">
                  <c:v>3.3614798290437884</c:v>
                </c:pt>
                <c:pt idx="24464">
                  <c:v>3.3592242989856937</c:v>
                </c:pt>
                <c:pt idx="24465">
                  <c:v>3.3545891164703172</c:v>
                </c:pt>
                <c:pt idx="24466">
                  <c:v>3.3513896590259593</c:v>
                </c:pt>
                <c:pt idx="24467">
                  <c:v>3.3511426938399462</c:v>
                </c:pt>
                <c:pt idx="24468">
                  <c:v>3.3522060517134009</c:v>
                </c:pt>
                <c:pt idx="24469">
                  <c:v>3.3506444980933776</c:v>
                </c:pt>
                <c:pt idx="24470">
                  <c:v>3.3490168311679449</c:v>
                </c:pt>
                <c:pt idx="24471">
                  <c:v>3.3517880450082322</c:v>
                </c:pt>
                <c:pt idx="24472">
                  <c:v>3.354621959854295</c:v>
                </c:pt>
                <c:pt idx="24473">
                  <c:v>3.3557437533589827</c:v>
                </c:pt>
                <c:pt idx="24474">
                  <c:v>3.3557893928665878</c:v>
                </c:pt>
                <c:pt idx="24475">
                  <c:v>3.3547021488956945</c:v>
                </c:pt>
                <c:pt idx="24476">
                  <c:v>3.3546138556426639</c:v>
                </c:pt>
                <c:pt idx="24477">
                  <c:v>3.3572937904677409</c:v>
                </c:pt>
                <c:pt idx="24478">
                  <c:v>3.3571752130554584</c:v>
                </c:pt>
                <c:pt idx="24479">
                  <c:v>3.3570075838359368</c:v>
                </c:pt>
                <c:pt idx="24480">
                  <c:v>3.3573581976233333</c:v>
                </c:pt>
                <c:pt idx="24481">
                  <c:v>3.3600965680796433</c:v>
                </c:pt>
                <c:pt idx="24482">
                  <c:v>3.3615792122706294</c:v>
                </c:pt>
                <c:pt idx="24483">
                  <c:v>3.3606310195098232</c:v>
                </c:pt>
                <c:pt idx="24484">
                  <c:v>3.3602147189544715</c:v>
                </c:pt>
                <c:pt idx="24485">
                  <c:v>3.3630042739052914</c:v>
                </c:pt>
                <c:pt idx="24486">
                  <c:v>3.3625235661943473</c:v>
                </c:pt>
                <c:pt idx="24487">
                  <c:v>3.3612691195413871</c:v>
                </c:pt>
                <c:pt idx="24488">
                  <c:v>3.3648358257338575</c:v>
                </c:pt>
                <c:pt idx="24489">
                  <c:v>3.3650115591650103</c:v>
                </c:pt>
                <c:pt idx="24490">
                  <c:v>3.3654705134657874</c:v>
                </c:pt>
                <c:pt idx="24491">
                  <c:v>3.3667458604540066</c:v>
                </c:pt>
                <c:pt idx="24492">
                  <c:v>3.3663525929211842</c:v>
                </c:pt>
                <c:pt idx="24493">
                  <c:v>3.3682297842573554</c:v>
                </c:pt>
                <c:pt idx="24494">
                  <c:v>3.3693353693387817</c:v>
                </c:pt>
                <c:pt idx="24495">
                  <c:v>3.3684665125444666</c:v>
                </c:pt>
                <c:pt idx="24496">
                  <c:v>3.3665658616483114</c:v>
                </c:pt>
                <c:pt idx="24497">
                  <c:v>3.365190704895797</c:v>
                </c:pt>
                <c:pt idx="24498">
                  <c:v>3.3689190687834301</c:v>
                </c:pt>
                <c:pt idx="24499">
                  <c:v>3.3728862936454451</c:v>
                </c:pt>
                <c:pt idx="24500">
                  <c:v>3.3736762410107231</c:v>
                </c:pt>
                <c:pt idx="24501">
                  <c:v>3.3723659179512553</c:v>
                </c:pt>
                <c:pt idx="24502">
                  <c:v>3.3690244235346305</c:v>
                </c:pt>
                <c:pt idx="24503">
                  <c:v>3.3663943935917011</c:v>
                </c:pt>
                <c:pt idx="24504">
                  <c:v>3.366753538128183</c:v>
                </c:pt>
                <c:pt idx="24505">
                  <c:v>3.3702741782755945</c:v>
                </c:pt>
                <c:pt idx="24506">
                  <c:v>3.3750833880723068</c:v>
                </c:pt>
                <c:pt idx="24507">
                  <c:v>3.3789742627300106</c:v>
                </c:pt>
                <c:pt idx="24508">
                  <c:v>3.380427049299199</c:v>
                </c:pt>
                <c:pt idx="24509">
                  <c:v>3.3807320235789904</c:v>
                </c:pt>
                <c:pt idx="24510">
                  <c:v>3.3808215964443837</c:v>
                </c:pt>
                <c:pt idx="24511">
                  <c:v>3.3815910700118579</c:v>
                </c:pt>
                <c:pt idx="24512">
                  <c:v>3.3823404963189816</c:v>
                </c:pt>
                <c:pt idx="24513">
                  <c:v>3.3830464158057718</c:v>
                </c:pt>
                <c:pt idx="24514">
                  <c:v>3.3836090187079328</c:v>
                </c:pt>
                <c:pt idx="24515">
                  <c:v>3.3849031333441388</c:v>
                </c:pt>
                <c:pt idx="24516">
                  <c:v>3.3862364894261363</c:v>
                </c:pt>
                <c:pt idx="24517">
                  <c:v>3.3864471989285381</c:v>
                </c:pt>
                <c:pt idx="24518">
                  <c:v>3.3865090468594046</c:v>
                </c:pt>
                <c:pt idx="24519">
                  <c:v>3.3855126553662678</c:v>
                </c:pt>
                <c:pt idx="24520">
                  <c:v>3.3824757086919801</c:v>
                </c:pt>
                <c:pt idx="24521">
                  <c:v>3.3779723262499681</c:v>
                </c:pt>
                <c:pt idx="24522">
                  <c:v>3.3775654095186098</c:v>
                </c:pt>
                <c:pt idx="24523">
                  <c:v>3.3800359144536483</c:v>
                </c:pt>
                <c:pt idx="24524">
                  <c:v>3.3807375685658956</c:v>
                </c:pt>
                <c:pt idx="24525">
                  <c:v>3.3814968052344678</c:v>
                </c:pt>
                <c:pt idx="24526">
                  <c:v>3.3851812357643123</c:v>
                </c:pt>
                <c:pt idx="24527">
                  <c:v>3.3883167125905325</c:v>
                </c:pt>
                <c:pt idx="24528">
                  <c:v>3.3897358027008351</c:v>
                </c:pt>
                <c:pt idx="24529">
                  <c:v>3.3916483966457096</c:v>
                </c:pt>
                <c:pt idx="24530">
                  <c:v>3.3912372145398089</c:v>
                </c:pt>
                <c:pt idx="24531">
                  <c:v>3.3929548808680892</c:v>
                </c:pt>
                <c:pt idx="24532">
                  <c:v>3.3954454330634771</c:v>
                </c:pt>
                <c:pt idx="24533">
                  <c:v>3.3945778558815247</c:v>
                </c:pt>
                <c:pt idx="24534">
                  <c:v>3.3911625704853146</c:v>
                </c:pt>
                <c:pt idx="24535">
                  <c:v>3.3899465122032364</c:v>
                </c:pt>
                <c:pt idx="24536">
                  <c:v>3.3927019441577166</c:v>
                </c:pt>
                <c:pt idx="24537">
                  <c:v>3.3954723049230955</c:v>
                </c:pt>
                <c:pt idx="24538">
                  <c:v>3.3953494621362701</c:v>
                </c:pt>
                <c:pt idx="24539">
                  <c:v>3.394164967625807</c:v>
                </c:pt>
                <c:pt idx="24540">
                  <c:v>3.3949915972121514</c:v>
                </c:pt>
                <c:pt idx="24541">
                  <c:v>3.3962571338389225</c:v>
                </c:pt>
                <c:pt idx="24542">
                  <c:v>3.3983697738498417</c:v>
                </c:pt>
                <c:pt idx="24543">
                  <c:v>3.4027264274075906</c:v>
                </c:pt>
                <c:pt idx="24544">
                  <c:v>3.4051248475128602</c:v>
                </c:pt>
                <c:pt idx="24545">
                  <c:v>3.4054703428508057</c:v>
                </c:pt>
                <c:pt idx="24546">
                  <c:v>3.4044010134529912</c:v>
                </c:pt>
                <c:pt idx="24547">
                  <c:v>3.4045865572455916</c:v>
                </c:pt>
                <c:pt idx="24548">
                  <c:v>3.4058171178011141</c:v>
                </c:pt>
                <c:pt idx="24549">
                  <c:v>3.4054012437832166</c:v>
                </c:pt>
                <c:pt idx="24550">
                  <c:v>3.4058909087806999</c:v>
                </c:pt>
                <c:pt idx="24551">
                  <c:v>3.4058333262243758</c:v>
                </c:pt>
                <c:pt idx="24552">
                  <c:v>3.405858918471631</c:v>
                </c:pt>
                <c:pt idx="24553">
                  <c:v>3.4071304266227616</c:v>
                </c:pt>
                <c:pt idx="24554">
                  <c:v>3.4093185637630841</c:v>
                </c:pt>
                <c:pt idx="24555">
                  <c:v>3.4119605367547323</c:v>
                </c:pt>
                <c:pt idx="24556">
                  <c:v>3.4125960775615707</c:v>
                </c:pt>
                <c:pt idx="24557">
                  <c:v>3.4108148571526065</c:v>
                </c:pt>
                <c:pt idx="24558">
                  <c:v>3.4096747225373862</c:v>
                </c:pt>
                <c:pt idx="24559">
                  <c:v>3.4132264999189577</c:v>
                </c:pt>
                <c:pt idx="24560">
                  <c:v>3.4173378944405108</c:v>
                </c:pt>
                <c:pt idx="24561">
                  <c:v>3.4185829572694777</c:v>
                </c:pt>
                <c:pt idx="24562">
                  <c:v>3.4196650827909201</c:v>
                </c:pt>
                <c:pt idx="24563">
                  <c:v>3.4189975516750124</c:v>
                </c:pt>
                <c:pt idx="24564">
                  <c:v>3.42178582701347</c:v>
                </c:pt>
                <c:pt idx="24565">
                  <c:v>3.423862211340778</c:v>
                </c:pt>
                <c:pt idx="24566">
                  <c:v>3.4260802061028981</c:v>
                </c:pt>
                <c:pt idx="24567">
                  <c:v>3.4295104203100073</c:v>
                </c:pt>
                <c:pt idx="24568">
                  <c:v>3.4315578000904261</c:v>
                </c:pt>
                <c:pt idx="24569">
                  <c:v>3.4330336196821443</c:v>
                </c:pt>
                <c:pt idx="24570">
                  <c:v>3.4343430896667035</c:v>
                </c:pt>
                <c:pt idx="24571">
                  <c:v>3.4352046953242965</c:v>
                </c:pt>
                <c:pt idx="24572">
                  <c:v>3.4371625022393215</c:v>
                </c:pt>
                <c:pt idx="24573">
                  <c:v>3.4400672223027904</c:v>
                </c:pt>
                <c:pt idx="24574">
                  <c:v>3.4440382860018937</c:v>
                </c:pt>
                <c:pt idx="24575">
                  <c:v>3.4472842360287657</c:v>
                </c:pt>
                <c:pt idx="24576">
                  <c:v>3.4511955844842737</c:v>
                </c:pt>
                <c:pt idx="24577">
                  <c:v>3.454027793180519</c:v>
                </c:pt>
                <c:pt idx="24578">
                  <c:v>3.4574272966909225</c:v>
                </c:pt>
                <c:pt idx="24579">
                  <c:v>3.4619357975823859</c:v>
                </c:pt>
                <c:pt idx="24580">
                  <c:v>3.4670798392806872</c:v>
                </c:pt>
                <c:pt idx="24581">
                  <c:v>3.4719892853791494</c:v>
                </c:pt>
                <c:pt idx="24582">
                  <c:v>3.4726504184332425</c:v>
                </c:pt>
                <c:pt idx="24583">
                  <c:v>3.4743778951229709</c:v>
                </c:pt>
                <c:pt idx="24584">
                  <c:v>3.4777518063861188</c:v>
                </c:pt>
                <c:pt idx="24585">
                  <c:v>3.4814328246163297</c:v>
                </c:pt>
                <c:pt idx="24586">
                  <c:v>3.4844143214215642</c:v>
                </c:pt>
                <c:pt idx="24587">
                  <c:v>3.4864830280746952</c:v>
                </c:pt>
                <c:pt idx="24588">
                  <c:v>3.48810387040086</c:v>
                </c:pt>
                <c:pt idx="24589">
                  <c:v>3.4943014596111683</c:v>
                </c:pt>
                <c:pt idx="24590">
                  <c:v>3.5023246291256838</c:v>
                </c:pt>
                <c:pt idx="24591">
                  <c:v>3.5079293312745792</c:v>
                </c:pt>
                <c:pt idx="24592">
                  <c:v>3.5133804799399435</c:v>
                </c:pt>
                <c:pt idx="24593">
                  <c:v>3.5169591291811333</c:v>
                </c:pt>
                <c:pt idx="24594">
                  <c:v>3.5221799476212006</c:v>
                </c:pt>
                <c:pt idx="24595">
                  <c:v>3.5301732595139179</c:v>
                </c:pt>
                <c:pt idx="24596">
                  <c:v>3.5330865103264717</c:v>
                </c:pt>
                <c:pt idx="24597">
                  <c:v>3.5340078312276599</c:v>
                </c:pt>
                <c:pt idx="24598">
                  <c:v>3.5375822150943073</c:v>
                </c:pt>
                <c:pt idx="24599">
                  <c:v>3.5413911945607945</c:v>
                </c:pt>
                <c:pt idx="24600">
                  <c:v>3.5474949455311671</c:v>
                </c:pt>
                <c:pt idx="24601">
                  <c:v>3.5534067546471255</c:v>
                </c:pt>
                <c:pt idx="24602">
                  <c:v>3.5564906204413811</c:v>
                </c:pt>
                <c:pt idx="24603">
                  <c:v>3.560568318504048</c:v>
                </c:pt>
                <c:pt idx="24604">
                  <c:v>3.5653967224862013</c:v>
                </c:pt>
                <c:pt idx="24605">
                  <c:v>3.5686767955094139</c:v>
                </c:pt>
                <c:pt idx="24606">
                  <c:v>3.5711635088677136</c:v>
                </c:pt>
                <c:pt idx="24607">
                  <c:v>3.5754630064065926</c:v>
                </c:pt>
                <c:pt idx="24608">
                  <c:v>3.5813406925262106</c:v>
                </c:pt>
                <c:pt idx="24609">
                  <c:v>3.5854653097088454</c:v>
                </c:pt>
                <c:pt idx="24610">
                  <c:v>3.5905411054144665</c:v>
                </c:pt>
                <c:pt idx="24611">
                  <c:v>3.5951519752949506</c:v>
                </c:pt>
                <c:pt idx="24612">
                  <c:v>3.5993917575902339</c:v>
                </c:pt>
                <c:pt idx="24613">
                  <c:v>3.6027699342279247</c:v>
                </c:pt>
                <c:pt idx="24614">
                  <c:v>3.6081485715260655</c:v>
                </c:pt>
                <c:pt idx="24615">
                  <c:v>3.6141584842565027</c:v>
                </c:pt>
                <c:pt idx="24616">
                  <c:v>3.6203262158450134</c:v>
                </c:pt>
                <c:pt idx="24617">
                  <c:v>3.6268607696441824</c:v>
                </c:pt>
                <c:pt idx="24618">
                  <c:v>3.6344147479590183</c:v>
                </c:pt>
                <c:pt idx="24619">
                  <c:v>3.6434786688619125</c:v>
                </c:pt>
                <c:pt idx="24620">
                  <c:v>3.6528070429864448</c:v>
                </c:pt>
                <c:pt idx="24621">
                  <c:v>3.6630482072630799</c:v>
                </c:pt>
                <c:pt idx="24622">
                  <c:v>3.6779983450346774</c:v>
                </c:pt>
                <c:pt idx="24623">
                  <c:v>3.6937631693439004</c:v>
                </c:pt>
                <c:pt idx="24624">
                  <c:v>3.7048574085290431</c:v>
                </c:pt>
                <c:pt idx="24625">
                  <c:v>3.7117630499134129</c:v>
                </c:pt>
                <c:pt idx="24626">
                  <c:v>3.715896197845133</c:v>
                </c:pt>
                <c:pt idx="24627">
                  <c:v>3.7140492906682137</c:v>
                </c:pt>
                <c:pt idx="24628">
                  <c:v>3.7104407838052258</c:v>
                </c:pt>
                <c:pt idx="24629">
                  <c:v>3.7053436612268924</c:v>
                </c:pt>
                <c:pt idx="24630">
                  <c:v>3.7018887078474361</c:v>
                </c:pt>
                <c:pt idx="24631">
                  <c:v>3.7004256843793453</c:v>
                </c:pt>
                <c:pt idx="24632">
                  <c:v>3.6977555599157164</c:v>
                </c:pt>
                <c:pt idx="24633">
                  <c:v>3.6991375412674987</c:v>
                </c:pt>
                <c:pt idx="24634">
                  <c:v>3.7007541182191206</c:v>
                </c:pt>
                <c:pt idx="24635">
                  <c:v>3.7027844365013691</c:v>
                </c:pt>
                <c:pt idx="24636">
                  <c:v>3.7078858244542454</c:v>
                </c:pt>
                <c:pt idx="24637">
                  <c:v>3.710811871390427</c:v>
                </c:pt>
                <c:pt idx="24638">
                  <c:v>3.7131066428943127</c:v>
                </c:pt>
                <c:pt idx="24639">
                  <c:v>3.7186644259232402</c:v>
                </c:pt>
                <c:pt idx="24640">
                  <c:v>3.7207075403291165</c:v>
                </c:pt>
                <c:pt idx="24641">
                  <c:v>3.721070097165232</c:v>
                </c:pt>
                <c:pt idx="24642">
                  <c:v>3.7233520725454903</c:v>
                </c:pt>
                <c:pt idx="24643">
                  <c:v>3.7283212338875478</c:v>
                </c:pt>
                <c:pt idx="24644">
                  <c:v>3.7312558115728143</c:v>
                </c:pt>
                <c:pt idx="24645">
                  <c:v>3.7338619554183055</c:v>
                </c:pt>
                <c:pt idx="24646">
                  <c:v>3.7361098078022232</c:v>
                </c:pt>
                <c:pt idx="24647">
                  <c:v>3.7395988841780197</c:v>
                </c:pt>
                <c:pt idx="24648">
                  <c:v>3.7456813082756799</c:v>
                </c:pt>
                <c:pt idx="24649">
                  <c:v>3.7521774737039659</c:v>
                </c:pt>
                <c:pt idx="24650">
                  <c:v>3.7551291128874027</c:v>
                </c:pt>
                <c:pt idx="24651">
                  <c:v>3.7569717546897792</c:v>
                </c:pt>
                <c:pt idx="24652">
                  <c:v>3.7598679440041631</c:v>
                </c:pt>
                <c:pt idx="24653">
                  <c:v>3.7648413707207631</c:v>
                </c:pt>
                <c:pt idx="24654">
                  <c:v>3.7706166878513603</c:v>
                </c:pt>
                <c:pt idx="24655">
                  <c:v>3.7727451097480871</c:v>
                </c:pt>
                <c:pt idx="24656">
                  <c:v>3.773965006867253</c:v>
                </c:pt>
                <c:pt idx="24657">
                  <c:v>3.7753384574699504</c:v>
                </c:pt>
                <c:pt idx="24658">
                  <c:v>3.7790066795765336</c:v>
                </c:pt>
                <c:pt idx="24659">
                  <c:v>3.7825170828250427</c:v>
                </c:pt>
                <c:pt idx="24660">
                  <c:v>3.7858440749682227</c:v>
                </c:pt>
                <c:pt idx="24661">
                  <c:v>3.786684353753103</c:v>
                </c:pt>
                <c:pt idx="24662">
                  <c:v>3.7885269955554799</c:v>
                </c:pt>
                <c:pt idx="24663">
                  <c:v>3.7926473473635722</c:v>
                </c:pt>
                <c:pt idx="24664">
                  <c:v>3.7989345094392739</c:v>
                </c:pt>
                <c:pt idx="24665">
                  <c:v>3.8033150490944609</c:v>
                </c:pt>
                <c:pt idx="24666">
                  <c:v>3.8036904020542046</c:v>
                </c:pt>
                <c:pt idx="24667">
                  <c:v>3.8075164430188613</c:v>
                </c:pt>
                <c:pt idx="24668">
                  <c:v>3.8127457922080135</c:v>
                </c:pt>
                <c:pt idx="24669">
                  <c:v>3.8160343959803109</c:v>
                </c:pt>
                <c:pt idx="24670">
                  <c:v>3.8204917123772639</c:v>
                </c:pt>
                <c:pt idx="24671">
                  <c:v>3.8246760448034944</c:v>
                </c:pt>
                <c:pt idx="24672">
                  <c:v>3.8278366873395155</c:v>
                </c:pt>
                <c:pt idx="24673">
                  <c:v>3.8307968572720368</c:v>
                </c:pt>
                <c:pt idx="24674">
                  <c:v>3.8323963727254888</c:v>
                </c:pt>
                <c:pt idx="24675">
                  <c:v>3.8321575117511069</c:v>
                </c:pt>
                <c:pt idx="24676">
                  <c:v>3.8358982452249135</c:v>
                </c:pt>
                <c:pt idx="24677">
                  <c:v>3.840910060312396</c:v>
                </c:pt>
                <c:pt idx="24678">
                  <c:v>3.8439470069866837</c:v>
                </c:pt>
                <c:pt idx="24679">
                  <c:v>3.8467877464320144</c:v>
                </c:pt>
                <c:pt idx="24680">
                  <c:v>3.8517014579050186</c:v>
                </c:pt>
                <c:pt idx="24681">
                  <c:v>3.8557365022222601</c:v>
                </c:pt>
                <c:pt idx="24682">
                  <c:v>3.8600146728884264</c:v>
                </c:pt>
                <c:pt idx="24683">
                  <c:v>3.8676155703232302</c:v>
                </c:pt>
                <c:pt idx="24684">
                  <c:v>3.8726529776579683</c:v>
                </c:pt>
                <c:pt idx="24685">
                  <c:v>3.8754340018597033</c:v>
                </c:pt>
                <c:pt idx="24686">
                  <c:v>3.8769652713204747</c:v>
                </c:pt>
                <c:pt idx="24687">
                  <c:v>3.8792941658207005</c:v>
                </c:pt>
                <c:pt idx="24688">
                  <c:v>3.8823780316149561</c:v>
                </c:pt>
                <c:pt idx="24689">
                  <c:v>3.8852614248057122</c:v>
                </c:pt>
                <c:pt idx="24690">
                  <c:v>3.8908405347073529</c:v>
                </c:pt>
                <c:pt idx="24691">
                  <c:v>3.8967224862015133</c:v>
                </c:pt>
                <c:pt idx="24692">
                  <c:v>3.8988210504764425</c:v>
                </c:pt>
                <c:pt idx="24693">
                  <c:v>3.9002030318282248</c:v>
                </c:pt>
                <c:pt idx="24694">
                  <c:v>3.9035385547204902</c:v>
                </c:pt>
                <c:pt idx="24695">
                  <c:v>3.9055176885082279</c:v>
                </c:pt>
                <c:pt idx="24696">
                  <c:v>3.9065029900275543</c:v>
                </c:pt>
                <c:pt idx="24697">
                  <c:v>3.9097873284253088</c:v>
                </c:pt>
                <c:pt idx="24698">
                  <c:v>3.9143299523131123</c:v>
                </c:pt>
                <c:pt idx="24699">
                  <c:v>3.9185654692338536</c:v>
                </c:pt>
                <c:pt idx="24700">
                  <c:v>3.9210095288467279</c:v>
                </c:pt>
                <c:pt idx="24701">
                  <c:v>3.921824215384353</c:v>
                </c:pt>
                <c:pt idx="24702">
                  <c:v>3.9229374781399553</c:v>
                </c:pt>
                <c:pt idx="24703">
                  <c:v>3.9243578478626207</c:v>
                </c:pt>
                <c:pt idx="24704">
                  <c:v>3.9289516562449349</c:v>
                </c:pt>
                <c:pt idx="24705">
                  <c:v>3.9359596666183259</c:v>
                </c:pt>
                <c:pt idx="24706">
                  <c:v>3.9406089248696929</c:v>
                </c:pt>
                <c:pt idx="24707">
                  <c:v>3.9433558260750878</c:v>
                </c:pt>
                <c:pt idx="24708">
                  <c:v>3.9440041630055536</c:v>
                </c:pt>
                <c:pt idx="24709">
                  <c:v>3.9433771529478001</c:v>
                </c:pt>
                <c:pt idx="24710">
                  <c:v>3.9465292647347363</c:v>
                </c:pt>
                <c:pt idx="24711">
                  <c:v>3.9509609888844341</c:v>
                </c:pt>
                <c:pt idx="24712">
                  <c:v>3.9524453392252372</c:v>
                </c:pt>
                <c:pt idx="24713">
                  <c:v>3.955119729063409</c:v>
                </c:pt>
                <c:pt idx="24714">
                  <c:v>3.9578453033960912</c:v>
                </c:pt>
                <c:pt idx="24715">
                  <c:v>3.960323486005306</c:v>
                </c:pt>
                <c:pt idx="24716">
                  <c:v>3.9632154099451471</c:v>
                </c:pt>
                <c:pt idx="24717">
                  <c:v>3.9632921866869131</c:v>
                </c:pt>
                <c:pt idx="24718">
                  <c:v>3.9644822261842814</c:v>
                </c:pt>
                <c:pt idx="24719">
                  <c:v>3.9681419175417796</c:v>
                </c:pt>
                <c:pt idx="24720">
                  <c:v>3.9719636931318938</c:v>
                </c:pt>
                <c:pt idx="24721">
                  <c:v>3.9732987553637087</c:v>
                </c:pt>
                <c:pt idx="24722">
                  <c:v>3.9725693763169341</c:v>
                </c:pt>
                <c:pt idx="24723">
                  <c:v>3.9709229417435146</c:v>
                </c:pt>
                <c:pt idx="24724">
                  <c:v>3.971008249234365</c:v>
                </c:pt>
                <c:pt idx="24725">
                  <c:v>3.9712982947032578</c:v>
                </c:pt>
                <c:pt idx="24726">
                  <c:v>3.9728295641640292</c:v>
                </c:pt>
                <c:pt idx="24727">
                  <c:v>3.9765830937614632</c:v>
                </c:pt>
                <c:pt idx="24728">
                  <c:v>3.9814242938672444</c:v>
                </c:pt>
                <c:pt idx="24729">
                  <c:v>3.9853313769482099</c:v>
                </c:pt>
                <c:pt idx="24730">
                  <c:v>3.988261689258934</c:v>
                </c:pt>
                <c:pt idx="24731">
                  <c:v>3.991234655315083</c:v>
                </c:pt>
                <c:pt idx="24732">
                  <c:v>3.9922711413289198</c:v>
                </c:pt>
                <c:pt idx="24733">
                  <c:v>3.9917166426383899</c:v>
                </c:pt>
                <c:pt idx="24734">
                  <c:v>3.9912133284423703</c:v>
                </c:pt>
                <c:pt idx="24735">
                  <c:v>3.9914436586676674</c:v>
                </c:pt>
                <c:pt idx="24736">
                  <c:v>3.9933588118372674</c:v>
                </c:pt>
                <c:pt idx="24737">
                  <c:v>3.9962336742789386</c:v>
                </c:pt>
                <c:pt idx="24738">
                  <c:v>3.9989251256152802</c:v>
                </c:pt>
                <c:pt idx="24739">
                  <c:v>3.998984840858876</c:v>
                </c:pt>
                <c:pt idx="24740">
                  <c:v>3.999492420429438</c:v>
                </c:pt>
                <c:pt idx="24741">
                  <c:v>4.0010706090101777</c:v>
                </c:pt>
                <c:pt idx="24742">
                  <c:v>4.0025421632273535</c:v>
                </c:pt>
                <c:pt idx="24743">
                  <c:v>4.0027554319544798</c:v>
                </c:pt>
                <c:pt idx="24744">
                  <c:v>4.0040776980626669</c:v>
                </c:pt>
                <c:pt idx="24745">
                  <c:v>4.0065473499227968</c:v>
                </c:pt>
                <c:pt idx="24746">
                  <c:v>4.0101857144075819</c:v>
                </c:pt>
                <c:pt idx="24747">
                  <c:v>4.0116487378756727</c:v>
                </c:pt>
                <c:pt idx="24748">
                  <c:v>4.0102155720293799</c:v>
                </c:pt>
                <c:pt idx="24749">
                  <c:v>4.0101089376658168</c:v>
                </c:pt>
                <c:pt idx="24750">
                  <c:v>4.011030258567005</c:v>
                </c:pt>
                <c:pt idx="24751">
                  <c:v>4.011230731170504</c:v>
                </c:pt>
                <c:pt idx="24752">
                  <c:v>4.0111027699342277</c:v>
                </c:pt>
                <c:pt idx="24753">
                  <c:v>4.0120027639627036</c:v>
                </c:pt>
                <c:pt idx="24754">
                  <c:v>4.0144980080700883</c:v>
                </c:pt>
                <c:pt idx="24755">
                  <c:v>4.0160889927744554</c:v>
                </c:pt>
                <c:pt idx="24756">
                  <c:v>4.0147283382953862</c:v>
                </c:pt>
                <c:pt idx="24757">
                  <c:v>4.0143871083319826</c:v>
                </c:pt>
                <c:pt idx="24758">
                  <c:v>4.0124762205369251</c:v>
                </c:pt>
                <c:pt idx="24759">
                  <c:v>4.0110729123124305</c:v>
                </c:pt>
                <c:pt idx="24760">
                  <c:v>4.0125444665296062</c:v>
                </c:pt>
                <c:pt idx="24761">
                  <c:v>4.0106079864872939</c:v>
                </c:pt>
                <c:pt idx="24762">
                  <c:v>4.0082790919870677</c:v>
                </c:pt>
                <c:pt idx="24763">
                  <c:v>4.0118236182319169</c:v>
                </c:pt>
                <c:pt idx="24764">
                  <c:v>4.0139435093795583</c:v>
                </c:pt>
                <c:pt idx="24765">
                  <c:v>4.0127364083840202</c:v>
                </c:pt>
                <c:pt idx="24766">
                  <c:v>4.0102027759057526</c:v>
                </c:pt>
                <c:pt idx="24767">
                  <c:v>4.008999940284756</c:v>
                </c:pt>
                <c:pt idx="24768">
                  <c:v>4.0077757777910481</c:v>
                </c:pt>
                <c:pt idx="24769">
                  <c:v>4.0059374013632141</c:v>
                </c:pt>
                <c:pt idx="24770">
                  <c:v>4.0065473499227968</c:v>
                </c:pt>
                <c:pt idx="24771">
                  <c:v>4.0075326514421228</c:v>
                </c:pt>
                <c:pt idx="24772">
                  <c:v>4.0059672589850113</c:v>
                </c:pt>
                <c:pt idx="24773">
                  <c:v>4.0042909667897941</c:v>
                </c:pt>
                <c:pt idx="24774">
                  <c:v>4.0016208423261643</c:v>
                </c:pt>
                <c:pt idx="24775">
                  <c:v>4.002461121111045</c:v>
                </c:pt>
                <c:pt idx="24776">
                  <c:v>4.0050971225783334</c:v>
                </c:pt>
                <c:pt idx="24777">
                  <c:v>4.0057838478796821</c:v>
                </c:pt>
                <c:pt idx="24778">
                  <c:v>4.0057070711379161</c:v>
                </c:pt>
                <c:pt idx="24779">
                  <c:v>4.0045895430077714</c:v>
                </c:pt>
                <c:pt idx="24780">
                  <c:v>4.0065644114209666</c:v>
                </c:pt>
                <c:pt idx="24781">
                  <c:v>4.0089914095356711</c:v>
                </c:pt>
                <c:pt idx="24782">
                  <c:v>4.00856913745596</c:v>
                </c:pt>
                <c:pt idx="24783">
                  <c:v>4.0068075377698911</c:v>
                </c:pt>
                <c:pt idx="24784">
                  <c:v>4.0054426179162794</c:v>
                </c:pt>
                <c:pt idx="24785">
                  <c:v>4.0056772135161189</c:v>
                </c:pt>
                <c:pt idx="24786">
                  <c:v>4.0045170316405478</c:v>
                </c:pt>
                <c:pt idx="24787">
                  <c:v>4.0031265195396806</c:v>
                </c:pt>
                <c:pt idx="24788">
                  <c:v>4.001168712624656</c:v>
                </c:pt>
                <c:pt idx="24789">
                  <c:v>4.0013649198536125</c:v>
                </c:pt>
                <c:pt idx="24790">
                  <c:v>4.0031094580415107</c:v>
                </c:pt>
                <c:pt idx="24791">
                  <c:v>4.0030881311687976</c:v>
                </c:pt>
                <c:pt idx="24792">
                  <c:v>4.001991929911366</c:v>
                </c:pt>
                <c:pt idx="24793">
                  <c:v>3.9995478702984908</c:v>
                </c:pt>
                <c:pt idx="24794">
                  <c:v>3.998472995913771</c:v>
                </c:pt>
                <c:pt idx="24795">
                  <c:v>3.9974791636453597</c:v>
                </c:pt>
                <c:pt idx="24796">
                  <c:v>3.9956023988466427</c:v>
                </c:pt>
                <c:pt idx="24797">
                  <c:v>3.9938194722878615</c:v>
                </c:pt>
                <c:pt idx="24798">
                  <c:v>3.9932777697209594</c:v>
                </c:pt>
                <c:pt idx="24799">
                  <c:v>3.9932052583537363</c:v>
                </c:pt>
                <c:pt idx="24800">
                  <c:v>3.9925825136705253</c:v>
                </c:pt>
                <c:pt idx="24801">
                  <c:v>3.9931156854883429</c:v>
                </c:pt>
                <c:pt idx="24802">
                  <c:v>3.9934398539535758</c:v>
                </c:pt>
                <c:pt idx="24803">
                  <c:v>3.9902920075411821</c:v>
                </c:pt>
                <c:pt idx="24804">
                  <c:v>3.9890721104220161</c:v>
                </c:pt>
                <c:pt idx="24805">
                  <c:v>3.9866664391800244</c:v>
                </c:pt>
                <c:pt idx="24806">
                  <c:v>3.9843759330506812</c:v>
                </c:pt>
                <c:pt idx="24807">
                  <c:v>3.9828446635899097</c:v>
                </c:pt>
                <c:pt idx="24808">
                  <c:v>3.9819318734378069</c:v>
                </c:pt>
                <c:pt idx="24809">
                  <c:v>3.9828873173353352</c:v>
                </c:pt>
                <c:pt idx="24810">
                  <c:v>3.9812835365073407</c:v>
                </c:pt>
                <c:pt idx="24811">
                  <c:v>3.9780759748513517</c:v>
                </c:pt>
                <c:pt idx="24812">
                  <c:v>3.9749707821843838</c:v>
                </c:pt>
                <c:pt idx="24813">
                  <c:v>3.9720916543681701</c:v>
                </c:pt>
                <c:pt idx="24814">
                  <c:v>3.9699077826023901</c:v>
                </c:pt>
                <c:pt idx="24815">
                  <c:v>3.9691186883120206</c:v>
                </c:pt>
                <c:pt idx="24816">
                  <c:v>3.9707395306381854</c:v>
                </c:pt>
                <c:pt idx="24817">
                  <c:v>3.9727229298004656</c:v>
                </c:pt>
                <c:pt idx="24818">
                  <c:v>3.9726888068041255</c:v>
                </c:pt>
                <c:pt idx="24819">
                  <c:v>3.9718314665210754</c:v>
                </c:pt>
                <c:pt idx="24820">
                  <c:v>3.9708163073799509</c:v>
                </c:pt>
                <c:pt idx="24821">
                  <c:v>3.9691400151847334</c:v>
                </c:pt>
                <c:pt idx="24822">
                  <c:v>3.9653950163363847</c:v>
                </c:pt>
                <c:pt idx="24823">
                  <c:v>3.9625841345128516</c:v>
                </c:pt>
                <c:pt idx="24824">
                  <c:v>3.9610358035539104</c:v>
                </c:pt>
                <c:pt idx="24825">
                  <c:v>3.9612874606519197</c:v>
                </c:pt>
                <c:pt idx="24826">
                  <c:v>3.961146703292016</c:v>
                </c:pt>
                <c:pt idx="24827">
                  <c:v>3.9603832012489018</c:v>
                </c:pt>
                <c:pt idx="24828">
                  <c:v>3.9592016925006184</c:v>
                </c:pt>
                <c:pt idx="24829">
                  <c:v>3.9587708896718219</c:v>
                </c:pt>
                <c:pt idx="24830">
                  <c:v>3.9586471938100884</c:v>
                </c:pt>
                <c:pt idx="24831">
                  <c:v>3.9582291871049198</c:v>
                </c:pt>
                <c:pt idx="24832">
                  <c:v>3.9591121196352255</c:v>
                </c:pt>
                <c:pt idx="24833">
                  <c:v>3.9612746645282924</c:v>
                </c:pt>
                <c:pt idx="24834">
                  <c:v>3.9633305750577956</c:v>
                </c:pt>
                <c:pt idx="24835">
                  <c:v>3.9657831654197553</c:v>
                </c:pt>
                <c:pt idx="24836">
                  <c:v>3.9647850677768015</c:v>
                </c:pt>
                <c:pt idx="24837">
                  <c:v>3.9625414807674262</c:v>
                </c:pt>
                <c:pt idx="24838">
                  <c:v>3.9617267942298016</c:v>
                </c:pt>
                <c:pt idx="24839">
                  <c:v>3.9618760823387902</c:v>
                </c:pt>
                <c:pt idx="24840">
                  <c:v>3.9634628016686144</c:v>
                </c:pt>
                <c:pt idx="24841">
                  <c:v>3.9649300905112477</c:v>
                </c:pt>
                <c:pt idx="24842">
                  <c:v>3.9657575731725005</c:v>
                </c:pt>
                <c:pt idx="24843">
                  <c:v>3.965493119950863</c:v>
                </c:pt>
                <c:pt idx="24844">
                  <c:v>3.9643755918207177</c:v>
                </c:pt>
                <c:pt idx="24845">
                  <c:v>3.9643244073262074</c:v>
                </c:pt>
                <c:pt idx="24846">
                  <c:v>3.9647637409040888</c:v>
                </c:pt>
                <c:pt idx="24847">
                  <c:v>3.965254258976481</c:v>
                </c:pt>
                <c:pt idx="24848">
                  <c:v>3.964669902664153</c:v>
                </c:pt>
                <c:pt idx="24849">
                  <c:v>3.9659665765250849</c:v>
                </c:pt>
                <c:pt idx="24850">
                  <c:v>3.9682784095271404</c:v>
                </c:pt>
                <c:pt idx="24851">
                  <c:v>3.9699589670969009</c:v>
                </c:pt>
                <c:pt idx="24852">
                  <c:v>3.9674978459858559</c:v>
                </c:pt>
                <c:pt idx="24853">
                  <c:v>3.9647765370277162</c:v>
                </c:pt>
                <c:pt idx="24854">
                  <c:v>3.9652755858491933</c:v>
                </c:pt>
                <c:pt idx="24855">
                  <c:v>3.9685897818687459</c:v>
                </c:pt>
                <c:pt idx="24856">
                  <c:v>3.9712727024560026</c:v>
                </c:pt>
                <c:pt idx="24857">
                  <c:v>3.9728338295385717</c:v>
                </c:pt>
                <c:pt idx="24858">
                  <c:v>3.9743608336248006</c:v>
                </c:pt>
                <c:pt idx="24859">
                  <c:v>3.9744717333629067</c:v>
                </c:pt>
                <c:pt idx="24860">
                  <c:v>3.9736186584543987</c:v>
                </c:pt>
                <c:pt idx="24861">
                  <c:v>3.9728807486585396</c:v>
                </c:pt>
                <c:pt idx="24862">
                  <c:v>3.9747233904609165</c:v>
                </c:pt>
                <c:pt idx="24863">
                  <c:v>3.9777518063861188</c:v>
                </c:pt>
                <c:pt idx="24864">
                  <c:v>3.9792489528505497</c:v>
                </c:pt>
                <c:pt idx="24865">
                  <c:v>3.9794323639558788</c:v>
                </c:pt>
                <c:pt idx="24866">
                  <c:v>3.9789290497598593</c:v>
                </c:pt>
                <c:pt idx="24867">
                  <c:v>3.9802939696134718</c:v>
                </c:pt>
                <c:pt idx="24868">
                  <c:v>3.9817143393361372</c:v>
                </c:pt>
                <c:pt idx="24869">
                  <c:v>3.9835057966440033</c:v>
                </c:pt>
                <c:pt idx="24870">
                  <c:v>3.9866323161836843</c:v>
                </c:pt>
                <c:pt idx="24871">
                  <c:v>3.9900104928213747</c:v>
                </c:pt>
                <c:pt idx="24872">
                  <c:v>3.990496745519224</c:v>
                </c:pt>
                <c:pt idx="24873">
                  <c:v>3.9894133403854193</c:v>
                </c:pt>
                <c:pt idx="24874">
                  <c:v>3.9905095416428518</c:v>
                </c:pt>
                <c:pt idx="24875">
                  <c:v>3.9922711413289198</c:v>
                </c:pt>
                <c:pt idx="24876">
                  <c:v>3.9940370063895312</c:v>
                </c:pt>
                <c:pt idx="24877">
                  <c:v>3.9936062035607347</c:v>
                </c:pt>
                <c:pt idx="24878">
                  <c:v>3.9902109654248741</c:v>
                </c:pt>
                <c:pt idx="24879">
                  <c:v>3.9893920135127066</c:v>
                </c:pt>
                <c:pt idx="24880">
                  <c:v>3.9912303899405406</c:v>
                </c:pt>
                <c:pt idx="24881">
                  <c:v>3.9916398658966243</c:v>
                </c:pt>
                <c:pt idx="24882">
                  <c:v>3.9928725591394181</c:v>
                </c:pt>
                <c:pt idx="24883">
                  <c:v>3.9936829803025002</c:v>
                </c:pt>
                <c:pt idx="24884">
                  <c:v>3.9929749281284392</c:v>
                </c:pt>
                <c:pt idx="24885">
                  <c:v>3.9920791994745057</c:v>
                </c:pt>
                <c:pt idx="24886">
                  <c:v>3.99393463740051</c:v>
                </c:pt>
                <c:pt idx="24887">
                  <c:v>3.9952952918795797</c:v>
                </c:pt>
                <c:pt idx="24888">
                  <c:v>3.992603840543238</c:v>
                </c:pt>
                <c:pt idx="24889">
                  <c:v>3.992761659401312</c:v>
                </c:pt>
                <c:pt idx="24890">
                  <c:v>3.9949924502870595</c:v>
                </c:pt>
                <c:pt idx="24891">
                  <c:v>3.995073492403368</c:v>
                </c:pt>
                <c:pt idx="24892">
                  <c:v>3.9963701662642999</c:v>
                </c:pt>
                <c:pt idx="24893">
                  <c:v>3.9966858039804478</c:v>
                </c:pt>
                <c:pt idx="24894">
                  <c:v>3.9982938501829848</c:v>
                </c:pt>
                <c:pt idx="24895">
                  <c:v>3.9969971763220529</c:v>
                </c:pt>
                <c:pt idx="24896">
                  <c:v>3.9950223079088576</c:v>
                </c:pt>
                <c:pt idx="24897">
                  <c:v>3.992723271030429</c:v>
                </c:pt>
                <c:pt idx="24898">
                  <c:v>3.9931199508628854</c:v>
                </c:pt>
                <c:pt idx="24899">
                  <c:v>3.9965791696168842</c:v>
                </c:pt>
                <c:pt idx="24900">
                  <c:v>3.9982128080666763</c:v>
                </c:pt>
                <c:pt idx="24901">
                  <c:v>4.0002729839707225</c:v>
                </c:pt>
                <c:pt idx="24902">
                  <c:v>4.0022179947621197</c:v>
                </c:pt>
                <c:pt idx="24903">
                  <c:v>4.0035018724994238</c:v>
                </c:pt>
                <c:pt idx="24904">
                  <c:v>4.0013222661081871</c:v>
                </c:pt>
                <c:pt idx="24905">
                  <c:v>3.9984175460447182</c:v>
                </c:pt>
                <c:pt idx="24906">
                  <c:v>3.9991853134623749</c:v>
                </c:pt>
                <c:pt idx="24907">
                  <c:v>4.0006995214249761</c:v>
                </c:pt>
                <c:pt idx="24908">
                  <c:v>3.9998251196437558</c:v>
                </c:pt>
                <c:pt idx="24909">
                  <c:v>3.9973938561545088</c:v>
                </c:pt>
                <c:pt idx="24910">
                  <c:v>3.9983962191720055</c:v>
                </c:pt>
                <c:pt idx="24911">
                  <c:v>4.0017189459406435</c:v>
                </c:pt>
                <c:pt idx="24912">
                  <c:v>4.0020985642749292</c:v>
                </c:pt>
                <c:pt idx="24913">
                  <c:v>4.0017530689369831</c:v>
                </c:pt>
                <c:pt idx="24914">
                  <c:v>4.0035146686230521</c:v>
                </c:pt>
                <c:pt idx="24915">
                  <c:v>4.004615135255027</c:v>
                </c:pt>
                <c:pt idx="24916">
                  <c:v>4.004154474804432</c:v>
                </c:pt>
                <c:pt idx="24917">
                  <c:v>4.0040649019390395</c:v>
                </c:pt>
                <c:pt idx="24918">
                  <c:v>4.0036170376120728</c:v>
                </c:pt>
                <c:pt idx="24919">
                  <c:v>4.0040521058154113</c:v>
                </c:pt>
                <c:pt idx="24920">
                  <c:v>4.0046236660041119</c:v>
                </c:pt>
                <c:pt idx="24921">
                  <c:v>4.0035445262448492</c:v>
                </c:pt>
                <c:pt idx="24922">
                  <c:v>4.0012668162391343</c:v>
                </c:pt>
                <c:pt idx="24923">
                  <c:v>3.9985071189101116</c:v>
                </c:pt>
                <c:pt idx="24924">
                  <c:v>3.9985412419064517</c:v>
                </c:pt>
                <c:pt idx="24925">
                  <c:v>4</c:v>
                </c:pt>
                <c:pt idx="24926">
                  <c:v>4.0002473917234669</c:v>
                </c:pt>
                <c:pt idx="24927">
                  <c:v>3.9986265493973026</c:v>
                </c:pt>
                <c:pt idx="24928">
                  <c:v>3.9971763220528396</c:v>
                </c:pt>
                <c:pt idx="24929">
                  <c:v>3.9947663854363054</c:v>
                </c:pt>
                <c:pt idx="24930">
                  <c:v>3.9964682698787781</c:v>
                </c:pt>
                <c:pt idx="24931">
                  <c:v>3.9975090212671573</c:v>
                </c:pt>
                <c:pt idx="24932">
                  <c:v>3.994369705603849</c:v>
                </c:pt>
                <c:pt idx="24933">
                  <c:v>3.990884894602595</c:v>
                </c:pt>
                <c:pt idx="24934">
                  <c:v>3.9861972479803454</c:v>
                </c:pt>
                <c:pt idx="24935">
                  <c:v>3.9844953635378721</c:v>
                </c:pt>
                <c:pt idx="24936">
                  <c:v>3.9858688141405696</c:v>
                </c:pt>
                <c:pt idx="24937">
                  <c:v>3.9847256937631697</c:v>
                </c:pt>
                <c:pt idx="24938">
                  <c:v>3.9821152845431356</c:v>
                </c:pt>
                <c:pt idx="24939">
                  <c:v>3.9820427731759125</c:v>
                </c:pt>
                <c:pt idx="24940">
                  <c:v>3.9806821186968429</c:v>
                </c:pt>
                <c:pt idx="24941">
                  <c:v>3.9775811914044175</c:v>
                </c:pt>
                <c:pt idx="24942">
                  <c:v>3.9760371258200182</c:v>
                </c:pt>
                <c:pt idx="24943">
                  <c:v>3.9732561016182828</c:v>
                </c:pt>
                <c:pt idx="24944">
                  <c:v>3.969088830690223</c:v>
                </c:pt>
                <c:pt idx="24945">
                  <c:v>3.9656722656816497</c:v>
                </c:pt>
                <c:pt idx="24946">
                  <c:v>3.966508279091987</c:v>
                </c:pt>
                <c:pt idx="24947">
                  <c:v>3.9669433472953259</c:v>
                </c:pt>
                <c:pt idx="24948">
                  <c:v>3.96545473157998</c:v>
                </c:pt>
                <c:pt idx="24949">
                  <c:v>3.9642220383371862</c:v>
                </c:pt>
                <c:pt idx="24950">
                  <c:v>3.9609249038158039</c:v>
                </c:pt>
                <c:pt idx="24951">
                  <c:v>3.956958105491243</c:v>
                </c:pt>
                <c:pt idx="24952">
                  <c:v>3.9550514830707284</c:v>
                </c:pt>
                <c:pt idx="24953">
                  <c:v>3.9550770753179836</c:v>
                </c:pt>
                <c:pt idx="24954">
                  <c:v>3.9542837156530717</c:v>
                </c:pt>
                <c:pt idx="24955">
                  <c:v>3.95050032843384</c:v>
                </c:pt>
                <c:pt idx="24956">
                  <c:v>3.9485937060133249</c:v>
                </c:pt>
                <c:pt idx="24957">
                  <c:v>3.9478174078465829</c:v>
                </c:pt>
                <c:pt idx="24958">
                  <c:v>3.9429975346135144</c:v>
                </c:pt>
                <c:pt idx="24959">
                  <c:v>3.9387492215691462</c:v>
                </c:pt>
                <c:pt idx="24960">
                  <c:v>3.9346501966337666</c:v>
                </c:pt>
                <c:pt idx="24961">
                  <c:v>3.9291094751030089</c:v>
                </c:pt>
                <c:pt idx="24962">
                  <c:v>3.9231294199943698</c:v>
                </c:pt>
                <c:pt idx="24963">
                  <c:v>3.9178616824343346</c:v>
                </c:pt>
                <c:pt idx="24964">
                  <c:v>3.914078295215103</c:v>
                </c:pt>
                <c:pt idx="24965">
                  <c:v>3.9120095885619719</c:v>
                </c:pt>
                <c:pt idx="24966">
                  <c:v>3.9115233358641222</c:v>
                </c:pt>
                <c:pt idx="24967">
                  <c:v>3.9122313880381836</c:v>
                </c:pt>
                <c:pt idx="24968">
                  <c:v>3.9111437175298365</c:v>
                </c:pt>
                <c:pt idx="24969">
                  <c:v>3.9066608088856283</c:v>
                </c:pt>
                <c:pt idx="24970">
                  <c:v>3.9030267097753857</c:v>
                </c:pt>
                <c:pt idx="24971">
                  <c:v>3.9001817049555121</c:v>
                </c:pt>
                <c:pt idx="24972">
                  <c:v>3.8972940463902135</c:v>
                </c:pt>
                <c:pt idx="24973">
                  <c:v>3.8923504772954112</c:v>
                </c:pt>
                <c:pt idx="24974">
                  <c:v>3.8879272838947987</c:v>
                </c:pt>
                <c:pt idx="24975">
                  <c:v>3.8864301374303678</c:v>
                </c:pt>
                <c:pt idx="24976">
                  <c:v>3.8865367717939314</c:v>
                </c:pt>
                <c:pt idx="24977">
                  <c:v>3.8862851146959212</c:v>
                </c:pt>
                <c:pt idx="24978">
                  <c:v>3.8833846600069952</c:v>
                </c:pt>
                <c:pt idx="24979">
                  <c:v>3.8786159712684372</c:v>
                </c:pt>
                <c:pt idx="24980">
                  <c:v>3.8744956194603448</c:v>
                </c:pt>
                <c:pt idx="24981">
                  <c:v>3.8686008718425562</c:v>
                </c:pt>
                <c:pt idx="24982">
                  <c:v>3.8633160727843512</c:v>
                </c:pt>
                <c:pt idx="24983">
                  <c:v>3.8584834034276549</c:v>
                </c:pt>
                <c:pt idx="24984">
                  <c:v>3.8529938663914081</c:v>
                </c:pt>
                <c:pt idx="24985">
                  <c:v>3.8479010091876167</c:v>
                </c:pt>
                <c:pt idx="24986">
                  <c:v>3.8440024568557365</c:v>
                </c:pt>
                <c:pt idx="24987">
                  <c:v>3.8421427535551897</c:v>
                </c:pt>
                <c:pt idx="24988">
                  <c:v>3.8396347133241768</c:v>
                </c:pt>
                <c:pt idx="24989">
                  <c:v>3.8358555914794881</c:v>
                </c:pt>
                <c:pt idx="24990">
                  <c:v>3.8318802624058419</c:v>
                </c:pt>
                <c:pt idx="24991">
                  <c:v>3.8238997466367524</c:v>
                </c:pt>
                <c:pt idx="24992">
                  <c:v>3.8169045323869888</c:v>
                </c:pt>
                <c:pt idx="24993">
                  <c:v>3.8144945957704546</c:v>
                </c:pt>
                <c:pt idx="24994">
                  <c:v>3.8110652346382539</c:v>
                </c:pt>
                <c:pt idx="24995">
                  <c:v>3.8048719108024875</c:v>
                </c:pt>
                <c:pt idx="24996">
                  <c:v>3.7987084445885193</c:v>
                </c:pt>
                <c:pt idx="24997">
                  <c:v>3.7948866689984047</c:v>
                </c:pt>
                <c:pt idx="24998">
                  <c:v>3.7906682135758341</c:v>
                </c:pt>
                <c:pt idx="24999">
                  <c:v>3.7874435904216748</c:v>
                </c:pt>
                <c:pt idx="25000">
                  <c:v>3.7841549866493778</c:v>
                </c:pt>
                <c:pt idx="25001">
                  <c:v>3.7798597544850416</c:v>
                </c:pt>
                <c:pt idx="25002">
                  <c:v>3.7762128592511708</c:v>
                </c:pt>
                <c:pt idx="25003">
                  <c:v>3.7733635890567552</c:v>
                </c:pt>
                <c:pt idx="25004">
                  <c:v>3.7709451216911356</c:v>
                </c:pt>
                <c:pt idx="25005">
                  <c:v>3.7671745305955318</c:v>
                </c:pt>
                <c:pt idx="25006">
                  <c:v>3.7584603704051256</c:v>
                </c:pt>
                <c:pt idx="25007">
                  <c:v>3.7496310451020705</c:v>
                </c:pt>
                <c:pt idx="25008">
                  <c:v>3.7434163943935914</c:v>
                </c:pt>
                <c:pt idx="25009">
                  <c:v>3.7381529222080991</c:v>
                </c:pt>
                <c:pt idx="25010">
                  <c:v>3.7340411011490917</c:v>
                </c:pt>
                <c:pt idx="25011">
                  <c:v>3.7290463475597795</c:v>
                </c:pt>
                <c:pt idx="25012">
                  <c:v>3.7228871467203537</c:v>
                </c:pt>
                <c:pt idx="25013">
                  <c:v>3.7185535261851341</c:v>
                </c:pt>
                <c:pt idx="25014">
                  <c:v>3.7163483275466418</c:v>
                </c:pt>
                <c:pt idx="25015">
                  <c:v>3.7139469216791925</c:v>
                </c:pt>
                <c:pt idx="25016">
                  <c:v>3.7104066608088857</c:v>
                </c:pt>
                <c:pt idx="25017">
                  <c:v>3.7048872661508407</c:v>
                </c:pt>
                <c:pt idx="25018">
                  <c:v>3.6967361354000494</c:v>
                </c:pt>
                <c:pt idx="25019">
                  <c:v>3.6892248108306394</c:v>
                </c:pt>
                <c:pt idx="25020">
                  <c:v>3.6831679789802343</c:v>
                </c:pt>
                <c:pt idx="25021">
                  <c:v>3.6793334072664923</c:v>
                </c:pt>
                <c:pt idx="25022">
                  <c:v>3.6729438762017694</c:v>
                </c:pt>
                <c:pt idx="25023">
                  <c:v>3.6689344241317832</c:v>
                </c:pt>
                <c:pt idx="25024">
                  <c:v>3.6664050570280575</c:v>
                </c:pt>
                <c:pt idx="25025">
                  <c:v>3.6614870801805104</c:v>
                </c:pt>
                <c:pt idx="25026">
                  <c:v>3.655643517057233</c:v>
                </c:pt>
                <c:pt idx="25027">
                  <c:v>3.6495738890832001</c:v>
                </c:pt>
                <c:pt idx="25028">
                  <c:v>3.6427194321933407</c:v>
                </c:pt>
                <c:pt idx="25029">
                  <c:v>3.6353872533547174</c:v>
                </c:pt>
                <c:pt idx="25030">
                  <c:v>3.6312455746739118</c:v>
                </c:pt>
                <c:pt idx="25031">
                  <c:v>3.627005792378629</c:v>
                </c:pt>
                <c:pt idx="25032">
                  <c:v>3.6207570186738098</c:v>
                </c:pt>
                <c:pt idx="25033">
                  <c:v>3.6138641734130674</c:v>
                </c:pt>
                <c:pt idx="25034">
                  <c:v>3.6098717828412514</c:v>
                </c:pt>
                <c:pt idx="25035">
                  <c:v>3.6050433788590976</c:v>
                </c:pt>
                <c:pt idx="25036">
                  <c:v>3.5973401124352731</c:v>
                </c:pt>
                <c:pt idx="25037">
                  <c:v>3.5918249831517706</c:v>
                </c:pt>
                <c:pt idx="25038">
                  <c:v>3.5866681453298415</c:v>
                </c:pt>
                <c:pt idx="25039">
                  <c:v>3.5815966149987633</c:v>
                </c:pt>
                <c:pt idx="25040">
                  <c:v>3.5770156027400768</c:v>
                </c:pt>
                <c:pt idx="25041">
                  <c:v>3.5730274775428033</c:v>
                </c:pt>
                <c:pt idx="25042">
                  <c:v>3.5675422058810984</c:v>
                </c:pt>
                <c:pt idx="25043">
                  <c:v>3.5622957951937759</c:v>
                </c:pt>
                <c:pt idx="25044">
                  <c:v>3.5564778243177533</c:v>
                </c:pt>
                <c:pt idx="25045">
                  <c:v>3.5498579630277334</c:v>
                </c:pt>
                <c:pt idx="25046">
                  <c:v>3.5434428397157554</c:v>
                </c:pt>
                <c:pt idx="25047">
                  <c:v>3.5377656261996364</c:v>
                </c:pt>
                <c:pt idx="25048">
                  <c:v>3.5305827354700017</c:v>
                </c:pt>
                <c:pt idx="25049">
                  <c:v>3.5225979543263692</c:v>
                </c:pt>
                <c:pt idx="25050">
                  <c:v>3.518507460140075</c:v>
                </c:pt>
                <c:pt idx="25051">
                  <c:v>3.5164003651160609</c:v>
                </c:pt>
                <c:pt idx="25052">
                  <c:v>3.5129454117366046</c:v>
                </c:pt>
                <c:pt idx="25053">
                  <c:v>3.507515589943953</c:v>
                </c:pt>
                <c:pt idx="25054">
                  <c:v>3.5024568557365021</c:v>
                </c:pt>
                <c:pt idx="25055">
                  <c:v>3.4961185091662901</c:v>
                </c:pt>
                <c:pt idx="25056">
                  <c:v>3.4882958122552741</c:v>
                </c:pt>
                <c:pt idx="25057">
                  <c:v>3.4829299710807606</c:v>
                </c:pt>
                <c:pt idx="25058">
                  <c:v>3.478284978203936</c:v>
                </c:pt>
                <c:pt idx="25059">
                  <c:v>3.4736911698216222</c:v>
                </c:pt>
                <c:pt idx="25060">
                  <c:v>3.4662224989976371</c:v>
                </c:pt>
                <c:pt idx="25061">
                  <c:v>3.4588775240353855</c:v>
                </c:pt>
                <c:pt idx="25062">
                  <c:v>3.4531277991520435</c:v>
                </c:pt>
                <c:pt idx="25063">
                  <c:v>3.4470752326761813</c:v>
                </c:pt>
                <c:pt idx="25064">
                  <c:v>3.4420847444614111</c:v>
                </c:pt>
                <c:pt idx="25065">
                  <c:v>3.4397046654666745</c:v>
                </c:pt>
                <c:pt idx="25066">
                  <c:v>3.4382160497513286</c:v>
                </c:pt>
                <c:pt idx="25067">
                  <c:v>3.4364501846907176</c:v>
                </c:pt>
                <c:pt idx="25068">
                  <c:v>3.433989063579673</c:v>
                </c:pt>
                <c:pt idx="25069">
                  <c:v>3.4326625320969435</c:v>
                </c:pt>
                <c:pt idx="25070">
                  <c:v>3.428162561954565</c:v>
                </c:pt>
                <c:pt idx="25071">
                  <c:v>3.4229225493290567</c:v>
                </c:pt>
                <c:pt idx="25072">
                  <c:v>3.4178966585055832</c:v>
                </c:pt>
                <c:pt idx="25073">
                  <c:v>3.4113825785042184</c:v>
                </c:pt>
                <c:pt idx="25074">
                  <c:v>3.4041476502051644</c:v>
                </c:pt>
                <c:pt idx="25075">
                  <c:v>3.3988709553585901</c:v>
                </c:pt>
                <c:pt idx="25076">
                  <c:v>3.3939175759023401</c:v>
                </c:pt>
                <c:pt idx="25077">
                  <c:v>3.3880642024176142</c:v>
                </c:pt>
                <c:pt idx="25078">
                  <c:v>3.3810412632333247</c:v>
                </c:pt>
                <c:pt idx="25079">
                  <c:v>3.3777910478319102</c:v>
                </c:pt>
                <c:pt idx="25080">
                  <c:v>3.3751192172184639</c:v>
                </c:pt>
                <c:pt idx="25081">
                  <c:v>3.3729728807486588</c:v>
                </c:pt>
                <c:pt idx="25082">
                  <c:v>3.3699073560649362</c:v>
                </c:pt>
                <c:pt idx="25083">
                  <c:v>3.3654615561792482</c:v>
                </c:pt>
                <c:pt idx="25084">
                  <c:v>3.3610029601699325</c:v>
                </c:pt>
                <c:pt idx="25085">
                  <c:v>3.3572963496924664</c:v>
                </c:pt>
                <c:pt idx="25086">
                  <c:v>3.3531359033636745</c:v>
                </c:pt>
                <c:pt idx="25087">
                  <c:v>3.3497811862859677</c:v>
                </c:pt>
                <c:pt idx="25088">
                  <c:v>3.3470133847453143</c:v>
                </c:pt>
                <c:pt idx="25089">
                  <c:v>3.3440438309887992</c:v>
                </c:pt>
                <c:pt idx="25090">
                  <c:v>3.3378040145705192</c:v>
                </c:pt>
                <c:pt idx="25091">
                  <c:v>3.3294195678322511</c:v>
                </c:pt>
                <c:pt idx="25092">
                  <c:v>3.3238280883444373</c:v>
                </c:pt>
                <c:pt idx="25093">
                  <c:v>3.3197576414184931</c:v>
                </c:pt>
                <c:pt idx="25094">
                  <c:v>3.3149727442566732</c:v>
                </c:pt>
                <c:pt idx="25095">
                  <c:v>3.3127257449476639</c:v>
                </c:pt>
                <c:pt idx="25096">
                  <c:v>3.3091684225791869</c:v>
                </c:pt>
                <c:pt idx="25097">
                  <c:v>3.30679132934663</c:v>
                </c:pt>
                <c:pt idx="25098">
                  <c:v>3.3042632418552671</c:v>
                </c:pt>
                <c:pt idx="25099">
                  <c:v>3.3020175221586205</c:v>
                </c:pt>
                <c:pt idx="25100">
                  <c:v>3.3006223181457566</c:v>
                </c:pt>
                <c:pt idx="25101">
                  <c:v>3.2964196446089931</c:v>
                </c:pt>
                <c:pt idx="25102">
                  <c:v>3.2922754067034625</c:v>
                </c:pt>
                <c:pt idx="25103">
                  <c:v>3.290477977871237</c:v>
                </c:pt>
                <c:pt idx="25104">
                  <c:v>3.2929258763211999</c:v>
                </c:pt>
                <c:pt idx="25105">
                  <c:v>3.293079429804731</c:v>
                </c:pt>
                <c:pt idx="25106">
                  <c:v>3.2919149825546183</c:v>
                </c:pt>
                <c:pt idx="25107">
                  <c:v>3.2881000315637716</c:v>
                </c:pt>
                <c:pt idx="25108">
                  <c:v>3.2822270373561504</c:v>
                </c:pt>
                <c:pt idx="25109">
                  <c:v>3.2788603772297247</c:v>
                </c:pt>
                <c:pt idx="25110">
                  <c:v>3.2776754561818073</c:v>
                </c:pt>
                <c:pt idx="25111">
                  <c:v>3.2740503143581039</c:v>
                </c:pt>
                <c:pt idx="25112">
                  <c:v>3.2684579817953816</c:v>
                </c:pt>
                <c:pt idx="25113">
                  <c:v>3.263386451464303</c:v>
                </c:pt>
                <c:pt idx="25114">
                  <c:v>3.2633898637639369</c:v>
                </c:pt>
                <c:pt idx="25115">
                  <c:v>3.2621230475248031</c:v>
                </c:pt>
                <c:pt idx="25116">
                  <c:v>3.2578128865495679</c:v>
                </c:pt>
                <c:pt idx="25117">
                  <c:v>3.2544513448725931</c:v>
                </c:pt>
                <c:pt idx="25118">
                  <c:v>3.2544398283613285</c:v>
                </c:pt>
                <c:pt idx="25119">
                  <c:v>3.2541011576226508</c:v>
                </c:pt>
                <c:pt idx="25120">
                  <c:v>3.2511311773286811</c:v>
                </c:pt>
                <c:pt idx="25121">
                  <c:v>3.2473930030796003</c:v>
                </c:pt>
                <c:pt idx="25122">
                  <c:v>3.2445492778720899</c:v>
                </c:pt>
                <c:pt idx="25123">
                  <c:v>3.241998583895652</c:v>
                </c:pt>
                <c:pt idx="25124">
                  <c:v>3.2387487950316918</c:v>
                </c:pt>
                <c:pt idx="25125">
                  <c:v>3.2383687501599514</c:v>
                </c:pt>
                <c:pt idx="25126">
                  <c:v>3.2388362352098139</c:v>
                </c:pt>
                <c:pt idx="25127">
                  <c:v>3.2396086945394673</c:v>
                </c:pt>
                <c:pt idx="25128">
                  <c:v>3.2373198945599415</c:v>
                </c:pt>
                <c:pt idx="25129">
                  <c:v>3.232310638697184</c:v>
                </c:pt>
                <c:pt idx="25130">
                  <c:v>3.2287797616508707</c:v>
                </c:pt>
                <c:pt idx="25131">
                  <c:v>3.2261834281668271</c:v>
                </c:pt>
                <c:pt idx="25132">
                  <c:v>3.2268142770616688</c:v>
                </c:pt>
                <c:pt idx="25133">
                  <c:v>3.2256110149032184</c:v>
                </c:pt>
                <c:pt idx="25134">
                  <c:v>3.2223360603294573</c:v>
                </c:pt>
                <c:pt idx="25135">
                  <c:v>3.2220217022256725</c:v>
                </c:pt>
                <c:pt idx="25136">
                  <c:v>3.2229157247297886</c:v>
                </c:pt>
                <c:pt idx="25137">
                  <c:v>3.221610946657226</c:v>
                </c:pt>
                <c:pt idx="25138">
                  <c:v>3.2209736997005707</c:v>
                </c:pt>
                <c:pt idx="25139">
                  <c:v>3.2173187002550696</c:v>
                </c:pt>
                <c:pt idx="25140">
                  <c:v>3.2136236062888681</c:v>
                </c:pt>
                <c:pt idx="25141">
                  <c:v>3.2124860308983734</c:v>
                </c:pt>
                <c:pt idx="25142">
                  <c:v>3.2118564616158944</c:v>
                </c:pt>
                <c:pt idx="25143">
                  <c:v>3.2109453776136081</c:v>
                </c:pt>
                <c:pt idx="25144">
                  <c:v>3.208330703019032</c:v>
                </c:pt>
                <c:pt idx="25145">
                  <c:v>3.2070075838359369</c:v>
                </c:pt>
                <c:pt idx="25146">
                  <c:v>3.2062287264444689</c:v>
                </c:pt>
                <c:pt idx="25147">
                  <c:v>3.2045648038354249</c:v>
                </c:pt>
                <c:pt idx="25148">
                  <c:v>3.202519983279732</c:v>
                </c:pt>
                <c:pt idx="25149">
                  <c:v>3.2008999940284757</c:v>
                </c:pt>
                <c:pt idx="25150">
                  <c:v>3.1999987203876374</c:v>
                </c:pt>
                <c:pt idx="25151">
                  <c:v>3.1984661713145033</c:v>
                </c:pt>
                <c:pt idx="25152">
                  <c:v>3.1969093096064767</c:v>
                </c:pt>
                <c:pt idx="25153">
                  <c:v>3.1940881908840417</c:v>
                </c:pt>
                <c:pt idx="25154">
                  <c:v>3.1925402864625543</c:v>
                </c:pt>
                <c:pt idx="25155">
                  <c:v>3.1926221816537712</c:v>
                </c:pt>
                <c:pt idx="25156">
                  <c:v>3.1900830041885979</c:v>
                </c:pt>
                <c:pt idx="25157">
                  <c:v>3.1892414457913549</c:v>
                </c:pt>
                <c:pt idx="25158">
                  <c:v>3.1896214906630953</c:v>
                </c:pt>
                <c:pt idx="25159">
                  <c:v>3.1910738506948295</c:v>
                </c:pt>
                <c:pt idx="25160">
                  <c:v>3.1914039906844218</c:v>
                </c:pt>
                <c:pt idx="25161">
                  <c:v>3.1911318597886078</c:v>
                </c:pt>
                <c:pt idx="25162">
                  <c:v>3.1930969178403554</c:v>
                </c:pt>
                <c:pt idx="25163">
                  <c:v>3.1929553074055432</c:v>
                </c:pt>
                <c:pt idx="25164">
                  <c:v>3.1911297271013366</c:v>
                </c:pt>
                <c:pt idx="25165">
                  <c:v>3.1889565187719136</c:v>
                </c:pt>
                <c:pt idx="25166">
                  <c:v>3.1892499765404398</c:v>
                </c:pt>
                <c:pt idx="25167">
                  <c:v>3.1883350537010653</c:v>
                </c:pt>
                <c:pt idx="25168">
                  <c:v>3.1876845840833283</c:v>
                </c:pt>
                <c:pt idx="25169">
                  <c:v>3.1891147641674413</c:v>
                </c:pt>
                <c:pt idx="25170">
                  <c:v>3.1882407889236752</c:v>
                </c:pt>
                <c:pt idx="25171">
                  <c:v>3.1848523753870825</c:v>
                </c:pt>
                <c:pt idx="25172">
                  <c:v>3.1844104825844757</c:v>
                </c:pt>
                <c:pt idx="25173">
                  <c:v>3.1859170128729004</c:v>
                </c:pt>
                <c:pt idx="25174">
                  <c:v>3.1865090468594048</c:v>
                </c:pt>
                <c:pt idx="25175">
                  <c:v>3.185555309111693</c:v>
                </c:pt>
                <c:pt idx="25176">
                  <c:v>3.1852976804893238</c:v>
                </c:pt>
                <c:pt idx="25177">
                  <c:v>3.1851944584253942</c:v>
                </c:pt>
                <c:pt idx="25178">
                  <c:v>3.1842872132601965</c:v>
                </c:pt>
                <c:pt idx="25179">
                  <c:v>3.1838905334277401</c:v>
                </c:pt>
                <c:pt idx="25180">
                  <c:v>3.1812575177226314</c:v>
                </c:pt>
                <c:pt idx="25181">
                  <c:v>3.1792924596708838</c:v>
                </c:pt>
                <c:pt idx="25182">
                  <c:v>3.1762469822475112</c:v>
                </c:pt>
                <c:pt idx="25183">
                  <c:v>3.1764295402779319</c:v>
                </c:pt>
                <c:pt idx="25184">
                  <c:v>3.1780572072033646</c:v>
                </c:pt>
                <c:pt idx="25185">
                  <c:v>3.1766790646886705</c:v>
                </c:pt>
                <c:pt idx="25186">
                  <c:v>3.1746896940020304</c:v>
                </c:pt>
                <c:pt idx="25187">
                  <c:v>3.1740520205079208</c:v>
                </c:pt>
                <c:pt idx="25188">
                  <c:v>3.1752348088685669</c:v>
                </c:pt>
                <c:pt idx="25189">
                  <c:v>3.1778823268471204</c:v>
                </c:pt>
                <c:pt idx="25190">
                  <c:v>3.1788582445424534</c:v>
                </c:pt>
                <c:pt idx="25191">
                  <c:v>3.1776093428763978</c:v>
                </c:pt>
                <c:pt idx="25192">
                  <c:v>3.1759654675277034</c:v>
                </c:pt>
                <c:pt idx="25193">
                  <c:v>3.1767336614828148</c:v>
                </c:pt>
                <c:pt idx="25194">
                  <c:v>3.1818973239040118</c:v>
                </c:pt>
                <c:pt idx="25195">
                  <c:v>3.183678544312976</c:v>
                </c:pt>
                <c:pt idx="25196">
                  <c:v>3.1827039062300062</c:v>
                </c:pt>
                <c:pt idx="25197">
                  <c:v>3.1826591197973095</c:v>
                </c:pt>
                <c:pt idx="25198">
                  <c:v>3.1811521629714306</c:v>
                </c:pt>
                <c:pt idx="25199">
                  <c:v>3.1787481978792558</c:v>
                </c:pt>
                <c:pt idx="25200">
                  <c:v>3.1802700835160334</c:v>
                </c:pt>
                <c:pt idx="25201">
                  <c:v>3.1818431536473217</c:v>
                </c:pt>
                <c:pt idx="25202">
                  <c:v>3.1817983672146251</c:v>
                </c:pt>
                <c:pt idx="25203">
                  <c:v>3.1811116419132763</c:v>
                </c:pt>
                <c:pt idx="25204">
                  <c:v>3.1819924417563108</c:v>
                </c:pt>
                <c:pt idx="25205">
                  <c:v>3.1840790629825206</c:v>
                </c:pt>
                <c:pt idx="25206">
                  <c:v>3.1846664050570279</c:v>
                </c:pt>
                <c:pt idx="25207">
                  <c:v>3.1852938416522356</c:v>
                </c:pt>
                <c:pt idx="25208">
                  <c:v>3.1838542777441288</c:v>
                </c:pt>
                <c:pt idx="25209">
                  <c:v>3.1831304436842598</c:v>
                </c:pt>
                <c:pt idx="25210">
                  <c:v>3.1834742328723884</c:v>
                </c:pt>
                <c:pt idx="25211">
                  <c:v>3.1845171169480393</c:v>
                </c:pt>
                <c:pt idx="25212">
                  <c:v>3.1849257398292146</c:v>
                </c:pt>
                <c:pt idx="25213">
                  <c:v>3.1855710909975006</c:v>
                </c:pt>
                <c:pt idx="25214">
                  <c:v>3.1843260281685337</c:v>
                </c:pt>
                <c:pt idx="25215">
                  <c:v>3.181959598372333</c:v>
                </c:pt>
                <c:pt idx="25216">
                  <c:v>3.180939320781758</c:v>
                </c:pt>
                <c:pt idx="25217">
                  <c:v>3.1828749477491618</c:v>
                </c:pt>
                <c:pt idx="25218">
                  <c:v>3.1880053402489272</c:v>
                </c:pt>
                <c:pt idx="25219">
                  <c:v>3.1901875058648899</c:v>
                </c:pt>
                <c:pt idx="25220">
                  <c:v>3.1895033397882666</c:v>
                </c:pt>
                <c:pt idx="25221">
                  <c:v>3.1896986939423151</c:v>
                </c:pt>
                <c:pt idx="25222">
                  <c:v>3.1897396415379236</c:v>
                </c:pt>
                <c:pt idx="25223">
                  <c:v>3.1876018358172029</c:v>
                </c:pt>
                <c:pt idx="25224">
                  <c:v>3.1872055825222012</c:v>
                </c:pt>
                <c:pt idx="25225">
                  <c:v>3.1879170469958966</c:v>
                </c:pt>
                <c:pt idx="25226">
                  <c:v>3.1850592460523961</c:v>
                </c:pt>
                <c:pt idx="25227">
                  <c:v>3.1832963667539649</c:v>
                </c:pt>
                <c:pt idx="25228">
                  <c:v>3.1839818124429504</c:v>
                </c:pt>
                <c:pt idx="25229">
                  <c:v>3.1823571312796979</c:v>
                </c:pt>
                <c:pt idx="25230">
                  <c:v>3.1827329107768954</c:v>
                </c:pt>
                <c:pt idx="25231">
                  <c:v>3.1856291000912789</c:v>
                </c:pt>
                <c:pt idx="25232">
                  <c:v>3.1871253934808017</c:v>
                </c:pt>
                <c:pt idx="25233">
                  <c:v>3.1898334797778594</c:v>
                </c:pt>
                <c:pt idx="25234">
                  <c:v>3.1916496762580722</c:v>
                </c:pt>
                <c:pt idx="25235">
                  <c:v>3.1945202733252005</c:v>
                </c:pt>
                <c:pt idx="25236">
                  <c:v>3.1979786390042908</c:v>
                </c:pt>
                <c:pt idx="25237">
                  <c:v>3.2000550233315987</c:v>
                </c:pt>
                <c:pt idx="25238">
                  <c:v>3.1997845985856017</c:v>
                </c:pt>
                <c:pt idx="25239">
                  <c:v>3.1980187335249908</c:v>
                </c:pt>
                <c:pt idx="25240">
                  <c:v>3.1974744717333627</c:v>
                </c:pt>
                <c:pt idx="25241">
                  <c:v>3.1983074993815208</c:v>
                </c:pt>
                <c:pt idx="25242">
                  <c:v>3.1970308727809389</c:v>
                </c:pt>
                <c:pt idx="25243">
                  <c:v>3.1957239620211051</c:v>
                </c:pt>
                <c:pt idx="25244">
                  <c:v>3.1965736246299787</c:v>
                </c:pt>
                <c:pt idx="25245">
                  <c:v>3.1980596811205992</c:v>
                </c:pt>
                <c:pt idx="25246">
                  <c:v>3.1966269418117603</c:v>
                </c:pt>
                <c:pt idx="25247">
                  <c:v>3.193032510684763</c:v>
                </c:pt>
                <c:pt idx="25248">
                  <c:v>3.192133369731196</c:v>
                </c:pt>
                <c:pt idx="25249">
                  <c:v>3.1916036102130128</c:v>
                </c:pt>
                <c:pt idx="25250">
                  <c:v>3.1924481543724355</c:v>
                </c:pt>
                <c:pt idx="25251">
                  <c:v>3.1935341187309656</c:v>
                </c:pt>
                <c:pt idx="25252">
                  <c:v>3.1961415421888195</c:v>
                </c:pt>
                <c:pt idx="25253">
                  <c:v>3.1952044394018237</c:v>
                </c:pt>
                <c:pt idx="25254">
                  <c:v>3.19619571244551</c:v>
                </c:pt>
                <c:pt idx="25255">
                  <c:v>3.1993192462230109</c:v>
                </c:pt>
                <c:pt idx="25256">
                  <c:v>3.2027805976642809</c:v>
                </c:pt>
                <c:pt idx="25257">
                  <c:v>3.2049956066642213</c:v>
                </c:pt>
                <c:pt idx="25258">
                  <c:v>3.2059352686759426</c:v>
                </c:pt>
                <c:pt idx="25259">
                  <c:v>3.2078491422331794</c:v>
                </c:pt>
                <c:pt idx="25260">
                  <c:v>3.2081174342919052</c:v>
                </c:pt>
                <c:pt idx="25261">
                  <c:v>3.2099251000230331</c:v>
                </c:pt>
                <c:pt idx="25262">
                  <c:v>3.2117865094733968</c:v>
                </c:pt>
                <c:pt idx="25263">
                  <c:v>3.2113083609871782</c:v>
                </c:pt>
                <c:pt idx="25264">
                  <c:v>3.2116013922182507</c:v>
                </c:pt>
                <c:pt idx="25265">
                  <c:v>3.2124817655238305</c:v>
                </c:pt>
                <c:pt idx="25266">
                  <c:v>3.2132734190389258</c:v>
                </c:pt>
                <c:pt idx="25267">
                  <c:v>3.2127474983578308</c:v>
                </c:pt>
                <c:pt idx="25268">
                  <c:v>3.2121989711916603</c:v>
                </c:pt>
                <c:pt idx="25269">
                  <c:v>3.2109931498084845</c:v>
                </c:pt>
                <c:pt idx="25270">
                  <c:v>3.2117660356755926</c:v>
                </c:pt>
                <c:pt idx="25271">
                  <c:v>3.2143354973000178</c:v>
                </c:pt>
                <c:pt idx="25272">
                  <c:v>3.2143205684891192</c:v>
                </c:pt>
                <c:pt idx="25273">
                  <c:v>3.2145031265195398</c:v>
                </c:pt>
                <c:pt idx="25274">
                  <c:v>3.2136150755397832</c:v>
                </c:pt>
                <c:pt idx="25275">
                  <c:v>3.2140467314434882</c:v>
                </c:pt>
                <c:pt idx="25276">
                  <c:v>3.2155720293798997</c:v>
                </c:pt>
                <c:pt idx="25277">
                  <c:v>3.2169446269076887</c:v>
                </c:pt>
                <c:pt idx="25278">
                  <c:v>3.2190171723979084</c:v>
                </c:pt>
                <c:pt idx="25279">
                  <c:v>3.2199222848758349</c:v>
                </c:pt>
                <c:pt idx="25280">
                  <c:v>3.2199952227805122</c:v>
                </c:pt>
                <c:pt idx="25281">
                  <c:v>3.2200933263949909</c:v>
                </c:pt>
                <c:pt idx="25282">
                  <c:v>3.2195563157400851</c:v>
                </c:pt>
                <c:pt idx="25283">
                  <c:v>3.2205109065627053</c:v>
                </c:pt>
                <c:pt idx="25284">
                  <c:v>3.2205996263531902</c:v>
                </c:pt>
                <c:pt idx="25285">
                  <c:v>3.2194944678092181</c:v>
                </c:pt>
                <c:pt idx="25286">
                  <c:v>3.2180028663316924</c:v>
                </c:pt>
                <c:pt idx="25287">
                  <c:v>3.2176356175835799</c:v>
                </c:pt>
                <c:pt idx="25288">
                  <c:v>3.2186311560018086</c:v>
                </c:pt>
                <c:pt idx="25289">
                  <c:v>3.2221500899994027</c:v>
                </c:pt>
                <c:pt idx="25290">
                  <c:v>3.2260375523574725</c:v>
                </c:pt>
                <c:pt idx="25291">
                  <c:v>3.2261070779625158</c:v>
                </c:pt>
                <c:pt idx="25292">
                  <c:v>3.2250927718963003</c:v>
                </c:pt>
                <c:pt idx="25293">
                  <c:v>3.2240942477158918</c:v>
                </c:pt>
                <c:pt idx="25294">
                  <c:v>3.2243510232633525</c:v>
                </c:pt>
                <c:pt idx="25295">
                  <c:v>3.2249677964222037</c:v>
                </c:pt>
                <c:pt idx="25296">
                  <c:v>3.2247332008223641</c:v>
                </c:pt>
                <c:pt idx="25297">
                  <c:v>3.2249468960869452</c:v>
                </c:pt>
                <c:pt idx="25298">
                  <c:v>3.2247784137925151</c:v>
                </c:pt>
                <c:pt idx="25299">
                  <c:v>3.2238046287844537</c:v>
                </c:pt>
                <c:pt idx="25300">
                  <c:v>3.2260968410636139</c:v>
                </c:pt>
                <c:pt idx="25301">
                  <c:v>3.2285080572925109</c:v>
                </c:pt>
                <c:pt idx="25302">
                  <c:v>3.2319677025839639</c:v>
                </c:pt>
                <c:pt idx="25303">
                  <c:v>3.2342083038311595</c:v>
                </c:pt>
                <c:pt idx="25304">
                  <c:v>3.2331961304522152</c:v>
                </c:pt>
                <c:pt idx="25305">
                  <c:v>3.2316187949463844</c:v>
                </c:pt>
                <c:pt idx="25306">
                  <c:v>3.2302056763604412</c:v>
                </c:pt>
                <c:pt idx="25307">
                  <c:v>3.2287324159934485</c:v>
                </c:pt>
                <c:pt idx="25308">
                  <c:v>3.2289149740238692</c:v>
                </c:pt>
                <c:pt idx="25309">
                  <c:v>3.2314127773559798</c:v>
                </c:pt>
                <c:pt idx="25310">
                  <c:v>3.2321703078747346</c:v>
                </c:pt>
                <c:pt idx="25311">
                  <c:v>3.2315134401951835</c:v>
                </c:pt>
                <c:pt idx="25312">
                  <c:v>3.2315258097813571</c:v>
                </c:pt>
                <c:pt idx="25313">
                  <c:v>3.2330899226261058</c:v>
                </c:pt>
                <c:pt idx="25314">
                  <c:v>3.2333586412222859</c:v>
                </c:pt>
                <c:pt idx="25315">
                  <c:v>3.2317970876022621</c:v>
                </c:pt>
                <c:pt idx="25316">
                  <c:v>3.2311969494041271</c:v>
                </c:pt>
                <c:pt idx="25317">
                  <c:v>3.2299420762137121</c:v>
                </c:pt>
                <c:pt idx="25318">
                  <c:v>3.2315351936053505</c:v>
                </c:pt>
                <c:pt idx="25319">
                  <c:v>3.2299083797548263</c:v>
                </c:pt>
                <c:pt idx="25320">
                  <c:v>3.2284909957943406</c:v>
                </c:pt>
                <c:pt idx="25321">
                  <c:v>3.2269917166426385</c:v>
                </c:pt>
                <c:pt idx="25322">
                  <c:v>3.224704196275475</c:v>
                </c:pt>
                <c:pt idx="25323">
                  <c:v>3.2241518302722163</c:v>
                </c:pt>
                <c:pt idx="25324">
                  <c:v>3.2238570928913268</c:v>
                </c:pt>
                <c:pt idx="25325">
                  <c:v>3.2227967207800519</c:v>
                </c:pt>
                <c:pt idx="25326">
                  <c:v>3.2207813313087024</c:v>
                </c:pt>
                <c:pt idx="25327">
                  <c:v>3.2195157946819308</c:v>
                </c:pt>
                <c:pt idx="25328">
                  <c:v>3.2184481714339337</c:v>
                </c:pt>
                <c:pt idx="25329">
                  <c:v>3.2199419055987306</c:v>
                </c:pt>
                <c:pt idx="25330">
                  <c:v>3.2198459346715236</c:v>
                </c:pt>
                <c:pt idx="25331">
                  <c:v>3.2182651868660588</c:v>
                </c:pt>
                <c:pt idx="25332">
                  <c:v>3.217859123209609</c:v>
                </c:pt>
                <c:pt idx="25333">
                  <c:v>3.2165505062999582</c:v>
                </c:pt>
                <c:pt idx="25334">
                  <c:v>3.2149966303541113</c:v>
                </c:pt>
                <c:pt idx="25335">
                  <c:v>3.2138680122501557</c:v>
                </c:pt>
                <c:pt idx="25336">
                  <c:v>3.2132132772578759</c:v>
                </c:pt>
                <c:pt idx="25337">
                  <c:v>3.2112473661312197</c:v>
                </c:pt>
                <c:pt idx="25338">
                  <c:v>3.2109061361678171</c:v>
                </c:pt>
                <c:pt idx="25339">
                  <c:v>3.2091679960417325</c:v>
                </c:pt>
                <c:pt idx="25340">
                  <c:v>3.2086872883307884</c:v>
                </c:pt>
                <c:pt idx="25341">
                  <c:v>3.2093927812801244</c:v>
                </c:pt>
                <c:pt idx="25342">
                  <c:v>3.2089850114738576</c:v>
                </c:pt>
                <c:pt idx="25343">
                  <c:v>3.2097557646536941</c:v>
                </c:pt>
                <c:pt idx="25344">
                  <c:v>3.2060892486969279</c:v>
                </c:pt>
                <c:pt idx="25345">
                  <c:v>3.200292604693618</c:v>
                </c:pt>
                <c:pt idx="25346">
                  <c:v>3.1988334200626158</c:v>
                </c:pt>
                <c:pt idx="25347">
                  <c:v>3.197489827081716</c:v>
                </c:pt>
                <c:pt idx="25348">
                  <c:v>3.1963415882548647</c:v>
                </c:pt>
                <c:pt idx="25349">
                  <c:v>3.1980468849969714</c:v>
                </c:pt>
                <c:pt idx="25350">
                  <c:v>3.1994079660134958</c:v>
                </c:pt>
                <c:pt idx="25351">
                  <c:v>3.1980212927497162</c:v>
                </c:pt>
                <c:pt idx="25352">
                  <c:v>3.1957811180399753</c:v>
                </c:pt>
                <c:pt idx="25353">
                  <c:v>3.195108895012071</c:v>
                </c:pt>
                <c:pt idx="25354">
                  <c:v>3.1950965254258978</c:v>
                </c:pt>
                <c:pt idx="25355">
                  <c:v>3.1928064458340089</c:v>
                </c:pt>
                <c:pt idx="25356">
                  <c:v>3.1910738506948295</c:v>
                </c:pt>
                <c:pt idx="25357">
                  <c:v>3.1901000656867677</c:v>
                </c:pt>
                <c:pt idx="25358">
                  <c:v>3.1874930687663685</c:v>
                </c:pt>
                <c:pt idx="25359">
                  <c:v>3.184815693166017</c:v>
                </c:pt>
                <c:pt idx="25360">
                  <c:v>3.1823648089538743</c:v>
                </c:pt>
                <c:pt idx="25361">
                  <c:v>3.1813321617771257</c:v>
                </c:pt>
                <c:pt idx="25362">
                  <c:v>3.181450312651954</c:v>
                </c:pt>
                <c:pt idx="25363">
                  <c:v>3.1806232565281558</c:v>
                </c:pt>
                <c:pt idx="25364">
                  <c:v>3.1825507792839289</c:v>
                </c:pt>
                <c:pt idx="25365">
                  <c:v>3.1842040384566168</c:v>
                </c:pt>
                <c:pt idx="25366">
                  <c:v>3.1832264146114668</c:v>
                </c:pt>
                <c:pt idx="25367">
                  <c:v>3.1790766317190311</c:v>
                </c:pt>
                <c:pt idx="25368">
                  <c:v>3.178316968513005</c:v>
                </c:pt>
                <c:pt idx="25369">
                  <c:v>3.1785409006764884</c:v>
                </c:pt>
                <c:pt idx="25370">
                  <c:v>3.1756630524726375</c:v>
                </c:pt>
                <c:pt idx="25371">
                  <c:v>3.1736109807802224</c:v>
                </c:pt>
                <c:pt idx="25372">
                  <c:v>3.1715972974586899</c:v>
                </c:pt>
                <c:pt idx="25373">
                  <c:v>3.1678604028219719</c:v>
                </c:pt>
                <c:pt idx="25374">
                  <c:v>3.1663171903124812</c:v>
                </c:pt>
                <c:pt idx="25375">
                  <c:v>3.166269844655059</c:v>
                </c:pt>
                <c:pt idx="25376">
                  <c:v>3.1624728082372915</c:v>
                </c:pt>
                <c:pt idx="25377">
                  <c:v>3.1573722733593237</c:v>
                </c:pt>
                <c:pt idx="25378">
                  <c:v>3.1542999240763332</c:v>
                </c:pt>
                <c:pt idx="25379">
                  <c:v>3.151463450005545</c:v>
                </c:pt>
                <c:pt idx="25380">
                  <c:v>3.1495188657516016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6-FC34-4E50-8FBC-CFB495C70B4F}"/>
            </c:ext>
          </c:extLst>
        </c:ser>
        <c:ser>
          <c:idx val="7"/>
          <c:order val="7"/>
          <c:tx>
            <c:strRef>
              <c:f>'For plotting'!$I$1</c:f>
              <c:strCache>
                <c:ptCount val="1"/>
                <c:pt idx="0">
                  <c:v>2.3% w/w R2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'For plotting'!$A$2:$A$25382</c:f>
              <c:numCache>
                <c:formatCode>General</c:formatCode>
                <c:ptCount val="25381"/>
                <c:pt idx="0">
                  <c:v>-0.499971</c:v>
                </c:pt>
                <c:pt idx="1">
                  <c:v>-0.49966500000000003</c:v>
                </c:pt>
                <c:pt idx="2">
                  <c:v>-0.49936000000000003</c:v>
                </c:pt>
                <c:pt idx="3">
                  <c:v>-0.499054</c:v>
                </c:pt>
                <c:pt idx="4">
                  <c:v>-0.498749</c:v>
                </c:pt>
                <c:pt idx="5">
                  <c:v>-0.498444</c:v>
                </c:pt>
                <c:pt idx="6">
                  <c:v>-0.49813800000000003</c:v>
                </c:pt>
                <c:pt idx="7">
                  <c:v>-0.49783300000000003</c:v>
                </c:pt>
                <c:pt idx="8">
                  <c:v>-0.497527</c:v>
                </c:pt>
                <c:pt idx="9">
                  <c:v>-0.497222</c:v>
                </c:pt>
                <c:pt idx="10">
                  <c:v>-0.496917</c:v>
                </c:pt>
                <c:pt idx="11">
                  <c:v>-0.49661100000000002</c:v>
                </c:pt>
                <c:pt idx="12">
                  <c:v>-0.49630600000000002</c:v>
                </c:pt>
                <c:pt idx="13">
                  <c:v>-0.496</c:v>
                </c:pt>
                <c:pt idx="14">
                  <c:v>-0.495695</c:v>
                </c:pt>
                <c:pt idx="15">
                  <c:v>-0.49539</c:v>
                </c:pt>
                <c:pt idx="16">
                  <c:v>-0.49508400000000002</c:v>
                </c:pt>
                <c:pt idx="17">
                  <c:v>-0.49477900000000002</c:v>
                </c:pt>
                <c:pt idx="18">
                  <c:v>-0.494473</c:v>
                </c:pt>
                <c:pt idx="19">
                  <c:v>-0.494168</c:v>
                </c:pt>
                <c:pt idx="20">
                  <c:v>-0.493863</c:v>
                </c:pt>
                <c:pt idx="21">
                  <c:v>-0.49355700000000002</c:v>
                </c:pt>
                <c:pt idx="22">
                  <c:v>-0.49325200000000002</c:v>
                </c:pt>
                <c:pt idx="23">
                  <c:v>-0.492946</c:v>
                </c:pt>
                <c:pt idx="24">
                  <c:v>-0.492641</c:v>
                </c:pt>
                <c:pt idx="25">
                  <c:v>-0.492336</c:v>
                </c:pt>
                <c:pt idx="26">
                  <c:v>-0.49203000000000002</c:v>
                </c:pt>
                <c:pt idx="27">
                  <c:v>-0.49172500000000002</c:v>
                </c:pt>
                <c:pt idx="28">
                  <c:v>-0.49141899999999999</c:v>
                </c:pt>
                <c:pt idx="29">
                  <c:v>-0.49111399999999999</c:v>
                </c:pt>
                <c:pt idx="30">
                  <c:v>-0.490809</c:v>
                </c:pt>
                <c:pt idx="31">
                  <c:v>-0.49050300000000002</c:v>
                </c:pt>
                <c:pt idx="32">
                  <c:v>-0.49019800000000002</c:v>
                </c:pt>
                <c:pt idx="33">
                  <c:v>-0.48989199999999999</c:v>
                </c:pt>
                <c:pt idx="34">
                  <c:v>-0.48958699999999999</c:v>
                </c:pt>
                <c:pt idx="35">
                  <c:v>-0.48928199999999999</c:v>
                </c:pt>
                <c:pt idx="36">
                  <c:v>-0.48897600000000002</c:v>
                </c:pt>
                <c:pt idx="37">
                  <c:v>-0.48867100000000002</c:v>
                </c:pt>
                <c:pt idx="38">
                  <c:v>-0.48836499999999999</c:v>
                </c:pt>
                <c:pt idx="39">
                  <c:v>-0.48805999999999999</c:v>
                </c:pt>
                <c:pt idx="40">
                  <c:v>-0.48775499999999999</c:v>
                </c:pt>
                <c:pt idx="41">
                  <c:v>-0.48744900000000002</c:v>
                </c:pt>
                <c:pt idx="42">
                  <c:v>-0.48714400000000002</c:v>
                </c:pt>
                <c:pt idx="43">
                  <c:v>-0.48683799999999999</c:v>
                </c:pt>
                <c:pt idx="44">
                  <c:v>-0.48653299999999999</c:v>
                </c:pt>
                <c:pt idx="45">
                  <c:v>-0.48622799999999999</c:v>
                </c:pt>
                <c:pt idx="46">
                  <c:v>-0.48592200000000002</c:v>
                </c:pt>
                <c:pt idx="47">
                  <c:v>-0.48561700000000002</c:v>
                </c:pt>
                <c:pt idx="48">
                  <c:v>-0.48531099999999999</c:v>
                </c:pt>
                <c:pt idx="49">
                  <c:v>-0.48500599999999999</c:v>
                </c:pt>
                <c:pt idx="50">
                  <c:v>-0.48470099999999999</c:v>
                </c:pt>
                <c:pt idx="51">
                  <c:v>-0.48439500000000002</c:v>
                </c:pt>
                <c:pt idx="52">
                  <c:v>-0.48409000000000002</c:v>
                </c:pt>
                <c:pt idx="53">
                  <c:v>-0.48378399999999999</c:v>
                </c:pt>
                <c:pt idx="54">
                  <c:v>-0.48347899999999999</c:v>
                </c:pt>
                <c:pt idx="55">
                  <c:v>-0.48317399999999999</c:v>
                </c:pt>
                <c:pt idx="56">
                  <c:v>-0.48286800000000002</c:v>
                </c:pt>
                <c:pt idx="57">
                  <c:v>-0.48256300000000002</c:v>
                </c:pt>
                <c:pt idx="58">
                  <c:v>-0.48225699999999999</c:v>
                </c:pt>
                <c:pt idx="59">
                  <c:v>-0.48195199999999999</c:v>
                </c:pt>
                <c:pt idx="60">
                  <c:v>-0.48164699999999999</c:v>
                </c:pt>
                <c:pt idx="61">
                  <c:v>-0.48134100000000002</c:v>
                </c:pt>
                <c:pt idx="62">
                  <c:v>-0.48103600000000002</c:v>
                </c:pt>
                <c:pt idx="63">
                  <c:v>-0.48072999999999999</c:v>
                </c:pt>
                <c:pt idx="64">
                  <c:v>-0.48042499999999999</c:v>
                </c:pt>
                <c:pt idx="65">
                  <c:v>-0.48011999999999999</c:v>
                </c:pt>
                <c:pt idx="66">
                  <c:v>-0.47981400000000002</c:v>
                </c:pt>
                <c:pt idx="67">
                  <c:v>-0.47950900000000002</c:v>
                </c:pt>
                <c:pt idx="68">
                  <c:v>-0.47920299999999999</c:v>
                </c:pt>
                <c:pt idx="69">
                  <c:v>-0.47889799999999999</c:v>
                </c:pt>
                <c:pt idx="70">
                  <c:v>-0.47859299999999999</c:v>
                </c:pt>
                <c:pt idx="71">
                  <c:v>-0.47828700000000002</c:v>
                </c:pt>
                <c:pt idx="72">
                  <c:v>-0.47798200000000002</c:v>
                </c:pt>
                <c:pt idx="73">
                  <c:v>-0.47767599999999999</c:v>
                </c:pt>
                <c:pt idx="74">
                  <c:v>-0.47737099999999999</c:v>
                </c:pt>
                <c:pt idx="75">
                  <c:v>-0.47706599999999999</c:v>
                </c:pt>
                <c:pt idx="76">
                  <c:v>-0.47676000000000002</c:v>
                </c:pt>
                <c:pt idx="77">
                  <c:v>-0.47645500000000002</c:v>
                </c:pt>
                <c:pt idx="78">
                  <c:v>-0.47614899999999999</c:v>
                </c:pt>
                <c:pt idx="79">
                  <c:v>-0.47584399999999999</c:v>
                </c:pt>
                <c:pt idx="80">
                  <c:v>-0.47553899999999999</c:v>
                </c:pt>
                <c:pt idx="81">
                  <c:v>-0.47523300000000002</c:v>
                </c:pt>
                <c:pt idx="82">
                  <c:v>-0.47492800000000002</c:v>
                </c:pt>
                <c:pt idx="83">
                  <c:v>-0.47462300000000002</c:v>
                </c:pt>
                <c:pt idx="84">
                  <c:v>-0.47431699999999999</c:v>
                </c:pt>
                <c:pt idx="85">
                  <c:v>-0.47401199999999999</c:v>
                </c:pt>
                <c:pt idx="86">
                  <c:v>-0.47370600000000002</c:v>
                </c:pt>
                <c:pt idx="87">
                  <c:v>-0.47340100000000002</c:v>
                </c:pt>
                <c:pt idx="88">
                  <c:v>-0.47309600000000002</c:v>
                </c:pt>
                <c:pt idx="89">
                  <c:v>-0.47278999999999999</c:v>
                </c:pt>
                <c:pt idx="90">
                  <c:v>-0.47248499999999999</c:v>
                </c:pt>
                <c:pt idx="91">
                  <c:v>-0.47217900000000002</c:v>
                </c:pt>
                <c:pt idx="92">
                  <c:v>-0.47187400000000002</c:v>
                </c:pt>
                <c:pt idx="93">
                  <c:v>-0.47156900000000002</c:v>
                </c:pt>
                <c:pt idx="94">
                  <c:v>-0.47126299999999999</c:v>
                </c:pt>
                <c:pt idx="95">
                  <c:v>-0.47095799999999999</c:v>
                </c:pt>
                <c:pt idx="96">
                  <c:v>-0.47065200000000001</c:v>
                </c:pt>
                <c:pt idx="97">
                  <c:v>-0.47034700000000002</c:v>
                </c:pt>
                <c:pt idx="98">
                  <c:v>-0.47004200000000002</c:v>
                </c:pt>
                <c:pt idx="99">
                  <c:v>-0.46973599999999999</c:v>
                </c:pt>
                <c:pt idx="100">
                  <c:v>-0.46943099999999999</c:v>
                </c:pt>
                <c:pt idx="101">
                  <c:v>-0.46912500000000001</c:v>
                </c:pt>
                <c:pt idx="102">
                  <c:v>-0.46882000000000001</c:v>
                </c:pt>
                <c:pt idx="103">
                  <c:v>-0.46851500000000001</c:v>
                </c:pt>
                <c:pt idx="104">
                  <c:v>-0.46820899999999999</c:v>
                </c:pt>
                <c:pt idx="105">
                  <c:v>-0.46790399999999999</c:v>
                </c:pt>
                <c:pt idx="106">
                  <c:v>-0.46759800000000001</c:v>
                </c:pt>
                <c:pt idx="107">
                  <c:v>-0.46729300000000001</c:v>
                </c:pt>
                <c:pt idx="108">
                  <c:v>-0.46698800000000001</c:v>
                </c:pt>
                <c:pt idx="109">
                  <c:v>-0.46668199999999999</c:v>
                </c:pt>
                <c:pt idx="110">
                  <c:v>-0.46637699999999999</c:v>
                </c:pt>
                <c:pt idx="111">
                  <c:v>-0.46607100000000001</c:v>
                </c:pt>
                <c:pt idx="112">
                  <c:v>-0.46576600000000001</c:v>
                </c:pt>
                <c:pt idx="113">
                  <c:v>-0.46546100000000001</c:v>
                </c:pt>
                <c:pt idx="114">
                  <c:v>-0.46515499999999999</c:v>
                </c:pt>
                <c:pt idx="115">
                  <c:v>-0.46484999999999999</c:v>
                </c:pt>
                <c:pt idx="116">
                  <c:v>-0.46454400000000001</c:v>
                </c:pt>
                <c:pt idx="117">
                  <c:v>-0.46423900000000001</c:v>
                </c:pt>
                <c:pt idx="118">
                  <c:v>-0.46393400000000001</c:v>
                </c:pt>
                <c:pt idx="119">
                  <c:v>-0.46362799999999998</c:v>
                </c:pt>
                <c:pt idx="120">
                  <c:v>-0.46332299999999998</c:v>
                </c:pt>
                <c:pt idx="121">
                  <c:v>-0.46301700000000001</c:v>
                </c:pt>
                <c:pt idx="122">
                  <c:v>-0.46271200000000001</c:v>
                </c:pt>
                <c:pt idx="123">
                  <c:v>-0.46240700000000001</c:v>
                </c:pt>
                <c:pt idx="124">
                  <c:v>-0.46210099999999998</c:v>
                </c:pt>
                <c:pt idx="125">
                  <c:v>-0.46179599999999998</c:v>
                </c:pt>
                <c:pt idx="126">
                  <c:v>-0.46149000000000001</c:v>
                </c:pt>
                <c:pt idx="127">
                  <c:v>-0.46118500000000001</c:v>
                </c:pt>
                <c:pt idx="128">
                  <c:v>-0.46088000000000001</c:v>
                </c:pt>
                <c:pt idx="129">
                  <c:v>-0.46057399999999998</c:v>
                </c:pt>
                <c:pt idx="130">
                  <c:v>-0.46026899999999998</c:v>
                </c:pt>
                <c:pt idx="131">
                  <c:v>-0.45996300000000001</c:v>
                </c:pt>
                <c:pt idx="132">
                  <c:v>-0.45965800000000001</c:v>
                </c:pt>
                <c:pt idx="133">
                  <c:v>-0.45935300000000001</c:v>
                </c:pt>
                <c:pt idx="134">
                  <c:v>-0.45904699999999998</c:v>
                </c:pt>
                <c:pt idx="135">
                  <c:v>-0.45874199999999998</c:v>
                </c:pt>
                <c:pt idx="136">
                  <c:v>-0.45843600000000001</c:v>
                </c:pt>
                <c:pt idx="137">
                  <c:v>-0.45813100000000001</c:v>
                </c:pt>
                <c:pt idx="138">
                  <c:v>-0.45782600000000001</c:v>
                </c:pt>
                <c:pt idx="139">
                  <c:v>-0.45751999999999998</c:v>
                </c:pt>
                <c:pt idx="140">
                  <c:v>-0.45721499999999998</c:v>
                </c:pt>
                <c:pt idx="141">
                  <c:v>-0.45690900000000001</c:v>
                </c:pt>
                <c:pt idx="142">
                  <c:v>-0.45660400000000001</c:v>
                </c:pt>
                <c:pt idx="143">
                  <c:v>-0.45629900000000001</c:v>
                </c:pt>
                <c:pt idx="144">
                  <c:v>-0.45599299999999998</c:v>
                </c:pt>
                <c:pt idx="145">
                  <c:v>-0.45568799999999998</c:v>
                </c:pt>
                <c:pt idx="146">
                  <c:v>-0.45538200000000001</c:v>
                </c:pt>
                <c:pt idx="147">
                  <c:v>-0.45507700000000001</c:v>
                </c:pt>
                <c:pt idx="148">
                  <c:v>-0.45477200000000001</c:v>
                </c:pt>
                <c:pt idx="149">
                  <c:v>-0.45446599999999998</c:v>
                </c:pt>
                <c:pt idx="150">
                  <c:v>-0.45416099999999998</c:v>
                </c:pt>
                <c:pt idx="151">
                  <c:v>-0.45385500000000001</c:v>
                </c:pt>
                <c:pt idx="152">
                  <c:v>-0.45355000000000001</c:v>
                </c:pt>
                <c:pt idx="153">
                  <c:v>-0.45324500000000001</c:v>
                </c:pt>
                <c:pt idx="154">
                  <c:v>-0.45293899999999998</c:v>
                </c:pt>
                <c:pt idx="155">
                  <c:v>-0.45263399999999998</c:v>
                </c:pt>
                <c:pt idx="156">
                  <c:v>-0.45232800000000001</c:v>
                </c:pt>
                <c:pt idx="157">
                  <c:v>-0.45202300000000001</c:v>
                </c:pt>
                <c:pt idx="158">
                  <c:v>-0.45171800000000001</c:v>
                </c:pt>
                <c:pt idx="159">
                  <c:v>-0.45141199999999998</c:v>
                </c:pt>
                <c:pt idx="160">
                  <c:v>-0.45110699999999998</c:v>
                </c:pt>
                <c:pt idx="161">
                  <c:v>-0.45080100000000001</c:v>
                </c:pt>
                <c:pt idx="162">
                  <c:v>-0.45049600000000001</c:v>
                </c:pt>
                <c:pt idx="163">
                  <c:v>-0.45019100000000001</c:v>
                </c:pt>
                <c:pt idx="164">
                  <c:v>-0.44988499999999998</c:v>
                </c:pt>
                <c:pt idx="165">
                  <c:v>-0.44957999999999998</c:v>
                </c:pt>
                <c:pt idx="166">
                  <c:v>-0.44927400000000001</c:v>
                </c:pt>
                <c:pt idx="167">
                  <c:v>-0.44896900000000001</c:v>
                </c:pt>
                <c:pt idx="168">
                  <c:v>-0.44866400000000001</c:v>
                </c:pt>
                <c:pt idx="169">
                  <c:v>-0.44835799999999998</c:v>
                </c:pt>
                <c:pt idx="170">
                  <c:v>-0.44805299999999998</c:v>
                </c:pt>
                <c:pt idx="171">
                  <c:v>-0.44774799999999998</c:v>
                </c:pt>
                <c:pt idx="172">
                  <c:v>-0.44744200000000001</c:v>
                </c:pt>
                <c:pt idx="173">
                  <c:v>-0.44713700000000001</c:v>
                </c:pt>
                <c:pt idx="174">
                  <c:v>-0.44683099999999998</c:v>
                </c:pt>
                <c:pt idx="175">
                  <c:v>-0.44652599999999998</c:v>
                </c:pt>
                <c:pt idx="176">
                  <c:v>-0.44622099999999998</c:v>
                </c:pt>
                <c:pt idx="177">
                  <c:v>-0.44591500000000001</c:v>
                </c:pt>
                <c:pt idx="178">
                  <c:v>-0.44561000000000001</c:v>
                </c:pt>
                <c:pt idx="179">
                  <c:v>-0.44530399999999998</c:v>
                </c:pt>
                <c:pt idx="180">
                  <c:v>-0.44499899999999998</c:v>
                </c:pt>
                <c:pt idx="181">
                  <c:v>-0.44469399999999998</c:v>
                </c:pt>
                <c:pt idx="182">
                  <c:v>-0.44438800000000001</c:v>
                </c:pt>
                <c:pt idx="183">
                  <c:v>-0.44408300000000001</c:v>
                </c:pt>
                <c:pt idx="184">
                  <c:v>-0.44377699999999998</c:v>
                </c:pt>
                <c:pt idx="185">
                  <c:v>-0.44347199999999998</c:v>
                </c:pt>
                <c:pt idx="186">
                  <c:v>-0.44316699999999998</c:v>
                </c:pt>
                <c:pt idx="187">
                  <c:v>-0.442861</c:v>
                </c:pt>
                <c:pt idx="188">
                  <c:v>-0.442556</c:v>
                </c:pt>
                <c:pt idx="189">
                  <c:v>-0.44224999999999998</c:v>
                </c:pt>
                <c:pt idx="190">
                  <c:v>-0.44194499999999998</c:v>
                </c:pt>
                <c:pt idx="191">
                  <c:v>-0.44163999999999998</c:v>
                </c:pt>
                <c:pt idx="192">
                  <c:v>-0.441334</c:v>
                </c:pt>
                <c:pt idx="193">
                  <c:v>-0.441029</c:v>
                </c:pt>
                <c:pt idx="194">
                  <c:v>-0.44072299999999998</c:v>
                </c:pt>
                <c:pt idx="195">
                  <c:v>-0.44041799999999998</c:v>
                </c:pt>
                <c:pt idx="196">
                  <c:v>-0.44011299999999998</c:v>
                </c:pt>
                <c:pt idx="197">
                  <c:v>-0.439807</c:v>
                </c:pt>
                <c:pt idx="198">
                  <c:v>-0.439502</c:v>
                </c:pt>
                <c:pt idx="199">
                  <c:v>-0.43919599999999998</c:v>
                </c:pt>
                <c:pt idx="200">
                  <c:v>-0.43889099999999998</c:v>
                </c:pt>
                <c:pt idx="201">
                  <c:v>-0.43858599999999998</c:v>
                </c:pt>
                <c:pt idx="202">
                  <c:v>-0.43828</c:v>
                </c:pt>
                <c:pt idx="203">
                  <c:v>-0.437975</c:v>
                </c:pt>
                <c:pt idx="204">
                  <c:v>-0.43766899999999997</c:v>
                </c:pt>
                <c:pt idx="205">
                  <c:v>-0.43736399999999998</c:v>
                </c:pt>
                <c:pt idx="206">
                  <c:v>-0.43705899999999998</c:v>
                </c:pt>
                <c:pt idx="207">
                  <c:v>-0.436753</c:v>
                </c:pt>
                <c:pt idx="208">
                  <c:v>-0.436448</c:v>
                </c:pt>
                <c:pt idx="209">
                  <c:v>-0.43614199999999997</c:v>
                </c:pt>
                <c:pt idx="210">
                  <c:v>-0.43583699999999997</c:v>
                </c:pt>
                <c:pt idx="211">
                  <c:v>-0.43553199999999997</c:v>
                </c:pt>
                <c:pt idx="212">
                  <c:v>-0.435226</c:v>
                </c:pt>
                <c:pt idx="213">
                  <c:v>-0.434921</c:v>
                </c:pt>
                <c:pt idx="214">
                  <c:v>-0.43461499999999997</c:v>
                </c:pt>
                <c:pt idx="215">
                  <c:v>-0.43430999999999997</c:v>
                </c:pt>
                <c:pt idx="216">
                  <c:v>-0.43400499999999997</c:v>
                </c:pt>
                <c:pt idx="217">
                  <c:v>-0.433699</c:v>
                </c:pt>
                <c:pt idx="218">
                  <c:v>-0.433394</c:v>
                </c:pt>
                <c:pt idx="219">
                  <c:v>-0.43308799999999997</c:v>
                </c:pt>
                <c:pt idx="220">
                  <c:v>-0.43278299999999997</c:v>
                </c:pt>
                <c:pt idx="221">
                  <c:v>-0.43247799999999997</c:v>
                </c:pt>
                <c:pt idx="222">
                  <c:v>-0.432172</c:v>
                </c:pt>
                <c:pt idx="223">
                  <c:v>-0.431867</c:v>
                </c:pt>
                <c:pt idx="224">
                  <c:v>-0.43156099999999997</c:v>
                </c:pt>
                <c:pt idx="225">
                  <c:v>-0.43125599999999997</c:v>
                </c:pt>
                <c:pt idx="226">
                  <c:v>-0.43095099999999997</c:v>
                </c:pt>
                <c:pt idx="227">
                  <c:v>-0.430645</c:v>
                </c:pt>
                <c:pt idx="228">
                  <c:v>-0.43034</c:v>
                </c:pt>
                <c:pt idx="229">
                  <c:v>-0.43003400000000003</c:v>
                </c:pt>
                <c:pt idx="230">
                  <c:v>-0.42972900000000003</c:v>
                </c:pt>
                <c:pt idx="231">
                  <c:v>-0.42942399999999997</c:v>
                </c:pt>
                <c:pt idx="232">
                  <c:v>-0.429118</c:v>
                </c:pt>
                <c:pt idx="233">
                  <c:v>-0.428813</c:v>
                </c:pt>
                <c:pt idx="234">
                  <c:v>-0.42850700000000003</c:v>
                </c:pt>
                <c:pt idx="235">
                  <c:v>-0.42820200000000003</c:v>
                </c:pt>
                <c:pt idx="236">
                  <c:v>-0.42789700000000003</c:v>
                </c:pt>
                <c:pt idx="237">
                  <c:v>-0.427591</c:v>
                </c:pt>
                <c:pt idx="238">
                  <c:v>-0.427286</c:v>
                </c:pt>
                <c:pt idx="239">
                  <c:v>-0.42698000000000003</c:v>
                </c:pt>
                <c:pt idx="240">
                  <c:v>-0.42667500000000003</c:v>
                </c:pt>
                <c:pt idx="241">
                  <c:v>-0.42637000000000003</c:v>
                </c:pt>
                <c:pt idx="242">
                  <c:v>-0.426064</c:v>
                </c:pt>
                <c:pt idx="243">
                  <c:v>-0.425759</c:v>
                </c:pt>
                <c:pt idx="244">
                  <c:v>-0.42545300000000003</c:v>
                </c:pt>
                <c:pt idx="245">
                  <c:v>-0.42514800000000003</c:v>
                </c:pt>
                <c:pt idx="246">
                  <c:v>-0.42484300000000003</c:v>
                </c:pt>
                <c:pt idx="247">
                  <c:v>-0.424537</c:v>
                </c:pt>
                <c:pt idx="248">
                  <c:v>-0.424232</c:v>
                </c:pt>
                <c:pt idx="249">
                  <c:v>-0.42392600000000003</c:v>
                </c:pt>
                <c:pt idx="250">
                  <c:v>-0.42362100000000003</c:v>
                </c:pt>
                <c:pt idx="251">
                  <c:v>-0.42331600000000003</c:v>
                </c:pt>
                <c:pt idx="252">
                  <c:v>-0.42301</c:v>
                </c:pt>
                <c:pt idx="253">
                  <c:v>-0.422705</c:v>
                </c:pt>
                <c:pt idx="254">
                  <c:v>-0.4224</c:v>
                </c:pt>
                <c:pt idx="255">
                  <c:v>-0.42209400000000002</c:v>
                </c:pt>
                <c:pt idx="256">
                  <c:v>-0.42178900000000003</c:v>
                </c:pt>
                <c:pt idx="257">
                  <c:v>-0.421483</c:v>
                </c:pt>
                <c:pt idx="258">
                  <c:v>-0.421178</c:v>
                </c:pt>
                <c:pt idx="259">
                  <c:v>-0.420873</c:v>
                </c:pt>
                <c:pt idx="260">
                  <c:v>-0.42056700000000002</c:v>
                </c:pt>
                <c:pt idx="261">
                  <c:v>-0.42026200000000002</c:v>
                </c:pt>
                <c:pt idx="262">
                  <c:v>-0.419956</c:v>
                </c:pt>
                <c:pt idx="263">
                  <c:v>-0.419651</c:v>
                </c:pt>
                <c:pt idx="264">
                  <c:v>-0.419346</c:v>
                </c:pt>
                <c:pt idx="265">
                  <c:v>-0.41904000000000002</c:v>
                </c:pt>
                <c:pt idx="266">
                  <c:v>-0.41873500000000002</c:v>
                </c:pt>
                <c:pt idx="267">
                  <c:v>-0.418429</c:v>
                </c:pt>
                <c:pt idx="268">
                  <c:v>-0.418124</c:v>
                </c:pt>
                <c:pt idx="269">
                  <c:v>-0.417819</c:v>
                </c:pt>
                <c:pt idx="270">
                  <c:v>-0.41751300000000002</c:v>
                </c:pt>
                <c:pt idx="271">
                  <c:v>-0.41720800000000002</c:v>
                </c:pt>
                <c:pt idx="272">
                  <c:v>-0.41690199999999999</c:v>
                </c:pt>
                <c:pt idx="273">
                  <c:v>-0.416597</c:v>
                </c:pt>
                <c:pt idx="274">
                  <c:v>-0.416292</c:v>
                </c:pt>
                <c:pt idx="275">
                  <c:v>-0.41598600000000002</c:v>
                </c:pt>
                <c:pt idx="276">
                  <c:v>-0.41568100000000002</c:v>
                </c:pt>
                <c:pt idx="277">
                  <c:v>-0.41537499999999999</c:v>
                </c:pt>
                <c:pt idx="278">
                  <c:v>-0.41506999999999999</c:v>
                </c:pt>
                <c:pt idx="279">
                  <c:v>-0.41476499999999999</c:v>
                </c:pt>
                <c:pt idx="280">
                  <c:v>-0.41445900000000002</c:v>
                </c:pt>
                <c:pt idx="281">
                  <c:v>-0.41415400000000002</c:v>
                </c:pt>
                <c:pt idx="282">
                  <c:v>-0.41384799999999999</c:v>
                </c:pt>
                <c:pt idx="283">
                  <c:v>-0.41354299999999999</c:v>
                </c:pt>
                <c:pt idx="284">
                  <c:v>-0.41323799999999999</c:v>
                </c:pt>
                <c:pt idx="285">
                  <c:v>-0.41293200000000002</c:v>
                </c:pt>
                <c:pt idx="286">
                  <c:v>-0.41262700000000002</c:v>
                </c:pt>
                <c:pt idx="287">
                  <c:v>-0.41232099999999999</c:v>
                </c:pt>
                <c:pt idx="288">
                  <c:v>-0.41201599999999999</c:v>
                </c:pt>
                <c:pt idx="289">
                  <c:v>-0.41171099999999999</c:v>
                </c:pt>
                <c:pt idx="290">
                  <c:v>-0.41140500000000002</c:v>
                </c:pt>
                <c:pt idx="291">
                  <c:v>-0.41110000000000002</c:v>
                </c:pt>
                <c:pt idx="292">
                  <c:v>-0.41079399999999999</c:v>
                </c:pt>
                <c:pt idx="293">
                  <c:v>-0.41048899999999999</c:v>
                </c:pt>
                <c:pt idx="294">
                  <c:v>-0.41018399999999999</c:v>
                </c:pt>
                <c:pt idx="295">
                  <c:v>-0.40987800000000002</c:v>
                </c:pt>
                <c:pt idx="296">
                  <c:v>-0.40957300000000002</c:v>
                </c:pt>
                <c:pt idx="297">
                  <c:v>-0.40926699999999999</c:v>
                </c:pt>
                <c:pt idx="298">
                  <c:v>-0.40896199999999999</c:v>
                </c:pt>
                <c:pt idx="299">
                  <c:v>-0.40865699999999999</c:v>
                </c:pt>
                <c:pt idx="300">
                  <c:v>-0.40835100000000002</c:v>
                </c:pt>
                <c:pt idx="301">
                  <c:v>-0.40804600000000002</c:v>
                </c:pt>
                <c:pt idx="302">
                  <c:v>-0.40773999999999999</c:v>
                </c:pt>
                <c:pt idx="303">
                  <c:v>-0.40743499999999999</c:v>
                </c:pt>
                <c:pt idx="304">
                  <c:v>-0.40712999999999999</c:v>
                </c:pt>
                <c:pt idx="305">
                  <c:v>-0.40682400000000002</c:v>
                </c:pt>
                <c:pt idx="306">
                  <c:v>-0.40651900000000002</c:v>
                </c:pt>
                <c:pt idx="307">
                  <c:v>-0.40621299999999999</c:v>
                </c:pt>
                <c:pt idx="308">
                  <c:v>-0.40590799999999999</c:v>
                </c:pt>
                <c:pt idx="309">
                  <c:v>-0.40560299999999999</c:v>
                </c:pt>
                <c:pt idx="310">
                  <c:v>-0.40529700000000002</c:v>
                </c:pt>
                <c:pt idx="311">
                  <c:v>-0.40499200000000002</c:v>
                </c:pt>
                <c:pt idx="312">
                  <c:v>-0.40468599999999999</c:v>
                </c:pt>
                <c:pt idx="313">
                  <c:v>-0.40438099999999999</c:v>
                </c:pt>
                <c:pt idx="314">
                  <c:v>-0.40407599999999999</c:v>
                </c:pt>
                <c:pt idx="315">
                  <c:v>-0.40377000000000002</c:v>
                </c:pt>
                <c:pt idx="316">
                  <c:v>-0.40346500000000002</c:v>
                </c:pt>
                <c:pt idx="317">
                  <c:v>-0.40315899999999999</c:v>
                </c:pt>
                <c:pt idx="318">
                  <c:v>-0.40285399999999999</c:v>
                </c:pt>
                <c:pt idx="319">
                  <c:v>-0.40254899999999999</c:v>
                </c:pt>
                <c:pt idx="320">
                  <c:v>-0.40224300000000002</c:v>
                </c:pt>
                <c:pt idx="321">
                  <c:v>-0.40193800000000002</c:v>
                </c:pt>
                <c:pt idx="322">
                  <c:v>-0.40163199999999999</c:v>
                </c:pt>
                <c:pt idx="323">
                  <c:v>-0.40132699999999999</c:v>
                </c:pt>
                <c:pt idx="324">
                  <c:v>-0.40102199999999999</c:v>
                </c:pt>
                <c:pt idx="325">
                  <c:v>-0.40071600000000002</c:v>
                </c:pt>
                <c:pt idx="326">
                  <c:v>-0.40041100000000002</c:v>
                </c:pt>
                <c:pt idx="327">
                  <c:v>-0.40010499999999999</c:v>
                </c:pt>
                <c:pt idx="328">
                  <c:v>-0.39979999999999999</c:v>
                </c:pt>
                <c:pt idx="329">
                  <c:v>-0.39949499999999999</c:v>
                </c:pt>
                <c:pt idx="330">
                  <c:v>-0.39918900000000002</c:v>
                </c:pt>
                <c:pt idx="331">
                  <c:v>-0.39888400000000002</c:v>
                </c:pt>
                <c:pt idx="332">
                  <c:v>-0.39857799999999999</c:v>
                </c:pt>
                <c:pt idx="333">
                  <c:v>-0.39827299999999999</c:v>
                </c:pt>
                <c:pt idx="334">
                  <c:v>-0.39796799999999999</c:v>
                </c:pt>
                <c:pt idx="335">
                  <c:v>-0.39766200000000002</c:v>
                </c:pt>
                <c:pt idx="336">
                  <c:v>-0.39735700000000002</c:v>
                </c:pt>
                <c:pt idx="337">
                  <c:v>-0.39705200000000002</c:v>
                </c:pt>
                <c:pt idx="338">
                  <c:v>-0.39674599999999999</c:v>
                </c:pt>
                <c:pt idx="339">
                  <c:v>-0.39644099999999999</c:v>
                </c:pt>
                <c:pt idx="340">
                  <c:v>-0.39613500000000001</c:v>
                </c:pt>
                <c:pt idx="341">
                  <c:v>-0.39583000000000002</c:v>
                </c:pt>
                <c:pt idx="342">
                  <c:v>-0.39552500000000002</c:v>
                </c:pt>
                <c:pt idx="343">
                  <c:v>-0.39521899999999999</c:v>
                </c:pt>
                <c:pt idx="344">
                  <c:v>-0.39491399999999999</c:v>
                </c:pt>
                <c:pt idx="345">
                  <c:v>-0.39460800000000001</c:v>
                </c:pt>
                <c:pt idx="346">
                  <c:v>-0.39430300000000001</c:v>
                </c:pt>
                <c:pt idx="347">
                  <c:v>-0.39399800000000001</c:v>
                </c:pt>
                <c:pt idx="348">
                  <c:v>-0.39369199999999999</c:v>
                </c:pt>
                <c:pt idx="349">
                  <c:v>-0.39338699999999999</c:v>
                </c:pt>
                <c:pt idx="350">
                  <c:v>-0.39308100000000001</c:v>
                </c:pt>
                <c:pt idx="351">
                  <c:v>-0.39277600000000001</c:v>
                </c:pt>
                <c:pt idx="352">
                  <c:v>-0.39247100000000001</c:v>
                </c:pt>
                <c:pt idx="353">
                  <c:v>-0.39216499999999999</c:v>
                </c:pt>
                <c:pt idx="354">
                  <c:v>-0.39185999999999999</c:v>
                </c:pt>
                <c:pt idx="355">
                  <c:v>-0.39155400000000001</c:v>
                </c:pt>
                <c:pt idx="356">
                  <c:v>-0.39124900000000001</c:v>
                </c:pt>
                <c:pt idx="357">
                  <c:v>-0.39094400000000001</c:v>
                </c:pt>
                <c:pt idx="358">
                  <c:v>-0.39063799999999999</c:v>
                </c:pt>
                <c:pt idx="359">
                  <c:v>-0.39033299999999999</c:v>
                </c:pt>
                <c:pt idx="360">
                  <c:v>-0.39002700000000001</c:v>
                </c:pt>
                <c:pt idx="361">
                  <c:v>-0.38972200000000001</c:v>
                </c:pt>
                <c:pt idx="362">
                  <c:v>-0.38941700000000001</c:v>
                </c:pt>
                <c:pt idx="363">
                  <c:v>-0.38911099999999998</c:v>
                </c:pt>
                <c:pt idx="364">
                  <c:v>-0.38880599999999998</c:v>
                </c:pt>
                <c:pt idx="365">
                  <c:v>-0.38850000000000001</c:v>
                </c:pt>
                <c:pt idx="366">
                  <c:v>-0.38819500000000001</c:v>
                </c:pt>
                <c:pt idx="367">
                  <c:v>-0.38789000000000001</c:v>
                </c:pt>
                <c:pt idx="368">
                  <c:v>-0.38758399999999998</c:v>
                </c:pt>
                <c:pt idx="369">
                  <c:v>-0.38727899999999998</c:v>
                </c:pt>
                <c:pt idx="370">
                  <c:v>-0.38697300000000001</c:v>
                </c:pt>
                <c:pt idx="371">
                  <c:v>-0.38666800000000001</c:v>
                </c:pt>
                <c:pt idx="372">
                  <c:v>-0.38636300000000001</c:v>
                </c:pt>
                <c:pt idx="373">
                  <c:v>-0.38605699999999998</c:v>
                </c:pt>
                <c:pt idx="374">
                  <c:v>-0.38575199999999998</c:v>
                </c:pt>
                <c:pt idx="375">
                  <c:v>-0.38544600000000001</c:v>
                </c:pt>
                <c:pt idx="376">
                  <c:v>-0.38514100000000001</c:v>
                </c:pt>
                <c:pt idx="377">
                  <c:v>-0.38483600000000001</c:v>
                </c:pt>
                <c:pt idx="378">
                  <c:v>-0.38452999999999998</c:v>
                </c:pt>
                <c:pt idx="379">
                  <c:v>-0.38422499999999998</c:v>
                </c:pt>
                <c:pt idx="380">
                  <c:v>-0.38391900000000001</c:v>
                </c:pt>
                <c:pt idx="381">
                  <c:v>-0.38361400000000001</c:v>
                </c:pt>
                <c:pt idx="382">
                  <c:v>-0.38330900000000001</c:v>
                </c:pt>
                <c:pt idx="383">
                  <c:v>-0.38300299999999998</c:v>
                </c:pt>
                <c:pt idx="384">
                  <c:v>-0.38269799999999998</c:v>
                </c:pt>
                <c:pt idx="385">
                  <c:v>-0.38239200000000001</c:v>
                </c:pt>
                <c:pt idx="386">
                  <c:v>-0.38208700000000001</c:v>
                </c:pt>
                <c:pt idx="387">
                  <c:v>-0.38178200000000001</c:v>
                </c:pt>
                <c:pt idx="388">
                  <c:v>-0.38147599999999998</c:v>
                </c:pt>
                <c:pt idx="389">
                  <c:v>-0.38117099999999998</c:v>
                </c:pt>
                <c:pt idx="390">
                  <c:v>-0.38086500000000001</c:v>
                </c:pt>
                <c:pt idx="391">
                  <c:v>-0.38056000000000001</c:v>
                </c:pt>
                <c:pt idx="392">
                  <c:v>-0.38025500000000001</c:v>
                </c:pt>
                <c:pt idx="393">
                  <c:v>-0.37994899999999998</c:v>
                </c:pt>
                <c:pt idx="394">
                  <c:v>-0.37964399999999998</c:v>
                </c:pt>
                <c:pt idx="395">
                  <c:v>-0.37933800000000001</c:v>
                </c:pt>
                <c:pt idx="396">
                  <c:v>-0.37903300000000001</c:v>
                </c:pt>
                <c:pt idx="397">
                  <c:v>-0.37872800000000001</c:v>
                </c:pt>
                <c:pt idx="398">
                  <c:v>-0.37842199999999998</c:v>
                </c:pt>
                <c:pt idx="399">
                  <c:v>-0.37811699999999998</c:v>
                </c:pt>
                <c:pt idx="400">
                  <c:v>-0.37781100000000001</c:v>
                </c:pt>
                <c:pt idx="401">
                  <c:v>-0.37750600000000001</c:v>
                </c:pt>
                <c:pt idx="402">
                  <c:v>-0.37720100000000001</c:v>
                </c:pt>
                <c:pt idx="403">
                  <c:v>-0.37689499999999998</c:v>
                </c:pt>
                <c:pt idx="404">
                  <c:v>-0.37658999999999998</c:v>
                </c:pt>
                <c:pt idx="405">
                  <c:v>-0.37628400000000001</c:v>
                </c:pt>
                <c:pt idx="406">
                  <c:v>-0.37597900000000001</c:v>
                </c:pt>
                <c:pt idx="407">
                  <c:v>-0.37567400000000001</c:v>
                </c:pt>
                <c:pt idx="408">
                  <c:v>-0.37536799999999998</c:v>
                </c:pt>
                <c:pt idx="409">
                  <c:v>-0.37506299999999998</c:v>
                </c:pt>
                <c:pt idx="410">
                  <c:v>-0.37475700000000001</c:v>
                </c:pt>
                <c:pt idx="411">
                  <c:v>-0.37445200000000001</c:v>
                </c:pt>
                <c:pt idx="412">
                  <c:v>-0.37414700000000001</c:v>
                </c:pt>
                <c:pt idx="413">
                  <c:v>-0.37384099999999998</c:v>
                </c:pt>
                <c:pt idx="414">
                  <c:v>-0.37353599999999998</c:v>
                </c:pt>
                <c:pt idx="415">
                  <c:v>-0.37323000000000001</c:v>
                </c:pt>
                <c:pt idx="416">
                  <c:v>-0.37292500000000001</c:v>
                </c:pt>
                <c:pt idx="417">
                  <c:v>-0.37262000000000001</c:v>
                </c:pt>
                <c:pt idx="418">
                  <c:v>-0.37231399999999998</c:v>
                </c:pt>
                <c:pt idx="419">
                  <c:v>-0.37200899999999998</c:v>
                </c:pt>
                <c:pt idx="420">
                  <c:v>-0.37170399999999998</c:v>
                </c:pt>
                <c:pt idx="421">
                  <c:v>-0.37139800000000001</c:v>
                </c:pt>
                <c:pt idx="422">
                  <c:v>-0.37109300000000001</c:v>
                </c:pt>
                <c:pt idx="423">
                  <c:v>-0.37078699999999998</c:v>
                </c:pt>
                <c:pt idx="424">
                  <c:v>-0.37048199999999998</c:v>
                </c:pt>
                <c:pt idx="425">
                  <c:v>-0.37017699999999998</c:v>
                </c:pt>
                <c:pt idx="426">
                  <c:v>-0.36987100000000001</c:v>
                </c:pt>
                <c:pt idx="427">
                  <c:v>-0.36956600000000001</c:v>
                </c:pt>
                <c:pt idx="428">
                  <c:v>-0.36925999999999998</c:v>
                </c:pt>
                <c:pt idx="429">
                  <c:v>-0.36895499999999998</c:v>
                </c:pt>
                <c:pt idx="430">
                  <c:v>-0.36864999999999998</c:v>
                </c:pt>
                <c:pt idx="431">
                  <c:v>-0.368344</c:v>
                </c:pt>
                <c:pt idx="432">
                  <c:v>-0.36803900000000001</c:v>
                </c:pt>
                <c:pt idx="433">
                  <c:v>-0.36773299999999998</c:v>
                </c:pt>
                <c:pt idx="434">
                  <c:v>-0.36742799999999998</c:v>
                </c:pt>
                <c:pt idx="435">
                  <c:v>-0.36712299999999998</c:v>
                </c:pt>
                <c:pt idx="436">
                  <c:v>-0.366817</c:v>
                </c:pt>
                <c:pt idx="437">
                  <c:v>-0.366512</c:v>
                </c:pt>
                <c:pt idx="438">
                  <c:v>-0.36620599999999998</c:v>
                </c:pt>
                <c:pt idx="439">
                  <c:v>-0.36590099999999998</c:v>
                </c:pt>
                <c:pt idx="440">
                  <c:v>-0.36559599999999998</c:v>
                </c:pt>
                <c:pt idx="441">
                  <c:v>-0.36529</c:v>
                </c:pt>
                <c:pt idx="442">
                  <c:v>-0.364985</c:v>
                </c:pt>
                <c:pt idx="443">
                  <c:v>-0.36467899999999998</c:v>
                </c:pt>
                <c:pt idx="444">
                  <c:v>-0.36437399999999998</c:v>
                </c:pt>
                <c:pt idx="445">
                  <c:v>-0.36406899999999998</c:v>
                </c:pt>
                <c:pt idx="446">
                  <c:v>-0.363763</c:v>
                </c:pt>
                <c:pt idx="447">
                  <c:v>-0.363458</c:v>
                </c:pt>
                <c:pt idx="448">
                  <c:v>-0.36315199999999997</c:v>
                </c:pt>
                <c:pt idx="449">
                  <c:v>-0.36284699999999998</c:v>
                </c:pt>
                <c:pt idx="450">
                  <c:v>-0.36254199999999998</c:v>
                </c:pt>
                <c:pt idx="451">
                  <c:v>-0.362236</c:v>
                </c:pt>
                <c:pt idx="452">
                  <c:v>-0.361931</c:v>
                </c:pt>
                <c:pt idx="453">
                  <c:v>-0.36162499999999997</c:v>
                </c:pt>
                <c:pt idx="454">
                  <c:v>-0.36131999999999997</c:v>
                </c:pt>
                <c:pt idx="455">
                  <c:v>-0.36101499999999997</c:v>
                </c:pt>
                <c:pt idx="456">
                  <c:v>-0.360709</c:v>
                </c:pt>
                <c:pt idx="457">
                  <c:v>-0.360404</c:v>
                </c:pt>
                <c:pt idx="458">
                  <c:v>-0.36009799999999997</c:v>
                </c:pt>
                <c:pt idx="459">
                  <c:v>-0.35979299999999997</c:v>
                </c:pt>
                <c:pt idx="460">
                  <c:v>-0.35948799999999997</c:v>
                </c:pt>
                <c:pt idx="461">
                  <c:v>-0.359182</c:v>
                </c:pt>
                <c:pt idx="462">
                  <c:v>-0.358877</c:v>
                </c:pt>
                <c:pt idx="463">
                  <c:v>-0.35857099999999997</c:v>
                </c:pt>
                <c:pt idx="464">
                  <c:v>-0.35826599999999997</c:v>
                </c:pt>
                <c:pt idx="465">
                  <c:v>-0.35796099999999997</c:v>
                </c:pt>
                <c:pt idx="466">
                  <c:v>-0.357655</c:v>
                </c:pt>
                <c:pt idx="467">
                  <c:v>-0.35735</c:v>
                </c:pt>
                <c:pt idx="468">
                  <c:v>-0.35704399999999997</c:v>
                </c:pt>
                <c:pt idx="469">
                  <c:v>-0.35673899999999997</c:v>
                </c:pt>
                <c:pt idx="470">
                  <c:v>-0.35643399999999997</c:v>
                </c:pt>
                <c:pt idx="471">
                  <c:v>-0.356128</c:v>
                </c:pt>
                <c:pt idx="472">
                  <c:v>-0.355823</c:v>
                </c:pt>
                <c:pt idx="473">
                  <c:v>-0.35551700000000003</c:v>
                </c:pt>
                <c:pt idx="474">
                  <c:v>-0.35521200000000003</c:v>
                </c:pt>
                <c:pt idx="475">
                  <c:v>-0.35490699999999997</c:v>
                </c:pt>
                <c:pt idx="476">
                  <c:v>-0.354601</c:v>
                </c:pt>
                <c:pt idx="477">
                  <c:v>-0.354296</c:v>
                </c:pt>
                <c:pt idx="478">
                  <c:v>-0.35399000000000003</c:v>
                </c:pt>
                <c:pt idx="479">
                  <c:v>-0.35368500000000003</c:v>
                </c:pt>
                <c:pt idx="480">
                  <c:v>-0.35338000000000003</c:v>
                </c:pt>
                <c:pt idx="481">
                  <c:v>-0.353074</c:v>
                </c:pt>
                <c:pt idx="482">
                  <c:v>-0.352769</c:v>
                </c:pt>
                <c:pt idx="483">
                  <c:v>-0.35246300000000003</c:v>
                </c:pt>
                <c:pt idx="484">
                  <c:v>-0.35215800000000003</c:v>
                </c:pt>
                <c:pt idx="485">
                  <c:v>-0.35185300000000003</c:v>
                </c:pt>
                <c:pt idx="486">
                  <c:v>-0.351547</c:v>
                </c:pt>
                <c:pt idx="487">
                  <c:v>-0.351242</c:v>
                </c:pt>
                <c:pt idx="488">
                  <c:v>-0.35093600000000003</c:v>
                </c:pt>
                <c:pt idx="489">
                  <c:v>-0.35063100000000003</c:v>
                </c:pt>
                <c:pt idx="490">
                  <c:v>-0.35032600000000003</c:v>
                </c:pt>
                <c:pt idx="491">
                  <c:v>-0.35002</c:v>
                </c:pt>
                <c:pt idx="492">
                  <c:v>-0.349715</c:v>
                </c:pt>
                <c:pt idx="493">
                  <c:v>-0.34940900000000003</c:v>
                </c:pt>
                <c:pt idx="494">
                  <c:v>-0.34910400000000003</c:v>
                </c:pt>
                <c:pt idx="495">
                  <c:v>-0.34879900000000003</c:v>
                </c:pt>
                <c:pt idx="496">
                  <c:v>-0.348493</c:v>
                </c:pt>
                <c:pt idx="497">
                  <c:v>-0.348188</c:v>
                </c:pt>
                <c:pt idx="498">
                  <c:v>-0.34788200000000002</c:v>
                </c:pt>
                <c:pt idx="499">
                  <c:v>-0.34757700000000002</c:v>
                </c:pt>
                <c:pt idx="500">
                  <c:v>-0.34727200000000003</c:v>
                </c:pt>
                <c:pt idx="501">
                  <c:v>-0.346966</c:v>
                </c:pt>
                <c:pt idx="502">
                  <c:v>-0.346661</c:v>
                </c:pt>
                <c:pt idx="503">
                  <c:v>-0.34635500000000002</c:v>
                </c:pt>
                <c:pt idx="504">
                  <c:v>-0.34605000000000002</c:v>
                </c:pt>
                <c:pt idx="505">
                  <c:v>-0.34574500000000002</c:v>
                </c:pt>
                <c:pt idx="506">
                  <c:v>-0.345439</c:v>
                </c:pt>
                <c:pt idx="507">
                  <c:v>-0.345134</c:v>
                </c:pt>
                <c:pt idx="508">
                  <c:v>-0.344829</c:v>
                </c:pt>
                <c:pt idx="509">
                  <c:v>-0.34452300000000002</c:v>
                </c:pt>
                <c:pt idx="510">
                  <c:v>-0.34421800000000002</c:v>
                </c:pt>
                <c:pt idx="511">
                  <c:v>-0.343912</c:v>
                </c:pt>
                <c:pt idx="512">
                  <c:v>-0.343607</c:v>
                </c:pt>
                <c:pt idx="513">
                  <c:v>-0.343302</c:v>
                </c:pt>
                <c:pt idx="514">
                  <c:v>-0.34299600000000002</c:v>
                </c:pt>
                <c:pt idx="515">
                  <c:v>-0.34269100000000002</c:v>
                </c:pt>
                <c:pt idx="516">
                  <c:v>-0.34238499999999999</c:v>
                </c:pt>
                <c:pt idx="517">
                  <c:v>-0.34208</c:v>
                </c:pt>
                <c:pt idx="518">
                  <c:v>-0.341775</c:v>
                </c:pt>
                <c:pt idx="519">
                  <c:v>-0.34146900000000002</c:v>
                </c:pt>
                <c:pt idx="520">
                  <c:v>-0.34116400000000002</c:v>
                </c:pt>
                <c:pt idx="521">
                  <c:v>-0.34085799999999999</c:v>
                </c:pt>
                <c:pt idx="522">
                  <c:v>-0.34055299999999999</c:v>
                </c:pt>
                <c:pt idx="523">
                  <c:v>-0.34024799999999999</c:v>
                </c:pt>
                <c:pt idx="524">
                  <c:v>-0.33994200000000002</c:v>
                </c:pt>
                <c:pt idx="525">
                  <c:v>-0.33963700000000002</c:v>
                </c:pt>
                <c:pt idx="526">
                  <c:v>-0.33933099999999999</c:v>
                </c:pt>
                <c:pt idx="527">
                  <c:v>-0.33902599999999999</c:v>
                </c:pt>
                <c:pt idx="528">
                  <c:v>-0.33872099999999999</c:v>
                </c:pt>
                <c:pt idx="529">
                  <c:v>-0.33841500000000002</c:v>
                </c:pt>
                <c:pt idx="530">
                  <c:v>-0.33811000000000002</c:v>
                </c:pt>
                <c:pt idx="531">
                  <c:v>-0.33780399999999999</c:v>
                </c:pt>
                <c:pt idx="532">
                  <c:v>-0.33749899999999999</c:v>
                </c:pt>
                <c:pt idx="533">
                  <c:v>-0.33719399999999999</c:v>
                </c:pt>
                <c:pt idx="534">
                  <c:v>-0.33688800000000002</c:v>
                </c:pt>
                <c:pt idx="535">
                  <c:v>-0.33658300000000002</c:v>
                </c:pt>
                <c:pt idx="536">
                  <c:v>-0.33627699999999999</c:v>
                </c:pt>
                <c:pt idx="537">
                  <c:v>-0.33597199999999999</c:v>
                </c:pt>
                <c:pt idx="538">
                  <c:v>-0.33566699999999999</c:v>
                </c:pt>
                <c:pt idx="539">
                  <c:v>-0.33536100000000002</c:v>
                </c:pt>
                <c:pt idx="540">
                  <c:v>-0.33505600000000002</c:v>
                </c:pt>
                <c:pt idx="541">
                  <c:v>-0.33474999999999999</c:v>
                </c:pt>
                <c:pt idx="542">
                  <c:v>-0.33444499999999999</c:v>
                </c:pt>
                <c:pt idx="543">
                  <c:v>-0.33413999999999999</c:v>
                </c:pt>
                <c:pt idx="544">
                  <c:v>-0.33383400000000002</c:v>
                </c:pt>
                <c:pt idx="545">
                  <c:v>-0.33352900000000002</c:v>
                </c:pt>
                <c:pt idx="546">
                  <c:v>-0.33322299999999999</c:v>
                </c:pt>
                <c:pt idx="547">
                  <c:v>-0.33291799999999999</c:v>
                </c:pt>
                <c:pt idx="548">
                  <c:v>-0.33261299999999999</c:v>
                </c:pt>
                <c:pt idx="549">
                  <c:v>-0.33230700000000002</c:v>
                </c:pt>
                <c:pt idx="550">
                  <c:v>-0.33200200000000002</c:v>
                </c:pt>
                <c:pt idx="551">
                  <c:v>-0.33169599999999999</c:v>
                </c:pt>
                <c:pt idx="552">
                  <c:v>-0.33139099999999999</c:v>
                </c:pt>
                <c:pt idx="553">
                  <c:v>-0.33108599999999999</c:v>
                </c:pt>
                <c:pt idx="554">
                  <c:v>-0.33078000000000002</c:v>
                </c:pt>
                <c:pt idx="555">
                  <c:v>-0.33047500000000002</c:v>
                </c:pt>
                <c:pt idx="556">
                  <c:v>-0.33016899999999999</c:v>
                </c:pt>
                <c:pt idx="557">
                  <c:v>-0.32986399999999999</c:v>
                </c:pt>
                <c:pt idx="558">
                  <c:v>-0.32955899999999999</c:v>
                </c:pt>
                <c:pt idx="559">
                  <c:v>-0.32925300000000002</c:v>
                </c:pt>
                <c:pt idx="560">
                  <c:v>-0.32894800000000002</c:v>
                </c:pt>
                <c:pt idx="561">
                  <c:v>-0.32864199999999999</c:v>
                </c:pt>
                <c:pt idx="562">
                  <c:v>-0.32833699999999999</c:v>
                </c:pt>
                <c:pt idx="563">
                  <c:v>-0.32803199999999999</c:v>
                </c:pt>
                <c:pt idx="564">
                  <c:v>-0.32772600000000002</c:v>
                </c:pt>
                <c:pt idx="565">
                  <c:v>-0.32742100000000002</c:v>
                </c:pt>
                <c:pt idx="566">
                  <c:v>-0.32711499999999999</c:v>
                </c:pt>
                <c:pt idx="567">
                  <c:v>-0.32680999999999999</c:v>
                </c:pt>
                <c:pt idx="568">
                  <c:v>-0.32650499999999999</c:v>
                </c:pt>
                <c:pt idx="569">
                  <c:v>-0.32619900000000002</c:v>
                </c:pt>
                <c:pt idx="570">
                  <c:v>-0.32589400000000002</c:v>
                </c:pt>
                <c:pt idx="571">
                  <c:v>-0.32558799999999999</c:v>
                </c:pt>
                <c:pt idx="572">
                  <c:v>-0.32528299999999999</c:v>
                </c:pt>
                <c:pt idx="573">
                  <c:v>-0.32497799999999999</c:v>
                </c:pt>
                <c:pt idx="574">
                  <c:v>-0.32467200000000002</c:v>
                </c:pt>
                <c:pt idx="575">
                  <c:v>-0.32436700000000002</c:v>
                </c:pt>
                <c:pt idx="576">
                  <c:v>-0.32406099999999999</c:v>
                </c:pt>
                <c:pt idx="577">
                  <c:v>-0.32375599999999999</c:v>
                </c:pt>
                <c:pt idx="578">
                  <c:v>-0.32345099999999999</c:v>
                </c:pt>
                <c:pt idx="579">
                  <c:v>-0.32314500000000002</c:v>
                </c:pt>
                <c:pt idx="580">
                  <c:v>-0.32284000000000002</c:v>
                </c:pt>
                <c:pt idx="581">
                  <c:v>-0.32253399999999999</c:v>
                </c:pt>
                <c:pt idx="582">
                  <c:v>-0.32222899999999999</c:v>
                </c:pt>
                <c:pt idx="583">
                  <c:v>-0.32192399999999999</c:v>
                </c:pt>
                <c:pt idx="584">
                  <c:v>-0.32161800000000001</c:v>
                </c:pt>
                <c:pt idx="585">
                  <c:v>-0.32131300000000002</c:v>
                </c:pt>
                <c:pt idx="586">
                  <c:v>-0.32100699999999999</c:v>
                </c:pt>
                <c:pt idx="587">
                  <c:v>-0.32070199999999999</c:v>
                </c:pt>
                <c:pt idx="588">
                  <c:v>-0.32039699999999999</c:v>
                </c:pt>
                <c:pt idx="589">
                  <c:v>-0.32009100000000001</c:v>
                </c:pt>
                <c:pt idx="590">
                  <c:v>-0.31978600000000001</c:v>
                </c:pt>
                <c:pt idx="591">
                  <c:v>-0.31948100000000001</c:v>
                </c:pt>
                <c:pt idx="592">
                  <c:v>-0.31917499999999999</c:v>
                </c:pt>
                <c:pt idx="593">
                  <c:v>-0.31886999999999999</c:v>
                </c:pt>
                <c:pt idx="594">
                  <c:v>-0.31856400000000001</c:v>
                </c:pt>
                <c:pt idx="595">
                  <c:v>-0.31825900000000001</c:v>
                </c:pt>
                <c:pt idx="596">
                  <c:v>-0.31795400000000001</c:v>
                </c:pt>
                <c:pt idx="597">
                  <c:v>-0.31764799999999999</c:v>
                </c:pt>
                <c:pt idx="598">
                  <c:v>-0.31734299999999999</c:v>
                </c:pt>
                <c:pt idx="599">
                  <c:v>-0.31703700000000001</c:v>
                </c:pt>
                <c:pt idx="600">
                  <c:v>-0.31673200000000001</c:v>
                </c:pt>
                <c:pt idx="601">
                  <c:v>-0.31642700000000001</c:v>
                </c:pt>
                <c:pt idx="602">
                  <c:v>-0.31612099999999999</c:v>
                </c:pt>
                <c:pt idx="603">
                  <c:v>-0.31581599999999999</c:v>
                </c:pt>
                <c:pt idx="604">
                  <c:v>-0.31551000000000001</c:v>
                </c:pt>
                <c:pt idx="605">
                  <c:v>-0.31520500000000001</c:v>
                </c:pt>
                <c:pt idx="606">
                  <c:v>-0.31490000000000001</c:v>
                </c:pt>
                <c:pt idx="607">
                  <c:v>-0.31459399999999998</c:v>
                </c:pt>
                <c:pt idx="608">
                  <c:v>-0.31428899999999999</c:v>
                </c:pt>
                <c:pt idx="609">
                  <c:v>-0.31398300000000001</c:v>
                </c:pt>
                <c:pt idx="610">
                  <c:v>-0.31367800000000001</c:v>
                </c:pt>
                <c:pt idx="611">
                  <c:v>-0.31337300000000001</c:v>
                </c:pt>
                <c:pt idx="612">
                  <c:v>-0.31306699999999998</c:v>
                </c:pt>
                <c:pt idx="613">
                  <c:v>-0.31276199999999998</c:v>
                </c:pt>
                <c:pt idx="614">
                  <c:v>-0.31245600000000001</c:v>
                </c:pt>
                <c:pt idx="615">
                  <c:v>-0.31215100000000001</c:v>
                </c:pt>
                <c:pt idx="616">
                  <c:v>-0.31184600000000001</c:v>
                </c:pt>
                <c:pt idx="617">
                  <c:v>-0.31153999999999998</c:v>
                </c:pt>
                <c:pt idx="618">
                  <c:v>-0.31123499999999998</c:v>
                </c:pt>
                <c:pt idx="619">
                  <c:v>-0.31092900000000001</c:v>
                </c:pt>
                <c:pt idx="620">
                  <c:v>-0.31062400000000001</c:v>
                </c:pt>
                <c:pt idx="621">
                  <c:v>-0.31031900000000001</c:v>
                </c:pt>
                <c:pt idx="622">
                  <c:v>-0.31001299999999998</c:v>
                </c:pt>
                <c:pt idx="623">
                  <c:v>-0.30970799999999998</c:v>
                </c:pt>
                <c:pt idx="624">
                  <c:v>-0.30940200000000001</c:v>
                </c:pt>
                <c:pt idx="625">
                  <c:v>-0.30909700000000001</c:v>
                </c:pt>
                <c:pt idx="626">
                  <c:v>-0.30879200000000001</c:v>
                </c:pt>
                <c:pt idx="627">
                  <c:v>-0.30848599999999998</c:v>
                </c:pt>
                <c:pt idx="628">
                  <c:v>-0.30818099999999998</c:v>
                </c:pt>
                <c:pt idx="629">
                  <c:v>-0.30787500000000001</c:v>
                </c:pt>
                <c:pt idx="630">
                  <c:v>-0.30757000000000001</c:v>
                </c:pt>
                <c:pt idx="631">
                  <c:v>-0.30726500000000001</c:v>
                </c:pt>
                <c:pt idx="632">
                  <c:v>-0.30695899999999998</c:v>
                </c:pt>
                <c:pt idx="633">
                  <c:v>-0.30665399999999998</c:v>
                </c:pt>
                <c:pt idx="634">
                  <c:v>-0.30634800000000001</c:v>
                </c:pt>
                <c:pt idx="635">
                  <c:v>-0.30604300000000001</c:v>
                </c:pt>
                <c:pt idx="636">
                  <c:v>-0.30573800000000001</c:v>
                </c:pt>
                <c:pt idx="637">
                  <c:v>-0.30543199999999998</c:v>
                </c:pt>
                <c:pt idx="638">
                  <c:v>-0.30512699999999998</c:v>
                </c:pt>
                <c:pt idx="639">
                  <c:v>-0.30482100000000001</c:v>
                </c:pt>
                <c:pt idx="640">
                  <c:v>-0.30451600000000001</c:v>
                </c:pt>
                <c:pt idx="641">
                  <c:v>-0.30421100000000001</c:v>
                </c:pt>
                <c:pt idx="642">
                  <c:v>-0.30390499999999998</c:v>
                </c:pt>
                <c:pt idx="643">
                  <c:v>-0.30359999999999998</c:v>
                </c:pt>
                <c:pt idx="644">
                  <c:v>-0.30329400000000001</c:v>
                </c:pt>
                <c:pt idx="645">
                  <c:v>-0.30298900000000001</c:v>
                </c:pt>
                <c:pt idx="646">
                  <c:v>-0.30268400000000001</c:v>
                </c:pt>
                <c:pt idx="647">
                  <c:v>-0.30237799999999998</c:v>
                </c:pt>
                <c:pt idx="648">
                  <c:v>-0.30207299999999998</c:v>
                </c:pt>
                <c:pt idx="649">
                  <c:v>-0.30176700000000001</c:v>
                </c:pt>
                <c:pt idx="650">
                  <c:v>-0.30146200000000001</c:v>
                </c:pt>
                <c:pt idx="651">
                  <c:v>-0.30115700000000001</c:v>
                </c:pt>
                <c:pt idx="652">
                  <c:v>-0.30085099999999998</c:v>
                </c:pt>
                <c:pt idx="653">
                  <c:v>-0.30054599999999998</c:v>
                </c:pt>
                <c:pt idx="654">
                  <c:v>-0.30024000000000001</c:v>
                </c:pt>
                <c:pt idx="655">
                  <c:v>-0.29993500000000001</c:v>
                </c:pt>
                <c:pt idx="656">
                  <c:v>-0.29963000000000001</c:v>
                </c:pt>
                <c:pt idx="657">
                  <c:v>-0.29932399999999998</c:v>
                </c:pt>
                <c:pt idx="658">
                  <c:v>-0.29901899999999998</c:v>
                </c:pt>
                <c:pt idx="659">
                  <c:v>-0.29871300000000001</c:v>
                </c:pt>
                <c:pt idx="660">
                  <c:v>-0.29840800000000001</c:v>
                </c:pt>
                <c:pt idx="661">
                  <c:v>-0.29810300000000001</c:v>
                </c:pt>
                <c:pt idx="662">
                  <c:v>-0.29779699999999998</c:v>
                </c:pt>
                <c:pt idx="663">
                  <c:v>-0.29749199999999998</c:v>
                </c:pt>
                <c:pt idx="664">
                  <c:v>-0.29718600000000001</c:v>
                </c:pt>
                <c:pt idx="665">
                  <c:v>-0.29688100000000001</c:v>
                </c:pt>
                <c:pt idx="666">
                  <c:v>-0.29657600000000001</c:v>
                </c:pt>
                <c:pt idx="667">
                  <c:v>-0.29626999999999998</c:v>
                </c:pt>
                <c:pt idx="668">
                  <c:v>-0.29596499999999998</c:v>
                </c:pt>
                <c:pt idx="669">
                  <c:v>-0.29565900000000001</c:v>
                </c:pt>
                <c:pt idx="670">
                  <c:v>-0.29535400000000001</c:v>
                </c:pt>
                <c:pt idx="671">
                  <c:v>-0.29504900000000001</c:v>
                </c:pt>
                <c:pt idx="672">
                  <c:v>-0.29474299999999998</c:v>
                </c:pt>
                <c:pt idx="673">
                  <c:v>-0.29443799999999998</c:v>
                </c:pt>
                <c:pt idx="674">
                  <c:v>-0.29413299999999998</c:v>
                </c:pt>
                <c:pt idx="675">
                  <c:v>-0.293827</c:v>
                </c:pt>
                <c:pt idx="676">
                  <c:v>-0.29352200000000001</c:v>
                </c:pt>
                <c:pt idx="677">
                  <c:v>-0.29321599999999998</c:v>
                </c:pt>
                <c:pt idx="678">
                  <c:v>-0.29291099999999998</c:v>
                </c:pt>
                <c:pt idx="679">
                  <c:v>-0.29260599999999998</c:v>
                </c:pt>
                <c:pt idx="680">
                  <c:v>-0.2923</c:v>
                </c:pt>
                <c:pt idx="681">
                  <c:v>-0.291995</c:v>
                </c:pt>
                <c:pt idx="682">
                  <c:v>-0.29168899999999998</c:v>
                </c:pt>
                <c:pt idx="683">
                  <c:v>-0.29138399999999998</c:v>
                </c:pt>
                <c:pt idx="684">
                  <c:v>-0.29107899999999998</c:v>
                </c:pt>
                <c:pt idx="685">
                  <c:v>-0.290773</c:v>
                </c:pt>
                <c:pt idx="686">
                  <c:v>-0.290468</c:v>
                </c:pt>
                <c:pt idx="687">
                  <c:v>-0.29016199999999998</c:v>
                </c:pt>
                <c:pt idx="688">
                  <c:v>-0.28985699999999998</c:v>
                </c:pt>
                <c:pt idx="689">
                  <c:v>-0.28955199999999998</c:v>
                </c:pt>
                <c:pt idx="690">
                  <c:v>-0.289246</c:v>
                </c:pt>
                <c:pt idx="691">
                  <c:v>-0.288941</c:v>
                </c:pt>
                <c:pt idx="692">
                  <c:v>-0.28863499999999997</c:v>
                </c:pt>
                <c:pt idx="693">
                  <c:v>-0.28832999999999998</c:v>
                </c:pt>
                <c:pt idx="694">
                  <c:v>-0.28802499999999998</c:v>
                </c:pt>
                <c:pt idx="695">
                  <c:v>-0.287719</c:v>
                </c:pt>
                <c:pt idx="696">
                  <c:v>-0.287414</c:v>
                </c:pt>
                <c:pt idx="697">
                  <c:v>-0.28710799999999997</c:v>
                </c:pt>
                <c:pt idx="698">
                  <c:v>-0.28680299999999997</c:v>
                </c:pt>
                <c:pt idx="699">
                  <c:v>-0.28649799999999997</c:v>
                </c:pt>
                <c:pt idx="700">
                  <c:v>-0.286192</c:v>
                </c:pt>
                <c:pt idx="701">
                  <c:v>-0.285887</c:v>
                </c:pt>
                <c:pt idx="702">
                  <c:v>-0.28558099999999997</c:v>
                </c:pt>
                <c:pt idx="703">
                  <c:v>-0.28527599999999997</c:v>
                </c:pt>
                <c:pt idx="704">
                  <c:v>-0.28497099999999997</c:v>
                </c:pt>
                <c:pt idx="705">
                  <c:v>-0.284665</c:v>
                </c:pt>
                <c:pt idx="706">
                  <c:v>-0.28436</c:v>
                </c:pt>
                <c:pt idx="707">
                  <c:v>-0.28405399999999997</c:v>
                </c:pt>
                <c:pt idx="708">
                  <c:v>-0.28374899999999997</c:v>
                </c:pt>
                <c:pt idx="709">
                  <c:v>-0.28344399999999997</c:v>
                </c:pt>
                <c:pt idx="710">
                  <c:v>-0.283138</c:v>
                </c:pt>
                <c:pt idx="711">
                  <c:v>-0.282833</c:v>
                </c:pt>
                <c:pt idx="712">
                  <c:v>-0.28252699999999997</c:v>
                </c:pt>
                <c:pt idx="713">
                  <c:v>-0.28222199999999997</c:v>
                </c:pt>
                <c:pt idx="714">
                  <c:v>-0.28191699999999997</c:v>
                </c:pt>
                <c:pt idx="715">
                  <c:v>-0.281611</c:v>
                </c:pt>
                <c:pt idx="716">
                  <c:v>-0.281306</c:v>
                </c:pt>
                <c:pt idx="717">
                  <c:v>-0.28100000000000003</c:v>
                </c:pt>
                <c:pt idx="718">
                  <c:v>-0.28069499999999997</c:v>
                </c:pt>
                <c:pt idx="719">
                  <c:v>-0.28038999999999997</c:v>
                </c:pt>
                <c:pt idx="720">
                  <c:v>-0.280084</c:v>
                </c:pt>
                <c:pt idx="721">
                  <c:v>-0.279779</c:v>
                </c:pt>
                <c:pt idx="722">
                  <c:v>-0.27947300000000003</c:v>
                </c:pt>
                <c:pt idx="723">
                  <c:v>-0.27916800000000003</c:v>
                </c:pt>
                <c:pt idx="724">
                  <c:v>-0.27886300000000003</c:v>
                </c:pt>
                <c:pt idx="725">
                  <c:v>-0.278557</c:v>
                </c:pt>
                <c:pt idx="726">
                  <c:v>-0.278252</c:v>
                </c:pt>
                <c:pt idx="727">
                  <c:v>-0.27794600000000003</c:v>
                </c:pt>
                <c:pt idx="728">
                  <c:v>-0.27764100000000003</c:v>
                </c:pt>
                <c:pt idx="729">
                  <c:v>-0.27733600000000003</c:v>
                </c:pt>
                <c:pt idx="730">
                  <c:v>-0.27703</c:v>
                </c:pt>
                <c:pt idx="731">
                  <c:v>-0.276725</c:v>
                </c:pt>
                <c:pt idx="732">
                  <c:v>-0.27641900000000003</c:v>
                </c:pt>
                <c:pt idx="733">
                  <c:v>-0.27611400000000003</c:v>
                </c:pt>
                <c:pt idx="734">
                  <c:v>-0.27580900000000003</c:v>
                </c:pt>
                <c:pt idx="735">
                  <c:v>-0.275503</c:v>
                </c:pt>
                <c:pt idx="736">
                  <c:v>-0.275198</c:v>
                </c:pt>
                <c:pt idx="737">
                  <c:v>-0.27489200000000003</c:v>
                </c:pt>
                <c:pt idx="738">
                  <c:v>-0.27458700000000003</c:v>
                </c:pt>
                <c:pt idx="739">
                  <c:v>-0.27428200000000003</c:v>
                </c:pt>
                <c:pt idx="740">
                  <c:v>-0.273976</c:v>
                </c:pt>
                <c:pt idx="741">
                  <c:v>-0.273671</c:v>
                </c:pt>
                <c:pt idx="742">
                  <c:v>-0.27336500000000002</c:v>
                </c:pt>
                <c:pt idx="743">
                  <c:v>-0.27306000000000002</c:v>
                </c:pt>
                <c:pt idx="744">
                  <c:v>-0.27275500000000003</c:v>
                </c:pt>
                <c:pt idx="745">
                  <c:v>-0.272449</c:v>
                </c:pt>
                <c:pt idx="746">
                  <c:v>-0.272144</c:v>
                </c:pt>
                <c:pt idx="747">
                  <c:v>-0.27183800000000002</c:v>
                </c:pt>
                <c:pt idx="748">
                  <c:v>-0.27153300000000002</c:v>
                </c:pt>
                <c:pt idx="749">
                  <c:v>-0.27122800000000002</c:v>
                </c:pt>
                <c:pt idx="750">
                  <c:v>-0.270922</c:v>
                </c:pt>
                <c:pt idx="751">
                  <c:v>-0.270617</c:v>
                </c:pt>
                <c:pt idx="752">
                  <c:v>-0.27031100000000002</c:v>
                </c:pt>
                <c:pt idx="753">
                  <c:v>-0.27000600000000002</c:v>
                </c:pt>
                <c:pt idx="754">
                  <c:v>-0.26970100000000002</c:v>
                </c:pt>
                <c:pt idx="755">
                  <c:v>-0.269395</c:v>
                </c:pt>
                <c:pt idx="756">
                  <c:v>-0.26909</c:v>
                </c:pt>
                <c:pt idx="757">
                  <c:v>-0.268785</c:v>
                </c:pt>
                <c:pt idx="758">
                  <c:v>-0.26847900000000002</c:v>
                </c:pt>
                <c:pt idx="759">
                  <c:v>-0.26817400000000002</c:v>
                </c:pt>
                <c:pt idx="760">
                  <c:v>-0.26786799999999999</c:v>
                </c:pt>
                <c:pt idx="761">
                  <c:v>-0.267563</c:v>
                </c:pt>
                <c:pt idx="762">
                  <c:v>-0.267258</c:v>
                </c:pt>
                <c:pt idx="763">
                  <c:v>-0.26695200000000002</c:v>
                </c:pt>
                <c:pt idx="764">
                  <c:v>-0.26664700000000002</c:v>
                </c:pt>
                <c:pt idx="765">
                  <c:v>-0.26634099999999999</c:v>
                </c:pt>
                <c:pt idx="766">
                  <c:v>-0.26603599999999999</c:v>
                </c:pt>
                <c:pt idx="767">
                  <c:v>-0.26573099999999999</c:v>
                </c:pt>
                <c:pt idx="768">
                  <c:v>-0.26542500000000002</c:v>
                </c:pt>
                <c:pt idx="769">
                  <c:v>-0.26512000000000002</c:v>
                </c:pt>
                <c:pt idx="770">
                  <c:v>-0.26481399999999999</c:v>
                </c:pt>
                <c:pt idx="771">
                  <c:v>-0.26450899999999999</c:v>
                </c:pt>
                <c:pt idx="772">
                  <c:v>-0.26420399999999999</c:v>
                </c:pt>
                <c:pt idx="773">
                  <c:v>-0.26389800000000002</c:v>
                </c:pt>
                <c:pt idx="774">
                  <c:v>-0.26359300000000002</c:v>
                </c:pt>
                <c:pt idx="775">
                  <c:v>-0.26328699999999999</c:v>
                </c:pt>
                <c:pt idx="776">
                  <c:v>-0.26298199999999999</c:v>
                </c:pt>
                <c:pt idx="777">
                  <c:v>-0.26267699999999999</c:v>
                </c:pt>
                <c:pt idx="778">
                  <c:v>-0.26237100000000002</c:v>
                </c:pt>
                <c:pt idx="779">
                  <c:v>-0.26206600000000002</c:v>
                </c:pt>
                <c:pt idx="780">
                  <c:v>-0.26175999999999999</c:v>
                </c:pt>
                <c:pt idx="781">
                  <c:v>-0.26145499999999999</c:v>
                </c:pt>
                <c:pt idx="782">
                  <c:v>-0.26114999999999999</c:v>
                </c:pt>
                <c:pt idx="783">
                  <c:v>-0.26084400000000002</c:v>
                </c:pt>
                <c:pt idx="784">
                  <c:v>-0.26053900000000002</c:v>
                </c:pt>
                <c:pt idx="785">
                  <c:v>-0.26023299999999999</c:v>
                </c:pt>
                <c:pt idx="786">
                  <c:v>-0.25992799999999999</c:v>
                </c:pt>
                <c:pt idx="787">
                  <c:v>-0.25962299999999999</c:v>
                </c:pt>
                <c:pt idx="788">
                  <c:v>-0.25931700000000002</c:v>
                </c:pt>
                <c:pt idx="789">
                  <c:v>-0.25901200000000002</c:v>
                </c:pt>
                <c:pt idx="790">
                  <c:v>-0.25870599999999999</c:v>
                </c:pt>
                <c:pt idx="791">
                  <c:v>-0.25840099999999999</c:v>
                </c:pt>
                <c:pt idx="792">
                  <c:v>-0.25809599999999999</c:v>
                </c:pt>
                <c:pt idx="793">
                  <c:v>-0.25779000000000002</c:v>
                </c:pt>
                <c:pt idx="794">
                  <c:v>-0.25748500000000002</c:v>
                </c:pt>
                <c:pt idx="795">
                  <c:v>-0.25717899999999999</c:v>
                </c:pt>
                <c:pt idx="796">
                  <c:v>-0.25687399999999999</c:v>
                </c:pt>
                <c:pt idx="797">
                  <c:v>-0.25656899999999999</c:v>
                </c:pt>
                <c:pt idx="798">
                  <c:v>-0.25626300000000002</c:v>
                </c:pt>
                <c:pt idx="799">
                  <c:v>-0.25595800000000002</c:v>
                </c:pt>
                <c:pt idx="800">
                  <c:v>-0.25565199999999999</c:v>
                </c:pt>
                <c:pt idx="801">
                  <c:v>-0.25534699999999999</c:v>
                </c:pt>
                <c:pt idx="802">
                  <c:v>-0.25504199999999999</c:v>
                </c:pt>
                <c:pt idx="803">
                  <c:v>-0.25473600000000002</c:v>
                </c:pt>
                <c:pt idx="804">
                  <c:v>-0.25443100000000002</c:v>
                </c:pt>
                <c:pt idx="805">
                  <c:v>-0.25412499999999999</c:v>
                </c:pt>
                <c:pt idx="806">
                  <c:v>-0.25381999999999999</c:v>
                </c:pt>
                <c:pt idx="807">
                  <c:v>-0.25351499999999999</c:v>
                </c:pt>
                <c:pt idx="808">
                  <c:v>-0.25320900000000002</c:v>
                </c:pt>
                <c:pt idx="809">
                  <c:v>-0.25290400000000002</c:v>
                </c:pt>
                <c:pt idx="810">
                  <c:v>-0.25259799999999999</c:v>
                </c:pt>
                <c:pt idx="811">
                  <c:v>-0.25229299999999999</c:v>
                </c:pt>
                <c:pt idx="812">
                  <c:v>-0.25198799999999999</c:v>
                </c:pt>
                <c:pt idx="813">
                  <c:v>-0.25168200000000002</c:v>
                </c:pt>
                <c:pt idx="814">
                  <c:v>-0.25137700000000002</c:v>
                </c:pt>
                <c:pt idx="815">
                  <c:v>-0.25107099999999999</c:v>
                </c:pt>
                <c:pt idx="816">
                  <c:v>-0.25076599999999999</c:v>
                </c:pt>
                <c:pt idx="817">
                  <c:v>-0.25046099999999999</c:v>
                </c:pt>
                <c:pt idx="818">
                  <c:v>-0.25015500000000002</c:v>
                </c:pt>
                <c:pt idx="819">
                  <c:v>-0.24984999999999999</c:v>
                </c:pt>
                <c:pt idx="820">
                  <c:v>-0.24954399999999999</c:v>
                </c:pt>
                <c:pt idx="821">
                  <c:v>-0.24923899999999999</c:v>
                </c:pt>
                <c:pt idx="822">
                  <c:v>-0.24893399999999999</c:v>
                </c:pt>
                <c:pt idx="823">
                  <c:v>-0.24862799999999999</c:v>
                </c:pt>
                <c:pt idx="824">
                  <c:v>-0.24832299999999999</c:v>
                </c:pt>
                <c:pt idx="825">
                  <c:v>-0.24801699999999999</c:v>
                </c:pt>
                <c:pt idx="826">
                  <c:v>-0.24771199999999999</c:v>
                </c:pt>
                <c:pt idx="827">
                  <c:v>-0.24740699999999999</c:v>
                </c:pt>
                <c:pt idx="828">
                  <c:v>-0.24710099999999999</c:v>
                </c:pt>
                <c:pt idx="829">
                  <c:v>-0.24679599999999999</c:v>
                </c:pt>
                <c:pt idx="830">
                  <c:v>-0.24648999999999999</c:v>
                </c:pt>
                <c:pt idx="831">
                  <c:v>-0.24618499999999999</c:v>
                </c:pt>
                <c:pt idx="832">
                  <c:v>-0.24587999999999999</c:v>
                </c:pt>
                <c:pt idx="833">
                  <c:v>-0.24557399999999999</c:v>
                </c:pt>
                <c:pt idx="834">
                  <c:v>-0.24526899999999999</c:v>
                </c:pt>
                <c:pt idx="835">
                  <c:v>-0.24496299999999999</c:v>
                </c:pt>
                <c:pt idx="836">
                  <c:v>-0.24465799999999999</c:v>
                </c:pt>
                <c:pt idx="837">
                  <c:v>-0.24435299999999999</c:v>
                </c:pt>
                <c:pt idx="838">
                  <c:v>-0.24404699999999999</c:v>
                </c:pt>
                <c:pt idx="839">
                  <c:v>-0.24374199999999999</c:v>
                </c:pt>
                <c:pt idx="840">
                  <c:v>-0.24343699999999999</c:v>
                </c:pt>
                <c:pt idx="841">
                  <c:v>-0.24313100000000001</c:v>
                </c:pt>
                <c:pt idx="842">
                  <c:v>-0.24282599999999999</c:v>
                </c:pt>
                <c:pt idx="843">
                  <c:v>-0.24252000000000001</c:v>
                </c:pt>
                <c:pt idx="844">
                  <c:v>-0.24221500000000001</c:v>
                </c:pt>
                <c:pt idx="845">
                  <c:v>-0.24190999999999999</c:v>
                </c:pt>
                <c:pt idx="846">
                  <c:v>-0.24160400000000001</c:v>
                </c:pt>
                <c:pt idx="847">
                  <c:v>-0.24129900000000001</c:v>
                </c:pt>
                <c:pt idx="848">
                  <c:v>-0.24099300000000001</c:v>
                </c:pt>
                <c:pt idx="849">
                  <c:v>-0.24068800000000001</c:v>
                </c:pt>
                <c:pt idx="850">
                  <c:v>-0.24038300000000001</c:v>
                </c:pt>
                <c:pt idx="851">
                  <c:v>-0.24007700000000001</c:v>
                </c:pt>
                <c:pt idx="852">
                  <c:v>-0.23977200000000001</c:v>
                </c:pt>
                <c:pt idx="853">
                  <c:v>-0.23946600000000001</c:v>
                </c:pt>
                <c:pt idx="854">
                  <c:v>-0.23916100000000001</c:v>
                </c:pt>
                <c:pt idx="855">
                  <c:v>-0.23885600000000001</c:v>
                </c:pt>
                <c:pt idx="856">
                  <c:v>-0.23855000000000001</c:v>
                </c:pt>
                <c:pt idx="857">
                  <c:v>-0.23824500000000001</c:v>
                </c:pt>
                <c:pt idx="858">
                  <c:v>-0.23793900000000001</c:v>
                </c:pt>
                <c:pt idx="859">
                  <c:v>-0.23763400000000001</c:v>
                </c:pt>
                <c:pt idx="860">
                  <c:v>-0.23732900000000001</c:v>
                </c:pt>
                <c:pt idx="861">
                  <c:v>-0.23702300000000001</c:v>
                </c:pt>
                <c:pt idx="862">
                  <c:v>-0.23671800000000001</c:v>
                </c:pt>
                <c:pt idx="863">
                  <c:v>-0.23641200000000001</c:v>
                </c:pt>
                <c:pt idx="864">
                  <c:v>-0.23610700000000001</c:v>
                </c:pt>
                <c:pt idx="865">
                  <c:v>-0.23580200000000001</c:v>
                </c:pt>
                <c:pt idx="866">
                  <c:v>-0.23549600000000001</c:v>
                </c:pt>
                <c:pt idx="867">
                  <c:v>-0.23519100000000001</c:v>
                </c:pt>
                <c:pt idx="868">
                  <c:v>-0.23488500000000001</c:v>
                </c:pt>
                <c:pt idx="869">
                  <c:v>-0.23458000000000001</c:v>
                </c:pt>
                <c:pt idx="870">
                  <c:v>-0.23427500000000001</c:v>
                </c:pt>
                <c:pt idx="871">
                  <c:v>-0.23396900000000001</c:v>
                </c:pt>
                <c:pt idx="872">
                  <c:v>-0.23366400000000001</c:v>
                </c:pt>
                <c:pt idx="873">
                  <c:v>-0.23335800000000001</c:v>
                </c:pt>
                <c:pt idx="874">
                  <c:v>-0.23305300000000001</c:v>
                </c:pt>
                <c:pt idx="875">
                  <c:v>-0.23274800000000001</c:v>
                </c:pt>
                <c:pt idx="876">
                  <c:v>-0.23244200000000001</c:v>
                </c:pt>
                <c:pt idx="877">
                  <c:v>-0.23213700000000001</c:v>
                </c:pt>
                <c:pt idx="878">
                  <c:v>-0.23183100000000001</c:v>
                </c:pt>
                <c:pt idx="879">
                  <c:v>-0.23152600000000001</c:v>
                </c:pt>
                <c:pt idx="880">
                  <c:v>-0.23122100000000001</c:v>
                </c:pt>
                <c:pt idx="881">
                  <c:v>-0.23091500000000001</c:v>
                </c:pt>
                <c:pt idx="882">
                  <c:v>-0.23061000000000001</c:v>
                </c:pt>
                <c:pt idx="883">
                  <c:v>-0.23030400000000001</c:v>
                </c:pt>
                <c:pt idx="884">
                  <c:v>-0.22999900000000001</c:v>
                </c:pt>
                <c:pt idx="885">
                  <c:v>-0.22969400000000001</c:v>
                </c:pt>
                <c:pt idx="886">
                  <c:v>-0.22938800000000001</c:v>
                </c:pt>
                <c:pt idx="887">
                  <c:v>-0.22908300000000001</c:v>
                </c:pt>
                <c:pt idx="888">
                  <c:v>-0.22877700000000001</c:v>
                </c:pt>
                <c:pt idx="889">
                  <c:v>-0.22847200000000001</c:v>
                </c:pt>
                <c:pt idx="890">
                  <c:v>-0.22816700000000001</c:v>
                </c:pt>
                <c:pt idx="891">
                  <c:v>-0.22786100000000001</c:v>
                </c:pt>
                <c:pt idx="892">
                  <c:v>-0.22755600000000001</c:v>
                </c:pt>
                <c:pt idx="893">
                  <c:v>-0.22725000000000001</c:v>
                </c:pt>
                <c:pt idx="894">
                  <c:v>-0.22694500000000001</c:v>
                </c:pt>
                <c:pt idx="895">
                  <c:v>-0.22664000000000001</c:v>
                </c:pt>
                <c:pt idx="896">
                  <c:v>-0.22633400000000001</c:v>
                </c:pt>
                <c:pt idx="897">
                  <c:v>-0.22602900000000001</c:v>
                </c:pt>
                <c:pt idx="898">
                  <c:v>-0.22572300000000001</c:v>
                </c:pt>
                <c:pt idx="899">
                  <c:v>-0.22541800000000001</c:v>
                </c:pt>
                <c:pt idx="900">
                  <c:v>-0.22511300000000001</c:v>
                </c:pt>
                <c:pt idx="901">
                  <c:v>-0.22480700000000001</c:v>
                </c:pt>
                <c:pt idx="902">
                  <c:v>-0.22450200000000001</c:v>
                </c:pt>
                <c:pt idx="903">
                  <c:v>-0.22419600000000001</c:v>
                </c:pt>
                <c:pt idx="904">
                  <c:v>-0.22389100000000001</c:v>
                </c:pt>
                <c:pt idx="905">
                  <c:v>-0.22358600000000001</c:v>
                </c:pt>
                <c:pt idx="906">
                  <c:v>-0.22328000000000001</c:v>
                </c:pt>
                <c:pt idx="907">
                  <c:v>-0.22297500000000001</c:v>
                </c:pt>
                <c:pt idx="908">
                  <c:v>-0.22266900000000001</c:v>
                </c:pt>
                <c:pt idx="909">
                  <c:v>-0.22236400000000001</c:v>
                </c:pt>
                <c:pt idx="910">
                  <c:v>-0.22205900000000001</c:v>
                </c:pt>
                <c:pt idx="911">
                  <c:v>-0.22175300000000001</c:v>
                </c:pt>
                <c:pt idx="912">
                  <c:v>-0.22144800000000001</c:v>
                </c:pt>
                <c:pt idx="913">
                  <c:v>-0.22114200000000001</c:v>
                </c:pt>
                <c:pt idx="914">
                  <c:v>-0.22083700000000001</c:v>
                </c:pt>
                <c:pt idx="915">
                  <c:v>-0.22053200000000001</c:v>
                </c:pt>
                <c:pt idx="916">
                  <c:v>-0.22022600000000001</c:v>
                </c:pt>
                <c:pt idx="917">
                  <c:v>-0.21992100000000001</c:v>
                </c:pt>
                <c:pt idx="918">
                  <c:v>-0.219615</c:v>
                </c:pt>
                <c:pt idx="919">
                  <c:v>-0.21931</c:v>
                </c:pt>
                <c:pt idx="920">
                  <c:v>-0.21900500000000001</c:v>
                </c:pt>
                <c:pt idx="921">
                  <c:v>-0.218699</c:v>
                </c:pt>
                <c:pt idx="922">
                  <c:v>-0.218394</c:v>
                </c:pt>
                <c:pt idx="923">
                  <c:v>-0.218088</c:v>
                </c:pt>
                <c:pt idx="924">
                  <c:v>-0.217783</c:v>
                </c:pt>
                <c:pt idx="925">
                  <c:v>-0.217478</c:v>
                </c:pt>
                <c:pt idx="926">
                  <c:v>-0.217172</c:v>
                </c:pt>
                <c:pt idx="927">
                  <c:v>-0.216867</c:v>
                </c:pt>
                <c:pt idx="928">
                  <c:v>-0.216562</c:v>
                </c:pt>
                <c:pt idx="929">
                  <c:v>-0.216256</c:v>
                </c:pt>
                <c:pt idx="930">
                  <c:v>-0.215951</c:v>
                </c:pt>
                <c:pt idx="931">
                  <c:v>-0.215645</c:v>
                </c:pt>
                <c:pt idx="932">
                  <c:v>-0.21534</c:v>
                </c:pt>
                <c:pt idx="933">
                  <c:v>-0.215035</c:v>
                </c:pt>
                <c:pt idx="934">
                  <c:v>-0.214729</c:v>
                </c:pt>
                <c:pt idx="935">
                  <c:v>-0.214424</c:v>
                </c:pt>
                <c:pt idx="936">
                  <c:v>-0.214118</c:v>
                </c:pt>
                <c:pt idx="937">
                  <c:v>-0.213813</c:v>
                </c:pt>
                <c:pt idx="938">
                  <c:v>-0.213508</c:v>
                </c:pt>
                <c:pt idx="939">
                  <c:v>-0.213202</c:v>
                </c:pt>
                <c:pt idx="940">
                  <c:v>-0.212897</c:v>
                </c:pt>
                <c:pt idx="941">
                  <c:v>-0.212591</c:v>
                </c:pt>
                <c:pt idx="942">
                  <c:v>-0.212286</c:v>
                </c:pt>
                <c:pt idx="943">
                  <c:v>-0.211981</c:v>
                </c:pt>
                <c:pt idx="944">
                  <c:v>-0.211675</c:v>
                </c:pt>
                <c:pt idx="945">
                  <c:v>-0.21137</c:v>
                </c:pt>
                <c:pt idx="946">
                  <c:v>-0.211064</c:v>
                </c:pt>
                <c:pt idx="947">
                  <c:v>-0.210759</c:v>
                </c:pt>
                <c:pt idx="948">
                  <c:v>-0.210454</c:v>
                </c:pt>
                <c:pt idx="949">
                  <c:v>-0.210148</c:v>
                </c:pt>
                <c:pt idx="950">
                  <c:v>-0.209843</c:v>
                </c:pt>
                <c:pt idx="951">
                  <c:v>-0.209537</c:v>
                </c:pt>
                <c:pt idx="952">
                  <c:v>-0.209232</c:v>
                </c:pt>
                <c:pt idx="953">
                  <c:v>-0.208927</c:v>
                </c:pt>
                <c:pt idx="954">
                  <c:v>-0.208621</c:v>
                </c:pt>
                <c:pt idx="955">
                  <c:v>-0.208316</c:v>
                </c:pt>
                <c:pt idx="956">
                  <c:v>-0.20801</c:v>
                </c:pt>
                <c:pt idx="957">
                  <c:v>-0.207705</c:v>
                </c:pt>
                <c:pt idx="958">
                  <c:v>-0.2074</c:v>
                </c:pt>
                <c:pt idx="959">
                  <c:v>-0.207094</c:v>
                </c:pt>
                <c:pt idx="960">
                  <c:v>-0.206789</c:v>
                </c:pt>
                <c:pt idx="961">
                  <c:v>-0.206483</c:v>
                </c:pt>
                <c:pt idx="962">
                  <c:v>-0.206178</c:v>
                </c:pt>
                <c:pt idx="963">
                  <c:v>-0.205873</c:v>
                </c:pt>
                <c:pt idx="964">
                  <c:v>-0.205567</c:v>
                </c:pt>
                <c:pt idx="965">
                  <c:v>-0.205262</c:v>
                </c:pt>
                <c:pt idx="966">
                  <c:v>-0.204956</c:v>
                </c:pt>
                <c:pt idx="967">
                  <c:v>-0.204651</c:v>
                </c:pt>
                <c:pt idx="968">
                  <c:v>-0.204346</c:v>
                </c:pt>
                <c:pt idx="969">
                  <c:v>-0.20404</c:v>
                </c:pt>
                <c:pt idx="970">
                  <c:v>-0.203735</c:v>
                </c:pt>
                <c:pt idx="971">
                  <c:v>-0.203429</c:v>
                </c:pt>
                <c:pt idx="972">
                  <c:v>-0.203124</c:v>
                </c:pt>
                <c:pt idx="973">
                  <c:v>-0.202819</c:v>
                </c:pt>
                <c:pt idx="974">
                  <c:v>-0.202513</c:v>
                </c:pt>
                <c:pt idx="975">
                  <c:v>-0.202208</c:v>
                </c:pt>
                <c:pt idx="976">
                  <c:v>-0.201902</c:v>
                </c:pt>
                <c:pt idx="977">
                  <c:v>-0.201597</c:v>
                </c:pt>
                <c:pt idx="978">
                  <c:v>-0.201292</c:v>
                </c:pt>
                <c:pt idx="979">
                  <c:v>-0.200986</c:v>
                </c:pt>
                <c:pt idx="980">
                  <c:v>-0.200681</c:v>
                </c:pt>
                <c:pt idx="981">
                  <c:v>-0.200375</c:v>
                </c:pt>
                <c:pt idx="982">
                  <c:v>-0.20007</c:v>
                </c:pt>
                <c:pt idx="983">
                  <c:v>-0.199765</c:v>
                </c:pt>
                <c:pt idx="984">
                  <c:v>-0.199459</c:v>
                </c:pt>
                <c:pt idx="985">
                  <c:v>-0.199154</c:v>
                </c:pt>
                <c:pt idx="986">
                  <c:v>-0.198848</c:v>
                </c:pt>
                <c:pt idx="987">
                  <c:v>-0.198543</c:v>
                </c:pt>
                <c:pt idx="988">
                  <c:v>-0.198238</c:v>
                </c:pt>
                <c:pt idx="989">
                  <c:v>-0.197932</c:v>
                </c:pt>
                <c:pt idx="990">
                  <c:v>-0.197627</c:v>
                </c:pt>
                <c:pt idx="991">
                  <c:v>-0.197321</c:v>
                </c:pt>
                <c:pt idx="992">
                  <c:v>-0.197016</c:v>
                </c:pt>
                <c:pt idx="993">
                  <c:v>-0.196711</c:v>
                </c:pt>
                <c:pt idx="994">
                  <c:v>-0.196405</c:v>
                </c:pt>
                <c:pt idx="995">
                  <c:v>-0.1961</c:v>
                </c:pt>
                <c:pt idx="996">
                  <c:v>-0.195794</c:v>
                </c:pt>
                <c:pt idx="997">
                  <c:v>-0.195489</c:v>
                </c:pt>
                <c:pt idx="998">
                  <c:v>-0.195184</c:v>
                </c:pt>
                <c:pt idx="999">
                  <c:v>-0.194878</c:v>
                </c:pt>
                <c:pt idx="1000">
                  <c:v>-0.194573</c:v>
                </c:pt>
                <c:pt idx="1001">
                  <c:v>-0.194267</c:v>
                </c:pt>
                <c:pt idx="1002">
                  <c:v>-0.193962</c:v>
                </c:pt>
                <c:pt idx="1003">
                  <c:v>-0.193657</c:v>
                </c:pt>
                <c:pt idx="1004">
                  <c:v>-0.193351</c:v>
                </c:pt>
                <c:pt idx="1005">
                  <c:v>-0.193046</c:v>
                </c:pt>
                <c:pt idx="1006">
                  <c:v>-0.19273999999999999</c:v>
                </c:pt>
                <c:pt idx="1007">
                  <c:v>-0.19243499999999999</c:v>
                </c:pt>
                <c:pt idx="1008">
                  <c:v>-0.19213</c:v>
                </c:pt>
                <c:pt idx="1009">
                  <c:v>-0.19182399999999999</c:v>
                </c:pt>
                <c:pt idx="1010">
                  <c:v>-0.19151899999999999</c:v>
                </c:pt>
                <c:pt idx="1011">
                  <c:v>-0.191214</c:v>
                </c:pt>
                <c:pt idx="1012">
                  <c:v>-0.19090799999999999</c:v>
                </c:pt>
                <c:pt idx="1013">
                  <c:v>-0.19060299999999999</c:v>
                </c:pt>
                <c:pt idx="1014">
                  <c:v>-0.19029699999999999</c:v>
                </c:pt>
                <c:pt idx="1015">
                  <c:v>-0.18999199999999999</c:v>
                </c:pt>
                <c:pt idx="1016">
                  <c:v>-0.18968699999999999</c:v>
                </c:pt>
                <c:pt idx="1017">
                  <c:v>-0.18938099999999999</c:v>
                </c:pt>
                <c:pt idx="1018">
                  <c:v>-0.18907599999999999</c:v>
                </c:pt>
                <c:pt idx="1019">
                  <c:v>-0.18876999999999999</c:v>
                </c:pt>
                <c:pt idx="1020">
                  <c:v>-0.18846499999999999</c:v>
                </c:pt>
                <c:pt idx="1021">
                  <c:v>-0.18815999999999999</c:v>
                </c:pt>
                <c:pt idx="1022">
                  <c:v>-0.18785399999999999</c:v>
                </c:pt>
                <c:pt idx="1023">
                  <c:v>-0.18754899999999999</c:v>
                </c:pt>
                <c:pt idx="1024">
                  <c:v>-0.18724299999999999</c:v>
                </c:pt>
                <c:pt idx="1025">
                  <c:v>-0.18693799999999999</c:v>
                </c:pt>
                <c:pt idx="1026">
                  <c:v>-0.18663299999999999</c:v>
                </c:pt>
                <c:pt idx="1027">
                  <c:v>-0.18632699999999999</c:v>
                </c:pt>
                <c:pt idx="1028">
                  <c:v>-0.18602199999999999</c:v>
                </c:pt>
                <c:pt idx="1029">
                  <c:v>-0.18571599999999999</c:v>
                </c:pt>
                <c:pt idx="1030">
                  <c:v>-0.18541099999999999</c:v>
                </c:pt>
                <c:pt idx="1031">
                  <c:v>-0.18510599999999999</c:v>
                </c:pt>
                <c:pt idx="1032">
                  <c:v>-0.18479999999999999</c:v>
                </c:pt>
                <c:pt idx="1033">
                  <c:v>-0.18449499999999999</c:v>
                </c:pt>
                <c:pt idx="1034">
                  <c:v>-0.18418899999999999</c:v>
                </c:pt>
                <c:pt idx="1035">
                  <c:v>-0.18388399999999999</c:v>
                </c:pt>
                <c:pt idx="1036">
                  <c:v>-0.18357899999999999</c:v>
                </c:pt>
                <c:pt idx="1037">
                  <c:v>-0.18327299999999999</c:v>
                </c:pt>
                <c:pt idx="1038">
                  <c:v>-0.18296799999999999</c:v>
                </c:pt>
                <c:pt idx="1039">
                  <c:v>-0.18266199999999999</c:v>
                </c:pt>
                <c:pt idx="1040">
                  <c:v>-0.18235699999999999</c:v>
                </c:pt>
                <c:pt idx="1041">
                  <c:v>-0.18205199999999999</c:v>
                </c:pt>
                <c:pt idx="1042">
                  <c:v>-0.18174599999999999</c:v>
                </c:pt>
                <c:pt idx="1043">
                  <c:v>-0.18144099999999999</c:v>
                </c:pt>
                <c:pt idx="1044">
                  <c:v>-0.18113499999999999</c:v>
                </c:pt>
                <c:pt idx="1045">
                  <c:v>-0.18082999999999999</c:v>
                </c:pt>
                <c:pt idx="1046">
                  <c:v>-0.18052499999999999</c:v>
                </c:pt>
                <c:pt idx="1047">
                  <c:v>-0.18021899999999999</c:v>
                </c:pt>
                <c:pt idx="1048">
                  <c:v>-0.17991399999999999</c:v>
                </c:pt>
                <c:pt idx="1049">
                  <c:v>-0.17960799999999999</c:v>
                </c:pt>
                <c:pt idx="1050">
                  <c:v>-0.17930299999999999</c:v>
                </c:pt>
                <c:pt idx="1051">
                  <c:v>-0.17899799999999999</c:v>
                </c:pt>
                <c:pt idx="1052">
                  <c:v>-0.17869199999999999</c:v>
                </c:pt>
                <c:pt idx="1053">
                  <c:v>-0.17838699999999999</c:v>
                </c:pt>
                <c:pt idx="1054">
                  <c:v>-0.17808099999999999</c:v>
                </c:pt>
                <c:pt idx="1055">
                  <c:v>-0.17777599999999999</c:v>
                </c:pt>
                <c:pt idx="1056">
                  <c:v>-0.17747099999999999</c:v>
                </c:pt>
                <c:pt idx="1057">
                  <c:v>-0.17716499999999999</c:v>
                </c:pt>
                <c:pt idx="1058">
                  <c:v>-0.17685999999999999</c:v>
                </c:pt>
                <c:pt idx="1059">
                  <c:v>-0.17655399999999999</c:v>
                </c:pt>
                <c:pt idx="1060">
                  <c:v>-0.17624899999999999</c:v>
                </c:pt>
                <c:pt idx="1061">
                  <c:v>-0.17594399999999999</c:v>
                </c:pt>
                <c:pt idx="1062">
                  <c:v>-0.17563799999999999</c:v>
                </c:pt>
                <c:pt idx="1063">
                  <c:v>-0.17533299999999999</c:v>
                </c:pt>
                <c:pt idx="1064">
                  <c:v>-0.17502699999999999</c:v>
                </c:pt>
                <c:pt idx="1065">
                  <c:v>-0.17472199999999999</c:v>
                </c:pt>
                <c:pt idx="1066">
                  <c:v>-0.17441699999999999</c:v>
                </c:pt>
                <c:pt idx="1067">
                  <c:v>-0.17411099999999999</c:v>
                </c:pt>
                <c:pt idx="1068">
                  <c:v>-0.17380599999999999</c:v>
                </c:pt>
                <c:pt idx="1069">
                  <c:v>-0.17349999999999999</c:v>
                </c:pt>
                <c:pt idx="1070">
                  <c:v>-0.17319499999999999</c:v>
                </c:pt>
                <c:pt idx="1071">
                  <c:v>-0.17288999999999999</c:v>
                </c:pt>
                <c:pt idx="1072">
                  <c:v>-0.17258399999999999</c:v>
                </c:pt>
                <c:pt idx="1073">
                  <c:v>-0.17227899999999999</c:v>
                </c:pt>
                <c:pt idx="1074">
                  <c:v>-0.17197299999999999</c:v>
                </c:pt>
                <c:pt idx="1075">
                  <c:v>-0.17166799999999999</c:v>
                </c:pt>
                <c:pt idx="1076">
                  <c:v>-0.17136299999999999</c:v>
                </c:pt>
                <c:pt idx="1077">
                  <c:v>-0.17105699999999999</c:v>
                </c:pt>
                <c:pt idx="1078">
                  <c:v>-0.17075199999999999</c:v>
                </c:pt>
                <c:pt idx="1079">
                  <c:v>-0.17044599999999999</c:v>
                </c:pt>
                <c:pt idx="1080">
                  <c:v>-0.17014099999999999</c:v>
                </c:pt>
                <c:pt idx="1081">
                  <c:v>-0.16983599999999999</c:v>
                </c:pt>
                <c:pt idx="1082">
                  <c:v>-0.16952999999999999</c:v>
                </c:pt>
                <c:pt idx="1083">
                  <c:v>-0.16922499999999999</c:v>
                </c:pt>
                <c:pt idx="1084">
                  <c:v>-0.16891900000000001</c:v>
                </c:pt>
                <c:pt idx="1085">
                  <c:v>-0.16861400000000001</c:v>
                </c:pt>
                <c:pt idx="1086">
                  <c:v>-0.16830899999999999</c:v>
                </c:pt>
                <c:pt idx="1087">
                  <c:v>-0.16800300000000001</c:v>
                </c:pt>
                <c:pt idx="1088">
                  <c:v>-0.16769800000000001</c:v>
                </c:pt>
                <c:pt idx="1089">
                  <c:v>-0.16739200000000001</c:v>
                </c:pt>
                <c:pt idx="1090">
                  <c:v>-0.16708700000000001</c:v>
                </c:pt>
                <c:pt idx="1091">
                  <c:v>-0.16678200000000001</c:v>
                </c:pt>
                <c:pt idx="1092">
                  <c:v>-0.16647600000000001</c:v>
                </c:pt>
                <c:pt idx="1093">
                  <c:v>-0.16617100000000001</c:v>
                </c:pt>
                <c:pt idx="1094">
                  <c:v>-0.16586600000000001</c:v>
                </c:pt>
                <c:pt idx="1095">
                  <c:v>-0.16556000000000001</c:v>
                </c:pt>
                <c:pt idx="1096">
                  <c:v>-0.16525500000000001</c:v>
                </c:pt>
                <c:pt idx="1097">
                  <c:v>-0.16494900000000001</c:v>
                </c:pt>
                <c:pt idx="1098">
                  <c:v>-0.16464400000000001</c:v>
                </c:pt>
                <c:pt idx="1099">
                  <c:v>-0.16433900000000001</c:v>
                </c:pt>
                <c:pt idx="1100">
                  <c:v>-0.16403300000000001</c:v>
                </c:pt>
                <c:pt idx="1101">
                  <c:v>-0.16372800000000001</c:v>
                </c:pt>
                <c:pt idx="1102">
                  <c:v>-0.16342200000000001</c:v>
                </c:pt>
                <c:pt idx="1103">
                  <c:v>-0.16311700000000001</c:v>
                </c:pt>
                <c:pt idx="1104">
                  <c:v>-0.16281200000000001</c:v>
                </c:pt>
                <c:pt idx="1105">
                  <c:v>-0.16250600000000001</c:v>
                </c:pt>
                <c:pt idx="1106">
                  <c:v>-0.16220100000000001</c:v>
                </c:pt>
                <c:pt idx="1107">
                  <c:v>-0.16189500000000001</c:v>
                </c:pt>
                <c:pt idx="1108">
                  <c:v>-0.16159000000000001</c:v>
                </c:pt>
                <c:pt idx="1109">
                  <c:v>-0.16128500000000001</c:v>
                </c:pt>
                <c:pt idx="1110">
                  <c:v>-0.16097900000000001</c:v>
                </c:pt>
                <c:pt idx="1111">
                  <c:v>-0.16067400000000001</c:v>
                </c:pt>
                <c:pt idx="1112">
                  <c:v>-0.16036800000000001</c:v>
                </c:pt>
                <c:pt idx="1113">
                  <c:v>-0.16006300000000001</c:v>
                </c:pt>
                <c:pt idx="1114">
                  <c:v>-0.15975800000000001</c:v>
                </c:pt>
                <c:pt idx="1115">
                  <c:v>-0.15945200000000001</c:v>
                </c:pt>
                <c:pt idx="1116">
                  <c:v>-0.15914700000000001</c:v>
                </c:pt>
                <c:pt idx="1117">
                  <c:v>-0.15884100000000001</c:v>
                </c:pt>
                <c:pt idx="1118">
                  <c:v>-0.15853600000000001</c:v>
                </c:pt>
                <c:pt idx="1119">
                  <c:v>-0.15823100000000001</c:v>
                </c:pt>
                <c:pt idx="1120">
                  <c:v>-0.15792500000000001</c:v>
                </c:pt>
                <c:pt idx="1121">
                  <c:v>-0.15762000000000001</c:v>
                </c:pt>
                <c:pt idx="1122">
                  <c:v>-0.15731400000000001</c:v>
                </c:pt>
                <c:pt idx="1123">
                  <c:v>-0.15700900000000001</c:v>
                </c:pt>
                <c:pt idx="1124">
                  <c:v>-0.15670400000000001</c:v>
                </c:pt>
                <c:pt idx="1125">
                  <c:v>-0.15639800000000001</c:v>
                </c:pt>
                <c:pt idx="1126">
                  <c:v>-0.15609300000000001</c:v>
                </c:pt>
                <c:pt idx="1127">
                  <c:v>-0.15578700000000001</c:v>
                </c:pt>
                <c:pt idx="1128">
                  <c:v>-0.15548200000000001</c:v>
                </c:pt>
                <c:pt idx="1129">
                  <c:v>-0.15517700000000001</c:v>
                </c:pt>
                <c:pt idx="1130">
                  <c:v>-0.15487100000000001</c:v>
                </c:pt>
                <c:pt idx="1131">
                  <c:v>-0.15456600000000001</c:v>
                </c:pt>
                <c:pt idx="1132">
                  <c:v>-0.15426000000000001</c:v>
                </c:pt>
                <c:pt idx="1133">
                  <c:v>-0.15395500000000001</c:v>
                </c:pt>
                <c:pt idx="1134">
                  <c:v>-0.15365000000000001</c:v>
                </c:pt>
                <c:pt idx="1135">
                  <c:v>-0.15334400000000001</c:v>
                </c:pt>
                <c:pt idx="1136">
                  <c:v>-0.15303900000000001</c:v>
                </c:pt>
                <c:pt idx="1137">
                  <c:v>-0.15273300000000001</c:v>
                </c:pt>
                <c:pt idx="1138">
                  <c:v>-0.15242800000000001</c:v>
                </c:pt>
                <c:pt idx="1139">
                  <c:v>-0.15212300000000001</c:v>
                </c:pt>
                <c:pt idx="1140">
                  <c:v>-0.15181700000000001</c:v>
                </c:pt>
                <c:pt idx="1141">
                  <c:v>-0.15151200000000001</c:v>
                </c:pt>
                <c:pt idx="1142">
                  <c:v>-0.15120600000000001</c:v>
                </c:pt>
                <c:pt idx="1143">
                  <c:v>-0.15090100000000001</c:v>
                </c:pt>
                <c:pt idx="1144">
                  <c:v>-0.15059600000000001</c:v>
                </c:pt>
                <c:pt idx="1145">
                  <c:v>-0.15029000000000001</c:v>
                </c:pt>
                <c:pt idx="1146">
                  <c:v>-0.14998500000000001</c:v>
                </c:pt>
                <c:pt idx="1147">
                  <c:v>-0.14967900000000001</c:v>
                </c:pt>
                <c:pt idx="1148">
                  <c:v>-0.14937400000000001</c:v>
                </c:pt>
                <c:pt idx="1149">
                  <c:v>-0.14906900000000001</c:v>
                </c:pt>
                <c:pt idx="1150">
                  <c:v>-0.14876300000000001</c:v>
                </c:pt>
                <c:pt idx="1151">
                  <c:v>-0.14845800000000001</c:v>
                </c:pt>
                <c:pt idx="1152">
                  <c:v>-0.14815200000000001</c:v>
                </c:pt>
                <c:pt idx="1153">
                  <c:v>-0.14784700000000001</c:v>
                </c:pt>
                <c:pt idx="1154">
                  <c:v>-0.14754200000000001</c:v>
                </c:pt>
                <c:pt idx="1155">
                  <c:v>-0.14723600000000001</c:v>
                </c:pt>
                <c:pt idx="1156">
                  <c:v>-0.14693100000000001</c:v>
                </c:pt>
                <c:pt idx="1157">
                  <c:v>-0.14662500000000001</c:v>
                </c:pt>
                <c:pt idx="1158">
                  <c:v>-0.14632000000000001</c:v>
                </c:pt>
                <c:pt idx="1159">
                  <c:v>-0.14601500000000001</c:v>
                </c:pt>
                <c:pt idx="1160">
                  <c:v>-0.14570900000000001</c:v>
                </c:pt>
                <c:pt idx="1161">
                  <c:v>-0.14540400000000001</c:v>
                </c:pt>
                <c:pt idx="1162">
                  <c:v>-0.145098</c:v>
                </c:pt>
                <c:pt idx="1163">
                  <c:v>-0.14479300000000001</c:v>
                </c:pt>
                <c:pt idx="1164">
                  <c:v>-0.14448800000000001</c:v>
                </c:pt>
                <c:pt idx="1165">
                  <c:v>-0.144182</c:v>
                </c:pt>
                <c:pt idx="1166">
                  <c:v>-0.143877</c:v>
                </c:pt>
                <c:pt idx="1167">
                  <c:v>-0.143571</c:v>
                </c:pt>
                <c:pt idx="1168">
                  <c:v>-0.143266</c:v>
                </c:pt>
                <c:pt idx="1169">
                  <c:v>-0.142961</c:v>
                </c:pt>
                <c:pt idx="1170">
                  <c:v>-0.142655</c:v>
                </c:pt>
                <c:pt idx="1171">
                  <c:v>-0.14235</c:v>
                </c:pt>
                <c:pt idx="1172">
                  <c:v>-0.142044</c:v>
                </c:pt>
                <c:pt idx="1173">
                  <c:v>-0.141739</c:v>
                </c:pt>
                <c:pt idx="1174">
                  <c:v>-0.141434</c:v>
                </c:pt>
                <c:pt idx="1175">
                  <c:v>-0.141128</c:v>
                </c:pt>
                <c:pt idx="1176">
                  <c:v>-0.140823</c:v>
                </c:pt>
                <c:pt idx="1177">
                  <c:v>-0.140518</c:v>
                </c:pt>
                <c:pt idx="1178">
                  <c:v>-0.140212</c:v>
                </c:pt>
                <c:pt idx="1179">
                  <c:v>-0.139907</c:v>
                </c:pt>
                <c:pt idx="1180">
                  <c:v>-0.139601</c:v>
                </c:pt>
                <c:pt idx="1181">
                  <c:v>-0.139296</c:v>
                </c:pt>
                <c:pt idx="1182">
                  <c:v>-0.138991</c:v>
                </c:pt>
                <c:pt idx="1183">
                  <c:v>-0.138685</c:v>
                </c:pt>
                <c:pt idx="1184">
                  <c:v>-0.13838</c:v>
                </c:pt>
                <c:pt idx="1185">
                  <c:v>-0.138074</c:v>
                </c:pt>
                <c:pt idx="1186">
                  <c:v>-0.137769</c:v>
                </c:pt>
                <c:pt idx="1187">
                  <c:v>-0.137464</c:v>
                </c:pt>
                <c:pt idx="1188">
                  <c:v>-0.137158</c:v>
                </c:pt>
                <c:pt idx="1189">
                  <c:v>-0.136853</c:v>
                </c:pt>
                <c:pt idx="1190">
                  <c:v>-0.136547</c:v>
                </c:pt>
                <c:pt idx="1191">
                  <c:v>-0.136242</c:v>
                </c:pt>
                <c:pt idx="1192">
                  <c:v>-0.135937</c:v>
                </c:pt>
                <c:pt idx="1193">
                  <c:v>-0.135631</c:v>
                </c:pt>
                <c:pt idx="1194">
                  <c:v>-0.135326</c:v>
                </c:pt>
                <c:pt idx="1195">
                  <c:v>-0.13502</c:v>
                </c:pt>
                <c:pt idx="1196">
                  <c:v>-0.134715</c:v>
                </c:pt>
                <c:pt idx="1197">
                  <c:v>-0.13441</c:v>
                </c:pt>
                <c:pt idx="1198">
                  <c:v>-0.134104</c:v>
                </c:pt>
                <c:pt idx="1199">
                  <c:v>-0.133799</c:v>
                </c:pt>
                <c:pt idx="1200">
                  <c:v>-0.133493</c:v>
                </c:pt>
                <c:pt idx="1201">
                  <c:v>-0.133188</c:v>
                </c:pt>
                <c:pt idx="1202">
                  <c:v>-0.132883</c:v>
                </c:pt>
                <c:pt idx="1203">
                  <c:v>-0.132577</c:v>
                </c:pt>
                <c:pt idx="1204">
                  <c:v>-0.132272</c:v>
                </c:pt>
                <c:pt idx="1205">
                  <c:v>-0.131966</c:v>
                </c:pt>
                <c:pt idx="1206">
                  <c:v>-0.131661</c:v>
                </c:pt>
                <c:pt idx="1207">
                  <c:v>-0.131356</c:v>
                </c:pt>
                <c:pt idx="1208">
                  <c:v>-0.13105</c:v>
                </c:pt>
                <c:pt idx="1209">
                  <c:v>-0.130745</c:v>
                </c:pt>
                <c:pt idx="1210">
                  <c:v>-0.130439</c:v>
                </c:pt>
                <c:pt idx="1211">
                  <c:v>-0.130134</c:v>
                </c:pt>
                <c:pt idx="1212">
                  <c:v>-0.129829</c:v>
                </c:pt>
                <c:pt idx="1213">
                  <c:v>-0.129523</c:v>
                </c:pt>
                <c:pt idx="1214">
                  <c:v>-0.129218</c:v>
                </c:pt>
                <c:pt idx="1215">
                  <c:v>-0.128912</c:v>
                </c:pt>
                <c:pt idx="1216">
                  <c:v>-0.128607</c:v>
                </c:pt>
                <c:pt idx="1217">
                  <c:v>-0.128302</c:v>
                </c:pt>
                <c:pt idx="1218">
                  <c:v>-0.127996</c:v>
                </c:pt>
                <c:pt idx="1219">
                  <c:v>-0.127691</c:v>
                </c:pt>
                <c:pt idx="1220">
                  <c:v>-0.127385</c:v>
                </c:pt>
                <c:pt idx="1221">
                  <c:v>-0.12708</c:v>
                </c:pt>
                <c:pt idx="1222">
                  <c:v>-0.126775</c:v>
                </c:pt>
                <c:pt idx="1223">
                  <c:v>-0.126469</c:v>
                </c:pt>
                <c:pt idx="1224">
                  <c:v>-0.126164</c:v>
                </c:pt>
                <c:pt idx="1225">
                  <c:v>-0.125858</c:v>
                </c:pt>
                <c:pt idx="1226">
                  <c:v>-0.125553</c:v>
                </c:pt>
                <c:pt idx="1227">
                  <c:v>-0.125248</c:v>
                </c:pt>
                <c:pt idx="1228">
                  <c:v>-0.124942</c:v>
                </c:pt>
                <c:pt idx="1229">
                  <c:v>-0.124637</c:v>
                </c:pt>
                <c:pt idx="1230">
                  <c:v>-0.124331</c:v>
                </c:pt>
                <c:pt idx="1231">
                  <c:v>-0.124026</c:v>
                </c:pt>
                <c:pt idx="1232">
                  <c:v>-0.123721</c:v>
                </c:pt>
                <c:pt idx="1233">
                  <c:v>-0.123415</c:v>
                </c:pt>
                <c:pt idx="1234">
                  <c:v>-0.12311</c:v>
                </c:pt>
                <c:pt idx="1235">
                  <c:v>-0.122804</c:v>
                </c:pt>
                <c:pt idx="1236">
                  <c:v>-0.122499</c:v>
                </c:pt>
                <c:pt idx="1237">
                  <c:v>-0.122194</c:v>
                </c:pt>
                <c:pt idx="1238">
                  <c:v>-0.121888</c:v>
                </c:pt>
                <c:pt idx="1239">
                  <c:v>-0.121583</c:v>
                </c:pt>
                <c:pt idx="1240">
                  <c:v>-0.121277</c:v>
                </c:pt>
                <c:pt idx="1241">
                  <c:v>-0.120972</c:v>
                </c:pt>
                <c:pt idx="1242">
                  <c:v>-0.120667</c:v>
                </c:pt>
                <c:pt idx="1243">
                  <c:v>-0.120361</c:v>
                </c:pt>
                <c:pt idx="1244">
                  <c:v>-0.120056</c:v>
                </c:pt>
                <c:pt idx="1245">
                  <c:v>-0.11975</c:v>
                </c:pt>
                <c:pt idx="1246">
                  <c:v>-0.119445</c:v>
                </c:pt>
                <c:pt idx="1247">
                  <c:v>-0.11914</c:v>
                </c:pt>
                <c:pt idx="1248">
                  <c:v>-0.118834</c:v>
                </c:pt>
                <c:pt idx="1249">
                  <c:v>-0.118529</c:v>
                </c:pt>
                <c:pt idx="1250">
                  <c:v>-0.11822299999999999</c:v>
                </c:pt>
                <c:pt idx="1251">
                  <c:v>-0.117918</c:v>
                </c:pt>
                <c:pt idx="1252">
                  <c:v>-0.117613</c:v>
                </c:pt>
                <c:pt idx="1253">
                  <c:v>-0.11730699999999999</c:v>
                </c:pt>
                <c:pt idx="1254">
                  <c:v>-0.11700199999999999</c:v>
                </c:pt>
                <c:pt idx="1255">
                  <c:v>-0.11669599999999999</c:v>
                </c:pt>
                <c:pt idx="1256">
                  <c:v>-0.11639099999999999</c:v>
                </c:pt>
                <c:pt idx="1257">
                  <c:v>-0.11608599999999999</c:v>
                </c:pt>
                <c:pt idx="1258">
                  <c:v>-0.11577999999999999</c:v>
                </c:pt>
                <c:pt idx="1259">
                  <c:v>-0.11547499999999999</c:v>
                </c:pt>
                <c:pt idx="1260">
                  <c:v>-0.11516999999999999</c:v>
                </c:pt>
                <c:pt idx="1261">
                  <c:v>-0.11486399999999999</c:v>
                </c:pt>
                <c:pt idx="1262">
                  <c:v>-0.11455899999999999</c:v>
                </c:pt>
                <c:pt idx="1263">
                  <c:v>-0.11425299999999999</c:v>
                </c:pt>
                <c:pt idx="1264">
                  <c:v>-0.11394799999999999</c:v>
                </c:pt>
                <c:pt idx="1265">
                  <c:v>-0.11364299999999999</c:v>
                </c:pt>
                <c:pt idx="1266">
                  <c:v>-0.11333699999999999</c:v>
                </c:pt>
                <c:pt idx="1267">
                  <c:v>-0.11303199999999999</c:v>
                </c:pt>
                <c:pt idx="1268">
                  <c:v>-0.11272600000000001</c:v>
                </c:pt>
                <c:pt idx="1269">
                  <c:v>-0.11242099999999999</c:v>
                </c:pt>
                <c:pt idx="1270">
                  <c:v>-0.11211599999999999</c:v>
                </c:pt>
                <c:pt idx="1271">
                  <c:v>-0.11181000000000001</c:v>
                </c:pt>
                <c:pt idx="1272">
                  <c:v>-0.11150500000000001</c:v>
                </c:pt>
                <c:pt idx="1273">
                  <c:v>-0.11119900000000001</c:v>
                </c:pt>
                <c:pt idx="1274">
                  <c:v>-0.11089400000000001</c:v>
                </c:pt>
                <c:pt idx="1275">
                  <c:v>-0.11058900000000001</c:v>
                </c:pt>
                <c:pt idx="1276">
                  <c:v>-0.11028300000000001</c:v>
                </c:pt>
                <c:pt idx="1277">
                  <c:v>-0.10997800000000001</c:v>
                </c:pt>
                <c:pt idx="1278">
                  <c:v>-0.10967200000000001</c:v>
                </c:pt>
                <c:pt idx="1279">
                  <c:v>-0.10936700000000001</c:v>
                </c:pt>
                <c:pt idx="1280">
                  <c:v>-0.10906200000000001</c:v>
                </c:pt>
                <c:pt idx="1281">
                  <c:v>-0.10875600000000001</c:v>
                </c:pt>
                <c:pt idx="1282">
                  <c:v>-0.10845100000000001</c:v>
                </c:pt>
                <c:pt idx="1283">
                  <c:v>-0.10814500000000001</c:v>
                </c:pt>
                <c:pt idx="1284">
                  <c:v>-0.10784000000000001</c:v>
                </c:pt>
                <c:pt idx="1285">
                  <c:v>-0.10753500000000001</c:v>
                </c:pt>
                <c:pt idx="1286">
                  <c:v>-0.107229</c:v>
                </c:pt>
                <c:pt idx="1287">
                  <c:v>-0.10692400000000001</c:v>
                </c:pt>
                <c:pt idx="1288">
                  <c:v>-0.106618</c:v>
                </c:pt>
                <c:pt idx="1289">
                  <c:v>-0.106313</c:v>
                </c:pt>
                <c:pt idx="1290">
                  <c:v>-0.10600800000000001</c:v>
                </c:pt>
                <c:pt idx="1291">
                  <c:v>-0.105702</c:v>
                </c:pt>
                <c:pt idx="1292">
                  <c:v>-0.105397</c:v>
                </c:pt>
                <c:pt idx="1293">
                  <c:v>-0.105091</c:v>
                </c:pt>
                <c:pt idx="1294">
                  <c:v>-0.104786</c:v>
                </c:pt>
                <c:pt idx="1295">
                  <c:v>-0.104481</c:v>
                </c:pt>
                <c:pt idx="1296">
                  <c:v>-0.104175</c:v>
                </c:pt>
                <c:pt idx="1297">
                  <c:v>-0.10387</c:v>
                </c:pt>
                <c:pt idx="1298">
                  <c:v>-0.103564</c:v>
                </c:pt>
                <c:pt idx="1299">
                  <c:v>-0.103259</c:v>
                </c:pt>
                <c:pt idx="1300">
                  <c:v>-0.102954</c:v>
                </c:pt>
                <c:pt idx="1301">
                  <c:v>-0.102648</c:v>
                </c:pt>
                <c:pt idx="1302">
                  <c:v>-0.102343</c:v>
                </c:pt>
                <c:pt idx="1303">
                  <c:v>-0.102037</c:v>
                </c:pt>
                <c:pt idx="1304">
                  <c:v>-0.101732</c:v>
                </c:pt>
                <c:pt idx="1305">
                  <c:v>-0.101427</c:v>
                </c:pt>
                <c:pt idx="1306">
                  <c:v>-0.101121</c:v>
                </c:pt>
                <c:pt idx="1307">
                  <c:v>-0.100816</c:v>
                </c:pt>
                <c:pt idx="1308">
                  <c:v>-0.10051</c:v>
                </c:pt>
                <c:pt idx="1309">
                  <c:v>-0.100205</c:v>
                </c:pt>
                <c:pt idx="1310">
                  <c:v>-9.9899600000000005E-2</c:v>
                </c:pt>
                <c:pt idx="1311">
                  <c:v>-9.9594199999999994E-2</c:v>
                </c:pt>
                <c:pt idx="1312">
                  <c:v>-9.9288799999999997E-2</c:v>
                </c:pt>
                <c:pt idx="1313">
                  <c:v>-9.8983399999999999E-2</c:v>
                </c:pt>
                <c:pt idx="1314">
                  <c:v>-9.8678000000000002E-2</c:v>
                </c:pt>
                <c:pt idx="1315">
                  <c:v>-9.8372600000000004E-2</c:v>
                </c:pt>
                <c:pt idx="1316">
                  <c:v>-9.8067199999999993E-2</c:v>
                </c:pt>
                <c:pt idx="1317">
                  <c:v>-9.7761799999999996E-2</c:v>
                </c:pt>
                <c:pt idx="1318">
                  <c:v>-9.7456399999999999E-2</c:v>
                </c:pt>
                <c:pt idx="1319">
                  <c:v>-9.7151000000000001E-2</c:v>
                </c:pt>
                <c:pt idx="1320">
                  <c:v>-9.6845600000000004E-2</c:v>
                </c:pt>
                <c:pt idx="1321">
                  <c:v>-9.6540200000000007E-2</c:v>
                </c:pt>
                <c:pt idx="1322">
                  <c:v>-9.6234799999999995E-2</c:v>
                </c:pt>
                <c:pt idx="1323">
                  <c:v>-9.5929399999999998E-2</c:v>
                </c:pt>
                <c:pt idx="1324">
                  <c:v>-9.5624100000000004E-2</c:v>
                </c:pt>
                <c:pt idx="1325">
                  <c:v>-9.5318700000000006E-2</c:v>
                </c:pt>
                <c:pt idx="1326">
                  <c:v>-9.5013299999999995E-2</c:v>
                </c:pt>
                <c:pt idx="1327">
                  <c:v>-9.4707899999999998E-2</c:v>
                </c:pt>
                <c:pt idx="1328">
                  <c:v>-9.44025E-2</c:v>
                </c:pt>
                <c:pt idx="1329">
                  <c:v>-9.4097100000000003E-2</c:v>
                </c:pt>
                <c:pt idx="1330">
                  <c:v>-9.3791700000000006E-2</c:v>
                </c:pt>
                <c:pt idx="1331">
                  <c:v>-9.3486299999999994E-2</c:v>
                </c:pt>
                <c:pt idx="1332">
                  <c:v>-9.3180899999999997E-2</c:v>
                </c:pt>
                <c:pt idx="1333">
                  <c:v>-9.28755E-2</c:v>
                </c:pt>
                <c:pt idx="1334">
                  <c:v>-9.2570100000000002E-2</c:v>
                </c:pt>
                <c:pt idx="1335">
                  <c:v>-9.2264700000000005E-2</c:v>
                </c:pt>
                <c:pt idx="1336">
                  <c:v>-9.1959299999999994E-2</c:v>
                </c:pt>
                <c:pt idx="1337">
                  <c:v>-9.1653899999999996E-2</c:v>
                </c:pt>
                <c:pt idx="1338">
                  <c:v>-9.1348499999999999E-2</c:v>
                </c:pt>
                <c:pt idx="1339">
                  <c:v>-9.1043100000000002E-2</c:v>
                </c:pt>
                <c:pt idx="1340">
                  <c:v>-9.0737700000000004E-2</c:v>
                </c:pt>
                <c:pt idx="1341">
                  <c:v>-9.0432299999999993E-2</c:v>
                </c:pt>
                <c:pt idx="1342">
                  <c:v>-9.0126899999999996E-2</c:v>
                </c:pt>
                <c:pt idx="1343">
                  <c:v>-8.9821499999999999E-2</c:v>
                </c:pt>
                <c:pt idx="1344">
                  <c:v>-8.9516100000000001E-2</c:v>
                </c:pt>
                <c:pt idx="1345">
                  <c:v>-8.9210700000000004E-2</c:v>
                </c:pt>
                <c:pt idx="1346">
                  <c:v>-8.8905300000000007E-2</c:v>
                </c:pt>
                <c:pt idx="1347">
                  <c:v>-8.8599899999999995E-2</c:v>
                </c:pt>
                <c:pt idx="1348">
                  <c:v>-8.8294499999999998E-2</c:v>
                </c:pt>
                <c:pt idx="1349">
                  <c:v>-8.7989100000000001E-2</c:v>
                </c:pt>
                <c:pt idx="1350">
                  <c:v>-8.7683700000000003E-2</c:v>
                </c:pt>
                <c:pt idx="1351">
                  <c:v>-8.7378300000000006E-2</c:v>
                </c:pt>
                <c:pt idx="1352">
                  <c:v>-8.7072899999999995E-2</c:v>
                </c:pt>
                <c:pt idx="1353">
                  <c:v>-8.6767499999999997E-2</c:v>
                </c:pt>
                <c:pt idx="1354">
                  <c:v>-8.64621E-2</c:v>
                </c:pt>
                <c:pt idx="1355">
                  <c:v>-8.6156700000000003E-2</c:v>
                </c:pt>
                <c:pt idx="1356">
                  <c:v>-8.5851300000000005E-2</c:v>
                </c:pt>
                <c:pt idx="1357">
                  <c:v>-8.5545899999999994E-2</c:v>
                </c:pt>
                <c:pt idx="1358">
                  <c:v>-8.5240499999999997E-2</c:v>
                </c:pt>
                <c:pt idx="1359">
                  <c:v>-8.4935099999999999E-2</c:v>
                </c:pt>
                <c:pt idx="1360">
                  <c:v>-8.4629700000000002E-2</c:v>
                </c:pt>
                <c:pt idx="1361">
                  <c:v>-8.4324300000000005E-2</c:v>
                </c:pt>
                <c:pt idx="1362">
                  <c:v>-8.4018899999999994E-2</c:v>
                </c:pt>
                <c:pt idx="1363">
                  <c:v>-8.3713499999999996E-2</c:v>
                </c:pt>
                <c:pt idx="1364">
                  <c:v>-8.3408099999999999E-2</c:v>
                </c:pt>
                <c:pt idx="1365">
                  <c:v>-8.3102700000000002E-2</c:v>
                </c:pt>
                <c:pt idx="1366">
                  <c:v>-8.2797399999999993E-2</c:v>
                </c:pt>
                <c:pt idx="1367">
                  <c:v>-8.2491999999999996E-2</c:v>
                </c:pt>
                <c:pt idx="1368">
                  <c:v>-8.2186599999999999E-2</c:v>
                </c:pt>
                <c:pt idx="1369">
                  <c:v>-8.1881200000000001E-2</c:v>
                </c:pt>
                <c:pt idx="1370">
                  <c:v>-8.1575800000000004E-2</c:v>
                </c:pt>
                <c:pt idx="1371">
                  <c:v>-8.1270400000000007E-2</c:v>
                </c:pt>
                <c:pt idx="1372">
                  <c:v>-8.0964999999999995E-2</c:v>
                </c:pt>
                <c:pt idx="1373">
                  <c:v>-8.0659599999999998E-2</c:v>
                </c:pt>
                <c:pt idx="1374">
                  <c:v>-8.0354200000000001E-2</c:v>
                </c:pt>
                <c:pt idx="1375">
                  <c:v>-8.0048800000000003E-2</c:v>
                </c:pt>
                <c:pt idx="1376">
                  <c:v>-7.9743400000000006E-2</c:v>
                </c:pt>
                <c:pt idx="1377">
                  <c:v>-7.9437999999999995E-2</c:v>
                </c:pt>
                <c:pt idx="1378">
                  <c:v>-7.9132599999999997E-2</c:v>
                </c:pt>
                <c:pt idx="1379">
                  <c:v>-7.88272E-2</c:v>
                </c:pt>
                <c:pt idx="1380">
                  <c:v>-7.8521800000000003E-2</c:v>
                </c:pt>
                <c:pt idx="1381">
                  <c:v>-7.8216400000000005E-2</c:v>
                </c:pt>
                <c:pt idx="1382">
                  <c:v>-7.7910999999999994E-2</c:v>
                </c:pt>
                <c:pt idx="1383">
                  <c:v>-7.7605599999999997E-2</c:v>
                </c:pt>
                <c:pt idx="1384">
                  <c:v>-7.7300199999999999E-2</c:v>
                </c:pt>
                <c:pt idx="1385">
                  <c:v>-7.6994800000000002E-2</c:v>
                </c:pt>
                <c:pt idx="1386">
                  <c:v>-7.6689400000000005E-2</c:v>
                </c:pt>
                <c:pt idx="1387">
                  <c:v>-7.6383999999999994E-2</c:v>
                </c:pt>
                <c:pt idx="1388">
                  <c:v>-7.6078599999999996E-2</c:v>
                </c:pt>
                <c:pt idx="1389">
                  <c:v>-7.5773199999999999E-2</c:v>
                </c:pt>
                <c:pt idx="1390">
                  <c:v>-7.5467800000000002E-2</c:v>
                </c:pt>
                <c:pt idx="1391">
                  <c:v>-7.5162400000000004E-2</c:v>
                </c:pt>
                <c:pt idx="1392">
                  <c:v>-7.4857000000000007E-2</c:v>
                </c:pt>
                <c:pt idx="1393">
                  <c:v>-7.4551599999999996E-2</c:v>
                </c:pt>
                <c:pt idx="1394">
                  <c:v>-7.4246199999999998E-2</c:v>
                </c:pt>
                <c:pt idx="1395">
                  <c:v>-7.3940800000000001E-2</c:v>
                </c:pt>
                <c:pt idx="1396">
                  <c:v>-7.3635400000000004E-2</c:v>
                </c:pt>
                <c:pt idx="1397">
                  <c:v>-7.3330000000000006E-2</c:v>
                </c:pt>
                <c:pt idx="1398">
                  <c:v>-7.3024599999999995E-2</c:v>
                </c:pt>
                <c:pt idx="1399">
                  <c:v>-7.2719199999999998E-2</c:v>
                </c:pt>
                <c:pt idx="1400">
                  <c:v>-7.24138E-2</c:v>
                </c:pt>
                <c:pt idx="1401">
                  <c:v>-7.2108400000000003E-2</c:v>
                </c:pt>
                <c:pt idx="1402">
                  <c:v>-7.1803000000000006E-2</c:v>
                </c:pt>
                <c:pt idx="1403">
                  <c:v>-7.1497599999999994E-2</c:v>
                </c:pt>
                <c:pt idx="1404">
                  <c:v>-7.1192199999999997E-2</c:v>
                </c:pt>
                <c:pt idx="1405">
                  <c:v>-7.08868E-2</c:v>
                </c:pt>
                <c:pt idx="1406">
                  <c:v>-7.0581400000000002E-2</c:v>
                </c:pt>
                <c:pt idx="1407">
                  <c:v>-7.0276000000000005E-2</c:v>
                </c:pt>
                <c:pt idx="1408">
                  <c:v>-6.9970699999999997E-2</c:v>
                </c:pt>
                <c:pt idx="1409">
                  <c:v>-6.9665299999999999E-2</c:v>
                </c:pt>
                <c:pt idx="1410">
                  <c:v>-6.9359900000000002E-2</c:v>
                </c:pt>
                <c:pt idx="1411">
                  <c:v>-6.9054500000000005E-2</c:v>
                </c:pt>
                <c:pt idx="1412">
                  <c:v>-6.8749099999999994E-2</c:v>
                </c:pt>
                <c:pt idx="1413">
                  <c:v>-6.8443699999999996E-2</c:v>
                </c:pt>
                <c:pt idx="1414">
                  <c:v>-6.8138299999999999E-2</c:v>
                </c:pt>
                <c:pt idx="1415">
                  <c:v>-6.7832900000000002E-2</c:v>
                </c:pt>
                <c:pt idx="1416">
                  <c:v>-6.7527500000000004E-2</c:v>
                </c:pt>
                <c:pt idx="1417">
                  <c:v>-6.7222100000000007E-2</c:v>
                </c:pt>
                <c:pt idx="1418">
                  <c:v>-6.6916699999999996E-2</c:v>
                </c:pt>
                <c:pt idx="1419">
                  <c:v>-6.6611299999999998E-2</c:v>
                </c:pt>
                <c:pt idx="1420">
                  <c:v>-6.6305900000000001E-2</c:v>
                </c:pt>
                <c:pt idx="1421">
                  <c:v>-6.6000500000000004E-2</c:v>
                </c:pt>
                <c:pt idx="1422">
                  <c:v>-6.5695100000000006E-2</c:v>
                </c:pt>
                <c:pt idx="1423">
                  <c:v>-6.5389699999999995E-2</c:v>
                </c:pt>
                <c:pt idx="1424">
                  <c:v>-6.5084299999999998E-2</c:v>
                </c:pt>
                <c:pt idx="1425">
                  <c:v>-6.47789E-2</c:v>
                </c:pt>
                <c:pt idx="1426">
                  <c:v>-6.4473500000000003E-2</c:v>
                </c:pt>
                <c:pt idx="1427">
                  <c:v>-6.4168100000000006E-2</c:v>
                </c:pt>
                <c:pt idx="1428">
                  <c:v>-6.3862699999999994E-2</c:v>
                </c:pt>
                <c:pt idx="1429">
                  <c:v>-6.3557299999999997E-2</c:v>
                </c:pt>
                <c:pt idx="1430">
                  <c:v>-6.32519E-2</c:v>
                </c:pt>
                <c:pt idx="1431">
                  <c:v>-6.2946500000000002E-2</c:v>
                </c:pt>
                <c:pt idx="1432">
                  <c:v>-6.2641100000000005E-2</c:v>
                </c:pt>
                <c:pt idx="1433">
                  <c:v>-6.2335700000000001E-2</c:v>
                </c:pt>
                <c:pt idx="1434">
                  <c:v>-6.2030299999999997E-2</c:v>
                </c:pt>
                <c:pt idx="1435">
                  <c:v>-6.1724899999999999E-2</c:v>
                </c:pt>
                <c:pt idx="1436">
                  <c:v>-6.1419500000000002E-2</c:v>
                </c:pt>
                <c:pt idx="1437">
                  <c:v>-6.1114099999999998E-2</c:v>
                </c:pt>
                <c:pt idx="1438">
                  <c:v>-6.08087E-2</c:v>
                </c:pt>
                <c:pt idx="1439">
                  <c:v>-6.0503300000000003E-2</c:v>
                </c:pt>
                <c:pt idx="1440">
                  <c:v>-6.0197899999999999E-2</c:v>
                </c:pt>
                <c:pt idx="1441">
                  <c:v>-5.9892500000000001E-2</c:v>
                </c:pt>
                <c:pt idx="1442">
                  <c:v>-5.9587099999999997E-2</c:v>
                </c:pt>
                <c:pt idx="1443">
                  <c:v>-5.92817E-2</c:v>
                </c:pt>
                <c:pt idx="1444">
                  <c:v>-5.8976300000000002E-2</c:v>
                </c:pt>
                <c:pt idx="1445">
                  <c:v>-5.8670899999999998E-2</c:v>
                </c:pt>
                <c:pt idx="1446">
                  <c:v>-5.8365500000000001E-2</c:v>
                </c:pt>
                <c:pt idx="1447">
                  <c:v>-5.8060100000000003E-2</c:v>
                </c:pt>
                <c:pt idx="1448">
                  <c:v>-5.7754699999999999E-2</c:v>
                </c:pt>
                <c:pt idx="1449">
                  <c:v>-5.7449300000000002E-2</c:v>
                </c:pt>
                <c:pt idx="1450">
                  <c:v>-5.7144E-2</c:v>
                </c:pt>
                <c:pt idx="1451">
                  <c:v>-5.6838600000000003E-2</c:v>
                </c:pt>
                <c:pt idx="1452">
                  <c:v>-5.6533199999999999E-2</c:v>
                </c:pt>
                <c:pt idx="1453">
                  <c:v>-5.6227800000000001E-2</c:v>
                </c:pt>
                <c:pt idx="1454">
                  <c:v>-5.5922399999999997E-2</c:v>
                </c:pt>
                <c:pt idx="1455">
                  <c:v>-5.5617E-2</c:v>
                </c:pt>
                <c:pt idx="1456">
                  <c:v>-5.5311600000000002E-2</c:v>
                </c:pt>
                <c:pt idx="1457">
                  <c:v>-5.5006199999999998E-2</c:v>
                </c:pt>
                <c:pt idx="1458">
                  <c:v>-5.4700800000000001E-2</c:v>
                </c:pt>
                <c:pt idx="1459">
                  <c:v>-5.4395399999999997E-2</c:v>
                </c:pt>
                <c:pt idx="1460">
                  <c:v>-5.4089999999999999E-2</c:v>
                </c:pt>
                <c:pt idx="1461">
                  <c:v>-5.3784600000000002E-2</c:v>
                </c:pt>
                <c:pt idx="1462">
                  <c:v>-5.3479199999999998E-2</c:v>
                </c:pt>
                <c:pt idx="1463">
                  <c:v>-5.31738E-2</c:v>
                </c:pt>
                <c:pt idx="1464">
                  <c:v>-5.2868400000000003E-2</c:v>
                </c:pt>
                <c:pt idx="1465">
                  <c:v>-5.2562999999999999E-2</c:v>
                </c:pt>
                <c:pt idx="1466">
                  <c:v>-5.2257600000000001E-2</c:v>
                </c:pt>
                <c:pt idx="1467">
                  <c:v>-5.1952199999999997E-2</c:v>
                </c:pt>
                <c:pt idx="1468">
                  <c:v>-5.16468E-2</c:v>
                </c:pt>
                <c:pt idx="1469">
                  <c:v>-5.1341400000000002E-2</c:v>
                </c:pt>
                <c:pt idx="1470">
                  <c:v>-5.1035999999999998E-2</c:v>
                </c:pt>
                <c:pt idx="1471">
                  <c:v>-5.0730600000000001E-2</c:v>
                </c:pt>
                <c:pt idx="1472">
                  <c:v>-5.0425200000000003E-2</c:v>
                </c:pt>
                <c:pt idx="1473">
                  <c:v>-5.0119799999999999E-2</c:v>
                </c:pt>
                <c:pt idx="1474">
                  <c:v>-4.9814400000000002E-2</c:v>
                </c:pt>
                <c:pt idx="1475">
                  <c:v>-4.9508999999999997E-2</c:v>
                </c:pt>
                <c:pt idx="1476">
                  <c:v>-4.92036E-2</c:v>
                </c:pt>
                <c:pt idx="1477">
                  <c:v>-4.8898200000000003E-2</c:v>
                </c:pt>
                <c:pt idx="1478">
                  <c:v>-4.8592799999999998E-2</c:v>
                </c:pt>
                <c:pt idx="1479">
                  <c:v>-4.8287400000000001E-2</c:v>
                </c:pt>
                <c:pt idx="1480">
                  <c:v>-4.7981999999999997E-2</c:v>
                </c:pt>
                <c:pt idx="1481">
                  <c:v>-4.76766E-2</c:v>
                </c:pt>
                <c:pt idx="1482">
                  <c:v>-4.7371200000000002E-2</c:v>
                </c:pt>
                <c:pt idx="1483">
                  <c:v>-4.7065799999999998E-2</c:v>
                </c:pt>
                <c:pt idx="1484">
                  <c:v>-4.6760400000000001E-2</c:v>
                </c:pt>
                <c:pt idx="1485">
                  <c:v>-4.6455000000000003E-2</c:v>
                </c:pt>
                <c:pt idx="1486">
                  <c:v>-4.6149599999999999E-2</c:v>
                </c:pt>
                <c:pt idx="1487">
                  <c:v>-4.5844200000000002E-2</c:v>
                </c:pt>
                <c:pt idx="1488">
                  <c:v>-4.5538799999999997E-2</c:v>
                </c:pt>
                <c:pt idx="1489">
                  <c:v>-4.52334E-2</c:v>
                </c:pt>
                <c:pt idx="1490">
                  <c:v>-4.4928000000000003E-2</c:v>
                </c:pt>
                <c:pt idx="1491">
                  <c:v>-4.4622599999999998E-2</c:v>
                </c:pt>
                <c:pt idx="1492">
                  <c:v>-4.4317299999999997E-2</c:v>
                </c:pt>
                <c:pt idx="1493">
                  <c:v>-4.40119E-2</c:v>
                </c:pt>
                <c:pt idx="1494">
                  <c:v>-4.3706500000000002E-2</c:v>
                </c:pt>
                <c:pt idx="1495">
                  <c:v>-4.3401099999999998E-2</c:v>
                </c:pt>
                <c:pt idx="1496">
                  <c:v>-4.3095700000000001E-2</c:v>
                </c:pt>
                <c:pt idx="1497">
                  <c:v>-4.2790300000000003E-2</c:v>
                </c:pt>
                <c:pt idx="1498">
                  <c:v>-4.2484899999999999E-2</c:v>
                </c:pt>
                <c:pt idx="1499">
                  <c:v>-4.2179500000000002E-2</c:v>
                </c:pt>
                <c:pt idx="1500">
                  <c:v>-4.1874099999999997E-2</c:v>
                </c:pt>
                <c:pt idx="1501">
                  <c:v>-4.15687E-2</c:v>
                </c:pt>
                <c:pt idx="1502">
                  <c:v>-4.1263300000000003E-2</c:v>
                </c:pt>
                <c:pt idx="1503">
                  <c:v>-4.0957899999999998E-2</c:v>
                </c:pt>
                <c:pt idx="1504">
                  <c:v>-4.0652500000000001E-2</c:v>
                </c:pt>
                <c:pt idx="1505">
                  <c:v>-4.0347099999999997E-2</c:v>
                </c:pt>
                <c:pt idx="1506">
                  <c:v>-4.00417E-2</c:v>
                </c:pt>
                <c:pt idx="1507">
                  <c:v>-3.9736300000000002E-2</c:v>
                </c:pt>
                <c:pt idx="1508">
                  <c:v>-3.9430899999999998E-2</c:v>
                </c:pt>
                <c:pt idx="1509">
                  <c:v>-3.9125500000000001E-2</c:v>
                </c:pt>
                <c:pt idx="1510">
                  <c:v>-3.8820100000000003E-2</c:v>
                </c:pt>
                <c:pt idx="1511">
                  <c:v>-3.8514699999999999E-2</c:v>
                </c:pt>
                <c:pt idx="1512">
                  <c:v>-3.8209300000000002E-2</c:v>
                </c:pt>
                <c:pt idx="1513">
                  <c:v>-3.7903899999999997E-2</c:v>
                </c:pt>
                <c:pt idx="1514">
                  <c:v>-3.75985E-2</c:v>
                </c:pt>
                <c:pt idx="1515">
                  <c:v>-3.7293100000000003E-2</c:v>
                </c:pt>
                <c:pt idx="1516">
                  <c:v>-3.6987699999999998E-2</c:v>
                </c:pt>
                <c:pt idx="1517">
                  <c:v>-3.6682300000000001E-2</c:v>
                </c:pt>
                <c:pt idx="1518">
                  <c:v>-3.6376899999999997E-2</c:v>
                </c:pt>
                <c:pt idx="1519">
                  <c:v>-3.6071499999999999E-2</c:v>
                </c:pt>
                <c:pt idx="1520">
                  <c:v>-3.5766100000000002E-2</c:v>
                </c:pt>
                <c:pt idx="1521">
                  <c:v>-3.5460699999999998E-2</c:v>
                </c:pt>
                <c:pt idx="1522">
                  <c:v>-3.51553E-2</c:v>
                </c:pt>
                <c:pt idx="1523">
                  <c:v>-3.4849900000000003E-2</c:v>
                </c:pt>
                <c:pt idx="1524">
                  <c:v>-3.4544499999999999E-2</c:v>
                </c:pt>
                <c:pt idx="1525">
                  <c:v>-3.4239100000000001E-2</c:v>
                </c:pt>
                <c:pt idx="1526">
                  <c:v>-3.3933699999999997E-2</c:v>
                </c:pt>
                <c:pt idx="1527">
                  <c:v>-3.36283E-2</c:v>
                </c:pt>
                <c:pt idx="1528">
                  <c:v>-3.3322900000000003E-2</c:v>
                </c:pt>
                <c:pt idx="1529">
                  <c:v>-3.3017499999999998E-2</c:v>
                </c:pt>
                <c:pt idx="1530">
                  <c:v>-3.2712100000000001E-2</c:v>
                </c:pt>
                <c:pt idx="1531">
                  <c:v>-3.2406699999999997E-2</c:v>
                </c:pt>
                <c:pt idx="1532">
                  <c:v>-3.2101299999999999E-2</c:v>
                </c:pt>
                <c:pt idx="1533">
                  <c:v>-3.1795900000000002E-2</c:v>
                </c:pt>
                <c:pt idx="1534">
                  <c:v>-3.1490600000000001E-2</c:v>
                </c:pt>
                <c:pt idx="1535">
                  <c:v>-3.11852E-2</c:v>
                </c:pt>
                <c:pt idx="1536">
                  <c:v>-3.0879799999999999E-2</c:v>
                </c:pt>
                <c:pt idx="1537">
                  <c:v>-3.0574400000000002E-2</c:v>
                </c:pt>
                <c:pt idx="1538">
                  <c:v>-3.0269000000000001E-2</c:v>
                </c:pt>
                <c:pt idx="1539">
                  <c:v>-2.99636E-2</c:v>
                </c:pt>
                <c:pt idx="1540">
                  <c:v>-2.9658199999999999E-2</c:v>
                </c:pt>
                <c:pt idx="1541">
                  <c:v>-2.9352799999999998E-2</c:v>
                </c:pt>
                <c:pt idx="1542">
                  <c:v>-2.9047400000000001E-2</c:v>
                </c:pt>
                <c:pt idx="1543">
                  <c:v>-2.8742E-2</c:v>
                </c:pt>
                <c:pt idx="1544">
                  <c:v>-2.8436599999999999E-2</c:v>
                </c:pt>
                <c:pt idx="1545">
                  <c:v>-2.8131199999999999E-2</c:v>
                </c:pt>
                <c:pt idx="1546">
                  <c:v>-2.7825800000000001E-2</c:v>
                </c:pt>
                <c:pt idx="1547">
                  <c:v>-2.75204E-2</c:v>
                </c:pt>
                <c:pt idx="1548">
                  <c:v>-2.7215E-2</c:v>
                </c:pt>
                <c:pt idx="1549">
                  <c:v>-2.6909599999999999E-2</c:v>
                </c:pt>
                <c:pt idx="1550">
                  <c:v>-2.6604200000000001E-2</c:v>
                </c:pt>
                <c:pt idx="1551">
                  <c:v>-2.6298800000000001E-2</c:v>
                </c:pt>
                <c:pt idx="1552">
                  <c:v>-2.59934E-2</c:v>
                </c:pt>
                <c:pt idx="1553">
                  <c:v>-2.5687999999999999E-2</c:v>
                </c:pt>
                <c:pt idx="1554">
                  <c:v>-2.5382600000000002E-2</c:v>
                </c:pt>
                <c:pt idx="1555">
                  <c:v>-2.5077200000000001E-2</c:v>
                </c:pt>
                <c:pt idx="1556">
                  <c:v>-2.47718E-2</c:v>
                </c:pt>
                <c:pt idx="1557">
                  <c:v>-2.4466399999999999E-2</c:v>
                </c:pt>
                <c:pt idx="1558">
                  <c:v>-2.4160999999999998E-2</c:v>
                </c:pt>
                <c:pt idx="1559">
                  <c:v>-2.3855600000000001E-2</c:v>
                </c:pt>
                <c:pt idx="1560">
                  <c:v>-2.35502E-2</c:v>
                </c:pt>
                <c:pt idx="1561">
                  <c:v>-2.3244799999999999E-2</c:v>
                </c:pt>
                <c:pt idx="1562">
                  <c:v>-2.2939399999999999E-2</c:v>
                </c:pt>
                <c:pt idx="1563">
                  <c:v>-2.2634000000000001E-2</c:v>
                </c:pt>
                <c:pt idx="1564">
                  <c:v>-2.2328600000000001E-2</c:v>
                </c:pt>
                <c:pt idx="1565">
                  <c:v>-2.20232E-2</c:v>
                </c:pt>
                <c:pt idx="1566">
                  <c:v>-2.1717799999999999E-2</c:v>
                </c:pt>
                <c:pt idx="1567">
                  <c:v>-2.1412400000000002E-2</c:v>
                </c:pt>
                <c:pt idx="1568">
                  <c:v>-2.1107000000000001E-2</c:v>
                </c:pt>
                <c:pt idx="1569">
                  <c:v>-2.08016E-2</c:v>
                </c:pt>
                <c:pt idx="1570">
                  <c:v>-2.0496199999999999E-2</c:v>
                </c:pt>
                <c:pt idx="1571">
                  <c:v>-2.0190799999999998E-2</c:v>
                </c:pt>
                <c:pt idx="1572">
                  <c:v>-1.9885400000000001E-2</c:v>
                </c:pt>
                <c:pt idx="1573">
                  <c:v>-1.958E-2</c:v>
                </c:pt>
                <c:pt idx="1574">
                  <c:v>-1.9274599999999999E-2</c:v>
                </c:pt>
                <c:pt idx="1575">
                  <c:v>-1.8969199999999999E-2</c:v>
                </c:pt>
                <c:pt idx="1576">
                  <c:v>-1.8663900000000001E-2</c:v>
                </c:pt>
                <c:pt idx="1577">
                  <c:v>-1.83585E-2</c:v>
                </c:pt>
                <c:pt idx="1578">
                  <c:v>-1.8053099999999999E-2</c:v>
                </c:pt>
                <c:pt idx="1579">
                  <c:v>-1.7747700000000002E-2</c:v>
                </c:pt>
                <c:pt idx="1580">
                  <c:v>-1.7442300000000001E-2</c:v>
                </c:pt>
                <c:pt idx="1581">
                  <c:v>-1.71369E-2</c:v>
                </c:pt>
                <c:pt idx="1582">
                  <c:v>-1.6831499999999999E-2</c:v>
                </c:pt>
                <c:pt idx="1583">
                  <c:v>-1.6526099999999998E-2</c:v>
                </c:pt>
                <c:pt idx="1584">
                  <c:v>-1.6220700000000001E-2</c:v>
                </c:pt>
                <c:pt idx="1585">
                  <c:v>-1.59153E-2</c:v>
                </c:pt>
                <c:pt idx="1586">
                  <c:v>-1.5609899999999999E-2</c:v>
                </c:pt>
                <c:pt idx="1587">
                  <c:v>-1.53045E-2</c:v>
                </c:pt>
                <c:pt idx="1588">
                  <c:v>-1.49991E-2</c:v>
                </c:pt>
                <c:pt idx="1589">
                  <c:v>-1.4693700000000001E-2</c:v>
                </c:pt>
                <c:pt idx="1590">
                  <c:v>-1.43883E-2</c:v>
                </c:pt>
                <c:pt idx="1591">
                  <c:v>-1.4082900000000001E-2</c:v>
                </c:pt>
                <c:pt idx="1592">
                  <c:v>-1.37775E-2</c:v>
                </c:pt>
                <c:pt idx="1593">
                  <c:v>-1.3472100000000001E-2</c:v>
                </c:pt>
                <c:pt idx="1594">
                  <c:v>-1.31667E-2</c:v>
                </c:pt>
                <c:pt idx="1595">
                  <c:v>-1.2861300000000001E-2</c:v>
                </c:pt>
                <c:pt idx="1596">
                  <c:v>-1.25559E-2</c:v>
                </c:pt>
                <c:pt idx="1597">
                  <c:v>-1.2250499999999999E-2</c:v>
                </c:pt>
                <c:pt idx="1598">
                  <c:v>-1.19451E-2</c:v>
                </c:pt>
                <c:pt idx="1599">
                  <c:v>-1.1639699999999999E-2</c:v>
                </c:pt>
                <c:pt idx="1600">
                  <c:v>-1.13343E-2</c:v>
                </c:pt>
                <c:pt idx="1601">
                  <c:v>-1.1028899999999999E-2</c:v>
                </c:pt>
                <c:pt idx="1602">
                  <c:v>-1.07235E-2</c:v>
                </c:pt>
                <c:pt idx="1603">
                  <c:v>-1.04181E-2</c:v>
                </c:pt>
                <c:pt idx="1604">
                  <c:v>-1.0112700000000001E-2</c:v>
                </c:pt>
                <c:pt idx="1605">
                  <c:v>-9.8073199999999996E-3</c:v>
                </c:pt>
                <c:pt idx="1606">
                  <c:v>-9.5019200000000005E-3</c:v>
                </c:pt>
                <c:pt idx="1607">
                  <c:v>-9.1965299999999996E-3</c:v>
                </c:pt>
                <c:pt idx="1608">
                  <c:v>-8.8911300000000006E-3</c:v>
                </c:pt>
                <c:pt idx="1609">
                  <c:v>-8.5857299999999998E-3</c:v>
                </c:pt>
                <c:pt idx="1610">
                  <c:v>-8.2803300000000007E-3</c:v>
                </c:pt>
                <c:pt idx="1611">
                  <c:v>-7.9749299999999999E-3</c:v>
                </c:pt>
                <c:pt idx="1612">
                  <c:v>-7.6695399999999999E-3</c:v>
                </c:pt>
                <c:pt idx="1613">
                  <c:v>-7.3641399999999999E-3</c:v>
                </c:pt>
                <c:pt idx="1614">
                  <c:v>-7.05874E-3</c:v>
                </c:pt>
                <c:pt idx="1615">
                  <c:v>-6.75334E-3</c:v>
                </c:pt>
                <c:pt idx="1616">
                  <c:v>-6.44795E-3</c:v>
                </c:pt>
                <c:pt idx="1617">
                  <c:v>-6.1425500000000001E-3</c:v>
                </c:pt>
                <c:pt idx="1618">
                  <c:v>-5.8371500000000002E-3</c:v>
                </c:pt>
                <c:pt idx="1619">
                  <c:v>-5.5317500000000002E-3</c:v>
                </c:pt>
                <c:pt idx="1620">
                  <c:v>-5.2263600000000002E-3</c:v>
                </c:pt>
                <c:pt idx="1621">
                  <c:v>-4.9209600000000003E-3</c:v>
                </c:pt>
                <c:pt idx="1622">
                  <c:v>-4.6155600000000003E-3</c:v>
                </c:pt>
                <c:pt idx="1623">
                  <c:v>-4.3101600000000004E-3</c:v>
                </c:pt>
                <c:pt idx="1624">
                  <c:v>-4.0047700000000004E-3</c:v>
                </c:pt>
                <c:pt idx="1625">
                  <c:v>-3.69937E-3</c:v>
                </c:pt>
                <c:pt idx="1626">
                  <c:v>-3.3939700000000001E-3</c:v>
                </c:pt>
                <c:pt idx="1627">
                  <c:v>-3.0885700000000001E-3</c:v>
                </c:pt>
                <c:pt idx="1628">
                  <c:v>-2.7831800000000001E-3</c:v>
                </c:pt>
                <c:pt idx="1629">
                  <c:v>-2.4777800000000002E-3</c:v>
                </c:pt>
                <c:pt idx="1630">
                  <c:v>-2.1723799999999998E-3</c:v>
                </c:pt>
                <c:pt idx="1631">
                  <c:v>-1.8669800000000001E-3</c:v>
                </c:pt>
                <c:pt idx="1632">
                  <c:v>-1.5615799999999999E-3</c:v>
                </c:pt>
                <c:pt idx="1633">
                  <c:v>-1.2561899999999999E-3</c:v>
                </c:pt>
                <c:pt idx="1634">
                  <c:v>-9.5078899999999995E-4</c:v>
                </c:pt>
                <c:pt idx="1635">
                  <c:v>-6.4539199999999995E-4</c:v>
                </c:pt>
                <c:pt idx="1636">
                  <c:v>-3.3999399999999998E-4</c:v>
                </c:pt>
                <c:pt idx="1637" formatCode="0.00E+00">
                  <c:v>-3.45965E-5</c:v>
                </c:pt>
                <c:pt idx="1638">
                  <c:v>2.7080099999999998E-4</c:v>
                </c:pt>
                <c:pt idx="1639">
                  <c:v>5.76199E-4</c:v>
                </c:pt>
                <c:pt idx="1640">
                  <c:v>8.8159600000000001E-4</c:v>
                </c:pt>
                <c:pt idx="1641">
                  <c:v>1.18699E-3</c:v>
                </c:pt>
                <c:pt idx="1642">
                  <c:v>1.4923899999999999E-3</c:v>
                </c:pt>
                <c:pt idx="1643">
                  <c:v>1.7977900000000001E-3</c:v>
                </c:pt>
                <c:pt idx="1644">
                  <c:v>2.10319E-3</c:v>
                </c:pt>
                <c:pt idx="1645">
                  <c:v>2.40858E-3</c:v>
                </c:pt>
                <c:pt idx="1646">
                  <c:v>2.71398E-3</c:v>
                </c:pt>
                <c:pt idx="1647">
                  <c:v>3.0193799999999999E-3</c:v>
                </c:pt>
                <c:pt idx="1648">
                  <c:v>3.3247799999999998E-3</c:v>
                </c:pt>
                <c:pt idx="1649">
                  <c:v>3.6301699999999998E-3</c:v>
                </c:pt>
                <c:pt idx="1650">
                  <c:v>3.9355700000000002E-3</c:v>
                </c:pt>
                <c:pt idx="1651">
                  <c:v>4.2409700000000002E-3</c:v>
                </c:pt>
                <c:pt idx="1652">
                  <c:v>4.5463700000000001E-3</c:v>
                </c:pt>
                <c:pt idx="1653">
                  <c:v>4.85177E-3</c:v>
                </c:pt>
                <c:pt idx="1654">
                  <c:v>5.15716E-3</c:v>
                </c:pt>
                <c:pt idx="1655">
                  <c:v>5.46256E-3</c:v>
                </c:pt>
                <c:pt idx="1656">
                  <c:v>5.7679599999999999E-3</c:v>
                </c:pt>
                <c:pt idx="1657">
                  <c:v>6.0733599999999999E-3</c:v>
                </c:pt>
                <c:pt idx="1658">
                  <c:v>6.3787499999999999E-3</c:v>
                </c:pt>
                <c:pt idx="1659">
                  <c:v>6.6841499999999998E-3</c:v>
                </c:pt>
                <c:pt idx="1660">
                  <c:v>6.9895499999999998E-3</c:v>
                </c:pt>
                <c:pt idx="1661">
                  <c:v>7.2949499999999997E-3</c:v>
                </c:pt>
                <c:pt idx="1662">
                  <c:v>7.6003399999999997E-3</c:v>
                </c:pt>
                <c:pt idx="1663">
                  <c:v>7.9057399999999996E-3</c:v>
                </c:pt>
                <c:pt idx="1664">
                  <c:v>8.2111400000000005E-3</c:v>
                </c:pt>
                <c:pt idx="1665">
                  <c:v>8.5165399999999995E-3</c:v>
                </c:pt>
                <c:pt idx="1666">
                  <c:v>8.8219300000000004E-3</c:v>
                </c:pt>
                <c:pt idx="1667">
                  <c:v>9.1273299999999995E-3</c:v>
                </c:pt>
                <c:pt idx="1668">
                  <c:v>9.4327300000000003E-3</c:v>
                </c:pt>
                <c:pt idx="1669">
                  <c:v>9.7381299999999994E-3</c:v>
                </c:pt>
                <c:pt idx="1670">
                  <c:v>1.00435E-2</c:v>
                </c:pt>
                <c:pt idx="1671">
                  <c:v>1.0348899999999999E-2</c:v>
                </c:pt>
                <c:pt idx="1672">
                  <c:v>1.06543E-2</c:v>
                </c:pt>
                <c:pt idx="1673">
                  <c:v>1.0959699999999999E-2</c:v>
                </c:pt>
                <c:pt idx="1674">
                  <c:v>1.12651E-2</c:v>
                </c:pt>
                <c:pt idx="1675">
                  <c:v>1.1570499999999999E-2</c:v>
                </c:pt>
                <c:pt idx="1676">
                  <c:v>1.18759E-2</c:v>
                </c:pt>
                <c:pt idx="1677">
                  <c:v>1.2181300000000001E-2</c:v>
                </c:pt>
                <c:pt idx="1678">
                  <c:v>1.24867E-2</c:v>
                </c:pt>
                <c:pt idx="1679">
                  <c:v>1.2792100000000001E-2</c:v>
                </c:pt>
                <c:pt idx="1680">
                  <c:v>1.30975E-2</c:v>
                </c:pt>
                <c:pt idx="1681">
                  <c:v>1.3402900000000001E-2</c:v>
                </c:pt>
                <c:pt idx="1682">
                  <c:v>1.37083E-2</c:v>
                </c:pt>
                <c:pt idx="1683">
                  <c:v>1.40137E-2</c:v>
                </c:pt>
                <c:pt idx="1684">
                  <c:v>1.43191E-2</c:v>
                </c:pt>
                <c:pt idx="1685">
                  <c:v>1.46245E-2</c:v>
                </c:pt>
                <c:pt idx="1686">
                  <c:v>1.4929899999999999E-2</c:v>
                </c:pt>
                <c:pt idx="1687">
                  <c:v>1.52353E-2</c:v>
                </c:pt>
                <c:pt idx="1688">
                  <c:v>1.5540699999999999E-2</c:v>
                </c:pt>
                <c:pt idx="1689">
                  <c:v>1.5846099999999998E-2</c:v>
                </c:pt>
                <c:pt idx="1690">
                  <c:v>1.6151499999999999E-2</c:v>
                </c:pt>
                <c:pt idx="1691">
                  <c:v>1.64569E-2</c:v>
                </c:pt>
                <c:pt idx="1692">
                  <c:v>1.6762300000000001E-2</c:v>
                </c:pt>
                <c:pt idx="1693">
                  <c:v>1.7067700000000002E-2</c:v>
                </c:pt>
                <c:pt idx="1694">
                  <c:v>1.7373099999999999E-2</c:v>
                </c:pt>
                <c:pt idx="1695">
                  <c:v>1.76785E-2</c:v>
                </c:pt>
                <c:pt idx="1696">
                  <c:v>1.7983900000000001E-2</c:v>
                </c:pt>
                <c:pt idx="1697">
                  <c:v>1.8289300000000001E-2</c:v>
                </c:pt>
                <c:pt idx="1698">
                  <c:v>1.8594699999999999E-2</c:v>
                </c:pt>
                <c:pt idx="1699">
                  <c:v>1.89001E-2</c:v>
                </c:pt>
                <c:pt idx="1700">
                  <c:v>1.92055E-2</c:v>
                </c:pt>
                <c:pt idx="1701">
                  <c:v>1.9510900000000001E-2</c:v>
                </c:pt>
                <c:pt idx="1702">
                  <c:v>1.9816199999999999E-2</c:v>
                </c:pt>
                <c:pt idx="1703">
                  <c:v>2.01216E-2</c:v>
                </c:pt>
                <c:pt idx="1704">
                  <c:v>2.0427000000000001E-2</c:v>
                </c:pt>
                <c:pt idx="1705">
                  <c:v>2.0732400000000002E-2</c:v>
                </c:pt>
                <c:pt idx="1706">
                  <c:v>2.1037799999999999E-2</c:v>
                </c:pt>
                <c:pt idx="1707">
                  <c:v>2.13432E-2</c:v>
                </c:pt>
                <c:pt idx="1708">
                  <c:v>2.16486E-2</c:v>
                </c:pt>
                <c:pt idx="1709">
                  <c:v>2.1954000000000001E-2</c:v>
                </c:pt>
                <c:pt idx="1710">
                  <c:v>2.2259399999999999E-2</c:v>
                </c:pt>
                <c:pt idx="1711">
                  <c:v>2.2564799999999999E-2</c:v>
                </c:pt>
                <c:pt idx="1712">
                  <c:v>2.28702E-2</c:v>
                </c:pt>
                <c:pt idx="1713">
                  <c:v>2.3175600000000001E-2</c:v>
                </c:pt>
                <c:pt idx="1714">
                  <c:v>2.3480999999999998E-2</c:v>
                </c:pt>
                <c:pt idx="1715">
                  <c:v>2.3786399999999999E-2</c:v>
                </c:pt>
                <c:pt idx="1716">
                  <c:v>2.40918E-2</c:v>
                </c:pt>
                <c:pt idx="1717">
                  <c:v>2.4397200000000001E-2</c:v>
                </c:pt>
                <c:pt idx="1718">
                  <c:v>2.4702600000000002E-2</c:v>
                </c:pt>
                <c:pt idx="1719">
                  <c:v>2.5007999999999999E-2</c:v>
                </c:pt>
                <c:pt idx="1720">
                  <c:v>2.53134E-2</c:v>
                </c:pt>
                <c:pt idx="1721">
                  <c:v>2.5618800000000001E-2</c:v>
                </c:pt>
                <c:pt idx="1722">
                  <c:v>2.5924200000000001E-2</c:v>
                </c:pt>
                <c:pt idx="1723">
                  <c:v>2.6229599999999999E-2</c:v>
                </c:pt>
                <c:pt idx="1724">
                  <c:v>2.6535E-2</c:v>
                </c:pt>
                <c:pt idx="1725">
                  <c:v>2.68404E-2</c:v>
                </c:pt>
                <c:pt idx="1726">
                  <c:v>2.7145800000000001E-2</c:v>
                </c:pt>
                <c:pt idx="1727">
                  <c:v>2.7451199999999999E-2</c:v>
                </c:pt>
                <c:pt idx="1728">
                  <c:v>2.7756599999999999E-2</c:v>
                </c:pt>
                <c:pt idx="1729">
                  <c:v>2.8062E-2</c:v>
                </c:pt>
                <c:pt idx="1730">
                  <c:v>2.8367400000000001E-2</c:v>
                </c:pt>
                <c:pt idx="1731">
                  <c:v>2.8672799999999998E-2</c:v>
                </c:pt>
                <c:pt idx="1732">
                  <c:v>2.8978199999999999E-2</c:v>
                </c:pt>
                <c:pt idx="1733">
                  <c:v>2.92836E-2</c:v>
                </c:pt>
                <c:pt idx="1734">
                  <c:v>2.9589000000000001E-2</c:v>
                </c:pt>
                <c:pt idx="1735">
                  <c:v>2.9894400000000002E-2</c:v>
                </c:pt>
                <c:pt idx="1736">
                  <c:v>3.0199799999999999E-2</c:v>
                </c:pt>
                <c:pt idx="1737">
                  <c:v>3.05052E-2</c:v>
                </c:pt>
                <c:pt idx="1738">
                  <c:v>3.08106E-2</c:v>
                </c:pt>
                <c:pt idx="1739">
                  <c:v>3.1116000000000001E-2</c:v>
                </c:pt>
                <c:pt idx="1740">
                  <c:v>3.1421400000000002E-2</c:v>
                </c:pt>
                <c:pt idx="1741">
                  <c:v>3.1726799999999999E-2</c:v>
                </c:pt>
                <c:pt idx="1742">
                  <c:v>3.2032199999999997E-2</c:v>
                </c:pt>
                <c:pt idx="1743">
                  <c:v>3.2337600000000001E-2</c:v>
                </c:pt>
                <c:pt idx="1744">
                  <c:v>3.2642900000000002E-2</c:v>
                </c:pt>
                <c:pt idx="1745">
                  <c:v>3.29483E-2</c:v>
                </c:pt>
                <c:pt idx="1746">
                  <c:v>3.3253699999999997E-2</c:v>
                </c:pt>
                <c:pt idx="1747">
                  <c:v>3.3559100000000001E-2</c:v>
                </c:pt>
                <c:pt idx="1748">
                  <c:v>3.3864499999999999E-2</c:v>
                </c:pt>
                <c:pt idx="1749">
                  <c:v>3.4169900000000003E-2</c:v>
                </c:pt>
                <c:pt idx="1750">
                  <c:v>3.44753E-2</c:v>
                </c:pt>
                <c:pt idx="1751">
                  <c:v>3.4780699999999998E-2</c:v>
                </c:pt>
                <c:pt idx="1752">
                  <c:v>3.5086100000000002E-2</c:v>
                </c:pt>
                <c:pt idx="1753">
                  <c:v>3.5391499999999999E-2</c:v>
                </c:pt>
                <c:pt idx="1754">
                  <c:v>3.5696899999999997E-2</c:v>
                </c:pt>
                <c:pt idx="1755">
                  <c:v>3.6002300000000001E-2</c:v>
                </c:pt>
                <c:pt idx="1756">
                  <c:v>3.6307699999999998E-2</c:v>
                </c:pt>
                <c:pt idx="1757">
                  <c:v>3.6613100000000003E-2</c:v>
                </c:pt>
                <c:pt idx="1758">
                  <c:v>3.69185E-2</c:v>
                </c:pt>
                <c:pt idx="1759">
                  <c:v>3.7223899999999997E-2</c:v>
                </c:pt>
                <c:pt idx="1760">
                  <c:v>3.7529300000000002E-2</c:v>
                </c:pt>
                <c:pt idx="1761">
                  <c:v>3.7834699999999999E-2</c:v>
                </c:pt>
                <c:pt idx="1762">
                  <c:v>3.8140100000000003E-2</c:v>
                </c:pt>
                <c:pt idx="1763">
                  <c:v>3.8445500000000001E-2</c:v>
                </c:pt>
                <c:pt idx="1764">
                  <c:v>3.8750899999999998E-2</c:v>
                </c:pt>
                <c:pt idx="1765">
                  <c:v>3.9056300000000002E-2</c:v>
                </c:pt>
                <c:pt idx="1766">
                  <c:v>3.9361699999999999E-2</c:v>
                </c:pt>
                <c:pt idx="1767">
                  <c:v>3.9667099999999997E-2</c:v>
                </c:pt>
                <c:pt idx="1768">
                  <c:v>3.9972500000000001E-2</c:v>
                </c:pt>
                <c:pt idx="1769">
                  <c:v>4.0277899999999998E-2</c:v>
                </c:pt>
                <c:pt idx="1770">
                  <c:v>4.0583300000000003E-2</c:v>
                </c:pt>
                <c:pt idx="1771">
                  <c:v>4.08887E-2</c:v>
                </c:pt>
                <c:pt idx="1772">
                  <c:v>4.1194099999999997E-2</c:v>
                </c:pt>
                <c:pt idx="1773">
                  <c:v>4.1499500000000002E-2</c:v>
                </c:pt>
                <c:pt idx="1774">
                  <c:v>4.1804899999999999E-2</c:v>
                </c:pt>
                <c:pt idx="1775">
                  <c:v>4.2110300000000003E-2</c:v>
                </c:pt>
                <c:pt idx="1776">
                  <c:v>4.2415700000000001E-2</c:v>
                </c:pt>
                <c:pt idx="1777">
                  <c:v>4.2721099999999998E-2</c:v>
                </c:pt>
                <c:pt idx="1778">
                  <c:v>4.3026500000000002E-2</c:v>
                </c:pt>
                <c:pt idx="1779">
                  <c:v>4.33319E-2</c:v>
                </c:pt>
                <c:pt idx="1780">
                  <c:v>4.3637299999999997E-2</c:v>
                </c:pt>
                <c:pt idx="1781">
                  <c:v>4.3942700000000001E-2</c:v>
                </c:pt>
                <c:pt idx="1782">
                  <c:v>4.4248099999999999E-2</c:v>
                </c:pt>
                <c:pt idx="1783">
                  <c:v>4.4553500000000003E-2</c:v>
                </c:pt>
                <c:pt idx="1784">
                  <c:v>4.48589E-2</c:v>
                </c:pt>
                <c:pt idx="1785">
                  <c:v>4.5164299999999998E-2</c:v>
                </c:pt>
                <c:pt idx="1786">
                  <c:v>4.5469599999999999E-2</c:v>
                </c:pt>
                <c:pt idx="1787">
                  <c:v>4.5775000000000003E-2</c:v>
                </c:pt>
                <c:pt idx="1788">
                  <c:v>4.6080400000000001E-2</c:v>
                </c:pt>
                <c:pt idx="1789">
                  <c:v>4.6385799999999998E-2</c:v>
                </c:pt>
                <c:pt idx="1790">
                  <c:v>4.6691200000000002E-2</c:v>
                </c:pt>
                <c:pt idx="1791">
                  <c:v>4.6996599999999999E-2</c:v>
                </c:pt>
                <c:pt idx="1792">
                  <c:v>4.7301999999999997E-2</c:v>
                </c:pt>
                <c:pt idx="1793">
                  <c:v>4.7607400000000001E-2</c:v>
                </c:pt>
                <c:pt idx="1794">
                  <c:v>4.7912799999999998E-2</c:v>
                </c:pt>
                <c:pt idx="1795">
                  <c:v>4.8218200000000003E-2</c:v>
                </c:pt>
                <c:pt idx="1796">
                  <c:v>4.85236E-2</c:v>
                </c:pt>
                <c:pt idx="1797">
                  <c:v>4.8828999999999997E-2</c:v>
                </c:pt>
                <c:pt idx="1798">
                  <c:v>4.9134400000000002E-2</c:v>
                </c:pt>
                <c:pt idx="1799">
                  <c:v>4.9439799999999999E-2</c:v>
                </c:pt>
                <c:pt idx="1800">
                  <c:v>4.9745200000000003E-2</c:v>
                </c:pt>
                <c:pt idx="1801">
                  <c:v>5.0050600000000001E-2</c:v>
                </c:pt>
                <c:pt idx="1802">
                  <c:v>5.0355999999999998E-2</c:v>
                </c:pt>
                <c:pt idx="1803">
                  <c:v>5.0661400000000002E-2</c:v>
                </c:pt>
                <c:pt idx="1804">
                  <c:v>5.09668E-2</c:v>
                </c:pt>
                <c:pt idx="1805">
                  <c:v>5.1272199999999997E-2</c:v>
                </c:pt>
                <c:pt idx="1806">
                  <c:v>5.1577600000000001E-2</c:v>
                </c:pt>
                <c:pt idx="1807">
                  <c:v>5.1882999999999999E-2</c:v>
                </c:pt>
                <c:pt idx="1808">
                  <c:v>5.2188400000000003E-2</c:v>
                </c:pt>
                <c:pt idx="1809">
                  <c:v>5.24938E-2</c:v>
                </c:pt>
                <c:pt idx="1810">
                  <c:v>5.2799199999999998E-2</c:v>
                </c:pt>
                <c:pt idx="1811">
                  <c:v>5.3104600000000002E-2</c:v>
                </c:pt>
                <c:pt idx="1812">
                  <c:v>5.3409999999999999E-2</c:v>
                </c:pt>
                <c:pt idx="1813">
                  <c:v>5.3715400000000003E-2</c:v>
                </c:pt>
                <c:pt idx="1814">
                  <c:v>5.4020800000000001E-2</c:v>
                </c:pt>
                <c:pt idx="1815">
                  <c:v>5.4326199999999998E-2</c:v>
                </c:pt>
                <c:pt idx="1816">
                  <c:v>5.4631600000000002E-2</c:v>
                </c:pt>
                <c:pt idx="1817">
                  <c:v>5.4937E-2</c:v>
                </c:pt>
                <c:pt idx="1818">
                  <c:v>5.5242399999999997E-2</c:v>
                </c:pt>
                <c:pt idx="1819">
                  <c:v>5.5547800000000001E-2</c:v>
                </c:pt>
                <c:pt idx="1820">
                  <c:v>5.5853199999999999E-2</c:v>
                </c:pt>
                <c:pt idx="1821">
                  <c:v>5.6158600000000003E-2</c:v>
                </c:pt>
                <c:pt idx="1822">
                  <c:v>5.6464E-2</c:v>
                </c:pt>
                <c:pt idx="1823">
                  <c:v>5.6769399999999998E-2</c:v>
                </c:pt>
                <c:pt idx="1824">
                  <c:v>5.7074800000000002E-2</c:v>
                </c:pt>
                <c:pt idx="1825">
                  <c:v>5.7380199999999999E-2</c:v>
                </c:pt>
                <c:pt idx="1826">
                  <c:v>5.7685599999999997E-2</c:v>
                </c:pt>
                <c:pt idx="1827">
                  <c:v>5.7991000000000001E-2</c:v>
                </c:pt>
                <c:pt idx="1828">
                  <c:v>5.8296300000000002E-2</c:v>
                </c:pt>
                <c:pt idx="1829">
                  <c:v>5.86017E-2</c:v>
                </c:pt>
                <c:pt idx="1830">
                  <c:v>5.8907099999999997E-2</c:v>
                </c:pt>
                <c:pt idx="1831">
                  <c:v>5.9212500000000001E-2</c:v>
                </c:pt>
                <c:pt idx="1832">
                  <c:v>5.9517899999999999E-2</c:v>
                </c:pt>
                <c:pt idx="1833">
                  <c:v>5.9823300000000003E-2</c:v>
                </c:pt>
                <c:pt idx="1834">
                  <c:v>6.01287E-2</c:v>
                </c:pt>
                <c:pt idx="1835">
                  <c:v>6.0434099999999998E-2</c:v>
                </c:pt>
                <c:pt idx="1836">
                  <c:v>6.0739500000000002E-2</c:v>
                </c:pt>
                <c:pt idx="1837">
                  <c:v>6.1044899999999999E-2</c:v>
                </c:pt>
                <c:pt idx="1838">
                  <c:v>6.1350300000000003E-2</c:v>
                </c:pt>
                <c:pt idx="1839">
                  <c:v>6.1655700000000001E-2</c:v>
                </c:pt>
                <c:pt idx="1840">
                  <c:v>6.1961099999999998E-2</c:v>
                </c:pt>
                <c:pt idx="1841">
                  <c:v>6.2266500000000002E-2</c:v>
                </c:pt>
                <c:pt idx="1842">
                  <c:v>6.25719E-2</c:v>
                </c:pt>
                <c:pt idx="1843">
                  <c:v>6.2877299999999997E-2</c:v>
                </c:pt>
                <c:pt idx="1844">
                  <c:v>6.3182699999999994E-2</c:v>
                </c:pt>
                <c:pt idx="1845">
                  <c:v>6.3488100000000006E-2</c:v>
                </c:pt>
                <c:pt idx="1846">
                  <c:v>6.3793500000000003E-2</c:v>
                </c:pt>
                <c:pt idx="1847">
                  <c:v>6.40989E-2</c:v>
                </c:pt>
                <c:pt idx="1848">
                  <c:v>6.4404299999999998E-2</c:v>
                </c:pt>
                <c:pt idx="1849">
                  <c:v>6.4709699999999995E-2</c:v>
                </c:pt>
                <c:pt idx="1850">
                  <c:v>6.5015100000000006E-2</c:v>
                </c:pt>
                <c:pt idx="1851">
                  <c:v>6.5320500000000004E-2</c:v>
                </c:pt>
                <c:pt idx="1852">
                  <c:v>6.5625900000000001E-2</c:v>
                </c:pt>
                <c:pt idx="1853">
                  <c:v>6.5931299999999998E-2</c:v>
                </c:pt>
                <c:pt idx="1854">
                  <c:v>6.6236699999999996E-2</c:v>
                </c:pt>
                <c:pt idx="1855">
                  <c:v>6.6542100000000007E-2</c:v>
                </c:pt>
                <c:pt idx="1856">
                  <c:v>6.6847500000000004E-2</c:v>
                </c:pt>
                <c:pt idx="1857">
                  <c:v>6.7152900000000001E-2</c:v>
                </c:pt>
                <c:pt idx="1858">
                  <c:v>6.7458299999999999E-2</c:v>
                </c:pt>
                <c:pt idx="1859">
                  <c:v>6.7763699999999996E-2</c:v>
                </c:pt>
                <c:pt idx="1860">
                  <c:v>6.8069099999999993E-2</c:v>
                </c:pt>
                <c:pt idx="1861">
                  <c:v>6.8374500000000005E-2</c:v>
                </c:pt>
                <c:pt idx="1862">
                  <c:v>6.8679900000000002E-2</c:v>
                </c:pt>
                <c:pt idx="1863">
                  <c:v>6.8985299999999999E-2</c:v>
                </c:pt>
                <c:pt idx="1864">
                  <c:v>6.9290699999999997E-2</c:v>
                </c:pt>
                <c:pt idx="1865">
                  <c:v>6.9596099999999994E-2</c:v>
                </c:pt>
                <c:pt idx="1866">
                  <c:v>6.9901500000000005E-2</c:v>
                </c:pt>
                <c:pt idx="1867">
                  <c:v>7.0206900000000003E-2</c:v>
                </c:pt>
                <c:pt idx="1868">
                  <c:v>7.05123E-2</c:v>
                </c:pt>
                <c:pt idx="1869">
                  <c:v>7.0817699999999997E-2</c:v>
                </c:pt>
                <c:pt idx="1870">
                  <c:v>7.1123000000000006E-2</c:v>
                </c:pt>
                <c:pt idx="1871">
                  <c:v>7.1428400000000003E-2</c:v>
                </c:pt>
                <c:pt idx="1872">
                  <c:v>7.17338E-2</c:v>
                </c:pt>
                <c:pt idx="1873">
                  <c:v>7.2039199999999998E-2</c:v>
                </c:pt>
                <c:pt idx="1874">
                  <c:v>7.2344599999999995E-2</c:v>
                </c:pt>
                <c:pt idx="1875">
                  <c:v>7.2650000000000006E-2</c:v>
                </c:pt>
                <c:pt idx="1876">
                  <c:v>7.2955400000000004E-2</c:v>
                </c:pt>
                <c:pt idx="1877">
                  <c:v>7.3260800000000001E-2</c:v>
                </c:pt>
                <c:pt idx="1878">
                  <c:v>7.3566199999999998E-2</c:v>
                </c:pt>
                <c:pt idx="1879">
                  <c:v>7.3871599999999996E-2</c:v>
                </c:pt>
                <c:pt idx="1880">
                  <c:v>7.4177000000000007E-2</c:v>
                </c:pt>
                <c:pt idx="1881">
                  <c:v>7.4482400000000004E-2</c:v>
                </c:pt>
                <c:pt idx="1882">
                  <c:v>7.4787800000000001E-2</c:v>
                </c:pt>
                <c:pt idx="1883">
                  <c:v>7.5093199999999999E-2</c:v>
                </c:pt>
                <c:pt idx="1884">
                  <c:v>7.5398599999999996E-2</c:v>
                </c:pt>
                <c:pt idx="1885">
                  <c:v>7.5703999999999994E-2</c:v>
                </c:pt>
                <c:pt idx="1886">
                  <c:v>7.6009400000000005E-2</c:v>
                </c:pt>
                <c:pt idx="1887">
                  <c:v>7.6314800000000002E-2</c:v>
                </c:pt>
                <c:pt idx="1888">
                  <c:v>7.6620199999999999E-2</c:v>
                </c:pt>
                <c:pt idx="1889">
                  <c:v>7.6925599999999997E-2</c:v>
                </c:pt>
                <c:pt idx="1890">
                  <c:v>7.7230999999999994E-2</c:v>
                </c:pt>
                <c:pt idx="1891">
                  <c:v>7.7536400000000005E-2</c:v>
                </c:pt>
                <c:pt idx="1892">
                  <c:v>7.7841800000000003E-2</c:v>
                </c:pt>
                <c:pt idx="1893">
                  <c:v>7.81472E-2</c:v>
                </c:pt>
                <c:pt idx="1894">
                  <c:v>7.8452599999999997E-2</c:v>
                </c:pt>
                <c:pt idx="1895">
                  <c:v>7.8757999999999995E-2</c:v>
                </c:pt>
                <c:pt idx="1896">
                  <c:v>7.9063400000000006E-2</c:v>
                </c:pt>
                <c:pt idx="1897">
                  <c:v>7.9368800000000003E-2</c:v>
                </c:pt>
                <c:pt idx="1898">
                  <c:v>7.9674200000000001E-2</c:v>
                </c:pt>
                <c:pt idx="1899">
                  <c:v>7.9979599999999998E-2</c:v>
                </c:pt>
                <c:pt idx="1900">
                  <c:v>8.0284999999999995E-2</c:v>
                </c:pt>
                <c:pt idx="1901">
                  <c:v>8.0590400000000006E-2</c:v>
                </c:pt>
                <c:pt idx="1902">
                  <c:v>8.0895800000000004E-2</c:v>
                </c:pt>
                <c:pt idx="1903">
                  <c:v>8.1201200000000001E-2</c:v>
                </c:pt>
                <c:pt idx="1904">
                  <c:v>8.1506599999999998E-2</c:v>
                </c:pt>
                <c:pt idx="1905">
                  <c:v>8.1811999999999996E-2</c:v>
                </c:pt>
                <c:pt idx="1906">
                  <c:v>8.2117399999999993E-2</c:v>
                </c:pt>
                <c:pt idx="1907">
                  <c:v>8.2422800000000004E-2</c:v>
                </c:pt>
                <c:pt idx="1908">
                  <c:v>8.2728200000000002E-2</c:v>
                </c:pt>
                <c:pt idx="1909">
                  <c:v>8.3033599999999999E-2</c:v>
                </c:pt>
                <c:pt idx="1910">
                  <c:v>8.3338999999999996E-2</c:v>
                </c:pt>
                <c:pt idx="1911">
                  <c:v>8.3644399999999994E-2</c:v>
                </c:pt>
                <c:pt idx="1912">
                  <c:v>8.3949700000000002E-2</c:v>
                </c:pt>
                <c:pt idx="1913">
                  <c:v>8.4255099999999999E-2</c:v>
                </c:pt>
                <c:pt idx="1914">
                  <c:v>8.4560499999999997E-2</c:v>
                </c:pt>
                <c:pt idx="1915">
                  <c:v>8.4865899999999994E-2</c:v>
                </c:pt>
                <c:pt idx="1916">
                  <c:v>8.5171300000000005E-2</c:v>
                </c:pt>
                <c:pt idx="1917">
                  <c:v>8.5476700000000003E-2</c:v>
                </c:pt>
                <c:pt idx="1918">
                  <c:v>8.57821E-2</c:v>
                </c:pt>
                <c:pt idx="1919">
                  <c:v>8.6087499999999997E-2</c:v>
                </c:pt>
                <c:pt idx="1920">
                  <c:v>8.6392899999999995E-2</c:v>
                </c:pt>
                <c:pt idx="1921">
                  <c:v>8.6698300000000006E-2</c:v>
                </c:pt>
                <c:pt idx="1922">
                  <c:v>8.7003700000000003E-2</c:v>
                </c:pt>
                <c:pt idx="1923">
                  <c:v>8.7309100000000001E-2</c:v>
                </c:pt>
                <c:pt idx="1924">
                  <c:v>8.7614499999999998E-2</c:v>
                </c:pt>
                <c:pt idx="1925">
                  <c:v>8.7919899999999995E-2</c:v>
                </c:pt>
                <c:pt idx="1926">
                  <c:v>8.8225300000000006E-2</c:v>
                </c:pt>
                <c:pt idx="1927">
                  <c:v>8.8530700000000004E-2</c:v>
                </c:pt>
                <c:pt idx="1928">
                  <c:v>8.8836100000000001E-2</c:v>
                </c:pt>
                <c:pt idx="1929">
                  <c:v>8.9141499999999999E-2</c:v>
                </c:pt>
                <c:pt idx="1930">
                  <c:v>8.9446899999999996E-2</c:v>
                </c:pt>
                <c:pt idx="1931">
                  <c:v>8.9752299999999993E-2</c:v>
                </c:pt>
                <c:pt idx="1932">
                  <c:v>9.0057700000000004E-2</c:v>
                </c:pt>
                <c:pt idx="1933">
                  <c:v>9.0363100000000002E-2</c:v>
                </c:pt>
                <c:pt idx="1934">
                  <c:v>9.0668499999999999E-2</c:v>
                </c:pt>
                <c:pt idx="1935">
                  <c:v>9.0973899999999996E-2</c:v>
                </c:pt>
                <c:pt idx="1936">
                  <c:v>9.1279299999999994E-2</c:v>
                </c:pt>
                <c:pt idx="1937">
                  <c:v>9.1584700000000005E-2</c:v>
                </c:pt>
                <c:pt idx="1938">
                  <c:v>9.1890100000000002E-2</c:v>
                </c:pt>
                <c:pt idx="1939">
                  <c:v>9.21955E-2</c:v>
                </c:pt>
                <c:pt idx="1940">
                  <c:v>9.2500899999999997E-2</c:v>
                </c:pt>
                <c:pt idx="1941">
                  <c:v>9.2806299999999994E-2</c:v>
                </c:pt>
                <c:pt idx="1942">
                  <c:v>9.3111700000000006E-2</c:v>
                </c:pt>
                <c:pt idx="1943">
                  <c:v>9.3417100000000003E-2</c:v>
                </c:pt>
                <c:pt idx="1944">
                  <c:v>9.37225E-2</c:v>
                </c:pt>
                <c:pt idx="1945">
                  <c:v>9.4027899999999998E-2</c:v>
                </c:pt>
                <c:pt idx="1946">
                  <c:v>9.4333299999999995E-2</c:v>
                </c:pt>
                <c:pt idx="1947">
                  <c:v>9.4638700000000006E-2</c:v>
                </c:pt>
                <c:pt idx="1948">
                  <c:v>9.4944100000000003E-2</c:v>
                </c:pt>
                <c:pt idx="1949">
                  <c:v>9.5249500000000001E-2</c:v>
                </c:pt>
                <c:pt idx="1950">
                  <c:v>9.5554899999999998E-2</c:v>
                </c:pt>
                <c:pt idx="1951">
                  <c:v>9.5860299999999996E-2</c:v>
                </c:pt>
                <c:pt idx="1952">
                  <c:v>9.6165700000000007E-2</c:v>
                </c:pt>
                <c:pt idx="1953">
                  <c:v>9.6471100000000004E-2</c:v>
                </c:pt>
                <c:pt idx="1954">
                  <c:v>9.6776399999999999E-2</c:v>
                </c:pt>
                <c:pt idx="1955">
                  <c:v>9.7081799999999996E-2</c:v>
                </c:pt>
                <c:pt idx="1956">
                  <c:v>9.7387199999999993E-2</c:v>
                </c:pt>
                <c:pt idx="1957">
                  <c:v>9.7692600000000004E-2</c:v>
                </c:pt>
                <c:pt idx="1958">
                  <c:v>9.7998000000000002E-2</c:v>
                </c:pt>
                <c:pt idx="1959">
                  <c:v>9.8303399999999999E-2</c:v>
                </c:pt>
                <c:pt idx="1960">
                  <c:v>9.8608799999999996E-2</c:v>
                </c:pt>
                <c:pt idx="1961">
                  <c:v>9.8914199999999994E-2</c:v>
                </c:pt>
                <c:pt idx="1962">
                  <c:v>9.9219600000000005E-2</c:v>
                </c:pt>
                <c:pt idx="1963">
                  <c:v>9.9525000000000002E-2</c:v>
                </c:pt>
                <c:pt idx="1964">
                  <c:v>9.98304E-2</c:v>
                </c:pt>
                <c:pt idx="1965">
                  <c:v>0.100136</c:v>
                </c:pt>
                <c:pt idx="1966">
                  <c:v>0.100441</c:v>
                </c:pt>
                <c:pt idx="1967">
                  <c:v>0.100747</c:v>
                </c:pt>
                <c:pt idx="1968">
                  <c:v>0.101052</c:v>
                </c:pt>
                <c:pt idx="1969">
                  <c:v>0.101357</c:v>
                </c:pt>
                <c:pt idx="1970">
                  <c:v>0.101663</c:v>
                </c:pt>
                <c:pt idx="1971">
                  <c:v>0.101968</c:v>
                </c:pt>
                <c:pt idx="1972">
                  <c:v>0.102274</c:v>
                </c:pt>
                <c:pt idx="1973">
                  <c:v>0.102579</c:v>
                </c:pt>
                <c:pt idx="1974">
                  <c:v>0.102884</c:v>
                </c:pt>
                <c:pt idx="1975">
                  <c:v>0.10319</c:v>
                </c:pt>
                <c:pt idx="1976">
                  <c:v>0.103495</c:v>
                </c:pt>
                <c:pt idx="1977">
                  <c:v>0.103801</c:v>
                </c:pt>
                <c:pt idx="1978">
                  <c:v>0.104106</c:v>
                </c:pt>
                <c:pt idx="1979">
                  <c:v>0.104411</c:v>
                </c:pt>
                <c:pt idx="1980">
                  <c:v>0.104717</c:v>
                </c:pt>
                <c:pt idx="1981">
                  <c:v>0.105022</c:v>
                </c:pt>
                <c:pt idx="1982">
                  <c:v>0.105328</c:v>
                </c:pt>
                <c:pt idx="1983">
                  <c:v>0.105633</c:v>
                </c:pt>
                <c:pt idx="1984">
                  <c:v>0.105938</c:v>
                </c:pt>
                <c:pt idx="1985">
                  <c:v>0.10624400000000001</c:v>
                </c:pt>
                <c:pt idx="1986">
                  <c:v>0.106549</c:v>
                </c:pt>
                <c:pt idx="1987">
                  <c:v>0.10685500000000001</c:v>
                </c:pt>
                <c:pt idx="1988">
                  <c:v>0.10716000000000001</c:v>
                </c:pt>
                <c:pt idx="1989">
                  <c:v>0.107465</c:v>
                </c:pt>
                <c:pt idx="1990">
                  <c:v>0.10777100000000001</c:v>
                </c:pt>
                <c:pt idx="1991">
                  <c:v>0.10807600000000001</c:v>
                </c:pt>
                <c:pt idx="1992">
                  <c:v>0.10838200000000001</c:v>
                </c:pt>
                <c:pt idx="1993">
                  <c:v>0.10868700000000001</c:v>
                </c:pt>
                <c:pt idx="1994">
                  <c:v>0.10899200000000001</c:v>
                </c:pt>
                <c:pt idx="1995">
                  <c:v>0.10929800000000001</c:v>
                </c:pt>
                <c:pt idx="1996">
                  <c:v>0.10960300000000001</c:v>
                </c:pt>
                <c:pt idx="1997">
                  <c:v>0.10990900000000001</c:v>
                </c:pt>
                <c:pt idx="1998">
                  <c:v>0.11021400000000001</c:v>
                </c:pt>
                <c:pt idx="1999">
                  <c:v>0.11051900000000001</c:v>
                </c:pt>
                <c:pt idx="2000">
                  <c:v>0.11082500000000001</c:v>
                </c:pt>
                <c:pt idx="2001">
                  <c:v>0.11113000000000001</c:v>
                </c:pt>
                <c:pt idx="2002">
                  <c:v>0.11143599999999999</c:v>
                </c:pt>
                <c:pt idx="2003">
                  <c:v>0.11174099999999999</c:v>
                </c:pt>
                <c:pt idx="2004">
                  <c:v>0.11204600000000001</c:v>
                </c:pt>
                <c:pt idx="2005">
                  <c:v>0.11235199999999999</c:v>
                </c:pt>
                <c:pt idx="2006">
                  <c:v>0.11265699999999999</c:v>
                </c:pt>
                <c:pt idx="2007">
                  <c:v>0.11296299999999999</c:v>
                </c:pt>
                <c:pt idx="2008">
                  <c:v>0.11326799999999999</c:v>
                </c:pt>
                <c:pt idx="2009">
                  <c:v>0.11357299999999999</c:v>
                </c:pt>
                <c:pt idx="2010">
                  <c:v>0.11387899999999999</c:v>
                </c:pt>
                <c:pt idx="2011">
                  <c:v>0.11418399999999999</c:v>
                </c:pt>
                <c:pt idx="2012">
                  <c:v>0.11448999999999999</c:v>
                </c:pt>
                <c:pt idx="2013">
                  <c:v>0.11479499999999999</c:v>
                </c:pt>
                <c:pt idx="2014">
                  <c:v>0.11509999999999999</c:v>
                </c:pt>
                <c:pt idx="2015">
                  <c:v>0.11540599999999999</c:v>
                </c:pt>
                <c:pt idx="2016">
                  <c:v>0.11571099999999999</c:v>
                </c:pt>
                <c:pt idx="2017">
                  <c:v>0.11601599999999999</c:v>
                </c:pt>
                <c:pt idx="2018">
                  <c:v>0.11632199999999999</c:v>
                </c:pt>
                <c:pt idx="2019">
                  <c:v>0.11662699999999999</c:v>
                </c:pt>
                <c:pt idx="2020">
                  <c:v>0.116933</c:v>
                </c:pt>
                <c:pt idx="2021">
                  <c:v>0.11723799999999999</c:v>
                </c:pt>
                <c:pt idx="2022">
                  <c:v>0.11754299999999999</c:v>
                </c:pt>
                <c:pt idx="2023">
                  <c:v>0.117849</c:v>
                </c:pt>
                <c:pt idx="2024">
                  <c:v>0.118154</c:v>
                </c:pt>
                <c:pt idx="2025">
                  <c:v>0.11846</c:v>
                </c:pt>
                <c:pt idx="2026">
                  <c:v>0.118765</c:v>
                </c:pt>
                <c:pt idx="2027">
                  <c:v>0.11907</c:v>
                </c:pt>
                <c:pt idx="2028">
                  <c:v>0.119376</c:v>
                </c:pt>
                <c:pt idx="2029">
                  <c:v>0.119681</c:v>
                </c:pt>
                <c:pt idx="2030">
                  <c:v>0.119987</c:v>
                </c:pt>
                <c:pt idx="2031">
                  <c:v>0.120292</c:v>
                </c:pt>
                <c:pt idx="2032">
                  <c:v>0.120597</c:v>
                </c:pt>
                <c:pt idx="2033">
                  <c:v>0.120903</c:v>
                </c:pt>
                <c:pt idx="2034">
                  <c:v>0.121208</c:v>
                </c:pt>
                <c:pt idx="2035">
                  <c:v>0.121514</c:v>
                </c:pt>
                <c:pt idx="2036">
                  <c:v>0.121819</c:v>
                </c:pt>
                <c:pt idx="2037">
                  <c:v>0.122124</c:v>
                </c:pt>
                <c:pt idx="2038">
                  <c:v>0.12243</c:v>
                </c:pt>
                <c:pt idx="2039">
                  <c:v>0.122735</c:v>
                </c:pt>
                <c:pt idx="2040">
                  <c:v>0.123041</c:v>
                </c:pt>
                <c:pt idx="2041">
                  <c:v>0.123346</c:v>
                </c:pt>
                <c:pt idx="2042">
                  <c:v>0.123651</c:v>
                </c:pt>
                <c:pt idx="2043">
                  <c:v>0.123957</c:v>
                </c:pt>
                <c:pt idx="2044">
                  <c:v>0.124262</c:v>
                </c:pt>
                <c:pt idx="2045">
                  <c:v>0.124568</c:v>
                </c:pt>
                <c:pt idx="2046">
                  <c:v>0.124873</c:v>
                </c:pt>
                <c:pt idx="2047">
                  <c:v>0.12517800000000001</c:v>
                </c:pt>
                <c:pt idx="2048">
                  <c:v>0.12548400000000001</c:v>
                </c:pt>
                <c:pt idx="2049">
                  <c:v>0.12578900000000001</c:v>
                </c:pt>
                <c:pt idx="2050">
                  <c:v>0.12609500000000001</c:v>
                </c:pt>
                <c:pt idx="2051">
                  <c:v>0.12640000000000001</c:v>
                </c:pt>
                <c:pt idx="2052">
                  <c:v>0.12670500000000001</c:v>
                </c:pt>
                <c:pt idx="2053">
                  <c:v>0.12701100000000001</c:v>
                </c:pt>
                <c:pt idx="2054">
                  <c:v>0.12731600000000001</c:v>
                </c:pt>
                <c:pt idx="2055">
                  <c:v>0.12762200000000001</c:v>
                </c:pt>
                <c:pt idx="2056">
                  <c:v>0.12792700000000001</c:v>
                </c:pt>
                <c:pt idx="2057">
                  <c:v>0.12823200000000001</c:v>
                </c:pt>
                <c:pt idx="2058">
                  <c:v>0.12853800000000001</c:v>
                </c:pt>
                <c:pt idx="2059">
                  <c:v>0.12884300000000001</c:v>
                </c:pt>
                <c:pt idx="2060">
                  <c:v>0.12914900000000001</c:v>
                </c:pt>
                <c:pt idx="2061">
                  <c:v>0.12945400000000001</c:v>
                </c:pt>
                <c:pt idx="2062">
                  <c:v>0.12975900000000001</c:v>
                </c:pt>
                <c:pt idx="2063">
                  <c:v>0.13006499999999999</c:v>
                </c:pt>
                <c:pt idx="2064">
                  <c:v>0.13037000000000001</c:v>
                </c:pt>
                <c:pt idx="2065">
                  <c:v>0.13067599999999999</c:v>
                </c:pt>
                <c:pt idx="2066">
                  <c:v>0.13098099999999999</c:v>
                </c:pt>
                <c:pt idx="2067">
                  <c:v>0.13128600000000001</c:v>
                </c:pt>
                <c:pt idx="2068">
                  <c:v>0.13159199999999999</c:v>
                </c:pt>
                <c:pt idx="2069">
                  <c:v>0.13189699999999999</c:v>
                </c:pt>
                <c:pt idx="2070">
                  <c:v>0.13220299999999999</c:v>
                </c:pt>
                <c:pt idx="2071">
                  <c:v>0.13250799999999999</c:v>
                </c:pt>
                <c:pt idx="2072">
                  <c:v>0.13281299999999999</c:v>
                </c:pt>
                <c:pt idx="2073">
                  <c:v>0.13311899999999999</c:v>
                </c:pt>
                <c:pt idx="2074">
                  <c:v>0.13342399999999999</c:v>
                </c:pt>
                <c:pt idx="2075">
                  <c:v>0.13372999999999999</c:v>
                </c:pt>
                <c:pt idx="2076">
                  <c:v>0.13403499999999999</c:v>
                </c:pt>
                <c:pt idx="2077">
                  <c:v>0.13433999999999999</c:v>
                </c:pt>
                <c:pt idx="2078">
                  <c:v>0.13464599999999999</c:v>
                </c:pt>
                <c:pt idx="2079">
                  <c:v>0.13495099999999999</c:v>
                </c:pt>
                <c:pt idx="2080">
                  <c:v>0.13525699999999999</c:v>
                </c:pt>
                <c:pt idx="2081">
                  <c:v>0.13556199999999999</c:v>
                </c:pt>
                <c:pt idx="2082">
                  <c:v>0.13586699999999999</c:v>
                </c:pt>
                <c:pt idx="2083">
                  <c:v>0.13617299999999999</c:v>
                </c:pt>
                <c:pt idx="2084">
                  <c:v>0.13647799999999999</c:v>
                </c:pt>
                <c:pt idx="2085">
                  <c:v>0.13678399999999999</c:v>
                </c:pt>
                <c:pt idx="2086">
                  <c:v>0.13708899999999999</c:v>
                </c:pt>
                <c:pt idx="2087">
                  <c:v>0.13739399999999999</c:v>
                </c:pt>
                <c:pt idx="2088">
                  <c:v>0.13769999999999999</c:v>
                </c:pt>
                <c:pt idx="2089">
                  <c:v>0.13800499999999999</c:v>
                </c:pt>
                <c:pt idx="2090">
                  <c:v>0.13831099999999999</c:v>
                </c:pt>
                <c:pt idx="2091">
                  <c:v>0.13861599999999999</c:v>
                </c:pt>
                <c:pt idx="2092">
                  <c:v>0.13892099999999999</c:v>
                </c:pt>
                <c:pt idx="2093">
                  <c:v>0.13922699999999999</c:v>
                </c:pt>
                <c:pt idx="2094">
                  <c:v>0.13953199999999999</c:v>
                </c:pt>
                <c:pt idx="2095">
                  <c:v>0.13983799999999999</c:v>
                </c:pt>
                <c:pt idx="2096">
                  <c:v>0.14014299999999999</c:v>
                </c:pt>
                <c:pt idx="2097">
                  <c:v>0.14044799999999999</c:v>
                </c:pt>
                <c:pt idx="2098">
                  <c:v>0.14075399999999999</c:v>
                </c:pt>
                <c:pt idx="2099">
                  <c:v>0.14105899999999999</c:v>
                </c:pt>
                <c:pt idx="2100">
                  <c:v>0.14136499999999999</c:v>
                </c:pt>
                <c:pt idx="2101">
                  <c:v>0.14166999999999999</c:v>
                </c:pt>
                <c:pt idx="2102">
                  <c:v>0.14197499999999999</c:v>
                </c:pt>
                <c:pt idx="2103">
                  <c:v>0.14228099999999999</c:v>
                </c:pt>
                <c:pt idx="2104">
                  <c:v>0.14258599999999999</c:v>
                </c:pt>
                <c:pt idx="2105">
                  <c:v>0.14289099999999999</c:v>
                </c:pt>
                <c:pt idx="2106">
                  <c:v>0.14319699999999999</c:v>
                </c:pt>
                <c:pt idx="2107">
                  <c:v>0.14350199999999999</c:v>
                </c:pt>
                <c:pt idx="2108">
                  <c:v>0.14380799999999999</c:v>
                </c:pt>
                <c:pt idx="2109">
                  <c:v>0.14411299999999999</c:v>
                </c:pt>
                <c:pt idx="2110">
                  <c:v>0.14441799999999999</c:v>
                </c:pt>
                <c:pt idx="2111">
                  <c:v>0.14472399999999999</c:v>
                </c:pt>
                <c:pt idx="2112">
                  <c:v>0.14502899999999999</c:v>
                </c:pt>
                <c:pt idx="2113">
                  <c:v>0.14533499999999999</c:v>
                </c:pt>
                <c:pt idx="2114">
                  <c:v>0.14563999999999999</c:v>
                </c:pt>
                <c:pt idx="2115">
                  <c:v>0.14594499999999999</c:v>
                </c:pt>
                <c:pt idx="2116">
                  <c:v>0.14625099999999999</c:v>
                </c:pt>
                <c:pt idx="2117">
                  <c:v>0.14655599999999999</c:v>
                </c:pt>
                <c:pt idx="2118">
                  <c:v>0.14686199999999999</c:v>
                </c:pt>
                <c:pt idx="2119">
                  <c:v>0.14716699999999999</c:v>
                </c:pt>
                <c:pt idx="2120">
                  <c:v>0.14747199999999999</c:v>
                </c:pt>
                <c:pt idx="2121">
                  <c:v>0.14777799999999999</c:v>
                </c:pt>
                <c:pt idx="2122">
                  <c:v>0.14808299999999999</c:v>
                </c:pt>
                <c:pt idx="2123">
                  <c:v>0.14838899999999999</c:v>
                </c:pt>
                <c:pt idx="2124">
                  <c:v>0.14869399999999999</c:v>
                </c:pt>
                <c:pt idx="2125">
                  <c:v>0.14899899999999999</c:v>
                </c:pt>
                <c:pt idx="2126">
                  <c:v>0.14930499999999999</c:v>
                </c:pt>
                <c:pt idx="2127">
                  <c:v>0.14960999999999999</c:v>
                </c:pt>
                <c:pt idx="2128">
                  <c:v>0.14991599999999999</c:v>
                </c:pt>
                <c:pt idx="2129">
                  <c:v>0.15022099999999999</c:v>
                </c:pt>
                <c:pt idx="2130">
                  <c:v>0.15052599999999999</c:v>
                </c:pt>
                <c:pt idx="2131">
                  <c:v>0.15083199999999999</c:v>
                </c:pt>
                <c:pt idx="2132">
                  <c:v>0.15113699999999999</c:v>
                </c:pt>
                <c:pt idx="2133">
                  <c:v>0.15144299999999999</c:v>
                </c:pt>
                <c:pt idx="2134">
                  <c:v>0.15174799999999999</c:v>
                </c:pt>
                <c:pt idx="2135">
                  <c:v>0.15205299999999999</c:v>
                </c:pt>
                <c:pt idx="2136">
                  <c:v>0.15235899999999999</c:v>
                </c:pt>
                <c:pt idx="2137">
                  <c:v>0.15266399999999999</c:v>
                </c:pt>
                <c:pt idx="2138">
                  <c:v>0.15296999999999999</c:v>
                </c:pt>
                <c:pt idx="2139">
                  <c:v>0.15327499999999999</c:v>
                </c:pt>
                <c:pt idx="2140">
                  <c:v>0.15357999999999999</c:v>
                </c:pt>
                <c:pt idx="2141">
                  <c:v>0.153886</c:v>
                </c:pt>
                <c:pt idx="2142">
                  <c:v>0.15419099999999999</c:v>
                </c:pt>
                <c:pt idx="2143">
                  <c:v>0.154497</c:v>
                </c:pt>
                <c:pt idx="2144">
                  <c:v>0.154802</c:v>
                </c:pt>
                <c:pt idx="2145">
                  <c:v>0.15510699999999999</c:v>
                </c:pt>
                <c:pt idx="2146">
                  <c:v>0.155413</c:v>
                </c:pt>
                <c:pt idx="2147">
                  <c:v>0.155718</c:v>
                </c:pt>
                <c:pt idx="2148">
                  <c:v>0.156024</c:v>
                </c:pt>
                <c:pt idx="2149">
                  <c:v>0.156329</c:v>
                </c:pt>
                <c:pt idx="2150">
                  <c:v>0.156634</c:v>
                </c:pt>
                <c:pt idx="2151">
                  <c:v>0.15694</c:v>
                </c:pt>
                <c:pt idx="2152">
                  <c:v>0.157245</c:v>
                </c:pt>
                <c:pt idx="2153">
                  <c:v>0.157551</c:v>
                </c:pt>
                <c:pt idx="2154">
                  <c:v>0.157856</c:v>
                </c:pt>
                <c:pt idx="2155">
                  <c:v>0.158161</c:v>
                </c:pt>
                <c:pt idx="2156">
                  <c:v>0.158467</c:v>
                </c:pt>
                <c:pt idx="2157">
                  <c:v>0.158772</c:v>
                </c:pt>
                <c:pt idx="2158">
                  <c:v>0.159078</c:v>
                </c:pt>
                <c:pt idx="2159">
                  <c:v>0.159383</c:v>
                </c:pt>
                <c:pt idx="2160">
                  <c:v>0.159688</c:v>
                </c:pt>
                <c:pt idx="2161">
                  <c:v>0.159994</c:v>
                </c:pt>
                <c:pt idx="2162">
                  <c:v>0.160299</c:v>
                </c:pt>
                <c:pt idx="2163">
                  <c:v>0.160605</c:v>
                </c:pt>
                <c:pt idx="2164">
                  <c:v>0.16091</c:v>
                </c:pt>
                <c:pt idx="2165">
                  <c:v>0.161215</c:v>
                </c:pt>
                <c:pt idx="2166">
                  <c:v>0.161521</c:v>
                </c:pt>
                <c:pt idx="2167">
                  <c:v>0.161826</c:v>
                </c:pt>
                <c:pt idx="2168">
                  <c:v>0.162132</c:v>
                </c:pt>
                <c:pt idx="2169">
                  <c:v>0.162437</c:v>
                </c:pt>
                <c:pt idx="2170">
                  <c:v>0.162742</c:v>
                </c:pt>
                <c:pt idx="2171">
                  <c:v>0.163048</c:v>
                </c:pt>
                <c:pt idx="2172">
                  <c:v>0.163353</c:v>
                </c:pt>
                <c:pt idx="2173">
                  <c:v>0.163659</c:v>
                </c:pt>
                <c:pt idx="2174">
                  <c:v>0.163964</c:v>
                </c:pt>
                <c:pt idx="2175">
                  <c:v>0.164269</c:v>
                </c:pt>
                <c:pt idx="2176">
                  <c:v>0.164575</c:v>
                </c:pt>
                <c:pt idx="2177">
                  <c:v>0.16488</c:v>
                </c:pt>
                <c:pt idx="2178">
                  <c:v>0.165186</c:v>
                </c:pt>
                <c:pt idx="2179">
                  <c:v>0.165491</c:v>
                </c:pt>
                <c:pt idx="2180">
                  <c:v>0.165796</c:v>
                </c:pt>
                <c:pt idx="2181">
                  <c:v>0.166102</c:v>
                </c:pt>
                <c:pt idx="2182">
                  <c:v>0.166407</c:v>
                </c:pt>
                <c:pt idx="2183">
                  <c:v>0.166713</c:v>
                </c:pt>
                <c:pt idx="2184">
                  <c:v>0.167018</c:v>
                </c:pt>
                <c:pt idx="2185">
                  <c:v>0.167323</c:v>
                </c:pt>
                <c:pt idx="2186">
                  <c:v>0.167629</c:v>
                </c:pt>
                <c:pt idx="2187">
                  <c:v>0.167934</c:v>
                </c:pt>
                <c:pt idx="2188">
                  <c:v>0.168239</c:v>
                </c:pt>
                <c:pt idx="2189">
                  <c:v>0.168545</c:v>
                </c:pt>
                <c:pt idx="2190">
                  <c:v>0.16885</c:v>
                </c:pt>
                <c:pt idx="2191">
                  <c:v>0.169156</c:v>
                </c:pt>
                <c:pt idx="2192">
                  <c:v>0.169461</c:v>
                </c:pt>
                <c:pt idx="2193">
                  <c:v>0.169766</c:v>
                </c:pt>
                <c:pt idx="2194">
                  <c:v>0.170072</c:v>
                </c:pt>
                <c:pt idx="2195">
                  <c:v>0.170377</c:v>
                </c:pt>
                <c:pt idx="2196">
                  <c:v>0.170683</c:v>
                </c:pt>
                <c:pt idx="2197">
                  <c:v>0.170988</c:v>
                </c:pt>
                <c:pt idx="2198">
                  <c:v>0.171293</c:v>
                </c:pt>
                <c:pt idx="2199">
                  <c:v>0.171599</c:v>
                </c:pt>
                <c:pt idx="2200">
                  <c:v>0.171904</c:v>
                </c:pt>
                <c:pt idx="2201">
                  <c:v>0.17221</c:v>
                </c:pt>
                <c:pt idx="2202">
                  <c:v>0.172515</c:v>
                </c:pt>
                <c:pt idx="2203">
                  <c:v>0.17282</c:v>
                </c:pt>
                <c:pt idx="2204">
                  <c:v>0.173126</c:v>
                </c:pt>
                <c:pt idx="2205">
                  <c:v>0.173431</c:v>
                </c:pt>
                <c:pt idx="2206">
                  <c:v>0.173737</c:v>
                </c:pt>
                <c:pt idx="2207">
                  <c:v>0.174042</c:v>
                </c:pt>
                <c:pt idx="2208">
                  <c:v>0.174347</c:v>
                </c:pt>
                <c:pt idx="2209">
                  <c:v>0.174653</c:v>
                </c:pt>
                <c:pt idx="2210">
                  <c:v>0.174958</c:v>
                </c:pt>
                <c:pt idx="2211">
                  <c:v>0.175264</c:v>
                </c:pt>
                <c:pt idx="2212">
                  <c:v>0.175569</c:v>
                </c:pt>
                <c:pt idx="2213">
                  <c:v>0.175874</c:v>
                </c:pt>
                <c:pt idx="2214">
                  <c:v>0.17618</c:v>
                </c:pt>
                <c:pt idx="2215">
                  <c:v>0.176485</c:v>
                </c:pt>
                <c:pt idx="2216">
                  <c:v>0.176791</c:v>
                </c:pt>
                <c:pt idx="2217">
                  <c:v>0.177096</c:v>
                </c:pt>
                <c:pt idx="2218">
                  <c:v>0.177401</c:v>
                </c:pt>
                <c:pt idx="2219">
                  <c:v>0.177707</c:v>
                </c:pt>
                <c:pt idx="2220">
                  <c:v>0.178012</c:v>
                </c:pt>
                <c:pt idx="2221">
                  <c:v>0.178318</c:v>
                </c:pt>
                <c:pt idx="2222">
                  <c:v>0.178623</c:v>
                </c:pt>
                <c:pt idx="2223">
                  <c:v>0.178928</c:v>
                </c:pt>
                <c:pt idx="2224">
                  <c:v>0.179234</c:v>
                </c:pt>
                <c:pt idx="2225">
                  <c:v>0.179539</c:v>
                </c:pt>
                <c:pt idx="2226">
                  <c:v>0.179845</c:v>
                </c:pt>
                <c:pt idx="2227">
                  <c:v>0.18015</c:v>
                </c:pt>
                <c:pt idx="2228">
                  <c:v>0.180455</c:v>
                </c:pt>
                <c:pt idx="2229">
                  <c:v>0.18076100000000001</c:v>
                </c:pt>
                <c:pt idx="2230">
                  <c:v>0.181066</c:v>
                </c:pt>
                <c:pt idx="2231">
                  <c:v>0.18137200000000001</c:v>
                </c:pt>
                <c:pt idx="2232">
                  <c:v>0.18167700000000001</c:v>
                </c:pt>
                <c:pt idx="2233">
                  <c:v>0.181982</c:v>
                </c:pt>
                <c:pt idx="2234">
                  <c:v>0.18228800000000001</c:v>
                </c:pt>
                <c:pt idx="2235">
                  <c:v>0.18259300000000001</c:v>
                </c:pt>
                <c:pt idx="2236">
                  <c:v>0.18289900000000001</c:v>
                </c:pt>
                <c:pt idx="2237">
                  <c:v>0.18320400000000001</c:v>
                </c:pt>
                <c:pt idx="2238">
                  <c:v>0.18350900000000001</c:v>
                </c:pt>
                <c:pt idx="2239">
                  <c:v>0.18381500000000001</c:v>
                </c:pt>
                <c:pt idx="2240">
                  <c:v>0.18412000000000001</c:v>
                </c:pt>
                <c:pt idx="2241">
                  <c:v>0.18442600000000001</c:v>
                </c:pt>
                <c:pt idx="2242">
                  <c:v>0.18473100000000001</c:v>
                </c:pt>
                <c:pt idx="2243">
                  <c:v>0.18503600000000001</c:v>
                </c:pt>
                <c:pt idx="2244">
                  <c:v>0.18534200000000001</c:v>
                </c:pt>
                <c:pt idx="2245">
                  <c:v>0.18564700000000001</c:v>
                </c:pt>
                <c:pt idx="2246">
                  <c:v>0.18595300000000001</c:v>
                </c:pt>
                <c:pt idx="2247">
                  <c:v>0.18625800000000001</c:v>
                </c:pt>
                <c:pt idx="2248">
                  <c:v>0.18656300000000001</c:v>
                </c:pt>
                <c:pt idx="2249">
                  <c:v>0.18686900000000001</c:v>
                </c:pt>
                <c:pt idx="2250">
                  <c:v>0.18717400000000001</c:v>
                </c:pt>
                <c:pt idx="2251">
                  <c:v>0.18748000000000001</c:v>
                </c:pt>
                <c:pt idx="2252">
                  <c:v>0.18778500000000001</c:v>
                </c:pt>
                <c:pt idx="2253">
                  <c:v>0.18809000000000001</c:v>
                </c:pt>
                <c:pt idx="2254">
                  <c:v>0.18839600000000001</c:v>
                </c:pt>
                <c:pt idx="2255">
                  <c:v>0.18870100000000001</c:v>
                </c:pt>
                <c:pt idx="2256">
                  <c:v>0.18900700000000001</c:v>
                </c:pt>
                <c:pt idx="2257">
                  <c:v>0.18931200000000001</c:v>
                </c:pt>
                <c:pt idx="2258">
                  <c:v>0.18961700000000001</c:v>
                </c:pt>
                <c:pt idx="2259">
                  <c:v>0.18992300000000001</c:v>
                </c:pt>
                <c:pt idx="2260">
                  <c:v>0.19022800000000001</c:v>
                </c:pt>
                <c:pt idx="2261">
                  <c:v>0.19053400000000001</c:v>
                </c:pt>
                <c:pt idx="2262">
                  <c:v>0.19083900000000001</c:v>
                </c:pt>
                <c:pt idx="2263">
                  <c:v>0.19114400000000001</c:v>
                </c:pt>
                <c:pt idx="2264">
                  <c:v>0.19145000000000001</c:v>
                </c:pt>
                <c:pt idx="2265">
                  <c:v>0.19175500000000001</c:v>
                </c:pt>
                <c:pt idx="2266">
                  <c:v>0.19206100000000001</c:v>
                </c:pt>
                <c:pt idx="2267">
                  <c:v>0.19236600000000001</c:v>
                </c:pt>
                <c:pt idx="2268">
                  <c:v>0.19267100000000001</c:v>
                </c:pt>
                <c:pt idx="2269">
                  <c:v>0.19297700000000001</c:v>
                </c:pt>
                <c:pt idx="2270">
                  <c:v>0.19328200000000001</c:v>
                </c:pt>
                <c:pt idx="2271">
                  <c:v>0.19358700000000001</c:v>
                </c:pt>
                <c:pt idx="2272">
                  <c:v>0.19389300000000001</c:v>
                </c:pt>
                <c:pt idx="2273">
                  <c:v>0.19419800000000001</c:v>
                </c:pt>
                <c:pt idx="2274">
                  <c:v>0.19450400000000001</c:v>
                </c:pt>
                <c:pt idx="2275">
                  <c:v>0.19480900000000001</c:v>
                </c:pt>
                <c:pt idx="2276">
                  <c:v>0.19511400000000001</c:v>
                </c:pt>
                <c:pt idx="2277">
                  <c:v>0.19542000000000001</c:v>
                </c:pt>
                <c:pt idx="2278">
                  <c:v>0.19572500000000001</c:v>
                </c:pt>
                <c:pt idx="2279">
                  <c:v>0.19603100000000001</c:v>
                </c:pt>
                <c:pt idx="2280">
                  <c:v>0.19633600000000001</c:v>
                </c:pt>
                <c:pt idx="2281">
                  <c:v>0.19664100000000001</c:v>
                </c:pt>
                <c:pt idx="2282">
                  <c:v>0.19694700000000001</c:v>
                </c:pt>
                <c:pt idx="2283">
                  <c:v>0.19725200000000001</c:v>
                </c:pt>
                <c:pt idx="2284">
                  <c:v>0.19755800000000001</c:v>
                </c:pt>
                <c:pt idx="2285">
                  <c:v>0.19786300000000001</c:v>
                </c:pt>
                <c:pt idx="2286">
                  <c:v>0.19816800000000001</c:v>
                </c:pt>
                <c:pt idx="2287">
                  <c:v>0.19847400000000001</c:v>
                </c:pt>
                <c:pt idx="2288">
                  <c:v>0.19877900000000001</c:v>
                </c:pt>
                <c:pt idx="2289">
                  <c:v>0.19908500000000001</c:v>
                </c:pt>
                <c:pt idx="2290">
                  <c:v>0.19939000000000001</c:v>
                </c:pt>
                <c:pt idx="2291">
                  <c:v>0.19969500000000001</c:v>
                </c:pt>
                <c:pt idx="2292">
                  <c:v>0.20000100000000001</c:v>
                </c:pt>
                <c:pt idx="2293">
                  <c:v>0.20030600000000001</c:v>
                </c:pt>
                <c:pt idx="2294">
                  <c:v>0.20061200000000001</c:v>
                </c:pt>
                <c:pt idx="2295">
                  <c:v>0.20091700000000001</c:v>
                </c:pt>
                <c:pt idx="2296">
                  <c:v>0.20122200000000001</c:v>
                </c:pt>
                <c:pt idx="2297">
                  <c:v>0.20152800000000001</c:v>
                </c:pt>
                <c:pt idx="2298">
                  <c:v>0.20183300000000001</c:v>
                </c:pt>
                <c:pt idx="2299">
                  <c:v>0.20213900000000001</c:v>
                </c:pt>
                <c:pt idx="2300">
                  <c:v>0.20244400000000001</c:v>
                </c:pt>
                <c:pt idx="2301">
                  <c:v>0.20274900000000001</c:v>
                </c:pt>
                <c:pt idx="2302">
                  <c:v>0.20305500000000001</c:v>
                </c:pt>
                <c:pt idx="2303">
                  <c:v>0.20336000000000001</c:v>
                </c:pt>
                <c:pt idx="2304">
                  <c:v>0.20366600000000001</c:v>
                </c:pt>
                <c:pt idx="2305">
                  <c:v>0.20397100000000001</c:v>
                </c:pt>
                <c:pt idx="2306">
                  <c:v>0.20427600000000001</c:v>
                </c:pt>
                <c:pt idx="2307">
                  <c:v>0.20458200000000001</c:v>
                </c:pt>
                <c:pt idx="2308">
                  <c:v>0.20488700000000001</c:v>
                </c:pt>
                <c:pt idx="2309">
                  <c:v>0.20519299999999999</c:v>
                </c:pt>
                <c:pt idx="2310">
                  <c:v>0.20549799999999999</c:v>
                </c:pt>
                <c:pt idx="2311">
                  <c:v>0.20580300000000001</c:v>
                </c:pt>
                <c:pt idx="2312">
                  <c:v>0.20610899999999999</c:v>
                </c:pt>
                <c:pt idx="2313">
                  <c:v>0.20641399999999999</c:v>
                </c:pt>
                <c:pt idx="2314">
                  <c:v>0.20671999999999999</c:v>
                </c:pt>
                <c:pt idx="2315">
                  <c:v>0.20702499999999999</c:v>
                </c:pt>
                <c:pt idx="2316">
                  <c:v>0.20732999999999999</c:v>
                </c:pt>
                <c:pt idx="2317">
                  <c:v>0.20763599999999999</c:v>
                </c:pt>
                <c:pt idx="2318">
                  <c:v>0.20794099999999999</c:v>
                </c:pt>
                <c:pt idx="2319">
                  <c:v>0.20824699999999999</c:v>
                </c:pt>
                <c:pt idx="2320">
                  <c:v>0.20855199999999999</c:v>
                </c:pt>
                <c:pt idx="2321">
                  <c:v>0.20885699999999999</c:v>
                </c:pt>
                <c:pt idx="2322">
                  <c:v>0.20916299999999999</c:v>
                </c:pt>
                <c:pt idx="2323">
                  <c:v>0.20946799999999999</c:v>
                </c:pt>
                <c:pt idx="2324">
                  <c:v>0.20977399999999999</c:v>
                </c:pt>
                <c:pt idx="2325">
                  <c:v>0.21007899999999999</c:v>
                </c:pt>
                <c:pt idx="2326">
                  <c:v>0.21038399999999999</c:v>
                </c:pt>
                <c:pt idx="2327">
                  <c:v>0.21068999999999999</c:v>
                </c:pt>
                <c:pt idx="2328">
                  <c:v>0.21099499999999999</c:v>
                </c:pt>
                <c:pt idx="2329">
                  <c:v>0.21130099999999999</c:v>
                </c:pt>
                <c:pt idx="2330">
                  <c:v>0.21160599999999999</c:v>
                </c:pt>
                <c:pt idx="2331">
                  <c:v>0.21191099999999999</c:v>
                </c:pt>
                <c:pt idx="2332">
                  <c:v>0.21221699999999999</c:v>
                </c:pt>
                <c:pt idx="2333">
                  <c:v>0.21252199999999999</c:v>
                </c:pt>
                <c:pt idx="2334">
                  <c:v>0.21282799999999999</c:v>
                </c:pt>
                <c:pt idx="2335">
                  <c:v>0.21313299999999999</c:v>
                </c:pt>
                <c:pt idx="2336">
                  <c:v>0.21343799999999999</c:v>
                </c:pt>
                <c:pt idx="2337">
                  <c:v>0.21374399999999999</c:v>
                </c:pt>
                <c:pt idx="2338">
                  <c:v>0.21404899999999999</c:v>
                </c:pt>
                <c:pt idx="2339">
                  <c:v>0.21435499999999999</c:v>
                </c:pt>
                <c:pt idx="2340">
                  <c:v>0.21465999999999999</c:v>
                </c:pt>
                <c:pt idx="2341">
                  <c:v>0.21496499999999999</c:v>
                </c:pt>
                <c:pt idx="2342">
                  <c:v>0.21527099999999999</c:v>
                </c:pt>
                <c:pt idx="2343">
                  <c:v>0.21557599999999999</c:v>
                </c:pt>
                <c:pt idx="2344">
                  <c:v>0.21588199999999999</c:v>
                </c:pt>
                <c:pt idx="2345">
                  <c:v>0.21618699999999999</c:v>
                </c:pt>
                <c:pt idx="2346">
                  <c:v>0.21649199999999999</c:v>
                </c:pt>
                <c:pt idx="2347">
                  <c:v>0.21679799999999999</c:v>
                </c:pt>
                <c:pt idx="2348">
                  <c:v>0.21710299999999999</c:v>
                </c:pt>
                <c:pt idx="2349">
                  <c:v>0.21740899999999999</c:v>
                </c:pt>
                <c:pt idx="2350">
                  <c:v>0.21771399999999999</c:v>
                </c:pt>
                <c:pt idx="2351">
                  <c:v>0.21801899999999999</c:v>
                </c:pt>
                <c:pt idx="2352">
                  <c:v>0.21832499999999999</c:v>
                </c:pt>
                <c:pt idx="2353">
                  <c:v>0.21862999999999999</c:v>
                </c:pt>
                <c:pt idx="2354">
                  <c:v>0.21893499999999999</c:v>
                </c:pt>
                <c:pt idx="2355">
                  <c:v>0.21924099999999999</c:v>
                </c:pt>
                <c:pt idx="2356">
                  <c:v>0.21954599999999999</c:v>
                </c:pt>
                <c:pt idx="2357">
                  <c:v>0.21985199999999999</c:v>
                </c:pt>
                <c:pt idx="2358">
                  <c:v>0.22015699999999999</c:v>
                </c:pt>
                <c:pt idx="2359">
                  <c:v>0.22046199999999999</c:v>
                </c:pt>
                <c:pt idx="2360">
                  <c:v>0.22076799999999999</c:v>
                </c:pt>
                <c:pt idx="2361">
                  <c:v>0.22107299999999999</c:v>
                </c:pt>
                <c:pt idx="2362">
                  <c:v>0.22137899999999999</c:v>
                </c:pt>
                <c:pt idx="2363">
                  <c:v>0.22168399999999999</c:v>
                </c:pt>
                <c:pt idx="2364">
                  <c:v>0.22198899999999999</c:v>
                </c:pt>
                <c:pt idx="2365">
                  <c:v>0.22229499999999999</c:v>
                </c:pt>
                <c:pt idx="2366">
                  <c:v>0.22259999999999999</c:v>
                </c:pt>
                <c:pt idx="2367">
                  <c:v>0.22290599999999999</c:v>
                </c:pt>
                <c:pt idx="2368">
                  <c:v>0.22321099999999999</c:v>
                </c:pt>
                <c:pt idx="2369">
                  <c:v>0.22351599999999999</c:v>
                </c:pt>
                <c:pt idx="2370">
                  <c:v>0.22382199999999999</c:v>
                </c:pt>
                <c:pt idx="2371">
                  <c:v>0.22412699999999999</c:v>
                </c:pt>
                <c:pt idx="2372">
                  <c:v>0.22443299999999999</c:v>
                </c:pt>
                <c:pt idx="2373">
                  <c:v>0.22473799999999999</c:v>
                </c:pt>
                <c:pt idx="2374">
                  <c:v>0.22504299999999999</c:v>
                </c:pt>
                <c:pt idx="2375">
                  <c:v>0.22534899999999999</c:v>
                </c:pt>
                <c:pt idx="2376">
                  <c:v>0.22565399999999999</c:v>
                </c:pt>
                <c:pt idx="2377">
                  <c:v>0.22595999999999999</c:v>
                </c:pt>
                <c:pt idx="2378">
                  <c:v>0.22626499999999999</c:v>
                </c:pt>
                <c:pt idx="2379">
                  <c:v>0.22656999999999999</c:v>
                </c:pt>
                <c:pt idx="2380">
                  <c:v>0.22687599999999999</c:v>
                </c:pt>
                <c:pt idx="2381">
                  <c:v>0.22718099999999999</c:v>
                </c:pt>
                <c:pt idx="2382">
                  <c:v>0.22748699999999999</c:v>
                </c:pt>
                <c:pt idx="2383">
                  <c:v>0.22779199999999999</c:v>
                </c:pt>
                <c:pt idx="2384">
                  <c:v>0.22809699999999999</c:v>
                </c:pt>
                <c:pt idx="2385">
                  <c:v>0.22840299999999999</c:v>
                </c:pt>
                <c:pt idx="2386">
                  <c:v>0.22870799999999999</c:v>
                </c:pt>
                <c:pt idx="2387">
                  <c:v>0.229014</c:v>
                </c:pt>
                <c:pt idx="2388">
                  <c:v>0.229319</c:v>
                </c:pt>
                <c:pt idx="2389">
                  <c:v>0.22962399999999999</c:v>
                </c:pt>
                <c:pt idx="2390">
                  <c:v>0.22993</c:v>
                </c:pt>
                <c:pt idx="2391">
                  <c:v>0.230235</c:v>
                </c:pt>
                <c:pt idx="2392">
                  <c:v>0.230541</c:v>
                </c:pt>
                <c:pt idx="2393">
                  <c:v>0.230846</c:v>
                </c:pt>
                <c:pt idx="2394">
                  <c:v>0.231151</c:v>
                </c:pt>
                <c:pt idx="2395">
                  <c:v>0.231457</c:v>
                </c:pt>
                <c:pt idx="2396">
                  <c:v>0.231762</c:v>
                </c:pt>
                <c:pt idx="2397">
                  <c:v>0.232068</c:v>
                </c:pt>
                <c:pt idx="2398">
                  <c:v>0.232373</c:v>
                </c:pt>
                <c:pt idx="2399">
                  <c:v>0.232678</c:v>
                </c:pt>
                <c:pt idx="2400">
                  <c:v>0.232984</c:v>
                </c:pt>
                <c:pt idx="2401">
                  <c:v>0.233289</c:v>
                </c:pt>
                <c:pt idx="2402">
                  <c:v>0.233595</c:v>
                </c:pt>
                <c:pt idx="2403">
                  <c:v>0.2339</c:v>
                </c:pt>
                <c:pt idx="2404">
                  <c:v>0.234205</c:v>
                </c:pt>
                <c:pt idx="2405">
                  <c:v>0.234511</c:v>
                </c:pt>
                <c:pt idx="2406">
                  <c:v>0.234816</c:v>
                </c:pt>
                <c:pt idx="2407">
                  <c:v>0.235122</c:v>
                </c:pt>
                <c:pt idx="2408">
                  <c:v>0.235427</c:v>
                </c:pt>
                <c:pt idx="2409">
                  <c:v>0.235732</c:v>
                </c:pt>
                <c:pt idx="2410">
                  <c:v>0.236038</c:v>
                </c:pt>
                <c:pt idx="2411">
                  <c:v>0.236343</c:v>
                </c:pt>
                <c:pt idx="2412">
                  <c:v>0.236649</c:v>
                </c:pt>
                <c:pt idx="2413">
                  <c:v>0.236954</c:v>
                </c:pt>
                <c:pt idx="2414">
                  <c:v>0.237259</c:v>
                </c:pt>
                <c:pt idx="2415">
                  <c:v>0.237565</c:v>
                </c:pt>
                <c:pt idx="2416">
                  <c:v>0.23787</c:v>
                </c:pt>
                <c:pt idx="2417">
                  <c:v>0.238176</c:v>
                </c:pt>
                <c:pt idx="2418">
                  <c:v>0.238481</c:v>
                </c:pt>
                <c:pt idx="2419">
                  <c:v>0.238786</c:v>
                </c:pt>
                <c:pt idx="2420">
                  <c:v>0.239092</c:v>
                </c:pt>
                <c:pt idx="2421">
                  <c:v>0.239397</c:v>
                </c:pt>
                <c:pt idx="2422">
                  <c:v>0.239703</c:v>
                </c:pt>
                <c:pt idx="2423">
                  <c:v>0.240008</c:v>
                </c:pt>
                <c:pt idx="2424">
                  <c:v>0.240313</c:v>
                </c:pt>
                <c:pt idx="2425">
                  <c:v>0.240619</c:v>
                </c:pt>
                <c:pt idx="2426">
                  <c:v>0.240924</c:v>
                </c:pt>
                <c:pt idx="2427">
                  <c:v>0.24123</c:v>
                </c:pt>
                <c:pt idx="2428">
                  <c:v>0.241535</c:v>
                </c:pt>
                <c:pt idx="2429">
                  <c:v>0.24184</c:v>
                </c:pt>
                <c:pt idx="2430">
                  <c:v>0.242146</c:v>
                </c:pt>
                <c:pt idx="2431">
                  <c:v>0.242451</c:v>
                </c:pt>
                <c:pt idx="2432">
                  <c:v>0.242757</c:v>
                </c:pt>
                <c:pt idx="2433">
                  <c:v>0.243062</c:v>
                </c:pt>
                <c:pt idx="2434">
                  <c:v>0.243367</c:v>
                </c:pt>
                <c:pt idx="2435">
                  <c:v>0.243673</c:v>
                </c:pt>
                <c:pt idx="2436">
                  <c:v>0.243978</c:v>
                </c:pt>
                <c:pt idx="2437">
                  <c:v>0.244284</c:v>
                </c:pt>
                <c:pt idx="2438">
                  <c:v>0.244589</c:v>
                </c:pt>
                <c:pt idx="2439">
                  <c:v>0.244894</c:v>
                </c:pt>
                <c:pt idx="2440">
                  <c:v>0.2452</c:v>
                </c:pt>
                <c:pt idx="2441">
                  <c:v>0.245505</c:v>
                </c:pt>
                <c:pt idx="2442">
                  <c:v>0.24581</c:v>
                </c:pt>
                <c:pt idx="2443">
                  <c:v>0.246116</c:v>
                </c:pt>
                <c:pt idx="2444">
                  <c:v>0.246421</c:v>
                </c:pt>
                <c:pt idx="2445">
                  <c:v>0.246727</c:v>
                </c:pt>
                <c:pt idx="2446">
                  <c:v>0.247032</c:v>
                </c:pt>
                <c:pt idx="2447">
                  <c:v>0.247337</c:v>
                </c:pt>
                <c:pt idx="2448">
                  <c:v>0.247643</c:v>
                </c:pt>
                <c:pt idx="2449">
                  <c:v>0.247948</c:v>
                </c:pt>
                <c:pt idx="2450">
                  <c:v>0.248254</c:v>
                </c:pt>
                <c:pt idx="2451">
                  <c:v>0.248559</c:v>
                </c:pt>
                <c:pt idx="2452">
                  <c:v>0.248864</c:v>
                </c:pt>
                <c:pt idx="2453">
                  <c:v>0.24917</c:v>
                </c:pt>
                <c:pt idx="2454">
                  <c:v>0.249475</c:v>
                </c:pt>
                <c:pt idx="2455">
                  <c:v>0.249781</c:v>
                </c:pt>
                <c:pt idx="2456">
                  <c:v>0.25008599999999997</c:v>
                </c:pt>
                <c:pt idx="2457">
                  <c:v>0.25039099999999997</c:v>
                </c:pt>
                <c:pt idx="2458">
                  <c:v>0.250697</c:v>
                </c:pt>
                <c:pt idx="2459">
                  <c:v>0.251002</c:v>
                </c:pt>
                <c:pt idx="2460">
                  <c:v>0.25130799999999998</c:v>
                </c:pt>
                <c:pt idx="2461">
                  <c:v>0.25161299999999998</c:v>
                </c:pt>
                <c:pt idx="2462">
                  <c:v>0.25191799999999998</c:v>
                </c:pt>
                <c:pt idx="2463">
                  <c:v>0.252224</c:v>
                </c:pt>
                <c:pt idx="2464">
                  <c:v>0.252529</c:v>
                </c:pt>
                <c:pt idx="2465">
                  <c:v>0.25283499999999998</c:v>
                </c:pt>
                <c:pt idx="2466">
                  <c:v>0.25313999999999998</c:v>
                </c:pt>
                <c:pt idx="2467">
                  <c:v>0.25344499999999998</c:v>
                </c:pt>
                <c:pt idx="2468">
                  <c:v>0.253751</c:v>
                </c:pt>
                <c:pt idx="2469">
                  <c:v>0.254056</c:v>
                </c:pt>
                <c:pt idx="2470">
                  <c:v>0.25436199999999998</c:v>
                </c:pt>
                <c:pt idx="2471">
                  <c:v>0.25466699999999998</c:v>
                </c:pt>
                <c:pt idx="2472">
                  <c:v>0.25497199999999998</c:v>
                </c:pt>
                <c:pt idx="2473">
                  <c:v>0.255278</c:v>
                </c:pt>
                <c:pt idx="2474">
                  <c:v>0.255583</c:v>
                </c:pt>
                <c:pt idx="2475">
                  <c:v>0.25588899999999998</c:v>
                </c:pt>
                <c:pt idx="2476">
                  <c:v>0.25619399999999998</c:v>
                </c:pt>
                <c:pt idx="2477">
                  <c:v>0.25649899999999998</c:v>
                </c:pt>
                <c:pt idx="2478">
                  <c:v>0.25680500000000001</c:v>
                </c:pt>
                <c:pt idx="2479">
                  <c:v>0.25711000000000001</c:v>
                </c:pt>
                <c:pt idx="2480">
                  <c:v>0.25741599999999998</c:v>
                </c:pt>
                <c:pt idx="2481">
                  <c:v>0.25772099999999998</c:v>
                </c:pt>
                <c:pt idx="2482">
                  <c:v>0.25802599999999998</c:v>
                </c:pt>
                <c:pt idx="2483">
                  <c:v>0.25833200000000001</c:v>
                </c:pt>
                <c:pt idx="2484">
                  <c:v>0.25863700000000001</c:v>
                </c:pt>
                <c:pt idx="2485">
                  <c:v>0.25894299999999998</c:v>
                </c:pt>
                <c:pt idx="2486">
                  <c:v>0.25924799999999998</c:v>
                </c:pt>
                <c:pt idx="2487">
                  <c:v>0.25955299999999998</c:v>
                </c:pt>
                <c:pt idx="2488">
                  <c:v>0.25985900000000001</c:v>
                </c:pt>
                <c:pt idx="2489">
                  <c:v>0.26016400000000001</c:v>
                </c:pt>
                <c:pt idx="2490">
                  <c:v>0.26046999999999998</c:v>
                </c:pt>
                <c:pt idx="2491">
                  <c:v>0.26077499999999998</c:v>
                </c:pt>
                <c:pt idx="2492">
                  <c:v>0.26107999999999998</c:v>
                </c:pt>
                <c:pt idx="2493">
                  <c:v>0.26138600000000001</c:v>
                </c:pt>
                <c:pt idx="2494">
                  <c:v>0.26169100000000001</c:v>
                </c:pt>
                <c:pt idx="2495">
                  <c:v>0.26199699999999998</c:v>
                </c:pt>
                <c:pt idx="2496">
                  <c:v>0.26230199999999998</c:v>
                </c:pt>
                <c:pt idx="2497">
                  <c:v>0.26260699999999998</c:v>
                </c:pt>
                <c:pt idx="2498">
                  <c:v>0.26291300000000001</c:v>
                </c:pt>
                <c:pt idx="2499">
                  <c:v>0.26321800000000001</c:v>
                </c:pt>
                <c:pt idx="2500">
                  <c:v>0.26352399999999998</c:v>
                </c:pt>
                <c:pt idx="2501">
                  <c:v>0.26382899999999998</c:v>
                </c:pt>
                <c:pt idx="2502">
                  <c:v>0.26413399999999998</c:v>
                </c:pt>
                <c:pt idx="2503">
                  <c:v>0.26444000000000001</c:v>
                </c:pt>
                <c:pt idx="2504">
                  <c:v>0.26474500000000001</c:v>
                </c:pt>
                <c:pt idx="2505">
                  <c:v>0.26505099999999998</c:v>
                </c:pt>
                <c:pt idx="2506">
                  <c:v>0.26535599999999998</c:v>
                </c:pt>
                <c:pt idx="2507">
                  <c:v>0.26566099999999998</c:v>
                </c:pt>
                <c:pt idx="2508">
                  <c:v>0.26596700000000001</c:v>
                </c:pt>
                <c:pt idx="2509">
                  <c:v>0.26627200000000001</c:v>
                </c:pt>
                <c:pt idx="2510">
                  <c:v>0.26657799999999998</c:v>
                </c:pt>
                <c:pt idx="2511">
                  <c:v>0.26688299999999998</c:v>
                </c:pt>
                <c:pt idx="2512">
                  <c:v>0.26718799999999998</c:v>
                </c:pt>
                <c:pt idx="2513">
                  <c:v>0.26749400000000001</c:v>
                </c:pt>
                <c:pt idx="2514">
                  <c:v>0.26779900000000001</c:v>
                </c:pt>
                <c:pt idx="2515">
                  <c:v>0.26810499999999998</c:v>
                </c:pt>
                <c:pt idx="2516">
                  <c:v>0.26840999999999998</c:v>
                </c:pt>
                <c:pt idx="2517">
                  <c:v>0.26871499999999998</c:v>
                </c:pt>
                <c:pt idx="2518">
                  <c:v>0.26902100000000001</c:v>
                </c:pt>
                <c:pt idx="2519">
                  <c:v>0.26932600000000001</c:v>
                </c:pt>
                <c:pt idx="2520">
                  <c:v>0.26963199999999998</c:v>
                </c:pt>
                <c:pt idx="2521">
                  <c:v>0.26993699999999998</c:v>
                </c:pt>
                <c:pt idx="2522">
                  <c:v>0.27024199999999998</c:v>
                </c:pt>
                <c:pt idx="2523">
                  <c:v>0.27054800000000001</c:v>
                </c:pt>
                <c:pt idx="2524">
                  <c:v>0.27085300000000001</c:v>
                </c:pt>
                <c:pt idx="2525">
                  <c:v>0.27115800000000001</c:v>
                </c:pt>
                <c:pt idx="2526">
                  <c:v>0.27146399999999998</c:v>
                </c:pt>
                <c:pt idx="2527">
                  <c:v>0.27176899999999998</c:v>
                </c:pt>
                <c:pt idx="2528">
                  <c:v>0.27207500000000001</c:v>
                </c:pt>
                <c:pt idx="2529">
                  <c:v>0.27238000000000001</c:v>
                </c:pt>
                <c:pt idx="2530">
                  <c:v>0.27268500000000001</c:v>
                </c:pt>
                <c:pt idx="2531">
                  <c:v>0.27299099999999998</c:v>
                </c:pt>
                <c:pt idx="2532">
                  <c:v>0.27329599999999998</c:v>
                </c:pt>
                <c:pt idx="2533">
                  <c:v>0.27360200000000001</c:v>
                </c:pt>
                <c:pt idx="2534">
                  <c:v>0.27390700000000001</c:v>
                </c:pt>
                <c:pt idx="2535">
                  <c:v>0.27421200000000001</c:v>
                </c:pt>
                <c:pt idx="2536">
                  <c:v>0.27451799999999998</c:v>
                </c:pt>
                <c:pt idx="2537">
                  <c:v>0.27482299999999998</c:v>
                </c:pt>
                <c:pt idx="2538">
                  <c:v>0.27512900000000001</c:v>
                </c:pt>
                <c:pt idx="2539">
                  <c:v>0.27543400000000001</c:v>
                </c:pt>
                <c:pt idx="2540">
                  <c:v>0.27573900000000001</c:v>
                </c:pt>
                <c:pt idx="2541">
                  <c:v>0.27604499999999998</c:v>
                </c:pt>
                <c:pt idx="2542">
                  <c:v>0.27634999999999998</c:v>
                </c:pt>
                <c:pt idx="2543">
                  <c:v>0.27665600000000001</c:v>
                </c:pt>
                <c:pt idx="2544">
                  <c:v>0.27696100000000001</c:v>
                </c:pt>
                <c:pt idx="2545">
                  <c:v>0.27726600000000001</c:v>
                </c:pt>
                <c:pt idx="2546">
                  <c:v>0.27757199999999999</c:v>
                </c:pt>
                <c:pt idx="2547">
                  <c:v>0.27787699999999999</c:v>
                </c:pt>
                <c:pt idx="2548">
                  <c:v>0.27818300000000001</c:v>
                </c:pt>
                <c:pt idx="2549">
                  <c:v>0.27848800000000001</c:v>
                </c:pt>
                <c:pt idx="2550">
                  <c:v>0.27879300000000001</c:v>
                </c:pt>
                <c:pt idx="2551">
                  <c:v>0.27909899999999999</c:v>
                </c:pt>
                <c:pt idx="2552">
                  <c:v>0.27940399999999999</c:v>
                </c:pt>
                <c:pt idx="2553">
                  <c:v>0.27971000000000001</c:v>
                </c:pt>
                <c:pt idx="2554">
                  <c:v>0.28001500000000001</c:v>
                </c:pt>
                <c:pt idx="2555">
                  <c:v>0.28032000000000001</c:v>
                </c:pt>
                <c:pt idx="2556">
                  <c:v>0.28062599999999999</c:v>
                </c:pt>
                <c:pt idx="2557">
                  <c:v>0.28093099999999999</c:v>
                </c:pt>
                <c:pt idx="2558">
                  <c:v>0.28123700000000001</c:v>
                </c:pt>
                <c:pt idx="2559">
                  <c:v>0.28154200000000001</c:v>
                </c:pt>
                <c:pt idx="2560">
                  <c:v>0.28184700000000001</c:v>
                </c:pt>
                <c:pt idx="2561">
                  <c:v>0.28215299999999999</c:v>
                </c:pt>
                <c:pt idx="2562">
                  <c:v>0.28245799999999999</c:v>
                </c:pt>
                <c:pt idx="2563">
                  <c:v>0.28276400000000002</c:v>
                </c:pt>
                <c:pt idx="2564">
                  <c:v>0.28306900000000002</c:v>
                </c:pt>
                <c:pt idx="2565">
                  <c:v>0.28337400000000001</c:v>
                </c:pt>
                <c:pt idx="2566">
                  <c:v>0.28367999999999999</c:v>
                </c:pt>
                <c:pt idx="2567">
                  <c:v>0.28398499999999999</c:v>
                </c:pt>
                <c:pt idx="2568">
                  <c:v>0.28429100000000002</c:v>
                </c:pt>
                <c:pt idx="2569">
                  <c:v>0.28459600000000002</c:v>
                </c:pt>
                <c:pt idx="2570">
                  <c:v>0.28490100000000002</c:v>
                </c:pt>
                <c:pt idx="2571">
                  <c:v>0.28520699999999999</c:v>
                </c:pt>
                <c:pt idx="2572">
                  <c:v>0.28551199999999999</c:v>
                </c:pt>
                <c:pt idx="2573">
                  <c:v>0.28581800000000002</c:v>
                </c:pt>
                <c:pt idx="2574">
                  <c:v>0.28612300000000002</c:v>
                </c:pt>
                <c:pt idx="2575">
                  <c:v>0.28642800000000002</c:v>
                </c:pt>
                <c:pt idx="2576">
                  <c:v>0.28673399999999999</c:v>
                </c:pt>
                <c:pt idx="2577">
                  <c:v>0.28703899999999999</c:v>
                </c:pt>
                <c:pt idx="2578">
                  <c:v>0.28734500000000002</c:v>
                </c:pt>
                <c:pt idx="2579">
                  <c:v>0.28765000000000002</c:v>
                </c:pt>
                <c:pt idx="2580">
                  <c:v>0.28795500000000002</c:v>
                </c:pt>
                <c:pt idx="2581">
                  <c:v>0.28826099999999999</c:v>
                </c:pt>
                <c:pt idx="2582">
                  <c:v>0.28856599999999999</c:v>
                </c:pt>
                <c:pt idx="2583">
                  <c:v>0.28887200000000002</c:v>
                </c:pt>
                <c:pt idx="2584">
                  <c:v>0.28917700000000002</c:v>
                </c:pt>
                <c:pt idx="2585">
                  <c:v>0.28948200000000002</c:v>
                </c:pt>
                <c:pt idx="2586">
                  <c:v>0.28978799999999999</c:v>
                </c:pt>
                <c:pt idx="2587">
                  <c:v>0.29009299999999999</c:v>
                </c:pt>
                <c:pt idx="2588">
                  <c:v>0.29039900000000002</c:v>
                </c:pt>
                <c:pt idx="2589">
                  <c:v>0.29070400000000002</c:v>
                </c:pt>
                <c:pt idx="2590">
                  <c:v>0.29100900000000002</c:v>
                </c:pt>
                <c:pt idx="2591">
                  <c:v>0.29131499999999999</c:v>
                </c:pt>
                <c:pt idx="2592">
                  <c:v>0.29161999999999999</c:v>
                </c:pt>
                <c:pt idx="2593">
                  <c:v>0.29192600000000002</c:v>
                </c:pt>
                <c:pt idx="2594">
                  <c:v>0.29223100000000002</c:v>
                </c:pt>
                <c:pt idx="2595">
                  <c:v>0.29253600000000002</c:v>
                </c:pt>
                <c:pt idx="2596">
                  <c:v>0.29284199999999999</c:v>
                </c:pt>
                <c:pt idx="2597">
                  <c:v>0.29314699999999999</c:v>
                </c:pt>
                <c:pt idx="2598">
                  <c:v>0.29345300000000002</c:v>
                </c:pt>
                <c:pt idx="2599">
                  <c:v>0.29375800000000002</c:v>
                </c:pt>
                <c:pt idx="2600">
                  <c:v>0.29406300000000002</c:v>
                </c:pt>
                <c:pt idx="2601">
                  <c:v>0.29436899999999999</c:v>
                </c:pt>
                <c:pt idx="2602">
                  <c:v>0.29467399999999999</c:v>
                </c:pt>
                <c:pt idx="2603">
                  <c:v>0.29498000000000002</c:v>
                </c:pt>
                <c:pt idx="2604">
                  <c:v>0.29528500000000002</c:v>
                </c:pt>
                <c:pt idx="2605">
                  <c:v>0.29559000000000002</c:v>
                </c:pt>
                <c:pt idx="2606">
                  <c:v>0.29589599999999999</c:v>
                </c:pt>
                <c:pt idx="2607">
                  <c:v>0.29620099999999999</c:v>
                </c:pt>
                <c:pt idx="2608">
                  <c:v>0.29650599999999999</c:v>
                </c:pt>
                <c:pt idx="2609">
                  <c:v>0.29681200000000002</c:v>
                </c:pt>
                <c:pt idx="2610">
                  <c:v>0.29711700000000002</c:v>
                </c:pt>
                <c:pt idx="2611">
                  <c:v>0.29742299999999999</c:v>
                </c:pt>
                <c:pt idx="2612">
                  <c:v>0.29772799999999999</c:v>
                </c:pt>
                <c:pt idx="2613">
                  <c:v>0.29803299999999999</c:v>
                </c:pt>
                <c:pt idx="2614">
                  <c:v>0.29833900000000002</c:v>
                </c:pt>
                <c:pt idx="2615">
                  <c:v>0.29864400000000002</c:v>
                </c:pt>
                <c:pt idx="2616">
                  <c:v>0.29894999999999999</c:v>
                </c:pt>
                <c:pt idx="2617">
                  <c:v>0.29925499999999999</c:v>
                </c:pt>
                <c:pt idx="2618">
                  <c:v>0.29955999999999999</c:v>
                </c:pt>
                <c:pt idx="2619">
                  <c:v>0.29986600000000002</c:v>
                </c:pt>
                <c:pt idx="2620">
                  <c:v>0.30017100000000002</c:v>
                </c:pt>
                <c:pt idx="2621">
                  <c:v>0.30047699999999999</c:v>
                </c:pt>
                <c:pt idx="2622">
                  <c:v>0.30078199999999999</c:v>
                </c:pt>
                <c:pt idx="2623">
                  <c:v>0.30108699999999999</c:v>
                </c:pt>
                <c:pt idx="2624">
                  <c:v>0.30139300000000002</c:v>
                </c:pt>
                <c:pt idx="2625">
                  <c:v>0.30169800000000002</c:v>
                </c:pt>
                <c:pt idx="2626">
                  <c:v>0.30200399999999999</c:v>
                </c:pt>
                <c:pt idx="2627">
                  <c:v>0.30230899999999999</c:v>
                </c:pt>
                <c:pt idx="2628">
                  <c:v>0.30261399999999999</c:v>
                </c:pt>
                <c:pt idx="2629">
                  <c:v>0.30292000000000002</c:v>
                </c:pt>
                <c:pt idx="2630">
                  <c:v>0.30322500000000002</c:v>
                </c:pt>
                <c:pt idx="2631">
                  <c:v>0.303531</c:v>
                </c:pt>
                <c:pt idx="2632">
                  <c:v>0.30383599999999999</c:v>
                </c:pt>
                <c:pt idx="2633">
                  <c:v>0.30414099999999999</c:v>
                </c:pt>
                <c:pt idx="2634">
                  <c:v>0.30444700000000002</c:v>
                </c:pt>
                <c:pt idx="2635">
                  <c:v>0.30475200000000002</c:v>
                </c:pt>
                <c:pt idx="2636">
                  <c:v>0.305058</c:v>
                </c:pt>
                <c:pt idx="2637">
                  <c:v>0.305363</c:v>
                </c:pt>
                <c:pt idx="2638">
                  <c:v>0.305668</c:v>
                </c:pt>
                <c:pt idx="2639">
                  <c:v>0.30597400000000002</c:v>
                </c:pt>
                <c:pt idx="2640">
                  <c:v>0.30627900000000002</c:v>
                </c:pt>
                <c:pt idx="2641">
                  <c:v>0.306585</c:v>
                </c:pt>
                <c:pt idx="2642">
                  <c:v>0.30689</c:v>
                </c:pt>
                <c:pt idx="2643">
                  <c:v>0.307195</c:v>
                </c:pt>
                <c:pt idx="2644">
                  <c:v>0.30750100000000002</c:v>
                </c:pt>
                <c:pt idx="2645">
                  <c:v>0.30780600000000002</c:v>
                </c:pt>
                <c:pt idx="2646">
                  <c:v>0.308112</c:v>
                </c:pt>
                <c:pt idx="2647">
                  <c:v>0.308417</c:v>
                </c:pt>
                <c:pt idx="2648">
                  <c:v>0.308722</c:v>
                </c:pt>
                <c:pt idx="2649">
                  <c:v>0.30902800000000002</c:v>
                </c:pt>
                <c:pt idx="2650">
                  <c:v>0.30933300000000002</c:v>
                </c:pt>
                <c:pt idx="2651">
                  <c:v>0.309639</c:v>
                </c:pt>
                <c:pt idx="2652">
                  <c:v>0.309944</c:v>
                </c:pt>
                <c:pt idx="2653">
                  <c:v>0.310249</c:v>
                </c:pt>
                <c:pt idx="2654">
                  <c:v>0.31055500000000003</c:v>
                </c:pt>
                <c:pt idx="2655">
                  <c:v>0.31086000000000003</c:v>
                </c:pt>
                <c:pt idx="2656">
                  <c:v>0.311166</c:v>
                </c:pt>
                <c:pt idx="2657">
                  <c:v>0.311471</c:v>
                </c:pt>
                <c:pt idx="2658">
                  <c:v>0.311776</c:v>
                </c:pt>
                <c:pt idx="2659">
                  <c:v>0.31208200000000003</c:v>
                </c:pt>
                <c:pt idx="2660">
                  <c:v>0.31238700000000003</c:v>
                </c:pt>
                <c:pt idx="2661">
                  <c:v>0.312693</c:v>
                </c:pt>
                <c:pt idx="2662">
                  <c:v>0.312998</c:v>
                </c:pt>
                <c:pt idx="2663">
                  <c:v>0.313303</c:v>
                </c:pt>
                <c:pt idx="2664">
                  <c:v>0.31360900000000003</c:v>
                </c:pt>
                <c:pt idx="2665">
                  <c:v>0.31391400000000003</c:v>
                </c:pt>
                <c:pt idx="2666">
                  <c:v>0.31422</c:v>
                </c:pt>
                <c:pt idx="2667">
                  <c:v>0.314525</c:v>
                </c:pt>
                <c:pt idx="2668">
                  <c:v>0.31483</c:v>
                </c:pt>
                <c:pt idx="2669">
                  <c:v>0.31513600000000003</c:v>
                </c:pt>
                <c:pt idx="2670">
                  <c:v>0.31544100000000003</c:v>
                </c:pt>
                <c:pt idx="2671">
                  <c:v>0.315747</c:v>
                </c:pt>
                <c:pt idx="2672">
                  <c:v>0.316052</c:v>
                </c:pt>
                <c:pt idx="2673">
                  <c:v>0.316357</c:v>
                </c:pt>
                <c:pt idx="2674">
                  <c:v>0.31666299999999997</c:v>
                </c:pt>
                <c:pt idx="2675">
                  <c:v>0.31696800000000003</c:v>
                </c:pt>
                <c:pt idx="2676">
                  <c:v>0.317274</c:v>
                </c:pt>
                <c:pt idx="2677">
                  <c:v>0.317579</c:v>
                </c:pt>
                <c:pt idx="2678">
                  <c:v>0.317884</c:v>
                </c:pt>
                <c:pt idx="2679">
                  <c:v>0.31818999999999997</c:v>
                </c:pt>
                <c:pt idx="2680">
                  <c:v>0.31849499999999997</c:v>
                </c:pt>
                <c:pt idx="2681">
                  <c:v>0.318801</c:v>
                </c:pt>
                <c:pt idx="2682">
                  <c:v>0.319106</c:v>
                </c:pt>
                <c:pt idx="2683">
                  <c:v>0.319411</c:v>
                </c:pt>
                <c:pt idx="2684">
                  <c:v>0.31971699999999997</c:v>
                </c:pt>
                <c:pt idx="2685">
                  <c:v>0.32002199999999997</c:v>
                </c:pt>
                <c:pt idx="2686">
                  <c:v>0.320328</c:v>
                </c:pt>
                <c:pt idx="2687">
                  <c:v>0.320633</c:v>
                </c:pt>
                <c:pt idx="2688">
                  <c:v>0.320938</c:v>
                </c:pt>
                <c:pt idx="2689">
                  <c:v>0.32124399999999997</c:v>
                </c:pt>
                <c:pt idx="2690">
                  <c:v>0.32154899999999997</c:v>
                </c:pt>
                <c:pt idx="2691">
                  <c:v>0.32185399999999997</c:v>
                </c:pt>
                <c:pt idx="2692">
                  <c:v>0.32216</c:v>
                </c:pt>
                <c:pt idx="2693">
                  <c:v>0.322465</c:v>
                </c:pt>
                <c:pt idx="2694">
                  <c:v>0.32277099999999997</c:v>
                </c:pt>
                <c:pt idx="2695">
                  <c:v>0.32307599999999997</c:v>
                </c:pt>
                <c:pt idx="2696">
                  <c:v>0.32338099999999997</c:v>
                </c:pt>
                <c:pt idx="2697">
                  <c:v>0.323687</c:v>
                </c:pt>
                <c:pt idx="2698">
                  <c:v>0.323992</c:v>
                </c:pt>
                <c:pt idx="2699">
                  <c:v>0.32429799999999998</c:v>
                </c:pt>
                <c:pt idx="2700">
                  <c:v>0.32460299999999997</c:v>
                </c:pt>
                <c:pt idx="2701">
                  <c:v>0.32490799999999997</c:v>
                </c:pt>
                <c:pt idx="2702">
                  <c:v>0.325214</c:v>
                </c:pt>
                <c:pt idx="2703">
                  <c:v>0.325519</c:v>
                </c:pt>
                <c:pt idx="2704">
                  <c:v>0.32582499999999998</c:v>
                </c:pt>
                <c:pt idx="2705">
                  <c:v>0.32612999999999998</c:v>
                </c:pt>
                <c:pt idx="2706">
                  <c:v>0.32643499999999998</c:v>
                </c:pt>
                <c:pt idx="2707">
                  <c:v>0.326741</c:v>
                </c:pt>
                <c:pt idx="2708">
                  <c:v>0.327046</c:v>
                </c:pt>
                <c:pt idx="2709">
                  <c:v>0.32735199999999998</c:v>
                </c:pt>
                <c:pt idx="2710">
                  <c:v>0.32765699999999998</c:v>
                </c:pt>
                <c:pt idx="2711">
                  <c:v>0.32796199999999998</c:v>
                </c:pt>
                <c:pt idx="2712">
                  <c:v>0.328268</c:v>
                </c:pt>
                <c:pt idx="2713">
                  <c:v>0.328573</c:v>
                </c:pt>
                <c:pt idx="2714">
                  <c:v>0.32887899999999998</c:v>
                </c:pt>
                <c:pt idx="2715">
                  <c:v>0.32918399999999998</c:v>
                </c:pt>
                <c:pt idx="2716">
                  <c:v>0.32948899999999998</c:v>
                </c:pt>
                <c:pt idx="2717">
                  <c:v>0.329795</c:v>
                </c:pt>
                <c:pt idx="2718">
                  <c:v>0.3301</c:v>
                </c:pt>
                <c:pt idx="2719">
                  <c:v>0.33040599999999998</c:v>
                </c:pt>
                <c:pt idx="2720">
                  <c:v>0.33071099999999998</c:v>
                </c:pt>
                <c:pt idx="2721">
                  <c:v>0.33101599999999998</c:v>
                </c:pt>
                <c:pt idx="2722">
                  <c:v>0.33132200000000001</c:v>
                </c:pt>
                <c:pt idx="2723">
                  <c:v>0.33162700000000001</c:v>
                </c:pt>
                <c:pt idx="2724">
                  <c:v>0.33193299999999998</c:v>
                </c:pt>
                <c:pt idx="2725">
                  <c:v>0.33223799999999998</c:v>
                </c:pt>
                <c:pt idx="2726">
                  <c:v>0.33254299999999998</c:v>
                </c:pt>
                <c:pt idx="2727">
                  <c:v>0.33284900000000001</c:v>
                </c:pt>
                <c:pt idx="2728">
                  <c:v>0.33315400000000001</c:v>
                </c:pt>
                <c:pt idx="2729">
                  <c:v>0.33345999999999998</c:v>
                </c:pt>
                <c:pt idx="2730">
                  <c:v>0.33376499999999998</c:v>
                </c:pt>
                <c:pt idx="2731">
                  <c:v>0.33406999999999998</c:v>
                </c:pt>
                <c:pt idx="2732">
                  <c:v>0.33437600000000001</c:v>
                </c:pt>
                <c:pt idx="2733">
                  <c:v>0.33468100000000001</c:v>
                </c:pt>
                <c:pt idx="2734">
                  <c:v>0.33498699999999998</c:v>
                </c:pt>
                <c:pt idx="2735">
                  <c:v>0.33529199999999998</c:v>
                </c:pt>
                <c:pt idx="2736">
                  <c:v>0.33559699999999998</c:v>
                </c:pt>
                <c:pt idx="2737">
                  <c:v>0.33590300000000001</c:v>
                </c:pt>
                <c:pt idx="2738">
                  <c:v>0.33620800000000001</c:v>
                </c:pt>
                <c:pt idx="2739">
                  <c:v>0.33651399999999998</c:v>
                </c:pt>
                <c:pt idx="2740">
                  <c:v>0.33681899999999998</c:v>
                </c:pt>
                <c:pt idx="2741">
                  <c:v>0.33712399999999998</c:v>
                </c:pt>
                <c:pt idx="2742">
                  <c:v>0.33743000000000001</c:v>
                </c:pt>
                <c:pt idx="2743">
                  <c:v>0.33773500000000001</c:v>
                </c:pt>
                <c:pt idx="2744">
                  <c:v>0.33804099999999998</c:v>
                </c:pt>
                <c:pt idx="2745">
                  <c:v>0.33834599999999998</c:v>
                </c:pt>
                <c:pt idx="2746">
                  <c:v>0.33865099999999998</c:v>
                </c:pt>
                <c:pt idx="2747">
                  <c:v>0.33895700000000001</c:v>
                </c:pt>
                <c:pt idx="2748">
                  <c:v>0.33926200000000001</c:v>
                </c:pt>
                <c:pt idx="2749">
                  <c:v>0.33956799999999998</c:v>
                </c:pt>
                <c:pt idx="2750">
                  <c:v>0.33987299999999998</c:v>
                </c:pt>
                <c:pt idx="2751">
                  <c:v>0.34017799999999998</c:v>
                </c:pt>
                <c:pt idx="2752">
                  <c:v>0.34048400000000001</c:v>
                </c:pt>
                <c:pt idx="2753">
                  <c:v>0.34078900000000001</c:v>
                </c:pt>
                <c:pt idx="2754">
                  <c:v>0.34109499999999998</c:v>
                </c:pt>
                <c:pt idx="2755">
                  <c:v>0.34139999999999998</c:v>
                </c:pt>
                <c:pt idx="2756">
                  <c:v>0.34170499999999998</c:v>
                </c:pt>
                <c:pt idx="2757">
                  <c:v>0.34201100000000001</c:v>
                </c:pt>
                <c:pt idx="2758">
                  <c:v>0.34231600000000001</c:v>
                </c:pt>
                <c:pt idx="2759">
                  <c:v>0.34262199999999998</c:v>
                </c:pt>
                <c:pt idx="2760">
                  <c:v>0.34292699999999998</c:v>
                </c:pt>
                <c:pt idx="2761">
                  <c:v>0.34323199999999998</c:v>
                </c:pt>
                <c:pt idx="2762">
                  <c:v>0.34353800000000001</c:v>
                </c:pt>
                <c:pt idx="2763">
                  <c:v>0.34384300000000001</c:v>
                </c:pt>
                <c:pt idx="2764">
                  <c:v>0.34414899999999998</c:v>
                </c:pt>
                <c:pt idx="2765">
                  <c:v>0.34445399999999998</c:v>
                </c:pt>
                <c:pt idx="2766">
                  <c:v>0.34475899999999998</c:v>
                </c:pt>
                <c:pt idx="2767">
                  <c:v>0.34506500000000001</c:v>
                </c:pt>
                <c:pt idx="2768">
                  <c:v>0.34537000000000001</c:v>
                </c:pt>
                <c:pt idx="2769">
                  <c:v>0.34567599999999998</c:v>
                </c:pt>
                <c:pt idx="2770">
                  <c:v>0.34598099999999998</c:v>
                </c:pt>
                <c:pt idx="2771">
                  <c:v>0.34628599999999998</c:v>
                </c:pt>
                <c:pt idx="2772">
                  <c:v>0.34659200000000001</c:v>
                </c:pt>
                <c:pt idx="2773">
                  <c:v>0.34689700000000001</c:v>
                </c:pt>
                <c:pt idx="2774">
                  <c:v>0.34720200000000001</c:v>
                </c:pt>
                <c:pt idx="2775">
                  <c:v>0.34750799999999998</c:v>
                </c:pt>
                <c:pt idx="2776">
                  <c:v>0.34781299999999998</c:v>
                </c:pt>
                <c:pt idx="2777">
                  <c:v>0.34811900000000001</c:v>
                </c:pt>
                <c:pt idx="2778">
                  <c:v>0.34842400000000001</c:v>
                </c:pt>
                <c:pt idx="2779">
                  <c:v>0.34872900000000001</c:v>
                </c:pt>
                <c:pt idx="2780">
                  <c:v>0.34903499999999998</c:v>
                </c:pt>
                <c:pt idx="2781">
                  <c:v>0.34933999999999998</c:v>
                </c:pt>
                <c:pt idx="2782">
                  <c:v>0.34964600000000001</c:v>
                </c:pt>
                <c:pt idx="2783">
                  <c:v>0.34995100000000001</c:v>
                </c:pt>
                <c:pt idx="2784">
                  <c:v>0.35025600000000001</c:v>
                </c:pt>
                <c:pt idx="2785">
                  <c:v>0.35056199999999998</c:v>
                </c:pt>
                <c:pt idx="2786">
                  <c:v>0.35086699999999998</c:v>
                </c:pt>
                <c:pt idx="2787">
                  <c:v>0.35117300000000001</c:v>
                </c:pt>
                <c:pt idx="2788">
                  <c:v>0.35147800000000001</c:v>
                </c:pt>
                <c:pt idx="2789">
                  <c:v>0.35178300000000001</c:v>
                </c:pt>
                <c:pt idx="2790">
                  <c:v>0.35208899999999999</c:v>
                </c:pt>
                <c:pt idx="2791">
                  <c:v>0.35239399999999999</c:v>
                </c:pt>
                <c:pt idx="2792">
                  <c:v>0.35270000000000001</c:v>
                </c:pt>
                <c:pt idx="2793">
                  <c:v>0.35300500000000001</c:v>
                </c:pt>
                <c:pt idx="2794">
                  <c:v>0.35331000000000001</c:v>
                </c:pt>
                <c:pt idx="2795">
                  <c:v>0.35361599999999999</c:v>
                </c:pt>
                <c:pt idx="2796">
                  <c:v>0.35392099999999999</c:v>
                </c:pt>
                <c:pt idx="2797">
                  <c:v>0.35422700000000001</c:v>
                </c:pt>
                <c:pt idx="2798">
                  <c:v>0.35453200000000001</c:v>
                </c:pt>
                <c:pt idx="2799">
                  <c:v>0.35483700000000001</c:v>
                </c:pt>
                <c:pt idx="2800">
                  <c:v>0.35514299999999999</c:v>
                </c:pt>
                <c:pt idx="2801">
                  <c:v>0.35544799999999999</c:v>
                </c:pt>
                <c:pt idx="2802">
                  <c:v>0.35575400000000001</c:v>
                </c:pt>
                <c:pt idx="2803">
                  <c:v>0.35605900000000001</c:v>
                </c:pt>
                <c:pt idx="2804">
                  <c:v>0.35636400000000001</c:v>
                </c:pt>
                <c:pt idx="2805">
                  <c:v>0.35666999999999999</c:v>
                </c:pt>
                <c:pt idx="2806">
                  <c:v>0.35697499999999999</c:v>
                </c:pt>
                <c:pt idx="2807">
                  <c:v>0.35728100000000002</c:v>
                </c:pt>
                <c:pt idx="2808">
                  <c:v>0.35758600000000001</c:v>
                </c:pt>
                <c:pt idx="2809">
                  <c:v>0.35789100000000001</c:v>
                </c:pt>
                <c:pt idx="2810">
                  <c:v>0.35819699999999999</c:v>
                </c:pt>
                <c:pt idx="2811">
                  <c:v>0.35850199999999999</c:v>
                </c:pt>
                <c:pt idx="2812">
                  <c:v>0.35880800000000002</c:v>
                </c:pt>
                <c:pt idx="2813">
                  <c:v>0.35911300000000002</c:v>
                </c:pt>
                <c:pt idx="2814">
                  <c:v>0.35941800000000002</c:v>
                </c:pt>
                <c:pt idx="2815">
                  <c:v>0.35972399999999999</c:v>
                </c:pt>
                <c:pt idx="2816">
                  <c:v>0.36002899999999999</c:v>
                </c:pt>
                <c:pt idx="2817">
                  <c:v>0.36033500000000002</c:v>
                </c:pt>
                <c:pt idx="2818">
                  <c:v>0.36064000000000002</c:v>
                </c:pt>
                <c:pt idx="2819">
                  <c:v>0.36094500000000002</c:v>
                </c:pt>
                <c:pt idx="2820">
                  <c:v>0.36125099999999999</c:v>
                </c:pt>
                <c:pt idx="2821">
                  <c:v>0.36155599999999999</c:v>
                </c:pt>
                <c:pt idx="2822">
                  <c:v>0.36186200000000002</c:v>
                </c:pt>
                <c:pt idx="2823">
                  <c:v>0.36216700000000002</c:v>
                </c:pt>
                <c:pt idx="2824">
                  <c:v>0.36247200000000002</c:v>
                </c:pt>
                <c:pt idx="2825">
                  <c:v>0.36277799999999999</c:v>
                </c:pt>
                <c:pt idx="2826">
                  <c:v>0.36308299999999999</c:v>
                </c:pt>
                <c:pt idx="2827">
                  <c:v>0.36338900000000002</c:v>
                </c:pt>
                <c:pt idx="2828">
                  <c:v>0.36369400000000002</c:v>
                </c:pt>
                <c:pt idx="2829">
                  <c:v>0.36399900000000002</c:v>
                </c:pt>
                <c:pt idx="2830">
                  <c:v>0.36430499999999999</c:v>
                </c:pt>
                <c:pt idx="2831">
                  <c:v>0.36460999999999999</c:v>
                </c:pt>
                <c:pt idx="2832">
                  <c:v>0.36491600000000002</c:v>
                </c:pt>
                <c:pt idx="2833">
                  <c:v>0.36522100000000002</c:v>
                </c:pt>
                <c:pt idx="2834">
                  <c:v>0.36552600000000002</c:v>
                </c:pt>
                <c:pt idx="2835">
                  <c:v>0.36583199999999999</c:v>
                </c:pt>
                <c:pt idx="2836">
                  <c:v>0.36613699999999999</c:v>
                </c:pt>
                <c:pt idx="2837">
                  <c:v>0.36644300000000002</c:v>
                </c:pt>
                <c:pt idx="2838">
                  <c:v>0.36674800000000002</c:v>
                </c:pt>
                <c:pt idx="2839">
                  <c:v>0.36705300000000002</c:v>
                </c:pt>
                <c:pt idx="2840">
                  <c:v>0.36735899999999999</c:v>
                </c:pt>
                <c:pt idx="2841">
                  <c:v>0.36766399999999999</c:v>
                </c:pt>
                <c:pt idx="2842">
                  <c:v>0.36797000000000002</c:v>
                </c:pt>
                <c:pt idx="2843">
                  <c:v>0.36827500000000002</c:v>
                </c:pt>
                <c:pt idx="2844">
                  <c:v>0.36858000000000002</c:v>
                </c:pt>
                <c:pt idx="2845">
                  <c:v>0.36888599999999999</c:v>
                </c:pt>
                <c:pt idx="2846">
                  <c:v>0.36919099999999999</c:v>
                </c:pt>
                <c:pt idx="2847">
                  <c:v>0.36949700000000002</c:v>
                </c:pt>
                <c:pt idx="2848">
                  <c:v>0.36980200000000002</c:v>
                </c:pt>
                <c:pt idx="2849">
                  <c:v>0.37010700000000002</c:v>
                </c:pt>
                <c:pt idx="2850">
                  <c:v>0.37041299999999999</c:v>
                </c:pt>
                <c:pt idx="2851">
                  <c:v>0.37071799999999999</c:v>
                </c:pt>
                <c:pt idx="2852">
                  <c:v>0.37102400000000002</c:v>
                </c:pt>
                <c:pt idx="2853">
                  <c:v>0.37132900000000002</c:v>
                </c:pt>
                <c:pt idx="2854">
                  <c:v>0.37163400000000002</c:v>
                </c:pt>
                <c:pt idx="2855">
                  <c:v>0.37193999999999999</c:v>
                </c:pt>
                <c:pt idx="2856">
                  <c:v>0.37224499999999999</c:v>
                </c:pt>
                <c:pt idx="2857">
                  <c:v>0.37255100000000002</c:v>
                </c:pt>
                <c:pt idx="2858">
                  <c:v>0.37285600000000002</c:v>
                </c:pt>
                <c:pt idx="2859">
                  <c:v>0.37316100000000002</c:v>
                </c:pt>
                <c:pt idx="2860">
                  <c:v>0.37346699999999999</c:v>
                </c:pt>
                <c:pt idx="2861">
                  <c:v>0.37377199999999999</c:v>
                </c:pt>
                <c:pt idx="2862">
                  <c:v>0.37407699999999999</c:v>
                </c:pt>
                <c:pt idx="2863">
                  <c:v>0.37438300000000002</c:v>
                </c:pt>
                <c:pt idx="2864">
                  <c:v>0.37468800000000002</c:v>
                </c:pt>
                <c:pt idx="2865">
                  <c:v>0.37499399999999999</c:v>
                </c:pt>
                <c:pt idx="2866">
                  <c:v>0.37529899999999999</c:v>
                </c:pt>
                <c:pt idx="2867">
                  <c:v>0.37560399999999999</c:v>
                </c:pt>
                <c:pt idx="2868">
                  <c:v>0.37591000000000002</c:v>
                </c:pt>
                <c:pt idx="2869">
                  <c:v>0.37621500000000002</c:v>
                </c:pt>
                <c:pt idx="2870">
                  <c:v>0.37652099999999999</c:v>
                </c:pt>
                <c:pt idx="2871">
                  <c:v>0.37682599999999999</c:v>
                </c:pt>
                <c:pt idx="2872">
                  <c:v>0.37713099999999999</c:v>
                </c:pt>
                <c:pt idx="2873">
                  <c:v>0.37743700000000002</c:v>
                </c:pt>
                <c:pt idx="2874">
                  <c:v>0.37774200000000002</c:v>
                </c:pt>
                <c:pt idx="2875">
                  <c:v>0.378048</c:v>
                </c:pt>
                <c:pt idx="2876">
                  <c:v>0.37835299999999999</c:v>
                </c:pt>
                <c:pt idx="2877">
                  <c:v>0.37865799999999999</c:v>
                </c:pt>
                <c:pt idx="2878">
                  <c:v>0.37896400000000002</c:v>
                </c:pt>
                <c:pt idx="2879">
                  <c:v>0.37926900000000002</c:v>
                </c:pt>
                <c:pt idx="2880">
                  <c:v>0.379575</c:v>
                </c:pt>
                <c:pt idx="2881">
                  <c:v>0.37988</c:v>
                </c:pt>
                <c:pt idx="2882">
                  <c:v>0.380185</c:v>
                </c:pt>
                <c:pt idx="2883">
                  <c:v>0.38049100000000002</c:v>
                </c:pt>
                <c:pt idx="2884">
                  <c:v>0.38079600000000002</c:v>
                </c:pt>
                <c:pt idx="2885">
                  <c:v>0.381102</c:v>
                </c:pt>
                <c:pt idx="2886">
                  <c:v>0.381407</c:v>
                </c:pt>
                <c:pt idx="2887">
                  <c:v>0.381712</c:v>
                </c:pt>
                <c:pt idx="2888">
                  <c:v>0.38201800000000002</c:v>
                </c:pt>
                <c:pt idx="2889">
                  <c:v>0.38232300000000002</c:v>
                </c:pt>
                <c:pt idx="2890">
                  <c:v>0.382629</c:v>
                </c:pt>
                <c:pt idx="2891">
                  <c:v>0.382934</c:v>
                </c:pt>
                <c:pt idx="2892">
                  <c:v>0.383239</c:v>
                </c:pt>
                <c:pt idx="2893">
                  <c:v>0.38354500000000002</c:v>
                </c:pt>
                <c:pt idx="2894">
                  <c:v>0.38385000000000002</c:v>
                </c:pt>
                <c:pt idx="2895">
                  <c:v>0.384156</c:v>
                </c:pt>
                <c:pt idx="2896">
                  <c:v>0.384461</c:v>
                </c:pt>
                <c:pt idx="2897">
                  <c:v>0.384766</c:v>
                </c:pt>
                <c:pt idx="2898">
                  <c:v>0.38507200000000003</c:v>
                </c:pt>
                <c:pt idx="2899">
                  <c:v>0.38537700000000003</c:v>
                </c:pt>
                <c:pt idx="2900">
                  <c:v>0.385683</c:v>
                </c:pt>
                <c:pt idx="2901">
                  <c:v>0.385988</c:v>
                </c:pt>
                <c:pt idx="2902">
                  <c:v>0.386293</c:v>
                </c:pt>
                <c:pt idx="2903">
                  <c:v>0.38659900000000003</c:v>
                </c:pt>
                <c:pt idx="2904">
                  <c:v>0.38690400000000003</c:v>
                </c:pt>
                <c:pt idx="2905">
                  <c:v>0.38721</c:v>
                </c:pt>
                <c:pt idx="2906">
                  <c:v>0.387515</c:v>
                </c:pt>
                <c:pt idx="2907">
                  <c:v>0.38782</c:v>
                </c:pt>
                <c:pt idx="2908">
                  <c:v>0.38812600000000003</c:v>
                </c:pt>
                <c:pt idx="2909">
                  <c:v>0.38843100000000003</c:v>
                </c:pt>
                <c:pt idx="2910">
                  <c:v>0.388737</c:v>
                </c:pt>
                <c:pt idx="2911">
                  <c:v>0.389042</c:v>
                </c:pt>
                <c:pt idx="2912">
                  <c:v>0.389347</c:v>
                </c:pt>
                <c:pt idx="2913">
                  <c:v>0.38965300000000003</c:v>
                </c:pt>
                <c:pt idx="2914">
                  <c:v>0.38995800000000003</c:v>
                </c:pt>
                <c:pt idx="2915">
                  <c:v>0.390264</c:v>
                </c:pt>
                <c:pt idx="2916">
                  <c:v>0.390569</c:v>
                </c:pt>
                <c:pt idx="2917">
                  <c:v>0.390874</c:v>
                </c:pt>
                <c:pt idx="2918">
                  <c:v>0.39118000000000003</c:v>
                </c:pt>
                <c:pt idx="2919">
                  <c:v>0.39148500000000003</c:v>
                </c:pt>
                <c:pt idx="2920">
                  <c:v>0.391791</c:v>
                </c:pt>
                <c:pt idx="2921">
                  <c:v>0.392096</c:v>
                </c:pt>
                <c:pt idx="2922">
                  <c:v>0.392401</c:v>
                </c:pt>
                <c:pt idx="2923">
                  <c:v>0.39270699999999997</c:v>
                </c:pt>
                <c:pt idx="2924">
                  <c:v>0.39301199999999997</c:v>
                </c:pt>
                <c:pt idx="2925">
                  <c:v>0.393318</c:v>
                </c:pt>
                <c:pt idx="2926">
                  <c:v>0.393623</c:v>
                </c:pt>
                <c:pt idx="2927">
                  <c:v>0.393928</c:v>
                </c:pt>
                <c:pt idx="2928">
                  <c:v>0.39423399999999997</c:v>
                </c:pt>
                <c:pt idx="2929">
                  <c:v>0.39453899999999997</c:v>
                </c:pt>
                <c:pt idx="2930">
                  <c:v>0.394845</c:v>
                </c:pt>
                <c:pt idx="2931">
                  <c:v>0.39515</c:v>
                </c:pt>
                <c:pt idx="2932">
                  <c:v>0.395455</c:v>
                </c:pt>
                <c:pt idx="2933">
                  <c:v>0.39576099999999997</c:v>
                </c:pt>
                <c:pt idx="2934">
                  <c:v>0.39606599999999997</c:v>
                </c:pt>
                <c:pt idx="2935">
                  <c:v>0.396372</c:v>
                </c:pt>
                <c:pt idx="2936">
                  <c:v>0.396677</c:v>
                </c:pt>
                <c:pt idx="2937">
                  <c:v>0.396982</c:v>
                </c:pt>
                <c:pt idx="2938">
                  <c:v>0.39728799999999997</c:v>
                </c:pt>
                <c:pt idx="2939">
                  <c:v>0.39759299999999997</c:v>
                </c:pt>
                <c:pt idx="2940">
                  <c:v>0.397899</c:v>
                </c:pt>
                <c:pt idx="2941">
                  <c:v>0.398204</c:v>
                </c:pt>
                <c:pt idx="2942">
                  <c:v>0.398509</c:v>
                </c:pt>
                <c:pt idx="2943">
                  <c:v>0.39881499999999998</c:v>
                </c:pt>
                <c:pt idx="2944">
                  <c:v>0.39911999999999997</c:v>
                </c:pt>
                <c:pt idx="2945">
                  <c:v>0.39942499999999997</c:v>
                </c:pt>
                <c:pt idx="2946">
                  <c:v>0.399731</c:v>
                </c:pt>
                <c:pt idx="2947">
                  <c:v>0.400036</c:v>
                </c:pt>
                <c:pt idx="2948">
                  <c:v>0.40034199999999998</c:v>
                </c:pt>
                <c:pt idx="2949">
                  <c:v>0.40064699999999998</c:v>
                </c:pt>
                <c:pt idx="2950">
                  <c:v>0.40095199999999998</c:v>
                </c:pt>
                <c:pt idx="2951">
                  <c:v>0.401258</c:v>
                </c:pt>
                <c:pt idx="2952">
                  <c:v>0.401563</c:v>
                </c:pt>
                <c:pt idx="2953">
                  <c:v>0.40186899999999998</c:v>
                </c:pt>
                <c:pt idx="2954">
                  <c:v>0.40217399999999998</c:v>
                </c:pt>
                <c:pt idx="2955">
                  <c:v>0.40247899999999998</c:v>
                </c:pt>
                <c:pt idx="2956">
                  <c:v>0.402785</c:v>
                </c:pt>
                <c:pt idx="2957">
                  <c:v>0.40309</c:v>
                </c:pt>
                <c:pt idx="2958">
                  <c:v>0.40339599999999998</c:v>
                </c:pt>
                <c:pt idx="2959">
                  <c:v>0.40370099999999998</c:v>
                </c:pt>
                <c:pt idx="2960">
                  <c:v>0.40400599999999998</c:v>
                </c:pt>
                <c:pt idx="2961">
                  <c:v>0.404312</c:v>
                </c:pt>
                <c:pt idx="2962">
                  <c:v>0.404617</c:v>
                </c:pt>
                <c:pt idx="2963">
                  <c:v>0.40492299999999998</c:v>
                </c:pt>
                <c:pt idx="2964">
                  <c:v>0.40522799999999998</c:v>
                </c:pt>
                <c:pt idx="2965">
                  <c:v>0.40553299999999998</c:v>
                </c:pt>
                <c:pt idx="2966">
                  <c:v>0.40583900000000001</c:v>
                </c:pt>
                <c:pt idx="2967">
                  <c:v>0.40614400000000001</c:v>
                </c:pt>
                <c:pt idx="2968">
                  <c:v>0.40644999999999998</c:v>
                </c:pt>
                <c:pt idx="2969">
                  <c:v>0.40675499999999998</c:v>
                </c:pt>
                <c:pt idx="2970">
                  <c:v>0.40705999999999998</c:v>
                </c:pt>
                <c:pt idx="2971">
                  <c:v>0.40736600000000001</c:v>
                </c:pt>
                <c:pt idx="2972">
                  <c:v>0.40767100000000001</c:v>
                </c:pt>
                <c:pt idx="2973">
                  <c:v>0.40797699999999998</c:v>
                </c:pt>
                <c:pt idx="2974">
                  <c:v>0.40828199999999998</c:v>
                </c:pt>
                <c:pt idx="2975">
                  <c:v>0.40858699999999998</c:v>
                </c:pt>
                <c:pt idx="2976">
                  <c:v>0.40889300000000001</c:v>
                </c:pt>
                <c:pt idx="2977">
                  <c:v>0.40919800000000001</c:v>
                </c:pt>
                <c:pt idx="2978">
                  <c:v>0.40950399999999998</c:v>
                </c:pt>
                <c:pt idx="2979">
                  <c:v>0.40980899999999998</c:v>
                </c:pt>
                <c:pt idx="2980">
                  <c:v>0.41011399999999998</c:v>
                </c:pt>
                <c:pt idx="2981">
                  <c:v>0.41042000000000001</c:v>
                </c:pt>
                <c:pt idx="2982">
                  <c:v>0.41072500000000001</c:v>
                </c:pt>
                <c:pt idx="2983">
                  <c:v>0.41103099999999998</c:v>
                </c:pt>
                <c:pt idx="2984">
                  <c:v>0.41133599999999998</c:v>
                </c:pt>
                <c:pt idx="2985">
                  <c:v>0.41164099999999998</c:v>
                </c:pt>
                <c:pt idx="2986">
                  <c:v>0.41194700000000001</c:v>
                </c:pt>
                <c:pt idx="2987">
                  <c:v>0.41225200000000001</c:v>
                </c:pt>
                <c:pt idx="2988">
                  <c:v>0.41255799999999998</c:v>
                </c:pt>
                <c:pt idx="2989">
                  <c:v>0.41286299999999998</c:v>
                </c:pt>
                <c:pt idx="2990">
                  <c:v>0.41316799999999998</c:v>
                </c:pt>
                <c:pt idx="2991">
                  <c:v>0.41347400000000001</c:v>
                </c:pt>
                <c:pt idx="2992">
                  <c:v>0.41377900000000001</c:v>
                </c:pt>
                <c:pt idx="2993">
                  <c:v>0.41408499999999998</c:v>
                </c:pt>
                <c:pt idx="2994">
                  <c:v>0.41438999999999998</c:v>
                </c:pt>
                <c:pt idx="2995">
                  <c:v>0.41469499999999998</c:v>
                </c:pt>
                <c:pt idx="2996">
                  <c:v>0.41500100000000001</c:v>
                </c:pt>
                <c:pt idx="2997">
                  <c:v>0.41530600000000001</c:v>
                </c:pt>
                <c:pt idx="2998">
                  <c:v>0.41561199999999998</c:v>
                </c:pt>
                <c:pt idx="2999">
                  <c:v>0.41591699999999998</c:v>
                </c:pt>
                <c:pt idx="3000">
                  <c:v>0.41622199999999998</c:v>
                </c:pt>
                <c:pt idx="3001">
                  <c:v>0.41652800000000001</c:v>
                </c:pt>
                <c:pt idx="3002">
                  <c:v>0.41683300000000001</c:v>
                </c:pt>
                <c:pt idx="3003">
                  <c:v>0.41713899999999998</c:v>
                </c:pt>
                <c:pt idx="3004">
                  <c:v>0.41744399999999998</c:v>
                </c:pt>
                <c:pt idx="3005">
                  <c:v>0.41774899999999998</c:v>
                </c:pt>
                <c:pt idx="3006">
                  <c:v>0.41805500000000001</c:v>
                </c:pt>
                <c:pt idx="3007">
                  <c:v>0.41836000000000001</c:v>
                </c:pt>
                <c:pt idx="3008">
                  <c:v>0.41866599999999998</c:v>
                </c:pt>
                <c:pt idx="3009">
                  <c:v>0.41897099999999998</c:v>
                </c:pt>
                <c:pt idx="3010">
                  <c:v>0.41927599999999998</c:v>
                </c:pt>
                <c:pt idx="3011">
                  <c:v>0.41958200000000001</c:v>
                </c:pt>
                <c:pt idx="3012">
                  <c:v>0.41988700000000001</c:v>
                </c:pt>
                <c:pt idx="3013">
                  <c:v>0.42019299999999998</c:v>
                </c:pt>
                <c:pt idx="3014">
                  <c:v>0.42049799999999998</c:v>
                </c:pt>
                <c:pt idx="3015">
                  <c:v>0.42080299999999998</c:v>
                </c:pt>
                <c:pt idx="3016">
                  <c:v>0.42110900000000001</c:v>
                </c:pt>
                <c:pt idx="3017">
                  <c:v>0.42141400000000001</c:v>
                </c:pt>
                <c:pt idx="3018">
                  <c:v>0.42171999999999998</c:v>
                </c:pt>
                <c:pt idx="3019">
                  <c:v>0.42202499999999998</c:v>
                </c:pt>
                <c:pt idx="3020">
                  <c:v>0.42232999999999998</c:v>
                </c:pt>
                <c:pt idx="3021">
                  <c:v>0.42263600000000001</c:v>
                </c:pt>
                <c:pt idx="3022">
                  <c:v>0.42294100000000001</c:v>
                </c:pt>
                <c:pt idx="3023">
                  <c:v>0.42324699999999998</c:v>
                </c:pt>
                <c:pt idx="3024">
                  <c:v>0.42355199999999998</c:v>
                </c:pt>
                <c:pt idx="3025">
                  <c:v>0.42385699999999998</c:v>
                </c:pt>
                <c:pt idx="3026">
                  <c:v>0.42416300000000001</c:v>
                </c:pt>
                <c:pt idx="3027">
                  <c:v>0.42446800000000001</c:v>
                </c:pt>
                <c:pt idx="3028">
                  <c:v>0.42477300000000001</c:v>
                </c:pt>
                <c:pt idx="3029">
                  <c:v>0.42507899999999998</c:v>
                </c:pt>
                <c:pt idx="3030">
                  <c:v>0.42538399999999998</c:v>
                </c:pt>
                <c:pt idx="3031">
                  <c:v>0.42569000000000001</c:v>
                </c:pt>
                <c:pt idx="3032">
                  <c:v>0.42599500000000001</c:v>
                </c:pt>
                <c:pt idx="3033">
                  <c:v>0.42630000000000001</c:v>
                </c:pt>
                <c:pt idx="3034">
                  <c:v>0.42660599999999999</c:v>
                </c:pt>
                <c:pt idx="3035">
                  <c:v>0.42691099999999998</c:v>
                </c:pt>
                <c:pt idx="3036">
                  <c:v>0.42721700000000001</c:v>
                </c:pt>
                <c:pt idx="3037">
                  <c:v>0.42752200000000001</c:v>
                </c:pt>
                <c:pt idx="3038">
                  <c:v>0.42782700000000001</c:v>
                </c:pt>
                <c:pt idx="3039">
                  <c:v>0.42813299999999999</c:v>
                </c:pt>
                <c:pt idx="3040">
                  <c:v>0.42843799999999999</c:v>
                </c:pt>
                <c:pt idx="3041">
                  <c:v>0.42874400000000001</c:v>
                </c:pt>
                <c:pt idx="3042">
                  <c:v>0.42904900000000001</c:v>
                </c:pt>
                <c:pt idx="3043">
                  <c:v>0.42935400000000001</c:v>
                </c:pt>
                <c:pt idx="3044">
                  <c:v>0.42965999999999999</c:v>
                </c:pt>
                <c:pt idx="3045">
                  <c:v>0.42996499999999999</c:v>
                </c:pt>
                <c:pt idx="3046">
                  <c:v>0.43027100000000001</c:v>
                </c:pt>
                <c:pt idx="3047">
                  <c:v>0.43057600000000001</c:v>
                </c:pt>
                <c:pt idx="3048">
                  <c:v>0.43088100000000001</c:v>
                </c:pt>
                <c:pt idx="3049">
                  <c:v>0.43118699999999999</c:v>
                </c:pt>
                <c:pt idx="3050">
                  <c:v>0.43149199999999999</c:v>
                </c:pt>
                <c:pt idx="3051">
                  <c:v>0.43179800000000002</c:v>
                </c:pt>
                <c:pt idx="3052">
                  <c:v>0.43210300000000001</c:v>
                </c:pt>
                <c:pt idx="3053">
                  <c:v>0.43240800000000001</c:v>
                </c:pt>
                <c:pt idx="3054">
                  <c:v>0.43271399999999999</c:v>
                </c:pt>
                <c:pt idx="3055">
                  <c:v>0.43301899999999999</c:v>
                </c:pt>
                <c:pt idx="3056">
                  <c:v>0.43332500000000002</c:v>
                </c:pt>
                <c:pt idx="3057">
                  <c:v>0.43363000000000002</c:v>
                </c:pt>
                <c:pt idx="3058">
                  <c:v>0.43393500000000002</c:v>
                </c:pt>
                <c:pt idx="3059">
                  <c:v>0.43424099999999999</c:v>
                </c:pt>
                <c:pt idx="3060">
                  <c:v>0.43454599999999999</c:v>
                </c:pt>
                <c:pt idx="3061">
                  <c:v>0.43485200000000002</c:v>
                </c:pt>
                <c:pt idx="3062">
                  <c:v>0.43515700000000002</c:v>
                </c:pt>
                <c:pt idx="3063">
                  <c:v>0.43546200000000002</c:v>
                </c:pt>
                <c:pt idx="3064">
                  <c:v>0.43576799999999999</c:v>
                </c:pt>
                <c:pt idx="3065">
                  <c:v>0.43607299999999999</c:v>
                </c:pt>
                <c:pt idx="3066">
                  <c:v>0.43637900000000002</c:v>
                </c:pt>
                <c:pt idx="3067">
                  <c:v>0.43668400000000002</c:v>
                </c:pt>
                <c:pt idx="3068">
                  <c:v>0.43698900000000002</c:v>
                </c:pt>
                <c:pt idx="3069">
                  <c:v>0.43729499999999999</c:v>
                </c:pt>
                <c:pt idx="3070">
                  <c:v>0.43759999999999999</c:v>
                </c:pt>
                <c:pt idx="3071">
                  <c:v>0.43790600000000002</c:v>
                </c:pt>
                <c:pt idx="3072">
                  <c:v>0.43821100000000002</c:v>
                </c:pt>
                <c:pt idx="3073">
                  <c:v>0.43851600000000002</c:v>
                </c:pt>
                <c:pt idx="3074">
                  <c:v>0.43882199999999999</c:v>
                </c:pt>
                <c:pt idx="3075">
                  <c:v>0.43912699999999999</c:v>
                </c:pt>
                <c:pt idx="3076">
                  <c:v>0.43943300000000002</c:v>
                </c:pt>
                <c:pt idx="3077">
                  <c:v>0.43973800000000002</c:v>
                </c:pt>
                <c:pt idx="3078">
                  <c:v>0.44004300000000002</c:v>
                </c:pt>
                <c:pt idx="3079">
                  <c:v>0.44034899999999999</c:v>
                </c:pt>
                <c:pt idx="3080">
                  <c:v>0.44065399999999999</c:v>
                </c:pt>
                <c:pt idx="3081">
                  <c:v>0.44096000000000002</c:v>
                </c:pt>
                <c:pt idx="3082">
                  <c:v>0.44126500000000002</c:v>
                </c:pt>
                <c:pt idx="3083">
                  <c:v>0.44157000000000002</c:v>
                </c:pt>
                <c:pt idx="3084">
                  <c:v>0.44187599999999999</c:v>
                </c:pt>
                <c:pt idx="3085">
                  <c:v>0.44218099999999999</c:v>
                </c:pt>
                <c:pt idx="3086">
                  <c:v>0.44248700000000002</c:v>
                </c:pt>
                <c:pt idx="3087">
                  <c:v>0.44279200000000002</c:v>
                </c:pt>
                <c:pt idx="3088">
                  <c:v>0.44309700000000002</c:v>
                </c:pt>
                <c:pt idx="3089">
                  <c:v>0.44340299999999999</c:v>
                </c:pt>
                <c:pt idx="3090">
                  <c:v>0.44370799999999999</c:v>
                </c:pt>
                <c:pt idx="3091">
                  <c:v>0.44401400000000002</c:v>
                </c:pt>
                <c:pt idx="3092">
                  <c:v>0.44431900000000002</c:v>
                </c:pt>
                <c:pt idx="3093">
                  <c:v>0.44462400000000002</c:v>
                </c:pt>
                <c:pt idx="3094">
                  <c:v>0.44492999999999999</c:v>
                </c:pt>
                <c:pt idx="3095">
                  <c:v>0.44523499999999999</c:v>
                </c:pt>
                <c:pt idx="3096">
                  <c:v>0.44554100000000002</c:v>
                </c:pt>
                <c:pt idx="3097">
                  <c:v>0.44584600000000002</c:v>
                </c:pt>
                <c:pt idx="3098">
                  <c:v>0.44615100000000002</c:v>
                </c:pt>
                <c:pt idx="3099">
                  <c:v>0.44645699999999999</c:v>
                </c:pt>
                <c:pt idx="3100">
                  <c:v>0.44676199999999999</c:v>
                </c:pt>
                <c:pt idx="3101">
                  <c:v>0.44706800000000002</c:v>
                </c:pt>
                <c:pt idx="3102">
                  <c:v>0.44737300000000002</c:v>
                </c:pt>
                <c:pt idx="3103">
                  <c:v>0.44767800000000002</c:v>
                </c:pt>
                <c:pt idx="3104">
                  <c:v>0.44798399999999999</c:v>
                </c:pt>
                <c:pt idx="3105">
                  <c:v>0.44828899999999999</c:v>
                </c:pt>
                <c:pt idx="3106">
                  <c:v>0.44859500000000002</c:v>
                </c:pt>
                <c:pt idx="3107">
                  <c:v>0.44890000000000002</c:v>
                </c:pt>
                <c:pt idx="3108">
                  <c:v>0.44920500000000002</c:v>
                </c:pt>
                <c:pt idx="3109">
                  <c:v>0.44951099999999999</c:v>
                </c:pt>
                <c:pt idx="3110">
                  <c:v>0.44981599999999999</c:v>
                </c:pt>
                <c:pt idx="3111">
                  <c:v>0.45012099999999999</c:v>
                </c:pt>
                <c:pt idx="3112">
                  <c:v>0.45042700000000002</c:v>
                </c:pt>
                <c:pt idx="3113">
                  <c:v>0.45073200000000002</c:v>
                </c:pt>
                <c:pt idx="3114">
                  <c:v>0.45103799999999999</c:v>
                </c:pt>
                <c:pt idx="3115">
                  <c:v>0.45134299999999999</c:v>
                </c:pt>
                <c:pt idx="3116">
                  <c:v>0.45164799999999999</c:v>
                </c:pt>
                <c:pt idx="3117">
                  <c:v>0.45195400000000002</c:v>
                </c:pt>
                <c:pt idx="3118">
                  <c:v>0.45225900000000002</c:v>
                </c:pt>
                <c:pt idx="3119">
                  <c:v>0.452565</c:v>
                </c:pt>
                <c:pt idx="3120">
                  <c:v>0.45286999999999999</c:v>
                </c:pt>
                <c:pt idx="3121">
                  <c:v>0.45317499999999999</c:v>
                </c:pt>
                <c:pt idx="3122">
                  <c:v>0.45348100000000002</c:v>
                </c:pt>
                <c:pt idx="3123">
                  <c:v>0.45378600000000002</c:v>
                </c:pt>
                <c:pt idx="3124">
                  <c:v>0.454092</c:v>
                </c:pt>
                <c:pt idx="3125">
                  <c:v>0.454397</c:v>
                </c:pt>
                <c:pt idx="3126">
                  <c:v>0.454702</c:v>
                </c:pt>
                <c:pt idx="3127">
                  <c:v>0.45500800000000002</c:v>
                </c:pt>
                <c:pt idx="3128">
                  <c:v>0.45531300000000002</c:v>
                </c:pt>
                <c:pt idx="3129">
                  <c:v>0.455619</c:v>
                </c:pt>
                <c:pt idx="3130">
                  <c:v>0.455924</c:v>
                </c:pt>
                <c:pt idx="3131">
                  <c:v>0.456229</c:v>
                </c:pt>
                <c:pt idx="3132">
                  <c:v>0.45653500000000002</c:v>
                </c:pt>
                <c:pt idx="3133">
                  <c:v>0.45684000000000002</c:v>
                </c:pt>
                <c:pt idx="3134">
                  <c:v>0.457146</c:v>
                </c:pt>
                <c:pt idx="3135">
                  <c:v>0.457451</c:v>
                </c:pt>
                <c:pt idx="3136">
                  <c:v>0.457756</c:v>
                </c:pt>
                <c:pt idx="3137">
                  <c:v>0.45806200000000002</c:v>
                </c:pt>
                <c:pt idx="3138">
                  <c:v>0.45836700000000002</c:v>
                </c:pt>
                <c:pt idx="3139">
                  <c:v>0.458673</c:v>
                </c:pt>
                <c:pt idx="3140">
                  <c:v>0.458978</c:v>
                </c:pt>
                <c:pt idx="3141">
                  <c:v>0.459283</c:v>
                </c:pt>
                <c:pt idx="3142">
                  <c:v>0.45958900000000003</c:v>
                </c:pt>
                <c:pt idx="3143">
                  <c:v>0.45989400000000002</c:v>
                </c:pt>
                <c:pt idx="3144">
                  <c:v>0.4602</c:v>
                </c:pt>
                <c:pt idx="3145">
                  <c:v>0.460505</c:v>
                </c:pt>
                <c:pt idx="3146">
                  <c:v>0.46081</c:v>
                </c:pt>
                <c:pt idx="3147">
                  <c:v>0.46111600000000003</c:v>
                </c:pt>
                <c:pt idx="3148">
                  <c:v>0.46142100000000003</c:v>
                </c:pt>
                <c:pt idx="3149">
                  <c:v>0.461727</c:v>
                </c:pt>
                <c:pt idx="3150">
                  <c:v>0.462032</c:v>
                </c:pt>
                <c:pt idx="3151">
                  <c:v>0.462337</c:v>
                </c:pt>
                <c:pt idx="3152">
                  <c:v>0.46264300000000003</c:v>
                </c:pt>
                <c:pt idx="3153">
                  <c:v>0.46294800000000003</c:v>
                </c:pt>
                <c:pt idx="3154">
                  <c:v>0.463254</c:v>
                </c:pt>
                <c:pt idx="3155">
                  <c:v>0.463559</c:v>
                </c:pt>
                <c:pt idx="3156">
                  <c:v>0.463864</c:v>
                </c:pt>
                <c:pt idx="3157">
                  <c:v>0.46417000000000003</c:v>
                </c:pt>
                <c:pt idx="3158">
                  <c:v>0.46447500000000003</c:v>
                </c:pt>
                <c:pt idx="3159">
                  <c:v>0.464781</c:v>
                </c:pt>
                <c:pt idx="3160">
                  <c:v>0.465086</c:v>
                </c:pt>
                <c:pt idx="3161">
                  <c:v>0.465391</c:v>
                </c:pt>
                <c:pt idx="3162">
                  <c:v>0.46569700000000003</c:v>
                </c:pt>
                <c:pt idx="3163">
                  <c:v>0.46600200000000003</c:v>
                </c:pt>
                <c:pt idx="3164">
                  <c:v>0.466308</c:v>
                </c:pt>
                <c:pt idx="3165">
                  <c:v>0.466613</c:v>
                </c:pt>
                <c:pt idx="3166">
                  <c:v>0.466918</c:v>
                </c:pt>
                <c:pt idx="3167">
                  <c:v>0.46722399999999997</c:v>
                </c:pt>
                <c:pt idx="3168">
                  <c:v>0.46752899999999997</c:v>
                </c:pt>
                <c:pt idx="3169">
                  <c:v>0.467835</c:v>
                </c:pt>
                <c:pt idx="3170">
                  <c:v>0.46814</c:v>
                </c:pt>
                <c:pt idx="3171">
                  <c:v>0.468445</c:v>
                </c:pt>
                <c:pt idx="3172">
                  <c:v>0.46875099999999997</c:v>
                </c:pt>
                <c:pt idx="3173">
                  <c:v>0.46905599999999997</c:v>
                </c:pt>
                <c:pt idx="3174">
                  <c:v>0.469362</c:v>
                </c:pt>
                <c:pt idx="3175">
                  <c:v>0.469667</c:v>
                </c:pt>
                <c:pt idx="3176">
                  <c:v>0.469972</c:v>
                </c:pt>
                <c:pt idx="3177">
                  <c:v>0.47027799999999997</c:v>
                </c:pt>
                <c:pt idx="3178">
                  <c:v>0.47058299999999997</c:v>
                </c:pt>
                <c:pt idx="3179">
                  <c:v>0.470889</c:v>
                </c:pt>
                <c:pt idx="3180">
                  <c:v>0.471194</c:v>
                </c:pt>
                <c:pt idx="3181">
                  <c:v>0.471499</c:v>
                </c:pt>
                <c:pt idx="3182">
                  <c:v>0.47180499999999997</c:v>
                </c:pt>
                <c:pt idx="3183">
                  <c:v>0.47210999999999997</c:v>
                </c:pt>
                <c:pt idx="3184">
                  <c:v>0.472416</c:v>
                </c:pt>
                <c:pt idx="3185">
                  <c:v>0.472721</c:v>
                </c:pt>
                <c:pt idx="3186">
                  <c:v>0.473026</c:v>
                </c:pt>
                <c:pt idx="3187">
                  <c:v>0.47333199999999997</c:v>
                </c:pt>
                <c:pt idx="3188">
                  <c:v>0.47363699999999997</c:v>
                </c:pt>
                <c:pt idx="3189">
                  <c:v>0.473943</c:v>
                </c:pt>
                <c:pt idx="3190">
                  <c:v>0.474248</c:v>
                </c:pt>
                <c:pt idx="3191">
                  <c:v>0.474553</c:v>
                </c:pt>
                <c:pt idx="3192">
                  <c:v>0.47485899999999998</c:v>
                </c:pt>
                <c:pt idx="3193">
                  <c:v>0.47516399999999998</c:v>
                </c:pt>
                <c:pt idx="3194">
                  <c:v>0.47547</c:v>
                </c:pt>
                <c:pt idx="3195">
                  <c:v>0.475775</c:v>
                </c:pt>
                <c:pt idx="3196">
                  <c:v>0.47608</c:v>
                </c:pt>
                <c:pt idx="3197">
                  <c:v>0.47638599999999998</c:v>
                </c:pt>
                <c:pt idx="3198">
                  <c:v>0.47669099999999998</c:v>
                </c:pt>
                <c:pt idx="3199">
                  <c:v>0.47699599999999998</c:v>
                </c:pt>
                <c:pt idx="3200">
                  <c:v>0.477302</c:v>
                </c:pt>
                <c:pt idx="3201">
                  <c:v>0.477607</c:v>
                </c:pt>
                <c:pt idx="3202">
                  <c:v>0.47791299999999998</c:v>
                </c:pt>
                <c:pt idx="3203">
                  <c:v>0.47821799999999998</c:v>
                </c:pt>
                <c:pt idx="3204">
                  <c:v>0.47852299999999998</c:v>
                </c:pt>
                <c:pt idx="3205">
                  <c:v>0.478829</c:v>
                </c:pt>
                <c:pt idx="3206">
                  <c:v>0.479134</c:v>
                </c:pt>
                <c:pt idx="3207">
                  <c:v>0.47943999999999998</c:v>
                </c:pt>
                <c:pt idx="3208">
                  <c:v>0.47974499999999998</c:v>
                </c:pt>
                <c:pt idx="3209">
                  <c:v>0.48004999999999998</c:v>
                </c:pt>
                <c:pt idx="3210">
                  <c:v>0.48035600000000001</c:v>
                </c:pt>
                <c:pt idx="3211">
                  <c:v>0.480661</c:v>
                </c:pt>
                <c:pt idx="3212">
                  <c:v>0.48096699999999998</c:v>
                </c:pt>
                <c:pt idx="3213">
                  <c:v>0.48127199999999998</c:v>
                </c:pt>
                <c:pt idx="3214">
                  <c:v>0.48157699999999998</c:v>
                </c:pt>
                <c:pt idx="3215">
                  <c:v>0.48188300000000001</c:v>
                </c:pt>
                <c:pt idx="3216">
                  <c:v>0.48218800000000001</c:v>
                </c:pt>
                <c:pt idx="3217">
                  <c:v>0.48249399999999998</c:v>
                </c:pt>
                <c:pt idx="3218">
                  <c:v>0.48279899999999998</c:v>
                </c:pt>
                <c:pt idx="3219">
                  <c:v>0.48310399999999998</c:v>
                </c:pt>
                <c:pt idx="3220">
                  <c:v>0.48341000000000001</c:v>
                </c:pt>
                <c:pt idx="3221">
                  <c:v>0.48371500000000001</c:v>
                </c:pt>
                <c:pt idx="3222">
                  <c:v>0.48402099999999998</c:v>
                </c:pt>
                <c:pt idx="3223">
                  <c:v>0.48432599999999998</c:v>
                </c:pt>
                <c:pt idx="3224">
                  <c:v>0.48463099999999998</c:v>
                </c:pt>
                <c:pt idx="3225">
                  <c:v>0.48493700000000001</c:v>
                </c:pt>
                <c:pt idx="3226">
                  <c:v>0.48524200000000001</c:v>
                </c:pt>
                <c:pt idx="3227">
                  <c:v>0.48554799999999998</c:v>
                </c:pt>
                <c:pt idx="3228">
                  <c:v>0.48585299999999998</c:v>
                </c:pt>
                <c:pt idx="3229">
                  <c:v>0.48615799999999998</c:v>
                </c:pt>
                <c:pt idx="3230">
                  <c:v>0.48646400000000001</c:v>
                </c:pt>
                <c:pt idx="3231">
                  <c:v>0.48676900000000001</c:v>
                </c:pt>
                <c:pt idx="3232">
                  <c:v>0.48707499999999998</c:v>
                </c:pt>
                <c:pt idx="3233">
                  <c:v>0.48737999999999998</c:v>
                </c:pt>
                <c:pt idx="3234">
                  <c:v>0.48768499999999998</c:v>
                </c:pt>
                <c:pt idx="3235">
                  <c:v>0.48799100000000001</c:v>
                </c:pt>
                <c:pt idx="3236">
                  <c:v>0.48829600000000001</c:v>
                </c:pt>
                <c:pt idx="3237">
                  <c:v>0.48860199999999998</c:v>
                </c:pt>
                <c:pt idx="3238">
                  <c:v>0.48890699999999998</c:v>
                </c:pt>
                <c:pt idx="3239">
                  <c:v>0.48921199999999998</c:v>
                </c:pt>
                <c:pt idx="3240">
                  <c:v>0.48951800000000001</c:v>
                </c:pt>
                <c:pt idx="3241">
                  <c:v>0.48982300000000001</c:v>
                </c:pt>
                <c:pt idx="3242">
                  <c:v>0.49012899999999998</c:v>
                </c:pt>
                <c:pt idx="3243">
                  <c:v>0.49043399999999998</c:v>
                </c:pt>
                <c:pt idx="3244">
                  <c:v>0.49073899999999998</c:v>
                </c:pt>
                <c:pt idx="3245">
                  <c:v>0.49104500000000001</c:v>
                </c:pt>
                <c:pt idx="3246">
                  <c:v>0.49135000000000001</c:v>
                </c:pt>
                <c:pt idx="3247">
                  <c:v>0.49165599999999998</c:v>
                </c:pt>
                <c:pt idx="3248">
                  <c:v>0.49196099999999998</c:v>
                </c:pt>
                <c:pt idx="3249">
                  <c:v>0.49226599999999998</c:v>
                </c:pt>
                <c:pt idx="3250">
                  <c:v>0.49257200000000001</c:v>
                </c:pt>
                <c:pt idx="3251">
                  <c:v>0.49287700000000001</c:v>
                </c:pt>
                <c:pt idx="3252">
                  <c:v>0.49318299999999998</c:v>
                </c:pt>
                <c:pt idx="3253">
                  <c:v>0.49348799999999998</c:v>
                </c:pt>
                <c:pt idx="3254">
                  <c:v>0.49379299999999998</c:v>
                </c:pt>
                <c:pt idx="3255">
                  <c:v>0.49409900000000001</c:v>
                </c:pt>
                <c:pt idx="3256">
                  <c:v>0.49440400000000001</c:v>
                </c:pt>
                <c:pt idx="3257">
                  <c:v>0.49470999999999998</c:v>
                </c:pt>
                <c:pt idx="3258">
                  <c:v>0.49501499999999998</c:v>
                </c:pt>
                <c:pt idx="3259">
                  <c:v>0.49531999999999998</c:v>
                </c:pt>
                <c:pt idx="3260">
                  <c:v>0.49562600000000001</c:v>
                </c:pt>
                <c:pt idx="3261">
                  <c:v>0.49593100000000001</c:v>
                </c:pt>
                <c:pt idx="3262">
                  <c:v>0.49623699999999998</c:v>
                </c:pt>
                <c:pt idx="3263">
                  <c:v>0.49654199999999998</c:v>
                </c:pt>
                <c:pt idx="3264">
                  <c:v>0.49684699999999998</c:v>
                </c:pt>
                <c:pt idx="3265">
                  <c:v>0.49715300000000001</c:v>
                </c:pt>
                <c:pt idx="3266">
                  <c:v>0.49745800000000001</c:v>
                </c:pt>
                <c:pt idx="3267">
                  <c:v>0.49776399999999998</c:v>
                </c:pt>
                <c:pt idx="3268">
                  <c:v>0.49806899999999998</c:v>
                </c:pt>
                <c:pt idx="3269">
                  <c:v>0.49837399999999998</c:v>
                </c:pt>
                <c:pt idx="3270">
                  <c:v>0.49868000000000001</c:v>
                </c:pt>
                <c:pt idx="3271">
                  <c:v>0.49898500000000001</c:v>
                </c:pt>
                <c:pt idx="3272">
                  <c:v>0.49929099999999998</c:v>
                </c:pt>
                <c:pt idx="3273">
                  <c:v>0.49959599999999998</c:v>
                </c:pt>
                <c:pt idx="3274">
                  <c:v>0.49990099999999998</c:v>
                </c:pt>
                <c:pt idx="3275">
                  <c:v>0.50020699999999996</c:v>
                </c:pt>
                <c:pt idx="3276">
                  <c:v>0.50051199999999996</c:v>
                </c:pt>
                <c:pt idx="3277">
                  <c:v>0.50081799999999999</c:v>
                </c:pt>
                <c:pt idx="3278">
                  <c:v>0.50112299999999999</c:v>
                </c:pt>
                <c:pt idx="3279">
                  <c:v>0.50142799999999998</c:v>
                </c:pt>
                <c:pt idx="3280">
                  <c:v>0.50173400000000001</c:v>
                </c:pt>
                <c:pt idx="3281">
                  <c:v>0.50203900000000001</c:v>
                </c:pt>
                <c:pt idx="3282">
                  <c:v>0.50234400000000001</c:v>
                </c:pt>
                <c:pt idx="3283">
                  <c:v>0.50265000000000004</c:v>
                </c:pt>
                <c:pt idx="3284">
                  <c:v>0.50295500000000004</c:v>
                </c:pt>
                <c:pt idx="3285">
                  <c:v>0.50326099999999996</c:v>
                </c:pt>
                <c:pt idx="3286">
                  <c:v>0.50356599999999996</c:v>
                </c:pt>
                <c:pt idx="3287">
                  <c:v>0.50387099999999996</c:v>
                </c:pt>
                <c:pt idx="3288">
                  <c:v>0.50417699999999999</c:v>
                </c:pt>
                <c:pt idx="3289">
                  <c:v>0.50448199999999999</c:v>
                </c:pt>
                <c:pt idx="3290">
                  <c:v>0.50478800000000001</c:v>
                </c:pt>
                <c:pt idx="3291">
                  <c:v>0.50509300000000001</c:v>
                </c:pt>
                <c:pt idx="3292">
                  <c:v>0.50539800000000001</c:v>
                </c:pt>
                <c:pt idx="3293">
                  <c:v>0.50570400000000004</c:v>
                </c:pt>
                <c:pt idx="3294">
                  <c:v>0.50600900000000004</c:v>
                </c:pt>
                <c:pt idx="3295">
                  <c:v>0.50631499999999996</c:v>
                </c:pt>
                <c:pt idx="3296">
                  <c:v>0.50661999999999996</c:v>
                </c:pt>
                <c:pt idx="3297">
                  <c:v>0.50692499999999996</c:v>
                </c:pt>
                <c:pt idx="3298">
                  <c:v>0.50723099999999999</c:v>
                </c:pt>
                <c:pt idx="3299">
                  <c:v>0.50753599999999999</c:v>
                </c:pt>
                <c:pt idx="3300">
                  <c:v>0.50784200000000002</c:v>
                </c:pt>
                <c:pt idx="3301">
                  <c:v>0.50814700000000002</c:v>
                </c:pt>
                <c:pt idx="3302">
                  <c:v>0.50845200000000002</c:v>
                </c:pt>
                <c:pt idx="3303">
                  <c:v>0.50875800000000004</c:v>
                </c:pt>
                <c:pt idx="3304">
                  <c:v>0.50906300000000004</c:v>
                </c:pt>
                <c:pt idx="3305">
                  <c:v>0.50936899999999996</c:v>
                </c:pt>
                <c:pt idx="3306">
                  <c:v>0.50967399999999996</c:v>
                </c:pt>
                <c:pt idx="3307">
                  <c:v>0.50997899999999996</c:v>
                </c:pt>
                <c:pt idx="3308">
                  <c:v>0.51028499999999999</c:v>
                </c:pt>
                <c:pt idx="3309">
                  <c:v>0.51058999999999999</c:v>
                </c:pt>
                <c:pt idx="3310">
                  <c:v>0.51089600000000002</c:v>
                </c:pt>
                <c:pt idx="3311">
                  <c:v>0.51120100000000002</c:v>
                </c:pt>
                <c:pt idx="3312">
                  <c:v>0.51150600000000002</c:v>
                </c:pt>
                <c:pt idx="3313">
                  <c:v>0.51181200000000004</c:v>
                </c:pt>
                <c:pt idx="3314">
                  <c:v>0.51211700000000004</c:v>
                </c:pt>
                <c:pt idx="3315">
                  <c:v>0.51242299999999996</c:v>
                </c:pt>
                <c:pt idx="3316">
                  <c:v>0.51272799999999996</c:v>
                </c:pt>
                <c:pt idx="3317">
                  <c:v>0.51303299999999996</c:v>
                </c:pt>
                <c:pt idx="3318">
                  <c:v>0.51333899999999999</c:v>
                </c:pt>
                <c:pt idx="3319">
                  <c:v>0.51364399999999999</c:v>
                </c:pt>
                <c:pt idx="3320">
                  <c:v>0.51395000000000002</c:v>
                </c:pt>
                <c:pt idx="3321">
                  <c:v>0.51425500000000002</c:v>
                </c:pt>
                <c:pt idx="3322">
                  <c:v>0.51456000000000002</c:v>
                </c:pt>
                <c:pt idx="3323">
                  <c:v>0.51486600000000005</c:v>
                </c:pt>
                <c:pt idx="3324">
                  <c:v>0.51517100000000005</c:v>
                </c:pt>
                <c:pt idx="3325">
                  <c:v>0.51547699999999996</c:v>
                </c:pt>
                <c:pt idx="3326">
                  <c:v>0.51578199999999996</c:v>
                </c:pt>
                <c:pt idx="3327">
                  <c:v>0.51608699999999996</c:v>
                </c:pt>
                <c:pt idx="3328">
                  <c:v>0.51639299999999999</c:v>
                </c:pt>
                <c:pt idx="3329">
                  <c:v>0.51669799999999999</c:v>
                </c:pt>
                <c:pt idx="3330">
                  <c:v>0.51700400000000002</c:v>
                </c:pt>
                <c:pt idx="3331">
                  <c:v>0.51730900000000002</c:v>
                </c:pt>
                <c:pt idx="3332">
                  <c:v>0.51761400000000002</c:v>
                </c:pt>
                <c:pt idx="3333">
                  <c:v>0.51792000000000005</c:v>
                </c:pt>
                <c:pt idx="3334">
                  <c:v>0.51822500000000005</c:v>
                </c:pt>
                <c:pt idx="3335">
                  <c:v>0.51853099999999996</c:v>
                </c:pt>
                <c:pt idx="3336">
                  <c:v>0.51883599999999996</c:v>
                </c:pt>
                <c:pt idx="3337">
                  <c:v>0.51914099999999996</c:v>
                </c:pt>
                <c:pt idx="3338">
                  <c:v>0.51944699999999999</c:v>
                </c:pt>
                <c:pt idx="3339">
                  <c:v>0.51975199999999999</c:v>
                </c:pt>
                <c:pt idx="3340">
                  <c:v>0.52005800000000002</c:v>
                </c:pt>
                <c:pt idx="3341">
                  <c:v>0.52036300000000002</c:v>
                </c:pt>
                <c:pt idx="3342">
                  <c:v>0.52066800000000002</c:v>
                </c:pt>
                <c:pt idx="3343">
                  <c:v>0.52097400000000005</c:v>
                </c:pt>
                <c:pt idx="3344">
                  <c:v>0.52127900000000005</c:v>
                </c:pt>
                <c:pt idx="3345">
                  <c:v>0.52158499999999997</c:v>
                </c:pt>
                <c:pt idx="3346">
                  <c:v>0.52188999999999997</c:v>
                </c:pt>
                <c:pt idx="3347">
                  <c:v>0.52219499999999996</c:v>
                </c:pt>
                <c:pt idx="3348">
                  <c:v>0.52250099999999999</c:v>
                </c:pt>
                <c:pt idx="3349">
                  <c:v>0.52280599999999999</c:v>
                </c:pt>
                <c:pt idx="3350">
                  <c:v>0.52311200000000002</c:v>
                </c:pt>
                <c:pt idx="3351">
                  <c:v>0.52341700000000002</c:v>
                </c:pt>
                <c:pt idx="3352">
                  <c:v>0.52372200000000002</c:v>
                </c:pt>
                <c:pt idx="3353">
                  <c:v>0.52402800000000005</c:v>
                </c:pt>
                <c:pt idx="3354">
                  <c:v>0.52433300000000005</c:v>
                </c:pt>
                <c:pt idx="3355">
                  <c:v>0.52463899999999997</c:v>
                </c:pt>
                <c:pt idx="3356">
                  <c:v>0.52494399999999997</c:v>
                </c:pt>
                <c:pt idx="3357">
                  <c:v>0.52524899999999997</c:v>
                </c:pt>
                <c:pt idx="3358">
                  <c:v>0.52555499999999999</c:v>
                </c:pt>
                <c:pt idx="3359">
                  <c:v>0.52585999999999999</c:v>
                </c:pt>
                <c:pt idx="3360">
                  <c:v>0.52616600000000002</c:v>
                </c:pt>
                <c:pt idx="3361">
                  <c:v>0.52647100000000002</c:v>
                </c:pt>
                <c:pt idx="3362">
                  <c:v>0.52677600000000002</c:v>
                </c:pt>
                <c:pt idx="3363">
                  <c:v>0.52708200000000005</c:v>
                </c:pt>
                <c:pt idx="3364">
                  <c:v>0.52738700000000005</c:v>
                </c:pt>
                <c:pt idx="3365">
                  <c:v>0.52769200000000005</c:v>
                </c:pt>
                <c:pt idx="3366">
                  <c:v>0.52799799999999997</c:v>
                </c:pt>
                <c:pt idx="3367">
                  <c:v>0.52830299999999997</c:v>
                </c:pt>
                <c:pt idx="3368">
                  <c:v>0.528609</c:v>
                </c:pt>
                <c:pt idx="3369">
                  <c:v>0.528914</c:v>
                </c:pt>
                <c:pt idx="3370">
                  <c:v>0.52921899999999999</c:v>
                </c:pt>
                <c:pt idx="3371">
                  <c:v>0.52952500000000002</c:v>
                </c:pt>
                <c:pt idx="3372">
                  <c:v>0.52983000000000002</c:v>
                </c:pt>
                <c:pt idx="3373">
                  <c:v>0.53013600000000005</c:v>
                </c:pt>
                <c:pt idx="3374">
                  <c:v>0.53044100000000005</c:v>
                </c:pt>
                <c:pt idx="3375">
                  <c:v>0.53074600000000005</c:v>
                </c:pt>
                <c:pt idx="3376">
                  <c:v>0.53105199999999997</c:v>
                </c:pt>
                <c:pt idx="3377">
                  <c:v>0.53135699999999997</c:v>
                </c:pt>
                <c:pt idx="3378">
                  <c:v>0.531663</c:v>
                </c:pt>
                <c:pt idx="3379">
                  <c:v>0.531968</c:v>
                </c:pt>
                <c:pt idx="3380">
                  <c:v>0.532273</c:v>
                </c:pt>
                <c:pt idx="3381">
                  <c:v>0.53257900000000002</c:v>
                </c:pt>
                <c:pt idx="3382">
                  <c:v>0.53288400000000002</c:v>
                </c:pt>
                <c:pt idx="3383">
                  <c:v>0.53319000000000005</c:v>
                </c:pt>
                <c:pt idx="3384">
                  <c:v>0.53349500000000005</c:v>
                </c:pt>
                <c:pt idx="3385">
                  <c:v>0.53380000000000005</c:v>
                </c:pt>
                <c:pt idx="3386">
                  <c:v>0.53410599999999997</c:v>
                </c:pt>
                <c:pt idx="3387">
                  <c:v>0.53441099999999997</c:v>
                </c:pt>
                <c:pt idx="3388">
                  <c:v>0.534717</c:v>
                </c:pt>
                <c:pt idx="3389">
                  <c:v>0.535022</c:v>
                </c:pt>
                <c:pt idx="3390">
                  <c:v>0.535327</c:v>
                </c:pt>
                <c:pt idx="3391">
                  <c:v>0.53563300000000003</c:v>
                </c:pt>
                <c:pt idx="3392">
                  <c:v>0.53593800000000003</c:v>
                </c:pt>
                <c:pt idx="3393">
                  <c:v>0.53624400000000005</c:v>
                </c:pt>
                <c:pt idx="3394">
                  <c:v>0.53654900000000005</c:v>
                </c:pt>
                <c:pt idx="3395">
                  <c:v>0.53685400000000005</c:v>
                </c:pt>
                <c:pt idx="3396">
                  <c:v>0.53715999999999997</c:v>
                </c:pt>
                <c:pt idx="3397">
                  <c:v>0.53746499999999997</c:v>
                </c:pt>
                <c:pt idx="3398">
                  <c:v>0.537771</c:v>
                </c:pt>
                <c:pt idx="3399">
                  <c:v>0.538076</c:v>
                </c:pt>
                <c:pt idx="3400">
                  <c:v>0.538381</c:v>
                </c:pt>
                <c:pt idx="3401">
                  <c:v>0.53868700000000003</c:v>
                </c:pt>
                <c:pt idx="3402">
                  <c:v>0.53899200000000003</c:v>
                </c:pt>
                <c:pt idx="3403">
                  <c:v>0.53929800000000006</c:v>
                </c:pt>
                <c:pt idx="3404">
                  <c:v>0.53960300000000005</c:v>
                </c:pt>
                <c:pt idx="3405">
                  <c:v>0.53990800000000005</c:v>
                </c:pt>
                <c:pt idx="3406">
                  <c:v>0.54021399999999997</c:v>
                </c:pt>
                <c:pt idx="3407">
                  <c:v>0.54051899999999997</c:v>
                </c:pt>
                <c:pt idx="3408">
                  <c:v>0.540825</c:v>
                </c:pt>
                <c:pt idx="3409">
                  <c:v>0.54113</c:v>
                </c:pt>
                <c:pt idx="3410">
                  <c:v>0.541435</c:v>
                </c:pt>
                <c:pt idx="3411">
                  <c:v>0.54174100000000003</c:v>
                </c:pt>
                <c:pt idx="3412">
                  <c:v>0.54204600000000003</c:v>
                </c:pt>
                <c:pt idx="3413">
                  <c:v>0.54235199999999995</c:v>
                </c:pt>
                <c:pt idx="3414">
                  <c:v>0.54265699999999994</c:v>
                </c:pt>
                <c:pt idx="3415">
                  <c:v>0.54296199999999994</c:v>
                </c:pt>
                <c:pt idx="3416">
                  <c:v>0.54326799999999997</c:v>
                </c:pt>
                <c:pt idx="3417">
                  <c:v>0.54357299999999997</c:v>
                </c:pt>
                <c:pt idx="3418">
                  <c:v>0.543879</c:v>
                </c:pt>
                <c:pt idx="3419">
                  <c:v>0.544184</c:v>
                </c:pt>
                <c:pt idx="3420">
                  <c:v>0.544489</c:v>
                </c:pt>
                <c:pt idx="3421">
                  <c:v>0.54479500000000003</c:v>
                </c:pt>
                <c:pt idx="3422">
                  <c:v>0.54510000000000003</c:v>
                </c:pt>
                <c:pt idx="3423">
                  <c:v>0.54540599999999995</c:v>
                </c:pt>
                <c:pt idx="3424">
                  <c:v>0.54571099999999995</c:v>
                </c:pt>
                <c:pt idx="3425">
                  <c:v>0.54601599999999995</c:v>
                </c:pt>
                <c:pt idx="3426">
                  <c:v>0.54632199999999997</c:v>
                </c:pt>
                <c:pt idx="3427">
                  <c:v>0.54662699999999997</c:v>
                </c:pt>
                <c:pt idx="3428">
                  <c:v>0.546933</c:v>
                </c:pt>
                <c:pt idx="3429">
                  <c:v>0.547238</c:v>
                </c:pt>
                <c:pt idx="3430">
                  <c:v>0.547543</c:v>
                </c:pt>
                <c:pt idx="3431">
                  <c:v>0.54784900000000003</c:v>
                </c:pt>
                <c:pt idx="3432">
                  <c:v>0.54815400000000003</c:v>
                </c:pt>
                <c:pt idx="3433">
                  <c:v>0.54845999999999995</c:v>
                </c:pt>
                <c:pt idx="3434">
                  <c:v>0.54876499999999995</c:v>
                </c:pt>
                <c:pt idx="3435">
                  <c:v>0.54906999999999995</c:v>
                </c:pt>
                <c:pt idx="3436">
                  <c:v>0.54937599999999998</c:v>
                </c:pt>
                <c:pt idx="3437">
                  <c:v>0.54968099999999998</c:v>
                </c:pt>
                <c:pt idx="3438">
                  <c:v>0.549987</c:v>
                </c:pt>
                <c:pt idx="3439">
                  <c:v>0.550292</c:v>
                </c:pt>
                <c:pt idx="3440">
                  <c:v>0.550597</c:v>
                </c:pt>
                <c:pt idx="3441">
                  <c:v>0.55090300000000003</c:v>
                </c:pt>
                <c:pt idx="3442">
                  <c:v>0.55120800000000003</c:v>
                </c:pt>
                <c:pt idx="3443">
                  <c:v>0.55151399999999995</c:v>
                </c:pt>
                <c:pt idx="3444">
                  <c:v>0.55181899999999995</c:v>
                </c:pt>
                <c:pt idx="3445">
                  <c:v>0.55212399999999995</c:v>
                </c:pt>
                <c:pt idx="3446">
                  <c:v>0.55242999999999998</c:v>
                </c:pt>
                <c:pt idx="3447">
                  <c:v>0.55273499999999998</c:v>
                </c:pt>
                <c:pt idx="3448">
                  <c:v>0.55303999999999998</c:v>
                </c:pt>
                <c:pt idx="3449">
                  <c:v>0.553346</c:v>
                </c:pt>
                <c:pt idx="3450">
                  <c:v>0.553651</c:v>
                </c:pt>
                <c:pt idx="3451">
                  <c:v>0.55395700000000003</c:v>
                </c:pt>
                <c:pt idx="3452">
                  <c:v>0.55426200000000003</c:v>
                </c:pt>
                <c:pt idx="3453">
                  <c:v>0.55456700000000003</c:v>
                </c:pt>
                <c:pt idx="3454">
                  <c:v>0.55487299999999995</c:v>
                </c:pt>
                <c:pt idx="3455">
                  <c:v>0.55517799999999995</c:v>
                </c:pt>
                <c:pt idx="3456">
                  <c:v>0.55548399999999998</c:v>
                </c:pt>
                <c:pt idx="3457">
                  <c:v>0.55578899999999998</c:v>
                </c:pt>
                <c:pt idx="3458">
                  <c:v>0.55609399999999998</c:v>
                </c:pt>
                <c:pt idx="3459">
                  <c:v>0.55640000000000001</c:v>
                </c:pt>
                <c:pt idx="3460">
                  <c:v>0.55670500000000001</c:v>
                </c:pt>
                <c:pt idx="3461">
                  <c:v>0.55701100000000003</c:v>
                </c:pt>
                <c:pt idx="3462">
                  <c:v>0.55731600000000003</c:v>
                </c:pt>
                <c:pt idx="3463">
                  <c:v>0.55762100000000003</c:v>
                </c:pt>
                <c:pt idx="3464">
                  <c:v>0.55792699999999995</c:v>
                </c:pt>
                <c:pt idx="3465">
                  <c:v>0.55823199999999995</c:v>
                </c:pt>
                <c:pt idx="3466">
                  <c:v>0.55853799999999998</c:v>
                </c:pt>
                <c:pt idx="3467">
                  <c:v>0.55884299999999998</c:v>
                </c:pt>
                <c:pt idx="3468">
                  <c:v>0.55914799999999998</c:v>
                </c:pt>
                <c:pt idx="3469">
                  <c:v>0.55945400000000001</c:v>
                </c:pt>
                <c:pt idx="3470">
                  <c:v>0.55975900000000001</c:v>
                </c:pt>
                <c:pt idx="3471">
                  <c:v>0.56006500000000004</c:v>
                </c:pt>
                <c:pt idx="3472">
                  <c:v>0.56037000000000003</c:v>
                </c:pt>
                <c:pt idx="3473">
                  <c:v>0.56067500000000003</c:v>
                </c:pt>
                <c:pt idx="3474">
                  <c:v>0.56098099999999995</c:v>
                </c:pt>
                <c:pt idx="3475">
                  <c:v>0.56128599999999995</c:v>
                </c:pt>
                <c:pt idx="3476">
                  <c:v>0.56159199999999998</c:v>
                </c:pt>
                <c:pt idx="3477">
                  <c:v>0.56189699999999998</c:v>
                </c:pt>
                <c:pt idx="3478">
                  <c:v>0.56220199999999998</c:v>
                </c:pt>
                <c:pt idx="3479">
                  <c:v>0.56250800000000001</c:v>
                </c:pt>
                <c:pt idx="3480">
                  <c:v>0.56281300000000001</c:v>
                </c:pt>
                <c:pt idx="3481">
                  <c:v>0.56311900000000004</c:v>
                </c:pt>
                <c:pt idx="3482">
                  <c:v>0.56342400000000004</c:v>
                </c:pt>
                <c:pt idx="3483">
                  <c:v>0.56372900000000004</c:v>
                </c:pt>
                <c:pt idx="3484">
                  <c:v>0.56403499999999995</c:v>
                </c:pt>
                <c:pt idx="3485">
                  <c:v>0.56433999999999995</c:v>
                </c:pt>
                <c:pt idx="3486">
                  <c:v>0.56464599999999998</c:v>
                </c:pt>
                <c:pt idx="3487">
                  <c:v>0.56495099999999998</c:v>
                </c:pt>
                <c:pt idx="3488">
                  <c:v>0.56525599999999998</c:v>
                </c:pt>
                <c:pt idx="3489">
                  <c:v>0.56556200000000001</c:v>
                </c:pt>
                <c:pt idx="3490">
                  <c:v>0.56586700000000001</c:v>
                </c:pt>
                <c:pt idx="3491">
                  <c:v>0.56617300000000004</c:v>
                </c:pt>
                <c:pt idx="3492">
                  <c:v>0.56647800000000004</c:v>
                </c:pt>
                <c:pt idx="3493">
                  <c:v>0.56678300000000004</c:v>
                </c:pt>
                <c:pt idx="3494">
                  <c:v>0.56708899999999995</c:v>
                </c:pt>
                <c:pt idx="3495">
                  <c:v>0.56739399999999995</c:v>
                </c:pt>
                <c:pt idx="3496">
                  <c:v>0.56769999999999998</c:v>
                </c:pt>
                <c:pt idx="3497">
                  <c:v>0.56800499999999998</c:v>
                </c:pt>
                <c:pt idx="3498">
                  <c:v>0.56830999999999998</c:v>
                </c:pt>
                <c:pt idx="3499">
                  <c:v>0.56861600000000001</c:v>
                </c:pt>
                <c:pt idx="3500">
                  <c:v>0.56892100000000001</c:v>
                </c:pt>
                <c:pt idx="3501">
                  <c:v>0.56922700000000004</c:v>
                </c:pt>
                <c:pt idx="3502">
                  <c:v>0.56953200000000004</c:v>
                </c:pt>
                <c:pt idx="3503">
                  <c:v>0.56983700000000004</c:v>
                </c:pt>
                <c:pt idx="3504">
                  <c:v>0.57014299999999996</c:v>
                </c:pt>
                <c:pt idx="3505">
                  <c:v>0.57044799999999996</c:v>
                </c:pt>
                <c:pt idx="3506">
                  <c:v>0.57075399999999998</c:v>
                </c:pt>
                <c:pt idx="3507">
                  <c:v>0.57105899999999998</c:v>
                </c:pt>
                <c:pt idx="3508">
                  <c:v>0.57136399999999998</c:v>
                </c:pt>
                <c:pt idx="3509">
                  <c:v>0.57167000000000001</c:v>
                </c:pt>
                <c:pt idx="3510">
                  <c:v>0.57197500000000001</c:v>
                </c:pt>
                <c:pt idx="3511">
                  <c:v>0.57228100000000004</c:v>
                </c:pt>
                <c:pt idx="3512">
                  <c:v>0.57258600000000004</c:v>
                </c:pt>
                <c:pt idx="3513">
                  <c:v>0.57289100000000004</c:v>
                </c:pt>
                <c:pt idx="3514">
                  <c:v>0.57319699999999996</c:v>
                </c:pt>
                <c:pt idx="3515">
                  <c:v>0.57350199999999996</c:v>
                </c:pt>
                <c:pt idx="3516">
                  <c:v>0.57380799999999998</c:v>
                </c:pt>
                <c:pt idx="3517">
                  <c:v>0.57411299999999998</c:v>
                </c:pt>
                <c:pt idx="3518">
                  <c:v>0.57441799999999998</c:v>
                </c:pt>
                <c:pt idx="3519">
                  <c:v>0.57472400000000001</c:v>
                </c:pt>
                <c:pt idx="3520">
                  <c:v>0.57502900000000001</c:v>
                </c:pt>
                <c:pt idx="3521">
                  <c:v>0.57533500000000004</c:v>
                </c:pt>
                <c:pt idx="3522">
                  <c:v>0.57564000000000004</c:v>
                </c:pt>
                <c:pt idx="3523">
                  <c:v>0.57594500000000004</c:v>
                </c:pt>
                <c:pt idx="3524">
                  <c:v>0.57625099999999996</c:v>
                </c:pt>
                <c:pt idx="3525">
                  <c:v>0.57655599999999996</c:v>
                </c:pt>
                <c:pt idx="3526">
                  <c:v>0.57686199999999999</c:v>
                </c:pt>
                <c:pt idx="3527">
                  <c:v>0.57716699999999999</c:v>
                </c:pt>
                <c:pt idx="3528">
                  <c:v>0.57747199999999999</c:v>
                </c:pt>
                <c:pt idx="3529">
                  <c:v>0.57777800000000001</c:v>
                </c:pt>
                <c:pt idx="3530">
                  <c:v>0.57808300000000001</c:v>
                </c:pt>
                <c:pt idx="3531">
                  <c:v>0.57838800000000001</c:v>
                </c:pt>
                <c:pt idx="3532">
                  <c:v>0.57869400000000004</c:v>
                </c:pt>
                <c:pt idx="3533">
                  <c:v>0.57899900000000004</c:v>
                </c:pt>
                <c:pt idx="3534">
                  <c:v>0.57930499999999996</c:v>
                </c:pt>
                <c:pt idx="3535">
                  <c:v>0.57960999999999996</c:v>
                </c:pt>
                <c:pt idx="3536">
                  <c:v>0.57991499999999996</c:v>
                </c:pt>
                <c:pt idx="3537">
                  <c:v>0.58022099999999999</c:v>
                </c:pt>
                <c:pt idx="3538">
                  <c:v>0.58052599999999999</c:v>
                </c:pt>
                <c:pt idx="3539">
                  <c:v>0.58083200000000001</c:v>
                </c:pt>
                <c:pt idx="3540">
                  <c:v>0.58113700000000001</c:v>
                </c:pt>
                <c:pt idx="3541">
                  <c:v>0.58144200000000001</c:v>
                </c:pt>
                <c:pt idx="3542">
                  <c:v>0.58174800000000004</c:v>
                </c:pt>
                <c:pt idx="3543">
                  <c:v>0.58205300000000004</c:v>
                </c:pt>
                <c:pt idx="3544">
                  <c:v>0.58235899999999996</c:v>
                </c:pt>
                <c:pt idx="3545">
                  <c:v>0.58266399999999996</c:v>
                </c:pt>
                <c:pt idx="3546">
                  <c:v>0.58296899999999996</c:v>
                </c:pt>
                <c:pt idx="3547">
                  <c:v>0.58327499999999999</c:v>
                </c:pt>
                <c:pt idx="3548">
                  <c:v>0.58357999999999999</c:v>
                </c:pt>
                <c:pt idx="3549">
                  <c:v>0.58388600000000002</c:v>
                </c:pt>
                <c:pt idx="3550">
                  <c:v>0.58419100000000002</c:v>
                </c:pt>
                <c:pt idx="3551">
                  <c:v>0.58449600000000002</c:v>
                </c:pt>
                <c:pt idx="3552">
                  <c:v>0.58480200000000004</c:v>
                </c:pt>
                <c:pt idx="3553">
                  <c:v>0.58510700000000004</c:v>
                </c:pt>
                <c:pt idx="3554">
                  <c:v>0.58541299999999996</c:v>
                </c:pt>
                <c:pt idx="3555">
                  <c:v>0.58571799999999996</c:v>
                </c:pt>
                <c:pt idx="3556">
                  <c:v>0.58602299999999996</c:v>
                </c:pt>
                <c:pt idx="3557">
                  <c:v>0.58632899999999999</c:v>
                </c:pt>
                <c:pt idx="3558">
                  <c:v>0.58663399999999999</c:v>
                </c:pt>
                <c:pt idx="3559">
                  <c:v>0.58694000000000002</c:v>
                </c:pt>
                <c:pt idx="3560">
                  <c:v>0.58724500000000002</c:v>
                </c:pt>
                <c:pt idx="3561">
                  <c:v>0.58755000000000002</c:v>
                </c:pt>
                <c:pt idx="3562">
                  <c:v>0.58785600000000005</c:v>
                </c:pt>
                <c:pt idx="3563">
                  <c:v>0.58816100000000004</c:v>
                </c:pt>
                <c:pt idx="3564">
                  <c:v>0.58846699999999996</c:v>
                </c:pt>
                <c:pt idx="3565">
                  <c:v>0.58877199999999996</c:v>
                </c:pt>
                <c:pt idx="3566">
                  <c:v>0.58907699999999996</c:v>
                </c:pt>
                <c:pt idx="3567">
                  <c:v>0.58938299999999999</c:v>
                </c:pt>
                <c:pt idx="3568">
                  <c:v>0.58968799999999999</c:v>
                </c:pt>
                <c:pt idx="3569">
                  <c:v>0.58999400000000002</c:v>
                </c:pt>
                <c:pt idx="3570">
                  <c:v>0.59029900000000002</c:v>
                </c:pt>
                <c:pt idx="3571">
                  <c:v>0.59060400000000002</c:v>
                </c:pt>
                <c:pt idx="3572">
                  <c:v>0.59091000000000005</c:v>
                </c:pt>
                <c:pt idx="3573">
                  <c:v>0.59121500000000005</c:v>
                </c:pt>
                <c:pt idx="3574">
                  <c:v>0.59152099999999996</c:v>
                </c:pt>
                <c:pt idx="3575">
                  <c:v>0.59182599999999996</c:v>
                </c:pt>
                <c:pt idx="3576">
                  <c:v>0.59213099999999996</c:v>
                </c:pt>
                <c:pt idx="3577">
                  <c:v>0.59243699999999999</c:v>
                </c:pt>
                <c:pt idx="3578">
                  <c:v>0.59274199999999999</c:v>
                </c:pt>
                <c:pt idx="3579">
                  <c:v>0.59304800000000002</c:v>
                </c:pt>
                <c:pt idx="3580">
                  <c:v>0.59335300000000002</c:v>
                </c:pt>
                <c:pt idx="3581">
                  <c:v>0.59365800000000002</c:v>
                </c:pt>
                <c:pt idx="3582">
                  <c:v>0.59396400000000005</c:v>
                </c:pt>
                <c:pt idx="3583">
                  <c:v>0.59426900000000005</c:v>
                </c:pt>
                <c:pt idx="3584">
                  <c:v>0.59457499999999996</c:v>
                </c:pt>
                <c:pt idx="3585">
                  <c:v>0.59487999999999996</c:v>
                </c:pt>
                <c:pt idx="3586">
                  <c:v>0.59518499999999996</c:v>
                </c:pt>
                <c:pt idx="3587">
                  <c:v>0.59549099999999999</c:v>
                </c:pt>
                <c:pt idx="3588">
                  <c:v>0.59579599999999999</c:v>
                </c:pt>
                <c:pt idx="3589">
                  <c:v>0.59610200000000002</c:v>
                </c:pt>
                <c:pt idx="3590">
                  <c:v>0.59640700000000002</c:v>
                </c:pt>
                <c:pt idx="3591">
                  <c:v>0.59671200000000002</c:v>
                </c:pt>
                <c:pt idx="3592">
                  <c:v>0.59701800000000005</c:v>
                </c:pt>
                <c:pt idx="3593">
                  <c:v>0.59732300000000005</c:v>
                </c:pt>
                <c:pt idx="3594">
                  <c:v>0.59762899999999997</c:v>
                </c:pt>
                <c:pt idx="3595">
                  <c:v>0.59793399999999997</c:v>
                </c:pt>
                <c:pt idx="3596">
                  <c:v>0.59823899999999997</c:v>
                </c:pt>
                <c:pt idx="3597">
                  <c:v>0.59854499999999999</c:v>
                </c:pt>
                <c:pt idx="3598">
                  <c:v>0.59884999999999999</c:v>
                </c:pt>
                <c:pt idx="3599">
                  <c:v>0.59915600000000002</c:v>
                </c:pt>
                <c:pt idx="3600">
                  <c:v>0.59946100000000002</c:v>
                </c:pt>
                <c:pt idx="3601">
                  <c:v>0.59976600000000002</c:v>
                </c:pt>
                <c:pt idx="3602">
                  <c:v>0.60007200000000005</c:v>
                </c:pt>
                <c:pt idx="3603">
                  <c:v>0.60037700000000005</c:v>
                </c:pt>
                <c:pt idx="3604">
                  <c:v>0.60068299999999997</c:v>
                </c:pt>
                <c:pt idx="3605">
                  <c:v>0.60098799999999997</c:v>
                </c:pt>
                <c:pt idx="3606">
                  <c:v>0.60129299999999997</c:v>
                </c:pt>
                <c:pt idx="3607">
                  <c:v>0.60159899999999999</c:v>
                </c:pt>
                <c:pt idx="3608">
                  <c:v>0.60190399999999999</c:v>
                </c:pt>
                <c:pt idx="3609">
                  <c:v>0.60221000000000002</c:v>
                </c:pt>
                <c:pt idx="3610">
                  <c:v>0.60251500000000002</c:v>
                </c:pt>
                <c:pt idx="3611">
                  <c:v>0.60282000000000002</c:v>
                </c:pt>
                <c:pt idx="3612">
                  <c:v>0.60312600000000005</c:v>
                </c:pt>
                <c:pt idx="3613">
                  <c:v>0.60343100000000005</c:v>
                </c:pt>
                <c:pt idx="3614">
                  <c:v>0.60373699999999997</c:v>
                </c:pt>
                <c:pt idx="3615">
                  <c:v>0.60404199999999997</c:v>
                </c:pt>
                <c:pt idx="3616">
                  <c:v>0.60434699999999997</c:v>
                </c:pt>
                <c:pt idx="3617">
                  <c:v>0.604653</c:v>
                </c:pt>
                <c:pt idx="3618">
                  <c:v>0.604958</c:v>
                </c:pt>
                <c:pt idx="3619">
                  <c:v>0.605263</c:v>
                </c:pt>
                <c:pt idx="3620">
                  <c:v>0.60556900000000002</c:v>
                </c:pt>
                <c:pt idx="3621">
                  <c:v>0.60587400000000002</c:v>
                </c:pt>
                <c:pt idx="3622">
                  <c:v>0.60618000000000005</c:v>
                </c:pt>
                <c:pt idx="3623">
                  <c:v>0.60648500000000005</c:v>
                </c:pt>
                <c:pt idx="3624">
                  <c:v>0.60679000000000005</c:v>
                </c:pt>
                <c:pt idx="3625">
                  <c:v>0.60709599999999997</c:v>
                </c:pt>
                <c:pt idx="3626">
                  <c:v>0.60740099999999997</c:v>
                </c:pt>
                <c:pt idx="3627">
                  <c:v>0.607707</c:v>
                </c:pt>
                <c:pt idx="3628">
                  <c:v>0.608012</c:v>
                </c:pt>
                <c:pt idx="3629">
                  <c:v>0.608317</c:v>
                </c:pt>
                <c:pt idx="3630">
                  <c:v>0.60862300000000003</c:v>
                </c:pt>
                <c:pt idx="3631">
                  <c:v>0.60892800000000002</c:v>
                </c:pt>
                <c:pt idx="3632">
                  <c:v>0.60923400000000005</c:v>
                </c:pt>
                <c:pt idx="3633">
                  <c:v>0.60953900000000005</c:v>
                </c:pt>
                <c:pt idx="3634">
                  <c:v>0.60984400000000005</c:v>
                </c:pt>
                <c:pt idx="3635">
                  <c:v>0.61014999999999997</c:v>
                </c:pt>
                <c:pt idx="3636">
                  <c:v>0.61045499999999997</c:v>
                </c:pt>
                <c:pt idx="3637">
                  <c:v>0.610761</c:v>
                </c:pt>
                <c:pt idx="3638">
                  <c:v>0.611066</c:v>
                </c:pt>
                <c:pt idx="3639">
                  <c:v>0.611371</c:v>
                </c:pt>
                <c:pt idx="3640">
                  <c:v>0.61167700000000003</c:v>
                </c:pt>
                <c:pt idx="3641">
                  <c:v>0.61198200000000003</c:v>
                </c:pt>
                <c:pt idx="3642">
                  <c:v>0.61228800000000005</c:v>
                </c:pt>
                <c:pt idx="3643">
                  <c:v>0.61259300000000005</c:v>
                </c:pt>
                <c:pt idx="3644">
                  <c:v>0.61289800000000005</c:v>
                </c:pt>
                <c:pt idx="3645">
                  <c:v>0.61320399999999997</c:v>
                </c:pt>
                <c:pt idx="3646">
                  <c:v>0.61350899999999997</c:v>
                </c:pt>
                <c:pt idx="3647">
                  <c:v>0.613815</c:v>
                </c:pt>
                <c:pt idx="3648">
                  <c:v>0.61412</c:v>
                </c:pt>
                <c:pt idx="3649">
                  <c:v>0.614425</c:v>
                </c:pt>
                <c:pt idx="3650">
                  <c:v>0.61473100000000003</c:v>
                </c:pt>
                <c:pt idx="3651">
                  <c:v>0.61503600000000003</c:v>
                </c:pt>
                <c:pt idx="3652">
                  <c:v>0.61534199999999994</c:v>
                </c:pt>
                <c:pt idx="3653">
                  <c:v>0.61564700000000006</c:v>
                </c:pt>
                <c:pt idx="3654">
                  <c:v>0.61595200000000006</c:v>
                </c:pt>
                <c:pt idx="3655">
                  <c:v>0.61625799999999997</c:v>
                </c:pt>
                <c:pt idx="3656">
                  <c:v>0.61656299999999997</c:v>
                </c:pt>
                <c:pt idx="3657">
                  <c:v>0.616869</c:v>
                </c:pt>
                <c:pt idx="3658">
                  <c:v>0.617174</c:v>
                </c:pt>
                <c:pt idx="3659">
                  <c:v>0.617479</c:v>
                </c:pt>
                <c:pt idx="3660">
                  <c:v>0.61778500000000003</c:v>
                </c:pt>
                <c:pt idx="3661">
                  <c:v>0.61809000000000003</c:v>
                </c:pt>
                <c:pt idx="3662">
                  <c:v>0.61839599999999995</c:v>
                </c:pt>
                <c:pt idx="3663">
                  <c:v>0.61870099999999995</c:v>
                </c:pt>
                <c:pt idx="3664">
                  <c:v>0.61900599999999995</c:v>
                </c:pt>
                <c:pt idx="3665">
                  <c:v>0.61931199999999997</c:v>
                </c:pt>
                <c:pt idx="3666">
                  <c:v>0.61961699999999997</c:v>
                </c:pt>
                <c:pt idx="3667">
                  <c:v>0.619923</c:v>
                </c:pt>
                <c:pt idx="3668">
                  <c:v>0.620228</c:v>
                </c:pt>
                <c:pt idx="3669">
                  <c:v>0.620533</c:v>
                </c:pt>
                <c:pt idx="3670">
                  <c:v>0.62083900000000003</c:v>
                </c:pt>
                <c:pt idx="3671">
                  <c:v>0.62114400000000003</c:v>
                </c:pt>
                <c:pt idx="3672">
                  <c:v>0.62144999999999995</c:v>
                </c:pt>
                <c:pt idx="3673">
                  <c:v>0.62175499999999995</c:v>
                </c:pt>
                <c:pt idx="3674">
                  <c:v>0.62205999999999995</c:v>
                </c:pt>
                <c:pt idx="3675">
                  <c:v>0.62236599999999997</c:v>
                </c:pt>
                <c:pt idx="3676">
                  <c:v>0.62267099999999997</c:v>
                </c:pt>
                <c:pt idx="3677">
                  <c:v>0.622977</c:v>
                </c:pt>
                <c:pt idx="3678">
                  <c:v>0.623282</c:v>
                </c:pt>
                <c:pt idx="3679">
                  <c:v>0.623587</c:v>
                </c:pt>
                <c:pt idx="3680">
                  <c:v>0.62389300000000003</c:v>
                </c:pt>
                <c:pt idx="3681">
                  <c:v>0.62419800000000003</c:v>
                </c:pt>
                <c:pt idx="3682">
                  <c:v>0.62450399999999995</c:v>
                </c:pt>
                <c:pt idx="3683">
                  <c:v>0.62480899999999995</c:v>
                </c:pt>
                <c:pt idx="3684">
                  <c:v>0.62511399999999995</c:v>
                </c:pt>
                <c:pt idx="3685">
                  <c:v>0.62541999999999998</c:v>
                </c:pt>
                <c:pt idx="3686">
                  <c:v>0.62572499999999998</c:v>
                </c:pt>
                <c:pt idx="3687">
                  <c:v>0.626031</c:v>
                </c:pt>
                <c:pt idx="3688">
                  <c:v>0.626336</c:v>
                </c:pt>
                <c:pt idx="3689">
                  <c:v>0.626641</c:v>
                </c:pt>
                <c:pt idx="3690">
                  <c:v>0.62694700000000003</c:v>
                </c:pt>
                <c:pt idx="3691">
                  <c:v>0.62725200000000003</c:v>
                </c:pt>
                <c:pt idx="3692">
                  <c:v>0.62755799999999995</c:v>
                </c:pt>
                <c:pt idx="3693">
                  <c:v>0.62786299999999995</c:v>
                </c:pt>
                <c:pt idx="3694">
                  <c:v>0.62816799999999995</c:v>
                </c:pt>
                <c:pt idx="3695">
                  <c:v>0.62847399999999998</c:v>
                </c:pt>
                <c:pt idx="3696">
                  <c:v>0.62877899999999998</c:v>
                </c:pt>
                <c:pt idx="3697">
                  <c:v>0.62908500000000001</c:v>
                </c:pt>
                <c:pt idx="3698">
                  <c:v>0.62939000000000001</c:v>
                </c:pt>
                <c:pt idx="3699">
                  <c:v>0.629695</c:v>
                </c:pt>
                <c:pt idx="3700">
                  <c:v>0.63000100000000003</c:v>
                </c:pt>
                <c:pt idx="3701">
                  <c:v>0.63030600000000003</c:v>
                </c:pt>
                <c:pt idx="3702">
                  <c:v>0.63061100000000003</c:v>
                </c:pt>
                <c:pt idx="3703">
                  <c:v>0.63091699999999995</c:v>
                </c:pt>
                <c:pt idx="3704">
                  <c:v>0.63122199999999995</c:v>
                </c:pt>
                <c:pt idx="3705">
                  <c:v>0.63152799999999998</c:v>
                </c:pt>
                <c:pt idx="3706">
                  <c:v>0.63183299999999998</c:v>
                </c:pt>
                <c:pt idx="3707">
                  <c:v>0.63213799999999998</c:v>
                </c:pt>
                <c:pt idx="3708">
                  <c:v>0.63244400000000001</c:v>
                </c:pt>
                <c:pt idx="3709">
                  <c:v>0.63274900000000001</c:v>
                </c:pt>
                <c:pt idx="3710">
                  <c:v>0.63305500000000003</c:v>
                </c:pt>
                <c:pt idx="3711">
                  <c:v>0.63336000000000003</c:v>
                </c:pt>
                <c:pt idx="3712">
                  <c:v>0.63366500000000003</c:v>
                </c:pt>
                <c:pt idx="3713">
                  <c:v>0.63397099999999995</c:v>
                </c:pt>
                <c:pt idx="3714">
                  <c:v>0.63427599999999995</c:v>
                </c:pt>
                <c:pt idx="3715">
                  <c:v>0.63458199999999998</c:v>
                </c:pt>
                <c:pt idx="3716">
                  <c:v>0.63488699999999998</c:v>
                </c:pt>
                <c:pt idx="3717">
                  <c:v>0.63519199999999998</c:v>
                </c:pt>
                <c:pt idx="3718">
                  <c:v>0.63549800000000001</c:v>
                </c:pt>
                <c:pt idx="3719">
                  <c:v>0.63580300000000001</c:v>
                </c:pt>
                <c:pt idx="3720">
                  <c:v>0.63610900000000004</c:v>
                </c:pt>
                <c:pt idx="3721">
                  <c:v>0.63641400000000004</c:v>
                </c:pt>
                <c:pt idx="3722">
                  <c:v>0.63671900000000003</c:v>
                </c:pt>
                <c:pt idx="3723">
                  <c:v>0.63702499999999995</c:v>
                </c:pt>
                <c:pt idx="3724">
                  <c:v>0.63732999999999995</c:v>
                </c:pt>
                <c:pt idx="3725">
                  <c:v>0.63763599999999998</c:v>
                </c:pt>
                <c:pt idx="3726">
                  <c:v>0.63794099999999998</c:v>
                </c:pt>
                <c:pt idx="3727">
                  <c:v>0.63824599999999998</c:v>
                </c:pt>
                <c:pt idx="3728">
                  <c:v>0.63855200000000001</c:v>
                </c:pt>
                <c:pt idx="3729">
                  <c:v>0.63885700000000001</c:v>
                </c:pt>
                <c:pt idx="3730">
                  <c:v>0.63916300000000004</c:v>
                </c:pt>
                <c:pt idx="3731">
                  <c:v>0.63946800000000004</c:v>
                </c:pt>
                <c:pt idx="3732">
                  <c:v>0.63977300000000004</c:v>
                </c:pt>
                <c:pt idx="3733">
                  <c:v>0.64007899999999995</c:v>
                </c:pt>
                <c:pt idx="3734">
                  <c:v>0.64038399999999995</c:v>
                </c:pt>
                <c:pt idx="3735">
                  <c:v>0.64068999999999998</c:v>
                </c:pt>
                <c:pt idx="3736">
                  <c:v>0.64099499999999998</c:v>
                </c:pt>
                <c:pt idx="3737">
                  <c:v>0.64129999999999998</c:v>
                </c:pt>
                <c:pt idx="3738">
                  <c:v>0.64160600000000001</c:v>
                </c:pt>
                <c:pt idx="3739">
                  <c:v>0.64191100000000001</c:v>
                </c:pt>
                <c:pt idx="3740">
                  <c:v>0.64221700000000004</c:v>
                </c:pt>
                <c:pt idx="3741">
                  <c:v>0.64252200000000004</c:v>
                </c:pt>
                <c:pt idx="3742">
                  <c:v>0.64282700000000004</c:v>
                </c:pt>
                <c:pt idx="3743">
                  <c:v>0.64313299999999995</c:v>
                </c:pt>
                <c:pt idx="3744">
                  <c:v>0.64343799999999995</c:v>
                </c:pt>
                <c:pt idx="3745">
                  <c:v>0.64374399999999998</c:v>
                </c:pt>
                <c:pt idx="3746">
                  <c:v>0.64404899999999998</c:v>
                </c:pt>
                <c:pt idx="3747">
                  <c:v>0.64435399999999998</c:v>
                </c:pt>
                <c:pt idx="3748">
                  <c:v>0.64466000000000001</c:v>
                </c:pt>
                <c:pt idx="3749">
                  <c:v>0.64496500000000001</c:v>
                </c:pt>
                <c:pt idx="3750">
                  <c:v>0.64527100000000004</c:v>
                </c:pt>
                <c:pt idx="3751">
                  <c:v>0.64557600000000004</c:v>
                </c:pt>
                <c:pt idx="3752">
                  <c:v>0.64588100000000004</c:v>
                </c:pt>
                <c:pt idx="3753">
                  <c:v>0.64618699999999996</c:v>
                </c:pt>
                <c:pt idx="3754">
                  <c:v>0.64649199999999996</c:v>
                </c:pt>
                <c:pt idx="3755">
                  <c:v>0.64679799999999998</c:v>
                </c:pt>
                <c:pt idx="3756">
                  <c:v>0.64710299999999998</c:v>
                </c:pt>
                <c:pt idx="3757">
                  <c:v>0.64740799999999998</c:v>
                </c:pt>
                <c:pt idx="3758">
                  <c:v>0.64771400000000001</c:v>
                </c:pt>
                <c:pt idx="3759">
                  <c:v>0.64801900000000001</c:v>
                </c:pt>
                <c:pt idx="3760">
                  <c:v>0.64832500000000004</c:v>
                </c:pt>
                <c:pt idx="3761">
                  <c:v>0.64863000000000004</c:v>
                </c:pt>
                <c:pt idx="3762">
                  <c:v>0.64893500000000004</c:v>
                </c:pt>
                <c:pt idx="3763">
                  <c:v>0.64924099999999996</c:v>
                </c:pt>
                <c:pt idx="3764">
                  <c:v>0.64954599999999996</c:v>
                </c:pt>
                <c:pt idx="3765">
                  <c:v>0.64985199999999999</c:v>
                </c:pt>
                <c:pt idx="3766">
                  <c:v>0.65015699999999998</c:v>
                </c:pt>
                <c:pt idx="3767">
                  <c:v>0.65046199999999998</c:v>
                </c:pt>
                <c:pt idx="3768">
                  <c:v>0.65076800000000001</c:v>
                </c:pt>
                <c:pt idx="3769">
                  <c:v>0.65107300000000001</c:v>
                </c:pt>
                <c:pt idx="3770">
                  <c:v>0.65137900000000004</c:v>
                </c:pt>
                <c:pt idx="3771">
                  <c:v>0.65168400000000004</c:v>
                </c:pt>
                <c:pt idx="3772">
                  <c:v>0.65198900000000004</c:v>
                </c:pt>
                <c:pt idx="3773">
                  <c:v>0.65229499999999996</c:v>
                </c:pt>
                <c:pt idx="3774">
                  <c:v>0.65259999999999996</c:v>
                </c:pt>
                <c:pt idx="3775">
                  <c:v>0.65290599999999999</c:v>
                </c:pt>
                <c:pt idx="3776">
                  <c:v>0.65321099999999999</c:v>
                </c:pt>
                <c:pt idx="3777">
                  <c:v>0.65351599999999999</c:v>
                </c:pt>
                <c:pt idx="3778">
                  <c:v>0.65382200000000001</c:v>
                </c:pt>
                <c:pt idx="3779">
                  <c:v>0.65412700000000001</c:v>
                </c:pt>
                <c:pt idx="3780">
                  <c:v>0.65443300000000004</c:v>
                </c:pt>
                <c:pt idx="3781">
                  <c:v>0.65473800000000004</c:v>
                </c:pt>
                <c:pt idx="3782">
                  <c:v>0.65504300000000004</c:v>
                </c:pt>
                <c:pt idx="3783">
                  <c:v>0.65534899999999996</c:v>
                </c:pt>
                <c:pt idx="3784">
                  <c:v>0.65565399999999996</c:v>
                </c:pt>
                <c:pt idx="3785">
                  <c:v>0.65595899999999996</c:v>
                </c:pt>
                <c:pt idx="3786">
                  <c:v>0.65626499999999999</c:v>
                </c:pt>
                <c:pt idx="3787">
                  <c:v>0.65656999999999999</c:v>
                </c:pt>
                <c:pt idx="3788">
                  <c:v>0.65687600000000002</c:v>
                </c:pt>
                <c:pt idx="3789">
                  <c:v>0.65718100000000002</c:v>
                </c:pt>
                <c:pt idx="3790">
                  <c:v>0.65748600000000001</c:v>
                </c:pt>
                <c:pt idx="3791">
                  <c:v>0.65779200000000004</c:v>
                </c:pt>
                <c:pt idx="3792">
                  <c:v>0.65809700000000004</c:v>
                </c:pt>
                <c:pt idx="3793">
                  <c:v>0.65840299999999996</c:v>
                </c:pt>
                <c:pt idx="3794">
                  <c:v>0.65870799999999996</c:v>
                </c:pt>
                <c:pt idx="3795">
                  <c:v>0.65901299999999996</c:v>
                </c:pt>
                <c:pt idx="3796">
                  <c:v>0.65931899999999999</c:v>
                </c:pt>
                <c:pt idx="3797">
                  <c:v>0.65962399999999999</c:v>
                </c:pt>
                <c:pt idx="3798">
                  <c:v>0.65993000000000002</c:v>
                </c:pt>
                <c:pt idx="3799">
                  <c:v>0.66023500000000002</c:v>
                </c:pt>
                <c:pt idx="3800">
                  <c:v>0.66054000000000002</c:v>
                </c:pt>
                <c:pt idx="3801">
                  <c:v>0.66084600000000004</c:v>
                </c:pt>
                <c:pt idx="3802">
                  <c:v>0.66115100000000004</c:v>
                </c:pt>
                <c:pt idx="3803">
                  <c:v>0.66145699999999996</c:v>
                </c:pt>
                <c:pt idx="3804">
                  <c:v>0.66176199999999996</c:v>
                </c:pt>
                <c:pt idx="3805">
                  <c:v>0.66206699999999996</c:v>
                </c:pt>
                <c:pt idx="3806">
                  <c:v>0.66237299999999999</c:v>
                </c:pt>
                <c:pt idx="3807">
                  <c:v>0.66267799999999999</c:v>
                </c:pt>
                <c:pt idx="3808">
                  <c:v>0.66298400000000002</c:v>
                </c:pt>
                <c:pt idx="3809">
                  <c:v>0.66328900000000002</c:v>
                </c:pt>
                <c:pt idx="3810">
                  <c:v>0.66359400000000002</c:v>
                </c:pt>
                <c:pt idx="3811">
                  <c:v>0.66390000000000005</c:v>
                </c:pt>
                <c:pt idx="3812">
                  <c:v>0.66420500000000005</c:v>
                </c:pt>
                <c:pt idx="3813">
                  <c:v>0.66451099999999996</c:v>
                </c:pt>
                <c:pt idx="3814">
                  <c:v>0.66481599999999996</c:v>
                </c:pt>
                <c:pt idx="3815">
                  <c:v>0.66512099999999996</c:v>
                </c:pt>
                <c:pt idx="3816">
                  <c:v>0.66542699999999999</c:v>
                </c:pt>
                <c:pt idx="3817">
                  <c:v>0.66573199999999999</c:v>
                </c:pt>
                <c:pt idx="3818">
                  <c:v>0.66603800000000002</c:v>
                </c:pt>
                <c:pt idx="3819">
                  <c:v>0.66634300000000002</c:v>
                </c:pt>
                <c:pt idx="3820">
                  <c:v>0.66664800000000002</c:v>
                </c:pt>
                <c:pt idx="3821">
                  <c:v>0.66695400000000005</c:v>
                </c:pt>
                <c:pt idx="3822">
                  <c:v>0.66725900000000005</c:v>
                </c:pt>
                <c:pt idx="3823">
                  <c:v>0.66756499999999996</c:v>
                </c:pt>
                <c:pt idx="3824">
                  <c:v>0.66786999999999996</c:v>
                </c:pt>
                <c:pt idx="3825">
                  <c:v>0.66817499999999996</c:v>
                </c:pt>
                <c:pt idx="3826">
                  <c:v>0.66848099999999999</c:v>
                </c:pt>
                <c:pt idx="3827">
                  <c:v>0.66878599999999999</c:v>
                </c:pt>
                <c:pt idx="3828">
                  <c:v>0.66909200000000002</c:v>
                </c:pt>
                <c:pt idx="3829">
                  <c:v>0.66939700000000002</c:v>
                </c:pt>
                <c:pt idx="3830">
                  <c:v>0.66970200000000002</c:v>
                </c:pt>
                <c:pt idx="3831">
                  <c:v>0.67000800000000005</c:v>
                </c:pt>
                <c:pt idx="3832">
                  <c:v>0.67031300000000005</c:v>
                </c:pt>
                <c:pt idx="3833">
                  <c:v>0.67061899999999997</c:v>
                </c:pt>
                <c:pt idx="3834">
                  <c:v>0.67092399999999996</c:v>
                </c:pt>
                <c:pt idx="3835">
                  <c:v>0.67122899999999996</c:v>
                </c:pt>
                <c:pt idx="3836">
                  <c:v>0.67153499999999999</c:v>
                </c:pt>
                <c:pt idx="3837">
                  <c:v>0.67183999999999999</c:v>
                </c:pt>
                <c:pt idx="3838">
                  <c:v>0.67214600000000002</c:v>
                </c:pt>
                <c:pt idx="3839">
                  <c:v>0.67245100000000002</c:v>
                </c:pt>
                <c:pt idx="3840">
                  <c:v>0.67275600000000002</c:v>
                </c:pt>
                <c:pt idx="3841">
                  <c:v>0.67306200000000005</c:v>
                </c:pt>
                <c:pt idx="3842">
                  <c:v>0.67336700000000005</c:v>
                </c:pt>
                <c:pt idx="3843">
                  <c:v>0.67367299999999997</c:v>
                </c:pt>
                <c:pt idx="3844">
                  <c:v>0.67397799999999997</c:v>
                </c:pt>
                <c:pt idx="3845">
                  <c:v>0.67428299999999997</c:v>
                </c:pt>
                <c:pt idx="3846">
                  <c:v>0.67458899999999999</c:v>
                </c:pt>
                <c:pt idx="3847">
                  <c:v>0.67489399999999999</c:v>
                </c:pt>
                <c:pt idx="3848">
                  <c:v>0.67520000000000002</c:v>
                </c:pt>
                <c:pt idx="3849">
                  <c:v>0.67550500000000002</c:v>
                </c:pt>
                <c:pt idx="3850">
                  <c:v>0.67581000000000002</c:v>
                </c:pt>
                <c:pt idx="3851">
                  <c:v>0.67611600000000005</c:v>
                </c:pt>
                <c:pt idx="3852">
                  <c:v>0.67642100000000005</c:v>
                </c:pt>
                <c:pt idx="3853">
                  <c:v>0.67672699999999997</c:v>
                </c:pt>
                <c:pt idx="3854">
                  <c:v>0.67703199999999997</c:v>
                </c:pt>
                <c:pt idx="3855">
                  <c:v>0.67733699999999997</c:v>
                </c:pt>
                <c:pt idx="3856">
                  <c:v>0.677643</c:v>
                </c:pt>
                <c:pt idx="3857">
                  <c:v>0.677948</c:v>
                </c:pt>
                <c:pt idx="3858">
                  <c:v>0.67825400000000002</c:v>
                </c:pt>
                <c:pt idx="3859">
                  <c:v>0.67855900000000002</c:v>
                </c:pt>
                <c:pt idx="3860">
                  <c:v>0.67886400000000002</c:v>
                </c:pt>
                <c:pt idx="3861">
                  <c:v>0.67917000000000005</c:v>
                </c:pt>
                <c:pt idx="3862">
                  <c:v>0.67947500000000005</c:v>
                </c:pt>
                <c:pt idx="3863">
                  <c:v>0.67978099999999997</c:v>
                </c:pt>
                <c:pt idx="3864">
                  <c:v>0.68008599999999997</c:v>
                </c:pt>
                <c:pt idx="3865">
                  <c:v>0.68039099999999997</c:v>
                </c:pt>
                <c:pt idx="3866">
                  <c:v>0.680697</c:v>
                </c:pt>
                <c:pt idx="3867">
                  <c:v>0.681002</c:v>
                </c:pt>
                <c:pt idx="3868">
                  <c:v>0.681307</c:v>
                </c:pt>
                <c:pt idx="3869">
                  <c:v>0.68161300000000002</c:v>
                </c:pt>
                <c:pt idx="3870">
                  <c:v>0.68191800000000002</c:v>
                </c:pt>
                <c:pt idx="3871">
                  <c:v>0.68222400000000005</c:v>
                </c:pt>
                <c:pt idx="3872">
                  <c:v>0.68252900000000005</c:v>
                </c:pt>
                <c:pt idx="3873">
                  <c:v>0.68283400000000005</c:v>
                </c:pt>
                <c:pt idx="3874">
                  <c:v>0.68313999999999997</c:v>
                </c:pt>
                <c:pt idx="3875">
                  <c:v>0.68344499999999997</c:v>
                </c:pt>
                <c:pt idx="3876">
                  <c:v>0.683751</c:v>
                </c:pt>
                <c:pt idx="3877">
                  <c:v>0.684056</c:v>
                </c:pt>
                <c:pt idx="3878">
                  <c:v>0.684361</c:v>
                </c:pt>
                <c:pt idx="3879">
                  <c:v>0.68466700000000003</c:v>
                </c:pt>
                <c:pt idx="3880">
                  <c:v>0.68497200000000003</c:v>
                </c:pt>
                <c:pt idx="3881">
                  <c:v>0.68527800000000005</c:v>
                </c:pt>
                <c:pt idx="3882">
                  <c:v>0.68558300000000005</c:v>
                </c:pt>
                <c:pt idx="3883">
                  <c:v>0.68588800000000005</c:v>
                </c:pt>
                <c:pt idx="3884">
                  <c:v>0.68619399999999997</c:v>
                </c:pt>
                <c:pt idx="3885">
                  <c:v>0.68649899999999997</c:v>
                </c:pt>
                <c:pt idx="3886">
                  <c:v>0.686805</c:v>
                </c:pt>
                <c:pt idx="3887">
                  <c:v>0.68711</c:v>
                </c:pt>
                <c:pt idx="3888">
                  <c:v>0.687415</c:v>
                </c:pt>
                <c:pt idx="3889">
                  <c:v>0.68772100000000003</c:v>
                </c:pt>
                <c:pt idx="3890">
                  <c:v>0.68802600000000003</c:v>
                </c:pt>
                <c:pt idx="3891">
                  <c:v>0.68833200000000005</c:v>
                </c:pt>
                <c:pt idx="3892">
                  <c:v>0.68863700000000005</c:v>
                </c:pt>
                <c:pt idx="3893">
                  <c:v>0.68894200000000005</c:v>
                </c:pt>
                <c:pt idx="3894">
                  <c:v>0.68924799999999997</c:v>
                </c:pt>
                <c:pt idx="3895">
                  <c:v>0.68955299999999997</c:v>
                </c:pt>
                <c:pt idx="3896">
                  <c:v>0.689859</c:v>
                </c:pt>
                <c:pt idx="3897">
                  <c:v>0.690164</c:v>
                </c:pt>
                <c:pt idx="3898">
                  <c:v>0.690469</c:v>
                </c:pt>
                <c:pt idx="3899">
                  <c:v>0.69077500000000003</c:v>
                </c:pt>
                <c:pt idx="3900">
                  <c:v>0.69108000000000003</c:v>
                </c:pt>
                <c:pt idx="3901">
                  <c:v>0.69138599999999995</c:v>
                </c:pt>
                <c:pt idx="3902">
                  <c:v>0.69169099999999994</c:v>
                </c:pt>
                <c:pt idx="3903">
                  <c:v>0.69199600000000006</c:v>
                </c:pt>
                <c:pt idx="3904">
                  <c:v>0.69230199999999997</c:v>
                </c:pt>
                <c:pt idx="3905">
                  <c:v>0.69260699999999997</c:v>
                </c:pt>
                <c:pt idx="3906">
                  <c:v>0.692913</c:v>
                </c:pt>
                <c:pt idx="3907">
                  <c:v>0.693218</c:v>
                </c:pt>
                <c:pt idx="3908">
                  <c:v>0.693523</c:v>
                </c:pt>
                <c:pt idx="3909">
                  <c:v>0.69382900000000003</c:v>
                </c:pt>
                <c:pt idx="3910">
                  <c:v>0.69413400000000003</c:v>
                </c:pt>
                <c:pt idx="3911">
                  <c:v>0.69443999999999995</c:v>
                </c:pt>
                <c:pt idx="3912">
                  <c:v>0.69474499999999995</c:v>
                </c:pt>
                <c:pt idx="3913">
                  <c:v>0.69504999999999995</c:v>
                </c:pt>
                <c:pt idx="3914">
                  <c:v>0.69535599999999997</c:v>
                </c:pt>
                <c:pt idx="3915">
                  <c:v>0.69566099999999997</c:v>
                </c:pt>
                <c:pt idx="3916">
                  <c:v>0.695967</c:v>
                </c:pt>
                <c:pt idx="3917">
                  <c:v>0.696272</c:v>
                </c:pt>
                <c:pt idx="3918">
                  <c:v>0.696577</c:v>
                </c:pt>
                <c:pt idx="3919">
                  <c:v>0.69688300000000003</c:v>
                </c:pt>
                <c:pt idx="3920">
                  <c:v>0.69718800000000003</c:v>
                </c:pt>
                <c:pt idx="3921">
                  <c:v>0.69749399999999995</c:v>
                </c:pt>
                <c:pt idx="3922">
                  <c:v>0.69779899999999995</c:v>
                </c:pt>
                <c:pt idx="3923">
                  <c:v>0.69810399999999995</c:v>
                </c:pt>
                <c:pt idx="3924">
                  <c:v>0.69840999999999998</c:v>
                </c:pt>
                <c:pt idx="3925">
                  <c:v>0.69871499999999997</c:v>
                </c:pt>
                <c:pt idx="3926">
                  <c:v>0.699021</c:v>
                </c:pt>
                <c:pt idx="3927">
                  <c:v>0.699326</c:v>
                </c:pt>
                <c:pt idx="3928">
                  <c:v>0.699631</c:v>
                </c:pt>
                <c:pt idx="3929">
                  <c:v>0.69993700000000003</c:v>
                </c:pt>
                <c:pt idx="3930">
                  <c:v>0.70024200000000003</c:v>
                </c:pt>
                <c:pt idx="3931">
                  <c:v>0.70054799999999995</c:v>
                </c:pt>
                <c:pt idx="3932">
                  <c:v>0.70085299999999995</c:v>
                </c:pt>
                <c:pt idx="3933">
                  <c:v>0.70115799999999995</c:v>
                </c:pt>
                <c:pt idx="3934">
                  <c:v>0.70146399999999998</c:v>
                </c:pt>
                <c:pt idx="3935">
                  <c:v>0.70176899999999998</c:v>
                </c:pt>
                <c:pt idx="3936">
                  <c:v>0.702075</c:v>
                </c:pt>
                <c:pt idx="3937">
                  <c:v>0.70238</c:v>
                </c:pt>
                <c:pt idx="3938">
                  <c:v>0.702685</c:v>
                </c:pt>
                <c:pt idx="3939">
                  <c:v>0.70299100000000003</c:v>
                </c:pt>
                <c:pt idx="3940">
                  <c:v>0.70329600000000003</c:v>
                </c:pt>
                <c:pt idx="3941">
                  <c:v>0.70360199999999995</c:v>
                </c:pt>
                <c:pt idx="3942">
                  <c:v>0.70390699999999995</c:v>
                </c:pt>
                <c:pt idx="3943">
                  <c:v>0.70421199999999995</c:v>
                </c:pt>
                <c:pt idx="3944">
                  <c:v>0.70451799999999998</c:v>
                </c:pt>
                <c:pt idx="3945">
                  <c:v>0.70482299999999998</c:v>
                </c:pt>
                <c:pt idx="3946">
                  <c:v>0.70512900000000001</c:v>
                </c:pt>
                <c:pt idx="3947">
                  <c:v>0.70543400000000001</c:v>
                </c:pt>
                <c:pt idx="3948">
                  <c:v>0.70573900000000001</c:v>
                </c:pt>
                <c:pt idx="3949">
                  <c:v>0.70604500000000003</c:v>
                </c:pt>
                <c:pt idx="3950">
                  <c:v>0.70635000000000003</c:v>
                </c:pt>
                <c:pt idx="3951">
                  <c:v>0.70665599999999995</c:v>
                </c:pt>
                <c:pt idx="3952">
                  <c:v>0.70696099999999995</c:v>
                </c:pt>
                <c:pt idx="3953">
                  <c:v>0.70726599999999995</c:v>
                </c:pt>
                <c:pt idx="3954">
                  <c:v>0.70757199999999998</c:v>
                </c:pt>
                <c:pt idx="3955">
                  <c:v>0.70787699999999998</c:v>
                </c:pt>
                <c:pt idx="3956">
                  <c:v>0.70818199999999998</c:v>
                </c:pt>
                <c:pt idx="3957">
                  <c:v>0.70848800000000001</c:v>
                </c:pt>
                <c:pt idx="3958">
                  <c:v>0.70879300000000001</c:v>
                </c:pt>
                <c:pt idx="3959">
                  <c:v>0.70909900000000003</c:v>
                </c:pt>
                <c:pt idx="3960">
                  <c:v>0.70940400000000003</c:v>
                </c:pt>
                <c:pt idx="3961">
                  <c:v>0.70970900000000003</c:v>
                </c:pt>
                <c:pt idx="3962">
                  <c:v>0.71001499999999995</c:v>
                </c:pt>
                <c:pt idx="3963">
                  <c:v>0.71031999999999995</c:v>
                </c:pt>
                <c:pt idx="3964">
                  <c:v>0.71062599999999998</c:v>
                </c:pt>
                <c:pt idx="3965">
                  <c:v>0.71093099999999998</c:v>
                </c:pt>
                <c:pt idx="3966">
                  <c:v>0.71123599999999998</c:v>
                </c:pt>
                <c:pt idx="3967">
                  <c:v>0.71154200000000001</c:v>
                </c:pt>
                <c:pt idx="3968">
                  <c:v>0.71184700000000001</c:v>
                </c:pt>
                <c:pt idx="3969">
                  <c:v>0.71215300000000004</c:v>
                </c:pt>
                <c:pt idx="3970">
                  <c:v>0.71245800000000004</c:v>
                </c:pt>
                <c:pt idx="3971">
                  <c:v>0.71276300000000004</c:v>
                </c:pt>
                <c:pt idx="3972">
                  <c:v>0.71306899999999995</c:v>
                </c:pt>
                <c:pt idx="3973">
                  <c:v>0.71337399999999995</c:v>
                </c:pt>
                <c:pt idx="3974">
                  <c:v>0.71367999999999998</c:v>
                </c:pt>
                <c:pt idx="3975">
                  <c:v>0.71398499999999998</c:v>
                </c:pt>
                <c:pt idx="3976">
                  <c:v>0.71428999999999998</c:v>
                </c:pt>
                <c:pt idx="3977">
                  <c:v>0.71459600000000001</c:v>
                </c:pt>
                <c:pt idx="3978">
                  <c:v>0.71490100000000001</c:v>
                </c:pt>
                <c:pt idx="3979">
                  <c:v>0.71520700000000004</c:v>
                </c:pt>
                <c:pt idx="3980">
                  <c:v>0.71551200000000004</c:v>
                </c:pt>
                <c:pt idx="3981">
                  <c:v>0.71581700000000004</c:v>
                </c:pt>
                <c:pt idx="3982">
                  <c:v>0.71612299999999995</c:v>
                </c:pt>
                <c:pt idx="3983">
                  <c:v>0.71642799999999995</c:v>
                </c:pt>
                <c:pt idx="3984">
                  <c:v>0.71673399999999998</c:v>
                </c:pt>
                <c:pt idx="3985">
                  <c:v>0.71703899999999998</c:v>
                </c:pt>
                <c:pt idx="3986">
                  <c:v>0.71734399999999998</c:v>
                </c:pt>
                <c:pt idx="3987">
                  <c:v>0.71765000000000001</c:v>
                </c:pt>
                <c:pt idx="3988">
                  <c:v>0.71795500000000001</c:v>
                </c:pt>
                <c:pt idx="3989">
                  <c:v>0.71826100000000004</c:v>
                </c:pt>
                <c:pt idx="3990">
                  <c:v>0.71856600000000004</c:v>
                </c:pt>
                <c:pt idx="3991">
                  <c:v>0.71887100000000004</c:v>
                </c:pt>
                <c:pt idx="3992">
                  <c:v>0.71917699999999996</c:v>
                </c:pt>
                <c:pt idx="3993">
                  <c:v>0.71948199999999995</c:v>
                </c:pt>
                <c:pt idx="3994">
                  <c:v>0.71978799999999998</c:v>
                </c:pt>
                <c:pt idx="3995">
                  <c:v>0.72009299999999998</c:v>
                </c:pt>
                <c:pt idx="3996">
                  <c:v>0.72039799999999998</c:v>
                </c:pt>
                <c:pt idx="3997">
                  <c:v>0.72070400000000001</c:v>
                </c:pt>
                <c:pt idx="3998">
                  <c:v>0.72100900000000001</c:v>
                </c:pt>
                <c:pt idx="3999">
                  <c:v>0.72131500000000004</c:v>
                </c:pt>
                <c:pt idx="4000">
                  <c:v>0.72162000000000004</c:v>
                </c:pt>
                <c:pt idx="4001">
                  <c:v>0.72192500000000004</c:v>
                </c:pt>
                <c:pt idx="4002">
                  <c:v>0.72223099999999996</c:v>
                </c:pt>
                <c:pt idx="4003">
                  <c:v>0.72253599999999996</c:v>
                </c:pt>
                <c:pt idx="4004">
                  <c:v>0.72284199999999998</c:v>
                </c:pt>
                <c:pt idx="4005">
                  <c:v>0.72314699999999998</c:v>
                </c:pt>
                <c:pt idx="4006">
                  <c:v>0.72345199999999998</c:v>
                </c:pt>
                <c:pt idx="4007">
                  <c:v>0.72375800000000001</c:v>
                </c:pt>
                <c:pt idx="4008">
                  <c:v>0.72406300000000001</c:v>
                </c:pt>
                <c:pt idx="4009">
                  <c:v>0.72436900000000004</c:v>
                </c:pt>
                <c:pt idx="4010">
                  <c:v>0.72467400000000004</c:v>
                </c:pt>
                <c:pt idx="4011">
                  <c:v>0.72497900000000004</c:v>
                </c:pt>
                <c:pt idx="4012">
                  <c:v>0.72528499999999996</c:v>
                </c:pt>
                <c:pt idx="4013">
                  <c:v>0.72558999999999996</c:v>
                </c:pt>
                <c:pt idx="4014">
                  <c:v>0.72589599999999999</c:v>
                </c:pt>
                <c:pt idx="4015">
                  <c:v>0.72620099999999999</c:v>
                </c:pt>
                <c:pt idx="4016">
                  <c:v>0.72650599999999999</c:v>
                </c:pt>
                <c:pt idx="4017">
                  <c:v>0.72681200000000001</c:v>
                </c:pt>
                <c:pt idx="4018">
                  <c:v>0.72711700000000001</c:v>
                </c:pt>
                <c:pt idx="4019">
                  <c:v>0.72742300000000004</c:v>
                </c:pt>
                <c:pt idx="4020">
                  <c:v>0.72772800000000004</c:v>
                </c:pt>
                <c:pt idx="4021">
                  <c:v>0.72803300000000004</c:v>
                </c:pt>
                <c:pt idx="4022">
                  <c:v>0.72833899999999996</c:v>
                </c:pt>
                <c:pt idx="4023">
                  <c:v>0.72864399999999996</c:v>
                </c:pt>
                <c:pt idx="4024">
                  <c:v>0.72894999999999999</c:v>
                </c:pt>
                <c:pt idx="4025">
                  <c:v>0.72925499999999999</c:v>
                </c:pt>
                <c:pt idx="4026">
                  <c:v>0.72955999999999999</c:v>
                </c:pt>
                <c:pt idx="4027">
                  <c:v>0.72986600000000001</c:v>
                </c:pt>
                <c:pt idx="4028">
                  <c:v>0.73017100000000001</c:v>
                </c:pt>
                <c:pt idx="4029">
                  <c:v>0.73047700000000004</c:v>
                </c:pt>
                <c:pt idx="4030">
                  <c:v>0.73078200000000004</c:v>
                </c:pt>
                <c:pt idx="4031">
                  <c:v>0.73108700000000004</c:v>
                </c:pt>
                <c:pt idx="4032">
                  <c:v>0.73139299999999996</c:v>
                </c:pt>
                <c:pt idx="4033">
                  <c:v>0.73169799999999996</c:v>
                </c:pt>
                <c:pt idx="4034">
                  <c:v>0.73200399999999999</c:v>
                </c:pt>
                <c:pt idx="4035">
                  <c:v>0.73230899999999999</c:v>
                </c:pt>
                <c:pt idx="4036">
                  <c:v>0.73261399999999999</c:v>
                </c:pt>
                <c:pt idx="4037">
                  <c:v>0.73292000000000002</c:v>
                </c:pt>
                <c:pt idx="4038">
                  <c:v>0.73322500000000002</c:v>
                </c:pt>
                <c:pt idx="4039">
                  <c:v>0.73353000000000002</c:v>
                </c:pt>
                <c:pt idx="4040">
                  <c:v>0.73383600000000004</c:v>
                </c:pt>
                <c:pt idx="4041">
                  <c:v>0.73414100000000004</c:v>
                </c:pt>
                <c:pt idx="4042">
                  <c:v>0.73444699999999996</c:v>
                </c:pt>
                <c:pt idx="4043">
                  <c:v>0.73475199999999996</c:v>
                </c:pt>
                <c:pt idx="4044">
                  <c:v>0.73505699999999996</c:v>
                </c:pt>
                <c:pt idx="4045">
                  <c:v>0.73536299999999999</c:v>
                </c:pt>
                <c:pt idx="4046">
                  <c:v>0.73566799999999999</c:v>
                </c:pt>
                <c:pt idx="4047">
                  <c:v>0.73597400000000002</c:v>
                </c:pt>
                <c:pt idx="4048">
                  <c:v>0.73627900000000002</c:v>
                </c:pt>
                <c:pt idx="4049">
                  <c:v>0.73658400000000002</c:v>
                </c:pt>
                <c:pt idx="4050">
                  <c:v>0.73689000000000004</c:v>
                </c:pt>
                <c:pt idx="4051">
                  <c:v>0.73719500000000004</c:v>
                </c:pt>
                <c:pt idx="4052">
                  <c:v>0.73750099999999996</c:v>
                </c:pt>
                <c:pt idx="4053">
                  <c:v>0.73780599999999996</c:v>
                </c:pt>
                <c:pt idx="4054">
                  <c:v>0.73811099999999996</c:v>
                </c:pt>
                <c:pt idx="4055">
                  <c:v>0.73841699999999999</c:v>
                </c:pt>
                <c:pt idx="4056">
                  <c:v>0.73872199999999999</c:v>
                </c:pt>
                <c:pt idx="4057">
                  <c:v>0.73902800000000002</c:v>
                </c:pt>
                <c:pt idx="4058">
                  <c:v>0.73933300000000002</c:v>
                </c:pt>
                <c:pt idx="4059">
                  <c:v>0.73963800000000002</c:v>
                </c:pt>
                <c:pt idx="4060">
                  <c:v>0.73994400000000005</c:v>
                </c:pt>
                <c:pt idx="4061">
                  <c:v>0.74024900000000005</c:v>
                </c:pt>
                <c:pt idx="4062">
                  <c:v>0.74055499999999996</c:v>
                </c:pt>
                <c:pt idx="4063">
                  <c:v>0.74085999999999996</c:v>
                </c:pt>
                <c:pt idx="4064">
                  <c:v>0.74116499999999996</c:v>
                </c:pt>
                <c:pt idx="4065">
                  <c:v>0.74147099999999999</c:v>
                </c:pt>
                <c:pt idx="4066">
                  <c:v>0.74177599999999999</c:v>
                </c:pt>
                <c:pt idx="4067">
                  <c:v>0.74208200000000002</c:v>
                </c:pt>
                <c:pt idx="4068">
                  <c:v>0.74238700000000002</c:v>
                </c:pt>
                <c:pt idx="4069">
                  <c:v>0.74269200000000002</c:v>
                </c:pt>
                <c:pt idx="4070">
                  <c:v>0.74299800000000005</c:v>
                </c:pt>
                <c:pt idx="4071">
                  <c:v>0.74330300000000005</c:v>
                </c:pt>
                <c:pt idx="4072">
                  <c:v>0.74360899999999996</c:v>
                </c:pt>
                <c:pt idx="4073">
                  <c:v>0.74391399999999996</c:v>
                </c:pt>
                <c:pt idx="4074">
                  <c:v>0.74421899999999996</c:v>
                </c:pt>
                <c:pt idx="4075">
                  <c:v>0.74452499999999999</c:v>
                </c:pt>
                <c:pt idx="4076">
                  <c:v>0.74482999999999999</c:v>
                </c:pt>
                <c:pt idx="4077">
                  <c:v>0.74513600000000002</c:v>
                </c:pt>
                <c:pt idx="4078">
                  <c:v>0.74544100000000002</c:v>
                </c:pt>
                <c:pt idx="4079">
                  <c:v>0.74574600000000002</c:v>
                </c:pt>
                <c:pt idx="4080">
                  <c:v>0.74605200000000005</c:v>
                </c:pt>
                <c:pt idx="4081">
                  <c:v>0.74635700000000005</c:v>
                </c:pt>
                <c:pt idx="4082">
                  <c:v>0.74666299999999997</c:v>
                </c:pt>
                <c:pt idx="4083">
                  <c:v>0.74696799999999997</c:v>
                </c:pt>
                <c:pt idx="4084">
                  <c:v>0.74727299999999997</c:v>
                </c:pt>
                <c:pt idx="4085">
                  <c:v>0.74757899999999999</c:v>
                </c:pt>
                <c:pt idx="4086">
                  <c:v>0.74788399999999999</c:v>
                </c:pt>
                <c:pt idx="4087">
                  <c:v>0.74819000000000002</c:v>
                </c:pt>
                <c:pt idx="4088">
                  <c:v>0.74849500000000002</c:v>
                </c:pt>
                <c:pt idx="4089">
                  <c:v>0.74880000000000002</c:v>
                </c:pt>
                <c:pt idx="4090">
                  <c:v>0.74910600000000005</c:v>
                </c:pt>
                <c:pt idx="4091">
                  <c:v>0.74941100000000005</c:v>
                </c:pt>
                <c:pt idx="4092">
                  <c:v>0.74971699999999997</c:v>
                </c:pt>
                <c:pt idx="4093">
                  <c:v>0.75002199999999997</c:v>
                </c:pt>
                <c:pt idx="4094">
                  <c:v>0.75032699999999997</c:v>
                </c:pt>
                <c:pt idx="4095">
                  <c:v>0.75063299999999999</c:v>
                </c:pt>
                <c:pt idx="4096">
                  <c:v>0.75093799999999999</c:v>
                </c:pt>
                <c:pt idx="4097">
                  <c:v>0.75124400000000002</c:v>
                </c:pt>
                <c:pt idx="4098">
                  <c:v>0.75154900000000002</c:v>
                </c:pt>
                <c:pt idx="4099">
                  <c:v>0.75185400000000002</c:v>
                </c:pt>
                <c:pt idx="4100">
                  <c:v>0.75216000000000005</c:v>
                </c:pt>
                <c:pt idx="4101">
                  <c:v>0.75246500000000005</c:v>
                </c:pt>
                <c:pt idx="4102">
                  <c:v>0.75277099999999997</c:v>
                </c:pt>
                <c:pt idx="4103">
                  <c:v>0.75307599999999997</c:v>
                </c:pt>
                <c:pt idx="4104">
                  <c:v>0.75338099999999997</c:v>
                </c:pt>
                <c:pt idx="4105">
                  <c:v>0.753687</c:v>
                </c:pt>
                <c:pt idx="4106">
                  <c:v>0.753992</c:v>
                </c:pt>
                <c:pt idx="4107">
                  <c:v>0.75429800000000002</c:v>
                </c:pt>
                <c:pt idx="4108">
                  <c:v>0.75460300000000002</c:v>
                </c:pt>
                <c:pt idx="4109">
                  <c:v>0.75490800000000002</c:v>
                </c:pt>
                <c:pt idx="4110">
                  <c:v>0.75521400000000005</c:v>
                </c:pt>
                <c:pt idx="4111">
                  <c:v>0.75551900000000005</c:v>
                </c:pt>
                <c:pt idx="4112">
                  <c:v>0.75582499999999997</c:v>
                </c:pt>
                <c:pt idx="4113">
                  <c:v>0.75612999999999997</c:v>
                </c:pt>
                <c:pt idx="4114">
                  <c:v>0.75643499999999997</c:v>
                </c:pt>
                <c:pt idx="4115">
                  <c:v>0.756741</c:v>
                </c:pt>
                <c:pt idx="4116">
                  <c:v>0.757046</c:v>
                </c:pt>
                <c:pt idx="4117">
                  <c:v>0.75735200000000003</c:v>
                </c:pt>
                <c:pt idx="4118">
                  <c:v>0.75765700000000002</c:v>
                </c:pt>
                <c:pt idx="4119">
                  <c:v>0.75796200000000002</c:v>
                </c:pt>
                <c:pt idx="4120">
                  <c:v>0.75826800000000005</c:v>
                </c:pt>
                <c:pt idx="4121">
                  <c:v>0.75857300000000005</c:v>
                </c:pt>
                <c:pt idx="4122">
                  <c:v>0.75887800000000005</c:v>
                </c:pt>
                <c:pt idx="4123">
                  <c:v>0.75918399999999997</c:v>
                </c:pt>
                <c:pt idx="4124">
                  <c:v>0.75948899999999997</c:v>
                </c:pt>
                <c:pt idx="4125">
                  <c:v>0.759795</c:v>
                </c:pt>
                <c:pt idx="4126">
                  <c:v>0.7601</c:v>
                </c:pt>
                <c:pt idx="4127">
                  <c:v>0.760405</c:v>
                </c:pt>
                <c:pt idx="4128">
                  <c:v>0.76071100000000003</c:v>
                </c:pt>
                <c:pt idx="4129">
                  <c:v>0.76101600000000003</c:v>
                </c:pt>
                <c:pt idx="4130">
                  <c:v>0.76132200000000005</c:v>
                </c:pt>
                <c:pt idx="4131">
                  <c:v>0.76162700000000005</c:v>
                </c:pt>
                <c:pt idx="4132">
                  <c:v>0.76193200000000005</c:v>
                </c:pt>
                <c:pt idx="4133">
                  <c:v>0.76223799999999997</c:v>
                </c:pt>
                <c:pt idx="4134">
                  <c:v>0.76254299999999997</c:v>
                </c:pt>
                <c:pt idx="4135">
                  <c:v>0.762849</c:v>
                </c:pt>
                <c:pt idx="4136">
                  <c:v>0.763154</c:v>
                </c:pt>
                <c:pt idx="4137">
                  <c:v>0.763459</c:v>
                </c:pt>
                <c:pt idx="4138">
                  <c:v>0.76376500000000003</c:v>
                </c:pt>
                <c:pt idx="4139">
                  <c:v>0.76407000000000003</c:v>
                </c:pt>
                <c:pt idx="4140">
                  <c:v>0.76437600000000006</c:v>
                </c:pt>
                <c:pt idx="4141">
                  <c:v>0.76468100000000006</c:v>
                </c:pt>
                <c:pt idx="4142">
                  <c:v>0.76498600000000005</c:v>
                </c:pt>
                <c:pt idx="4143">
                  <c:v>0.76529199999999997</c:v>
                </c:pt>
                <c:pt idx="4144">
                  <c:v>0.76559699999999997</c:v>
                </c:pt>
                <c:pt idx="4145">
                  <c:v>0.765903</c:v>
                </c:pt>
                <c:pt idx="4146">
                  <c:v>0.766208</c:v>
                </c:pt>
                <c:pt idx="4147">
                  <c:v>0.766513</c:v>
                </c:pt>
                <c:pt idx="4148">
                  <c:v>0.76681900000000003</c:v>
                </c:pt>
                <c:pt idx="4149">
                  <c:v>0.76712400000000003</c:v>
                </c:pt>
                <c:pt idx="4150">
                  <c:v>0.76742999999999995</c:v>
                </c:pt>
                <c:pt idx="4151">
                  <c:v>0.76773499999999995</c:v>
                </c:pt>
                <c:pt idx="4152">
                  <c:v>0.76803999999999994</c:v>
                </c:pt>
                <c:pt idx="4153">
                  <c:v>0.76834599999999997</c:v>
                </c:pt>
                <c:pt idx="4154">
                  <c:v>0.76865099999999997</c:v>
                </c:pt>
                <c:pt idx="4155">
                  <c:v>0.768957</c:v>
                </c:pt>
                <c:pt idx="4156">
                  <c:v>0.769262</c:v>
                </c:pt>
                <c:pt idx="4157">
                  <c:v>0.769567</c:v>
                </c:pt>
                <c:pt idx="4158">
                  <c:v>0.76987300000000003</c:v>
                </c:pt>
                <c:pt idx="4159">
                  <c:v>0.77017800000000003</c:v>
                </c:pt>
                <c:pt idx="4160">
                  <c:v>0.77048399999999995</c:v>
                </c:pt>
                <c:pt idx="4161">
                  <c:v>0.77078899999999995</c:v>
                </c:pt>
                <c:pt idx="4162">
                  <c:v>0.77109399999999995</c:v>
                </c:pt>
                <c:pt idx="4163">
                  <c:v>0.77139999999999997</c:v>
                </c:pt>
                <c:pt idx="4164">
                  <c:v>0.77170499999999997</c:v>
                </c:pt>
                <c:pt idx="4165">
                  <c:v>0.772011</c:v>
                </c:pt>
                <c:pt idx="4166">
                  <c:v>0.772316</c:v>
                </c:pt>
                <c:pt idx="4167">
                  <c:v>0.772621</c:v>
                </c:pt>
                <c:pt idx="4168">
                  <c:v>0.77292700000000003</c:v>
                </c:pt>
                <c:pt idx="4169">
                  <c:v>0.77323200000000003</c:v>
                </c:pt>
                <c:pt idx="4170">
                  <c:v>0.77353799999999995</c:v>
                </c:pt>
                <c:pt idx="4171">
                  <c:v>0.77384299999999995</c:v>
                </c:pt>
                <c:pt idx="4172">
                  <c:v>0.77414799999999995</c:v>
                </c:pt>
                <c:pt idx="4173">
                  <c:v>0.77445399999999998</c:v>
                </c:pt>
                <c:pt idx="4174">
                  <c:v>0.77475899999999998</c:v>
                </c:pt>
                <c:pt idx="4175">
                  <c:v>0.775065</c:v>
                </c:pt>
                <c:pt idx="4176">
                  <c:v>0.77537</c:v>
                </c:pt>
                <c:pt idx="4177">
                  <c:v>0.775675</c:v>
                </c:pt>
                <c:pt idx="4178">
                  <c:v>0.77598100000000003</c:v>
                </c:pt>
                <c:pt idx="4179">
                  <c:v>0.77628600000000003</c:v>
                </c:pt>
                <c:pt idx="4180">
                  <c:v>0.77659199999999995</c:v>
                </c:pt>
                <c:pt idx="4181">
                  <c:v>0.77689699999999995</c:v>
                </c:pt>
                <c:pt idx="4182">
                  <c:v>0.77720199999999995</c:v>
                </c:pt>
                <c:pt idx="4183">
                  <c:v>0.77750799999999998</c:v>
                </c:pt>
                <c:pt idx="4184">
                  <c:v>0.77781299999999998</c:v>
                </c:pt>
                <c:pt idx="4185">
                  <c:v>0.77811900000000001</c:v>
                </c:pt>
                <c:pt idx="4186">
                  <c:v>0.778424</c:v>
                </c:pt>
                <c:pt idx="4187">
                  <c:v>0.778729</c:v>
                </c:pt>
                <c:pt idx="4188">
                  <c:v>0.77903500000000003</c:v>
                </c:pt>
                <c:pt idx="4189">
                  <c:v>0.77934000000000003</c:v>
                </c:pt>
                <c:pt idx="4190">
                  <c:v>0.77964599999999995</c:v>
                </c:pt>
                <c:pt idx="4191">
                  <c:v>0.77995099999999995</c:v>
                </c:pt>
                <c:pt idx="4192">
                  <c:v>0.78025599999999995</c:v>
                </c:pt>
                <c:pt idx="4193">
                  <c:v>0.78056199999999998</c:v>
                </c:pt>
                <c:pt idx="4194">
                  <c:v>0.78086699999999998</c:v>
                </c:pt>
                <c:pt idx="4195">
                  <c:v>0.78117300000000001</c:v>
                </c:pt>
                <c:pt idx="4196">
                  <c:v>0.78147800000000001</c:v>
                </c:pt>
                <c:pt idx="4197">
                  <c:v>0.78178300000000001</c:v>
                </c:pt>
                <c:pt idx="4198">
                  <c:v>0.78208900000000003</c:v>
                </c:pt>
                <c:pt idx="4199">
                  <c:v>0.78239400000000003</c:v>
                </c:pt>
                <c:pt idx="4200">
                  <c:v>0.78269999999999995</c:v>
                </c:pt>
                <c:pt idx="4201">
                  <c:v>0.78300499999999995</c:v>
                </c:pt>
                <c:pt idx="4202">
                  <c:v>0.78330999999999995</c:v>
                </c:pt>
                <c:pt idx="4203">
                  <c:v>0.78361599999999998</c:v>
                </c:pt>
                <c:pt idx="4204">
                  <c:v>0.78392099999999998</c:v>
                </c:pt>
                <c:pt idx="4205">
                  <c:v>0.78422599999999998</c:v>
                </c:pt>
                <c:pt idx="4206">
                  <c:v>0.78453200000000001</c:v>
                </c:pt>
                <c:pt idx="4207">
                  <c:v>0.78483700000000001</c:v>
                </c:pt>
                <c:pt idx="4208">
                  <c:v>0.78514300000000004</c:v>
                </c:pt>
                <c:pt idx="4209">
                  <c:v>0.78544800000000004</c:v>
                </c:pt>
                <c:pt idx="4210">
                  <c:v>0.78575300000000003</c:v>
                </c:pt>
                <c:pt idx="4211">
                  <c:v>0.78605899999999995</c:v>
                </c:pt>
                <c:pt idx="4212">
                  <c:v>0.78636399999999995</c:v>
                </c:pt>
                <c:pt idx="4213">
                  <c:v>0.78666999999999998</c:v>
                </c:pt>
                <c:pt idx="4214">
                  <c:v>0.78697499999999998</c:v>
                </c:pt>
                <c:pt idx="4215">
                  <c:v>0.78727999999999998</c:v>
                </c:pt>
                <c:pt idx="4216">
                  <c:v>0.78758600000000001</c:v>
                </c:pt>
                <c:pt idx="4217">
                  <c:v>0.78789100000000001</c:v>
                </c:pt>
                <c:pt idx="4218">
                  <c:v>0.78819700000000004</c:v>
                </c:pt>
                <c:pt idx="4219">
                  <c:v>0.78850200000000004</c:v>
                </c:pt>
                <c:pt idx="4220">
                  <c:v>0.78880700000000004</c:v>
                </c:pt>
                <c:pt idx="4221">
                  <c:v>0.78911299999999995</c:v>
                </c:pt>
                <c:pt idx="4222">
                  <c:v>0.78941799999999995</c:v>
                </c:pt>
                <c:pt idx="4223">
                  <c:v>0.78972399999999998</c:v>
                </c:pt>
                <c:pt idx="4224">
                  <c:v>0.79002899999999998</c:v>
                </c:pt>
                <c:pt idx="4225">
                  <c:v>0.79033399999999998</c:v>
                </c:pt>
                <c:pt idx="4226">
                  <c:v>0.79064000000000001</c:v>
                </c:pt>
                <c:pt idx="4227">
                  <c:v>0.79094500000000001</c:v>
                </c:pt>
                <c:pt idx="4228">
                  <c:v>0.79125100000000004</c:v>
                </c:pt>
                <c:pt idx="4229">
                  <c:v>0.79155600000000004</c:v>
                </c:pt>
                <c:pt idx="4230">
                  <c:v>0.79186100000000004</c:v>
                </c:pt>
                <c:pt idx="4231">
                  <c:v>0.79216699999999995</c:v>
                </c:pt>
                <c:pt idx="4232">
                  <c:v>0.79247199999999995</c:v>
                </c:pt>
                <c:pt idx="4233">
                  <c:v>0.79277799999999998</c:v>
                </c:pt>
                <c:pt idx="4234">
                  <c:v>0.79308299999999998</c:v>
                </c:pt>
                <c:pt idx="4235">
                  <c:v>0.79338799999999998</c:v>
                </c:pt>
                <c:pt idx="4236">
                  <c:v>0.79369400000000001</c:v>
                </c:pt>
                <c:pt idx="4237">
                  <c:v>0.79399900000000001</c:v>
                </c:pt>
                <c:pt idx="4238">
                  <c:v>0.79430500000000004</c:v>
                </c:pt>
                <c:pt idx="4239">
                  <c:v>0.79461000000000004</c:v>
                </c:pt>
                <c:pt idx="4240">
                  <c:v>0.79491500000000004</c:v>
                </c:pt>
                <c:pt idx="4241">
                  <c:v>0.79522099999999996</c:v>
                </c:pt>
                <c:pt idx="4242">
                  <c:v>0.79552599999999996</c:v>
                </c:pt>
                <c:pt idx="4243">
                  <c:v>0.79583199999999998</c:v>
                </c:pt>
                <c:pt idx="4244">
                  <c:v>0.79613699999999998</c:v>
                </c:pt>
                <c:pt idx="4245">
                  <c:v>0.79644199999999998</c:v>
                </c:pt>
                <c:pt idx="4246">
                  <c:v>0.79674800000000001</c:v>
                </c:pt>
                <c:pt idx="4247">
                  <c:v>0.79705300000000001</c:v>
                </c:pt>
                <c:pt idx="4248">
                  <c:v>0.79735900000000004</c:v>
                </c:pt>
                <c:pt idx="4249">
                  <c:v>0.79766400000000004</c:v>
                </c:pt>
                <c:pt idx="4250">
                  <c:v>0.79796900000000004</c:v>
                </c:pt>
                <c:pt idx="4251">
                  <c:v>0.79827499999999996</c:v>
                </c:pt>
                <c:pt idx="4252">
                  <c:v>0.79857999999999996</c:v>
                </c:pt>
                <c:pt idx="4253">
                  <c:v>0.79888599999999999</c:v>
                </c:pt>
                <c:pt idx="4254">
                  <c:v>0.79919099999999998</c:v>
                </c:pt>
                <c:pt idx="4255">
                  <c:v>0.79949599999999998</c:v>
                </c:pt>
                <c:pt idx="4256">
                  <c:v>0.79980200000000001</c:v>
                </c:pt>
                <c:pt idx="4257">
                  <c:v>0.80010700000000001</c:v>
                </c:pt>
                <c:pt idx="4258">
                  <c:v>0.80041300000000004</c:v>
                </c:pt>
                <c:pt idx="4259">
                  <c:v>0.80071800000000004</c:v>
                </c:pt>
                <c:pt idx="4260">
                  <c:v>0.80102300000000004</c:v>
                </c:pt>
                <c:pt idx="4261">
                  <c:v>0.80132899999999996</c:v>
                </c:pt>
                <c:pt idx="4262">
                  <c:v>0.80163399999999996</c:v>
                </c:pt>
                <c:pt idx="4263">
                  <c:v>0.80193999999999999</c:v>
                </c:pt>
                <c:pt idx="4264">
                  <c:v>0.80224499999999999</c:v>
                </c:pt>
                <c:pt idx="4265">
                  <c:v>0.80254999999999999</c:v>
                </c:pt>
                <c:pt idx="4266">
                  <c:v>0.80285600000000001</c:v>
                </c:pt>
                <c:pt idx="4267">
                  <c:v>0.80316100000000001</c:v>
                </c:pt>
                <c:pt idx="4268">
                  <c:v>0.80346700000000004</c:v>
                </c:pt>
                <c:pt idx="4269">
                  <c:v>0.80377200000000004</c:v>
                </c:pt>
                <c:pt idx="4270">
                  <c:v>0.80407700000000004</c:v>
                </c:pt>
                <c:pt idx="4271">
                  <c:v>0.80438299999999996</c:v>
                </c:pt>
                <c:pt idx="4272">
                  <c:v>0.80468799999999996</c:v>
                </c:pt>
                <c:pt idx="4273">
                  <c:v>0.80499399999999999</c:v>
                </c:pt>
                <c:pt idx="4274">
                  <c:v>0.80529899999999999</c:v>
                </c:pt>
                <c:pt idx="4275">
                  <c:v>0.80560399999999999</c:v>
                </c:pt>
                <c:pt idx="4276">
                  <c:v>0.80591000000000002</c:v>
                </c:pt>
                <c:pt idx="4277">
                  <c:v>0.80621500000000001</c:v>
                </c:pt>
                <c:pt idx="4278">
                  <c:v>0.80652100000000004</c:v>
                </c:pt>
                <c:pt idx="4279">
                  <c:v>0.80682600000000004</c:v>
                </c:pt>
                <c:pt idx="4280">
                  <c:v>0.80713100000000004</c:v>
                </c:pt>
                <c:pt idx="4281">
                  <c:v>0.80743699999999996</c:v>
                </c:pt>
                <c:pt idx="4282">
                  <c:v>0.80774199999999996</c:v>
                </c:pt>
                <c:pt idx="4283">
                  <c:v>0.80804799999999999</c:v>
                </c:pt>
                <c:pt idx="4284">
                  <c:v>0.80835299999999999</c:v>
                </c:pt>
                <c:pt idx="4285">
                  <c:v>0.80865799999999999</c:v>
                </c:pt>
                <c:pt idx="4286">
                  <c:v>0.80896400000000002</c:v>
                </c:pt>
                <c:pt idx="4287">
                  <c:v>0.80926900000000002</c:v>
                </c:pt>
                <c:pt idx="4288">
                  <c:v>0.80957400000000002</c:v>
                </c:pt>
                <c:pt idx="4289">
                  <c:v>0.80988000000000004</c:v>
                </c:pt>
                <c:pt idx="4290">
                  <c:v>0.81018500000000004</c:v>
                </c:pt>
                <c:pt idx="4291">
                  <c:v>0.81049099999999996</c:v>
                </c:pt>
                <c:pt idx="4292">
                  <c:v>0.81079599999999996</c:v>
                </c:pt>
                <c:pt idx="4293">
                  <c:v>0.81110099999999996</c:v>
                </c:pt>
                <c:pt idx="4294">
                  <c:v>0.81140699999999999</c:v>
                </c:pt>
                <c:pt idx="4295">
                  <c:v>0.81171199999999999</c:v>
                </c:pt>
                <c:pt idx="4296">
                  <c:v>0.81201800000000002</c:v>
                </c:pt>
                <c:pt idx="4297">
                  <c:v>0.81232300000000002</c:v>
                </c:pt>
                <c:pt idx="4298">
                  <c:v>0.81262800000000002</c:v>
                </c:pt>
                <c:pt idx="4299">
                  <c:v>0.81293400000000005</c:v>
                </c:pt>
                <c:pt idx="4300">
                  <c:v>0.81323900000000005</c:v>
                </c:pt>
                <c:pt idx="4301">
                  <c:v>0.81354499999999996</c:v>
                </c:pt>
                <c:pt idx="4302">
                  <c:v>0.81384999999999996</c:v>
                </c:pt>
                <c:pt idx="4303">
                  <c:v>0.81415499999999996</c:v>
                </c:pt>
                <c:pt idx="4304">
                  <c:v>0.81446099999999999</c:v>
                </c:pt>
                <c:pt idx="4305">
                  <c:v>0.81476599999999999</c:v>
                </c:pt>
                <c:pt idx="4306">
                  <c:v>0.81507200000000002</c:v>
                </c:pt>
                <c:pt idx="4307">
                  <c:v>0.81537700000000002</c:v>
                </c:pt>
                <c:pt idx="4308">
                  <c:v>0.81568200000000002</c:v>
                </c:pt>
                <c:pt idx="4309">
                  <c:v>0.81598800000000005</c:v>
                </c:pt>
                <c:pt idx="4310">
                  <c:v>0.81629300000000005</c:v>
                </c:pt>
                <c:pt idx="4311">
                  <c:v>0.81659899999999996</c:v>
                </c:pt>
                <c:pt idx="4312">
                  <c:v>0.81690399999999996</c:v>
                </c:pt>
                <c:pt idx="4313">
                  <c:v>0.81720899999999996</c:v>
                </c:pt>
                <c:pt idx="4314">
                  <c:v>0.81751499999999999</c:v>
                </c:pt>
                <c:pt idx="4315">
                  <c:v>0.81781999999999999</c:v>
                </c:pt>
                <c:pt idx="4316">
                  <c:v>0.81812600000000002</c:v>
                </c:pt>
                <c:pt idx="4317">
                  <c:v>0.81843100000000002</c:v>
                </c:pt>
                <c:pt idx="4318">
                  <c:v>0.81873600000000002</c:v>
                </c:pt>
                <c:pt idx="4319">
                  <c:v>0.81904200000000005</c:v>
                </c:pt>
                <c:pt idx="4320">
                  <c:v>0.81934700000000005</c:v>
                </c:pt>
                <c:pt idx="4321">
                  <c:v>0.81965299999999996</c:v>
                </c:pt>
                <c:pt idx="4322">
                  <c:v>0.81995799999999996</c:v>
                </c:pt>
                <c:pt idx="4323">
                  <c:v>0.82026299999999996</c:v>
                </c:pt>
                <c:pt idx="4324">
                  <c:v>0.82056899999999999</c:v>
                </c:pt>
                <c:pt idx="4325">
                  <c:v>0.82087399999999999</c:v>
                </c:pt>
                <c:pt idx="4326">
                  <c:v>0.82118000000000002</c:v>
                </c:pt>
                <c:pt idx="4327">
                  <c:v>0.82148500000000002</c:v>
                </c:pt>
                <c:pt idx="4328">
                  <c:v>0.82179000000000002</c:v>
                </c:pt>
                <c:pt idx="4329">
                  <c:v>0.82209600000000005</c:v>
                </c:pt>
                <c:pt idx="4330">
                  <c:v>0.82240100000000005</c:v>
                </c:pt>
                <c:pt idx="4331">
                  <c:v>0.82270699999999997</c:v>
                </c:pt>
                <c:pt idx="4332">
                  <c:v>0.82301199999999997</c:v>
                </c:pt>
                <c:pt idx="4333">
                  <c:v>0.82331699999999997</c:v>
                </c:pt>
                <c:pt idx="4334">
                  <c:v>0.82362299999999999</c:v>
                </c:pt>
                <c:pt idx="4335">
                  <c:v>0.82392799999999999</c:v>
                </c:pt>
                <c:pt idx="4336">
                  <c:v>0.82423400000000002</c:v>
                </c:pt>
                <c:pt idx="4337">
                  <c:v>0.82453900000000002</c:v>
                </c:pt>
                <c:pt idx="4338">
                  <c:v>0.82484400000000002</c:v>
                </c:pt>
                <c:pt idx="4339">
                  <c:v>0.82515000000000005</c:v>
                </c:pt>
                <c:pt idx="4340">
                  <c:v>0.82545500000000005</c:v>
                </c:pt>
                <c:pt idx="4341">
                  <c:v>0.82576099999999997</c:v>
                </c:pt>
                <c:pt idx="4342">
                  <c:v>0.82606599999999997</c:v>
                </c:pt>
                <c:pt idx="4343">
                  <c:v>0.82637099999999997</c:v>
                </c:pt>
                <c:pt idx="4344">
                  <c:v>0.826677</c:v>
                </c:pt>
                <c:pt idx="4345">
                  <c:v>0.82698199999999999</c:v>
                </c:pt>
                <c:pt idx="4346">
                  <c:v>0.82728800000000002</c:v>
                </c:pt>
                <c:pt idx="4347">
                  <c:v>0.82759300000000002</c:v>
                </c:pt>
                <c:pt idx="4348">
                  <c:v>0.82789800000000002</c:v>
                </c:pt>
                <c:pt idx="4349">
                  <c:v>0.82820400000000005</c:v>
                </c:pt>
                <c:pt idx="4350">
                  <c:v>0.82850900000000005</c:v>
                </c:pt>
                <c:pt idx="4351">
                  <c:v>0.82881499999999997</c:v>
                </c:pt>
                <c:pt idx="4352">
                  <c:v>0.82911999999999997</c:v>
                </c:pt>
                <c:pt idx="4353">
                  <c:v>0.82942499999999997</c:v>
                </c:pt>
                <c:pt idx="4354">
                  <c:v>0.829731</c:v>
                </c:pt>
                <c:pt idx="4355">
                  <c:v>0.830036</c:v>
                </c:pt>
                <c:pt idx="4356">
                  <c:v>0.83034200000000002</c:v>
                </c:pt>
                <c:pt idx="4357">
                  <c:v>0.83064700000000002</c:v>
                </c:pt>
                <c:pt idx="4358">
                  <c:v>0.83095200000000002</c:v>
                </c:pt>
                <c:pt idx="4359">
                  <c:v>0.83125800000000005</c:v>
                </c:pt>
                <c:pt idx="4360">
                  <c:v>0.83156300000000005</c:v>
                </c:pt>
                <c:pt idx="4361">
                  <c:v>0.83186899999999997</c:v>
                </c:pt>
                <c:pt idx="4362">
                  <c:v>0.83217399999999997</c:v>
                </c:pt>
                <c:pt idx="4363">
                  <c:v>0.83247899999999997</c:v>
                </c:pt>
                <c:pt idx="4364">
                  <c:v>0.832785</c:v>
                </c:pt>
                <c:pt idx="4365">
                  <c:v>0.83309</c:v>
                </c:pt>
                <c:pt idx="4366">
                  <c:v>0.83339600000000003</c:v>
                </c:pt>
                <c:pt idx="4367">
                  <c:v>0.83370100000000003</c:v>
                </c:pt>
                <c:pt idx="4368">
                  <c:v>0.83400600000000003</c:v>
                </c:pt>
                <c:pt idx="4369">
                  <c:v>0.83431200000000005</c:v>
                </c:pt>
                <c:pt idx="4370">
                  <c:v>0.83461700000000005</c:v>
                </c:pt>
                <c:pt idx="4371">
                  <c:v>0.83492299999999997</c:v>
                </c:pt>
                <c:pt idx="4372">
                  <c:v>0.83522799999999997</c:v>
                </c:pt>
                <c:pt idx="4373">
                  <c:v>0.83553299999999997</c:v>
                </c:pt>
                <c:pt idx="4374">
                  <c:v>0.835839</c:v>
                </c:pt>
                <c:pt idx="4375">
                  <c:v>0.836144</c:v>
                </c:pt>
                <c:pt idx="4376">
                  <c:v>0.836449</c:v>
                </c:pt>
                <c:pt idx="4377">
                  <c:v>0.83675500000000003</c:v>
                </c:pt>
                <c:pt idx="4378">
                  <c:v>0.83706000000000003</c:v>
                </c:pt>
                <c:pt idx="4379">
                  <c:v>0.83736600000000005</c:v>
                </c:pt>
                <c:pt idx="4380">
                  <c:v>0.83767100000000005</c:v>
                </c:pt>
                <c:pt idx="4381">
                  <c:v>0.83797600000000005</c:v>
                </c:pt>
                <c:pt idx="4382">
                  <c:v>0.83828199999999997</c:v>
                </c:pt>
                <c:pt idx="4383">
                  <c:v>0.83858699999999997</c:v>
                </c:pt>
                <c:pt idx="4384">
                  <c:v>0.838893</c:v>
                </c:pt>
                <c:pt idx="4385">
                  <c:v>0.839198</c:v>
                </c:pt>
                <c:pt idx="4386">
                  <c:v>0.839503</c:v>
                </c:pt>
                <c:pt idx="4387">
                  <c:v>0.83980900000000003</c:v>
                </c:pt>
                <c:pt idx="4388">
                  <c:v>0.84011400000000003</c:v>
                </c:pt>
                <c:pt idx="4389">
                  <c:v>0.84041999999999994</c:v>
                </c:pt>
                <c:pt idx="4390">
                  <c:v>0.84072499999999994</c:v>
                </c:pt>
                <c:pt idx="4391">
                  <c:v>0.84103000000000006</c:v>
                </c:pt>
                <c:pt idx="4392">
                  <c:v>0.84133599999999997</c:v>
                </c:pt>
                <c:pt idx="4393">
                  <c:v>0.84164099999999997</c:v>
                </c:pt>
                <c:pt idx="4394">
                  <c:v>0.841947</c:v>
                </c:pt>
                <c:pt idx="4395">
                  <c:v>0.842252</c:v>
                </c:pt>
                <c:pt idx="4396">
                  <c:v>0.842557</c:v>
                </c:pt>
                <c:pt idx="4397">
                  <c:v>0.84286300000000003</c:v>
                </c:pt>
                <c:pt idx="4398">
                  <c:v>0.84316800000000003</c:v>
                </c:pt>
                <c:pt idx="4399">
                  <c:v>0.84347399999999995</c:v>
                </c:pt>
                <c:pt idx="4400">
                  <c:v>0.84377899999999995</c:v>
                </c:pt>
                <c:pt idx="4401">
                  <c:v>0.84408399999999995</c:v>
                </c:pt>
                <c:pt idx="4402">
                  <c:v>0.84438999999999997</c:v>
                </c:pt>
                <c:pt idx="4403">
                  <c:v>0.84469499999999997</c:v>
                </c:pt>
                <c:pt idx="4404">
                  <c:v>0.845001</c:v>
                </c:pt>
                <c:pt idx="4405">
                  <c:v>0.845306</c:v>
                </c:pt>
                <c:pt idx="4406">
                  <c:v>0.845611</c:v>
                </c:pt>
                <c:pt idx="4407">
                  <c:v>0.84591700000000003</c:v>
                </c:pt>
                <c:pt idx="4408">
                  <c:v>0.84622200000000003</c:v>
                </c:pt>
                <c:pt idx="4409">
                  <c:v>0.84652799999999995</c:v>
                </c:pt>
                <c:pt idx="4410">
                  <c:v>0.84683299999999995</c:v>
                </c:pt>
                <c:pt idx="4411">
                  <c:v>0.84713799999999995</c:v>
                </c:pt>
                <c:pt idx="4412">
                  <c:v>0.84744399999999998</c:v>
                </c:pt>
                <c:pt idx="4413">
                  <c:v>0.84774899999999997</c:v>
                </c:pt>
                <c:pt idx="4414">
                  <c:v>0.848055</c:v>
                </c:pt>
                <c:pt idx="4415">
                  <c:v>0.84836</c:v>
                </c:pt>
                <c:pt idx="4416">
                  <c:v>0.848665</c:v>
                </c:pt>
                <c:pt idx="4417">
                  <c:v>0.84897100000000003</c:v>
                </c:pt>
                <c:pt idx="4418">
                  <c:v>0.84927600000000003</c:v>
                </c:pt>
                <c:pt idx="4419">
                  <c:v>0.84958199999999995</c:v>
                </c:pt>
                <c:pt idx="4420">
                  <c:v>0.84988699999999995</c:v>
                </c:pt>
                <c:pt idx="4421">
                  <c:v>0.85019199999999995</c:v>
                </c:pt>
                <c:pt idx="4422">
                  <c:v>0.85049799999999998</c:v>
                </c:pt>
                <c:pt idx="4423">
                  <c:v>0.85080299999999998</c:v>
                </c:pt>
                <c:pt idx="4424">
                  <c:v>0.851109</c:v>
                </c:pt>
                <c:pt idx="4425">
                  <c:v>0.851414</c:v>
                </c:pt>
                <c:pt idx="4426">
                  <c:v>0.851719</c:v>
                </c:pt>
                <c:pt idx="4427">
                  <c:v>0.85202500000000003</c:v>
                </c:pt>
                <c:pt idx="4428">
                  <c:v>0.85233000000000003</c:v>
                </c:pt>
                <c:pt idx="4429">
                  <c:v>0.85263599999999995</c:v>
                </c:pt>
                <c:pt idx="4430">
                  <c:v>0.85294099999999995</c:v>
                </c:pt>
                <c:pt idx="4431">
                  <c:v>0.85324599999999995</c:v>
                </c:pt>
                <c:pt idx="4432">
                  <c:v>0.85355199999999998</c:v>
                </c:pt>
                <c:pt idx="4433">
                  <c:v>0.85385699999999998</c:v>
                </c:pt>
                <c:pt idx="4434">
                  <c:v>0.85416300000000001</c:v>
                </c:pt>
                <c:pt idx="4435">
                  <c:v>0.85446800000000001</c:v>
                </c:pt>
                <c:pt idx="4436">
                  <c:v>0.85477300000000001</c:v>
                </c:pt>
                <c:pt idx="4437">
                  <c:v>0.85507900000000003</c:v>
                </c:pt>
                <c:pt idx="4438">
                  <c:v>0.85538400000000003</c:v>
                </c:pt>
                <c:pt idx="4439">
                  <c:v>0.85568999999999995</c:v>
                </c:pt>
                <c:pt idx="4440">
                  <c:v>0.85599499999999995</c:v>
                </c:pt>
                <c:pt idx="4441">
                  <c:v>0.85629999999999995</c:v>
                </c:pt>
                <c:pt idx="4442">
                  <c:v>0.85660599999999998</c:v>
                </c:pt>
                <c:pt idx="4443">
                  <c:v>0.85691099999999998</c:v>
                </c:pt>
                <c:pt idx="4444">
                  <c:v>0.85721700000000001</c:v>
                </c:pt>
                <c:pt idx="4445">
                  <c:v>0.85752200000000001</c:v>
                </c:pt>
                <c:pt idx="4446">
                  <c:v>0.85782700000000001</c:v>
                </c:pt>
                <c:pt idx="4447">
                  <c:v>0.85813300000000003</c:v>
                </c:pt>
                <c:pt idx="4448">
                  <c:v>0.85843800000000003</c:v>
                </c:pt>
                <c:pt idx="4449">
                  <c:v>0.85874399999999995</c:v>
                </c:pt>
                <c:pt idx="4450">
                  <c:v>0.85904899999999995</c:v>
                </c:pt>
                <c:pt idx="4451">
                  <c:v>0.85935399999999995</c:v>
                </c:pt>
                <c:pt idx="4452">
                  <c:v>0.85965999999999998</c:v>
                </c:pt>
                <c:pt idx="4453">
                  <c:v>0.85996499999999998</c:v>
                </c:pt>
                <c:pt idx="4454">
                  <c:v>0.86027100000000001</c:v>
                </c:pt>
                <c:pt idx="4455">
                  <c:v>0.86057600000000001</c:v>
                </c:pt>
                <c:pt idx="4456">
                  <c:v>0.86088100000000001</c:v>
                </c:pt>
                <c:pt idx="4457">
                  <c:v>0.86118700000000004</c:v>
                </c:pt>
                <c:pt idx="4458">
                  <c:v>0.86149200000000004</c:v>
                </c:pt>
                <c:pt idx="4459">
                  <c:v>0.86179700000000004</c:v>
                </c:pt>
                <c:pt idx="4460">
                  <c:v>0.86210299999999995</c:v>
                </c:pt>
                <c:pt idx="4461">
                  <c:v>0.86240799999999995</c:v>
                </c:pt>
                <c:pt idx="4462">
                  <c:v>0.86271399999999998</c:v>
                </c:pt>
                <c:pt idx="4463">
                  <c:v>0.86301899999999998</c:v>
                </c:pt>
                <c:pt idx="4464">
                  <c:v>0.86332399999999998</c:v>
                </c:pt>
                <c:pt idx="4465">
                  <c:v>0.86363000000000001</c:v>
                </c:pt>
                <c:pt idx="4466">
                  <c:v>0.86393500000000001</c:v>
                </c:pt>
                <c:pt idx="4467">
                  <c:v>0.86424100000000004</c:v>
                </c:pt>
                <c:pt idx="4468">
                  <c:v>0.86454600000000004</c:v>
                </c:pt>
                <c:pt idx="4469">
                  <c:v>0.86485100000000004</c:v>
                </c:pt>
                <c:pt idx="4470">
                  <c:v>0.86515699999999995</c:v>
                </c:pt>
                <c:pt idx="4471">
                  <c:v>0.86546199999999995</c:v>
                </c:pt>
                <c:pt idx="4472">
                  <c:v>0.86576799999999998</c:v>
                </c:pt>
                <c:pt idx="4473">
                  <c:v>0.86607299999999998</c:v>
                </c:pt>
                <c:pt idx="4474">
                  <c:v>0.86637799999999998</c:v>
                </c:pt>
                <c:pt idx="4475">
                  <c:v>0.86668400000000001</c:v>
                </c:pt>
                <c:pt idx="4476">
                  <c:v>0.86698900000000001</c:v>
                </c:pt>
                <c:pt idx="4477">
                  <c:v>0.86729500000000004</c:v>
                </c:pt>
                <c:pt idx="4478">
                  <c:v>0.86760000000000004</c:v>
                </c:pt>
                <c:pt idx="4479">
                  <c:v>0.86790500000000004</c:v>
                </c:pt>
                <c:pt idx="4480">
                  <c:v>0.86821099999999996</c:v>
                </c:pt>
                <c:pt idx="4481">
                  <c:v>0.86851599999999995</c:v>
                </c:pt>
                <c:pt idx="4482">
                  <c:v>0.86882199999999998</c:v>
                </c:pt>
                <c:pt idx="4483">
                  <c:v>0.86912699999999998</c:v>
                </c:pt>
                <c:pt idx="4484">
                  <c:v>0.86943199999999998</c:v>
                </c:pt>
                <c:pt idx="4485">
                  <c:v>0.86973800000000001</c:v>
                </c:pt>
                <c:pt idx="4486">
                  <c:v>0.87004300000000001</c:v>
                </c:pt>
                <c:pt idx="4487">
                  <c:v>0.87034900000000004</c:v>
                </c:pt>
                <c:pt idx="4488">
                  <c:v>0.87065400000000004</c:v>
                </c:pt>
                <c:pt idx="4489">
                  <c:v>0.87095900000000004</c:v>
                </c:pt>
                <c:pt idx="4490">
                  <c:v>0.87126499999999996</c:v>
                </c:pt>
                <c:pt idx="4491">
                  <c:v>0.87156999999999996</c:v>
                </c:pt>
                <c:pt idx="4492">
                  <c:v>0.87187599999999998</c:v>
                </c:pt>
                <c:pt idx="4493">
                  <c:v>0.87218099999999998</c:v>
                </c:pt>
                <c:pt idx="4494">
                  <c:v>0.87248599999999998</c:v>
                </c:pt>
                <c:pt idx="4495">
                  <c:v>0.87279200000000001</c:v>
                </c:pt>
                <c:pt idx="4496">
                  <c:v>0.87309700000000001</c:v>
                </c:pt>
                <c:pt idx="4497">
                  <c:v>0.87340300000000004</c:v>
                </c:pt>
                <c:pt idx="4498">
                  <c:v>0.87370800000000004</c:v>
                </c:pt>
                <c:pt idx="4499">
                  <c:v>0.87401300000000004</c:v>
                </c:pt>
                <c:pt idx="4500">
                  <c:v>0.87431899999999996</c:v>
                </c:pt>
                <c:pt idx="4501">
                  <c:v>0.87462399999999996</c:v>
                </c:pt>
                <c:pt idx="4502">
                  <c:v>0.87492999999999999</c:v>
                </c:pt>
                <c:pt idx="4503">
                  <c:v>0.87523499999999999</c:v>
                </c:pt>
                <c:pt idx="4504">
                  <c:v>0.87553999999999998</c:v>
                </c:pt>
                <c:pt idx="4505">
                  <c:v>0.87584600000000001</c:v>
                </c:pt>
                <c:pt idx="4506">
                  <c:v>0.87615100000000001</c:v>
                </c:pt>
                <c:pt idx="4507">
                  <c:v>0.87645700000000004</c:v>
                </c:pt>
                <c:pt idx="4508">
                  <c:v>0.87676200000000004</c:v>
                </c:pt>
                <c:pt idx="4509">
                  <c:v>0.87706700000000004</c:v>
                </c:pt>
                <c:pt idx="4510">
                  <c:v>0.87737299999999996</c:v>
                </c:pt>
                <c:pt idx="4511">
                  <c:v>0.87767799999999996</c:v>
                </c:pt>
                <c:pt idx="4512">
                  <c:v>0.87798399999999999</c:v>
                </c:pt>
                <c:pt idx="4513">
                  <c:v>0.87828899999999999</c:v>
                </c:pt>
                <c:pt idx="4514">
                  <c:v>0.87859399999999999</c:v>
                </c:pt>
                <c:pt idx="4515">
                  <c:v>0.87890000000000001</c:v>
                </c:pt>
                <c:pt idx="4516">
                  <c:v>0.87920500000000001</c:v>
                </c:pt>
                <c:pt idx="4517">
                  <c:v>0.87951100000000004</c:v>
                </c:pt>
                <c:pt idx="4518">
                  <c:v>0.87981600000000004</c:v>
                </c:pt>
                <c:pt idx="4519">
                  <c:v>0.88012100000000004</c:v>
                </c:pt>
                <c:pt idx="4520">
                  <c:v>0.88042699999999996</c:v>
                </c:pt>
                <c:pt idx="4521">
                  <c:v>0.88073199999999996</c:v>
                </c:pt>
                <c:pt idx="4522">
                  <c:v>0.88103799999999999</c:v>
                </c:pt>
                <c:pt idx="4523">
                  <c:v>0.88134299999999999</c:v>
                </c:pt>
                <c:pt idx="4524">
                  <c:v>0.88164799999999999</c:v>
                </c:pt>
                <c:pt idx="4525">
                  <c:v>0.88195400000000002</c:v>
                </c:pt>
                <c:pt idx="4526">
                  <c:v>0.88225900000000002</c:v>
                </c:pt>
                <c:pt idx="4527">
                  <c:v>0.88256500000000004</c:v>
                </c:pt>
                <c:pt idx="4528">
                  <c:v>0.88287000000000004</c:v>
                </c:pt>
                <c:pt idx="4529">
                  <c:v>0.88317500000000004</c:v>
                </c:pt>
                <c:pt idx="4530">
                  <c:v>0.88348099999999996</c:v>
                </c:pt>
                <c:pt idx="4531">
                  <c:v>0.88378599999999996</c:v>
                </c:pt>
                <c:pt idx="4532">
                  <c:v>0.88409199999999999</c:v>
                </c:pt>
                <c:pt idx="4533">
                  <c:v>0.88439699999999999</c:v>
                </c:pt>
                <c:pt idx="4534">
                  <c:v>0.88470199999999999</c:v>
                </c:pt>
                <c:pt idx="4535">
                  <c:v>0.88500800000000002</c:v>
                </c:pt>
                <c:pt idx="4536">
                  <c:v>0.88531300000000002</c:v>
                </c:pt>
                <c:pt idx="4537">
                  <c:v>0.88561900000000005</c:v>
                </c:pt>
                <c:pt idx="4538">
                  <c:v>0.88592400000000004</c:v>
                </c:pt>
                <c:pt idx="4539">
                  <c:v>0.88622900000000004</c:v>
                </c:pt>
                <c:pt idx="4540">
                  <c:v>0.88653499999999996</c:v>
                </c:pt>
                <c:pt idx="4541">
                  <c:v>0.88683999999999996</c:v>
                </c:pt>
                <c:pt idx="4542">
                  <c:v>0.88714499999999996</c:v>
                </c:pt>
                <c:pt idx="4543">
                  <c:v>0.88745099999999999</c:v>
                </c:pt>
                <c:pt idx="4544">
                  <c:v>0.88775599999999999</c:v>
                </c:pt>
                <c:pt idx="4545">
                  <c:v>0.88806200000000002</c:v>
                </c:pt>
                <c:pt idx="4546">
                  <c:v>0.88836700000000002</c:v>
                </c:pt>
                <c:pt idx="4547">
                  <c:v>0.88867200000000002</c:v>
                </c:pt>
                <c:pt idx="4548">
                  <c:v>0.88897800000000005</c:v>
                </c:pt>
                <c:pt idx="4549">
                  <c:v>0.88928300000000005</c:v>
                </c:pt>
                <c:pt idx="4550">
                  <c:v>0.88958899999999996</c:v>
                </c:pt>
                <c:pt idx="4551">
                  <c:v>0.88989399999999996</c:v>
                </c:pt>
                <c:pt idx="4552">
                  <c:v>0.89019899999999996</c:v>
                </c:pt>
                <c:pt idx="4553">
                  <c:v>0.89050499999999999</c:v>
                </c:pt>
                <c:pt idx="4554">
                  <c:v>0.89080999999999999</c:v>
                </c:pt>
                <c:pt idx="4555">
                  <c:v>0.89111600000000002</c:v>
                </c:pt>
                <c:pt idx="4556">
                  <c:v>0.89142100000000002</c:v>
                </c:pt>
                <c:pt idx="4557">
                  <c:v>0.89172600000000002</c:v>
                </c:pt>
                <c:pt idx="4558">
                  <c:v>0.89203200000000005</c:v>
                </c:pt>
                <c:pt idx="4559">
                  <c:v>0.89233700000000005</c:v>
                </c:pt>
                <c:pt idx="4560">
                  <c:v>0.89264299999999996</c:v>
                </c:pt>
                <c:pt idx="4561">
                  <c:v>0.89294799999999996</c:v>
                </c:pt>
                <c:pt idx="4562">
                  <c:v>0.89325299999999996</c:v>
                </c:pt>
                <c:pt idx="4563">
                  <c:v>0.89355899999999999</c:v>
                </c:pt>
                <c:pt idx="4564">
                  <c:v>0.89386399999999999</c:v>
                </c:pt>
                <c:pt idx="4565">
                  <c:v>0.89417000000000002</c:v>
                </c:pt>
                <c:pt idx="4566">
                  <c:v>0.89447500000000002</c:v>
                </c:pt>
                <c:pt idx="4567">
                  <c:v>0.89478000000000002</c:v>
                </c:pt>
                <c:pt idx="4568">
                  <c:v>0.89508600000000005</c:v>
                </c:pt>
                <c:pt idx="4569">
                  <c:v>0.89539100000000005</c:v>
                </c:pt>
                <c:pt idx="4570">
                  <c:v>0.89569699999999997</c:v>
                </c:pt>
                <c:pt idx="4571">
                  <c:v>0.89600199999999997</c:v>
                </c:pt>
                <c:pt idx="4572">
                  <c:v>0.89630699999999996</c:v>
                </c:pt>
                <c:pt idx="4573">
                  <c:v>0.89661299999999999</c:v>
                </c:pt>
                <c:pt idx="4574">
                  <c:v>0.89691799999999999</c:v>
                </c:pt>
                <c:pt idx="4575">
                  <c:v>0.89722400000000002</c:v>
                </c:pt>
                <c:pt idx="4576">
                  <c:v>0.89752900000000002</c:v>
                </c:pt>
                <c:pt idx="4577">
                  <c:v>0.89783400000000002</c:v>
                </c:pt>
                <c:pt idx="4578">
                  <c:v>0.89814000000000005</c:v>
                </c:pt>
                <c:pt idx="4579">
                  <c:v>0.89844500000000005</c:v>
                </c:pt>
                <c:pt idx="4580">
                  <c:v>0.89875099999999997</c:v>
                </c:pt>
                <c:pt idx="4581">
                  <c:v>0.89905599999999997</c:v>
                </c:pt>
                <c:pt idx="4582">
                  <c:v>0.89936099999999997</c:v>
                </c:pt>
                <c:pt idx="4583">
                  <c:v>0.89966699999999999</c:v>
                </c:pt>
                <c:pt idx="4584">
                  <c:v>0.89997199999999999</c:v>
                </c:pt>
                <c:pt idx="4585">
                  <c:v>0.90027800000000002</c:v>
                </c:pt>
                <c:pt idx="4586">
                  <c:v>0.90058300000000002</c:v>
                </c:pt>
                <c:pt idx="4587">
                  <c:v>0.90088800000000002</c:v>
                </c:pt>
                <c:pt idx="4588">
                  <c:v>0.90119400000000005</c:v>
                </c:pt>
                <c:pt idx="4589">
                  <c:v>0.90149900000000005</c:v>
                </c:pt>
                <c:pt idx="4590">
                  <c:v>0.90180499999999997</c:v>
                </c:pt>
                <c:pt idx="4591">
                  <c:v>0.90210999999999997</c:v>
                </c:pt>
                <c:pt idx="4592">
                  <c:v>0.90241499999999997</c:v>
                </c:pt>
                <c:pt idx="4593">
                  <c:v>0.902721</c:v>
                </c:pt>
                <c:pt idx="4594">
                  <c:v>0.903026</c:v>
                </c:pt>
                <c:pt idx="4595">
                  <c:v>0.90333200000000002</c:v>
                </c:pt>
                <c:pt idx="4596">
                  <c:v>0.90363700000000002</c:v>
                </c:pt>
                <c:pt idx="4597">
                  <c:v>0.90394200000000002</c:v>
                </c:pt>
                <c:pt idx="4598">
                  <c:v>0.90424800000000005</c:v>
                </c:pt>
                <c:pt idx="4599">
                  <c:v>0.90455300000000005</c:v>
                </c:pt>
                <c:pt idx="4600">
                  <c:v>0.90485899999999997</c:v>
                </c:pt>
                <c:pt idx="4601">
                  <c:v>0.90516399999999997</c:v>
                </c:pt>
                <c:pt idx="4602">
                  <c:v>0.90546899999999997</c:v>
                </c:pt>
                <c:pt idx="4603">
                  <c:v>0.905775</c:v>
                </c:pt>
                <c:pt idx="4604">
                  <c:v>0.90608</c:v>
                </c:pt>
                <c:pt idx="4605">
                  <c:v>0.90638600000000002</c:v>
                </c:pt>
                <c:pt idx="4606">
                  <c:v>0.90669100000000002</c:v>
                </c:pt>
                <c:pt idx="4607">
                  <c:v>0.90699600000000002</c:v>
                </c:pt>
                <c:pt idx="4608">
                  <c:v>0.90730200000000005</c:v>
                </c:pt>
                <c:pt idx="4609">
                  <c:v>0.90760700000000005</c:v>
                </c:pt>
                <c:pt idx="4610">
                  <c:v>0.90791299999999997</c:v>
                </c:pt>
                <c:pt idx="4611">
                  <c:v>0.90821799999999997</c:v>
                </c:pt>
                <c:pt idx="4612">
                  <c:v>0.90852299999999997</c:v>
                </c:pt>
                <c:pt idx="4613">
                  <c:v>0.908829</c:v>
                </c:pt>
                <c:pt idx="4614">
                  <c:v>0.909134</c:v>
                </c:pt>
                <c:pt idx="4615">
                  <c:v>0.90944000000000003</c:v>
                </c:pt>
                <c:pt idx="4616">
                  <c:v>0.90974500000000003</c:v>
                </c:pt>
                <c:pt idx="4617">
                  <c:v>0.91005000000000003</c:v>
                </c:pt>
                <c:pt idx="4618">
                  <c:v>0.91035600000000005</c:v>
                </c:pt>
                <c:pt idx="4619">
                  <c:v>0.91066100000000005</c:v>
                </c:pt>
                <c:pt idx="4620">
                  <c:v>0.91096699999999997</c:v>
                </c:pt>
                <c:pt idx="4621">
                  <c:v>0.91127199999999997</c:v>
                </c:pt>
                <c:pt idx="4622">
                  <c:v>0.91157699999999997</c:v>
                </c:pt>
                <c:pt idx="4623">
                  <c:v>0.911883</c:v>
                </c:pt>
                <c:pt idx="4624">
                  <c:v>0.912188</c:v>
                </c:pt>
                <c:pt idx="4625">
                  <c:v>0.912493</c:v>
                </c:pt>
                <c:pt idx="4626">
                  <c:v>0.91279900000000003</c:v>
                </c:pt>
                <c:pt idx="4627">
                  <c:v>0.91310400000000003</c:v>
                </c:pt>
                <c:pt idx="4628">
                  <c:v>0.91341000000000006</c:v>
                </c:pt>
                <c:pt idx="4629">
                  <c:v>0.91371500000000005</c:v>
                </c:pt>
                <c:pt idx="4630">
                  <c:v>0.91402000000000005</c:v>
                </c:pt>
                <c:pt idx="4631">
                  <c:v>0.91432599999999997</c:v>
                </c:pt>
                <c:pt idx="4632">
                  <c:v>0.91463099999999997</c:v>
                </c:pt>
                <c:pt idx="4633">
                  <c:v>0.914937</c:v>
                </c:pt>
                <c:pt idx="4634">
                  <c:v>0.915242</c:v>
                </c:pt>
                <c:pt idx="4635">
                  <c:v>0.915547</c:v>
                </c:pt>
                <c:pt idx="4636">
                  <c:v>0.91585300000000003</c:v>
                </c:pt>
                <c:pt idx="4637">
                  <c:v>0.91615800000000003</c:v>
                </c:pt>
                <c:pt idx="4638">
                  <c:v>0.91646399999999995</c:v>
                </c:pt>
                <c:pt idx="4639">
                  <c:v>0.91676899999999995</c:v>
                </c:pt>
                <c:pt idx="4640">
                  <c:v>0.91707399999999994</c:v>
                </c:pt>
                <c:pt idx="4641">
                  <c:v>0.91737999999999997</c:v>
                </c:pt>
                <c:pt idx="4642">
                  <c:v>0.91768499999999997</c:v>
                </c:pt>
                <c:pt idx="4643">
                  <c:v>0.917991</c:v>
                </c:pt>
                <c:pt idx="4644">
                  <c:v>0.918296</c:v>
                </c:pt>
                <c:pt idx="4645">
                  <c:v>0.918601</c:v>
                </c:pt>
                <c:pt idx="4646">
                  <c:v>0.91890700000000003</c:v>
                </c:pt>
                <c:pt idx="4647">
                  <c:v>0.91921200000000003</c:v>
                </c:pt>
                <c:pt idx="4648">
                  <c:v>0.91951799999999995</c:v>
                </c:pt>
                <c:pt idx="4649">
                  <c:v>0.91982299999999995</c:v>
                </c:pt>
                <c:pt idx="4650">
                  <c:v>0.92012799999999995</c:v>
                </c:pt>
                <c:pt idx="4651">
                  <c:v>0.92043399999999997</c:v>
                </c:pt>
                <c:pt idx="4652">
                  <c:v>0.92073899999999997</c:v>
                </c:pt>
                <c:pt idx="4653">
                  <c:v>0.921045</c:v>
                </c:pt>
                <c:pt idx="4654">
                  <c:v>0.92135</c:v>
                </c:pt>
                <c:pt idx="4655">
                  <c:v>0.921655</c:v>
                </c:pt>
                <c:pt idx="4656">
                  <c:v>0.92196100000000003</c:v>
                </c:pt>
                <c:pt idx="4657">
                  <c:v>0.92226600000000003</c:v>
                </c:pt>
                <c:pt idx="4658">
                  <c:v>0.92257199999999995</c:v>
                </c:pt>
                <c:pt idx="4659">
                  <c:v>0.92287699999999995</c:v>
                </c:pt>
                <c:pt idx="4660">
                  <c:v>0.92318199999999995</c:v>
                </c:pt>
                <c:pt idx="4661">
                  <c:v>0.92348799999999998</c:v>
                </c:pt>
                <c:pt idx="4662">
                  <c:v>0.92379299999999998</c:v>
                </c:pt>
                <c:pt idx="4663">
                  <c:v>0.924099</c:v>
                </c:pt>
                <c:pt idx="4664">
                  <c:v>0.924404</c:v>
                </c:pt>
                <c:pt idx="4665">
                  <c:v>0.924709</c:v>
                </c:pt>
                <c:pt idx="4666">
                  <c:v>0.92501500000000003</c:v>
                </c:pt>
                <c:pt idx="4667">
                  <c:v>0.92532000000000003</c:v>
                </c:pt>
                <c:pt idx="4668">
                  <c:v>0.92562599999999995</c:v>
                </c:pt>
                <c:pt idx="4669">
                  <c:v>0.92593099999999995</c:v>
                </c:pt>
                <c:pt idx="4670">
                  <c:v>0.92623599999999995</c:v>
                </c:pt>
                <c:pt idx="4671">
                  <c:v>0.92654199999999998</c:v>
                </c:pt>
                <c:pt idx="4672">
                  <c:v>0.92684699999999998</c:v>
                </c:pt>
                <c:pt idx="4673">
                  <c:v>0.927153</c:v>
                </c:pt>
                <c:pt idx="4674">
                  <c:v>0.927458</c:v>
                </c:pt>
                <c:pt idx="4675">
                  <c:v>0.927763</c:v>
                </c:pt>
                <c:pt idx="4676">
                  <c:v>0.92806900000000003</c:v>
                </c:pt>
                <c:pt idx="4677">
                  <c:v>0.92837400000000003</c:v>
                </c:pt>
                <c:pt idx="4678">
                  <c:v>0.92867999999999995</c:v>
                </c:pt>
                <c:pt idx="4679">
                  <c:v>0.92898499999999995</c:v>
                </c:pt>
                <c:pt idx="4680">
                  <c:v>0.92928999999999995</c:v>
                </c:pt>
                <c:pt idx="4681">
                  <c:v>0.92959599999999998</c:v>
                </c:pt>
                <c:pt idx="4682">
                  <c:v>0.92990099999999998</c:v>
                </c:pt>
                <c:pt idx="4683">
                  <c:v>0.93020700000000001</c:v>
                </c:pt>
                <c:pt idx="4684">
                  <c:v>0.93051200000000001</c:v>
                </c:pt>
                <c:pt idx="4685">
                  <c:v>0.93081700000000001</c:v>
                </c:pt>
                <c:pt idx="4686">
                  <c:v>0.93112300000000003</c:v>
                </c:pt>
                <c:pt idx="4687">
                  <c:v>0.93142800000000003</c:v>
                </c:pt>
                <c:pt idx="4688">
                  <c:v>0.93173399999999995</c:v>
                </c:pt>
                <c:pt idx="4689">
                  <c:v>0.93203899999999995</c:v>
                </c:pt>
                <c:pt idx="4690">
                  <c:v>0.93234399999999995</c:v>
                </c:pt>
                <c:pt idx="4691">
                  <c:v>0.93264999999999998</c:v>
                </c:pt>
                <c:pt idx="4692">
                  <c:v>0.93295499999999998</c:v>
                </c:pt>
                <c:pt idx="4693">
                  <c:v>0.93326100000000001</c:v>
                </c:pt>
                <c:pt idx="4694">
                  <c:v>0.93356600000000001</c:v>
                </c:pt>
                <c:pt idx="4695">
                  <c:v>0.93387100000000001</c:v>
                </c:pt>
                <c:pt idx="4696">
                  <c:v>0.93417700000000004</c:v>
                </c:pt>
                <c:pt idx="4697">
                  <c:v>0.93448200000000003</c:v>
                </c:pt>
                <c:pt idx="4698">
                  <c:v>0.93478799999999995</c:v>
                </c:pt>
                <c:pt idx="4699">
                  <c:v>0.93509299999999995</c:v>
                </c:pt>
                <c:pt idx="4700">
                  <c:v>0.93539799999999995</c:v>
                </c:pt>
                <c:pt idx="4701">
                  <c:v>0.93570399999999998</c:v>
                </c:pt>
                <c:pt idx="4702">
                  <c:v>0.93600899999999998</c:v>
                </c:pt>
                <c:pt idx="4703">
                  <c:v>0.93631500000000001</c:v>
                </c:pt>
                <c:pt idx="4704">
                  <c:v>0.93662000000000001</c:v>
                </c:pt>
                <c:pt idx="4705">
                  <c:v>0.93692500000000001</c:v>
                </c:pt>
                <c:pt idx="4706">
                  <c:v>0.93723100000000004</c:v>
                </c:pt>
                <c:pt idx="4707">
                  <c:v>0.93753600000000004</c:v>
                </c:pt>
                <c:pt idx="4708">
                  <c:v>0.93784199999999995</c:v>
                </c:pt>
                <c:pt idx="4709">
                  <c:v>0.93814699999999995</c:v>
                </c:pt>
                <c:pt idx="4710">
                  <c:v>0.93845199999999995</c:v>
                </c:pt>
                <c:pt idx="4711">
                  <c:v>0.93875799999999998</c:v>
                </c:pt>
                <c:pt idx="4712">
                  <c:v>0.93906299999999998</c:v>
                </c:pt>
                <c:pt idx="4713">
                  <c:v>0.93936799999999998</c:v>
                </c:pt>
                <c:pt idx="4714">
                  <c:v>0.93967400000000001</c:v>
                </c:pt>
                <c:pt idx="4715">
                  <c:v>0.93997900000000001</c:v>
                </c:pt>
                <c:pt idx="4716">
                  <c:v>0.94028500000000004</c:v>
                </c:pt>
                <c:pt idx="4717">
                  <c:v>0.94059000000000004</c:v>
                </c:pt>
                <c:pt idx="4718">
                  <c:v>0.94089500000000004</c:v>
                </c:pt>
                <c:pt idx="4719">
                  <c:v>0.94120099999999995</c:v>
                </c:pt>
                <c:pt idx="4720">
                  <c:v>0.94150599999999995</c:v>
                </c:pt>
                <c:pt idx="4721">
                  <c:v>0.94181199999999998</c:v>
                </c:pt>
                <c:pt idx="4722">
                  <c:v>0.94211699999999998</c:v>
                </c:pt>
                <c:pt idx="4723">
                  <c:v>0.94242199999999998</c:v>
                </c:pt>
                <c:pt idx="4724">
                  <c:v>0.94272800000000001</c:v>
                </c:pt>
                <c:pt idx="4725">
                  <c:v>0.94303300000000001</c:v>
                </c:pt>
                <c:pt idx="4726">
                  <c:v>0.94333900000000004</c:v>
                </c:pt>
                <c:pt idx="4727">
                  <c:v>0.94364400000000004</c:v>
                </c:pt>
                <c:pt idx="4728">
                  <c:v>0.94394900000000004</c:v>
                </c:pt>
                <c:pt idx="4729">
                  <c:v>0.94425499999999996</c:v>
                </c:pt>
                <c:pt idx="4730">
                  <c:v>0.94455999999999996</c:v>
                </c:pt>
                <c:pt idx="4731">
                  <c:v>0.94486599999999998</c:v>
                </c:pt>
                <c:pt idx="4732">
                  <c:v>0.94517099999999998</c:v>
                </c:pt>
                <c:pt idx="4733">
                  <c:v>0.94547599999999998</c:v>
                </c:pt>
                <c:pt idx="4734">
                  <c:v>0.94578200000000001</c:v>
                </c:pt>
                <c:pt idx="4735">
                  <c:v>0.94608700000000001</c:v>
                </c:pt>
                <c:pt idx="4736">
                  <c:v>0.94639300000000004</c:v>
                </c:pt>
                <c:pt idx="4737">
                  <c:v>0.94669800000000004</c:v>
                </c:pt>
                <c:pt idx="4738">
                  <c:v>0.94700300000000004</c:v>
                </c:pt>
                <c:pt idx="4739">
                  <c:v>0.94730899999999996</c:v>
                </c:pt>
                <c:pt idx="4740">
                  <c:v>0.94761399999999996</c:v>
                </c:pt>
                <c:pt idx="4741">
                  <c:v>0.94791999999999998</c:v>
                </c:pt>
                <c:pt idx="4742">
                  <c:v>0.94822499999999998</c:v>
                </c:pt>
                <c:pt idx="4743">
                  <c:v>0.94852999999999998</c:v>
                </c:pt>
                <c:pt idx="4744">
                  <c:v>0.94883600000000001</c:v>
                </c:pt>
                <c:pt idx="4745">
                  <c:v>0.94914100000000001</c:v>
                </c:pt>
                <c:pt idx="4746">
                  <c:v>0.94944700000000004</c:v>
                </c:pt>
                <c:pt idx="4747">
                  <c:v>0.94975200000000004</c:v>
                </c:pt>
                <c:pt idx="4748">
                  <c:v>0.95005700000000004</c:v>
                </c:pt>
                <c:pt idx="4749">
                  <c:v>0.95036299999999996</c:v>
                </c:pt>
                <c:pt idx="4750">
                  <c:v>0.95066799999999996</c:v>
                </c:pt>
                <c:pt idx="4751">
                  <c:v>0.95097399999999999</c:v>
                </c:pt>
                <c:pt idx="4752">
                  <c:v>0.95127899999999999</c:v>
                </c:pt>
                <c:pt idx="4753">
                  <c:v>0.95158399999999999</c:v>
                </c:pt>
                <c:pt idx="4754">
                  <c:v>0.95189000000000001</c:v>
                </c:pt>
                <c:pt idx="4755">
                  <c:v>0.95219500000000001</c:v>
                </c:pt>
                <c:pt idx="4756">
                  <c:v>0.95250100000000004</c:v>
                </c:pt>
                <c:pt idx="4757">
                  <c:v>0.95280600000000004</c:v>
                </c:pt>
                <c:pt idx="4758">
                  <c:v>0.95311100000000004</c:v>
                </c:pt>
                <c:pt idx="4759">
                  <c:v>0.95341699999999996</c:v>
                </c:pt>
                <c:pt idx="4760">
                  <c:v>0.95372199999999996</c:v>
                </c:pt>
                <c:pt idx="4761">
                  <c:v>0.95402799999999999</c:v>
                </c:pt>
                <c:pt idx="4762">
                  <c:v>0.95433299999999999</c:v>
                </c:pt>
                <c:pt idx="4763">
                  <c:v>0.95463799999999999</c:v>
                </c:pt>
                <c:pt idx="4764">
                  <c:v>0.95494400000000002</c:v>
                </c:pt>
                <c:pt idx="4765">
                  <c:v>0.95524900000000001</c:v>
                </c:pt>
                <c:pt idx="4766">
                  <c:v>0.95555500000000004</c:v>
                </c:pt>
                <c:pt idx="4767">
                  <c:v>0.95586000000000004</c:v>
                </c:pt>
                <c:pt idx="4768">
                  <c:v>0.95616500000000004</c:v>
                </c:pt>
                <c:pt idx="4769">
                  <c:v>0.95647099999999996</c:v>
                </c:pt>
                <c:pt idx="4770">
                  <c:v>0.95677599999999996</c:v>
                </c:pt>
                <c:pt idx="4771">
                  <c:v>0.95708199999999999</c:v>
                </c:pt>
                <c:pt idx="4772">
                  <c:v>0.95738699999999999</c:v>
                </c:pt>
                <c:pt idx="4773">
                  <c:v>0.95769199999999999</c:v>
                </c:pt>
                <c:pt idx="4774">
                  <c:v>0.95799800000000002</c:v>
                </c:pt>
                <c:pt idx="4775">
                  <c:v>0.95830300000000002</c:v>
                </c:pt>
                <c:pt idx="4776">
                  <c:v>0.95860900000000004</c:v>
                </c:pt>
                <c:pt idx="4777">
                  <c:v>0.95891400000000004</c:v>
                </c:pt>
                <c:pt idx="4778">
                  <c:v>0.95921900000000004</c:v>
                </c:pt>
                <c:pt idx="4779">
                  <c:v>0.95952499999999996</c:v>
                </c:pt>
                <c:pt idx="4780">
                  <c:v>0.95982999999999996</c:v>
                </c:pt>
                <c:pt idx="4781">
                  <c:v>0.96013599999999999</c:v>
                </c:pt>
                <c:pt idx="4782">
                  <c:v>0.96044099999999999</c:v>
                </c:pt>
                <c:pt idx="4783">
                  <c:v>0.96074599999999999</c:v>
                </c:pt>
                <c:pt idx="4784">
                  <c:v>0.96105200000000002</c:v>
                </c:pt>
                <c:pt idx="4785">
                  <c:v>0.96135700000000002</c:v>
                </c:pt>
                <c:pt idx="4786">
                  <c:v>0.96166300000000005</c:v>
                </c:pt>
                <c:pt idx="4787">
                  <c:v>0.96196800000000005</c:v>
                </c:pt>
                <c:pt idx="4788">
                  <c:v>0.96227300000000004</c:v>
                </c:pt>
                <c:pt idx="4789">
                  <c:v>0.96257899999999996</c:v>
                </c:pt>
                <c:pt idx="4790">
                  <c:v>0.96288399999999996</c:v>
                </c:pt>
                <c:pt idx="4791">
                  <c:v>0.96318999999999999</c:v>
                </c:pt>
                <c:pt idx="4792">
                  <c:v>0.96349499999999999</c:v>
                </c:pt>
                <c:pt idx="4793">
                  <c:v>0.96379999999999999</c:v>
                </c:pt>
                <c:pt idx="4794">
                  <c:v>0.96410600000000002</c:v>
                </c:pt>
                <c:pt idx="4795">
                  <c:v>0.96441100000000002</c:v>
                </c:pt>
                <c:pt idx="4796">
                  <c:v>0.96471600000000002</c:v>
                </c:pt>
                <c:pt idx="4797">
                  <c:v>0.96502200000000005</c:v>
                </c:pt>
                <c:pt idx="4798">
                  <c:v>0.96532700000000005</c:v>
                </c:pt>
                <c:pt idx="4799">
                  <c:v>0.96563299999999996</c:v>
                </c:pt>
                <c:pt idx="4800">
                  <c:v>0.96593799999999996</c:v>
                </c:pt>
                <c:pt idx="4801">
                  <c:v>0.96624299999999996</c:v>
                </c:pt>
                <c:pt idx="4802">
                  <c:v>0.96654899999999999</c:v>
                </c:pt>
                <c:pt idx="4803">
                  <c:v>0.96685399999999999</c:v>
                </c:pt>
                <c:pt idx="4804">
                  <c:v>0.96716000000000002</c:v>
                </c:pt>
                <c:pt idx="4805">
                  <c:v>0.96746500000000002</c:v>
                </c:pt>
                <c:pt idx="4806">
                  <c:v>0.96777000000000002</c:v>
                </c:pt>
                <c:pt idx="4807">
                  <c:v>0.96807600000000005</c:v>
                </c:pt>
                <c:pt idx="4808">
                  <c:v>0.96838100000000005</c:v>
                </c:pt>
                <c:pt idx="4809">
                  <c:v>0.96868699999999996</c:v>
                </c:pt>
                <c:pt idx="4810">
                  <c:v>0.96899199999999996</c:v>
                </c:pt>
                <c:pt idx="4811">
                  <c:v>0.96929699999999996</c:v>
                </c:pt>
                <c:pt idx="4812">
                  <c:v>0.96960299999999999</c:v>
                </c:pt>
                <c:pt idx="4813">
                  <c:v>0.96990799999999999</c:v>
                </c:pt>
                <c:pt idx="4814">
                  <c:v>0.97021400000000002</c:v>
                </c:pt>
                <c:pt idx="4815">
                  <c:v>0.97051900000000002</c:v>
                </c:pt>
                <c:pt idx="4816">
                  <c:v>0.97082400000000002</c:v>
                </c:pt>
                <c:pt idx="4817">
                  <c:v>0.97113000000000005</c:v>
                </c:pt>
                <c:pt idx="4818">
                  <c:v>0.97143500000000005</c:v>
                </c:pt>
                <c:pt idx="4819">
                  <c:v>0.97174099999999997</c:v>
                </c:pt>
                <c:pt idx="4820">
                  <c:v>0.97204599999999997</c:v>
                </c:pt>
                <c:pt idx="4821">
                  <c:v>0.97235099999999997</c:v>
                </c:pt>
                <c:pt idx="4822">
                  <c:v>0.97265699999999999</c:v>
                </c:pt>
                <c:pt idx="4823">
                  <c:v>0.97296199999999999</c:v>
                </c:pt>
                <c:pt idx="4824">
                  <c:v>0.97326800000000002</c:v>
                </c:pt>
                <c:pt idx="4825">
                  <c:v>0.97357300000000002</c:v>
                </c:pt>
                <c:pt idx="4826">
                  <c:v>0.97387800000000002</c:v>
                </c:pt>
                <c:pt idx="4827">
                  <c:v>0.97418400000000005</c:v>
                </c:pt>
                <c:pt idx="4828">
                  <c:v>0.97448900000000005</c:v>
                </c:pt>
                <c:pt idx="4829">
                  <c:v>0.97479499999999997</c:v>
                </c:pt>
                <c:pt idx="4830">
                  <c:v>0.97509999999999997</c:v>
                </c:pt>
                <c:pt idx="4831">
                  <c:v>0.97540499999999997</c:v>
                </c:pt>
                <c:pt idx="4832">
                  <c:v>0.97571099999999999</c:v>
                </c:pt>
                <c:pt idx="4833">
                  <c:v>0.97601599999999999</c:v>
                </c:pt>
                <c:pt idx="4834">
                  <c:v>0.97632200000000002</c:v>
                </c:pt>
                <c:pt idx="4835">
                  <c:v>0.97662700000000002</c:v>
                </c:pt>
                <c:pt idx="4836">
                  <c:v>0.97693200000000002</c:v>
                </c:pt>
                <c:pt idx="4837">
                  <c:v>0.97723800000000005</c:v>
                </c:pt>
                <c:pt idx="4838">
                  <c:v>0.97754300000000005</c:v>
                </c:pt>
                <c:pt idx="4839">
                  <c:v>0.97784899999999997</c:v>
                </c:pt>
                <c:pt idx="4840">
                  <c:v>0.97815399999999997</c:v>
                </c:pt>
                <c:pt idx="4841">
                  <c:v>0.97845899999999997</c:v>
                </c:pt>
                <c:pt idx="4842">
                  <c:v>0.978765</c:v>
                </c:pt>
                <c:pt idx="4843">
                  <c:v>0.97907</c:v>
                </c:pt>
                <c:pt idx="4844">
                  <c:v>0.97937600000000002</c:v>
                </c:pt>
                <c:pt idx="4845">
                  <c:v>0.97968100000000002</c:v>
                </c:pt>
                <c:pt idx="4846">
                  <c:v>0.97998600000000002</c:v>
                </c:pt>
                <c:pt idx="4847">
                  <c:v>0.98029200000000005</c:v>
                </c:pt>
                <c:pt idx="4848">
                  <c:v>0.98059700000000005</c:v>
                </c:pt>
                <c:pt idx="4849">
                  <c:v>0.98090299999999997</c:v>
                </c:pt>
                <c:pt idx="4850">
                  <c:v>0.98120799999999997</c:v>
                </c:pt>
                <c:pt idx="4851">
                  <c:v>0.98151299999999997</c:v>
                </c:pt>
                <c:pt idx="4852">
                  <c:v>0.981819</c:v>
                </c:pt>
                <c:pt idx="4853">
                  <c:v>0.982124</c:v>
                </c:pt>
                <c:pt idx="4854">
                  <c:v>0.98243000000000003</c:v>
                </c:pt>
                <c:pt idx="4855">
                  <c:v>0.98273500000000003</c:v>
                </c:pt>
                <c:pt idx="4856">
                  <c:v>0.98304000000000002</c:v>
                </c:pt>
                <c:pt idx="4857">
                  <c:v>0.98334600000000005</c:v>
                </c:pt>
                <c:pt idx="4858">
                  <c:v>0.98365100000000005</c:v>
                </c:pt>
                <c:pt idx="4859">
                  <c:v>0.98395699999999997</c:v>
                </c:pt>
                <c:pt idx="4860">
                  <c:v>0.98426199999999997</c:v>
                </c:pt>
                <c:pt idx="4861">
                  <c:v>0.98456699999999997</c:v>
                </c:pt>
                <c:pt idx="4862">
                  <c:v>0.984873</c:v>
                </c:pt>
                <c:pt idx="4863">
                  <c:v>0.985178</c:v>
                </c:pt>
                <c:pt idx="4864">
                  <c:v>0.98548400000000003</c:v>
                </c:pt>
                <c:pt idx="4865">
                  <c:v>0.98578900000000003</c:v>
                </c:pt>
                <c:pt idx="4866">
                  <c:v>0.98609400000000003</c:v>
                </c:pt>
                <c:pt idx="4867">
                  <c:v>0.98640000000000005</c:v>
                </c:pt>
                <c:pt idx="4868">
                  <c:v>0.98670500000000005</c:v>
                </c:pt>
                <c:pt idx="4869">
                  <c:v>0.98701099999999997</c:v>
                </c:pt>
                <c:pt idx="4870">
                  <c:v>0.98731599999999997</c:v>
                </c:pt>
                <c:pt idx="4871">
                  <c:v>0.98762099999999997</c:v>
                </c:pt>
                <c:pt idx="4872">
                  <c:v>0.987927</c:v>
                </c:pt>
                <c:pt idx="4873">
                  <c:v>0.988232</c:v>
                </c:pt>
                <c:pt idx="4874">
                  <c:v>0.98853800000000003</c:v>
                </c:pt>
                <c:pt idx="4875">
                  <c:v>0.98884300000000003</c:v>
                </c:pt>
                <c:pt idx="4876">
                  <c:v>0.98914800000000003</c:v>
                </c:pt>
                <c:pt idx="4877">
                  <c:v>0.98945399999999994</c:v>
                </c:pt>
                <c:pt idx="4878">
                  <c:v>0.98975900000000006</c:v>
                </c:pt>
                <c:pt idx="4879">
                  <c:v>0.99006400000000006</c:v>
                </c:pt>
                <c:pt idx="4880">
                  <c:v>0.99036999999999997</c:v>
                </c:pt>
                <c:pt idx="4881">
                  <c:v>0.99067499999999997</c:v>
                </c:pt>
                <c:pt idx="4882">
                  <c:v>0.990981</c:v>
                </c:pt>
                <c:pt idx="4883">
                  <c:v>0.991286</c:v>
                </c:pt>
                <c:pt idx="4884">
                  <c:v>0.991591</c:v>
                </c:pt>
                <c:pt idx="4885">
                  <c:v>0.99189700000000003</c:v>
                </c:pt>
                <c:pt idx="4886">
                  <c:v>0.99220200000000003</c:v>
                </c:pt>
                <c:pt idx="4887">
                  <c:v>0.99250799999999995</c:v>
                </c:pt>
                <c:pt idx="4888">
                  <c:v>0.99281299999999995</c:v>
                </c:pt>
                <c:pt idx="4889">
                  <c:v>0.99311799999999995</c:v>
                </c:pt>
                <c:pt idx="4890">
                  <c:v>0.99342399999999997</c:v>
                </c:pt>
                <c:pt idx="4891">
                  <c:v>0.99372899999999997</c:v>
                </c:pt>
                <c:pt idx="4892">
                  <c:v>0.994035</c:v>
                </c:pt>
                <c:pt idx="4893">
                  <c:v>0.99434</c:v>
                </c:pt>
                <c:pt idx="4894">
                  <c:v>0.994645</c:v>
                </c:pt>
                <c:pt idx="4895">
                  <c:v>0.99495100000000003</c:v>
                </c:pt>
                <c:pt idx="4896">
                  <c:v>0.99525600000000003</c:v>
                </c:pt>
                <c:pt idx="4897">
                  <c:v>0.99556199999999995</c:v>
                </c:pt>
                <c:pt idx="4898">
                  <c:v>0.99586699999999995</c:v>
                </c:pt>
                <c:pt idx="4899">
                  <c:v>0.99617199999999995</c:v>
                </c:pt>
                <c:pt idx="4900">
                  <c:v>0.99647799999999997</c:v>
                </c:pt>
                <c:pt idx="4901">
                  <c:v>0.99678299999999997</c:v>
                </c:pt>
                <c:pt idx="4902">
                  <c:v>0.997089</c:v>
                </c:pt>
                <c:pt idx="4903">
                  <c:v>0.997394</c:v>
                </c:pt>
                <c:pt idx="4904">
                  <c:v>0.997699</c:v>
                </c:pt>
                <c:pt idx="4905">
                  <c:v>0.99800500000000003</c:v>
                </c:pt>
                <c:pt idx="4906">
                  <c:v>0.99831000000000003</c:v>
                </c:pt>
                <c:pt idx="4907">
                  <c:v>0.99861599999999995</c:v>
                </c:pt>
                <c:pt idx="4908">
                  <c:v>0.99892099999999995</c:v>
                </c:pt>
                <c:pt idx="4909">
                  <c:v>0.99922599999999995</c:v>
                </c:pt>
                <c:pt idx="4910">
                  <c:v>0.99953199999999998</c:v>
                </c:pt>
                <c:pt idx="4911">
                  <c:v>0.99983699999999998</c:v>
                </c:pt>
                <c:pt idx="4912">
                  <c:v>1.00014</c:v>
                </c:pt>
                <c:pt idx="4913">
                  <c:v>1.0004500000000001</c:v>
                </c:pt>
                <c:pt idx="4914">
                  <c:v>1.00075</c:v>
                </c:pt>
                <c:pt idx="4915">
                  <c:v>1.0010600000000001</c:v>
                </c:pt>
                <c:pt idx="4916">
                  <c:v>1.00136</c:v>
                </c:pt>
                <c:pt idx="4917">
                  <c:v>1.0016700000000001</c:v>
                </c:pt>
                <c:pt idx="4918">
                  <c:v>1.0019800000000001</c:v>
                </c:pt>
                <c:pt idx="4919">
                  <c:v>1.0022800000000001</c:v>
                </c:pt>
                <c:pt idx="4920">
                  <c:v>1.0025900000000001</c:v>
                </c:pt>
                <c:pt idx="4921">
                  <c:v>1.0028900000000001</c:v>
                </c:pt>
                <c:pt idx="4922">
                  <c:v>1.0032000000000001</c:v>
                </c:pt>
                <c:pt idx="4923">
                  <c:v>1.0035000000000001</c:v>
                </c:pt>
                <c:pt idx="4924">
                  <c:v>1.0038100000000001</c:v>
                </c:pt>
                <c:pt idx="4925">
                  <c:v>1.0041100000000001</c:v>
                </c:pt>
                <c:pt idx="4926">
                  <c:v>1.0044200000000001</c:v>
                </c:pt>
                <c:pt idx="4927">
                  <c:v>1.0047200000000001</c:v>
                </c:pt>
                <c:pt idx="4928">
                  <c:v>1.0050300000000001</c:v>
                </c:pt>
                <c:pt idx="4929">
                  <c:v>1.0053300000000001</c:v>
                </c:pt>
                <c:pt idx="4930">
                  <c:v>1.0056400000000001</c:v>
                </c:pt>
                <c:pt idx="4931">
                  <c:v>1.0059499999999999</c:v>
                </c:pt>
                <c:pt idx="4932">
                  <c:v>1.0062500000000001</c:v>
                </c:pt>
                <c:pt idx="4933">
                  <c:v>1.0065599999999999</c:v>
                </c:pt>
                <c:pt idx="4934">
                  <c:v>1.0068600000000001</c:v>
                </c:pt>
                <c:pt idx="4935">
                  <c:v>1.0071699999999999</c:v>
                </c:pt>
                <c:pt idx="4936">
                  <c:v>1.0074700000000001</c:v>
                </c:pt>
                <c:pt idx="4937">
                  <c:v>1.0077799999999999</c:v>
                </c:pt>
                <c:pt idx="4938">
                  <c:v>1.0080800000000001</c:v>
                </c:pt>
                <c:pt idx="4939">
                  <c:v>1.0083899999999999</c:v>
                </c:pt>
                <c:pt idx="4940">
                  <c:v>1.0086900000000001</c:v>
                </c:pt>
                <c:pt idx="4941">
                  <c:v>1.0089999999999999</c:v>
                </c:pt>
                <c:pt idx="4942">
                  <c:v>1.0093000000000001</c:v>
                </c:pt>
                <c:pt idx="4943">
                  <c:v>1.0096099999999999</c:v>
                </c:pt>
                <c:pt idx="4944">
                  <c:v>1.0099199999999999</c:v>
                </c:pt>
                <c:pt idx="4945">
                  <c:v>1.0102199999999999</c:v>
                </c:pt>
                <c:pt idx="4946">
                  <c:v>1.0105299999999999</c:v>
                </c:pt>
                <c:pt idx="4947">
                  <c:v>1.0108299999999999</c:v>
                </c:pt>
                <c:pt idx="4948">
                  <c:v>1.0111399999999999</c:v>
                </c:pt>
                <c:pt idx="4949">
                  <c:v>1.0114399999999999</c:v>
                </c:pt>
                <c:pt idx="4950">
                  <c:v>1.0117499999999999</c:v>
                </c:pt>
                <c:pt idx="4951">
                  <c:v>1.0120499999999999</c:v>
                </c:pt>
                <c:pt idx="4952">
                  <c:v>1.0123599999999999</c:v>
                </c:pt>
                <c:pt idx="4953">
                  <c:v>1.0126599999999999</c:v>
                </c:pt>
                <c:pt idx="4954">
                  <c:v>1.0129699999999999</c:v>
                </c:pt>
                <c:pt idx="4955">
                  <c:v>1.0132699999999999</c:v>
                </c:pt>
                <c:pt idx="4956">
                  <c:v>1.0135799999999999</c:v>
                </c:pt>
                <c:pt idx="4957">
                  <c:v>1.01389</c:v>
                </c:pt>
                <c:pt idx="4958">
                  <c:v>1.0141899999999999</c:v>
                </c:pt>
                <c:pt idx="4959">
                  <c:v>1.0145</c:v>
                </c:pt>
                <c:pt idx="4960">
                  <c:v>1.0147999999999999</c:v>
                </c:pt>
                <c:pt idx="4961">
                  <c:v>1.01511</c:v>
                </c:pt>
                <c:pt idx="4962">
                  <c:v>1.0154099999999999</c:v>
                </c:pt>
                <c:pt idx="4963">
                  <c:v>1.01572</c:v>
                </c:pt>
                <c:pt idx="4964">
                  <c:v>1.0160199999999999</c:v>
                </c:pt>
                <c:pt idx="4965">
                  <c:v>1.01633</c:v>
                </c:pt>
                <c:pt idx="4966">
                  <c:v>1.0166299999999999</c:v>
                </c:pt>
                <c:pt idx="4967">
                  <c:v>1.01694</c:v>
                </c:pt>
                <c:pt idx="4968">
                  <c:v>1.0172399999999999</c:v>
                </c:pt>
                <c:pt idx="4969">
                  <c:v>1.01755</c:v>
                </c:pt>
                <c:pt idx="4970">
                  <c:v>1.01786</c:v>
                </c:pt>
                <c:pt idx="4971">
                  <c:v>1.01816</c:v>
                </c:pt>
                <c:pt idx="4972">
                  <c:v>1.01847</c:v>
                </c:pt>
                <c:pt idx="4973">
                  <c:v>1.01877</c:v>
                </c:pt>
                <c:pt idx="4974">
                  <c:v>1.01908</c:v>
                </c:pt>
                <c:pt idx="4975">
                  <c:v>1.01938</c:v>
                </c:pt>
                <c:pt idx="4976">
                  <c:v>1.01969</c:v>
                </c:pt>
                <c:pt idx="4977">
                  <c:v>1.01999</c:v>
                </c:pt>
                <c:pt idx="4978">
                  <c:v>1.0203</c:v>
                </c:pt>
                <c:pt idx="4979">
                  <c:v>1.0206</c:v>
                </c:pt>
                <c:pt idx="4980">
                  <c:v>1.02091</c:v>
                </c:pt>
                <c:pt idx="4981">
                  <c:v>1.02122</c:v>
                </c:pt>
                <c:pt idx="4982">
                  <c:v>1.02152</c:v>
                </c:pt>
                <c:pt idx="4983">
                  <c:v>1.02183</c:v>
                </c:pt>
                <c:pt idx="4984">
                  <c:v>1.02213</c:v>
                </c:pt>
                <c:pt idx="4985">
                  <c:v>1.02244</c:v>
                </c:pt>
                <c:pt idx="4986">
                  <c:v>1.02274</c:v>
                </c:pt>
                <c:pt idx="4987">
                  <c:v>1.02305</c:v>
                </c:pt>
                <c:pt idx="4988">
                  <c:v>1.02335</c:v>
                </c:pt>
                <c:pt idx="4989">
                  <c:v>1.02366</c:v>
                </c:pt>
                <c:pt idx="4990">
                  <c:v>1.02396</c:v>
                </c:pt>
                <c:pt idx="4991">
                  <c:v>1.02427</c:v>
                </c:pt>
                <c:pt idx="4992">
                  <c:v>1.02457</c:v>
                </c:pt>
                <c:pt idx="4993">
                  <c:v>1.02488</c:v>
                </c:pt>
                <c:pt idx="4994">
                  <c:v>1.02519</c:v>
                </c:pt>
                <c:pt idx="4995">
                  <c:v>1.02549</c:v>
                </c:pt>
                <c:pt idx="4996">
                  <c:v>1.0258</c:v>
                </c:pt>
                <c:pt idx="4997">
                  <c:v>1.0261</c:v>
                </c:pt>
                <c:pt idx="4998">
                  <c:v>1.02641</c:v>
                </c:pt>
                <c:pt idx="4999">
                  <c:v>1.02671</c:v>
                </c:pt>
                <c:pt idx="5000">
                  <c:v>1.02702</c:v>
                </c:pt>
                <c:pt idx="5001">
                  <c:v>1.02732</c:v>
                </c:pt>
                <c:pt idx="5002">
                  <c:v>1.02763</c:v>
                </c:pt>
                <c:pt idx="5003">
                  <c:v>1.02793</c:v>
                </c:pt>
                <c:pt idx="5004">
                  <c:v>1.02824</c:v>
                </c:pt>
                <c:pt idx="5005">
                  <c:v>1.02854</c:v>
                </c:pt>
                <c:pt idx="5006">
                  <c:v>1.02885</c:v>
                </c:pt>
                <c:pt idx="5007">
                  <c:v>1.0291600000000001</c:v>
                </c:pt>
                <c:pt idx="5008">
                  <c:v>1.02946</c:v>
                </c:pt>
                <c:pt idx="5009">
                  <c:v>1.0297700000000001</c:v>
                </c:pt>
                <c:pt idx="5010">
                  <c:v>1.03007</c:v>
                </c:pt>
                <c:pt idx="5011">
                  <c:v>1.0303800000000001</c:v>
                </c:pt>
                <c:pt idx="5012">
                  <c:v>1.03068</c:v>
                </c:pt>
                <c:pt idx="5013">
                  <c:v>1.0309900000000001</c:v>
                </c:pt>
                <c:pt idx="5014">
                  <c:v>1.03129</c:v>
                </c:pt>
                <c:pt idx="5015">
                  <c:v>1.0316000000000001</c:v>
                </c:pt>
                <c:pt idx="5016">
                  <c:v>1.0319</c:v>
                </c:pt>
                <c:pt idx="5017">
                  <c:v>1.0322100000000001</c:v>
                </c:pt>
                <c:pt idx="5018">
                  <c:v>1.03251</c:v>
                </c:pt>
                <c:pt idx="5019">
                  <c:v>1.0328200000000001</c:v>
                </c:pt>
                <c:pt idx="5020">
                  <c:v>1.0331300000000001</c:v>
                </c:pt>
                <c:pt idx="5021">
                  <c:v>1.0334300000000001</c:v>
                </c:pt>
                <c:pt idx="5022">
                  <c:v>1.0337400000000001</c:v>
                </c:pt>
                <c:pt idx="5023">
                  <c:v>1.0340400000000001</c:v>
                </c:pt>
                <c:pt idx="5024">
                  <c:v>1.0343500000000001</c:v>
                </c:pt>
                <c:pt idx="5025">
                  <c:v>1.0346500000000001</c:v>
                </c:pt>
                <c:pt idx="5026">
                  <c:v>1.0349600000000001</c:v>
                </c:pt>
                <c:pt idx="5027">
                  <c:v>1.0352600000000001</c:v>
                </c:pt>
                <c:pt idx="5028">
                  <c:v>1.0355700000000001</c:v>
                </c:pt>
                <c:pt idx="5029">
                  <c:v>1.0358700000000001</c:v>
                </c:pt>
                <c:pt idx="5030">
                  <c:v>1.0361800000000001</c:v>
                </c:pt>
                <c:pt idx="5031">
                  <c:v>1.0364800000000001</c:v>
                </c:pt>
                <c:pt idx="5032">
                  <c:v>1.0367900000000001</c:v>
                </c:pt>
                <c:pt idx="5033">
                  <c:v>1.0370999999999999</c:v>
                </c:pt>
                <c:pt idx="5034">
                  <c:v>1.0374000000000001</c:v>
                </c:pt>
                <c:pt idx="5035">
                  <c:v>1.0377099999999999</c:v>
                </c:pt>
                <c:pt idx="5036">
                  <c:v>1.0380100000000001</c:v>
                </c:pt>
                <c:pt idx="5037">
                  <c:v>1.0383199999999999</c:v>
                </c:pt>
                <c:pt idx="5038">
                  <c:v>1.0386200000000001</c:v>
                </c:pt>
                <c:pt idx="5039">
                  <c:v>1.0389299999999999</c:v>
                </c:pt>
                <c:pt idx="5040">
                  <c:v>1.0392300000000001</c:v>
                </c:pt>
                <c:pt idx="5041">
                  <c:v>1.0395399999999999</c:v>
                </c:pt>
                <c:pt idx="5042">
                  <c:v>1.0398400000000001</c:v>
                </c:pt>
                <c:pt idx="5043">
                  <c:v>1.0401499999999999</c:v>
                </c:pt>
                <c:pt idx="5044">
                  <c:v>1.0404599999999999</c:v>
                </c:pt>
                <c:pt idx="5045">
                  <c:v>1.0407599999999999</c:v>
                </c:pt>
                <c:pt idx="5046">
                  <c:v>1.0410699999999999</c:v>
                </c:pt>
                <c:pt idx="5047">
                  <c:v>1.0413699999999999</c:v>
                </c:pt>
                <c:pt idx="5048">
                  <c:v>1.0416799999999999</c:v>
                </c:pt>
                <c:pt idx="5049">
                  <c:v>1.0419799999999999</c:v>
                </c:pt>
                <c:pt idx="5050">
                  <c:v>1.0422899999999999</c:v>
                </c:pt>
                <c:pt idx="5051">
                  <c:v>1.0425899999999999</c:v>
                </c:pt>
                <c:pt idx="5052">
                  <c:v>1.0428999999999999</c:v>
                </c:pt>
                <c:pt idx="5053">
                  <c:v>1.0431999999999999</c:v>
                </c:pt>
                <c:pt idx="5054">
                  <c:v>1.0435099999999999</c:v>
                </c:pt>
                <c:pt idx="5055">
                  <c:v>1.0438099999999999</c:v>
                </c:pt>
                <c:pt idx="5056">
                  <c:v>1.0441199999999999</c:v>
                </c:pt>
                <c:pt idx="5057">
                  <c:v>1.04443</c:v>
                </c:pt>
                <c:pt idx="5058">
                  <c:v>1.0447299999999999</c:v>
                </c:pt>
                <c:pt idx="5059">
                  <c:v>1.04504</c:v>
                </c:pt>
                <c:pt idx="5060">
                  <c:v>1.0453399999999999</c:v>
                </c:pt>
                <c:pt idx="5061">
                  <c:v>1.04565</c:v>
                </c:pt>
                <c:pt idx="5062">
                  <c:v>1.0459499999999999</c:v>
                </c:pt>
                <c:pt idx="5063">
                  <c:v>1.04626</c:v>
                </c:pt>
                <c:pt idx="5064">
                  <c:v>1.0465599999999999</c:v>
                </c:pt>
                <c:pt idx="5065">
                  <c:v>1.04687</c:v>
                </c:pt>
                <c:pt idx="5066">
                  <c:v>1.0471699999999999</c:v>
                </c:pt>
                <c:pt idx="5067">
                  <c:v>1.04748</c:v>
                </c:pt>
                <c:pt idx="5068">
                  <c:v>1.0477799999999999</c:v>
                </c:pt>
                <c:pt idx="5069">
                  <c:v>1.04809</c:v>
                </c:pt>
                <c:pt idx="5070">
                  <c:v>1.0484</c:v>
                </c:pt>
                <c:pt idx="5071">
                  <c:v>1.0487</c:v>
                </c:pt>
                <c:pt idx="5072">
                  <c:v>1.04901</c:v>
                </c:pt>
                <c:pt idx="5073">
                  <c:v>1.04931</c:v>
                </c:pt>
                <c:pt idx="5074">
                  <c:v>1.04962</c:v>
                </c:pt>
                <c:pt idx="5075">
                  <c:v>1.04992</c:v>
                </c:pt>
                <c:pt idx="5076">
                  <c:v>1.05023</c:v>
                </c:pt>
                <c:pt idx="5077">
                  <c:v>1.05053</c:v>
                </c:pt>
                <c:pt idx="5078">
                  <c:v>1.05084</c:v>
                </c:pt>
                <c:pt idx="5079">
                  <c:v>1.05114</c:v>
                </c:pt>
                <c:pt idx="5080">
                  <c:v>1.05145</c:v>
                </c:pt>
                <c:pt idx="5081">
                  <c:v>1.05175</c:v>
                </c:pt>
                <c:pt idx="5082">
                  <c:v>1.05206</c:v>
                </c:pt>
                <c:pt idx="5083">
                  <c:v>1.05237</c:v>
                </c:pt>
                <c:pt idx="5084">
                  <c:v>1.05267</c:v>
                </c:pt>
                <c:pt idx="5085">
                  <c:v>1.05298</c:v>
                </c:pt>
                <c:pt idx="5086">
                  <c:v>1.05328</c:v>
                </c:pt>
                <c:pt idx="5087">
                  <c:v>1.05359</c:v>
                </c:pt>
                <c:pt idx="5088">
                  <c:v>1.05389</c:v>
                </c:pt>
                <c:pt idx="5089">
                  <c:v>1.0542</c:v>
                </c:pt>
                <c:pt idx="5090">
                  <c:v>1.0545</c:v>
                </c:pt>
                <c:pt idx="5091">
                  <c:v>1.05481</c:v>
                </c:pt>
                <c:pt idx="5092">
                  <c:v>1.05511</c:v>
                </c:pt>
                <c:pt idx="5093">
                  <c:v>1.05542</c:v>
                </c:pt>
                <c:pt idx="5094">
                  <c:v>1.05572</c:v>
                </c:pt>
                <c:pt idx="5095">
                  <c:v>1.05603</c:v>
                </c:pt>
                <c:pt idx="5096">
                  <c:v>1.0563400000000001</c:v>
                </c:pt>
                <c:pt idx="5097">
                  <c:v>1.05664</c:v>
                </c:pt>
                <c:pt idx="5098">
                  <c:v>1.0569500000000001</c:v>
                </c:pt>
                <c:pt idx="5099">
                  <c:v>1.05725</c:v>
                </c:pt>
                <c:pt idx="5100">
                  <c:v>1.0575600000000001</c:v>
                </c:pt>
                <c:pt idx="5101">
                  <c:v>1.05786</c:v>
                </c:pt>
                <c:pt idx="5102">
                  <c:v>1.0581700000000001</c:v>
                </c:pt>
                <c:pt idx="5103">
                  <c:v>1.05847</c:v>
                </c:pt>
                <c:pt idx="5104">
                  <c:v>1.0587800000000001</c:v>
                </c:pt>
                <c:pt idx="5105">
                  <c:v>1.05908</c:v>
                </c:pt>
                <c:pt idx="5106">
                  <c:v>1.0593900000000001</c:v>
                </c:pt>
                <c:pt idx="5107">
                  <c:v>1.0597000000000001</c:v>
                </c:pt>
                <c:pt idx="5108">
                  <c:v>1.06</c:v>
                </c:pt>
                <c:pt idx="5109">
                  <c:v>1.0603100000000001</c:v>
                </c:pt>
                <c:pt idx="5110">
                  <c:v>1.0606100000000001</c:v>
                </c:pt>
                <c:pt idx="5111">
                  <c:v>1.0609200000000001</c:v>
                </c:pt>
                <c:pt idx="5112">
                  <c:v>1.0612200000000001</c:v>
                </c:pt>
                <c:pt idx="5113">
                  <c:v>1.0615300000000001</c:v>
                </c:pt>
                <c:pt idx="5114">
                  <c:v>1.0618300000000001</c:v>
                </c:pt>
                <c:pt idx="5115">
                  <c:v>1.0621400000000001</c:v>
                </c:pt>
                <c:pt idx="5116">
                  <c:v>1.0624400000000001</c:v>
                </c:pt>
                <c:pt idx="5117">
                  <c:v>1.0627500000000001</c:v>
                </c:pt>
                <c:pt idx="5118">
                  <c:v>1.0630500000000001</c:v>
                </c:pt>
                <c:pt idx="5119">
                  <c:v>1.0633600000000001</c:v>
                </c:pt>
                <c:pt idx="5120">
                  <c:v>1.0636699999999999</c:v>
                </c:pt>
                <c:pt idx="5121">
                  <c:v>1.0639700000000001</c:v>
                </c:pt>
                <c:pt idx="5122">
                  <c:v>1.0642799999999999</c:v>
                </c:pt>
                <c:pt idx="5123">
                  <c:v>1.0645800000000001</c:v>
                </c:pt>
                <c:pt idx="5124">
                  <c:v>1.0648899999999999</c:v>
                </c:pt>
                <c:pt idx="5125">
                  <c:v>1.0651900000000001</c:v>
                </c:pt>
                <c:pt idx="5126">
                  <c:v>1.0654999999999999</c:v>
                </c:pt>
                <c:pt idx="5127">
                  <c:v>1.0658000000000001</c:v>
                </c:pt>
                <c:pt idx="5128">
                  <c:v>1.0661099999999999</c:v>
                </c:pt>
                <c:pt idx="5129">
                  <c:v>1.0664100000000001</c:v>
                </c:pt>
                <c:pt idx="5130">
                  <c:v>1.0667199999999999</c:v>
                </c:pt>
                <c:pt idx="5131">
                  <c:v>1.0670200000000001</c:v>
                </c:pt>
                <c:pt idx="5132">
                  <c:v>1.0673299999999999</c:v>
                </c:pt>
                <c:pt idx="5133">
                  <c:v>1.0676399999999999</c:v>
                </c:pt>
                <c:pt idx="5134">
                  <c:v>1.0679399999999999</c:v>
                </c:pt>
                <c:pt idx="5135">
                  <c:v>1.0682499999999999</c:v>
                </c:pt>
                <c:pt idx="5136">
                  <c:v>1.0685500000000001</c:v>
                </c:pt>
                <c:pt idx="5137">
                  <c:v>1.0688599999999999</c:v>
                </c:pt>
                <c:pt idx="5138">
                  <c:v>1.0691600000000001</c:v>
                </c:pt>
                <c:pt idx="5139">
                  <c:v>1.0694699999999999</c:v>
                </c:pt>
                <c:pt idx="5140">
                  <c:v>1.0697700000000001</c:v>
                </c:pt>
                <c:pt idx="5141">
                  <c:v>1.0700799999999999</c:v>
                </c:pt>
                <c:pt idx="5142">
                  <c:v>1.0703800000000001</c:v>
                </c:pt>
                <c:pt idx="5143">
                  <c:v>1.0706899999999999</c:v>
                </c:pt>
                <c:pt idx="5144">
                  <c:v>1.0709900000000001</c:v>
                </c:pt>
                <c:pt idx="5145">
                  <c:v>1.0712999999999999</c:v>
                </c:pt>
                <c:pt idx="5146">
                  <c:v>1.07161</c:v>
                </c:pt>
                <c:pt idx="5147">
                  <c:v>1.0719099999999999</c:v>
                </c:pt>
                <c:pt idx="5148">
                  <c:v>1.07222</c:v>
                </c:pt>
                <c:pt idx="5149">
                  <c:v>1.0725199999999999</c:v>
                </c:pt>
                <c:pt idx="5150">
                  <c:v>1.07283</c:v>
                </c:pt>
                <c:pt idx="5151">
                  <c:v>1.0731299999999999</c:v>
                </c:pt>
                <c:pt idx="5152">
                  <c:v>1.0734399999999999</c:v>
                </c:pt>
                <c:pt idx="5153">
                  <c:v>1.0737399999999999</c:v>
                </c:pt>
                <c:pt idx="5154">
                  <c:v>1.0740499999999999</c:v>
                </c:pt>
                <c:pt idx="5155">
                  <c:v>1.0743499999999999</c:v>
                </c:pt>
                <c:pt idx="5156">
                  <c:v>1.0746599999999999</c:v>
                </c:pt>
                <c:pt idx="5157">
                  <c:v>1.07497</c:v>
                </c:pt>
                <c:pt idx="5158">
                  <c:v>1.0752699999999999</c:v>
                </c:pt>
                <c:pt idx="5159">
                  <c:v>1.07558</c:v>
                </c:pt>
                <c:pt idx="5160">
                  <c:v>1.0758799999999999</c:v>
                </c:pt>
                <c:pt idx="5161">
                  <c:v>1.07619</c:v>
                </c:pt>
                <c:pt idx="5162">
                  <c:v>1.0764899999999999</c:v>
                </c:pt>
                <c:pt idx="5163">
                  <c:v>1.0768</c:v>
                </c:pt>
                <c:pt idx="5164">
                  <c:v>1.0770999999999999</c:v>
                </c:pt>
                <c:pt idx="5165">
                  <c:v>1.07741</c:v>
                </c:pt>
                <c:pt idx="5166">
                  <c:v>1.0777099999999999</c:v>
                </c:pt>
                <c:pt idx="5167">
                  <c:v>1.07802</c:v>
                </c:pt>
                <c:pt idx="5168">
                  <c:v>1.0783199999999999</c:v>
                </c:pt>
                <c:pt idx="5169">
                  <c:v>1.07863</c:v>
                </c:pt>
                <c:pt idx="5170">
                  <c:v>1.07894</c:v>
                </c:pt>
                <c:pt idx="5171">
                  <c:v>1.07924</c:v>
                </c:pt>
                <c:pt idx="5172">
                  <c:v>1.07955</c:v>
                </c:pt>
                <c:pt idx="5173">
                  <c:v>1.07985</c:v>
                </c:pt>
                <c:pt idx="5174">
                  <c:v>1.08016</c:v>
                </c:pt>
                <c:pt idx="5175">
                  <c:v>1.08046</c:v>
                </c:pt>
                <c:pt idx="5176">
                  <c:v>1.08077</c:v>
                </c:pt>
                <c:pt idx="5177">
                  <c:v>1.08107</c:v>
                </c:pt>
                <c:pt idx="5178">
                  <c:v>1.08138</c:v>
                </c:pt>
                <c:pt idx="5179">
                  <c:v>1.08168</c:v>
                </c:pt>
                <c:pt idx="5180">
                  <c:v>1.08199</c:v>
                </c:pt>
                <c:pt idx="5181">
                  <c:v>1.08229</c:v>
                </c:pt>
                <c:pt idx="5182">
                  <c:v>1.0826</c:v>
                </c:pt>
                <c:pt idx="5183">
                  <c:v>1.08291</c:v>
                </c:pt>
                <c:pt idx="5184">
                  <c:v>1.08321</c:v>
                </c:pt>
                <c:pt idx="5185">
                  <c:v>1.08352</c:v>
                </c:pt>
                <c:pt idx="5186">
                  <c:v>1.08382</c:v>
                </c:pt>
                <c:pt idx="5187">
                  <c:v>1.08413</c:v>
                </c:pt>
                <c:pt idx="5188">
                  <c:v>1.08443</c:v>
                </c:pt>
                <c:pt idx="5189">
                  <c:v>1.08474</c:v>
                </c:pt>
                <c:pt idx="5190">
                  <c:v>1.08504</c:v>
                </c:pt>
                <c:pt idx="5191">
                  <c:v>1.08535</c:v>
                </c:pt>
                <c:pt idx="5192">
                  <c:v>1.08565</c:v>
                </c:pt>
                <c:pt idx="5193">
                  <c:v>1.08596</c:v>
                </c:pt>
                <c:pt idx="5194">
                  <c:v>1.08626</c:v>
                </c:pt>
                <c:pt idx="5195">
                  <c:v>1.08657</c:v>
                </c:pt>
                <c:pt idx="5196">
                  <c:v>1.0868800000000001</c:v>
                </c:pt>
                <c:pt idx="5197">
                  <c:v>1.08718</c:v>
                </c:pt>
                <c:pt idx="5198">
                  <c:v>1.0874900000000001</c:v>
                </c:pt>
                <c:pt idx="5199">
                  <c:v>1.08779</c:v>
                </c:pt>
                <c:pt idx="5200">
                  <c:v>1.0881000000000001</c:v>
                </c:pt>
                <c:pt idx="5201">
                  <c:v>1.0884</c:v>
                </c:pt>
                <c:pt idx="5202">
                  <c:v>1.0887100000000001</c:v>
                </c:pt>
                <c:pt idx="5203">
                  <c:v>1.08901</c:v>
                </c:pt>
                <c:pt idx="5204">
                  <c:v>1.0893200000000001</c:v>
                </c:pt>
                <c:pt idx="5205">
                  <c:v>1.08962</c:v>
                </c:pt>
                <c:pt idx="5206">
                  <c:v>1.0899300000000001</c:v>
                </c:pt>
                <c:pt idx="5207">
                  <c:v>1.09023</c:v>
                </c:pt>
                <c:pt idx="5208">
                  <c:v>1.0905400000000001</c:v>
                </c:pt>
                <c:pt idx="5209">
                  <c:v>1.0908500000000001</c:v>
                </c:pt>
                <c:pt idx="5210">
                  <c:v>1.0911500000000001</c:v>
                </c:pt>
                <c:pt idx="5211">
                  <c:v>1.0914600000000001</c:v>
                </c:pt>
                <c:pt idx="5212">
                  <c:v>1.0917600000000001</c:v>
                </c:pt>
                <c:pt idx="5213">
                  <c:v>1.0920700000000001</c:v>
                </c:pt>
                <c:pt idx="5214">
                  <c:v>1.0923700000000001</c:v>
                </c:pt>
                <c:pt idx="5215">
                  <c:v>1.0926800000000001</c:v>
                </c:pt>
                <c:pt idx="5216">
                  <c:v>1.0929800000000001</c:v>
                </c:pt>
                <c:pt idx="5217">
                  <c:v>1.0932900000000001</c:v>
                </c:pt>
                <c:pt idx="5218">
                  <c:v>1.0935900000000001</c:v>
                </c:pt>
                <c:pt idx="5219">
                  <c:v>1.0939000000000001</c:v>
                </c:pt>
                <c:pt idx="5220">
                  <c:v>1.0942099999999999</c:v>
                </c:pt>
                <c:pt idx="5221">
                  <c:v>1.0945100000000001</c:v>
                </c:pt>
                <c:pt idx="5222">
                  <c:v>1.0948199999999999</c:v>
                </c:pt>
                <c:pt idx="5223">
                  <c:v>1.0951200000000001</c:v>
                </c:pt>
                <c:pt idx="5224">
                  <c:v>1.0954299999999999</c:v>
                </c:pt>
                <c:pt idx="5225">
                  <c:v>1.0957300000000001</c:v>
                </c:pt>
                <c:pt idx="5226">
                  <c:v>1.0960399999999999</c:v>
                </c:pt>
                <c:pt idx="5227">
                  <c:v>1.0963400000000001</c:v>
                </c:pt>
                <c:pt idx="5228">
                  <c:v>1.0966499999999999</c:v>
                </c:pt>
                <c:pt idx="5229">
                  <c:v>1.0969500000000001</c:v>
                </c:pt>
                <c:pt idx="5230">
                  <c:v>1.0972599999999999</c:v>
                </c:pt>
                <c:pt idx="5231">
                  <c:v>1.0975600000000001</c:v>
                </c:pt>
                <c:pt idx="5232">
                  <c:v>1.0978699999999999</c:v>
                </c:pt>
                <c:pt idx="5233">
                  <c:v>1.0981799999999999</c:v>
                </c:pt>
                <c:pt idx="5234">
                  <c:v>1.0984799999999999</c:v>
                </c:pt>
                <c:pt idx="5235">
                  <c:v>1.0987899999999999</c:v>
                </c:pt>
                <c:pt idx="5236">
                  <c:v>1.0990899999999999</c:v>
                </c:pt>
                <c:pt idx="5237">
                  <c:v>1.0993999999999999</c:v>
                </c:pt>
                <c:pt idx="5238">
                  <c:v>1.0996999999999999</c:v>
                </c:pt>
                <c:pt idx="5239">
                  <c:v>1.1000099999999999</c:v>
                </c:pt>
                <c:pt idx="5240">
                  <c:v>1.1003099999999999</c:v>
                </c:pt>
                <c:pt idx="5241">
                  <c:v>1.1006199999999999</c:v>
                </c:pt>
                <c:pt idx="5242">
                  <c:v>1.1009199999999999</c:v>
                </c:pt>
                <c:pt idx="5243">
                  <c:v>1.1012299999999999</c:v>
                </c:pt>
                <c:pt idx="5244">
                  <c:v>1.1015299999999999</c:v>
                </c:pt>
                <c:pt idx="5245">
                  <c:v>1.1018399999999999</c:v>
                </c:pt>
                <c:pt idx="5246">
                  <c:v>1.10215</c:v>
                </c:pt>
                <c:pt idx="5247">
                  <c:v>1.1024499999999999</c:v>
                </c:pt>
                <c:pt idx="5248">
                  <c:v>1.10276</c:v>
                </c:pt>
                <c:pt idx="5249">
                  <c:v>1.1030599999999999</c:v>
                </c:pt>
                <c:pt idx="5250">
                  <c:v>1.10337</c:v>
                </c:pt>
                <c:pt idx="5251">
                  <c:v>1.1036699999999999</c:v>
                </c:pt>
                <c:pt idx="5252">
                  <c:v>1.10398</c:v>
                </c:pt>
                <c:pt idx="5253">
                  <c:v>1.1042799999999999</c:v>
                </c:pt>
                <c:pt idx="5254">
                  <c:v>1.10459</c:v>
                </c:pt>
                <c:pt idx="5255">
                  <c:v>1.1048899999999999</c:v>
                </c:pt>
                <c:pt idx="5256">
                  <c:v>1.1052</c:v>
                </c:pt>
                <c:pt idx="5257">
                  <c:v>1.1054999999999999</c:v>
                </c:pt>
                <c:pt idx="5258">
                  <c:v>1.10581</c:v>
                </c:pt>
                <c:pt idx="5259">
                  <c:v>1.10612</c:v>
                </c:pt>
                <c:pt idx="5260">
                  <c:v>1.10642</c:v>
                </c:pt>
                <c:pt idx="5261">
                  <c:v>1.10673</c:v>
                </c:pt>
                <c:pt idx="5262">
                  <c:v>1.10703</c:v>
                </c:pt>
                <c:pt idx="5263">
                  <c:v>1.10734</c:v>
                </c:pt>
                <c:pt idx="5264">
                  <c:v>1.10764</c:v>
                </c:pt>
                <c:pt idx="5265">
                  <c:v>1.10795</c:v>
                </c:pt>
                <c:pt idx="5266">
                  <c:v>1.10825</c:v>
                </c:pt>
                <c:pt idx="5267">
                  <c:v>1.10856</c:v>
                </c:pt>
                <c:pt idx="5268">
                  <c:v>1.10886</c:v>
                </c:pt>
                <c:pt idx="5269">
                  <c:v>1.10917</c:v>
                </c:pt>
                <c:pt idx="5270">
                  <c:v>1.10947</c:v>
                </c:pt>
                <c:pt idx="5271">
                  <c:v>1.10978</c:v>
                </c:pt>
                <c:pt idx="5272">
                  <c:v>1.11009</c:v>
                </c:pt>
                <c:pt idx="5273">
                  <c:v>1.11039</c:v>
                </c:pt>
                <c:pt idx="5274">
                  <c:v>1.1107</c:v>
                </c:pt>
                <c:pt idx="5275">
                  <c:v>1.111</c:v>
                </c:pt>
                <c:pt idx="5276">
                  <c:v>1.11131</c:v>
                </c:pt>
                <c:pt idx="5277">
                  <c:v>1.11161</c:v>
                </c:pt>
                <c:pt idx="5278">
                  <c:v>1.11192</c:v>
                </c:pt>
                <c:pt idx="5279">
                  <c:v>1.11222</c:v>
                </c:pt>
                <c:pt idx="5280">
                  <c:v>1.11253</c:v>
                </c:pt>
                <c:pt idx="5281">
                  <c:v>1.11283</c:v>
                </c:pt>
                <c:pt idx="5282">
                  <c:v>1.11314</c:v>
                </c:pt>
                <c:pt idx="5283">
                  <c:v>1.1134500000000001</c:v>
                </c:pt>
                <c:pt idx="5284">
                  <c:v>1.11375</c:v>
                </c:pt>
                <c:pt idx="5285">
                  <c:v>1.1140600000000001</c:v>
                </c:pt>
                <c:pt idx="5286">
                  <c:v>1.11436</c:v>
                </c:pt>
                <c:pt idx="5287">
                  <c:v>1.11467</c:v>
                </c:pt>
                <c:pt idx="5288">
                  <c:v>1.11497</c:v>
                </c:pt>
                <c:pt idx="5289">
                  <c:v>1.11528</c:v>
                </c:pt>
                <c:pt idx="5290">
                  <c:v>1.11558</c:v>
                </c:pt>
                <c:pt idx="5291">
                  <c:v>1.11589</c:v>
                </c:pt>
                <c:pt idx="5292">
                  <c:v>1.11619</c:v>
                </c:pt>
                <c:pt idx="5293">
                  <c:v>1.1165</c:v>
                </c:pt>
                <c:pt idx="5294">
                  <c:v>1.1168</c:v>
                </c:pt>
                <c:pt idx="5295">
                  <c:v>1.11711</c:v>
                </c:pt>
                <c:pt idx="5296">
                  <c:v>1.1174200000000001</c:v>
                </c:pt>
                <c:pt idx="5297">
                  <c:v>1.11772</c:v>
                </c:pt>
                <c:pt idx="5298">
                  <c:v>1.1180300000000001</c:v>
                </c:pt>
                <c:pt idx="5299">
                  <c:v>1.11833</c:v>
                </c:pt>
                <c:pt idx="5300">
                  <c:v>1.1186400000000001</c:v>
                </c:pt>
                <c:pt idx="5301">
                  <c:v>1.11894</c:v>
                </c:pt>
                <c:pt idx="5302">
                  <c:v>1.1192500000000001</c:v>
                </c:pt>
                <c:pt idx="5303">
                  <c:v>1.11955</c:v>
                </c:pt>
                <c:pt idx="5304">
                  <c:v>1.1198600000000001</c:v>
                </c:pt>
                <c:pt idx="5305">
                  <c:v>1.12016</c:v>
                </c:pt>
                <c:pt idx="5306">
                  <c:v>1.1204700000000001</c:v>
                </c:pt>
                <c:pt idx="5307">
                  <c:v>1.12077</c:v>
                </c:pt>
                <c:pt idx="5308">
                  <c:v>1.1210800000000001</c:v>
                </c:pt>
                <c:pt idx="5309">
                  <c:v>1.1213900000000001</c:v>
                </c:pt>
                <c:pt idx="5310">
                  <c:v>1.1216900000000001</c:v>
                </c:pt>
                <c:pt idx="5311">
                  <c:v>1.1220000000000001</c:v>
                </c:pt>
                <c:pt idx="5312">
                  <c:v>1.1223000000000001</c:v>
                </c:pt>
                <c:pt idx="5313">
                  <c:v>1.1226100000000001</c:v>
                </c:pt>
                <c:pt idx="5314">
                  <c:v>1.1229100000000001</c:v>
                </c:pt>
                <c:pt idx="5315">
                  <c:v>1.1232200000000001</c:v>
                </c:pt>
                <c:pt idx="5316">
                  <c:v>1.1235200000000001</c:v>
                </c:pt>
                <c:pt idx="5317">
                  <c:v>1.1238300000000001</c:v>
                </c:pt>
                <c:pt idx="5318">
                  <c:v>1.1241300000000001</c:v>
                </c:pt>
                <c:pt idx="5319">
                  <c:v>1.1244400000000001</c:v>
                </c:pt>
                <c:pt idx="5320">
                  <c:v>1.1247400000000001</c:v>
                </c:pt>
                <c:pt idx="5321">
                  <c:v>1.1250500000000001</c:v>
                </c:pt>
                <c:pt idx="5322">
                  <c:v>1.1253599999999999</c:v>
                </c:pt>
                <c:pt idx="5323">
                  <c:v>1.1256600000000001</c:v>
                </c:pt>
                <c:pt idx="5324">
                  <c:v>1.1259699999999999</c:v>
                </c:pt>
                <c:pt idx="5325">
                  <c:v>1.1262700000000001</c:v>
                </c:pt>
                <c:pt idx="5326">
                  <c:v>1.1265799999999999</c:v>
                </c:pt>
                <c:pt idx="5327">
                  <c:v>1.1268800000000001</c:v>
                </c:pt>
                <c:pt idx="5328">
                  <c:v>1.1271899999999999</c:v>
                </c:pt>
                <c:pt idx="5329">
                  <c:v>1.1274900000000001</c:v>
                </c:pt>
                <c:pt idx="5330">
                  <c:v>1.1277999999999999</c:v>
                </c:pt>
                <c:pt idx="5331">
                  <c:v>1.1281000000000001</c:v>
                </c:pt>
                <c:pt idx="5332">
                  <c:v>1.1284099999999999</c:v>
                </c:pt>
                <c:pt idx="5333">
                  <c:v>1.1287199999999999</c:v>
                </c:pt>
                <c:pt idx="5334">
                  <c:v>1.1290199999999999</c:v>
                </c:pt>
                <c:pt idx="5335">
                  <c:v>1.1293299999999999</c:v>
                </c:pt>
                <c:pt idx="5336">
                  <c:v>1.1296299999999999</c:v>
                </c:pt>
                <c:pt idx="5337">
                  <c:v>1.1299399999999999</c:v>
                </c:pt>
                <c:pt idx="5338">
                  <c:v>1.1302399999999999</c:v>
                </c:pt>
                <c:pt idx="5339">
                  <c:v>1.1305499999999999</c:v>
                </c:pt>
                <c:pt idx="5340">
                  <c:v>1.1308499999999999</c:v>
                </c:pt>
                <c:pt idx="5341">
                  <c:v>1.1311599999999999</c:v>
                </c:pt>
                <c:pt idx="5342">
                  <c:v>1.1314599999999999</c:v>
                </c:pt>
                <c:pt idx="5343">
                  <c:v>1.1317699999999999</c:v>
                </c:pt>
                <c:pt idx="5344">
                  <c:v>1.1320699999999999</c:v>
                </c:pt>
                <c:pt idx="5345">
                  <c:v>1.1323799999999999</c:v>
                </c:pt>
                <c:pt idx="5346">
                  <c:v>1.13269</c:v>
                </c:pt>
                <c:pt idx="5347">
                  <c:v>1.1329899999999999</c:v>
                </c:pt>
                <c:pt idx="5348">
                  <c:v>1.1333</c:v>
                </c:pt>
                <c:pt idx="5349">
                  <c:v>1.1335999999999999</c:v>
                </c:pt>
                <c:pt idx="5350">
                  <c:v>1.13391</c:v>
                </c:pt>
                <c:pt idx="5351">
                  <c:v>1.1342099999999999</c:v>
                </c:pt>
                <c:pt idx="5352">
                  <c:v>1.13452</c:v>
                </c:pt>
                <c:pt idx="5353">
                  <c:v>1.1348199999999999</c:v>
                </c:pt>
                <c:pt idx="5354">
                  <c:v>1.13513</c:v>
                </c:pt>
                <c:pt idx="5355">
                  <c:v>1.1354299999999999</c:v>
                </c:pt>
                <c:pt idx="5356">
                  <c:v>1.13574</c:v>
                </c:pt>
                <c:pt idx="5357">
                  <c:v>1.1360399999999999</c:v>
                </c:pt>
                <c:pt idx="5358">
                  <c:v>1.13635</c:v>
                </c:pt>
                <c:pt idx="5359">
                  <c:v>1.13666</c:v>
                </c:pt>
                <c:pt idx="5360">
                  <c:v>1.13696</c:v>
                </c:pt>
                <c:pt idx="5361">
                  <c:v>1.13727</c:v>
                </c:pt>
                <c:pt idx="5362">
                  <c:v>1.13757</c:v>
                </c:pt>
                <c:pt idx="5363">
                  <c:v>1.13788</c:v>
                </c:pt>
                <c:pt idx="5364">
                  <c:v>1.13818</c:v>
                </c:pt>
                <c:pt idx="5365">
                  <c:v>1.13849</c:v>
                </c:pt>
                <c:pt idx="5366">
                  <c:v>1.13879</c:v>
                </c:pt>
                <c:pt idx="5367">
                  <c:v>1.1391</c:v>
                </c:pt>
                <c:pt idx="5368">
                  <c:v>1.1394</c:v>
                </c:pt>
                <c:pt idx="5369">
                  <c:v>1.13971</c:v>
                </c:pt>
                <c:pt idx="5370">
                  <c:v>1.14001</c:v>
                </c:pt>
                <c:pt idx="5371">
                  <c:v>1.14032</c:v>
                </c:pt>
                <c:pt idx="5372">
                  <c:v>1.14063</c:v>
                </c:pt>
                <c:pt idx="5373">
                  <c:v>1.14093</c:v>
                </c:pt>
                <c:pt idx="5374">
                  <c:v>1.14124</c:v>
                </c:pt>
                <c:pt idx="5375">
                  <c:v>1.14154</c:v>
                </c:pt>
                <c:pt idx="5376">
                  <c:v>1.14185</c:v>
                </c:pt>
                <c:pt idx="5377">
                  <c:v>1.14215</c:v>
                </c:pt>
                <c:pt idx="5378">
                  <c:v>1.14246</c:v>
                </c:pt>
                <c:pt idx="5379">
                  <c:v>1.14276</c:v>
                </c:pt>
                <c:pt idx="5380">
                  <c:v>1.14307</c:v>
                </c:pt>
                <c:pt idx="5381">
                  <c:v>1.14337</c:v>
                </c:pt>
                <c:pt idx="5382">
                  <c:v>1.14368</c:v>
                </c:pt>
                <c:pt idx="5383">
                  <c:v>1.14398</c:v>
                </c:pt>
                <c:pt idx="5384">
                  <c:v>1.14429</c:v>
                </c:pt>
                <c:pt idx="5385">
                  <c:v>1.1446000000000001</c:v>
                </c:pt>
                <c:pt idx="5386">
                  <c:v>1.1449</c:v>
                </c:pt>
                <c:pt idx="5387">
                  <c:v>1.1452100000000001</c:v>
                </c:pt>
                <c:pt idx="5388">
                  <c:v>1.14551</c:v>
                </c:pt>
                <c:pt idx="5389">
                  <c:v>1.1458200000000001</c:v>
                </c:pt>
                <c:pt idx="5390">
                  <c:v>1.14612</c:v>
                </c:pt>
                <c:pt idx="5391">
                  <c:v>1.1464300000000001</c:v>
                </c:pt>
                <c:pt idx="5392">
                  <c:v>1.14673</c:v>
                </c:pt>
                <c:pt idx="5393">
                  <c:v>1.1470400000000001</c:v>
                </c:pt>
                <c:pt idx="5394">
                  <c:v>1.14734</c:v>
                </c:pt>
                <c:pt idx="5395">
                  <c:v>1.1476500000000001</c:v>
                </c:pt>
                <c:pt idx="5396">
                  <c:v>1.1479600000000001</c:v>
                </c:pt>
                <c:pt idx="5397">
                  <c:v>1.1482600000000001</c:v>
                </c:pt>
                <c:pt idx="5398">
                  <c:v>1.1485700000000001</c:v>
                </c:pt>
                <c:pt idx="5399">
                  <c:v>1.1488700000000001</c:v>
                </c:pt>
                <c:pt idx="5400">
                  <c:v>1.1491800000000001</c:v>
                </c:pt>
                <c:pt idx="5401">
                  <c:v>1.1494800000000001</c:v>
                </c:pt>
                <c:pt idx="5402">
                  <c:v>1.1497900000000001</c:v>
                </c:pt>
                <c:pt idx="5403">
                  <c:v>1.1500900000000001</c:v>
                </c:pt>
                <c:pt idx="5404">
                  <c:v>1.1504000000000001</c:v>
                </c:pt>
                <c:pt idx="5405">
                  <c:v>1.1507000000000001</c:v>
                </c:pt>
                <c:pt idx="5406">
                  <c:v>1.1510100000000001</c:v>
                </c:pt>
                <c:pt idx="5407">
                  <c:v>1.1513100000000001</c:v>
                </c:pt>
                <c:pt idx="5408">
                  <c:v>1.1516200000000001</c:v>
                </c:pt>
                <c:pt idx="5409">
                  <c:v>1.1519299999999999</c:v>
                </c:pt>
                <c:pt idx="5410">
                  <c:v>1.1522300000000001</c:v>
                </c:pt>
                <c:pt idx="5411">
                  <c:v>1.1525399999999999</c:v>
                </c:pt>
                <c:pt idx="5412">
                  <c:v>1.1528400000000001</c:v>
                </c:pt>
                <c:pt idx="5413">
                  <c:v>1.1531499999999999</c:v>
                </c:pt>
                <c:pt idx="5414">
                  <c:v>1.1534500000000001</c:v>
                </c:pt>
                <c:pt idx="5415">
                  <c:v>1.1537599999999999</c:v>
                </c:pt>
                <c:pt idx="5416">
                  <c:v>1.1540600000000001</c:v>
                </c:pt>
                <c:pt idx="5417">
                  <c:v>1.1543699999999999</c:v>
                </c:pt>
                <c:pt idx="5418">
                  <c:v>1.1546700000000001</c:v>
                </c:pt>
                <c:pt idx="5419">
                  <c:v>1.1549799999999999</c:v>
                </c:pt>
                <c:pt idx="5420">
                  <c:v>1.1552800000000001</c:v>
                </c:pt>
                <c:pt idx="5421">
                  <c:v>1.1555899999999999</c:v>
                </c:pt>
                <c:pt idx="5422">
                  <c:v>1.1558999999999999</c:v>
                </c:pt>
                <c:pt idx="5423">
                  <c:v>1.1561999999999999</c:v>
                </c:pt>
                <c:pt idx="5424">
                  <c:v>1.1565099999999999</c:v>
                </c:pt>
                <c:pt idx="5425">
                  <c:v>1.1568099999999999</c:v>
                </c:pt>
                <c:pt idx="5426">
                  <c:v>1.1571199999999999</c:v>
                </c:pt>
                <c:pt idx="5427">
                  <c:v>1.1574199999999999</c:v>
                </c:pt>
                <c:pt idx="5428">
                  <c:v>1.1577299999999999</c:v>
                </c:pt>
                <c:pt idx="5429">
                  <c:v>1.1580299999999999</c:v>
                </c:pt>
                <c:pt idx="5430">
                  <c:v>1.1583399999999999</c:v>
                </c:pt>
                <c:pt idx="5431">
                  <c:v>1.1586399999999999</c:v>
                </c:pt>
                <c:pt idx="5432">
                  <c:v>1.1589499999999999</c:v>
                </c:pt>
                <c:pt idx="5433">
                  <c:v>1.1592499999999999</c:v>
                </c:pt>
                <c:pt idx="5434">
                  <c:v>1.1595599999999999</c:v>
                </c:pt>
                <c:pt idx="5435">
                  <c:v>1.15987</c:v>
                </c:pt>
                <c:pt idx="5436">
                  <c:v>1.1601699999999999</c:v>
                </c:pt>
                <c:pt idx="5437">
                  <c:v>1.16048</c:v>
                </c:pt>
                <c:pt idx="5438">
                  <c:v>1.1607799999999999</c:v>
                </c:pt>
                <c:pt idx="5439">
                  <c:v>1.16109</c:v>
                </c:pt>
                <c:pt idx="5440">
                  <c:v>1.1613899999999999</c:v>
                </c:pt>
                <c:pt idx="5441">
                  <c:v>1.1617</c:v>
                </c:pt>
                <c:pt idx="5442">
                  <c:v>1.1619999999999999</c:v>
                </c:pt>
                <c:pt idx="5443">
                  <c:v>1.16231</c:v>
                </c:pt>
                <c:pt idx="5444">
                  <c:v>1.1626099999999999</c:v>
                </c:pt>
                <c:pt idx="5445">
                  <c:v>1.16292</c:v>
                </c:pt>
                <c:pt idx="5446">
                  <c:v>1.1632199999999999</c:v>
                </c:pt>
                <c:pt idx="5447">
                  <c:v>1.16353</c:v>
                </c:pt>
                <c:pt idx="5448">
                  <c:v>1.16384</c:v>
                </c:pt>
                <c:pt idx="5449">
                  <c:v>1.16414</c:v>
                </c:pt>
                <c:pt idx="5450">
                  <c:v>1.16445</c:v>
                </c:pt>
                <c:pt idx="5451">
                  <c:v>1.16475</c:v>
                </c:pt>
                <c:pt idx="5452">
                  <c:v>1.16506</c:v>
                </c:pt>
                <c:pt idx="5453">
                  <c:v>1.16536</c:v>
                </c:pt>
                <c:pt idx="5454">
                  <c:v>1.16567</c:v>
                </c:pt>
                <c:pt idx="5455">
                  <c:v>1.16597</c:v>
                </c:pt>
                <c:pt idx="5456">
                  <c:v>1.16628</c:v>
                </c:pt>
                <c:pt idx="5457">
                  <c:v>1.16658</c:v>
                </c:pt>
                <c:pt idx="5458">
                  <c:v>1.16689</c:v>
                </c:pt>
                <c:pt idx="5459">
                  <c:v>1.1672</c:v>
                </c:pt>
                <c:pt idx="5460">
                  <c:v>1.1675</c:v>
                </c:pt>
                <c:pt idx="5461">
                  <c:v>1.16781</c:v>
                </c:pt>
                <c:pt idx="5462">
                  <c:v>1.16811</c:v>
                </c:pt>
                <c:pt idx="5463">
                  <c:v>1.16842</c:v>
                </c:pt>
                <c:pt idx="5464">
                  <c:v>1.16872</c:v>
                </c:pt>
                <c:pt idx="5465">
                  <c:v>1.16903</c:v>
                </c:pt>
                <c:pt idx="5466">
                  <c:v>1.16933</c:v>
                </c:pt>
                <c:pt idx="5467">
                  <c:v>1.16964</c:v>
                </c:pt>
                <c:pt idx="5468">
                  <c:v>1.16994</c:v>
                </c:pt>
                <c:pt idx="5469">
                  <c:v>1.17025</c:v>
                </c:pt>
                <c:pt idx="5470">
                  <c:v>1.17055</c:v>
                </c:pt>
                <c:pt idx="5471">
                  <c:v>1.17086</c:v>
                </c:pt>
                <c:pt idx="5472">
                  <c:v>1.17117</c:v>
                </c:pt>
                <c:pt idx="5473">
                  <c:v>1.17147</c:v>
                </c:pt>
                <c:pt idx="5474">
                  <c:v>1.17178</c:v>
                </c:pt>
                <c:pt idx="5475">
                  <c:v>1.17208</c:v>
                </c:pt>
                <c:pt idx="5476">
                  <c:v>1.17239</c:v>
                </c:pt>
                <c:pt idx="5477">
                  <c:v>1.17269</c:v>
                </c:pt>
                <c:pt idx="5478">
                  <c:v>1.173</c:v>
                </c:pt>
                <c:pt idx="5479">
                  <c:v>1.1733</c:v>
                </c:pt>
                <c:pt idx="5480">
                  <c:v>1.17361</c:v>
                </c:pt>
                <c:pt idx="5481">
                  <c:v>1.17391</c:v>
                </c:pt>
                <c:pt idx="5482">
                  <c:v>1.17422</c:v>
                </c:pt>
                <c:pt idx="5483">
                  <c:v>1.17452</c:v>
                </c:pt>
                <c:pt idx="5484">
                  <c:v>1.17483</c:v>
                </c:pt>
                <c:pt idx="5485">
                  <c:v>1.1751400000000001</c:v>
                </c:pt>
                <c:pt idx="5486">
                  <c:v>1.17544</c:v>
                </c:pt>
                <c:pt idx="5487">
                  <c:v>1.1757500000000001</c:v>
                </c:pt>
                <c:pt idx="5488">
                  <c:v>1.17605</c:v>
                </c:pt>
                <c:pt idx="5489">
                  <c:v>1.1763600000000001</c:v>
                </c:pt>
                <c:pt idx="5490">
                  <c:v>1.17666</c:v>
                </c:pt>
                <c:pt idx="5491">
                  <c:v>1.1769700000000001</c:v>
                </c:pt>
                <c:pt idx="5492">
                  <c:v>1.17727</c:v>
                </c:pt>
                <c:pt idx="5493">
                  <c:v>1.1775800000000001</c:v>
                </c:pt>
                <c:pt idx="5494">
                  <c:v>1.17788</c:v>
                </c:pt>
                <c:pt idx="5495">
                  <c:v>1.1781900000000001</c:v>
                </c:pt>
                <c:pt idx="5496">
                  <c:v>1.17849</c:v>
                </c:pt>
                <c:pt idx="5497">
                  <c:v>1.1788000000000001</c:v>
                </c:pt>
                <c:pt idx="5498">
                  <c:v>1.1791100000000001</c:v>
                </c:pt>
                <c:pt idx="5499">
                  <c:v>1.1794100000000001</c:v>
                </c:pt>
                <c:pt idx="5500">
                  <c:v>1.1797200000000001</c:v>
                </c:pt>
                <c:pt idx="5501">
                  <c:v>1.1800200000000001</c:v>
                </c:pt>
                <c:pt idx="5502">
                  <c:v>1.1803300000000001</c:v>
                </c:pt>
                <c:pt idx="5503">
                  <c:v>1.1806300000000001</c:v>
                </c:pt>
                <c:pt idx="5504">
                  <c:v>1.1809400000000001</c:v>
                </c:pt>
                <c:pt idx="5505">
                  <c:v>1.1812400000000001</c:v>
                </c:pt>
                <c:pt idx="5506">
                  <c:v>1.1815500000000001</c:v>
                </c:pt>
                <c:pt idx="5507">
                  <c:v>1.1818500000000001</c:v>
                </c:pt>
                <c:pt idx="5508">
                  <c:v>1.1821600000000001</c:v>
                </c:pt>
                <c:pt idx="5509">
                  <c:v>1.1824600000000001</c:v>
                </c:pt>
                <c:pt idx="5510">
                  <c:v>1.1827700000000001</c:v>
                </c:pt>
                <c:pt idx="5511">
                  <c:v>1.1830799999999999</c:v>
                </c:pt>
                <c:pt idx="5512">
                  <c:v>1.1833800000000001</c:v>
                </c:pt>
                <c:pt idx="5513">
                  <c:v>1.1836899999999999</c:v>
                </c:pt>
                <c:pt idx="5514">
                  <c:v>1.1839900000000001</c:v>
                </c:pt>
                <c:pt idx="5515">
                  <c:v>1.1842999999999999</c:v>
                </c:pt>
                <c:pt idx="5516">
                  <c:v>1.1846000000000001</c:v>
                </c:pt>
                <c:pt idx="5517">
                  <c:v>1.1849099999999999</c:v>
                </c:pt>
                <c:pt idx="5518">
                  <c:v>1.1852100000000001</c:v>
                </c:pt>
                <c:pt idx="5519">
                  <c:v>1.1855199999999999</c:v>
                </c:pt>
                <c:pt idx="5520">
                  <c:v>1.1858200000000001</c:v>
                </c:pt>
                <c:pt idx="5521">
                  <c:v>1.1861299999999999</c:v>
                </c:pt>
                <c:pt idx="5522">
                  <c:v>1.1864399999999999</c:v>
                </c:pt>
                <c:pt idx="5523">
                  <c:v>1.1867399999999999</c:v>
                </c:pt>
                <c:pt idx="5524">
                  <c:v>1.1870499999999999</c:v>
                </c:pt>
                <c:pt idx="5525">
                  <c:v>1.1873499999999999</c:v>
                </c:pt>
                <c:pt idx="5526">
                  <c:v>1.1876599999999999</c:v>
                </c:pt>
                <c:pt idx="5527">
                  <c:v>1.1879599999999999</c:v>
                </c:pt>
                <c:pt idx="5528">
                  <c:v>1.1882699999999999</c:v>
                </c:pt>
                <c:pt idx="5529">
                  <c:v>1.1885699999999999</c:v>
                </c:pt>
                <c:pt idx="5530">
                  <c:v>1.1888799999999999</c:v>
                </c:pt>
                <c:pt idx="5531">
                  <c:v>1.1891799999999999</c:v>
                </c:pt>
                <c:pt idx="5532">
                  <c:v>1.1894899999999999</c:v>
                </c:pt>
                <c:pt idx="5533">
                  <c:v>1.1897899999999999</c:v>
                </c:pt>
                <c:pt idx="5534">
                  <c:v>1.1900999999999999</c:v>
                </c:pt>
                <c:pt idx="5535">
                  <c:v>1.19041</c:v>
                </c:pt>
                <c:pt idx="5536">
                  <c:v>1.1907099999999999</c:v>
                </c:pt>
                <c:pt idx="5537">
                  <c:v>1.19102</c:v>
                </c:pt>
                <c:pt idx="5538">
                  <c:v>1.1913199999999999</c:v>
                </c:pt>
                <c:pt idx="5539">
                  <c:v>1.19163</c:v>
                </c:pt>
                <c:pt idx="5540">
                  <c:v>1.1919299999999999</c:v>
                </c:pt>
                <c:pt idx="5541">
                  <c:v>1.19224</c:v>
                </c:pt>
                <c:pt idx="5542">
                  <c:v>1.1925399999999999</c:v>
                </c:pt>
                <c:pt idx="5543">
                  <c:v>1.19285</c:v>
                </c:pt>
                <c:pt idx="5544">
                  <c:v>1.1931499999999999</c:v>
                </c:pt>
                <c:pt idx="5545">
                  <c:v>1.19346</c:v>
                </c:pt>
                <c:pt idx="5546">
                  <c:v>1.1937599999999999</c:v>
                </c:pt>
                <c:pt idx="5547">
                  <c:v>1.19407</c:v>
                </c:pt>
                <c:pt idx="5548">
                  <c:v>1.19438</c:v>
                </c:pt>
                <c:pt idx="5549">
                  <c:v>1.19468</c:v>
                </c:pt>
                <c:pt idx="5550">
                  <c:v>1.19499</c:v>
                </c:pt>
                <c:pt idx="5551">
                  <c:v>1.19529</c:v>
                </c:pt>
                <c:pt idx="5552">
                  <c:v>1.1956</c:v>
                </c:pt>
                <c:pt idx="5553">
                  <c:v>1.1959</c:v>
                </c:pt>
                <c:pt idx="5554">
                  <c:v>1.19621</c:v>
                </c:pt>
                <c:pt idx="5555">
                  <c:v>1.19651</c:v>
                </c:pt>
                <c:pt idx="5556">
                  <c:v>1.19682</c:v>
                </c:pt>
                <c:pt idx="5557">
                  <c:v>1.19712</c:v>
                </c:pt>
                <c:pt idx="5558">
                  <c:v>1.19743</c:v>
                </c:pt>
                <c:pt idx="5559">
                  <c:v>1.19773</c:v>
                </c:pt>
                <c:pt idx="5560">
                  <c:v>1.19804</c:v>
                </c:pt>
                <c:pt idx="5561">
                  <c:v>1.19835</c:v>
                </c:pt>
                <c:pt idx="5562">
                  <c:v>1.19865</c:v>
                </c:pt>
                <c:pt idx="5563">
                  <c:v>1.19896</c:v>
                </c:pt>
                <c:pt idx="5564">
                  <c:v>1.19926</c:v>
                </c:pt>
                <c:pt idx="5565">
                  <c:v>1.19957</c:v>
                </c:pt>
                <c:pt idx="5566">
                  <c:v>1.19987</c:v>
                </c:pt>
                <c:pt idx="5567">
                  <c:v>1.20018</c:v>
                </c:pt>
                <c:pt idx="5568">
                  <c:v>1.20048</c:v>
                </c:pt>
                <c:pt idx="5569">
                  <c:v>1.20079</c:v>
                </c:pt>
                <c:pt idx="5570">
                  <c:v>1.20109</c:v>
                </c:pt>
                <c:pt idx="5571">
                  <c:v>1.2014</c:v>
                </c:pt>
                <c:pt idx="5572">
                  <c:v>1.2017100000000001</c:v>
                </c:pt>
                <c:pt idx="5573">
                  <c:v>1.20201</c:v>
                </c:pt>
                <c:pt idx="5574">
                  <c:v>1.2023200000000001</c:v>
                </c:pt>
                <c:pt idx="5575">
                  <c:v>1.20262</c:v>
                </c:pt>
                <c:pt idx="5576">
                  <c:v>1.2029300000000001</c:v>
                </c:pt>
                <c:pt idx="5577">
                  <c:v>1.20323</c:v>
                </c:pt>
                <c:pt idx="5578">
                  <c:v>1.2035400000000001</c:v>
                </c:pt>
                <c:pt idx="5579">
                  <c:v>1.20384</c:v>
                </c:pt>
                <c:pt idx="5580">
                  <c:v>1.2041500000000001</c:v>
                </c:pt>
                <c:pt idx="5581">
                  <c:v>1.20445</c:v>
                </c:pt>
                <c:pt idx="5582">
                  <c:v>1.2047600000000001</c:v>
                </c:pt>
                <c:pt idx="5583">
                  <c:v>1.20506</c:v>
                </c:pt>
                <c:pt idx="5584">
                  <c:v>1.2053700000000001</c:v>
                </c:pt>
                <c:pt idx="5585">
                  <c:v>1.2056800000000001</c:v>
                </c:pt>
                <c:pt idx="5586">
                  <c:v>1.2059800000000001</c:v>
                </c:pt>
                <c:pt idx="5587">
                  <c:v>1.2062900000000001</c:v>
                </c:pt>
                <c:pt idx="5588">
                  <c:v>1.2065900000000001</c:v>
                </c:pt>
                <c:pt idx="5589">
                  <c:v>1.2069000000000001</c:v>
                </c:pt>
                <c:pt idx="5590">
                  <c:v>1.2072000000000001</c:v>
                </c:pt>
                <c:pt idx="5591">
                  <c:v>1.2075100000000001</c:v>
                </c:pt>
                <c:pt idx="5592">
                  <c:v>1.2078100000000001</c:v>
                </c:pt>
                <c:pt idx="5593">
                  <c:v>1.2081200000000001</c:v>
                </c:pt>
                <c:pt idx="5594">
                  <c:v>1.20842</c:v>
                </c:pt>
                <c:pt idx="5595">
                  <c:v>1.2087300000000001</c:v>
                </c:pt>
                <c:pt idx="5596">
                  <c:v>1.20903</c:v>
                </c:pt>
                <c:pt idx="5597">
                  <c:v>1.2093400000000001</c:v>
                </c:pt>
                <c:pt idx="5598">
                  <c:v>1.2096499999999999</c:v>
                </c:pt>
                <c:pt idx="5599">
                  <c:v>1.2099500000000001</c:v>
                </c:pt>
                <c:pt idx="5600">
                  <c:v>1.2102599999999999</c:v>
                </c:pt>
                <c:pt idx="5601">
                  <c:v>1.2105600000000001</c:v>
                </c:pt>
                <c:pt idx="5602">
                  <c:v>1.2108699999999999</c:v>
                </c:pt>
                <c:pt idx="5603">
                  <c:v>1.2111700000000001</c:v>
                </c:pt>
                <c:pt idx="5604">
                  <c:v>1.2114799999999999</c:v>
                </c:pt>
                <c:pt idx="5605">
                  <c:v>1.2117800000000001</c:v>
                </c:pt>
                <c:pt idx="5606">
                  <c:v>1.2120899999999999</c:v>
                </c:pt>
                <c:pt idx="5607">
                  <c:v>1.2123900000000001</c:v>
                </c:pt>
                <c:pt idx="5608">
                  <c:v>1.2126999999999999</c:v>
                </c:pt>
                <c:pt idx="5609">
                  <c:v>1.2130000000000001</c:v>
                </c:pt>
                <c:pt idx="5610">
                  <c:v>1.2133100000000001</c:v>
                </c:pt>
                <c:pt idx="5611">
                  <c:v>1.2136199999999999</c:v>
                </c:pt>
                <c:pt idx="5612">
                  <c:v>1.2139200000000001</c:v>
                </c:pt>
                <c:pt idx="5613">
                  <c:v>1.2142299999999999</c:v>
                </c:pt>
                <c:pt idx="5614">
                  <c:v>1.2145300000000001</c:v>
                </c:pt>
                <c:pt idx="5615">
                  <c:v>1.2148399999999999</c:v>
                </c:pt>
                <c:pt idx="5616">
                  <c:v>1.2151400000000001</c:v>
                </c:pt>
                <c:pt idx="5617">
                  <c:v>1.2154499999999999</c:v>
                </c:pt>
                <c:pt idx="5618">
                  <c:v>1.2157500000000001</c:v>
                </c:pt>
                <c:pt idx="5619">
                  <c:v>1.2160599999999999</c:v>
                </c:pt>
                <c:pt idx="5620">
                  <c:v>1.2163600000000001</c:v>
                </c:pt>
                <c:pt idx="5621">
                  <c:v>1.2166699999999999</c:v>
                </c:pt>
                <c:pt idx="5622">
                  <c:v>1.2169700000000001</c:v>
                </c:pt>
                <c:pt idx="5623">
                  <c:v>1.2172799999999999</c:v>
                </c:pt>
                <c:pt idx="5624">
                  <c:v>1.21759</c:v>
                </c:pt>
                <c:pt idx="5625">
                  <c:v>1.2178899999999999</c:v>
                </c:pt>
                <c:pt idx="5626">
                  <c:v>1.2181999999999999</c:v>
                </c:pt>
                <c:pt idx="5627">
                  <c:v>1.2184999999999999</c:v>
                </c:pt>
                <c:pt idx="5628">
                  <c:v>1.2188099999999999</c:v>
                </c:pt>
                <c:pt idx="5629">
                  <c:v>1.2191099999999999</c:v>
                </c:pt>
                <c:pt idx="5630">
                  <c:v>1.2194199999999999</c:v>
                </c:pt>
                <c:pt idx="5631">
                  <c:v>1.2197199999999999</c:v>
                </c:pt>
                <c:pt idx="5632">
                  <c:v>1.2200299999999999</c:v>
                </c:pt>
                <c:pt idx="5633">
                  <c:v>1.2203299999999999</c:v>
                </c:pt>
                <c:pt idx="5634">
                  <c:v>1.2206399999999999</c:v>
                </c:pt>
                <c:pt idx="5635">
                  <c:v>1.22095</c:v>
                </c:pt>
                <c:pt idx="5636">
                  <c:v>1.2212499999999999</c:v>
                </c:pt>
                <c:pt idx="5637">
                  <c:v>1.22156</c:v>
                </c:pt>
                <c:pt idx="5638">
                  <c:v>1.2218599999999999</c:v>
                </c:pt>
                <c:pt idx="5639">
                  <c:v>1.22217</c:v>
                </c:pt>
                <c:pt idx="5640">
                  <c:v>1.2224699999999999</c:v>
                </c:pt>
                <c:pt idx="5641">
                  <c:v>1.22278</c:v>
                </c:pt>
                <c:pt idx="5642">
                  <c:v>1.2230799999999999</c:v>
                </c:pt>
                <c:pt idx="5643">
                  <c:v>1.22339</c:v>
                </c:pt>
                <c:pt idx="5644">
                  <c:v>1.2236899999999999</c:v>
                </c:pt>
                <c:pt idx="5645">
                  <c:v>1.224</c:v>
                </c:pt>
                <c:pt idx="5646">
                  <c:v>1.2242999999999999</c:v>
                </c:pt>
                <c:pt idx="5647">
                  <c:v>1.22461</c:v>
                </c:pt>
                <c:pt idx="5648">
                  <c:v>1.22492</c:v>
                </c:pt>
                <c:pt idx="5649">
                  <c:v>1.22522</c:v>
                </c:pt>
                <c:pt idx="5650">
                  <c:v>1.22553</c:v>
                </c:pt>
                <c:pt idx="5651">
                  <c:v>1.22583</c:v>
                </c:pt>
                <c:pt idx="5652">
                  <c:v>1.22614</c:v>
                </c:pt>
                <c:pt idx="5653">
                  <c:v>1.22644</c:v>
                </c:pt>
                <c:pt idx="5654">
                  <c:v>1.22675</c:v>
                </c:pt>
                <c:pt idx="5655">
                  <c:v>1.22705</c:v>
                </c:pt>
                <c:pt idx="5656">
                  <c:v>1.22736</c:v>
                </c:pt>
                <c:pt idx="5657">
                  <c:v>1.22766</c:v>
                </c:pt>
                <c:pt idx="5658">
                  <c:v>1.22797</c:v>
                </c:pt>
                <c:pt idx="5659">
                  <c:v>1.22827</c:v>
                </c:pt>
                <c:pt idx="5660">
                  <c:v>1.22858</c:v>
                </c:pt>
                <c:pt idx="5661">
                  <c:v>1.22889</c:v>
                </c:pt>
                <c:pt idx="5662">
                  <c:v>1.22919</c:v>
                </c:pt>
                <c:pt idx="5663">
                  <c:v>1.2295</c:v>
                </c:pt>
                <c:pt idx="5664">
                  <c:v>1.2298</c:v>
                </c:pt>
                <c:pt idx="5665">
                  <c:v>1.23011</c:v>
                </c:pt>
                <c:pt idx="5666">
                  <c:v>1.23041</c:v>
                </c:pt>
                <c:pt idx="5667">
                  <c:v>1.23072</c:v>
                </c:pt>
                <c:pt idx="5668">
                  <c:v>1.23102</c:v>
                </c:pt>
                <c:pt idx="5669">
                  <c:v>1.23133</c:v>
                </c:pt>
                <c:pt idx="5670">
                  <c:v>1.23163</c:v>
                </c:pt>
                <c:pt idx="5671">
                  <c:v>1.23194</c:v>
                </c:pt>
                <c:pt idx="5672">
                  <c:v>1.23224</c:v>
                </c:pt>
                <c:pt idx="5673">
                  <c:v>1.23255</c:v>
                </c:pt>
                <c:pt idx="5674">
                  <c:v>1.2328600000000001</c:v>
                </c:pt>
                <c:pt idx="5675">
                  <c:v>1.23316</c:v>
                </c:pt>
                <c:pt idx="5676">
                  <c:v>1.2334700000000001</c:v>
                </c:pt>
                <c:pt idx="5677">
                  <c:v>1.23377</c:v>
                </c:pt>
                <c:pt idx="5678">
                  <c:v>1.2340800000000001</c:v>
                </c:pt>
                <c:pt idx="5679">
                  <c:v>1.23438</c:v>
                </c:pt>
                <c:pt idx="5680">
                  <c:v>1.2346900000000001</c:v>
                </c:pt>
                <c:pt idx="5681">
                  <c:v>1.23499</c:v>
                </c:pt>
                <c:pt idx="5682">
                  <c:v>1.2353000000000001</c:v>
                </c:pt>
                <c:pt idx="5683">
                  <c:v>1.2356</c:v>
                </c:pt>
                <c:pt idx="5684">
                  <c:v>1.2359100000000001</c:v>
                </c:pt>
                <c:pt idx="5685">
                  <c:v>1.23621</c:v>
                </c:pt>
                <c:pt idx="5686">
                  <c:v>1.2365200000000001</c:v>
                </c:pt>
                <c:pt idx="5687">
                  <c:v>1.2368300000000001</c:v>
                </c:pt>
                <c:pt idx="5688">
                  <c:v>1.2371300000000001</c:v>
                </c:pt>
                <c:pt idx="5689">
                  <c:v>1.2374400000000001</c:v>
                </c:pt>
                <c:pt idx="5690">
                  <c:v>1.2377400000000001</c:v>
                </c:pt>
                <c:pt idx="5691">
                  <c:v>1.2380500000000001</c:v>
                </c:pt>
                <c:pt idx="5692">
                  <c:v>1.2383500000000001</c:v>
                </c:pt>
                <c:pt idx="5693">
                  <c:v>1.2386600000000001</c:v>
                </c:pt>
                <c:pt idx="5694">
                  <c:v>1.2389600000000001</c:v>
                </c:pt>
                <c:pt idx="5695">
                  <c:v>1.2392700000000001</c:v>
                </c:pt>
                <c:pt idx="5696">
                  <c:v>1.2395700000000001</c:v>
                </c:pt>
                <c:pt idx="5697">
                  <c:v>1.2398800000000001</c:v>
                </c:pt>
                <c:pt idx="5698">
                  <c:v>1.2401899999999999</c:v>
                </c:pt>
                <c:pt idx="5699">
                  <c:v>1.2404900000000001</c:v>
                </c:pt>
                <c:pt idx="5700">
                  <c:v>1.2407999999999999</c:v>
                </c:pt>
                <c:pt idx="5701">
                  <c:v>1.2411000000000001</c:v>
                </c:pt>
                <c:pt idx="5702">
                  <c:v>1.2414099999999999</c:v>
                </c:pt>
                <c:pt idx="5703">
                  <c:v>1.2417100000000001</c:v>
                </c:pt>
                <c:pt idx="5704">
                  <c:v>1.2420199999999999</c:v>
                </c:pt>
                <c:pt idx="5705">
                  <c:v>1.2423200000000001</c:v>
                </c:pt>
                <c:pt idx="5706">
                  <c:v>1.2426299999999999</c:v>
                </c:pt>
                <c:pt idx="5707">
                  <c:v>1.2429300000000001</c:v>
                </c:pt>
                <c:pt idx="5708">
                  <c:v>1.2432399999999999</c:v>
                </c:pt>
                <c:pt idx="5709">
                  <c:v>1.2435400000000001</c:v>
                </c:pt>
                <c:pt idx="5710">
                  <c:v>1.2438499999999999</c:v>
                </c:pt>
                <c:pt idx="5711">
                  <c:v>1.2441599999999999</c:v>
                </c:pt>
                <c:pt idx="5712">
                  <c:v>1.2444599999999999</c:v>
                </c:pt>
                <c:pt idx="5713">
                  <c:v>1.2447699999999999</c:v>
                </c:pt>
                <c:pt idx="5714">
                  <c:v>1.2450699999999999</c:v>
                </c:pt>
                <c:pt idx="5715">
                  <c:v>1.2453799999999999</c:v>
                </c:pt>
                <c:pt idx="5716">
                  <c:v>1.2456799999999999</c:v>
                </c:pt>
                <c:pt idx="5717">
                  <c:v>1.2459899999999999</c:v>
                </c:pt>
                <c:pt idx="5718">
                  <c:v>1.2462899999999999</c:v>
                </c:pt>
                <c:pt idx="5719">
                  <c:v>1.2465999999999999</c:v>
                </c:pt>
                <c:pt idx="5720">
                  <c:v>1.2468999999999999</c:v>
                </c:pt>
                <c:pt idx="5721">
                  <c:v>1.2472099999999999</c:v>
                </c:pt>
                <c:pt idx="5722">
                  <c:v>1.2475099999999999</c:v>
                </c:pt>
                <c:pt idx="5723">
                  <c:v>1.2478199999999999</c:v>
                </c:pt>
                <c:pt idx="5724">
                  <c:v>1.24813</c:v>
                </c:pt>
                <c:pt idx="5725">
                  <c:v>1.2484299999999999</c:v>
                </c:pt>
                <c:pt idx="5726">
                  <c:v>1.24874</c:v>
                </c:pt>
                <c:pt idx="5727">
                  <c:v>1.2490399999999999</c:v>
                </c:pt>
                <c:pt idx="5728">
                  <c:v>1.24935</c:v>
                </c:pt>
                <c:pt idx="5729">
                  <c:v>1.2496499999999999</c:v>
                </c:pt>
                <c:pt idx="5730">
                  <c:v>1.24996</c:v>
                </c:pt>
                <c:pt idx="5731">
                  <c:v>1.2502599999999999</c:v>
                </c:pt>
                <c:pt idx="5732">
                  <c:v>1.25057</c:v>
                </c:pt>
                <c:pt idx="5733">
                  <c:v>1.2508699999999999</c:v>
                </c:pt>
                <c:pt idx="5734">
                  <c:v>1.25118</c:v>
                </c:pt>
                <c:pt idx="5735">
                  <c:v>1.2514799999999999</c:v>
                </c:pt>
                <c:pt idx="5736">
                  <c:v>1.25179</c:v>
                </c:pt>
                <c:pt idx="5737">
                  <c:v>1.2521</c:v>
                </c:pt>
                <c:pt idx="5738">
                  <c:v>1.2524</c:v>
                </c:pt>
                <c:pt idx="5739">
                  <c:v>1.25271</c:v>
                </c:pt>
                <c:pt idx="5740">
                  <c:v>1.25301</c:v>
                </c:pt>
                <c:pt idx="5741">
                  <c:v>1.25332</c:v>
                </c:pt>
                <c:pt idx="5742">
                  <c:v>1.25362</c:v>
                </c:pt>
                <c:pt idx="5743">
                  <c:v>1.25393</c:v>
                </c:pt>
                <c:pt idx="5744">
                  <c:v>1.25423</c:v>
                </c:pt>
                <c:pt idx="5745">
                  <c:v>1.25454</c:v>
                </c:pt>
                <c:pt idx="5746">
                  <c:v>1.25484</c:v>
                </c:pt>
                <c:pt idx="5747">
                  <c:v>1.25515</c:v>
                </c:pt>
                <c:pt idx="5748">
                  <c:v>1.25546</c:v>
                </c:pt>
                <c:pt idx="5749">
                  <c:v>1.25576</c:v>
                </c:pt>
                <c:pt idx="5750">
                  <c:v>1.25607</c:v>
                </c:pt>
                <c:pt idx="5751">
                  <c:v>1.25637</c:v>
                </c:pt>
                <c:pt idx="5752">
                  <c:v>1.25668</c:v>
                </c:pt>
                <c:pt idx="5753">
                  <c:v>1.25698</c:v>
                </c:pt>
                <c:pt idx="5754">
                  <c:v>1.25729</c:v>
                </c:pt>
                <c:pt idx="5755">
                  <c:v>1.25759</c:v>
                </c:pt>
                <c:pt idx="5756">
                  <c:v>1.2579</c:v>
                </c:pt>
                <c:pt idx="5757">
                  <c:v>1.2582</c:v>
                </c:pt>
                <c:pt idx="5758">
                  <c:v>1.25851</c:v>
                </c:pt>
                <c:pt idx="5759">
                  <c:v>1.25881</c:v>
                </c:pt>
                <c:pt idx="5760">
                  <c:v>1.25912</c:v>
                </c:pt>
                <c:pt idx="5761">
                  <c:v>1.25943</c:v>
                </c:pt>
                <c:pt idx="5762">
                  <c:v>1.25973</c:v>
                </c:pt>
                <c:pt idx="5763">
                  <c:v>1.26004</c:v>
                </c:pt>
                <c:pt idx="5764">
                  <c:v>1.26034</c:v>
                </c:pt>
                <c:pt idx="5765">
                  <c:v>1.26065</c:v>
                </c:pt>
                <c:pt idx="5766">
                  <c:v>1.26095</c:v>
                </c:pt>
                <c:pt idx="5767">
                  <c:v>1.26126</c:v>
                </c:pt>
                <c:pt idx="5768">
                  <c:v>1.26156</c:v>
                </c:pt>
                <c:pt idx="5769">
                  <c:v>1.26187</c:v>
                </c:pt>
                <c:pt idx="5770">
                  <c:v>1.26217</c:v>
                </c:pt>
                <c:pt idx="5771">
                  <c:v>1.26248</c:v>
                </c:pt>
                <c:pt idx="5772">
                  <c:v>1.26278</c:v>
                </c:pt>
                <c:pt idx="5773">
                  <c:v>1.26309</c:v>
                </c:pt>
                <c:pt idx="5774">
                  <c:v>1.2634000000000001</c:v>
                </c:pt>
                <c:pt idx="5775">
                  <c:v>1.2637</c:v>
                </c:pt>
                <c:pt idx="5776">
                  <c:v>1.2640100000000001</c:v>
                </c:pt>
                <c:pt idx="5777">
                  <c:v>1.26431</c:v>
                </c:pt>
                <c:pt idx="5778">
                  <c:v>1.2646200000000001</c:v>
                </c:pt>
                <c:pt idx="5779">
                  <c:v>1.26492</c:v>
                </c:pt>
                <c:pt idx="5780">
                  <c:v>1.2652300000000001</c:v>
                </c:pt>
                <c:pt idx="5781">
                  <c:v>1.26553</c:v>
                </c:pt>
                <c:pt idx="5782">
                  <c:v>1.2658400000000001</c:v>
                </c:pt>
                <c:pt idx="5783">
                  <c:v>1.26614</c:v>
                </c:pt>
                <c:pt idx="5784">
                  <c:v>1.2664500000000001</c:v>
                </c:pt>
                <c:pt idx="5785">
                  <c:v>1.26675</c:v>
                </c:pt>
                <c:pt idx="5786">
                  <c:v>1.2670600000000001</c:v>
                </c:pt>
                <c:pt idx="5787">
                  <c:v>1.2673700000000001</c:v>
                </c:pt>
                <c:pt idx="5788">
                  <c:v>1.2676700000000001</c:v>
                </c:pt>
                <c:pt idx="5789">
                  <c:v>1.2679800000000001</c:v>
                </c:pt>
                <c:pt idx="5790">
                  <c:v>1.2682800000000001</c:v>
                </c:pt>
                <c:pt idx="5791">
                  <c:v>1.2685900000000001</c:v>
                </c:pt>
                <c:pt idx="5792">
                  <c:v>1.2688900000000001</c:v>
                </c:pt>
                <c:pt idx="5793">
                  <c:v>1.2692000000000001</c:v>
                </c:pt>
                <c:pt idx="5794">
                  <c:v>1.2695000000000001</c:v>
                </c:pt>
                <c:pt idx="5795">
                  <c:v>1.2698100000000001</c:v>
                </c:pt>
                <c:pt idx="5796">
                  <c:v>1.2701100000000001</c:v>
                </c:pt>
                <c:pt idx="5797">
                  <c:v>1.2704200000000001</c:v>
                </c:pt>
                <c:pt idx="5798">
                  <c:v>1.2707200000000001</c:v>
                </c:pt>
                <c:pt idx="5799">
                  <c:v>1.2710300000000001</c:v>
                </c:pt>
                <c:pt idx="5800">
                  <c:v>1.2713399999999999</c:v>
                </c:pt>
                <c:pt idx="5801">
                  <c:v>1.2716400000000001</c:v>
                </c:pt>
                <c:pt idx="5802">
                  <c:v>1.2719499999999999</c:v>
                </c:pt>
                <c:pt idx="5803">
                  <c:v>1.2722500000000001</c:v>
                </c:pt>
                <c:pt idx="5804">
                  <c:v>1.2725599999999999</c:v>
                </c:pt>
                <c:pt idx="5805">
                  <c:v>1.2728600000000001</c:v>
                </c:pt>
                <c:pt idx="5806">
                  <c:v>1.2731699999999999</c:v>
                </c:pt>
                <c:pt idx="5807">
                  <c:v>1.2734700000000001</c:v>
                </c:pt>
                <c:pt idx="5808">
                  <c:v>1.2737799999999999</c:v>
                </c:pt>
                <c:pt idx="5809">
                  <c:v>1.2740800000000001</c:v>
                </c:pt>
                <c:pt idx="5810">
                  <c:v>1.2743899999999999</c:v>
                </c:pt>
                <c:pt idx="5811">
                  <c:v>1.2746999999999999</c:v>
                </c:pt>
                <c:pt idx="5812">
                  <c:v>1.2749999999999999</c:v>
                </c:pt>
                <c:pt idx="5813">
                  <c:v>1.2753099999999999</c:v>
                </c:pt>
                <c:pt idx="5814">
                  <c:v>1.2756099999999999</c:v>
                </c:pt>
                <c:pt idx="5815">
                  <c:v>1.2759199999999999</c:v>
                </c:pt>
                <c:pt idx="5816">
                  <c:v>1.2762199999999999</c:v>
                </c:pt>
                <c:pt idx="5817">
                  <c:v>1.2765299999999999</c:v>
                </c:pt>
                <c:pt idx="5818">
                  <c:v>1.2768299999999999</c:v>
                </c:pt>
                <c:pt idx="5819">
                  <c:v>1.2771399999999999</c:v>
                </c:pt>
                <c:pt idx="5820">
                  <c:v>1.2774399999999999</c:v>
                </c:pt>
                <c:pt idx="5821">
                  <c:v>1.2777499999999999</c:v>
                </c:pt>
                <c:pt idx="5822">
                  <c:v>1.2780499999999999</c:v>
                </c:pt>
                <c:pt idx="5823">
                  <c:v>1.2783599999999999</c:v>
                </c:pt>
                <c:pt idx="5824">
                  <c:v>1.27867</c:v>
                </c:pt>
                <c:pt idx="5825">
                  <c:v>1.2789699999999999</c:v>
                </c:pt>
                <c:pt idx="5826">
                  <c:v>1.27928</c:v>
                </c:pt>
                <c:pt idx="5827">
                  <c:v>1.2795799999999999</c:v>
                </c:pt>
                <c:pt idx="5828">
                  <c:v>1.27989</c:v>
                </c:pt>
                <c:pt idx="5829">
                  <c:v>1.2801899999999999</c:v>
                </c:pt>
                <c:pt idx="5830">
                  <c:v>1.2805</c:v>
                </c:pt>
                <c:pt idx="5831">
                  <c:v>1.2807999999999999</c:v>
                </c:pt>
                <c:pt idx="5832">
                  <c:v>1.28111</c:v>
                </c:pt>
                <c:pt idx="5833">
                  <c:v>1.2814099999999999</c:v>
                </c:pt>
                <c:pt idx="5834">
                  <c:v>1.28172</c:v>
                </c:pt>
                <c:pt idx="5835">
                  <c:v>1.2820199999999999</c:v>
                </c:pt>
                <c:pt idx="5836">
                  <c:v>1.28233</c:v>
                </c:pt>
                <c:pt idx="5837">
                  <c:v>1.28264</c:v>
                </c:pt>
                <c:pt idx="5838">
                  <c:v>1.28294</c:v>
                </c:pt>
                <c:pt idx="5839">
                  <c:v>1.28325</c:v>
                </c:pt>
                <c:pt idx="5840">
                  <c:v>1.28355</c:v>
                </c:pt>
                <c:pt idx="5841">
                  <c:v>1.28386</c:v>
                </c:pt>
                <c:pt idx="5842">
                  <c:v>1.28416</c:v>
                </c:pt>
                <c:pt idx="5843">
                  <c:v>1.28447</c:v>
                </c:pt>
                <c:pt idx="5844">
                  <c:v>1.28477</c:v>
                </c:pt>
                <c:pt idx="5845">
                  <c:v>1.28508</c:v>
                </c:pt>
                <c:pt idx="5846">
                  <c:v>1.28538</c:v>
                </c:pt>
                <c:pt idx="5847">
                  <c:v>1.28569</c:v>
                </c:pt>
                <c:pt idx="5848">
                  <c:v>1.28599</c:v>
                </c:pt>
                <c:pt idx="5849">
                  <c:v>1.2863</c:v>
                </c:pt>
                <c:pt idx="5850">
                  <c:v>1.28661</c:v>
                </c:pt>
                <c:pt idx="5851">
                  <c:v>1.28691</c:v>
                </c:pt>
                <c:pt idx="5852">
                  <c:v>1.28722</c:v>
                </c:pt>
                <c:pt idx="5853">
                  <c:v>1.28752</c:v>
                </c:pt>
                <c:pt idx="5854">
                  <c:v>1.28783</c:v>
                </c:pt>
                <c:pt idx="5855">
                  <c:v>1.28813</c:v>
                </c:pt>
                <c:pt idx="5856">
                  <c:v>1.28844</c:v>
                </c:pt>
                <c:pt idx="5857">
                  <c:v>1.28874</c:v>
                </c:pt>
                <c:pt idx="5858">
                  <c:v>1.28905</c:v>
                </c:pt>
                <c:pt idx="5859">
                  <c:v>1.28935</c:v>
                </c:pt>
                <c:pt idx="5860">
                  <c:v>1.28966</c:v>
                </c:pt>
                <c:pt idx="5861">
                  <c:v>1.28996</c:v>
                </c:pt>
                <c:pt idx="5862">
                  <c:v>1.29027</c:v>
                </c:pt>
                <c:pt idx="5863">
                  <c:v>1.2905800000000001</c:v>
                </c:pt>
                <c:pt idx="5864">
                  <c:v>1.29088</c:v>
                </c:pt>
                <c:pt idx="5865">
                  <c:v>1.2911900000000001</c:v>
                </c:pt>
                <c:pt idx="5866">
                  <c:v>1.29149</c:v>
                </c:pt>
                <c:pt idx="5867">
                  <c:v>1.2918000000000001</c:v>
                </c:pt>
                <c:pt idx="5868">
                  <c:v>1.2921</c:v>
                </c:pt>
                <c:pt idx="5869">
                  <c:v>1.2924100000000001</c:v>
                </c:pt>
                <c:pt idx="5870">
                  <c:v>1.29271</c:v>
                </c:pt>
                <c:pt idx="5871">
                  <c:v>1.2930200000000001</c:v>
                </c:pt>
                <c:pt idx="5872">
                  <c:v>1.29332</c:v>
                </c:pt>
                <c:pt idx="5873">
                  <c:v>1.2936300000000001</c:v>
                </c:pt>
                <c:pt idx="5874">
                  <c:v>1.2939400000000001</c:v>
                </c:pt>
                <c:pt idx="5875">
                  <c:v>1.2942400000000001</c:v>
                </c:pt>
                <c:pt idx="5876">
                  <c:v>1.2945500000000001</c:v>
                </c:pt>
                <c:pt idx="5877">
                  <c:v>1.2948500000000001</c:v>
                </c:pt>
                <c:pt idx="5878">
                  <c:v>1.2951600000000001</c:v>
                </c:pt>
                <c:pt idx="5879">
                  <c:v>1.2954600000000001</c:v>
                </c:pt>
                <c:pt idx="5880">
                  <c:v>1.2957700000000001</c:v>
                </c:pt>
                <c:pt idx="5881">
                  <c:v>1.2960700000000001</c:v>
                </c:pt>
                <c:pt idx="5882">
                  <c:v>1.2963800000000001</c:v>
                </c:pt>
                <c:pt idx="5883">
                  <c:v>1.2966800000000001</c:v>
                </c:pt>
                <c:pt idx="5884">
                  <c:v>1.2969900000000001</c:v>
                </c:pt>
                <c:pt idx="5885">
                  <c:v>1.2972900000000001</c:v>
                </c:pt>
                <c:pt idx="5886">
                  <c:v>1.2976000000000001</c:v>
                </c:pt>
                <c:pt idx="5887">
                  <c:v>1.2979099999999999</c:v>
                </c:pt>
                <c:pt idx="5888">
                  <c:v>1.2982100000000001</c:v>
                </c:pt>
                <c:pt idx="5889">
                  <c:v>1.2985199999999999</c:v>
                </c:pt>
                <c:pt idx="5890">
                  <c:v>1.2988200000000001</c:v>
                </c:pt>
                <c:pt idx="5891">
                  <c:v>1.2991299999999999</c:v>
                </c:pt>
                <c:pt idx="5892">
                  <c:v>1.2994300000000001</c:v>
                </c:pt>
                <c:pt idx="5893">
                  <c:v>1.2997399999999999</c:v>
                </c:pt>
                <c:pt idx="5894">
                  <c:v>1.3000400000000001</c:v>
                </c:pt>
                <c:pt idx="5895">
                  <c:v>1.3003499999999999</c:v>
                </c:pt>
                <c:pt idx="5896">
                  <c:v>1.3006500000000001</c:v>
                </c:pt>
                <c:pt idx="5897">
                  <c:v>1.3009599999999999</c:v>
                </c:pt>
                <c:pt idx="5898">
                  <c:v>1.3012600000000001</c:v>
                </c:pt>
                <c:pt idx="5899">
                  <c:v>1.3015699999999999</c:v>
                </c:pt>
                <c:pt idx="5900">
                  <c:v>1.3018799999999999</c:v>
                </c:pt>
                <c:pt idx="5901">
                  <c:v>1.3021799999999999</c:v>
                </c:pt>
                <c:pt idx="5902">
                  <c:v>1.3024899999999999</c:v>
                </c:pt>
                <c:pt idx="5903">
                  <c:v>1.3027899999999999</c:v>
                </c:pt>
                <c:pt idx="5904">
                  <c:v>1.3030999999999999</c:v>
                </c:pt>
                <c:pt idx="5905">
                  <c:v>1.3033999999999999</c:v>
                </c:pt>
                <c:pt idx="5906">
                  <c:v>1.3037099999999999</c:v>
                </c:pt>
                <c:pt idx="5907">
                  <c:v>1.3040099999999999</c:v>
                </c:pt>
                <c:pt idx="5908">
                  <c:v>1.3043199999999999</c:v>
                </c:pt>
                <c:pt idx="5909">
                  <c:v>1.3046199999999999</c:v>
                </c:pt>
                <c:pt idx="5910">
                  <c:v>1.3049299999999999</c:v>
                </c:pt>
                <c:pt idx="5911">
                  <c:v>1.3052299999999999</c:v>
                </c:pt>
                <c:pt idx="5912">
                  <c:v>1.3055399999999999</c:v>
                </c:pt>
                <c:pt idx="5913">
                  <c:v>1.30585</c:v>
                </c:pt>
                <c:pt idx="5914">
                  <c:v>1.3061499999999999</c:v>
                </c:pt>
                <c:pt idx="5915">
                  <c:v>1.30646</c:v>
                </c:pt>
                <c:pt idx="5916">
                  <c:v>1.3067599999999999</c:v>
                </c:pt>
                <c:pt idx="5917">
                  <c:v>1.30707</c:v>
                </c:pt>
                <c:pt idx="5918">
                  <c:v>1.3073699999999999</c:v>
                </c:pt>
                <c:pt idx="5919">
                  <c:v>1.30768</c:v>
                </c:pt>
                <c:pt idx="5920">
                  <c:v>1.3079799999999999</c:v>
                </c:pt>
                <c:pt idx="5921">
                  <c:v>1.30829</c:v>
                </c:pt>
                <c:pt idx="5922">
                  <c:v>1.3085899999999999</c:v>
                </c:pt>
                <c:pt idx="5923">
                  <c:v>1.3089</c:v>
                </c:pt>
                <c:pt idx="5924">
                  <c:v>1.30921</c:v>
                </c:pt>
                <c:pt idx="5925">
                  <c:v>1.30951</c:v>
                </c:pt>
                <c:pt idx="5926">
                  <c:v>1.30982</c:v>
                </c:pt>
                <c:pt idx="5927">
                  <c:v>1.31012</c:v>
                </c:pt>
                <c:pt idx="5928">
                  <c:v>1.31043</c:v>
                </c:pt>
                <c:pt idx="5929">
                  <c:v>1.31073</c:v>
                </c:pt>
                <c:pt idx="5930">
                  <c:v>1.31104</c:v>
                </c:pt>
                <c:pt idx="5931">
                  <c:v>1.31134</c:v>
                </c:pt>
                <c:pt idx="5932">
                  <c:v>1.31165</c:v>
                </c:pt>
                <c:pt idx="5933">
                  <c:v>1.3119499999999999</c:v>
                </c:pt>
                <c:pt idx="5934">
                  <c:v>1.31226</c:v>
                </c:pt>
                <c:pt idx="5935">
                  <c:v>1.3125599999999999</c:v>
                </c:pt>
                <c:pt idx="5936">
                  <c:v>1.31287</c:v>
                </c:pt>
                <c:pt idx="5937">
                  <c:v>1.31318</c:v>
                </c:pt>
                <c:pt idx="5938">
                  <c:v>1.31348</c:v>
                </c:pt>
                <c:pt idx="5939">
                  <c:v>1.31379</c:v>
                </c:pt>
                <c:pt idx="5940">
                  <c:v>1.31409</c:v>
                </c:pt>
                <c:pt idx="5941">
                  <c:v>1.3144</c:v>
                </c:pt>
                <c:pt idx="5942">
                  <c:v>1.3147</c:v>
                </c:pt>
                <c:pt idx="5943">
                  <c:v>1.31501</c:v>
                </c:pt>
                <c:pt idx="5944">
                  <c:v>1.31531</c:v>
                </c:pt>
                <c:pt idx="5945">
                  <c:v>1.31562</c:v>
                </c:pt>
                <c:pt idx="5946">
                  <c:v>1.31592</c:v>
                </c:pt>
                <c:pt idx="5947">
                  <c:v>1.31623</c:v>
                </c:pt>
                <c:pt idx="5948">
                  <c:v>1.31653</c:v>
                </c:pt>
                <c:pt idx="5949">
                  <c:v>1.31684</c:v>
                </c:pt>
                <c:pt idx="5950">
                  <c:v>1.31715</c:v>
                </c:pt>
                <c:pt idx="5951">
                  <c:v>1.31745</c:v>
                </c:pt>
                <c:pt idx="5952">
                  <c:v>1.31776</c:v>
                </c:pt>
                <c:pt idx="5953">
                  <c:v>1.31806</c:v>
                </c:pt>
                <c:pt idx="5954">
                  <c:v>1.31837</c:v>
                </c:pt>
                <c:pt idx="5955">
                  <c:v>1.31867</c:v>
                </c:pt>
                <c:pt idx="5956">
                  <c:v>1.31898</c:v>
                </c:pt>
                <c:pt idx="5957">
                  <c:v>1.31928</c:v>
                </c:pt>
                <c:pt idx="5958">
                  <c:v>1.31959</c:v>
                </c:pt>
                <c:pt idx="5959">
                  <c:v>1.31989</c:v>
                </c:pt>
                <c:pt idx="5960">
                  <c:v>1.3202</c:v>
                </c:pt>
                <c:pt idx="5961">
                  <c:v>1.3205</c:v>
                </c:pt>
                <c:pt idx="5962">
                  <c:v>1.32081</c:v>
                </c:pt>
                <c:pt idx="5963">
                  <c:v>1.3211200000000001</c:v>
                </c:pt>
                <c:pt idx="5964">
                  <c:v>1.32142</c:v>
                </c:pt>
                <c:pt idx="5965">
                  <c:v>1.3217300000000001</c:v>
                </c:pt>
                <c:pt idx="5966">
                  <c:v>1.32203</c:v>
                </c:pt>
                <c:pt idx="5967">
                  <c:v>1.3223400000000001</c:v>
                </c:pt>
                <c:pt idx="5968">
                  <c:v>1.32264</c:v>
                </c:pt>
                <c:pt idx="5969">
                  <c:v>1.3229500000000001</c:v>
                </c:pt>
                <c:pt idx="5970">
                  <c:v>1.32325</c:v>
                </c:pt>
                <c:pt idx="5971">
                  <c:v>1.3235600000000001</c:v>
                </c:pt>
                <c:pt idx="5972">
                  <c:v>1.32386</c:v>
                </c:pt>
                <c:pt idx="5973">
                  <c:v>1.3241700000000001</c:v>
                </c:pt>
                <c:pt idx="5974">
                  <c:v>1.32447</c:v>
                </c:pt>
                <c:pt idx="5975">
                  <c:v>1.3247800000000001</c:v>
                </c:pt>
                <c:pt idx="5976">
                  <c:v>1.3250900000000001</c:v>
                </c:pt>
                <c:pt idx="5977">
                  <c:v>1.3253900000000001</c:v>
                </c:pt>
                <c:pt idx="5978">
                  <c:v>1.3257000000000001</c:v>
                </c:pt>
                <c:pt idx="5979">
                  <c:v>1.3260000000000001</c:v>
                </c:pt>
                <c:pt idx="5980">
                  <c:v>1.3263100000000001</c:v>
                </c:pt>
                <c:pt idx="5981">
                  <c:v>1.3266100000000001</c:v>
                </c:pt>
                <c:pt idx="5982">
                  <c:v>1.3269200000000001</c:v>
                </c:pt>
                <c:pt idx="5983">
                  <c:v>1.3272200000000001</c:v>
                </c:pt>
                <c:pt idx="5984">
                  <c:v>1.3275300000000001</c:v>
                </c:pt>
                <c:pt idx="5985">
                  <c:v>1.3278300000000001</c:v>
                </c:pt>
                <c:pt idx="5986">
                  <c:v>1.3281400000000001</c:v>
                </c:pt>
                <c:pt idx="5987">
                  <c:v>1.3284499999999999</c:v>
                </c:pt>
                <c:pt idx="5988">
                  <c:v>1.3287500000000001</c:v>
                </c:pt>
                <c:pt idx="5989">
                  <c:v>1.3290599999999999</c:v>
                </c:pt>
                <c:pt idx="5990">
                  <c:v>1.3293600000000001</c:v>
                </c:pt>
                <c:pt idx="5991">
                  <c:v>1.3296699999999999</c:v>
                </c:pt>
                <c:pt idx="5992">
                  <c:v>1.3299700000000001</c:v>
                </c:pt>
                <c:pt idx="5993">
                  <c:v>1.3302799999999999</c:v>
                </c:pt>
                <c:pt idx="5994">
                  <c:v>1.3305800000000001</c:v>
                </c:pt>
                <c:pt idx="5995">
                  <c:v>1.3308899999999999</c:v>
                </c:pt>
                <c:pt idx="5996">
                  <c:v>1.3311900000000001</c:v>
                </c:pt>
                <c:pt idx="5997">
                  <c:v>1.3314999999999999</c:v>
                </c:pt>
                <c:pt idx="5998">
                  <c:v>1.3318000000000001</c:v>
                </c:pt>
                <c:pt idx="5999">
                  <c:v>1.3321099999999999</c:v>
                </c:pt>
                <c:pt idx="6000">
                  <c:v>1.3324199999999999</c:v>
                </c:pt>
                <c:pt idx="6001">
                  <c:v>1.3327199999999999</c:v>
                </c:pt>
                <c:pt idx="6002">
                  <c:v>1.3330299999999999</c:v>
                </c:pt>
                <c:pt idx="6003">
                  <c:v>1.3333299999999999</c:v>
                </c:pt>
                <c:pt idx="6004">
                  <c:v>1.3336399999999999</c:v>
                </c:pt>
                <c:pt idx="6005">
                  <c:v>1.3339399999999999</c:v>
                </c:pt>
                <c:pt idx="6006">
                  <c:v>1.3342499999999999</c:v>
                </c:pt>
                <c:pt idx="6007">
                  <c:v>1.3345499999999999</c:v>
                </c:pt>
                <c:pt idx="6008">
                  <c:v>1.3348599999999999</c:v>
                </c:pt>
                <c:pt idx="6009">
                  <c:v>1.3351599999999999</c:v>
                </c:pt>
                <c:pt idx="6010">
                  <c:v>1.3354699999999999</c:v>
                </c:pt>
                <c:pt idx="6011">
                  <c:v>1.3357699999999999</c:v>
                </c:pt>
                <c:pt idx="6012">
                  <c:v>1.3360799999999999</c:v>
                </c:pt>
                <c:pt idx="6013">
                  <c:v>1.33639</c:v>
                </c:pt>
                <c:pt idx="6014">
                  <c:v>1.3366899999999999</c:v>
                </c:pt>
                <c:pt idx="6015">
                  <c:v>1.337</c:v>
                </c:pt>
                <c:pt idx="6016">
                  <c:v>1.3372999999999999</c:v>
                </c:pt>
                <c:pt idx="6017">
                  <c:v>1.33761</c:v>
                </c:pt>
                <c:pt idx="6018">
                  <c:v>1.3379099999999999</c:v>
                </c:pt>
                <c:pt idx="6019">
                  <c:v>1.33822</c:v>
                </c:pt>
                <c:pt idx="6020">
                  <c:v>1.3385199999999999</c:v>
                </c:pt>
                <c:pt idx="6021">
                  <c:v>1.33883</c:v>
                </c:pt>
                <c:pt idx="6022">
                  <c:v>1.3391299999999999</c:v>
                </c:pt>
                <c:pt idx="6023">
                  <c:v>1.33944</c:v>
                </c:pt>
                <c:pt idx="6024">
                  <c:v>1.3397399999999999</c:v>
                </c:pt>
                <c:pt idx="6025">
                  <c:v>1.34005</c:v>
                </c:pt>
                <c:pt idx="6026">
                  <c:v>1.34036</c:v>
                </c:pt>
                <c:pt idx="6027">
                  <c:v>1.34066</c:v>
                </c:pt>
                <c:pt idx="6028">
                  <c:v>1.34097</c:v>
                </c:pt>
                <c:pt idx="6029">
                  <c:v>1.34127</c:v>
                </c:pt>
                <c:pt idx="6030">
                  <c:v>1.34158</c:v>
                </c:pt>
                <c:pt idx="6031">
                  <c:v>1.34188</c:v>
                </c:pt>
                <c:pt idx="6032">
                  <c:v>1.34219</c:v>
                </c:pt>
                <c:pt idx="6033">
                  <c:v>1.34249</c:v>
                </c:pt>
                <c:pt idx="6034">
                  <c:v>1.3428</c:v>
                </c:pt>
                <c:pt idx="6035">
                  <c:v>1.3431</c:v>
                </c:pt>
                <c:pt idx="6036">
                  <c:v>1.34341</c:v>
                </c:pt>
                <c:pt idx="6037">
                  <c:v>1.34371</c:v>
                </c:pt>
                <c:pt idx="6038">
                  <c:v>1.34402</c:v>
                </c:pt>
                <c:pt idx="6039">
                  <c:v>1.34433</c:v>
                </c:pt>
                <c:pt idx="6040">
                  <c:v>1.34463</c:v>
                </c:pt>
                <c:pt idx="6041">
                  <c:v>1.34494</c:v>
                </c:pt>
                <c:pt idx="6042">
                  <c:v>1.34524</c:v>
                </c:pt>
                <c:pt idx="6043">
                  <c:v>1.34555</c:v>
                </c:pt>
                <c:pt idx="6044">
                  <c:v>1.34585</c:v>
                </c:pt>
                <c:pt idx="6045">
                  <c:v>1.34616</c:v>
                </c:pt>
                <c:pt idx="6046">
                  <c:v>1.34646</c:v>
                </c:pt>
                <c:pt idx="6047">
                  <c:v>1.34677</c:v>
                </c:pt>
                <c:pt idx="6048">
                  <c:v>1.34707</c:v>
                </c:pt>
                <c:pt idx="6049">
                  <c:v>1.34738</c:v>
                </c:pt>
                <c:pt idx="6050">
                  <c:v>1.3476900000000001</c:v>
                </c:pt>
                <c:pt idx="6051">
                  <c:v>1.34799</c:v>
                </c:pt>
                <c:pt idx="6052">
                  <c:v>1.3483000000000001</c:v>
                </c:pt>
                <c:pt idx="6053">
                  <c:v>1.3486</c:v>
                </c:pt>
                <c:pt idx="6054">
                  <c:v>1.3489100000000001</c:v>
                </c:pt>
                <c:pt idx="6055">
                  <c:v>1.34921</c:v>
                </c:pt>
                <c:pt idx="6056">
                  <c:v>1.3495200000000001</c:v>
                </c:pt>
                <c:pt idx="6057">
                  <c:v>1.34982</c:v>
                </c:pt>
                <c:pt idx="6058">
                  <c:v>1.3501300000000001</c:v>
                </c:pt>
                <c:pt idx="6059">
                  <c:v>1.35043</c:v>
                </c:pt>
                <c:pt idx="6060">
                  <c:v>1.3507400000000001</c:v>
                </c:pt>
                <c:pt idx="6061">
                  <c:v>1.35104</c:v>
                </c:pt>
                <c:pt idx="6062">
                  <c:v>1.3513500000000001</c:v>
                </c:pt>
                <c:pt idx="6063">
                  <c:v>1.3516600000000001</c:v>
                </c:pt>
                <c:pt idx="6064">
                  <c:v>1.3519600000000001</c:v>
                </c:pt>
                <c:pt idx="6065">
                  <c:v>1.3522700000000001</c:v>
                </c:pt>
                <c:pt idx="6066">
                  <c:v>1.3525700000000001</c:v>
                </c:pt>
                <c:pt idx="6067">
                  <c:v>1.3528800000000001</c:v>
                </c:pt>
                <c:pt idx="6068">
                  <c:v>1.35318</c:v>
                </c:pt>
                <c:pt idx="6069">
                  <c:v>1.3534900000000001</c:v>
                </c:pt>
                <c:pt idx="6070">
                  <c:v>1.35379</c:v>
                </c:pt>
                <c:pt idx="6071">
                  <c:v>1.3541000000000001</c:v>
                </c:pt>
                <c:pt idx="6072">
                  <c:v>1.3544</c:v>
                </c:pt>
                <c:pt idx="6073">
                  <c:v>1.3547100000000001</c:v>
                </c:pt>
                <c:pt idx="6074">
                  <c:v>1.35501</c:v>
                </c:pt>
                <c:pt idx="6075">
                  <c:v>1.3553200000000001</c:v>
                </c:pt>
                <c:pt idx="6076">
                  <c:v>1.3556299999999999</c:v>
                </c:pt>
                <c:pt idx="6077">
                  <c:v>1.3559300000000001</c:v>
                </c:pt>
                <c:pt idx="6078">
                  <c:v>1.3562399999999999</c:v>
                </c:pt>
                <c:pt idx="6079">
                  <c:v>1.3565400000000001</c:v>
                </c:pt>
                <c:pt idx="6080">
                  <c:v>1.3568499999999999</c:v>
                </c:pt>
                <c:pt idx="6081">
                  <c:v>1.3571500000000001</c:v>
                </c:pt>
                <c:pt idx="6082">
                  <c:v>1.3574600000000001</c:v>
                </c:pt>
                <c:pt idx="6083">
                  <c:v>1.3577600000000001</c:v>
                </c:pt>
                <c:pt idx="6084">
                  <c:v>1.3580700000000001</c:v>
                </c:pt>
                <c:pt idx="6085">
                  <c:v>1.3583700000000001</c:v>
                </c:pt>
                <c:pt idx="6086">
                  <c:v>1.3586800000000001</c:v>
                </c:pt>
                <c:pt idx="6087">
                  <c:v>1.3589800000000001</c:v>
                </c:pt>
                <c:pt idx="6088">
                  <c:v>1.3592900000000001</c:v>
                </c:pt>
                <c:pt idx="6089">
                  <c:v>1.3595999999999999</c:v>
                </c:pt>
                <c:pt idx="6090">
                  <c:v>1.3599000000000001</c:v>
                </c:pt>
                <c:pt idx="6091">
                  <c:v>1.3602099999999999</c:v>
                </c:pt>
                <c:pt idx="6092">
                  <c:v>1.3605100000000001</c:v>
                </c:pt>
                <c:pt idx="6093">
                  <c:v>1.3608199999999999</c:v>
                </c:pt>
                <c:pt idx="6094">
                  <c:v>1.3611200000000001</c:v>
                </c:pt>
                <c:pt idx="6095">
                  <c:v>1.3614299999999999</c:v>
                </c:pt>
                <c:pt idx="6096">
                  <c:v>1.3617300000000001</c:v>
                </c:pt>
                <c:pt idx="6097">
                  <c:v>1.3620399999999999</c:v>
                </c:pt>
                <c:pt idx="6098">
                  <c:v>1.3623400000000001</c:v>
                </c:pt>
                <c:pt idx="6099">
                  <c:v>1.3626499999999999</c:v>
                </c:pt>
                <c:pt idx="6100">
                  <c:v>1.3629500000000001</c:v>
                </c:pt>
                <c:pt idx="6101">
                  <c:v>1.3632599999999999</c:v>
                </c:pt>
                <c:pt idx="6102">
                  <c:v>1.3635699999999999</c:v>
                </c:pt>
                <c:pt idx="6103">
                  <c:v>1.3638699999999999</c:v>
                </c:pt>
                <c:pt idx="6104">
                  <c:v>1.3641799999999999</c:v>
                </c:pt>
                <c:pt idx="6105">
                  <c:v>1.3644799999999999</c:v>
                </c:pt>
                <c:pt idx="6106">
                  <c:v>1.3647899999999999</c:v>
                </c:pt>
                <c:pt idx="6107">
                  <c:v>1.3650899999999999</c:v>
                </c:pt>
                <c:pt idx="6108">
                  <c:v>1.3653999999999999</c:v>
                </c:pt>
                <c:pt idx="6109">
                  <c:v>1.3656999999999999</c:v>
                </c:pt>
                <c:pt idx="6110">
                  <c:v>1.3660099999999999</c:v>
                </c:pt>
                <c:pt idx="6111">
                  <c:v>1.3663099999999999</c:v>
                </c:pt>
                <c:pt idx="6112">
                  <c:v>1.3666199999999999</c:v>
                </c:pt>
                <c:pt idx="6113">
                  <c:v>1.36693</c:v>
                </c:pt>
                <c:pt idx="6114">
                  <c:v>1.3672299999999999</c:v>
                </c:pt>
                <c:pt idx="6115">
                  <c:v>1.36754</c:v>
                </c:pt>
                <c:pt idx="6116">
                  <c:v>1.3678399999999999</c:v>
                </c:pt>
                <c:pt idx="6117">
                  <c:v>1.36815</c:v>
                </c:pt>
                <c:pt idx="6118">
                  <c:v>1.3684499999999999</c:v>
                </c:pt>
                <c:pt idx="6119">
                  <c:v>1.36876</c:v>
                </c:pt>
                <c:pt idx="6120">
                  <c:v>1.3690599999999999</c:v>
                </c:pt>
                <c:pt idx="6121">
                  <c:v>1.36937</c:v>
                </c:pt>
                <c:pt idx="6122">
                  <c:v>1.3696699999999999</c:v>
                </c:pt>
                <c:pt idx="6123">
                  <c:v>1.36998</c:v>
                </c:pt>
                <c:pt idx="6124">
                  <c:v>1.3702799999999999</c:v>
                </c:pt>
                <c:pt idx="6125">
                  <c:v>1.37059</c:v>
                </c:pt>
                <c:pt idx="6126">
                  <c:v>1.3709</c:v>
                </c:pt>
                <c:pt idx="6127">
                  <c:v>1.3712</c:v>
                </c:pt>
                <c:pt idx="6128">
                  <c:v>1.37151</c:v>
                </c:pt>
                <c:pt idx="6129">
                  <c:v>1.37181</c:v>
                </c:pt>
                <c:pt idx="6130">
                  <c:v>1.37212</c:v>
                </c:pt>
                <c:pt idx="6131">
                  <c:v>1.37242</c:v>
                </c:pt>
                <c:pt idx="6132">
                  <c:v>1.37273</c:v>
                </c:pt>
                <c:pt idx="6133">
                  <c:v>1.37303</c:v>
                </c:pt>
                <c:pt idx="6134">
                  <c:v>1.37334</c:v>
                </c:pt>
                <c:pt idx="6135">
                  <c:v>1.37364</c:v>
                </c:pt>
                <c:pt idx="6136">
                  <c:v>1.37395</c:v>
                </c:pt>
                <c:pt idx="6137">
                  <c:v>1.37425</c:v>
                </c:pt>
                <c:pt idx="6138">
                  <c:v>1.37456</c:v>
                </c:pt>
                <c:pt idx="6139">
                  <c:v>1.37487</c:v>
                </c:pt>
                <c:pt idx="6140">
                  <c:v>1.37517</c:v>
                </c:pt>
                <c:pt idx="6141">
                  <c:v>1.37548</c:v>
                </c:pt>
                <c:pt idx="6142">
                  <c:v>1.37578</c:v>
                </c:pt>
                <c:pt idx="6143">
                  <c:v>1.37609</c:v>
                </c:pt>
                <c:pt idx="6144">
                  <c:v>1.37639</c:v>
                </c:pt>
                <c:pt idx="6145">
                  <c:v>1.3767</c:v>
                </c:pt>
                <c:pt idx="6146">
                  <c:v>1.377</c:v>
                </c:pt>
                <c:pt idx="6147">
                  <c:v>1.37731</c:v>
                </c:pt>
                <c:pt idx="6148">
                  <c:v>1.37761</c:v>
                </c:pt>
                <c:pt idx="6149">
                  <c:v>1.37792</c:v>
                </c:pt>
                <c:pt idx="6150">
                  <c:v>1.37822</c:v>
                </c:pt>
                <c:pt idx="6151">
                  <c:v>1.37853</c:v>
                </c:pt>
                <c:pt idx="6152">
                  <c:v>1.3788400000000001</c:v>
                </c:pt>
                <c:pt idx="6153">
                  <c:v>1.37914</c:v>
                </c:pt>
                <c:pt idx="6154">
                  <c:v>1.3794500000000001</c:v>
                </c:pt>
                <c:pt idx="6155">
                  <c:v>1.37975</c:v>
                </c:pt>
                <c:pt idx="6156">
                  <c:v>1.3800600000000001</c:v>
                </c:pt>
                <c:pt idx="6157">
                  <c:v>1.38036</c:v>
                </c:pt>
                <c:pt idx="6158">
                  <c:v>1.3806700000000001</c:v>
                </c:pt>
                <c:pt idx="6159">
                  <c:v>1.38097</c:v>
                </c:pt>
                <c:pt idx="6160">
                  <c:v>1.3812800000000001</c:v>
                </c:pt>
                <c:pt idx="6161">
                  <c:v>1.38158</c:v>
                </c:pt>
                <c:pt idx="6162">
                  <c:v>1.3818900000000001</c:v>
                </c:pt>
                <c:pt idx="6163">
                  <c:v>1.3822000000000001</c:v>
                </c:pt>
                <c:pt idx="6164">
                  <c:v>1.3825000000000001</c:v>
                </c:pt>
                <c:pt idx="6165">
                  <c:v>1.3828100000000001</c:v>
                </c:pt>
                <c:pt idx="6166">
                  <c:v>1.3831100000000001</c:v>
                </c:pt>
                <c:pt idx="6167">
                  <c:v>1.3834200000000001</c:v>
                </c:pt>
                <c:pt idx="6168">
                  <c:v>1.3837200000000001</c:v>
                </c:pt>
                <c:pt idx="6169">
                  <c:v>1.3840300000000001</c:v>
                </c:pt>
                <c:pt idx="6170">
                  <c:v>1.3843300000000001</c:v>
                </c:pt>
                <c:pt idx="6171">
                  <c:v>1.3846400000000001</c:v>
                </c:pt>
                <c:pt idx="6172">
                  <c:v>1.3849400000000001</c:v>
                </c:pt>
                <c:pt idx="6173">
                  <c:v>1.3852500000000001</c:v>
                </c:pt>
                <c:pt idx="6174">
                  <c:v>1.3855500000000001</c:v>
                </c:pt>
                <c:pt idx="6175">
                  <c:v>1.3858600000000001</c:v>
                </c:pt>
                <c:pt idx="6176">
                  <c:v>1.3861699999999999</c:v>
                </c:pt>
                <c:pt idx="6177">
                  <c:v>1.3864700000000001</c:v>
                </c:pt>
                <c:pt idx="6178">
                  <c:v>1.3867799999999999</c:v>
                </c:pt>
                <c:pt idx="6179">
                  <c:v>1.3870800000000001</c:v>
                </c:pt>
                <c:pt idx="6180">
                  <c:v>1.3873899999999999</c:v>
                </c:pt>
                <c:pt idx="6181">
                  <c:v>1.3876900000000001</c:v>
                </c:pt>
                <c:pt idx="6182">
                  <c:v>1.3879999999999999</c:v>
                </c:pt>
                <c:pt idx="6183">
                  <c:v>1.3883000000000001</c:v>
                </c:pt>
                <c:pt idx="6184">
                  <c:v>1.3886099999999999</c:v>
                </c:pt>
                <c:pt idx="6185">
                  <c:v>1.3889100000000001</c:v>
                </c:pt>
                <c:pt idx="6186">
                  <c:v>1.3892199999999999</c:v>
                </c:pt>
                <c:pt idx="6187">
                  <c:v>1.3895200000000001</c:v>
                </c:pt>
                <c:pt idx="6188">
                  <c:v>1.3898299999999999</c:v>
                </c:pt>
                <c:pt idx="6189">
                  <c:v>1.3901399999999999</c:v>
                </c:pt>
                <c:pt idx="6190">
                  <c:v>1.3904399999999999</c:v>
                </c:pt>
                <c:pt idx="6191">
                  <c:v>1.3907499999999999</c:v>
                </c:pt>
                <c:pt idx="6192">
                  <c:v>1.3910499999999999</c:v>
                </c:pt>
                <c:pt idx="6193">
                  <c:v>1.3913599999999999</c:v>
                </c:pt>
                <c:pt idx="6194">
                  <c:v>1.3916599999999999</c:v>
                </c:pt>
                <c:pt idx="6195">
                  <c:v>1.3919699999999999</c:v>
                </c:pt>
                <c:pt idx="6196">
                  <c:v>1.3922699999999999</c:v>
                </c:pt>
                <c:pt idx="6197">
                  <c:v>1.3925799999999999</c:v>
                </c:pt>
                <c:pt idx="6198">
                  <c:v>1.3928799999999999</c:v>
                </c:pt>
                <c:pt idx="6199">
                  <c:v>1.3931899999999999</c:v>
                </c:pt>
                <c:pt idx="6200">
                  <c:v>1.3934899999999999</c:v>
                </c:pt>
                <c:pt idx="6201">
                  <c:v>1.3937999999999999</c:v>
                </c:pt>
                <c:pt idx="6202">
                  <c:v>1.39411</c:v>
                </c:pt>
                <c:pt idx="6203">
                  <c:v>1.3944099999999999</c:v>
                </c:pt>
                <c:pt idx="6204">
                  <c:v>1.39472</c:v>
                </c:pt>
                <c:pt idx="6205">
                  <c:v>1.3950199999999999</c:v>
                </c:pt>
                <c:pt idx="6206">
                  <c:v>1.39533</c:v>
                </c:pt>
                <c:pt idx="6207">
                  <c:v>1.3956299999999999</c:v>
                </c:pt>
                <c:pt idx="6208">
                  <c:v>1.39594</c:v>
                </c:pt>
                <c:pt idx="6209">
                  <c:v>1.3962399999999999</c:v>
                </c:pt>
                <c:pt idx="6210">
                  <c:v>1.39655</c:v>
                </c:pt>
                <c:pt idx="6211">
                  <c:v>1.3968499999999999</c:v>
                </c:pt>
                <c:pt idx="6212">
                  <c:v>1.39716</c:v>
                </c:pt>
                <c:pt idx="6213">
                  <c:v>1.3974599999999999</c:v>
                </c:pt>
                <c:pt idx="6214">
                  <c:v>1.39777</c:v>
                </c:pt>
                <c:pt idx="6215">
                  <c:v>1.39808</c:v>
                </c:pt>
                <c:pt idx="6216">
                  <c:v>1.39838</c:v>
                </c:pt>
                <c:pt idx="6217">
                  <c:v>1.39869</c:v>
                </c:pt>
                <c:pt idx="6218">
                  <c:v>1.39899</c:v>
                </c:pt>
                <c:pt idx="6219">
                  <c:v>1.3993</c:v>
                </c:pt>
                <c:pt idx="6220">
                  <c:v>1.3996</c:v>
                </c:pt>
                <c:pt idx="6221">
                  <c:v>1.39991</c:v>
                </c:pt>
                <c:pt idx="6222">
                  <c:v>1.40021</c:v>
                </c:pt>
                <c:pt idx="6223">
                  <c:v>1.40052</c:v>
                </c:pt>
                <c:pt idx="6224">
                  <c:v>1.40082</c:v>
                </c:pt>
                <c:pt idx="6225">
                  <c:v>1.40113</c:v>
                </c:pt>
                <c:pt idx="6226">
                  <c:v>1.40144</c:v>
                </c:pt>
                <c:pt idx="6227">
                  <c:v>1.40174</c:v>
                </c:pt>
                <c:pt idx="6228">
                  <c:v>1.40205</c:v>
                </c:pt>
                <c:pt idx="6229">
                  <c:v>1.40235</c:v>
                </c:pt>
                <c:pt idx="6230">
                  <c:v>1.40266</c:v>
                </c:pt>
                <c:pt idx="6231">
                  <c:v>1.40296</c:v>
                </c:pt>
                <c:pt idx="6232">
                  <c:v>1.40327</c:v>
                </c:pt>
                <c:pt idx="6233">
                  <c:v>1.40357</c:v>
                </c:pt>
                <c:pt idx="6234">
                  <c:v>1.40388</c:v>
                </c:pt>
                <c:pt idx="6235">
                  <c:v>1.40418</c:v>
                </c:pt>
                <c:pt idx="6236">
                  <c:v>1.40449</c:v>
                </c:pt>
                <c:pt idx="6237">
                  <c:v>1.40479</c:v>
                </c:pt>
                <c:pt idx="6238">
                  <c:v>1.4051</c:v>
                </c:pt>
                <c:pt idx="6239">
                  <c:v>1.40541</c:v>
                </c:pt>
                <c:pt idx="6240">
                  <c:v>1.40571</c:v>
                </c:pt>
                <c:pt idx="6241">
                  <c:v>1.40602</c:v>
                </c:pt>
                <c:pt idx="6242">
                  <c:v>1.40632</c:v>
                </c:pt>
                <c:pt idx="6243">
                  <c:v>1.40663</c:v>
                </c:pt>
                <c:pt idx="6244">
                  <c:v>1.40693</c:v>
                </c:pt>
                <c:pt idx="6245">
                  <c:v>1.40724</c:v>
                </c:pt>
                <c:pt idx="6246">
                  <c:v>1.40754</c:v>
                </c:pt>
                <c:pt idx="6247">
                  <c:v>1.40785</c:v>
                </c:pt>
                <c:pt idx="6248">
                  <c:v>1.40815</c:v>
                </c:pt>
                <c:pt idx="6249">
                  <c:v>1.40846</c:v>
                </c:pt>
                <c:pt idx="6250">
                  <c:v>1.40876</c:v>
                </c:pt>
                <c:pt idx="6251">
                  <c:v>1.40907</c:v>
                </c:pt>
                <c:pt idx="6252">
                  <c:v>1.4093800000000001</c:v>
                </c:pt>
                <c:pt idx="6253">
                  <c:v>1.40968</c:v>
                </c:pt>
                <c:pt idx="6254">
                  <c:v>1.4099900000000001</c:v>
                </c:pt>
                <c:pt idx="6255">
                  <c:v>1.41029</c:v>
                </c:pt>
                <c:pt idx="6256">
                  <c:v>1.4106000000000001</c:v>
                </c:pt>
                <c:pt idx="6257">
                  <c:v>1.4109</c:v>
                </c:pt>
                <c:pt idx="6258">
                  <c:v>1.4112100000000001</c:v>
                </c:pt>
                <c:pt idx="6259">
                  <c:v>1.41151</c:v>
                </c:pt>
                <c:pt idx="6260">
                  <c:v>1.4118200000000001</c:v>
                </c:pt>
                <c:pt idx="6261">
                  <c:v>1.41212</c:v>
                </c:pt>
                <c:pt idx="6262">
                  <c:v>1.4124300000000001</c:v>
                </c:pt>
                <c:pt idx="6263">
                  <c:v>1.41273</c:v>
                </c:pt>
                <c:pt idx="6264">
                  <c:v>1.4130400000000001</c:v>
                </c:pt>
                <c:pt idx="6265">
                  <c:v>1.4133500000000001</c:v>
                </c:pt>
                <c:pt idx="6266">
                  <c:v>1.4136500000000001</c:v>
                </c:pt>
                <c:pt idx="6267">
                  <c:v>1.4139600000000001</c:v>
                </c:pt>
                <c:pt idx="6268">
                  <c:v>1.4142600000000001</c:v>
                </c:pt>
                <c:pt idx="6269">
                  <c:v>1.4145700000000001</c:v>
                </c:pt>
                <c:pt idx="6270">
                  <c:v>1.4148700000000001</c:v>
                </c:pt>
                <c:pt idx="6271">
                  <c:v>1.4151800000000001</c:v>
                </c:pt>
                <c:pt idx="6272">
                  <c:v>1.4154800000000001</c:v>
                </c:pt>
                <c:pt idx="6273">
                  <c:v>1.4157900000000001</c:v>
                </c:pt>
                <c:pt idx="6274">
                  <c:v>1.4160900000000001</c:v>
                </c:pt>
                <c:pt idx="6275">
                  <c:v>1.4164000000000001</c:v>
                </c:pt>
                <c:pt idx="6276">
                  <c:v>1.4167000000000001</c:v>
                </c:pt>
                <c:pt idx="6277">
                  <c:v>1.4170100000000001</c:v>
                </c:pt>
                <c:pt idx="6278">
                  <c:v>1.4173199999999999</c:v>
                </c:pt>
                <c:pt idx="6279">
                  <c:v>1.4176200000000001</c:v>
                </c:pt>
                <c:pt idx="6280">
                  <c:v>1.4179299999999999</c:v>
                </c:pt>
                <c:pt idx="6281">
                  <c:v>1.4182300000000001</c:v>
                </c:pt>
                <c:pt idx="6282">
                  <c:v>1.4185399999999999</c:v>
                </c:pt>
                <c:pt idx="6283">
                  <c:v>1.4188400000000001</c:v>
                </c:pt>
                <c:pt idx="6284">
                  <c:v>1.4191499999999999</c:v>
                </c:pt>
                <c:pt idx="6285">
                  <c:v>1.4194500000000001</c:v>
                </c:pt>
                <c:pt idx="6286">
                  <c:v>1.4197599999999999</c:v>
                </c:pt>
                <c:pt idx="6287">
                  <c:v>1.4200600000000001</c:v>
                </c:pt>
                <c:pt idx="6288">
                  <c:v>1.4203699999999999</c:v>
                </c:pt>
                <c:pt idx="6289">
                  <c:v>1.4206799999999999</c:v>
                </c:pt>
                <c:pt idx="6290">
                  <c:v>1.4209799999999999</c:v>
                </c:pt>
                <c:pt idx="6291">
                  <c:v>1.4212899999999999</c:v>
                </c:pt>
                <c:pt idx="6292">
                  <c:v>1.4215899999999999</c:v>
                </c:pt>
                <c:pt idx="6293">
                  <c:v>1.4218999999999999</c:v>
                </c:pt>
                <c:pt idx="6294">
                  <c:v>1.4221999999999999</c:v>
                </c:pt>
                <c:pt idx="6295">
                  <c:v>1.4225099999999999</c:v>
                </c:pt>
                <c:pt idx="6296">
                  <c:v>1.4228099999999999</c:v>
                </c:pt>
                <c:pt idx="6297">
                  <c:v>1.4231199999999999</c:v>
                </c:pt>
                <c:pt idx="6298">
                  <c:v>1.4234199999999999</c:v>
                </c:pt>
                <c:pt idx="6299">
                  <c:v>1.4237299999999999</c:v>
                </c:pt>
                <c:pt idx="6300">
                  <c:v>1.4240299999999999</c:v>
                </c:pt>
                <c:pt idx="6301">
                  <c:v>1.4243399999999999</c:v>
                </c:pt>
                <c:pt idx="6302">
                  <c:v>1.42465</c:v>
                </c:pt>
                <c:pt idx="6303">
                  <c:v>1.4249499999999999</c:v>
                </c:pt>
                <c:pt idx="6304">
                  <c:v>1.42526</c:v>
                </c:pt>
                <c:pt idx="6305">
                  <c:v>1.4255599999999999</c:v>
                </c:pt>
                <c:pt idx="6306">
                  <c:v>1.42587</c:v>
                </c:pt>
                <c:pt idx="6307">
                  <c:v>1.4261699999999999</c:v>
                </c:pt>
                <c:pt idx="6308">
                  <c:v>1.42648</c:v>
                </c:pt>
                <c:pt idx="6309">
                  <c:v>1.4267799999999999</c:v>
                </c:pt>
                <c:pt idx="6310">
                  <c:v>1.42709</c:v>
                </c:pt>
                <c:pt idx="6311">
                  <c:v>1.4273899999999999</c:v>
                </c:pt>
                <c:pt idx="6312">
                  <c:v>1.4277</c:v>
                </c:pt>
                <c:pt idx="6313">
                  <c:v>1.4279999999999999</c:v>
                </c:pt>
                <c:pt idx="6314">
                  <c:v>1.42831</c:v>
                </c:pt>
                <c:pt idx="6315">
                  <c:v>1.42862</c:v>
                </c:pt>
                <c:pt idx="6316">
                  <c:v>1.42892</c:v>
                </c:pt>
                <c:pt idx="6317">
                  <c:v>1.42923</c:v>
                </c:pt>
                <c:pt idx="6318">
                  <c:v>1.42953</c:v>
                </c:pt>
                <c:pt idx="6319">
                  <c:v>1.42984</c:v>
                </c:pt>
                <c:pt idx="6320">
                  <c:v>1.43014</c:v>
                </c:pt>
                <c:pt idx="6321">
                  <c:v>1.43045</c:v>
                </c:pt>
                <c:pt idx="6322">
                  <c:v>1.43075</c:v>
                </c:pt>
                <c:pt idx="6323">
                  <c:v>1.43106</c:v>
                </c:pt>
                <c:pt idx="6324">
                  <c:v>1.43136</c:v>
                </c:pt>
                <c:pt idx="6325">
                  <c:v>1.43167</c:v>
                </c:pt>
                <c:pt idx="6326">
                  <c:v>1.43197</c:v>
                </c:pt>
                <c:pt idx="6327">
                  <c:v>1.43228</c:v>
                </c:pt>
                <c:pt idx="6328">
                  <c:v>1.43259</c:v>
                </c:pt>
                <c:pt idx="6329">
                  <c:v>1.43289</c:v>
                </c:pt>
                <c:pt idx="6330">
                  <c:v>1.4332</c:v>
                </c:pt>
                <c:pt idx="6331">
                  <c:v>1.4335</c:v>
                </c:pt>
                <c:pt idx="6332">
                  <c:v>1.43381</c:v>
                </c:pt>
                <c:pt idx="6333">
                  <c:v>1.43411</c:v>
                </c:pt>
                <c:pt idx="6334">
                  <c:v>1.43442</c:v>
                </c:pt>
                <c:pt idx="6335">
                  <c:v>1.43472</c:v>
                </c:pt>
                <c:pt idx="6336">
                  <c:v>1.43503</c:v>
                </c:pt>
                <c:pt idx="6337">
                  <c:v>1.43533</c:v>
                </c:pt>
                <c:pt idx="6338">
                  <c:v>1.43564</c:v>
                </c:pt>
                <c:pt idx="6339">
                  <c:v>1.4359500000000001</c:v>
                </c:pt>
                <c:pt idx="6340">
                  <c:v>1.43625</c:v>
                </c:pt>
                <c:pt idx="6341">
                  <c:v>1.4365600000000001</c:v>
                </c:pt>
                <c:pt idx="6342">
                  <c:v>1.43686</c:v>
                </c:pt>
                <c:pt idx="6343">
                  <c:v>1.4371700000000001</c:v>
                </c:pt>
                <c:pt idx="6344">
                  <c:v>1.43747</c:v>
                </c:pt>
                <c:pt idx="6345">
                  <c:v>1.4377800000000001</c:v>
                </c:pt>
                <c:pt idx="6346">
                  <c:v>1.43808</c:v>
                </c:pt>
                <c:pt idx="6347">
                  <c:v>1.4383900000000001</c:v>
                </c:pt>
                <c:pt idx="6348">
                  <c:v>1.43869</c:v>
                </c:pt>
                <c:pt idx="6349">
                  <c:v>1.4390000000000001</c:v>
                </c:pt>
                <c:pt idx="6350">
                  <c:v>1.4393</c:v>
                </c:pt>
                <c:pt idx="6351">
                  <c:v>1.4396100000000001</c:v>
                </c:pt>
                <c:pt idx="6352">
                  <c:v>1.4399200000000001</c:v>
                </c:pt>
                <c:pt idx="6353">
                  <c:v>1.4402200000000001</c:v>
                </c:pt>
                <c:pt idx="6354">
                  <c:v>1.4405300000000001</c:v>
                </c:pt>
                <c:pt idx="6355">
                  <c:v>1.4408300000000001</c:v>
                </c:pt>
                <c:pt idx="6356">
                  <c:v>1.4411400000000001</c:v>
                </c:pt>
                <c:pt idx="6357">
                  <c:v>1.4414400000000001</c:v>
                </c:pt>
                <c:pt idx="6358">
                  <c:v>1.4417500000000001</c:v>
                </c:pt>
                <c:pt idx="6359">
                  <c:v>1.4420500000000001</c:v>
                </c:pt>
                <c:pt idx="6360">
                  <c:v>1.4423600000000001</c:v>
                </c:pt>
                <c:pt idx="6361">
                  <c:v>1.4426600000000001</c:v>
                </c:pt>
                <c:pt idx="6362">
                  <c:v>1.4429700000000001</c:v>
                </c:pt>
                <c:pt idx="6363">
                  <c:v>1.4432700000000001</c:v>
                </c:pt>
                <c:pt idx="6364">
                  <c:v>1.4435800000000001</c:v>
                </c:pt>
                <c:pt idx="6365">
                  <c:v>1.4438899999999999</c:v>
                </c:pt>
                <c:pt idx="6366">
                  <c:v>1.4441900000000001</c:v>
                </c:pt>
                <c:pt idx="6367">
                  <c:v>1.4444999999999999</c:v>
                </c:pt>
                <c:pt idx="6368">
                  <c:v>1.4448000000000001</c:v>
                </c:pt>
                <c:pt idx="6369">
                  <c:v>1.4451099999999999</c:v>
                </c:pt>
                <c:pt idx="6370">
                  <c:v>1.4454100000000001</c:v>
                </c:pt>
                <c:pt idx="6371">
                  <c:v>1.4457199999999999</c:v>
                </c:pt>
                <c:pt idx="6372">
                  <c:v>1.4460200000000001</c:v>
                </c:pt>
                <c:pt idx="6373">
                  <c:v>1.4463299999999999</c:v>
                </c:pt>
                <c:pt idx="6374">
                  <c:v>1.4466300000000001</c:v>
                </c:pt>
                <c:pt idx="6375">
                  <c:v>1.4469399999999999</c:v>
                </c:pt>
                <c:pt idx="6376">
                  <c:v>1.4472400000000001</c:v>
                </c:pt>
                <c:pt idx="6377">
                  <c:v>1.4475499999999999</c:v>
                </c:pt>
                <c:pt idx="6378">
                  <c:v>1.4478599999999999</c:v>
                </c:pt>
                <c:pt idx="6379">
                  <c:v>1.4481599999999999</c:v>
                </c:pt>
                <c:pt idx="6380">
                  <c:v>1.4484699999999999</c:v>
                </c:pt>
                <c:pt idx="6381">
                  <c:v>1.4487699999999999</c:v>
                </c:pt>
                <c:pt idx="6382">
                  <c:v>1.4490799999999999</c:v>
                </c:pt>
                <c:pt idx="6383">
                  <c:v>1.4493799999999999</c:v>
                </c:pt>
                <c:pt idx="6384">
                  <c:v>1.4496899999999999</c:v>
                </c:pt>
                <c:pt idx="6385">
                  <c:v>1.4499899999999999</c:v>
                </c:pt>
                <c:pt idx="6386">
                  <c:v>1.4502999999999999</c:v>
                </c:pt>
                <c:pt idx="6387">
                  <c:v>1.4505999999999999</c:v>
                </c:pt>
                <c:pt idx="6388">
                  <c:v>1.4509099999999999</c:v>
                </c:pt>
                <c:pt idx="6389">
                  <c:v>1.4512100000000001</c:v>
                </c:pt>
                <c:pt idx="6390">
                  <c:v>1.4515199999999999</c:v>
                </c:pt>
                <c:pt idx="6391">
                  <c:v>1.45183</c:v>
                </c:pt>
                <c:pt idx="6392">
                  <c:v>1.4521299999999999</c:v>
                </c:pt>
                <c:pt idx="6393">
                  <c:v>1.45244</c:v>
                </c:pt>
                <c:pt idx="6394">
                  <c:v>1.4527399999999999</c:v>
                </c:pt>
                <c:pt idx="6395">
                  <c:v>1.45305</c:v>
                </c:pt>
                <c:pt idx="6396">
                  <c:v>1.4533499999999999</c:v>
                </c:pt>
                <c:pt idx="6397">
                  <c:v>1.45366</c:v>
                </c:pt>
                <c:pt idx="6398">
                  <c:v>1.4539599999999999</c:v>
                </c:pt>
                <c:pt idx="6399">
                  <c:v>1.45427</c:v>
                </c:pt>
                <c:pt idx="6400">
                  <c:v>1.4545699999999999</c:v>
                </c:pt>
                <c:pt idx="6401">
                  <c:v>1.45488</c:v>
                </c:pt>
                <c:pt idx="6402">
                  <c:v>1.45519</c:v>
                </c:pt>
                <c:pt idx="6403">
                  <c:v>1.45549</c:v>
                </c:pt>
                <c:pt idx="6404">
                  <c:v>1.4558</c:v>
                </c:pt>
                <c:pt idx="6405">
                  <c:v>1.4560999999999999</c:v>
                </c:pt>
                <c:pt idx="6406">
                  <c:v>1.45641</c:v>
                </c:pt>
                <c:pt idx="6407">
                  <c:v>1.4567099999999999</c:v>
                </c:pt>
                <c:pt idx="6408">
                  <c:v>1.45702</c:v>
                </c:pt>
                <c:pt idx="6409">
                  <c:v>1.4573199999999999</c:v>
                </c:pt>
                <c:pt idx="6410">
                  <c:v>1.45763</c:v>
                </c:pt>
                <c:pt idx="6411">
                  <c:v>1.4579299999999999</c:v>
                </c:pt>
                <c:pt idx="6412">
                  <c:v>1.45824</c:v>
                </c:pt>
                <c:pt idx="6413">
                  <c:v>1.4585399999999999</c:v>
                </c:pt>
                <c:pt idx="6414">
                  <c:v>1.45885</c:v>
                </c:pt>
                <c:pt idx="6415">
                  <c:v>1.45916</c:v>
                </c:pt>
                <c:pt idx="6416">
                  <c:v>1.45946</c:v>
                </c:pt>
                <c:pt idx="6417">
                  <c:v>1.45977</c:v>
                </c:pt>
                <c:pt idx="6418">
                  <c:v>1.46007</c:v>
                </c:pt>
                <c:pt idx="6419">
                  <c:v>1.46038</c:v>
                </c:pt>
                <c:pt idx="6420">
                  <c:v>1.46068</c:v>
                </c:pt>
                <c:pt idx="6421">
                  <c:v>1.46099</c:v>
                </c:pt>
                <c:pt idx="6422">
                  <c:v>1.46129</c:v>
                </c:pt>
                <c:pt idx="6423">
                  <c:v>1.4616</c:v>
                </c:pt>
                <c:pt idx="6424">
                  <c:v>1.4619</c:v>
                </c:pt>
                <c:pt idx="6425">
                  <c:v>1.46221</c:v>
                </c:pt>
                <c:pt idx="6426">
                  <c:v>1.46251</c:v>
                </c:pt>
                <c:pt idx="6427">
                  <c:v>1.46282</c:v>
                </c:pt>
                <c:pt idx="6428">
                  <c:v>1.46313</c:v>
                </c:pt>
                <c:pt idx="6429">
                  <c:v>1.46343</c:v>
                </c:pt>
                <c:pt idx="6430">
                  <c:v>1.46374</c:v>
                </c:pt>
                <c:pt idx="6431">
                  <c:v>1.46404</c:v>
                </c:pt>
                <c:pt idx="6432">
                  <c:v>1.46435</c:v>
                </c:pt>
                <c:pt idx="6433">
                  <c:v>1.46465</c:v>
                </c:pt>
                <c:pt idx="6434">
                  <c:v>1.46496</c:v>
                </c:pt>
                <c:pt idx="6435">
                  <c:v>1.46526</c:v>
                </c:pt>
                <c:pt idx="6436">
                  <c:v>1.46557</c:v>
                </c:pt>
                <c:pt idx="6437">
                  <c:v>1.46587</c:v>
                </c:pt>
                <c:pt idx="6438">
                  <c:v>1.46618</c:v>
                </c:pt>
                <c:pt idx="6439">
                  <c:v>1.46648</c:v>
                </c:pt>
                <c:pt idx="6440">
                  <c:v>1.46679</c:v>
                </c:pt>
                <c:pt idx="6441">
                  <c:v>1.4671000000000001</c:v>
                </c:pt>
                <c:pt idx="6442">
                  <c:v>1.4674</c:v>
                </c:pt>
                <c:pt idx="6443">
                  <c:v>1.4677100000000001</c:v>
                </c:pt>
                <c:pt idx="6444">
                  <c:v>1.46801</c:v>
                </c:pt>
                <c:pt idx="6445">
                  <c:v>1.4683200000000001</c:v>
                </c:pt>
                <c:pt idx="6446">
                  <c:v>1.46862</c:v>
                </c:pt>
                <c:pt idx="6447">
                  <c:v>1.4689300000000001</c:v>
                </c:pt>
                <c:pt idx="6448">
                  <c:v>1.46923</c:v>
                </c:pt>
                <c:pt idx="6449">
                  <c:v>1.4695400000000001</c:v>
                </c:pt>
                <c:pt idx="6450">
                  <c:v>1.46984</c:v>
                </c:pt>
                <c:pt idx="6451">
                  <c:v>1.4701500000000001</c:v>
                </c:pt>
                <c:pt idx="6452">
                  <c:v>1.47045</c:v>
                </c:pt>
                <c:pt idx="6453">
                  <c:v>1.4707600000000001</c:v>
                </c:pt>
                <c:pt idx="6454">
                  <c:v>1.4710700000000001</c:v>
                </c:pt>
                <c:pt idx="6455">
                  <c:v>1.4713700000000001</c:v>
                </c:pt>
                <c:pt idx="6456">
                  <c:v>1.4716800000000001</c:v>
                </c:pt>
                <c:pt idx="6457">
                  <c:v>1.4719800000000001</c:v>
                </c:pt>
                <c:pt idx="6458">
                  <c:v>1.4722900000000001</c:v>
                </c:pt>
                <c:pt idx="6459">
                  <c:v>1.4725900000000001</c:v>
                </c:pt>
                <c:pt idx="6460">
                  <c:v>1.4729000000000001</c:v>
                </c:pt>
                <c:pt idx="6461">
                  <c:v>1.4732000000000001</c:v>
                </c:pt>
                <c:pt idx="6462">
                  <c:v>1.4735100000000001</c:v>
                </c:pt>
                <c:pt idx="6463">
                  <c:v>1.4738100000000001</c:v>
                </c:pt>
                <c:pt idx="6464">
                  <c:v>1.4741200000000001</c:v>
                </c:pt>
                <c:pt idx="6465">
                  <c:v>1.4744299999999999</c:v>
                </c:pt>
                <c:pt idx="6466">
                  <c:v>1.4747300000000001</c:v>
                </c:pt>
                <c:pt idx="6467">
                  <c:v>1.4750399999999999</c:v>
                </c:pt>
                <c:pt idx="6468">
                  <c:v>1.4753400000000001</c:v>
                </c:pt>
                <c:pt idx="6469">
                  <c:v>1.4756499999999999</c:v>
                </c:pt>
                <c:pt idx="6470">
                  <c:v>1.4759500000000001</c:v>
                </c:pt>
                <c:pt idx="6471">
                  <c:v>1.4762599999999999</c:v>
                </c:pt>
                <c:pt idx="6472">
                  <c:v>1.4765600000000001</c:v>
                </c:pt>
                <c:pt idx="6473">
                  <c:v>1.4768699999999999</c:v>
                </c:pt>
                <c:pt idx="6474">
                  <c:v>1.4771700000000001</c:v>
                </c:pt>
                <c:pt idx="6475">
                  <c:v>1.4774799999999999</c:v>
                </c:pt>
                <c:pt idx="6476">
                  <c:v>1.4777800000000001</c:v>
                </c:pt>
                <c:pt idx="6477">
                  <c:v>1.4780899999999999</c:v>
                </c:pt>
                <c:pt idx="6478">
                  <c:v>1.4783999999999999</c:v>
                </c:pt>
                <c:pt idx="6479">
                  <c:v>1.4786999999999999</c:v>
                </c:pt>
                <c:pt idx="6480">
                  <c:v>1.4790099999999999</c:v>
                </c:pt>
                <c:pt idx="6481">
                  <c:v>1.4793099999999999</c:v>
                </c:pt>
                <c:pt idx="6482">
                  <c:v>1.4796199999999999</c:v>
                </c:pt>
                <c:pt idx="6483">
                  <c:v>1.4799199999999999</c:v>
                </c:pt>
                <c:pt idx="6484">
                  <c:v>1.4802299999999999</c:v>
                </c:pt>
                <c:pt idx="6485">
                  <c:v>1.4805299999999999</c:v>
                </c:pt>
                <c:pt idx="6486">
                  <c:v>1.4808399999999999</c:v>
                </c:pt>
                <c:pt idx="6487">
                  <c:v>1.4811399999999999</c:v>
                </c:pt>
                <c:pt idx="6488">
                  <c:v>1.4814499999999999</c:v>
                </c:pt>
                <c:pt idx="6489">
                  <c:v>1.4817499999999999</c:v>
                </c:pt>
                <c:pt idx="6490">
                  <c:v>1.4820599999999999</c:v>
                </c:pt>
                <c:pt idx="6491">
                  <c:v>1.48237</c:v>
                </c:pt>
                <c:pt idx="6492">
                  <c:v>1.4826699999999999</c:v>
                </c:pt>
                <c:pt idx="6493">
                  <c:v>1.48298</c:v>
                </c:pt>
                <c:pt idx="6494">
                  <c:v>1.4832799999999999</c:v>
                </c:pt>
                <c:pt idx="6495">
                  <c:v>1.48359</c:v>
                </c:pt>
                <c:pt idx="6496">
                  <c:v>1.4838899999999999</c:v>
                </c:pt>
                <c:pt idx="6497">
                  <c:v>1.4842</c:v>
                </c:pt>
                <c:pt idx="6498">
                  <c:v>1.4844999999999999</c:v>
                </c:pt>
                <c:pt idx="6499">
                  <c:v>1.48481</c:v>
                </c:pt>
                <c:pt idx="6500">
                  <c:v>1.4851099999999999</c:v>
                </c:pt>
                <c:pt idx="6501">
                  <c:v>1.48542</c:v>
                </c:pt>
                <c:pt idx="6502">
                  <c:v>1.4857199999999999</c:v>
                </c:pt>
                <c:pt idx="6503">
                  <c:v>1.48603</c:v>
                </c:pt>
                <c:pt idx="6504">
                  <c:v>1.48634</c:v>
                </c:pt>
                <c:pt idx="6505">
                  <c:v>1.48664</c:v>
                </c:pt>
                <c:pt idx="6506">
                  <c:v>1.48695</c:v>
                </c:pt>
                <c:pt idx="6507">
                  <c:v>1.48725</c:v>
                </c:pt>
                <c:pt idx="6508">
                  <c:v>1.48756</c:v>
                </c:pt>
                <c:pt idx="6509">
                  <c:v>1.48786</c:v>
                </c:pt>
                <c:pt idx="6510">
                  <c:v>1.48817</c:v>
                </c:pt>
                <c:pt idx="6511">
                  <c:v>1.48847</c:v>
                </c:pt>
                <c:pt idx="6512">
                  <c:v>1.48878</c:v>
                </c:pt>
                <c:pt idx="6513">
                  <c:v>1.48908</c:v>
                </c:pt>
                <c:pt idx="6514">
                  <c:v>1.48939</c:v>
                </c:pt>
                <c:pt idx="6515">
                  <c:v>1.4897</c:v>
                </c:pt>
                <c:pt idx="6516">
                  <c:v>1.49</c:v>
                </c:pt>
                <c:pt idx="6517">
                  <c:v>1.49031</c:v>
                </c:pt>
                <c:pt idx="6518">
                  <c:v>1.49061</c:v>
                </c:pt>
                <c:pt idx="6519">
                  <c:v>1.49092</c:v>
                </c:pt>
                <c:pt idx="6520">
                  <c:v>1.49122</c:v>
                </c:pt>
                <c:pt idx="6521">
                  <c:v>1.49153</c:v>
                </c:pt>
                <c:pt idx="6522">
                  <c:v>1.49183</c:v>
                </c:pt>
                <c:pt idx="6523">
                  <c:v>1.49214</c:v>
                </c:pt>
                <c:pt idx="6524">
                  <c:v>1.49244</c:v>
                </c:pt>
                <c:pt idx="6525">
                  <c:v>1.49275</c:v>
                </c:pt>
                <c:pt idx="6526">
                  <c:v>1.49305</c:v>
                </c:pt>
                <c:pt idx="6527">
                  <c:v>1.49336</c:v>
                </c:pt>
                <c:pt idx="6528">
                  <c:v>1.4936700000000001</c:v>
                </c:pt>
                <c:pt idx="6529">
                  <c:v>1.49397</c:v>
                </c:pt>
                <c:pt idx="6530">
                  <c:v>1.4942800000000001</c:v>
                </c:pt>
                <c:pt idx="6531">
                  <c:v>1.49458</c:v>
                </c:pt>
                <c:pt idx="6532">
                  <c:v>1.4948900000000001</c:v>
                </c:pt>
                <c:pt idx="6533">
                  <c:v>1.49519</c:v>
                </c:pt>
                <c:pt idx="6534">
                  <c:v>1.4955000000000001</c:v>
                </c:pt>
                <c:pt idx="6535">
                  <c:v>1.4958</c:v>
                </c:pt>
                <c:pt idx="6536">
                  <c:v>1.4961100000000001</c:v>
                </c:pt>
                <c:pt idx="6537">
                  <c:v>1.49641</c:v>
                </c:pt>
                <c:pt idx="6538">
                  <c:v>1.4967200000000001</c:v>
                </c:pt>
                <c:pt idx="6539">
                  <c:v>1.49702</c:v>
                </c:pt>
                <c:pt idx="6540">
                  <c:v>1.49733</c:v>
                </c:pt>
                <c:pt idx="6541">
                  <c:v>1.4976400000000001</c:v>
                </c:pt>
                <c:pt idx="6542">
                  <c:v>1.49794</c:v>
                </c:pt>
                <c:pt idx="6543">
                  <c:v>1.4982500000000001</c:v>
                </c:pt>
                <c:pt idx="6544">
                  <c:v>1.49855</c:v>
                </c:pt>
                <c:pt idx="6545">
                  <c:v>1.4988600000000001</c:v>
                </c:pt>
                <c:pt idx="6546">
                  <c:v>1.49916</c:v>
                </c:pt>
                <c:pt idx="6547">
                  <c:v>1.4994700000000001</c:v>
                </c:pt>
                <c:pt idx="6548">
                  <c:v>1.49977</c:v>
                </c:pt>
                <c:pt idx="6549">
                  <c:v>1.5000800000000001</c:v>
                </c:pt>
                <c:pt idx="6550">
                  <c:v>1.50038</c:v>
                </c:pt>
                <c:pt idx="6551">
                  <c:v>1.5006900000000001</c:v>
                </c:pt>
                <c:pt idx="6552">
                  <c:v>1.50099</c:v>
                </c:pt>
                <c:pt idx="6553">
                  <c:v>1.5013000000000001</c:v>
                </c:pt>
                <c:pt idx="6554">
                  <c:v>1.5016099999999999</c:v>
                </c:pt>
                <c:pt idx="6555">
                  <c:v>1.5019100000000001</c:v>
                </c:pt>
                <c:pt idx="6556">
                  <c:v>1.5022200000000001</c:v>
                </c:pt>
                <c:pt idx="6557">
                  <c:v>1.5025200000000001</c:v>
                </c:pt>
                <c:pt idx="6558">
                  <c:v>1.5028300000000001</c:v>
                </c:pt>
                <c:pt idx="6559">
                  <c:v>1.5031300000000001</c:v>
                </c:pt>
                <c:pt idx="6560">
                  <c:v>1.5034400000000001</c:v>
                </c:pt>
                <c:pt idx="6561">
                  <c:v>1.5037400000000001</c:v>
                </c:pt>
                <c:pt idx="6562">
                  <c:v>1.5040500000000001</c:v>
                </c:pt>
                <c:pt idx="6563">
                  <c:v>1.5043500000000001</c:v>
                </c:pt>
                <c:pt idx="6564">
                  <c:v>1.5046600000000001</c:v>
                </c:pt>
                <c:pt idx="6565">
                  <c:v>1.5049600000000001</c:v>
                </c:pt>
                <c:pt idx="6566">
                  <c:v>1.5052700000000001</c:v>
                </c:pt>
                <c:pt idx="6567">
                  <c:v>1.5055799999999999</c:v>
                </c:pt>
                <c:pt idx="6568">
                  <c:v>1.5058800000000001</c:v>
                </c:pt>
                <c:pt idx="6569">
                  <c:v>1.5061899999999999</c:v>
                </c:pt>
                <c:pt idx="6570">
                  <c:v>1.5064900000000001</c:v>
                </c:pt>
                <c:pt idx="6571">
                  <c:v>1.5067999999999999</c:v>
                </c:pt>
                <c:pt idx="6572">
                  <c:v>1.5071000000000001</c:v>
                </c:pt>
                <c:pt idx="6573">
                  <c:v>1.5074099999999999</c:v>
                </c:pt>
                <c:pt idx="6574">
                  <c:v>1.5077100000000001</c:v>
                </c:pt>
                <c:pt idx="6575">
                  <c:v>1.5080199999999999</c:v>
                </c:pt>
                <c:pt idx="6576">
                  <c:v>1.5083200000000001</c:v>
                </c:pt>
                <c:pt idx="6577">
                  <c:v>1.5086299999999999</c:v>
                </c:pt>
                <c:pt idx="6578">
                  <c:v>1.5089399999999999</c:v>
                </c:pt>
                <c:pt idx="6579">
                  <c:v>1.5092399999999999</c:v>
                </c:pt>
                <c:pt idx="6580">
                  <c:v>1.5095499999999999</c:v>
                </c:pt>
                <c:pt idx="6581">
                  <c:v>1.5098499999999999</c:v>
                </c:pt>
                <c:pt idx="6582">
                  <c:v>1.5101599999999999</c:v>
                </c:pt>
                <c:pt idx="6583">
                  <c:v>1.5104599999999999</c:v>
                </c:pt>
                <c:pt idx="6584">
                  <c:v>1.5107699999999999</c:v>
                </c:pt>
                <c:pt idx="6585">
                  <c:v>1.5110699999999999</c:v>
                </c:pt>
                <c:pt idx="6586">
                  <c:v>1.5113799999999999</c:v>
                </c:pt>
                <c:pt idx="6587">
                  <c:v>1.5116799999999999</c:v>
                </c:pt>
                <c:pt idx="6588">
                  <c:v>1.5119899999999999</c:v>
                </c:pt>
                <c:pt idx="6589">
                  <c:v>1.5122899999999999</c:v>
                </c:pt>
                <c:pt idx="6590">
                  <c:v>1.5125999999999999</c:v>
                </c:pt>
                <c:pt idx="6591">
                  <c:v>1.51291</c:v>
                </c:pt>
                <c:pt idx="6592">
                  <c:v>1.5132099999999999</c:v>
                </c:pt>
                <c:pt idx="6593">
                  <c:v>1.51352</c:v>
                </c:pt>
                <c:pt idx="6594">
                  <c:v>1.5138199999999999</c:v>
                </c:pt>
                <c:pt idx="6595">
                  <c:v>1.51413</c:v>
                </c:pt>
                <c:pt idx="6596">
                  <c:v>1.5144299999999999</c:v>
                </c:pt>
                <c:pt idx="6597">
                  <c:v>1.51474</c:v>
                </c:pt>
                <c:pt idx="6598">
                  <c:v>1.5150399999999999</c:v>
                </c:pt>
                <c:pt idx="6599">
                  <c:v>1.51535</c:v>
                </c:pt>
                <c:pt idx="6600">
                  <c:v>1.5156499999999999</c:v>
                </c:pt>
                <c:pt idx="6601">
                  <c:v>1.51596</c:v>
                </c:pt>
                <c:pt idx="6602">
                  <c:v>1.5162599999999999</c:v>
                </c:pt>
                <c:pt idx="6603">
                  <c:v>1.51657</c:v>
                </c:pt>
                <c:pt idx="6604">
                  <c:v>1.51688</c:v>
                </c:pt>
                <c:pt idx="6605">
                  <c:v>1.51718</c:v>
                </c:pt>
                <c:pt idx="6606">
                  <c:v>1.51749</c:v>
                </c:pt>
                <c:pt idx="6607">
                  <c:v>1.51779</c:v>
                </c:pt>
                <c:pt idx="6608">
                  <c:v>1.5181</c:v>
                </c:pt>
                <c:pt idx="6609">
                  <c:v>1.5184</c:v>
                </c:pt>
                <c:pt idx="6610">
                  <c:v>1.51871</c:v>
                </c:pt>
                <c:pt idx="6611">
                  <c:v>1.51901</c:v>
                </c:pt>
                <c:pt idx="6612">
                  <c:v>1.51932</c:v>
                </c:pt>
                <c:pt idx="6613">
                  <c:v>1.51962</c:v>
                </c:pt>
                <c:pt idx="6614">
                  <c:v>1.51993</c:v>
                </c:pt>
                <c:pt idx="6615">
                  <c:v>1.52023</c:v>
                </c:pt>
                <c:pt idx="6616">
                  <c:v>1.52054</c:v>
                </c:pt>
                <c:pt idx="6617">
                  <c:v>1.52085</c:v>
                </c:pt>
                <c:pt idx="6618">
                  <c:v>1.52115</c:v>
                </c:pt>
                <c:pt idx="6619">
                  <c:v>1.52146</c:v>
                </c:pt>
                <c:pt idx="6620">
                  <c:v>1.52176</c:v>
                </c:pt>
                <c:pt idx="6621">
                  <c:v>1.52207</c:v>
                </c:pt>
                <c:pt idx="6622">
                  <c:v>1.52237</c:v>
                </c:pt>
                <c:pt idx="6623">
                  <c:v>1.52268</c:v>
                </c:pt>
                <c:pt idx="6624">
                  <c:v>1.52298</c:v>
                </c:pt>
                <c:pt idx="6625">
                  <c:v>1.52329</c:v>
                </c:pt>
                <c:pt idx="6626">
                  <c:v>1.52359</c:v>
                </c:pt>
                <c:pt idx="6627">
                  <c:v>1.5239</c:v>
                </c:pt>
                <c:pt idx="6628">
                  <c:v>1.5242</c:v>
                </c:pt>
                <c:pt idx="6629">
                  <c:v>1.52451</c:v>
                </c:pt>
                <c:pt idx="6630">
                  <c:v>1.5248200000000001</c:v>
                </c:pt>
                <c:pt idx="6631">
                  <c:v>1.52512</c:v>
                </c:pt>
                <c:pt idx="6632">
                  <c:v>1.5254300000000001</c:v>
                </c:pt>
                <c:pt idx="6633">
                  <c:v>1.52573</c:v>
                </c:pt>
                <c:pt idx="6634">
                  <c:v>1.5260400000000001</c:v>
                </c:pt>
                <c:pt idx="6635">
                  <c:v>1.52634</c:v>
                </c:pt>
                <c:pt idx="6636">
                  <c:v>1.5266500000000001</c:v>
                </c:pt>
                <c:pt idx="6637">
                  <c:v>1.52695</c:v>
                </c:pt>
                <c:pt idx="6638">
                  <c:v>1.5272600000000001</c:v>
                </c:pt>
                <c:pt idx="6639">
                  <c:v>1.52756</c:v>
                </c:pt>
                <c:pt idx="6640">
                  <c:v>1.5278700000000001</c:v>
                </c:pt>
                <c:pt idx="6641">
                  <c:v>1.5281800000000001</c:v>
                </c:pt>
                <c:pt idx="6642">
                  <c:v>1.5284800000000001</c:v>
                </c:pt>
                <c:pt idx="6643">
                  <c:v>1.5287900000000001</c:v>
                </c:pt>
                <c:pt idx="6644">
                  <c:v>1.5290900000000001</c:v>
                </c:pt>
                <c:pt idx="6645">
                  <c:v>1.5294000000000001</c:v>
                </c:pt>
                <c:pt idx="6646">
                  <c:v>1.5297000000000001</c:v>
                </c:pt>
                <c:pt idx="6647">
                  <c:v>1.5300100000000001</c:v>
                </c:pt>
                <c:pt idx="6648">
                  <c:v>1.5303100000000001</c:v>
                </c:pt>
                <c:pt idx="6649">
                  <c:v>1.5306200000000001</c:v>
                </c:pt>
                <c:pt idx="6650">
                  <c:v>1.5309200000000001</c:v>
                </c:pt>
                <c:pt idx="6651">
                  <c:v>1.5312300000000001</c:v>
                </c:pt>
                <c:pt idx="6652">
                  <c:v>1.5315300000000001</c:v>
                </c:pt>
                <c:pt idx="6653">
                  <c:v>1.5318400000000001</c:v>
                </c:pt>
                <c:pt idx="6654">
                  <c:v>1.5321499999999999</c:v>
                </c:pt>
                <c:pt idx="6655">
                  <c:v>1.5324500000000001</c:v>
                </c:pt>
                <c:pt idx="6656">
                  <c:v>1.5327599999999999</c:v>
                </c:pt>
                <c:pt idx="6657">
                  <c:v>1.5330600000000001</c:v>
                </c:pt>
                <c:pt idx="6658">
                  <c:v>1.5333699999999999</c:v>
                </c:pt>
                <c:pt idx="6659">
                  <c:v>1.5336700000000001</c:v>
                </c:pt>
                <c:pt idx="6660">
                  <c:v>1.5339799999999999</c:v>
                </c:pt>
                <c:pt idx="6661">
                  <c:v>1.5342800000000001</c:v>
                </c:pt>
                <c:pt idx="6662">
                  <c:v>1.5345899999999999</c:v>
                </c:pt>
                <c:pt idx="6663">
                  <c:v>1.5348900000000001</c:v>
                </c:pt>
                <c:pt idx="6664">
                  <c:v>1.5351999999999999</c:v>
                </c:pt>
                <c:pt idx="6665">
                  <c:v>1.5355000000000001</c:v>
                </c:pt>
                <c:pt idx="6666">
                  <c:v>1.5358099999999999</c:v>
                </c:pt>
                <c:pt idx="6667">
                  <c:v>1.5361199999999999</c:v>
                </c:pt>
                <c:pt idx="6668">
                  <c:v>1.5364199999999999</c:v>
                </c:pt>
                <c:pt idx="6669">
                  <c:v>1.5367299999999999</c:v>
                </c:pt>
                <c:pt idx="6670">
                  <c:v>1.5370299999999999</c:v>
                </c:pt>
                <c:pt idx="6671">
                  <c:v>1.5373399999999999</c:v>
                </c:pt>
                <c:pt idx="6672">
                  <c:v>1.5376399999999999</c:v>
                </c:pt>
                <c:pt idx="6673">
                  <c:v>1.5379499999999999</c:v>
                </c:pt>
                <c:pt idx="6674">
                  <c:v>1.5382499999999999</c:v>
                </c:pt>
                <c:pt idx="6675">
                  <c:v>1.5385599999999999</c:v>
                </c:pt>
                <c:pt idx="6676">
                  <c:v>1.5388599999999999</c:v>
                </c:pt>
                <c:pt idx="6677">
                  <c:v>1.5391699999999999</c:v>
                </c:pt>
                <c:pt idx="6678">
                  <c:v>1.5394699999999999</c:v>
                </c:pt>
                <c:pt idx="6679">
                  <c:v>1.5397799999999999</c:v>
                </c:pt>
                <c:pt idx="6680">
                  <c:v>1.54009</c:v>
                </c:pt>
                <c:pt idx="6681">
                  <c:v>1.5403899999999999</c:v>
                </c:pt>
                <c:pt idx="6682">
                  <c:v>1.5407</c:v>
                </c:pt>
                <c:pt idx="6683">
                  <c:v>1.5409999999999999</c:v>
                </c:pt>
                <c:pt idx="6684">
                  <c:v>1.54131</c:v>
                </c:pt>
                <c:pt idx="6685">
                  <c:v>1.5416099999999999</c:v>
                </c:pt>
                <c:pt idx="6686">
                  <c:v>1.54192</c:v>
                </c:pt>
                <c:pt idx="6687">
                  <c:v>1.5422199999999999</c:v>
                </c:pt>
                <c:pt idx="6688">
                  <c:v>1.54253</c:v>
                </c:pt>
                <c:pt idx="6689">
                  <c:v>1.5428299999999999</c:v>
                </c:pt>
                <c:pt idx="6690">
                  <c:v>1.54314</c:v>
                </c:pt>
                <c:pt idx="6691">
                  <c:v>1.5434399999999999</c:v>
                </c:pt>
                <c:pt idx="6692">
                  <c:v>1.54375</c:v>
                </c:pt>
                <c:pt idx="6693">
                  <c:v>1.54406</c:v>
                </c:pt>
                <c:pt idx="6694">
                  <c:v>1.54436</c:v>
                </c:pt>
                <c:pt idx="6695">
                  <c:v>1.54467</c:v>
                </c:pt>
                <c:pt idx="6696">
                  <c:v>1.54497</c:v>
                </c:pt>
                <c:pt idx="6697">
                  <c:v>1.54528</c:v>
                </c:pt>
                <c:pt idx="6698">
                  <c:v>1.54558</c:v>
                </c:pt>
                <c:pt idx="6699">
                  <c:v>1.54589</c:v>
                </c:pt>
                <c:pt idx="6700">
                  <c:v>1.54619</c:v>
                </c:pt>
                <c:pt idx="6701">
                  <c:v>1.5465</c:v>
                </c:pt>
                <c:pt idx="6702">
                  <c:v>1.5468</c:v>
                </c:pt>
                <c:pt idx="6703">
                  <c:v>1.54711</c:v>
                </c:pt>
                <c:pt idx="6704">
                  <c:v>1.54742</c:v>
                </c:pt>
                <c:pt idx="6705">
                  <c:v>1.54772</c:v>
                </c:pt>
                <c:pt idx="6706">
                  <c:v>1.54803</c:v>
                </c:pt>
                <c:pt idx="6707">
                  <c:v>1.54833</c:v>
                </c:pt>
                <c:pt idx="6708">
                  <c:v>1.54864</c:v>
                </c:pt>
                <c:pt idx="6709">
                  <c:v>1.54894</c:v>
                </c:pt>
                <c:pt idx="6710">
                  <c:v>1.54925</c:v>
                </c:pt>
                <c:pt idx="6711">
                  <c:v>1.54955</c:v>
                </c:pt>
                <c:pt idx="6712">
                  <c:v>1.54986</c:v>
                </c:pt>
                <c:pt idx="6713">
                  <c:v>1.55016</c:v>
                </c:pt>
                <c:pt idx="6714">
                  <c:v>1.55047</c:v>
                </c:pt>
                <c:pt idx="6715">
                  <c:v>1.55077</c:v>
                </c:pt>
                <c:pt idx="6716">
                  <c:v>1.55108</c:v>
                </c:pt>
                <c:pt idx="6717">
                  <c:v>1.55139</c:v>
                </c:pt>
                <c:pt idx="6718">
                  <c:v>1.55169</c:v>
                </c:pt>
                <c:pt idx="6719">
                  <c:v>1.552</c:v>
                </c:pt>
                <c:pt idx="6720">
                  <c:v>1.5523</c:v>
                </c:pt>
                <c:pt idx="6721">
                  <c:v>1.55261</c:v>
                </c:pt>
                <c:pt idx="6722">
                  <c:v>1.55291</c:v>
                </c:pt>
                <c:pt idx="6723">
                  <c:v>1.55322</c:v>
                </c:pt>
                <c:pt idx="6724">
                  <c:v>1.55352</c:v>
                </c:pt>
                <c:pt idx="6725">
                  <c:v>1.55383</c:v>
                </c:pt>
                <c:pt idx="6726">
                  <c:v>1.55413</c:v>
                </c:pt>
                <c:pt idx="6727">
                  <c:v>1.55444</c:v>
                </c:pt>
                <c:pt idx="6728">
                  <c:v>1.55474</c:v>
                </c:pt>
                <c:pt idx="6729">
                  <c:v>1.55505</c:v>
                </c:pt>
                <c:pt idx="6730">
                  <c:v>1.5553600000000001</c:v>
                </c:pt>
                <c:pt idx="6731">
                  <c:v>1.55566</c:v>
                </c:pt>
                <c:pt idx="6732">
                  <c:v>1.5559700000000001</c:v>
                </c:pt>
                <c:pt idx="6733">
                  <c:v>1.55627</c:v>
                </c:pt>
                <c:pt idx="6734">
                  <c:v>1.5565800000000001</c:v>
                </c:pt>
                <c:pt idx="6735">
                  <c:v>1.55688</c:v>
                </c:pt>
                <c:pt idx="6736">
                  <c:v>1.5571900000000001</c:v>
                </c:pt>
                <c:pt idx="6737">
                  <c:v>1.55749</c:v>
                </c:pt>
                <c:pt idx="6738">
                  <c:v>1.5578000000000001</c:v>
                </c:pt>
                <c:pt idx="6739">
                  <c:v>1.5581</c:v>
                </c:pt>
                <c:pt idx="6740">
                  <c:v>1.5584100000000001</c:v>
                </c:pt>
                <c:pt idx="6741">
                  <c:v>1.55871</c:v>
                </c:pt>
                <c:pt idx="6742">
                  <c:v>1.5590200000000001</c:v>
                </c:pt>
                <c:pt idx="6743">
                  <c:v>1.5593300000000001</c:v>
                </c:pt>
                <c:pt idx="6744">
                  <c:v>1.5596300000000001</c:v>
                </c:pt>
                <c:pt idx="6745">
                  <c:v>1.5599400000000001</c:v>
                </c:pt>
                <c:pt idx="6746">
                  <c:v>1.5602400000000001</c:v>
                </c:pt>
                <c:pt idx="6747">
                  <c:v>1.5605500000000001</c:v>
                </c:pt>
                <c:pt idx="6748">
                  <c:v>1.5608500000000001</c:v>
                </c:pt>
                <c:pt idx="6749">
                  <c:v>1.5611600000000001</c:v>
                </c:pt>
                <c:pt idx="6750">
                  <c:v>1.5614600000000001</c:v>
                </c:pt>
                <c:pt idx="6751">
                  <c:v>1.5617700000000001</c:v>
                </c:pt>
                <c:pt idx="6752">
                  <c:v>1.5620700000000001</c:v>
                </c:pt>
                <c:pt idx="6753">
                  <c:v>1.5623800000000001</c:v>
                </c:pt>
                <c:pt idx="6754">
                  <c:v>1.5626899999999999</c:v>
                </c:pt>
                <c:pt idx="6755">
                  <c:v>1.5629900000000001</c:v>
                </c:pt>
                <c:pt idx="6756">
                  <c:v>1.5632999999999999</c:v>
                </c:pt>
                <c:pt idx="6757">
                  <c:v>1.5636000000000001</c:v>
                </c:pt>
                <c:pt idx="6758">
                  <c:v>1.5639099999999999</c:v>
                </c:pt>
                <c:pt idx="6759">
                  <c:v>1.5642100000000001</c:v>
                </c:pt>
                <c:pt idx="6760">
                  <c:v>1.5645199999999999</c:v>
                </c:pt>
                <c:pt idx="6761">
                  <c:v>1.5648200000000001</c:v>
                </c:pt>
                <c:pt idx="6762">
                  <c:v>1.5651299999999999</c:v>
                </c:pt>
                <c:pt idx="6763">
                  <c:v>1.5654300000000001</c:v>
                </c:pt>
                <c:pt idx="6764">
                  <c:v>1.5657399999999999</c:v>
                </c:pt>
                <c:pt idx="6765">
                  <c:v>1.5660400000000001</c:v>
                </c:pt>
                <c:pt idx="6766">
                  <c:v>1.5663499999999999</c:v>
                </c:pt>
                <c:pt idx="6767">
                  <c:v>1.5666599999999999</c:v>
                </c:pt>
                <c:pt idx="6768">
                  <c:v>1.5669599999999999</c:v>
                </c:pt>
                <c:pt idx="6769">
                  <c:v>1.5672699999999999</c:v>
                </c:pt>
                <c:pt idx="6770">
                  <c:v>1.5675699999999999</c:v>
                </c:pt>
                <c:pt idx="6771">
                  <c:v>1.5678799999999999</c:v>
                </c:pt>
                <c:pt idx="6772">
                  <c:v>1.5681799999999999</c:v>
                </c:pt>
                <c:pt idx="6773">
                  <c:v>1.5684899999999999</c:v>
                </c:pt>
                <c:pt idx="6774">
                  <c:v>1.5687899999999999</c:v>
                </c:pt>
                <c:pt idx="6775">
                  <c:v>1.5690999999999999</c:v>
                </c:pt>
                <c:pt idx="6776">
                  <c:v>1.5693999999999999</c:v>
                </c:pt>
                <c:pt idx="6777">
                  <c:v>1.5697099999999999</c:v>
                </c:pt>
                <c:pt idx="6778">
                  <c:v>1.5700099999999999</c:v>
                </c:pt>
                <c:pt idx="6779">
                  <c:v>1.5703199999999999</c:v>
                </c:pt>
                <c:pt idx="6780">
                  <c:v>1.57063</c:v>
                </c:pt>
                <c:pt idx="6781">
                  <c:v>1.5709299999999999</c:v>
                </c:pt>
                <c:pt idx="6782">
                  <c:v>1.57124</c:v>
                </c:pt>
                <c:pt idx="6783">
                  <c:v>1.5715399999999999</c:v>
                </c:pt>
                <c:pt idx="6784">
                  <c:v>1.57185</c:v>
                </c:pt>
                <c:pt idx="6785">
                  <c:v>1.5721499999999999</c:v>
                </c:pt>
                <c:pt idx="6786">
                  <c:v>1.57246</c:v>
                </c:pt>
                <c:pt idx="6787">
                  <c:v>1.5727599999999999</c:v>
                </c:pt>
                <c:pt idx="6788">
                  <c:v>1.57307</c:v>
                </c:pt>
                <c:pt idx="6789">
                  <c:v>1.5733699999999999</c:v>
                </c:pt>
                <c:pt idx="6790">
                  <c:v>1.57368</c:v>
                </c:pt>
                <c:pt idx="6791">
                  <c:v>1.5739799999999999</c:v>
                </c:pt>
                <c:pt idx="6792">
                  <c:v>1.57429</c:v>
                </c:pt>
                <c:pt idx="6793">
                  <c:v>1.5746</c:v>
                </c:pt>
                <c:pt idx="6794">
                  <c:v>1.5749</c:v>
                </c:pt>
                <c:pt idx="6795">
                  <c:v>1.57521</c:v>
                </c:pt>
                <c:pt idx="6796">
                  <c:v>1.57551</c:v>
                </c:pt>
                <c:pt idx="6797">
                  <c:v>1.57582</c:v>
                </c:pt>
                <c:pt idx="6798">
                  <c:v>1.57612</c:v>
                </c:pt>
                <c:pt idx="6799">
                  <c:v>1.57643</c:v>
                </c:pt>
                <c:pt idx="6800">
                  <c:v>1.57673</c:v>
                </c:pt>
                <c:pt idx="6801">
                  <c:v>1.57704</c:v>
                </c:pt>
                <c:pt idx="6802">
                  <c:v>1.57734</c:v>
                </c:pt>
                <c:pt idx="6803">
                  <c:v>1.57765</c:v>
                </c:pt>
                <c:pt idx="6804">
                  <c:v>1.57795</c:v>
                </c:pt>
                <c:pt idx="6805">
                  <c:v>1.57826</c:v>
                </c:pt>
                <c:pt idx="6806">
                  <c:v>1.57857</c:v>
                </c:pt>
                <c:pt idx="6807">
                  <c:v>1.57887</c:v>
                </c:pt>
                <c:pt idx="6808">
                  <c:v>1.57918</c:v>
                </c:pt>
                <c:pt idx="6809">
                  <c:v>1.57948</c:v>
                </c:pt>
                <c:pt idx="6810">
                  <c:v>1.57979</c:v>
                </c:pt>
                <c:pt idx="6811">
                  <c:v>1.58009</c:v>
                </c:pt>
                <c:pt idx="6812">
                  <c:v>1.5804</c:v>
                </c:pt>
                <c:pt idx="6813">
                  <c:v>1.5807</c:v>
                </c:pt>
                <c:pt idx="6814">
                  <c:v>1.58101</c:v>
                </c:pt>
                <c:pt idx="6815">
                  <c:v>1.58131</c:v>
                </c:pt>
                <c:pt idx="6816">
                  <c:v>1.58162</c:v>
                </c:pt>
                <c:pt idx="6817">
                  <c:v>1.5819300000000001</c:v>
                </c:pt>
                <c:pt idx="6818">
                  <c:v>1.58223</c:v>
                </c:pt>
                <c:pt idx="6819">
                  <c:v>1.5825400000000001</c:v>
                </c:pt>
                <c:pt idx="6820">
                  <c:v>1.58284</c:v>
                </c:pt>
                <c:pt idx="6821">
                  <c:v>1.5831500000000001</c:v>
                </c:pt>
                <c:pt idx="6822">
                  <c:v>1.58345</c:v>
                </c:pt>
                <c:pt idx="6823">
                  <c:v>1.5837600000000001</c:v>
                </c:pt>
                <c:pt idx="6824">
                  <c:v>1.58406</c:v>
                </c:pt>
                <c:pt idx="6825">
                  <c:v>1.5843700000000001</c:v>
                </c:pt>
                <c:pt idx="6826">
                  <c:v>1.58467</c:v>
                </c:pt>
                <c:pt idx="6827">
                  <c:v>1.5849800000000001</c:v>
                </c:pt>
                <c:pt idx="6828">
                  <c:v>1.58528</c:v>
                </c:pt>
                <c:pt idx="6829">
                  <c:v>1.5855900000000001</c:v>
                </c:pt>
                <c:pt idx="6830">
                  <c:v>1.5859000000000001</c:v>
                </c:pt>
                <c:pt idx="6831">
                  <c:v>1.5862000000000001</c:v>
                </c:pt>
                <c:pt idx="6832">
                  <c:v>1.5865100000000001</c:v>
                </c:pt>
                <c:pt idx="6833">
                  <c:v>1.5868100000000001</c:v>
                </c:pt>
                <c:pt idx="6834">
                  <c:v>1.5871200000000001</c:v>
                </c:pt>
                <c:pt idx="6835">
                  <c:v>1.5874200000000001</c:v>
                </c:pt>
                <c:pt idx="6836">
                  <c:v>1.5877300000000001</c:v>
                </c:pt>
                <c:pt idx="6837">
                  <c:v>1.5880300000000001</c:v>
                </c:pt>
                <c:pt idx="6838">
                  <c:v>1.5883400000000001</c:v>
                </c:pt>
                <c:pt idx="6839">
                  <c:v>1.5886400000000001</c:v>
                </c:pt>
                <c:pt idx="6840">
                  <c:v>1.5889500000000001</c:v>
                </c:pt>
                <c:pt idx="6841">
                  <c:v>1.5892500000000001</c:v>
                </c:pt>
                <c:pt idx="6842">
                  <c:v>1.5895600000000001</c:v>
                </c:pt>
                <c:pt idx="6843">
                  <c:v>1.5898699999999999</c:v>
                </c:pt>
                <c:pt idx="6844">
                  <c:v>1.5901700000000001</c:v>
                </c:pt>
                <c:pt idx="6845">
                  <c:v>1.5904799999999999</c:v>
                </c:pt>
                <c:pt idx="6846">
                  <c:v>1.5907800000000001</c:v>
                </c:pt>
                <c:pt idx="6847">
                  <c:v>1.5910899999999999</c:v>
                </c:pt>
                <c:pt idx="6848">
                  <c:v>1.5913900000000001</c:v>
                </c:pt>
                <c:pt idx="6849">
                  <c:v>1.5916999999999999</c:v>
                </c:pt>
                <c:pt idx="6850">
                  <c:v>1.5920000000000001</c:v>
                </c:pt>
                <c:pt idx="6851">
                  <c:v>1.5923099999999999</c:v>
                </c:pt>
                <c:pt idx="6852">
                  <c:v>1.5926100000000001</c:v>
                </c:pt>
                <c:pt idx="6853">
                  <c:v>1.5929199999999999</c:v>
                </c:pt>
                <c:pt idx="6854">
                  <c:v>1.5932200000000001</c:v>
                </c:pt>
                <c:pt idx="6855">
                  <c:v>1.5935299999999999</c:v>
                </c:pt>
                <c:pt idx="6856">
                  <c:v>1.5938399999999999</c:v>
                </c:pt>
                <c:pt idx="6857">
                  <c:v>1.5941399999999999</c:v>
                </c:pt>
                <c:pt idx="6858">
                  <c:v>1.5944499999999999</c:v>
                </c:pt>
                <c:pt idx="6859">
                  <c:v>1.5947499999999999</c:v>
                </c:pt>
                <c:pt idx="6860">
                  <c:v>1.5950599999999999</c:v>
                </c:pt>
                <c:pt idx="6861">
                  <c:v>1.5953599999999999</c:v>
                </c:pt>
                <c:pt idx="6862">
                  <c:v>1.5956699999999999</c:v>
                </c:pt>
                <c:pt idx="6863">
                  <c:v>1.5959700000000001</c:v>
                </c:pt>
                <c:pt idx="6864">
                  <c:v>1.5962799999999999</c:v>
                </c:pt>
                <c:pt idx="6865">
                  <c:v>1.5965800000000001</c:v>
                </c:pt>
                <c:pt idx="6866">
                  <c:v>1.5968899999999999</c:v>
                </c:pt>
                <c:pt idx="6867">
                  <c:v>1.5971900000000001</c:v>
                </c:pt>
                <c:pt idx="6868">
                  <c:v>1.5974999999999999</c:v>
                </c:pt>
                <c:pt idx="6869">
                  <c:v>1.59781</c:v>
                </c:pt>
                <c:pt idx="6870">
                  <c:v>1.5981099999999999</c:v>
                </c:pt>
                <c:pt idx="6871">
                  <c:v>1.59842</c:v>
                </c:pt>
                <c:pt idx="6872">
                  <c:v>1.5987199999999999</c:v>
                </c:pt>
                <c:pt idx="6873">
                  <c:v>1.59903</c:v>
                </c:pt>
                <c:pt idx="6874">
                  <c:v>1.5993299999999999</c:v>
                </c:pt>
                <c:pt idx="6875">
                  <c:v>1.59964</c:v>
                </c:pt>
                <c:pt idx="6876">
                  <c:v>1.5999399999999999</c:v>
                </c:pt>
                <c:pt idx="6877">
                  <c:v>1.60025</c:v>
                </c:pt>
                <c:pt idx="6878">
                  <c:v>1.6005499999999999</c:v>
                </c:pt>
                <c:pt idx="6879">
                  <c:v>1.6008599999999999</c:v>
                </c:pt>
                <c:pt idx="6880">
                  <c:v>1.60117</c:v>
                </c:pt>
                <c:pt idx="6881">
                  <c:v>1.6014699999999999</c:v>
                </c:pt>
                <c:pt idx="6882">
                  <c:v>1.60178</c:v>
                </c:pt>
                <c:pt idx="6883">
                  <c:v>1.6020799999999999</c:v>
                </c:pt>
                <c:pt idx="6884">
                  <c:v>1.60239</c:v>
                </c:pt>
                <c:pt idx="6885">
                  <c:v>1.6026899999999999</c:v>
                </c:pt>
                <c:pt idx="6886">
                  <c:v>1.603</c:v>
                </c:pt>
                <c:pt idx="6887">
                  <c:v>1.6032999999999999</c:v>
                </c:pt>
                <c:pt idx="6888">
                  <c:v>1.60361</c:v>
                </c:pt>
                <c:pt idx="6889">
                  <c:v>1.6039099999999999</c:v>
                </c:pt>
                <c:pt idx="6890">
                  <c:v>1.60422</c:v>
                </c:pt>
                <c:pt idx="6891">
                  <c:v>1.6045199999999999</c:v>
                </c:pt>
                <c:pt idx="6892">
                  <c:v>1.60483</c:v>
                </c:pt>
                <c:pt idx="6893">
                  <c:v>1.60514</c:v>
                </c:pt>
                <c:pt idx="6894">
                  <c:v>1.60544</c:v>
                </c:pt>
                <c:pt idx="6895">
                  <c:v>1.60575</c:v>
                </c:pt>
                <c:pt idx="6896">
                  <c:v>1.60605</c:v>
                </c:pt>
                <c:pt idx="6897">
                  <c:v>1.60636</c:v>
                </c:pt>
                <c:pt idx="6898">
                  <c:v>1.60666</c:v>
                </c:pt>
                <c:pt idx="6899">
                  <c:v>1.60697</c:v>
                </c:pt>
                <c:pt idx="6900">
                  <c:v>1.60727</c:v>
                </c:pt>
                <c:pt idx="6901">
                  <c:v>1.60758</c:v>
                </c:pt>
                <c:pt idx="6902">
                  <c:v>1.60788</c:v>
                </c:pt>
                <c:pt idx="6903">
                  <c:v>1.60819</c:v>
                </c:pt>
                <c:pt idx="6904">
                  <c:v>1.60849</c:v>
                </c:pt>
                <c:pt idx="6905">
                  <c:v>1.6088</c:v>
                </c:pt>
                <c:pt idx="6906">
                  <c:v>1.60911</c:v>
                </c:pt>
                <c:pt idx="6907">
                  <c:v>1.60941</c:v>
                </c:pt>
                <c:pt idx="6908">
                  <c:v>1.60972</c:v>
                </c:pt>
                <c:pt idx="6909">
                  <c:v>1.61002</c:v>
                </c:pt>
                <c:pt idx="6910">
                  <c:v>1.61033</c:v>
                </c:pt>
                <c:pt idx="6911">
                  <c:v>1.61063</c:v>
                </c:pt>
                <c:pt idx="6912">
                  <c:v>1.61094</c:v>
                </c:pt>
                <c:pt idx="6913">
                  <c:v>1.61124</c:v>
                </c:pt>
                <c:pt idx="6914">
                  <c:v>1.61155</c:v>
                </c:pt>
                <c:pt idx="6915">
                  <c:v>1.61185</c:v>
                </c:pt>
                <c:pt idx="6916">
                  <c:v>1.61216</c:v>
                </c:pt>
                <c:pt idx="6917">
                  <c:v>1.61246</c:v>
                </c:pt>
                <c:pt idx="6918">
                  <c:v>1.61277</c:v>
                </c:pt>
                <c:pt idx="6919">
                  <c:v>1.6130800000000001</c:v>
                </c:pt>
                <c:pt idx="6920">
                  <c:v>1.61338</c:v>
                </c:pt>
                <c:pt idx="6921">
                  <c:v>1.6136900000000001</c:v>
                </c:pt>
                <c:pt idx="6922">
                  <c:v>1.61399</c:v>
                </c:pt>
                <c:pt idx="6923">
                  <c:v>1.6143000000000001</c:v>
                </c:pt>
                <c:pt idx="6924">
                  <c:v>1.6146</c:v>
                </c:pt>
                <c:pt idx="6925">
                  <c:v>1.6149100000000001</c:v>
                </c:pt>
                <c:pt idx="6926">
                  <c:v>1.61521</c:v>
                </c:pt>
                <c:pt idx="6927">
                  <c:v>1.6155200000000001</c:v>
                </c:pt>
                <c:pt idx="6928">
                  <c:v>1.61582</c:v>
                </c:pt>
                <c:pt idx="6929">
                  <c:v>1.6161300000000001</c:v>
                </c:pt>
                <c:pt idx="6930">
                  <c:v>1.6164400000000001</c:v>
                </c:pt>
                <c:pt idx="6931">
                  <c:v>1.6167400000000001</c:v>
                </c:pt>
                <c:pt idx="6932">
                  <c:v>1.6170500000000001</c:v>
                </c:pt>
                <c:pt idx="6933">
                  <c:v>1.6173500000000001</c:v>
                </c:pt>
                <c:pt idx="6934">
                  <c:v>1.6176600000000001</c:v>
                </c:pt>
                <c:pt idx="6935">
                  <c:v>1.6179600000000001</c:v>
                </c:pt>
                <c:pt idx="6936">
                  <c:v>1.6182700000000001</c:v>
                </c:pt>
                <c:pt idx="6937">
                  <c:v>1.6185700000000001</c:v>
                </c:pt>
                <c:pt idx="6938">
                  <c:v>1.6188800000000001</c:v>
                </c:pt>
                <c:pt idx="6939">
                  <c:v>1.6191800000000001</c:v>
                </c:pt>
                <c:pt idx="6940">
                  <c:v>1.6194900000000001</c:v>
                </c:pt>
                <c:pt idx="6941">
                  <c:v>1.6197900000000001</c:v>
                </c:pt>
                <c:pt idx="6942">
                  <c:v>1.6201000000000001</c:v>
                </c:pt>
                <c:pt idx="6943">
                  <c:v>1.6204099999999999</c:v>
                </c:pt>
                <c:pt idx="6944">
                  <c:v>1.6207100000000001</c:v>
                </c:pt>
                <c:pt idx="6945">
                  <c:v>1.6210199999999999</c:v>
                </c:pt>
                <c:pt idx="6946">
                  <c:v>1.6213200000000001</c:v>
                </c:pt>
                <c:pt idx="6947">
                  <c:v>1.6216299999999999</c:v>
                </c:pt>
                <c:pt idx="6948">
                  <c:v>1.6219300000000001</c:v>
                </c:pt>
                <c:pt idx="6949">
                  <c:v>1.6222399999999999</c:v>
                </c:pt>
                <c:pt idx="6950">
                  <c:v>1.6225400000000001</c:v>
                </c:pt>
                <c:pt idx="6951">
                  <c:v>1.6228499999999999</c:v>
                </c:pt>
                <c:pt idx="6952">
                  <c:v>1.6231500000000001</c:v>
                </c:pt>
                <c:pt idx="6953">
                  <c:v>1.6234599999999999</c:v>
                </c:pt>
                <c:pt idx="6954">
                  <c:v>1.6237600000000001</c:v>
                </c:pt>
                <c:pt idx="6955">
                  <c:v>1.6240699999999999</c:v>
                </c:pt>
                <c:pt idx="6956">
                  <c:v>1.6243799999999999</c:v>
                </c:pt>
                <c:pt idx="6957">
                  <c:v>1.6246799999999999</c:v>
                </c:pt>
                <c:pt idx="6958">
                  <c:v>1.6249899999999999</c:v>
                </c:pt>
                <c:pt idx="6959">
                  <c:v>1.6252899999999999</c:v>
                </c:pt>
                <c:pt idx="6960">
                  <c:v>1.6255999999999999</c:v>
                </c:pt>
                <c:pt idx="6961">
                  <c:v>1.6258999999999999</c:v>
                </c:pt>
                <c:pt idx="6962">
                  <c:v>1.6262099999999999</c:v>
                </c:pt>
                <c:pt idx="6963">
                  <c:v>1.6265099999999999</c:v>
                </c:pt>
                <c:pt idx="6964">
                  <c:v>1.6268199999999999</c:v>
                </c:pt>
                <c:pt idx="6965">
                  <c:v>1.6271199999999999</c:v>
                </c:pt>
                <c:pt idx="6966">
                  <c:v>1.6274299999999999</c:v>
                </c:pt>
                <c:pt idx="6967">
                  <c:v>1.6277299999999999</c:v>
                </c:pt>
                <c:pt idx="6968">
                  <c:v>1.6280399999999999</c:v>
                </c:pt>
                <c:pt idx="6969">
                  <c:v>1.62835</c:v>
                </c:pt>
                <c:pt idx="6970">
                  <c:v>1.6286499999999999</c:v>
                </c:pt>
                <c:pt idx="6971">
                  <c:v>1.62896</c:v>
                </c:pt>
                <c:pt idx="6972">
                  <c:v>1.6292599999999999</c:v>
                </c:pt>
                <c:pt idx="6973">
                  <c:v>1.62957</c:v>
                </c:pt>
                <c:pt idx="6974">
                  <c:v>1.6298699999999999</c:v>
                </c:pt>
                <c:pt idx="6975">
                  <c:v>1.63018</c:v>
                </c:pt>
                <c:pt idx="6976">
                  <c:v>1.6304799999999999</c:v>
                </c:pt>
                <c:pt idx="6977">
                  <c:v>1.63079</c:v>
                </c:pt>
                <c:pt idx="6978">
                  <c:v>1.6310899999999999</c:v>
                </c:pt>
                <c:pt idx="6979">
                  <c:v>1.6314</c:v>
                </c:pt>
                <c:pt idx="6980">
                  <c:v>1.6316999999999999</c:v>
                </c:pt>
                <c:pt idx="6981">
                  <c:v>1.63201</c:v>
                </c:pt>
                <c:pt idx="6982">
                  <c:v>1.63232</c:v>
                </c:pt>
                <c:pt idx="6983">
                  <c:v>1.63262</c:v>
                </c:pt>
                <c:pt idx="6984">
                  <c:v>1.63293</c:v>
                </c:pt>
                <c:pt idx="6985">
                  <c:v>1.63323</c:v>
                </c:pt>
                <c:pt idx="6986">
                  <c:v>1.63354</c:v>
                </c:pt>
                <c:pt idx="6987">
                  <c:v>1.63384</c:v>
                </c:pt>
                <c:pt idx="6988">
                  <c:v>1.63415</c:v>
                </c:pt>
                <c:pt idx="6989">
                  <c:v>1.63445</c:v>
                </c:pt>
                <c:pt idx="6990">
                  <c:v>1.63476</c:v>
                </c:pt>
                <c:pt idx="6991">
                  <c:v>1.63506</c:v>
                </c:pt>
                <c:pt idx="6992">
                  <c:v>1.63537</c:v>
                </c:pt>
                <c:pt idx="6993">
                  <c:v>1.63568</c:v>
                </c:pt>
                <c:pt idx="6994">
                  <c:v>1.63598</c:v>
                </c:pt>
                <c:pt idx="6995">
                  <c:v>1.63629</c:v>
                </c:pt>
                <c:pt idx="6996">
                  <c:v>1.63659</c:v>
                </c:pt>
                <c:pt idx="6997">
                  <c:v>1.6369</c:v>
                </c:pt>
                <c:pt idx="6998">
                  <c:v>1.6372</c:v>
                </c:pt>
                <c:pt idx="6999">
                  <c:v>1.63751</c:v>
                </c:pt>
                <c:pt idx="7000">
                  <c:v>1.63781</c:v>
                </c:pt>
                <c:pt idx="7001">
                  <c:v>1.63812</c:v>
                </c:pt>
                <c:pt idx="7002">
                  <c:v>1.63842</c:v>
                </c:pt>
                <c:pt idx="7003">
                  <c:v>1.63873</c:v>
                </c:pt>
                <c:pt idx="7004">
                  <c:v>1.63903</c:v>
                </c:pt>
                <c:pt idx="7005">
                  <c:v>1.63934</c:v>
                </c:pt>
                <c:pt idx="7006">
                  <c:v>1.6396500000000001</c:v>
                </c:pt>
                <c:pt idx="7007">
                  <c:v>1.63995</c:v>
                </c:pt>
                <c:pt idx="7008">
                  <c:v>1.6402600000000001</c:v>
                </c:pt>
                <c:pt idx="7009">
                  <c:v>1.64056</c:v>
                </c:pt>
                <c:pt idx="7010">
                  <c:v>1.6408700000000001</c:v>
                </c:pt>
                <c:pt idx="7011">
                  <c:v>1.64117</c:v>
                </c:pt>
                <c:pt idx="7012">
                  <c:v>1.6414800000000001</c:v>
                </c:pt>
                <c:pt idx="7013">
                  <c:v>1.64178</c:v>
                </c:pt>
                <c:pt idx="7014">
                  <c:v>1.64209</c:v>
                </c:pt>
                <c:pt idx="7015">
                  <c:v>1.64239</c:v>
                </c:pt>
                <c:pt idx="7016">
                  <c:v>1.6427</c:v>
                </c:pt>
                <c:pt idx="7017">
                  <c:v>1.643</c:v>
                </c:pt>
                <c:pt idx="7018">
                  <c:v>1.64331</c:v>
                </c:pt>
                <c:pt idx="7019">
                  <c:v>1.6436200000000001</c:v>
                </c:pt>
                <c:pt idx="7020">
                  <c:v>1.64392</c:v>
                </c:pt>
                <c:pt idx="7021">
                  <c:v>1.6442300000000001</c:v>
                </c:pt>
                <c:pt idx="7022">
                  <c:v>1.64453</c:v>
                </c:pt>
                <c:pt idx="7023">
                  <c:v>1.6448400000000001</c:v>
                </c:pt>
                <c:pt idx="7024">
                  <c:v>1.64514</c:v>
                </c:pt>
                <c:pt idx="7025">
                  <c:v>1.6454500000000001</c:v>
                </c:pt>
                <c:pt idx="7026">
                  <c:v>1.64575</c:v>
                </c:pt>
                <c:pt idx="7027">
                  <c:v>1.6460600000000001</c:v>
                </c:pt>
                <c:pt idx="7028">
                  <c:v>1.64636</c:v>
                </c:pt>
                <c:pt idx="7029">
                  <c:v>1.6466700000000001</c:v>
                </c:pt>
                <c:pt idx="7030">
                  <c:v>1.64697</c:v>
                </c:pt>
                <c:pt idx="7031">
                  <c:v>1.6472800000000001</c:v>
                </c:pt>
                <c:pt idx="7032">
                  <c:v>1.6475900000000001</c:v>
                </c:pt>
                <c:pt idx="7033">
                  <c:v>1.6478900000000001</c:v>
                </c:pt>
                <c:pt idx="7034">
                  <c:v>1.6482000000000001</c:v>
                </c:pt>
                <c:pt idx="7035">
                  <c:v>1.6485000000000001</c:v>
                </c:pt>
                <c:pt idx="7036">
                  <c:v>1.6488100000000001</c:v>
                </c:pt>
                <c:pt idx="7037">
                  <c:v>1.6491100000000001</c:v>
                </c:pt>
                <c:pt idx="7038">
                  <c:v>1.6494200000000001</c:v>
                </c:pt>
                <c:pt idx="7039">
                  <c:v>1.6497200000000001</c:v>
                </c:pt>
                <c:pt idx="7040">
                  <c:v>1.6500300000000001</c:v>
                </c:pt>
                <c:pt idx="7041">
                  <c:v>1.6503300000000001</c:v>
                </c:pt>
                <c:pt idx="7042">
                  <c:v>1.6506400000000001</c:v>
                </c:pt>
                <c:pt idx="7043">
                  <c:v>1.6509400000000001</c:v>
                </c:pt>
                <c:pt idx="7044">
                  <c:v>1.6512500000000001</c:v>
                </c:pt>
                <c:pt idx="7045">
                  <c:v>1.6515599999999999</c:v>
                </c:pt>
                <c:pt idx="7046">
                  <c:v>1.6518600000000001</c:v>
                </c:pt>
                <c:pt idx="7047">
                  <c:v>1.6521699999999999</c:v>
                </c:pt>
                <c:pt idx="7048">
                  <c:v>1.6524700000000001</c:v>
                </c:pt>
                <c:pt idx="7049">
                  <c:v>1.6527799999999999</c:v>
                </c:pt>
                <c:pt idx="7050">
                  <c:v>1.6530800000000001</c:v>
                </c:pt>
                <c:pt idx="7051">
                  <c:v>1.6533899999999999</c:v>
                </c:pt>
                <c:pt idx="7052">
                  <c:v>1.6536900000000001</c:v>
                </c:pt>
                <c:pt idx="7053">
                  <c:v>1.6539999999999999</c:v>
                </c:pt>
                <c:pt idx="7054">
                  <c:v>1.6543000000000001</c:v>
                </c:pt>
                <c:pt idx="7055">
                  <c:v>1.6546099999999999</c:v>
                </c:pt>
                <c:pt idx="7056">
                  <c:v>1.6549199999999999</c:v>
                </c:pt>
                <c:pt idx="7057">
                  <c:v>1.6552199999999999</c:v>
                </c:pt>
                <c:pt idx="7058">
                  <c:v>1.6555299999999999</c:v>
                </c:pt>
                <c:pt idx="7059">
                  <c:v>1.6558299999999999</c:v>
                </c:pt>
                <c:pt idx="7060">
                  <c:v>1.6561399999999999</c:v>
                </c:pt>
                <c:pt idx="7061">
                  <c:v>1.6564399999999999</c:v>
                </c:pt>
                <c:pt idx="7062">
                  <c:v>1.6567499999999999</c:v>
                </c:pt>
                <c:pt idx="7063">
                  <c:v>1.6570499999999999</c:v>
                </c:pt>
                <c:pt idx="7064">
                  <c:v>1.6573599999999999</c:v>
                </c:pt>
                <c:pt idx="7065">
                  <c:v>1.6576599999999999</c:v>
                </c:pt>
                <c:pt idx="7066">
                  <c:v>1.6579699999999999</c:v>
                </c:pt>
                <c:pt idx="7067">
                  <c:v>1.6582699999999999</c:v>
                </c:pt>
                <c:pt idx="7068">
                  <c:v>1.6585799999999999</c:v>
                </c:pt>
                <c:pt idx="7069">
                  <c:v>1.65889</c:v>
                </c:pt>
                <c:pt idx="7070">
                  <c:v>1.6591899999999999</c:v>
                </c:pt>
                <c:pt idx="7071">
                  <c:v>1.6595</c:v>
                </c:pt>
                <c:pt idx="7072">
                  <c:v>1.6597999999999999</c:v>
                </c:pt>
                <c:pt idx="7073">
                  <c:v>1.66011</c:v>
                </c:pt>
                <c:pt idx="7074">
                  <c:v>1.6604099999999999</c:v>
                </c:pt>
                <c:pt idx="7075">
                  <c:v>1.66072</c:v>
                </c:pt>
                <c:pt idx="7076">
                  <c:v>1.6610199999999999</c:v>
                </c:pt>
                <c:pt idx="7077">
                  <c:v>1.66133</c:v>
                </c:pt>
                <c:pt idx="7078">
                  <c:v>1.6616299999999999</c:v>
                </c:pt>
                <c:pt idx="7079">
                  <c:v>1.66194</c:v>
                </c:pt>
                <c:pt idx="7080">
                  <c:v>1.6622399999999999</c:v>
                </c:pt>
                <c:pt idx="7081">
                  <c:v>1.66255</c:v>
                </c:pt>
                <c:pt idx="7082">
                  <c:v>1.66286</c:v>
                </c:pt>
                <c:pt idx="7083">
                  <c:v>1.66316</c:v>
                </c:pt>
                <c:pt idx="7084">
                  <c:v>1.66347</c:v>
                </c:pt>
                <c:pt idx="7085">
                  <c:v>1.66377</c:v>
                </c:pt>
                <c:pt idx="7086">
                  <c:v>1.66408</c:v>
                </c:pt>
                <c:pt idx="7087">
                  <c:v>1.66438</c:v>
                </c:pt>
                <c:pt idx="7088">
                  <c:v>1.66469</c:v>
                </c:pt>
                <c:pt idx="7089">
                  <c:v>1.66499</c:v>
                </c:pt>
                <c:pt idx="7090">
                  <c:v>1.6653</c:v>
                </c:pt>
                <c:pt idx="7091">
                  <c:v>1.6656</c:v>
                </c:pt>
                <c:pt idx="7092">
                  <c:v>1.66591</c:v>
                </c:pt>
                <c:pt idx="7093">
                  <c:v>1.66621</c:v>
                </c:pt>
                <c:pt idx="7094">
                  <c:v>1.66652</c:v>
                </c:pt>
                <c:pt idx="7095">
                  <c:v>1.66683</c:v>
                </c:pt>
                <c:pt idx="7096">
                  <c:v>1.66713</c:v>
                </c:pt>
                <c:pt idx="7097">
                  <c:v>1.66744</c:v>
                </c:pt>
                <c:pt idx="7098">
                  <c:v>1.66774</c:v>
                </c:pt>
                <c:pt idx="7099">
                  <c:v>1.66805</c:v>
                </c:pt>
                <c:pt idx="7100">
                  <c:v>1.66835</c:v>
                </c:pt>
                <c:pt idx="7101">
                  <c:v>1.66866</c:v>
                </c:pt>
                <c:pt idx="7102">
                  <c:v>1.66896</c:v>
                </c:pt>
                <c:pt idx="7103">
                  <c:v>1.66927</c:v>
                </c:pt>
                <c:pt idx="7104">
                  <c:v>1.66957</c:v>
                </c:pt>
                <c:pt idx="7105">
                  <c:v>1.66988</c:v>
                </c:pt>
                <c:pt idx="7106">
                  <c:v>1.67018</c:v>
                </c:pt>
                <c:pt idx="7107">
                  <c:v>1.67049</c:v>
                </c:pt>
                <c:pt idx="7108">
                  <c:v>1.6708000000000001</c:v>
                </c:pt>
                <c:pt idx="7109">
                  <c:v>1.6711</c:v>
                </c:pt>
                <c:pt idx="7110">
                  <c:v>1.6714100000000001</c:v>
                </c:pt>
                <c:pt idx="7111">
                  <c:v>1.67171</c:v>
                </c:pt>
                <c:pt idx="7112">
                  <c:v>1.6720200000000001</c:v>
                </c:pt>
                <c:pt idx="7113">
                  <c:v>1.67232</c:v>
                </c:pt>
                <c:pt idx="7114">
                  <c:v>1.6726300000000001</c:v>
                </c:pt>
                <c:pt idx="7115">
                  <c:v>1.67293</c:v>
                </c:pt>
                <c:pt idx="7116">
                  <c:v>1.6732400000000001</c:v>
                </c:pt>
                <c:pt idx="7117">
                  <c:v>1.67354</c:v>
                </c:pt>
                <c:pt idx="7118">
                  <c:v>1.6738500000000001</c:v>
                </c:pt>
                <c:pt idx="7119">
                  <c:v>1.6741600000000001</c:v>
                </c:pt>
                <c:pt idx="7120">
                  <c:v>1.6744600000000001</c:v>
                </c:pt>
                <c:pt idx="7121">
                  <c:v>1.6747700000000001</c:v>
                </c:pt>
                <c:pt idx="7122">
                  <c:v>1.6750700000000001</c:v>
                </c:pt>
                <c:pt idx="7123">
                  <c:v>1.6753800000000001</c:v>
                </c:pt>
                <c:pt idx="7124">
                  <c:v>1.6756800000000001</c:v>
                </c:pt>
                <c:pt idx="7125">
                  <c:v>1.6759900000000001</c:v>
                </c:pt>
                <c:pt idx="7126">
                  <c:v>1.6762900000000001</c:v>
                </c:pt>
                <c:pt idx="7127">
                  <c:v>1.6766000000000001</c:v>
                </c:pt>
                <c:pt idx="7128">
                  <c:v>1.6769000000000001</c:v>
                </c:pt>
                <c:pt idx="7129">
                  <c:v>1.6772100000000001</c:v>
                </c:pt>
                <c:pt idx="7130">
                  <c:v>1.6775100000000001</c:v>
                </c:pt>
                <c:pt idx="7131">
                  <c:v>1.6778200000000001</c:v>
                </c:pt>
                <c:pt idx="7132">
                  <c:v>1.6781299999999999</c:v>
                </c:pt>
                <c:pt idx="7133">
                  <c:v>1.6784300000000001</c:v>
                </c:pt>
                <c:pt idx="7134">
                  <c:v>1.6787399999999999</c:v>
                </c:pt>
                <c:pt idx="7135">
                  <c:v>1.6790400000000001</c:v>
                </c:pt>
                <c:pt idx="7136">
                  <c:v>1.6793499999999999</c:v>
                </c:pt>
                <c:pt idx="7137">
                  <c:v>1.6796500000000001</c:v>
                </c:pt>
                <c:pt idx="7138">
                  <c:v>1.6799599999999999</c:v>
                </c:pt>
                <c:pt idx="7139">
                  <c:v>1.6802600000000001</c:v>
                </c:pt>
                <c:pt idx="7140">
                  <c:v>1.6805699999999999</c:v>
                </c:pt>
                <c:pt idx="7141">
                  <c:v>1.6808700000000001</c:v>
                </c:pt>
                <c:pt idx="7142">
                  <c:v>1.6811799999999999</c:v>
                </c:pt>
                <c:pt idx="7143">
                  <c:v>1.6814800000000001</c:v>
                </c:pt>
                <c:pt idx="7144">
                  <c:v>1.6817899999999999</c:v>
                </c:pt>
                <c:pt idx="7145">
                  <c:v>1.6820999999999999</c:v>
                </c:pt>
                <c:pt idx="7146">
                  <c:v>1.6823999999999999</c:v>
                </c:pt>
                <c:pt idx="7147">
                  <c:v>1.6827099999999999</c:v>
                </c:pt>
                <c:pt idx="7148">
                  <c:v>1.6830099999999999</c:v>
                </c:pt>
                <c:pt idx="7149">
                  <c:v>1.6833199999999999</c:v>
                </c:pt>
                <c:pt idx="7150">
                  <c:v>1.6836199999999999</c:v>
                </c:pt>
                <c:pt idx="7151">
                  <c:v>1.6839299999999999</c:v>
                </c:pt>
                <c:pt idx="7152">
                  <c:v>1.6842299999999999</c:v>
                </c:pt>
                <c:pt idx="7153">
                  <c:v>1.6845399999999999</c:v>
                </c:pt>
                <c:pt idx="7154">
                  <c:v>1.6848399999999999</c:v>
                </c:pt>
                <c:pt idx="7155">
                  <c:v>1.6851499999999999</c:v>
                </c:pt>
                <c:pt idx="7156">
                  <c:v>1.6854499999999999</c:v>
                </c:pt>
                <c:pt idx="7157">
                  <c:v>1.6857599999999999</c:v>
                </c:pt>
                <c:pt idx="7158">
                  <c:v>1.68607</c:v>
                </c:pt>
                <c:pt idx="7159">
                  <c:v>1.6863699999999999</c:v>
                </c:pt>
                <c:pt idx="7160">
                  <c:v>1.68668</c:v>
                </c:pt>
                <c:pt idx="7161">
                  <c:v>1.6869799999999999</c:v>
                </c:pt>
                <c:pt idx="7162">
                  <c:v>1.68729</c:v>
                </c:pt>
                <c:pt idx="7163">
                  <c:v>1.6875899999999999</c:v>
                </c:pt>
                <c:pt idx="7164">
                  <c:v>1.6879</c:v>
                </c:pt>
                <c:pt idx="7165">
                  <c:v>1.6881999999999999</c:v>
                </c:pt>
                <c:pt idx="7166">
                  <c:v>1.68851</c:v>
                </c:pt>
                <c:pt idx="7167">
                  <c:v>1.6888099999999999</c:v>
                </c:pt>
                <c:pt idx="7168">
                  <c:v>1.68912</c:v>
                </c:pt>
                <c:pt idx="7169">
                  <c:v>1.68943</c:v>
                </c:pt>
                <c:pt idx="7170">
                  <c:v>1.68973</c:v>
                </c:pt>
                <c:pt idx="7171">
                  <c:v>1.69004</c:v>
                </c:pt>
                <c:pt idx="7172">
                  <c:v>1.69034</c:v>
                </c:pt>
                <c:pt idx="7173">
                  <c:v>1.69065</c:v>
                </c:pt>
                <c:pt idx="7174">
                  <c:v>1.69095</c:v>
                </c:pt>
                <c:pt idx="7175">
                  <c:v>1.69126</c:v>
                </c:pt>
                <c:pt idx="7176">
                  <c:v>1.69156</c:v>
                </c:pt>
                <c:pt idx="7177">
                  <c:v>1.69187</c:v>
                </c:pt>
                <c:pt idx="7178">
                  <c:v>1.69217</c:v>
                </c:pt>
                <c:pt idx="7179">
                  <c:v>1.69248</c:v>
                </c:pt>
                <c:pt idx="7180">
                  <c:v>1.69278</c:v>
                </c:pt>
                <c:pt idx="7181">
                  <c:v>1.69309</c:v>
                </c:pt>
                <c:pt idx="7182">
                  <c:v>1.6934</c:v>
                </c:pt>
                <c:pt idx="7183">
                  <c:v>1.6937</c:v>
                </c:pt>
                <c:pt idx="7184">
                  <c:v>1.69401</c:v>
                </c:pt>
                <c:pt idx="7185">
                  <c:v>1.69431</c:v>
                </c:pt>
                <c:pt idx="7186">
                  <c:v>1.69462</c:v>
                </c:pt>
                <c:pt idx="7187">
                  <c:v>1.69492</c:v>
                </c:pt>
                <c:pt idx="7188">
                  <c:v>1.69523</c:v>
                </c:pt>
                <c:pt idx="7189">
                  <c:v>1.69553</c:v>
                </c:pt>
                <c:pt idx="7190">
                  <c:v>1.69584</c:v>
                </c:pt>
                <c:pt idx="7191">
                  <c:v>1.69614</c:v>
                </c:pt>
                <c:pt idx="7192">
                  <c:v>1.69645</c:v>
                </c:pt>
                <c:pt idx="7193">
                  <c:v>1.69675</c:v>
                </c:pt>
                <c:pt idx="7194">
                  <c:v>1.69706</c:v>
                </c:pt>
                <c:pt idx="7195">
                  <c:v>1.69737</c:v>
                </c:pt>
                <c:pt idx="7196">
                  <c:v>1.69767</c:v>
                </c:pt>
                <c:pt idx="7197">
                  <c:v>1.69798</c:v>
                </c:pt>
                <c:pt idx="7198">
                  <c:v>1.69828</c:v>
                </c:pt>
                <c:pt idx="7199">
                  <c:v>1.69859</c:v>
                </c:pt>
                <c:pt idx="7200">
                  <c:v>1.69889</c:v>
                </c:pt>
                <c:pt idx="7201">
                  <c:v>1.6992</c:v>
                </c:pt>
                <c:pt idx="7202">
                  <c:v>1.6995</c:v>
                </c:pt>
                <c:pt idx="7203">
                  <c:v>1.69981</c:v>
                </c:pt>
                <c:pt idx="7204">
                  <c:v>1.70011</c:v>
                </c:pt>
                <c:pt idx="7205">
                  <c:v>1.70042</c:v>
                </c:pt>
                <c:pt idx="7206">
                  <c:v>1.70072</c:v>
                </c:pt>
                <c:pt idx="7207">
                  <c:v>1.70103</c:v>
                </c:pt>
                <c:pt idx="7208">
                  <c:v>1.7013400000000001</c:v>
                </c:pt>
                <c:pt idx="7209">
                  <c:v>1.70164</c:v>
                </c:pt>
                <c:pt idx="7210">
                  <c:v>1.7019500000000001</c:v>
                </c:pt>
                <c:pt idx="7211">
                  <c:v>1.70225</c:v>
                </c:pt>
                <c:pt idx="7212">
                  <c:v>1.7025600000000001</c:v>
                </c:pt>
                <c:pt idx="7213">
                  <c:v>1.70286</c:v>
                </c:pt>
                <c:pt idx="7214">
                  <c:v>1.7031700000000001</c:v>
                </c:pt>
                <c:pt idx="7215">
                  <c:v>1.70347</c:v>
                </c:pt>
                <c:pt idx="7216">
                  <c:v>1.7037800000000001</c:v>
                </c:pt>
                <c:pt idx="7217">
                  <c:v>1.70408</c:v>
                </c:pt>
                <c:pt idx="7218">
                  <c:v>1.7043900000000001</c:v>
                </c:pt>
                <c:pt idx="7219">
                  <c:v>1.70469</c:v>
                </c:pt>
                <c:pt idx="7220">
                  <c:v>1.7050000000000001</c:v>
                </c:pt>
                <c:pt idx="7221">
                  <c:v>1.7053100000000001</c:v>
                </c:pt>
                <c:pt idx="7222">
                  <c:v>1.7056100000000001</c:v>
                </c:pt>
                <c:pt idx="7223">
                  <c:v>1.7059200000000001</c:v>
                </c:pt>
                <c:pt idx="7224">
                  <c:v>1.7062200000000001</c:v>
                </c:pt>
                <c:pt idx="7225">
                  <c:v>1.7065300000000001</c:v>
                </c:pt>
                <c:pt idx="7226">
                  <c:v>1.7068300000000001</c:v>
                </c:pt>
                <c:pt idx="7227">
                  <c:v>1.7071400000000001</c:v>
                </c:pt>
                <c:pt idx="7228">
                  <c:v>1.7074400000000001</c:v>
                </c:pt>
                <c:pt idx="7229">
                  <c:v>1.7077500000000001</c:v>
                </c:pt>
                <c:pt idx="7230">
                  <c:v>1.7080500000000001</c:v>
                </c:pt>
                <c:pt idx="7231">
                  <c:v>1.7083600000000001</c:v>
                </c:pt>
                <c:pt idx="7232">
                  <c:v>1.7086699999999999</c:v>
                </c:pt>
                <c:pt idx="7233">
                  <c:v>1.7089700000000001</c:v>
                </c:pt>
                <c:pt idx="7234">
                  <c:v>1.7092799999999999</c:v>
                </c:pt>
                <c:pt idx="7235">
                  <c:v>1.7095800000000001</c:v>
                </c:pt>
                <c:pt idx="7236">
                  <c:v>1.7098899999999999</c:v>
                </c:pt>
                <c:pt idx="7237">
                  <c:v>1.7101900000000001</c:v>
                </c:pt>
                <c:pt idx="7238">
                  <c:v>1.7104999999999999</c:v>
                </c:pt>
                <c:pt idx="7239">
                  <c:v>1.7108000000000001</c:v>
                </c:pt>
                <c:pt idx="7240">
                  <c:v>1.7111099999999999</c:v>
                </c:pt>
                <c:pt idx="7241">
                  <c:v>1.7114100000000001</c:v>
                </c:pt>
                <c:pt idx="7242">
                  <c:v>1.7117199999999999</c:v>
                </c:pt>
                <c:pt idx="7243">
                  <c:v>1.7120200000000001</c:v>
                </c:pt>
                <c:pt idx="7244">
                  <c:v>1.7123299999999999</c:v>
                </c:pt>
                <c:pt idx="7245">
                  <c:v>1.7126399999999999</c:v>
                </c:pt>
                <c:pt idx="7246">
                  <c:v>1.7129399999999999</c:v>
                </c:pt>
                <c:pt idx="7247">
                  <c:v>1.7132499999999999</c:v>
                </c:pt>
                <c:pt idx="7248">
                  <c:v>1.7135499999999999</c:v>
                </c:pt>
                <c:pt idx="7249">
                  <c:v>1.7138599999999999</c:v>
                </c:pt>
                <c:pt idx="7250">
                  <c:v>1.7141599999999999</c:v>
                </c:pt>
                <c:pt idx="7251">
                  <c:v>1.7144699999999999</c:v>
                </c:pt>
                <c:pt idx="7252">
                  <c:v>1.7147699999999999</c:v>
                </c:pt>
                <c:pt idx="7253">
                  <c:v>1.7150799999999999</c:v>
                </c:pt>
                <c:pt idx="7254">
                  <c:v>1.7153799999999999</c:v>
                </c:pt>
                <c:pt idx="7255">
                  <c:v>1.7156899999999999</c:v>
                </c:pt>
                <c:pt idx="7256">
                  <c:v>1.7159899999999999</c:v>
                </c:pt>
                <c:pt idx="7257">
                  <c:v>1.7162999999999999</c:v>
                </c:pt>
                <c:pt idx="7258">
                  <c:v>1.71661</c:v>
                </c:pt>
                <c:pt idx="7259">
                  <c:v>1.7169099999999999</c:v>
                </c:pt>
                <c:pt idx="7260">
                  <c:v>1.71722</c:v>
                </c:pt>
                <c:pt idx="7261">
                  <c:v>1.7175199999999999</c:v>
                </c:pt>
                <c:pt idx="7262">
                  <c:v>1.71783</c:v>
                </c:pt>
                <c:pt idx="7263">
                  <c:v>1.7181299999999999</c:v>
                </c:pt>
                <c:pt idx="7264">
                  <c:v>1.71844</c:v>
                </c:pt>
                <c:pt idx="7265">
                  <c:v>1.7187399999999999</c:v>
                </c:pt>
                <c:pt idx="7266">
                  <c:v>1.71905</c:v>
                </c:pt>
                <c:pt idx="7267">
                  <c:v>1.7193499999999999</c:v>
                </c:pt>
                <c:pt idx="7268">
                  <c:v>1.71966</c:v>
                </c:pt>
                <c:pt idx="7269">
                  <c:v>1.7199599999999999</c:v>
                </c:pt>
                <c:pt idx="7270">
                  <c:v>1.72027</c:v>
                </c:pt>
                <c:pt idx="7271">
                  <c:v>1.72058</c:v>
                </c:pt>
                <c:pt idx="7272">
                  <c:v>1.72088</c:v>
                </c:pt>
                <c:pt idx="7273">
                  <c:v>1.72119</c:v>
                </c:pt>
                <c:pt idx="7274">
                  <c:v>1.72149</c:v>
                </c:pt>
                <c:pt idx="7275">
                  <c:v>1.7218</c:v>
                </c:pt>
                <c:pt idx="7276">
                  <c:v>1.7221</c:v>
                </c:pt>
                <c:pt idx="7277">
                  <c:v>1.72241</c:v>
                </c:pt>
                <c:pt idx="7278">
                  <c:v>1.72271</c:v>
                </c:pt>
                <c:pt idx="7279">
                  <c:v>1.72302</c:v>
                </c:pt>
                <c:pt idx="7280">
                  <c:v>1.72332</c:v>
                </c:pt>
                <c:pt idx="7281">
                  <c:v>1.72363</c:v>
                </c:pt>
                <c:pt idx="7282">
                  <c:v>1.72393</c:v>
                </c:pt>
                <c:pt idx="7283">
                  <c:v>1.72424</c:v>
                </c:pt>
                <c:pt idx="7284">
                  <c:v>1.72455</c:v>
                </c:pt>
                <c:pt idx="7285">
                  <c:v>1.72485</c:v>
                </c:pt>
                <c:pt idx="7286">
                  <c:v>1.72516</c:v>
                </c:pt>
                <c:pt idx="7287">
                  <c:v>1.72546</c:v>
                </c:pt>
                <c:pt idx="7288">
                  <c:v>1.72577</c:v>
                </c:pt>
                <c:pt idx="7289">
                  <c:v>1.72607</c:v>
                </c:pt>
                <c:pt idx="7290">
                  <c:v>1.72638</c:v>
                </c:pt>
                <c:pt idx="7291">
                  <c:v>1.72668</c:v>
                </c:pt>
                <c:pt idx="7292">
                  <c:v>1.72699</c:v>
                </c:pt>
                <c:pt idx="7293">
                  <c:v>1.72729</c:v>
                </c:pt>
                <c:pt idx="7294">
                  <c:v>1.7276</c:v>
                </c:pt>
                <c:pt idx="7295">
                  <c:v>1.7279100000000001</c:v>
                </c:pt>
                <c:pt idx="7296">
                  <c:v>1.72821</c:v>
                </c:pt>
                <c:pt idx="7297">
                  <c:v>1.7285200000000001</c:v>
                </c:pt>
                <c:pt idx="7298">
                  <c:v>1.72882</c:v>
                </c:pt>
                <c:pt idx="7299">
                  <c:v>1.7291300000000001</c:v>
                </c:pt>
                <c:pt idx="7300">
                  <c:v>1.72943</c:v>
                </c:pt>
                <c:pt idx="7301">
                  <c:v>1.7297400000000001</c:v>
                </c:pt>
                <c:pt idx="7302">
                  <c:v>1.73004</c:v>
                </c:pt>
                <c:pt idx="7303">
                  <c:v>1.7303500000000001</c:v>
                </c:pt>
                <c:pt idx="7304">
                  <c:v>1.73065</c:v>
                </c:pt>
                <c:pt idx="7305">
                  <c:v>1.7309600000000001</c:v>
                </c:pt>
                <c:pt idx="7306">
                  <c:v>1.73126</c:v>
                </c:pt>
                <c:pt idx="7307">
                  <c:v>1.7315700000000001</c:v>
                </c:pt>
                <c:pt idx="7308">
                  <c:v>1.7318800000000001</c:v>
                </c:pt>
                <c:pt idx="7309">
                  <c:v>1.7321800000000001</c:v>
                </c:pt>
                <c:pt idx="7310">
                  <c:v>1.7324900000000001</c:v>
                </c:pt>
                <c:pt idx="7311">
                  <c:v>1.7327900000000001</c:v>
                </c:pt>
                <c:pt idx="7312">
                  <c:v>1.7331000000000001</c:v>
                </c:pt>
                <c:pt idx="7313">
                  <c:v>1.7334000000000001</c:v>
                </c:pt>
                <c:pt idx="7314">
                  <c:v>1.7337100000000001</c:v>
                </c:pt>
                <c:pt idx="7315">
                  <c:v>1.7340100000000001</c:v>
                </c:pt>
                <c:pt idx="7316">
                  <c:v>1.7343200000000001</c:v>
                </c:pt>
                <c:pt idx="7317">
                  <c:v>1.7346200000000001</c:v>
                </c:pt>
                <c:pt idx="7318">
                  <c:v>1.7349300000000001</c:v>
                </c:pt>
                <c:pt idx="7319">
                  <c:v>1.7352300000000001</c:v>
                </c:pt>
                <c:pt idx="7320">
                  <c:v>1.7355400000000001</c:v>
                </c:pt>
                <c:pt idx="7321">
                  <c:v>1.7358499999999999</c:v>
                </c:pt>
                <c:pt idx="7322">
                  <c:v>1.7361500000000001</c:v>
                </c:pt>
                <c:pt idx="7323">
                  <c:v>1.7364599999999999</c:v>
                </c:pt>
                <c:pt idx="7324">
                  <c:v>1.7367600000000001</c:v>
                </c:pt>
                <c:pt idx="7325">
                  <c:v>1.7370699999999999</c:v>
                </c:pt>
                <c:pt idx="7326">
                  <c:v>1.7373700000000001</c:v>
                </c:pt>
                <c:pt idx="7327">
                  <c:v>1.7376799999999999</c:v>
                </c:pt>
                <c:pt idx="7328">
                  <c:v>1.7379800000000001</c:v>
                </c:pt>
                <c:pt idx="7329">
                  <c:v>1.7382899999999999</c:v>
                </c:pt>
                <c:pt idx="7330">
                  <c:v>1.7385900000000001</c:v>
                </c:pt>
                <c:pt idx="7331">
                  <c:v>1.7388999999999999</c:v>
                </c:pt>
                <c:pt idx="7332">
                  <c:v>1.7392000000000001</c:v>
                </c:pt>
                <c:pt idx="7333">
                  <c:v>1.7395099999999999</c:v>
                </c:pt>
                <c:pt idx="7334">
                  <c:v>1.7398199999999999</c:v>
                </c:pt>
                <c:pt idx="7335">
                  <c:v>1.7401199999999999</c:v>
                </c:pt>
                <c:pt idx="7336">
                  <c:v>1.7404299999999999</c:v>
                </c:pt>
                <c:pt idx="7337">
                  <c:v>1.7407300000000001</c:v>
                </c:pt>
                <c:pt idx="7338">
                  <c:v>1.7410399999999999</c:v>
                </c:pt>
                <c:pt idx="7339">
                  <c:v>1.7413400000000001</c:v>
                </c:pt>
                <c:pt idx="7340">
                  <c:v>1.7416499999999999</c:v>
                </c:pt>
                <c:pt idx="7341">
                  <c:v>1.7419500000000001</c:v>
                </c:pt>
                <c:pt idx="7342">
                  <c:v>1.7422599999999999</c:v>
                </c:pt>
                <c:pt idx="7343">
                  <c:v>1.7425600000000001</c:v>
                </c:pt>
                <c:pt idx="7344">
                  <c:v>1.7428699999999999</c:v>
                </c:pt>
                <c:pt idx="7345">
                  <c:v>1.74318</c:v>
                </c:pt>
                <c:pt idx="7346">
                  <c:v>1.7434799999999999</c:v>
                </c:pt>
                <c:pt idx="7347">
                  <c:v>1.74379</c:v>
                </c:pt>
                <c:pt idx="7348">
                  <c:v>1.7440899999999999</c:v>
                </c:pt>
                <c:pt idx="7349">
                  <c:v>1.7444</c:v>
                </c:pt>
                <c:pt idx="7350">
                  <c:v>1.7446999999999999</c:v>
                </c:pt>
                <c:pt idx="7351">
                  <c:v>1.74501</c:v>
                </c:pt>
                <c:pt idx="7352">
                  <c:v>1.7453099999999999</c:v>
                </c:pt>
                <c:pt idx="7353">
                  <c:v>1.7456199999999999</c:v>
                </c:pt>
                <c:pt idx="7354">
                  <c:v>1.7459199999999999</c:v>
                </c:pt>
                <c:pt idx="7355">
                  <c:v>1.7462299999999999</c:v>
                </c:pt>
                <c:pt idx="7356">
                  <c:v>1.7465299999999999</c:v>
                </c:pt>
                <c:pt idx="7357">
                  <c:v>1.7468399999999999</c:v>
                </c:pt>
                <c:pt idx="7358">
                  <c:v>1.74715</c:v>
                </c:pt>
                <c:pt idx="7359">
                  <c:v>1.7474499999999999</c:v>
                </c:pt>
                <c:pt idx="7360">
                  <c:v>1.74776</c:v>
                </c:pt>
                <c:pt idx="7361">
                  <c:v>1.7480599999999999</c:v>
                </c:pt>
                <c:pt idx="7362">
                  <c:v>1.74837</c:v>
                </c:pt>
                <c:pt idx="7363">
                  <c:v>1.7486699999999999</c:v>
                </c:pt>
                <c:pt idx="7364">
                  <c:v>1.74898</c:v>
                </c:pt>
                <c:pt idx="7365">
                  <c:v>1.7492799999999999</c:v>
                </c:pt>
                <c:pt idx="7366">
                  <c:v>1.74959</c:v>
                </c:pt>
                <c:pt idx="7367">
                  <c:v>1.7498899999999999</c:v>
                </c:pt>
                <c:pt idx="7368">
                  <c:v>1.7502</c:v>
                </c:pt>
                <c:pt idx="7369">
                  <c:v>1.7504999999999999</c:v>
                </c:pt>
                <c:pt idx="7370">
                  <c:v>1.75081</c:v>
                </c:pt>
                <c:pt idx="7371">
                  <c:v>1.75112</c:v>
                </c:pt>
                <c:pt idx="7372">
                  <c:v>1.75142</c:v>
                </c:pt>
                <c:pt idx="7373">
                  <c:v>1.75173</c:v>
                </c:pt>
                <c:pt idx="7374">
                  <c:v>1.75203</c:v>
                </c:pt>
                <c:pt idx="7375">
                  <c:v>1.75234</c:v>
                </c:pt>
                <c:pt idx="7376">
                  <c:v>1.75264</c:v>
                </c:pt>
                <c:pt idx="7377">
                  <c:v>1.75295</c:v>
                </c:pt>
                <c:pt idx="7378">
                  <c:v>1.75325</c:v>
                </c:pt>
                <c:pt idx="7379">
                  <c:v>1.75356</c:v>
                </c:pt>
                <c:pt idx="7380">
                  <c:v>1.75386</c:v>
                </c:pt>
                <c:pt idx="7381">
                  <c:v>1.75417</c:v>
                </c:pt>
                <c:pt idx="7382">
                  <c:v>1.75447</c:v>
                </c:pt>
                <c:pt idx="7383">
                  <c:v>1.75478</c:v>
                </c:pt>
                <c:pt idx="7384">
                  <c:v>1.75509</c:v>
                </c:pt>
                <c:pt idx="7385">
                  <c:v>1.75539</c:v>
                </c:pt>
                <c:pt idx="7386">
                  <c:v>1.7557</c:v>
                </c:pt>
                <c:pt idx="7387">
                  <c:v>1.756</c:v>
                </c:pt>
                <c:pt idx="7388">
                  <c:v>1.75631</c:v>
                </c:pt>
                <c:pt idx="7389">
                  <c:v>1.75661</c:v>
                </c:pt>
                <c:pt idx="7390">
                  <c:v>1.75692</c:v>
                </c:pt>
                <c:pt idx="7391">
                  <c:v>1.75722</c:v>
                </c:pt>
                <c:pt idx="7392">
                  <c:v>1.75753</c:v>
                </c:pt>
                <c:pt idx="7393">
                  <c:v>1.75783</c:v>
                </c:pt>
                <c:pt idx="7394">
                  <c:v>1.75814</c:v>
                </c:pt>
                <c:pt idx="7395">
                  <c:v>1.75844</c:v>
                </c:pt>
                <c:pt idx="7396">
                  <c:v>1.75875</c:v>
                </c:pt>
                <c:pt idx="7397">
                  <c:v>1.7590600000000001</c:v>
                </c:pt>
                <c:pt idx="7398">
                  <c:v>1.75936</c:v>
                </c:pt>
                <c:pt idx="7399">
                  <c:v>1.7596700000000001</c:v>
                </c:pt>
                <c:pt idx="7400">
                  <c:v>1.75997</c:v>
                </c:pt>
                <c:pt idx="7401">
                  <c:v>1.7602800000000001</c:v>
                </c:pt>
                <c:pt idx="7402">
                  <c:v>1.76058</c:v>
                </c:pt>
                <c:pt idx="7403">
                  <c:v>1.7608900000000001</c:v>
                </c:pt>
                <c:pt idx="7404">
                  <c:v>1.76119</c:v>
                </c:pt>
                <c:pt idx="7405">
                  <c:v>1.7615000000000001</c:v>
                </c:pt>
                <c:pt idx="7406">
                  <c:v>1.7618</c:v>
                </c:pt>
                <c:pt idx="7407">
                  <c:v>1.7621100000000001</c:v>
                </c:pt>
                <c:pt idx="7408">
                  <c:v>1.7624200000000001</c:v>
                </c:pt>
                <c:pt idx="7409">
                  <c:v>1.7627200000000001</c:v>
                </c:pt>
                <c:pt idx="7410">
                  <c:v>1.7630300000000001</c:v>
                </c:pt>
                <c:pt idx="7411">
                  <c:v>1.7633300000000001</c:v>
                </c:pt>
                <c:pt idx="7412">
                  <c:v>1.7636400000000001</c:v>
                </c:pt>
                <c:pt idx="7413">
                  <c:v>1.7639400000000001</c:v>
                </c:pt>
                <c:pt idx="7414">
                  <c:v>1.7642500000000001</c:v>
                </c:pt>
                <c:pt idx="7415">
                  <c:v>1.7645500000000001</c:v>
                </c:pt>
                <c:pt idx="7416">
                  <c:v>1.7648600000000001</c:v>
                </c:pt>
                <c:pt idx="7417">
                  <c:v>1.7651600000000001</c:v>
                </c:pt>
                <c:pt idx="7418">
                  <c:v>1.7654700000000001</c:v>
                </c:pt>
                <c:pt idx="7419">
                  <c:v>1.7657700000000001</c:v>
                </c:pt>
                <c:pt idx="7420">
                  <c:v>1.7660800000000001</c:v>
                </c:pt>
                <c:pt idx="7421">
                  <c:v>1.7663899999999999</c:v>
                </c:pt>
                <c:pt idx="7422">
                  <c:v>1.7666900000000001</c:v>
                </c:pt>
                <c:pt idx="7423">
                  <c:v>1.7669999999999999</c:v>
                </c:pt>
                <c:pt idx="7424">
                  <c:v>1.7673000000000001</c:v>
                </c:pt>
                <c:pt idx="7425">
                  <c:v>1.7676099999999999</c:v>
                </c:pt>
                <c:pt idx="7426">
                  <c:v>1.7679100000000001</c:v>
                </c:pt>
                <c:pt idx="7427">
                  <c:v>1.7682199999999999</c:v>
                </c:pt>
                <c:pt idx="7428">
                  <c:v>1.7685200000000001</c:v>
                </c:pt>
                <c:pt idx="7429">
                  <c:v>1.7688299999999999</c:v>
                </c:pt>
                <c:pt idx="7430">
                  <c:v>1.7691300000000001</c:v>
                </c:pt>
                <c:pt idx="7431">
                  <c:v>1.7694399999999999</c:v>
                </c:pt>
                <c:pt idx="7432">
                  <c:v>1.7697400000000001</c:v>
                </c:pt>
                <c:pt idx="7433">
                  <c:v>1.7700499999999999</c:v>
                </c:pt>
                <c:pt idx="7434">
                  <c:v>1.7703599999999999</c:v>
                </c:pt>
                <c:pt idx="7435">
                  <c:v>1.7706599999999999</c:v>
                </c:pt>
                <c:pt idx="7436">
                  <c:v>1.7709699999999999</c:v>
                </c:pt>
                <c:pt idx="7437">
                  <c:v>1.7712699999999999</c:v>
                </c:pt>
                <c:pt idx="7438">
                  <c:v>1.7715799999999999</c:v>
                </c:pt>
                <c:pt idx="7439">
                  <c:v>1.7718799999999999</c:v>
                </c:pt>
                <c:pt idx="7440">
                  <c:v>1.7721899999999999</c:v>
                </c:pt>
                <c:pt idx="7441">
                  <c:v>1.7724899999999999</c:v>
                </c:pt>
                <c:pt idx="7442">
                  <c:v>1.7727999999999999</c:v>
                </c:pt>
                <c:pt idx="7443">
                  <c:v>1.7730999999999999</c:v>
                </c:pt>
                <c:pt idx="7444">
                  <c:v>1.7734099999999999</c:v>
                </c:pt>
                <c:pt idx="7445">
                  <c:v>1.7737099999999999</c:v>
                </c:pt>
                <c:pt idx="7446">
                  <c:v>1.7740199999999999</c:v>
                </c:pt>
                <c:pt idx="7447">
                  <c:v>1.77433</c:v>
                </c:pt>
                <c:pt idx="7448">
                  <c:v>1.7746299999999999</c:v>
                </c:pt>
                <c:pt idx="7449">
                  <c:v>1.77494</c:v>
                </c:pt>
                <c:pt idx="7450">
                  <c:v>1.7752399999999999</c:v>
                </c:pt>
                <c:pt idx="7451">
                  <c:v>1.77555</c:v>
                </c:pt>
                <c:pt idx="7452">
                  <c:v>1.7758499999999999</c:v>
                </c:pt>
                <c:pt idx="7453">
                  <c:v>1.77616</c:v>
                </c:pt>
                <c:pt idx="7454">
                  <c:v>1.7764599999999999</c:v>
                </c:pt>
                <c:pt idx="7455">
                  <c:v>1.77677</c:v>
                </c:pt>
                <c:pt idx="7456">
                  <c:v>1.7770699999999999</c:v>
                </c:pt>
                <c:pt idx="7457">
                  <c:v>1.77738</c:v>
                </c:pt>
                <c:pt idx="7458">
                  <c:v>1.7776799999999999</c:v>
                </c:pt>
                <c:pt idx="7459">
                  <c:v>1.77799</c:v>
                </c:pt>
                <c:pt idx="7460">
                  <c:v>1.7783</c:v>
                </c:pt>
                <c:pt idx="7461">
                  <c:v>1.7786</c:v>
                </c:pt>
                <c:pt idx="7462">
                  <c:v>1.77891</c:v>
                </c:pt>
                <c:pt idx="7463">
                  <c:v>1.77921</c:v>
                </c:pt>
                <c:pt idx="7464">
                  <c:v>1.77952</c:v>
                </c:pt>
                <c:pt idx="7465">
                  <c:v>1.77982</c:v>
                </c:pt>
                <c:pt idx="7466">
                  <c:v>1.78013</c:v>
                </c:pt>
                <c:pt idx="7467">
                  <c:v>1.78043</c:v>
                </c:pt>
                <c:pt idx="7468">
                  <c:v>1.78074</c:v>
                </c:pt>
                <c:pt idx="7469">
                  <c:v>1.78104</c:v>
                </c:pt>
                <c:pt idx="7470">
                  <c:v>1.78135</c:v>
                </c:pt>
                <c:pt idx="7471">
                  <c:v>1.78166</c:v>
                </c:pt>
                <c:pt idx="7472">
                  <c:v>1.78196</c:v>
                </c:pt>
                <c:pt idx="7473">
                  <c:v>1.78227</c:v>
                </c:pt>
                <c:pt idx="7474">
                  <c:v>1.78257</c:v>
                </c:pt>
                <c:pt idx="7475">
                  <c:v>1.78288</c:v>
                </c:pt>
                <c:pt idx="7476">
                  <c:v>1.78318</c:v>
                </c:pt>
                <c:pt idx="7477">
                  <c:v>1.78349</c:v>
                </c:pt>
                <c:pt idx="7478">
                  <c:v>1.78379</c:v>
                </c:pt>
                <c:pt idx="7479">
                  <c:v>1.7841</c:v>
                </c:pt>
                <c:pt idx="7480">
                  <c:v>1.7844</c:v>
                </c:pt>
                <c:pt idx="7481">
                  <c:v>1.78471</c:v>
                </c:pt>
                <c:pt idx="7482">
                  <c:v>1.78501</c:v>
                </c:pt>
                <c:pt idx="7483">
                  <c:v>1.78532</c:v>
                </c:pt>
                <c:pt idx="7484">
                  <c:v>1.7856300000000001</c:v>
                </c:pt>
                <c:pt idx="7485">
                  <c:v>1.78593</c:v>
                </c:pt>
                <c:pt idx="7486">
                  <c:v>1.78624</c:v>
                </c:pt>
                <c:pt idx="7487">
                  <c:v>1.78654</c:v>
                </c:pt>
                <c:pt idx="7488">
                  <c:v>1.78685</c:v>
                </c:pt>
                <c:pt idx="7489">
                  <c:v>1.78715</c:v>
                </c:pt>
                <c:pt idx="7490">
                  <c:v>1.78746</c:v>
                </c:pt>
                <c:pt idx="7491">
                  <c:v>1.78776</c:v>
                </c:pt>
                <c:pt idx="7492">
                  <c:v>1.78807</c:v>
                </c:pt>
                <c:pt idx="7493">
                  <c:v>1.78837</c:v>
                </c:pt>
                <c:pt idx="7494">
                  <c:v>1.78868</c:v>
                </c:pt>
                <c:pt idx="7495">
                  <c:v>1.78898</c:v>
                </c:pt>
                <c:pt idx="7496">
                  <c:v>1.78929</c:v>
                </c:pt>
                <c:pt idx="7497">
                  <c:v>1.7896000000000001</c:v>
                </c:pt>
                <c:pt idx="7498">
                  <c:v>1.7899</c:v>
                </c:pt>
                <c:pt idx="7499">
                  <c:v>1.7902100000000001</c:v>
                </c:pt>
                <c:pt idx="7500">
                  <c:v>1.79051</c:v>
                </c:pt>
                <c:pt idx="7501">
                  <c:v>1.7908200000000001</c:v>
                </c:pt>
                <c:pt idx="7502">
                  <c:v>1.79112</c:v>
                </c:pt>
                <c:pt idx="7503">
                  <c:v>1.7914300000000001</c:v>
                </c:pt>
                <c:pt idx="7504">
                  <c:v>1.79173</c:v>
                </c:pt>
                <c:pt idx="7505">
                  <c:v>1.7920400000000001</c:v>
                </c:pt>
                <c:pt idx="7506">
                  <c:v>1.79234</c:v>
                </c:pt>
                <c:pt idx="7507">
                  <c:v>1.7926500000000001</c:v>
                </c:pt>
                <c:pt idx="7508">
                  <c:v>1.79295</c:v>
                </c:pt>
                <c:pt idx="7509">
                  <c:v>1.7932600000000001</c:v>
                </c:pt>
                <c:pt idx="7510">
                  <c:v>1.7935700000000001</c:v>
                </c:pt>
                <c:pt idx="7511">
                  <c:v>1.7938700000000001</c:v>
                </c:pt>
                <c:pt idx="7512">
                  <c:v>1.7941800000000001</c:v>
                </c:pt>
                <c:pt idx="7513">
                  <c:v>1.7944800000000001</c:v>
                </c:pt>
                <c:pt idx="7514">
                  <c:v>1.7947900000000001</c:v>
                </c:pt>
                <c:pt idx="7515">
                  <c:v>1.7950900000000001</c:v>
                </c:pt>
                <c:pt idx="7516">
                  <c:v>1.7954000000000001</c:v>
                </c:pt>
                <c:pt idx="7517">
                  <c:v>1.7957000000000001</c:v>
                </c:pt>
                <c:pt idx="7518">
                  <c:v>1.7960100000000001</c:v>
                </c:pt>
                <c:pt idx="7519">
                  <c:v>1.7963100000000001</c:v>
                </c:pt>
                <c:pt idx="7520">
                  <c:v>1.7966200000000001</c:v>
                </c:pt>
                <c:pt idx="7521">
                  <c:v>1.7969299999999999</c:v>
                </c:pt>
                <c:pt idx="7522">
                  <c:v>1.7972300000000001</c:v>
                </c:pt>
                <c:pt idx="7523">
                  <c:v>1.7975399999999999</c:v>
                </c:pt>
                <c:pt idx="7524">
                  <c:v>1.7978400000000001</c:v>
                </c:pt>
                <c:pt idx="7525">
                  <c:v>1.7981499999999999</c:v>
                </c:pt>
                <c:pt idx="7526">
                  <c:v>1.7984500000000001</c:v>
                </c:pt>
                <c:pt idx="7527">
                  <c:v>1.7987599999999999</c:v>
                </c:pt>
                <c:pt idx="7528">
                  <c:v>1.7990600000000001</c:v>
                </c:pt>
                <c:pt idx="7529">
                  <c:v>1.7993699999999999</c:v>
                </c:pt>
                <c:pt idx="7530">
                  <c:v>1.7996700000000001</c:v>
                </c:pt>
                <c:pt idx="7531">
                  <c:v>1.7999799999999999</c:v>
                </c:pt>
                <c:pt idx="7532">
                  <c:v>1.8002800000000001</c:v>
                </c:pt>
                <c:pt idx="7533">
                  <c:v>1.8005899999999999</c:v>
                </c:pt>
                <c:pt idx="7534">
                  <c:v>1.8008999999999999</c:v>
                </c:pt>
                <c:pt idx="7535">
                  <c:v>1.8011999999999999</c:v>
                </c:pt>
                <c:pt idx="7536">
                  <c:v>1.8015099999999999</c:v>
                </c:pt>
                <c:pt idx="7537">
                  <c:v>1.8018099999999999</c:v>
                </c:pt>
                <c:pt idx="7538">
                  <c:v>1.8021199999999999</c:v>
                </c:pt>
                <c:pt idx="7539">
                  <c:v>1.8024199999999999</c:v>
                </c:pt>
                <c:pt idx="7540">
                  <c:v>1.8027299999999999</c:v>
                </c:pt>
                <c:pt idx="7541">
                  <c:v>1.8030299999999999</c:v>
                </c:pt>
                <c:pt idx="7542">
                  <c:v>1.8033399999999999</c:v>
                </c:pt>
                <c:pt idx="7543">
                  <c:v>1.8036399999999999</c:v>
                </c:pt>
                <c:pt idx="7544">
                  <c:v>1.8039499999999999</c:v>
                </c:pt>
                <c:pt idx="7545">
                  <c:v>1.8042499999999999</c:v>
                </c:pt>
                <c:pt idx="7546">
                  <c:v>1.8045599999999999</c:v>
                </c:pt>
                <c:pt idx="7547">
                  <c:v>1.80487</c:v>
                </c:pt>
                <c:pt idx="7548">
                  <c:v>1.8051699999999999</c:v>
                </c:pt>
                <c:pt idx="7549">
                  <c:v>1.80548</c:v>
                </c:pt>
                <c:pt idx="7550">
                  <c:v>1.8057799999999999</c:v>
                </c:pt>
                <c:pt idx="7551">
                  <c:v>1.80609</c:v>
                </c:pt>
                <c:pt idx="7552">
                  <c:v>1.8063899999999999</c:v>
                </c:pt>
                <c:pt idx="7553">
                  <c:v>1.8067</c:v>
                </c:pt>
                <c:pt idx="7554">
                  <c:v>1.8069999999999999</c:v>
                </c:pt>
                <c:pt idx="7555">
                  <c:v>1.80731</c:v>
                </c:pt>
                <c:pt idx="7556">
                  <c:v>1.8076099999999999</c:v>
                </c:pt>
                <c:pt idx="7557">
                  <c:v>1.80792</c:v>
                </c:pt>
                <c:pt idx="7558">
                  <c:v>1.8082199999999999</c:v>
                </c:pt>
                <c:pt idx="7559">
                  <c:v>1.80853</c:v>
                </c:pt>
                <c:pt idx="7560">
                  <c:v>1.80884</c:v>
                </c:pt>
                <c:pt idx="7561">
                  <c:v>1.80914</c:v>
                </c:pt>
                <c:pt idx="7562">
                  <c:v>1.80945</c:v>
                </c:pt>
                <c:pt idx="7563">
                  <c:v>1.80975</c:v>
                </c:pt>
                <c:pt idx="7564">
                  <c:v>1.81006</c:v>
                </c:pt>
                <c:pt idx="7565">
                  <c:v>1.81036</c:v>
                </c:pt>
                <c:pt idx="7566">
                  <c:v>1.81067</c:v>
                </c:pt>
                <c:pt idx="7567">
                  <c:v>1.81097</c:v>
                </c:pt>
                <c:pt idx="7568">
                  <c:v>1.81128</c:v>
                </c:pt>
                <c:pt idx="7569">
                  <c:v>1.81158</c:v>
                </c:pt>
                <c:pt idx="7570">
                  <c:v>1.81189</c:v>
                </c:pt>
                <c:pt idx="7571">
                  <c:v>1.81219</c:v>
                </c:pt>
                <c:pt idx="7572">
                  <c:v>1.8125</c:v>
                </c:pt>
                <c:pt idx="7573">
                  <c:v>1.81281</c:v>
                </c:pt>
                <c:pt idx="7574">
                  <c:v>1.81311</c:v>
                </c:pt>
                <c:pt idx="7575">
                  <c:v>1.81342</c:v>
                </c:pt>
                <c:pt idx="7576">
                  <c:v>1.81372</c:v>
                </c:pt>
                <c:pt idx="7577">
                  <c:v>1.81403</c:v>
                </c:pt>
                <c:pt idx="7578">
                  <c:v>1.81433</c:v>
                </c:pt>
                <c:pt idx="7579">
                  <c:v>1.81464</c:v>
                </c:pt>
                <c:pt idx="7580">
                  <c:v>1.81494</c:v>
                </c:pt>
                <c:pt idx="7581">
                  <c:v>1.81525</c:v>
                </c:pt>
                <c:pt idx="7582">
                  <c:v>1.81555</c:v>
                </c:pt>
                <c:pt idx="7583">
                  <c:v>1.81586</c:v>
                </c:pt>
                <c:pt idx="7584">
                  <c:v>1.8161700000000001</c:v>
                </c:pt>
                <c:pt idx="7585">
                  <c:v>1.81647</c:v>
                </c:pt>
                <c:pt idx="7586">
                  <c:v>1.8167800000000001</c:v>
                </c:pt>
                <c:pt idx="7587">
                  <c:v>1.81708</c:v>
                </c:pt>
                <c:pt idx="7588">
                  <c:v>1.8173900000000001</c:v>
                </c:pt>
                <c:pt idx="7589">
                  <c:v>1.81769</c:v>
                </c:pt>
                <c:pt idx="7590">
                  <c:v>1.8180000000000001</c:v>
                </c:pt>
                <c:pt idx="7591">
                  <c:v>1.8183</c:v>
                </c:pt>
                <c:pt idx="7592">
                  <c:v>1.8186100000000001</c:v>
                </c:pt>
                <c:pt idx="7593">
                  <c:v>1.81891</c:v>
                </c:pt>
                <c:pt idx="7594">
                  <c:v>1.8192200000000001</c:v>
                </c:pt>
                <c:pt idx="7595">
                  <c:v>1.81952</c:v>
                </c:pt>
                <c:pt idx="7596">
                  <c:v>1.8198300000000001</c:v>
                </c:pt>
                <c:pt idx="7597">
                  <c:v>1.8201400000000001</c:v>
                </c:pt>
                <c:pt idx="7598">
                  <c:v>1.8204400000000001</c:v>
                </c:pt>
                <c:pt idx="7599">
                  <c:v>1.8207500000000001</c:v>
                </c:pt>
                <c:pt idx="7600">
                  <c:v>1.8210500000000001</c:v>
                </c:pt>
                <c:pt idx="7601">
                  <c:v>1.8213600000000001</c:v>
                </c:pt>
                <c:pt idx="7602">
                  <c:v>1.8216600000000001</c:v>
                </c:pt>
                <c:pt idx="7603">
                  <c:v>1.8219700000000001</c:v>
                </c:pt>
                <c:pt idx="7604">
                  <c:v>1.8222700000000001</c:v>
                </c:pt>
                <c:pt idx="7605">
                  <c:v>1.8225800000000001</c:v>
                </c:pt>
                <c:pt idx="7606">
                  <c:v>1.8228800000000001</c:v>
                </c:pt>
                <c:pt idx="7607">
                  <c:v>1.8231900000000001</c:v>
                </c:pt>
                <c:pt idx="7608">
                  <c:v>1.8234900000000001</c:v>
                </c:pt>
                <c:pt idx="7609">
                  <c:v>1.8238000000000001</c:v>
                </c:pt>
                <c:pt idx="7610">
                  <c:v>1.8241099999999999</c:v>
                </c:pt>
                <c:pt idx="7611">
                  <c:v>1.8244100000000001</c:v>
                </c:pt>
                <c:pt idx="7612">
                  <c:v>1.8247199999999999</c:v>
                </c:pt>
                <c:pt idx="7613">
                  <c:v>1.8250200000000001</c:v>
                </c:pt>
                <c:pt idx="7614">
                  <c:v>1.8253299999999999</c:v>
                </c:pt>
                <c:pt idx="7615">
                  <c:v>1.8256300000000001</c:v>
                </c:pt>
                <c:pt idx="7616">
                  <c:v>1.8259399999999999</c:v>
                </c:pt>
                <c:pt idx="7617">
                  <c:v>1.8262400000000001</c:v>
                </c:pt>
                <c:pt idx="7618">
                  <c:v>1.8265499999999999</c:v>
                </c:pt>
                <c:pt idx="7619">
                  <c:v>1.8268500000000001</c:v>
                </c:pt>
                <c:pt idx="7620">
                  <c:v>1.8271599999999999</c:v>
                </c:pt>
                <c:pt idx="7621">
                  <c:v>1.8274600000000001</c:v>
                </c:pt>
                <c:pt idx="7622">
                  <c:v>1.8277699999999999</c:v>
                </c:pt>
                <c:pt idx="7623">
                  <c:v>1.8280799999999999</c:v>
                </c:pt>
                <c:pt idx="7624">
                  <c:v>1.8283799999999999</c:v>
                </c:pt>
                <c:pt idx="7625">
                  <c:v>1.8286899999999999</c:v>
                </c:pt>
                <c:pt idx="7626">
                  <c:v>1.8289899999999999</c:v>
                </c:pt>
                <c:pt idx="7627">
                  <c:v>1.8292999999999999</c:v>
                </c:pt>
                <c:pt idx="7628">
                  <c:v>1.8295999999999999</c:v>
                </c:pt>
                <c:pt idx="7629">
                  <c:v>1.8299099999999999</c:v>
                </c:pt>
                <c:pt idx="7630">
                  <c:v>1.8302099999999999</c:v>
                </c:pt>
                <c:pt idx="7631">
                  <c:v>1.8305199999999999</c:v>
                </c:pt>
                <c:pt idx="7632">
                  <c:v>1.8308199999999999</c:v>
                </c:pt>
                <c:pt idx="7633">
                  <c:v>1.8311299999999999</c:v>
                </c:pt>
                <c:pt idx="7634">
                  <c:v>1.8314299999999999</c:v>
                </c:pt>
                <c:pt idx="7635">
                  <c:v>1.8317399999999999</c:v>
                </c:pt>
                <c:pt idx="7636">
                  <c:v>1.83205</c:v>
                </c:pt>
                <c:pt idx="7637">
                  <c:v>1.8323499999999999</c:v>
                </c:pt>
                <c:pt idx="7638">
                  <c:v>1.83266</c:v>
                </c:pt>
                <c:pt idx="7639">
                  <c:v>1.8329599999999999</c:v>
                </c:pt>
                <c:pt idx="7640">
                  <c:v>1.83327</c:v>
                </c:pt>
                <c:pt idx="7641">
                  <c:v>1.8335699999999999</c:v>
                </c:pt>
                <c:pt idx="7642">
                  <c:v>1.83388</c:v>
                </c:pt>
                <c:pt idx="7643">
                  <c:v>1.8341799999999999</c:v>
                </c:pt>
                <c:pt idx="7644">
                  <c:v>1.83449</c:v>
                </c:pt>
                <c:pt idx="7645">
                  <c:v>1.8347899999999999</c:v>
                </c:pt>
                <c:pt idx="7646">
                  <c:v>1.8351</c:v>
                </c:pt>
                <c:pt idx="7647">
                  <c:v>1.83541</c:v>
                </c:pt>
                <c:pt idx="7648">
                  <c:v>1.83571</c:v>
                </c:pt>
                <c:pt idx="7649">
                  <c:v>1.83602</c:v>
                </c:pt>
                <c:pt idx="7650">
                  <c:v>1.83632</c:v>
                </c:pt>
                <c:pt idx="7651">
                  <c:v>1.83663</c:v>
                </c:pt>
                <c:pt idx="7652">
                  <c:v>1.83693</c:v>
                </c:pt>
                <c:pt idx="7653">
                  <c:v>1.83724</c:v>
                </c:pt>
                <c:pt idx="7654">
                  <c:v>1.83754</c:v>
                </c:pt>
                <c:pt idx="7655">
                  <c:v>1.83785</c:v>
                </c:pt>
                <c:pt idx="7656">
                  <c:v>1.83815</c:v>
                </c:pt>
                <c:pt idx="7657">
                  <c:v>1.83846</c:v>
                </c:pt>
                <c:pt idx="7658">
                  <c:v>1.83876</c:v>
                </c:pt>
                <c:pt idx="7659">
                  <c:v>1.83907</c:v>
                </c:pt>
                <c:pt idx="7660">
                  <c:v>1.83938</c:v>
                </c:pt>
                <c:pt idx="7661">
                  <c:v>1.83968</c:v>
                </c:pt>
                <c:pt idx="7662">
                  <c:v>1.83999</c:v>
                </c:pt>
                <c:pt idx="7663">
                  <c:v>1.84029</c:v>
                </c:pt>
                <c:pt idx="7664">
                  <c:v>1.8406</c:v>
                </c:pt>
                <c:pt idx="7665">
                  <c:v>1.8409</c:v>
                </c:pt>
                <c:pt idx="7666">
                  <c:v>1.84121</c:v>
                </c:pt>
                <c:pt idx="7667">
                  <c:v>1.84151</c:v>
                </c:pt>
                <c:pt idx="7668">
                  <c:v>1.84182</c:v>
                </c:pt>
                <c:pt idx="7669">
                  <c:v>1.84212</c:v>
                </c:pt>
                <c:pt idx="7670">
                  <c:v>1.84243</c:v>
                </c:pt>
                <c:pt idx="7671">
                  <c:v>1.84273</c:v>
                </c:pt>
                <c:pt idx="7672">
                  <c:v>1.84304</c:v>
                </c:pt>
                <c:pt idx="7673">
                  <c:v>1.84335</c:v>
                </c:pt>
                <c:pt idx="7674">
                  <c:v>1.84365</c:v>
                </c:pt>
                <c:pt idx="7675">
                  <c:v>1.84396</c:v>
                </c:pt>
                <c:pt idx="7676">
                  <c:v>1.84426</c:v>
                </c:pt>
                <c:pt idx="7677">
                  <c:v>1.84457</c:v>
                </c:pt>
                <c:pt idx="7678">
                  <c:v>1.84487</c:v>
                </c:pt>
                <c:pt idx="7679">
                  <c:v>1.84518</c:v>
                </c:pt>
                <c:pt idx="7680">
                  <c:v>1.84548</c:v>
                </c:pt>
                <c:pt idx="7681">
                  <c:v>1.84579</c:v>
                </c:pt>
                <c:pt idx="7682">
                  <c:v>1.84609</c:v>
                </c:pt>
                <c:pt idx="7683">
                  <c:v>1.8464</c:v>
                </c:pt>
                <c:pt idx="7684">
                  <c:v>1.8467</c:v>
                </c:pt>
                <c:pt idx="7685">
                  <c:v>1.84701</c:v>
                </c:pt>
                <c:pt idx="7686">
                  <c:v>1.8473200000000001</c:v>
                </c:pt>
                <c:pt idx="7687">
                  <c:v>1.84762</c:v>
                </c:pt>
                <c:pt idx="7688">
                  <c:v>1.8479300000000001</c:v>
                </c:pt>
                <c:pt idx="7689">
                  <c:v>1.84823</c:v>
                </c:pt>
                <c:pt idx="7690">
                  <c:v>1.8485400000000001</c:v>
                </c:pt>
                <c:pt idx="7691">
                  <c:v>1.84884</c:v>
                </c:pt>
                <c:pt idx="7692">
                  <c:v>1.8491500000000001</c:v>
                </c:pt>
                <c:pt idx="7693">
                  <c:v>1.84945</c:v>
                </c:pt>
                <c:pt idx="7694">
                  <c:v>1.8497600000000001</c:v>
                </c:pt>
                <c:pt idx="7695">
                  <c:v>1.85006</c:v>
                </c:pt>
                <c:pt idx="7696">
                  <c:v>1.8503700000000001</c:v>
                </c:pt>
                <c:pt idx="7697">
                  <c:v>1.85067</c:v>
                </c:pt>
                <c:pt idx="7698">
                  <c:v>1.8509800000000001</c:v>
                </c:pt>
                <c:pt idx="7699">
                  <c:v>1.8512900000000001</c:v>
                </c:pt>
                <c:pt idx="7700">
                  <c:v>1.8515900000000001</c:v>
                </c:pt>
                <c:pt idx="7701">
                  <c:v>1.8519000000000001</c:v>
                </c:pt>
                <c:pt idx="7702">
                  <c:v>1.8522000000000001</c:v>
                </c:pt>
                <c:pt idx="7703">
                  <c:v>1.8525100000000001</c:v>
                </c:pt>
                <c:pt idx="7704">
                  <c:v>1.8528100000000001</c:v>
                </c:pt>
                <c:pt idx="7705">
                  <c:v>1.8531200000000001</c:v>
                </c:pt>
                <c:pt idx="7706">
                  <c:v>1.8534200000000001</c:v>
                </c:pt>
                <c:pt idx="7707">
                  <c:v>1.8537300000000001</c:v>
                </c:pt>
                <c:pt idx="7708">
                  <c:v>1.8540300000000001</c:v>
                </c:pt>
                <c:pt idx="7709">
                  <c:v>1.8543400000000001</c:v>
                </c:pt>
                <c:pt idx="7710">
                  <c:v>1.8546499999999999</c:v>
                </c:pt>
                <c:pt idx="7711">
                  <c:v>1.8549500000000001</c:v>
                </c:pt>
                <c:pt idx="7712">
                  <c:v>1.8552599999999999</c:v>
                </c:pt>
                <c:pt idx="7713">
                  <c:v>1.8555600000000001</c:v>
                </c:pt>
                <c:pt idx="7714">
                  <c:v>1.8558699999999999</c:v>
                </c:pt>
                <c:pt idx="7715">
                  <c:v>1.8561700000000001</c:v>
                </c:pt>
                <c:pt idx="7716">
                  <c:v>1.8564799999999999</c:v>
                </c:pt>
                <c:pt idx="7717">
                  <c:v>1.8567800000000001</c:v>
                </c:pt>
                <c:pt idx="7718">
                  <c:v>1.8570899999999999</c:v>
                </c:pt>
                <c:pt idx="7719">
                  <c:v>1.8573900000000001</c:v>
                </c:pt>
                <c:pt idx="7720">
                  <c:v>1.8576999999999999</c:v>
                </c:pt>
                <c:pt idx="7721">
                  <c:v>1.8580000000000001</c:v>
                </c:pt>
                <c:pt idx="7722">
                  <c:v>1.8583099999999999</c:v>
                </c:pt>
                <c:pt idx="7723">
                  <c:v>1.8586199999999999</c:v>
                </c:pt>
                <c:pt idx="7724">
                  <c:v>1.8589199999999999</c:v>
                </c:pt>
                <c:pt idx="7725">
                  <c:v>1.8592299999999999</c:v>
                </c:pt>
                <c:pt idx="7726">
                  <c:v>1.8595299999999999</c:v>
                </c:pt>
                <c:pt idx="7727">
                  <c:v>1.8598399999999999</c:v>
                </c:pt>
                <c:pt idx="7728">
                  <c:v>1.8601399999999999</c:v>
                </c:pt>
                <c:pt idx="7729">
                  <c:v>1.8604499999999999</c:v>
                </c:pt>
                <c:pt idx="7730">
                  <c:v>1.8607499999999999</c:v>
                </c:pt>
                <c:pt idx="7731">
                  <c:v>1.8610599999999999</c:v>
                </c:pt>
                <c:pt idx="7732">
                  <c:v>1.8613599999999999</c:v>
                </c:pt>
                <c:pt idx="7733">
                  <c:v>1.8616699999999999</c:v>
                </c:pt>
                <c:pt idx="7734">
                  <c:v>1.8619699999999999</c:v>
                </c:pt>
                <c:pt idx="7735">
                  <c:v>1.8622799999999999</c:v>
                </c:pt>
                <c:pt idx="7736">
                  <c:v>1.86259</c:v>
                </c:pt>
                <c:pt idx="7737">
                  <c:v>1.8628899999999999</c:v>
                </c:pt>
                <c:pt idx="7738">
                  <c:v>1.8632</c:v>
                </c:pt>
                <c:pt idx="7739">
                  <c:v>1.8634999999999999</c:v>
                </c:pt>
                <c:pt idx="7740">
                  <c:v>1.86381</c:v>
                </c:pt>
                <c:pt idx="7741">
                  <c:v>1.8641099999999999</c:v>
                </c:pt>
                <c:pt idx="7742">
                  <c:v>1.86442</c:v>
                </c:pt>
                <c:pt idx="7743">
                  <c:v>1.8647199999999999</c:v>
                </c:pt>
                <c:pt idx="7744">
                  <c:v>1.86503</c:v>
                </c:pt>
                <c:pt idx="7745">
                  <c:v>1.8653299999999999</c:v>
                </c:pt>
                <c:pt idx="7746">
                  <c:v>1.86564</c:v>
                </c:pt>
                <c:pt idx="7747">
                  <c:v>1.8659399999999999</c:v>
                </c:pt>
                <c:pt idx="7748">
                  <c:v>1.86625</c:v>
                </c:pt>
                <c:pt idx="7749">
                  <c:v>1.86656</c:v>
                </c:pt>
                <c:pt idx="7750">
                  <c:v>1.86686</c:v>
                </c:pt>
                <c:pt idx="7751">
                  <c:v>1.86717</c:v>
                </c:pt>
                <c:pt idx="7752">
                  <c:v>1.86747</c:v>
                </c:pt>
                <c:pt idx="7753">
                  <c:v>1.86778</c:v>
                </c:pt>
                <c:pt idx="7754">
                  <c:v>1.86808</c:v>
                </c:pt>
                <c:pt idx="7755">
                  <c:v>1.86839</c:v>
                </c:pt>
                <c:pt idx="7756">
                  <c:v>1.86869</c:v>
                </c:pt>
                <c:pt idx="7757">
                  <c:v>1.869</c:v>
                </c:pt>
                <c:pt idx="7758">
                  <c:v>1.8693</c:v>
                </c:pt>
                <c:pt idx="7759">
                  <c:v>1.86961</c:v>
                </c:pt>
                <c:pt idx="7760">
                  <c:v>1.86992</c:v>
                </c:pt>
                <c:pt idx="7761">
                  <c:v>1.87022</c:v>
                </c:pt>
                <c:pt idx="7762">
                  <c:v>1.87053</c:v>
                </c:pt>
                <c:pt idx="7763">
                  <c:v>1.87083</c:v>
                </c:pt>
                <c:pt idx="7764">
                  <c:v>1.87114</c:v>
                </c:pt>
                <c:pt idx="7765">
                  <c:v>1.87144</c:v>
                </c:pt>
                <c:pt idx="7766">
                  <c:v>1.87175</c:v>
                </c:pt>
                <c:pt idx="7767">
                  <c:v>1.87205</c:v>
                </c:pt>
                <c:pt idx="7768">
                  <c:v>1.87236</c:v>
                </c:pt>
                <c:pt idx="7769">
                  <c:v>1.87266</c:v>
                </c:pt>
                <c:pt idx="7770">
                  <c:v>1.87297</c:v>
                </c:pt>
                <c:pt idx="7771">
                  <c:v>1.87327</c:v>
                </c:pt>
                <c:pt idx="7772">
                  <c:v>1.87358</c:v>
                </c:pt>
                <c:pt idx="7773">
                  <c:v>1.8738900000000001</c:v>
                </c:pt>
                <c:pt idx="7774">
                  <c:v>1.87419</c:v>
                </c:pt>
                <c:pt idx="7775">
                  <c:v>1.8745000000000001</c:v>
                </c:pt>
                <c:pt idx="7776">
                  <c:v>1.8748</c:v>
                </c:pt>
                <c:pt idx="7777">
                  <c:v>1.8751100000000001</c:v>
                </c:pt>
                <c:pt idx="7778">
                  <c:v>1.87541</c:v>
                </c:pt>
                <c:pt idx="7779">
                  <c:v>1.8757200000000001</c:v>
                </c:pt>
                <c:pt idx="7780">
                  <c:v>1.87602</c:v>
                </c:pt>
                <c:pt idx="7781">
                  <c:v>1.8763300000000001</c:v>
                </c:pt>
                <c:pt idx="7782">
                  <c:v>1.87663</c:v>
                </c:pt>
                <c:pt idx="7783">
                  <c:v>1.8769400000000001</c:v>
                </c:pt>
                <c:pt idx="7784">
                  <c:v>1.87724</c:v>
                </c:pt>
                <c:pt idx="7785">
                  <c:v>1.8775500000000001</c:v>
                </c:pt>
                <c:pt idx="7786">
                  <c:v>1.8778600000000001</c:v>
                </c:pt>
                <c:pt idx="7787">
                  <c:v>1.8781600000000001</c:v>
                </c:pt>
                <c:pt idx="7788">
                  <c:v>1.8784700000000001</c:v>
                </c:pt>
                <c:pt idx="7789">
                  <c:v>1.8787700000000001</c:v>
                </c:pt>
                <c:pt idx="7790">
                  <c:v>1.8790800000000001</c:v>
                </c:pt>
                <c:pt idx="7791">
                  <c:v>1.8793800000000001</c:v>
                </c:pt>
                <c:pt idx="7792">
                  <c:v>1.8796900000000001</c:v>
                </c:pt>
                <c:pt idx="7793">
                  <c:v>1.87999</c:v>
                </c:pt>
                <c:pt idx="7794">
                  <c:v>1.8803000000000001</c:v>
                </c:pt>
                <c:pt idx="7795">
                  <c:v>1.8806</c:v>
                </c:pt>
                <c:pt idx="7796">
                  <c:v>1.8809100000000001</c:v>
                </c:pt>
                <c:pt idx="7797">
                  <c:v>1.88121</c:v>
                </c:pt>
                <c:pt idx="7798">
                  <c:v>1.8815200000000001</c:v>
                </c:pt>
                <c:pt idx="7799">
                  <c:v>1.8818299999999999</c:v>
                </c:pt>
                <c:pt idx="7800">
                  <c:v>1.8821300000000001</c:v>
                </c:pt>
                <c:pt idx="7801">
                  <c:v>1.8824399999999999</c:v>
                </c:pt>
                <c:pt idx="7802">
                  <c:v>1.8827400000000001</c:v>
                </c:pt>
                <c:pt idx="7803">
                  <c:v>1.8830499999999999</c:v>
                </c:pt>
                <c:pt idx="7804">
                  <c:v>1.8833500000000001</c:v>
                </c:pt>
                <c:pt idx="7805">
                  <c:v>1.8836599999999999</c:v>
                </c:pt>
                <c:pt idx="7806">
                  <c:v>1.8839600000000001</c:v>
                </c:pt>
                <c:pt idx="7807">
                  <c:v>1.8842699999999999</c:v>
                </c:pt>
                <c:pt idx="7808">
                  <c:v>1.8845700000000001</c:v>
                </c:pt>
                <c:pt idx="7809">
                  <c:v>1.8848800000000001</c:v>
                </c:pt>
                <c:pt idx="7810">
                  <c:v>1.8851800000000001</c:v>
                </c:pt>
                <c:pt idx="7811">
                  <c:v>1.8854900000000001</c:v>
                </c:pt>
                <c:pt idx="7812">
                  <c:v>1.8857999999999999</c:v>
                </c:pt>
                <c:pt idx="7813">
                  <c:v>1.8861000000000001</c:v>
                </c:pt>
                <c:pt idx="7814">
                  <c:v>1.8864099999999999</c:v>
                </c:pt>
                <c:pt idx="7815">
                  <c:v>1.8867100000000001</c:v>
                </c:pt>
                <c:pt idx="7816">
                  <c:v>1.8870199999999999</c:v>
                </c:pt>
                <c:pt idx="7817">
                  <c:v>1.8873200000000001</c:v>
                </c:pt>
                <c:pt idx="7818">
                  <c:v>1.8876299999999999</c:v>
                </c:pt>
                <c:pt idx="7819">
                  <c:v>1.8879300000000001</c:v>
                </c:pt>
                <c:pt idx="7820">
                  <c:v>1.8882399999999999</c:v>
                </c:pt>
                <c:pt idx="7821">
                  <c:v>1.8885400000000001</c:v>
                </c:pt>
                <c:pt idx="7822">
                  <c:v>1.8888499999999999</c:v>
                </c:pt>
                <c:pt idx="7823">
                  <c:v>1.88916</c:v>
                </c:pt>
                <c:pt idx="7824">
                  <c:v>1.8894599999999999</c:v>
                </c:pt>
                <c:pt idx="7825">
                  <c:v>1.8897699999999999</c:v>
                </c:pt>
                <c:pt idx="7826">
                  <c:v>1.8900699999999999</c:v>
                </c:pt>
                <c:pt idx="7827">
                  <c:v>1.8903799999999999</c:v>
                </c:pt>
                <c:pt idx="7828">
                  <c:v>1.8906799999999999</c:v>
                </c:pt>
                <c:pt idx="7829">
                  <c:v>1.8909899999999999</c:v>
                </c:pt>
                <c:pt idx="7830">
                  <c:v>1.8912899999999999</c:v>
                </c:pt>
                <c:pt idx="7831">
                  <c:v>1.8915999999999999</c:v>
                </c:pt>
                <c:pt idx="7832">
                  <c:v>1.8918999999999999</c:v>
                </c:pt>
                <c:pt idx="7833">
                  <c:v>1.8922099999999999</c:v>
                </c:pt>
                <c:pt idx="7834">
                  <c:v>1.8925099999999999</c:v>
                </c:pt>
                <c:pt idx="7835">
                  <c:v>1.8928199999999999</c:v>
                </c:pt>
                <c:pt idx="7836">
                  <c:v>1.89313</c:v>
                </c:pt>
                <c:pt idx="7837">
                  <c:v>1.8934299999999999</c:v>
                </c:pt>
                <c:pt idx="7838">
                  <c:v>1.89374</c:v>
                </c:pt>
                <c:pt idx="7839">
                  <c:v>1.8940399999999999</c:v>
                </c:pt>
                <c:pt idx="7840">
                  <c:v>1.89435</c:v>
                </c:pt>
                <c:pt idx="7841">
                  <c:v>1.8946499999999999</c:v>
                </c:pt>
                <c:pt idx="7842">
                  <c:v>1.89496</c:v>
                </c:pt>
                <c:pt idx="7843">
                  <c:v>1.8952599999999999</c:v>
                </c:pt>
                <c:pt idx="7844">
                  <c:v>1.89557</c:v>
                </c:pt>
                <c:pt idx="7845">
                  <c:v>1.8958699999999999</c:v>
                </c:pt>
                <c:pt idx="7846">
                  <c:v>1.89618</c:v>
                </c:pt>
                <c:pt idx="7847">
                  <c:v>1.8964799999999999</c:v>
                </c:pt>
                <c:pt idx="7848">
                  <c:v>1.89679</c:v>
                </c:pt>
                <c:pt idx="7849">
                  <c:v>1.8971</c:v>
                </c:pt>
                <c:pt idx="7850">
                  <c:v>1.8974</c:v>
                </c:pt>
                <c:pt idx="7851">
                  <c:v>1.89771</c:v>
                </c:pt>
                <c:pt idx="7852">
                  <c:v>1.89801</c:v>
                </c:pt>
                <c:pt idx="7853">
                  <c:v>1.89832</c:v>
                </c:pt>
                <c:pt idx="7854">
                  <c:v>1.89862</c:v>
                </c:pt>
                <c:pt idx="7855">
                  <c:v>1.89893</c:v>
                </c:pt>
                <c:pt idx="7856">
                  <c:v>1.89923</c:v>
                </c:pt>
                <c:pt idx="7857">
                  <c:v>1.89954</c:v>
                </c:pt>
                <c:pt idx="7858">
                  <c:v>1.89984</c:v>
                </c:pt>
                <c:pt idx="7859">
                  <c:v>1.90015</c:v>
                </c:pt>
                <c:pt idx="7860">
                  <c:v>1.90045</c:v>
                </c:pt>
                <c:pt idx="7861">
                  <c:v>1.90076</c:v>
                </c:pt>
                <c:pt idx="7862">
                  <c:v>1.90107</c:v>
                </c:pt>
                <c:pt idx="7863">
                  <c:v>1.90137</c:v>
                </c:pt>
                <c:pt idx="7864">
                  <c:v>1.90168</c:v>
                </c:pt>
                <c:pt idx="7865">
                  <c:v>1.90198</c:v>
                </c:pt>
                <c:pt idx="7866">
                  <c:v>1.90229</c:v>
                </c:pt>
                <c:pt idx="7867">
                  <c:v>1.90259</c:v>
                </c:pt>
                <c:pt idx="7868">
                  <c:v>1.9029</c:v>
                </c:pt>
                <c:pt idx="7869">
                  <c:v>1.9032</c:v>
                </c:pt>
                <c:pt idx="7870">
                  <c:v>1.90351</c:v>
                </c:pt>
                <c:pt idx="7871">
                  <c:v>1.90381</c:v>
                </c:pt>
                <c:pt idx="7872">
                  <c:v>1.90412</c:v>
                </c:pt>
                <c:pt idx="7873">
                  <c:v>1.90442</c:v>
                </c:pt>
                <c:pt idx="7874">
                  <c:v>1.90473</c:v>
                </c:pt>
                <c:pt idx="7875">
                  <c:v>1.9050400000000001</c:v>
                </c:pt>
                <c:pt idx="7876">
                  <c:v>1.90534</c:v>
                </c:pt>
                <c:pt idx="7877">
                  <c:v>1.9056500000000001</c:v>
                </c:pt>
                <c:pt idx="7878">
                  <c:v>1.90595</c:v>
                </c:pt>
                <c:pt idx="7879">
                  <c:v>1.9062600000000001</c:v>
                </c:pt>
                <c:pt idx="7880">
                  <c:v>1.90656</c:v>
                </c:pt>
                <c:pt idx="7881">
                  <c:v>1.9068700000000001</c:v>
                </c:pt>
                <c:pt idx="7882">
                  <c:v>1.90717</c:v>
                </c:pt>
                <c:pt idx="7883">
                  <c:v>1.9074800000000001</c:v>
                </c:pt>
                <c:pt idx="7884">
                  <c:v>1.90778</c:v>
                </c:pt>
                <c:pt idx="7885">
                  <c:v>1.9080900000000001</c:v>
                </c:pt>
                <c:pt idx="7886">
                  <c:v>1.9084000000000001</c:v>
                </c:pt>
                <c:pt idx="7887">
                  <c:v>1.9087000000000001</c:v>
                </c:pt>
                <c:pt idx="7888">
                  <c:v>1.9090100000000001</c:v>
                </c:pt>
                <c:pt idx="7889">
                  <c:v>1.9093100000000001</c:v>
                </c:pt>
                <c:pt idx="7890">
                  <c:v>1.9096200000000001</c:v>
                </c:pt>
                <c:pt idx="7891">
                  <c:v>1.9099200000000001</c:v>
                </c:pt>
                <c:pt idx="7892">
                  <c:v>1.9102300000000001</c:v>
                </c:pt>
                <c:pt idx="7893">
                  <c:v>1.9105300000000001</c:v>
                </c:pt>
                <c:pt idx="7894">
                  <c:v>1.9108400000000001</c:v>
                </c:pt>
                <c:pt idx="7895">
                  <c:v>1.9111400000000001</c:v>
                </c:pt>
                <c:pt idx="7896">
                  <c:v>1.9114500000000001</c:v>
                </c:pt>
                <c:pt idx="7897">
                  <c:v>1.9117500000000001</c:v>
                </c:pt>
                <c:pt idx="7898">
                  <c:v>1.9120600000000001</c:v>
                </c:pt>
                <c:pt idx="7899">
                  <c:v>1.9123699999999999</c:v>
                </c:pt>
                <c:pt idx="7900">
                  <c:v>1.9126700000000001</c:v>
                </c:pt>
                <c:pt idx="7901">
                  <c:v>1.9129799999999999</c:v>
                </c:pt>
                <c:pt idx="7902">
                  <c:v>1.9132800000000001</c:v>
                </c:pt>
                <c:pt idx="7903">
                  <c:v>1.9135899999999999</c:v>
                </c:pt>
                <c:pt idx="7904">
                  <c:v>1.9138900000000001</c:v>
                </c:pt>
                <c:pt idx="7905">
                  <c:v>1.9141999999999999</c:v>
                </c:pt>
                <c:pt idx="7906">
                  <c:v>1.9145000000000001</c:v>
                </c:pt>
                <c:pt idx="7907">
                  <c:v>1.9148099999999999</c:v>
                </c:pt>
                <c:pt idx="7908">
                  <c:v>1.9151100000000001</c:v>
                </c:pt>
                <c:pt idx="7909">
                  <c:v>1.9154199999999999</c:v>
                </c:pt>
                <c:pt idx="7910">
                  <c:v>1.9157200000000001</c:v>
                </c:pt>
                <c:pt idx="7911">
                  <c:v>1.9160299999999999</c:v>
                </c:pt>
                <c:pt idx="7912">
                  <c:v>1.9163399999999999</c:v>
                </c:pt>
                <c:pt idx="7913">
                  <c:v>1.9166399999999999</c:v>
                </c:pt>
                <c:pt idx="7914">
                  <c:v>1.9169499999999999</c:v>
                </c:pt>
                <c:pt idx="7915">
                  <c:v>1.9172499999999999</c:v>
                </c:pt>
                <c:pt idx="7916">
                  <c:v>1.9175599999999999</c:v>
                </c:pt>
                <c:pt idx="7917">
                  <c:v>1.9178599999999999</c:v>
                </c:pt>
                <c:pt idx="7918">
                  <c:v>1.9181699999999999</c:v>
                </c:pt>
                <c:pt idx="7919">
                  <c:v>1.9184699999999999</c:v>
                </c:pt>
                <c:pt idx="7920">
                  <c:v>1.9187799999999999</c:v>
                </c:pt>
                <c:pt idx="7921">
                  <c:v>1.9190799999999999</c:v>
                </c:pt>
                <c:pt idx="7922">
                  <c:v>1.9193899999999999</c:v>
                </c:pt>
                <c:pt idx="7923">
                  <c:v>1.9196899999999999</c:v>
                </c:pt>
                <c:pt idx="7924">
                  <c:v>1.92</c:v>
                </c:pt>
                <c:pt idx="7925">
                  <c:v>1.92031</c:v>
                </c:pt>
                <c:pt idx="7926">
                  <c:v>1.9206099999999999</c:v>
                </c:pt>
                <c:pt idx="7927">
                  <c:v>1.92092</c:v>
                </c:pt>
                <c:pt idx="7928">
                  <c:v>1.9212199999999999</c:v>
                </c:pt>
                <c:pt idx="7929">
                  <c:v>1.92153</c:v>
                </c:pt>
                <c:pt idx="7930">
                  <c:v>1.9218299999999999</c:v>
                </c:pt>
                <c:pt idx="7931">
                  <c:v>1.92214</c:v>
                </c:pt>
                <c:pt idx="7932">
                  <c:v>1.9224399999999999</c:v>
                </c:pt>
                <c:pt idx="7933">
                  <c:v>1.92275</c:v>
                </c:pt>
                <c:pt idx="7934">
                  <c:v>1.9230499999999999</c:v>
                </c:pt>
                <c:pt idx="7935">
                  <c:v>1.92336</c:v>
                </c:pt>
                <c:pt idx="7936">
                  <c:v>1.92367</c:v>
                </c:pt>
                <c:pt idx="7937">
                  <c:v>1.92397</c:v>
                </c:pt>
                <c:pt idx="7938">
                  <c:v>1.92428</c:v>
                </c:pt>
                <c:pt idx="7939">
                  <c:v>1.92458</c:v>
                </c:pt>
                <c:pt idx="7940">
                  <c:v>1.92489</c:v>
                </c:pt>
                <c:pt idx="7941">
                  <c:v>1.92519</c:v>
                </c:pt>
                <c:pt idx="7942">
                  <c:v>1.9255</c:v>
                </c:pt>
                <c:pt idx="7943">
                  <c:v>1.9258</c:v>
                </c:pt>
                <c:pt idx="7944">
                  <c:v>1.92611</c:v>
                </c:pt>
                <c:pt idx="7945">
                  <c:v>1.92641</c:v>
                </c:pt>
                <c:pt idx="7946">
                  <c:v>1.92672</c:v>
                </c:pt>
                <c:pt idx="7947">
                  <c:v>1.92702</c:v>
                </c:pt>
                <c:pt idx="7948">
                  <c:v>1.92733</c:v>
                </c:pt>
                <c:pt idx="7949">
                  <c:v>1.92764</c:v>
                </c:pt>
                <c:pt idx="7950">
                  <c:v>1.92794</c:v>
                </c:pt>
                <c:pt idx="7951">
                  <c:v>1.92825</c:v>
                </c:pt>
                <c:pt idx="7952">
                  <c:v>1.92855</c:v>
                </c:pt>
                <c:pt idx="7953">
                  <c:v>1.92886</c:v>
                </c:pt>
                <c:pt idx="7954">
                  <c:v>1.92916</c:v>
                </c:pt>
                <c:pt idx="7955">
                  <c:v>1.92947</c:v>
                </c:pt>
                <c:pt idx="7956">
                  <c:v>1.92977</c:v>
                </c:pt>
                <c:pt idx="7957">
                  <c:v>1.93008</c:v>
                </c:pt>
                <c:pt idx="7958">
                  <c:v>1.93038</c:v>
                </c:pt>
                <c:pt idx="7959">
                  <c:v>1.93069</c:v>
                </c:pt>
                <c:pt idx="7960">
                  <c:v>1.93099</c:v>
                </c:pt>
                <c:pt idx="7961">
                  <c:v>1.9313</c:v>
                </c:pt>
                <c:pt idx="7962">
                  <c:v>1.93161</c:v>
                </c:pt>
                <c:pt idx="7963">
                  <c:v>1.93191</c:v>
                </c:pt>
                <c:pt idx="7964">
                  <c:v>1.93222</c:v>
                </c:pt>
                <c:pt idx="7965">
                  <c:v>1.93252</c:v>
                </c:pt>
                <c:pt idx="7966">
                  <c:v>1.93283</c:v>
                </c:pt>
                <c:pt idx="7967">
                  <c:v>1.93313</c:v>
                </c:pt>
                <c:pt idx="7968">
                  <c:v>1.93344</c:v>
                </c:pt>
                <c:pt idx="7969">
                  <c:v>1.93374</c:v>
                </c:pt>
                <c:pt idx="7970">
                  <c:v>1.93405</c:v>
                </c:pt>
                <c:pt idx="7971">
                  <c:v>1.93435</c:v>
                </c:pt>
                <c:pt idx="7972">
                  <c:v>1.93466</c:v>
                </c:pt>
                <c:pt idx="7973">
                  <c:v>1.93496</c:v>
                </c:pt>
                <c:pt idx="7974">
                  <c:v>1.93527</c:v>
                </c:pt>
                <c:pt idx="7975">
                  <c:v>1.9355800000000001</c:v>
                </c:pt>
                <c:pt idx="7976">
                  <c:v>1.93588</c:v>
                </c:pt>
                <c:pt idx="7977">
                  <c:v>1.9361900000000001</c:v>
                </c:pt>
                <c:pt idx="7978">
                  <c:v>1.93649</c:v>
                </c:pt>
                <c:pt idx="7979">
                  <c:v>1.9368000000000001</c:v>
                </c:pt>
                <c:pt idx="7980">
                  <c:v>1.9371</c:v>
                </c:pt>
                <c:pt idx="7981">
                  <c:v>1.9374100000000001</c:v>
                </c:pt>
                <c:pt idx="7982">
                  <c:v>1.93771</c:v>
                </c:pt>
                <c:pt idx="7983">
                  <c:v>1.9380200000000001</c:v>
                </c:pt>
                <c:pt idx="7984">
                  <c:v>1.93832</c:v>
                </c:pt>
                <c:pt idx="7985">
                  <c:v>1.9386300000000001</c:v>
                </c:pt>
                <c:pt idx="7986">
                  <c:v>1.93893</c:v>
                </c:pt>
                <c:pt idx="7987">
                  <c:v>1.9392400000000001</c:v>
                </c:pt>
                <c:pt idx="7988">
                  <c:v>1.9395500000000001</c:v>
                </c:pt>
                <c:pt idx="7989">
                  <c:v>1.9398500000000001</c:v>
                </c:pt>
                <c:pt idx="7990">
                  <c:v>1.9401600000000001</c:v>
                </c:pt>
                <c:pt idx="7991">
                  <c:v>1.9404600000000001</c:v>
                </c:pt>
                <c:pt idx="7992">
                  <c:v>1.9407700000000001</c:v>
                </c:pt>
                <c:pt idx="7993">
                  <c:v>1.9410700000000001</c:v>
                </c:pt>
                <c:pt idx="7994">
                  <c:v>1.9413800000000001</c:v>
                </c:pt>
                <c:pt idx="7995">
                  <c:v>1.9416800000000001</c:v>
                </c:pt>
                <c:pt idx="7996">
                  <c:v>1.9419900000000001</c:v>
                </c:pt>
                <c:pt idx="7997">
                  <c:v>1.9422900000000001</c:v>
                </c:pt>
                <c:pt idx="7998">
                  <c:v>1.9426000000000001</c:v>
                </c:pt>
                <c:pt idx="7999">
                  <c:v>1.9429099999999999</c:v>
                </c:pt>
                <c:pt idx="8000">
                  <c:v>1.9432100000000001</c:v>
                </c:pt>
                <c:pt idx="8001">
                  <c:v>1.9435199999999999</c:v>
                </c:pt>
                <c:pt idx="8002">
                  <c:v>1.9438200000000001</c:v>
                </c:pt>
                <c:pt idx="8003">
                  <c:v>1.9441299999999999</c:v>
                </c:pt>
                <c:pt idx="8004">
                  <c:v>1.9444300000000001</c:v>
                </c:pt>
                <c:pt idx="8005">
                  <c:v>1.9447399999999999</c:v>
                </c:pt>
                <c:pt idx="8006">
                  <c:v>1.9450400000000001</c:v>
                </c:pt>
                <c:pt idx="8007">
                  <c:v>1.9453499999999999</c:v>
                </c:pt>
                <c:pt idx="8008">
                  <c:v>1.9456500000000001</c:v>
                </c:pt>
                <c:pt idx="8009">
                  <c:v>1.9459599999999999</c:v>
                </c:pt>
                <c:pt idx="8010">
                  <c:v>1.9462600000000001</c:v>
                </c:pt>
                <c:pt idx="8011">
                  <c:v>1.9465699999999999</c:v>
                </c:pt>
                <c:pt idx="8012">
                  <c:v>1.9468799999999999</c:v>
                </c:pt>
                <c:pt idx="8013">
                  <c:v>1.9471799999999999</c:v>
                </c:pt>
                <c:pt idx="8014">
                  <c:v>1.9474899999999999</c:v>
                </c:pt>
                <c:pt idx="8015">
                  <c:v>1.9477899999999999</c:v>
                </c:pt>
                <c:pt idx="8016">
                  <c:v>1.9480999999999999</c:v>
                </c:pt>
                <c:pt idx="8017">
                  <c:v>1.9483999999999999</c:v>
                </c:pt>
                <c:pt idx="8018">
                  <c:v>1.9487099999999999</c:v>
                </c:pt>
                <c:pt idx="8019">
                  <c:v>1.9490099999999999</c:v>
                </c:pt>
                <c:pt idx="8020">
                  <c:v>1.9493199999999999</c:v>
                </c:pt>
                <c:pt idx="8021">
                  <c:v>1.9496199999999999</c:v>
                </c:pt>
                <c:pt idx="8022">
                  <c:v>1.9499299999999999</c:v>
                </c:pt>
                <c:pt idx="8023">
                  <c:v>1.9502299999999999</c:v>
                </c:pt>
                <c:pt idx="8024">
                  <c:v>1.9505399999999999</c:v>
                </c:pt>
                <c:pt idx="8025">
                  <c:v>1.95085</c:v>
                </c:pt>
                <c:pt idx="8026">
                  <c:v>1.9511499999999999</c:v>
                </c:pt>
                <c:pt idx="8027">
                  <c:v>1.95146</c:v>
                </c:pt>
                <c:pt idx="8028">
                  <c:v>1.9517599999999999</c:v>
                </c:pt>
                <c:pt idx="8029">
                  <c:v>1.95207</c:v>
                </c:pt>
                <c:pt idx="8030">
                  <c:v>1.9523699999999999</c:v>
                </c:pt>
                <c:pt idx="8031">
                  <c:v>1.95268</c:v>
                </c:pt>
                <c:pt idx="8032">
                  <c:v>1.9529799999999999</c:v>
                </c:pt>
                <c:pt idx="8033">
                  <c:v>1.95329</c:v>
                </c:pt>
                <c:pt idx="8034">
                  <c:v>1.9535899999999999</c:v>
                </c:pt>
                <c:pt idx="8035">
                  <c:v>1.9539</c:v>
                </c:pt>
                <c:pt idx="8036">
                  <c:v>1.9541999999999999</c:v>
                </c:pt>
                <c:pt idx="8037">
                  <c:v>1.95451</c:v>
                </c:pt>
                <c:pt idx="8038">
                  <c:v>1.95482</c:v>
                </c:pt>
                <c:pt idx="8039">
                  <c:v>1.95512</c:v>
                </c:pt>
                <c:pt idx="8040">
                  <c:v>1.95543</c:v>
                </c:pt>
                <c:pt idx="8041">
                  <c:v>1.95573</c:v>
                </c:pt>
                <c:pt idx="8042">
                  <c:v>1.95604</c:v>
                </c:pt>
                <c:pt idx="8043">
                  <c:v>1.95634</c:v>
                </c:pt>
                <c:pt idx="8044">
                  <c:v>1.95665</c:v>
                </c:pt>
                <c:pt idx="8045">
                  <c:v>1.95695</c:v>
                </c:pt>
                <c:pt idx="8046">
                  <c:v>1.95726</c:v>
                </c:pt>
                <c:pt idx="8047">
                  <c:v>1.95756</c:v>
                </c:pt>
                <c:pt idx="8048">
                  <c:v>1.95787</c:v>
                </c:pt>
                <c:pt idx="8049">
                  <c:v>1.95817</c:v>
                </c:pt>
                <c:pt idx="8050">
                  <c:v>1.95848</c:v>
                </c:pt>
                <c:pt idx="8051">
                  <c:v>1.95879</c:v>
                </c:pt>
                <c:pt idx="8052">
                  <c:v>1.95909</c:v>
                </c:pt>
                <c:pt idx="8053">
                  <c:v>1.9594</c:v>
                </c:pt>
                <c:pt idx="8054">
                  <c:v>1.9597</c:v>
                </c:pt>
                <c:pt idx="8055">
                  <c:v>1.96001</c:v>
                </c:pt>
                <c:pt idx="8056">
                  <c:v>1.96031</c:v>
                </c:pt>
                <c:pt idx="8057">
                  <c:v>1.96062</c:v>
                </c:pt>
                <c:pt idx="8058">
                  <c:v>1.96092</c:v>
                </c:pt>
                <c:pt idx="8059">
                  <c:v>1.96123</c:v>
                </c:pt>
                <c:pt idx="8060">
                  <c:v>1.96153</c:v>
                </c:pt>
                <c:pt idx="8061">
                  <c:v>1.96184</c:v>
                </c:pt>
                <c:pt idx="8062">
                  <c:v>1.9621500000000001</c:v>
                </c:pt>
                <c:pt idx="8063">
                  <c:v>1.96245</c:v>
                </c:pt>
                <c:pt idx="8064">
                  <c:v>1.9627600000000001</c:v>
                </c:pt>
                <c:pt idx="8065">
                  <c:v>1.96306</c:v>
                </c:pt>
                <c:pt idx="8066">
                  <c:v>1.9633700000000001</c:v>
                </c:pt>
                <c:pt idx="8067">
                  <c:v>1.96367</c:v>
                </c:pt>
                <c:pt idx="8068">
                  <c:v>1.9639800000000001</c:v>
                </c:pt>
                <c:pt idx="8069">
                  <c:v>1.96428</c:v>
                </c:pt>
                <c:pt idx="8070">
                  <c:v>1.9645900000000001</c:v>
                </c:pt>
                <c:pt idx="8071">
                  <c:v>1.96489</c:v>
                </c:pt>
                <c:pt idx="8072">
                  <c:v>1.9652000000000001</c:v>
                </c:pt>
                <c:pt idx="8073">
                  <c:v>1.9655</c:v>
                </c:pt>
                <c:pt idx="8074">
                  <c:v>1.9658100000000001</c:v>
                </c:pt>
                <c:pt idx="8075">
                  <c:v>1.9661200000000001</c:v>
                </c:pt>
                <c:pt idx="8076">
                  <c:v>1.9664200000000001</c:v>
                </c:pt>
                <c:pt idx="8077">
                  <c:v>1.9667300000000001</c:v>
                </c:pt>
                <c:pt idx="8078">
                  <c:v>1.9670300000000001</c:v>
                </c:pt>
                <c:pt idx="8079">
                  <c:v>1.9673400000000001</c:v>
                </c:pt>
                <c:pt idx="8080">
                  <c:v>1.9676400000000001</c:v>
                </c:pt>
                <c:pt idx="8081">
                  <c:v>1.9679500000000001</c:v>
                </c:pt>
                <c:pt idx="8082">
                  <c:v>1.9682500000000001</c:v>
                </c:pt>
                <c:pt idx="8083">
                  <c:v>1.9685600000000001</c:v>
                </c:pt>
                <c:pt idx="8084">
                  <c:v>1.9688600000000001</c:v>
                </c:pt>
                <c:pt idx="8085">
                  <c:v>1.9691700000000001</c:v>
                </c:pt>
                <c:pt idx="8086">
                  <c:v>1.9694700000000001</c:v>
                </c:pt>
                <c:pt idx="8087">
                  <c:v>1.9697800000000001</c:v>
                </c:pt>
                <c:pt idx="8088">
                  <c:v>1.9700899999999999</c:v>
                </c:pt>
                <c:pt idx="8089">
                  <c:v>1.9703900000000001</c:v>
                </c:pt>
                <c:pt idx="8090">
                  <c:v>1.9706999999999999</c:v>
                </c:pt>
                <c:pt idx="8091">
                  <c:v>1.9710000000000001</c:v>
                </c:pt>
                <c:pt idx="8092">
                  <c:v>1.9713099999999999</c:v>
                </c:pt>
                <c:pt idx="8093">
                  <c:v>1.9716100000000001</c:v>
                </c:pt>
                <c:pt idx="8094">
                  <c:v>1.9719199999999999</c:v>
                </c:pt>
                <c:pt idx="8095">
                  <c:v>1.9722200000000001</c:v>
                </c:pt>
                <c:pt idx="8096">
                  <c:v>1.9725299999999999</c:v>
                </c:pt>
                <c:pt idx="8097">
                  <c:v>1.9728300000000001</c:v>
                </c:pt>
                <c:pt idx="8098">
                  <c:v>1.9731399999999999</c:v>
                </c:pt>
                <c:pt idx="8099">
                  <c:v>1.9734400000000001</c:v>
                </c:pt>
                <c:pt idx="8100">
                  <c:v>1.9737499999999999</c:v>
                </c:pt>
                <c:pt idx="8101">
                  <c:v>1.9740599999999999</c:v>
                </c:pt>
                <c:pt idx="8102">
                  <c:v>1.9743599999999999</c:v>
                </c:pt>
                <c:pt idx="8103">
                  <c:v>1.9746699999999999</c:v>
                </c:pt>
                <c:pt idx="8104">
                  <c:v>1.9749699999999999</c:v>
                </c:pt>
                <c:pt idx="8105">
                  <c:v>1.9752799999999999</c:v>
                </c:pt>
                <c:pt idx="8106">
                  <c:v>1.9755799999999999</c:v>
                </c:pt>
                <c:pt idx="8107">
                  <c:v>1.9758899999999999</c:v>
                </c:pt>
                <c:pt idx="8108">
                  <c:v>1.9761899999999999</c:v>
                </c:pt>
                <c:pt idx="8109">
                  <c:v>1.9764999999999999</c:v>
                </c:pt>
                <c:pt idx="8110">
                  <c:v>1.9767999999999999</c:v>
                </c:pt>
                <c:pt idx="8111">
                  <c:v>1.9771099999999999</c:v>
                </c:pt>
                <c:pt idx="8112">
                  <c:v>1.97742</c:v>
                </c:pt>
                <c:pt idx="8113">
                  <c:v>1.9777199999999999</c:v>
                </c:pt>
                <c:pt idx="8114">
                  <c:v>1.97803</c:v>
                </c:pt>
                <c:pt idx="8115">
                  <c:v>1.9783299999999999</c:v>
                </c:pt>
                <c:pt idx="8116">
                  <c:v>1.97864</c:v>
                </c:pt>
                <c:pt idx="8117">
                  <c:v>1.9789399999999999</c:v>
                </c:pt>
                <c:pt idx="8118">
                  <c:v>1.97925</c:v>
                </c:pt>
                <c:pt idx="8119">
                  <c:v>1.9795499999999999</c:v>
                </c:pt>
                <c:pt idx="8120">
                  <c:v>1.97986</c:v>
                </c:pt>
                <c:pt idx="8121">
                  <c:v>1.9801599999999999</c:v>
                </c:pt>
                <c:pt idx="8122">
                  <c:v>1.98047</c:v>
                </c:pt>
                <c:pt idx="8123">
                  <c:v>1.9807699999999999</c:v>
                </c:pt>
                <c:pt idx="8124">
                  <c:v>1.98108</c:v>
                </c:pt>
                <c:pt idx="8125">
                  <c:v>1.98139</c:v>
                </c:pt>
                <c:pt idx="8126">
                  <c:v>1.98169</c:v>
                </c:pt>
                <c:pt idx="8127">
                  <c:v>1.982</c:v>
                </c:pt>
                <c:pt idx="8128">
                  <c:v>1.9823</c:v>
                </c:pt>
                <c:pt idx="8129">
                  <c:v>1.98261</c:v>
                </c:pt>
                <c:pt idx="8130">
                  <c:v>1.98291</c:v>
                </c:pt>
                <c:pt idx="8131">
                  <c:v>1.98322</c:v>
                </c:pt>
                <c:pt idx="8132">
                  <c:v>1.9835199999999999</c:v>
                </c:pt>
                <c:pt idx="8133">
                  <c:v>1.98383</c:v>
                </c:pt>
                <c:pt idx="8134">
                  <c:v>1.9841299999999999</c:v>
                </c:pt>
                <c:pt idx="8135">
                  <c:v>1.98444</c:v>
                </c:pt>
                <c:pt idx="8136">
                  <c:v>1.9847399999999999</c:v>
                </c:pt>
                <c:pt idx="8137">
                  <c:v>1.98505</c:v>
                </c:pt>
                <c:pt idx="8138">
                  <c:v>1.98536</c:v>
                </c:pt>
                <c:pt idx="8139">
                  <c:v>1.98566</c:v>
                </c:pt>
                <c:pt idx="8140">
                  <c:v>1.98597</c:v>
                </c:pt>
                <c:pt idx="8141">
                  <c:v>1.98627</c:v>
                </c:pt>
                <c:pt idx="8142">
                  <c:v>1.98658</c:v>
                </c:pt>
                <c:pt idx="8143">
                  <c:v>1.98688</c:v>
                </c:pt>
                <c:pt idx="8144">
                  <c:v>1.98719</c:v>
                </c:pt>
                <c:pt idx="8145">
                  <c:v>1.98749</c:v>
                </c:pt>
                <c:pt idx="8146">
                  <c:v>1.9878</c:v>
                </c:pt>
                <c:pt idx="8147">
                  <c:v>1.9881</c:v>
                </c:pt>
                <c:pt idx="8148">
                  <c:v>1.98841</c:v>
                </c:pt>
                <c:pt idx="8149">
                  <c:v>1.98871</c:v>
                </c:pt>
                <c:pt idx="8150">
                  <c:v>1.98902</c:v>
                </c:pt>
                <c:pt idx="8151">
                  <c:v>1.98933</c:v>
                </c:pt>
                <c:pt idx="8152">
                  <c:v>1.98963</c:v>
                </c:pt>
                <c:pt idx="8153">
                  <c:v>1.98994</c:v>
                </c:pt>
                <c:pt idx="8154">
                  <c:v>1.99024</c:v>
                </c:pt>
                <c:pt idx="8155">
                  <c:v>1.99055</c:v>
                </c:pt>
                <c:pt idx="8156">
                  <c:v>1.99085</c:v>
                </c:pt>
                <c:pt idx="8157">
                  <c:v>1.99116</c:v>
                </c:pt>
                <c:pt idx="8158">
                  <c:v>1.99146</c:v>
                </c:pt>
                <c:pt idx="8159">
                  <c:v>1.99177</c:v>
                </c:pt>
                <c:pt idx="8160">
                  <c:v>1.99207</c:v>
                </c:pt>
                <c:pt idx="8161">
                  <c:v>1.99238</c:v>
                </c:pt>
                <c:pt idx="8162">
                  <c:v>1.99268</c:v>
                </c:pt>
                <c:pt idx="8163">
                  <c:v>1.99299</c:v>
                </c:pt>
                <c:pt idx="8164">
                  <c:v>1.9933000000000001</c:v>
                </c:pt>
                <c:pt idx="8165">
                  <c:v>1.9936</c:v>
                </c:pt>
                <c:pt idx="8166">
                  <c:v>1.9939100000000001</c:v>
                </c:pt>
                <c:pt idx="8167">
                  <c:v>1.99421</c:v>
                </c:pt>
                <c:pt idx="8168">
                  <c:v>1.9945200000000001</c:v>
                </c:pt>
                <c:pt idx="8169">
                  <c:v>1.99482</c:v>
                </c:pt>
                <c:pt idx="8170">
                  <c:v>1.9951300000000001</c:v>
                </c:pt>
                <c:pt idx="8171">
                  <c:v>1.99543</c:v>
                </c:pt>
                <c:pt idx="8172">
                  <c:v>1.9957400000000001</c:v>
                </c:pt>
                <c:pt idx="8173">
                  <c:v>1.99604</c:v>
                </c:pt>
                <c:pt idx="8174">
                  <c:v>1.9963500000000001</c:v>
                </c:pt>
                <c:pt idx="8175">
                  <c:v>1.9966600000000001</c:v>
                </c:pt>
                <c:pt idx="8176">
                  <c:v>1.9969600000000001</c:v>
                </c:pt>
                <c:pt idx="8177">
                  <c:v>1.9972700000000001</c:v>
                </c:pt>
                <c:pt idx="8178">
                  <c:v>1.9975700000000001</c:v>
                </c:pt>
                <c:pt idx="8179">
                  <c:v>1.9978800000000001</c:v>
                </c:pt>
                <c:pt idx="8180">
                  <c:v>1.9981800000000001</c:v>
                </c:pt>
                <c:pt idx="8181">
                  <c:v>1.9984900000000001</c:v>
                </c:pt>
                <c:pt idx="8182">
                  <c:v>1.9987900000000001</c:v>
                </c:pt>
                <c:pt idx="8183">
                  <c:v>1.9991000000000001</c:v>
                </c:pt>
                <c:pt idx="8184">
                  <c:v>1.9994000000000001</c:v>
                </c:pt>
                <c:pt idx="8185">
                  <c:v>1.9997100000000001</c:v>
                </c:pt>
                <c:pt idx="8186">
                  <c:v>2.0000100000000001</c:v>
                </c:pt>
                <c:pt idx="8187">
                  <c:v>2.0003199999999999</c:v>
                </c:pt>
                <c:pt idx="8188">
                  <c:v>2.0006300000000001</c:v>
                </c:pt>
                <c:pt idx="8189">
                  <c:v>2.0009299999999999</c:v>
                </c:pt>
                <c:pt idx="8190">
                  <c:v>2.0012400000000001</c:v>
                </c:pt>
                <c:pt idx="8191">
                  <c:v>2.0015399999999999</c:v>
                </c:pt>
                <c:pt idx="8192">
                  <c:v>2.0018500000000001</c:v>
                </c:pt>
                <c:pt idx="8193">
                  <c:v>2.0021499999999999</c:v>
                </c:pt>
                <c:pt idx="8194">
                  <c:v>2.0024600000000001</c:v>
                </c:pt>
                <c:pt idx="8195">
                  <c:v>2.0027599999999999</c:v>
                </c:pt>
                <c:pt idx="8196">
                  <c:v>2.0030700000000001</c:v>
                </c:pt>
                <c:pt idx="8197">
                  <c:v>2.0033699999999999</c:v>
                </c:pt>
                <c:pt idx="8198">
                  <c:v>2.0036800000000001</c:v>
                </c:pt>
                <c:pt idx="8199">
                  <c:v>2.0039799999999999</c:v>
                </c:pt>
                <c:pt idx="8200">
                  <c:v>2.0042900000000001</c:v>
                </c:pt>
                <c:pt idx="8201">
                  <c:v>2.0045999999999999</c:v>
                </c:pt>
                <c:pt idx="8202">
                  <c:v>2.0049000000000001</c:v>
                </c:pt>
                <c:pt idx="8203">
                  <c:v>2.0052099999999999</c:v>
                </c:pt>
                <c:pt idx="8204">
                  <c:v>2.0055100000000001</c:v>
                </c:pt>
                <c:pt idx="8205">
                  <c:v>2.0058199999999999</c:v>
                </c:pt>
                <c:pt idx="8206">
                  <c:v>2.0061200000000001</c:v>
                </c:pt>
                <c:pt idx="8207">
                  <c:v>2.0064299999999999</c:v>
                </c:pt>
                <c:pt idx="8208">
                  <c:v>2.0067300000000001</c:v>
                </c:pt>
                <c:pt idx="8209">
                  <c:v>2.0070399999999999</c:v>
                </c:pt>
                <c:pt idx="8210">
                  <c:v>2.0073400000000001</c:v>
                </c:pt>
                <c:pt idx="8211">
                  <c:v>2.0076499999999999</c:v>
                </c:pt>
                <c:pt idx="8212">
                  <c:v>2.0079500000000001</c:v>
                </c:pt>
                <c:pt idx="8213">
                  <c:v>2.0082599999999999</c:v>
                </c:pt>
                <c:pt idx="8214">
                  <c:v>2.0085700000000002</c:v>
                </c:pt>
                <c:pt idx="8215">
                  <c:v>2.0088699999999999</c:v>
                </c:pt>
                <c:pt idx="8216">
                  <c:v>2.0091800000000002</c:v>
                </c:pt>
                <c:pt idx="8217">
                  <c:v>2.0094799999999999</c:v>
                </c:pt>
                <c:pt idx="8218">
                  <c:v>2.0097900000000002</c:v>
                </c:pt>
                <c:pt idx="8219">
                  <c:v>2.0100899999999999</c:v>
                </c:pt>
                <c:pt idx="8220">
                  <c:v>2.0104000000000002</c:v>
                </c:pt>
                <c:pt idx="8221">
                  <c:v>2.0106999999999999</c:v>
                </c:pt>
                <c:pt idx="8222">
                  <c:v>2.0110100000000002</c:v>
                </c:pt>
                <c:pt idx="8223">
                  <c:v>2.0113099999999999</c:v>
                </c:pt>
                <c:pt idx="8224">
                  <c:v>2.0116200000000002</c:v>
                </c:pt>
                <c:pt idx="8225">
                  <c:v>2.0119199999999999</c:v>
                </c:pt>
                <c:pt idx="8226">
                  <c:v>2.0122300000000002</c:v>
                </c:pt>
                <c:pt idx="8227">
                  <c:v>2.01254</c:v>
                </c:pt>
                <c:pt idx="8228">
                  <c:v>2.0128400000000002</c:v>
                </c:pt>
                <c:pt idx="8229">
                  <c:v>2.01315</c:v>
                </c:pt>
                <c:pt idx="8230">
                  <c:v>2.0134500000000002</c:v>
                </c:pt>
                <c:pt idx="8231">
                  <c:v>2.01376</c:v>
                </c:pt>
                <c:pt idx="8232">
                  <c:v>2.0140600000000002</c:v>
                </c:pt>
                <c:pt idx="8233">
                  <c:v>2.01437</c:v>
                </c:pt>
                <c:pt idx="8234">
                  <c:v>2.0146700000000002</c:v>
                </c:pt>
                <c:pt idx="8235">
                  <c:v>2.01498</c:v>
                </c:pt>
                <c:pt idx="8236">
                  <c:v>2.0152800000000002</c:v>
                </c:pt>
                <c:pt idx="8237">
                  <c:v>2.01559</c:v>
                </c:pt>
                <c:pt idx="8238">
                  <c:v>2.0158999999999998</c:v>
                </c:pt>
                <c:pt idx="8239">
                  <c:v>2.0162</c:v>
                </c:pt>
                <c:pt idx="8240">
                  <c:v>2.0165099999999998</c:v>
                </c:pt>
                <c:pt idx="8241">
                  <c:v>2.01681</c:v>
                </c:pt>
                <c:pt idx="8242">
                  <c:v>2.0171199999999998</c:v>
                </c:pt>
                <c:pt idx="8243">
                  <c:v>2.01742</c:v>
                </c:pt>
                <c:pt idx="8244">
                  <c:v>2.0177299999999998</c:v>
                </c:pt>
                <c:pt idx="8245">
                  <c:v>2.01803</c:v>
                </c:pt>
                <c:pt idx="8246">
                  <c:v>2.0183399999999998</c:v>
                </c:pt>
                <c:pt idx="8247">
                  <c:v>2.01864</c:v>
                </c:pt>
                <c:pt idx="8248">
                  <c:v>2.0189499999999998</c:v>
                </c:pt>
                <c:pt idx="8249">
                  <c:v>2.01925</c:v>
                </c:pt>
                <c:pt idx="8250">
                  <c:v>2.0195599999999998</c:v>
                </c:pt>
                <c:pt idx="8251">
                  <c:v>2.0198700000000001</c:v>
                </c:pt>
                <c:pt idx="8252">
                  <c:v>2.0201699999999998</c:v>
                </c:pt>
                <c:pt idx="8253">
                  <c:v>2.0204800000000001</c:v>
                </c:pt>
                <c:pt idx="8254">
                  <c:v>2.0207799999999998</c:v>
                </c:pt>
                <c:pt idx="8255">
                  <c:v>2.0210900000000001</c:v>
                </c:pt>
                <c:pt idx="8256">
                  <c:v>2.0213899999999998</c:v>
                </c:pt>
                <c:pt idx="8257">
                  <c:v>2.0217000000000001</c:v>
                </c:pt>
                <c:pt idx="8258">
                  <c:v>2.0219999999999998</c:v>
                </c:pt>
                <c:pt idx="8259">
                  <c:v>2.0223100000000001</c:v>
                </c:pt>
                <c:pt idx="8260">
                  <c:v>2.0226099999999998</c:v>
                </c:pt>
                <c:pt idx="8261">
                  <c:v>2.0229200000000001</c:v>
                </c:pt>
                <c:pt idx="8262">
                  <c:v>2.0232199999999998</c:v>
                </c:pt>
                <c:pt idx="8263">
                  <c:v>2.0235300000000001</c:v>
                </c:pt>
                <c:pt idx="8264">
                  <c:v>2.0238399999999999</c:v>
                </c:pt>
                <c:pt idx="8265">
                  <c:v>2.0241400000000001</c:v>
                </c:pt>
                <c:pt idx="8266">
                  <c:v>2.0244499999999999</c:v>
                </c:pt>
                <c:pt idx="8267">
                  <c:v>2.02475</c:v>
                </c:pt>
                <c:pt idx="8268">
                  <c:v>2.0250599999999999</c:v>
                </c:pt>
                <c:pt idx="8269">
                  <c:v>2.02536</c:v>
                </c:pt>
                <c:pt idx="8270">
                  <c:v>2.0256699999999999</c:v>
                </c:pt>
                <c:pt idx="8271">
                  <c:v>2.02597</c:v>
                </c:pt>
                <c:pt idx="8272">
                  <c:v>2.0262799999999999</c:v>
                </c:pt>
                <c:pt idx="8273">
                  <c:v>2.02658</c:v>
                </c:pt>
                <c:pt idx="8274">
                  <c:v>2.0268899999999999</c:v>
                </c:pt>
                <c:pt idx="8275">
                  <c:v>2.02719</c:v>
                </c:pt>
                <c:pt idx="8276">
                  <c:v>2.0274999999999999</c:v>
                </c:pt>
                <c:pt idx="8277">
                  <c:v>2.0278100000000001</c:v>
                </c:pt>
                <c:pt idx="8278">
                  <c:v>2.0281099999999999</c:v>
                </c:pt>
                <c:pt idx="8279">
                  <c:v>2.0284200000000001</c:v>
                </c:pt>
                <c:pt idx="8280">
                  <c:v>2.0287199999999999</c:v>
                </c:pt>
                <c:pt idx="8281">
                  <c:v>2.0290300000000001</c:v>
                </c:pt>
                <c:pt idx="8282">
                  <c:v>2.0293299999999999</c:v>
                </c:pt>
                <c:pt idx="8283">
                  <c:v>2.0296400000000001</c:v>
                </c:pt>
                <c:pt idx="8284">
                  <c:v>2.0299399999999999</c:v>
                </c:pt>
                <c:pt idx="8285">
                  <c:v>2.0302500000000001</c:v>
                </c:pt>
                <c:pt idx="8286">
                  <c:v>2.0305499999999999</c:v>
                </c:pt>
                <c:pt idx="8287">
                  <c:v>2.0308600000000001</c:v>
                </c:pt>
                <c:pt idx="8288">
                  <c:v>2.0311599999999999</c:v>
                </c:pt>
                <c:pt idx="8289">
                  <c:v>2.0314700000000001</c:v>
                </c:pt>
                <c:pt idx="8290">
                  <c:v>2.0317799999999999</c:v>
                </c:pt>
                <c:pt idx="8291">
                  <c:v>2.0320800000000001</c:v>
                </c:pt>
                <c:pt idx="8292">
                  <c:v>2.0323899999999999</c:v>
                </c:pt>
                <c:pt idx="8293">
                  <c:v>2.0326900000000001</c:v>
                </c:pt>
                <c:pt idx="8294">
                  <c:v>2.0329999999999999</c:v>
                </c:pt>
                <c:pt idx="8295">
                  <c:v>2.0333000000000001</c:v>
                </c:pt>
                <c:pt idx="8296">
                  <c:v>2.0336099999999999</c:v>
                </c:pt>
                <c:pt idx="8297">
                  <c:v>2.0339100000000001</c:v>
                </c:pt>
                <c:pt idx="8298">
                  <c:v>2.0342199999999999</c:v>
                </c:pt>
                <c:pt idx="8299">
                  <c:v>2.0345200000000001</c:v>
                </c:pt>
                <c:pt idx="8300">
                  <c:v>2.0348299999999999</c:v>
                </c:pt>
                <c:pt idx="8301">
                  <c:v>2.0351400000000002</c:v>
                </c:pt>
                <c:pt idx="8302">
                  <c:v>2.0354399999999999</c:v>
                </c:pt>
                <c:pt idx="8303">
                  <c:v>2.0357500000000002</c:v>
                </c:pt>
                <c:pt idx="8304">
                  <c:v>2.0360499999999999</c:v>
                </c:pt>
                <c:pt idx="8305">
                  <c:v>2.0363600000000002</c:v>
                </c:pt>
                <c:pt idx="8306">
                  <c:v>2.0366599999999999</c:v>
                </c:pt>
                <c:pt idx="8307">
                  <c:v>2.0369700000000002</c:v>
                </c:pt>
                <c:pt idx="8308">
                  <c:v>2.0372699999999999</c:v>
                </c:pt>
                <c:pt idx="8309">
                  <c:v>2.0375800000000002</c:v>
                </c:pt>
                <c:pt idx="8310">
                  <c:v>2.0378799999999999</c:v>
                </c:pt>
                <c:pt idx="8311">
                  <c:v>2.0381900000000002</c:v>
                </c:pt>
                <c:pt idx="8312">
                  <c:v>2.0384899999999999</c:v>
                </c:pt>
                <c:pt idx="8313">
                  <c:v>2.0388000000000002</c:v>
                </c:pt>
                <c:pt idx="8314">
                  <c:v>2.03911</c:v>
                </c:pt>
                <c:pt idx="8315">
                  <c:v>2.0394100000000002</c:v>
                </c:pt>
                <c:pt idx="8316">
                  <c:v>2.03972</c:v>
                </c:pt>
                <c:pt idx="8317">
                  <c:v>2.0400200000000002</c:v>
                </c:pt>
                <c:pt idx="8318">
                  <c:v>2.04033</c:v>
                </c:pt>
                <c:pt idx="8319">
                  <c:v>2.0406300000000002</c:v>
                </c:pt>
                <c:pt idx="8320">
                  <c:v>2.04094</c:v>
                </c:pt>
                <c:pt idx="8321">
                  <c:v>2.0412400000000002</c:v>
                </c:pt>
                <c:pt idx="8322">
                  <c:v>2.04155</c:v>
                </c:pt>
                <c:pt idx="8323">
                  <c:v>2.0418500000000002</c:v>
                </c:pt>
                <c:pt idx="8324">
                  <c:v>2.04216</c:v>
                </c:pt>
                <c:pt idx="8325">
                  <c:v>2.0424600000000002</c:v>
                </c:pt>
                <c:pt idx="8326">
                  <c:v>2.04277</c:v>
                </c:pt>
                <c:pt idx="8327">
                  <c:v>2.0430799999999998</c:v>
                </c:pt>
                <c:pt idx="8328">
                  <c:v>2.04338</c:v>
                </c:pt>
                <c:pt idx="8329">
                  <c:v>2.0436899999999998</c:v>
                </c:pt>
                <c:pt idx="8330">
                  <c:v>2.04399</c:v>
                </c:pt>
                <c:pt idx="8331">
                  <c:v>2.0442999999999998</c:v>
                </c:pt>
                <c:pt idx="8332">
                  <c:v>2.0446</c:v>
                </c:pt>
                <c:pt idx="8333">
                  <c:v>2.0449099999999998</c:v>
                </c:pt>
                <c:pt idx="8334">
                  <c:v>2.04521</c:v>
                </c:pt>
                <c:pt idx="8335">
                  <c:v>2.0455199999999998</c:v>
                </c:pt>
                <c:pt idx="8336">
                  <c:v>2.04582</c:v>
                </c:pt>
                <c:pt idx="8337">
                  <c:v>2.0461299999999998</c:v>
                </c:pt>
                <c:pt idx="8338">
                  <c:v>2.04643</c:v>
                </c:pt>
                <c:pt idx="8339">
                  <c:v>2.0467399999999998</c:v>
                </c:pt>
                <c:pt idx="8340">
                  <c:v>2.04705</c:v>
                </c:pt>
                <c:pt idx="8341">
                  <c:v>2.0473499999999998</c:v>
                </c:pt>
                <c:pt idx="8342">
                  <c:v>2.04766</c:v>
                </c:pt>
                <c:pt idx="8343">
                  <c:v>2.0479599999999998</c:v>
                </c:pt>
                <c:pt idx="8344">
                  <c:v>2.04827</c:v>
                </c:pt>
                <c:pt idx="8345">
                  <c:v>2.0485699999999998</c:v>
                </c:pt>
                <c:pt idx="8346">
                  <c:v>2.04888</c:v>
                </c:pt>
                <c:pt idx="8347">
                  <c:v>2.0491799999999998</c:v>
                </c:pt>
                <c:pt idx="8348">
                  <c:v>2.04949</c:v>
                </c:pt>
                <c:pt idx="8349">
                  <c:v>2.0497899999999998</c:v>
                </c:pt>
                <c:pt idx="8350">
                  <c:v>2.0501</c:v>
                </c:pt>
                <c:pt idx="8351">
                  <c:v>2.0504099999999998</c:v>
                </c:pt>
                <c:pt idx="8352">
                  <c:v>2.05071</c:v>
                </c:pt>
                <c:pt idx="8353">
                  <c:v>2.0510199999999998</c:v>
                </c:pt>
                <c:pt idx="8354">
                  <c:v>2.05132</c:v>
                </c:pt>
                <c:pt idx="8355">
                  <c:v>2.0516299999999998</c:v>
                </c:pt>
                <c:pt idx="8356">
                  <c:v>2.05193</c:v>
                </c:pt>
                <c:pt idx="8357">
                  <c:v>2.0522399999999998</c:v>
                </c:pt>
                <c:pt idx="8358">
                  <c:v>2.05254</c:v>
                </c:pt>
                <c:pt idx="8359">
                  <c:v>2.0528499999999998</c:v>
                </c:pt>
                <c:pt idx="8360">
                  <c:v>2.05315</c:v>
                </c:pt>
                <c:pt idx="8361">
                  <c:v>2.0534599999999998</c:v>
                </c:pt>
                <c:pt idx="8362">
                  <c:v>2.05376</c:v>
                </c:pt>
                <c:pt idx="8363">
                  <c:v>2.0540699999999998</c:v>
                </c:pt>
                <c:pt idx="8364">
                  <c:v>2.0543800000000001</c:v>
                </c:pt>
                <c:pt idx="8365">
                  <c:v>2.0546799999999998</c:v>
                </c:pt>
                <c:pt idx="8366">
                  <c:v>2.0549900000000001</c:v>
                </c:pt>
                <c:pt idx="8367">
                  <c:v>2.0552899999999998</c:v>
                </c:pt>
                <c:pt idx="8368">
                  <c:v>2.0556000000000001</c:v>
                </c:pt>
                <c:pt idx="8369">
                  <c:v>2.0558999999999998</c:v>
                </c:pt>
                <c:pt idx="8370">
                  <c:v>2.0562100000000001</c:v>
                </c:pt>
                <c:pt idx="8371">
                  <c:v>2.0565099999999998</c:v>
                </c:pt>
                <c:pt idx="8372">
                  <c:v>2.0568200000000001</c:v>
                </c:pt>
                <c:pt idx="8373">
                  <c:v>2.0571199999999998</c:v>
                </c:pt>
                <c:pt idx="8374">
                  <c:v>2.0574300000000001</c:v>
                </c:pt>
                <c:pt idx="8375">
                  <c:v>2.0577299999999998</c:v>
                </c:pt>
                <c:pt idx="8376">
                  <c:v>2.0580400000000001</c:v>
                </c:pt>
                <c:pt idx="8377">
                  <c:v>2.0583499999999999</c:v>
                </c:pt>
                <c:pt idx="8378">
                  <c:v>2.0586500000000001</c:v>
                </c:pt>
                <c:pt idx="8379">
                  <c:v>2.0589599999999999</c:v>
                </c:pt>
                <c:pt idx="8380">
                  <c:v>2.0592600000000001</c:v>
                </c:pt>
                <c:pt idx="8381">
                  <c:v>2.0595699999999999</c:v>
                </c:pt>
                <c:pt idx="8382">
                  <c:v>2.0598700000000001</c:v>
                </c:pt>
                <c:pt idx="8383">
                  <c:v>2.0601799999999999</c:v>
                </c:pt>
                <c:pt idx="8384">
                  <c:v>2.0604800000000001</c:v>
                </c:pt>
                <c:pt idx="8385">
                  <c:v>2.0607899999999999</c:v>
                </c:pt>
                <c:pt idx="8386">
                  <c:v>2.0610900000000001</c:v>
                </c:pt>
                <c:pt idx="8387">
                  <c:v>2.0613999999999999</c:v>
                </c:pt>
                <c:pt idx="8388">
                  <c:v>2.0617000000000001</c:v>
                </c:pt>
                <c:pt idx="8389">
                  <c:v>2.0620099999999999</c:v>
                </c:pt>
                <c:pt idx="8390">
                  <c:v>2.0623200000000002</c:v>
                </c:pt>
                <c:pt idx="8391">
                  <c:v>2.0626199999999999</c:v>
                </c:pt>
                <c:pt idx="8392">
                  <c:v>2.0629300000000002</c:v>
                </c:pt>
                <c:pt idx="8393">
                  <c:v>2.0632299999999999</c:v>
                </c:pt>
                <c:pt idx="8394">
                  <c:v>2.0635400000000002</c:v>
                </c:pt>
                <c:pt idx="8395">
                  <c:v>2.0638399999999999</c:v>
                </c:pt>
                <c:pt idx="8396">
                  <c:v>2.0641500000000002</c:v>
                </c:pt>
                <c:pt idx="8397">
                  <c:v>2.0644499999999999</c:v>
                </c:pt>
                <c:pt idx="8398">
                  <c:v>2.0647600000000002</c:v>
                </c:pt>
                <c:pt idx="8399">
                  <c:v>2.0650599999999999</c:v>
                </c:pt>
                <c:pt idx="8400">
                  <c:v>2.0653700000000002</c:v>
                </c:pt>
                <c:pt idx="8401">
                  <c:v>2.0656699999999999</c:v>
                </c:pt>
                <c:pt idx="8402">
                  <c:v>2.0659800000000001</c:v>
                </c:pt>
                <c:pt idx="8403">
                  <c:v>2.06629</c:v>
                </c:pt>
                <c:pt idx="8404">
                  <c:v>2.0665900000000001</c:v>
                </c:pt>
                <c:pt idx="8405">
                  <c:v>2.0669</c:v>
                </c:pt>
                <c:pt idx="8406">
                  <c:v>2.0672000000000001</c:v>
                </c:pt>
                <c:pt idx="8407">
                  <c:v>2.06751</c:v>
                </c:pt>
                <c:pt idx="8408">
                  <c:v>2.0678100000000001</c:v>
                </c:pt>
                <c:pt idx="8409">
                  <c:v>2.06812</c:v>
                </c:pt>
                <c:pt idx="8410">
                  <c:v>2.0684200000000001</c:v>
                </c:pt>
                <c:pt idx="8411">
                  <c:v>2.06873</c:v>
                </c:pt>
                <c:pt idx="8412">
                  <c:v>2.0690300000000001</c:v>
                </c:pt>
                <c:pt idx="8413">
                  <c:v>2.06934</c:v>
                </c:pt>
                <c:pt idx="8414">
                  <c:v>2.0696500000000002</c:v>
                </c:pt>
                <c:pt idx="8415">
                  <c:v>2.06995</c:v>
                </c:pt>
                <c:pt idx="8416">
                  <c:v>2.0702600000000002</c:v>
                </c:pt>
                <c:pt idx="8417">
                  <c:v>2.07056</c:v>
                </c:pt>
                <c:pt idx="8418">
                  <c:v>2.0708700000000002</c:v>
                </c:pt>
                <c:pt idx="8419">
                  <c:v>2.07117</c:v>
                </c:pt>
                <c:pt idx="8420">
                  <c:v>2.0714800000000002</c:v>
                </c:pt>
                <c:pt idx="8421">
                  <c:v>2.07178</c:v>
                </c:pt>
                <c:pt idx="8422">
                  <c:v>2.0720900000000002</c:v>
                </c:pt>
                <c:pt idx="8423">
                  <c:v>2.07239</c:v>
                </c:pt>
                <c:pt idx="8424">
                  <c:v>2.0727000000000002</c:v>
                </c:pt>
                <c:pt idx="8425">
                  <c:v>2.073</c:v>
                </c:pt>
                <c:pt idx="8426">
                  <c:v>2.0733100000000002</c:v>
                </c:pt>
                <c:pt idx="8427">
                  <c:v>2.07362</c:v>
                </c:pt>
                <c:pt idx="8428">
                  <c:v>2.0739200000000002</c:v>
                </c:pt>
                <c:pt idx="8429">
                  <c:v>2.07423</c:v>
                </c:pt>
                <c:pt idx="8430">
                  <c:v>2.0745300000000002</c:v>
                </c:pt>
                <c:pt idx="8431">
                  <c:v>2.07484</c:v>
                </c:pt>
                <c:pt idx="8432">
                  <c:v>2.0751400000000002</c:v>
                </c:pt>
                <c:pt idx="8433">
                  <c:v>2.07545</c:v>
                </c:pt>
                <c:pt idx="8434">
                  <c:v>2.0757500000000002</c:v>
                </c:pt>
                <c:pt idx="8435">
                  <c:v>2.07606</c:v>
                </c:pt>
                <c:pt idx="8436">
                  <c:v>2.0763600000000002</c:v>
                </c:pt>
                <c:pt idx="8437">
                  <c:v>2.07667</c:v>
                </c:pt>
                <c:pt idx="8438">
                  <c:v>2.0769700000000002</c:v>
                </c:pt>
                <c:pt idx="8439">
                  <c:v>2.07728</c:v>
                </c:pt>
                <c:pt idx="8440">
                  <c:v>2.0775899999999998</c:v>
                </c:pt>
                <c:pt idx="8441">
                  <c:v>2.07789</c:v>
                </c:pt>
                <c:pt idx="8442">
                  <c:v>2.0781999999999998</c:v>
                </c:pt>
                <c:pt idx="8443">
                  <c:v>2.0785</c:v>
                </c:pt>
                <c:pt idx="8444">
                  <c:v>2.0788099999999998</c:v>
                </c:pt>
                <c:pt idx="8445">
                  <c:v>2.07911</c:v>
                </c:pt>
                <c:pt idx="8446">
                  <c:v>2.0794199999999998</c:v>
                </c:pt>
                <c:pt idx="8447">
                  <c:v>2.07972</c:v>
                </c:pt>
                <c:pt idx="8448">
                  <c:v>2.0800299999999998</c:v>
                </c:pt>
                <c:pt idx="8449">
                  <c:v>2.08033</c:v>
                </c:pt>
                <c:pt idx="8450">
                  <c:v>2.0806399999999998</c:v>
                </c:pt>
                <c:pt idx="8451">
                  <c:v>2.08094</c:v>
                </c:pt>
                <c:pt idx="8452">
                  <c:v>2.0812499999999998</c:v>
                </c:pt>
                <c:pt idx="8453">
                  <c:v>2.0815600000000001</c:v>
                </c:pt>
                <c:pt idx="8454">
                  <c:v>2.0818599999999998</c:v>
                </c:pt>
                <c:pt idx="8455">
                  <c:v>2.0821700000000001</c:v>
                </c:pt>
                <c:pt idx="8456">
                  <c:v>2.0824699999999998</c:v>
                </c:pt>
                <c:pt idx="8457">
                  <c:v>2.0827800000000001</c:v>
                </c:pt>
                <c:pt idx="8458">
                  <c:v>2.0830799999999998</c:v>
                </c:pt>
                <c:pt idx="8459">
                  <c:v>2.0833900000000001</c:v>
                </c:pt>
                <c:pt idx="8460">
                  <c:v>2.0836899999999998</c:v>
                </c:pt>
                <c:pt idx="8461">
                  <c:v>2.0840000000000001</c:v>
                </c:pt>
                <c:pt idx="8462">
                  <c:v>2.0842999999999998</c:v>
                </c:pt>
                <c:pt idx="8463">
                  <c:v>2.0846100000000001</c:v>
                </c:pt>
                <c:pt idx="8464">
                  <c:v>2.0849099999999998</c:v>
                </c:pt>
                <c:pt idx="8465">
                  <c:v>2.0852200000000001</c:v>
                </c:pt>
                <c:pt idx="8466">
                  <c:v>2.0855299999999999</c:v>
                </c:pt>
                <c:pt idx="8467">
                  <c:v>2.0858300000000001</c:v>
                </c:pt>
                <c:pt idx="8468">
                  <c:v>2.0861399999999999</c:v>
                </c:pt>
                <c:pt idx="8469">
                  <c:v>2.0864400000000001</c:v>
                </c:pt>
                <c:pt idx="8470">
                  <c:v>2.0867499999999999</c:v>
                </c:pt>
                <c:pt idx="8471">
                  <c:v>2.0870500000000001</c:v>
                </c:pt>
                <c:pt idx="8472">
                  <c:v>2.0873599999999999</c:v>
                </c:pt>
                <c:pt idx="8473">
                  <c:v>2.0876600000000001</c:v>
                </c:pt>
                <c:pt idx="8474">
                  <c:v>2.0879699999999999</c:v>
                </c:pt>
                <c:pt idx="8475">
                  <c:v>2.0882700000000001</c:v>
                </c:pt>
                <c:pt idx="8476">
                  <c:v>2.0885799999999999</c:v>
                </c:pt>
                <c:pt idx="8477">
                  <c:v>2.0888900000000001</c:v>
                </c:pt>
                <c:pt idx="8478">
                  <c:v>2.0891899999999999</c:v>
                </c:pt>
                <c:pt idx="8479">
                  <c:v>2.0895000000000001</c:v>
                </c:pt>
                <c:pt idx="8480">
                  <c:v>2.0897999999999999</c:v>
                </c:pt>
                <c:pt idx="8481">
                  <c:v>2.0901100000000001</c:v>
                </c:pt>
                <c:pt idx="8482">
                  <c:v>2.0904099999999999</c:v>
                </c:pt>
                <c:pt idx="8483">
                  <c:v>2.0907200000000001</c:v>
                </c:pt>
                <c:pt idx="8484">
                  <c:v>2.0910199999999999</c:v>
                </c:pt>
                <c:pt idx="8485">
                  <c:v>2.0913300000000001</c:v>
                </c:pt>
                <c:pt idx="8486">
                  <c:v>2.0916299999999999</c:v>
                </c:pt>
                <c:pt idx="8487">
                  <c:v>2.0919400000000001</c:v>
                </c:pt>
                <c:pt idx="8488">
                  <c:v>2.0922399999999999</c:v>
                </c:pt>
                <c:pt idx="8489">
                  <c:v>2.0925500000000001</c:v>
                </c:pt>
                <c:pt idx="8490">
                  <c:v>2.0928599999999999</c:v>
                </c:pt>
                <c:pt idx="8491">
                  <c:v>2.0931600000000001</c:v>
                </c:pt>
                <c:pt idx="8492">
                  <c:v>2.0934699999999999</c:v>
                </c:pt>
                <c:pt idx="8493">
                  <c:v>2.0937700000000001</c:v>
                </c:pt>
                <c:pt idx="8494">
                  <c:v>2.0940799999999999</c:v>
                </c:pt>
                <c:pt idx="8495">
                  <c:v>2.0943800000000001</c:v>
                </c:pt>
                <c:pt idx="8496">
                  <c:v>2.0946899999999999</c:v>
                </c:pt>
                <c:pt idx="8497">
                  <c:v>2.0949900000000001</c:v>
                </c:pt>
                <c:pt idx="8498">
                  <c:v>2.0952999999999999</c:v>
                </c:pt>
                <c:pt idx="8499">
                  <c:v>2.0956000000000001</c:v>
                </c:pt>
                <c:pt idx="8500">
                  <c:v>2.0959099999999999</c:v>
                </c:pt>
                <c:pt idx="8501">
                  <c:v>2.0962100000000001</c:v>
                </c:pt>
                <c:pt idx="8502">
                  <c:v>2.0965199999999999</c:v>
                </c:pt>
                <c:pt idx="8503">
                  <c:v>2.0968300000000002</c:v>
                </c:pt>
                <c:pt idx="8504">
                  <c:v>2.0971299999999999</c:v>
                </c:pt>
                <c:pt idx="8505">
                  <c:v>2.0974400000000002</c:v>
                </c:pt>
                <c:pt idx="8506">
                  <c:v>2.0977399999999999</c:v>
                </c:pt>
                <c:pt idx="8507">
                  <c:v>2.0980500000000002</c:v>
                </c:pt>
                <c:pt idx="8508">
                  <c:v>2.0983499999999999</c:v>
                </c:pt>
                <c:pt idx="8509">
                  <c:v>2.0986600000000002</c:v>
                </c:pt>
                <c:pt idx="8510">
                  <c:v>2.0989599999999999</c:v>
                </c:pt>
                <c:pt idx="8511">
                  <c:v>2.0992700000000002</c:v>
                </c:pt>
                <c:pt idx="8512">
                  <c:v>2.0995699999999999</c:v>
                </c:pt>
                <c:pt idx="8513">
                  <c:v>2.0998800000000002</c:v>
                </c:pt>
                <c:pt idx="8514">
                  <c:v>2.1001799999999999</c:v>
                </c:pt>
                <c:pt idx="8515">
                  <c:v>2.1004900000000002</c:v>
                </c:pt>
                <c:pt idx="8516">
                  <c:v>2.1008</c:v>
                </c:pt>
                <c:pt idx="8517">
                  <c:v>2.1011000000000002</c:v>
                </c:pt>
                <c:pt idx="8518">
                  <c:v>2.10141</c:v>
                </c:pt>
                <c:pt idx="8519">
                  <c:v>2.1017100000000002</c:v>
                </c:pt>
                <c:pt idx="8520">
                  <c:v>2.10202</c:v>
                </c:pt>
                <c:pt idx="8521">
                  <c:v>2.1023200000000002</c:v>
                </c:pt>
                <c:pt idx="8522">
                  <c:v>2.10263</c:v>
                </c:pt>
                <c:pt idx="8523">
                  <c:v>2.1029300000000002</c:v>
                </c:pt>
                <c:pt idx="8524">
                  <c:v>2.10324</c:v>
                </c:pt>
                <c:pt idx="8525">
                  <c:v>2.1035400000000002</c:v>
                </c:pt>
                <c:pt idx="8526">
                  <c:v>2.10385</c:v>
                </c:pt>
                <c:pt idx="8527">
                  <c:v>2.1041599999999998</c:v>
                </c:pt>
                <c:pt idx="8528">
                  <c:v>2.10446</c:v>
                </c:pt>
                <c:pt idx="8529">
                  <c:v>2.1047699999999998</c:v>
                </c:pt>
                <c:pt idx="8530">
                  <c:v>2.10507</c:v>
                </c:pt>
                <c:pt idx="8531">
                  <c:v>2.1053799999999998</c:v>
                </c:pt>
                <c:pt idx="8532">
                  <c:v>2.10568</c:v>
                </c:pt>
                <c:pt idx="8533">
                  <c:v>2.1059899999999998</c:v>
                </c:pt>
                <c:pt idx="8534">
                  <c:v>2.10629</c:v>
                </c:pt>
                <c:pt idx="8535">
                  <c:v>2.1065999999999998</c:v>
                </c:pt>
                <c:pt idx="8536">
                  <c:v>2.1069</c:v>
                </c:pt>
                <c:pt idx="8537">
                  <c:v>2.1072099999999998</c:v>
                </c:pt>
                <c:pt idx="8538">
                  <c:v>2.10751</c:v>
                </c:pt>
                <c:pt idx="8539">
                  <c:v>2.1078199999999998</c:v>
                </c:pt>
                <c:pt idx="8540">
                  <c:v>2.1081300000000001</c:v>
                </c:pt>
                <c:pt idx="8541">
                  <c:v>2.1084299999999998</c:v>
                </c:pt>
                <c:pt idx="8542">
                  <c:v>2.1087400000000001</c:v>
                </c:pt>
                <c:pt idx="8543">
                  <c:v>2.1090399999999998</c:v>
                </c:pt>
                <c:pt idx="8544">
                  <c:v>2.1093500000000001</c:v>
                </c:pt>
                <c:pt idx="8545">
                  <c:v>2.1096499999999998</c:v>
                </c:pt>
                <c:pt idx="8546">
                  <c:v>2.1099600000000001</c:v>
                </c:pt>
                <c:pt idx="8547">
                  <c:v>2.1102599999999998</c:v>
                </c:pt>
                <c:pt idx="8548">
                  <c:v>2.1105700000000001</c:v>
                </c:pt>
                <c:pt idx="8549">
                  <c:v>2.1108699999999998</c:v>
                </c:pt>
                <c:pt idx="8550">
                  <c:v>2.1111800000000001</c:v>
                </c:pt>
                <c:pt idx="8551">
                  <c:v>2.1114799999999998</c:v>
                </c:pt>
                <c:pt idx="8552">
                  <c:v>2.1117900000000001</c:v>
                </c:pt>
                <c:pt idx="8553">
                  <c:v>2.1120999999999999</c:v>
                </c:pt>
                <c:pt idx="8554">
                  <c:v>2.1124000000000001</c:v>
                </c:pt>
                <c:pt idx="8555">
                  <c:v>2.1127099999999999</c:v>
                </c:pt>
                <c:pt idx="8556">
                  <c:v>2.1130100000000001</c:v>
                </c:pt>
                <c:pt idx="8557">
                  <c:v>2.1133199999999999</c:v>
                </c:pt>
                <c:pt idx="8558">
                  <c:v>2.1136200000000001</c:v>
                </c:pt>
                <c:pt idx="8559">
                  <c:v>2.1139299999999999</c:v>
                </c:pt>
                <c:pt idx="8560">
                  <c:v>2.1142300000000001</c:v>
                </c:pt>
                <c:pt idx="8561">
                  <c:v>2.1145399999999999</c:v>
                </c:pt>
                <c:pt idx="8562">
                  <c:v>2.1148400000000001</c:v>
                </c:pt>
                <c:pt idx="8563">
                  <c:v>2.1151499999999999</c:v>
                </c:pt>
                <c:pt idx="8564">
                  <c:v>2.1154500000000001</c:v>
                </c:pt>
                <c:pt idx="8565">
                  <c:v>2.1157599999999999</c:v>
                </c:pt>
                <c:pt idx="8566">
                  <c:v>2.1160700000000001</c:v>
                </c:pt>
                <c:pt idx="8567">
                  <c:v>2.1163699999999999</c:v>
                </c:pt>
                <c:pt idx="8568">
                  <c:v>2.1166800000000001</c:v>
                </c:pt>
                <c:pt idx="8569">
                  <c:v>2.1169799999999999</c:v>
                </c:pt>
                <c:pt idx="8570">
                  <c:v>2.1172900000000001</c:v>
                </c:pt>
                <c:pt idx="8571">
                  <c:v>2.1175899999999999</c:v>
                </c:pt>
                <c:pt idx="8572">
                  <c:v>2.1179000000000001</c:v>
                </c:pt>
                <c:pt idx="8573">
                  <c:v>2.1181999999999999</c:v>
                </c:pt>
                <c:pt idx="8574">
                  <c:v>2.1185100000000001</c:v>
                </c:pt>
                <c:pt idx="8575">
                  <c:v>2.1188099999999999</c:v>
                </c:pt>
                <c:pt idx="8576">
                  <c:v>2.1191200000000001</c:v>
                </c:pt>
                <c:pt idx="8577">
                  <c:v>2.1194199999999999</c:v>
                </c:pt>
                <c:pt idx="8578">
                  <c:v>2.1197300000000001</c:v>
                </c:pt>
                <c:pt idx="8579">
                  <c:v>2.1200399999999999</c:v>
                </c:pt>
                <c:pt idx="8580">
                  <c:v>2.1203400000000001</c:v>
                </c:pt>
                <c:pt idx="8581">
                  <c:v>2.1206499999999999</c:v>
                </c:pt>
                <c:pt idx="8582">
                  <c:v>2.1209500000000001</c:v>
                </c:pt>
                <c:pt idx="8583">
                  <c:v>2.1212599999999999</c:v>
                </c:pt>
                <c:pt idx="8584">
                  <c:v>2.1215600000000001</c:v>
                </c:pt>
                <c:pt idx="8585">
                  <c:v>2.1218699999999999</c:v>
                </c:pt>
                <c:pt idx="8586">
                  <c:v>2.1221700000000001</c:v>
                </c:pt>
                <c:pt idx="8587">
                  <c:v>2.1224799999999999</c:v>
                </c:pt>
                <c:pt idx="8588">
                  <c:v>2.1227800000000001</c:v>
                </c:pt>
                <c:pt idx="8589">
                  <c:v>2.1230899999999999</c:v>
                </c:pt>
                <c:pt idx="8590">
                  <c:v>2.1234000000000002</c:v>
                </c:pt>
                <c:pt idx="8591">
                  <c:v>2.1236999999999999</c:v>
                </c:pt>
                <c:pt idx="8592">
                  <c:v>2.1240100000000002</c:v>
                </c:pt>
                <c:pt idx="8593">
                  <c:v>2.1243099999999999</c:v>
                </c:pt>
                <c:pt idx="8594">
                  <c:v>2.1246200000000002</c:v>
                </c:pt>
                <c:pt idx="8595">
                  <c:v>2.1249199999999999</c:v>
                </c:pt>
                <c:pt idx="8596">
                  <c:v>2.1252300000000002</c:v>
                </c:pt>
                <c:pt idx="8597">
                  <c:v>2.1255299999999999</c:v>
                </c:pt>
                <c:pt idx="8598">
                  <c:v>2.1258400000000002</c:v>
                </c:pt>
                <c:pt idx="8599">
                  <c:v>2.1261399999999999</c:v>
                </c:pt>
                <c:pt idx="8600">
                  <c:v>2.1264500000000002</c:v>
                </c:pt>
                <c:pt idx="8601">
                  <c:v>2.1267499999999999</c:v>
                </c:pt>
                <c:pt idx="8602">
                  <c:v>2.1270600000000002</c:v>
                </c:pt>
                <c:pt idx="8603">
                  <c:v>2.12737</c:v>
                </c:pt>
                <c:pt idx="8604">
                  <c:v>2.1276700000000002</c:v>
                </c:pt>
                <c:pt idx="8605">
                  <c:v>2.12798</c:v>
                </c:pt>
                <c:pt idx="8606">
                  <c:v>2.1282800000000002</c:v>
                </c:pt>
                <c:pt idx="8607">
                  <c:v>2.12859</c:v>
                </c:pt>
                <c:pt idx="8608">
                  <c:v>2.1288900000000002</c:v>
                </c:pt>
                <c:pt idx="8609">
                  <c:v>2.1292</c:v>
                </c:pt>
                <c:pt idx="8610">
                  <c:v>2.1295000000000002</c:v>
                </c:pt>
                <c:pt idx="8611">
                  <c:v>2.12981</c:v>
                </c:pt>
                <c:pt idx="8612">
                  <c:v>2.1301100000000002</c:v>
                </c:pt>
                <c:pt idx="8613">
                  <c:v>2.13042</c:v>
                </c:pt>
                <c:pt idx="8614">
                  <c:v>2.1307200000000002</c:v>
                </c:pt>
                <c:pt idx="8615">
                  <c:v>2.13103</c:v>
                </c:pt>
                <c:pt idx="8616">
                  <c:v>2.1313399999999998</c:v>
                </c:pt>
                <c:pt idx="8617">
                  <c:v>2.13164</c:v>
                </c:pt>
                <c:pt idx="8618">
                  <c:v>2.1319499999999998</c:v>
                </c:pt>
                <c:pt idx="8619">
                  <c:v>2.13225</c:v>
                </c:pt>
                <c:pt idx="8620">
                  <c:v>2.1325599999999998</c:v>
                </c:pt>
                <c:pt idx="8621">
                  <c:v>2.13286</c:v>
                </c:pt>
                <c:pt idx="8622">
                  <c:v>2.1331699999999998</c:v>
                </c:pt>
                <c:pt idx="8623">
                  <c:v>2.13347</c:v>
                </c:pt>
                <c:pt idx="8624">
                  <c:v>2.1337799999999998</c:v>
                </c:pt>
                <c:pt idx="8625">
                  <c:v>2.13408</c:v>
                </c:pt>
                <c:pt idx="8626">
                  <c:v>2.1343899999999998</c:v>
                </c:pt>
                <c:pt idx="8627">
                  <c:v>2.13469</c:v>
                </c:pt>
                <c:pt idx="8628">
                  <c:v>2.1349999999999998</c:v>
                </c:pt>
                <c:pt idx="8629">
                  <c:v>2.13531</c:v>
                </c:pt>
                <c:pt idx="8630">
                  <c:v>2.1356099999999998</c:v>
                </c:pt>
                <c:pt idx="8631">
                  <c:v>2.13592</c:v>
                </c:pt>
                <c:pt idx="8632">
                  <c:v>2.1362199999999998</c:v>
                </c:pt>
                <c:pt idx="8633">
                  <c:v>2.13653</c:v>
                </c:pt>
                <c:pt idx="8634">
                  <c:v>2.1368299999999998</c:v>
                </c:pt>
                <c:pt idx="8635">
                  <c:v>2.13714</c:v>
                </c:pt>
                <c:pt idx="8636">
                  <c:v>2.1374399999999998</c:v>
                </c:pt>
                <c:pt idx="8637">
                  <c:v>2.13775</c:v>
                </c:pt>
                <c:pt idx="8638">
                  <c:v>2.1380499999999998</c:v>
                </c:pt>
                <c:pt idx="8639">
                  <c:v>2.13836</c:v>
                </c:pt>
                <c:pt idx="8640">
                  <c:v>2.1386599999999998</c:v>
                </c:pt>
                <c:pt idx="8641">
                  <c:v>2.13897</c:v>
                </c:pt>
                <c:pt idx="8642">
                  <c:v>2.1392799999999998</c:v>
                </c:pt>
                <c:pt idx="8643">
                  <c:v>2.13958</c:v>
                </c:pt>
                <c:pt idx="8644">
                  <c:v>2.1398899999999998</c:v>
                </c:pt>
                <c:pt idx="8645">
                  <c:v>2.14019</c:v>
                </c:pt>
                <c:pt idx="8646">
                  <c:v>2.1404999999999998</c:v>
                </c:pt>
                <c:pt idx="8647">
                  <c:v>2.1408</c:v>
                </c:pt>
                <c:pt idx="8648">
                  <c:v>2.1411099999999998</c:v>
                </c:pt>
                <c:pt idx="8649">
                  <c:v>2.14141</c:v>
                </c:pt>
                <c:pt idx="8650">
                  <c:v>2.1417199999999998</c:v>
                </c:pt>
                <c:pt idx="8651">
                  <c:v>2.14202</c:v>
                </c:pt>
                <c:pt idx="8652">
                  <c:v>2.1423299999999998</c:v>
                </c:pt>
                <c:pt idx="8653">
                  <c:v>2.1426400000000001</c:v>
                </c:pt>
                <c:pt idx="8654">
                  <c:v>2.1429399999999998</c:v>
                </c:pt>
                <c:pt idx="8655">
                  <c:v>2.1432500000000001</c:v>
                </c:pt>
                <c:pt idx="8656">
                  <c:v>2.1435499999999998</c:v>
                </c:pt>
                <c:pt idx="8657">
                  <c:v>2.1438600000000001</c:v>
                </c:pt>
                <c:pt idx="8658">
                  <c:v>2.1441599999999998</c:v>
                </c:pt>
                <c:pt idx="8659">
                  <c:v>2.1444700000000001</c:v>
                </c:pt>
                <c:pt idx="8660">
                  <c:v>2.1447699999999998</c:v>
                </c:pt>
                <c:pt idx="8661">
                  <c:v>2.1450800000000001</c:v>
                </c:pt>
                <c:pt idx="8662">
                  <c:v>2.1453799999999998</c:v>
                </c:pt>
                <c:pt idx="8663">
                  <c:v>2.1456900000000001</c:v>
                </c:pt>
                <c:pt idx="8664">
                  <c:v>2.1459899999999998</c:v>
                </c:pt>
                <c:pt idx="8665">
                  <c:v>2.1463000000000001</c:v>
                </c:pt>
                <c:pt idx="8666">
                  <c:v>2.1466099999999999</c:v>
                </c:pt>
                <c:pt idx="8667">
                  <c:v>2.1469100000000001</c:v>
                </c:pt>
                <c:pt idx="8668">
                  <c:v>2.1472199999999999</c:v>
                </c:pt>
                <c:pt idx="8669">
                  <c:v>2.1475200000000001</c:v>
                </c:pt>
                <c:pt idx="8670">
                  <c:v>2.1478299999999999</c:v>
                </c:pt>
                <c:pt idx="8671">
                  <c:v>2.1481300000000001</c:v>
                </c:pt>
                <c:pt idx="8672">
                  <c:v>2.1484399999999999</c:v>
                </c:pt>
                <c:pt idx="8673">
                  <c:v>2.1487400000000001</c:v>
                </c:pt>
                <c:pt idx="8674">
                  <c:v>2.1490499999999999</c:v>
                </c:pt>
                <c:pt idx="8675">
                  <c:v>2.1493500000000001</c:v>
                </c:pt>
                <c:pt idx="8676">
                  <c:v>2.1496599999999999</c:v>
                </c:pt>
                <c:pt idx="8677">
                  <c:v>2.1499600000000001</c:v>
                </c:pt>
                <c:pt idx="8678">
                  <c:v>2.1502699999999999</c:v>
                </c:pt>
                <c:pt idx="8679">
                  <c:v>2.1505800000000002</c:v>
                </c:pt>
                <c:pt idx="8680">
                  <c:v>2.1508799999999999</c:v>
                </c:pt>
                <c:pt idx="8681">
                  <c:v>2.1511900000000002</c:v>
                </c:pt>
                <c:pt idx="8682">
                  <c:v>2.1514899999999999</c:v>
                </c:pt>
                <c:pt idx="8683">
                  <c:v>2.1518000000000002</c:v>
                </c:pt>
                <c:pt idx="8684">
                  <c:v>2.1520999999999999</c:v>
                </c:pt>
                <c:pt idx="8685">
                  <c:v>2.1524100000000002</c:v>
                </c:pt>
                <c:pt idx="8686">
                  <c:v>2.1527099999999999</c:v>
                </c:pt>
                <c:pt idx="8687">
                  <c:v>2.1530200000000002</c:v>
                </c:pt>
                <c:pt idx="8688">
                  <c:v>2.1533199999999999</c:v>
                </c:pt>
                <c:pt idx="8689">
                  <c:v>2.1536300000000002</c:v>
                </c:pt>
                <c:pt idx="8690">
                  <c:v>2.1539299999999999</c:v>
                </c:pt>
                <c:pt idx="8691">
                  <c:v>2.1542400000000002</c:v>
                </c:pt>
                <c:pt idx="8692">
                  <c:v>2.15455</c:v>
                </c:pt>
                <c:pt idx="8693">
                  <c:v>2.1548500000000002</c:v>
                </c:pt>
                <c:pt idx="8694">
                  <c:v>2.15516</c:v>
                </c:pt>
                <c:pt idx="8695">
                  <c:v>2.1554600000000002</c:v>
                </c:pt>
                <c:pt idx="8696">
                  <c:v>2.15577</c:v>
                </c:pt>
                <c:pt idx="8697">
                  <c:v>2.1560700000000002</c:v>
                </c:pt>
                <c:pt idx="8698">
                  <c:v>2.15638</c:v>
                </c:pt>
                <c:pt idx="8699">
                  <c:v>2.1566800000000002</c:v>
                </c:pt>
                <c:pt idx="8700">
                  <c:v>2.15699</c:v>
                </c:pt>
                <c:pt idx="8701">
                  <c:v>2.1572900000000002</c:v>
                </c:pt>
                <c:pt idx="8702">
                  <c:v>2.1576</c:v>
                </c:pt>
                <c:pt idx="8703">
                  <c:v>2.1579100000000002</c:v>
                </c:pt>
                <c:pt idx="8704">
                  <c:v>2.15821</c:v>
                </c:pt>
                <c:pt idx="8705">
                  <c:v>2.1585200000000002</c:v>
                </c:pt>
                <c:pt idx="8706">
                  <c:v>2.15882</c:v>
                </c:pt>
                <c:pt idx="8707">
                  <c:v>2.1591300000000002</c:v>
                </c:pt>
                <c:pt idx="8708">
                  <c:v>2.15943</c:v>
                </c:pt>
                <c:pt idx="8709">
                  <c:v>2.1597400000000002</c:v>
                </c:pt>
                <c:pt idx="8710">
                  <c:v>2.16004</c:v>
                </c:pt>
                <c:pt idx="8711">
                  <c:v>2.1603500000000002</c:v>
                </c:pt>
                <c:pt idx="8712">
                  <c:v>2.16065</c:v>
                </c:pt>
                <c:pt idx="8713">
                  <c:v>2.1609600000000002</c:v>
                </c:pt>
                <c:pt idx="8714">
                  <c:v>2.16126</c:v>
                </c:pt>
                <c:pt idx="8715">
                  <c:v>2.1615700000000002</c:v>
                </c:pt>
                <c:pt idx="8716">
                  <c:v>2.16188</c:v>
                </c:pt>
                <c:pt idx="8717">
                  <c:v>2.1621800000000002</c:v>
                </c:pt>
                <c:pt idx="8718">
                  <c:v>2.16249</c:v>
                </c:pt>
                <c:pt idx="8719">
                  <c:v>2.1627900000000002</c:v>
                </c:pt>
                <c:pt idx="8720">
                  <c:v>2.1631</c:v>
                </c:pt>
                <c:pt idx="8721">
                  <c:v>2.1634000000000002</c:v>
                </c:pt>
                <c:pt idx="8722">
                  <c:v>2.16371</c:v>
                </c:pt>
                <c:pt idx="8723">
                  <c:v>2.1640100000000002</c:v>
                </c:pt>
                <c:pt idx="8724">
                  <c:v>2.16432</c:v>
                </c:pt>
                <c:pt idx="8725">
                  <c:v>2.1646200000000002</c:v>
                </c:pt>
                <c:pt idx="8726">
                  <c:v>2.16493</c:v>
                </c:pt>
                <c:pt idx="8727">
                  <c:v>2.1652300000000002</c:v>
                </c:pt>
                <c:pt idx="8728">
                  <c:v>2.16554</c:v>
                </c:pt>
                <c:pt idx="8729">
                  <c:v>2.1658499999999998</c:v>
                </c:pt>
                <c:pt idx="8730">
                  <c:v>2.16615</c:v>
                </c:pt>
                <c:pt idx="8731">
                  <c:v>2.1664599999999998</c:v>
                </c:pt>
                <c:pt idx="8732">
                  <c:v>2.16676</c:v>
                </c:pt>
                <c:pt idx="8733">
                  <c:v>2.1670699999999998</c:v>
                </c:pt>
                <c:pt idx="8734">
                  <c:v>2.16737</c:v>
                </c:pt>
                <c:pt idx="8735">
                  <c:v>2.1676799999999998</c:v>
                </c:pt>
                <c:pt idx="8736">
                  <c:v>2.16798</c:v>
                </c:pt>
                <c:pt idx="8737">
                  <c:v>2.1682899999999998</c:v>
                </c:pt>
                <c:pt idx="8738">
                  <c:v>2.16859</c:v>
                </c:pt>
                <c:pt idx="8739">
                  <c:v>2.1688999999999998</c:v>
                </c:pt>
                <c:pt idx="8740">
                  <c:v>2.1692</c:v>
                </c:pt>
                <c:pt idx="8741">
                  <c:v>2.1695099999999998</c:v>
                </c:pt>
                <c:pt idx="8742">
                  <c:v>2.1698200000000001</c:v>
                </c:pt>
                <c:pt idx="8743">
                  <c:v>2.1701199999999998</c:v>
                </c:pt>
                <c:pt idx="8744">
                  <c:v>2.1704300000000001</c:v>
                </c:pt>
                <c:pt idx="8745">
                  <c:v>2.1707299999999998</c:v>
                </c:pt>
                <c:pt idx="8746">
                  <c:v>2.1710400000000001</c:v>
                </c:pt>
                <c:pt idx="8747">
                  <c:v>2.1713399999999998</c:v>
                </c:pt>
                <c:pt idx="8748">
                  <c:v>2.1716500000000001</c:v>
                </c:pt>
                <c:pt idx="8749">
                  <c:v>2.1719499999999998</c:v>
                </c:pt>
                <c:pt idx="8750">
                  <c:v>2.1722600000000001</c:v>
                </c:pt>
                <c:pt idx="8751">
                  <c:v>2.1725599999999998</c:v>
                </c:pt>
                <c:pt idx="8752">
                  <c:v>2.1728700000000001</c:v>
                </c:pt>
                <c:pt idx="8753">
                  <c:v>2.1731699999999998</c:v>
                </c:pt>
                <c:pt idx="8754">
                  <c:v>2.1734800000000001</c:v>
                </c:pt>
                <c:pt idx="8755">
                  <c:v>2.1737899999999999</c:v>
                </c:pt>
                <c:pt idx="8756">
                  <c:v>2.1740900000000001</c:v>
                </c:pt>
                <c:pt idx="8757">
                  <c:v>2.1743999999999999</c:v>
                </c:pt>
                <c:pt idx="8758">
                  <c:v>2.1747000000000001</c:v>
                </c:pt>
                <c:pt idx="8759">
                  <c:v>2.1750099999999999</c:v>
                </c:pt>
                <c:pt idx="8760">
                  <c:v>2.1753100000000001</c:v>
                </c:pt>
                <c:pt idx="8761">
                  <c:v>2.1756199999999999</c:v>
                </c:pt>
                <c:pt idx="8762">
                  <c:v>2.1759200000000001</c:v>
                </c:pt>
                <c:pt idx="8763">
                  <c:v>2.1762299999999999</c:v>
                </c:pt>
                <c:pt idx="8764">
                  <c:v>2.1765300000000001</c:v>
                </c:pt>
                <c:pt idx="8765">
                  <c:v>2.1768399999999999</c:v>
                </c:pt>
                <c:pt idx="8766">
                  <c:v>2.1771500000000001</c:v>
                </c:pt>
                <c:pt idx="8767">
                  <c:v>2.1774499999999999</c:v>
                </c:pt>
                <c:pt idx="8768">
                  <c:v>2.1777600000000001</c:v>
                </c:pt>
                <c:pt idx="8769">
                  <c:v>2.1780599999999999</c:v>
                </c:pt>
                <c:pt idx="8770">
                  <c:v>2.1783700000000001</c:v>
                </c:pt>
                <c:pt idx="8771">
                  <c:v>2.1786699999999999</c:v>
                </c:pt>
                <c:pt idx="8772">
                  <c:v>2.1789800000000001</c:v>
                </c:pt>
                <c:pt idx="8773">
                  <c:v>2.1792799999999999</c:v>
                </c:pt>
                <c:pt idx="8774">
                  <c:v>2.1795900000000001</c:v>
                </c:pt>
                <c:pt idx="8775">
                  <c:v>2.1798899999999999</c:v>
                </c:pt>
                <c:pt idx="8776">
                  <c:v>2.1802000000000001</c:v>
                </c:pt>
                <c:pt idx="8777">
                  <c:v>2.1804999999999999</c:v>
                </c:pt>
                <c:pt idx="8778">
                  <c:v>2.1808100000000001</c:v>
                </c:pt>
                <c:pt idx="8779">
                  <c:v>2.1811199999999999</c:v>
                </c:pt>
                <c:pt idx="8780">
                  <c:v>2.1814200000000001</c:v>
                </c:pt>
                <c:pt idx="8781">
                  <c:v>2.1817299999999999</c:v>
                </c:pt>
                <c:pt idx="8782">
                  <c:v>2.1820300000000001</c:v>
                </c:pt>
                <c:pt idx="8783">
                  <c:v>2.1823399999999999</c:v>
                </c:pt>
                <c:pt idx="8784">
                  <c:v>2.1826400000000001</c:v>
                </c:pt>
                <c:pt idx="8785">
                  <c:v>2.1829499999999999</c:v>
                </c:pt>
                <c:pt idx="8786">
                  <c:v>2.1832500000000001</c:v>
                </c:pt>
                <c:pt idx="8787">
                  <c:v>2.1835599999999999</c:v>
                </c:pt>
                <c:pt idx="8788">
                  <c:v>2.1838600000000001</c:v>
                </c:pt>
                <c:pt idx="8789">
                  <c:v>2.1841699999999999</c:v>
                </c:pt>
                <c:pt idx="8790">
                  <c:v>2.1844700000000001</c:v>
                </c:pt>
                <c:pt idx="8791">
                  <c:v>2.1847799999999999</c:v>
                </c:pt>
                <c:pt idx="8792">
                  <c:v>2.1850900000000002</c:v>
                </c:pt>
                <c:pt idx="8793">
                  <c:v>2.1853899999999999</c:v>
                </c:pt>
                <c:pt idx="8794">
                  <c:v>2.1857000000000002</c:v>
                </c:pt>
                <c:pt idx="8795">
                  <c:v>2.1859999999999999</c:v>
                </c:pt>
                <c:pt idx="8796">
                  <c:v>2.1863100000000002</c:v>
                </c:pt>
                <c:pt idx="8797">
                  <c:v>2.1866099999999999</c:v>
                </c:pt>
                <c:pt idx="8798">
                  <c:v>2.1869200000000002</c:v>
                </c:pt>
                <c:pt idx="8799">
                  <c:v>2.1872199999999999</c:v>
                </c:pt>
                <c:pt idx="8800">
                  <c:v>2.1875300000000002</c:v>
                </c:pt>
                <c:pt idx="8801">
                  <c:v>2.1878299999999999</c:v>
                </c:pt>
                <c:pt idx="8802">
                  <c:v>2.1881400000000002</c:v>
                </c:pt>
                <c:pt idx="8803">
                  <c:v>2.1884399999999999</c:v>
                </c:pt>
                <c:pt idx="8804">
                  <c:v>2.1887500000000002</c:v>
                </c:pt>
                <c:pt idx="8805">
                  <c:v>2.18906</c:v>
                </c:pt>
                <c:pt idx="8806">
                  <c:v>2.1893600000000002</c:v>
                </c:pt>
                <c:pt idx="8807">
                  <c:v>2.18967</c:v>
                </c:pt>
                <c:pt idx="8808">
                  <c:v>2.1899700000000002</c:v>
                </c:pt>
                <c:pt idx="8809">
                  <c:v>2.19028</c:v>
                </c:pt>
                <c:pt idx="8810">
                  <c:v>2.1905800000000002</c:v>
                </c:pt>
                <c:pt idx="8811">
                  <c:v>2.19089</c:v>
                </c:pt>
                <c:pt idx="8812">
                  <c:v>2.1911900000000002</c:v>
                </c:pt>
                <c:pt idx="8813">
                  <c:v>2.1915</c:v>
                </c:pt>
                <c:pt idx="8814">
                  <c:v>2.1918000000000002</c:v>
                </c:pt>
                <c:pt idx="8815">
                  <c:v>2.19211</c:v>
                </c:pt>
                <c:pt idx="8816">
                  <c:v>2.1924100000000002</c:v>
                </c:pt>
                <c:pt idx="8817">
                  <c:v>2.19272</c:v>
                </c:pt>
                <c:pt idx="8818">
                  <c:v>2.1930299999999998</c:v>
                </c:pt>
                <c:pt idx="8819">
                  <c:v>2.19333</c:v>
                </c:pt>
                <c:pt idx="8820">
                  <c:v>2.1936399999999998</c:v>
                </c:pt>
                <c:pt idx="8821">
                  <c:v>2.19394</c:v>
                </c:pt>
                <c:pt idx="8822">
                  <c:v>2.1942499999999998</c:v>
                </c:pt>
                <c:pt idx="8823">
                  <c:v>2.19455</c:v>
                </c:pt>
                <c:pt idx="8824">
                  <c:v>2.1948599999999998</c:v>
                </c:pt>
                <c:pt idx="8825">
                  <c:v>2.19516</c:v>
                </c:pt>
                <c:pt idx="8826">
                  <c:v>2.1954699999999998</c:v>
                </c:pt>
                <c:pt idx="8827">
                  <c:v>2.19577</c:v>
                </c:pt>
                <c:pt idx="8828">
                  <c:v>2.1960799999999998</c:v>
                </c:pt>
                <c:pt idx="8829">
                  <c:v>2.1963900000000001</c:v>
                </c:pt>
                <c:pt idx="8830">
                  <c:v>2.1966899999999998</c:v>
                </c:pt>
                <c:pt idx="8831">
                  <c:v>2.1970000000000001</c:v>
                </c:pt>
                <c:pt idx="8832">
                  <c:v>2.1972999999999998</c:v>
                </c:pt>
                <c:pt idx="8833">
                  <c:v>2.1976100000000001</c:v>
                </c:pt>
                <c:pt idx="8834">
                  <c:v>2.1979099999999998</c:v>
                </c:pt>
                <c:pt idx="8835">
                  <c:v>2.1982200000000001</c:v>
                </c:pt>
                <c:pt idx="8836">
                  <c:v>2.1985199999999998</c:v>
                </c:pt>
                <c:pt idx="8837">
                  <c:v>2.1988300000000001</c:v>
                </c:pt>
                <c:pt idx="8838">
                  <c:v>2.1991299999999998</c:v>
                </c:pt>
                <c:pt idx="8839">
                  <c:v>2.1994400000000001</c:v>
                </c:pt>
                <c:pt idx="8840">
                  <c:v>2.1997399999999998</c:v>
                </c:pt>
                <c:pt idx="8841">
                  <c:v>2.2000500000000001</c:v>
                </c:pt>
                <c:pt idx="8842">
                  <c:v>2.2003599999999999</c:v>
                </c:pt>
                <c:pt idx="8843">
                  <c:v>2.2006600000000001</c:v>
                </c:pt>
                <c:pt idx="8844">
                  <c:v>2.2009699999999999</c:v>
                </c:pt>
                <c:pt idx="8845">
                  <c:v>2.2012700000000001</c:v>
                </c:pt>
                <c:pt idx="8846">
                  <c:v>2.2015799999999999</c:v>
                </c:pt>
                <c:pt idx="8847">
                  <c:v>2.2018800000000001</c:v>
                </c:pt>
                <c:pt idx="8848">
                  <c:v>2.2021899999999999</c:v>
                </c:pt>
                <c:pt idx="8849">
                  <c:v>2.2024900000000001</c:v>
                </c:pt>
                <c:pt idx="8850">
                  <c:v>2.2027999999999999</c:v>
                </c:pt>
                <c:pt idx="8851">
                  <c:v>2.2031000000000001</c:v>
                </c:pt>
                <c:pt idx="8852">
                  <c:v>2.2034099999999999</c:v>
                </c:pt>
                <c:pt idx="8853">
                  <c:v>2.2037100000000001</c:v>
                </c:pt>
                <c:pt idx="8854">
                  <c:v>2.2040199999999999</c:v>
                </c:pt>
                <c:pt idx="8855">
                  <c:v>2.2043300000000001</c:v>
                </c:pt>
                <c:pt idx="8856">
                  <c:v>2.2046299999999999</c:v>
                </c:pt>
                <c:pt idx="8857">
                  <c:v>2.2049400000000001</c:v>
                </c:pt>
                <c:pt idx="8858">
                  <c:v>2.2052399999999999</c:v>
                </c:pt>
                <c:pt idx="8859">
                  <c:v>2.2055500000000001</c:v>
                </c:pt>
                <c:pt idx="8860">
                  <c:v>2.2058499999999999</c:v>
                </c:pt>
                <c:pt idx="8861">
                  <c:v>2.2061600000000001</c:v>
                </c:pt>
                <c:pt idx="8862">
                  <c:v>2.2064599999999999</c:v>
                </c:pt>
                <c:pt idx="8863">
                  <c:v>2.2067700000000001</c:v>
                </c:pt>
                <c:pt idx="8864">
                  <c:v>2.2070699999999999</c:v>
                </c:pt>
                <c:pt idx="8865">
                  <c:v>2.2073800000000001</c:v>
                </c:pt>
                <c:pt idx="8866">
                  <c:v>2.2076799999999999</c:v>
                </c:pt>
                <c:pt idx="8867">
                  <c:v>2.2079900000000001</c:v>
                </c:pt>
                <c:pt idx="8868">
                  <c:v>2.2082999999999999</c:v>
                </c:pt>
                <c:pt idx="8869">
                  <c:v>2.2086000000000001</c:v>
                </c:pt>
                <c:pt idx="8870">
                  <c:v>2.2089099999999999</c:v>
                </c:pt>
                <c:pt idx="8871">
                  <c:v>2.2092100000000001</c:v>
                </c:pt>
                <c:pt idx="8872">
                  <c:v>2.2095199999999999</c:v>
                </c:pt>
                <c:pt idx="8873">
                  <c:v>2.2098200000000001</c:v>
                </c:pt>
                <c:pt idx="8874">
                  <c:v>2.2101299999999999</c:v>
                </c:pt>
                <c:pt idx="8875">
                  <c:v>2.2104300000000001</c:v>
                </c:pt>
                <c:pt idx="8876">
                  <c:v>2.2107399999999999</c:v>
                </c:pt>
                <c:pt idx="8877">
                  <c:v>2.2110400000000001</c:v>
                </c:pt>
                <c:pt idx="8878">
                  <c:v>2.2113499999999999</c:v>
                </c:pt>
                <c:pt idx="8879">
                  <c:v>2.2116500000000001</c:v>
                </c:pt>
                <c:pt idx="8880">
                  <c:v>2.2119599999999999</c:v>
                </c:pt>
                <c:pt idx="8881">
                  <c:v>2.2122700000000002</c:v>
                </c:pt>
                <c:pt idx="8882">
                  <c:v>2.2125699999999999</c:v>
                </c:pt>
                <c:pt idx="8883">
                  <c:v>2.2128800000000002</c:v>
                </c:pt>
                <c:pt idx="8884">
                  <c:v>2.2131799999999999</c:v>
                </c:pt>
                <c:pt idx="8885">
                  <c:v>2.2134900000000002</c:v>
                </c:pt>
                <c:pt idx="8886">
                  <c:v>2.2137899999999999</c:v>
                </c:pt>
                <c:pt idx="8887">
                  <c:v>2.2141000000000002</c:v>
                </c:pt>
                <c:pt idx="8888">
                  <c:v>2.2143999999999999</c:v>
                </c:pt>
                <c:pt idx="8889">
                  <c:v>2.2147100000000002</c:v>
                </c:pt>
                <c:pt idx="8890">
                  <c:v>2.2150099999999999</c:v>
                </c:pt>
                <c:pt idx="8891">
                  <c:v>2.2153200000000002</c:v>
                </c:pt>
                <c:pt idx="8892">
                  <c:v>2.21563</c:v>
                </c:pt>
                <c:pt idx="8893">
                  <c:v>2.2159300000000002</c:v>
                </c:pt>
                <c:pt idx="8894">
                  <c:v>2.21624</c:v>
                </c:pt>
                <c:pt idx="8895">
                  <c:v>2.2165400000000002</c:v>
                </c:pt>
                <c:pt idx="8896">
                  <c:v>2.21685</c:v>
                </c:pt>
                <c:pt idx="8897">
                  <c:v>2.2171500000000002</c:v>
                </c:pt>
                <c:pt idx="8898">
                  <c:v>2.21746</c:v>
                </c:pt>
                <c:pt idx="8899">
                  <c:v>2.2177600000000002</c:v>
                </c:pt>
                <c:pt idx="8900">
                  <c:v>2.21807</c:v>
                </c:pt>
                <c:pt idx="8901">
                  <c:v>2.2183700000000002</c:v>
                </c:pt>
                <c:pt idx="8902">
                  <c:v>2.21868</c:v>
                </c:pt>
                <c:pt idx="8903">
                  <c:v>2.2189800000000002</c:v>
                </c:pt>
                <c:pt idx="8904">
                  <c:v>2.21929</c:v>
                </c:pt>
                <c:pt idx="8905">
                  <c:v>2.2195999999999998</c:v>
                </c:pt>
                <c:pt idx="8906">
                  <c:v>2.2199</c:v>
                </c:pt>
                <c:pt idx="8907">
                  <c:v>2.2202099999999998</c:v>
                </c:pt>
                <c:pt idx="8908">
                  <c:v>2.22051</c:v>
                </c:pt>
                <c:pt idx="8909">
                  <c:v>2.2208199999999998</c:v>
                </c:pt>
                <c:pt idx="8910">
                  <c:v>2.22112</c:v>
                </c:pt>
                <c:pt idx="8911">
                  <c:v>2.2214299999999998</c:v>
                </c:pt>
                <c:pt idx="8912">
                  <c:v>2.22173</c:v>
                </c:pt>
                <c:pt idx="8913">
                  <c:v>2.2220399999999998</c:v>
                </c:pt>
                <c:pt idx="8914">
                  <c:v>2.22234</c:v>
                </c:pt>
                <c:pt idx="8915">
                  <c:v>2.2226499999999998</c:v>
                </c:pt>
                <c:pt idx="8916">
                  <c:v>2.22295</c:v>
                </c:pt>
                <c:pt idx="8917">
                  <c:v>2.2232599999999998</c:v>
                </c:pt>
                <c:pt idx="8918">
                  <c:v>2.22357</c:v>
                </c:pt>
                <c:pt idx="8919">
                  <c:v>2.2238699999999998</c:v>
                </c:pt>
                <c:pt idx="8920">
                  <c:v>2.22418</c:v>
                </c:pt>
                <c:pt idx="8921">
                  <c:v>2.2244799999999998</c:v>
                </c:pt>
                <c:pt idx="8922">
                  <c:v>2.22479</c:v>
                </c:pt>
                <c:pt idx="8923">
                  <c:v>2.2250899999999998</c:v>
                </c:pt>
                <c:pt idx="8924">
                  <c:v>2.2254</c:v>
                </c:pt>
                <c:pt idx="8925">
                  <c:v>2.2256999999999998</c:v>
                </c:pt>
                <c:pt idx="8926">
                  <c:v>2.22601</c:v>
                </c:pt>
                <c:pt idx="8927">
                  <c:v>2.2263099999999998</c:v>
                </c:pt>
                <c:pt idx="8928">
                  <c:v>2.22662</c:v>
                </c:pt>
                <c:pt idx="8929">
                  <c:v>2.2269199999999998</c:v>
                </c:pt>
                <c:pt idx="8930">
                  <c:v>2.22723</c:v>
                </c:pt>
                <c:pt idx="8931">
                  <c:v>2.2275399999999999</c:v>
                </c:pt>
                <c:pt idx="8932">
                  <c:v>2.22784</c:v>
                </c:pt>
                <c:pt idx="8933">
                  <c:v>2.2281499999999999</c:v>
                </c:pt>
                <c:pt idx="8934">
                  <c:v>2.22845</c:v>
                </c:pt>
                <c:pt idx="8935">
                  <c:v>2.2287599999999999</c:v>
                </c:pt>
                <c:pt idx="8936">
                  <c:v>2.22906</c:v>
                </c:pt>
                <c:pt idx="8937">
                  <c:v>2.2293699999999999</c:v>
                </c:pt>
                <c:pt idx="8938">
                  <c:v>2.22967</c:v>
                </c:pt>
                <c:pt idx="8939">
                  <c:v>2.2299799999999999</c:v>
                </c:pt>
                <c:pt idx="8940">
                  <c:v>2.23028</c:v>
                </c:pt>
                <c:pt idx="8941">
                  <c:v>2.2305899999999999</c:v>
                </c:pt>
                <c:pt idx="8942">
                  <c:v>2.2309000000000001</c:v>
                </c:pt>
                <c:pt idx="8943">
                  <c:v>2.2311999999999999</c:v>
                </c:pt>
                <c:pt idx="8944">
                  <c:v>2.2315100000000001</c:v>
                </c:pt>
                <c:pt idx="8945">
                  <c:v>2.2318099999999998</c:v>
                </c:pt>
                <c:pt idx="8946">
                  <c:v>2.2321200000000001</c:v>
                </c:pt>
                <c:pt idx="8947">
                  <c:v>2.2324199999999998</c:v>
                </c:pt>
                <c:pt idx="8948">
                  <c:v>2.2327300000000001</c:v>
                </c:pt>
                <c:pt idx="8949">
                  <c:v>2.2330299999999998</c:v>
                </c:pt>
                <c:pt idx="8950">
                  <c:v>2.2333400000000001</c:v>
                </c:pt>
                <c:pt idx="8951">
                  <c:v>2.2336399999999998</c:v>
                </c:pt>
                <c:pt idx="8952">
                  <c:v>2.2339500000000001</c:v>
                </c:pt>
                <c:pt idx="8953">
                  <c:v>2.2342499999999998</c:v>
                </c:pt>
                <c:pt idx="8954">
                  <c:v>2.2345600000000001</c:v>
                </c:pt>
                <c:pt idx="8955">
                  <c:v>2.2348699999999999</c:v>
                </c:pt>
                <c:pt idx="8956">
                  <c:v>2.2351700000000001</c:v>
                </c:pt>
                <c:pt idx="8957">
                  <c:v>2.2354799999999999</c:v>
                </c:pt>
                <c:pt idx="8958">
                  <c:v>2.2357800000000001</c:v>
                </c:pt>
                <c:pt idx="8959">
                  <c:v>2.2360899999999999</c:v>
                </c:pt>
                <c:pt idx="8960">
                  <c:v>2.2363900000000001</c:v>
                </c:pt>
                <c:pt idx="8961">
                  <c:v>2.2366999999999999</c:v>
                </c:pt>
                <c:pt idx="8962">
                  <c:v>2.2370000000000001</c:v>
                </c:pt>
                <c:pt idx="8963">
                  <c:v>2.2373099999999999</c:v>
                </c:pt>
                <c:pt idx="8964">
                  <c:v>2.2376100000000001</c:v>
                </c:pt>
                <c:pt idx="8965">
                  <c:v>2.2379199999999999</c:v>
                </c:pt>
                <c:pt idx="8966">
                  <c:v>2.2382200000000001</c:v>
                </c:pt>
                <c:pt idx="8967">
                  <c:v>2.2385299999999999</c:v>
                </c:pt>
                <c:pt idx="8968">
                  <c:v>2.2388400000000002</c:v>
                </c:pt>
                <c:pt idx="8969">
                  <c:v>2.2391399999999999</c:v>
                </c:pt>
                <c:pt idx="8970">
                  <c:v>2.2394500000000002</c:v>
                </c:pt>
                <c:pt idx="8971">
                  <c:v>2.2397499999999999</c:v>
                </c:pt>
                <c:pt idx="8972">
                  <c:v>2.2400600000000002</c:v>
                </c:pt>
                <c:pt idx="8973">
                  <c:v>2.2403599999999999</c:v>
                </c:pt>
                <c:pt idx="8974">
                  <c:v>2.2406700000000002</c:v>
                </c:pt>
                <c:pt idx="8975">
                  <c:v>2.2409699999999999</c:v>
                </c:pt>
                <c:pt idx="8976">
                  <c:v>2.2412800000000002</c:v>
                </c:pt>
                <c:pt idx="8977">
                  <c:v>2.2415799999999999</c:v>
                </c:pt>
                <c:pt idx="8978">
                  <c:v>2.2418900000000002</c:v>
                </c:pt>
                <c:pt idx="8979">
                  <c:v>2.2421899999999999</c:v>
                </c:pt>
                <c:pt idx="8980">
                  <c:v>2.2425000000000002</c:v>
                </c:pt>
                <c:pt idx="8981">
                  <c:v>2.24281</c:v>
                </c:pt>
                <c:pt idx="8982">
                  <c:v>2.2431100000000002</c:v>
                </c:pt>
                <c:pt idx="8983">
                  <c:v>2.24342</c:v>
                </c:pt>
                <c:pt idx="8984">
                  <c:v>2.2437200000000002</c:v>
                </c:pt>
                <c:pt idx="8985">
                  <c:v>2.24403</c:v>
                </c:pt>
                <c:pt idx="8986">
                  <c:v>2.2443300000000002</c:v>
                </c:pt>
                <c:pt idx="8987">
                  <c:v>2.24464</c:v>
                </c:pt>
                <c:pt idx="8988">
                  <c:v>2.2449400000000002</c:v>
                </c:pt>
                <c:pt idx="8989">
                  <c:v>2.24525</c:v>
                </c:pt>
                <c:pt idx="8990">
                  <c:v>2.2455500000000002</c:v>
                </c:pt>
                <c:pt idx="8991">
                  <c:v>2.24586</c:v>
                </c:pt>
                <c:pt idx="8992">
                  <c:v>2.2461600000000002</c:v>
                </c:pt>
                <c:pt idx="8993">
                  <c:v>2.24647</c:v>
                </c:pt>
                <c:pt idx="8994">
                  <c:v>2.2467800000000002</c:v>
                </c:pt>
                <c:pt idx="8995">
                  <c:v>2.24708</c:v>
                </c:pt>
                <c:pt idx="8996">
                  <c:v>2.2473900000000002</c:v>
                </c:pt>
                <c:pt idx="8997">
                  <c:v>2.24769</c:v>
                </c:pt>
                <c:pt idx="8998">
                  <c:v>2.2480000000000002</c:v>
                </c:pt>
                <c:pt idx="8999">
                  <c:v>2.2483</c:v>
                </c:pt>
                <c:pt idx="9000">
                  <c:v>2.2486100000000002</c:v>
                </c:pt>
                <c:pt idx="9001">
                  <c:v>2.24891</c:v>
                </c:pt>
                <c:pt idx="9002">
                  <c:v>2.2492200000000002</c:v>
                </c:pt>
                <c:pt idx="9003">
                  <c:v>2.24952</c:v>
                </c:pt>
                <c:pt idx="9004">
                  <c:v>2.2498300000000002</c:v>
                </c:pt>
                <c:pt idx="9005">
                  <c:v>2.25014</c:v>
                </c:pt>
                <c:pt idx="9006">
                  <c:v>2.2504400000000002</c:v>
                </c:pt>
                <c:pt idx="9007">
                  <c:v>2.25075</c:v>
                </c:pt>
                <c:pt idx="9008">
                  <c:v>2.2510500000000002</c:v>
                </c:pt>
                <c:pt idx="9009">
                  <c:v>2.25136</c:v>
                </c:pt>
                <c:pt idx="9010">
                  <c:v>2.2516600000000002</c:v>
                </c:pt>
                <c:pt idx="9011">
                  <c:v>2.25197</c:v>
                </c:pt>
                <c:pt idx="9012">
                  <c:v>2.2522700000000002</c:v>
                </c:pt>
                <c:pt idx="9013">
                  <c:v>2.25258</c:v>
                </c:pt>
                <c:pt idx="9014">
                  <c:v>2.2528800000000002</c:v>
                </c:pt>
                <c:pt idx="9015">
                  <c:v>2.25319</c:v>
                </c:pt>
                <c:pt idx="9016">
                  <c:v>2.2534900000000002</c:v>
                </c:pt>
                <c:pt idx="9017">
                  <c:v>2.2538</c:v>
                </c:pt>
                <c:pt idx="9018">
                  <c:v>2.2541099999999998</c:v>
                </c:pt>
                <c:pt idx="9019">
                  <c:v>2.25441</c:v>
                </c:pt>
                <c:pt idx="9020">
                  <c:v>2.2547199999999998</c:v>
                </c:pt>
                <c:pt idx="9021">
                  <c:v>2.25502</c:v>
                </c:pt>
                <c:pt idx="9022">
                  <c:v>2.2553299999999998</c:v>
                </c:pt>
                <c:pt idx="9023">
                  <c:v>2.25563</c:v>
                </c:pt>
                <c:pt idx="9024">
                  <c:v>2.2559399999999998</c:v>
                </c:pt>
                <c:pt idx="9025">
                  <c:v>2.25624</c:v>
                </c:pt>
                <c:pt idx="9026">
                  <c:v>2.2565499999999998</c:v>
                </c:pt>
                <c:pt idx="9027">
                  <c:v>2.25685</c:v>
                </c:pt>
                <c:pt idx="9028">
                  <c:v>2.2571599999999998</c:v>
                </c:pt>
                <c:pt idx="9029">
                  <c:v>2.25746</c:v>
                </c:pt>
                <c:pt idx="9030">
                  <c:v>2.2577699999999998</c:v>
                </c:pt>
                <c:pt idx="9031">
                  <c:v>2.2580800000000001</c:v>
                </c:pt>
                <c:pt idx="9032">
                  <c:v>2.2583799999999998</c:v>
                </c:pt>
                <c:pt idx="9033">
                  <c:v>2.2586900000000001</c:v>
                </c:pt>
                <c:pt idx="9034">
                  <c:v>2.2589899999999998</c:v>
                </c:pt>
                <c:pt idx="9035">
                  <c:v>2.2593000000000001</c:v>
                </c:pt>
                <c:pt idx="9036">
                  <c:v>2.2595999999999998</c:v>
                </c:pt>
                <c:pt idx="9037">
                  <c:v>2.2599100000000001</c:v>
                </c:pt>
                <c:pt idx="9038">
                  <c:v>2.2602099999999998</c:v>
                </c:pt>
                <c:pt idx="9039">
                  <c:v>2.2605200000000001</c:v>
                </c:pt>
                <c:pt idx="9040">
                  <c:v>2.2608199999999998</c:v>
                </c:pt>
                <c:pt idx="9041">
                  <c:v>2.2611300000000001</c:v>
                </c:pt>
                <c:pt idx="9042">
                  <c:v>2.2614299999999998</c:v>
                </c:pt>
                <c:pt idx="9043">
                  <c:v>2.2617400000000001</c:v>
                </c:pt>
                <c:pt idx="9044">
                  <c:v>2.2620499999999999</c:v>
                </c:pt>
                <c:pt idx="9045">
                  <c:v>2.2623500000000001</c:v>
                </c:pt>
                <c:pt idx="9046">
                  <c:v>2.2626599999999999</c:v>
                </c:pt>
                <c:pt idx="9047">
                  <c:v>2.2629600000000001</c:v>
                </c:pt>
                <c:pt idx="9048">
                  <c:v>2.2632699999999999</c:v>
                </c:pt>
                <c:pt idx="9049">
                  <c:v>2.2635700000000001</c:v>
                </c:pt>
                <c:pt idx="9050">
                  <c:v>2.2638799999999999</c:v>
                </c:pt>
                <c:pt idx="9051">
                  <c:v>2.2641800000000001</c:v>
                </c:pt>
                <c:pt idx="9052">
                  <c:v>2.2644899999999999</c:v>
                </c:pt>
                <c:pt idx="9053">
                  <c:v>2.2647900000000001</c:v>
                </c:pt>
                <c:pt idx="9054">
                  <c:v>2.2650999999999999</c:v>
                </c:pt>
                <c:pt idx="9055">
                  <c:v>2.2654000000000001</c:v>
                </c:pt>
                <c:pt idx="9056">
                  <c:v>2.2657099999999999</c:v>
                </c:pt>
                <c:pt idx="9057">
                  <c:v>2.2660200000000001</c:v>
                </c:pt>
                <c:pt idx="9058">
                  <c:v>2.2663199999999999</c:v>
                </c:pt>
                <c:pt idx="9059">
                  <c:v>2.2666300000000001</c:v>
                </c:pt>
                <c:pt idx="9060">
                  <c:v>2.2669299999999999</c:v>
                </c:pt>
                <c:pt idx="9061">
                  <c:v>2.2672400000000001</c:v>
                </c:pt>
                <c:pt idx="9062">
                  <c:v>2.2675399999999999</c:v>
                </c:pt>
                <c:pt idx="9063">
                  <c:v>2.2678500000000001</c:v>
                </c:pt>
                <c:pt idx="9064">
                  <c:v>2.2681499999999999</c:v>
                </c:pt>
                <c:pt idx="9065">
                  <c:v>2.2684600000000001</c:v>
                </c:pt>
                <c:pt idx="9066">
                  <c:v>2.2687599999999999</c:v>
                </c:pt>
                <c:pt idx="9067">
                  <c:v>2.2690700000000001</c:v>
                </c:pt>
                <c:pt idx="9068">
                  <c:v>2.26938</c:v>
                </c:pt>
                <c:pt idx="9069">
                  <c:v>2.2696800000000001</c:v>
                </c:pt>
                <c:pt idx="9070">
                  <c:v>2.26999</c:v>
                </c:pt>
                <c:pt idx="9071">
                  <c:v>2.2702900000000001</c:v>
                </c:pt>
                <c:pt idx="9072">
                  <c:v>2.2706</c:v>
                </c:pt>
                <c:pt idx="9073">
                  <c:v>2.2709000000000001</c:v>
                </c:pt>
                <c:pt idx="9074">
                  <c:v>2.27121</c:v>
                </c:pt>
                <c:pt idx="9075">
                  <c:v>2.2715100000000001</c:v>
                </c:pt>
                <c:pt idx="9076">
                  <c:v>2.27182</c:v>
                </c:pt>
                <c:pt idx="9077">
                  <c:v>2.2721200000000001</c:v>
                </c:pt>
                <c:pt idx="9078">
                  <c:v>2.2724299999999999</c:v>
                </c:pt>
                <c:pt idx="9079">
                  <c:v>2.2727300000000001</c:v>
                </c:pt>
                <c:pt idx="9080">
                  <c:v>2.2730399999999999</c:v>
                </c:pt>
                <c:pt idx="9081">
                  <c:v>2.2733500000000002</c:v>
                </c:pt>
                <c:pt idx="9082">
                  <c:v>2.2736499999999999</c:v>
                </c:pt>
                <c:pt idx="9083">
                  <c:v>2.2739600000000002</c:v>
                </c:pt>
                <c:pt idx="9084">
                  <c:v>2.2742599999999999</c:v>
                </c:pt>
                <c:pt idx="9085">
                  <c:v>2.2745700000000002</c:v>
                </c:pt>
                <c:pt idx="9086">
                  <c:v>2.2748699999999999</c:v>
                </c:pt>
                <c:pt idx="9087">
                  <c:v>2.2751800000000002</c:v>
                </c:pt>
                <c:pt idx="9088">
                  <c:v>2.2754799999999999</c:v>
                </c:pt>
                <c:pt idx="9089">
                  <c:v>2.2757900000000002</c:v>
                </c:pt>
                <c:pt idx="9090">
                  <c:v>2.2760899999999999</c:v>
                </c:pt>
                <c:pt idx="9091">
                  <c:v>2.2764000000000002</c:v>
                </c:pt>
                <c:pt idx="9092">
                  <c:v>2.2766999999999999</c:v>
                </c:pt>
                <c:pt idx="9093">
                  <c:v>2.2770100000000002</c:v>
                </c:pt>
                <c:pt idx="9094">
                  <c:v>2.27732</c:v>
                </c:pt>
                <c:pt idx="9095">
                  <c:v>2.2776200000000002</c:v>
                </c:pt>
                <c:pt idx="9096">
                  <c:v>2.27793</c:v>
                </c:pt>
                <c:pt idx="9097">
                  <c:v>2.2782300000000002</c:v>
                </c:pt>
                <c:pt idx="9098">
                  <c:v>2.27854</c:v>
                </c:pt>
                <c:pt idx="9099">
                  <c:v>2.2788400000000002</c:v>
                </c:pt>
                <c:pt idx="9100">
                  <c:v>2.27915</c:v>
                </c:pt>
                <c:pt idx="9101">
                  <c:v>2.2794500000000002</c:v>
                </c:pt>
                <c:pt idx="9102">
                  <c:v>2.27976</c:v>
                </c:pt>
                <c:pt idx="9103">
                  <c:v>2.2800600000000002</c:v>
                </c:pt>
                <c:pt idx="9104">
                  <c:v>2.28037</c:v>
                </c:pt>
                <c:pt idx="9105">
                  <c:v>2.2806700000000002</c:v>
                </c:pt>
                <c:pt idx="9106">
                  <c:v>2.28098</c:v>
                </c:pt>
                <c:pt idx="9107">
                  <c:v>2.2812899999999998</c:v>
                </c:pt>
                <c:pt idx="9108">
                  <c:v>2.28159</c:v>
                </c:pt>
                <c:pt idx="9109">
                  <c:v>2.2818999999999998</c:v>
                </c:pt>
                <c:pt idx="9110">
                  <c:v>2.2822</c:v>
                </c:pt>
                <c:pt idx="9111">
                  <c:v>2.2825099999999998</c:v>
                </c:pt>
                <c:pt idx="9112">
                  <c:v>2.28281</c:v>
                </c:pt>
                <c:pt idx="9113">
                  <c:v>2.2831199999999998</c:v>
                </c:pt>
                <c:pt idx="9114">
                  <c:v>2.28342</c:v>
                </c:pt>
                <c:pt idx="9115">
                  <c:v>2.2837299999999998</c:v>
                </c:pt>
                <c:pt idx="9116">
                  <c:v>2.28403</c:v>
                </c:pt>
                <c:pt idx="9117">
                  <c:v>2.2843399999999998</c:v>
                </c:pt>
                <c:pt idx="9118">
                  <c:v>2.2846500000000001</c:v>
                </c:pt>
                <c:pt idx="9119">
                  <c:v>2.2849499999999998</c:v>
                </c:pt>
                <c:pt idx="9120">
                  <c:v>2.2852600000000001</c:v>
                </c:pt>
                <c:pt idx="9121">
                  <c:v>2.2855599999999998</c:v>
                </c:pt>
                <c:pt idx="9122">
                  <c:v>2.2858700000000001</c:v>
                </c:pt>
                <c:pt idx="9123">
                  <c:v>2.2861699999999998</c:v>
                </c:pt>
                <c:pt idx="9124">
                  <c:v>2.2864800000000001</c:v>
                </c:pt>
                <c:pt idx="9125">
                  <c:v>2.2867799999999998</c:v>
                </c:pt>
                <c:pt idx="9126">
                  <c:v>2.2870900000000001</c:v>
                </c:pt>
                <c:pt idx="9127">
                  <c:v>2.2873899999999998</c:v>
                </c:pt>
                <c:pt idx="9128">
                  <c:v>2.2877000000000001</c:v>
                </c:pt>
                <c:pt idx="9129">
                  <c:v>2.2879999999999998</c:v>
                </c:pt>
                <c:pt idx="9130">
                  <c:v>2.2883100000000001</c:v>
                </c:pt>
                <c:pt idx="9131">
                  <c:v>2.2886199999999999</c:v>
                </c:pt>
                <c:pt idx="9132">
                  <c:v>2.2889200000000001</c:v>
                </c:pt>
                <c:pt idx="9133">
                  <c:v>2.2892299999999999</c:v>
                </c:pt>
                <c:pt idx="9134">
                  <c:v>2.2895300000000001</c:v>
                </c:pt>
                <c:pt idx="9135">
                  <c:v>2.2898399999999999</c:v>
                </c:pt>
                <c:pt idx="9136">
                  <c:v>2.2901400000000001</c:v>
                </c:pt>
                <c:pt idx="9137">
                  <c:v>2.2904499999999999</c:v>
                </c:pt>
                <c:pt idx="9138">
                  <c:v>2.2907500000000001</c:v>
                </c:pt>
                <c:pt idx="9139">
                  <c:v>2.2910599999999999</c:v>
                </c:pt>
                <c:pt idx="9140">
                  <c:v>2.2913600000000001</c:v>
                </c:pt>
                <c:pt idx="9141">
                  <c:v>2.2916699999999999</c:v>
                </c:pt>
                <c:pt idx="9142">
                  <c:v>2.2919700000000001</c:v>
                </c:pt>
                <c:pt idx="9143">
                  <c:v>2.2922799999999999</c:v>
                </c:pt>
                <c:pt idx="9144">
                  <c:v>2.2925900000000001</c:v>
                </c:pt>
                <c:pt idx="9145">
                  <c:v>2.2928899999999999</c:v>
                </c:pt>
                <c:pt idx="9146">
                  <c:v>2.2932000000000001</c:v>
                </c:pt>
                <c:pt idx="9147">
                  <c:v>2.2934999999999999</c:v>
                </c:pt>
                <c:pt idx="9148">
                  <c:v>2.2938100000000001</c:v>
                </c:pt>
                <c:pt idx="9149">
                  <c:v>2.2941099999999999</c:v>
                </c:pt>
                <c:pt idx="9150">
                  <c:v>2.2944200000000001</c:v>
                </c:pt>
                <c:pt idx="9151">
                  <c:v>2.2947199999999999</c:v>
                </c:pt>
                <c:pt idx="9152">
                  <c:v>2.2950300000000001</c:v>
                </c:pt>
                <c:pt idx="9153">
                  <c:v>2.2953299999999999</c:v>
                </c:pt>
                <c:pt idx="9154">
                  <c:v>2.2956400000000001</c:v>
                </c:pt>
                <c:pt idx="9155">
                  <c:v>2.2959399999999999</c:v>
                </c:pt>
                <c:pt idx="9156">
                  <c:v>2.2962500000000001</c:v>
                </c:pt>
                <c:pt idx="9157">
                  <c:v>2.2965599999999999</c:v>
                </c:pt>
                <c:pt idx="9158">
                  <c:v>2.2968600000000001</c:v>
                </c:pt>
                <c:pt idx="9159">
                  <c:v>2.2971699999999999</c:v>
                </c:pt>
                <c:pt idx="9160">
                  <c:v>2.2974700000000001</c:v>
                </c:pt>
                <c:pt idx="9161">
                  <c:v>2.2977799999999999</c:v>
                </c:pt>
                <c:pt idx="9162">
                  <c:v>2.2980800000000001</c:v>
                </c:pt>
                <c:pt idx="9163">
                  <c:v>2.2983899999999999</c:v>
                </c:pt>
                <c:pt idx="9164">
                  <c:v>2.2986900000000001</c:v>
                </c:pt>
                <c:pt idx="9165">
                  <c:v>2.2989999999999999</c:v>
                </c:pt>
                <c:pt idx="9166">
                  <c:v>2.2993000000000001</c:v>
                </c:pt>
                <c:pt idx="9167">
                  <c:v>2.2996099999999999</c:v>
                </c:pt>
                <c:pt idx="9168">
                  <c:v>2.2999100000000001</c:v>
                </c:pt>
                <c:pt idx="9169">
                  <c:v>2.3002199999999999</c:v>
                </c:pt>
                <c:pt idx="9170">
                  <c:v>2.3005300000000002</c:v>
                </c:pt>
                <c:pt idx="9171">
                  <c:v>2.3008299999999999</c:v>
                </c:pt>
                <c:pt idx="9172">
                  <c:v>2.3011400000000002</c:v>
                </c:pt>
                <c:pt idx="9173">
                  <c:v>2.3014399999999999</c:v>
                </c:pt>
                <c:pt idx="9174">
                  <c:v>2.3017500000000002</c:v>
                </c:pt>
                <c:pt idx="9175">
                  <c:v>2.3020499999999999</c:v>
                </c:pt>
                <c:pt idx="9176">
                  <c:v>2.3023600000000002</c:v>
                </c:pt>
                <c:pt idx="9177">
                  <c:v>2.3026599999999999</c:v>
                </c:pt>
                <c:pt idx="9178">
                  <c:v>2.3029700000000002</c:v>
                </c:pt>
                <c:pt idx="9179">
                  <c:v>2.3032699999999999</c:v>
                </c:pt>
                <c:pt idx="9180">
                  <c:v>2.3035800000000002</c:v>
                </c:pt>
                <c:pt idx="9181">
                  <c:v>2.30389</c:v>
                </c:pt>
                <c:pt idx="9182">
                  <c:v>2.3041900000000002</c:v>
                </c:pt>
                <c:pt idx="9183">
                  <c:v>2.3045</c:v>
                </c:pt>
                <c:pt idx="9184">
                  <c:v>2.3048000000000002</c:v>
                </c:pt>
                <c:pt idx="9185">
                  <c:v>2.30511</c:v>
                </c:pt>
                <c:pt idx="9186">
                  <c:v>2.3054100000000002</c:v>
                </c:pt>
                <c:pt idx="9187">
                  <c:v>2.30572</c:v>
                </c:pt>
                <c:pt idx="9188">
                  <c:v>2.3060200000000002</c:v>
                </c:pt>
                <c:pt idx="9189">
                  <c:v>2.30633</c:v>
                </c:pt>
                <c:pt idx="9190">
                  <c:v>2.3066300000000002</c:v>
                </c:pt>
                <c:pt idx="9191">
                  <c:v>2.30694</c:v>
                </c:pt>
                <c:pt idx="9192">
                  <c:v>2.3072400000000002</c:v>
                </c:pt>
                <c:pt idx="9193">
                  <c:v>2.30755</c:v>
                </c:pt>
                <c:pt idx="9194">
                  <c:v>2.3078599999999998</c:v>
                </c:pt>
                <c:pt idx="9195">
                  <c:v>2.30816</c:v>
                </c:pt>
                <c:pt idx="9196">
                  <c:v>2.3084699999999998</c:v>
                </c:pt>
                <c:pt idx="9197">
                  <c:v>2.30877</c:v>
                </c:pt>
                <c:pt idx="9198">
                  <c:v>2.3090799999999998</c:v>
                </c:pt>
                <c:pt idx="9199">
                  <c:v>2.30938</c:v>
                </c:pt>
                <c:pt idx="9200">
                  <c:v>2.3096899999999998</c:v>
                </c:pt>
                <c:pt idx="9201">
                  <c:v>2.30999</c:v>
                </c:pt>
                <c:pt idx="9202">
                  <c:v>2.3102999999999998</c:v>
                </c:pt>
                <c:pt idx="9203">
                  <c:v>2.3106</c:v>
                </c:pt>
                <c:pt idx="9204">
                  <c:v>2.3109099999999998</c:v>
                </c:pt>
                <c:pt idx="9205">
                  <c:v>2.31121</c:v>
                </c:pt>
                <c:pt idx="9206">
                  <c:v>2.3115199999999998</c:v>
                </c:pt>
                <c:pt idx="9207">
                  <c:v>2.3118300000000001</c:v>
                </c:pt>
                <c:pt idx="9208">
                  <c:v>2.3121299999999998</c:v>
                </c:pt>
                <c:pt idx="9209">
                  <c:v>2.3124400000000001</c:v>
                </c:pt>
                <c:pt idx="9210">
                  <c:v>2.3127399999999998</c:v>
                </c:pt>
                <c:pt idx="9211">
                  <c:v>2.3130500000000001</c:v>
                </c:pt>
                <c:pt idx="9212">
                  <c:v>2.3133499999999998</c:v>
                </c:pt>
                <c:pt idx="9213">
                  <c:v>2.31366</c:v>
                </c:pt>
                <c:pt idx="9214">
                  <c:v>2.3139599999999998</c:v>
                </c:pt>
                <c:pt idx="9215">
                  <c:v>2.31427</c:v>
                </c:pt>
                <c:pt idx="9216">
                  <c:v>2.3145699999999998</c:v>
                </c:pt>
                <c:pt idx="9217">
                  <c:v>2.31488</c:v>
                </c:pt>
                <c:pt idx="9218">
                  <c:v>2.3151799999999998</c:v>
                </c:pt>
                <c:pt idx="9219">
                  <c:v>2.31549</c:v>
                </c:pt>
                <c:pt idx="9220">
                  <c:v>2.3157999999999999</c:v>
                </c:pt>
                <c:pt idx="9221">
                  <c:v>2.3161</c:v>
                </c:pt>
                <c:pt idx="9222">
                  <c:v>2.3164099999999999</c:v>
                </c:pt>
                <c:pt idx="9223">
                  <c:v>2.31671</c:v>
                </c:pt>
                <c:pt idx="9224">
                  <c:v>2.3170199999999999</c:v>
                </c:pt>
                <c:pt idx="9225">
                  <c:v>2.31732</c:v>
                </c:pt>
                <c:pt idx="9226">
                  <c:v>2.3176299999999999</c:v>
                </c:pt>
                <c:pt idx="9227">
                  <c:v>2.31793</c:v>
                </c:pt>
                <c:pt idx="9228">
                  <c:v>2.3182399999999999</c:v>
                </c:pt>
                <c:pt idx="9229">
                  <c:v>2.31854</c:v>
                </c:pt>
                <c:pt idx="9230">
                  <c:v>2.3188499999999999</c:v>
                </c:pt>
                <c:pt idx="9231">
                  <c:v>2.31915</c:v>
                </c:pt>
                <c:pt idx="9232">
                  <c:v>2.3194599999999999</c:v>
                </c:pt>
                <c:pt idx="9233">
                  <c:v>2.3197700000000001</c:v>
                </c:pt>
                <c:pt idx="9234">
                  <c:v>2.3200699999999999</c:v>
                </c:pt>
                <c:pt idx="9235">
                  <c:v>2.3203800000000001</c:v>
                </c:pt>
                <c:pt idx="9236">
                  <c:v>2.3206799999999999</c:v>
                </c:pt>
                <c:pt idx="9237">
                  <c:v>2.3209900000000001</c:v>
                </c:pt>
                <c:pt idx="9238">
                  <c:v>2.3212899999999999</c:v>
                </c:pt>
                <c:pt idx="9239">
                  <c:v>2.3216000000000001</c:v>
                </c:pt>
                <c:pt idx="9240">
                  <c:v>2.3218999999999999</c:v>
                </c:pt>
                <c:pt idx="9241">
                  <c:v>2.3222100000000001</c:v>
                </c:pt>
                <c:pt idx="9242">
                  <c:v>2.3225099999999999</c:v>
                </c:pt>
                <c:pt idx="9243">
                  <c:v>2.3228200000000001</c:v>
                </c:pt>
                <c:pt idx="9244">
                  <c:v>2.3231299999999999</c:v>
                </c:pt>
                <c:pt idx="9245">
                  <c:v>2.3234300000000001</c:v>
                </c:pt>
                <c:pt idx="9246">
                  <c:v>2.3237399999999999</c:v>
                </c:pt>
                <c:pt idx="9247">
                  <c:v>2.3240400000000001</c:v>
                </c:pt>
                <c:pt idx="9248">
                  <c:v>2.3243499999999999</c:v>
                </c:pt>
                <c:pt idx="9249">
                  <c:v>2.3246500000000001</c:v>
                </c:pt>
                <c:pt idx="9250">
                  <c:v>2.3249599999999999</c:v>
                </c:pt>
                <c:pt idx="9251">
                  <c:v>2.3252600000000001</c:v>
                </c:pt>
                <c:pt idx="9252">
                  <c:v>2.3255699999999999</c:v>
                </c:pt>
                <c:pt idx="9253">
                  <c:v>2.3258700000000001</c:v>
                </c:pt>
                <c:pt idx="9254">
                  <c:v>2.3261799999999999</c:v>
                </c:pt>
                <c:pt idx="9255">
                  <c:v>2.3264800000000001</c:v>
                </c:pt>
                <c:pt idx="9256">
                  <c:v>2.3267899999999999</c:v>
                </c:pt>
                <c:pt idx="9257">
                  <c:v>2.3271000000000002</c:v>
                </c:pt>
                <c:pt idx="9258">
                  <c:v>2.3273999999999999</c:v>
                </c:pt>
                <c:pt idx="9259">
                  <c:v>2.3277100000000002</c:v>
                </c:pt>
                <c:pt idx="9260">
                  <c:v>2.3280099999999999</c:v>
                </c:pt>
                <c:pt idx="9261">
                  <c:v>2.3283200000000002</c:v>
                </c:pt>
                <c:pt idx="9262">
                  <c:v>2.3286199999999999</c:v>
                </c:pt>
                <c:pt idx="9263">
                  <c:v>2.3289300000000002</c:v>
                </c:pt>
                <c:pt idx="9264">
                  <c:v>2.3292299999999999</c:v>
                </c:pt>
                <c:pt idx="9265">
                  <c:v>2.3295400000000002</c:v>
                </c:pt>
                <c:pt idx="9266">
                  <c:v>2.3298399999999999</c:v>
                </c:pt>
                <c:pt idx="9267">
                  <c:v>2.3301500000000002</c:v>
                </c:pt>
                <c:pt idx="9268">
                  <c:v>2.3304499999999999</c:v>
                </c:pt>
                <c:pt idx="9269">
                  <c:v>2.3307600000000002</c:v>
                </c:pt>
                <c:pt idx="9270">
                  <c:v>2.33107</c:v>
                </c:pt>
                <c:pt idx="9271">
                  <c:v>2.3313700000000002</c:v>
                </c:pt>
                <c:pt idx="9272">
                  <c:v>2.33168</c:v>
                </c:pt>
                <c:pt idx="9273">
                  <c:v>2.3319800000000002</c:v>
                </c:pt>
                <c:pt idx="9274">
                  <c:v>2.33229</c:v>
                </c:pt>
                <c:pt idx="9275">
                  <c:v>2.3325900000000002</c:v>
                </c:pt>
                <c:pt idx="9276">
                  <c:v>2.3329</c:v>
                </c:pt>
                <c:pt idx="9277">
                  <c:v>2.3332000000000002</c:v>
                </c:pt>
                <c:pt idx="9278">
                  <c:v>2.33351</c:v>
                </c:pt>
                <c:pt idx="9279">
                  <c:v>2.3338100000000002</c:v>
                </c:pt>
                <c:pt idx="9280">
                  <c:v>2.33412</c:v>
                </c:pt>
                <c:pt idx="9281">
                  <c:v>2.3344200000000002</c:v>
                </c:pt>
                <c:pt idx="9282">
                  <c:v>2.33473</c:v>
                </c:pt>
                <c:pt idx="9283">
                  <c:v>2.3350399999999998</c:v>
                </c:pt>
                <c:pt idx="9284">
                  <c:v>2.33534</c:v>
                </c:pt>
                <c:pt idx="9285">
                  <c:v>2.3356499999999998</c:v>
                </c:pt>
                <c:pt idx="9286">
                  <c:v>2.33595</c:v>
                </c:pt>
                <c:pt idx="9287">
                  <c:v>2.3362599999999998</c:v>
                </c:pt>
                <c:pt idx="9288">
                  <c:v>2.33656</c:v>
                </c:pt>
                <c:pt idx="9289">
                  <c:v>2.3368699999999998</c:v>
                </c:pt>
                <c:pt idx="9290">
                  <c:v>2.33717</c:v>
                </c:pt>
                <c:pt idx="9291">
                  <c:v>2.3374799999999998</c:v>
                </c:pt>
                <c:pt idx="9292">
                  <c:v>2.33778</c:v>
                </c:pt>
                <c:pt idx="9293">
                  <c:v>2.3380899999999998</c:v>
                </c:pt>
                <c:pt idx="9294">
                  <c:v>2.33839</c:v>
                </c:pt>
                <c:pt idx="9295">
                  <c:v>2.3386999999999998</c:v>
                </c:pt>
                <c:pt idx="9296">
                  <c:v>2.33901</c:v>
                </c:pt>
                <c:pt idx="9297">
                  <c:v>2.3393099999999998</c:v>
                </c:pt>
                <c:pt idx="9298">
                  <c:v>2.33962</c:v>
                </c:pt>
                <c:pt idx="9299">
                  <c:v>2.3399200000000002</c:v>
                </c:pt>
                <c:pt idx="9300">
                  <c:v>2.34023</c:v>
                </c:pt>
                <c:pt idx="9301">
                  <c:v>2.3405300000000002</c:v>
                </c:pt>
                <c:pt idx="9302">
                  <c:v>2.34084</c:v>
                </c:pt>
                <c:pt idx="9303">
                  <c:v>2.3411400000000002</c:v>
                </c:pt>
                <c:pt idx="9304">
                  <c:v>2.34145</c:v>
                </c:pt>
                <c:pt idx="9305">
                  <c:v>2.3417500000000002</c:v>
                </c:pt>
                <c:pt idx="9306">
                  <c:v>2.34206</c:v>
                </c:pt>
                <c:pt idx="9307">
                  <c:v>2.3423699999999998</c:v>
                </c:pt>
                <c:pt idx="9308">
                  <c:v>2.34267</c:v>
                </c:pt>
                <c:pt idx="9309">
                  <c:v>2.3429799999999998</c:v>
                </c:pt>
                <c:pt idx="9310">
                  <c:v>2.34328</c:v>
                </c:pt>
                <c:pt idx="9311">
                  <c:v>2.3435899999999998</c:v>
                </c:pt>
                <c:pt idx="9312">
                  <c:v>2.34389</c:v>
                </c:pt>
                <c:pt idx="9313">
                  <c:v>2.3441999999999998</c:v>
                </c:pt>
                <c:pt idx="9314">
                  <c:v>2.3445</c:v>
                </c:pt>
                <c:pt idx="9315">
                  <c:v>2.3448099999999998</c:v>
                </c:pt>
                <c:pt idx="9316">
                  <c:v>2.34511</c:v>
                </c:pt>
                <c:pt idx="9317">
                  <c:v>2.3454199999999998</c:v>
                </c:pt>
                <c:pt idx="9318">
                  <c:v>2.34572</c:v>
                </c:pt>
                <c:pt idx="9319">
                  <c:v>2.3460299999999998</c:v>
                </c:pt>
                <c:pt idx="9320">
                  <c:v>2.3463400000000001</c:v>
                </c:pt>
                <c:pt idx="9321">
                  <c:v>2.3466399999999998</c:v>
                </c:pt>
                <c:pt idx="9322">
                  <c:v>2.3469500000000001</c:v>
                </c:pt>
                <c:pt idx="9323">
                  <c:v>2.3472499999999998</c:v>
                </c:pt>
                <c:pt idx="9324">
                  <c:v>2.3475600000000001</c:v>
                </c:pt>
                <c:pt idx="9325">
                  <c:v>2.3478599999999998</c:v>
                </c:pt>
                <c:pt idx="9326">
                  <c:v>2.3481700000000001</c:v>
                </c:pt>
                <c:pt idx="9327">
                  <c:v>2.3484699999999998</c:v>
                </c:pt>
                <c:pt idx="9328">
                  <c:v>2.3487800000000001</c:v>
                </c:pt>
                <c:pt idx="9329">
                  <c:v>2.3490799999999998</c:v>
                </c:pt>
                <c:pt idx="9330">
                  <c:v>2.3493900000000001</c:v>
                </c:pt>
                <c:pt idx="9331">
                  <c:v>2.3496899999999998</c:v>
                </c:pt>
                <c:pt idx="9332">
                  <c:v>2.35</c:v>
                </c:pt>
                <c:pt idx="9333">
                  <c:v>2.3503099999999999</c:v>
                </c:pt>
                <c:pt idx="9334">
                  <c:v>2.3506100000000001</c:v>
                </c:pt>
                <c:pt idx="9335">
                  <c:v>2.3509199999999999</c:v>
                </c:pt>
                <c:pt idx="9336">
                  <c:v>2.3512200000000001</c:v>
                </c:pt>
                <c:pt idx="9337">
                  <c:v>2.3515299999999999</c:v>
                </c:pt>
                <c:pt idx="9338">
                  <c:v>2.3518300000000001</c:v>
                </c:pt>
                <c:pt idx="9339">
                  <c:v>2.3521399999999999</c:v>
                </c:pt>
                <c:pt idx="9340">
                  <c:v>2.3524400000000001</c:v>
                </c:pt>
                <c:pt idx="9341">
                  <c:v>2.3527499999999999</c:v>
                </c:pt>
                <c:pt idx="9342">
                  <c:v>2.3530500000000001</c:v>
                </c:pt>
                <c:pt idx="9343">
                  <c:v>2.3533599999999999</c:v>
                </c:pt>
                <c:pt idx="9344">
                  <c:v>2.3536600000000001</c:v>
                </c:pt>
                <c:pt idx="9345">
                  <c:v>2.3539699999999999</c:v>
                </c:pt>
                <c:pt idx="9346">
                  <c:v>2.3542800000000002</c:v>
                </c:pt>
                <c:pt idx="9347">
                  <c:v>2.3545799999999999</c:v>
                </c:pt>
                <c:pt idx="9348">
                  <c:v>2.3548900000000001</c:v>
                </c:pt>
                <c:pt idx="9349">
                  <c:v>2.3551899999999999</c:v>
                </c:pt>
                <c:pt idx="9350">
                  <c:v>2.3555000000000001</c:v>
                </c:pt>
                <c:pt idx="9351">
                  <c:v>2.3557999999999999</c:v>
                </c:pt>
                <c:pt idx="9352">
                  <c:v>2.3561100000000001</c:v>
                </c:pt>
                <c:pt idx="9353">
                  <c:v>2.3564099999999999</c:v>
                </c:pt>
                <c:pt idx="9354">
                  <c:v>2.3567200000000001</c:v>
                </c:pt>
                <c:pt idx="9355">
                  <c:v>2.3570199999999999</c:v>
                </c:pt>
                <c:pt idx="9356">
                  <c:v>2.3573300000000001</c:v>
                </c:pt>
                <c:pt idx="9357">
                  <c:v>2.35764</c:v>
                </c:pt>
                <c:pt idx="9358">
                  <c:v>2.3579400000000001</c:v>
                </c:pt>
                <c:pt idx="9359">
                  <c:v>2.35825</c:v>
                </c:pt>
                <c:pt idx="9360">
                  <c:v>2.3585500000000001</c:v>
                </c:pt>
                <c:pt idx="9361">
                  <c:v>2.35886</c:v>
                </c:pt>
                <c:pt idx="9362">
                  <c:v>2.3591600000000001</c:v>
                </c:pt>
                <c:pt idx="9363">
                  <c:v>2.35947</c:v>
                </c:pt>
                <c:pt idx="9364">
                  <c:v>2.3597700000000001</c:v>
                </c:pt>
                <c:pt idx="9365">
                  <c:v>2.36008</c:v>
                </c:pt>
                <c:pt idx="9366">
                  <c:v>2.3603800000000001</c:v>
                </c:pt>
                <c:pt idx="9367">
                  <c:v>2.36069</c:v>
                </c:pt>
                <c:pt idx="9368">
                  <c:v>2.3609900000000001</c:v>
                </c:pt>
                <c:pt idx="9369">
                  <c:v>2.3613</c:v>
                </c:pt>
                <c:pt idx="9370">
                  <c:v>2.3616100000000002</c:v>
                </c:pt>
                <c:pt idx="9371">
                  <c:v>2.36191</c:v>
                </c:pt>
                <c:pt idx="9372">
                  <c:v>2.3622200000000002</c:v>
                </c:pt>
                <c:pt idx="9373">
                  <c:v>2.36252</c:v>
                </c:pt>
                <c:pt idx="9374">
                  <c:v>2.3628300000000002</c:v>
                </c:pt>
                <c:pt idx="9375">
                  <c:v>2.36313</c:v>
                </c:pt>
                <c:pt idx="9376">
                  <c:v>2.3634400000000002</c:v>
                </c:pt>
                <c:pt idx="9377">
                  <c:v>2.36374</c:v>
                </c:pt>
                <c:pt idx="9378">
                  <c:v>2.3640500000000002</c:v>
                </c:pt>
                <c:pt idx="9379">
                  <c:v>2.36435</c:v>
                </c:pt>
                <c:pt idx="9380">
                  <c:v>2.3646600000000002</c:v>
                </c:pt>
                <c:pt idx="9381">
                  <c:v>2.36496</c:v>
                </c:pt>
                <c:pt idx="9382">
                  <c:v>2.3652700000000002</c:v>
                </c:pt>
                <c:pt idx="9383">
                  <c:v>2.36558</c:v>
                </c:pt>
                <c:pt idx="9384">
                  <c:v>2.3658800000000002</c:v>
                </c:pt>
                <c:pt idx="9385">
                  <c:v>2.36619</c:v>
                </c:pt>
                <c:pt idx="9386">
                  <c:v>2.3664900000000002</c:v>
                </c:pt>
                <c:pt idx="9387">
                  <c:v>2.3668</c:v>
                </c:pt>
                <c:pt idx="9388">
                  <c:v>2.3671000000000002</c:v>
                </c:pt>
                <c:pt idx="9389">
                  <c:v>2.36741</c:v>
                </c:pt>
                <c:pt idx="9390">
                  <c:v>2.3677100000000002</c:v>
                </c:pt>
                <c:pt idx="9391">
                  <c:v>2.36802</c:v>
                </c:pt>
                <c:pt idx="9392">
                  <c:v>2.3683200000000002</c:v>
                </c:pt>
                <c:pt idx="9393">
                  <c:v>2.36863</c:v>
                </c:pt>
                <c:pt idx="9394">
                  <c:v>2.3689300000000002</c:v>
                </c:pt>
                <c:pt idx="9395">
                  <c:v>2.36924</c:v>
                </c:pt>
                <c:pt idx="9396">
                  <c:v>2.3695499999999998</c:v>
                </c:pt>
                <c:pt idx="9397">
                  <c:v>2.36985</c:v>
                </c:pt>
                <c:pt idx="9398">
                  <c:v>2.3701599999999998</c:v>
                </c:pt>
                <c:pt idx="9399">
                  <c:v>2.37046</c:v>
                </c:pt>
                <c:pt idx="9400">
                  <c:v>2.3707699999999998</c:v>
                </c:pt>
                <c:pt idx="9401">
                  <c:v>2.37107</c:v>
                </c:pt>
                <c:pt idx="9402">
                  <c:v>2.3713799999999998</c:v>
                </c:pt>
                <c:pt idx="9403">
                  <c:v>2.37168</c:v>
                </c:pt>
                <c:pt idx="9404">
                  <c:v>2.3719899999999998</c:v>
                </c:pt>
                <c:pt idx="9405">
                  <c:v>2.37229</c:v>
                </c:pt>
                <c:pt idx="9406">
                  <c:v>2.3725999999999998</c:v>
                </c:pt>
                <c:pt idx="9407">
                  <c:v>2.3729</c:v>
                </c:pt>
                <c:pt idx="9408">
                  <c:v>2.3732099999999998</c:v>
                </c:pt>
                <c:pt idx="9409">
                  <c:v>2.3735200000000001</c:v>
                </c:pt>
                <c:pt idx="9410">
                  <c:v>2.3738199999999998</c:v>
                </c:pt>
                <c:pt idx="9411">
                  <c:v>2.3741300000000001</c:v>
                </c:pt>
                <c:pt idx="9412">
                  <c:v>2.3744299999999998</c:v>
                </c:pt>
                <c:pt idx="9413">
                  <c:v>2.3747400000000001</c:v>
                </c:pt>
                <c:pt idx="9414">
                  <c:v>2.3750399999999998</c:v>
                </c:pt>
                <c:pt idx="9415">
                  <c:v>2.3753500000000001</c:v>
                </c:pt>
                <c:pt idx="9416">
                  <c:v>2.3756499999999998</c:v>
                </c:pt>
                <c:pt idx="9417">
                  <c:v>2.3759600000000001</c:v>
                </c:pt>
                <c:pt idx="9418">
                  <c:v>2.3762599999999998</c:v>
                </c:pt>
                <c:pt idx="9419">
                  <c:v>2.3765700000000001</c:v>
                </c:pt>
                <c:pt idx="9420">
                  <c:v>2.3768799999999999</c:v>
                </c:pt>
                <c:pt idx="9421">
                  <c:v>2.3771800000000001</c:v>
                </c:pt>
                <c:pt idx="9422">
                  <c:v>2.3774899999999999</c:v>
                </c:pt>
                <c:pt idx="9423">
                  <c:v>2.3777900000000001</c:v>
                </c:pt>
                <c:pt idx="9424">
                  <c:v>2.3780999999999999</c:v>
                </c:pt>
                <c:pt idx="9425">
                  <c:v>2.3784000000000001</c:v>
                </c:pt>
                <c:pt idx="9426">
                  <c:v>2.3787099999999999</c:v>
                </c:pt>
                <c:pt idx="9427">
                  <c:v>2.3790100000000001</c:v>
                </c:pt>
                <c:pt idx="9428">
                  <c:v>2.3793199999999999</c:v>
                </c:pt>
                <c:pt idx="9429">
                  <c:v>2.3796200000000001</c:v>
                </c:pt>
                <c:pt idx="9430">
                  <c:v>2.3799299999999999</c:v>
                </c:pt>
                <c:pt idx="9431">
                  <c:v>2.3802300000000001</c:v>
                </c:pt>
                <c:pt idx="9432">
                  <c:v>2.3805399999999999</c:v>
                </c:pt>
                <c:pt idx="9433">
                  <c:v>2.3808500000000001</c:v>
                </c:pt>
                <c:pt idx="9434">
                  <c:v>2.3811499999999999</c:v>
                </c:pt>
                <c:pt idx="9435">
                  <c:v>2.3814600000000001</c:v>
                </c:pt>
                <c:pt idx="9436">
                  <c:v>2.3817599999999999</c:v>
                </c:pt>
                <c:pt idx="9437">
                  <c:v>2.3820700000000001</c:v>
                </c:pt>
                <c:pt idx="9438">
                  <c:v>2.3823699999999999</c:v>
                </c:pt>
                <c:pt idx="9439">
                  <c:v>2.3826800000000001</c:v>
                </c:pt>
                <c:pt idx="9440">
                  <c:v>2.3829799999999999</c:v>
                </c:pt>
                <c:pt idx="9441">
                  <c:v>2.3832900000000001</c:v>
                </c:pt>
                <c:pt idx="9442">
                  <c:v>2.3835899999999999</c:v>
                </c:pt>
                <c:pt idx="9443">
                  <c:v>2.3839000000000001</c:v>
                </c:pt>
                <c:pt idx="9444">
                  <c:v>2.3841999999999999</c:v>
                </c:pt>
                <c:pt idx="9445">
                  <c:v>2.3845100000000001</c:v>
                </c:pt>
                <c:pt idx="9446">
                  <c:v>2.3848199999999999</c:v>
                </c:pt>
                <c:pt idx="9447">
                  <c:v>2.3851200000000001</c:v>
                </c:pt>
                <c:pt idx="9448">
                  <c:v>2.3854299999999999</c:v>
                </c:pt>
                <c:pt idx="9449">
                  <c:v>2.3857300000000001</c:v>
                </c:pt>
                <c:pt idx="9450">
                  <c:v>2.3860399999999999</c:v>
                </c:pt>
                <c:pt idx="9451">
                  <c:v>2.3863400000000001</c:v>
                </c:pt>
                <c:pt idx="9452">
                  <c:v>2.3866499999999999</c:v>
                </c:pt>
                <c:pt idx="9453">
                  <c:v>2.3869500000000001</c:v>
                </c:pt>
                <c:pt idx="9454">
                  <c:v>2.3872599999999999</c:v>
                </c:pt>
                <c:pt idx="9455">
                  <c:v>2.3875600000000001</c:v>
                </c:pt>
                <c:pt idx="9456">
                  <c:v>2.3878699999999999</c:v>
                </c:pt>
                <c:pt idx="9457">
                  <c:v>2.3881700000000001</c:v>
                </c:pt>
                <c:pt idx="9458">
                  <c:v>2.3884799999999999</c:v>
                </c:pt>
                <c:pt idx="9459">
                  <c:v>2.3887900000000002</c:v>
                </c:pt>
                <c:pt idx="9460">
                  <c:v>2.3890899999999999</c:v>
                </c:pt>
                <c:pt idx="9461">
                  <c:v>2.3894000000000002</c:v>
                </c:pt>
                <c:pt idx="9462">
                  <c:v>2.3896999999999999</c:v>
                </c:pt>
                <c:pt idx="9463">
                  <c:v>2.3900100000000002</c:v>
                </c:pt>
                <c:pt idx="9464">
                  <c:v>2.3903099999999999</c:v>
                </c:pt>
                <c:pt idx="9465">
                  <c:v>2.3906200000000002</c:v>
                </c:pt>
                <c:pt idx="9466">
                  <c:v>2.3909199999999999</c:v>
                </c:pt>
                <c:pt idx="9467">
                  <c:v>2.3912300000000002</c:v>
                </c:pt>
                <c:pt idx="9468">
                  <c:v>2.3915299999999999</c:v>
                </c:pt>
                <c:pt idx="9469">
                  <c:v>2.3918400000000002</c:v>
                </c:pt>
                <c:pt idx="9470">
                  <c:v>2.3921399999999999</c:v>
                </c:pt>
                <c:pt idx="9471">
                  <c:v>2.3924500000000002</c:v>
                </c:pt>
                <c:pt idx="9472">
                  <c:v>2.39276</c:v>
                </c:pt>
                <c:pt idx="9473">
                  <c:v>2.3930600000000002</c:v>
                </c:pt>
                <c:pt idx="9474">
                  <c:v>2.39337</c:v>
                </c:pt>
                <c:pt idx="9475">
                  <c:v>2.3936700000000002</c:v>
                </c:pt>
                <c:pt idx="9476">
                  <c:v>2.39398</c:v>
                </c:pt>
                <c:pt idx="9477">
                  <c:v>2.3942800000000002</c:v>
                </c:pt>
                <c:pt idx="9478">
                  <c:v>2.39459</c:v>
                </c:pt>
                <c:pt idx="9479">
                  <c:v>2.3948900000000002</c:v>
                </c:pt>
                <c:pt idx="9480">
                  <c:v>2.3952</c:v>
                </c:pt>
                <c:pt idx="9481">
                  <c:v>2.3955000000000002</c:v>
                </c:pt>
                <c:pt idx="9482">
                  <c:v>2.39581</c:v>
                </c:pt>
                <c:pt idx="9483">
                  <c:v>2.3961199999999998</c:v>
                </c:pt>
                <c:pt idx="9484">
                  <c:v>2.39642</c:v>
                </c:pt>
                <c:pt idx="9485">
                  <c:v>2.3967299999999998</c:v>
                </c:pt>
                <c:pt idx="9486">
                  <c:v>2.39703</c:v>
                </c:pt>
                <c:pt idx="9487">
                  <c:v>2.3973399999999998</c:v>
                </c:pt>
                <c:pt idx="9488">
                  <c:v>2.39764</c:v>
                </c:pt>
                <c:pt idx="9489">
                  <c:v>2.3979499999999998</c:v>
                </c:pt>
                <c:pt idx="9490">
                  <c:v>2.39825</c:v>
                </c:pt>
                <c:pt idx="9491">
                  <c:v>2.3985599999999998</c:v>
                </c:pt>
                <c:pt idx="9492">
                  <c:v>2.39886</c:v>
                </c:pt>
                <c:pt idx="9493">
                  <c:v>2.3991699999999998</c:v>
                </c:pt>
                <c:pt idx="9494">
                  <c:v>2.39947</c:v>
                </c:pt>
                <c:pt idx="9495">
                  <c:v>2.3997799999999998</c:v>
                </c:pt>
                <c:pt idx="9496">
                  <c:v>2.4000900000000001</c:v>
                </c:pt>
                <c:pt idx="9497">
                  <c:v>2.4003899999999998</c:v>
                </c:pt>
                <c:pt idx="9498">
                  <c:v>2.4007000000000001</c:v>
                </c:pt>
                <c:pt idx="9499">
                  <c:v>2.4009999999999998</c:v>
                </c:pt>
                <c:pt idx="9500">
                  <c:v>2.4013100000000001</c:v>
                </c:pt>
                <c:pt idx="9501">
                  <c:v>2.4016099999999998</c:v>
                </c:pt>
                <c:pt idx="9502">
                  <c:v>2.4019200000000001</c:v>
                </c:pt>
                <c:pt idx="9503">
                  <c:v>2.4022199999999998</c:v>
                </c:pt>
                <c:pt idx="9504">
                  <c:v>2.4025300000000001</c:v>
                </c:pt>
                <c:pt idx="9505">
                  <c:v>2.4028299999999998</c:v>
                </c:pt>
                <c:pt idx="9506">
                  <c:v>2.4031400000000001</c:v>
                </c:pt>
                <c:pt idx="9507">
                  <c:v>2.4034399999999998</c:v>
                </c:pt>
                <c:pt idx="9508">
                  <c:v>2.4037500000000001</c:v>
                </c:pt>
                <c:pt idx="9509">
                  <c:v>2.4040599999999999</c:v>
                </c:pt>
                <c:pt idx="9510">
                  <c:v>2.4043600000000001</c:v>
                </c:pt>
                <c:pt idx="9511">
                  <c:v>2.4046699999999999</c:v>
                </c:pt>
                <c:pt idx="9512">
                  <c:v>2.4049700000000001</c:v>
                </c:pt>
                <c:pt idx="9513">
                  <c:v>2.4052799999999999</c:v>
                </c:pt>
                <c:pt idx="9514">
                  <c:v>2.4055800000000001</c:v>
                </c:pt>
                <c:pt idx="9515">
                  <c:v>2.4058899999999999</c:v>
                </c:pt>
                <c:pt idx="9516">
                  <c:v>2.4061900000000001</c:v>
                </c:pt>
                <c:pt idx="9517">
                  <c:v>2.4064999999999999</c:v>
                </c:pt>
                <c:pt idx="9518">
                  <c:v>2.4068000000000001</c:v>
                </c:pt>
                <c:pt idx="9519">
                  <c:v>2.4071099999999999</c:v>
                </c:pt>
                <c:pt idx="9520">
                  <c:v>2.40741</c:v>
                </c:pt>
                <c:pt idx="9521">
                  <c:v>2.4077199999999999</c:v>
                </c:pt>
                <c:pt idx="9522">
                  <c:v>2.4080300000000001</c:v>
                </c:pt>
                <c:pt idx="9523">
                  <c:v>2.4083299999999999</c:v>
                </c:pt>
                <c:pt idx="9524">
                  <c:v>2.4086400000000001</c:v>
                </c:pt>
                <c:pt idx="9525">
                  <c:v>2.4089399999999999</c:v>
                </c:pt>
                <c:pt idx="9526">
                  <c:v>2.4092500000000001</c:v>
                </c:pt>
                <c:pt idx="9527">
                  <c:v>2.4095499999999999</c:v>
                </c:pt>
                <c:pt idx="9528">
                  <c:v>2.4098600000000001</c:v>
                </c:pt>
                <c:pt idx="9529">
                  <c:v>2.4101599999999999</c:v>
                </c:pt>
                <c:pt idx="9530">
                  <c:v>2.4104700000000001</c:v>
                </c:pt>
                <c:pt idx="9531">
                  <c:v>2.4107699999999999</c:v>
                </c:pt>
                <c:pt idx="9532">
                  <c:v>2.4110800000000001</c:v>
                </c:pt>
                <c:pt idx="9533">
                  <c:v>2.4113899999999999</c:v>
                </c:pt>
                <c:pt idx="9534">
                  <c:v>2.4116900000000001</c:v>
                </c:pt>
                <c:pt idx="9535">
                  <c:v>2.4119999999999999</c:v>
                </c:pt>
                <c:pt idx="9536">
                  <c:v>2.4123000000000001</c:v>
                </c:pt>
                <c:pt idx="9537">
                  <c:v>2.4126099999999999</c:v>
                </c:pt>
                <c:pt idx="9538">
                  <c:v>2.4129100000000001</c:v>
                </c:pt>
                <c:pt idx="9539">
                  <c:v>2.4132199999999999</c:v>
                </c:pt>
                <c:pt idx="9540">
                  <c:v>2.4135200000000001</c:v>
                </c:pt>
                <c:pt idx="9541">
                  <c:v>2.4138299999999999</c:v>
                </c:pt>
                <c:pt idx="9542">
                  <c:v>2.4141300000000001</c:v>
                </c:pt>
                <c:pt idx="9543">
                  <c:v>2.4144399999999999</c:v>
                </c:pt>
                <c:pt idx="9544">
                  <c:v>2.4147400000000001</c:v>
                </c:pt>
                <c:pt idx="9545">
                  <c:v>2.4150499999999999</c:v>
                </c:pt>
                <c:pt idx="9546">
                  <c:v>2.4153600000000002</c:v>
                </c:pt>
                <c:pt idx="9547">
                  <c:v>2.4156599999999999</c:v>
                </c:pt>
                <c:pt idx="9548">
                  <c:v>2.4159700000000002</c:v>
                </c:pt>
                <c:pt idx="9549">
                  <c:v>2.4162699999999999</c:v>
                </c:pt>
                <c:pt idx="9550">
                  <c:v>2.4165800000000002</c:v>
                </c:pt>
                <c:pt idx="9551">
                  <c:v>2.4168799999999999</c:v>
                </c:pt>
                <c:pt idx="9552">
                  <c:v>2.4171900000000002</c:v>
                </c:pt>
                <c:pt idx="9553">
                  <c:v>2.4174899999999999</c:v>
                </c:pt>
                <c:pt idx="9554">
                  <c:v>2.4178000000000002</c:v>
                </c:pt>
                <c:pt idx="9555">
                  <c:v>2.4180999999999999</c:v>
                </c:pt>
                <c:pt idx="9556">
                  <c:v>2.4184100000000002</c:v>
                </c:pt>
                <c:pt idx="9557">
                  <c:v>2.4187099999999999</c:v>
                </c:pt>
                <c:pt idx="9558">
                  <c:v>2.4190200000000002</c:v>
                </c:pt>
                <c:pt idx="9559">
                  <c:v>2.41933</c:v>
                </c:pt>
                <c:pt idx="9560">
                  <c:v>2.4196300000000002</c:v>
                </c:pt>
                <c:pt idx="9561">
                  <c:v>2.41994</c:v>
                </c:pt>
                <c:pt idx="9562">
                  <c:v>2.4202400000000002</c:v>
                </c:pt>
                <c:pt idx="9563">
                  <c:v>2.42055</c:v>
                </c:pt>
                <c:pt idx="9564">
                  <c:v>2.4208500000000002</c:v>
                </c:pt>
                <c:pt idx="9565">
                  <c:v>2.42116</c:v>
                </c:pt>
                <c:pt idx="9566">
                  <c:v>2.4214600000000002</c:v>
                </c:pt>
                <c:pt idx="9567">
                  <c:v>2.42177</c:v>
                </c:pt>
                <c:pt idx="9568">
                  <c:v>2.4220700000000002</c:v>
                </c:pt>
                <c:pt idx="9569">
                  <c:v>2.42238</c:v>
                </c:pt>
                <c:pt idx="9570">
                  <c:v>2.4226800000000002</c:v>
                </c:pt>
                <c:pt idx="9571">
                  <c:v>2.42299</c:v>
                </c:pt>
                <c:pt idx="9572">
                  <c:v>2.4232999999999998</c:v>
                </c:pt>
                <c:pt idx="9573">
                  <c:v>2.4236</c:v>
                </c:pt>
                <c:pt idx="9574">
                  <c:v>2.4239099999999998</c:v>
                </c:pt>
                <c:pt idx="9575">
                  <c:v>2.42421</c:v>
                </c:pt>
                <c:pt idx="9576">
                  <c:v>2.4245199999999998</c:v>
                </c:pt>
                <c:pt idx="9577">
                  <c:v>2.42482</c:v>
                </c:pt>
                <c:pt idx="9578">
                  <c:v>2.4251299999999998</c:v>
                </c:pt>
                <c:pt idx="9579">
                  <c:v>2.42543</c:v>
                </c:pt>
                <c:pt idx="9580">
                  <c:v>2.4257399999999998</c:v>
                </c:pt>
                <c:pt idx="9581">
                  <c:v>2.42604</c:v>
                </c:pt>
                <c:pt idx="9582">
                  <c:v>2.4263499999999998</c:v>
                </c:pt>
                <c:pt idx="9583">
                  <c:v>2.42665</c:v>
                </c:pt>
                <c:pt idx="9584">
                  <c:v>2.4269599999999998</c:v>
                </c:pt>
                <c:pt idx="9585">
                  <c:v>2.42727</c:v>
                </c:pt>
                <c:pt idx="9586">
                  <c:v>2.4275699999999998</c:v>
                </c:pt>
                <c:pt idx="9587">
                  <c:v>2.42788</c:v>
                </c:pt>
                <c:pt idx="9588">
                  <c:v>2.4281799999999998</c:v>
                </c:pt>
                <c:pt idx="9589">
                  <c:v>2.42849</c:v>
                </c:pt>
                <c:pt idx="9590">
                  <c:v>2.4287899999999998</c:v>
                </c:pt>
                <c:pt idx="9591">
                  <c:v>2.4291</c:v>
                </c:pt>
                <c:pt idx="9592">
                  <c:v>2.4293999999999998</c:v>
                </c:pt>
                <c:pt idx="9593">
                  <c:v>2.42971</c:v>
                </c:pt>
                <c:pt idx="9594">
                  <c:v>2.4300099999999998</c:v>
                </c:pt>
                <c:pt idx="9595">
                  <c:v>2.43032</c:v>
                </c:pt>
                <c:pt idx="9596">
                  <c:v>2.4306299999999998</c:v>
                </c:pt>
                <c:pt idx="9597">
                  <c:v>2.43093</c:v>
                </c:pt>
                <c:pt idx="9598">
                  <c:v>2.4312399999999998</c:v>
                </c:pt>
                <c:pt idx="9599">
                  <c:v>2.43154</c:v>
                </c:pt>
                <c:pt idx="9600">
                  <c:v>2.4318499999999998</c:v>
                </c:pt>
                <c:pt idx="9601">
                  <c:v>2.43215</c:v>
                </c:pt>
                <c:pt idx="9602">
                  <c:v>2.4324599999999998</c:v>
                </c:pt>
                <c:pt idx="9603">
                  <c:v>2.43276</c:v>
                </c:pt>
                <c:pt idx="9604">
                  <c:v>2.4330699999999998</c:v>
                </c:pt>
                <c:pt idx="9605">
                  <c:v>2.43337</c:v>
                </c:pt>
                <c:pt idx="9606">
                  <c:v>2.4336799999999998</c:v>
                </c:pt>
                <c:pt idx="9607">
                  <c:v>2.43398</c:v>
                </c:pt>
                <c:pt idx="9608">
                  <c:v>2.4342899999999998</c:v>
                </c:pt>
                <c:pt idx="9609">
                  <c:v>2.4346000000000001</c:v>
                </c:pt>
                <c:pt idx="9610">
                  <c:v>2.4348999999999998</c:v>
                </c:pt>
                <c:pt idx="9611">
                  <c:v>2.4352100000000001</c:v>
                </c:pt>
                <c:pt idx="9612">
                  <c:v>2.4355099999999998</c:v>
                </c:pt>
                <c:pt idx="9613">
                  <c:v>2.4358200000000001</c:v>
                </c:pt>
                <c:pt idx="9614">
                  <c:v>2.4361199999999998</c:v>
                </c:pt>
                <c:pt idx="9615">
                  <c:v>2.4364300000000001</c:v>
                </c:pt>
                <c:pt idx="9616">
                  <c:v>2.4367299999999998</c:v>
                </c:pt>
                <c:pt idx="9617">
                  <c:v>2.4370400000000001</c:v>
                </c:pt>
                <c:pt idx="9618">
                  <c:v>2.4373399999999998</c:v>
                </c:pt>
                <c:pt idx="9619">
                  <c:v>2.4376500000000001</c:v>
                </c:pt>
                <c:pt idx="9620">
                  <c:v>2.4379499999999998</c:v>
                </c:pt>
                <c:pt idx="9621">
                  <c:v>2.4382600000000001</c:v>
                </c:pt>
                <c:pt idx="9622">
                  <c:v>2.4385699999999999</c:v>
                </c:pt>
                <c:pt idx="9623">
                  <c:v>2.4388700000000001</c:v>
                </c:pt>
                <c:pt idx="9624">
                  <c:v>2.4391799999999999</c:v>
                </c:pt>
                <c:pt idx="9625">
                  <c:v>2.4394800000000001</c:v>
                </c:pt>
                <c:pt idx="9626">
                  <c:v>2.4397899999999999</c:v>
                </c:pt>
                <c:pt idx="9627">
                  <c:v>2.4400900000000001</c:v>
                </c:pt>
                <c:pt idx="9628">
                  <c:v>2.4403999999999999</c:v>
                </c:pt>
                <c:pt idx="9629">
                  <c:v>2.4407000000000001</c:v>
                </c:pt>
                <c:pt idx="9630">
                  <c:v>2.4410099999999999</c:v>
                </c:pt>
                <c:pt idx="9631">
                  <c:v>2.4413100000000001</c:v>
                </c:pt>
                <c:pt idx="9632">
                  <c:v>2.4416199999999999</c:v>
                </c:pt>
                <c:pt idx="9633">
                  <c:v>2.4419200000000001</c:v>
                </c:pt>
                <c:pt idx="9634">
                  <c:v>2.4422299999999999</c:v>
                </c:pt>
                <c:pt idx="9635">
                  <c:v>2.4425400000000002</c:v>
                </c:pt>
                <c:pt idx="9636">
                  <c:v>2.4428399999999999</c:v>
                </c:pt>
                <c:pt idx="9637">
                  <c:v>2.4431500000000002</c:v>
                </c:pt>
                <c:pt idx="9638">
                  <c:v>2.4434499999999999</c:v>
                </c:pt>
                <c:pt idx="9639">
                  <c:v>2.4437600000000002</c:v>
                </c:pt>
                <c:pt idx="9640">
                  <c:v>2.4440599999999999</c:v>
                </c:pt>
                <c:pt idx="9641">
                  <c:v>2.4443700000000002</c:v>
                </c:pt>
                <c:pt idx="9642">
                  <c:v>2.4446699999999999</c:v>
                </c:pt>
                <c:pt idx="9643">
                  <c:v>2.4449800000000002</c:v>
                </c:pt>
                <c:pt idx="9644">
                  <c:v>2.4452799999999999</c:v>
                </c:pt>
                <c:pt idx="9645">
                  <c:v>2.4455900000000002</c:v>
                </c:pt>
                <c:pt idx="9646">
                  <c:v>2.4458899999999999</c:v>
                </c:pt>
                <c:pt idx="9647">
                  <c:v>2.4462000000000002</c:v>
                </c:pt>
                <c:pt idx="9648">
                  <c:v>2.44651</c:v>
                </c:pt>
                <c:pt idx="9649">
                  <c:v>2.4468100000000002</c:v>
                </c:pt>
                <c:pt idx="9650">
                  <c:v>2.44712</c:v>
                </c:pt>
                <c:pt idx="9651">
                  <c:v>2.4474200000000002</c:v>
                </c:pt>
                <c:pt idx="9652">
                  <c:v>2.44773</c:v>
                </c:pt>
                <c:pt idx="9653">
                  <c:v>2.4480300000000002</c:v>
                </c:pt>
                <c:pt idx="9654">
                  <c:v>2.44834</c:v>
                </c:pt>
                <c:pt idx="9655">
                  <c:v>2.4486400000000001</c:v>
                </c:pt>
                <c:pt idx="9656">
                  <c:v>2.44895</c:v>
                </c:pt>
                <c:pt idx="9657">
                  <c:v>2.4492500000000001</c:v>
                </c:pt>
                <c:pt idx="9658">
                  <c:v>2.44956</c:v>
                </c:pt>
                <c:pt idx="9659">
                  <c:v>2.4498700000000002</c:v>
                </c:pt>
                <c:pt idx="9660">
                  <c:v>2.45017</c:v>
                </c:pt>
                <c:pt idx="9661">
                  <c:v>2.4504800000000002</c:v>
                </c:pt>
                <c:pt idx="9662">
                  <c:v>2.45078</c:v>
                </c:pt>
                <c:pt idx="9663">
                  <c:v>2.4510900000000002</c:v>
                </c:pt>
                <c:pt idx="9664">
                  <c:v>2.45139</c:v>
                </c:pt>
                <c:pt idx="9665">
                  <c:v>2.4517000000000002</c:v>
                </c:pt>
                <c:pt idx="9666">
                  <c:v>2.452</c:v>
                </c:pt>
                <c:pt idx="9667">
                  <c:v>2.4523100000000002</c:v>
                </c:pt>
                <c:pt idx="9668">
                  <c:v>2.45261</c:v>
                </c:pt>
                <c:pt idx="9669">
                  <c:v>2.4529200000000002</c:v>
                </c:pt>
                <c:pt idx="9670">
                  <c:v>2.45322</c:v>
                </c:pt>
                <c:pt idx="9671">
                  <c:v>2.4535300000000002</c:v>
                </c:pt>
                <c:pt idx="9672">
                  <c:v>2.45384</c:v>
                </c:pt>
                <c:pt idx="9673">
                  <c:v>2.4541400000000002</c:v>
                </c:pt>
                <c:pt idx="9674">
                  <c:v>2.45445</c:v>
                </c:pt>
                <c:pt idx="9675">
                  <c:v>2.4547500000000002</c:v>
                </c:pt>
                <c:pt idx="9676">
                  <c:v>2.45506</c:v>
                </c:pt>
                <c:pt idx="9677">
                  <c:v>2.4553600000000002</c:v>
                </c:pt>
                <c:pt idx="9678">
                  <c:v>2.45567</c:v>
                </c:pt>
                <c:pt idx="9679">
                  <c:v>2.4559700000000002</c:v>
                </c:pt>
                <c:pt idx="9680">
                  <c:v>2.45628</c:v>
                </c:pt>
                <c:pt idx="9681">
                  <c:v>2.4565800000000002</c:v>
                </c:pt>
                <c:pt idx="9682">
                  <c:v>2.45689</c:v>
                </c:pt>
                <c:pt idx="9683">
                  <c:v>2.4571900000000002</c:v>
                </c:pt>
                <c:pt idx="9684">
                  <c:v>2.4575</c:v>
                </c:pt>
                <c:pt idx="9685">
                  <c:v>2.4578099999999998</c:v>
                </c:pt>
                <c:pt idx="9686">
                  <c:v>2.45811</c:v>
                </c:pt>
                <c:pt idx="9687">
                  <c:v>2.4584199999999998</c:v>
                </c:pt>
                <c:pt idx="9688">
                  <c:v>2.45872</c:v>
                </c:pt>
                <c:pt idx="9689">
                  <c:v>2.4590299999999998</c:v>
                </c:pt>
                <c:pt idx="9690">
                  <c:v>2.45933</c:v>
                </c:pt>
                <c:pt idx="9691">
                  <c:v>2.4596399999999998</c:v>
                </c:pt>
                <c:pt idx="9692">
                  <c:v>2.45994</c:v>
                </c:pt>
                <c:pt idx="9693">
                  <c:v>2.4602499999999998</c:v>
                </c:pt>
                <c:pt idx="9694">
                  <c:v>2.46055</c:v>
                </c:pt>
                <c:pt idx="9695">
                  <c:v>2.4608599999999998</c:v>
                </c:pt>
                <c:pt idx="9696">
                  <c:v>2.46116</c:v>
                </c:pt>
                <c:pt idx="9697">
                  <c:v>2.4614699999999998</c:v>
                </c:pt>
                <c:pt idx="9698">
                  <c:v>2.4617800000000001</c:v>
                </c:pt>
                <c:pt idx="9699">
                  <c:v>2.4620799999999998</c:v>
                </c:pt>
                <c:pt idx="9700">
                  <c:v>2.4623900000000001</c:v>
                </c:pt>
                <c:pt idx="9701">
                  <c:v>2.4626899999999998</c:v>
                </c:pt>
                <c:pt idx="9702">
                  <c:v>2.4630000000000001</c:v>
                </c:pt>
                <c:pt idx="9703">
                  <c:v>2.4632999999999998</c:v>
                </c:pt>
                <c:pt idx="9704">
                  <c:v>2.4636100000000001</c:v>
                </c:pt>
                <c:pt idx="9705">
                  <c:v>2.4639099999999998</c:v>
                </c:pt>
                <c:pt idx="9706">
                  <c:v>2.4642200000000001</c:v>
                </c:pt>
                <c:pt idx="9707">
                  <c:v>2.4645199999999998</c:v>
                </c:pt>
                <c:pt idx="9708">
                  <c:v>2.4648300000000001</c:v>
                </c:pt>
                <c:pt idx="9709">
                  <c:v>2.4651399999999999</c:v>
                </c:pt>
                <c:pt idx="9710">
                  <c:v>2.4654400000000001</c:v>
                </c:pt>
                <c:pt idx="9711">
                  <c:v>2.4657499999999999</c:v>
                </c:pt>
                <c:pt idx="9712">
                  <c:v>2.4660500000000001</c:v>
                </c:pt>
                <c:pt idx="9713">
                  <c:v>2.4663599999999999</c:v>
                </c:pt>
                <c:pt idx="9714">
                  <c:v>2.4666600000000001</c:v>
                </c:pt>
                <c:pt idx="9715">
                  <c:v>2.4669699999999999</c:v>
                </c:pt>
                <c:pt idx="9716">
                  <c:v>2.4672700000000001</c:v>
                </c:pt>
                <c:pt idx="9717">
                  <c:v>2.4675799999999999</c:v>
                </c:pt>
                <c:pt idx="9718">
                  <c:v>2.4678800000000001</c:v>
                </c:pt>
                <c:pt idx="9719">
                  <c:v>2.4681899999999999</c:v>
                </c:pt>
                <c:pt idx="9720">
                  <c:v>2.4684900000000001</c:v>
                </c:pt>
                <c:pt idx="9721">
                  <c:v>2.4687999999999999</c:v>
                </c:pt>
                <c:pt idx="9722">
                  <c:v>2.4691100000000001</c:v>
                </c:pt>
                <c:pt idx="9723">
                  <c:v>2.4694099999999999</c:v>
                </c:pt>
                <c:pt idx="9724">
                  <c:v>2.4697200000000001</c:v>
                </c:pt>
                <c:pt idx="9725">
                  <c:v>2.4700199999999999</c:v>
                </c:pt>
                <c:pt idx="9726">
                  <c:v>2.4703300000000001</c:v>
                </c:pt>
                <c:pt idx="9727">
                  <c:v>2.4706299999999999</c:v>
                </c:pt>
                <c:pt idx="9728">
                  <c:v>2.4709400000000001</c:v>
                </c:pt>
                <c:pt idx="9729">
                  <c:v>2.4712399999999999</c:v>
                </c:pt>
                <c:pt idx="9730">
                  <c:v>2.4715500000000001</c:v>
                </c:pt>
                <c:pt idx="9731">
                  <c:v>2.4718499999999999</c:v>
                </c:pt>
                <c:pt idx="9732">
                  <c:v>2.4721600000000001</c:v>
                </c:pt>
                <c:pt idx="9733">
                  <c:v>2.4724599999999999</c:v>
                </c:pt>
                <c:pt idx="9734">
                  <c:v>2.4727700000000001</c:v>
                </c:pt>
                <c:pt idx="9735">
                  <c:v>2.4730799999999999</c:v>
                </c:pt>
                <c:pt idx="9736">
                  <c:v>2.4733800000000001</c:v>
                </c:pt>
                <c:pt idx="9737">
                  <c:v>2.4736899999999999</c:v>
                </c:pt>
                <c:pt idx="9738">
                  <c:v>2.4739900000000001</c:v>
                </c:pt>
                <c:pt idx="9739">
                  <c:v>2.4742999999999999</c:v>
                </c:pt>
                <c:pt idx="9740">
                  <c:v>2.4746000000000001</c:v>
                </c:pt>
                <c:pt idx="9741">
                  <c:v>2.4749099999999999</c:v>
                </c:pt>
                <c:pt idx="9742">
                  <c:v>2.4752100000000001</c:v>
                </c:pt>
                <c:pt idx="9743">
                  <c:v>2.4755199999999999</c:v>
                </c:pt>
                <c:pt idx="9744">
                  <c:v>2.4758200000000001</c:v>
                </c:pt>
                <c:pt idx="9745">
                  <c:v>2.4761299999999999</c:v>
                </c:pt>
                <c:pt idx="9746">
                  <c:v>2.4764300000000001</c:v>
                </c:pt>
                <c:pt idx="9747">
                  <c:v>2.4767399999999999</c:v>
                </c:pt>
                <c:pt idx="9748">
                  <c:v>2.4770500000000002</c:v>
                </c:pt>
                <c:pt idx="9749">
                  <c:v>2.4773499999999999</c:v>
                </c:pt>
                <c:pt idx="9750">
                  <c:v>2.4776600000000002</c:v>
                </c:pt>
                <c:pt idx="9751">
                  <c:v>2.4779599999999999</c:v>
                </c:pt>
                <c:pt idx="9752">
                  <c:v>2.4782700000000002</c:v>
                </c:pt>
                <c:pt idx="9753">
                  <c:v>2.4785699999999999</c:v>
                </c:pt>
                <c:pt idx="9754">
                  <c:v>2.4788800000000002</c:v>
                </c:pt>
                <c:pt idx="9755">
                  <c:v>2.4791799999999999</c:v>
                </c:pt>
                <c:pt idx="9756">
                  <c:v>2.4794900000000002</c:v>
                </c:pt>
                <c:pt idx="9757">
                  <c:v>2.4797899999999999</c:v>
                </c:pt>
                <c:pt idx="9758">
                  <c:v>2.4801000000000002</c:v>
                </c:pt>
                <c:pt idx="9759">
                  <c:v>2.4803999999999999</c:v>
                </c:pt>
                <c:pt idx="9760">
                  <c:v>2.4807100000000002</c:v>
                </c:pt>
                <c:pt idx="9761">
                  <c:v>2.48102</c:v>
                </c:pt>
                <c:pt idx="9762">
                  <c:v>2.4813200000000002</c:v>
                </c:pt>
                <c:pt idx="9763">
                  <c:v>2.48163</c:v>
                </c:pt>
                <c:pt idx="9764">
                  <c:v>2.4819300000000002</c:v>
                </c:pt>
                <c:pt idx="9765">
                  <c:v>2.48224</c:v>
                </c:pt>
                <c:pt idx="9766">
                  <c:v>2.4825400000000002</c:v>
                </c:pt>
                <c:pt idx="9767">
                  <c:v>2.48285</c:v>
                </c:pt>
                <c:pt idx="9768">
                  <c:v>2.4831500000000002</c:v>
                </c:pt>
                <c:pt idx="9769">
                  <c:v>2.48346</c:v>
                </c:pt>
                <c:pt idx="9770">
                  <c:v>2.4837600000000002</c:v>
                </c:pt>
                <c:pt idx="9771">
                  <c:v>2.48407</c:v>
                </c:pt>
                <c:pt idx="9772">
                  <c:v>2.4843799999999998</c:v>
                </c:pt>
                <c:pt idx="9773">
                  <c:v>2.48468</c:v>
                </c:pt>
                <c:pt idx="9774">
                  <c:v>2.4849899999999998</c:v>
                </c:pt>
                <c:pt idx="9775">
                  <c:v>2.48529</c:v>
                </c:pt>
                <c:pt idx="9776">
                  <c:v>2.4855999999999998</c:v>
                </c:pt>
                <c:pt idx="9777">
                  <c:v>2.4859</c:v>
                </c:pt>
                <c:pt idx="9778">
                  <c:v>2.4862099999999998</c:v>
                </c:pt>
                <c:pt idx="9779">
                  <c:v>2.48651</c:v>
                </c:pt>
                <c:pt idx="9780">
                  <c:v>2.4868199999999998</c:v>
                </c:pt>
                <c:pt idx="9781">
                  <c:v>2.48712</c:v>
                </c:pt>
                <c:pt idx="9782">
                  <c:v>2.4874299999999998</c:v>
                </c:pt>
                <c:pt idx="9783">
                  <c:v>2.48773</c:v>
                </c:pt>
                <c:pt idx="9784">
                  <c:v>2.4880399999999998</c:v>
                </c:pt>
                <c:pt idx="9785">
                  <c:v>2.4883500000000001</c:v>
                </c:pt>
                <c:pt idx="9786">
                  <c:v>2.4886499999999998</c:v>
                </c:pt>
                <c:pt idx="9787">
                  <c:v>2.4889600000000001</c:v>
                </c:pt>
                <c:pt idx="9788">
                  <c:v>2.4892599999999998</c:v>
                </c:pt>
                <c:pt idx="9789">
                  <c:v>2.4895700000000001</c:v>
                </c:pt>
                <c:pt idx="9790">
                  <c:v>2.4898699999999998</c:v>
                </c:pt>
                <c:pt idx="9791">
                  <c:v>2.4901800000000001</c:v>
                </c:pt>
                <c:pt idx="9792">
                  <c:v>2.4904799999999998</c:v>
                </c:pt>
                <c:pt idx="9793">
                  <c:v>2.4907900000000001</c:v>
                </c:pt>
                <c:pt idx="9794">
                  <c:v>2.4910899999999998</c:v>
                </c:pt>
                <c:pt idx="9795">
                  <c:v>2.4914000000000001</c:v>
                </c:pt>
                <c:pt idx="9796">
                  <c:v>2.4916999999999998</c:v>
                </c:pt>
                <c:pt idx="9797">
                  <c:v>2.4920100000000001</c:v>
                </c:pt>
                <c:pt idx="9798">
                  <c:v>2.4923199999999999</c:v>
                </c:pt>
                <c:pt idx="9799">
                  <c:v>2.4926200000000001</c:v>
                </c:pt>
                <c:pt idx="9800">
                  <c:v>2.4929299999999999</c:v>
                </c:pt>
                <c:pt idx="9801">
                  <c:v>2.4932300000000001</c:v>
                </c:pt>
                <c:pt idx="9802">
                  <c:v>2.4935399999999999</c:v>
                </c:pt>
                <c:pt idx="9803">
                  <c:v>2.4938400000000001</c:v>
                </c:pt>
                <c:pt idx="9804">
                  <c:v>2.4941499999999999</c:v>
                </c:pt>
                <c:pt idx="9805">
                  <c:v>2.4944500000000001</c:v>
                </c:pt>
                <c:pt idx="9806">
                  <c:v>2.4947599999999999</c:v>
                </c:pt>
                <c:pt idx="9807">
                  <c:v>2.4950600000000001</c:v>
                </c:pt>
                <c:pt idx="9808">
                  <c:v>2.4953699999999999</c:v>
                </c:pt>
                <c:pt idx="9809">
                  <c:v>2.4956700000000001</c:v>
                </c:pt>
                <c:pt idx="9810">
                  <c:v>2.4959799999999999</c:v>
                </c:pt>
                <c:pt idx="9811">
                  <c:v>2.4962900000000001</c:v>
                </c:pt>
                <c:pt idx="9812">
                  <c:v>2.4965899999999999</c:v>
                </c:pt>
                <c:pt idx="9813">
                  <c:v>2.4969000000000001</c:v>
                </c:pt>
                <c:pt idx="9814">
                  <c:v>2.4971999999999999</c:v>
                </c:pt>
                <c:pt idx="9815">
                  <c:v>2.4975100000000001</c:v>
                </c:pt>
                <c:pt idx="9816">
                  <c:v>2.4978099999999999</c:v>
                </c:pt>
                <c:pt idx="9817">
                  <c:v>2.4981200000000001</c:v>
                </c:pt>
                <c:pt idx="9818">
                  <c:v>2.4984199999999999</c:v>
                </c:pt>
                <c:pt idx="9819">
                  <c:v>2.4987300000000001</c:v>
                </c:pt>
                <c:pt idx="9820">
                  <c:v>2.4990299999999999</c:v>
                </c:pt>
                <c:pt idx="9821">
                  <c:v>2.4993400000000001</c:v>
                </c:pt>
                <c:pt idx="9822">
                  <c:v>2.4996399999999999</c:v>
                </c:pt>
                <c:pt idx="9823">
                  <c:v>2.4999500000000001</c:v>
                </c:pt>
                <c:pt idx="9824">
                  <c:v>2.5002599999999999</c:v>
                </c:pt>
                <c:pt idx="9825">
                  <c:v>2.5005600000000001</c:v>
                </c:pt>
                <c:pt idx="9826">
                  <c:v>2.5008699999999999</c:v>
                </c:pt>
                <c:pt idx="9827">
                  <c:v>2.5011700000000001</c:v>
                </c:pt>
                <c:pt idx="9828">
                  <c:v>2.5014799999999999</c:v>
                </c:pt>
                <c:pt idx="9829">
                  <c:v>2.5017800000000001</c:v>
                </c:pt>
                <c:pt idx="9830">
                  <c:v>2.5020899999999999</c:v>
                </c:pt>
                <c:pt idx="9831">
                  <c:v>2.5023900000000001</c:v>
                </c:pt>
                <c:pt idx="9832">
                  <c:v>2.5026999999999999</c:v>
                </c:pt>
                <c:pt idx="9833">
                  <c:v>2.5030000000000001</c:v>
                </c:pt>
                <c:pt idx="9834">
                  <c:v>2.5033099999999999</c:v>
                </c:pt>
                <c:pt idx="9835">
                  <c:v>2.5036200000000002</c:v>
                </c:pt>
                <c:pt idx="9836">
                  <c:v>2.5039199999999999</c:v>
                </c:pt>
                <c:pt idx="9837">
                  <c:v>2.5042300000000002</c:v>
                </c:pt>
                <c:pt idx="9838">
                  <c:v>2.5045299999999999</c:v>
                </c:pt>
                <c:pt idx="9839">
                  <c:v>2.5048400000000002</c:v>
                </c:pt>
                <c:pt idx="9840">
                  <c:v>2.5051399999999999</c:v>
                </c:pt>
                <c:pt idx="9841">
                  <c:v>2.5054500000000002</c:v>
                </c:pt>
                <c:pt idx="9842">
                  <c:v>2.5057499999999999</c:v>
                </c:pt>
                <c:pt idx="9843">
                  <c:v>2.5060600000000002</c:v>
                </c:pt>
                <c:pt idx="9844">
                  <c:v>2.5063599999999999</c:v>
                </c:pt>
                <c:pt idx="9845">
                  <c:v>2.5066700000000002</c:v>
                </c:pt>
                <c:pt idx="9846">
                  <c:v>2.5069699999999999</c:v>
                </c:pt>
                <c:pt idx="9847">
                  <c:v>2.5072800000000002</c:v>
                </c:pt>
                <c:pt idx="9848">
                  <c:v>2.50759</c:v>
                </c:pt>
                <c:pt idx="9849">
                  <c:v>2.5078900000000002</c:v>
                </c:pt>
                <c:pt idx="9850">
                  <c:v>2.5082</c:v>
                </c:pt>
                <c:pt idx="9851">
                  <c:v>2.5085000000000002</c:v>
                </c:pt>
                <c:pt idx="9852">
                  <c:v>2.50881</c:v>
                </c:pt>
                <c:pt idx="9853">
                  <c:v>2.5091100000000002</c:v>
                </c:pt>
                <c:pt idx="9854">
                  <c:v>2.50942</c:v>
                </c:pt>
                <c:pt idx="9855">
                  <c:v>2.5097200000000002</c:v>
                </c:pt>
                <c:pt idx="9856">
                  <c:v>2.51003</c:v>
                </c:pt>
                <c:pt idx="9857">
                  <c:v>2.5103300000000002</c:v>
                </c:pt>
                <c:pt idx="9858">
                  <c:v>2.51064</c:v>
                </c:pt>
                <c:pt idx="9859">
                  <c:v>2.5109400000000002</c:v>
                </c:pt>
                <c:pt idx="9860">
                  <c:v>2.51125</c:v>
                </c:pt>
                <c:pt idx="9861">
                  <c:v>2.5115599999999998</c:v>
                </c:pt>
                <c:pt idx="9862">
                  <c:v>2.51186</c:v>
                </c:pt>
                <c:pt idx="9863">
                  <c:v>2.5121699999999998</c:v>
                </c:pt>
                <c:pt idx="9864">
                  <c:v>2.51247</c:v>
                </c:pt>
                <c:pt idx="9865">
                  <c:v>2.5127799999999998</c:v>
                </c:pt>
                <c:pt idx="9866">
                  <c:v>2.51308</c:v>
                </c:pt>
                <c:pt idx="9867">
                  <c:v>2.5133899999999998</c:v>
                </c:pt>
                <c:pt idx="9868">
                  <c:v>2.51369</c:v>
                </c:pt>
                <c:pt idx="9869">
                  <c:v>2.5139999999999998</c:v>
                </c:pt>
                <c:pt idx="9870">
                  <c:v>2.5143</c:v>
                </c:pt>
                <c:pt idx="9871">
                  <c:v>2.5146099999999998</c:v>
                </c:pt>
                <c:pt idx="9872">
                  <c:v>2.51491</c:v>
                </c:pt>
                <c:pt idx="9873">
                  <c:v>2.5152199999999998</c:v>
                </c:pt>
                <c:pt idx="9874">
                  <c:v>2.51553</c:v>
                </c:pt>
                <c:pt idx="9875">
                  <c:v>2.5158299999999998</c:v>
                </c:pt>
                <c:pt idx="9876">
                  <c:v>2.51614</c:v>
                </c:pt>
                <c:pt idx="9877">
                  <c:v>2.5164399999999998</c:v>
                </c:pt>
                <c:pt idx="9878">
                  <c:v>2.51675</c:v>
                </c:pt>
                <c:pt idx="9879">
                  <c:v>2.5170499999999998</c:v>
                </c:pt>
                <c:pt idx="9880">
                  <c:v>2.51736</c:v>
                </c:pt>
                <c:pt idx="9881">
                  <c:v>2.5176599999999998</c:v>
                </c:pt>
                <c:pt idx="9882">
                  <c:v>2.51797</c:v>
                </c:pt>
                <c:pt idx="9883">
                  <c:v>2.5182699999999998</c:v>
                </c:pt>
                <c:pt idx="9884">
                  <c:v>2.51858</c:v>
                </c:pt>
                <c:pt idx="9885">
                  <c:v>2.5188799999999998</c:v>
                </c:pt>
                <c:pt idx="9886">
                  <c:v>2.51919</c:v>
                </c:pt>
                <c:pt idx="9887">
                  <c:v>2.5194999999999999</c:v>
                </c:pt>
                <c:pt idx="9888">
                  <c:v>2.5198</c:v>
                </c:pt>
                <c:pt idx="9889">
                  <c:v>2.5201099999999999</c:v>
                </c:pt>
                <c:pt idx="9890">
                  <c:v>2.52041</c:v>
                </c:pt>
                <c:pt idx="9891">
                  <c:v>2.5207199999999998</c:v>
                </c:pt>
                <c:pt idx="9892">
                  <c:v>2.52102</c:v>
                </c:pt>
                <c:pt idx="9893">
                  <c:v>2.5213299999999998</c:v>
                </c:pt>
                <c:pt idx="9894">
                  <c:v>2.52163</c:v>
                </c:pt>
                <c:pt idx="9895">
                  <c:v>2.5219399999999998</c:v>
                </c:pt>
                <c:pt idx="9896">
                  <c:v>2.52224</c:v>
                </c:pt>
                <c:pt idx="9897">
                  <c:v>2.5225499999999998</c:v>
                </c:pt>
                <c:pt idx="9898">
                  <c:v>2.5228600000000001</c:v>
                </c:pt>
                <c:pt idx="9899">
                  <c:v>2.5231599999999998</c:v>
                </c:pt>
                <c:pt idx="9900">
                  <c:v>2.5234700000000001</c:v>
                </c:pt>
                <c:pt idx="9901">
                  <c:v>2.5237699999999998</c:v>
                </c:pt>
                <c:pt idx="9902">
                  <c:v>2.5240800000000001</c:v>
                </c:pt>
                <c:pt idx="9903">
                  <c:v>2.5243799999999998</c:v>
                </c:pt>
                <c:pt idx="9904">
                  <c:v>2.5246900000000001</c:v>
                </c:pt>
                <c:pt idx="9905">
                  <c:v>2.5249899999999998</c:v>
                </c:pt>
                <c:pt idx="9906">
                  <c:v>2.5253000000000001</c:v>
                </c:pt>
                <c:pt idx="9907">
                  <c:v>2.5255999999999998</c:v>
                </c:pt>
                <c:pt idx="9908">
                  <c:v>2.5259100000000001</c:v>
                </c:pt>
                <c:pt idx="9909">
                  <c:v>2.5262099999999998</c:v>
                </c:pt>
                <c:pt idx="9910">
                  <c:v>2.5265200000000001</c:v>
                </c:pt>
                <c:pt idx="9911">
                  <c:v>2.5268299999999999</c:v>
                </c:pt>
                <c:pt idx="9912">
                  <c:v>2.5271300000000001</c:v>
                </c:pt>
                <c:pt idx="9913">
                  <c:v>2.5274399999999999</c:v>
                </c:pt>
                <c:pt idx="9914">
                  <c:v>2.5277400000000001</c:v>
                </c:pt>
                <c:pt idx="9915">
                  <c:v>2.5280499999999999</c:v>
                </c:pt>
                <c:pt idx="9916">
                  <c:v>2.5283500000000001</c:v>
                </c:pt>
                <c:pt idx="9917">
                  <c:v>2.5286599999999999</c:v>
                </c:pt>
                <c:pt idx="9918">
                  <c:v>2.5289600000000001</c:v>
                </c:pt>
                <c:pt idx="9919">
                  <c:v>2.5292699999999999</c:v>
                </c:pt>
                <c:pt idx="9920">
                  <c:v>2.5295700000000001</c:v>
                </c:pt>
                <c:pt idx="9921">
                  <c:v>2.5298799999999999</c:v>
                </c:pt>
                <c:pt idx="9922">
                  <c:v>2.5301800000000001</c:v>
                </c:pt>
                <c:pt idx="9923">
                  <c:v>2.5304899999999999</c:v>
                </c:pt>
                <c:pt idx="9924">
                  <c:v>2.5308000000000002</c:v>
                </c:pt>
                <c:pt idx="9925">
                  <c:v>2.5310999999999999</c:v>
                </c:pt>
                <c:pt idx="9926">
                  <c:v>2.5314100000000002</c:v>
                </c:pt>
                <c:pt idx="9927">
                  <c:v>2.5317099999999999</c:v>
                </c:pt>
                <c:pt idx="9928">
                  <c:v>2.5320200000000002</c:v>
                </c:pt>
                <c:pt idx="9929">
                  <c:v>2.5323199999999999</c:v>
                </c:pt>
                <c:pt idx="9930">
                  <c:v>2.5326300000000002</c:v>
                </c:pt>
                <c:pt idx="9931">
                  <c:v>2.5329299999999999</c:v>
                </c:pt>
                <c:pt idx="9932">
                  <c:v>2.5332400000000002</c:v>
                </c:pt>
                <c:pt idx="9933">
                  <c:v>2.5335399999999999</c:v>
                </c:pt>
                <c:pt idx="9934">
                  <c:v>2.5338500000000002</c:v>
                </c:pt>
                <c:pt idx="9935">
                  <c:v>2.5341499999999999</c:v>
                </c:pt>
                <c:pt idx="9936">
                  <c:v>2.5344600000000002</c:v>
                </c:pt>
                <c:pt idx="9937">
                  <c:v>2.53477</c:v>
                </c:pt>
                <c:pt idx="9938">
                  <c:v>2.5350700000000002</c:v>
                </c:pt>
                <c:pt idx="9939">
                  <c:v>2.53538</c:v>
                </c:pt>
                <c:pt idx="9940">
                  <c:v>2.5356800000000002</c:v>
                </c:pt>
                <c:pt idx="9941">
                  <c:v>2.53599</c:v>
                </c:pt>
                <c:pt idx="9942">
                  <c:v>2.5362900000000002</c:v>
                </c:pt>
                <c:pt idx="9943">
                  <c:v>2.5366</c:v>
                </c:pt>
                <c:pt idx="9944">
                  <c:v>2.5369000000000002</c:v>
                </c:pt>
                <c:pt idx="9945">
                  <c:v>2.53721</c:v>
                </c:pt>
                <c:pt idx="9946">
                  <c:v>2.5375100000000002</c:v>
                </c:pt>
                <c:pt idx="9947">
                  <c:v>2.53782</c:v>
                </c:pt>
                <c:pt idx="9948">
                  <c:v>2.5381300000000002</c:v>
                </c:pt>
                <c:pt idx="9949">
                  <c:v>2.53843</c:v>
                </c:pt>
                <c:pt idx="9950">
                  <c:v>2.5387400000000002</c:v>
                </c:pt>
                <c:pt idx="9951">
                  <c:v>2.53904</c:v>
                </c:pt>
                <c:pt idx="9952">
                  <c:v>2.5393500000000002</c:v>
                </c:pt>
                <c:pt idx="9953">
                  <c:v>2.53965</c:v>
                </c:pt>
                <c:pt idx="9954">
                  <c:v>2.5399600000000002</c:v>
                </c:pt>
                <c:pt idx="9955">
                  <c:v>2.54026</c:v>
                </c:pt>
                <c:pt idx="9956">
                  <c:v>2.5405700000000002</c:v>
                </c:pt>
                <c:pt idx="9957">
                  <c:v>2.54087</c:v>
                </c:pt>
                <c:pt idx="9958">
                  <c:v>2.5411800000000002</c:v>
                </c:pt>
                <c:pt idx="9959">
                  <c:v>2.54148</c:v>
                </c:pt>
                <c:pt idx="9960">
                  <c:v>2.5417900000000002</c:v>
                </c:pt>
                <c:pt idx="9961">
                  <c:v>2.5421</c:v>
                </c:pt>
                <c:pt idx="9962">
                  <c:v>2.5424000000000002</c:v>
                </c:pt>
                <c:pt idx="9963">
                  <c:v>2.54271</c:v>
                </c:pt>
                <c:pt idx="9964">
                  <c:v>2.5430100000000002</c:v>
                </c:pt>
                <c:pt idx="9965">
                  <c:v>2.54332</c:v>
                </c:pt>
                <c:pt idx="9966">
                  <c:v>2.5436200000000002</c:v>
                </c:pt>
                <c:pt idx="9967">
                  <c:v>2.54393</c:v>
                </c:pt>
                <c:pt idx="9968">
                  <c:v>2.5442300000000002</c:v>
                </c:pt>
                <c:pt idx="9969">
                  <c:v>2.54454</c:v>
                </c:pt>
                <c:pt idx="9970">
                  <c:v>2.5448400000000002</c:v>
                </c:pt>
                <c:pt idx="9971">
                  <c:v>2.54515</c:v>
                </c:pt>
                <c:pt idx="9972">
                  <c:v>2.5454500000000002</c:v>
                </c:pt>
                <c:pt idx="9973">
                  <c:v>2.54576</c:v>
                </c:pt>
                <c:pt idx="9974">
                  <c:v>2.5460699999999998</c:v>
                </c:pt>
                <c:pt idx="9975">
                  <c:v>2.54637</c:v>
                </c:pt>
                <c:pt idx="9976">
                  <c:v>2.5466799999999998</c:v>
                </c:pt>
                <c:pt idx="9977">
                  <c:v>2.54698</c:v>
                </c:pt>
                <c:pt idx="9978">
                  <c:v>2.5472899999999998</c:v>
                </c:pt>
                <c:pt idx="9979">
                  <c:v>2.54759</c:v>
                </c:pt>
                <c:pt idx="9980">
                  <c:v>2.5478999999999998</c:v>
                </c:pt>
                <c:pt idx="9981">
                  <c:v>2.5482</c:v>
                </c:pt>
                <c:pt idx="9982">
                  <c:v>2.5485099999999998</c:v>
                </c:pt>
                <c:pt idx="9983">
                  <c:v>2.54881</c:v>
                </c:pt>
                <c:pt idx="9984">
                  <c:v>2.5491199999999998</c:v>
                </c:pt>
                <c:pt idx="9985">
                  <c:v>2.54942</c:v>
                </c:pt>
                <c:pt idx="9986">
                  <c:v>2.5497299999999998</c:v>
                </c:pt>
                <c:pt idx="9987">
                  <c:v>2.5500400000000001</c:v>
                </c:pt>
                <c:pt idx="9988">
                  <c:v>2.5503399999999998</c:v>
                </c:pt>
                <c:pt idx="9989">
                  <c:v>2.5506500000000001</c:v>
                </c:pt>
                <c:pt idx="9990">
                  <c:v>2.5509499999999998</c:v>
                </c:pt>
                <c:pt idx="9991">
                  <c:v>2.5512600000000001</c:v>
                </c:pt>
                <c:pt idx="9992">
                  <c:v>2.5515599999999998</c:v>
                </c:pt>
                <c:pt idx="9993">
                  <c:v>2.5518700000000001</c:v>
                </c:pt>
                <c:pt idx="9994">
                  <c:v>2.5521699999999998</c:v>
                </c:pt>
                <c:pt idx="9995">
                  <c:v>2.5524800000000001</c:v>
                </c:pt>
                <c:pt idx="9996">
                  <c:v>2.5527799999999998</c:v>
                </c:pt>
                <c:pt idx="9997">
                  <c:v>2.5530900000000001</c:v>
                </c:pt>
                <c:pt idx="9998">
                  <c:v>2.5533899999999998</c:v>
                </c:pt>
                <c:pt idx="9999">
                  <c:v>2.5537000000000001</c:v>
                </c:pt>
                <c:pt idx="10000">
                  <c:v>2.5540099999999999</c:v>
                </c:pt>
                <c:pt idx="10001">
                  <c:v>2.5543100000000001</c:v>
                </c:pt>
                <c:pt idx="10002">
                  <c:v>2.5546199999999999</c:v>
                </c:pt>
                <c:pt idx="10003">
                  <c:v>2.5549200000000001</c:v>
                </c:pt>
                <c:pt idx="10004">
                  <c:v>2.5552299999999999</c:v>
                </c:pt>
                <c:pt idx="10005">
                  <c:v>2.5555300000000001</c:v>
                </c:pt>
                <c:pt idx="10006">
                  <c:v>2.5558399999999999</c:v>
                </c:pt>
                <c:pt idx="10007">
                  <c:v>2.5561400000000001</c:v>
                </c:pt>
                <c:pt idx="10008">
                  <c:v>2.5564499999999999</c:v>
                </c:pt>
                <c:pt idx="10009">
                  <c:v>2.5567500000000001</c:v>
                </c:pt>
                <c:pt idx="10010">
                  <c:v>2.5570599999999999</c:v>
                </c:pt>
                <c:pt idx="10011">
                  <c:v>2.5573700000000001</c:v>
                </c:pt>
                <c:pt idx="10012">
                  <c:v>2.5576699999999999</c:v>
                </c:pt>
                <c:pt idx="10013">
                  <c:v>2.5579800000000001</c:v>
                </c:pt>
                <c:pt idx="10014">
                  <c:v>2.5582799999999999</c:v>
                </c:pt>
                <c:pt idx="10015">
                  <c:v>2.5585900000000001</c:v>
                </c:pt>
                <c:pt idx="10016">
                  <c:v>2.5588899999999999</c:v>
                </c:pt>
                <c:pt idx="10017">
                  <c:v>2.5592000000000001</c:v>
                </c:pt>
                <c:pt idx="10018">
                  <c:v>2.5594999999999999</c:v>
                </c:pt>
                <c:pt idx="10019">
                  <c:v>2.5598100000000001</c:v>
                </c:pt>
                <c:pt idx="10020">
                  <c:v>2.5601099999999999</c:v>
                </c:pt>
                <c:pt idx="10021">
                  <c:v>2.5604200000000001</c:v>
                </c:pt>
                <c:pt idx="10022">
                  <c:v>2.5607199999999999</c:v>
                </c:pt>
                <c:pt idx="10023">
                  <c:v>2.5610300000000001</c:v>
                </c:pt>
                <c:pt idx="10024">
                  <c:v>2.56134</c:v>
                </c:pt>
                <c:pt idx="10025">
                  <c:v>2.5616400000000001</c:v>
                </c:pt>
                <c:pt idx="10026">
                  <c:v>2.5619499999999999</c:v>
                </c:pt>
                <c:pt idx="10027">
                  <c:v>2.5622500000000001</c:v>
                </c:pt>
                <c:pt idx="10028">
                  <c:v>2.5625599999999999</c:v>
                </c:pt>
                <c:pt idx="10029">
                  <c:v>2.5628600000000001</c:v>
                </c:pt>
                <c:pt idx="10030">
                  <c:v>2.5631699999999999</c:v>
                </c:pt>
                <c:pt idx="10031">
                  <c:v>2.5634700000000001</c:v>
                </c:pt>
                <c:pt idx="10032">
                  <c:v>2.5637799999999999</c:v>
                </c:pt>
                <c:pt idx="10033">
                  <c:v>2.5640800000000001</c:v>
                </c:pt>
                <c:pt idx="10034">
                  <c:v>2.5643899999999999</c:v>
                </c:pt>
                <c:pt idx="10035">
                  <c:v>2.5646900000000001</c:v>
                </c:pt>
                <c:pt idx="10036">
                  <c:v>2.5649999999999999</c:v>
                </c:pt>
                <c:pt idx="10037">
                  <c:v>2.5653100000000002</c:v>
                </c:pt>
                <c:pt idx="10038">
                  <c:v>2.5656099999999999</c:v>
                </c:pt>
                <c:pt idx="10039">
                  <c:v>2.5659200000000002</c:v>
                </c:pt>
                <c:pt idx="10040">
                  <c:v>2.5662199999999999</c:v>
                </c:pt>
                <c:pt idx="10041">
                  <c:v>2.5665300000000002</c:v>
                </c:pt>
                <c:pt idx="10042">
                  <c:v>2.5668299999999999</c:v>
                </c:pt>
                <c:pt idx="10043">
                  <c:v>2.5671400000000002</c:v>
                </c:pt>
                <c:pt idx="10044">
                  <c:v>2.5674399999999999</c:v>
                </c:pt>
                <c:pt idx="10045">
                  <c:v>2.5677500000000002</c:v>
                </c:pt>
                <c:pt idx="10046">
                  <c:v>2.5680499999999999</c:v>
                </c:pt>
                <c:pt idx="10047">
                  <c:v>2.5683600000000002</c:v>
                </c:pt>
                <c:pt idx="10048">
                  <c:v>2.5686599999999999</c:v>
                </c:pt>
                <c:pt idx="10049">
                  <c:v>2.5689700000000002</c:v>
                </c:pt>
                <c:pt idx="10050">
                  <c:v>2.56928</c:v>
                </c:pt>
                <c:pt idx="10051">
                  <c:v>2.5695800000000002</c:v>
                </c:pt>
                <c:pt idx="10052">
                  <c:v>2.56989</c:v>
                </c:pt>
                <c:pt idx="10053">
                  <c:v>2.5701900000000002</c:v>
                </c:pt>
                <c:pt idx="10054">
                  <c:v>2.5705</c:v>
                </c:pt>
                <c:pt idx="10055">
                  <c:v>2.5708000000000002</c:v>
                </c:pt>
                <c:pt idx="10056">
                  <c:v>2.57111</c:v>
                </c:pt>
                <c:pt idx="10057">
                  <c:v>2.5714100000000002</c:v>
                </c:pt>
                <c:pt idx="10058">
                  <c:v>2.57172</c:v>
                </c:pt>
                <c:pt idx="10059">
                  <c:v>2.5720200000000002</c:v>
                </c:pt>
                <c:pt idx="10060">
                  <c:v>2.57233</c:v>
                </c:pt>
                <c:pt idx="10061">
                  <c:v>2.5726300000000002</c:v>
                </c:pt>
                <c:pt idx="10062">
                  <c:v>2.57294</c:v>
                </c:pt>
                <c:pt idx="10063">
                  <c:v>2.5732499999999998</c:v>
                </c:pt>
                <c:pt idx="10064">
                  <c:v>2.57355</c:v>
                </c:pt>
                <c:pt idx="10065">
                  <c:v>2.5738599999999998</c:v>
                </c:pt>
                <c:pt idx="10066">
                  <c:v>2.57416</c:v>
                </c:pt>
                <c:pt idx="10067">
                  <c:v>2.5744699999999998</c:v>
                </c:pt>
                <c:pt idx="10068">
                  <c:v>2.57477</c:v>
                </c:pt>
                <c:pt idx="10069">
                  <c:v>2.5750799999999998</c:v>
                </c:pt>
                <c:pt idx="10070">
                  <c:v>2.57538</c:v>
                </c:pt>
                <c:pt idx="10071">
                  <c:v>2.5756899999999998</c:v>
                </c:pt>
                <c:pt idx="10072">
                  <c:v>2.57599</c:v>
                </c:pt>
                <c:pt idx="10073">
                  <c:v>2.5762999999999998</c:v>
                </c:pt>
                <c:pt idx="10074">
                  <c:v>2.5766100000000001</c:v>
                </c:pt>
                <c:pt idx="10075">
                  <c:v>2.5769099999999998</c:v>
                </c:pt>
                <c:pt idx="10076">
                  <c:v>2.5772200000000001</c:v>
                </c:pt>
                <c:pt idx="10077">
                  <c:v>2.5775199999999998</c:v>
                </c:pt>
                <c:pt idx="10078">
                  <c:v>2.5778300000000001</c:v>
                </c:pt>
                <c:pt idx="10079">
                  <c:v>2.5781299999999998</c:v>
                </c:pt>
                <c:pt idx="10080">
                  <c:v>2.5784400000000001</c:v>
                </c:pt>
                <c:pt idx="10081">
                  <c:v>2.5787399999999998</c:v>
                </c:pt>
                <c:pt idx="10082">
                  <c:v>2.5790500000000001</c:v>
                </c:pt>
                <c:pt idx="10083">
                  <c:v>2.5793499999999998</c:v>
                </c:pt>
                <c:pt idx="10084">
                  <c:v>2.5796600000000001</c:v>
                </c:pt>
                <c:pt idx="10085">
                  <c:v>2.5799599999999998</c:v>
                </c:pt>
                <c:pt idx="10086">
                  <c:v>2.5802700000000001</c:v>
                </c:pt>
                <c:pt idx="10087">
                  <c:v>2.5805799999999999</c:v>
                </c:pt>
                <c:pt idx="10088">
                  <c:v>2.5808800000000001</c:v>
                </c:pt>
                <c:pt idx="10089">
                  <c:v>2.5811899999999999</c:v>
                </c:pt>
                <c:pt idx="10090">
                  <c:v>2.5814900000000001</c:v>
                </c:pt>
                <c:pt idx="10091">
                  <c:v>2.5817999999999999</c:v>
                </c:pt>
                <c:pt idx="10092">
                  <c:v>2.5821000000000001</c:v>
                </c:pt>
                <c:pt idx="10093">
                  <c:v>2.5824099999999999</c:v>
                </c:pt>
                <c:pt idx="10094">
                  <c:v>2.5827100000000001</c:v>
                </c:pt>
                <c:pt idx="10095">
                  <c:v>2.5830199999999999</c:v>
                </c:pt>
                <c:pt idx="10096">
                  <c:v>2.5833200000000001</c:v>
                </c:pt>
                <c:pt idx="10097">
                  <c:v>2.5836299999999999</c:v>
                </c:pt>
                <c:pt idx="10098">
                  <c:v>2.5839300000000001</c:v>
                </c:pt>
                <c:pt idx="10099">
                  <c:v>2.5842399999999999</c:v>
                </c:pt>
                <c:pt idx="10100">
                  <c:v>2.5845500000000001</c:v>
                </c:pt>
                <c:pt idx="10101">
                  <c:v>2.5848499999999999</c:v>
                </c:pt>
                <c:pt idx="10102">
                  <c:v>2.5851600000000001</c:v>
                </c:pt>
                <c:pt idx="10103">
                  <c:v>2.5854599999999999</c:v>
                </c:pt>
                <c:pt idx="10104">
                  <c:v>2.5857700000000001</c:v>
                </c:pt>
                <c:pt idx="10105">
                  <c:v>2.5860699999999999</c:v>
                </c:pt>
                <c:pt idx="10106">
                  <c:v>2.5863800000000001</c:v>
                </c:pt>
                <c:pt idx="10107">
                  <c:v>2.5866799999999999</c:v>
                </c:pt>
                <c:pt idx="10108">
                  <c:v>2.5869900000000001</c:v>
                </c:pt>
                <c:pt idx="10109">
                  <c:v>2.5872899999999999</c:v>
                </c:pt>
                <c:pt idx="10110">
                  <c:v>2.5876000000000001</c:v>
                </c:pt>
                <c:pt idx="10111">
                  <c:v>2.5878999999999999</c:v>
                </c:pt>
                <c:pt idx="10112">
                  <c:v>2.5882100000000001</c:v>
                </c:pt>
                <c:pt idx="10113">
                  <c:v>2.5885199999999999</c:v>
                </c:pt>
                <c:pt idx="10114">
                  <c:v>2.5888200000000001</c:v>
                </c:pt>
                <c:pt idx="10115">
                  <c:v>2.5891299999999999</c:v>
                </c:pt>
                <c:pt idx="10116">
                  <c:v>2.5894300000000001</c:v>
                </c:pt>
                <c:pt idx="10117">
                  <c:v>2.5897399999999999</c:v>
                </c:pt>
                <c:pt idx="10118">
                  <c:v>2.5900400000000001</c:v>
                </c:pt>
                <c:pt idx="10119">
                  <c:v>2.5903499999999999</c:v>
                </c:pt>
                <c:pt idx="10120">
                  <c:v>2.5906500000000001</c:v>
                </c:pt>
                <c:pt idx="10121">
                  <c:v>2.5909599999999999</c:v>
                </c:pt>
                <c:pt idx="10122">
                  <c:v>2.5912600000000001</c:v>
                </c:pt>
                <c:pt idx="10123">
                  <c:v>2.5915699999999999</c:v>
                </c:pt>
                <c:pt idx="10124">
                  <c:v>2.5918800000000002</c:v>
                </c:pt>
                <c:pt idx="10125">
                  <c:v>2.5921799999999999</c:v>
                </c:pt>
                <c:pt idx="10126">
                  <c:v>2.5924900000000002</c:v>
                </c:pt>
                <c:pt idx="10127">
                  <c:v>2.5927899999999999</c:v>
                </c:pt>
                <c:pt idx="10128">
                  <c:v>2.5931000000000002</c:v>
                </c:pt>
                <c:pt idx="10129">
                  <c:v>2.5933999999999999</c:v>
                </c:pt>
                <c:pt idx="10130">
                  <c:v>2.5937100000000002</c:v>
                </c:pt>
                <c:pt idx="10131">
                  <c:v>2.5940099999999999</c:v>
                </c:pt>
                <c:pt idx="10132">
                  <c:v>2.5943200000000002</c:v>
                </c:pt>
                <c:pt idx="10133">
                  <c:v>2.5946199999999999</c:v>
                </c:pt>
                <c:pt idx="10134">
                  <c:v>2.5949300000000002</c:v>
                </c:pt>
                <c:pt idx="10135">
                  <c:v>2.5952299999999999</c:v>
                </c:pt>
                <c:pt idx="10136">
                  <c:v>2.5955400000000002</c:v>
                </c:pt>
                <c:pt idx="10137">
                  <c:v>2.59585</c:v>
                </c:pt>
                <c:pt idx="10138">
                  <c:v>2.5961500000000002</c:v>
                </c:pt>
                <c:pt idx="10139">
                  <c:v>2.59646</c:v>
                </c:pt>
                <c:pt idx="10140">
                  <c:v>2.5967600000000002</c:v>
                </c:pt>
                <c:pt idx="10141">
                  <c:v>2.59707</c:v>
                </c:pt>
                <c:pt idx="10142">
                  <c:v>2.5973700000000002</c:v>
                </c:pt>
                <c:pt idx="10143">
                  <c:v>2.59768</c:v>
                </c:pt>
                <c:pt idx="10144">
                  <c:v>2.5979800000000002</c:v>
                </c:pt>
                <c:pt idx="10145">
                  <c:v>2.59829</c:v>
                </c:pt>
                <c:pt idx="10146">
                  <c:v>2.5985900000000002</c:v>
                </c:pt>
                <c:pt idx="10147">
                  <c:v>2.5989</c:v>
                </c:pt>
                <c:pt idx="10148">
                  <c:v>2.5992000000000002</c:v>
                </c:pt>
                <c:pt idx="10149">
                  <c:v>2.59951</c:v>
                </c:pt>
                <c:pt idx="10150">
                  <c:v>2.5998199999999998</c:v>
                </c:pt>
                <c:pt idx="10151">
                  <c:v>2.60012</c:v>
                </c:pt>
                <c:pt idx="10152">
                  <c:v>2.6004299999999998</c:v>
                </c:pt>
                <c:pt idx="10153">
                  <c:v>2.60073</c:v>
                </c:pt>
                <c:pt idx="10154">
                  <c:v>2.6010399999999998</c:v>
                </c:pt>
                <c:pt idx="10155">
                  <c:v>2.60134</c:v>
                </c:pt>
                <c:pt idx="10156">
                  <c:v>2.6016499999999998</c:v>
                </c:pt>
                <c:pt idx="10157">
                  <c:v>2.60195</c:v>
                </c:pt>
                <c:pt idx="10158">
                  <c:v>2.6022599999999998</c:v>
                </c:pt>
                <c:pt idx="10159">
                  <c:v>2.60256</c:v>
                </c:pt>
                <c:pt idx="10160">
                  <c:v>2.6028699999999998</c:v>
                </c:pt>
                <c:pt idx="10161">
                  <c:v>2.60317</c:v>
                </c:pt>
                <c:pt idx="10162">
                  <c:v>2.6034799999999998</c:v>
                </c:pt>
                <c:pt idx="10163">
                  <c:v>2.60379</c:v>
                </c:pt>
                <c:pt idx="10164">
                  <c:v>2.6040899999999998</c:v>
                </c:pt>
                <c:pt idx="10165">
                  <c:v>2.6044</c:v>
                </c:pt>
                <c:pt idx="10166">
                  <c:v>2.6046999999999998</c:v>
                </c:pt>
                <c:pt idx="10167">
                  <c:v>2.60501</c:v>
                </c:pt>
                <c:pt idx="10168">
                  <c:v>2.6053099999999998</c:v>
                </c:pt>
                <c:pt idx="10169">
                  <c:v>2.60562</c:v>
                </c:pt>
                <c:pt idx="10170">
                  <c:v>2.6059199999999998</c:v>
                </c:pt>
                <c:pt idx="10171">
                  <c:v>2.60623</c:v>
                </c:pt>
                <c:pt idx="10172">
                  <c:v>2.6065299999999998</c:v>
                </c:pt>
                <c:pt idx="10173">
                  <c:v>2.60684</c:v>
                </c:pt>
                <c:pt idx="10174">
                  <c:v>2.6071399999999998</c:v>
                </c:pt>
                <c:pt idx="10175">
                  <c:v>2.60745</c:v>
                </c:pt>
                <c:pt idx="10176">
                  <c:v>2.6077599999999999</c:v>
                </c:pt>
                <c:pt idx="10177">
                  <c:v>2.60806</c:v>
                </c:pt>
                <c:pt idx="10178">
                  <c:v>2.6083699999999999</c:v>
                </c:pt>
                <c:pt idx="10179">
                  <c:v>2.60867</c:v>
                </c:pt>
                <c:pt idx="10180">
                  <c:v>2.6089799999999999</c:v>
                </c:pt>
                <c:pt idx="10181">
                  <c:v>2.60928</c:v>
                </c:pt>
                <c:pt idx="10182">
                  <c:v>2.6095899999999999</c:v>
                </c:pt>
                <c:pt idx="10183">
                  <c:v>2.60989</c:v>
                </c:pt>
                <c:pt idx="10184">
                  <c:v>2.6101999999999999</c:v>
                </c:pt>
                <c:pt idx="10185">
                  <c:v>2.6105</c:v>
                </c:pt>
                <c:pt idx="10186">
                  <c:v>2.6108099999999999</c:v>
                </c:pt>
                <c:pt idx="10187">
                  <c:v>2.6111200000000001</c:v>
                </c:pt>
                <c:pt idx="10188">
                  <c:v>2.6114199999999999</c:v>
                </c:pt>
                <c:pt idx="10189">
                  <c:v>2.6117300000000001</c:v>
                </c:pt>
                <c:pt idx="10190">
                  <c:v>2.6120299999999999</c:v>
                </c:pt>
                <c:pt idx="10191">
                  <c:v>2.6123400000000001</c:v>
                </c:pt>
                <c:pt idx="10192">
                  <c:v>2.6126399999999999</c:v>
                </c:pt>
                <c:pt idx="10193">
                  <c:v>2.6129500000000001</c:v>
                </c:pt>
                <c:pt idx="10194">
                  <c:v>2.6132499999999999</c:v>
                </c:pt>
                <c:pt idx="10195">
                  <c:v>2.6135600000000001</c:v>
                </c:pt>
                <c:pt idx="10196">
                  <c:v>2.6138599999999999</c:v>
                </c:pt>
                <c:pt idx="10197">
                  <c:v>2.6141700000000001</c:v>
                </c:pt>
                <c:pt idx="10198">
                  <c:v>2.6144699999999998</c:v>
                </c:pt>
                <c:pt idx="10199">
                  <c:v>2.6147800000000001</c:v>
                </c:pt>
                <c:pt idx="10200">
                  <c:v>2.6150899999999999</c:v>
                </c:pt>
                <c:pt idx="10201">
                  <c:v>2.6153900000000001</c:v>
                </c:pt>
                <c:pt idx="10202">
                  <c:v>2.6156999999999999</c:v>
                </c:pt>
                <c:pt idx="10203">
                  <c:v>2.6160000000000001</c:v>
                </c:pt>
                <c:pt idx="10204">
                  <c:v>2.6163099999999999</c:v>
                </c:pt>
                <c:pt idx="10205">
                  <c:v>2.6166100000000001</c:v>
                </c:pt>
                <c:pt idx="10206">
                  <c:v>2.6169199999999999</c:v>
                </c:pt>
                <c:pt idx="10207">
                  <c:v>2.6172200000000001</c:v>
                </c:pt>
                <c:pt idx="10208">
                  <c:v>2.6175299999999999</c:v>
                </c:pt>
                <c:pt idx="10209">
                  <c:v>2.6178300000000001</c:v>
                </c:pt>
                <c:pt idx="10210">
                  <c:v>2.6181399999999999</c:v>
                </c:pt>
                <c:pt idx="10211">
                  <c:v>2.6184400000000001</c:v>
                </c:pt>
                <c:pt idx="10212">
                  <c:v>2.6187499999999999</c:v>
                </c:pt>
                <c:pt idx="10213">
                  <c:v>2.6190600000000002</c:v>
                </c:pt>
                <c:pt idx="10214">
                  <c:v>2.6193599999999999</c:v>
                </c:pt>
                <c:pt idx="10215">
                  <c:v>2.6196700000000002</c:v>
                </c:pt>
                <c:pt idx="10216">
                  <c:v>2.6199699999999999</c:v>
                </c:pt>
                <c:pt idx="10217">
                  <c:v>2.6202800000000002</c:v>
                </c:pt>
                <c:pt idx="10218">
                  <c:v>2.6205799999999999</c:v>
                </c:pt>
                <c:pt idx="10219">
                  <c:v>2.6208900000000002</c:v>
                </c:pt>
                <c:pt idx="10220">
                  <c:v>2.6211899999999999</c:v>
                </c:pt>
                <c:pt idx="10221">
                  <c:v>2.6215000000000002</c:v>
                </c:pt>
                <c:pt idx="10222">
                  <c:v>2.6217999999999999</c:v>
                </c:pt>
                <c:pt idx="10223">
                  <c:v>2.6221100000000002</c:v>
                </c:pt>
                <c:pt idx="10224">
                  <c:v>2.6224099999999999</c:v>
                </c:pt>
                <c:pt idx="10225">
                  <c:v>2.6227200000000002</c:v>
                </c:pt>
                <c:pt idx="10226">
                  <c:v>2.62303</c:v>
                </c:pt>
                <c:pt idx="10227">
                  <c:v>2.6233300000000002</c:v>
                </c:pt>
                <c:pt idx="10228">
                  <c:v>2.62364</c:v>
                </c:pt>
                <c:pt idx="10229">
                  <c:v>2.6239400000000002</c:v>
                </c:pt>
                <c:pt idx="10230">
                  <c:v>2.62425</c:v>
                </c:pt>
                <c:pt idx="10231">
                  <c:v>2.6245500000000002</c:v>
                </c:pt>
                <c:pt idx="10232">
                  <c:v>2.62486</c:v>
                </c:pt>
                <c:pt idx="10233">
                  <c:v>2.6251600000000002</c:v>
                </c:pt>
                <c:pt idx="10234">
                  <c:v>2.62547</c:v>
                </c:pt>
                <c:pt idx="10235">
                  <c:v>2.6257700000000002</c:v>
                </c:pt>
                <c:pt idx="10236">
                  <c:v>2.62608</c:v>
                </c:pt>
                <c:pt idx="10237">
                  <c:v>2.6263800000000002</c:v>
                </c:pt>
                <c:pt idx="10238">
                  <c:v>2.62669</c:v>
                </c:pt>
                <c:pt idx="10239">
                  <c:v>2.6269999999999998</c:v>
                </c:pt>
                <c:pt idx="10240">
                  <c:v>2.6273</c:v>
                </c:pt>
                <c:pt idx="10241">
                  <c:v>2.6276099999999998</c:v>
                </c:pt>
                <c:pt idx="10242">
                  <c:v>2.62791</c:v>
                </c:pt>
                <c:pt idx="10243">
                  <c:v>2.6282199999999998</c:v>
                </c:pt>
                <c:pt idx="10244">
                  <c:v>2.62852</c:v>
                </c:pt>
                <c:pt idx="10245">
                  <c:v>2.6288299999999998</c:v>
                </c:pt>
                <c:pt idx="10246">
                  <c:v>2.62913</c:v>
                </c:pt>
                <c:pt idx="10247">
                  <c:v>2.6294400000000002</c:v>
                </c:pt>
                <c:pt idx="10248">
                  <c:v>2.62974</c:v>
                </c:pt>
                <c:pt idx="10249">
                  <c:v>2.6300500000000002</c:v>
                </c:pt>
                <c:pt idx="10250">
                  <c:v>2.63036</c:v>
                </c:pt>
                <c:pt idx="10251">
                  <c:v>2.6306600000000002</c:v>
                </c:pt>
                <c:pt idx="10252">
                  <c:v>2.63097</c:v>
                </c:pt>
                <c:pt idx="10253">
                  <c:v>2.6312700000000002</c:v>
                </c:pt>
                <c:pt idx="10254">
                  <c:v>2.63158</c:v>
                </c:pt>
                <c:pt idx="10255">
                  <c:v>2.6318800000000002</c:v>
                </c:pt>
                <c:pt idx="10256">
                  <c:v>2.63219</c:v>
                </c:pt>
                <c:pt idx="10257">
                  <c:v>2.6324900000000002</c:v>
                </c:pt>
                <c:pt idx="10258">
                  <c:v>2.6328</c:v>
                </c:pt>
                <c:pt idx="10259">
                  <c:v>2.6331000000000002</c:v>
                </c:pt>
                <c:pt idx="10260">
                  <c:v>2.63341</c:v>
                </c:pt>
                <c:pt idx="10261">
                  <c:v>2.6337100000000002</c:v>
                </c:pt>
                <c:pt idx="10262">
                  <c:v>2.63402</c:v>
                </c:pt>
                <c:pt idx="10263">
                  <c:v>2.6343299999999998</c:v>
                </c:pt>
                <c:pt idx="10264">
                  <c:v>2.63463</c:v>
                </c:pt>
                <c:pt idx="10265">
                  <c:v>2.6349399999999998</c:v>
                </c:pt>
                <c:pt idx="10266">
                  <c:v>2.63524</c:v>
                </c:pt>
                <c:pt idx="10267">
                  <c:v>2.6355499999999998</c:v>
                </c:pt>
                <c:pt idx="10268">
                  <c:v>2.63585</c:v>
                </c:pt>
                <c:pt idx="10269">
                  <c:v>2.6361599999999998</c:v>
                </c:pt>
                <c:pt idx="10270">
                  <c:v>2.63646</c:v>
                </c:pt>
                <c:pt idx="10271">
                  <c:v>2.6367699999999998</c:v>
                </c:pt>
                <c:pt idx="10272">
                  <c:v>2.63707</c:v>
                </c:pt>
                <c:pt idx="10273">
                  <c:v>2.6373799999999998</c:v>
                </c:pt>
                <c:pt idx="10274">
                  <c:v>2.63768</c:v>
                </c:pt>
                <c:pt idx="10275">
                  <c:v>2.6379899999999998</c:v>
                </c:pt>
                <c:pt idx="10276">
                  <c:v>2.6383000000000001</c:v>
                </c:pt>
                <c:pt idx="10277">
                  <c:v>2.6385999999999998</c:v>
                </c:pt>
                <c:pt idx="10278">
                  <c:v>2.6389100000000001</c:v>
                </c:pt>
                <c:pt idx="10279">
                  <c:v>2.6392099999999998</c:v>
                </c:pt>
                <c:pt idx="10280">
                  <c:v>2.6395200000000001</c:v>
                </c:pt>
                <c:pt idx="10281">
                  <c:v>2.6398199999999998</c:v>
                </c:pt>
                <c:pt idx="10282">
                  <c:v>2.6401300000000001</c:v>
                </c:pt>
                <c:pt idx="10283">
                  <c:v>2.6404299999999998</c:v>
                </c:pt>
                <c:pt idx="10284">
                  <c:v>2.6407400000000001</c:v>
                </c:pt>
                <c:pt idx="10285">
                  <c:v>2.6410399999999998</c:v>
                </c:pt>
                <c:pt idx="10286">
                  <c:v>2.6413500000000001</c:v>
                </c:pt>
                <c:pt idx="10287">
                  <c:v>2.6416499999999998</c:v>
                </c:pt>
                <c:pt idx="10288">
                  <c:v>2.6419600000000001</c:v>
                </c:pt>
                <c:pt idx="10289">
                  <c:v>2.6422699999999999</c:v>
                </c:pt>
                <c:pt idx="10290">
                  <c:v>2.6425700000000001</c:v>
                </c:pt>
                <c:pt idx="10291">
                  <c:v>2.6428799999999999</c:v>
                </c:pt>
                <c:pt idx="10292">
                  <c:v>2.6431800000000001</c:v>
                </c:pt>
                <c:pt idx="10293">
                  <c:v>2.6434899999999999</c:v>
                </c:pt>
                <c:pt idx="10294">
                  <c:v>2.6437900000000001</c:v>
                </c:pt>
                <c:pt idx="10295">
                  <c:v>2.6440999999999999</c:v>
                </c:pt>
                <c:pt idx="10296">
                  <c:v>2.6444000000000001</c:v>
                </c:pt>
                <c:pt idx="10297">
                  <c:v>2.6447099999999999</c:v>
                </c:pt>
                <c:pt idx="10298">
                  <c:v>2.6450100000000001</c:v>
                </c:pt>
                <c:pt idx="10299">
                  <c:v>2.6453199999999999</c:v>
                </c:pt>
                <c:pt idx="10300">
                  <c:v>2.6456300000000001</c:v>
                </c:pt>
                <c:pt idx="10301">
                  <c:v>2.6459299999999999</c:v>
                </c:pt>
                <c:pt idx="10302">
                  <c:v>2.6462400000000001</c:v>
                </c:pt>
                <c:pt idx="10303">
                  <c:v>2.6465399999999999</c:v>
                </c:pt>
                <c:pt idx="10304">
                  <c:v>2.6468500000000001</c:v>
                </c:pt>
                <c:pt idx="10305">
                  <c:v>2.6471499999999999</c:v>
                </c:pt>
                <c:pt idx="10306">
                  <c:v>2.6474600000000001</c:v>
                </c:pt>
                <c:pt idx="10307">
                  <c:v>2.6477599999999999</c:v>
                </c:pt>
                <c:pt idx="10308">
                  <c:v>2.6480700000000001</c:v>
                </c:pt>
                <c:pt idx="10309">
                  <c:v>2.6483699999999999</c:v>
                </c:pt>
                <c:pt idx="10310">
                  <c:v>2.6486800000000001</c:v>
                </c:pt>
                <c:pt idx="10311">
                  <c:v>2.6489799999999999</c:v>
                </c:pt>
                <c:pt idx="10312">
                  <c:v>2.6492900000000001</c:v>
                </c:pt>
                <c:pt idx="10313">
                  <c:v>2.6496</c:v>
                </c:pt>
                <c:pt idx="10314">
                  <c:v>2.6499000000000001</c:v>
                </c:pt>
                <c:pt idx="10315">
                  <c:v>2.65021</c:v>
                </c:pt>
                <c:pt idx="10316">
                  <c:v>2.6505100000000001</c:v>
                </c:pt>
                <c:pt idx="10317">
                  <c:v>2.65082</c:v>
                </c:pt>
                <c:pt idx="10318">
                  <c:v>2.6511200000000001</c:v>
                </c:pt>
                <c:pt idx="10319">
                  <c:v>2.65143</c:v>
                </c:pt>
                <c:pt idx="10320">
                  <c:v>2.6517300000000001</c:v>
                </c:pt>
                <c:pt idx="10321">
                  <c:v>2.65204</c:v>
                </c:pt>
                <c:pt idx="10322">
                  <c:v>2.6523400000000001</c:v>
                </c:pt>
                <c:pt idx="10323">
                  <c:v>2.65265</c:v>
                </c:pt>
                <c:pt idx="10324">
                  <c:v>2.6529500000000001</c:v>
                </c:pt>
                <c:pt idx="10325">
                  <c:v>2.65326</c:v>
                </c:pt>
                <c:pt idx="10326">
                  <c:v>2.6535700000000002</c:v>
                </c:pt>
                <c:pt idx="10327">
                  <c:v>2.65387</c:v>
                </c:pt>
                <c:pt idx="10328">
                  <c:v>2.6541800000000002</c:v>
                </c:pt>
                <c:pt idx="10329">
                  <c:v>2.65448</c:v>
                </c:pt>
                <c:pt idx="10330">
                  <c:v>2.6547900000000002</c:v>
                </c:pt>
                <c:pt idx="10331">
                  <c:v>2.65509</c:v>
                </c:pt>
                <c:pt idx="10332">
                  <c:v>2.6554000000000002</c:v>
                </c:pt>
                <c:pt idx="10333">
                  <c:v>2.6556999999999999</c:v>
                </c:pt>
                <c:pt idx="10334">
                  <c:v>2.6560100000000002</c:v>
                </c:pt>
                <c:pt idx="10335">
                  <c:v>2.6563099999999999</c:v>
                </c:pt>
                <c:pt idx="10336">
                  <c:v>2.6566200000000002</c:v>
                </c:pt>
                <c:pt idx="10337">
                  <c:v>2.6569199999999999</c:v>
                </c:pt>
                <c:pt idx="10338">
                  <c:v>2.6572300000000002</c:v>
                </c:pt>
                <c:pt idx="10339">
                  <c:v>2.65754</c:v>
                </c:pt>
                <c:pt idx="10340">
                  <c:v>2.6578400000000002</c:v>
                </c:pt>
                <c:pt idx="10341">
                  <c:v>2.65815</c:v>
                </c:pt>
                <c:pt idx="10342">
                  <c:v>2.6584500000000002</c:v>
                </c:pt>
                <c:pt idx="10343">
                  <c:v>2.65876</c:v>
                </c:pt>
                <c:pt idx="10344">
                  <c:v>2.6590600000000002</c:v>
                </c:pt>
                <c:pt idx="10345">
                  <c:v>2.65937</c:v>
                </c:pt>
                <c:pt idx="10346">
                  <c:v>2.6596700000000002</c:v>
                </c:pt>
                <c:pt idx="10347">
                  <c:v>2.65998</c:v>
                </c:pt>
                <c:pt idx="10348">
                  <c:v>2.6602800000000002</c:v>
                </c:pt>
                <c:pt idx="10349">
                  <c:v>2.66059</c:v>
                </c:pt>
                <c:pt idx="10350">
                  <c:v>2.6608900000000002</c:v>
                </c:pt>
                <c:pt idx="10351">
                  <c:v>2.6612</c:v>
                </c:pt>
                <c:pt idx="10352">
                  <c:v>2.6615099999999998</c:v>
                </c:pt>
                <c:pt idx="10353">
                  <c:v>2.66181</c:v>
                </c:pt>
                <c:pt idx="10354">
                  <c:v>2.6621199999999998</c:v>
                </c:pt>
                <c:pt idx="10355">
                  <c:v>2.66242</c:v>
                </c:pt>
                <c:pt idx="10356">
                  <c:v>2.6627299999999998</c:v>
                </c:pt>
                <c:pt idx="10357">
                  <c:v>2.66303</c:v>
                </c:pt>
                <c:pt idx="10358">
                  <c:v>2.6633399999999998</c:v>
                </c:pt>
                <c:pt idx="10359">
                  <c:v>2.66364</c:v>
                </c:pt>
                <c:pt idx="10360">
                  <c:v>2.6639499999999998</c:v>
                </c:pt>
                <c:pt idx="10361">
                  <c:v>2.66425</c:v>
                </c:pt>
                <c:pt idx="10362">
                  <c:v>2.6645599999999998</c:v>
                </c:pt>
                <c:pt idx="10363">
                  <c:v>2.6648700000000001</c:v>
                </c:pt>
                <c:pt idx="10364">
                  <c:v>2.6651699999999998</c:v>
                </c:pt>
                <c:pt idx="10365">
                  <c:v>2.6654800000000001</c:v>
                </c:pt>
                <c:pt idx="10366">
                  <c:v>2.6657799999999998</c:v>
                </c:pt>
                <c:pt idx="10367">
                  <c:v>2.6660900000000001</c:v>
                </c:pt>
                <c:pt idx="10368">
                  <c:v>2.6663899999999998</c:v>
                </c:pt>
                <c:pt idx="10369">
                  <c:v>2.6667000000000001</c:v>
                </c:pt>
                <c:pt idx="10370">
                  <c:v>2.6669999999999998</c:v>
                </c:pt>
                <c:pt idx="10371">
                  <c:v>2.6673100000000001</c:v>
                </c:pt>
                <c:pt idx="10372">
                  <c:v>2.6676099999999998</c:v>
                </c:pt>
                <c:pt idx="10373">
                  <c:v>2.6679200000000001</c:v>
                </c:pt>
                <c:pt idx="10374">
                  <c:v>2.6682199999999998</c:v>
                </c:pt>
                <c:pt idx="10375">
                  <c:v>2.6685300000000001</c:v>
                </c:pt>
                <c:pt idx="10376">
                  <c:v>2.6688399999999999</c:v>
                </c:pt>
                <c:pt idx="10377">
                  <c:v>2.6691400000000001</c:v>
                </c:pt>
                <c:pt idx="10378">
                  <c:v>2.6694499999999999</c:v>
                </c:pt>
                <c:pt idx="10379">
                  <c:v>2.6697500000000001</c:v>
                </c:pt>
                <c:pt idx="10380">
                  <c:v>2.6700599999999999</c:v>
                </c:pt>
                <c:pt idx="10381">
                  <c:v>2.6703600000000001</c:v>
                </c:pt>
                <c:pt idx="10382">
                  <c:v>2.6706699999999999</c:v>
                </c:pt>
                <c:pt idx="10383">
                  <c:v>2.6709700000000001</c:v>
                </c:pt>
                <c:pt idx="10384">
                  <c:v>2.6712799999999999</c:v>
                </c:pt>
                <c:pt idx="10385">
                  <c:v>2.6715800000000001</c:v>
                </c:pt>
                <c:pt idx="10386">
                  <c:v>2.6718899999999999</c:v>
                </c:pt>
                <c:pt idx="10387">
                  <c:v>2.6721900000000001</c:v>
                </c:pt>
                <c:pt idx="10388">
                  <c:v>2.6724999999999999</c:v>
                </c:pt>
                <c:pt idx="10389">
                  <c:v>2.6728100000000001</c:v>
                </c:pt>
                <c:pt idx="10390">
                  <c:v>2.6731099999999999</c:v>
                </c:pt>
                <c:pt idx="10391">
                  <c:v>2.6734200000000001</c:v>
                </c:pt>
                <c:pt idx="10392">
                  <c:v>2.6737199999999999</c:v>
                </c:pt>
                <c:pt idx="10393">
                  <c:v>2.6740300000000001</c:v>
                </c:pt>
                <c:pt idx="10394">
                  <c:v>2.6743299999999999</c:v>
                </c:pt>
                <c:pt idx="10395">
                  <c:v>2.6746400000000001</c:v>
                </c:pt>
                <c:pt idx="10396">
                  <c:v>2.6749399999999999</c:v>
                </c:pt>
                <c:pt idx="10397">
                  <c:v>2.6752500000000001</c:v>
                </c:pt>
                <c:pt idx="10398">
                  <c:v>2.6755499999999999</c:v>
                </c:pt>
                <c:pt idx="10399">
                  <c:v>2.6758600000000001</c:v>
                </c:pt>
                <c:pt idx="10400">
                  <c:v>2.6761599999999999</c:v>
                </c:pt>
                <c:pt idx="10401">
                  <c:v>2.6764700000000001</c:v>
                </c:pt>
                <c:pt idx="10402">
                  <c:v>2.6767799999999999</c:v>
                </c:pt>
                <c:pt idx="10403">
                  <c:v>2.6770800000000001</c:v>
                </c:pt>
                <c:pt idx="10404">
                  <c:v>2.6773899999999999</c:v>
                </c:pt>
                <c:pt idx="10405">
                  <c:v>2.6776900000000001</c:v>
                </c:pt>
                <c:pt idx="10406">
                  <c:v>2.6779999999999999</c:v>
                </c:pt>
                <c:pt idx="10407">
                  <c:v>2.6783000000000001</c:v>
                </c:pt>
                <c:pt idx="10408">
                  <c:v>2.6786099999999999</c:v>
                </c:pt>
                <c:pt idx="10409">
                  <c:v>2.6789100000000001</c:v>
                </c:pt>
                <c:pt idx="10410">
                  <c:v>2.6792199999999999</c:v>
                </c:pt>
                <c:pt idx="10411">
                  <c:v>2.6795200000000001</c:v>
                </c:pt>
                <c:pt idx="10412">
                  <c:v>2.6798299999999999</c:v>
                </c:pt>
                <c:pt idx="10413">
                  <c:v>2.6801300000000001</c:v>
                </c:pt>
                <c:pt idx="10414">
                  <c:v>2.6804399999999999</c:v>
                </c:pt>
                <c:pt idx="10415">
                  <c:v>2.6807500000000002</c:v>
                </c:pt>
                <c:pt idx="10416">
                  <c:v>2.6810499999999999</c:v>
                </c:pt>
                <c:pt idx="10417">
                  <c:v>2.6813600000000002</c:v>
                </c:pt>
                <c:pt idx="10418">
                  <c:v>2.6816599999999999</c:v>
                </c:pt>
                <c:pt idx="10419">
                  <c:v>2.6819700000000002</c:v>
                </c:pt>
                <c:pt idx="10420">
                  <c:v>2.6822699999999999</c:v>
                </c:pt>
                <c:pt idx="10421">
                  <c:v>2.6825800000000002</c:v>
                </c:pt>
                <c:pt idx="10422">
                  <c:v>2.6828799999999999</c:v>
                </c:pt>
                <c:pt idx="10423">
                  <c:v>2.6831900000000002</c:v>
                </c:pt>
                <c:pt idx="10424">
                  <c:v>2.6834899999999999</c:v>
                </c:pt>
                <c:pt idx="10425">
                  <c:v>2.6838000000000002</c:v>
                </c:pt>
                <c:pt idx="10426">
                  <c:v>2.68411</c:v>
                </c:pt>
                <c:pt idx="10427">
                  <c:v>2.6844100000000002</c:v>
                </c:pt>
                <c:pt idx="10428">
                  <c:v>2.68472</c:v>
                </c:pt>
                <c:pt idx="10429">
                  <c:v>2.6850200000000002</c:v>
                </c:pt>
                <c:pt idx="10430">
                  <c:v>2.68533</c:v>
                </c:pt>
                <c:pt idx="10431">
                  <c:v>2.6856300000000002</c:v>
                </c:pt>
                <c:pt idx="10432">
                  <c:v>2.68594</c:v>
                </c:pt>
                <c:pt idx="10433">
                  <c:v>2.6862400000000002</c:v>
                </c:pt>
                <c:pt idx="10434">
                  <c:v>2.68655</c:v>
                </c:pt>
                <c:pt idx="10435">
                  <c:v>2.6868500000000002</c:v>
                </c:pt>
                <c:pt idx="10436">
                  <c:v>2.68716</c:v>
                </c:pt>
                <c:pt idx="10437">
                  <c:v>2.6874600000000002</c:v>
                </c:pt>
                <c:pt idx="10438">
                  <c:v>2.68777</c:v>
                </c:pt>
                <c:pt idx="10439">
                  <c:v>2.6880799999999998</c:v>
                </c:pt>
                <c:pt idx="10440">
                  <c:v>2.68838</c:v>
                </c:pt>
                <c:pt idx="10441">
                  <c:v>2.6886899999999998</c:v>
                </c:pt>
                <c:pt idx="10442">
                  <c:v>2.68899</c:v>
                </c:pt>
                <c:pt idx="10443">
                  <c:v>2.6892999999999998</c:v>
                </c:pt>
                <c:pt idx="10444">
                  <c:v>2.6896</c:v>
                </c:pt>
                <c:pt idx="10445">
                  <c:v>2.6899099999999998</c:v>
                </c:pt>
                <c:pt idx="10446">
                  <c:v>2.69021</c:v>
                </c:pt>
                <c:pt idx="10447">
                  <c:v>2.6905199999999998</c:v>
                </c:pt>
                <c:pt idx="10448">
                  <c:v>2.69082</c:v>
                </c:pt>
                <c:pt idx="10449">
                  <c:v>2.6911299999999998</c:v>
                </c:pt>
                <c:pt idx="10450">
                  <c:v>2.69143</c:v>
                </c:pt>
                <c:pt idx="10451">
                  <c:v>2.6917399999999998</c:v>
                </c:pt>
                <c:pt idx="10452">
                  <c:v>2.6920500000000001</c:v>
                </c:pt>
                <c:pt idx="10453">
                  <c:v>2.6923499999999998</c:v>
                </c:pt>
                <c:pt idx="10454">
                  <c:v>2.6926600000000001</c:v>
                </c:pt>
                <c:pt idx="10455">
                  <c:v>2.6929599999999998</c:v>
                </c:pt>
                <c:pt idx="10456">
                  <c:v>2.6932700000000001</c:v>
                </c:pt>
                <c:pt idx="10457">
                  <c:v>2.6935699999999998</c:v>
                </c:pt>
                <c:pt idx="10458">
                  <c:v>2.6938800000000001</c:v>
                </c:pt>
                <c:pt idx="10459">
                  <c:v>2.6941799999999998</c:v>
                </c:pt>
                <c:pt idx="10460">
                  <c:v>2.6944900000000001</c:v>
                </c:pt>
                <c:pt idx="10461">
                  <c:v>2.6947899999999998</c:v>
                </c:pt>
                <c:pt idx="10462">
                  <c:v>2.6951000000000001</c:v>
                </c:pt>
                <c:pt idx="10463">
                  <c:v>2.6953999999999998</c:v>
                </c:pt>
                <c:pt idx="10464">
                  <c:v>2.6957100000000001</c:v>
                </c:pt>
                <c:pt idx="10465">
                  <c:v>2.6960199999999999</c:v>
                </c:pt>
                <c:pt idx="10466">
                  <c:v>2.6963200000000001</c:v>
                </c:pt>
                <c:pt idx="10467">
                  <c:v>2.6966299999999999</c:v>
                </c:pt>
                <c:pt idx="10468">
                  <c:v>2.69693</c:v>
                </c:pt>
                <c:pt idx="10469">
                  <c:v>2.6972399999999999</c:v>
                </c:pt>
                <c:pt idx="10470">
                  <c:v>2.69754</c:v>
                </c:pt>
                <c:pt idx="10471">
                  <c:v>2.6978499999999999</c:v>
                </c:pt>
                <c:pt idx="10472">
                  <c:v>2.69815</c:v>
                </c:pt>
                <c:pt idx="10473">
                  <c:v>2.6984599999999999</c:v>
                </c:pt>
                <c:pt idx="10474">
                  <c:v>2.69876</c:v>
                </c:pt>
                <c:pt idx="10475">
                  <c:v>2.6990699999999999</c:v>
                </c:pt>
                <c:pt idx="10476">
                  <c:v>2.69937</c:v>
                </c:pt>
                <c:pt idx="10477">
                  <c:v>2.6996799999999999</c:v>
                </c:pt>
                <c:pt idx="10478">
                  <c:v>2.6999900000000001</c:v>
                </c:pt>
                <c:pt idx="10479">
                  <c:v>2.7002899999999999</c:v>
                </c:pt>
                <c:pt idx="10480">
                  <c:v>2.7006000000000001</c:v>
                </c:pt>
                <c:pt idx="10481">
                  <c:v>2.7008999999999999</c:v>
                </c:pt>
                <c:pt idx="10482">
                  <c:v>2.7012100000000001</c:v>
                </c:pt>
                <c:pt idx="10483">
                  <c:v>2.7015099999999999</c:v>
                </c:pt>
                <c:pt idx="10484">
                  <c:v>2.7018200000000001</c:v>
                </c:pt>
                <c:pt idx="10485">
                  <c:v>2.7021199999999999</c:v>
                </c:pt>
                <c:pt idx="10486">
                  <c:v>2.7024300000000001</c:v>
                </c:pt>
                <c:pt idx="10487">
                  <c:v>2.7027299999999999</c:v>
                </c:pt>
                <c:pt idx="10488">
                  <c:v>2.7030400000000001</c:v>
                </c:pt>
                <c:pt idx="10489">
                  <c:v>2.7033499999999999</c:v>
                </c:pt>
                <c:pt idx="10490">
                  <c:v>2.7036500000000001</c:v>
                </c:pt>
                <c:pt idx="10491">
                  <c:v>2.7039599999999999</c:v>
                </c:pt>
                <c:pt idx="10492">
                  <c:v>2.7042600000000001</c:v>
                </c:pt>
                <c:pt idx="10493">
                  <c:v>2.7045699999999999</c:v>
                </c:pt>
                <c:pt idx="10494">
                  <c:v>2.7048700000000001</c:v>
                </c:pt>
                <c:pt idx="10495">
                  <c:v>2.7051799999999999</c:v>
                </c:pt>
                <c:pt idx="10496">
                  <c:v>2.7054800000000001</c:v>
                </c:pt>
                <c:pt idx="10497">
                  <c:v>2.7057899999999999</c:v>
                </c:pt>
                <c:pt idx="10498">
                  <c:v>2.7060900000000001</c:v>
                </c:pt>
                <c:pt idx="10499">
                  <c:v>2.7063999999999999</c:v>
                </c:pt>
                <c:pt idx="10500">
                  <c:v>2.7067000000000001</c:v>
                </c:pt>
                <c:pt idx="10501">
                  <c:v>2.7070099999999999</c:v>
                </c:pt>
                <c:pt idx="10502">
                  <c:v>2.7073200000000002</c:v>
                </c:pt>
                <c:pt idx="10503">
                  <c:v>2.7076199999999999</c:v>
                </c:pt>
                <c:pt idx="10504">
                  <c:v>2.7079300000000002</c:v>
                </c:pt>
                <c:pt idx="10505">
                  <c:v>2.7082299999999999</c:v>
                </c:pt>
                <c:pt idx="10506">
                  <c:v>2.7085400000000002</c:v>
                </c:pt>
                <c:pt idx="10507">
                  <c:v>2.7088399999999999</c:v>
                </c:pt>
                <c:pt idx="10508">
                  <c:v>2.7091500000000002</c:v>
                </c:pt>
                <c:pt idx="10509">
                  <c:v>2.7094499999999999</c:v>
                </c:pt>
                <c:pt idx="10510">
                  <c:v>2.7097600000000002</c:v>
                </c:pt>
                <c:pt idx="10511">
                  <c:v>2.7100599999999999</c:v>
                </c:pt>
                <c:pt idx="10512">
                  <c:v>2.7103700000000002</c:v>
                </c:pt>
                <c:pt idx="10513">
                  <c:v>2.7106699999999999</c:v>
                </c:pt>
                <c:pt idx="10514">
                  <c:v>2.7109800000000002</c:v>
                </c:pt>
                <c:pt idx="10515">
                  <c:v>2.71129</c:v>
                </c:pt>
                <c:pt idx="10516">
                  <c:v>2.7115900000000002</c:v>
                </c:pt>
                <c:pt idx="10517">
                  <c:v>2.7119</c:v>
                </c:pt>
                <c:pt idx="10518">
                  <c:v>2.7122000000000002</c:v>
                </c:pt>
                <c:pt idx="10519">
                  <c:v>2.71251</c:v>
                </c:pt>
                <c:pt idx="10520">
                  <c:v>2.7128100000000002</c:v>
                </c:pt>
                <c:pt idx="10521">
                  <c:v>2.71312</c:v>
                </c:pt>
                <c:pt idx="10522">
                  <c:v>2.7134200000000002</c:v>
                </c:pt>
                <c:pt idx="10523">
                  <c:v>2.71373</c:v>
                </c:pt>
                <c:pt idx="10524">
                  <c:v>2.7140300000000002</c:v>
                </c:pt>
                <c:pt idx="10525">
                  <c:v>2.71434</c:v>
                </c:pt>
                <c:pt idx="10526">
                  <c:v>2.7146400000000002</c:v>
                </c:pt>
                <c:pt idx="10527">
                  <c:v>2.71495</c:v>
                </c:pt>
                <c:pt idx="10528">
                  <c:v>2.7152599999999998</c:v>
                </c:pt>
                <c:pt idx="10529">
                  <c:v>2.71556</c:v>
                </c:pt>
                <c:pt idx="10530">
                  <c:v>2.7158699999999998</c:v>
                </c:pt>
                <c:pt idx="10531">
                  <c:v>2.71617</c:v>
                </c:pt>
                <c:pt idx="10532">
                  <c:v>2.7164799999999998</c:v>
                </c:pt>
                <c:pt idx="10533">
                  <c:v>2.71678</c:v>
                </c:pt>
                <c:pt idx="10534">
                  <c:v>2.7170899999999998</c:v>
                </c:pt>
                <c:pt idx="10535">
                  <c:v>2.71739</c:v>
                </c:pt>
                <c:pt idx="10536">
                  <c:v>2.7176999999999998</c:v>
                </c:pt>
                <c:pt idx="10537">
                  <c:v>2.718</c:v>
                </c:pt>
                <c:pt idx="10538">
                  <c:v>2.7183099999999998</c:v>
                </c:pt>
                <c:pt idx="10539">
                  <c:v>2.71862</c:v>
                </c:pt>
                <c:pt idx="10540">
                  <c:v>2.7189199999999998</c:v>
                </c:pt>
                <c:pt idx="10541">
                  <c:v>2.71923</c:v>
                </c:pt>
                <c:pt idx="10542">
                  <c:v>2.7195299999999998</c:v>
                </c:pt>
                <c:pt idx="10543">
                  <c:v>2.71984</c:v>
                </c:pt>
                <c:pt idx="10544">
                  <c:v>2.7201399999999998</c:v>
                </c:pt>
                <c:pt idx="10545">
                  <c:v>2.72045</c:v>
                </c:pt>
                <c:pt idx="10546">
                  <c:v>2.7207499999999998</c:v>
                </c:pt>
                <c:pt idx="10547">
                  <c:v>2.72106</c:v>
                </c:pt>
                <c:pt idx="10548">
                  <c:v>2.7213599999999998</c:v>
                </c:pt>
                <c:pt idx="10549">
                  <c:v>2.72167</c:v>
                </c:pt>
                <c:pt idx="10550">
                  <c:v>2.7219699999999998</c:v>
                </c:pt>
                <c:pt idx="10551">
                  <c:v>2.72228</c:v>
                </c:pt>
                <c:pt idx="10552">
                  <c:v>2.7225899999999998</c:v>
                </c:pt>
                <c:pt idx="10553">
                  <c:v>2.72289</c:v>
                </c:pt>
                <c:pt idx="10554">
                  <c:v>2.7231999999999998</c:v>
                </c:pt>
                <c:pt idx="10555">
                  <c:v>2.7235</c:v>
                </c:pt>
                <c:pt idx="10556">
                  <c:v>2.7238099999999998</c:v>
                </c:pt>
                <c:pt idx="10557">
                  <c:v>2.72411</c:v>
                </c:pt>
                <c:pt idx="10558">
                  <c:v>2.7244199999999998</c:v>
                </c:pt>
                <c:pt idx="10559">
                  <c:v>2.72472</c:v>
                </c:pt>
                <c:pt idx="10560">
                  <c:v>2.7250299999999998</c:v>
                </c:pt>
                <c:pt idx="10561">
                  <c:v>2.72533</c:v>
                </c:pt>
                <c:pt idx="10562">
                  <c:v>2.7256399999999998</c:v>
                </c:pt>
                <c:pt idx="10563">
                  <c:v>2.72594</c:v>
                </c:pt>
                <c:pt idx="10564">
                  <c:v>2.7262499999999998</c:v>
                </c:pt>
                <c:pt idx="10565">
                  <c:v>2.7265600000000001</c:v>
                </c:pt>
                <c:pt idx="10566">
                  <c:v>2.7268599999999998</c:v>
                </c:pt>
                <c:pt idx="10567">
                  <c:v>2.7271700000000001</c:v>
                </c:pt>
                <c:pt idx="10568">
                  <c:v>2.7274699999999998</c:v>
                </c:pt>
                <c:pt idx="10569">
                  <c:v>2.7277800000000001</c:v>
                </c:pt>
                <c:pt idx="10570">
                  <c:v>2.7280799999999998</c:v>
                </c:pt>
                <c:pt idx="10571">
                  <c:v>2.7283900000000001</c:v>
                </c:pt>
                <c:pt idx="10572">
                  <c:v>2.7286899999999998</c:v>
                </c:pt>
                <c:pt idx="10573">
                  <c:v>2.7290000000000001</c:v>
                </c:pt>
                <c:pt idx="10574">
                  <c:v>2.7292999999999998</c:v>
                </c:pt>
                <c:pt idx="10575">
                  <c:v>2.7296100000000001</c:v>
                </c:pt>
                <c:pt idx="10576">
                  <c:v>2.7299099999999998</c:v>
                </c:pt>
                <c:pt idx="10577">
                  <c:v>2.7302200000000001</c:v>
                </c:pt>
                <c:pt idx="10578">
                  <c:v>2.7305299999999999</c:v>
                </c:pt>
                <c:pt idx="10579">
                  <c:v>2.7308300000000001</c:v>
                </c:pt>
                <c:pt idx="10580">
                  <c:v>2.7311399999999999</c:v>
                </c:pt>
                <c:pt idx="10581">
                  <c:v>2.7314400000000001</c:v>
                </c:pt>
                <c:pt idx="10582">
                  <c:v>2.7317499999999999</c:v>
                </c:pt>
                <c:pt idx="10583">
                  <c:v>2.7320500000000001</c:v>
                </c:pt>
                <c:pt idx="10584">
                  <c:v>2.7323599999999999</c:v>
                </c:pt>
                <c:pt idx="10585">
                  <c:v>2.7326600000000001</c:v>
                </c:pt>
                <c:pt idx="10586">
                  <c:v>2.7329699999999999</c:v>
                </c:pt>
                <c:pt idx="10587">
                  <c:v>2.7332700000000001</c:v>
                </c:pt>
                <c:pt idx="10588">
                  <c:v>2.7335799999999999</c:v>
                </c:pt>
                <c:pt idx="10589">
                  <c:v>2.7338800000000001</c:v>
                </c:pt>
                <c:pt idx="10590">
                  <c:v>2.7341899999999999</c:v>
                </c:pt>
                <c:pt idx="10591">
                  <c:v>2.7345000000000002</c:v>
                </c:pt>
                <c:pt idx="10592">
                  <c:v>2.7347999999999999</c:v>
                </c:pt>
                <c:pt idx="10593">
                  <c:v>2.7351100000000002</c:v>
                </c:pt>
                <c:pt idx="10594">
                  <c:v>2.7354099999999999</c:v>
                </c:pt>
                <c:pt idx="10595">
                  <c:v>2.7357200000000002</c:v>
                </c:pt>
                <c:pt idx="10596">
                  <c:v>2.7360199999999999</c:v>
                </c:pt>
                <c:pt idx="10597">
                  <c:v>2.7363300000000002</c:v>
                </c:pt>
                <c:pt idx="10598">
                  <c:v>2.7366299999999999</c:v>
                </c:pt>
                <c:pt idx="10599">
                  <c:v>2.7369400000000002</c:v>
                </c:pt>
                <c:pt idx="10600">
                  <c:v>2.7372399999999999</c:v>
                </c:pt>
                <c:pt idx="10601">
                  <c:v>2.7375500000000001</c:v>
                </c:pt>
                <c:pt idx="10602">
                  <c:v>2.73786</c:v>
                </c:pt>
                <c:pt idx="10603">
                  <c:v>2.7381600000000001</c:v>
                </c:pt>
                <c:pt idx="10604">
                  <c:v>2.73847</c:v>
                </c:pt>
                <c:pt idx="10605">
                  <c:v>2.7387700000000001</c:v>
                </c:pt>
                <c:pt idx="10606">
                  <c:v>2.73908</c:v>
                </c:pt>
                <c:pt idx="10607">
                  <c:v>2.7393800000000001</c:v>
                </c:pt>
                <c:pt idx="10608">
                  <c:v>2.73969</c:v>
                </c:pt>
                <c:pt idx="10609">
                  <c:v>2.7399900000000001</c:v>
                </c:pt>
                <c:pt idx="10610">
                  <c:v>2.7403</c:v>
                </c:pt>
                <c:pt idx="10611">
                  <c:v>2.7406000000000001</c:v>
                </c:pt>
                <c:pt idx="10612">
                  <c:v>2.74091</c:v>
                </c:pt>
                <c:pt idx="10613">
                  <c:v>2.7412100000000001</c:v>
                </c:pt>
                <c:pt idx="10614">
                  <c:v>2.74152</c:v>
                </c:pt>
                <c:pt idx="10615">
                  <c:v>2.7418300000000002</c:v>
                </c:pt>
                <c:pt idx="10616">
                  <c:v>2.74213</c:v>
                </c:pt>
                <c:pt idx="10617">
                  <c:v>2.7424400000000002</c:v>
                </c:pt>
                <c:pt idx="10618">
                  <c:v>2.74274</c:v>
                </c:pt>
                <c:pt idx="10619">
                  <c:v>2.7430500000000002</c:v>
                </c:pt>
                <c:pt idx="10620">
                  <c:v>2.74335</c:v>
                </c:pt>
                <c:pt idx="10621">
                  <c:v>2.7436600000000002</c:v>
                </c:pt>
                <c:pt idx="10622">
                  <c:v>2.74396</c:v>
                </c:pt>
                <c:pt idx="10623">
                  <c:v>2.7442700000000002</c:v>
                </c:pt>
                <c:pt idx="10624">
                  <c:v>2.74457</c:v>
                </c:pt>
                <c:pt idx="10625">
                  <c:v>2.7448800000000002</c:v>
                </c:pt>
                <c:pt idx="10626">
                  <c:v>2.74518</c:v>
                </c:pt>
                <c:pt idx="10627">
                  <c:v>2.7454900000000002</c:v>
                </c:pt>
                <c:pt idx="10628">
                  <c:v>2.7458</c:v>
                </c:pt>
                <c:pt idx="10629">
                  <c:v>2.7461000000000002</c:v>
                </c:pt>
                <c:pt idx="10630">
                  <c:v>2.74641</c:v>
                </c:pt>
                <c:pt idx="10631">
                  <c:v>2.7467100000000002</c:v>
                </c:pt>
                <c:pt idx="10632">
                  <c:v>2.74702</c:v>
                </c:pt>
                <c:pt idx="10633">
                  <c:v>2.7473200000000002</c:v>
                </c:pt>
                <c:pt idx="10634">
                  <c:v>2.74763</c:v>
                </c:pt>
                <c:pt idx="10635">
                  <c:v>2.7479300000000002</c:v>
                </c:pt>
                <c:pt idx="10636">
                  <c:v>2.74824</c:v>
                </c:pt>
                <c:pt idx="10637">
                  <c:v>2.7485400000000002</c:v>
                </c:pt>
                <c:pt idx="10638">
                  <c:v>2.74885</c:v>
                </c:pt>
                <c:pt idx="10639">
                  <c:v>2.7491500000000002</c:v>
                </c:pt>
                <c:pt idx="10640">
                  <c:v>2.74946</c:v>
                </c:pt>
                <c:pt idx="10641">
                  <c:v>2.7497699999999998</c:v>
                </c:pt>
                <c:pt idx="10642">
                  <c:v>2.75007</c:v>
                </c:pt>
                <c:pt idx="10643">
                  <c:v>2.7503799999999998</c:v>
                </c:pt>
                <c:pt idx="10644">
                  <c:v>2.75068</c:v>
                </c:pt>
                <c:pt idx="10645">
                  <c:v>2.7509899999999998</c:v>
                </c:pt>
                <c:pt idx="10646">
                  <c:v>2.75129</c:v>
                </c:pt>
                <c:pt idx="10647">
                  <c:v>2.7515999999999998</c:v>
                </c:pt>
                <c:pt idx="10648">
                  <c:v>2.7519</c:v>
                </c:pt>
                <c:pt idx="10649">
                  <c:v>2.7522099999999998</c:v>
                </c:pt>
                <c:pt idx="10650">
                  <c:v>2.75251</c:v>
                </c:pt>
                <c:pt idx="10651">
                  <c:v>2.7528199999999998</c:v>
                </c:pt>
                <c:pt idx="10652">
                  <c:v>2.75312</c:v>
                </c:pt>
                <c:pt idx="10653">
                  <c:v>2.7534299999999998</c:v>
                </c:pt>
                <c:pt idx="10654">
                  <c:v>2.7537400000000001</c:v>
                </c:pt>
                <c:pt idx="10655">
                  <c:v>2.7540399999999998</c:v>
                </c:pt>
                <c:pt idx="10656">
                  <c:v>2.7543500000000001</c:v>
                </c:pt>
                <c:pt idx="10657">
                  <c:v>2.7546499999999998</c:v>
                </c:pt>
                <c:pt idx="10658">
                  <c:v>2.7549600000000001</c:v>
                </c:pt>
                <c:pt idx="10659">
                  <c:v>2.7552599999999998</c:v>
                </c:pt>
                <c:pt idx="10660">
                  <c:v>2.7555700000000001</c:v>
                </c:pt>
                <c:pt idx="10661">
                  <c:v>2.7558699999999998</c:v>
                </c:pt>
                <c:pt idx="10662">
                  <c:v>2.7561800000000001</c:v>
                </c:pt>
                <c:pt idx="10663">
                  <c:v>2.7564799999999998</c:v>
                </c:pt>
                <c:pt idx="10664">
                  <c:v>2.7567900000000001</c:v>
                </c:pt>
                <c:pt idx="10665">
                  <c:v>2.7570999999999999</c:v>
                </c:pt>
                <c:pt idx="10666">
                  <c:v>2.7574000000000001</c:v>
                </c:pt>
                <c:pt idx="10667">
                  <c:v>2.7577099999999999</c:v>
                </c:pt>
                <c:pt idx="10668">
                  <c:v>2.7580100000000001</c:v>
                </c:pt>
                <c:pt idx="10669">
                  <c:v>2.7583199999999999</c:v>
                </c:pt>
                <c:pt idx="10670">
                  <c:v>2.7586200000000001</c:v>
                </c:pt>
                <c:pt idx="10671">
                  <c:v>2.7589299999999999</c:v>
                </c:pt>
                <c:pt idx="10672">
                  <c:v>2.7592300000000001</c:v>
                </c:pt>
                <c:pt idx="10673">
                  <c:v>2.7595399999999999</c:v>
                </c:pt>
                <c:pt idx="10674">
                  <c:v>2.7598400000000001</c:v>
                </c:pt>
                <c:pt idx="10675">
                  <c:v>2.7601499999999999</c:v>
                </c:pt>
                <c:pt idx="10676">
                  <c:v>2.7604500000000001</c:v>
                </c:pt>
                <c:pt idx="10677">
                  <c:v>2.7607599999999999</c:v>
                </c:pt>
                <c:pt idx="10678">
                  <c:v>2.7610700000000001</c:v>
                </c:pt>
                <c:pt idx="10679">
                  <c:v>2.7613699999999999</c:v>
                </c:pt>
                <c:pt idx="10680">
                  <c:v>2.7616800000000001</c:v>
                </c:pt>
                <c:pt idx="10681">
                  <c:v>2.7619799999999999</c:v>
                </c:pt>
                <c:pt idx="10682">
                  <c:v>2.7622900000000001</c:v>
                </c:pt>
                <c:pt idx="10683">
                  <c:v>2.7625899999999999</c:v>
                </c:pt>
                <c:pt idx="10684">
                  <c:v>2.7629000000000001</c:v>
                </c:pt>
                <c:pt idx="10685">
                  <c:v>2.7631999999999999</c:v>
                </c:pt>
                <c:pt idx="10686">
                  <c:v>2.7635100000000001</c:v>
                </c:pt>
                <c:pt idx="10687">
                  <c:v>2.7638099999999999</c:v>
                </c:pt>
                <c:pt idx="10688">
                  <c:v>2.7641200000000001</c:v>
                </c:pt>
                <c:pt idx="10689">
                  <c:v>2.7644199999999999</c:v>
                </c:pt>
                <c:pt idx="10690">
                  <c:v>2.7647300000000001</c:v>
                </c:pt>
                <c:pt idx="10691">
                  <c:v>2.7650399999999999</c:v>
                </c:pt>
                <c:pt idx="10692">
                  <c:v>2.7653400000000001</c:v>
                </c:pt>
                <c:pt idx="10693">
                  <c:v>2.7656499999999999</c:v>
                </c:pt>
                <c:pt idx="10694">
                  <c:v>2.7659500000000001</c:v>
                </c:pt>
                <c:pt idx="10695">
                  <c:v>2.7662599999999999</c:v>
                </c:pt>
                <c:pt idx="10696">
                  <c:v>2.7665600000000001</c:v>
                </c:pt>
                <c:pt idx="10697">
                  <c:v>2.7668699999999999</c:v>
                </c:pt>
                <c:pt idx="10698">
                  <c:v>2.7671700000000001</c:v>
                </c:pt>
                <c:pt idx="10699">
                  <c:v>2.7674799999999999</c:v>
                </c:pt>
                <c:pt idx="10700">
                  <c:v>2.7677800000000001</c:v>
                </c:pt>
                <c:pt idx="10701">
                  <c:v>2.7680899999999999</c:v>
                </c:pt>
                <c:pt idx="10702">
                  <c:v>2.7683900000000001</c:v>
                </c:pt>
                <c:pt idx="10703">
                  <c:v>2.7686999999999999</c:v>
                </c:pt>
                <c:pt idx="10704">
                  <c:v>2.7690100000000002</c:v>
                </c:pt>
                <c:pt idx="10705">
                  <c:v>2.7693099999999999</c:v>
                </c:pt>
                <c:pt idx="10706">
                  <c:v>2.7696200000000002</c:v>
                </c:pt>
                <c:pt idx="10707">
                  <c:v>2.7699199999999999</c:v>
                </c:pt>
                <c:pt idx="10708">
                  <c:v>2.7702300000000002</c:v>
                </c:pt>
                <c:pt idx="10709">
                  <c:v>2.7705299999999999</c:v>
                </c:pt>
                <c:pt idx="10710">
                  <c:v>2.7708400000000002</c:v>
                </c:pt>
                <c:pt idx="10711">
                  <c:v>2.7711399999999999</c:v>
                </c:pt>
                <c:pt idx="10712">
                  <c:v>2.7714500000000002</c:v>
                </c:pt>
                <c:pt idx="10713">
                  <c:v>2.7717499999999999</c:v>
                </c:pt>
                <c:pt idx="10714">
                  <c:v>2.7720600000000002</c:v>
                </c:pt>
                <c:pt idx="10715">
                  <c:v>2.77237</c:v>
                </c:pt>
                <c:pt idx="10716">
                  <c:v>2.7726700000000002</c:v>
                </c:pt>
                <c:pt idx="10717">
                  <c:v>2.77298</c:v>
                </c:pt>
                <c:pt idx="10718">
                  <c:v>2.7732800000000002</c:v>
                </c:pt>
                <c:pt idx="10719">
                  <c:v>2.77359</c:v>
                </c:pt>
                <c:pt idx="10720">
                  <c:v>2.7738900000000002</c:v>
                </c:pt>
                <c:pt idx="10721">
                  <c:v>2.7742</c:v>
                </c:pt>
                <c:pt idx="10722">
                  <c:v>2.7745000000000002</c:v>
                </c:pt>
                <c:pt idx="10723">
                  <c:v>2.77481</c:v>
                </c:pt>
                <c:pt idx="10724">
                  <c:v>2.7751100000000002</c:v>
                </c:pt>
                <c:pt idx="10725">
                  <c:v>2.77542</c:v>
                </c:pt>
                <c:pt idx="10726">
                  <c:v>2.7757200000000002</c:v>
                </c:pt>
                <c:pt idx="10727">
                  <c:v>2.77603</c:v>
                </c:pt>
                <c:pt idx="10728">
                  <c:v>2.7763399999999998</c:v>
                </c:pt>
                <c:pt idx="10729">
                  <c:v>2.77664</c:v>
                </c:pt>
                <c:pt idx="10730">
                  <c:v>2.7769499999999998</c:v>
                </c:pt>
                <c:pt idx="10731">
                  <c:v>2.77725</c:v>
                </c:pt>
                <c:pt idx="10732">
                  <c:v>2.7775599999999998</c:v>
                </c:pt>
                <c:pt idx="10733">
                  <c:v>2.77786</c:v>
                </c:pt>
                <c:pt idx="10734">
                  <c:v>2.7781699999999998</c:v>
                </c:pt>
                <c:pt idx="10735">
                  <c:v>2.77847</c:v>
                </c:pt>
                <c:pt idx="10736">
                  <c:v>2.7787799999999998</c:v>
                </c:pt>
                <c:pt idx="10737">
                  <c:v>2.77908</c:v>
                </c:pt>
                <c:pt idx="10738">
                  <c:v>2.7793899999999998</c:v>
                </c:pt>
                <c:pt idx="10739">
                  <c:v>2.77969</c:v>
                </c:pt>
                <c:pt idx="10740">
                  <c:v>2.78</c:v>
                </c:pt>
                <c:pt idx="10741">
                  <c:v>2.7803100000000001</c:v>
                </c:pt>
                <c:pt idx="10742">
                  <c:v>2.7806099999999998</c:v>
                </c:pt>
                <c:pt idx="10743">
                  <c:v>2.7809200000000001</c:v>
                </c:pt>
                <c:pt idx="10744">
                  <c:v>2.7812199999999998</c:v>
                </c:pt>
                <c:pt idx="10745">
                  <c:v>2.7815300000000001</c:v>
                </c:pt>
                <c:pt idx="10746">
                  <c:v>2.7818299999999998</c:v>
                </c:pt>
                <c:pt idx="10747">
                  <c:v>2.7821400000000001</c:v>
                </c:pt>
                <c:pt idx="10748">
                  <c:v>2.7824399999999998</c:v>
                </c:pt>
                <c:pt idx="10749">
                  <c:v>2.7827500000000001</c:v>
                </c:pt>
                <c:pt idx="10750">
                  <c:v>2.7830499999999998</c:v>
                </c:pt>
                <c:pt idx="10751">
                  <c:v>2.7833600000000001</c:v>
                </c:pt>
                <c:pt idx="10752">
                  <c:v>2.7836599999999998</c:v>
                </c:pt>
                <c:pt idx="10753">
                  <c:v>2.7839700000000001</c:v>
                </c:pt>
                <c:pt idx="10754">
                  <c:v>2.7842799999999999</c:v>
                </c:pt>
                <c:pt idx="10755">
                  <c:v>2.7845800000000001</c:v>
                </c:pt>
                <c:pt idx="10756">
                  <c:v>2.7848899999999999</c:v>
                </c:pt>
                <c:pt idx="10757">
                  <c:v>2.7851900000000001</c:v>
                </c:pt>
                <c:pt idx="10758">
                  <c:v>2.7854999999999999</c:v>
                </c:pt>
                <c:pt idx="10759">
                  <c:v>2.7858000000000001</c:v>
                </c:pt>
                <c:pt idx="10760">
                  <c:v>2.7861099999999999</c:v>
                </c:pt>
                <c:pt idx="10761">
                  <c:v>2.7864100000000001</c:v>
                </c:pt>
                <c:pt idx="10762">
                  <c:v>2.7867199999999999</c:v>
                </c:pt>
                <c:pt idx="10763">
                  <c:v>2.7870200000000001</c:v>
                </c:pt>
                <c:pt idx="10764">
                  <c:v>2.7873299999999999</c:v>
                </c:pt>
                <c:pt idx="10765">
                  <c:v>2.7876300000000001</c:v>
                </c:pt>
                <c:pt idx="10766">
                  <c:v>2.7879399999999999</c:v>
                </c:pt>
                <c:pt idx="10767">
                  <c:v>2.7882500000000001</c:v>
                </c:pt>
                <c:pt idx="10768">
                  <c:v>2.7885499999999999</c:v>
                </c:pt>
                <c:pt idx="10769">
                  <c:v>2.7888600000000001</c:v>
                </c:pt>
                <c:pt idx="10770">
                  <c:v>2.7891599999999999</c:v>
                </c:pt>
                <c:pt idx="10771">
                  <c:v>2.7894700000000001</c:v>
                </c:pt>
                <c:pt idx="10772">
                  <c:v>2.7897699999999999</c:v>
                </c:pt>
                <c:pt idx="10773">
                  <c:v>2.7900800000000001</c:v>
                </c:pt>
                <c:pt idx="10774">
                  <c:v>2.7903799999999999</c:v>
                </c:pt>
                <c:pt idx="10775">
                  <c:v>2.7906900000000001</c:v>
                </c:pt>
                <c:pt idx="10776">
                  <c:v>2.7909899999999999</c:v>
                </c:pt>
                <c:pt idx="10777">
                  <c:v>2.7913000000000001</c:v>
                </c:pt>
                <c:pt idx="10778">
                  <c:v>2.7916099999999999</c:v>
                </c:pt>
                <c:pt idx="10779">
                  <c:v>2.7919100000000001</c:v>
                </c:pt>
                <c:pt idx="10780">
                  <c:v>2.7922199999999999</c:v>
                </c:pt>
                <c:pt idx="10781">
                  <c:v>2.7925200000000001</c:v>
                </c:pt>
                <c:pt idx="10782">
                  <c:v>2.7928299999999999</c:v>
                </c:pt>
                <c:pt idx="10783">
                  <c:v>2.7931300000000001</c:v>
                </c:pt>
                <c:pt idx="10784">
                  <c:v>2.7934399999999999</c:v>
                </c:pt>
                <c:pt idx="10785">
                  <c:v>2.7937400000000001</c:v>
                </c:pt>
                <c:pt idx="10786">
                  <c:v>2.7940499999999999</c:v>
                </c:pt>
                <c:pt idx="10787">
                  <c:v>2.7943500000000001</c:v>
                </c:pt>
                <c:pt idx="10788">
                  <c:v>2.7946599999999999</c:v>
                </c:pt>
                <c:pt idx="10789">
                  <c:v>2.7949600000000001</c:v>
                </c:pt>
                <c:pt idx="10790">
                  <c:v>2.7952699999999999</c:v>
                </c:pt>
                <c:pt idx="10791">
                  <c:v>2.7955800000000002</c:v>
                </c:pt>
                <c:pt idx="10792">
                  <c:v>2.7958799999999999</c:v>
                </c:pt>
                <c:pt idx="10793">
                  <c:v>2.7961900000000002</c:v>
                </c:pt>
                <c:pt idx="10794">
                  <c:v>2.7964899999999999</c:v>
                </c:pt>
                <c:pt idx="10795">
                  <c:v>2.7968000000000002</c:v>
                </c:pt>
                <c:pt idx="10796">
                  <c:v>2.7970999999999999</c:v>
                </c:pt>
                <c:pt idx="10797">
                  <c:v>2.7974100000000002</c:v>
                </c:pt>
                <c:pt idx="10798">
                  <c:v>2.7977099999999999</c:v>
                </c:pt>
                <c:pt idx="10799">
                  <c:v>2.7980200000000002</c:v>
                </c:pt>
                <c:pt idx="10800">
                  <c:v>2.7983199999999999</c:v>
                </c:pt>
                <c:pt idx="10801">
                  <c:v>2.7986300000000002</c:v>
                </c:pt>
                <c:pt idx="10802">
                  <c:v>2.7989299999999999</c:v>
                </c:pt>
                <c:pt idx="10803">
                  <c:v>2.7992400000000002</c:v>
                </c:pt>
                <c:pt idx="10804">
                  <c:v>2.79955</c:v>
                </c:pt>
                <c:pt idx="10805">
                  <c:v>2.7998500000000002</c:v>
                </c:pt>
                <c:pt idx="10806">
                  <c:v>2.80016</c:v>
                </c:pt>
                <c:pt idx="10807">
                  <c:v>2.8004600000000002</c:v>
                </c:pt>
                <c:pt idx="10808">
                  <c:v>2.80077</c:v>
                </c:pt>
                <c:pt idx="10809">
                  <c:v>2.8010700000000002</c:v>
                </c:pt>
                <c:pt idx="10810">
                  <c:v>2.80138</c:v>
                </c:pt>
                <c:pt idx="10811">
                  <c:v>2.8016800000000002</c:v>
                </c:pt>
                <c:pt idx="10812">
                  <c:v>2.80199</c:v>
                </c:pt>
                <c:pt idx="10813">
                  <c:v>2.8022900000000002</c:v>
                </c:pt>
                <c:pt idx="10814">
                  <c:v>2.8026</c:v>
                </c:pt>
                <c:pt idx="10815">
                  <c:v>2.8029000000000002</c:v>
                </c:pt>
                <c:pt idx="10816">
                  <c:v>2.80321</c:v>
                </c:pt>
                <c:pt idx="10817">
                  <c:v>2.8035199999999998</c:v>
                </c:pt>
                <c:pt idx="10818">
                  <c:v>2.80382</c:v>
                </c:pt>
                <c:pt idx="10819">
                  <c:v>2.8041299999999998</c:v>
                </c:pt>
                <c:pt idx="10820">
                  <c:v>2.80443</c:v>
                </c:pt>
                <c:pt idx="10821">
                  <c:v>2.8047399999999998</c:v>
                </c:pt>
                <c:pt idx="10822">
                  <c:v>2.80504</c:v>
                </c:pt>
                <c:pt idx="10823">
                  <c:v>2.8053499999999998</c:v>
                </c:pt>
                <c:pt idx="10824">
                  <c:v>2.80565</c:v>
                </c:pt>
                <c:pt idx="10825">
                  <c:v>2.8059599999999998</c:v>
                </c:pt>
                <c:pt idx="10826">
                  <c:v>2.80626</c:v>
                </c:pt>
                <c:pt idx="10827">
                  <c:v>2.8065699999999998</c:v>
                </c:pt>
                <c:pt idx="10828">
                  <c:v>2.80687</c:v>
                </c:pt>
                <c:pt idx="10829">
                  <c:v>2.8071799999999998</c:v>
                </c:pt>
                <c:pt idx="10830">
                  <c:v>2.80749</c:v>
                </c:pt>
                <c:pt idx="10831">
                  <c:v>2.8077899999999998</c:v>
                </c:pt>
                <c:pt idx="10832">
                  <c:v>2.8081</c:v>
                </c:pt>
                <c:pt idx="10833">
                  <c:v>2.8083999999999998</c:v>
                </c:pt>
                <c:pt idx="10834">
                  <c:v>2.80871</c:v>
                </c:pt>
                <c:pt idx="10835">
                  <c:v>2.8090099999999998</c:v>
                </c:pt>
                <c:pt idx="10836">
                  <c:v>2.80932</c:v>
                </c:pt>
                <c:pt idx="10837">
                  <c:v>2.8096199999999998</c:v>
                </c:pt>
                <c:pt idx="10838">
                  <c:v>2.80993</c:v>
                </c:pt>
                <c:pt idx="10839">
                  <c:v>2.8102299999999998</c:v>
                </c:pt>
                <c:pt idx="10840">
                  <c:v>2.81054</c:v>
                </c:pt>
                <c:pt idx="10841">
                  <c:v>2.8108499999999998</c:v>
                </c:pt>
                <c:pt idx="10842">
                  <c:v>2.81115</c:v>
                </c:pt>
                <c:pt idx="10843">
                  <c:v>2.8114599999999998</c:v>
                </c:pt>
                <c:pt idx="10844">
                  <c:v>2.81176</c:v>
                </c:pt>
                <c:pt idx="10845">
                  <c:v>2.8120699999999998</c:v>
                </c:pt>
                <c:pt idx="10846">
                  <c:v>2.81237</c:v>
                </c:pt>
                <c:pt idx="10847">
                  <c:v>2.8126799999999998</c:v>
                </c:pt>
                <c:pt idx="10848">
                  <c:v>2.81298</c:v>
                </c:pt>
                <c:pt idx="10849">
                  <c:v>2.8132899999999998</c:v>
                </c:pt>
                <c:pt idx="10850">
                  <c:v>2.81359</c:v>
                </c:pt>
                <c:pt idx="10851">
                  <c:v>2.8138999999999998</c:v>
                </c:pt>
                <c:pt idx="10852">
                  <c:v>2.8142</c:v>
                </c:pt>
                <c:pt idx="10853">
                  <c:v>2.8145099999999998</c:v>
                </c:pt>
                <c:pt idx="10854">
                  <c:v>2.8148200000000001</c:v>
                </c:pt>
                <c:pt idx="10855">
                  <c:v>2.8151199999999998</c:v>
                </c:pt>
                <c:pt idx="10856">
                  <c:v>2.8154300000000001</c:v>
                </c:pt>
                <c:pt idx="10857">
                  <c:v>2.8157299999999998</c:v>
                </c:pt>
                <c:pt idx="10858">
                  <c:v>2.8160400000000001</c:v>
                </c:pt>
                <c:pt idx="10859">
                  <c:v>2.8163399999999998</c:v>
                </c:pt>
                <c:pt idx="10860">
                  <c:v>2.8166500000000001</c:v>
                </c:pt>
                <c:pt idx="10861">
                  <c:v>2.8169499999999998</c:v>
                </c:pt>
                <c:pt idx="10862">
                  <c:v>2.8172600000000001</c:v>
                </c:pt>
                <c:pt idx="10863">
                  <c:v>2.8175599999999998</c:v>
                </c:pt>
                <c:pt idx="10864">
                  <c:v>2.8178700000000001</c:v>
                </c:pt>
                <c:pt idx="10865">
                  <c:v>2.8181699999999998</c:v>
                </c:pt>
                <c:pt idx="10866">
                  <c:v>2.8184800000000001</c:v>
                </c:pt>
                <c:pt idx="10867">
                  <c:v>2.8187899999999999</c:v>
                </c:pt>
                <c:pt idx="10868">
                  <c:v>2.8190900000000001</c:v>
                </c:pt>
                <c:pt idx="10869">
                  <c:v>2.8193999999999999</c:v>
                </c:pt>
                <c:pt idx="10870">
                  <c:v>2.8197000000000001</c:v>
                </c:pt>
                <c:pt idx="10871">
                  <c:v>2.8200099999999999</c:v>
                </c:pt>
                <c:pt idx="10872">
                  <c:v>2.8203100000000001</c:v>
                </c:pt>
                <c:pt idx="10873">
                  <c:v>2.8206199999999999</c:v>
                </c:pt>
                <c:pt idx="10874">
                  <c:v>2.8209200000000001</c:v>
                </c:pt>
                <c:pt idx="10875">
                  <c:v>2.8212299999999999</c:v>
                </c:pt>
                <c:pt idx="10876">
                  <c:v>2.8215300000000001</c:v>
                </c:pt>
                <c:pt idx="10877">
                  <c:v>2.8218399999999999</c:v>
                </c:pt>
                <c:pt idx="10878">
                  <c:v>2.8221400000000001</c:v>
                </c:pt>
                <c:pt idx="10879">
                  <c:v>2.8224499999999999</c:v>
                </c:pt>
                <c:pt idx="10880">
                  <c:v>2.8227600000000002</c:v>
                </c:pt>
                <c:pt idx="10881">
                  <c:v>2.8230599999999999</c:v>
                </c:pt>
                <c:pt idx="10882">
                  <c:v>2.8233700000000002</c:v>
                </c:pt>
                <c:pt idx="10883">
                  <c:v>2.8236699999999999</c:v>
                </c:pt>
                <c:pt idx="10884">
                  <c:v>2.8239800000000002</c:v>
                </c:pt>
                <c:pt idx="10885">
                  <c:v>2.8242799999999999</c:v>
                </c:pt>
                <c:pt idx="10886">
                  <c:v>2.8245900000000002</c:v>
                </c:pt>
                <c:pt idx="10887">
                  <c:v>2.8248899999999999</c:v>
                </c:pt>
                <c:pt idx="10888">
                  <c:v>2.8252000000000002</c:v>
                </c:pt>
                <c:pt idx="10889">
                  <c:v>2.8254999999999999</c:v>
                </c:pt>
                <c:pt idx="10890">
                  <c:v>2.8258100000000002</c:v>
                </c:pt>
                <c:pt idx="10891">
                  <c:v>2.8261099999999999</c:v>
                </c:pt>
                <c:pt idx="10892">
                  <c:v>2.8264200000000002</c:v>
                </c:pt>
                <c:pt idx="10893">
                  <c:v>2.82673</c:v>
                </c:pt>
                <c:pt idx="10894">
                  <c:v>2.8270300000000002</c:v>
                </c:pt>
                <c:pt idx="10895">
                  <c:v>2.82734</c:v>
                </c:pt>
                <c:pt idx="10896">
                  <c:v>2.8276400000000002</c:v>
                </c:pt>
                <c:pt idx="10897">
                  <c:v>2.82795</c:v>
                </c:pt>
                <c:pt idx="10898">
                  <c:v>2.8282500000000002</c:v>
                </c:pt>
                <c:pt idx="10899">
                  <c:v>2.82856</c:v>
                </c:pt>
                <c:pt idx="10900">
                  <c:v>2.8288600000000002</c:v>
                </c:pt>
                <c:pt idx="10901">
                  <c:v>2.82917</c:v>
                </c:pt>
                <c:pt idx="10902">
                  <c:v>2.8294700000000002</c:v>
                </c:pt>
                <c:pt idx="10903">
                  <c:v>2.82978</c:v>
                </c:pt>
                <c:pt idx="10904">
                  <c:v>2.8300900000000002</c:v>
                </c:pt>
                <c:pt idx="10905">
                  <c:v>2.83039</c:v>
                </c:pt>
                <c:pt idx="10906">
                  <c:v>2.8307000000000002</c:v>
                </c:pt>
                <c:pt idx="10907">
                  <c:v>2.831</c:v>
                </c:pt>
                <c:pt idx="10908">
                  <c:v>2.8313100000000002</c:v>
                </c:pt>
                <c:pt idx="10909">
                  <c:v>2.83161</c:v>
                </c:pt>
                <c:pt idx="10910">
                  <c:v>2.8319200000000002</c:v>
                </c:pt>
                <c:pt idx="10911">
                  <c:v>2.83222</c:v>
                </c:pt>
                <c:pt idx="10912">
                  <c:v>2.8325300000000002</c:v>
                </c:pt>
                <c:pt idx="10913">
                  <c:v>2.83283</c:v>
                </c:pt>
                <c:pt idx="10914">
                  <c:v>2.8331400000000002</c:v>
                </c:pt>
                <c:pt idx="10915">
                  <c:v>2.83344</c:v>
                </c:pt>
                <c:pt idx="10916">
                  <c:v>2.8337500000000002</c:v>
                </c:pt>
                <c:pt idx="10917">
                  <c:v>2.83406</c:v>
                </c:pt>
                <c:pt idx="10918">
                  <c:v>2.8343600000000002</c:v>
                </c:pt>
                <c:pt idx="10919">
                  <c:v>2.83467</c:v>
                </c:pt>
                <c:pt idx="10920">
                  <c:v>2.8349700000000002</c:v>
                </c:pt>
                <c:pt idx="10921">
                  <c:v>2.83528</c:v>
                </c:pt>
                <c:pt idx="10922">
                  <c:v>2.8355800000000002</c:v>
                </c:pt>
                <c:pt idx="10923">
                  <c:v>2.83589</c:v>
                </c:pt>
                <c:pt idx="10924">
                  <c:v>2.8361900000000002</c:v>
                </c:pt>
                <c:pt idx="10925">
                  <c:v>2.8365</c:v>
                </c:pt>
                <c:pt idx="10926">
                  <c:v>2.8368000000000002</c:v>
                </c:pt>
                <c:pt idx="10927">
                  <c:v>2.83711</c:v>
                </c:pt>
                <c:pt idx="10928">
                  <c:v>2.8374100000000002</c:v>
                </c:pt>
                <c:pt idx="10929">
                  <c:v>2.83772</c:v>
                </c:pt>
                <c:pt idx="10930">
                  <c:v>2.8380299999999998</c:v>
                </c:pt>
                <c:pt idx="10931">
                  <c:v>2.83833</c:v>
                </c:pt>
                <c:pt idx="10932">
                  <c:v>2.8386399999999998</c:v>
                </c:pt>
                <c:pt idx="10933">
                  <c:v>2.83894</c:v>
                </c:pt>
                <c:pt idx="10934">
                  <c:v>2.8392499999999998</c:v>
                </c:pt>
                <c:pt idx="10935">
                  <c:v>2.83955</c:v>
                </c:pt>
                <c:pt idx="10936">
                  <c:v>2.8398599999999998</c:v>
                </c:pt>
                <c:pt idx="10937">
                  <c:v>2.84016</c:v>
                </c:pt>
                <c:pt idx="10938">
                  <c:v>2.8404699999999998</c:v>
                </c:pt>
                <c:pt idx="10939">
                  <c:v>2.84077</c:v>
                </c:pt>
                <c:pt idx="10940">
                  <c:v>2.8410799999999998</c:v>
                </c:pt>
                <c:pt idx="10941">
                  <c:v>2.84138</c:v>
                </c:pt>
                <c:pt idx="10942">
                  <c:v>2.8416899999999998</c:v>
                </c:pt>
                <c:pt idx="10943">
                  <c:v>2.8420000000000001</c:v>
                </c:pt>
                <c:pt idx="10944">
                  <c:v>2.8422999999999998</c:v>
                </c:pt>
                <c:pt idx="10945">
                  <c:v>2.8426100000000001</c:v>
                </c:pt>
                <c:pt idx="10946">
                  <c:v>2.8429099999999998</c:v>
                </c:pt>
                <c:pt idx="10947">
                  <c:v>2.8432200000000001</c:v>
                </c:pt>
                <c:pt idx="10948">
                  <c:v>2.8435199999999998</c:v>
                </c:pt>
                <c:pt idx="10949">
                  <c:v>2.8438300000000001</c:v>
                </c:pt>
                <c:pt idx="10950">
                  <c:v>2.8441299999999998</c:v>
                </c:pt>
                <c:pt idx="10951">
                  <c:v>2.8444400000000001</c:v>
                </c:pt>
                <c:pt idx="10952">
                  <c:v>2.8447399999999998</c:v>
                </c:pt>
                <c:pt idx="10953">
                  <c:v>2.8450500000000001</c:v>
                </c:pt>
                <c:pt idx="10954">
                  <c:v>2.8453599999999999</c:v>
                </c:pt>
                <c:pt idx="10955">
                  <c:v>2.8456600000000001</c:v>
                </c:pt>
                <c:pt idx="10956">
                  <c:v>2.8459699999999999</c:v>
                </c:pt>
                <c:pt idx="10957">
                  <c:v>2.8462700000000001</c:v>
                </c:pt>
                <c:pt idx="10958">
                  <c:v>2.8465799999999999</c:v>
                </c:pt>
                <c:pt idx="10959">
                  <c:v>2.8468800000000001</c:v>
                </c:pt>
                <c:pt idx="10960">
                  <c:v>2.8471899999999999</c:v>
                </c:pt>
                <c:pt idx="10961">
                  <c:v>2.8474900000000001</c:v>
                </c:pt>
                <c:pt idx="10962">
                  <c:v>2.8477999999999999</c:v>
                </c:pt>
                <c:pt idx="10963">
                  <c:v>2.8481000000000001</c:v>
                </c:pt>
                <c:pt idx="10964">
                  <c:v>2.8484099999999999</c:v>
                </c:pt>
                <c:pt idx="10965">
                  <c:v>2.8487100000000001</c:v>
                </c:pt>
                <c:pt idx="10966">
                  <c:v>2.8490199999999999</c:v>
                </c:pt>
                <c:pt idx="10967">
                  <c:v>2.8493300000000001</c:v>
                </c:pt>
                <c:pt idx="10968">
                  <c:v>2.8496299999999999</c:v>
                </c:pt>
                <c:pt idx="10969">
                  <c:v>2.8499400000000001</c:v>
                </c:pt>
                <c:pt idx="10970">
                  <c:v>2.8502399999999999</c:v>
                </c:pt>
                <c:pt idx="10971">
                  <c:v>2.8505500000000001</c:v>
                </c:pt>
                <c:pt idx="10972">
                  <c:v>2.8508499999999999</c:v>
                </c:pt>
                <c:pt idx="10973">
                  <c:v>2.8511600000000001</c:v>
                </c:pt>
                <c:pt idx="10974">
                  <c:v>2.8514599999999999</c:v>
                </c:pt>
                <c:pt idx="10975">
                  <c:v>2.8517700000000001</c:v>
                </c:pt>
                <c:pt idx="10976">
                  <c:v>2.8520699999999999</c:v>
                </c:pt>
                <c:pt idx="10977">
                  <c:v>2.8523800000000001</c:v>
                </c:pt>
                <c:pt idx="10978">
                  <c:v>2.8526799999999999</c:v>
                </c:pt>
                <c:pt idx="10979">
                  <c:v>2.8529900000000001</c:v>
                </c:pt>
                <c:pt idx="10980">
                  <c:v>2.8532999999999999</c:v>
                </c:pt>
                <c:pt idx="10981">
                  <c:v>2.8536000000000001</c:v>
                </c:pt>
                <c:pt idx="10982">
                  <c:v>2.8539099999999999</c:v>
                </c:pt>
                <c:pt idx="10983">
                  <c:v>2.8542100000000001</c:v>
                </c:pt>
                <c:pt idx="10984">
                  <c:v>2.8545199999999999</c:v>
                </c:pt>
                <c:pt idx="10985">
                  <c:v>2.8548200000000001</c:v>
                </c:pt>
                <c:pt idx="10986">
                  <c:v>2.8551299999999999</c:v>
                </c:pt>
                <c:pt idx="10987">
                  <c:v>2.8554300000000001</c:v>
                </c:pt>
                <c:pt idx="10988">
                  <c:v>2.8557399999999999</c:v>
                </c:pt>
                <c:pt idx="10989">
                  <c:v>2.8560400000000001</c:v>
                </c:pt>
                <c:pt idx="10990">
                  <c:v>2.8563499999999999</c:v>
                </c:pt>
                <c:pt idx="10991">
                  <c:v>2.8566500000000001</c:v>
                </c:pt>
                <c:pt idx="10992">
                  <c:v>2.8569599999999999</c:v>
                </c:pt>
                <c:pt idx="10993">
                  <c:v>2.8572700000000002</c:v>
                </c:pt>
                <c:pt idx="10994">
                  <c:v>2.8575699999999999</c:v>
                </c:pt>
                <c:pt idx="10995">
                  <c:v>2.8578800000000002</c:v>
                </c:pt>
                <c:pt idx="10996">
                  <c:v>2.8581799999999999</c:v>
                </c:pt>
                <c:pt idx="10997">
                  <c:v>2.8584900000000002</c:v>
                </c:pt>
                <c:pt idx="10998">
                  <c:v>2.8587899999999999</c:v>
                </c:pt>
                <c:pt idx="10999">
                  <c:v>2.8591000000000002</c:v>
                </c:pt>
                <c:pt idx="11000">
                  <c:v>2.8593999999999999</c:v>
                </c:pt>
                <c:pt idx="11001">
                  <c:v>2.8597100000000002</c:v>
                </c:pt>
                <c:pt idx="11002">
                  <c:v>2.8600099999999999</c:v>
                </c:pt>
                <c:pt idx="11003">
                  <c:v>2.8603200000000002</c:v>
                </c:pt>
                <c:pt idx="11004">
                  <c:v>2.8606199999999999</c:v>
                </c:pt>
                <c:pt idx="11005">
                  <c:v>2.8609300000000002</c:v>
                </c:pt>
                <c:pt idx="11006">
                  <c:v>2.86124</c:v>
                </c:pt>
                <c:pt idx="11007">
                  <c:v>2.8615400000000002</c:v>
                </c:pt>
                <c:pt idx="11008">
                  <c:v>2.86185</c:v>
                </c:pt>
                <c:pt idx="11009">
                  <c:v>2.8621500000000002</c:v>
                </c:pt>
                <c:pt idx="11010">
                  <c:v>2.86246</c:v>
                </c:pt>
                <c:pt idx="11011">
                  <c:v>2.8627600000000002</c:v>
                </c:pt>
                <c:pt idx="11012">
                  <c:v>2.86307</c:v>
                </c:pt>
                <c:pt idx="11013">
                  <c:v>2.8633700000000002</c:v>
                </c:pt>
                <c:pt idx="11014">
                  <c:v>2.86368</c:v>
                </c:pt>
                <c:pt idx="11015">
                  <c:v>2.8639800000000002</c:v>
                </c:pt>
                <c:pt idx="11016">
                  <c:v>2.86429</c:v>
                </c:pt>
                <c:pt idx="11017">
                  <c:v>2.8645999999999998</c:v>
                </c:pt>
                <c:pt idx="11018">
                  <c:v>2.8649</c:v>
                </c:pt>
                <c:pt idx="11019">
                  <c:v>2.8652099999999998</c:v>
                </c:pt>
                <c:pt idx="11020">
                  <c:v>2.86551</c:v>
                </c:pt>
                <c:pt idx="11021">
                  <c:v>2.8658199999999998</c:v>
                </c:pt>
                <c:pt idx="11022">
                  <c:v>2.86612</c:v>
                </c:pt>
                <c:pt idx="11023">
                  <c:v>2.8664299999999998</c:v>
                </c:pt>
                <c:pt idx="11024">
                  <c:v>2.86673</c:v>
                </c:pt>
                <c:pt idx="11025">
                  <c:v>2.8670399999999998</c:v>
                </c:pt>
                <c:pt idx="11026">
                  <c:v>2.86734</c:v>
                </c:pt>
                <c:pt idx="11027">
                  <c:v>2.8676499999999998</c:v>
                </c:pt>
                <c:pt idx="11028">
                  <c:v>2.86795</c:v>
                </c:pt>
                <c:pt idx="11029">
                  <c:v>2.8682599999999998</c:v>
                </c:pt>
                <c:pt idx="11030">
                  <c:v>2.8685700000000001</c:v>
                </c:pt>
                <c:pt idx="11031">
                  <c:v>2.8688699999999998</c:v>
                </c:pt>
                <c:pt idx="11032">
                  <c:v>2.8691800000000001</c:v>
                </c:pt>
                <c:pt idx="11033">
                  <c:v>2.8694799999999998</c:v>
                </c:pt>
                <c:pt idx="11034">
                  <c:v>2.8697900000000001</c:v>
                </c:pt>
                <c:pt idx="11035">
                  <c:v>2.8700899999999998</c:v>
                </c:pt>
                <c:pt idx="11036">
                  <c:v>2.8704000000000001</c:v>
                </c:pt>
                <c:pt idx="11037">
                  <c:v>2.8706999999999998</c:v>
                </c:pt>
                <c:pt idx="11038">
                  <c:v>2.8710100000000001</c:v>
                </c:pt>
                <c:pt idx="11039">
                  <c:v>2.8713099999999998</c:v>
                </c:pt>
                <c:pt idx="11040">
                  <c:v>2.8716200000000001</c:v>
                </c:pt>
                <c:pt idx="11041">
                  <c:v>2.8719199999999998</c:v>
                </c:pt>
                <c:pt idx="11042">
                  <c:v>2.8722300000000001</c:v>
                </c:pt>
                <c:pt idx="11043">
                  <c:v>2.8725399999999999</c:v>
                </c:pt>
                <c:pt idx="11044">
                  <c:v>2.8728400000000001</c:v>
                </c:pt>
                <c:pt idx="11045">
                  <c:v>2.8731499999999999</c:v>
                </c:pt>
                <c:pt idx="11046">
                  <c:v>2.8734500000000001</c:v>
                </c:pt>
                <c:pt idx="11047">
                  <c:v>2.8737599999999999</c:v>
                </c:pt>
                <c:pt idx="11048">
                  <c:v>2.8740600000000001</c:v>
                </c:pt>
                <c:pt idx="11049">
                  <c:v>2.8743699999999999</c:v>
                </c:pt>
                <c:pt idx="11050">
                  <c:v>2.8746700000000001</c:v>
                </c:pt>
                <c:pt idx="11051">
                  <c:v>2.8749799999999999</c:v>
                </c:pt>
                <c:pt idx="11052">
                  <c:v>2.8752800000000001</c:v>
                </c:pt>
                <c:pt idx="11053">
                  <c:v>2.8755899999999999</c:v>
                </c:pt>
                <c:pt idx="11054">
                  <c:v>2.8758900000000001</c:v>
                </c:pt>
                <c:pt idx="11055">
                  <c:v>2.8761999999999999</c:v>
                </c:pt>
                <c:pt idx="11056">
                  <c:v>2.8765100000000001</c:v>
                </c:pt>
                <c:pt idx="11057">
                  <c:v>2.8768099999999999</c:v>
                </c:pt>
                <c:pt idx="11058">
                  <c:v>2.8771200000000001</c:v>
                </c:pt>
                <c:pt idx="11059">
                  <c:v>2.8774199999999999</c:v>
                </c:pt>
                <c:pt idx="11060">
                  <c:v>2.8777300000000001</c:v>
                </c:pt>
                <c:pt idx="11061">
                  <c:v>2.8780299999999999</c:v>
                </c:pt>
                <c:pt idx="11062">
                  <c:v>2.8783400000000001</c:v>
                </c:pt>
                <c:pt idx="11063">
                  <c:v>2.8786399999999999</c:v>
                </c:pt>
                <c:pt idx="11064">
                  <c:v>2.8789500000000001</c:v>
                </c:pt>
                <c:pt idx="11065">
                  <c:v>2.8792499999999999</c:v>
                </c:pt>
                <c:pt idx="11066">
                  <c:v>2.8795600000000001</c:v>
                </c:pt>
                <c:pt idx="11067">
                  <c:v>2.8798599999999999</c:v>
                </c:pt>
                <c:pt idx="11068">
                  <c:v>2.8801700000000001</c:v>
                </c:pt>
                <c:pt idx="11069">
                  <c:v>2.8804799999999999</c:v>
                </c:pt>
                <c:pt idx="11070">
                  <c:v>2.8807800000000001</c:v>
                </c:pt>
                <c:pt idx="11071">
                  <c:v>2.8810899999999999</c:v>
                </c:pt>
                <c:pt idx="11072">
                  <c:v>2.8813900000000001</c:v>
                </c:pt>
                <c:pt idx="11073">
                  <c:v>2.8816999999999999</c:v>
                </c:pt>
                <c:pt idx="11074">
                  <c:v>2.8820000000000001</c:v>
                </c:pt>
                <c:pt idx="11075">
                  <c:v>2.8823099999999999</c:v>
                </c:pt>
                <c:pt idx="11076">
                  <c:v>2.8826100000000001</c:v>
                </c:pt>
                <c:pt idx="11077">
                  <c:v>2.8829199999999999</c:v>
                </c:pt>
                <c:pt idx="11078">
                  <c:v>2.8832200000000001</c:v>
                </c:pt>
                <c:pt idx="11079">
                  <c:v>2.8835299999999999</c:v>
                </c:pt>
                <c:pt idx="11080">
                  <c:v>2.8838400000000002</c:v>
                </c:pt>
                <c:pt idx="11081">
                  <c:v>2.8841399999999999</c:v>
                </c:pt>
                <c:pt idx="11082">
                  <c:v>2.8844500000000002</c:v>
                </c:pt>
                <c:pt idx="11083">
                  <c:v>2.8847499999999999</c:v>
                </c:pt>
                <c:pt idx="11084">
                  <c:v>2.8850600000000002</c:v>
                </c:pt>
                <c:pt idx="11085">
                  <c:v>2.8853599999999999</c:v>
                </c:pt>
                <c:pt idx="11086">
                  <c:v>2.8856700000000002</c:v>
                </c:pt>
                <c:pt idx="11087">
                  <c:v>2.8859699999999999</c:v>
                </c:pt>
                <c:pt idx="11088">
                  <c:v>2.8862800000000002</c:v>
                </c:pt>
                <c:pt idx="11089">
                  <c:v>2.8865799999999999</c:v>
                </c:pt>
                <c:pt idx="11090">
                  <c:v>2.8868900000000002</c:v>
                </c:pt>
                <c:pt idx="11091">
                  <c:v>2.8871899999999999</c:v>
                </c:pt>
                <c:pt idx="11092">
                  <c:v>2.8875000000000002</c:v>
                </c:pt>
                <c:pt idx="11093">
                  <c:v>2.88781</c:v>
                </c:pt>
                <c:pt idx="11094">
                  <c:v>2.8881100000000002</c:v>
                </c:pt>
                <c:pt idx="11095">
                  <c:v>2.88842</c:v>
                </c:pt>
                <c:pt idx="11096">
                  <c:v>2.8887200000000002</c:v>
                </c:pt>
                <c:pt idx="11097">
                  <c:v>2.88903</c:v>
                </c:pt>
                <c:pt idx="11098">
                  <c:v>2.8893300000000002</c:v>
                </c:pt>
                <c:pt idx="11099">
                  <c:v>2.88964</c:v>
                </c:pt>
                <c:pt idx="11100">
                  <c:v>2.8899400000000002</c:v>
                </c:pt>
                <c:pt idx="11101">
                  <c:v>2.89025</c:v>
                </c:pt>
                <c:pt idx="11102">
                  <c:v>2.8905500000000002</c:v>
                </c:pt>
                <c:pt idx="11103">
                  <c:v>2.89086</c:v>
                </c:pt>
                <c:pt idx="11104">
                  <c:v>2.8911600000000002</c:v>
                </c:pt>
                <c:pt idx="11105">
                  <c:v>2.89147</c:v>
                </c:pt>
                <c:pt idx="11106">
                  <c:v>2.8917799999999998</c:v>
                </c:pt>
                <c:pt idx="11107">
                  <c:v>2.89208</c:v>
                </c:pt>
                <c:pt idx="11108">
                  <c:v>2.8923899999999998</c:v>
                </c:pt>
                <c:pt idx="11109">
                  <c:v>2.89269</c:v>
                </c:pt>
                <c:pt idx="11110">
                  <c:v>2.8929999999999998</c:v>
                </c:pt>
                <c:pt idx="11111">
                  <c:v>2.8933</c:v>
                </c:pt>
                <c:pt idx="11112">
                  <c:v>2.8936099999999998</c:v>
                </c:pt>
                <c:pt idx="11113">
                  <c:v>2.89391</c:v>
                </c:pt>
                <c:pt idx="11114">
                  <c:v>2.8942199999999998</c:v>
                </c:pt>
                <c:pt idx="11115">
                  <c:v>2.89452</c:v>
                </c:pt>
                <c:pt idx="11116">
                  <c:v>2.8948299999999998</c:v>
                </c:pt>
                <c:pt idx="11117">
                  <c:v>2.89513</c:v>
                </c:pt>
                <c:pt idx="11118">
                  <c:v>2.8954399999999998</c:v>
                </c:pt>
                <c:pt idx="11119">
                  <c:v>2.89575</c:v>
                </c:pt>
                <c:pt idx="11120">
                  <c:v>2.8960499999999998</c:v>
                </c:pt>
                <c:pt idx="11121">
                  <c:v>2.89636</c:v>
                </c:pt>
                <c:pt idx="11122">
                  <c:v>2.8966599999999998</c:v>
                </c:pt>
                <c:pt idx="11123">
                  <c:v>2.89697</c:v>
                </c:pt>
                <c:pt idx="11124">
                  <c:v>2.8972699999999998</c:v>
                </c:pt>
                <c:pt idx="11125">
                  <c:v>2.89758</c:v>
                </c:pt>
                <c:pt idx="11126">
                  <c:v>2.8978799999999998</c:v>
                </c:pt>
                <c:pt idx="11127">
                  <c:v>2.89819</c:v>
                </c:pt>
                <c:pt idx="11128">
                  <c:v>2.8984899999999998</c:v>
                </c:pt>
                <c:pt idx="11129">
                  <c:v>2.8988</c:v>
                </c:pt>
                <c:pt idx="11130">
                  <c:v>2.8991099999999999</c:v>
                </c:pt>
                <c:pt idx="11131">
                  <c:v>2.89941</c:v>
                </c:pt>
                <c:pt idx="11132">
                  <c:v>2.8997199999999999</c:v>
                </c:pt>
                <c:pt idx="11133">
                  <c:v>2.90002</c:v>
                </c:pt>
                <c:pt idx="11134">
                  <c:v>2.9003299999999999</c:v>
                </c:pt>
                <c:pt idx="11135">
                  <c:v>2.90063</c:v>
                </c:pt>
                <c:pt idx="11136">
                  <c:v>2.9009399999999999</c:v>
                </c:pt>
                <c:pt idx="11137">
                  <c:v>2.90124</c:v>
                </c:pt>
                <c:pt idx="11138">
                  <c:v>2.9015499999999999</c:v>
                </c:pt>
                <c:pt idx="11139">
                  <c:v>2.90185</c:v>
                </c:pt>
                <c:pt idx="11140">
                  <c:v>2.9021599999999999</c:v>
                </c:pt>
                <c:pt idx="11141">
                  <c:v>2.90246</c:v>
                </c:pt>
                <c:pt idx="11142">
                  <c:v>2.9027699999999999</c:v>
                </c:pt>
                <c:pt idx="11143">
                  <c:v>2.9030800000000001</c:v>
                </c:pt>
                <c:pt idx="11144">
                  <c:v>2.9033799999999998</c:v>
                </c:pt>
                <c:pt idx="11145">
                  <c:v>2.9036900000000001</c:v>
                </c:pt>
                <c:pt idx="11146">
                  <c:v>2.9039899999999998</c:v>
                </c:pt>
                <c:pt idx="11147">
                  <c:v>2.9043000000000001</c:v>
                </c:pt>
                <c:pt idx="11148">
                  <c:v>2.9045999999999998</c:v>
                </c:pt>
                <c:pt idx="11149">
                  <c:v>2.9049100000000001</c:v>
                </c:pt>
                <c:pt idx="11150">
                  <c:v>2.9052099999999998</c:v>
                </c:pt>
                <c:pt idx="11151">
                  <c:v>2.9055200000000001</c:v>
                </c:pt>
                <c:pt idx="11152">
                  <c:v>2.9058199999999998</c:v>
                </c:pt>
                <c:pt idx="11153">
                  <c:v>2.9061300000000001</c:v>
                </c:pt>
                <c:pt idx="11154">
                  <c:v>2.9064299999999998</c:v>
                </c:pt>
                <c:pt idx="11155">
                  <c:v>2.9067400000000001</c:v>
                </c:pt>
                <c:pt idx="11156">
                  <c:v>2.9070499999999999</c:v>
                </c:pt>
                <c:pt idx="11157">
                  <c:v>2.9073500000000001</c:v>
                </c:pt>
                <c:pt idx="11158">
                  <c:v>2.9076599999999999</c:v>
                </c:pt>
                <c:pt idx="11159">
                  <c:v>2.9079600000000001</c:v>
                </c:pt>
                <c:pt idx="11160">
                  <c:v>2.9082699999999999</c:v>
                </c:pt>
                <c:pt idx="11161">
                  <c:v>2.9085700000000001</c:v>
                </c:pt>
                <c:pt idx="11162">
                  <c:v>2.9088799999999999</c:v>
                </c:pt>
                <c:pt idx="11163">
                  <c:v>2.9091800000000001</c:v>
                </c:pt>
                <c:pt idx="11164">
                  <c:v>2.9094899999999999</c:v>
                </c:pt>
                <c:pt idx="11165">
                  <c:v>2.9097900000000001</c:v>
                </c:pt>
                <c:pt idx="11166">
                  <c:v>2.9100999999999999</c:v>
                </c:pt>
                <c:pt idx="11167">
                  <c:v>2.9104000000000001</c:v>
                </c:pt>
                <c:pt idx="11168">
                  <c:v>2.9107099999999999</c:v>
                </c:pt>
                <c:pt idx="11169">
                  <c:v>2.9110200000000002</c:v>
                </c:pt>
                <c:pt idx="11170">
                  <c:v>2.9113199999999999</c:v>
                </c:pt>
                <c:pt idx="11171">
                  <c:v>2.9116300000000002</c:v>
                </c:pt>
                <c:pt idx="11172">
                  <c:v>2.9119299999999999</c:v>
                </c:pt>
                <c:pt idx="11173">
                  <c:v>2.9122400000000002</c:v>
                </c:pt>
                <c:pt idx="11174">
                  <c:v>2.9125399999999999</c:v>
                </c:pt>
                <c:pt idx="11175">
                  <c:v>2.9128500000000002</c:v>
                </c:pt>
                <c:pt idx="11176">
                  <c:v>2.9131499999999999</c:v>
                </c:pt>
                <c:pt idx="11177">
                  <c:v>2.9134600000000002</c:v>
                </c:pt>
                <c:pt idx="11178">
                  <c:v>2.9137599999999999</c:v>
                </c:pt>
                <c:pt idx="11179">
                  <c:v>2.9140700000000002</c:v>
                </c:pt>
                <c:pt idx="11180">
                  <c:v>2.9143699999999999</c:v>
                </c:pt>
                <c:pt idx="11181">
                  <c:v>2.9146800000000002</c:v>
                </c:pt>
                <c:pt idx="11182">
                  <c:v>2.91499</c:v>
                </c:pt>
                <c:pt idx="11183">
                  <c:v>2.9152900000000002</c:v>
                </c:pt>
                <c:pt idx="11184">
                  <c:v>2.9156</c:v>
                </c:pt>
                <c:pt idx="11185">
                  <c:v>2.9159000000000002</c:v>
                </c:pt>
                <c:pt idx="11186">
                  <c:v>2.91621</c:v>
                </c:pt>
                <c:pt idx="11187">
                  <c:v>2.9165100000000002</c:v>
                </c:pt>
                <c:pt idx="11188">
                  <c:v>2.91682</c:v>
                </c:pt>
                <c:pt idx="11189">
                  <c:v>2.9171200000000002</c:v>
                </c:pt>
                <c:pt idx="11190">
                  <c:v>2.91743</c:v>
                </c:pt>
                <c:pt idx="11191">
                  <c:v>2.9177300000000002</c:v>
                </c:pt>
                <c:pt idx="11192">
                  <c:v>2.91804</c:v>
                </c:pt>
                <c:pt idx="11193">
                  <c:v>2.9183500000000002</c:v>
                </c:pt>
                <c:pt idx="11194">
                  <c:v>2.91865</c:v>
                </c:pt>
                <c:pt idx="11195">
                  <c:v>2.9189600000000002</c:v>
                </c:pt>
                <c:pt idx="11196">
                  <c:v>2.91926</c:v>
                </c:pt>
                <c:pt idx="11197">
                  <c:v>2.9195700000000002</c:v>
                </c:pt>
                <c:pt idx="11198">
                  <c:v>2.91987</c:v>
                </c:pt>
                <c:pt idx="11199">
                  <c:v>2.9201800000000002</c:v>
                </c:pt>
                <c:pt idx="11200">
                  <c:v>2.92048</c:v>
                </c:pt>
                <c:pt idx="11201">
                  <c:v>2.9207900000000002</c:v>
                </c:pt>
                <c:pt idx="11202">
                  <c:v>2.92109</c:v>
                </c:pt>
                <c:pt idx="11203">
                  <c:v>2.9214000000000002</c:v>
                </c:pt>
                <c:pt idx="11204">
                  <c:v>2.9217</c:v>
                </c:pt>
                <c:pt idx="11205">
                  <c:v>2.9220100000000002</c:v>
                </c:pt>
                <c:pt idx="11206">
                  <c:v>2.92232</c:v>
                </c:pt>
                <c:pt idx="11207">
                  <c:v>2.9226200000000002</c:v>
                </c:pt>
                <c:pt idx="11208">
                  <c:v>2.92293</c:v>
                </c:pt>
                <c:pt idx="11209">
                  <c:v>2.9232300000000002</c:v>
                </c:pt>
                <c:pt idx="11210">
                  <c:v>2.92354</c:v>
                </c:pt>
                <c:pt idx="11211">
                  <c:v>2.9238400000000002</c:v>
                </c:pt>
                <c:pt idx="11212">
                  <c:v>2.92415</c:v>
                </c:pt>
                <c:pt idx="11213">
                  <c:v>2.9244500000000002</c:v>
                </c:pt>
                <c:pt idx="11214">
                  <c:v>2.92476</c:v>
                </c:pt>
                <c:pt idx="11215">
                  <c:v>2.9250600000000002</c:v>
                </c:pt>
                <c:pt idx="11216">
                  <c:v>2.92537</c:v>
                </c:pt>
                <c:pt idx="11217">
                  <c:v>2.9256700000000002</c:v>
                </c:pt>
                <c:pt idx="11218">
                  <c:v>2.92598</c:v>
                </c:pt>
                <c:pt idx="11219">
                  <c:v>2.9262899999999998</c:v>
                </c:pt>
                <c:pt idx="11220">
                  <c:v>2.92659</c:v>
                </c:pt>
                <c:pt idx="11221">
                  <c:v>2.9268999999999998</c:v>
                </c:pt>
                <c:pt idx="11222">
                  <c:v>2.9272</c:v>
                </c:pt>
                <c:pt idx="11223">
                  <c:v>2.9275099999999998</c:v>
                </c:pt>
                <c:pt idx="11224">
                  <c:v>2.92781</c:v>
                </c:pt>
                <c:pt idx="11225">
                  <c:v>2.9281199999999998</c:v>
                </c:pt>
                <c:pt idx="11226">
                  <c:v>2.92842</c:v>
                </c:pt>
                <c:pt idx="11227">
                  <c:v>2.9287299999999998</c:v>
                </c:pt>
                <c:pt idx="11228">
                  <c:v>2.92903</c:v>
                </c:pt>
                <c:pt idx="11229">
                  <c:v>2.9293399999999998</c:v>
                </c:pt>
                <c:pt idx="11230">
                  <c:v>2.92964</c:v>
                </c:pt>
                <c:pt idx="11231">
                  <c:v>2.9299499999999998</c:v>
                </c:pt>
                <c:pt idx="11232">
                  <c:v>2.9302600000000001</c:v>
                </c:pt>
                <c:pt idx="11233">
                  <c:v>2.9305599999999998</c:v>
                </c:pt>
                <c:pt idx="11234">
                  <c:v>2.9308700000000001</c:v>
                </c:pt>
                <c:pt idx="11235">
                  <c:v>2.9311699999999998</c:v>
                </c:pt>
                <c:pt idx="11236">
                  <c:v>2.9314800000000001</c:v>
                </c:pt>
                <c:pt idx="11237">
                  <c:v>2.9317799999999998</c:v>
                </c:pt>
                <c:pt idx="11238">
                  <c:v>2.9320900000000001</c:v>
                </c:pt>
                <c:pt idx="11239">
                  <c:v>2.9323899999999998</c:v>
                </c:pt>
                <c:pt idx="11240">
                  <c:v>2.9327000000000001</c:v>
                </c:pt>
                <c:pt idx="11241">
                  <c:v>2.9329999999999998</c:v>
                </c:pt>
                <c:pt idx="11242">
                  <c:v>2.9333100000000001</c:v>
                </c:pt>
                <c:pt idx="11243">
                  <c:v>2.9336099999999998</c:v>
                </c:pt>
                <c:pt idx="11244">
                  <c:v>2.9339200000000001</c:v>
                </c:pt>
                <c:pt idx="11245">
                  <c:v>2.9342299999999999</c:v>
                </c:pt>
                <c:pt idx="11246">
                  <c:v>2.9345300000000001</c:v>
                </c:pt>
                <c:pt idx="11247">
                  <c:v>2.9348399999999999</c:v>
                </c:pt>
                <c:pt idx="11248">
                  <c:v>2.9351400000000001</c:v>
                </c:pt>
                <c:pt idx="11249">
                  <c:v>2.9354499999999999</c:v>
                </c:pt>
                <c:pt idx="11250">
                  <c:v>2.9357500000000001</c:v>
                </c:pt>
                <c:pt idx="11251">
                  <c:v>2.9360599999999999</c:v>
                </c:pt>
                <c:pt idx="11252">
                  <c:v>2.9363600000000001</c:v>
                </c:pt>
                <c:pt idx="11253">
                  <c:v>2.9366699999999999</c:v>
                </c:pt>
                <c:pt idx="11254">
                  <c:v>2.9369700000000001</c:v>
                </c:pt>
                <c:pt idx="11255">
                  <c:v>2.9372799999999999</c:v>
                </c:pt>
                <c:pt idx="11256">
                  <c:v>2.9375900000000001</c:v>
                </c:pt>
                <c:pt idx="11257">
                  <c:v>2.9378899999999999</c:v>
                </c:pt>
                <c:pt idx="11258">
                  <c:v>2.9382000000000001</c:v>
                </c:pt>
                <c:pt idx="11259">
                  <c:v>2.9384999999999999</c:v>
                </c:pt>
                <c:pt idx="11260">
                  <c:v>2.9388100000000001</c:v>
                </c:pt>
                <c:pt idx="11261">
                  <c:v>2.9391099999999999</c:v>
                </c:pt>
                <c:pt idx="11262">
                  <c:v>2.9394200000000001</c:v>
                </c:pt>
                <c:pt idx="11263">
                  <c:v>2.9397199999999999</c:v>
                </c:pt>
                <c:pt idx="11264">
                  <c:v>2.9400300000000001</c:v>
                </c:pt>
                <c:pt idx="11265">
                  <c:v>2.9403299999999999</c:v>
                </c:pt>
                <c:pt idx="11266">
                  <c:v>2.9406400000000001</c:v>
                </c:pt>
                <c:pt idx="11267">
                  <c:v>2.9409399999999999</c:v>
                </c:pt>
                <c:pt idx="11268">
                  <c:v>2.9412500000000001</c:v>
                </c:pt>
                <c:pt idx="11269">
                  <c:v>2.94156</c:v>
                </c:pt>
                <c:pt idx="11270">
                  <c:v>2.9418600000000001</c:v>
                </c:pt>
                <c:pt idx="11271">
                  <c:v>2.94217</c:v>
                </c:pt>
                <c:pt idx="11272">
                  <c:v>2.9424700000000001</c:v>
                </c:pt>
                <c:pt idx="11273">
                  <c:v>2.94278</c:v>
                </c:pt>
                <c:pt idx="11274">
                  <c:v>2.9430800000000001</c:v>
                </c:pt>
                <c:pt idx="11275">
                  <c:v>2.94339</c:v>
                </c:pt>
                <c:pt idx="11276">
                  <c:v>2.9436900000000001</c:v>
                </c:pt>
                <c:pt idx="11277">
                  <c:v>2.944</c:v>
                </c:pt>
                <c:pt idx="11278">
                  <c:v>2.9443000000000001</c:v>
                </c:pt>
                <c:pt idx="11279">
                  <c:v>2.9446099999999999</c:v>
                </c:pt>
                <c:pt idx="11280">
                  <c:v>2.9449100000000001</c:v>
                </c:pt>
                <c:pt idx="11281">
                  <c:v>2.9452199999999999</c:v>
                </c:pt>
                <c:pt idx="11282">
                  <c:v>2.9455300000000002</c:v>
                </c:pt>
                <c:pt idx="11283">
                  <c:v>2.9458299999999999</c:v>
                </c:pt>
                <c:pt idx="11284">
                  <c:v>2.9461400000000002</c:v>
                </c:pt>
                <c:pt idx="11285">
                  <c:v>2.9464399999999999</c:v>
                </c:pt>
                <c:pt idx="11286">
                  <c:v>2.9467500000000002</c:v>
                </c:pt>
                <c:pt idx="11287">
                  <c:v>2.9470499999999999</c:v>
                </c:pt>
                <c:pt idx="11288">
                  <c:v>2.9473600000000002</c:v>
                </c:pt>
                <c:pt idx="11289">
                  <c:v>2.9476599999999999</c:v>
                </c:pt>
                <c:pt idx="11290">
                  <c:v>2.9479700000000002</c:v>
                </c:pt>
                <c:pt idx="11291">
                  <c:v>2.9482699999999999</c:v>
                </c:pt>
                <c:pt idx="11292">
                  <c:v>2.9485800000000002</c:v>
                </c:pt>
                <c:pt idx="11293">
                  <c:v>2.9488799999999999</c:v>
                </c:pt>
                <c:pt idx="11294">
                  <c:v>2.9491900000000002</c:v>
                </c:pt>
                <c:pt idx="11295">
                  <c:v>2.9495</c:v>
                </c:pt>
                <c:pt idx="11296">
                  <c:v>2.9498000000000002</c:v>
                </c:pt>
                <c:pt idx="11297">
                  <c:v>2.95011</c:v>
                </c:pt>
                <c:pt idx="11298">
                  <c:v>2.9504100000000002</c:v>
                </c:pt>
                <c:pt idx="11299">
                  <c:v>2.95072</c:v>
                </c:pt>
                <c:pt idx="11300">
                  <c:v>2.9510200000000002</c:v>
                </c:pt>
                <c:pt idx="11301">
                  <c:v>2.95133</c:v>
                </c:pt>
                <c:pt idx="11302">
                  <c:v>2.9516300000000002</c:v>
                </c:pt>
                <c:pt idx="11303">
                  <c:v>2.95194</c:v>
                </c:pt>
                <c:pt idx="11304">
                  <c:v>2.9522400000000002</c:v>
                </c:pt>
                <c:pt idx="11305">
                  <c:v>2.95255</c:v>
                </c:pt>
                <c:pt idx="11306">
                  <c:v>2.9528599999999998</c:v>
                </c:pt>
                <c:pt idx="11307">
                  <c:v>2.95316</c:v>
                </c:pt>
                <c:pt idx="11308">
                  <c:v>2.9534699999999998</c:v>
                </c:pt>
                <c:pt idx="11309">
                  <c:v>2.95377</c:v>
                </c:pt>
                <c:pt idx="11310">
                  <c:v>2.9540799999999998</c:v>
                </c:pt>
                <c:pt idx="11311">
                  <c:v>2.95438</c:v>
                </c:pt>
                <c:pt idx="11312">
                  <c:v>2.9546899999999998</c:v>
                </c:pt>
                <c:pt idx="11313">
                  <c:v>2.95499</c:v>
                </c:pt>
                <c:pt idx="11314">
                  <c:v>2.9552999999999998</c:v>
                </c:pt>
                <c:pt idx="11315">
                  <c:v>2.9556</c:v>
                </c:pt>
                <c:pt idx="11316">
                  <c:v>2.9559099999999998</c:v>
                </c:pt>
                <c:pt idx="11317">
                  <c:v>2.95621</c:v>
                </c:pt>
                <c:pt idx="11318">
                  <c:v>2.9565199999999998</c:v>
                </c:pt>
                <c:pt idx="11319">
                  <c:v>2.9568300000000001</c:v>
                </c:pt>
                <c:pt idx="11320">
                  <c:v>2.9571299999999998</c:v>
                </c:pt>
                <c:pt idx="11321">
                  <c:v>2.9574400000000001</c:v>
                </c:pt>
                <c:pt idx="11322">
                  <c:v>2.9577399999999998</c:v>
                </c:pt>
                <c:pt idx="11323">
                  <c:v>2.9580500000000001</c:v>
                </c:pt>
                <c:pt idx="11324">
                  <c:v>2.9583499999999998</c:v>
                </c:pt>
                <c:pt idx="11325">
                  <c:v>2.9586600000000001</c:v>
                </c:pt>
                <c:pt idx="11326">
                  <c:v>2.9589599999999998</c:v>
                </c:pt>
                <c:pt idx="11327">
                  <c:v>2.9592700000000001</c:v>
                </c:pt>
                <c:pt idx="11328">
                  <c:v>2.9595699999999998</c:v>
                </c:pt>
                <c:pt idx="11329">
                  <c:v>2.9598800000000001</c:v>
                </c:pt>
                <c:pt idx="11330">
                  <c:v>2.9601799999999998</c:v>
                </c:pt>
                <c:pt idx="11331">
                  <c:v>2.9604900000000001</c:v>
                </c:pt>
                <c:pt idx="11332">
                  <c:v>2.9607999999999999</c:v>
                </c:pt>
                <c:pt idx="11333">
                  <c:v>2.9611000000000001</c:v>
                </c:pt>
                <c:pt idx="11334">
                  <c:v>2.9614099999999999</c:v>
                </c:pt>
                <c:pt idx="11335">
                  <c:v>2.9617100000000001</c:v>
                </c:pt>
                <c:pt idx="11336">
                  <c:v>2.9620199999999999</c:v>
                </c:pt>
                <c:pt idx="11337">
                  <c:v>2.9623200000000001</c:v>
                </c:pt>
                <c:pt idx="11338">
                  <c:v>2.9626299999999999</c:v>
                </c:pt>
                <c:pt idx="11339">
                  <c:v>2.9629300000000001</c:v>
                </c:pt>
                <c:pt idx="11340">
                  <c:v>2.9632399999999999</c:v>
                </c:pt>
                <c:pt idx="11341">
                  <c:v>2.9635400000000001</c:v>
                </c:pt>
                <c:pt idx="11342">
                  <c:v>2.9638499999999999</c:v>
                </c:pt>
                <c:pt idx="11343">
                  <c:v>2.9641500000000001</c:v>
                </c:pt>
                <c:pt idx="11344">
                  <c:v>2.9644599999999999</c:v>
                </c:pt>
                <c:pt idx="11345">
                  <c:v>2.9647700000000001</c:v>
                </c:pt>
                <c:pt idx="11346">
                  <c:v>2.9650699999999999</c:v>
                </c:pt>
                <c:pt idx="11347">
                  <c:v>2.9653800000000001</c:v>
                </c:pt>
                <c:pt idx="11348">
                  <c:v>2.9656799999999999</c:v>
                </c:pt>
                <c:pt idx="11349">
                  <c:v>2.9659900000000001</c:v>
                </c:pt>
                <c:pt idx="11350">
                  <c:v>2.9662899999999999</c:v>
                </c:pt>
                <c:pt idx="11351">
                  <c:v>2.9666000000000001</c:v>
                </c:pt>
                <c:pt idx="11352">
                  <c:v>2.9668999999999999</c:v>
                </c:pt>
                <c:pt idx="11353">
                  <c:v>2.9672100000000001</c:v>
                </c:pt>
                <c:pt idx="11354">
                  <c:v>2.9675099999999999</c:v>
                </c:pt>
                <c:pt idx="11355">
                  <c:v>2.9678200000000001</c:v>
                </c:pt>
                <c:pt idx="11356">
                  <c:v>2.9681199999999999</c:v>
                </c:pt>
                <c:pt idx="11357">
                  <c:v>2.9684300000000001</c:v>
                </c:pt>
                <c:pt idx="11358">
                  <c:v>2.9687399999999999</c:v>
                </c:pt>
                <c:pt idx="11359">
                  <c:v>2.9690400000000001</c:v>
                </c:pt>
                <c:pt idx="11360">
                  <c:v>2.9693499999999999</c:v>
                </c:pt>
                <c:pt idx="11361">
                  <c:v>2.9696500000000001</c:v>
                </c:pt>
                <c:pt idx="11362">
                  <c:v>2.9699599999999999</c:v>
                </c:pt>
                <c:pt idx="11363">
                  <c:v>2.9702600000000001</c:v>
                </c:pt>
                <c:pt idx="11364">
                  <c:v>2.9705699999999999</c:v>
                </c:pt>
                <c:pt idx="11365">
                  <c:v>2.9708700000000001</c:v>
                </c:pt>
                <c:pt idx="11366">
                  <c:v>2.9711799999999999</c:v>
                </c:pt>
                <c:pt idx="11367">
                  <c:v>2.9714800000000001</c:v>
                </c:pt>
                <c:pt idx="11368">
                  <c:v>2.9717899999999999</c:v>
                </c:pt>
                <c:pt idx="11369">
                  <c:v>2.9721000000000002</c:v>
                </c:pt>
                <c:pt idx="11370">
                  <c:v>2.9723999999999999</c:v>
                </c:pt>
                <c:pt idx="11371">
                  <c:v>2.9727100000000002</c:v>
                </c:pt>
                <c:pt idx="11372">
                  <c:v>2.9730099999999999</c:v>
                </c:pt>
                <c:pt idx="11373">
                  <c:v>2.9733200000000002</c:v>
                </c:pt>
                <c:pt idx="11374">
                  <c:v>2.9736199999999999</c:v>
                </c:pt>
                <c:pt idx="11375">
                  <c:v>2.9739300000000002</c:v>
                </c:pt>
                <c:pt idx="11376">
                  <c:v>2.9742299999999999</c:v>
                </c:pt>
                <c:pt idx="11377">
                  <c:v>2.9745400000000002</c:v>
                </c:pt>
                <c:pt idx="11378">
                  <c:v>2.9748399999999999</c:v>
                </c:pt>
                <c:pt idx="11379">
                  <c:v>2.9751500000000002</c:v>
                </c:pt>
                <c:pt idx="11380">
                  <c:v>2.9754499999999999</c:v>
                </c:pt>
                <c:pt idx="11381">
                  <c:v>2.9757600000000002</c:v>
                </c:pt>
                <c:pt idx="11382">
                  <c:v>2.97607</c:v>
                </c:pt>
                <c:pt idx="11383">
                  <c:v>2.9763700000000002</c:v>
                </c:pt>
                <c:pt idx="11384">
                  <c:v>2.97668</c:v>
                </c:pt>
                <c:pt idx="11385">
                  <c:v>2.9769800000000002</c:v>
                </c:pt>
                <c:pt idx="11386">
                  <c:v>2.97729</c:v>
                </c:pt>
                <c:pt idx="11387">
                  <c:v>2.9775900000000002</c:v>
                </c:pt>
                <c:pt idx="11388">
                  <c:v>2.9779</c:v>
                </c:pt>
                <c:pt idx="11389">
                  <c:v>2.9782000000000002</c:v>
                </c:pt>
                <c:pt idx="11390">
                  <c:v>2.97851</c:v>
                </c:pt>
                <c:pt idx="11391">
                  <c:v>2.9788100000000002</c:v>
                </c:pt>
                <c:pt idx="11392">
                  <c:v>2.97912</c:v>
                </c:pt>
                <c:pt idx="11393">
                  <c:v>2.9794200000000002</c:v>
                </c:pt>
                <c:pt idx="11394">
                  <c:v>2.97973</c:v>
                </c:pt>
                <c:pt idx="11395">
                  <c:v>2.9800399999999998</c:v>
                </c:pt>
                <c:pt idx="11396">
                  <c:v>2.98034</c:v>
                </c:pt>
                <c:pt idx="11397">
                  <c:v>2.9806499999999998</c:v>
                </c:pt>
                <c:pt idx="11398">
                  <c:v>2.98095</c:v>
                </c:pt>
                <c:pt idx="11399">
                  <c:v>2.9812599999999998</c:v>
                </c:pt>
                <c:pt idx="11400">
                  <c:v>2.98156</c:v>
                </c:pt>
                <c:pt idx="11401">
                  <c:v>2.9818699999999998</c:v>
                </c:pt>
                <c:pt idx="11402">
                  <c:v>2.98217</c:v>
                </c:pt>
                <c:pt idx="11403">
                  <c:v>2.9824799999999998</c:v>
                </c:pt>
                <c:pt idx="11404">
                  <c:v>2.98278</c:v>
                </c:pt>
                <c:pt idx="11405">
                  <c:v>2.9830899999999998</c:v>
                </c:pt>
                <c:pt idx="11406">
                  <c:v>2.98339</c:v>
                </c:pt>
                <c:pt idx="11407">
                  <c:v>2.9836999999999998</c:v>
                </c:pt>
                <c:pt idx="11408">
                  <c:v>2.9840100000000001</c:v>
                </c:pt>
                <c:pt idx="11409">
                  <c:v>2.9843099999999998</c:v>
                </c:pt>
                <c:pt idx="11410">
                  <c:v>2.9846200000000001</c:v>
                </c:pt>
                <c:pt idx="11411">
                  <c:v>2.9849199999999998</c:v>
                </c:pt>
                <c:pt idx="11412">
                  <c:v>2.9852300000000001</c:v>
                </c:pt>
                <c:pt idx="11413">
                  <c:v>2.9855299999999998</c:v>
                </c:pt>
                <c:pt idx="11414">
                  <c:v>2.98584</c:v>
                </c:pt>
                <c:pt idx="11415">
                  <c:v>2.9861399999999998</c:v>
                </c:pt>
                <c:pt idx="11416">
                  <c:v>2.98645</c:v>
                </c:pt>
                <c:pt idx="11417">
                  <c:v>2.9867499999999998</c:v>
                </c:pt>
                <c:pt idx="11418">
                  <c:v>2.98706</c:v>
                </c:pt>
                <c:pt idx="11419">
                  <c:v>2.9873599999999998</c:v>
                </c:pt>
                <c:pt idx="11420">
                  <c:v>2.98767</c:v>
                </c:pt>
                <c:pt idx="11421">
                  <c:v>2.9879799999999999</c:v>
                </c:pt>
                <c:pt idx="11422">
                  <c:v>2.98828</c:v>
                </c:pt>
                <c:pt idx="11423">
                  <c:v>2.9885899999999999</c:v>
                </c:pt>
                <c:pt idx="11424">
                  <c:v>2.98889</c:v>
                </c:pt>
                <c:pt idx="11425">
                  <c:v>2.9891999999999999</c:v>
                </c:pt>
                <c:pt idx="11426">
                  <c:v>2.9895</c:v>
                </c:pt>
                <c:pt idx="11427">
                  <c:v>2.9898099999999999</c:v>
                </c:pt>
                <c:pt idx="11428">
                  <c:v>2.99011</c:v>
                </c:pt>
                <c:pt idx="11429">
                  <c:v>2.9904199999999999</c:v>
                </c:pt>
                <c:pt idx="11430">
                  <c:v>2.99072</c:v>
                </c:pt>
                <c:pt idx="11431">
                  <c:v>2.9910299999999999</c:v>
                </c:pt>
                <c:pt idx="11432">
                  <c:v>2.9913400000000001</c:v>
                </c:pt>
                <c:pt idx="11433">
                  <c:v>2.9916399999999999</c:v>
                </c:pt>
                <c:pt idx="11434">
                  <c:v>2.9919500000000001</c:v>
                </c:pt>
                <c:pt idx="11435">
                  <c:v>2.9922499999999999</c:v>
                </c:pt>
                <c:pt idx="11436">
                  <c:v>2.9925600000000001</c:v>
                </c:pt>
                <c:pt idx="11437">
                  <c:v>2.9928599999999999</c:v>
                </c:pt>
                <c:pt idx="11438">
                  <c:v>2.9931700000000001</c:v>
                </c:pt>
                <c:pt idx="11439">
                  <c:v>2.9934699999999999</c:v>
                </c:pt>
                <c:pt idx="11440">
                  <c:v>2.9937800000000001</c:v>
                </c:pt>
                <c:pt idx="11441">
                  <c:v>2.9940799999999999</c:v>
                </c:pt>
                <c:pt idx="11442">
                  <c:v>2.9943900000000001</c:v>
                </c:pt>
                <c:pt idx="11443">
                  <c:v>2.9946899999999999</c:v>
                </c:pt>
                <c:pt idx="11444">
                  <c:v>2.9950000000000001</c:v>
                </c:pt>
                <c:pt idx="11445">
                  <c:v>2.9953099999999999</c:v>
                </c:pt>
                <c:pt idx="11446">
                  <c:v>2.9956100000000001</c:v>
                </c:pt>
                <c:pt idx="11447">
                  <c:v>2.9959199999999999</c:v>
                </c:pt>
                <c:pt idx="11448">
                  <c:v>2.9962200000000001</c:v>
                </c:pt>
                <c:pt idx="11449">
                  <c:v>2.9965299999999999</c:v>
                </c:pt>
                <c:pt idx="11450">
                  <c:v>2.9968300000000001</c:v>
                </c:pt>
                <c:pt idx="11451">
                  <c:v>2.9971399999999999</c:v>
                </c:pt>
                <c:pt idx="11452">
                  <c:v>2.9974400000000001</c:v>
                </c:pt>
                <c:pt idx="11453">
                  <c:v>2.9977499999999999</c:v>
                </c:pt>
                <c:pt idx="11454">
                  <c:v>2.9980500000000001</c:v>
                </c:pt>
                <c:pt idx="11455">
                  <c:v>2.9983599999999999</c:v>
                </c:pt>
                <c:pt idx="11456">
                  <c:v>2.9986600000000001</c:v>
                </c:pt>
                <c:pt idx="11457">
                  <c:v>2.9989699999999999</c:v>
                </c:pt>
                <c:pt idx="11458">
                  <c:v>2.9992800000000002</c:v>
                </c:pt>
                <c:pt idx="11459">
                  <c:v>2.9995799999999999</c:v>
                </c:pt>
                <c:pt idx="11460">
                  <c:v>2.9998900000000002</c:v>
                </c:pt>
                <c:pt idx="11461">
                  <c:v>3.0001899999999999</c:v>
                </c:pt>
                <c:pt idx="11462">
                  <c:v>3.0005000000000002</c:v>
                </c:pt>
                <c:pt idx="11463">
                  <c:v>3.0007999999999999</c:v>
                </c:pt>
                <c:pt idx="11464">
                  <c:v>3.0011100000000002</c:v>
                </c:pt>
                <c:pt idx="11465">
                  <c:v>3.0014099999999999</c:v>
                </c:pt>
                <c:pt idx="11466">
                  <c:v>3.0017200000000002</c:v>
                </c:pt>
                <c:pt idx="11467">
                  <c:v>3.0020199999999999</c:v>
                </c:pt>
                <c:pt idx="11468">
                  <c:v>3.0023300000000002</c:v>
                </c:pt>
                <c:pt idx="11469">
                  <c:v>3.0026299999999999</c:v>
                </c:pt>
                <c:pt idx="11470">
                  <c:v>3.0029400000000002</c:v>
                </c:pt>
                <c:pt idx="11471">
                  <c:v>3.00325</c:v>
                </c:pt>
                <c:pt idx="11472">
                  <c:v>3.0035500000000002</c:v>
                </c:pt>
                <c:pt idx="11473">
                  <c:v>3.00386</c:v>
                </c:pt>
                <c:pt idx="11474">
                  <c:v>3.0041600000000002</c:v>
                </c:pt>
                <c:pt idx="11475">
                  <c:v>3.00447</c:v>
                </c:pt>
                <c:pt idx="11476">
                  <c:v>3.0047700000000002</c:v>
                </c:pt>
                <c:pt idx="11477">
                  <c:v>3.00508</c:v>
                </c:pt>
                <c:pt idx="11478">
                  <c:v>3.0053800000000002</c:v>
                </c:pt>
                <c:pt idx="11479">
                  <c:v>3.00569</c:v>
                </c:pt>
                <c:pt idx="11480">
                  <c:v>3.0059900000000002</c:v>
                </c:pt>
                <c:pt idx="11481">
                  <c:v>3.0063</c:v>
                </c:pt>
                <c:pt idx="11482">
                  <c:v>3.0066000000000002</c:v>
                </c:pt>
                <c:pt idx="11483">
                  <c:v>3.00691</c:v>
                </c:pt>
                <c:pt idx="11484">
                  <c:v>3.0072199999999998</c:v>
                </c:pt>
                <c:pt idx="11485">
                  <c:v>3.00752</c:v>
                </c:pt>
                <c:pt idx="11486">
                  <c:v>3.0078299999999998</c:v>
                </c:pt>
                <c:pt idx="11487">
                  <c:v>3.00813</c:v>
                </c:pt>
                <c:pt idx="11488">
                  <c:v>3.0084399999999998</c:v>
                </c:pt>
                <c:pt idx="11489">
                  <c:v>3.00874</c:v>
                </c:pt>
                <c:pt idx="11490">
                  <c:v>3.0090499999999998</c:v>
                </c:pt>
                <c:pt idx="11491">
                  <c:v>3.00935</c:v>
                </c:pt>
                <c:pt idx="11492">
                  <c:v>3.0096599999999998</c:v>
                </c:pt>
                <c:pt idx="11493">
                  <c:v>3.00996</c:v>
                </c:pt>
                <c:pt idx="11494">
                  <c:v>3.0102699999999998</c:v>
                </c:pt>
                <c:pt idx="11495">
                  <c:v>3.01058</c:v>
                </c:pt>
                <c:pt idx="11496">
                  <c:v>3.0108799999999998</c:v>
                </c:pt>
                <c:pt idx="11497">
                  <c:v>3.01119</c:v>
                </c:pt>
                <c:pt idx="11498">
                  <c:v>3.0114899999999998</c:v>
                </c:pt>
                <c:pt idx="11499">
                  <c:v>3.0118</c:v>
                </c:pt>
                <c:pt idx="11500">
                  <c:v>3.0121000000000002</c:v>
                </c:pt>
                <c:pt idx="11501">
                  <c:v>3.01241</c:v>
                </c:pt>
                <c:pt idx="11502">
                  <c:v>3.0127100000000002</c:v>
                </c:pt>
                <c:pt idx="11503">
                  <c:v>3.01302</c:v>
                </c:pt>
                <c:pt idx="11504">
                  <c:v>3.0133200000000002</c:v>
                </c:pt>
                <c:pt idx="11505">
                  <c:v>3.01363</c:v>
                </c:pt>
                <c:pt idx="11506">
                  <c:v>3.0139300000000002</c:v>
                </c:pt>
                <c:pt idx="11507">
                  <c:v>3.01424</c:v>
                </c:pt>
                <c:pt idx="11508">
                  <c:v>3.0145499999999998</c:v>
                </c:pt>
                <c:pt idx="11509">
                  <c:v>3.01485</c:v>
                </c:pt>
                <c:pt idx="11510">
                  <c:v>3.0151599999999998</c:v>
                </c:pt>
                <c:pt idx="11511">
                  <c:v>3.01546</c:v>
                </c:pt>
                <c:pt idx="11512">
                  <c:v>3.0157699999999998</c:v>
                </c:pt>
                <c:pt idx="11513">
                  <c:v>3.01607</c:v>
                </c:pt>
                <c:pt idx="11514">
                  <c:v>3.0163799999999998</c:v>
                </c:pt>
                <c:pt idx="11515">
                  <c:v>3.01668</c:v>
                </c:pt>
                <c:pt idx="11516">
                  <c:v>3.0169899999999998</c:v>
                </c:pt>
                <c:pt idx="11517">
                  <c:v>3.01729</c:v>
                </c:pt>
                <c:pt idx="11518">
                  <c:v>3.0175999999999998</c:v>
                </c:pt>
                <c:pt idx="11519">
                  <c:v>3.0179</c:v>
                </c:pt>
                <c:pt idx="11520">
                  <c:v>3.0182099999999998</c:v>
                </c:pt>
                <c:pt idx="11521">
                  <c:v>3.0185200000000001</c:v>
                </c:pt>
                <c:pt idx="11522">
                  <c:v>3.0188199999999998</c:v>
                </c:pt>
                <c:pt idx="11523">
                  <c:v>3.0191300000000001</c:v>
                </c:pt>
                <c:pt idx="11524">
                  <c:v>3.0194299999999998</c:v>
                </c:pt>
                <c:pt idx="11525">
                  <c:v>3.0197400000000001</c:v>
                </c:pt>
                <c:pt idx="11526">
                  <c:v>3.0200399999999998</c:v>
                </c:pt>
                <c:pt idx="11527">
                  <c:v>3.0203500000000001</c:v>
                </c:pt>
                <c:pt idx="11528">
                  <c:v>3.0206499999999998</c:v>
                </c:pt>
                <c:pt idx="11529">
                  <c:v>3.0209600000000001</c:v>
                </c:pt>
                <c:pt idx="11530">
                  <c:v>3.0212599999999998</c:v>
                </c:pt>
                <c:pt idx="11531">
                  <c:v>3.0215700000000001</c:v>
                </c:pt>
                <c:pt idx="11532">
                  <c:v>3.0218699999999998</c:v>
                </c:pt>
                <c:pt idx="11533">
                  <c:v>3.0221800000000001</c:v>
                </c:pt>
                <c:pt idx="11534">
                  <c:v>3.0224899999999999</c:v>
                </c:pt>
                <c:pt idx="11535">
                  <c:v>3.0227900000000001</c:v>
                </c:pt>
                <c:pt idx="11536">
                  <c:v>3.0230999999999999</c:v>
                </c:pt>
                <c:pt idx="11537">
                  <c:v>3.0234000000000001</c:v>
                </c:pt>
                <c:pt idx="11538">
                  <c:v>3.0237099999999999</c:v>
                </c:pt>
                <c:pt idx="11539">
                  <c:v>3.0240100000000001</c:v>
                </c:pt>
                <c:pt idx="11540">
                  <c:v>3.0243199999999999</c:v>
                </c:pt>
                <c:pt idx="11541">
                  <c:v>3.0246200000000001</c:v>
                </c:pt>
                <c:pt idx="11542">
                  <c:v>3.0249299999999999</c:v>
                </c:pt>
                <c:pt idx="11543">
                  <c:v>3.0252300000000001</c:v>
                </c:pt>
                <c:pt idx="11544">
                  <c:v>3.0255399999999999</c:v>
                </c:pt>
                <c:pt idx="11545">
                  <c:v>3.0258500000000002</c:v>
                </c:pt>
                <c:pt idx="11546">
                  <c:v>3.0261499999999999</c:v>
                </c:pt>
                <c:pt idx="11547">
                  <c:v>3.0264600000000002</c:v>
                </c:pt>
                <c:pt idx="11548">
                  <c:v>3.0267599999999999</c:v>
                </c:pt>
                <c:pt idx="11549">
                  <c:v>3.0270700000000001</c:v>
                </c:pt>
                <c:pt idx="11550">
                  <c:v>3.0273699999999999</c:v>
                </c:pt>
                <c:pt idx="11551">
                  <c:v>3.0276800000000001</c:v>
                </c:pt>
                <c:pt idx="11552">
                  <c:v>3.0279799999999999</c:v>
                </c:pt>
                <c:pt idx="11553">
                  <c:v>3.0282900000000001</c:v>
                </c:pt>
                <c:pt idx="11554">
                  <c:v>3.0285899999999999</c:v>
                </c:pt>
                <c:pt idx="11555">
                  <c:v>3.0289000000000001</c:v>
                </c:pt>
                <c:pt idx="11556">
                  <c:v>3.0291999999999999</c:v>
                </c:pt>
                <c:pt idx="11557">
                  <c:v>3.0295100000000001</c:v>
                </c:pt>
                <c:pt idx="11558">
                  <c:v>3.02982</c:v>
                </c:pt>
                <c:pt idx="11559">
                  <c:v>3.0301200000000001</c:v>
                </c:pt>
                <c:pt idx="11560">
                  <c:v>3.03043</c:v>
                </c:pt>
                <c:pt idx="11561">
                  <c:v>3.0307300000000001</c:v>
                </c:pt>
                <c:pt idx="11562">
                  <c:v>3.03104</c:v>
                </c:pt>
                <c:pt idx="11563">
                  <c:v>3.0313400000000001</c:v>
                </c:pt>
                <c:pt idx="11564">
                  <c:v>3.03165</c:v>
                </c:pt>
                <c:pt idx="11565">
                  <c:v>3.0319500000000001</c:v>
                </c:pt>
                <c:pt idx="11566">
                  <c:v>3.03226</c:v>
                </c:pt>
                <c:pt idx="11567">
                  <c:v>3.0325600000000001</c:v>
                </c:pt>
                <c:pt idx="11568">
                  <c:v>3.03287</c:v>
                </c:pt>
                <c:pt idx="11569">
                  <c:v>3.0331700000000001</c:v>
                </c:pt>
                <c:pt idx="11570">
                  <c:v>3.03348</c:v>
                </c:pt>
                <c:pt idx="11571">
                  <c:v>3.0337900000000002</c:v>
                </c:pt>
                <c:pt idx="11572">
                  <c:v>3.03409</c:v>
                </c:pt>
                <c:pt idx="11573">
                  <c:v>3.0344000000000002</c:v>
                </c:pt>
                <c:pt idx="11574">
                  <c:v>3.0347</c:v>
                </c:pt>
                <c:pt idx="11575">
                  <c:v>3.0350100000000002</c:v>
                </c:pt>
                <c:pt idx="11576">
                  <c:v>3.03531</c:v>
                </c:pt>
                <c:pt idx="11577">
                  <c:v>3.0356200000000002</c:v>
                </c:pt>
                <c:pt idx="11578">
                  <c:v>3.03592</c:v>
                </c:pt>
                <c:pt idx="11579">
                  <c:v>3.0362300000000002</c:v>
                </c:pt>
                <c:pt idx="11580">
                  <c:v>3.03653</c:v>
                </c:pt>
                <c:pt idx="11581">
                  <c:v>3.0368400000000002</c:v>
                </c:pt>
                <c:pt idx="11582">
                  <c:v>3.03714</c:v>
                </c:pt>
                <c:pt idx="11583">
                  <c:v>3.0374500000000002</c:v>
                </c:pt>
                <c:pt idx="11584">
                  <c:v>3.03776</c:v>
                </c:pt>
                <c:pt idx="11585">
                  <c:v>3.0380600000000002</c:v>
                </c:pt>
                <c:pt idx="11586">
                  <c:v>3.03837</c:v>
                </c:pt>
                <c:pt idx="11587">
                  <c:v>3.0386700000000002</c:v>
                </c:pt>
                <c:pt idx="11588">
                  <c:v>3.03898</c:v>
                </c:pt>
                <c:pt idx="11589">
                  <c:v>3.0392800000000002</c:v>
                </c:pt>
                <c:pt idx="11590">
                  <c:v>3.03959</c:v>
                </c:pt>
                <c:pt idx="11591">
                  <c:v>3.0398900000000002</c:v>
                </c:pt>
                <c:pt idx="11592">
                  <c:v>3.0402</c:v>
                </c:pt>
                <c:pt idx="11593">
                  <c:v>3.0405000000000002</c:v>
                </c:pt>
                <c:pt idx="11594">
                  <c:v>3.04081</c:v>
                </c:pt>
                <c:pt idx="11595">
                  <c:v>3.0411100000000002</c:v>
                </c:pt>
                <c:pt idx="11596">
                  <c:v>3.04142</c:v>
                </c:pt>
                <c:pt idx="11597">
                  <c:v>3.0417299999999998</c:v>
                </c:pt>
                <c:pt idx="11598">
                  <c:v>3.04203</c:v>
                </c:pt>
                <c:pt idx="11599">
                  <c:v>3.0423399999999998</c:v>
                </c:pt>
                <c:pt idx="11600">
                  <c:v>3.04264</c:v>
                </c:pt>
                <c:pt idx="11601">
                  <c:v>3.0429499999999998</c:v>
                </c:pt>
                <c:pt idx="11602">
                  <c:v>3.04325</c:v>
                </c:pt>
                <c:pt idx="11603">
                  <c:v>3.0435599999999998</c:v>
                </c:pt>
                <c:pt idx="11604">
                  <c:v>3.04386</c:v>
                </c:pt>
                <c:pt idx="11605">
                  <c:v>3.0441699999999998</c:v>
                </c:pt>
                <c:pt idx="11606">
                  <c:v>3.04447</c:v>
                </c:pt>
                <c:pt idx="11607">
                  <c:v>3.0447799999999998</c:v>
                </c:pt>
                <c:pt idx="11608">
                  <c:v>3.0450900000000001</c:v>
                </c:pt>
                <c:pt idx="11609">
                  <c:v>3.0453899999999998</c:v>
                </c:pt>
                <c:pt idx="11610">
                  <c:v>3.0457000000000001</c:v>
                </c:pt>
                <c:pt idx="11611">
                  <c:v>3.0459999999999998</c:v>
                </c:pt>
                <c:pt idx="11612">
                  <c:v>3.0463100000000001</c:v>
                </c:pt>
                <c:pt idx="11613">
                  <c:v>3.0466099999999998</c:v>
                </c:pt>
                <c:pt idx="11614">
                  <c:v>3.0469200000000001</c:v>
                </c:pt>
                <c:pt idx="11615">
                  <c:v>3.0472199999999998</c:v>
                </c:pt>
                <c:pt idx="11616">
                  <c:v>3.0475300000000001</c:v>
                </c:pt>
                <c:pt idx="11617">
                  <c:v>3.0478299999999998</c:v>
                </c:pt>
                <c:pt idx="11618">
                  <c:v>3.0481400000000001</c:v>
                </c:pt>
                <c:pt idx="11619">
                  <c:v>3.0484399999999998</c:v>
                </c:pt>
                <c:pt idx="11620">
                  <c:v>3.0487500000000001</c:v>
                </c:pt>
                <c:pt idx="11621">
                  <c:v>3.0490599999999999</c:v>
                </c:pt>
                <c:pt idx="11622">
                  <c:v>3.0493600000000001</c:v>
                </c:pt>
                <c:pt idx="11623">
                  <c:v>3.0496699999999999</c:v>
                </c:pt>
                <c:pt idx="11624">
                  <c:v>3.0499700000000001</c:v>
                </c:pt>
                <c:pt idx="11625">
                  <c:v>3.0502799999999999</c:v>
                </c:pt>
                <c:pt idx="11626">
                  <c:v>3.0505800000000001</c:v>
                </c:pt>
                <c:pt idx="11627">
                  <c:v>3.0508899999999999</c:v>
                </c:pt>
                <c:pt idx="11628">
                  <c:v>3.0511900000000001</c:v>
                </c:pt>
                <c:pt idx="11629">
                  <c:v>3.0514999999999999</c:v>
                </c:pt>
                <c:pt idx="11630">
                  <c:v>3.0518000000000001</c:v>
                </c:pt>
                <c:pt idx="11631">
                  <c:v>3.0521099999999999</c:v>
                </c:pt>
                <c:pt idx="11632">
                  <c:v>3.0524100000000001</c:v>
                </c:pt>
                <c:pt idx="11633">
                  <c:v>3.0527199999999999</c:v>
                </c:pt>
                <c:pt idx="11634">
                  <c:v>3.0530300000000001</c:v>
                </c:pt>
                <c:pt idx="11635">
                  <c:v>3.0533299999999999</c:v>
                </c:pt>
                <c:pt idx="11636">
                  <c:v>3.0536400000000001</c:v>
                </c:pt>
                <c:pt idx="11637">
                  <c:v>3.0539399999999999</c:v>
                </c:pt>
                <c:pt idx="11638">
                  <c:v>3.0542500000000001</c:v>
                </c:pt>
                <c:pt idx="11639">
                  <c:v>3.0545499999999999</c:v>
                </c:pt>
                <c:pt idx="11640">
                  <c:v>3.0548600000000001</c:v>
                </c:pt>
                <c:pt idx="11641">
                  <c:v>3.0551599999999999</c:v>
                </c:pt>
                <c:pt idx="11642">
                  <c:v>3.0554700000000001</c:v>
                </c:pt>
                <c:pt idx="11643">
                  <c:v>3.0557699999999999</c:v>
                </c:pt>
                <c:pt idx="11644">
                  <c:v>3.0560800000000001</c:v>
                </c:pt>
                <c:pt idx="11645">
                  <c:v>3.0563799999999999</c:v>
                </c:pt>
                <c:pt idx="11646">
                  <c:v>3.0566900000000001</c:v>
                </c:pt>
                <c:pt idx="11647">
                  <c:v>3.0569999999999999</c:v>
                </c:pt>
                <c:pt idx="11648">
                  <c:v>3.0573000000000001</c:v>
                </c:pt>
                <c:pt idx="11649">
                  <c:v>3.0576099999999999</c:v>
                </c:pt>
                <c:pt idx="11650">
                  <c:v>3.0579100000000001</c:v>
                </c:pt>
                <c:pt idx="11651">
                  <c:v>3.0582199999999999</c:v>
                </c:pt>
                <c:pt idx="11652">
                  <c:v>3.0585200000000001</c:v>
                </c:pt>
                <c:pt idx="11653">
                  <c:v>3.0588299999999999</c:v>
                </c:pt>
                <c:pt idx="11654">
                  <c:v>3.0591300000000001</c:v>
                </c:pt>
                <c:pt idx="11655">
                  <c:v>3.0594399999999999</c:v>
                </c:pt>
                <c:pt idx="11656">
                  <c:v>3.0597400000000001</c:v>
                </c:pt>
                <c:pt idx="11657">
                  <c:v>3.0600499999999999</c:v>
                </c:pt>
                <c:pt idx="11658">
                  <c:v>3.0603500000000001</c:v>
                </c:pt>
                <c:pt idx="11659">
                  <c:v>3.0606599999999999</c:v>
                </c:pt>
                <c:pt idx="11660">
                  <c:v>3.0609700000000002</c:v>
                </c:pt>
                <c:pt idx="11661">
                  <c:v>3.0612699999999999</c:v>
                </c:pt>
                <c:pt idx="11662">
                  <c:v>3.0615800000000002</c:v>
                </c:pt>
                <c:pt idx="11663">
                  <c:v>3.0618799999999999</c:v>
                </c:pt>
                <c:pt idx="11664">
                  <c:v>3.0621900000000002</c:v>
                </c:pt>
                <c:pt idx="11665">
                  <c:v>3.0624899999999999</c:v>
                </c:pt>
                <c:pt idx="11666">
                  <c:v>3.0628000000000002</c:v>
                </c:pt>
                <c:pt idx="11667">
                  <c:v>3.0630999999999999</c:v>
                </c:pt>
                <c:pt idx="11668">
                  <c:v>3.0634100000000002</c:v>
                </c:pt>
                <c:pt idx="11669">
                  <c:v>3.0637099999999999</c:v>
                </c:pt>
                <c:pt idx="11670">
                  <c:v>3.0640200000000002</c:v>
                </c:pt>
                <c:pt idx="11671">
                  <c:v>3.06433</c:v>
                </c:pt>
                <c:pt idx="11672">
                  <c:v>3.0646300000000002</c:v>
                </c:pt>
                <c:pt idx="11673">
                  <c:v>3.06494</c:v>
                </c:pt>
                <c:pt idx="11674">
                  <c:v>3.0652400000000002</c:v>
                </c:pt>
                <c:pt idx="11675">
                  <c:v>3.06555</c:v>
                </c:pt>
                <c:pt idx="11676">
                  <c:v>3.0658500000000002</c:v>
                </c:pt>
                <c:pt idx="11677">
                  <c:v>3.06616</c:v>
                </c:pt>
                <c:pt idx="11678">
                  <c:v>3.0664600000000002</c:v>
                </c:pt>
                <c:pt idx="11679">
                  <c:v>3.06677</c:v>
                </c:pt>
                <c:pt idx="11680">
                  <c:v>3.0670700000000002</c:v>
                </c:pt>
                <c:pt idx="11681">
                  <c:v>3.06738</c:v>
                </c:pt>
                <c:pt idx="11682">
                  <c:v>3.0676800000000002</c:v>
                </c:pt>
                <c:pt idx="11683">
                  <c:v>3.06799</c:v>
                </c:pt>
                <c:pt idx="11684">
                  <c:v>3.0682999999999998</c:v>
                </c:pt>
                <c:pt idx="11685">
                  <c:v>3.0686</c:v>
                </c:pt>
                <c:pt idx="11686">
                  <c:v>3.0689099999999998</c:v>
                </c:pt>
                <c:pt idx="11687">
                  <c:v>3.06921</c:v>
                </c:pt>
                <c:pt idx="11688">
                  <c:v>3.0695199999999998</c:v>
                </c:pt>
                <c:pt idx="11689">
                  <c:v>3.06982</c:v>
                </c:pt>
                <c:pt idx="11690">
                  <c:v>3.0701299999999998</c:v>
                </c:pt>
                <c:pt idx="11691">
                  <c:v>3.07043</c:v>
                </c:pt>
                <c:pt idx="11692">
                  <c:v>3.0707399999999998</c:v>
                </c:pt>
                <c:pt idx="11693">
                  <c:v>3.07104</c:v>
                </c:pt>
                <c:pt idx="11694">
                  <c:v>3.0713499999999998</c:v>
                </c:pt>
                <c:pt idx="11695">
                  <c:v>3.07165</c:v>
                </c:pt>
                <c:pt idx="11696">
                  <c:v>3.0719599999999998</c:v>
                </c:pt>
                <c:pt idx="11697">
                  <c:v>3.0722700000000001</c:v>
                </c:pt>
                <c:pt idx="11698">
                  <c:v>3.0725699999999998</c:v>
                </c:pt>
                <c:pt idx="11699">
                  <c:v>3.0728800000000001</c:v>
                </c:pt>
                <c:pt idx="11700">
                  <c:v>3.0731799999999998</c:v>
                </c:pt>
                <c:pt idx="11701">
                  <c:v>3.0734900000000001</c:v>
                </c:pt>
                <c:pt idx="11702">
                  <c:v>3.0737899999999998</c:v>
                </c:pt>
                <c:pt idx="11703">
                  <c:v>3.0741000000000001</c:v>
                </c:pt>
                <c:pt idx="11704">
                  <c:v>3.0743999999999998</c:v>
                </c:pt>
                <c:pt idx="11705">
                  <c:v>3.0747100000000001</c:v>
                </c:pt>
                <c:pt idx="11706">
                  <c:v>3.0750099999999998</c:v>
                </c:pt>
                <c:pt idx="11707">
                  <c:v>3.0753200000000001</c:v>
                </c:pt>
                <c:pt idx="11708">
                  <c:v>3.0756199999999998</c:v>
                </c:pt>
                <c:pt idx="11709">
                  <c:v>3.0759300000000001</c:v>
                </c:pt>
                <c:pt idx="11710">
                  <c:v>3.0762399999999999</c:v>
                </c:pt>
                <c:pt idx="11711">
                  <c:v>3.0765400000000001</c:v>
                </c:pt>
                <c:pt idx="11712">
                  <c:v>3.0768499999999999</c:v>
                </c:pt>
                <c:pt idx="11713">
                  <c:v>3.0771500000000001</c:v>
                </c:pt>
                <c:pt idx="11714">
                  <c:v>3.0774599999999999</c:v>
                </c:pt>
                <c:pt idx="11715">
                  <c:v>3.0777600000000001</c:v>
                </c:pt>
                <c:pt idx="11716">
                  <c:v>3.0780699999999999</c:v>
                </c:pt>
                <c:pt idx="11717">
                  <c:v>3.0783700000000001</c:v>
                </c:pt>
                <c:pt idx="11718">
                  <c:v>3.0786799999999999</c:v>
                </c:pt>
                <c:pt idx="11719">
                  <c:v>3.0789800000000001</c:v>
                </c:pt>
                <c:pt idx="11720">
                  <c:v>3.0792899999999999</c:v>
                </c:pt>
                <c:pt idx="11721">
                  <c:v>3.0796000000000001</c:v>
                </c:pt>
                <c:pt idx="11722">
                  <c:v>3.0798999999999999</c:v>
                </c:pt>
                <c:pt idx="11723">
                  <c:v>3.0802100000000001</c:v>
                </c:pt>
                <c:pt idx="11724">
                  <c:v>3.0805099999999999</c:v>
                </c:pt>
                <c:pt idx="11725">
                  <c:v>3.0808200000000001</c:v>
                </c:pt>
                <c:pt idx="11726">
                  <c:v>3.0811199999999999</c:v>
                </c:pt>
                <c:pt idx="11727">
                  <c:v>3.0814300000000001</c:v>
                </c:pt>
                <c:pt idx="11728">
                  <c:v>3.0817299999999999</c:v>
                </c:pt>
                <c:pt idx="11729">
                  <c:v>3.0820400000000001</c:v>
                </c:pt>
                <c:pt idx="11730">
                  <c:v>3.0823399999999999</c:v>
                </c:pt>
                <c:pt idx="11731">
                  <c:v>3.0826500000000001</c:v>
                </c:pt>
                <c:pt idx="11732">
                  <c:v>3.0829499999999999</c:v>
                </c:pt>
                <c:pt idx="11733">
                  <c:v>3.0832600000000001</c:v>
                </c:pt>
                <c:pt idx="11734">
                  <c:v>3.0835699999999999</c:v>
                </c:pt>
                <c:pt idx="11735">
                  <c:v>3.0838700000000001</c:v>
                </c:pt>
                <c:pt idx="11736">
                  <c:v>3.0841799999999999</c:v>
                </c:pt>
                <c:pt idx="11737">
                  <c:v>3.0844800000000001</c:v>
                </c:pt>
                <c:pt idx="11738">
                  <c:v>3.0847899999999999</c:v>
                </c:pt>
                <c:pt idx="11739">
                  <c:v>3.0850900000000001</c:v>
                </c:pt>
                <c:pt idx="11740">
                  <c:v>3.0853999999999999</c:v>
                </c:pt>
                <c:pt idx="11741">
                  <c:v>3.0857000000000001</c:v>
                </c:pt>
                <c:pt idx="11742">
                  <c:v>3.0860099999999999</c:v>
                </c:pt>
                <c:pt idx="11743">
                  <c:v>3.0863100000000001</c:v>
                </c:pt>
                <c:pt idx="11744">
                  <c:v>3.0866199999999999</c:v>
                </c:pt>
                <c:pt idx="11745">
                  <c:v>3.0869200000000001</c:v>
                </c:pt>
                <c:pt idx="11746">
                  <c:v>3.0872299999999999</c:v>
                </c:pt>
                <c:pt idx="11747">
                  <c:v>3.0875400000000002</c:v>
                </c:pt>
                <c:pt idx="11748">
                  <c:v>3.0878399999999999</c:v>
                </c:pt>
                <c:pt idx="11749">
                  <c:v>3.0881500000000002</c:v>
                </c:pt>
                <c:pt idx="11750">
                  <c:v>3.0884499999999999</c:v>
                </c:pt>
                <c:pt idx="11751">
                  <c:v>3.0887600000000002</c:v>
                </c:pt>
                <c:pt idx="11752">
                  <c:v>3.0890599999999999</c:v>
                </c:pt>
                <c:pt idx="11753">
                  <c:v>3.0893700000000002</c:v>
                </c:pt>
                <c:pt idx="11754">
                  <c:v>3.0896699999999999</c:v>
                </c:pt>
                <c:pt idx="11755">
                  <c:v>3.0899800000000002</c:v>
                </c:pt>
                <c:pt idx="11756">
                  <c:v>3.0902799999999999</c:v>
                </c:pt>
                <c:pt idx="11757">
                  <c:v>3.0905900000000002</c:v>
                </c:pt>
                <c:pt idx="11758">
                  <c:v>3.0908899999999999</c:v>
                </c:pt>
                <c:pt idx="11759">
                  <c:v>3.0912000000000002</c:v>
                </c:pt>
                <c:pt idx="11760">
                  <c:v>3.09151</c:v>
                </c:pt>
                <c:pt idx="11761">
                  <c:v>3.0918100000000002</c:v>
                </c:pt>
                <c:pt idx="11762">
                  <c:v>3.09212</c:v>
                </c:pt>
                <c:pt idx="11763">
                  <c:v>3.0924200000000002</c:v>
                </c:pt>
                <c:pt idx="11764">
                  <c:v>3.09273</c:v>
                </c:pt>
                <c:pt idx="11765">
                  <c:v>3.0930300000000002</c:v>
                </c:pt>
                <c:pt idx="11766">
                  <c:v>3.09334</c:v>
                </c:pt>
                <c:pt idx="11767">
                  <c:v>3.0936400000000002</c:v>
                </c:pt>
                <c:pt idx="11768">
                  <c:v>3.09395</c:v>
                </c:pt>
                <c:pt idx="11769">
                  <c:v>3.0942500000000002</c:v>
                </c:pt>
                <c:pt idx="11770">
                  <c:v>3.09456</c:v>
                </c:pt>
                <c:pt idx="11771">
                  <c:v>3.0948600000000002</c:v>
                </c:pt>
                <c:pt idx="11772">
                  <c:v>3.09517</c:v>
                </c:pt>
                <c:pt idx="11773">
                  <c:v>3.0954799999999998</c:v>
                </c:pt>
                <c:pt idx="11774">
                  <c:v>3.09578</c:v>
                </c:pt>
                <c:pt idx="11775">
                  <c:v>3.0960899999999998</c:v>
                </c:pt>
                <c:pt idx="11776">
                  <c:v>3.09639</c:v>
                </c:pt>
                <c:pt idx="11777">
                  <c:v>3.0966999999999998</c:v>
                </c:pt>
                <c:pt idx="11778">
                  <c:v>3.097</c:v>
                </c:pt>
                <c:pt idx="11779">
                  <c:v>3.0973099999999998</c:v>
                </c:pt>
                <c:pt idx="11780">
                  <c:v>3.09761</c:v>
                </c:pt>
                <c:pt idx="11781">
                  <c:v>3.0979199999999998</c:v>
                </c:pt>
                <c:pt idx="11782">
                  <c:v>3.09822</c:v>
                </c:pt>
                <c:pt idx="11783">
                  <c:v>3.0985299999999998</c:v>
                </c:pt>
                <c:pt idx="11784">
                  <c:v>3.09884</c:v>
                </c:pt>
                <c:pt idx="11785">
                  <c:v>3.0991399999999998</c:v>
                </c:pt>
                <c:pt idx="11786">
                  <c:v>3.09945</c:v>
                </c:pt>
                <c:pt idx="11787">
                  <c:v>3.0997499999999998</c:v>
                </c:pt>
                <c:pt idx="11788">
                  <c:v>3.10006</c:v>
                </c:pt>
                <c:pt idx="11789">
                  <c:v>3.1003599999999998</c:v>
                </c:pt>
                <c:pt idx="11790">
                  <c:v>3.10067</c:v>
                </c:pt>
                <c:pt idx="11791">
                  <c:v>3.1009699999999998</c:v>
                </c:pt>
                <c:pt idx="11792">
                  <c:v>3.10128</c:v>
                </c:pt>
                <c:pt idx="11793">
                  <c:v>3.1015799999999998</c:v>
                </c:pt>
                <c:pt idx="11794">
                  <c:v>3.10189</c:v>
                </c:pt>
                <c:pt idx="11795">
                  <c:v>3.1021899999999998</c:v>
                </c:pt>
                <c:pt idx="11796">
                  <c:v>3.1025</c:v>
                </c:pt>
                <c:pt idx="11797">
                  <c:v>3.1028099999999998</c:v>
                </c:pt>
                <c:pt idx="11798">
                  <c:v>3.10311</c:v>
                </c:pt>
                <c:pt idx="11799">
                  <c:v>3.1034199999999998</c:v>
                </c:pt>
                <c:pt idx="11800">
                  <c:v>3.10372</c:v>
                </c:pt>
                <c:pt idx="11801">
                  <c:v>3.1040299999999998</c:v>
                </c:pt>
                <c:pt idx="11802">
                  <c:v>3.10433</c:v>
                </c:pt>
                <c:pt idx="11803">
                  <c:v>3.1046399999999998</c:v>
                </c:pt>
                <c:pt idx="11804">
                  <c:v>3.10494</c:v>
                </c:pt>
                <c:pt idx="11805">
                  <c:v>3.1052499999999998</c:v>
                </c:pt>
                <c:pt idx="11806">
                  <c:v>3.10555</c:v>
                </c:pt>
                <c:pt idx="11807">
                  <c:v>3.1058599999999998</c:v>
                </c:pt>
                <c:pt idx="11808">
                  <c:v>3.10616</c:v>
                </c:pt>
                <c:pt idx="11809">
                  <c:v>3.1064699999999998</c:v>
                </c:pt>
                <c:pt idx="11810">
                  <c:v>3.1067800000000001</c:v>
                </c:pt>
                <c:pt idx="11811">
                  <c:v>3.1070799999999998</c:v>
                </c:pt>
                <c:pt idx="11812">
                  <c:v>3.1073900000000001</c:v>
                </c:pt>
                <c:pt idx="11813">
                  <c:v>3.1076899999999998</c:v>
                </c:pt>
                <c:pt idx="11814">
                  <c:v>3.1080000000000001</c:v>
                </c:pt>
                <c:pt idx="11815">
                  <c:v>3.1082999999999998</c:v>
                </c:pt>
                <c:pt idx="11816">
                  <c:v>3.1086100000000001</c:v>
                </c:pt>
                <c:pt idx="11817">
                  <c:v>3.1089099999999998</c:v>
                </c:pt>
                <c:pt idx="11818">
                  <c:v>3.1092200000000001</c:v>
                </c:pt>
                <c:pt idx="11819">
                  <c:v>3.1095199999999998</c:v>
                </c:pt>
                <c:pt idx="11820">
                  <c:v>3.1098300000000001</c:v>
                </c:pt>
                <c:pt idx="11821">
                  <c:v>3.1101299999999998</c:v>
                </c:pt>
                <c:pt idx="11822">
                  <c:v>3.1104400000000001</c:v>
                </c:pt>
                <c:pt idx="11823">
                  <c:v>3.1107499999999999</c:v>
                </c:pt>
                <c:pt idx="11824">
                  <c:v>3.1110500000000001</c:v>
                </c:pt>
                <c:pt idx="11825">
                  <c:v>3.1113599999999999</c:v>
                </c:pt>
                <c:pt idx="11826">
                  <c:v>3.1116600000000001</c:v>
                </c:pt>
                <c:pt idx="11827">
                  <c:v>3.1119699999999999</c:v>
                </c:pt>
                <c:pt idx="11828">
                  <c:v>3.1122700000000001</c:v>
                </c:pt>
                <c:pt idx="11829">
                  <c:v>3.1125799999999999</c:v>
                </c:pt>
                <c:pt idx="11830">
                  <c:v>3.1128800000000001</c:v>
                </c:pt>
                <c:pt idx="11831">
                  <c:v>3.1131899999999999</c:v>
                </c:pt>
                <c:pt idx="11832">
                  <c:v>3.1134900000000001</c:v>
                </c:pt>
                <c:pt idx="11833">
                  <c:v>3.1137999999999999</c:v>
                </c:pt>
                <c:pt idx="11834">
                  <c:v>3.1141000000000001</c:v>
                </c:pt>
                <c:pt idx="11835">
                  <c:v>3.1144099999999999</c:v>
                </c:pt>
                <c:pt idx="11836">
                  <c:v>3.1147200000000002</c:v>
                </c:pt>
                <c:pt idx="11837">
                  <c:v>3.1150199999999999</c:v>
                </c:pt>
                <c:pt idx="11838">
                  <c:v>3.1153300000000002</c:v>
                </c:pt>
                <c:pt idx="11839">
                  <c:v>3.1156299999999999</c:v>
                </c:pt>
                <c:pt idx="11840">
                  <c:v>3.1159400000000002</c:v>
                </c:pt>
                <c:pt idx="11841">
                  <c:v>3.1162399999999999</c:v>
                </c:pt>
                <c:pt idx="11842">
                  <c:v>3.1165500000000002</c:v>
                </c:pt>
                <c:pt idx="11843">
                  <c:v>3.1168499999999999</c:v>
                </c:pt>
                <c:pt idx="11844">
                  <c:v>3.1171600000000002</c:v>
                </c:pt>
                <c:pt idx="11845">
                  <c:v>3.1174599999999999</c:v>
                </c:pt>
                <c:pt idx="11846">
                  <c:v>3.1177700000000002</c:v>
                </c:pt>
                <c:pt idx="11847">
                  <c:v>3.11808</c:v>
                </c:pt>
                <c:pt idx="11848">
                  <c:v>3.1183800000000002</c:v>
                </c:pt>
                <c:pt idx="11849">
                  <c:v>3.11869</c:v>
                </c:pt>
                <c:pt idx="11850">
                  <c:v>3.1189900000000002</c:v>
                </c:pt>
                <c:pt idx="11851">
                  <c:v>3.1193</c:v>
                </c:pt>
                <c:pt idx="11852">
                  <c:v>3.1196000000000002</c:v>
                </c:pt>
                <c:pt idx="11853">
                  <c:v>3.11991</c:v>
                </c:pt>
                <c:pt idx="11854">
                  <c:v>3.1202100000000002</c:v>
                </c:pt>
                <c:pt idx="11855">
                  <c:v>3.12052</c:v>
                </c:pt>
                <c:pt idx="11856">
                  <c:v>3.1208200000000001</c:v>
                </c:pt>
                <c:pt idx="11857">
                  <c:v>3.12113</c:v>
                </c:pt>
                <c:pt idx="11858">
                  <c:v>3.1214300000000001</c:v>
                </c:pt>
                <c:pt idx="11859">
                  <c:v>3.12174</c:v>
                </c:pt>
                <c:pt idx="11860">
                  <c:v>3.1220500000000002</c:v>
                </c:pt>
                <c:pt idx="11861">
                  <c:v>3.12235</c:v>
                </c:pt>
                <c:pt idx="11862">
                  <c:v>3.1226600000000002</c:v>
                </c:pt>
                <c:pt idx="11863">
                  <c:v>3.12296</c:v>
                </c:pt>
                <c:pt idx="11864">
                  <c:v>3.1232700000000002</c:v>
                </c:pt>
                <c:pt idx="11865">
                  <c:v>3.12357</c:v>
                </c:pt>
                <c:pt idx="11866">
                  <c:v>3.1238800000000002</c:v>
                </c:pt>
                <c:pt idx="11867">
                  <c:v>3.12418</c:v>
                </c:pt>
                <c:pt idx="11868">
                  <c:v>3.1244900000000002</c:v>
                </c:pt>
                <c:pt idx="11869">
                  <c:v>3.12479</c:v>
                </c:pt>
                <c:pt idx="11870">
                  <c:v>3.1251000000000002</c:v>
                </c:pt>
                <c:pt idx="11871">
                  <c:v>3.1254</c:v>
                </c:pt>
                <c:pt idx="11872">
                  <c:v>3.1257100000000002</c:v>
                </c:pt>
                <c:pt idx="11873">
                  <c:v>3.12602</c:v>
                </c:pt>
                <c:pt idx="11874">
                  <c:v>3.1263200000000002</c:v>
                </c:pt>
                <c:pt idx="11875">
                  <c:v>3.12663</c:v>
                </c:pt>
                <c:pt idx="11876">
                  <c:v>3.1269300000000002</c:v>
                </c:pt>
                <c:pt idx="11877">
                  <c:v>3.12724</c:v>
                </c:pt>
                <c:pt idx="11878">
                  <c:v>3.1275400000000002</c:v>
                </c:pt>
                <c:pt idx="11879">
                  <c:v>3.12785</c:v>
                </c:pt>
                <c:pt idx="11880">
                  <c:v>3.1281500000000002</c:v>
                </c:pt>
                <c:pt idx="11881">
                  <c:v>3.12846</c:v>
                </c:pt>
                <c:pt idx="11882">
                  <c:v>3.1287600000000002</c:v>
                </c:pt>
                <c:pt idx="11883">
                  <c:v>3.12907</c:v>
                </c:pt>
                <c:pt idx="11884">
                  <c:v>3.1293700000000002</c:v>
                </c:pt>
                <c:pt idx="11885">
                  <c:v>3.12968</c:v>
                </c:pt>
                <c:pt idx="11886">
                  <c:v>3.1299899999999998</c:v>
                </c:pt>
                <c:pt idx="11887">
                  <c:v>3.13029</c:v>
                </c:pt>
                <c:pt idx="11888">
                  <c:v>3.1305999999999998</c:v>
                </c:pt>
                <c:pt idx="11889">
                  <c:v>3.1309</c:v>
                </c:pt>
                <c:pt idx="11890">
                  <c:v>3.1312099999999998</c:v>
                </c:pt>
                <c:pt idx="11891">
                  <c:v>3.13151</c:v>
                </c:pt>
                <c:pt idx="11892">
                  <c:v>3.1318199999999998</c:v>
                </c:pt>
                <c:pt idx="11893">
                  <c:v>3.13212</c:v>
                </c:pt>
                <c:pt idx="11894">
                  <c:v>3.1324299999999998</c:v>
                </c:pt>
                <c:pt idx="11895">
                  <c:v>3.13273</c:v>
                </c:pt>
                <c:pt idx="11896">
                  <c:v>3.1330399999999998</c:v>
                </c:pt>
                <c:pt idx="11897">
                  <c:v>3.1333500000000001</c:v>
                </c:pt>
                <c:pt idx="11898">
                  <c:v>3.1336499999999998</c:v>
                </c:pt>
                <c:pt idx="11899">
                  <c:v>3.1339600000000001</c:v>
                </c:pt>
                <c:pt idx="11900">
                  <c:v>3.1342599999999998</c:v>
                </c:pt>
                <c:pt idx="11901">
                  <c:v>3.1345700000000001</c:v>
                </c:pt>
                <c:pt idx="11902">
                  <c:v>3.1348699999999998</c:v>
                </c:pt>
                <c:pt idx="11903">
                  <c:v>3.1351800000000001</c:v>
                </c:pt>
                <c:pt idx="11904">
                  <c:v>3.1354799999999998</c:v>
                </c:pt>
                <c:pt idx="11905">
                  <c:v>3.1357900000000001</c:v>
                </c:pt>
                <c:pt idx="11906">
                  <c:v>3.1360899999999998</c:v>
                </c:pt>
                <c:pt idx="11907">
                  <c:v>3.1364000000000001</c:v>
                </c:pt>
                <c:pt idx="11908">
                  <c:v>3.1366999999999998</c:v>
                </c:pt>
                <c:pt idx="11909">
                  <c:v>3.1370100000000001</c:v>
                </c:pt>
                <c:pt idx="11910">
                  <c:v>3.1373199999999999</c:v>
                </c:pt>
                <c:pt idx="11911">
                  <c:v>3.1376200000000001</c:v>
                </c:pt>
                <c:pt idx="11912">
                  <c:v>3.1379299999999999</c:v>
                </c:pt>
                <c:pt idx="11913">
                  <c:v>3.1382300000000001</c:v>
                </c:pt>
                <c:pt idx="11914">
                  <c:v>3.1385399999999999</c:v>
                </c:pt>
                <c:pt idx="11915">
                  <c:v>3.1388400000000001</c:v>
                </c:pt>
                <c:pt idx="11916">
                  <c:v>3.1391499999999999</c:v>
                </c:pt>
                <c:pt idx="11917">
                  <c:v>3.1394500000000001</c:v>
                </c:pt>
                <c:pt idx="11918">
                  <c:v>3.1397599999999999</c:v>
                </c:pt>
                <c:pt idx="11919">
                  <c:v>3.1400600000000001</c:v>
                </c:pt>
                <c:pt idx="11920">
                  <c:v>3.1403699999999999</c:v>
                </c:pt>
                <c:pt idx="11921">
                  <c:v>3.1406700000000001</c:v>
                </c:pt>
                <c:pt idx="11922">
                  <c:v>3.1409799999999999</c:v>
                </c:pt>
                <c:pt idx="11923">
                  <c:v>3.1412900000000001</c:v>
                </c:pt>
                <c:pt idx="11924">
                  <c:v>3.1415899999999999</c:v>
                </c:pt>
                <c:pt idx="11925">
                  <c:v>3.1419000000000001</c:v>
                </c:pt>
                <c:pt idx="11926">
                  <c:v>3.1421999999999999</c:v>
                </c:pt>
                <c:pt idx="11927">
                  <c:v>3.1425100000000001</c:v>
                </c:pt>
                <c:pt idx="11928">
                  <c:v>3.1428099999999999</c:v>
                </c:pt>
                <c:pt idx="11929">
                  <c:v>3.1431200000000001</c:v>
                </c:pt>
                <c:pt idx="11930">
                  <c:v>3.1434199999999999</c:v>
                </c:pt>
                <c:pt idx="11931">
                  <c:v>3.1437300000000001</c:v>
                </c:pt>
                <c:pt idx="11932">
                  <c:v>3.1440299999999999</c:v>
                </c:pt>
                <c:pt idx="11933">
                  <c:v>3.1443400000000001</c:v>
                </c:pt>
                <c:pt idx="11934">
                  <c:v>3.1446399999999999</c:v>
                </c:pt>
                <c:pt idx="11935">
                  <c:v>3.1449500000000001</c:v>
                </c:pt>
                <c:pt idx="11936">
                  <c:v>3.1452599999999999</c:v>
                </c:pt>
                <c:pt idx="11937">
                  <c:v>3.1455600000000001</c:v>
                </c:pt>
                <c:pt idx="11938">
                  <c:v>3.1458699999999999</c:v>
                </c:pt>
                <c:pt idx="11939">
                  <c:v>3.1461700000000001</c:v>
                </c:pt>
                <c:pt idx="11940">
                  <c:v>3.1464799999999999</c:v>
                </c:pt>
                <c:pt idx="11941">
                  <c:v>3.1467800000000001</c:v>
                </c:pt>
                <c:pt idx="11942">
                  <c:v>3.1470899999999999</c:v>
                </c:pt>
                <c:pt idx="11943">
                  <c:v>3.1473900000000001</c:v>
                </c:pt>
                <c:pt idx="11944">
                  <c:v>3.1476999999999999</c:v>
                </c:pt>
                <c:pt idx="11945">
                  <c:v>3.1480000000000001</c:v>
                </c:pt>
                <c:pt idx="11946">
                  <c:v>3.1483099999999999</c:v>
                </c:pt>
                <c:pt idx="11947">
                  <c:v>3.1486100000000001</c:v>
                </c:pt>
                <c:pt idx="11948">
                  <c:v>3.1489199999999999</c:v>
                </c:pt>
                <c:pt idx="11949">
                  <c:v>3.1492300000000002</c:v>
                </c:pt>
                <c:pt idx="11950">
                  <c:v>3.1495299999999999</c:v>
                </c:pt>
                <c:pt idx="11951">
                  <c:v>3.1498400000000002</c:v>
                </c:pt>
                <c:pt idx="11952">
                  <c:v>3.1501399999999999</c:v>
                </c:pt>
                <c:pt idx="11953">
                  <c:v>3.1504500000000002</c:v>
                </c:pt>
                <c:pt idx="11954">
                  <c:v>3.1507499999999999</c:v>
                </c:pt>
                <c:pt idx="11955">
                  <c:v>3.1510600000000002</c:v>
                </c:pt>
                <c:pt idx="11956">
                  <c:v>3.1513599999999999</c:v>
                </c:pt>
                <c:pt idx="11957">
                  <c:v>3.1516700000000002</c:v>
                </c:pt>
                <c:pt idx="11958">
                  <c:v>3.1519699999999999</c:v>
                </c:pt>
                <c:pt idx="11959">
                  <c:v>3.1522800000000002</c:v>
                </c:pt>
                <c:pt idx="11960">
                  <c:v>3.15259</c:v>
                </c:pt>
                <c:pt idx="11961">
                  <c:v>3.1528900000000002</c:v>
                </c:pt>
                <c:pt idx="11962">
                  <c:v>3.1532</c:v>
                </c:pt>
                <c:pt idx="11963">
                  <c:v>3.1535000000000002</c:v>
                </c:pt>
                <c:pt idx="11964">
                  <c:v>3.15381</c:v>
                </c:pt>
                <c:pt idx="11965">
                  <c:v>3.1541100000000002</c:v>
                </c:pt>
                <c:pt idx="11966">
                  <c:v>3.15442</c:v>
                </c:pt>
                <c:pt idx="11967">
                  <c:v>3.1547200000000002</c:v>
                </c:pt>
                <c:pt idx="11968">
                  <c:v>3.15503</c:v>
                </c:pt>
                <c:pt idx="11969">
                  <c:v>3.1553300000000002</c:v>
                </c:pt>
                <c:pt idx="11970">
                  <c:v>3.15564</c:v>
                </c:pt>
                <c:pt idx="11971">
                  <c:v>3.1559400000000002</c:v>
                </c:pt>
                <c:pt idx="11972">
                  <c:v>3.15625</c:v>
                </c:pt>
                <c:pt idx="11973">
                  <c:v>3.1565599999999998</c:v>
                </c:pt>
                <c:pt idx="11974">
                  <c:v>3.15686</c:v>
                </c:pt>
                <c:pt idx="11975">
                  <c:v>3.1571699999999998</c:v>
                </c:pt>
                <c:pt idx="11976">
                  <c:v>3.15747</c:v>
                </c:pt>
                <c:pt idx="11977">
                  <c:v>3.1577799999999998</c:v>
                </c:pt>
                <c:pt idx="11978">
                  <c:v>3.15808</c:v>
                </c:pt>
                <c:pt idx="11979">
                  <c:v>3.1583899999999998</c:v>
                </c:pt>
                <c:pt idx="11980">
                  <c:v>3.15869</c:v>
                </c:pt>
                <c:pt idx="11981">
                  <c:v>3.1589999999999998</c:v>
                </c:pt>
                <c:pt idx="11982">
                  <c:v>3.1593</c:v>
                </c:pt>
                <c:pt idx="11983">
                  <c:v>3.1596099999999998</c:v>
                </c:pt>
                <c:pt idx="11984">
                  <c:v>3.15991</c:v>
                </c:pt>
                <c:pt idx="11985">
                  <c:v>3.1602199999999998</c:v>
                </c:pt>
                <c:pt idx="11986">
                  <c:v>3.1605300000000001</c:v>
                </c:pt>
                <c:pt idx="11987">
                  <c:v>3.1608299999999998</c:v>
                </c:pt>
                <c:pt idx="11988">
                  <c:v>3.1611400000000001</c:v>
                </c:pt>
                <c:pt idx="11989">
                  <c:v>3.1614399999999998</c:v>
                </c:pt>
                <c:pt idx="11990">
                  <c:v>3.1617500000000001</c:v>
                </c:pt>
                <c:pt idx="11991">
                  <c:v>3.1620499999999998</c:v>
                </c:pt>
                <c:pt idx="11992">
                  <c:v>3.1623600000000001</c:v>
                </c:pt>
                <c:pt idx="11993">
                  <c:v>3.1626599999999998</c:v>
                </c:pt>
                <c:pt idx="11994">
                  <c:v>3.1629700000000001</c:v>
                </c:pt>
                <c:pt idx="11995">
                  <c:v>3.1632699999999998</c:v>
                </c:pt>
                <c:pt idx="11996">
                  <c:v>3.1635800000000001</c:v>
                </c:pt>
                <c:pt idx="11997">
                  <c:v>3.1638799999999998</c:v>
                </c:pt>
                <c:pt idx="11998">
                  <c:v>3.1641900000000001</c:v>
                </c:pt>
                <c:pt idx="11999">
                  <c:v>3.1644999999999999</c:v>
                </c:pt>
                <c:pt idx="12000">
                  <c:v>3.1648000000000001</c:v>
                </c:pt>
                <c:pt idx="12001">
                  <c:v>3.1651099999999999</c:v>
                </c:pt>
                <c:pt idx="12002">
                  <c:v>3.1654100000000001</c:v>
                </c:pt>
                <c:pt idx="12003">
                  <c:v>3.1657199999999999</c:v>
                </c:pt>
                <c:pt idx="12004">
                  <c:v>3.1660200000000001</c:v>
                </c:pt>
                <c:pt idx="12005">
                  <c:v>3.1663299999999999</c:v>
                </c:pt>
                <c:pt idx="12006">
                  <c:v>3.1666300000000001</c:v>
                </c:pt>
                <c:pt idx="12007">
                  <c:v>3.1669399999999999</c:v>
                </c:pt>
                <c:pt idx="12008">
                  <c:v>3.1672400000000001</c:v>
                </c:pt>
                <c:pt idx="12009">
                  <c:v>3.1675499999999999</c:v>
                </c:pt>
                <c:pt idx="12010">
                  <c:v>3.1678500000000001</c:v>
                </c:pt>
                <c:pt idx="12011">
                  <c:v>3.1681599999999999</c:v>
                </c:pt>
                <c:pt idx="12012">
                  <c:v>3.1684700000000001</c:v>
                </c:pt>
                <c:pt idx="12013">
                  <c:v>3.1687699999999999</c:v>
                </c:pt>
                <c:pt idx="12014">
                  <c:v>3.1690800000000001</c:v>
                </c:pt>
                <c:pt idx="12015">
                  <c:v>3.1693799999999999</c:v>
                </c:pt>
                <c:pt idx="12016">
                  <c:v>3.1696900000000001</c:v>
                </c:pt>
                <c:pt idx="12017">
                  <c:v>3.1699899999999999</c:v>
                </c:pt>
                <c:pt idx="12018">
                  <c:v>3.1703000000000001</c:v>
                </c:pt>
                <c:pt idx="12019">
                  <c:v>3.1705999999999999</c:v>
                </c:pt>
                <c:pt idx="12020">
                  <c:v>3.1709100000000001</c:v>
                </c:pt>
                <c:pt idx="12021">
                  <c:v>3.1712099999999999</c:v>
                </c:pt>
                <c:pt idx="12022">
                  <c:v>3.1715200000000001</c:v>
                </c:pt>
                <c:pt idx="12023">
                  <c:v>3.1718299999999999</c:v>
                </c:pt>
                <c:pt idx="12024">
                  <c:v>3.1721300000000001</c:v>
                </c:pt>
                <c:pt idx="12025">
                  <c:v>3.1724399999999999</c:v>
                </c:pt>
                <c:pt idx="12026">
                  <c:v>3.1727400000000001</c:v>
                </c:pt>
                <c:pt idx="12027">
                  <c:v>3.1730499999999999</c:v>
                </c:pt>
                <c:pt idx="12028">
                  <c:v>3.1733500000000001</c:v>
                </c:pt>
                <c:pt idx="12029">
                  <c:v>3.1736599999999999</c:v>
                </c:pt>
                <c:pt idx="12030">
                  <c:v>3.1739600000000001</c:v>
                </c:pt>
                <c:pt idx="12031">
                  <c:v>3.1742699999999999</c:v>
                </c:pt>
                <c:pt idx="12032">
                  <c:v>3.1745700000000001</c:v>
                </c:pt>
                <c:pt idx="12033">
                  <c:v>3.1748799999999999</c:v>
                </c:pt>
                <c:pt idx="12034">
                  <c:v>3.1751800000000001</c:v>
                </c:pt>
                <c:pt idx="12035">
                  <c:v>3.1754899999999999</c:v>
                </c:pt>
                <c:pt idx="12036">
                  <c:v>3.1758000000000002</c:v>
                </c:pt>
                <c:pt idx="12037">
                  <c:v>3.1760999999999999</c:v>
                </c:pt>
                <c:pt idx="12038">
                  <c:v>3.1764100000000002</c:v>
                </c:pt>
                <c:pt idx="12039">
                  <c:v>3.1767099999999999</c:v>
                </c:pt>
                <c:pt idx="12040">
                  <c:v>3.1770200000000002</c:v>
                </c:pt>
                <c:pt idx="12041">
                  <c:v>3.1773199999999999</c:v>
                </c:pt>
                <c:pt idx="12042">
                  <c:v>3.1776300000000002</c:v>
                </c:pt>
                <c:pt idx="12043">
                  <c:v>3.1779299999999999</c:v>
                </c:pt>
                <c:pt idx="12044">
                  <c:v>3.1782400000000002</c:v>
                </c:pt>
                <c:pt idx="12045">
                  <c:v>3.1785399999999999</c:v>
                </c:pt>
                <c:pt idx="12046">
                  <c:v>3.1788500000000002</c:v>
                </c:pt>
                <c:pt idx="12047">
                  <c:v>3.1791499999999999</c:v>
                </c:pt>
                <c:pt idx="12048">
                  <c:v>3.1794600000000002</c:v>
                </c:pt>
                <c:pt idx="12049">
                  <c:v>3.17977</c:v>
                </c:pt>
                <c:pt idx="12050">
                  <c:v>3.1800700000000002</c:v>
                </c:pt>
                <c:pt idx="12051">
                  <c:v>3.18038</c:v>
                </c:pt>
                <c:pt idx="12052">
                  <c:v>3.1806800000000002</c:v>
                </c:pt>
                <c:pt idx="12053">
                  <c:v>3.18099</c:v>
                </c:pt>
                <c:pt idx="12054">
                  <c:v>3.1812900000000002</c:v>
                </c:pt>
                <c:pt idx="12055">
                  <c:v>3.1816</c:v>
                </c:pt>
                <c:pt idx="12056">
                  <c:v>3.1819000000000002</c:v>
                </c:pt>
                <c:pt idx="12057">
                  <c:v>3.18221</c:v>
                </c:pt>
                <c:pt idx="12058">
                  <c:v>3.1825100000000002</c:v>
                </c:pt>
                <c:pt idx="12059">
                  <c:v>3.18282</c:v>
                </c:pt>
                <c:pt idx="12060">
                  <c:v>3.1831200000000002</c:v>
                </c:pt>
                <c:pt idx="12061">
                  <c:v>3.18343</c:v>
                </c:pt>
                <c:pt idx="12062">
                  <c:v>3.1837399999999998</c:v>
                </c:pt>
                <c:pt idx="12063">
                  <c:v>3.18404</c:v>
                </c:pt>
                <c:pt idx="12064">
                  <c:v>3.1843499999999998</c:v>
                </c:pt>
                <c:pt idx="12065">
                  <c:v>3.18465</c:v>
                </c:pt>
                <c:pt idx="12066">
                  <c:v>3.1849599999999998</c:v>
                </c:pt>
                <c:pt idx="12067">
                  <c:v>3.18526</c:v>
                </c:pt>
                <c:pt idx="12068">
                  <c:v>3.1855699999999998</c:v>
                </c:pt>
                <c:pt idx="12069">
                  <c:v>3.18587</c:v>
                </c:pt>
                <c:pt idx="12070">
                  <c:v>3.1861799999999998</c:v>
                </c:pt>
                <c:pt idx="12071">
                  <c:v>3.18648</c:v>
                </c:pt>
                <c:pt idx="12072">
                  <c:v>3.1867899999999998</c:v>
                </c:pt>
                <c:pt idx="12073">
                  <c:v>3.18709</c:v>
                </c:pt>
                <c:pt idx="12074">
                  <c:v>3.1873999999999998</c:v>
                </c:pt>
                <c:pt idx="12075">
                  <c:v>3.18771</c:v>
                </c:pt>
                <c:pt idx="12076">
                  <c:v>3.1880099999999998</c:v>
                </c:pt>
                <c:pt idx="12077">
                  <c:v>3.18832</c:v>
                </c:pt>
                <c:pt idx="12078">
                  <c:v>3.1886199999999998</c:v>
                </c:pt>
                <c:pt idx="12079">
                  <c:v>3.18893</c:v>
                </c:pt>
                <c:pt idx="12080">
                  <c:v>3.1892299999999998</c:v>
                </c:pt>
                <c:pt idx="12081">
                  <c:v>3.18954</c:v>
                </c:pt>
                <c:pt idx="12082">
                  <c:v>3.1898399999999998</c:v>
                </c:pt>
                <c:pt idx="12083">
                  <c:v>3.19015</c:v>
                </c:pt>
                <c:pt idx="12084">
                  <c:v>3.1904499999999998</c:v>
                </c:pt>
                <c:pt idx="12085">
                  <c:v>3.19076</c:v>
                </c:pt>
                <c:pt idx="12086">
                  <c:v>3.1910699999999999</c:v>
                </c:pt>
                <c:pt idx="12087">
                  <c:v>3.19137</c:v>
                </c:pt>
                <c:pt idx="12088">
                  <c:v>3.1916799999999999</c:v>
                </c:pt>
                <c:pt idx="12089">
                  <c:v>3.19198</c:v>
                </c:pt>
                <c:pt idx="12090">
                  <c:v>3.1922899999999998</c:v>
                </c:pt>
                <c:pt idx="12091">
                  <c:v>3.19259</c:v>
                </c:pt>
                <c:pt idx="12092">
                  <c:v>3.1928999999999998</c:v>
                </c:pt>
                <c:pt idx="12093">
                  <c:v>3.1932</c:v>
                </c:pt>
                <c:pt idx="12094">
                  <c:v>3.1935099999999998</c:v>
                </c:pt>
                <c:pt idx="12095">
                  <c:v>3.19381</c:v>
                </c:pt>
                <c:pt idx="12096">
                  <c:v>3.1941199999999998</c:v>
                </c:pt>
                <c:pt idx="12097">
                  <c:v>3.19442</c:v>
                </c:pt>
                <c:pt idx="12098">
                  <c:v>3.1947299999999998</c:v>
                </c:pt>
                <c:pt idx="12099">
                  <c:v>3.1950400000000001</c:v>
                </c:pt>
                <c:pt idx="12100">
                  <c:v>3.1953399999999998</c:v>
                </c:pt>
                <c:pt idx="12101">
                  <c:v>3.1956500000000001</c:v>
                </c:pt>
                <c:pt idx="12102">
                  <c:v>3.1959499999999998</c:v>
                </c:pt>
                <c:pt idx="12103">
                  <c:v>3.1962600000000001</c:v>
                </c:pt>
                <c:pt idx="12104">
                  <c:v>3.1965599999999998</c:v>
                </c:pt>
                <c:pt idx="12105">
                  <c:v>3.1968700000000001</c:v>
                </c:pt>
                <c:pt idx="12106">
                  <c:v>3.1971699999999998</c:v>
                </c:pt>
                <c:pt idx="12107">
                  <c:v>3.1974800000000001</c:v>
                </c:pt>
                <c:pt idx="12108">
                  <c:v>3.1977799999999998</c:v>
                </c:pt>
                <c:pt idx="12109">
                  <c:v>3.1980900000000001</c:v>
                </c:pt>
                <c:pt idx="12110">
                  <c:v>3.1983899999999998</c:v>
                </c:pt>
                <c:pt idx="12111">
                  <c:v>3.1987000000000001</c:v>
                </c:pt>
                <c:pt idx="12112">
                  <c:v>3.1990099999999999</c:v>
                </c:pt>
                <c:pt idx="12113">
                  <c:v>3.1993100000000001</c:v>
                </c:pt>
                <c:pt idx="12114">
                  <c:v>3.1996199999999999</c:v>
                </c:pt>
                <c:pt idx="12115">
                  <c:v>3.1999200000000001</c:v>
                </c:pt>
                <c:pt idx="12116">
                  <c:v>3.2002299999999999</c:v>
                </c:pt>
                <c:pt idx="12117">
                  <c:v>3.2005300000000001</c:v>
                </c:pt>
                <c:pt idx="12118">
                  <c:v>3.2008399999999999</c:v>
                </c:pt>
                <c:pt idx="12119">
                  <c:v>3.2011400000000001</c:v>
                </c:pt>
                <c:pt idx="12120">
                  <c:v>3.2014499999999999</c:v>
                </c:pt>
                <c:pt idx="12121">
                  <c:v>3.2017500000000001</c:v>
                </c:pt>
                <c:pt idx="12122">
                  <c:v>3.2020599999999999</c:v>
                </c:pt>
                <c:pt idx="12123">
                  <c:v>3.2023600000000001</c:v>
                </c:pt>
                <c:pt idx="12124">
                  <c:v>3.2026699999999999</c:v>
                </c:pt>
                <c:pt idx="12125">
                  <c:v>3.2029800000000002</c:v>
                </c:pt>
                <c:pt idx="12126">
                  <c:v>3.2032799999999999</c:v>
                </c:pt>
                <c:pt idx="12127">
                  <c:v>3.2035900000000002</c:v>
                </c:pt>
                <c:pt idx="12128">
                  <c:v>3.2038899999999999</c:v>
                </c:pt>
                <c:pt idx="12129">
                  <c:v>3.2042000000000002</c:v>
                </c:pt>
                <c:pt idx="12130">
                  <c:v>3.2044999999999999</c:v>
                </c:pt>
                <c:pt idx="12131">
                  <c:v>3.2048100000000002</c:v>
                </c:pt>
                <c:pt idx="12132">
                  <c:v>3.2051099999999999</c:v>
                </c:pt>
                <c:pt idx="12133">
                  <c:v>3.2054200000000002</c:v>
                </c:pt>
                <c:pt idx="12134">
                  <c:v>3.2057199999999999</c:v>
                </c:pt>
                <c:pt idx="12135">
                  <c:v>3.2060300000000002</c:v>
                </c:pt>
                <c:pt idx="12136">
                  <c:v>3.20634</c:v>
                </c:pt>
                <c:pt idx="12137">
                  <c:v>3.2066400000000002</c:v>
                </c:pt>
                <c:pt idx="12138">
                  <c:v>3.20695</c:v>
                </c:pt>
                <c:pt idx="12139">
                  <c:v>3.2072500000000002</c:v>
                </c:pt>
                <c:pt idx="12140">
                  <c:v>3.20756</c:v>
                </c:pt>
                <c:pt idx="12141">
                  <c:v>3.2078600000000002</c:v>
                </c:pt>
                <c:pt idx="12142">
                  <c:v>3.20817</c:v>
                </c:pt>
                <c:pt idx="12143">
                  <c:v>3.2084700000000002</c:v>
                </c:pt>
                <c:pt idx="12144">
                  <c:v>3.20878</c:v>
                </c:pt>
                <c:pt idx="12145">
                  <c:v>3.2090800000000002</c:v>
                </c:pt>
                <c:pt idx="12146">
                  <c:v>3.20939</c:v>
                </c:pt>
                <c:pt idx="12147">
                  <c:v>3.2096900000000002</c:v>
                </c:pt>
                <c:pt idx="12148">
                  <c:v>3.21</c:v>
                </c:pt>
                <c:pt idx="12149">
                  <c:v>3.2103100000000002</c:v>
                </c:pt>
                <c:pt idx="12150">
                  <c:v>3.21061</c:v>
                </c:pt>
                <c:pt idx="12151">
                  <c:v>3.2109200000000002</c:v>
                </c:pt>
                <c:pt idx="12152">
                  <c:v>3.21122</c:v>
                </c:pt>
                <c:pt idx="12153">
                  <c:v>3.2115300000000002</c:v>
                </c:pt>
                <c:pt idx="12154">
                  <c:v>3.21183</c:v>
                </c:pt>
                <c:pt idx="12155">
                  <c:v>3.2121400000000002</c:v>
                </c:pt>
                <c:pt idx="12156">
                  <c:v>3.21244</c:v>
                </c:pt>
                <c:pt idx="12157">
                  <c:v>3.2127500000000002</c:v>
                </c:pt>
                <c:pt idx="12158">
                  <c:v>3.21305</c:v>
                </c:pt>
                <c:pt idx="12159">
                  <c:v>3.2133600000000002</c:v>
                </c:pt>
                <c:pt idx="12160">
                  <c:v>3.21366</c:v>
                </c:pt>
                <c:pt idx="12161">
                  <c:v>3.2139700000000002</c:v>
                </c:pt>
                <c:pt idx="12162">
                  <c:v>3.21428</c:v>
                </c:pt>
                <c:pt idx="12163">
                  <c:v>3.2145800000000002</c:v>
                </c:pt>
                <c:pt idx="12164">
                  <c:v>3.21489</c:v>
                </c:pt>
                <c:pt idx="12165">
                  <c:v>3.2151900000000002</c:v>
                </c:pt>
                <c:pt idx="12166">
                  <c:v>3.2155</c:v>
                </c:pt>
                <c:pt idx="12167">
                  <c:v>3.2158000000000002</c:v>
                </c:pt>
                <c:pt idx="12168">
                  <c:v>3.21611</c:v>
                </c:pt>
                <c:pt idx="12169">
                  <c:v>3.2164100000000002</c:v>
                </c:pt>
                <c:pt idx="12170">
                  <c:v>3.21672</c:v>
                </c:pt>
                <c:pt idx="12171">
                  <c:v>3.2170200000000002</c:v>
                </c:pt>
                <c:pt idx="12172">
                  <c:v>3.21733</c:v>
                </c:pt>
                <c:pt idx="12173">
                  <c:v>3.2176300000000002</c:v>
                </c:pt>
                <c:pt idx="12174">
                  <c:v>3.21794</c:v>
                </c:pt>
                <c:pt idx="12175">
                  <c:v>3.2182499999999998</c:v>
                </c:pt>
                <c:pt idx="12176">
                  <c:v>3.21855</c:v>
                </c:pt>
                <c:pt idx="12177">
                  <c:v>3.2188599999999998</c:v>
                </c:pt>
                <c:pt idx="12178">
                  <c:v>3.21916</c:v>
                </c:pt>
                <c:pt idx="12179">
                  <c:v>3.2194699999999998</c:v>
                </c:pt>
                <c:pt idx="12180">
                  <c:v>3.21977</c:v>
                </c:pt>
                <c:pt idx="12181">
                  <c:v>3.2200799999999998</c:v>
                </c:pt>
                <c:pt idx="12182">
                  <c:v>3.22038</c:v>
                </c:pt>
                <c:pt idx="12183">
                  <c:v>3.2206899999999998</c:v>
                </c:pt>
                <c:pt idx="12184">
                  <c:v>3.22099</c:v>
                </c:pt>
                <c:pt idx="12185">
                  <c:v>3.2212999999999998</c:v>
                </c:pt>
                <c:pt idx="12186">
                  <c:v>3.2216</c:v>
                </c:pt>
                <c:pt idx="12187">
                  <c:v>3.2219099999999998</c:v>
                </c:pt>
                <c:pt idx="12188">
                  <c:v>3.2222200000000001</c:v>
                </c:pt>
                <c:pt idx="12189">
                  <c:v>3.2225199999999998</c:v>
                </c:pt>
                <c:pt idx="12190">
                  <c:v>3.2228300000000001</c:v>
                </c:pt>
                <c:pt idx="12191">
                  <c:v>3.2231299999999998</c:v>
                </c:pt>
                <c:pt idx="12192">
                  <c:v>3.2234400000000001</c:v>
                </c:pt>
                <c:pt idx="12193">
                  <c:v>3.2237399999999998</c:v>
                </c:pt>
                <c:pt idx="12194">
                  <c:v>3.2240500000000001</c:v>
                </c:pt>
                <c:pt idx="12195">
                  <c:v>3.2243499999999998</c:v>
                </c:pt>
                <c:pt idx="12196">
                  <c:v>3.2246600000000001</c:v>
                </c:pt>
                <c:pt idx="12197">
                  <c:v>3.2249599999999998</c:v>
                </c:pt>
                <c:pt idx="12198">
                  <c:v>3.2252700000000001</c:v>
                </c:pt>
                <c:pt idx="12199">
                  <c:v>3.2255799999999999</c:v>
                </c:pt>
                <c:pt idx="12200">
                  <c:v>3.2258800000000001</c:v>
                </c:pt>
                <c:pt idx="12201">
                  <c:v>3.2261899999999999</c:v>
                </c:pt>
                <c:pt idx="12202">
                  <c:v>3.2264900000000001</c:v>
                </c:pt>
                <c:pt idx="12203">
                  <c:v>3.2267999999999999</c:v>
                </c:pt>
                <c:pt idx="12204">
                  <c:v>3.2271000000000001</c:v>
                </c:pt>
                <c:pt idx="12205">
                  <c:v>3.2274099999999999</c:v>
                </c:pt>
                <c:pt idx="12206">
                  <c:v>3.2277100000000001</c:v>
                </c:pt>
                <c:pt idx="12207">
                  <c:v>3.2280199999999999</c:v>
                </c:pt>
                <c:pt idx="12208">
                  <c:v>3.2283200000000001</c:v>
                </c:pt>
                <c:pt idx="12209">
                  <c:v>3.2286299999999999</c:v>
                </c:pt>
                <c:pt idx="12210">
                  <c:v>3.2289300000000001</c:v>
                </c:pt>
                <c:pt idx="12211">
                  <c:v>3.2292399999999999</c:v>
                </c:pt>
                <c:pt idx="12212">
                  <c:v>3.2295500000000001</c:v>
                </c:pt>
                <c:pt idx="12213">
                  <c:v>3.2298499999999999</c:v>
                </c:pt>
                <c:pt idx="12214">
                  <c:v>3.2301600000000001</c:v>
                </c:pt>
                <c:pt idx="12215">
                  <c:v>3.2304599999999999</c:v>
                </c:pt>
                <c:pt idx="12216">
                  <c:v>3.2307700000000001</c:v>
                </c:pt>
                <c:pt idx="12217">
                  <c:v>3.2310699999999999</c:v>
                </c:pt>
                <c:pt idx="12218">
                  <c:v>3.2313800000000001</c:v>
                </c:pt>
                <c:pt idx="12219">
                  <c:v>3.2316799999999999</c:v>
                </c:pt>
                <c:pt idx="12220">
                  <c:v>3.2319900000000001</c:v>
                </c:pt>
                <c:pt idx="12221">
                  <c:v>3.2322899999999999</c:v>
                </c:pt>
                <c:pt idx="12222">
                  <c:v>3.2326000000000001</c:v>
                </c:pt>
                <c:pt idx="12223">
                  <c:v>3.2328999999999999</c:v>
                </c:pt>
                <c:pt idx="12224">
                  <c:v>3.2332100000000001</c:v>
                </c:pt>
                <c:pt idx="12225">
                  <c:v>3.2335199999999999</c:v>
                </c:pt>
                <c:pt idx="12226">
                  <c:v>3.2338200000000001</c:v>
                </c:pt>
                <c:pt idx="12227">
                  <c:v>3.2341299999999999</c:v>
                </c:pt>
                <c:pt idx="12228">
                  <c:v>3.2344300000000001</c:v>
                </c:pt>
                <c:pt idx="12229">
                  <c:v>3.2347399999999999</c:v>
                </c:pt>
                <c:pt idx="12230">
                  <c:v>3.2350400000000001</c:v>
                </c:pt>
                <c:pt idx="12231">
                  <c:v>3.2353499999999999</c:v>
                </c:pt>
                <c:pt idx="12232">
                  <c:v>3.2356500000000001</c:v>
                </c:pt>
                <c:pt idx="12233">
                  <c:v>3.2359599999999999</c:v>
                </c:pt>
                <c:pt idx="12234">
                  <c:v>3.2362600000000001</c:v>
                </c:pt>
                <c:pt idx="12235">
                  <c:v>3.2365699999999999</c:v>
                </c:pt>
                <c:pt idx="12236">
                  <c:v>3.2368700000000001</c:v>
                </c:pt>
                <c:pt idx="12237">
                  <c:v>3.2371799999999999</c:v>
                </c:pt>
                <c:pt idx="12238">
                  <c:v>3.2374900000000002</c:v>
                </c:pt>
                <c:pt idx="12239">
                  <c:v>3.2377899999999999</c:v>
                </c:pt>
                <c:pt idx="12240">
                  <c:v>3.2381000000000002</c:v>
                </c:pt>
                <c:pt idx="12241">
                  <c:v>3.2383999999999999</c:v>
                </c:pt>
                <c:pt idx="12242">
                  <c:v>3.2387100000000002</c:v>
                </c:pt>
                <c:pt idx="12243">
                  <c:v>3.2390099999999999</c:v>
                </c:pt>
                <c:pt idx="12244">
                  <c:v>3.2393200000000002</c:v>
                </c:pt>
                <c:pt idx="12245">
                  <c:v>3.2396199999999999</c:v>
                </c:pt>
                <c:pt idx="12246">
                  <c:v>3.2399300000000002</c:v>
                </c:pt>
                <c:pt idx="12247">
                  <c:v>3.2402299999999999</c:v>
                </c:pt>
                <c:pt idx="12248">
                  <c:v>3.2405400000000002</c:v>
                </c:pt>
                <c:pt idx="12249">
                  <c:v>3.2408399999999999</c:v>
                </c:pt>
                <c:pt idx="12250">
                  <c:v>3.2411500000000002</c:v>
                </c:pt>
                <c:pt idx="12251">
                  <c:v>3.24146</c:v>
                </c:pt>
                <c:pt idx="12252">
                  <c:v>3.2417600000000002</c:v>
                </c:pt>
                <c:pt idx="12253">
                  <c:v>3.24207</c:v>
                </c:pt>
                <c:pt idx="12254">
                  <c:v>3.2423700000000002</c:v>
                </c:pt>
                <c:pt idx="12255">
                  <c:v>3.24268</c:v>
                </c:pt>
                <c:pt idx="12256">
                  <c:v>3.2429800000000002</c:v>
                </c:pt>
                <c:pt idx="12257">
                  <c:v>3.24329</c:v>
                </c:pt>
                <c:pt idx="12258">
                  <c:v>3.2435900000000002</c:v>
                </c:pt>
                <c:pt idx="12259">
                  <c:v>3.2439</c:v>
                </c:pt>
                <c:pt idx="12260">
                  <c:v>3.2442000000000002</c:v>
                </c:pt>
                <c:pt idx="12261">
                  <c:v>3.24451</c:v>
                </c:pt>
                <c:pt idx="12262">
                  <c:v>3.2448199999999998</c:v>
                </c:pt>
                <c:pt idx="12263">
                  <c:v>3.24512</c:v>
                </c:pt>
                <c:pt idx="12264">
                  <c:v>3.2454299999999998</c:v>
                </c:pt>
                <c:pt idx="12265">
                  <c:v>3.24573</c:v>
                </c:pt>
                <c:pt idx="12266">
                  <c:v>3.2460399999999998</c:v>
                </c:pt>
                <c:pt idx="12267">
                  <c:v>3.24634</c:v>
                </c:pt>
                <c:pt idx="12268">
                  <c:v>3.2466499999999998</c:v>
                </c:pt>
                <c:pt idx="12269">
                  <c:v>3.24695</c:v>
                </c:pt>
                <c:pt idx="12270">
                  <c:v>3.2472599999999998</c:v>
                </c:pt>
                <c:pt idx="12271">
                  <c:v>3.24756</c:v>
                </c:pt>
                <c:pt idx="12272">
                  <c:v>3.2478699999999998</c:v>
                </c:pt>
                <c:pt idx="12273">
                  <c:v>3.24817</c:v>
                </c:pt>
                <c:pt idx="12274">
                  <c:v>3.2484799999999998</c:v>
                </c:pt>
                <c:pt idx="12275">
                  <c:v>3.2487900000000001</c:v>
                </c:pt>
                <c:pt idx="12276">
                  <c:v>3.2490899999999998</c:v>
                </c:pt>
                <c:pt idx="12277">
                  <c:v>3.2494000000000001</c:v>
                </c:pt>
                <c:pt idx="12278">
                  <c:v>3.2496999999999998</c:v>
                </c:pt>
                <c:pt idx="12279">
                  <c:v>3.2500100000000001</c:v>
                </c:pt>
                <c:pt idx="12280">
                  <c:v>3.2503099999999998</c:v>
                </c:pt>
                <c:pt idx="12281">
                  <c:v>3.2506200000000001</c:v>
                </c:pt>
                <c:pt idx="12282">
                  <c:v>3.2509199999999998</c:v>
                </c:pt>
                <c:pt idx="12283">
                  <c:v>3.2512300000000001</c:v>
                </c:pt>
                <c:pt idx="12284">
                  <c:v>3.2515299999999998</c:v>
                </c:pt>
                <c:pt idx="12285">
                  <c:v>3.2518400000000001</c:v>
                </c:pt>
                <c:pt idx="12286">
                  <c:v>3.2521399999999998</c:v>
                </c:pt>
                <c:pt idx="12287">
                  <c:v>3.2524500000000001</c:v>
                </c:pt>
                <c:pt idx="12288">
                  <c:v>3.2527599999999999</c:v>
                </c:pt>
                <c:pt idx="12289">
                  <c:v>3.2530600000000001</c:v>
                </c:pt>
                <c:pt idx="12290">
                  <c:v>3.2533699999999999</c:v>
                </c:pt>
                <c:pt idx="12291">
                  <c:v>3.2536700000000001</c:v>
                </c:pt>
                <c:pt idx="12292">
                  <c:v>3.2539799999999999</c:v>
                </c:pt>
                <c:pt idx="12293">
                  <c:v>3.2542800000000001</c:v>
                </c:pt>
                <c:pt idx="12294">
                  <c:v>3.2545899999999999</c:v>
                </c:pt>
                <c:pt idx="12295">
                  <c:v>3.2548900000000001</c:v>
                </c:pt>
                <c:pt idx="12296">
                  <c:v>3.2551999999999999</c:v>
                </c:pt>
                <c:pt idx="12297">
                  <c:v>3.2555000000000001</c:v>
                </c:pt>
                <c:pt idx="12298">
                  <c:v>3.2558099999999999</c:v>
                </c:pt>
                <c:pt idx="12299">
                  <c:v>3.2561100000000001</c:v>
                </c:pt>
                <c:pt idx="12300">
                  <c:v>3.2564199999999999</c:v>
                </c:pt>
                <c:pt idx="12301">
                  <c:v>3.2567300000000001</c:v>
                </c:pt>
                <c:pt idx="12302">
                  <c:v>3.2570299999999999</c:v>
                </c:pt>
                <c:pt idx="12303">
                  <c:v>3.2573400000000001</c:v>
                </c:pt>
                <c:pt idx="12304">
                  <c:v>3.2576399999999999</c:v>
                </c:pt>
                <c:pt idx="12305">
                  <c:v>3.2579500000000001</c:v>
                </c:pt>
                <c:pt idx="12306">
                  <c:v>3.2582499999999999</c:v>
                </c:pt>
                <c:pt idx="12307">
                  <c:v>3.2585600000000001</c:v>
                </c:pt>
                <c:pt idx="12308">
                  <c:v>3.2588599999999999</c:v>
                </c:pt>
                <c:pt idx="12309">
                  <c:v>3.2591700000000001</c:v>
                </c:pt>
                <c:pt idx="12310">
                  <c:v>3.2594699999999999</c:v>
                </c:pt>
                <c:pt idx="12311">
                  <c:v>3.2597800000000001</c:v>
                </c:pt>
                <c:pt idx="12312">
                  <c:v>3.2600899999999999</c:v>
                </c:pt>
                <c:pt idx="12313">
                  <c:v>3.2603900000000001</c:v>
                </c:pt>
                <c:pt idx="12314">
                  <c:v>3.2606999999999999</c:v>
                </c:pt>
                <c:pt idx="12315">
                  <c:v>3.2610000000000001</c:v>
                </c:pt>
                <c:pt idx="12316">
                  <c:v>3.2613099999999999</c:v>
                </c:pt>
                <c:pt idx="12317">
                  <c:v>3.2616100000000001</c:v>
                </c:pt>
                <c:pt idx="12318">
                  <c:v>3.2619199999999999</c:v>
                </c:pt>
                <c:pt idx="12319">
                  <c:v>3.2622200000000001</c:v>
                </c:pt>
                <c:pt idx="12320">
                  <c:v>3.2625299999999999</c:v>
                </c:pt>
                <c:pt idx="12321">
                  <c:v>3.2628300000000001</c:v>
                </c:pt>
                <c:pt idx="12322">
                  <c:v>3.2631399999999999</c:v>
                </c:pt>
                <c:pt idx="12323">
                  <c:v>3.2634400000000001</c:v>
                </c:pt>
                <c:pt idx="12324">
                  <c:v>3.2637499999999999</c:v>
                </c:pt>
                <c:pt idx="12325">
                  <c:v>3.2640600000000002</c:v>
                </c:pt>
                <c:pt idx="12326">
                  <c:v>3.2643599999999999</c:v>
                </c:pt>
                <c:pt idx="12327">
                  <c:v>3.2646700000000002</c:v>
                </c:pt>
                <c:pt idx="12328">
                  <c:v>3.2649699999999999</c:v>
                </c:pt>
                <c:pt idx="12329">
                  <c:v>3.2652800000000002</c:v>
                </c:pt>
                <c:pt idx="12330">
                  <c:v>3.2655799999999999</c:v>
                </c:pt>
                <c:pt idx="12331">
                  <c:v>3.2658900000000002</c:v>
                </c:pt>
                <c:pt idx="12332">
                  <c:v>3.2661899999999999</c:v>
                </c:pt>
                <c:pt idx="12333">
                  <c:v>3.2665000000000002</c:v>
                </c:pt>
                <c:pt idx="12334">
                  <c:v>3.2667999999999999</c:v>
                </c:pt>
                <c:pt idx="12335">
                  <c:v>3.2671100000000002</c:v>
                </c:pt>
                <c:pt idx="12336">
                  <c:v>3.2674099999999999</c:v>
                </c:pt>
                <c:pt idx="12337">
                  <c:v>3.2677200000000002</c:v>
                </c:pt>
                <c:pt idx="12338">
                  <c:v>3.26803</c:v>
                </c:pt>
                <c:pt idx="12339">
                  <c:v>3.2683300000000002</c:v>
                </c:pt>
                <c:pt idx="12340">
                  <c:v>3.26864</c:v>
                </c:pt>
                <c:pt idx="12341">
                  <c:v>3.2689400000000002</c:v>
                </c:pt>
                <c:pt idx="12342">
                  <c:v>3.26925</c:v>
                </c:pt>
                <c:pt idx="12343">
                  <c:v>3.2695500000000002</c:v>
                </c:pt>
                <c:pt idx="12344">
                  <c:v>3.26986</c:v>
                </c:pt>
                <c:pt idx="12345">
                  <c:v>3.2701600000000002</c:v>
                </c:pt>
                <c:pt idx="12346">
                  <c:v>3.27047</c:v>
                </c:pt>
                <c:pt idx="12347">
                  <c:v>3.2707700000000002</c:v>
                </c:pt>
                <c:pt idx="12348">
                  <c:v>3.27108</c:v>
                </c:pt>
                <c:pt idx="12349">
                  <c:v>3.2713800000000002</c:v>
                </c:pt>
                <c:pt idx="12350">
                  <c:v>3.27169</c:v>
                </c:pt>
                <c:pt idx="12351">
                  <c:v>3.2719999999999998</c:v>
                </c:pt>
                <c:pt idx="12352">
                  <c:v>3.2723</c:v>
                </c:pt>
                <c:pt idx="12353">
                  <c:v>3.2726099999999998</c:v>
                </c:pt>
                <c:pt idx="12354">
                  <c:v>3.27291</c:v>
                </c:pt>
                <c:pt idx="12355">
                  <c:v>3.2732199999999998</c:v>
                </c:pt>
                <c:pt idx="12356">
                  <c:v>3.27352</c:v>
                </c:pt>
                <c:pt idx="12357">
                  <c:v>3.2738299999999998</c:v>
                </c:pt>
                <c:pt idx="12358">
                  <c:v>3.27413</c:v>
                </c:pt>
                <c:pt idx="12359">
                  <c:v>3.2744399999999998</c:v>
                </c:pt>
                <c:pt idx="12360">
                  <c:v>3.27474</c:v>
                </c:pt>
                <c:pt idx="12361">
                  <c:v>3.2750499999999998</c:v>
                </c:pt>
                <c:pt idx="12362">
                  <c:v>3.27535</c:v>
                </c:pt>
                <c:pt idx="12363">
                  <c:v>3.2756599999999998</c:v>
                </c:pt>
                <c:pt idx="12364">
                  <c:v>3.27597</c:v>
                </c:pt>
                <c:pt idx="12365">
                  <c:v>3.2762699999999998</c:v>
                </c:pt>
                <c:pt idx="12366">
                  <c:v>3.27658</c:v>
                </c:pt>
                <c:pt idx="12367">
                  <c:v>3.2768799999999998</c:v>
                </c:pt>
                <c:pt idx="12368">
                  <c:v>3.27719</c:v>
                </c:pt>
                <c:pt idx="12369">
                  <c:v>3.2774899999999998</c:v>
                </c:pt>
                <c:pt idx="12370">
                  <c:v>3.2778</c:v>
                </c:pt>
                <c:pt idx="12371">
                  <c:v>3.2780999999999998</c:v>
                </c:pt>
                <c:pt idx="12372">
                  <c:v>3.27841</c:v>
                </c:pt>
                <c:pt idx="12373">
                  <c:v>3.2787099999999998</c:v>
                </c:pt>
                <c:pt idx="12374">
                  <c:v>3.27902</c:v>
                </c:pt>
                <c:pt idx="12375">
                  <c:v>3.2793299999999999</c:v>
                </c:pt>
                <c:pt idx="12376">
                  <c:v>3.27963</c:v>
                </c:pt>
                <c:pt idx="12377">
                  <c:v>3.2799399999999999</c:v>
                </c:pt>
                <c:pt idx="12378">
                  <c:v>3.28024</c:v>
                </c:pt>
                <c:pt idx="12379">
                  <c:v>3.2805499999999999</c:v>
                </c:pt>
                <c:pt idx="12380">
                  <c:v>3.28085</c:v>
                </c:pt>
                <c:pt idx="12381">
                  <c:v>3.2811599999999999</c:v>
                </c:pt>
                <c:pt idx="12382">
                  <c:v>3.28146</c:v>
                </c:pt>
                <c:pt idx="12383">
                  <c:v>3.2817699999999999</c:v>
                </c:pt>
                <c:pt idx="12384">
                  <c:v>3.28207</c:v>
                </c:pt>
                <c:pt idx="12385">
                  <c:v>3.2823799999999999</c:v>
                </c:pt>
                <c:pt idx="12386">
                  <c:v>3.28268</c:v>
                </c:pt>
                <c:pt idx="12387">
                  <c:v>3.2829899999999999</c:v>
                </c:pt>
                <c:pt idx="12388">
                  <c:v>3.2833000000000001</c:v>
                </c:pt>
                <c:pt idx="12389">
                  <c:v>3.2835999999999999</c:v>
                </c:pt>
                <c:pt idx="12390">
                  <c:v>3.2839100000000001</c:v>
                </c:pt>
                <c:pt idx="12391">
                  <c:v>3.2842099999999999</c:v>
                </c:pt>
                <c:pt idx="12392">
                  <c:v>3.2845200000000001</c:v>
                </c:pt>
                <c:pt idx="12393">
                  <c:v>3.2848199999999999</c:v>
                </c:pt>
                <c:pt idx="12394">
                  <c:v>3.2851300000000001</c:v>
                </c:pt>
                <c:pt idx="12395">
                  <c:v>3.2854299999999999</c:v>
                </c:pt>
                <c:pt idx="12396">
                  <c:v>3.2857400000000001</c:v>
                </c:pt>
                <c:pt idx="12397">
                  <c:v>3.2860399999999998</c:v>
                </c:pt>
                <c:pt idx="12398">
                  <c:v>3.2863500000000001</c:v>
                </c:pt>
                <c:pt idx="12399">
                  <c:v>3.2866499999999998</c:v>
                </c:pt>
                <c:pt idx="12400">
                  <c:v>3.2869600000000001</c:v>
                </c:pt>
                <c:pt idx="12401">
                  <c:v>3.2872699999999999</c:v>
                </c:pt>
                <c:pt idx="12402">
                  <c:v>3.2875700000000001</c:v>
                </c:pt>
                <c:pt idx="12403">
                  <c:v>3.2878799999999999</c:v>
                </c:pt>
                <c:pt idx="12404">
                  <c:v>3.2881800000000001</c:v>
                </c:pt>
                <c:pt idx="12405">
                  <c:v>3.2884899999999999</c:v>
                </c:pt>
                <c:pt idx="12406">
                  <c:v>3.2887900000000001</c:v>
                </c:pt>
                <c:pt idx="12407">
                  <c:v>3.2890999999999999</c:v>
                </c:pt>
                <c:pt idx="12408">
                  <c:v>3.2894000000000001</c:v>
                </c:pt>
                <c:pt idx="12409">
                  <c:v>3.2897099999999999</c:v>
                </c:pt>
                <c:pt idx="12410">
                  <c:v>3.2900100000000001</c:v>
                </c:pt>
                <c:pt idx="12411">
                  <c:v>3.2903199999999999</c:v>
                </c:pt>
                <c:pt idx="12412">
                  <c:v>3.2906200000000001</c:v>
                </c:pt>
                <c:pt idx="12413">
                  <c:v>3.2909299999999999</c:v>
                </c:pt>
                <c:pt idx="12414">
                  <c:v>3.2912400000000002</c:v>
                </c:pt>
                <c:pt idx="12415">
                  <c:v>3.2915399999999999</c:v>
                </c:pt>
                <c:pt idx="12416">
                  <c:v>3.2918500000000002</c:v>
                </c:pt>
                <c:pt idx="12417">
                  <c:v>3.2921499999999999</c:v>
                </c:pt>
                <c:pt idx="12418">
                  <c:v>3.2924600000000002</c:v>
                </c:pt>
                <c:pt idx="12419">
                  <c:v>3.2927599999999999</c:v>
                </c:pt>
                <c:pt idx="12420">
                  <c:v>3.2930700000000002</c:v>
                </c:pt>
                <c:pt idx="12421">
                  <c:v>3.2933699999999999</c:v>
                </c:pt>
                <c:pt idx="12422">
                  <c:v>3.2936800000000002</c:v>
                </c:pt>
                <c:pt idx="12423">
                  <c:v>3.2939799999999999</c:v>
                </c:pt>
                <c:pt idx="12424">
                  <c:v>3.2942900000000002</c:v>
                </c:pt>
                <c:pt idx="12425">
                  <c:v>3.2945899999999999</c:v>
                </c:pt>
                <c:pt idx="12426">
                  <c:v>3.2949000000000002</c:v>
                </c:pt>
                <c:pt idx="12427">
                  <c:v>3.29521</c:v>
                </c:pt>
                <c:pt idx="12428">
                  <c:v>3.2955100000000002</c:v>
                </c:pt>
                <c:pt idx="12429">
                  <c:v>3.29582</c:v>
                </c:pt>
                <c:pt idx="12430">
                  <c:v>3.2961200000000002</c:v>
                </c:pt>
                <c:pt idx="12431">
                  <c:v>3.29643</c:v>
                </c:pt>
                <c:pt idx="12432">
                  <c:v>3.2967300000000002</c:v>
                </c:pt>
                <c:pt idx="12433">
                  <c:v>3.29704</c:v>
                </c:pt>
                <c:pt idx="12434">
                  <c:v>3.2973400000000002</c:v>
                </c:pt>
                <c:pt idx="12435">
                  <c:v>3.29765</c:v>
                </c:pt>
                <c:pt idx="12436">
                  <c:v>3.2979500000000002</c:v>
                </c:pt>
                <c:pt idx="12437">
                  <c:v>3.29826</c:v>
                </c:pt>
                <c:pt idx="12438">
                  <c:v>3.2985699999999998</c:v>
                </c:pt>
                <c:pt idx="12439">
                  <c:v>3.29887</c:v>
                </c:pt>
                <c:pt idx="12440">
                  <c:v>3.2991799999999998</c:v>
                </c:pt>
                <c:pt idx="12441">
                  <c:v>3.29948</c:v>
                </c:pt>
                <c:pt idx="12442">
                  <c:v>3.2997899999999998</c:v>
                </c:pt>
                <c:pt idx="12443">
                  <c:v>3.30009</c:v>
                </c:pt>
                <c:pt idx="12444">
                  <c:v>3.3003999999999998</c:v>
                </c:pt>
                <c:pt idx="12445">
                  <c:v>3.3007</c:v>
                </c:pt>
                <c:pt idx="12446">
                  <c:v>3.3010100000000002</c:v>
                </c:pt>
                <c:pt idx="12447">
                  <c:v>3.30131</c:v>
                </c:pt>
                <c:pt idx="12448">
                  <c:v>3.3016200000000002</c:v>
                </c:pt>
                <c:pt idx="12449">
                  <c:v>3.30192</c:v>
                </c:pt>
                <c:pt idx="12450">
                  <c:v>3.3022300000000002</c:v>
                </c:pt>
                <c:pt idx="12451">
                  <c:v>3.30254</c:v>
                </c:pt>
                <c:pt idx="12452">
                  <c:v>3.3028400000000002</c:v>
                </c:pt>
                <c:pt idx="12453">
                  <c:v>3.30315</c:v>
                </c:pt>
                <c:pt idx="12454">
                  <c:v>3.3034500000000002</c:v>
                </c:pt>
                <c:pt idx="12455">
                  <c:v>3.30376</c:v>
                </c:pt>
                <c:pt idx="12456">
                  <c:v>3.3040600000000002</c:v>
                </c:pt>
                <c:pt idx="12457">
                  <c:v>3.30437</c:v>
                </c:pt>
                <c:pt idx="12458">
                  <c:v>3.3046700000000002</c:v>
                </c:pt>
                <c:pt idx="12459">
                  <c:v>3.30498</c:v>
                </c:pt>
                <c:pt idx="12460">
                  <c:v>3.3052800000000002</c:v>
                </c:pt>
                <c:pt idx="12461">
                  <c:v>3.30559</c:v>
                </c:pt>
                <c:pt idx="12462">
                  <c:v>3.3058900000000002</c:v>
                </c:pt>
                <c:pt idx="12463">
                  <c:v>3.3062</c:v>
                </c:pt>
                <c:pt idx="12464">
                  <c:v>3.3065099999999998</c:v>
                </c:pt>
                <c:pt idx="12465">
                  <c:v>3.30681</c:v>
                </c:pt>
                <c:pt idx="12466">
                  <c:v>3.3071199999999998</c:v>
                </c:pt>
                <c:pt idx="12467">
                  <c:v>3.30742</c:v>
                </c:pt>
                <c:pt idx="12468">
                  <c:v>3.3077299999999998</c:v>
                </c:pt>
                <c:pt idx="12469">
                  <c:v>3.30803</c:v>
                </c:pt>
                <c:pt idx="12470">
                  <c:v>3.3083399999999998</c:v>
                </c:pt>
                <c:pt idx="12471">
                  <c:v>3.30864</c:v>
                </c:pt>
                <c:pt idx="12472">
                  <c:v>3.3089499999999998</c:v>
                </c:pt>
                <c:pt idx="12473">
                  <c:v>3.30925</c:v>
                </c:pt>
                <c:pt idx="12474">
                  <c:v>3.3095599999999998</c:v>
                </c:pt>
                <c:pt idx="12475">
                  <c:v>3.30986</c:v>
                </c:pt>
                <c:pt idx="12476">
                  <c:v>3.3101699999999998</c:v>
                </c:pt>
                <c:pt idx="12477">
                  <c:v>3.3104800000000001</c:v>
                </c:pt>
                <c:pt idx="12478">
                  <c:v>3.3107799999999998</c:v>
                </c:pt>
                <c:pt idx="12479">
                  <c:v>3.3110900000000001</c:v>
                </c:pt>
                <c:pt idx="12480">
                  <c:v>3.3113899999999998</c:v>
                </c:pt>
                <c:pt idx="12481">
                  <c:v>3.3117000000000001</c:v>
                </c:pt>
                <c:pt idx="12482">
                  <c:v>3.3119999999999998</c:v>
                </c:pt>
                <c:pt idx="12483">
                  <c:v>3.3123100000000001</c:v>
                </c:pt>
                <c:pt idx="12484">
                  <c:v>3.3126099999999998</c:v>
                </c:pt>
                <c:pt idx="12485">
                  <c:v>3.3129200000000001</c:v>
                </c:pt>
                <c:pt idx="12486">
                  <c:v>3.3132199999999998</c:v>
                </c:pt>
                <c:pt idx="12487">
                  <c:v>3.3135300000000001</c:v>
                </c:pt>
                <c:pt idx="12488">
                  <c:v>3.3138399999999999</c:v>
                </c:pt>
                <c:pt idx="12489">
                  <c:v>3.3141400000000001</c:v>
                </c:pt>
                <c:pt idx="12490">
                  <c:v>3.3144499999999999</c:v>
                </c:pt>
                <c:pt idx="12491">
                  <c:v>3.3147500000000001</c:v>
                </c:pt>
                <c:pt idx="12492">
                  <c:v>3.3150599999999999</c:v>
                </c:pt>
                <c:pt idx="12493">
                  <c:v>3.3153600000000001</c:v>
                </c:pt>
                <c:pt idx="12494">
                  <c:v>3.3156699999999999</c:v>
                </c:pt>
                <c:pt idx="12495">
                  <c:v>3.3159700000000001</c:v>
                </c:pt>
                <c:pt idx="12496">
                  <c:v>3.3162799999999999</c:v>
                </c:pt>
                <c:pt idx="12497">
                  <c:v>3.3165800000000001</c:v>
                </c:pt>
                <c:pt idx="12498">
                  <c:v>3.3168899999999999</c:v>
                </c:pt>
                <c:pt idx="12499">
                  <c:v>3.3171900000000001</c:v>
                </c:pt>
                <c:pt idx="12500">
                  <c:v>3.3174999999999999</c:v>
                </c:pt>
                <c:pt idx="12501">
                  <c:v>3.3178100000000001</c:v>
                </c:pt>
                <c:pt idx="12502">
                  <c:v>3.3181099999999999</c:v>
                </c:pt>
                <c:pt idx="12503">
                  <c:v>3.3184200000000001</c:v>
                </c:pt>
                <c:pt idx="12504">
                  <c:v>3.3187199999999999</c:v>
                </c:pt>
                <c:pt idx="12505">
                  <c:v>3.3190300000000001</c:v>
                </c:pt>
                <c:pt idx="12506">
                  <c:v>3.3193299999999999</c:v>
                </c:pt>
                <c:pt idx="12507">
                  <c:v>3.3196400000000001</c:v>
                </c:pt>
                <c:pt idx="12508">
                  <c:v>3.3199399999999999</c:v>
                </c:pt>
                <c:pt idx="12509">
                  <c:v>3.3202500000000001</c:v>
                </c:pt>
                <c:pt idx="12510">
                  <c:v>3.3205499999999999</c:v>
                </c:pt>
                <c:pt idx="12511">
                  <c:v>3.3208600000000001</c:v>
                </c:pt>
                <c:pt idx="12512">
                  <c:v>3.3211599999999999</c:v>
                </c:pt>
                <c:pt idx="12513">
                  <c:v>3.3214700000000001</c:v>
                </c:pt>
                <c:pt idx="12514">
                  <c:v>3.32178</c:v>
                </c:pt>
                <c:pt idx="12515">
                  <c:v>3.3220800000000001</c:v>
                </c:pt>
                <c:pt idx="12516">
                  <c:v>3.32239</c:v>
                </c:pt>
                <c:pt idx="12517">
                  <c:v>3.3226900000000001</c:v>
                </c:pt>
                <c:pt idx="12518">
                  <c:v>3.323</c:v>
                </c:pt>
                <c:pt idx="12519">
                  <c:v>3.3233000000000001</c:v>
                </c:pt>
                <c:pt idx="12520">
                  <c:v>3.32361</c:v>
                </c:pt>
                <c:pt idx="12521">
                  <c:v>3.3239100000000001</c:v>
                </c:pt>
                <c:pt idx="12522">
                  <c:v>3.32422</c:v>
                </c:pt>
                <c:pt idx="12523">
                  <c:v>3.3245200000000001</c:v>
                </c:pt>
                <c:pt idx="12524">
                  <c:v>3.32483</c:v>
                </c:pt>
                <c:pt idx="12525">
                  <c:v>3.3251300000000001</c:v>
                </c:pt>
                <c:pt idx="12526">
                  <c:v>3.32544</c:v>
                </c:pt>
                <c:pt idx="12527">
                  <c:v>3.3257500000000002</c:v>
                </c:pt>
                <c:pt idx="12528">
                  <c:v>3.32605</c:v>
                </c:pt>
                <c:pt idx="12529">
                  <c:v>3.3263600000000002</c:v>
                </c:pt>
                <c:pt idx="12530">
                  <c:v>3.32666</c:v>
                </c:pt>
                <c:pt idx="12531">
                  <c:v>3.3269700000000002</c:v>
                </c:pt>
                <c:pt idx="12532">
                  <c:v>3.3272699999999999</c:v>
                </c:pt>
                <c:pt idx="12533">
                  <c:v>3.3275800000000002</c:v>
                </c:pt>
                <c:pt idx="12534">
                  <c:v>3.3278799999999999</c:v>
                </c:pt>
                <c:pt idx="12535">
                  <c:v>3.3281900000000002</c:v>
                </c:pt>
                <c:pt idx="12536">
                  <c:v>3.3284899999999999</c:v>
                </c:pt>
                <c:pt idx="12537">
                  <c:v>3.3288000000000002</c:v>
                </c:pt>
                <c:pt idx="12538">
                  <c:v>3.3290999999999999</c:v>
                </c:pt>
                <c:pt idx="12539">
                  <c:v>3.3294100000000002</c:v>
                </c:pt>
                <c:pt idx="12540">
                  <c:v>3.32972</c:v>
                </c:pt>
                <c:pt idx="12541">
                  <c:v>3.3300200000000002</c:v>
                </c:pt>
                <c:pt idx="12542">
                  <c:v>3.33033</c:v>
                </c:pt>
                <c:pt idx="12543">
                  <c:v>3.3306300000000002</c:v>
                </c:pt>
                <c:pt idx="12544">
                  <c:v>3.33094</c:v>
                </c:pt>
                <c:pt idx="12545">
                  <c:v>3.3312400000000002</c:v>
                </c:pt>
                <c:pt idx="12546">
                  <c:v>3.33155</c:v>
                </c:pt>
                <c:pt idx="12547">
                  <c:v>3.3318500000000002</c:v>
                </c:pt>
                <c:pt idx="12548">
                  <c:v>3.33216</c:v>
                </c:pt>
                <c:pt idx="12549">
                  <c:v>3.3324600000000002</c:v>
                </c:pt>
                <c:pt idx="12550">
                  <c:v>3.33277</c:v>
                </c:pt>
                <c:pt idx="12551">
                  <c:v>3.3330799999999998</c:v>
                </c:pt>
                <c:pt idx="12552">
                  <c:v>3.33338</c:v>
                </c:pt>
                <c:pt idx="12553">
                  <c:v>3.3336899999999998</c:v>
                </c:pt>
                <c:pt idx="12554">
                  <c:v>3.33399</c:v>
                </c:pt>
                <c:pt idx="12555">
                  <c:v>3.3342999999999998</c:v>
                </c:pt>
                <c:pt idx="12556">
                  <c:v>3.3346</c:v>
                </c:pt>
                <c:pt idx="12557">
                  <c:v>3.3349099999999998</c:v>
                </c:pt>
                <c:pt idx="12558">
                  <c:v>3.33521</c:v>
                </c:pt>
                <c:pt idx="12559">
                  <c:v>3.3355199999999998</c:v>
                </c:pt>
                <c:pt idx="12560">
                  <c:v>3.33582</c:v>
                </c:pt>
                <c:pt idx="12561">
                  <c:v>3.3361299999999998</c:v>
                </c:pt>
                <c:pt idx="12562">
                  <c:v>3.33643</c:v>
                </c:pt>
                <c:pt idx="12563">
                  <c:v>3.3367399999999998</c:v>
                </c:pt>
                <c:pt idx="12564">
                  <c:v>3.3370500000000001</c:v>
                </c:pt>
                <c:pt idx="12565">
                  <c:v>3.3373499999999998</c:v>
                </c:pt>
                <c:pt idx="12566">
                  <c:v>3.3376600000000001</c:v>
                </c:pt>
                <c:pt idx="12567">
                  <c:v>3.3379599999999998</c:v>
                </c:pt>
                <c:pt idx="12568">
                  <c:v>3.3382700000000001</c:v>
                </c:pt>
                <c:pt idx="12569">
                  <c:v>3.3385699999999998</c:v>
                </c:pt>
                <c:pt idx="12570">
                  <c:v>3.3388800000000001</c:v>
                </c:pt>
                <c:pt idx="12571">
                  <c:v>3.3391799999999998</c:v>
                </c:pt>
                <c:pt idx="12572">
                  <c:v>3.3394900000000001</c:v>
                </c:pt>
                <c:pt idx="12573">
                  <c:v>3.3397899999999998</c:v>
                </c:pt>
                <c:pt idx="12574">
                  <c:v>3.3401000000000001</c:v>
                </c:pt>
                <c:pt idx="12575">
                  <c:v>3.3403999999999998</c:v>
                </c:pt>
                <c:pt idx="12576">
                  <c:v>3.3407100000000001</c:v>
                </c:pt>
                <c:pt idx="12577">
                  <c:v>3.3410199999999999</c:v>
                </c:pt>
                <c:pt idx="12578">
                  <c:v>3.3413200000000001</c:v>
                </c:pt>
                <c:pt idx="12579">
                  <c:v>3.3416299999999999</c:v>
                </c:pt>
                <c:pt idx="12580">
                  <c:v>3.3419300000000001</c:v>
                </c:pt>
                <c:pt idx="12581">
                  <c:v>3.3422399999999999</c:v>
                </c:pt>
                <c:pt idx="12582">
                  <c:v>3.3425400000000001</c:v>
                </c:pt>
                <c:pt idx="12583">
                  <c:v>3.3428499999999999</c:v>
                </c:pt>
                <c:pt idx="12584">
                  <c:v>3.3431500000000001</c:v>
                </c:pt>
                <c:pt idx="12585">
                  <c:v>3.3434599999999999</c:v>
                </c:pt>
                <c:pt idx="12586">
                  <c:v>3.3437600000000001</c:v>
                </c:pt>
                <c:pt idx="12587">
                  <c:v>3.3440699999999999</c:v>
                </c:pt>
                <c:pt idx="12588">
                  <c:v>3.3443700000000001</c:v>
                </c:pt>
                <c:pt idx="12589">
                  <c:v>3.3446799999999999</c:v>
                </c:pt>
                <c:pt idx="12590">
                  <c:v>3.3449900000000001</c:v>
                </c:pt>
                <c:pt idx="12591">
                  <c:v>3.3452899999999999</c:v>
                </c:pt>
                <c:pt idx="12592">
                  <c:v>3.3456000000000001</c:v>
                </c:pt>
                <c:pt idx="12593">
                  <c:v>3.3458999999999999</c:v>
                </c:pt>
                <c:pt idx="12594">
                  <c:v>3.3462100000000001</c:v>
                </c:pt>
                <c:pt idx="12595">
                  <c:v>3.3465099999999999</c:v>
                </c:pt>
                <c:pt idx="12596">
                  <c:v>3.3468200000000001</c:v>
                </c:pt>
                <c:pt idx="12597">
                  <c:v>3.3471199999999999</c:v>
                </c:pt>
                <c:pt idx="12598">
                  <c:v>3.3474300000000001</c:v>
                </c:pt>
                <c:pt idx="12599">
                  <c:v>3.3477299999999999</c:v>
                </c:pt>
                <c:pt idx="12600">
                  <c:v>3.3480400000000001</c:v>
                </c:pt>
                <c:pt idx="12601">
                  <c:v>3.3483399999999999</c:v>
                </c:pt>
                <c:pt idx="12602">
                  <c:v>3.3486500000000001</c:v>
                </c:pt>
                <c:pt idx="12603">
                  <c:v>3.3489599999999999</c:v>
                </c:pt>
                <c:pt idx="12604">
                  <c:v>3.3492600000000001</c:v>
                </c:pt>
                <c:pt idx="12605">
                  <c:v>3.3495699999999999</c:v>
                </c:pt>
                <c:pt idx="12606">
                  <c:v>3.3498700000000001</c:v>
                </c:pt>
                <c:pt idx="12607">
                  <c:v>3.3501799999999999</c:v>
                </c:pt>
                <c:pt idx="12608">
                  <c:v>3.3504800000000001</c:v>
                </c:pt>
                <c:pt idx="12609">
                  <c:v>3.3507899999999999</c:v>
                </c:pt>
                <c:pt idx="12610">
                  <c:v>3.3510900000000001</c:v>
                </c:pt>
                <c:pt idx="12611">
                  <c:v>3.3513999999999999</c:v>
                </c:pt>
                <c:pt idx="12612">
                  <c:v>3.3517000000000001</c:v>
                </c:pt>
                <c:pt idx="12613">
                  <c:v>3.3520099999999999</c:v>
                </c:pt>
                <c:pt idx="12614">
                  <c:v>3.3523200000000002</c:v>
                </c:pt>
                <c:pt idx="12615">
                  <c:v>3.3526199999999999</c:v>
                </c:pt>
                <c:pt idx="12616">
                  <c:v>3.3529300000000002</c:v>
                </c:pt>
                <c:pt idx="12617">
                  <c:v>3.3532299999999999</c:v>
                </c:pt>
                <c:pt idx="12618">
                  <c:v>3.3535400000000002</c:v>
                </c:pt>
                <c:pt idx="12619">
                  <c:v>3.3538399999999999</c:v>
                </c:pt>
                <c:pt idx="12620">
                  <c:v>3.3541500000000002</c:v>
                </c:pt>
                <c:pt idx="12621">
                  <c:v>3.3544499999999999</c:v>
                </c:pt>
                <c:pt idx="12622">
                  <c:v>3.3547600000000002</c:v>
                </c:pt>
                <c:pt idx="12623">
                  <c:v>3.3550599999999999</c:v>
                </c:pt>
                <c:pt idx="12624">
                  <c:v>3.3553700000000002</c:v>
                </c:pt>
                <c:pt idx="12625">
                  <c:v>3.3556699999999999</c:v>
                </c:pt>
                <c:pt idx="12626">
                  <c:v>3.3559800000000002</c:v>
                </c:pt>
                <c:pt idx="12627">
                  <c:v>3.35629</c:v>
                </c:pt>
                <c:pt idx="12628">
                  <c:v>3.3565900000000002</c:v>
                </c:pt>
                <c:pt idx="12629">
                  <c:v>3.3569</c:v>
                </c:pt>
                <c:pt idx="12630">
                  <c:v>3.3572000000000002</c:v>
                </c:pt>
                <c:pt idx="12631">
                  <c:v>3.35751</c:v>
                </c:pt>
                <c:pt idx="12632">
                  <c:v>3.3578100000000002</c:v>
                </c:pt>
                <c:pt idx="12633">
                  <c:v>3.35812</c:v>
                </c:pt>
                <c:pt idx="12634">
                  <c:v>3.3584200000000002</c:v>
                </c:pt>
                <c:pt idx="12635">
                  <c:v>3.35873</c:v>
                </c:pt>
                <c:pt idx="12636">
                  <c:v>3.3590300000000002</c:v>
                </c:pt>
                <c:pt idx="12637">
                  <c:v>3.35934</c:v>
                </c:pt>
                <c:pt idx="12638">
                  <c:v>3.3596400000000002</c:v>
                </c:pt>
                <c:pt idx="12639">
                  <c:v>3.35995</c:v>
                </c:pt>
                <c:pt idx="12640">
                  <c:v>3.3602599999999998</c:v>
                </c:pt>
                <c:pt idx="12641">
                  <c:v>3.36056</c:v>
                </c:pt>
                <c:pt idx="12642">
                  <c:v>3.3608699999999998</c:v>
                </c:pt>
                <c:pt idx="12643">
                  <c:v>3.36117</c:v>
                </c:pt>
                <c:pt idx="12644">
                  <c:v>3.3614799999999998</c:v>
                </c:pt>
                <c:pt idx="12645">
                  <c:v>3.36178</c:v>
                </c:pt>
                <c:pt idx="12646">
                  <c:v>3.3620899999999998</c:v>
                </c:pt>
                <c:pt idx="12647">
                  <c:v>3.36239</c:v>
                </c:pt>
                <c:pt idx="12648">
                  <c:v>3.3626999999999998</c:v>
                </c:pt>
                <c:pt idx="12649">
                  <c:v>3.363</c:v>
                </c:pt>
                <c:pt idx="12650">
                  <c:v>3.3633099999999998</c:v>
                </c:pt>
                <c:pt idx="12651">
                  <c:v>3.36361</c:v>
                </c:pt>
                <c:pt idx="12652">
                  <c:v>3.3639199999999998</c:v>
                </c:pt>
                <c:pt idx="12653">
                  <c:v>3.3642300000000001</c:v>
                </c:pt>
                <c:pt idx="12654">
                  <c:v>3.3645299999999998</c:v>
                </c:pt>
                <c:pt idx="12655">
                  <c:v>3.3648400000000001</c:v>
                </c:pt>
                <c:pt idx="12656">
                  <c:v>3.3651399999999998</c:v>
                </c:pt>
                <c:pt idx="12657">
                  <c:v>3.3654500000000001</c:v>
                </c:pt>
                <c:pt idx="12658">
                  <c:v>3.3657499999999998</c:v>
                </c:pt>
                <c:pt idx="12659">
                  <c:v>3.3660600000000001</c:v>
                </c:pt>
                <c:pt idx="12660">
                  <c:v>3.3663599999999998</c:v>
                </c:pt>
                <c:pt idx="12661">
                  <c:v>3.3666700000000001</c:v>
                </c:pt>
                <c:pt idx="12662">
                  <c:v>3.3669699999999998</c:v>
                </c:pt>
                <c:pt idx="12663">
                  <c:v>3.3672800000000001</c:v>
                </c:pt>
                <c:pt idx="12664">
                  <c:v>3.3675799999999998</c:v>
                </c:pt>
                <c:pt idx="12665">
                  <c:v>3.3678900000000001</c:v>
                </c:pt>
                <c:pt idx="12666">
                  <c:v>3.3681999999999999</c:v>
                </c:pt>
                <c:pt idx="12667">
                  <c:v>3.3685</c:v>
                </c:pt>
                <c:pt idx="12668">
                  <c:v>3.3688099999999999</c:v>
                </c:pt>
                <c:pt idx="12669">
                  <c:v>3.36911</c:v>
                </c:pt>
                <c:pt idx="12670">
                  <c:v>3.3694199999999999</c:v>
                </c:pt>
                <c:pt idx="12671">
                  <c:v>3.36972</c:v>
                </c:pt>
                <c:pt idx="12672">
                  <c:v>3.3700299999999999</c:v>
                </c:pt>
                <c:pt idx="12673">
                  <c:v>3.37033</c:v>
                </c:pt>
                <c:pt idx="12674">
                  <c:v>3.3706399999999999</c:v>
                </c:pt>
                <c:pt idx="12675">
                  <c:v>3.37094</c:v>
                </c:pt>
                <c:pt idx="12676">
                  <c:v>3.3712499999999999</c:v>
                </c:pt>
                <c:pt idx="12677">
                  <c:v>3.3715600000000001</c:v>
                </c:pt>
                <c:pt idx="12678">
                  <c:v>3.3718599999999999</c:v>
                </c:pt>
                <c:pt idx="12679">
                  <c:v>3.3721700000000001</c:v>
                </c:pt>
                <c:pt idx="12680">
                  <c:v>3.3724699999999999</c:v>
                </c:pt>
                <c:pt idx="12681">
                  <c:v>3.3727800000000001</c:v>
                </c:pt>
                <c:pt idx="12682">
                  <c:v>3.3730799999999999</c:v>
                </c:pt>
                <c:pt idx="12683">
                  <c:v>3.3733900000000001</c:v>
                </c:pt>
                <c:pt idx="12684">
                  <c:v>3.3736899999999999</c:v>
                </c:pt>
                <c:pt idx="12685">
                  <c:v>3.3740000000000001</c:v>
                </c:pt>
                <c:pt idx="12686">
                  <c:v>3.3742999999999999</c:v>
                </c:pt>
                <c:pt idx="12687">
                  <c:v>3.3746100000000001</c:v>
                </c:pt>
                <c:pt idx="12688">
                  <c:v>3.3749099999999999</c:v>
                </c:pt>
                <c:pt idx="12689">
                  <c:v>3.3752200000000001</c:v>
                </c:pt>
                <c:pt idx="12690">
                  <c:v>3.3755299999999999</c:v>
                </c:pt>
                <c:pt idx="12691">
                  <c:v>3.3758300000000001</c:v>
                </c:pt>
                <c:pt idx="12692">
                  <c:v>3.3761399999999999</c:v>
                </c:pt>
                <c:pt idx="12693">
                  <c:v>3.3764400000000001</c:v>
                </c:pt>
                <c:pt idx="12694">
                  <c:v>3.3767499999999999</c:v>
                </c:pt>
                <c:pt idx="12695">
                  <c:v>3.3770500000000001</c:v>
                </c:pt>
                <c:pt idx="12696">
                  <c:v>3.3773599999999999</c:v>
                </c:pt>
                <c:pt idx="12697">
                  <c:v>3.3776600000000001</c:v>
                </c:pt>
                <c:pt idx="12698">
                  <c:v>3.3779699999999999</c:v>
                </c:pt>
                <c:pt idx="12699">
                  <c:v>3.3782700000000001</c:v>
                </c:pt>
                <c:pt idx="12700">
                  <c:v>3.3785799999999999</c:v>
                </c:pt>
                <c:pt idx="12701">
                  <c:v>3.3788800000000001</c:v>
                </c:pt>
                <c:pt idx="12702">
                  <c:v>3.3791899999999999</c:v>
                </c:pt>
                <c:pt idx="12703">
                  <c:v>3.3795000000000002</c:v>
                </c:pt>
                <c:pt idx="12704">
                  <c:v>3.3797999999999999</c:v>
                </c:pt>
                <c:pt idx="12705">
                  <c:v>3.3801100000000002</c:v>
                </c:pt>
                <c:pt idx="12706">
                  <c:v>3.3804099999999999</c:v>
                </c:pt>
                <c:pt idx="12707">
                  <c:v>3.3807200000000002</c:v>
                </c:pt>
                <c:pt idx="12708">
                  <c:v>3.3810199999999999</c:v>
                </c:pt>
                <c:pt idx="12709">
                  <c:v>3.3813300000000002</c:v>
                </c:pt>
                <c:pt idx="12710">
                  <c:v>3.3816299999999999</c:v>
                </c:pt>
                <c:pt idx="12711">
                  <c:v>3.3819400000000002</c:v>
                </c:pt>
                <c:pt idx="12712">
                  <c:v>3.3822399999999999</c:v>
                </c:pt>
                <c:pt idx="12713">
                  <c:v>3.3825500000000002</c:v>
                </c:pt>
                <c:pt idx="12714">
                  <c:v>3.3828499999999999</c:v>
                </c:pt>
                <c:pt idx="12715">
                  <c:v>3.3831600000000002</c:v>
                </c:pt>
                <c:pt idx="12716">
                  <c:v>3.38347</c:v>
                </c:pt>
                <c:pt idx="12717">
                  <c:v>3.3837700000000002</c:v>
                </c:pt>
                <c:pt idx="12718">
                  <c:v>3.38408</c:v>
                </c:pt>
                <c:pt idx="12719">
                  <c:v>3.3843800000000002</c:v>
                </c:pt>
                <c:pt idx="12720">
                  <c:v>3.38469</c:v>
                </c:pt>
                <c:pt idx="12721">
                  <c:v>3.3849900000000002</c:v>
                </c:pt>
                <c:pt idx="12722">
                  <c:v>3.3853</c:v>
                </c:pt>
                <c:pt idx="12723">
                  <c:v>3.3856000000000002</c:v>
                </c:pt>
                <c:pt idx="12724">
                  <c:v>3.38591</c:v>
                </c:pt>
                <c:pt idx="12725">
                  <c:v>3.3862100000000002</c:v>
                </c:pt>
                <c:pt idx="12726">
                  <c:v>3.38652</c:v>
                </c:pt>
                <c:pt idx="12727">
                  <c:v>3.3868299999999998</c:v>
                </c:pt>
                <c:pt idx="12728">
                  <c:v>3.38713</c:v>
                </c:pt>
                <c:pt idx="12729">
                  <c:v>3.3874399999999998</c:v>
                </c:pt>
                <c:pt idx="12730">
                  <c:v>3.38774</c:v>
                </c:pt>
                <c:pt idx="12731">
                  <c:v>3.3880499999999998</c:v>
                </c:pt>
                <c:pt idx="12732">
                  <c:v>3.38835</c:v>
                </c:pt>
                <c:pt idx="12733">
                  <c:v>3.3886599999999998</c:v>
                </c:pt>
                <c:pt idx="12734">
                  <c:v>3.38896</c:v>
                </c:pt>
                <c:pt idx="12735">
                  <c:v>3.3892699999999998</c:v>
                </c:pt>
                <c:pt idx="12736">
                  <c:v>3.38957</c:v>
                </c:pt>
                <c:pt idx="12737">
                  <c:v>3.3898799999999998</c:v>
                </c:pt>
                <c:pt idx="12738">
                  <c:v>3.39018</c:v>
                </c:pt>
                <c:pt idx="12739">
                  <c:v>3.3904899999999998</c:v>
                </c:pt>
                <c:pt idx="12740">
                  <c:v>3.3908</c:v>
                </c:pt>
                <c:pt idx="12741">
                  <c:v>3.3910999999999998</c:v>
                </c:pt>
                <c:pt idx="12742">
                  <c:v>3.39141</c:v>
                </c:pt>
                <c:pt idx="12743">
                  <c:v>3.3917099999999998</c:v>
                </c:pt>
                <c:pt idx="12744">
                  <c:v>3.39202</c:v>
                </c:pt>
                <c:pt idx="12745">
                  <c:v>3.3923199999999998</c:v>
                </c:pt>
                <c:pt idx="12746">
                  <c:v>3.39263</c:v>
                </c:pt>
                <c:pt idx="12747">
                  <c:v>3.3929299999999998</c:v>
                </c:pt>
                <c:pt idx="12748">
                  <c:v>3.39324</c:v>
                </c:pt>
                <c:pt idx="12749">
                  <c:v>3.3935399999999998</c:v>
                </c:pt>
                <c:pt idx="12750">
                  <c:v>3.39385</c:v>
                </c:pt>
                <c:pt idx="12751">
                  <c:v>3.3941499999999998</c:v>
                </c:pt>
                <c:pt idx="12752">
                  <c:v>3.39446</c:v>
                </c:pt>
                <c:pt idx="12753">
                  <c:v>3.3947699999999998</c:v>
                </c:pt>
                <c:pt idx="12754">
                  <c:v>3.39507</c:v>
                </c:pt>
                <c:pt idx="12755">
                  <c:v>3.3953799999999998</c:v>
                </c:pt>
                <c:pt idx="12756">
                  <c:v>3.39568</c:v>
                </c:pt>
                <c:pt idx="12757">
                  <c:v>3.3959899999999998</c:v>
                </c:pt>
                <c:pt idx="12758">
                  <c:v>3.39629</c:v>
                </c:pt>
                <c:pt idx="12759">
                  <c:v>3.3965999999999998</c:v>
                </c:pt>
                <c:pt idx="12760">
                  <c:v>3.3969</c:v>
                </c:pt>
                <c:pt idx="12761">
                  <c:v>3.3972099999999998</c:v>
                </c:pt>
                <c:pt idx="12762">
                  <c:v>3.39751</c:v>
                </c:pt>
                <c:pt idx="12763">
                  <c:v>3.3978199999999998</c:v>
                </c:pt>
                <c:pt idx="12764">
                  <c:v>3.39812</c:v>
                </c:pt>
                <c:pt idx="12765">
                  <c:v>3.3984299999999998</c:v>
                </c:pt>
                <c:pt idx="12766">
                  <c:v>3.3987400000000001</c:v>
                </c:pt>
                <c:pt idx="12767">
                  <c:v>3.3990399999999998</c:v>
                </c:pt>
                <c:pt idx="12768">
                  <c:v>3.3993500000000001</c:v>
                </c:pt>
                <c:pt idx="12769">
                  <c:v>3.3996499999999998</c:v>
                </c:pt>
                <c:pt idx="12770">
                  <c:v>3.3999600000000001</c:v>
                </c:pt>
                <c:pt idx="12771">
                  <c:v>3.4002599999999998</c:v>
                </c:pt>
                <c:pt idx="12772">
                  <c:v>3.4005700000000001</c:v>
                </c:pt>
                <c:pt idx="12773">
                  <c:v>3.4008699999999998</c:v>
                </c:pt>
                <c:pt idx="12774">
                  <c:v>3.4011800000000001</c:v>
                </c:pt>
                <c:pt idx="12775">
                  <c:v>3.4014799999999998</c:v>
                </c:pt>
                <c:pt idx="12776">
                  <c:v>3.4017900000000001</c:v>
                </c:pt>
                <c:pt idx="12777">
                  <c:v>3.4020899999999998</c:v>
                </c:pt>
                <c:pt idx="12778">
                  <c:v>3.4024000000000001</c:v>
                </c:pt>
                <c:pt idx="12779">
                  <c:v>3.4027099999999999</c:v>
                </c:pt>
                <c:pt idx="12780">
                  <c:v>3.4030100000000001</c:v>
                </c:pt>
                <c:pt idx="12781">
                  <c:v>3.4033199999999999</c:v>
                </c:pt>
                <c:pt idx="12782">
                  <c:v>3.4036200000000001</c:v>
                </c:pt>
                <c:pt idx="12783">
                  <c:v>3.4039299999999999</c:v>
                </c:pt>
                <c:pt idx="12784">
                  <c:v>3.4042300000000001</c:v>
                </c:pt>
                <c:pt idx="12785">
                  <c:v>3.4045399999999999</c:v>
                </c:pt>
                <c:pt idx="12786">
                  <c:v>3.4048400000000001</c:v>
                </c:pt>
                <c:pt idx="12787">
                  <c:v>3.4051499999999999</c:v>
                </c:pt>
                <c:pt idx="12788">
                  <c:v>3.4054500000000001</c:v>
                </c:pt>
                <c:pt idx="12789">
                  <c:v>3.4057599999999999</c:v>
                </c:pt>
                <c:pt idx="12790">
                  <c:v>3.4060700000000002</c:v>
                </c:pt>
                <c:pt idx="12791">
                  <c:v>3.4063699999999999</c:v>
                </c:pt>
                <c:pt idx="12792">
                  <c:v>3.4066800000000002</c:v>
                </c:pt>
                <c:pt idx="12793">
                  <c:v>3.4069799999999999</c:v>
                </c:pt>
                <c:pt idx="12794">
                  <c:v>3.4072900000000002</c:v>
                </c:pt>
                <c:pt idx="12795">
                  <c:v>3.4075899999999999</c:v>
                </c:pt>
                <c:pt idx="12796">
                  <c:v>3.4079000000000002</c:v>
                </c:pt>
                <c:pt idx="12797">
                  <c:v>3.4081999999999999</c:v>
                </c:pt>
                <c:pt idx="12798">
                  <c:v>3.4085100000000002</c:v>
                </c:pt>
                <c:pt idx="12799">
                  <c:v>3.4088099999999999</c:v>
                </c:pt>
                <c:pt idx="12800">
                  <c:v>3.4091200000000002</c:v>
                </c:pt>
                <c:pt idx="12801">
                  <c:v>3.4094199999999999</c:v>
                </c:pt>
                <c:pt idx="12802">
                  <c:v>3.4097300000000001</c:v>
                </c:pt>
                <c:pt idx="12803">
                  <c:v>3.41004</c:v>
                </c:pt>
                <c:pt idx="12804">
                  <c:v>3.4103400000000001</c:v>
                </c:pt>
                <c:pt idx="12805">
                  <c:v>3.41065</c:v>
                </c:pt>
                <c:pt idx="12806">
                  <c:v>3.4109500000000001</c:v>
                </c:pt>
                <c:pt idx="12807">
                  <c:v>3.41126</c:v>
                </c:pt>
                <c:pt idx="12808">
                  <c:v>3.4115600000000001</c:v>
                </c:pt>
                <c:pt idx="12809">
                  <c:v>3.41187</c:v>
                </c:pt>
                <c:pt idx="12810">
                  <c:v>3.4121700000000001</c:v>
                </c:pt>
                <c:pt idx="12811">
                  <c:v>3.41248</c:v>
                </c:pt>
                <c:pt idx="12812">
                  <c:v>3.4127800000000001</c:v>
                </c:pt>
                <c:pt idx="12813">
                  <c:v>3.41309</c:v>
                </c:pt>
                <c:pt idx="12814">
                  <c:v>3.4133900000000001</c:v>
                </c:pt>
                <c:pt idx="12815">
                  <c:v>3.4137</c:v>
                </c:pt>
                <c:pt idx="12816">
                  <c:v>3.4140100000000002</c:v>
                </c:pt>
                <c:pt idx="12817">
                  <c:v>3.41431</c:v>
                </c:pt>
                <c:pt idx="12818">
                  <c:v>3.4146200000000002</c:v>
                </c:pt>
                <c:pt idx="12819">
                  <c:v>3.41492</c:v>
                </c:pt>
                <c:pt idx="12820">
                  <c:v>3.4152300000000002</c:v>
                </c:pt>
                <c:pt idx="12821">
                  <c:v>3.41553</c:v>
                </c:pt>
                <c:pt idx="12822">
                  <c:v>3.4158400000000002</c:v>
                </c:pt>
                <c:pt idx="12823">
                  <c:v>3.41614</c:v>
                </c:pt>
                <c:pt idx="12824">
                  <c:v>3.4164500000000002</c:v>
                </c:pt>
                <c:pt idx="12825">
                  <c:v>3.41675</c:v>
                </c:pt>
                <c:pt idx="12826">
                  <c:v>3.4170600000000002</c:v>
                </c:pt>
                <c:pt idx="12827">
                  <c:v>3.41736</c:v>
                </c:pt>
                <c:pt idx="12828">
                  <c:v>3.4176700000000002</c:v>
                </c:pt>
                <c:pt idx="12829">
                  <c:v>3.41798</c:v>
                </c:pt>
                <c:pt idx="12830">
                  <c:v>3.4182800000000002</c:v>
                </c:pt>
                <c:pt idx="12831">
                  <c:v>3.41859</c:v>
                </c:pt>
                <c:pt idx="12832">
                  <c:v>3.4188900000000002</c:v>
                </c:pt>
                <c:pt idx="12833">
                  <c:v>3.4192</c:v>
                </c:pt>
                <c:pt idx="12834">
                  <c:v>3.4195000000000002</c:v>
                </c:pt>
                <c:pt idx="12835">
                  <c:v>3.41981</c:v>
                </c:pt>
                <c:pt idx="12836">
                  <c:v>3.4201100000000002</c:v>
                </c:pt>
                <c:pt idx="12837">
                  <c:v>3.42042</c:v>
                </c:pt>
                <c:pt idx="12838">
                  <c:v>3.4207200000000002</c:v>
                </c:pt>
                <c:pt idx="12839">
                  <c:v>3.42103</c:v>
                </c:pt>
                <c:pt idx="12840">
                  <c:v>3.4213300000000002</c:v>
                </c:pt>
                <c:pt idx="12841">
                  <c:v>3.42164</c:v>
                </c:pt>
                <c:pt idx="12842">
                  <c:v>3.4219499999999998</c:v>
                </c:pt>
                <c:pt idx="12843">
                  <c:v>3.42225</c:v>
                </c:pt>
                <c:pt idx="12844">
                  <c:v>3.4225599999999998</c:v>
                </c:pt>
                <c:pt idx="12845">
                  <c:v>3.42286</c:v>
                </c:pt>
                <c:pt idx="12846">
                  <c:v>3.4231699999999998</c:v>
                </c:pt>
                <c:pt idx="12847">
                  <c:v>3.42347</c:v>
                </c:pt>
                <c:pt idx="12848">
                  <c:v>3.4237799999999998</c:v>
                </c:pt>
                <c:pt idx="12849">
                  <c:v>3.42408</c:v>
                </c:pt>
                <c:pt idx="12850">
                  <c:v>3.4243899999999998</c:v>
                </c:pt>
                <c:pt idx="12851">
                  <c:v>3.42469</c:v>
                </c:pt>
                <c:pt idx="12852">
                  <c:v>3.4249999999999998</c:v>
                </c:pt>
                <c:pt idx="12853">
                  <c:v>3.4253100000000001</c:v>
                </c:pt>
                <c:pt idx="12854">
                  <c:v>3.4256099999999998</c:v>
                </c:pt>
                <c:pt idx="12855">
                  <c:v>3.4259200000000001</c:v>
                </c:pt>
                <c:pt idx="12856">
                  <c:v>3.4262199999999998</c:v>
                </c:pt>
                <c:pt idx="12857">
                  <c:v>3.4265300000000001</c:v>
                </c:pt>
                <c:pt idx="12858">
                  <c:v>3.4268299999999998</c:v>
                </c:pt>
                <c:pt idx="12859">
                  <c:v>3.4271400000000001</c:v>
                </c:pt>
                <c:pt idx="12860">
                  <c:v>3.4274399999999998</c:v>
                </c:pt>
                <c:pt idx="12861">
                  <c:v>3.4277500000000001</c:v>
                </c:pt>
                <c:pt idx="12862">
                  <c:v>3.4280499999999998</c:v>
                </c:pt>
                <c:pt idx="12863">
                  <c:v>3.4283600000000001</c:v>
                </c:pt>
                <c:pt idx="12864">
                  <c:v>3.4286599999999998</c:v>
                </c:pt>
                <c:pt idx="12865">
                  <c:v>3.4289700000000001</c:v>
                </c:pt>
                <c:pt idx="12866">
                  <c:v>3.4292799999999999</c:v>
                </c:pt>
                <c:pt idx="12867">
                  <c:v>3.4295800000000001</c:v>
                </c:pt>
                <c:pt idx="12868">
                  <c:v>3.4298899999999999</c:v>
                </c:pt>
                <c:pt idx="12869">
                  <c:v>3.4301900000000001</c:v>
                </c:pt>
                <c:pt idx="12870">
                  <c:v>3.4304999999999999</c:v>
                </c:pt>
                <c:pt idx="12871">
                  <c:v>3.4308000000000001</c:v>
                </c:pt>
                <c:pt idx="12872">
                  <c:v>3.4311099999999999</c:v>
                </c:pt>
                <c:pt idx="12873">
                  <c:v>3.4314100000000001</c:v>
                </c:pt>
                <c:pt idx="12874">
                  <c:v>3.4317199999999999</c:v>
                </c:pt>
                <c:pt idx="12875">
                  <c:v>3.4320200000000001</c:v>
                </c:pt>
                <c:pt idx="12876">
                  <c:v>3.4323299999999999</c:v>
                </c:pt>
                <c:pt idx="12877">
                  <c:v>3.4326300000000001</c:v>
                </c:pt>
                <c:pt idx="12878">
                  <c:v>3.4329399999999999</c:v>
                </c:pt>
                <c:pt idx="12879">
                  <c:v>3.4332500000000001</c:v>
                </c:pt>
                <c:pt idx="12880">
                  <c:v>3.4335499999999999</c:v>
                </c:pt>
                <c:pt idx="12881">
                  <c:v>3.4338600000000001</c:v>
                </c:pt>
                <c:pt idx="12882">
                  <c:v>3.4341599999999999</c:v>
                </c:pt>
                <c:pt idx="12883">
                  <c:v>3.4344700000000001</c:v>
                </c:pt>
                <c:pt idx="12884">
                  <c:v>3.4347699999999999</c:v>
                </c:pt>
                <c:pt idx="12885">
                  <c:v>3.4350800000000001</c:v>
                </c:pt>
                <c:pt idx="12886">
                  <c:v>3.4353799999999999</c:v>
                </c:pt>
                <c:pt idx="12887">
                  <c:v>3.4356900000000001</c:v>
                </c:pt>
                <c:pt idx="12888">
                  <c:v>3.4359899999999999</c:v>
                </c:pt>
                <c:pt idx="12889">
                  <c:v>3.4363000000000001</c:v>
                </c:pt>
                <c:pt idx="12890">
                  <c:v>3.4365999999999999</c:v>
                </c:pt>
                <c:pt idx="12891">
                  <c:v>3.4369100000000001</c:v>
                </c:pt>
                <c:pt idx="12892">
                  <c:v>3.4372199999999999</c:v>
                </c:pt>
                <c:pt idx="12893">
                  <c:v>3.4375200000000001</c:v>
                </c:pt>
                <c:pt idx="12894">
                  <c:v>3.4378299999999999</c:v>
                </c:pt>
                <c:pt idx="12895">
                  <c:v>3.4381300000000001</c:v>
                </c:pt>
                <c:pt idx="12896">
                  <c:v>3.4384399999999999</c:v>
                </c:pt>
                <c:pt idx="12897">
                  <c:v>3.4387400000000001</c:v>
                </c:pt>
                <c:pt idx="12898">
                  <c:v>3.4390499999999999</c:v>
                </c:pt>
                <c:pt idx="12899">
                  <c:v>3.4393500000000001</c:v>
                </c:pt>
                <c:pt idx="12900">
                  <c:v>3.4396599999999999</c:v>
                </c:pt>
                <c:pt idx="12901">
                  <c:v>3.4399600000000001</c:v>
                </c:pt>
                <c:pt idx="12902">
                  <c:v>3.4402699999999999</c:v>
                </c:pt>
                <c:pt idx="12903">
                  <c:v>3.4405800000000002</c:v>
                </c:pt>
                <c:pt idx="12904">
                  <c:v>3.4408799999999999</c:v>
                </c:pt>
                <c:pt idx="12905">
                  <c:v>3.4411900000000002</c:v>
                </c:pt>
                <c:pt idx="12906">
                  <c:v>3.4414899999999999</c:v>
                </c:pt>
                <c:pt idx="12907">
                  <c:v>3.4418000000000002</c:v>
                </c:pt>
                <c:pt idx="12908">
                  <c:v>3.4420999999999999</c:v>
                </c:pt>
                <c:pt idx="12909">
                  <c:v>3.4424100000000002</c:v>
                </c:pt>
                <c:pt idx="12910">
                  <c:v>3.4427099999999999</c:v>
                </c:pt>
                <c:pt idx="12911">
                  <c:v>3.4430200000000002</c:v>
                </c:pt>
                <c:pt idx="12912">
                  <c:v>3.4433199999999999</c:v>
                </c:pt>
                <c:pt idx="12913">
                  <c:v>3.4436300000000002</c:v>
                </c:pt>
                <c:pt idx="12914">
                  <c:v>3.4439299999999999</c:v>
                </c:pt>
                <c:pt idx="12915">
                  <c:v>3.4442400000000002</c:v>
                </c:pt>
                <c:pt idx="12916">
                  <c:v>3.44455</c:v>
                </c:pt>
                <c:pt idx="12917">
                  <c:v>3.4448500000000002</c:v>
                </c:pt>
                <c:pt idx="12918">
                  <c:v>3.44516</c:v>
                </c:pt>
                <c:pt idx="12919">
                  <c:v>3.4454600000000002</c:v>
                </c:pt>
                <c:pt idx="12920">
                  <c:v>3.44577</c:v>
                </c:pt>
                <c:pt idx="12921">
                  <c:v>3.4460700000000002</c:v>
                </c:pt>
                <c:pt idx="12922">
                  <c:v>3.44638</c:v>
                </c:pt>
                <c:pt idx="12923">
                  <c:v>3.4466800000000002</c:v>
                </c:pt>
                <c:pt idx="12924">
                  <c:v>3.44699</c:v>
                </c:pt>
                <c:pt idx="12925">
                  <c:v>3.4472900000000002</c:v>
                </c:pt>
                <c:pt idx="12926">
                  <c:v>3.4476</c:v>
                </c:pt>
                <c:pt idx="12927">
                  <c:v>3.4479000000000002</c:v>
                </c:pt>
                <c:pt idx="12928">
                  <c:v>3.44821</c:v>
                </c:pt>
                <c:pt idx="12929">
                  <c:v>3.4485199999999998</c:v>
                </c:pt>
                <c:pt idx="12930">
                  <c:v>3.44882</c:v>
                </c:pt>
                <c:pt idx="12931">
                  <c:v>3.4491299999999998</c:v>
                </c:pt>
                <c:pt idx="12932">
                  <c:v>3.44943</c:v>
                </c:pt>
                <c:pt idx="12933">
                  <c:v>3.4497399999999998</c:v>
                </c:pt>
                <c:pt idx="12934">
                  <c:v>3.45004</c:v>
                </c:pt>
                <c:pt idx="12935">
                  <c:v>3.4503499999999998</c:v>
                </c:pt>
                <c:pt idx="12936">
                  <c:v>3.45065</c:v>
                </c:pt>
                <c:pt idx="12937">
                  <c:v>3.4509599999999998</c:v>
                </c:pt>
                <c:pt idx="12938">
                  <c:v>3.45126</c:v>
                </c:pt>
                <c:pt idx="12939">
                  <c:v>3.4515699999999998</c:v>
                </c:pt>
                <c:pt idx="12940">
                  <c:v>3.45187</c:v>
                </c:pt>
                <c:pt idx="12941">
                  <c:v>3.4521799999999998</c:v>
                </c:pt>
                <c:pt idx="12942">
                  <c:v>3.4524900000000001</c:v>
                </c:pt>
                <c:pt idx="12943">
                  <c:v>3.4527899999999998</c:v>
                </c:pt>
                <c:pt idx="12944">
                  <c:v>3.4531000000000001</c:v>
                </c:pt>
                <c:pt idx="12945">
                  <c:v>3.4533999999999998</c:v>
                </c:pt>
                <c:pt idx="12946">
                  <c:v>3.4537100000000001</c:v>
                </c:pt>
                <c:pt idx="12947">
                  <c:v>3.4540099999999998</c:v>
                </c:pt>
                <c:pt idx="12948">
                  <c:v>3.4543200000000001</c:v>
                </c:pt>
                <c:pt idx="12949">
                  <c:v>3.4546199999999998</c:v>
                </c:pt>
                <c:pt idx="12950">
                  <c:v>3.4549300000000001</c:v>
                </c:pt>
                <c:pt idx="12951">
                  <c:v>3.4552299999999998</c:v>
                </c:pt>
                <c:pt idx="12952">
                  <c:v>3.4555400000000001</c:v>
                </c:pt>
                <c:pt idx="12953">
                  <c:v>3.4558399999999998</c:v>
                </c:pt>
                <c:pt idx="12954">
                  <c:v>3.4561500000000001</c:v>
                </c:pt>
                <c:pt idx="12955">
                  <c:v>3.4564599999999999</c:v>
                </c:pt>
                <c:pt idx="12956">
                  <c:v>3.4567600000000001</c:v>
                </c:pt>
                <c:pt idx="12957">
                  <c:v>3.4570699999999999</c:v>
                </c:pt>
                <c:pt idx="12958">
                  <c:v>3.4573700000000001</c:v>
                </c:pt>
                <c:pt idx="12959">
                  <c:v>3.4576799999999999</c:v>
                </c:pt>
                <c:pt idx="12960">
                  <c:v>3.4579800000000001</c:v>
                </c:pt>
                <c:pt idx="12961">
                  <c:v>3.4582899999999999</c:v>
                </c:pt>
                <c:pt idx="12962">
                  <c:v>3.4585900000000001</c:v>
                </c:pt>
                <c:pt idx="12963">
                  <c:v>3.4588999999999999</c:v>
                </c:pt>
                <c:pt idx="12964">
                  <c:v>3.4592000000000001</c:v>
                </c:pt>
                <c:pt idx="12965">
                  <c:v>3.4595099999999999</c:v>
                </c:pt>
                <c:pt idx="12966">
                  <c:v>3.4598200000000001</c:v>
                </c:pt>
                <c:pt idx="12967">
                  <c:v>3.4601199999999999</c:v>
                </c:pt>
                <c:pt idx="12968">
                  <c:v>3.4604300000000001</c:v>
                </c:pt>
                <c:pt idx="12969">
                  <c:v>3.4607299999999999</c:v>
                </c:pt>
                <c:pt idx="12970">
                  <c:v>3.4610400000000001</c:v>
                </c:pt>
                <c:pt idx="12971">
                  <c:v>3.4613399999999999</c:v>
                </c:pt>
                <c:pt idx="12972">
                  <c:v>3.4616500000000001</c:v>
                </c:pt>
                <c:pt idx="12973">
                  <c:v>3.4619499999999999</c:v>
                </c:pt>
                <c:pt idx="12974">
                  <c:v>3.4622600000000001</c:v>
                </c:pt>
                <c:pt idx="12975">
                  <c:v>3.4625599999999999</c:v>
                </c:pt>
                <c:pt idx="12976">
                  <c:v>3.4628700000000001</c:v>
                </c:pt>
                <c:pt idx="12977">
                  <c:v>3.4631699999999999</c:v>
                </c:pt>
                <c:pt idx="12978">
                  <c:v>3.4634800000000001</c:v>
                </c:pt>
                <c:pt idx="12979">
                  <c:v>3.4637899999999999</c:v>
                </c:pt>
                <c:pt idx="12980">
                  <c:v>3.4640900000000001</c:v>
                </c:pt>
                <c:pt idx="12981">
                  <c:v>3.4643999999999999</c:v>
                </c:pt>
                <c:pt idx="12982">
                  <c:v>3.4647000000000001</c:v>
                </c:pt>
                <c:pt idx="12983">
                  <c:v>3.4650099999999999</c:v>
                </c:pt>
                <c:pt idx="12984">
                  <c:v>3.4653100000000001</c:v>
                </c:pt>
                <c:pt idx="12985">
                  <c:v>3.4656199999999999</c:v>
                </c:pt>
                <c:pt idx="12986">
                  <c:v>3.4659200000000001</c:v>
                </c:pt>
                <c:pt idx="12987">
                  <c:v>3.4662299999999999</c:v>
                </c:pt>
                <c:pt idx="12988">
                  <c:v>3.4665300000000001</c:v>
                </c:pt>
                <c:pt idx="12989">
                  <c:v>3.4668399999999999</c:v>
                </c:pt>
                <c:pt idx="12990">
                  <c:v>3.4671400000000001</c:v>
                </c:pt>
                <c:pt idx="12991">
                  <c:v>3.4674499999999999</c:v>
                </c:pt>
                <c:pt idx="12992">
                  <c:v>3.4677600000000002</c:v>
                </c:pt>
                <c:pt idx="12993">
                  <c:v>3.4680599999999999</c:v>
                </c:pt>
                <c:pt idx="12994">
                  <c:v>3.4683700000000002</c:v>
                </c:pt>
                <c:pt idx="12995">
                  <c:v>3.4686699999999999</c:v>
                </c:pt>
                <c:pt idx="12996">
                  <c:v>3.4689800000000002</c:v>
                </c:pt>
                <c:pt idx="12997">
                  <c:v>3.4692799999999999</c:v>
                </c:pt>
                <c:pt idx="12998">
                  <c:v>3.4695900000000002</c:v>
                </c:pt>
                <c:pt idx="12999">
                  <c:v>3.4698899999999999</c:v>
                </c:pt>
                <c:pt idx="13000">
                  <c:v>3.4702000000000002</c:v>
                </c:pt>
                <c:pt idx="13001">
                  <c:v>3.4704999999999999</c:v>
                </c:pt>
                <c:pt idx="13002">
                  <c:v>3.4708100000000002</c:v>
                </c:pt>
                <c:pt idx="13003">
                  <c:v>3.4711099999999999</c:v>
                </c:pt>
                <c:pt idx="13004">
                  <c:v>3.4714200000000002</c:v>
                </c:pt>
                <c:pt idx="13005">
                  <c:v>3.47173</c:v>
                </c:pt>
                <c:pt idx="13006">
                  <c:v>3.4720300000000002</c:v>
                </c:pt>
                <c:pt idx="13007">
                  <c:v>3.47234</c:v>
                </c:pt>
                <c:pt idx="13008">
                  <c:v>3.4726400000000002</c:v>
                </c:pt>
                <c:pt idx="13009">
                  <c:v>3.47295</c:v>
                </c:pt>
                <c:pt idx="13010">
                  <c:v>3.4732500000000002</c:v>
                </c:pt>
                <c:pt idx="13011">
                  <c:v>3.47356</c:v>
                </c:pt>
                <c:pt idx="13012">
                  <c:v>3.4738600000000002</c:v>
                </c:pt>
                <c:pt idx="13013">
                  <c:v>3.47417</c:v>
                </c:pt>
                <c:pt idx="13014">
                  <c:v>3.4744700000000002</c:v>
                </c:pt>
                <c:pt idx="13015">
                  <c:v>3.47478</c:v>
                </c:pt>
                <c:pt idx="13016">
                  <c:v>3.4750800000000002</c:v>
                </c:pt>
                <c:pt idx="13017">
                  <c:v>3.47539</c:v>
                </c:pt>
                <c:pt idx="13018">
                  <c:v>3.4756999999999998</c:v>
                </c:pt>
                <c:pt idx="13019">
                  <c:v>3.476</c:v>
                </c:pt>
                <c:pt idx="13020">
                  <c:v>3.4763099999999998</c:v>
                </c:pt>
                <c:pt idx="13021">
                  <c:v>3.47661</c:v>
                </c:pt>
                <c:pt idx="13022">
                  <c:v>3.4769199999999998</c:v>
                </c:pt>
                <c:pt idx="13023">
                  <c:v>3.47722</c:v>
                </c:pt>
                <c:pt idx="13024">
                  <c:v>3.4775299999999998</c:v>
                </c:pt>
                <c:pt idx="13025">
                  <c:v>3.47783</c:v>
                </c:pt>
                <c:pt idx="13026">
                  <c:v>3.4781399999999998</c:v>
                </c:pt>
                <c:pt idx="13027">
                  <c:v>3.47844</c:v>
                </c:pt>
                <c:pt idx="13028">
                  <c:v>3.4787499999999998</c:v>
                </c:pt>
                <c:pt idx="13029">
                  <c:v>3.47906</c:v>
                </c:pt>
                <c:pt idx="13030">
                  <c:v>3.4793599999999998</c:v>
                </c:pt>
                <c:pt idx="13031">
                  <c:v>3.47967</c:v>
                </c:pt>
                <c:pt idx="13032">
                  <c:v>3.4799699999999998</c:v>
                </c:pt>
                <c:pt idx="13033">
                  <c:v>3.48028</c:v>
                </c:pt>
                <c:pt idx="13034">
                  <c:v>3.4805799999999998</c:v>
                </c:pt>
                <c:pt idx="13035">
                  <c:v>3.48089</c:v>
                </c:pt>
                <c:pt idx="13036">
                  <c:v>3.4811899999999998</c:v>
                </c:pt>
                <c:pt idx="13037">
                  <c:v>3.4815</c:v>
                </c:pt>
                <c:pt idx="13038">
                  <c:v>3.4817999999999998</c:v>
                </c:pt>
                <c:pt idx="13039">
                  <c:v>3.48211</c:v>
                </c:pt>
                <c:pt idx="13040">
                  <c:v>3.4824099999999998</c:v>
                </c:pt>
                <c:pt idx="13041">
                  <c:v>3.48272</c:v>
                </c:pt>
                <c:pt idx="13042">
                  <c:v>3.4830299999999998</c:v>
                </c:pt>
                <c:pt idx="13043">
                  <c:v>3.48333</c:v>
                </c:pt>
                <c:pt idx="13044">
                  <c:v>3.4836399999999998</c:v>
                </c:pt>
                <c:pt idx="13045">
                  <c:v>3.48394</c:v>
                </c:pt>
                <c:pt idx="13046">
                  <c:v>3.4842499999999998</c:v>
                </c:pt>
                <c:pt idx="13047">
                  <c:v>3.48455</c:v>
                </c:pt>
                <c:pt idx="13048">
                  <c:v>3.4848599999999998</c:v>
                </c:pt>
                <c:pt idx="13049">
                  <c:v>3.48516</c:v>
                </c:pt>
                <c:pt idx="13050">
                  <c:v>3.4854699999999998</c:v>
                </c:pt>
                <c:pt idx="13051">
                  <c:v>3.48577</c:v>
                </c:pt>
                <c:pt idx="13052">
                  <c:v>3.4860799999999998</c:v>
                </c:pt>
                <c:pt idx="13053">
                  <c:v>3.48638</c:v>
                </c:pt>
                <c:pt idx="13054">
                  <c:v>3.4866899999999998</c:v>
                </c:pt>
                <c:pt idx="13055">
                  <c:v>3.4870000000000001</c:v>
                </c:pt>
                <c:pt idx="13056">
                  <c:v>3.4872999999999998</c:v>
                </c:pt>
                <c:pt idx="13057">
                  <c:v>3.4876100000000001</c:v>
                </c:pt>
                <c:pt idx="13058">
                  <c:v>3.4879099999999998</c:v>
                </c:pt>
                <c:pt idx="13059">
                  <c:v>3.4882200000000001</c:v>
                </c:pt>
                <c:pt idx="13060">
                  <c:v>3.4885199999999998</c:v>
                </c:pt>
                <c:pt idx="13061">
                  <c:v>3.4888300000000001</c:v>
                </c:pt>
                <c:pt idx="13062">
                  <c:v>3.4891299999999998</c:v>
                </c:pt>
                <c:pt idx="13063">
                  <c:v>3.4894400000000001</c:v>
                </c:pt>
                <c:pt idx="13064">
                  <c:v>3.4897399999999998</c:v>
                </c:pt>
                <c:pt idx="13065">
                  <c:v>3.4900500000000001</c:v>
                </c:pt>
                <c:pt idx="13066">
                  <c:v>3.4903499999999998</c:v>
                </c:pt>
                <c:pt idx="13067">
                  <c:v>3.4906600000000001</c:v>
                </c:pt>
                <c:pt idx="13068">
                  <c:v>3.4909699999999999</c:v>
                </c:pt>
                <c:pt idx="13069">
                  <c:v>3.4912700000000001</c:v>
                </c:pt>
                <c:pt idx="13070">
                  <c:v>3.4915799999999999</c:v>
                </c:pt>
                <c:pt idx="13071">
                  <c:v>3.4918800000000001</c:v>
                </c:pt>
                <c:pt idx="13072">
                  <c:v>3.4921899999999999</c:v>
                </c:pt>
                <c:pt idx="13073">
                  <c:v>3.4924900000000001</c:v>
                </c:pt>
                <c:pt idx="13074">
                  <c:v>3.4927999999999999</c:v>
                </c:pt>
                <c:pt idx="13075">
                  <c:v>3.4931000000000001</c:v>
                </c:pt>
                <c:pt idx="13076">
                  <c:v>3.4934099999999999</c:v>
                </c:pt>
                <c:pt idx="13077">
                  <c:v>3.4937100000000001</c:v>
                </c:pt>
                <c:pt idx="13078">
                  <c:v>3.4940199999999999</c:v>
                </c:pt>
                <c:pt idx="13079">
                  <c:v>3.4943200000000001</c:v>
                </c:pt>
                <c:pt idx="13080">
                  <c:v>3.4946299999999999</c:v>
                </c:pt>
                <c:pt idx="13081">
                  <c:v>3.4949400000000002</c:v>
                </c:pt>
                <c:pt idx="13082">
                  <c:v>3.4952399999999999</c:v>
                </c:pt>
                <c:pt idx="13083">
                  <c:v>3.4955500000000002</c:v>
                </c:pt>
                <c:pt idx="13084">
                  <c:v>3.4958499999999999</c:v>
                </c:pt>
                <c:pt idx="13085">
                  <c:v>3.4961600000000002</c:v>
                </c:pt>
                <c:pt idx="13086">
                  <c:v>3.4964599999999999</c:v>
                </c:pt>
                <c:pt idx="13087">
                  <c:v>3.4967700000000002</c:v>
                </c:pt>
                <c:pt idx="13088">
                  <c:v>3.4970699999999999</c:v>
                </c:pt>
                <c:pt idx="13089">
                  <c:v>3.4973800000000002</c:v>
                </c:pt>
                <c:pt idx="13090">
                  <c:v>3.4976799999999999</c:v>
                </c:pt>
                <c:pt idx="13091">
                  <c:v>3.4979900000000002</c:v>
                </c:pt>
                <c:pt idx="13092">
                  <c:v>3.4983</c:v>
                </c:pt>
                <c:pt idx="13093">
                  <c:v>3.4986000000000002</c:v>
                </c:pt>
                <c:pt idx="13094">
                  <c:v>3.49891</c:v>
                </c:pt>
                <c:pt idx="13095">
                  <c:v>3.4992100000000002</c:v>
                </c:pt>
                <c:pt idx="13096">
                  <c:v>3.49952</c:v>
                </c:pt>
                <c:pt idx="13097">
                  <c:v>3.4998200000000002</c:v>
                </c:pt>
                <c:pt idx="13098">
                  <c:v>3.50013</c:v>
                </c:pt>
                <c:pt idx="13099">
                  <c:v>3.5004300000000002</c:v>
                </c:pt>
                <c:pt idx="13100">
                  <c:v>3.50074</c:v>
                </c:pt>
                <c:pt idx="13101">
                  <c:v>3.5010400000000002</c:v>
                </c:pt>
                <c:pt idx="13102">
                  <c:v>3.50135</c:v>
                </c:pt>
                <c:pt idx="13103">
                  <c:v>3.5016500000000002</c:v>
                </c:pt>
                <c:pt idx="13104">
                  <c:v>3.50196</c:v>
                </c:pt>
                <c:pt idx="13105">
                  <c:v>3.5022700000000002</c:v>
                </c:pt>
                <c:pt idx="13106">
                  <c:v>3.50257</c:v>
                </c:pt>
                <c:pt idx="13107">
                  <c:v>3.5028800000000002</c:v>
                </c:pt>
                <c:pt idx="13108">
                  <c:v>3.50318</c:v>
                </c:pt>
                <c:pt idx="13109">
                  <c:v>3.5034900000000002</c:v>
                </c:pt>
                <c:pt idx="13110">
                  <c:v>3.50379</c:v>
                </c:pt>
                <c:pt idx="13111">
                  <c:v>3.5041000000000002</c:v>
                </c:pt>
                <c:pt idx="13112">
                  <c:v>3.5044</c:v>
                </c:pt>
                <c:pt idx="13113">
                  <c:v>3.5047100000000002</c:v>
                </c:pt>
                <c:pt idx="13114">
                  <c:v>3.50501</c:v>
                </c:pt>
                <c:pt idx="13115">
                  <c:v>3.5053200000000002</c:v>
                </c:pt>
                <c:pt idx="13116">
                  <c:v>3.50562</c:v>
                </c:pt>
                <c:pt idx="13117">
                  <c:v>3.5059300000000002</c:v>
                </c:pt>
                <c:pt idx="13118">
                  <c:v>3.50624</c:v>
                </c:pt>
                <c:pt idx="13119">
                  <c:v>3.5065400000000002</c:v>
                </c:pt>
                <c:pt idx="13120">
                  <c:v>3.50685</c:v>
                </c:pt>
                <c:pt idx="13121">
                  <c:v>3.5071500000000002</c:v>
                </c:pt>
                <c:pt idx="13122">
                  <c:v>3.50746</c:v>
                </c:pt>
                <c:pt idx="13123">
                  <c:v>3.5077600000000002</c:v>
                </c:pt>
                <c:pt idx="13124">
                  <c:v>3.50807</c:v>
                </c:pt>
                <c:pt idx="13125">
                  <c:v>3.5083700000000002</c:v>
                </c:pt>
                <c:pt idx="13126">
                  <c:v>3.50868</c:v>
                </c:pt>
                <c:pt idx="13127">
                  <c:v>3.5089800000000002</c:v>
                </c:pt>
                <c:pt idx="13128">
                  <c:v>3.50929</c:v>
                </c:pt>
                <c:pt idx="13129">
                  <c:v>3.5095900000000002</c:v>
                </c:pt>
                <c:pt idx="13130">
                  <c:v>3.5099</c:v>
                </c:pt>
                <c:pt idx="13131">
                  <c:v>3.5102099999999998</c:v>
                </c:pt>
                <c:pt idx="13132">
                  <c:v>3.51051</c:v>
                </c:pt>
                <c:pt idx="13133">
                  <c:v>3.5108199999999998</c:v>
                </c:pt>
                <c:pt idx="13134">
                  <c:v>3.51112</c:v>
                </c:pt>
                <c:pt idx="13135">
                  <c:v>3.5114299999999998</c:v>
                </c:pt>
                <c:pt idx="13136">
                  <c:v>3.51173</c:v>
                </c:pt>
                <c:pt idx="13137">
                  <c:v>3.5120399999999998</c:v>
                </c:pt>
                <c:pt idx="13138">
                  <c:v>3.51234</c:v>
                </c:pt>
                <c:pt idx="13139">
                  <c:v>3.5126499999999998</c:v>
                </c:pt>
                <c:pt idx="13140">
                  <c:v>3.51295</c:v>
                </c:pt>
                <c:pt idx="13141">
                  <c:v>3.5132599999999998</c:v>
                </c:pt>
                <c:pt idx="13142">
                  <c:v>3.5135700000000001</c:v>
                </c:pt>
                <c:pt idx="13143">
                  <c:v>3.5138699999999998</c:v>
                </c:pt>
                <c:pt idx="13144">
                  <c:v>3.5141800000000001</c:v>
                </c:pt>
                <c:pt idx="13145">
                  <c:v>3.5144799999999998</c:v>
                </c:pt>
                <c:pt idx="13146">
                  <c:v>3.5147900000000001</c:v>
                </c:pt>
                <c:pt idx="13147">
                  <c:v>3.5150899999999998</c:v>
                </c:pt>
                <c:pt idx="13148">
                  <c:v>3.5154000000000001</c:v>
                </c:pt>
                <c:pt idx="13149">
                  <c:v>3.5156999999999998</c:v>
                </c:pt>
                <c:pt idx="13150">
                  <c:v>3.5160100000000001</c:v>
                </c:pt>
                <c:pt idx="13151">
                  <c:v>3.5163099999999998</c:v>
                </c:pt>
                <c:pt idx="13152">
                  <c:v>3.5166200000000001</c:v>
                </c:pt>
                <c:pt idx="13153">
                  <c:v>3.5169199999999998</c:v>
                </c:pt>
                <c:pt idx="13154">
                  <c:v>3.5172300000000001</c:v>
                </c:pt>
                <c:pt idx="13155">
                  <c:v>3.5175399999999999</c:v>
                </c:pt>
                <c:pt idx="13156">
                  <c:v>3.5178400000000001</c:v>
                </c:pt>
                <c:pt idx="13157">
                  <c:v>3.5181499999999999</c:v>
                </c:pt>
                <c:pt idx="13158">
                  <c:v>3.5184500000000001</c:v>
                </c:pt>
                <c:pt idx="13159">
                  <c:v>3.5187599999999999</c:v>
                </c:pt>
                <c:pt idx="13160">
                  <c:v>3.5190600000000001</c:v>
                </c:pt>
                <c:pt idx="13161">
                  <c:v>3.5193699999999999</c:v>
                </c:pt>
                <c:pt idx="13162">
                  <c:v>3.5196700000000001</c:v>
                </c:pt>
                <c:pt idx="13163">
                  <c:v>3.5199799999999999</c:v>
                </c:pt>
                <c:pt idx="13164">
                  <c:v>3.5202800000000001</c:v>
                </c:pt>
                <c:pt idx="13165">
                  <c:v>3.5205899999999999</c:v>
                </c:pt>
                <c:pt idx="13166">
                  <c:v>3.5208900000000001</c:v>
                </c:pt>
                <c:pt idx="13167">
                  <c:v>3.5211999999999999</c:v>
                </c:pt>
                <c:pt idx="13168">
                  <c:v>3.5215100000000001</c:v>
                </c:pt>
                <c:pt idx="13169">
                  <c:v>3.5218099999999999</c:v>
                </c:pt>
                <c:pt idx="13170">
                  <c:v>3.5221200000000001</c:v>
                </c:pt>
                <c:pt idx="13171">
                  <c:v>3.5224199999999999</c:v>
                </c:pt>
                <c:pt idx="13172">
                  <c:v>3.5227300000000001</c:v>
                </c:pt>
                <c:pt idx="13173">
                  <c:v>3.5230299999999999</c:v>
                </c:pt>
                <c:pt idx="13174">
                  <c:v>3.5233400000000001</c:v>
                </c:pt>
                <c:pt idx="13175">
                  <c:v>3.5236399999999999</c:v>
                </c:pt>
                <c:pt idx="13176">
                  <c:v>3.5239500000000001</c:v>
                </c:pt>
                <c:pt idx="13177">
                  <c:v>3.5242499999999999</c:v>
                </c:pt>
                <c:pt idx="13178">
                  <c:v>3.5245600000000001</c:v>
                </c:pt>
                <c:pt idx="13179">
                  <c:v>3.5248599999999999</c:v>
                </c:pt>
                <c:pt idx="13180">
                  <c:v>3.5251700000000001</c:v>
                </c:pt>
                <c:pt idx="13181">
                  <c:v>3.5254799999999999</c:v>
                </c:pt>
                <c:pt idx="13182">
                  <c:v>3.5257800000000001</c:v>
                </c:pt>
                <c:pt idx="13183">
                  <c:v>3.5260899999999999</c:v>
                </c:pt>
                <c:pt idx="13184">
                  <c:v>3.5263900000000001</c:v>
                </c:pt>
                <c:pt idx="13185">
                  <c:v>3.5266999999999999</c:v>
                </c:pt>
                <c:pt idx="13186">
                  <c:v>3.5270000000000001</c:v>
                </c:pt>
                <c:pt idx="13187">
                  <c:v>3.5273099999999999</c:v>
                </c:pt>
                <c:pt idx="13188">
                  <c:v>3.5276100000000001</c:v>
                </c:pt>
                <c:pt idx="13189">
                  <c:v>3.5279199999999999</c:v>
                </c:pt>
                <c:pt idx="13190">
                  <c:v>3.5282200000000001</c:v>
                </c:pt>
                <c:pt idx="13191">
                  <c:v>3.5285299999999999</c:v>
                </c:pt>
                <c:pt idx="13192">
                  <c:v>3.5288300000000001</c:v>
                </c:pt>
                <c:pt idx="13193">
                  <c:v>3.5291399999999999</c:v>
                </c:pt>
                <c:pt idx="13194">
                  <c:v>3.5294500000000002</c:v>
                </c:pt>
                <c:pt idx="13195">
                  <c:v>3.5297499999999999</c:v>
                </c:pt>
                <c:pt idx="13196">
                  <c:v>3.5300600000000002</c:v>
                </c:pt>
                <c:pt idx="13197">
                  <c:v>3.5303599999999999</c:v>
                </c:pt>
                <c:pt idx="13198">
                  <c:v>3.5306700000000002</c:v>
                </c:pt>
                <c:pt idx="13199">
                  <c:v>3.5309699999999999</c:v>
                </c:pt>
                <c:pt idx="13200">
                  <c:v>3.5312800000000002</c:v>
                </c:pt>
                <c:pt idx="13201">
                  <c:v>3.5315799999999999</c:v>
                </c:pt>
                <c:pt idx="13202">
                  <c:v>3.5318900000000002</c:v>
                </c:pt>
                <c:pt idx="13203">
                  <c:v>3.5321899999999999</c:v>
                </c:pt>
                <c:pt idx="13204">
                  <c:v>3.5325000000000002</c:v>
                </c:pt>
                <c:pt idx="13205">
                  <c:v>3.53281</c:v>
                </c:pt>
                <c:pt idx="13206">
                  <c:v>3.5331100000000002</c:v>
                </c:pt>
                <c:pt idx="13207">
                  <c:v>3.53342</c:v>
                </c:pt>
                <c:pt idx="13208">
                  <c:v>3.5337200000000002</c:v>
                </c:pt>
                <c:pt idx="13209">
                  <c:v>3.53403</c:v>
                </c:pt>
                <c:pt idx="13210">
                  <c:v>3.5343300000000002</c:v>
                </c:pt>
                <c:pt idx="13211">
                  <c:v>3.53464</c:v>
                </c:pt>
                <c:pt idx="13212">
                  <c:v>3.5349400000000002</c:v>
                </c:pt>
                <c:pt idx="13213">
                  <c:v>3.53525</c:v>
                </c:pt>
                <c:pt idx="13214">
                  <c:v>3.5355500000000002</c:v>
                </c:pt>
                <c:pt idx="13215">
                  <c:v>3.53586</c:v>
                </c:pt>
                <c:pt idx="13216">
                  <c:v>3.5361600000000002</c:v>
                </c:pt>
                <c:pt idx="13217">
                  <c:v>3.53647</c:v>
                </c:pt>
                <c:pt idx="13218">
                  <c:v>3.5367799999999998</c:v>
                </c:pt>
                <c:pt idx="13219">
                  <c:v>3.53708</c:v>
                </c:pt>
                <c:pt idx="13220">
                  <c:v>3.5373899999999998</c:v>
                </c:pt>
                <c:pt idx="13221">
                  <c:v>3.53769</c:v>
                </c:pt>
                <c:pt idx="13222">
                  <c:v>3.5379999999999998</c:v>
                </c:pt>
                <c:pt idx="13223">
                  <c:v>3.5383</c:v>
                </c:pt>
                <c:pt idx="13224">
                  <c:v>3.5386099999999998</c:v>
                </c:pt>
                <c:pt idx="13225">
                  <c:v>3.53891</c:v>
                </c:pt>
                <c:pt idx="13226">
                  <c:v>3.5392199999999998</c:v>
                </c:pt>
                <c:pt idx="13227">
                  <c:v>3.53952</c:v>
                </c:pt>
                <c:pt idx="13228">
                  <c:v>3.5398299999999998</c:v>
                </c:pt>
                <c:pt idx="13229">
                  <c:v>3.54013</c:v>
                </c:pt>
                <c:pt idx="13230">
                  <c:v>3.5404399999999998</c:v>
                </c:pt>
                <c:pt idx="13231">
                  <c:v>3.5407500000000001</c:v>
                </c:pt>
                <c:pt idx="13232">
                  <c:v>3.5410499999999998</c:v>
                </c:pt>
                <c:pt idx="13233">
                  <c:v>3.5413600000000001</c:v>
                </c:pt>
                <c:pt idx="13234">
                  <c:v>3.5416599999999998</c:v>
                </c:pt>
                <c:pt idx="13235">
                  <c:v>3.5419700000000001</c:v>
                </c:pt>
                <c:pt idx="13236">
                  <c:v>3.5422699999999998</c:v>
                </c:pt>
                <c:pt idx="13237">
                  <c:v>3.5425800000000001</c:v>
                </c:pt>
                <c:pt idx="13238">
                  <c:v>3.5428799999999998</c:v>
                </c:pt>
                <c:pt idx="13239">
                  <c:v>3.5431900000000001</c:v>
                </c:pt>
                <c:pt idx="13240">
                  <c:v>3.5434899999999998</c:v>
                </c:pt>
                <c:pt idx="13241">
                  <c:v>3.5438000000000001</c:v>
                </c:pt>
                <c:pt idx="13242">
                  <c:v>3.5440999999999998</c:v>
                </c:pt>
                <c:pt idx="13243">
                  <c:v>3.5444100000000001</c:v>
                </c:pt>
                <c:pt idx="13244">
                  <c:v>3.5447199999999999</c:v>
                </c:pt>
                <c:pt idx="13245">
                  <c:v>3.5450200000000001</c:v>
                </c:pt>
                <c:pt idx="13246">
                  <c:v>3.5453299999999999</c:v>
                </c:pt>
                <c:pt idx="13247">
                  <c:v>3.5456300000000001</c:v>
                </c:pt>
                <c:pt idx="13248">
                  <c:v>3.5459399999999999</c:v>
                </c:pt>
                <c:pt idx="13249">
                  <c:v>3.5462400000000001</c:v>
                </c:pt>
                <c:pt idx="13250">
                  <c:v>3.5465499999999999</c:v>
                </c:pt>
                <c:pt idx="13251">
                  <c:v>3.5468500000000001</c:v>
                </c:pt>
                <c:pt idx="13252">
                  <c:v>3.5471599999999999</c:v>
                </c:pt>
                <c:pt idx="13253">
                  <c:v>3.5474600000000001</c:v>
                </c:pt>
                <c:pt idx="13254">
                  <c:v>3.5477699999999999</c:v>
                </c:pt>
                <c:pt idx="13255">
                  <c:v>3.5480700000000001</c:v>
                </c:pt>
                <c:pt idx="13256">
                  <c:v>3.5483799999999999</c:v>
                </c:pt>
                <c:pt idx="13257">
                  <c:v>3.5486900000000001</c:v>
                </c:pt>
                <c:pt idx="13258">
                  <c:v>3.5489899999999999</c:v>
                </c:pt>
                <c:pt idx="13259">
                  <c:v>3.5493000000000001</c:v>
                </c:pt>
                <c:pt idx="13260">
                  <c:v>3.5495999999999999</c:v>
                </c:pt>
                <c:pt idx="13261">
                  <c:v>3.5499100000000001</c:v>
                </c:pt>
                <c:pt idx="13262">
                  <c:v>3.5502099999999999</c:v>
                </c:pt>
                <c:pt idx="13263">
                  <c:v>3.5505200000000001</c:v>
                </c:pt>
                <c:pt idx="13264">
                  <c:v>3.5508199999999999</c:v>
                </c:pt>
                <c:pt idx="13265">
                  <c:v>3.5511300000000001</c:v>
                </c:pt>
                <c:pt idx="13266">
                  <c:v>3.5514299999999999</c:v>
                </c:pt>
                <c:pt idx="13267">
                  <c:v>3.5517400000000001</c:v>
                </c:pt>
                <c:pt idx="13268">
                  <c:v>3.5520499999999999</c:v>
                </c:pt>
                <c:pt idx="13269">
                  <c:v>3.5523500000000001</c:v>
                </c:pt>
                <c:pt idx="13270">
                  <c:v>3.5526599999999999</c:v>
                </c:pt>
                <c:pt idx="13271">
                  <c:v>3.5529600000000001</c:v>
                </c:pt>
                <c:pt idx="13272">
                  <c:v>3.5532699999999999</c:v>
                </c:pt>
                <c:pt idx="13273">
                  <c:v>3.5535700000000001</c:v>
                </c:pt>
                <c:pt idx="13274">
                  <c:v>3.5538799999999999</c:v>
                </c:pt>
                <c:pt idx="13275">
                  <c:v>3.5541800000000001</c:v>
                </c:pt>
                <c:pt idx="13276">
                  <c:v>3.5544899999999999</c:v>
                </c:pt>
                <c:pt idx="13277">
                  <c:v>3.5547900000000001</c:v>
                </c:pt>
                <c:pt idx="13278">
                  <c:v>3.5550999999999999</c:v>
                </c:pt>
                <c:pt idx="13279">
                  <c:v>3.5554000000000001</c:v>
                </c:pt>
                <c:pt idx="13280">
                  <c:v>3.5557099999999999</c:v>
                </c:pt>
                <c:pt idx="13281">
                  <c:v>3.5560200000000002</c:v>
                </c:pt>
                <c:pt idx="13282">
                  <c:v>3.5563199999999999</c:v>
                </c:pt>
                <c:pt idx="13283">
                  <c:v>3.5566300000000002</c:v>
                </c:pt>
                <c:pt idx="13284">
                  <c:v>3.5569299999999999</c:v>
                </c:pt>
                <c:pt idx="13285">
                  <c:v>3.5572400000000002</c:v>
                </c:pt>
                <c:pt idx="13286">
                  <c:v>3.5575399999999999</c:v>
                </c:pt>
                <c:pt idx="13287">
                  <c:v>3.5578500000000002</c:v>
                </c:pt>
                <c:pt idx="13288">
                  <c:v>3.5581499999999999</c:v>
                </c:pt>
                <c:pt idx="13289">
                  <c:v>3.5584600000000002</c:v>
                </c:pt>
                <c:pt idx="13290">
                  <c:v>3.5587599999999999</c:v>
                </c:pt>
                <c:pt idx="13291">
                  <c:v>3.5590700000000002</c:v>
                </c:pt>
                <c:pt idx="13292">
                  <c:v>3.5593699999999999</c:v>
                </c:pt>
                <c:pt idx="13293">
                  <c:v>3.5596800000000002</c:v>
                </c:pt>
                <c:pt idx="13294">
                  <c:v>3.55999</c:v>
                </c:pt>
                <c:pt idx="13295">
                  <c:v>3.5602900000000002</c:v>
                </c:pt>
                <c:pt idx="13296">
                  <c:v>3.5606</c:v>
                </c:pt>
                <c:pt idx="13297">
                  <c:v>3.5609000000000002</c:v>
                </c:pt>
                <c:pt idx="13298">
                  <c:v>3.56121</c:v>
                </c:pt>
                <c:pt idx="13299">
                  <c:v>3.5615100000000002</c:v>
                </c:pt>
                <c:pt idx="13300">
                  <c:v>3.56182</c:v>
                </c:pt>
                <c:pt idx="13301">
                  <c:v>3.5621200000000002</c:v>
                </c:pt>
                <c:pt idx="13302">
                  <c:v>3.56243</c:v>
                </c:pt>
                <c:pt idx="13303">
                  <c:v>3.5627300000000002</c:v>
                </c:pt>
                <c:pt idx="13304">
                  <c:v>3.56304</c:v>
                </c:pt>
                <c:pt idx="13305">
                  <c:v>3.5633400000000002</c:v>
                </c:pt>
                <c:pt idx="13306">
                  <c:v>3.56365</c:v>
                </c:pt>
                <c:pt idx="13307">
                  <c:v>3.5639599999999998</c:v>
                </c:pt>
                <c:pt idx="13308">
                  <c:v>3.56426</c:v>
                </c:pt>
                <c:pt idx="13309">
                  <c:v>3.5645699999999998</c:v>
                </c:pt>
                <c:pt idx="13310">
                  <c:v>3.56487</c:v>
                </c:pt>
                <c:pt idx="13311">
                  <c:v>3.5651799999999998</c:v>
                </c:pt>
                <c:pt idx="13312">
                  <c:v>3.56548</c:v>
                </c:pt>
                <c:pt idx="13313">
                  <c:v>3.5657899999999998</c:v>
                </c:pt>
                <c:pt idx="13314">
                  <c:v>3.56609</c:v>
                </c:pt>
                <c:pt idx="13315">
                  <c:v>3.5663999999999998</c:v>
                </c:pt>
                <c:pt idx="13316">
                  <c:v>3.5667</c:v>
                </c:pt>
                <c:pt idx="13317">
                  <c:v>3.5670099999999998</c:v>
                </c:pt>
                <c:pt idx="13318">
                  <c:v>3.56732</c:v>
                </c:pt>
                <c:pt idx="13319">
                  <c:v>3.5676199999999998</c:v>
                </c:pt>
                <c:pt idx="13320">
                  <c:v>3.56793</c:v>
                </c:pt>
                <c:pt idx="13321">
                  <c:v>3.5682299999999998</c:v>
                </c:pt>
                <c:pt idx="13322">
                  <c:v>3.56854</c:v>
                </c:pt>
                <c:pt idx="13323">
                  <c:v>3.5688399999999998</c:v>
                </c:pt>
                <c:pt idx="13324">
                  <c:v>3.56915</c:v>
                </c:pt>
                <c:pt idx="13325">
                  <c:v>3.5694499999999998</c:v>
                </c:pt>
                <c:pt idx="13326">
                  <c:v>3.56976</c:v>
                </c:pt>
                <c:pt idx="13327">
                  <c:v>3.5700599999999998</c:v>
                </c:pt>
                <c:pt idx="13328">
                  <c:v>3.57037</c:v>
                </c:pt>
                <c:pt idx="13329">
                  <c:v>3.5706699999999998</c:v>
                </c:pt>
                <c:pt idx="13330">
                  <c:v>3.57098</c:v>
                </c:pt>
                <c:pt idx="13331">
                  <c:v>3.5712899999999999</c:v>
                </c:pt>
                <c:pt idx="13332">
                  <c:v>3.57159</c:v>
                </c:pt>
                <c:pt idx="13333">
                  <c:v>3.5718999999999999</c:v>
                </c:pt>
                <c:pt idx="13334">
                  <c:v>3.5722</c:v>
                </c:pt>
                <c:pt idx="13335">
                  <c:v>3.5725099999999999</c:v>
                </c:pt>
                <c:pt idx="13336">
                  <c:v>3.57281</c:v>
                </c:pt>
                <c:pt idx="13337">
                  <c:v>3.5731199999999999</c:v>
                </c:pt>
                <c:pt idx="13338">
                  <c:v>3.57342</c:v>
                </c:pt>
                <c:pt idx="13339">
                  <c:v>3.5737299999999999</c:v>
                </c:pt>
                <c:pt idx="13340">
                  <c:v>3.57403</c:v>
                </c:pt>
                <c:pt idx="13341">
                  <c:v>3.5743399999999999</c:v>
                </c:pt>
                <c:pt idx="13342">
                  <c:v>3.57464</c:v>
                </c:pt>
                <c:pt idx="13343">
                  <c:v>3.5749499999999999</c:v>
                </c:pt>
                <c:pt idx="13344">
                  <c:v>3.5752600000000001</c:v>
                </c:pt>
                <c:pt idx="13345">
                  <c:v>3.5755599999999998</c:v>
                </c:pt>
                <c:pt idx="13346">
                  <c:v>3.5758700000000001</c:v>
                </c:pt>
                <c:pt idx="13347">
                  <c:v>3.5761699999999998</c:v>
                </c:pt>
                <c:pt idx="13348">
                  <c:v>3.5764800000000001</c:v>
                </c:pt>
                <c:pt idx="13349">
                  <c:v>3.5767799999999998</c:v>
                </c:pt>
                <c:pt idx="13350">
                  <c:v>3.5770900000000001</c:v>
                </c:pt>
                <c:pt idx="13351">
                  <c:v>3.5773899999999998</c:v>
                </c:pt>
                <c:pt idx="13352">
                  <c:v>3.5777000000000001</c:v>
                </c:pt>
                <c:pt idx="13353">
                  <c:v>3.5779999999999998</c:v>
                </c:pt>
                <c:pt idx="13354">
                  <c:v>3.5783100000000001</c:v>
                </c:pt>
                <c:pt idx="13355">
                  <c:v>3.5786099999999998</c:v>
                </c:pt>
                <c:pt idx="13356">
                  <c:v>3.5789200000000001</c:v>
                </c:pt>
                <c:pt idx="13357">
                  <c:v>3.5792299999999999</c:v>
                </c:pt>
                <c:pt idx="13358">
                  <c:v>3.5795300000000001</c:v>
                </c:pt>
                <c:pt idx="13359">
                  <c:v>3.5798399999999999</c:v>
                </c:pt>
                <c:pt idx="13360">
                  <c:v>3.5801400000000001</c:v>
                </c:pt>
                <c:pt idx="13361">
                  <c:v>3.5804499999999999</c:v>
                </c:pt>
                <c:pt idx="13362">
                  <c:v>3.5807500000000001</c:v>
                </c:pt>
                <c:pt idx="13363">
                  <c:v>3.5810599999999999</c:v>
                </c:pt>
                <c:pt idx="13364">
                  <c:v>3.5813600000000001</c:v>
                </c:pt>
                <c:pt idx="13365">
                  <c:v>3.5816699999999999</c:v>
                </c:pt>
                <c:pt idx="13366">
                  <c:v>3.5819700000000001</c:v>
                </c:pt>
                <c:pt idx="13367">
                  <c:v>3.5822799999999999</c:v>
                </c:pt>
                <c:pt idx="13368">
                  <c:v>3.5825800000000001</c:v>
                </c:pt>
                <c:pt idx="13369">
                  <c:v>3.5828899999999999</c:v>
                </c:pt>
                <c:pt idx="13370">
                  <c:v>3.5832000000000002</c:v>
                </c:pt>
                <c:pt idx="13371">
                  <c:v>3.5834999999999999</c:v>
                </c:pt>
                <c:pt idx="13372">
                  <c:v>3.5838100000000002</c:v>
                </c:pt>
                <c:pt idx="13373">
                  <c:v>3.5841099999999999</c:v>
                </c:pt>
                <c:pt idx="13374">
                  <c:v>3.5844200000000002</c:v>
                </c:pt>
                <c:pt idx="13375">
                  <c:v>3.5847199999999999</c:v>
                </c:pt>
                <c:pt idx="13376">
                  <c:v>3.5850300000000002</c:v>
                </c:pt>
                <c:pt idx="13377">
                  <c:v>3.5853299999999999</c:v>
                </c:pt>
                <c:pt idx="13378">
                  <c:v>3.5856400000000002</c:v>
                </c:pt>
                <c:pt idx="13379">
                  <c:v>3.5859399999999999</c:v>
                </c:pt>
                <c:pt idx="13380">
                  <c:v>3.5862500000000002</c:v>
                </c:pt>
                <c:pt idx="13381">
                  <c:v>3.58656</c:v>
                </c:pt>
                <c:pt idx="13382">
                  <c:v>3.5868600000000002</c:v>
                </c:pt>
                <c:pt idx="13383">
                  <c:v>3.58717</c:v>
                </c:pt>
                <c:pt idx="13384">
                  <c:v>3.5874700000000002</c:v>
                </c:pt>
                <c:pt idx="13385">
                  <c:v>3.58778</c:v>
                </c:pt>
                <c:pt idx="13386">
                  <c:v>3.5880800000000002</c:v>
                </c:pt>
                <c:pt idx="13387">
                  <c:v>3.58839</c:v>
                </c:pt>
                <c:pt idx="13388">
                  <c:v>3.5886900000000002</c:v>
                </c:pt>
                <c:pt idx="13389">
                  <c:v>3.589</c:v>
                </c:pt>
                <c:pt idx="13390">
                  <c:v>3.5893000000000002</c:v>
                </c:pt>
                <c:pt idx="13391">
                  <c:v>3.58961</c:v>
                </c:pt>
                <c:pt idx="13392">
                  <c:v>3.5899100000000002</c:v>
                </c:pt>
                <c:pt idx="13393">
                  <c:v>3.59022</c:v>
                </c:pt>
                <c:pt idx="13394">
                  <c:v>3.5905300000000002</c:v>
                </c:pt>
                <c:pt idx="13395">
                  <c:v>3.59083</c:v>
                </c:pt>
                <c:pt idx="13396">
                  <c:v>3.5911400000000002</c:v>
                </c:pt>
                <c:pt idx="13397">
                  <c:v>3.59144</c:v>
                </c:pt>
                <c:pt idx="13398">
                  <c:v>3.5917500000000002</c:v>
                </c:pt>
                <c:pt idx="13399">
                  <c:v>3.59205</c:v>
                </c:pt>
                <c:pt idx="13400">
                  <c:v>3.5923600000000002</c:v>
                </c:pt>
                <c:pt idx="13401">
                  <c:v>3.59266</c:v>
                </c:pt>
                <c:pt idx="13402">
                  <c:v>3.5929700000000002</c:v>
                </c:pt>
                <c:pt idx="13403">
                  <c:v>3.59327</c:v>
                </c:pt>
                <c:pt idx="13404">
                  <c:v>3.5935800000000002</c:v>
                </c:pt>
                <c:pt idx="13405">
                  <c:v>3.59388</c:v>
                </c:pt>
                <c:pt idx="13406">
                  <c:v>3.5941900000000002</c:v>
                </c:pt>
                <c:pt idx="13407">
                  <c:v>3.5945</c:v>
                </c:pt>
                <c:pt idx="13408">
                  <c:v>3.5948000000000002</c:v>
                </c:pt>
                <c:pt idx="13409">
                  <c:v>3.59511</c:v>
                </c:pt>
                <c:pt idx="13410">
                  <c:v>3.5954100000000002</c:v>
                </c:pt>
                <c:pt idx="13411">
                  <c:v>3.59572</c:v>
                </c:pt>
                <c:pt idx="13412">
                  <c:v>3.5960200000000002</c:v>
                </c:pt>
                <c:pt idx="13413">
                  <c:v>3.59633</c:v>
                </c:pt>
                <c:pt idx="13414">
                  <c:v>3.5966300000000002</c:v>
                </c:pt>
                <c:pt idx="13415">
                  <c:v>3.59694</c:v>
                </c:pt>
                <c:pt idx="13416">
                  <c:v>3.5972400000000002</c:v>
                </c:pt>
                <c:pt idx="13417">
                  <c:v>3.59755</c:v>
                </c:pt>
                <c:pt idx="13418">
                  <c:v>3.5978500000000002</c:v>
                </c:pt>
                <c:pt idx="13419">
                  <c:v>3.59816</c:v>
                </c:pt>
                <c:pt idx="13420">
                  <c:v>3.5984699999999998</c:v>
                </c:pt>
                <c:pt idx="13421">
                  <c:v>3.59877</c:v>
                </c:pt>
                <c:pt idx="13422">
                  <c:v>3.5990799999999998</c:v>
                </c:pt>
                <c:pt idx="13423">
                  <c:v>3.59938</c:v>
                </c:pt>
                <c:pt idx="13424">
                  <c:v>3.5996899999999998</c:v>
                </c:pt>
                <c:pt idx="13425">
                  <c:v>3.59999</c:v>
                </c:pt>
                <c:pt idx="13426">
                  <c:v>3.6002999999999998</c:v>
                </c:pt>
                <c:pt idx="13427">
                  <c:v>3.6006</c:v>
                </c:pt>
                <c:pt idx="13428">
                  <c:v>3.6009099999999998</c:v>
                </c:pt>
                <c:pt idx="13429">
                  <c:v>3.60121</c:v>
                </c:pt>
                <c:pt idx="13430">
                  <c:v>3.6015199999999998</c:v>
                </c:pt>
                <c:pt idx="13431">
                  <c:v>3.60182</c:v>
                </c:pt>
                <c:pt idx="13432">
                  <c:v>3.6021299999999998</c:v>
                </c:pt>
                <c:pt idx="13433">
                  <c:v>3.6024400000000001</c:v>
                </c:pt>
                <c:pt idx="13434">
                  <c:v>3.6027399999999998</c:v>
                </c:pt>
                <c:pt idx="13435">
                  <c:v>3.6030500000000001</c:v>
                </c:pt>
                <c:pt idx="13436">
                  <c:v>3.6033499999999998</c:v>
                </c:pt>
                <c:pt idx="13437">
                  <c:v>3.6036600000000001</c:v>
                </c:pt>
                <c:pt idx="13438">
                  <c:v>3.6039599999999998</c:v>
                </c:pt>
                <c:pt idx="13439">
                  <c:v>3.6042700000000001</c:v>
                </c:pt>
                <c:pt idx="13440">
                  <c:v>3.6045699999999998</c:v>
                </c:pt>
                <c:pt idx="13441">
                  <c:v>3.6048800000000001</c:v>
                </c:pt>
                <c:pt idx="13442">
                  <c:v>3.6051799999999998</c:v>
                </c:pt>
                <c:pt idx="13443">
                  <c:v>3.6054900000000001</c:v>
                </c:pt>
                <c:pt idx="13444">
                  <c:v>3.6057999999999999</c:v>
                </c:pt>
                <c:pt idx="13445">
                  <c:v>3.6061000000000001</c:v>
                </c:pt>
                <c:pt idx="13446">
                  <c:v>3.6064099999999999</c:v>
                </c:pt>
                <c:pt idx="13447">
                  <c:v>3.6067100000000001</c:v>
                </c:pt>
                <c:pt idx="13448">
                  <c:v>3.6070199999999999</c:v>
                </c:pt>
                <c:pt idx="13449">
                  <c:v>3.6073200000000001</c:v>
                </c:pt>
                <c:pt idx="13450">
                  <c:v>3.6076299999999999</c:v>
                </c:pt>
                <c:pt idx="13451">
                  <c:v>3.6079300000000001</c:v>
                </c:pt>
                <c:pt idx="13452">
                  <c:v>3.6082399999999999</c:v>
                </c:pt>
                <c:pt idx="13453">
                  <c:v>3.6085400000000001</c:v>
                </c:pt>
                <c:pt idx="13454">
                  <c:v>3.6088499999999999</c:v>
                </c:pt>
                <c:pt idx="13455">
                  <c:v>3.6091500000000001</c:v>
                </c:pt>
                <c:pt idx="13456">
                  <c:v>3.6094599999999999</c:v>
                </c:pt>
                <c:pt idx="13457">
                  <c:v>3.6097700000000001</c:v>
                </c:pt>
                <c:pt idx="13458">
                  <c:v>3.6100699999999999</c:v>
                </c:pt>
                <c:pt idx="13459">
                  <c:v>3.6103800000000001</c:v>
                </c:pt>
                <c:pt idx="13460">
                  <c:v>3.6106799999999999</c:v>
                </c:pt>
                <c:pt idx="13461">
                  <c:v>3.6109900000000001</c:v>
                </c:pt>
                <c:pt idx="13462">
                  <c:v>3.6112899999999999</c:v>
                </c:pt>
                <c:pt idx="13463">
                  <c:v>3.6116000000000001</c:v>
                </c:pt>
                <c:pt idx="13464">
                  <c:v>3.6118999999999999</c:v>
                </c:pt>
                <c:pt idx="13465">
                  <c:v>3.6122100000000001</c:v>
                </c:pt>
                <c:pt idx="13466">
                  <c:v>3.6125099999999999</c:v>
                </c:pt>
                <c:pt idx="13467">
                  <c:v>3.6128200000000001</c:v>
                </c:pt>
                <c:pt idx="13468">
                  <c:v>3.6131199999999999</c:v>
                </c:pt>
                <c:pt idx="13469">
                  <c:v>3.6134300000000001</c:v>
                </c:pt>
                <c:pt idx="13470">
                  <c:v>3.61374</c:v>
                </c:pt>
                <c:pt idx="13471">
                  <c:v>3.6140400000000001</c:v>
                </c:pt>
                <c:pt idx="13472">
                  <c:v>3.61435</c:v>
                </c:pt>
                <c:pt idx="13473">
                  <c:v>3.6146500000000001</c:v>
                </c:pt>
                <c:pt idx="13474">
                  <c:v>3.61496</c:v>
                </c:pt>
                <c:pt idx="13475">
                  <c:v>3.6152600000000001</c:v>
                </c:pt>
                <c:pt idx="13476">
                  <c:v>3.61557</c:v>
                </c:pt>
                <c:pt idx="13477">
                  <c:v>3.6158700000000001</c:v>
                </c:pt>
                <c:pt idx="13478">
                  <c:v>3.6161799999999999</c:v>
                </c:pt>
                <c:pt idx="13479">
                  <c:v>3.6164800000000001</c:v>
                </c:pt>
                <c:pt idx="13480">
                  <c:v>3.6167899999999999</c:v>
                </c:pt>
                <c:pt idx="13481">
                  <c:v>3.6170900000000001</c:v>
                </c:pt>
                <c:pt idx="13482">
                  <c:v>3.6173999999999999</c:v>
                </c:pt>
                <c:pt idx="13483">
                  <c:v>3.6177100000000002</c:v>
                </c:pt>
                <c:pt idx="13484">
                  <c:v>3.6180099999999999</c:v>
                </c:pt>
                <c:pt idx="13485">
                  <c:v>3.6183200000000002</c:v>
                </c:pt>
                <c:pt idx="13486">
                  <c:v>3.6186199999999999</c:v>
                </c:pt>
                <c:pt idx="13487">
                  <c:v>3.6189300000000002</c:v>
                </c:pt>
                <c:pt idx="13488">
                  <c:v>3.6192299999999999</c:v>
                </c:pt>
                <c:pt idx="13489">
                  <c:v>3.6195400000000002</c:v>
                </c:pt>
                <c:pt idx="13490">
                  <c:v>3.6198399999999999</c:v>
                </c:pt>
                <c:pt idx="13491">
                  <c:v>3.6201500000000002</c:v>
                </c:pt>
                <c:pt idx="13492">
                  <c:v>3.6204499999999999</c:v>
                </c:pt>
                <c:pt idx="13493">
                  <c:v>3.6207600000000002</c:v>
                </c:pt>
                <c:pt idx="13494">
                  <c:v>3.62107</c:v>
                </c:pt>
                <c:pt idx="13495">
                  <c:v>3.6213700000000002</c:v>
                </c:pt>
                <c:pt idx="13496">
                  <c:v>3.62168</c:v>
                </c:pt>
                <c:pt idx="13497">
                  <c:v>3.6219800000000002</c:v>
                </c:pt>
                <c:pt idx="13498">
                  <c:v>3.62229</c:v>
                </c:pt>
                <c:pt idx="13499">
                  <c:v>3.6225900000000002</c:v>
                </c:pt>
                <c:pt idx="13500">
                  <c:v>3.6229</c:v>
                </c:pt>
                <c:pt idx="13501">
                  <c:v>3.6232000000000002</c:v>
                </c:pt>
                <c:pt idx="13502">
                  <c:v>3.62351</c:v>
                </c:pt>
                <c:pt idx="13503">
                  <c:v>3.6238100000000002</c:v>
                </c:pt>
                <c:pt idx="13504">
                  <c:v>3.62412</c:v>
                </c:pt>
                <c:pt idx="13505">
                  <c:v>3.6244200000000002</c:v>
                </c:pt>
                <c:pt idx="13506">
                  <c:v>3.62473</c:v>
                </c:pt>
                <c:pt idx="13507">
                  <c:v>3.6250399999999998</c:v>
                </c:pt>
                <c:pt idx="13508">
                  <c:v>3.62534</c:v>
                </c:pt>
                <c:pt idx="13509">
                  <c:v>3.6256499999999998</c:v>
                </c:pt>
                <c:pt idx="13510">
                  <c:v>3.62595</c:v>
                </c:pt>
                <c:pt idx="13511">
                  <c:v>3.6262599999999998</c:v>
                </c:pt>
                <c:pt idx="13512">
                  <c:v>3.62656</c:v>
                </c:pt>
                <c:pt idx="13513">
                  <c:v>3.6268699999999998</c:v>
                </c:pt>
                <c:pt idx="13514">
                  <c:v>3.62717</c:v>
                </c:pt>
                <c:pt idx="13515">
                  <c:v>3.6274799999999998</c:v>
                </c:pt>
                <c:pt idx="13516">
                  <c:v>3.62778</c:v>
                </c:pt>
                <c:pt idx="13517">
                  <c:v>3.6280899999999998</c:v>
                </c:pt>
                <c:pt idx="13518">
                  <c:v>3.62839</c:v>
                </c:pt>
                <c:pt idx="13519">
                  <c:v>3.6286999999999998</c:v>
                </c:pt>
                <c:pt idx="13520">
                  <c:v>3.6290100000000001</c:v>
                </c:pt>
                <c:pt idx="13521">
                  <c:v>3.6293099999999998</c:v>
                </c:pt>
                <c:pt idx="13522">
                  <c:v>3.6296200000000001</c:v>
                </c:pt>
                <c:pt idx="13523">
                  <c:v>3.6299199999999998</c:v>
                </c:pt>
                <c:pt idx="13524">
                  <c:v>3.6302300000000001</c:v>
                </c:pt>
                <c:pt idx="13525">
                  <c:v>3.6305299999999998</c:v>
                </c:pt>
                <c:pt idx="13526">
                  <c:v>3.6308400000000001</c:v>
                </c:pt>
                <c:pt idx="13527">
                  <c:v>3.6311399999999998</c:v>
                </c:pt>
                <c:pt idx="13528">
                  <c:v>3.6314500000000001</c:v>
                </c:pt>
                <c:pt idx="13529">
                  <c:v>3.6317499999999998</c:v>
                </c:pt>
                <c:pt idx="13530">
                  <c:v>3.6320600000000001</c:v>
                </c:pt>
                <c:pt idx="13531">
                  <c:v>3.6323599999999998</c:v>
                </c:pt>
                <c:pt idx="13532">
                  <c:v>3.6326700000000001</c:v>
                </c:pt>
                <c:pt idx="13533">
                  <c:v>3.6329799999999999</c:v>
                </c:pt>
                <c:pt idx="13534">
                  <c:v>3.6332800000000001</c:v>
                </c:pt>
                <c:pt idx="13535">
                  <c:v>3.6335899999999999</c:v>
                </c:pt>
                <c:pt idx="13536">
                  <c:v>3.6338900000000001</c:v>
                </c:pt>
                <c:pt idx="13537">
                  <c:v>3.6341999999999999</c:v>
                </c:pt>
                <c:pt idx="13538">
                  <c:v>3.6345000000000001</c:v>
                </c:pt>
                <c:pt idx="13539">
                  <c:v>3.6348099999999999</c:v>
                </c:pt>
                <c:pt idx="13540">
                  <c:v>3.6351100000000001</c:v>
                </c:pt>
                <c:pt idx="13541">
                  <c:v>3.6354199999999999</c:v>
                </c:pt>
                <c:pt idx="13542">
                  <c:v>3.6357200000000001</c:v>
                </c:pt>
                <c:pt idx="13543">
                  <c:v>3.6360299999999999</c:v>
                </c:pt>
                <c:pt idx="13544">
                  <c:v>3.6363300000000001</c:v>
                </c:pt>
                <c:pt idx="13545">
                  <c:v>3.6366399999999999</c:v>
                </c:pt>
                <c:pt idx="13546">
                  <c:v>3.6369500000000001</c:v>
                </c:pt>
                <c:pt idx="13547">
                  <c:v>3.6372499999999999</c:v>
                </c:pt>
                <c:pt idx="13548">
                  <c:v>3.6375600000000001</c:v>
                </c:pt>
                <c:pt idx="13549">
                  <c:v>3.6378599999999999</c:v>
                </c:pt>
                <c:pt idx="13550">
                  <c:v>3.6381700000000001</c:v>
                </c:pt>
                <c:pt idx="13551">
                  <c:v>3.6384699999999999</c:v>
                </c:pt>
                <c:pt idx="13552">
                  <c:v>3.6387800000000001</c:v>
                </c:pt>
                <c:pt idx="13553">
                  <c:v>3.6390799999999999</c:v>
                </c:pt>
                <c:pt idx="13554">
                  <c:v>3.6393900000000001</c:v>
                </c:pt>
                <c:pt idx="13555">
                  <c:v>3.6396899999999999</c:v>
                </c:pt>
                <c:pt idx="13556">
                  <c:v>3.64</c:v>
                </c:pt>
                <c:pt idx="13557">
                  <c:v>3.6403099999999999</c:v>
                </c:pt>
                <c:pt idx="13558">
                  <c:v>3.6406100000000001</c:v>
                </c:pt>
                <c:pt idx="13559">
                  <c:v>3.6409199999999999</c:v>
                </c:pt>
                <c:pt idx="13560">
                  <c:v>3.6412200000000001</c:v>
                </c:pt>
                <c:pt idx="13561">
                  <c:v>3.6415299999999999</c:v>
                </c:pt>
                <c:pt idx="13562">
                  <c:v>3.6418300000000001</c:v>
                </c:pt>
                <c:pt idx="13563">
                  <c:v>3.6421399999999999</c:v>
                </c:pt>
                <c:pt idx="13564">
                  <c:v>3.6424400000000001</c:v>
                </c:pt>
                <c:pt idx="13565">
                  <c:v>3.6427499999999999</c:v>
                </c:pt>
                <c:pt idx="13566">
                  <c:v>3.6430500000000001</c:v>
                </c:pt>
                <c:pt idx="13567">
                  <c:v>3.6433599999999999</c:v>
                </c:pt>
                <c:pt idx="13568">
                  <c:v>3.6436600000000001</c:v>
                </c:pt>
                <c:pt idx="13569">
                  <c:v>3.6439699999999999</c:v>
                </c:pt>
                <c:pt idx="13570">
                  <c:v>3.6442800000000002</c:v>
                </c:pt>
                <c:pt idx="13571">
                  <c:v>3.6445799999999999</c:v>
                </c:pt>
                <c:pt idx="13572">
                  <c:v>3.6448900000000002</c:v>
                </c:pt>
                <c:pt idx="13573">
                  <c:v>3.6451899999999999</c:v>
                </c:pt>
                <c:pt idx="13574">
                  <c:v>3.6455000000000002</c:v>
                </c:pt>
                <c:pt idx="13575">
                  <c:v>3.6457999999999999</c:v>
                </c:pt>
                <c:pt idx="13576">
                  <c:v>3.6461100000000002</c:v>
                </c:pt>
                <c:pt idx="13577">
                  <c:v>3.6464099999999999</c:v>
                </c:pt>
                <c:pt idx="13578">
                  <c:v>3.6467200000000002</c:v>
                </c:pt>
                <c:pt idx="13579">
                  <c:v>3.6470199999999999</c:v>
                </c:pt>
                <c:pt idx="13580">
                  <c:v>3.6473300000000002</c:v>
                </c:pt>
                <c:pt idx="13581">
                  <c:v>3.6476299999999999</c:v>
                </c:pt>
                <c:pt idx="13582">
                  <c:v>3.6479400000000002</c:v>
                </c:pt>
                <c:pt idx="13583">
                  <c:v>3.64825</c:v>
                </c:pt>
                <c:pt idx="13584">
                  <c:v>3.6485500000000002</c:v>
                </c:pt>
                <c:pt idx="13585">
                  <c:v>3.64886</c:v>
                </c:pt>
                <c:pt idx="13586">
                  <c:v>3.6491600000000002</c:v>
                </c:pt>
                <c:pt idx="13587">
                  <c:v>3.64947</c:v>
                </c:pt>
                <c:pt idx="13588">
                  <c:v>3.6497700000000002</c:v>
                </c:pt>
                <c:pt idx="13589">
                  <c:v>3.65008</c:v>
                </c:pt>
                <c:pt idx="13590">
                  <c:v>3.6503800000000002</c:v>
                </c:pt>
                <c:pt idx="13591">
                  <c:v>3.65069</c:v>
                </c:pt>
                <c:pt idx="13592">
                  <c:v>3.6509900000000002</c:v>
                </c:pt>
                <c:pt idx="13593">
                  <c:v>3.6513</c:v>
                </c:pt>
                <c:pt idx="13594">
                  <c:v>3.6516000000000002</c:v>
                </c:pt>
                <c:pt idx="13595">
                  <c:v>3.65191</c:v>
                </c:pt>
                <c:pt idx="13596">
                  <c:v>3.6522199999999998</c:v>
                </c:pt>
                <c:pt idx="13597">
                  <c:v>3.65252</c:v>
                </c:pt>
                <c:pt idx="13598">
                  <c:v>3.6528299999999998</c:v>
                </c:pt>
                <c:pt idx="13599">
                  <c:v>3.65313</c:v>
                </c:pt>
                <c:pt idx="13600">
                  <c:v>3.6534399999999998</c:v>
                </c:pt>
                <c:pt idx="13601">
                  <c:v>3.65374</c:v>
                </c:pt>
                <c:pt idx="13602">
                  <c:v>3.6540499999999998</c:v>
                </c:pt>
                <c:pt idx="13603">
                  <c:v>3.65435</c:v>
                </c:pt>
                <c:pt idx="13604">
                  <c:v>3.6546599999999998</c:v>
                </c:pt>
                <c:pt idx="13605">
                  <c:v>3.65496</c:v>
                </c:pt>
                <c:pt idx="13606">
                  <c:v>3.6552699999999998</c:v>
                </c:pt>
                <c:pt idx="13607">
                  <c:v>3.65557</c:v>
                </c:pt>
                <c:pt idx="13608">
                  <c:v>3.6558799999999998</c:v>
                </c:pt>
                <c:pt idx="13609">
                  <c:v>3.6561900000000001</c:v>
                </c:pt>
                <c:pt idx="13610">
                  <c:v>3.6564899999999998</c:v>
                </c:pt>
                <c:pt idx="13611">
                  <c:v>3.6568000000000001</c:v>
                </c:pt>
                <c:pt idx="13612">
                  <c:v>3.6570999999999998</c:v>
                </c:pt>
                <c:pt idx="13613">
                  <c:v>3.65741</c:v>
                </c:pt>
                <c:pt idx="13614">
                  <c:v>3.6577099999999998</c:v>
                </c:pt>
                <c:pt idx="13615">
                  <c:v>3.65802</c:v>
                </c:pt>
                <c:pt idx="13616">
                  <c:v>3.6583199999999998</c:v>
                </c:pt>
                <c:pt idx="13617">
                  <c:v>3.65863</c:v>
                </c:pt>
                <c:pt idx="13618">
                  <c:v>3.6589299999999998</c:v>
                </c:pt>
                <c:pt idx="13619">
                  <c:v>3.65924</c:v>
                </c:pt>
                <c:pt idx="13620">
                  <c:v>3.6595499999999999</c:v>
                </c:pt>
                <c:pt idx="13621">
                  <c:v>3.65985</c:v>
                </c:pt>
                <c:pt idx="13622">
                  <c:v>3.6601599999999999</c:v>
                </c:pt>
                <c:pt idx="13623">
                  <c:v>3.66046</c:v>
                </c:pt>
                <c:pt idx="13624">
                  <c:v>3.6607699999999999</c:v>
                </c:pt>
                <c:pt idx="13625">
                  <c:v>3.66107</c:v>
                </c:pt>
                <c:pt idx="13626">
                  <c:v>3.6613799999999999</c:v>
                </c:pt>
                <c:pt idx="13627">
                  <c:v>3.66168</c:v>
                </c:pt>
                <c:pt idx="13628">
                  <c:v>3.6619899999999999</c:v>
                </c:pt>
                <c:pt idx="13629">
                  <c:v>3.66229</c:v>
                </c:pt>
                <c:pt idx="13630">
                  <c:v>3.6625999999999999</c:v>
                </c:pt>
                <c:pt idx="13631">
                  <c:v>3.6629</c:v>
                </c:pt>
                <c:pt idx="13632">
                  <c:v>3.6632099999999999</c:v>
                </c:pt>
                <c:pt idx="13633">
                  <c:v>3.6635200000000001</c:v>
                </c:pt>
                <c:pt idx="13634">
                  <c:v>3.6638199999999999</c:v>
                </c:pt>
                <c:pt idx="13635">
                  <c:v>3.6641300000000001</c:v>
                </c:pt>
                <c:pt idx="13636">
                  <c:v>3.6644299999999999</c:v>
                </c:pt>
                <c:pt idx="13637">
                  <c:v>3.6647400000000001</c:v>
                </c:pt>
                <c:pt idx="13638">
                  <c:v>3.6650399999999999</c:v>
                </c:pt>
                <c:pt idx="13639">
                  <c:v>3.6653500000000001</c:v>
                </c:pt>
                <c:pt idx="13640">
                  <c:v>3.6656499999999999</c:v>
                </c:pt>
                <c:pt idx="13641">
                  <c:v>3.6659600000000001</c:v>
                </c:pt>
                <c:pt idx="13642">
                  <c:v>3.6662599999999999</c:v>
                </c:pt>
                <c:pt idx="13643">
                  <c:v>3.6665700000000001</c:v>
                </c:pt>
                <c:pt idx="13644">
                  <c:v>3.6668699999999999</c:v>
                </c:pt>
                <c:pt idx="13645">
                  <c:v>3.6671800000000001</c:v>
                </c:pt>
                <c:pt idx="13646">
                  <c:v>3.6674899999999999</c:v>
                </c:pt>
                <c:pt idx="13647">
                  <c:v>3.6677900000000001</c:v>
                </c:pt>
                <c:pt idx="13648">
                  <c:v>3.6680999999999999</c:v>
                </c:pt>
                <c:pt idx="13649">
                  <c:v>3.6684000000000001</c:v>
                </c:pt>
                <c:pt idx="13650">
                  <c:v>3.6687099999999999</c:v>
                </c:pt>
                <c:pt idx="13651">
                  <c:v>3.6690100000000001</c:v>
                </c:pt>
                <c:pt idx="13652">
                  <c:v>3.6693199999999999</c:v>
                </c:pt>
                <c:pt idx="13653">
                  <c:v>3.6696200000000001</c:v>
                </c:pt>
                <c:pt idx="13654">
                  <c:v>3.6699299999999999</c:v>
                </c:pt>
                <c:pt idx="13655">
                  <c:v>3.6702300000000001</c:v>
                </c:pt>
                <c:pt idx="13656">
                  <c:v>3.6705399999999999</c:v>
                </c:pt>
                <c:pt idx="13657">
                  <c:v>3.6708400000000001</c:v>
                </c:pt>
                <c:pt idx="13658">
                  <c:v>3.6711499999999999</c:v>
                </c:pt>
                <c:pt idx="13659">
                  <c:v>3.6714600000000002</c:v>
                </c:pt>
                <c:pt idx="13660">
                  <c:v>3.6717599999999999</c:v>
                </c:pt>
                <c:pt idx="13661">
                  <c:v>3.6720700000000002</c:v>
                </c:pt>
                <c:pt idx="13662">
                  <c:v>3.6723699999999999</c:v>
                </c:pt>
                <c:pt idx="13663">
                  <c:v>3.6726800000000002</c:v>
                </c:pt>
                <c:pt idx="13664">
                  <c:v>3.6729799999999999</c:v>
                </c:pt>
                <c:pt idx="13665">
                  <c:v>3.6732900000000002</c:v>
                </c:pt>
                <c:pt idx="13666">
                  <c:v>3.6735899999999999</c:v>
                </c:pt>
                <c:pt idx="13667">
                  <c:v>3.6739000000000002</c:v>
                </c:pt>
                <c:pt idx="13668">
                  <c:v>3.6741999999999999</c:v>
                </c:pt>
                <c:pt idx="13669">
                  <c:v>3.6745100000000002</c:v>
                </c:pt>
                <c:pt idx="13670">
                  <c:v>3.6748099999999999</c:v>
                </c:pt>
                <c:pt idx="13671">
                  <c:v>3.6751200000000002</c:v>
                </c:pt>
                <c:pt idx="13672">
                  <c:v>3.67543</c:v>
                </c:pt>
                <c:pt idx="13673">
                  <c:v>3.6757300000000002</c:v>
                </c:pt>
                <c:pt idx="13674">
                  <c:v>3.67604</c:v>
                </c:pt>
                <c:pt idx="13675">
                  <c:v>3.6763400000000002</c:v>
                </c:pt>
                <c:pt idx="13676">
                  <c:v>3.67665</c:v>
                </c:pt>
                <c:pt idx="13677">
                  <c:v>3.6769500000000002</c:v>
                </c:pt>
                <c:pt idx="13678">
                  <c:v>3.67726</c:v>
                </c:pt>
                <c:pt idx="13679">
                  <c:v>3.6775600000000002</c:v>
                </c:pt>
                <c:pt idx="13680">
                  <c:v>3.67787</c:v>
                </c:pt>
                <c:pt idx="13681">
                  <c:v>3.6781700000000002</c:v>
                </c:pt>
                <c:pt idx="13682">
                  <c:v>3.67848</c:v>
                </c:pt>
                <c:pt idx="13683">
                  <c:v>3.6787899999999998</c:v>
                </c:pt>
                <c:pt idx="13684">
                  <c:v>3.67909</c:v>
                </c:pt>
                <c:pt idx="13685">
                  <c:v>3.6793999999999998</c:v>
                </c:pt>
                <c:pt idx="13686">
                  <c:v>3.6797</c:v>
                </c:pt>
                <c:pt idx="13687">
                  <c:v>3.6800099999999998</c:v>
                </c:pt>
                <c:pt idx="13688">
                  <c:v>3.68031</c:v>
                </c:pt>
                <c:pt idx="13689">
                  <c:v>3.6806199999999998</c:v>
                </c:pt>
                <c:pt idx="13690">
                  <c:v>3.68092</c:v>
                </c:pt>
                <c:pt idx="13691">
                  <c:v>3.6812299999999998</c:v>
                </c:pt>
                <c:pt idx="13692">
                  <c:v>3.68153</c:v>
                </c:pt>
                <c:pt idx="13693">
                  <c:v>3.6818399999999998</c:v>
                </c:pt>
                <c:pt idx="13694">
                  <c:v>3.68214</c:v>
                </c:pt>
                <c:pt idx="13695">
                  <c:v>3.6824499999999998</c:v>
                </c:pt>
                <c:pt idx="13696">
                  <c:v>3.68276</c:v>
                </c:pt>
                <c:pt idx="13697">
                  <c:v>3.6830599999999998</c:v>
                </c:pt>
                <c:pt idx="13698">
                  <c:v>3.68337</c:v>
                </c:pt>
                <c:pt idx="13699">
                  <c:v>3.6836700000000002</c:v>
                </c:pt>
                <c:pt idx="13700">
                  <c:v>3.68398</c:v>
                </c:pt>
                <c:pt idx="13701">
                  <c:v>3.6842800000000002</c:v>
                </c:pt>
                <c:pt idx="13702">
                  <c:v>3.68459</c:v>
                </c:pt>
                <c:pt idx="13703">
                  <c:v>3.6848900000000002</c:v>
                </c:pt>
                <c:pt idx="13704">
                  <c:v>3.6852</c:v>
                </c:pt>
                <c:pt idx="13705">
                  <c:v>3.6855000000000002</c:v>
                </c:pt>
                <c:pt idx="13706">
                  <c:v>3.68581</c:v>
                </c:pt>
                <c:pt idx="13707">
                  <c:v>3.6861100000000002</c:v>
                </c:pt>
                <c:pt idx="13708">
                  <c:v>3.68642</c:v>
                </c:pt>
                <c:pt idx="13709">
                  <c:v>3.6867299999999998</c:v>
                </c:pt>
                <c:pt idx="13710">
                  <c:v>3.68703</c:v>
                </c:pt>
                <c:pt idx="13711">
                  <c:v>3.6873399999999998</c:v>
                </c:pt>
                <c:pt idx="13712">
                  <c:v>3.68764</c:v>
                </c:pt>
                <c:pt idx="13713">
                  <c:v>3.6879499999999998</c:v>
                </c:pt>
                <c:pt idx="13714">
                  <c:v>3.68825</c:v>
                </c:pt>
                <c:pt idx="13715">
                  <c:v>3.6885599999999998</c:v>
                </c:pt>
                <c:pt idx="13716">
                  <c:v>3.68886</c:v>
                </c:pt>
                <c:pt idx="13717">
                  <c:v>3.6891699999999998</c:v>
                </c:pt>
                <c:pt idx="13718">
                  <c:v>3.68947</c:v>
                </c:pt>
                <c:pt idx="13719">
                  <c:v>3.6897799999999998</c:v>
                </c:pt>
                <c:pt idx="13720">
                  <c:v>3.69008</c:v>
                </c:pt>
                <c:pt idx="13721">
                  <c:v>3.6903899999999998</c:v>
                </c:pt>
                <c:pt idx="13722">
                  <c:v>3.6907000000000001</c:v>
                </c:pt>
                <c:pt idx="13723">
                  <c:v>3.6909999999999998</c:v>
                </c:pt>
                <c:pt idx="13724">
                  <c:v>3.6913100000000001</c:v>
                </c:pt>
                <c:pt idx="13725">
                  <c:v>3.6916099999999998</c:v>
                </c:pt>
                <c:pt idx="13726">
                  <c:v>3.6919200000000001</c:v>
                </c:pt>
                <c:pt idx="13727">
                  <c:v>3.6922199999999998</c:v>
                </c:pt>
                <c:pt idx="13728">
                  <c:v>3.6925300000000001</c:v>
                </c:pt>
                <c:pt idx="13729">
                  <c:v>3.6928299999999998</c:v>
                </c:pt>
                <c:pt idx="13730">
                  <c:v>3.6931400000000001</c:v>
                </c:pt>
                <c:pt idx="13731">
                  <c:v>3.6934399999999998</c:v>
                </c:pt>
                <c:pt idx="13732">
                  <c:v>3.6937500000000001</c:v>
                </c:pt>
                <c:pt idx="13733">
                  <c:v>3.6940599999999999</c:v>
                </c:pt>
                <c:pt idx="13734">
                  <c:v>3.6943600000000001</c:v>
                </c:pt>
                <c:pt idx="13735">
                  <c:v>3.6946699999999999</c:v>
                </c:pt>
                <c:pt idx="13736">
                  <c:v>3.6949700000000001</c:v>
                </c:pt>
                <c:pt idx="13737">
                  <c:v>3.6952799999999999</c:v>
                </c:pt>
                <c:pt idx="13738">
                  <c:v>3.6955800000000001</c:v>
                </c:pt>
                <c:pt idx="13739">
                  <c:v>3.6958899999999999</c:v>
                </c:pt>
                <c:pt idx="13740">
                  <c:v>3.6961900000000001</c:v>
                </c:pt>
                <c:pt idx="13741">
                  <c:v>3.6964999999999999</c:v>
                </c:pt>
                <c:pt idx="13742">
                  <c:v>3.6968000000000001</c:v>
                </c:pt>
                <c:pt idx="13743">
                  <c:v>3.6971099999999999</c:v>
                </c:pt>
                <c:pt idx="13744">
                  <c:v>3.6974100000000001</c:v>
                </c:pt>
                <c:pt idx="13745">
                  <c:v>3.6977199999999999</c:v>
                </c:pt>
                <c:pt idx="13746">
                  <c:v>3.6980300000000002</c:v>
                </c:pt>
                <c:pt idx="13747">
                  <c:v>3.6983299999999999</c:v>
                </c:pt>
                <c:pt idx="13748">
                  <c:v>3.6986400000000001</c:v>
                </c:pt>
                <c:pt idx="13749">
                  <c:v>3.6989399999999999</c:v>
                </c:pt>
                <c:pt idx="13750">
                  <c:v>3.6992500000000001</c:v>
                </c:pt>
                <c:pt idx="13751">
                  <c:v>3.6995499999999999</c:v>
                </c:pt>
                <c:pt idx="13752">
                  <c:v>3.6998600000000001</c:v>
                </c:pt>
                <c:pt idx="13753">
                  <c:v>3.7001599999999999</c:v>
                </c:pt>
                <c:pt idx="13754">
                  <c:v>3.7004700000000001</c:v>
                </c:pt>
                <c:pt idx="13755">
                  <c:v>3.7007699999999999</c:v>
                </c:pt>
                <c:pt idx="13756">
                  <c:v>3.7010800000000001</c:v>
                </c:pt>
                <c:pt idx="13757">
                  <c:v>3.7013799999999999</c:v>
                </c:pt>
                <c:pt idx="13758">
                  <c:v>3.7016900000000001</c:v>
                </c:pt>
                <c:pt idx="13759">
                  <c:v>3.702</c:v>
                </c:pt>
                <c:pt idx="13760">
                  <c:v>3.7023000000000001</c:v>
                </c:pt>
                <c:pt idx="13761">
                  <c:v>3.70261</c:v>
                </c:pt>
                <c:pt idx="13762">
                  <c:v>3.7029100000000001</c:v>
                </c:pt>
                <c:pt idx="13763">
                  <c:v>3.70322</c:v>
                </c:pt>
                <c:pt idx="13764">
                  <c:v>3.7035200000000001</c:v>
                </c:pt>
                <c:pt idx="13765">
                  <c:v>3.70383</c:v>
                </c:pt>
                <c:pt idx="13766">
                  <c:v>3.7041300000000001</c:v>
                </c:pt>
                <c:pt idx="13767">
                  <c:v>3.70444</c:v>
                </c:pt>
                <c:pt idx="13768">
                  <c:v>3.7047400000000001</c:v>
                </c:pt>
                <c:pt idx="13769">
                  <c:v>3.70505</c:v>
                </c:pt>
                <c:pt idx="13770">
                  <c:v>3.7053500000000001</c:v>
                </c:pt>
                <c:pt idx="13771">
                  <c:v>3.70566</c:v>
                </c:pt>
                <c:pt idx="13772">
                  <c:v>3.7059700000000002</c:v>
                </c:pt>
                <c:pt idx="13773">
                  <c:v>3.70627</c:v>
                </c:pt>
                <c:pt idx="13774">
                  <c:v>3.7065800000000002</c:v>
                </c:pt>
                <c:pt idx="13775">
                  <c:v>3.70688</c:v>
                </c:pt>
                <c:pt idx="13776">
                  <c:v>3.7071900000000002</c:v>
                </c:pt>
                <c:pt idx="13777">
                  <c:v>3.70749</c:v>
                </c:pt>
                <c:pt idx="13778">
                  <c:v>3.7078000000000002</c:v>
                </c:pt>
                <c:pt idx="13779">
                  <c:v>3.7081</c:v>
                </c:pt>
                <c:pt idx="13780">
                  <c:v>3.7084100000000002</c:v>
                </c:pt>
                <c:pt idx="13781">
                  <c:v>3.70871</c:v>
                </c:pt>
                <c:pt idx="13782">
                  <c:v>3.7090200000000002</c:v>
                </c:pt>
                <c:pt idx="13783">
                  <c:v>3.70932</c:v>
                </c:pt>
                <c:pt idx="13784">
                  <c:v>3.7096300000000002</c:v>
                </c:pt>
                <c:pt idx="13785">
                  <c:v>3.70994</c:v>
                </c:pt>
                <c:pt idx="13786">
                  <c:v>3.7102400000000002</c:v>
                </c:pt>
                <c:pt idx="13787">
                  <c:v>3.71055</c:v>
                </c:pt>
                <c:pt idx="13788">
                  <c:v>3.7108500000000002</c:v>
                </c:pt>
                <c:pt idx="13789">
                  <c:v>3.71116</c:v>
                </c:pt>
                <c:pt idx="13790">
                  <c:v>3.7114600000000002</c:v>
                </c:pt>
                <c:pt idx="13791">
                  <c:v>3.71177</c:v>
                </c:pt>
                <c:pt idx="13792">
                  <c:v>3.7120700000000002</c:v>
                </c:pt>
                <c:pt idx="13793">
                  <c:v>3.71238</c:v>
                </c:pt>
                <c:pt idx="13794">
                  <c:v>3.7126800000000002</c:v>
                </c:pt>
                <c:pt idx="13795">
                  <c:v>3.71299</c:v>
                </c:pt>
                <c:pt idx="13796">
                  <c:v>3.7132999999999998</c:v>
                </c:pt>
                <c:pt idx="13797">
                  <c:v>3.7136</c:v>
                </c:pt>
                <c:pt idx="13798">
                  <c:v>3.7139099999999998</c:v>
                </c:pt>
                <c:pt idx="13799">
                  <c:v>3.71421</c:v>
                </c:pt>
                <c:pt idx="13800">
                  <c:v>3.7145199999999998</c:v>
                </c:pt>
                <c:pt idx="13801">
                  <c:v>3.71482</c:v>
                </c:pt>
                <c:pt idx="13802">
                  <c:v>3.7151299999999998</c:v>
                </c:pt>
                <c:pt idx="13803">
                  <c:v>3.71543</c:v>
                </c:pt>
                <c:pt idx="13804">
                  <c:v>3.7157399999999998</c:v>
                </c:pt>
                <c:pt idx="13805">
                  <c:v>3.71604</c:v>
                </c:pt>
                <c:pt idx="13806">
                  <c:v>3.7163499999999998</c:v>
                </c:pt>
                <c:pt idx="13807">
                  <c:v>3.71665</c:v>
                </c:pt>
                <c:pt idx="13808">
                  <c:v>3.7169599999999998</c:v>
                </c:pt>
                <c:pt idx="13809">
                  <c:v>3.7172700000000001</c:v>
                </c:pt>
                <c:pt idx="13810">
                  <c:v>3.7175699999999998</c:v>
                </c:pt>
                <c:pt idx="13811">
                  <c:v>3.7178800000000001</c:v>
                </c:pt>
                <c:pt idx="13812">
                  <c:v>3.7181799999999998</c:v>
                </c:pt>
                <c:pt idx="13813">
                  <c:v>3.7184900000000001</c:v>
                </c:pt>
                <c:pt idx="13814">
                  <c:v>3.7187899999999998</c:v>
                </c:pt>
                <c:pt idx="13815">
                  <c:v>3.7191000000000001</c:v>
                </c:pt>
                <c:pt idx="13816">
                  <c:v>3.7193999999999998</c:v>
                </c:pt>
                <c:pt idx="13817">
                  <c:v>3.7197100000000001</c:v>
                </c:pt>
                <c:pt idx="13818">
                  <c:v>3.7200099999999998</c:v>
                </c:pt>
                <c:pt idx="13819">
                  <c:v>3.7203200000000001</c:v>
                </c:pt>
                <c:pt idx="13820">
                  <c:v>3.7206199999999998</c:v>
                </c:pt>
                <c:pt idx="13821">
                  <c:v>3.7209300000000001</c:v>
                </c:pt>
                <c:pt idx="13822">
                  <c:v>3.7212399999999999</c:v>
                </c:pt>
                <c:pt idx="13823">
                  <c:v>3.7215400000000001</c:v>
                </c:pt>
                <c:pt idx="13824">
                  <c:v>3.7218499999999999</c:v>
                </c:pt>
                <c:pt idx="13825">
                  <c:v>3.7221500000000001</c:v>
                </c:pt>
                <c:pt idx="13826">
                  <c:v>3.7224599999999999</c:v>
                </c:pt>
                <c:pt idx="13827">
                  <c:v>3.7227600000000001</c:v>
                </c:pt>
                <c:pt idx="13828">
                  <c:v>3.7230699999999999</c:v>
                </c:pt>
                <c:pt idx="13829">
                  <c:v>3.7233700000000001</c:v>
                </c:pt>
                <c:pt idx="13830">
                  <c:v>3.7236799999999999</c:v>
                </c:pt>
                <c:pt idx="13831">
                  <c:v>3.7239800000000001</c:v>
                </c:pt>
                <c:pt idx="13832">
                  <c:v>3.7242899999999999</c:v>
                </c:pt>
                <c:pt idx="13833">
                  <c:v>3.7245900000000001</c:v>
                </c:pt>
                <c:pt idx="13834">
                  <c:v>3.7248999999999999</c:v>
                </c:pt>
                <c:pt idx="13835">
                  <c:v>3.7252100000000001</c:v>
                </c:pt>
                <c:pt idx="13836">
                  <c:v>3.7255099999999999</c:v>
                </c:pt>
                <c:pt idx="13837">
                  <c:v>3.7258200000000001</c:v>
                </c:pt>
                <c:pt idx="13838">
                  <c:v>3.7261199999999999</c:v>
                </c:pt>
                <c:pt idx="13839">
                  <c:v>3.7264300000000001</c:v>
                </c:pt>
                <c:pt idx="13840">
                  <c:v>3.7267299999999999</c:v>
                </c:pt>
                <c:pt idx="13841">
                  <c:v>3.7270400000000001</c:v>
                </c:pt>
                <c:pt idx="13842">
                  <c:v>3.7273399999999999</c:v>
                </c:pt>
                <c:pt idx="13843">
                  <c:v>3.7276500000000001</c:v>
                </c:pt>
                <c:pt idx="13844">
                  <c:v>3.7279499999999999</c:v>
                </c:pt>
                <c:pt idx="13845">
                  <c:v>3.7282600000000001</c:v>
                </c:pt>
                <c:pt idx="13846">
                  <c:v>3.7285599999999999</c:v>
                </c:pt>
                <c:pt idx="13847">
                  <c:v>3.7288700000000001</c:v>
                </c:pt>
                <c:pt idx="13848">
                  <c:v>3.7291799999999999</c:v>
                </c:pt>
                <c:pt idx="13849">
                  <c:v>3.7294800000000001</c:v>
                </c:pt>
                <c:pt idx="13850">
                  <c:v>3.7297899999999999</c:v>
                </c:pt>
                <c:pt idx="13851">
                  <c:v>3.7300900000000001</c:v>
                </c:pt>
                <c:pt idx="13852">
                  <c:v>3.7303999999999999</c:v>
                </c:pt>
                <c:pt idx="13853">
                  <c:v>3.7307000000000001</c:v>
                </c:pt>
                <c:pt idx="13854">
                  <c:v>3.7310099999999999</c:v>
                </c:pt>
                <c:pt idx="13855">
                  <c:v>3.7313100000000001</c:v>
                </c:pt>
                <c:pt idx="13856">
                  <c:v>3.7316199999999999</c:v>
                </c:pt>
                <c:pt idx="13857">
                  <c:v>3.7319200000000001</c:v>
                </c:pt>
                <c:pt idx="13858">
                  <c:v>3.7322299999999999</c:v>
                </c:pt>
                <c:pt idx="13859">
                  <c:v>3.7325400000000002</c:v>
                </c:pt>
                <c:pt idx="13860">
                  <c:v>3.7328399999999999</c:v>
                </c:pt>
                <c:pt idx="13861">
                  <c:v>3.7331500000000002</c:v>
                </c:pt>
                <c:pt idx="13862">
                  <c:v>3.7334499999999999</c:v>
                </c:pt>
                <c:pt idx="13863">
                  <c:v>3.7337600000000002</c:v>
                </c:pt>
                <c:pt idx="13864">
                  <c:v>3.7340599999999999</c:v>
                </c:pt>
                <c:pt idx="13865">
                  <c:v>3.7343700000000002</c:v>
                </c:pt>
                <c:pt idx="13866">
                  <c:v>3.7346699999999999</c:v>
                </c:pt>
                <c:pt idx="13867">
                  <c:v>3.7349800000000002</c:v>
                </c:pt>
                <c:pt idx="13868">
                  <c:v>3.7352799999999999</c:v>
                </c:pt>
                <c:pt idx="13869">
                  <c:v>3.7355900000000002</c:v>
                </c:pt>
                <c:pt idx="13870">
                  <c:v>3.7358899999999999</c:v>
                </c:pt>
                <c:pt idx="13871">
                  <c:v>3.7362000000000002</c:v>
                </c:pt>
                <c:pt idx="13872">
                  <c:v>3.73651</c:v>
                </c:pt>
                <c:pt idx="13873">
                  <c:v>3.7368100000000002</c:v>
                </c:pt>
                <c:pt idx="13874">
                  <c:v>3.73712</c:v>
                </c:pt>
                <c:pt idx="13875">
                  <c:v>3.7374200000000002</c:v>
                </c:pt>
                <c:pt idx="13876">
                  <c:v>3.73773</c:v>
                </c:pt>
                <c:pt idx="13877">
                  <c:v>3.7380300000000002</c:v>
                </c:pt>
                <c:pt idx="13878">
                  <c:v>3.73834</c:v>
                </c:pt>
                <c:pt idx="13879">
                  <c:v>3.7386400000000002</c:v>
                </c:pt>
                <c:pt idx="13880">
                  <c:v>3.73895</c:v>
                </c:pt>
                <c:pt idx="13881">
                  <c:v>3.7392500000000002</c:v>
                </c:pt>
                <c:pt idx="13882">
                  <c:v>3.73956</c:v>
                </c:pt>
                <c:pt idx="13883">
                  <c:v>3.7398600000000002</c:v>
                </c:pt>
                <c:pt idx="13884">
                  <c:v>3.74017</c:v>
                </c:pt>
                <c:pt idx="13885">
                  <c:v>3.7404799999999998</c:v>
                </c:pt>
                <c:pt idx="13886">
                  <c:v>3.74078</c:v>
                </c:pt>
                <c:pt idx="13887">
                  <c:v>3.7410899999999998</c:v>
                </c:pt>
                <c:pt idx="13888">
                  <c:v>3.74139</c:v>
                </c:pt>
                <c:pt idx="13889">
                  <c:v>3.7416999999999998</c:v>
                </c:pt>
                <c:pt idx="13890">
                  <c:v>3.742</c:v>
                </c:pt>
                <c:pt idx="13891">
                  <c:v>3.7423099999999998</c:v>
                </c:pt>
                <c:pt idx="13892">
                  <c:v>3.74261</c:v>
                </c:pt>
                <c:pt idx="13893">
                  <c:v>3.7429199999999998</c:v>
                </c:pt>
                <c:pt idx="13894">
                  <c:v>3.74322</c:v>
                </c:pt>
                <c:pt idx="13895">
                  <c:v>3.7435299999999998</c:v>
                </c:pt>
                <c:pt idx="13896">
                  <c:v>3.74383</c:v>
                </c:pt>
                <c:pt idx="13897">
                  <c:v>3.7441399999999998</c:v>
                </c:pt>
                <c:pt idx="13898">
                  <c:v>3.7444500000000001</c:v>
                </c:pt>
                <c:pt idx="13899">
                  <c:v>3.7447499999999998</c:v>
                </c:pt>
                <c:pt idx="13900">
                  <c:v>3.7450600000000001</c:v>
                </c:pt>
                <c:pt idx="13901">
                  <c:v>3.7453599999999998</c:v>
                </c:pt>
                <c:pt idx="13902">
                  <c:v>3.7456700000000001</c:v>
                </c:pt>
                <c:pt idx="13903">
                  <c:v>3.7459699999999998</c:v>
                </c:pt>
                <c:pt idx="13904">
                  <c:v>3.7462800000000001</c:v>
                </c:pt>
                <c:pt idx="13905">
                  <c:v>3.7465799999999998</c:v>
                </c:pt>
                <c:pt idx="13906">
                  <c:v>3.7468900000000001</c:v>
                </c:pt>
                <c:pt idx="13907">
                  <c:v>3.7471899999999998</c:v>
                </c:pt>
                <c:pt idx="13908">
                  <c:v>3.7475000000000001</c:v>
                </c:pt>
                <c:pt idx="13909">
                  <c:v>3.7478099999999999</c:v>
                </c:pt>
                <c:pt idx="13910">
                  <c:v>3.7481100000000001</c:v>
                </c:pt>
                <c:pt idx="13911">
                  <c:v>3.7484199999999999</c:v>
                </c:pt>
                <c:pt idx="13912">
                  <c:v>3.7487200000000001</c:v>
                </c:pt>
                <c:pt idx="13913">
                  <c:v>3.7490299999999999</c:v>
                </c:pt>
                <c:pt idx="13914">
                  <c:v>3.7493300000000001</c:v>
                </c:pt>
                <c:pt idx="13915">
                  <c:v>3.7496399999999999</c:v>
                </c:pt>
                <c:pt idx="13916">
                  <c:v>3.7499400000000001</c:v>
                </c:pt>
                <c:pt idx="13917">
                  <c:v>3.7502499999999999</c:v>
                </c:pt>
                <c:pt idx="13918">
                  <c:v>3.7505500000000001</c:v>
                </c:pt>
                <c:pt idx="13919">
                  <c:v>3.7508599999999999</c:v>
                </c:pt>
                <c:pt idx="13920">
                  <c:v>3.75116</c:v>
                </c:pt>
                <c:pt idx="13921">
                  <c:v>3.7514699999999999</c:v>
                </c:pt>
                <c:pt idx="13922">
                  <c:v>3.7517800000000001</c:v>
                </c:pt>
                <c:pt idx="13923">
                  <c:v>3.7520799999999999</c:v>
                </c:pt>
                <c:pt idx="13924">
                  <c:v>3.7523900000000001</c:v>
                </c:pt>
                <c:pt idx="13925">
                  <c:v>3.7526899999999999</c:v>
                </c:pt>
                <c:pt idx="13926">
                  <c:v>3.7530000000000001</c:v>
                </c:pt>
                <c:pt idx="13927">
                  <c:v>3.7532999999999999</c:v>
                </c:pt>
                <c:pt idx="13928">
                  <c:v>3.7536100000000001</c:v>
                </c:pt>
                <c:pt idx="13929">
                  <c:v>3.7539099999999999</c:v>
                </c:pt>
                <c:pt idx="13930">
                  <c:v>3.7542200000000001</c:v>
                </c:pt>
                <c:pt idx="13931">
                  <c:v>3.7545199999999999</c:v>
                </c:pt>
                <c:pt idx="13932">
                  <c:v>3.7548300000000001</c:v>
                </c:pt>
                <c:pt idx="13933">
                  <c:v>3.7551299999999999</c:v>
                </c:pt>
                <c:pt idx="13934">
                  <c:v>3.7554400000000001</c:v>
                </c:pt>
                <c:pt idx="13935">
                  <c:v>3.7557499999999999</c:v>
                </c:pt>
                <c:pt idx="13936">
                  <c:v>3.7560500000000001</c:v>
                </c:pt>
                <c:pt idx="13937">
                  <c:v>3.7563599999999999</c:v>
                </c:pt>
                <c:pt idx="13938">
                  <c:v>3.7566600000000001</c:v>
                </c:pt>
                <c:pt idx="13939">
                  <c:v>3.7569699999999999</c:v>
                </c:pt>
                <c:pt idx="13940">
                  <c:v>3.7572700000000001</c:v>
                </c:pt>
                <c:pt idx="13941">
                  <c:v>3.7575799999999999</c:v>
                </c:pt>
                <c:pt idx="13942">
                  <c:v>3.7578800000000001</c:v>
                </c:pt>
                <c:pt idx="13943">
                  <c:v>3.7581899999999999</c:v>
                </c:pt>
                <c:pt idx="13944">
                  <c:v>3.7584900000000001</c:v>
                </c:pt>
                <c:pt idx="13945">
                  <c:v>3.7587999999999999</c:v>
                </c:pt>
                <c:pt idx="13946">
                  <c:v>3.7591000000000001</c:v>
                </c:pt>
                <c:pt idx="13947">
                  <c:v>3.7594099999999999</c:v>
                </c:pt>
                <c:pt idx="13948">
                  <c:v>3.7597200000000002</c:v>
                </c:pt>
                <c:pt idx="13949">
                  <c:v>3.7600199999999999</c:v>
                </c:pt>
                <c:pt idx="13950">
                  <c:v>3.7603300000000002</c:v>
                </c:pt>
                <c:pt idx="13951">
                  <c:v>3.7606299999999999</c:v>
                </c:pt>
                <c:pt idx="13952">
                  <c:v>3.7609400000000002</c:v>
                </c:pt>
                <c:pt idx="13953">
                  <c:v>3.7612399999999999</c:v>
                </c:pt>
                <c:pt idx="13954">
                  <c:v>3.7615500000000002</c:v>
                </c:pt>
                <c:pt idx="13955">
                  <c:v>3.7618499999999999</c:v>
                </c:pt>
                <c:pt idx="13956">
                  <c:v>3.7621600000000002</c:v>
                </c:pt>
                <c:pt idx="13957">
                  <c:v>3.7624599999999999</c:v>
                </c:pt>
                <c:pt idx="13958">
                  <c:v>3.7627700000000002</c:v>
                </c:pt>
                <c:pt idx="13959">
                  <c:v>3.7630699999999999</c:v>
                </c:pt>
                <c:pt idx="13960">
                  <c:v>3.7633800000000002</c:v>
                </c:pt>
                <c:pt idx="13961">
                  <c:v>3.76369</c:v>
                </c:pt>
                <c:pt idx="13962">
                  <c:v>3.7639900000000002</c:v>
                </c:pt>
                <c:pt idx="13963">
                  <c:v>3.7643</c:v>
                </c:pt>
                <c:pt idx="13964">
                  <c:v>3.7646000000000002</c:v>
                </c:pt>
                <c:pt idx="13965">
                  <c:v>3.76491</c:v>
                </c:pt>
                <c:pt idx="13966">
                  <c:v>3.7652100000000002</c:v>
                </c:pt>
                <c:pt idx="13967">
                  <c:v>3.76552</c:v>
                </c:pt>
                <c:pt idx="13968">
                  <c:v>3.7658200000000002</c:v>
                </c:pt>
                <c:pt idx="13969">
                  <c:v>3.76613</c:v>
                </c:pt>
                <c:pt idx="13970">
                  <c:v>3.7664300000000002</c:v>
                </c:pt>
                <c:pt idx="13971">
                  <c:v>3.76674</c:v>
                </c:pt>
                <c:pt idx="13972">
                  <c:v>3.7670499999999998</c:v>
                </c:pt>
                <c:pt idx="13973">
                  <c:v>3.76735</c:v>
                </c:pt>
                <c:pt idx="13974">
                  <c:v>3.7676599999999998</c:v>
                </c:pt>
                <c:pt idx="13975">
                  <c:v>3.76796</c:v>
                </c:pt>
                <c:pt idx="13976">
                  <c:v>3.7682699999999998</c:v>
                </c:pt>
                <c:pt idx="13977">
                  <c:v>3.76857</c:v>
                </c:pt>
                <c:pt idx="13978">
                  <c:v>3.7688799999999998</c:v>
                </c:pt>
                <c:pt idx="13979">
                  <c:v>3.76918</c:v>
                </c:pt>
                <c:pt idx="13980">
                  <c:v>3.7694899999999998</c:v>
                </c:pt>
                <c:pt idx="13981">
                  <c:v>3.76979</c:v>
                </c:pt>
                <c:pt idx="13982">
                  <c:v>3.7700999999999998</c:v>
                </c:pt>
                <c:pt idx="13983">
                  <c:v>3.7704</c:v>
                </c:pt>
                <c:pt idx="13984">
                  <c:v>3.7707099999999998</c:v>
                </c:pt>
                <c:pt idx="13985">
                  <c:v>3.77102</c:v>
                </c:pt>
                <c:pt idx="13986">
                  <c:v>3.7713199999999998</c:v>
                </c:pt>
                <c:pt idx="13987">
                  <c:v>3.77163</c:v>
                </c:pt>
                <c:pt idx="13988">
                  <c:v>3.7719299999999998</c:v>
                </c:pt>
                <c:pt idx="13989">
                  <c:v>3.77224</c:v>
                </c:pt>
                <c:pt idx="13990">
                  <c:v>3.7725399999999998</c:v>
                </c:pt>
                <c:pt idx="13991">
                  <c:v>3.77285</c:v>
                </c:pt>
                <c:pt idx="13992">
                  <c:v>3.7731499999999998</c:v>
                </c:pt>
                <c:pt idx="13993">
                  <c:v>3.77346</c:v>
                </c:pt>
                <c:pt idx="13994">
                  <c:v>3.7737599999999998</c:v>
                </c:pt>
                <c:pt idx="13995">
                  <c:v>3.77407</c:v>
                </c:pt>
                <c:pt idx="13996">
                  <c:v>3.7743699999999998</c:v>
                </c:pt>
                <c:pt idx="13997">
                  <c:v>3.77468</c:v>
                </c:pt>
                <c:pt idx="13998">
                  <c:v>3.7749899999999998</c:v>
                </c:pt>
                <c:pt idx="13999">
                  <c:v>3.77529</c:v>
                </c:pt>
                <c:pt idx="14000">
                  <c:v>3.7755999999999998</c:v>
                </c:pt>
                <c:pt idx="14001">
                  <c:v>3.7759</c:v>
                </c:pt>
                <c:pt idx="14002">
                  <c:v>3.7762099999999998</c:v>
                </c:pt>
                <c:pt idx="14003">
                  <c:v>3.77651</c:v>
                </c:pt>
                <c:pt idx="14004">
                  <c:v>3.7768199999999998</c:v>
                </c:pt>
                <c:pt idx="14005">
                  <c:v>3.77712</c:v>
                </c:pt>
                <c:pt idx="14006">
                  <c:v>3.7774299999999998</c:v>
                </c:pt>
                <c:pt idx="14007">
                  <c:v>3.77773</c:v>
                </c:pt>
                <c:pt idx="14008">
                  <c:v>3.7780399999999998</c:v>
                </c:pt>
                <c:pt idx="14009">
                  <c:v>3.77834</c:v>
                </c:pt>
                <c:pt idx="14010">
                  <c:v>3.7786499999999998</c:v>
                </c:pt>
                <c:pt idx="14011">
                  <c:v>3.7789600000000001</c:v>
                </c:pt>
                <c:pt idx="14012">
                  <c:v>3.7792599999999998</c:v>
                </c:pt>
                <c:pt idx="14013">
                  <c:v>3.7795700000000001</c:v>
                </c:pt>
                <c:pt idx="14014">
                  <c:v>3.7798699999999998</c:v>
                </c:pt>
                <c:pt idx="14015">
                  <c:v>3.7801800000000001</c:v>
                </c:pt>
                <c:pt idx="14016">
                  <c:v>3.7804799999999998</c:v>
                </c:pt>
                <c:pt idx="14017">
                  <c:v>3.7807900000000001</c:v>
                </c:pt>
                <c:pt idx="14018">
                  <c:v>3.7810899999999998</c:v>
                </c:pt>
                <c:pt idx="14019">
                  <c:v>3.7814000000000001</c:v>
                </c:pt>
                <c:pt idx="14020">
                  <c:v>3.7816999999999998</c:v>
                </c:pt>
                <c:pt idx="14021">
                  <c:v>3.7820100000000001</c:v>
                </c:pt>
                <c:pt idx="14022">
                  <c:v>3.7823099999999998</c:v>
                </c:pt>
                <c:pt idx="14023">
                  <c:v>3.7826200000000001</c:v>
                </c:pt>
                <c:pt idx="14024">
                  <c:v>3.7829299999999999</c:v>
                </c:pt>
                <c:pt idx="14025">
                  <c:v>3.7832300000000001</c:v>
                </c:pt>
                <c:pt idx="14026">
                  <c:v>3.7835399999999999</c:v>
                </c:pt>
                <c:pt idx="14027">
                  <c:v>3.7838400000000001</c:v>
                </c:pt>
                <c:pt idx="14028">
                  <c:v>3.7841499999999999</c:v>
                </c:pt>
                <c:pt idx="14029">
                  <c:v>3.7844500000000001</c:v>
                </c:pt>
                <c:pt idx="14030">
                  <c:v>3.7847599999999999</c:v>
                </c:pt>
                <c:pt idx="14031">
                  <c:v>3.7850600000000001</c:v>
                </c:pt>
                <c:pt idx="14032">
                  <c:v>3.7853699999999999</c:v>
                </c:pt>
                <c:pt idx="14033">
                  <c:v>3.7856700000000001</c:v>
                </c:pt>
                <c:pt idx="14034">
                  <c:v>3.7859799999999999</c:v>
                </c:pt>
                <c:pt idx="14035">
                  <c:v>3.7862900000000002</c:v>
                </c:pt>
                <c:pt idx="14036">
                  <c:v>3.7865899999999999</c:v>
                </c:pt>
                <c:pt idx="14037">
                  <c:v>3.7869000000000002</c:v>
                </c:pt>
                <c:pt idx="14038">
                  <c:v>3.7871999999999999</c:v>
                </c:pt>
                <c:pt idx="14039">
                  <c:v>3.7875100000000002</c:v>
                </c:pt>
                <c:pt idx="14040">
                  <c:v>3.7878099999999999</c:v>
                </c:pt>
                <c:pt idx="14041">
                  <c:v>3.7881200000000002</c:v>
                </c:pt>
                <c:pt idx="14042">
                  <c:v>3.7884199999999999</c:v>
                </c:pt>
                <c:pt idx="14043">
                  <c:v>3.7887300000000002</c:v>
                </c:pt>
                <c:pt idx="14044">
                  <c:v>3.7890299999999999</c:v>
                </c:pt>
                <c:pt idx="14045">
                  <c:v>3.7893400000000002</c:v>
                </c:pt>
                <c:pt idx="14046">
                  <c:v>3.7896399999999999</c:v>
                </c:pt>
                <c:pt idx="14047">
                  <c:v>3.7899500000000002</c:v>
                </c:pt>
                <c:pt idx="14048">
                  <c:v>3.79026</c:v>
                </c:pt>
                <c:pt idx="14049">
                  <c:v>3.7905600000000002</c:v>
                </c:pt>
                <c:pt idx="14050">
                  <c:v>3.79087</c:v>
                </c:pt>
                <c:pt idx="14051">
                  <c:v>3.7911700000000002</c:v>
                </c:pt>
                <c:pt idx="14052">
                  <c:v>3.79148</c:v>
                </c:pt>
                <c:pt idx="14053">
                  <c:v>3.7917800000000002</c:v>
                </c:pt>
                <c:pt idx="14054">
                  <c:v>3.79209</c:v>
                </c:pt>
                <c:pt idx="14055">
                  <c:v>3.7923900000000001</c:v>
                </c:pt>
                <c:pt idx="14056">
                  <c:v>3.7927</c:v>
                </c:pt>
                <c:pt idx="14057">
                  <c:v>3.7930000000000001</c:v>
                </c:pt>
                <c:pt idx="14058">
                  <c:v>3.79331</c:v>
                </c:pt>
                <c:pt idx="14059">
                  <c:v>3.7936100000000001</c:v>
                </c:pt>
                <c:pt idx="14060">
                  <c:v>3.79392</c:v>
                </c:pt>
                <c:pt idx="14061">
                  <c:v>3.7942300000000002</c:v>
                </c:pt>
                <c:pt idx="14062">
                  <c:v>3.79453</c:v>
                </c:pt>
                <c:pt idx="14063">
                  <c:v>3.7948400000000002</c:v>
                </c:pt>
                <c:pt idx="14064">
                  <c:v>3.79514</c:v>
                </c:pt>
                <c:pt idx="14065">
                  <c:v>3.7954500000000002</c:v>
                </c:pt>
                <c:pt idx="14066">
                  <c:v>3.79575</c:v>
                </c:pt>
                <c:pt idx="14067">
                  <c:v>3.7960600000000002</c:v>
                </c:pt>
                <c:pt idx="14068">
                  <c:v>3.79636</c:v>
                </c:pt>
                <c:pt idx="14069">
                  <c:v>3.7966700000000002</c:v>
                </c:pt>
                <c:pt idx="14070">
                  <c:v>3.79697</c:v>
                </c:pt>
                <c:pt idx="14071">
                  <c:v>3.7972800000000002</c:v>
                </c:pt>
                <c:pt idx="14072">
                  <c:v>3.79758</c:v>
                </c:pt>
                <c:pt idx="14073">
                  <c:v>3.7978900000000002</c:v>
                </c:pt>
                <c:pt idx="14074">
                  <c:v>3.7982</c:v>
                </c:pt>
                <c:pt idx="14075">
                  <c:v>3.7985000000000002</c:v>
                </c:pt>
                <c:pt idx="14076">
                  <c:v>3.79881</c:v>
                </c:pt>
                <c:pt idx="14077">
                  <c:v>3.7991100000000002</c:v>
                </c:pt>
                <c:pt idx="14078">
                  <c:v>3.79942</c:v>
                </c:pt>
                <c:pt idx="14079">
                  <c:v>3.7997200000000002</c:v>
                </c:pt>
                <c:pt idx="14080">
                  <c:v>3.80003</c:v>
                </c:pt>
                <c:pt idx="14081">
                  <c:v>3.8003300000000002</c:v>
                </c:pt>
                <c:pt idx="14082">
                  <c:v>3.80064</c:v>
                </c:pt>
                <c:pt idx="14083">
                  <c:v>3.8009400000000002</c:v>
                </c:pt>
                <c:pt idx="14084">
                  <c:v>3.80125</c:v>
                </c:pt>
                <c:pt idx="14085">
                  <c:v>3.8015599999999998</c:v>
                </c:pt>
                <c:pt idx="14086">
                  <c:v>3.80186</c:v>
                </c:pt>
                <c:pt idx="14087">
                  <c:v>3.8021699999999998</c:v>
                </c:pt>
                <c:pt idx="14088">
                  <c:v>3.80247</c:v>
                </c:pt>
                <c:pt idx="14089">
                  <c:v>3.8027799999999998</c:v>
                </c:pt>
                <c:pt idx="14090">
                  <c:v>3.80308</c:v>
                </c:pt>
                <c:pt idx="14091">
                  <c:v>3.8033899999999998</c:v>
                </c:pt>
                <c:pt idx="14092">
                  <c:v>3.80369</c:v>
                </c:pt>
                <c:pt idx="14093">
                  <c:v>3.8039999999999998</c:v>
                </c:pt>
                <c:pt idx="14094">
                  <c:v>3.8043</c:v>
                </c:pt>
                <c:pt idx="14095">
                  <c:v>3.8046099999999998</c:v>
                </c:pt>
                <c:pt idx="14096">
                  <c:v>3.80491</c:v>
                </c:pt>
                <c:pt idx="14097">
                  <c:v>3.8052199999999998</c:v>
                </c:pt>
                <c:pt idx="14098">
                  <c:v>3.8055300000000001</c:v>
                </c:pt>
                <c:pt idx="14099">
                  <c:v>3.8058299999999998</c:v>
                </c:pt>
                <c:pt idx="14100">
                  <c:v>3.8061400000000001</c:v>
                </c:pt>
                <c:pt idx="14101">
                  <c:v>3.8064399999999998</c:v>
                </c:pt>
                <c:pt idx="14102">
                  <c:v>3.8067500000000001</c:v>
                </c:pt>
                <c:pt idx="14103">
                  <c:v>3.8070499999999998</c:v>
                </c:pt>
                <c:pt idx="14104">
                  <c:v>3.8073600000000001</c:v>
                </c:pt>
                <c:pt idx="14105">
                  <c:v>3.8076599999999998</c:v>
                </c:pt>
                <c:pt idx="14106">
                  <c:v>3.8079700000000001</c:v>
                </c:pt>
                <c:pt idx="14107">
                  <c:v>3.8082699999999998</c:v>
                </c:pt>
                <c:pt idx="14108">
                  <c:v>3.8085800000000001</c:v>
                </c:pt>
                <c:pt idx="14109">
                  <c:v>3.8088799999999998</c:v>
                </c:pt>
                <c:pt idx="14110">
                  <c:v>3.8091900000000001</c:v>
                </c:pt>
                <c:pt idx="14111">
                  <c:v>3.8094999999999999</c:v>
                </c:pt>
                <c:pt idx="14112">
                  <c:v>3.8098000000000001</c:v>
                </c:pt>
                <c:pt idx="14113">
                  <c:v>3.8101099999999999</c:v>
                </c:pt>
                <c:pt idx="14114">
                  <c:v>3.8104100000000001</c:v>
                </c:pt>
                <c:pt idx="14115">
                  <c:v>3.8107199999999999</c:v>
                </c:pt>
                <c:pt idx="14116">
                  <c:v>3.8110200000000001</c:v>
                </c:pt>
                <c:pt idx="14117">
                  <c:v>3.8113299999999999</c:v>
                </c:pt>
                <c:pt idx="14118">
                  <c:v>3.8116300000000001</c:v>
                </c:pt>
                <c:pt idx="14119">
                  <c:v>3.8119399999999999</c:v>
                </c:pt>
                <c:pt idx="14120">
                  <c:v>3.8122400000000001</c:v>
                </c:pt>
                <c:pt idx="14121">
                  <c:v>3.8125499999999999</c:v>
                </c:pt>
                <c:pt idx="14122">
                  <c:v>3.8128500000000001</c:v>
                </c:pt>
                <c:pt idx="14123">
                  <c:v>3.8131599999999999</c:v>
                </c:pt>
                <c:pt idx="14124">
                  <c:v>3.8134700000000001</c:v>
                </c:pt>
                <c:pt idx="14125">
                  <c:v>3.8137699999999999</c:v>
                </c:pt>
                <c:pt idx="14126">
                  <c:v>3.8140800000000001</c:v>
                </c:pt>
                <c:pt idx="14127">
                  <c:v>3.8143799999999999</c:v>
                </c:pt>
                <c:pt idx="14128">
                  <c:v>3.8146900000000001</c:v>
                </c:pt>
                <c:pt idx="14129">
                  <c:v>3.8149899999999999</c:v>
                </c:pt>
                <c:pt idx="14130">
                  <c:v>3.8153000000000001</c:v>
                </c:pt>
                <c:pt idx="14131">
                  <c:v>3.8155999999999999</c:v>
                </c:pt>
                <c:pt idx="14132">
                  <c:v>3.8159100000000001</c:v>
                </c:pt>
                <c:pt idx="14133">
                  <c:v>3.8162099999999999</c:v>
                </c:pt>
                <c:pt idx="14134">
                  <c:v>3.8165200000000001</c:v>
                </c:pt>
                <c:pt idx="14135">
                  <c:v>3.8168199999999999</c:v>
                </c:pt>
                <c:pt idx="14136">
                  <c:v>3.8171300000000001</c:v>
                </c:pt>
                <c:pt idx="14137">
                  <c:v>3.8174399999999999</c:v>
                </c:pt>
                <c:pt idx="14138">
                  <c:v>3.8177400000000001</c:v>
                </c:pt>
                <c:pt idx="14139">
                  <c:v>3.8180499999999999</c:v>
                </c:pt>
                <c:pt idx="14140">
                  <c:v>3.8183500000000001</c:v>
                </c:pt>
                <c:pt idx="14141">
                  <c:v>3.8186599999999999</c:v>
                </c:pt>
                <c:pt idx="14142">
                  <c:v>3.8189600000000001</c:v>
                </c:pt>
                <c:pt idx="14143">
                  <c:v>3.8192699999999999</c:v>
                </c:pt>
                <c:pt idx="14144">
                  <c:v>3.8195700000000001</c:v>
                </c:pt>
                <c:pt idx="14145">
                  <c:v>3.8198799999999999</c:v>
                </c:pt>
                <c:pt idx="14146">
                  <c:v>3.8201800000000001</c:v>
                </c:pt>
                <c:pt idx="14147">
                  <c:v>3.8204899999999999</c:v>
                </c:pt>
                <c:pt idx="14148">
                  <c:v>3.8208000000000002</c:v>
                </c:pt>
                <c:pt idx="14149">
                  <c:v>3.8210999999999999</c:v>
                </c:pt>
                <c:pt idx="14150">
                  <c:v>3.8214100000000002</c:v>
                </c:pt>
                <c:pt idx="14151">
                  <c:v>3.8217099999999999</c:v>
                </c:pt>
                <c:pt idx="14152">
                  <c:v>3.8220200000000002</c:v>
                </c:pt>
                <c:pt idx="14153">
                  <c:v>3.8223199999999999</c:v>
                </c:pt>
                <c:pt idx="14154">
                  <c:v>3.8226300000000002</c:v>
                </c:pt>
                <c:pt idx="14155">
                  <c:v>3.8229299999999999</c:v>
                </c:pt>
                <c:pt idx="14156">
                  <c:v>3.8232400000000002</c:v>
                </c:pt>
                <c:pt idx="14157">
                  <c:v>3.8235399999999999</c:v>
                </c:pt>
                <c:pt idx="14158">
                  <c:v>3.8238500000000002</c:v>
                </c:pt>
                <c:pt idx="14159">
                  <c:v>3.8241499999999999</c:v>
                </c:pt>
                <c:pt idx="14160">
                  <c:v>3.8244600000000002</c:v>
                </c:pt>
                <c:pt idx="14161">
                  <c:v>3.82477</c:v>
                </c:pt>
                <c:pt idx="14162">
                  <c:v>3.8250700000000002</c:v>
                </c:pt>
                <c:pt idx="14163">
                  <c:v>3.82538</c:v>
                </c:pt>
                <c:pt idx="14164">
                  <c:v>3.8256800000000002</c:v>
                </c:pt>
                <c:pt idx="14165">
                  <c:v>3.82599</c:v>
                </c:pt>
                <c:pt idx="14166">
                  <c:v>3.8262900000000002</c:v>
                </c:pt>
                <c:pt idx="14167">
                  <c:v>3.8266</c:v>
                </c:pt>
                <c:pt idx="14168">
                  <c:v>3.8269000000000002</c:v>
                </c:pt>
                <c:pt idx="14169">
                  <c:v>3.82721</c:v>
                </c:pt>
                <c:pt idx="14170">
                  <c:v>3.8275100000000002</c:v>
                </c:pt>
                <c:pt idx="14171">
                  <c:v>3.82782</c:v>
                </c:pt>
                <c:pt idx="14172">
                  <c:v>3.8281200000000002</c:v>
                </c:pt>
                <c:pt idx="14173">
                  <c:v>3.82843</c:v>
                </c:pt>
                <c:pt idx="14174">
                  <c:v>3.8287399999999998</c:v>
                </c:pt>
                <c:pt idx="14175">
                  <c:v>3.82904</c:v>
                </c:pt>
                <c:pt idx="14176">
                  <c:v>3.8293499999999998</c:v>
                </c:pt>
                <c:pt idx="14177">
                  <c:v>3.82965</c:v>
                </c:pt>
                <c:pt idx="14178">
                  <c:v>3.8299599999999998</c:v>
                </c:pt>
                <c:pt idx="14179">
                  <c:v>3.83026</c:v>
                </c:pt>
                <c:pt idx="14180">
                  <c:v>3.8305699999999998</c:v>
                </c:pt>
                <c:pt idx="14181">
                  <c:v>3.83087</c:v>
                </c:pt>
                <c:pt idx="14182">
                  <c:v>3.8311799999999998</c:v>
                </c:pt>
                <c:pt idx="14183">
                  <c:v>3.83148</c:v>
                </c:pt>
                <c:pt idx="14184">
                  <c:v>3.8317899999999998</c:v>
                </c:pt>
                <c:pt idx="14185">
                  <c:v>3.83209</c:v>
                </c:pt>
                <c:pt idx="14186">
                  <c:v>3.8323999999999998</c:v>
                </c:pt>
                <c:pt idx="14187">
                  <c:v>3.8327100000000001</c:v>
                </c:pt>
                <c:pt idx="14188">
                  <c:v>3.8330099999999998</c:v>
                </c:pt>
                <c:pt idx="14189">
                  <c:v>3.8333200000000001</c:v>
                </c:pt>
                <c:pt idx="14190">
                  <c:v>3.8336199999999998</c:v>
                </c:pt>
                <c:pt idx="14191">
                  <c:v>3.8339300000000001</c:v>
                </c:pt>
                <c:pt idx="14192">
                  <c:v>3.8342299999999998</c:v>
                </c:pt>
                <c:pt idx="14193">
                  <c:v>3.8345400000000001</c:v>
                </c:pt>
                <c:pt idx="14194">
                  <c:v>3.8348399999999998</c:v>
                </c:pt>
                <c:pt idx="14195">
                  <c:v>3.8351500000000001</c:v>
                </c:pt>
                <c:pt idx="14196">
                  <c:v>3.8354499999999998</c:v>
                </c:pt>
                <c:pt idx="14197">
                  <c:v>3.8357600000000001</c:v>
                </c:pt>
                <c:pt idx="14198">
                  <c:v>3.8360599999999998</c:v>
                </c:pt>
                <c:pt idx="14199">
                  <c:v>3.8363700000000001</c:v>
                </c:pt>
                <c:pt idx="14200">
                  <c:v>3.8366799999999999</c:v>
                </c:pt>
                <c:pt idx="14201">
                  <c:v>3.8369800000000001</c:v>
                </c:pt>
                <c:pt idx="14202">
                  <c:v>3.8372899999999999</c:v>
                </c:pt>
                <c:pt idx="14203">
                  <c:v>3.8375900000000001</c:v>
                </c:pt>
                <c:pt idx="14204">
                  <c:v>3.8378999999999999</c:v>
                </c:pt>
                <c:pt idx="14205">
                  <c:v>3.8382000000000001</c:v>
                </c:pt>
                <c:pt idx="14206">
                  <c:v>3.8385099999999999</c:v>
                </c:pt>
                <c:pt idx="14207">
                  <c:v>3.8388100000000001</c:v>
                </c:pt>
                <c:pt idx="14208">
                  <c:v>3.8391199999999999</c:v>
                </c:pt>
                <c:pt idx="14209">
                  <c:v>3.8394200000000001</c:v>
                </c:pt>
                <c:pt idx="14210">
                  <c:v>3.8397299999999999</c:v>
                </c:pt>
                <c:pt idx="14211">
                  <c:v>3.8400400000000001</c:v>
                </c:pt>
                <c:pt idx="14212">
                  <c:v>3.8403399999999999</c:v>
                </c:pt>
                <c:pt idx="14213">
                  <c:v>3.8406500000000001</c:v>
                </c:pt>
                <c:pt idx="14214">
                  <c:v>3.8409499999999999</c:v>
                </c:pt>
                <c:pt idx="14215">
                  <c:v>3.8412600000000001</c:v>
                </c:pt>
                <c:pt idx="14216">
                  <c:v>3.8415599999999999</c:v>
                </c:pt>
                <c:pt idx="14217">
                  <c:v>3.8418700000000001</c:v>
                </c:pt>
                <c:pt idx="14218">
                  <c:v>3.8421699999999999</c:v>
                </c:pt>
                <c:pt idx="14219">
                  <c:v>3.8424800000000001</c:v>
                </c:pt>
                <c:pt idx="14220">
                  <c:v>3.8427799999999999</c:v>
                </c:pt>
                <c:pt idx="14221">
                  <c:v>3.8430900000000001</c:v>
                </c:pt>
                <c:pt idx="14222">
                  <c:v>3.8433899999999999</c:v>
                </c:pt>
                <c:pt idx="14223">
                  <c:v>3.8437000000000001</c:v>
                </c:pt>
                <c:pt idx="14224">
                  <c:v>3.8440099999999999</c:v>
                </c:pt>
                <c:pt idx="14225">
                  <c:v>3.8443100000000001</c:v>
                </c:pt>
                <c:pt idx="14226">
                  <c:v>3.8446199999999999</c:v>
                </c:pt>
                <c:pt idx="14227">
                  <c:v>3.8449200000000001</c:v>
                </c:pt>
                <c:pt idx="14228">
                  <c:v>3.8452299999999999</c:v>
                </c:pt>
                <c:pt idx="14229">
                  <c:v>3.8455300000000001</c:v>
                </c:pt>
                <c:pt idx="14230">
                  <c:v>3.8458399999999999</c:v>
                </c:pt>
                <c:pt idx="14231">
                  <c:v>3.8461400000000001</c:v>
                </c:pt>
                <c:pt idx="14232">
                  <c:v>3.8464499999999999</c:v>
                </c:pt>
                <c:pt idx="14233">
                  <c:v>3.8467500000000001</c:v>
                </c:pt>
                <c:pt idx="14234">
                  <c:v>3.8470599999999999</c:v>
                </c:pt>
                <c:pt idx="14235">
                  <c:v>3.8473600000000001</c:v>
                </c:pt>
                <c:pt idx="14236">
                  <c:v>3.8476699999999999</c:v>
                </c:pt>
                <c:pt idx="14237">
                  <c:v>3.8479800000000002</c:v>
                </c:pt>
                <c:pt idx="14238">
                  <c:v>3.8482799999999999</c:v>
                </c:pt>
                <c:pt idx="14239">
                  <c:v>3.8485900000000002</c:v>
                </c:pt>
                <c:pt idx="14240">
                  <c:v>3.8488899999999999</c:v>
                </c:pt>
                <c:pt idx="14241">
                  <c:v>3.8492000000000002</c:v>
                </c:pt>
                <c:pt idx="14242">
                  <c:v>3.8494999999999999</c:v>
                </c:pt>
                <c:pt idx="14243">
                  <c:v>3.8498100000000002</c:v>
                </c:pt>
                <c:pt idx="14244">
                  <c:v>3.8501099999999999</c:v>
                </c:pt>
                <c:pt idx="14245">
                  <c:v>3.8504200000000002</c:v>
                </c:pt>
                <c:pt idx="14246">
                  <c:v>3.8507199999999999</c:v>
                </c:pt>
                <c:pt idx="14247">
                  <c:v>3.8510300000000002</c:v>
                </c:pt>
                <c:pt idx="14248">
                  <c:v>3.8513299999999999</c:v>
                </c:pt>
                <c:pt idx="14249">
                  <c:v>3.8516400000000002</c:v>
                </c:pt>
                <c:pt idx="14250">
                  <c:v>3.85195</c:v>
                </c:pt>
                <c:pt idx="14251">
                  <c:v>3.8522500000000002</c:v>
                </c:pt>
                <c:pt idx="14252">
                  <c:v>3.85256</c:v>
                </c:pt>
                <c:pt idx="14253">
                  <c:v>3.8528600000000002</c:v>
                </c:pt>
                <c:pt idx="14254">
                  <c:v>3.85317</c:v>
                </c:pt>
                <c:pt idx="14255">
                  <c:v>3.8534700000000002</c:v>
                </c:pt>
                <c:pt idx="14256">
                  <c:v>3.85378</c:v>
                </c:pt>
                <c:pt idx="14257">
                  <c:v>3.8540800000000002</c:v>
                </c:pt>
                <c:pt idx="14258">
                  <c:v>3.85439</c:v>
                </c:pt>
                <c:pt idx="14259">
                  <c:v>3.8546900000000002</c:v>
                </c:pt>
                <c:pt idx="14260">
                  <c:v>3.855</c:v>
                </c:pt>
                <c:pt idx="14261">
                  <c:v>3.8553000000000002</c:v>
                </c:pt>
                <c:pt idx="14262">
                  <c:v>3.85561</c:v>
                </c:pt>
                <c:pt idx="14263">
                  <c:v>3.8559199999999998</c:v>
                </c:pt>
                <c:pt idx="14264">
                  <c:v>3.85622</c:v>
                </c:pt>
                <c:pt idx="14265">
                  <c:v>3.8565299999999998</c:v>
                </c:pt>
                <c:pt idx="14266">
                  <c:v>3.85683</c:v>
                </c:pt>
                <c:pt idx="14267">
                  <c:v>3.8571399999999998</c:v>
                </c:pt>
                <c:pt idx="14268">
                  <c:v>3.85744</c:v>
                </c:pt>
                <c:pt idx="14269">
                  <c:v>3.8577499999999998</c:v>
                </c:pt>
                <c:pt idx="14270">
                  <c:v>3.85805</c:v>
                </c:pt>
                <c:pt idx="14271">
                  <c:v>3.8583599999999998</c:v>
                </c:pt>
                <c:pt idx="14272">
                  <c:v>3.85866</c:v>
                </c:pt>
                <c:pt idx="14273">
                  <c:v>3.8589699999999998</c:v>
                </c:pt>
                <c:pt idx="14274">
                  <c:v>3.85928</c:v>
                </c:pt>
                <c:pt idx="14275">
                  <c:v>3.8595799999999998</c:v>
                </c:pt>
                <c:pt idx="14276">
                  <c:v>3.85989</c:v>
                </c:pt>
                <c:pt idx="14277">
                  <c:v>3.8601899999999998</c:v>
                </c:pt>
                <c:pt idx="14278">
                  <c:v>3.8605</c:v>
                </c:pt>
                <c:pt idx="14279">
                  <c:v>3.8607999999999998</c:v>
                </c:pt>
                <c:pt idx="14280">
                  <c:v>3.86111</c:v>
                </c:pt>
                <c:pt idx="14281">
                  <c:v>3.8614099999999998</c:v>
                </c:pt>
                <c:pt idx="14282">
                  <c:v>3.86172</c:v>
                </c:pt>
                <c:pt idx="14283">
                  <c:v>3.8620199999999998</c:v>
                </c:pt>
                <c:pt idx="14284">
                  <c:v>3.86233</c:v>
                </c:pt>
                <c:pt idx="14285">
                  <c:v>3.8626299999999998</c:v>
                </c:pt>
                <c:pt idx="14286">
                  <c:v>3.86294</c:v>
                </c:pt>
                <c:pt idx="14287">
                  <c:v>3.8632499999999999</c:v>
                </c:pt>
                <c:pt idx="14288">
                  <c:v>3.86355</c:v>
                </c:pt>
                <c:pt idx="14289">
                  <c:v>3.8638599999999999</c:v>
                </c:pt>
                <c:pt idx="14290">
                  <c:v>3.86416</c:v>
                </c:pt>
                <c:pt idx="14291">
                  <c:v>3.8644699999999998</c:v>
                </c:pt>
                <c:pt idx="14292">
                  <c:v>3.86477</c:v>
                </c:pt>
                <c:pt idx="14293">
                  <c:v>3.8650799999999998</c:v>
                </c:pt>
                <c:pt idx="14294">
                  <c:v>3.86538</c:v>
                </c:pt>
                <c:pt idx="14295">
                  <c:v>3.8656899999999998</c:v>
                </c:pt>
                <c:pt idx="14296">
                  <c:v>3.86599</c:v>
                </c:pt>
                <c:pt idx="14297">
                  <c:v>3.8662999999999998</c:v>
                </c:pt>
                <c:pt idx="14298">
                  <c:v>3.8666</c:v>
                </c:pt>
                <c:pt idx="14299">
                  <c:v>3.8669099999999998</c:v>
                </c:pt>
                <c:pt idx="14300">
                  <c:v>3.8672200000000001</c:v>
                </c:pt>
                <c:pt idx="14301">
                  <c:v>3.8675199999999998</c:v>
                </c:pt>
                <c:pt idx="14302">
                  <c:v>3.8678300000000001</c:v>
                </c:pt>
                <c:pt idx="14303">
                  <c:v>3.8681299999999998</c:v>
                </c:pt>
                <c:pt idx="14304">
                  <c:v>3.8684400000000001</c:v>
                </c:pt>
                <c:pt idx="14305">
                  <c:v>3.8687399999999998</c:v>
                </c:pt>
                <c:pt idx="14306">
                  <c:v>3.8690500000000001</c:v>
                </c:pt>
                <c:pt idx="14307">
                  <c:v>3.8693499999999998</c:v>
                </c:pt>
                <c:pt idx="14308">
                  <c:v>3.8696600000000001</c:v>
                </c:pt>
                <c:pt idx="14309">
                  <c:v>3.8699599999999998</c:v>
                </c:pt>
                <c:pt idx="14310">
                  <c:v>3.8702700000000001</c:v>
                </c:pt>
                <c:pt idx="14311">
                  <c:v>3.8705699999999998</c:v>
                </c:pt>
                <c:pt idx="14312">
                  <c:v>3.8708800000000001</c:v>
                </c:pt>
                <c:pt idx="14313">
                  <c:v>3.8711899999999999</c:v>
                </c:pt>
                <c:pt idx="14314">
                  <c:v>3.8714900000000001</c:v>
                </c:pt>
                <c:pt idx="14315">
                  <c:v>3.8717999999999999</c:v>
                </c:pt>
                <c:pt idx="14316">
                  <c:v>3.8721000000000001</c:v>
                </c:pt>
                <c:pt idx="14317">
                  <c:v>3.8724099999999999</c:v>
                </c:pt>
                <c:pt idx="14318">
                  <c:v>3.8727100000000001</c:v>
                </c:pt>
                <c:pt idx="14319">
                  <c:v>3.8730199999999999</c:v>
                </c:pt>
                <c:pt idx="14320">
                  <c:v>3.8733200000000001</c:v>
                </c:pt>
                <c:pt idx="14321">
                  <c:v>3.8736299999999999</c:v>
                </c:pt>
                <c:pt idx="14322">
                  <c:v>3.8739300000000001</c:v>
                </c:pt>
                <c:pt idx="14323">
                  <c:v>3.8742399999999999</c:v>
                </c:pt>
                <c:pt idx="14324">
                  <c:v>3.8745500000000002</c:v>
                </c:pt>
                <c:pt idx="14325">
                  <c:v>3.8748499999999999</c:v>
                </c:pt>
                <c:pt idx="14326">
                  <c:v>3.8751600000000002</c:v>
                </c:pt>
                <c:pt idx="14327">
                  <c:v>3.8754599999999999</c:v>
                </c:pt>
                <c:pt idx="14328">
                  <c:v>3.8757700000000002</c:v>
                </c:pt>
                <c:pt idx="14329">
                  <c:v>3.8760699999999999</c:v>
                </c:pt>
                <c:pt idx="14330">
                  <c:v>3.8763800000000002</c:v>
                </c:pt>
                <c:pt idx="14331">
                  <c:v>3.8766799999999999</c:v>
                </c:pt>
                <c:pt idx="14332">
                  <c:v>3.8769900000000002</c:v>
                </c:pt>
                <c:pt idx="14333">
                  <c:v>3.8772899999999999</c:v>
                </c:pt>
                <c:pt idx="14334">
                  <c:v>3.8776000000000002</c:v>
                </c:pt>
                <c:pt idx="14335">
                  <c:v>3.8778999999999999</c:v>
                </c:pt>
                <c:pt idx="14336">
                  <c:v>3.8782100000000002</c:v>
                </c:pt>
                <c:pt idx="14337">
                  <c:v>3.87852</c:v>
                </c:pt>
                <c:pt idx="14338">
                  <c:v>3.8788200000000002</c:v>
                </c:pt>
                <c:pt idx="14339">
                  <c:v>3.87913</c:v>
                </c:pt>
                <c:pt idx="14340">
                  <c:v>3.8794300000000002</c:v>
                </c:pt>
                <c:pt idx="14341">
                  <c:v>3.87974</c:v>
                </c:pt>
                <c:pt idx="14342">
                  <c:v>3.8800400000000002</c:v>
                </c:pt>
                <c:pt idx="14343">
                  <c:v>3.88035</c:v>
                </c:pt>
                <c:pt idx="14344">
                  <c:v>3.8806500000000002</c:v>
                </c:pt>
                <c:pt idx="14345">
                  <c:v>3.88096</c:v>
                </c:pt>
                <c:pt idx="14346">
                  <c:v>3.8812600000000002</c:v>
                </c:pt>
                <c:pt idx="14347">
                  <c:v>3.88157</c:v>
                </c:pt>
                <c:pt idx="14348">
                  <c:v>3.8818700000000002</c:v>
                </c:pt>
                <c:pt idx="14349">
                  <c:v>3.88218</c:v>
                </c:pt>
                <c:pt idx="14350">
                  <c:v>3.8824900000000002</c:v>
                </c:pt>
                <c:pt idx="14351">
                  <c:v>3.88279</c:v>
                </c:pt>
                <c:pt idx="14352">
                  <c:v>3.8831000000000002</c:v>
                </c:pt>
                <c:pt idx="14353">
                  <c:v>3.8834</c:v>
                </c:pt>
                <c:pt idx="14354">
                  <c:v>3.8837100000000002</c:v>
                </c:pt>
                <c:pt idx="14355">
                  <c:v>3.88401</c:v>
                </c:pt>
                <c:pt idx="14356">
                  <c:v>3.8843200000000002</c:v>
                </c:pt>
                <c:pt idx="14357">
                  <c:v>3.88462</c:v>
                </c:pt>
                <c:pt idx="14358">
                  <c:v>3.8849300000000002</c:v>
                </c:pt>
                <c:pt idx="14359">
                  <c:v>3.88523</c:v>
                </c:pt>
                <c:pt idx="14360">
                  <c:v>3.8855400000000002</c:v>
                </c:pt>
                <c:pt idx="14361">
                  <c:v>3.88584</c:v>
                </c:pt>
                <c:pt idx="14362">
                  <c:v>3.8861500000000002</c:v>
                </c:pt>
                <c:pt idx="14363">
                  <c:v>3.88646</c:v>
                </c:pt>
                <c:pt idx="14364">
                  <c:v>3.8867600000000002</c:v>
                </c:pt>
                <c:pt idx="14365">
                  <c:v>3.88707</c:v>
                </c:pt>
                <c:pt idx="14366">
                  <c:v>3.8873700000000002</c:v>
                </c:pt>
                <c:pt idx="14367">
                  <c:v>3.88768</c:v>
                </c:pt>
                <c:pt idx="14368">
                  <c:v>3.8879800000000002</c:v>
                </c:pt>
                <c:pt idx="14369">
                  <c:v>3.88829</c:v>
                </c:pt>
                <c:pt idx="14370">
                  <c:v>3.8885900000000002</c:v>
                </c:pt>
                <c:pt idx="14371">
                  <c:v>3.8889</c:v>
                </c:pt>
                <c:pt idx="14372">
                  <c:v>3.8892000000000002</c:v>
                </c:pt>
                <c:pt idx="14373">
                  <c:v>3.88951</c:v>
                </c:pt>
                <c:pt idx="14374">
                  <c:v>3.8898100000000002</c:v>
                </c:pt>
                <c:pt idx="14375">
                  <c:v>3.89012</c:v>
                </c:pt>
                <c:pt idx="14376">
                  <c:v>3.8904299999999998</c:v>
                </c:pt>
                <c:pt idx="14377">
                  <c:v>3.89073</c:v>
                </c:pt>
                <c:pt idx="14378">
                  <c:v>3.8910399999999998</c:v>
                </c:pt>
                <c:pt idx="14379">
                  <c:v>3.89134</c:v>
                </c:pt>
                <c:pt idx="14380">
                  <c:v>3.8916499999999998</c:v>
                </c:pt>
                <c:pt idx="14381">
                  <c:v>3.89195</c:v>
                </c:pt>
                <c:pt idx="14382">
                  <c:v>3.8922599999999998</c:v>
                </c:pt>
                <c:pt idx="14383">
                  <c:v>3.89256</c:v>
                </c:pt>
                <c:pt idx="14384">
                  <c:v>3.8928699999999998</c:v>
                </c:pt>
                <c:pt idx="14385">
                  <c:v>3.89317</c:v>
                </c:pt>
                <c:pt idx="14386">
                  <c:v>3.8934799999999998</c:v>
                </c:pt>
                <c:pt idx="14387">
                  <c:v>3.8937900000000001</c:v>
                </c:pt>
                <c:pt idx="14388">
                  <c:v>3.8940899999999998</c:v>
                </c:pt>
                <c:pt idx="14389">
                  <c:v>3.8944000000000001</c:v>
                </c:pt>
                <c:pt idx="14390">
                  <c:v>3.8946999999999998</c:v>
                </c:pt>
                <c:pt idx="14391">
                  <c:v>3.8950100000000001</c:v>
                </c:pt>
                <c:pt idx="14392">
                  <c:v>3.8953099999999998</c:v>
                </c:pt>
                <c:pt idx="14393">
                  <c:v>3.8956200000000001</c:v>
                </c:pt>
                <c:pt idx="14394">
                  <c:v>3.8959199999999998</c:v>
                </c:pt>
                <c:pt idx="14395">
                  <c:v>3.8962300000000001</c:v>
                </c:pt>
                <c:pt idx="14396">
                  <c:v>3.8965299999999998</c:v>
                </c:pt>
                <c:pt idx="14397">
                  <c:v>3.8968400000000001</c:v>
                </c:pt>
                <c:pt idx="14398">
                  <c:v>3.8971399999999998</c:v>
                </c:pt>
                <c:pt idx="14399">
                  <c:v>3.8974500000000001</c:v>
                </c:pt>
                <c:pt idx="14400">
                  <c:v>3.8977599999999999</c:v>
                </c:pt>
                <c:pt idx="14401">
                  <c:v>3.8980600000000001</c:v>
                </c:pt>
                <c:pt idx="14402">
                  <c:v>3.8983699999999999</c:v>
                </c:pt>
                <c:pt idx="14403">
                  <c:v>3.8986700000000001</c:v>
                </c:pt>
                <c:pt idx="14404">
                  <c:v>3.8989799999999999</c:v>
                </c:pt>
                <c:pt idx="14405">
                  <c:v>3.8992800000000001</c:v>
                </c:pt>
                <c:pt idx="14406">
                  <c:v>3.8995899999999999</c:v>
                </c:pt>
                <c:pt idx="14407">
                  <c:v>3.8998900000000001</c:v>
                </c:pt>
                <c:pt idx="14408">
                  <c:v>3.9001999999999999</c:v>
                </c:pt>
                <c:pt idx="14409">
                  <c:v>3.9005000000000001</c:v>
                </c:pt>
                <c:pt idx="14410">
                  <c:v>3.9008099999999999</c:v>
                </c:pt>
                <c:pt idx="14411">
                  <c:v>3.9011100000000001</c:v>
                </c:pt>
                <c:pt idx="14412">
                  <c:v>3.9014199999999999</c:v>
                </c:pt>
                <c:pt idx="14413">
                  <c:v>3.9017300000000001</c:v>
                </c:pt>
                <c:pt idx="14414">
                  <c:v>3.9020299999999999</c:v>
                </c:pt>
                <c:pt idx="14415">
                  <c:v>3.9023400000000001</c:v>
                </c:pt>
                <c:pt idx="14416">
                  <c:v>3.9026399999999999</c:v>
                </c:pt>
                <c:pt idx="14417">
                  <c:v>3.9029500000000001</c:v>
                </c:pt>
                <c:pt idx="14418">
                  <c:v>3.9032499999999999</c:v>
                </c:pt>
                <c:pt idx="14419">
                  <c:v>3.9035600000000001</c:v>
                </c:pt>
                <c:pt idx="14420">
                  <c:v>3.9038599999999999</c:v>
                </c:pt>
                <c:pt idx="14421">
                  <c:v>3.9041700000000001</c:v>
                </c:pt>
                <c:pt idx="14422">
                  <c:v>3.9044699999999999</c:v>
                </c:pt>
                <c:pt idx="14423">
                  <c:v>3.9047800000000001</c:v>
                </c:pt>
                <c:pt idx="14424">
                  <c:v>3.9050799999999999</c:v>
                </c:pt>
                <c:pt idx="14425">
                  <c:v>3.9053900000000001</c:v>
                </c:pt>
                <c:pt idx="14426">
                  <c:v>3.9056999999999999</c:v>
                </c:pt>
                <c:pt idx="14427">
                  <c:v>3.9060000000000001</c:v>
                </c:pt>
                <c:pt idx="14428">
                  <c:v>3.9063099999999999</c:v>
                </c:pt>
                <c:pt idx="14429">
                  <c:v>3.9066100000000001</c:v>
                </c:pt>
                <c:pt idx="14430">
                  <c:v>3.9069199999999999</c:v>
                </c:pt>
                <c:pt idx="14431">
                  <c:v>3.9072200000000001</c:v>
                </c:pt>
                <c:pt idx="14432">
                  <c:v>3.9075299999999999</c:v>
                </c:pt>
                <c:pt idx="14433">
                  <c:v>3.9078300000000001</c:v>
                </c:pt>
                <c:pt idx="14434">
                  <c:v>3.9081399999999999</c:v>
                </c:pt>
                <c:pt idx="14435">
                  <c:v>3.9084400000000001</c:v>
                </c:pt>
                <c:pt idx="14436">
                  <c:v>3.9087499999999999</c:v>
                </c:pt>
                <c:pt idx="14437">
                  <c:v>3.9090500000000001</c:v>
                </c:pt>
                <c:pt idx="14438">
                  <c:v>3.9093599999999999</c:v>
                </c:pt>
                <c:pt idx="14439">
                  <c:v>3.9096700000000002</c:v>
                </c:pt>
                <c:pt idx="14440">
                  <c:v>3.9099699999999999</c:v>
                </c:pt>
                <c:pt idx="14441">
                  <c:v>3.9102800000000002</c:v>
                </c:pt>
                <c:pt idx="14442">
                  <c:v>3.9105799999999999</c:v>
                </c:pt>
                <c:pt idx="14443">
                  <c:v>3.9108900000000002</c:v>
                </c:pt>
                <c:pt idx="14444">
                  <c:v>3.9111899999999999</c:v>
                </c:pt>
                <c:pt idx="14445">
                  <c:v>3.9115000000000002</c:v>
                </c:pt>
                <c:pt idx="14446">
                  <c:v>3.9117999999999999</c:v>
                </c:pt>
                <c:pt idx="14447">
                  <c:v>3.9121100000000002</c:v>
                </c:pt>
                <c:pt idx="14448">
                  <c:v>3.9124099999999999</c:v>
                </c:pt>
                <c:pt idx="14449">
                  <c:v>3.9127200000000002</c:v>
                </c:pt>
                <c:pt idx="14450">
                  <c:v>3.91303</c:v>
                </c:pt>
                <c:pt idx="14451">
                  <c:v>3.9133300000000002</c:v>
                </c:pt>
                <c:pt idx="14452">
                  <c:v>3.91364</c:v>
                </c:pt>
                <c:pt idx="14453">
                  <c:v>3.9139400000000002</c:v>
                </c:pt>
                <c:pt idx="14454">
                  <c:v>3.91425</c:v>
                </c:pt>
                <c:pt idx="14455">
                  <c:v>3.9145500000000002</c:v>
                </c:pt>
                <c:pt idx="14456">
                  <c:v>3.91486</c:v>
                </c:pt>
                <c:pt idx="14457">
                  <c:v>3.9151600000000002</c:v>
                </c:pt>
                <c:pt idx="14458">
                  <c:v>3.91547</c:v>
                </c:pt>
                <c:pt idx="14459">
                  <c:v>3.9157700000000002</c:v>
                </c:pt>
                <c:pt idx="14460">
                  <c:v>3.91608</c:v>
                </c:pt>
                <c:pt idx="14461">
                  <c:v>3.9163800000000002</c:v>
                </c:pt>
                <c:pt idx="14462">
                  <c:v>3.91669</c:v>
                </c:pt>
                <c:pt idx="14463">
                  <c:v>3.9169999999999998</c:v>
                </c:pt>
                <c:pt idx="14464">
                  <c:v>3.9173</c:v>
                </c:pt>
                <c:pt idx="14465">
                  <c:v>3.9176099999999998</c:v>
                </c:pt>
                <c:pt idx="14466">
                  <c:v>3.91791</c:v>
                </c:pt>
                <c:pt idx="14467">
                  <c:v>3.9182199999999998</c:v>
                </c:pt>
                <c:pt idx="14468">
                  <c:v>3.91852</c:v>
                </c:pt>
                <c:pt idx="14469">
                  <c:v>3.9188299999999998</c:v>
                </c:pt>
                <c:pt idx="14470">
                  <c:v>3.91913</c:v>
                </c:pt>
                <c:pt idx="14471">
                  <c:v>3.9194399999999998</c:v>
                </c:pt>
                <c:pt idx="14472">
                  <c:v>3.91974</c:v>
                </c:pt>
                <c:pt idx="14473">
                  <c:v>3.9200499999999998</c:v>
                </c:pt>
                <c:pt idx="14474">
                  <c:v>3.92035</c:v>
                </c:pt>
                <c:pt idx="14475">
                  <c:v>3.9206599999999998</c:v>
                </c:pt>
                <c:pt idx="14476">
                  <c:v>3.9209700000000001</c:v>
                </c:pt>
                <c:pt idx="14477">
                  <c:v>3.9212699999999998</c:v>
                </c:pt>
                <c:pt idx="14478">
                  <c:v>3.9215800000000001</c:v>
                </c:pt>
                <c:pt idx="14479">
                  <c:v>3.9218799999999998</c:v>
                </c:pt>
                <c:pt idx="14480">
                  <c:v>3.9221900000000001</c:v>
                </c:pt>
                <c:pt idx="14481">
                  <c:v>3.9224899999999998</c:v>
                </c:pt>
                <c:pt idx="14482">
                  <c:v>3.9228000000000001</c:v>
                </c:pt>
                <c:pt idx="14483">
                  <c:v>3.9230999999999998</c:v>
                </c:pt>
                <c:pt idx="14484">
                  <c:v>3.9234100000000001</c:v>
                </c:pt>
                <c:pt idx="14485">
                  <c:v>3.9237099999999998</c:v>
                </c:pt>
                <c:pt idx="14486">
                  <c:v>3.9240200000000001</c:v>
                </c:pt>
                <c:pt idx="14487">
                  <c:v>3.9243199999999998</c:v>
                </c:pt>
                <c:pt idx="14488">
                  <c:v>3.9246300000000001</c:v>
                </c:pt>
                <c:pt idx="14489">
                  <c:v>3.9249399999999999</c:v>
                </c:pt>
                <c:pt idx="14490">
                  <c:v>3.9252400000000001</c:v>
                </c:pt>
                <c:pt idx="14491">
                  <c:v>3.9255499999999999</c:v>
                </c:pt>
                <c:pt idx="14492">
                  <c:v>3.9258500000000001</c:v>
                </c:pt>
                <c:pt idx="14493">
                  <c:v>3.9261599999999999</c:v>
                </c:pt>
                <c:pt idx="14494">
                  <c:v>3.9264600000000001</c:v>
                </c:pt>
                <c:pt idx="14495">
                  <c:v>3.9267699999999999</c:v>
                </c:pt>
                <c:pt idx="14496">
                  <c:v>3.9270700000000001</c:v>
                </c:pt>
                <c:pt idx="14497">
                  <c:v>3.9273799999999999</c:v>
                </c:pt>
                <c:pt idx="14498">
                  <c:v>3.9276800000000001</c:v>
                </c:pt>
                <c:pt idx="14499">
                  <c:v>3.9279899999999999</c:v>
                </c:pt>
                <c:pt idx="14500">
                  <c:v>3.9283000000000001</c:v>
                </c:pt>
                <c:pt idx="14501">
                  <c:v>3.9285999999999999</c:v>
                </c:pt>
                <c:pt idx="14502">
                  <c:v>3.9289100000000001</c:v>
                </c:pt>
                <c:pt idx="14503">
                  <c:v>3.9292099999999999</c:v>
                </c:pt>
                <c:pt idx="14504">
                  <c:v>3.9295200000000001</c:v>
                </c:pt>
                <c:pt idx="14505">
                  <c:v>3.9298199999999999</c:v>
                </c:pt>
                <c:pt idx="14506">
                  <c:v>3.9301300000000001</c:v>
                </c:pt>
                <c:pt idx="14507">
                  <c:v>3.9304299999999999</c:v>
                </c:pt>
                <c:pt idx="14508">
                  <c:v>3.9307400000000001</c:v>
                </c:pt>
                <c:pt idx="14509">
                  <c:v>3.9310399999999999</c:v>
                </c:pt>
                <c:pt idx="14510">
                  <c:v>3.9313500000000001</c:v>
                </c:pt>
                <c:pt idx="14511">
                  <c:v>3.9316499999999999</c:v>
                </c:pt>
                <c:pt idx="14512">
                  <c:v>3.9319600000000001</c:v>
                </c:pt>
                <c:pt idx="14513">
                  <c:v>3.9322699999999999</c:v>
                </c:pt>
                <c:pt idx="14514">
                  <c:v>3.9325700000000001</c:v>
                </c:pt>
                <c:pt idx="14515">
                  <c:v>3.9328799999999999</c:v>
                </c:pt>
                <c:pt idx="14516">
                  <c:v>3.9331800000000001</c:v>
                </c:pt>
                <c:pt idx="14517">
                  <c:v>3.9334899999999999</c:v>
                </c:pt>
                <c:pt idx="14518">
                  <c:v>3.9337900000000001</c:v>
                </c:pt>
                <c:pt idx="14519">
                  <c:v>3.9340999999999999</c:v>
                </c:pt>
                <c:pt idx="14520">
                  <c:v>3.9344000000000001</c:v>
                </c:pt>
                <c:pt idx="14521">
                  <c:v>3.9347099999999999</c:v>
                </c:pt>
                <c:pt idx="14522">
                  <c:v>3.9350100000000001</c:v>
                </c:pt>
                <c:pt idx="14523">
                  <c:v>3.9353199999999999</c:v>
                </c:pt>
                <c:pt idx="14524">
                  <c:v>3.9356200000000001</c:v>
                </c:pt>
                <c:pt idx="14525">
                  <c:v>3.9359299999999999</c:v>
                </c:pt>
                <c:pt idx="14526">
                  <c:v>3.9362400000000002</c:v>
                </c:pt>
                <c:pt idx="14527">
                  <c:v>3.9365399999999999</c:v>
                </c:pt>
                <c:pt idx="14528">
                  <c:v>3.9368500000000002</c:v>
                </c:pt>
                <c:pt idx="14529">
                  <c:v>3.9371499999999999</c:v>
                </c:pt>
                <c:pt idx="14530">
                  <c:v>3.9374600000000002</c:v>
                </c:pt>
                <c:pt idx="14531">
                  <c:v>3.9377599999999999</c:v>
                </c:pt>
                <c:pt idx="14532">
                  <c:v>3.9380700000000002</c:v>
                </c:pt>
                <c:pt idx="14533">
                  <c:v>3.9383699999999999</c:v>
                </c:pt>
                <c:pt idx="14534">
                  <c:v>3.9386800000000002</c:v>
                </c:pt>
                <c:pt idx="14535">
                  <c:v>3.9389799999999999</c:v>
                </c:pt>
                <c:pt idx="14536">
                  <c:v>3.9392900000000002</c:v>
                </c:pt>
                <c:pt idx="14537">
                  <c:v>3.9395899999999999</c:v>
                </c:pt>
                <c:pt idx="14538">
                  <c:v>3.9399000000000002</c:v>
                </c:pt>
                <c:pt idx="14539">
                  <c:v>3.94021</c:v>
                </c:pt>
                <c:pt idx="14540">
                  <c:v>3.9405100000000002</c:v>
                </c:pt>
                <c:pt idx="14541">
                  <c:v>3.94082</c:v>
                </c:pt>
                <c:pt idx="14542">
                  <c:v>3.9411200000000002</c:v>
                </c:pt>
                <c:pt idx="14543">
                  <c:v>3.94143</c:v>
                </c:pt>
                <c:pt idx="14544">
                  <c:v>3.9417300000000002</c:v>
                </c:pt>
                <c:pt idx="14545">
                  <c:v>3.94204</c:v>
                </c:pt>
                <c:pt idx="14546">
                  <c:v>3.9423400000000002</c:v>
                </c:pt>
                <c:pt idx="14547">
                  <c:v>3.94265</c:v>
                </c:pt>
                <c:pt idx="14548">
                  <c:v>3.9429500000000002</c:v>
                </c:pt>
                <c:pt idx="14549">
                  <c:v>3.94326</c:v>
                </c:pt>
                <c:pt idx="14550">
                  <c:v>3.9435600000000002</c:v>
                </c:pt>
                <c:pt idx="14551">
                  <c:v>3.94387</c:v>
                </c:pt>
                <c:pt idx="14552">
                  <c:v>3.9441799999999998</c:v>
                </c:pt>
                <c:pt idx="14553">
                  <c:v>3.94448</c:v>
                </c:pt>
                <c:pt idx="14554">
                  <c:v>3.9447899999999998</c:v>
                </c:pt>
                <c:pt idx="14555">
                  <c:v>3.94509</c:v>
                </c:pt>
                <c:pt idx="14556">
                  <c:v>3.9453999999999998</c:v>
                </c:pt>
                <c:pt idx="14557">
                  <c:v>3.9457</c:v>
                </c:pt>
                <c:pt idx="14558">
                  <c:v>3.9460099999999998</c:v>
                </c:pt>
                <c:pt idx="14559">
                  <c:v>3.94631</c:v>
                </c:pt>
                <c:pt idx="14560">
                  <c:v>3.9466199999999998</c:v>
                </c:pt>
                <c:pt idx="14561">
                  <c:v>3.94692</c:v>
                </c:pt>
                <c:pt idx="14562">
                  <c:v>3.9472299999999998</c:v>
                </c:pt>
                <c:pt idx="14563">
                  <c:v>3.94754</c:v>
                </c:pt>
                <c:pt idx="14564">
                  <c:v>3.9478399999999998</c:v>
                </c:pt>
                <c:pt idx="14565">
                  <c:v>3.94815</c:v>
                </c:pt>
                <c:pt idx="14566">
                  <c:v>3.9484499999999998</c:v>
                </c:pt>
                <c:pt idx="14567">
                  <c:v>3.94876</c:v>
                </c:pt>
                <c:pt idx="14568">
                  <c:v>3.9490599999999998</c:v>
                </c:pt>
                <c:pt idx="14569">
                  <c:v>3.94937</c:v>
                </c:pt>
                <c:pt idx="14570">
                  <c:v>3.9496699999999998</c:v>
                </c:pt>
                <c:pt idx="14571">
                  <c:v>3.94998</c:v>
                </c:pt>
                <c:pt idx="14572">
                  <c:v>3.9502799999999998</c:v>
                </c:pt>
                <c:pt idx="14573">
                  <c:v>3.95059</c:v>
                </c:pt>
                <c:pt idx="14574">
                  <c:v>3.9508899999999998</c:v>
                </c:pt>
                <c:pt idx="14575">
                  <c:v>3.9512</c:v>
                </c:pt>
                <c:pt idx="14576">
                  <c:v>3.9515099999999999</c:v>
                </c:pt>
                <c:pt idx="14577">
                  <c:v>3.95181</c:v>
                </c:pt>
                <c:pt idx="14578">
                  <c:v>3.9521199999999999</c:v>
                </c:pt>
                <c:pt idx="14579">
                  <c:v>3.95242</c:v>
                </c:pt>
                <c:pt idx="14580">
                  <c:v>3.9527299999999999</c:v>
                </c:pt>
                <c:pt idx="14581">
                  <c:v>3.95303</c:v>
                </c:pt>
                <c:pt idx="14582">
                  <c:v>3.9533399999999999</c:v>
                </c:pt>
                <c:pt idx="14583">
                  <c:v>3.95364</c:v>
                </c:pt>
                <c:pt idx="14584">
                  <c:v>3.9539499999999999</c:v>
                </c:pt>
                <c:pt idx="14585">
                  <c:v>3.95425</c:v>
                </c:pt>
                <c:pt idx="14586">
                  <c:v>3.9545599999999999</c:v>
                </c:pt>
                <c:pt idx="14587">
                  <c:v>3.95486</c:v>
                </c:pt>
                <c:pt idx="14588">
                  <c:v>3.9551699999999999</c:v>
                </c:pt>
                <c:pt idx="14589">
                  <c:v>3.9554800000000001</c:v>
                </c:pt>
                <c:pt idx="14590">
                  <c:v>3.9557799999999999</c:v>
                </c:pt>
                <c:pt idx="14591">
                  <c:v>3.9560900000000001</c:v>
                </c:pt>
                <c:pt idx="14592">
                  <c:v>3.9563899999999999</c:v>
                </c:pt>
                <c:pt idx="14593">
                  <c:v>3.9567000000000001</c:v>
                </c:pt>
                <c:pt idx="14594">
                  <c:v>3.9569999999999999</c:v>
                </c:pt>
                <c:pt idx="14595">
                  <c:v>3.9573100000000001</c:v>
                </c:pt>
                <c:pt idx="14596">
                  <c:v>3.9576099999999999</c:v>
                </c:pt>
                <c:pt idx="14597">
                  <c:v>3.9579200000000001</c:v>
                </c:pt>
                <c:pt idx="14598">
                  <c:v>3.9582199999999998</c:v>
                </c:pt>
                <c:pt idx="14599">
                  <c:v>3.9585300000000001</c:v>
                </c:pt>
                <c:pt idx="14600">
                  <c:v>3.9588299999999998</c:v>
                </c:pt>
                <c:pt idx="14601">
                  <c:v>3.9591400000000001</c:v>
                </c:pt>
                <c:pt idx="14602">
                  <c:v>3.9594499999999999</c:v>
                </c:pt>
                <c:pt idx="14603">
                  <c:v>3.9597500000000001</c:v>
                </c:pt>
                <c:pt idx="14604">
                  <c:v>3.9600599999999999</c:v>
                </c:pt>
                <c:pt idx="14605">
                  <c:v>3.9603600000000001</c:v>
                </c:pt>
                <c:pt idx="14606">
                  <c:v>3.9606699999999999</c:v>
                </c:pt>
                <c:pt idx="14607">
                  <c:v>3.9609700000000001</c:v>
                </c:pt>
                <c:pt idx="14608">
                  <c:v>3.9612799999999999</c:v>
                </c:pt>
                <c:pt idx="14609">
                  <c:v>3.9615800000000001</c:v>
                </c:pt>
                <c:pt idx="14610">
                  <c:v>3.9618899999999999</c:v>
                </c:pt>
                <c:pt idx="14611">
                  <c:v>3.9621900000000001</c:v>
                </c:pt>
                <c:pt idx="14612">
                  <c:v>3.9624999999999999</c:v>
                </c:pt>
                <c:pt idx="14613">
                  <c:v>3.9628000000000001</c:v>
                </c:pt>
                <c:pt idx="14614">
                  <c:v>3.9631099999999999</c:v>
                </c:pt>
                <c:pt idx="14615">
                  <c:v>3.9634200000000002</c:v>
                </c:pt>
                <c:pt idx="14616">
                  <c:v>3.9637199999999999</c:v>
                </c:pt>
                <c:pt idx="14617">
                  <c:v>3.9640300000000002</c:v>
                </c:pt>
                <c:pt idx="14618">
                  <c:v>3.9643299999999999</c:v>
                </c:pt>
                <c:pt idx="14619">
                  <c:v>3.9646400000000002</c:v>
                </c:pt>
                <c:pt idx="14620">
                  <c:v>3.9649399999999999</c:v>
                </c:pt>
                <c:pt idx="14621">
                  <c:v>3.9652500000000002</c:v>
                </c:pt>
                <c:pt idx="14622">
                  <c:v>3.9655499999999999</c:v>
                </c:pt>
                <c:pt idx="14623">
                  <c:v>3.9658600000000002</c:v>
                </c:pt>
                <c:pt idx="14624">
                  <c:v>3.9661599999999999</c:v>
                </c:pt>
                <c:pt idx="14625">
                  <c:v>3.9664700000000002</c:v>
                </c:pt>
                <c:pt idx="14626">
                  <c:v>3.96678</c:v>
                </c:pt>
                <c:pt idx="14627">
                  <c:v>3.9670800000000002</c:v>
                </c:pt>
                <c:pt idx="14628">
                  <c:v>3.96739</c:v>
                </c:pt>
                <c:pt idx="14629">
                  <c:v>3.9676900000000002</c:v>
                </c:pt>
                <c:pt idx="14630">
                  <c:v>3.968</c:v>
                </c:pt>
                <c:pt idx="14631">
                  <c:v>3.9683000000000002</c:v>
                </c:pt>
                <c:pt idx="14632">
                  <c:v>3.96861</c:v>
                </c:pt>
                <c:pt idx="14633">
                  <c:v>3.9689100000000002</c:v>
                </c:pt>
                <c:pt idx="14634">
                  <c:v>3.96922</c:v>
                </c:pt>
                <c:pt idx="14635">
                  <c:v>3.9695200000000002</c:v>
                </c:pt>
                <c:pt idx="14636">
                  <c:v>3.96983</c:v>
                </c:pt>
                <c:pt idx="14637">
                  <c:v>3.9701300000000002</c:v>
                </c:pt>
                <c:pt idx="14638">
                  <c:v>3.97044</c:v>
                </c:pt>
                <c:pt idx="14639">
                  <c:v>3.9707499999999998</c:v>
                </c:pt>
                <c:pt idx="14640">
                  <c:v>3.97105</c:v>
                </c:pt>
                <c:pt idx="14641">
                  <c:v>3.9713599999999998</c:v>
                </c:pt>
                <c:pt idx="14642">
                  <c:v>3.97166</c:v>
                </c:pt>
                <c:pt idx="14643">
                  <c:v>3.9719699999999998</c:v>
                </c:pt>
                <c:pt idx="14644">
                  <c:v>3.97227</c:v>
                </c:pt>
                <c:pt idx="14645">
                  <c:v>3.9725799999999998</c:v>
                </c:pt>
                <c:pt idx="14646">
                  <c:v>3.97288</c:v>
                </c:pt>
                <c:pt idx="14647">
                  <c:v>3.9731900000000002</c:v>
                </c:pt>
                <c:pt idx="14648">
                  <c:v>3.97349</c:v>
                </c:pt>
                <c:pt idx="14649">
                  <c:v>3.9738000000000002</c:v>
                </c:pt>
                <c:pt idx="14650">
                  <c:v>3.9741</c:v>
                </c:pt>
                <c:pt idx="14651">
                  <c:v>3.9744100000000002</c:v>
                </c:pt>
                <c:pt idx="14652">
                  <c:v>3.97472</c:v>
                </c:pt>
                <c:pt idx="14653">
                  <c:v>3.9750200000000002</c:v>
                </c:pt>
                <c:pt idx="14654">
                  <c:v>3.97533</c:v>
                </c:pt>
                <c:pt idx="14655">
                  <c:v>3.9756300000000002</c:v>
                </c:pt>
                <c:pt idx="14656">
                  <c:v>3.97594</c:v>
                </c:pt>
                <c:pt idx="14657">
                  <c:v>3.9762400000000002</c:v>
                </c:pt>
                <c:pt idx="14658">
                  <c:v>3.97655</c:v>
                </c:pt>
                <c:pt idx="14659">
                  <c:v>3.9768500000000002</c:v>
                </c:pt>
                <c:pt idx="14660">
                  <c:v>3.97716</c:v>
                </c:pt>
                <c:pt idx="14661">
                  <c:v>3.9774600000000002</c:v>
                </c:pt>
                <c:pt idx="14662">
                  <c:v>3.97777</c:v>
                </c:pt>
                <c:pt idx="14663">
                  <c:v>3.9780700000000002</c:v>
                </c:pt>
                <c:pt idx="14664">
                  <c:v>3.97838</c:v>
                </c:pt>
                <c:pt idx="14665">
                  <c:v>3.9786899999999998</c:v>
                </c:pt>
                <c:pt idx="14666">
                  <c:v>3.97899</c:v>
                </c:pt>
                <c:pt idx="14667">
                  <c:v>3.9792999999999998</c:v>
                </c:pt>
                <c:pt idx="14668">
                  <c:v>3.9796</c:v>
                </c:pt>
                <c:pt idx="14669">
                  <c:v>3.9799099999999998</c:v>
                </c:pt>
                <c:pt idx="14670">
                  <c:v>3.98021</c:v>
                </c:pt>
                <c:pt idx="14671">
                  <c:v>3.9805199999999998</c:v>
                </c:pt>
                <c:pt idx="14672">
                  <c:v>3.98082</c:v>
                </c:pt>
                <c:pt idx="14673">
                  <c:v>3.9811299999999998</c:v>
                </c:pt>
                <c:pt idx="14674">
                  <c:v>3.98143</c:v>
                </c:pt>
                <c:pt idx="14675">
                  <c:v>3.9817399999999998</c:v>
                </c:pt>
                <c:pt idx="14676">
                  <c:v>3.98204</c:v>
                </c:pt>
                <c:pt idx="14677">
                  <c:v>3.9823499999999998</c:v>
                </c:pt>
                <c:pt idx="14678">
                  <c:v>3.9826600000000001</c:v>
                </c:pt>
                <c:pt idx="14679">
                  <c:v>3.9829599999999998</c:v>
                </c:pt>
                <c:pt idx="14680">
                  <c:v>3.9832700000000001</c:v>
                </c:pt>
                <c:pt idx="14681">
                  <c:v>3.9835699999999998</c:v>
                </c:pt>
                <c:pt idx="14682">
                  <c:v>3.9838800000000001</c:v>
                </c:pt>
                <c:pt idx="14683">
                  <c:v>3.9841799999999998</c:v>
                </c:pt>
                <c:pt idx="14684">
                  <c:v>3.9844900000000001</c:v>
                </c:pt>
                <c:pt idx="14685">
                  <c:v>3.9847899999999998</c:v>
                </c:pt>
                <c:pt idx="14686">
                  <c:v>3.9851000000000001</c:v>
                </c:pt>
                <c:pt idx="14687">
                  <c:v>3.9853999999999998</c:v>
                </c:pt>
                <c:pt idx="14688">
                  <c:v>3.9857100000000001</c:v>
                </c:pt>
                <c:pt idx="14689">
                  <c:v>3.9860199999999999</c:v>
                </c:pt>
                <c:pt idx="14690">
                  <c:v>3.9863200000000001</c:v>
                </c:pt>
                <c:pt idx="14691">
                  <c:v>3.9866299999999999</c:v>
                </c:pt>
                <c:pt idx="14692">
                  <c:v>3.9869300000000001</c:v>
                </c:pt>
                <c:pt idx="14693">
                  <c:v>3.9872399999999999</c:v>
                </c:pt>
                <c:pt idx="14694">
                  <c:v>3.9875400000000001</c:v>
                </c:pt>
                <c:pt idx="14695">
                  <c:v>3.9878499999999999</c:v>
                </c:pt>
                <c:pt idx="14696">
                  <c:v>3.9881500000000001</c:v>
                </c:pt>
                <c:pt idx="14697">
                  <c:v>3.9884599999999999</c:v>
                </c:pt>
                <c:pt idx="14698">
                  <c:v>3.9887600000000001</c:v>
                </c:pt>
                <c:pt idx="14699">
                  <c:v>3.9890699999999999</c:v>
                </c:pt>
                <c:pt idx="14700">
                  <c:v>3.9893700000000001</c:v>
                </c:pt>
                <c:pt idx="14701">
                  <c:v>3.9896799999999999</c:v>
                </c:pt>
                <c:pt idx="14702">
                  <c:v>3.9899900000000001</c:v>
                </c:pt>
                <c:pt idx="14703">
                  <c:v>3.9902899999999999</c:v>
                </c:pt>
                <c:pt idx="14704">
                  <c:v>3.9906000000000001</c:v>
                </c:pt>
                <c:pt idx="14705">
                  <c:v>3.9908999999999999</c:v>
                </c:pt>
                <c:pt idx="14706">
                  <c:v>3.9912100000000001</c:v>
                </c:pt>
                <c:pt idx="14707">
                  <c:v>3.9915099999999999</c:v>
                </c:pt>
                <c:pt idx="14708">
                  <c:v>3.9918200000000001</c:v>
                </c:pt>
                <c:pt idx="14709">
                  <c:v>3.9921199999999999</c:v>
                </c:pt>
                <c:pt idx="14710">
                  <c:v>3.9924300000000001</c:v>
                </c:pt>
                <c:pt idx="14711">
                  <c:v>3.9927299999999999</c:v>
                </c:pt>
                <c:pt idx="14712">
                  <c:v>3.9930400000000001</c:v>
                </c:pt>
                <c:pt idx="14713">
                  <c:v>3.9933399999999999</c:v>
                </c:pt>
                <c:pt idx="14714">
                  <c:v>3.9936500000000001</c:v>
                </c:pt>
                <c:pt idx="14715">
                  <c:v>3.99396</c:v>
                </c:pt>
                <c:pt idx="14716">
                  <c:v>3.9942600000000001</c:v>
                </c:pt>
                <c:pt idx="14717">
                  <c:v>3.99457</c:v>
                </c:pt>
                <c:pt idx="14718">
                  <c:v>3.9948700000000001</c:v>
                </c:pt>
                <c:pt idx="14719">
                  <c:v>3.99518</c:v>
                </c:pt>
                <c:pt idx="14720">
                  <c:v>3.9954800000000001</c:v>
                </c:pt>
                <c:pt idx="14721">
                  <c:v>3.99579</c:v>
                </c:pt>
                <c:pt idx="14722">
                  <c:v>3.9960900000000001</c:v>
                </c:pt>
                <c:pt idx="14723">
                  <c:v>3.9964</c:v>
                </c:pt>
                <c:pt idx="14724">
                  <c:v>3.9967000000000001</c:v>
                </c:pt>
                <c:pt idx="14725">
                  <c:v>3.99701</c:v>
                </c:pt>
                <c:pt idx="14726">
                  <c:v>3.9973100000000001</c:v>
                </c:pt>
                <c:pt idx="14727">
                  <c:v>3.99762</c:v>
                </c:pt>
                <c:pt idx="14728">
                  <c:v>3.9979300000000002</c:v>
                </c:pt>
                <c:pt idx="14729">
                  <c:v>3.99823</c:v>
                </c:pt>
                <c:pt idx="14730">
                  <c:v>3.9985400000000002</c:v>
                </c:pt>
                <c:pt idx="14731">
                  <c:v>3.99884</c:v>
                </c:pt>
                <c:pt idx="14732">
                  <c:v>3.9991500000000002</c:v>
                </c:pt>
                <c:pt idx="14733">
                  <c:v>3.9994499999999999</c:v>
                </c:pt>
                <c:pt idx="14734">
                  <c:v>3.9997600000000002</c:v>
                </c:pt>
                <c:pt idx="14735">
                  <c:v>4.0000600000000004</c:v>
                </c:pt>
                <c:pt idx="14736">
                  <c:v>4.0003700000000002</c:v>
                </c:pt>
                <c:pt idx="14737">
                  <c:v>4.0006700000000004</c:v>
                </c:pt>
                <c:pt idx="14738">
                  <c:v>4.0009800000000002</c:v>
                </c:pt>
                <c:pt idx="14739">
                  <c:v>4.00129</c:v>
                </c:pt>
                <c:pt idx="14740">
                  <c:v>4.0015900000000002</c:v>
                </c:pt>
                <c:pt idx="14741">
                  <c:v>4.0019</c:v>
                </c:pt>
                <c:pt idx="14742">
                  <c:v>4.0022000000000002</c:v>
                </c:pt>
                <c:pt idx="14743">
                  <c:v>4.00251</c:v>
                </c:pt>
                <c:pt idx="14744">
                  <c:v>4.0028100000000002</c:v>
                </c:pt>
                <c:pt idx="14745">
                  <c:v>4.00312</c:v>
                </c:pt>
                <c:pt idx="14746">
                  <c:v>4.0034200000000002</c:v>
                </c:pt>
                <c:pt idx="14747">
                  <c:v>4.00373</c:v>
                </c:pt>
                <c:pt idx="14748">
                  <c:v>4.0040300000000002</c:v>
                </c:pt>
                <c:pt idx="14749">
                  <c:v>4.00434</c:v>
                </c:pt>
                <c:pt idx="14750">
                  <c:v>4.0046400000000002</c:v>
                </c:pt>
                <c:pt idx="14751">
                  <c:v>4.00495</c:v>
                </c:pt>
                <c:pt idx="14752">
                  <c:v>4.0052599999999998</c:v>
                </c:pt>
                <c:pt idx="14753">
                  <c:v>4.00556</c:v>
                </c:pt>
                <c:pt idx="14754">
                  <c:v>4.0058699999999998</c:v>
                </c:pt>
                <c:pt idx="14755">
                  <c:v>4.00617</c:v>
                </c:pt>
                <c:pt idx="14756">
                  <c:v>4.0064799999999998</c:v>
                </c:pt>
                <c:pt idx="14757">
                  <c:v>4.00678</c:v>
                </c:pt>
                <c:pt idx="14758">
                  <c:v>4.0070899999999998</c:v>
                </c:pt>
                <c:pt idx="14759">
                  <c:v>4.00739</c:v>
                </c:pt>
                <c:pt idx="14760">
                  <c:v>4.0076999999999998</c:v>
                </c:pt>
                <c:pt idx="14761">
                  <c:v>4.008</c:v>
                </c:pt>
                <c:pt idx="14762">
                  <c:v>4.0083099999999998</c:v>
                </c:pt>
                <c:pt idx="14763">
                  <c:v>4.00861</c:v>
                </c:pt>
                <c:pt idx="14764">
                  <c:v>4.0089199999999998</c:v>
                </c:pt>
                <c:pt idx="14765">
                  <c:v>4.0092299999999996</c:v>
                </c:pt>
                <c:pt idx="14766">
                  <c:v>4.0095299999999998</c:v>
                </c:pt>
                <c:pt idx="14767">
                  <c:v>4.0098399999999996</c:v>
                </c:pt>
                <c:pt idx="14768">
                  <c:v>4.0101399999999998</c:v>
                </c:pt>
                <c:pt idx="14769">
                  <c:v>4.0104499999999996</c:v>
                </c:pt>
                <c:pt idx="14770">
                  <c:v>4.0107499999999998</c:v>
                </c:pt>
                <c:pt idx="14771">
                  <c:v>4.0110599999999996</c:v>
                </c:pt>
                <c:pt idx="14772">
                  <c:v>4.0113599999999998</c:v>
                </c:pt>
                <c:pt idx="14773">
                  <c:v>4.0116699999999996</c:v>
                </c:pt>
                <c:pt idx="14774">
                  <c:v>4.0119699999999998</c:v>
                </c:pt>
                <c:pt idx="14775">
                  <c:v>4.0122799999999996</c:v>
                </c:pt>
                <c:pt idx="14776">
                  <c:v>4.0125799999999998</c:v>
                </c:pt>
                <c:pt idx="14777">
                  <c:v>4.0128899999999996</c:v>
                </c:pt>
                <c:pt idx="14778">
                  <c:v>4.0132000000000003</c:v>
                </c:pt>
                <c:pt idx="14779">
                  <c:v>4.0134999999999996</c:v>
                </c:pt>
                <c:pt idx="14780">
                  <c:v>4.0138100000000003</c:v>
                </c:pt>
                <c:pt idx="14781">
                  <c:v>4.0141099999999996</c:v>
                </c:pt>
                <c:pt idx="14782">
                  <c:v>4.0144200000000003</c:v>
                </c:pt>
                <c:pt idx="14783">
                  <c:v>4.0147199999999996</c:v>
                </c:pt>
                <c:pt idx="14784">
                  <c:v>4.0150300000000003</c:v>
                </c:pt>
                <c:pt idx="14785">
                  <c:v>4.0153299999999996</c:v>
                </c:pt>
                <c:pt idx="14786">
                  <c:v>4.0156400000000003</c:v>
                </c:pt>
                <c:pt idx="14787">
                  <c:v>4.0159399999999996</c:v>
                </c:pt>
                <c:pt idx="14788">
                  <c:v>4.0162500000000003</c:v>
                </c:pt>
                <c:pt idx="14789">
                  <c:v>4.0165499999999996</c:v>
                </c:pt>
                <c:pt idx="14790">
                  <c:v>4.0168600000000003</c:v>
                </c:pt>
                <c:pt idx="14791">
                  <c:v>4.0171700000000001</c:v>
                </c:pt>
                <c:pt idx="14792">
                  <c:v>4.0174700000000003</c:v>
                </c:pt>
                <c:pt idx="14793">
                  <c:v>4.0177800000000001</c:v>
                </c:pt>
                <c:pt idx="14794">
                  <c:v>4.0180800000000003</c:v>
                </c:pt>
                <c:pt idx="14795">
                  <c:v>4.0183900000000001</c:v>
                </c:pt>
                <c:pt idx="14796">
                  <c:v>4.0186900000000003</c:v>
                </c:pt>
                <c:pt idx="14797">
                  <c:v>4.0190000000000001</c:v>
                </c:pt>
                <c:pt idx="14798">
                  <c:v>4.0193000000000003</c:v>
                </c:pt>
                <c:pt idx="14799">
                  <c:v>4.0196100000000001</c:v>
                </c:pt>
                <c:pt idx="14800">
                  <c:v>4.0199100000000003</c:v>
                </c:pt>
                <c:pt idx="14801">
                  <c:v>4.0202200000000001</c:v>
                </c:pt>
                <c:pt idx="14802">
                  <c:v>4.0205299999999999</c:v>
                </c:pt>
                <c:pt idx="14803">
                  <c:v>4.0208300000000001</c:v>
                </c:pt>
                <c:pt idx="14804">
                  <c:v>4.0211399999999999</c:v>
                </c:pt>
                <c:pt idx="14805">
                  <c:v>4.0214400000000001</c:v>
                </c:pt>
                <c:pt idx="14806">
                  <c:v>4.0217499999999999</c:v>
                </c:pt>
                <c:pt idx="14807">
                  <c:v>4.0220500000000001</c:v>
                </c:pt>
                <c:pt idx="14808">
                  <c:v>4.0223599999999999</c:v>
                </c:pt>
                <c:pt idx="14809">
                  <c:v>4.0226600000000001</c:v>
                </c:pt>
                <c:pt idx="14810">
                  <c:v>4.0229699999999999</c:v>
                </c:pt>
                <c:pt idx="14811">
                  <c:v>4.0232700000000001</c:v>
                </c:pt>
                <c:pt idx="14812">
                  <c:v>4.0235799999999999</c:v>
                </c:pt>
                <c:pt idx="14813">
                  <c:v>4.0238800000000001</c:v>
                </c:pt>
                <c:pt idx="14814">
                  <c:v>4.0241899999999999</c:v>
                </c:pt>
                <c:pt idx="14815">
                  <c:v>4.0244999999999997</c:v>
                </c:pt>
                <c:pt idx="14816">
                  <c:v>4.0247999999999999</c:v>
                </c:pt>
                <c:pt idx="14817">
                  <c:v>4.0251099999999997</c:v>
                </c:pt>
                <c:pt idx="14818">
                  <c:v>4.0254099999999999</c:v>
                </c:pt>
                <c:pt idx="14819">
                  <c:v>4.0257199999999997</c:v>
                </c:pt>
                <c:pt idx="14820">
                  <c:v>4.0260199999999999</c:v>
                </c:pt>
                <c:pt idx="14821">
                  <c:v>4.0263299999999997</c:v>
                </c:pt>
                <c:pt idx="14822">
                  <c:v>4.0266299999999999</c:v>
                </c:pt>
                <c:pt idx="14823">
                  <c:v>4.0269399999999997</c:v>
                </c:pt>
                <c:pt idx="14824">
                  <c:v>4.0272399999999999</c:v>
                </c:pt>
                <c:pt idx="14825">
                  <c:v>4.0275499999999997</c:v>
                </c:pt>
                <c:pt idx="14826">
                  <c:v>4.0278499999999999</c:v>
                </c:pt>
                <c:pt idx="14827">
                  <c:v>4.0281599999999997</c:v>
                </c:pt>
                <c:pt idx="14828">
                  <c:v>4.0284700000000004</c:v>
                </c:pt>
                <c:pt idx="14829">
                  <c:v>4.0287699999999997</c:v>
                </c:pt>
                <c:pt idx="14830">
                  <c:v>4.0290800000000004</c:v>
                </c:pt>
                <c:pt idx="14831">
                  <c:v>4.0293799999999997</c:v>
                </c:pt>
                <c:pt idx="14832">
                  <c:v>4.0296900000000004</c:v>
                </c:pt>
                <c:pt idx="14833">
                  <c:v>4.0299899999999997</c:v>
                </c:pt>
                <c:pt idx="14834">
                  <c:v>4.0303000000000004</c:v>
                </c:pt>
                <c:pt idx="14835">
                  <c:v>4.0305999999999997</c:v>
                </c:pt>
                <c:pt idx="14836">
                  <c:v>4.0309100000000004</c:v>
                </c:pt>
                <c:pt idx="14837">
                  <c:v>4.0312099999999997</c:v>
                </c:pt>
                <c:pt idx="14838">
                  <c:v>4.0315200000000004</c:v>
                </c:pt>
                <c:pt idx="14839">
                  <c:v>4.0318199999999997</c:v>
                </c:pt>
                <c:pt idx="14840">
                  <c:v>4.0321300000000004</c:v>
                </c:pt>
                <c:pt idx="14841">
                  <c:v>4.0324400000000002</c:v>
                </c:pt>
                <c:pt idx="14842">
                  <c:v>4.0327400000000004</c:v>
                </c:pt>
                <c:pt idx="14843">
                  <c:v>4.0330500000000002</c:v>
                </c:pt>
                <c:pt idx="14844">
                  <c:v>4.0333500000000004</c:v>
                </c:pt>
                <c:pt idx="14845">
                  <c:v>4.0336600000000002</c:v>
                </c:pt>
                <c:pt idx="14846">
                  <c:v>4.0339600000000004</c:v>
                </c:pt>
                <c:pt idx="14847">
                  <c:v>4.0342700000000002</c:v>
                </c:pt>
                <c:pt idx="14848">
                  <c:v>4.0345700000000004</c:v>
                </c:pt>
                <c:pt idx="14849">
                  <c:v>4.0348800000000002</c:v>
                </c:pt>
                <c:pt idx="14850">
                  <c:v>4.0351800000000004</c:v>
                </c:pt>
                <c:pt idx="14851">
                  <c:v>4.0354900000000002</c:v>
                </c:pt>
                <c:pt idx="14852">
                  <c:v>4.0357900000000004</c:v>
                </c:pt>
                <c:pt idx="14853">
                  <c:v>4.0361000000000002</c:v>
                </c:pt>
                <c:pt idx="14854">
                  <c:v>4.0364100000000001</c:v>
                </c:pt>
                <c:pt idx="14855">
                  <c:v>4.0367100000000002</c:v>
                </c:pt>
                <c:pt idx="14856">
                  <c:v>4.0370200000000001</c:v>
                </c:pt>
                <c:pt idx="14857">
                  <c:v>4.0373200000000002</c:v>
                </c:pt>
                <c:pt idx="14858">
                  <c:v>4.0376300000000001</c:v>
                </c:pt>
                <c:pt idx="14859">
                  <c:v>4.0379300000000002</c:v>
                </c:pt>
                <c:pt idx="14860">
                  <c:v>4.0382400000000001</c:v>
                </c:pt>
                <c:pt idx="14861">
                  <c:v>4.0385400000000002</c:v>
                </c:pt>
                <c:pt idx="14862">
                  <c:v>4.0388500000000001</c:v>
                </c:pt>
                <c:pt idx="14863">
                  <c:v>4.0391500000000002</c:v>
                </c:pt>
                <c:pt idx="14864">
                  <c:v>4.0394600000000001</c:v>
                </c:pt>
                <c:pt idx="14865">
                  <c:v>4.0397699999999999</c:v>
                </c:pt>
                <c:pt idx="14866">
                  <c:v>4.0400700000000001</c:v>
                </c:pt>
                <c:pt idx="14867">
                  <c:v>4.0403799999999999</c:v>
                </c:pt>
                <c:pt idx="14868">
                  <c:v>4.04068</c:v>
                </c:pt>
                <c:pt idx="14869">
                  <c:v>4.0409899999999999</c:v>
                </c:pt>
                <c:pt idx="14870">
                  <c:v>4.04129</c:v>
                </c:pt>
                <c:pt idx="14871">
                  <c:v>4.0415999999999999</c:v>
                </c:pt>
                <c:pt idx="14872">
                  <c:v>4.0419</c:v>
                </c:pt>
                <c:pt idx="14873">
                  <c:v>4.0422099999999999</c:v>
                </c:pt>
                <c:pt idx="14874">
                  <c:v>4.04251</c:v>
                </c:pt>
                <c:pt idx="14875">
                  <c:v>4.0428199999999999</c:v>
                </c:pt>
                <c:pt idx="14876">
                  <c:v>4.04312</c:v>
                </c:pt>
                <c:pt idx="14877">
                  <c:v>4.0434299999999999</c:v>
                </c:pt>
                <c:pt idx="14878">
                  <c:v>4.0437399999999997</c:v>
                </c:pt>
                <c:pt idx="14879">
                  <c:v>4.0440399999999999</c:v>
                </c:pt>
                <c:pt idx="14880">
                  <c:v>4.0443499999999997</c:v>
                </c:pt>
                <c:pt idx="14881">
                  <c:v>4.0446499999999999</c:v>
                </c:pt>
                <c:pt idx="14882">
                  <c:v>4.0449599999999997</c:v>
                </c:pt>
                <c:pt idx="14883">
                  <c:v>4.0452599999999999</c:v>
                </c:pt>
                <c:pt idx="14884">
                  <c:v>4.0455699999999997</c:v>
                </c:pt>
                <c:pt idx="14885">
                  <c:v>4.0458699999999999</c:v>
                </c:pt>
                <c:pt idx="14886">
                  <c:v>4.0461799999999997</c:v>
                </c:pt>
                <c:pt idx="14887">
                  <c:v>4.0464799999999999</c:v>
                </c:pt>
                <c:pt idx="14888">
                  <c:v>4.0467899999999997</c:v>
                </c:pt>
                <c:pt idx="14889">
                  <c:v>4.0470899999999999</c:v>
                </c:pt>
                <c:pt idx="14890">
                  <c:v>4.0473999999999997</c:v>
                </c:pt>
                <c:pt idx="14891">
                  <c:v>4.0477100000000004</c:v>
                </c:pt>
                <c:pt idx="14892">
                  <c:v>4.0480099999999997</c:v>
                </c:pt>
                <c:pt idx="14893">
                  <c:v>4.0483200000000004</c:v>
                </c:pt>
                <c:pt idx="14894">
                  <c:v>4.0486199999999997</c:v>
                </c:pt>
                <c:pt idx="14895">
                  <c:v>4.0489300000000004</c:v>
                </c:pt>
                <c:pt idx="14896">
                  <c:v>4.0492299999999997</c:v>
                </c:pt>
                <c:pt idx="14897">
                  <c:v>4.0495400000000004</c:v>
                </c:pt>
                <c:pt idx="14898">
                  <c:v>4.0498399999999997</c:v>
                </c:pt>
                <c:pt idx="14899">
                  <c:v>4.0501500000000004</c:v>
                </c:pt>
                <c:pt idx="14900">
                  <c:v>4.0504499999999997</c:v>
                </c:pt>
                <c:pt idx="14901">
                  <c:v>4.0507600000000004</c:v>
                </c:pt>
                <c:pt idx="14902">
                  <c:v>4.0510599999999997</c:v>
                </c:pt>
                <c:pt idx="14903">
                  <c:v>4.0513700000000004</c:v>
                </c:pt>
                <c:pt idx="14904">
                  <c:v>4.0516800000000002</c:v>
                </c:pt>
                <c:pt idx="14905">
                  <c:v>4.0519800000000004</c:v>
                </c:pt>
                <c:pt idx="14906">
                  <c:v>4.0522900000000002</c:v>
                </c:pt>
                <c:pt idx="14907">
                  <c:v>4.0525900000000004</c:v>
                </c:pt>
                <c:pt idx="14908">
                  <c:v>4.0529000000000002</c:v>
                </c:pt>
                <c:pt idx="14909">
                  <c:v>4.0532000000000004</c:v>
                </c:pt>
                <c:pt idx="14910">
                  <c:v>4.0535100000000002</c:v>
                </c:pt>
                <c:pt idx="14911">
                  <c:v>4.0538100000000004</c:v>
                </c:pt>
                <c:pt idx="14912">
                  <c:v>4.0541200000000002</c:v>
                </c:pt>
                <c:pt idx="14913">
                  <c:v>4.0544200000000004</c:v>
                </c:pt>
                <c:pt idx="14914">
                  <c:v>4.0547300000000002</c:v>
                </c:pt>
                <c:pt idx="14915">
                  <c:v>4.05504</c:v>
                </c:pt>
                <c:pt idx="14916">
                  <c:v>4.0553400000000002</c:v>
                </c:pt>
                <c:pt idx="14917">
                  <c:v>4.05565</c:v>
                </c:pt>
                <c:pt idx="14918">
                  <c:v>4.0559500000000002</c:v>
                </c:pt>
                <c:pt idx="14919">
                  <c:v>4.05626</c:v>
                </c:pt>
                <c:pt idx="14920">
                  <c:v>4.0565600000000002</c:v>
                </c:pt>
                <c:pt idx="14921">
                  <c:v>4.05687</c:v>
                </c:pt>
                <c:pt idx="14922">
                  <c:v>4.0571700000000002</c:v>
                </c:pt>
                <c:pt idx="14923">
                  <c:v>4.05748</c:v>
                </c:pt>
                <c:pt idx="14924">
                  <c:v>4.0577800000000002</c:v>
                </c:pt>
                <c:pt idx="14925">
                  <c:v>4.05809</c:v>
                </c:pt>
                <c:pt idx="14926">
                  <c:v>4.0583900000000002</c:v>
                </c:pt>
                <c:pt idx="14927">
                  <c:v>4.0587</c:v>
                </c:pt>
                <c:pt idx="14928">
                  <c:v>4.0590099999999998</c:v>
                </c:pt>
                <c:pt idx="14929">
                  <c:v>4.05931</c:v>
                </c:pt>
                <c:pt idx="14930">
                  <c:v>4.0596199999999998</c:v>
                </c:pt>
                <c:pt idx="14931">
                  <c:v>4.05992</c:v>
                </c:pt>
                <c:pt idx="14932">
                  <c:v>4.0602299999999998</c:v>
                </c:pt>
                <c:pt idx="14933">
                  <c:v>4.06053</c:v>
                </c:pt>
                <c:pt idx="14934">
                  <c:v>4.0608399999999998</c:v>
                </c:pt>
                <c:pt idx="14935">
                  <c:v>4.06114</c:v>
                </c:pt>
                <c:pt idx="14936">
                  <c:v>4.0614499999999998</c:v>
                </c:pt>
                <c:pt idx="14937">
                  <c:v>4.06175</c:v>
                </c:pt>
                <c:pt idx="14938">
                  <c:v>4.0620599999999998</c:v>
                </c:pt>
                <c:pt idx="14939">
                  <c:v>4.06236</c:v>
                </c:pt>
                <c:pt idx="14940">
                  <c:v>4.0626699999999998</c:v>
                </c:pt>
                <c:pt idx="14941">
                  <c:v>4.0629799999999996</c:v>
                </c:pt>
                <c:pt idx="14942">
                  <c:v>4.0632799999999998</c:v>
                </c:pt>
                <c:pt idx="14943">
                  <c:v>4.0635899999999996</c:v>
                </c:pt>
                <c:pt idx="14944">
                  <c:v>4.0638899999999998</c:v>
                </c:pt>
                <c:pt idx="14945">
                  <c:v>4.0641999999999996</c:v>
                </c:pt>
                <c:pt idx="14946">
                  <c:v>4.0644999999999998</c:v>
                </c:pt>
                <c:pt idx="14947">
                  <c:v>4.0648099999999996</c:v>
                </c:pt>
                <c:pt idx="14948">
                  <c:v>4.0651099999999998</c:v>
                </c:pt>
                <c:pt idx="14949">
                  <c:v>4.0654199999999996</c:v>
                </c:pt>
                <c:pt idx="14950">
                  <c:v>4.0657199999999998</c:v>
                </c:pt>
                <c:pt idx="14951">
                  <c:v>4.0660299999999996</c:v>
                </c:pt>
                <c:pt idx="14952">
                  <c:v>4.0663299999999998</c:v>
                </c:pt>
                <c:pt idx="14953">
                  <c:v>4.0666399999999996</c:v>
                </c:pt>
                <c:pt idx="14954">
                  <c:v>4.0669500000000003</c:v>
                </c:pt>
                <c:pt idx="14955">
                  <c:v>4.0672499999999996</c:v>
                </c:pt>
                <c:pt idx="14956">
                  <c:v>4.0675600000000003</c:v>
                </c:pt>
                <c:pt idx="14957">
                  <c:v>4.0678599999999996</c:v>
                </c:pt>
                <c:pt idx="14958">
                  <c:v>4.0681700000000003</c:v>
                </c:pt>
                <c:pt idx="14959">
                  <c:v>4.0684699999999996</c:v>
                </c:pt>
                <c:pt idx="14960">
                  <c:v>4.0687800000000003</c:v>
                </c:pt>
                <c:pt idx="14961">
                  <c:v>4.0690799999999996</c:v>
                </c:pt>
                <c:pt idx="14962">
                  <c:v>4.0693900000000003</c:v>
                </c:pt>
                <c:pt idx="14963">
                  <c:v>4.0696899999999996</c:v>
                </c:pt>
                <c:pt idx="14964">
                  <c:v>4.07</c:v>
                </c:pt>
                <c:pt idx="14965">
                  <c:v>4.0702999999999996</c:v>
                </c:pt>
                <c:pt idx="14966">
                  <c:v>4.0706100000000003</c:v>
                </c:pt>
                <c:pt idx="14967">
                  <c:v>4.0709200000000001</c:v>
                </c:pt>
                <c:pt idx="14968">
                  <c:v>4.0712200000000003</c:v>
                </c:pt>
                <c:pt idx="14969">
                  <c:v>4.0715300000000001</c:v>
                </c:pt>
                <c:pt idx="14970">
                  <c:v>4.0718300000000003</c:v>
                </c:pt>
                <c:pt idx="14971">
                  <c:v>4.0721400000000001</c:v>
                </c:pt>
                <c:pt idx="14972">
                  <c:v>4.0724400000000003</c:v>
                </c:pt>
                <c:pt idx="14973">
                  <c:v>4.0727500000000001</c:v>
                </c:pt>
                <c:pt idx="14974">
                  <c:v>4.0730500000000003</c:v>
                </c:pt>
                <c:pt idx="14975">
                  <c:v>4.0733600000000001</c:v>
                </c:pt>
                <c:pt idx="14976">
                  <c:v>4.0736600000000003</c:v>
                </c:pt>
                <c:pt idx="14977">
                  <c:v>4.0739700000000001</c:v>
                </c:pt>
                <c:pt idx="14978">
                  <c:v>4.0742799999999999</c:v>
                </c:pt>
                <c:pt idx="14979">
                  <c:v>4.0745800000000001</c:v>
                </c:pt>
                <c:pt idx="14980">
                  <c:v>4.0748899999999999</c:v>
                </c:pt>
                <c:pt idx="14981">
                  <c:v>4.0751900000000001</c:v>
                </c:pt>
                <c:pt idx="14982">
                  <c:v>4.0754999999999999</c:v>
                </c:pt>
                <c:pt idx="14983">
                  <c:v>4.0758000000000001</c:v>
                </c:pt>
                <c:pt idx="14984">
                  <c:v>4.0761099999999999</c:v>
                </c:pt>
                <c:pt idx="14985">
                  <c:v>4.0764100000000001</c:v>
                </c:pt>
                <c:pt idx="14986">
                  <c:v>4.0767199999999999</c:v>
                </c:pt>
                <c:pt idx="14987">
                  <c:v>4.0770200000000001</c:v>
                </c:pt>
                <c:pt idx="14988">
                  <c:v>4.0773299999999999</c:v>
                </c:pt>
                <c:pt idx="14989">
                  <c:v>4.0776300000000001</c:v>
                </c:pt>
                <c:pt idx="14990">
                  <c:v>4.0779399999999999</c:v>
                </c:pt>
                <c:pt idx="14991">
                  <c:v>4.0782499999999997</c:v>
                </c:pt>
                <c:pt idx="14992">
                  <c:v>4.0785499999999999</c:v>
                </c:pt>
                <c:pt idx="14993">
                  <c:v>4.0788599999999997</c:v>
                </c:pt>
                <c:pt idx="14994">
                  <c:v>4.0791599999999999</c:v>
                </c:pt>
                <c:pt idx="14995">
                  <c:v>4.0794699999999997</c:v>
                </c:pt>
                <c:pt idx="14996">
                  <c:v>4.0797699999999999</c:v>
                </c:pt>
                <c:pt idx="14997">
                  <c:v>4.0800799999999997</c:v>
                </c:pt>
                <c:pt idx="14998">
                  <c:v>4.0803799999999999</c:v>
                </c:pt>
                <c:pt idx="14999">
                  <c:v>4.0806899999999997</c:v>
                </c:pt>
                <c:pt idx="15000">
                  <c:v>4.0809899999999999</c:v>
                </c:pt>
                <c:pt idx="15001">
                  <c:v>4.0812999999999997</c:v>
                </c:pt>
                <c:pt idx="15002">
                  <c:v>4.0815999999999999</c:v>
                </c:pt>
                <c:pt idx="15003">
                  <c:v>4.0819099999999997</c:v>
                </c:pt>
                <c:pt idx="15004">
                  <c:v>4.0822200000000004</c:v>
                </c:pt>
                <c:pt idx="15005">
                  <c:v>4.0825199999999997</c:v>
                </c:pt>
                <c:pt idx="15006">
                  <c:v>4.0828300000000004</c:v>
                </c:pt>
                <c:pt idx="15007">
                  <c:v>4.0831299999999997</c:v>
                </c:pt>
                <c:pt idx="15008">
                  <c:v>4.0834400000000004</c:v>
                </c:pt>
                <c:pt idx="15009">
                  <c:v>4.0837399999999997</c:v>
                </c:pt>
                <c:pt idx="15010">
                  <c:v>4.0840500000000004</c:v>
                </c:pt>
                <c:pt idx="15011">
                  <c:v>4.0843499999999997</c:v>
                </c:pt>
                <c:pt idx="15012">
                  <c:v>4.0846600000000004</c:v>
                </c:pt>
                <c:pt idx="15013">
                  <c:v>4.0849599999999997</c:v>
                </c:pt>
                <c:pt idx="15014">
                  <c:v>4.0852700000000004</c:v>
                </c:pt>
                <c:pt idx="15015">
                  <c:v>4.0855699999999997</c:v>
                </c:pt>
                <c:pt idx="15016">
                  <c:v>4.0858800000000004</c:v>
                </c:pt>
                <c:pt idx="15017">
                  <c:v>4.0861900000000002</c:v>
                </c:pt>
                <c:pt idx="15018">
                  <c:v>4.0864900000000004</c:v>
                </c:pt>
                <c:pt idx="15019">
                  <c:v>4.0868000000000002</c:v>
                </c:pt>
                <c:pt idx="15020">
                  <c:v>4.0871000000000004</c:v>
                </c:pt>
                <c:pt idx="15021">
                  <c:v>4.0874100000000002</c:v>
                </c:pt>
                <c:pt idx="15022">
                  <c:v>4.0877100000000004</c:v>
                </c:pt>
                <c:pt idx="15023">
                  <c:v>4.0880200000000002</c:v>
                </c:pt>
                <c:pt idx="15024">
                  <c:v>4.0883200000000004</c:v>
                </c:pt>
                <c:pt idx="15025">
                  <c:v>4.0886300000000002</c:v>
                </c:pt>
                <c:pt idx="15026">
                  <c:v>4.0889300000000004</c:v>
                </c:pt>
                <c:pt idx="15027">
                  <c:v>4.0892400000000002</c:v>
                </c:pt>
                <c:pt idx="15028">
                  <c:v>4.0895400000000004</c:v>
                </c:pt>
                <c:pt idx="15029">
                  <c:v>4.0898500000000002</c:v>
                </c:pt>
                <c:pt idx="15030">
                  <c:v>4.09016</c:v>
                </c:pt>
                <c:pt idx="15031">
                  <c:v>4.0904600000000002</c:v>
                </c:pt>
                <c:pt idx="15032">
                  <c:v>4.09077</c:v>
                </c:pt>
                <c:pt idx="15033">
                  <c:v>4.0910700000000002</c:v>
                </c:pt>
                <c:pt idx="15034">
                  <c:v>4.09138</c:v>
                </c:pt>
                <c:pt idx="15035">
                  <c:v>4.0916800000000002</c:v>
                </c:pt>
                <c:pt idx="15036">
                  <c:v>4.09199</c:v>
                </c:pt>
                <c:pt idx="15037">
                  <c:v>4.0922900000000002</c:v>
                </c:pt>
                <c:pt idx="15038">
                  <c:v>4.0926</c:v>
                </c:pt>
                <c:pt idx="15039">
                  <c:v>4.0929000000000002</c:v>
                </c:pt>
                <c:pt idx="15040">
                  <c:v>4.09321</c:v>
                </c:pt>
                <c:pt idx="15041">
                  <c:v>4.0935199999999998</c:v>
                </c:pt>
                <c:pt idx="15042">
                  <c:v>4.09382</c:v>
                </c:pt>
                <c:pt idx="15043">
                  <c:v>4.0941299999999998</c:v>
                </c:pt>
                <c:pt idx="15044">
                  <c:v>4.09443</c:v>
                </c:pt>
                <c:pt idx="15045">
                  <c:v>4.0947399999999998</c:v>
                </c:pt>
                <c:pt idx="15046">
                  <c:v>4.09504</c:v>
                </c:pt>
                <c:pt idx="15047">
                  <c:v>4.0953499999999998</c:v>
                </c:pt>
                <c:pt idx="15048">
                  <c:v>4.09565</c:v>
                </c:pt>
                <c:pt idx="15049">
                  <c:v>4.0959599999999998</c:v>
                </c:pt>
                <c:pt idx="15050">
                  <c:v>4.09626</c:v>
                </c:pt>
                <c:pt idx="15051">
                  <c:v>4.0965699999999998</c:v>
                </c:pt>
                <c:pt idx="15052">
                  <c:v>4.09687</c:v>
                </c:pt>
                <c:pt idx="15053">
                  <c:v>4.0971799999999998</c:v>
                </c:pt>
                <c:pt idx="15054">
                  <c:v>4.0974899999999996</c:v>
                </c:pt>
                <c:pt idx="15055">
                  <c:v>4.0977899999999998</c:v>
                </c:pt>
                <c:pt idx="15056">
                  <c:v>4.0980999999999996</c:v>
                </c:pt>
                <c:pt idx="15057">
                  <c:v>4.0983999999999998</c:v>
                </c:pt>
                <c:pt idx="15058">
                  <c:v>4.0987099999999996</c:v>
                </c:pt>
                <c:pt idx="15059">
                  <c:v>4.0990099999999998</c:v>
                </c:pt>
                <c:pt idx="15060">
                  <c:v>4.0993199999999996</c:v>
                </c:pt>
                <c:pt idx="15061">
                  <c:v>4.0996199999999998</c:v>
                </c:pt>
                <c:pt idx="15062">
                  <c:v>4.0999299999999996</c:v>
                </c:pt>
                <c:pt idx="15063">
                  <c:v>4.1002299999999998</c:v>
                </c:pt>
                <c:pt idx="15064">
                  <c:v>4.1005399999999996</c:v>
                </c:pt>
                <c:pt idx="15065">
                  <c:v>4.1008399999999998</c:v>
                </c:pt>
                <c:pt idx="15066">
                  <c:v>4.1011499999999996</c:v>
                </c:pt>
                <c:pt idx="15067">
                  <c:v>4.1014600000000003</c:v>
                </c:pt>
                <c:pt idx="15068">
                  <c:v>4.1017599999999996</c:v>
                </c:pt>
                <c:pt idx="15069">
                  <c:v>4.1020700000000003</c:v>
                </c:pt>
                <c:pt idx="15070">
                  <c:v>4.1023699999999996</c:v>
                </c:pt>
                <c:pt idx="15071">
                  <c:v>4.1026800000000003</c:v>
                </c:pt>
                <c:pt idx="15072">
                  <c:v>4.1029799999999996</c:v>
                </c:pt>
                <c:pt idx="15073">
                  <c:v>4.1032900000000003</c:v>
                </c:pt>
                <c:pt idx="15074">
                  <c:v>4.1035899999999996</c:v>
                </c:pt>
                <c:pt idx="15075">
                  <c:v>4.1039000000000003</c:v>
                </c:pt>
                <c:pt idx="15076">
                  <c:v>4.1041999999999996</c:v>
                </c:pt>
                <c:pt idx="15077">
                  <c:v>4.1045100000000003</c:v>
                </c:pt>
                <c:pt idx="15078">
                  <c:v>4.1048099999999996</c:v>
                </c:pt>
                <c:pt idx="15079">
                  <c:v>4.1051200000000003</c:v>
                </c:pt>
                <c:pt idx="15080">
                  <c:v>4.1054300000000001</c:v>
                </c:pt>
                <c:pt idx="15081">
                  <c:v>4.1057300000000003</c:v>
                </c:pt>
                <c:pt idx="15082">
                  <c:v>4.1060400000000001</c:v>
                </c:pt>
                <c:pt idx="15083">
                  <c:v>4.1063400000000003</c:v>
                </c:pt>
                <c:pt idx="15084">
                  <c:v>4.1066500000000001</c:v>
                </c:pt>
                <c:pt idx="15085">
                  <c:v>4.1069500000000003</c:v>
                </c:pt>
                <c:pt idx="15086">
                  <c:v>4.1072600000000001</c:v>
                </c:pt>
                <c:pt idx="15087">
                  <c:v>4.1075600000000003</c:v>
                </c:pt>
                <c:pt idx="15088">
                  <c:v>4.1078700000000001</c:v>
                </c:pt>
                <c:pt idx="15089">
                  <c:v>4.1081700000000003</c:v>
                </c:pt>
                <c:pt idx="15090">
                  <c:v>4.1084800000000001</c:v>
                </c:pt>
                <c:pt idx="15091">
                  <c:v>4.1087899999999999</c:v>
                </c:pt>
                <c:pt idx="15092">
                  <c:v>4.1090900000000001</c:v>
                </c:pt>
                <c:pt idx="15093">
                  <c:v>4.1093999999999999</c:v>
                </c:pt>
                <c:pt idx="15094">
                  <c:v>4.1097000000000001</c:v>
                </c:pt>
                <c:pt idx="15095">
                  <c:v>4.1100099999999999</c:v>
                </c:pt>
                <c:pt idx="15096">
                  <c:v>4.1103100000000001</c:v>
                </c:pt>
                <c:pt idx="15097">
                  <c:v>4.1106199999999999</c:v>
                </c:pt>
                <c:pt idx="15098">
                  <c:v>4.1109200000000001</c:v>
                </c:pt>
                <c:pt idx="15099">
                  <c:v>4.1112299999999999</c:v>
                </c:pt>
                <c:pt idx="15100">
                  <c:v>4.1115300000000001</c:v>
                </c:pt>
                <c:pt idx="15101">
                  <c:v>4.1118399999999999</c:v>
                </c:pt>
                <c:pt idx="15102">
                  <c:v>4.1121400000000001</c:v>
                </c:pt>
                <c:pt idx="15103">
                  <c:v>4.1124499999999999</c:v>
                </c:pt>
                <c:pt idx="15104">
                  <c:v>4.1127599999999997</c:v>
                </c:pt>
                <c:pt idx="15105">
                  <c:v>4.1130599999999999</c:v>
                </c:pt>
                <c:pt idx="15106">
                  <c:v>4.1133699999999997</c:v>
                </c:pt>
                <c:pt idx="15107">
                  <c:v>4.1136699999999999</c:v>
                </c:pt>
                <c:pt idx="15108">
                  <c:v>4.1139799999999997</c:v>
                </c:pt>
                <c:pt idx="15109">
                  <c:v>4.1142799999999999</c:v>
                </c:pt>
                <c:pt idx="15110">
                  <c:v>4.1145899999999997</c:v>
                </c:pt>
                <c:pt idx="15111">
                  <c:v>4.1148899999999999</c:v>
                </c:pt>
                <c:pt idx="15112">
                  <c:v>4.1151999999999997</c:v>
                </c:pt>
                <c:pt idx="15113">
                  <c:v>4.1154999999999999</c:v>
                </c:pt>
                <c:pt idx="15114">
                  <c:v>4.1158099999999997</c:v>
                </c:pt>
                <c:pt idx="15115">
                  <c:v>4.1161099999999999</c:v>
                </c:pt>
                <c:pt idx="15116">
                  <c:v>4.1164199999999997</c:v>
                </c:pt>
                <c:pt idx="15117">
                  <c:v>4.1167299999999996</c:v>
                </c:pt>
                <c:pt idx="15118">
                  <c:v>4.1170299999999997</c:v>
                </c:pt>
                <c:pt idx="15119">
                  <c:v>4.1173400000000004</c:v>
                </c:pt>
                <c:pt idx="15120">
                  <c:v>4.1176399999999997</c:v>
                </c:pt>
                <c:pt idx="15121">
                  <c:v>4.1179500000000004</c:v>
                </c:pt>
                <c:pt idx="15122">
                  <c:v>4.1182499999999997</c:v>
                </c:pt>
                <c:pt idx="15123">
                  <c:v>4.1185600000000004</c:v>
                </c:pt>
                <c:pt idx="15124">
                  <c:v>4.1188599999999997</c:v>
                </c:pt>
                <c:pt idx="15125">
                  <c:v>4.1191700000000004</c:v>
                </c:pt>
                <c:pt idx="15126">
                  <c:v>4.1194699999999997</c:v>
                </c:pt>
                <c:pt idx="15127">
                  <c:v>4.1197800000000004</c:v>
                </c:pt>
                <c:pt idx="15128">
                  <c:v>4.1200799999999997</c:v>
                </c:pt>
                <c:pt idx="15129">
                  <c:v>4.1203900000000004</c:v>
                </c:pt>
                <c:pt idx="15130">
                  <c:v>4.1207000000000003</c:v>
                </c:pt>
                <c:pt idx="15131">
                  <c:v>4.1210000000000004</c:v>
                </c:pt>
                <c:pt idx="15132">
                  <c:v>4.1213100000000003</c:v>
                </c:pt>
                <c:pt idx="15133">
                  <c:v>4.1216100000000004</c:v>
                </c:pt>
                <c:pt idx="15134">
                  <c:v>4.1219200000000003</c:v>
                </c:pt>
                <c:pt idx="15135">
                  <c:v>4.1222200000000004</c:v>
                </c:pt>
                <c:pt idx="15136">
                  <c:v>4.1225300000000002</c:v>
                </c:pt>
                <c:pt idx="15137">
                  <c:v>4.1228300000000004</c:v>
                </c:pt>
                <c:pt idx="15138">
                  <c:v>4.1231400000000002</c:v>
                </c:pt>
                <c:pt idx="15139">
                  <c:v>4.1234400000000004</c:v>
                </c:pt>
                <c:pt idx="15140">
                  <c:v>4.1237500000000002</c:v>
                </c:pt>
                <c:pt idx="15141">
                  <c:v>4.1240500000000004</c:v>
                </c:pt>
                <c:pt idx="15142">
                  <c:v>4.1243600000000002</c:v>
                </c:pt>
                <c:pt idx="15143">
                  <c:v>4.1246700000000001</c:v>
                </c:pt>
                <c:pt idx="15144">
                  <c:v>4.1249700000000002</c:v>
                </c:pt>
                <c:pt idx="15145">
                  <c:v>4.1252800000000001</c:v>
                </c:pt>
                <c:pt idx="15146">
                  <c:v>4.1255800000000002</c:v>
                </c:pt>
                <c:pt idx="15147">
                  <c:v>4.1258900000000001</c:v>
                </c:pt>
                <c:pt idx="15148">
                  <c:v>4.1261900000000002</c:v>
                </c:pt>
                <c:pt idx="15149">
                  <c:v>4.1265000000000001</c:v>
                </c:pt>
                <c:pt idx="15150">
                  <c:v>4.1268000000000002</c:v>
                </c:pt>
                <c:pt idx="15151">
                  <c:v>4.1271100000000001</c:v>
                </c:pt>
                <c:pt idx="15152">
                  <c:v>4.1274100000000002</c:v>
                </c:pt>
                <c:pt idx="15153">
                  <c:v>4.1277200000000001</c:v>
                </c:pt>
                <c:pt idx="15154">
                  <c:v>4.1280299999999999</c:v>
                </c:pt>
                <c:pt idx="15155">
                  <c:v>4.1283300000000001</c:v>
                </c:pt>
                <c:pt idx="15156">
                  <c:v>4.1286399999999999</c:v>
                </c:pt>
                <c:pt idx="15157">
                  <c:v>4.1289400000000001</c:v>
                </c:pt>
                <c:pt idx="15158">
                  <c:v>4.1292499999999999</c:v>
                </c:pt>
                <c:pt idx="15159">
                  <c:v>4.1295500000000001</c:v>
                </c:pt>
                <c:pt idx="15160">
                  <c:v>4.1298599999999999</c:v>
                </c:pt>
                <c:pt idx="15161">
                  <c:v>4.1301600000000001</c:v>
                </c:pt>
                <c:pt idx="15162">
                  <c:v>4.1304699999999999</c:v>
                </c:pt>
                <c:pt idx="15163">
                  <c:v>4.1307700000000001</c:v>
                </c:pt>
                <c:pt idx="15164">
                  <c:v>4.1310799999999999</c:v>
                </c:pt>
                <c:pt idx="15165">
                  <c:v>4.1313800000000001</c:v>
                </c:pt>
                <c:pt idx="15166">
                  <c:v>4.1316899999999999</c:v>
                </c:pt>
                <c:pt idx="15167">
                  <c:v>4.1319999999999997</c:v>
                </c:pt>
                <c:pt idx="15168">
                  <c:v>4.1322999999999999</c:v>
                </c:pt>
                <c:pt idx="15169">
                  <c:v>4.1326099999999997</c:v>
                </c:pt>
                <c:pt idx="15170">
                  <c:v>4.1329099999999999</c:v>
                </c:pt>
                <c:pt idx="15171">
                  <c:v>4.1332199999999997</c:v>
                </c:pt>
                <c:pt idx="15172">
                  <c:v>4.1335199999999999</c:v>
                </c:pt>
                <c:pt idx="15173">
                  <c:v>4.1338299999999997</c:v>
                </c:pt>
                <c:pt idx="15174">
                  <c:v>4.1341299999999999</c:v>
                </c:pt>
                <c:pt idx="15175">
                  <c:v>4.1344399999999997</c:v>
                </c:pt>
                <c:pt idx="15176">
                  <c:v>4.1347399999999999</c:v>
                </c:pt>
                <c:pt idx="15177">
                  <c:v>4.1350499999999997</c:v>
                </c:pt>
                <c:pt idx="15178">
                  <c:v>4.1353499999999999</c:v>
                </c:pt>
                <c:pt idx="15179">
                  <c:v>4.1356599999999997</c:v>
                </c:pt>
                <c:pt idx="15180">
                  <c:v>4.1359700000000004</c:v>
                </c:pt>
                <c:pt idx="15181">
                  <c:v>4.1362699999999997</c:v>
                </c:pt>
                <c:pt idx="15182">
                  <c:v>4.1365800000000004</c:v>
                </c:pt>
                <c:pt idx="15183">
                  <c:v>4.1368799999999997</c:v>
                </c:pt>
                <c:pt idx="15184">
                  <c:v>4.1371900000000004</c:v>
                </c:pt>
                <c:pt idx="15185">
                  <c:v>4.1374899999999997</c:v>
                </c:pt>
                <c:pt idx="15186">
                  <c:v>4.1378000000000004</c:v>
                </c:pt>
                <c:pt idx="15187">
                  <c:v>4.1380999999999997</c:v>
                </c:pt>
                <c:pt idx="15188">
                  <c:v>4.1384100000000004</c:v>
                </c:pt>
                <c:pt idx="15189">
                  <c:v>4.1387099999999997</c:v>
                </c:pt>
                <c:pt idx="15190">
                  <c:v>4.1390200000000004</c:v>
                </c:pt>
                <c:pt idx="15191">
                  <c:v>4.1393199999999997</c:v>
                </c:pt>
                <c:pt idx="15192">
                  <c:v>4.1396300000000004</c:v>
                </c:pt>
                <c:pt idx="15193">
                  <c:v>4.1399400000000002</c:v>
                </c:pt>
                <c:pt idx="15194">
                  <c:v>4.1402400000000004</c:v>
                </c:pt>
                <c:pt idx="15195">
                  <c:v>4.1405500000000002</c:v>
                </c:pt>
                <c:pt idx="15196">
                  <c:v>4.1408500000000004</c:v>
                </c:pt>
                <c:pt idx="15197">
                  <c:v>4.1411600000000002</c:v>
                </c:pt>
                <c:pt idx="15198">
                  <c:v>4.1414600000000004</c:v>
                </c:pt>
                <c:pt idx="15199">
                  <c:v>4.1417700000000002</c:v>
                </c:pt>
                <c:pt idx="15200">
                  <c:v>4.1420700000000004</c:v>
                </c:pt>
                <c:pt idx="15201">
                  <c:v>4.1423800000000002</c:v>
                </c:pt>
                <c:pt idx="15202">
                  <c:v>4.1426800000000004</c:v>
                </c:pt>
                <c:pt idx="15203">
                  <c:v>4.1429900000000002</c:v>
                </c:pt>
                <c:pt idx="15204">
                  <c:v>4.1432900000000004</c:v>
                </c:pt>
                <c:pt idx="15205">
                  <c:v>4.1436000000000002</c:v>
                </c:pt>
                <c:pt idx="15206">
                  <c:v>4.14391</c:v>
                </c:pt>
                <c:pt idx="15207">
                  <c:v>4.1442100000000002</c:v>
                </c:pt>
                <c:pt idx="15208">
                  <c:v>4.14452</c:v>
                </c:pt>
                <c:pt idx="15209">
                  <c:v>4.1448200000000002</c:v>
                </c:pt>
                <c:pt idx="15210">
                  <c:v>4.14513</c:v>
                </c:pt>
                <c:pt idx="15211">
                  <c:v>4.1454300000000002</c:v>
                </c:pt>
                <c:pt idx="15212">
                  <c:v>4.14574</c:v>
                </c:pt>
                <c:pt idx="15213">
                  <c:v>4.1460400000000002</c:v>
                </c:pt>
                <c:pt idx="15214">
                  <c:v>4.14635</c:v>
                </c:pt>
                <c:pt idx="15215">
                  <c:v>4.1466500000000002</c:v>
                </c:pt>
                <c:pt idx="15216">
                  <c:v>4.14696</c:v>
                </c:pt>
                <c:pt idx="15217">
                  <c:v>4.1472699999999998</c:v>
                </c:pt>
                <c:pt idx="15218">
                  <c:v>4.14757</c:v>
                </c:pt>
                <c:pt idx="15219">
                  <c:v>4.1478799999999998</c:v>
                </c:pt>
                <c:pt idx="15220">
                  <c:v>4.14818</c:v>
                </c:pt>
                <c:pt idx="15221">
                  <c:v>4.1484899999999998</c:v>
                </c:pt>
                <c:pt idx="15222">
                  <c:v>4.14879</c:v>
                </c:pt>
                <c:pt idx="15223">
                  <c:v>4.1490999999999998</c:v>
                </c:pt>
                <c:pt idx="15224">
                  <c:v>4.1494</c:v>
                </c:pt>
                <c:pt idx="15225">
                  <c:v>4.1497099999999998</c:v>
                </c:pt>
                <c:pt idx="15226">
                  <c:v>4.15001</c:v>
                </c:pt>
                <c:pt idx="15227">
                  <c:v>4.1503199999999998</c:v>
                </c:pt>
                <c:pt idx="15228">
                  <c:v>4.15062</c:v>
                </c:pt>
                <c:pt idx="15229">
                  <c:v>4.1509299999999998</c:v>
                </c:pt>
                <c:pt idx="15230">
                  <c:v>4.1512399999999996</c:v>
                </c:pt>
                <c:pt idx="15231">
                  <c:v>4.1515399999999998</c:v>
                </c:pt>
                <c:pt idx="15232">
                  <c:v>4.1518499999999996</c:v>
                </c:pt>
                <c:pt idx="15233">
                  <c:v>4.1521499999999998</c:v>
                </c:pt>
                <c:pt idx="15234">
                  <c:v>4.1524599999999996</c:v>
                </c:pt>
                <c:pt idx="15235">
                  <c:v>4.1527599999999998</c:v>
                </c:pt>
                <c:pt idx="15236">
                  <c:v>4.1530699999999996</c:v>
                </c:pt>
                <c:pt idx="15237">
                  <c:v>4.1533699999999998</c:v>
                </c:pt>
                <c:pt idx="15238">
                  <c:v>4.1536799999999996</c:v>
                </c:pt>
                <c:pt idx="15239">
                  <c:v>4.1539799999999998</c:v>
                </c:pt>
                <c:pt idx="15240">
                  <c:v>4.1542899999999996</c:v>
                </c:pt>
                <c:pt idx="15241">
                  <c:v>4.1545899999999998</c:v>
                </c:pt>
                <c:pt idx="15242">
                  <c:v>4.1548999999999996</c:v>
                </c:pt>
                <c:pt idx="15243">
                  <c:v>4.1552100000000003</c:v>
                </c:pt>
                <c:pt idx="15244">
                  <c:v>4.1555099999999996</c:v>
                </c:pt>
                <c:pt idx="15245">
                  <c:v>4.1558200000000003</c:v>
                </c:pt>
                <c:pt idx="15246">
                  <c:v>4.1561199999999996</c:v>
                </c:pt>
                <c:pt idx="15247">
                  <c:v>4.1564300000000003</c:v>
                </c:pt>
                <c:pt idx="15248">
                  <c:v>4.1567299999999996</c:v>
                </c:pt>
                <c:pt idx="15249">
                  <c:v>4.1570400000000003</c:v>
                </c:pt>
                <c:pt idx="15250">
                  <c:v>4.1573399999999996</c:v>
                </c:pt>
                <c:pt idx="15251">
                  <c:v>4.1576500000000003</c:v>
                </c:pt>
                <c:pt idx="15252">
                  <c:v>4.1579499999999996</c:v>
                </c:pt>
                <c:pt idx="15253">
                  <c:v>4.1582600000000003</c:v>
                </c:pt>
                <c:pt idx="15254">
                  <c:v>4.1585599999999996</c:v>
                </c:pt>
                <c:pt idx="15255">
                  <c:v>4.1588700000000003</c:v>
                </c:pt>
                <c:pt idx="15256">
                  <c:v>4.1591800000000001</c:v>
                </c:pt>
                <c:pt idx="15257">
                  <c:v>4.1594800000000003</c:v>
                </c:pt>
                <c:pt idx="15258">
                  <c:v>4.1597900000000001</c:v>
                </c:pt>
                <c:pt idx="15259">
                  <c:v>4.1600900000000003</c:v>
                </c:pt>
                <c:pt idx="15260">
                  <c:v>4.1604000000000001</c:v>
                </c:pt>
                <c:pt idx="15261">
                  <c:v>4.1607000000000003</c:v>
                </c:pt>
                <c:pt idx="15262">
                  <c:v>4.1610100000000001</c:v>
                </c:pt>
                <c:pt idx="15263">
                  <c:v>4.1613100000000003</c:v>
                </c:pt>
                <c:pt idx="15264">
                  <c:v>4.1616200000000001</c:v>
                </c:pt>
                <c:pt idx="15265">
                  <c:v>4.1619200000000003</c:v>
                </c:pt>
                <c:pt idx="15266">
                  <c:v>4.1622300000000001</c:v>
                </c:pt>
                <c:pt idx="15267">
                  <c:v>4.1625300000000003</c:v>
                </c:pt>
                <c:pt idx="15268">
                  <c:v>4.1628400000000001</c:v>
                </c:pt>
                <c:pt idx="15269">
                  <c:v>4.1631499999999999</c:v>
                </c:pt>
                <c:pt idx="15270">
                  <c:v>4.1634500000000001</c:v>
                </c:pt>
                <c:pt idx="15271">
                  <c:v>4.1637599999999999</c:v>
                </c:pt>
                <c:pt idx="15272">
                  <c:v>4.1640600000000001</c:v>
                </c:pt>
                <c:pt idx="15273">
                  <c:v>4.1643699999999999</c:v>
                </c:pt>
                <c:pt idx="15274">
                  <c:v>4.1646700000000001</c:v>
                </c:pt>
                <c:pt idx="15275">
                  <c:v>4.1649799999999999</c:v>
                </c:pt>
                <c:pt idx="15276">
                  <c:v>4.1652800000000001</c:v>
                </c:pt>
                <c:pt idx="15277">
                  <c:v>4.1655899999999999</c:v>
                </c:pt>
                <c:pt idx="15278">
                  <c:v>4.1658900000000001</c:v>
                </c:pt>
                <c:pt idx="15279">
                  <c:v>4.1661999999999999</c:v>
                </c:pt>
                <c:pt idx="15280">
                  <c:v>4.1665099999999997</c:v>
                </c:pt>
                <c:pt idx="15281">
                  <c:v>4.1668099999999999</c:v>
                </c:pt>
                <c:pt idx="15282">
                  <c:v>4.1671199999999997</c:v>
                </c:pt>
                <c:pt idx="15283">
                  <c:v>4.1674199999999999</c:v>
                </c:pt>
                <c:pt idx="15284">
                  <c:v>4.1677299999999997</c:v>
                </c:pt>
                <c:pt idx="15285">
                  <c:v>4.1680299999999999</c:v>
                </c:pt>
                <c:pt idx="15286">
                  <c:v>4.1683399999999997</c:v>
                </c:pt>
                <c:pt idx="15287">
                  <c:v>4.1686399999999999</c:v>
                </c:pt>
                <c:pt idx="15288">
                  <c:v>4.1689499999999997</c:v>
                </c:pt>
                <c:pt idx="15289">
                  <c:v>4.1692499999999999</c:v>
                </c:pt>
                <c:pt idx="15290">
                  <c:v>4.1695599999999997</c:v>
                </c:pt>
                <c:pt idx="15291">
                  <c:v>4.1698599999999999</c:v>
                </c:pt>
                <c:pt idx="15292">
                  <c:v>4.1701699999999997</c:v>
                </c:pt>
                <c:pt idx="15293">
                  <c:v>4.1704800000000004</c:v>
                </c:pt>
                <c:pt idx="15294">
                  <c:v>4.1707799999999997</c:v>
                </c:pt>
                <c:pt idx="15295">
                  <c:v>4.1710900000000004</c:v>
                </c:pt>
                <c:pt idx="15296">
                  <c:v>4.1713899999999997</c:v>
                </c:pt>
                <c:pt idx="15297">
                  <c:v>4.1717000000000004</c:v>
                </c:pt>
                <c:pt idx="15298">
                  <c:v>4.1719999999999997</c:v>
                </c:pt>
                <c:pt idx="15299">
                  <c:v>4.1723100000000004</c:v>
                </c:pt>
                <c:pt idx="15300">
                  <c:v>4.1726099999999997</c:v>
                </c:pt>
                <c:pt idx="15301">
                  <c:v>4.1729200000000004</c:v>
                </c:pt>
                <c:pt idx="15302">
                  <c:v>4.1732199999999997</c:v>
                </c:pt>
                <c:pt idx="15303">
                  <c:v>4.1735300000000004</c:v>
                </c:pt>
                <c:pt idx="15304">
                  <c:v>4.1738299999999997</c:v>
                </c:pt>
                <c:pt idx="15305">
                  <c:v>4.1741400000000004</c:v>
                </c:pt>
                <c:pt idx="15306">
                  <c:v>4.1744500000000002</c:v>
                </c:pt>
                <c:pt idx="15307">
                  <c:v>4.1747500000000004</c:v>
                </c:pt>
                <c:pt idx="15308">
                  <c:v>4.1750600000000002</c:v>
                </c:pt>
                <c:pt idx="15309">
                  <c:v>4.1753600000000004</c:v>
                </c:pt>
                <c:pt idx="15310">
                  <c:v>4.1756700000000002</c:v>
                </c:pt>
                <c:pt idx="15311">
                  <c:v>4.1759700000000004</c:v>
                </c:pt>
                <c:pt idx="15312">
                  <c:v>4.1762800000000002</c:v>
                </c:pt>
                <c:pt idx="15313">
                  <c:v>4.1765800000000004</c:v>
                </c:pt>
                <c:pt idx="15314">
                  <c:v>4.1768900000000002</c:v>
                </c:pt>
                <c:pt idx="15315">
                  <c:v>4.1771900000000004</c:v>
                </c:pt>
                <c:pt idx="15316">
                  <c:v>4.1775000000000002</c:v>
                </c:pt>
                <c:pt idx="15317">
                  <c:v>4.1778000000000004</c:v>
                </c:pt>
                <c:pt idx="15318">
                  <c:v>4.1781100000000002</c:v>
                </c:pt>
                <c:pt idx="15319">
                  <c:v>4.17842</c:v>
                </c:pt>
                <c:pt idx="15320">
                  <c:v>4.1787200000000002</c:v>
                </c:pt>
                <c:pt idx="15321">
                  <c:v>4.17903</c:v>
                </c:pt>
                <c:pt idx="15322">
                  <c:v>4.1793300000000002</c:v>
                </c:pt>
                <c:pt idx="15323">
                  <c:v>4.17964</c:v>
                </c:pt>
                <c:pt idx="15324">
                  <c:v>4.1799400000000002</c:v>
                </c:pt>
                <c:pt idx="15325">
                  <c:v>4.18025</c:v>
                </c:pt>
                <c:pt idx="15326">
                  <c:v>4.1805500000000002</c:v>
                </c:pt>
                <c:pt idx="15327">
                  <c:v>4.18086</c:v>
                </c:pt>
                <c:pt idx="15328">
                  <c:v>4.1811600000000002</c:v>
                </c:pt>
                <c:pt idx="15329">
                  <c:v>4.18147</c:v>
                </c:pt>
                <c:pt idx="15330">
                  <c:v>4.1817799999999998</c:v>
                </c:pt>
                <c:pt idx="15331">
                  <c:v>4.18208</c:v>
                </c:pt>
                <c:pt idx="15332">
                  <c:v>4.1823899999999998</c:v>
                </c:pt>
                <c:pt idx="15333">
                  <c:v>4.18269</c:v>
                </c:pt>
                <c:pt idx="15334">
                  <c:v>4.1829999999999998</c:v>
                </c:pt>
                <c:pt idx="15335">
                  <c:v>4.1833</c:v>
                </c:pt>
                <c:pt idx="15336">
                  <c:v>4.1836099999999998</c:v>
                </c:pt>
                <c:pt idx="15337">
                  <c:v>4.18391</c:v>
                </c:pt>
                <c:pt idx="15338">
                  <c:v>4.1842199999999998</c:v>
                </c:pt>
                <c:pt idx="15339">
                  <c:v>4.18452</c:v>
                </c:pt>
                <c:pt idx="15340">
                  <c:v>4.1848299999999998</c:v>
                </c:pt>
                <c:pt idx="15341">
                  <c:v>4.18513</c:v>
                </c:pt>
                <c:pt idx="15342">
                  <c:v>4.1854399999999998</c:v>
                </c:pt>
                <c:pt idx="15343">
                  <c:v>4.1857499999999996</c:v>
                </c:pt>
                <c:pt idx="15344">
                  <c:v>4.1860499999999998</c:v>
                </c:pt>
                <c:pt idx="15345">
                  <c:v>4.1863599999999996</c:v>
                </c:pt>
                <c:pt idx="15346">
                  <c:v>4.1866599999999998</c:v>
                </c:pt>
                <c:pt idx="15347">
                  <c:v>4.1869699999999996</c:v>
                </c:pt>
                <c:pt idx="15348">
                  <c:v>4.1872699999999998</c:v>
                </c:pt>
                <c:pt idx="15349">
                  <c:v>4.1875799999999996</c:v>
                </c:pt>
                <c:pt idx="15350">
                  <c:v>4.1878799999999998</c:v>
                </c:pt>
                <c:pt idx="15351">
                  <c:v>4.1881899999999996</c:v>
                </c:pt>
                <c:pt idx="15352">
                  <c:v>4.1884899999999998</c:v>
                </c:pt>
                <c:pt idx="15353">
                  <c:v>4.1887999999999996</c:v>
                </c:pt>
                <c:pt idx="15354">
                  <c:v>4.1890999999999998</c:v>
                </c:pt>
                <c:pt idx="15355">
                  <c:v>4.1894099999999996</c:v>
                </c:pt>
                <c:pt idx="15356">
                  <c:v>4.1897200000000003</c:v>
                </c:pt>
                <c:pt idx="15357">
                  <c:v>4.1900199999999996</c:v>
                </c:pt>
                <c:pt idx="15358">
                  <c:v>4.1903300000000003</c:v>
                </c:pt>
                <c:pt idx="15359">
                  <c:v>4.1906299999999996</c:v>
                </c:pt>
                <c:pt idx="15360">
                  <c:v>4.1909400000000003</c:v>
                </c:pt>
                <c:pt idx="15361">
                  <c:v>4.1912399999999996</c:v>
                </c:pt>
                <c:pt idx="15362">
                  <c:v>4.1915500000000003</c:v>
                </c:pt>
                <c:pt idx="15363">
                  <c:v>4.1918499999999996</c:v>
                </c:pt>
                <c:pt idx="15364">
                  <c:v>4.1921600000000003</c:v>
                </c:pt>
                <c:pt idx="15365">
                  <c:v>4.1924599999999996</c:v>
                </c:pt>
                <c:pt idx="15366">
                  <c:v>4.1927700000000003</c:v>
                </c:pt>
                <c:pt idx="15367">
                  <c:v>4.1930699999999996</c:v>
                </c:pt>
                <c:pt idx="15368">
                  <c:v>4.1933800000000003</c:v>
                </c:pt>
                <c:pt idx="15369">
                  <c:v>4.1936900000000001</c:v>
                </c:pt>
                <c:pt idx="15370">
                  <c:v>4.1939900000000003</c:v>
                </c:pt>
                <c:pt idx="15371">
                  <c:v>4.1943000000000001</c:v>
                </c:pt>
                <c:pt idx="15372">
                  <c:v>4.1946000000000003</c:v>
                </c:pt>
                <c:pt idx="15373">
                  <c:v>4.1949100000000001</c:v>
                </c:pt>
                <c:pt idx="15374">
                  <c:v>4.1952100000000003</c:v>
                </c:pt>
                <c:pt idx="15375">
                  <c:v>4.1955200000000001</c:v>
                </c:pt>
                <c:pt idx="15376">
                  <c:v>4.1958200000000003</c:v>
                </c:pt>
                <c:pt idx="15377">
                  <c:v>4.1961300000000001</c:v>
                </c:pt>
                <c:pt idx="15378">
                  <c:v>4.1964300000000003</c:v>
                </c:pt>
                <c:pt idx="15379">
                  <c:v>4.1967400000000001</c:v>
                </c:pt>
                <c:pt idx="15380">
                  <c:v>4.1970400000000003</c:v>
                </c:pt>
                <c:pt idx="15381">
                  <c:v>4.1973500000000001</c:v>
                </c:pt>
                <c:pt idx="15382">
                  <c:v>4.1976599999999999</c:v>
                </c:pt>
                <c:pt idx="15383">
                  <c:v>4.1979600000000001</c:v>
                </c:pt>
                <c:pt idx="15384">
                  <c:v>4.1982699999999999</c:v>
                </c:pt>
                <c:pt idx="15385">
                  <c:v>4.1985700000000001</c:v>
                </c:pt>
                <c:pt idx="15386">
                  <c:v>4.1988799999999999</c:v>
                </c:pt>
                <c:pt idx="15387">
                  <c:v>4.1991800000000001</c:v>
                </c:pt>
                <c:pt idx="15388">
                  <c:v>4.1994899999999999</c:v>
                </c:pt>
                <c:pt idx="15389">
                  <c:v>4.1997900000000001</c:v>
                </c:pt>
                <c:pt idx="15390">
                  <c:v>4.2000999999999999</c:v>
                </c:pt>
                <c:pt idx="15391">
                  <c:v>4.2004000000000001</c:v>
                </c:pt>
                <c:pt idx="15392">
                  <c:v>4.2007099999999999</c:v>
                </c:pt>
                <c:pt idx="15393">
                  <c:v>4.2010199999999998</c:v>
                </c:pt>
                <c:pt idx="15394">
                  <c:v>4.2013199999999999</c:v>
                </c:pt>
                <c:pt idx="15395">
                  <c:v>4.2016299999999998</c:v>
                </c:pt>
                <c:pt idx="15396">
                  <c:v>4.2019299999999999</c:v>
                </c:pt>
                <c:pt idx="15397">
                  <c:v>4.2022399999999998</c:v>
                </c:pt>
                <c:pt idx="15398">
                  <c:v>4.2025399999999999</c:v>
                </c:pt>
                <c:pt idx="15399">
                  <c:v>4.2028499999999998</c:v>
                </c:pt>
                <c:pt idx="15400">
                  <c:v>4.2031499999999999</c:v>
                </c:pt>
                <c:pt idx="15401">
                  <c:v>4.2034599999999998</c:v>
                </c:pt>
                <c:pt idx="15402">
                  <c:v>4.2037599999999999</c:v>
                </c:pt>
                <c:pt idx="15403">
                  <c:v>4.2040699999999998</c:v>
                </c:pt>
                <c:pt idx="15404">
                  <c:v>4.2043699999999999</c:v>
                </c:pt>
                <c:pt idx="15405">
                  <c:v>4.2046799999999998</c:v>
                </c:pt>
                <c:pt idx="15406">
                  <c:v>4.2049899999999996</c:v>
                </c:pt>
                <c:pt idx="15407">
                  <c:v>4.2052899999999998</c:v>
                </c:pt>
                <c:pt idx="15408">
                  <c:v>4.2055999999999996</c:v>
                </c:pt>
                <c:pt idx="15409">
                  <c:v>4.2058999999999997</c:v>
                </c:pt>
                <c:pt idx="15410">
                  <c:v>4.2062099999999996</c:v>
                </c:pt>
                <c:pt idx="15411">
                  <c:v>4.2065099999999997</c:v>
                </c:pt>
                <c:pt idx="15412">
                  <c:v>4.2068199999999996</c:v>
                </c:pt>
                <c:pt idx="15413">
                  <c:v>4.2071199999999997</c:v>
                </c:pt>
                <c:pt idx="15414">
                  <c:v>4.2074299999999996</c:v>
                </c:pt>
                <c:pt idx="15415">
                  <c:v>4.2077299999999997</c:v>
                </c:pt>
                <c:pt idx="15416">
                  <c:v>4.2080399999999996</c:v>
                </c:pt>
                <c:pt idx="15417">
                  <c:v>4.2083399999999997</c:v>
                </c:pt>
                <c:pt idx="15418">
                  <c:v>4.2086499999999996</c:v>
                </c:pt>
                <c:pt idx="15419">
                  <c:v>4.2089600000000003</c:v>
                </c:pt>
                <c:pt idx="15420">
                  <c:v>4.2092599999999996</c:v>
                </c:pt>
                <c:pt idx="15421">
                  <c:v>4.2095700000000003</c:v>
                </c:pt>
                <c:pt idx="15422">
                  <c:v>4.2098699999999996</c:v>
                </c:pt>
                <c:pt idx="15423">
                  <c:v>4.2101800000000003</c:v>
                </c:pt>
                <c:pt idx="15424">
                  <c:v>4.2104799999999996</c:v>
                </c:pt>
                <c:pt idx="15425">
                  <c:v>4.2107900000000003</c:v>
                </c:pt>
                <c:pt idx="15426">
                  <c:v>4.2110900000000004</c:v>
                </c:pt>
                <c:pt idx="15427">
                  <c:v>4.2114000000000003</c:v>
                </c:pt>
                <c:pt idx="15428">
                  <c:v>4.2117000000000004</c:v>
                </c:pt>
                <c:pt idx="15429">
                  <c:v>4.2120100000000003</c:v>
                </c:pt>
                <c:pt idx="15430">
                  <c:v>4.2123100000000004</c:v>
                </c:pt>
                <c:pt idx="15431">
                  <c:v>4.2126200000000003</c:v>
                </c:pt>
                <c:pt idx="15432">
                  <c:v>4.2129300000000001</c:v>
                </c:pt>
                <c:pt idx="15433">
                  <c:v>4.2132300000000003</c:v>
                </c:pt>
                <c:pt idx="15434">
                  <c:v>4.2135400000000001</c:v>
                </c:pt>
                <c:pt idx="15435">
                  <c:v>4.2138400000000003</c:v>
                </c:pt>
                <c:pt idx="15436">
                  <c:v>4.2141500000000001</c:v>
                </c:pt>
                <c:pt idx="15437">
                  <c:v>4.2144500000000003</c:v>
                </c:pt>
                <c:pt idx="15438">
                  <c:v>4.2147600000000001</c:v>
                </c:pt>
                <c:pt idx="15439">
                  <c:v>4.2150600000000003</c:v>
                </c:pt>
                <c:pt idx="15440">
                  <c:v>4.2153700000000001</c:v>
                </c:pt>
                <c:pt idx="15441">
                  <c:v>4.2156700000000003</c:v>
                </c:pt>
                <c:pt idx="15442">
                  <c:v>4.2159800000000001</c:v>
                </c:pt>
                <c:pt idx="15443">
                  <c:v>4.2162800000000002</c:v>
                </c:pt>
                <c:pt idx="15444">
                  <c:v>4.2165900000000001</c:v>
                </c:pt>
                <c:pt idx="15445">
                  <c:v>4.2168999999999999</c:v>
                </c:pt>
                <c:pt idx="15446">
                  <c:v>4.2172000000000001</c:v>
                </c:pt>
                <c:pt idx="15447">
                  <c:v>4.2175099999999999</c:v>
                </c:pt>
                <c:pt idx="15448">
                  <c:v>4.2178100000000001</c:v>
                </c:pt>
                <c:pt idx="15449">
                  <c:v>4.2181199999999999</c:v>
                </c:pt>
                <c:pt idx="15450">
                  <c:v>4.2184200000000001</c:v>
                </c:pt>
                <c:pt idx="15451">
                  <c:v>4.2187299999999999</c:v>
                </c:pt>
                <c:pt idx="15452">
                  <c:v>4.2190300000000001</c:v>
                </c:pt>
                <c:pt idx="15453">
                  <c:v>4.2193399999999999</c:v>
                </c:pt>
                <c:pt idx="15454">
                  <c:v>4.2196400000000001</c:v>
                </c:pt>
                <c:pt idx="15455">
                  <c:v>4.2199499999999999</c:v>
                </c:pt>
                <c:pt idx="15456">
                  <c:v>4.2202599999999997</c:v>
                </c:pt>
                <c:pt idx="15457">
                  <c:v>4.2205599999999999</c:v>
                </c:pt>
                <c:pt idx="15458">
                  <c:v>4.2208699999999997</c:v>
                </c:pt>
                <c:pt idx="15459">
                  <c:v>4.2211699999999999</c:v>
                </c:pt>
                <c:pt idx="15460">
                  <c:v>4.2214799999999997</c:v>
                </c:pt>
                <c:pt idx="15461">
                  <c:v>4.2217799999999999</c:v>
                </c:pt>
                <c:pt idx="15462">
                  <c:v>4.2220899999999997</c:v>
                </c:pt>
                <c:pt idx="15463">
                  <c:v>4.2223899999999999</c:v>
                </c:pt>
                <c:pt idx="15464">
                  <c:v>4.2226999999999997</c:v>
                </c:pt>
                <c:pt idx="15465">
                  <c:v>4.2229999999999999</c:v>
                </c:pt>
                <c:pt idx="15466">
                  <c:v>4.2233099999999997</c:v>
                </c:pt>
                <c:pt idx="15467">
                  <c:v>4.2236099999999999</c:v>
                </c:pt>
                <c:pt idx="15468">
                  <c:v>4.2239199999999997</c:v>
                </c:pt>
                <c:pt idx="15469">
                  <c:v>4.2242300000000004</c:v>
                </c:pt>
                <c:pt idx="15470">
                  <c:v>4.2245299999999997</c:v>
                </c:pt>
                <c:pt idx="15471">
                  <c:v>4.2248400000000004</c:v>
                </c:pt>
                <c:pt idx="15472">
                  <c:v>4.2251399999999997</c:v>
                </c:pt>
                <c:pt idx="15473">
                  <c:v>4.2254500000000004</c:v>
                </c:pt>
                <c:pt idx="15474">
                  <c:v>4.2257499999999997</c:v>
                </c:pt>
                <c:pt idx="15475">
                  <c:v>4.2260600000000004</c:v>
                </c:pt>
                <c:pt idx="15476">
                  <c:v>4.2263599999999997</c:v>
                </c:pt>
                <c:pt idx="15477">
                  <c:v>4.2266700000000004</c:v>
                </c:pt>
                <c:pt idx="15478">
                  <c:v>4.2269699999999997</c:v>
                </c:pt>
                <c:pt idx="15479">
                  <c:v>4.2272800000000004</c:v>
                </c:pt>
                <c:pt idx="15480">
                  <c:v>4.2275799999999997</c:v>
                </c:pt>
                <c:pt idx="15481">
                  <c:v>4.2278900000000004</c:v>
                </c:pt>
                <c:pt idx="15482">
                  <c:v>4.2282000000000002</c:v>
                </c:pt>
                <c:pt idx="15483">
                  <c:v>4.2285000000000004</c:v>
                </c:pt>
                <c:pt idx="15484">
                  <c:v>4.2288100000000002</c:v>
                </c:pt>
                <c:pt idx="15485">
                  <c:v>4.2291100000000004</c:v>
                </c:pt>
                <c:pt idx="15486">
                  <c:v>4.2294200000000002</c:v>
                </c:pt>
                <c:pt idx="15487">
                  <c:v>4.2297200000000004</c:v>
                </c:pt>
                <c:pt idx="15488">
                  <c:v>4.2300300000000002</c:v>
                </c:pt>
                <c:pt idx="15489">
                  <c:v>4.2303300000000004</c:v>
                </c:pt>
                <c:pt idx="15490">
                  <c:v>4.2306400000000002</c:v>
                </c:pt>
                <c:pt idx="15491">
                  <c:v>4.2309400000000004</c:v>
                </c:pt>
                <c:pt idx="15492">
                  <c:v>4.2312500000000002</c:v>
                </c:pt>
                <c:pt idx="15493">
                  <c:v>4.2315500000000004</c:v>
                </c:pt>
                <c:pt idx="15494">
                  <c:v>4.2318600000000002</c:v>
                </c:pt>
                <c:pt idx="15495">
                  <c:v>4.23217</c:v>
                </c:pt>
                <c:pt idx="15496">
                  <c:v>4.2324700000000002</c:v>
                </c:pt>
                <c:pt idx="15497">
                  <c:v>4.23278</c:v>
                </c:pt>
                <c:pt idx="15498">
                  <c:v>4.2330800000000002</c:v>
                </c:pt>
                <c:pt idx="15499">
                  <c:v>4.23339</c:v>
                </c:pt>
                <c:pt idx="15500">
                  <c:v>4.2336900000000002</c:v>
                </c:pt>
                <c:pt idx="15501">
                  <c:v>4.234</c:v>
                </c:pt>
                <c:pt idx="15502">
                  <c:v>4.2343000000000002</c:v>
                </c:pt>
                <c:pt idx="15503">
                  <c:v>4.23461</c:v>
                </c:pt>
                <c:pt idx="15504">
                  <c:v>4.2349100000000002</c:v>
                </c:pt>
                <c:pt idx="15505">
                  <c:v>4.23522</c:v>
                </c:pt>
                <c:pt idx="15506">
                  <c:v>4.2355299999999998</c:v>
                </c:pt>
                <c:pt idx="15507">
                  <c:v>4.23583</c:v>
                </c:pt>
                <c:pt idx="15508">
                  <c:v>4.2361399999999998</c:v>
                </c:pt>
                <c:pt idx="15509">
                  <c:v>4.23644</c:v>
                </c:pt>
                <c:pt idx="15510">
                  <c:v>4.2367499999999998</c:v>
                </c:pt>
                <c:pt idx="15511">
                  <c:v>4.23705</c:v>
                </c:pt>
                <c:pt idx="15512">
                  <c:v>4.2373599999999998</c:v>
                </c:pt>
                <c:pt idx="15513">
                  <c:v>4.23766</c:v>
                </c:pt>
                <c:pt idx="15514">
                  <c:v>4.2379699999999998</c:v>
                </c:pt>
                <c:pt idx="15515">
                  <c:v>4.23827</c:v>
                </c:pt>
                <c:pt idx="15516">
                  <c:v>4.2385799999999998</c:v>
                </c:pt>
                <c:pt idx="15517">
                  <c:v>4.23888</c:v>
                </c:pt>
                <c:pt idx="15518">
                  <c:v>4.2391899999999998</c:v>
                </c:pt>
                <c:pt idx="15519">
                  <c:v>4.2394999999999996</c:v>
                </c:pt>
                <c:pt idx="15520">
                  <c:v>4.2397999999999998</c:v>
                </c:pt>
                <c:pt idx="15521">
                  <c:v>4.2401099999999996</c:v>
                </c:pt>
                <c:pt idx="15522">
                  <c:v>4.2404099999999998</c:v>
                </c:pt>
                <c:pt idx="15523">
                  <c:v>4.2407199999999996</c:v>
                </c:pt>
                <c:pt idx="15524">
                  <c:v>4.2410199999999998</c:v>
                </c:pt>
                <c:pt idx="15525">
                  <c:v>4.2413299999999996</c:v>
                </c:pt>
                <c:pt idx="15526">
                  <c:v>4.2416299999999998</c:v>
                </c:pt>
                <c:pt idx="15527">
                  <c:v>4.2419399999999996</c:v>
                </c:pt>
                <c:pt idx="15528">
                  <c:v>4.2422399999999998</c:v>
                </c:pt>
                <c:pt idx="15529">
                  <c:v>4.2425499999999996</c:v>
                </c:pt>
                <c:pt idx="15530">
                  <c:v>4.2428499999999998</c:v>
                </c:pt>
                <c:pt idx="15531">
                  <c:v>4.2431599999999996</c:v>
                </c:pt>
                <c:pt idx="15532">
                  <c:v>4.2434700000000003</c:v>
                </c:pt>
                <c:pt idx="15533">
                  <c:v>4.2437699999999996</c:v>
                </c:pt>
                <c:pt idx="15534">
                  <c:v>4.2440800000000003</c:v>
                </c:pt>
                <c:pt idx="15535">
                  <c:v>4.2443799999999996</c:v>
                </c:pt>
                <c:pt idx="15536">
                  <c:v>4.2446900000000003</c:v>
                </c:pt>
                <c:pt idx="15537">
                  <c:v>4.2449899999999996</c:v>
                </c:pt>
                <c:pt idx="15538">
                  <c:v>4.2453000000000003</c:v>
                </c:pt>
                <c:pt idx="15539">
                  <c:v>4.2455999999999996</c:v>
                </c:pt>
                <c:pt idx="15540">
                  <c:v>4.2459100000000003</c:v>
                </c:pt>
                <c:pt idx="15541">
                  <c:v>4.2462099999999996</c:v>
                </c:pt>
                <c:pt idx="15542">
                  <c:v>4.2465200000000003</c:v>
                </c:pt>
                <c:pt idx="15543">
                  <c:v>4.2468199999999996</c:v>
                </c:pt>
                <c:pt idx="15544">
                  <c:v>4.2471300000000003</c:v>
                </c:pt>
                <c:pt idx="15545">
                  <c:v>4.2474400000000001</c:v>
                </c:pt>
                <c:pt idx="15546">
                  <c:v>4.2477400000000003</c:v>
                </c:pt>
                <c:pt idx="15547">
                  <c:v>4.2480500000000001</c:v>
                </c:pt>
                <c:pt idx="15548">
                  <c:v>4.2483500000000003</c:v>
                </c:pt>
                <c:pt idx="15549">
                  <c:v>4.2486600000000001</c:v>
                </c:pt>
                <c:pt idx="15550">
                  <c:v>4.2489600000000003</c:v>
                </c:pt>
                <c:pt idx="15551">
                  <c:v>4.2492700000000001</c:v>
                </c:pt>
                <c:pt idx="15552">
                  <c:v>4.2495700000000003</c:v>
                </c:pt>
                <c:pt idx="15553">
                  <c:v>4.2498800000000001</c:v>
                </c:pt>
                <c:pt idx="15554">
                  <c:v>4.2501800000000003</c:v>
                </c:pt>
                <c:pt idx="15555">
                  <c:v>4.2504900000000001</c:v>
                </c:pt>
                <c:pt idx="15556">
                  <c:v>4.2507900000000003</c:v>
                </c:pt>
                <c:pt idx="15557">
                  <c:v>4.2511000000000001</c:v>
                </c:pt>
                <c:pt idx="15558">
                  <c:v>4.2514099999999999</c:v>
                </c:pt>
                <c:pt idx="15559">
                  <c:v>4.2517100000000001</c:v>
                </c:pt>
                <c:pt idx="15560">
                  <c:v>4.2520199999999999</c:v>
                </c:pt>
                <c:pt idx="15561">
                  <c:v>4.2523200000000001</c:v>
                </c:pt>
                <c:pt idx="15562">
                  <c:v>4.2526299999999999</c:v>
                </c:pt>
                <c:pt idx="15563">
                  <c:v>4.2529300000000001</c:v>
                </c:pt>
                <c:pt idx="15564">
                  <c:v>4.2532399999999999</c:v>
                </c:pt>
                <c:pt idx="15565">
                  <c:v>4.2535400000000001</c:v>
                </c:pt>
                <c:pt idx="15566">
                  <c:v>4.2538499999999999</c:v>
                </c:pt>
                <c:pt idx="15567">
                  <c:v>4.2541500000000001</c:v>
                </c:pt>
                <c:pt idx="15568">
                  <c:v>4.2544599999999999</c:v>
                </c:pt>
                <c:pt idx="15569">
                  <c:v>4.2547699999999997</c:v>
                </c:pt>
                <c:pt idx="15570">
                  <c:v>4.2550699999999999</c:v>
                </c:pt>
                <c:pt idx="15571">
                  <c:v>4.2553799999999997</c:v>
                </c:pt>
                <c:pt idx="15572">
                  <c:v>4.2556799999999999</c:v>
                </c:pt>
                <c:pt idx="15573">
                  <c:v>4.2559899999999997</c:v>
                </c:pt>
                <c:pt idx="15574">
                  <c:v>4.2562899999999999</c:v>
                </c:pt>
                <c:pt idx="15575">
                  <c:v>4.2565999999999997</c:v>
                </c:pt>
                <c:pt idx="15576">
                  <c:v>4.2568999999999999</c:v>
                </c:pt>
                <c:pt idx="15577">
                  <c:v>4.2572099999999997</c:v>
                </c:pt>
                <c:pt idx="15578">
                  <c:v>4.2575099999999999</c:v>
                </c:pt>
                <c:pt idx="15579">
                  <c:v>4.2578199999999997</c:v>
                </c:pt>
                <c:pt idx="15580">
                  <c:v>4.2581199999999999</c:v>
                </c:pt>
                <c:pt idx="15581">
                  <c:v>4.2584299999999997</c:v>
                </c:pt>
                <c:pt idx="15582">
                  <c:v>4.2587400000000004</c:v>
                </c:pt>
                <c:pt idx="15583">
                  <c:v>4.2590399999999997</c:v>
                </c:pt>
                <c:pt idx="15584">
                  <c:v>4.2593500000000004</c:v>
                </c:pt>
                <c:pt idx="15585">
                  <c:v>4.2596499999999997</c:v>
                </c:pt>
                <c:pt idx="15586">
                  <c:v>4.2599600000000004</c:v>
                </c:pt>
                <c:pt idx="15587">
                  <c:v>4.2602599999999997</c:v>
                </c:pt>
                <c:pt idx="15588">
                  <c:v>4.2605700000000004</c:v>
                </c:pt>
                <c:pt idx="15589">
                  <c:v>4.2608699999999997</c:v>
                </c:pt>
                <c:pt idx="15590">
                  <c:v>4.2611800000000004</c:v>
                </c:pt>
                <c:pt idx="15591">
                  <c:v>4.2614799999999997</c:v>
                </c:pt>
                <c:pt idx="15592">
                  <c:v>4.2617900000000004</c:v>
                </c:pt>
                <c:pt idx="15593">
                  <c:v>4.2620899999999997</c:v>
                </c:pt>
                <c:pt idx="15594">
                  <c:v>4.2624000000000004</c:v>
                </c:pt>
                <c:pt idx="15595">
                  <c:v>4.2627100000000002</c:v>
                </c:pt>
                <c:pt idx="15596">
                  <c:v>4.2630100000000004</c:v>
                </c:pt>
                <c:pt idx="15597">
                  <c:v>4.2633200000000002</c:v>
                </c:pt>
                <c:pt idx="15598">
                  <c:v>4.2636200000000004</c:v>
                </c:pt>
                <c:pt idx="15599">
                  <c:v>4.2639300000000002</c:v>
                </c:pt>
                <c:pt idx="15600">
                  <c:v>4.2642300000000004</c:v>
                </c:pt>
                <c:pt idx="15601">
                  <c:v>4.2645400000000002</c:v>
                </c:pt>
                <c:pt idx="15602">
                  <c:v>4.2648400000000004</c:v>
                </c:pt>
                <c:pt idx="15603">
                  <c:v>4.2651500000000002</c:v>
                </c:pt>
                <c:pt idx="15604">
                  <c:v>4.2654500000000004</c:v>
                </c:pt>
                <c:pt idx="15605">
                  <c:v>4.2657600000000002</c:v>
                </c:pt>
                <c:pt idx="15606">
                  <c:v>4.2660600000000004</c:v>
                </c:pt>
                <c:pt idx="15607">
                  <c:v>4.2663700000000002</c:v>
                </c:pt>
                <c:pt idx="15608">
                  <c:v>4.26668</c:v>
                </c:pt>
                <c:pt idx="15609">
                  <c:v>4.2669800000000002</c:v>
                </c:pt>
                <c:pt idx="15610">
                  <c:v>4.26729</c:v>
                </c:pt>
                <c:pt idx="15611">
                  <c:v>4.2675900000000002</c:v>
                </c:pt>
                <c:pt idx="15612">
                  <c:v>4.2679</c:v>
                </c:pt>
                <c:pt idx="15613">
                  <c:v>4.2682000000000002</c:v>
                </c:pt>
                <c:pt idx="15614">
                  <c:v>4.26851</c:v>
                </c:pt>
                <c:pt idx="15615">
                  <c:v>4.2688100000000002</c:v>
                </c:pt>
                <c:pt idx="15616">
                  <c:v>4.26912</c:v>
                </c:pt>
                <c:pt idx="15617">
                  <c:v>4.2694200000000002</c:v>
                </c:pt>
                <c:pt idx="15618">
                  <c:v>4.26973</c:v>
                </c:pt>
                <c:pt idx="15619">
                  <c:v>4.2700300000000002</c:v>
                </c:pt>
                <c:pt idx="15620">
                  <c:v>4.27034</c:v>
                </c:pt>
                <c:pt idx="15621">
                  <c:v>4.2706499999999998</c:v>
                </c:pt>
                <c:pt idx="15622">
                  <c:v>4.27095</c:v>
                </c:pt>
                <c:pt idx="15623">
                  <c:v>4.2712599999999998</c:v>
                </c:pt>
                <c:pt idx="15624">
                  <c:v>4.27156</c:v>
                </c:pt>
                <c:pt idx="15625">
                  <c:v>4.2718699999999998</c:v>
                </c:pt>
                <c:pt idx="15626">
                  <c:v>4.27217</c:v>
                </c:pt>
                <c:pt idx="15627">
                  <c:v>4.2724799999999998</c:v>
                </c:pt>
                <c:pt idx="15628">
                  <c:v>4.27278</c:v>
                </c:pt>
                <c:pt idx="15629">
                  <c:v>4.2730899999999998</c:v>
                </c:pt>
                <c:pt idx="15630">
                  <c:v>4.27339</c:v>
                </c:pt>
                <c:pt idx="15631">
                  <c:v>4.2736999999999998</c:v>
                </c:pt>
                <c:pt idx="15632">
                  <c:v>4.2740099999999996</c:v>
                </c:pt>
                <c:pt idx="15633">
                  <c:v>4.2743099999999998</c:v>
                </c:pt>
                <c:pt idx="15634">
                  <c:v>4.2746199999999996</c:v>
                </c:pt>
                <c:pt idx="15635">
                  <c:v>4.2749199999999998</c:v>
                </c:pt>
                <c:pt idx="15636">
                  <c:v>4.2752299999999996</c:v>
                </c:pt>
                <c:pt idx="15637">
                  <c:v>4.2755299999999998</c:v>
                </c:pt>
                <c:pt idx="15638">
                  <c:v>4.2758399999999996</c:v>
                </c:pt>
                <c:pt idx="15639">
                  <c:v>4.2761399999999998</c:v>
                </c:pt>
                <c:pt idx="15640">
                  <c:v>4.2764499999999996</c:v>
                </c:pt>
                <c:pt idx="15641">
                  <c:v>4.2767499999999998</c:v>
                </c:pt>
                <c:pt idx="15642">
                  <c:v>4.2770599999999996</c:v>
                </c:pt>
                <c:pt idx="15643">
                  <c:v>4.2773599999999998</c:v>
                </c:pt>
                <c:pt idx="15644">
                  <c:v>4.2776699999999996</c:v>
                </c:pt>
                <c:pt idx="15645">
                  <c:v>4.2779800000000003</c:v>
                </c:pt>
                <c:pt idx="15646">
                  <c:v>4.2782799999999996</c:v>
                </c:pt>
                <c:pt idx="15647">
                  <c:v>4.2785900000000003</c:v>
                </c:pt>
                <c:pt idx="15648">
                  <c:v>4.2788899999999996</c:v>
                </c:pt>
                <c:pt idx="15649">
                  <c:v>4.2792000000000003</c:v>
                </c:pt>
                <c:pt idx="15650">
                  <c:v>4.2794999999999996</c:v>
                </c:pt>
                <c:pt idx="15651">
                  <c:v>4.2798100000000003</c:v>
                </c:pt>
                <c:pt idx="15652">
                  <c:v>4.2801099999999996</c:v>
                </c:pt>
                <c:pt idx="15653">
                  <c:v>4.2804200000000003</c:v>
                </c:pt>
                <c:pt idx="15654">
                  <c:v>4.2807199999999996</c:v>
                </c:pt>
                <c:pt idx="15655">
                  <c:v>4.2810300000000003</c:v>
                </c:pt>
                <c:pt idx="15656">
                  <c:v>4.2813299999999996</c:v>
                </c:pt>
                <c:pt idx="15657">
                  <c:v>4.2816400000000003</c:v>
                </c:pt>
                <c:pt idx="15658">
                  <c:v>4.2819500000000001</c:v>
                </c:pt>
                <c:pt idx="15659">
                  <c:v>4.2822500000000003</c:v>
                </c:pt>
                <c:pt idx="15660">
                  <c:v>4.2825600000000001</c:v>
                </c:pt>
                <c:pt idx="15661">
                  <c:v>4.2828600000000003</c:v>
                </c:pt>
                <c:pt idx="15662">
                  <c:v>4.2831700000000001</c:v>
                </c:pt>
                <c:pt idx="15663">
                  <c:v>4.2834700000000003</c:v>
                </c:pt>
                <c:pt idx="15664">
                  <c:v>4.2837800000000001</c:v>
                </c:pt>
                <c:pt idx="15665">
                  <c:v>4.2840800000000003</c:v>
                </c:pt>
                <c:pt idx="15666">
                  <c:v>4.2843900000000001</c:v>
                </c:pt>
                <c:pt idx="15667">
                  <c:v>4.2846900000000003</c:v>
                </c:pt>
                <c:pt idx="15668">
                  <c:v>4.2850000000000001</c:v>
                </c:pt>
                <c:pt idx="15669">
                  <c:v>4.2853000000000003</c:v>
                </c:pt>
                <c:pt idx="15670">
                  <c:v>4.2856100000000001</c:v>
                </c:pt>
                <c:pt idx="15671">
                  <c:v>4.28592</c:v>
                </c:pt>
                <c:pt idx="15672">
                  <c:v>4.2862200000000001</c:v>
                </c:pt>
                <c:pt idx="15673">
                  <c:v>4.28653</c:v>
                </c:pt>
                <c:pt idx="15674">
                  <c:v>4.2868300000000001</c:v>
                </c:pt>
                <c:pt idx="15675">
                  <c:v>4.28714</c:v>
                </c:pt>
                <c:pt idx="15676">
                  <c:v>4.2874400000000001</c:v>
                </c:pt>
                <c:pt idx="15677">
                  <c:v>4.28775</c:v>
                </c:pt>
                <c:pt idx="15678">
                  <c:v>4.2880500000000001</c:v>
                </c:pt>
                <c:pt idx="15679">
                  <c:v>4.2883599999999999</c:v>
                </c:pt>
                <c:pt idx="15680">
                  <c:v>4.2886600000000001</c:v>
                </c:pt>
                <c:pt idx="15681">
                  <c:v>4.2889699999999999</c:v>
                </c:pt>
                <c:pt idx="15682">
                  <c:v>4.2892799999999998</c:v>
                </c:pt>
                <c:pt idx="15683">
                  <c:v>4.2895799999999999</c:v>
                </c:pt>
                <c:pt idx="15684">
                  <c:v>4.2898899999999998</c:v>
                </c:pt>
                <c:pt idx="15685">
                  <c:v>4.2901899999999999</c:v>
                </c:pt>
                <c:pt idx="15686">
                  <c:v>4.2904999999999998</c:v>
                </c:pt>
                <c:pt idx="15687">
                  <c:v>4.2907999999999999</c:v>
                </c:pt>
                <c:pt idx="15688">
                  <c:v>4.2911099999999998</c:v>
                </c:pt>
                <c:pt idx="15689">
                  <c:v>4.2914099999999999</c:v>
                </c:pt>
                <c:pt idx="15690">
                  <c:v>4.2917199999999998</c:v>
                </c:pt>
                <c:pt idx="15691">
                  <c:v>4.2920199999999999</c:v>
                </c:pt>
                <c:pt idx="15692">
                  <c:v>4.2923299999999998</c:v>
                </c:pt>
                <c:pt idx="15693">
                  <c:v>4.2926299999999999</c:v>
                </c:pt>
                <c:pt idx="15694">
                  <c:v>4.2929399999999998</c:v>
                </c:pt>
                <c:pt idx="15695">
                  <c:v>4.2932499999999996</c:v>
                </c:pt>
                <c:pt idx="15696">
                  <c:v>4.2935499999999998</c:v>
                </c:pt>
                <c:pt idx="15697">
                  <c:v>4.2938599999999996</c:v>
                </c:pt>
                <c:pt idx="15698">
                  <c:v>4.2941599999999998</c:v>
                </c:pt>
                <c:pt idx="15699">
                  <c:v>4.2944699999999996</c:v>
                </c:pt>
                <c:pt idx="15700">
                  <c:v>4.2947699999999998</c:v>
                </c:pt>
                <c:pt idx="15701">
                  <c:v>4.2950799999999996</c:v>
                </c:pt>
                <c:pt idx="15702">
                  <c:v>4.2953799999999998</c:v>
                </c:pt>
                <c:pt idx="15703">
                  <c:v>4.2956899999999996</c:v>
                </c:pt>
                <c:pt idx="15704">
                  <c:v>4.2959899999999998</c:v>
                </c:pt>
                <c:pt idx="15705">
                  <c:v>4.2962999999999996</c:v>
                </c:pt>
                <c:pt idx="15706">
                  <c:v>4.2965999999999998</c:v>
                </c:pt>
                <c:pt idx="15707">
                  <c:v>4.2969099999999996</c:v>
                </c:pt>
                <c:pt idx="15708">
                  <c:v>4.2972200000000003</c:v>
                </c:pt>
                <c:pt idx="15709">
                  <c:v>4.2975199999999996</c:v>
                </c:pt>
                <c:pt idx="15710">
                  <c:v>4.2978300000000003</c:v>
                </c:pt>
                <c:pt idx="15711">
                  <c:v>4.2981299999999996</c:v>
                </c:pt>
                <c:pt idx="15712">
                  <c:v>4.2984400000000003</c:v>
                </c:pt>
                <c:pt idx="15713">
                  <c:v>4.2987399999999996</c:v>
                </c:pt>
                <c:pt idx="15714">
                  <c:v>4.2990500000000003</c:v>
                </c:pt>
                <c:pt idx="15715">
                  <c:v>4.2993499999999996</c:v>
                </c:pt>
                <c:pt idx="15716">
                  <c:v>4.2996600000000003</c:v>
                </c:pt>
                <c:pt idx="15717">
                  <c:v>4.2999599999999996</c:v>
                </c:pt>
                <c:pt idx="15718">
                  <c:v>4.3002700000000003</c:v>
                </c:pt>
                <c:pt idx="15719">
                  <c:v>4.3005699999999996</c:v>
                </c:pt>
                <c:pt idx="15720">
                  <c:v>4.3008800000000003</c:v>
                </c:pt>
                <c:pt idx="15721">
                  <c:v>4.3011900000000001</c:v>
                </c:pt>
                <c:pt idx="15722">
                  <c:v>4.3014900000000003</c:v>
                </c:pt>
                <c:pt idx="15723">
                  <c:v>4.3018000000000001</c:v>
                </c:pt>
                <c:pt idx="15724">
                  <c:v>4.3021000000000003</c:v>
                </c:pt>
                <c:pt idx="15725">
                  <c:v>4.3024100000000001</c:v>
                </c:pt>
                <c:pt idx="15726">
                  <c:v>4.3027100000000003</c:v>
                </c:pt>
                <c:pt idx="15727">
                  <c:v>4.3030200000000001</c:v>
                </c:pt>
                <c:pt idx="15728">
                  <c:v>4.3033200000000003</c:v>
                </c:pt>
                <c:pt idx="15729">
                  <c:v>4.3036300000000001</c:v>
                </c:pt>
                <c:pt idx="15730">
                  <c:v>4.3039300000000003</c:v>
                </c:pt>
                <c:pt idx="15731">
                  <c:v>4.3042400000000001</c:v>
                </c:pt>
                <c:pt idx="15732">
                  <c:v>4.3045400000000003</c:v>
                </c:pt>
                <c:pt idx="15733">
                  <c:v>4.3048500000000001</c:v>
                </c:pt>
                <c:pt idx="15734">
                  <c:v>4.3051599999999999</c:v>
                </c:pt>
                <c:pt idx="15735">
                  <c:v>4.3054600000000001</c:v>
                </c:pt>
                <c:pt idx="15736">
                  <c:v>4.3057699999999999</c:v>
                </c:pt>
                <c:pt idx="15737">
                  <c:v>4.3060700000000001</c:v>
                </c:pt>
                <c:pt idx="15738">
                  <c:v>4.3063799999999999</c:v>
                </c:pt>
                <c:pt idx="15739">
                  <c:v>4.3066800000000001</c:v>
                </c:pt>
                <c:pt idx="15740">
                  <c:v>4.3069899999999999</c:v>
                </c:pt>
                <c:pt idx="15741">
                  <c:v>4.3072900000000001</c:v>
                </c:pt>
                <c:pt idx="15742">
                  <c:v>4.3075999999999999</c:v>
                </c:pt>
                <c:pt idx="15743">
                  <c:v>4.3079000000000001</c:v>
                </c:pt>
                <c:pt idx="15744">
                  <c:v>4.3082099999999999</c:v>
                </c:pt>
                <c:pt idx="15745">
                  <c:v>4.3085199999999997</c:v>
                </c:pt>
                <c:pt idx="15746">
                  <c:v>4.3088199999999999</c:v>
                </c:pt>
                <c:pt idx="15747">
                  <c:v>4.3091299999999997</c:v>
                </c:pt>
                <c:pt idx="15748">
                  <c:v>4.3094299999999999</c:v>
                </c:pt>
                <c:pt idx="15749">
                  <c:v>4.3097399999999997</c:v>
                </c:pt>
                <c:pt idx="15750">
                  <c:v>4.3100399999999999</c:v>
                </c:pt>
                <c:pt idx="15751">
                  <c:v>4.3103499999999997</c:v>
                </c:pt>
                <c:pt idx="15752">
                  <c:v>4.3106499999999999</c:v>
                </c:pt>
                <c:pt idx="15753">
                  <c:v>4.3109599999999997</c:v>
                </c:pt>
                <c:pt idx="15754">
                  <c:v>4.3112599999999999</c:v>
                </c:pt>
                <c:pt idx="15755">
                  <c:v>4.3115699999999997</c:v>
                </c:pt>
                <c:pt idx="15756">
                  <c:v>4.3118699999999999</c:v>
                </c:pt>
                <c:pt idx="15757">
                  <c:v>4.3121799999999997</c:v>
                </c:pt>
                <c:pt idx="15758">
                  <c:v>4.3124900000000004</c:v>
                </c:pt>
                <c:pt idx="15759">
                  <c:v>4.3127899999999997</c:v>
                </c:pt>
                <c:pt idx="15760">
                  <c:v>4.3131000000000004</c:v>
                </c:pt>
                <c:pt idx="15761">
                  <c:v>4.3133999999999997</c:v>
                </c:pt>
                <c:pt idx="15762">
                  <c:v>4.3137100000000004</c:v>
                </c:pt>
                <c:pt idx="15763">
                  <c:v>4.3140099999999997</c:v>
                </c:pt>
                <c:pt idx="15764">
                  <c:v>4.3143200000000004</c:v>
                </c:pt>
                <c:pt idx="15765">
                  <c:v>4.3146199999999997</c:v>
                </c:pt>
                <c:pt idx="15766">
                  <c:v>4.3149300000000004</c:v>
                </c:pt>
                <c:pt idx="15767">
                  <c:v>4.3152299999999997</c:v>
                </c:pt>
                <c:pt idx="15768">
                  <c:v>4.3155400000000004</c:v>
                </c:pt>
                <c:pt idx="15769">
                  <c:v>4.3158399999999997</c:v>
                </c:pt>
                <c:pt idx="15770">
                  <c:v>4.3161500000000004</c:v>
                </c:pt>
                <c:pt idx="15771">
                  <c:v>4.3164600000000002</c:v>
                </c:pt>
                <c:pt idx="15772">
                  <c:v>4.3167600000000004</c:v>
                </c:pt>
                <c:pt idx="15773">
                  <c:v>4.3170700000000002</c:v>
                </c:pt>
                <c:pt idx="15774">
                  <c:v>4.3173700000000004</c:v>
                </c:pt>
                <c:pt idx="15775">
                  <c:v>4.3176800000000002</c:v>
                </c:pt>
                <c:pt idx="15776">
                  <c:v>4.3179800000000004</c:v>
                </c:pt>
                <c:pt idx="15777">
                  <c:v>4.3182900000000002</c:v>
                </c:pt>
                <c:pt idx="15778">
                  <c:v>4.3185900000000004</c:v>
                </c:pt>
                <c:pt idx="15779">
                  <c:v>4.3189000000000002</c:v>
                </c:pt>
                <c:pt idx="15780">
                  <c:v>4.3192000000000004</c:v>
                </c:pt>
                <c:pt idx="15781">
                  <c:v>4.3195100000000002</c:v>
                </c:pt>
                <c:pt idx="15782">
                  <c:v>4.3198100000000004</c:v>
                </c:pt>
                <c:pt idx="15783">
                  <c:v>4.3201200000000002</c:v>
                </c:pt>
                <c:pt idx="15784">
                  <c:v>4.32043</c:v>
                </c:pt>
                <c:pt idx="15785">
                  <c:v>4.3207300000000002</c:v>
                </c:pt>
                <c:pt idx="15786">
                  <c:v>4.32104</c:v>
                </c:pt>
                <c:pt idx="15787">
                  <c:v>4.3213400000000002</c:v>
                </c:pt>
                <c:pt idx="15788">
                  <c:v>4.32165</c:v>
                </c:pt>
                <c:pt idx="15789">
                  <c:v>4.3219500000000002</c:v>
                </c:pt>
                <c:pt idx="15790">
                  <c:v>4.32226</c:v>
                </c:pt>
                <c:pt idx="15791">
                  <c:v>4.3225600000000002</c:v>
                </c:pt>
                <c:pt idx="15792">
                  <c:v>4.32287</c:v>
                </c:pt>
                <c:pt idx="15793">
                  <c:v>4.3231700000000002</c:v>
                </c:pt>
                <c:pt idx="15794">
                  <c:v>4.32348</c:v>
                </c:pt>
                <c:pt idx="15795">
                  <c:v>4.3237800000000002</c:v>
                </c:pt>
                <c:pt idx="15796">
                  <c:v>4.32409</c:v>
                </c:pt>
                <c:pt idx="15797">
                  <c:v>4.3243999999999998</c:v>
                </c:pt>
                <c:pt idx="15798">
                  <c:v>4.3247</c:v>
                </c:pt>
                <c:pt idx="15799">
                  <c:v>4.3250099999999998</c:v>
                </c:pt>
                <c:pt idx="15800">
                  <c:v>4.32531</c:v>
                </c:pt>
                <c:pt idx="15801">
                  <c:v>4.3256199999999998</c:v>
                </c:pt>
                <c:pt idx="15802">
                  <c:v>4.32592</c:v>
                </c:pt>
                <c:pt idx="15803">
                  <c:v>4.3262299999999998</c:v>
                </c:pt>
                <c:pt idx="15804">
                  <c:v>4.32653</c:v>
                </c:pt>
                <c:pt idx="15805">
                  <c:v>4.3268399999999998</c:v>
                </c:pt>
                <c:pt idx="15806">
                  <c:v>4.32714</c:v>
                </c:pt>
                <c:pt idx="15807">
                  <c:v>4.3274499999999998</c:v>
                </c:pt>
                <c:pt idx="15808">
                  <c:v>4.3277599999999996</c:v>
                </c:pt>
                <c:pt idx="15809">
                  <c:v>4.3280599999999998</c:v>
                </c:pt>
                <c:pt idx="15810">
                  <c:v>4.3283699999999996</c:v>
                </c:pt>
                <c:pt idx="15811">
                  <c:v>4.3286699999999998</c:v>
                </c:pt>
                <c:pt idx="15812">
                  <c:v>4.3289799999999996</c:v>
                </c:pt>
                <c:pt idx="15813">
                  <c:v>4.3292799999999998</c:v>
                </c:pt>
                <c:pt idx="15814">
                  <c:v>4.3295899999999996</c:v>
                </c:pt>
                <c:pt idx="15815">
                  <c:v>4.3298899999999998</c:v>
                </c:pt>
                <c:pt idx="15816">
                  <c:v>4.3301999999999996</c:v>
                </c:pt>
                <c:pt idx="15817">
                  <c:v>4.3304999999999998</c:v>
                </c:pt>
                <c:pt idx="15818">
                  <c:v>4.3308099999999996</c:v>
                </c:pt>
                <c:pt idx="15819">
                  <c:v>4.3311099999999998</c:v>
                </c:pt>
                <c:pt idx="15820">
                  <c:v>4.3314199999999996</c:v>
                </c:pt>
                <c:pt idx="15821">
                  <c:v>4.3317300000000003</c:v>
                </c:pt>
                <c:pt idx="15822">
                  <c:v>4.3320299999999996</c:v>
                </c:pt>
                <c:pt idx="15823">
                  <c:v>4.3323400000000003</c:v>
                </c:pt>
                <c:pt idx="15824">
                  <c:v>4.3326399999999996</c:v>
                </c:pt>
                <c:pt idx="15825">
                  <c:v>4.3329500000000003</c:v>
                </c:pt>
                <c:pt idx="15826">
                  <c:v>4.3332499999999996</c:v>
                </c:pt>
                <c:pt idx="15827">
                  <c:v>4.3335600000000003</c:v>
                </c:pt>
                <c:pt idx="15828">
                  <c:v>4.3338599999999996</c:v>
                </c:pt>
                <c:pt idx="15829">
                  <c:v>4.3341700000000003</c:v>
                </c:pt>
                <c:pt idx="15830">
                  <c:v>4.3344699999999996</c:v>
                </c:pt>
                <c:pt idx="15831">
                  <c:v>4.3347800000000003</c:v>
                </c:pt>
                <c:pt idx="15832">
                  <c:v>4.3350799999999996</c:v>
                </c:pt>
                <c:pt idx="15833">
                  <c:v>4.3353900000000003</c:v>
                </c:pt>
                <c:pt idx="15834">
                  <c:v>4.3357000000000001</c:v>
                </c:pt>
                <c:pt idx="15835">
                  <c:v>4.3360000000000003</c:v>
                </c:pt>
                <c:pt idx="15836">
                  <c:v>4.3363100000000001</c:v>
                </c:pt>
                <c:pt idx="15837">
                  <c:v>4.3366100000000003</c:v>
                </c:pt>
                <c:pt idx="15838">
                  <c:v>4.3369200000000001</c:v>
                </c:pt>
                <c:pt idx="15839">
                  <c:v>4.3372200000000003</c:v>
                </c:pt>
                <c:pt idx="15840">
                  <c:v>4.3375300000000001</c:v>
                </c:pt>
                <c:pt idx="15841">
                  <c:v>4.3378300000000003</c:v>
                </c:pt>
                <c:pt idx="15842">
                  <c:v>4.3381400000000001</c:v>
                </c:pt>
                <c:pt idx="15843">
                  <c:v>4.3384400000000003</c:v>
                </c:pt>
                <c:pt idx="15844">
                  <c:v>4.3387500000000001</c:v>
                </c:pt>
                <c:pt idx="15845">
                  <c:v>4.3390500000000003</c:v>
                </c:pt>
                <c:pt idx="15846">
                  <c:v>4.3393600000000001</c:v>
                </c:pt>
                <c:pt idx="15847">
                  <c:v>4.3396699999999999</c:v>
                </c:pt>
                <c:pt idx="15848">
                  <c:v>4.3399700000000001</c:v>
                </c:pt>
                <c:pt idx="15849">
                  <c:v>4.3402799999999999</c:v>
                </c:pt>
                <c:pt idx="15850">
                  <c:v>4.3405800000000001</c:v>
                </c:pt>
                <c:pt idx="15851">
                  <c:v>4.3408899999999999</c:v>
                </c:pt>
                <c:pt idx="15852">
                  <c:v>4.3411900000000001</c:v>
                </c:pt>
                <c:pt idx="15853">
                  <c:v>4.3414999999999999</c:v>
                </c:pt>
                <c:pt idx="15854">
                  <c:v>4.3418000000000001</c:v>
                </c:pt>
                <c:pt idx="15855">
                  <c:v>4.3421099999999999</c:v>
                </c:pt>
                <c:pt idx="15856">
                  <c:v>4.3424100000000001</c:v>
                </c:pt>
                <c:pt idx="15857">
                  <c:v>4.3427199999999999</c:v>
                </c:pt>
                <c:pt idx="15858">
                  <c:v>4.3430200000000001</c:v>
                </c:pt>
                <c:pt idx="15859">
                  <c:v>4.3433299999999999</c:v>
                </c:pt>
                <c:pt idx="15860">
                  <c:v>4.3436399999999997</c:v>
                </c:pt>
                <c:pt idx="15861">
                  <c:v>4.3439399999999999</c:v>
                </c:pt>
                <c:pt idx="15862">
                  <c:v>4.3442499999999997</c:v>
                </c:pt>
                <c:pt idx="15863">
                  <c:v>4.3445499999999999</c:v>
                </c:pt>
                <c:pt idx="15864">
                  <c:v>4.3448599999999997</c:v>
                </c:pt>
                <c:pt idx="15865">
                  <c:v>4.3451599999999999</c:v>
                </c:pt>
                <c:pt idx="15866">
                  <c:v>4.3454699999999997</c:v>
                </c:pt>
                <c:pt idx="15867">
                  <c:v>4.3457699999999999</c:v>
                </c:pt>
                <c:pt idx="15868">
                  <c:v>4.3460799999999997</c:v>
                </c:pt>
                <c:pt idx="15869">
                  <c:v>4.3463799999999999</c:v>
                </c:pt>
                <c:pt idx="15870">
                  <c:v>4.3466899999999997</c:v>
                </c:pt>
                <c:pt idx="15871">
                  <c:v>4.3470000000000004</c:v>
                </c:pt>
                <c:pt idx="15872">
                  <c:v>4.3472999999999997</c:v>
                </c:pt>
                <c:pt idx="15873">
                  <c:v>4.3476100000000004</c:v>
                </c:pt>
                <c:pt idx="15874">
                  <c:v>4.3479099999999997</c:v>
                </c:pt>
                <c:pt idx="15875">
                  <c:v>4.3482200000000004</c:v>
                </c:pt>
                <c:pt idx="15876">
                  <c:v>4.3485199999999997</c:v>
                </c:pt>
                <c:pt idx="15877">
                  <c:v>4.3488300000000004</c:v>
                </c:pt>
                <c:pt idx="15878">
                  <c:v>4.3491299999999997</c:v>
                </c:pt>
                <c:pt idx="15879">
                  <c:v>4.3494400000000004</c:v>
                </c:pt>
                <c:pt idx="15880">
                  <c:v>4.3497399999999997</c:v>
                </c:pt>
                <c:pt idx="15881">
                  <c:v>4.3500500000000004</c:v>
                </c:pt>
                <c:pt idx="15882">
                  <c:v>4.3503499999999997</c:v>
                </c:pt>
                <c:pt idx="15883">
                  <c:v>4.3506600000000004</c:v>
                </c:pt>
                <c:pt idx="15884">
                  <c:v>4.3509700000000002</c:v>
                </c:pt>
                <c:pt idx="15885">
                  <c:v>4.3512700000000004</c:v>
                </c:pt>
                <c:pt idx="15886">
                  <c:v>4.3515800000000002</c:v>
                </c:pt>
                <c:pt idx="15887">
                  <c:v>4.3518800000000004</c:v>
                </c:pt>
                <c:pt idx="15888">
                  <c:v>4.3521900000000002</c:v>
                </c:pt>
                <c:pt idx="15889">
                  <c:v>4.3524900000000004</c:v>
                </c:pt>
                <c:pt idx="15890">
                  <c:v>4.3528000000000002</c:v>
                </c:pt>
                <c:pt idx="15891">
                  <c:v>4.3531000000000004</c:v>
                </c:pt>
                <c:pt idx="15892">
                  <c:v>4.3534100000000002</c:v>
                </c:pt>
                <c:pt idx="15893">
                  <c:v>4.3537100000000004</c:v>
                </c:pt>
                <c:pt idx="15894">
                  <c:v>4.3540200000000002</c:v>
                </c:pt>
                <c:pt idx="15895">
                  <c:v>4.3543200000000004</c:v>
                </c:pt>
                <c:pt idx="15896">
                  <c:v>4.3546300000000002</c:v>
                </c:pt>
                <c:pt idx="15897">
                  <c:v>4.35494</c:v>
                </c:pt>
                <c:pt idx="15898">
                  <c:v>4.3552400000000002</c:v>
                </c:pt>
                <c:pt idx="15899">
                  <c:v>4.35555</c:v>
                </c:pt>
                <c:pt idx="15900">
                  <c:v>4.3558500000000002</c:v>
                </c:pt>
                <c:pt idx="15901">
                  <c:v>4.35616</c:v>
                </c:pt>
                <c:pt idx="15902">
                  <c:v>4.3564600000000002</c:v>
                </c:pt>
                <c:pt idx="15903">
                  <c:v>4.35677</c:v>
                </c:pt>
                <c:pt idx="15904">
                  <c:v>4.3570700000000002</c:v>
                </c:pt>
                <c:pt idx="15905">
                  <c:v>4.35738</c:v>
                </c:pt>
                <c:pt idx="15906">
                  <c:v>4.3576800000000002</c:v>
                </c:pt>
                <c:pt idx="15907">
                  <c:v>4.35799</c:v>
                </c:pt>
                <c:pt idx="15908">
                  <c:v>4.3582900000000002</c:v>
                </c:pt>
                <c:pt idx="15909">
                  <c:v>4.3586</c:v>
                </c:pt>
                <c:pt idx="15910">
                  <c:v>4.3589099999999998</c:v>
                </c:pt>
                <c:pt idx="15911">
                  <c:v>4.35921</c:v>
                </c:pt>
                <c:pt idx="15912">
                  <c:v>4.3595199999999998</c:v>
                </c:pt>
                <c:pt idx="15913">
                  <c:v>4.35982</c:v>
                </c:pt>
                <c:pt idx="15914">
                  <c:v>4.3601299999999998</c:v>
                </c:pt>
                <c:pt idx="15915">
                  <c:v>4.36043</c:v>
                </c:pt>
                <c:pt idx="15916">
                  <c:v>4.3607399999999998</c:v>
                </c:pt>
                <c:pt idx="15917">
                  <c:v>4.36104</c:v>
                </c:pt>
                <c:pt idx="15918">
                  <c:v>4.3613499999999998</c:v>
                </c:pt>
                <c:pt idx="15919">
                  <c:v>4.36165</c:v>
                </c:pt>
                <c:pt idx="15920">
                  <c:v>4.3619599999999998</c:v>
                </c:pt>
                <c:pt idx="15921">
                  <c:v>4.3622699999999996</c:v>
                </c:pt>
                <c:pt idx="15922">
                  <c:v>4.3625699999999998</c:v>
                </c:pt>
                <c:pt idx="15923">
                  <c:v>4.3628799999999996</c:v>
                </c:pt>
                <c:pt idx="15924">
                  <c:v>4.3631799999999998</c:v>
                </c:pt>
                <c:pt idx="15925">
                  <c:v>4.3634899999999996</c:v>
                </c:pt>
                <c:pt idx="15926">
                  <c:v>4.3637899999999998</c:v>
                </c:pt>
                <c:pt idx="15927">
                  <c:v>4.3640999999999996</c:v>
                </c:pt>
                <c:pt idx="15928">
                  <c:v>4.3643999999999998</c:v>
                </c:pt>
                <c:pt idx="15929">
                  <c:v>4.3647099999999996</c:v>
                </c:pt>
                <c:pt idx="15930">
                  <c:v>4.3650099999999998</c:v>
                </c:pt>
                <c:pt idx="15931">
                  <c:v>4.3653199999999996</c:v>
                </c:pt>
                <c:pt idx="15932">
                  <c:v>4.3656199999999998</c:v>
                </c:pt>
                <c:pt idx="15933">
                  <c:v>4.3659299999999996</c:v>
                </c:pt>
                <c:pt idx="15934">
                  <c:v>4.3662400000000003</c:v>
                </c:pt>
                <c:pt idx="15935">
                  <c:v>4.3665399999999996</c:v>
                </c:pt>
                <c:pt idx="15936">
                  <c:v>4.3668500000000003</c:v>
                </c:pt>
                <c:pt idx="15937">
                  <c:v>4.3671499999999996</c:v>
                </c:pt>
                <c:pt idx="15938">
                  <c:v>4.3674600000000003</c:v>
                </c:pt>
                <c:pt idx="15939">
                  <c:v>4.3677599999999996</c:v>
                </c:pt>
                <c:pt idx="15940">
                  <c:v>4.3680700000000003</c:v>
                </c:pt>
                <c:pt idx="15941">
                  <c:v>4.3683699999999996</c:v>
                </c:pt>
                <c:pt idx="15942">
                  <c:v>4.3686800000000003</c:v>
                </c:pt>
                <c:pt idx="15943">
                  <c:v>4.3689799999999996</c:v>
                </c:pt>
                <c:pt idx="15944">
                  <c:v>4.3692900000000003</c:v>
                </c:pt>
                <c:pt idx="15945">
                  <c:v>4.3695899999999996</c:v>
                </c:pt>
                <c:pt idx="15946">
                  <c:v>4.3699000000000003</c:v>
                </c:pt>
                <c:pt idx="15947">
                  <c:v>4.3702100000000002</c:v>
                </c:pt>
                <c:pt idx="15948">
                  <c:v>4.3705100000000003</c:v>
                </c:pt>
                <c:pt idx="15949">
                  <c:v>4.3708200000000001</c:v>
                </c:pt>
                <c:pt idx="15950">
                  <c:v>4.3711200000000003</c:v>
                </c:pt>
                <c:pt idx="15951">
                  <c:v>4.3714300000000001</c:v>
                </c:pt>
                <c:pt idx="15952">
                  <c:v>4.3717300000000003</c:v>
                </c:pt>
                <c:pt idx="15953">
                  <c:v>4.3720400000000001</c:v>
                </c:pt>
                <c:pt idx="15954">
                  <c:v>4.3723400000000003</c:v>
                </c:pt>
                <c:pt idx="15955">
                  <c:v>4.3726500000000001</c:v>
                </c:pt>
                <c:pt idx="15956">
                  <c:v>4.3729500000000003</c:v>
                </c:pt>
                <c:pt idx="15957">
                  <c:v>4.3732600000000001</c:v>
                </c:pt>
                <c:pt idx="15958">
                  <c:v>4.3735600000000003</c:v>
                </c:pt>
                <c:pt idx="15959">
                  <c:v>4.3738700000000001</c:v>
                </c:pt>
                <c:pt idx="15960">
                  <c:v>4.37418</c:v>
                </c:pt>
                <c:pt idx="15961">
                  <c:v>4.3744800000000001</c:v>
                </c:pt>
                <c:pt idx="15962">
                  <c:v>4.37479</c:v>
                </c:pt>
                <c:pt idx="15963">
                  <c:v>4.3750900000000001</c:v>
                </c:pt>
                <c:pt idx="15964">
                  <c:v>4.3754</c:v>
                </c:pt>
                <c:pt idx="15965">
                  <c:v>4.3757000000000001</c:v>
                </c:pt>
                <c:pt idx="15966">
                  <c:v>4.37601</c:v>
                </c:pt>
                <c:pt idx="15967">
                  <c:v>4.3763100000000001</c:v>
                </c:pt>
                <c:pt idx="15968">
                  <c:v>4.37662</c:v>
                </c:pt>
                <c:pt idx="15969">
                  <c:v>4.3769200000000001</c:v>
                </c:pt>
                <c:pt idx="15970">
                  <c:v>4.37723</c:v>
                </c:pt>
                <c:pt idx="15971">
                  <c:v>4.3775300000000001</c:v>
                </c:pt>
                <c:pt idx="15972">
                  <c:v>4.37784</c:v>
                </c:pt>
                <c:pt idx="15973">
                  <c:v>4.3781499999999998</c:v>
                </c:pt>
                <c:pt idx="15974">
                  <c:v>4.37845</c:v>
                </c:pt>
                <c:pt idx="15975">
                  <c:v>4.3787599999999998</c:v>
                </c:pt>
                <c:pt idx="15976">
                  <c:v>4.37906</c:v>
                </c:pt>
                <c:pt idx="15977">
                  <c:v>4.3793699999999998</c:v>
                </c:pt>
                <c:pt idx="15978">
                  <c:v>4.37967</c:v>
                </c:pt>
                <c:pt idx="15979">
                  <c:v>4.3799799999999998</c:v>
                </c:pt>
                <c:pt idx="15980">
                  <c:v>4.38028</c:v>
                </c:pt>
                <c:pt idx="15981">
                  <c:v>4.3805899999999998</c:v>
                </c:pt>
                <c:pt idx="15982">
                  <c:v>4.38089</c:v>
                </c:pt>
                <c:pt idx="15983">
                  <c:v>4.3811999999999998</c:v>
                </c:pt>
                <c:pt idx="15984">
                  <c:v>4.3815099999999996</c:v>
                </c:pt>
                <c:pt idx="15985">
                  <c:v>4.3818099999999998</c:v>
                </c:pt>
                <c:pt idx="15986">
                  <c:v>4.3821199999999996</c:v>
                </c:pt>
                <c:pt idx="15987">
                  <c:v>4.3824199999999998</c:v>
                </c:pt>
                <c:pt idx="15988">
                  <c:v>4.3827299999999996</c:v>
                </c:pt>
                <c:pt idx="15989">
                  <c:v>4.3830299999999998</c:v>
                </c:pt>
                <c:pt idx="15990">
                  <c:v>4.3833399999999996</c:v>
                </c:pt>
                <c:pt idx="15991">
                  <c:v>4.3836399999999998</c:v>
                </c:pt>
                <c:pt idx="15992">
                  <c:v>4.3839499999999996</c:v>
                </c:pt>
                <c:pt idx="15993">
                  <c:v>4.3842499999999998</c:v>
                </c:pt>
                <c:pt idx="15994">
                  <c:v>4.3845599999999996</c:v>
                </c:pt>
                <c:pt idx="15995">
                  <c:v>4.3848599999999998</c:v>
                </c:pt>
                <c:pt idx="15996">
                  <c:v>4.3851699999999996</c:v>
                </c:pt>
                <c:pt idx="15997">
                  <c:v>4.3854800000000003</c:v>
                </c:pt>
                <c:pt idx="15998">
                  <c:v>4.3857799999999996</c:v>
                </c:pt>
                <c:pt idx="15999">
                  <c:v>4.3860900000000003</c:v>
                </c:pt>
                <c:pt idx="16000">
                  <c:v>4.3863899999999996</c:v>
                </c:pt>
                <c:pt idx="16001">
                  <c:v>4.3867000000000003</c:v>
                </c:pt>
                <c:pt idx="16002">
                  <c:v>4.3869999999999996</c:v>
                </c:pt>
                <c:pt idx="16003">
                  <c:v>4.3873100000000003</c:v>
                </c:pt>
                <c:pt idx="16004">
                  <c:v>4.3876099999999996</c:v>
                </c:pt>
                <c:pt idx="16005">
                  <c:v>4.3879200000000003</c:v>
                </c:pt>
                <c:pt idx="16006">
                  <c:v>4.3882199999999996</c:v>
                </c:pt>
                <c:pt idx="16007">
                  <c:v>4.3885300000000003</c:v>
                </c:pt>
                <c:pt idx="16008">
                  <c:v>4.3888299999999996</c:v>
                </c:pt>
                <c:pt idx="16009">
                  <c:v>4.3891400000000003</c:v>
                </c:pt>
                <c:pt idx="16010">
                  <c:v>4.3894500000000001</c:v>
                </c:pt>
                <c:pt idx="16011">
                  <c:v>4.3897500000000003</c:v>
                </c:pt>
                <c:pt idx="16012">
                  <c:v>4.3900600000000001</c:v>
                </c:pt>
                <c:pt idx="16013">
                  <c:v>4.3903600000000003</c:v>
                </c:pt>
                <c:pt idx="16014">
                  <c:v>4.3906700000000001</c:v>
                </c:pt>
                <c:pt idx="16015">
                  <c:v>4.3909700000000003</c:v>
                </c:pt>
                <c:pt idx="16016">
                  <c:v>4.3912800000000001</c:v>
                </c:pt>
                <c:pt idx="16017">
                  <c:v>4.3915800000000003</c:v>
                </c:pt>
                <c:pt idx="16018">
                  <c:v>4.3918900000000001</c:v>
                </c:pt>
                <c:pt idx="16019">
                  <c:v>4.3921900000000003</c:v>
                </c:pt>
                <c:pt idx="16020">
                  <c:v>4.3925000000000001</c:v>
                </c:pt>
                <c:pt idx="16021">
                  <c:v>4.3928000000000003</c:v>
                </c:pt>
                <c:pt idx="16022">
                  <c:v>4.3931100000000001</c:v>
                </c:pt>
                <c:pt idx="16023">
                  <c:v>4.3934199999999999</c:v>
                </c:pt>
                <c:pt idx="16024">
                  <c:v>4.3937200000000001</c:v>
                </c:pt>
                <c:pt idx="16025">
                  <c:v>4.3940299999999999</c:v>
                </c:pt>
                <c:pt idx="16026">
                  <c:v>4.3943300000000001</c:v>
                </c:pt>
                <c:pt idx="16027">
                  <c:v>4.3946399999999999</c:v>
                </c:pt>
                <c:pt idx="16028">
                  <c:v>4.3949400000000001</c:v>
                </c:pt>
                <c:pt idx="16029">
                  <c:v>4.3952499999999999</c:v>
                </c:pt>
                <c:pt idx="16030">
                  <c:v>4.3955500000000001</c:v>
                </c:pt>
                <c:pt idx="16031">
                  <c:v>4.3958599999999999</c:v>
                </c:pt>
                <c:pt idx="16032">
                  <c:v>4.3961600000000001</c:v>
                </c:pt>
                <c:pt idx="16033">
                  <c:v>4.3964699999999999</c:v>
                </c:pt>
                <c:pt idx="16034">
                  <c:v>4.3967700000000001</c:v>
                </c:pt>
                <c:pt idx="16035">
                  <c:v>4.3970799999999999</c:v>
                </c:pt>
                <c:pt idx="16036">
                  <c:v>4.3973899999999997</c:v>
                </c:pt>
                <c:pt idx="16037">
                  <c:v>4.3976899999999999</c:v>
                </c:pt>
                <c:pt idx="16038">
                  <c:v>4.3979999999999997</c:v>
                </c:pt>
                <c:pt idx="16039">
                  <c:v>4.3982999999999999</c:v>
                </c:pt>
                <c:pt idx="16040">
                  <c:v>4.3986099999999997</c:v>
                </c:pt>
                <c:pt idx="16041">
                  <c:v>4.3989099999999999</c:v>
                </c:pt>
                <c:pt idx="16042">
                  <c:v>4.3992199999999997</c:v>
                </c:pt>
                <c:pt idx="16043">
                  <c:v>4.3995199999999999</c:v>
                </c:pt>
                <c:pt idx="16044">
                  <c:v>4.3998299999999997</c:v>
                </c:pt>
                <c:pt idx="16045">
                  <c:v>4.4001299999999999</c:v>
                </c:pt>
                <c:pt idx="16046">
                  <c:v>4.4004399999999997</c:v>
                </c:pt>
                <c:pt idx="16047">
                  <c:v>4.4007500000000004</c:v>
                </c:pt>
                <c:pt idx="16048">
                  <c:v>4.4010499999999997</c:v>
                </c:pt>
                <c:pt idx="16049">
                  <c:v>4.4013600000000004</c:v>
                </c:pt>
                <c:pt idx="16050">
                  <c:v>4.4016599999999997</c:v>
                </c:pt>
                <c:pt idx="16051">
                  <c:v>4.4019700000000004</c:v>
                </c:pt>
                <c:pt idx="16052">
                  <c:v>4.4022699999999997</c:v>
                </c:pt>
                <c:pt idx="16053">
                  <c:v>4.4025800000000004</c:v>
                </c:pt>
                <c:pt idx="16054">
                  <c:v>4.4028799999999997</c:v>
                </c:pt>
                <c:pt idx="16055">
                  <c:v>4.4031900000000004</c:v>
                </c:pt>
                <c:pt idx="16056">
                  <c:v>4.4034899999999997</c:v>
                </c:pt>
                <c:pt idx="16057">
                  <c:v>4.4038000000000004</c:v>
                </c:pt>
                <c:pt idx="16058">
                  <c:v>4.4040999999999997</c:v>
                </c:pt>
                <c:pt idx="16059">
                  <c:v>4.4044100000000004</c:v>
                </c:pt>
                <c:pt idx="16060">
                  <c:v>4.4047200000000002</c:v>
                </c:pt>
                <c:pt idx="16061">
                  <c:v>4.4050200000000004</c:v>
                </c:pt>
                <c:pt idx="16062">
                  <c:v>4.4053300000000002</c:v>
                </c:pt>
                <c:pt idx="16063">
                  <c:v>4.4056300000000004</c:v>
                </c:pt>
                <c:pt idx="16064">
                  <c:v>4.4059400000000002</c:v>
                </c:pt>
                <c:pt idx="16065">
                  <c:v>4.4062400000000004</c:v>
                </c:pt>
                <c:pt idx="16066">
                  <c:v>4.4065500000000002</c:v>
                </c:pt>
                <c:pt idx="16067">
                  <c:v>4.4068500000000004</c:v>
                </c:pt>
                <c:pt idx="16068">
                  <c:v>4.4071600000000002</c:v>
                </c:pt>
                <c:pt idx="16069">
                  <c:v>4.4074600000000004</c:v>
                </c:pt>
                <c:pt idx="16070">
                  <c:v>4.4077700000000002</c:v>
                </c:pt>
                <c:pt idx="16071">
                  <c:v>4.4080700000000004</c:v>
                </c:pt>
                <c:pt idx="16072">
                  <c:v>4.4083800000000002</c:v>
                </c:pt>
                <c:pt idx="16073">
                  <c:v>4.40869</c:v>
                </c:pt>
                <c:pt idx="16074">
                  <c:v>4.4089900000000002</c:v>
                </c:pt>
                <c:pt idx="16075">
                  <c:v>4.4093</c:v>
                </c:pt>
                <c:pt idx="16076">
                  <c:v>4.4096000000000002</c:v>
                </c:pt>
                <c:pt idx="16077">
                  <c:v>4.40991</c:v>
                </c:pt>
                <c:pt idx="16078">
                  <c:v>4.4102100000000002</c:v>
                </c:pt>
                <c:pt idx="16079">
                  <c:v>4.41052</c:v>
                </c:pt>
                <c:pt idx="16080">
                  <c:v>4.4108200000000002</c:v>
                </c:pt>
                <c:pt idx="16081">
                  <c:v>4.41113</c:v>
                </c:pt>
                <c:pt idx="16082">
                  <c:v>4.4114300000000002</c:v>
                </c:pt>
                <c:pt idx="16083">
                  <c:v>4.41174</c:v>
                </c:pt>
                <c:pt idx="16084">
                  <c:v>4.4120400000000002</c:v>
                </c:pt>
                <c:pt idx="16085">
                  <c:v>4.41235</c:v>
                </c:pt>
                <c:pt idx="16086">
                  <c:v>4.4126599999999998</c:v>
                </c:pt>
                <c:pt idx="16087">
                  <c:v>4.41296</c:v>
                </c:pt>
                <c:pt idx="16088">
                  <c:v>4.4132699999999998</c:v>
                </c:pt>
                <c:pt idx="16089">
                  <c:v>4.41357</c:v>
                </c:pt>
                <c:pt idx="16090">
                  <c:v>4.4138799999999998</c:v>
                </c:pt>
                <c:pt idx="16091">
                  <c:v>4.41418</c:v>
                </c:pt>
                <c:pt idx="16092">
                  <c:v>4.4144899999999998</c:v>
                </c:pt>
                <c:pt idx="16093">
                  <c:v>4.41479</c:v>
                </c:pt>
                <c:pt idx="16094">
                  <c:v>4.4150999999999998</c:v>
                </c:pt>
                <c:pt idx="16095">
                  <c:v>4.4154</c:v>
                </c:pt>
                <c:pt idx="16096">
                  <c:v>4.4157099999999998</c:v>
                </c:pt>
                <c:pt idx="16097">
                  <c:v>4.4160199999999996</c:v>
                </c:pt>
                <c:pt idx="16098">
                  <c:v>4.4163199999999998</c:v>
                </c:pt>
                <c:pt idx="16099">
                  <c:v>4.4166299999999996</c:v>
                </c:pt>
                <c:pt idx="16100">
                  <c:v>4.4169299999999998</c:v>
                </c:pt>
                <c:pt idx="16101">
                  <c:v>4.4172399999999996</c:v>
                </c:pt>
                <c:pt idx="16102">
                  <c:v>4.4175399999999998</c:v>
                </c:pt>
                <c:pt idx="16103">
                  <c:v>4.4178499999999996</c:v>
                </c:pt>
                <c:pt idx="16104">
                  <c:v>4.4181499999999998</c:v>
                </c:pt>
                <c:pt idx="16105">
                  <c:v>4.4184599999999996</c:v>
                </c:pt>
                <c:pt idx="16106">
                  <c:v>4.4187599999999998</c:v>
                </c:pt>
                <c:pt idx="16107">
                  <c:v>4.4190699999999996</c:v>
                </c:pt>
                <c:pt idx="16108">
                  <c:v>4.4193699999999998</c:v>
                </c:pt>
                <c:pt idx="16109">
                  <c:v>4.4196799999999996</c:v>
                </c:pt>
                <c:pt idx="16110">
                  <c:v>4.4199900000000003</c:v>
                </c:pt>
                <c:pt idx="16111">
                  <c:v>4.4202899999999996</c:v>
                </c:pt>
                <c:pt idx="16112">
                  <c:v>4.4206000000000003</c:v>
                </c:pt>
                <c:pt idx="16113">
                  <c:v>4.4208999999999996</c:v>
                </c:pt>
                <c:pt idx="16114">
                  <c:v>4.4212100000000003</c:v>
                </c:pt>
                <c:pt idx="16115">
                  <c:v>4.4215099999999996</c:v>
                </c:pt>
                <c:pt idx="16116">
                  <c:v>4.4218200000000003</c:v>
                </c:pt>
                <c:pt idx="16117">
                  <c:v>4.4221199999999996</c:v>
                </c:pt>
                <c:pt idx="16118">
                  <c:v>4.4224300000000003</c:v>
                </c:pt>
                <c:pt idx="16119">
                  <c:v>4.4227299999999996</c:v>
                </c:pt>
                <c:pt idx="16120">
                  <c:v>4.4230400000000003</c:v>
                </c:pt>
                <c:pt idx="16121">
                  <c:v>4.4233399999999996</c:v>
                </c:pt>
                <c:pt idx="16122">
                  <c:v>4.4236500000000003</c:v>
                </c:pt>
                <c:pt idx="16123">
                  <c:v>4.4239600000000001</c:v>
                </c:pt>
                <c:pt idx="16124">
                  <c:v>4.4242600000000003</c:v>
                </c:pt>
                <c:pt idx="16125">
                  <c:v>4.4245700000000001</c:v>
                </c:pt>
                <c:pt idx="16126">
                  <c:v>4.4248700000000003</c:v>
                </c:pt>
                <c:pt idx="16127">
                  <c:v>4.4251800000000001</c:v>
                </c:pt>
                <c:pt idx="16128">
                  <c:v>4.4254800000000003</c:v>
                </c:pt>
                <c:pt idx="16129">
                  <c:v>4.4257900000000001</c:v>
                </c:pt>
                <c:pt idx="16130">
                  <c:v>4.4260900000000003</c:v>
                </c:pt>
                <c:pt idx="16131">
                  <c:v>4.4264000000000001</c:v>
                </c:pt>
                <c:pt idx="16132">
                  <c:v>4.4267000000000003</c:v>
                </c:pt>
                <c:pt idx="16133">
                  <c:v>4.4270100000000001</c:v>
                </c:pt>
                <c:pt idx="16134">
                  <c:v>4.4273100000000003</c:v>
                </c:pt>
                <c:pt idx="16135">
                  <c:v>4.4276200000000001</c:v>
                </c:pt>
                <c:pt idx="16136">
                  <c:v>4.4279299999999999</c:v>
                </c:pt>
                <c:pt idx="16137">
                  <c:v>4.4282300000000001</c:v>
                </c:pt>
                <c:pt idx="16138">
                  <c:v>4.4285399999999999</c:v>
                </c:pt>
                <c:pt idx="16139">
                  <c:v>4.4288400000000001</c:v>
                </c:pt>
                <c:pt idx="16140">
                  <c:v>4.4291499999999999</c:v>
                </c:pt>
                <c:pt idx="16141">
                  <c:v>4.4294500000000001</c:v>
                </c:pt>
                <c:pt idx="16142">
                  <c:v>4.4297599999999999</c:v>
                </c:pt>
                <c:pt idx="16143">
                  <c:v>4.4300600000000001</c:v>
                </c:pt>
                <c:pt idx="16144">
                  <c:v>4.4303699999999999</c:v>
                </c:pt>
                <c:pt idx="16145">
                  <c:v>4.4306700000000001</c:v>
                </c:pt>
                <c:pt idx="16146">
                  <c:v>4.4309799999999999</c:v>
                </c:pt>
                <c:pt idx="16147">
                  <c:v>4.4312800000000001</c:v>
                </c:pt>
                <c:pt idx="16148">
                  <c:v>4.4315899999999999</c:v>
                </c:pt>
                <c:pt idx="16149">
                  <c:v>4.4318999999999997</c:v>
                </c:pt>
                <c:pt idx="16150">
                  <c:v>4.4321999999999999</c:v>
                </c:pt>
                <c:pt idx="16151">
                  <c:v>4.4325099999999997</c:v>
                </c:pt>
                <c:pt idx="16152">
                  <c:v>4.4328099999999999</c:v>
                </c:pt>
                <c:pt idx="16153">
                  <c:v>4.4331199999999997</c:v>
                </c:pt>
                <c:pt idx="16154">
                  <c:v>4.4334199999999999</c:v>
                </c:pt>
                <c:pt idx="16155">
                  <c:v>4.4337299999999997</c:v>
                </c:pt>
                <c:pt idx="16156">
                  <c:v>4.4340299999999999</c:v>
                </c:pt>
                <c:pt idx="16157">
                  <c:v>4.4343399999999997</c:v>
                </c:pt>
                <c:pt idx="16158">
                  <c:v>4.4346399999999999</c:v>
                </c:pt>
                <c:pt idx="16159">
                  <c:v>4.4349499999999997</c:v>
                </c:pt>
                <c:pt idx="16160">
                  <c:v>4.4352600000000004</c:v>
                </c:pt>
                <c:pt idx="16161">
                  <c:v>4.4355599999999997</c:v>
                </c:pt>
                <c:pt idx="16162">
                  <c:v>4.4358700000000004</c:v>
                </c:pt>
                <c:pt idx="16163">
                  <c:v>4.4361699999999997</c:v>
                </c:pt>
                <c:pt idx="16164">
                  <c:v>4.4364800000000004</c:v>
                </c:pt>
                <c:pt idx="16165">
                  <c:v>4.4367799999999997</c:v>
                </c:pt>
                <c:pt idx="16166">
                  <c:v>4.4370900000000004</c:v>
                </c:pt>
                <c:pt idx="16167">
                  <c:v>4.4373899999999997</c:v>
                </c:pt>
                <c:pt idx="16168">
                  <c:v>4.4377000000000004</c:v>
                </c:pt>
                <c:pt idx="16169">
                  <c:v>4.4379999999999997</c:v>
                </c:pt>
                <c:pt idx="16170">
                  <c:v>4.4383100000000004</c:v>
                </c:pt>
                <c:pt idx="16171">
                  <c:v>4.4386099999999997</c:v>
                </c:pt>
                <c:pt idx="16172">
                  <c:v>4.4389200000000004</c:v>
                </c:pt>
                <c:pt idx="16173">
                  <c:v>4.4392300000000002</c:v>
                </c:pt>
                <c:pt idx="16174">
                  <c:v>4.4395300000000004</c:v>
                </c:pt>
                <c:pt idx="16175">
                  <c:v>4.4398400000000002</c:v>
                </c:pt>
                <c:pt idx="16176">
                  <c:v>4.4401400000000004</c:v>
                </c:pt>
                <c:pt idx="16177">
                  <c:v>4.4404500000000002</c:v>
                </c:pt>
                <c:pt idx="16178">
                  <c:v>4.4407500000000004</c:v>
                </c:pt>
                <c:pt idx="16179">
                  <c:v>4.4410600000000002</c:v>
                </c:pt>
                <c:pt idx="16180">
                  <c:v>4.4413600000000004</c:v>
                </c:pt>
                <c:pt idx="16181">
                  <c:v>4.4416700000000002</c:v>
                </c:pt>
                <c:pt idx="16182">
                  <c:v>4.4419700000000004</c:v>
                </c:pt>
                <c:pt idx="16183">
                  <c:v>4.4422800000000002</c:v>
                </c:pt>
                <c:pt idx="16184">
                  <c:v>4.4425800000000004</c:v>
                </c:pt>
                <c:pt idx="16185">
                  <c:v>4.4428900000000002</c:v>
                </c:pt>
                <c:pt idx="16186">
                  <c:v>4.4432</c:v>
                </c:pt>
                <c:pt idx="16187">
                  <c:v>4.4435000000000002</c:v>
                </c:pt>
                <c:pt idx="16188">
                  <c:v>4.44381</c:v>
                </c:pt>
                <c:pt idx="16189">
                  <c:v>4.4441100000000002</c:v>
                </c:pt>
                <c:pt idx="16190">
                  <c:v>4.44442</c:v>
                </c:pt>
                <c:pt idx="16191">
                  <c:v>4.4447200000000002</c:v>
                </c:pt>
                <c:pt idx="16192">
                  <c:v>4.44503</c:v>
                </c:pt>
                <c:pt idx="16193">
                  <c:v>4.4453300000000002</c:v>
                </c:pt>
                <c:pt idx="16194">
                  <c:v>4.44564</c:v>
                </c:pt>
                <c:pt idx="16195">
                  <c:v>4.4459400000000002</c:v>
                </c:pt>
                <c:pt idx="16196">
                  <c:v>4.44625</c:v>
                </c:pt>
                <c:pt idx="16197">
                  <c:v>4.4465500000000002</c:v>
                </c:pt>
                <c:pt idx="16198">
                  <c:v>4.44686</c:v>
                </c:pt>
                <c:pt idx="16199">
                  <c:v>4.4471699999999998</c:v>
                </c:pt>
                <c:pt idx="16200">
                  <c:v>4.44747</c:v>
                </c:pt>
                <c:pt idx="16201">
                  <c:v>4.4477799999999998</c:v>
                </c:pt>
                <c:pt idx="16202">
                  <c:v>4.44808</c:v>
                </c:pt>
                <c:pt idx="16203">
                  <c:v>4.4483899999999998</c:v>
                </c:pt>
                <c:pt idx="16204">
                  <c:v>4.44869</c:v>
                </c:pt>
                <c:pt idx="16205">
                  <c:v>4.4489999999999998</c:v>
                </c:pt>
                <c:pt idx="16206">
                  <c:v>4.4493</c:v>
                </c:pt>
                <c:pt idx="16207">
                  <c:v>4.4496099999999998</c:v>
                </c:pt>
                <c:pt idx="16208">
                  <c:v>4.44991</c:v>
                </c:pt>
                <c:pt idx="16209">
                  <c:v>4.4502199999999998</c:v>
                </c:pt>
                <c:pt idx="16210">
                  <c:v>4.45052</c:v>
                </c:pt>
                <c:pt idx="16211">
                  <c:v>4.4508299999999998</c:v>
                </c:pt>
                <c:pt idx="16212">
                  <c:v>4.4511399999999997</c:v>
                </c:pt>
                <c:pt idx="16213">
                  <c:v>4.4514399999999998</c:v>
                </c:pt>
                <c:pt idx="16214">
                  <c:v>4.4517499999999997</c:v>
                </c:pt>
                <c:pt idx="16215">
                  <c:v>4.4520499999999998</c:v>
                </c:pt>
                <c:pt idx="16216">
                  <c:v>4.4523599999999997</c:v>
                </c:pt>
                <c:pt idx="16217">
                  <c:v>4.4526599999999998</c:v>
                </c:pt>
                <c:pt idx="16218">
                  <c:v>4.4529699999999997</c:v>
                </c:pt>
                <c:pt idx="16219">
                  <c:v>4.4532699999999998</c:v>
                </c:pt>
                <c:pt idx="16220">
                  <c:v>4.4535799999999997</c:v>
                </c:pt>
                <c:pt idx="16221">
                  <c:v>4.4538799999999998</c:v>
                </c:pt>
                <c:pt idx="16222">
                  <c:v>4.4541899999999996</c:v>
                </c:pt>
                <c:pt idx="16223">
                  <c:v>4.4545000000000003</c:v>
                </c:pt>
                <c:pt idx="16224">
                  <c:v>4.4547999999999996</c:v>
                </c:pt>
                <c:pt idx="16225">
                  <c:v>4.4551100000000003</c:v>
                </c:pt>
                <c:pt idx="16226">
                  <c:v>4.4554099999999996</c:v>
                </c:pt>
                <c:pt idx="16227">
                  <c:v>4.4557200000000003</c:v>
                </c:pt>
                <c:pt idx="16228">
                  <c:v>4.4560199999999996</c:v>
                </c:pt>
                <c:pt idx="16229">
                  <c:v>4.4563300000000003</c:v>
                </c:pt>
                <c:pt idx="16230">
                  <c:v>4.4566299999999996</c:v>
                </c:pt>
                <c:pt idx="16231">
                  <c:v>4.4569400000000003</c:v>
                </c:pt>
                <c:pt idx="16232">
                  <c:v>4.4572399999999996</c:v>
                </c:pt>
                <c:pt idx="16233">
                  <c:v>4.4575500000000003</c:v>
                </c:pt>
                <c:pt idx="16234">
                  <c:v>4.4578499999999996</c:v>
                </c:pt>
                <c:pt idx="16235">
                  <c:v>4.4581600000000003</c:v>
                </c:pt>
                <c:pt idx="16236">
                  <c:v>4.4584700000000002</c:v>
                </c:pt>
                <c:pt idx="16237">
                  <c:v>4.4587700000000003</c:v>
                </c:pt>
                <c:pt idx="16238">
                  <c:v>4.4590800000000002</c:v>
                </c:pt>
                <c:pt idx="16239">
                  <c:v>4.4593800000000003</c:v>
                </c:pt>
                <c:pt idx="16240">
                  <c:v>4.4596900000000002</c:v>
                </c:pt>
                <c:pt idx="16241">
                  <c:v>4.4599900000000003</c:v>
                </c:pt>
                <c:pt idx="16242">
                  <c:v>4.4603000000000002</c:v>
                </c:pt>
                <c:pt idx="16243">
                  <c:v>4.4606000000000003</c:v>
                </c:pt>
                <c:pt idx="16244">
                  <c:v>4.4609100000000002</c:v>
                </c:pt>
                <c:pt idx="16245">
                  <c:v>4.4612100000000003</c:v>
                </c:pt>
                <c:pt idx="16246">
                  <c:v>4.4615200000000002</c:v>
                </c:pt>
                <c:pt idx="16247">
                  <c:v>4.4618200000000003</c:v>
                </c:pt>
                <c:pt idx="16248">
                  <c:v>4.4621300000000002</c:v>
                </c:pt>
                <c:pt idx="16249">
                  <c:v>4.46244</c:v>
                </c:pt>
                <c:pt idx="16250">
                  <c:v>4.4627400000000002</c:v>
                </c:pt>
                <c:pt idx="16251">
                  <c:v>4.46305</c:v>
                </c:pt>
                <c:pt idx="16252">
                  <c:v>4.4633500000000002</c:v>
                </c:pt>
                <c:pt idx="16253">
                  <c:v>4.46366</c:v>
                </c:pt>
                <c:pt idx="16254">
                  <c:v>4.4639600000000002</c:v>
                </c:pt>
                <c:pt idx="16255">
                  <c:v>4.46427</c:v>
                </c:pt>
                <c:pt idx="16256">
                  <c:v>4.4645700000000001</c:v>
                </c:pt>
                <c:pt idx="16257">
                  <c:v>4.46488</c:v>
                </c:pt>
                <c:pt idx="16258">
                  <c:v>4.4651800000000001</c:v>
                </c:pt>
                <c:pt idx="16259">
                  <c:v>4.46549</c:v>
                </c:pt>
                <c:pt idx="16260">
                  <c:v>4.4657900000000001</c:v>
                </c:pt>
                <c:pt idx="16261">
                  <c:v>4.4661</c:v>
                </c:pt>
                <c:pt idx="16262">
                  <c:v>4.4664099999999998</c:v>
                </c:pt>
                <c:pt idx="16263">
                  <c:v>4.46671</c:v>
                </c:pt>
                <c:pt idx="16264">
                  <c:v>4.4670199999999998</c:v>
                </c:pt>
                <c:pt idx="16265">
                  <c:v>4.46732</c:v>
                </c:pt>
                <c:pt idx="16266">
                  <c:v>4.4676299999999998</c:v>
                </c:pt>
                <c:pt idx="16267">
                  <c:v>4.46793</c:v>
                </c:pt>
                <c:pt idx="16268">
                  <c:v>4.4682399999999998</c:v>
                </c:pt>
                <c:pt idx="16269">
                  <c:v>4.46854</c:v>
                </c:pt>
                <c:pt idx="16270">
                  <c:v>4.4688499999999998</c:v>
                </c:pt>
                <c:pt idx="16271">
                  <c:v>4.46915</c:v>
                </c:pt>
                <c:pt idx="16272">
                  <c:v>4.4694599999999998</c:v>
                </c:pt>
                <c:pt idx="16273">
                  <c:v>4.4697699999999996</c:v>
                </c:pt>
                <c:pt idx="16274">
                  <c:v>4.4700699999999998</c:v>
                </c:pt>
                <c:pt idx="16275">
                  <c:v>4.4703799999999996</c:v>
                </c:pt>
                <c:pt idx="16276">
                  <c:v>4.4706799999999998</c:v>
                </c:pt>
                <c:pt idx="16277">
                  <c:v>4.4709899999999996</c:v>
                </c:pt>
                <c:pt idx="16278">
                  <c:v>4.4712899999999998</c:v>
                </c:pt>
                <c:pt idx="16279">
                  <c:v>4.4715999999999996</c:v>
                </c:pt>
                <c:pt idx="16280">
                  <c:v>4.4718999999999998</c:v>
                </c:pt>
                <c:pt idx="16281">
                  <c:v>4.4722099999999996</c:v>
                </c:pt>
                <c:pt idx="16282">
                  <c:v>4.4725099999999998</c:v>
                </c:pt>
                <c:pt idx="16283">
                  <c:v>4.4728199999999996</c:v>
                </c:pt>
                <c:pt idx="16284">
                  <c:v>4.4731199999999998</c:v>
                </c:pt>
                <c:pt idx="16285">
                  <c:v>4.4734299999999996</c:v>
                </c:pt>
                <c:pt idx="16286">
                  <c:v>4.4737400000000003</c:v>
                </c:pt>
                <c:pt idx="16287">
                  <c:v>4.4740399999999996</c:v>
                </c:pt>
                <c:pt idx="16288">
                  <c:v>4.4743500000000003</c:v>
                </c:pt>
                <c:pt idx="16289">
                  <c:v>4.4746499999999996</c:v>
                </c:pt>
                <c:pt idx="16290">
                  <c:v>4.4749600000000003</c:v>
                </c:pt>
                <c:pt idx="16291">
                  <c:v>4.4752599999999996</c:v>
                </c:pt>
                <c:pt idx="16292">
                  <c:v>4.4755700000000003</c:v>
                </c:pt>
                <c:pt idx="16293">
                  <c:v>4.4758699999999996</c:v>
                </c:pt>
                <c:pt idx="16294">
                  <c:v>4.4761800000000003</c:v>
                </c:pt>
                <c:pt idx="16295">
                  <c:v>4.4764799999999996</c:v>
                </c:pt>
                <c:pt idx="16296">
                  <c:v>4.4767900000000003</c:v>
                </c:pt>
                <c:pt idx="16297">
                  <c:v>4.4770899999999996</c:v>
                </c:pt>
                <c:pt idx="16298">
                  <c:v>4.4774000000000003</c:v>
                </c:pt>
                <c:pt idx="16299">
                  <c:v>4.4777100000000001</c:v>
                </c:pt>
                <c:pt idx="16300">
                  <c:v>4.4780100000000003</c:v>
                </c:pt>
                <c:pt idx="16301">
                  <c:v>4.4783200000000001</c:v>
                </c:pt>
                <c:pt idx="16302">
                  <c:v>4.4786200000000003</c:v>
                </c:pt>
                <c:pt idx="16303">
                  <c:v>4.4789300000000001</c:v>
                </c:pt>
                <c:pt idx="16304">
                  <c:v>4.4792300000000003</c:v>
                </c:pt>
                <c:pt idx="16305">
                  <c:v>4.4795400000000001</c:v>
                </c:pt>
                <c:pt idx="16306">
                  <c:v>4.4798400000000003</c:v>
                </c:pt>
                <c:pt idx="16307">
                  <c:v>4.4801500000000001</c:v>
                </c:pt>
                <c:pt idx="16308">
                  <c:v>4.4804500000000003</c:v>
                </c:pt>
                <c:pt idx="16309">
                  <c:v>4.4807600000000001</c:v>
                </c:pt>
                <c:pt idx="16310">
                  <c:v>4.4810600000000003</c:v>
                </c:pt>
                <c:pt idx="16311">
                  <c:v>4.4813700000000001</c:v>
                </c:pt>
                <c:pt idx="16312">
                  <c:v>4.4816799999999999</c:v>
                </c:pt>
                <c:pt idx="16313">
                  <c:v>4.4819800000000001</c:v>
                </c:pt>
                <c:pt idx="16314">
                  <c:v>4.4822899999999999</c:v>
                </c:pt>
                <c:pt idx="16315">
                  <c:v>4.4825900000000001</c:v>
                </c:pt>
                <c:pt idx="16316">
                  <c:v>4.4828999999999999</c:v>
                </c:pt>
                <c:pt idx="16317">
                  <c:v>4.4832000000000001</c:v>
                </c:pt>
                <c:pt idx="16318">
                  <c:v>4.4835099999999999</c:v>
                </c:pt>
                <c:pt idx="16319">
                  <c:v>4.4838100000000001</c:v>
                </c:pt>
                <c:pt idx="16320">
                  <c:v>4.4841199999999999</c:v>
                </c:pt>
                <c:pt idx="16321">
                  <c:v>4.4844200000000001</c:v>
                </c:pt>
                <c:pt idx="16322">
                  <c:v>4.4847299999999999</c:v>
                </c:pt>
                <c:pt idx="16323">
                  <c:v>4.4850300000000001</c:v>
                </c:pt>
                <c:pt idx="16324">
                  <c:v>4.4853399999999999</c:v>
                </c:pt>
                <c:pt idx="16325">
                  <c:v>4.4856499999999997</c:v>
                </c:pt>
                <c:pt idx="16326">
                  <c:v>4.4859499999999999</c:v>
                </c:pt>
                <c:pt idx="16327">
                  <c:v>4.4862599999999997</c:v>
                </c:pt>
                <c:pt idx="16328">
                  <c:v>4.4865599999999999</c:v>
                </c:pt>
                <c:pt idx="16329">
                  <c:v>4.4868699999999997</c:v>
                </c:pt>
                <c:pt idx="16330">
                  <c:v>4.4871699999999999</c:v>
                </c:pt>
                <c:pt idx="16331">
                  <c:v>4.4874799999999997</c:v>
                </c:pt>
                <c:pt idx="16332">
                  <c:v>4.4877799999999999</c:v>
                </c:pt>
                <c:pt idx="16333">
                  <c:v>4.4880899999999997</c:v>
                </c:pt>
                <c:pt idx="16334">
                  <c:v>4.4883899999999999</c:v>
                </c:pt>
                <c:pt idx="16335">
                  <c:v>4.4886999999999997</c:v>
                </c:pt>
                <c:pt idx="16336">
                  <c:v>4.4890100000000004</c:v>
                </c:pt>
                <c:pt idx="16337">
                  <c:v>4.4893099999999997</c:v>
                </c:pt>
                <c:pt idx="16338">
                  <c:v>4.4896200000000004</c:v>
                </c:pt>
                <c:pt idx="16339">
                  <c:v>4.4899199999999997</c:v>
                </c:pt>
                <c:pt idx="16340">
                  <c:v>4.4902300000000004</c:v>
                </c:pt>
                <c:pt idx="16341">
                  <c:v>4.4905299999999997</c:v>
                </c:pt>
                <c:pt idx="16342">
                  <c:v>4.4908400000000004</c:v>
                </c:pt>
                <c:pt idx="16343">
                  <c:v>4.4911399999999997</c:v>
                </c:pt>
                <c:pt idx="16344">
                  <c:v>4.4914500000000004</c:v>
                </c:pt>
                <c:pt idx="16345">
                  <c:v>4.4917499999999997</c:v>
                </c:pt>
                <c:pt idx="16346">
                  <c:v>4.4920600000000004</c:v>
                </c:pt>
                <c:pt idx="16347">
                  <c:v>4.4923599999999997</c:v>
                </c:pt>
                <c:pt idx="16348">
                  <c:v>4.4926700000000004</c:v>
                </c:pt>
                <c:pt idx="16349">
                  <c:v>4.4929800000000002</c:v>
                </c:pt>
                <c:pt idx="16350">
                  <c:v>4.4932800000000004</c:v>
                </c:pt>
                <c:pt idx="16351">
                  <c:v>4.4935900000000002</c:v>
                </c:pt>
                <c:pt idx="16352">
                  <c:v>4.4938900000000004</c:v>
                </c:pt>
                <c:pt idx="16353">
                  <c:v>4.4942000000000002</c:v>
                </c:pt>
                <c:pt idx="16354">
                  <c:v>4.4945000000000004</c:v>
                </c:pt>
                <c:pt idx="16355">
                  <c:v>4.4948100000000002</c:v>
                </c:pt>
                <c:pt idx="16356">
                  <c:v>4.4951100000000004</c:v>
                </c:pt>
                <c:pt idx="16357">
                  <c:v>4.4954200000000002</c:v>
                </c:pt>
                <c:pt idx="16358">
                  <c:v>4.4957200000000004</c:v>
                </c:pt>
                <c:pt idx="16359">
                  <c:v>4.4960300000000002</c:v>
                </c:pt>
                <c:pt idx="16360">
                  <c:v>4.4963300000000004</c:v>
                </c:pt>
                <c:pt idx="16361">
                  <c:v>4.4966400000000002</c:v>
                </c:pt>
                <c:pt idx="16362">
                  <c:v>4.49695</c:v>
                </c:pt>
                <c:pt idx="16363">
                  <c:v>4.4972500000000002</c:v>
                </c:pt>
                <c:pt idx="16364">
                  <c:v>4.49756</c:v>
                </c:pt>
                <c:pt idx="16365">
                  <c:v>4.4978600000000002</c:v>
                </c:pt>
                <c:pt idx="16366">
                  <c:v>4.49817</c:v>
                </c:pt>
                <c:pt idx="16367">
                  <c:v>4.4984700000000002</c:v>
                </c:pt>
                <c:pt idx="16368">
                  <c:v>4.49878</c:v>
                </c:pt>
                <c:pt idx="16369">
                  <c:v>4.4990800000000002</c:v>
                </c:pt>
                <c:pt idx="16370">
                  <c:v>4.49939</c:v>
                </c:pt>
                <c:pt idx="16371">
                  <c:v>4.4996900000000002</c:v>
                </c:pt>
                <c:pt idx="16372">
                  <c:v>4.5</c:v>
                </c:pt>
                <c:pt idx="16373">
                  <c:v>4.5003000000000002</c:v>
                </c:pt>
                <c:pt idx="16374">
                  <c:v>4.50061</c:v>
                </c:pt>
                <c:pt idx="16375">
                  <c:v>4.5009199999999998</c:v>
                </c:pt>
                <c:pt idx="16376">
                  <c:v>4.50122</c:v>
                </c:pt>
                <c:pt idx="16377">
                  <c:v>4.5015299999999998</c:v>
                </c:pt>
                <c:pt idx="16378">
                  <c:v>4.50183</c:v>
                </c:pt>
                <c:pt idx="16379">
                  <c:v>4.5021399999999998</c:v>
                </c:pt>
                <c:pt idx="16380">
                  <c:v>4.50244</c:v>
                </c:pt>
                <c:pt idx="16381">
                  <c:v>4.5027499999999998</c:v>
                </c:pt>
                <c:pt idx="16382">
                  <c:v>4.50305</c:v>
                </c:pt>
                <c:pt idx="16383">
                  <c:v>4.5033599999999998</c:v>
                </c:pt>
                <c:pt idx="16384">
                  <c:v>4.50366</c:v>
                </c:pt>
                <c:pt idx="16385">
                  <c:v>4.5039699999999998</c:v>
                </c:pt>
                <c:pt idx="16386">
                  <c:v>4.50427</c:v>
                </c:pt>
                <c:pt idx="16387">
                  <c:v>4.5045799999999998</c:v>
                </c:pt>
                <c:pt idx="16388">
                  <c:v>4.5048899999999996</c:v>
                </c:pt>
                <c:pt idx="16389">
                  <c:v>4.5051899999999998</c:v>
                </c:pt>
                <c:pt idx="16390">
                  <c:v>4.5054999999999996</c:v>
                </c:pt>
                <c:pt idx="16391">
                  <c:v>4.5057999999999998</c:v>
                </c:pt>
                <c:pt idx="16392">
                  <c:v>4.5061099999999996</c:v>
                </c:pt>
                <c:pt idx="16393">
                  <c:v>4.5064099999999998</c:v>
                </c:pt>
                <c:pt idx="16394">
                  <c:v>4.5067199999999996</c:v>
                </c:pt>
                <c:pt idx="16395">
                  <c:v>4.5070199999999998</c:v>
                </c:pt>
                <c:pt idx="16396">
                  <c:v>4.5073299999999996</c:v>
                </c:pt>
                <c:pt idx="16397">
                  <c:v>4.5076299999999998</c:v>
                </c:pt>
                <c:pt idx="16398">
                  <c:v>4.5079399999999996</c:v>
                </c:pt>
                <c:pt idx="16399">
                  <c:v>4.5082500000000003</c:v>
                </c:pt>
                <c:pt idx="16400">
                  <c:v>4.5085499999999996</c:v>
                </c:pt>
                <c:pt idx="16401">
                  <c:v>4.5088600000000003</c:v>
                </c:pt>
                <c:pt idx="16402">
                  <c:v>4.5091599999999996</c:v>
                </c:pt>
                <c:pt idx="16403">
                  <c:v>4.5094700000000003</c:v>
                </c:pt>
                <c:pt idx="16404">
                  <c:v>4.5097699999999996</c:v>
                </c:pt>
                <c:pt idx="16405">
                  <c:v>4.5100800000000003</c:v>
                </c:pt>
                <c:pt idx="16406">
                  <c:v>4.5103799999999996</c:v>
                </c:pt>
                <c:pt idx="16407">
                  <c:v>4.5106900000000003</c:v>
                </c:pt>
                <c:pt idx="16408">
                  <c:v>4.5109899999999996</c:v>
                </c:pt>
                <c:pt idx="16409">
                  <c:v>4.5113000000000003</c:v>
                </c:pt>
                <c:pt idx="16410">
                  <c:v>4.5115999999999996</c:v>
                </c:pt>
                <c:pt idx="16411">
                  <c:v>4.5119100000000003</c:v>
                </c:pt>
                <c:pt idx="16412">
                  <c:v>4.5122200000000001</c:v>
                </c:pt>
                <c:pt idx="16413">
                  <c:v>4.5125200000000003</c:v>
                </c:pt>
                <c:pt idx="16414">
                  <c:v>4.5128300000000001</c:v>
                </c:pt>
                <c:pt idx="16415">
                  <c:v>4.5131300000000003</c:v>
                </c:pt>
                <c:pt idx="16416">
                  <c:v>4.5134400000000001</c:v>
                </c:pt>
                <c:pt idx="16417">
                  <c:v>4.5137400000000003</c:v>
                </c:pt>
                <c:pt idx="16418">
                  <c:v>4.5140500000000001</c:v>
                </c:pt>
                <c:pt idx="16419">
                  <c:v>4.5143500000000003</c:v>
                </c:pt>
                <c:pt idx="16420">
                  <c:v>4.5146600000000001</c:v>
                </c:pt>
                <c:pt idx="16421">
                  <c:v>4.5149600000000003</c:v>
                </c:pt>
                <c:pt idx="16422">
                  <c:v>4.5152700000000001</c:v>
                </c:pt>
                <c:pt idx="16423">
                  <c:v>4.5155700000000003</c:v>
                </c:pt>
                <c:pt idx="16424">
                  <c:v>4.5158800000000001</c:v>
                </c:pt>
                <c:pt idx="16425">
                  <c:v>4.5161899999999999</c:v>
                </c:pt>
                <c:pt idx="16426">
                  <c:v>4.5164900000000001</c:v>
                </c:pt>
                <c:pt idx="16427">
                  <c:v>4.5167999999999999</c:v>
                </c:pt>
                <c:pt idx="16428">
                  <c:v>4.5171000000000001</c:v>
                </c:pt>
                <c:pt idx="16429">
                  <c:v>4.5174099999999999</c:v>
                </c:pt>
                <c:pt idx="16430">
                  <c:v>4.5177100000000001</c:v>
                </c:pt>
                <c:pt idx="16431">
                  <c:v>4.5180199999999999</c:v>
                </c:pt>
                <c:pt idx="16432">
                  <c:v>4.5183200000000001</c:v>
                </c:pt>
                <c:pt idx="16433">
                  <c:v>4.5186299999999999</c:v>
                </c:pt>
                <c:pt idx="16434">
                  <c:v>4.5189300000000001</c:v>
                </c:pt>
                <c:pt idx="16435">
                  <c:v>4.5192399999999999</c:v>
                </c:pt>
                <c:pt idx="16436">
                  <c:v>4.5195400000000001</c:v>
                </c:pt>
                <c:pt idx="16437">
                  <c:v>4.5198499999999999</c:v>
                </c:pt>
                <c:pt idx="16438">
                  <c:v>4.5201599999999997</c:v>
                </c:pt>
                <c:pt idx="16439">
                  <c:v>4.5204599999999999</c:v>
                </c:pt>
                <c:pt idx="16440">
                  <c:v>4.5207699999999997</c:v>
                </c:pt>
                <c:pt idx="16441">
                  <c:v>4.5210699999999999</c:v>
                </c:pt>
                <c:pt idx="16442">
                  <c:v>4.5213799999999997</c:v>
                </c:pt>
                <c:pt idx="16443">
                  <c:v>4.5216799999999999</c:v>
                </c:pt>
                <c:pt idx="16444">
                  <c:v>4.5219899999999997</c:v>
                </c:pt>
                <c:pt idx="16445">
                  <c:v>4.5222899999999999</c:v>
                </c:pt>
                <c:pt idx="16446">
                  <c:v>4.5225999999999997</c:v>
                </c:pt>
                <c:pt idx="16447">
                  <c:v>4.5228999999999999</c:v>
                </c:pt>
                <c:pt idx="16448">
                  <c:v>4.5232099999999997</c:v>
                </c:pt>
                <c:pt idx="16449">
                  <c:v>4.5235099999999999</c:v>
                </c:pt>
                <c:pt idx="16450">
                  <c:v>4.5238199999999997</c:v>
                </c:pt>
                <c:pt idx="16451">
                  <c:v>4.5241300000000004</c:v>
                </c:pt>
                <c:pt idx="16452">
                  <c:v>4.5244299999999997</c:v>
                </c:pt>
                <c:pt idx="16453">
                  <c:v>4.5247400000000004</c:v>
                </c:pt>
                <c:pt idx="16454">
                  <c:v>4.5250399999999997</c:v>
                </c:pt>
                <c:pt idx="16455">
                  <c:v>4.5253500000000004</c:v>
                </c:pt>
                <c:pt idx="16456">
                  <c:v>4.5256499999999997</c:v>
                </c:pt>
                <c:pt idx="16457">
                  <c:v>4.5259600000000004</c:v>
                </c:pt>
                <c:pt idx="16458">
                  <c:v>4.5262599999999997</c:v>
                </c:pt>
                <c:pt idx="16459">
                  <c:v>4.5265700000000004</c:v>
                </c:pt>
                <c:pt idx="16460">
                  <c:v>4.5268699999999997</c:v>
                </c:pt>
                <c:pt idx="16461">
                  <c:v>4.5271800000000004</c:v>
                </c:pt>
                <c:pt idx="16462">
                  <c:v>4.5274900000000002</c:v>
                </c:pt>
                <c:pt idx="16463">
                  <c:v>4.5277900000000004</c:v>
                </c:pt>
                <c:pt idx="16464">
                  <c:v>4.5281000000000002</c:v>
                </c:pt>
                <c:pt idx="16465">
                  <c:v>4.5284000000000004</c:v>
                </c:pt>
                <c:pt idx="16466">
                  <c:v>4.5287100000000002</c:v>
                </c:pt>
                <c:pt idx="16467">
                  <c:v>4.5290100000000004</c:v>
                </c:pt>
                <c:pt idx="16468">
                  <c:v>4.5293200000000002</c:v>
                </c:pt>
                <c:pt idx="16469">
                  <c:v>4.5296200000000004</c:v>
                </c:pt>
                <c:pt idx="16470">
                  <c:v>4.5299300000000002</c:v>
                </c:pt>
                <c:pt idx="16471">
                  <c:v>4.5302300000000004</c:v>
                </c:pt>
                <c:pt idx="16472">
                  <c:v>4.5305400000000002</c:v>
                </c:pt>
                <c:pt idx="16473">
                  <c:v>4.5308400000000004</c:v>
                </c:pt>
                <c:pt idx="16474">
                  <c:v>4.5311500000000002</c:v>
                </c:pt>
                <c:pt idx="16475">
                  <c:v>4.53146</c:v>
                </c:pt>
                <c:pt idx="16476">
                  <c:v>4.5317600000000002</c:v>
                </c:pt>
                <c:pt idx="16477">
                  <c:v>4.53207</c:v>
                </c:pt>
                <c:pt idx="16478">
                  <c:v>4.5323700000000002</c:v>
                </c:pt>
                <c:pt idx="16479">
                  <c:v>4.53268</c:v>
                </c:pt>
                <c:pt idx="16480">
                  <c:v>4.5329800000000002</c:v>
                </c:pt>
                <c:pt idx="16481">
                  <c:v>4.53329</c:v>
                </c:pt>
                <c:pt idx="16482">
                  <c:v>4.5335900000000002</c:v>
                </c:pt>
                <c:pt idx="16483">
                  <c:v>4.5339</c:v>
                </c:pt>
                <c:pt idx="16484">
                  <c:v>4.5342000000000002</c:v>
                </c:pt>
                <c:pt idx="16485">
                  <c:v>4.53451</c:v>
                </c:pt>
                <c:pt idx="16486">
                  <c:v>4.5348100000000002</c:v>
                </c:pt>
                <c:pt idx="16487">
                  <c:v>4.53512</c:v>
                </c:pt>
                <c:pt idx="16488">
                  <c:v>4.5354299999999999</c:v>
                </c:pt>
                <c:pt idx="16489">
                  <c:v>4.53573</c:v>
                </c:pt>
                <c:pt idx="16490">
                  <c:v>4.5360399999999998</c:v>
                </c:pt>
                <c:pt idx="16491">
                  <c:v>4.53634</c:v>
                </c:pt>
                <c:pt idx="16492">
                  <c:v>4.5366499999999998</c:v>
                </c:pt>
                <c:pt idx="16493">
                  <c:v>4.53695</c:v>
                </c:pt>
                <c:pt idx="16494">
                  <c:v>4.5372599999999998</c:v>
                </c:pt>
                <c:pt idx="16495">
                  <c:v>4.53756</c:v>
                </c:pt>
                <c:pt idx="16496">
                  <c:v>4.5378699999999998</c:v>
                </c:pt>
                <c:pt idx="16497">
                  <c:v>4.53817</c:v>
                </c:pt>
                <c:pt idx="16498">
                  <c:v>4.5384799999999998</c:v>
                </c:pt>
                <c:pt idx="16499">
                  <c:v>4.53878</c:v>
                </c:pt>
                <c:pt idx="16500">
                  <c:v>4.5390899999999998</c:v>
                </c:pt>
                <c:pt idx="16501">
                  <c:v>4.5393999999999997</c:v>
                </c:pt>
                <c:pt idx="16502">
                  <c:v>4.5396999999999998</c:v>
                </c:pt>
                <c:pt idx="16503">
                  <c:v>4.5400099999999997</c:v>
                </c:pt>
                <c:pt idx="16504">
                  <c:v>4.5403099999999998</c:v>
                </c:pt>
                <c:pt idx="16505">
                  <c:v>4.5406199999999997</c:v>
                </c:pt>
                <c:pt idx="16506">
                  <c:v>4.5409199999999998</c:v>
                </c:pt>
                <c:pt idx="16507">
                  <c:v>4.5412299999999997</c:v>
                </c:pt>
                <c:pt idx="16508">
                  <c:v>4.5415299999999998</c:v>
                </c:pt>
                <c:pt idx="16509">
                  <c:v>4.5418399999999997</c:v>
                </c:pt>
                <c:pt idx="16510">
                  <c:v>4.5421399999999998</c:v>
                </c:pt>
                <c:pt idx="16511">
                  <c:v>4.5424499999999997</c:v>
                </c:pt>
                <c:pt idx="16512">
                  <c:v>4.5427600000000004</c:v>
                </c:pt>
                <c:pt idx="16513">
                  <c:v>4.5430599999999997</c:v>
                </c:pt>
                <c:pt idx="16514">
                  <c:v>4.5433700000000004</c:v>
                </c:pt>
                <c:pt idx="16515">
                  <c:v>4.5436699999999997</c:v>
                </c:pt>
                <c:pt idx="16516">
                  <c:v>4.5439800000000004</c:v>
                </c:pt>
                <c:pt idx="16517">
                  <c:v>4.5442799999999997</c:v>
                </c:pt>
                <c:pt idx="16518">
                  <c:v>4.5445900000000004</c:v>
                </c:pt>
                <c:pt idx="16519">
                  <c:v>4.5448899999999997</c:v>
                </c:pt>
                <c:pt idx="16520">
                  <c:v>4.5452000000000004</c:v>
                </c:pt>
                <c:pt idx="16521">
                  <c:v>4.5454999999999997</c:v>
                </c:pt>
                <c:pt idx="16522">
                  <c:v>4.5458100000000004</c:v>
                </c:pt>
                <c:pt idx="16523">
                  <c:v>4.5461099999999997</c:v>
                </c:pt>
                <c:pt idx="16524">
                  <c:v>4.5464200000000003</c:v>
                </c:pt>
                <c:pt idx="16525">
                  <c:v>4.5467300000000002</c:v>
                </c:pt>
                <c:pt idx="16526">
                  <c:v>4.5470300000000003</c:v>
                </c:pt>
                <c:pt idx="16527">
                  <c:v>4.5473400000000002</c:v>
                </c:pt>
                <c:pt idx="16528">
                  <c:v>4.5476400000000003</c:v>
                </c:pt>
                <c:pt idx="16529">
                  <c:v>4.5479500000000002</c:v>
                </c:pt>
                <c:pt idx="16530">
                  <c:v>4.5482500000000003</c:v>
                </c:pt>
                <c:pt idx="16531">
                  <c:v>4.5485600000000002</c:v>
                </c:pt>
                <c:pt idx="16532">
                  <c:v>4.5488600000000003</c:v>
                </c:pt>
                <c:pt idx="16533">
                  <c:v>4.5491700000000002</c:v>
                </c:pt>
                <c:pt idx="16534">
                  <c:v>4.5494700000000003</c:v>
                </c:pt>
                <c:pt idx="16535">
                  <c:v>4.5497800000000002</c:v>
                </c:pt>
                <c:pt idx="16536">
                  <c:v>4.5500800000000003</c:v>
                </c:pt>
                <c:pt idx="16537">
                  <c:v>4.5503900000000002</c:v>
                </c:pt>
                <c:pt idx="16538">
                  <c:v>4.5507</c:v>
                </c:pt>
                <c:pt idx="16539">
                  <c:v>4.5510000000000002</c:v>
                </c:pt>
                <c:pt idx="16540">
                  <c:v>4.55131</c:v>
                </c:pt>
                <c:pt idx="16541">
                  <c:v>4.5516100000000002</c:v>
                </c:pt>
                <c:pt idx="16542">
                  <c:v>4.55192</c:v>
                </c:pt>
                <c:pt idx="16543">
                  <c:v>4.5522200000000002</c:v>
                </c:pt>
                <c:pt idx="16544">
                  <c:v>4.55253</c:v>
                </c:pt>
                <c:pt idx="16545">
                  <c:v>4.5528300000000002</c:v>
                </c:pt>
                <c:pt idx="16546">
                  <c:v>4.55314</c:v>
                </c:pt>
                <c:pt idx="16547">
                  <c:v>4.5534400000000002</c:v>
                </c:pt>
                <c:pt idx="16548">
                  <c:v>4.55375</c:v>
                </c:pt>
                <c:pt idx="16549">
                  <c:v>4.5540500000000002</c:v>
                </c:pt>
                <c:pt idx="16550">
                  <c:v>4.55436</c:v>
                </c:pt>
                <c:pt idx="16551">
                  <c:v>4.5546699999999998</c:v>
                </c:pt>
                <c:pt idx="16552">
                  <c:v>4.55497</c:v>
                </c:pt>
                <c:pt idx="16553">
                  <c:v>4.5552799999999998</c:v>
                </c:pt>
                <c:pt idx="16554">
                  <c:v>4.55558</c:v>
                </c:pt>
                <c:pt idx="16555">
                  <c:v>4.5558899999999998</c:v>
                </c:pt>
                <c:pt idx="16556">
                  <c:v>4.55619</c:v>
                </c:pt>
                <c:pt idx="16557">
                  <c:v>4.5564999999999998</c:v>
                </c:pt>
                <c:pt idx="16558">
                  <c:v>4.5568</c:v>
                </c:pt>
                <c:pt idx="16559">
                  <c:v>4.5571099999999998</c:v>
                </c:pt>
                <c:pt idx="16560">
                  <c:v>4.55741</c:v>
                </c:pt>
                <c:pt idx="16561">
                  <c:v>4.5577199999999998</c:v>
                </c:pt>
                <c:pt idx="16562">
                  <c:v>4.55802</c:v>
                </c:pt>
                <c:pt idx="16563">
                  <c:v>4.5583299999999998</c:v>
                </c:pt>
                <c:pt idx="16564">
                  <c:v>4.5586399999999996</c:v>
                </c:pt>
                <c:pt idx="16565">
                  <c:v>4.5589399999999998</c:v>
                </c:pt>
                <c:pt idx="16566">
                  <c:v>4.5592499999999996</c:v>
                </c:pt>
                <c:pt idx="16567">
                  <c:v>4.5595499999999998</c:v>
                </c:pt>
                <c:pt idx="16568">
                  <c:v>4.5598599999999996</c:v>
                </c:pt>
                <c:pt idx="16569">
                  <c:v>4.5601599999999998</c:v>
                </c:pt>
                <c:pt idx="16570">
                  <c:v>4.5604699999999996</c:v>
                </c:pt>
                <c:pt idx="16571">
                  <c:v>4.5607699999999998</c:v>
                </c:pt>
                <c:pt idx="16572">
                  <c:v>4.5610799999999996</c:v>
                </c:pt>
                <c:pt idx="16573">
                  <c:v>4.5613799999999998</c:v>
                </c:pt>
                <c:pt idx="16574">
                  <c:v>4.5616899999999996</c:v>
                </c:pt>
                <c:pt idx="16575">
                  <c:v>4.5620000000000003</c:v>
                </c:pt>
                <c:pt idx="16576">
                  <c:v>4.5622999999999996</c:v>
                </c:pt>
                <c:pt idx="16577">
                  <c:v>4.5626100000000003</c:v>
                </c:pt>
                <c:pt idx="16578">
                  <c:v>4.5629099999999996</c:v>
                </c:pt>
                <c:pt idx="16579">
                  <c:v>4.5632200000000003</c:v>
                </c:pt>
                <c:pt idx="16580">
                  <c:v>4.5635199999999996</c:v>
                </c:pt>
                <c:pt idx="16581">
                  <c:v>4.5638300000000003</c:v>
                </c:pt>
                <c:pt idx="16582">
                  <c:v>4.5641299999999996</c:v>
                </c:pt>
                <c:pt idx="16583">
                  <c:v>4.5644400000000003</c:v>
                </c:pt>
                <c:pt idx="16584">
                  <c:v>4.5647399999999996</c:v>
                </c:pt>
                <c:pt idx="16585">
                  <c:v>4.5650500000000003</c:v>
                </c:pt>
                <c:pt idx="16586">
                  <c:v>4.5653499999999996</c:v>
                </c:pt>
                <c:pt idx="16587">
                  <c:v>4.5656600000000003</c:v>
                </c:pt>
                <c:pt idx="16588">
                  <c:v>4.5659700000000001</c:v>
                </c:pt>
                <c:pt idx="16589">
                  <c:v>4.5662700000000003</c:v>
                </c:pt>
                <c:pt idx="16590">
                  <c:v>4.5665800000000001</c:v>
                </c:pt>
                <c:pt idx="16591">
                  <c:v>4.5668800000000003</c:v>
                </c:pt>
                <c:pt idx="16592">
                  <c:v>4.5671900000000001</c:v>
                </c:pt>
                <c:pt idx="16593">
                  <c:v>4.5674900000000003</c:v>
                </c:pt>
                <c:pt idx="16594">
                  <c:v>4.5678000000000001</c:v>
                </c:pt>
                <c:pt idx="16595">
                  <c:v>4.5681000000000003</c:v>
                </c:pt>
                <c:pt idx="16596">
                  <c:v>4.5684100000000001</c:v>
                </c:pt>
                <c:pt idx="16597">
                  <c:v>4.5687100000000003</c:v>
                </c:pt>
                <c:pt idx="16598">
                  <c:v>4.5690200000000001</c:v>
                </c:pt>
                <c:pt idx="16599">
                  <c:v>4.5693200000000003</c:v>
                </c:pt>
                <c:pt idx="16600">
                  <c:v>4.5696300000000001</c:v>
                </c:pt>
                <c:pt idx="16601">
                  <c:v>4.5699399999999999</c:v>
                </c:pt>
                <c:pt idx="16602">
                  <c:v>4.5702400000000001</c:v>
                </c:pt>
                <c:pt idx="16603">
                  <c:v>4.5705499999999999</c:v>
                </c:pt>
                <c:pt idx="16604">
                  <c:v>4.5708500000000001</c:v>
                </c:pt>
                <c:pt idx="16605">
                  <c:v>4.5711599999999999</c:v>
                </c:pt>
                <c:pt idx="16606">
                  <c:v>4.5714600000000001</c:v>
                </c:pt>
                <c:pt idx="16607">
                  <c:v>4.5717699999999999</c:v>
                </c:pt>
                <c:pt idx="16608">
                  <c:v>4.5720700000000001</c:v>
                </c:pt>
                <c:pt idx="16609">
                  <c:v>4.5723799999999999</c:v>
                </c:pt>
                <c:pt idx="16610">
                  <c:v>4.5726800000000001</c:v>
                </c:pt>
                <c:pt idx="16611">
                  <c:v>4.5729899999999999</c:v>
                </c:pt>
                <c:pt idx="16612">
                  <c:v>4.5732900000000001</c:v>
                </c:pt>
                <c:pt idx="16613">
                  <c:v>4.5735999999999999</c:v>
                </c:pt>
                <c:pt idx="16614">
                  <c:v>4.5739099999999997</c:v>
                </c:pt>
                <c:pt idx="16615">
                  <c:v>4.5742099999999999</c:v>
                </c:pt>
                <c:pt idx="16616">
                  <c:v>4.5745199999999997</c:v>
                </c:pt>
                <c:pt idx="16617">
                  <c:v>4.5748199999999999</c:v>
                </c:pt>
                <c:pt idx="16618">
                  <c:v>4.5751299999999997</c:v>
                </c:pt>
                <c:pt idx="16619">
                  <c:v>4.5754299999999999</c:v>
                </c:pt>
                <c:pt idx="16620">
                  <c:v>4.5757399999999997</c:v>
                </c:pt>
                <c:pt idx="16621">
                  <c:v>4.5760399999999999</c:v>
                </c:pt>
                <c:pt idx="16622">
                  <c:v>4.5763499999999997</c:v>
                </c:pt>
                <c:pt idx="16623">
                  <c:v>4.5766499999999999</c:v>
                </c:pt>
                <c:pt idx="16624">
                  <c:v>4.5769599999999997</c:v>
                </c:pt>
                <c:pt idx="16625">
                  <c:v>4.5772599999999999</c:v>
                </c:pt>
                <c:pt idx="16626">
                  <c:v>4.5775699999999997</c:v>
                </c:pt>
                <c:pt idx="16627">
                  <c:v>4.5778800000000004</c:v>
                </c:pt>
                <c:pt idx="16628">
                  <c:v>4.5781799999999997</c:v>
                </c:pt>
                <c:pt idx="16629">
                  <c:v>4.5784900000000004</c:v>
                </c:pt>
                <c:pt idx="16630">
                  <c:v>4.5787899999999997</c:v>
                </c:pt>
                <c:pt idx="16631">
                  <c:v>4.5791000000000004</c:v>
                </c:pt>
                <c:pt idx="16632">
                  <c:v>4.5793999999999997</c:v>
                </c:pt>
                <c:pt idx="16633">
                  <c:v>4.5797100000000004</c:v>
                </c:pt>
                <c:pt idx="16634">
                  <c:v>4.5800099999999997</c:v>
                </c:pt>
                <c:pt idx="16635">
                  <c:v>4.5803200000000004</c:v>
                </c:pt>
                <c:pt idx="16636">
                  <c:v>4.5806199999999997</c:v>
                </c:pt>
                <c:pt idx="16637">
                  <c:v>4.5809300000000004</c:v>
                </c:pt>
                <c:pt idx="16638">
                  <c:v>4.5812400000000002</c:v>
                </c:pt>
                <c:pt idx="16639">
                  <c:v>4.5815400000000004</c:v>
                </c:pt>
                <c:pt idx="16640">
                  <c:v>4.5818500000000002</c:v>
                </c:pt>
                <c:pt idx="16641">
                  <c:v>4.5821500000000004</c:v>
                </c:pt>
                <c:pt idx="16642">
                  <c:v>4.5824600000000002</c:v>
                </c:pt>
                <c:pt idx="16643">
                  <c:v>4.5827600000000004</c:v>
                </c:pt>
                <c:pt idx="16644">
                  <c:v>4.5830700000000002</c:v>
                </c:pt>
                <c:pt idx="16645">
                  <c:v>4.5833700000000004</c:v>
                </c:pt>
                <c:pt idx="16646">
                  <c:v>4.5836800000000002</c:v>
                </c:pt>
                <c:pt idx="16647">
                  <c:v>4.5839800000000004</c:v>
                </c:pt>
                <c:pt idx="16648">
                  <c:v>4.5842900000000002</c:v>
                </c:pt>
                <c:pt idx="16649">
                  <c:v>4.5845900000000004</c:v>
                </c:pt>
                <c:pt idx="16650">
                  <c:v>4.5849000000000002</c:v>
                </c:pt>
                <c:pt idx="16651">
                  <c:v>4.58521</c:v>
                </c:pt>
                <c:pt idx="16652">
                  <c:v>4.5855100000000002</c:v>
                </c:pt>
                <c:pt idx="16653">
                  <c:v>4.58582</c:v>
                </c:pt>
                <c:pt idx="16654">
                  <c:v>4.5861200000000002</c:v>
                </c:pt>
                <c:pt idx="16655">
                  <c:v>4.58643</c:v>
                </c:pt>
                <c:pt idx="16656">
                  <c:v>4.5867300000000002</c:v>
                </c:pt>
                <c:pt idx="16657">
                  <c:v>4.58704</c:v>
                </c:pt>
                <c:pt idx="16658">
                  <c:v>4.5873400000000002</c:v>
                </c:pt>
                <c:pt idx="16659">
                  <c:v>4.58765</c:v>
                </c:pt>
                <c:pt idx="16660">
                  <c:v>4.5879500000000002</c:v>
                </c:pt>
                <c:pt idx="16661">
                  <c:v>4.58826</c:v>
                </c:pt>
                <c:pt idx="16662">
                  <c:v>4.5885600000000002</c:v>
                </c:pt>
                <c:pt idx="16663">
                  <c:v>4.58887</c:v>
                </c:pt>
                <c:pt idx="16664">
                  <c:v>4.5891799999999998</c:v>
                </c:pt>
                <c:pt idx="16665">
                  <c:v>4.58948</c:v>
                </c:pt>
                <c:pt idx="16666">
                  <c:v>4.5897899999999998</c:v>
                </c:pt>
                <c:pt idx="16667">
                  <c:v>4.59009</c:v>
                </c:pt>
                <c:pt idx="16668">
                  <c:v>4.5903999999999998</c:v>
                </c:pt>
                <c:pt idx="16669">
                  <c:v>4.5907</c:v>
                </c:pt>
                <c:pt idx="16670">
                  <c:v>4.5910099999999998</c:v>
                </c:pt>
                <c:pt idx="16671">
                  <c:v>4.59131</c:v>
                </c:pt>
                <c:pt idx="16672">
                  <c:v>4.5916199999999998</c:v>
                </c:pt>
                <c:pt idx="16673">
                  <c:v>4.59192</c:v>
                </c:pt>
                <c:pt idx="16674">
                  <c:v>4.5922299999999998</c:v>
                </c:pt>
                <c:pt idx="16675">
                  <c:v>4.59253</c:v>
                </c:pt>
                <c:pt idx="16676">
                  <c:v>4.5928399999999998</c:v>
                </c:pt>
                <c:pt idx="16677">
                  <c:v>4.5931499999999996</c:v>
                </c:pt>
                <c:pt idx="16678">
                  <c:v>4.5934499999999998</c:v>
                </c:pt>
                <c:pt idx="16679">
                  <c:v>4.5937599999999996</c:v>
                </c:pt>
                <c:pt idx="16680">
                  <c:v>4.5940599999999998</c:v>
                </c:pt>
                <c:pt idx="16681">
                  <c:v>4.5943699999999996</c:v>
                </c:pt>
                <c:pt idx="16682">
                  <c:v>4.5946699999999998</c:v>
                </c:pt>
                <c:pt idx="16683">
                  <c:v>4.5949799999999996</c:v>
                </c:pt>
                <c:pt idx="16684">
                  <c:v>4.5952799999999998</c:v>
                </c:pt>
                <c:pt idx="16685">
                  <c:v>4.5955899999999996</c:v>
                </c:pt>
                <c:pt idx="16686">
                  <c:v>4.5958899999999998</c:v>
                </c:pt>
                <c:pt idx="16687">
                  <c:v>4.5961999999999996</c:v>
                </c:pt>
                <c:pt idx="16688">
                  <c:v>4.5965100000000003</c:v>
                </c:pt>
                <c:pt idx="16689">
                  <c:v>4.5968099999999996</c:v>
                </c:pt>
                <c:pt idx="16690">
                  <c:v>4.5971200000000003</c:v>
                </c:pt>
                <c:pt idx="16691">
                  <c:v>4.5974199999999996</c:v>
                </c:pt>
                <c:pt idx="16692">
                  <c:v>4.5977300000000003</c:v>
                </c:pt>
                <c:pt idx="16693">
                  <c:v>4.5980299999999996</c:v>
                </c:pt>
                <c:pt idx="16694">
                  <c:v>4.5983400000000003</c:v>
                </c:pt>
                <c:pt idx="16695">
                  <c:v>4.5986399999999996</c:v>
                </c:pt>
                <c:pt idx="16696">
                  <c:v>4.5989500000000003</c:v>
                </c:pt>
                <c:pt idx="16697">
                  <c:v>4.5992499999999996</c:v>
                </c:pt>
                <c:pt idx="16698">
                  <c:v>4.5995600000000003</c:v>
                </c:pt>
                <c:pt idx="16699">
                  <c:v>4.5998599999999996</c:v>
                </c:pt>
                <c:pt idx="16700">
                  <c:v>4.6001700000000003</c:v>
                </c:pt>
                <c:pt idx="16701">
                  <c:v>4.6004800000000001</c:v>
                </c:pt>
                <c:pt idx="16702">
                  <c:v>4.6007800000000003</c:v>
                </c:pt>
                <c:pt idx="16703">
                  <c:v>4.6010900000000001</c:v>
                </c:pt>
                <c:pt idx="16704">
                  <c:v>4.6013900000000003</c:v>
                </c:pt>
                <c:pt idx="16705">
                  <c:v>4.6017000000000001</c:v>
                </c:pt>
                <c:pt idx="16706">
                  <c:v>4.6020000000000003</c:v>
                </c:pt>
                <c:pt idx="16707">
                  <c:v>4.6023100000000001</c:v>
                </c:pt>
                <c:pt idx="16708">
                  <c:v>4.6026100000000003</c:v>
                </c:pt>
                <c:pt idx="16709">
                  <c:v>4.6029200000000001</c:v>
                </c:pt>
                <c:pt idx="16710">
                  <c:v>4.6032200000000003</c:v>
                </c:pt>
                <c:pt idx="16711">
                  <c:v>4.6035300000000001</c:v>
                </c:pt>
                <c:pt idx="16712">
                  <c:v>4.6038300000000003</c:v>
                </c:pt>
                <c:pt idx="16713">
                  <c:v>4.6041400000000001</c:v>
                </c:pt>
                <c:pt idx="16714">
                  <c:v>4.6044499999999999</c:v>
                </c:pt>
                <c:pt idx="16715">
                  <c:v>4.6047500000000001</c:v>
                </c:pt>
                <c:pt idx="16716">
                  <c:v>4.6050599999999999</c:v>
                </c:pt>
                <c:pt idx="16717">
                  <c:v>4.6053600000000001</c:v>
                </c:pt>
                <c:pt idx="16718">
                  <c:v>4.6056699999999999</c:v>
                </c:pt>
                <c:pt idx="16719">
                  <c:v>4.6059700000000001</c:v>
                </c:pt>
                <c:pt idx="16720">
                  <c:v>4.6062799999999999</c:v>
                </c:pt>
                <c:pt idx="16721">
                  <c:v>4.6065800000000001</c:v>
                </c:pt>
                <c:pt idx="16722">
                  <c:v>4.6068899999999999</c:v>
                </c:pt>
                <c:pt idx="16723">
                  <c:v>4.6071900000000001</c:v>
                </c:pt>
                <c:pt idx="16724">
                  <c:v>4.6074999999999999</c:v>
                </c:pt>
                <c:pt idx="16725">
                  <c:v>4.6078000000000001</c:v>
                </c:pt>
                <c:pt idx="16726">
                  <c:v>4.6081099999999999</c:v>
                </c:pt>
                <c:pt idx="16727">
                  <c:v>4.6084199999999997</c:v>
                </c:pt>
                <c:pt idx="16728">
                  <c:v>4.6087199999999999</c:v>
                </c:pt>
                <c:pt idx="16729">
                  <c:v>4.6090299999999997</c:v>
                </c:pt>
                <c:pt idx="16730">
                  <c:v>4.6093299999999999</c:v>
                </c:pt>
                <c:pt idx="16731">
                  <c:v>4.6096399999999997</c:v>
                </c:pt>
                <c:pt idx="16732">
                  <c:v>4.6099399999999999</c:v>
                </c:pt>
                <c:pt idx="16733">
                  <c:v>4.6102499999999997</c:v>
                </c:pt>
                <c:pt idx="16734">
                  <c:v>4.6105499999999999</c:v>
                </c:pt>
                <c:pt idx="16735">
                  <c:v>4.6108599999999997</c:v>
                </c:pt>
                <c:pt idx="16736">
                  <c:v>4.6111599999999999</c:v>
                </c:pt>
                <c:pt idx="16737">
                  <c:v>4.6114699999999997</c:v>
                </c:pt>
                <c:pt idx="16738">
                  <c:v>4.6117699999999999</c:v>
                </c:pt>
                <c:pt idx="16739">
                  <c:v>4.6120799999999997</c:v>
                </c:pt>
                <c:pt idx="16740">
                  <c:v>4.6123900000000004</c:v>
                </c:pt>
                <c:pt idx="16741">
                  <c:v>4.6126899999999997</c:v>
                </c:pt>
                <c:pt idx="16742">
                  <c:v>4.6130000000000004</c:v>
                </c:pt>
                <c:pt idx="16743">
                  <c:v>4.6132999999999997</c:v>
                </c:pt>
                <c:pt idx="16744">
                  <c:v>4.6136100000000004</c:v>
                </c:pt>
                <c:pt idx="16745">
                  <c:v>4.6139099999999997</c:v>
                </c:pt>
                <c:pt idx="16746">
                  <c:v>4.6142200000000004</c:v>
                </c:pt>
                <c:pt idx="16747">
                  <c:v>4.6145199999999997</c:v>
                </c:pt>
                <c:pt idx="16748">
                  <c:v>4.6148300000000004</c:v>
                </c:pt>
                <c:pt idx="16749">
                  <c:v>4.6151299999999997</c:v>
                </c:pt>
                <c:pt idx="16750">
                  <c:v>4.6154400000000004</c:v>
                </c:pt>
                <c:pt idx="16751">
                  <c:v>4.6157500000000002</c:v>
                </c:pt>
                <c:pt idx="16752">
                  <c:v>4.6160500000000004</c:v>
                </c:pt>
                <c:pt idx="16753">
                  <c:v>4.6163600000000002</c:v>
                </c:pt>
                <c:pt idx="16754">
                  <c:v>4.6166600000000004</c:v>
                </c:pt>
                <c:pt idx="16755">
                  <c:v>4.6169700000000002</c:v>
                </c:pt>
                <c:pt idx="16756">
                  <c:v>4.6172700000000004</c:v>
                </c:pt>
                <c:pt idx="16757">
                  <c:v>4.6175800000000002</c:v>
                </c:pt>
                <c:pt idx="16758">
                  <c:v>4.6178800000000004</c:v>
                </c:pt>
                <c:pt idx="16759">
                  <c:v>4.6181900000000002</c:v>
                </c:pt>
                <c:pt idx="16760">
                  <c:v>4.6184900000000004</c:v>
                </c:pt>
                <c:pt idx="16761">
                  <c:v>4.6188000000000002</c:v>
                </c:pt>
                <c:pt idx="16762">
                  <c:v>4.6191000000000004</c:v>
                </c:pt>
                <c:pt idx="16763">
                  <c:v>4.6194100000000002</c:v>
                </c:pt>
                <c:pt idx="16764">
                  <c:v>4.61972</c:v>
                </c:pt>
                <c:pt idx="16765">
                  <c:v>4.6200200000000002</c:v>
                </c:pt>
                <c:pt idx="16766">
                  <c:v>4.62033</c:v>
                </c:pt>
                <c:pt idx="16767">
                  <c:v>4.6206300000000002</c:v>
                </c:pt>
                <c:pt idx="16768">
                  <c:v>4.62094</c:v>
                </c:pt>
                <c:pt idx="16769">
                  <c:v>4.6212400000000002</c:v>
                </c:pt>
                <c:pt idx="16770">
                  <c:v>4.62155</c:v>
                </c:pt>
                <c:pt idx="16771">
                  <c:v>4.6218500000000002</c:v>
                </c:pt>
                <c:pt idx="16772">
                  <c:v>4.62216</c:v>
                </c:pt>
                <c:pt idx="16773">
                  <c:v>4.6224600000000002</c:v>
                </c:pt>
                <c:pt idx="16774">
                  <c:v>4.62277</c:v>
                </c:pt>
                <c:pt idx="16775">
                  <c:v>4.6230700000000002</c:v>
                </c:pt>
                <c:pt idx="16776">
                  <c:v>4.62338</c:v>
                </c:pt>
                <c:pt idx="16777">
                  <c:v>4.6236899999999999</c:v>
                </c:pt>
                <c:pt idx="16778">
                  <c:v>4.62399</c:v>
                </c:pt>
                <c:pt idx="16779">
                  <c:v>4.6242999999999999</c:v>
                </c:pt>
                <c:pt idx="16780">
                  <c:v>4.6246</c:v>
                </c:pt>
                <c:pt idx="16781">
                  <c:v>4.6249099999999999</c:v>
                </c:pt>
                <c:pt idx="16782">
                  <c:v>4.62521</c:v>
                </c:pt>
                <c:pt idx="16783">
                  <c:v>4.6255199999999999</c:v>
                </c:pt>
                <c:pt idx="16784">
                  <c:v>4.62582</c:v>
                </c:pt>
                <c:pt idx="16785">
                  <c:v>4.6261299999999999</c:v>
                </c:pt>
                <c:pt idx="16786">
                  <c:v>4.62643</c:v>
                </c:pt>
                <c:pt idx="16787">
                  <c:v>4.6267399999999999</c:v>
                </c:pt>
                <c:pt idx="16788">
                  <c:v>4.62704</c:v>
                </c:pt>
                <c:pt idx="16789">
                  <c:v>4.6273499999999999</c:v>
                </c:pt>
                <c:pt idx="16790">
                  <c:v>4.6276599999999997</c:v>
                </c:pt>
                <c:pt idx="16791">
                  <c:v>4.6279599999999999</c:v>
                </c:pt>
                <c:pt idx="16792">
                  <c:v>4.6282699999999997</c:v>
                </c:pt>
                <c:pt idx="16793">
                  <c:v>4.6285699999999999</c:v>
                </c:pt>
                <c:pt idx="16794">
                  <c:v>4.6288799999999997</c:v>
                </c:pt>
                <c:pt idx="16795">
                  <c:v>4.6291799999999999</c:v>
                </c:pt>
                <c:pt idx="16796">
                  <c:v>4.6294899999999997</c:v>
                </c:pt>
                <c:pt idx="16797">
                  <c:v>4.6297899999999998</c:v>
                </c:pt>
                <c:pt idx="16798">
                  <c:v>4.6300999999999997</c:v>
                </c:pt>
                <c:pt idx="16799">
                  <c:v>4.6303999999999998</c:v>
                </c:pt>
                <c:pt idx="16800">
                  <c:v>4.6307099999999997</c:v>
                </c:pt>
                <c:pt idx="16801">
                  <c:v>4.6310099999999998</c:v>
                </c:pt>
                <c:pt idx="16802">
                  <c:v>4.6313199999999997</c:v>
                </c:pt>
                <c:pt idx="16803">
                  <c:v>4.6316300000000004</c:v>
                </c:pt>
                <c:pt idx="16804">
                  <c:v>4.6319299999999997</c:v>
                </c:pt>
                <c:pt idx="16805">
                  <c:v>4.6322400000000004</c:v>
                </c:pt>
                <c:pt idx="16806">
                  <c:v>4.6325399999999997</c:v>
                </c:pt>
                <c:pt idx="16807">
                  <c:v>4.6328500000000004</c:v>
                </c:pt>
                <c:pt idx="16808">
                  <c:v>4.6331499999999997</c:v>
                </c:pt>
                <c:pt idx="16809">
                  <c:v>4.6334600000000004</c:v>
                </c:pt>
                <c:pt idx="16810">
                  <c:v>4.6337599999999997</c:v>
                </c:pt>
                <c:pt idx="16811">
                  <c:v>4.6340700000000004</c:v>
                </c:pt>
                <c:pt idx="16812">
                  <c:v>4.6343699999999997</c:v>
                </c:pt>
                <c:pt idx="16813">
                  <c:v>4.6346800000000004</c:v>
                </c:pt>
                <c:pt idx="16814">
                  <c:v>4.6349900000000002</c:v>
                </c:pt>
                <c:pt idx="16815">
                  <c:v>4.6352900000000004</c:v>
                </c:pt>
                <c:pt idx="16816">
                  <c:v>4.6356000000000002</c:v>
                </c:pt>
                <c:pt idx="16817">
                  <c:v>4.6359000000000004</c:v>
                </c:pt>
                <c:pt idx="16818">
                  <c:v>4.6362100000000002</c:v>
                </c:pt>
                <c:pt idx="16819">
                  <c:v>4.6365100000000004</c:v>
                </c:pt>
                <c:pt idx="16820">
                  <c:v>4.6368200000000002</c:v>
                </c:pt>
                <c:pt idx="16821">
                  <c:v>4.6371200000000004</c:v>
                </c:pt>
                <c:pt idx="16822">
                  <c:v>4.6374300000000002</c:v>
                </c:pt>
                <c:pt idx="16823">
                  <c:v>4.6377300000000004</c:v>
                </c:pt>
                <c:pt idx="16824">
                  <c:v>4.6380400000000002</c:v>
                </c:pt>
                <c:pt idx="16825">
                  <c:v>4.6383400000000004</c:v>
                </c:pt>
                <c:pt idx="16826">
                  <c:v>4.6386500000000002</c:v>
                </c:pt>
                <c:pt idx="16827">
                  <c:v>4.63896</c:v>
                </c:pt>
                <c:pt idx="16828">
                  <c:v>4.6392600000000002</c:v>
                </c:pt>
                <c:pt idx="16829">
                  <c:v>4.63957</c:v>
                </c:pt>
                <c:pt idx="16830">
                  <c:v>4.6398700000000002</c:v>
                </c:pt>
                <c:pt idx="16831">
                  <c:v>4.64018</c:v>
                </c:pt>
                <c:pt idx="16832">
                  <c:v>4.6404800000000002</c:v>
                </c:pt>
                <c:pt idx="16833">
                  <c:v>4.64079</c:v>
                </c:pt>
                <c:pt idx="16834">
                  <c:v>4.6410900000000002</c:v>
                </c:pt>
                <c:pt idx="16835">
                  <c:v>4.6414</c:v>
                </c:pt>
                <c:pt idx="16836">
                  <c:v>4.6417000000000002</c:v>
                </c:pt>
                <c:pt idx="16837">
                  <c:v>4.64201</c:v>
                </c:pt>
                <c:pt idx="16838">
                  <c:v>4.6423100000000002</c:v>
                </c:pt>
                <c:pt idx="16839">
                  <c:v>4.64262</c:v>
                </c:pt>
                <c:pt idx="16840">
                  <c:v>4.6429299999999998</c:v>
                </c:pt>
                <c:pt idx="16841">
                  <c:v>4.64323</c:v>
                </c:pt>
                <c:pt idx="16842">
                  <c:v>4.6435399999999998</c:v>
                </c:pt>
                <c:pt idx="16843">
                  <c:v>4.64384</c:v>
                </c:pt>
                <c:pt idx="16844">
                  <c:v>4.6441499999999998</c:v>
                </c:pt>
                <c:pt idx="16845">
                  <c:v>4.64445</c:v>
                </c:pt>
                <c:pt idx="16846">
                  <c:v>4.6447599999999998</c:v>
                </c:pt>
                <c:pt idx="16847">
                  <c:v>4.64506</c:v>
                </c:pt>
                <c:pt idx="16848">
                  <c:v>4.6453699999999998</c:v>
                </c:pt>
                <c:pt idx="16849">
                  <c:v>4.64567</c:v>
                </c:pt>
                <c:pt idx="16850">
                  <c:v>4.6459799999999998</c:v>
                </c:pt>
                <c:pt idx="16851">
                  <c:v>4.64628</c:v>
                </c:pt>
                <c:pt idx="16852">
                  <c:v>4.6465899999999998</c:v>
                </c:pt>
                <c:pt idx="16853">
                  <c:v>4.6468999999999996</c:v>
                </c:pt>
                <c:pt idx="16854">
                  <c:v>4.6471999999999998</c:v>
                </c:pt>
                <c:pt idx="16855">
                  <c:v>4.6475099999999996</c:v>
                </c:pt>
                <c:pt idx="16856">
                  <c:v>4.6478099999999998</c:v>
                </c:pt>
                <c:pt idx="16857">
                  <c:v>4.6481199999999996</c:v>
                </c:pt>
                <c:pt idx="16858">
                  <c:v>4.6484199999999998</c:v>
                </c:pt>
                <c:pt idx="16859">
                  <c:v>4.6487299999999996</c:v>
                </c:pt>
                <c:pt idx="16860">
                  <c:v>4.6490299999999998</c:v>
                </c:pt>
                <c:pt idx="16861">
                  <c:v>4.6493399999999996</c:v>
                </c:pt>
                <c:pt idx="16862">
                  <c:v>4.6496399999999998</c:v>
                </c:pt>
                <c:pt idx="16863">
                  <c:v>4.6499499999999996</c:v>
                </c:pt>
                <c:pt idx="16864">
                  <c:v>4.6502499999999998</c:v>
                </c:pt>
                <c:pt idx="16865">
                  <c:v>4.6505599999999996</c:v>
                </c:pt>
                <c:pt idx="16866">
                  <c:v>4.6508700000000003</c:v>
                </c:pt>
                <c:pt idx="16867">
                  <c:v>4.6511699999999996</c:v>
                </c:pt>
                <c:pt idx="16868">
                  <c:v>4.6514800000000003</c:v>
                </c:pt>
                <c:pt idx="16869">
                  <c:v>4.6517799999999996</c:v>
                </c:pt>
                <c:pt idx="16870">
                  <c:v>4.6520900000000003</c:v>
                </c:pt>
                <c:pt idx="16871">
                  <c:v>4.6523899999999996</c:v>
                </c:pt>
                <c:pt idx="16872">
                  <c:v>4.6527000000000003</c:v>
                </c:pt>
                <c:pt idx="16873">
                  <c:v>4.6529999999999996</c:v>
                </c:pt>
                <c:pt idx="16874">
                  <c:v>4.6533100000000003</c:v>
                </c:pt>
                <c:pt idx="16875">
                  <c:v>4.6536099999999996</c:v>
                </c:pt>
                <c:pt idx="16876">
                  <c:v>4.6539200000000003</c:v>
                </c:pt>
                <c:pt idx="16877">
                  <c:v>4.6542300000000001</c:v>
                </c:pt>
                <c:pt idx="16878">
                  <c:v>4.6545300000000003</c:v>
                </c:pt>
                <c:pt idx="16879">
                  <c:v>4.6548400000000001</c:v>
                </c:pt>
                <c:pt idx="16880">
                  <c:v>4.6551400000000003</c:v>
                </c:pt>
                <c:pt idx="16881">
                  <c:v>4.6554500000000001</c:v>
                </c:pt>
                <c:pt idx="16882">
                  <c:v>4.6557500000000003</c:v>
                </c:pt>
                <c:pt idx="16883">
                  <c:v>4.6560600000000001</c:v>
                </c:pt>
                <c:pt idx="16884">
                  <c:v>4.6563600000000003</c:v>
                </c:pt>
                <c:pt idx="16885">
                  <c:v>4.6566700000000001</c:v>
                </c:pt>
                <c:pt idx="16886">
                  <c:v>4.6569700000000003</c:v>
                </c:pt>
                <c:pt idx="16887">
                  <c:v>4.6572800000000001</c:v>
                </c:pt>
                <c:pt idx="16888">
                  <c:v>4.6575800000000003</c:v>
                </c:pt>
                <c:pt idx="16889">
                  <c:v>4.6578900000000001</c:v>
                </c:pt>
                <c:pt idx="16890">
                  <c:v>4.6581999999999999</c:v>
                </c:pt>
                <c:pt idx="16891">
                  <c:v>4.6585000000000001</c:v>
                </c:pt>
                <c:pt idx="16892">
                  <c:v>4.6588099999999999</c:v>
                </c:pt>
                <c:pt idx="16893">
                  <c:v>4.6591100000000001</c:v>
                </c:pt>
                <c:pt idx="16894">
                  <c:v>4.6594199999999999</c:v>
                </c:pt>
                <c:pt idx="16895">
                  <c:v>4.6597200000000001</c:v>
                </c:pt>
                <c:pt idx="16896">
                  <c:v>4.6600299999999999</c:v>
                </c:pt>
                <c:pt idx="16897">
                  <c:v>4.6603300000000001</c:v>
                </c:pt>
                <c:pt idx="16898">
                  <c:v>4.6606399999999999</c:v>
                </c:pt>
                <c:pt idx="16899">
                  <c:v>4.6609400000000001</c:v>
                </c:pt>
                <c:pt idx="16900">
                  <c:v>4.6612499999999999</c:v>
                </c:pt>
                <c:pt idx="16901">
                  <c:v>4.6615500000000001</c:v>
                </c:pt>
                <c:pt idx="16902">
                  <c:v>4.6618599999999999</c:v>
                </c:pt>
                <c:pt idx="16903">
                  <c:v>4.6621699999999997</c:v>
                </c:pt>
                <c:pt idx="16904">
                  <c:v>4.6624699999999999</c:v>
                </c:pt>
                <c:pt idx="16905">
                  <c:v>4.6627799999999997</c:v>
                </c:pt>
                <c:pt idx="16906">
                  <c:v>4.6630799999999999</c:v>
                </c:pt>
                <c:pt idx="16907">
                  <c:v>4.6633899999999997</c:v>
                </c:pt>
                <c:pt idx="16908">
                  <c:v>4.6636899999999999</c:v>
                </c:pt>
                <c:pt idx="16909">
                  <c:v>4.6639999999999997</c:v>
                </c:pt>
                <c:pt idx="16910">
                  <c:v>4.6642999999999999</c:v>
                </c:pt>
                <c:pt idx="16911">
                  <c:v>4.6646099999999997</c:v>
                </c:pt>
                <c:pt idx="16912">
                  <c:v>4.6649099999999999</c:v>
                </c:pt>
                <c:pt idx="16913">
                  <c:v>4.6652199999999997</c:v>
                </c:pt>
                <c:pt idx="16914">
                  <c:v>4.6655199999999999</c:v>
                </c:pt>
                <c:pt idx="16915">
                  <c:v>4.6658299999999997</c:v>
                </c:pt>
                <c:pt idx="16916">
                  <c:v>4.6661400000000004</c:v>
                </c:pt>
                <c:pt idx="16917">
                  <c:v>4.6664399999999997</c:v>
                </c:pt>
                <c:pt idx="16918">
                  <c:v>4.6667500000000004</c:v>
                </c:pt>
                <c:pt idx="16919">
                  <c:v>4.6670499999999997</c:v>
                </c:pt>
                <c:pt idx="16920">
                  <c:v>4.6673600000000004</c:v>
                </c:pt>
                <c:pt idx="16921">
                  <c:v>4.6676599999999997</c:v>
                </c:pt>
                <c:pt idx="16922">
                  <c:v>4.6679700000000004</c:v>
                </c:pt>
                <c:pt idx="16923">
                  <c:v>4.6682699999999997</c:v>
                </c:pt>
                <c:pt idx="16924">
                  <c:v>4.6685800000000004</c:v>
                </c:pt>
                <c:pt idx="16925">
                  <c:v>4.6688799999999997</c:v>
                </c:pt>
                <c:pt idx="16926">
                  <c:v>4.6691900000000004</c:v>
                </c:pt>
                <c:pt idx="16927">
                  <c:v>4.6695000000000002</c:v>
                </c:pt>
                <c:pt idx="16928">
                  <c:v>4.6698000000000004</c:v>
                </c:pt>
                <c:pt idx="16929">
                  <c:v>4.6701100000000002</c:v>
                </c:pt>
                <c:pt idx="16930">
                  <c:v>4.6704100000000004</c:v>
                </c:pt>
                <c:pt idx="16931">
                  <c:v>4.6707200000000002</c:v>
                </c:pt>
                <c:pt idx="16932">
                  <c:v>4.6710200000000004</c:v>
                </c:pt>
                <c:pt idx="16933">
                  <c:v>4.6713300000000002</c:v>
                </c:pt>
                <c:pt idx="16934">
                  <c:v>4.6716300000000004</c:v>
                </c:pt>
                <c:pt idx="16935">
                  <c:v>4.6719400000000002</c:v>
                </c:pt>
                <c:pt idx="16936">
                  <c:v>4.6722400000000004</c:v>
                </c:pt>
                <c:pt idx="16937">
                  <c:v>4.6725500000000002</c:v>
                </c:pt>
                <c:pt idx="16938">
                  <c:v>4.6728500000000004</c:v>
                </c:pt>
                <c:pt idx="16939">
                  <c:v>4.6731600000000002</c:v>
                </c:pt>
                <c:pt idx="16940">
                  <c:v>4.67347</c:v>
                </c:pt>
                <c:pt idx="16941">
                  <c:v>4.6737700000000002</c:v>
                </c:pt>
                <c:pt idx="16942">
                  <c:v>4.67408</c:v>
                </c:pt>
                <c:pt idx="16943">
                  <c:v>4.6743800000000002</c:v>
                </c:pt>
                <c:pt idx="16944">
                  <c:v>4.67469</c:v>
                </c:pt>
                <c:pt idx="16945">
                  <c:v>4.6749900000000002</c:v>
                </c:pt>
                <c:pt idx="16946">
                  <c:v>4.6753</c:v>
                </c:pt>
                <c:pt idx="16947">
                  <c:v>4.6756000000000002</c:v>
                </c:pt>
                <c:pt idx="16948">
                  <c:v>4.67591</c:v>
                </c:pt>
                <c:pt idx="16949">
                  <c:v>4.6762100000000002</c:v>
                </c:pt>
                <c:pt idx="16950">
                  <c:v>4.67652</c:v>
                </c:pt>
                <c:pt idx="16951">
                  <c:v>4.6768200000000002</c:v>
                </c:pt>
                <c:pt idx="16952">
                  <c:v>4.67713</c:v>
                </c:pt>
                <c:pt idx="16953">
                  <c:v>4.6774399999999998</c:v>
                </c:pt>
                <c:pt idx="16954">
                  <c:v>4.67774</c:v>
                </c:pt>
                <c:pt idx="16955">
                  <c:v>4.6780499999999998</c:v>
                </c:pt>
                <c:pt idx="16956">
                  <c:v>4.67835</c:v>
                </c:pt>
                <c:pt idx="16957">
                  <c:v>4.6786599999999998</c:v>
                </c:pt>
                <c:pt idx="16958">
                  <c:v>4.67896</c:v>
                </c:pt>
                <c:pt idx="16959">
                  <c:v>4.6792699999999998</c:v>
                </c:pt>
                <c:pt idx="16960">
                  <c:v>4.67957</c:v>
                </c:pt>
                <c:pt idx="16961">
                  <c:v>4.6798799999999998</c:v>
                </c:pt>
                <c:pt idx="16962">
                  <c:v>4.68018</c:v>
                </c:pt>
                <c:pt idx="16963">
                  <c:v>4.6804899999999998</c:v>
                </c:pt>
                <c:pt idx="16964">
                  <c:v>4.68079</c:v>
                </c:pt>
                <c:pt idx="16965">
                  <c:v>4.6810999999999998</c:v>
                </c:pt>
                <c:pt idx="16966">
                  <c:v>4.6814099999999996</c:v>
                </c:pt>
                <c:pt idx="16967">
                  <c:v>4.6817099999999998</c:v>
                </c:pt>
                <c:pt idx="16968">
                  <c:v>4.6820199999999996</c:v>
                </c:pt>
                <c:pt idx="16969">
                  <c:v>4.6823199999999998</c:v>
                </c:pt>
                <c:pt idx="16970">
                  <c:v>4.6826299999999996</c:v>
                </c:pt>
                <c:pt idx="16971">
                  <c:v>4.6829299999999998</c:v>
                </c:pt>
                <c:pt idx="16972">
                  <c:v>4.6832399999999996</c:v>
                </c:pt>
                <c:pt idx="16973">
                  <c:v>4.6835399999999998</c:v>
                </c:pt>
                <c:pt idx="16974">
                  <c:v>4.6838499999999996</c:v>
                </c:pt>
                <c:pt idx="16975">
                  <c:v>4.6841499999999998</c:v>
                </c:pt>
                <c:pt idx="16976">
                  <c:v>4.6844599999999996</c:v>
                </c:pt>
                <c:pt idx="16977">
                  <c:v>4.6847599999999998</c:v>
                </c:pt>
                <c:pt idx="16978">
                  <c:v>4.6850699999999996</c:v>
                </c:pt>
                <c:pt idx="16979">
                  <c:v>4.6853800000000003</c:v>
                </c:pt>
                <c:pt idx="16980">
                  <c:v>4.6856799999999996</c:v>
                </c:pt>
                <c:pt idx="16981">
                  <c:v>4.6859900000000003</c:v>
                </c:pt>
                <c:pt idx="16982">
                  <c:v>4.6862899999999996</c:v>
                </c:pt>
                <c:pt idx="16983">
                  <c:v>4.6866000000000003</c:v>
                </c:pt>
                <c:pt idx="16984">
                  <c:v>4.6868999999999996</c:v>
                </c:pt>
                <c:pt idx="16985">
                  <c:v>4.6872100000000003</c:v>
                </c:pt>
                <c:pt idx="16986">
                  <c:v>4.6875099999999996</c:v>
                </c:pt>
                <c:pt idx="16987">
                  <c:v>4.6878200000000003</c:v>
                </c:pt>
                <c:pt idx="16988">
                  <c:v>4.6881199999999996</c:v>
                </c:pt>
                <c:pt idx="16989">
                  <c:v>4.6884300000000003</c:v>
                </c:pt>
                <c:pt idx="16990">
                  <c:v>4.6887400000000001</c:v>
                </c:pt>
                <c:pt idx="16991">
                  <c:v>4.6890400000000003</c:v>
                </c:pt>
                <c:pt idx="16992">
                  <c:v>4.6893500000000001</c:v>
                </c:pt>
                <c:pt idx="16993">
                  <c:v>4.6896500000000003</c:v>
                </c:pt>
                <c:pt idx="16994">
                  <c:v>4.6899600000000001</c:v>
                </c:pt>
                <c:pt idx="16995">
                  <c:v>4.6902600000000003</c:v>
                </c:pt>
                <c:pt idx="16996">
                  <c:v>4.6905700000000001</c:v>
                </c:pt>
                <c:pt idx="16997">
                  <c:v>4.6908700000000003</c:v>
                </c:pt>
                <c:pt idx="16998">
                  <c:v>4.6911800000000001</c:v>
                </c:pt>
                <c:pt idx="16999">
                  <c:v>4.6914800000000003</c:v>
                </c:pt>
                <c:pt idx="17000">
                  <c:v>4.6917900000000001</c:v>
                </c:pt>
                <c:pt idx="17001">
                  <c:v>4.6920900000000003</c:v>
                </c:pt>
                <c:pt idx="17002">
                  <c:v>4.6924000000000001</c:v>
                </c:pt>
                <c:pt idx="17003">
                  <c:v>4.6927099999999999</c:v>
                </c:pt>
                <c:pt idx="17004">
                  <c:v>4.6930100000000001</c:v>
                </c:pt>
                <c:pt idx="17005">
                  <c:v>4.6933199999999999</c:v>
                </c:pt>
                <c:pt idx="17006">
                  <c:v>4.6936200000000001</c:v>
                </c:pt>
                <c:pt idx="17007">
                  <c:v>4.6939299999999999</c:v>
                </c:pt>
                <c:pt idx="17008">
                  <c:v>4.6942300000000001</c:v>
                </c:pt>
                <c:pt idx="17009">
                  <c:v>4.6945399999999999</c:v>
                </c:pt>
                <c:pt idx="17010">
                  <c:v>4.6948400000000001</c:v>
                </c:pt>
                <c:pt idx="17011">
                  <c:v>4.6951499999999999</c:v>
                </c:pt>
                <c:pt idx="17012">
                  <c:v>4.6954500000000001</c:v>
                </c:pt>
                <c:pt idx="17013">
                  <c:v>4.6957599999999999</c:v>
                </c:pt>
                <c:pt idx="17014">
                  <c:v>4.6960600000000001</c:v>
                </c:pt>
                <c:pt idx="17015">
                  <c:v>4.6963699999999999</c:v>
                </c:pt>
                <c:pt idx="17016">
                  <c:v>4.6966799999999997</c:v>
                </c:pt>
                <c:pt idx="17017">
                  <c:v>4.6969799999999999</c:v>
                </c:pt>
                <c:pt idx="17018">
                  <c:v>4.6972899999999997</c:v>
                </c:pt>
                <c:pt idx="17019">
                  <c:v>4.6975899999999999</c:v>
                </c:pt>
                <c:pt idx="17020">
                  <c:v>4.6978999999999997</c:v>
                </c:pt>
                <c:pt idx="17021">
                  <c:v>4.6981999999999999</c:v>
                </c:pt>
                <c:pt idx="17022">
                  <c:v>4.6985099999999997</c:v>
                </c:pt>
                <c:pt idx="17023">
                  <c:v>4.6988099999999999</c:v>
                </c:pt>
                <c:pt idx="17024">
                  <c:v>4.6991199999999997</c:v>
                </c:pt>
                <c:pt idx="17025">
                  <c:v>4.6994199999999999</c:v>
                </c:pt>
                <c:pt idx="17026">
                  <c:v>4.6997299999999997</c:v>
                </c:pt>
                <c:pt idx="17027">
                  <c:v>4.7000299999999999</c:v>
                </c:pt>
                <c:pt idx="17028">
                  <c:v>4.7003399999999997</c:v>
                </c:pt>
                <c:pt idx="17029">
                  <c:v>4.7006500000000004</c:v>
                </c:pt>
                <c:pt idx="17030">
                  <c:v>4.7009499999999997</c:v>
                </c:pt>
                <c:pt idx="17031">
                  <c:v>4.7012600000000004</c:v>
                </c:pt>
                <c:pt idx="17032">
                  <c:v>4.7015599999999997</c:v>
                </c:pt>
                <c:pt idx="17033">
                  <c:v>4.7018700000000004</c:v>
                </c:pt>
                <c:pt idx="17034">
                  <c:v>4.7021699999999997</c:v>
                </c:pt>
                <c:pt idx="17035">
                  <c:v>4.7024800000000004</c:v>
                </c:pt>
                <c:pt idx="17036">
                  <c:v>4.7027799999999997</c:v>
                </c:pt>
                <c:pt idx="17037">
                  <c:v>4.7030900000000004</c:v>
                </c:pt>
                <c:pt idx="17038">
                  <c:v>4.7033899999999997</c:v>
                </c:pt>
                <c:pt idx="17039">
                  <c:v>4.7037000000000004</c:v>
                </c:pt>
                <c:pt idx="17040">
                  <c:v>4.7039999999999997</c:v>
                </c:pt>
                <c:pt idx="17041">
                  <c:v>4.7043100000000004</c:v>
                </c:pt>
                <c:pt idx="17042">
                  <c:v>4.7046200000000002</c:v>
                </c:pt>
                <c:pt idx="17043">
                  <c:v>4.7049200000000004</c:v>
                </c:pt>
                <c:pt idx="17044">
                  <c:v>4.7052300000000002</c:v>
                </c:pt>
                <c:pt idx="17045">
                  <c:v>4.7055300000000004</c:v>
                </c:pt>
                <c:pt idx="17046">
                  <c:v>4.7058400000000002</c:v>
                </c:pt>
                <c:pt idx="17047">
                  <c:v>4.7061400000000004</c:v>
                </c:pt>
                <c:pt idx="17048">
                  <c:v>4.7064500000000002</c:v>
                </c:pt>
                <c:pt idx="17049">
                  <c:v>4.7067500000000004</c:v>
                </c:pt>
                <c:pt idx="17050">
                  <c:v>4.7070600000000002</c:v>
                </c:pt>
                <c:pt idx="17051">
                  <c:v>4.7073600000000004</c:v>
                </c:pt>
                <c:pt idx="17052">
                  <c:v>4.7076700000000002</c:v>
                </c:pt>
                <c:pt idx="17053">
                  <c:v>4.7079800000000001</c:v>
                </c:pt>
                <c:pt idx="17054">
                  <c:v>4.7082800000000002</c:v>
                </c:pt>
                <c:pt idx="17055">
                  <c:v>4.7085900000000001</c:v>
                </c:pt>
                <c:pt idx="17056">
                  <c:v>4.7088900000000002</c:v>
                </c:pt>
                <c:pt idx="17057">
                  <c:v>4.7092000000000001</c:v>
                </c:pt>
                <c:pt idx="17058">
                  <c:v>4.7095000000000002</c:v>
                </c:pt>
                <c:pt idx="17059">
                  <c:v>4.7098100000000001</c:v>
                </c:pt>
                <c:pt idx="17060">
                  <c:v>4.7101100000000002</c:v>
                </c:pt>
                <c:pt idx="17061">
                  <c:v>4.7104200000000001</c:v>
                </c:pt>
                <c:pt idx="17062">
                  <c:v>4.7107200000000002</c:v>
                </c:pt>
                <c:pt idx="17063">
                  <c:v>4.7110300000000001</c:v>
                </c:pt>
                <c:pt idx="17064">
                  <c:v>4.7113300000000002</c:v>
                </c:pt>
                <c:pt idx="17065">
                  <c:v>4.7116400000000001</c:v>
                </c:pt>
                <c:pt idx="17066">
                  <c:v>4.7119499999999999</c:v>
                </c:pt>
                <c:pt idx="17067">
                  <c:v>4.71225</c:v>
                </c:pt>
                <c:pt idx="17068">
                  <c:v>4.7125599999999999</c:v>
                </c:pt>
                <c:pt idx="17069">
                  <c:v>4.71286</c:v>
                </c:pt>
                <c:pt idx="17070">
                  <c:v>4.7131699999999999</c:v>
                </c:pt>
                <c:pt idx="17071">
                  <c:v>4.71347</c:v>
                </c:pt>
                <c:pt idx="17072">
                  <c:v>4.7137799999999999</c:v>
                </c:pt>
                <c:pt idx="17073">
                  <c:v>4.71408</c:v>
                </c:pt>
                <c:pt idx="17074">
                  <c:v>4.7143899999999999</c:v>
                </c:pt>
                <c:pt idx="17075">
                  <c:v>4.71469</c:v>
                </c:pt>
                <c:pt idx="17076">
                  <c:v>4.7149999999999999</c:v>
                </c:pt>
                <c:pt idx="17077">
                  <c:v>4.7153</c:v>
                </c:pt>
                <c:pt idx="17078">
                  <c:v>4.7156099999999999</c:v>
                </c:pt>
                <c:pt idx="17079">
                  <c:v>4.7159199999999997</c:v>
                </c:pt>
                <c:pt idx="17080">
                  <c:v>4.7162199999999999</c:v>
                </c:pt>
                <c:pt idx="17081">
                  <c:v>4.7165299999999997</c:v>
                </c:pt>
                <c:pt idx="17082">
                  <c:v>4.7168299999999999</c:v>
                </c:pt>
                <c:pt idx="17083">
                  <c:v>4.7171399999999997</c:v>
                </c:pt>
                <c:pt idx="17084">
                  <c:v>4.7174399999999999</c:v>
                </c:pt>
                <c:pt idx="17085">
                  <c:v>4.7177499999999997</c:v>
                </c:pt>
                <c:pt idx="17086">
                  <c:v>4.7180499999999999</c:v>
                </c:pt>
                <c:pt idx="17087">
                  <c:v>4.7183599999999997</c:v>
                </c:pt>
                <c:pt idx="17088">
                  <c:v>4.7186599999999999</c:v>
                </c:pt>
                <c:pt idx="17089">
                  <c:v>4.7189699999999997</c:v>
                </c:pt>
                <c:pt idx="17090">
                  <c:v>4.7192699999999999</c:v>
                </c:pt>
                <c:pt idx="17091">
                  <c:v>4.7195799999999997</c:v>
                </c:pt>
                <c:pt idx="17092">
                  <c:v>4.7198900000000004</c:v>
                </c:pt>
                <c:pt idx="17093">
                  <c:v>4.7201899999999997</c:v>
                </c:pt>
                <c:pt idx="17094">
                  <c:v>4.7205000000000004</c:v>
                </c:pt>
                <c:pt idx="17095">
                  <c:v>4.7207999999999997</c:v>
                </c:pt>
                <c:pt idx="17096">
                  <c:v>4.7211100000000004</c:v>
                </c:pt>
                <c:pt idx="17097">
                  <c:v>4.7214099999999997</c:v>
                </c:pt>
                <c:pt idx="17098">
                  <c:v>4.7217200000000004</c:v>
                </c:pt>
                <c:pt idx="17099">
                  <c:v>4.7220199999999997</c:v>
                </c:pt>
                <c:pt idx="17100">
                  <c:v>4.7223300000000004</c:v>
                </c:pt>
                <c:pt idx="17101">
                  <c:v>4.7226299999999997</c:v>
                </c:pt>
                <c:pt idx="17102">
                  <c:v>4.7229400000000004</c:v>
                </c:pt>
                <c:pt idx="17103">
                  <c:v>4.7232500000000002</c:v>
                </c:pt>
                <c:pt idx="17104">
                  <c:v>4.7235500000000004</c:v>
                </c:pt>
                <c:pt idx="17105">
                  <c:v>4.7238600000000002</c:v>
                </c:pt>
                <c:pt idx="17106">
                  <c:v>4.7241600000000004</c:v>
                </c:pt>
                <c:pt idx="17107">
                  <c:v>4.7244700000000002</c:v>
                </c:pt>
                <c:pt idx="17108">
                  <c:v>4.7247700000000004</c:v>
                </c:pt>
                <c:pt idx="17109">
                  <c:v>4.7250800000000002</c:v>
                </c:pt>
                <c:pt idx="17110">
                  <c:v>4.7253800000000004</c:v>
                </c:pt>
                <c:pt idx="17111">
                  <c:v>4.7256900000000002</c:v>
                </c:pt>
                <c:pt idx="17112">
                  <c:v>4.7259900000000004</c:v>
                </c:pt>
                <c:pt idx="17113">
                  <c:v>4.7263000000000002</c:v>
                </c:pt>
                <c:pt idx="17114">
                  <c:v>4.7266000000000004</c:v>
                </c:pt>
                <c:pt idx="17115">
                  <c:v>4.7269100000000002</c:v>
                </c:pt>
                <c:pt idx="17116">
                  <c:v>4.72722</c:v>
                </c:pt>
                <c:pt idx="17117">
                  <c:v>4.7275200000000002</c:v>
                </c:pt>
                <c:pt idx="17118">
                  <c:v>4.72783</c:v>
                </c:pt>
                <c:pt idx="17119">
                  <c:v>4.7281300000000002</c:v>
                </c:pt>
                <c:pt idx="17120">
                  <c:v>4.72844</c:v>
                </c:pt>
                <c:pt idx="17121">
                  <c:v>4.7287400000000002</c:v>
                </c:pt>
                <c:pt idx="17122">
                  <c:v>4.72905</c:v>
                </c:pt>
                <c:pt idx="17123">
                  <c:v>4.7293500000000002</c:v>
                </c:pt>
                <c:pt idx="17124">
                  <c:v>4.72966</c:v>
                </c:pt>
                <c:pt idx="17125">
                  <c:v>4.7299600000000002</c:v>
                </c:pt>
                <c:pt idx="17126">
                  <c:v>4.73027</c:v>
                </c:pt>
                <c:pt idx="17127">
                  <c:v>4.7305700000000002</c:v>
                </c:pt>
                <c:pt idx="17128">
                  <c:v>4.73088</c:v>
                </c:pt>
                <c:pt idx="17129">
                  <c:v>4.7311899999999998</c:v>
                </c:pt>
                <c:pt idx="17130">
                  <c:v>4.73149</c:v>
                </c:pt>
                <c:pt idx="17131">
                  <c:v>4.7317999999999998</c:v>
                </c:pt>
                <c:pt idx="17132">
                  <c:v>4.7321</c:v>
                </c:pt>
                <c:pt idx="17133">
                  <c:v>4.7324099999999998</c:v>
                </c:pt>
                <c:pt idx="17134">
                  <c:v>4.73271</c:v>
                </c:pt>
                <c:pt idx="17135">
                  <c:v>4.7330199999999998</c:v>
                </c:pt>
                <c:pt idx="17136">
                  <c:v>4.73332</c:v>
                </c:pt>
                <c:pt idx="17137">
                  <c:v>4.7336299999999998</c:v>
                </c:pt>
                <c:pt idx="17138">
                  <c:v>4.73393</c:v>
                </c:pt>
                <c:pt idx="17139">
                  <c:v>4.7342399999999998</c:v>
                </c:pt>
                <c:pt idx="17140">
                  <c:v>4.73454</c:v>
                </c:pt>
                <c:pt idx="17141">
                  <c:v>4.7348499999999998</c:v>
                </c:pt>
                <c:pt idx="17142">
                  <c:v>4.7351599999999996</c:v>
                </c:pt>
                <c:pt idx="17143">
                  <c:v>4.7354599999999998</c:v>
                </c:pt>
                <c:pt idx="17144">
                  <c:v>4.7357699999999996</c:v>
                </c:pt>
                <c:pt idx="17145">
                  <c:v>4.7360699999999998</c:v>
                </c:pt>
                <c:pt idx="17146">
                  <c:v>4.7363799999999996</c:v>
                </c:pt>
                <c:pt idx="17147">
                  <c:v>4.7366799999999998</c:v>
                </c:pt>
                <c:pt idx="17148">
                  <c:v>4.7369899999999996</c:v>
                </c:pt>
                <c:pt idx="17149">
                  <c:v>4.7372899999999998</c:v>
                </c:pt>
                <c:pt idx="17150">
                  <c:v>4.7375999999999996</c:v>
                </c:pt>
                <c:pt idx="17151">
                  <c:v>4.7378999999999998</c:v>
                </c:pt>
                <c:pt idx="17152">
                  <c:v>4.7382099999999996</c:v>
                </c:pt>
                <c:pt idx="17153">
                  <c:v>4.7385099999999998</c:v>
                </c:pt>
                <c:pt idx="17154">
                  <c:v>4.7388199999999996</c:v>
                </c:pt>
                <c:pt idx="17155">
                  <c:v>4.7391300000000003</c:v>
                </c:pt>
                <c:pt idx="17156">
                  <c:v>4.7394299999999996</c:v>
                </c:pt>
                <c:pt idx="17157">
                  <c:v>4.7397400000000003</c:v>
                </c:pt>
                <c:pt idx="17158">
                  <c:v>4.7400399999999996</c:v>
                </c:pt>
                <c:pt idx="17159">
                  <c:v>4.7403500000000003</c:v>
                </c:pt>
                <c:pt idx="17160">
                  <c:v>4.7406499999999996</c:v>
                </c:pt>
                <c:pt idx="17161">
                  <c:v>4.7409600000000003</c:v>
                </c:pt>
                <c:pt idx="17162">
                  <c:v>4.7412599999999996</c:v>
                </c:pt>
                <c:pt idx="17163">
                  <c:v>4.7415700000000003</c:v>
                </c:pt>
                <c:pt idx="17164">
                  <c:v>4.7418699999999996</c:v>
                </c:pt>
                <c:pt idx="17165">
                  <c:v>4.7421800000000003</c:v>
                </c:pt>
                <c:pt idx="17166">
                  <c:v>4.7424900000000001</c:v>
                </c:pt>
                <c:pt idx="17167">
                  <c:v>4.7427900000000003</c:v>
                </c:pt>
                <c:pt idx="17168">
                  <c:v>4.7431000000000001</c:v>
                </c:pt>
                <c:pt idx="17169">
                  <c:v>4.7434000000000003</c:v>
                </c:pt>
                <c:pt idx="17170">
                  <c:v>4.7437100000000001</c:v>
                </c:pt>
                <c:pt idx="17171">
                  <c:v>4.7440100000000003</c:v>
                </c:pt>
                <c:pt idx="17172">
                  <c:v>4.7443200000000001</c:v>
                </c:pt>
                <c:pt idx="17173">
                  <c:v>4.7446200000000003</c:v>
                </c:pt>
                <c:pt idx="17174">
                  <c:v>4.7449300000000001</c:v>
                </c:pt>
                <c:pt idx="17175">
                  <c:v>4.7452300000000003</c:v>
                </c:pt>
                <c:pt idx="17176">
                  <c:v>4.7455400000000001</c:v>
                </c:pt>
                <c:pt idx="17177">
                  <c:v>4.7458400000000003</c:v>
                </c:pt>
                <c:pt idx="17178">
                  <c:v>4.7461500000000001</c:v>
                </c:pt>
                <c:pt idx="17179">
                  <c:v>4.7464599999999999</c:v>
                </c:pt>
                <c:pt idx="17180">
                  <c:v>4.7467600000000001</c:v>
                </c:pt>
                <c:pt idx="17181">
                  <c:v>4.7470699999999999</c:v>
                </c:pt>
                <c:pt idx="17182">
                  <c:v>4.7473700000000001</c:v>
                </c:pt>
                <c:pt idx="17183">
                  <c:v>4.7476799999999999</c:v>
                </c:pt>
                <c:pt idx="17184">
                  <c:v>4.7479800000000001</c:v>
                </c:pt>
                <c:pt idx="17185">
                  <c:v>4.7482899999999999</c:v>
                </c:pt>
                <c:pt idx="17186">
                  <c:v>4.7485900000000001</c:v>
                </c:pt>
                <c:pt idx="17187">
                  <c:v>4.7488999999999999</c:v>
                </c:pt>
                <c:pt idx="17188">
                  <c:v>4.7492000000000001</c:v>
                </c:pt>
                <c:pt idx="17189">
                  <c:v>4.7495099999999999</c:v>
                </c:pt>
                <c:pt idx="17190">
                  <c:v>4.7498100000000001</c:v>
                </c:pt>
                <c:pt idx="17191">
                  <c:v>4.7501199999999999</c:v>
                </c:pt>
                <c:pt idx="17192">
                  <c:v>4.7504299999999997</c:v>
                </c:pt>
                <c:pt idx="17193">
                  <c:v>4.7507299999999999</c:v>
                </c:pt>
                <c:pt idx="17194">
                  <c:v>4.7510399999999997</c:v>
                </c:pt>
                <c:pt idx="17195">
                  <c:v>4.7513399999999999</c:v>
                </c:pt>
                <c:pt idx="17196">
                  <c:v>4.7516499999999997</c:v>
                </c:pt>
                <c:pt idx="17197">
                  <c:v>4.7519499999999999</c:v>
                </c:pt>
                <c:pt idx="17198">
                  <c:v>4.7522599999999997</c:v>
                </c:pt>
                <c:pt idx="17199">
                  <c:v>4.7525599999999999</c:v>
                </c:pt>
                <c:pt idx="17200">
                  <c:v>4.7528699999999997</c:v>
                </c:pt>
                <c:pt idx="17201">
                  <c:v>4.7531699999999999</c:v>
                </c:pt>
                <c:pt idx="17202">
                  <c:v>4.7534799999999997</c:v>
                </c:pt>
                <c:pt idx="17203">
                  <c:v>4.7537799999999999</c:v>
                </c:pt>
                <c:pt idx="17204">
                  <c:v>4.7540899999999997</c:v>
                </c:pt>
                <c:pt idx="17205">
                  <c:v>4.7544000000000004</c:v>
                </c:pt>
                <c:pt idx="17206">
                  <c:v>4.7546999999999997</c:v>
                </c:pt>
                <c:pt idx="17207">
                  <c:v>4.7550100000000004</c:v>
                </c:pt>
                <c:pt idx="17208">
                  <c:v>4.7553099999999997</c:v>
                </c:pt>
                <c:pt idx="17209">
                  <c:v>4.7556200000000004</c:v>
                </c:pt>
                <c:pt idx="17210">
                  <c:v>4.7559199999999997</c:v>
                </c:pt>
                <c:pt idx="17211">
                  <c:v>4.7562300000000004</c:v>
                </c:pt>
                <c:pt idx="17212">
                  <c:v>4.7565299999999997</c:v>
                </c:pt>
                <c:pt idx="17213">
                  <c:v>4.7568400000000004</c:v>
                </c:pt>
                <c:pt idx="17214">
                  <c:v>4.7571399999999997</c:v>
                </c:pt>
                <c:pt idx="17215">
                  <c:v>4.7574500000000004</c:v>
                </c:pt>
                <c:pt idx="17216">
                  <c:v>4.7577499999999997</c:v>
                </c:pt>
                <c:pt idx="17217">
                  <c:v>4.7580600000000004</c:v>
                </c:pt>
                <c:pt idx="17218">
                  <c:v>4.7583700000000002</c:v>
                </c:pt>
                <c:pt idx="17219">
                  <c:v>4.7586700000000004</c:v>
                </c:pt>
                <c:pt idx="17220">
                  <c:v>4.7589800000000002</c:v>
                </c:pt>
                <c:pt idx="17221">
                  <c:v>4.7592800000000004</c:v>
                </c:pt>
                <c:pt idx="17222">
                  <c:v>4.7595900000000002</c:v>
                </c:pt>
                <c:pt idx="17223">
                  <c:v>4.7598900000000004</c:v>
                </c:pt>
                <c:pt idx="17224">
                  <c:v>4.7602000000000002</c:v>
                </c:pt>
                <c:pt idx="17225">
                  <c:v>4.7605000000000004</c:v>
                </c:pt>
                <c:pt idx="17226">
                  <c:v>4.7608100000000002</c:v>
                </c:pt>
                <c:pt idx="17227">
                  <c:v>4.7611100000000004</c:v>
                </c:pt>
                <c:pt idx="17228">
                  <c:v>4.7614200000000002</c:v>
                </c:pt>
                <c:pt idx="17229">
                  <c:v>4.76173</c:v>
                </c:pt>
                <c:pt idx="17230">
                  <c:v>4.7620300000000002</c:v>
                </c:pt>
                <c:pt idx="17231">
                  <c:v>4.76234</c:v>
                </c:pt>
                <c:pt idx="17232">
                  <c:v>4.7626400000000002</c:v>
                </c:pt>
                <c:pt idx="17233">
                  <c:v>4.76295</c:v>
                </c:pt>
                <c:pt idx="17234">
                  <c:v>4.7632500000000002</c:v>
                </c:pt>
                <c:pt idx="17235">
                  <c:v>4.76356</c:v>
                </c:pt>
                <c:pt idx="17236">
                  <c:v>4.7638600000000002</c:v>
                </c:pt>
                <c:pt idx="17237">
                  <c:v>4.76417</c:v>
                </c:pt>
                <c:pt idx="17238">
                  <c:v>4.7644700000000002</c:v>
                </c:pt>
                <c:pt idx="17239">
                  <c:v>4.76478</c:v>
                </c:pt>
                <c:pt idx="17240">
                  <c:v>4.7650800000000002</c:v>
                </c:pt>
                <c:pt idx="17241">
                  <c:v>4.76539</c:v>
                </c:pt>
                <c:pt idx="17242">
                  <c:v>4.7656999999999998</c:v>
                </c:pt>
                <c:pt idx="17243">
                  <c:v>4.766</c:v>
                </c:pt>
                <c:pt idx="17244">
                  <c:v>4.7663099999999998</c:v>
                </c:pt>
                <c:pt idx="17245">
                  <c:v>4.76661</c:v>
                </c:pt>
                <c:pt idx="17246">
                  <c:v>4.7669199999999998</c:v>
                </c:pt>
                <c:pt idx="17247">
                  <c:v>4.76722</c:v>
                </c:pt>
                <c:pt idx="17248">
                  <c:v>4.7675299999999998</c:v>
                </c:pt>
                <c:pt idx="17249">
                  <c:v>4.76783</c:v>
                </c:pt>
                <c:pt idx="17250">
                  <c:v>4.7681399999999998</c:v>
                </c:pt>
                <c:pt idx="17251">
                  <c:v>4.76844</c:v>
                </c:pt>
                <c:pt idx="17252">
                  <c:v>4.7687499999999998</c:v>
                </c:pt>
                <c:pt idx="17253">
                  <c:v>4.76905</c:v>
                </c:pt>
                <c:pt idx="17254">
                  <c:v>4.7693599999999998</c:v>
                </c:pt>
                <c:pt idx="17255">
                  <c:v>4.7696699999999996</c:v>
                </c:pt>
                <c:pt idx="17256">
                  <c:v>4.7699699999999998</c:v>
                </c:pt>
                <c:pt idx="17257">
                  <c:v>4.7702799999999996</c:v>
                </c:pt>
                <c:pt idx="17258">
                  <c:v>4.7705799999999998</c:v>
                </c:pt>
                <c:pt idx="17259">
                  <c:v>4.7708899999999996</c:v>
                </c:pt>
                <c:pt idx="17260">
                  <c:v>4.7711899999999998</c:v>
                </c:pt>
                <c:pt idx="17261">
                  <c:v>4.7714999999999996</c:v>
                </c:pt>
                <c:pt idx="17262">
                  <c:v>4.7717999999999998</c:v>
                </c:pt>
                <c:pt idx="17263">
                  <c:v>4.7721099999999996</c:v>
                </c:pt>
                <c:pt idx="17264">
                  <c:v>4.7724099999999998</c:v>
                </c:pt>
                <c:pt idx="17265">
                  <c:v>4.7727199999999996</c:v>
                </c:pt>
                <c:pt idx="17266">
                  <c:v>4.7730199999999998</c:v>
                </c:pt>
                <c:pt idx="17267">
                  <c:v>4.7733299999999996</c:v>
                </c:pt>
                <c:pt idx="17268">
                  <c:v>4.7736400000000003</c:v>
                </c:pt>
                <c:pt idx="17269">
                  <c:v>4.7739399999999996</c:v>
                </c:pt>
                <c:pt idx="17270">
                  <c:v>4.7742500000000003</c:v>
                </c:pt>
                <c:pt idx="17271">
                  <c:v>4.7745499999999996</c:v>
                </c:pt>
                <c:pt idx="17272">
                  <c:v>4.7748600000000003</c:v>
                </c:pt>
                <c:pt idx="17273">
                  <c:v>4.7751599999999996</c:v>
                </c:pt>
                <c:pt idx="17274">
                  <c:v>4.7754700000000003</c:v>
                </c:pt>
                <c:pt idx="17275">
                  <c:v>4.7757699999999996</c:v>
                </c:pt>
                <c:pt idx="17276">
                  <c:v>4.7760800000000003</c:v>
                </c:pt>
                <c:pt idx="17277">
                  <c:v>4.7763799999999996</c:v>
                </c:pt>
                <c:pt idx="17278">
                  <c:v>4.7766900000000003</c:v>
                </c:pt>
                <c:pt idx="17279">
                  <c:v>4.7770000000000001</c:v>
                </c:pt>
                <c:pt idx="17280">
                  <c:v>4.7773000000000003</c:v>
                </c:pt>
                <c:pt idx="17281">
                  <c:v>4.7776100000000001</c:v>
                </c:pt>
                <c:pt idx="17282">
                  <c:v>4.7779100000000003</c:v>
                </c:pt>
                <c:pt idx="17283">
                  <c:v>4.7782200000000001</c:v>
                </c:pt>
                <c:pt idx="17284">
                  <c:v>4.7785200000000003</c:v>
                </c:pt>
                <c:pt idx="17285">
                  <c:v>4.7788300000000001</c:v>
                </c:pt>
                <c:pt idx="17286">
                  <c:v>4.7791300000000003</c:v>
                </c:pt>
                <c:pt idx="17287">
                  <c:v>4.7794400000000001</c:v>
                </c:pt>
                <c:pt idx="17288">
                  <c:v>4.7797400000000003</c:v>
                </c:pt>
                <c:pt idx="17289">
                  <c:v>4.7800500000000001</c:v>
                </c:pt>
                <c:pt idx="17290">
                  <c:v>4.7803500000000003</c:v>
                </c:pt>
                <c:pt idx="17291">
                  <c:v>4.7806600000000001</c:v>
                </c:pt>
                <c:pt idx="17292">
                  <c:v>4.7809699999999999</c:v>
                </c:pt>
                <c:pt idx="17293">
                  <c:v>4.7812700000000001</c:v>
                </c:pt>
                <c:pt idx="17294">
                  <c:v>4.7815799999999999</c:v>
                </c:pt>
                <c:pt idx="17295">
                  <c:v>4.7818800000000001</c:v>
                </c:pt>
                <c:pt idx="17296">
                  <c:v>4.7821899999999999</c:v>
                </c:pt>
                <c:pt idx="17297">
                  <c:v>4.7824900000000001</c:v>
                </c:pt>
                <c:pt idx="17298">
                  <c:v>4.7827999999999999</c:v>
                </c:pt>
                <c:pt idx="17299">
                  <c:v>4.7831000000000001</c:v>
                </c:pt>
                <c:pt idx="17300">
                  <c:v>4.7834099999999999</c:v>
                </c:pt>
                <c:pt idx="17301">
                  <c:v>4.7837100000000001</c:v>
                </c:pt>
                <c:pt idx="17302">
                  <c:v>4.7840199999999999</c:v>
                </c:pt>
                <c:pt idx="17303">
                  <c:v>4.7843200000000001</c:v>
                </c:pt>
                <c:pt idx="17304">
                  <c:v>4.7846299999999999</c:v>
                </c:pt>
                <c:pt idx="17305">
                  <c:v>4.7849399999999997</c:v>
                </c:pt>
                <c:pt idx="17306">
                  <c:v>4.7852399999999999</c:v>
                </c:pt>
                <c:pt idx="17307">
                  <c:v>4.7855499999999997</c:v>
                </c:pt>
                <c:pt idx="17308">
                  <c:v>4.7858499999999999</c:v>
                </c:pt>
                <c:pt idx="17309">
                  <c:v>4.7861599999999997</c:v>
                </c:pt>
                <c:pt idx="17310">
                  <c:v>4.7864599999999999</c:v>
                </c:pt>
                <c:pt idx="17311">
                  <c:v>4.7867699999999997</c:v>
                </c:pt>
                <c:pt idx="17312">
                  <c:v>4.7870699999999999</c:v>
                </c:pt>
                <c:pt idx="17313">
                  <c:v>4.7873799999999997</c:v>
                </c:pt>
                <c:pt idx="17314">
                  <c:v>4.7876799999999999</c:v>
                </c:pt>
                <c:pt idx="17315">
                  <c:v>4.7879899999999997</c:v>
                </c:pt>
                <c:pt idx="17316">
                  <c:v>4.7882899999999999</c:v>
                </c:pt>
                <c:pt idx="17317">
                  <c:v>4.7885999999999997</c:v>
                </c:pt>
                <c:pt idx="17318">
                  <c:v>4.7889099999999996</c:v>
                </c:pt>
                <c:pt idx="17319">
                  <c:v>4.7892099999999997</c:v>
                </c:pt>
                <c:pt idx="17320">
                  <c:v>4.7895200000000004</c:v>
                </c:pt>
                <c:pt idx="17321">
                  <c:v>4.7898199999999997</c:v>
                </c:pt>
                <c:pt idx="17322">
                  <c:v>4.7901300000000004</c:v>
                </c:pt>
                <c:pt idx="17323">
                  <c:v>4.7904299999999997</c:v>
                </c:pt>
                <c:pt idx="17324">
                  <c:v>4.7907400000000004</c:v>
                </c:pt>
                <c:pt idx="17325">
                  <c:v>4.7910399999999997</c:v>
                </c:pt>
                <c:pt idx="17326">
                  <c:v>4.7913500000000004</c:v>
                </c:pt>
                <c:pt idx="17327">
                  <c:v>4.7916499999999997</c:v>
                </c:pt>
                <c:pt idx="17328">
                  <c:v>4.7919600000000004</c:v>
                </c:pt>
                <c:pt idx="17329">
                  <c:v>4.7922599999999997</c:v>
                </c:pt>
                <c:pt idx="17330">
                  <c:v>4.7925700000000004</c:v>
                </c:pt>
                <c:pt idx="17331">
                  <c:v>4.7928800000000003</c:v>
                </c:pt>
                <c:pt idx="17332">
                  <c:v>4.7931800000000004</c:v>
                </c:pt>
                <c:pt idx="17333">
                  <c:v>4.7934900000000003</c:v>
                </c:pt>
                <c:pt idx="17334">
                  <c:v>4.7937900000000004</c:v>
                </c:pt>
                <c:pt idx="17335">
                  <c:v>4.7941000000000003</c:v>
                </c:pt>
                <c:pt idx="17336">
                  <c:v>4.7944000000000004</c:v>
                </c:pt>
                <c:pt idx="17337">
                  <c:v>4.7947100000000002</c:v>
                </c:pt>
                <c:pt idx="17338">
                  <c:v>4.7950100000000004</c:v>
                </c:pt>
                <c:pt idx="17339">
                  <c:v>4.7953200000000002</c:v>
                </c:pt>
                <c:pt idx="17340">
                  <c:v>4.7956200000000004</c:v>
                </c:pt>
                <c:pt idx="17341">
                  <c:v>4.7959300000000002</c:v>
                </c:pt>
                <c:pt idx="17342">
                  <c:v>4.7962400000000001</c:v>
                </c:pt>
                <c:pt idx="17343">
                  <c:v>4.7965400000000002</c:v>
                </c:pt>
                <c:pt idx="17344">
                  <c:v>4.7968500000000001</c:v>
                </c:pt>
                <c:pt idx="17345">
                  <c:v>4.7971500000000002</c:v>
                </c:pt>
                <c:pt idx="17346">
                  <c:v>4.7974600000000001</c:v>
                </c:pt>
                <c:pt idx="17347">
                  <c:v>4.7977600000000002</c:v>
                </c:pt>
                <c:pt idx="17348">
                  <c:v>4.7980700000000001</c:v>
                </c:pt>
                <c:pt idx="17349">
                  <c:v>4.7983700000000002</c:v>
                </c:pt>
                <c:pt idx="17350">
                  <c:v>4.7986800000000001</c:v>
                </c:pt>
                <c:pt idx="17351">
                  <c:v>4.7989800000000002</c:v>
                </c:pt>
                <c:pt idx="17352">
                  <c:v>4.7992900000000001</c:v>
                </c:pt>
                <c:pt idx="17353">
                  <c:v>4.7995900000000002</c:v>
                </c:pt>
                <c:pt idx="17354">
                  <c:v>4.7999000000000001</c:v>
                </c:pt>
                <c:pt idx="17355">
                  <c:v>4.8002099999999999</c:v>
                </c:pt>
                <c:pt idx="17356">
                  <c:v>4.8005100000000001</c:v>
                </c:pt>
                <c:pt idx="17357">
                  <c:v>4.8008199999999999</c:v>
                </c:pt>
                <c:pt idx="17358">
                  <c:v>4.8011200000000001</c:v>
                </c:pt>
                <c:pt idx="17359">
                  <c:v>4.8014299999999999</c:v>
                </c:pt>
                <c:pt idx="17360">
                  <c:v>4.8017300000000001</c:v>
                </c:pt>
                <c:pt idx="17361">
                  <c:v>4.8020399999999999</c:v>
                </c:pt>
                <c:pt idx="17362">
                  <c:v>4.8023400000000001</c:v>
                </c:pt>
                <c:pt idx="17363">
                  <c:v>4.8026499999999999</c:v>
                </c:pt>
                <c:pt idx="17364">
                  <c:v>4.8029500000000001</c:v>
                </c:pt>
                <c:pt idx="17365">
                  <c:v>4.8032599999999999</c:v>
                </c:pt>
                <c:pt idx="17366">
                  <c:v>4.8035600000000001</c:v>
                </c:pt>
                <c:pt idx="17367">
                  <c:v>4.8038699999999999</c:v>
                </c:pt>
                <c:pt idx="17368">
                  <c:v>4.8041799999999997</c:v>
                </c:pt>
                <c:pt idx="17369">
                  <c:v>4.8044799999999999</c:v>
                </c:pt>
                <c:pt idx="17370">
                  <c:v>4.8047899999999997</c:v>
                </c:pt>
                <c:pt idx="17371">
                  <c:v>4.8050899999999999</c:v>
                </c:pt>
                <c:pt idx="17372">
                  <c:v>4.8053999999999997</c:v>
                </c:pt>
                <c:pt idx="17373">
                  <c:v>4.8056999999999999</c:v>
                </c:pt>
                <c:pt idx="17374">
                  <c:v>4.8060099999999997</c:v>
                </c:pt>
                <c:pt idx="17375">
                  <c:v>4.8063099999999999</c:v>
                </c:pt>
                <c:pt idx="17376">
                  <c:v>4.8066199999999997</c:v>
                </c:pt>
                <c:pt idx="17377">
                  <c:v>4.8069199999999999</c:v>
                </c:pt>
                <c:pt idx="17378">
                  <c:v>4.8072299999999997</c:v>
                </c:pt>
                <c:pt idx="17379">
                  <c:v>4.8075299999999999</c:v>
                </c:pt>
                <c:pt idx="17380">
                  <c:v>4.8078399999999997</c:v>
                </c:pt>
                <c:pt idx="17381">
                  <c:v>4.8081500000000004</c:v>
                </c:pt>
                <c:pt idx="17382">
                  <c:v>4.8084499999999997</c:v>
                </c:pt>
                <c:pt idx="17383">
                  <c:v>4.8087600000000004</c:v>
                </c:pt>
                <c:pt idx="17384">
                  <c:v>4.8090599999999997</c:v>
                </c:pt>
                <c:pt idx="17385">
                  <c:v>4.8093700000000004</c:v>
                </c:pt>
                <c:pt idx="17386">
                  <c:v>4.8096699999999997</c:v>
                </c:pt>
                <c:pt idx="17387">
                  <c:v>4.8099800000000004</c:v>
                </c:pt>
                <c:pt idx="17388">
                  <c:v>4.8102799999999997</c:v>
                </c:pt>
                <c:pt idx="17389">
                  <c:v>4.8105900000000004</c:v>
                </c:pt>
                <c:pt idx="17390">
                  <c:v>4.8108899999999997</c:v>
                </c:pt>
                <c:pt idx="17391">
                  <c:v>4.8112000000000004</c:v>
                </c:pt>
                <c:pt idx="17392">
                  <c:v>4.8114999999999997</c:v>
                </c:pt>
                <c:pt idx="17393">
                  <c:v>4.8118100000000004</c:v>
                </c:pt>
                <c:pt idx="17394">
                  <c:v>4.8121200000000002</c:v>
                </c:pt>
                <c:pt idx="17395">
                  <c:v>4.8124200000000004</c:v>
                </c:pt>
                <c:pt idx="17396">
                  <c:v>4.8127300000000002</c:v>
                </c:pt>
                <c:pt idx="17397">
                  <c:v>4.8130300000000004</c:v>
                </c:pt>
                <c:pt idx="17398">
                  <c:v>4.8133400000000002</c:v>
                </c:pt>
                <c:pt idx="17399">
                  <c:v>4.8136400000000004</c:v>
                </c:pt>
                <c:pt idx="17400">
                  <c:v>4.8139500000000002</c:v>
                </c:pt>
                <c:pt idx="17401">
                  <c:v>4.8142500000000004</c:v>
                </c:pt>
                <c:pt idx="17402">
                  <c:v>4.8145600000000002</c:v>
                </c:pt>
                <c:pt idx="17403">
                  <c:v>4.8148600000000004</c:v>
                </c:pt>
                <c:pt idx="17404">
                  <c:v>4.8151700000000002</c:v>
                </c:pt>
                <c:pt idx="17405">
                  <c:v>4.81548</c:v>
                </c:pt>
                <c:pt idx="17406">
                  <c:v>4.8157800000000002</c:v>
                </c:pt>
                <c:pt idx="17407">
                  <c:v>4.81609</c:v>
                </c:pt>
                <c:pt idx="17408">
                  <c:v>4.8163900000000002</c:v>
                </c:pt>
                <c:pt idx="17409">
                  <c:v>4.8167</c:v>
                </c:pt>
                <c:pt idx="17410">
                  <c:v>4.8170000000000002</c:v>
                </c:pt>
                <c:pt idx="17411">
                  <c:v>4.81731</c:v>
                </c:pt>
                <c:pt idx="17412">
                  <c:v>4.8176100000000002</c:v>
                </c:pt>
                <c:pt idx="17413">
                  <c:v>4.81792</c:v>
                </c:pt>
                <c:pt idx="17414">
                  <c:v>4.8182200000000002</c:v>
                </c:pt>
                <c:pt idx="17415">
                  <c:v>4.81853</c:v>
                </c:pt>
                <c:pt idx="17416">
                  <c:v>4.8188300000000002</c:v>
                </c:pt>
                <c:pt idx="17417">
                  <c:v>4.81914</c:v>
                </c:pt>
                <c:pt idx="17418">
                  <c:v>4.8194499999999998</c:v>
                </c:pt>
                <c:pt idx="17419">
                  <c:v>4.81975</c:v>
                </c:pt>
                <c:pt idx="17420">
                  <c:v>4.8200599999999998</c:v>
                </c:pt>
                <c:pt idx="17421">
                  <c:v>4.82036</c:v>
                </c:pt>
                <c:pt idx="17422">
                  <c:v>4.8206699999999998</c:v>
                </c:pt>
                <c:pt idx="17423">
                  <c:v>4.82097</c:v>
                </c:pt>
                <c:pt idx="17424">
                  <c:v>4.8212799999999998</c:v>
                </c:pt>
                <c:pt idx="17425">
                  <c:v>4.82158</c:v>
                </c:pt>
                <c:pt idx="17426">
                  <c:v>4.8218899999999998</c:v>
                </c:pt>
                <c:pt idx="17427">
                  <c:v>4.82219</c:v>
                </c:pt>
                <c:pt idx="17428">
                  <c:v>4.8224999999999998</c:v>
                </c:pt>
                <c:pt idx="17429">
                  <c:v>4.8228</c:v>
                </c:pt>
                <c:pt idx="17430">
                  <c:v>4.8231099999999998</c:v>
                </c:pt>
                <c:pt idx="17431">
                  <c:v>4.8234199999999996</c:v>
                </c:pt>
                <c:pt idx="17432">
                  <c:v>4.8237199999999998</c:v>
                </c:pt>
                <c:pt idx="17433">
                  <c:v>4.8240299999999996</c:v>
                </c:pt>
                <c:pt idx="17434">
                  <c:v>4.8243299999999998</c:v>
                </c:pt>
                <c:pt idx="17435">
                  <c:v>4.8246399999999996</c:v>
                </c:pt>
                <c:pt idx="17436">
                  <c:v>4.8249399999999998</c:v>
                </c:pt>
                <c:pt idx="17437">
                  <c:v>4.8252499999999996</c:v>
                </c:pt>
                <c:pt idx="17438">
                  <c:v>4.8255499999999998</c:v>
                </c:pt>
                <c:pt idx="17439">
                  <c:v>4.8258599999999996</c:v>
                </c:pt>
                <c:pt idx="17440">
                  <c:v>4.8261599999999998</c:v>
                </c:pt>
                <c:pt idx="17441">
                  <c:v>4.8264699999999996</c:v>
                </c:pt>
                <c:pt idx="17442">
                  <c:v>4.8267699999999998</c:v>
                </c:pt>
                <c:pt idx="17443">
                  <c:v>4.8270799999999996</c:v>
                </c:pt>
                <c:pt idx="17444">
                  <c:v>4.8273900000000003</c:v>
                </c:pt>
                <c:pt idx="17445">
                  <c:v>4.8276899999999996</c:v>
                </c:pt>
                <c:pt idx="17446">
                  <c:v>4.8280000000000003</c:v>
                </c:pt>
                <c:pt idx="17447">
                  <c:v>4.8282999999999996</c:v>
                </c:pt>
                <c:pt idx="17448">
                  <c:v>4.8286100000000003</c:v>
                </c:pt>
                <c:pt idx="17449">
                  <c:v>4.8289099999999996</c:v>
                </c:pt>
                <c:pt idx="17450">
                  <c:v>4.8292200000000003</c:v>
                </c:pt>
                <c:pt idx="17451">
                  <c:v>4.8295199999999996</c:v>
                </c:pt>
                <c:pt idx="17452">
                  <c:v>4.8298300000000003</c:v>
                </c:pt>
                <c:pt idx="17453">
                  <c:v>4.8301299999999996</c:v>
                </c:pt>
                <c:pt idx="17454">
                  <c:v>4.8304400000000003</c:v>
                </c:pt>
                <c:pt idx="17455">
                  <c:v>4.8307399999999996</c:v>
                </c:pt>
                <c:pt idx="17456">
                  <c:v>4.8310500000000003</c:v>
                </c:pt>
                <c:pt idx="17457">
                  <c:v>4.8313600000000001</c:v>
                </c:pt>
                <c:pt idx="17458">
                  <c:v>4.8316600000000003</c:v>
                </c:pt>
                <c:pt idx="17459">
                  <c:v>4.8319700000000001</c:v>
                </c:pt>
                <c:pt idx="17460">
                  <c:v>4.8322700000000003</c:v>
                </c:pt>
                <c:pt idx="17461">
                  <c:v>4.8325800000000001</c:v>
                </c:pt>
                <c:pt idx="17462">
                  <c:v>4.8328800000000003</c:v>
                </c:pt>
                <c:pt idx="17463">
                  <c:v>4.8331900000000001</c:v>
                </c:pt>
                <c:pt idx="17464">
                  <c:v>4.8334900000000003</c:v>
                </c:pt>
                <c:pt idx="17465">
                  <c:v>4.8338000000000001</c:v>
                </c:pt>
                <c:pt idx="17466">
                  <c:v>4.8341000000000003</c:v>
                </c:pt>
                <c:pt idx="17467">
                  <c:v>4.8344100000000001</c:v>
                </c:pt>
                <c:pt idx="17468">
                  <c:v>4.8347199999999999</c:v>
                </c:pt>
                <c:pt idx="17469">
                  <c:v>4.8350200000000001</c:v>
                </c:pt>
                <c:pt idx="17470">
                  <c:v>4.8353299999999999</c:v>
                </c:pt>
                <c:pt idx="17471">
                  <c:v>4.8356300000000001</c:v>
                </c:pt>
                <c:pt idx="17472">
                  <c:v>4.8359399999999999</c:v>
                </c:pt>
                <c:pt idx="17473">
                  <c:v>4.8362400000000001</c:v>
                </c:pt>
                <c:pt idx="17474">
                  <c:v>4.8365499999999999</c:v>
                </c:pt>
                <c:pt idx="17475">
                  <c:v>4.8368500000000001</c:v>
                </c:pt>
                <c:pt idx="17476">
                  <c:v>4.8371599999999999</c:v>
                </c:pt>
                <c:pt idx="17477">
                  <c:v>4.8374600000000001</c:v>
                </c:pt>
                <c:pt idx="17478">
                  <c:v>4.8377699999999999</c:v>
                </c:pt>
                <c:pt idx="17479">
                  <c:v>4.8380700000000001</c:v>
                </c:pt>
                <c:pt idx="17480">
                  <c:v>4.8383799999999999</c:v>
                </c:pt>
                <c:pt idx="17481">
                  <c:v>4.8386899999999997</c:v>
                </c:pt>
                <c:pt idx="17482">
                  <c:v>4.8389899999999999</c:v>
                </c:pt>
                <c:pt idx="17483">
                  <c:v>4.8392999999999997</c:v>
                </c:pt>
                <c:pt idx="17484">
                  <c:v>4.8395999999999999</c:v>
                </c:pt>
                <c:pt idx="17485">
                  <c:v>4.8399099999999997</c:v>
                </c:pt>
                <c:pt idx="17486">
                  <c:v>4.8402099999999999</c:v>
                </c:pt>
                <c:pt idx="17487">
                  <c:v>4.8405199999999997</c:v>
                </c:pt>
                <c:pt idx="17488">
                  <c:v>4.8408199999999999</c:v>
                </c:pt>
                <c:pt idx="17489">
                  <c:v>4.8411299999999997</c:v>
                </c:pt>
                <c:pt idx="17490">
                  <c:v>4.8414299999999999</c:v>
                </c:pt>
                <c:pt idx="17491">
                  <c:v>4.8417399999999997</c:v>
                </c:pt>
                <c:pt idx="17492">
                  <c:v>4.8420399999999999</c:v>
                </c:pt>
                <c:pt idx="17493">
                  <c:v>4.8423499999999997</c:v>
                </c:pt>
                <c:pt idx="17494">
                  <c:v>4.8426600000000004</c:v>
                </c:pt>
                <c:pt idx="17495">
                  <c:v>4.8429599999999997</c:v>
                </c:pt>
                <c:pt idx="17496">
                  <c:v>4.8432700000000004</c:v>
                </c:pt>
                <c:pt idx="17497">
                  <c:v>4.8435699999999997</c:v>
                </c:pt>
                <c:pt idx="17498">
                  <c:v>4.8438800000000004</c:v>
                </c:pt>
                <c:pt idx="17499">
                  <c:v>4.8441799999999997</c:v>
                </c:pt>
                <c:pt idx="17500">
                  <c:v>4.8444900000000004</c:v>
                </c:pt>
                <c:pt idx="17501">
                  <c:v>4.8447899999999997</c:v>
                </c:pt>
                <c:pt idx="17502">
                  <c:v>4.8451000000000004</c:v>
                </c:pt>
                <c:pt idx="17503">
                  <c:v>4.8453999999999997</c:v>
                </c:pt>
                <c:pt idx="17504">
                  <c:v>4.8457100000000004</c:v>
                </c:pt>
                <c:pt idx="17505">
                  <c:v>4.8460099999999997</c:v>
                </c:pt>
                <c:pt idx="17506">
                  <c:v>4.8463200000000004</c:v>
                </c:pt>
                <c:pt idx="17507">
                  <c:v>4.8466300000000002</c:v>
                </c:pt>
                <c:pt idx="17508">
                  <c:v>4.8469300000000004</c:v>
                </c:pt>
                <c:pt idx="17509">
                  <c:v>4.8472400000000002</c:v>
                </c:pt>
                <c:pt idx="17510">
                  <c:v>4.8475400000000004</c:v>
                </c:pt>
                <c:pt idx="17511">
                  <c:v>4.8478500000000002</c:v>
                </c:pt>
                <c:pt idx="17512">
                  <c:v>4.8481500000000004</c:v>
                </c:pt>
                <c:pt idx="17513">
                  <c:v>4.8484600000000002</c:v>
                </c:pt>
                <c:pt idx="17514">
                  <c:v>4.8487600000000004</c:v>
                </c:pt>
                <c:pt idx="17515">
                  <c:v>4.8490700000000002</c:v>
                </c:pt>
                <c:pt idx="17516">
                  <c:v>4.8493700000000004</c:v>
                </c:pt>
                <c:pt idx="17517">
                  <c:v>4.8496800000000002</c:v>
                </c:pt>
                <c:pt idx="17518">
                  <c:v>4.84999</c:v>
                </c:pt>
                <c:pt idx="17519">
                  <c:v>4.8502900000000002</c:v>
                </c:pt>
                <c:pt idx="17520">
                  <c:v>4.8506</c:v>
                </c:pt>
                <c:pt idx="17521">
                  <c:v>4.8509000000000002</c:v>
                </c:pt>
                <c:pt idx="17522">
                  <c:v>4.85121</c:v>
                </c:pt>
                <c:pt idx="17523">
                  <c:v>4.8515100000000002</c:v>
                </c:pt>
                <c:pt idx="17524">
                  <c:v>4.85182</c:v>
                </c:pt>
                <c:pt idx="17525">
                  <c:v>4.8521200000000002</c:v>
                </c:pt>
                <c:pt idx="17526">
                  <c:v>4.85243</c:v>
                </c:pt>
                <c:pt idx="17527">
                  <c:v>4.8527300000000002</c:v>
                </c:pt>
                <c:pt idx="17528">
                  <c:v>4.85304</c:v>
                </c:pt>
                <c:pt idx="17529">
                  <c:v>4.8533400000000002</c:v>
                </c:pt>
                <c:pt idx="17530">
                  <c:v>4.85365</c:v>
                </c:pt>
                <c:pt idx="17531">
                  <c:v>4.8539599999999998</c:v>
                </c:pt>
                <c:pt idx="17532">
                  <c:v>4.85426</c:v>
                </c:pt>
                <c:pt idx="17533">
                  <c:v>4.8545699999999998</c:v>
                </c:pt>
                <c:pt idx="17534">
                  <c:v>4.85487</c:v>
                </c:pt>
                <c:pt idx="17535">
                  <c:v>4.8551799999999998</c:v>
                </c:pt>
                <c:pt idx="17536">
                  <c:v>4.85548</c:v>
                </c:pt>
                <c:pt idx="17537">
                  <c:v>4.8557899999999998</c:v>
                </c:pt>
                <c:pt idx="17538">
                  <c:v>4.85609</c:v>
                </c:pt>
                <c:pt idx="17539">
                  <c:v>4.8563999999999998</c:v>
                </c:pt>
                <c:pt idx="17540">
                  <c:v>4.8567</c:v>
                </c:pt>
                <c:pt idx="17541">
                  <c:v>4.8570099999999998</c:v>
                </c:pt>
                <c:pt idx="17542">
                  <c:v>4.85731</c:v>
                </c:pt>
                <c:pt idx="17543">
                  <c:v>4.8576199999999998</c:v>
                </c:pt>
                <c:pt idx="17544">
                  <c:v>4.8579299999999996</c:v>
                </c:pt>
                <c:pt idx="17545">
                  <c:v>4.8582299999999998</c:v>
                </c:pt>
                <c:pt idx="17546">
                  <c:v>4.8585399999999996</c:v>
                </c:pt>
                <c:pt idx="17547">
                  <c:v>4.8588399999999998</c:v>
                </c:pt>
                <c:pt idx="17548">
                  <c:v>4.8591499999999996</c:v>
                </c:pt>
                <c:pt idx="17549">
                  <c:v>4.8594499999999998</c:v>
                </c:pt>
                <c:pt idx="17550">
                  <c:v>4.8597599999999996</c:v>
                </c:pt>
                <c:pt idx="17551">
                  <c:v>4.8600599999999998</c:v>
                </c:pt>
                <c:pt idx="17552">
                  <c:v>4.8603699999999996</c:v>
                </c:pt>
                <c:pt idx="17553">
                  <c:v>4.8606699999999998</c:v>
                </c:pt>
                <c:pt idx="17554">
                  <c:v>4.8609799999999996</c:v>
                </c:pt>
                <c:pt idx="17555">
                  <c:v>4.8612799999999998</c:v>
                </c:pt>
                <c:pt idx="17556">
                  <c:v>4.8615899999999996</c:v>
                </c:pt>
                <c:pt idx="17557">
                  <c:v>4.8619000000000003</c:v>
                </c:pt>
                <c:pt idx="17558">
                  <c:v>4.8621999999999996</c:v>
                </c:pt>
                <c:pt idx="17559">
                  <c:v>4.8625100000000003</c:v>
                </c:pt>
                <c:pt idx="17560">
                  <c:v>4.8628099999999996</c:v>
                </c:pt>
                <c:pt idx="17561">
                  <c:v>4.8631200000000003</c:v>
                </c:pt>
                <c:pt idx="17562">
                  <c:v>4.8634199999999996</c:v>
                </c:pt>
                <c:pt idx="17563">
                  <c:v>4.8637300000000003</c:v>
                </c:pt>
                <c:pt idx="17564">
                  <c:v>4.8640299999999996</c:v>
                </c:pt>
                <c:pt idx="17565">
                  <c:v>4.8643400000000003</c:v>
                </c:pt>
                <c:pt idx="17566">
                  <c:v>4.8646399999999996</c:v>
                </c:pt>
                <c:pt idx="17567">
                  <c:v>4.8649500000000003</c:v>
                </c:pt>
                <c:pt idx="17568">
                  <c:v>4.8652499999999996</c:v>
                </c:pt>
                <c:pt idx="17569">
                  <c:v>4.8655600000000003</c:v>
                </c:pt>
                <c:pt idx="17570">
                  <c:v>4.8658700000000001</c:v>
                </c:pt>
                <c:pt idx="17571">
                  <c:v>4.8661700000000003</c:v>
                </c:pt>
                <c:pt idx="17572">
                  <c:v>4.8664800000000001</c:v>
                </c:pt>
                <c:pt idx="17573">
                  <c:v>4.8667800000000003</c:v>
                </c:pt>
                <c:pt idx="17574">
                  <c:v>4.8670900000000001</c:v>
                </c:pt>
                <c:pt idx="17575">
                  <c:v>4.8673900000000003</c:v>
                </c:pt>
                <c:pt idx="17576">
                  <c:v>4.8677000000000001</c:v>
                </c:pt>
                <c:pt idx="17577">
                  <c:v>4.8680000000000003</c:v>
                </c:pt>
                <c:pt idx="17578">
                  <c:v>4.8683100000000001</c:v>
                </c:pt>
                <c:pt idx="17579">
                  <c:v>4.8686100000000003</c:v>
                </c:pt>
                <c:pt idx="17580">
                  <c:v>4.8689200000000001</c:v>
                </c:pt>
                <c:pt idx="17581">
                  <c:v>4.8692299999999999</c:v>
                </c:pt>
                <c:pt idx="17582">
                  <c:v>4.8695300000000001</c:v>
                </c:pt>
                <c:pt idx="17583">
                  <c:v>4.8698399999999999</c:v>
                </c:pt>
                <c:pt idx="17584">
                  <c:v>4.8701400000000001</c:v>
                </c:pt>
                <c:pt idx="17585">
                  <c:v>4.8704499999999999</c:v>
                </c:pt>
                <c:pt idx="17586">
                  <c:v>4.8707500000000001</c:v>
                </c:pt>
                <c:pt idx="17587">
                  <c:v>4.8710599999999999</c:v>
                </c:pt>
                <c:pt idx="17588">
                  <c:v>4.8713600000000001</c:v>
                </c:pt>
                <c:pt idx="17589">
                  <c:v>4.8716699999999999</c:v>
                </c:pt>
                <c:pt idx="17590">
                  <c:v>4.8719700000000001</c:v>
                </c:pt>
                <c:pt idx="17591">
                  <c:v>4.8722799999999999</c:v>
                </c:pt>
                <c:pt idx="17592">
                  <c:v>4.8725800000000001</c:v>
                </c:pt>
                <c:pt idx="17593">
                  <c:v>4.8728899999999999</c:v>
                </c:pt>
                <c:pt idx="17594">
                  <c:v>4.8731999999999998</c:v>
                </c:pt>
                <c:pt idx="17595">
                  <c:v>4.8734999999999999</c:v>
                </c:pt>
                <c:pt idx="17596">
                  <c:v>4.8738099999999998</c:v>
                </c:pt>
                <c:pt idx="17597">
                  <c:v>4.8741099999999999</c:v>
                </c:pt>
                <c:pt idx="17598">
                  <c:v>4.8744199999999998</c:v>
                </c:pt>
                <c:pt idx="17599">
                  <c:v>4.8747199999999999</c:v>
                </c:pt>
                <c:pt idx="17600">
                  <c:v>4.8750299999999998</c:v>
                </c:pt>
                <c:pt idx="17601">
                  <c:v>4.8753299999999999</c:v>
                </c:pt>
                <c:pt idx="17602">
                  <c:v>4.8756399999999998</c:v>
                </c:pt>
                <c:pt idx="17603">
                  <c:v>4.8759399999999999</c:v>
                </c:pt>
                <c:pt idx="17604">
                  <c:v>4.8762499999999998</c:v>
                </c:pt>
                <c:pt idx="17605">
                  <c:v>4.8765499999999999</c:v>
                </c:pt>
                <c:pt idx="17606">
                  <c:v>4.8768599999999998</c:v>
                </c:pt>
                <c:pt idx="17607">
                  <c:v>4.8771699999999996</c:v>
                </c:pt>
                <c:pt idx="17608">
                  <c:v>4.8774699999999998</c:v>
                </c:pt>
                <c:pt idx="17609">
                  <c:v>4.8777799999999996</c:v>
                </c:pt>
                <c:pt idx="17610">
                  <c:v>4.8780799999999997</c:v>
                </c:pt>
                <c:pt idx="17611">
                  <c:v>4.8783899999999996</c:v>
                </c:pt>
                <c:pt idx="17612">
                  <c:v>4.8786899999999997</c:v>
                </c:pt>
                <c:pt idx="17613">
                  <c:v>4.8789999999999996</c:v>
                </c:pt>
                <c:pt idx="17614">
                  <c:v>4.8792999999999997</c:v>
                </c:pt>
                <c:pt idx="17615">
                  <c:v>4.8796099999999996</c:v>
                </c:pt>
                <c:pt idx="17616">
                  <c:v>4.8799099999999997</c:v>
                </c:pt>
                <c:pt idx="17617">
                  <c:v>4.8802199999999996</c:v>
                </c:pt>
                <c:pt idx="17618">
                  <c:v>4.8805199999999997</c:v>
                </c:pt>
                <c:pt idx="17619">
                  <c:v>4.8808299999999996</c:v>
                </c:pt>
                <c:pt idx="17620">
                  <c:v>4.8811400000000003</c:v>
                </c:pt>
                <c:pt idx="17621">
                  <c:v>4.8814399999999996</c:v>
                </c:pt>
                <c:pt idx="17622">
                  <c:v>4.8817500000000003</c:v>
                </c:pt>
                <c:pt idx="17623">
                  <c:v>4.8820499999999996</c:v>
                </c:pt>
                <c:pt idx="17624">
                  <c:v>4.8823600000000003</c:v>
                </c:pt>
                <c:pt idx="17625">
                  <c:v>4.8826599999999996</c:v>
                </c:pt>
                <c:pt idx="17626">
                  <c:v>4.8829700000000003</c:v>
                </c:pt>
                <c:pt idx="17627">
                  <c:v>4.8832700000000004</c:v>
                </c:pt>
                <c:pt idx="17628">
                  <c:v>4.8835800000000003</c:v>
                </c:pt>
                <c:pt idx="17629">
                  <c:v>4.8838800000000004</c:v>
                </c:pt>
                <c:pt idx="17630">
                  <c:v>4.8841900000000003</c:v>
                </c:pt>
                <c:pt idx="17631">
                  <c:v>4.8844900000000004</c:v>
                </c:pt>
                <c:pt idx="17632">
                  <c:v>4.8848000000000003</c:v>
                </c:pt>
                <c:pt idx="17633">
                  <c:v>4.8851100000000001</c:v>
                </c:pt>
                <c:pt idx="17634">
                  <c:v>4.8854100000000003</c:v>
                </c:pt>
                <c:pt idx="17635">
                  <c:v>4.8857200000000001</c:v>
                </c:pt>
                <c:pt idx="17636">
                  <c:v>4.8860200000000003</c:v>
                </c:pt>
                <c:pt idx="17637">
                  <c:v>4.8863300000000001</c:v>
                </c:pt>
                <c:pt idx="17638">
                  <c:v>4.8866300000000003</c:v>
                </c:pt>
                <c:pt idx="17639">
                  <c:v>4.8869400000000001</c:v>
                </c:pt>
                <c:pt idx="17640">
                  <c:v>4.8872400000000003</c:v>
                </c:pt>
                <c:pt idx="17641">
                  <c:v>4.8875500000000001</c:v>
                </c:pt>
                <c:pt idx="17642">
                  <c:v>4.8878500000000003</c:v>
                </c:pt>
                <c:pt idx="17643">
                  <c:v>4.8881600000000001</c:v>
                </c:pt>
                <c:pt idx="17644">
                  <c:v>4.8884699999999999</c:v>
                </c:pt>
                <c:pt idx="17645">
                  <c:v>4.8887700000000001</c:v>
                </c:pt>
                <c:pt idx="17646">
                  <c:v>4.8890799999999999</c:v>
                </c:pt>
                <c:pt idx="17647">
                  <c:v>4.8893800000000001</c:v>
                </c:pt>
                <c:pt idx="17648">
                  <c:v>4.8896899999999999</c:v>
                </c:pt>
                <c:pt idx="17649">
                  <c:v>4.8899900000000001</c:v>
                </c:pt>
                <c:pt idx="17650">
                  <c:v>4.8902999999999999</c:v>
                </c:pt>
                <c:pt idx="17651">
                  <c:v>4.8906000000000001</c:v>
                </c:pt>
                <c:pt idx="17652">
                  <c:v>4.8909099999999999</c:v>
                </c:pt>
                <c:pt idx="17653">
                  <c:v>4.8912100000000001</c:v>
                </c:pt>
                <c:pt idx="17654">
                  <c:v>4.8915199999999999</c:v>
                </c:pt>
                <c:pt idx="17655">
                  <c:v>4.8918200000000001</c:v>
                </c:pt>
                <c:pt idx="17656">
                  <c:v>4.8921299999999999</c:v>
                </c:pt>
                <c:pt idx="17657">
                  <c:v>4.8924399999999997</c:v>
                </c:pt>
                <c:pt idx="17658">
                  <c:v>4.8927399999999999</c:v>
                </c:pt>
                <c:pt idx="17659">
                  <c:v>4.8930499999999997</c:v>
                </c:pt>
                <c:pt idx="17660">
                  <c:v>4.8933499999999999</c:v>
                </c:pt>
                <c:pt idx="17661">
                  <c:v>4.8936599999999997</c:v>
                </c:pt>
                <c:pt idx="17662">
                  <c:v>4.8939599999999999</c:v>
                </c:pt>
                <c:pt idx="17663">
                  <c:v>4.8942699999999997</c:v>
                </c:pt>
                <c:pt idx="17664">
                  <c:v>4.8945699999999999</c:v>
                </c:pt>
                <c:pt idx="17665">
                  <c:v>4.8948799999999997</c:v>
                </c:pt>
                <c:pt idx="17666">
                  <c:v>4.8951799999999999</c:v>
                </c:pt>
                <c:pt idx="17667">
                  <c:v>4.8954899999999997</c:v>
                </c:pt>
                <c:pt idx="17668">
                  <c:v>4.8957899999999999</c:v>
                </c:pt>
                <c:pt idx="17669">
                  <c:v>4.8960999999999997</c:v>
                </c:pt>
                <c:pt idx="17670">
                  <c:v>4.8964100000000004</c:v>
                </c:pt>
                <c:pt idx="17671">
                  <c:v>4.8967099999999997</c:v>
                </c:pt>
                <c:pt idx="17672">
                  <c:v>4.8970200000000004</c:v>
                </c:pt>
                <c:pt idx="17673">
                  <c:v>4.8973199999999997</c:v>
                </c:pt>
                <c:pt idx="17674">
                  <c:v>4.8976300000000004</c:v>
                </c:pt>
                <c:pt idx="17675">
                  <c:v>4.8979299999999997</c:v>
                </c:pt>
                <c:pt idx="17676">
                  <c:v>4.8982400000000004</c:v>
                </c:pt>
                <c:pt idx="17677">
                  <c:v>4.8985399999999997</c:v>
                </c:pt>
                <c:pt idx="17678">
                  <c:v>4.8988500000000004</c:v>
                </c:pt>
                <c:pt idx="17679">
                  <c:v>4.8991499999999997</c:v>
                </c:pt>
                <c:pt idx="17680">
                  <c:v>4.8994600000000004</c:v>
                </c:pt>
                <c:pt idx="17681">
                  <c:v>4.8997599999999997</c:v>
                </c:pt>
                <c:pt idx="17682">
                  <c:v>4.9000700000000004</c:v>
                </c:pt>
                <c:pt idx="17683">
                  <c:v>4.9003800000000002</c:v>
                </c:pt>
                <c:pt idx="17684">
                  <c:v>4.9006800000000004</c:v>
                </c:pt>
                <c:pt idx="17685">
                  <c:v>4.9009900000000002</c:v>
                </c:pt>
                <c:pt idx="17686">
                  <c:v>4.9012900000000004</c:v>
                </c:pt>
                <c:pt idx="17687">
                  <c:v>4.9016000000000002</c:v>
                </c:pt>
                <c:pt idx="17688">
                  <c:v>4.9019000000000004</c:v>
                </c:pt>
                <c:pt idx="17689">
                  <c:v>4.9022100000000002</c:v>
                </c:pt>
                <c:pt idx="17690">
                  <c:v>4.9025100000000004</c:v>
                </c:pt>
                <c:pt idx="17691">
                  <c:v>4.9028200000000002</c:v>
                </c:pt>
                <c:pt idx="17692">
                  <c:v>4.9031200000000004</c:v>
                </c:pt>
                <c:pt idx="17693">
                  <c:v>4.9034300000000002</c:v>
                </c:pt>
                <c:pt idx="17694">
                  <c:v>4.90374</c:v>
                </c:pt>
                <c:pt idx="17695">
                  <c:v>4.9040400000000002</c:v>
                </c:pt>
                <c:pt idx="17696">
                  <c:v>4.90435</c:v>
                </c:pt>
                <c:pt idx="17697">
                  <c:v>4.9046500000000002</c:v>
                </c:pt>
                <c:pt idx="17698">
                  <c:v>4.90496</c:v>
                </c:pt>
                <c:pt idx="17699">
                  <c:v>4.9052600000000002</c:v>
                </c:pt>
                <c:pt idx="17700">
                  <c:v>4.90557</c:v>
                </c:pt>
                <c:pt idx="17701">
                  <c:v>4.9058700000000002</c:v>
                </c:pt>
                <c:pt idx="17702">
                  <c:v>4.90618</c:v>
                </c:pt>
                <c:pt idx="17703">
                  <c:v>4.9064800000000002</c:v>
                </c:pt>
                <c:pt idx="17704">
                  <c:v>4.90679</c:v>
                </c:pt>
                <c:pt idx="17705">
                  <c:v>4.9070900000000002</c:v>
                </c:pt>
                <c:pt idx="17706">
                  <c:v>4.9074</c:v>
                </c:pt>
                <c:pt idx="17707">
                  <c:v>4.9077099999999998</c:v>
                </c:pt>
                <c:pt idx="17708">
                  <c:v>4.90801</c:v>
                </c:pt>
                <c:pt idx="17709">
                  <c:v>4.9083199999999998</c:v>
                </c:pt>
                <c:pt idx="17710">
                  <c:v>4.90862</c:v>
                </c:pt>
                <c:pt idx="17711">
                  <c:v>4.9089299999999998</c:v>
                </c:pt>
                <c:pt idx="17712">
                  <c:v>4.90923</c:v>
                </c:pt>
                <c:pt idx="17713">
                  <c:v>4.9095399999999998</c:v>
                </c:pt>
                <c:pt idx="17714">
                  <c:v>4.90984</c:v>
                </c:pt>
                <c:pt idx="17715">
                  <c:v>4.9101499999999998</c:v>
                </c:pt>
                <c:pt idx="17716">
                  <c:v>4.91045</c:v>
                </c:pt>
                <c:pt idx="17717">
                  <c:v>4.9107599999999998</c:v>
                </c:pt>
                <c:pt idx="17718">
                  <c:v>4.91106</c:v>
                </c:pt>
                <c:pt idx="17719">
                  <c:v>4.9113699999999998</c:v>
                </c:pt>
                <c:pt idx="17720">
                  <c:v>4.9116799999999996</c:v>
                </c:pt>
                <c:pt idx="17721">
                  <c:v>4.9119799999999998</c:v>
                </c:pt>
                <c:pt idx="17722">
                  <c:v>4.9122899999999996</c:v>
                </c:pt>
                <c:pt idx="17723">
                  <c:v>4.9125899999999998</c:v>
                </c:pt>
                <c:pt idx="17724">
                  <c:v>4.9128999999999996</c:v>
                </c:pt>
                <c:pt idx="17725">
                  <c:v>4.9131999999999998</c:v>
                </c:pt>
                <c:pt idx="17726">
                  <c:v>4.9135099999999996</c:v>
                </c:pt>
                <c:pt idx="17727">
                  <c:v>4.9138099999999998</c:v>
                </c:pt>
                <c:pt idx="17728">
                  <c:v>4.9141199999999996</c:v>
                </c:pt>
                <c:pt idx="17729">
                  <c:v>4.9144199999999998</c:v>
                </c:pt>
                <c:pt idx="17730">
                  <c:v>4.9147299999999996</c:v>
                </c:pt>
                <c:pt idx="17731">
                  <c:v>4.9150299999999998</c:v>
                </c:pt>
                <c:pt idx="17732">
                  <c:v>4.9153399999999996</c:v>
                </c:pt>
                <c:pt idx="17733">
                  <c:v>4.9156500000000003</c:v>
                </c:pt>
                <c:pt idx="17734">
                  <c:v>4.9159499999999996</c:v>
                </c:pt>
                <c:pt idx="17735">
                  <c:v>4.9162600000000003</c:v>
                </c:pt>
                <c:pt idx="17736">
                  <c:v>4.9165599999999996</c:v>
                </c:pt>
                <c:pt idx="17737">
                  <c:v>4.9168700000000003</c:v>
                </c:pt>
                <c:pt idx="17738">
                  <c:v>4.9171699999999996</c:v>
                </c:pt>
                <c:pt idx="17739">
                  <c:v>4.9174800000000003</c:v>
                </c:pt>
                <c:pt idx="17740">
                  <c:v>4.9177799999999996</c:v>
                </c:pt>
                <c:pt idx="17741">
                  <c:v>4.9180900000000003</c:v>
                </c:pt>
                <c:pt idx="17742">
                  <c:v>4.9183899999999996</c:v>
                </c:pt>
                <c:pt idx="17743">
                  <c:v>4.9187000000000003</c:v>
                </c:pt>
                <c:pt idx="17744">
                  <c:v>4.9189999999999996</c:v>
                </c:pt>
                <c:pt idx="17745">
                  <c:v>4.9193100000000003</c:v>
                </c:pt>
                <c:pt idx="17746">
                  <c:v>4.9196200000000001</c:v>
                </c:pt>
                <c:pt idx="17747">
                  <c:v>4.9199200000000003</c:v>
                </c:pt>
                <c:pt idx="17748">
                  <c:v>4.9202300000000001</c:v>
                </c:pt>
                <c:pt idx="17749">
                  <c:v>4.9205300000000003</c:v>
                </c:pt>
                <c:pt idx="17750">
                  <c:v>4.9208400000000001</c:v>
                </c:pt>
                <c:pt idx="17751">
                  <c:v>4.9211400000000003</c:v>
                </c:pt>
                <c:pt idx="17752">
                  <c:v>4.9214500000000001</c:v>
                </c:pt>
                <c:pt idx="17753">
                  <c:v>4.9217500000000003</c:v>
                </c:pt>
                <c:pt idx="17754">
                  <c:v>4.9220600000000001</c:v>
                </c:pt>
                <c:pt idx="17755">
                  <c:v>4.9223600000000003</c:v>
                </c:pt>
                <c:pt idx="17756">
                  <c:v>4.9226700000000001</c:v>
                </c:pt>
                <c:pt idx="17757">
                  <c:v>4.9229799999999999</c:v>
                </c:pt>
                <c:pt idx="17758">
                  <c:v>4.9232800000000001</c:v>
                </c:pt>
                <c:pt idx="17759">
                  <c:v>4.9235899999999999</c:v>
                </c:pt>
                <c:pt idx="17760">
                  <c:v>4.9238900000000001</c:v>
                </c:pt>
                <c:pt idx="17761">
                  <c:v>4.9241999999999999</c:v>
                </c:pt>
                <c:pt idx="17762">
                  <c:v>4.9245000000000001</c:v>
                </c:pt>
                <c:pt idx="17763">
                  <c:v>4.9248099999999999</c:v>
                </c:pt>
                <c:pt idx="17764">
                  <c:v>4.9251100000000001</c:v>
                </c:pt>
                <c:pt idx="17765">
                  <c:v>4.9254199999999999</c:v>
                </c:pt>
                <c:pt idx="17766">
                  <c:v>4.9257200000000001</c:v>
                </c:pt>
                <c:pt idx="17767">
                  <c:v>4.9260299999999999</c:v>
                </c:pt>
                <c:pt idx="17768">
                  <c:v>4.9263300000000001</c:v>
                </c:pt>
                <c:pt idx="17769">
                  <c:v>4.9266399999999999</c:v>
                </c:pt>
                <c:pt idx="17770">
                  <c:v>4.9269499999999997</c:v>
                </c:pt>
                <c:pt idx="17771">
                  <c:v>4.9272499999999999</c:v>
                </c:pt>
                <c:pt idx="17772">
                  <c:v>4.9275599999999997</c:v>
                </c:pt>
                <c:pt idx="17773">
                  <c:v>4.9278599999999999</c:v>
                </c:pt>
                <c:pt idx="17774">
                  <c:v>4.9281699999999997</c:v>
                </c:pt>
                <c:pt idx="17775">
                  <c:v>4.9284699999999999</c:v>
                </c:pt>
                <c:pt idx="17776">
                  <c:v>4.9287799999999997</c:v>
                </c:pt>
                <c:pt idx="17777">
                  <c:v>4.9290799999999999</c:v>
                </c:pt>
                <c:pt idx="17778">
                  <c:v>4.9293899999999997</c:v>
                </c:pt>
                <c:pt idx="17779">
                  <c:v>4.9296899999999999</c:v>
                </c:pt>
                <c:pt idx="17780">
                  <c:v>4.93</c:v>
                </c:pt>
                <c:pt idx="17781">
                  <c:v>4.9302999999999999</c:v>
                </c:pt>
                <c:pt idx="17782">
                  <c:v>4.9306099999999997</c:v>
                </c:pt>
                <c:pt idx="17783">
                  <c:v>4.9309200000000004</c:v>
                </c:pt>
                <c:pt idx="17784">
                  <c:v>4.9312199999999997</c:v>
                </c:pt>
                <c:pt idx="17785">
                  <c:v>4.9315300000000004</c:v>
                </c:pt>
                <c:pt idx="17786">
                  <c:v>4.9318299999999997</c:v>
                </c:pt>
                <c:pt idx="17787">
                  <c:v>4.9321400000000004</c:v>
                </c:pt>
                <c:pt idx="17788">
                  <c:v>4.9324399999999997</c:v>
                </c:pt>
                <c:pt idx="17789">
                  <c:v>4.9327500000000004</c:v>
                </c:pt>
                <c:pt idx="17790">
                  <c:v>4.9330499999999997</c:v>
                </c:pt>
                <c:pt idx="17791">
                  <c:v>4.9333600000000004</c:v>
                </c:pt>
                <c:pt idx="17792">
                  <c:v>4.9336599999999997</c:v>
                </c:pt>
                <c:pt idx="17793">
                  <c:v>4.9339700000000004</c:v>
                </c:pt>
                <c:pt idx="17794">
                  <c:v>4.9342699999999997</c:v>
                </c:pt>
                <c:pt idx="17795">
                  <c:v>4.9345800000000004</c:v>
                </c:pt>
                <c:pt idx="17796">
                  <c:v>4.9348900000000002</c:v>
                </c:pt>
                <c:pt idx="17797">
                  <c:v>4.9351900000000004</c:v>
                </c:pt>
                <c:pt idx="17798">
                  <c:v>4.9355000000000002</c:v>
                </c:pt>
                <c:pt idx="17799">
                  <c:v>4.9358000000000004</c:v>
                </c:pt>
                <c:pt idx="17800">
                  <c:v>4.9361100000000002</c:v>
                </c:pt>
                <c:pt idx="17801">
                  <c:v>4.9364100000000004</c:v>
                </c:pt>
                <c:pt idx="17802">
                  <c:v>4.9367200000000002</c:v>
                </c:pt>
                <c:pt idx="17803">
                  <c:v>4.9370200000000004</c:v>
                </c:pt>
                <c:pt idx="17804">
                  <c:v>4.9373300000000002</c:v>
                </c:pt>
                <c:pt idx="17805">
                  <c:v>4.9376300000000004</c:v>
                </c:pt>
                <c:pt idx="17806">
                  <c:v>4.9379400000000002</c:v>
                </c:pt>
                <c:pt idx="17807">
                  <c:v>4.9382400000000004</c:v>
                </c:pt>
                <c:pt idx="17808">
                  <c:v>4.9385500000000002</c:v>
                </c:pt>
                <c:pt idx="17809">
                  <c:v>4.93886</c:v>
                </c:pt>
                <c:pt idx="17810">
                  <c:v>4.9391600000000002</c:v>
                </c:pt>
                <c:pt idx="17811">
                  <c:v>4.93947</c:v>
                </c:pt>
                <c:pt idx="17812">
                  <c:v>4.9397700000000002</c:v>
                </c:pt>
                <c:pt idx="17813">
                  <c:v>4.94008</c:v>
                </c:pt>
                <c:pt idx="17814">
                  <c:v>4.9403800000000002</c:v>
                </c:pt>
                <c:pt idx="17815">
                  <c:v>4.94069</c:v>
                </c:pt>
                <c:pt idx="17816">
                  <c:v>4.9409900000000002</c:v>
                </c:pt>
                <c:pt idx="17817">
                  <c:v>4.9413</c:v>
                </c:pt>
                <c:pt idx="17818">
                  <c:v>4.9416000000000002</c:v>
                </c:pt>
                <c:pt idx="17819">
                  <c:v>4.94191</c:v>
                </c:pt>
                <c:pt idx="17820">
                  <c:v>4.9422199999999998</c:v>
                </c:pt>
                <c:pt idx="17821">
                  <c:v>4.94252</c:v>
                </c:pt>
                <c:pt idx="17822">
                  <c:v>4.9428299999999998</c:v>
                </c:pt>
                <c:pt idx="17823">
                  <c:v>4.94313</c:v>
                </c:pt>
                <c:pt idx="17824">
                  <c:v>4.9434399999999998</c:v>
                </c:pt>
                <c:pt idx="17825">
                  <c:v>4.94374</c:v>
                </c:pt>
                <c:pt idx="17826">
                  <c:v>4.9440499999999998</c:v>
                </c:pt>
                <c:pt idx="17827">
                  <c:v>4.94435</c:v>
                </c:pt>
                <c:pt idx="17828">
                  <c:v>4.9446599999999998</c:v>
                </c:pt>
                <c:pt idx="17829">
                  <c:v>4.94496</c:v>
                </c:pt>
                <c:pt idx="17830">
                  <c:v>4.9452699999999998</c:v>
                </c:pt>
                <c:pt idx="17831">
                  <c:v>4.94557</c:v>
                </c:pt>
                <c:pt idx="17832">
                  <c:v>4.9458799999999998</c:v>
                </c:pt>
                <c:pt idx="17833">
                  <c:v>4.9461899999999996</c:v>
                </c:pt>
                <c:pt idx="17834">
                  <c:v>4.9464899999999998</c:v>
                </c:pt>
                <c:pt idx="17835">
                  <c:v>4.9467999999999996</c:v>
                </c:pt>
                <c:pt idx="17836">
                  <c:v>4.9470999999999998</c:v>
                </c:pt>
                <c:pt idx="17837">
                  <c:v>4.9474099999999996</c:v>
                </c:pt>
                <c:pt idx="17838">
                  <c:v>4.9477099999999998</c:v>
                </c:pt>
                <c:pt idx="17839">
                  <c:v>4.9480199999999996</c:v>
                </c:pt>
                <c:pt idx="17840">
                  <c:v>4.9483199999999998</c:v>
                </c:pt>
                <c:pt idx="17841">
                  <c:v>4.9486299999999996</c:v>
                </c:pt>
                <c:pt idx="17842">
                  <c:v>4.9489299999999998</c:v>
                </c:pt>
                <c:pt idx="17843">
                  <c:v>4.9492399999999996</c:v>
                </c:pt>
                <c:pt idx="17844">
                  <c:v>4.9495399999999998</c:v>
                </c:pt>
                <c:pt idx="17845">
                  <c:v>4.9498499999999996</c:v>
                </c:pt>
                <c:pt idx="17846">
                  <c:v>4.9501600000000003</c:v>
                </c:pt>
                <c:pt idx="17847">
                  <c:v>4.9504599999999996</c:v>
                </c:pt>
                <c:pt idx="17848">
                  <c:v>4.9507700000000003</c:v>
                </c:pt>
                <c:pt idx="17849">
                  <c:v>4.9510699999999996</c:v>
                </c:pt>
                <c:pt idx="17850">
                  <c:v>4.9513800000000003</c:v>
                </c:pt>
                <c:pt idx="17851">
                  <c:v>4.9516799999999996</c:v>
                </c:pt>
                <c:pt idx="17852">
                  <c:v>4.9519900000000003</c:v>
                </c:pt>
                <c:pt idx="17853">
                  <c:v>4.9522899999999996</c:v>
                </c:pt>
                <c:pt idx="17854">
                  <c:v>4.9526000000000003</c:v>
                </c:pt>
                <c:pt idx="17855">
                  <c:v>4.9528999999999996</c:v>
                </c:pt>
                <c:pt idx="17856">
                  <c:v>4.9532100000000003</c:v>
                </c:pt>
                <c:pt idx="17857">
                  <c:v>4.9535099999999996</c:v>
                </c:pt>
                <c:pt idx="17858">
                  <c:v>4.9538200000000003</c:v>
                </c:pt>
                <c:pt idx="17859">
                  <c:v>4.9541300000000001</c:v>
                </c:pt>
                <c:pt idx="17860">
                  <c:v>4.9544300000000003</c:v>
                </c:pt>
                <c:pt idx="17861">
                  <c:v>4.9547400000000001</c:v>
                </c:pt>
                <c:pt idx="17862">
                  <c:v>4.9550400000000003</c:v>
                </c:pt>
                <c:pt idx="17863">
                  <c:v>4.9553500000000001</c:v>
                </c:pt>
                <c:pt idx="17864">
                  <c:v>4.9556500000000003</c:v>
                </c:pt>
                <c:pt idx="17865">
                  <c:v>4.9559600000000001</c:v>
                </c:pt>
                <c:pt idx="17866">
                  <c:v>4.9562600000000003</c:v>
                </c:pt>
                <c:pt idx="17867">
                  <c:v>4.9565700000000001</c:v>
                </c:pt>
                <c:pt idx="17868">
                  <c:v>4.9568700000000003</c:v>
                </c:pt>
                <c:pt idx="17869">
                  <c:v>4.9571800000000001</c:v>
                </c:pt>
                <c:pt idx="17870">
                  <c:v>4.95749</c:v>
                </c:pt>
                <c:pt idx="17871">
                  <c:v>4.9577900000000001</c:v>
                </c:pt>
                <c:pt idx="17872">
                  <c:v>4.9581</c:v>
                </c:pt>
                <c:pt idx="17873">
                  <c:v>4.9584000000000001</c:v>
                </c:pt>
                <c:pt idx="17874">
                  <c:v>4.95871</c:v>
                </c:pt>
                <c:pt idx="17875">
                  <c:v>4.9590100000000001</c:v>
                </c:pt>
                <c:pt idx="17876">
                  <c:v>4.95932</c:v>
                </c:pt>
                <c:pt idx="17877">
                  <c:v>4.9596200000000001</c:v>
                </c:pt>
                <c:pt idx="17878">
                  <c:v>4.9599299999999999</c:v>
                </c:pt>
                <c:pt idx="17879">
                  <c:v>4.9602300000000001</c:v>
                </c:pt>
                <c:pt idx="17880">
                  <c:v>4.9605399999999999</c:v>
                </c:pt>
                <c:pt idx="17881">
                  <c:v>4.9608400000000001</c:v>
                </c:pt>
                <c:pt idx="17882">
                  <c:v>4.9611499999999999</c:v>
                </c:pt>
                <c:pt idx="17883">
                  <c:v>4.9614599999999998</c:v>
                </c:pt>
                <c:pt idx="17884">
                  <c:v>4.9617599999999999</c:v>
                </c:pt>
                <c:pt idx="17885">
                  <c:v>4.9620699999999998</c:v>
                </c:pt>
                <c:pt idx="17886">
                  <c:v>4.9623699999999999</c:v>
                </c:pt>
                <c:pt idx="17887">
                  <c:v>4.9626799999999998</c:v>
                </c:pt>
                <c:pt idx="17888">
                  <c:v>4.9629799999999999</c:v>
                </c:pt>
                <c:pt idx="17889">
                  <c:v>4.9632899999999998</c:v>
                </c:pt>
                <c:pt idx="17890">
                  <c:v>4.9635899999999999</c:v>
                </c:pt>
                <c:pt idx="17891">
                  <c:v>4.9638999999999998</c:v>
                </c:pt>
                <c:pt idx="17892">
                  <c:v>4.9641999999999999</c:v>
                </c:pt>
                <c:pt idx="17893">
                  <c:v>4.9645099999999998</c:v>
                </c:pt>
                <c:pt idx="17894">
                  <c:v>4.9648099999999999</c:v>
                </c:pt>
                <c:pt idx="17895">
                  <c:v>4.9651199999999998</c:v>
                </c:pt>
                <c:pt idx="17896">
                  <c:v>4.9654299999999996</c:v>
                </c:pt>
                <c:pt idx="17897">
                  <c:v>4.9657299999999998</c:v>
                </c:pt>
                <c:pt idx="17898">
                  <c:v>4.9660399999999996</c:v>
                </c:pt>
                <c:pt idx="17899">
                  <c:v>4.9663399999999998</c:v>
                </c:pt>
                <c:pt idx="17900">
                  <c:v>4.9666499999999996</c:v>
                </c:pt>
                <c:pt idx="17901">
                  <c:v>4.9669499999999998</c:v>
                </c:pt>
                <c:pt idx="17902">
                  <c:v>4.9672599999999996</c:v>
                </c:pt>
                <c:pt idx="17903">
                  <c:v>4.9675599999999998</c:v>
                </c:pt>
                <c:pt idx="17904">
                  <c:v>4.9678699999999996</c:v>
                </c:pt>
                <c:pt idx="17905">
                  <c:v>4.9681699999999998</c:v>
                </c:pt>
                <c:pt idx="17906">
                  <c:v>4.9684799999999996</c:v>
                </c:pt>
                <c:pt idx="17907">
                  <c:v>4.9687799999999998</c:v>
                </c:pt>
                <c:pt idx="17908">
                  <c:v>4.9690899999999996</c:v>
                </c:pt>
                <c:pt idx="17909">
                  <c:v>4.9694000000000003</c:v>
                </c:pt>
                <c:pt idx="17910">
                  <c:v>4.9696999999999996</c:v>
                </c:pt>
                <c:pt idx="17911">
                  <c:v>4.9700100000000003</c:v>
                </c:pt>
                <c:pt idx="17912">
                  <c:v>4.9703099999999996</c:v>
                </c:pt>
                <c:pt idx="17913">
                  <c:v>4.9706200000000003</c:v>
                </c:pt>
                <c:pt idx="17914">
                  <c:v>4.9709199999999996</c:v>
                </c:pt>
                <c:pt idx="17915">
                  <c:v>4.9712300000000003</c:v>
                </c:pt>
                <c:pt idx="17916">
                  <c:v>4.9715299999999996</c:v>
                </c:pt>
                <c:pt idx="17917">
                  <c:v>4.9718400000000003</c:v>
                </c:pt>
                <c:pt idx="17918">
                  <c:v>4.9721399999999996</c:v>
                </c:pt>
                <c:pt idx="17919">
                  <c:v>4.9724500000000003</c:v>
                </c:pt>
                <c:pt idx="17920">
                  <c:v>4.9727499999999996</c:v>
                </c:pt>
                <c:pt idx="17921">
                  <c:v>4.9730600000000003</c:v>
                </c:pt>
                <c:pt idx="17922">
                  <c:v>4.9733700000000001</c:v>
                </c:pt>
                <c:pt idx="17923">
                  <c:v>4.9736700000000003</c:v>
                </c:pt>
                <c:pt idx="17924">
                  <c:v>4.9739800000000001</c:v>
                </c:pt>
                <c:pt idx="17925">
                  <c:v>4.9742800000000003</c:v>
                </c:pt>
                <c:pt idx="17926">
                  <c:v>4.9745900000000001</c:v>
                </c:pt>
                <c:pt idx="17927">
                  <c:v>4.9748900000000003</c:v>
                </c:pt>
                <c:pt idx="17928">
                  <c:v>4.9752000000000001</c:v>
                </c:pt>
                <c:pt idx="17929">
                  <c:v>4.9755000000000003</c:v>
                </c:pt>
                <c:pt idx="17930">
                  <c:v>4.9758100000000001</c:v>
                </c:pt>
                <c:pt idx="17931">
                  <c:v>4.9761100000000003</c:v>
                </c:pt>
                <c:pt idx="17932">
                  <c:v>4.9764200000000001</c:v>
                </c:pt>
                <c:pt idx="17933">
                  <c:v>4.9767299999999999</c:v>
                </c:pt>
                <c:pt idx="17934">
                  <c:v>4.9770300000000001</c:v>
                </c:pt>
                <c:pt idx="17935">
                  <c:v>4.9773399999999999</c:v>
                </c:pt>
                <c:pt idx="17936">
                  <c:v>4.9776400000000001</c:v>
                </c:pt>
                <c:pt idx="17937">
                  <c:v>4.9779499999999999</c:v>
                </c:pt>
                <c:pt idx="17938">
                  <c:v>4.9782500000000001</c:v>
                </c:pt>
                <c:pt idx="17939">
                  <c:v>4.9785599999999999</c:v>
                </c:pt>
                <c:pt idx="17940">
                  <c:v>4.9788600000000001</c:v>
                </c:pt>
                <c:pt idx="17941">
                  <c:v>4.9791699999999999</c:v>
                </c:pt>
                <c:pt idx="17942">
                  <c:v>4.9794700000000001</c:v>
                </c:pt>
                <c:pt idx="17943">
                  <c:v>4.9797799999999999</c:v>
                </c:pt>
                <c:pt idx="17944">
                  <c:v>4.9800800000000001</c:v>
                </c:pt>
                <c:pt idx="17945">
                  <c:v>4.9803899999999999</c:v>
                </c:pt>
                <c:pt idx="17946">
                  <c:v>4.9806999999999997</c:v>
                </c:pt>
                <c:pt idx="17947">
                  <c:v>4.9809999999999999</c:v>
                </c:pt>
                <c:pt idx="17948">
                  <c:v>4.9813099999999997</c:v>
                </c:pt>
                <c:pt idx="17949">
                  <c:v>4.9816099999999999</c:v>
                </c:pt>
                <c:pt idx="17950">
                  <c:v>4.9819199999999997</c:v>
                </c:pt>
                <c:pt idx="17951">
                  <c:v>4.9822199999999999</c:v>
                </c:pt>
                <c:pt idx="17952">
                  <c:v>4.9825299999999997</c:v>
                </c:pt>
                <c:pt idx="17953">
                  <c:v>4.9828299999999999</c:v>
                </c:pt>
                <c:pt idx="17954">
                  <c:v>4.9831399999999997</c:v>
                </c:pt>
                <c:pt idx="17955">
                  <c:v>4.9834399999999999</c:v>
                </c:pt>
                <c:pt idx="17956">
                  <c:v>4.9837499999999997</c:v>
                </c:pt>
                <c:pt idx="17957">
                  <c:v>4.9840499999999999</c:v>
                </c:pt>
                <c:pt idx="17958">
                  <c:v>4.9843599999999997</c:v>
                </c:pt>
                <c:pt idx="17959">
                  <c:v>4.9846700000000004</c:v>
                </c:pt>
                <c:pt idx="17960">
                  <c:v>4.9849699999999997</c:v>
                </c:pt>
                <c:pt idx="17961">
                  <c:v>4.9852800000000004</c:v>
                </c:pt>
                <c:pt idx="17962">
                  <c:v>4.9855799999999997</c:v>
                </c:pt>
                <c:pt idx="17963">
                  <c:v>4.9858900000000004</c:v>
                </c:pt>
                <c:pt idx="17964">
                  <c:v>4.9861899999999997</c:v>
                </c:pt>
                <c:pt idx="17965">
                  <c:v>4.9865000000000004</c:v>
                </c:pt>
                <c:pt idx="17966">
                  <c:v>4.9867999999999997</c:v>
                </c:pt>
                <c:pt idx="17967">
                  <c:v>4.9871100000000004</c:v>
                </c:pt>
                <c:pt idx="17968">
                  <c:v>4.9874099999999997</c:v>
                </c:pt>
                <c:pt idx="17969">
                  <c:v>4.9877200000000004</c:v>
                </c:pt>
                <c:pt idx="17970">
                  <c:v>4.9880199999999997</c:v>
                </c:pt>
                <c:pt idx="17971">
                  <c:v>4.9883300000000004</c:v>
                </c:pt>
                <c:pt idx="17972">
                  <c:v>4.9886400000000002</c:v>
                </c:pt>
                <c:pt idx="17973">
                  <c:v>4.9889400000000004</c:v>
                </c:pt>
                <c:pt idx="17974">
                  <c:v>4.9892500000000002</c:v>
                </c:pt>
                <c:pt idx="17975">
                  <c:v>4.9895500000000004</c:v>
                </c:pt>
                <c:pt idx="17976">
                  <c:v>4.9898600000000002</c:v>
                </c:pt>
                <c:pt idx="17977">
                  <c:v>4.9901600000000004</c:v>
                </c:pt>
                <c:pt idx="17978">
                  <c:v>4.9904700000000002</c:v>
                </c:pt>
                <c:pt idx="17979">
                  <c:v>4.9907700000000004</c:v>
                </c:pt>
                <c:pt idx="17980">
                  <c:v>4.9910800000000002</c:v>
                </c:pt>
                <c:pt idx="17981">
                  <c:v>4.9913800000000004</c:v>
                </c:pt>
                <c:pt idx="17982">
                  <c:v>4.9916900000000002</c:v>
                </c:pt>
                <c:pt idx="17983">
                  <c:v>4.9919900000000004</c:v>
                </c:pt>
                <c:pt idx="17984">
                  <c:v>4.9923000000000002</c:v>
                </c:pt>
                <c:pt idx="17985">
                  <c:v>4.99261</c:v>
                </c:pt>
                <c:pt idx="17986">
                  <c:v>4.9929100000000002</c:v>
                </c:pt>
                <c:pt idx="17987">
                  <c:v>4.99322</c:v>
                </c:pt>
                <c:pt idx="17988">
                  <c:v>4.9935200000000002</c:v>
                </c:pt>
                <c:pt idx="17989">
                  <c:v>4.99383</c:v>
                </c:pt>
                <c:pt idx="17990">
                  <c:v>4.9941300000000002</c:v>
                </c:pt>
                <c:pt idx="17991">
                  <c:v>4.99444</c:v>
                </c:pt>
                <c:pt idx="17992">
                  <c:v>4.9947400000000002</c:v>
                </c:pt>
                <c:pt idx="17993">
                  <c:v>4.99505</c:v>
                </c:pt>
                <c:pt idx="17994">
                  <c:v>4.9953500000000002</c:v>
                </c:pt>
                <c:pt idx="17995">
                  <c:v>4.99566</c:v>
                </c:pt>
                <c:pt idx="17996">
                  <c:v>4.9959699999999998</c:v>
                </c:pt>
                <c:pt idx="17997">
                  <c:v>4.99627</c:v>
                </c:pt>
                <c:pt idx="17998">
                  <c:v>4.9965799999999998</c:v>
                </c:pt>
                <c:pt idx="17999">
                  <c:v>4.99688</c:v>
                </c:pt>
                <c:pt idx="18000">
                  <c:v>4.9971899999999998</c:v>
                </c:pt>
                <c:pt idx="18001">
                  <c:v>4.99749</c:v>
                </c:pt>
                <c:pt idx="18002">
                  <c:v>4.9977999999999998</c:v>
                </c:pt>
                <c:pt idx="18003">
                  <c:v>4.9981</c:v>
                </c:pt>
                <c:pt idx="18004">
                  <c:v>4.9984099999999998</c:v>
                </c:pt>
                <c:pt idx="18005">
                  <c:v>4.99871</c:v>
                </c:pt>
                <c:pt idx="18006">
                  <c:v>4.9990199999999998</c:v>
                </c:pt>
                <c:pt idx="18007">
                  <c:v>4.99932</c:v>
                </c:pt>
                <c:pt idx="18008">
                  <c:v>4.9996299999999998</c:v>
                </c:pt>
                <c:pt idx="18009">
                  <c:v>4.9999399999999996</c:v>
                </c:pt>
                <c:pt idx="18010">
                  <c:v>5.0002399999999998</c:v>
                </c:pt>
                <c:pt idx="18011">
                  <c:v>5.0005499999999996</c:v>
                </c:pt>
                <c:pt idx="18012">
                  <c:v>5.0008499999999998</c:v>
                </c:pt>
                <c:pt idx="18013">
                  <c:v>5.0011599999999996</c:v>
                </c:pt>
                <c:pt idx="18014">
                  <c:v>5.0014599999999998</c:v>
                </c:pt>
                <c:pt idx="18015">
                  <c:v>5.0017699999999996</c:v>
                </c:pt>
                <c:pt idx="18016">
                  <c:v>5.0020699999999998</c:v>
                </c:pt>
                <c:pt idx="18017">
                  <c:v>5.0023799999999996</c:v>
                </c:pt>
                <c:pt idx="18018">
                  <c:v>5.0026799999999998</c:v>
                </c:pt>
                <c:pt idx="18019">
                  <c:v>5.0029899999999996</c:v>
                </c:pt>
                <c:pt idx="18020">
                  <c:v>5.0032899999999998</c:v>
                </c:pt>
                <c:pt idx="18021">
                  <c:v>5.0035999999999996</c:v>
                </c:pt>
                <c:pt idx="18022">
                  <c:v>5.0039100000000003</c:v>
                </c:pt>
                <c:pt idx="18023">
                  <c:v>5.0042099999999996</c:v>
                </c:pt>
                <c:pt idx="18024">
                  <c:v>5.0045200000000003</c:v>
                </c:pt>
                <c:pt idx="18025">
                  <c:v>5.0048199999999996</c:v>
                </c:pt>
                <c:pt idx="18026">
                  <c:v>5.0051300000000003</c:v>
                </c:pt>
                <c:pt idx="18027">
                  <c:v>5.0054299999999996</c:v>
                </c:pt>
                <c:pt idx="18028">
                  <c:v>5.0057400000000003</c:v>
                </c:pt>
                <c:pt idx="18029">
                  <c:v>5.0060399999999996</c:v>
                </c:pt>
                <c:pt idx="18030">
                  <c:v>5.0063500000000003</c:v>
                </c:pt>
                <c:pt idx="18031">
                  <c:v>5.0066499999999996</c:v>
                </c:pt>
                <c:pt idx="18032">
                  <c:v>5.0069600000000003</c:v>
                </c:pt>
                <c:pt idx="18033">
                  <c:v>5.0072599999999996</c:v>
                </c:pt>
                <c:pt idx="18034">
                  <c:v>5.0075700000000003</c:v>
                </c:pt>
                <c:pt idx="18035">
                  <c:v>5.0078800000000001</c:v>
                </c:pt>
                <c:pt idx="18036">
                  <c:v>5.0081800000000003</c:v>
                </c:pt>
                <c:pt idx="18037">
                  <c:v>5.0084900000000001</c:v>
                </c:pt>
                <c:pt idx="18038">
                  <c:v>5.0087900000000003</c:v>
                </c:pt>
                <c:pt idx="18039">
                  <c:v>5.0091000000000001</c:v>
                </c:pt>
                <c:pt idx="18040">
                  <c:v>5.0094000000000003</c:v>
                </c:pt>
                <c:pt idx="18041">
                  <c:v>5.0097100000000001</c:v>
                </c:pt>
                <c:pt idx="18042">
                  <c:v>5.0100100000000003</c:v>
                </c:pt>
                <c:pt idx="18043">
                  <c:v>5.0103200000000001</c:v>
                </c:pt>
                <c:pt idx="18044">
                  <c:v>5.0106200000000003</c:v>
                </c:pt>
                <c:pt idx="18045">
                  <c:v>5.0109300000000001</c:v>
                </c:pt>
                <c:pt idx="18046">
                  <c:v>5.0112300000000003</c:v>
                </c:pt>
                <c:pt idx="18047">
                  <c:v>5.0115400000000001</c:v>
                </c:pt>
                <c:pt idx="18048">
                  <c:v>5.0118499999999999</c:v>
                </c:pt>
                <c:pt idx="18049">
                  <c:v>5.0121500000000001</c:v>
                </c:pt>
                <c:pt idx="18050">
                  <c:v>5.0124599999999999</c:v>
                </c:pt>
                <c:pt idx="18051">
                  <c:v>5.0127600000000001</c:v>
                </c:pt>
                <c:pt idx="18052">
                  <c:v>5.0130699999999999</c:v>
                </c:pt>
                <c:pt idx="18053">
                  <c:v>5.0133700000000001</c:v>
                </c:pt>
                <c:pt idx="18054">
                  <c:v>5.0136799999999999</c:v>
                </c:pt>
                <c:pt idx="18055">
                  <c:v>5.0139800000000001</c:v>
                </c:pt>
                <c:pt idx="18056">
                  <c:v>5.0142899999999999</c:v>
                </c:pt>
                <c:pt idx="18057">
                  <c:v>5.0145900000000001</c:v>
                </c:pt>
                <c:pt idx="18058">
                  <c:v>5.0148999999999999</c:v>
                </c:pt>
                <c:pt idx="18059">
                  <c:v>5.0152099999999997</c:v>
                </c:pt>
                <c:pt idx="18060">
                  <c:v>5.0155099999999999</c:v>
                </c:pt>
                <c:pt idx="18061">
                  <c:v>5.0158199999999997</c:v>
                </c:pt>
                <c:pt idx="18062">
                  <c:v>5.0161199999999999</c:v>
                </c:pt>
                <c:pt idx="18063">
                  <c:v>5.0164299999999997</c:v>
                </c:pt>
                <c:pt idx="18064">
                  <c:v>5.0167299999999999</c:v>
                </c:pt>
                <c:pt idx="18065">
                  <c:v>5.0170399999999997</c:v>
                </c:pt>
                <c:pt idx="18066">
                  <c:v>5.0173399999999999</c:v>
                </c:pt>
                <c:pt idx="18067">
                  <c:v>5.0176499999999997</c:v>
                </c:pt>
                <c:pt idx="18068">
                  <c:v>5.0179499999999999</c:v>
                </c:pt>
                <c:pt idx="18069">
                  <c:v>5.0182599999999997</c:v>
                </c:pt>
                <c:pt idx="18070">
                  <c:v>5.0185599999999999</c:v>
                </c:pt>
                <c:pt idx="18071">
                  <c:v>5.0188699999999997</c:v>
                </c:pt>
                <c:pt idx="18072">
                  <c:v>5.0191800000000004</c:v>
                </c:pt>
                <c:pt idx="18073">
                  <c:v>5.0194799999999997</c:v>
                </c:pt>
                <c:pt idx="18074">
                  <c:v>5.0197900000000004</c:v>
                </c:pt>
                <c:pt idx="18075">
                  <c:v>5.0200899999999997</c:v>
                </c:pt>
                <c:pt idx="18076">
                  <c:v>5.0204000000000004</c:v>
                </c:pt>
                <c:pt idx="18077">
                  <c:v>5.0206999999999997</c:v>
                </c:pt>
                <c:pt idx="18078">
                  <c:v>5.0210100000000004</c:v>
                </c:pt>
                <c:pt idx="18079">
                  <c:v>5.0213099999999997</c:v>
                </c:pt>
                <c:pt idx="18080">
                  <c:v>5.0216200000000004</c:v>
                </c:pt>
                <c:pt idx="18081">
                  <c:v>5.0219199999999997</c:v>
                </c:pt>
                <c:pt idx="18082">
                  <c:v>5.0222300000000004</c:v>
                </c:pt>
                <c:pt idx="18083">
                  <c:v>5.0225299999999997</c:v>
                </c:pt>
                <c:pt idx="18084">
                  <c:v>5.0228400000000004</c:v>
                </c:pt>
                <c:pt idx="18085">
                  <c:v>5.0231500000000002</c:v>
                </c:pt>
                <c:pt idx="18086">
                  <c:v>5.0234500000000004</c:v>
                </c:pt>
                <c:pt idx="18087">
                  <c:v>5.0237600000000002</c:v>
                </c:pt>
                <c:pt idx="18088">
                  <c:v>5.0240600000000004</c:v>
                </c:pt>
                <c:pt idx="18089">
                  <c:v>5.0243700000000002</c:v>
                </c:pt>
                <c:pt idx="18090">
                  <c:v>5.0246700000000004</c:v>
                </c:pt>
                <c:pt idx="18091">
                  <c:v>5.0249800000000002</c:v>
                </c:pt>
                <c:pt idx="18092">
                  <c:v>5.0252800000000004</c:v>
                </c:pt>
                <c:pt idx="18093">
                  <c:v>5.0255900000000002</c:v>
                </c:pt>
                <c:pt idx="18094">
                  <c:v>5.0258900000000004</c:v>
                </c:pt>
                <c:pt idx="18095">
                  <c:v>5.0262000000000002</c:v>
                </c:pt>
                <c:pt idx="18096">
                  <c:v>5.0265000000000004</c:v>
                </c:pt>
                <c:pt idx="18097">
                  <c:v>5.0268100000000002</c:v>
                </c:pt>
                <c:pt idx="18098">
                  <c:v>5.02712</c:v>
                </c:pt>
                <c:pt idx="18099">
                  <c:v>5.0274200000000002</c:v>
                </c:pt>
                <c:pt idx="18100">
                  <c:v>5.02773</c:v>
                </c:pt>
                <c:pt idx="18101">
                  <c:v>5.0280300000000002</c:v>
                </c:pt>
                <c:pt idx="18102">
                  <c:v>5.02834</c:v>
                </c:pt>
                <c:pt idx="18103">
                  <c:v>5.0286400000000002</c:v>
                </c:pt>
                <c:pt idx="18104">
                  <c:v>5.02895</c:v>
                </c:pt>
                <c:pt idx="18105">
                  <c:v>5.0292500000000002</c:v>
                </c:pt>
                <c:pt idx="18106">
                  <c:v>5.02956</c:v>
                </c:pt>
                <c:pt idx="18107">
                  <c:v>5.0298600000000002</c:v>
                </c:pt>
                <c:pt idx="18108">
                  <c:v>5.03017</c:v>
                </c:pt>
                <c:pt idx="18109">
                  <c:v>5.0304799999999998</c:v>
                </c:pt>
                <c:pt idx="18110">
                  <c:v>5.03078</c:v>
                </c:pt>
                <c:pt idx="18111">
                  <c:v>5.0310899999999998</c:v>
                </c:pt>
                <c:pt idx="18112">
                  <c:v>5.03139</c:v>
                </c:pt>
                <c:pt idx="18113">
                  <c:v>5.0316999999999998</c:v>
                </c:pt>
                <c:pt idx="18114">
                  <c:v>5.032</c:v>
                </c:pt>
                <c:pt idx="18115">
                  <c:v>5.0323099999999998</c:v>
                </c:pt>
                <c:pt idx="18116">
                  <c:v>5.03261</c:v>
                </c:pt>
                <c:pt idx="18117">
                  <c:v>5.0329199999999998</c:v>
                </c:pt>
                <c:pt idx="18118">
                  <c:v>5.03322</c:v>
                </c:pt>
                <c:pt idx="18119">
                  <c:v>5.0335299999999998</c:v>
                </c:pt>
                <c:pt idx="18120">
                  <c:v>5.03383</c:v>
                </c:pt>
                <c:pt idx="18121">
                  <c:v>5.0341399999999998</c:v>
                </c:pt>
                <c:pt idx="18122">
                  <c:v>5.0344499999999996</c:v>
                </c:pt>
                <c:pt idx="18123">
                  <c:v>5.0347499999999998</c:v>
                </c:pt>
                <c:pt idx="18124">
                  <c:v>5.0350599999999996</c:v>
                </c:pt>
                <c:pt idx="18125">
                  <c:v>5.0353599999999998</c:v>
                </c:pt>
                <c:pt idx="18126">
                  <c:v>5.0356699999999996</c:v>
                </c:pt>
                <c:pt idx="18127">
                  <c:v>5.0359699999999998</c:v>
                </c:pt>
                <c:pt idx="18128">
                  <c:v>5.0362799999999996</c:v>
                </c:pt>
                <c:pt idx="18129">
                  <c:v>5.0365799999999998</c:v>
                </c:pt>
                <c:pt idx="18130">
                  <c:v>5.0368899999999996</c:v>
                </c:pt>
                <c:pt idx="18131">
                  <c:v>5.0371899999999998</c:v>
                </c:pt>
                <c:pt idx="18132">
                  <c:v>5.0374999999999996</c:v>
                </c:pt>
                <c:pt idx="18133">
                  <c:v>5.0377999999999998</c:v>
                </c:pt>
                <c:pt idx="18134">
                  <c:v>5.0381099999999996</c:v>
                </c:pt>
                <c:pt idx="18135">
                  <c:v>5.0384200000000003</c:v>
                </c:pt>
                <c:pt idx="18136">
                  <c:v>5.0387199999999996</c:v>
                </c:pt>
                <c:pt idx="18137">
                  <c:v>5.0390300000000003</c:v>
                </c:pt>
                <c:pt idx="18138">
                  <c:v>5.0393299999999996</c:v>
                </c:pt>
                <c:pt idx="18139">
                  <c:v>5.0396400000000003</c:v>
                </c:pt>
                <c:pt idx="18140">
                  <c:v>5.0399399999999996</c:v>
                </c:pt>
                <c:pt idx="18141">
                  <c:v>5.0402500000000003</c:v>
                </c:pt>
                <c:pt idx="18142">
                  <c:v>5.0405499999999996</c:v>
                </c:pt>
                <c:pt idx="18143">
                  <c:v>5.0408600000000003</c:v>
                </c:pt>
                <c:pt idx="18144">
                  <c:v>5.0411599999999996</c:v>
                </c:pt>
                <c:pt idx="18145">
                  <c:v>5.0414700000000003</c:v>
                </c:pt>
                <c:pt idx="18146">
                  <c:v>5.0417699999999996</c:v>
                </c:pt>
                <c:pt idx="18147">
                  <c:v>5.0420800000000003</c:v>
                </c:pt>
                <c:pt idx="18148">
                  <c:v>5.0423900000000001</c:v>
                </c:pt>
                <c:pt idx="18149">
                  <c:v>5.0426900000000003</c:v>
                </c:pt>
                <c:pt idx="18150">
                  <c:v>5.0430000000000001</c:v>
                </c:pt>
                <c:pt idx="18151">
                  <c:v>5.0433000000000003</c:v>
                </c:pt>
                <c:pt idx="18152">
                  <c:v>5.0436100000000001</c:v>
                </c:pt>
                <c:pt idx="18153">
                  <c:v>5.0439100000000003</c:v>
                </c:pt>
                <c:pt idx="18154">
                  <c:v>5.0442200000000001</c:v>
                </c:pt>
                <c:pt idx="18155">
                  <c:v>5.0445200000000003</c:v>
                </c:pt>
                <c:pt idx="18156">
                  <c:v>5.0448300000000001</c:v>
                </c:pt>
                <c:pt idx="18157">
                  <c:v>5.0451300000000003</c:v>
                </c:pt>
                <c:pt idx="18158">
                  <c:v>5.0454400000000001</c:v>
                </c:pt>
                <c:pt idx="18159">
                  <c:v>5.0457400000000003</c:v>
                </c:pt>
                <c:pt idx="18160">
                  <c:v>5.0460500000000001</c:v>
                </c:pt>
                <c:pt idx="18161">
                  <c:v>5.04636</c:v>
                </c:pt>
                <c:pt idx="18162">
                  <c:v>5.0466600000000001</c:v>
                </c:pt>
                <c:pt idx="18163">
                  <c:v>5.04697</c:v>
                </c:pt>
                <c:pt idx="18164">
                  <c:v>5.0472700000000001</c:v>
                </c:pt>
                <c:pt idx="18165">
                  <c:v>5.04758</c:v>
                </c:pt>
                <c:pt idx="18166">
                  <c:v>5.0478800000000001</c:v>
                </c:pt>
                <c:pt idx="18167">
                  <c:v>5.04819</c:v>
                </c:pt>
                <c:pt idx="18168">
                  <c:v>5.0484900000000001</c:v>
                </c:pt>
                <c:pt idx="18169">
                  <c:v>5.0488</c:v>
                </c:pt>
                <c:pt idx="18170">
                  <c:v>5.0491000000000001</c:v>
                </c:pt>
                <c:pt idx="18171">
                  <c:v>5.04941</c:v>
                </c:pt>
                <c:pt idx="18172">
                  <c:v>5.0497199999999998</c:v>
                </c:pt>
                <c:pt idx="18173">
                  <c:v>5.05002</c:v>
                </c:pt>
                <c:pt idx="18174">
                  <c:v>5.0503299999999998</c:v>
                </c:pt>
                <c:pt idx="18175">
                  <c:v>5.05063</c:v>
                </c:pt>
                <c:pt idx="18176">
                  <c:v>5.0509399999999998</c:v>
                </c:pt>
                <c:pt idx="18177">
                  <c:v>5.05124</c:v>
                </c:pt>
                <c:pt idx="18178">
                  <c:v>5.0515499999999998</c:v>
                </c:pt>
                <c:pt idx="18179">
                  <c:v>5.05185</c:v>
                </c:pt>
                <c:pt idx="18180">
                  <c:v>5.0521599999999998</c:v>
                </c:pt>
                <c:pt idx="18181">
                  <c:v>5.05246</c:v>
                </c:pt>
                <c:pt idx="18182">
                  <c:v>5.0527699999999998</c:v>
                </c:pt>
                <c:pt idx="18183">
                  <c:v>5.05307</c:v>
                </c:pt>
                <c:pt idx="18184">
                  <c:v>5.0533799999999998</c:v>
                </c:pt>
                <c:pt idx="18185">
                  <c:v>5.0536899999999996</c:v>
                </c:pt>
                <c:pt idx="18186">
                  <c:v>5.0539899999999998</c:v>
                </c:pt>
                <c:pt idx="18187">
                  <c:v>5.0542999999999996</c:v>
                </c:pt>
                <c:pt idx="18188">
                  <c:v>5.0545999999999998</c:v>
                </c:pt>
                <c:pt idx="18189">
                  <c:v>5.0549099999999996</c:v>
                </c:pt>
                <c:pt idx="18190">
                  <c:v>5.0552099999999998</c:v>
                </c:pt>
                <c:pt idx="18191">
                  <c:v>5.0555199999999996</c:v>
                </c:pt>
                <c:pt idx="18192">
                  <c:v>5.0558199999999998</c:v>
                </c:pt>
                <c:pt idx="18193">
                  <c:v>5.0561299999999996</c:v>
                </c:pt>
                <c:pt idx="18194">
                  <c:v>5.0564299999999998</c:v>
                </c:pt>
                <c:pt idx="18195">
                  <c:v>5.0567399999999996</c:v>
                </c:pt>
                <c:pt idx="18196">
                  <c:v>5.0570399999999998</c:v>
                </c:pt>
                <c:pt idx="18197">
                  <c:v>5.0573499999999996</c:v>
                </c:pt>
                <c:pt idx="18198">
                  <c:v>5.0576600000000003</c:v>
                </c:pt>
                <c:pt idx="18199">
                  <c:v>5.0579599999999996</c:v>
                </c:pt>
                <c:pt idx="18200">
                  <c:v>5.0582700000000003</c:v>
                </c:pt>
                <c:pt idx="18201">
                  <c:v>5.0585699999999996</c:v>
                </c:pt>
                <c:pt idx="18202">
                  <c:v>5.0588800000000003</c:v>
                </c:pt>
                <c:pt idx="18203">
                  <c:v>5.0591799999999996</c:v>
                </c:pt>
                <c:pt idx="18204">
                  <c:v>5.0594900000000003</c:v>
                </c:pt>
                <c:pt idx="18205">
                  <c:v>5.0597899999999996</c:v>
                </c:pt>
                <c:pt idx="18206">
                  <c:v>5.0601000000000003</c:v>
                </c:pt>
                <c:pt idx="18207">
                  <c:v>5.0603999999999996</c:v>
                </c:pt>
                <c:pt idx="18208">
                  <c:v>5.0607100000000003</c:v>
                </c:pt>
                <c:pt idx="18209">
                  <c:v>5.0610099999999996</c:v>
                </c:pt>
                <c:pt idx="18210">
                  <c:v>5.0613200000000003</c:v>
                </c:pt>
                <c:pt idx="18211">
                  <c:v>5.0616300000000001</c:v>
                </c:pt>
                <c:pt idx="18212">
                  <c:v>5.0619300000000003</c:v>
                </c:pt>
                <c:pt idx="18213">
                  <c:v>5.0622400000000001</c:v>
                </c:pt>
                <c:pt idx="18214">
                  <c:v>5.0625400000000003</c:v>
                </c:pt>
                <c:pt idx="18215">
                  <c:v>5.0628500000000001</c:v>
                </c:pt>
                <c:pt idx="18216">
                  <c:v>5.0631500000000003</c:v>
                </c:pt>
                <c:pt idx="18217">
                  <c:v>5.0634600000000001</c:v>
                </c:pt>
                <c:pt idx="18218">
                  <c:v>5.0637600000000003</c:v>
                </c:pt>
                <c:pt idx="18219">
                  <c:v>5.0640700000000001</c:v>
                </c:pt>
                <c:pt idx="18220">
                  <c:v>5.0643700000000003</c:v>
                </c:pt>
                <c:pt idx="18221">
                  <c:v>5.0646800000000001</c:v>
                </c:pt>
                <c:pt idx="18222">
                  <c:v>5.0649800000000003</c:v>
                </c:pt>
                <c:pt idx="18223">
                  <c:v>5.0652900000000001</c:v>
                </c:pt>
                <c:pt idx="18224">
                  <c:v>5.0655999999999999</c:v>
                </c:pt>
                <c:pt idx="18225">
                  <c:v>5.0659000000000001</c:v>
                </c:pt>
                <c:pt idx="18226">
                  <c:v>5.0662099999999999</c:v>
                </c:pt>
                <c:pt idx="18227">
                  <c:v>5.0665100000000001</c:v>
                </c:pt>
                <c:pt idx="18228">
                  <c:v>5.0668199999999999</c:v>
                </c:pt>
                <c:pt idx="18229">
                  <c:v>5.0671200000000001</c:v>
                </c:pt>
                <c:pt idx="18230">
                  <c:v>5.0674299999999999</c:v>
                </c:pt>
                <c:pt idx="18231">
                  <c:v>5.0677300000000001</c:v>
                </c:pt>
                <c:pt idx="18232">
                  <c:v>5.0680399999999999</c:v>
                </c:pt>
                <c:pt idx="18233">
                  <c:v>5.0683400000000001</c:v>
                </c:pt>
                <c:pt idx="18234">
                  <c:v>5.0686499999999999</c:v>
                </c:pt>
                <c:pt idx="18235">
                  <c:v>5.0689599999999997</c:v>
                </c:pt>
                <c:pt idx="18236">
                  <c:v>5.0692599999999999</c:v>
                </c:pt>
                <c:pt idx="18237">
                  <c:v>5.0695699999999997</c:v>
                </c:pt>
                <c:pt idx="18238">
                  <c:v>5.0698699999999999</c:v>
                </c:pt>
                <c:pt idx="18239">
                  <c:v>5.0701799999999997</c:v>
                </c:pt>
                <c:pt idx="18240">
                  <c:v>5.0704799999999999</c:v>
                </c:pt>
                <c:pt idx="18241">
                  <c:v>5.0707899999999997</c:v>
                </c:pt>
                <c:pt idx="18242">
                  <c:v>5.0710899999999999</c:v>
                </c:pt>
                <c:pt idx="18243">
                  <c:v>5.0713999999999997</c:v>
                </c:pt>
                <c:pt idx="18244">
                  <c:v>5.0716999999999999</c:v>
                </c:pt>
                <c:pt idx="18245">
                  <c:v>5.0720099999999997</c:v>
                </c:pt>
                <c:pt idx="18246">
                  <c:v>5.0723099999999999</c:v>
                </c:pt>
                <c:pt idx="18247">
                  <c:v>5.0726199999999997</c:v>
                </c:pt>
                <c:pt idx="18248">
                  <c:v>5.0729300000000004</c:v>
                </c:pt>
                <c:pt idx="18249">
                  <c:v>5.0732299999999997</c:v>
                </c:pt>
                <c:pt idx="18250">
                  <c:v>5.0735400000000004</c:v>
                </c:pt>
                <c:pt idx="18251">
                  <c:v>5.0738399999999997</c:v>
                </c:pt>
                <c:pt idx="18252">
                  <c:v>5.0741500000000004</c:v>
                </c:pt>
                <c:pt idx="18253">
                  <c:v>5.0744499999999997</c:v>
                </c:pt>
                <c:pt idx="18254">
                  <c:v>5.0747600000000004</c:v>
                </c:pt>
                <c:pt idx="18255">
                  <c:v>5.0750599999999997</c:v>
                </c:pt>
                <c:pt idx="18256">
                  <c:v>5.0753700000000004</c:v>
                </c:pt>
                <c:pt idx="18257">
                  <c:v>5.0756699999999997</c:v>
                </c:pt>
                <c:pt idx="18258">
                  <c:v>5.0759800000000004</c:v>
                </c:pt>
                <c:pt idx="18259">
                  <c:v>5.0762799999999997</c:v>
                </c:pt>
                <c:pt idx="18260">
                  <c:v>5.0765900000000004</c:v>
                </c:pt>
                <c:pt idx="18261">
                  <c:v>5.0769000000000002</c:v>
                </c:pt>
                <c:pt idx="18262">
                  <c:v>5.0772000000000004</c:v>
                </c:pt>
                <c:pt idx="18263">
                  <c:v>5.0775100000000002</c:v>
                </c:pt>
                <c:pt idx="18264">
                  <c:v>5.0778100000000004</c:v>
                </c:pt>
                <c:pt idx="18265">
                  <c:v>5.0781200000000002</c:v>
                </c:pt>
                <c:pt idx="18266">
                  <c:v>5.0784200000000004</c:v>
                </c:pt>
                <c:pt idx="18267">
                  <c:v>5.0787300000000002</c:v>
                </c:pt>
                <c:pt idx="18268">
                  <c:v>5.0790300000000004</c:v>
                </c:pt>
                <c:pt idx="18269">
                  <c:v>5.0793400000000002</c:v>
                </c:pt>
                <c:pt idx="18270">
                  <c:v>5.0796400000000004</c:v>
                </c:pt>
                <c:pt idx="18271">
                  <c:v>5.0799500000000002</c:v>
                </c:pt>
                <c:pt idx="18272">
                  <c:v>5.0802500000000004</c:v>
                </c:pt>
                <c:pt idx="18273">
                  <c:v>5.0805600000000002</c:v>
                </c:pt>
                <c:pt idx="18274">
                  <c:v>5.08087</c:v>
                </c:pt>
                <c:pt idx="18275">
                  <c:v>5.0811700000000002</c:v>
                </c:pt>
                <c:pt idx="18276">
                  <c:v>5.08148</c:v>
                </c:pt>
                <c:pt idx="18277">
                  <c:v>5.0817800000000002</c:v>
                </c:pt>
                <c:pt idx="18278">
                  <c:v>5.08209</c:v>
                </c:pt>
                <c:pt idx="18279">
                  <c:v>5.0823900000000002</c:v>
                </c:pt>
                <c:pt idx="18280">
                  <c:v>5.0827</c:v>
                </c:pt>
                <c:pt idx="18281">
                  <c:v>5.0830000000000002</c:v>
                </c:pt>
                <c:pt idx="18282">
                  <c:v>5.08331</c:v>
                </c:pt>
                <c:pt idx="18283">
                  <c:v>5.0836100000000002</c:v>
                </c:pt>
                <c:pt idx="18284">
                  <c:v>5.08392</c:v>
                </c:pt>
                <c:pt idx="18285">
                  <c:v>5.0842299999999998</c:v>
                </c:pt>
                <c:pt idx="18286">
                  <c:v>5.08453</c:v>
                </c:pt>
                <c:pt idx="18287">
                  <c:v>5.0848399999999998</c:v>
                </c:pt>
                <c:pt idx="18288">
                  <c:v>5.08514</c:v>
                </c:pt>
                <c:pt idx="18289">
                  <c:v>5.0854499999999998</c:v>
                </c:pt>
                <c:pt idx="18290">
                  <c:v>5.08575</c:v>
                </c:pt>
                <c:pt idx="18291">
                  <c:v>5.0860599999999998</c:v>
                </c:pt>
                <c:pt idx="18292">
                  <c:v>5.08636</c:v>
                </c:pt>
                <c:pt idx="18293">
                  <c:v>5.0866699999999998</c:v>
                </c:pt>
                <c:pt idx="18294">
                  <c:v>5.08697</c:v>
                </c:pt>
                <c:pt idx="18295">
                  <c:v>5.0872799999999998</c:v>
                </c:pt>
                <c:pt idx="18296">
                  <c:v>5.08758</c:v>
                </c:pt>
                <c:pt idx="18297">
                  <c:v>5.0878899999999998</c:v>
                </c:pt>
                <c:pt idx="18298">
                  <c:v>5.0881999999999996</c:v>
                </c:pt>
                <c:pt idx="18299">
                  <c:v>5.0884999999999998</c:v>
                </c:pt>
                <c:pt idx="18300">
                  <c:v>5.0888099999999996</c:v>
                </c:pt>
                <c:pt idx="18301">
                  <c:v>5.0891099999999998</c:v>
                </c:pt>
                <c:pt idx="18302">
                  <c:v>5.0894199999999996</c:v>
                </c:pt>
                <c:pt idx="18303">
                  <c:v>5.0897199999999998</c:v>
                </c:pt>
                <c:pt idx="18304">
                  <c:v>5.0900299999999996</c:v>
                </c:pt>
                <c:pt idx="18305">
                  <c:v>5.0903299999999998</c:v>
                </c:pt>
                <c:pt idx="18306">
                  <c:v>5.0906399999999996</c:v>
                </c:pt>
                <c:pt idx="18307">
                  <c:v>5.0909399999999998</c:v>
                </c:pt>
                <c:pt idx="18308">
                  <c:v>5.0912499999999996</c:v>
                </c:pt>
                <c:pt idx="18309">
                  <c:v>5.0915499999999998</c:v>
                </c:pt>
                <c:pt idx="18310">
                  <c:v>5.0918599999999996</c:v>
                </c:pt>
                <c:pt idx="18311">
                  <c:v>5.0921700000000003</c:v>
                </c:pt>
                <c:pt idx="18312">
                  <c:v>5.0924699999999996</c:v>
                </c:pt>
                <c:pt idx="18313">
                  <c:v>5.0927800000000003</c:v>
                </c:pt>
                <c:pt idx="18314">
                  <c:v>5.0930799999999996</c:v>
                </c:pt>
                <c:pt idx="18315">
                  <c:v>5.0933900000000003</c:v>
                </c:pt>
                <c:pt idx="18316">
                  <c:v>5.0936899999999996</c:v>
                </c:pt>
                <c:pt idx="18317">
                  <c:v>5.0940000000000003</c:v>
                </c:pt>
                <c:pt idx="18318">
                  <c:v>5.0942999999999996</c:v>
                </c:pt>
                <c:pt idx="18319">
                  <c:v>5.0946100000000003</c:v>
                </c:pt>
                <c:pt idx="18320">
                  <c:v>5.0949099999999996</c:v>
                </c:pt>
                <c:pt idx="18321">
                  <c:v>5.0952200000000003</c:v>
                </c:pt>
                <c:pt idx="18322">
                  <c:v>5.0955199999999996</c:v>
                </c:pt>
                <c:pt idx="18323">
                  <c:v>5.0958300000000003</c:v>
                </c:pt>
                <c:pt idx="18324">
                  <c:v>5.0961400000000001</c:v>
                </c:pt>
                <c:pt idx="18325">
                  <c:v>5.0964400000000003</c:v>
                </c:pt>
                <c:pt idx="18326">
                  <c:v>5.0967500000000001</c:v>
                </c:pt>
                <c:pt idx="18327">
                  <c:v>5.0970500000000003</c:v>
                </c:pt>
                <c:pt idx="18328">
                  <c:v>5.0973600000000001</c:v>
                </c:pt>
                <c:pt idx="18329">
                  <c:v>5.0976600000000003</c:v>
                </c:pt>
                <c:pt idx="18330">
                  <c:v>5.0979700000000001</c:v>
                </c:pt>
                <c:pt idx="18331">
                  <c:v>5.0982700000000003</c:v>
                </c:pt>
                <c:pt idx="18332">
                  <c:v>5.0985800000000001</c:v>
                </c:pt>
                <c:pt idx="18333">
                  <c:v>5.0988800000000003</c:v>
                </c:pt>
                <c:pt idx="18334">
                  <c:v>5.0991900000000001</c:v>
                </c:pt>
                <c:pt idx="18335">
                  <c:v>5.0994900000000003</c:v>
                </c:pt>
                <c:pt idx="18336">
                  <c:v>5.0998000000000001</c:v>
                </c:pt>
                <c:pt idx="18337">
                  <c:v>5.1001099999999999</c:v>
                </c:pt>
                <c:pt idx="18338">
                  <c:v>5.1004100000000001</c:v>
                </c:pt>
                <c:pt idx="18339">
                  <c:v>5.1007199999999999</c:v>
                </c:pt>
                <c:pt idx="18340">
                  <c:v>5.1010200000000001</c:v>
                </c:pt>
                <c:pt idx="18341">
                  <c:v>5.1013299999999999</c:v>
                </c:pt>
                <c:pt idx="18342">
                  <c:v>5.1016300000000001</c:v>
                </c:pt>
                <c:pt idx="18343">
                  <c:v>5.1019399999999999</c:v>
                </c:pt>
                <c:pt idx="18344">
                  <c:v>5.1022400000000001</c:v>
                </c:pt>
                <c:pt idx="18345">
                  <c:v>5.1025499999999999</c:v>
                </c:pt>
                <c:pt idx="18346">
                  <c:v>5.1028500000000001</c:v>
                </c:pt>
                <c:pt idx="18347">
                  <c:v>5.1031599999999999</c:v>
                </c:pt>
                <c:pt idx="18348">
                  <c:v>5.1034699999999997</c:v>
                </c:pt>
                <c:pt idx="18349">
                  <c:v>5.1037699999999999</c:v>
                </c:pt>
                <c:pt idx="18350">
                  <c:v>5.1040799999999997</c:v>
                </c:pt>
                <c:pt idx="18351">
                  <c:v>5.1043799999999999</c:v>
                </c:pt>
                <c:pt idx="18352">
                  <c:v>5.1046899999999997</c:v>
                </c:pt>
                <c:pt idx="18353">
                  <c:v>5.1049899999999999</c:v>
                </c:pt>
                <c:pt idx="18354">
                  <c:v>5.1052999999999997</c:v>
                </c:pt>
                <c:pt idx="18355">
                  <c:v>5.1055999999999999</c:v>
                </c:pt>
                <c:pt idx="18356">
                  <c:v>5.1059099999999997</c:v>
                </c:pt>
                <c:pt idx="18357">
                  <c:v>5.1062099999999999</c:v>
                </c:pt>
                <c:pt idx="18358">
                  <c:v>5.1065199999999997</c:v>
                </c:pt>
                <c:pt idx="18359">
                  <c:v>5.1068199999999999</c:v>
                </c:pt>
                <c:pt idx="18360">
                  <c:v>5.1071299999999997</c:v>
                </c:pt>
                <c:pt idx="18361">
                  <c:v>5.1074400000000004</c:v>
                </c:pt>
                <c:pt idx="18362">
                  <c:v>5.1077399999999997</c:v>
                </c:pt>
                <c:pt idx="18363">
                  <c:v>5.1080500000000004</c:v>
                </c:pt>
                <c:pt idx="18364">
                  <c:v>5.1083499999999997</c:v>
                </c:pt>
                <c:pt idx="18365">
                  <c:v>5.1086600000000004</c:v>
                </c:pt>
                <c:pt idx="18366">
                  <c:v>5.1089599999999997</c:v>
                </c:pt>
                <c:pt idx="18367">
                  <c:v>5.1092700000000004</c:v>
                </c:pt>
                <c:pt idx="18368">
                  <c:v>5.1095699999999997</c:v>
                </c:pt>
                <c:pt idx="18369">
                  <c:v>5.1098800000000004</c:v>
                </c:pt>
                <c:pt idx="18370">
                  <c:v>5.1101799999999997</c:v>
                </c:pt>
                <c:pt idx="18371">
                  <c:v>5.1104900000000004</c:v>
                </c:pt>
                <c:pt idx="18372">
                  <c:v>5.1107899999999997</c:v>
                </c:pt>
                <c:pt idx="18373">
                  <c:v>5.1111000000000004</c:v>
                </c:pt>
                <c:pt idx="18374">
                  <c:v>5.1114100000000002</c:v>
                </c:pt>
                <c:pt idx="18375">
                  <c:v>5.1117100000000004</c:v>
                </c:pt>
                <c:pt idx="18376">
                  <c:v>5.1120200000000002</c:v>
                </c:pt>
                <c:pt idx="18377">
                  <c:v>5.1123200000000004</c:v>
                </c:pt>
                <c:pt idx="18378">
                  <c:v>5.1126300000000002</c:v>
                </c:pt>
                <c:pt idx="18379">
                  <c:v>5.1129300000000004</c:v>
                </c:pt>
                <c:pt idx="18380">
                  <c:v>5.1132400000000002</c:v>
                </c:pt>
                <c:pt idx="18381">
                  <c:v>5.1135400000000004</c:v>
                </c:pt>
                <c:pt idx="18382">
                  <c:v>5.1138500000000002</c:v>
                </c:pt>
                <c:pt idx="18383">
                  <c:v>5.1141500000000004</c:v>
                </c:pt>
                <c:pt idx="18384">
                  <c:v>5.1144600000000002</c:v>
                </c:pt>
                <c:pt idx="18385">
                  <c:v>5.1147600000000004</c:v>
                </c:pt>
                <c:pt idx="18386">
                  <c:v>5.1150700000000002</c:v>
                </c:pt>
                <c:pt idx="18387">
                  <c:v>5.11538</c:v>
                </c:pt>
                <c:pt idx="18388">
                  <c:v>5.1156800000000002</c:v>
                </c:pt>
                <c:pt idx="18389">
                  <c:v>5.11599</c:v>
                </c:pt>
                <c:pt idx="18390">
                  <c:v>5.1162900000000002</c:v>
                </c:pt>
                <c:pt idx="18391">
                  <c:v>5.1166</c:v>
                </c:pt>
                <c:pt idx="18392">
                  <c:v>5.1169000000000002</c:v>
                </c:pt>
                <c:pt idx="18393">
                  <c:v>5.11721</c:v>
                </c:pt>
                <c:pt idx="18394">
                  <c:v>5.1175100000000002</c:v>
                </c:pt>
                <c:pt idx="18395">
                  <c:v>5.11782</c:v>
                </c:pt>
                <c:pt idx="18396">
                  <c:v>5.1181200000000002</c:v>
                </c:pt>
                <c:pt idx="18397">
                  <c:v>5.11843</c:v>
                </c:pt>
                <c:pt idx="18398">
                  <c:v>5.1187300000000002</c:v>
                </c:pt>
                <c:pt idx="18399">
                  <c:v>5.11904</c:v>
                </c:pt>
                <c:pt idx="18400">
                  <c:v>5.1193499999999998</c:v>
                </c:pt>
                <c:pt idx="18401">
                  <c:v>5.11965</c:v>
                </c:pt>
                <c:pt idx="18402">
                  <c:v>5.1199599999999998</c:v>
                </c:pt>
                <c:pt idx="18403">
                  <c:v>5.12026</c:v>
                </c:pt>
                <c:pt idx="18404">
                  <c:v>5.1205699999999998</c:v>
                </c:pt>
                <c:pt idx="18405">
                  <c:v>5.12087</c:v>
                </c:pt>
                <c:pt idx="18406">
                  <c:v>5.1211799999999998</c:v>
                </c:pt>
                <c:pt idx="18407">
                  <c:v>5.12148</c:v>
                </c:pt>
                <c:pt idx="18408">
                  <c:v>5.1217899999999998</c:v>
                </c:pt>
                <c:pt idx="18409">
                  <c:v>5.12209</c:v>
                </c:pt>
                <c:pt idx="18410">
                  <c:v>5.1223999999999998</c:v>
                </c:pt>
                <c:pt idx="18411">
                  <c:v>5.1227099999999997</c:v>
                </c:pt>
                <c:pt idx="18412">
                  <c:v>5.1230099999999998</c:v>
                </c:pt>
                <c:pt idx="18413">
                  <c:v>5.1233199999999997</c:v>
                </c:pt>
                <c:pt idx="18414">
                  <c:v>5.1236199999999998</c:v>
                </c:pt>
                <c:pt idx="18415">
                  <c:v>5.1239299999999997</c:v>
                </c:pt>
                <c:pt idx="18416">
                  <c:v>5.1242299999999998</c:v>
                </c:pt>
                <c:pt idx="18417">
                  <c:v>5.1245399999999997</c:v>
                </c:pt>
                <c:pt idx="18418">
                  <c:v>5.1248399999999998</c:v>
                </c:pt>
                <c:pt idx="18419">
                  <c:v>5.1251499999999997</c:v>
                </c:pt>
                <c:pt idx="18420">
                  <c:v>5.1254499999999998</c:v>
                </c:pt>
                <c:pt idx="18421">
                  <c:v>5.1257599999999996</c:v>
                </c:pt>
                <c:pt idx="18422">
                  <c:v>5.1260599999999998</c:v>
                </c:pt>
                <c:pt idx="18423">
                  <c:v>5.1263699999999996</c:v>
                </c:pt>
                <c:pt idx="18424">
                  <c:v>5.1266800000000003</c:v>
                </c:pt>
                <c:pt idx="18425">
                  <c:v>5.1269799999999996</c:v>
                </c:pt>
                <c:pt idx="18426">
                  <c:v>5.1272900000000003</c:v>
                </c:pt>
                <c:pt idx="18427">
                  <c:v>5.1275899999999996</c:v>
                </c:pt>
                <c:pt idx="18428">
                  <c:v>5.1279000000000003</c:v>
                </c:pt>
                <c:pt idx="18429">
                  <c:v>5.1281999999999996</c:v>
                </c:pt>
                <c:pt idx="18430">
                  <c:v>5.1285100000000003</c:v>
                </c:pt>
                <c:pt idx="18431">
                  <c:v>5.1288099999999996</c:v>
                </c:pt>
                <c:pt idx="18432">
                  <c:v>5.1291200000000003</c:v>
                </c:pt>
                <c:pt idx="18433">
                  <c:v>5.1294199999999996</c:v>
                </c:pt>
                <c:pt idx="18434">
                  <c:v>5.1297300000000003</c:v>
                </c:pt>
                <c:pt idx="18435">
                  <c:v>5.1300299999999996</c:v>
                </c:pt>
                <c:pt idx="18436">
                  <c:v>5.1303400000000003</c:v>
                </c:pt>
                <c:pt idx="18437">
                  <c:v>5.1306500000000002</c:v>
                </c:pt>
                <c:pt idx="18438">
                  <c:v>5.1309500000000003</c:v>
                </c:pt>
                <c:pt idx="18439">
                  <c:v>5.1312600000000002</c:v>
                </c:pt>
                <c:pt idx="18440">
                  <c:v>5.1315600000000003</c:v>
                </c:pt>
                <c:pt idx="18441">
                  <c:v>5.1318700000000002</c:v>
                </c:pt>
                <c:pt idx="18442">
                  <c:v>5.1321700000000003</c:v>
                </c:pt>
                <c:pt idx="18443">
                  <c:v>5.1324800000000002</c:v>
                </c:pt>
                <c:pt idx="18444">
                  <c:v>5.1327800000000003</c:v>
                </c:pt>
                <c:pt idx="18445">
                  <c:v>5.1330900000000002</c:v>
                </c:pt>
                <c:pt idx="18446">
                  <c:v>5.1333900000000003</c:v>
                </c:pt>
                <c:pt idx="18447">
                  <c:v>5.1337000000000002</c:v>
                </c:pt>
                <c:pt idx="18448">
                  <c:v>5.1340000000000003</c:v>
                </c:pt>
                <c:pt idx="18449">
                  <c:v>5.1343100000000002</c:v>
                </c:pt>
                <c:pt idx="18450">
                  <c:v>5.13462</c:v>
                </c:pt>
                <c:pt idx="18451">
                  <c:v>5.1349200000000002</c:v>
                </c:pt>
                <c:pt idx="18452">
                  <c:v>5.13523</c:v>
                </c:pt>
                <c:pt idx="18453">
                  <c:v>5.1355300000000002</c:v>
                </c:pt>
                <c:pt idx="18454">
                  <c:v>5.13584</c:v>
                </c:pt>
                <c:pt idx="18455">
                  <c:v>5.1361400000000001</c:v>
                </c:pt>
                <c:pt idx="18456">
                  <c:v>5.13645</c:v>
                </c:pt>
                <c:pt idx="18457">
                  <c:v>5.1367500000000001</c:v>
                </c:pt>
                <c:pt idx="18458">
                  <c:v>5.13706</c:v>
                </c:pt>
                <c:pt idx="18459">
                  <c:v>5.1373600000000001</c:v>
                </c:pt>
                <c:pt idx="18460">
                  <c:v>5.13767</c:v>
                </c:pt>
                <c:pt idx="18461">
                  <c:v>5.1379700000000001</c:v>
                </c:pt>
                <c:pt idx="18462">
                  <c:v>5.13828</c:v>
                </c:pt>
                <c:pt idx="18463">
                  <c:v>5.1385899999999998</c:v>
                </c:pt>
                <c:pt idx="18464">
                  <c:v>5.13889</c:v>
                </c:pt>
                <c:pt idx="18465">
                  <c:v>5.1391999999999998</c:v>
                </c:pt>
                <c:pt idx="18466">
                  <c:v>5.1395</c:v>
                </c:pt>
                <c:pt idx="18467">
                  <c:v>5.1398099999999998</c:v>
                </c:pt>
                <c:pt idx="18468">
                  <c:v>5.14011</c:v>
                </c:pt>
                <c:pt idx="18469">
                  <c:v>5.1404199999999998</c:v>
                </c:pt>
                <c:pt idx="18470">
                  <c:v>5.14072</c:v>
                </c:pt>
                <c:pt idx="18471">
                  <c:v>5.1410299999999998</c:v>
                </c:pt>
                <c:pt idx="18472">
                  <c:v>5.14133</c:v>
                </c:pt>
                <c:pt idx="18473">
                  <c:v>5.1416399999999998</c:v>
                </c:pt>
                <c:pt idx="18474">
                  <c:v>5.1419499999999996</c:v>
                </c:pt>
                <c:pt idx="18475">
                  <c:v>5.1422499999999998</c:v>
                </c:pt>
                <c:pt idx="18476">
                  <c:v>5.1425599999999996</c:v>
                </c:pt>
                <c:pt idx="18477">
                  <c:v>5.1428599999999998</c:v>
                </c:pt>
                <c:pt idx="18478">
                  <c:v>5.1431699999999996</c:v>
                </c:pt>
                <c:pt idx="18479">
                  <c:v>5.1434699999999998</c:v>
                </c:pt>
                <c:pt idx="18480">
                  <c:v>5.1437799999999996</c:v>
                </c:pt>
                <c:pt idx="18481">
                  <c:v>5.1440799999999998</c:v>
                </c:pt>
                <c:pt idx="18482">
                  <c:v>5.1443899999999996</c:v>
                </c:pt>
                <c:pt idx="18483">
                  <c:v>5.1446899999999998</c:v>
                </c:pt>
                <c:pt idx="18484">
                  <c:v>5.1449999999999996</c:v>
                </c:pt>
                <c:pt idx="18485">
                  <c:v>5.1452999999999998</c:v>
                </c:pt>
                <c:pt idx="18486">
                  <c:v>5.1456099999999996</c:v>
                </c:pt>
                <c:pt idx="18487">
                  <c:v>5.1459200000000003</c:v>
                </c:pt>
                <c:pt idx="18488">
                  <c:v>5.1462199999999996</c:v>
                </c:pt>
                <c:pt idx="18489">
                  <c:v>5.1465300000000003</c:v>
                </c:pt>
                <c:pt idx="18490">
                  <c:v>5.1468299999999996</c:v>
                </c:pt>
                <c:pt idx="18491">
                  <c:v>5.1471400000000003</c:v>
                </c:pt>
                <c:pt idx="18492">
                  <c:v>5.1474399999999996</c:v>
                </c:pt>
                <c:pt idx="18493">
                  <c:v>5.1477500000000003</c:v>
                </c:pt>
                <c:pt idx="18494">
                  <c:v>5.1480499999999996</c:v>
                </c:pt>
                <c:pt idx="18495">
                  <c:v>5.1483600000000003</c:v>
                </c:pt>
                <c:pt idx="18496">
                  <c:v>5.1486599999999996</c:v>
                </c:pt>
                <c:pt idx="18497">
                  <c:v>5.1489700000000003</c:v>
                </c:pt>
                <c:pt idx="18498">
                  <c:v>5.1492699999999996</c:v>
                </c:pt>
                <c:pt idx="18499">
                  <c:v>5.1495800000000003</c:v>
                </c:pt>
                <c:pt idx="18500">
                  <c:v>5.1498900000000001</c:v>
                </c:pt>
                <c:pt idx="18501">
                  <c:v>5.1501900000000003</c:v>
                </c:pt>
                <c:pt idx="18502">
                  <c:v>5.1505000000000001</c:v>
                </c:pt>
                <c:pt idx="18503">
                  <c:v>5.1508000000000003</c:v>
                </c:pt>
                <c:pt idx="18504">
                  <c:v>5.1511100000000001</c:v>
                </c:pt>
                <c:pt idx="18505">
                  <c:v>5.1514100000000003</c:v>
                </c:pt>
                <c:pt idx="18506">
                  <c:v>5.1517200000000001</c:v>
                </c:pt>
                <c:pt idx="18507">
                  <c:v>5.1520200000000003</c:v>
                </c:pt>
                <c:pt idx="18508">
                  <c:v>5.1523300000000001</c:v>
                </c:pt>
                <c:pt idx="18509">
                  <c:v>5.1526300000000003</c:v>
                </c:pt>
                <c:pt idx="18510">
                  <c:v>5.1529400000000001</c:v>
                </c:pt>
                <c:pt idx="18511">
                  <c:v>5.1532400000000003</c:v>
                </c:pt>
                <c:pt idx="18512">
                  <c:v>5.1535500000000001</c:v>
                </c:pt>
                <c:pt idx="18513">
                  <c:v>5.1538599999999999</c:v>
                </c:pt>
                <c:pt idx="18514">
                  <c:v>5.1541600000000001</c:v>
                </c:pt>
                <c:pt idx="18515">
                  <c:v>5.1544699999999999</c:v>
                </c:pt>
                <c:pt idx="18516">
                  <c:v>5.1547700000000001</c:v>
                </c:pt>
                <c:pt idx="18517">
                  <c:v>5.1550799999999999</c:v>
                </c:pt>
                <c:pt idx="18518">
                  <c:v>5.1553800000000001</c:v>
                </c:pt>
                <c:pt idx="18519">
                  <c:v>5.1556899999999999</c:v>
                </c:pt>
                <c:pt idx="18520">
                  <c:v>5.1559900000000001</c:v>
                </c:pt>
                <c:pt idx="18521">
                  <c:v>5.1562999999999999</c:v>
                </c:pt>
                <c:pt idx="18522">
                  <c:v>5.1566000000000001</c:v>
                </c:pt>
                <c:pt idx="18523">
                  <c:v>5.1569099999999999</c:v>
                </c:pt>
                <c:pt idx="18524">
                  <c:v>5.1572199999999997</c:v>
                </c:pt>
                <c:pt idx="18525">
                  <c:v>5.1575199999999999</c:v>
                </c:pt>
                <c:pt idx="18526">
                  <c:v>5.1578299999999997</c:v>
                </c:pt>
                <c:pt idx="18527">
                  <c:v>5.1581299999999999</c:v>
                </c:pt>
                <c:pt idx="18528">
                  <c:v>5.1584399999999997</c:v>
                </c:pt>
                <c:pt idx="18529">
                  <c:v>5.1587399999999999</c:v>
                </c:pt>
                <c:pt idx="18530">
                  <c:v>5.1590499999999997</c:v>
                </c:pt>
                <c:pt idx="18531">
                  <c:v>5.1593499999999999</c:v>
                </c:pt>
                <c:pt idx="18532">
                  <c:v>5.1596599999999997</c:v>
                </c:pt>
                <c:pt idx="18533">
                  <c:v>5.1599599999999999</c:v>
                </c:pt>
                <c:pt idx="18534">
                  <c:v>5.1602699999999997</c:v>
                </c:pt>
                <c:pt idx="18535">
                  <c:v>5.1605699999999999</c:v>
                </c:pt>
                <c:pt idx="18536">
                  <c:v>5.1608799999999997</c:v>
                </c:pt>
                <c:pt idx="18537">
                  <c:v>5.1611900000000004</c:v>
                </c:pt>
                <c:pt idx="18538">
                  <c:v>5.1614899999999997</c:v>
                </c:pt>
                <c:pt idx="18539">
                  <c:v>5.1618000000000004</c:v>
                </c:pt>
                <c:pt idx="18540">
                  <c:v>5.1620999999999997</c:v>
                </c:pt>
                <c:pt idx="18541">
                  <c:v>5.1624100000000004</c:v>
                </c:pt>
                <c:pt idx="18542">
                  <c:v>5.1627099999999997</c:v>
                </c:pt>
                <c:pt idx="18543">
                  <c:v>5.1630200000000004</c:v>
                </c:pt>
                <c:pt idx="18544">
                  <c:v>5.1633199999999997</c:v>
                </c:pt>
                <c:pt idx="18545">
                  <c:v>5.1636300000000004</c:v>
                </c:pt>
                <c:pt idx="18546">
                  <c:v>5.1639299999999997</c:v>
                </c:pt>
                <c:pt idx="18547">
                  <c:v>5.1642400000000004</c:v>
                </c:pt>
                <c:pt idx="18548">
                  <c:v>5.1645399999999997</c:v>
                </c:pt>
                <c:pt idx="18549">
                  <c:v>5.1648500000000004</c:v>
                </c:pt>
                <c:pt idx="18550">
                  <c:v>5.1651600000000002</c:v>
                </c:pt>
                <c:pt idx="18551">
                  <c:v>5.1654600000000004</c:v>
                </c:pt>
                <c:pt idx="18552">
                  <c:v>5.1657700000000002</c:v>
                </c:pt>
                <c:pt idx="18553">
                  <c:v>5.1660700000000004</c:v>
                </c:pt>
                <c:pt idx="18554">
                  <c:v>5.1663800000000002</c:v>
                </c:pt>
                <c:pt idx="18555">
                  <c:v>5.1666800000000004</c:v>
                </c:pt>
                <c:pt idx="18556">
                  <c:v>5.1669900000000002</c:v>
                </c:pt>
                <c:pt idx="18557">
                  <c:v>5.1672900000000004</c:v>
                </c:pt>
                <c:pt idx="18558">
                  <c:v>5.1676000000000002</c:v>
                </c:pt>
                <c:pt idx="18559">
                  <c:v>5.1679000000000004</c:v>
                </c:pt>
                <c:pt idx="18560">
                  <c:v>5.1682100000000002</c:v>
                </c:pt>
                <c:pt idx="18561">
                  <c:v>5.1685100000000004</c:v>
                </c:pt>
                <c:pt idx="18562">
                  <c:v>5.1688200000000002</c:v>
                </c:pt>
                <c:pt idx="18563">
                  <c:v>5.16913</c:v>
                </c:pt>
                <c:pt idx="18564">
                  <c:v>5.1694300000000002</c:v>
                </c:pt>
                <c:pt idx="18565">
                  <c:v>5.16974</c:v>
                </c:pt>
                <c:pt idx="18566">
                  <c:v>5.1700400000000002</c:v>
                </c:pt>
                <c:pt idx="18567">
                  <c:v>5.17035</c:v>
                </c:pt>
                <c:pt idx="18568">
                  <c:v>5.1706500000000002</c:v>
                </c:pt>
                <c:pt idx="18569">
                  <c:v>5.17096</c:v>
                </c:pt>
                <c:pt idx="18570">
                  <c:v>5.1712600000000002</c:v>
                </c:pt>
                <c:pt idx="18571">
                  <c:v>5.17157</c:v>
                </c:pt>
                <c:pt idx="18572">
                  <c:v>5.1718700000000002</c:v>
                </c:pt>
                <c:pt idx="18573">
                  <c:v>5.17218</c:v>
                </c:pt>
                <c:pt idx="18574">
                  <c:v>5.1724800000000002</c:v>
                </c:pt>
                <c:pt idx="18575">
                  <c:v>5.17279</c:v>
                </c:pt>
                <c:pt idx="18576">
                  <c:v>5.1730999999999998</c:v>
                </c:pt>
                <c:pt idx="18577">
                  <c:v>5.1734</c:v>
                </c:pt>
                <c:pt idx="18578">
                  <c:v>5.1737099999999998</c:v>
                </c:pt>
                <c:pt idx="18579">
                  <c:v>5.17401</c:v>
                </c:pt>
                <c:pt idx="18580">
                  <c:v>5.1743199999999998</c:v>
                </c:pt>
                <c:pt idx="18581">
                  <c:v>5.17462</c:v>
                </c:pt>
                <c:pt idx="18582">
                  <c:v>5.1749299999999998</c:v>
                </c:pt>
                <c:pt idx="18583">
                  <c:v>5.17523</c:v>
                </c:pt>
                <c:pt idx="18584">
                  <c:v>5.1755399999999998</c:v>
                </c:pt>
                <c:pt idx="18585">
                  <c:v>5.17584</c:v>
                </c:pt>
                <c:pt idx="18586">
                  <c:v>5.1761499999999998</c:v>
                </c:pt>
                <c:pt idx="18587">
                  <c:v>5.1764599999999996</c:v>
                </c:pt>
                <c:pt idx="18588">
                  <c:v>5.1767599999999998</c:v>
                </c:pt>
                <c:pt idx="18589">
                  <c:v>5.1770699999999996</c:v>
                </c:pt>
                <c:pt idx="18590">
                  <c:v>5.1773699999999998</c:v>
                </c:pt>
                <c:pt idx="18591">
                  <c:v>5.1776799999999996</c:v>
                </c:pt>
                <c:pt idx="18592">
                  <c:v>5.1779799999999998</c:v>
                </c:pt>
                <c:pt idx="18593">
                  <c:v>5.1782899999999996</c:v>
                </c:pt>
                <c:pt idx="18594">
                  <c:v>5.1785899999999998</c:v>
                </c:pt>
                <c:pt idx="18595">
                  <c:v>5.1788999999999996</c:v>
                </c:pt>
                <c:pt idx="18596">
                  <c:v>5.1791999999999998</c:v>
                </c:pt>
                <c:pt idx="18597">
                  <c:v>5.1795099999999996</c:v>
                </c:pt>
                <c:pt idx="18598">
                  <c:v>5.1798099999999998</c:v>
                </c:pt>
                <c:pt idx="18599">
                  <c:v>5.1801199999999996</c:v>
                </c:pt>
                <c:pt idx="18600">
                  <c:v>5.1804300000000003</c:v>
                </c:pt>
                <c:pt idx="18601">
                  <c:v>5.1807299999999996</c:v>
                </c:pt>
                <c:pt idx="18602">
                  <c:v>5.1810400000000003</c:v>
                </c:pt>
                <c:pt idx="18603">
                  <c:v>5.1813399999999996</c:v>
                </c:pt>
                <c:pt idx="18604">
                  <c:v>5.1816500000000003</c:v>
                </c:pt>
                <c:pt idx="18605">
                  <c:v>5.1819499999999996</c:v>
                </c:pt>
                <c:pt idx="18606">
                  <c:v>5.1822600000000003</c:v>
                </c:pt>
                <c:pt idx="18607">
                  <c:v>5.1825599999999996</c:v>
                </c:pt>
                <c:pt idx="18608">
                  <c:v>5.1828700000000003</c:v>
                </c:pt>
                <c:pt idx="18609">
                  <c:v>5.1831699999999996</c:v>
                </c:pt>
                <c:pt idx="18610">
                  <c:v>5.1834800000000003</c:v>
                </c:pt>
                <c:pt idx="18611">
                  <c:v>5.1837799999999996</c:v>
                </c:pt>
                <c:pt idx="18612">
                  <c:v>5.1840900000000003</c:v>
                </c:pt>
                <c:pt idx="18613">
                  <c:v>5.1844000000000001</c:v>
                </c:pt>
                <c:pt idx="18614">
                  <c:v>5.1847000000000003</c:v>
                </c:pt>
                <c:pt idx="18615">
                  <c:v>5.1850100000000001</c:v>
                </c:pt>
                <c:pt idx="18616">
                  <c:v>5.1853100000000003</c:v>
                </c:pt>
                <c:pt idx="18617">
                  <c:v>5.1856200000000001</c:v>
                </c:pt>
                <c:pt idx="18618">
                  <c:v>5.1859200000000003</c:v>
                </c:pt>
                <c:pt idx="18619">
                  <c:v>5.1862300000000001</c:v>
                </c:pt>
                <c:pt idx="18620">
                  <c:v>5.1865300000000003</c:v>
                </c:pt>
                <c:pt idx="18621">
                  <c:v>5.1868400000000001</c:v>
                </c:pt>
                <c:pt idx="18622">
                  <c:v>5.1871400000000003</c:v>
                </c:pt>
                <c:pt idx="18623">
                  <c:v>5.1874500000000001</c:v>
                </c:pt>
                <c:pt idx="18624">
                  <c:v>5.1877500000000003</c:v>
                </c:pt>
                <c:pt idx="18625">
                  <c:v>5.1880600000000001</c:v>
                </c:pt>
                <c:pt idx="18626">
                  <c:v>5.1883699999999999</c:v>
                </c:pt>
                <c:pt idx="18627">
                  <c:v>5.1886700000000001</c:v>
                </c:pt>
                <c:pt idx="18628">
                  <c:v>5.1889799999999999</c:v>
                </c:pt>
                <c:pt idx="18629">
                  <c:v>5.1892800000000001</c:v>
                </c:pt>
                <c:pt idx="18630">
                  <c:v>5.1895899999999999</c:v>
                </c:pt>
                <c:pt idx="18631">
                  <c:v>5.1898900000000001</c:v>
                </c:pt>
                <c:pt idx="18632">
                  <c:v>5.1901999999999999</c:v>
                </c:pt>
                <c:pt idx="18633">
                  <c:v>5.1905000000000001</c:v>
                </c:pt>
                <c:pt idx="18634">
                  <c:v>5.1908099999999999</c:v>
                </c:pt>
                <c:pt idx="18635">
                  <c:v>5.1911100000000001</c:v>
                </c:pt>
                <c:pt idx="18636">
                  <c:v>5.1914199999999999</c:v>
                </c:pt>
                <c:pt idx="18637">
                  <c:v>5.1917200000000001</c:v>
                </c:pt>
                <c:pt idx="18638">
                  <c:v>5.1920299999999999</c:v>
                </c:pt>
                <c:pt idx="18639">
                  <c:v>5.1923399999999997</c:v>
                </c:pt>
                <c:pt idx="18640">
                  <c:v>5.1926399999999999</c:v>
                </c:pt>
                <c:pt idx="18641">
                  <c:v>5.1929499999999997</c:v>
                </c:pt>
                <c:pt idx="18642">
                  <c:v>5.1932499999999999</c:v>
                </c:pt>
                <c:pt idx="18643">
                  <c:v>5.1935599999999997</c:v>
                </c:pt>
                <c:pt idx="18644">
                  <c:v>5.1938599999999999</c:v>
                </c:pt>
                <c:pt idx="18645">
                  <c:v>5.1941699999999997</c:v>
                </c:pt>
                <c:pt idx="18646">
                  <c:v>5.1944699999999999</c:v>
                </c:pt>
                <c:pt idx="18647">
                  <c:v>5.1947799999999997</c:v>
                </c:pt>
                <c:pt idx="18648">
                  <c:v>5.1950799999999999</c:v>
                </c:pt>
                <c:pt idx="18649">
                  <c:v>5.1953899999999997</c:v>
                </c:pt>
                <c:pt idx="18650">
                  <c:v>5.1957000000000004</c:v>
                </c:pt>
                <c:pt idx="18651">
                  <c:v>5.1959999999999997</c:v>
                </c:pt>
                <c:pt idx="18652">
                  <c:v>5.1963100000000004</c:v>
                </c:pt>
                <c:pt idx="18653">
                  <c:v>5.1966099999999997</c:v>
                </c:pt>
                <c:pt idx="18654">
                  <c:v>5.1969200000000004</c:v>
                </c:pt>
                <c:pt idx="18655">
                  <c:v>5.1972199999999997</c:v>
                </c:pt>
                <c:pt idx="18656">
                  <c:v>5.1975300000000004</c:v>
                </c:pt>
                <c:pt idx="18657">
                  <c:v>5.1978299999999997</c:v>
                </c:pt>
                <c:pt idx="18658">
                  <c:v>5.1981400000000004</c:v>
                </c:pt>
                <c:pt idx="18659">
                  <c:v>5.1984399999999997</c:v>
                </c:pt>
                <c:pt idx="18660">
                  <c:v>5.1987500000000004</c:v>
                </c:pt>
                <c:pt idx="18661">
                  <c:v>5.1990499999999997</c:v>
                </c:pt>
                <c:pt idx="18662">
                  <c:v>5.1993600000000004</c:v>
                </c:pt>
                <c:pt idx="18663">
                  <c:v>5.1996700000000002</c:v>
                </c:pt>
                <c:pt idx="18664">
                  <c:v>5.1999700000000004</c:v>
                </c:pt>
                <c:pt idx="18665">
                  <c:v>5.2002800000000002</c:v>
                </c:pt>
                <c:pt idx="18666">
                  <c:v>5.2005800000000004</c:v>
                </c:pt>
                <c:pt idx="18667">
                  <c:v>5.2008900000000002</c:v>
                </c:pt>
                <c:pt idx="18668">
                  <c:v>5.2011900000000004</c:v>
                </c:pt>
                <c:pt idx="18669">
                  <c:v>5.2015000000000002</c:v>
                </c:pt>
                <c:pt idx="18670">
                  <c:v>5.2018000000000004</c:v>
                </c:pt>
                <c:pt idx="18671">
                  <c:v>5.2021100000000002</c:v>
                </c:pt>
                <c:pt idx="18672">
                  <c:v>5.2024100000000004</c:v>
                </c:pt>
                <c:pt idx="18673">
                  <c:v>5.2027200000000002</c:v>
                </c:pt>
                <c:pt idx="18674">
                  <c:v>5.2030200000000004</c:v>
                </c:pt>
                <c:pt idx="18675">
                  <c:v>5.2033300000000002</c:v>
                </c:pt>
                <c:pt idx="18676">
                  <c:v>5.20364</c:v>
                </c:pt>
                <c:pt idx="18677">
                  <c:v>5.2039400000000002</c:v>
                </c:pt>
                <c:pt idx="18678">
                  <c:v>5.20425</c:v>
                </c:pt>
                <c:pt idx="18679">
                  <c:v>5.2045500000000002</c:v>
                </c:pt>
                <c:pt idx="18680">
                  <c:v>5.20486</c:v>
                </c:pt>
                <c:pt idx="18681">
                  <c:v>5.2051600000000002</c:v>
                </c:pt>
                <c:pt idx="18682">
                  <c:v>5.20547</c:v>
                </c:pt>
                <c:pt idx="18683">
                  <c:v>5.2057700000000002</c:v>
                </c:pt>
                <c:pt idx="18684">
                  <c:v>5.20608</c:v>
                </c:pt>
                <c:pt idx="18685">
                  <c:v>5.2063800000000002</c:v>
                </c:pt>
                <c:pt idx="18686">
                  <c:v>5.20669</c:v>
                </c:pt>
                <c:pt idx="18687">
                  <c:v>5.2069900000000002</c:v>
                </c:pt>
                <c:pt idx="18688">
                  <c:v>5.2073</c:v>
                </c:pt>
                <c:pt idx="18689">
                  <c:v>5.2076099999999999</c:v>
                </c:pt>
                <c:pt idx="18690">
                  <c:v>5.20791</c:v>
                </c:pt>
                <c:pt idx="18691">
                  <c:v>5.2082199999999998</c:v>
                </c:pt>
                <c:pt idx="18692">
                  <c:v>5.20852</c:v>
                </c:pt>
                <c:pt idx="18693">
                  <c:v>5.2088299999999998</c:v>
                </c:pt>
                <c:pt idx="18694">
                  <c:v>5.20913</c:v>
                </c:pt>
                <c:pt idx="18695">
                  <c:v>5.2094399999999998</c:v>
                </c:pt>
                <c:pt idx="18696">
                  <c:v>5.20974</c:v>
                </c:pt>
                <c:pt idx="18697">
                  <c:v>5.2100499999999998</c:v>
                </c:pt>
                <c:pt idx="18698">
                  <c:v>5.21035</c:v>
                </c:pt>
                <c:pt idx="18699">
                  <c:v>5.2106599999999998</c:v>
                </c:pt>
                <c:pt idx="18700">
                  <c:v>5.2109699999999997</c:v>
                </c:pt>
                <c:pt idx="18701">
                  <c:v>5.2112699999999998</c:v>
                </c:pt>
                <c:pt idx="18702">
                  <c:v>5.2115799999999997</c:v>
                </c:pt>
                <c:pt idx="18703">
                  <c:v>5.2118799999999998</c:v>
                </c:pt>
                <c:pt idx="18704">
                  <c:v>5.2121899999999997</c:v>
                </c:pt>
                <c:pt idx="18705">
                  <c:v>5.2124899999999998</c:v>
                </c:pt>
                <c:pt idx="18706">
                  <c:v>5.2127999999999997</c:v>
                </c:pt>
                <c:pt idx="18707">
                  <c:v>5.2130999999999998</c:v>
                </c:pt>
                <c:pt idx="18708">
                  <c:v>5.2134099999999997</c:v>
                </c:pt>
                <c:pt idx="18709">
                  <c:v>5.2137099999999998</c:v>
                </c:pt>
                <c:pt idx="18710">
                  <c:v>5.2140199999999997</c:v>
                </c:pt>
                <c:pt idx="18711">
                  <c:v>5.2143199999999998</c:v>
                </c:pt>
                <c:pt idx="18712">
                  <c:v>5.2146299999999997</c:v>
                </c:pt>
                <c:pt idx="18713">
                  <c:v>5.2149400000000004</c:v>
                </c:pt>
                <c:pt idx="18714">
                  <c:v>5.2152399999999997</c:v>
                </c:pt>
                <c:pt idx="18715">
                  <c:v>5.2155500000000004</c:v>
                </c:pt>
                <c:pt idx="18716">
                  <c:v>5.2158499999999997</c:v>
                </c:pt>
                <c:pt idx="18717">
                  <c:v>5.2161600000000004</c:v>
                </c:pt>
                <c:pt idx="18718">
                  <c:v>5.2164599999999997</c:v>
                </c:pt>
                <c:pt idx="18719">
                  <c:v>5.2167700000000004</c:v>
                </c:pt>
                <c:pt idx="18720">
                  <c:v>5.2170699999999997</c:v>
                </c:pt>
                <c:pt idx="18721">
                  <c:v>5.2173800000000004</c:v>
                </c:pt>
                <c:pt idx="18722">
                  <c:v>5.2176799999999997</c:v>
                </c:pt>
                <c:pt idx="18723">
                  <c:v>5.2179900000000004</c:v>
                </c:pt>
                <c:pt idx="18724">
                  <c:v>5.2182899999999997</c:v>
                </c:pt>
                <c:pt idx="18725">
                  <c:v>5.2186000000000003</c:v>
                </c:pt>
                <c:pt idx="18726">
                  <c:v>5.2189100000000002</c:v>
                </c:pt>
                <c:pt idx="18727">
                  <c:v>5.2192100000000003</c:v>
                </c:pt>
                <c:pt idx="18728">
                  <c:v>5.2195200000000002</c:v>
                </c:pt>
                <c:pt idx="18729">
                  <c:v>5.2198200000000003</c:v>
                </c:pt>
                <c:pt idx="18730">
                  <c:v>5.2201300000000002</c:v>
                </c:pt>
                <c:pt idx="18731">
                  <c:v>5.2204300000000003</c:v>
                </c:pt>
                <c:pt idx="18732">
                  <c:v>5.2207400000000002</c:v>
                </c:pt>
                <c:pt idx="18733">
                  <c:v>5.2210400000000003</c:v>
                </c:pt>
                <c:pt idx="18734">
                  <c:v>5.2213500000000002</c:v>
                </c:pt>
                <c:pt idx="18735">
                  <c:v>5.2216500000000003</c:v>
                </c:pt>
                <c:pt idx="18736">
                  <c:v>5.2219600000000002</c:v>
                </c:pt>
                <c:pt idx="18737">
                  <c:v>5.2222600000000003</c:v>
                </c:pt>
                <c:pt idx="18738">
                  <c:v>5.2225700000000002</c:v>
                </c:pt>
                <c:pt idx="18739">
                  <c:v>5.22288</c:v>
                </c:pt>
                <c:pt idx="18740">
                  <c:v>5.2231800000000002</c:v>
                </c:pt>
                <c:pt idx="18741">
                  <c:v>5.22349</c:v>
                </c:pt>
                <c:pt idx="18742">
                  <c:v>5.2237900000000002</c:v>
                </c:pt>
                <c:pt idx="18743">
                  <c:v>5.2241</c:v>
                </c:pt>
                <c:pt idx="18744">
                  <c:v>5.2244000000000002</c:v>
                </c:pt>
                <c:pt idx="18745">
                  <c:v>5.22471</c:v>
                </c:pt>
                <c:pt idx="18746">
                  <c:v>5.2250100000000002</c:v>
                </c:pt>
                <c:pt idx="18747">
                  <c:v>5.22532</c:v>
                </c:pt>
                <c:pt idx="18748">
                  <c:v>5.2256200000000002</c:v>
                </c:pt>
                <c:pt idx="18749">
                  <c:v>5.22593</c:v>
                </c:pt>
                <c:pt idx="18750">
                  <c:v>5.2262300000000002</c:v>
                </c:pt>
                <c:pt idx="18751">
                  <c:v>5.22654</c:v>
                </c:pt>
                <c:pt idx="18752">
                  <c:v>5.2268499999999998</c:v>
                </c:pt>
                <c:pt idx="18753">
                  <c:v>5.22715</c:v>
                </c:pt>
                <c:pt idx="18754">
                  <c:v>5.2274599999999998</c:v>
                </c:pt>
                <c:pt idx="18755">
                  <c:v>5.22776</c:v>
                </c:pt>
                <c:pt idx="18756">
                  <c:v>5.2280699999999998</c:v>
                </c:pt>
                <c:pt idx="18757">
                  <c:v>5.22837</c:v>
                </c:pt>
                <c:pt idx="18758">
                  <c:v>5.2286799999999998</c:v>
                </c:pt>
                <c:pt idx="18759">
                  <c:v>5.22898</c:v>
                </c:pt>
                <c:pt idx="18760">
                  <c:v>5.2292899999999998</c:v>
                </c:pt>
                <c:pt idx="18761">
                  <c:v>5.22959</c:v>
                </c:pt>
                <c:pt idx="18762">
                  <c:v>5.2298999999999998</c:v>
                </c:pt>
                <c:pt idx="18763">
                  <c:v>5.2302099999999996</c:v>
                </c:pt>
                <c:pt idx="18764">
                  <c:v>5.2305099999999998</c:v>
                </c:pt>
                <c:pt idx="18765">
                  <c:v>5.2308199999999996</c:v>
                </c:pt>
                <c:pt idx="18766">
                  <c:v>5.2311199999999998</c:v>
                </c:pt>
                <c:pt idx="18767">
                  <c:v>5.2314299999999996</c:v>
                </c:pt>
                <c:pt idx="18768">
                  <c:v>5.2317299999999998</c:v>
                </c:pt>
                <c:pt idx="18769">
                  <c:v>5.2320399999999996</c:v>
                </c:pt>
                <c:pt idx="18770">
                  <c:v>5.2323399999999998</c:v>
                </c:pt>
                <c:pt idx="18771">
                  <c:v>5.2326499999999996</c:v>
                </c:pt>
                <c:pt idx="18772">
                  <c:v>5.2329499999999998</c:v>
                </c:pt>
                <c:pt idx="18773">
                  <c:v>5.2332599999999996</c:v>
                </c:pt>
                <c:pt idx="18774">
                  <c:v>5.2335599999999998</c:v>
                </c:pt>
                <c:pt idx="18775">
                  <c:v>5.2338699999999996</c:v>
                </c:pt>
                <c:pt idx="18776">
                  <c:v>5.2341800000000003</c:v>
                </c:pt>
                <c:pt idx="18777">
                  <c:v>5.2344799999999996</c:v>
                </c:pt>
                <c:pt idx="18778">
                  <c:v>5.2347900000000003</c:v>
                </c:pt>
                <c:pt idx="18779">
                  <c:v>5.2350899999999996</c:v>
                </c:pt>
                <c:pt idx="18780">
                  <c:v>5.2354000000000003</c:v>
                </c:pt>
                <c:pt idx="18781">
                  <c:v>5.2356999999999996</c:v>
                </c:pt>
                <c:pt idx="18782">
                  <c:v>5.2360100000000003</c:v>
                </c:pt>
                <c:pt idx="18783">
                  <c:v>5.2363099999999996</c:v>
                </c:pt>
                <c:pt idx="18784">
                  <c:v>5.2366200000000003</c:v>
                </c:pt>
                <c:pt idx="18785">
                  <c:v>5.2369199999999996</c:v>
                </c:pt>
                <c:pt idx="18786">
                  <c:v>5.2372300000000003</c:v>
                </c:pt>
                <c:pt idx="18787">
                  <c:v>5.2375299999999996</c:v>
                </c:pt>
                <c:pt idx="18788">
                  <c:v>5.2378400000000003</c:v>
                </c:pt>
                <c:pt idx="18789">
                  <c:v>5.2381500000000001</c:v>
                </c:pt>
                <c:pt idx="18790">
                  <c:v>5.2384500000000003</c:v>
                </c:pt>
                <c:pt idx="18791">
                  <c:v>5.2387600000000001</c:v>
                </c:pt>
                <c:pt idx="18792">
                  <c:v>5.2390600000000003</c:v>
                </c:pt>
                <c:pt idx="18793">
                  <c:v>5.2393700000000001</c:v>
                </c:pt>
                <c:pt idx="18794">
                  <c:v>5.2396700000000003</c:v>
                </c:pt>
                <c:pt idx="18795">
                  <c:v>5.2399800000000001</c:v>
                </c:pt>
                <c:pt idx="18796">
                  <c:v>5.2402800000000003</c:v>
                </c:pt>
                <c:pt idx="18797">
                  <c:v>5.2405900000000001</c:v>
                </c:pt>
                <c:pt idx="18798">
                  <c:v>5.2408900000000003</c:v>
                </c:pt>
                <c:pt idx="18799">
                  <c:v>5.2412000000000001</c:v>
                </c:pt>
                <c:pt idx="18800">
                  <c:v>5.2415000000000003</c:v>
                </c:pt>
                <c:pt idx="18801">
                  <c:v>5.2418100000000001</c:v>
                </c:pt>
                <c:pt idx="18802">
                  <c:v>5.2421199999999999</c:v>
                </c:pt>
                <c:pt idx="18803">
                  <c:v>5.2424200000000001</c:v>
                </c:pt>
                <c:pt idx="18804">
                  <c:v>5.2427299999999999</c:v>
                </c:pt>
                <c:pt idx="18805">
                  <c:v>5.2430300000000001</c:v>
                </c:pt>
                <c:pt idx="18806">
                  <c:v>5.2433399999999999</c:v>
                </c:pt>
                <c:pt idx="18807">
                  <c:v>5.2436400000000001</c:v>
                </c:pt>
                <c:pt idx="18808">
                  <c:v>5.2439499999999999</c:v>
                </c:pt>
                <c:pt idx="18809">
                  <c:v>5.2442500000000001</c:v>
                </c:pt>
                <c:pt idx="18810">
                  <c:v>5.2445599999999999</c:v>
                </c:pt>
                <c:pt idx="18811">
                  <c:v>5.2448600000000001</c:v>
                </c:pt>
                <c:pt idx="18812">
                  <c:v>5.2451699999999999</c:v>
                </c:pt>
                <c:pt idx="18813">
                  <c:v>5.2454700000000001</c:v>
                </c:pt>
                <c:pt idx="18814">
                  <c:v>5.2457799999999999</c:v>
                </c:pt>
                <c:pt idx="18815">
                  <c:v>5.2460899999999997</c:v>
                </c:pt>
                <c:pt idx="18816">
                  <c:v>5.2463899999999999</c:v>
                </c:pt>
                <c:pt idx="18817">
                  <c:v>5.2466999999999997</c:v>
                </c:pt>
                <c:pt idx="18818">
                  <c:v>5.2469999999999999</c:v>
                </c:pt>
                <c:pt idx="18819">
                  <c:v>5.2473099999999997</c:v>
                </c:pt>
                <c:pt idx="18820">
                  <c:v>5.2476099999999999</c:v>
                </c:pt>
                <c:pt idx="18821">
                  <c:v>5.2479199999999997</c:v>
                </c:pt>
                <c:pt idx="18822">
                  <c:v>5.2482199999999999</c:v>
                </c:pt>
                <c:pt idx="18823">
                  <c:v>5.2485299999999997</c:v>
                </c:pt>
                <c:pt idx="18824">
                  <c:v>5.2488299999999999</c:v>
                </c:pt>
                <c:pt idx="18825">
                  <c:v>5.2491399999999997</c:v>
                </c:pt>
                <c:pt idx="18826">
                  <c:v>5.2494500000000004</c:v>
                </c:pt>
                <c:pt idx="18827">
                  <c:v>5.2497499999999997</c:v>
                </c:pt>
                <c:pt idx="18828">
                  <c:v>5.2500600000000004</c:v>
                </c:pt>
                <c:pt idx="18829">
                  <c:v>5.2503599999999997</c:v>
                </c:pt>
                <c:pt idx="18830">
                  <c:v>5.2506700000000004</c:v>
                </c:pt>
                <c:pt idx="18831">
                  <c:v>5.2509699999999997</c:v>
                </c:pt>
                <c:pt idx="18832">
                  <c:v>5.2512800000000004</c:v>
                </c:pt>
                <c:pt idx="18833">
                  <c:v>5.2515799999999997</c:v>
                </c:pt>
                <c:pt idx="18834">
                  <c:v>5.2518900000000004</c:v>
                </c:pt>
                <c:pt idx="18835">
                  <c:v>5.2521899999999997</c:v>
                </c:pt>
                <c:pt idx="18836">
                  <c:v>5.2525000000000004</c:v>
                </c:pt>
                <c:pt idx="18837">
                  <c:v>5.2527999999999997</c:v>
                </c:pt>
                <c:pt idx="18838">
                  <c:v>5.2531100000000004</c:v>
                </c:pt>
                <c:pt idx="18839">
                  <c:v>5.2534200000000002</c:v>
                </c:pt>
                <c:pt idx="18840">
                  <c:v>5.2537200000000004</c:v>
                </c:pt>
                <c:pt idx="18841">
                  <c:v>5.2540300000000002</c:v>
                </c:pt>
                <c:pt idx="18842">
                  <c:v>5.2543300000000004</c:v>
                </c:pt>
                <c:pt idx="18843">
                  <c:v>5.2546400000000002</c:v>
                </c:pt>
                <c:pt idx="18844">
                  <c:v>5.2549400000000004</c:v>
                </c:pt>
                <c:pt idx="18845">
                  <c:v>5.2552500000000002</c:v>
                </c:pt>
                <c:pt idx="18846">
                  <c:v>5.2555500000000004</c:v>
                </c:pt>
                <c:pt idx="18847">
                  <c:v>5.2558600000000002</c:v>
                </c:pt>
                <c:pt idx="18848">
                  <c:v>5.2561600000000004</c:v>
                </c:pt>
                <c:pt idx="18849">
                  <c:v>5.2564700000000002</c:v>
                </c:pt>
                <c:pt idx="18850">
                  <c:v>5.2567700000000004</c:v>
                </c:pt>
                <c:pt idx="18851">
                  <c:v>5.2570800000000002</c:v>
                </c:pt>
                <c:pt idx="18852">
                  <c:v>5.25739</c:v>
                </c:pt>
                <c:pt idx="18853">
                  <c:v>5.2576900000000002</c:v>
                </c:pt>
                <c:pt idx="18854">
                  <c:v>5.258</c:v>
                </c:pt>
                <c:pt idx="18855">
                  <c:v>5.2583000000000002</c:v>
                </c:pt>
                <c:pt idx="18856">
                  <c:v>5.25861</c:v>
                </c:pt>
                <c:pt idx="18857">
                  <c:v>5.2589100000000002</c:v>
                </c:pt>
                <c:pt idx="18858">
                  <c:v>5.25922</c:v>
                </c:pt>
                <c:pt idx="18859">
                  <c:v>5.2595200000000002</c:v>
                </c:pt>
                <c:pt idx="18860">
                  <c:v>5.25983</c:v>
                </c:pt>
                <c:pt idx="18861">
                  <c:v>5.2601300000000002</c:v>
                </c:pt>
                <c:pt idx="18862">
                  <c:v>5.26044</c:v>
                </c:pt>
                <c:pt idx="18863">
                  <c:v>5.2607400000000002</c:v>
                </c:pt>
                <c:pt idx="18864">
                  <c:v>5.26105</c:v>
                </c:pt>
                <c:pt idx="18865">
                  <c:v>5.2613599999999998</c:v>
                </c:pt>
                <c:pt idx="18866">
                  <c:v>5.26166</c:v>
                </c:pt>
                <c:pt idx="18867">
                  <c:v>5.2619699999999998</c:v>
                </c:pt>
                <c:pt idx="18868">
                  <c:v>5.26227</c:v>
                </c:pt>
                <c:pt idx="18869">
                  <c:v>5.2625799999999998</c:v>
                </c:pt>
                <c:pt idx="18870">
                  <c:v>5.26288</c:v>
                </c:pt>
                <c:pt idx="18871">
                  <c:v>5.2631899999999998</c:v>
                </c:pt>
                <c:pt idx="18872">
                  <c:v>5.26349</c:v>
                </c:pt>
                <c:pt idx="18873">
                  <c:v>5.2637999999999998</c:v>
                </c:pt>
                <c:pt idx="18874">
                  <c:v>5.2641</c:v>
                </c:pt>
                <c:pt idx="18875">
                  <c:v>5.2644099999999998</c:v>
                </c:pt>
                <c:pt idx="18876">
                  <c:v>5.2647199999999996</c:v>
                </c:pt>
                <c:pt idx="18877">
                  <c:v>5.2650199999999998</c:v>
                </c:pt>
                <c:pt idx="18878">
                  <c:v>5.2653299999999996</c:v>
                </c:pt>
                <c:pt idx="18879">
                  <c:v>5.2656299999999998</c:v>
                </c:pt>
                <c:pt idx="18880">
                  <c:v>5.2659399999999996</c:v>
                </c:pt>
                <c:pt idx="18881">
                  <c:v>5.2662399999999998</c:v>
                </c:pt>
                <c:pt idx="18882">
                  <c:v>5.2665499999999996</c:v>
                </c:pt>
                <c:pt idx="18883">
                  <c:v>5.2668499999999998</c:v>
                </c:pt>
                <c:pt idx="18884">
                  <c:v>5.2671599999999996</c:v>
                </c:pt>
                <c:pt idx="18885">
                  <c:v>5.2674599999999998</c:v>
                </c:pt>
                <c:pt idx="18886">
                  <c:v>5.2677699999999996</c:v>
                </c:pt>
                <c:pt idx="18887">
                  <c:v>5.2680699999999998</c:v>
                </c:pt>
                <c:pt idx="18888">
                  <c:v>5.2683799999999996</c:v>
                </c:pt>
                <c:pt idx="18889">
                  <c:v>5.2686900000000003</c:v>
                </c:pt>
                <c:pt idx="18890">
                  <c:v>5.2689899999999996</c:v>
                </c:pt>
                <c:pt idx="18891">
                  <c:v>5.2693000000000003</c:v>
                </c:pt>
                <c:pt idx="18892">
                  <c:v>5.2695999999999996</c:v>
                </c:pt>
                <c:pt idx="18893">
                  <c:v>5.2699100000000003</c:v>
                </c:pt>
                <c:pt idx="18894">
                  <c:v>5.2702099999999996</c:v>
                </c:pt>
                <c:pt idx="18895">
                  <c:v>5.2705200000000003</c:v>
                </c:pt>
                <c:pt idx="18896">
                  <c:v>5.2708199999999996</c:v>
                </c:pt>
                <c:pt idx="18897">
                  <c:v>5.2711300000000003</c:v>
                </c:pt>
                <c:pt idx="18898">
                  <c:v>5.2714299999999996</c:v>
                </c:pt>
                <c:pt idx="18899">
                  <c:v>5.2717400000000003</c:v>
                </c:pt>
                <c:pt idx="18900">
                  <c:v>5.2720399999999996</c:v>
                </c:pt>
                <c:pt idx="18901">
                  <c:v>5.2723500000000003</c:v>
                </c:pt>
                <c:pt idx="18902">
                  <c:v>5.2726600000000001</c:v>
                </c:pt>
                <c:pt idx="18903">
                  <c:v>5.2729600000000003</c:v>
                </c:pt>
                <c:pt idx="18904">
                  <c:v>5.2732700000000001</c:v>
                </c:pt>
                <c:pt idx="18905">
                  <c:v>5.2735700000000003</c:v>
                </c:pt>
                <c:pt idx="18906">
                  <c:v>5.2738800000000001</c:v>
                </c:pt>
                <c:pt idx="18907">
                  <c:v>5.2741800000000003</c:v>
                </c:pt>
                <c:pt idx="18908">
                  <c:v>5.2744900000000001</c:v>
                </c:pt>
                <c:pt idx="18909">
                  <c:v>5.2747900000000003</c:v>
                </c:pt>
                <c:pt idx="18910">
                  <c:v>5.2751000000000001</c:v>
                </c:pt>
                <c:pt idx="18911">
                  <c:v>5.2754000000000003</c:v>
                </c:pt>
                <c:pt idx="18912">
                  <c:v>5.2757100000000001</c:v>
                </c:pt>
                <c:pt idx="18913">
                  <c:v>5.2760100000000003</c:v>
                </c:pt>
                <c:pt idx="18914">
                  <c:v>5.2763200000000001</c:v>
                </c:pt>
                <c:pt idx="18915">
                  <c:v>5.2766299999999999</c:v>
                </c:pt>
                <c:pt idx="18916">
                  <c:v>5.2769300000000001</c:v>
                </c:pt>
                <c:pt idx="18917">
                  <c:v>5.2772399999999999</c:v>
                </c:pt>
                <c:pt idx="18918">
                  <c:v>5.2775400000000001</c:v>
                </c:pt>
                <c:pt idx="18919">
                  <c:v>5.2778499999999999</c:v>
                </c:pt>
                <c:pt idx="18920">
                  <c:v>5.2781500000000001</c:v>
                </c:pt>
                <c:pt idx="18921">
                  <c:v>5.2784599999999999</c:v>
                </c:pt>
                <c:pt idx="18922">
                  <c:v>5.2787600000000001</c:v>
                </c:pt>
                <c:pt idx="18923">
                  <c:v>5.2790699999999999</c:v>
                </c:pt>
                <c:pt idx="18924">
                  <c:v>5.2793700000000001</c:v>
                </c:pt>
                <c:pt idx="18925">
                  <c:v>5.2796799999999999</c:v>
                </c:pt>
                <c:pt idx="18926">
                  <c:v>5.2799800000000001</c:v>
                </c:pt>
                <c:pt idx="18927">
                  <c:v>5.2802899999999999</c:v>
                </c:pt>
                <c:pt idx="18928">
                  <c:v>5.2805999999999997</c:v>
                </c:pt>
                <c:pt idx="18929">
                  <c:v>5.2808999999999999</c:v>
                </c:pt>
                <c:pt idx="18930">
                  <c:v>5.2812099999999997</c:v>
                </c:pt>
                <c:pt idx="18931">
                  <c:v>5.2815099999999999</c:v>
                </c:pt>
                <c:pt idx="18932">
                  <c:v>5.2818199999999997</c:v>
                </c:pt>
                <c:pt idx="18933">
                  <c:v>5.2821199999999999</c:v>
                </c:pt>
                <c:pt idx="18934">
                  <c:v>5.2824299999999997</c:v>
                </c:pt>
                <c:pt idx="18935">
                  <c:v>5.2827299999999999</c:v>
                </c:pt>
                <c:pt idx="18936">
                  <c:v>5.2830399999999997</c:v>
                </c:pt>
                <c:pt idx="18937">
                  <c:v>5.2833399999999999</c:v>
                </c:pt>
                <c:pt idx="18938">
                  <c:v>5.2836499999999997</c:v>
                </c:pt>
                <c:pt idx="18939">
                  <c:v>5.2839600000000004</c:v>
                </c:pt>
                <c:pt idx="18940">
                  <c:v>5.2842599999999997</c:v>
                </c:pt>
                <c:pt idx="18941">
                  <c:v>5.2845700000000004</c:v>
                </c:pt>
                <c:pt idx="18942">
                  <c:v>5.2848699999999997</c:v>
                </c:pt>
                <c:pt idx="18943">
                  <c:v>5.2851800000000004</c:v>
                </c:pt>
                <c:pt idx="18944">
                  <c:v>5.2854799999999997</c:v>
                </c:pt>
                <c:pt idx="18945">
                  <c:v>5.2857900000000004</c:v>
                </c:pt>
                <c:pt idx="18946">
                  <c:v>5.2860899999999997</c:v>
                </c:pt>
                <c:pt idx="18947">
                  <c:v>5.2864000000000004</c:v>
                </c:pt>
                <c:pt idx="18948">
                  <c:v>5.2866999999999997</c:v>
                </c:pt>
                <c:pt idx="18949">
                  <c:v>5.2870100000000004</c:v>
                </c:pt>
                <c:pt idx="18950">
                  <c:v>5.2873099999999997</c:v>
                </c:pt>
                <c:pt idx="18951">
                  <c:v>5.2876200000000004</c:v>
                </c:pt>
                <c:pt idx="18952">
                  <c:v>5.2879300000000002</c:v>
                </c:pt>
                <c:pt idx="18953">
                  <c:v>5.2882300000000004</c:v>
                </c:pt>
                <c:pt idx="18954">
                  <c:v>5.2885400000000002</c:v>
                </c:pt>
                <c:pt idx="18955">
                  <c:v>5.2888400000000004</c:v>
                </c:pt>
                <c:pt idx="18956">
                  <c:v>5.2891500000000002</c:v>
                </c:pt>
                <c:pt idx="18957">
                  <c:v>5.2894500000000004</c:v>
                </c:pt>
                <c:pt idx="18958">
                  <c:v>5.2897600000000002</c:v>
                </c:pt>
                <c:pt idx="18959">
                  <c:v>5.2900600000000004</c:v>
                </c:pt>
                <c:pt idx="18960">
                  <c:v>5.2903700000000002</c:v>
                </c:pt>
                <c:pt idx="18961">
                  <c:v>5.2906700000000004</c:v>
                </c:pt>
                <c:pt idx="18962">
                  <c:v>5.2909800000000002</c:v>
                </c:pt>
                <c:pt idx="18963">
                  <c:v>5.2912800000000004</c:v>
                </c:pt>
                <c:pt idx="18964">
                  <c:v>5.2915900000000002</c:v>
                </c:pt>
                <c:pt idx="18965">
                  <c:v>5.2919</c:v>
                </c:pt>
                <c:pt idx="18966">
                  <c:v>5.2922000000000002</c:v>
                </c:pt>
                <c:pt idx="18967">
                  <c:v>5.29251</c:v>
                </c:pt>
                <c:pt idx="18968">
                  <c:v>5.2928100000000002</c:v>
                </c:pt>
                <c:pt idx="18969">
                  <c:v>5.29312</c:v>
                </c:pt>
                <c:pt idx="18970">
                  <c:v>5.2934200000000002</c:v>
                </c:pt>
                <c:pt idx="18971">
                  <c:v>5.29373</c:v>
                </c:pt>
                <c:pt idx="18972">
                  <c:v>5.2940300000000002</c:v>
                </c:pt>
                <c:pt idx="18973">
                  <c:v>5.29434</c:v>
                </c:pt>
                <c:pt idx="18974">
                  <c:v>5.2946400000000002</c:v>
                </c:pt>
                <c:pt idx="18975">
                  <c:v>5.29495</c:v>
                </c:pt>
                <c:pt idx="18976">
                  <c:v>5.2952500000000002</c:v>
                </c:pt>
                <c:pt idx="18977">
                  <c:v>5.29556</c:v>
                </c:pt>
                <c:pt idx="18978">
                  <c:v>5.2958699999999999</c:v>
                </c:pt>
                <c:pt idx="18979">
                  <c:v>5.29617</c:v>
                </c:pt>
                <c:pt idx="18980">
                  <c:v>5.2964799999999999</c:v>
                </c:pt>
                <c:pt idx="18981">
                  <c:v>5.29678</c:v>
                </c:pt>
                <c:pt idx="18982">
                  <c:v>5.2970899999999999</c:v>
                </c:pt>
                <c:pt idx="18983">
                  <c:v>5.29739</c:v>
                </c:pt>
                <c:pt idx="18984">
                  <c:v>5.2976999999999999</c:v>
                </c:pt>
                <c:pt idx="18985">
                  <c:v>5.298</c:v>
                </c:pt>
                <c:pt idx="18986">
                  <c:v>5.2983099999999999</c:v>
                </c:pt>
                <c:pt idx="18987">
                  <c:v>5.29861</c:v>
                </c:pt>
                <c:pt idx="18988">
                  <c:v>5.2989199999999999</c:v>
                </c:pt>
                <c:pt idx="18989">
                  <c:v>5.29922</c:v>
                </c:pt>
                <c:pt idx="18990">
                  <c:v>5.2995299999999999</c:v>
                </c:pt>
                <c:pt idx="18991">
                  <c:v>5.2998399999999997</c:v>
                </c:pt>
                <c:pt idx="18992">
                  <c:v>5.3001399999999999</c:v>
                </c:pt>
                <c:pt idx="18993">
                  <c:v>5.3004499999999997</c:v>
                </c:pt>
                <c:pt idx="18994">
                  <c:v>5.3007499999999999</c:v>
                </c:pt>
                <c:pt idx="18995">
                  <c:v>5.3010599999999997</c:v>
                </c:pt>
                <c:pt idx="18996">
                  <c:v>5.3013599999999999</c:v>
                </c:pt>
                <c:pt idx="18997">
                  <c:v>5.3016699999999997</c:v>
                </c:pt>
                <c:pt idx="18998">
                  <c:v>5.3019699999999998</c:v>
                </c:pt>
                <c:pt idx="18999">
                  <c:v>5.3022799999999997</c:v>
                </c:pt>
                <c:pt idx="19000">
                  <c:v>5.3025799999999998</c:v>
                </c:pt>
                <c:pt idx="19001">
                  <c:v>5.3028899999999997</c:v>
                </c:pt>
                <c:pt idx="19002">
                  <c:v>5.3032000000000004</c:v>
                </c:pt>
                <c:pt idx="19003">
                  <c:v>5.3034999999999997</c:v>
                </c:pt>
                <c:pt idx="19004">
                  <c:v>5.3038100000000004</c:v>
                </c:pt>
                <c:pt idx="19005">
                  <c:v>5.3041099999999997</c:v>
                </c:pt>
                <c:pt idx="19006">
                  <c:v>5.3044200000000004</c:v>
                </c:pt>
                <c:pt idx="19007">
                  <c:v>5.3047199999999997</c:v>
                </c:pt>
                <c:pt idx="19008">
                  <c:v>5.3050300000000004</c:v>
                </c:pt>
                <c:pt idx="19009">
                  <c:v>5.3053299999999997</c:v>
                </c:pt>
                <c:pt idx="19010">
                  <c:v>5.3056400000000004</c:v>
                </c:pt>
                <c:pt idx="19011">
                  <c:v>5.3059399999999997</c:v>
                </c:pt>
                <c:pt idx="19012">
                  <c:v>5.3062500000000004</c:v>
                </c:pt>
                <c:pt idx="19013">
                  <c:v>5.3065499999999997</c:v>
                </c:pt>
                <c:pt idx="19014">
                  <c:v>5.3068600000000004</c:v>
                </c:pt>
                <c:pt idx="19015">
                  <c:v>5.3071700000000002</c:v>
                </c:pt>
                <c:pt idx="19016">
                  <c:v>5.3074700000000004</c:v>
                </c:pt>
                <c:pt idx="19017">
                  <c:v>5.3077800000000002</c:v>
                </c:pt>
                <c:pt idx="19018">
                  <c:v>5.3080800000000004</c:v>
                </c:pt>
                <c:pt idx="19019">
                  <c:v>5.3083900000000002</c:v>
                </c:pt>
                <c:pt idx="19020">
                  <c:v>5.3086900000000004</c:v>
                </c:pt>
                <c:pt idx="19021">
                  <c:v>5.3090000000000002</c:v>
                </c:pt>
                <c:pt idx="19022">
                  <c:v>5.3093000000000004</c:v>
                </c:pt>
                <c:pt idx="19023">
                  <c:v>5.3096100000000002</c:v>
                </c:pt>
                <c:pt idx="19024">
                  <c:v>5.3099100000000004</c:v>
                </c:pt>
                <c:pt idx="19025">
                  <c:v>5.3102200000000002</c:v>
                </c:pt>
                <c:pt idx="19026">
                  <c:v>5.3105200000000004</c:v>
                </c:pt>
                <c:pt idx="19027">
                  <c:v>5.3108300000000002</c:v>
                </c:pt>
                <c:pt idx="19028">
                  <c:v>5.31114</c:v>
                </c:pt>
                <c:pt idx="19029">
                  <c:v>5.3114400000000002</c:v>
                </c:pt>
                <c:pt idx="19030">
                  <c:v>5.31175</c:v>
                </c:pt>
                <c:pt idx="19031">
                  <c:v>5.3120500000000002</c:v>
                </c:pt>
                <c:pt idx="19032">
                  <c:v>5.31236</c:v>
                </c:pt>
                <c:pt idx="19033">
                  <c:v>5.3126600000000002</c:v>
                </c:pt>
                <c:pt idx="19034">
                  <c:v>5.31297</c:v>
                </c:pt>
                <c:pt idx="19035">
                  <c:v>5.3132700000000002</c:v>
                </c:pt>
                <c:pt idx="19036">
                  <c:v>5.31358</c:v>
                </c:pt>
                <c:pt idx="19037">
                  <c:v>5.3138800000000002</c:v>
                </c:pt>
                <c:pt idx="19038">
                  <c:v>5.31419</c:v>
                </c:pt>
                <c:pt idx="19039">
                  <c:v>5.3144900000000002</c:v>
                </c:pt>
                <c:pt idx="19040">
                  <c:v>5.3148</c:v>
                </c:pt>
                <c:pt idx="19041">
                  <c:v>5.3151099999999998</c:v>
                </c:pt>
                <c:pt idx="19042">
                  <c:v>5.31541</c:v>
                </c:pt>
                <c:pt idx="19043">
                  <c:v>5.3157199999999998</c:v>
                </c:pt>
                <c:pt idx="19044">
                  <c:v>5.31602</c:v>
                </c:pt>
                <c:pt idx="19045">
                  <c:v>5.3163299999999998</c:v>
                </c:pt>
                <c:pt idx="19046">
                  <c:v>5.31663</c:v>
                </c:pt>
                <c:pt idx="19047">
                  <c:v>5.3169399999999998</c:v>
                </c:pt>
                <c:pt idx="19048">
                  <c:v>5.31724</c:v>
                </c:pt>
                <c:pt idx="19049">
                  <c:v>5.3175499999999998</c:v>
                </c:pt>
                <c:pt idx="19050">
                  <c:v>5.31785</c:v>
                </c:pt>
                <c:pt idx="19051">
                  <c:v>5.3181599999999998</c:v>
                </c:pt>
                <c:pt idx="19052">
                  <c:v>5.31846</c:v>
                </c:pt>
                <c:pt idx="19053">
                  <c:v>5.3187699999999998</c:v>
                </c:pt>
                <c:pt idx="19054">
                  <c:v>5.3190799999999996</c:v>
                </c:pt>
                <c:pt idx="19055">
                  <c:v>5.3193799999999998</c:v>
                </c:pt>
                <c:pt idx="19056">
                  <c:v>5.3196899999999996</c:v>
                </c:pt>
                <c:pt idx="19057">
                  <c:v>5.3199899999999998</c:v>
                </c:pt>
                <c:pt idx="19058">
                  <c:v>5.3202999999999996</c:v>
                </c:pt>
                <c:pt idx="19059">
                  <c:v>5.3205999999999998</c:v>
                </c:pt>
                <c:pt idx="19060">
                  <c:v>5.3209099999999996</c:v>
                </c:pt>
                <c:pt idx="19061">
                  <c:v>5.3212099999999998</c:v>
                </c:pt>
                <c:pt idx="19062">
                  <c:v>5.3215199999999996</c:v>
                </c:pt>
                <c:pt idx="19063">
                  <c:v>5.3218199999999998</c:v>
                </c:pt>
                <c:pt idx="19064">
                  <c:v>5.3221299999999996</c:v>
                </c:pt>
                <c:pt idx="19065">
                  <c:v>5.3224400000000003</c:v>
                </c:pt>
                <c:pt idx="19066">
                  <c:v>5.3227399999999996</c:v>
                </c:pt>
                <c:pt idx="19067">
                  <c:v>5.3230500000000003</c:v>
                </c:pt>
                <c:pt idx="19068">
                  <c:v>5.3233499999999996</c:v>
                </c:pt>
                <c:pt idx="19069">
                  <c:v>5.3236600000000003</c:v>
                </c:pt>
                <c:pt idx="19070">
                  <c:v>5.3239599999999996</c:v>
                </c:pt>
                <c:pt idx="19071">
                  <c:v>5.3242700000000003</c:v>
                </c:pt>
                <c:pt idx="19072">
                  <c:v>5.3245699999999996</c:v>
                </c:pt>
                <c:pt idx="19073">
                  <c:v>5.3248800000000003</c:v>
                </c:pt>
                <c:pt idx="19074">
                  <c:v>5.3251799999999996</c:v>
                </c:pt>
                <c:pt idx="19075">
                  <c:v>5.3254900000000003</c:v>
                </c:pt>
                <c:pt idx="19076">
                  <c:v>5.3257899999999996</c:v>
                </c:pt>
                <c:pt idx="19077">
                  <c:v>5.3261000000000003</c:v>
                </c:pt>
                <c:pt idx="19078">
                  <c:v>5.3264100000000001</c:v>
                </c:pt>
                <c:pt idx="19079">
                  <c:v>5.3267100000000003</c:v>
                </c:pt>
                <c:pt idx="19080">
                  <c:v>5.3270200000000001</c:v>
                </c:pt>
                <c:pt idx="19081">
                  <c:v>5.3273200000000003</c:v>
                </c:pt>
                <c:pt idx="19082">
                  <c:v>5.3276300000000001</c:v>
                </c:pt>
                <c:pt idx="19083">
                  <c:v>5.3279300000000003</c:v>
                </c:pt>
                <c:pt idx="19084">
                  <c:v>5.3282400000000001</c:v>
                </c:pt>
                <c:pt idx="19085">
                  <c:v>5.3285400000000003</c:v>
                </c:pt>
                <c:pt idx="19086">
                  <c:v>5.3288500000000001</c:v>
                </c:pt>
                <c:pt idx="19087">
                  <c:v>5.3291500000000003</c:v>
                </c:pt>
                <c:pt idx="19088">
                  <c:v>5.3294600000000001</c:v>
                </c:pt>
                <c:pt idx="19089">
                  <c:v>5.3297600000000003</c:v>
                </c:pt>
                <c:pt idx="19090">
                  <c:v>5.3300700000000001</c:v>
                </c:pt>
                <c:pt idx="19091">
                  <c:v>5.3303799999999999</c:v>
                </c:pt>
                <c:pt idx="19092">
                  <c:v>5.3306800000000001</c:v>
                </c:pt>
                <c:pt idx="19093">
                  <c:v>5.3309899999999999</c:v>
                </c:pt>
                <c:pt idx="19094">
                  <c:v>5.3312900000000001</c:v>
                </c:pt>
                <c:pt idx="19095">
                  <c:v>5.3315999999999999</c:v>
                </c:pt>
                <c:pt idx="19096">
                  <c:v>5.3319000000000001</c:v>
                </c:pt>
                <c:pt idx="19097">
                  <c:v>5.3322099999999999</c:v>
                </c:pt>
                <c:pt idx="19098">
                  <c:v>5.3325100000000001</c:v>
                </c:pt>
                <c:pt idx="19099">
                  <c:v>5.3328199999999999</c:v>
                </c:pt>
                <c:pt idx="19100">
                  <c:v>5.3331200000000001</c:v>
                </c:pt>
                <c:pt idx="19101">
                  <c:v>5.3334299999999999</c:v>
                </c:pt>
                <c:pt idx="19102">
                  <c:v>5.3337300000000001</c:v>
                </c:pt>
                <c:pt idx="19103">
                  <c:v>5.3340399999999999</c:v>
                </c:pt>
                <c:pt idx="19104">
                  <c:v>5.3343499999999997</c:v>
                </c:pt>
                <c:pt idx="19105">
                  <c:v>5.3346499999999999</c:v>
                </c:pt>
                <c:pt idx="19106">
                  <c:v>5.3349599999999997</c:v>
                </c:pt>
                <c:pt idx="19107">
                  <c:v>5.3352599999999999</c:v>
                </c:pt>
                <c:pt idx="19108">
                  <c:v>5.3355699999999997</c:v>
                </c:pt>
                <c:pt idx="19109">
                  <c:v>5.3358699999999999</c:v>
                </c:pt>
                <c:pt idx="19110">
                  <c:v>5.3361799999999997</c:v>
                </c:pt>
                <c:pt idx="19111">
                  <c:v>5.3364799999999999</c:v>
                </c:pt>
                <c:pt idx="19112">
                  <c:v>5.3367899999999997</c:v>
                </c:pt>
                <c:pt idx="19113">
                  <c:v>5.3370899999999999</c:v>
                </c:pt>
                <c:pt idx="19114">
                  <c:v>5.3373999999999997</c:v>
                </c:pt>
                <c:pt idx="19115">
                  <c:v>5.3377100000000004</c:v>
                </c:pt>
                <c:pt idx="19116">
                  <c:v>5.3380099999999997</c:v>
                </c:pt>
                <c:pt idx="19117">
                  <c:v>5.3383200000000004</c:v>
                </c:pt>
                <c:pt idx="19118">
                  <c:v>5.3386199999999997</c:v>
                </c:pt>
                <c:pt idx="19119">
                  <c:v>5.3389300000000004</c:v>
                </c:pt>
                <c:pt idx="19120">
                  <c:v>5.3392299999999997</c:v>
                </c:pt>
                <c:pt idx="19121">
                  <c:v>5.3395400000000004</c:v>
                </c:pt>
                <c:pt idx="19122">
                  <c:v>5.3398399999999997</c:v>
                </c:pt>
                <c:pt idx="19123">
                  <c:v>5.3401500000000004</c:v>
                </c:pt>
                <c:pt idx="19124">
                  <c:v>5.3404499999999997</c:v>
                </c:pt>
                <c:pt idx="19125">
                  <c:v>5.3407600000000004</c:v>
                </c:pt>
                <c:pt idx="19126">
                  <c:v>5.3410599999999997</c:v>
                </c:pt>
                <c:pt idx="19127">
                  <c:v>5.3413700000000004</c:v>
                </c:pt>
                <c:pt idx="19128">
                  <c:v>5.3416800000000002</c:v>
                </c:pt>
                <c:pt idx="19129">
                  <c:v>5.3419800000000004</c:v>
                </c:pt>
                <c:pt idx="19130">
                  <c:v>5.3422900000000002</c:v>
                </c:pt>
                <c:pt idx="19131">
                  <c:v>5.3425900000000004</c:v>
                </c:pt>
                <c:pt idx="19132">
                  <c:v>5.3429000000000002</c:v>
                </c:pt>
                <c:pt idx="19133">
                  <c:v>5.3432000000000004</c:v>
                </c:pt>
                <c:pt idx="19134">
                  <c:v>5.3435100000000002</c:v>
                </c:pt>
                <c:pt idx="19135">
                  <c:v>5.3438100000000004</c:v>
                </c:pt>
                <c:pt idx="19136">
                  <c:v>5.3441200000000002</c:v>
                </c:pt>
                <c:pt idx="19137">
                  <c:v>5.3444200000000004</c:v>
                </c:pt>
                <c:pt idx="19138">
                  <c:v>5.3447300000000002</c:v>
                </c:pt>
                <c:pt idx="19139">
                  <c:v>5.3450300000000004</c:v>
                </c:pt>
                <c:pt idx="19140">
                  <c:v>5.3453400000000002</c:v>
                </c:pt>
                <c:pt idx="19141">
                  <c:v>5.34565</c:v>
                </c:pt>
                <c:pt idx="19142">
                  <c:v>5.3459500000000002</c:v>
                </c:pt>
                <c:pt idx="19143">
                  <c:v>5.34626</c:v>
                </c:pt>
                <c:pt idx="19144">
                  <c:v>5.3465600000000002</c:v>
                </c:pt>
                <c:pt idx="19145">
                  <c:v>5.34687</c:v>
                </c:pt>
                <c:pt idx="19146">
                  <c:v>5.3471700000000002</c:v>
                </c:pt>
                <c:pt idx="19147">
                  <c:v>5.34748</c:v>
                </c:pt>
                <c:pt idx="19148">
                  <c:v>5.3477800000000002</c:v>
                </c:pt>
                <c:pt idx="19149">
                  <c:v>5.34809</c:v>
                </c:pt>
                <c:pt idx="19150">
                  <c:v>5.3483900000000002</c:v>
                </c:pt>
                <c:pt idx="19151">
                  <c:v>5.3487</c:v>
                </c:pt>
                <c:pt idx="19152">
                  <c:v>5.3490000000000002</c:v>
                </c:pt>
                <c:pt idx="19153">
                  <c:v>5.34931</c:v>
                </c:pt>
                <c:pt idx="19154">
                  <c:v>5.3496199999999998</c:v>
                </c:pt>
                <c:pt idx="19155">
                  <c:v>5.34992</c:v>
                </c:pt>
                <c:pt idx="19156">
                  <c:v>5.3502299999999998</c:v>
                </c:pt>
                <c:pt idx="19157">
                  <c:v>5.35053</c:v>
                </c:pt>
                <c:pt idx="19158">
                  <c:v>5.3508399999999998</c:v>
                </c:pt>
                <c:pt idx="19159">
                  <c:v>5.35114</c:v>
                </c:pt>
                <c:pt idx="19160">
                  <c:v>5.3514499999999998</c:v>
                </c:pt>
                <c:pt idx="19161">
                  <c:v>5.35175</c:v>
                </c:pt>
                <c:pt idx="19162">
                  <c:v>5.3520599999999998</c:v>
                </c:pt>
                <c:pt idx="19163">
                  <c:v>5.35236</c:v>
                </c:pt>
                <c:pt idx="19164">
                  <c:v>5.3526699999999998</c:v>
                </c:pt>
                <c:pt idx="19165">
                  <c:v>5.35297</c:v>
                </c:pt>
                <c:pt idx="19166">
                  <c:v>5.3532799999999998</c:v>
                </c:pt>
                <c:pt idx="19167">
                  <c:v>5.3535899999999996</c:v>
                </c:pt>
                <c:pt idx="19168">
                  <c:v>5.3538899999999998</c:v>
                </c:pt>
                <c:pt idx="19169">
                  <c:v>5.3541999999999996</c:v>
                </c:pt>
                <c:pt idx="19170">
                  <c:v>5.3544999999999998</c:v>
                </c:pt>
                <c:pt idx="19171">
                  <c:v>5.3548099999999996</c:v>
                </c:pt>
                <c:pt idx="19172">
                  <c:v>5.3551099999999998</c:v>
                </c:pt>
                <c:pt idx="19173">
                  <c:v>5.3554199999999996</c:v>
                </c:pt>
                <c:pt idx="19174">
                  <c:v>5.3557199999999998</c:v>
                </c:pt>
                <c:pt idx="19175">
                  <c:v>5.3560299999999996</c:v>
                </c:pt>
                <c:pt idx="19176">
                  <c:v>5.3563299999999998</c:v>
                </c:pt>
                <c:pt idx="19177">
                  <c:v>5.3566399999999996</c:v>
                </c:pt>
                <c:pt idx="19178">
                  <c:v>5.3569500000000003</c:v>
                </c:pt>
                <c:pt idx="19179">
                  <c:v>5.3572499999999996</c:v>
                </c:pt>
                <c:pt idx="19180">
                  <c:v>5.3575600000000003</c:v>
                </c:pt>
                <c:pt idx="19181">
                  <c:v>5.3578599999999996</c:v>
                </c:pt>
                <c:pt idx="19182">
                  <c:v>5.3581700000000003</c:v>
                </c:pt>
                <c:pt idx="19183">
                  <c:v>5.3584699999999996</c:v>
                </c:pt>
                <c:pt idx="19184">
                  <c:v>5.3587800000000003</c:v>
                </c:pt>
                <c:pt idx="19185">
                  <c:v>5.3590799999999996</c:v>
                </c:pt>
                <c:pt idx="19186">
                  <c:v>5.3593900000000003</c:v>
                </c:pt>
                <c:pt idx="19187">
                  <c:v>5.3596899999999996</c:v>
                </c:pt>
                <c:pt idx="19188">
                  <c:v>5.36</c:v>
                </c:pt>
                <c:pt idx="19189">
                  <c:v>5.3602999999999996</c:v>
                </c:pt>
                <c:pt idx="19190">
                  <c:v>5.3606100000000003</c:v>
                </c:pt>
                <c:pt idx="19191">
                  <c:v>5.3609200000000001</c:v>
                </c:pt>
                <c:pt idx="19192">
                  <c:v>5.3612200000000003</c:v>
                </c:pt>
                <c:pt idx="19193">
                  <c:v>5.3615300000000001</c:v>
                </c:pt>
                <c:pt idx="19194">
                  <c:v>5.3618300000000003</c:v>
                </c:pt>
                <c:pt idx="19195">
                  <c:v>5.3621400000000001</c:v>
                </c:pt>
                <c:pt idx="19196">
                  <c:v>5.3624400000000003</c:v>
                </c:pt>
                <c:pt idx="19197">
                  <c:v>5.3627500000000001</c:v>
                </c:pt>
                <c:pt idx="19198">
                  <c:v>5.3630500000000003</c:v>
                </c:pt>
                <c:pt idx="19199">
                  <c:v>5.3633600000000001</c:v>
                </c:pt>
                <c:pt idx="19200">
                  <c:v>5.3636600000000003</c:v>
                </c:pt>
                <c:pt idx="19201">
                  <c:v>5.3639700000000001</c:v>
                </c:pt>
                <c:pt idx="19202">
                  <c:v>5.3642700000000003</c:v>
                </c:pt>
                <c:pt idx="19203">
                  <c:v>5.3645800000000001</c:v>
                </c:pt>
                <c:pt idx="19204">
                  <c:v>5.3648899999999999</c:v>
                </c:pt>
                <c:pt idx="19205">
                  <c:v>5.3651900000000001</c:v>
                </c:pt>
                <c:pt idx="19206">
                  <c:v>5.3654999999999999</c:v>
                </c:pt>
                <c:pt idx="19207">
                  <c:v>5.3658000000000001</c:v>
                </c:pt>
                <c:pt idx="19208">
                  <c:v>5.3661099999999999</c:v>
                </c:pt>
                <c:pt idx="19209">
                  <c:v>5.3664100000000001</c:v>
                </c:pt>
                <c:pt idx="19210">
                  <c:v>5.3667199999999999</c:v>
                </c:pt>
                <c:pt idx="19211">
                  <c:v>5.3670200000000001</c:v>
                </c:pt>
                <c:pt idx="19212">
                  <c:v>5.3673299999999999</c:v>
                </c:pt>
                <c:pt idx="19213">
                  <c:v>5.3676300000000001</c:v>
                </c:pt>
                <c:pt idx="19214">
                  <c:v>5.3679399999999999</c:v>
                </c:pt>
                <c:pt idx="19215">
                  <c:v>5.3682400000000001</c:v>
                </c:pt>
                <c:pt idx="19216">
                  <c:v>5.3685499999999999</c:v>
                </c:pt>
                <c:pt idx="19217">
                  <c:v>5.3688599999999997</c:v>
                </c:pt>
                <c:pt idx="19218">
                  <c:v>5.3691599999999999</c:v>
                </c:pt>
                <c:pt idx="19219">
                  <c:v>5.3694699999999997</c:v>
                </c:pt>
                <c:pt idx="19220">
                  <c:v>5.3697699999999999</c:v>
                </c:pt>
                <c:pt idx="19221">
                  <c:v>5.3700799999999997</c:v>
                </c:pt>
                <c:pt idx="19222">
                  <c:v>5.3703799999999999</c:v>
                </c:pt>
                <c:pt idx="19223">
                  <c:v>5.3706899999999997</c:v>
                </c:pt>
                <c:pt idx="19224">
                  <c:v>5.3709899999999999</c:v>
                </c:pt>
                <c:pt idx="19225">
                  <c:v>5.3712999999999997</c:v>
                </c:pt>
                <c:pt idx="19226">
                  <c:v>5.3715999999999999</c:v>
                </c:pt>
                <c:pt idx="19227">
                  <c:v>5.3719099999999997</c:v>
                </c:pt>
                <c:pt idx="19228">
                  <c:v>5.3722099999999999</c:v>
                </c:pt>
                <c:pt idx="19229">
                  <c:v>5.3725199999999997</c:v>
                </c:pt>
                <c:pt idx="19230">
                  <c:v>5.3728300000000004</c:v>
                </c:pt>
                <c:pt idx="19231">
                  <c:v>5.3731299999999997</c:v>
                </c:pt>
                <c:pt idx="19232">
                  <c:v>5.3734400000000004</c:v>
                </c:pt>
                <c:pt idx="19233">
                  <c:v>5.3737399999999997</c:v>
                </c:pt>
                <c:pt idx="19234">
                  <c:v>5.3740500000000004</c:v>
                </c:pt>
                <c:pt idx="19235">
                  <c:v>5.3743499999999997</c:v>
                </c:pt>
                <c:pt idx="19236">
                  <c:v>5.3746600000000004</c:v>
                </c:pt>
                <c:pt idx="19237">
                  <c:v>5.3749599999999997</c:v>
                </c:pt>
                <c:pt idx="19238">
                  <c:v>5.3752700000000004</c:v>
                </c:pt>
                <c:pt idx="19239">
                  <c:v>5.3755699999999997</c:v>
                </c:pt>
                <c:pt idx="19240">
                  <c:v>5.3758800000000004</c:v>
                </c:pt>
                <c:pt idx="19241">
                  <c:v>5.3761900000000002</c:v>
                </c:pt>
                <c:pt idx="19242">
                  <c:v>5.3764900000000004</c:v>
                </c:pt>
                <c:pt idx="19243">
                  <c:v>5.3768000000000002</c:v>
                </c:pt>
                <c:pt idx="19244">
                  <c:v>5.3771000000000004</c:v>
                </c:pt>
                <c:pt idx="19245">
                  <c:v>5.3774100000000002</c:v>
                </c:pt>
                <c:pt idx="19246">
                  <c:v>5.3777100000000004</c:v>
                </c:pt>
                <c:pt idx="19247">
                  <c:v>5.3780200000000002</c:v>
                </c:pt>
                <c:pt idx="19248">
                  <c:v>5.3783200000000004</c:v>
                </c:pt>
                <c:pt idx="19249">
                  <c:v>5.3786300000000002</c:v>
                </c:pt>
                <c:pt idx="19250">
                  <c:v>5.3789300000000004</c:v>
                </c:pt>
                <c:pt idx="19251">
                  <c:v>5.3792400000000002</c:v>
                </c:pt>
                <c:pt idx="19252">
                  <c:v>5.3795400000000004</c:v>
                </c:pt>
                <c:pt idx="19253">
                  <c:v>5.3798500000000002</c:v>
                </c:pt>
                <c:pt idx="19254">
                  <c:v>5.3801600000000001</c:v>
                </c:pt>
                <c:pt idx="19255">
                  <c:v>5.3804600000000002</c:v>
                </c:pt>
                <c:pt idx="19256">
                  <c:v>5.3807700000000001</c:v>
                </c:pt>
                <c:pt idx="19257">
                  <c:v>5.3810700000000002</c:v>
                </c:pt>
                <c:pt idx="19258">
                  <c:v>5.3813800000000001</c:v>
                </c:pt>
                <c:pt idx="19259">
                  <c:v>5.3816800000000002</c:v>
                </c:pt>
                <c:pt idx="19260">
                  <c:v>5.3819900000000001</c:v>
                </c:pt>
                <c:pt idx="19261">
                  <c:v>5.3822900000000002</c:v>
                </c:pt>
                <c:pt idx="19262">
                  <c:v>5.3826000000000001</c:v>
                </c:pt>
                <c:pt idx="19263">
                  <c:v>5.3829000000000002</c:v>
                </c:pt>
                <c:pt idx="19264">
                  <c:v>5.3832100000000001</c:v>
                </c:pt>
                <c:pt idx="19265">
                  <c:v>5.3835100000000002</c:v>
                </c:pt>
                <c:pt idx="19266">
                  <c:v>5.3838200000000001</c:v>
                </c:pt>
                <c:pt idx="19267">
                  <c:v>5.3841299999999999</c:v>
                </c:pt>
                <c:pt idx="19268">
                  <c:v>5.38443</c:v>
                </c:pt>
                <c:pt idx="19269">
                  <c:v>5.3847399999999999</c:v>
                </c:pt>
                <c:pt idx="19270">
                  <c:v>5.38504</c:v>
                </c:pt>
                <c:pt idx="19271">
                  <c:v>5.3853499999999999</c:v>
                </c:pt>
                <c:pt idx="19272">
                  <c:v>5.38565</c:v>
                </c:pt>
                <c:pt idx="19273">
                  <c:v>5.3859599999999999</c:v>
                </c:pt>
                <c:pt idx="19274">
                  <c:v>5.38626</c:v>
                </c:pt>
                <c:pt idx="19275">
                  <c:v>5.3865699999999999</c:v>
                </c:pt>
                <c:pt idx="19276">
                  <c:v>5.38687</c:v>
                </c:pt>
                <c:pt idx="19277">
                  <c:v>5.3871799999999999</c:v>
                </c:pt>
                <c:pt idx="19278">
                  <c:v>5.38748</c:v>
                </c:pt>
                <c:pt idx="19279">
                  <c:v>5.3877899999999999</c:v>
                </c:pt>
                <c:pt idx="19280">
                  <c:v>5.3880999999999997</c:v>
                </c:pt>
                <c:pt idx="19281">
                  <c:v>5.3883999999999999</c:v>
                </c:pt>
                <c:pt idx="19282">
                  <c:v>5.3887099999999997</c:v>
                </c:pt>
                <c:pt idx="19283">
                  <c:v>5.3890099999999999</c:v>
                </c:pt>
                <c:pt idx="19284">
                  <c:v>5.3893199999999997</c:v>
                </c:pt>
                <c:pt idx="19285">
                  <c:v>5.3896199999999999</c:v>
                </c:pt>
                <c:pt idx="19286">
                  <c:v>5.3899299999999997</c:v>
                </c:pt>
                <c:pt idx="19287">
                  <c:v>5.3902299999999999</c:v>
                </c:pt>
                <c:pt idx="19288">
                  <c:v>5.3905399999999997</c:v>
                </c:pt>
                <c:pt idx="19289">
                  <c:v>5.3908399999999999</c:v>
                </c:pt>
                <c:pt idx="19290">
                  <c:v>5.3911499999999997</c:v>
                </c:pt>
                <c:pt idx="19291">
                  <c:v>5.3914600000000004</c:v>
                </c:pt>
                <c:pt idx="19292">
                  <c:v>5.3917599999999997</c:v>
                </c:pt>
                <c:pt idx="19293">
                  <c:v>5.3920700000000004</c:v>
                </c:pt>
                <c:pt idx="19294">
                  <c:v>5.3923699999999997</c:v>
                </c:pt>
                <c:pt idx="19295">
                  <c:v>5.3926800000000004</c:v>
                </c:pt>
                <c:pt idx="19296">
                  <c:v>5.3929799999999997</c:v>
                </c:pt>
                <c:pt idx="19297">
                  <c:v>5.3932900000000004</c:v>
                </c:pt>
                <c:pt idx="19298">
                  <c:v>5.3935899999999997</c:v>
                </c:pt>
                <c:pt idx="19299">
                  <c:v>5.3939000000000004</c:v>
                </c:pt>
                <c:pt idx="19300">
                  <c:v>5.3941999999999997</c:v>
                </c:pt>
                <c:pt idx="19301">
                  <c:v>5.3945100000000004</c:v>
                </c:pt>
                <c:pt idx="19302">
                  <c:v>5.3948099999999997</c:v>
                </c:pt>
                <c:pt idx="19303">
                  <c:v>5.3951200000000004</c:v>
                </c:pt>
                <c:pt idx="19304">
                  <c:v>5.3954300000000002</c:v>
                </c:pt>
                <c:pt idx="19305">
                  <c:v>5.3957300000000004</c:v>
                </c:pt>
                <c:pt idx="19306">
                  <c:v>5.3960400000000002</c:v>
                </c:pt>
                <c:pt idx="19307">
                  <c:v>5.3963400000000004</c:v>
                </c:pt>
                <c:pt idx="19308">
                  <c:v>5.3966500000000002</c:v>
                </c:pt>
                <c:pt idx="19309">
                  <c:v>5.3969500000000004</c:v>
                </c:pt>
                <c:pt idx="19310">
                  <c:v>5.3972600000000002</c:v>
                </c:pt>
                <c:pt idx="19311">
                  <c:v>5.3975600000000004</c:v>
                </c:pt>
                <c:pt idx="19312">
                  <c:v>5.3978700000000002</c:v>
                </c:pt>
                <c:pt idx="19313">
                  <c:v>5.3981700000000004</c:v>
                </c:pt>
                <c:pt idx="19314">
                  <c:v>5.3984800000000002</c:v>
                </c:pt>
                <c:pt idx="19315">
                  <c:v>5.3987800000000004</c:v>
                </c:pt>
                <c:pt idx="19316">
                  <c:v>5.3990900000000002</c:v>
                </c:pt>
                <c:pt idx="19317">
                  <c:v>5.3994</c:v>
                </c:pt>
                <c:pt idx="19318">
                  <c:v>5.3997000000000002</c:v>
                </c:pt>
                <c:pt idx="19319">
                  <c:v>5.40001</c:v>
                </c:pt>
                <c:pt idx="19320">
                  <c:v>5.4003100000000002</c:v>
                </c:pt>
                <c:pt idx="19321">
                  <c:v>5.40062</c:v>
                </c:pt>
                <c:pt idx="19322">
                  <c:v>5.4009200000000002</c:v>
                </c:pt>
                <c:pt idx="19323">
                  <c:v>5.40123</c:v>
                </c:pt>
                <c:pt idx="19324">
                  <c:v>5.4015300000000002</c:v>
                </c:pt>
                <c:pt idx="19325">
                  <c:v>5.40184</c:v>
                </c:pt>
                <c:pt idx="19326">
                  <c:v>5.4021400000000002</c:v>
                </c:pt>
                <c:pt idx="19327">
                  <c:v>5.40245</c:v>
                </c:pt>
                <c:pt idx="19328">
                  <c:v>5.4027500000000002</c:v>
                </c:pt>
                <c:pt idx="19329">
                  <c:v>5.40306</c:v>
                </c:pt>
                <c:pt idx="19330">
                  <c:v>5.4033699999999998</c:v>
                </c:pt>
                <c:pt idx="19331">
                  <c:v>5.40367</c:v>
                </c:pt>
                <c:pt idx="19332">
                  <c:v>5.4039799999999998</c:v>
                </c:pt>
                <c:pt idx="19333">
                  <c:v>5.40428</c:v>
                </c:pt>
                <c:pt idx="19334">
                  <c:v>5.4045899999999998</c:v>
                </c:pt>
                <c:pt idx="19335">
                  <c:v>5.40489</c:v>
                </c:pt>
                <c:pt idx="19336">
                  <c:v>5.4051999999999998</c:v>
                </c:pt>
                <c:pt idx="19337">
                  <c:v>5.4055</c:v>
                </c:pt>
                <c:pt idx="19338">
                  <c:v>5.4058099999999998</c:v>
                </c:pt>
                <c:pt idx="19339">
                  <c:v>5.40611</c:v>
                </c:pt>
                <c:pt idx="19340">
                  <c:v>5.4064199999999998</c:v>
                </c:pt>
                <c:pt idx="19341">
                  <c:v>5.40672</c:v>
                </c:pt>
                <c:pt idx="19342">
                  <c:v>5.4070299999999998</c:v>
                </c:pt>
                <c:pt idx="19343">
                  <c:v>5.4073399999999996</c:v>
                </c:pt>
                <c:pt idx="19344">
                  <c:v>5.4076399999999998</c:v>
                </c:pt>
                <c:pt idx="19345">
                  <c:v>5.4079499999999996</c:v>
                </c:pt>
                <c:pt idx="19346">
                  <c:v>5.4082499999999998</c:v>
                </c:pt>
                <c:pt idx="19347">
                  <c:v>5.4085599999999996</c:v>
                </c:pt>
                <c:pt idx="19348">
                  <c:v>5.4088599999999998</c:v>
                </c:pt>
                <c:pt idx="19349">
                  <c:v>5.4091699999999996</c:v>
                </c:pt>
                <c:pt idx="19350">
                  <c:v>5.4094699999999998</c:v>
                </c:pt>
                <c:pt idx="19351">
                  <c:v>5.4097799999999996</c:v>
                </c:pt>
                <c:pt idx="19352">
                  <c:v>5.4100799999999998</c:v>
                </c:pt>
                <c:pt idx="19353">
                  <c:v>5.4103899999999996</c:v>
                </c:pt>
                <c:pt idx="19354">
                  <c:v>5.4107000000000003</c:v>
                </c:pt>
                <c:pt idx="19355">
                  <c:v>5.4109999999999996</c:v>
                </c:pt>
                <c:pt idx="19356">
                  <c:v>5.4113100000000003</c:v>
                </c:pt>
                <c:pt idx="19357">
                  <c:v>5.4116099999999996</c:v>
                </c:pt>
                <c:pt idx="19358">
                  <c:v>5.4119200000000003</c:v>
                </c:pt>
                <c:pt idx="19359">
                  <c:v>5.4122199999999996</c:v>
                </c:pt>
                <c:pt idx="19360">
                  <c:v>5.4125300000000003</c:v>
                </c:pt>
                <c:pt idx="19361">
                  <c:v>5.4128299999999996</c:v>
                </c:pt>
                <c:pt idx="19362">
                  <c:v>5.4131400000000003</c:v>
                </c:pt>
                <c:pt idx="19363">
                  <c:v>5.4134399999999996</c:v>
                </c:pt>
                <c:pt idx="19364">
                  <c:v>5.4137500000000003</c:v>
                </c:pt>
                <c:pt idx="19365">
                  <c:v>5.4140499999999996</c:v>
                </c:pt>
                <c:pt idx="19366">
                  <c:v>5.4143600000000003</c:v>
                </c:pt>
                <c:pt idx="19367">
                  <c:v>5.4146700000000001</c:v>
                </c:pt>
                <c:pt idx="19368">
                  <c:v>5.4149700000000003</c:v>
                </c:pt>
                <c:pt idx="19369">
                  <c:v>5.4152800000000001</c:v>
                </c:pt>
                <c:pt idx="19370">
                  <c:v>5.4155800000000003</c:v>
                </c:pt>
                <c:pt idx="19371">
                  <c:v>5.4158900000000001</c:v>
                </c:pt>
                <c:pt idx="19372">
                  <c:v>5.4161900000000003</c:v>
                </c:pt>
                <c:pt idx="19373">
                  <c:v>5.4165000000000001</c:v>
                </c:pt>
                <c:pt idx="19374">
                  <c:v>5.4168000000000003</c:v>
                </c:pt>
                <c:pt idx="19375">
                  <c:v>5.4171100000000001</c:v>
                </c:pt>
                <c:pt idx="19376">
                  <c:v>5.4174100000000003</c:v>
                </c:pt>
                <c:pt idx="19377">
                  <c:v>5.4177200000000001</c:v>
                </c:pt>
                <c:pt idx="19378">
                  <c:v>5.4180200000000003</c:v>
                </c:pt>
                <c:pt idx="19379">
                  <c:v>5.4183300000000001</c:v>
                </c:pt>
                <c:pt idx="19380">
                  <c:v>5.4186399999999999</c:v>
                </c:pt>
                <c:pt idx="19381">
                  <c:v>5.4189400000000001</c:v>
                </c:pt>
                <c:pt idx="19382">
                  <c:v>5.4192499999999999</c:v>
                </c:pt>
                <c:pt idx="19383">
                  <c:v>5.4195500000000001</c:v>
                </c:pt>
                <c:pt idx="19384">
                  <c:v>5.4198599999999999</c:v>
                </c:pt>
                <c:pt idx="19385">
                  <c:v>5.4201600000000001</c:v>
                </c:pt>
                <c:pt idx="19386">
                  <c:v>5.4204699999999999</c:v>
                </c:pt>
                <c:pt idx="19387">
                  <c:v>5.4207700000000001</c:v>
                </c:pt>
                <c:pt idx="19388">
                  <c:v>5.4210799999999999</c:v>
                </c:pt>
                <c:pt idx="19389">
                  <c:v>5.4213800000000001</c:v>
                </c:pt>
                <c:pt idx="19390">
                  <c:v>5.4216899999999999</c:v>
                </c:pt>
                <c:pt idx="19391">
                  <c:v>5.4219900000000001</c:v>
                </c:pt>
                <c:pt idx="19392">
                  <c:v>5.4222999999999999</c:v>
                </c:pt>
                <c:pt idx="19393">
                  <c:v>5.4226099999999997</c:v>
                </c:pt>
                <c:pt idx="19394">
                  <c:v>5.4229099999999999</c:v>
                </c:pt>
                <c:pt idx="19395">
                  <c:v>5.4232199999999997</c:v>
                </c:pt>
                <c:pt idx="19396">
                  <c:v>5.4235199999999999</c:v>
                </c:pt>
                <c:pt idx="19397">
                  <c:v>5.4238299999999997</c:v>
                </c:pt>
                <c:pt idx="19398">
                  <c:v>5.4241299999999999</c:v>
                </c:pt>
                <c:pt idx="19399">
                  <c:v>5.4244399999999997</c:v>
                </c:pt>
                <c:pt idx="19400">
                  <c:v>5.4247399999999999</c:v>
                </c:pt>
                <c:pt idx="19401">
                  <c:v>5.4250499999999997</c:v>
                </c:pt>
                <c:pt idx="19402">
                  <c:v>5.4253499999999999</c:v>
                </c:pt>
                <c:pt idx="19403">
                  <c:v>5.4256599999999997</c:v>
                </c:pt>
                <c:pt idx="19404">
                  <c:v>5.4259599999999999</c:v>
                </c:pt>
                <c:pt idx="19405">
                  <c:v>5.4262699999999997</c:v>
                </c:pt>
                <c:pt idx="19406">
                  <c:v>5.4265800000000004</c:v>
                </c:pt>
                <c:pt idx="19407">
                  <c:v>5.4268799999999997</c:v>
                </c:pt>
                <c:pt idx="19408">
                  <c:v>5.4271900000000004</c:v>
                </c:pt>
                <c:pt idx="19409">
                  <c:v>5.4274899999999997</c:v>
                </c:pt>
                <c:pt idx="19410">
                  <c:v>5.4278000000000004</c:v>
                </c:pt>
                <c:pt idx="19411">
                  <c:v>5.4280999999999997</c:v>
                </c:pt>
                <c:pt idx="19412">
                  <c:v>5.4284100000000004</c:v>
                </c:pt>
                <c:pt idx="19413">
                  <c:v>5.4287099999999997</c:v>
                </c:pt>
                <c:pt idx="19414">
                  <c:v>5.4290200000000004</c:v>
                </c:pt>
                <c:pt idx="19415">
                  <c:v>5.4293199999999997</c:v>
                </c:pt>
                <c:pt idx="19416">
                  <c:v>5.4296300000000004</c:v>
                </c:pt>
                <c:pt idx="19417">
                  <c:v>5.4299400000000002</c:v>
                </c:pt>
                <c:pt idx="19418">
                  <c:v>5.4302400000000004</c:v>
                </c:pt>
                <c:pt idx="19419">
                  <c:v>5.4305500000000002</c:v>
                </c:pt>
                <c:pt idx="19420">
                  <c:v>5.4308500000000004</c:v>
                </c:pt>
                <c:pt idx="19421">
                  <c:v>5.4311600000000002</c:v>
                </c:pt>
                <c:pt idx="19422">
                  <c:v>5.4314600000000004</c:v>
                </c:pt>
                <c:pt idx="19423">
                  <c:v>5.4317700000000002</c:v>
                </c:pt>
                <c:pt idx="19424">
                  <c:v>5.4320700000000004</c:v>
                </c:pt>
                <c:pt idx="19425">
                  <c:v>5.4323800000000002</c:v>
                </c:pt>
                <c:pt idx="19426">
                  <c:v>5.4326800000000004</c:v>
                </c:pt>
                <c:pt idx="19427">
                  <c:v>5.4329900000000002</c:v>
                </c:pt>
                <c:pt idx="19428">
                  <c:v>5.4332900000000004</c:v>
                </c:pt>
                <c:pt idx="19429">
                  <c:v>5.4336000000000002</c:v>
                </c:pt>
                <c:pt idx="19430">
                  <c:v>5.43391</c:v>
                </c:pt>
                <c:pt idx="19431">
                  <c:v>5.4342100000000002</c:v>
                </c:pt>
                <c:pt idx="19432">
                  <c:v>5.43452</c:v>
                </c:pt>
                <c:pt idx="19433">
                  <c:v>5.4348200000000002</c:v>
                </c:pt>
                <c:pt idx="19434">
                  <c:v>5.43513</c:v>
                </c:pt>
                <c:pt idx="19435">
                  <c:v>5.4354300000000002</c:v>
                </c:pt>
                <c:pt idx="19436">
                  <c:v>5.43574</c:v>
                </c:pt>
                <c:pt idx="19437">
                  <c:v>5.4360400000000002</c:v>
                </c:pt>
                <c:pt idx="19438">
                  <c:v>5.43635</c:v>
                </c:pt>
                <c:pt idx="19439">
                  <c:v>5.4366500000000002</c:v>
                </c:pt>
                <c:pt idx="19440">
                  <c:v>5.43696</c:v>
                </c:pt>
                <c:pt idx="19441">
                  <c:v>5.4372600000000002</c:v>
                </c:pt>
                <c:pt idx="19442">
                  <c:v>5.43757</c:v>
                </c:pt>
                <c:pt idx="19443">
                  <c:v>5.4378799999999998</c:v>
                </c:pt>
                <c:pt idx="19444">
                  <c:v>5.43818</c:v>
                </c:pt>
                <c:pt idx="19445">
                  <c:v>5.4384899999999998</c:v>
                </c:pt>
                <c:pt idx="19446">
                  <c:v>5.43879</c:v>
                </c:pt>
                <c:pt idx="19447">
                  <c:v>5.4390999999999998</c:v>
                </c:pt>
                <c:pt idx="19448">
                  <c:v>5.4394</c:v>
                </c:pt>
                <c:pt idx="19449">
                  <c:v>5.4397099999999998</c:v>
                </c:pt>
                <c:pt idx="19450">
                  <c:v>5.44001</c:v>
                </c:pt>
                <c:pt idx="19451">
                  <c:v>5.4403199999999998</c:v>
                </c:pt>
                <c:pt idx="19452">
                  <c:v>5.44062</c:v>
                </c:pt>
                <c:pt idx="19453">
                  <c:v>5.4409299999999998</c:v>
                </c:pt>
                <c:pt idx="19454">
                  <c:v>5.44123</c:v>
                </c:pt>
                <c:pt idx="19455">
                  <c:v>5.4415399999999998</c:v>
                </c:pt>
                <c:pt idx="19456">
                  <c:v>5.4418499999999996</c:v>
                </c:pt>
                <c:pt idx="19457">
                  <c:v>5.4421499999999998</c:v>
                </c:pt>
                <c:pt idx="19458">
                  <c:v>5.4424599999999996</c:v>
                </c:pt>
                <c:pt idx="19459">
                  <c:v>5.4427599999999998</c:v>
                </c:pt>
                <c:pt idx="19460">
                  <c:v>5.4430699999999996</c:v>
                </c:pt>
                <c:pt idx="19461">
                  <c:v>5.4433699999999998</c:v>
                </c:pt>
                <c:pt idx="19462">
                  <c:v>5.4436799999999996</c:v>
                </c:pt>
                <c:pt idx="19463">
                  <c:v>5.4439799999999998</c:v>
                </c:pt>
                <c:pt idx="19464">
                  <c:v>5.4442899999999996</c:v>
                </c:pt>
                <c:pt idx="19465">
                  <c:v>5.4445899999999998</c:v>
                </c:pt>
                <c:pt idx="19466">
                  <c:v>5.4448999999999996</c:v>
                </c:pt>
                <c:pt idx="19467">
                  <c:v>5.4452100000000003</c:v>
                </c:pt>
                <c:pt idx="19468">
                  <c:v>5.4455099999999996</c:v>
                </c:pt>
                <c:pt idx="19469">
                  <c:v>5.4458200000000003</c:v>
                </c:pt>
                <c:pt idx="19470">
                  <c:v>5.4461199999999996</c:v>
                </c:pt>
                <c:pt idx="19471">
                  <c:v>5.4464300000000003</c:v>
                </c:pt>
                <c:pt idx="19472">
                  <c:v>5.4467299999999996</c:v>
                </c:pt>
                <c:pt idx="19473">
                  <c:v>5.4470400000000003</c:v>
                </c:pt>
                <c:pt idx="19474">
                  <c:v>5.4473399999999996</c:v>
                </c:pt>
                <c:pt idx="19475">
                  <c:v>5.4476500000000003</c:v>
                </c:pt>
                <c:pt idx="19476">
                  <c:v>5.4479499999999996</c:v>
                </c:pt>
                <c:pt idx="19477">
                  <c:v>5.4482600000000003</c:v>
                </c:pt>
                <c:pt idx="19478">
                  <c:v>5.4485599999999996</c:v>
                </c:pt>
                <c:pt idx="19479">
                  <c:v>5.4488700000000003</c:v>
                </c:pt>
                <c:pt idx="19480">
                  <c:v>5.4491800000000001</c:v>
                </c:pt>
                <c:pt idx="19481">
                  <c:v>5.4494800000000003</c:v>
                </c:pt>
                <c:pt idx="19482">
                  <c:v>5.4497900000000001</c:v>
                </c:pt>
                <c:pt idx="19483">
                  <c:v>5.4500900000000003</c:v>
                </c:pt>
                <c:pt idx="19484">
                  <c:v>5.4504000000000001</c:v>
                </c:pt>
                <c:pt idx="19485">
                  <c:v>5.4507000000000003</c:v>
                </c:pt>
                <c:pt idx="19486">
                  <c:v>5.4510100000000001</c:v>
                </c:pt>
                <c:pt idx="19487">
                  <c:v>5.4513100000000003</c:v>
                </c:pt>
                <c:pt idx="19488">
                  <c:v>5.4516200000000001</c:v>
                </c:pt>
                <c:pt idx="19489">
                  <c:v>5.4519200000000003</c:v>
                </c:pt>
                <c:pt idx="19490">
                  <c:v>5.4522300000000001</c:v>
                </c:pt>
                <c:pt idx="19491">
                  <c:v>5.4525300000000003</c:v>
                </c:pt>
                <c:pt idx="19492">
                  <c:v>5.4528400000000001</c:v>
                </c:pt>
                <c:pt idx="19493">
                  <c:v>5.4531499999999999</c:v>
                </c:pt>
                <c:pt idx="19494">
                  <c:v>5.4534500000000001</c:v>
                </c:pt>
                <c:pt idx="19495">
                  <c:v>5.4537599999999999</c:v>
                </c:pt>
                <c:pt idx="19496">
                  <c:v>5.4540600000000001</c:v>
                </c:pt>
                <c:pt idx="19497">
                  <c:v>5.4543699999999999</c:v>
                </c:pt>
                <c:pt idx="19498">
                  <c:v>5.4546700000000001</c:v>
                </c:pt>
                <c:pt idx="19499">
                  <c:v>5.4549799999999999</c:v>
                </c:pt>
                <c:pt idx="19500">
                  <c:v>5.4552800000000001</c:v>
                </c:pt>
                <c:pt idx="19501">
                  <c:v>5.4555899999999999</c:v>
                </c:pt>
                <c:pt idx="19502">
                  <c:v>5.4558900000000001</c:v>
                </c:pt>
                <c:pt idx="19503">
                  <c:v>5.4561999999999999</c:v>
                </c:pt>
                <c:pt idx="19504">
                  <c:v>5.4565000000000001</c:v>
                </c:pt>
                <c:pt idx="19505">
                  <c:v>5.4568099999999999</c:v>
                </c:pt>
                <c:pt idx="19506">
                  <c:v>5.4571199999999997</c:v>
                </c:pt>
                <c:pt idx="19507">
                  <c:v>5.4574199999999999</c:v>
                </c:pt>
                <c:pt idx="19508">
                  <c:v>5.4577299999999997</c:v>
                </c:pt>
                <c:pt idx="19509">
                  <c:v>5.4580299999999999</c:v>
                </c:pt>
                <c:pt idx="19510">
                  <c:v>5.4583399999999997</c:v>
                </c:pt>
                <c:pt idx="19511">
                  <c:v>5.4586399999999999</c:v>
                </c:pt>
                <c:pt idx="19512">
                  <c:v>5.4589499999999997</c:v>
                </c:pt>
                <c:pt idx="19513">
                  <c:v>5.4592499999999999</c:v>
                </c:pt>
                <c:pt idx="19514">
                  <c:v>5.4595599999999997</c:v>
                </c:pt>
                <c:pt idx="19515">
                  <c:v>5.4598599999999999</c:v>
                </c:pt>
                <c:pt idx="19516">
                  <c:v>5.4601699999999997</c:v>
                </c:pt>
                <c:pt idx="19517">
                  <c:v>5.4604699999999999</c:v>
                </c:pt>
                <c:pt idx="19518">
                  <c:v>5.4607799999999997</c:v>
                </c:pt>
                <c:pt idx="19519">
                  <c:v>5.4610900000000004</c:v>
                </c:pt>
                <c:pt idx="19520">
                  <c:v>5.4613899999999997</c:v>
                </c:pt>
                <c:pt idx="19521">
                  <c:v>5.4617000000000004</c:v>
                </c:pt>
                <c:pt idx="19522">
                  <c:v>5.4619999999999997</c:v>
                </c:pt>
                <c:pt idx="19523">
                  <c:v>5.4623100000000004</c:v>
                </c:pt>
                <c:pt idx="19524">
                  <c:v>5.4626099999999997</c:v>
                </c:pt>
                <c:pt idx="19525">
                  <c:v>5.4629200000000004</c:v>
                </c:pt>
                <c:pt idx="19526">
                  <c:v>5.4632199999999997</c:v>
                </c:pt>
                <c:pt idx="19527">
                  <c:v>5.4635300000000004</c:v>
                </c:pt>
                <c:pt idx="19528">
                  <c:v>5.4638299999999997</c:v>
                </c:pt>
                <c:pt idx="19529">
                  <c:v>5.4641400000000004</c:v>
                </c:pt>
                <c:pt idx="19530">
                  <c:v>5.4644500000000003</c:v>
                </c:pt>
                <c:pt idx="19531">
                  <c:v>5.4647500000000004</c:v>
                </c:pt>
                <c:pt idx="19532">
                  <c:v>5.4650600000000003</c:v>
                </c:pt>
                <c:pt idx="19533">
                  <c:v>5.4653600000000004</c:v>
                </c:pt>
                <c:pt idx="19534">
                  <c:v>5.4656700000000003</c:v>
                </c:pt>
                <c:pt idx="19535">
                  <c:v>5.4659700000000004</c:v>
                </c:pt>
                <c:pt idx="19536">
                  <c:v>5.4662800000000002</c:v>
                </c:pt>
                <c:pt idx="19537">
                  <c:v>5.4665800000000004</c:v>
                </c:pt>
                <c:pt idx="19538">
                  <c:v>5.4668900000000002</c:v>
                </c:pt>
                <c:pt idx="19539">
                  <c:v>5.4671900000000004</c:v>
                </c:pt>
                <c:pt idx="19540">
                  <c:v>5.4675000000000002</c:v>
                </c:pt>
                <c:pt idx="19541">
                  <c:v>5.4678000000000004</c:v>
                </c:pt>
                <c:pt idx="19542">
                  <c:v>5.4681100000000002</c:v>
                </c:pt>
                <c:pt idx="19543">
                  <c:v>5.4684200000000001</c:v>
                </c:pt>
                <c:pt idx="19544">
                  <c:v>5.4687200000000002</c:v>
                </c:pt>
                <c:pt idx="19545">
                  <c:v>5.4690300000000001</c:v>
                </c:pt>
                <c:pt idx="19546">
                  <c:v>5.4693300000000002</c:v>
                </c:pt>
                <c:pt idx="19547">
                  <c:v>5.4696400000000001</c:v>
                </c:pt>
                <c:pt idx="19548">
                  <c:v>5.4699400000000002</c:v>
                </c:pt>
                <c:pt idx="19549">
                  <c:v>5.4702500000000001</c:v>
                </c:pt>
                <c:pt idx="19550">
                  <c:v>5.4705500000000002</c:v>
                </c:pt>
                <c:pt idx="19551">
                  <c:v>5.4708600000000001</c:v>
                </c:pt>
                <c:pt idx="19552">
                  <c:v>5.4711600000000002</c:v>
                </c:pt>
                <c:pt idx="19553">
                  <c:v>5.4714700000000001</c:v>
                </c:pt>
                <c:pt idx="19554">
                  <c:v>5.4717700000000002</c:v>
                </c:pt>
                <c:pt idx="19555">
                  <c:v>5.4720800000000001</c:v>
                </c:pt>
                <c:pt idx="19556">
                  <c:v>5.4723899999999999</c:v>
                </c:pt>
                <c:pt idx="19557">
                  <c:v>5.4726900000000001</c:v>
                </c:pt>
                <c:pt idx="19558">
                  <c:v>5.4729999999999999</c:v>
                </c:pt>
                <c:pt idx="19559">
                  <c:v>5.4733000000000001</c:v>
                </c:pt>
                <c:pt idx="19560">
                  <c:v>5.4736099999999999</c:v>
                </c:pt>
                <c:pt idx="19561">
                  <c:v>5.4739100000000001</c:v>
                </c:pt>
                <c:pt idx="19562">
                  <c:v>5.4742199999999999</c:v>
                </c:pt>
                <c:pt idx="19563">
                  <c:v>5.4745200000000001</c:v>
                </c:pt>
                <c:pt idx="19564">
                  <c:v>5.4748299999999999</c:v>
                </c:pt>
                <c:pt idx="19565">
                  <c:v>5.4751300000000001</c:v>
                </c:pt>
                <c:pt idx="19566">
                  <c:v>5.4754399999999999</c:v>
                </c:pt>
                <c:pt idx="19567">
                  <c:v>5.4757400000000001</c:v>
                </c:pt>
                <c:pt idx="19568">
                  <c:v>5.4760499999999999</c:v>
                </c:pt>
                <c:pt idx="19569">
                  <c:v>5.4763599999999997</c:v>
                </c:pt>
                <c:pt idx="19570">
                  <c:v>5.4766599999999999</c:v>
                </c:pt>
                <c:pt idx="19571">
                  <c:v>5.4769699999999997</c:v>
                </c:pt>
                <c:pt idx="19572">
                  <c:v>5.4772699999999999</c:v>
                </c:pt>
                <c:pt idx="19573">
                  <c:v>5.4775799999999997</c:v>
                </c:pt>
                <c:pt idx="19574">
                  <c:v>5.4778799999999999</c:v>
                </c:pt>
                <c:pt idx="19575">
                  <c:v>5.4781899999999997</c:v>
                </c:pt>
                <c:pt idx="19576">
                  <c:v>5.4784899999999999</c:v>
                </c:pt>
                <c:pt idx="19577">
                  <c:v>5.4787999999999997</c:v>
                </c:pt>
                <c:pt idx="19578">
                  <c:v>5.4790999999999999</c:v>
                </c:pt>
                <c:pt idx="19579">
                  <c:v>5.4794099999999997</c:v>
                </c:pt>
                <c:pt idx="19580">
                  <c:v>5.4797099999999999</c:v>
                </c:pt>
                <c:pt idx="19581">
                  <c:v>5.4800199999999997</c:v>
                </c:pt>
                <c:pt idx="19582">
                  <c:v>5.4803300000000004</c:v>
                </c:pt>
                <c:pt idx="19583">
                  <c:v>5.4806299999999997</c:v>
                </c:pt>
                <c:pt idx="19584">
                  <c:v>5.4809400000000004</c:v>
                </c:pt>
                <c:pt idx="19585">
                  <c:v>5.4812399999999997</c:v>
                </c:pt>
                <c:pt idx="19586">
                  <c:v>5.4815500000000004</c:v>
                </c:pt>
                <c:pt idx="19587">
                  <c:v>5.4818499999999997</c:v>
                </c:pt>
                <c:pt idx="19588">
                  <c:v>5.4821600000000004</c:v>
                </c:pt>
                <c:pt idx="19589">
                  <c:v>5.4824599999999997</c:v>
                </c:pt>
                <c:pt idx="19590">
                  <c:v>5.4827700000000004</c:v>
                </c:pt>
                <c:pt idx="19591">
                  <c:v>5.4830699999999997</c:v>
                </c:pt>
                <c:pt idx="19592">
                  <c:v>5.4833800000000004</c:v>
                </c:pt>
                <c:pt idx="19593">
                  <c:v>5.4836900000000002</c:v>
                </c:pt>
                <c:pt idx="19594">
                  <c:v>5.4839900000000004</c:v>
                </c:pt>
                <c:pt idx="19595">
                  <c:v>5.4843000000000002</c:v>
                </c:pt>
                <c:pt idx="19596">
                  <c:v>5.4846000000000004</c:v>
                </c:pt>
                <c:pt idx="19597">
                  <c:v>5.4849100000000002</c:v>
                </c:pt>
                <c:pt idx="19598">
                  <c:v>5.4852100000000004</c:v>
                </c:pt>
                <c:pt idx="19599">
                  <c:v>5.4855200000000002</c:v>
                </c:pt>
                <c:pt idx="19600">
                  <c:v>5.4858200000000004</c:v>
                </c:pt>
                <c:pt idx="19601">
                  <c:v>5.4861300000000002</c:v>
                </c:pt>
                <c:pt idx="19602">
                  <c:v>5.4864300000000004</c:v>
                </c:pt>
                <c:pt idx="19603">
                  <c:v>5.4867400000000002</c:v>
                </c:pt>
                <c:pt idx="19604">
                  <c:v>5.4870400000000004</c:v>
                </c:pt>
                <c:pt idx="19605">
                  <c:v>5.4873500000000002</c:v>
                </c:pt>
                <c:pt idx="19606">
                  <c:v>5.48766</c:v>
                </c:pt>
                <c:pt idx="19607">
                  <c:v>5.4879600000000002</c:v>
                </c:pt>
                <c:pt idx="19608">
                  <c:v>5.48827</c:v>
                </c:pt>
                <c:pt idx="19609">
                  <c:v>5.4885700000000002</c:v>
                </c:pt>
                <c:pt idx="19610">
                  <c:v>5.48888</c:v>
                </c:pt>
                <c:pt idx="19611">
                  <c:v>5.4891800000000002</c:v>
                </c:pt>
                <c:pt idx="19612">
                  <c:v>5.48949</c:v>
                </c:pt>
                <c:pt idx="19613">
                  <c:v>5.4897900000000002</c:v>
                </c:pt>
                <c:pt idx="19614">
                  <c:v>5.4901</c:v>
                </c:pt>
                <c:pt idx="19615">
                  <c:v>5.4904000000000002</c:v>
                </c:pt>
                <c:pt idx="19616">
                  <c:v>5.49071</c:v>
                </c:pt>
                <c:pt idx="19617">
                  <c:v>5.4910100000000002</c:v>
                </c:pt>
                <c:pt idx="19618">
                  <c:v>5.49132</c:v>
                </c:pt>
                <c:pt idx="19619">
                  <c:v>5.4916299999999998</c:v>
                </c:pt>
                <c:pt idx="19620">
                  <c:v>5.49193</c:v>
                </c:pt>
                <c:pt idx="19621">
                  <c:v>5.4922399999999998</c:v>
                </c:pt>
                <c:pt idx="19622">
                  <c:v>5.49254</c:v>
                </c:pt>
                <c:pt idx="19623">
                  <c:v>5.4928499999999998</c:v>
                </c:pt>
                <c:pt idx="19624">
                  <c:v>5.49315</c:v>
                </c:pt>
                <c:pt idx="19625">
                  <c:v>5.4934599999999998</c:v>
                </c:pt>
                <c:pt idx="19626">
                  <c:v>5.49376</c:v>
                </c:pt>
                <c:pt idx="19627">
                  <c:v>5.4940699999999998</c:v>
                </c:pt>
                <c:pt idx="19628">
                  <c:v>5.49437</c:v>
                </c:pt>
                <c:pt idx="19629">
                  <c:v>5.4946799999999998</c:v>
                </c:pt>
                <c:pt idx="19630">
                  <c:v>5.49498</c:v>
                </c:pt>
                <c:pt idx="19631">
                  <c:v>5.4952899999999998</c:v>
                </c:pt>
                <c:pt idx="19632">
                  <c:v>5.4955999999999996</c:v>
                </c:pt>
                <c:pt idx="19633">
                  <c:v>5.4958999999999998</c:v>
                </c:pt>
                <c:pt idx="19634">
                  <c:v>5.4962099999999996</c:v>
                </c:pt>
                <c:pt idx="19635">
                  <c:v>5.4965099999999998</c:v>
                </c:pt>
                <c:pt idx="19636">
                  <c:v>5.4968199999999996</c:v>
                </c:pt>
                <c:pt idx="19637">
                  <c:v>5.4971199999999998</c:v>
                </c:pt>
                <c:pt idx="19638">
                  <c:v>5.4974299999999996</c:v>
                </c:pt>
                <c:pt idx="19639">
                  <c:v>5.4977299999999998</c:v>
                </c:pt>
                <c:pt idx="19640">
                  <c:v>5.4980399999999996</c:v>
                </c:pt>
                <c:pt idx="19641">
                  <c:v>5.4983399999999998</c:v>
                </c:pt>
                <c:pt idx="19642">
                  <c:v>5.4986499999999996</c:v>
                </c:pt>
                <c:pt idx="19643">
                  <c:v>5.4989499999999998</c:v>
                </c:pt>
                <c:pt idx="19644">
                  <c:v>5.4992599999999996</c:v>
                </c:pt>
                <c:pt idx="19645">
                  <c:v>5.4995700000000003</c:v>
                </c:pt>
                <c:pt idx="19646">
                  <c:v>5.4998699999999996</c:v>
                </c:pt>
                <c:pt idx="19647">
                  <c:v>5.5001800000000003</c:v>
                </c:pt>
                <c:pt idx="19648">
                  <c:v>5.5004799999999996</c:v>
                </c:pt>
                <c:pt idx="19649">
                  <c:v>5.5007900000000003</c:v>
                </c:pt>
                <c:pt idx="19650">
                  <c:v>5.5010899999999996</c:v>
                </c:pt>
                <c:pt idx="19651">
                  <c:v>5.5014000000000003</c:v>
                </c:pt>
                <c:pt idx="19652">
                  <c:v>5.5016999999999996</c:v>
                </c:pt>
                <c:pt idx="19653">
                  <c:v>5.5020100000000003</c:v>
                </c:pt>
                <c:pt idx="19654">
                  <c:v>5.5023099999999996</c:v>
                </c:pt>
                <c:pt idx="19655">
                  <c:v>5.5026200000000003</c:v>
                </c:pt>
                <c:pt idx="19656">
                  <c:v>5.5029300000000001</c:v>
                </c:pt>
                <c:pt idx="19657">
                  <c:v>5.5032300000000003</c:v>
                </c:pt>
                <c:pt idx="19658">
                  <c:v>5.5035400000000001</c:v>
                </c:pt>
                <c:pt idx="19659">
                  <c:v>5.5038400000000003</c:v>
                </c:pt>
                <c:pt idx="19660">
                  <c:v>5.5041500000000001</c:v>
                </c:pt>
                <c:pt idx="19661">
                  <c:v>5.5044500000000003</c:v>
                </c:pt>
                <c:pt idx="19662">
                  <c:v>5.5047600000000001</c:v>
                </c:pt>
                <c:pt idx="19663">
                  <c:v>5.5050600000000003</c:v>
                </c:pt>
                <c:pt idx="19664">
                  <c:v>5.5053700000000001</c:v>
                </c:pt>
                <c:pt idx="19665">
                  <c:v>5.5056700000000003</c:v>
                </c:pt>
                <c:pt idx="19666">
                  <c:v>5.5059800000000001</c:v>
                </c:pt>
                <c:pt idx="19667">
                  <c:v>5.5062800000000003</c:v>
                </c:pt>
                <c:pt idx="19668">
                  <c:v>5.5065900000000001</c:v>
                </c:pt>
                <c:pt idx="19669">
                  <c:v>5.5068999999999999</c:v>
                </c:pt>
                <c:pt idx="19670">
                  <c:v>5.5072000000000001</c:v>
                </c:pt>
                <c:pt idx="19671">
                  <c:v>5.5075099999999999</c:v>
                </c:pt>
                <c:pt idx="19672">
                  <c:v>5.5078100000000001</c:v>
                </c:pt>
                <c:pt idx="19673">
                  <c:v>5.5081199999999999</c:v>
                </c:pt>
                <c:pt idx="19674">
                  <c:v>5.5084200000000001</c:v>
                </c:pt>
                <c:pt idx="19675">
                  <c:v>5.5087299999999999</c:v>
                </c:pt>
                <c:pt idx="19676">
                  <c:v>5.5090300000000001</c:v>
                </c:pt>
                <c:pt idx="19677">
                  <c:v>5.5093399999999999</c:v>
                </c:pt>
                <c:pt idx="19678">
                  <c:v>5.5096400000000001</c:v>
                </c:pt>
                <c:pt idx="19679">
                  <c:v>5.5099499999999999</c:v>
                </c:pt>
                <c:pt idx="19680">
                  <c:v>5.5102500000000001</c:v>
                </c:pt>
                <c:pt idx="19681">
                  <c:v>5.5105599999999999</c:v>
                </c:pt>
                <c:pt idx="19682">
                  <c:v>5.5108699999999997</c:v>
                </c:pt>
                <c:pt idx="19683">
                  <c:v>5.5111699999999999</c:v>
                </c:pt>
                <c:pt idx="19684">
                  <c:v>5.5114799999999997</c:v>
                </c:pt>
                <c:pt idx="19685">
                  <c:v>5.5117799999999999</c:v>
                </c:pt>
                <c:pt idx="19686">
                  <c:v>5.5120899999999997</c:v>
                </c:pt>
                <c:pt idx="19687">
                  <c:v>5.5123899999999999</c:v>
                </c:pt>
                <c:pt idx="19688">
                  <c:v>5.5126999999999997</c:v>
                </c:pt>
                <c:pt idx="19689">
                  <c:v>5.5129999999999999</c:v>
                </c:pt>
                <c:pt idx="19690">
                  <c:v>5.5133099999999997</c:v>
                </c:pt>
                <c:pt idx="19691">
                  <c:v>5.5136099999999999</c:v>
                </c:pt>
                <c:pt idx="19692">
                  <c:v>5.5139199999999997</c:v>
                </c:pt>
                <c:pt idx="19693">
                  <c:v>5.5142199999999999</c:v>
                </c:pt>
                <c:pt idx="19694">
                  <c:v>5.5145299999999997</c:v>
                </c:pt>
                <c:pt idx="19695">
                  <c:v>5.5148400000000004</c:v>
                </c:pt>
                <c:pt idx="19696">
                  <c:v>5.5151399999999997</c:v>
                </c:pt>
                <c:pt idx="19697">
                  <c:v>5.5154500000000004</c:v>
                </c:pt>
                <c:pt idx="19698">
                  <c:v>5.5157499999999997</c:v>
                </c:pt>
                <c:pt idx="19699">
                  <c:v>5.5160600000000004</c:v>
                </c:pt>
                <c:pt idx="19700">
                  <c:v>5.5163599999999997</c:v>
                </c:pt>
                <c:pt idx="19701">
                  <c:v>5.5166700000000004</c:v>
                </c:pt>
                <c:pt idx="19702">
                  <c:v>5.5169699999999997</c:v>
                </c:pt>
                <c:pt idx="19703">
                  <c:v>5.5172800000000004</c:v>
                </c:pt>
                <c:pt idx="19704">
                  <c:v>5.5175799999999997</c:v>
                </c:pt>
                <c:pt idx="19705">
                  <c:v>5.5178900000000004</c:v>
                </c:pt>
                <c:pt idx="19706">
                  <c:v>5.5182000000000002</c:v>
                </c:pt>
                <c:pt idx="19707">
                  <c:v>5.5185000000000004</c:v>
                </c:pt>
                <c:pt idx="19708">
                  <c:v>5.5188100000000002</c:v>
                </c:pt>
                <c:pt idx="19709">
                  <c:v>5.5191100000000004</c:v>
                </c:pt>
                <c:pt idx="19710">
                  <c:v>5.5194200000000002</c:v>
                </c:pt>
                <c:pt idx="19711">
                  <c:v>5.5197200000000004</c:v>
                </c:pt>
                <c:pt idx="19712">
                  <c:v>5.5200300000000002</c:v>
                </c:pt>
                <c:pt idx="19713">
                  <c:v>5.5203300000000004</c:v>
                </c:pt>
                <c:pt idx="19714">
                  <c:v>5.5206400000000002</c:v>
                </c:pt>
                <c:pt idx="19715">
                  <c:v>5.5209400000000004</c:v>
                </c:pt>
                <c:pt idx="19716">
                  <c:v>5.5212500000000002</c:v>
                </c:pt>
                <c:pt idx="19717">
                  <c:v>5.5215500000000004</c:v>
                </c:pt>
                <c:pt idx="19718">
                  <c:v>5.5218600000000002</c:v>
                </c:pt>
                <c:pt idx="19719">
                  <c:v>5.52217</c:v>
                </c:pt>
                <c:pt idx="19720">
                  <c:v>5.5224700000000002</c:v>
                </c:pt>
                <c:pt idx="19721">
                  <c:v>5.52278</c:v>
                </c:pt>
                <c:pt idx="19722">
                  <c:v>5.5230800000000002</c:v>
                </c:pt>
                <c:pt idx="19723">
                  <c:v>5.52339</c:v>
                </c:pt>
                <c:pt idx="19724">
                  <c:v>5.5236900000000002</c:v>
                </c:pt>
                <c:pt idx="19725">
                  <c:v>5.524</c:v>
                </c:pt>
                <c:pt idx="19726">
                  <c:v>5.5243000000000002</c:v>
                </c:pt>
                <c:pt idx="19727">
                  <c:v>5.52461</c:v>
                </c:pt>
                <c:pt idx="19728">
                  <c:v>5.5249100000000002</c:v>
                </c:pt>
                <c:pt idx="19729">
                  <c:v>5.52522</c:v>
                </c:pt>
                <c:pt idx="19730">
                  <c:v>5.5255200000000002</c:v>
                </c:pt>
                <c:pt idx="19731">
                  <c:v>5.52583</c:v>
                </c:pt>
                <c:pt idx="19732">
                  <c:v>5.5261399999999998</c:v>
                </c:pt>
                <c:pt idx="19733">
                  <c:v>5.52644</c:v>
                </c:pt>
                <c:pt idx="19734">
                  <c:v>5.5267499999999998</c:v>
                </c:pt>
                <c:pt idx="19735">
                  <c:v>5.52705</c:v>
                </c:pt>
                <c:pt idx="19736">
                  <c:v>5.5273599999999998</c:v>
                </c:pt>
                <c:pt idx="19737">
                  <c:v>5.52766</c:v>
                </c:pt>
                <c:pt idx="19738">
                  <c:v>5.5279699999999998</c:v>
                </c:pt>
                <c:pt idx="19739">
                  <c:v>5.52827</c:v>
                </c:pt>
                <c:pt idx="19740">
                  <c:v>5.5285799999999998</c:v>
                </c:pt>
                <c:pt idx="19741">
                  <c:v>5.52888</c:v>
                </c:pt>
                <c:pt idx="19742">
                  <c:v>5.5291899999999998</c:v>
                </c:pt>
                <c:pt idx="19743">
                  <c:v>5.52949</c:v>
                </c:pt>
                <c:pt idx="19744">
                  <c:v>5.5297999999999998</c:v>
                </c:pt>
                <c:pt idx="19745">
                  <c:v>5.5301099999999996</c:v>
                </c:pt>
                <c:pt idx="19746">
                  <c:v>5.5304099999999998</c:v>
                </c:pt>
                <c:pt idx="19747">
                  <c:v>5.5307199999999996</c:v>
                </c:pt>
                <c:pt idx="19748">
                  <c:v>5.5310199999999998</c:v>
                </c:pt>
                <c:pt idx="19749">
                  <c:v>5.5313299999999996</c:v>
                </c:pt>
                <c:pt idx="19750">
                  <c:v>5.5316299999999998</c:v>
                </c:pt>
                <c:pt idx="19751">
                  <c:v>5.5319399999999996</c:v>
                </c:pt>
                <c:pt idx="19752">
                  <c:v>5.5322399999999998</c:v>
                </c:pt>
                <c:pt idx="19753">
                  <c:v>5.5325499999999996</c:v>
                </c:pt>
                <c:pt idx="19754">
                  <c:v>5.5328499999999998</c:v>
                </c:pt>
                <c:pt idx="19755">
                  <c:v>5.5331599999999996</c:v>
                </c:pt>
                <c:pt idx="19756">
                  <c:v>5.5334599999999998</c:v>
                </c:pt>
                <c:pt idx="19757">
                  <c:v>5.5337699999999996</c:v>
                </c:pt>
                <c:pt idx="19758">
                  <c:v>5.5340800000000003</c:v>
                </c:pt>
                <c:pt idx="19759">
                  <c:v>5.5343799999999996</c:v>
                </c:pt>
                <c:pt idx="19760">
                  <c:v>5.5346900000000003</c:v>
                </c:pt>
                <c:pt idx="19761">
                  <c:v>5.5349899999999996</c:v>
                </c:pt>
                <c:pt idx="19762">
                  <c:v>5.5353000000000003</c:v>
                </c:pt>
                <c:pt idx="19763">
                  <c:v>5.5355999999999996</c:v>
                </c:pt>
                <c:pt idx="19764">
                  <c:v>5.5359100000000003</c:v>
                </c:pt>
                <c:pt idx="19765">
                  <c:v>5.5362099999999996</c:v>
                </c:pt>
                <c:pt idx="19766">
                  <c:v>5.5365200000000003</c:v>
                </c:pt>
                <c:pt idx="19767">
                  <c:v>5.5368199999999996</c:v>
                </c:pt>
                <c:pt idx="19768">
                  <c:v>5.5371300000000003</c:v>
                </c:pt>
                <c:pt idx="19769">
                  <c:v>5.5374400000000001</c:v>
                </c:pt>
                <c:pt idx="19770">
                  <c:v>5.5377400000000003</c:v>
                </c:pt>
                <c:pt idx="19771">
                  <c:v>5.5380500000000001</c:v>
                </c:pt>
                <c:pt idx="19772">
                  <c:v>5.5383500000000003</c:v>
                </c:pt>
                <c:pt idx="19773">
                  <c:v>5.5386600000000001</c:v>
                </c:pt>
                <c:pt idx="19774">
                  <c:v>5.5389600000000003</c:v>
                </c:pt>
                <c:pt idx="19775">
                  <c:v>5.5392700000000001</c:v>
                </c:pt>
                <c:pt idx="19776">
                  <c:v>5.5395700000000003</c:v>
                </c:pt>
                <c:pt idx="19777">
                  <c:v>5.5398800000000001</c:v>
                </c:pt>
                <c:pt idx="19778">
                  <c:v>5.5401800000000003</c:v>
                </c:pt>
                <c:pt idx="19779">
                  <c:v>5.5404900000000001</c:v>
                </c:pt>
                <c:pt idx="19780">
                  <c:v>5.5407900000000003</c:v>
                </c:pt>
                <c:pt idx="19781">
                  <c:v>5.5411000000000001</c:v>
                </c:pt>
                <c:pt idx="19782">
                  <c:v>5.5414099999999999</c:v>
                </c:pt>
                <c:pt idx="19783">
                  <c:v>5.5417100000000001</c:v>
                </c:pt>
                <c:pt idx="19784">
                  <c:v>5.5420199999999999</c:v>
                </c:pt>
                <c:pt idx="19785">
                  <c:v>5.5423200000000001</c:v>
                </c:pt>
                <c:pt idx="19786">
                  <c:v>5.5426299999999999</c:v>
                </c:pt>
                <c:pt idx="19787">
                  <c:v>5.5429300000000001</c:v>
                </c:pt>
                <c:pt idx="19788">
                  <c:v>5.5432399999999999</c:v>
                </c:pt>
                <c:pt idx="19789">
                  <c:v>5.5435400000000001</c:v>
                </c:pt>
                <c:pt idx="19790">
                  <c:v>5.5438499999999999</c:v>
                </c:pt>
                <c:pt idx="19791">
                  <c:v>5.5441500000000001</c:v>
                </c:pt>
                <c:pt idx="19792">
                  <c:v>5.5444599999999999</c:v>
                </c:pt>
                <c:pt idx="19793">
                  <c:v>5.5447600000000001</c:v>
                </c:pt>
                <c:pt idx="19794">
                  <c:v>5.5450699999999999</c:v>
                </c:pt>
                <c:pt idx="19795">
                  <c:v>5.5453799999999998</c:v>
                </c:pt>
                <c:pt idx="19796">
                  <c:v>5.5456799999999999</c:v>
                </c:pt>
                <c:pt idx="19797">
                  <c:v>5.5459899999999998</c:v>
                </c:pt>
                <c:pt idx="19798">
                  <c:v>5.5462899999999999</c:v>
                </c:pt>
                <c:pt idx="19799">
                  <c:v>5.5465999999999998</c:v>
                </c:pt>
                <c:pt idx="19800">
                  <c:v>5.5468999999999999</c:v>
                </c:pt>
                <c:pt idx="19801">
                  <c:v>5.5472099999999998</c:v>
                </c:pt>
                <c:pt idx="19802">
                  <c:v>5.5475099999999999</c:v>
                </c:pt>
                <c:pt idx="19803">
                  <c:v>5.5478199999999998</c:v>
                </c:pt>
                <c:pt idx="19804">
                  <c:v>5.5481199999999999</c:v>
                </c:pt>
                <c:pt idx="19805">
                  <c:v>5.5484299999999998</c:v>
                </c:pt>
                <c:pt idx="19806">
                  <c:v>5.5487299999999999</c:v>
                </c:pt>
                <c:pt idx="19807">
                  <c:v>5.5490399999999998</c:v>
                </c:pt>
                <c:pt idx="19808">
                  <c:v>5.5493499999999996</c:v>
                </c:pt>
                <c:pt idx="19809">
                  <c:v>5.5496499999999997</c:v>
                </c:pt>
                <c:pt idx="19810">
                  <c:v>5.5499599999999996</c:v>
                </c:pt>
                <c:pt idx="19811">
                  <c:v>5.5502599999999997</c:v>
                </c:pt>
                <c:pt idx="19812">
                  <c:v>5.5505699999999996</c:v>
                </c:pt>
                <c:pt idx="19813">
                  <c:v>5.5508699999999997</c:v>
                </c:pt>
                <c:pt idx="19814">
                  <c:v>5.5511799999999996</c:v>
                </c:pt>
                <c:pt idx="19815">
                  <c:v>5.5514799999999997</c:v>
                </c:pt>
                <c:pt idx="19816">
                  <c:v>5.5517899999999996</c:v>
                </c:pt>
                <c:pt idx="19817">
                  <c:v>5.5520899999999997</c:v>
                </c:pt>
                <c:pt idx="19818">
                  <c:v>5.5523999999999996</c:v>
                </c:pt>
                <c:pt idx="19819">
                  <c:v>5.5526999999999997</c:v>
                </c:pt>
                <c:pt idx="19820">
                  <c:v>5.5530099999999996</c:v>
                </c:pt>
                <c:pt idx="19821">
                  <c:v>5.5533200000000003</c:v>
                </c:pt>
                <c:pt idx="19822">
                  <c:v>5.5536199999999996</c:v>
                </c:pt>
                <c:pt idx="19823">
                  <c:v>5.5539300000000003</c:v>
                </c:pt>
                <c:pt idx="19824">
                  <c:v>5.5542299999999996</c:v>
                </c:pt>
                <c:pt idx="19825">
                  <c:v>5.5545400000000003</c:v>
                </c:pt>
                <c:pt idx="19826">
                  <c:v>5.5548400000000004</c:v>
                </c:pt>
                <c:pt idx="19827">
                  <c:v>5.5551500000000003</c:v>
                </c:pt>
                <c:pt idx="19828">
                  <c:v>5.5554500000000004</c:v>
                </c:pt>
                <c:pt idx="19829">
                  <c:v>5.5557600000000003</c:v>
                </c:pt>
                <c:pt idx="19830">
                  <c:v>5.5560600000000004</c:v>
                </c:pt>
                <c:pt idx="19831">
                  <c:v>5.5563700000000003</c:v>
                </c:pt>
                <c:pt idx="19832">
                  <c:v>5.5566800000000001</c:v>
                </c:pt>
                <c:pt idx="19833">
                  <c:v>5.5569800000000003</c:v>
                </c:pt>
                <c:pt idx="19834">
                  <c:v>5.5572900000000001</c:v>
                </c:pt>
                <c:pt idx="19835">
                  <c:v>5.5575900000000003</c:v>
                </c:pt>
                <c:pt idx="19836">
                  <c:v>5.5579000000000001</c:v>
                </c:pt>
                <c:pt idx="19837">
                  <c:v>5.5582000000000003</c:v>
                </c:pt>
                <c:pt idx="19838">
                  <c:v>5.5585100000000001</c:v>
                </c:pt>
                <c:pt idx="19839">
                  <c:v>5.5588100000000003</c:v>
                </c:pt>
                <c:pt idx="19840">
                  <c:v>5.5591200000000001</c:v>
                </c:pt>
                <c:pt idx="19841">
                  <c:v>5.5594200000000003</c:v>
                </c:pt>
                <c:pt idx="19842">
                  <c:v>5.5597300000000001</c:v>
                </c:pt>
                <c:pt idx="19843">
                  <c:v>5.5600300000000002</c:v>
                </c:pt>
                <c:pt idx="19844">
                  <c:v>5.5603400000000001</c:v>
                </c:pt>
                <c:pt idx="19845">
                  <c:v>5.5606499999999999</c:v>
                </c:pt>
                <c:pt idx="19846">
                  <c:v>5.5609500000000001</c:v>
                </c:pt>
                <c:pt idx="19847">
                  <c:v>5.5612599999999999</c:v>
                </c:pt>
                <c:pt idx="19848">
                  <c:v>5.5615600000000001</c:v>
                </c:pt>
                <c:pt idx="19849">
                  <c:v>5.5618699999999999</c:v>
                </c:pt>
                <c:pt idx="19850">
                  <c:v>5.5621700000000001</c:v>
                </c:pt>
                <c:pt idx="19851">
                  <c:v>5.5624799999999999</c:v>
                </c:pt>
                <c:pt idx="19852">
                  <c:v>5.5627800000000001</c:v>
                </c:pt>
                <c:pt idx="19853">
                  <c:v>5.5630899999999999</c:v>
                </c:pt>
                <c:pt idx="19854">
                  <c:v>5.5633900000000001</c:v>
                </c:pt>
                <c:pt idx="19855">
                  <c:v>5.5636999999999999</c:v>
                </c:pt>
                <c:pt idx="19856">
                  <c:v>5.5640000000000001</c:v>
                </c:pt>
                <c:pt idx="19857">
                  <c:v>5.5643099999999999</c:v>
                </c:pt>
                <c:pt idx="19858">
                  <c:v>5.5646199999999997</c:v>
                </c:pt>
                <c:pt idx="19859">
                  <c:v>5.5649199999999999</c:v>
                </c:pt>
                <c:pt idx="19860">
                  <c:v>5.5652299999999997</c:v>
                </c:pt>
                <c:pt idx="19861">
                  <c:v>5.5655299999999999</c:v>
                </c:pt>
                <c:pt idx="19862">
                  <c:v>5.5658399999999997</c:v>
                </c:pt>
                <c:pt idx="19863">
                  <c:v>5.5661399999999999</c:v>
                </c:pt>
                <c:pt idx="19864">
                  <c:v>5.5664499999999997</c:v>
                </c:pt>
                <c:pt idx="19865">
                  <c:v>5.5667499999999999</c:v>
                </c:pt>
                <c:pt idx="19866">
                  <c:v>5.5670599999999997</c:v>
                </c:pt>
                <c:pt idx="19867">
                  <c:v>5.5673599999999999</c:v>
                </c:pt>
                <c:pt idx="19868">
                  <c:v>5.5676699999999997</c:v>
                </c:pt>
                <c:pt idx="19869">
                  <c:v>5.5679699999999999</c:v>
                </c:pt>
                <c:pt idx="19870">
                  <c:v>5.5682799999999997</c:v>
                </c:pt>
                <c:pt idx="19871">
                  <c:v>5.5685900000000004</c:v>
                </c:pt>
                <c:pt idx="19872">
                  <c:v>5.5688899999999997</c:v>
                </c:pt>
                <c:pt idx="19873">
                  <c:v>5.5692000000000004</c:v>
                </c:pt>
                <c:pt idx="19874">
                  <c:v>5.5694999999999997</c:v>
                </c:pt>
                <c:pt idx="19875">
                  <c:v>5.5698100000000004</c:v>
                </c:pt>
                <c:pt idx="19876">
                  <c:v>5.5701099999999997</c:v>
                </c:pt>
                <c:pt idx="19877">
                  <c:v>5.5704200000000004</c:v>
                </c:pt>
                <c:pt idx="19878">
                  <c:v>5.5707199999999997</c:v>
                </c:pt>
                <c:pt idx="19879">
                  <c:v>5.5710300000000004</c:v>
                </c:pt>
                <c:pt idx="19880">
                  <c:v>5.5713299999999997</c:v>
                </c:pt>
                <c:pt idx="19881">
                  <c:v>5.5716400000000004</c:v>
                </c:pt>
                <c:pt idx="19882">
                  <c:v>5.5719500000000002</c:v>
                </c:pt>
                <c:pt idx="19883">
                  <c:v>5.5722500000000004</c:v>
                </c:pt>
                <c:pt idx="19884">
                  <c:v>5.5725600000000002</c:v>
                </c:pt>
                <c:pt idx="19885">
                  <c:v>5.5728600000000004</c:v>
                </c:pt>
                <c:pt idx="19886">
                  <c:v>5.5731700000000002</c:v>
                </c:pt>
                <c:pt idx="19887">
                  <c:v>5.5734700000000004</c:v>
                </c:pt>
                <c:pt idx="19888">
                  <c:v>5.5737800000000002</c:v>
                </c:pt>
                <c:pt idx="19889">
                  <c:v>5.5740800000000004</c:v>
                </c:pt>
                <c:pt idx="19890">
                  <c:v>5.5743900000000002</c:v>
                </c:pt>
                <c:pt idx="19891">
                  <c:v>5.5746900000000004</c:v>
                </c:pt>
                <c:pt idx="19892">
                  <c:v>5.5750000000000002</c:v>
                </c:pt>
                <c:pt idx="19893">
                  <c:v>5.5753000000000004</c:v>
                </c:pt>
                <c:pt idx="19894">
                  <c:v>5.5756100000000002</c:v>
                </c:pt>
                <c:pt idx="19895">
                  <c:v>5.57592</c:v>
                </c:pt>
                <c:pt idx="19896">
                  <c:v>5.5762200000000002</c:v>
                </c:pt>
                <c:pt idx="19897">
                  <c:v>5.57653</c:v>
                </c:pt>
                <c:pt idx="19898">
                  <c:v>5.5768300000000002</c:v>
                </c:pt>
                <c:pt idx="19899">
                  <c:v>5.57714</c:v>
                </c:pt>
                <c:pt idx="19900">
                  <c:v>5.5774400000000002</c:v>
                </c:pt>
                <c:pt idx="19901">
                  <c:v>5.57775</c:v>
                </c:pt>
                <c:pt idx="19902">
                  <c:v>5.5780500000000002</c:v>
                </c:pt>
                <c:pt idx="19903">
                  <c:v>5.57836</c:v>
                </c:pt>
                <c:pt idx="19904">
                  <c:v>5.5786600000000002</c:v>
                </c:pt>
                <c:pt idx="19905">
                  <c:v>5.57897</c:v>
                </c:pt>
                <c:pt idx="19906">
                  <c:v>5.5792700000000002</c:v>
                </c:pt>
                <c:pt idx="19907">
                  <c:v>5.57958</c:v>
                </c:pt>
                <c:pt idx="19908">
                  <c:v>5.5798899999999998</c:v>
                </c:pt>
                <c:pt idx="19909">
                  <c:v>5.58019</c:v>
                </c:pt>
                <c:pt idx="19910">
                  <c:v>5.5804999999999998</c:v>
                </c:pt>
                <c:pt idx="19911">
                  <c:v>5.5808</c:v>
                </c:pt>
                <c:pt idx="19912">
                  <c:v>5.5811099999999998</c:v>
                </c:pt>
                <c:pt idx="19913">
                  <c:v>5.58141</c:v>
                </c:pt>
                <c:pt idx="19914">
                  <c:v>5.5817199999999998</c:v>
                </c:pt>
                <c:pt idx="19915">
                  <c:v>5.58202</c:v>
                </c:pt>
                <c:pt idx="19916">
                  <c:v>5.5823299999999998</c:v>
                </c:pt>
                <c:pt idx="19917">
                  <c:v>5.58263</c:v>
                </c:pt>
                <c:pt idx="19918">
                  <c:v>5.5829399999999998</c:v>
                </c:pt>
                <c:pt idx="19919">
                  <c:v>5.58324</c:v>
                </c:pt>
                <c:pt idx="19920">
                  <c:v>5.5835499999999998</c:v>
                </c:pt>
                <c:pt idx="19921">
                  <c:v>5.5838599999999996</c:v>
                </c:pt>
                <c:pt idx="19922">
                  <c:v>5.5841599999999998</c:v>
                </c:pt>
                <c:pt idx="19923">
                  <c:v>5.5844699999999996</c:v>
                </c:pt>
                <c:pt idx="19924">
                  <c:v>5.5847699999999998</c:v>
                </c:pt>
                <c:pt idx="19925">
                  <c:v>5.5850799999999996</c:v>
                </c:pt>
                <c:pt idx="19926">
                  <c:v>5.5853799999999998</c:v>
                </c:pt>
                <c:pt idx="19927">
                  <c:v>5.5856899999999996</c:v>
                </c:pt>
                <c:pt idx="19928">
                  <c:v>5.5859899999999998</c:v>
                </c:pt>
                <c:pt idx="19929">
                  <c:v>5.5862999999999996</c:v>
                </c:pt>
                <c:pt idx="19930">
                  <c:v>5.5865999999999998</c:v>
                </c:pt>
                <c:pt idx="19931">
                  <c:v>5.5869099999999996</c:v>
                </c:pt>
                <c:pt idx="19932">
                  <c:v>5.5872099999999998</c:v>
                </c:pt>
                <c:pt idx="19933">
                  <c:v>5.5875199999999996</c:v>
                </c:pt>
                <c:pt idx="19934">
                  <c:v>5.5878300000000003</c:v>
                </c:pt>
                <c:pt idx="19935">
                  <c:v>5.5881299999999996</c:v>
                </c:pt>
                <c:pt idx="19936">
                  <c:v>5.5884400000000003</c:v>
                </c:pt>
                <c:pt idx="19937">
                  <c:v>5.5887399999999996</c:v>
                </c:pt>
                <c:pt idx="19938">
                  <c:v>5.5890500000000003</c:v>
                </c:pt>
                <c:pt idx="19939">
                  <c:v>5.5893499999999996</c:v>
                </c:pt>
                <c:pt idx="19940">
                  <c:v>5.5896600000000003</c:v>
                </c:pt>
                <c:pt idx="19941">
                  <c:v>5.5899599999999996</c:v>
                </c:pt>
                <c:pt idx="19942">
                  <c:v>5.5902700000000003</c:v>
                </c:pt>
                <c:pt idx="19943">
                  <c:v>5.5905699999999996</c:v>
                </c:pt>
                <c:pt idx="19944">
                  <c:v>5.5908800000000003</c:v>
                </c:pt>
                <c:pt idx="19945">
                  <c:v>5.5911900000000001</c:v>
                </c:pt>
                <c:pt idx="19946">
                  <c:v>5.5914900000000003</c:v>
                </c:pt>
                <c:pt idx="19947">
                  <c:v>5.5918000000000001</c:v>
                </c:pt>
                <c:pt idx="19948">
                  <c:v>5.5921000000000003</c:v>
                </c:pt>
                <c:pt idx="19949">
                  <c:v>5.5924100000000001</c:v>
                </c:pt>
                <c:pt idx="19950">
                  <c:v>5.5927100000000003</c:v>
                </c:pt>
                <c:pt idx="19951">
                  <c:v>5.5930200000000001</c:v>
                </c:pt>
                <c:pt idx="19952">
                  <c:v>5.5933200000000003</c:v>
                </c:pt>
                <c:pt idx="19953">
                  <c:v>5.5936300000000001</c:v>
                </c:pt>
                <c:pt idx="19954">
                  <c:v>5.5939300000000003</c:v>
                </c:pt>
                <c:pt idx="19955">
                  <c:v>5.5942400000000001</c:v>
                </c:pt>
                <c:pt idx="19956">
                  <c:v>5.5945400000000003</c:v>
                </c:pt>
                <c:pt idx="19957">
                  <c:v>5.5948500000000001</c:v>
                </c:pt>
                <c:pt idx="19958">
                  <c:v>5.5951599999999999</c:v>
                </c:pt>
                <c:pt idx="19959">
                  <c:v>5.5954600000000001</c:v>
                </c:pt>
                <c:pt idx="19960">
                  <c:v>5.5957699999999999</c:v>
                </c:pt>
                <c:pt idx="19961">
                  <c:v>5.5960700000000001</c:v>
                </c:pt>
                <c:pt idx="19962">
                  <c:v>5.5963799999999999</c:v>
                </c:pt>
                <c:pt idx="19963">
                  <c:v>5.5966800000000001</c:v>
                </c:pt>
                <c:pt idx="19964">
                  <c:v>5.5969899999999999</c:v>
                </c:pt>
                <c:pt idx="19965">
                  <c:v>5.5972900000000001</c:v>
                </c:pt>
                <c:pt idx="19966">
                  <c:v>5.5975999999999999</c:v>
                </c:pt>
                <c:pt idx="19967">
                  <c:v>5.5979000000000001</c:v>
                </c:pt>
                <c:pt idx="19968">
                  <c:v>5.5982099999999999</c:v>
                </c:pt>
                <c:pt idx="19969">
                  <c:v>5.5985100000000001</c:v>
                </c:pt>
                <c:pt idx="19970">
                  <c:v>5.5988199999999999</c:v>
                </c:pt>
                <c:pt idx="19971">
                  <c:v>5.5991299999999997</c:v>
                </c:pt>
                <c:pt idx="19972">
                  <c:v>5.5994299999999999</c:v>
                </c:pt>
                <c:pt idx="19973">
                  <c:v>5.5997399999999997</c:v>
                </c:pt>
                <c:pt idx="19974">
                  <c:v>5.6000399999999999</c:v>
                </c:pt>
                <c:pt idx="19975">
                  <c:v>5.6003499999999997</c:v>
                </c:pt>
                <c:pt idx="19976">
                  <c:v>5.6006499999999999</c:v>
                </c:pt>
                <c:pt idx="19977">
                  <c:v>5.6009599999999997</c:v>
                </c:pt>
                <c:pt idx="19978">
                  <c:v>5.6012599999999999</c:v>
                </c:pt>
                <c:pt idx="19979">
                  <c:v>5.6015699999999997</c:v>
                </c:pt>
                <c:pt idx="19980">
                  <c:v>5.6018699999999999</c:v>
                </c:pt>
                <c:pt idx="19981">
                  <c:v>5.6021799999999997</c:v>
                </c:pt>
                <c:pt idx="19982">
                  <c:v>5.6024799999999999</c:v>
                </c:pt>
                <c:pt idx="19983">
                  <c:v>5.6027899999999997</c:v>
                </c:pt>
                <c:pt idx="19984">
                  <c:v>5.6031000000000004</c:v>
                </c:pt>
                <c:pt idx="19985">
                  <c:v>5.6033999999999997</c:v>
                </c:pt>
                <c:pt idx="19986">
                  <c:v>5.6037100000000004</c:v>
                </c:pt>
                <c:pt idx="19987">
                  <c:v>5.6040099999999997</c:v>
                </c:pt>
                <c:pt idx="19988">
                  <c:v>5.6043200000000004</c:v>
                </c:pt>
                <c:pt idx="19989">
                  <c:v>5.6046199999999997</c:v>
                </c:pt>
                <c:pt idx="19990">
                  <c:v>5.6049300000000004</c:v>
                </c:pt>
                <c:pt idx="19991">
                  <c:v>5.6052299999999997</c:v>
                </c:pt>
                <c:pt idx="19992">
                  <c:v>5.6055400000000004</c:v>
                </c:pt>
                <c:pt idx="19993">
                  <c:v>5.6058399999999997</c:v>
                </c:pt>
                <c:pt idx="19994">
                  <c:v>5.6061500000000004</c:v>
                </c:pt>
                <c:pt idx="19995">
                  <c:v>5.6064499999999997</c:v>
                </c:pt>
                <c:pt idx="19996">
                  <c:v>5.6067600000000004</c:v>
                </c:pt>
                <c:pt idx="19997">
                  <c:v>5.6070700000000002</c:v>
                </c:pt>
                <c:pt idx="19998">
                  <c:v>5.6073700000000004</c:v>
                </c:pt>
                <c:pt idx="19999">
                  <c:v>5.6076800000000002</c:v>
                </c:pt>
                <c:pt idx="20000">
                  <c:v>5.6079800000000004</c:v>
                </c:pt>
                <c:pt idx="20001">
                  <c:v>5.6082900000000002</c:v>
                </c:pt>
                <c:pt idx="20002">
                  <c:v>5.6085900000000004</c:v>
                </c:pt>
                <c:pt idx="20003">
                  <c:v>5.6089000000000002</c:v>
                </c:pt>
                <c:pt idx="20004">
                  <c:v>5.6092000000000004</c:v>
                </c:pt>
                <c:pt idx="20005">
                  <c:v>5.6095100000000002</c:v>
                </c:pt>
                <c:pt idx="20006">
                  <c:v>5.6098100000000004</c:v>
                </c:pt>
                <c:pt idx="20007">
                  <c:v>5.6101200000000002</c:v>
                </c:pt>
                <c:pt idx="20008">
                  <c:v>5.61043</c:v>
                </c:pt>
                <c:pt idx="20009">
                  <c:v>5.6107300000000002</c:v>
                </c:pt>
                <c:pt idx="20010">
                  <c:v>5.61104</c:v>
                </c:pt>
                <c:pt idx="20011">
                  <c:v>5.6113400000000002</c:v>
                </c:pt>
                <c:pt idx="20012">
                  <c:v>5.61165</c:v>
                </c:pt>
                <c:pt idx="20013">
                  <c:v>5.6119500000000002</c:v>
                </c:pt>
                <c:pt idx="20014">
                  <c:v>5.61226</c:v>
                </c:pt>
                <c:pt idx="20015">
                  <c:v>5.6125600000000002</c:v>
                </c:pt>
                <c:pt idx="20016">
                  <c:v>5.61287</c:v>
                </c:pt>
                <c:pt idx="20017">
                  <c:v>5.6131700000000002</c:v>
                </c:pt>
                <c:pt idx="20018">
                  <c:v>5.61348</c:v>
                </c:pt>
                <c:pt idx="20019">
                  <c:v>5.6137800000000002</c:v>
                </c:pt>
                <c:pt idx="20020">
                  <c:v>5.61409</c:v>
                </c:pt>
                <c:pt idx="20021">
                  <c:v>5.6143999999999998</c:v>
                </c:pt>
                <c:pt idx="20022">
                  <c:v>5.6147</c:v>
                </c:pt>
                <c:pt idx="20023">
                  <c:v>5.6150099999999998</c:v>
                </c:pt>
                <c:pt idx="20024">
                  <c:v>5.61531</c:v>
                </c:pt>
                <c:pt idx="20025">
                  <c:v>5.6156199999999998</c:v>
                </c:pt>
                <c:pt idx="20026">
                  <c:v>5.61592</c:v>
                </c:pt>
                <c:pt idx="20027">
                  <c:v>5.6162299999999998</c:v>
                </c:pt>
                <c:pt idx="20028">
                  <c:v>5.61653</c:v>
                </c:pt>
                <c:pt idx="20029">
                  <c:v>5.6168399999999998</c:v>
                </c:pt>
                <c:pt idx="20030">
                  <c:v>5.61714</c:v>
                </c:pt>
                <c:pt idx="20031">
                  <c:v>5.6174499999999998</c:v>
                </c:pt>
                <c:pt idx="20032">
                  <c:v>5.61775</c:v>
                </c:pt>
                <c:pt idx="20033">
                  <c:v>5.6180599999999998</c:v>
                </c:pt>
                <c:pt idx="20034">
                  <c:v>5.6183699999999996</c:v>
                </c:pt>
                <c:pt idx="20035">
                  <c:v>5.6186699999999998</c:v>
                </c:pt>
                <c:pt idx="20036">
                  <c:v>5.6189799999999996</c:v>
                </c:pt>
                <c:pt idx="20037">
                  <c:v>5.6192799999999998</c:v>
                </c:pt>
                <c:pt idx="20038">
                  <c:v>5.6195899999999996</c:v>
                </c:pt>
                <c:pt idx="20039">
                  <c:v>5.6198899999999998</c:v>
                </c:pt>
                <c:pt idx="20040">
                  <c:v>5.6201999999999996</c:v>
                </c:pt>
                <c:pt idx="20041">
                  <c:v>5.6204999999999998</c:v>
                </c:pt>
                <c:pt idx="20042">
                  <c:v>5.6208099999999996</c:v>
                </c:pt>
                <c:pt idx="20043">
                  <c:v>5.6211099999999998</c:v>
                </c:pt>
                <c:pt idx="20044">
                  <c:v>5.6214199999999996</c:v>
                </c:pt>
                <c:pt idx="20045">
                  <c:v>5.6217199999999998</c:v>
                </c:pt>
                <c:pt idx="20046">
                  <c:v>5.6220299999999996</c:v>
                </c:pt>
                <c:pt idx="20047">
                  <c:v>5.6223400000000003</c:v>
                </c:pt>
                <c:pt idx="20048">
                  <c:v>5.6226399999999996</c:v>
                </c:pt>
                <c:pt idx="20049">
                  <c:v>5.6229500000000003</c:v>
                </c:pt>
                <c:pt idx="20050">
                  <c:v>5.6232499999999996</c:v>
                </c:pt>
                <c:pt idx="20051">
                  <c:v>5.6235600000000003</c:v>
                </c:pt>
                <c:pt idx="20052">
                  <c:v>5.6238599999999996</c:v>
                </c:pt>
                <c:pt idx="20053">
                  <c:v>5.6241700000000003</c:v>
                </c:pt>
                <c:pt idx="20054">
                  <c:v>5.6244699999999996</c:v>
                </c:pt>
                <c:pt idx="20055">
                  <c:v>5.6247800000000003</c:v>
                </c:pt>
                <c:pt idx="20056">
                  <c:v>5.6250799999999996</c:v>
                </c:pt>
                <c:pt idx="20057">
                  <c:v>5.6253900000000003</c:v>
                </c:pt>
                <c:pt idx="20058">
                  <c:v>5.6256899999999996</c:v>
                </c:pt>
                <c:pt idx="20059">
                  <c:v>5.6260000000000003</c:v>
                </c:pt>
                <c:pt idx="20060">
                  <c:v>5.6263100000000001</c:v>
                </c:pt>
                <c:pt idx="20061">
                  <c:v>5.6266100000000003</c:v>
                </c:pt>
                <c:pt idx="20062">
                  <c:v>5.6269200000000001</c:v>
                </c:pt>
                <c:pt idx="20063">
                  <c:v>5.6272200000000003</c:v>
                </c:pt>
                <c:pt idx="20064">
                  <c:v>5.6275300000000001</c:v>
                </c:pt>
                <c:pt idx="20065">
                  <c:v>5.6278300000000003</c:v>
                </c:pt>
                <c:pt idx="20066">
                  <c:v>5.6281400000000001</c:v>
                </c:pt>
                <c:pt idx="20067">
                  <c:v>5.6284400000000003</c:v>
                </c:pt>
                <c:pt idx="20068">
                  <c:v>5.6287500000000001</c:v>
                </c:pt>
                <c:pt idx="20069">
                  <c:v>5.6290500000000003</c:v>
                </c:pt>
                <c:pt idx="20070">
                  <c:v>5.6293600000000001</c:v>
                </c:pt>
                <c:pt idx="20071">
                  <c:v>5.62967</c:v>
                </c:pt>
                <c:pt idx="20072">
                  <c:v>5.6299700000000001</c:v>
                </c:pt>
                <c:pt idx="20073">
                  <c:v>5.63028</c:v>
                </c:pt>
                <c:pt idx="20074">
                  <c:v>5.6305800000000001</c:v>
                </c:pt>
                <c:pt idx="20075">
                  <c:v>5.63089</c:v>
                </c:pt>
                <c:pt idx="20076">
                  <c:v>5.6311900000000001</c:v>
                </c:pt>
                <c:pt idx="20077">
                  <c:v>5.6315</c:v>
                </c:pt>
                <c:pt idx="20078">
                  <c:v>5.6318000000000001</c:v>
                </c:pt>
                <c:pt idx="20079">
                  <c:v>5.6321099999999999</c:v>
                </c:pt>
                <c:pt idx="20080">
                  <c:v>5.6324100000000001</c:v>
                </c:pt>
                <c:pt idx="20081">
                  <c:v>5.6327199999999999</c:v>
                </c:pt>
                <c:pt idx="20082">
                  <c:v>5.6330200000000001</c:v>
                </c:pt>
                <c:pt idx="20083">
                  <c:v>5.6333299999999999</c:v>
                </c:pt>
                <c:pt idx="20084">
                  <c:v>5.6336399999999998</c:v>
                </c:pt>
                <c:pt idx="20085">
                  <c:v>5.6339399999999999</c:v>
                </c:pt>
                <c:pt idx="20086">
                  <c:v>5.6342499999999998</c:v>
                </c:pt>
                <c:pt idx="20087">
                  <c:v>5.6345499999999999</c:v>
                </c:pt>
                <c:pt idx="20088">
                  <c:v>5.6348599999999998</c:v>
                </c:pt>
                <c:pt idx="20089">
                  <c:v>5.6351599999999999</c:v>
                </c:pt>
                <c:pt idx="20090">
                  <c:v>5.6354699999999998</c:v>
                </c:pt>
                <c:pt idx="20091">
                  <c:v>5.6357699999999999</c:v>
                </c:pt>
                <c:pt idx="20092">
                  <c:v>5.6360799999999998</c:v>
                </c:pt>
                <c:pt idx="20093">
                  <c:v>5.6363799999999999</c:v>
                </c:pt>
                <c:pt idx="20094">
                  <c:v>5.6366899999999998</c:v>
                </c:pt>
                <c:pt idx="20095">
                  <c:v>5.6369899999999999</c:v>
                </c:pt>
                <c:pt idx="20096">
                  <c:v>5.6372999999999998</c:v>
                </c:pt>
                <c:pt idx="20097">
                  <c:v>5.6376099999999996</c:v>
                </c:pt>
                <c:pt idx="20098">
                  <c:v>5.6379099999999998</c:v>
                </c:pt>
                <c:pt idx="20099">
                  <c:v>5.6382199999999996</c:v>
                </c:pt>
                <c:pt idx="20100">
                  <c:v>5.6385199999999998</c:v>
                </c:pt>
                <c:pt idx="20101">
                  <c:v>5.6388299999999996</c:v>
                </c:pt>
                <c:pt idx="20102">
                  <c:v>5.6391299999999998</c:v>
                </c:pt>
                <c:pt idx="20103">
                  <c:v>5.6394399999999996</c:v>
                </c:pt>
                <c:pt idx="20104">
                  <c:v>5.6397399999999998</c:v>
                </c:pt>
                <c:pt idx="20105">
                  <c:v>5.6400499999999996</c:v>
                </c:pt>
                <c:pt idx="20106">
                  <c:v>5.6403499999999998</c:v>
                </c:pt>
                <c:pt idx="20107">
                  <c:v>5.6406599999999996</c:v>
                </c:pt>
                <c:pt idx="20108">
                  <c:v>5.6409599999999998</c:v>
                </c:pt>
                <c:pt idx="20109">
                  <c:v>5.6412699999999996</c:v>
                </c:pt>
                <c:pt idx="20110">
                  <c:v>5.6415800000000003</c:v>
                </c:pt>
                <c:pt idx="20111">
                  <c:v>5.6418799999999996</c:v>
                </c:pt>
                <c:pt idx="20112">
                  <c:v>5.6421900000000003</c:v>
                </c:pt>
                <c:pt idx="20113">
                  <c:v>5.6424899999999996</c:v>
                </c:pt>
                <c:pt idx="20114">
                  <c:v>5.6428000000000003</c:v>
                </c:pt>
                <c:pt idx="20115">
                  <c:v>5.6430999999999996</c:v>
                </c:pt>
                <c:pt idx="20116">
                  <c:v>5.6434100000000003</c:v>
                </c:pt>
                <c:pt idx="20117">
                  <c:v>5.6437099999999996</c:v>
                </c:pt>
                <c:pt idx="20118">
                  <c:v>5.6440200000000003</c:v>
                </c:pt>
                <c:pt idx="20119">
                  <c:v>5.6443199999999996</c:v>
                </c:pt>
                <c:pt idx="20120">
                  <c:v>5.6446300000000003</c:v>
                </c:pt>
                <c:pt idx="20121">
                  <c:v>5.6449400000000001</c:v>
                </c:pt>
                <c:pt idx="20122">
                  <c:v>5.6452400000000003</c:v>
                </c:pt>
                <c:pt idx="20123">
                  <c:v>5.6455500000000001</c:v>
                </c:pt>
                <c:pt idx="20124">
                  <c:v>5.6458500000000003</c:v>
                </c:pt>
                <c:pt idx="20125">
                  <c:v>5.6461600000000001</c:v>
                </c:pt>
                <c:pt idx="20126">
                  <c:v>5.6464600000000003</c:v>
                </c:pt>
                <c:pt idx="20127">
                  <c:v>5.6467700000000001</c:v>
                </c:pt>
                <c:pt idx="20128">
                  <c:v>5.6470700000000003</c:v>
                </c:pt>
                <c:pt idx="20129">
                  <c:v>5.6473800000000001</c:v>
                </c:pt>
                <c:pt idx="20130">
                  <c:v>5.6476800000000003</c:v>
                </c:pt>
                <c:pt idx="20131">
                  <c:v>5.6479900000000001</c:v>
                </c:pt>
                <c:pt idx="20132">
                  <c:v>5.6482900000000003</c:v>
                </c:pt>
                <c:pt idx="20133">
                  <c:v>5.6486000000000001</c:v>
                </c:pt>
                <c:pt idx="20134">
                  <c:v>5.6489099999999999</c:v>
                </c:pt>
                <c:pt idx="20135">
                  <c:v>5.6492100000000001</c:v>
                </c:pt>
                <c:pt idx="20136">
                  <c:v>5.6495199999999999</c:v>
                </c:pt>
                <c:pt idx="20137">
                  <c:v>5.6498200000000001</c:v>
                </c:pt>
                <c:pt idx="20138">
                  <c:v>5.6501299999999999</c:v>
                </c:pt>
                <c:pt idx="20139">
                  <c:v>5.6504300000000001</c:v>
                </c:pt>
                <c:pt idx="20140">
                  <c:v>5.6507399999999999</c:v>
                </c:pt>
                <c:pt idx="20141">
                  <c:v>5.6510400000000001</c:v>
                </c:pt>
                <c:pt idx="20142">
                  <c:v>5.6513499999999999</c:v>
                </c:pt>
                <c:pt idx="20143">
                  <c:v>5.6516500000000001</c:v>
                </c:pt>
                <c:pt idx="20144">
                  <c:v>5.6519599999999999</c:v>
                </c:pt>
                <c:pt idx="20145">
                  <c:v>5.6522600000000001</c:v>
                </c:pt>
                <c:pt idx="20146">
                  <c:v>5.6525699999999999</c:v>
                </c:pt>
                <c:pt idx="20147">
                  <c:v>5.6528799999999997</c:v>
                </c:pt>
                <c:pt idx="20148">
                  <c:v>5.6531799999999999</c:v>
                </c:pt>
                <c:pt idx="20149">
                  <c:v>5.6534899999999997</c:v>
                </c:pt>
                <c:pt idx="20150">
                  <c:v>5.6537899999999999</c:v>
                </c:pt>
                <c:pt idx="20151">
                  <c:v>5.6540999999999997</c:v>
                </c:pt>
                <c:pt idx="20152">
                  <c:v>5.6543999999999999</c:v>
                </c:pt>
                <c:pt idx="20153">
                  <c:v>5.6547099999999997</c:v>
                </c:pt>
                <c:pt idx="20154">
                  <c:v>5.6550099999999999</c:v>
                </c:pt>
                <c:pt idx="20155">
                  <c:v>5.6553199999999997</c:v>
                </c:pt>
                <c:pt idx="20156">
                  <c:v>5.6556199999999999</c:v>
                </c:pt>
                <c:pt idx="20157">
                  <c:v>5.6559299999999997</c:v>
                </c:pt>
                <c:pt idx="20158">
                  <c:v>5.6562299999999999</c:v>
                </c:pt>
                <c:pt idx="20159">
                  <c:v>5.6565399999999997</c:v>
                </c:pt>
                <c:pt idx="20160">
                  <c:v>5.6568500000000004</c:v>
                </c:pt>
                <c:pt idx="20161">
                  <c:v>5.6571499999999997</c:v>
                </c:pt>
                <c:pt idx="20162">
                  <c:v>5.6574600000000004</c:v>
                </c:pt>
                <c:pt idx="20163">
                  <c:v>5.6577599999999997</c:v>
                </c:pt>
                <c:pt idx="20164">
                  <c:v>5.6580700000000004</c:v>
                </c:pt>
                <c:pt idx="20165">
                  <c:v>5.6583699999999997</c:v>
                </c:pt>
                <c:pt idx="20166">
                  <c:v>5.6586800000000004</c:v>
                </c:pt>
                <c:pt idx="20167">
                  <c:v>5.6589799999999997</c:v>
                </c:pt>
                <c:pt idx="20168">
                  <c:v>5.6592900000000004</c:v>
                </c:pt>
                <c:pt idx="20169">
                  <c:v>5.6595899999999997</c:v>
                </c:pt>
                <c:pt idx="20170">
                  <c:v>5.6599000000000004</c:v>
                </c:pt>
                <c:pt idx="20171">
                  <c:v>5.6601999999999997</c:v>
                </c:pt>
                <c:pt idx="20172">
                  <c:v>5.6605100000000004</c:v>
                </c:pt>
                <c:pt idx="20173">
                  <c:v>5.6608200000000002</c:v>
                </c:pt>
                <c:pt idx="20174">
                  <c:v>5.6611200000000004</c:v>
                </c:pt>
                <c:pt idx="20175">
                  <c:v>5.6614300000000002</c:v>
                </c:pt>
                <c:pt idx="20176">
                  <c:v>5.6617300000000004</c:v>
                </c:pt>
                <c:pt idx="20177">
                  <c:v>5.6620400000000002</c:v>
                </c:pt>
                <c:pt idx="20178">
                  <c:v>5.6623400000000004</c:v>
                </c:pt>
                <c:pt idx="20179">
                  <c:v>5.6626500000000002</c:v>
                </c:pt>
                <c:pt idx="20180">
                  <c:v>5.6629500000000004</c:v>
                </c:pt>
                <c:pt idx="20181">
                  <c:v>5.6632600000000002</c:v>
                </c:pt>
                <c:pt idx="20182">
                  <c:v>5.6635600000000004</c:v>
                </c:pt>
                <c:pt idx="20183">
                  <c:v>5.6638700000000002</c:v>
                </c:pt>
                <c:pt idx="20184">
                  <c:v>5.66418</c:v>
                </c:pt>
                <c:pt idx="20185">
                  <c:v>5.6644800000000002</c:v>
                </c:pt>
                <c:pt idx="20186">
                  <c:v>5.66479</c:v>
                </c:pt>
                <c:pt idx="20187">
                  <c:v>5.6650900000000002</c:v>
                </c:pt>
                <c:pt idx="20188">
                  <c:v>5.6654</c:v>
                </c:pt>
                <c:pt idx="20189">
                  <c:v>5.6657000000000002</c:v>
                </c:pt>
                <c:pt idx="20190">
                  <c:v>5.66601</c:v>
                </c:pt>
                <c:pt idx="20191">
                  <c:v>5.6663100000000002</c:v>
                </c:pt>
                <c:pt idx="20192">
                  <c:v>5.66662</c:v>
                </c:pt>
                <c:pt idx="20193">
                  <c:v>5.6669200000000002</c:v>
                </c:pt>
                <c:pt idx="20194">
                  <c:v>5.66723</c:v>
                </c:pt>
                <c:pt idx="20195">
                  <c:v>5.6675300000000002</c:v>
                </c:pt>
                <c:pt idx="20196">
                  <c:v>5.66784</c:v>
                </c:pt>
                <c:pt idx="20197">
                  <c:v>5.6681499999999998</c:v>
                </c:pt>
                <c:pt idx="20198">
                  <c:v>5.66845</c:v>
                </c:pt>
                <c:pt idx="20199">
                  <c:v>5.6687599999999998</c:v>
                </c:pt>
                <c:pt idx="20200">
                  <c:v>5.66906</c:v>
                </c:pt>
                <c:pt idx="20201">
                  <c:v>5.6693699999999998</c:v>
                </c:pt>
                <c:pt idx="20202">
                  <c:v>5.66967</c:v>
                </c:pt>
                <c:pt idx="20203">
                  <c:v>5.6699799999999998</c:v>
                </c:pt>
                <c:pt idx="20204">
                  <c:v>5.67028</c:v>
                </c:pt>
                <c:pt idx="20205">
                  <c:v>5.6705899999999998</c:v>
                </c:pt>
                <c:pt idx="20206">
                  <c:v>5.67089</c:v>
                </c:pt>
                <c:pt idx="20207">
                  <c:v>5.6711999999999998</c:v>
                </c:pt>
                <c:pt idx="20208">
                  <c:v>5.6715</c:v>
                </c:pt>
                <c:pt idx="20209">
                  <c:v>5.6718099999999998</c:v>
                </c:pt>
                <c:pt idx="20210">
                  <c:v>5.6721199999999996</c:v>
                </c:pt>
                <c:pt idx="20211">
                  <c:v>5.6724199999999998</c:v>
                </c:pt>
                <c:pt idx="20212">
                  <c:v>5.6727299999999996</c:v>
                </c:pt>
                <c:pt idx="20213">
                  <c:v>5.6730299999999998</c:v>
                </c:pt>
                <c:pt idx="20214">
                  <c:v>5.6733399999999996</c:v>
                </c:pt>
                <c:pt idx="20215">
                  <c:v>5.6736399999999998</c:v>
                </c:pt>
                <c:pt idx="20216">
                  <c:v>5.6739499999999996</c:v>
                </c:pt>
                <c:pt idx="20217">
                  <c:v>5.6742499999999998</c:v>
                </c:pt>
                <c:pt idx="20218">
                  <c:v>5.6745599999999996</c:v>
                </c:pt>
                <c:pt idx="20219">
                  <c:v>5.6748599999999998</c:v>
                </c:pt>
                <c:pt idx="20220">
                  <c:v>5.6751699999999996</c:v>
                </c:pt>
                <c:pt idx="20221">
                  <c:v>5.6754699999999998</c:v>
                </c:pt>
                <c:pt idx="20222">
                  <c:v>5.6757799999999996</c:v>
                </c:pt>
                <c:pt idx="20223">
                  <c:v>5.6760900000000003</c:v>
                </c:pt>
                <c:pt idx="20224">
                  <c:v>5.6763899999999996</c:v>
                </c:pt>
                <c:pt idx="20225">
                  <c:v>5.6767000000000003</c:v>
                </c:pt>
                <c:pt idx="20226">
                  <c:v>5.6769999999999996</c:v>
                </c:pt>
                <c:pt idx="20227">
                  <c:v>5.6773100000000003</c:v>
                </c:pt>
                <c:pt idx="20228">
                  <c:v>5.6776099999999996</c:v>
                </c:pt>
                <c:pt idx="20229">
                  <c:v>5.6779200000000003</c:v>
                </c:pt>
                <c:pt idx="20230">
                  <c:v>5.6782199999999996</c:v>
                </c:pt>
                <c:pt idx="20231">
                  <c:v>5.6785300000000003</c:v>
                </c:pt>
                <c:pt idx="20232">
                  <c:v>5.6788299999999996</c:v>
                </c:pt>
                <c:pt idx="20233">
                  <c:v>5.6791400000000003</c:v>
                </c:pt>
                <c:pt idx="20234">
                  <c:v>5.6794399999999996</c:v>
                </c:pt>
                <c:pt idx="20235">
                  <c:v>5.6797500000000003</c:v>
                </c:pt>
                <c:pt idx="20236">
                  <c:v>5.6800600000000001</c:v>
                </c:pt>
                <c:pt idx="20237">
                  <c:v>5.6803600000000003</c:v>
                </c:pt>
                <c:pt idx="20238">
                  <c:v>5.6806700000000001</c:v>
                </c:pt>
                <c:pt idx="20239">
                  <c:v>5.6809700000000003</c:v>
                </c:pt>
                <c:pt idx="20240">
                  <c:v>5.6812800000000001</c:v>
                </c:pt>
                <c:pt idx="20241">
                  <c:v>5.6815800000000003</c:v>
                </c:pt>
                <c:pt idx="20242">
                  <c:v>5.6818900000000001</c:v>
                </c:pt>
                <c:pt idx="20243">
                  <c:v>5.6821900000000003</c:v>
                </c:pt>
                <c:pt idx="20244">
                  <c:v>5.6825000000000001</c:v>
                </c:pt>
                <c:pt idx="20245">
                  <c:v>5.6828000000000003</c:v>
                </c:pt>
                <c:pt idx="20246">
                  <c:v>5.6831100000000001</c:v>
                </c:pt>
                <c:pt idx="20247">
                  <c:v>5.6834199999999999</c:v>
                </c:pt>
                <c:pt idx="20248">
                  <c:v>5.6837200000000001</c:v>
                </c:pt>
                <c:pt idx="20249">
                  <c:v>5.6840299999999999</c:v>
                </c:pt>
                <c:pt idx="20250">
                  <c:v>5.6843300000000001</c:v>
                </c:pt>
                <c:pt idx="20251">
                  <c:v>5.6846399999999999</c:v>
                </c:pt>
                <c:pt idx="20252">
                  <c:v>5.6849400000000001</c:v>
                </c:pt>
                <c:pt idx="20253">
                  <c:v>5.6852499999999999</c:v>
                </c:pt>
                <c:pt idx="20254">
                  <c:v>5.6855500000000001</c:v>
                </c:pt>
                <c:pt idx="20255">
                  <c:v>5.6858599999999999</c:v>
                </c:pt>
                <c:pt idx="20256">
                  <c:v>5.6861600000000001</c:v>
                </c:pt>
                <c:pt idx="20257">
                  <c:v>5.6864699999999999</c:v>
                </c:pt>
                <c:pt idx="20258">
                  <c:v>5.6867700000000001</c:v>
                </c:pt>
                <c:pt idx="20259">
                  <c:v>5.6870799999999999</c:v>
                </c:pt>
                <c:pt idx="20260">
                  <c:v>5.6873899999999997</c:v>
                </c:pt>
                <c:pt idx="20261">
                  <c:v>5.6876899999999999</c:v>
                </c:pt>
                <c:pt idx="20262">
                  <c:v>5.6879999999999997</c:v>
                </c:pt>
                <c:pt idx="20263">
                  <c:v>5.6882999999999999</c:v>
                </c:pt>
                <c:pt idx="20264">
                  <c:v>5.6886099999999997</c:v>
                </c:pt>
                <c:pt idx="20265">
                  <c:v>5.6889099999999999</c:v>
                </c:pt>
                <c:pt idx="20266">
                  <c:v>5.6892199999999997</c:v>
                </c:pt>
                <c:pt idx="20267">
                  <c:v>5.6895199999999999</c:v>
                </c:pt>
                <c:pt idx="20268">
                  <c:v>5.6898299999999997</c:v>
                </c:pt>
                <c:pt idx="20269">
                  <c:v>5.6901299999999999</c:v>
                </c:pt>
                <c:pt idx="20270">
                  <c:v>5.6904399999999997</c:v>
                </c:pt>
                <c:pt idx="20271">
                  <c:v>5.6907399999999999</c:v>
                </c:pt>
                <c:pt idx="20272">
                  <c:v>5.6910499999999997</c:v>
                </c:pt>
                <c:pt idx="20273">
                  <c:v>5.6913600000000004</c:v>
                </c:pt>
                <c:pt idx="20274">
                  <c:v>5.6916599999999997</c:v>
                </c:pt>
                <c:pt idx="20275">
                  <c:v>5.6919700000000004</c:v>
                </c:pt>
                <c:pt idx="20276">
                  <c:v>5.6922699999999997</c:v>
                </c:pt>
                <c:pt idx="20277">
                  <c:v>5.6925800000000004</c:v>
                </c:pt>
                <c:pt idx="20278">
                  <c:v>5.6928799999999997</c:v>
                </c:pt>
                <c:pt idx="20279">
                  <c:v>5.6931900000000004</c:v>
                </c:pt>
                <c:pt idx="20280">
                  <c:v>5.6934899999999997</c:v>
                </c:pt>
                <c:pt idx="20281">
                  <c:v>5.6938000000000004</c:v>
                </c:pt>
                <c:pt idx="20282">
                  <c:v>5.6940999999999997</c:v>
                </c:pt>
                <c:pt idx="20283">
                  <c:v>5.6944100000000004</c:v>
                </c:pt>
                <c:pt idx="20284">
                  <c:v>5.6947099999999997</c:v>
                </c:pt>
                <c:pt idx="20285">
                  <c:v>5.6950200000000004</c:v>
                </c:pt>
                <c:pt idx="20286">
                  <c:v>5.6953300000000002</c:v>
                </c:pt>
                <c:pt idx="20287">
                  <c:v>5.6956300000000004</c:v>
                </c:pt>
                <c:pt idx="20288">
                  <c:v>5.6959400000000002</c:v>
                </c:pt>
                <c:pt idx="20289">
                  <c:v>5.6962400000000004</c:v>
                </c:pt>
                <c:pt idx="20290">
                  <c:v>5.6965500000000002</c:v>
                </c:pt>
                <c:pt idx="20291">
                  <c:v>5.6968500000000004</c:v>
                </c:pt>
                <c:pt idx="20292">
                  <c:v>5.6971600000000002</c:v>
                </c:pt>
                <c:pt idx="20293">
                  <c:v>5.6974600000000004</c:v>
                </c:pt>
                <c:pt idx="20294">
                  <c:v>5.6977700000000002</c:v>
                </c:pt>
                <c:pt idx="20295">
                  <c:v>5.6980700000000004</c:v>
                </c:pt>
                <c:pt idx="20296">
                  <c:v>5.6983800000000002</c:v>
                </c:pt>
                <c:pt idx="20297">
                  <c:v>5.69869</c:v>
                </c:pt>
                <c:pt idx="20298">
                  <c:v>5.6989900000000002</c:v>
                </c:pt>
                <c:pt idx="20299">
                  <c:v>5.6993</c:v>
                </c:pt>
                <c:pt idx="20300">
                  <c:v>5.6996000000000002</c:v>
                </c:pt>
                <c:pt idx="20301">
                  <c:v>5.69991</c:v>
                </c:pt>
                <c:pt idx="20302">
                  <c:v>5.7002100000000002</c:v>
                </c:pt>
                <c:pt idx="20303">
                  <c:v>5.70052</c:v>
                </c:pt>
                <c:pt idx="20304">
                  <c:v>5.7008200000000002</c:v>
                </c:pt>
                <c:pt idx="20305">
                  <c:v>5.70113</c:v>
                </c:pt>
                <c:pt idx="20306">
                  <c:v>5.7014300000000002</c:v>
                </c:pt>
                <c:pt idx="20307">
                  <c:v>5.70174</c:v>
                </c:pt>
                <c:pt idx="20308">
                  <c:v>5.7020400000000002</c:v>
                </c:pt>
                <c:pt idx="20309">
                  <c:v>5.70235</c:v>
                </c:pt>
                <c:pt idx="20310">
                  <c:v>5.7026599999999998</c:v>
                </c:pt>
                <c:pt idx="20311">
                  <c:v>5.70296</c:v>
                </c:pt>
                <c:pt idx="20312">
                  <c:v>5.7032699999999998</c:v>
                </c:pt>
                <c:pt idx="20313">
                  <c:v>5.70357</c:v>
                </c:pt>
                <c:pt idx="20314">
                  <c:v>5.7038799999999998</c:v>
                </c:pt>
                <c:pt idx="20315">
                  <c:v>5.70418</c:v>
                </c:pt>
                <c:pt idx="20316">
                  <c:v>5.7044899999999998</c:v>
                </c:pt>
                <c:pt idx="20317">
                  <c:v>5.70479</c:v>
                </c:pt>
                <c:pt idx="20318">
                  <c:v>5.7050999999999998</c:v>
                </c:pt>
                <c:pt idx="20319">
                  <c:v>5.7054</c:v>
                </c:pt>
                <c:pt idx="20320">
                  <c:v>5.7057099999999998</c:v>
                </c:pt>
                <c:pt idx="20321">
                  <c:v>5.70601</c:v>
                </c:pt>
                <c:pt idx="20322">
                  <c:v>5.7063199999999998</c:v>
                </c:pt>
                <c:pt idx="20323">
                  <c:v>5.7066299999999996</c:v>
                </c:pt>
                <c:pt idx="20324">
                  <c:v>5.7069299999999998</c:v>
                </c:pt>
                <c:pt idx="20325">
                  <c:v>5.7072399999999996</c:v>
                </c:pt>
                <c:pt idx="20326">
                  <c:v>5.7075399999999998</c:v>
                </c:pt>
                <c:pt idx="20327">
                  <c:v>5.7078499999999996</c:v>
                </c:pt>
                <c:pt idx="20328">
                  <c:v>5.7081499999999998</c:v>
                </c:pt>
                <c:pt idx="20329">
                  <c:v>5.7084599999999996</c:v>
                </c:pt>
                <c:pt idx="20330">
                  <c:v>5.7087599999999998</c:v>
                </c:pt>
                <c:pt idx="20331">
                  <c:v>5.7090699999999996</c:v>
                </c:pt>
                <c:pt idx="20332">
                  <c:v>5.7093699999999998</c:v>
                </c:pt>
                <c:pt idx="20333">
                  <c:v>5.7096799999999996</c:v>
                </c:pt>
                <c:pt idx="20334">
                  <c:v>5.7099799999999998</c:v>
                </c:pt>
                <c:pt idx="20335">
                  <c:v>5.7102899999999996</c:v>
                </c:pt>
                <c:pt idx="20336">
                  <c:v>5.7106000000000003</c:v>
                </c:pt>
                <c:pt idx="20337">
                  <c:v>5.7108999999999996</c:v>
                </c:pt>
                <c:pt idx="20338">
                  <c:v>5.7112100000000003</c:v>
                </c:pt>
                <c:pt idx="20339">
                  <c:v>5.7115099999999996</c:v>
                </c:pt>
                <c:pt idx="20340">
                  <c:v>5.7118200000000003</c:v>
                </c:pt>
                <c:pt idx="20341">
                  <c:v>5.7121199999999996</c:v>
                </c:pt>
                <c:pt idx="20342">
                  <c:v>5.7124300000000003</c:v>
                </c:pt>
                <c:pt idx="20343">
                  <c:v>5.7127299999999996</c:v>
                </c:pt>
                <c:pt idx="20344">
                  <c:v>5.7130400000000003</c:v>
                </c:pt>
                <c:pt idx="20345">
                  <c:v>5.7133399999999996</c:v>
                </c:pt>
                <c:pt idx="20346">
                  <c:v>5.7136500000000003</c:v>
                </c:pt>
                <c:pt idx="20347">
                  <c:v>5.7139499999999996</c:v>
                </c:pt>
                <c:pt idx="20348">
                  <c:v>5.7142600000000003</c:v>
                </c:pt>
                <c:pt idx="20349">
                  <c:v>5.7145700000000001</c:v>
                </c:pt>
                <c:pt idx="20350">
                  <c:v>5.7148700000000003</c:v>
                </c:pt>
                <c:pt idx="20351">
                  <c:v>5.7151800000000001</c:v>
                </c:pt>
                <c:pt idx="20352">
                  <c:v>5.7154800000000003</c:v>
                </c:pt>
                <c:pt idx="20353">
                  <c:v>5.7157900000000001</c:v>
                </c:pt>
                <c:pt idx="20354">
                  <c:v>5.7160900000000003</c:v>
                </c:pt>
                <c:pt idx="20355">
                  <c:v>5.7164000000000001</c:v>
                </c:pt>
                <c:pt idx="20356">
                  <c:v>5.7167000000000003</c:v>
                </c:pt>
                <c:pt idx="20357">
                  <c:v>5.7170100000000001</c:v>
                </c:pt>
                <c:pt idx="20358">
                  <c:v>5.7173100000000003</c:v>
                </c:pt>
                <c:pt idx="20359">
                  <c:v>5.7176200000000001</c:v>
                </c:pt>
                <c:pt idx="20360">
                  <c:v>5.71793</c:v>
                </c:pt>
                <c:pt idx="20361">
                  <c:v>5.7182300000000001</c:v>
                </c:pt>
                <c:pt idx="20362">
                  <c:v>5.71854</c:v>
                </c:pt>
                <c:pt idx="20363">
                  <c:v>5.7188400000000001</c:v>
                </c:pt>
                <c:pt idx="20364">
                  <c:v>5.71915</c:v>
                </c:pt>
                <c:pt idx="20365">
                  <c:v>5.7194500000000001</c:v>
                </c:pt>
                <c:pt idx="20366">
                  <c:v>5.71976</c:v>
                </c:pt>
                <c:pt idx="20367">
                  <c:v>5.7200600000000001</c:v>
                </c:pt>
                <c:pt idx="20368">
                  <c:v>5.72037</c:v>
                </c:pt>
                <c:pt idx="20369">
                  <c:v>5.7206700000000001</c:v>
                </c:pt>
                <c:pt idx="20370">
                  <c:v>5.72098</c:v>
                </c:pt>
                <c:pt idx="20371">
                  <c:v>5.7212800000000001</c:v>
                </c:pt>
                <c:pt idx="20372">
                  <c:v>5.72159</c:v>
                </c:pt>
                <c:pt idx="20373">
                  <c:v>5.7218999999999998</c:v>
                </c:pt>
                <c:pt idx="20374">
                  <c:v>5.7222</c:v>
                </c:pt>
                <c:pt idx="20375">
                  <c:v>5.7225099999999998</c:v>
                </c:pt>
                <c:pt idx="20376">
                  <c:v>5.72281</c:v>
                </c:pt>
                <c:pt idx="20377">
                  <c:v>5.7231199999999998</c:v>
                </c:pt>
                <c:pt idx="20378">
                  <c:v>5.72342</c:v>
                </c:pt>
                <c:pt idx="20379">
                  <c:v>5.7237299999999998</c:v>
                </c:pt>
                <c:pt idx="20380">
                  <c:v>5.72403</c:v>
                </c:pt>
                <c:pt idx="20381">
                  <c:v>5.7243399999999998</c:v>
                </c:pt>
                <c:pt idx="20382">
                  <c:v>5.72464</c:v>
                </c:pt>
                <c:pt idx="20383">
                  <c:v>5.7249499999999998</c:v>
                </c:pt>
                <c:pt idx="20384">
                  <c:v>5.72525</c:v>
                </c:pt>
                <c:pt idx="20385">
                  <c:v>5.7255599999999998</c:v>
                </c:pt>
                <c:pt idx="20386">
                  <c:v>5.7258699999999996</c:v>
                </c:pt>
                <c:pt idx="20387">
                  <c:v>5.7261699999999998</c:v>
                </c:pt>
                <c:pt idx="20388">
                  <c:v>5.7264799999999996</c:v>
                </c:pt>
                <c:pt idx="20389">
                  <c:v>5.7267799999999998</c:v>
                </c:pt>
                <c:pt idx="20390">
                  <c:v>5.7270899999999996</c:v>
                </c:pt>
                <c:pt idx="20391">
                  <c:v>5.7273899999999998</c:v>
                </c:pt>
                <c:pt idx="20392">
                  <c:v>5.7276999999999996</c:v>
                </c:pt>
                <c:pt idx="20393">
                  <c:v>5.7279999999999998</c:v>
                </c:pt>
                <c:pt idx="20394">
                  <c:v>5.7283099999999996</c:v>
                </c:pt>
                <c:pt idx="20395">
                  <c:v>5.7286099999999998</c:v>
                </c:pt>
                <c:pt idx="20396">
                  <c:v>5.7289199999999996</c:v>
                </c:pt>
                <c:pt idx="20397">
                  <c:v>5.7292199999999998</c:v>
                </c:pt>
                <c:pt idx="20398">
                  <c:v>5.7295299999999996</c:v>
                </c:pt>
                <c:pt idx="20399">
                  <c:v>5.7298400000000003</c:v>
                </c:pt>
                <c:pt idx="20400">
                  <c:v>5.7301399999999996</c:v>
                </c:pt>
                <c:pt idx="20401">
                  <c:v>5.7304500000000003</c:v>
                </c:pt>
                <c:pt idx="20402">
                  <c:v>5.7307499999999996</c:v>
                </c:pt>
                <c:pt idx="20403">
                  <c:v>5.7310600000000003</c:v>
                </c:pt>
                <c:pt idx="20404">
                  <c:v>5.7313599999999996</c:v>
                </c:pt>
                <c:pt idx="20405">
                  <c:v>5.7316700000000003</c:v>
                </c:pt>
                <c:pt idx="20406">
                  <c:v>5.7319699999999996</c:v>
                </c:pt>
                <c:pt idx="20407">
                  <c:v>5.7322800000000003</c:v>
                </c:pt>
                <c:pt idx="20408">
                  <c:v>5.7325799999999996</c:v>
                </c:pt>
                <c:pt idx="20409">
                  <c:v>5.7328900000000003</c:v>
                </c:pt>
                <c:pt idx="20410">
                  <c:v>5.7331899999999996</c:v>
                </c:pt>
                <c:pt idx="20411">
                  <c:v>5.7335000000000003</c:v>
                </c:pt>
                <c:pt idx="20412">
                  <c:v>5.7338100000000001</c:v>
                </c:pt>
                <c:pt idx="20413">
                  <c:v>5.7341100000000003</c:v>
                </c:pt>
                <c:pt idx="20414">
                  <c:v>5.7344200000000001</c:v>
                </c:pt>
                <c:pt idx="20415">
                  <c:v>5.7347200000000003</c:v>
                </c:pt>
                <c:pt idx="20416">
                  <c:v>5.7350300000000001</c:v>
                </c:pt>
                <c:pt idx="20417">
                  <c:v>5.7353300000000003</c:v>
                </c:pt>
                <c:pt idx="20418">
                  <c:v>5.7356400000000001</c:v>
                </c:pt>
                <c:pt idx="20419">
                  <c:v>5.7359400000000003</c:v>
                </c:pt>
                <c:pt idx="20420">
                  <c:v>5.7362500000000001</c:v>
                </c:pt>
                <c:pt idx="20421">
                  <c:v>5.7365500000000003</c:v>
                </c:pt>
                <c:pt idx="20422">
                  <c:v>5.7368600000000001</c:v>
                </c:pt>
                <c:pt idx="20423">
                  <c:v>5.7371699999999999</c:v>
                </c:pt>
                <c:pt idx="20424">
                  <c:v>5.7374700000000001</c:v>
                </c:pt>
                <c:pt idx="20425">
                  <c:v>5.7377799999999999</c:v>
                </c:pt>
                <c:pt idx="20426">
                  <c:v>5.7380800000000001</c:v>
                </c:pt>
                <c:pt idx="20427">
                  <c:v>5.7383899999999999</c:v>
                </c:pt>
                <c:pt idx="20428">
                  <c:v>5.7386900000000001</c:v>
                </c:pt>
                <c:pt idx="20429">
                  <c:v>5.7389999999999999</c:v>
                </c:pt>
                <c:pt idx="20430">
                  <c:v>5.7393000000000001</c:v>
                </c:pt>
                <c:pt idx="20431">
                  <c:v>5.7396099999999999</c:v>
                </c:pt>
                <c:pt idx="20432">
                  <c:v>5.7399100000000001</c:v>
                </c:pt>
                <c:pt idx="20433">
                  <c:v>5.7402199999999999</c:v>
                </c:pt>
                <c:pt idx="20434">
                  <c:v>5.7405200000000001</c:v>
                </c:pt>
                <c:pt idx="20435">
                  <c:v>5.7408299999999999</c:v>
                </c:pt>
                <c:pt idx="20436">
                  <c:v>5.7411399999999997</c:v>
                </c:pt>
                <c:pt idx="20437">
                  <c:v>5.7414399999999999</c:v>
                </c:pt>
                <c:pt idx="20438">
                  <c:v>5.7417499999999997</c:v>
                </c:pt>
                <c:pt idx="20439">
                  <c:v>5.7420499999999999</c:v>
                </c:pt>
                <c:pt idx="20440">
                  <c:v>5.7423599999999997</c:v>
                </c:pt>
                <c:pt idx="20441">
                  <c:v>5.7426599999999999</c:v>
                </c:pt>
                <c:pt idx="20442">
                  <c:v>5.7429699999999997</c:v>
                </c:pt>
                <c:pt idx="20443">
                  <c:v>5.7432699999999999</c:v>
                </c:pt>
                <c:pt idx="20444">
                  <c:v>5.7435799999999997</c:v>
                </c:pt>
                <c:pt idx="20445">
                  <c:v>5.7438799999999999</c:v>
                </c:pt>
                <c:pt idx="20446">
                  <c:v>5.7441899999999997</c:v>
                </c:pt>
                <c:pt idx="20447">
                  <c:v>5.7444899999999999</c:v>
                </c:pt>
                <c:pt idx="20448">
                  <c:v>5.7447999999999997</c:v>
                </c:pt>
                <c:pt idx="20449">
                  <c:v>5.7451100000000004</c:v>
                </c:pt>
                <c:pt idx="20450">
                  <c:v>5.7454099999999997</c:v>
                </c:pt>
                <c:pt idx="20451">
                  <c:v>5.7457200000000004</c:v>
                </c:pt>
                <c:pt idx="20452">
                  <c:v>5.7460199999999997</c:v>
                </c:pt>
                <c:pt idx="20453">
                  <c:v>5.7463300000000004</c:v>
                </c:pt>
                <c:pt idx="20454">
                  <c:v>5.7466299999999997</c:v>
                </c:pt>
                <c:pt idx="20455">
                  <c:v>5.7469400000000004</c:v>
                </c:pt>
                <c:pt idx="20456">
                  <c:v>5.7472399999999997</c:v>
                </c:pt>
                <c:pt idx="20457">
                  <c:v>5.7475500000000004</c:v>
                </c:pt>
                <c:pt idx="20458">
                  <c:v>5.7478499999999997</c:v>
                </c:pt>
                <c:pt idx="20459">
                  <c:v>5.7481600000000004</c:v>
                </c:pt>
                <c:pt idx="20460">
                  <c:v>5.7484599999999997</c:v>
                </c:pt>
                <c:pt idx="20461">
                  <c:v>5.7487700000000004</c:v>
                </c:pt>
                <c:pt idx="20462">
                  <c:v>5.7490800000000002</c:v>
                </c:pt>
                <c:pt idx="20463">
                  <c:v>5.7493800000000004</c:v>
                </c:pt>
                <c:pt idx="20464">
                  <c:v>5.7496900000000002</c:v>
                </c:pt>
                <c:pt idx="20465">
                  <c:v>5.7499900000000004</c:v>
                </c:pt>
                <c:pt idx="20466">
                  <c:v>5.7503000000000002</c:v>
                </c:pt>
                <c:pt idx="20467">
                  <c:v>5.7506000000000004</c:v>
                </c:pt>
                <c:pt idx="20468">
                  <c:v>5.7509100000000002</c:v>
                </c:pt>
                <c:pt idx="20469">
                  <c:v>5.7512100000000004</c:v>
                </c:pt>
                <c:pt idx="20470">
                  <c:v>5.7515200000000002</c:v>
                </c:pt>
                <c:pt idx="20471">
                  <c:v>5.7518200000000004</c:v>
                </c:pt>
                <c:pt idx="20472">
                  <c:v>5.7521300000000002</c:v>
                </c:pt>
                <c:pt idx="20473">
                  <c:v>5.75244</c:v>
                </c:pt>
                <c:pt idx="20474">
                  <c:v>5.7527400000000002</c:v>
                </c:pt>
                <c:pt idx="20475">
                  <c:v>5.75305</c:v>
                </c:pt>
                <c:pt idx="20476">
                  <c:v>5.7533500000000002</c:v>
                </c:pt>
                <c:pt idx="20477">
                  <c:v>5.75366</c:v>
                </c:pt>
                <c:pt idx="20478">
                  <c:v>5.7539600000000002</c:v>
                </c:pt>
                <c:pt idx="20479">
                  <c:v>5.75427</c:v>
                </c:pt>
                <c:pt idx="20480">
                  <c:v>5.7545700000000002</c:v>
                </c:pt>
                <c:pt idx="20481">
                  <c:v>5.75488</c:v>
                </c:pt>
                <c:pt idx="20482">
                  <c:v>5.7551800000000002</c:v>
                </c:pt>
                <c:pt idx="20483">
                  <c:v>5.75549</c:v>
                </c:pt>
                <c:pt idx="20484">
                  <c:v>5.7557900000000002</c:v>
                </c:pt>
                <c:pt idx="20485">
                  <c:v>5.7561</c:v>
                </c:pt>
                <c:pt idx="20486">
                  <c:v>5.7564099999999998</c:v>
                </c:pt>
                <c:pt idx="20487">
                  <c:v>5.75671</c:v>
                </c:pt>
                <c:pt idx="20488">
                  <c:v>5.7570199999999998</c:v>
                </c:pt>
                <c:pt idx="20489">
                  <c:v>5.75732</c:v>
                </c:pt>
                <c:pt idx="20490">
                  <c:v>5.7576299999999998</c:v>
                </c:pt>
                <c:pt idx="20491">
                  <c:v>5.75793</c:v>
                </c:pt>
                <c:pt idx="20492">
                  <c:v>5.7582399999999998</c:v>
                </c:pt>
                <c:pt idx="20493">
                  <c:v>5.75854</c:v>
                </c:pt>
                <c:pt idx="20494">
                  <c:v>5.7588499999999998</c:v>
                </c:pt>
                <c:pt idx="20495">
                  <c:v>5.75915</c:v>
                </c:pt>
                <c:pt idx="20496">
                  <c:v>5.7594599999999998</c:v>
                </c:pt>
                <c:pt idx="20497">
                  <c:v>5.75976</c:v>
                </c:pt>
                <c:pt idx="20498">
                  <c:v>5.7600699999999998</c:v>
                </c:pt>
                <c:pt idx="20499">
                  <c:v>5.7603799999999996</c:v>
                </c:pt>
                <c:pt idx="20500">
                  <c:v>5.7606799999999998</c:v>
                </c:pt>
                <c:pt idx="20501">
                  <c:v>5.7609899999999996</c:v>
                </c:pt>
                <c:pt idx="20502">
                  <c:v>5.7612899999999998</c:v>
                </c:pt>
                <c:pt idx="20503">
                  <c:v>5.7615999999999996</c:v>
                </c:pt>
                <c:pt idx="20504">
                  <c:v>5.7618999999999998</c:v>
                </c:pt>
                <c:pt idx="20505">
                  <c:v>5.7622099999999996</c:v>
                </c:pt>
                <c:pt idx="20506">
                  <c:v>5.7625099999999998</c:v>
                </c:pt>
                <c:pt idx="20507">
                  <c:v>5.7628199999999996</c:v>
                </c:pt>
                <c:pt idx="20508">
                  <c:v>5.7631199999999998</c:v>
                </c:pt>
                <c:pt idx="20509">
                  <c:v>5.7634299999999996</c:v>
                </c:pt>
                <c:pt idx="20510">
                  <c:v>5.7637299999999998</c:v>
                </c:pt>
                <c:pt idx="20511">
                  <c:v>5.7640399999999996</c:v>
                </c:pt>
                <c:pt idx="20512">
                  <c:v>5.7643500000000003</c:v>
                </c:pt>
                <c:pt idx="20513">
                  <c:v>5.7646499999999996</c:v>
                </c:pt>
                <c:pt idx="20514">
                  <c:v>5.7649600000000003</c:v>
                </c:pt>
                <c:pt idx="20515">
                  <c:v>5.7652599999999996</c:v>
                </c:pt>
                <c:pt idx="20516">
                  <c:v>5.7655700000000003</c:v>
                </c:pt>
                <c:pt idx="20517">
                  <c:v>5.7658699999999996</c:v>
                </c:pt>
                <c:pt idx="20518">
                  <c:v>5.7661800000000003</c:v>
                </c:pt>
                <c:pt idx="20519">
                  <c:v>5.7664799999999996</c:v>
                </c:pt>
                <c:pt idx="20520">
                  <c:v>5.7667900000000003</c:v>
                </c:pt>
                <c:pt idx="20521">
                  <c:v>5.7670899999999996</c:v>
                </c:pt>
                <c:pt idx="20522">
                  <c:v>5.7674000000000003</c:v>
                </c:pt>
                <c:pt idx="20523">
                  <c:v>5.7676999999999996</c:v>
                </c:pt>
                <c:pt idx="20524">
                  <c:v>5.7680100000000003</c:v>
                </c:pt>
                <c:pt idx="20525">
                  <c:v>5.7683200000000001</c:v>
                </c:pt>
                <c:pt idx="20526">
                  <c:v>5.7686200000000003</c:v>
                </c:pt>
                <c:pt idx="20527">
                  <c:v>5.7689300000000001</c:v>
                </c:pt>
                <c:pt idx="20528">
                  <c:v>5.7692300000000003</c:v>
                </c:pt>
                <c:pt idx="20529">
                  <c:v>5.7695400000000001</c:v>
                </c:pt>
                <c:pt idx="20530">
                  <c:v>5.7698400000000003</c:v>
                </c:pt>
                <c:pt idx="20531">
                  <c:v>5.7701500000000001</c:v>
                </c:pt>
                <c:pt idx="20532">
                  <c:v>5.7704500000000003</c:v>
                </c:pt>
                <c:pt idx="20533">
                  <c:v>5.7707600000000001</c:v>
                </c:pt>
                <c:pt idx="20534">
                  <c:v>5.7710600000000003</c:v>
                </c:pt>
                <c:pt idx="20535">
                  <c:v>5.7713700000000001</c:v>
                </c:pt>
                <c:pt idx="20536">
                  <c:v>5.7716799999999999</c:v>
                </c:pt>
                <c:pt idx="20537">
                  <c:v>5.7719800000000001</c:v>
                </c:pt>
                <c:pt idx="20538">
                  <c:v>5.7722899999999999</c:v>
                </c:pt>
                <c:pt idx="20539">
                  <c:v>5.7725900000000001</c:v>
                </c:pt>
                <c:pt idx="20540">
                  <c:v>5.7728999999999999</c:v>
                </c:pt>
                <c:pt idx="20541">
                  <c:v>5.7732000000000001</c:v>
                </c:pt>
                <c:pt idx="20542">
                  <c:v>5.7735099999999999</c:v>
                </c:pt>
                <c:pt idx="20543">
                  <c:v>5.7738100000000001</c:v>
                </c:pt>
                <c:pt idx="20544">
                  <c:v>5.7741199999999999</c:v>
                </c:pt>
                <c:pt idx="20545">
                  <c:v>5.7744200000000001</c:v>
                </c:pt>
                <c:pt idx="20546">
                  <c:v>5.7747299999999999</c:v>
                </c:pt>
                <c:pt idx="20547">
                  <c:v>5.7750300000000001</c:v>
                </c:pt>
                <c:pt idx="20548">
                  <c:v>5.7753399999999999</c:v>
                </c:pt>
                <c:pt idx="20549">
                  <c:v>5.7756499999999997</c:v>
                </c:pt>
                <c:pt idx="20550">
                  <c:v>5.7759499999999999</c:v>
                </c:pt>
                <c:pt idx="20551">
                  <c:v>5.7762599999999997</c:v>
                </c:pt>
                <c:pt idx="20552">
                  <c:v>5.7765599999999999</c:v>
                </c:pt>
                <c:pt idx="20553">
                  <c:v>5.7768699999999997</c:v>
                </c:pt>
                <c:pt idx="20554">
                  <c:v>5.7771699999999999</c:v>
                </c:pt>
                <c:pt idx="20555">
                  <c:v>5.7774799999999997</c:v>
                </c:pt>
                <c:pt idx="20556">
                  <c:v>5.7777799999999999</c:v>
                </c:pt>
                <c:pt idx="20557">
                  <c:v>5.7780899999999997</c:v>
                </c:pt>
                <c:pt idx="20558">
                  <c:v>5.7783899999999999</c:v>
                </c:pt>
                <c:pt idx="20559">
                  <c:v>5.7786999999999997</c:v>
                </c:pt>
                <c:pt idx="20560">
                  <c:v>5.7789999999999999</c:v>
                </c:pt>
                <c:pt idx="20561">
                  <c:v>5.7793099999999997</c:v>
                </c:pt>
                <c:pt idx="20562">
                  <c:v>5.7796200000000004</c:v>
                </c:pt>
                <c:pt idx="20563">
                  <c:v>5.7799199999999997</c:v>
                </c:pt>
                <c:pt idx="20564">
                  <c:v>5.7802300000000004</c:v>
                </c:pt>
                <c:pt idx="20565">
                  <c:v>5.7805299999999997</c:v>
                </c:pt>
                <c:pt idx="20566">
                  <c:v>5.7808400000000004</c:v>
                </c:pt>
                <c:pt idx="20567">
                  <c:v>5.7811399999999997</c:v>
                </c:pt>
                <c:pt idx="20568">
                  <c:v>5.7814500000000004</c:v>
                </c:pt>
                <c:pt idx="20569">
                  <c:v>5.7817499999999997</c:v>
                </c:pt>
                <c:pt idx="20570">
                  <c:v>5.7820600000000004</c:v>
                </c:pt>
                <c:pt idx="20571">
                  <c:v>5.7823599999999997</c:v>
                </c:pt>
                <c:pt idx="20572">
                  <c:v>5.7826700000000004</c:v>
                </c:pt>
                <c:pt idx="20573">
                  <c:v>5.7829699999999997</c:v>
                </c:pt>
                <c:pt idx="20574">
                  <c:v>5.7832800000000004</c:v>
                </c:pt>
                <c:pt idx="20575">
                  <c:v>5.7835900000000002</c:v>
                </c:pt>
                <c:pt idx="20576">
                  <c:v>5.7838900000000004</c:v>
                </c:pt>
                <c:pt idx="20577">
                  <c:v>5.7842000000000002</c:v>
                </c:pt>
                <c:pt idx="20578">
                  <c:v>5.7845000000000004</c:v>
                </c:pt>
                <c:pt idx="20579">
                  <c:v>5.7848100000000002</c:v>
                </c:pt>
                <c:pt idx="20580">
                  <c:v>5.7851100000000004</c:v>
                </c:pt>
                <c:pt idx="20581">
                  <c:v>5.7854200000000002</c:v>
                </c:pt>
                <c:pt idx="20582">
                  <c:v>5.7857200000000004</c:v>
                </c:pt>
                <c:pt idx="20583">
                  <c:v>5.7860300000000002</c:v>
                </c:pt>
                <c:pt idx="20584">
                  <c:v>5.7863300000000004</c:v>
                </c:pt>
                <c:pt idx="20585">
                  <c:v>5.7866400000000002</c:v>
                </c:pt>
                <c:pt idx="20586">
                  <c:v>5.7869400000000004</c:v>
                </c:pt>
                <c:pt idx="20587">
                  <c:v>5.7872500000000002</c:v>
                </c:pt>
                <c:pt idx="20588">
                  <c:v>5.78756</c:v>
                </c:pt>
                <c:pt idx="20589">
                  <c:v>5.7878600000000002</c:v>
                </c:pt>
                <c:pt idx="20590">
                  <c:v>5.78817</c:v>
                </c:pt>
                <c:pt idx="20591">
                  <c:v>5.7884700000000002</c:v>
                </c:pt>
                <c:pt idx="20592">
                  <c:v>5.78878</c:v>
                </c:pt>
                <c:pt idx="20593">
                  <c:v>5.7890800000000002</c:v>
                </c:pt>
                <c:pt idx="20594">
                  <c:v>5.78939</c:v>
                </c:pt>
                <c:pt idx="20595">
                  <c:v>5.7896900000000002</c:v>
                </c:pt>
                <c:pt idx="20596">
                  <c:v>5.79</c:v>
                </c:pt>
                <c:pt idx="20597">
                  <c:v>5.7903000000000002</c:v>
                </c:pt>
                <c:pt idx="20598">
                  <c:v>5.79061</c:v>
                </c:pt>
                <c:pt idx="20599">
                  <c:v>5.7909199999999998</c:v>
                </c:pt>
                <c:pt idx="20600">
                  <c:v>5.79122</c:v>
                </c:pt>
                <c:pt idx="20601">
                  <c:v>5.7915299999999998</c:v>
                </c:pt>
                <c:pt idx="20602">
                  <c:v>5.79183</c:v>
                </c:pt>
                <c:pt idx="20603">
                  <c:v>5.7921399999999998</c:v>
                </c:pt>
                <c:pt idx="20604">
                  <c:v>5.79244</c:v>
                </c:pt>
                <c:pt idx="20605">
                  <c:v>5.7927499999999998</c:v>
                </c:pt>
                <c:pt idx="20606">
                  <c:v>5.79305</c:v>
                </c:pt>
                <c:pt idx="20607">
                  <c:v>5.7933599999999998</c:v>
                </c:pt>
                <c:pt idx="20608">
                  <c:v>5.79366</c:v>
                </c:pt>
                <c:pt idx="20609">
                  <c:v>5.7939699999999998</c:v>
                </c:pt>
                <c:pt idx="20610">
                  <c:v>5.79427</c:v>
                </c:pt>
                <c:pt idx="20611">
                  <c:v>5.7945799999999998</c:v>
                </c:pt>
                <c:pt idx="20612">
                  <c:v>5.7948899999999997</c:v>
                </c:pt>
                <c:pt idx="20613">
                  <c:v>5.7951899999999998</c:v>
                </c:pt>
                <c:pt idx="20614">
                  <c:v>5.7954999999999997</c:v>
                </c:pt>
                <c:pt idx="20615">
                  <c:v>5.7957999999999998</c:v>
                </c:pt>
                <c:pt idx="20616">
                  <c:v>5.7961099999999997</c:v>
                </c:pt>
                <c:pt idx="20617">
                  <c:v>5.7964099999999998</c:v>
                </c:pt>
                <c:pt idx="20618">
                  <c:v>5.7967199999999997</c:v>
                </c:pt>
                <c:pt idx="20619">
                  <c:v>5.7970199999999998</c:v>
                </c:pt>
                <c:pt idx="20620">
                  <c:v>5.7973299999999997</c:v>
                </c:pt>
                <c:pt idx="20621">
                  <c:v>5.7976299999999998</c:v>
                </c:pt>
                <c:pt idx="20622">
                  <c:v>5.7979399999999996</c:v>
                </c:pt>
                <c:pt idx="20623">
                  <c:v>5.7982399999999998</c:v>
                </c:pt>
                <c:pt idx="20624">
                  <c:v>5.7985499999999996</c:v>
                </c:pt>
                <c:pt idx="20625">
                  <c:v>5.7988600000000003</c:v>
                </c:pt>
                <c:pt idx="20626">
                  <c:v>5.7991599999999996</c:v>
                </c:pt>
                <c:pt idx="20627">
                  <c:v>5.7994700000000003</c:v>
                </c:pt>
                <c:pt idx="20628">
                  <c:v>5.7997699999999996</c:v>
                </c:pt>
                <c:pt idx="20629">
                  <c:v>5.8000800000000003</c:v>
                </c:pt>
                <c:pt idx="20630">
                  <c:v>5.8003799999999996</c:v>
                </c:pt>
                <c:pt idx="20631">
                  <c:v>5.8006900000000003</c:v>
                </c:pt>
                <c:pt idx="20632">
                  <c:v>5.8009899999999996</c:v>
                </c:pt>
                <c:pt idx="20633">
                  <c:v>5.8013000000000003</c:v>
                </c:pt>
                <c:pt idx="20634">
                  <c:v>5.8015999999999996</c:v>
                </c:pt>
                <c:pt idx="20635">
                  <c:v>5.8019100000000003</c:v>
                </c:pt>
                <c:pt idx="20636">
                  <c:v>5.8022099999999996</c:v>
                </c:pt>
                <c:pt idx="20637">
                  <c:v>5.8025200000000003</c:v>
                </c:pt>
                <c:pt idx="20638">
                  <c:v>5.8028300000000002</c:v>
                </c:pt>
                <c:pt idx="20639">
                  <c:v>5.8031300000000003</c:v>
                </c:pt>
                <c:pt idx="20640">
                  <c:v>5.8034400000000002</c:v>
                </c:pt>
                <c:pt idx="20641">
                  <c:v>5.8037400000000003</c:v>
                </c:pt>
                <c:pt idx="20642">
                  <c:v>5.8040500000000002</c:v>
                </c:pt>
                <c:pt idx="20643">
                  <c:v>5.8043500000000003</c:v>
                </c:pt>
                <c:pt idx="20644">
                  <c:v>5.8046600000000002</c:v>
                </c:pt>
                <c:pt idx="20645">
                  <c:v>5.8049600000000003</c:v>
                </c:pt>
                <c:pt idx="20646">
                  <c:v>5.8052700000000002</c:v>
                </c:pt>
                <c:pt idx="20647">
                  <c:v>5.8055700000000003</c:v>
                </c:pt>
                <c:pt idx="20648">
                  <c:v>5.8058800000000002</c:v>
                </c:pt>
                <c:pt idx="20649">
                  <c:v>5.8061800000000003</c:v>
                </c:pt>
                <c:pt idx="20650">
                  <c:v>5.8064900000000002</c:v>
                </c:pt>
                <c:pt idx="20651">
                  <c:v>5.8068</c:v>
                </c:pt>
                <c:pt idx="20652">
                  <c:v>5.8071000000000002</c:v>
                </c:pt>
                <c:pt idx="20653">
                  <c:v>5.80741</c:v>
                </c:pt>
                <c:pt idx="20654">
                  <c:v>5.8077100000000002</c:v>
                </c:pt>
                <c:pt idx="20655">
                  <c:v>5.80802</c:v>
                </c:pt>
                <c:pt idx="20656">
                  <c:v>5.8083200000000001</c:v>
                </c:pt>
                <c:pt idx="20657">
                  <c:v>5.80863</c:v>
                </c:pt>
                <c:pt idx="20658">
                  <c:v>5.8089300000000001</c:v>
                </c:pt>
                <c:pt idx="20659">
                  <c:v>5.80924</c:v>
                </c:pt>
                <c:pt idx="20660">
                  <c:v>5.8095400000000001</c:v>
                </c:pt>
                <c:pt idx="20661">
                  <c:v>5.80985</c:v>
                </c:pt>
                <c:pt idx="20662">
                  <c:v>5.8101599999999998</c:v>
                </c:pt>
                <c:pt idx="20663">
                  <c:v>5.81046</c:v>
                </c:pt>
                <c:pt idx="20664">
                  <c:v>5.8107699999999998</c:v>
                </c:pt>
                <c:pt idx="20665">
                  <c:v>5.81107</c:v>
                </c:pt>
                <c:pt idx="20666">
                  <c:v>5.8113799999999998</c:v>
                </c:pt>
                <c:pt idx="20667">
                  <c:v>5.81168</c:v>
                </c:pt>
                <c:pt idx="20668">
                  <c:v>5.8119899999999998</c:v>
                </c:pt>
                <c:pt idx="20669">
                  <c:v>5.81229</c:v>
                </c:pt>
                <c:pt idx="20670">
                  <c:v>5.8125999999999998</c:v>
                </c:pt>
                <c:pt idx="20671">
                  <c:v>5.8129</c:v>
                </c:pt>
                <c:pt idx="20672">
                  <c:v>5.8132099999999998</c:v>
                </c:pt>
                <c:pt idx="20673">
                  <c:v>5.81351</c:v>
                </c:pt>
                <c:pt idx="20674">
                  <c:v>5.8138199999999998</c:v>
                </c:pt>
                <c:pt idx="20675">
                  <c:v>5.8141299999999996</c:v>
                </c:pt>
                <c:pt idx="20676">
                  <c:v>5.8144299999999998</c:v>
                </c:pt>
                <c:pt idx="20677">
                  <c:v>5.8147399999999996</c:v>
                </c:pt>
                <c:pt idx="20678">
                  <c:v>5.8150399999999998</c:v>
                </c:pt>
                <c:pt idx="20679">
                  <c:v>5.8153499999999996</c:v>
                </c:pt>
                <c:pt idx="20680">
                  <c:v>5.8156499999999998</c:v>
                </c:pt>
                <c:pt idx="20681">
                  <c:v>5.8159599999999996</c:v>
                </c:pt>
                <c:pt idx="20682">
                  <c:v>5.8162599999999998</c:v>
                </c:pt>
                <c:pt idx="20683">
                  <c:v>5.8165699999999996</c:v>
                </c:pt>
                <c:pt idx="20684">
                  <c:v>5.8168699999999998</c:v>
                </c:pt>
                <c:pt idx="20685">
                  <c:v>5.8171799999999996</c:v>
                </c:pt>
                <c:pt idx="20686">
                  <c:v>5.8174799999999998</c:v>
                </c:pt>
                <c:pt idx="20687">
                  <c:v>5.8177899999999996</c:v>
                </c:pt>
                <c:pt idx="20688">
                  <c:v>5.8181000000000003</c:v>
                </c:pt>
                <c:pt idx="20689">
                  <c:v>5.8183999999999996</c:v>
                </c:pt>
                <c:pt idx="20690">
                  <c:v>5.8187100000000003</c:v>
                </c:pt>
                <c:pt idx="20691">
                  <c:v>5.8190099999999996</c:v>
                </c:pt>
                <c:pt idx="20692">
                  <c:v>5.8193200000000003</c:v>
                </c:pt>
                <c:pt idx="20693">
                  <c:v>5.8196199999999996</c:v>
                </c:pt>
                <c:pt idx="20694">
                  <c:v>5.8199300000000003</c:v>
                </c:pt>
                <c:pt idx="20695">
                  <c:v>5.8202299999999996</c:v>
                </c:pt>
                <c:pt idx="20696">
                  <c:v>5.8205400000000003</c:v>
                </c:pt>
                <c:pt idx="20697">
                  <c:v>5.8208399999999996</c:v>
                </c:pt>
                <c:pt idx="20698">
                  <c:v>5.8211500000000003</c:v>
                </c:pt>
                <c:pt idx="20699">
                  <c:v>5.8214499999999996</c:v>
                </c:pt>
                <c:pt idx="20700">
                  <c:v>5.8217600000000003</c:v>
                </c:pt>
                <c:pt idx="20701">
                  <c:v>5.8220700000000001</c:v>
                </c:pt>
                <c:pt idx="20702">
                  <c:v>5.8223700000000003</c:v>
                </c:pt>
                <c:pt idx="20703">
                  <c:v>5.8226800000000001</c:v>
                </c:pt>
                <c:pt idx="20704">
                  <c:v>5.8229800000000003</c:v>
                </c:pt>
                <c:pt idx="20705">
                  <c:v>5.8232900000000001</c:v>
                </c:pt>
                <c:pt idx="20706">
                  <c:v>5.8235900000000003</c:v>
                </c:pt>
                <c:pt idx="20707">
                  <c:v>5.8239000000000001</c:v>
                </c:pt>
                <c:pt idx="20708">
                  <c:v>5.8242000000000003</c:v>
                </c:pt>
                <c:pt idx="20709">
                  <c:v>5.8245100000000001</c:v>
                </c:pt>
                <c:pt idx="20710">
                  <c:v>5.8248100000000003</c:v>
                </c:pt>
                <c:pt idx="20711">
                  <c:v>5.8251200000000001</c:v>
                </c:pt>
                <c:pt idx="20712">
                  <c:v>5.8254299999999999</c:v>
                </c:pt>
                <c:pt idx="20713">
                  <c:v>5.8257300000000001</c:v>
                </c:pt>
                <c:pt idx="20714">
                  <c:v>5.8260399999999999</c:v>
                </c:pt>
                <c:pt idx="20715">
                  <c:v>5.8263400000000001</c:v>
                </c:pt>
                <c:pt idx="20716">
                  <c:v>5.8266499999999999</c:v>
                </c:pt>
                <c:pt idx="20717">
                  <c:v>5.8269500000000001</c:v>
                </c:pt>
                <c:pt idx="20718">
                  <c:v>5.8272599999999999</c:v>
                </c:pt>
                <c:pt idx="20719">
                  <c:v>5.8275600000000001</c:v>
                </c:pt>
                <c:pt idx="20720">
                  <c:v>5.8278699999999999</c:v>
                </c:pt>
                <c:pt idx="20721">
                  <c:v>5.8281700000000001</c:v>
                </c:pt>
                <c:pt idx="20722">
                  <c:v>5.8284799999999999</c:v>
                </c:pt>
                <c:pt idx="20723">
                  <c:v>5.8287800000000001</c:v>
                </c:pt>
                <c:pt idx="20724">
                  <c:v>5.8290899999999999</c:v>
                </c:pt>
                <c:pt idx="20725">
                  <c:v>5.8293999999999997</c:v>
                </c:pt>
                <c:pt idx="20726">
                  <c:v>5.8296999999999999</c:v>
                </c:pt>
                <c:pt idx="20727">
                  <c:v>5.8300099999999997</c:v>
                </c:pt>
                <c:pt idx="20728">
                  <c:v>5.8303099999999999</c:v>
                </c:pt>
                <c:pt idx="20729">
                  <c:v>5.8306199999999997</c:v>
                </c:pt>
                <c:pt idx="20730">
                  <c:v>5.8309199999999999</c:v>
                </c:pt>
                <c:pt idx="20731">
                  <c:v>5.8312299999999997</c:v>
                </c:pt>
                <c:pt idx="20732">
                  <c:v>5.8315299999999999</c:v>
                </c:pt>
                <c:pt idx="20733">
                  <c:v>5.8318399999999997</c:v>
                </c:pt>
                <c:pt idx="20734">
                  <c:v>5.8321399999999999</c:v>
                </c:pt>
                <c:pt idx="20735">
                  <c:v>5.8324499999999997</c:v>
                </c:pt>
                <c:pt idx="20736">
                  <c:v>5.8327499999999999</c:v>
                </c:pt>
                <c:pt idx="20737">
                  <c:v>5.8330599999999997</c:v>
                </c:pt>
                <c:pt idx="20738">
                  <c:v>5.8333700000000004</c:v>
                </c:pt>
                <c:pt idx="20739">
                  <c:v>5.8336699999999997</c:v>
                </c:pt>
                <c:pt idx="20740">
                  <c:v>5.8339800000000004</c:v>
                </c:pt>
                <c:pt idx="20741">
                  <c:v>5.8342799999999997</c:v>
                </c:pt>
                <c:pt idx="20742">
                  <c:v>5.8345900000000004</c:v>
                </c:pt>
                <c:pt idx="20743">
                  <c:v>5.8348899999999997</c:v>
                </c:pt>
                <c:pt idx="20744">
                  <c:v>5.8352000000000004</c:v>
                </c:pt>
                <c:pt idx="20745">
                  <c:v>5.8354999999999997</c:v>
                </c:pt>
                <c:pt idx="20746">
                  <c:v>5.8358100000000004</c:v>
                </c:pt>
                <c:pt idx="20747">
                  <c:v>5.8361099999999997</c:v>
                </c:pt>
                <c:pt idx="20748">
                  <c:v>5.8364200000000004</c:v>
                </c:pt>
                <c:pt idx="20749">
                  <c:v>5.8367199999999997</c:v>
                </c:pt>
                <c:pt idx="20750">
                  <c:v>5.8370300000000004</c:v>
                </c:pt>
                <c:pt idx="20751">
                  <c:v>5.8373400000000002</c:v>
                </c:pt>
                <c:pt idx="20752">
                  <c:v>5.8376400000000004</c:v>
                </c:pt>
                <c:pt idx="20753">
                  <c:v>5.8379500000000002</c:v>
                </c:pt>
                <c:pt idx="20754">
                  <c:v>5.8382500000000004</c:v>
                </c:pt>
                <c:pt idx="20755">
                  <c:v>5.8385600000000002</c:v>
                </c:pt>
                <c:pt idx="20756">
                  <c:v>5.8388600000000004</c:v>
                </c:pt>
                <c:pt idx="20757">
                  <c:v>5.8391700000000002</c:v>
                </c:pt>
                <c:pt idx="20758">
                  <c:v>5.8394700000000004</c:v>
                </c:pt>
                <c:pt idx="20759">
                  <c:v>5.8397800000000002</c:v>
                </c:pt>
                <c:pt idx="20760">
                  <c:v>5.8400800000000004</c:v>
                </c:pt>
                <c:pt idx="20761">
                  <c:v>5.8403900000000002</c:v>
                </c:pt>
                <c:pt idx="20762">
                  <c:v>5.8406900000000004</c:v>
                </c:pt>
                <c:pt idx="20763">
                  <c:v>5.8410000000000002</c:v>
                </c:pt>
                <c:pt idx="20764">
                  <c:v>5.84131</c:v>
                </c:pt>
                <c:pt idx="20765">
                  <c:v>5.8416100000000002</c:v>
                </c:pt>
                <c:pt idx="20766">
                  <c:v>5.84192</c:v>
                </c:pt>
                <c:pt idx="20767">
                  <c:v>5.8422200000000002</c:v>
                </c:pt>
                <c:pt idx="20768">
                  <c:v>5.84253</c:v>
                </c:pt>
                <c:pt idx="20769">
                  <c:v>5.8428300000000002</c:v>
                </c:pt>
                <c:pt idx="20770">
                  <c:v>5.84314</c:v>
                </c:pt>
                <c:pt idx="20771">
                  <c:v>5.8434400000000002</c:v>
                </c:pt>
                <c:pt idx="20772">
                  <c:v>5.84375</c:v>
                </c:pt>
                <c:pt idx="20773">
                  <c:v>5.8440500000000002</c:v>
                </c:pt>
                <c:pt idx="20774">
                  <c:v>5.84436</c:v>
                </c:pt>
                <c:pt idx="20775">
                  <c:v>5.8446699999999998</c:v>
                </c:pt>
                <c:pt idx="20776">
                  <c:v>5.84497</c:v>
                </c:pt>
                <c:pt idx="20777">
                  <c:v>5.8452799999999998</c:v>
                </c:pt>
                <c:pt idx="20778">
                  <c:v>5.84558</c:v>
                </c:pt>
                <c:pt idx="20779">
                  <c:v>5.8458899999999998</c:v>
                </c:pt>
                <c:pt idx="20780">
                  <c:v>5.84619</c:v>
                </c:pt>
                <c:pt idx="20781">
                  <c:v>5.8464999999999998</c:v>
                </c:pt>
                <c:pt idx="20782">
                  <c:v>5.8468</c:v>
                </c:pt>
                <c:pt idx="20783">
                  <c:v>5.8471099999999998</c:v>
                </c:pt>
                <c:pt idx="20784">
                  <c:v>5.84741</c:v>
                </c:pt>
                <c:pt idx="20785">
                  <c:v>5.8477199999999998</c:v>
                </c:pt>
                <c:pt idx="20786">
                  <c:v>5.84802</c:v>
                </c:pt>
                <c:pt idx="20787">
                  <c:v>5.8483299999999998</c:v>
                </c:pt>
                <c:pt idx="20788">
                  <c:v>5.8486399999999996</c:v>
                </c:pt>
                <c:pt idx="20789">
                  <c:v>5.8489399999999998</c:v>
                </c:pt>
                <c:pt idx="20790">
                  <c:v>5.8492499999999996</c:v>
                </c:pt>
                <c:pt idx="20791">
                  <c:v>5.8495499999999998</c:v>
                </c:pt>
                <c:pt idx="20792">
                  <c:v>5.8498599999999996</c:v>
                </c:pt>
                <c:pt idx="20793">
                  <c:v>5.8501599999999998</c:v>
                </c:pt>
                <c:pt idx="20794">
                  <c:v>5.8504699999999996</c:v>
                </c:pt>
                <c:pt idx="20795">
                  <c:v>5.8507699999999998</c:v>
                </c:pt>
                <c:pt idx="20796">
                  <c:v>5.8510799999999996</c:v>
                </c:pt>
                <c:pt idx="20797">
                  <c:v>5.8513799999999998</c:v>
                </c:pt>
                <c:pt idx="20798">
                  <c:v>5.8516899999999996</c:v>
                </c:pt>
                <c:pt idx="20799">
                  <c:v>5.8519899999999998</c:v>
                </c:pt>
                <c:pt idx="20800">
                  <c:v>5.8522999999999996</c:v>
                </c:pt>
                <c:pt idx="20801">
                  <c:v>5.8526100000000003</c:v>
                </c:pt>
                <c:pt idx="20802">
                  <c:v>5.8529099999999996</c:v>
                </c:pt>
                <c:pt idx="20803">
                  <c:v>5.8532200000000003</c:v>
                </c:pt>
                <c:pt idx="20804">
                  <c:v>5.8535199999999996</c:v>
                </c:pt>
                <c:pt idx="20805">
                  <c:v>5.8538300000000003</c:v>
                </c:pt>
                <c:pt idx="20806">
                  <c:v>5.8541299999999996</c:v>
                </c:pt>
                <c:pt idx="20807">
                  <c:v>5.8544400000000003</c:v>
                </c:pt>
                <c:pt idx="20808">
                  <c:v>5.8547399999999996</c:v>
                </c:pt>
                <c:pt idx="20809">
                  <c:v>5.8550500000000003</c:v>
                </c:pt>
                <c:pt idx="20810">
                  <c:v>5.8553499999999996</c:v>
                </c:pt>
                <c:pt idx="20811">
                  <c:v>5.8556600000000003</c:v>
                </c:pt>
                <c:pt idx="20812">
                  <c:v>5.8559599999999996</c:v>
                </c:pt>
                <c:pt idx="20813">
                  <c:v>5.8562700000000003</c:v>
                </c:pt>
                <c:pt idx="20814">
                  <c:v>5.8565800000000001</c:v>
                </c:pt>
                <c:pt idx="20815">
                  <c:v>5.8568800000000003</c:v>
                </c:pt>
                <c:pt idx="20816">
                  <c:v>5.8571900000000001</c:v>
                </c:pt>
                <c:pt idx="20817">
                  <c:v>5.8574900000000003</c:v>
                </c:pt>
                <c:pt idx="20818">
                  <c:v>5.8578000000000001</c:v>
                </c:pt>
                <c:pt idx="20819">
                  <c:v>5.8581000000000003</c:v>
                </c:pt>
                <c:pt idx="20820">
                  <c:v>5.8584100000000001</c:v>
                </c:pt>
                <c:pt idx="20821">
                  <c:v>5.8587100000000003</c:v>
                </c:pt>
                <c:pt idx="20822">
                  <c:v>5.8590200000000001</c:v>
                </c:pt>
                <c:pt idx="20823">
                  <c:v>5.8593200000000003</c:v>
                </c:pt>
                <c:pt idx="20824">
                  <c:v>5.8596300000000001</c:v>
                </c:pt>
                <c:pt idx="20825">
                  <c:v>5.8599300000000003</c:v>
                </c:pt>
                <c:pt idx="20826">
                  <c:v>5.8602400000000001</c:v>
                </c:pt>
                <c:pt idx="20827">
                  <c:v>5.8605499999999999</c:v>
                </c:pt>
                <c:pt idx="20828">
                  <c:v>5.8608500000000001</c:v>
                </c:pt>
                <c:pt idx="20829">
                  <c:v>5.8611599999999999</c:v>
                </c:pt>
                <c:pt idx="20830">
                  <c:v>5.8614600000000001</c:v>
                </c:pt>
                <c:pt idx="20831">
                  <c:v>5.8617699999999999</c:v>
                </c:pt>
                <c:pt idx="20832">
                  <c:v>5.8620700000000001</c:v>
                </c:pt>
                <c:pt idx="20833">
                  <c:v>5.8623799999999999</c:v>
                </c:pt>
                <c:pt idx="20834">
                  <c:v>5.8626800000000001</c:v>
                </c:pt>
                <c:pt idx="20835">
                  <c:v>5.8629899999999999</c:v>
                </c:pt>
                <c:pt idx="20836">
                  <c:v>5.8632900000000001</c:v>
                </c:pt>
                <c:pt idx="20837">
                  <c:v>5.8635999999999999</c:v>
                </c:pt>
                <c:pt idx="20838">
                  <c:v>5.8639099999999997</c:v>
                </c:pt>
                <c:pt idx="20839">
                  <c:v>5.8642099999999999</c:v>
                </c:pt>
                <c:pt idx="20840">
                  <c:v>5.8645199999999997</c:v>
                </c:pt>
                <c:pt idx="20841">
                  <c:v>5.8648199999999999</c:v>
                </c:pt>
                <c:pt idx="20842">
                  <c:v>5.8651299999999997</c:v>
                </c:pt>
                <c:pt idx="20843">
                  <c:v>5.8654299999999999</c:v>
                </c:pt>
                <c:pt idx="20844">
                  <c:v>5.8657399999999997</c:v>
                </c:pt>
                <c:pt idx="20845">
                  <c:v>5.8660399999999999</c:v>
                </c:pt>
                <c:pt idx="20846">
                  <c:v>5.8663499999999997</c:v>
                </c:pt>
                <c:pt idx="20847">
                  <c:v>5.8666499999999999</c:v>
                </c:pt>
                <c:pt idx="20848">
                  <c:v>5.8669599999999997</c:v>
                </c:pt>
                <c:pt idx="20849">
                  <c:v>5.8672599999999999</c:v>
                </c:pt>
                <c:pt idx="20850">
                  <c:v>5.8675699999999997</c:v>
                </c:pt>
                <c:pt idx="20851">
                  <c:v>5.8678800000000004</c:v>
                </c:pt>
                <c:pt idx="20852">
                  <c:v>5.8681799999999997</c:v>
                </c:pt>
                <c:pt idx="20853">
                  <c:v>5.8684900000000004</c:v>
                </c:pt>
                <c:pt idx="20854">
                  <c:v>5.8687899999999997</c:v>
                </c:pt>
                <c:pt idx="20855">
                  <c:v>5.8691000000000004</c:v>
                </c:pt>
                <c:pt idx="20856">
                  <c:v>5.8693999999999997</c:v>
                </c:pt>
                <c:pt idx="20857">
                  <c:v>5.8697100000000004</c:v>
                </c:pt>
                <c:pt idx="20858">
                  <c:v>5.8700099999999997</c:v>
                </c:pt>
                <c:pt idx="20859">
                  <c:v>5.8703200000000004</c:v>
                </c:pt>
                <c:pt idx="20860">
                  <c:v>5.8706199999999997</c:v>
                </c:pt>
                <c:pt idx="20861">
                  <c:v>5.8709300000000004</c:v>
                </c:pt>
                <c:pt idx="20862">
                  <c:v>5.8712299999999997</c:v>
                </c:pt>
                <c:pt idx="20863">
                  <c:v>5.8715400000000004</c:v>
                </c:pt>
                <c:pt idx="20864">
                  <c:v>5.8718500000000002</c:v>
                </c:pt>
                <c:pt idx="20865">
                  <c:v>5.8721500000000004</c:v>
                </c:pt>
                <c:pt idx="20866">
                  <c:v>5.8724600000000002</c:v>
                </c:pt>
                <c:pt idx="20867">
                  <c:v>5.8727600000000004</c:v>
                </c:pt>
                <c:pt idx="20868">
                  <c:v>5.8730700000000002</c:v>
                </c:pt>
                <c:pt idx="20869">
                  <c:v>5.8733700000000004</c:v>
                </c:pt>
                <c:pt idx="20870">
                  <c:v>5.8736800000000002</c:v>
                </c:pt>
                <c:pt idx="20871">
                  <c:v>5.8739800000000004</c:v>
                </c:pt>
                <c:pt idx="20872">
                  <c:v>5.8742900000000002</c:v>
                </c:pt>
                <c:pt idx="20873">
                  <c:v>5.8745900000000004</c:v>
                </c:pt>
                <c:pt idx="20874">
                  <c:v>5.8749000000000002</c:v>
                </c:pt>
                <c:pt idx="20875">
                  <c:v>5.8752000000000004</c:v>
                </c:pt>
                <c:pt idx="20876">
                  <c:v>5.8755100000000002</c:v>
                </c:pt>
                <c:pt idx="20877">
                  <c:v>5.87582</c:v>
                </c:pt>
                <c:pt idx="20878">
                  <c:v>5.8761200000000002</c:v>
                </c:pt>
                <c:pt idx="20879">
                  <c:v>5.87643</c:v>
                </c:pt>
                <c:pt idx="20880">
                  <c:v>5.8767300000000002</c:v>
                </c:pt>
                <c:pt idx="20881">
                  <c:v>5.87704</c:v>
                </c:pt>
                <c:pt idx="20882">
                  <c:v>5.8773400000000002</c:v>
                </c:pt>
                <c:pt idx="20883">
                  <c:v>5.87765</c:v>
                </c:pt>
                <c:pt idx="20884">
                  <c:v>5.8779500000000002</c:v>
                </c:pt>
                <c:pt idx="20885">
                  <c:v>5.87826</c:v>
                </c:pt>
                <c:pt idx="20886">
                  <c:v>5.8785600000000002</c:v>
                </c:pt>
                <c:pt idx="20887">
                  <c:v>5.87887</c:v>
                </c:pt>
                <c:pt idx="20888">
                  <c:v>5.8791799999999999</c:v>
                </c:pt>
                <c:pt idx="20889">
                  <c:v>5.87948</c:v>
                </c:pt>
                <c:pt idx="20890">
                  <c:v>5.8797899999999998</c:v>
                </c:pt>
                <c:pt idx="20891">
                  <c:v>5.88009</c:v>
                </c:pt>
                <c:pt idx="20892">
                  <c:v>5.8803999999999998</c:v>
                </c:pt>
                <c:pt idx="20893">
                  <c:v>5.8807</c:v>
                </c:pt>
                <c:pt idx="20894">
                  <c:v>5.8810099999999998</c:v>
                </c:pt>
                <c:pt idx="20895">
                  <c:v>5.88131</c:v>
                </c:pt>
                <c:pt idx="20896">
                  <c:v>5.8816199999999998</c:v>
                </c:pt>
                <c:pt idx="20897">
                  <c:v>5.88192</c:v>
                </c:pt>
                <c:pt idx="20898">
                  <c:v>5.8822299999999998</c:v>
                </c:pt>
                <c:pt idx="20899">
                  <c:v>5.88253</c:v>
                </c:pt>
                <c:pt idx="20900">
                  <c:v>5.8828399999999998</c:v>
                </c:pt>
                <c:pt idx="20901">
                  <c:v>5.8831499999999997</c:v>
                </c:pt>
                <c:pt idx="20902">
                  <c:v>5.8834499999999998</c:v>
                </c:pt>
                <c:pt idx="20903">
                  <c:v>5.8837599999999997</c:v>
                </c:pt>
                <c:pt idx="20904">
                  <c:v>5.8840599999999998</c:v>
                </c:pt>
                <c:pt idx="20905">
                  <c:v>5.8843699999999997</c:v>
                </c:pt>
                <c:pt idx="20906">
                  <c:v>5.8846699999999998</c:v>
                </c:pt>
                <c:pt idx="20907">
                  <c:v>5.8849799999999997</c:v>
                </c:pt>
                <c:pt idx="20908">
                  <c:v>5.8852799999999998</c:v>
                </c:pt>
                <c:pt idx="20909">
                  <c:v>5.8855899999999997</c:v>
                </c:pt>
                <c:pt idx="20910">
                  <c:v>5.8858899999999998</c:v>
                </c:pt>
                <c:pt idx="20911">
                  <c:v>5.8861999999999997</c:v>
                </c:pt>
                <c:pt idx="20912">
                  <c:v>5.8864999999999998</c:v>
                </c:pt>
                <c:pt idx="20913">
                  <c:v>5.8868099999999997</c:v>
                </c:pt>
                <c:pt idx="20914">
                  <c:v>5.8871200000000004</c:v>
                </c:pt>
                <c:pt idx="20915">
                  <c:v>5.8874199999999997</c:v>
                </c:pt>
                <c:pt idx="20916">
                  <c:v>5.8877300000000004</c:v>
                </c:pt>
                <c:pt idx="20917">
                  <c:v>5.8880299999999997</c:v>
                </c:pt>
                <c:pt idx="20918">
                  <c:v>5.8883400000000004</c:v>
                </c:pt>
                <c:pt idx="20919">
                  <c:v>5.8886399999999997</c:v>
                </c:pt>
                <c:pt idx="20920">
                  <c:v>5.8889500000000004</c:v>
                </c:pt>
                <c:pt idx="20921">
                  <c:v>5.8892499999999997</c:v>
                </c:pt>
                <c:pt idx="20922">
                  <c:v>5.8895600000000004</c:v>
                </c:pt>
                <c:pt idx="20923">
                  <c:v>5.8898599999999997</c:v>
                </c:pt>
                <c:pt idx="20924">
                  <c:v>5.8901700000000003</c:v>
                </c:pt>
                <c:pt idx="20925">
                  <c:v>5.8904699999999997</c:v>
                </c:pt>
                <c:pt idx="20926">
                  <c:v>5.8907800000000003</c:v>
                </c:pt>
                <c:pt idx="20927">
                  <c:v>5.8910900000000002</c:v>
                </c:pt>
                <c:pt idx="20928">
                  <c:v>5.8913900000000003</c:v>
                </c:pt>
                <c:pt idx="20929">
                  <c:v>5.8917000000000002</c:v>
                </c:pt>
                <c:pt idx="20930">
                  <c:v>5.8920000000000003</c:v>
                </c:pt>
                <c:pt idx="20931">
                  <c:v>5.8923100000000002</c:v>
                </c:pt>
                <c:pt idx="20932">
                  <c:v>5.8926100000000003</c:v>
                </c:pt>
                <c:pt idx="20933">
                  <c:v>5.8929200000000002</c:v>
                </c:pt>
                <c:pt idx="20934">
                  <c:v>5.8932200000000003</c:v>
                </c:pt>
                <c:pt idx="20935">
                  <c:v>5.8935300000000002</c:v>
                </c:pt>
                <c:pt idx="20936">
                  <c:v>5.8938300000000003</c:v>
                </c:pt>
                <c:pt idx="20937">
                  <c:v>5.8941400000000002</c:v>
                </c:pt>
                <c:pt idx="20938">
                  <c:v>5.8944400000000003</c:v>
                </c:pt>
                <c:pt idx="20939">
                  <c:v>5.8947500000000002</c:v>
                </c:pt>
                <c:pt idx="20940">
                  <c:v>5.89506</c:v>
                </c:pt>
                <c:pt idx="20941">
                  <c:v>5.8953600000000002</c:v>
                </c:pt>
                <c:pt idx="20942">
                  <c:v>5.89567</c:v>
                </c:pt>
                <c:pt idx="20943">
                  <c:v>5.8959700000000002</c:v>
                </c:pt>
                <c:pt idx="20944">
                  <c:v>5.89628</c:v>
                </c:pt>
                <c:pt idx="20945">
                  <c:v>5.8965800000000002</c:v>
                </c:pt>
                <c:pt idx="20946">
                  <c:v>5.89689</c:v>
                </c:pt>
                <c:pt idx="20947">
                  <c:v>5.8971900000000002</c:v>
                </c:pt>
                <c:pt idx="20948">
                  <c:v>5.8975</c:v>
                </c:pt>
                <c:pt idx="20949">
                  <c:v>5.8978000000000002</c:v>
                </c:pt>
                <c:pt idx="20950">
                  <c:v>5.89811</c:v>
                </c:pt>
                <c:pt idx="20951">
                  <c:v>5.8984199999999998</c:v>
                </c:pt>
                <c:pt idx="20952">
                  <c:v>5.89872</c:v>
                </c:pt>
                <c:pt idx="20953">
                  <c:v>5.8990299999999998</c:v>
                </c:pt>
                <c:pt idx="20954">
                  <c:v>5.89933</c:v>
                </c:pt>
                <c:pt idx="20955">
                  <c:v>5.8996399999999998</c:v>
                </c:pt>
                <c:pt idx="20956">
                  <c:v>5.89994</c:v>
                </c:pt>
                <c:pt idx="20957">
                  <c:v>5.9002499999999998</c:v>
                </c:pt>
                <c:pt idx="20958">
                  <c:v>5.90055</c:v>
                </c:pt>
                <c:pt idx="20959">
                  <c:v>5.9008599999999998</c:v>
                </c:pt>
                <c:pt idx="20960">
                  <c:v>5.90116</c:v>
                </c:pt>
                <c:pt idx="20961">
                  <c:v>5.9014699999999998</c:v>
                </c:pt>
                <c:pt idx="20962">
                  <c:v>5.90177</c:v>
                </c:pt>
                <c:pt idx="20963">
                  <c:v>5.9020799999999998</c:v>
                </c:pt>
                <c:pt idx="20964">
                  <c:v>5.9023899999999996</c:v>
                </c:pt>
                <c:pt idx="20965">
                  <c:v>5.9026899999999998</c:v>
                </c:pt>
                <c:pt idx="20966">
                  <c:v>5.9029999999999996</c:v>
                </c:pt>
                <c:pt idx="20967">
                  <c:v>5.9032999999999998</c:v>
                </c:pt>
                <c:pt idx="20968">
                  <c:v>5.9036099999999996</c:v>
                </c:pt>
                <c:pt idx="20969">
                  <c:v>5.9039099999999998</c:v>
                </c:pt>
                <c:pt idx="20970">
                  <c:v>5.9042199999999996</c:v>
                </c:pt>
                <c:pt idx="20971">
                  <c:v>5.9045199999999998</c:v>
                </c:pt>
                <c:pt idx="20972">
                  <c:v>5.9048299999999996</c:v>
                </c:pt>
                <c:pt idx="20973">
                  <c:v>5.9051299999999998</c:v>
                </c:pt>
                <c:pt idx="20974">
                  <c:v>5.9054399999999996</c:v>
                </c:pt>
                <c:pt idx="20975">
                  <c:v>5.9057399999999998</c:v>
                </c:pt>
                <c:pt idx="20976">
                  <c:v>5.9060499999999996</c:v>
                </c:pt>
                <c:pt idx="20977">
                  <c:v>5.9063600000000003</c:v>
                </c:pt>
                <c:pt idx="20978">
                  <c:v>5.9066599999999996</c:v>
                </c:pt>
                <c:pt idx="20979">
                  <c:v>5.9069700000000003</c:v>
                </c:pt>
                <c:pt idx="20980">
                  <c:v>5.9072699999999996</c:v>
                </c:pt>
                <c:pt idx="20981">
                  <c:v>5.9075800000000003</c:v>
                </c:pt>
                <c:pt idx="20982">
                  <c:v>5.9078799999999996</c:v>
                </c:pt>
                <c:pt idx="20983">
                  <c:v>5.9081900000000003</c:v>
                </c:pt>
                <c:pt idx="20984">
                  <c:v>5.9084899999999996</c:v>
                </c:pt>
                <c:pt idx="20985">
                  <c:v>5.9088000000000003</c:v>
                </c:pt>
                <c:pt idx="20986">
                  <c:v>5.9090999999999996</c:v>
                </c:pt>
                <c:pt idx="20987">
                  <c:v>5.9094100000000003</c:v>
                </c:pt>
                <c:pt idx="20988">
                  <c:v>5.9097099999999996</c:v>
                </c:pt>
                <c:pt idx="20989">
                  <c:v>5.9100200000000003</c:v>
                </c:pt>
                <c:pt idx="20990">
                  <c:v>5.9103300000000001</c:v>
                </c:pt>
                <c:pt idx="20991">
                  <c:v>5.9106300000000003</c:v>
                </c:pt>
                <c:pt idx="20992">
                  <c:v>5.9109400000000001</c:v>
                </c:pt>
                <c:pt idx="20993">
                  <c:v>5.9112400000000003</c:v>
                </c:pt>
                <c:pt idx="20994">
                  <c:v>5.9115500000000001</c:v>
                </c:pt>
                <c:pt idx="20995">
                  <c:v>5.9118500000000003</c:v>
                </c:pt>
                <c:pt idx="20996">
                  <c:v>5.9121600000000001</c:v>
                </c:pt>
                <c:pt idx="20997">
                  <c:v>5.9124600000000003</c:v>
                </c:pt>
                <c:pt idx="20998">
                  <c:v>5.9127700000000001</c:v>
                </c:pt>
                <c:pt idx="20999">
                  <c:v>5.9130700000000003</c:v>
                </c:pt>
                <c:pt idx="21000">
                  <c:v>5.9133800000000001</c:v>
                </c:pt>
                <c:pt idx="21001">
                  <c:v>5.9136800000000003</c:v>
                </c:pt>
                <c:pt idx="21002">
                  <c:v>5.9139900000000001</c:v>
                </c:pt>
                <c:pt idx="21003">
                  <c:v>5.9142999999999999</c:v>
                </c:pt>
                <c:pt idx="21004">
                  <c:v>5.9146000000000001</c:v>
                </c:pt>
                <c:pt idx="21005">
                  <c:v>5.9149099999999999</c:v>
                </c:pt>
                <c:pt idx="21006">
                  <c:v>5.9152100000000001</c:v>
                </c:pt>
                <c:pt idx="21007">
                  <c:v>5.9155199999999999</c:v>
                </c:pt>
                <c:pt idx="21008">
                  <c:v>5.9158200000000001</c:v>
                </c:pt>
                <c:pt idx="21009">
                  <c:v>5.9161299999999999</c:v>
                </c:pt>
                <c:pt idx="21010">
                  <c:v>5.9164300000000001</c:v>
                </c:pt>
                <c:pt idx="21011">
                  <c:v>5.9167399999999999</c:v>
                </c:pt>
                <c:pt idx="21012">
                  <c:v>5.9170400000000001</c:v>
                </c:pt>
                <c:pt idx="21013">
                  <c:v>5.9173499999999999</c:v>
                </c:pt>
                <c:pt idx="21014">
                  <c:v>5.9176599999999997</c:v>
                </c:pt>
                <c:pt idx="21015">
                  <c:v>5.9179599999999999</c:v>
                </c:pt>
                <c:pt idx="21016">
                  <c:v>5.9182699999999997</c:v>
                </c:pt>
                <c:pt idx="21017">
                  <c:v>5.9185699999999999</c:v>
                </c:pt>
                <c:pt idx="21018">
                  <c:v>5.9188799999999997</c:v>
                </c:pt>
                <c:pt idx="21019">
                  <c:v>5.9191799999999999</c:v>
                </c:pt>
                <c:pt idx="21020">
                  <c:v>5.9194899999999997</c:v>
                </c:pt>
                <c:pt idx="21021">
                  <c:v>5.9197899999999999</c:v>
                </c:pt>
                <c:pt idx="21022">
                  <c:v>5.9200999999999997</c:v>
                </c:pt>
                <c:pt idx="21023">
                  <c:v>5.9203999999999999</c:v>
                </c:pt>
                <c:pt idx="21024">
                  <c:v>5.9207099999999997</c:v>
                </c:pt>
                <c:pt idx="21025">
                  <c:v>5.9210099999999999</c:v>
                </c:pt>
                <c:pt idx="21026">
                  <c:v>5.9213199999999997</c:v>
                </c:pt>
                <c:pt idx="21027">
                  <c:v>5.9216300000000004</c:v>
                </c:pt>
                <c:pt idx="21028">
                  <c:v>5.9219299999999997</c:v>
                </c:pt>
                <c:pt idx="21029">
                  <c:v>5.9222400000000004</c:v>
                </c:pt>
                <c:pt idx="21030">
                  <c:v>5.9225399999999997</c:v>
                </c:pt>
                <c:pt idx="21031">
                  <c:v>5.9228500000000004</c:v>
                </c:pt>
                <c:pt idx="21032">
                  <c:v>5.9231499999999997</c:v>
                </c:pt>
                <c:pt idx="21033">
                  <c:v>5.9234600000000004</c:v>
                </c:pt>
                <c:pt idx="21034">
                  <c:v>5.9237599999999997</c:v>
                </c:pt>
                <c:pt idx="21035">
                  <c:v>5.9240700000000004</c:v>
                </c:pt>
                <c:pt idx="21036">
                  <c:v>5.9243699999999997</c:v>
                </c:pt>
                <c:pt idx="21037">
                  <c:v>5.9246800000000004</c:v>
                </c:pt>
                <c:pt idx="21038">
                  <c:v>5.9249799999999997</c:v>
                </c:pt>
                <c:pt idx="21039">
                  <c:v>5.9252900000000004</c:v>
                </c:pt>
                <c:pt idx="21040">
                  <c:v>5.9256000000000002</c:v>
                </c:pt>
                <c:pt idx="21041">
                  <c:v>5.9259000000000004</c:v>
                </c:pt>
                <c:pt idx="21042">
                  <c:v>5.9262100000000002</c:v>
                </c:pt>
                <c:pt idx="21043">
                  <c:v>5.9265100000000004</c:v>
                </c:pt>
                <c:pt idx="21044">
                  <c:v>5.9268200000000002</c:v>
                </c:pt>
                <c:pt idx="21045">
                  <c:v>5.9271200000000004</c:v>
                </c:pt>
                <c:pt idx="21046">
                  <c:v>5.9274300000000002</c:v>
                </c:pt>
                <c:pt idx="21047">
                  <c:v>5.9277300000000004</c:v>
                </c:pt>
                <c:pt idx="21048">
                  <c:v>5.9280400000000002</c:v>
                </c:pt>
                <c:pt idx="21049">
                  <c:v>5.9283400000000004</c:v>
                </c:pt>
                <c:pt idx="21050">
                  <c:v>5.9286500000000002</c:v>
                </c:pt>
                <c:pt idx="21051">
                  <c:v>5.9289500000000004</c:v>
                </c:pt>
                <c:pt idx="21052">
                  <c:v>5.9292600000000002</c:v>
                </c:pt>
                <c:pt idx="21053">
                  <c:v>5.92957</c:v>
                </c:pt>
                <c:pt idx="21054">
                  <c:v>5.9298700000000002</c:v>
                </c:pt>
                <c:pt idx="21055">
                  <c:v>5.93018</c:v>
                </c:pt>
                <c:pt idx="21056">
                  <c:v>5.9304800000000002</c:v>
                </c:pt>
                <c:pt idx="21057">
                  <c:v>5.93079</c:v>
                </c:pt>
                <c:pt idx="21058">
                  <c:v>5.9310900000000002</c:v>
                </c:pt>
                <c:pt idx="21059">
                  <c:v>5.9314</c:v>
                </c:pt>
                <c:pt idx="21060">
                  <c:v>5.9317000000000002</c:v>
                </c:pt>
                <c:pt idx="21061">
                  <c:v>5.93201</c:v>
                </c:pt>
                <c:pt idx="21062">
                  <c:v>5.9323100000000002</c:v>
                </c:pt>
                <c:pt idx="21063">
                  <c:v>5.93262</c:v>
                </c:pt>
                <c:pt idx="21064">
                  <c:v>5.9329299999999998</c:v>
                </c:pt>
                <c:pt idx="21065">
                  <c:v>5.93323</c:v>
                </c:pt>
                <c:pt idx="21066">
                  <c:v>5.9335399999999998</c:v>
                </c:pt>
                <c:pt idx="21067">
                  <c:v>5.93384</c:v>
                </c:pt>
                <c:pt idx="21068">
                  <c:v>5.9341499999999998</c:v>
                </c:pt>
                <c:pt idx="21069">
                  <c:v>5.93445</c:v>
                </c:pt>
                <c:pt idx="21070">
                  <c:v>5.9347599999999998</c:v>
                </c:pt>
                <c:pt idx="21071">
                  <c:v>5.93506</c:v>
                </c:pt>
                <c:pt idx="21072">
                  <c:v>5.9353699999999998</c:v>
                </c:pt>
                <c:pt idx="21073">
                  <c:v>5.93567</c:v>
                </c:pt>
                <c:pt idx="21074">
                  <c:v>5.9359799999999998</c:v>
                </c:pt>
                <c:pt idx="21075">
                  <c:v>5.93628</c:v>
                </c:pt>
                <c:pt idx="21076">
                  <c:v>5.9365899999999998</c:v>
                </c:pt>
                <c:pt idx="21077">
                  <c:v>5.9368999999999996</c:v>
                </c:pt>
                <c:pt idx="21078">
                  <c:v>5.9371999999999998</c:v>
                </c:pt>
                <c:pt idx="21079">
                  <c:v>5.9375099999999996</c:v>
                </c:pt>
                <c:pt idx="21080">
                  <c:v>5.9378099999999998</c:v>
                </c:pt>
                <c:pt idx="21081">
                  <c:v>5.9381199999999996</c:v>
                </c:pt>
                <c:pt idx="21082">
                  <c:v>5.9384199999999998</c:v>
                </c:pt>
                <c:pt idx="21083">
                  <c:v>5.9387299999999996</c:v>
                </c:pt>
                <c:pt idx="21084">
                  <c:v>5.9390299999999998</c:v>
                </c:pt>
                <c:pt idx="21085">
                  <c:v>5.9393399999999996</c:v>
                </c:pt>
                <c:pt idx="21086">
                  <c:v>5.9396399999999998</c:v>
                </c:pt>
                <c:pt idx="21087">
                  <c:v>5.9399499999999996</c:v>
                </c:pt>
                <c:pt idx="21088">
                  <c:v>5.9402499999999998</c:v>
                </c:pt>
                <c:pt idx="21089">
                  <c:v>5.9405599999999996</c:v>
                </c:pt>
                <c:pt idx="21090">
                  <c:v>5.9408700000000003</c:v>
                </c:pt>
                <c:pt idx="21091">
                  <c:v>5.9411699999999996</c:v>
                </c:pt>
                <c:pt idx="21092">
                  <c:v>5.9414800000000003</c:v>
                </c:pt>
                <c:pt idx="21093">
                  <c:v>5.9417799999999996</c:v>
                </c:pt>
                <c:pt idx="21094">
                  <c:v>5.9420900000000003</c:v>
                </c:pt>
                <c:pt idx="21095">
                  <c:v>5.9423899999999996</c:v>
                </c:pt>
                <c:pt idx="21096">
                  <c:v>5.9427000000000003</c:v>
                </c:pt>
                <c:pt idx="21097">
                  <c:v>5.9429999999999996</c:v>
                </c:pt>
                <c:pt idx="21098">
                  <c:v>5.9433100000000003</c:v>
                </c:pt>
                <c:pt idx="21099">
                  <c:v>5.9436099999999996</c:v>
                </c:pt>
                <c:pt idx="21100">
                  <c:v>5.9439200000000003</c:v>
                </c:pt>
                <c:pt idx="21101">
                  <c:v>5.9442199999999996</c:v>
                </c:pt>
                <c:pt idx="21102">
                  <c:v>5.9445300000000003</c:v>
                </c:pt>
                <c:pt idx="21103">
                  <c:v>5.9448400000000001</c:v>
                </c:pt>
                <c:pt idx="21104">
                  <c:v>5.9451400000000003</c:v>
                </c:pt>
                <c:pt idx="21105">
                  <c:v>5.9454500000000001</c:v>
                </c:pt>
                <c:pt idx="21106">
                  <c:v>5.9457500000000003</c:v>
                </c:pt>
                <c:pt idx="21107">
                  <c:v>5.9460600000000001</c:v>
                </c:pt>
                <c:pt idx="21108">
                  <c:v>5.9463600000000003</c:v>
                </c:pt>
                <c:pt idx="21109">
                  <c:v>5.9466700000000001</c:v>
                </c:pt>
                <c:pt idx="21110">
                  <c:v>5.9469700000000003</c:v>
                </c:pt>
                <c:pt idx="21111">
                  <c:v>5.9472800000000001</c:v>
                </c:pt>
                <c:pt idx="21112">
                  <c:v>5.9475800000000003</c:v>
                </c:pt>
                <c:pt idx="21113">
                  <c:v>5.9478900000000001</c:v>
                </c:pt>
                <c:pt idx="21114">
                  <c:v>5.9481900000000003</c:v>
                </c:pt>
                <c:pt idx="21115">
                  <c:v>5.9485000000000001</c:v>
                </c:pt>
                <c:pt idx="21116">
                  <c:v>5.9488099999999999</c:v>
                </c:pt>
                <c:pt idx="21117">
                  <c:v>5.9491100000000001</c:v>
                </c:pt>
                <c:pt idx="21118">
                  <c:v>5.9494199999999999</c:v>
                </c:pt>
                <c:pt idx="21119">
                  <c:v>5.9497200000000001</c:v>
                </c:pt>
                <c:pt idx="21120">
                  <c:v>5.9500299999999999</c:v>
                </c:pt>
                <c:pt idx="21121">
                  <c:v>5.9503300000000001</c:v>
                </c:pt>
                <c:pt idx="21122">
                  <c:v>5.9506399999999999</c:v>
                </c:pt>
                <c:pt idx="21123">
                  <c:v>5.9509400000000001</c:v>
                </c:pt>
                <c:pt idx="21124">
                  <c:v>5.9512499999999999</c:v>
                </c:pt>
                <c:pt idx="21125">
                  <c:v>5.9515500000000001</c:v>
                </c:pt>
                <c:pt idx="21126">
                  <c:v>5.9518599999999999</c:v>
                </c:pt>
                <c:pt idx="21127">
                  <c:v>5.9521699999999997</c:v>
                </c:pt>
                <c:pt idx="21128">
                  <c:v>5.9524699999999999</c:v>
                </c:pt>
                <c:pt idx="21129">
                  <c:v>5.9527799999999997</c:v>
                </c:pt>
                <c:pt idx="21130">
                  <c:v>5.9530799999999999</c:v>
                </c:pt>
                <c:pt idx="21131">
                  <c:v>5.9533899999999997</c:v>
                </c:pt>
                <c:pt idx="21132">
                  <c:v>5.9536899999999999</c:v>
                </c:pt>
                <c:pt idx="21133">
                  <c:v>5.9539999999999997</c:v>
                </c:pt>
                <c:pt idx="21134">
                  <c:v>5.9542999999999999</c:v>
                </c:pt>
                <c:pt idx="21135">
                  <c:v>5.9546099999999997</c:v>
                </c:pt>
                <c:pt idx="21136">
                  <c:v>5.9549099999999999</c:v>
                </c:pt>
                <c:pt idx="21137">
                  <c:v>5.9552199999999997</c:v>
                </c:pt>
                <c:pt idx="21138">
                  <c:v>5.9555199999999999</c:v>
                </c:pt>
                <c:pt idx="21139">
                  <c:v>5.9558299999999997</c:v>
                </c:pt>
                <c:pt idx="21140">
                  <c:v>5.9561400000000004</c:v>
                </c:pt>
                <c:pt idx="21141">
                  <c:v>5.9564399999999997</c:v>
                </c:pt>
                <c:pt idx="21142">
                  <c:v>5.9567500000000004</c:v>
                </c:pt>
                <c:pt idx="21143">
                  <c:v>5.9570499999999997</c:v>
                </c:pt>
                <c:pt idx="21144">
                  <c:v>5.9573600000000004</c:v>
                </c:pt>
                <c:pt idx="21145">
                  <c:v>5.9576599999999997</c:v>
                </c:pt>
                <c:pt idx="21146">
                  <c:v>5.9579700000000004</c:v>
                </c:pt>
                <c:pt idx="21147">
                  <c:v>5.9582699999999997</c:v>
                </c:pt>
                <c:pt idx="21148">
                  <c:v>5.9585800000000004</c:v>
                </c:pt>
                <c:pt idx="21149">
                  <c:v>5.9588799999999997</c:v>
                </c:pt>
                <c:pt idx="21150">
                  <c:v>5.9591900000000004</c:v>
                </c:pt>
                <c:pt idx="21151">
                  <c:v>5.9594899999999997</c:v>
                </c:pt>
                <c:pt idx="21152">
                  <c:v>5.9598000000000004</c:v>
                </c:pt>
                <c:pt idx="21153">
                  <c:v>5.9601100000000002</c:v>
                </c:pt>
                <c:pt idx="21154">
                  <c:v>5.9604100000000004</c:v>
                </c:pt>
                <c:pt idx="21155">
                  <c:v>5.9607200000000002</c:v>
                </c:pt>
                <c:pt idx="21156">
                  <c:v>5.9610200000000004</c:v>
                </c:pt>
                <c:pt idx="21157">
                  <c:v>5.9613300000000002</c:v>
                </c:pt>
                <c:pt idx="21158">
                  <c:v>5.9616300000000004</c:v>
                </c:pt>
                <c:pt idx="21159">
                  <c:v>5.9619400000000002</c:v>
                </c:pt>
                <c:pt idx="21160">
                  <c:v>5.9622400000000004</c:v>
                </c:pt>
                <c:pt idx="21161">
                  <c:v>5.9625500000000002</c:v>
                </c:pt>
                <c:pt idx="21162">
                  <c:v>5.9628500000000004</c:v>
                </c:pt>
                <c:pt idx="21163">
                  <c:v>5.9631600000000002</c:v>
                </c:pt>
                <c:pt idx="21164">
                  <c:v>5.9634600000000004</c:v>
                </c:pt>
                <c:pt idx="21165">
                  <c:v>5.9637700000000002</c:v>
                </c:pt>
                <c:pt idx="21166">
                  <c:v>5.96408</c:v>
                </c:pt>
                <c:pt idx="21167">
                  <c:v>5.9643800000000002</c:v>
                </c:pt>
                <c:pt idx="21168">
                  <c:v>5.96469</c:v>
                </c:pt>
                <c:pt idx="21169">
                  <c:v>5.9649900000000002</c:v>
                </c:pt>
                <c:pt idx="21170">
                  <c:v>5.9653</c:v>
                </c:pt>
                <c:pt idx="21171">
                  <c:v>5.9656000000000002</c:v>
                </c:pt>
                <c:pt idx="21172">
                  <c:v>5.96591</c:v>
                </c:pt>
                <c:pt idx="21173">
                  <c:v>5.9662100000000002</c:v>
                </c:pt>
                <c:pt idx="21174">
                  <c:v>5.96652</c:v>
                </c:pt>
                <c:pt idx="21175">
                  <c:v>5.9668200000000002</c:v>
                </c:pt>
                <c:pt idx="21176">
                  <c:v>5.96713</c:v>
                </c:pt>
                <c:pt idx="21177">
                  <c:v>5.9674300000000002</c:v>
                </c:pt>
                <c:pt idx="21178">
                  <c:v>5.96774</c:v>
                </c:pt>
                <c:pt idx="21179">
                  <c:v>5.9680499999999999</c:v>
                </c:pt>
                <c:pt idx="21180">
                  <c:v>5.96835</c:v>
                </c:pt>
                <c:pt idx="21181">
                  <c:v>5.9686599999999999</c:v>
                </c:pt>
                <c:pt idx="21182">
                  <c:v>5.96896</c:v>
                </c:pt>
                <c:pt idx="21183">
                  <c:v>5.9692699999999999</c:v>
                </c:pt>
                <c:pt idx="21184">
                  <c:v>5.96957</c:v>
                </c:pt>
                <c:pt idx="21185">
                  <c:v>5.9698799999999999</c:v>
                </c:pt>
                <c:pt idx="21186">
                  <c:v>5.97018</c:v>
                </c:pt>
                <c:pt idx="21187">
                  <c:v>5.9704899999999999</c:v>
                </c:pt>
                <c:pt idx="21188">
                  <c:v>5.97079</c:v>
                </c:pt>
                <c:pt idx="21189">
                  <c:v>5.9710999999999999</c:v>
                </c:pt>
                <c:pt idx="21190">
                  <c:v>5.9714099999999997</c:v>
                </c:pt>
                <c:pt idx="21191">
                  <c:v>5.9717099999999999</c:v>
                </c:pt>
                <c:pt idx="21192">
                  <c:v>5.9720199999999997</c:v>
                </c:pt>
                <c:pt idx="21193">
                  <c:v>5.9723199999999999</c:v>
                </c:pt>
                <c:pt idx="21194">
                  <c:v>5.9726299999999997</c:v>
                </c:pt>
                <c:pt idx="21195">
                  <c:v>5.9729299999999999</c:v>
                </c:pt>
                <c:pt idx="21196">
                  <c:v>5.9732399999999997</c:v>
                </c:pt>
                <c:pt idx="21197">
                  <c:v>5.9735399999999998</c:v>
                </c:pt>
                <c:pt idx="21198">
                  <c:v>5.9738499999999997</c:v>
                </c:pt>
                <c:pt idx="21199">
                  <c:v>5.9741499999999998</c:v>
                </c:pt>
                <c:pt idx="21200">
                  <c:v>5.9744599999999997</c:v>
                </c:pt>
                <c:pt idx="21201">
                  <c:v>5.9747599999999998</c:v>
                </c:pt>
                <c:pt idx="21202">
                  <c:v>5.9750699999999997</c:v>
                </c:pt>
                <c:pt idx="21203">
                  <c:v>5.9753800000000004</c:v>
                </c:pt>
                <c:pt idx="21204">
                  <c:v>5.9756799999999997</c:v>
                </c:pt>
                <c:pt idx="21205">
                  <c:v>5.9759900000000004</c:v>
                </c:pt>
                <c:pt idx="21206">
                  <c:v>5.9762899999999997</c:v>
                </c:pt>
                <c:pt idx="21207">
                  <c:v>5.9766000000000004</c:v>
                </c:pt>
                <c:pt idx="21208">
                  <c:v>5.9768999999999997</c:v>
                </c:pt>
                <c:pt idx="21209">
                  <c:v>5.9772100000000004</c:v>
                </c:pt>
                <c:pt idx="21210">
                  <c:v>5.9775099999999997</c:v>
                </c:pt>
                <c:pt idx="21211">
                  <c:v>5.9778200000000004</c:v>
                </c:pt>
                <c:pt idx="21212">
                  <c:v>5.9781199999999997</c:v>
                </c:pt>
                <c:pt idx="21213">
                  <c:v>5.9784300000000004</c:v>
                </c:pt>
                <c:pt idx="21214">
                  <c:v>5.9787299999999997</c:v>
                </c:pt>
                <c:pt idx="21215">
                  <c:v>5.9790400000000004</c:v>
                </c:pt>
                <c:pt idx="21216">
                  <c:v>5.9793500000000002</c:v>
                </c:pt>
                <c:pt idx="21217">
                  <c:v>5.9796500000000004</c:v>
                </c:pt>
                <c:pt idx="21218">
                  <c:v>5.9799600000000002</c:v>
                </c:pt>
                <c:pt idx="21219">
                  <c:v>5.9802600000000004</c:v>
                </c:pt>
                <c:pt idx="21220">
                  <c:v>5.9805700000000002</c:v>
                </c:pt>
                <c:pt idx="21221">
                  <c:v>5.9808700000000004</c:v>
                </c:pt>
                <c:pt idx="21222">
                  <c:v>5.9811800000000002</c:v>
                </c:pt>
                <c:pt idx="21223">
                  <c:v>5.9814800000000004</c:v>
                </c:pt>
                <c:pt idx="21224">
                  <c:v>5.9817900000000002</c:v>
                </c:pt>
                <c:pt idx="21225">
                  <c:v>5.9820900000000004</c:v>
                </c:pt>
                <c:pt idx="21226">
                  <c:v>5.9824000000000002</c:v>
                </c:pt>
                <c:pt idx="21227">
                  <c:v>5.9827000000000004</c:v>
                </c:pt>
                <c:pt idx="21228">
                  <c:v>5.9830100000000002</c:v>
                </c:pt>
                <c:pt idx="21229">
                  <c:v>5.98332</c:v>
                </c:pt>
                <c:pt idx="21230">
                  <c:v>5.9836200000000002</c:v>
                </c:pt>
                <c:pt idx="21231">
                  <c:v>5.98393</c:v>
                </c:pt>
                <c:pt idx="21232">
                  <c:v>5.9842300000000002</c:v>
                </c:pt>
                <c:pt idx="21233">
                  <c:v>5.98454</c:v>
                </c:pt>
                <c:pt idx="21234">
                  <c:v>5.9848400000000002</c:v>
                </c:pt>
                <c:pt idx="21235">
                  <c:v>5.98515</c:v>
                </c:pt>
                <c:pt idx="21236">
                  <c:v>5.9854500000000002</c:v>
                </c:pt>
                <c:pt idx="21237">
                  <c:v>5.98576</c:v>
                </c:pt>
                <c:pt idx="21238">
                  <c:v>5.9860600000000002</c:v>
                </c:pt>
                <c:pt idx="21239">
                  <c:v>5.98637</c:v>
                </c:pt>
                <c:pt idx="21240">
                  <c:v>5.9866700000000002</c:v>
                </c:pt>
                <c:pt idx="21241">
                  <c:v>5.98698</c:v>
                </c:pt>
                <c:pt idx="21242">
                  <c:v>5.9872899999999998</c:v>
                </c:pt>
                <c:pt idx="21243">
                  <c:v>5.98759</c:v>
                </c:pt>
                <c:pt idx="21244">
                  <c:v>5.9878999999999998</c:v>
                </c:pt>
                <c:pt idx="21245">
                  <c:v>5.9882</c:v>
                </c:pt>
                <c:pt idx="21246">
                  <c:v>5.9885099999999998</c:v>
                </c:pt>
                <c:pt idx="21247">
                  <c:v>5.98881</c:v>
                </c:pt>
                <c:pt idx="21248">
                  <c:v>5.9891199999999998</c:v>
                </c:pt>
                <c:pt idx="21249">
                  <c:v>5.98942</c:v>
                </c:pt>
                <c:pt idx="21250">
                  <c:v>5.9897299999999998</c:v>
                </c:pt>
                <c:pt idx="21251">
                  <c:v>5.99003</c:v>
                </c:pt>
                <c:pt idx="21252">
                  <c:v>5.9903399999999998</c:v>
                </c:pt>
                <c:pt idx="21253">
                  <c:v>5.9906499999999996</c:v>
                </c:pt>
                <c:pt idx="21254">
                  <c:v>5.9909499999999998</c:v>
                </c:pt>
                <c:pt idx="21255">
                  <c:v>5.9912599999999996</c:v>
                </c:pt>
                <c:pt idx="21256">
                  <c:v>5.9915599999999998</c:v>
                </c:pt>
                <c:pt idx="21257">
                  <c:v>5.9918699999999996</c:v>
                </c:pt>
                <c:pt idx="21258">
                  <c:v>5.9921699999999998</c:v>
                </c:pt>
                <c:pt idx="21259">
                  <c:v>5.9924799999999996</c:v>
                </c:pt>
                <c:pt idx="21260">
                  <c:v>5.9927799999999998</c:v>
                </c:pt>
                <c:pt idx="21261">
                  <c:v>5.9930899999999996</c:v>
                </c:pt>
                <c:pt idx="21262">
                  <c:v>5.9933899999999998</c:v>
                </c:pt>
                <c:pt idx="21263">
                  <c:v>5.9936999999999996</c:v>
                </c:pt>
                <c:pt idx="21264">
                  <c:v>5.9939999999999998</c:v>
                </c:pt>
                <c:pt idx="21265">
                  <c:v>5.9943099999999996</c:v>
                </c:pt>
                <c:pt idx="21266">
                  <c:v>5.9946200000000003</c:v>
                </c:pt>
                <c:pt idx="21267">
                  <c:v>5.9949199999999996</c:v>
                </c:pt>
                <c:pt idx="21268">
                  <c:v>5.9952300000000003</c:v>
                </c:pt>
                <c:pt idx="21269">
                  <c:v>5.9955299999999996</c:v>
                </c:pt>
                <c:pt idx="21270">
                  <c:v>5.9958400000000003</c:v>
                </c:pt>
                <c:pt idx="21271">
                  <c:v>5.9961399999999996</c:v>
                </c:pt>
                <c:pt idx="21272">
                  <c:v>5.9964500000000003</c:v>
                </c:pt>
                <c:pt idx="21273">
                  <c:v>5.9967499999999996</c:v>
                </c:pt>
                <c:pt idx="21274">
                  <c:v>5.9970600000000003</c:v>
                </c:pt>
                <c:pt idx="21275">
                  <c:v>5.9973599999999996</c:v>
                </c:pt>
                <c:pt idx="21276">
                  <c:v>5.9976700000000003</c:v>
                </c:pt>
                <c:pt idx="21277">
                  <c:v>5.9979699999999996</c:v>
                </c:pt>
                <c:pt idx="21278">
                  <c:v>5.9982800000000003</c:v>
                </c:pt>
                <c:pt idx="21279">
                  <c:v>5.9985900000000001</c:v>
                </c:pt>
                <c:pt idx="21280">
                  <c:v>5.9988900000000003</c:v>
                </c:pt>
                <c:pt idx="21281">
                  <c:v>5.9992000000000001</c:v>
                </c:pt>
                <c:pt idx="21282">
                  <c:v>5.9995000000000003</c:v>
                </c:pt>
                <c:pt idx="21283">
                  <c:v>5.9998100000000001</c:v>
                </c:pt>
                <c:pt idx="21284">
                  <c:v>6.0001100000000003</c:v>
                </c:pt>
                <c:pt idx="21285">
                  <c:v>6.0004200000000001</c:v>
                </c:pt>
                <c:pt idx="21286">
                  <c:v>6.0007200000000003</c:v>
                </c:pt>
                <c:pt idx="21287">
                  <c:v>6.0010300000000001</c:v>
                </c:pt>
                <c:pt idx="21288">
                  <c:v>6.0013300000000003</c:v>
                </c:pt>
                <c:pt idx="21289">
                  <c:v>6.0016400000000001</c:v>
                </c:pt>
                <c:pt idx="21290">
                  <c:v>6.0019400000000003</c:v>
                </c:pt>
                <c:pt idx="21291">
                  <c:v>6.0022500000000001</c:v>
                </c:pt>
                <c:pt idx="21292">
                  <c:v>6.0025599999999999</c:v>
                </c:pt>
                <c:pt idx="21293">
                  <c:v>6.0028600000000001</c:v>
                </c:pt>
                <c:pt idx="21294">
                  <c:v>6.0031699999999999</c:v>
                </c:pt>
                <c:pt idx="21295">
                  <c:v>6.0034700000000001</c:v>
                </c:pt>
                <c:pt idx="21296">
                  <c:v>6.0037799999999999</c:v>
                </c:pt>
                <c:pt idx="21297">
                  <c:v>6.0040800000000001</c:v>
                </c:pt>
                <c:pt idx="21298">
                  <c:v>6.0043899999999999</c:v>
                </c:pt>
                <c:pt idx="21299">
                  <c:v>6.0046900000000001</c:v>
                </c:pt>
                <c:pt idx="21300">
                  <c:v>6.0049999999999999</c:v>
                </c:pt>
                <c:pt idx="21301">
                  <c:v>6.0053000000000001</c:v>
                </c:pt>
                <c:pt idx="21302">
                  <c:v>6.0056099999999999</c:v>
                </c:pt>
                <c:pt idx="21303">
                  <c:v>6.0059199999999997</c:v>
                </c:pt>
                <c:pt idx="21304">
                  <c:v>6.0062199999999999</c:v>
                </c:pt>
                <c:pt idx="21305">
                  <c:v>6.0065299999999997</c:v>
                </c:pt>
                <c:pt idx="21306">
                  <c:v>6.0068299999999999</c:v>
                </c:pt>
                <c:pt idx="21307">
                  <c:v>6.0071399999999997</c:v>
                </c:pt>
                <c:pt idx="21308">
                  <c:v>6.0074399999999999</c:v>
                </c:pt>
                <c:pt idx="21309">
                  <c:v>6.0077499999999997</c:v>
                </c:pt>
                <c:pt idx="21310">
                  <c:v>6.0080499999999999</c:v>
                </c:pt>
                <c:pt idx="21311">
                  <c:v>6.0083599999999997</c:v>
                </c:pt>
                <c:pt idx="21312">
                  <c:v>6.0086599999999999</c:v>
                </c:pt>
                <c:pt idx="21313">
                  <c:v>6.0089699999999997</c:v>
                </c:pt>
                <c:pt idx="21314">
                  <c:v>6.0092699999999999</c:v>
                </c:pt>
                <c:pt idx="21315">
                  <c:v>6.0095799999999997</c:v>
                </c:pt>
                <c:pt idx="21316">
                  <c:v>6.0098900000000004</c:v>
                </c:pt>
                <c:pt idx="21317">
                  <c:v>6.0101899999999997</c:v>
                </c:pt>
                <c:pt idx="21318">
                  <c:v>6.0105000000000004</c:v>
                </c:pt>
                <c:pt idx="21319">
                  <c:v>6.0107999999999997</c:v>
                </c:pt>
                <c:pt idx="21320">
                  <c:v>6.0111100000000004</c:v>
                </c:pt>
                <c:pt idx="21321">
                  <c:v>6.0114099999999997</c:v>
                </c:pt>
                <c:pt idx="21322">
                  <c:v>6.0117200000000004</c:v>
                </c:pt>
                <c:pt idx="21323">
                  <c:v>6.0120199999999997</c:v>
                </c:pt>
                <c:pt idx="21324">
                  <c:v>6.0123300000000004</c:v>
                </c:pt>
                <c:pt idx="21325">
                  <c:v>6.0126299999999997</c:v>
                </c:pt>
                <c:pt idx="21326">
                  <c:v>6.0129400000000004</c:v>
                </c:pt>
                <c:pt idx="21327">
                  <c:v>6.0132399999999997</c:v>
                </c:pt>
                <c:pt idx="21328">
                  <c:v>6.0135500000000004</c:v>
                </c:pt>
                <c:pt idx="21329">
                  <c:v>6.0138600000000002</c:v>
                </c:pt>
                <c:pt idx="21330">
                  <c:v>6.0141600000000004</c:v>
                </c:pt>
                <c:pt idx="21331">
                  <c:v>6.0144700000000002</c:v>
                </c:pt>
                <c:pt idx="21332">
                  <c:v>6.0147700000000004</c:v>
                </c:pt>
                <c:pt idx="21333">
                  <c:v>6.0150800000000002</c:v>
                </c:pt>
                <c:pt idx="21334">
                  <c:v>6.0153800000000004</c:v>
                </c:pt>
                <c:pt idx="21335">
                  <c:v>6.0156900000000002</c:v>
                </c:pt>
                <c:pt idx="21336">
                  <c:v>6.0159900000000004</c:v>
                </c:pt>
                <c:pt idx="21337">
                  <c:v>6.0163000000000002</c:v>
                </c:pt>
                <c:pt idx="21338">
                  <c:v>6.0166000000000004</c:v>
                </c:pt>
                <c:pt idx="21339">
                  <c:v>6.0169100000000002</c:v>
                </c:pt>
                <c:pt idx="21340">
                  <c:v>6.0172100000000004</c:v>
                </c:pt>
                <c:pt idx="21341">
                  <c:v>6.0175200000000002</c:v>
                </c:pt>
                <c:pt idx="21342">
                  <c:v>6.01783</c:v>
                </c:pt>
                <c:pt idx="21343">
                  <c:v>6.0181300000000002</c:v>
                </c:pt>
                <c:pt idx="21344">
                  <c:v>6.01844</c:v>
                </c:pt>
                <c:pt idx="21345">
                  <c:v>6.0187400000000002</c:v>
                </c:pt>
                <c:pt idx="21346">
                  <c:v>6.01905</c:v>
                </c:pt>
                <c:pt idx="21347">
                  <c:v>6.0193500000000002</c:v>
                </c:pt>
                <c:pt idx="21348">
                  <c:v>6.01966</c:v>
                </c:pt>
                <c:pt idx="21349">
                  <c:v>6.0199600000000002</c:v>
                </c:pt>
                <c:pt idx="21350">
                  <c:v>6.02027</c:v>
                </c:pt>
                <c:pt idx="21351">
                  <c:v>6.0205700000000002</c:v>
                </c:pt>
                <c:pt idx="21352">
                  <c:v>6.02088</c:v>
                </c:pt>
                <c:pt idx="21353">
                  <c:v>6.0211800000000002</c:v>
                </c:pt>
                <c:pt idx="21354">
                  <c:v>6.02149</c:v>
                </c:pt>
                <c:pt idx="21355">
                  <c:v>6.0217999999999998</c:v>
                </c:pt>
                <c:pt idx="21356">
                  <c:v>6.0221</c:v>
                </c:pt>
                <c:pt idx="21357">
                  <c:v>6.0224099999999998</c:v>
                </c:pt>
                <c:pt idx="21358">
                  <c:v>6.02271</c:v>
                </c:pt>
                <c:pt idx="21359">
                  <c:v>6.0230199999999998</c:v>
                </c:pt>
                <c:pt idx="21360">
                  <c:v>6.02332</c:v>
                </c:pt>
                <c:pt idx="21361">
                  <c:v>6.0236299999999998</c:v>
                </c:pt>
                <c:pt idx="21362">
                  <c:v>6.02393</c:v>
                </c:pt>
                <c:pt idx="21363">
                  <c:v>6.0242399999999998</c:v>
                </c:pt>
                <c:pt idx="21364">
                  <c:v>6.02454</c:v>
                </c:pt>
                <c:pt idx="21365">
                  <c:v>6.0248499999999998</c:v>
                </c:pt>
                <c:pt idx="21366">
                  <c:v>6.0251599999999996</c:v>
                </c:pt>
                <c:pt idx="21367">
                  <c:v>6.0254599999999998</c:v>
                </c:pt>
                <c:pt idx="21368">
                  <c:v>6.0257699999999996</c:v>
                </c:pt>
                <c:pt idx="21369">
                  <c:v>6.0260699999999998</c:v>
                </c:pt>
                <c:pt idx="21370">
                  <c:v>6.0263799999999996</c:v>
                </c:pt>
                <c:pt idx="21371">
                  <c:v>6.0266799999999998</c:v>
                </c:pt>
                <c:pt idx="21372">
                  <c:v>6.0269899999999996</c:v>
                </c:pt>
                <c:pt idx="21373">
                  <c:v>6.0272899999999998</c:v>
                </c:pt>
                <c:pt idx="21374">
                  <c:v>6.0275999999999996</c:v>
                </c:pt>
                <c:pt idx="21375">
                  <c:v>6.0278999999999998</c:v>
                </c:pt>
                <c:pt idx="21376">
                  <c:v>6.0282099999999996</c:v>
                </c:pt>
                <c:pt idx="21377">
                  <c:v>6.0285099999999998</c:v>
                </c:pt>
                <c:pt idx="21378">
                  <c:v>6.0288199999999996</c:v>
                </c:pt>
                <c:pt idx="21379">
                  <c:v>6.0291300000000003</c:v>
                </c:pt>
                <c:pt idx="21380">
                  <c:v>6.0294299999999996</c:v>
                </c:pt>
                <c:pt idx="21381">
                  <c:v>6.0297400000000003</c:v>
                </c:pt>
                <c:pt idx="21382">
                  <c:v>6.0300399999999996</c:v>
                </c:pt>
                <c:pt idx="21383">
                  <c:v>6.0303500000000003</c:v>
                </c:pt>
                <c:pt idx="21384">
                  <c:v>6.0306499999999996</c:v>
                </c:pt>
                <c:pt idx="21385">
                  <c:v>6.0309600000000003</c:v>
                </c:pt>
                <c:pt idx="21386">
                  <c:v>6.0312599999999996</c:v>
                </c:pt>
                <c:pt idx="21387">
                  <c:v>6.0315700000000003</c:v>
                </c:pt>
                <c:pt idx="21388">
                  <c:v>6.0318699999999996</c:v>
                </c:pt>
                <c:pt idx="21389">
                  <c:v>6.0321800000000003</c:v>
                </c:pt>
                <c:pt idx="21390">
                  <c:v>6.0324799999999996</c:v>
                </c:pt>
                <c:pt idx="21391">
                  <c:v>6.0327900000000003</c:v>
                </c:pt>
                <c:pt idx="21392">
                  <c:v>6.0331000000000001</c:v>
                </c:pt>
                <c:pt idx="21393">
                  <c:v>6.0334000000000003</c:v>
                </c:pt>
                <c:pt idx="21394">
                  <c:v>6.0337100000000001</c:v>
                </c:pt>
                <c:pt idx="21395">
                  <c:v>6.0340100000000003</c:v>
                </c:pt>
                <c:pt idx="21396">
                  <c:v>6.0343200000000001</c:v>
                </c:pt>
                <c:pt idx="21397">
                  <c:v>6.0346200000000003</c:v>
                </c:pt>
                <c:pt idx="21398">
                  <c:v>6.0349300000000001</c:v>
                </c:pt>
                <c:pt idx="21399">
                  <c:v>6.0352300000000003</c:v>
                </c:pt>
                <c:pt idx="21400">
                  <c:v>6.0355400000000001</c:v>
                </c:pt>
                <c:pt idx="21401">
                  <c:v>6.0358400000000003</c:v>
                </c:pt>
                <c:pt idx="21402">
                  <c:v>6.0361500000000001</c:v>
                </c:pt>
                <c:pt idx="21403">
                  <c:v>6.0364500000000003</c:v>
                </c:pt>
                <c:pt idx="21404">
                  <c:v>6.0367600000000001</c:v>
                </c:pt>
                <c:pt idx="21405">
                  <c:v>6.0370699999999999</c:v>
                </c:pt>
                <c:pt idx="21406">
                  <c:v>6.0373700000000001</c:v>
                </c:pt>
                <c:pt idx="21407">
                  <c:v>6.0376799999999999</c:v>
                </c:pt>
                <c:pt idx="21408">
                  <c:v>6.0379800000000001</c:v>
                </c:pt>
                <c:pt idx="21409">
                  <c:v>6.0382899999999999</c:v>
                </c:pt>
                <c:pt idx="21410">
                  <c:v>6.0385900000000001</c:v>
                </c:pt>
                <c:pt idx="21411">
                  <c:v>6.0388999999999999</c:v>
                </c:pt>
                <c:pt idx="21412">
                  <c:v>6.0392000000000001</c:v>
                </c:pt>
                <c:pt idx="21413">
                  <c:v>6.0395099999999999</c:v>
                </c:pt>
                <c:pt idx="21414">
                  <c:v>6.0398100000000001</c:v>
                </c:pt>
                <c:pt idx="21415">
                  <c:v>6.0401199999999999</c:v>
                </c:pt>
                <c:pt idx="21416">
                  <c:v>6.0404200000000001</c:v>
                </c:pt>
                <c:pt idx="21417">
                  <c:v>6.0407299999999999</c:v>
                </c:pt>
                <c:pt idx="21418">
                  <c:v>6.0410399999999997</c:v>
                </c:pt>
                <c:pt idx="21419">
                  <c:v>6.0413399999999999</c:v>
                </c:pt>
                <c:pt idx="21420">
                  <c:v>6.0416499999999997</c:v>
                </c:pt>
                <c:pt idx="21421">
                  <c:v>6.0419499999999999</c:v>
                </c:pt>
                <c:pt idx="21422">
                  <c:v>6.0422599999999997</c:v>
                </c:pt>
                <c:pt idx="21423">
                  <c:v>6.0425599999999999</c:v>
                </c:pt>
                <c:pt idx="21424">
                  <c:v>6.0428699999999997</c:v>
                </c:pt>
                <c:pt idx="21425">
                  <c:v>6.0431699999999999</c:v>
                </c:pt>
                <c:pt idx="21426">
                  <c:v>6.0434799999999997</c:v>
                </c:pt>
                <c:pt idx="21427">
                  <c:v>6.0437799999999999</c:v>
                </c:pt>
                <c:pt idx="21428">
                  <c:v>6.0440899999999997</c:v>
                </c:pt>
                <c:pt idx="21429">
                  <c:v>6.0444000000000004</c:v>
                </c:pt>
                <c:pt idx="21430">
                  <c:v>6.0446999999999997</c:v>
                </c:pt>
                <c:pt idx="21431">
                  <c:v>6.0450100000000004</c:v>
                </c:pt>
                <c:pt idx="21432">
                  <c:v>6.0453099999999997</c:v>
                </c:pt>
                <c:pt idx="21433">
                  <c:v>6.0456200000000004</c:v>
                </c:pt>
                <c:pt idx="21434">
                  <c:v>6.0459199999999997</c:v>
                </c:pt>
                <c:pt idx="21435">
                  <c:v>6.0462300000000004</c:v>
                </c:pt>
                <c:pt idx="21436">
                  <c:v>6.0465299999999997</c:v>
                </c:pt>
                <c:pt idx="21437">
                  <c:v>6.0468400000000004</c:v>
                </c:pt>
                <c:pt idx="21438">
                  <c:v>6.0471399999999997</c:v>
                </c:pt>
                <c:pt idx="21439">
                  <c:v>6.0474500000000004</c:v>
                </c:pt>
                <c:pt idx="21440">
                  <c:v>6.0477499999999997</c:v>
                </c:pt>
                <c:pt idx="21441">
                  <c:v>6.0480600000000004</c:v>
                </c:pt>
                <c:pt idx="21442">
                  <c:v>6.0483700000000002</c:v>
                </c:pt>
                <c:pt idx="21443">
                  <c:v>6.0486700000000004</c:v>
                </c:pt>
                <c:pt idx="21444">
                  <c:v>6.0489800000000002</c:v>
                </c:pt>
                <c:pt idx="21445">
                  <c:v>6.0492800000000004</c:v>
                </c:pt>
                <c:pt idx="21446">
                  <c:v>6.0495900000000002</c:v>
                </c:pt>
                <c:pt idx="21447">
                  <c:v>6.0498900000000004</c:v>
                </c:pt>
                <c:pt idx="21448">
                  <c:v>6.0502000000000002</c:v>
                </c:pt>
                <c:pt idx="21449">
                  <c:v>6.0505000000000004</c:v>
                </c:pt>
                <c:pt idx="21450">
                  <c:v>6.0508100000000002</c:v>
                </c:pt>
                <c:pt idx="21451">
                  <c:v>6.0511100000000004</c:v>
                </c:pt>
                <c:pt idx="21452">
                  <c:v>6.0514200000000002</c:v>
                </c:pt>
                <c:pt idx="21453">
                  <c:v>6.0517200000000004</c:v>
                </c:pt>
                <c:pt idx="21454">
                  <c:v>6.0520300000000002</c:v>
                </c:pt>
                <c:pt idx="21455">
                  <c:v>6.0523400000000001</c:v>
                </c:pt>
                <c:pt idx="21456">
                  <c:v>6.0526400000000002</c:v>
                </c:pt>
                <c:pt idx="21457">
                  <c:v>6.0529500000000001</c:v>
                </c:pt>
                <c:pt idx="21458">
                  <c:v>6.0532500000000002</c:v>
                </c:pt>
                <c:pt idx="21459">
                  <c:v>6.0535600000000001</c:v>
                </c:pt>
                <c:pt idx="21460">
                  <c:v>6.0538600000000002</c:v>
                </c:pt>
                <c:pt idx="21461">
                  <c:v>6.0541700000000001</c:v>
                </c:pt>
                <c:pt idx="21462">
                  <c:v>6.0544700000000002</c:v>
                </c:pt>
                <c:pt idx="21463">
                  <c:v>6.0547800000000001</c:v>
                </c:pt>
                <c:pt idx="21464">
                  <c:v>6.0550800000000002</c:v>
                </c:pt>
                <c:pt idx="21465">
                  <c:v>6.0553900000000001</c:v>
                </c:pt>
                <c:pt idx="21466">
                  <c:v>6.0556900000000002</c:v>
                </c:pt>
                <c:pt idx="21467">
                  <c:v>6.056</c:v>
                </c:pt>
                <c:pt idx="21468">
                  <c:v>6.0563099999999999</c:v>
                </c:pt>
                <c:pt idx="21469">
                  <c:v>6.05661</c:v>
                </c:pt>
                <c:pt idx="21470">
                  <c:v>6.0569199999999999</c:v>
                </c:pt>
                <c:pt idx="21471">
                  <c:v>6.05722</c:v>
                </c:pt>
                <c:pt idx="21472">
                  <c:v>6.0575299999999999</c:v>
                </c:pt>
                <c:pt idx="21473">
                  <c:v>6.05783</c:v>
                </c:pt>
                <c:pt idx="21474">
                  <c:v>6.0581399999999999</c:v>
                </c:pt>
                <c:pt idx="21475">
                  <c:v>6.05844</c:v>
                </c:pt>
                <c:pt idx="21476">
                  <c:v>6.0587499999999999</c:v>
                </c:pt>
                <c:pt idx="21477">
                  <c:v>6.05905</c:v>
                </c:pt>
                <c:pt idx="21478">
                  <c:v>6.0593599999999999</c:v>
                </c:pt>
                <c:pt idx="21479">
                  <c:v>6.0596699999999997</c:v>
                </c:pt>
                <c:pt idx="21480">
                  <c:v>6.0599699999999999</c:v>
                </c:pt>
                <c:pt idx="21481">
                  <c:v>6.0602799999999997</c:v>
                </c:pt>
                <c:pt idx="21482">
                  <c:v>6.0605799999999999</c:v>
                </c:pt>
                <c:pt idx="21483">
                  <c:v>6.0608899999999997</c:v>
                </c:pt>
                <c:pt idx="21484">
                  <c:v>6.0611899999999999</c:v>
                </c:pt>
                <c:pt idx="21485">
                  <c:v>6.0614999999999997</c:v>
                </c:pt>
                <c:pt idx="21486">
                  <c:v>6.0617999999999999</c:v>
                </c:pt>
                <c:pt idx="21487">
                  <c:v>6.0621099999999997</c:v>
                </c:pt>
                <c:pt idx="21488">
                  <c:v>6.0624099999999999</c:v>
                </c:pt>
                <c:pt idx="21489">
                  <c:v>6.0627199999999997</c:v>
                </c:pt>
                <c:pt idx="21490">
                  <c:v>6.0630199999999999</c:v>
                </c:pt>
                <c:pt idx="21491">
                  <c:v>6.0633299999999997</c:v>
                </c:pt>
                <c:pt idx="21492">
                  <c:v>6.0636400000000004</c:v>
                </c:pt>
                <c:pt idx="21493">
                  <c:v>6.0639399999999997</c:v>
                </c:pt>
                <c:pt idx="21494">
                  <c:v>6.0642500000000004</c:v>
                </c:pt>
                <c:pt idx="21495">
                  <c:v>6.0645499999999997</c:v>
                </c:pt>
                <c:pt idx="21496">
                  <c:v>6.0648600000000004</c:v>
                </c:pt>
                <c:pt idx="21497">
                  <c:v>6.0651599999999997</c:v>
                </c:pt>
                <c:pt idx="21498">
                  <c:v>6.0654700000000004</c:v>
                </c:pt>
                <c:pt idx="21499">
                  <c:v>6.0657699999999997</c:v>
                </c:pt>
                <c:pt idx="21500">
                  <c:v>6.0660800000000004</c:v>
                </c:pt>
                <c:pt idx="21501">
                  <c:v>6.0663799999999997</c:v>
                </c:pt>
                <c:pt idx="21502">
                  <c:v>6.0666900000000004</c:v>
                </c:pt>
                <c:pt idx="21503">
                  <c:v>6.0669899999999997</c:v>
                </c:pt>
                <c:pt idx="21504">
                  <c:v>6.0673000000000004</c:v>
                </c:pt>
                <c:pt idx="21505">
                  <c:v>6.0676100000000002</c:v>
                </c:pt>
                <c:pt idx="21506">
                  <c:v>6.0679100000000004</c:v>
                </c:pt>
                <c:pt idx="21507">
                  <c:v>6.0682200000000002</c:v>
                </c:pt>
                <c:pt idx="21508">
                  <c:v>6.0685200000000004</c:v>
                </c:pt>
                <c:pt idx="21509">
                  <c:v>6.0688300000000002</c:v>
                </c:pt>
                <c:pt idx="21510">
                  <c:v>6.0691300000000004</c:v>
                </c:pt>
                <c:pt idx="21511">
                  <c:v>6.0694400000000002</c:v>
                </c:pt>
                <c:pt idx="21512">
                  <c:v>6.0697400000000004</c:v>
                </c:pt>
                <c:pt idx="21513">
                  <c:v>6.0700500000000002</c:v>
                </c:pt>
                <c:pt idx="21514">
                  <c:v>6.0703500000000004</c:v>
                </c:pt>
                <c:pt idx="21515">
                  <c:v>6.0706600000000002</c:v>
                </c:pt>
                <c:pt idx="21516">
                  <c:v>6.0709600000000004</c:v>
                </c:pt>
                <c:pt idx="21517">
                  <c:v>6.0712700000000002</c:v>
                </c:pt>
                <c:pt idx="21518">
                  <c:v>6.07158</c:v>
                </c:pt>
                <c:pt idx="21519">
                  <c:v>6.0718800000000002</c:v>
                </c:pt>
                <c:pt idx="21520">
                  <c:v>6.07219</c:v>
                </c:pt>
                <c:pt idx="21521">
                  <c:v>6.0724900000000002</c:v>
                </c:pt>
                <c:pt idx="21522">
                  <c:v>6.0728</c:v>
                </c:pt>
                <c:pt idx="21523">
                  <c:v>6.0731000000000002</c:v>
                </c:pt>
                <c:pt idx="21524">
                  <c:v>6.07341</c:v>
                </c:pt>
                <c:pt idx="21525">
                  <c:v>6.0737100000000002</c:v>
                </c:pt>
                <c:pt idx="21526">
                  <c:v>6.07402</c:v>
                </c:pt>
                <c:pt idx="21527">
                  <c:v>6.0743200000000002</c:v>
                </c:pt>
                <c:pt idx="21528">
                  <c:v>6.07463</c:v>
                </c:pt>
                <c:pt idx="21529">
                  <c:v>6.0749300000000002</c:v>
                </c:pt>
                <c:pt idx="21530">
                  <c:v>6.07524</c:v>
                </c:pt>
                <c:pt idx="21531">
                  <c:v>6.0755499999999998</c:v>
                </c:pt>
                <c:pt idx="21532">
                  <c:v>6.07585</c:v>
                </c:pt>
                <c:pt idx="21533">
                  <c:v>6.0761599999999998</c:v>
                </c:pt>
                <c:pt idx="21534">
                  <c:v>6.07646</c:v>
                </c:pt>
                <c:pt idx="21535">
                  <c:v>6.0767699999999998</c:v>
                </c:pt>
                <c:pt idx="21536">
                  <c:v>6.07707</c:v>
                </c:pt>
                <c:pt idx="21537">
                  <c:v>6.0773799999999998</c:v>
                </c:pt>
                <c:pt idx="21538">
                  <c:v>6.07768</c:v>
                </c:pt>
                <c:pt idx="21539">
                  <c:v>6.0779899999999998</c:v>
                </c:pt>
                <c:pt idx="21540">
                  <c:v>6.07829</c:v>
                </c:pt>
                <c:pt idx="21541">
                  <c:v>6.0785999999999998</c:v>
                </c:pt>
                <c:pt idx="21542">
                  <c:v>6.0789099999999996</c:v>
                </c:pt>
                <c:pt idx="21543">
                  <c:v>6.0792099999999998</c:v>
                </c:pt>
                <c:pt idx="21544">
                  <c:v>6.0795199999999996</c:v>
                </c:pt>
                <c:pt idx="21545">
                  <c:v>6.0798199999999998</c:v>
                </c:pt>
                <c:pt idx="21546">
                  <c:v>6.0801299999999996</c:v>
                </c:pt>
                <c:pt idx="21547">
                  <c:v>6.0804299999999998</c:v>
                </c:pt>
                <c:pt idx="21548">
                  <c:v>6.0807399999999996</c:v>
                </c:pt>
                <c:pt idx="21549">
                  <c:v>6.0810399999999998</c:v>
                </c:pt>
                <c:pt idx="21550">
                  <c:v>6.0813499999999996</c:v>
                </c:pt>
                <c:pt idx="21551">
                  <c:v>6.0816499999999998</c:v>
                </c:pt>
                <c:pt idx="21552">
                  <c:v>6.0819599999999996</c:v>
                </c:pt>
                <c:pt idx="21553">
                  <c:v>6.0822599999999998</c:v>
                </c:pt>
                <c:pt idx="21554">
                  <c:v>6.0825699999999996</c:v>
                </c:pt>
                <c:pt idx="21555">
                  <c:v>6.0828800000000003</c:v>
                </c:pt>
                <c:pt idx="21556">
                  <c:v>6.0831799999999996</c:v>
                </c:pt>
                <c:pt idx="21557">
                  <c:v>6.0834900000000003</c:v>
                </c:pt>
                <c:pt idx="21558">
                  <c:v>6.0837899999999996</c:v>
                </c:pt>
                <c:pt idx="21559">
                  <c:v>6.0841000000000003</c:v>
                </c:pt>
                <c:pt idx="21560">
                  <c:v>6.0843999999999996</c:v>
                </c:pt>
                <c:pt idx="21561">
                  <c:v>6.0847100000000003</c:v>
                </c:pt>
                <c:pt idx="21562">
                  <c:v>6.0850099999999996</c:v>
                </c:pt>
                <c:pt idx="21563">
                  <c:v>6.0853200000000003</c:v>
                </c:pt>
                <c:pt idx="21564">
                  <c:v>6.0856199999999996</c:v>
                </c:pt>
                <c:pt idx="21565">
                  <c:v>6.0859300000000003</c:v>
                </c:pt>
                <c:pt idx="21566">
                  <c:v>6.0862299999999996</c:v>
                </c:pt>
                <c:pt idx="21567">
                  <c:v>6.0865400000000003</c:v>
                </c:pt>
                <c:pt idx="21568">
                  <c:v>6.0868500000000001</c:v>
                </c:pt>
                <c:pt idx="21569">
                  <c:v>6.0871500000000003</c:v>
                </c:pt>
                <c:pt idx="21570">
                  <c:v>6.0874600000000001</c:v>
                </c:pt>
                <c:pt idx="21571">
                  <c:v>6.0877600000000003</c:v>
                </c:pt>
                <c:pt idx="21572">
                  <c:v>6.0880700000000001</c:v>
                </c:pt>
                <c:pt idx="21573">
                  <c:v>6.0883700000000003</c:v>
                </c:pt>
                <c:pt idx="21574">
                  <c:v>6.0886800000000001</c:v>
                </c:pt>
                <c:pt idx="21575">
                  <c:v>6.0889800000000003</c:v>
                </c:pt>
                <c:pt idx="21576">
                  <c:v>6.0892900000000001</c:v>
                </c:pt>
                <c:pt idx="21577">
                  <c:v>6.0895900000000003</c:v>
                </c:pt>
                <c:pt idx="21578">
                  <c:v>6.0899000000000001</c:v>
                </c:pt>
                <c:pt idx="21579">
                  <c:v>6.0902000000000003</c:v>
                </c:pt>
                <c:pt idx="21580">
                  <c:v>6.0905100000000001</c:v>
                </c:pt>
                <c:pt idx="21581">
                  <c:v>6.0908199999999999</c:v>
                </c:pt>
                <c:pt idx="21582">
                  <c:v>6.0911200000000001</c:v>
                </c:pt>
                <c:pt idx="21583">
                  <c:v>6.0914299999999999</c:v>
                </c:pt>
                <c:pt idx="21584">
                  <c:v>6.0917300000000001</c:v>
                </c:pt>
                <c:pt idx="21585">
                  <c:v>6.0920399999999999</c:v>
                </c:pt>
                <c:pt idx="21586">
                  <c:v>6.0923400000000001</c:v>
                </c:pt>
                <c:pt idx="21587">
                  <c:v>6.0926499999999999</c:v>
                </c:pt>
                <c:pt idx="21588">
                  <c:v>6.0929500000000001</c:v>
                </c:pt>
                <c:pt idx="21589">
                  <c:v>6.0932599999999999</c:v>
                </c:pt>
                <c:pt idx="21590">
                  <c:v>6.0935600000000001</c:v>
                </c:pt>
                <c:pt idx="21591">
                  <c:v>6.0938699999999999</c:v>
                </c:pt>
                <c:pt idx="21592">
                  <c:v>6.0941700000000001</c:v>
                </c:pt>
                <c:pt idx="21593">
                  <c:v>6.0944799999999999</c:v>
                </c:pt>
                <c:pt idx="21594">
                  <c:v>6.0947899999999997</c:v>
                </c:pt>
                <c:pt idx="21595">
                  <c:v>6.0950899999999999</c:v>
                </c:pt>
                <c:pt idx="21596">
                  <c:v>6.0953999999999997</c:v>
                </c:pt>
                <c:pt idx="21597">
                  <c:v>6.0956999999999999</c:v>
                </c:pt>
                <c:pt idx="21598">
                  <c:v>6.0960099999999997</c:v>
                </c:pt>
                <c:pt idx="21599">
                  <c:v>6.0963099999999999</c:v>
                </c:pt>
                <c:pt idx="21600">
                  <c:v>6.0966199999999997</c:v>
                </c:pt>
                <c:pt idx="21601">
                  <c:v>6.0969199999999999</c:v>
                </c:pt>
                <c:pt idx="21602">
                  <c:v>6.0972299999999997</c:v>
                </c:pt>
                <c:pt idx="21603">
                  <c:v>6.0975299999999999</c:v>
                </c:pt>
                <c:pt idx="21604">
                  <c:v>6.0978399999999997</c:v>
                </c:pt>
                <c:pt idx="21605">
                  <c:v>6.0981500000000004</c:v>
                </c:pt>
                <c:pt idx="21606">
                  <c:v>6.0984499999999997</c:v>
                </c:pt>
                <c:pt idx="21607">
                  <c:v>6.0987600000000004</c:v>
                </c:pt>
                <c:pt idx="21608">
                  <c:v>6.0990599999999997</c:v>
                </c:pt>
                <c:pt idx="21609">
                  <c:v>6.0993700000000004</c:v>
                </c:pt>
                <c:pt idx="21610">
                  <c:v>6.0996699999999997</c:v>
                </c:pt>
                <c:pt idx="21611">
                  <c:v>6.0999800000000004</c:v>
                </c:pt>
                <c:pt idx="21612">
                  <c:v>6.1002799999999997</c:v>
                </c:pt>
                <c:pt idx="21613">
                  <c:v>6.1005900000000004</c:v>
                </c:pt>
                <c:pt idx="21614">
                  <c:v>6.1008899999999997</c:v>
                </c:pt>
                <c:pt idx="21615">
                  <c:v>6.1012000000000004</c:v>
                </c:pt>
                <c:pt idx="21616">
                  <c:v>6.1014999999999997</c:v>
                </c:pt>
                <c:pt idx="21617">
                  <c:v>6.1018100000000004</c:v>
                </c:pt>
                <c:pt idx="21618">
                  <c:v>6.1021200000000002</c:v>
                </c:pt>
                <c:pt idx="21619">
                  <c:v>6.1024200000000004</c:v>
                </c:pt>
                <c:pt idx="21620">
                  <c:v>6.1027300000000002</c:v>
                </c:pt>
                <c:pt idx="21621">
                  <c:v>6.1030300000000004</c:v>
                </c:pt>
                <c:pt idx="21622">
                  <c:v>6.1033400000000002</c:v>
                </c:pt>
                <c:pt idx="21623">
                  <c:v>6.1036400000000004</c:v>
                </c:pt>
                <c:pt idx="21624">
                  <c:v>6.1039500000000002</c:v>
                </c:pt>
                <c:pt idx="21625">
                  <c:v>6.1042500000000004</c:v>
                </c:pt>
                <c:pt idx="21626">
                  <c:v>6.1045600000000002</c:v>
                </c:pt>
                <c:pt idx="21627">
                  <c:v>6.1048600000000004</c:v>
                </c:pt>
                <c:pt idx="21628">
                  <c:v>6.1051700000000002</c:v>
                </c:pt>
                <c:pt idx="21629">
                  <c:v>6.1054700000000004</c:v>
                </c:pt>
                <c:pt idx="21630">
                  <c:v>6.1057800000000002</c:v>
                </c:pt>
                <c:pt idx="21631">
                  <c:v>6.10609</c:v>
                </c:pt>
                <c:pt idx="21632">
                  <c:v>6.1063900000000002</c:v>
                </c:pt>
                <c:pt idx="21633">
                  <c:v>6.1067</c:v>
                </c:pt>
                <c:pt idx="21634">
                  <c:v>6.1070000000000002</c:v>
                </c:pt>
                <c:pt idx="21635">
                  <c:v>6.10731</c:v>
                </c:pt>
                <c:pt idx="21636">
                  <c:v>6.1076100000000002</c:v>
                </c:pt>
                <c:pt idx="21637">
                  <c:v>6.10792</c:v>
                </c:pt>
                <c:pt idx="21638">
                  <c:v>6.1082200000000002</c:v>
                </c:pt>
                <c:pt idx="21639">
                  <c:v>6.10853</c:v>
                </c:pt>
                <c:pt idx="21640">
                  <c:v>6.1088300000000002</c:v>
                </c:pt>
                <c:pt idx="21641">
                  <c:v>6.10914</c:v>
                </c:pt>
                <c:pt idx="21642">
                  <c:v>6.1094400000000002</c:v>
                </c:pt>
                <c:pt idx="21643">
                  <c:v>6.10975</c:v>
                </c:pt>
                <c:pt idx="21644">
                  <c:v>6.1100599999999998</c:v>
                </c:pt>
                <c:pt idx="21645">
                  <c:v>6.11036</c:v>
                </c:pt>
                <c:pt idx="21646">
                  <c:v>6.1106699999999998</c:v>
                </c:pt>
                <c:pt idx="21647">
                  <c:v>6.11097</c:v>
                </c:pt>
                <c:pt idx="21648">
                  <c:v>6.1112799999999998</c:v>
                </c:pt>
                <c:pt idx="21649">
                  <c:v>6.11158</c:v>
                </c:pt>
                <c:pt idx="21650">
                  <c:v>6.1118899999999998</c:v>
                </c:pt>
                <c:pt idx="21651">
                  <c:v>6.11219</c:v>
                </c:pt>
                <c:pt idx="21652">
                  <c:v>6.1124999999999998</c:v>
                </c:pt>
                <c:pt idx="21653">
                  <c:v>6.1128</c:v>
                </c:pt>
                <c:pt idx="21654">
                  <c:v>6.1131099999999998</c:v>
                </c:pt>
                <c:pt idx="21655">
                  <c:v>6.1134199999999996</c:v>
                </c:pt>
                <c:pt idx="21656">
                  <c:v>6.1137199999999998</c:v>
                </c:pt>
                <c:pt idx="21657">
                  <c:v>6.1140299999999996</c:v>
                </c:pt>
                <c:pt idx="21658">
                  <c:v>6.1143299999999998</c:v>
                </c:pt>
                <c:pt idx="21659">
                  <c:v>6.1146399999999996</c:v>
                </c:pt>
                <c:pt idx="21660">
                  <c:v>6.1149399999999998</c:v>
                </c:pt>
                <c:pt idx="21661">
                  <c:v>6.1152499999999996</c:v>
                </c:pt>
                <c:pt idx="21662">
                  <c:v>6.1155499999999998</c:v>
                </c:pt>
                <c:pt idx="21663">
                  <c:v>6.1158599999999996</c:v>
                </c:pt>
                <c:pt idx="21664">
                  <c:v>6.1161599999999998</c:v>
                </c:pt>
                <c:pt idx="21665">
                  <c:v>6.1164699999999996</c:v>
                </c:pt>
                <c:pt idx="21666">
                  <c:v>6.1167699999999998</c:v>
                </c:pt>
                <c:pt idx="21667">
                  <c:v>6.1170799999999996</c:v>
                </c:pt>
                <c:pt idx="21668">
                  <c:v>6.1173900000000003</c:v>
                </c:pt>
                <c:pt idx="21669">
                  <c:v>6.1176899999999996</c:v>
                </c:pt>
                <c:pt idx="21670">
                  <c:v>6.1180000000000003</c:v>
                </c:pt>
                <c:pt idx="21671">
                  <c:v>6.1182999999999996</c:v>
                </c:pt>
                <c:pt idx="21672">
                  <c:v>6.1186100000000003</c:v>
                </c:pt>
                <c:pt idx="21673">
                  <c:v>6.1189099999999996</c:v>
                </c:pt>
                <c:pt idx="21674">
                  <c:v>6.1192200000000003</c:v>
                </c:pt>
                <c:pt idx="21675">
                  <c:v>6.1195199999999996</c:v>
                </c:pt>
                <c:pt idx="21676">
                  <c:v>6.1198300000000003</c:v>
                </c:pt>
                <c:pt idx="21677">
                  <c:v>6.1201299999999996</c:v>
                </c:pt>
                <c:pt idx="21678">
                  <c:v>6.1204400000000003</c:v>
                </c:pt>
                <c:pt idx="21679">
                  <c:v>6.1207399999999996</c:v>
                </c:pt>
                <c:pt idx="21680">
                  <c:v>6.1210500000000003</c:v>
                </c:pt>
                <c:pt idx="21681">
                  <c:v>6.1213600000000001</c:v>
                </c:pt>
                <c:pt idx="21682">
                  <c:v>6.1216600000000003</c:v>
                </c:pt>
                <c:pt idx="21683">
                  <c:v>6.1219700000000001</c:v>
                </c:pt>
                <c:pt idx="21684">
                  <c:v>6.1222700000000003</c:v>
                </c:pt>
                <c:pt idx="21685">
                  <c:v>6.1225800000000001</c:v>
                </c:pt>
                <c:pt idx="21686">
                  <c:v>6.1228800000000003</c:v>
                </c:pt>
                <c:pt idx="21687">
                  <c:v>6.1231900000000001</c:v>
                </c:pt>
                <c:pt idx="21688">
                  <c:v>6.1234900000000003</c:v>
                </c:pt>
                <c:pt idx="21689">
                  <c:v>6.1238000000000001</c:v>
                </c:pt>
                <c:pt idx="21690">
                  <c:v>6.1241000000000003</c:v>
                </c:pt>
                <c:pt idx="21691">
                  <c:v>6.1244100000000001</c:v>
                </c:pt>
                <c:pt idx="21692">
                  <c:v>6.1247100000000003</c:v>
                </c:pt>
                <c:pt idx="21693">
                  <c:v>6.1250200000000001</c:v>
                </c:pt>
                <c:pt idx="21694">
                  <c:v>6.1253299999999999</c:v>
                </c:pt>
                <c:pt idx="21695">
                  <c:v>6.1256300000000001</c:v>
                </c:pt>
                <c:pt idx="21696">
                  <c:v>6.1259399999999999</c:v>
                </c:pt>
                <c:pt idx="21697">
                  <c:v>6.1262400000000001</c:v>
                </c:pt>
                <c:pt idx="21698">
                  <c:v>6.1265499999999999</c:v>
                </c:pt>
                <c:pt idx="21699">
                  <c:v>6.1268500000000001</c:v>
                </c:pt>
                <c:pt idx="21700">
                  <c:v>6.1271599999999999</c:v>
                </c:pt>
                <c:pt idx="21701">
                  <c:v>6.1274600000000001</c:v>
                </c:pt>
                <c:pt idx="21702">
                  <c:v>6.1277699999999999</c:v>
                </c:pt>
                <c:pt idx="21703">
                  <c:v>6.1280700000000001</c:v>
                </c:pt>
                <c:pt idx="21704">
                  <c:v>6.1283799999999999</c:v>
                </c:pt>
                <c:pt idx="21705">
                  <c:v>6.1286800000000001</c:v>
                </c:pt>
                <c:pt idx="21706">
                  <c:v>6.1289899999999999</c:v>
                </c:pt>
                <c:pt idx="21707">
                  <c:v>6.1292999999999997</c:v>
                </c:pt>
                <c:pt idx="21708">
                  <c:v>6.1295999999999999</c:v>
                </c:pt>
                <c:pt idx="21709">
                  <c:v>6.1299099999999997</c:v>
                </c:pt>
                <c:pt idx="21710">
                  <c:v>6.1302099999999999</c:v>
                </c:pt>
                <c:pt idx="21711">
                  <c:v>6.1305199999999997</c:v>
                </c:pt>
                <c:pt idx="21712">
                  <c:v>6.1308199999999999</c:v>
                </c:pt>
                <c:pt idx="21713">
                  <c:v>6.1311299999999997</c:v>
                </c:pt>
                <c:pt idx="21714">
                  <c:v>6.1314299999999999</c:v>
                </c:pt>
                <c:pt idx="21715">
                  <c:v>6.1317399999999997</c:v>
                </c:pt>
                <c:pt idx="21716">
                  <c:v>6.1320399999999999</c:v>
                </c:pt>
                <c:pt idx="21717">
                  <c:v>6.1323499999999997</c:v>
                </c:pt>
                <c:pt idx="21718">
                  <c:v>6.1326599999999996</c:v>
                </c:pt>
                <c:pt idx="21719">
                  <c:v>6.1329599999999997</c:v>
                </c:pt>
                <c:pt idx="21720">
                  <c:v>6.1332700000000004</c:v>
                </c:pt>
                <c:pt idx="21721">
                  <c:v>6.1335699999999997</c:v>
                </c:pt>
                <c:pt idx="21722">
                  <c:v>6.1338800000000004</c:v>
                </c:pt>
                <c:pt idx="21723">
                  <c:v>6.1341799999999997</c:v>
                </c:pt>
                <c:pt idx="21724">
                  <c:v>6.1344900000000004</c:v>
                </c:pt>
                <c:pt idx="21725">
                  <c:v>6.1347899999999997</c:v>
                </c:pt>
                <c:pt idx="21726">
                  <c:v>6.1351000000000004</c:v>
                </c:pt>
                <c:pt idx="21727">
                  <c:v>6.1353999999999997</c:v>
                </c:pt>
                <c:pt idx="21728">
                  <c:v>6.1357100000000004</c:v>
                </c:pt>
                <c:pt idx="21729">
                  <c:v>6.1360099999999997</c:v>
                </c:pt>
                <c:pt idx="21730">
                  <c:v>6.1363200000000004</c:v>
                </c:pt>
                <c:pt idx="21731">
                  <c:v>6.1366300000000003</c:v>
                </c:pt>
                <c:pt idx="21732">
                  <c:v>6.1369300000000004</c:v>
                </c:pt>
                <c:pt idx="21733">
                  <c:v>6.1372400000000003</c:v>
                </c:pt>
                <c:pt idx="21734">
                  <c:v>6.1375400000000004</c:v>
                </c:pt>
                <c:pt idx="21735">
                  <c:v>6.1378500000000003</c:v>
                </c:pt>
                <c:pt idx="21736">
                  <c:v>6.1381500000000004</c:v>
                </c:pt>
                <c:pt idx="21737">
                  <c:v>6.1384600000000002</c:v>
                </c:pt>
                <c:pt idx="21738">
                  <c:v>6.1387600000000004</c:v>
                </c:pt>
                <c:pt idx="21739">
                  <c:v>6.1390700000000002</c:v>
                </c:pt>
                <c:pt idx="21740">
                  <c:v>6.1393700000000004</c:v>
                </c:pt>
                <c:pt idx="21741">
                  <c:v>6.1396800000000002</c:v>
                </c:pt>
                <c:pt idx="21742">
                  <c:v>6.1399800000000004</c:v>
                </c:pt>
                <c:pt idx="21743">
                  <c:v>6.1402900000000002</c:v>
                </c:pt>
                <c:pt idx="21744">
                  <c:v>6.1406000000000001</c:v>
                </c:pt>
                <c:pt idx="21745">
                  <c:v>6.1409000000000002</c:v>
                </c:pt>
                <c:pt idx="21746">
                  <c:v>6.1412100000000001</c:v>
                </c:pt>
                <c:pt idx="21747">
                  <c:v>6.1415100000000002</c:v>
                </c:pt>
                <c:pt idx="21748">
                  <c:v>6.1418200000000001</c:v>
                </c:pt>
                <c:pt idx="21749">
                  <c:v>6.1421200000000002</c:v>
                </c:pt>
                <c:pt idx="21750">
                  <c:v>6.1424300000000001</c:v>
                </c:pt>
                <c:pt idx="21751">
                  <c:v>6.1427300000000002</c:v>
                </c:pt>
                <c:pt idx="21752">
                  <c:v>6.1430400000000001</c:v>
                </c:pt>
                <c:pt idx="21753">
                  <c:v>6.1433400000000002</c:v>
                </c:pt>
                <c:pt idx="21754">
                  <c:v>6.1436500000000001</c:v>
                </c:pt>
                <c:pt idx="21755">
                  <c:v>6.1439500000000002</c:v>
                </c:pt>
                <c:pt idx="21756">
                  <c:v>6.1442600000000001</c:v>
                </c:pt>
                <c:pt idx="21757">
                  <c:v>6.1445699999999999</c:v>
                </c:pt>
                <c:pt idx="21758">
                  <c:v>6.1448700000000001</c:v>
                </c:pt>
                <c:pt idx="21759">
                  <c:v>6.1451799999999999</c:v>
                </c:pt>
                <c:pt idx="21760">
                  <c:v>6.1454800000000001</c:v>
                </c:pt>
                <c:pt idx="21761">
                  <c:v>6.1457899999999999</c:v>
                </c:pt>
                <c:pt idx="21762">
                  <c:v>6.1460900000000001</c:v>
                </c:pt>
                <c:pt idx="21763">
                  <c:v>6.1463999999999999</c:v>
                </c:pt>
                <c:pt idx="21764">
                  <c:v>6.1467000000000001</c:v>
                </c:pt>
                <c:pt idx="21765">
                  <c:v>6.1470099999999999</c:v>
                </c:pt>
                <c:pt idx="21766">
                  <c:v>6.1473100000000001</c:v>
                </c:pt>
                <c:pt idx="21767">
                  <c:v>6.1476199999999999</c:v>
                </c:pt>
                <c:pt idx="21768">
                  <c:v>6.1479200000000001</c:v>
                </c:pt>
                <c:pt idx="21769">
                  <c:v>6.1482299999999999</c:v>
                </c:pt>
                <c:pt idx="21770">
                  <c:v>6.1485399999999997</c:v>
                </c:pt>
                <c:pt idx="21771">
                  <c:v>6.1488399999999999</c:v>
                </c:pt>
                <c:pt idx="21772">
                  <c:v>6.1491499999999997</c:v>
                </c:pt>
                <c:pt idx="21773">
                  <c:v>6.1494499999999999</c:v>
                </c:pt>
                <c:pt idx="21774">
                  <c:v>6.1497599999999997</c:v>
                </c:pt>
                <c:pt idx="21775">
                  <c:v>6.1500599999999999</c:v>
                </c:pt>
                <c:pt idx="21776">
                  <c:v>6.1503699999999997</c:v>
                </c:pt>
                <c:pt idx="21777">
                  <c:v>6.1506699999999999</c:v>
                </c:pt>
                <c:pt idx="21778">
                  <c:v>6.1509799999999997</c:v>
                </c:pt>
                <c:pt idx="21779">
                  <c:v>6.1512799999999999</c:v>
                </c:pt>
                <c:pt idx="21780">
                  <c:v>6.1515899999999997</c:v>
                </c:pt>
                <c:pt idx="21781">
                  <c:v>6.1519000000000004</c:v>
                </c:pt>
                <c:pt idx="21782">
                  <c:v>6.1521999999999997</c:v>
                </c:pt>
                <c:pt idx="21783">
                  <c:v>6.1525100000000004</c:v>
                </c:pt>
                <c:pt idx="21784">
                  <c:v>6.1528099999999997</c:v>
                </c:pt>
                <c:pt idx="21785">
                  <c:v>6.1531200000000004</c:v>
                </c:pt>
                <c:pt idx="21786">
                  <c:v>6.1534199999999997</c:v>
                </c:pt>
                <c:pt idx="21787">
                  <c:v>6.1537300000000004</c:v>
                </c:pt>
                <c:pt idx="21788">
                  <c:v>6.1540299999999997</c:v>
                </c:pt>
                <c:pt idx="21789">
                  <c:v>6.1543400000000004</c:v>
                </c:pt>
                <c:pt idx="21790">
                  <c:v>6.1546399999999997</c:v>
                </c:pt>
                <c:pt idx="21791">
                  <c:v>6.1549500000000004</c:v>
                </c:pt>
                <c:pt idx="21792">
                  <c:v>6.1552499999999997</c:v>
                </c:pt>
                <c:pt idx="21793">
                  <c:v>6.1555600000000004</c:v>
                </c:pt>
                <c:pt idx="21794">
                  <c:v>6.1558700000000002</c:v>
                </c:pt>
                <c:pt idx="21795">
                  <c:v>6.1561700000000004</c:v>
                </c:pt>
                <c:pt idx="21796">
                  <c:v>6.1564800000000002</c:v>
                </c:pt>
                <c:pt idx="21797">
                  <c:v>6.1567800000000004</c:v>
                </c:pt>
                <c:pt idx="21798">
                  <c:v>6.1570900000000002</c:v>
                </c:pt>
                <c:pt idx="21799">
                  <c:v>6.1573900000000004</c:v>
                </c:pt>
                <c:pt idx="21800">
                  <c:v>6.1577000000000002</c:v>
                </c:pt>
                <c:pt idx="21801">
                  <c:v>6.1580000000000004</c:v>
                </c:pt>
                <c:pt idx="21802">
                  <c:v>6.1583100000000002</c:v>
                </c:pt>
                <c:pt idx="21803">
                  <c:v>6.1586100000000004</c:v>
                </c:pt>
                <c:pt idx="21804">
                  <c:v>6.1589200000000002</c:v>
                </c:pt>
                <c:pt idx="21805">
                  <c:v>6.1592200000000004</c:v>
                </c:pt>
                <c:pt idx="21806">
                  <c:v>6.1595300000000002</c:v>
                </c:pt>
                <c:pt idx="21807">
                  <c:v>6.15984</c:v>
                </c:pt>
                <c:pt idx="21808">
                  <c:v>6.1601400000000002</c:v>
                </c:pt>
                <c:pt idx="21809">
                  <c:v>6.16045</c:v>
                </c:pt>
                <c:pt idx="21810">
                  <c:v>6.1607500000000002</c:v>
                </c:pt>
                <c:pt idx="21811">
                  <c:v>6.16106</c:v>
                </c:pt>
                <c:pt idx="21812">
                  <c:v>6.1613600000000002</c:v>
                </c:pt>
                <c:pt idx="21813">
                  <c:v>6.16167</c:v>
                </c:pt>
                <c:pt idx="21814">
                  <c:v>6.1619700000000002</c:v>
                </c:pt>
                <c:pt idx="21815">
                  <c:v>6.16228</c:v>
                </c:pt>
                <c:pt idx="21816">
                  <c:v>6.1625800000000002</c:v>
                </c:pt>
                <c:pt idx="21817">
                  <c:v>6.16289</c:v>
                </c:pt>
                <c:pt idx="21818">
                  <c:v>6.1631900000000002</c:v>
                </c:pt>
                <c:pt idx="21819">
                  <c:v>6.1635</c:v>
                </c:pt>
                <c:pt idx="21820">
                  <c:v>6.1638099999999998</c:v>
                </c:pt>
                <c:pt idx="21821">
                  <c:v>6.16411</c:v>
                </c:pt>
                <c:pt idx="21822">
                  <c:v>6.1644199999999998</c:v>
                </c:pt>
                <c:pt idx="21823">
                  <c:v>6.16472</c:v>
                </c:pt>
                <c:pt idx="21824">
                  <c:v>6.1650299999999998</c:v>
                </c:pt>
                <c:pt idx="21825">
                  <c:v>6.16533</c:v>
                </c:pt>
                <c:pt idx="21826">
                  <c:v>6.1656399999999998</c:v>
                </c:pt>
                <c:pt idx="21827">
                  <c:v>6.16594</c:v>
                </c:pt>
                <c:pt idx="21828">
                  <c:v>6.1662499999999998</c:v>
                </c:pt>
                <c:pt idx="21829">
                  <c:v>6.16655</c:v>
                </c:pt>
                <c:pt idx="21830">
                  <c:v>6.1668599999999998</c:v>
                </c:pt>
                <c:pt idx="21831">
                  <c:v>6.16716</c:v>
                </c:pt>
                <c:pt idx="21832">
                  <c:v>6.1674699999999998</c:v>
                </c:pt>
                <c:pt idx="21833">
                  <c:v>6.1677799999999996</c:v>
                </c:pt>
                <c:pt idx="21834">
                  <c:v>6.1680799999999998</c:v>
                </c:pt>
                <c:pt idx="21835">
                  <c:v>6.1683899999999996</c:v>
                </c:pt>
                <c:pt idx="21836">
                  <c:v>6.1686899999999998</c:v>
                </c:pt>
                <c:pt idx="21837">
                  <c:v>6.1689999999999996</c:v>
                </c:pt>
                <c:pt idx="21838">
                  <c:v>6.1692999999999998</c:v>
                </c:pt>
                <c:pt idx="21839">
                  <c:v>6.1696099999999996</c:v>
                </c:pt>
                <c:pt idx="21840">
                  <c:v>6.1699099999999998</c:v>
                </c:pt>
                <c:pt idx="21841">
                  <c:v>6.1702199999999996</c:v>
                </c:pt>
                <c:pt idx="21842">
                  <c:v>6.1705199999999998</c:v>
                </c:pt>
                <c:pt idx="21843">
                  <c:v>6.1708299999999996</c:v>
                </c:pt>
                <c:pt idx="21844">
                  <c:v>6.1711400000000003</c:v>
                </c:pt>
                <c:pt idx="21845">
                  <c:v>6.1714399999999996</c:v>
                </c:pt>
                <c:pt idx="21846">
                  <c:v>6.1717500000000003</c:v>
                </c:pt>
                <c:pt idx="21847">
                  <c:v>6.1720499999999996</c:v>
                </c:pt>
                <c:pt idx="21848">
                  <c:v>6.1723600000000003</c:v>
                </c:pt>
                <c:pt idx="21849">
                  <c:v>6.1726599999999996</c:v>
                </c:pt>
                <c:pt idx="21850">
                  <c:v>6.1729700000000003</c:v>
                </c:pt>
                <c:pt idx="21851">
                  <c:v>6.1732699999999996</c:v>
                </c:pt>
                <c:pt idx="21852">
                  <c:v>6.1735800000000003</c:v>
                </c:pt>
                <c:pt idx="21853">
                  <c:v>6.1738799999999996</c:v>
                </c:pt>
                <c:pt idx="21854">
                  <c:v>6.1741900000000003</c:v>
                </c:pt>
                <c:pt idx="21855">
                  <c:v>6.1744899999999996</c:v>
                </c:pt>
                <c:pt idx="21856">
                  <c:v>6.1748000000000003</c:v>
                </c:pt>
                <c:pt idx="21857">
                  <c:v>6.1751100000000001</c:v>
                </c:pt>
                <c:pt idx="21858">
                  <c:v>6.1754100000000003</c:v>
                </c:pt>
                <c:pt idx="21859">
                  <c:v>6.1757200000000001</c:v>
                </c:pt>
                <c:pt idx="21860">
                  <c:v>6.1760200000000003</c:v>
                </c:pt>
                <c:pt idx="21861">
                  <c:v>6.1763300000000001</c:v>
                </c:pt>
                <c:pt idx="21862">
                  <c:v>6.1766300000000003</c:v>
                </c:pt>
                <c:pt idx="21863">
                  <c:v>6.1769400000000001</c:v>
                </c:pt>
                <c:pt idx="21864">
                  <c:v>6.1772400000000003</c:v>
                </c:pt>
                <c:pt idx="21865">
                  <c:v>6.1775500000000001</c:v>
                </c:pt>
                <c:pt idx="21866">
                  <c:v>6.1778500000000003</c:v>
                </c:pt>
                <c:pt idx="21867">
                  <c:v>6.1781600000000001</c:v>
                </c:pt>
                <c:pt idx="21868">
                  <c:v>6.1784600000000003</c:v>
                </c:pt>
                <c:pt idx="21869">
                  <c:v>6.1787700000000001</c:v>
                </c:pt>
                <c:pt idx="21870">
                  <c:v>6.1790799999999999</c:v>
                </c:pt>
                <c:pt idx="21871">
                  <c:v>6.1793800000000001</c:v>
                </c:pt>
                <c:pt idx="21872">
                  <c:v>6.1796899999999999</c:v>
                </c:pt>
                <c:pt idx="21873">
                  <c:v>6.1799900000000001</c:v>
                </c:pt>
                <c:pt idx="21874">
                  <c:v>6.1802999999999999</c:v>
                </c:pt>
                <c:pt idx="21875">
                  <c:v>6.1806000000000001</c:v>
                </c:pt>
                <c:pt idx="21876">
                  <c:v>6.1809099999999999</c:v>
                </c:pt>
                <c:pt idx="21877">
                  <c:v>6.1812100000000001</c:v>
                </c:pt>
                <c:pt idx="21878">
                  <c:v>6.1815199999999999</c:v>
                </c:pt>
                <c:pt idx="21879">
                  <c:v>6.1818200000000001</c:v>
                </c:pt>
                <c:pt idx="21880">
                  <c:v>6.1821299999999999</c:v>
                </c:pt>
                <c:pt idx="21881">
                  <c:v>6.1824300000000001</c:v>
                </c:pt>
                <c:pt idx="21882">
                  <c:v>6.1827399999999999</c:v>
                </c:pt>
                <c:pt idx="21883">
                  <c:v>6.1830499999999997</c:v>
                </c:pt>
                <c:pt idx="21884">
                  <c:v>6.1833499999999999</c:v>
                </c:pt>
                <c:pt idx="21885">
                  <c:v>6.1836599999999997</c:v>
                </c:pt>
                <c:pt idx="21886">
                  <c:v>6.1839599999999999</c:v>
                </c:pt>
                <c:pt idx="21887">
                  <c:v>6.1842699999999997</c:v>
                </c:pt>
                <c:pt idx="21888">
                  <c:v>6.1845699999999999</c:v>
                </c:pt>
                <c:pt idx="21889">
                  <c:v>6.1848799999999997</c:v>
                </c:pt>
                <c:pt idx="21890">
                  <c:v>6.1851799999999999</c:v>
                </c:pt>
                <c:pt idx="21891">
                  <c:v>6.1854899999999997</c:v>
                </c:pt>
                <c:pt idx="21892">
                  <c:v>6.1857899999999999</c:v>
                </c:pt>
                <c:pt idx="21893">
                  <c:v>6.1860999999999997</c:v>
                </c:pt>
                <c:pt idx="21894">
                  <c:v>6.1864100000000004</c:v>
                </c:pt>
                <c:pt idx="21895">
                  <c:v>6.1867099999999997</c:v>
                </c:pt>
                <c:pt idx="21896">
                  <c:v>6.1870200000000004</c:v>
                </c:pt>
                <c:pt idx="21897">
                  <c:v>6.1873199999999997</c:v>
                </c:pt>
                <c:pt idx="21898">
                  <c:v>6.1876300000000004</c:v>
                </c:pt>
                <c:pt idx="21899">
                  <c:v>6.1879299999999997</c:v>
                </c:pt>
                <c:pt idx="21900">
                  <c:v>6.1882400000000004</c:v>
                </c:pt>
                <c:pt idx="21901">
                  <c:v>6.1885399999999997</c:v>
                </c:pt>
                <c:pt idx="21902">
                  <c:v>6.1888500000000004</c:v>
                </c:pt>
                <c:pt idx="21903">
                  <c:v>6.1891499999999997</c:v>
                </c:pt>
                <c:pt idx="21904">
                  <c:v>6.1894600000000004</c:v>
                </c:pt>
                <c:pt idx="21905">
                  <c:v>6.1897599999999997</c:v>
                </c:pt>
                <c:pt idx="21906">
                  <c:v>6.1900700000000004</c:v>
                </c:pt>
                <c:pt idx="21907">
                  <c:v>6.1903800000000002</c:v>
                </c:pt>
                <c:pt idx="21908">
                  <c:v>6.1906800000000004</c:v>
                </c:pt>
                <c:pt idx="21909">
                  <c:v>6.1909900000000002</c:v>
                </c:pt>
                <c:pt idx="21910">
                  <c:v>6.1912900000000004</c:v>
                </c:pt>
                <c:pt idx="21911">
                  <c:v>6.1916000000000002</c:v>
                </c:pt>
                <c:pt idx="21912">
                  <c:v>6.1919000000000004</c:v>
                </c:pt>
                <c:pt idx="21913">
                  <c:v>6.1922100000000002</c:v>
                </c:pt>
                <c:pt idx="21914">
                  <c:v>6.1925100000000004</c:v>
                </c:pt>
                <c:pt idx="21915">
                  <c:v>6.1928200000000002</c:v>
                </c:pt>
                <c:pt idx="21916">
                  <c:v>6.1931200000000004</c:v>
                </c:pt>
                <c:pt idx="21917">
                  <c:v>6.1934300000000002</c:v>
                </c:pt>
                <c:pt idx="21918">
                  <c:v>6.1937300000000004</c:v>
                </c:pt>
                <c:pt idx="21919">
                  <c:v>6.1940400000000002</c:v>
                </c:pt>
                <c:pt idx="21920">
                  <c:v>6.19435</c:v>
                </c:pt>
                <c:pt idx="21921">
                  <c:v>6.1946500000000002</c:v>
                </c:pt>
                <c:pt idx="21922">
                  <c:v>6.19496</c:v>
                </c:pt>
                <c:pt idx="21923">
                  <c:v>6.1952600000000002</c:v>
                </c:pt>
                <c:pt idx="21924">
                  <c:v>6.19557</c:v>
                </c:pt>
                <c:pt idx="21925">
                  <c:v>6.1958700000000002</c:v>
                </c:pt>
                <c:pt idx="21926">
                  <c:v>6.19618</c:v>
                </c:pt>
                <c:pt idx="21927">
                  <c:v>6.1964800000000002</c:v>
                </c:pt>
                <c:pt idx="21928">
                  <c:v>6.19679</c:v>
                </c:pt>
                <c:pt idx="21929">
                  <c:v>6.1970900000000002</c:v>
                </c:pt>
                <c:pt idx="21930">
                  <c:v>6.1974</c:v>
                </c:pt>
                <c:pt idx="21931">
                  <c:v>6.1977000000000002</c:v>
                </c:pt>
                <c:pt idx="21932">
                  <c:v>6.19801</c:v>
                </c:pt>
                <c:pt idx="21933">
                  <c:v>6.1983199999999998</c:v>
                </c:pt>
                <c:pt idx="21934">
                  <c:v>6.19862</c:v>
                </c:pt>
                <c:pt idx="21935">
                  <c:v>6.1989299999999998</c:v>
                </c:pt>
                <c:pt idx="21936">
                  <c:v>6.19923</c:v>
                </c:pt>
                <c:pt idx="21937">
                  <c:v>6.1995399999999998</c:v>
                </c:pt>
                <c:pt idx="21938">
                  <c:v>6.19984</c:v>
                </c:pt>
                <c:pt idx="21939">
                  <c:v>6.2001499999999998</c:v>
                </c:pt>
                <c:pt idx="21940">
                  <c:v>6.20045</c:v>
                </c:pt>
                <c:pt idx="21941">
                  <c:v>6.2007599999999998</c:v>
                </c:pt>
                <c:pt idx="21942">
                  <c:v>6.20106</c:v>
                </c:pt>
                <c:pt idx="21943">
                  <c:v>6.2013699999999998</c:v>
                </c:pt>
                <c:pt idx="21944">
                  <c:v>6.20167</c:v>
                </c:pt>
                <c:pt idx="21945">
                  <c:v>6.2019799999999998</c:v>
                </c:pt>
                <c:pt idx="21946">
                  <c:v>6.2022899999999996</c:v>
                </c:pt>
                <c:pt idx="21947">
                  <c:v>6.2025899999999998</c:v>
                </c:pt>
                <c:pt idx="21948">
                  <c:v>6.2028999999999996</c:v>
                </c:pt>
                <c:pt idx="21949">
                  <c:v>6.2031999999999998</c:v>
                </c:pt>
                <c:pt idx="21950">
                  <c:v>6.2035099999999996</c:v>
                </c:pt>
                <c:pt idx="21951">
                  <c:v>6.2038099999999998</c:v>
                </c:pt>
                <c:pt idx="21952">
                  <c:v>6.2041199999999996</c:v>
                </c:pt>
                <c:pt idx="21953">
                  <c:v>6.2044199999999998</c:v>
                </c:pt>
                <c:pt idx="21954">
                  <c:v>6.2047299999999996</c:v>
                </c:pt>
                <c:pt idx="21955">
                  <c:v>6.2050299999999998</c:v>
                </c:pt>
                <c:pt idx="21956">
                  <c:v>6.2053399999999996</c:v>
                </c:pt>
                <c:pt idx="21957">
                  <c:v>6.2056500000000003</c:v>
                </c:pt>
                <c:pt idx="21958">
                  <c:v>6.2059499999999996</c:v>
                </c:pt>
                <c:pt idx="21959">
                  <c:v>6.2062600000000003</c:v>
                </c:pt>
                <c:pt idx="21960">
                  <c:v>6.2065599999999996</c:v>
                </c:pt>
                <c:pt idx="21961">
                  <c:v>6.2068700000000003</c:v>
                </c:pt>
                <c:pt idx="21962">
                  <c:v>6.2071699999999996</c:v>
                </c:pt>
                <c:pt idx="21963">
                  <c:v>6.2074800000000003</c:v>
                </c:pt>
                <c:pt idx="21964">
                  <c:v>6.2077799999999996</c:v>
                </c:pt>
                <c:pt idx="21965">
                  <c:v>6.2080900000000003</c:v>
                </c:pt>
                <c:pt idx="21966">
                  <c:v>6.2083899999999996</c:v>
                </c:pt>
                <c:pt idx="21967">
                  <c:v>6.2087000000000003</c:v>
                </c:pt>
                <c:pt idx="21968">
                  <c:v>6.2089999999999996</c:v>
                </c:pt>
                <c:pt idx="21969">
                  <c:v>6.2093100000000003</c:v>
                </c:pt>
                <c:pt idx="21970">
                  <c:v>6.2096200000000001</c:v>
                </c:pt>
                <c:pt idx="21971">
                  <c:v>6.2099200000000003</c:v>
                </c:pt>
                <c:pt idx="21972">
                  <c:v>6.2102300000000001</c:v>
                </c:pt>
                <c:pt idx="21973">
                  <c:v>6.2105300000000003</c:v>
                </c:pt>
                <c:pt idx="21974">
                  <c:v>6.2108400000000001</c:v>
                </c:pt>
                <c:pt idx="21975">
                  <c:v>6.2111400000000003</c:v>
                </c:pt>
                <c:pt idx="21976">
                  <c:v>6.2114500000000001</c:v>
                </c:pt>
                <c:pt idx="21977">
                  <c:v>6.2117500000000003</c:v>
                </c:pt>
                <c:pt idx="21978">
                  <c:v>6.2120600000000001</c:v>
                </c:pt>
                <c:pt idx="21979">
                  <c:v>6.2123600000000003</c:v>
                </c:pt>
                <c:pt idx="21980">
                  <c:v>6.2126700000000001</c:v>
                </c:pt>
                <c:pt idx="21981">
                  <c:v>6.2129700000000003</c:v>
                </c:pt>
                <c:pt idx="21982">
                  <c:v>6.2132800000000001</c:v>
                </c:pt>
                <c:pt idx="21983">
                  <c:v>6.2135899999999999</c:v>
                </c:pt>
                <c:pt idx="21984">
                  <c:v>6.2138900000000001</c:v>
                </c:pt>
                <c:pt idx="21985">
                  <c:v>6.2141999999999999</c:v>
                </c:pt>
                <c:pt idx="21986">
                  <c:v>6.2145000000000001</c:v>
                </c:pt>
                <c:pt idx="21987">
                  <c:v>6.2148099999999999</c:v>
                </c:pt>
                <c:pt idx="21988">
                  <c:v>6.2151100000000001</c:v>
                </c:pt>
                <c:pt idx="21989">
                  <c:v>6.2154199999999999</c:v>
                </c:pt>
                <c:pt idx="21990">
                  <c:v>6.2157200000000001</c:v>
                </c:pt>
                <c:pt idx="21991">
                  <c:v>6.2160299999999999</c:v>
                </c:pt>
                <c:pt idx="21992">
                  <c:v>6.2163300000000001</c:v>
                </c:pt>
                <c:pt idx="21993">
                  <c:v>6.2166399999999999</c:v>
                </c:pt>
                <c:pt idx="21994">
                  <c:v>6.2169400000000001</c:v>
                </c:pt>
                <c:pt idx="21995">
                  <c:v>6.2172499999999999</c:v>
                </c:pt>
                <c:pt idx="21996">
                  <c:v>6.2175599999999998</c:v>
                </c:pt>
                <c:pt idx="21997">
                  <c:v>6.2178599999999999</c:v>
                </c:pt>
                <c:pt idx="21998">
                  <c:v>6.2181699999999998</c:v>
                </c:pt>
                <c:pt idx="21999">
                  <c:v>6.2184699999999999</c:v>
                </c:pt>
                <c:pt idx="22000">
                  <c:v>6.2187799999999998</c:v>
                </c:pt>
                <c:pt idx="22001">
                  <c:v>6.2190799999999999</c:v>
                </c:pt>
                <c:pt idx="22002">
                  <c:v>6.2193899999999998</c:v>
                </c:pt>
                <c:pt idx="22003">
                  <c:v>6.2196899999999999</c:v>
                </c:pt>
                <c:pt idx="22004">
                  <c:v>6.22</c:v>
                </c:pt>
                <c:pt idx="22005">
                  <c:v>6.2202999999999999</c:v>
                </c:pt>
                <c:pt idx="22006">
                  <c:v>6.2206099999999998</c:v>
                </c:pt>
                <c:pt idx="22007">
                  <c:v>6.2209099999999999</c:v>
                </c:pt>
                <c:pt idx="22008">
                  <c:v>6.2212199999999998</c:v>
                </c:pt>
                <c:pt idx="22009">
                  <c:v>6.2215299999999996</c:v>
                </c:pt>
                <c:pt idx="22010">
                  <c:v>6.2218299999999997</c:v>
                </c:pt>
                <c:pt idx="22011">
                  <c:v>6.2221399999999996</c:v>
                </c:pt>
                <c:pt idx="22012">
                  <c:v>6.2224399999999997</c:v>
                </c:pt>
                <c:pt idx="22013">
                  <c:v>6.2227499999999996</c:v>
                </c:pt>
                <c:pt idx="22014">
                  <c:v>6.2230499999999997</c:v>
                </c:pt>
                <c:pt idx="22015">
                  <c:v>6.2233599999999996</c:v>
                </c:pt>
                <c:pt idx="22016">
                  <c:v>6.2236599999999997</c:v>
                </c:pt>
                <c:pt idx="22017">
                  <c:v>6.2239699999999996</c:v>
                </c:pt>
                <c:pt idx="22018">
                  <c:v>6.2242699999999997</c:v>
                </c:pt>
                <c:pt idx="22019">
                  <c:v>6.2245799999999996</c:v>
                </c:pt>
                <c:pt idx="22020">
                  <c:v>6.2248900000000003</c:v>
                </c:pt>
                <c:pt idx="22021">
                  <c:v>6.2251899999999996</c:v>
                </c:pt>
                <c:pt idx="22022">
                  <c:v>6.2255000000000003</c:v>
                </c:pt>
                <c:pt idx="22023">
                  <c:v>6.2257999999999996</c:v>
                </c:pt>
                <c:pt idx="22024">
                  <c:v>6.2261100000000003</c:v>
                </c:pt>
                <c:pt idx="22025">
                  <c:v>6.2264099999999996</c:v>
                </c:pt>
                <c:pt idx="22026">
                  <c:v>6.2267200000000003</c:v>
                </c:pt>
                <c:pt idx="22027">
                  <c:v>6.2270200000000004</c:v>
                </c:pt>
                <c:pt idx="22028">
                  <c:v>6.2273300000000003</c:v>
                </c:pt>
                <c:pt idx="22029">
                  <c:v>6.2276300000000004</c:v>
                </c:pt>
                <c:pt idx="22030">
                  <c:v>6.2279400000000003</c:v>
                </c:pt>
                <c:pt idx="22031">
                  <c:v>6.2282400000000004</c:v>
                </c:pt>
                <c:pt idx="22032">
                  <c:v>6.2285500000000003</c:v>
                </c:pt>
                <c:pt idx="22033">
                  <c:v>6.2288600000000001</c:v>
                </c:pt>
                <c:pt idx="22034">
                  <c:v>6.2291600000000003</c:v>
                </c:pt>
                <c:pt idx="22035">
                  <c:v>6.2294700000000001</c:v>
                </c:pt>
                <c:pt idx="22036">
                  <c:v>6.2297700000000003</c:v>
                </c:pt>
                <c:pt idx="22037">
                  <c:v>6.2300800000000001</c:v>
                </c:pt>
                <c:pt idx="22038">
                  <c:v>6.2303800000000003</c:v>
                </c:pt>
                <c:pt idx="22039">
                  <c:v>6.2306900000000001</c:v>
                </c:pt>
                <c:pt idx="22040">
                  <c:v>6.2309900000000003</c:v>
                </c:pt>
                <c:pt idx="22041">
                  <c:v>6.2313000000000001</c:v>
                </c:pt>
                <c:pt idx="22042">
                  <c:v>6.2316000000000003</c:v>
                </c:pt>
                <c:pt idx="22043">
                  <c:v>6.2319100000000001</c:v>
                </c:pt>
                <c:pt idx="22044">
                  <c:v>6.2322100000000002</c:v>
                </c:pt>
                <c:pt idx="22045">
                  <c:v>6.2325200000000001</c:v>
                </c:pt>
                <c:pt idx="22046">
                  <c:v>6.2328299999999999</c:v>
                </c:pt>
                <c:pt idx="22047">
                  <c:v>6.2331300000000001</c:v>
                </c:pt>
                <c:pt idx="22048">
                  <c:v>6.2334399999999999</c:v>
                </c:pt>
                <c:pt idx="22049">
                  <c:v>6.2337400000000001</c:v>
                </c:pt>
                <c:pt idx="22050">
                  <c:v>6.2340499999999999</c:v>
                </c:pt>
                <c:pt idx="22051">
                  <c:v>6.2343500000000001</c:v>
                </c:pt>
                <c:pt idx="22052">
                  <c:v>6.2346599999999999</c:v>
                </c:pt>
                <c:pt idx="22053">
                  <c:v>6.2349600000000001</c:v>
                </c:pt>
                <c:pt idx="22054">
                  <c:v>6.2352699999999999</c:v>
                </c:pt>
                <c:pt idx="22055">
                  <c:v>6.2355700000000001</c:v>
                </c:pt>
                <c:pt idx="22056">
                  <c:v>6.2358799999999999</c:v>
                </c:pt>
                <c:pt idx="22057">
                  <c:v>6.2361800000000001</c:v>
                </c:pt>
                <c:pt idx="22058">
                  <c:v>6.2364899999999999</c:v>
                </c:pt>
                <c:pt idx="22059">
                  <c:v>6.2367999999999997</c:v>
                </c:pt>
                <c:pt idx="22060">
                  <c:v>6.2370999999999999</c:v>
                </c:pt>
                <c:pt idx="22061">
                  <c:v>6.2374099999999997</c:v>
                </c:pt>
                <c:pt idx="22062">
                  <c:v>6.2377099999999999</c:v>
                </c:pt>
                <c:pt idx="22063">
                  <c:v>6.2380199999999997</c:v>
                </c:pt>
                <c:pt idx="22064">
                  <c:v>6.2383199999999999</c:v>
                </c:pt>
                <c:pt idx="22065">
                  <c:v>6.2386299999999997</c:v>
                </c:pt>
                <c:pt idx="22066">
                  <c:v>6.2389299999999999</c:v>
                </c:pt>
                <c:pt idx="22067">
                  <c:v>6.2392399999999997</c:v>
                </c:pt>
                <c:pt idx="22068">
                  <c:v>6.2395399999999999</c:v>
                </c:pt>
                <c:pt idx="22069">
                  <c:v>6.2398499999999997</c:v>
                </c:pt>
                <c:pt idx="22070">
                  <c:v>6.2401600000000004</c:v>
                </c:pt>
                <c:pt idx="22071">
                  <c:v>6.2404599999999997</c:v>
                </c:pt>
                <c:pt idx="22072">
                  <c:v>6.2407700000000004</c:v>
                </c:pt>
                <c:pt idx="22073">
                  <c:v>6.2410699999999997</c:v>
                </c:pt>
                <c:pt idx="22074">
                  <c:v>6.2413800000000004</c:v>
                </c:pt>
                <c:pt idx="22075">
                  <c:v>6.2416799999999997</c:v>
                </c:pt>
                <c:pt idx="22076">
                  <c:v>6.2419900000000004</c:v>
                </c:pt>
                <c:pt idx="22077">
                  <c:v>6.2422899999999997</c:v>
                </c:pt>
                <c:pt idx="22078">
                  <c:v>6.2426000000000004</c:v>
                </c:pt>
                <c:pt idx="22079">
                  <c:v>6.2428999999999997</c:v>
                </c:pt>
                <c:pt idx="22080">
                  <c:v>6.2432100000000004</c:v>
                </c:pt>
                <c:pt idx="22081">
                  <c:v>6.2435099999999997</c:v>
                </c:pt>
                <c:pt idx="22082">
                  <c:v>6.2438200000000004</c:v>
                </c:pt>
                <c:pt idx="22083">
                  <c:v>6.2441300000000002</c:v>
                </c:pt>
                <c:pt idx="22084">
                  <c:v>6.2444300000000004</c:v>
                </c:pt>
                <c:pt idx="22085">
                  <c:v>6.2447400000000002</c:v>
                </c:pt>
                <c:pt idx="22086">
                  <c:v>6.2450400000000004</c:v>
                </c:pt>
                <c:pt idx="22087">
                  <c:v>6.2453500000000002</c:v>
                </c:pt>
                <c:pt idx="22088">
                  <c:v>6.2456500000000004</c:v>
                </c:pt>
                <c:pt idx="22089">
                  <c:v>6.2459600000000002</c:v>
                </c:pt>
                <c:pt idx="22090">
                  <c:v>6.2462600000000004</c:v>
                </c:pt>
                <c:pt idx="22091">
                  <c:v>6.2465700000000002</c:v>
                </c:pt>
                <c:pt idx="22092">
                  <c:v>6.2468700000000004</c:v>
                </c:pt>
                <c:pt idx="22093">
                  <c:v>6.2471800000000002</c:v>
                </c:pt>
                <c:pt idx="22094">
                  <c:v>6.2474800000000004</c:v>
                </c:pt>
                <c:pt idx="22095">
                  <c:v>6.2477900000000002</c:v>
                </c:pt>
                <c:pt idx="22096">
                  <c:v>6.2481</c:v>
                </c:pt>
                <c:pt idx="22097">
                  <c:v>6.2484000000000002</c:v>
                </c:pt>
                <c:pt idx="22098">
                  <c:v>6.24871</c:v>
                </c:pt>
                <c:pt idx="22099">
                  <c:v>6.2490100000000002</c:v>
                </c:pt>
                <c:pt idx="22100">
                  <c:v>6.24932</c:v>
                </c:pt>
                <c:pt idx="22101">
                  <c:v>6.2496200000000002</c:v>
                </c:pt>
                <c:pt idx="22102">
                  <c:v>6.24993</c:v>
                </c:pt>
                <c:pt idx="22103">
                  <c:v>6.2502300000000002</c:v>
                </c:pt>
                <c:pt idx="22104">
                  <c:v>6.25054</c:v>
                </c:pt>
                <c:pt idx="22105">
                  <c:v>6.2508400000000002</c:v>
                </c:pt>
                <c:pt idx="22106">
                  <c:v>6.25115</c:v>
                </c:pt>
                <c:pt idx="22107">
                  <c:v>6.2514500000000002</c:v>
                </c:pt>
                <c:pt idx="22108">
                  <c:v>6.25176</c:v>
                </c:pt>
                <c:pt idx="22109">
                  <c:v>6.2520699999999998</c:v>
                </c:pt>
                <c:pt idx="22110">
                  <c:v>6.25237</c:v>
                </c:pt>
                <c:pt idx="22111">
                  <c:v>6.2526799999999998</c:v>
                </c:pt>
                <c:pt idx="22112">
                  <c:v>6.25298</c:v>
                </c:pt>
                <c:pt idx="22113">
                  <c:v>6.2532899999999998</c:v>
                </c:pt>
                <c:pt idx="22114">
                  <c:v>6.25359</c:v>
                </c:pt>
                <c:pt idx="22115">
                  <c:v>6.2538999999999998</c:v>
                </c:pt>
                <c:pt idx="22116">
                  <c:v>6.2542</c:v>
                </c:pt>
                <c:pt idx="22117">
                  <c:v>6.2545099999999998</c:v>
                </c:pt>
                <c:pt idx="22118">
                  <c:v>6.25481</c:v>
                </c:pt>
                <c:pt idx="22119">
                  <c:v>6.2551199999999998</c:v>
                </c:pt>
                <c:pt idx="22120">
                  <c:v>6.25542</c:v>
                </c:pt>
                <c:pt idx="22121">
                  <c:v>6.2557299999999998</c:v>
                </c:pt>
                <c:pt idx="22122">
                  <c:v>6.2560399999999996</c:v>
                </c:pt>
                <c:pt idx="22123">
                  <c:v>6.2563399999999998</c:v>
                </c:pt>
                <c:pt idx="22124">
                  <c:v>6.2566499999999996</c:v>
                </c:pt>
                <c:pt idx="22125">
                  <c:v>6.2569499999999998</c:v>
                </c:pt>
                <c:pt idx="22126">
                  <c:v>6.2572599999999996</c:v>
                </c:pt>
                <c:pt idx="22127">
                  <c:v>6.2575599999999998</c:v>
                </c:pt>
                <c:pt idx="22128">
                  <c:v>6.2578699999999996</c:v>
                </c:pt>
                <c:pt idx="22129">
                  <c:v>6.2581699999999998</c:v>
                </c:pt>
                <c:pt idx="22130">
                  <c:v>6.2584799999999996</c:v>
                </c:pt>
                <c:pt idx="22131">
                  <c:v>6.2587799999999998</c:v>
                </c:pt>
                <c:pt idx="22132">
                  <c:v>6.2590899999999996</c:v>
                </c:pt>
                <c:pt idx="22133">
                  <c:v>6.2594000000000003</c:v>
                </c:pt>
                <c:pt idx="22134">
                  <c:v>6.2596999999999996</c:v>
                </c:pt>
                <c:pt idx="22135">
                  <c:v>6.2600100000000003</c:v>
                </c:pt>
                <c:pt idx="22136">
                  <c:v>6.2603099999999996</c:v>
                </c:pt>
                <c:pt idx="22137">
                  <c:v>6.2606200000000003</c:v>
                </c:pt>
                <c:pt idx="22138">
                  <c:v>6.2609199999999996</c:v>
                </c:pt>
                <c:pt idx="22139">
                  <c:v>6.2612300000000003</c:v>
                </c:pt>
                <c:pt idx="22140">
                  <c:v>6.2615299999999996</c:v>
                </c:pt>
                <c:pt idx="22141">
                  <c:v>6.2618400000000003</c:v>
                </c:pt>
                <c:pt idx="22142">
                  <c:v>6.2621399999999996</c:v>
                </c:pt>
                <c:pt idx="22143">
                  <c:v>6.2624500000000003</c:v>
                </c:pt>
                <c:pt idx="22144">
                  <c:v>6.2627499999999996</c:v>
                </c:pt>
                <c:pt idx="22145">
                  <c:v>6.2630600000000003</c:v>
                </c:pt>
                <c:pt idx="22146">
                  <c:v>6.2633700000000001</c:v>
                </c:pt>
                <c:pt idx="22147">
                  <c:v>6.2636700000000003</c:v>
                </c:pt>
                <c:pt idx="22148">
                  <c:v>6.2639800000000001</c:v>
                </c:pt>
                <c:pt idx="22149">
                  <c:v>6.2642800000000003</c:v>
                </c:pt>
                <c:pt idx="22150">
                  <c:v>6.2645900000000001</c:v>
                </c:pt>
                <c:pt idx="22151">
                  <c:v>6.2648900000000003</c:v>
                </c:pt>
                <c:pt idx="22152">
                  <c:v>6.2652000000000001</c:v>
                </c:pt>
                <c:pt idx="22153">
                  <c:v>6.2655000000000003</c:v>
                </c:pt>
                <c:pt idx="22154">
                  <c:v>6.2658100000000001</c:v>
                </c:pt>
                <c:pt idx="22155">
                  <c:v>6.2661100000000003</c:v>
                </c:pt>
                <c:pt idx="22156">
                  <c:v>6.2664200000000001</c:v>
                </c:pt>
                <c:pt idx="22157">
                  <c:v>6.2667200000000003</c:v>
                </c:pt>
                <c:pt idx="22158">
                  <c:v>6.2670300000000001</c:v>
                </c:pt>
                <c:pt idx="22159">
                  <c:v>6.2673399999999999</c:v>
                </c:pt>
                <c:pt idx="22160">
                  <c:v>6.2676400000000001</c:v>
                </c:pt>
                <c:pt idx="22161">
                  <c:v>6.2679499999999999</c:v>
                </c:pt>
                <c:pt idx="22162">
                  <c:v>6.2682500000000001</c:v>
                </c:pt>
                <c:pt idx="22163">
                  <c:v>6.2685599999999999</c:v>
                </c:pt>
                <c:pt idx="22164">
                  <c:v>6.2688600000000001</c:v>
                </c:pt>
                <c:pt idx="22165">
                  <c:v>6.2691699999999999</c:v>
                </c:pt>
                <c:pt idx="22166">
                  <c:v>6.2694700000000001</c:v>
                </c:pt>
                <c:pt idx="22167">
                  <c:v>6.2697799999999999</c:v>
                </c:pt>
                <c:pt idx="22168">
                  <c:v>6.2700800000000001</c:v>
                </c:pt>
                <c:pt idx="22169">
                  <c:v>6.2703899999999999</c:v>
                </c:pt>
                <c:pt idx="22170">
                  <c:v>6.2706900000000001</c:v>
                </c:pt>
                <c:pt idx="22171">
                  <c:v>6.2709999999999999</c:v>
                </c:pt>
                <c:pt idx="22172">
                  <c:v>6.2713099999999997</c:v>
                </c:pt>
                <c:pt idx="22173">
                  <c:v>6.2716099999999999</c:v>
                </c:pt>
                <c:pt idx="22174">
                  <c:v>6.2719199999999997</c:v>
                </c:pt>
                <c:pt idx="22175">
                  <c:v>6.2722199999999999</c:v>
                </c:pt>
                <c:pt idx="22176">
                  <c:v>6.2725299999999997</c:v>
                </c:pt>
                <c:pt idx="22177">
                  <c:v>6.2728299999999999</c:v>
                </c:pt>
                <c:pt idx="22178">
                  <c:v>6.2731399999999997</c:v>
                </c:pt>
                <c:pt idx="22179">
                  <c:v>6.2734399999999999</c:v>
                </c:pt>
                <c:pt idx="22180">
                  <c:v>6.2737499999999997</c:v>
                </c:pt>
                <c:pt idx="22181">
                  <c:v>6.2740499999999999</c:v>
                </c:pt>
                <c:pt idx="22182">
                  <c:v>6.2743599999999997</c:v>
                </c:pt>
                <c:pt idx="22183">
                  <c:v>6.2746599999999999</c:v>
                </c:pt>
                <c:pt idx="22184">
                  <c:v>6.2749699999999997</c:v>
                </c:pt>
                <c:pt idx="22185">
                  <c:v>6.2752800000000004</c:v>
                </c:pt>
                <c:pt idx="22186">
                  <c:v>6.2755799999999997</c:v>
                </c:pt>
                <c:pt idx="22187">
                  <c:v>6.2758900000000004</c:v>
                </c:pt>
                <c:pt idx="22188">
                  <c:v>6.2761899999999997</c:v>
                </c:pt>
                <c:pt idx="22189">
                  <c:v>6.2765000000000004</c:v>
                </c:pt>
                <c:pt idx="22190">
                  <c:v>6.2767999999999997</c:v>
                </c:pt>
                <c:pt idx="22191">
                  <c:v>6.2771100000000004</c:v>
                </c:pt>
                <c:pt idx="22192">
                  <c:v>6.2774099999999997</c:v>
                </c:pt>
                <c:pt idx="22193">
                  <c:v>6.2777200000000004</c:v>
                </c:pt>
                <c:pt idx="22194">
                  <c:v>6.2780199999999997</c:v>
                </c:pt>
                <c:pt idx="22195">
                  <c:v>6.2783300000000004</c:v>
                </c:pt>
                <c:pt idx="22196">
                  <c:v>6.2786400000000002</c:v>
                </c:pt>
                <c:pt idx="22197">
                  <c:v>6.2789400000000004</c:v>
                </c:pt>
                <c:pt idx="22198">
                  <c:v>6.2792500000000002</c:v>
                </c:pt>
                <c:pt idx="22199">
                  <c:v>6.2795500000000004</c:v>
                </c:pt>
                <c:pt idx="22200">
                  <c:v>6.2798600000000002</c:v>
                </c:pt>
                <c:pt idx="22201">
                  <c:v>6.2801600000000004</c:v>
                </c:pt>
                <c:pt idx="22202">
                  <c:v>6.2804700000000002</c:v>
                </c:pt>
                <c:pt idx="22203">
                  <c:v>6.2807700000000004</c:v>
                </c:pt>
                <c:pt idx="22204">
                  <c:v>6.2810800000000002</c:v>
                </c:pt>
                <c:pt idx="22205">
                  <c:v>6.2813800000000004</c:v>
                </c:pt>
                <c:pt idx="22206">
                  <c:v>6.2816900000000002</c:v>
                </c:pt>
                <c:pt idx="22207">
                  <c:v>6.2819900000000004</c:v>
                </c:pt>
                <c:pt idx="22208">
                  <c:v>6.2823000000000002</c:v>
                </c:pt>
                <c:pt idx="22209">
                  <c:v>6.28261</c:v>
                </c:pt>
                <c:pt idx="22210">
                  <c:v>6.2829100000000002</c:v>
                </c:pt>
                <c:pt idx="22211">
                  <c:v>6.28322</c:v>
                </c:pt>
                <c:pt idx="22212">
                  <c:v>6.2835200000000002</c:v>
                </c:pt>
                <c:pt idx="22213">
                  <c:v>6.28383</c:v>
                </c:pt>
                <c:pt idx="22214">
                  <c:v>6.2841300000000002</c:v>
                </c:pt>
                <c:pt idx="22215">
                  <c:v>6.28444</c:v>
                </c:pt>
                <c:pt idx="22216">
                  <c:v>6.2847400000000002</c:v>
                </c:pt>
                <c:pt idx="22217">
                  <c:v>6.28505</c:v>
                </c:pt>
                <c:pt idx="22218">
                  <c:v>6.2853500000000002</c:v>
                </c:pt>
                <c:pt idx="22219">
                  <c:v>6.28566</c:v>
                </c:pt>
                <c:pt idx="22220">
                  <c:v>6.2859600000000002</c:v>
                </c:pt>
                <c:pt idx="22221">
                  <c:v>6.28627</c:v>
                </c:pt>
                <c:pt idx="22222">
                  <c:v>6.2865799999999998</c:v>
                </c:pt>
                <c:pt idx="22223">
                  <c:v>6.28688</c:v>
                </c:pt>
                <c:pt idx="22224">
                  <c:v>6.2871899999999998</c:v>
                </c:pt>
                <c:pt idx="22225">
                  <c:v>6.28749</c:v>
                </c:pt>
                <c:pt idx="22226">
                  <c:v>6.2877999999999998</c:v>
                </c:pt>
                <c:pt idx="22227">
                  <c:v>6.2881</c:v>
                </c:pt>
                <c:pt idx="22228">
                  <c:v>6.2884099999999998</c:v>
                </c:pt>
                <c:pt idx="22229">
                  <c:v>6.28871</c:v>
                </c:pt>
                <c:pt idx="22230">
                  <c:v>6.2890199999999998</c:v>
                </c:pt>
                <c:pt idx="22231">
                  <c:v>6.28932</c:v>
                </c:pt>
                <c:pt idx="22232">
                  <c:v>6.2896299999999998</c:v>
                </c:pt>
                <c:pt idx="22233">
                  <c:v>6.28993</c:v>
                </c:pt>
                <c:pt idx="22234">
                  <c:v>6.2902399999999998</c:v>
                </c:pt>
                <c:pt idx="22235">
                  <c:v>6.2905499999999996</c:v>
                </c:pt>
                <c:pt idx="22236">
                  <c:v>6.2908499999999998</c:v>
                </c:pt>
                <c:pt idx="22237">
                  <c:v>6.2911599999999996</c:v>
                </c:pt>
                <c:pt idx="22238">
                  <c:v>6.2914599999999998</c:v>
                </c:pt>
                <c:pt idx="22239">
                  <c:v>6.2917699999999996</c:v>
                </c:pt>
                <c:pt idx="22240">
                  <c:v>6.2920699999999998</c:v>
                </c:pt>
                <c:pt idx="22241">
                  <c:v>6.2923799999999996</c:v>
                </c:pt>
                <c:pt idx="22242">
                  <c:v>6.2926799999999998</c:v>
                </c:pt>
                <c:pt idx="22243">
                  <c:v>6.2929899999999996</c:v>
                </c:pt>
                <c:pt idx="22244">
                  <c:v>6.2932899999999998</c:v>
                </c:pt>
                <c:pt idx="22245">
                  <c:v>6.2935999999999996</c:v>
                </c:pt>
                <c:pt idx="22246">
                  <c:v>6.2938999999999998</c:v>
                </c:pt>
                <c:pt idx="22247">
                  <c:v>6.2942099999999996</c:v>
                </c:pt>
                <c:pt idx="22248">
                  <c:v>6.2945200000000003</c:v>
                </c:pt>
                <c:pt idx="22249">
                  <c:v>6.2948199999999996</c:v>
                </c:pt>
                <c:pt idx="22250">
                  <c:v>6.2951300000000003</c:v>
                </c:pt>
                <c:pt idx="22251">
                  <c:v>6.2954299999999996</c:v>
                </c:pt>
                <c:pt idx="22252">
                  <c:v>6.2957400000000003</c:v>
                </c:pt>
                <c:pt idx="22253">
                  <c:v>6.2960399999999996</c:v>
                </c:pt>
                <c:pt idx="22254">
                  <c:v>6.2963500000000003</c:v>
                </c:pt>
                <c:pt idx="22255">
                  <c:v>6.2966499999999996</c:v>
                </c:pt>
                <c:pt idx="22256">
                  <c:v>6.2969600000000003</c:v>
                </c:pt>
                <c:pt idx="22257">
                  <c:v>6.2972599999999996</c:v>
                </c:pt>
                <c:pt idx="22258">
                  <c:v>6.2975700000000003</c:v>
                </c:pt>
                <c:pt idx="22259">
                  <c:v>6.2978800000000001</c:v>
                </c:pt>
                <c:pt idx="22260">
                  <c:v>6.2981800000000003</c:v>
                </c:pt>
                <c:pt idx="22261">
                  <c:v>6.2984900000000001</c:v>
                </c:pt>
                <c:pt idx="22262">
                  <c:v>6.2987900000000003</c:v>
                </c:pt>
                <c:pt idx="22263">
                  <c:v>6.2991000000000001</c:v>
                </c:pt>
                <c:pt idx="22264">
                  <c:v>6.2994000000000003</c:v>
                </c:pt>
                <c:pt idx="22265">
                  <c:v>6.2997100000000001</c:v>
                </c:pt>
                <c:pt idx="22266">
                  <c:v>6.3000100000000003</c:v>
                </c:pt>
                <c:pt idx="22267">
                  <c:v>6.3003200000000001</c:v>
                </c:pt>
                <c:pt idx="22268">
                  <c:v>6.3006200000000003</c:v>
                </c:pt>
                <c:pt idx="22269">
                  <c:v>6.3009300000000001</c:v>
                </c:pt>
                <c:pt idx="22270">
                  <c:v>6.3012300000000003</c:v>
                </c:pt>
                <c:pt idx="22271">
                  <c:v>6.3015400000000001</c:v>
                </c:pt>
                <c:pt idx="22272">
                  <c:v>6.30185</c:v>
                </c:pt>
                <c:pt idx="22273">
                  <c:v>6.3021500000000001</c:v>
                </c:pt>
                <c:pt idx="22274">
                  <c:v>6.30246</c:v>
                </c:pt>
                <c:pt idx="22275">
                  <c:v>6.3027600000000001</c:v>
                </c:pt>
                <c:pt idx="22276">
                  <c:v>6.30307</c:v>
                </c:pt>
                <c:pt idx="22277">
                  <c:v>6.3033700000000001</c:v>
                </c:pt>
                <c:pt idx="22278">
                  <c:v>6.3036799999999999</c:v>
                </c:pt>
                <c:pt idx="22279">
                  <c:v>6.3039800000000001</c:v>
                </c:pt>
                <c:pt idx="22280">
                  <c:v>6.3042899999999999</c:v>
                </c:pt>
                <c:pt idx="22281">
                  <c:v>6.3045900000000001</c:v>
                </c:pt>
                <c:pt idx="22282">
                  <c:v>6.3048999999999999</c:v>
                </c:pt>
                <c:pt idx="22283">
                  <c:v>6.3052000000000001</c:v>
                </c:pt>
                <c:pt idx="22284">
                  <c:v>6.3055099999999999</c:v>
                </c:pt>
                <c:pt idx="22285">
                  <c:v>6.3058199999999998</c:v>
                </c:pt>
                <c:pt idx="22286">
                  <c:v>6.3061199999999999</c:v>
                </c:pt>
                <c:pt idx="22287">
                  <c:v>6.3064299999999998</c:v>
                </c:pt>
                <c:pt idx="22288">
                  <c:v>6.3067299999999999</c:v>
                </c:pt>
                <c:pt idx="22289">
                  <c:v>6.3070399999999998</c:v>
                </c:pt>
                <c:pt idx="22290">
                  <c:v>6.3073399999999999</c:v>
                </c:pt>
                <c:pt idx="22291">
                  <c:v>6.3076499999999998</c:v>
                </c:pt>
                <c:pt idx="22292">
                  <c:v>6.3079499999999999</c:v>
                </c:pt>
                <c:pt idx="22293">
                  <c:v>6.3082599999999998</c:v>
                </c:pt>
                <c:pt idx="22294">
                  <c:v>6.3085599999999999</c:v>
                </c:pt>
                <c:pt idx="22295">
                  <c:v>6.3088699999999998</c:v>
                </c:pt>
                <c:pt idx="22296">
                  <c:v>6.3091699999999999</c:v>
                </c:pt>
                <c:pt idx="22297">
                  <c:v>6.3094799999999998</c:v>
                </c:pt>
                <c:pt idx="22298">
                  <c:v>6.3097899999999996</c:v>
                </c:pt>
                <c:pt idx="22299">
                  <c:v>6.3100899999999998</c:v>
                </c:pt>
                <c:pt idx="22300">
                  <c:v>6.3103999999999996</c:v>
                </c:pt>
                <c:pt idx="22301">
                  <c:v>6.3106999999999998</c:v>
                </c:pt>
                <c:pt idx="22302">
                  <c:v>6.3110099999999996</c:v>
                </c:pt>
                <c:pt idx="22303">
                  <c:v>6.3113099999999998</c:v>
                </c:pt>
                <c:pt idx="22304">
                  <c:v>6.3116199999999996</c:v>
                </c:pt>
                <c:pt idx="22305">
                  <c:v>6.3119199999999998</c:v>
                </c:pt>
                <c:pt idx="22306">
                  <c:v>6.3122299999999996</c:v>
                </c:pt>
                <c:pt idx="22307">
                  <c:v>6.3125299999999998</c:v>
                </c:pt>
                <c:pt idx="22308">
                  <c:v>6.3128399999999996</c:v>
                </c:pt>
                <c:pt idx="22309">
                  <c:v>6.3131500000000003</c:v>
                </c:pt>
                <c:pt idx="22310">
                  <c:v>6.3134499999999996</c:v>
                </c:pt>
                <c:pt idx="22311">
                  <c:v>6.3137600000000003</c:v>
                </c:pt>
                <c:pt idx="22312">
                  <c:v>6.3140599999999996</c:v>
                </c:pt>
                <c:pt idx="22313">
                  <c:v>6.3143700000000003</c:v>
                </c:pt>
                <c:pt idx="22314">
                  <c:v>6.3146699999999996</c:v>
                </c:pt>
                <c:pt idx="22315">
                  <c:v>6.3149800000000003</c:v>
                </c:pt>
                <c:pt idx="22316">
                  <c:v>6.3152799999999996</c:v>
                </c:pt>
                <c:pt idx="22317">
                  <c:v>6.3155900000000003</c:v>
                </c:pt>
                <c:pt idx="22318">
                  <c:v>6.3158899999999996</c:v>
                </c:pt>
                <c:pt idx="22319">
                  <c:v>6.3162000000000003</c:v>
                </c:pt>
                <c:pt idx="22320">
                  <c:v>6.3164999999999996</c:v>
                </c:pt>
                <c:pt idx="22321">
                  <c:v>6.3168100000000003</c:v>
                </c:pt>
                <c:pt idx="22322">
                  <c:v>6.3171200000000001</c:v>
                </c:pt>
                <c:pt idx="22323">
                  <c:v>6.3174200000000003</c:v>
                </c:pt>
                <c:pt idx="22324">
                  <c:v>6.3177300000000001</c:v>
                </c:pt>
                <c:pt idx="22325">
                  <c:v>6.3180300000000003</c:v>
                </c:pt>
                <c:pt idx="22326">
                  <c:v>6.3183400000000001</c:v>
                </c:pt>
                <c:pt idx="22327">
                  <c:v>6.3186400000000003</c:v>
                </c:pt>
                <c:pt idx="22328">
                  <c:v>6.3189500000000001</c:v>
                </c:pt>
                <c:pt idx="22329">
                  <c:v>6.3192500000000003</c:v>
                </c:pt>
                <c:pt idx="22330">
                  <c:v>6.3195600000000001</c:v>
                </c:pt>
                <c:pt idx="22331">
                  <c:v>6.3198600000000003</c:v>
                </c:pt>
                <c:pt idx="22332">
                  <c:v>6.3201700000000001</c:v>
                </c:pt>
                <c:pt idx="22333">
                  <c:v>6.3204700000000003</c:v>
                </c:pt>
                <c:pt idx="22334">
                  <c:v>6.3207800000000001</c:v>
                </c:pt>
                <c:pt idx="22335">
                  <c:v>6.3210899999999999</c:v>
                </c:pt>
                <c:pt idx="22336">
                  <c:v>6.3213900000000001</c:v>
                </c:pt>
                <c:pt idx="22337">
                  <c:v>6.3216999999999999</c:v>
                </c:pt>
                <c:pt idx="22338">
                  <c:v>6.3220000000000001</c:v>
                </c:pt>
                <c:pt idx="22339">
                  <c:v>6.3223099999999999</c:v>
                </c:pt>
                <c:pt idx="22340">
                  <c:v>6.3226100000000001</c:v>
                </c:pt>
                <c:pt idx="22341">
                  <c:v>6.3229199999999999</c:v>
                </c:pt>
                <c:pt idx="22342">
                  <c:v>6.3232200000000001</c:v>
                </c:pt>
                <c:pt idx="22343">
                  <c:v>6.3235299999999999</c:v>
                </c:pt>
                <c:pt idx="22344">
                  <c:v>6.3238300000000001</c:v>
                </c:pt>
                <c:pt idx="22345">
                  <c:v>6.3241399999999999</c:v>
                </c:pt>
                <c:pt idx="22346">
                  <c:v>6.3244400000000001</c:v>
                </c:pt>
                <c:pt idx="22347">
                  <c:v>6.3247499999999999</c:v>
                </c:pt>
                <c:pt idx="22348">
                  <c:v>6.3250599999999997</c:v>
                </c:pt>
                <c:pt idx="22349">
                  <c:v>6.3253599999999999</c:v>
                </c:pt>
                <c:pt idx="22350">
                  <c:v>6.3256699999999997</c:v>
                </c:pt>
                <c:pt idx="22351">
                  <c:v>6.3259699999999999</c:v>
                </c:pt>
                <c:pt idx="22352">
                  <c:v>6.3262799999999997</c:v>
                </c:pt>
                <c:pt idx="22353">
                  <c:v>6.3265799999999999</c:v>
                </c:pt>
                <c:pt idx="22354">
                  <c:v>6.3268899999999997</c:v>
                </c:pt>
                <c:pt idx="22355">
                  <c:v>6.3271899999999999</c:v>
                </c:pt>
                <c:pt idx="22356">
                  <c:v>6.3274999999999997</c:v>
                </c:pt>
                <c:pt idx="22357">
                  <c:v>6.3277999999999999</c:v>
                </c:pt>
                <c:pt idx="22358">
                  <c:v>6.3281099999999997</c:v>
                </c:pt>
                <c:pt idx="22359">
                  <c:v>6.3284099999999999</c:v>
                </c:pt>
                <c:pt idx="22360">
                  <c:v>6.3287199999999997</c:v>
                </c:pt>
                <c:pt idx="22361">
                  <c:v>6.3290300000000004</c:v>
                </c:pt>
                <c:pt idx="22362">
                  <c:v>6.3293299999999997</c:v>
                </c:pt>
                <c:pt idx="22363">
                  <c:v>6.3296400000000004</c:v>
                </c:pt>
                <c:pt idx="22364">
                  <c:v>6.3299399999999997</c:v>
                </c:pt>
                <c:pt idx="22365">
                  <c:v>6.3302500000000004</c:v>
                </c:pt>
                <c:pt idx="22366">
                  <c:v>6.3305499999999997</c:v>
                </c:pt>
                <c:pt idx="22367">
                  <c:v>6.3308600000000004</c:v>
                </c:pt>
                <c:pt idx="22368">
                  <c:v>6.3311599999999997</c:v>
                </c:pt>
                <c:pt idx="22369">
                  <c:v>6.3314700000000004</c:v>
                </c:pt>
                <c:pt idx="22370">
                  <c:v>6.3317699999999997</c:v>
                </c:pt>
                <c:pt idx="22371">
                  <c:v>6.3320800000000004</c:v>
                </c:pt>
                <c:pt idx="22372">
                  <c:v>6.3323900000000002</c:v>
                </c:pt>
                <c:pt idx="22373">
                  <c:v>6.3326900000000004</c:v>
                </c:pt>
                <c:pt idx="22374">
                  <c:v>6.3330000000000002</c:v>
                </c:pt>
                <c:pt idx="22375">
                  <c:v>6.3333000000000004</c:v>
                </c:pt>
                <c:pt idx="22376">
                  <c:v>6.3336100000000002</c:v>
                </c:pt>
                <c:pt idx="22377">
                  <c:v>6.3339100000000004</c:v>
                </c:pt>
                <c:pt idx="22378">
                  <c:v>6.3342200000000002</c:v>
                </c:pt>
                <c:pt idx="22379">
                  <c:v>6.3345200000000004</c:v>
                </c:pt>
                <c:pt idx="22380">
                  <c:v>6.3348300000000002</c:v>
                </c:pt>
                <c:pt idx="22381">
                  <c:v>6.3351300000000004</c:v>
                </c:pt>
                <c:pt idx="22382">
                  <c:v>6.3354400000000002</c:v>
                </c:pt>
                <c:pt idx="22383">
                  <c:v>6.3357400000000004</c:v>
                </c:pt>
                <c:pt idx="22384">
                  <c:v>6.3360500000000002</c:v>
                </c:pt>
                <c:pt idx="22385">
                  <c:v>6.33636</c:v>
                </c:pt>
                <c:pt idx="22386">
                  <c:v>6.3366600000000002</c:v>
                </c:pt>
                <c:pt idx="22387">
                  <c:v>6.33697</c:v>
                </c:pt>
                <c:pt idx="22388">
                  <c:v>6.3372700000000002</c:v>
                </c:pt>
                <c:pt idx="22389">
                  <c:v>6.33758</c:v>
                </c:pt>
                <c:pt idx="22390">
                  <c:v>6.3378800000000002</c:v>
                </c:pt>
                <c:pt idx="22391">
                  <c:v>6.33819</c:v>
                </c:pt>
                <c:pt idx="22392">
                  <c:v>6.3384900000000002</c:v>
                </c:pt>
                <c:pt idx="22393">
                  <c:v>6.3388</c:v>
                </c:pt>
                <c:pt idx="22394">
                  <c:v>6.3391000000000002</c:v>
                </c:pt>
                <c:pt idx="22395">
                  <c:v>6.33941</c:v>
                </c:pt>
                <c:pt idx="22396">
                  <c:v>6.3397100000000002</c:v>
                </c:pt>
                <c:pt idx="22397">
                  <c:v>6.34002</c:v>
                </c:pt>
                <c:pt idx="22398">
                  <c:v>6.3403299999999998</c:v>
                </c:pt>
                <c:pt idx="22399">
                  <c:v>6.34063</c:v>
                </c:pt>
                <c:pt idx="22400">
                  <c:v>6.3409399999999998</c:v>
                </c:pt>
                <c:pt idx="22401">
                  <c:v>6.34124</c:v>
                </c:pt>
                <c:pt idx="22402">
                  <c:v>6.3415499999999998</c:v>
                </c:pt>
                <c:pt idx="22403">
                  <c:v>6.34185</c:v>
                </c:pt>
                <c:pt idx="22404">
                  <c:v>6.3421599999999998</c:v>
                </c:pt>
                <c:pt idx="22405">
                  <c:v>6.34246</c:v>
                </c:pt>
                <c:pt idx="22406">
                  <c:v>6.3427699999999998</c:v>
                </c:pt>
                <c:pt idx="22407">
                  <c:v>6.34307</c:v>
                </c:pt>
                <c:pt idx="22408">
                  <c:v>6.3433799999999998</c:v>
                </c:pt>
                <c:pt idx="22409">
                  <c:v>6.34368</c:v>
                </c:pt>
                <c:pt idx="22410">
                  <c:v>6.3439899999999998</c:v>
                </c:pt>
                <c:pt idx="22411">
                  <c:v>6.3442999999999996</c:v>
                </c:pt>
                <c:pt idx="22412">
                  <c:v>6.3445999999999998</c:v>
                </c:pt>
                <c:pt idx="22413">
                  <c:v>6.3449099999999996</c:v>
                </c:pt>
                <c:pt idx="22414">
                  <c:v>6.3452099999999998</c:v>
                </c:pt>
                <c:pt idx="22415">
                  <c:v>6.3455199999999996</c:v>
                </c:pt>
                <c:pt idx="22416">
                  <c:v>6.3458199999999998</c:v>
                </c:pt>
                <c:pt idx="22417">
                  <c:v>6.3461299999999996</c:v>
                </c:pt>
                <c:pt idx="22418">
                  <c:v>6.3464299999999998</c:v>
                </c:pt>
                <c:pt idx="22419">
                  <c:v>6.3467399999999996</c:v>
                </c:pt>
                <c:pt idx="22420">
                  <c:v>6.3470399999999998</c:v>
                </c:pt>
                <c:pt idx="22421">
                  <c:v>6.3473499999999996</c:v>
                </c:pt>
                <c:pt idx="22422">
                  <c:v>6.3476499999999998</c:v>
                </c:pt>
                <c:pt idx="22423">
                  <c:v>6.3479599999999996</c:v>
                </c:pt>
                <c:pt idx="22424">
                  <c:v>6.3482700000000003</c:v>
                </c:pt>
                <c:pt idx="22425">
                  <c:v>6.3485699999999996</c:v>
                </c:pt>
                <c:pt idx="22426">
                  <c:v>6.3488800000000003</c:v>
                </c:pt>
                <c:pt idx="22427">
                  <c:v>6.3491799999999996</c:v>
                </c:pt>
                <c:pt idx="22428">
                  <c:v>6.3494900000000003</c:v>
                </c:pt>
                <c:pt idx="22429">
                  <c:v>6.3497899999999996</c:v>
                </c:pt>
                <c:pt idx="22430">
                  <c:v>6.3501000000000003</c:v>
                </c:pt>
                <c:pt idx="22431">
                  <c:v>6.3503999999999996</c:v>
                </c:pt>
                <c:pt idx="22432">
                  <c:v>6.3507100000000003</c:v>
                </c:pt>
                <c:pt idx="22433">
                  <c:v>6.3510099999999996</c:v>
                </c:pt>
                <c:pt idx="22434">
                  <c:v>6.3513200000000003</c:v>
                </c:pt>
                <c:pt idx="22435">
                  <c:v>6.3516300000000001</c:v>
                </c:pt>
                <c:pt idx="22436">
                  <c:v>6.3519300000000003</c:v>
                </c:pt>
                <c:pt idx="22437">
                  <c:v>6.3522400000000001</c:v>
                </c:pt>
                <c:pt idx="22438">
                  <c:v>6.3525400000000003</c:v>
                </c:pt>
                <c:pt idx="22439">
                  <c:v>6.3528500000000001</c:v>
                </c:pt>
                <c:pt idx="22440">
                  <c:v>6.3531500000000003</c:v>
                </c:pt>
                <c:pt idx="22441">
                  <c:v>6.3534600000000001</c:v>
                </c:pt>
                <c:pt idx="22442">
                  <c:v>6.3537600000000003</c:v>
                </c:pt>
                <c:pt idx="22443">
                  <c:v>6.3540700000000001</c:v>
                </c:pt>
                <c:pt idx="22444">
                  <c:v>6.3543700000000003</c:v>
                </c:pt>
                <c:pt idx="22445">
                  <c:v>6.3546800000000001</c:v>
                </c:pt>
                <c:pt idx="22446">
                  <c:v>6.3549800000000003</c:v>
                </c:pt>
                <c:pt idx="22447">
                  <c:v>6.3552900000000001</c:v>
                </c:pt>
                <c:pt idx="22448">
                  <c:v>6.3555999999999999</c:v>
                </c:pt>
                <c:pt idx="22449">
                  <c:v>6.3559000000000001</c:v>
                </c:pt>
                <c:pt idx="22450">
                  <c:v>6.3562099999999999</c:v>
                </c:pt>
                <c:pt idx="22451">
                  <c:v>6.3565100000000001</c:v>
                </c:pt>
                <c:pt idx="22452">
                  <c:v>6.3568199999999999</c:v>
                </c:pt>
                <c:pt idx="22453">
                  <c:v>6.3571200000000001</c:v>
                </c:pt>
                <c:pt idx="22454">
                  <c:v>6.3574299999999999</c:v>
                </c:pt>
                <c:pt idx="22455">
                  <c:v>6.3577300000000001</c:v>
                </c:pt>
                <c:pt idx="22456">
                  <c:v>6.3580399999999999</c:v>
                </c:pt>
                <c:pt idx="22457">
                  <c:v>6.3583400000000001</c:v>
                </c:pt>
                <c:pt idx="22458">
                  <c:v>6.3586499999999999</c:v>
                </c:pt>
                <c:pt idx="22459">
                  <c:v>6.3589500000000001</c:v>
                </c:pt>
                <c:pt idx="22460">
                  <c:v>6.3592599999999999</c:v>
                </c:pt>
                <c:pt idx="22461">
                  <c:v>6.3595699999999997</c:v>
                </c:pt>
                <c:pt idx="22462">
                  <c:v>6.3598699999999999</c:v>
                </c:pt>
                <c:pt idx="22463">
                  <c:v>6.3601799999999997</c:v>
                </c:pt>
                <c:pt idx="22464">
                  <c:v>6.3604799999999999</c:v>
                </c:pt>
                <c:pt idx="22465">
                  <c:v>6.3607899999999997</c:v>
                </c:pt>
                <c:pt idx="22466">
                  <c:v>6.3610899999999999</c:v>
                </c:pt>
                <c:pt idx="22467">
                  <c:v>6.3613999999999997</c:v>
                </c:pt>
                <c:pt idx="22468">
                  <c:v>6.3616999999999999</c:v>
                </c:pt>
                <c:pt idx="22469">
                  <c:v>6.3620099999999997</c:v>
                </c:pt>
                <c:pt idx="22470">
                  <c:v>6.3623099999999999</c:v>
                </c:pt>
                <c:pt idx="22471">
                  <c:v>6.3626199999999997</c:v>
                </c:pt>
                <c:pt idx="22472">
                  <c:v>6.3629199999999999</c:v>
                </c:pt>
                <c:pt idx="22473">
                  <c:v>6.3632299999999997</c:v>
                </c:pt>
                <c:pt idx="22474">
                  <c:v>6.3635400000000004</c:v>
                </c:pt>
                <c:pt idx="22475">
                  <c:v>6.3638399999999997</c:v>
                </c:pt>
                <c:pt idx="22476">
                  <c:v>6.3641500000000004</c:v>
                </c:pt>
                <c:pt idx="22477">
                  <c:v>6.3644499999999997</c:v>
                </c:pt>
                <c:pt idx="22478">
                  <c:v>6.3647600000000004</c:v>
                </c:pt>
                <c:pt idx="22479">
                  <c:v>6.3650599999999997</c:v>
                </c:pt>
                <c:pt idx="22480">
                  <c:v>6.3653700000000004</c:v>
                </c:pt>
                <c:pt idx="22481">
                  <c:v>6.3656699999999997</c:v>
                </c:pt>
                <c:pt idx="22482">
                  <c:v>6.3659800000000004</c:v>
                </c:pt>
                <c:pt idx="22483">
                  <c:v>6.3662799999999997</c:v>
                </c:pt>
                <c:pt idx="22484">
                  <c:v>6.3665900000000004</c:v>
                </c:pt>
                <c:pt idx="22485">
                  <c:v>6.3669000000000002</c:v>
                </c:pt>
                <c:pt idx="22486">
                  <c:v>6.3672000000000004</c:v>
                </c:pt>
                <c:pt idx="22487">
                  <c:v>6.3675100000000002</c:v>
                </c:pt>
                <c:pt idx="22488">
                  <c:v>6.3678100000000004</c:v>
                </c:pt>
                <c:pt idx="22489">
                  <c:v>6.3681200000000002</c:v>
                </c:pt>
                <c:pt idx="22490">
                  <c:v>6.3684200000000004</c:v>
                </c:pt>
                <c:pt idx="22491">
                  <c:v>6.3687300000000002</c:v>
                </c:pt>
                <c:pt idx="22492">
                  <c:v>6.3690300000000004</c:v>
                </c:pt>
                <c:pt idx="22493">
                  <c:v>6.3693400000000002</c:v>
                </c:pt>
                <c:pt idx="22494">
                  <c:v>6.3696400000000004</c:v>
                </c:pt>
                <c:pt idx="22495">
                  <c:v>6.3699500000000002</c:v>
                </c:pt>
                <c:pt idx="22496">
                  <c:v>6.3702500000000004</c:v>
                </c:pt>
                <c:pt idx="22497">
                  <c:v>6.3705600000000002</c:v>
                </c:pt>
                <c:pt idx="22498">
                  <c:v>6.37087</c:v>
                </c:pt>
                <c:pt idx="22499">
                  <c:v>6.3711700000000002</c:v>
                </c:pt>
                <c:pt idx="22500">
                  <c:v>6.37148</c:v>
                </c:pt>
                <c:pt idx="22501">
                  <c:v>6.3717800000000002</c:v>
                </c:pt>
                <c:pt idx="22502">
                  <c:v>6.37209</c:v>
                </c:pt>
                <c:pt idx="22503">
                  <c:v>6.3723900000000002</c:v>
                </c:pt>
                <c:pt idx="22504">
                  <c:v>6.3727</c:v>
                </c:pt>
                <c:pt idx="22505">
                  <c:v>6.3730000000000002</c:v>
                </c:pt>
                <c:pt idx="22506">
                  <c:v>6.37331</c:v>
                </c:pt>
                <c:pt idx="22507">
                  <c:v>6.3736100000000002</c:v>
                </c:pt>
                <c:pt idx="22508">
                  <c:v>6.37392</c:v>
                </c:pt>
                <c:pt idx="22509">
                  <c:v>6.3742200000000002</c:v>
                </c:pt>
                <c:pt idx="22510">
                  <c:v>6.37453</c:v>
                </c:pt>
                <c:pt idx="22511">
                  <c:v>6.3748399999999998</c:v>
                </c:pt>
                <c:pt idx="22512">
                  <c:v>6.37514</c:v>
                </c:pt>
                <c:pt idx="22513">
                  <c:v>6.3754499999999998</c:v>
                </c:pt>
                <c:pt idx="22514">
                  <c:v>6.37575</c:v>
                </c:pt>
                <c:pt idx="22515">
                  <c:v>6.3760599999999998</c:v>
                </c:pt>
                <c:pt idx="22516">
                  <c:v>6.37636</c:v>
                </c:pt>
                <c:pt idx="22517">
                  <c:v>6.3766699999999998</c:v>
                </c:pt>
                <c:pt idx="22518">
                  <c:v>6.37697</c:v>
                </c:pt>
                <c:pt idx="22519">
                  <c:v>6.3772799999999998</c:v>
                </c:pt>
                <c:pt idx="22520">
                  <c:v>6.37758</c:v>
                </c:pt>
                <c:pt idx="22521">
                  <c:v>6.3778899999999998</c:v>
                </c:pt>
                <c:pt idx="22522">
                  <c:v>6.37819</c:v>
                </c:pt>
                <c:pt idx="22523">
                  <c:v>6.3784999999999998</c:v>
                </c:pt>
                <c:pt idx="22524">
                  <c:v>6.3788099999999996</c:v>
                </c:pt>
                <c:pt idx="22525">
                  <c:v>6.3791099999999998</c:v>
                </c:pt>
                <c:pt idx="22526">
                  <c:v>6.3794199999999996</c:v>
                </c:pt>
                <c:pt idx="22527">
                  <c:v>6.3797199999999998</c:v>
                </c:pt>
                <c:pt idx="22528">
                  <c:v>6.3800299999999996</c:v>
                </c:pt>
                <c:pt idx="22529">
                  <c:v>6.3803299999999998</c:v>
                </c:pt>
                <c:pt idx="22530">
                  <c:v>6.3806399999999996</c:v>
                </c:pt>
                <c:pt idx="22531">
                  <c:v>6.3809399999999998</c:v>
                </c:pt>
                <c:pt idx="22532">
                  <c:v>6.3812499999999996</c:v>
                </c:pt>
                <c:pt idx="22533">
                  <c:v>6.3815499999999998</c:v>
                </c:pt>
                <c:pt idx="22534">
                  <c:v>6.3818599999999996</c:v>
                </c:pt>
                <c:pt idx="22535">
                  <c:v>6.3821599999999998</c:v>
                </c:pt>
                <c:pt idx="22536">
                  <c:v>6.3824699999999996</c:v>
                </c:pt>
                <c:pt idx="22537">
                  <c:v>6.3827800000000003</c:v>
                </c:pt>
                <c:pt idx="22538">
                  <c:v>6.3830799999999996</c:v>
                </c:pt>
                <c:pt idx="22539">
                  <c:v>6.3833900000000003</c:v>
                </c:pt>
                <c:pt idx="22540">
                  <c:v>6.3836899999999996</c:v>
                </c:pt>
                <c:pt idx="22541">
                  <c:v>6.3840000000000003</c:v>
                </c:pt>
                <c:pt idx="22542">
                  <c:v>6.3842999999999996</c:v>
                </c:pt>
                <c:pt idx="22543">
                  <c:v>6.3846100000000003</c:v>
                </c:pt>
                <c:pt idx="22544">
                  <c:v>6.3849099999999996</c:v>
                </c:pt>
                <c:pt idx="22545">
                  <c:v>6.3852200000000003</c:v>
                </c:pt>
                <c:pt idx="22546">
                  <c:v>6.3855199999999996</c:v>
                </c:pt>
                <c:pt idx="22547">
                  <c:v>6.3858300000000003</c:v>
                </c:pt>
                <c:pt idx="22548">
                  <c:v>6.3861400000000001</c:v>
                </c:pt>
                <c:pt idx="22549">
                  <c:v>6.3864400000000003</c:v>
                </c:pt>
                <c:pt idx="22550">
                  <c:v>6.3867500000000001</c:v>
                </c:pt>
                <c:pt idx="22551">
                  <c:v>6.3870500000000003</c:v>
                </c:pt>
                <c:pt idx="22552">
                  <c:v>6.3873600000000001</c:v>
                </c:pt>
                <c:pt idx="22553">
                  <c:v>6.3876600000000003</c:v>
                </c:pt>
                <c:pt idx="22554">
                  <c:v>6.3879700000000001</c:v>
                </c:pt>
                <c:pt idx="22555">
                  <c:v>6.3882700000000003</c:v>
                </c:pt>
                <c:pt idx="22556">
                  <c:v>6.3885800000000001</c:v>
                </c:pt>
                <c:pt idx="22557">
                  <c:v>6.3888800000000003</c:v>
                </c:pt>
                <c:pt idx="22558">
                  <c:v>6.3891900000000001</c:v>
                </c:pt>
                <c:pt idx="22559">
                  <c:v>6.3894900000000003</c:v>
                </c:pt>
                <c:pt idx="22560">
                  <c:v>6.3898000000000001</c:v>
                </c:pt>
                <c:pt idx="22561">
                  <c:v>6.39011</c:v>
                </c:pt>
                <c:pt idx="22562">
                  <c:v>6.3904100000000001</c:v>
                </c:pt>
                <c:pt idx="22563">
                  <c:v>6.39072</c:v>
                </c:pt>
                <c:pt idx="22564">
                  <c:v>6.3910200000000001</c:v>
                </c:pt>
                <c:pt idx="22565">
                  <c:v>6.39133</c:v>
                </c:pt>
                <c:pt idx="22566">
                  <c:v>6.3916300000000001</c:v>
                </c:pt>
                <c:pt idx="22567">
                  <c:v>6.39194</c:v>
                </c:pt>
                <c:pt idx="22568">
                  <c:v>6.3922400000000001</c:v>
                </c:pt>
                <c:pt idx="22569">
                  <c:v>6.39255</c:v>
                </c:pt>
                <c:pt idx="22570">
                  <c:v>6.3928500000000001</c:v>
                </c:pt>
                <c:pt idx="22571">
                  <c:v>6.39316</c:v>
                </c:pt>
                <c:pt idx="22572">
                  <c:v>6.3934600000000001</c:v>
                </c:pt>
                <c:pt idx="22573">
                  <c:v>6.39377</c:v>
                </c:pt>
                <c:pt idx="22574">
                  <c:v>6.3940799999999998</c:v>
                </c:pt>
                <c:pt idx="22575">
                  <c:v>6.39438</c:v>
                </c:pt>
                <c:pt idx="22576">
                  <c:v>6.3946899999999998</c:v>
                </c:pt>
                <c:pt idx="22577">
                  <c:v>6.39499</c:v>
                </c:pt>
                <c:pt idx="22578">
                  <c:v>6.3952999999999998</c:v>
                </c:pt>
                <c:pt idx="22579">
                  <c:v>6.3956</c:v>
                </c:pt>
                <c:pt idx="22580">
                  <c:v>6.3959099999999998</c:v>
                </c:pt>
                <c:pt idx="22581">
                  <c:v>6.39621</c:v>
                </c:pt>
                <c:pt idx="22582">
                  <c:v>6.3965199999999998</c:v>
                </c:pt>
                <c:pt idx="22583">
                  <c:v>6.39682</c:v>
                </c:pt>
                <c:pt idx="22584">
                  <c:v>6.3971299999999998</c:v>
                </c:pt>
                <c:pt idx="22585">
                  <c:v>6.3974299999999999</c:v>
                </c:pt>
                <c:pt idx="22586">
                  <c:v>6.3977399999999998</c:v>
                </c:pt>
                <c:pt idx="22587">
                  <c:v>6.3980499999999996</c:v>
                </c:pt>
                <c:pt idx="22588">
                  <c:v>6.3983499999999998</c:v>
                </c:pt>
                <c:pt idx="22589">
                  <c:v>6.3986599999999996</c:v>
                </c:pt>
                <c:pt idx="22590">
                  <c:v>6.3989599999999998</c:v>
                </c:pt>
                <c:pt idx="22591">
                  <c:v>6.3992699999999996</c:v>
                </c:pt>
                <c:pt idx="22592">
                  <c:v>6.3995699999999998</c:v>
                </c:pt>
                <c:pt idx="22593">
                  <c:v>6.3998799999999996</c:v>
                </c:pt>
                <c:pt idx="22594">
                  <c:v>6.4001799999999998</c:v>
                </c:pt>
                <c:pt idx="22595">
                  <c:v>6.4004899999999996</c:v>
                </c:pt>
                <c:pt idx="22596">
                  <c:v>6.4007899999999998</c:v>
                </c:pt>
                <c:pt idx="22597">
                  <c:v>6.4010999999999996</c:v>
                </c:pt>
                <c:pt idx="22598">
                  <c:v>6.4013999999999998</c:v>
                </c:pt>
                <c:pt idx="22599">
                  <c:v>6.4017099999999996</c:v>
                </c:pt>
                <c:pt idx="22600">
                  <c:v>6.4020200000000003</c:v>
                </c:pt>
                <c:pt idx="22601">
                  <c:v>6.4023199999999996</c:v>
                </c:pt>
                <c:pt idx="22602">
                  <c:v>6.4026300000000003</c:v>
                </c:pt>
                <c:pt idx="22603">
                  <c:v>6.4029299999999996</c:v>
                </c:pt>
                <c:pt idx="22604">
                  <c:v>6.4032400000000003</c:v>
                </c:pt>
                <c:pt idx="22605">
                  <c:v>6.4035399999999996</c:v>
                </c:pt>
                <c:pt idx="22606">
                  <c:v>6.4038500000000003</c:v>
                </c:pt>
                <c:pt idx="22607">
                  <c:v>6.4041499999999996</c:v>
                </c:pt>
                <c:pt idx="22608">
                  <c:v>6.4044600000000003</c:v>
                </c:pt>
                <c:pt idx="22609">
                  <c:v>6.4047599999999996</c:v>
                </c:pt>
                <c:pt idx="22610">
                  <c:v>6.4050700000000003</c:v>
                </c:pt>
                <c:pt idx="22611">
                  <c:v>6.4053800000000001</c:v>
                </c:pt>
                <c:pt idx="22612">
                  <c:v>6.4056800000000003</c:v>
                </c:pt>
                <c:pt idx="22613">
                  <c:v>6.4059900000000001</c:v>
                </c:pt>
                <c:pt idx="22614">
                  <c:v>6.4062900000000003</c:v>
                </c:pt>
                <c:pt idx="22615">
                  <c:v>6.4066000000000001</c:v>
                </c:pt>
                <c:pt idx="22616">
                  <c:v>6.4069000000000003</c:v>
                </c:pt>
                <c:pt idx="22617">
                  <c:v>6.4072100000000001</c:v>
                </c:pt>
                <c:pt idx="22618">
                  <c:v>6.4075100000000003</c:v>
                </c:pt>
                <c:pt idx="22619">
                  <c:v>6.4078200000000001</c:v>
                </c:pt>
                <c:pt idx="22620">
                  <c:v>6.4081200000000003</c:v>
                </c:pt>
                <c:pt idx="22621">
                  <c:v>6.4084300000000001</c:v>
                </c:pt>
                <c:pt idx="22622">
                  <c:v>6.4087300000000003</c:v>
                </c:pt>
                <c:pt idx="22623">
                  <c:v>6.4090400000000001</c:v>
                </c:pt>
                <c:pt idx="22624">
                  <c:v>6.4093499999999999</c:v>
                </c:pt>
                <c:pt idx="22625">
                  <c:v>6.4096500000000001</c:v>
                </c:pt>
                <c:pt idx="22626">
                  <c:v>6.4099599999999999</c:v>
                </c:pt>
                <c:pt idx="22627">
                  <c:v>6.4102600000000001</c:v>
                </c:pt>
                <c:pt idx="22628">
                  <c:v>6.4105699999999999</c:v>
                </c:pt>
                <c:pt idx="22629">
                  <c:v>6.4108700000000001</c:v>
                </c:pt>
                <c:pt idx="22630">
                  <c:v>6.4111799999999999</c:v>
                </c:pt>
                <c:pt idx="22631">
                  <c:v>6.4114800000000001</c:v>
                </c:pt>
                <c:pt idx="22632">
                  <c:v>6.4117899999999999</c:v>
                </c:pt>
                <c:pt idx="22633">
                  <c:v>6.4120900000000001</c:v>
                </c:pt>
                <c:pt idx="22634">
                  <c:v>6.4123999999999999</c:v>
                </c:pt>
                <c:pt idx="22635">
                  <c:v>6.4127000000000001</c:v>
                </c:pt>
                <c:pt idx="22636">
                  <c:v>6.4130099999999999</c:v>
                </c:pt>
                <c:pt idx="22637">
                  <c:v>6.4133199999999997</c:v>
                </c:pt>
                <c:pt idx="22638">
                  <c:v>6.4136199999999999</c:v>
                </c:pt>
                <c:pt idx="22639">
                  <c:v>6.4139299999999997</c:v>
                </c:pt>
                <c:pt idx="22640">
                  <c:v>6.4142299999999999</c:v>
                </c:pt>
                <c:pt idx="22641">
                  <c:v>6.4145399999999997</c:v>
                </c:pt>
                <c:pt idx="22642">
                  <c:v>6.4148399999999999</c:v>
                </c:pt>
                <c:pt idx="22643">
                  <c:v>6.4151499999999997</c:v>
                </c:pt>
                <c:pt idx="22644">
                  <c:v>6.4154499999999999</c:v>
                </c:pt>
                <c:pt idx="22645">
                  <c:v>6.4157599999999997</c:v>
                </c:pt>
                <c:pt idx="22646">
                  <c:v>6.4160599999999999</c:v>
                </c:pt>
                <c:pt idx="22647">
                  <c:v>6.4163699999999997</c:v>
                </c:pt>
                <c:pt idx="22648">
                  <c:v>6.4166699999999999</c:v>
                </c:pt>
                <c:pt idx="22649">
                  <c:v>6.4169799999999997</c:v>
                </c:pt>
                <c:pt idx="22650">
                  <c:v>6.4172900000000004</c:v>
                </c:pt>
                <c:pt idx="22651">
                  <c:v>6.4175899999999997</c:v>
                </c:pt>
                <c:pt idx="22652">
                  <c:v>6.4179000000000004</c:v>
                </c:pt>
                <c:pt idx="22653">
                  <c:v>6.4181999999999997</c:v>
                </c:pt>
                <c:pt idx="22654">
                  <c:v>6.4185100000000004</c:v>
                </c:pt>
                <c:pt idx="22655">
                  <c:v>6.4188099999999997</c:v>
                </c:pt>
                <c:pt idx="22656">
                  <c:v>6.4191200000000004</c:v>
                </c:pt>
                <c:pt idx="22657">
                  <c:v>6.4194199999999997</c:v>
                </c:pt>
                <c:pt idx="22658">
                  <c:v>6.4197300000000004</c:v>
                </c:pt>
                <c:pt idx="22659">
                  <c:v>6.4200299999999997</c:v>
                </c:pt>
                <c:pt idx="22660">
                  <c:v>6.4203400000000004</c:v>
                </c:pt>
                <c:pt idx="22661">
                  <c:v>6.4206500000000002</c:v>
                </c:pt>
                <c:pt idx="22662">
                  <c:v>6.4209500000000004</c:v>
                </c:pt>
                <c:pt idx="22663">
                  <c:v>6.4212600000000002</c:v>
                </c:pt>
                <c:pt idx="22664">
                  <c:v>6.4215600000000004</c:v>
                </c:pt>
                <c:pt idx="22665">
                  <c:v>6.4218700000000002</c:v>
                </c:pt>
                <c:pt idx="22666">
                  <c:v>6.4221700000000004</c:v>
                </c:pt>
                <c:pt idx="22667">
                  <c:v>6.4224800000000002</c:v>
                </c:pt>
                <c:pt idx="22668">
                  <c:v>6.4227800000000004</c:v>
                </c:pt>
                <c:pt idx="22669">
                  <c:v>6.4230900000000002</c:v>
                </c:pt>
                <c:pt idx="22670">
                  <c:v>6.4233900000000004</c:v>
                </c:pt>
                <c:pt idx="22671">
                  <c:v>6.4237000000000002</c:v>
                </c:pt>
                <c:pt idx="22672">
                  <c:v>6.4240000000000004</c:v>
                </c:pt>
                <c:pt idx="22673">
                  <c:v>6.4243100000000002</c:v>
                </c:pt>
                <c:pt idx="22674">
                  <c:v>6.42462</c:v>
                </c:pt>
                <c:pt idx="22675">
                  <c:v>6.4249200000000002</c:v>
                </c:pt>
                <c:pt idx="22676">
                  <c:v>6.42523</c:v>
                </c:pt>
                <c:pt idx="22677">
                  <c:v>6.4255300000000002</c:v>
                </c:pt>
                <c:pt idx="22678">
                  <c:v>6.42584</c:v>
                </c:pt>
                <c:pt idx="22679">
                  <c:v>6.4261400000000002</c:v>
                </c:pt>
                <c:pt idx="22680">
                  <c:v>6.42645</c:v>
                </c:pt>
                <c:pt idx="22681">
                  <c:v>6.4267500000000002</c:v>
                </c:pt>
                <c:pt idx="22682">
                  <c:v>6.42706</c:v>
                </c:pt>
                <c:pt idx="22683">
                  <c:v>6.4273600000000002</c:v>
                </c:pt>
                <c:pt idx="22684">
                  <c:v>6.42767</c:v>
                </c:pt>
                <c:pt idx="22685">
                  <c:v>6.4279700000000002</c:v>
                </c:pt>
                <c:pt idx="22686">
                  <c:v>6.42828</c:v>
                </c:pt>
                <c:pt idx="22687">
                  <c:v>6.4285899999999998</c:v>
                </c:pt>
                <c:pt idx="22688">
                  <c:v>6.42889</c:v>
                </c:pt>
                <c:pt idx="22689">
                  <c:v>6.4291999999999998</c:v>
                </c:pt>
                <c:pt idx="22690">
                  <c:v>6.4295</c:v>
                </c:pt>
                <c:pt idx="22691">
                  <c:v>6.4298099999999998</c:v>
                </c:pt>
                <c:pt idx="22692">
                  <c:v>6.43011</c:v>
                </c:pt>
                <c:pt idx="22693">
                  <c:v>6.4304199999999998</c:v>
                </c:pt>
                <c:pt idx="22694">
                  <c:v>6.43072</c:v>
                </c:pt>
                <c:pt idx="22695">
                  <c:v>6.4310299999999998</c:v>
                </c:pt>
                <c:pt idx="22696">
                  <c:v>6.43133</c:v>
                </c:pt>
                <c:pt idx="22697">
                  <c:v>6.4316399999999998</c:v>
                </c:pt>
                <c:pt idx="22698">
                  <c:v>6.43194</c:v>
                </c:pt>
                <c:pt idx="22699">
                  <c:v>6.4322499999999998</c:v>
                </c:pt>
                <c:pt idx="22700">
                  <c:v>6.4325599999999996</c:v>
                </c:pt>
                <c:pt idx="22701">
                  <c:v>6.4328599999999998</c:v>
                </c:pt>
                <c:pt idx="22702">
                  <c:v>6.4331699999999996</c:v>
                </c:pt>
                <c:pt idx="22703">
                  <c:v>6.4334699999999998</c:v>
                </c:pt>
                <c:pt idx="22704">
                  <c:v>6.4337799999999996</c:v>
                </c:pt>
                <c:pt idx="22705">
                  <c:v>6.4340799999999998</c:v>
                </c:pt>
                <c:pt idx="22706">
                  <c:v>6.4343899999999996</c:v>
                </c:pt>
                <c:pt idx="22707">
                  <c:v>6.4346899999999998</c:v>
                </c:pt>
                <c:pt idx="22708">
                  <c:v>6.4349999999999996</c:v>
                </c:pt>
                <c:pt idx="22709">
                  <c:v>6.4352999999999998</c:v>
                </c:pt>
                <c:pt idx="22710">
                  <c:v>6.4356099999999996</c:v>
                </c:pt>
                <c:pt idx="22711">
                  <c:v>6.4359099999999998</c:v>
                </c:pt>
                <c:pt idx="22712">
                  <c:v>6.4362199999999996</c:v>
                </c:pt>
                <c:pt idx="22713">
                  <c:v>6.4365300000000003</c:v>
                </c:pt>
                <c:pt idx="22714">
                  <c:v>6.4368299999999996</c:v>
                </c:pt>
                <c:pt idx="22715">
                  <c:v>6.4371400000000003</c:v>
                </c:pt>
                <c:pt idx="22716">
                  <c:v>6.4374399999999996</c:v>
                </c:pt>
                <c:pt idx="22717">
                  <c:v>6.4377500000000003</c:v>
                </c:pt>
                <c:pt idx="22718">
                  <c:v>6.4380499999999996</c:v>
                </c:pt>
                <c:pt idx="22719">
                  <c:v>6.4383600000000003</c:v>
                </c:pt>
                <c:pt idx="22720">
                  <c:v>6.4386599999999996</c:v>
                </c:pt>
                <c:pt idx="22721">
                  <c:v>6.4389700000000003</c:v>
                </c:pt>
                <c:pt idx="22722">
                  <c:v>6.4392699999999996</c:v>
                </c:pt>
                <c:pt idx="22723">
                  <c:v>6.4395800000000003</c:v>
                </c:pt>
                <c:pt idx="22724">
                  <c:v>6.4398900000000001</c:v>
                </c:pt>
                <c:pt idx="22725">
                  <c:v>6.4401900000000003</c:v>
                </c:pt>
                <c:pt idx="22726">
                  <c:v>6.4405000000000001</c:v>
                </c:pt>
                <c:pt idx="22727">
                  <c:v>6.4408000000000003</c:v>
                </c:pt>
                <c:pt idx="22728">
                  <c:v>6.4411100000000001</c:v>
                </c:pt>
                <c:pt idx="22729">
                  <c:v>6.4414100000000003</c:v>
                </c:pt>
                <c:pt idx="22730">
                  <c:v>6.4417200000000001</c:v>
                </c:pt>
                <c:pt idx="22731">
                  <c:v>6.4420200000000003</c:v>
                </c:pt>
                <c:pt idx="22732">
                  <c:v>6.4423300000000001</c:v>
                </c:pt>
                <c:pt idx="22733">
                  <c:v>6.4426300000000003</c:v>
                </c:pt>
                <c:pt idx="22734">
                  <c:v>6.4429400000000001</c:v>
                </c:pt>
                <c:pt idx="22735">
                  <c:v>6.4432400000000003</c:v>
                </c:pt>
                <c:pt idx="22736">
                  <c:v>6.4435500000000001</c:v>
                </c:pt>
                <c:pt idx="22737">
                  <c:v>6.4438599999999999</c:v>
                </c:pt>
                <c:pt idx="22738">
                  <c:v>6.4441600000000001</c:v>
                </c:pt>
                <c:pt idx="22739">
                  <c:v>6.4444699999999999</c:v>
                </c:pt>
                <c:pt idx="22740">
                  <c:v>6.4447700000000001</c:v>
                </c:pt>
                <c:pt idx="22741">
                  <c:v>6.4450799999999999</c:v>
                </c:pt>
                <c:pt idx="22742">
                  <c:v>6.4453800000000001</c:v>
                </c:pt>
                <c:pt idx="22743">
                  <c:v>6.4456899999999999</c:v>
                </c:pt>
                <c:pt idx="22744">
                  <c:v>6.4459900000000001</c:v>
                </c:pt>
                <c:pt idx="22745">
                  <c:v>6.4462999999999999</c:v>
                </c:pt>
                <c:pt idx="22746">
                  <c:v>6.4466000000000001</c:v>
                </c:pt>
                <c:pt idx="22747">
                  <c:v>6.4469099999999999</c:v>
                </c:pt>
                <c:pt idx="22748">
                  <c:v>6.4472100000000001</c:v>
                </c:pt>
                <c:pt idx="22749">
                  <c:v>6.4475199999999999</c:v>
                </c:pt>
                <c:pt idx="22750">
                  <c:v>6.4478299999999997</c:v>
                </c:pt>
                <c:pt idx="22751">
                  <c:v>6.4481299999999999</c:v>
                </c:pt>
                <c:pt idx="22752">
                  <c:v>6.4484399999999997</c:v>
                </c:pt>
                <c:pt idx="22753">
                  <c:v>6.4487399999999999</c:v>
                </c:pt>
                <c:pt idx="22754">
                  <c:v>6.4490499999999997</c:v>
                </c:pt>
                <c:pt idx="22755">
                  <c:v>6.4493499999999999</c:v>
                </c:pt>
                <c:pt idx="22756">
                  <c:v>6.4496599999999997</c:v>
                </c:pt>
                <c:pt idx="22757">
                  <c:v>6.4499599999999999</c:v>
                </c:pt>
                <c:pt idx="22758">
                  <c:v>6.4502699999999997</c:v>
                </c:pt>
                <c:pt idx="22759">
                  <c:v>6.4505699999999999</c:v>
                </c:pt>
                <c:pt idx="22760">
                  <c:v>6.4508799999999997</c:v>
                </c:pt>
                <c:pt idx="22761">
                  <c:v>6.4511799999999999</c:v>
                </c:pt>
                <c:pt idx="22762">
                  <c:v>6.4514899999999997</c:v>
                </c:pt>
                <c:pt idx="22763">
                  <c:v>6.4518000000000004</c:v>
                </c:pt>
                <c:pt idx="22764">
                  <c:v>6.4520999999999997</c:v>
                </c:pt>
                <c:pt idx="22765">
                  <c:v>6.4524100000000004</c:v>
                </c:pt>
                <c:pt idx="22766">
                  <c:v>6.4527099999999997</c:v>
                </c:pt>
                <c:pt idx="22767">
                  <c:v>6.4530200000000004</c:v>
                </c:pt>
                <c:pt idx="22768">
                  <c:v>6.4533199999999997</c:v>
                </c:pt>
                <c:pt idx="22769">
                  <c:v>6.4536300000000004</c:v>
                </c:pt>
                <c:pt idx="22770">
                  <c:v>6.4539299999999997</c:v>
                </c:pt>
                <c:pt idx="22771">
                  <c:v>6.4542400000000004</c:v>
                </c:pt>
                <c:pt idx="22772">
                  <c:v>6.4545399999999997</c:v>
                </c:pt>
                <c:pt idx="22773">
                  <c:v>6.4548500000000004</c:v>
                </c:pt>
                <c:pt idx="22774">
                  <c:v>6.4551499999999997</c:v>
                </c:pt>
                <c:pt idx="22775">
                  <c:v>6.4554600000000004</c:v>
                </c:pt>
                <c:pt idx="22776">
                  <c:v>6.4557700000000002</c:v>
                </c:pt>
                <c:pt idx="22777">
                  <c:v>6.4560700000000004</c:v>
                </c:pt>
                <c:pt idx="22778">
                  <c:v>6.4563800000000002</c:v>
                </c:pt>
                <c:pt idx="22779">
                  <c:v>6.4566800000000004</c:v>
                </c:pt>
                <c:pt idx="22780">
                  <c:v>6.4569900000000002</c:v>
                </c:pt>
                <c:pt idx="22781">
                  <c:v>6.4572900000000004</c:v>
                </c:pt>
                <c:pt idx="22782">
                  <c:v>6.4576000000000002</c:v>
                </c:pt>
                <c:pt idx="22783">
                  <c:v>6.4579000000000004</c:v>
                </c:pt>
                <c:pt idx="22784">
                  <c:v>6.4582100000000002</c:v>
                </c:pt>
                <c:pt idx="22785">
                  <c:v>6.4585100000000004</c:v>
                </c:pt>
                <c:pt idx="22786">
                  <c:v>6.4588200000000002</c:v>
                </c:pt>
                <c:pt idx="22787">
                  <c:v>6.45913</c:v>
                </c:pt>
                <c:pt idx="22788">
                  <c:v>6.4594300000000002</c:v>
                </c:pt>
                <c:pt idx="22789">
                  <c:v>6.45974</c:v>
                </c:pt>
                <c:pt idx="22790">
                  <c:v>6.4600400000000002</c:v>
                </c:pt>
                <c:pt idx="22791">
                  <c:v>6.46035</c:v>
                </c:pt>
                <c:pt idx="22792">
                  <c:v>6.4606500000000002</c:v>
                </c:pt>
                <c:pt idx="22793">
                  <c:v>6.46096</c:v>
                </c:pt>
                <c:pt idx="22794">
                  <c:v>6.4612600000000002</c:v>
                </c:pt>
                <c:pt idx="22795">
                  <c:v>6.46157</c:v>
                </c:pt>
                <c:pt idx="22796">
                  <c:v>6.4618700000000002</c:v>
                </c:pt>
                <c:pt idx="22797">
                  <c:v>6.46218</c:v>
                </c:pt>
                <c:pt idx="22798">
                  <c:v>6.4624800000000002</c:v>
                </c:pt>
                <c:pt idx="22799">
                  <c:v>6.46279</c:v>
                </c:pt>
                <c:pt idx="22800">
                  <c:v>6.4630999999999998</c:v>
                </c:pt>
                <c:pt idx="22801">
                  <c:v>6.4634</c:v>
                </c:pt>
                <c:pt idx="22802">
                  <c:v>6.4637099999999998</c:v>
                </c:pt>
                <c:pt idx="22803">
                  <c:v>6.46401</c:v>
                </c:pt>
                <c:pt idx="22804">
                  <c:v>6.4643199999999998</c:v>
                </c:pt>
                <c:pt idx="22805">
                  <c:v>6.46462</c:v>
                </c:pt>
                <c:pt idx="22806">
                  <c:v>6.4649299999999998</c:v>
                </c:pt>
                <c:pt idx="22807">
                  <c:v>6.46523</c:v>
                </c:pt>
                <c:pt idx="22808">
                  <c:v>6.4655399999999998</c:v>
                </c:pt>
                <c:pt idx="22809">
                  <c:v>6.46584</c:v>
                </c:pt>
                <c:pt idx="22810">
                  <c:v>6.4661499999999998</c:v>
                </c:pt>
                <c:pt idx="22811">
                  <c:v>6.46645</c:v>
                </c:pt>
                <c:pt idx="22812">
                  <c:v>6.4667599999999998</c:v>
                </c:pt>
                <c:pt idx="22813">
                  <c:v>6.4670699999999997</c:v>
                </c:pt>
                <c:pt idx="22814">
                  <c:v>6.4673699999999998</c:v>
                </c:pt>
                <c:pt idx="22815">
                  <c:v>6.4676799999999997</c:v>
                </c:pt>
                <c:pt idx="22816">
                  <c:v>6.4679799999999998</c:v>
                </c:pt>
                <c:pt idx="22817">
                  <c:v>6.4682899999999997</c:v>
                </c:pt>
                <c:pt idx="22818">
                  <c:v>6.4685899999999998</c:v>
                </c:pt>
                <c:pt idx="22819">
                  <c:v>6.4688999999999997</c:v>
                </c:pt>
                <c:pt idx="22820">
                  <c:v>6.4691999999999998</c:v>
                </c:pt>
                <c:pt idx="22821">
                  <c:v>6.4695099999999996</c:v>
                </c:pt>
                <c:pt idx="22822">
                  <c:v>6.4698099999999998</c:v>
                </c:pt>
                <c:pt idx="22823">
                  <c:v>6.4701199999999996</c:v>
                </c:pt>
                <c:pt idx="22824">
                  <c:v>6.4704199999999998</c:v>
                </c:pt>
                <c:pt idx="22825">
                  <c:v>6.4707299999999996</c:v>
                </c:pt>
                <c:pt idx="22826">
                  <c:v>6.4710400000000003</c:v>
                </c:pt>
                <c:pt idx="22827">
                  <c:v>6.4713399999999996</c:v>
                </c:pt>
                <c:pt idx="22828">
                  <c:v>6.4716500000000003</c:v>
                </c:pt>
                <c:pt idx="22829">
                  <c:v>6.4719499999999996</c:v>
                </c:pt>
                <c:pt idx="22830">
                  <c:v>6.4722600000000003</c:v>
                </c:pt>
                <c:pt idx="22831">
                  <c:v>6.4725599999999996</c:v>
                </c:pt>
                <c:pt idx="22832">
                  <c:v>6.4728700000000003</c:v>
                </c:pt>
                <c:pt idx="22833">
                  <c:v>6.4731699999999996</c:v>
                </c:pt>
                <c:pt idx="22834">
                  <c:v>6.4734800000000003</c:v>
                </c:pt>
                <c:pt idx="22835">
                  <c:v>6.4737799999999996</c:v>
                </c:pt>
                <c:pt idx="22836">
                  <c:v>6.4740900000000003</c:v>
                </c:pt>
                <c:pt idx="22837">
                  <c:v>6.4743899999999996</c:v>
                </c:pt>
                <c:pt idx="22838">
                  <c:v>6.4747000000000003</c:v>
                </c:pt>
                <c:pt idx="22839">
                  <c:v>6.4750100000000002</c:v>
                </c:pt>
                <c:pt idx="22840">
                  <c:v>6.4753100000000003</c:v>
                </c:pt>
                <c:pt idx="22841">
                  <c:v>6.4756200000000002</c:v>
                </c:pt>
                <c:pt idx="22842">
                  <c:v>6.4759200000000003</c:v>
                </c:pt>
                <c:pt idx="22843">
                  <c:v>6.4762300000000002</c:v>
                </c:pt>
                <c:pt idx="22844">
                  <c:v>6.4765300000000003</c:v>
                </c:pt>
                <c:pt idx="22845">
                  <c:v>6.4768400000000002</c:v>
                </c:pt>
                <c:pt idx="22846">
                  <c:v>6.4771400000000003</c:v>
                </c:pt>
                <c:pt idx="22847">
                  <c:v>6.4774500000000002</c:v>
                </c:pt>
                <c:pt idx="22848">
                  <c:v>6.4777500000000003</c:v>
                </c:pt>
                <c:pt idx="22849">
                  <c:v>6.4780600000000002</c:v>
                </c:pt>
                <c:pt idx="22850">
                  <c:v>6.47837</c:v>
                </c:pt>
                <c:pt idx="22851">
                  <c:v>6.4786700000000002</c:v>
                </c:pt>
                <c:pt idx="22852">
                  <c:v>6.47898</c:v>
                </c:pt>
                <c:pt idx="22853">
                  <c:v>6.4792800000000002</c:v>
                </c:pt>
                <c:pt idx="22854">
                  <c:v>6.47959</c:v>
                </c:pt>
                <c:pt idx="22855">
                  <c:v>6.4798900000000001</c:v>
                </c:pt>
                <c:pt idx="22856">
                  <c:v>6.4802</c:v>
                </c:pt>
                <c:pt idx="22857">
                  <c:v>6.4805000000000001</c:v>
                </c:pt>
                <c:pt idx="22858">
                  <c:v>6.48081</c:v>
                </c:pt>
                <c:pt idx="22859">
                  <c:v>6.4811100000000001</c:v>
                </c:pt>
                <c:pt idx="22860">
                  <c:v>6.48142</c:v>
                </c:pt>
                <c:pt idx="22861">
                  <c:v>6.4817200000000001</c:v>
                </c:pt>
                <c:pt idx="22862">
                  <c:v>6.48203</c:v>
                </c:pt>
                <c:pt idx="22863">
                  <c:v>6.4823399999999998</c:v>
                </c:pt>
                <c:pt idx="22864">
                  <c:v>6.48264</c:v>
                </c:pt>
                <c:pt idx="22865">
                  <c:v>6.4829499999999998</c:v>
                </c:pt>
                <c:pt idx="22866">
                  <c:v>6.48325</c:v>
                </c:pt>
                <c:pt idx="22867">
                  <c:v>6.4835599999999998</c:v>
                </c:pt>
                <c:pt idx="22868">
                  <c:v>6.48386</c:v>
                </c:pt>
                <c:pt idx="22869">
                  <c:v>6.4841699999999998</c:v>
                </c:pt>
                <c:pt idx="22870">
                  <c:v>6.48447</c:v>
                </c:pt>
                <c:pt idx="22871">
                  <c:v>6.4847799999999998</c:v>
                </c:pt>
                <c:pt idx="22872">
                  <c:v>6.48508</c:v>
                </c:pt>
                <c:pt idx="22873">
                  <c:v>6.4853899999999998</c:v>
                </c:pt>
                <c:pt idx="22874">
                  <c:v>6.48569</c:v>
                </c:pt>
                <c:pt idx="22875">
                  <c:v>6.4859999999999998</c:v>
                </c:pt>
                <c:pt idx="22876">
                  <c:v>6.4863099999999996</c:v>
                </c:pt>
                <c:pt idx="22877">
                  <c:v>6.4866099999999998</c:v>
                </c:pt>
                <c:pt idx="22878">
                  <c:v>6.4869199999999996</c:v>
                </c:pt>
                <c:pt idx="22879">
                  <c:v>6.4872199999999998</c:v>
                </c:pt>
                <c:pt idx="22880">
                  <c:v>6.4875299999999996</c:v>
                </c:pt>
                <c:pt idx="22881">
                  <c:v>6.4878299999999998</c:v>
                </c:pt>
                <c:pt idx="22882">
                  <c:v>6.4881399999999996</c:v>
                </c:pt>
                <c:pt idx="22883">
                  <c:v>6.4884399999999998</c:v>
                </c:pt>
                <c:pt idx="22884">
                  <c:v>6.4887499999999996</c:v>
                </c:pt>
                <c:pt idx="22885">
                  <c:v>6.4890499999999998</c:v>
                </c:pt>
                <c:pt idx="22886">
                  <c:v>6.4893599999999996</c:v>
                </c:pt>
                <c:pt idx="22887">
                  <c:v>6.4896599999999998</c:v>
                </c:pt>
                <c:pt idx="22888">
                  <c:v>6.4899699999999996</c:v>
                </c:pt>
                <c:pt idx="22889">
                  <c:v>6.4902800000000003</c:v>
                </c:pt>
                <c:pt idx="22890">
                  <c:v>6.4905799999999996</c:v>
                </c:pt>
                <c:pt idx="22891">
                  <c:v>6.4908900000000003</c:v>
                </c:pt>
                <c:pt idx="22892">
                  <c:v>6.4911899999999996</c:v>
                </c:pt>
                <c:pt idx="22893">
                  <c:v>6.4915000000000003</c:v>
                </c:pt>
                <c:pt idx="22894">
                  <c:v>6.4917999999999996</c:v>
                </c:pt>
                <c:pt idx="22895">
                  <c:v>6.4921100000000003</c:v>
                </c:pt>
                <c:pt idx="22896">
                  <c:v>6.4924099999999996</c:v>
                </c:pt>
                <c:pt idx="22897">
                  <c:v>6.4927200000000003</c:v>
                </c:pt>
                <c:pt idx="22898">
                  <c:v>6.4930199999999996</c:v>
                </c:pt>
                <c:pt idx="22899">
                  <c:v>6.4933300000000003</c:v>
                </c:pt>
                <c:pt idx="22900">
                  <c:v>6.4936400000000001</c:v>
                </c:pt>
                <c:pt idx="22901">
                  <c:v>6.4939400000000003</c:v>
                </c:pt>
                <c:pt idx="22902">
                  <c:v>6.4942500000000001</c:v>
                </c:pt>
                <c:pt idx="22903">
                  <c:v>6.4945500000000003</c:v>
                </c:pt>
                <c:pt idx="22904">
                  <c:v>6.4948600000000001</c:v>
                </c:pt>
                <c:pt idx="22905">
                  <c:v>6.4951600000000003</c:v>
                </c:pt>
                <c:pt idx="22906">
                  <c:v>6.4954700000000001</c:v>
                </c:pt>
                <c:pt idx="22907">
                  <c:v>6.4957700000000003</c:v>
                </c:pt>
                <c:pt idx="22908">
                  <c:v>6.4960800000000001</c:v>
                </c:pt>
                <c:pt idx="22909">
                  <c:v>6.4963800000000003</c:v>
                </c:pt>
                <c:pt idx="22910">
                  <c:v>6.4966900000000001</c:v>
                </c:pt>
                <c:pt idx="22911">
                  <c:v>6.4969900000000003</c:v>
                </c:pt>
                <c:pt idx="22912">
                  <c:v>6.4973000000000001</c:v>
                </c:pt>
                <c:pt idx="22913">
                  <c:v>6.4976099999999999</c:v>
                </c:pt>
                <c:pt idx="22914">
                  <c:v>6.4979100000000001</c:v>
                </c:pt>
                <c:pt idx="22915">
                  <c:v>6.4982199999999999</c:v>
                </c:pt>
                <c:pt idx="22916">
                  <c:v>6.4985200000000001</c:v>
                </c:pt>
                <c:pt idx="22917">
                  <c:v>6.4988299999999999</c:v>
                </c:pt>
                <c:pt idx="22918">
                  <c:v>6.4991300000000001</c:v>
                </c:pt>
                <c:pt idx="22919">
                  <c:v>6.4994399999999999</c:v>
                </c:pt>
                <c:pt idx="22920">
                  <c:v>6.4997400000000001</c:v>
                </c:pt>
                <c:pt idx="22921">
                  <c:v>6.5000499999999999</c:v>
                </c:pt>
                <c:pt idx="22922">
                  <c:v>6.5003500000000001</c:v>
                </c:pt>
                <c:pt idx="22923">
                  <c:v>6.5006599999999999</c:v>
                </c:pt>
                <c:pt idx="22924">
                  <c:v>6.5009600000000001</c:v>
                </c:pt>
                <c:pt idx="22925">
                  <c:v>6.5012699999999999</c:v>
                </c:pt>
                <c:pt idx="22926">
                  <c:v>6.5015799999999997</c:v>
                </c:pt>
                <c:pt idx="22927">
                  <c:v>6.5018799999999999</c:v>
                </c:pt>
                <c:pt idx="22928">
                  <c:v>6.5021899999999997</c:v>
                </c:pt>
                <c:pt idx="22929">
                  <c:v>6.5024899999999999</c:v>
                </c:pt>
                <c:pt idx="22930">
                  <c:v>6.5027999999999997</c:v>
                </c:pt>
                <c:pt idx="22931">
                  <c:v>6.5030999999999999</c:v>
                </c:pt>
                <c:pt idx="22932">
                  <c:v>6.5034099999999997</c:v>
                </c:pt>
                <c:pt idx="22933">
                  <c:v>6.5037099999999999</c:v>
                </c:pt>
                <c:pt idx="22934">
                  <c:v>6.5040199999999997</c:v>
                </c:pt>
                <c:pt idx="22935">
                  <c:v>6.5043199999999999</c:v>
                </c:pt>
                <c:pt idx="22936">
                  <c:v>6.5046299999999997</c:v>
                </c:pt>
                <c:pt idx="22937">
                  <c:v>6.5049299999999999</c:v>
                </c:pt>
                <c:pt idx="22938">
                  <c:v>6.5052399999999997</c:v>
                </c:pt>
                <c:pt idx="22939">
                  <c:v>6.5055500000000004</c:v>
                </c:pt>
                <c:pt idx="22940">
                  <c:v>6.5058499999999997</c:v>
                </c:pt>
                <c:pt idx="22941">
                  <c:v>6.5061600000000004</c:v>
                </c:pt>
                <c:pt idx="22942">
                  <c:v>6.5064599999999997</c:v>
                </c:pt>
                <c:pt idx="22943">
                  <c:v>6.5067700000000004</c:v>
                </c:pt>
                <c:pt idx="22944">
                  <c:v>6.5070699999999997</c:v>
                </c:pt>
                <c:pt idx="22945">
                  <c:v>6.5073800000000004</c:v>
                </c:pt>
                <c:pt idx="22946">
                  <c:v>6.5076799999999997</c:v>
                </c:pt>
                <c:pt idx="22947">
                  <c:v>6.5079900000000004</c:v>
                </c:pt>
                <c:pt idx="22948">
                  <c:v>6.5082899999999997</c:v>
                </c:pt>
                <c:pt idx="22949">
                  <c:v>6.5086000000000004</c:v>
                </c:pt>
                <c:pt idx="22950">
                  <c:v>6.5088999999999997</c:v>
                </c:pt>
                <c:pt idx="22951">
                  <c:v>6.5092100000000004</c:v>
                </c:pt>
                <c:pt idx="22952">
                  <c:v>6.5095200000000002</c:v>
                </c:pt>
                <c:pt idx="22953">
                  <c:v>6.5098200000000004</c:v>
                </c:pt>
                <c:pt idx="22954">
                  <c:v>6.5101300000000002</c:v>
                </c:pt>
                <c:pt idx="22955">
                  <c:v>6.5104300000000004</c:v>
                </c:pt>
                <c:pt idx="22956">
                  <c:v>6.5107400000000002</c:v>
                </c:pt>
                <c:pt idx="22957">
                  <c:v>6.5110400000000004</c:v>
                </c:pt>
                <c:pt idx="22958">
                  <c:v>6.5113500000000002</c:v>
                </c:pt>
                <c:pt idx="22959">
                  <c:v>6.5116500000000004</c:v>
                </c:pt>
                <c:pt idx="22960">
                  <c:v>6.5119600000000002</c:v>
                </c:pt>
                <c:pt idx="22961">
                  <c:v>6.5122600000000004</c:v>
                </c:pt>
                <c:pt idx="22962">
                  <c:v>6.5125700000000002</c:v>
                </c:pt>
                <c:pt idx="22963">
                  <c:v>6.51288</c:v>
                </c:pt>
                <c:pt idx="22964">
                  <c:v>6.5131800000000002</c:v>
                </c:pt>
                <c:pt idx="22965">
                  <c:v>6.51349</c:v>
                </c:pt>
                <c:pt idx="22966">
                  <c:v>6.5137900000000002</c:v>
                </c:pt>
                <c:pt idx="22967">
                  <c:v>6.5141</c:v>
                </c:pt>
                <c:pt idx="22968">
                  <c:v>6.5144000000000002</c:v>
                </c:pt>
                <c:pt idx="22969">
                  <c:v>6.51471</c:v>
                </c:pt>
                <c:pt idx="22970">
                  <c:v>6.5150100000000002</c:v>
                </c:pt>
                <c:pt idx="22971">
                  <c:v>6.51532</c:v>
                </c:pt>
                <c:pt idx="22972">
                  <c:v>6.5156200000000002</c:v>
                </c:pt>
                <c:pt idx="22973">
                  <c:v>6.51593</c:v>
                </c:pt>
                <c:pt idx="22974">
                  <c:v>6.5162300000000002</c:v>
                </c:pt>
                <c:pt idx="22975">
                  <c:v>6.51654</c:v>
                </c:pt>
                <c:pt idx="22976">
                  <c:v>6.5168499999999998</c:v>
                </c:pt>
                <c:pt idx="22977">
                  <c:v>6.51715</c:v>
                </c:pt>
                <c:pt idx="22978">
                  <c:v>6.5174599999999998</c:v>
                </c:pt>
                <c:pt idx="22979">
                  <c:v>6.51776</c:v>
                </c:pt>
                <c:pt idx="22980">
                  <c:v>6.5180699999999998</c:v>
                </c:pt>
                <c:pt idx="22981">
                  <c:v>6.51837</c:v>
                </c:pt>
                <c:pt idx="22982">
                  <c:v>6.5186799999999998</c:v>
                </c:pt>
                <c:pt idx="22983">
                  <c:v>6.51898</c:v>
                </c:pt>
                <c:pt idx="22984">
                  <c:v>6.5192899999999998</c:v>
                </c:pt>
                <c:pt idx="22985">
                  <c:v>6.51959</c:v>
                </c:pt>
                <c:pt idx="22986">
                  <c:v>6.5198999999999998</c:v>
                </c:pt>
                <c:pt idx="22987">
                  <c:v>6.5202</c:v>
                </c:pt>
                <c:pt idx="22988">
                  <c:v>6.5205099999999998</c:v>
                </c:pt>
                <c:pt idx="22989">
                  <c:v>6.5208199999999996</c:v>
                </c:pt>
                <c:pt idx="22990">
                  <c:v>6.5211199999999998</c:v>
                </c:pt>
                <c:pt idx="22991">
                  <c:v>6.5214299999999996</c:v>
                </c:pt>
                <c:pt idx="22992">
                  <c:v>6.5217299999999998</c:v>
                </c:pt>
                <c:pt idx="22993">
                  <c:v>6.5220399999999996</c:v>
                </c:pt>
                <c:pt idx="22994">
                  <c:v>6.5223399999999998</c:v>
                </c:pt>
                <c:pt idx="22995">
                  <c:v>6.5226499999999996</c:v>
                </c:pt>
                <c:pt idx="22996">
                  <c:v>6.5229499999999998</c:v>
                </c:pt>
                <c:pt idx="22997">
                  <c:v>6.5232599999999996</c:v>
                </c:pt>
                <c:pt idx="22998">
                  <c:v>6.5235599999999998</c:v>
                </c:pt>
                <c:pt idx="22999">
                  <c:v>6.5238699999999996</c:v>
                </c:pt>
                <c:pt idx="23000">
                  <c:v>6.5241699999999998</c:v>
                </c:pt>
                <c:pt idx="23001">
                  <c:v>6.5244799999999996</c:v>
                </c:pt>
                <c:pt idx="23002">
                  <c:v>6.5247900000000003</c:v>
                </c:pt>
                <c:pt idx="23003">
                  <c:v>6.5250899999999996</c:v>
                </c:pt>
                <c:pt idx="23004">
                  <c:v>6.5254000000000003</c:v>
                </c:pt>
                <c:pt idx="23005">
                  <c:v>6.5256999999999996</c:v>
                </c:pt>
                <c:pt idx="23006">
                  <c:v>6.5260100000000003</c:v>
                </c:pt>
                <c:pt idx="23007">
                  <c:v>6.5263099999999996</c:v>
                </c:pt>
                <c:pt idx="23008">
                  <c:v>6.5266200000000003</c:v>
                </c:pt>
                <c:pt idx="23009">
                  <c:v>6.5269199999999996</c:v>
                </c:pt>
                <c:pt idx="23010">
                  <c:v>6.5272300000000003</c:v>
                </c:pt>
                <c:pt idx="23011">
                  <c:v>6.5275299999999996</c:v>
                </c:pt>
                <c:pt idx="23012">
                  <c:v>6.5278400000000003</c:v>
                </c:pt>
                <c:pt idx="23013">
                  <c:v>6.5281399999999996</c:v>
                </c:pt>
                <c:pt idx="23014">
                  <c:v>6.5284500000000003</c:v>
                </c:pt>
                <c:pt idx="23015">
                  <c:v>6.5287600000000001</c:v>
                </c:pt>
                <c:pt idx="23016">
                  <c:v>6.5290600000000003</c:v>
                </c:pt>
                <c:pt idx="23017">
                  <c:v>6.5293700000000001</c:v>
                </c:pt>
                <c:pt idx="23018">
                  <c:v>6.5296700000000003</c:v>
                </c:pt>
                <c:pt idx="23019">
                  <c:v>6.5299800000000001</c:v>
                </c:pt>
                <c:pt idx="23020">
                  <c:v>6.5302800000000003</c:v>
                </c:pt>
                <c:pt idx="23021">
                  <c:v>6.5305900000000001</c:v>
                </c:pt>
                <c:pt idx="23022">
                  <c:v>6.5308900000000003</c:v>
                </c:pt>
                <c:pt idx="23023">
                  <c:v>6.5312000000000001</c:v>
                </c:pt>
                <c:pt idx="23024">
                  <c:v>6.5315000000000003</c:v>
                </c:pt>
                <c:pt idx="23025">
                  <c:v>6.5318100000000001</c:v>
                </c:pt>
                <c:pt idx="23026">
                  <c:v>6.5321199999999999</c:v>
                </c:pt>
                <c:pt idx="23027">
                  <c:v>6.5324200000000001</c:v>
                </c:pt>
                <c:pt idx="23028">
                  <c:v>6.5327299999999999</c:v>
                </c:pt>
                <c:pt idx="23029">
                  <c:v>6.5330300000000001</c:v>
                </c:pt>
                <c:pt idx="23030">
                  <c:v>6.5333399999999999</c:v>
                </c:pt>
                <c:pt idx="23031">
                  <c:v>6.5336400000000001</c:v>
                </c:pt>
                <c:pt idx="23032">
                  <c:v>6.5339499999999999</c:v>
                </c:pt>
                <c:pt idx="23033">
                  <c:v>6.5342500000000001</c:v>
                </c:pt>
                <c:pt idx="23034">
                  <c:v>6.5345599999999999</c:v>
                </c:pt>
                <c:pt idx="23035">
                  <c:v>6.5348600000000001</c:v>
                </c:pt>
                <c:pt idx="23036">
                  <c:v>6.5351699999999999</c:v>
                </c:pt>
                <c:pt idx="23037">
                  <c:v>6.5354700000000001</c:v>
                </c:pt>
                <c:pt idx="23038">
                  <c:v>6.5357799999999999</c:v>
                </c:pt>
                <c:pt idx="23039">
                  <c:v>6.5360899999999997</c:v>
                </c:pt>
                <c:pt idx="23040">
                  <c:v>6.5363899999999999</c:v>
                </c:pt>
                <c:pt idx="23041">
                  <c:v>6.5366999999999997</c:v>
                </c:pt>
                <c:pt idx="23042">
                  <c:v>6.5369999999999999</c:v>
                </c:pt>
                <c:pt idx="23043">
                  <c:v>6.5373099999999997</c:v>
                </c:pt>
                <c:pt idx="23044">
                  <c:v>6.5376099999999999</c:v>
                </c:pt>
                <c:pt idx="23045">
                  <c:v>6.5379199999999997</c:v>
                </c:pt>
                <c:pt idx="23046">
                  <c:v>6.5382199999999999</c:v>
                </c:pt>
                <c:pt idx="23047">
                  <c:v>6.5385299999999997</c:v>
                </c:pt>
                <c:pt idx="23048">
                  <c:v>6.5388299999999999</c:v>
                </c:pt>
                <c:pt idx="23049">
                  <c:v>6.5391399999999997</c:v>
                </c:pt>
                <c:pt idx="23050">
                  <c:v>6.5394399999999999</c:v>
                </c:pt>
                <c:pt idx="23051">
                  <c:v>6.5397499999999997</c:v>
                </c:pt>
                <c:pt idx="23052">
                  <c:v>6.5400600000000004</c:v>
                </c:pt>
                <c:pt idx="23053">
                  <c:v>6.5403599999999997</c:v>
                </c:pt>
                <c:pt idx="23054">
                  <c:v>6.5406700000000004</c:v>
                </c:pt>
                <c:pt idx="23055">
                  <c:v>6.5409699999999997</c:v>
                </c:pt>
                <c:pt idx="23056">
                  <c:v>6.5412800000000004</c:v>
                </c:pt>
                <c:pt idx="23057">
                  <c:v>6.5415799999999997</c:v>
                </c:pt>
                <c:pt idx="23058">
                  <c:v>6.5418900000000004</c:v>
                </c:pt>
                <c:pt idx="23059">
                  <c:v>6.5421899999999997</c:v>
                </c:pt>
                <c:pt idx="23060">
                  <c:v>6.5425000000000004</c:v>
                </c:pt>
                <c:pt idx="23061">
                  <c:v>6.5427999999999997</c:v>
                </c:pt>
                <c:pt idx="23062">
                  <c:v>6.5431100000000004</c:v>
                </c:pt>
                <c:pt idx="23063">
                  <c:v>6.5434099999999997</c:v>
                </c:pt>
                <c:pt idx="23064">
                  <c:v>6.5437200000000004</c:v>
                </c:pt>
                <c:pt idx="23065">
                  <c:v>6.5440300000000002</c:v>
                </c:pt>
                <c:pt idx="23066">
                  <c:v>6.5443300000000004</c:v>
                </c:pt>
                <c:pt idx="23067">
                  <c:v>6.5446400000000002</c:v>
                </c:pt>
                <c:pt idx="23068">
                  <c:v>6.5449400000000004</c:v>
                </c:pt>
                <c:pt idx="23069">
                  <c:v>6.5452500000000002</c:v>
                </c:pt>
                <c:pt idx="23070">
                  <c:v>6.5455500000000004</c:v>
                </c:pt>
                <c:pt idx="23071">
                  <c:v>6.5458600000000002</c:v>
                </c:pt>
                <c:pt idx="23072">
                  <c:v>6.5461600000000004</c:v>
                </c:pt>
                <c:pt idx="23073">
                  <c:v>6.5464700000000002</c:v>
                </c:pt>
                <c:pt idx="23074">
                  <c:v>6.5467700000000004</c:v>
                </c:pt>
                <c:pt idx="23075">
                  <c:v>6.5470800000000002</c:v>
                </c:pt>
                <c:pt idx="23076">
                  <c:v>6.54739</c:v>
                </c:pt>
                <c:pt idx="23077">
                  <c:v>6.5476900000000002</c:v>
                </c:pt>
                <c:pt idx="23078">
                  <c:v>6.548</c:v>
                </c:pt>
                <c:pt idx="23079">
                  <c:v>6.5483000000000002</c:v>
                </c:pt>
                <c:pt idx="23080">
                  <c:v>6.54861</c:v>
                </c:pt>
                <c:pt idx="23081">
                  <c:v>6.5489100000000002</c:v>
                </c:pt>
                <c:pt idx="23082">
                  <c:v>6.54922</c:v>
                </c:pt>
                <c:pt idx="23083">
                  <c:v>6.5495200000000002</c:v>
                </c:pt>
                <c:pt idx="23084">
                  <c:v>6.54983</c:v>
                </c:pt>
                <c:pt idx="23085">
                  <c:v>6.5501300000000002</c:v>
                </c:pt>
                <c:pt idx="23086">
                  <c:v>6.55044</c:v>
                </c:pt>
                <c:pt idx="23087">
                  <c:v>6.5507400000000002</c:v>
                </c:pt>
                <c:pt idx="23088">
                  <c:v>6.55105</c:v>
                </c:pt>
                <c:pt idx="23089">
                  <c:v>6.5513599999999999</c:v>
                </c:pt>
                <c:pt idx="23090">
                  <c:v>6.55166</c:v>
                </c:pt>
                <c:pt idx="23091">
                  <c:v>6.5519699999999998</c:v>
                </c:pt>
                <c:pt idx="23092">
                  <c:v>6.55227</c:v>
                </c:pt>
                <c:pt idx="23093">
                  <c:v>6.5525799999999998</c:v>
                </c:pt>
                <c:pt idx="23094">
                  <c:v>6.55288</c:v>
                </c:pt>
                <c:pt idx="23095">
                  <c:v>6.5531899999999998</c:v>
                </c:pt>
                <c:pt idx="23096">
                  <c:v>6.55349</c:v>
                </c:pt>
                <c:pt idx="23097">
                  <c:v>6.5537999999999998</c:v>
                </c:pt>
                <c:pt idx="23098">
                  <c:v>6.5541</c:v>
                </c:pt>
                <c:pt idx="23099">
                  <c:v>6.5544099999999998</c:v>
                </c:pt>
                <c:pt idx="23100">
                  <c:v>6.55471</c:v>
                </c:pt>
                <c:pt idx="23101">
                  <c:v>6.5550199999999998</c:v>
                </c:pt>
                <c:pt idx="23102">
                  <c:v>6.5553299999999997</c:v>
                </c:pt>
                <c:pt idx="23103">
                  <c:v>6.5556299999999998</c:v>
                </c:pt>
                <c:pt idx="23104">
                  <c:v>6.5559399999999997</c:v>
                </c:pt>
                <c:pt idx="23105">
                  <c:v>6.5562399999999998</c:v>
                </c:pt>
                <c:pt idx="23106">
                  <c:v>6.5565499999999997</c:v>
                </c:pt>
                <c:pt idx="23107">
                  <c:v>6.5568499999999998</c:v>
                </c:pt>
                <c:pt idx="23108">
                  <c:v>6.5571599999999997</c:v>
                </c:pt>
                <c:pt idx="23109">
                  <c:v>6.5574599999999998</c:v>
                </c:pt>
                <c:pt idx="23110">
                  <c:v>6.5577699999999997</c:v>
                </c:pt>
                <c:pt idx="23111">
                  <c:v>6.5580699999999998</c:v>
                </c:pt>
                <c:pt idx="23112">
                  <c:v>6.5583799999999997</c:v>
                </c:pt>
                <c:pt idx="23113">
                  <c:v>6.5586799999999998</c:v>
                </c:pt>
                <c:pt idx="23114">
                  <c:v>6.5589899999999997</c:v>
                </c:pt>
                <c:pt idx="23115">
                  <c:v>6.5593000000000004</c:v>
                </c:pt>
                <c:pt idx="23116">
                  <c:v>6.5595999999999997</c:v>
                </c:pt>
                <c:pt idx="23117">
                  <c:v>6.5599100000000004</c:v>
                </c:pt>
                <c:pt idx="23118">
                  <c:v>6.5602099999999997</c:v>
                </c:pt>
                <c:pt idx="23119">
                  <c:v>6.5605200000000004</c:v>
                </c:pt>
                <c:pt idx="23120">
                  <c:v>6.5608199999999997</c:v>
                </c:pt>
                <c:pt idx="23121">
                  <c:v>6.5611300000000004</c:v>
                </c:pt>
                <c:pt idx="23122">
                  <c:v>6.5614299999999997</c:v>
                </c:pt>
                <c:pt idx="23123">
                  <c:v>6.5617400000000004</c:v>
                </c:pt>
                <c:pt idx="23124">
                  <c:v>6.5620399999999997</c:v>
                </c:pt>
                <c:pt idx="23125">
                  <c:v>6.5623500000000003</c:v>
                </c:pt>
                <c:pt idx="23126">
                  <c:v>6.5626499999999997</c:v>
                </c:pt>
                <c:pt idx="23127">
                  <c:v>6.5629600000000003</c:v>
                </c:pt>
                <c:pt idx="23128">
                  <c:v>6.5632700000000002</c:v>
                </c:pt>
                <c:pt idx="23129">
                  <c:v>6.5635700000000003</c:v>
                </c:pt>
                <c:pt idx="23130">
                  <c:v>6.5638800000000002</c:v>
                </c:pt>
                <c:pt idx="23131">
                  <c:v>6.5641800000000003</c:v>
                </c:pt>
                <c:pt idx="23132">
                  <c:v>6.5644900000000002</c:v>
                </c:pt>
                <c:pt idx="23133">
                  <c:v>6.5647900000000003</c:v>
                </c:pt>
                <c:pt idx="23134">
                  <c:v>6.5651000000000002</c:v>
                </c:pt>
                <c:pt idx="23135">
                  <c:v>6.5654000000000003</c:v>
                </c:pt>
                <c:pt idx="23136">
                  <c:v>6.5657100000000002</c:v>
                </c:pt>
                <c:pt idx="23137">
                  <c:v>6.5660100000000003</c:v>
                </c:pt>
                <c:pt idx="23138">
                  <c:v>6.5663200000000002</c:v>
                </c:pt>
                <c:pt idx="23139">
                  <c:v>6.56663</c:v>
                </c:pt>
                <c:pt idx="23140">
                  <c:v>6.5669300000000002</c:v>
                </c:pt>
                <c:pt idx="23141">
                  <c:v>6.56724</c:v>
                </c:pt>
                <c:pt idx="23142">
                  <c:v>6.5675400000000002</c:v>
                </c:pt>
                <c:pt idx="23143">
                  <c:v>6.56785</c:v>
                </c:pt>
                <c:pt idx="23144">
                  <c:v>6.5681500000000002</c:v>
                </c:pt>
                <c:pt idx="23145">
                  <c:v>6.56846</c:v>
                </c:pt>
                <c:pt idx="23146">
                  <c:v>6.5687600000000002</c:v>
                </c:pt>
                <c:pt idx="23147">
                  <c:v>6.56907</c:v>
                </c:pt>
                <c:pt idx="23148">
                  <c:v>6.5693700000000002</c:v>
                </c:pt>
                <c:pt idx="23149">
                  <c:v>6.56968</c:v>
                </c:pt>
                <c:pt idx="23150">
                  <c:v>6.5699800000000002</c:v>
                </c:pt>
                <c:pt idx="23151">
                  <c:v>6.57029</c:v>
                </c:pt>
                <c:pt idx="23152">
                  <c:v>6.5705999999999998</c:v>
                </c:pt>
                <c:pt idx="23153">
                  <c:v>6.5709</c:v>
                </c:pt>
                <c:pt idx="23154">
                  <c:v>6.5712099999999998</c:v>
                </c:pt>
                <c:pt idx="23155">
                  <c:v>6.57151</c:v>
                </c:pt>
                <c:pt idx="23156">
                  <c:v>6.5718199999999998</c:v>
                </c:pt>
                <c:pt idx="23157">
                  <c:v>6.57212</c:v>
                </c:pt>
                <c:pt idx="23158">
                  <c:v>6.5724299999999998</c:v>
                </c:pt>
                <c:pt idx="23159">
                  <c:v>6.57273</c:v>
                </c:pt>
                <c:pt idx="23160">
                  <c:v>6.5730399999999998</c:v>
                </c:pt>
                <c:pt idx="23161">
                  <c:v>6.57334</c:v>
                </c:pt>
                <c:pt idx="23162">
                  <c:v>6.5736499999999998</c:v>
                </c:pt>
                <c:pt idx="23163">
                  <c:v>6.57395</c:v>
                </c:pt>
                <c:pt idx="23164">
                  <c:v>6.5742599999999998</c:v>
                </c:pt>
                <c:pt idx="23165">
                  <c:v>6.5745699999999996</c:v>
                </c:pt>
                <c:pt idx="23166">
                  <c:v>6.5748699999999998</c:v>
                </c:pt>
                <c:pt idx="23167">
                  <c:v>6.5751799999999996</c:v>
                </c:pt>
                <c:pt idx="23168">
                  <c:v>6.5754799999999998</c:v>
                </c:pt>
                <c:pt idx="23169">
                  <c:v>6.5757899999999996</c:v>
                </c:pt>
                <c:pt idx="23170">
                  <c:v>6.5760899999999998</c:v>
                </c:pt>
                <c:pt idx="23171">
                  <c:v>6.5763999999999996</c:v>
                </c:pt>
                <c:pt idx="23172">
                  <c:v>6.5766999999999998</c:v>
                </c:pt>
                <c:pt idx="23173">
                  <c:v>6.5770099999999996</c:v>
                </c:pt>
                <c:pt idx="23174">
                  <c:v>6.5773099999999998</c:v>
                </c:pt>
                <c:pt idx="23175">
                  <c:v>6.5776199999999996</c:v>
                </c:pt>
                <c:pt idx="23176">
                  <c:v>6.5779199999999998</c:v>
                </c:pt>
                <c:pt idx="23177">
                  <c:v>6.5782299999999996</c:v>
                </c:pt>
                <c:pt idx="23178">
                  <c:v>6.5785400000000003</c:v>
                </c:pt>
                <c:pt idx="23179">
                  <c:v>6.5788399999999996</c:v>
                </c:pt>
                <c:pt idx="23180">
                  <c:v>6.5791500000000003</c:v>
                </c:pt>
                <c:pt idx="23181">
                  <c:v>6.5794499999999996</c:v>
                </c:pt>
                <c:pt idx="23182">
                  <c:v>6.5797600000000003</c:v>
                </c:pt>
                <c:pt idx="23183">
                  <c:v>6.5800599999999996</c:v>
                </c:pt>
                <c:pt idx="23184">
                  <c:v>6.5803700000000003</c:v>
                </c:pt>
                <c:pt idx="23185">
                  <c:v>6.5806699999999996</c:v>
                </c:pt>
                <c:pt idx="23186">
                  <c:v>6.5809800000000003</c:v>
                </c:pt>
                <c:pt idx="23187">
                  <c:v>6.5812799999999996</c:v>
                </c:pt>
                <c:pt idx="23188">
                  <c:v>6.5815900000000003</c:v>
                </c:pt>
                <c:pt idx="23189">
                  <c:v>6.5818899999999996</c:v>
                </c:pt>
                <c:pt idx="23190">
                  <c:v>6.5822000000000003</c:v>
                </c:pt>
                <c:pt idx="23191">
                  <c:v>6.5825100000000001</c:v>
                </c:pt>
                <c:pt idx="23192">
                  <c:v>6.5828100000000003</c:v>
                </c:pt>
                <c:pt idx="23193">
                  <c:v>6.5831200000000001</c:v>
                </c:pt>
                <c:pt idx="23194">
                  <c:v>6.5834200000000003</c:v>
                </c:pt>
                <c:pt idx="23195">
                  <c:v>6.5837300000000001</c:v>
                </c:pt>
                <c:pt idx="23196">
                  <c:v>6.5840300000000003</c:v>
                </c:pt>
                <c:pt idx="23197">
                  <c:v>6.5843400000000001</c:v>
                </c:pt>
                <c:pt idx="23198">
                  <c:v>6.5846400000000003</c:v>
                </c:pt>
                <c:pt idx="23199">
                  <c:v>6.5849500000000001</c:v>
                </c:pt>
                <c:pt idx="23200">
                  <c:v>6.5852500000000003</c:v>
                </c:pt>
                <c:pt idx="23201">
                  <c:v>6.5855600000000001</c:v>
                </c:pt>
                <c:pt idx="23202">
                  <c:v>6.5858699999999999</c:v>
                </c:pt>
                <c:pt idx="23203">
                  <c:v>6.5861700000000001</c:v>
                </c:pt>
                <c:pt idx="23204">
                  <c:v>6.5864799999999999</c:v>
                </c:pt>
                <c:pt idx="23205">
                  <c:v>6.5867800000000001</c:v>
                </c:pt>
                <c:pt idx="23206">
                  <c:v>6.5870899999999999</c:v>
                </c:pt>
                <c:pt idx="23207">
                  <c:v>6.5873900000000001</c:v>
                </c:pt>
                <c:pt idx="23208">
                  <c:v>6.5876999999999999</c:v>
                </c:pt>
                <c:pt idx="23209">
                  <c:v>6.5880000000000001</c:v>
                </c:pt>
                <c:pt idx="23210">
                  <c:v>6.5883099999999999</c:v>
                </c:pt>
                <c:pt idx="23211">
                  <c:v>6.5886100000000001</c:v>
                </c:pt>
                <c:pt idx="23212">
                  <c:v>6.5889199999999999</c:v>
                </c:pt>
                <c:pt idx="23213">
                  <c:v>6.5892200000000001</c:v>
                </c:pt>
                <c:pt idx="23214">
                  <c:v>6.5895299999999999</c:v>
                </c:pt>
                <c:pt idx="23215">
                  <c:v>6.5898399999999997</c:v>
                </c:pt>
                <c:pt idx="23216">
                  <c:v>6.5901399999999999</c:v>
                </c:pt>
                <c:pt idx="23217">
                  <c:v>6.5904499999999997</c:v>
                </c:pt>
                <c:pt idx="23218">
                  <c:v>6.5907499999999999</c:v>
                </c:pt>
                <c:pt idx="23219">
                  <c:v>6.5910599999999997</c:v>
                </c:pt>
                <c:pt idx="23220">
                  <c:v>6.5913599999999999</c:v>
                </c:pt>
                <c:pt idx="23221">
                  <c:v>6.5916699999999997</c:v>
                </c:pt>
                <c:pt idx="23222">
                  <c:v>6.5919699999999999</c:v>
                </c:pt>
                <c:pt idx="23223">
                  <c:v>6.5922799999999997</c:v>
                </c:pt>
                <c:pt idx="23224">
                  <c:v>6.5925799999999999</c:v>
                </c:pt>
                <c:pt idx="23225">
                  <c:v>6.5928899999999997</c:v>
                </c:pt>
                <c:pt idx="23226">
                  <c:v>6.5931899999999999</c:v>
                </c:pt>
                <c:pt idx="23227">
                  <c:v>6.5934999999999997</c:v>
                </c:pt>
                <c:pt idx="23228">
                  <c:v>6.5938100000000004</c:v>
                </c:pt>
                <c:pt idx="23229">
                  <c:v>6.5941099999999997</c:v>
                </c:pt>
                <c:pt idx="23230">
                  <c:v>6.5944200000000004</c:v>
                </c:pt>
                <c:pt idx="23231">
                  <c:v>6.5947199999999997</c:v>
                </c:pt>
                <c:pt idx="23232">
                  <c:v>6.5950300000000004</c:v>
                </c:pt>
                <c:pt idx="23233">
                  <c:v>6.5953299999999997</c:v>
                </c:pt>
                <c:pt idx="23234">
                  <c:v>6.5956400000000004</c:v>
                </c:pt>
                <c:pt idx="23235">
                  <c:v>6.5959399999999997</c:v>
                </c:pt>
                <c:pt idx="23236">
                  <c:v>6.5962500000000004</c:v>
                </c:pt>
                <c:pt idx="23237">
                  <c:v>6.5965499999999997</c:v>
                </c:pt>
                <c:pt idx="23238">
                  <c:v>6.5968600000000004</c:v>
                </c:pt>
                <c:pt idx="23239">
                  <c:v>6.5971599999999997</c:v>
                </c:pt>
                <c:pt idx="23240">
                  <c:v>6.5974700000000004</c:v>
                </c:pt>
                <c:pt idx="23241">
                  <c:v>6.5977800000000002</c:v>
                </c:pt>
                <c:pt idx="23242">
                  <c:v>6.5980800000000004</c:v>
                </c:pt>
                <c:pt idx="23243">
                  <c:v>6.5983900000000002</c:v>
                </c:pt>
                <c:pt idx="23244">
                  <c:v>6.5986900000000004</c:v>
                </c:pt>
                <c:pt idx="23245">
                  <c:v>6.5990000000000002</c:v>
                </c:pt>
                <c:pt idx="23246">
                  <c:v>6.5993000000000004</c:v>
                </c:pt>
                <c:pt idx="23247">
                  <c:v>6.5996100000000002</c:v>
                </c:pt>
                <c:pt idx="23248">
                  <c:v>6.5999100000000004</c:v>
                </c:pt>
                <c:pt idx="23249">
                  <c:v>6.6002200000000002</c:v>
                </c:pt>
                <c:pt idx="23250">
                  <c:v>6.6005200000000004</c:v>
                </c:pt>
                <c:pt idx="23251">
                  <c:v>6.6008300000000002</c:v>
                </c:pt>
                <c:pt idx="23252">
                  <c:v>6.60114</c:v>
                </c:pt>
                <c:pt idx="23253">
                  <c:v>6.6014400000000002</c:v>
                </c:pt>
                <c:pt idx="23254">
                  <c:v>6.60175</c:v>
                </c:pt>
                <c:pt idx="23255">
                  <c:v>6.6020500000000002</c:v>
                </c:pt>
                <c:pt idx="23256">
                  <c:v>6.60236</c:v>
                </c:pt>
                <c:pt idx="23257">
                  <c:v>6.6026600000000002</c:v>
                </c:pt>
                <c:pt idx="23258">
                  <c:v>6.60297</c:v>
                </c:pt>
                <c:pt idx="23259">
                  <c:v>6.6032700000000002</c:v>
                </c:pt>
                <c:pt idx="23260">
                  <c:v>6.60358</c:v>
                </c:pt>
                <c:pt idx="23261">
                  <c:v>6.6038800000000002</c:v>
                </c:pt>
                <c:pt idx="23262">
                  <c:v>6.60419</c:v>
                </c:pt>
                <c:pt idx="23263">
                  <c:v>6.6044900000000002</c:v>
                </c:pt>
                <c:pt idx="23264">
                  <c:v>6.6048</c:v>
                </c:pt>
                <c:pt idx="23265">
                  <c:v>6.6051099999999998</c:v>
                </c:pt>
                <c:pt idx="23266">
                  <c:v>6.60541</c:v>
                </c:pt>
                <c:pt idx="23267">
                  <c:v>6.6057199999999998</c:v>
                </c:pt>
                <c:pt idx="23268">
                  <c:v>6.60602</c:v>
                </c:pt>
                <c:pt idx="23269">
                  <c:v>6.6063299999999998</c:v>
                </c:pt>
                <c:pt idx="23270">
                  <c:v>6.60663</c:v>
                </c:pt>
                <c:pt idx="23271">
                  <c:v>6.6069399999999998</c:v>
                </c:pt>
                <c:pt idx="23272">
                  <c:v>6.60724</c:v>
                </c:pt>
                <c:pt idx="23273">
                  <c:v>6.6075499999999998</c:v>
                </c:pt>
                <c:pt idx="23274">
                  <c:v>6.60785</c:v>
                </c:pt>
                <c:pt idx="23275">
                  <c:v>6.6081599999999998</c:v>
                </c:pt>
                <c:pt idx="23276">
                  <c:v>6.60846</c:v>
                </c:pt>
                <c:pt idx="23277">
                  <c:v>6.6087699999999998</c:v>
                </c:pt>
                <c:pt idx="23278">
                  <c:v>6.6090799999999996</c:v>
                </c:pt>
                <c:pt idx="23279">
                  <c:v>6.6093799999999998</c:v>
                </c:pt>
                <c:pt idx="23280">
                  <c:v>6.6096899999999996</c:v>
                </c:pt>
                <c:pt idx="23281">
                  <c:v>6.6099899999999998</c:v>
                </c:pt>
                <c:pt idx="23282">
                  <c:v>6.6102999999999996</c:v>
                </c:pt>
                <c:pt idx="23283">
                  <c:v>6.6105999999999998</c:v>
                </c:pt>
                <c:pt idx="23284">
                  <c:v>6.6109099999999996</c:v>
                </c:pt>
                <c:pt idx="23285">
                  <c:v>6.6112099999999998</c:v>
                </c:pt>
                <c:pt idx="23286">
                  <c:v>6.6115199999999996</c:v>
                </c:pt>
                <c:pt idx="23287">
                  <c:v>6.6118199999999998</c:v>
                </c:pt>
                <c:pt idx="23288">
                  <c:v>6.6121299999999996</c:v>
                </c:pt>
                <c:pt idx="23289">
                  <c:v>6.6124299999999998</c:v>
                </c:pt>
                <c:pt idx="23290">
                  <c:v>6.6127399999999996</c:v>
                </c:pt>
                <c:pt idx="23291">
                  <c:v>6.6130500000000003</c:v>
                </c:pt>
                <c:pt idx="23292">
                  <c:v>6.6133499999999996</c:v>
                </c:pt>
                <c:pt idx="23293">
                  <c:v>6.6136600000000003</c:v>
                </c:pt>
                <c:pt idx="23294">
                  <c:v>6.6139599999999996</c:v>
                </c:pt>
                <c:pt idx="23295">
                  <c:v>6.6142700000000003</c:v>
                </c:pt>
                <c:pt idx="23296">
                  <c:v>6.6145699999999996</c:v>
                </c:pt>
                <c:pt idx="23297">
                  <c:v>6.6148800000000003</c:v>
                </c:pt>
                <c:pt idx="23298">
                  <c:v>6.6151799999999996</c:v>
                </c:pt>
                <c:pt idx="23299">
                  <c:v>6.6154900000000003</c:v>
                </c:pt>
                <c:pt idx="23300">
                  <c:v>6.6157899999999996</c:v>
                </c:pt>
                <c:pt idx="23301">
                  <c:v>6.6161000000000003</c:v>
                </c:pt>
                <c:pt idx="23302">
                  <c:v>6.6163999999999996</c:v>
                </c:pt>
                <c:pt idx="23303">
                  <c:v>6.6167100000000003</c:v>
                </c:pt>
                <c:pt idx="23304">
                  <c:v>6.6170200000000001</c:v>
                </c:pt>
                <c:pt idx="23305">
                  <c:v>6.6173200000000003</c:v>
                </c:pt>
                <c:pt idx="23306">
                  <c:v>6.6176300000000001</c:v>
                </c:pt>
                <c:pt idx="23307">
                  <c:v>6.6179300000000003</c:v>
                </c:pt>
                <c:pt idx="23308">
                  <c:v>6.6182400000000001</c:v>
                </c:pt>
                <c:pt idx="23309">
                  <c:v>6.6185400000000003</c:v>
                </c:pt>
                <c:pt idx="23310">
                  <c:v>6.6188500000000001</c:v>
                </c:pt>
                <c:pt idx="23311">
                  <c:v>6.6191500000000003</c:v>
                </c:pt>
                <c:pt idx="23312">
                  <c:v>6.6194600000000001</c:v>
                </c:pt>
                <c:pt idx="23313">
                  <c:v>6.6197600000000003</c:v>
                </c:pt>
                <c:pt idx="23314">
                  <c:v>6.6200700000000001</c:v>
                </c:pt>
                <c:pt idx="23315">
                  <c:v>6.6203799999999999</c:v>
                </c:pt>
                <c:pt idx="23316">
                  <c:v>6.6206800000000001</c:v>
                </c:pt>
                <c:pt idx="23317">
                  <c:v>6.6209899999999999</c:v>
                </c:pt>
                <c:pt idx="23318">
                  <c:v>6.6212900000000001</c:v>
                </c:pt>
                <c:pt idx="23319">
                  <c:v>6.6215999999999999</c:v>
                </c:pt>
                <c:pt idx="23320">
                  <c:v>6.6219000000000001</c:v>
                </c:pt>
                <c:pt idx="23321">
                  <c:v>6.6222099999999999</c:v>
                </c:pt>
                <c:pt idx="23322">
                  <c:v>6.6225100000000001</c:v>
                </c:pt>
                <c:pt idx="23323">
                  <c:v>6.6228199999999999</c:v>
                </c:pt>
                <c:pt idx="23324">
                  <c:v>6.6231200000000001</c:v>
                </c:pt>
                <c:pt idx="23325">
                  <c:v>6.6234299999999999</c:v>
                </c:pt>
                <c:pt idx="23326">
                  <c:v>6.6237300000000001</c:v>
                </c:pt>
                <c:pt idx="23327">
                  <c:v>6.6240399999999999</c:v>
                </c:pt>
                <c:pt idx="23328">
                  <c:v>6.6243499999999997</c:v>
                </c:pt>
                <c:pt idx="23329">
                  <c:v>6.6246499999999999</c:v>
                </c:pt>
                <c:pt idx="23330">
                  <c:v>6.6249599999999997</c:v>
                </c:pt>
                <c:pt idx="23331">
                  <c:v>6.6252599999999999</c:v>
                </c:pt>
                <c:pt idx="23332">
                  <c:v>6.6255699999999997</c:v>
                </c:pt>
                <c:pt idx="23333">
                  <c:v>6.6258699999999999</c:v>
                </c:pt>
                <c:pt idx="23334">
                  <c:v>6.6261799999999997</c:v>
                </c:pt>
                <c:pt idx="23335">
                  <c:v>6.6264799999999999</c:v>
                </c:pt>
                <c:pt idx="23336">
                  <c:v>6.6267899999999997</c:v>
                </c:pt>
                <c:pt idx="23337">
                  <c:v>6.6270899999999999</c:v>
                </c:pt>
                <c:pt idx="23338">
                  <c:v>6.6273999999999997</c:v>
                </c:pt>
                <c:pt idx="23339">
                  <c:v>6.6276999999999999</c:v>
                </c:pt>
                <c:pt idx="23340">
                  <c:v>6.6280099999999997</c:v>
                </c:pt>
                <c:pt idx="23341">
                  <c:v>6.6283200000000004</c:v>
                </c:pt>
                <c:pt idx="23342">
                  <c:v>6.6286199999999997</c:v>
                </c:pt>
                <c:pt idx="23343">
                  <c:v>6.6289300000000004</c:v>
                </c:pt>
                <c:pt idx="23344">
                  <c:v>6.6292299999999997</c:v>
                </c:pt>
                <c:pt idx="23345">
                  <c:v>6.6295400000000004</c:v>
                </c:pt>
                <c:pt idx="23346">
                  <c:v>6.6298399999999997</c:v>
                </c:pt>
                <c:pt idx="23347">
                  <c:v>6.6301500000000004</c:v>
                </c:pt>
                <c:pt idx="23348">
                  <c:v>6.6304499999999997</c:v>
                </c:pt>
                <c:pt idx="23349">
                  <c:v>6.6307600000000004</c:v>
                </c:pt>
                <c:pt idx="23350">
                  <c:v>6.6310599999999997</c:v>
                </c:pt>
                <c:pt idx="23351">
                  <c:v>6.6313700000000004</c:v>
                </c:pt>
                <c:pt idx="23352">
                  <c:v>6.6316699999999997</c:v>
                </c:pt>
                <c:pt idx="23353">
                  <c:v>6.6319800000000004</c:v>
                </c:pt>
                <c:pt idx="23354">
                  <c:v>6.6322900000000002</c:v>
                </c:pt>
                <c:pt idx="23355">
                  <c:v>6.6325900000000004</c:v>
                </c:pt>
                <c:pt idx="23356">
                  <c:v>6.6329000000000002</c:v>
                </c:pt>
                <c:pt idx="23357">
                  <c:v>6.6332000000000004</c:v>
                </c:pt>
                <c:pt idx="23358">
                  <c:v>6.6335100000000002</c:v>
                </c:pt>
                <c:pt idx="23359">
                  <c:v>6.6338100000000004</c:v>
                </c:pt>
                <c:pt idx="23360">
                  <c:v>6.6341200000000002</c:v>
                </c:pt>
                <c:pt idx="23361">
                  <c:v>6.6344200000000004</c:v>
                </c:pt>
                <c:pt idx="23362">
                  <c:v>6.6347300000000002</c:v>
                </c:pt>
                <c:pt idx="23363">
                  <c:v>6.6350300000000004</c:v>
                </c:pt>
                <c:pt idx="23364">
                  <c:v>6.6353400000000002</c:v>
                </c:pt>
                <c:pt idx="23365">
                  <c:v>6.6356400000000004</c:v>
                </c:pt>
                <c:pt idx="23366">
                  <c:v>6.6359500000000002</c:v>
                </c:pt>
                <c:pt idx="23367">
                  <c:v>6.63626</c:v>
                </c:pt>
                <c:pt idx="23368">
                  <c:v>6.6365600000000002</c:v>
                </c:pt>
                <c:pt idx="23369">
                  <c:v>6.63687</c:v>
                </c:pt>
                <c:pt idx="23370">
                  <c:v>6.6371700000000002</c:v>
                </c:pt>
                <c:pt idx="23371">
                  <c:v>6.63748</c:v>
                </c:pt>
                <c:pt idx="23372">
                  <c:v>6.6377800000000002</c:v>
                </c:pt>
                <c:pt idx="23373">
                  <c:v>6.63809</c:v>
                </c:pt>
                <c:pt idx="23374">
                  <c:v>6.6383900000000002</c:v>
                </c:pt>
                <c:pt idx="23375">
                  <c:v>6.6387</c:v>
                </c:pt>
                <c:pt idx="23376">
                  <c:v>6.6390000000000002</c:v>
                </c:pt>
                <c:pt idx="23377">
                  <c:v>6.63931</c:v>
                </c:pt>
                <c:pt idx="23378">
                  <c:v>6.6396199999999999</c:v>
                </c:pt>
                <c:pt idx="23379">
                  <c:v>6.63992</c:v>
                </c:pt>
                <c:pt idx="23380">
                  <c:v>6.6402299999999999</c:v>
                </c:pt>
                <c:pt idx="23381">
                  <c:v>6.64053</c:v>
                </c:pt>
                <c:pt idx="23382">
                  <c:v>6.6408399999999999</c:v>
                </c:pt>
                <c:pt idx="23383">
                  <c:v>6.64114</c:v>
                </c:pt>
                <c:pt idx="23384">
                  <c:v>6.6414499999999999</c:v>
                </c:pt>
                <c:pt idx="23385">
                  <c:v>6.64175</c:v>
                </c:pt>
                <c:pt idx="23386">
                  <c:v>6.6420599999999999</c:v>
                </c:pt>
                <c:pt idx="23387">
                  <c:v>6.64236</c:v>
                </c:pt>
                <c:pt idx="23388">
                  <c:v>6.6426699999999999</c:v>
                </c:pt>
                <c:pt idx="23389">
                  <c:v>6.64297</c:v>
                </c:pt>
                <c:pt idx="23390">
                  <c:v>6.6432799999999999</c:v>
                </c:pt>
                <c:pt idx="23391">
                  <c:v>6.6435899999999997</c:v>
                </c:pt>
                <c:pt idx="23392">
                  <c:v>6.6438899999999999</c:v>
                </c:pt>
                <c:pt idx="23393">
                  <c:v>6.6441999999999997</c:v>
                </c:pt>
                <c:pt idx="23394">
                  <c:v>6.6444999999999999</c:v>
                </c:pt>
                <c:pt idx="23395">
                  <c:v>6.6448099999999997</c:v>
                </c:pt>
                <c:pt idx="23396">
                  <c:v>6.6451099999999999</c:v>
                </c:pt>
                <c:pt idx="23397">
                  <c:v>6.6454199999999997</c:v>
                </c:pt>
                <c:pt idx="23398">
                  <c:v>6.6457199999999998</c:v>
                </c:pt>
                <c:pt idx="23399">
                  <c:v>6.6460299999999997</c:v>
                </c:pt>
                <c:pt idx="23400">
                  <c:v>6.6463299999999998</c:v>
                </c:pt>
                <c:pt idx="23401">
                  <c:v>6.6466399999999997</c:v>
                </c:pt>
                <c:pt idx="23402">
                  <c:v>6.6469399999999998</c:v>
                </c:pt>
                <c:pt idx="23403">
                  <c:v>6.6472499999999997</c:v>
                </c:pt>
                <c:pt idx="23404">
                  <c:v>6.6475600000000004</c:v>
                </c:pt>
                <c:pt idx="23405">
                  <c:v>6.6478599999999997</c:v>
                </c:pt>
                <c:pt idx="23406">
                  <c:v>6.6481700000000004</c:v>
                </c:pt>
                <c:pt idx="23407">
                  <c:v>6.6484699999999997</c:v>
                </c:pt>
                <c:pt idx="23408">
                  <c:v>6.6487800000000004</c:v>
                </c:pt>
                <c:pt idx="23409">
                  <c:v>6.6490799999999997</c:v>
                </c:pt>
                <c:pt idx="23410">
                  <c:v>6.6493900000000004</c:v>
                </c:pt>
                <c:pt idx="23411">
                  <c:v>6.6496899999999997</c:v>
                </c:pt>
                <c:pt idx="23412">
                  <c:v>6.65</c:v>
                </c:pt>
                <c:pt idx="23413">
                  <c:v>6.6502999999999997</c:v>
                </c:pt>
                <c:pt idx="23414">
                  <c:v>6.6506100000000004</c:v>
                </c:pt>
                <c:pt idx="23415">
                  <c:v>6.6509099999999997</c:v>
                </c:pt>
                <c:pt idx="23416">
                  <c:v>6.6512200000000004</c:v>
                </c:pt>
                <c:pt idx="23417">
                  <c:v>6.6515300000000002</c:v>
                </c:pt>
                <c:pt idx="23418">
                  <c:v>6.6518300000000004</c:v>
                </c:pt>
                <c:pt idx="23419">
                  <c:v>6.6521400000000002</c:v>
                </c:pt>
                <c:pt idx="23420">
                  <c:v>6.6524400000000004</c:v>
                </c:pt>
                <c:pt idx="23421">
                  <c:v>6.6527500000000002</c:v>
                </c:pt>
                <c:pt idx="23422">
                  <c:v>6.6530500000000004</c:v>
                </c:pt>
                <c:pt idx="23423">
                  <c:v>6.6533600000000002</c:v>
                </c:pt>
                <c:pt idx="23424">
                  <c:v>6.6536600000000004</c:v>
                </c:pt>
                <c:pt idx="23425">
                  <c:v>6.6539700000000002</c:v>
                </c:pt>
                <c:pt idx="23426">
                  <c:v>6.6542700000000004</c:v>
                </c:pt>
                <c:pt idx="23427">
                  <c:v>6.6545800000000002</c:v>
                </c:pt>
                <c:pt idx="23428">
                  <c:v>6.6548800000000004</c:v>
                </c:pt>
                <c:pt idx="23429">
                  <c:v>6.6551900000000002</c:v>
                </c:pt>
                <c:pt idx="23430">
                  <c:v>6.6555</c:v>
                </c:pt>
                <c:pt idx="23431">
                  <c:v>6.6558000000000002</c:v>
                </c:pt>
                <c:pt idx="23432">
                  <c:v>6.65611</c:v>
                </c:pt>
                <c:pt idx="23433">
                  <c:v>6.6564100000000002</c:v>
                </c:pt>
                <c:pt idx="23434">
                  <c:v>6.65672</c:v>
                </c:pt>
                <c:pt idx="23435">
                  <c:v>6.6570200000000002</c:v>
                </c:pt>
                <c:pt idx="23436">
                  <c:v>6.65733</c:v>
                </c:pt>
                <c:pt idx="23437">
                  <c:v>6.6576300000000002</c:v>
                </c:pt>
                <c:pt idx="23438">
                  <c:v>6.65794</c:v>
                </c:pt>
                <c:pt idx="23439">
                  <c:v>6.6582400000000002</c:v>
                </c:pt>
                <c:pt idx="23440">
                  <c:v>6.65855</c:v>
                </c:pt>
                <c:pt idx="23441">
                  <c:v>6.6588599999999998</c:v>
                </c:pt>
                <c:pt idx="23442">
                  <c:v>6.65916</c:v>
                </c:pt>
                <c:pt idx="23443">
                  <c:v>6.6594699999999998</c:v>
                </c:pt>
                <c:pt idx="23444">
                  <c:v>6.65977</c:v>
                </c:pt>
                <c:pt idx="23445">
                  <c:v>6.6600799999999998</c:v>
                </c:pt>
                <c:pt idx="23446">
                  <c:v>6.66038</c:v>
                </c:pt>
                <c:pt idx="23447">
                  <c:v>6.6606899999999998</c:v>
                </c:pt>
                <c:pt idx="23448">
                  <c:v>6.66099</c:v>
                </c:pt>
                <c:pt idx="23449">
                  <c:v>6.6612999999999998</c:v>
                </c:pt>
                <c:pt idx="23450">
                  <c:v>6.6616</c:v>
                </c:pt>
                <c:pt idx="23451">
                  <c:v>6.6619099999999998</c:v>
                </c:pt>
                <c:pt idx="23452">
                  <c:v>6.66221</c:v>
                </c:pt>
                <c:pt idx="23453">
                  <c:v>6.6625199999999998</c:v>
                </c:pt>
                <c:pt idx="23454">
                  <c:v>6.6628299999999996</c:v>
                </c:pt>
                <c:pt idx="23455">
                  <c:v>6.6631299999999998</c:v>
                </c:pt>
                <c:pt idx="23456">
                  <c:v>6.6634399999999996</c:v>
                </c:pt>
                <c:pt idx="23457">
                  <c:v>6.6637399999999998</c:v>
                </c:pt>
                <c:pt idx="23458">
                  <c:v>6.6640499999999996</c:v>
                </c:pt>
                <c:pt idx="23459">
                  <c:v>6.6643499999999998</c:v>
                </c:pt>
                <c:pt idx="23460">
                  <c:v>6.6646599999999996</c:v>
                </c:pt>
                <c:pt idx="23461">
                  <c:v>6.6649599999999998</c:v>
                </c:pt>
                <c:pt idx="23462">
                  <c:v>6.6652699999999996</c:v>
                </c:pt>
                <c:pt idx="23463">
                  <c:v>6.6655699999999998</c:v>
                </c:pt>
                <c:pt idx="23464">
                  <c:v>6.6658799999999996</c:v>
                </c:pt>
                <c:pt idx="23465">
                  <c:v>6.6661799999999998</c:v>
                </c:pt>
                <c:pt idx="23466">
                  <c:v>6.6664899999999996</c:v>
                </c:pt>
                <c:pt idx="23467">
                  <c:v>6.6668000000000003</c:v>
                </c:pt>
                <c:pt idx="23468">
                  <c:v>6.6670999999999996</c:v>
                </c:pt>
                <c:pt idx="23469">
                  <c:v>6.6674100000000003</c:v>
                </c:pt>
                <c:pt idx="23470">
                  <c:v>6.6677099999999996</c:v>
                </c:pt>
                <c:pt idx="23471">
                  <c:v>6.6680200000000003</c:v>
                </c:pt>
                <c:pt idx="23472">
                  <c:v>6.6683199999999996</c:v>
                </c:pt>
                <c:pt idx="23473">
                  <c:v>6.6686300000000003</c:v>
                </c:pt>
                <c:pt idx="23474">
                  <c:v>6.6689299999999996</c:v>
                </c:pt>
                <c:pt idx="23475">
                  <c:v>6.6692400000000003</c:v>
                </c:pt>
                <c:pt idx="23476">
                  <c:v>6.6695399999999996</c:v>
                </c:pt>
                <c:pt idx="23477">
                  <c:v>6.6698500000000003</c:v>
                </c:pt>
                <c:pt idx="23478">
                  <c:v>6.6701499999999996</c:v>
                </c:pt>
                <c:pt idx="23479">
                  <c:v>6.6704600000000003</c:v>
                </c:pt>
                <c:pt idx="23480">
                  <c:v>6.6707700000000001</c:v>
                </c:pt>
                <c:pt idx="23481">
                  <c:v>6.6710700000000003</c:v>
                </c:pt>
                <c:pt idx="23482">
                  <c:v>6.6713800000000001</c:v>
                </c:pt>
                <c:pt idx="23483">
                  <c:v>6.6716800000000003</c:v>
                </c:pt>
                <c:pt idx="23484">
                  <c:v>6.6719900000000001</c:v>
                </c:pt>
                <c:pt idx="23485">
                  <c:v>6.6722900000000003</c:v>
                </c:pt>
                <c:pt idx="23486">
                  <c:v>6.6726000000000001</c:v>
                </c:pt>
                <c:pt idx="23487">
                  <c:v>6.6729000000000003</c:v>
                </c:pt>
                <c:pt idx="23488">
                  <c:v>6.6732100000000001</c:v>
                </c:pt>
                <c:pt idx="23489">
                  <c:v>6.6735100000000003</c:v>
                </c:pt>
                <c:pt idx="23490">
                  <c:v>6.6738200000000001</c:v>
                </c:pt>
                <c:pt idx="23491">
                  <c:v>6.6741299999999999</c:v>
                </c:pt>
                <c:pt idx="23492">
                  <c:v>6.6744300000000001</c:v>
                </c:pt>
                <c:pt idx="23493">
                  <c:v>6.6747399999999999</c:v>
                </c:pt>
                <c:pt idx="23494">
                  <c:v>6.6750400000000001</c:v>
                </c:pt>
                <c:pt idx="23495">
                  <c:v>6.6753499999999999</c:v>
                </c:pt>
                <c:pt idx="23496">
                  <c:v>6.6756500000000001</c:v>
                </c:pt>
                <c:pt idx="23497">
                  <c:v>6.6759599999999999</c:v>
                </c:pt>
                <c:pt idx="23498">
                  <c:v>6.6762600000000001</c:v>
                </c:pt>
                <c:pt idx="23499">
                  <c:v>6.6765699999999999</c:v>
                </c:pt>
                <c:pt idx="23500">
                  <c:v>6.6768700000000001</c:v>
                </c:pt>
                <c:pt idx="23501">
                  <c:v>6.6771799999999999</c:v>
                </c:pt>
                <c:pt idx="23502">
                  <c:v>6.6774800000000001</c:v>
                </c:pt>
                <c:pt idx="23503">
                  <c:v>6.6777899999999999</c:v>
                </c:pt>
                <c:pt idx="23504">
                  <c:v>6.6780999999999997</c:v>
                </c:pt>
                <c:pt idx="23505">
                  <c:v>6.6783999999999999</c:v>
                </c:pt>
                <c:pt idx="23506">
                  <c:v>6.6787099999999997</c:v>
                </c:pt>
                <c:pt idx="23507">
                  <c:v>6.6790099999999999</c:v>
                </c:pt>
                <c:pt idx="23508">
                  <c:v>6.6793199999999997</c:v>
                </c:pt>
                <c:pt idx="23509">
                  <c:v>6.6796199999999999</c:v>
                </c:pt>
                <c:pt idx="23510">
                  <c:v>6.6799299999999997</c:v>
                </c:pt>
                <c:pt idx="23511">
                  <c:v>6.6802299999999999</c:v>
                </c:pt>
                <c:pt idx="23512">
                  <c:v>6.6805399999999997</c:v>
                </c:pt>
                <c:pt idx="23513">
                  <c:v>6.6808399999999999</c:v>
                </c:pt>
                <c:pt idx="23514">
                  <c:v>6.6811499999999997</c:v>
                </c:pt>
                <c:pt idx="23515">
                  <c:v>6.6814499999999999</c:v>
                </c:pt>
                <c:pt idx="23516">
                  <c:v>6.6817599999999997</c:v>
                </c:pt>
                <c:pt idx="23517">
                  <c:v>6.6820700000000004</c:v>
                </c:pt>
                <c:pt idx="23518">
                  <c:v>6.6823699999999997</c:v>
                </c:pt>
                <c:pt idx="23519">
                  <c:v>6.6826800000000004</c:v>
                </c:pt>
                <c:pt idx="23520">
                  <c:v>6.6829799999999997</c:v>
                </c:pt>
                <c:pt idx="23521">
                  <c:v>6.6832900000000004</c:v>
                </c:pt>
                <c:pt idx="23522">
                  <c:v>6.6835899999999997</c:v>
                </c:pt>
                <c:pt idx="23523">
                  <c:v>6.6839000000000004</c:v>
                </c:pt>
                <c:pt idx="23524">
                  <c:v>6.6841999999999997</c:v>
                </c:pt>
                <c:pt idx="23525">
                  <c:v>6.6845100000000004</c:v>
                </c:pt>
                <c:pt idx="23526">
                  <c:v>6.6848099999999997</c:v>
                </c:pt>
                <c:pt idx="23527">
                  <c:v>6.6851200000000004</c:v>
                </c:pt>
                <c:pt idx="23528">
                  <c:v>6.6854199999999997</c:v>
                </c:pt>
                <c:pt idx="23529">
                  <c:v>6.6857300000000004</c:v>
                </c:pt>
                <c:pt idx="23530">
                  <c:v>6.6860400000000002</c:v>
                </c:pt>
                <c:pt idx="23531">
                  <c:v>6.6863400000000004</c:v>
                </c:pt>
                <c:pt idx="23532">
                  <c:v>6.6866500000000002</c:v>
                </c:pt>
                <c:pt idx="23533">
                  <c:v>6.6869500000000004</c:v>
                </c:pt>
                <c:pt idx="23534">
                  <c:v>6.6872600000000002</c:v>
                </c:pt>
                <c:pt idx="23535">
                  <c:v>6.6875600000000004</c:v>
                </c:pt>
                <c:pt idx="23536">
                  <c:v>6.6878700000000002</c:v>
                </c:pt>
                <c:pt idx="23537">
                  <c:v>6.6881700000000004</c:v>
                </c:pt>
                <c:pt idx="23538">
                  <c:v>6.6884800000000002</c:v>
                </c:pt>
                <c:pt idx="23539">
                  <c:v>6.6887800000000004</c:v>
                </c:pt>
                <c:pt idx="23540">
                  <c:v>6.6890900000000002</c:v>
                </c:pt>
                <c:pt idx="23541">
                  <c:v>6.6893900000000004</c:v>
                </c:pt>
                <c:pt idx="23542">
                  <c:v>6.6897000000000002</c:v>
                </c:pt>
                <c:pt idx="23543">
                  <c:v>6.69001</c:v>
                </c:pt>
                <c:pt idx="23544">
                  <c:v>6.6903100000000002</c:v>
                </c:pt>
                <c:pt idx="23545">
                  <c:v>6.69062</c:v>
                </c:pt>
                <c:pt idx="23546">
                  <c:v>6.6909200000000002</c:v>
                </c:pt>
                <c:pt idx="23547">
                  <c:v>6.69123</c:v>
                </c:pt>
                <c:pt idx="23548">
                  <c:v>6.6915300000000002</c:v>
                </c:pt>
                <c:pt idx="23549">
                  <c:v>6.69184</c:v>
                </c:pt>
                <c:pt idx="23550">
                  <c:v>6.6921400000000002</c:v>
                </c:pt>
                <c:pt idx="23551">
                  <c:v>6.69245</c:v>
                </c:pt>
                <c:pt idx="23552">
                  <c:v>6.6927500000000002</c:v>
                </c:pt>
                <c:pt idx="23553">
                  <c:v>6.69306</c:v>
                </c:pt>
                <c:pt idx="23554">
                  <c:v>6.6933699999999998</c:v>
                </c:pt>
                <c:pt idx="23555">
                  <c:v>6.69367</c:v>
                </c:pt>
                <c:pt idx="23556">
                  <c:v>6.6939799999999998</c:v>
                </c:pt>
                <c:pt idx="23557">
                  <c:v>6.69428</c:v>
                </c:pt>
                <c:pt idx="23558">
                  <c:v>6.6945899999999998</c:v>
                </c:pt>
                <c:pt idx="23559">
                  <c:v>6.69489</c:v>
                </c:pt>
                <c:pt idx="23560">
                  <c:v>6.6951999999999998</c:v>
                </c:pt>
                <c:pt idx="23561">
                  <c:v>6.6955</c:v>
                </c:pt>
                <c:pt idx="23562">
                  <c:v>6.6958099999999998</c:v>
                </c:pt>
                <c:pt idx="23563">
                  <c:v>6.69611</c:v>
                </c:pt>
                <c:pt idx="23564">
                  <c:v>6.6964199999999998</c:v>
                </c:pt>
                <c:pt idx="23565">
                  <c:v>6.69672</c:v>
                </c:pt>
                <c:pt idx="23566">
                  <c:v>6.6970299999999998</c:v>
                </c:pt>
                <c:pt idx="23567">
                  <c:v>6.6973399999999996</c:v>
                </c:pt>
                <c:pt idx="23568">
                  <c:v>6.6976399999999998</c:v>
                </c:pt>
                <c:pt idx="23569">
                  <c:v>6.6979499999999996</c:v>
                </c:pt>
                <c:pt idx="23570">
                  <c:v>6.6982499999999998</c:v>
                </c:pt>
                <c:pt idx="23571">
                  <c:v>6.6985599999999996</c:v>
                </c:pt>
                <c:pt idx="23572">
                  <c:v>6.6988599999999998</c:v>
                </c:pt>
                <c:pt idx="23573">
                  <c:v>6.6991699999999996</c:v>
                </c:pt>
                <c:pt idx="23574">
                  <c:v>6.6994699999999998</c:v>
                </c:pt>
                <c:pt idx="23575">
                  <c:v>6.6997799999999996</c:v>
                </c:pt>
                <c:pt idx="23576">
                  <c:v>6.7000799999999998</c:v>
                </c:pt>
                <c:pt idx="23577">
                  <c:v>6.7003899999999996</c:v>
                </c:pt>
                <c:pt idx="23578">
                  <c:v>6.7006899999999998</c:v>
                </c:pt>
                <c:pt idx="23579">
                  <c:v>6.7009999999999996</c:v>
                </c:pt>
                <c:pt idx="23580">
                  <c:v>6.7013100000000003</c:v>
                </c:pt>
                <c:pt idx="23581">
                  <c:v>6.7016099999999996</c:v>
                </c:pt>
                <c:pt idx="23582">
                  <c:v>6.7019200000000003</c:v>
                </c:pt>
                <c:pt idx="23583">
                  <c:v>6.7022199999999996</c:v>
                </c:pt>
                <c:pt idx="23584">
                  <c:v>6.7025300000000003</c:v>
                </c:pt>
                <c:pt idx="23585">
                  <c:v>6.7028299999999996</c:v>
                </c:pt>
                <c:pt idx="23586">
                  <c:v>6.7031400000000003</c:v>
                </c:pt>
                <c:pt idx="23587">
                  <c:v>6.7034399999999996</c:v>
                </c:pt>
                <c:pt idx="23588">
                  <c:v>6.7037500000000003</c:v>
                </c:pt>
                <c:pt idx="23589">
                  <c:v>6.7040499999999996</c:v>
                </c:pt>
                <c:pt idx="23590">
                  <c:v>6.7043600000000003</c:v>
                </c:pt>
                <c:pt idx="23591">
                  <c:v>6.7046599999999996</c:v>
                </c:pt>
                <c:pt idx="23592">
                  <c:v>6.7049700000000003</c:v>
                </c:pt>
                <c:pt idx="23593">
                  <c:v>6.7052800000000001</c:v>
                </c:pt>
                <c:pt idx="23594">
                  <c:v>6.7055800000000003</c:v>
                </c:pt>
                <c:pt idx="23595">
                  <c:v>6.7058900000000001</c:v>
                </c:pt>
                <c:pt idx="23596">
                  <c:v>6.7061900000000003</c:v>
                </c:pt>
                <c:pt idx="23597">
                  <c:v>6.7065000000000001</c:v>
                </c:pt>
                <c:pt idx="23598">
                  <c:v>6.7068000000000003</c:v>
                </c:pt>
                <c:pt idx="23599">
                  <c:v>6.7071100000000001</c:v>
                </c:pt>
                <c:pt idx="23600">
                  <c:v>6.7074100000000003</c:v>
                </c:pt>
                <c:pt idx="23601">
                  <c:v>6.7077200000000001</c:v>
                </c:pt>
                <c:pt idx="23602">
                  <c:v>6.7080200000000003</c:v>
                </c:pt>
                <c:pt idx="23603">
                  <c:v>6.7083300000000001</c:v>
                </c:pt>
                <c:pt idx="23604">
                  <c:v>6.7086300000000003</c:v>
                </c:pt>
                <c:pt idx="23605">
                  <c:v>6.7089400000000001</c:v>
                </c:pt>
                <c:pt idx="23606">
                  <c:v>6.7092499999999999</c:v>
                </c:pt>
                <c:pt idx="23607">
                  <c:v>6.7095500000000001</c:v>
                </c:pt>
                <c:pt idx="23608">
                  <c:v>6.7098599999999999</c:v>
                </c:pt>
                <c:pt idx="23609">
                  <c:v>6.7101600000000001</c:v>
                </c:pt>
                <c:pt idx="23610">
                  <c:v>6.7104699999999999</c:v>
                </c:pt>
                <c:pt idx="23611">
                  <c:v>6.7107700000000001</c:v>
                </c:pt>
                <c:pt idx="23612">
                  <c:v>6.7110799999999999</c:v>
                </c:pt>
                <c:pt idx="23613">
                  <c:v>6.7113800000000001</c:v>
                </c:pt>
                <c:pt idx="23614">
                  <c:v>6.7116899999999999</c:v>
                </c:pt>
                <c:pt idx="23615">
                  <c:v>6.7119900000000001</c:v>
                </c:pt>
                <c:pt idx="23616">
                  <c:v>6.7122999999999999</c:v>
                </c:pt>
                <c:pt idx="23617">
                  <c:v>6.7126099999999997</c:v>
                </c:pt>
                <c:pt idx="23618">
                  <c:v>6.7129099999999999</c:v>
                </c:pt>
                <c:pt idx="23619">
                  <c:v>6.7132199999999997</c:v>
                </c:pt>
                <c:pt idx="23620">
                  <c:v>6.7135199999999999</c:v>
                </c:pt>
                <c:pt idx="23621">
                  <c:v>6.7138299999999997</c:v>
                </c:pt>
                <c:pt idx="23622">
                  <c:v>6.7141299999999999</c:v>
                </c:pt>
                <c:pt idx="23623">
                  <c:v>6.7144399999999997</c:v>
                </c:pt>
                <c:pt idx="23624">
                  <c:v>6.7147399999999999</c:v>
                </c:pt>
                <c:pt idx="23625">
                  <c:v>6.7150499999999997</c:v>
                </c:pt>
                <c:pt idx="23626">
                  <c:v>6.7153499999999999</c:v>
                </c:pt>
                <c:pt idx="23627">
                  <c:v>6.7156599999999997</c:v>
                </c:pt>
                <c:pt idx="23628">
                  <c:v>6.7159599999999999</c:v>
                </c:pt>
                <c:pt idx="23629">
                  <c:v>6.7162699999999997</c:v>
                </c:pt>
                <c:pt idx="23630">
                  <c:v>6.7165800000000004</c:v>
                </c:pt>
                <c:pt idx="23631">
                  <c:v>6.7168799999999997</c:v>
                </c:pt>
                <c:pt idx="23632">
                  <c:v>6.7171900000000004</c:v>
                </c:pt>
                <c:pt idx="23633">
                  <c:v>6.7174899999999997</c:v>
                </c:pt>
                <c:pt idx="23634">
                  <c:v>6.7178000000000004</c:v>
                </c:pt>
                <c:pt idx="23635">
                  <c:v>6.7180999999999997</c:v>
                </c:pt>
                <c:pt idx="23636">
                  <c:v>6.7184100000000004</c:v>
                </c:pt>
                <c:pt idx="23637">
                  <c:v>6.7187099999999997</c:v>
                </c:pt>
                <c:pt idx="23638">
                  <c:v>6.7190200000000004</c:v>
                </c:pt>
                <c:pt idx="23639">
                  <c:v>6.7193199999999997</c:v>
                </c:pt>
                <c:pt idx="23640">
                  <c:v>6.7196300000000004</c:v>
                </c:pt>
                <c:pt idx="23641">
                  <c:v>6.7199299999999997</c:v>
                </c:pt>
                <c:pt idx="23642">
                  <c:v>6.7202400000000004</c:v>
                </c:pt>
                <c:pt idx="23643">
                  <c:v>6.7205500000000002</c:v>
                </c:pt>
                <c:pt idx="23644">
                  <c:v>6.7208500000000004</c:v>
                </c:pt>
                <c:pt idx="23645">
                  <c:v>6.7211600000000002</c:v>
                </c:pt>
                <c:pt idx="23646">
                  <c:v>6.7214600000000004</c:v>
                </c:pt>
                <c:pt idx="23647">
                  <c:v>6.7217700000000002</c:v>
                </c:pt>
                <c:pt idx="23648">
                  <c:v>6.7220700000000004</c:v>
                </c:pt>
                <c:pt idx="23649">
                  <c:v>6.7223800000000002</c:v>
                </c:pt>
                <c:pt idx="23650">
                  <c:v>6.7226800000000004</c:v>
                </c:pt>
                <c:pt idx="23651">
                  <c:v>6.7229900000000002</c:v>
                </c:pt>
                <c:pt idx="23652">
                  <c:v>6.7232900000000004</c:v>
                </c:pt>
                <c:pt idx="23653">
                  <c:v>6.7236000000000002</c:v>
                </c:pt>
                <c:pt idx="23654">
                  <c:v>6.7239000000000004</c:v>
                </c:pt>
                <c:pt idx="23655">
                  <c:v>6.7242100000000002</c:v>
                </c:pt>
                <c:pt idx="23656">
                  <c:v>6.7245200000000001</c:v>
                </c:pt>
                <c:pt idx="23657">
                  <c:v>6.7248200000000002</c:v>
                </c:pt>
                <c:pt idx="23658">
                  <c:v>6.7251300000000001</c:v>
                </c:pt>
                <c:pt idx="23659">
                  <c:v>6.7254300000000002</c:v>
                </c:pt>
                <c:pt idx="23660">
                  <c:v>6.7257400000000001</c:v>
                </c:pt>
                <c:pt idx="23661">
                  <c:v>6.7260400000000002</c:v>
                </c:pt>
                <c:pt idx="23662">
                  <c:v>6.7263500000000001</c:v>
                </c:pt>
                <c:pt idx="23663">
                  <c:v>6.7266500000000002</c:v>
                </c:pt>
                <c:pt idx="23664">
                  <c:v>6.7269600000000001</c:v>
                </c:pt>
                <c:pt idx="23665">
                  <c:v>6.7272600000000002</c:v>
                </c:pt>
                <c:pt idx="23666">
                  <c:v>6.7275700000000001</c:v>
                </c:pt>
                <c:pt idx="23667">
                  <c:v>6.7278799999999999</c:v>
                </c:pt>
                <c:pt idx="23668">
                  <c:v>6.72818</c:v>
                </c:pt>
                <c:pt idx="23669">
                  <c:v>6.7284899999999999</c:v>
                </c:pt>
                <c:pt idx="23670">
                  <c:v>6.72879</c:v>
                </c:pt>
                <c:pt idx="23671">
                  <c:v>6.7290999999999999</c:v>
                </c:pt>
                <c:pt idx="23672">
                  <c:v>6.7294</c:v>
                </c:pt>
                <c:pt idx="23673">
                  <c:v>6.7297099999999999</c:v>
                </c:pt>
                <c:pt idx="23674">
                  <c:v>6.73001</c:v>
                </c:pt>
                <c:pt idx="23675">
                  <c:v>6.7303199999999999</c:v>
                </c:pt>
                <c:pt idx="23676">
                  <c:v>6.73062</c:v>
                </c:pt>
                <c:pt idx="23677">
                  <c:v>6.7309299999999999</c:v>
                </c:pt>
                <c:pt idx="23678">
                  <c:v>6.73123</c:v>
                </c:pt>
                <c:pt idx="23679">
                  <c:v>6.7315399999999999</c:v>
                </c:pt>
                <c:pt idx="23680">
                  <c:v>6.7318499999999997</c:v>
                </c:pt>
                <c:pt idx="23681">
                  <c:v>6.7321499999999999</c:v>
                </c:pt>
                <c:pt idx="23682">
                  <c:v>6.7324599999999997</c:v>
                </c:pt>
                <c:pt idx="23683">
                  <c:v>6.7327599999999999</c:v>
                </c:pt>
                <c:pt idx="23684">
                  <c:v>6.7330699999999997</c:v>
                </c:pt>
                <c:pt idx="23685">
                  <c:v>6.7333699999999999</c:v>
                </c:pt>
                <c:pt idx="23686">
                  <c:v>6.7336799999999997</c:v>
                </c:pt>
                <c:pt idx="23687">
                  <c:v>6.7339799999999999</c:v>
                </c:pt>
                <c:pt idx="23688">
                  <c:v>6.7342899999999997</c:v>
                </c:pt>
                <c:pt idx="23689">
                  <c:v>6.7345899999999999</c:v>
                </c:pt>
                <c:pt idx="23690">
                  <c:v>6.7348999999999997</c:v>
                </c:pt>
                <c:pt idx="23691">
                  <c:v>6.7351999999999999</c:v>
                </c:pt>
                <c:pt idx="23692">
                  <c:v>6.7355099999999997</c:v>
                </c:pt>
                <c:pt idx="23693">
                  <c:v>6.7358200000000004</c:v>
                </c:pt>
                <c:pt idx="23694">
                  <c:v>6.7361199999999997</c:v>
                </c:pt>
                <c:pt idx="23695">
                  <c:v>6.7364300000000004</c:v>
                </c:pt>
                <c:pt idx="23696">
                  <c:v>6.7367299999999997</c:v>
                </c:pt>
                <c:pt idx="23697">
                  <c:v>6.7370400000000004</c:v>
                </c:pt>
                <c:pt idx="23698">
                  <c:v>6.7373399999999997</c:v>
                </c:pt>
                <c:pt idx="23699">
                  <c:v>6.7376500000000004</c:v>
                </c:pt>
                <c:pt idx="23700">
                  <c:v>6.7379499999999997</c:v>
                </c:pt>
                <c:pt idx="23701">
                  <c:v>6.7382600000000004</c:v>
                </c:pt>
                <c:pt idx="23702">
                  <c:v>6.7385599999999997</c:v>
                </c:pt>
                <c:pt idx="23703">
                  <c:v>6.7388700000000004</c:v>
                </c:pt>
                <c:pt idx="23704">
                  <c:v>6.7391699999999997</c:v>
                </c:pt>
                <c:pt idx="23705">
                  <c:v>6.7394800000000004</c:v>
                </c:pt>
                <c:pt idx="23706">
                  <c:v>6.7397900000000002</c:v>
                </c:pt>
                <c:pt idx="23707">
                  <c:v>6.7400900000000004</c:v>
                </c:pt>
                <c:pt idx="23708">
                  <c:v>6.7404000000000002</c:v>
                </c:pt>
                <c:pt idx="23709">
                  <c:v>6.7407000000000004</c:v>
                </c:pt>
                <c:pt idx="23710">
                  <c:v>6.7410100000000002</c:v>
                </c:pt>
                <c:pt idx="23711">
                  <c:v>6.7413100000000004</c:v>
                </c:pt>
                <c:pt idx="23712">
                  <c:v>6.7416200000000002</c:v>
                </c:pt>
                <c:pt idx="23713">
                  <c:v>6.7419200000000004</c:v>
                </c:pt>
                <c:pt idx="23714">
                  <c:v>6.7422300000000002</c:v>
                </c:pt>
                <c:pt idx="23715">
                  <c:v>6.7425300000000004</c:v>
                </c:pt>
                <c:pt idx="23716">
                  <c:v>6.7428400000000002</c:v>
                </c:pt>
                <c:pt idx="23717">
                  <c:v>6.7431400000000004</c:v>
                </c:pt>
                <c:pt idx="23718">
                  <c:v>6.7434500000000002</c:v>
                </c:pt>
                <c:pt idx="23719">
                  <c:v>6.74376</c:v>
                </c:pt>
                <c:pt idx="23720">
                  <c:v>6.7440600000000002</c:v>
                </c:pt>
                <c:pt idx="23721">
                  <c:v>6.74437</c:v>
                </c:pt>
                <c:pt idx="23722">
                  <c:v>6.7446700000000002</c:v>
                </c:pt>
                <c:pt idx="23723">
                  <c:v>6.74498</c:v>
                </c:pt>
                <c:pt idx="23724">
                  <c:v>6.7452800000000002</c:v>
                </c:pt>
                <c:pt idx="23725">
                  <c:v>6.74559</c:v>
                </c:pt>
                <c:pt idx="23726">
                  <c:v>6.7458900000000002</c:v>
                </c:pt>
                <c:pt idx="23727">
                  <c:v>6.7462</c:v>
                </c:pt>
                <c:pt idx="23728">
                  <c:v>6.7465000000000002</c:v>
                </c:pt>
                <c:pt idx="23729">
                  <c:v>6.74681</c:v>
                </c:pt>
                <c:pt idx="23730">
                  <c:v>6.7471199999999998</c:v>
                </c:pt>
                <c:pt idx="23731">
                  <c:v>6.74742</c:v>
                </c:pt>
                <c:pt idx="23732">
                  <c:v>6.7477299999999998</c:v>
                </c:pt>
                <c:pt idx="23733">
                  <c:v>6.74803</c:v>
                </c:pt>
                <c:pt idx="23734">
                  <c:v>6.7483399999999998</c:v>
                </c:pt>
                <c:pt idx="23735">
                  <c:v>6.74864</c:v>
                </c:pt>
                <c:pt idx="23736">
                  <c:v>6.7489499999999998</c:v>
                </c:pt>
                <c:pt idx="23737">
                  <c:v>6.74925</c:v>
                </c:pt>
                <c:pt idx="23738">
                  <c:v>6.7495599999999998</c:v>
                </c:pt>
                <c:pt idx="23739">
                  <c:v>6.74986</c:v>
                </c:pt>
                <c:pt idx="23740">
                  <c:v>6.7501699999999998</c:v>
                </c:pt>
                <c:pt idx="23741">
                  <c:v>6.75047</c:v>
                </c:pt>
                <c:pt idx="23742">
                  <c:v>6.7507799999999998</c:v>
                </c:pt>
                <c:pt idx="23743">
                  <c:v>6.7510899999999996</c:v>
                </c:pt>
                <c:pt idx="23744">
                  <c:v>6.7513899999999998</c:v>
                </c:pt>
                <c:pt idx="23745">
                  <c:v>6.7516999999999996</c:v>
                </c:pt>
                <c:pt idx="23746">
                  <c:v>6.7519999999999998</c:v>
                </c:pt>
                <c:pt idx="23747">
                  <c:v>6.7523099999999996</c:v>
                </c:pt>
                <c:pt idx="23748">
                  <c:v>6.7526099999999998</c:v>
                </c:pt>
                <c:pt idx="23749">
                  <c:v>6.7529199999999996</c:v>
                </c:pt>
                <c:pt idx="23750">
                  <c:v>6.7532199999999998</c:v>
                </c:pt>
                <c:pt idx="23751">
                  <c:v>6.7535299999999996</c:v>
                </c:pt>
                <c:pt idx="23752">
                  <c:v>6.7538299999999998</c:v>
                </c:pt>
                <c:pt idx="23753">
                  <c:v>6.7541399999999996</c:v>
                </c:pt>
                <c:pt idx="23754">
                  <c:v>6.7544399999999998</c:v>
                </c:pt>
                <c:pt idx="23755">
                  <c:v>6.7547499999999996</c:v>
                </c:pt>
                <c:pt idx="23756">
                  <c:v>6.7550600000000003</c:v>
                </c:pt>
                <c:pt idx="23757">
                  <c:v>6.7553599999999996</c:v>
                </c:pt>
                <c:pt idx="23758">
                  <c:v>6.7556700000000003</c:v>
                </c:pt>
                <c:pt idx="23759">
                  <c:v>6.7559699999999996</c:v>
                </c:pt>
                <c:pt idx="23760">
                  <c:v>6.7562800000000003</c:v>
                </c:pt>
                <c:pt idx="23761">
                  <c:v>6.7565799999999996</c:v>
                </c:pt>
                <c:pt idx="23762">
                  <c:v>6.7568900000000003</c:v>
                </c:pt>
                <c:pt idx="23763">
                  <c:v>6.7571899999999996</c:v>
                </c:pt>
                <c:pt idx="23764">
                  <c:v>6.7575000000000003</c:v>
                </c:pt>
                <c:pt idx="23765">
                  <c:v>6.7577999999999996</c:v>
                </c:pt>
                <c:pt idx="23766">
                  <c:v>6.7581100000000003</c:v>
                </c:pt>
                <c:pt idx="23767">
                  <c:v>6.7584099999999996</c:v>
                </c:pt>
                <c:pt idx="23768">
                  <c:v>6.7587200000000003</c:v>
                </c:pt>
                <c:pt idx="23769">
                  <c:v>6.7590300000000001</c:v>
                </c:pt>
                <c:pt idx="23770">
                  <c:v>6.7593300000000003</c:v>
                </c:pt>
                <c:pt idx="23771">
                  <c:v>6.7596400000000001</c:v>
                </c:pt>
                <c:pt idx="23772">
                  <c:v>6.7599400000000003</c:v>
                </c:pt>
                <c:pt idx="23773">
                  <c:v>6.7602500000000001</c:v>
                </c:pt>
                <c:pt idx="23774">
                  <c:v>6.7605500000000003</c:v>
                </c:pt>
                <c:pt idx="23775">
                  <c:v>6.7608600000000001</c:v>
                </c:pt>
                <c:pt idx="23776">
                  <c:v>6.7611600000000003</c:v>
                </c:pt>
                <c:pt idx="23777">
                  <c:v>6.7614700000000001</c:v>
                </c:pt>
                <c:pt idx="23778">
                  <c:v>6.7617700000000003</c:v>
                </c:pt>
                <c:pt idx="23779">
                  <c:v>6.7620800000000001</c:v>
                </c:pt>
                <c:pt idx="23780">
                  <c:v>6.7623800000000003</c:v>
                </c:pt>
                <c:pt idx="23781">
                  <c:v>6.7626900000000001</c:v>
                </c:pt>
                <c:pt idx="23782">
                  <c:v>6.7629999999999999</c:v>
                </c:pt>
                <c:pt idx="23783">
                  <c:v>6.7633000000000001</c:v>
                </c:pt>
                <c:pt idx="23784">
                  <c:v>6.7636099999999999</c:v>
                </c:pt>
                <c:pt idx="23785">
                  <c:v>6.7639100000000001</c:v>
                </c:pt>
                <c:pt idx="23786">
                  <c:v>6.7642199999999999</c:v>
                </c:pt>
                <c:pt idx="23787">
                  <c:v>6.7645200000000001</c:v>
                </c:pt>
                <c:pt idx="23788">
                  <c:v>6.7648299999999999</c:v>
                </c:pt>
                <c:pt idx="23789">
                  <c:v>6.7651300000000001</c:v>
                </c:pt>
                <c:pt idx="23790">
                  <c:v>6.7654399999999999</c:v>
                </c:pt>
                <c:pt idx="23791">
                  <c:v>6.7657400000000001</c:v>
                </c:pt>
                <c:pt idx="23792">
                  <c:v>6.7660499999999999</c:v>
                </c:pt>
                <c:pt idx="23793">
                  <c:v>6.7663599999999997</c:v>
                </c:pt>
                <c:pt idx="23794">
                  <c:v>6.7666599999999999</c:v>
                </c:pt>
                <c:pt idx="23795">
                  <c:v>6.7669699999999997</c:v>
                </c:pt>
                <c:pt idx="23796">
                  <c:v>6.7672699999999999</c:v>
                </c:pt>
                <c:pt idx="23797">
                  <c:v>6.7675799999999997</c:v>
                </c:pt>
                <c:pt idx="23798">
                  <c:v>6.7678799999999999</c:v>
                </c:pt>
                <c:pt idx="23799">
                  <c:v>6.7681899999999997</c:v>
                </c:pt>
                <c:pt idx="23800">
                  <c:v>6.7684899999999999</c:v>
                </c:pt>
                <c:pt idx="23801">
                  <c:v>6.7687999999999997</c:v>
                </c:pt>
                <c:pt idx="23802">
                  <c:v>6.7690999999999999</c:v>
                </c:pt>
                <c:pt idx="23803">
                  <c:v>6.7694099999999997</c:v>
                </c:pt>
                <c:pt idx="23804">
                  <c:v>6.7697099999999999</c:v>
                </c:pt>
                <c:pt idx="23805">
                  <c:v>6.7700199999999997</c:v>
                </c:pt>
                <c:pt idx="23806">
                  <c:v>6.7703300000000004</c:v>
                </c:pt>
                <c:pt idx="23807">
                  <c:v>6.7706299999999997</c:v>
                </c:pt>
                <c:pt idx="23808">
                  <c:v>6.7709400000000004</c:v>
                </c:pt>
                <c:pt idx="23809">
                  <c:v>6.7712399999999997</c:v>
                </c:pt>
                <c:pt idx="23810">
                  <c:v>6.7715500000000004</c:v>
                </c:pt>
                <c:pt idx="23811">
                  <c:v>6.7718499999999997</c:v>
                </c:pt>
                <c:pt idx="23812">
                  <c:v>6.7721600000000004</c:v>
                </c:pt>
                <c:pt idx="23813">
                  <c:v>6.7724599999999997</c:v>
                </c:pt>
                <c:pt idx="23814">
                  <c:v>6.7727700000000004</c:v>
                </c:pt>
                <c:pt idx="23815">
                  <c:v>6.7730699999999997</c:v>
                </c:pt>
                <c:pt idx="23816">
                  <c:v>6.7733800000000004</c:v>
                </c:pt>
                <c:pt idx="23817">
                  <c:v>6.7736799999999997</c:v>
                </c:pt>
                <c:pt idx="23818">
                  <c:v>6.7739900000000004</c:v>
                </c:pt>
                <c:pt idx="23819">
                  <c:v>6.7743000000000002</c:v>
                </c:pt>
                <c:pt idx="23820">
                  <c:v>6.7746000000000004</c:v>
                </c:pt>
                <c:pt idx="23821">
                  <c:v>6.7749100000000002</c:v>
                </c:pt>
                <c:pt idx="23822">
                  <c:v>6.7752100000000004</c:v>
                </c:pt>
                <c:pt idx="23823">
                  <c:v>6.7755200000000002</c:v>
                </c:pt>
                <c:pt idx="23824">
                  <c:v>6.7758200000000004</c:v>
                </c:pt>
                <c:pt idx="23825">
                  <c:v>6.7761300000000002</c:v>
                </c:pt>
                <c:pt idx="23826">
                  <c:v>6.7764300000000004</c:v>
                </c:pt>
                <c:pt idx="23827">
                  <c:v>6.7767400000000002</c:v>
                </c:pt>
                <c:pt idx="23828">
                  <c:v>6.7770400000000004</c:v>
                </c:pt>
                <c:pt idx="23829">
                  <c:v>6.7773500000000002</c:v>
                </c:pt>
                <c:pt idx="23830">
                  <c:v>6.7776500000000004</c:v>
                </c:pt>
                <c:pt idx="23831">
                  <c:v>6.7779600000000002</c:v>
                </c:pt>
                <c:pt idx="23832">
                  <c:v>6.77827</c:v>
                </c:pt>
                <c:pt idx="23833">
                  <c:v>6.7785700000000002</c:v>
                </c:pt>
                <c:pt idx="23834">
                  <c:v>6.77888</c:v>
                </c:pt>
                <c:pt idx="23835">
                  <c:v>6.7791800000000002</c:v>
                </c:pt>
                <c:pt idx="23836">
                  <c:v>6.77949</c:v>
                </c:pt>
                <c:pt idx="23837">
                  <c:v>6.7797900000000002</c:v>
                </c:pt>
                <c:pt idx="23838">
                  <c:v>6.7801</c:v>
                </c:pt>
                <c:pt idx="23839">
                  <c:v>6.7804000000000002</c:v>
                </c:pt>
                <c:pt idx="23840">
                  <c:v>6.78071</c:v>
                </c:pt>
                <c:pt idx="23841">
                  <c:v>6.7810100000000002</c:v>
                </c:pt>
                <c:pt idx="23842">
                  <c:v>6.78132</c:v>
                </c:pt>
                <c:pt idx="23843">
                  <c:v>6.7816200000000002</c:v>
                </c:pt>
                <c:pt idx="23844">
                  <c:v>6.78193</c:v>
                </c:pt>
                <c:pt idx="23845">
                  <c:v>6.7822399999999998</c:v>
                </c:pt>
                <c:pt idx="23846">
                  <c:v>6.78254</c:v>
                </c:pt>
                <c:pt idx="23847">
                  <c:v>6.7828499999999998</c:v>
                </c:pt>
                <c:pt idx="23848">
                  <c:v>6.78315</c:v>
                </c:pt>
                <c:pt idx="23849">
                  <c:v>6.7834599999999998</c:v>
                </c:pt>
                <c:pt idx="23850">
                  <c:v>6.78376</c:v>
                </c:pt>
                <c:pt idx="23851">
                  <c:v>6.7840699999999998</c:v>
                </c:pt>
                <c:pt idx="23852">
                  <c:v>6.78437</c:v>
                </c:pt>
                <c:pt idx="23853">
                  <c:v>6.7846799999999998</c:v>
                </c:pt>
                <c:pt idx="23854">
                  <c:v>6.78498</c:v>
                </c:pt>
                <c:pt idx="23855">
                  <c:v>6.7852899999999998</c:v>
                </c:pt>
                <c:pt idx="23856">
                  <c:v>6.7855999999999996</c:v>
                </c:pt>
                <c:pt idx="23857">
                  <c:v>6.7858999999999998</c:v>
                </c:pt>
                <c:pt idx="23858">
                  <c:v>6.7862099999999996</c:v>
                </c:pt>
                <c:pt idx="23859">
                  <c:v>6.7865099999999998</c:v>
                </c:pt>
                <c:pt idx="23860">
                  <c:v>6.7868199999999996</c:v>
                </c:pt>
                <c:pt idx="23861">
                  <c:v>6.7871199999999998</c:v>
                </c:pt>
                <c:pt idx="23862">
                  <c:v>6.7874299999999996</c:v>
                </c:pt>
                <c:pt idx="23863">
                  <c:v>6.7877299999999998</c:v>
                </c:pt>
                <c:pt idx="23864">
                  <c:v>6.7880399999999996</c:v>
                </c:pt>
                <c:pt idx="23865">
                  <c:v>6.7883399999999998</c:v>
                </c:pt>
                <c:pt idx="23866">
                  <c:v>6.7886499999999996</c:v>
                </c:pt>
                <c:pt idx="23867">
                  <c:v>6.7889499999999998</c:v>
                </c:pt>
                <c:pt idx="23868">
                  <c:v>6.7892599999999996</c:v>
                </c:pt>
                <c:pt idx="23869">
                  <c:v>6.7895700000000003</c:v>
                </c:pt>
                <c:pt idx="23870">
                  <c:v>6.7898699999999996</c:v>
                </c:pt>
                <c:pt idx="23871">
                  <c:v>6.7901800000000003</c:v>
                </c:pt>
                <c:pt idx="23872">
                  <c:v>6.7904799999999996</c:v>
                </c:pt>
                <c:pt idx="23873">
                  <c:v>6.7907900000000003</c:v>
                </c:pt>
                <c:pt idx="23874">
                  <c:v>6.7910899999999996</c:v>
                </c:pt>
                <c:pt idx="23875">
                  <c:v>6.7914000000000003</c:v>
                </c:pt>
                <c:pt idx="23876">
                  <c:v>6.7916999999999996</c:v>
                </c:pt>
                <c:pt idx="23877">
                  <c:v>6.7920100000000003</c:v>
                </c:pt>
                <c:pt idx="23878">
                  <c:v>6.7923099999999996</c:v>
                </c:pt>
                <c:pt idx="23879">
                  <c:v>6.7926200000000003</c:v>
                </c:pt>
                <c:pt idx="23880">
                  <c:v>6.7929199999999996</c:v>
                </c:pt>
                <c:pt idx="23881">
                  <c:v>6.7932300000000003</c:v>
                </c:pt>
                <c:pt idx="23882">
                  <c:v>6.7935400000000001</c:v>
                </c:pt>
                <c:pt idx="23883">
                  <c:v>6.7938400000000003</c:v>
                </c:pt>
                <c:pt idx="23884">
                  <c:v>6.7941500000000001</c:v>
                </c:pt>
                <c:pt idx="23885">
                  <c:v>6.7944500000000003</c:v>
                </c:pt>
                <c:pt idx="23886">
                  <c:v>6.7947600000000001</c:v>
                </c:pt>
                <c:pt idx="23887">
                  <c:v>6.7950600000000003</c:v>
                </c:pt>
                <c:pt idx="23888">
                  <c:v>6.7953700000000001</c:v>
                </c:pt>
                <c:pt idx="23889">
                  <c:v>6.7956700000000003</c:v>
                </c:pt>
                <c:pt idx="23890">
                  <c:v>6.7959800000000001</c:v>
                </c:pt>
                <c:pt idx="23891">
                  <c:v>6.7962800000000003</c:v>
                </c:pt>
                <c:pt idx="23892">
                  <c:v>6.7965900000000001</c:v>
                </c:pt>
                <c:pt idx="23893">
                  <c:v>6.7968900000000003</c:v>
                </c:pt>
                <c:pt idx="23894">
                  <c:v>6.7972000000000001</c:v>
                </c:pt>
                <c:pt idx="23895">
                  <c:v>6.7975099999999999</c:v>
                </c:pt>
                <c:pt idx="23896">
                  <c:v>6.7978100000000001</c:v>
                </c:pt>
                <c:pt idx="23897">
                  <c:v>6.7981199999999999</c:v>
                </c:pt>
                <c:pt idx="23898">
                  <c:v>6.7984200000000001</c:v>
                </c:pt>
                <c:pt idx="23899">
                  <c:v>6.7987299999999999</c:v>
                </c:pt>
                <c:pt idx="23900">
                  <c:v>6.7990300000000001</c:v>
                </c:pt>
                <c:pt idx="23901">
                  <c:v>6.7993399999999999</c:v>
                </c:pt>
                <c:pt idx="23902">
                  <c:v>6.7996400000000001</c:v>
                </c:pt>
                <c:pt idx="23903">
                  <c:v>6.7999499999999999</c:v>
                </c:pt>
                <c:pt idx="23904">
                  <c:v>6.8002500000000001</c:v>
                </c:pt>
                <c:pt idx="23905">
                  <c:v>6.8005599999999999</c:v>
                </c:pt>
                <c:pt idx="23906">
                  <c:v>6.8008699999999997</c:v>
                </c:pt>
                <c:pt idx="23907">
                  <c:v>6.8011699999999999</c:v>
                </c:pt>
                <c:pt idx="23908">
                  <c:v>6.8014799999999997</c:v>
                </c:pt>
                <c:pt idx="23909">
                  <c:v>6.8017799999999999</c:v>
                </c:pt>
                <c:pt idx="23910">
                  <c:v>6.8020899999999997</c:v>
                </c:pt>
                <c:pt idx="23911">
                  <c:v>6.8023899999999999</c:v>
                </c:pt>
                <c:pt idx="23912">
                  <c:v>6.8026999999999997</c:v>
                </c:pt>
                <c:pt idx="23913">
                  <c:v>6.8029999999999999</c:v>
                </c:pt>
                <c:pt idx="23914">
                  <c:v>6.8033099999999997</c:v>
                </c:pt>
                <c:pt idx="23915">
                  <c:v>6.8036099999999999</c:v>
                </c:pt>
                <c:pt idx="23916">
                  <c:v>6.8039199999999997</c:v>
                </c:pt>
                <c:pt idx="23917">
                  <c:v>6.8042199999999999</c:v>
                </c:pt>
                <c:pt idx="23918">
                  <c:v>6.8045299999999997</c:v>
                </c:pt>
                <c:pt idx="23919">
                  <c:v>6.8048400000000004</c:v>
                </c:pt>
                <c:pt idx="23920">
                  <c:v>6.8051399999999997</c:v>
                </c:pt>
                <c:pt idx="23921">
                  <c:v>6.8054500000000004</c:v>
                </c:pt>
                <c:pt idx="23922">
                  <c:v>6.8057499999999997</c:v>
                </c:pt>
                <c:pt idx="23923">
                  <c:v>6.8060600000000004</c:v>
                </c:pt>
                <c:pt idx="23924">
                  <c:v>6.8063599999999997</c:v>
                </c:pt>
                <c:pt idx="23925">
                  <c:v>6.8066700000000004</c:v>
                </c:pt>
                <c:pt idx="23926">
                  <c:v>6.8069699999999997</c:v>
                </c:pt>
                <c:pt idx="23927">
                  <c:v>6.8072800000000004</c:v>
                </c:pt>
                <c:pt idx="23928">
                  <c:v>6.8075799999999997</c:v>
                </c:pt>
                <c:pt idx="23929">
                  <c:v>6.8078900000000004</c:v>
                </c:pt>
                <c:pt idx="23930">
                  <c:v>6.8081899999999997</c:v>
                </c:pt>
                <c:pt idx="23931">
                  <c:v>6.8085000000000004</c:v>
                </c:pt>
                <c:pt idx="23932">
                  <c:v>6.8088100000000003</c:v>
                </c:pt>
                <c:pt idx="23933">
                  <c:v>6.8091100000000004</c:v>
                </c:pt>
                <c:pt idx="23934">
                  <c:v>6.8094200000000003</c:v>
                </c:pt>
                <c:pt idx="23935">
                  <c:v>6.8097200000000004</c:v>
                </c:pt>
                <c:pt idx="23936">
                  <c:v>6.8100300000000002</c:v>
                </c:pt>
                <c:pt idx="23937">
                  <c:v>6.8103300000000004</c:v>
                </c:pt>
                <c:pt idx="23938">
                  <c:v>6.8106400000000002</c:v>
                </c:pt>
                <c:pt idx="23939">
                  <c:v>6.8109400000000004</c:v>
                </c:pt>
                <c:pt idx="23940">
                  <c:v>6.8112500000000002</c:v>
                </c:pt>
                <c:pt idx="23941">
                  <c:v>6.8115500000000004</c:v>
                </c:pt>
                <c:pt idx="23942">
                  <c:v>6.8118600000000002</c:v>
                </c:pt>
                <c:pt idx="23943">
                  <c:v>6.8121600000000004</c:v>
                </c:pt>
                <c:pt idx="23944">
                  <c:v>6.8124700000000002</c:v>
                </c:pt>
                <c:pt idx="23945">
                  <c:v>6.8127800000000001</c:v>
                </c:pt>
                <c:pt idx="23946">
                  <c:v>6.8130800000000002</c:v>
                </c:pt>
                <c:pt idx="23947">
                  <c:v>6.8133900000000001</c:v>
                </c:pt>
                <c:pt idx="23948">
                  <c:v>6.8136900000000002</c:v>
                </c:pt>
                <c:pt idx="23949">
                  <c:v>6.8140000000000001</c:v>
                </c:pt>
                <c:pt idx="23950">
                  <c:v>6.8143000000000002</c:v>
                </c:pt>
                <c:pt idx="23951">
                  <c:v>6.8146100000000001</c:v>
                </c:pt>
                <c:pt idx="23952">
                  <c:v>6.8149100000000002</c:v>
                </c:pt>
                <c:pt idx="23953">
                  <c:v>6.8152200000000001</c:v>
                </c:pt>
                <c:pt idx="23954">
                  <c:v>6.8155200000000002</c:v>
                </c:pt>
                <c:pt idx="23955">
                  <c:v>6.8158300000000001</c:v>
                </c:pt>
                <c:pt idx="23956">
                  <c:v>6.8161300000000002</c:v>
                </c:pt>
                <c:pt idx="23957">
                  <c:v>6.8164400000000001</c:v>
                </c:pt>
                <c:pt idx="23958">
                  <c:v>6.8167499999999999</c:v>
                </c:pt>
                <c:pt idx="23959">
                  <c:v>6.8170500000000001</c:v>
                </c:pt>
                <c:pt idx="23960">
                  <c:v>6.8173599999999999</c:v>
                </c:pt>
                <c:pt idx="23961">
                  <c:v>6.8176600000000001</c:v>
                </c:pt>
                <c:pt idx="23962">
                  <c:v>6.8179699999999999</c:v>
                </c:pt>
                <c:pt idx="23963">
                  <c:v>6.8182700000000001</c:v>
                </c:pt>
                <c:pt idx="23964">
                  <c:v>6.8185799999999999</c:v>
                </c:pt>
                <c:pt idx="23965">
                  <c:v>6.8188800000000001</c:v>
                </c:pt>
                <c:pt idx="23966">
                  <c:v>6.8191899999999999</c:v>
                </c:pt>
                <c:pt idx="23967">
                  <c:v>6.8194900000000001</c:v>
                </c:pt>
                <c:pt idx="23968">
                  <c:v>6.8197999999999999</c:v>
                </c:pt>
                <c:pt idx="23969">
                  <c:v>6.8201099999999997</c:v>
                </c:pt>
                <c:pt idx="23970">
                  <c:v>6.8204099999999999</c:v>
                </c:pt>
                <c:pt idx="23971">
                  <c:v>6.8207199999999997</c:v>
                </c:pt>
                <c:pt idx="23972">
                  <c:v>6.8210199999999999</c:v>
                </c:pt>
                <c:pt idx="23973">
                  <c:v>6.8213299999999997</c:v>
                </c:pt>
                <c:pt idx="23974">
                  <c:v>6.8216299999999999</c:v>
                </c:pt>
                <c:pt idx="23975">
                  <c:v>6.8219399999999997</c:v>
                </c:pt>
                <c:pt idx="23976">
                  <c:v>6.8222399999999999</c:v>
                </c:pt>
                <c:pt idx="23977">
                  <c:v>6.8225499999999997</c:v>
                </c:pt>
                <c:pt idx="23978">
                  <c:v>6.8228499999999999</c:v>
                </c:pt>
                <c:pt idx="23979">
                  <c:v>6.8231599999999997</c:v>
                </c:pt>
                <c:pt idx="23980">
                  <c:v>6.8234599999999999</c:v>
                </c:pt>
                <c:pt idx="23981">
                  <c:v>6.8237699999999997</c:v>
                </c:pt>
                <c:pt idx="23982">
                  <c:v>6.8240800000000004</c:v>
                </c:pt>
                <c:pt idx="23983">
                  <c:v>6.8243799999999997</c:v>
                </c:pt>
                <c:pt idx="23984">
                  <c:v>6.8246900000000004</c:v>
                </c:pt>
                <c:pt idx="23985">
                  <c:v>6.8249899999999997</c:v>
                </c:pt>
                <c:pt idx="23986">
                  <c:v>6.8253000000000004</c:v>
                </c:pt>
                <c:pt idx="23987">
                  <c:v>6.8255999999999997</c:v>
                </c:pt>
                <c:pt idx="23988">
                  <c:v>6.8259100000000004</c:v>
                </c:pt>
                <c:pt idx="23989">
                  <c:v>6.8262099999999997</c:v>
                </c:pt>
                <c:pt idx="23990">
                  <c:v>6.8265200000000004</c:v>
                </c:pt>
                <c:pt idx="23991">
                  <c:v>6.8268199999999997</c:v>
                </c:pt>
                <c:pt idx="23992">
                  <c:v>6.8271300000000004</c:v>
                </c:pt>
                <c:pt idx="23993">
                  <c:v>6.8274299999999997</c:v>
                </c:pt>
                <c:pt idx="23994">
                  <c:v>6.8277400000000004</c:v>
                </c:pt>
                <c:pt idx="23995">
                  <c:v>6.8280500000000002</c:v>
                </c:pt>
                <c:pt idx="23996">
                  <c:v>6.8283500000000004</c:v>
                </c:pt>
                <c:pt idx="23997">
                  <c:v>6.8286600000000002</c:v>
                </c:pt>
                <c:pt idx="23998">
                  <c:v>6.8289600000000004</c:v>
                </c:pt>
                <c:pt idx="23999">
                  <c:v>6.8292700000000002</c:v>
                </c:pt>
                <c:pt idx="24000">
                  <c:v>6.8295700000000004</c:v>
                </c:pt>
                <c:pt idx="24001">
                  <c:v>6.8298800000000002</c:v>
                </c:pt>
                <c:pt idx="24002">
                  <c:v>6.8301800000000004</c:v>
                </c:pt>
                <c:pt idx="24003">
                  <c:v>6.8304900000000002</c:v>
                </c:pt>
                <c:pt idx="24004">
                  <c:v>6.8307900000000004</c:v>
                </c:pt>
                <c:pt idx="24005">
                  <c:v>6.8311000000000002</c:v>
                </c:pt>
                <c:pt idx="24006">
                  <c:v>6.8314000000000004</c:v>
                </c:pt>
                <c:pt idx="24007">
                  <c:v>6.8317100000000002</c:v>
                </c:pt>
                <c:pt idx="24008">
                  <c:v>6.83202</c:v>
                </c:pt>
                <c:pt idx="24009">
                  <c:v>6.8323200000000002</c:v>
                </c:pt>
                <c:pt idx="24010">
                  <c:v>6.83263</c:v>
                </c:pt>
                <c:pt idx="24011">
                  <c:v>6.8329300000000002</c:v>
                </c:pt>
                <c:pt idx="24012">
                  <c:v>6.83324</c:v>
                </c:pt>
                <c:pt idx="24013">
                  <c:v>6.8335400000000002</c:v>
                </c:pt>
                <c:pt idx="24014">
                  <c:v>6.83385</c:v>
                </c:pt>
                <c:pt idx="24015">
                  <c:v>6.8341500000000002</c:v>
                </c:pt>
                <c:pt idx="24016">
                  <c:v>6.83446</c:v>
                </c:pt>
                <c:pt idx="24017">
                  <c:v>6.8347600000000002</c:v>
                </c:pt>
                <c:pt idx="24018">
                  <c:v>6.83507</c:v>
                </c:pt>
                <c:pt idx="24019">
                  <c:v>6.8353700000000002</c:v>
                </c:pt>
                <c:pt idx="24020">
                  <c:v>6.83568</c:v>
                </c:pt>
                <c:pt idx="24021">
                  <c:v>6.8359899999999998</c:v>
                </c:pt>
                <c:pt idx="24022">
                  <c:v>6.83629</c:v>
                </c:pt>
                <c:pt idx="24023">
                  <c:v>6.8365999999999998</c:v>
                </c:pt>
                <c:pt idx="24024">
                  <c:v>6.8369</c:v>
                </c:pt>
                <c:pt idx="24025">
                  <c:v>6.8372099999999998</c:v>
                </c:pt>
                <c:pt idx="24026">
                  <c:v>6.83751</c:v>
                </c:pt>
                <c:pt idx="24027">
                  <c:v>6.8378199999999998</c:v>
                </c:pt>
                <c:pt idx="24028">
                  <c:v>6.83812</c:v>
                </c:pt>
                <c:pt idx="24029">
                  <c:v>6.8384299999999998</c:v>
                </c:pt>
                <c:pt idx="24030">
                  <c:v>6.83873</c:v>
                </c:pt>
                <c:pt idx="24031">
                  <c:v>6.8390399999999998</c:v>
                </c:pt>
                <c:pt idx="24032">
                  <c:v>6.8393499999999996</c:v>
                </c:pt>
                <c:pt idx="24033">
                  <c:v>6.8396499999999998</c:v>
                </c:pt>
                <c:pt idx="24034">
                  <c:v>6.8399599999999996</c:v>
                </c:pt>
                <c:pt idx="24035">
                  <c:v>6.8402599999999998</c:v>
                </c:pt>
                <c:pt idx="24036">
                  <c:v>6.8405699999999996</c:v>
                </c:pt>
                <c:pt idx="24037">
                  <c:v>6.8408699999999998</c:v>
                </c:pt>
                <c:pt idx="24038">
                  <c:v>6.8411799999999996</c:v>
                </c:pt>
                <c:pt idx="24039">
                  <c:v>6.8414799999999998</c:v>
                </c:pt>
                <c:pt idx="24040">
                  <c:v>6.8417899999999996</c:v>
                </c:pt>
                <c:pt idx="24041">
                  <c:v>6.8420899999999998</c:v>
                </c:pt>
                <c:pt idx="24042">
                  <c:v>6.8423999999999996</c:v>
                </c:pt>
                <c:pt idx="24043">
                  <c:v>6.8426999999999998</c:v>
                </c:pt>
                <c:pt idx="24044">
                  <c:v>6.8430099999999996</c:v>
                </c:pt>
                <c:pt idx="24045">
                  <c:v>6.8433200000000003</c:v>
                </c:pt>
                <c:pt idx="24046">
                  <c:v>6.8436199999999996</c:v>
                </c:pt>
                <c:pt idx="24047">
                  <c:v>6.8439300000000003</c:v>
                </c:pt>
                <c:pt idx="24048">
                  <c:v>6.8442299999999996</c:v>
                </c:pt>
                <c:pt idx="24049">
                  <c:v>6.8445400000000003</c:v>
                </c:pt>
                <c:pt idx="24050">
                  <c:v>6.8448399999999996</c:v>
                </c:pt>
                <c:pt idx="24051">
                  <c:v>6.8451500000000003</c:v>
                </c:pt>
                <c:pt idx="24052">
                  <c:v>6.8454499999999996</c:v>
                </c:pt>
                <c:pt idx="24053">
                  <c:v>6.8457600000000003</c:v>
                </c:pt>
                <c:pt idx="24054">
                  <c:v>6.8460599999999996</c:v>
                </c:pt>
                <c:pt idx="24055">
                  <c:v>6.8463700000000003</c:v>
                </c:pt>
                <c:pt idx="24056">
                  <c:v>6.8466699999999996</c:v>
                </c:pt>
                <c:pt idx="24057">
                  <c:v>6.8469800000000003</c:v>
                </c:pt>
                <c:pt idx="24058">
                  <c:v>6.8472900000000001</c:v>
                </c:pt>
                <c:pt idx="24059">
                  <c:v>6.8475900000000003</c:v>
                </c:pt>
                <c:pt idx="24060">
                  <c:v>6.8479000000000001</c:v>
                </c:pt>
                <c:pt idx="24061">
                  <c:v>6.8482000000000003</c:v>
                </c:pt>
                <c:pt idx="24062">
                  <c:v>6.8485100000000001</c:v>
                </c:pt>
                <c:pt idx="24063">
                  <c:v>6.8488100000000003</c:v>
                </c:pt>
                <c:pt idx="24064">
                  <c:v>6.8491200000000001</c:v>
                </c:pt>
                <c:pt idx="24065">
                  <c:v>6.8494200000000003</c:v>
                </c:pt>
                <c:pt idx="24066">
                  <c:v>6.8497300000000001</c:v>
                </c:pt>
                <c:pt idx="24067">
                  <c:v>6.8500300000000003</c:v>
                </c:pt>
                <c:pt idx="24068">
                  <c:v>6.8503400000000001</c:v>
                </c:pt>
                <c:pt idx="24069">
                  <c:v>6.8506400000000003</c:v>
                </c:pt>
                <c:pt idx="24070">
                  <c:v>6.8509500000000001</c:v>
                </c:pt>
                <c:pt idx="24071">
                  <c:v>6.8512599999999999</c:v>
                </c:pt>
                <c:pt idx="24072">
                  <c:v>6.8515600000000001</c:v>
                </c:pt>
                <c:pt idx="24073">
                  <c:v>6.8518699999999999</c:v>
                </c:pt>
                <c:pt idx="24074">
                  <c:v>6.8521700000000001</c:v>
                </c:pt>
                <c:pt idx="24075">
                  <c:v>6.8524799999999999</c:v>
                </c:pt>
                <c:pt idx="24076">
                  <c:v>6.8527800000000001</c:v>
                </c:pt>
                <c:pt idx="24077">
                  <c:v>6.8530899999999999</c:v>
                </c:pt>
                <c:pt idx="24078">
                  <c:v>6.8533900000000001</c:v>
                </c:pt>
                <c:pt idx="24079">
                  <c:v>6.8536999999999999</c:v>
                </c:pt>
                <c:pt idx="24080">
                  <c:v>6.8540000000000001</c:v>
                </c:pt>
                <c:pt idx="24081">
                  <c:v>6.8543099999999999</c:v>
                </c:pt>
                <c:pt idx="24082">
                  <c:v>6.8546199999999997</c:v>
                </c:pt>
                <c:pt idx="24083">
                  <c:v>6.8549199999999999</c:v>
                </c:pt>
                <c:pt idx="24084">
                  <c:v>6.8552299999999997</c:v>
                </c:pt>
                <c:pt idx="24085">
                  <c:v>6.8555299999999999</c:v>
                </c:pt>
                <c:pt idx="24086">
                  <c:v>6.8558399999999997</c:v>
                </c:pt>
                <c:pt idx="24087">
                  <c:v>6.8561399999999999</c:v>
                </c:pt>
                <c:pt idx="24088">
                  <c:v>6.8564499999999997</c:v>
                </c:pt>
                <c:pt idx="24089">
                  <c:v>6.8567499999999999</c:v>
                </c:pt>
                <c:pt idx="24090">
                  <c:v>6.8570599999999997</c:v>
                </c:pt>
                <c:pt idx="24091">
                  <c:v>6.8573599999999999</c:v>
                </c:pt>
                <c:pt idx="24092">
                  <c:v>6.8576699999999997</c:v>
                </c:pt>
                <c:pt idx="24093">
                  <c:v>6.8579699999999999</c:v>
                </c:pt>
                <c:pt idx="24094">
                  <c:v>6.8582799999999997</c:v>
                </c:pt>
                <c:pt idx="24095">
                  <c:v>6.8585900000000004</c:v>
                </c:pt>
                <c:pt idx="24096">
                  <c:v>6.8588899999999997</c:v>
                </c:pt>
                <c:pt idx="24097">
                  <c:v>6.8592000000000004</c:v>
                </c:pt>
                <c:pt idx="24098">
                  <c:v>6.8594999999999997</c:v>
                </c:pt>
                <c:pt idx="24099">
                  <c:v>6.8598100000000004</c:v>
                </c:pt>
                <c:pt idx="24100">
                  <c:v>6.8601099999999997</c:v>
                </c:pt>
                <c:pt idx="24101">
                  <c:v>6.8604200000000004</c:v>
                </c:pt>
                <c:pt idx="24102">
                  <c:v>6.8607199999999997</c:v>
                </c:pt>
                <c:pt idx="24103">
                  <c:v>6.8610300000000004</c:v>
                </c:pt>
                <c:pt idx="24104">
                  <c:v>6.8613299999999997</c:v>
                </c:pt>
                <c:pt idx="24105">
                  <c:v>6.8616400000000004</c:v>
                </c:pt>
                <c:pt idx="24106">
                  <c:v>6.8619399999999997</c:v>
                </c:pt>
                <c:pt idx="24107">
                  <c:v>6.8622500000000004</c:v>
                </c:pt>
                <c:pt idx="24108">
                  <c:v>6.8625600000000002</c:v>
                </c:pt>
                <c:pt idx="24109">
                  <c:v>6.8628600000000004</c:v>
                </c:pt>
                <c:pt idx="24110">
                  <c:v>6.8631700000000002</c:v>
                </c:pt>
                <c:pt idx="24111">
                  <c:v>6.8634700000000004</c:v>
                </c:pt>
                <c:pt idx="24112">
                  <c:v>6.8637800000000002</c:v>
                </c:pt>
                <c:pt idx="24113">
                  <c:v>6.8640800000000004</c:v>
                </c:pt>
                <c:pt idx="24114">
                  <c:v>6.8643900000000002</c:v>
                </c:pt>
                <c:pt idx="24115">
                  <c:v>6.8646900000000004</c:v>
                </c:pt>
                <c:pt idx="24116">
                  <c:v>6.8650000000000002</c:v>
                </c:pt>
                <c:pt idx="24117">
                  <c:v>6.8653000000000004</c:v>
                </c:pt>
                <c:pt idx="24118">
                  <c:v>6.8656100000000002</c:v>
                </c:pt>
                <c:pt idx="24119">
                  <c:v>6.8659100000000004</c:v>
                </c:pt>
                <c:pt idx="24120">
                  <c:v>6.8662200000000002</c:v>
                </c:pt>
                <c:pt idx="24121">
                  <c:v>6.86653</c:v>
                </c:pt>
                <c:pt idx="24122">
                  <c:v>6.8668300000000002</c:v>
                </c:pt>
                <c:pt idx="24123">
                  <c:v>6.86714</c:v>
                </c:pt>
                <c:pt idx="24124">
                  <c:v>6.8674400000000002</c:v>
                </c:pt>
                <c:pt idx="24125">
                  <c:v>6.86775</c:v>
                </c:pt>
                <c:pt idx="24126">
                  <c:v>6.8680500000000002</c:v>
                </c:pt>
                <c:pt idx="24127">
                  <c:v>6.86836</c:v>
                </c:pt>
                <c:pt idx="24128">
                  <c:v>6.8686600000000002</c:v>
                </c:pt>
                <c:pt idx="24129">
                  <c:v>6.86897</c:v>
                </c:pt>
                <c:pt idx="24130">
                  <c:v>6.8692700000000002</c:v>
                </c:pt>
                <c:pt idx="24131">
                  <c:v>6.86958</c:v>
                </c:pt>
                <c:pt idx="24132">
                  <c:v>6.8698800000000002</c:v>
                </c:pt>
                <c:pt idx="24133">
                  <c:v>6.87019</c:v>
                </c:pt>
                <c:pt idx="24134">
                  <c:v>6.8704999999999998</c:v>
                </c:pt>
                <c:pt idx="24135">
                  <c:v>6.8708</c:v>
                </c:pt>
                <c:pt idx="24136">
                  <c:v>6.8711099999999998</c:v>
                </c:pt>
                <c:pt idx="24137">
                  <c:v>6.87141</c:v>
                </c:pt>
                <c:pt idx="24138">
                  <c:v>6.8717199999999998</c:v>
                </c:pt>
                <c:pt idx="24139">
                  <c:v>6.87202</c:v>
                </c:pt>
                <c:pt idx="24140">
                  <c:v>6.8723299999999998</c:v>
                </c:pt>
                <c:pt idx="24141">
                  <c:v>6.87263</c:v>
                </c:pt>
                <c:pt idx="24142">
                  <c:v>6.8729399999999998</c:v>
                </c:pt>
                <c:pt idx="24143">
                  <c:v>6.87324</c:v>
                </c:pt>
                <c:pt idx="24144">
                  <c:v>6.8735499999999998</c:v>
                </c:pt>
                <c:pt idx="24145">
                  <c:v>6.8738599999999996</c:v>
                </c:pt>
                <c:pt idx="24146">
                  <c:v>6.8741599999999998</c:v>
                </c:pt>
                <c:pt idx="24147">
                  <c:v>6.8744699999999996</c:v>
                </c:pt>
                <c:pt idx="24148">
                  <c:v>6.8747699999999998</c:v>
                </c:pt>
                <c:pt idx="24149">
                  <c:v>6.8750799999999996</c:v>
                </c:pt>
                <c:pt idx="24150">
                  <c:v>6.8753799999999998</c:v>
                </c:pt>
                <c:pt idx="24151">
                  <c:v>6.8756899999999996</c:v>
                </c:pt>
                <c:pt idx="24152">
                  <c:v>6.8759899999999998</c:v>
                </c:pt>
                <c:pt idx="24153">
                  <c:v>6.8762999999999996</c:v>
                </c:pt>
                <c:pt idx="24154">
                  <c:v>6.8765999999999998</c:v>
                </c:pt>
                <c:pt idx="24155">
                  <c:v>6.8769099999999996</c:v>
                </c:pt>
                <c:pt idx="24156">
                  <c:v>6.8772099999999998</c:v>
                </c:pt>
                <c:pt idx="24157">
                  <c:v>6.8775199999999996</c:v>
                </c:pt>
                <c:pt idx="24158">
                  <c:v>6.8778300000000003</c:v>
                </c:pt>
                <c:pt idx="24159">
                  <c:v>6.8781299999999996</c:v>
                </c:pt>
                <c:pt idx="24160">
                  <c:v>6.8784400000000003</c:v>
                </c:pt>
                <c:pt idx="24161">
                  <c:v>6.8787399999999996</c:v>
                </c:pt>
                <c:pt idx="24162">
                  <c:v>6.8790500000000003</c:v>
                </c:pt>
                <c:pt idx="24163">
                  <c:v>6.8793499999999996</c:v>
                </c:pt>
                <c:pt idx="24164">
                  <c:v>6.8796600000000003</c:v>
                </c:pt>
                <c:pt idx="24165">
                  <c:v>6.8799599999999996</c:v>
                </c:pt>
                <c:pt idx="24166">
                  <c:v>6.8802700000000003</c:v>
                </c:pt>
                <c:pt idx="24167">
                  <c:v>6.8805699999999996</c:v>
                </c:pt>
                <c:pt idx="24168">
                  <c:v>6.8808800000000003</c:v>
                </c:pt>
                <c:pt idx="24169">
                  <c:v>6.8811799999999996</c:v>
                </c:pt>
                <c:pt idx="24170">
                  <c:v>6.8814900000000003</c:v>
                </c:pt>
                <c:pt idx="24171">
                  <c:v>6.8818000000000001</c:v>
                </c:pt>
                <c:pt idx="24172">
                  <c:v>6.8821000000000003</c:v>
                </c:pt>
                <c:pt idx="24173">
                  <c:v>6.8824100000000001</c:v>
                </c:pt>
                <c:pt idx="24174">
                  <c:v>6.8827100000000003</c:v>
                </c:pt>
                <c:pt idx="24175">
                  <c:v>6.8830200000000001</c:v>
                </c:pt>
                <c:pt idx="24176">
                  <c:v>6.8833200000000003</c:v>
                </c:pt>
                <c:pt idx="24177">
                  <c:v>6.8836300000000001</c:v>
                </c:pt>
                <c:pt idx="24178">
                  <c:v>6.8839300000000003</c:v>
                </c:pt>
                <c:pt idx="24179">
                  <c:v>6.8842400000000001</c:v>
                </c:pt>
                <c:pt idx="24180">
                  <c:v>6.8845400000000003</c:v>
                </c:pt>
                <c:pt idx="24181">
                  <c:v>6.8848500000000001</c:v>
                </c:pt>
                <c:pt idx="24182">
                  <c:v>6.8851500000000003</c:v>
                </c:pt>
                <c:pt idx="24183">
                  <c:v>6.8854600000000001</c:v>
                </c:pt>
                <c:pt idx="24184">
                  <c:v>6.8857699999999999</c:v>
                </c:pt>
                <c:pt idx="24185">
                  <c:v>6.8860700000000001</c:v>
                </c:pt>
                <c:pt idx="24186">
                  <c:v>6.8863799999999999</c:v>
                </c:pt>
                <c:pt idx="24187">
                  <c:v>6.8866800000000001</c:v>
                </c:pt>
                <c:pt idx="24188">
                  <c:v>6.8869899999999999</c:v>
                </c:pt>
                <c:pt idx="24189">
                  <c:v>6.8872900000000001</c:v>
                </c:pt>
                <c:pt idx="24190">
                  <c:v>6.8875999999999999</c:v>
                </c:pt>
                <c:pt idx="24191">
                  <c:v>6.8879000000000001</c:v>
                </c:pt>
                <c:pt idx="24192">
                  <c:v>6.8882099999999999</c:v>
                </c:pt>
                <c:pt idx="24193">
                  <c:v>6.8885100000000001</c:v>
                </c:pt>
                <c:pt idx="24194">
                  <c:v>6.8888199999999999</c:v>
                </c:pt>
                <c:pt idx="24195">
                  <c:v>6.8891200000000001</c:v>
                </c:pt>
                <c:pt idx="24196">
                  <c:v>6.8894299999999999</c:v>
                </c:pt>
                <c:pt idx="24197">
                  <c:v>6.8897399999999998</c:v>
                </c:pt>
                <c:pt idx="24198">
                  <c:v>6.8900399999999999</c:v>
                </c:pt>
                <c:pt idx="24199">
                  <c:v>6.8903499999999998</c:v>
                </c:pt>
                <c:pt idx="24200">
                  <c:v>6.8906499999999999</c:v>
                </c:pt>
                <c:pt idx="24201">
                  <c:v>6.8909599999999998</c:v>
                </c:pt>
                <c:pt idx="24202">
                  <c:v>6.8912599999999999</c:v>
                </c:pt>
                <c:pt idx="24203">
                  <c:v>6.8915699999999998</c:v>
                </c:pt>
                <c:pt idx="24204">
                  <c:v>6.8918699999999999</c:v>
                </c:pt>
                <c:pt idx="24205">
                  <c:v>6.8921799999999998</c:v>
                </c:pt>
                <c:pt idx="24206">
                  <c:v>6.8924799999999999</c:v>
                </c:pt>
                <c:pt idx="24207">
                  <c:v>6.8927899999999998</c:v>
                </c:pt>
                <c:pt idx="24208">
                  <c:v>6.8930999999999996</c:v>
                </c:pt>
                <c:pt idx="24209">
                  <c:v>6.8933999999999997</c:v>
                </c:pt>
                <c:pt idx="24210">
                  <c:v>6.8937099999999996</c:v>
                </c:pt>
                <c:pt idx="24211">
                  <c:v>6.8940099999999997</c:v>
                </c:pt>
                <c:pt idx="24212">
                  <c:v>6.8943199999999996</c:v>
                </c:pt>
                <c:pt idx="24213">
                  <c:v>6.8946199999999997</c:v>
                </c:pt>
                <c:pt idx="24214">
                  <c:v>6.8949299999999996</c:v>
                </c:pt>
                <c:pt idx="24215">
                  <c:v>6.8952299999999997</c:v>
                </c:pt>
                <c:pt idx="24216">
                  <c:v>6.8955399999999996</c:v>
                </c:pt>
                <c:pt idx="24217">
                  <c:v>6.8958399999999997</c:v>
                </c:pt>
                <c:pt idx="24218">
                  <c:v>6.8961499999999996</c:v>
                </c:pt>
                <c:pt idx="24219">
                  <c:v>6.8964499999999997</c:v>
                </c:pt>
                <c:pt idx="24220">
                  <c:v>6.8967599999999996</c:v>
                </c:pt>
                <c:pt idx="24221">
                  <c:v>6.8970700000000003</c:v>
                </c:pt>
                <c:pt idx="24222">
                  <c:v>6.8973699999999996</c:v>
                </c:pt>
                <c:pt idx="24223">
                  <c:v>6.8976800000000003</c:v>
                </c:pt>
                <c:pt idx="24224">
                  <c:v>6.8979799999999996</c:v>
                </c:pt>
                <c:pt idx="24225">
                  <c:v>6.8982900000000003</c:v>
                </c:pt>
                <c:pt idx="24226">
                  <c:v>6.8985900000000004</c:v>
                </c:pt>
                <c:pt idx="24227">
                  <c:v>6.8989000000000003</c:v>
                </c:pt>
                <c:pt idx="24228">
                  <c:v>6.8992000000000004</c:v>
                </c:pt>
                <c:pt idx="24229">
                  <c:v>6.8995100000000003</c:v>
                </c:pt>
                <c:pt idx="24230">
                  <c:v>6.8998100000000004</c:v>
                </c:pt>
                <c:pt idx="24231">
                  <c:v>6.9001200000000003</c:v>
                </c:pt>
                <c:pt idx="24232">
                  <c:v>6.9004200000000004</c:v>
                </c:pt>
                <c:pt idx="24233">
                  <c:v>6.9007300000000003</c:v>
                </c:pt>
                <c:pt idx="24234">
                  <c:v>6.9010400000000001</c:v>
                </c:pt>
                <c:pt idx="24235">
                  <c:v>6.9013400000000003</c:v>
                </c:pt>
                <c:pt idx="24236">
                  <c:v>6.9016500000000001</c:v>
                </c:pt>
                <c:pt idx="24237">
                  <c:v>6.9019500000000003</c:v>
                </c:pt>
                <c:pt idx="24238">
                  <c:v>6.9022600000000001</c:v>
                </c:pt>
                <c:pt idx="24239">
                  <c:v>6.9025600000000003</c:v>
                </c:pt>
                <c:pt idx="24240">
                  <c:v>6.9028700000000001</c:v>
                </c:pt>
                <c:pt idx="24241">
                  <c:v>6.9031700000000003</c:v>
                </c:pt>
                <c:pt idx="24242">
                  <c:v>6.9034800000000001</c:v>
                </c:pt>
                <c:pt idx="24243">
                  <c:v>6.9037800000000002</c:v>
                </c:pt>
                <c:pt idx="24244">
                  <c:v>6.9040900000000001</c:v>
                </c:pt>
                <c:pt idx="24245">
                  <c:v>6.9043900000000002</c:v>
                </c:pt>
                <c:pt idx="24246">
                  <c:v>6.9047000000000001</c:v>
                </c:pt>
                <c:pt idx="24247">
                  <c:v>6.9050099999999999</c:v>
                </c:pt>
                <c:pt idx="24248">
                  <c:v>6.9053100000000001</c:v>
                </c:pt>
                <c:pt idx="24249">
                  <c:v>6.9056199999999999</c:v>
                </c:pt>
                <c:pt idx="24250">
                  <c:v>6.9059200000000001</c:v>
                </c:pt>
                <c:pt idx="24251">
                  <c:v>6.9062299999999999</c:v>
                </c:pt>
                <c:pt idx="24252">
                  <c:v>6.9065300000000001</c:v>
                </c:pt>
                <c:pt idx="24253">
                  <c:v>6.9068399999999999</c:v>
                </c:pt>
                <c:pt idx="24254">
                  <c:v>6.9071400000000001</c:v>
                </c:pt>
                <c:pt idx="24255">
                  <c:v>6.9074499999999999</c:v>
                </c:pt>
                <c:pt idx="24256">
                  <c:v>6.9077500000000001</c:v>
                </c:pt>
                <c:pt idx="24257">
                  <c:v>6.9080599999999999</c:v>
                </c:pt>
                <c:pt idx="24258">
                  <c:v>6.9083699999999997</c:v>
                </c:pt>
                <c:pt idx="24259">
                  <c:v>6.9086699999999999</c:v>
                </c:pt>
                <c:pt idx="24260">
                  <c:v>6.9089799999999997</c:v>
                </c:pt>
                <c:pt idx="24261">
                  <c:v>6.9092799999999999</c:v>
                </c:pt>
                <c:pt idx="24262">
                  <c:v>6.9095899999999997</c:v>
                </c:pt>
                <c:pt idx="24263">
                  <c:v>6.9098899999999999</c:v>
                </c:pt>
                <c:pt idx="24264">
                  <c:v>6.9101999999999997</c:v>
                </c:pt>
                <c:pt idx="24265">
                  <c:v>6.9104999999999999</c:v>
                </c:pt>
                <c:pt idx="24266">
                  <c:v>6.9108099999999997</c:v>
                </c:pt>
                <c:pt idx="24267">
                  <c:v>6.9111099999999999</c:v>
                </c:pt>
                <c:pt idx="24268">
                  <c:v>6.9114199999999997</c:v>
                </c:pt>
                <c:pt idx="24269">
                  <c:v>6.9117199999999999</c:v>
                </c:pt>
                <c:pt idx="24270">
                  <c:v>6.9120299999999997</c:v>
                </c:pt>
                <c:pt idx="24271">
                  <c:v>6.9123400000000004</c:v>
                </c:pt>
                <c:pt idx="24272">
                  <c:v>6.9126399999999997</c:v>
                </c:pt>
                <c:pt idx="24273">
                  <c:v>6.9129500000000004</c:v>
                </c:pt>
                <c:pt idx="24274">
                  <c:v>6.9132499999999997</c:v>
                </c:pt>
                <c:pt idx="24275">
                  <c:v>6.9135600000000004</c:v>
                </c:pt>
                <c:pt idx="24276">
                  <c:v>6.9138599999999997</c:v>
                </c:pt>
                <c:pt idx="24277">
                  <c:v>6.9141700000000004</c:v>
                </c:pt>
                <c:pt idx="24278">
                  <c:v>6.9144699999999997</c:v>
                </c:pt>
                <c:pt idx="24279">
                  <c:v>6.9147800000000004</c:v>
                </c:pt>
                <c:pt idx="24280">
                  <c:v>6.9150799999999997</c:v>
                </c:pt>
                <c:pt idx="24281">
                  <c:v>6.9153900000000004</c:v>
                </c:pt>
                <c:pt idx="24282">
                  <c:v>6.9156899999999997</c:v>
                </c:pt>
                <c:pt idx="24283">
                  <c:v>6.9160000000000004</c:v>
                </c:pt>
                <c:pt idx="24284">
                  <c:v>6.9163100000000002</c:v>
                </c:pt>
                <c:pt idx="24285">
                  <c:v>6.9166100000000004</c:v>
                </c:pt>
                <c:pt idx="24286">
                  <c:v>6.9169200000000002</c:v>
                </c:pt>
                <c:pt idx="24287">
                  <c:v>6.9172200000000004</c:v>
                </c:pt>
                <c:pt idx="24288">
                  <c:v>6.9175300000000002</c:v>
                </c:pt>
                <c:pt idx="24289">
                  <c:v>6.9178300000000004</c:v>
                </c:pt>
                <c:pt idx="24290">
                  <c:v>6.9181400000000002</c:v>
                </c:pt>
                <c:pt idx="24291">
                  <c:v>6.9184400000000004</c:v>
                </c:pt>
                <c:pt idx="24292">
                  <c:v>6.9187500000000002</c:v>
                </c:pt>
                <c:pt idx="24293">
                  <c:v>6.9190500000000004</c:v>
                </c:pt>
                <c:pt idx="24294">
                  <c:v>6.9193600000000002</c:v>
                </c:pt>
                <c:pt idx="24295">
                  <c:v>6.9196600000000004</c:v>
                </c:pt>
                <c:pt idx="24296">
                  <c:v>6.9199700000000002</c:v>
                </c:pt>
                <c:pt idx="24297">
                  <c:v>6.92028</c:v>
                </c:pt>
                <c:pt idx="24298">
                  <c:v>6.9205800000000002</c:v>
                </c:pt>
                <c:pt idx="24299">
                  <c:v>6.92089</c:v>
                </c:pt>
                <c:pt idx="24300">
                  <c:v>6.9211900000000002</c:v>
                </c:pt>
                <c:pt idx="24301">
                  <c:v>6.9215</c:v>
                </c:pt>
                <c:pt idx="24302">
                  <c:v>6.9218000000000002</c:v>
                </c:pt>
                <c:pt idx="24303">
                  <c:v>6.92211</c:v>
                </c:pt>
                <c:pt idx="24304">
                  <c:v>6.9224100000000002</c:v>
                </c:pt>
                <c:pt idx="24305">
                  <c:v>6.92272</c:v>
                </c:pt>
                <c:pt idx="24306">
                  <c:v>6.9230200000000002</c:v>
                </c:pt>
                <c:pt idx="24307">
                  <c:v>6.92333</c:v>
                </c:pt>
                <c:pt idx="24308">
                  <c:v>6.9236300000000002</c:v>
                </c:pt>
                <c:pt idx="24309">
                  <c:v>6.92394</c:v>
                </c:pt>
                <c:pt idx="24310">
                  <c:v>6.9242499999999998</c:v>
                </c:pt>
                <c:pt idx="24311">
                  <c:v>6.92455</c:v>
                </c:pt>
                <c:pt idx="24312">
                  <c:v>6.9248599999999998</c:v>
                </c:pt>
                <c:pt idx="24313">
                  <c:v>6.92516</c:v>
                </c:pt>
                <c:pt idx="24314">
                  <c:v>6.9254699999999998</c:v>
                </c:pt>
                <c:pt idx="24315">
                  <c:v>6.92577</c:v>
                </c:pt>
                <c:pt idx="24316">
                  <c:v>6.9260799999999998</c:v>
                </c:pt>
                <c:pt idx="24317">
                  <c:v>6.92638</c:v>
                </c:pt>
                <c:pt idx="24318">
                  <c:v>6.9266899999999998</c:v>
                </c:pt>
                <c:pt idx="24319">
                  <c:v>6.92699</c:v>
                </c:pt>
                <c:pt idx="24320">
                  <c:v>6.9272999999999998</c:v>
                </c:pt>
                <c:pt idx="24321">
                  <c:v>6.9276099999999996</c:v>
                </c:pt>
                <c:pt idx="24322">
                  <c:v>6.9279099999999998</c:v>
                </c:pt>
                <c:pt idx="24323">
                  <c:v>6.9282199999999996</c:v>
                </c:pt>
                <c:pt idx="24324">
                  <c:v>6.9285199999999998</c:v>
                </c:pt>
                <c:pt idx="24325">
                  <c:v>6.9288299999999996</c:v>
                </c:pt>
                <c:pt idx="24326">
                  <c:v>6.9291299999999998</c:v>
                </c:pt>
                <c:pt idx="24327">
                  <c:v>6.9294399999999996</c:v>
                </c:pt>
                <c:pt idx="24328">
                  <c:v>6.9297399999999998</c:v>
                </c:pt>
                <c:pt idx="24329">
                  <c:v>6.9300499999999996</c:v>
                </c:pt>
                <c:pt idx="24330">
                  <c:v>6.9303499999999998</c:v>
                </c:pt>
                <c:pt idx="24331">
                  <c:v>6.9306599999999996</c:v>
                </c:pt>
                <c:pt idx="24332">
                  <c:v>6.9309599999999998</c:v>
                </c:pt>
                <c:pt idx="24333">
                  <c:v>6.9312699999999996</c:v>
                </c:pt>
                <c:pt idx="24334">
                  <c:v>6.9315800000000003</c:v>
                </c:pt>
                <c:pt idx="24335">
                  <c:v>6.9318799999999996</c:v>
                </c:pt>
                <c:pt idx="24336">
                  <c:v>6.9321900000000003</c:v>
                </c:pt>
                <c:pt idx="24337">
                  <c:v>6.9324899999999996</c:v>
                </c:pt>
                <c:pt idx="24338">
                  <c:v>6.9328000000000003</c:v>
                </c:pt>
                <c:pt idx="24339">
                  <c:v>6.9330999999999996</c:v>
                </c:pt>
                <c:pt idx="24340">
                  <c:v>6.9334100000000003</c:v>
                </c:pt>
                <c:pt idx="24341">
                  <c:v>6.9337099999999996</c:v>
                </c:pt>
                <c:pt idx="24342">
                  <c:v>6.9340200000000003</c:v>
                </c:pt>
                <c:pt idx="24343">
                  <c:v>6.9343199999999996</c:v>
                </c:pt>
                <c:pt idx="24344">
                  <c:v>6.9346300000000003</c:v>
                </c:pt>
                <c:pt idx="24345">
                  <c:v>6.9349299999999996</c:v>
                </c:pt>
                <c:pt idx="24346">
                  <c:v>6.9352400000000003</c:v>
                </c:pt>
                <c:pt idx="24347">
                  <c:v>6.9355500000000001</c:v>
                </c:pt>
                <c:pt idx="24348">
                  <c:v>6.9358500000000003</c:v>
                </c:pt>
                <c:pt idx="24349">
                  <c:v>6.9361600000000001</c:v>
                </c:pt>
                <c:pt idx="24350">
                  <c:v>6.9364600000000003</c:v>
                </c:pt>
                <c:pt idx="24351">
                  <c:v>6.9367700000000001</c:v>
                </c:pt>
                <c:pt idx="24352">
                  <c:v>6.9370700000000003</c:v>
                </c:pt>
                <c:pt idx="24353">
                  <c:v>6.9373800000000001</c:v>
                </c:pt>
                <c:pt idx="24354">
                  <c:v>6.9376800000000003</c:v>
                </c:pt>
                <c:pt idx="24355">
                  <c:v>6.9379900000000001</c:v>
                </c:pt>
                <c:pt idx="24356">
                  <c:v>6.9382900000000003</c:v>
                </c:pt>
                <c:pt idx="24357">
                  <c:v>6.9386000000000001</c:v>
                </c:pt>
                <c:pt idx="24358">
                  <c:v>6.9389000000000003</c:v>
                </c:pt>
                <c:pt idx="24359">
                  <c:v>6.9392100000000001</c:v>
                </c:pt>
                <c:pt idx="24360">
                  <c:v>6.9395199999999999</c:v>
                </c:pt>
                <c:pt idx="24361">
                  <c:v>6.9398200000000001</c:v>
                </c:pt>
                <c:pt idx="24362">
                  <c:v>6.9401299999999999</c:v>
                </c:pt>
                <c:pt idx="24363">
                  <c:v>6.9404300000000001</c:v>
                </c:pt>
                <c:pt idx="24364">
                  <c:v>6.9407399999999999</c:v>
                </c:pt>
                <c:pt idx="24365">
                  <c:v>6.9410400000000001</c:v>
                </c:pt>
                <c:pt idx="24366">
                  <c:v>6.9413499999999999</c:v>
                </c:pt>
                <c:pt idx="24367">
                  <c:v>6.9416500000000001</c:v>
                </c:pt>
                <c:pt idx="24368">
                  <c:v>6.9419599999999999</c:v>
                </c:pt>
                <c:pt idx="24369">
                  <c:v>6.9422600000000001</c:v>
                </c:pt>
                <c:pt idx="24370">
                  <c:v>6.9425699999999999</c:v>
                </c:pt>
                <c:pt idx="24371">
                  <c:v>6.9428700000000001</c:v>
                </c:pt>
                <c:pt idx="24372">
                  <c:v>6.9431799999999999</c:v>
                </c:pt>
                <c:pt idx="24373">
                  <c:v>6.9434899999999997</c:v>
                </c:pt>
                <c:pt idx="24374">
                  <c:v>6.9437899999999999</c:v>
                </c:pt>
                <c:pt idx="24375">
                  <c:v>6.9440999999999997</c:v>
                </c:pt>
                <c:pt idx="24376">
                  <c:v>6.9443999999999999</c:v>
                </c:pt>
                <c:pt idx="24377">
                  <c:v>6.9447099999999997</c:v>
                </c:pt>
                <c:pt idx="24378">
                  <c:v>6.9450099999999999</c:v>
                </c:pt>
                <c:pt idx="24379">
                  <c:v>6.9453199999999997</c:v>
                </c:pt>
                <c:pt idx="24380">
                  <c:v>6.9456199999999999</c:v>
                </c:pt>
                <c:pt idx="24381">
                  <c:v>6.9459299999999997</c:v>
                </c:pt>
                <c:pt idx="24382">
                  <c:v>6.9462299999999999</c:v>
                </c:pt>
                <c:pt idx="24383">
                  <c:v>6.9465399999999997</c:v>
                </c:pt>
                <c:pt idx="24384">
                  <c:v>6.9468500000000004</c:v>
                </c:pt>
                <c:pt idx="24385">
                  <c:v>6.9471499999999997</c:v>
                </c:pt>
                <c:pt idx="24386">
                  <c:v>6.9474600000000004</c:v>
                </c:pt>
                <c:pt idx="24387">
                  <c:v>6.9477599999999997</c:v>
                </c:pt>
                <c:pt idx="24388">
                  <c:v>6.9480700000000004</c:v>
                </c:pt>
                <c:pt idx="24389">
                  <c:v>6.9483699999999997</c:v>
                </c:pt>
                <c:pt idx="24390">
                  <c:v>6.9486800000000004</c:v>
                </c:pt>
                <c:pt idx="24391">
                  <c:v>6.9489799999999997</c:v>
                </c:pt>
                <c:pt idx="24392">
                  <c:v>6.9492900000000004</c:v>
                </c:pt>
                <c:pt idx="24393">
                  <c:v>6.9495899999999997</c:v>
                </c:pt>
                <c:pt idx="24394">
                  <c:v>6.9499000000000004</c:v>
                </c:pt>
                <c:pt idx="24395">
                  <c:v>6.9501999999999997</c:v>
                </c:pt>
                <c:pt idx="24396">
                  <c:v>6.9505100000000004</c:v>
                </c:pt>
                <c:pt idx="24397">
                  <c:v>6.9508200000000002</c:v>
                </c:pt>
                <c:pt idx="24398">
                  <c:v>6.9511200000000004</c:v>
                </c:pt>
                <c:pt idx="24399">
                  <c:v>6.9514300000000002</c:v>
                </c:pt>
                <c:pt idx="24400">
                  <c:v>6.9517300000000004</c:v>
                </c:pt>
                <c:pt idx="24401">
                  <c:v>6.9520400000000002</c:v>
                </c:pt>
                <c:pt idx="24402">
                  <c:v>6.9523400000000004</c:v>
                </c:pt>
                <c:pt idx="24403">
                  <c:v>6.9526500000000002</c:v>
                </c:pt>
                <c:pt idx="24404">
                  <c:v>6.9529500000000004</c:v>
                </c:pt>
                <c:pt idx="24405">
                  <c:v>6.9532600000000002</c:v>
                </c:pt>
                <c:pt idx="24406">
                  <c:v>6.9535600000000004</c:v>
                </c:pt>
                <c:pt idx="24407">
                  <c:v>6.9538700000000002</c:v>
                </c:pt>
                <c:pt idx="24408">
                  <c:v>6.9541700000000004</c:v>
                </c:pt>
                <c:pt idx="24409">
                  <c:v>6.9544800000000002</c:v>
                </c:pt>
                <c:pt idx="24410">
                  <c:v>6.95479</c:v>
                </c:pt>
                <c:pt idx="24411">
                  <c:v>6.9550900000000002</c:v>
                </c:pt>
                <c:pt idx="24412">
                  <c:v>6.9554</c:v>
                </c:pt>
                <c:pt idx="24413">
                  <c:v>6.9557000000000002</c:v>
                </c:pt>
                <c:pt idx="24414">
                  <c:v>6.95601</c:v>
                </c:pt>
                <c:pt idx="24415">
                  <c:v>6.9563100000000002</c:v>
                </c:pt>
                <c:pt idx="24416">
                  <c:v>6.95662</c:v>
                </c:pt>
                <c:pt idx="24417">
                  <c:v>6.9569200000000002</c:v>
                </c:pt>
                <c:pt idx="24418">
                  <c:v>6.95723</c:v>
                </c:pt>
                <c:pt idx="24419">
                  <c:v>6.9575300000000002</c:v>
                </c:pt>
                <c:pt idx="24420">
                  <c:v>6.95784</c:v>
                </c:pt>
                <c:pt idx="24421">
                  <c:v>6.9581400000000002</c:v>
                </c:pt>
                <c:pt idx="24422">
                  <c:v>6.95845</c:v>
                </c:pt>
                <c:pt idx="24423">
                  <c:v>6.9587599999999998</c:v>
                </c:pt>
                <c:pt idx="24424">
                  <c:v>6.95906</c:v>
                </c:pt>
                <c:pt idx="24425">
                  <c:v>6.9593699999999998</c:v>
                </c:pt>
                <c:pt idx="24426">
                  <c:v>6.95967</c:v>
                </c:pt>
                <c:pt idx="24427">
                  <c:v>6.9599799999999998</c:v>
                </c:pt>
                <c:pt idx="24428">
                  <c:v>6.96028</c:v>
                </c:pt>
                <c:pt idx="24429">
                  <c:v>6.9605899999999998</c:v>
                </c:pt>
                <c:pt idx="24430">
                  <c:v>6.96089</c:v>
                </c:pt>
                <c:pt idx="24431">
                  <c:v>6.9611999999999998</c:v>
                </c:pt>
                <c:pt idx="24432">
                  <c:v>6.9615</c:v>
                </c:pt>
                <c:pt idx="24433">
                  <c:v>6.9618099999999998</c:v>
                </c:pt>
                <c:pt idx="24434">
                  <c:v>6.96211</c:v>
                </c:pt>
                <c:pt idx="24435">
                  <c:v>6.9624199999999998</c:v>
                </c:pt>
                <c:pt idx="24436">
                  <c:v>6.9627299999999996</c:v>
                </c:pt>
                <c:pt idx="24437">
                  <c:v>6.9630299999999998</c:v>
                </c:pt>
                <c:pt idx="24438">
                  <c:v>6.9633399999999996</c:v>
                </c:pt>
                <c:pt idx="24439">
                  <c:v>6.9636399999999998</c:v>
                </c:pt>
                <c:pt idx="24440">
                  <c:v>6.9639499999999996</c:v>
                </c:pt>
                <c:pt idx="24441">
                  <c:v>6.9642499999999998</c:v>
                </c:pt>
                <c:pt idx="24442">
                  <c:v>6.9645599999999996</c:v>
                </c:pt>
                <c:pt idx="24443">
                  <c:v>6.9648599999999998</c:v>
                </c:pt>
                <c:pt idx="24444">
                  <c:v>6.9651699999999996</c:v>
                </c:pt>
                <c:pt idx="24445">
                  <c:v>6.9654699999999998</c:v>
                </c:pt>
                <c:pt idx="24446">
                  <c:v>6.9657799999999996</c:v>
                </c:pt>
                <c:pt idx="24447">
                  <c:v>6.9660900000000003</c:v>
                </c:pt>
                <c:pt idx="24448">
                  <c:v>6.9663899999999996</c:v>
                </c:pt>
                <c:pt idx="24449">
                  <c:v>6.9667000000000003</c:v>
                </c:pt>
                <c:pt idx="24450">
                  <c:v>6.9669999999999996</c:v>
                </c:pt>
                <c:pt idx="24451">
                  <c:v>6.9673100000000003</c:v>
                </c:pt>
                <c:pt idx="24452">
                  <c:v>6.9676099999999996</c:v>
                </c:pt>
                <c:pt idx="24453">
                  <c:v>6.9679200000000003</c:v>
                </c:pt>
                <c:pt idx="24454">
                  <c:v>6.9682199999999996</c:v>
                </c:pt>
                <c:pt idx="24455">
                  <c:v>6.9685300000000003</c:v>
                </c:pt>
                <c:pt idx="24456">
                  <c:v>6.9688299999999996</c:v>
                </c:pt>
                <c:pt idx="24457">
                  <c:v>6.9691400000000003</c:v>
                </c:pt>
                <c:pt idx="24458">
                  <c:v>6.9694399999999996</c:v>
                </c:pt>
                <c:pt idx="24459">
                  <c:v>6.9697500000000003</c:v>
                </c:pt>
                <c:pt idx="24460">
                  <c:v>6.9700600000000001</c:v>
                </c:pt>
                <c:pt idx="24461">
                  <c:v>6.9703600000000003</c:v>
                </c:pt>
                <c:pt idx="24462">
                  <c:v>6.9706700000000001</c:v>
                </c:pt>
                <c:pt idx="24463">
                  <c:v>6.9709700000000003</c:v>
                </c:pt>
                <c:pt idx="24464">
                  <c:v>6.9712800000000001</c:v>
                </c:pt>
                <c:pt idx="24465">
                  <c:v>6.9715800000000003</c:v>
                </c:pt>
                <c:pt idx="24466">
                  <c:v>6.9718900000000001</c:v>
                </c:pt>
                <c:pt idx="24467">
                  <c:v>6.9721900000000003</c:v>
                </c:pt>
                <c:pt idx="24468">
                  <c:v>6.9725000000000001</c:v>
                </c:pt>
                <c:pt idx="24469">
                  <c:v>6.9728000000000003</c:v>
                </c:pt>
                <c:pt idx="24470">
                  <c:v>6.9731100000000001</c:v>
                </c:pt>
                <c:pt idx="24471">
                  <c:v>6.9734100000000003</c:v>
                </c:pt>
                <c:pt idx="24472">
                  <c:v>6.9737200000000001</c:v>
                </c:pt>
                <c:pt idx="24473">
                  <c:v>6.97403</c:v>
                </c:pt>
                <c:pt idx="24474">
                  <c:v>6.9743300000000001</c:v>
                </c:pt>
                <c:pt idx="24475">
                  <c:v>6.97464</c:v>
                </c:pt>
                <c:pt idx="24476">
                  <c:v>6.9749400000000001</c:v>
                </c:pt>
                <c:pt idx="24477">
                  <c:v>6.97525</c:v>
                </c:pt>
                <c:pt idx="24478">
                  <c:v>6.9755500000000001</c:v>
                </c:pt>
                <c:pt idx="24479">
                  <c:v>6.9758599999999999</c:v>
                </c:pt>
                <c:pt idx="24480">
                  <c:v>6.9761600000000001</c:v>
                </c:pt>
                <c:pt idx="24481">
                  <c:v>6.9764699999999999</c:v>
                </c:pt>
                <c:pt idx="24482">
                  <c:v>6.9767700000000001</c:v>
                </c:pt>
                <c:pt idx="24483">
                  <c:v>6.9770799999999999</c:v>
                </c:pt>
                <c:pt idx="24484">
                  <c:v>6.9773800000000001</c:v>
                </c:pt>
                <c:pt idx="24485">
                  <c:v>6.9776899999999999</c:v>
                </c:pt>
                <c:pt idx="24486">
                  <c:v>6.9779999999999998</c:v>
                </c:pt>
                <c:pt idx="24487">
                  <c:v>6.9782999999999999</c:v>
                </c:pt>
                <c:pt idx="24488">
                  <c:v>6.9786099999999998</c:v>
                </c:pt>
                <c:pt idx="24489">
                  <c:v>6.9789099999999999</c:v>
                </c:pt>
                <c:pt idx="24490">
                  <c:v>6.9792199999999998</c:v>
                </c:pt>
                <c:pt idx="24491">
                  <c:v>6.9795199999999999</c:v>
                </c:pt>
                <c:pt idx="24492">
                  <c:v>6.9798299999999998</c:v>
                </c:pt>
                <c:pt idx="24493">
                  <c:v>6.9801299999999999</c:v>
                </c:pt>
                <c:pt idx="24494">
                  <c:v>6.9804399999999998</c:v>
                </c:pt>
                <c:pt idx="24495">
                  <c:v>6.9807399999999999</c:v>
                </c:pt>
                <c:pt idx="24496">
                  <c:v>6.9810499999999998</c:v>
                </c:pt>
                <c:pt idx="24497">
                  <c:v>6.9813599999999996</c:v>
                </c:pt>
                <c:pt idx="24498">
                  <c:v>6.9816599999999998</c:v>
                </c:pt>
                <c:pt idx="24499">
                  <c:v>6.9819699999999996</c:v>
                </c:pt>
                <c:pt idx="24500">
                  <c:v>6.9822699999999998</c:v>
                </c:pt>
                <c:pt idx="24501">
                  <c:v>6.9825799999999996</c:v>
                </c:pt>
                <c:pt idx="24502">
                  <c:v>6.9828799999999998</c:v>
                </c:pt>
                <c:pt idx="24503">
                  <c:v>6.9831899999999996</c:v>
                </c:pt>
                <c:pt idx="24504">
                  <c:v>6.9834899999999998</c:v>
                </c:pt>
                <c:pt idx="24505">
                  <c:v>6.9837999999999996</c:v>
                </c:pt>
                <c:pt idx="24506">
                  <c:v>6.9840999999999998</c:v>
                </c:pt>
                <c:pt idx="24507">
                  <c:v>6.9844099999999996</c:v>
                </c:pt>
                <c:pt idx="24508">
                  <c:v>6.9847099999999998</c:v>
                </c:pt>
                <c:pt idx="24509">
                  <c:v>6.9850199999999996</c:v>
                </c:pt>
                <c:pt idx="24510">
                  <c:v>6.9853300000000003</c:v>
                </c:pt>
                <c:pt idx="24511">
                  <c:v>6.9856299999999996</c:v>
                </c:pt>
                <c:pt idx="24512">
                  <c:v>6.9859400000000003</c:v>
                </c:pt>
                <c:pt idx="24513">
                  <c:v>6.9862399999999996</c:v>
                </c:pt>
                <c:pt idx="24514">
                  <c:v>6.9865500000000003</c:v>
                </c:pt>
                <c:pt idx="24515">
                  <c:v>6.9868499999999996</c:v>
                </c:pt>
                <c:pt idx="24516">
                  <c:v>6.9871600000000003</c:v>
                </c:pt>
                <c:pt idx="24517">
                  <c:v>6.9874599999999996</c:v>
                </c:pt>
                <c:pt idx="24518">
                  <c:v>6.9877700000000003</c:v>
                </c:pt>
                <c:pt idx="24519">
                  <c:v>6.9880699999999996</c:v>
                </c:pt>
                <c:pt idx="24520">
                  <c:v>6.9883800000000003</c:v>
                </c:pt>
                <c:pt idx="24521">
                  <c:v>6.9886799999999996</c:v>
                </c:pt>
                <c:pt idx="24522">
                  <c:v>6.9889900000000003</c:v>
                </c:pt>
                <c:pt idx="24523">
                  <c:v>6.9893000000000001</c:v>
                </c:pt>
                <c:pt idx="24524">
                  <c:v>6.9896000000000003</c:v>
                </c:pt>
                <c:pt idx="24525">
                  <c:v>6.9899100000000001</c:v>
                </c:pt>
                <c:pt idx="24526">
                  <c:v>6.9902100000000003</c:v>
                </c:pt>
                <c:pt idx="24527">
                  <c:v>6.9905200000000001</c:v>
                </c:pt>
                <c:pt idx="24528">
                  <c:v>6.9908200000000003</c:v>
                </c:pt>
                <c:pt idx="24529">
                  <c:v>6.9911300000000001</c:v>
                </c:pt>
                <c:pt idx="24530">
                  <c:v>6.9914300000000003</c:v>
                </c:pt>
                <c:pt idx="24531">
                  <c:v>6.9917400000000001</c:v>
                </c:pt>
                <c:pt idx="24532">
                  <c:v>6.9920400000000003</c:v>
                </c:pt>
                <c:pt idx="24533">
                  <c:v>6.9923500000000001</c:v>
                </c:pt>
                <c:pt idx="24534">
                  <c:v>6.9926500000000003</c:v>
                </c:pt>
                <c:pt idx="24535">
                  <c:v>6.9929600000000001</c:v>
                </c:pt>
                <c:pt idx="24536">
                  <c:v>6.9932699999999999</c:v>
                </c:pt>
                <c:pt idx="24537">
                  <c:v>6.9935700000000001</c:v>
                </c:pt>
                <c:pt idx="24538">
                  <c:v>6.9938799999999999</c:v>
                </c:pt>
                <c:pt idx="24539">
                  <c:v>6.9941800000000001</c:v>
                </c:pt>
                <c:pt idx="24540">
                  <c:v>6.9944899999999999</c:v>
                </c:pt>
                <c:pt idx="24541">
                  <c:v>6.9947900000000001</c:v>
                </c:pt>
                <c:pt idx="24542">
                  <c:v>6.9950999999999999</c:v>
                </c:pt>
                <c:pt idx="24543">
                  <c:v>6.9954000000000001</c:v>
                </c:pt>
                <c:pt idx="24544">
                  <c:v>6.9957099999999999</c:v>
                </c:pt>
                <c:pt idx="24545">
                  <c:v>6.9960100000000001</c:v>
                </c:pt>
                <c:pt idx="24546">
                  <c:v>6.9963199999999999</c:v>
                </c:pt>
                <c:pt idx="24547">
                  <c:v>6.9966200000000001</c:v>
                </c:pt>
                <c:pt idx="24548">
                  <c:v>6.9969299999999999</c:v>
                </c:pt>
                <c:pt idx="24549">
                  <c:v>6.9972399999999997</c:v>
                </c:pt>
                <c:pt idx="24550">
                  <c:v>6.9975399999999999</c:v>
                </c:pt>
                <c:pt idx="24551">
                  <c:v>6.9978499999999997</c:v>
                </c:pt>
                <c:pt idx="24552">
                  <c:v>6.9981499999999999</c:v>
                </c:pt>
                <c:pt idx="24553">
                  <c:v>6.9984599999999997</c:v>
                </c:pt>
                <c:pt idx="24554">
                  <c:v>6.9987599999999999</c:v>
                </c:pt>
                <c:pt idx="24555">
                  <c:v>6.9990699999999997</c:v>
                </c:pt>
                <c:pt idx="24556">
                  <c:v>6.9993699999999999</c:v>
                </c:pt>
                <c:pt idx="24557">
                  <c:v>6.9996799999999997</c:v>
                </c:pt>
                <c:pt idx="24558">
                  <c:v>6.9999799999999999</c:v>
                </c:pt>
                <c:pt idx="24559">
                  <c:v>7.0002899999999997</c:v>
                </c:pt>
                <c:pt idx="24560">
                  <c:v>7.0006000000000004</c:v>
                </c:pt>
                <c:pt idx="24561">
                  <c:v>7.0008999999999997</c:v>
                </c:pt>
                <c:pt idx="24562">
                  <c:v>7.0012100000000004</c:v>
                </c:pt>
                <c:pt idx="24563">
                  <c:v>7.0015099999999997</c:v>
                </c:pt>
                <c:pt idx="24564">
                  <c:v>7.0018200000000004</c:v>
                </c:pt>
                <c:pt idx="24565">
                  <c:v>7.0021199999999997</c:v>
                </c:pt>
                <c:pt idx="24566">
                  <c:v>7.0024300000000004</c:v>
                </c:pt>
                <c:pt idx="24567">
                  <c:v>7.0027299999999997</c:v>
                </c:pt>
                <c:pt idx="24568">
                  <c:v>7.0030400000000004</c:v>
                </c:pt>
                <c:pt idx="24569">
                  <c:v>7.0033399999999997</c:v>
                </c:pt>
                <c:pt idx="24570">
                  <c:v>7.0036500000000004</c:v>
                </c:pt>
                <c:pt idx="24571">
                  <c:v>7.0039499999999997</c:v>
                </c:pt>
                <c:pt idx="24572">
                  <c:v>7.0042600000000004</c:v>
                </c:pt>
                <c:pt idx="24573">
                  <c:v>7.0045700000000002</c:v>
                </c:pt>
                <c:pt idx="24574">
                  <c:v>7.0048700000000004</c:v>
                </c:pt>
                <c:pt idx="24575">
                  <c:v>7.0051800000000002</c:v>
                </c:pt>
                <c:pt idx="24576">
                  <c:v>7.0054800000000004</c:v>
                </c:pt>
                <c:pt idx="24577">
                  <c:v>7.0057900000000002</c:v>
                </c:pt>
                <c:pt idx="24578">
                  <c:v>7.0060900000000004</c:v>
                </c:pt>
                <c:pt idx="24579">
                  <c:v>7.0064000000000002</c:v>
                </c:pt>
                <c:pt idx="24580">
                  <c:v>7.0067000000000004</c:v>
                </c:pt>
                <c:pt idx="24581">
                  <c:v>7.0070100000000002</c:v>
                </c:pt>
                <c:pt idx="24582">
                  <c:v>7.0073100000000004</c:v>
                </c:pt>
                <c:pt idx="24583">
                  <c:v>7.0076200000000002</c:v>
                </c:pt>
                <c:pt idx="24584">
                  <c:v>7.0079200000000004</c:v>
                </c:pt>
                <c:pt idx="24585">
                  <c:v>7.0082300000000002</c:v>
                </c:pt>
                <c:pt idx="24586">
                  <c:v>7.00854</c:v>
                </c:pt>
                <c:pt idx="24587">
                  <c:v>7.0088400000000002</c:v>
                </c:pt>
                <c:pt idx="24588">
                  <c:v>7.00915</c:v>
                </c:pt>
                <c:pt idx="24589">
                  <c:v>7.0094500000000002</c:v>
                </c:pt>
                <c:pt idx="24590">
                  <c:v>7.00976</c:v>
                </c:pt>
                <c:pt idx="24591">
                  <c:v>7.0100600000000002</c:v>
                </c:pt>
                <c:pt idx="24592">
                  <c:v>7.01037</c:v>
                </c:pt>
                <c:pt idx="24593">
                  <c:v>7.0106700000000002</c:v>
                </c:pt>
                <c:pt idx="24594">
                  <c:v>7.01098</c:v>
                </c:pt>
                <c:pt idx="24595">
                  <c:v>7.0112800000000002</c:v>
                </c:pt>
                <c:pt idx="24596">
                  <c:v>7.01159</c:v>
                </c:pt>
                <c:pt idx="24597">
                  <c:v>7.0118900000000002</c:v>
                </c:pt>
                <c:pt idx="24598">
                  <c:v>7.0122</c:v>
                </c:pt>
                <c:pt idx="24599">
                  <c:v>7.0125099999999998</c:v>
                </c:pt>
                <c:pt idx="24600">
                  <c:v>7.01281</c:v>
                </c:pt>
                <c:pt idx="24601">
                  <c:v>7.0131199999999998</c:v>
                </c:pt>
                <c:pt idx="24602">
                  <c:v>7.01342</c:v>
                </c:pt>
                <c:pt idx="24603">
                  <c:v>7.0137299999999998</c:v>
                </c:pt>
                <c:pt idx="24604">
                  <c:v>7.01403</c:v>
                </c:pt>
                <c:pt idx="24605">
                  <c:v>7.0143399999999998</c:v>
                </c:pt>
                <c:pt idx="24606">
                  <c:v>7.01464</c:v>
                </c:pt>
                <c:pt idx="24607">
                  <c:v>7.0149499999999998</c:v>
                </c:pt>
                <c:pt idx="24608">
                  <c:v>7.01525</c:v>
                </c:pt>
                <c:pt idx="24609">
                  <c:v>7.0155599999999998</c:v>
                </c:pt>
                <c:pt idx="24610">
                  <c:v>7.01586</c:v>
                </c:pt>
                <c:pt idx="24611">
                  <c:v>7.0161699999999998</c:v>
                </c:pt>
                <c:pt idx="24612">
                  <c:v>7.0164799999999996</c:v>
                </c:pt>
                <c:pt idx="24613">
                  <c:v>7.0167799999999998</c:v>
                </c:pt>
                <c:pt idx="24614">
                  <c:v>7.0170899999999996</c:v>
                </c:pt>
                <c:pt idx="24615">
                  <c:v>7.0173899999999998</c:v>
                </c:pt>
                <c:pt idx="24616">
                  <c:v>7.0176999999999996</c:v>
                </c:pt>
                <c:pt idx="24617">
                  <c:v>7.0179999999999998</c:v>
                </c:pt>
                <c:pt idx="24618">
                  <c:v>7.0183099999999996</c:v>
                </c:pt>
                <c:pt idx="24619">
                  <c:v>7.0186099999999998</c:v>
                </c:pt>
                <c:pt idx="24620">
                  <c:v>7.0189199999999996</c:v>
                </c:pt>
                <c:pt idx="24621">
                  <c:v>7.0192199999999998</c:v>
                </c:pt>
                <c:pt idx="24622">
                  <c:v>7.0195299999999996</c:v>
                </c:pt>
                <c:pt idx="24623">
                  <c:v>7.0198400000000003</c:v>
                </c:pt>
                <c:pt idx="24624">
                  <c:v>7.0201399999999996</c:v>
                </c:pt>
                <c:pt idx="24625">
                  <c:v>7.0204500000000003</c:v>
                </c:pt>
                <c:pt idx="24626">
                  <c:v>7.0207499999999996</c:v>
                </c:pt>
                <c:pt idx="24627">
                  <c:v>7.0210600000000003</c:v>
                </c:pt>
                <c:pt idx="24628">
                  <c:v>7.0213599999999996</c:v>
                </c:pt>
                <c:pt idx="24629">
                  <c:v>7.0216700000000003</c:v>
                </c:pt>
                <c:pt idx="24630">
                  <c:v>7.0219699999999996</c:v>
                </c:pt>
                <c:pt idx="24631">
                  <c:v>7.0222800000000003</c:v>
                </c:pt>
                <c:pt idx="24632">
                  <c:v>7.0225799999999996</c:v>
                </c:pt>
                <c:pt idx="24633">
                  <c:v>7.0228900000000003</c:v>
                </c:pt>
                <c:pt idx="24634">
                  <c:v>7.0231899999999996</c:v>
                </c:pt>
                <c:pt idx="24635">
                  <c:v>7.0235000000000003</c:v>
                </c:pt>
                <c:pt idx="24636">
                  <c:v>7.0238100000000001</c:v>
                </c:pt>
                <c:pt idx="24637">
                  <c:v>7.0241100000000003</c:v>
                </c:pt>
                <c:pt idx="24638">
                  <c:v>7.0244200000000001</c:v>
                </c:pt>
                <c:pt idx="24639">
                  <c:v>7.0247200000000003</c:v>
                </c:pt>
                <c:pt idx="24640">
                  <c:v>7.0250300000000001</c:v>
                </c:pt>
                <c:pt idx="24641">
                  <c:v>7.0253300000000003</c:v>
                </c:pt>
                <c:pt idx="24642">
                  <c:v>7.0256400000000001</c:v>
                </c:pt>
                <c:pt idx="24643">
                  <c:v>7.0259400000000003</c:v>
                </c:pt>
                <c:pt idx="24644">
                  <c:v>7.0262500000000001</c:v>
                </c:pt>
                <c:pt idx="24645">
                  <c:v>7.0265500000000003</c:v>
                </c:pt>
                <c:pt idx="24646">
                  <c:v>7.0268600000000001</c:v>
                </c:pt>
                <c:pt idx="24647">
                  <c:v>7.0271600000000003</c:v>
                </c:pt>
                <c:pt idx="24648">
                  <c:v>7.0274700000000001</c:v>
                </c:pt>
                <c:pt idx="24649">
                  <c:v>7.0277799999999999</c:v>
                </c:pt>
                <c:pt idx="24650">
                  <c:v>7.0280800000000001</c:v>
                </c:pt>
                <c:pt idx="24651">
                  <c:v>7.0283899999999999</c:v>
                </c:pt>
                <c:pt idx="24652">
                  <c:v>7.0286900000000001</c:v>
                </c:pt>
                <c:pt idx="24653">
                  <c:v>7.0289999999999999</c:v>
                </c:pt>
                <c:pt idx="24654">
                  <c:v>7.0293000000000001</c:v>
                </c:pt>
                <c:pt idx="24655">
                  <c:v>7.0296099999999999</c:v>
                </c:pt>
                <c:pt idx="24656">
                  <c:v>7.0299100000000001</c:v>
                </c:pt>
                <c:pt idx="24657">
                  <c:v>7.0302199999999999</c:v>
                </c:pt>
                <c:pt idx="24658">
                  <c:v>7.0305200000000001</c:v>
                </c:pt>
                <c:pt idx="24659">
                  <c:v>7.0308299999999999</c:v>
                </c:pt>
                <c:pt idx="24660">
                  <c:v>7.0311300000000001</c:v>
                </c:pt>
                <c:pt idx="24661">
                  <c:v>7.0314399999999999</c:v>
                </c:pt>
                <c:pt idx="24662">
                  <c:v>7.0317499999999997</c:v>
                </c:pt>
                <c:pt idx="24663">
                  <c:v>7.0320499999999999</c:v>
                </c:pt>
                <c:pt idx="24664">
                  <c:v>7.0323599999999997</c:v>
                </c:pt>
                <c:pt idx="24665">
                  <c:v>7.0326599999999999</c:v>
                </c:pt>
                <c:pt idx="24666">
                  <c:v>7.0329699999999997</c:v>
                </c:pt>
                <c:pt idx="24667">
                  <c:v>7.0332699999999999</c:v>
                </c:pt>
                <c:pt idx="24668">
                  <c:v>7.0335799999999997</c:v>
                </c:pt>
                <c:pt idx="24669">
                  <c:v>7.0338799999999999</c:v>
                </c:pt>
                <c:pt idx="24670">
                  <c:v>7.0341899999999997</c:v>
                </c:pt>
                <c:pt idx="24671">
                  <c:v>7.0344899999999999</c:v>
                </c:pt>
                <c:pt idx="24672">
                  <c:v>7.0347999999999997</c:v>
                </c:pt>
                <c:pt idx="24673">
                  <c:v>7.0351100000000004</c:v>
                </c:pt>
                <c:pt idx="24674">
                  <c:v>7.0354099999999997</c:v>
                </c:pt>
                <c:pt idx="24675">
                  <c:v>7.0357200000000004</c:v>
                </c:pt>
                <c:pt idx="24676">
                  <c:v>7.0360199999999997</c:v>
                </c:pt>
                <c:pt idx="24677">
                  <c:v>7.0363300000000004</c:v>
                </c:pt>
                <c:pt idx="24678">
                  <c:v>7.0366299999999997</c:v>
                </c:pt>
                <c:pt idx="24679">
                  <c:v>7.0369400000000004</c:v>
                </c:pt>
                <c:pt idx="24680">
                  <c:v>7.0372399999999997</c:v>
                </c:pt>
                <c:pt idx="24681">
                  <c:v>7.0375500000000004</c:v>
                </c:pt>
                <c:pt idx="24682">
                  <c:v>7.0378499999999997</c:v>
                </c:pt>
                <c:pt idx="24683">
                  <c:v>7.0381600000000004</c:v>
                </c:pt>
                <c:pt idx="24684">
                  <c:v>7.0384599999999997</c:v>
                </c:pt>
                <c:pt idx="24685">
                  <c:v>7.0387700000000004</c:v>
                </c:pt>
                <c:pt idx="24686">
                  <c:v>7.0390800000000002</c:v>
                </c:pt>
                <c:pt idx="24687">
                  <c:v>7.0393800000000004</c:v>
                </c:pt>
                <c:pt idx="24688">
                  <c:v>7.0396900000000002</c:v>
                </c:pt>
                <c:pt idx="24689">
                  <c:v>7.0399900000000004</c:v>
                </c:pt>
                <c:pt idx="24690">
                  <c:v>7.0403000000000002</c:v>
                </c:pt>
                <c:pt idx="24691">
                  <c:v>7.0406000000000004</c:v>
                </c:pt>
                <c:pt idx="24692">
                  <c:v>7.0409100000000002</c:v>
                </c:pt>
                <c:pt idx="24693">
                  <c:v>7.0412100000000004</c:v>
                </c:pt>
                <c:pt idx="24694">
                  <c:v>7.0415200000000002</c:v>
                </c:pt>
                <c:pt idx="24695">
                  <c:v>7.0418200000000004</c:v>
                </c:pt>
                <c:pt idx="24696">
                  <c:v>7.0421300000000002</c:v>
                </c:pt>
                <c:pt idx="24697">
                  <c:v>7.0424300000000004</c:v>
                </c:pt>
                <c:pt idx="24698">
                  <c:v>7.0427400000000002</c:v>
                </c:pt>
                <c:pt idx="24699">
                  <c:v>7.04305</c:v>
                </c:pt>
                <c:pt idx="24700">
                  <c:v>7.0433500000000002</c:v>
                </c:pt>
                <c:pt idx="24701">
                  <c:v>7.04366</c:v>
                </c:pt>
                <c:pt idx="24702">
                  <c:v>7.0439600000000002</c:v>
                </c:pt>
                <c:pt idx="24703">
                  <c:v>7.04427</c:v>
                </c:pt>
                <c:pt idx="24704">
                  <c:v>7.0445700000000002</c:v>
                </c:pt>
                <c:pt idx="24705">
                  <c:v>7.04488</c:v>
                </c:pt>
                <c:pt idx="24706">
                  <c:v>7.0451800000000002</c:v>
                </c:pt>
                <c:pt idx="24707">
                  <c:v>7.04549</c:v>
                </c:pt>
                <c:pt idx="24708">
                  <c:v>7.0457900000000002</c:v>
                </c:pt>
                <c:pt idx="24709">
                  <c:v>7.0461</c:v>
                </c:pt>
                <c:pt idx="24710">
                  <c:v>7.0464000000000002</c:v>
                </c:pt>
                <c:pt idx="24711">
                  <c:v>7.04671</c:v>
                </c:pt>
                <c:pt idx="24712">
                  <c:v>7.0470199999999998</c:v>
                </c:pt>
                <c:pt idx="24713">
                  <c:v>7.04732</c:v>
                </c:pt>
                <c:pt idx="24714">
                  <c:v>7.0476299999999998</c:v>
                </c:pt>
                <c:pt idx="24715">
                  <c:v>7.04793</c:v>
                </c:pt>
                <c:pt idx="24716">
                  <c:v>7.0482399999999998</c:v>
                </c:pt>
                <c:pt idx="24717">
                  <c:v>7.04854</c:v>
                </c:pt>
                <c:pt idx="24718">
                  <c:v>7.0488499999999998</c:v>
                </c:pt>
                <c:pt idx="24719">
                  <c:v>7.04915</c:v>
                </c:pt>
                <c:pt idx="24720">
                  <c:v>7.0494599999999998</c:v>
                </c:pt>
                <c:pt idx="24721">
                  <c:v>7.04976</c:v>
                </c:pt>
                <c:pt idx="24722">
                  <c:v>7.0500699999999998</c:v>
                </c:pt>
                <c:pt idx="24723">
                  <c:v>7.05037</c:v>
                </c:pt>
                <c:pt idx="24724">
                  <c:v>7.0506799999999998</c:v>
                </c:pt>
                <c:pt idx="24725">
                  <c:v>7.0509899999999996</c:v>
                </c:pt>
                <c:pt idx="24726">
                  <c:v>7.0512899999999998</c:v>
                </c:pt>
                <c:pt idx="24727">
                  <c:v>7.0515999999999996</c:v>
                </c:pt>
                <c:pt idx="24728">
                  <c:v>7.0518999999999998</c:v>
                </c:pt>
                <c:pt idx="24729">
                  <c:v>7.0522099999999996</c:v>
                </c:pt>
                <c:pt idx="24730">
                  <c:v>7.0525099999999998</c:v>
                </c:pt>
                <c:pt idx="24731">
                  <c:v>7.0528199999999996</c:v>
                </c:pt>
                <c:pt idx="24732">
                  <c:v>7.0531199999999998</c:v>
                </c:pt>
                <c:pt idx="24733">
                  <c:v>7.0534299999999996</c:v>
                </c:pt>
                <c:pt idx="24734">
                  <c:v>7.0537299999999998</c:v>
                </c:pt>
                <c:pt idx="24735">
                  <c:v>7.0540399999999996</c:v>
                </c:pt>
                <c:pt idx="24736">
                  <c:v>7.0543500000000003</c:v>
                </c:pt>
                <c:pt idx="24737">
                  <c:v>7.0546499999999996</c:v>
                </c:pt>
                <c:pt idx="24738">
                  <c:v>7.0549600000000003</c:v>
                </c:pt>
                <c:pt idx="24739">
                  <c:v>7.0552599999999996</c:v>
                </c:pt>
                <c:pt idx="24740">
                  <c:v>7.0555700000000003</c:v>
                </c:pt>
                <c:pt idx="24741">
                  <c:v>7.0558699999999996</c:v>
                </c:pt>
                <c:pt idx="24742">
                  <c:v>7.0561800000000003</c:v>
                </c:pt>
                <c:pt idx="24743">
                  <c:v>7.0564799999999996</c:v>
                </c:pt>
                <c:pt idx="24744">
                  <c:v>7.0567900000000003</c:v>
                </c:pt>
                <c:pt idx="24745">
                  <c:v>7.0570899999999996</c:v>
                </c:pt>
                <c:pt idx="24746">
                  <c:v>7.0574000000000003</c:v>
                </c:pt>
                <c:pt idx="24747">
                  <c:v>7.0576999999999996</c:v>
                </c:pt>
                <c:pt idx="24748">
                  <c:v>7.0580100000000003</c:v>
                </c:pt>
                <c:pt idx="24749">
                  <c:v>7.0583200000000001</c:v>
                </c:pt>
                <c:pt idx="24750">
                  <c:v>7.0586200000000003</c:v>
                </c:pt>
                <c:pt idx="24751">
                  <c:v>7.0589300000000001</c:v>
                </c:pt>
                <c:pt idx="24752">
                  <c:v>7.0592300000000003</c:v>
                </c:pt>
                <c:pt idx="24753">
                  <c:v>7.0595400000000001</c:v>
                </c:pt>
                <c:pt idx="24754">
                  <c:v>7.0598400000000003</c:v>
                </c:pt>
                <c:pt idx="24755">
                  <c:v>7.0601500000000001</c:v>
                </c:pt>
                <c:pt idx="24756">
                  <c:v>7.0604500000000003</c:v>
                </c:pt>
                <c:pt idx="24757">
                  <c:v>7.0607600000000001</c:v>
                </c:pt>
                <c:pt idx="24758">
                  <c:v>7.0610600000000003</c:v>
                </c:pt>
                <c:pt idx="24759">
                  <c:v>7.0613700000000001</c:v>
                </c:pt>
                <c:pt idx="24760">
                  <c:v>7.0616700000000003</c:v>
                </c:pt>
                <c:pt idx="24761">
                  <c:v>7.0619800000000001</c:v>
                </c:pt>
                <c:pt idx="24762">
                  <c:v>7.06229</c:v>
                </c:pt>
                <c:pt idx="24763">
                  <c:v>7.0625900000000001</c:v>
                </c:pt>
                <c:pt idx="24764">
                  <c:v>7.0629</c:v>
                </c:pt>
                <c:pt idx="24765">
                  <c:v>7.0632000000000001</c:v>
                </c:pt>
                <c:pt idx="24766">
                  <c:v>7.06351</c:v>
                </c:pt>
                <c:pt idx="24767">
                  <c:v>7.0638100000000001</c:v>
                </c:pt>
                <c:pt idx="24768">
                  <c:v>7.06412</c:v>
                </c:pt>
                <c:pt idx="24769">
                  <c:v>7.0644200000000001</c:v>
                </c:pt>
                <c:pt idx="24770">
                  <c:v>7.06473</c:v>
                </c:pt>
                <c:pt idx="24771">
                  <c:v>7.0650300000000001</c:v>
                </c:pt>
                <c:pt idx="24772">
                  <c:v>7.06534</c:v>
                </c:pt>
                <c:pt idx="24773">
                  <c:v>7.0656400000000001</c:v>
                </c:pt>
                <c:pt idx="24774">
                  <c:v>7.06595</c:v>
                </c:pt>
                <c:pt idx="24775">
                  <c:v>7.0662599999999998</c:v>
                </c:pt>
                <c:pt idx="24776">
                  <c:v>7.06656</c:v>
                </c:pt>
                <c:pt idx="24777">
                  <c:v>7.0668699999999998</c:v>
                </c:pt>
                <c:pt idx="24778">
                  <c:v>7.06717</c:v>
                </c:pt>
                <c:pt idx="24779">
                  <c:v>7.0674799999999998</c:v>
                </c:pt>
                <c:pt idx="24780">
                  <c:v>7.06778</c:v>
                </c:pt>
                <c:pt idx="24781">
                  <c:v>7.0680899999999998</c:v>
                </c:pt>
                <c:pt idx="24782">
                  <c:v>7.06839</c:v>
                </c:pt>
                <c:pt idx="24783">
                  <c:v>7.0686999999999998</c:v>
                </c:pt>
                <c:pt idx="24784">
                  <c:v>7.069</c:v>
                </c:pt>
                <c:pt idx="24785">
                  <c:v>7.0693099999999998</c:v>
                </c:pt>
                <c:pt idx="24786">
                  <c:v>7.0696099999999999</c:v>
                </c:pt>
                <c:pt idx="24787">
                  <c:v>7.0699199999999998</c:v>
                </c:pt>
                <c:pt idx="24788">
                  <c:v>7.0702299999999996</c:v>
                </c:pt>
                <c:pt idx="24789">
                  <c:v>7.0705299999999998</c:v>
                </c:pt>
                <c:pt idx="24790">
                  <c:v>7.0708399999999996</c:v>
                </c:pt>
                <c:pt idx="24791">
                  <c:v>7.0711399999999998</c:v>
                </c:pt>
                <c:pt idx="24792">
                  <c:v>7.0714499999999996</c:v>
                </c:pt>
                <c:pt idx="24793">
                  <c:v>7.0717499999999998</c:v>
                </c:pt>
                <c:pt idx="24794">
                  <c:v>7.0720599999999996</c:v>
                </c:pt>
                <c:pt idx="24795">
                  <c:v>7.0723599999999998</c:v>
                </c:pt>
                <c:pt idx="24796">
                  <c:v>7.0726699999999996</c:v>
                </c:pt>
                <c:pt idx="24797">
                  <c:v>7.0729699999999998</c:v>
                </c:pt>
                <c:pt idx="24798">
                  <c:v>7.0732799999999996</c:v>
                </c:pt>
                <c:pt idx="24799">
                  <c:v>7.0735900000000003</c:v>
                </c:pt>
                <c:pt idx="24800">
                  <c:v>7.0738899999999996</c:v>
                </c:pt>
                <c:pt idx="24801">
                  <c:v>7.0742000000000003</c:v>
                </c:pt>
                <c:pt idx="24802">
                  <c:v>7.0744999999999996</c:v>
                </c:pt>
                <c:pt idx="24803">
                  <c:v>7.0748100000000003</c:v>
                </c:pt>
                <c:pt idx="24804">
                  <c:v>7.0751099999999996</c:v>
                </c:pt>
                <c:pt idx="24805">
                  <c:v>7.0754200000000003</c:v>
                </c:pt>
                <c:pt idx="24806">
                  <c:v>7.0757199999999996</c:v>
                </c:pt>
                <c:pt idx="24807">
                  <c:v>7.0760300000000003</c:v>
                </c:pt>
                <c:pt idx="24808">
                  <c:v>7.0763299999999996</c:v>
                </c:pt>
                <c:pt idx="24809">
                  <c:v>7.0766400000000003</c:v>
                </c:pt>
                <c:pt idx="24810">
                  <c:v>7.0769399999999996</c:v>
                </c:pt>
                <c:pt idx="24811">
                  <c:v>7.0772500000000003</c:v>
                </c:pt>
                <c:pt idx="24812">
                  <c:v>7.0775600000000001</c:v>
                </c:pt>
                <c:pt idx="24813">
                  <c:v>7.0778600000000003</c:v>
                </c:pt>
                <c:pt idx="24814">
                  <c:v>7.0781700000000001</c:v>
                </c:pt>
                <c:pt idx="24815">
                  <c:v>7.0784700000000003</c:v>
                </c:pt>
                <c:pt idx="24816">
                  <c:v>7.0787800000000001</c:v>
                </c:pt>
                <c:pt idx="24817">
                  <c:v>7.0790800000000003</c:v>
                </c:pt>
                <c:pt idx="24818">
                  <c:v>7.0793900000000001</c:v>
                </c:pt>
                <c:pt idx="24819">
                  <c:v>7.0796900000000003</c:v>
                </c:pt>
                <c:pt idx="24820">
                  <c:v>7.08</c:v>
                </c:pt>
                <c:pt idx="24821">
                  <c:v>7.0803000000000003</c:v>
                </c:pt>
                <c:pt idx="24822">
                  <c:v>7.0806100000000001</c:v>
                </c:pt>
                <c:pt idx="24823">
                  <c:v>7.0809100000000003</c:v>
                </c:pt>
                <c:pt idx="24824">
                  <c:v>7.0812200000000001</c:v>
                </c:pt>
                <c:pt idx="24825">
                  <c:v>7.0815299999999999</c:v>
                </c:pt>
                <c:pt idx="24826">
                  <c:v>7.0818300000000001</c:v>
                </c:pt>
                <c:pt idx="24827">
                  <c:v>7.0821399999999999</c:v>
                </c:pt>
                <c:pt idx="24828">
                  <c:v>7.0824400000000001</c:v>
                </c:pt>
                <c:pt idx="24829">
                  <c:v>7.0827499999999999</c:v>
                </c:pt>
                <c:pt idx="24830">
                  <c:v>7.0830500000000001</c:v>
                </c:pt>
                <c:pt idx="24831">
                  <c:v>7.0833599999999999</c:v>
                </c:pt>
                <c:pt idx="24832">
                  <c:v>7.0836600000000001</c:v>
                </c:pt>
                <c:pt idx="24833">
                  <c:v>7.0839699999999999</c:v>
                </c:pt>
                <c:pt idx="24834">
                  <c:v>7.0842700000000001</c:v>
                </c:pt>
                <c:pt idx="24835">
                  <c:v>7.0845799999999999</c:v>
                </c:pt>
                <c:pt idx="24836">
                  <c:v>7.0848800000000001</c:v>
                </c:pt>
                <c:pt idx="24837">
                  <c:v>7.0851899999999999</c:v>
                </c:pt>
                <c:pt idx="24838">
                  <c:v>7.0854999999999997</c:v>
                </c:pt>
                <c:pt idx="24839">
                  <c:v>7.0857999999999999</c:v>
                </c:pt>
                <c:pt idx="24840">
                  <c:v>7.0861099999999997</c:v>
                </c:pt>
                <c:pt idx="24841">
                  <c:v>7.0864099999999999</c:v>
                </c:pt>
                <c:pt idx="24842">
                  <c:v>7.0867199999999997</c:v>
                </c:pt>
                <c:pt idx="24843">
                  <c:v>7.0870199999999999</c:v>
                </c:pt>
                <c:pt idx="24844">
                  <c:v>7.0873299999999997</c:v>
                </c:pt>
                <c:pt idx="24845">
                  <c:v>7.0876299999999999</c:v>
                </c:pt>
                <c:pt idx="24846">
                  <c:v>7.0879399999999997</c:v>
                </c:pt>
                <c:pt idx="24847">
                  <c:v>7.0882399999999999</c:v>
                </c:pt>
                <c:pt idx="24848">
                  <c:v>7.0885499999999997</c:v>
                </c:pt>
                <c:pt idx="24849">
                  <c:v>7.0888600000000004</c:v>
                </c:pt>
                <c:pt idx="24850">
                  <c:v>7.0891599999999997</c:v>
                </c:pt>
                <c:pt idx="24851">
                  <c:v>7.0894700000000004</c:v>
                </c:pt>
                <c:pt idx="24852">
                  <c:v>7.0897699999999997</c:v>
                </c:pt>
                <c:pt idx="24853">
                  <c:v>7.0900800000000004</c:v>
                </c:pt>
                <c:pt idx="24854">
                  <c:v>7.0903799999999997</c:v>
                </c:pt>
                <c:pt idx="24855">
                  <c:v>7.0906900000000004</c:v>
                </c:pt>
                <c:pt idx="24856">
                  <c:v>7.0909899999999997</c:v>
                </c:pt>
                <c:pt idx="24857">
                  <c:v>7.0913000000000004</c:v>
                </c:pt>
                <c:pt idx="24858">
                  <c:v>7.0915999999999997</c:v>
                </c:pt>
                <c:pt idx="24859">
                  <c:v>7.0919100000000004</c:v>
                </c:pt>
                <c:pt idx="24860">
                  <c:v>7.0922099999999997</c:v>
                </c:pt>
                <c:pt idx="24861">
                  <c:v>7.0925200000000004</c:v>
                </c:pt>
                <c:pt idx="24862">
                  <c:v>7.0928300000000002</c:v>
                </c:pt>
                <c:pt idx="24863">
                  <c:v>7.0931300000000004</c:v>
                </c:pt>
                <c:pt idx="24864">
                  <c:v>7.0934400000000002</c:v>
                </c:pt>
                <c:pt idx="24865">
                  <c:v>7.0937400000000004</c:v>
                </c:pt>
                <c:pt idx="24866">
                  <c:v>7.0940500000000002</c:v>
                </c:pt>
                <c:pt idx="24867">
                  <c:v>7.0943500000000004</c:v>
                </c:pt>
                <c:pt idx="24868">
                  <c:v>7.0946600000000002</c:v>
                </c:pt>
                <c:pt idx="24869">
                  <c:v>7.0949600000000004</c:v>
                </c:pt>
                <c:pt idx="24870">
                  <c:v>7.0952700000000002</c:v>
                </c:pt>
                <c:pt idx="24871">
                  <c:v>7.0955700000000004</c:v>
                </c:pt>
                <c:pt idx="24872">
                  <c:v>7.0958800000000002</c:v>
                </c:pt>
                <c:pt idx="24873">
                  <c:v>7.0961800000000004</c:v>
                </c:pt>
                <c:pt idx="24874">
                  <c:v>7.0964900000000002</c:v>
                </c:pt>
                <c:pt idx="24875">
                  <c:v>7.0968</c:v>
                </c:pt>
                <c:pt idx="24876">
                  <c:v>7.0971000000000002</c:v>
                </c:pt>
                <c:pt idx="24877">
                  <c:v>7.09741</c:v>
                </c:pt>
                <c:pt idx="24878">
                  <c:v>7.0977100000000002</c:v>
                </c:pt>
                <c:pt idx="24879">
                  <c:v>7.09802</c:v>
                </c:pt>
                <c:pt idx="24880">
                  <c:v>7.0983200000000002</c:v>
                </c:pt>
                <c:pt idx="24881">
                  <c:v>7.09863</c:v>
                </c:pt>
                <c:pt idx="24882">
                  <c:v>7.0989300000000002</c:v>
                </c:pt>
                <c:pt idx="24883">
                  <c:v>7.09924</c:v>
                </c:pt>
                <c:pt idx="24884">
                  <c:v>7.0995400000000002</c:v>
                </c:pt>
                <c:pt idx="24885">
                  <c:v>7.09985</c:v>
                </c:pt>
                <c:pt idx="24886">
                  <c:v>7.1001500000000002</c:v>
                </c:pt>
                <c:pt idx="24887">
                  <c:v>7.10046</c:v>
                </c:pt>
                <c:pt idx="24888">
                  <c:v>7.1007699999999998</c:v>
                </c:pt>
                <c:pt idx="24889">
                  <c:v>7.10107</c:v>
                </c:pt>
                <c:pt idx="24890">
                  <c:v>7.1013799999999998</c:v>
                </c:pt>
                <c:pt idx="24891">
                  <c:v>7.10168</c:v>
                </c:pt>
                <c:pt idx="24892">
                  <c:v>7.1019899999999998</c:v>
                </c:pt>
                <c:pt idx="24893">
                  <c:v>7.10229</c:v>
                </c:pt>
                <c:pt idx="24894">
                  <c:v>7.1025999999999998</c:v>
                </c:pt>
                <c:pt idx="24895">
                  <c:v>7.1029</c:v>
                </c:pt>
                <c:pt idx="24896">
                  <c:v>7.1032099999999998</c:v>
                </c:pt>
                <c:pt idx="24897">
                  <c:v>7.10351</c:v>
                </c:pt>
                <c:pt idx="24898">
                  <c:v>7.1038199999999998</c:v>
                </c:pt>
                <c:pt idx="24899">
                  <c:v>7.10412</c:v>
                </c:pt>
                <c:pt idx="24900">
                  <c:v>7.1044299999999998</c:v>
                </c:pt>
                <c:pt idx="24901">
                  <c:v>7.1047399999999996</c:v>
                </c:pt>
                <c:pt idx="24902">
                  <c:v>7.1050399999999998</c:v>
                </c:pt>
                <c:pt idx="24903">
                  <c:v>7.1053499999999996</c:v>
                </c:pt>
                <c:pt idx="24904">
                  <c:v>7.1056499999999998</c:v>
                </c:pt>
                <c:pt idx="24905">
                  <c:v>7.1059599999999996</c:v>
                </c:pt>
                <c:pt idx="24906">
                  <c:v>7.1062599999999998</c:v>
                </c:pt>
                <c:pt idx="24907">
                  <c:v>7.1065699999999996</c:v>
                </c:pt>
                <c:pt idx="24908">
                  <c:v>7.1068699999999998</c:v>
                </c:pt>
                <c:pt idx="24909">
                  <c:v>7.1071799999999996</c:v>
                </c:pt>
                <c:pt idx="24910">
                  <c:v>7.1074799999999998</c:v>
                </c:pt>
                <c:pt idx="24911">
                  <c:v>7.1077899999999996</c:v>
                </c:pt>
                <c:pt idx="24912">
                  <c:v>7.1081000000000003</c:v>
                </c:pt>
                <c:pt idx="24913">
                  <c:v>7.1083999999999996</c:v>
                </c:pt>
                <c:pt idx="24914">
                  <c:v>7.1087100000000003</c:v>
                </c:pt>
                <c:pt idx="24915">
                  <c:v>7.1090099999999996</c:v>
                </c:pt>
                <c:pt idx="24916">
                  <c:v>7.1093200000000003</c:v>
                </c:pt>
                <c:pt idx="24917">
                  <c:v>7.1096199999999996</c:v>
                </c:pt>
                <c:pt idx="24918">
                  <c:v>7.1099300000000003</c:v>
                </c:pt>
                <c:pt idx="24919">
                  <c:v>7.1102299999999996</c:v>
                </c:pt>
                <c:pt idx="24920">
                  <c:v>7.1105400000000003</c:v>
                </c:pt>
                <c:pt idx="24921">
                  <c:v>7.1108399999999996</c:v>
                </c:pt>
                <c:pt idx="24922">
                  <c:v>7.1111500000000003</c:v>
                </c:pt>
                <c:pt idx="24923">
                  <c:v>7.1114499999999996</c:v>
                </c:pt>
                <c:pt idx="24924">
                  <c:v>7.1117600000000003</c:v>
                </c:pt>
                <c:pt idx="24925">
                  <c:v>7.1120700000000001</c:v>
                </c:pt>
                <c:pt idx="24926">
                  <c:v>7.1123700000000003</c:v>
                </c:pt>
                <c:pt idx="24927">
                  <c:v>7.1126800000000001</c:v>
                </c:pt>
                <c:pt idx="24928">
                  <c:v>7.1129800000000003</c:v>
                </c:pt>
                <c:pt idx="24929">
                  <c:v>7.1132900000000001</c:v>
                </c:pt>
                <c:pt idx="24930">
                  <c:v>7.1135900000000003</c:v>
                </c:pt>
                <c:pt idx="24931">
                  <c:v>7.1139000000000001</c:v>
                </c:pt>
                <c:pt idx="24932">
                  <c:v>7.1142000000000003</c:v>
                </c:pt>
                <c:pt idx="24933">
                  <c:v>7.1145100000000001</c:v>
                </c:pt>
                <c:pt idx="24934">
                  <c:v>7.1148100000000003</c:v>
                </c:pt>
                <c:pt idx="24935">
                  <c:v>7.1151200000000001</c:v>
                </c:pt>
                <c:pt idx="24936">
                  <c:v>7.1154200000000003</c:v>
                </c:pt>
                <c:pt idx="24937">
                  <c:v>7.1157300000000001</c:v>
                </c:pt>
                <c:pt idx="24938">
                  <c:v>7.1160399999999999</c:v>
                </c:pt>
                <c:pt idx="24939">
                  <c:v>7.1163400000000001</c:v>
                </c:pt>
                <c:pt idx="24940">
                  <c:v>7.1166499999999999</c:v>
                </c:pt>
                <c:pt idx="24941">
                  <c:v>7.1169500000000001</c:v>
                </c:pt>
                <c:pt idx="24942">
                  <c:v>7.1172599999999999</c:v>
                </c:pt>
                <c:pt idx="24943">
                  <c:v>7.1175600000000001</c:v>
                </c:pt>
                <c:pt idx="24944">
                  <c:v>7.1178699999999999</c:v>
                </c:pt>
                <c:pt idx="24945">
                  <c:v>7.1181700000000001</c:v>
                </c:pt>
                <c:pt idx="24946">
                  <c:v>7.1184799999999999</c:v>
                </c:pt>
                <c:pt idx="24947">
                  <c:v>7.1187800000000001</c:v>
                </c:pt>
                <c:pt idx="24948">
                  <c:v>7.1190899999999999</c:v>
                </c:pt>
                <c:pt idx="24949">
                  <c:v>7.1193900000000001</c:v>
                </c:pt>
                <c:pt idx="24950">
                  <c:v>7.1196999999999999</c:v>
                </c:pt>
                <c:pt idx="24951">
                  <c:v>7.1200099999999997</c:v>
                </c:pt>
                <c:pt idx="24952">
                  <c:v>7.1203099999999999</c:v>
                </c:pt>
                <c:pt idx="24953">
                  <c:v>7.1206199999999997</c:v>
                </c:pt>
                <c:pt idx="24954">
                  <c:v>7.1209199999999999</c:v>
                </c:pt>
                <c:pt idx="24955">
                  <c:v>7.1212299999999997</c:v>
                </c:pt>
                <c:pt idx="24956">
                  <c:v>7.1215299999999999</c:v>
                </c:pt>
                <c:pt idx="24957">
                  <c:v>7.1218399999999997</c:v>
                </c:pt>
                <c:pt idx="24958">
                  <c:v>7.1221399999999999</c:v>
                </c:pt>
                <c:pt idx="24959">
                  <c:v>7.1224499999999997</c:v>
                </c:pt>
                <c:pt idx="24960">
                  <c:v>7.1227499999999999</c:v>
                </c:pt>
                <c:pt idx="24961">
                  <c:v>7.1230599999999997</c:v>
                </c:pt>
                <c:pt idx="24962">
                  <c:v>7.1233599999999999</c:v>
                </c:pt>
                <c:pt idx="24963">
                  <c:v>7.1236699999999997</c:v>
                </c:pt>
                <c:pt idx="24964">
                  <c:v>7.1239800000000004</c:v>
                </c:pt>
                <c:pt idx="24965">
                  <c:v>7.1242799999999997</c:v>
                </c:pt>
                <c:pt idx="24966">
                  <c:v>7.1245900000000004</c:v>
                </c:pt>
                <c:pt idx="24967">
                  <c:v>7.1248899999999997</c:v>
                </c:pt>
                <c:pt idx="24968">
                  <c:v>7.1252000000000004</c:v>
                </c:pt>
                <c:pt idx="24969">
                  <c:v>7.1254999999999997</c:v>
                </c:pt>
                <c:pt idx="24970">
                  <c:v>7.1258100000000004</c:v>
                </c:pt>
                <c:pt idx="24971">
                  <c:v>7.1261099999999997</c:v>
                </c:pt>
                <c:pt idx="24972">
                  <c:v>7.1264200000000004</c:v>
                </c:pt>
                <c:pt idx="24973">
                  <c:v>7.1267199999999997</c:v>
                </c:pt>
                <c:pt idx="24974">
                  <c:v>7.1270300000000004</c:v>
                </c:pt>
                <c:pt idx="24975">
                  <c:v>7.1273400000000002</c:v>
                </c:pt>
                <c:pt idx="24976">
                  <c:v>7.1276400000000004</c:v>
                </c:pt>
                <c:pt idx="24977">
                  <c:v>7.1279500000000002</c:v>
                </c:pt>
                <c:pt idx="24978">
                  <c:v>7.1282500000000004</c:v>
                </c:pt>
                <c:pt idx="24979">
                  <c:v>7.1285600000000002</c:v>
                </c:pt>
                <c:pt idx="24980">
                  <c:v>7.1288600000000004</c:v>
                </c:pt>
                <c:pt idx="24981">
                  <c:v>7.1291700000000002</c:v>
                </c:pt>
                <c:pt idx="24982">
                  <c:v>7.1294700000000004</c:v>
                </c:pt>
                <c:pt idx="24983">
                  <c:v>7.1297800000000002</c:v>
                </c:pt>
                <c:pt idx="24984">
                  <c:v>7.1300800000000004</c:v>
                </c:pt>
                <c:pt idx="24985">
                  <c:v>7.1303900000000002</c:v>
                </c:pt>
                <c:pt idx="24986">
                  <c:v>7.1306900000000004</c:v>
                </c:pt>
                <c:pt idx="24987">
                  <c:v>7.1310000000000002</c:v>
                </c:pt>
                <c:pt idx="24988">
                  <c:v>7.13131</c:v>
                </c:pt>
                <c:pt idx="24989">
                  <c:v>7.1316100000000002</c:v>
                </c:pt>
                <c:pt idx="24990">
                  <c:v>7.13192</c:v>
                </c:pt>
                <c:pt idx="24991">
                  <c:v>7.1322200000000002</c:v>
                </c:pt>
                <c:pt idx="24992">
                  <c:v>7.13253</c:v>
                </c:pt>
                <c:pt idx="24993">
                  <c:v>7.1328300000000002</c:v>
                </c:pt>
                <c:pt idx="24994">
                  <c:v>7.13314</c:v>
                </c:pt>
                <c:pt idx="24995">
                  <c:v>7.1334400000000002</c:v>
                </c:pt>
                <c:pt idx="24996">
                  <c:v>7.13375</c:v>
                </c:pt>
                <c:pt idx="24997">
                  <c:v>7.1340500000000002</c:v>
                </c:pt>
                <c:pt idx="24998">
                  <c:v>7.13436</c:v>
                </c:pt>
                <c:pt idx="24999">
                  <c:v>7.1346600000000002</c:v>
                </c:pt>
                <c:pt idx="25000">
                  <c:v>7.13497</c:v>
                </c:pt>
                <c:pt idx="25001">
                  <c:v>7.1352799999999998</c:v>
                </c:pt>
                <c:pt idx="25002">
                  <c:v>7.13558</c:v>
                </c:pt>
                <c:pt idx="25003">
                  <c:v>7.1358899999999998</c:v>
                </c:pt>
                <c:pt idx="25004">
                  <c:v>7.13619</c:v>
                </c:pt>
                <c:pt idx="25005">
                  <c:v>7.1364999999999998</c:v>
                </c:pt>
                <c:pt idx="25006">
                  <c:v>7.1368</c:v>
                </c:pt>
                <c:pt idx="25007">
                  <c:v>7.1371099999999998</c:v>
                </c:pt>
                <c:pt idx="25008">
                  <c:v>7.13741</c:v>
                </c:pt>
                <c:pt idx="25009">
                  <c:v>7.1377199999999998</c:v>
                </c:pt>
                <c:pt idx="25010">
                  <c:v>7.13802</c:v>
                </c:pt>
                <c:pt idx="25011">
                  <c:v>7.1383299999999998</c:v>
                </c:pt>
                <c:pt idx="25012">
                  <c:v>7.13863</c:v>
                </c:pt>
                <c:pt idx="25013">
                  <c:v>7.1389399999999998</c:v>
                </c:pt>
                <c:pt idx="25014">
                  <c:v>7.1392499999999997</c:v>
                </c:pt>
                <c:pt idx="25015">
                  <c:v>7.1395499999999998</c:v>
                </c:pt>
                <c:pt idx="25016">
                  <c:v>7.1398599999999997</c:v>
                </c:pt>
                <c:pt idx="25017">
                  <c:v>7.1401599999999998</c:v>
                </c:pt>
                <c:pt idx="25018">
                  <c:v>7.1404699999999997</c:v>
                </c:pt>
                <c:pt idx="25019">
                  <c:v>7.1407699999999998</c:v>
                </c:pt>
                <c:pt idx="25020">
                  <c:v>7.1410799999999997</c:v>
                </c:pt>
                <c:pt idx="25021">
                  <c:v>7.1413799999999998</c:v>
                </c:pt>
                <c:pt idx="25022">
                  <c:v>7.1416899999999996</c:v>
                </c:pt>
                <c:pt idx="25023">
                  <c:v>7.1419899999999998</c:v>
                </c:pt>
                <c:pt idx="25024">
                  <c:v>7.1422999999999996</c:v>
                </c:pt>
                <c:pt idx="25025">
                  <c:v>7.1425999999999998</c:v>
                </c:pt>
                <c:pt idx="25026">
                  <c:v>7.1429099999999996</c:v>
                </c:pt>
                <c:pt idx="25027">
                  <c:v>7.1432200000000003</c:v>
                </c:pt>
                <c:pt idx="25028">
                  <c:v>7.1435199999999996</c:v>
                </c:pt>
                <c:pt idx="25029">
                  <c:v>7.1438300000000003</c:v>
                </c:pt>
                <c:pt idx="25030">
                  <c:v>7.1441299999999996</c:v>
                </c:pt>
                <c:pt idx="25031">
                  <c:v>7.1444400000000003</c:v>
                </c:pt>
                <c:pt idx="25032">
                  <c:v>7.1447399999999996</c:v>
                </c:pt>
                <c:pt idx="25033">
                  <c:v>7.1450500000000003</c:v>
                </c:pt>
                <c:pt idx="25034">
                  <c:v>7.1453499999999996</c:v>
                </c:pt>
                <c:pt idx="25035">
                  <c:v>7.1456600000000003</c:v>
                </c:pt>
                <c:pt idx="25036">
                  <c:v>7.1459599999999996</c:v>
                </c:pt>
                <c:pt idx="25037">
                  <c:v>7.1462700000000003</c:v>
                </c:pt>
                <c:pt idx="25038">
                  <c:v>7.1465800000000002</c:v>
                </c:pt>
                <c:pt idx="25039">
                  <c:v>7.1468800000000003</c:v>
                </c:pt>
                <c:pt idx="25040">
                  <c:v>7.1471900000000002</c:v>
                </c:pt>
                <c:pt idx="25041">
                  <c:v>7.1474900000000003</c:v>
                </c:pt>
                <c:pt idx="25042">
                  <c:v>7.1478000000000002</c:v>
                </c:pt>
                <c:pt idx="25043">
                  <c:v>7.1481000000000003</c:v>
                </c:pt>
                <c:pt idx="25044">
                  <c:v>7.1484100000000002</c:v>
                </c:pt>
                <c:pt idx="25045">
                  <c:v>7.1487100000000003</c:v>
                </c:pt>
                <c:pt idx="25046">
                  <c:v>7.1490200000000002</c:v>
                </c:pt>
                <c:pt idx="25047">
                  <c:v>7.1493200000000003</c:v>
                </c:pt>
                <c:pt idx="25048">
                  <c:v>7.1496300000000002</c:v>
                </c:pt>
                <c:pt idx="25049">
                  <c:v>7.1499300000000003</c:v>
                </c:pt>
                <c:pt idx="25050">
                  <c:v>7.1502400000000002</c:v>
                </c:pt>
                <c:pt idx="25051">
                  <c:v>7.15055</c:v>
                </c:pt>
                <c:pt idx="25052">
                  <c:v>7.1508500000000002</c:v>
                </c:pt>
                <c:pt idx="25053">
                  <c:v>7.15116</c:v>
                </c:pt>
                <c:pt idx="25054">
                  <c:v>7.1514600000000002</c:v>
                </c:pt>
                <c:pt idx="25055">
                  <c:v>7.15177</c:v>
                </c:pt>
                <c:pt idx="25056">
                  <c:v>7.1520700000000001</c:v>
                </c:pt>
                <c:pt idx="25057">
                  <c:v>7.15238</c:v>
                </c:pt>
                <c:pt idx="25058">
                  <c:v>7.1526800000000001</c:v>
                </c:pt>
                <c:pt idx="25059">
                  <c:v>7.15299</c:v>
                </c:pt>
                <c:pt idx="25060">
                  <c:v>7.1532900000000001</c:v>
                </c:pt>
                <c:pt idx="25061">
                  <c:v>7.1536</c:v>
                </c:pt>
                <c:pt idx="25062">
                  <c:v>7.1539000000000001</c:v>
                </c:pt>
                <c:pt idx="25063">
                  <c:v>7.15421</c:v>
                </c:pt>
                <c:pt idx="25064">
                  <c:v>7.1545199999999998</c:v>
                </c:pt>
                <c:pt idx="25065">
                  <c:v>7.15482</c:v>
                </c:pt>
                <c:pt idx="25066">
                  <c:v>7.1551299999999998</c:v>
                </c:pt>
                <c:pt idx="25067">
                  <c:v>7.15543</c:v>
                </c:pt>
                <c:pt idx="25068">
                  <c:v>7.1557399999999998</c:v>
                </c:pt>
                <c:pt idx="25069">
                  <c:v>7.15604</c:v>
                </c:pt>
                <c:pt idx="25070">
                  <c:v>7.1563499999999998</c:v>
                </c:pt>
                <c:pt idx="25071">
                  <c:v>7.15665</c:v>
                </c:pt>
                <c:pt idx="25072">
                  <c:v>7.1569599999999998</c:v>
                </c:pt>
                <c:pt idx="25073">
                  <c:v>7.15726</c:v>
                </c:pt>
                <c:pt idx="25074">
                  <c:v>7.1575699999999998</c:v>
                </c:pt>
                <c:pt idx="25075">
                  <c:v>7.15787</c:v>
                </c:pt>
                <c:pt idx="25076">
                  <c:v>7.1581799999999998</c:v>
                </c:pt>
                <c:pt idx="25077">
                  <c:v>7.1584899999999996</c:v>
                </c:pt>
                <c:pt idx="25078">
                  <c:v>7.1587899999999998</c:v>
                </c:pt>
                <c:pt idx="25079">
                  <c:v>7.1590999999999996</c:v>
                </c:pt>
                <c:pt idx="25080">
                  <c:v>7.1593999999999998</c:v>
                </c:pt>
                <c:pt idx="25081">
                  <c:v>7.1597099999999996</c:v>
                </c:pt>
                <c:pt idx="25082">
                  <c:v>7.1600099999999998</c:v>
                </c:pt>
                <c:pt idx="25083">
                  <c:v>7.1603199999999996</c:v>
                </c:pt>
                <c:pt idx="25084">
                  <c:v>7.1606199999999998</c:v>
                </c:pt>
                <c:pt idx="25085">
                  <c:v>7.1609299999999996</c:v>
                </c:pt>
                <c:pt idx="25086">
                  <c:v>7.1612299999999998</c:v>
                </c:pt>
                <c:pt idx="25087">
                  <c:v>7.1615399999999996</c:v>
                </c:pt>
                <c:pt idx="25088">
                  <c:v>7.1618500000000003</c:v>
                </c:pt>
                <c:pt idx="25089">
                  <c:v>7.1621499999999996</c:v>
                </c:pt>
                <c:pt idx="25090">
                  <c:v>7.1624600000000003</c:v>
                </c:pt>
                <c:pt idx="25091">
                  <c:v>7.1627599999999996</c:v>
                </c:pt>
                <c:pt idx="25092">
                  <c:v>7.1630700000000003</c:v>
                </c:pt>
                <c:pt idx="25093">
                  <c:v>7.1633699999999996</c:v>
                </c:pt>
                <c:pt idx="25094">
                  <c:v>7.1636800000000003</c:v>
                </c:pt>
                <c:pt idx="25095">
                  <c:v>7.1639799999999996</c:v>
                </c:pt>
                <c:pt idx="25096">
                  <c:v>7.1642900000000003</c:v>
                </c:pt>
                <c:pt idx="25097">
                  <c:v>7.1645899999999996</c:v>
                </c:pt>
                <c:pt idx="25098">
                  <c:v>7.1649000000000003</c:v>
                </c:pt>
                <c:pt idx="25099">
                  <c:v>7.1651999999999996</c:v>
                </c:pt>
                <c:pt idx="25100">
                  <c:v>7.1655100000000003</c:v>
                </c:pt>
                <c:pt idx="25101">
                  <c:v>7.1658200000000001</c:v>
                </c:pt>
                <c:pt idx="25102">
                  <c:v>7.1661200000000003</c:v>
                </c:pt>
                <c:pt idx="25103">
                  <c:v>7.1664300000000001</c:v>
                </c:pt>
                <c:pt idx="25104">
                  <c:v>7.1667300000000003</c:v>
                </c:pt>
                <c:pt idx="25105">
                  <c:v>7.1670400000000001</c:v>
                </c:pt>
                <c:pt idx="25106">
                  <c:v>7.1673400000000003</c:v>
                </c:pt>
                <c:pt idx="25107">
                  <c:v>7.1676500000000001</c:v>
                </c:pt>
                <c:pt idx="25108">
                  <c:v>7.1679500000000003</c:v>
                </c:pt>
                <c:pt idx="25109">
                  <c:v>7.1682600000000001</c:v>
                </c:pt>
                <c:pt idx="25110">
                  <c:v>7.1685600000000003</c:v>
                </c:pt>
                <c:pt idx="25111">
                  <c:v>7.1688700000000001</c:v>
                </c:pt>
                <c:pt idx="25112">
                  <c:v>7.1691700000000003</c:v>
                </c:pt>
                <c:pt idx="25113">
                  <c:v>7.1694800000000001</c:v>
                </c:pt>
                <c:pt idx="25114">
                  <c:v>7.1697899999999999</c:v>
                </c:pt>
                <c:pt idx="25115">
                  <c:v>7.1700900000000001</c:v>
                </c:pt>
                <c:pt idx="25116">
                  <c:v>7.1703999999999999</c:v>
                </c:pt>
                <c:pt idx="25117">
                  <c:v>7.1707000000000001</c:v>
                </c:pt>
                <c:pt idx="25118">
                  <c:v>7.1710099999999999</c:v>
                </c:pt>
                <c:pt idx="25119">
                  <c:v>7.1713100000000001</c:v>
                </c:pt>
                <c:pt idx="25120">
                  <c:v>7.1716199999999999</c:v>
                </c:pt>
                <c:pt idx="25121">
                  <c:v>7.1719200000000001</c:v>
                </c:pt>
                <c:pt idx="25122">
                  <c:v>7.1722299999999999</c:v>
                </c:pt>
                <c:pt idx="25123">
                  <c:v>7.1725300000000001</c:v>
                </c:pt>
                <c:pt idx="25124">
                  <c:v>7.1728399999999999</c:v>
                </c:pt>
                <c:pt idx="25125">
                  <c:v>7.1731400000000001</c:v>
                </c:pt>
                <c:pt idx="25126">
                  <c:v>7.1734499999999999</c:v>
                </c:pt>
                <c:pt idx="25127">
                  <c:v>7.1737599999999997</c:v>
                </c:pt>
                <c:pt idx="25128">
                  <c:v>7.1740599999999999</c:v>
                </c:pt>
                <c:pt idx="25129">
                  <c:v>7.1743699999999997</c:v>
                </c:pt>
                <c:pt idx="25130">
                  <c:v>7.1746699999999999</c:v>
                </c:pt>
                <c:pt idx="25131">
                  <c:v>7.1749799999999997</c:v>
                </c:pt>
                <c:pt idx="25132">
                  <c:v>7.1752799999999999</c:v>
                </c:pt>
                <c:pt idx="25133">
                  <c:v>7.1755899999999997</c:v>
                </c:pt>
                <c:pt idx="25134">
                  <c:v>7.1758899999999999</c:v>
                </c:pt>
                <c:pt idx="25135">
                  <c:v>7.1761999999999997</c:v>
                </c:pt>
                <c:pt idx="25136">
                  <c:v>7.1764999999999999</c:v>
                </c:pt>
                <c:pt idx="25137">
                  <c:v>7.1768099999999997</c:v>
                </c:pt>
                <c:pt idx="25138">
                  <c:v>7.1771099999999999</c:v>
                </c:pt>
                <c:pt idx="25139">
                  <c:v>7.1774199999999997</c:v>
                </c:pt>
                <c:pt idx="25140">
                  <c:v>7.1777300000000004</c:v>
                </c:pt>
                <c:pt idx="25141">
                  <c:v>7.1780299999999997</c:v>
                </c:pt>
                <c:pt idx="25142">
                  <c:v>7.1783400000000004</c:v>
                </c:pt>
                <c:pt idx="25143">
                  <c:v>7.1786399999999997</c:v>
                </c:pt>
                <c:pt idx="25144">
                  <c:v>7.1789500000000004</c:v>
                </c:pt>
                <c:pt idx="25145">
                  <c:v>7.1792499999999997</c:v>
                </c:pt>
                <c:pt idx="25146">
                  <c:v>7.1795600000000004</c:v>
                </c:pt>
                <c:pt idx="25147">
                  <c:v>7.1798599999999997</c:v>
                </c:pt>
                <c:pt idx="25148">
                  <c:v>7.1801700000000004</c:v>
                </c:pt>
                <c:pt idx="25149">
                  <c:v>7.1804699999999997</c:v>
                </c:pt>
                <c:pt idx="25150">
                  <c:v>7.1807800000000004</c:v>
                </c:pt>
                <c:pt idx="25151">
                  <c:v>7.1810900000000002</c:v>
                </c:pt>
                <c:pt idx="25152">
                  <c:v>7.1813900000000004</c:v>
                </c:pt>
                <c:pt idx="25153">
                  <c:v>7.1817000000000002</c:v>
                </c:pt>
                <c:pt idx="25154">
                  <c:v>7.1820000000000004</c:v>
                </c:pt>
                <c:pt idx="25155">
                  <c:v>7.1823100000000002</c:v>
                </c:pt>
                <c:pt idx="25156">
                  <c:v>7.1826100000000004</c:v>
                </c:pt>
                <c:pt idx="25157">
                  <c:v>7.1829200000000002</c:v>
                </c:pt>
                <c:pt idx="25158">
                  <c:v>7.1832200000000004</c:v>
                </c:pt>
                <c:pt idx="25159">
                  <c:v>7.1835300000000002</c:v>
                </c:pt>
                <c:pt idx="25160">
                  <c:v>7.1838300000000004</c:v>
                </c:pt>
                <c:pt idx="25161">
                  <c:v>7.1841400000000002</c:v>
                </c:pt>
                <c:pt idx="25162">
                  <c:v>7.1844400000000004</c:v>
                </c:pt>
                <c:pt idx="25163">
                  <c:v>7.1847500000000002</c:v>
                </c:pt>
                <c:pt idx="25164">
                  <c:v>7.18506</c:v>
                </c:pt>
                <c:pt idx="25165">
                  <c:v>7.1853600000000002</c:v>
                </c:pt>
                <c:pt idx="25166">
                  <c:v>7.18567</c:v>
                </c:pt>
                <c:pt idx="25167">
                  <c:v>7.1859700000000002</c:v>
                </c:pt>
                <c:pt idx="25168">
                  <c:v>7.18628</c:v>
                </c:pt>
                <c:pt idx="25169">
                  <c:v>7.1865800000000002</c:v>
                </c:pt>
                <c:pt idx="25170">
                  <c:v>7.18689</c:v>
                </c:pt>
                <c:pt idx="25171">
                  <c:v>7.1871900000000002</c:v>
                </c:pt>
                <c:pt idx="25172">
                  <c:v>7.1875</c:v>
                </c:pt>
                <c:pt idx="25173">
                  <c:v>7.1878000000000002</c:v>
                </c:pt>
                <c:pt idx="25174">
                  <c:v>7.18811</c:v>
                </c:pt>
                <c:pt idx="25175">
                  <c:v>7.1884100000000002</c:v>
                </c:pt>
                <c:pt idx="25176">
                  <c:v>7.18872</c:v>
                </c:pt>
                <c:pt idx="25177">
                  <c:v>7.1890299999999998</c:v>
                </c:pt>
                <c:pt idx="25178">
                  <c:v>7.18933</c:v>
                </c:pt>
                <c:pt idx="25179">
                  <c:v>7.1896399999999998</c:v>
                </c:pt>
                <c:pt idx="25180">
                  <c:v>7.18994</c:v>
                </c:pt>
                <c:pt idx="25181">
                  <c:v>7.1902499999999998</c:v>
                </c:pt>
                <c:pt idx="25182">
                  <c:v>7.19055</c:v>
                </c:pt>
                <c:pt idx="25183">
                  <c:v>7.1908599999999998</c:v>
                </c:pt>
                <c:pt idx="25184">
                  <c:v>7.19116</c:v>
                </c:pt>
                <c:pt idx="25185">
                  <c:v>7.1914699999999998</c:v>
                </c:pt>
                <c:pt idx="25186">
                  <c:v>7.19177</c:v>
                </c:pt>
                <c:pt idx="25187">
                  <c:v>7.1920799999999998</c:v>
                </c:pt>
                <c:pt idx="25188">
                  <c:v>7.19238</c:v>
                </c:pt>
                <c:pt idx="25189">
                  <c:v>7.1926899999999998</c:v>
                </c:pt>
                <c:pt idx="25190">
                  <c:v>7.1929999999999996</c:v>
                </c:pt>
                <c:pt idx="25191">
                  <c:v>7.1932999999999998</c:v>
                </c:pt>
                <c:pt idx="25192">
                  <c:v>7.1936099999999996</c:v>
                </c:pt>
                <c:pt idx="25193">
                  <c:v>7.1939099999999998</c:v>
                </c:pt>
                <c:pt idx="25194">
                  <c:v>7.1942199999999996</c:v>
                </c:pt>
                <c:pt idx="25195">
                  <c:v>7.1945199999999998</c:v>
                </c:pt>
                <c:pt idx="25196">
                  <c:v>7.1948299999999996</c:v>
                </c:pt>
                <c:pt idx="25197">
                  <c:v>7.1951299999999998</c:v>
                </c:pt>
                <c:pt idx="25198">
                  <c:v>7.1954399999999996</c:v>
                </c:pt>
                <c:pt idx="25199">
                  <c:v>7.1957399999999998</c:v>
                </c:pt>
                <c:pt idx="25200">
                  <c:v>7.1960499999999996</c:v>
                </c:pt>
                <c:pt idx="25201">
                  <c:v>7.1963499999999998</c:v>
                </c:pt>
                <c:pt idx="25202">
                  <c:v>7.1966599999999996</c:v>
                </c:pt>
                <c:pt idx="25203">
                  <c:v>7.1969700000000003</c:v>
                </c:pt>
                <c:pt idx="25204">
                  <c:v>7.1972699999999996</c:v>
                </c:pt>
                <c:pt idx="25205">
                  <c:v>7.1975800000000003</c:v>
                </c:pt>
                <c:pt idx="25206">
                  <c:v>7.1978799999999996</c:v>
                </c:pt>
                <c:pt idx="25207">
                  <c:v>7.1981900000000003</c:v>
                </c:pt>
                <c:pt idx="25208">
                  <c:v>7.1984899999999996</c:v>
                </c:pt>
                <c:pt idx="25209">
                  <c:v>7.1988000000000003</c:v>
                </c:pt>
                <c:pt idx="25210">
                  <c:v>7.1990999999999996</c:v>
                </c:pt>
                <c:pt idx="25211">
                  <c:v>7.1994100000000003</c:v>
                </c:pt>
                <c:pt idx="25212">
                  <c:v>7.1997099999999996</c:v>
                </c:pt>
                <c:pt idx="25213">
                  <c:v>7.2000200000000003</c:v>
                </c:pt>
                <c:pt idx="25214">
                  <c:v>7.2003300000000001</c:v>
                </c:pt>
                <c:pt idx="25215">
                  <c:v>7.2006300000000003</c:v>
                </c:pt>
                <c:pt idx="25216">
                  <c:v>7.2009400000000001</c:v>
                </c:pt>
                <c:pt idx="25217">
                  <c:v>7.2012400000000003</c:v>
                </c:pt>
                <c:pt idx="25218">
                  <c:v>7.2015500000000001</c:v>
                </c:pt>
                <c:pt idx="25219">
                  <c:v>7.2018500000000003</c:v>
                </c:pt>
                <c:pt idx="25220">
                  <c:v>7.2021600000000001</c:v>
                </c:pt>
                <c:pt idx="25221">
                  <c:v>7.2024600000000003</c:v>
                </c:pt>
                <c:pt idx="25222">
                  <c:v>7.2027700000000001</c:v>
                </c:pt>
                <c:pt idx="25223">
                  <c:v>7.2030700000000003</c:v>
                </c:pt>
                <c:pt idx="25224">
                  <c:v>7.2033800000000001</c:v>
                </c:pt>
                <c:pt idx="25225">
                  <c:v>7.2036800000000003</c:v>
                </c:pt>
                <c:pt idx="25226">
                  <c:v>7.2039900000000001</c:v>
                </c:pt>
                <c:pt idx="25227">
                  <c:v>7.2042999999999999</c:v>
                </c:pt>
                <c:pt idx="25228">
                  <c:v>7.2046000000000001</c:v>
                </c:pt>
                <c:pt idx="25229">
                  <c:v>7.2049099999999999</c:v>
                </c:pt>
                <c:pt idx="25230">
                  <c:v>7.2052100000000001</c:v>
                </c:pt>
                <c:pt idx="25231">
                  <c:v>7.2055199999999999</c:v>
                </c:pt>
                <c:pt idx="25232">
                  <c:v>7.2058200000000001</c:v>
                </c:pt>
                <c:pt idx="25233">
                  <c:v>7.2061299999999999</c:v>
                </c:pt>
                <c:pt idx="25234">
                  <c:v>7.2064300000000001</c:v>
                </c:pt>
                <c:pt idx="25235">
                  <c:v>7.2067399999999999</c:v>
                </c:pt>
                <c:pt idx="25236">
                  <c:v>7.2070400000000001</c:v>
                </c:pt>
                <c:pt idx="25237">
                  <c:v>7.2073499999999999</c:v>
                </c:pt>
                <c:pt idx="25238">
                  <c:v>7.2076500000000001</c:v>
                </c:pt>
                <c:pt idx="25239">
                  <c:v>7.2079599999999999</c:v>
                </c:pt>
                <c:pt idx="25240">
                  <c:v>7.2082699999999997</c:v>
                </c:pt>
                <c:pt idx="25241">
                  <c:v>7.2085699999999999</c:v>
                </c:pt>
                <c:pt idx="25242">
                  <c:v>7.2088799999999997</c:v>
                </c:pt>
                <c:pt idx="25243">
                  <c:v>7.2091799999999999</c:v>
                </c:pt>
                <c:pt idx="25244">
                  <c:v>7.2094899999999997</c:v>
                </c:pt>
                <c:pt idx="25245">
                  <c:v>7.2097899999999999</c:v>
                </c:pt>
                <c:pt idx="25246">
                  <c:v>7.2100999999999997</c:v>
                </c:pt>
                <c:pt idx="25247">
                  <c:v>7.2103999999999999</c:v>
                </c:pt>
                <c:pt idx="25248">
                  <c:v>7.2107099999999997</c:v>
                </c:pt>
                <c:pt idx="25249">
                  <c:v>7.2110099999999999</c:v>
                </c:pt>
                <c:pt idx="25250">
                  <c:v>7.2113199999999997</c:v>
                </c:pt>
                <c:pt idx="25251">
                  <c:v>7.2116199999999999</c:v>
                </c:pt>
                <c:pt idx="25252">
                  <c:v>7.2119299999999997</c:v>
                </c:pt>
                <c:pt idx="25253">
                  <c:v>7.2122400000000004</c:v>
                </c:pt>
                <c:pt idx="25254">
                  <c:v>7.2125399999999997</c:v>
                </c:pt>
                <c:pt idx="25255">
                  <c:v>7.2128500000000004</c:v>
                </c:pt>
                <c:pt idx="25256">
                  <c:v>7.2131499999999997</c:v>
                </c:pt>
                <c:pt idx="25257">
                  <c:v>7.2134600000000004</c:v>
                </c:pt>
                <c:pt idx="25258">
                  <c:v>7.2137599999999997</c:v>
                </c:pt>
                <c:pt idx="25259">
                  <c:v>7.2140700000000004</c:v>
                </c:pt>
                <c:pt idx="25260">
                  <c:v>7.2143699999999997</c:v>
                </c:pt>
                <c:pt idx="25261">
                  <c:v>7.2146800000000004</c:v>
                </c:pt>
                <c:pt idx="25262">
                  <c:v>7.2149799999999997</c:v>
                </c:pt>
                <c:pt idx="25263">
                  <c:v>7.2152900000000004</c:v>
                </c:pt>
                <c:pt idx="25264">
                  <c:v>7.2156000000000002</c:v>
                </c:pt>
                <c:pt idx="25265">
                  <c:v>7.2159000000000004</c:v>
                </c:pt>
                <c:pt idx="25266">
                  <c:v>7.2162100000000002</c:v>
                </c:pt>
                <c:pt idx="25267">
                  <c:v>7.2165100000000004</c:v>
                </c:pt>
                <c:pt idx="25268">
                  <c:v>7.2168200000000002</c:v>
                </c:pt>
                <c:pt idx="25269">
                  <c:v>7.2171200000000004</c:v>
                </c:pt>
                <c:pt idx="25270">
                  <c:v>7.2174300000000002</c:v>
                </c:pt>
                <c:pt idx="25271">
                  <c:v>7.2177300000000004</c:v>
                </c:pt>
                <c:pt idx="25272">
                  <c:v>7.2180400000000002</c:v>
                </c:pt>
                <c:pt idx="25273">
                  <c:v>7.2183400000000004</c:v>
                </c:pt>
                <c:pt idx="25274">
                  <c:v>7.2186500000000002</c:v>
                </c:pt>
                <c:pt idx="25275">
                  <c:v>7.2189500000000004</c:v>
                </c:pt>
                <c:pt idx="25276">
                  <c:v>7.2192600000000002</c:v>
                </c:pt>
                <c:pt idx="25277">
                  <c:v>7.21957</c:v>
                </c:pt>
                <c:pt idx="25278">
                  <c:v>7.2198700000000002</c:v>
                </c:pt>
                <c:pt idx="25279">
                  <c:v>7.22018</c:v>
                </c:pt>
                <c:pt idx="25280">
                  <c:v>7.2204800000000002</c:v>
                </c:pt>
                <c:pt idx="25281">
                  <c:v>7.22079</c:v>
                </c:pt>
                <c:pt idx="25282">
                  <c:v>7.2210900000000002</c:v>
                </c:pt>
                <c:pt idx="25283">
                  <c:v>7.2214</c:v>
                </c:pt>
                <c:pt idx="25284">
                  <c:v>7.2217000000000002</c:v>
                </c:pt>
                <c:pt idx="25285">
                  <c:v>7.22201</c:v>
                </c:pt>
                <c:pt idx="25286">
                  <c:v>7.2223100000000002</c:v>
                </c:pt>
                <c:pt idx="25287">
                  <c:v>7.22262</c:v>
                </c:pt>
                <c:pt idx="25288">
                  <c:v>7.2229200000000002</c:v>
                </c:pt>
                <c:pt idx="25289">
                  <c:v>7.22323</c:v>
                </c:pt>
                <c:pt idx="25290">
                  <c:v>7.2235399999999998</c:v>
                </c:pt>
                <c:pt idx="25291">
                  <c:v>7.22384</c:v>
                </c:pt>
                <c:pt idx="25292">
                  <c:v>7.2241499999999998</c:v>
                </c:pt>
                <c:pt idx="25293">
                  <c:v>7.22445</c:v>
                </c:pt>
                <c:pt idx="25294">
                  <c:v>7.2247599999999998</c:v>
                </c:pt>
                <c:pt idx="25295">
                  <c:v>7.22506</c:v>
                </c:pt>
                <c:pt idx="25296">
                  <c:v>7.2253699999999998</c:v>
                </c:pt>
                <c:pt idx="25297">
                  <c:v>7.22567</c:v>
                </c:pt>
                <c:pt idx="25298">
                  <c:v>7.2259799999999998</c:v>
                </c:pt>
                <c:pt idx="25299">
                  <c:v>7.22628</c:v>
                </c:pt>
                <c:pt idx="25300">
                  <c:v>7.2265899999999998</c:v>
                </c:pt>
                <c:pt idx="25301">
                  <c:v>7.22689</c:v>
                </c:pt>
                <c:pt idx="25302">
                  <c:v>7.2271999999999998</c:v>
                </c:pt>
                <c:pt idx="25303">
                  <c:v>7.2275099999999997</c:v>
                </c:pt>
                <c:pt idx="25304">
                  <c:v>7.2278099999999998</c:v>
                </c:pt>
                <c:pt idx="25305">
                  <c:v>7.2281199999999997</c:v>
                </c:pt>
                <c:pt idx="25306">
                  <c:v>7.2284199999999998</c:v>
                </c:pt>
                <c:pt idx="25307">
                  <c:v>7.2287299999999997</c:v>
                </c:pt>
                <c:pt idx="25308">
                  <c:v>7.2290299999999998</c:v>
                </c:pt>
                <c:pt idx="25309">
                  <c:v>7.2293399999999997</c:v>
                </c:pt>
                <c:pt idx="25310">
                  <c:v>7.2296399999999998</c:v>
                </c:pt>
                <c:pt idx="25311">
                  <c:v>7.2299499999999997</c:v>
                </c:pt>
                <c:pt idx="25312">
                  <c:v>7.2302499999999998</c:v>
                </c:pt>
                <c:pt idx="25313">
                  <c:v>7.2305599999999997</c:v>
                </c:pt>
                <c:pt idx="25314">
                  <c:v>7.2308599999999998</c:v>
                </c:pt>
                <c:pt idx="25315">
                  <c:v>7.2311699999999997</c:v>
                </c:pt>
                <c:pt idx="25316">
                  <c:v>7.2314800000000004</c:v>
                </c:pt>
                <c:pt idx="25317">
                  <c:v>7.2317799999999997</c:v>
                </c:pt>
                <c:pt idx="25318">
                  <c:v>7.2320900000000004</c:v>
                </c:pt>
                <c:pt idx="25319">
                  <c:v>7.2323899999999997</c:v>
                </c:pt>
                <c:pt idx="25320">
                  <c:v>7.2327000000000004</c:v>
                </c:pt>
                <c:pt idx="25321">
                  <c:v>7.2329999999999997</c:v>
                </c:pt>
                <c:pt idx="25322">
                  <c:v>7.2333100000000004</c:v>
                </c:pt>
                <c:pt idx="25323">
                  <c:v>7.2336099999999997</c:v>
                </c:pt>
                <c:pt idx="25324">
                  <c:v>7.2339200000000003</c:v>
                </c:pt>
                <c:pt idx="25325">
                  <c:v>7.2342199999999997</c:v>
                </c:pt>
                <c:pt idx="25326">
                  <c:v>7.2345300000000003</c:v>
                </c:pt>
                <c:pt idx="25327">
                  <c:v>7.2348400000000002</c:v>
                </c:pt>
                <c:pt idx="25328">
                  <c:v>7.2351400000000003</c:v>
                </c:pt>
                <c:pt idx="25329">
                  <c:v>7.2354500000000002</c:v>
                </c:pt>
                <c:pt idx="25330">
                  <c:v>7.2357500000000003</c:v>
                </c:pt>
                <c:pt idx="25331">
                  <c:v>7.2360600000000002</c:v>
                </c:pt>
                <c:pt idx="25332">
                  <c:v>7.2363600000000003</c:v>
                </c:pt>
                <c:pt idx="25333">
                  <c:v>7.2366700000000002</c:v>
                </c:pt>
                <c:pt idx="25334">
                  <c:v>7.2369700000000003</c:v>
                </c:pt>
                <c:pt idx="25335">
                  <c:v>7.2372800000000002</c:v>
                </c:pt>
                <c:pt idx="25336">
                  <c:v>7.2375800000000003</c:v>
                </c:pt>
                <c:pt idx="25337">
                  <c:v>7.2378900000000002</c:v>
                </c:pt>
                <c:pt idx="25338">
                  <c:v>7.2381900000000003</c:v>
                </c:pt>
                <c:pt idx="25339">
                  <c:v>7.2385000000000002</c:v>
                </c:pt>
                <c:pt idx="25340">
                  <c:v>7.23881</c:v>
                </c:pt>
                <c:pt idx="25341">
                  <c:v>7.2391100000000002</c:v>
                </c:pt>
                <c:pt idx="25342">
                  <c:v>7.23942</c:v>
                </c:pt>
                <c:pt idx="25343">
                  <c:v>7.2397200000000002</c:v>
                </c:pt>
                <c:pt idx="25344">
                  <c:v>7.24003</c:v>
                </c:pt>
                <c:pt idx="25345">
                  <c:v>7.2403300000000002</c:v>
                </c:pt>
                <c:pt idx="25346">
                  <c:v>7.24064</c:v>
                </c:pt>
                <c:pt idx="25347">
                  <c:v>7.2409400000000002</c:v>
                </c:pt>
                <c:pt idx="25348">
                  <c:v>7.24125</c:v>
                </c:pt>
                <c:pt idx="25349">
                  <c:v>7.2415500000000002</c:v>
                </c:pt>
                <c:pt idx="25350">
                  <c:v>7.24186</c:v>
                </c:pt>
                <c:pt idx="25351">
                  <c:v>7.2421600000000002</c:v>
                </c:pt>
                <c:pt idx="25352">
                  <c:v>7.24247</c:v>
                </c:pt>
                <c:pt idx="25353">
                  <c:v>7.2427799999999998</c:v>
                </c:pt>
                <c:pt idx="25354">
                  <c:v>7.24308</c:v>
                </c:pt>
                <c:pt idx="25355">
                  <c:v>7.2433899999999998</c:v>
                </c:pt>
                <c:pt idx="25356">
                  <c:v>7.24369</c:v>
                </c:pt>
                <c:pt idx="25357">
                  <c:v>7.2439999999999998</c:v>
                </c:pt>
                <c:pt idx="25358">
                  <c:v>7.2443</c:v>
                </c:pt>
                <c:pt idx="25359">
                  <c:v>7.2446099999999998</c:v>
                </c:pt>
                <c:pt idx="25360">
                  <c:v>7.24491</c:v>
                </c:pt>
                <c:pt idx="25361">
                  <c:v>7.2452199999999998</c:v>
                </c:pt>
                <c:pt idx="25362">
                  <c:v>7.24552</c:v>
                </c:pt>
                <c:pt idx="25363">
                  <c:v>7.2458299999999998</c:v>
                </c:pt>
                <c:pt idx="25364">
                  <c:v>7.24613</c:v>
                </c:pt>
                <c:pt idx="25365">
                  <c:v>7.2464399999999998</c:v>
                </c:pt>
                <c:pt idx="25366">
                  <c:v>7.2467499999999996</c:v>
                </c:pt>
                <c:pt idx="25367">
                  <c:v>7.2470499999999998</c:v>
                </c:pt>
                <c:pt idx="25368">
                  <c:v>7.2473599999999996</c:v>
                </c:pt>
                <c:pt idx="25369">
                  <c:v>7.2476599999999998</c:v>
                </c:pt>
                <c:pt idx="25370">
                  <c:v>7.2479699999999996</c:v>
                </c:pt>
                <c:pt idx="25371">
                  <c:v>7.2482699999999998</c:v>
                </c:pt>
                <c:pt idx="25372">
                  <c:v>7.2485799999999996</c:v>
                </c:pt>
                <c:pt idx="25373">
                  <c:v>7.2488799999999998</c:v>
                </c:pt>
                <c:pt idx="25374">
                  <c:v>7.2491899999999996</c:v>
                </c:pt>
                <c:pt idx="25375">
                  <c:v>7.2494899999999998</c:v>
                </c:pt>
                <c:pt idx="25376">
                  <c:v>7.2497999999999996</c:v>
                </c:pt>
                <c:pt idx="25377">
                  <c:v>7.2500999999999998</c:v>
                </c:pt>
                <c:pt idx="25378">
                  <c:v>7.2504099999999996</c:v>
                </c:pt>
                <c:pt idx="25379">
                  <c:v>7.2507200000000003</c:v>
                </c:pt>
                <c:pt idx="25380">
                  <c:v>7.2510199999999996</c:v>
                </c:pt>
              </c:numCache>
            </c:numRef>
          </c:xVal>
          <c:yVal>
            <c:numRef>
              <c:f>'For plotting'!$I$2:$I$25382</c:f>
              <c:numCache>
                <c:formatCode>General</c:formatCode>
                <c:ptCount val="25381"/>
                <c:pt idx="0">
                  <c:v>2.0113995571525902</c:v>
                </c:pt>
                <c:pt idx="1">
                  <c:v>2.0109266829300454</c:v>
                </c:pt>
                <c:pt idx="2">
                  <c:v>2.0107767136986001</c:v>
                </c:pt>
                <c:pt idx="3">
                  <c:v>2.0109489901320852</c:v>
                </c:pt>
                <c:pt idx="4">
                  <c:v>2.0102704336168435</c:v>
                </c:pt>
                <c:pt idx="5">
                  <c:v>2.0110359937144238</c:v>
                </c:pt>
                <c:pt idx="6">
                  <c:v>2.0113464813960134</c:v>
                </c:pt>
                <c:pt idx="7">
                  <c:v>2.0111304696600074</c:v>
                </c:pt>
                <c:pt idx="8">
                  <c:v>2.0119550394496826</c:v>
                </c:pt>
                <c:pt idx="9">
                  <c:v>2.0114309575613722</c:v>
                </c:pt>
                <c:pt idx="10">
                  <c:v>2.0096507769060019</c:v>
                </c:pt>
                <c:pt idx="11">
                  <c:v>2.0088463715083185</c:v>
                </c:pt>
                <c:pt idx="12">
                  <c:v>2.0093868816069977</c:v>
                </c:pt>
                <c:pt idx="13">
                  <c:v>2.0102434012439288</c:v>
                </c:pt>
                <c:pt idx="14">
                  <c:v>2.0097271488538713</c:v>
                </c:pt>
                <c:pt idx="15">
                  <c:v>2.0091036460737128</c:v>
                </c:pt>
                <c:pt idx="16">
                  <c:v>2.0086660458011911</c:v>
                </c:pt>
                <c:pt idx="17">
                  <c:v>2.0094514955715259</c:v>
                </c:pt>
                <c:pt idx="18">
                  <c:v>2.0100464550229664</c:v>
                </c:pt>
                <c:pt idx="19">
                  <c:v>2.0116427386211293</c:v>
                </c:pt>
                <c:pt idx="20">
                  <c:v>2.0136961550295598</c:v>
                </c:pt>
                <c:pt idx="21">
                  <c:v>2.0136319806158105</c:v>
                </c:pt>
                <c:pt idx="22">
                  <c:v>2.0133953374651106</c:v>
                </c:pt>
                <c:pt idx="23">
                  <c:v>2.0120296257225116</c:v>
                </c:pt>
                <c:pt idx="24">
                  <c:v>2.0109870112744774</c:v>
                </c:pt>
                <c:pt idx="25">
                  <c:v>2.0107381431177336</c:v>
                </c:pt>
                <c:pt idx="26">
                  <c:v>2.0105776246675897</c:v>
                </c:pt>
                <c:pt idx="27">
                  <c:v>2.0092594118810574</c:v>
                </c:pt>
                <c:pt idx="28">
                  <c:v>2.0069613579921319</c:v>
                </c:pt>
                <c:pt idx="29">
                  <c:v>2.007347585767346</c:v>
                </c:pt>
                <c:pt idx="30">
                  <c:v>2.0075259060240436</c:v>
                </c:pt>
                <c:pt idx="31">
                  <c:v>2.0067178468605085</c:v>
                </c:pt>
                <c:pt idx="32">
                  <c:v>2.0067977077426868</c:v>
                </c:pt>
                <c:pt idx="33">
                  <c:v>2.0073432452034021</c:v>
                </c:pt>
                <c:pt idx="34">
                  <c:v>2.0082627304894398</c:v>
                </c:pt>
                <c:pt idx="35">
                  <c:v>2.0090812015120547</c:v>
                </c:pt>
                <c:pt idx="36">
                  <c:v>2.0088886233269601</c:v>
                </c:pt>
                <c:pt idx="37">
                  <c:v>2.0079497428627944</c:v>
                </c:pt>
                <c:pt idx="38">
                  <c:v>2.0071302828509263</c:v>
                </c:pt>
                <c:pt idx="39">
                  <c:v>2.008328058723984</c:v>
                </c:pt>
                <c:pt idx="40">
                  <c:v>2.0079312267862246</c:v>
                </c:pt>
                <c:pt idx="41">
                  <c:v>2.0081751499967035</c:v>
                </c:pt>
                <c:pt idx="42">
                  <c:v>2.0093583932221271</c:v>
                </c:pt>
                <c:pt idx="43">
                  <c:v>2.0093060042636424</c:v>
                </c:pt>
                <c:pt idx="44">
                  <c:v>2.011031323487396</c:v>
                </c:pt>
                <c:pt idx="45">
                  <c:v>2.0125613173336849</c:v>
                </c:pt>
                <c:pt idx="46">
                  <c:v>2.0129964726049976</c:v>
                </c:pt>
                <c:pt idx="47">
                  <c:v>2.0122379727918069</c:v>
                </c:pt>
                <c:pt idx="48">
                  <c:v>2.0126330465264499</c:v>
                </c:pt>
                <c:pt idx="49">
                  <c:v>2.0128793597942902</c:v>
                </c:pt>
                <c:pt idx="50">
                  <c:v>2.0135096481396015</c:v>
                </c:pt>
                <c:pt idx="51">
                  <c:v>2.0135404716379859</c:v>
                </c:pt>
                <c:pt idx="52">
                  <c:v>2.0128813103008727</c:v>
                </c:pt>
                <c:pt idx="53">
                  <c:v>2.0119637205775698</c:v>
                </c:pt>
                <c:pt idx="54">
                  <c:v>2.0110489604624076</c:v>
                </c:pt>
                <c:pt idx="55">
                  <c:v>2.0113246137447529</c:v>
                </c:pt>
                <c:pt idx="56">
                  <c:v>2.0123248390145272</c:v>
                </c:pt>
                <c:pt idx="57">
                  <c:v>2.0123284103646073</c:v>
                </c:pt>
                <c:pt idx="58">
                  <c:v>2.0116332882793784</c:v>
                </c:pt>
                <c:pt idx="59">
                  <c:v>2.0120036922265445</c:v>
                </c:pt>
                <c:pt idx="60">
                  <c:v>2.0118057295444056</c:v>
                </c:pt>
                <c:pt idx="61">
                  <c:v>2.0109546493483661</c:v>
                </c:pt>
                <c:pt idx="62">
                  <c:v>2.0092021603920793</c:v>
                </c:pt>
                <c:pt idx="63">
                  <c:v>2.0084581382826752</c:v>
                </c:pt>
                <c:pt idx="64">
                  <c:v>2.0113124986264039</c:v>
                </c:pt>
                <c:pt idx="65">
                  <c:v>2.0124032713566735</c:v>
                </c:pt>
                <c:pt idx="66">
                  <c:v>2.0109462978835628</c:v>
                </c:pt>
                <c:pt idx="67">
                  <c:v>2.0105249335179445</c:v>
                </c:pt>
                <c:pt idx="68">
                  <c:v>2.0109240730972946</c:v>
                </c:pt>
                <c:pt idx="69">
                  <c:v>2.0099617316102942</c:v>
                </c:pt>
                <c:pt idx="70">
                  <c:v>2.0093771290740863</c:v>
                </c:pt>
                <c:pt idx="71">
                  <c:v>2.0103472451154918</c:v>
                </c:pt>
                <c:pt idx="72">
                  <c:v>2.0106130909210789</c:v>
                </c:pt>
                <c:pt idx="73">
                  <c:v>2.0103600470319334</c:v>
                </c:pt>
                <c:pt idx="74">
                  <c:v>2.0109505010878883</c:v>
                </c:pt>
                <c:pt idx="75">
                  <c:v>2.010173979692754</c:v>
                </c:pt>
                <c:pt idx="76">
                  <c:v>2.010025603832883</c:v>
                </c:pt>
                <c:pt idx="77">
                  <c:v>2.0095220984154194</c:v>
                </c:pt>
                <c:pt idx="78">
                  <c:v>2.0098664315070001</c:v>
                </c:pt>
                <c:pt idx="79">
                  <c:v>2.0113543933100373</c:v>
                </c:pt>
                <c:pt idx="80">
                  <c:v>2.012242368299598</c:v>
                </c:pt>
                <c:pt idx="81">
                  <c:v>2.0130237247533023</c:v>
                </c:pt>
                <c:pt idx="82">
                  <c:v>2.0138703544977035</c:v>
                </c:pt>
                <c:pt idx="83">
                  <c:v>2.0127806531724577</c:v>
                </c:pt>
                <c:pt idx="84">
                  <c:v>2.0092969934726708</c:v>
                </c:pt>
                <c:pt idx="85">
                  <c:v>2.0084040735368451</c:v>
                </c:pt>
                <c:pt idx="86">
                  <c:v>2.0097870651194478</c:v>
                </c:pt>
                <c:pt idx="87">
                  <c:v>2.0102134293751788</c:v>
                </c:pt>
                <c:pt idx="88">
                  <c:v>2.0101595569328148</c:v>
                </c:pt>
                <c:pt idx="89">
                  <c:v>2.0099972528076306</c:v>
                </c:pt>
                <c:pt idx="90">
                  <c:v>2.0104438638711235</c:v>
                </c:pt>
                <c:pt idx="91">
                  <c:v>2.0120979483967387</c:v>
                </c:pt>
                <c:pt idx="92">
                  <c:v>2.0128604865827127</c:v>
                </c:pt>
                <c:pt idx="93">
                  <c:v>2.012078498274763</c:v>
                </c:pt>
                <c:pt idx="94">
                  <c:v>2.0120733884969559</c:v>
                </c:pt>
                <c:pt idx="95">
                  <c:v>2.0116127667523789</c:v>
                </c:pt>
                <c:pt idx="96">
                  <c:v>2.0098758543768267</c:v>
                </c:pt>
                <c:pt idx="97">
                  <c:v>2.0090731522384124</c:v>
                </c:pt>
                <c:pt idx="98">
                  <c:v>2.0085803059273424</c:v>
                </c:pt>
                <c:pt idx="99">
                  <c:v>2.0074504681215797</c:v>
                </c:pt>
                <c:pt idx="100">
                  <c:v>2.0072843179270787</c:v>
                </c:pt>
                <c:pt idx="101">
                  <c:v>2.008372590712292</c:v>
                </c:pt>
                <c:pt idx="102">
                  <c:v>2.0099106613041471</c:v>
                </c:pt>
                <c:pt idx="103">
                  <c:v>2.0096603371354478</c:v>
                </c:pt>
                <c:pt idx="104">
                  <c:v>2.0098251686776116</c:v>
                </c:pt>
                <c:pt idx="105">
                  <c:v>2.0102043086965122</c:v>
                </c:pt>
                <c:pt idx="106">
                  <c:v>2.010034944286939</c:v>
                </c:pt>
                <c:pt idx="107">
                  <c:v>2.0102380991626556</c:v>
                </c:pt>
                <c:pt idx="108">
                  <c:v>2.010192550713171</c:v>
                </c:pt>
                <c:pt idx="109">
                  <c:v>2.0111693424320345</c:v>
                </c:pt>
                <c:pt idx="110">
                  <c:v>2.0120434990439771</c:v>
                </c:pt>
                <c:pt idx="111">
                  <c:v>2.0115516417221602</c:v>
                </c:pt>
                <c:pt idx="112">
                  <c:v>2.0112409617371045</c:v>
                </c:pt>
                <c:pt idx="113">
                  <c:v>2.0107466594140786</c:v>
                </c:pt>
                <c:pt idx="114">
                  <c:v>2.0096336069536935</c:v>
                </c:pt>
                <c:pt idx="115">
                  <c:v>2.0092938342014461</c:v>
                </c:pt>
                <c:pt idx="116">
                  <c:v>2.0093002351596669</c:v>
                </c:pt>
                <c:pt idx="117">
                  <c:v>2.0101632931144371</c:v>
                </c:pt>
                <c:pt idx="118">
                  <c:v>2.011391205687787</c:v>
                </c:pt>
                <c:pt idx="119">
                  <c:v>2.0110186039867255</c:v>
                </c:pt>
                <c:pt idx="120">
                  <c:v>2.0122444836377222</c:v>
                </c:pt>
                <c:pt idx="121">
                  <c:v>2.0124389299136283</c:v>
                </c:pt>
                <c:pt idx="122">
                  <c:v>2.0111273378607062</c:v>
                </c:pt>
                <c:pt idx="123">
                  <c:v>2.010779213643656</c:v>
                </c:pt>
                <c:pt idx="124">
                  <c:v>2.0104924342322148</c:v>
                </c:pt>
                <c:pt idx="125">
                  <c:v>2.0106178710358016</c:v>
                </c:pt>
                <c:pt idx="126">
                  <c:v>2.0112198632997078</c:v>
                </c:pt>
                <c:pt idx="127">
                  <c:v>2.0104088646403375</c:v>
                </c:pt>
                <c:pt idx="128">
                  <c:v>2.0103319432539943</c:v>
                </c:pt>
                <c:pt idx="129">
                  <c:v>2.0099127216984241</c:v>
                </c:pt>
                <c:pt idx="130">
                  <c:v>2.0087165117250172</c:v>
                </c:pt>
                <c:pt idx="131">
                  <c:v>2.0085120656688864</c:v>
                </c:pt>
                <c:pt idx="132">
                  <c:v>2.0088674150018679</c:v>
                </c:pt>
                <c:pt idx="133">
                  <c:v>2.0096919573196192</c:v>
                </c:pt>
                <c:pt idx="134">
                  <c:v>2.0093147678073011</c:v>
                </c:pt>
                <c:pt idx="135">
                  <c:v>2.0092366376563153</c:v>
                </c:pt>
                <c:pt idx="136">
                  <c:v>2.0086062119513857</c:v>
                </c:pt>
                <c:pt idx="137">
                  <c:v>2.0089133205863607</c:v>
                </c:pt>
                <c:pt idx="138">
                  <c:v>2.0098655798773652</c:v>
                </c:pt>
                <c:pt idx="139">
                  <c:v>2.0100280488340916</c:v>
                </c:pt>
                <c:pt idx="140">
                  <c:v>2.0088335146480296</c:v>
                </c:pt>
                <c:pt idx="141">
                  <c:v>2.0091955671303929</c:v>
                </c:pt>
                <c:pt idx="142">
                  <c:v>2.0103906782268521</c:v>
                </c:pt>
                <c:pt idx="143">
                  <c:v>2.0098055811960176</c:v>
                </c:pt>
                <c:pt idx="144">
                  <c:v>2.0093944089140896</c:v>
                </c:pt>
                <c:pt idx="145">
                  <c:v>2.0103784257488848</c:v>
                </c:pt>
                <c:pt idx="146">
                  <c:v>2.0110752510933825</c:v>
                </c:pt>
                <c:pt idx="147">
                  <c:v>2.0105235049779124</c:v>
                </c:pt>
                <c:pt idx="148">
                  <c:v>2.0106192171600625</c:v>
                </c:pt>
                <c:pt idx="149">
                  <c:v>2.0107934990439769</c:v>
                </c:pt>
                <c:pt idx="150">
                  <c:v>2.0092157315223842</c:v>
                </c:pt>
                <c:pt idx="151">
                  <c:v>2.009072630271862</c:v>
                </c:pt>
                <c:pt idx="152">
                  <c:v>2.0106338596953912</c:v>
                </c:pt>
                <c:pt idx="153">
                  <c:v>2.0104267488626624</c:v>
                </c:pt>
                <c:pt idx="154">
                  <c:v>2.0100922781916881</c:v>
                </c:pt>
                <c:pt idx="155">
                  <c:v>2.010924924726929</c:v>
                </c:pt>
                <c:pt idx="156">
                  <c:v>2.0100754653743875</c:v>
                </c:pt>
                <c:pt idx="157">
                  <c:v>2.0089896925342301</c:v>
                </c:pt>
                <c:pt idx="158">
                  <c:v>2.009502675765368</c:v>
                </c:pt>
                <c:pt idx="159">
                  <c:v>2.0100750258236082</c:v>
                </c:pt>
                <c:pt idx="160">
                  <c:v>2.0105088349706599</c:v>
                </c:pt>
                <c:pt idx="161">
                  <c:v>2.0115127414782092</c:v>
                </c:pt>
                <c:pt idx="162">
                  <c:v>2.0106370464385397</c:v>
                </c:pt>
                <c:pt idx="163">
                  <c:v>2.0092128469703963</c:v>
                </c:pt>
                <c:pt idx="164">
                  <c:v>2.0093120206149315</c:v>
                </c:pt>
                <c:pt idx="165">
                  <c:v>2.0103294158370146</c:v>
                </c:pt>
                <c:pt idx="166">
                  <c:v>2.0102684831102615</c:v>
                </c:pt>
                <c:pt idx="167">
                  <c:v>2.0094045460539327</c:v>
                </c:pt>
                <c:pt idx="168">
                  <c:v>2.010338783762994</c:v>
                </c:pt>
                <c:pt idx="169">
                  <c:v>2.0103562559064634</c:v>
                </c:pt>
                <c:pt idx="170">
                  <c:v>2.0086956330630095</c:v>
                </c:pt>
                <c:pt idx="171">
                  <c:v>2.0097736588206851</c:v>
                </c:pt>
                <c:pt idx="172">
                  <c:v>2.0114296938528824</c:v>
                </c:pt>
                <c:pt idx="173">
                  <c:v>2.0112131876222499</c:v>
                </c:pt>
                <c:pt idx="174">
                  <c:v>2.0104029856486672</c:v>
                </c:pt>
                <c:pt idx="175">
                  <c:v>2.0101782103690029</c:v>
                </c:pt>
                <c:pt idx="176">
                  <c:v>2.0104622425880749</c:v>
                </c:pt>
                <c:pt idx="177">
                  <c:v>2.0100629931210303</c:v>
                </c:pt>
                <c:pt idx="178">
                  <c:v>2.00930658117404</c:v>
                </c:pt>
                <c:pt idx="179">
                  <c:v>2.007977516977649</c:v>
                </c:pt>
                <c:pt idx="180">
                  <c:v>2.0074656051515349</c:v>
                </c:pt>
                <c:pt idx="181">
                  <c:v>2.0085088789257379</c:v>
                </c:pt>
                <c:pt idx="182">
                  <c:v>2.0095488011252498</c:v>
                </c:pt>
                <c:pt idx="183">
                  <c:v>2.0104633414650226</c:v>
                </c:pt>
                <c:pt idx="184">
                  <c:v>2.0107450110986571</c:v>
                </c:pt>
                <c:pt idx="185">
                  <c:v>2.0109821212720598</c:v>
                </c:pt>
                <c:pt idx="186">
                  <c:v>2.0113341739741983</c:v>
                </c:pt>
                <c:pt idx="187">
                  <c:v>2.0116074646711062</c:v>
                </c:pt>
                <c:pt idx="188">
                  <c:v>2.0106074591767213</c:v>
                </c:pt>
                <c:pt idx="189">
                  <c:v>2.0106716885343179</c:v>
                </c:pt>
                <c:pt idx="190">
                  <c:v>2.0106092448517616</c:v>
                </c:pt>
                <c:pt idx="191">
                  <c:v>2.0098403606514141</c:v>
                </c:pt>
                <c:pt idx="192">
                  <c:v>2.0103536735456364</c:v>
                </c:pt>
                <c:pt idx="193">
                  <c:v>2.0118582558625087</c:v>
                </c:pt>
                <c:pt idx="194">
                  <c:v>2.0120897617634776</c:v>
                </c:pt>
                <c:pt idx="195">
                  <c:v>2.0129431496011079</c:v>
                </c:pt>
                <c:pt idx="196">
                  <c:v>2.0120489110129447</c:v>
                </c:pt>
                <c:pt idx="197">
                  <c:v>2.0095637458517395</c:v>
                </c:pt>
                <c:pt idx="198">
                  <c:v>2.008279515834817</c:v>
                </c:pt>
                <c:pt idx="199">
                  <c:v>2.0084353915298565</c:v>
                </c:pt>
                <c:pt idx="200">
                  <c:v>2.0080898496736337</c:v>
                </c:pt>
                <c:pt idx="201">
                  <c:v>2.0061653040592513</c:v>
                </c:pt>
                <c:pt idx="202">
                  <c:v>2.0044553965846905</c:v>
                </c:pt>
                <c:pt idx="203">
                  <c:v>2.0057863288718929</c:v>
                </c:pt>
                <c:pt idx="204">
                  <c:v>2.0081050416474362</c:v>
                </c:pt>
                <c:pt idx="205">
                  <c:v>2.008188089272763</c:v>
                </c:pt>
                <c:pt idx="206">
                  <c:v>2.0074879947693458</c:v>
                </c:pt>
                <c:pt idx="207">
                  <c:v>2.007691754027384</c:v>
                </c:pt>
                <c:pt idx="208">
                  <c:v>2.0078369706160304</c:v>
                </c:pt>
                <c:pt idx="209">
                  <c:v>2.0089038702446098</c:v>
                </c:pt>
                <c:pt idx="210">
                  <c:v>2.0088734038812333</c:v>
                </c:pt>
                <c:pt idx="211">
                  <c:v>2.0093100701083491</c:v>
                </c:pt>
                <c:pt idx="212">
                  <c:v>2.0100847234126724</c:v>
                </c:pt>
                <c:pt idx="213">
                  <c:v>2.0095103129601548</c:v>
                </c:pt>
                <c:pt idx="214">
                  <c:v>2.0077162864552429</c:v>
                </c:pt>
                <c:pt idx="215">
                  <c:v>2.0084654458143776</c:v>
                </c:pt>
                <c:pt idx="216">
                  <c:v>2.0094601492274897</c:v>
                </c:pt>
                <c:pt idx="217">
                  <c:v>2.0089068372123688</c:v>
                </c:pt>
                <c:pt idx="218">
                  <c:v>2.0089603250478012</c:v>
                </c:pt>
                <c:pt idx="219">
                  <c:v>2.0094059745939647</c:v>
                </c:pt>
                <c:pt idx="220">
                  <c:v>2.009120651194479</c:v>
                </c:pt>
                <c:pt idx="221">
                  <c:v>2.0066718863321684</c:v>
                </c:pt>
                <c:pt idx="222">
                  <c:v>2.0042132590492518</c:v>
                </c:pt>
                <c:pt idx="223">
                  <c:v>2.0061994516604029</c:v>
                </c:pt>
                <c:pt idx="224">
                  <c:v>2.0094784180567462</c:v>
                </c:pt>
                <c:pt idx="225">
                  <c:v>2.0094586932155338</c:v>
                </c:pt>
                <c:pt idx="226">
                  <c:v>2.00920603393332</c:v>
                </c:pt>
                <c:pt idx="227">
                  <c:v>2.0098847552801038</c:v>
                </c:pt>
                <c:pt idx="228">
                  <c:v>2.0081694083646515</c:v>
                </c:pt>
                <c:pt idx="229">
                  <c:v>2.0075492846311072</c:v>
                </c:pt>
                <c:pt idx="230">
                  <c:v>2.0086121733588271</c:v>
                </c:pt>
                <c:pt idx="231">
                  <c:v>2.0100235983824533</c:v>
                </c:pt>
                <c:pt idx="232">
                  <c:v>2.01063504098811</c:v>
                </c:pt>
                <c:pt idx="233">
                  <c:v>2.0096347607744884</c:v>
                </c:pt>
                <c:pt idx="234">
                  <c:v>2.0084360233841014</c:v>
                </c:pt>
                <c:pt idx="235">
                  <c:v>2.0083672886310193</c:v>
                </c:pt>
                <c:pt idx="236">
                  <c:v>2.008719945715479</c:v>
                </c:pt>
                <c:pt idx="237">
                  <c:v>2.0097902793345201</c:v>
                </c:pt>
                <c:pt idx="238">
                  <c:v>2.0097652524120351</c:v>
                </c:pt>
                <c:pt idx="239">
                  <c:v>2.0093947660490978</c:v>
                </c:pt>
                <c:pt idx="240">
                  <c:v>2.0089357926199423</c:v>
                </c:pt>
                <c:pt idx="241">
                  <c:v>2.0062015395266037</c:v>
                </c:pt>
                <c:pt idx="242">
                  <c:v>2.0047937682688293</c:v>
                </c:pt>
                <c:pt idx="243">
                  <c:v>2.0066364475506031</c:v>
                </c:pt>
                <c:pt idx="244">
                  <c:v>2.0077824663194215</c:v>
                </c:pt>
                <c:pt idx="245">
                  <c:v>2.0075872783015756</c:v>
                </c:pt>
                <c:pt idx="246">
                  <c:v>2.0086602766972153</c:v>
                </c:pt>
                <c:pt idx="247">
                  <c:v>2.010095080327905</c:v>
                </c:pt>
                <c:pt idx="248">
                  <c:v>2.0111906331728973</c:v>
                </c:pt>
                <c:pt idx="249">
                  <c:v>2.0127224126942265</c:v>
                </c:pt>
                <c:pt idx="250">
                  <c:v>2.0130635315707348</c:v>
                </c:pt>
                <c:pt idx="251">
                  <c:v>2.01127461484363</c:v>
                </c:pt>
                <c:pt idx="252">
                  <c:v>2.0098932166326016</c:v>
                </c:pt>
                <c:pt idx="253">
                  <c:v>2.0117882299290124</c:v>
                </c:pt>
                <c:pt idx="254">
                  <c:v>2.0136671721500625</c:v>
                </c:pt>
                <c:pt idx="255">
                  <c:v>2.0132383079492757</c:v>
                </c:pt>
                <c:pt idx="256">
                  <c:v>2.0121219863299706</c:v>
                </c:pt>
                <c:pt idx="257">
                  <c:v>2.0121822322586316</c:v>
                </c:pt>
                <c:pt idx="258">
                  <c:v>2.0119317432583901</c:v>
                </c:pt>
                <c:pt idx="259">
                  <c:v>2.0107477582910267</c:v>
                </c:pt>
                <c:pt idx="260">
                  <c:v>2.0101951880178457</c:v>
                </c:pt>
                <c:pt idx="261">
                  <c:v>2.0104751818641349</c:v>
                </c:pt>
                <c:pt idx="262">
                  <c:v>2.0112934605832837</c:v>
                </c:pt>
                <c:pt idx="263">
                  <c:v>2.0107936913474429</c:v>
                </c:pt>
                <c:pt idx="264">
                  <c:v>2.009924946704468</c:v>
                </c:pt>
                <c:pt idx="265">
                  <c:v>2.0098146469308369</c:v>
                </c:pt>
                <c:pt idx="266">
                  <c:v>2.009440094723193</c:v>
                </c:pt>
                <c:pt idx="267">
                  <c:v>2.0075774158809696</c:v>
                </c:pt>
                <c:pt idx="268">
                  <c:v>2.0088375255488891</c:v>
                </c:pt>
                <c:pt idx="269">
                  <c:v>2.0103633986066241</c:v>
                </c:pt>
                <c:pt idx="270">
                  <c:v>2.0106169095184723</c:v>
                </c:pt>
                <c:pt idx="271">
                  <c:v>2.010077827959825</c:v>
                </c:pt>
                <c:pt idx="272">
                  <c:v>2.0099807147095667</c:v>
                </c:pt>
                <c:pt idx="273">
                  <c:v>2.0087486264038152</c:v>
                </c:pt>
                <c:pt idx="274">
                  <c:v>2.0090703226302717</c:v>
                </c:pt>
                <c:pt idx="275">
                  <c:v>2.0089181007010835</c:v>
                </c:pt>
                <c:pt idx="276">
                  <c:v>2.0088507395441857</c:v>
                </c:pt>
                <c:pt idx="277">
                  <c:v>2.0096165194171558</c:v>
                </c:pt>
                <c:pt idx="278">
                  <c:v>2.0087768125975254</c:v>
                </c:pt>
                <c:pt idx="279">
                  <c:v>2.0079534241005694</c:v>
                </c:pt>
                <c:pt idx="280">
                  <c:v>2.0071128381793808</c:v>
                </c:pt>
                <c:pt idx="281">
                  <c:v>2.0062307971253377</c:v>
                </c:pt>
                <c:pt idx="282">
                  <c:v>2.0067089734291552</c:v>
                </c:pt>
                <c:pt idx="283">
                  <c:v>2.0074236005802071</c:v>
                </c:pt>
                <c:pt idx="284">
                  <c:v>2.0087710160216261</c:v>
                </c:pt>
                <c:pt idx="285">
                  <c:v>2.0099103041691393</c:v>
                </c:pt>
                <c:pt idx="286">
                  <c:v>2.0102090613393111</c:v>
                </c:pt>
                <c:pt idx="287">
                  <c:v>2.0097665710643722</c:v>
                </c:pt>
                <c:pt idx="288">
                  <c:v>2.0098552504340566</c:v>
                </c:pt>
                <c:pt idx="289">
                  <c:v>2.0107441045251755</c:v>
                </c:pt>
                <c:pt idx="290">
                  <c:v>2.010552927408189</c:v>
                </c:pt>
                <c:pt idx="291">
                  <c:v>2.0092360058020704</c:v>
                </c:pt>
                <c:pt idx="292">
                  <c:v>2.0097763785411309</c:v>
                </c:pt>
                <c:pt idx="293">
                  <c:v>2.0108402287861806</c:v>
                </c:pt>
                <c:pt idx="294">
                  <c:v>2.0094112766752379</c:v>
                </c:pt>
                <c:pt idx="295">
                  <c:v>2.0085558009714073</c:v>
                </c:pt>
                <c:pt idx="296">
                  <c:v>2.0100442297971473</c:v>
                </c:pt>
                <c:pt idx="297">
                  <c:v>2.0101427990593614</c:v>
                </c:pt>
                <c:pt idx="298">
                  <c:v>2.0089326058767938</c:v>
                </c:pt>
                <c:pt idx="299">
                  <c:v>2.0088821674248916</c:v>
                </c:pt>
                <c:pt idx="300">
                  <c:v>2.0105901518647942</c:v>
                </c:pt>
                <c:pt idx="301">
                  <c:v>2.0123491241950728</c:v>
                </c:pt>
                <c:pt idx="302">
                  <c:v>2.0118003450473614</c:v>
                </c:pt>
                <c:pt idx="303">
                  <c:v>2.0113727720269883</c:v>
                </c:pt>
                <c:pt idx="304">
                  <c:v>2.0112640656249314</c:v>
                </c:pt>
                <c:pt idx="305">
                  <c:v>2.0104160073404982</c:v>
                </c:pt>
                <c:pt idx="306">
                  <c:v>2.0094586932155338</c:v>
                </c:pt>
                <c:pt idx="307">
                  <c:v>2.0103908430583943</c:v>
                </c:pt>
                <c:pt idx="308">
                  <c:v>2.0112925265378783</c:v>
                </c:pt>
                <c:pt idx="309">
                  <c:v>2.0115163403002132</c:v>
                </c:pt>
                <c:pt idx="310">
                  <c:v>2.0116765290872727</c:v>
                </c:pt>
                <c:pt idx="311">
                  <c:v>2.0114332652029625</c:v>
                </c:pt>
                <c:pt idx="312">
                  <c:v>2.0107481978418056</c:v>
                </c:pt>
                <c:pt idx="313">
                  <c:v>2.0111908804202105</c:v>
                </c:pt>
                <c:pt idx="314">
                  <c:v>2.0120584712423901</c:v>
                </c:pt>
                <c:pt idx="315">
                  <c:v>2.0120833333333334</c:v>
                </c:pt>
                <c:pt idx="316">
                  <c:v>2.0111935177248852</c:v>
                </c:pt>
                <c:pt idx="317">
                  <c:v>2.0099032164128259</c:v>
                </c:pt>
                <c:pt idx="318">
                  <c:v>2.008896947319839</c:v>
                </c:pt>
                <c:pt idx="319">
                  <c:v>2.009086998087954</c:v>
                </c:pt>
                <c:pt idx="320">
                  <c:v>2.0105824597261597</c:v>
                </c:pt>
                <c:pt idx="321">
                  <c:v>2.0111425298345091</c:v>
                </c:pt>
                <c:pt idx="322">
                  <c:v>2.0084726984022327</c:v>
                </c:pt>
                <c:pt idx="323">
                  <c:v>2.0068575690644161</c:v>
                </c:pt>
                <c:pt idx="324">
                  <c:v>2.0080781466341397</c:v>
                </c:pt>
                <c:pt idx="325">
                  <c:v>2.0097054185622296</c:v>
                </c:pt>
                <c:pt idx="326">
                  <c:v>2.0104390288125535</c:v>
                </c:pt>
                <c:pt idx="327">
                  <c:v>2.0092285059669019</c:v>
                </c:pt>
                <c:pt idx="328">
                  <c:v>2.0079259521768753</c:v>
                </c:pt>
                <c:pt idx="329">
                  <c:v>2.0091425737895872</c:v>
                </c:pt>
                <c:pt idx="330">
                  <c:v>2.0103817223797278</c:v>
                </c:pt>
                <c:pt idx="331">
                  <c:v>2.0103553218610579</c:v>
                </c:pt>
                <c:pt idx="332">
                  <c:v>2.0093872662139294</c:v>
                </c:pt>
                <c:pt idx="333">
                  <c:v>2.0087702468077624</c:v>
                </c:pt>
                <c:pt idx="334">
                  <c:v>2.0077080174062107</c:v>
                </c:pt>
                <c:pt idx="335">
                  <c:v>2.0082475934594846</c:v>
                </c:pt>
                <c:pt idx="336">
                  <c:v>2.0099137106876772</c:v>
                </c:pt>
                <c:pt idx="337">
                  <c:v>2.0102751038438718</c:v>
                </c:pt>
                <c:pt idx="338">
                  <c:v>2.0103483439924399</c:v>
                </c:pt>
                <c:pt idx="339">
                  <c:v>2.0104495230874049</c:v>
                </c:pt>
                <c:pt idx="340">
                  <c:v>2.0113368387507968</c:v>
                </c:pt>
                <c:pt idx="341">
                  <c:v>2.0107153139491438</c:v>
                </c:pt>
                <c:pt idx="342">
                  <c:v>2.0102230170765476</c:v>
                </c:pt>
                <c:pt idx="343">
                  <c:v>2.00984129469682</c:v>
                </c:pt>
                <c:pt idx="344">
                  <c:v>2.0093621019318255</c:v>
                </c:pt>
                <c:pt idx="345">
                  <c:v>2.009714072218193</c:v>
                </c:pt>
                <c:pt idx="346">
                  <c:v>2.010837591481506</c:v>
                </c:pt>
                <c:pt idx="347">
                  <c:v>2.0109189083756402</c:v>
                </c:pt>
                <c:pt idx="348">
                  <c:v>2.0107204237269509</c:v>
                </c:pt>
                <c:pt idx="349">
                  <c:v>2.0115898551680185</c:v>
                </c:pt>
                <c:pt idx="350">
                  <c:v>2.011593124326938</c:v>
                </c:pt>
                <c:pt idx="351">
                  <c:v>2.009417210610756</c:v>
                </c:pt>
                <c:pt idx="352">
                  <c:v>2.0088749423089602</c:v>
                </c:pt>
                <c:pt idx="353">
                  <c:v>2.0093226522494012</c:v>
                </c:pt>
                <c:pt idx="354">
                  <c:v>2.0110530812509615</c:v>
                </c:pt>
                <c:pt idx="355">
                  <c:v>2.0130278180699324</c:v>
                </c:pt>
                <c:pt idx="356">
                  <c:v>2.0134176171952265</c:v>
                </c:pt>
                <c:pt idx="357">
                  <c:v>2.0127212314015077</c:v>
                </c:pt>
                <c:pt idx="358">
                  <c:v>2.0115582899276938</c:v>
                </c:pt>
                <c:pt idx="359">
                  <c:v>2.0108551735126698</c:v>
                </c:pt>
                <c:pt idx="360">
                  <c:v>2.0123597283576187</c:v>
                </c:pt>
                <c:pt idx="361">
                  <c:v>2.0136396452825212</c:v>
                </c:pt>
                <c:pt idx="362">
                  <c:v>2.0137890376035692</c:v>
                </c:pt>
                <c:pt idx="363">
                  <c:v>2.0126635403617503</c:v>
                </c:pt>
                <c:pt idx="364">
                  <c:v>2.010485319003978</c:v>
                </c:pt>
                <c:pt idx="365">
                  <c:v>2.0103232621261071</c:v>
                </c:pt>
                <c:pt idx="366">
                  <c:v>2.0110818443550693</c:v>
                </c:pt>
                <c:pt idx="367">
                  <c:v>2.0118031197116548</c:v>
                </c:pt>
                <c:pt idx="368">
                  <c:v>2.01165828772994</c:v>
                </c:pt>
                <c:pt idx="369">
                  <c:v>2.0117419946814357</c:v>
                </c:pt>
                <c:pt idx="370">
                  <c:v>2.0124438199160459</c:v>
                </c:pt>
                <c:pt idx="371">
                  <c:v>2.0126809850332958</c:v>
                </c:pt>
                <c:pt idx="372">
                  <c:v>2.01198328058724</c:v>
                </c:pt>
                <c:pt idx="373">
                  <c:v>2.0115292795762731</c:v>
                </c:pt>
                <c:pt idx="374">
                  <c:v>2.0114860387683788</c:v>
                </c:pt>
                <c:pt idx="375">
                  <c:v>2.0129843574866486</c:v>
                </c:pt>
                <c:pt idx="376">
                  <c:v>2.013196275906024</c:v>
                </c:pt>
                <c:pt idx="377">
                  <c:v>2.0109993186962924</c:v>
                </c:pt>
                <c:pt idx="378">
                  <c:v>2.0077196929737808</c:v>
                </c:pt>
                <c:pt idx="379">
                  <c:v>2.0053537559614076</c:v>
                </c:pt>
                <c:pt idx="380">
                  <c:v>2.0061532988285973</c:v>
                </c:pt>
                <c:pt idx="381">
                  <c:v>2.0085565427133472</c:v>
                </c:pt>
                <c:pt idx="382">
                  <c:v>2.0105549328586183</c:v>
                </c:pt>
                <c:pt idx="383">
                  <c:v>2.010067580932287</c:v>
                </c:pt>
                <c:pt idx="384">
                  <c:v>2.0092211434913518</c:v>
                </c:pt>
                <c:pt idx="385">
                  <c:v>2.0101631557548187</c:v>
                </c:pt>
                <c:pt idx="386">
                  <c:v>2.0114794729786158</c:v>
                </c:pt>
                <c:pt idx="387">
                  <c:v>2.012580080657568</c:v>
                </c:pt>
                <c:pt idx="388">
                  <c:v>2.0143226522494011</c:v>
                </c:pt>
                <c:pt idx="389">
                  <c:v>2.0137798345091316</c:v>
                </c:pt>
                <c:pt idx="390">
                  <c:v>2.0119368255642733</c:v>
                </c:pt>
                <c:pt idx="391">
                  <c:v>2.0114565339223316</c:v>
                </c:pt>
                <c:pt idx="392">
                  <c:v>2.0108169325948881</c:v>
                </c:pt>
                <c:pt idx="393">
                  <c:v>2.0106583097074791</c:v>
                </c:pt>
                <c:pt idx="394">
                  <c:v>2.0111386013494208</c:v>
                </c:pt>
                <c:pt idx="395">
                  <c:v>2.0112555218566626</c:v>
                </c:pt>
                <c:pt idx="396">
                  <c:v>2.0104256225137909</c:v>
                </c:pt>
                <c:pt idx="397">
                  <c:v>2.0100879101558209</c:v>
                </c:pt>
                <c:pt idx="398">
                  <c:v>2.0092123799476935</c:v>
                </c:pt>
                <c:pt idx="399">
                  <c:v>2.0070152853783432</c:v>
                </c:pt>
                <c:pt idx="400">
                  <c:v>2.0073961561284368</c:v>
                </c:pt>
                <c:pt idx="401">
                  <c:v>2.0092106766884243</c:v>
                </c:pt>
                <c:pt idx="402">
                  <c:v>2.0096157776752159</c:v>
                </c:pt>
                <c:pt idx="403">
                  <c:v>2.0092275169776488</c:v>
                </c:pt>
                <c:pt idx="404">
                  <c:v>2.0093389705720752</c:v>
                </c:pt>
                <c:pt idx="405">
                  <c:v>2.0096608865739216</c:v>
                </c:pt>
                <c:pt idx="406">
                  <c:v>2.0098731896002286</c:v>
                </c:pt>
                <c:pt idx="407">
                  <c:v>2.0090149941759523</c:v>
                </c:pt>
                <c:pt idx="408">
                  <c:v>2.0092093305641634</c:v>
                </c:pt>
                <c:pt idx="409">
                  <c:v>2.0105773774202764</c:v>
                </c:pt>
                <c:pt idx="410">
                  <c:v>2.0113822223687392</c:v>
                </c:pt>
                <c:pt idx="411">
                  <c:v>2.0123557724006065</c:v>
                </c:pt>
                <c:pt idx="412">
                  <c:v>2.0134171227005999</c:v>
                </c:pt>
                <c:pt idx="413">
                  <c:v>2.014008977824663</c:v>
                </c:pt>
                <c:pt idx="414">
                  <c:v>2.0110581910287686</c:v>
                </c:pt>
                <c:pt idx="415">
                  <c:v>2.0108618217182039</c:v>
                </c:pt>
                <c:pt idx="416">
                  <c:v>2.0118080371859959</c:v>
                </c:pt>
                <c:pt idx="417">
                  <c:v>2.0114947473681899</c:v>
                </c:pt>
                <c:pt idx="418">
                  <c:v>2.0108149271444584</c:v>
                </c:pt>
                <c:pt idx="419">
                  <c:v>2.0110142084789344</c:v>
                </c:pt>
                <c:pt idx="420">
                  <c:v>2.0115114228258721</c:v>
                </c:pt>
                <c:pt idx="421">
                  <c:v>2.0117863618382015</c:v>
                </c:pt>
                <c:pt idx="422">
                  <c:v>2.0123916232610273</c:v>
                </c:pt>
                <c:pt idx="423">
                  <c:v>2.011481698204435</c:v>
                </c:pt>
                <c:pt idx="424">
                  <c:v>2.010248483549812</c:v>
                </c:pt>
                <c:pt idx="425">
                  <c:v>2.0089091448539591</c:v>
                </c:pt>
                <c:pt idx="426">
                  <c:v>2.0082317146875894</c:v>
                </c:pt>
                <c:pt idx="427">
                  <c:v>2.0076578811454695</c:v>
                </c:pt>
                <c:pt idx="428">
                  <c:v>2.0082056438320035</c:v>
                </c:pt>
                <c:pt idx="429">
                  <c:v>2.0085218456737213</c:v>
                </c:pt>
                <c:pt idx="430">
                  <c:v>2.0082847080283948</c:v>
                </c:pt>
                <c:pt idx="431">
                  <c:v>2.0071038273884092</c:v>
                </c:pt>
                <c:pt idx="432">
                  <c:v>2.0073003890024395</c:v>
                </c:pt>
                <c:pt idx="433">
                  <c:v>2.0080032581701501</c:v>
                </c:pt>
                <c:pt idx="434">
                  <c:v>2.0084235511307442</c:v>
                </c:pt>
                <c:pt idx="435">
                  <c:v>2.0093805905364719</c:v>
                </c:pt>
                <c:pt idx="436">
                  <c:v>2.010060603063669</c:v>
                </c:pt>
                <c:pt idx="437">
                  <c:v>2.0090196094591328</c:v>
                </c:pt>
                <c:pt idx="438">
                  <c:v>2.0071009703083447</c:v>
                </c:pt>
                <c:pt idx="439">
                  <c:v>2.0083284158589922</c:v>
                </c:pt>
                <c:pt idx="440">
                  <c:v>2.0097710215160105</c:v>
                </c:pt>
                <c:pt idx="441">
                  <c:v>2.0111290685918992</c:v>
                </c:pt>
                <c:pt idx="442">
                  <c:v>2.0118961945891298</c:v>
                </c:pt>
                <c:pt idx="443">
                  <c:v>2.0125204116393047</c:v>
                </c:pt>
                <c:pt idx="444">
                  <c:v>2.0137074734621216</c:v>
                </c:pt>
                <c:pt idx="445">
                  <c:v>2.0135515977670821</c:v>
                </c:pt>
                <c:pt idx="446">
                  <c:v>2.013250148348388</c:v>
                </c:pt>
                <c:pt idx="447">
                  <c:v>2.012057152590053</c:v>
                </c:pt>
                <c:pt idx="448">
                  <c:v>2.0121263818377617</c:v>
                </c:pt>
                <c:pt idx="449">
                  <c:v>2.0128400749434077</c:v>
                </c:pt>
                <c:pt idx="450">
                  <c:v>2.0129929561987647</c:v>
                </c:pt>
                <c:pt idx="451">
                  <c:v>2.0127402694446275</c:v>
                </c:pt>
                <c:pt idx="452">
                  <c:v>2.0115775752181269</c:v>
                </c:pt>
                <c:pt idx="453">
                  <c:v>2.0111099206610845</c:v>
                </c:pt>
                <c:pt idx="454">
                  <c:v>2.0119874013757939</c:v>
                </c:pt>
                <c:pt idx="455">
                  <c:v>2.0127312311817325</c:v>
                </c:pt>
                <c:pt idx="456">
                  <c:v>2.0121269862200832</c:v>
                </c:pt>
                <c:pt idx="457">
                  <c:v>2.0108543493549593</c:v>
                </c:pt>
                <c:pt idx="458">
                  <c:v>2.0088491461726115</c:v>
                </c:pt>
                <c:pt idx="459">
                  <c:v>2.008443495747346</c:v>
                </c:pt>
                <c:pt idx="460">
                  <c:v>2.0092069679787259</c:v>
                </c:pt>
                <c:pt idx="461">
                  <c:v>2.010189693633107</c:v>
                </c:pt>
                <c:pt idx="462">
                  <c:v>2.0103355695479221</c:v>
                </c:pt>
                <c:pt idx="463">
                  <c:v>2.0100568668820467</c:v>
                </c:pt>
                <c:pt idx="464">
                  <c:v>2.0089125513724975</c:v>
                </c:pt>
                <c:pt idx="465">
                  <c:v>2.0085850860420651</c:v>
                </c:pt>
                <c:pt idx="466">
                  <c:v>2.0094458912990922</c:v>
                </c:pt>
                <c:pt idx="467">
                  <c:v>2.0105830641084812</c:v>
                </c:pt>
                <c:pt idx="468">
                  <c:v>2.0112355497681369</c:v>
                </c:pt>
                <c:pt idx="469">
                  <c:v>2.011590679325729</c:v>
                </c:pt>
                <c:pt idx="470">
                  <c:v>2.0113167842465001</c:v>
                </c:pt>
                <c:pt idx="471">
                  <c:v>2.0099713467835874</c:v>
                </c:pt>
                <c:pt idx="472">
                  <c:v>2.0096661337113471</c:v>
                </c:pt>
                <c:pt idx="473">
                  <c:v>2.009993077075229</c:v>
                </c:pt>
                <c:pt idx="474">
                  <c:v>2.0096751445023187</c:v>
                </c:pt>
                <c:pt idx="475">
                  <c:v>2.0087248357178962</c:v>
                </c:pt>
                <c:pt idx="476">
                  <c:v>2.0087433243225425</c:v>
                </c:pt>
                <c:pt idx="477">
                  <c:v>2.0098319542427641</c:v>
                </c:pt>
                <c:pt idx="478">
                  <c:v>2.0104249082437748</c:v>
                </c:pt>
                <c:pt idx="479">
                  <c:v>2.009510285488231</c:v>
                </c:pt>
                <c:pt idx="480">
                  <c:v>2.0088917001824136</c:v>
                </c:pt>
                <c:pt idx="481">
                  <c:v>2.0084654183424542</c:v>
                </c:pt>
                <c:pt idx="482">
                  <c:v>2.0093165809542648</c:v>
                </c:pt>
                <c:pt idx="483">
                  <c:v>2.010165463396409</c:v>
                </c:pt>
                <c:pt idx="484">
                  <c:v>2.0098822553350475</c:v>
                </c:pt>
                <c:pt idx="485">
                  <c:v>2.0082715764488692</c:v>
                </c:pt>
                <c:pt idx="486">
                  <c:v>2.0093025428012572</c:v>
                </c:pt>
                <c:pt idx="487">
                  <c:v>2.0101709303092239</c:v>
                </c:pt>
                <c:pt idx="488">
                  <c:v>2.0105090822179732</c:v>
                </c:pt>
                <c:pt idx="489">
                  <c:v>2.0094974011560187</c:v>
                </c:pt>
                <c:pt idx="490">
                  <c:v>2.0093500692292476</c:v>
                </c:pt>
                <c:pt idx="491">
                  <c:v>2.0107325663172237</c:v>
                </c:pt>
                <c:pt idx="492">
                  <c:v>2.0107321267664449</c:v>
                </c:pt>
                <c:pt idx="493">
                  <c:v>2.010547707742687</c:v>
                </c:pt>
                <c:pt idx="494">
                  <c:v>2.0099902749390122</c:v>
                </c:pt>
                <c:pt idx="495">
                  <c:v>2.0094447649502207</c:v>
                </c:pt>
                <c:pt idx="496">
                  <c:v>2.0105261972264348</c:v>
                </c:pt>
                <c:pt idx="497">
                  <c:v>2.0119655062526096</c:v>
                </c:pt>
                <c:pt idx="498">
                  <c:v>2.0106958912990924</c:v>
                </c:pt>
                <c:pt idx="499">
                  <c:v>2.0094936375024726</c:v>
                </c:pt>
                <c:pt idx="500">
                  <c:v>2.0084359134964065</c:v>
                </c:pt>
                <c:pt idx="501">
                  <c:v>2.0084605283400365</c:v>
                </c:pt>
                <c:pt idx="502">
                  <c:v>2.0085001977978507</c:v>
                </c:pt>
                <c:pt idx="503">
                  <c:v>2.0094088866178765</c:v>
                </c:pt>
                <c:pt idx="504">
                  <c:v>2.011788724423639</c:v>
                </c:pt>
                <c:pt idx="505">
                  <c:v>2.0129282323465421</c:v>
                </c:pt>
                <c:pt idx="506">
                  <c:v>2.0133455583393771</c:v>
                </c:pt>
                <c:pt idx="507">
                  <c:v>2.0129219412760158</c:v>
                </c:pt>
                <c:pt idx="508">
                  <c:v>2.0128700193402342</c:v>
                </c:pt>
                <c:pt idx="509">
                  <c:v>2.0130304828465309</c:v>
                </c:pt>
                <c:pt idx="510">
                  <c:v>2.0135595371530295</c:v>
                </c:pt>
                <c:pt idx="511">
                  <c:v>2.0123633821234699</c:v>
                </c:pt>
                <c:pt idx="512">
                  <c:v>2.0101449968132568</c:v>
                </c:pt>
                <c:pt idx="513">
                  <c:v>2.0084786598096747</c:v>
                </c:pt>
                <c:pt idx="514">
                  <c:v>2.0092577635656359</c:v>
                </c:pt>
                <c:pt idx="515">
                  <c:v>2.0112801092283688</c:v>
                </c:pt>
                <c:pt idx="516">
                  <c:v>2.0114899672534667</c:v>
                </c:pt>
                <c:pt idx="517">
                  <c:v>2.0102506538317839</c:v>
                </c:pt>
                <c:pt idx="518">
                  <c:v>2.0107377310388781</c:v>
                </c:pt>
                <c:pt idx="519">
                  <c:v>2.0103706786664031</c:v>
                </c:pt>
                <c:pt idx="520">
                  <c:v>2.0108436902485658</c:v>
                </c:pt>
                <c:pt idx="521">
                  <c:v>2.0114209577811475</c:v>
                </c:pt>
                <c:pt idx="522">
                  <c:v>2.0115676578536736</c:v>
                </c:pt>
                <c:pt idx="523">
                  <c:v>2.0107910815146921</c:v>
                </c:pt>
                <c:pt idx="524">
                  <c:v>2.0108879749895605</c:v>
                </c:pt>
                <c:pt idx="525">
                  <c:v>2.0115639491439747</c:v>
                </c:pt>
                <c:pt idx="526">
                  <c:v>2.0099357431704798</c:v>
                </c:pt>
                <c:pt idx="527">
                  <c:v>2.0088591734247601</c:v>
                </c:pt>
                <c:pt idx="528">
                  <c:v>2.0096470956682269</c:v>
                </c:pt>
                <c:pt idx="529">
                  <c:v>2.0114006010856906</c:v>
                </c:pt>
                <c:pt idx="530">
                  <c:v>2.0129049361552491</c:v>
                </c:pt>
                <c:pt idx="531">
                  <c:v>2.0111846992373792</c:v>
                </c:pt>
                <c:pt idx="532">
                  <c:v>2.0083129216940288</c:v>
                </c:pt>
                <c:pt idx="533">
                  <c:v>2.0071172336871719</c:v>
                </c:pt>
                <c:pt idx="534">
                  <c:v>2.0092262532691589</c:v>
                </c:pt>
                <c:pt idx="535">
                  <c:v>2.0104995494604516</c:v>
                </c:pt>
                <c:pt idx="536">
                  <c:v>2.0093825959869012</c:v>
                </c:pt>
                <c:pt idx="537">
                  <c:v>2.0086520076481835</c:v>
                </c:pt>
                <c:pt idx="538">
                  <c:v>2.0086642875980747</c:v>
                </c:pt>
                <c:pt idx="539">
                  <c:v>2.0074794784730008</c:v>
                </c:pt>
                <c:pt idx="540">
                  <c:v>2.0063131579525724</c:v>
                </c:pt>
                <c:pt idx="541">
                  <c:v>2.0069902309839343</c:v>
                </c:pt>
                <c:pt idx="542">
                  <c:v>2.0073408002021935</c:v>
                </c:pt>
                <c:pt idx="543">
                  <c:v>2.0079511714028264</c:v>
                </c:pt>
                <c:pt idx="544">
                  <c:v>2.0086745346256127</c:v>
                </c:pt>
                <c:pt idx="545">
                  <c:v>2.009058976725786</c:v>
                </c:pt>
                <c:pt idx="546">
                  <c:v>2.0086907980044395</c:v>
                </c:pt>
                <c:pt idx="547">
                  <c:v>2.0080108678930135</c:v>
                </c:pt>
                <c:pt idx="548">
                  <c:v>2.0072992901254918</c:v>
                </c:pt>
                <c:pt idx="549">
                  <c:v>2.0082741313377728</c:v>
                </c:pt>
                <c:pt idx="550">
                  <c:v>2.0089459572317092</c:v>
                </c:pt>
                <c:pt idx="551">
                  <c:v>2.0095780312520604</c:v>
                </c:pt>
                <c:pt idx="552">
                  <c:v>2.0098092349618688</c:v>
                </c:pt>
                <c:pt idx="553">
                  <c:v>2.0108407232808072</c:v>
                </c:pt>
                <c:pt idx="554">
                  <c:v>2.0120319883079492</c:v>
                </c:pt>
                <c:pt idx="555">
                  <c:v>2.0107280883936616</c:v>
                </c:pt>
                <c:pt idx="556">
                  <c:v>2.0103742500164832</c:v>
                </c:pt>
                <c:pt idx="557">
                  <c:v>2.0113392288081582</c:v>
                </c:pt>
                <c:pt idx="558">
                  <c:v>2.0137763730467464</c:v>
                </c:pt>
                <c:pt idx="559">
                  <c:v>2.0154322707193248</c:v>
                </c:pt>
                <c:pt idx="560">
                  <c:v>2.0147123140150764</c:v>
                </c:pt>
                <c:pt idx="561">
                  <c:v>2.0126647216544691</c:v>
                </c:pt>
                <c:pt idx="562">
                  <c:v>2.0112717852354893</c:v>
                </c:pt>
                <c:pt idx="563">
                  <c:v>2.0120136645348454</c:v>
                </c:pt>
                <c:pt idx="564">
                  <c:v>2.0130383947605548</c:v>
                </c:pt>
                <c:pt idx="565">
                  <c:v>2.0127621645678118</c:v>
                </c:pt>
                <c:pt idx="566">
                  <c:v>2.0123183831124591</c:v>
                </c:pt>
                <c:pt idx="567">
                  <c:v>2.0115401035142084</c:v>
                </c:pt>
                <c:pt idx="568">
                  <c:v>2.0109127821366561</c:v>
                </c:pt>
                <c:pt idx="569">
                  <c:v>2.0096258323992879</c:v>
                </c:pt>
                <c:pt idx="570">
                  <c:v>2.0102316432605876</c:v>
                </c:pt>
                <c:pt idx="571">
                  <c:v>2.0102179897145116</c:v>
                </c:pt>
                <c:pt idx="572">
                  <c:v>2.0090809267928176</c:v>
                </c:pt>
                <c:pt idx="573">
                  <c:v>2.009434435506912</c:v>
                </c:pt>
                <c:pt idx="574">
                  <c:v>2.0110814872200611</c:v>
                </c:pt>
                <c:pt idx="575">
                  <c:v>2.0122177259840441</c:v>
                </c:pt>
                <c:pt idx="576">
                  <c:v>2.0118045482516869</c:v>
                </c:pt>
                <c:pt idx="577">
                  <c:v>2.0119039966154588</c:v>
                </c:pt>
                <c:pt idx="578">
                  <c:v>2.0115472736862925</c:v>
                </c:pt>
                <c:pt idx="579">
                  <c:v>2.0100727456539418</c:v>
                </c:pt>
                <c:pt idx="580">
                  <c:v>2.0076087613459044</c:v>
                </c:pt>
                <c:pt idx="581">
                  <c:v>2.0071759961319531</c:v>
                </c:pt>
                <c:pt idx="582">
                  <c:v>2.0092666919408364</c:v>
                </c:pt>
                <c:pt idx="583">
                  <c:v>2.0107958616294148</c:v>
                </c:pt>
                <c:pt idx="584">
                  <c:v>2.0106702874662097</c:v>
                </c:pt>
                <c:pt idx="585">
                  <c:v>2.0104436990395818</c:v>
                </c:pt>
                <c:pt idx="586">
                  <c:v>2.0101531010307467</c:v>
                </c:pt>
                <c:pt idx="587">
                  <c:v>2.0111944792422145</c:v>
                </c:pt>
                <c:pt idx="588">
                  <c:v>2.0117530658666842</c:v>
                </c:pt>
                <c:pt idx="589">
                  <c:v>2.0115969703962548</c:v>
                </c:pt>
                <c:pt idx="590">
                  <c:v>2.0108220698446186</c:v>
                </c:pt>
                <c:pt idx="591">
                  <c:v>2.0105975967561154</c:v>
                </c:pt>
                <c:pt idx="592">
                  <c:v>2.0108236357442695</c:v>
                </c:pt>
                <c:pt idx="593">
                  <c:v>2.011468978703765</c:v>
                </c:pt>
                <c:pt idx="594">
                  <c:v>2.0128918869914947</c:v>
                </c:pt>
                <c:pt idx="595">
                  <c:v>2.0134628359816267</c:v>
                </c:pt>
                <c:pt idx="596">
                  <c:v>2.0119800389002438</c:v>
                </c:pt>
                <c:pt idx="597">
                  <c:v>2.0104780114722751</c:v>
                </c:pt>
                <c:pt idx="598">
                  <c:v>2.0090733994857257</c:v>
                </c:pt>
                <c:pt idx="599">
                  <c:v>2.0077154073536847</c:v>
                </c:pt>
                <c:pt idx="600">
                  <c:v>2.0086300301092286</c:v>
                </c:pt>
                <c:pt idx="601">
                  <c:v>2.0093904529570779</c:v>
                </c:pt>
                <c:pt idx="602">
                  <c:v>2.0095979483967383</c:v>
                </c:pt>
                <c:pt idx="603">
                  <c:v>2.0120311092063909</c:v>
                </c:pt>
                <c:pt idx="604">
                  <c:v>2.0121627546647325</c:v>
                </c:pt>
                <c:pt idx="605">
                  <c:v>2.0107345442957296</c:v>
                </c:pt>
                <c:pt idx="606">
                  <c:v>2.0104982308081141</c:v>
                </c:pt>
                <c:pt idx="607">
                  <c:v>2.0108827003802112</c:v>
                </c:pt>
                <c:pt idx="608">
                  <c:v>2.0105411968967717</c:v>
                </c:pt>
                <c:pt idx="609">
                  <c:v>2.0098781894903408</c:v>
                </c:pt>
                <c:pt idx="610">
                  <c:v>2.0106516065580977</c:v>
                </c:pt>
                <c:pt idx="611">
                  <c:v>2.0099046724247818</c:v>
                </c:pt>
                <c:pt idx="612">
                  <c:v>2.00883403661458</c:v>
                </c:pt>
                <c:pt idx="613">
                  <c:v>2.0091399364849125</c:v>
                </c:pt>
                <c:pt idx="614">
                  <c:v>2.0098066800729653</c:v>
                </c:pt>
                <c:pt idx="615">
                  <c:v>2.0104419683083887</c:v>
                </c:pt>
                <c:pt idx="616">
                  <c:v>2.010419331443265</c:v>
                </c:pt>
                <c:pt idx="617">
                  <c:v>2.0100387354124085</c:v>
                </c:pt>
                <c:pt idx="618">
                  <c:v>2.0114911485461859</c:v>
                </c:pt>
                <c:pt idx="619">
                  <c:v>2.0128127129074085</c:v>
                </c:pt>
                <c:pt idx="620">
                  <c:v>2.0131847102261489</c:v>
                </c:pt>
                <c:pt idx="621">
                  <c:v>2.0133783323443439</c:v>
                </c:pt>
                <c:pt idx="622">
                  <c:v>2.0131930067471044</c:v>
                </c:pt>
                <c:pt idx="623">
                  <c:v>2.012960456913035</c:v>
                </c:pt>
                <c:pt idx="624">
                  <c:v>2.0118852882354235</c:v>
                </c:pt>
                <c:pt idx="625">
                  <c:v>2.0105836410188789</c:v>
                </c:pt>
                <c:pt idx="626">
                  <c:v>2.0110425869761106</c:v>
                </c:pt>
                <c:pt idx="627">
                  <c:v>2.0128705687787081</c:v>
                </c:pt>
                <c:pt idx="628">
                  <c:v>2.0133910793169383</c:v>
                </c:pt>
                <c:pt idx="629">
                  <c:v>2.0123144271554469</c:v>
                </c:pt>
                <c:pt idx="630">
                  <c:v>2.0104668853431793</c:v>
                </c:pt>
                <c:pt idx="631">
                  <c:v>2.0099455231753147</c:v>
                </c:pt>
                <c:pt idx="632">
                  <c:v>2.0103276301619744</c:v>
                </c:pt>
                <c:pt idx="633">
                  <c:v>2.0083840190325488</c:v>
                </c:pt>
                <c:pt idx="634">
                  <c:v>2.0072446209973407</c:v>
                </c:pt>
                <c:pt idx="635">
                  <c:v>2.0072015724929124</c:v>
                </c:pt>
                <c:pt idx="636">
                  <c:v>2.0062021988527725</c:v>
                </c:pt>
                <c:pt idx="637">
                  <c:v>2.0065165600756028</c:v>
                </c:pt>
                <c:pt idx="638">
                  <c:v>2.0073452506538318</c:v>
                </c:pt>
                <c:pt idx="639">
                  <c:v>2.0090241972703895</c:v>
                </c:pt>
                <c:pt idx="640">
                  <c:v>2.0110581910287686</c:v>
                </c:pt>
                <c:pt idx="641">
                  <c:v>2.0110725588448606</c:v>
                </c:pt>
                <c:pt idx="642">
                  <c:v>2.009868299597811</c:v>
                </c:pt>
                <c:pt idx="643">
                  <c:v>2.0088238720028131</c:v>
                </c:pt>
                <c:pt idx="644">
                  <c:v>2.0091582602580162</c:v>
                </c:pt>
                <c:pt idx="645">
                  <c:v>2.0110088789257379</c:v>
                </c:pt>
                <c:pt idx="646">
                  <c:v>2.01166743588053</c:v>
                </c:pt>
                <c:pt idx="647">
                  <c:v>2.0118899584624512</c:v>
                </c:pt>
                <c:pt idx="648">
                  <c:v>2.0107030065273293</c:v>
                </c:pt>
                <c:pt idx="649">
                  <c:v>2.0097800872508298</c:v>
                </c:pt>
                <c:pt idx="650">
                  <c:v>2.0117254291114479</c:v>
                </c:pt>
                <c:pt idx="651">
                  <c:v>2.0140829871870949</c:v>
                </c:pt>
                <c:pt idx="652">
                  <c:v>2.0142440276037887</c:v>
                </c:pt>
                <c:pt idx="653">
                  <c:v>2.0130439715610646</c:v>
                </c:pt>
                <c:pt idx="654">
                  <c:v>2.0127821366563374</c:v>
                </c:pt>
                <c:pt idx="655">
                  <c:v>2.012824086283818</c:v>
                </c:pt>
                <c:pt idx="656">
                  <c:v>2.0121240467242476</c:v>
                </c:pt>
                <c:pt idx="657">
                  <c:v>2.0108971506120743</c:v>
                </c:pt>
                <c:pt idx="658">
                  <c:v>2.0096837157425114</c:v>
                </c:pt>
                <c:pt idx="659">
                  <c:v>2.009264301883475</c:v>
                </c:pt>
                <c:pt idx="660">
                  <c:v>2.0089688962879935</c:v>
                </c:pt>
                <c:pt idx="661">
                  <c:v>2.0078466407331708</c:v>
                </c:pt>
                <c:pt idx="662">
                  <c:v>2.0073737390387025</c:v>
                </c:pt>
                <c:pt idx="663">
                  <c:v>2.0090250489000243</c:v>
                </c:pt>
                <c:pt idx="664">
                  <c:v>2.0103881782817958</c:v>
                </c:pt>
                <c:pt idx="665">
                  <c:v>2.0091463649150567</c:v>
                </c:pt>
                <c:pt idx="666">
                  <c:v>2.0083017131491614</c:v>
                </c:pt>
                <c:pt idx="667">
                  <c:v>2.0092068306191071</c:v>
                </c:pt>
                <c:pt idx="668">
                  <c:v>2.0093227071932485</c:v>
                </c:pt>
                <c:pt idx="669">
                  <c:v>2.0078072734665171</c:v>
                </c:pt>
                <c:pt idx="670">
                  <c:v>2.0074459627260941</c:v>
                </c:pt>
                <c:pt idx="671">
                  <c:v>2.007680160875585</c:v>
                </c:pt>
                <c:pt idx="672">
                  <c:v>2.0082787740928771</c:v>
                </c:pt>
                <c:pt idx="673">
                  <c:v>2.0093532010285489</c:v>
                </c:pt>
                <c:pt idx="674">
                  <c:v>2.0090799652754883</c:v>
                </c:pt>
                <c:pt idx="675">
                  <c:v>2.0110547570383068</c:v>
                </c:pt>
                <c:pt idx="676">
                  <c:v>2.0120088294762755</c:v>
                </c:pt>
                <c:pt idx="677">
                  <c:v>2.0100028570800643</c:v>
                </c:pt>
                <c:pt idx="678">
                  <c:v>2.0096335520098458</c:v>
                </c:pt>
                <c:pt idx="679">
                  <c:v>2.0090898551680181</c:v>
                </c:pt>
                <c:pt idx="680">
                  <c:v>2.0079841102393354</c:v>
                </c:pt>
                <c:pt idx="681">
                  <c:v>2.0075798334102548</c:v>
                </c:pt>
                <c:pt idx="682">
                  <c:v>2.0085651963693105</c:v>
                </c:pt>
                <c:pt idx="683">
                  <c:v>2.0094306169095186</c:v>
                </c:pt>
                <c:pt idx="684">
                  <c:v>2.0098159106393267</c:v>
                </c:pt>
                <c:pt idx="685">
                  <c:v>2.010580124612646</c:v>
                </c:pt>
                <c:pt idx="686">
                  <c:v>2.0100896958308607</c:v>
                </c:pt>
                <c:pt idx="687">
                  <c:v>2.0081533372892904</c:v>
                </c:pt>
                <c:pt idx="688">
                  <c:v>2.0059709676710402</c:v>
                </c:pt>
                <c:pt idx="689">
                  <c:v>2.0052933726731279</c:v>
                </c:pt>
                <c:pt idx="690">
                  <c:v>2.0073219544625394</c:v>
                </c:pt>
                <c:pt idx="691">
                  <c:v>2.00973695633063</c:v>
                </c:pt>
                <c:pt idx="692">
                  <c:v>2.0110434660776688</c:v>
                </c:pt>
                <c:pt idx="693">
                  <c:v>2.0113226907100943</c:v>
                </c:pt>
                <c:pt idx="694">
                  <c:v>2.0105591635348672</c:v>
                </c:pt>
                <c:pt idx="695">
                  <c:v>2.0104471605019669</c:v>
                </c:pt>
                <c:pt idx="696">
                  <c:v>2.0105392189182654</c:v>
                </c:pt>
                <c:pt idx="697">
                  <c:v>2.0091604854838354</c:v>
                </c:pt>
                <c:pt idx="698">
                  <c:v>2.0078964748027515</c:v>
                </c:pt>
                <c:pt idx="699">
                  <c:v>2.0077342805652623</c:v>
                </c:pt>
                <c:pt idx="700">
                  <c:v>2.0098760466802927</c:v>
                </c:pt>
                <c:pt idx="701">
                  <c:v>2.0100710698665964</c:v>
                </c:pt>
                <c:pt idx="702">
                  <c:v>2.0100943935298123</c:v>
                </c:pt>
                <c:pt idx="703">
                  <c:v>2.0092985319003978</c:v>
                </c:pt>
                <c:pt idx="704">
                  <c:v>2.0098586569525945</c:v>
                </c:pt>
                <c:pt idx="705">
                  <c:v>2.010528504868025</c:v>
                </c:pt>
                <c:pt idx="706">
                  <c:v>2.0101263708489925</c:v>
                </c:pt>
                <c:pt idx="707">
                  <c:v>2.0090055713061252</c:v>
                </c:pt>
                <c:pt idx="708">
                  <c:v>2.0088181028988372</c:v>
                </c:pt>
                <c:pt idx="709">
                  <c:v>2.0103508164655723</c:v>
                </c:pt>
                <c:pt idx="710">
                  <c:v>2.0107852849387924</c:v>
                </c:pt>
                <c:pt idx="711">
                  <c:v>2.0118904804290016</c:v>
                </c:pt>
                <c:pt idx="712">
                  <c:v>2.0118625689545286</c:v>
                </c:pt>
                <c:pt idx="713">
                  <c:v>2.0108167952352693</c:v>
                </c:pt>
                <c:pt idx="714">
                  <c:v>2.0105839981538867</c:v>
                </c:pt>
                <c:pt idx="715">
                  <c:v>2.011833970681963</c:v>
                </c:pt>
                <c:pt idx="716">
                  <c:v>2.0129969121557769</c:v>
                </c:pt>
                <c:pt idx="717">
                  <c:v>2.0127363134876157</c:v>
                </c:pt>
                <c:pt idx="718">
                  <c:v>2.012525493945188</c:v>
                </c:pt>
                <c:pt idx="719">
                  <c:v>2.0124400837344236</c:v>
                </c:pt>
                <c:pt idx="720">
                  <c:v>2.0119396551724136</c:v>
                </c:pt>
                <c:pt idx="721">
                  <c:v>2.0123419265510649</c:v>
                </c:pt>
                <c:pt idx="722">
                  <c:v>2.0132206160304169</c:v>
                </c:pt>
                <c:pt idx="723">
                  <c:v>2.0136673369816047</c:v>
                </c:pt>
                <c:pt idx="724">
                  <c:v>2.0133021801718645</c:v>
                </c:pt>
                <c:pt idx="725">
                  <c:v>2.012904139469462</c:v>
                </c:pt>
                <c:pt idx="726">
                  <c:v>2.012810872288521</c:v>
                </c:pt>
                <c:pt idx="727">
                  <c:v>2.0102845267136984</c:v>
                </c:pt>
                <c:pt idx="728">
                  <c:v>2.007387502472473</c:v>
                </c:pt>
                <c:pt idx="729">
                  <c:v>2.0076621118217184</c:v>
                </c:pt>
                <c:pt idx="730">
                  <c:v>2.0073526955451531</c:v>
                </c:pt>
                <c:pt idx="731">
                  <c:v>2.0067806202061491</c:v>
                </c:pt>
                <c:pt idx="732">
                  <c:v>2.0070361640403509</c:v>
                </c:pt>
                <c:pt idx="733">
                  <c:v>2.0081357003142788</c:v>
                </c:pt>
                <c:pt idx="734">
                  <c:v>2.008836921166568</c:v>
                </c:pt>
                <c:pt idx="735">
                  <c:v>2.0090522186325575</c:v>
                </c:pt>
                <c:pt idx="736">
                  <c:v>2.0091832322366541</c:v>
                </c:pt>
                <c:pt idx="737">
                  <c:v>2.0091156238324435</c:v>
                </c:pt>
                <c:pt idx="738">
                  <c:v>2.0080100986791498</c:v>
                </c:pt>
                <c:pt idx="739">
                  <c:v>2.0082581152062593</c:v>
                </c:pt>
                <c:pt idx="740">
                  <c:v>2.007597854992198</c:v>
                </c:pt>
                <c:pt idx="741">
                  <c:v>2.0061191237555218</c:v>
                </c:pt>
                <c:pt idx="742">
                  <c:v>2.0067434232214678</c:v>
                </c:pt>
                <c:pt idx="743">
                  <c:v>2.0078321355574604</c:v>
                </c:pt>
                <c:pt idx="744">
                  <c:v>2.0068961945891299</c:v>
                </c:pt>
                <c:pt idx="745">
                  <c:v>2.0060370376475243</c:v>
                </c:pt>
                <c:pt idx="746">
                  <c:v>2.0070993219929232</c:v>
                </c:pt>
                <c:pt idx="747">
                  <c:v>2.0081056460297577</c:v>
                </c:pt>
                <c:pt idx="748">
                  <c:v>2.0083118228170811</c:v>
                </c:pt>
                <c:pt idx="749">
                  <c:v>2.0099628854310896</c:v>
                </c:pt>
                <c:pt idx="750">
                  <c:v>2.0123172842355115</c:v>
                </c:pt>
                <c:pt idx="751">
                  <c:v>2.0121696501175799</c:v>
                </c:pt>
                <c:pt idx="752">
                  <c:v>2.0101104646051735</c:v>
                </c:pt>
                <c:pt idx="753">
                  <c:v>2.0094853135095931</c:v>
                </c:pt>
                <c:pt idx="754">
                  <c:v>2.0094966868860027</c:v>
                </c:pt>
                <c:pt idx="755">
                  <c:v>2.0109420397353905</c:v>
                </c:pt>
                <c:pt idx="756">
                  <c:v>2.012211187666205</c:v>
                </c:pt>
                <c:pt idx="757">
                  <c:v>2.0113913155754819</c:v>
                </c:pt>
                <c:pt idx="758">
                  <c:v>2.0109799509900883</c:v>
                </c:pt>
                <c:pt idx="759">
                  <c:v>2.0130227357640491</c:v>
                </c:pt>
                <c:pt idx="760">
                  <c:v>2.0158183336629962</c:v>
                </c:pt>
                <c:pt idx="761">
                  <c:v>2.0174656600953824</c:v>
                </c:pt>
                <c:pt idx="762">
                  <c:v>2.0159754455946022</c:v>
                </c:pt>
                <c:pt idx="763">
                  <c:v>2.01396455572405</c:v>
                </c:pt>
                <c:pt idx="764">
                  <c:v>2.0124345069339133</c:v>
                </c:pt>
                <c:pt idx="765">
                  <c:v>2.0113472231379532</c:v>
                </c:pt>
                <c:pt idx="766">
                  <c:v>2.0097714061229421</c:v>
                </c:pt>
                <c:pt idx="767">
                  <c:v>2.0084844563855739</c:v>
                </c:pt>
                <c:pt idx="768">
                  <c:v>2.0094553965846904</c:v>
                </c:pt>
                <c:pt idx="769">
                  <c:v>2.0113594481439967</c:v>
                </c:pt>
                <c:pt idx="770">
                  <c:v>2.0131194918792992</c:v>
                </c:pt>
                <c:pt idx="771">
                  <c:v>2.0128811179974067</c:v>
                </c:pt>
                <c:pt idx="772">
                  <c:v>2.0130642458407508</c:v>
                </c:pt>
                <c:pt idx="773">
                  <c:v>2.0121670128129052</c:v>
                </c:pt>
                <c:pt idx="774">
                  <c:v>2.0123153062570052</c:v>
                </c:pt>
                <c:pt idx="775">
                  <c:v>2.0113814531548759</c:v>
                </c:pt>
                <c:pt idx="776">
                  <c:v>2.0091158710797563</c:v>
                </c:pt>
                <c:pt idx="777">
                  <c:v>2.0074110733830026</c:v>
                </c:pt>
                <c:pt idx="778">
                  <c:v>2.0070584987143141</c:v>
                </c:pt>
                <c:pt idx="779">
                  <c:v>2.0069495450649435</c:v>
                </c:pt>
                <c:pt idx="780">
                  <c:v>2.0072409672314895</c:v>
                </c:pt>
                <c:pt idx="781">
                  <c:v>2.0077155996571503</c:v>
                </c:pt>
                <c:pt idx="782">
                  <c:v>2.0089001340629875</c:v>
                </c:pt>
                <c:pt idx="783">
                  <c:v>2.0098121195138567</c:v>
                </c:pt>
                <c:pt idx="784">
                  <c:v>2.0094697644007824</c:v>
                </c:pt>
                <c:pt idx="785">
                  <c:v>2.0100511252499946</c:v>
                </c:pt>
                <c:pt idx="786">
                  <c:v>2.0115780697127534</c:v>
                </c:pt>
                <c:pt idx="787">
                  <c:v>2.0123285202523022</c:v>
                </c:pt>
                <c:pt idx="788">
                  <c:v>2.0121550350541746</c:v>
                </c:pt>
                <c:pt idx="789">
                  <c:v>2.0124445891299092</c:v>
                </c:pt>
                <c:pt idx="790">
                  <c:v>2.0119396002285663</c:v>
                </c:pt>
                <c:pt idx="791">
                  <c:v>2.0114459297597853</c:v>
                </c:pt>
                <c:pt idx="792">
                  <c:v>2.0124129414738139</c:v>
                </c:pt>
                <c:pt idx="793">
                  <c:v>2.0123642612250281</c:v>
                </c:pt>
                <c:pt idx="794">
                  <c:v>2.0119908903101029</c:v>
                </c:pt>
                <c:pt idx="795">
                  <c:v>2.0122513790905696</c:v>
                </c:pt>
                <c:pt idx="796">
                  <c:v>2.0121605019669899</c:v>
                </c:pt>
                <c:pt idx="797">
                  <c:v>2.013714890881519</c:v>
                </c:pt>
                <c:pt idx="798">
                  <c:v>2.0151162611810731</c:v>
                </c:pt>
                <c:pt idx="799">
                  <c:v>2.0152325223621457</c:v>
                </c:pt>
                <c:pt idx="800">
                  <c:v>2.0161008549262656</c:v>
                </c:pt>
                <c:pt idx="801">
                  <c:v>2.0155790532076217</c:v>
                </c:pt>
                <c:pt idx="802">
                  <c:v>2.014506769081998</c:v>
                </c:pt>
                <c:pt idx="803">
                  <c:v>2.0147939331003712</c:v>
                </c:pt>
                <c:pt idx="804">
                  <c:v>2.0129763356849302</c:v>
                </c:pt>
                <c:pt idx="805">
                  <c:v>2.0113551075800533</c:v>
                </c:pt>
                <c:pt idx="806">
                  <c:v>2.0122339069471002</c:v>
                </c:pt>
                <c:pt idx="807">
                  <c:v>2.0129847420935802</c:v>
                </c:pt>
                <c:pt idx="808">
                  <c:v>2.0126114261225028</c:v>
                </c:pt>
                <c:pt idx="809">
                  <c:v>2.0125639821102834</c:v>
                </c:pt>
                <c:pt idx="810">
                  <c:v>2.0117901254917476</c:v>
                </c:pt>
                <c:pt idx="811">
                  <c:v>2.0108158337179405</c:v>
                </c:pt>
                <c:pt idx="812">
                  <c:v>2.0115593613327181</c:v>
                </c:pt>
                <c:pt idx="813">
                  <c:v>2.0110164611766774</c:v>
                </c:pt>
                <c:pt idx="814">
                  <c:v>2.0100122250060437</c:v>
                </c:pt>
                <c:pt idx="815">
                  <c:v>2.0096911056899849</c:v>
                </c:pt>
                <c:pt idx="816">
                  <c:v>2.0088535966242502</c:v>
                </c:pt>
                <c:pt idx="817">
                  <c:v>2.0073724753302127</c:v>
                </c:pt>
                <c:pt idx="818">
                  <c:v>2.0063260972286323</c:v>
                </c:pt>
                <c:pt idx="819">
                  <c:v>2.0067116107338299</c:v>
                </c:pt>
                <c:pt idx="820">
                  <c:v>2.0073855794378144</c:v>
                </c:pt>
                <c:pt idx="821">
                  <c:v>2.0092869112766754</c:v>
                </c:pt>
                <c:pt idx="822">
                  <c:v>2.0114280180655371</c:v>
                </c:pt>
                <c:pt idx="823">
                  <c:v>2.0133931122392914</c:v>
                </c:pt>
                <c:pt idx="824">
                  <c:v>2.0141813092019953</c:v>
                </c:pt>
                <c:pt idx="825">
                  <c:v>2.012902903232896</c:v>
                </c:pt>
                <c:pt idx="826">
                  <c:v>2.0115664216171072</c:v>
                </c:pt>
                <c:pt idx="827">
                  <c:v>2.011139480450979</c:v>
                </c:pt>
                <c:pt idx="828">
                  <c:v>2.01132161930507</c:v>
                </c:pt>
                <c:pt idx="829">
                  <c:v>2.0116335080547678</c:v>
                </c:pt>
                <c:pt idx="830">
                  <c:v>2.0110024230236698</c:v>
                </c:pt>
                <c:pt idx="831">
                  <c:v>2.0094326223599484</c:v>
                </c:pt>
                <c:pt idx="832">
                  <c:v>2.0079002934001449</c:v>
                </c:pt>
                <c:pt idx="833">
                  <c:v>2.0090740038680468</c:v>
                </c:pt>
                <c:pt idx="834">
                  <c:v>2.0106666886442057</c:v>
                </c:pt>
                <c:pt idx="835">
                  <c:v>2.0098515142524338</c:v>
                </c:pt>
                <c:pt idx="836">
                  <c:v>2.0087632964110678</c:v>
                </c:pt>
                <c:pt idx="837">
                  <c:v>2.0093422946748425</c:v>
                </c:pt>
                <c:pt idx="838">
                  <c:v>2.0098835190435373</c:v>
                </c:pt>
                <c:pt idx="839">
                  <c:v>2.009549268147953</c:v>
                </c:pt>
                <c:pt idx="840">
                  <c:v>2.0088425529109251</c:v>
                </c:pt>
                <c:pt idx="841">
                  <c:v>2.0082587745324281</c:v>
                </c:pt>
                <c:pt idx="842">
                  <c:v>2.0074345344058373</c:v>
                </c:pt>
                <c:pt idx="843">
                  <c:v>2.0081281455352631</c:v>
                </c:pt>
                <c:pt idx="844">
                  <c:v>2.0089199138480471</c:v>
                </c:pt>
                <c:pt idx="845">
                  <c:v>2.0092867464451332</c:v>
                </c:pt>
                <c:pt idx="846">
                  <c:v>2.0089956264697477</c:v>
                </c:pt>
                <c:pt idx="847">
                  <c:v>2.0096830014724949</c:v>
                </c:pt>
                <c:pt idx="848">
                  <c:v>2.0088805465813939</c:v>
                </c:pt>
                <c:pt idx="849">
                  <c:v>2.0074812641480406</c:v>
                </c:pt>
                <c:pt idx="850">
                  <c:v>2.0060649491219973</c:v>
                </c:pt>
                <c:pt idx="851">
                  <c:v>2.0050794488033228</c:v>
                </c:pt>
                <c:pt idx="852">
                  <c:v>2.0062771972044571</c:v>
                </c:pt>
                <c:pt idx="853">
                  <c:v>2.0069386387112371</c:v>
                </c:pt>
                <c:pt idx="854">
                  <c:v>2.0074507977846641</c:v>
                </c:pt>
                <c:pt idx="855">
                  <c:v>2.0071183050921957</c:v>
                </c:pt>
                <c:pt idx="856">
                  <c:v>2.0062184622315993</c:v>
                </c:pt>
                <c:pt idx="857">
                  <c:v>2.0068856728423552</c:v>
                </c:pt>
                <c:pt idx="858">
                  <c:v>2.0072217368849037</c:v>
                </c:pt>
                <c:pt idx="859">
                  <c:v>2.0073783817938069</c:v>
                </c:pt>
                <c:pt idx="860">
                  <c:v>2.0082406155908661</c:v>
                </c:pt>
                <c:pt idx="861">
                  <c:v>2.0089930715808442</c:v>
                </c:pt>
                <c:pt idx="862">
                  <c:v>2.0090398562668952</c:v>
                </c:pt>
                <c:pt idx="863">
                  <c:v>2.0096391837542034</c:v>
                </c:pt>
                <c:pt idx="864">
                  <c:v>2.0094575943385862</c:v>
                </c:pt>
                <c:pt idx="865">
                  <c:v>2.0083563548053891</c:v>
                </c:pt>
                <c:pt idx="866">
                  <c:v>2.007802465879871</c:v>
                </c:pt>
                <c:pt idx="867">
                  <c:v>2.0080869925935692</c:v>
                </c:pt>
                <c:pt idx="868">
                  <c:v>2.0094672644557261</c:v>
                </c:pt>
                <c:pt idx="869">
                  <c:v>2.0091077943341906</c:v>
                </c:pt>
                <c:pt idx="870">
                  <c:v>2.0091827926858752</c:v>
                </c:pt>
                <c:pt idx="871">
                  <c:v>2.0095080602624118</c:v>
                </c:pt>
                <c:pt idx="872">
                  <c:v>2.0096634414628252</c:v>
                </c:pt>
                <c:pt idx="873">
                  <c:v>2.0082489395837455</c:v>
                </c:pt>
                <c:pt idx="874">
                  <c:v>2.0064880991626559</c:v>
                </c:pt>
                <c:pt idx="875">
                  <c:v>2.0055885310212962</c:v>
                </c:pt>
                <c:pt idx="876">
                  <c:v>2.0056453979033426</c:v>
                </c:pt>
                <c:pt idx="877">
                  <c:v>2.0068511131623481</c:v>
                </c:pt>
                <c:pt idx="878">
                  <c:v>2.008231192721039</c:v>
                </c:pt>
                <c:pt idx="879">
                  <c:v>2.008586954132876</c:v>
                </c:pt>
                <c:pt idx="880">
                  <c:v>2.0083208336080527</c:v>
                </c:pt>
                <c:pt idx="881">
                  <c:v>2.0083634425617021</c:v>
                </c:pt>
                <c:pt idx="882">
                  <c:v>2.0090135931078437</c:v>
                </c:pt>
                <c:pt idx="883">
                  <c:v>2.0113565910639326</c:v>
                </c:pt>
                <c:pt idx="884">
                  <c:v>2.010922672029186</c:v>
                </c:pt>
                <c:pt idx="885">
                  <c:v>2.0100205215269993</c:v>
                </c:pt>
                <c:pt idx="886">
                  <c:v>2.0102271103931781</c:v>
                </c:pt>
                <c:pt idx="887">
                  <c:v>2.0100225819212763</c:v>
                </c:pt>
                <c:pt idx="888">
                  <c:v>2.0103265312850267</c:v>
                </c:pt>
                <c:pt idx="889">
                  <c:v>2.0097209951429638</c:v>
                </c:pt>
                <c:pt idx="890">
                  <c:v>2.0082998450583505</c:v>
                </c:pt>
                <c:pt idx="891">
                  <c:v>2.009822531372937</c:v>
                </c:pt>
                <c:pt idx="892">
                  <c:v>2.0112804114195293</c:v>
                </c:pt>
                <c:pt idx="893">
                  <c:v>2.0110487681589415</c:v>
                </c:pt>
                <c:pt idx="894">
                  <c:v>2.0103602668073228</c:v>
                </c:pt>
                <c:pt idx="895">
                  <c:v>2.0092950154941649</c:v>
                </c:pt>
                <c:pt idx="896">
                  <c:v>2.0089139249686818</c:v>
                </c:pt>
                <c:pt idx="897">
                  <c:v>2.0086085470648998</c:v>
                </c:pt>
                <c:pt idx="898">
                  <c:v>2.0091198819806158</c:v>
                </c:pt>
                <c:pt idx="899">
                  <c:v>2.0105835860750312</c:v>
                </c:pt>
                <c:pt idx="900">
                  <c:v>2.0112909056943802</c:v>
                </c:pt>
                <c:pt idx="901">
                  <c:v>2.011232665216149</c:v>
                </c:pt>
                <c:pt idx="902">
                  <c:v>2.0105405650425263</c:v>
                </c:pt>
                <c:pt idx="903">
                  <c:v>2.0090868332564118</c:v>
                </c:pt>
                <c:pt idx="904">
                  <c:v>2.0080187523351136</c:v>
                </c:pt>
                <c:pt idx="905">
                  <c:v>2.0075889540889209</c:v>
                </c:pt>
                <c:pt idx="906">
                  <c:v>2.0069832805872396</c:v>
                </c:pt>
                <c:pt idx="907">
                  <c:v>2.0071541284806926</c:v>
                </c:pt>
                <c:pt idx="908">
                  <c:v>2.0089052163688712</c:v>
                </c:pt>
                <c:pt idx="909">
                  <c:v>2.008616706226237</c:v>
                </c:pt>
                <c:pt idx="910">
                  <c:v>2.006823119272104</c:v>
                </c:pt>
                <c:pt idx="911">
                  <c:v>2.0066226291729854</c:v>
                </c:pt>
                <c:pt idx="912">
                  <c:v>2.0072183578382892</c:v>
                </c:pt>
                <c:pt idx="913">
                  <c:v>2.0076791718863323</c:v>
                </c:pt>
                <c:pt idx="914">
                  <c:v>2.006395518779807</c:v>
                </c:pt>
                <c:pt idx="915">
                  <c:v>2.0049951649414299</c:v>
                </c:pt>
                <c:pt idx="916">
                  <c:v>2.0064529076284039</c:v>
                </c:pt>
                <c:pt idx="917">
                  <c:v>2.0073296466011734</c:v>
                </c:pt>
                <c:pt idx="918">
                  <c:v>2.0085984923408278</c:v>
                </c:pt>
                <c:pt idx="919">
                  <c:v>2.0099679952088967</c:v>
                </c:pt>
                <c:pt idx="920">
                  <c:v>2.0120252027427967</c:v>
                </c:pt>
                <c:pt idx="921">
                  <c:v>2.0130864156831718</c:v>
                </c:pt>
                <c:pt idx="922">
                  <c:v>2.0122208303114215</c:v>
                </c:pt>
                <c:pt idx="923">
                  <c:v>2.0102512856860288</c:v>
                </c:pt>
                <c:pt idx="924">
                  <c:v>2.008637859607481</c:v>
                </c:pt>
                <c:pt idx="925">
                  <c:v>2.0082695984703633</c:v>
                </c:pt>
                <c:pt idx="926">
                  <c:v>2.0071471231401508</c:v>
                </c:pt>
                <c:pt idx="927">
                  <c:v>2.00714020021538</c:v>
                </c:pt>
                <c:pt idx="928">
                  <c:v>2.0073899749456054</c:v>
                </c:pt>
                <c:pt idx="929">
                  <c:v>2.0088003285642073</c:v>
                </c:pt>
                <c:pt idx="930">
                  <c:v>2.0096064097492361</c:v>
                </c:pt>
                <c:pt idx="931">
                  <c:v>2.009424188479374</c:v>
                </c:pt>
                <c:pt idx="932">
                  <c:v>2.0109898408826181</c:v>
                </c:pt>
                <c:pt idx="933">
                  <c:v>2.0120844322102811</c:v>
                </c:pt>
                <c:pt idx="934">
                  <c:v>2.0114629348805519</c:v>
                </c:pt>
                <c:pt idx="935">
                  <c:v>2.0089924671985231</c:v>
                </c:pt>
                <c:pt idx="936">
                  <c:v>2.0079807861365686</c:v>
                </c:pt>
                <c:pt idx="937">
                  <c:v>2.0089716434803631</c:v>
                </c:pt>
                <c:pt idx="938">
                  <c:v>2.0107877024680776</c:v>
                </c:pt>
                <c:pt idx="939">
                  <c:v>2.0104062273356629</c:v>
                </c:pt>
                <c:pt idx="940">
                  <c:v>2.0093830630096043</c:v>
                </c:pt>
                <c:pt idx="941">
                  <c:v>2.0091836717874334</c:v>
                </c:pt>
                <c:pt idx="942">
                  <c:v>2.0103923814861213</c:v>
                </c:pt>
                <c:pt idx="943">
                  <c:v>2.0115607898727501</c:v>
                </c:pt>
                <c:pt idx="944">
                  <c:v>2.0110749489022219</c:v>
                </c:pt>
                <c:pt idx="945">
                  <c:v>2.0111704962528294</c:v>
                </c:pt>
                <c:pt idx="946">
                  <c:v>2.0110740698006637</c:v>
                </c:pt>
                <c:pt idx="947">
                  <c:v>2.0103005977890596</c:v>
                </c:pt>
                <c:pt idx="948">
                  <c:v>2.0090374112656866</c:v>
                </c:pt>
                <c:pt idx="949">
                  <c:v>2.0083152018636952</c:v>
                </c:pt>
                <c:pt idx="950">
                  <c:v>2.0079682864112876</c:v>
                </c:pt>
                <c:pt idx="951">
                  <c:v>2.0082907243796839</c:v>
                </c:pt>
                <c:pt idx="952">
                  <c:v>2.0073712390936462</c:v>
                </c:pt>
                <c:pt idx="953">
                  <c:v>2.0093438056306456</c:v>
                </c:pt>
                <c:pt idx="954">
                  <c:v>2.0106272664337048</c:v>
                </c:pt>
                <c:pt idx="955">
                  <c:v>2.0105813333772886</c:v>
                </c:pt>
                <c:pt idx="956">
                  <c:v>2.0108196797872573</c:v>
                </c:pt>
                <c:pt idx="957">
                  <c:v>2.011877788400255</c:v>
                </c:pt>
                <c:pt idx="958">
                  <c:v>2.0119691050746136</c:v>
                </c:pt>
                <c:pt idx="959">
                  <c:v>2.0111780235599217</c:v>
                </c:pt>
                <c:pt idx="960">
                  <c:v>2.0116805949319794</c:v>
                </c:pt>
                <c:pt idx="961">
                  <c:v>2.0116336179424628</c:v>
                </c:pt>
                <c:pt idx="962">
                  <c:v>2.0092349343970461</c:v>
                </c:pt>
                <c:pt idx="963">
                  <c:v>2.007895018790796</c:v>
                </c:pt>
                <c:pt idx="964">
                  <c:v>2.0091163106305356</c:v>
                </c:pt>
                <c:pt idx="965">
                  <c:v>2.0090150491197996</c:v>
                </c:pt>
                <c:pt idx="966">
                  <c:v>2.0088676622491812</c:v>
                </c:pt>
                <c:pt idx="967">
                  <c:v>2.0084316828201576</c:v>
                </c:pt>
                <c:pt idx="968">
                  <c:v>2.0083933869585282</c:v>
                </c:pt>
                <c:pt idx="969">
                  <c:v>2.0091486450847236</c:v>
                </c:pt>
                <c:pt idx="970">
                  <c:v>2.0090409001999956</c:v>
                </c:pt>
                <c:pt idx="971">
                  <c:v>2.0104579020241315</c:v>
                </c:pt>
                <c:pt idx="972">
                  <c:v>2.0088331025691741</c:v>
                </c:pt>
                <c:pt idx="973">
                  <c:v>2.0062391211182171</c:v>
                </c:pt>
                <c:pt idx="974">
                  <c:v>2.0069483363003009</c:v>
                </c:pt>
                <c:pt idx="975">
                  <c:v>2.0074749730775148</c:v>
                </c:pt>
                <c:pt idx="976">
                  <c:v>2.0083460528340038</c:v>
                </c:pt>
                <c:pt idx="977">
                  <c:v>2.0091784246500075</c:v>
                </c:pt>
                <c:pt idx="978">
                  <c:v>2.0091461726115911</c:v>
                </c:pt>
                <c:pt idx="979">
                  <c:v>2.0093553438385969</c:v>
                </c:pt>
                <c:pt idx="980">
                  <c:v>2.010061839300235</c:v>
                </c:pt>
                <c:pt idx="981">
                  <c:v>2.0110236038768377</c:v>
                </c:pt>
                <c:pt idx="982">
                  <c:v>2.0117375717017207</c:v>
                </c:pt>
                <c:pt idx="983">
                  <c:v>2.01085770092965</c:v>
                </c:pt>
                <c:pt idx="984">
                  <c:v>2.0087736533263003</c:v>
                </c:pt>
                <c:pt idx="985">
                  <c:v>2.0082079789455176</c:v>
                </c:pt>
                <c:pt idx="986">
                  <c:v>2.0093425419221558</c:v>
                </c:pt>
                <c:pt idx="987">
                  <c:v>2.0105284499241773</c:v>
                </c:pt>
                <c:pt idx="988">
                  <c:v>2.0116256236126677</c:v>
                </c:pt>
                <c:pt idx="989">
                  <c:v>2.0130735313509591</c:v>
                </c:pt>
                <c:pt idx="990">
                  <c:v>2.0121123162128303</c:v>
                </c:pt>
                <c:pt idx="991">
                  <c:v>2.0115409826157666</c:v>
                </c:pt>
                <c:pt idx="992">
                  <c:v>2.0103874090679326</c:v>
                </c:pt>
                <c:pt idx="993">
                  <c:v>2.0086523647831918</c:v>
                </c:pt>
                <c:pt idx="994">
                  <c:v>2.0089196391288104</c:v>
                </c:pt>
                <c:pt idx="995">
                  <c:v>2.0090439221116019</c:v>
                </c:pt>
                <c:pt idx="996">
                  <c:v>2.0090008186633259</c:v>
                </c:pt>
                <c:pt idx="997">
                  <c:v>2.0095878936726663</c:v>
                </c:pt>
                <c:pt idx="998">
                  <c:v>2.0094540779323533</c:v>
                </c:pt>
                <c:pt idx="999">
                  <c:v>2.0084388804641655</c:v>
                </c:pt>
                <c:pt idx="1000">
                  <c:v>2.0095082800378012</c:v>
                </c:pt>
                <c:pt idx="1001">
                  <c:v>2.0100015933715745</c:v>
                </c:pt>
                <c:pt idx="1002">
                  <c:v>2.0104373255532844</c:v>
                </c:pt>
                <c:pt idx="1003">
                  <c:v>2.0107503406518537</c:v>
                </c:pt>
                <c:pt idx="1004">
                  <c:v>2.0100003846069319</c:v>
                </c:pt>
                <c:pt idx="1005">
                  <c:v>2.0107508626184041</c:v>
                </c:pt>
                <c:pt idx="1006">
                  <c:v>2.0126484308037185</c:v>
                </c:pt>
                <c:pt idx="1007">
                  <c:v>2.010157469066614</c:v>
                </c:pt>
                <c:pt idx="1008">
                  <c:v>2.0089562042592473</c:v>
                </c:pt>
                <c:pt idx="1009">
                  <c:v>2.010245516582053</c:v>
                </c:pt>
                <c:pt idx="1010">
                  <c:v>2.010394716599635</c:v>
                </c:pt>
                <c:pt idx="1011">
                  <c:v>2.0097638788158503</c:v>
                </c:pt>
                <c:pt idx="1012">
                  <c:v>2.0092855651524144</c:v>
                </c:pt>
                <c:pt idx="1013">
                  <c:v>2.0083549537372805</c:v>
                </c:pt>
                <c:pt idx="1014">
                  <c:v>2.0085701413155754</c:v>
                </c:pt>
                <c:pt idx="1015">
                  <c:v>2.0090131810289882</c:v>
                </c:pt>
                <c:pt idx="1016">
                  <c:v>2.0077342805652623</c:v>
                </c:pt>
                <c:pt idx="1017">
                  <c:v>2.0061741500186807</c:v>
                </c:pt>
                <c:pt idx="1018">
                  <c:v>2.0070858882222367</c:v>
                </c:pt>
                <c:pt idx="1019">
                  <c:v>2.0078169985275047</c:v>
                </c:pt>
                <c:pt idx="1020">
                  <c:v>2.0076268653436187</c:v>
                </c:pt>
                <c:pt idx="1021">
                  <c:v>2.0079675446693481</c:v>
                </c:pt>
                <c:pt idx="1022">
                  <c:v>2.0095690204610888</c:v>
                </c:pt>
                <c:pt idx="1023">
                  <c:v>2.0109489626601613</c:v>
                </c:pt>
                <c:pt idx="1024">
                  <c:v>2.0099058537175005</c:v>
                </c:pt>
                <c:pt idx="1025">
                  <c:v>2.0080249335179445</c:v>
                </c:pt>
                <c:pt idx="1026">
                  <c:v>2.0080223236851937</c:v>
                </c:pt>
                <c:pt idx="1027">
                  <c:v>2.0092544944067163</c:v>
                </c:pt>
                <c:pt idx="1028">
                  <c:v>2.0096092393573768</c:v>
                </c:pt>
                <c:pt idx="1029">
                  <c:v>2.0105916353486735</c:v>
                </c:pt>
                <c:pt idx="1030">
                  <c:v>2.0118999307707521</c:v>
                </c:pt>
                <c:pt idx="1031">
                  <c:v>2.0122406650403288</c:v>
                </c:pt>
                <c:pt idx="1032">
                  <c:v>2.0123294817696316</c:v>
                </c:pt>
                <c:pt idx="1033">
                  <c:v>2.0124169523746729</c:v>
                </c:pt>
                <c:pt idx="1034">
                  <c:v>2.0119685556361397</c:v>
                </c:pt>
                <c:pt idx="1035">
                  <c:v>2.0111608810795367</c:v>
                </c:pt>
                <c:pt idx="1036">
                  <c:v>2.0113483769587481</c:v>
                </c:pt>
                <c:pt idx="1037">
                  <c:v>2.0111447550603283</c:v>
                </c:pt>
                <c:pt idx="1038">
                  <c:v>2.0103845245159446</c:v>
                </c:pt>
                <c:pt idx="1039">
                  <c:v>2.009108838267291</c:v>
                </c:pt>
                <c:pt idx="1040">
                  <c:v>2.0066226291729854</c:v>
                </c:pt>
                <c:pt idx="1041">
                  <c:v>2.0057977571921497</c:v>
                </c:pt>
                <c:pt idx="1042">
                  <c:v>2.0066089756269094</c:v>
                </c:pt>
                <c:pt idx="1043">
                  <c:v>2.0078599371442385</c:v>
                </c:pt>
                <c:pt idx="1044">
                  <c:v>2.0081923748928596</c:v>
                </c:pt>
                <c:pt idx="1045">
                  <c:v>2.0076646117667742</c:v>
                </c:pt>
                <c:pt idx="1046">
                  <c:v>2.0076332388299156</c:v>
                </c:pt>
                <c:pt idx="1047">
                  <c:v>2.0088415913935957</c:v>
                </c:pt>
                <c:pt idx="1048">
                  <c:v>2.0093651238434318</c:v>
                </c:pt>
                <c:pt idx="1049">
                  <c:v>2.011210495373728</c:v>
                </c:pt>
                <c:pt idx="1050">
                  <c:v>2.0113089272763234</c:v>
                </c:pt>
                <c:pt idx="1051">
                  <c:v>2.0093324871980838</c:v>
                </c:pt>
                <c:pt idx="1052">
                  <c:v>2.0079695501197774</c:v>
                </c:pt>
                <c:pt idx="1053">
                  <c:v>2.0088730742181489</c:v>
                </c:pt>
                <c:pt idx="1054">
                  <c:v>2.0096990176040088</c:v>
                </c:pt>
                <c:pt idx="1055">
                  <c:v>2.0097094294630886</c:v>
                </c:pt>
                <c:pt idx="1056">
                  <c:v>2.0090306257005341</c:v>
                </c:pt>
                <c:pt idx="1057">
                  <c:v>2.0087079404848245</c:v>
                </c:pt>
                <c:pt idx="1058">
                  <c:v>2.0100412628293882</c:v>
                </c:pt>
                <c:pt idx="1059">
                  <c:v>2.0105105657018525</c:v>
                </c:pt>
                <c:pt idx="1060">
                  <c:v>2.011137420056702</c:v>
                </c:pt>
                <c:pt idx="1061">
                  <c:v>2.0124027768620469</c:v>
                </c:pt>
                <c:pt idx="1062">
                  <c:v>2.0122883013560142</c:v>
                </c:pt>
                <c:pt idx="1063">
                  <c:v>2.0109660227247752</c:v>
                </c:pt>
                <c:pt idx="1064">
                  <c:v>2.0110890419990768</c:v>
                </c:pt>
                <c:pt idx="1065">
                  <c:v>2.0118416902925209</c:v>
                </c:pt>
                <c:pt idx="1066">
                  <c:v>2.0114992252917516</c:v>
                </c:pt>
                <c:pt idx="1067">
                  <c:v>2.0098452231819079</c:v>
                </c:pt>
                <c:pt idx="1068">
                  <c:v>2.008995983604756</c:v>
                </c:pt>
                <c:pt idx="1069">
                  <c:v>2.009526081844355</c:v>
                </c:pt>
                <c:pt idx="1070">
                  <c:v>2.0094806707544888</c:v>
                </c:pt>
                <c:pt idx="1071">
                  <c:v>2.0096506120744597</c:v>
                </c:pt>
                <c:pt idx="1072">
                  <c:v>2.009231885013516</c:v>
                </c:pt>
                <c:pt idx="1073">
                  <c:v>2.0092183688270588</c:v>
                </c:pt>
                <c:pt idx="1074">
                  <c:v>2.0110367904002109</c:v>
                </c:pt>
                <c:pt idx="1075">
                  <c:v>2.0128851288982661</c:v>
                </c:pt>
                <c:pt idx="1076">
                  <c:v>2.011838283773983</c:v>
                </c:pt>
                <c:pt idx="1077">
                  <c:v>2.0110839596931935</c:v>
                </c:pt>
                <c:pt idx="1078">
                  <c:v>2.0116674908243777</c:v>
                </c:pt>
                <c:pt idx="1079">
                  <c:v>2.0113548328608162</c:v>
                </c:pt>
                <c:pt idx="1080">
                  <c:v>2.0111741500186811</c:v>
                </c:pt>
                <c:pt idx="1081">
                  <c:v>2.0098190424386275</c:v>
                </c:pt>
                <c:pt idx="1082">
                  <c:v>2.0078788103558165</c:v>
                </c:pt>
                <c:pt idx="1083">
                  <c:v>2.0075676084042109</c:v>
                </c:pt>
                <c:pt idx="1084">
                  <c:v>2.0081082283905847</c:v>
                </c:pt>
                <c:pt idx="1085">
                  <c:v>2.0089784290455155</c:v>
                </c:pt>
                <c:pt idx="1086">
                  <c:v>2.0101575240104612</c:v>
                </c:pt>
                <c:pt idx="1087">
                  <c:v>2.0113741181512492</c:v>
                </c:pt>
                <c:pt idx="1088">
                  <c:v>2.011203599920881</c:v>
                </c:pt>
                <c:pt idx="1089">
                  <c:v>2.0107519065515045</c:v>
                </c:pt>
                <c:pt idx="1090">
                  <c:v>2.010715588668381</c:v>
                </c:pt>
                <c:pt idx="1091">
                  <c:v>2.0096648150590095</c:v>
                </c:pt>
                <c:pt idx="1092">
                  <c:v>2.0088066745785809</c:v>
                </c:pt>
                <c:pt idx="1093">
                  <c:v>2.0088432671809411</c:v>
                </c:pt>
                <c:pt idx="1094">
                  <c:v>2.0085220105052635</c:v>
                </c:pt>
                <c:pt idx="1095">
                  <c:v>2.0088871673150042</c:v>
                </c:pt>
                <c:pt idx="1096">
                  <c:v>2.0086749741763916</c:v>
                </c:pt>
                <c:pt idx="1097">
                  <c:v>2.0086107997626428</c:v>
                </c:pt>
                <c:pt idx="1098">
                  <c:v>2.008870574273093</c:v>
                </c:pt>
                <c:pt idx="1099">
                  <c:v>2.0083712445880311</c:v>
                </c:pt>
                <c:pt idx="1100">
                  <c:v>2.0077623843432013</c:v>
                </c:pt>
                <c:pt idx="1101">
                  <c:v>2.0076362057976747</c:v>
                </c:pt>
                <c:pt idx="1102">
                  <c:v>2.0072421759961321</c:v>
                </c:pt>
                <c:pt idx="1103">
                  <c:v>2.00743983648711</c:v>
                </c:pt>
                <c:pt idx="1104">
                  <c:v>2.0071786609085516</c:v>
                </c:pt>
                <c:pt idx="1105">
                  <c:v>2.007152507637195</c:v>
                </c:pt>
                <c:pt idx="1106">
                  <c:v>2.0084784400342848</c:v>
                </c:pt>
                <c:pt idx="1107">
                  <c:v>2.0084339355179006</c:v>
                </c:pt>
                <c:pt idx="1108">
                  <c:v>2.006806498758269</c:v>
                </c:pt>
                <c:pt idx="1109">
                  <c:v>2.0065607349289025</c:v>
                </c:pt>
                <c:pt idx="1110">
                  <c:v>2.0073882991582601</c:v>
                </c:pt>
                <c:pt idx="1111">
                  <c:v>2.0084692369398476</c:v>
                </c:pt>
                <c:pt idx="1112">
                  <c:v>2.0105200435155273</c:v>
                </c:pt>
                <c:pt idx="1113">
                  <c:v>2.0106730896024265</c:v>
                </c:pt>
                <c:pt idx="1114">
                  <c:v>2.0095005329553195</c:v>
                </c:pt>
                <c:pt idx="1115">
                  <c:v>2.00937894222105</c:v>
                </c:pt>
                <c:pt idx="1116">
                  <c:v>2.0106295466033712</c:v>
                </c:pt>
                <c:pt idx="1117">
                  <c:v>2.0118947111052505</c:v>
                </c:pt>
                <c:pt idx="1118">
                  <c:v>2.0103175754379023</c:v>
                </c:pt>
                <c:pt idx="1119">
                  <c:v>2.0096685512406323</c:v>
                </c:pt>
                <c:pt idx="1120">
                  <c:v>2.0106666886442057</c:v>
                </c:pt>
                <c:pt idx="1121">
                  <c:v>2.0104355673501679</c:v>
                </c:pt>
                <c:pt idx="1122">
                  <c:v>2.0103872991802376</c:v>
                </c:pt>
                <c:pt idx="1123">
                  <c:v>2.0102315883167403</c:v>
                </c:pt>
                <c:pt idx="1124">
                  <c:v>2.0097031109206389</c:v>
                </c:pt>
                <c:pt idx="1125">
                  <c:v>2.0084082767411706</c:v>
                </c:pt>
                <c:pt idx="1126">
                  <c:v>2.0061441232060835</c:v>
                </c:pt>
                <c:pt idx="1127">
                  <c:v>2.0067251269202875</c:v>
                </c:pt>
                <c:pt idx="1128">
                  <c:v>2.0059808026197228</c:v>
                </c:pt>
                <c:pt idx="1129">
                  <c:v>2.0055530098239598</c:v>
                </c:pt>
                <c:pt idx="1130">
                  <c:v>2.0077265884266278</c:v>
                </c:pt>
                <c:pt idx="1131">
                  <c:v>2.0089560394277051</c:v>
                </c:pt>
                <c:pt idx="1132">
                  <c:v>2.0084161611832707</c:v>
                </c:pt>
                <c:pt idx="1133">
                  <c:v>2.0084217379837805</c:v>
                </c:pt>
                <c:pt idx="1134">
                  <c:v>2.0097782741038657</c:v>
                </c:pt>
                <c:pt idx="1135">
                  <c:v>2.0109433583877276</c:v>
                </c:pt>
                <c:pt idx="1136">
                  <c:v>2.0100067855651522</c:v>
                </c:pt>
                <c:pt idx="1137">
                  <c:v>2.0097530823498384</c:v>
                </c:pt>
                <c:pt idx="1138">
                  <c:v>2.0103230972945649</c:v>
                </c:pt>
                <c:pt idx="1139">
                  <c:v>2.0095697347311048</c:v>
                </c:pt>
                <c:pt idx="1140">
                  <c:v>2.0089320014944727</c:v>
                </c:pt>
                <c:pt idx="1141">
                  <c:v>2.0085033021252281</c:v>
                </c:pt>
                <c:pt idx="1142">
                  <c:v>2.0089298586844246</c:v>
                </c:pt>
                <c:pt idx="1143">
                  <c:v>2.0104126557658075</c:v>
                </c:pt>
                <c:pt idx="1144">
                  <c:v>2.0100783499263755</c:v>
                </c:pt>
                <c:pt idx="1145">
                  <c:v>2.0091346344036394</c:v>
                </c:pt>
                <c:pt idx="1146">
                  <c:v>2.0098343992439727</c:v>
                </c:pt>
                <c:pt idx="1147">
                  <c:v>2.0099646711061294</c:v>
                </c:pt>
                <c:pt idx="1148">
                  <c:v>2.0098341794685832</c:v>
                </c:pt>
                <c:pt idx="1149">
                  <c:v>2.0103817498516516</c:v>
                </c:pt>
                <c:pt idx="1150">
                  <c:v>2.0118744093536405</c:v>
                </c:pt>
                <c:pt idx="1151">
                  <c:v>2.0125138183776179</c:v>
                </c:pt>
                <c:pt idx="1152">
                  <c:v>2.0110561855783389</c:v>
                </c:pt>
                <c:pt idx="1153">
                  <c:v>2.0118389156282279</c:v>
                </c:pt>
                <c:pt idx="1154">
                  <c:v>2.0119976209314081</c:v>
                </c:pt>
                <c:pt idx="1155">
                  <c:v>2.0110132194896817</c:v>
                </c:pt>
                <c:pt idx="1156">
                  <c:v>2.0104027933452011</c:v>
                </c:pt>
                <c:pt idx="1157">
                  <c:v>2.0101496945122084</c:v>
                </c:pt>
                <c:pt idx="1158">
                  <c:v>2.011881277334564</c:v>
                </c:pt>
                <c:pt idx="1159">
                  <c:v>2.0120143238610142</c:v>
                </c:pt>
                <c:pt idx="1160">
                  <c:v>2.0121383870684162</c:v>
                </c:pt>
                <c:pt idx="1161">
                  <c:v>2.0110834102547197</c:v>
                </c:pt>
                <c:pt idx="1162">
                  <c:v>2.0090289499131888</c:v>
                </c:pt>
                <c:pt idx="1163">
                  <c:v>2.0084727533460804</c:v>
                </c:pt>
                <c:pt idx="1164">
                  <c:v>2.0080313344761653</c:v>
                </c:pt>
                <c:pt idx="1165">
                  <c:v>2.0087725269774293</c:v>
                </c:pt>
                <c:pt idx="1166">
                  <c:v>2.0093062789828795</c:v>
                </c:pt>
                <c:pt idx="1167">
                  <c:v>2.0097945374826929</c:v>
                </c:pt>
                <c:pt idx="1168">
                  <c:v>2.0113071965451308</c:v>
                </c:pt>
                <c:pt idx="1169">
                  <c:v>2.011631612492033</c:v>
                </c:pt>
                <c:pt idx="1170">
                  <c:v>2.0120147084679458</c:v>
                </c:pt>
                <c:pt idx="1171">
                  <c:v>2.012306625129118</c:v>
                </c:pt>
                <c:pt idx="1172">
                  <c:v>2.0122596481396013</c:v>
                </c:pt>
                <c:pt idx="1173">
                  <c:v>2.0125345322080834</c:v>
                </c:pt>
                <c:pt idx="1174">
                  <c:v>2.0129537537636537</c:v>
                </c:pt>
                <c:pt idx="1175">
                  <c:v>2.0127469451220854</c:v>
                </c:pt>
                <c:pt idx="1176">
                  <c:v>2.0127844168260038</c:v>
                </c:pt>
                <c:pt idx="1177">
                  <c:v>2.0131821003933981</c:v>
                </c:pt>
                <c:pt idx="1178">
                  <c:v>2.0106704522977519</c:v>
                </c:pt>
                <c:pt idx="1179">
                  <c:v>2.0076417001824134</c:v>
                </c:pt>
                <c:pt idx="1180">
                  <c:v>2.0069203973539045</c:v>
                </c:pt>
                <c:pt idx="1181">
                  <c:v>2.0085851684578362</c:v>
                </c:pt>
                <c:pt idx="1182">
                  <c:v>2.0091968308388828</c:v>
                </c:pt>
                <c:pt idx="1183">
                  <c:v>2.0077768895189116</c:v>
                </c:pt>
                <c:pt idx="1184">
                  <c:v>2.0062435715698554</c:v>
                </c:pt>
                <c:pt idx="1185">
                  <c:v>2.0080606195468231</c:v>
                </c:pt>
                <c:pt idx="1186">
                  <c:v>2.0105146040746358</c:v>
                </c:pt>
                <c:pt idx="1187">
                  <c:v>2.0094109470121535</c:v>
                </c:pt>
                <c:pt idx="1188">
                  <c:v>2.008183061910727</c:v>
                </c:pt>
                <c:pt idx="1189">
                  <c:v>2.0086572822575328</c:v>
                </c:pt>
                <c:pt idx="1190">
                  <c:v>2.0096009428364212</c:v>
                </c:pt>
                <c:pt idx="1191">
                  <c:v>2.0101335410210766</c:v>
                </c:pt>
                <c:pt idx="1192">
                  <c:v>2.0108074547812138</c:v>
                </c:pt>
                <c:pt idx="1193">
                  <c:v>2.0111707435001427</c:v>
                </c:pt>
                <c:pt idx="1194">
                  <c:v>2.0120191039757369</c:v>
                </c:pt>
                <c:pt idx="1195">
                  <c:v>2.0119906705347135</c:v>
                </c:pt>
                <c:pt idx="1196">
                  <c:v>2.0107836366233709</c:v>
                </c:pt>
                <c:pt idx="1197">
                  <c:v>2.0092711973363224</c:v>
                </c:pt>
                <c:pt idx="1198">
                  <c:v>2.0075086811278875</c:v>
                </c:pt>
                <c:pt idx="1199">
                  <c:v>2.0066363926067559</c:v>
                </c:pt>
                <c:pt idx="1200">
                  <c:v>2.0064080185050877</c:v>
                </c:pt>
                <c:pt idx="1201">
                  <c:v>2.0076520296257225</c:v>
                </c:pt>
                <c:pt idx="1202">
                  <c:v>2.0089995824267599</c:v>
                </c:pt>
                <c:pt idx="1203">
                  <c:v>2.0089535120107249</c:v>
                </c:pt>
                <c:pt idx="1204">
                  <c:v>2.0082022922573128</c:v>
                </c:pt>
                <c:pt idx="1205">
                  <c:v>2.0091458704204301</c:v>
                </c:pt>
                <c:pt idx="1206">
                  <c:v>2.0110489604624076</c:v>
                </c:pt>
                <c:pt idx="1207">
                  <c:v>2.0105296861607438</c:v>
                </c:pt>
                <c:pt idx="1208">
                  <c:v>2.0088527449946154</c:v>
                </c:pt>
                <c:pt idx="1209">
                  <c:v>2.0091918309487702</c:v>
                </c:pt>
                <c:pt idx="1210">
                  <c:v>2.0110629711434913</c:v>
                </c:pt>
                <c:pt idx="1211">
                  <c:v>2.0111904683413551</c:v>
                </c:pt>
                <c:pt idx="1212">
                  <c:v>2.0115093349596713</c:v>
                </c:pt>
                <c:pt idx="1213">
                  <c:v>2.0115132909166831</c:v>
                </c:pt>
                <c:pt idx="1214">
                  <c:v>2.0104948517614996</c:v>
                </c:pt>
                <c:pt idx="1215">
                  <c:v>2.0092465824926924</c:v>
                </c:pt>
                <c:pt idx="1216">
                  <c:v>2.0101117283136634</c:v>
                </c:pt>
                <c:pt idx="1217">
                  <c:v>2.0122911859080022</c:v>
                </c:pt>
                <c:pt idx="1218">
                  <c:v>2.0131730896024265</c:v>
                </c:pt>
                <c:pt idx="1219">
                  <c:v>2.0135506911936001</c:v>
                </c:pt>
                <c:pt idx="1220">
                  <c:v>2.0130052910925036</c:v>
                </c:pt>
                <c:pt idx="1221">
                  <c:v>2.0126071405024066</c:v>
                </c:pt>
                <c:pt idx="1222">
                  <c:v>2.0119169358915188</c:v>
                </c:pt>
                <c:pt idx="1223">
                  <c:v>2.0116136183820137</c:v>
                </c:pt>
                <c:pt idx="1224">
                  <c:v>2.0112860706358102</c:v>
                </c:pt>
                <c:pt idx="1225">
                  <c:v>2.0110237961803037</c:v>
                </c:pt>
                <c:pt idx="1226">
                  <c:v>2.0121452825212631</c:v>
                </c:pt>
                <c:pt idx="1227">
                  <c:v>2.0131127337860706</c:v>
                </c:pt>
                <c:pt idx="1228">
                  <c:v>2.0128480143293555</c:v>
                </c:pt>
                <c:pt idx="1229">
                  <c:v>2.0144106173490695</c:v>
                </c:pt>
                <c:pt idx="1230">
                  <c:v>2.016698396738533</c:v>
                </c:pt>
                <c:pt idx="1231">
                  <c:v>2.0180856464693084</c:v>
                </c:pt>
                <c:pt idx="1232">
                  <c:v>2.0188361519527045</c:v>
                </c:pt>
                <c:pt idx="1233">
                  <c:v>2.0210669271005033</c:v>
                </c:pt>
                <c:pt idx="1234">
                  <c:v>2.0275164282103688</c:v>
                </c:pt>
                <c:pt idx="1235">
                  <c:v>2.0344701215357905</c:v>
                </c:pt>
                <c:pt idx="1236">
                  <c:v>2.0408850904375728</c:v>
                </c:pt>
                <c:pt idx="1237">
                  <c:v>2.0469335838772773</c:v>
                </c:pt>
                <c:pt idx="1238">
                  <c:v>2.0517164457924002</c:v>
                </c:pt>
                <c:pt idx="1239">
                  <c:v>2.0567207314124962</c:v>
                </c:pt>
                <c:pt idx="1240">
                  <c:v>2.0601385134392651</c:v>
                </c:pt>
                <c:pt idx="1241">
                  <c:v>2.0620181424584074</c:v>
                </c:pt>
                <c:pt idx="1242">
                  <c:v>2.0611481066350192</c:v>
                </c:pt>
                <c:pt idx="1243">
                  <c:v>2.0565344717698513</c:v>
                </c:pt>
                <c:pt idx="1244">
                  <c:v>2.0496332498186853</c:v>
                </c:pt>
                <c:pt idx="1245">
                  <c:v>2.0405488340915583</c:v>
                </c:pt>
                <c:pt idx="1246">
                  <c:v>2.0335525592844115</c:v>
                </c:pt>
                <c:pt idx="1247">
                  <c:v>2.0286367332586095</c:v>
                </c:pt>
                <c:pt idx="1248">
                  <c:v>2.0235000329663086</c:v>
                </c:pt>
                <c:pt idx="1249">
                  <c:v>2.0194440232082811</c:v>
                </c:pt>
                <c:pt idx="1250">
                  <c:v>2.0174565943605636</c:v>
                </c:pt>
                <c:pt idx="1251">
                  <c:v>2.0156998472561041</c:v>
                </c:pt>
                <c:pt idx="1252">
                  <c:v>2.014140321091844</c:v>
                </c:pt>
                <c:pt idx="1253">
                  <c:v>2.0129746873695082</c:v>
                </c:pt>
                <c:pt idx="1254">
                  <c:v>2.0116454308696512</c:v>
                </c:pt>
                <c:pt idx="1255">
                  <c:v>2.0107063306300961</c:v>
                </c:pt>
                <c:pt idx="1256">
                  <c:v>2.0112995044064967</c:v>
                </c:pt>
                <c:pt idx="1257">
                  <c:v>2.012361101953803</c:v>
                </c:pt>
                <c:pt idx="1258">
                  <c:v>2.0128872442363903</c:v>
                </c:pt>
                <c:pt idx="1259">
                  <c:v>2.0123841234258588</c:v>
                </c:pt>
                <c:pt idx="1260">
                  <c:v>2.011465901848311</c:v>
                </c:pt>
                <c:pt idx="1261">
                  <c:v>2.0106160304169141</c:v>
                </c:pt>
                <c:pt idx="1262">
                  <c:v>2.0102686479418033</c:v>
                </c:pt>
                <c:pt idx="1263">
                  <c:v>2.0115588943100153</c:v>
                </c:pt>
                <c:pt idx="1264">
                  <c:v>2.0132032537746425</c:v>
                </c:pt>
                <c:pt idx="1265">
                  <c:v>2.0133236082723456</c:v>
                </c:pt>
                <c:pt idx="1266">
                  <c:v>2.0136115140326587</c:v>
                </c:pt>
                <c:pt idx="1267">
                  <c:v>2.0137089294740775</c:v>
                </c:pt>
                <c:pt idx="1268">
                  <c:v>2.0128717500714268</c:v>
                </c:pt>
                <c:pt idx="1269">
                  <c:v>2.0122331652051604</c:v>
                </c:pt>
                <c:pt idx="1270">
                  <c:v>2.011819712753566</c:v>
                </c:pt>
                <c:pt idx="1271">
                  <c:v>2.0114349959341551</c:v>
                </c:pt>
                <c:pt idx="1272">
                  <c:v>2.0127401870288564</c:v>
                </c:pt>
                <c:pt idx="1273">
                  <c:v>2.0131440243071581</c:v>
                </c:pt>
                <c:pt idx="1274">
                  <c:v>2.0115213951341731</c:v>
                </c:pt>
                <c:pt idx="1275">
                  <c:v>2.0117569394079249</c:v>
                </c:pt>
                <c:pt idx="1276">
                  <c:v>2.0129383969583086</c:v>
                </c:pt>
                <c:pt idx="1277">
                  <c:v>2.0119990219995163</c:v>
                </c:pt>
                <c:pt idx="1278">
                  <c:v>2.0120314388694753</c:v>
                </c:pt>
                <c:pt idx="1279">
                  <c:v>2.0125041757324014</c:v>
                </c:pt>
                <c:pt idx="1280">
                  <c:v>2.0123193721017119</c:v>
                </c:pt>
                <c:pt idx="1281">
                  <c:v>2.0111649194523196</c:v>
                </c:pt>
                <c:pt idx="1282">
                  <c:v>2.0108599261554692</c:v>
                </c:pt>
                <c:pt idx="1283">
                  <c:v>2.0117849058262456</c:v>
                </c:pt>
                <c:pt idx="1284">
                  <c:v>2.0108423990681525</c:v>
                </c:pt>
                <c:pt idx="1285">
                  <c:v>2.0090702127425772</c:v>
                </c:pt>
                <c:pt idx="1286">
                  <c:v>2.0094655886683808</c:v>
                </c:pt>
                <c:pt idx="1287">
                  <c:v>2.0090096920946792</c:v>
                </c:pt>
                <c:pt idx="1288">
                  <c:v>2.0087442858398719</c:v>
                </c:pt>
                <c:pt idx="1289">
                  <c:v>2.0080256203160372</c:v>
                </c:pt>
                <c:pt idx="1290">
                  <c:v>2.0056079261994242</c:v>
                </c:pt>
                <c:pt idx="1291">
                  <c:v>2.0053806784466275</c:v>
                </c:pt>
                <c:pt idx="1292">
                  <c:v>2.0063495857233908</c:v>
                </c:pt>
                <c:pt idx="1293">
                  <c:v>2.0080429825718116</c:v>
                </c:pt>
                <c:pt idx="1294">
                  <c:v>2.0081140524384078</c:v>
                </c:pt>
                <c:pt idx="1295">
                  <c:v>2.0080673501681283</c:v>
                </c:pt>
                <c:pt idx="1296">
                  <c:v>2.0081768532559723</c:v>
                </c:pt>
                <c:pt idx="1297">
                  <c:v>2.0069347376980726</c:v>
                </c:pt>
                <c:pt idx="1298">
                  <c:v>2.0075646689083757</c:v>
                </c:pt>
                <c:pt idx="1299">
                  <c:v>2.0093424869783081</c:v>
                </c:pt>
                <c:pt idx="1300">
                  <c:v>2.0104216940287025</c:v>
                </c:pt>
                <c:pt idx="1301">
                  <c:v>2.0101023878596074</c:v>
                </c:pt>
                <c:pt idx="1302">
                  <c:v>2.0092641095800094</c:v>
                </c:pt>
                <c:pt idx="1303">
                  <c:v>2.0092202094459464</c:v>
                </c:pt>
                <c:pt idx="1304">
                  <c:v>2.0085263235972834</c:v>
                </c:pt>
                <c:pt idx="1305">
                  <c:v>2.0080687787081604</c:v>
                </c:pt>
                <c:pt idx="1306">
                  <c:v>2.0090650754928463</c:v>
                </c:pt>
                <c:pt idx="1307">
                  <c:v>2.0096835234390453</c:v>
                </c:pt>
                <c:pt idx="1308">
                  <c:v>2.0104958682226766</c:v>
                </c:pt>
                <c:pt idx="1309">
                  <c:v>2.0117130118019384</c:v>
                </c:pt>
                <c:pt idx="1310">
                  <c:v>2.0121172062152479</c:v>
                </c:pt>
                <c:pt idx="1311">
                  <c:v>2.0116928199380233</c:v>
                </c:pt>
                <c:pt idx="1312">
                  <c:v>2.010251258214105</c:v>
                </c:pt>
                <c:pt idx="1313">
                  <c:v>2.0086819795169335</c:v>
                </c:pt>
                <c:pt idx="1314">
                  <c:v>2.0089398859365728</c:v>
                </c:pt>
                <c:pt idx="1315">
                  <c:v>2.008822553350476</c:v>
                </c:pt>
                <c:pt idx="1316">
                  <c:v>2.0094562756862486</c:v>
                </c:pt>
                <c:pt idx="1317">
                  <c:v>2.0098729972967626</c:v>
                </c:pt>
                <c:pt idx="1318">
                  <c:v>2.0108184435506913</c:v>
                </c:pt>
                <c:pt idx="1319">
                  <c:v>2.0112558240478231</c:v>
                </c:pt>
                <c:pt idx="1320">
                  <c:v>2.0111846442935319</c:v>
                </c:pt>
                <c:pt idx="1321">
                  <c:v>2.0099943682556427</c:v>
                </c:pt>
                <c:pt idx="1322">
                  <c:v>2.009477236764027</c:v>
                </c:pt>
                <c:pt idx="1323">
                  <c:v>2.0090173842333137</c:v>
                </c:pt>
                <c:pt idx="1324">
                  <c:v>2.009168067734775</c:v>
                </c:pt>
                <c:pt idx="1325">
                  <c:v>2.0111823915957889</c:v>
                </c:pt>
                <c:pt idx="1326">
                  <c:v>2.0119476495022086</c:v>
                </c:pt>
                <c:pt idx="1327">
                  <c:v>2.0103847168194107</c:v>
                </c:pt>
                <c:pt idx="1328">
                  <c:v>2.0082905595481417</c:v>
                </c:pt>
                <c:pt idx="1329">
                  <c:v>2.007159293202347</c:v>
                </c:pt>
                <c:pt idx="1330">
                  <c:v>2.0080046592382583</c:v>
                </c:pt>
                <c:pt idx="1331">
                  <c:v>2.0088759312982134</c:v>
                </c:pt>
                <c:pt idx="1332">
                  <c:v>2.0088545306696557</c:v>
                </c:pt>
                <c:pt idx="1333">
                  <c:v>2.0071978912551374</c:v>
                </c:pt>
                <c:pt idx="1334">
                  <c:v>2.007048251686776</c:v>
                </c:pt>
                <c:pt idx="1335">
                  <c:v>2.0078453770246809</c:v>
                </c:pt>
                <c:pt idx="1336">
                  <c:v>2.0096173161029429</c:v>
                </c:pt>
                <c:pt idx="1337">
                  <c:v>2.0113798323113778</c:v>
                </c:pt>
                <c:pt idx="1338">
                  <c:v>2.013095206698754</c:v>
                </c:pt>
                <c:pt idx="1339">
                  <c:v>2.0133017406210851</c:v>
                </c:pt>
                <c:pt idx="1340">
                  <c:v>2.0116280136700291</c:v>
                </c:pt>
                <c:pt idx="1341">
                  <c:v>2.0091305685589327</c:v>
                </c:pt>
                <c:pt idx="1342">
                  <c:v>2.0077052702138416</c:v>
                </c:pt>
                <c:pt idx="1343">
                  <c:v>2.0071381123491792</c:v>
                </c:pt>
                <c:pt idx="1344">
                  <c:v>2.0064893353992219</c:v>
                </c:pt>
                <c:pt idx="1345">
                  <c:v>2.005990719984176</c:v>
                </c:pt>
                <c:pt idx="1346">
                  <c:v>2.0054546053932882</c:v>
                </c:pt>
                <c:pt idx="1347">
                  <c:v>2.0051618371024813</c:v>
                </c:pt>
                <c:pt idx="1348">
                  <c:v>2.0073311026131293</c:v>
                </c:pt>
                <c:pt idx="1349">
                  <c:v>2.0100346146238546</c:v>
                </c:pt>
                <c:pt idx="1350">
                  <c:v>2.0110955253730687</c:v>
                </c:pt>
                <c:pt idx="1351">
                  <c:v>2.0103381244368257</c:v>
                </c:pt>
                <c:pt idx="1352">
                  <c:v>2.0093778158721785</c:v>
                </c:pt>
                <c:pt idx="1353">
                  <c:v>2.0087485165161207</c:v>
                </c:pt>
                <c:pt idx="1354">
                  <c:v>2.0095047911034922</c:v>
                </c:pt>
                <c:pt idx="1355">
                  <c:v>2.0104805114173314</c:v>
                </c:pt>
                <c:pt idx="1356">
                  <c:v>2.012059405287796</c:v>
                </c:pt>
                <c:pt idx="1357">
                  <c:v>2.0131184479461988</c:v>
                </c:pt>
                <c:pt idx="1358">
                  <c:v>2.0132703127403793</c:v>
                </c:pt>
                <c:pt idx="1359">
                  <c:v>2.0130595756137226</c:v>
                </c:pt>
                <c:pt idx="1360">
                  <c:v>2.0136799191226564</c:v>
                </c:pt>
                <c:pt idx="1361">
                  <c:v>2.0134817916089758</c:v>
                </c:pt>
                <c:pt idx="1362">
                  <c:v>2.01228239489242</c:v>
                </c:pt>
                <c:pt idx="1363">
                  <c:v>2.0099735720094065</c:v>
                </c:pt>
                <c:pt idx="1364">
                  <c:v>2.0089625228016965</c:v>
                </c:pt>
                <c:pt idx="1365">
                  <c:v>2.0112237368409485</c:v>
                </c:pt>
                <c:pt idx="1366">
                  <c:v>2.011434501439529</c:v>
                </c:pt>
                <c:pt idx="1367">
                  <c:v>2.0092936693699039</c:v>
                </c:pt>
                <c:pt idx="1368">
                  <c:v>2.0093910848113228</c:v>
                </c:pt>
                <c:pt idx="1369">
                  <c:v>2.009341168325971</c:v>
                </c:pt>
                <c:pt idx="1370">
                  <c:v>2.0098581075141206</c:v>
                </c:pt>
                <c:pt idx="1371">
                  <c:v>2.0113482670710532</c:v>
                </c:pt>
                <c:pt idx="1372">
                  <c:v>2.0117488901342826</c:v>
                </c:pt>
                <c:pt idx="1373">
                  <c:v>2.0100137634337707</c:v>
                </c:pt>
                <c:pt idx="1374">
                  <c:v>2.0086285740972727</c:v>
                </c:pt>
                <c:pt idx="1375">
                  <c:v>2.0094872090723279</c:v>
                </c:pt>
                <c:pt idx="1376">
                  <c:v>2.0097990978220257</c:v>
                </c:pt>
                <c:pt idx="1377">
                  <c:v>2.0089690336476123</c:v>
                </c:pt>
                <c:pt idx="1378">
                  <c:v>2.009907996527549</c:v>
                </c:pt>
                <c:pt idx="1379">
                  <c:v>2.0107162754664731</c:v>
                </c:pt>
                <c:pt idx="1380">
                  <c:v>2.0125896408870134</c:v>
                </c:pt>
                <c:pt idx="1381">
                  <c:v>2.0138153282345441</c:v>
                </c:pt>
                <c:pt idx="1382">
                  <c:v>2.0125438451902156</c:v>
                </c:pt>
                <c:pt idx="1383">
                  <c:v>2.0117694116612821</c:v>
                </c:pt>
                <c:pt idx="1384">
                  <c:v>2.012123662117316</c:v>
                </c:pt>
                <c:pt idx="1385">
                  <c:v>2.0125597789059579</c:v>
                </c:pt>
                <c:pt idx="1386">
                  <c:v>2.0116601832926748</c:v>
                </c:pt>
                <c:pt idx="1387">
                  <c:v>2.009820278675194</c:v>
                </c:pt>
                <c:pt idx="1388">
                  <c:v>2.0085929704841652</c:v>
                </c:pt>
                <c:pt idx="1389">
                  <c:v>2.0091226017010615</c:v>
                </c:pt>
                <c:pt idx="1390">
                  <c:v>2.0086473099492319</c:v>
                </c:pt>
                <c:pt idx="1391">
                  <c:v>2.0069000681303706</c:v>
                </c:pt>
                <c:pt idx="1392">
                  <c:v>2.006989461770071</c:v>
                </c:pt>
                <c:pt idx="1393">
                  <c:v>2.0091722709391004</c:v>
                </c:pt>
                <c:pt idx="1394">
                  <c:v>2.0101461231621283</c:v>
                </c:pt>
                <c:pt idx="1395">
                  <c:v>2.0090299663743654</c:v>
                </c:pt>
                <c:pt idx="1396">
                  <c:v>2.0072622305004284</c:v>
                </c:pt>
                <c:pt idx="1397">
                  <c:v>2.0083121799520889</c:v>
                </c:pt>
                <c:pt idx="1398">
                  <c:v>2.0113369211665679</c:v>
                </c:pt>
                <c:pt idx="1399">
                  <c:v>2.0119362486538757</c:v>
                </c:pt>
                <c:pt idx="1400">
                  <c:v>2.0115743884749784</c:v>
                </c:pt>
                <c:pt idx="1401">
                  <c:v>2.0106700951627436</c:v>
                </c:pt>
                <c:pt idx="1402">
                  <c:v>2.0107536098107732</c:v>
                </c:pt>
                <c:pt idx="1403">
                  <c:v>2.0107718236961825</c:v>
                </c:pt>
                <c:pt idx="1404">
                  <c:v>2.0098823102788952</c:v>
                </c:pt>
                <c:pt idx="1405">
                  <c:v>2.0096582767411704</c:v>
                </c:pt>
                <c:pt idx="1406">
                  <c:v>2.0104447704446056</c:v>
                </c:pt>
                <c:pt idx="1407">
                  <c:v>2.0112488187072812</c:v>
                </c:pt>
                <c:pt idx="1408">
                  <c:v>2.011868447946199</c:v>
                </c:pt>
                <c:pt idx="1409">
                  <c:v>2.0122559394299024</c:v>
                </c:pt>
                <c:pt idx="1410">
                  <c:v>2.0126367002923011</c:v>
                </c:pt>
                <c:pt idx="1411">
                  <c:v>2.0119183094877036</c:v>
                </c:pt>
                <c:pt idx="1412">
                  <c:v>2.0102129898243994</c:v>
                </c:pt>
                <c:pt idx="1413">
                  <c:v>2.009379656491066</c:v>
                </c:pt>
                <c:pt idx="1414">
                  <c:v>2.0085109942638621</c:v>
                </c:pt>
                <c:pt idx="1415">
                  <c:v>2.0067545768224875</c:v>
                </c:pt>
                <c:pt idx="1416">
                  <c:v>2.0079257873453331</c:v>
                </c:pt>
                <c:pt idx="1417">
                  <c:v>2.01003554866926</c:v>
                </c:pt>
                <c:pt idx="1418">
                  <c:v>2.010562982132261</c:v>
                </c:pt>
                <c:pt idx="1419">
                  <c:v>2.0087135722291816</c:v>
                </c:pt>
                <c:pt idx="1420">
                  <c:v>2.0094998736291512</c:v>
                </c:pt>
                <c:pt idx="1421">
                  <c:v>2.0112826641172723</c:v>
                </c:pt>
                <c:pt idx="1422">
                  <c:v>2.0116360904155952</c:v>
                </c:pt>
                <c:pt idx="1423">
                  <c:v>2.0107403683435527</c:v>
                </c:pt>
                <c:pt idx="1424">
                  <c:v>2.0099385453066967</c:v>
                </c:pt>
                <c:pt idx="1425">
                  <c:v>2.0095854761433816</c:v>
                </c:pt>
                <c:pt idx="1426">
                  <c:v>2.0095684160787677</c:v>
                </c:pt>
                <c:pt idx="1427">
                  <c:v>2.0094163315091977</c:v>
                </c:pt>
                <c:pt idx="1428">
                  <c:v>2.009151639524406</c:v>
                </c:pt>
                <c:pt idx="1429">
                  <c:v>2.0097892079294959</c:v>
                </c:pt>
                <c:pt idx="1430">
                  <c:v>2.0100005769103975</c:v>
                </c:pt>
                <c:pt idx="1431">
                  <c:v>2.0104689457374563</c:v>
                </c:pt>
                <c:pt idx="1432">
                  <c:v>2.0103100481308105</c:v>
                </c:pt>
                <c:pt idx="1433">
                  <c:v>2.0098699204413091</c:v>
                </c:pt>
                <c:pt idx="1434">
                  <c:v>2.0100881848750576</c:v>
                </c:pt>
                <c:pt idx="1435">
                  <c:v>2.0103944418803983</c:v>
                </c:pt>
                <c:pt idx="1436">
                  <c:v>2.0095401474692864</c:v>
                </c:pt>
                <c:pt idx="1437">
                  <c:v>2.0085629711434914</c:v>
                </c:pt>
                <c:pt idx="1438">
                  <c:v>2.008632117975429</c:v>
                </c:pt>
                <c:pt idx="1439">
                  <c:v>2.0096106678974088</c:v>
                </c:pt>
                <c:pt idx="1440">
                  <c:v>2.0096133601459307</c:v>
                </c:pt>
                <c:pt idx="1441">
                  <c:v>2.0083976451067009</c:v>
                </c:pt>
                <c:pt idx="1442">
                  <c:v>2.007663732665216</c:v>
                </c:pt>
                <c:pt idx="1443">
                  <c:v>2.0080904265840309</c:v>
                </c:pt>
                <c:pt idx="1444">
                  <c:v>2.0082734994835278</c:v>
                </c:pt>
                <c:pt idx="1445">
                  <c:v>2.0086654963627173</c:v>
                </c:pt>
                <c:pt idx="1446">
                  <c:v>2.0082674007164676</c:v>
                </c:pt>
                <c:pt idx="1447">
                  <c:v>2.0076984297048415</c:v>
                </c:pt>
                <c:pt idx="1448">
                  <c:v>2.0079637535438781</c:v>
                </c:pt>
                <c:pt idx="1449">
                  <c:v>2.0083181688314542</c:v>
                </c:pt>
                <c:pt idx="1450">
                  <c:v>2.0089754071339092</c:v>
                </c:pt>
                <c:pt idx="1451">
                  <c:v>2.0087931309201994</c:v>
                </c:pt>
                <c:pt idx="1452">
                  <c:v>2.0088956836113492</c:v>
                </c:pt>
                <c:pt idx="1453">
                  <c:v>2.009857530603723</c:v>
                </c:pt>
                <c:pt idx="1454">
                  <c:v>2.0128340585921189</c:v>
                </c:pt>
                <c:pt idx="1455">
                  <c:v>2.0145330597129734</c:v>
                </c:pt>
                <c:pt idx="1456">
                  <c:v>2.01592879826817</c:v>
                </c:pt>
                <c:pt idx="1457">
                  <c:v>2.0143447946198987</c:v>
                </c:pt>
                <c:pt idx="1458">
                  <c:v>2.0105783389376057</c:v>
                </c:pt>
                <c:pt idx="1459">
                  <c:v>2.0097773675303841</c:v>
                </c:pt>
                <c:pt idx="1460">
                  <c:v>2.0104626821388543</c:v>
                </c:pt>
                <c:pt idx="1461">
                  <c:v>2.0116760895364938</c:v>
                </c:pt>
                <c:pt idx="1462">
                  <c:v>2.0109455286696996</c:v>
                </c:pt>
                <c:pt idx="1463">
                  <c:v>2.0100777730159778</c:v>
                </c:pt>
                <c:pt idx="1464">
                  <c:v>2.0092882299290125</c:v>
                </c:pt>
                <c:pt idx="1465">
                  <c:v>2.0085608558053667</c:v>
                </c:pt>
                <c:pt idx="1466">
                  <c:v>2.0083969583086088</c:v>
                </c:pt>
                <c:pt idx="1467">
                  <c:v>2.0093983099272545</c:v>
                </c:pt>
                <c:pt idx="1468">
                  <c:v>2.01035243730907</c:v>
                </c:pt>
                <c:pt idx="1469">
                  <c:v>2.0098993703435091</c:v>
                </c:pt>
                <c:pt idx="1470">
                  <c:v>2.0084241829849891</c:v>
                </c:pt>
                <c:pt idx="1471">
                  <c:v>2.0087820047911036</c:v>
                </c:pt>
                <c:pt idx="1472">
                  <c:v>2.0098026417001824</c:v>
                </c:pt>
                <c:pt idx="1473">
                  <c:v>2.0097756093272676</c:v>
                </c:pt>
                <c:pt idx="1474">
                  <c:v>2.0088410694270458</c:v>
                </c:pt>
                <c:pt idx="1475">
                  <c:v>2.0078433990461746</c:v>
                </c:pt>
                <c:pt idx="1476">
                  <c:v>2.0075262082152041</c:v>
                </c:pt>
                <c:pt idx="1477">
                  <c:v>2.0087186270631414</c:v>
                </c:pt>
                <c:pt idx="1478">
                  <c:v>2.0090357354783412</c:v>
                </c:pt>
                <c:pt idx="1479">
                  <c:v>2.0086040966132614</c:v>
                </c:pt>
                <c:pt idx="1480">
                  <c:v>2.0095078404870224</c:v>
                </c:pt>
                <c:pt idx="1481">
                  <c:v>2.0095377024680778</c:v>
                </c:pt>
                <c:pt idx="1482">
                  <c:v>2.0083156963583217</c:v>
                </c:pt>
                <c:pt idx="1483">
                  <c:v>2.0061755236148655</c:v>
                </c:pt>
                <c:pt idx="1484">
                  <c:v>2.0055941627656537</c:v>
                </c:pt>
                <c:pt idx="1485">
                  <c:v>2.0063247236324475</c:v>
                </c:pt>
                <c:pt idx="1486">
                  <c:v>2.0074283806949298</c:v>
                </c:pt>
                <c:pt idx="1487">
                  <c:v>2.0076881277334566</c:v>
                </c:pt>
                <c:pt idx="1488">
                  <c:v>2.0071635238785959</c:v>
                </c:pt>
                <c:pt idx="1489">
                  <c:v>2.0066981769631438</c:v>
                </c:pt>
                <c:pt idx="1490">
                  <c:v>2.0085684105843828</c:v>
                </c:pt>
                <c:pt idx="1491">
                  <c:v>2.0091575459880002</c:v>
                </c:pt>
                <c:pt idx="1492">
                  <c:v>2.0086592877079625</c:v>
                </c:pt>
                <c:pt idx="1493">
                  <c:v>2.009528856508648</c:v>
                </c:pt>
                <c:pt idx="1494">
                  <c:v>2.0100457682248742</c:v>
                </c:pt>
                <c:pt idx="1495">
                  <c:v>2.0097420935803609</c:v>
                </c:pt>
                <c:pt idx="1496">
                  <c:v>2.0087909331663041</c:v>
                </c:pt>
                <c:pt idx="1497">
                  <c:v>2.007879936704688</c:v>
                </c:pt>
                <c:pt idx="1498">
                  <c:v>2.0086732159732752</c:v>
                </c:pt>
                <c:pt idx="1499">
                  <c:v>2.0091774356607548</c:v>
                </c:pt>
                <c:pt idx="1500">
                  <c:v>2.0085500868112787</c:v>
                </c:pt>
                <c:pt idx="1501">
                  <c:v>2.0077554614184305</c:v>
                </c:pt>
                <c:pt idx="1502">
                  <c:v>2.0063788433221248</c:v>
                </c:pt>
                <c:pt idx="1503">
                  <c:v>2.0060434660776685</c:v>
                </c:pt>
                <c:pt idx="1504">
                  <c:v>2.0059098151688972</c:v>
                </c:pt>
                <c:pt idx="1505">
                  <c:v>2.0060021757763566</c:v>
                </c:pt>
                <c:pt idx="1506">
                  <c:v>2.0072589063976616</c:v>
                </c:pt>
                <c:pt idx="1507">
                  <c:v>2.0086319806158106</c:v>
                </c:pt>
                <c:pt idx="1508">
                  <c:v>2.009473747829718</c:v>
                </c:pt>
                <c:pt idx="1509">
                  <c:v>2.0076259038262894</c:v>
                </c:pt>
                <c:pt idx="1510">
                  <c:v>2.0066080690534274</c:v>
                </c:pt>
                <c:pt idx="1511">
                  <c:v>2.0064059306388868</c:v>
                </c:pt>
                <c:pt idx="1512">
                  <c:v>2.0055771301729632</c:v>
                </c:pt>
                <c:pt idx="1513">
                  <c:v>2.005038872772027</c:v>
                </c:pt>
                <c:pt idx="1514">
                  <c:v>2.0059459132766313</c:v>
                </c:pt>
                <c:pt idx="1515">
                  <c:v>2.0063737610162415</c:v>
                </c:pt>
                <c:pt idx="1516">
                  <c:v>2.0049159908573437</c:v>
                </c:pt>
                <c:pt idx="1517">
                  <c:v>2.0045842124348914</c:v>
                </c:pt>
                <c:pt idx="1518">
                  <c:v>2.0064787037647522</c:v>
                </c:pt>
                <c:pt idx="1519">
                  <c:v>2.0075175820311641</c:v>
                </c:pt>
                <c:pt idx="1520">
                  <c:v>2.0079639458473442</c:v>
                </c:pt>
                <c:pt idx="1521">
                  <c:v>2.0087776642271598</c:v>
                </c:pt>
                <c:pt idx="1522">
                  <c:v>2.0081697654996593</c:v>
                </c:pt>
                <c:pt idx="1523">
                  <c:v>2.007113717280939</c:v>
                </c:pt>
                <c:pt idx="1524">
                  <c:v>2.0070152853783432</c:v>
                </c:pt>
                <c:pt idx="1525">
                  <c:v>2.0078935353069163</c:v>
                </c:pt>
                <c:pt idx="1526">
                  <c:v>2.0095889925496144</c:v>
                </c:pt>
                <c:pt idx="1527">
                  <c:v>2.0100899980220217</c:v>
                </c:pt>
                <c:pt idx="1528">
                  <c:v>2.0114757917408408</c:v>
                </c:pt>
                <c:pt idx="1529">
                  <c:v>2.0128992494670448</c:v>
                </c:pt>
                <c:pt idx="1530">
                  <c:v>2.0116514746928638</c:v>
                </c:pt>
                <c:pt idx="1531">
                  <c:v>2.0101914793081472</c:v>
                </c:pt>
                <c:pt idx="1532">
                  <c:v>2.0105302081272938</c:v>
                </c:pt>
                <c:pt idx="1533">
                  <c:v>2.01147749500011</c:v>
                </c:pt>
                <c:pt idx="1534">
                  <c:v>2.0113023614865608</c:v>
                </c:pt>
                <c:pt idx="1535">
                  <c:v>2.0112797246214367</c:v>
                </c:pt>
                <c:pt idx="1536">
                  <c:v>2.0110917891914464</c:v>
                </c:pt>
                <c:pt idx="1537">
                  <c:v>2.0108803377947737</c:v>
                </c:pt>
                <c:pt idx="1538">
                  <c:v>2.0104670776466453</c:v>
                </c:pt>
                <c:pt idx="1539">
                  <c:v>2.0103552669172107</c:v>
                </c:pt>
                <c:pt idx="1540">
                  <c:v>2.0095128403771345</c:v>
                </c:pt>
                <c:pt idx="1541">
                  <c:v>2.0087515658996504</c:v>
                </c:pt>
                <c:pt idx="1542">
                  <c:v>2.0087475000549437</c:v>
                </c:pt>
                <c:pt idx="1543">
                  <c:v>2.0087331322388517</c:v>
                </c:pt>
                <c:pt idx="1544">
                  <c:v>2.0081699578031253</c:v>
                </c:pt>
                <c:pt idx="1545">
                  <c:v>2.0085832179512537</c:v>
                </c:pt>
                <c:pt idx="1546">
                  <c:v>2.0079925715918332</c:v>
                </c:pt>
                <c:pt idx="1547">
                  <c:v>2.0073475582954221</c:v>
                </c:pt>
                <c:pt idx="1548">
                  <c:v>2.0084647040724382</c:v>
                </c:pt>
                <c:pt idx="1549">
                  <c:v>2.0098186853036197</c:v>
                </c:pt>
                <c:pt idx="1550">
                  <c:v>2.0093462231599304</c:v>
                </c:pt>
                <c:pt idx="1551">
                  <c:v>2.0077733456407549</c:v>
                </c:pt>
                <c:pt idx="1552">
                  <c:v>2.0062982681699304</c:v>
                </c:pt>
                <c:pt idx="1553">
                  <c:v>2.0061099756049319</c:v>
                </c:pt>
                <c:pt idx="1554">
                  <c:v>2.0056319366607327</c:v>
                </c:pt>
                <c:pt idx="1555">
                  <c:v>2.0049326113711787</c:v>
                </c:pt>
                <c:pt idx="1556">
                  <c:v>2.005642760598668</c:v>
                </c:pt>
                <c:pt idx="1557">
                  <c:v>2.0060135216808423</c:v>
                </c:pt>
                <c:pt idx="1558">
                  <c:v>2.0070942671589633</c:v>
                </c:pt>
                <c:pt idx="1559">
                  <c:v>2.0085860200874706</c:v>
                </c:pt>
                <c:pt idx="1560">
                  <c:v>2.0090938385969541</c:v>
                </c:pt>
                <c:pt idx="1561">
                  <c:v>2.0095946792378188</c:v>
                </c:pt>
                <c:pt idx="1562">
                  <c:v>2.0105223786290409</c:v>
                </c:pt>
                <c:pt idx="1563">
                  <c:v>2.0099885167358957</c:v>
                </c:pt>
                <c:pt idx="1564">
                  <c:v>2.0093488055207578</c:v>
                </c:pt>
                <c:pt idx="1565">
                  <c:v>2.0105599602206543</c:v>
                </c:pt>
                <c:pt idx="1566">
                  <c:v>2.01106005911958</c:v>
                </c:pt>
                <c:pt idx="1567">
                  <c:v>2.0082696808861344</c:v>
                </c:pt>
                <c:pt idx="1568">
                  <c:v>2.0057419067712798</c:v>
                </c:pt>
                <c:pt idx="1569">
                  <c:v>2.0054109250346146</c:v>
                </c:pt>
                <c:pt idx="1570">
                  <c:v>2.0069828685083846</c:v>
                </c:pt>
                <c:pt idx="1571">
                  <c:v>2.007805762510714</c:v>
                </c:pt>
                <c:pt idx="1572">
                  <c:v>2.0073580250983496</c:v>
                </c:pt>
                <c:pt idx="1573">
                  <c:v>2.0057780323509373</c:v>
                </c:pt>
                <c:pt idx="1574">
                  <c:v>2.0057305608667941</c:v>
                </c:pt>
                <c:pt idx="1575">
                  <c:v>2.0080697951693369</c:v>
                </c:pt>
                <c:pt idx="1576">
                  <c:v>2.0099746159425069</c:v>
                </c:pt>
                <c:pt idx="1577">
                  <c:v>2.0106552603239489</c:v>
                </c:pt>
                <c:pt idx="1578">
                  <c:v>2.0105085602514232</c:v>
                </c:pt>
                <c:pt idx="1579">
                  <c:v>2.0104161996439638</c:v>
                </c:pt>
                <c:pt idx="1580">
                  <c:v>2.0093685578338936</c:v>
                </c:pt>
                <c:pt idx="1581">
                  <c:v>2.0098640689215621</c:v>
                </c:pt>
                <c:pt idx="1582">
                  <c:v>2.0117580108129491</c:v>
                </c:pt>
                <c:pt idx="1583">
                  <c:v>2.0123189600228568</c:v>
                </c:pt>
                <c:pt idx="1584">
                  <c:v>2.011981742159513</c:v>
                </c:pt>
                <c:pt idx="1585">
                  <c:v>2.0115241972703894</c:v>
                </c:pt>
                <c:pt idx="1586">
                  <c:v>2.0091575734599241</c:v>
                </c:pt>
                <c:pt idx="1587">
                  <c:v>2.0085293180369663</c:v>
                </c:pt>
                <c:pt idx="1588">
                  <c:v>2.008887606865783</c:v>
                </c:pt>
                <c:pt idx="1589">
                  <c:v>2.0084510230544383</c:v>
                </c:pt>
                <c:pt idx="1590">
                  <c:v>2.0070989923298388</c:v>
                </c:pt>
                <c:pt idx="1591">
                  <c:v>2.0070628942221052</c:v>
                </c:pt>
                <c:pt idx="1592">
                  <c:v>2.0094576492824334</c:v>
                </c:pt>
                <c:pt idx="1593">
                  <c:v>2.0100362629392761</c:v>
                </c:pt>
                <c:pt idx="1594">
                  <c:v>2.0082946803366961</c:v>
                </c:pt>
                <c:pt idx="1595">
                  <c:v>2.0085008845959429</c:v>
                </c:pt>
                <c:pt idx="1596">
                  <c:v>2.0101808751456014</c:v>
                </c:pt>
                <c:pt idx="1597">
                  <c:v>2.0097242368299599</c:v>
                </c:pt>
                <c:pt idx="1598">
                  <c:v>2.009746296784686</c:v>
                </c:pt>
                <c:pt idx="1599">
                  <c:v>2.0101349146172613</c:v>
                </c:pt>
                <c:pt idx="1600">
                  <c:v>2.0100787070613833</c:v>
                </c:pt>
                <c:pt idx="1601">
                  <c:v>2.0107430056482274</c:v>
                </c:pt>
                <c:pt idx="1602">
                  <c:v>2.0105045218786399</c:v>
                </c:pt>
                <c:pt idx="1603">
                  <c:v>2.0117891365024945</c:v>
                </c:pt>
                <c:pt idx="1604">
                  <c:v>2.0143049053866946</c:v>
                </c:pt>
                <c:pt idx="1605">
                  <c:v>2.0158427836750841</c:v>
                </c:pt>
                <c:pt idx="1606">
                  <c:v>2.0149369244631985</c:v>
                </c:pt>
                <c:pt idx="1607">
                  <c:v>2.0126559855827346</c:v>
                </c:pt>
                <c:pt idx="1608">
                  <c:v>2.0094539680446584</c:v>
                </c:pt>
                <c:pt idx="1609">
                  <c:v>2.0071175908221797</c:v>
                </c:pt>
                <c:pt idx="1610">
                  <c:v>2.0058849256060305</c:v>
                </c:pt>
                <c:pt idx="1611">
                  <c:v>2.0067877354343859</c:v>
                </c:pt>
                <c:pt idx="1612">
                  <c:v>2.0070766851277995</c:v>
                </c:pt>
                <c:pt idx="1613">
                  <c:v>2.0066344695720972</c:v>
                </c:pt>
                <c:pt idx="1614">
                  <c:v>2.0076343651787871</c:v>
                </c:pt>
                <c:pt idx="1615">
                  <c:v>2.0086776114810663</c:v>
                </c:pt>
                <c:pt idx="1616">
                  <c:v>2.0089707918507287</c:v>
                </c:pt>
                <c:pt idx="1617">
                  <c:v>2.0097889606821826</c:v>
                </c:pt>
                <c:pt idx="1618">
                  <c:v>2.0095822619283092</c:v>
                </c:pt>
                <c:pt idx="1619">
                  <c:v>2.0088449154963626</c:v>
                </c:pt>
                <c:pt idx="1620">
                  <c:v>2.0104846871497331</c:v>
                </c:pt>
                <c:pt idx="1621">
                  <c:v>2.0119453693325422</c:v>
                </c:pt>
                <c:pt idx="1622">
                  <c:v>2.0117392474890661</c:v>
                </c:pt>
                <c:pt idx="1623">
                  <c:v>2.0102829882859719</c:v>
                </c:pt>
                <c:pt idx="1624">
                  <c:v>2.0093038614535943</c:v>
                </c:pt>
                <c:pt idx="1625">
                  <c:v>2.0094740225489551</c:v>
                </c:pt>
                <c:pt idx="1626">
                  <c:v>2.0093537779389465</c:v>
                </c:pt>
                <c:pt idx="1627">
                  <c:v>2.0097218467725986</c:v>
                </c:pt>
                <c:pt idx="1628">
                  <c:v>2.0110051427441156</c:v>
                </c:pt>
                <c:pt idx="1629">
                  <c:v>2.0114283752005448</c:v>
                </c:pt>
                <c:pt idx="1630">
                  <c:v>2.0112098635194831</c:v>
                </c:pt>
                <c:pt idx="1631">
                  <c:v>2.0105361420628118</c:v>
                </c:pt>
                <c:pt idx="1632">
                  <c:v>2.0104009527263136</c:v>
                </c:pt>
                <c:pt idx="1633">
                  <c:v>2.0117252093360585</c:v>
                </c:pt>
                <c:pt idx="1634">
                  <c:v>2.0131394914397487</c:v>
                </c:pt>
                <c:pt idx="1635">
                  <c:v>2.0151195303399927</c:v>
                </c:pt>
                <c:pt idx="1636">
                  <c:v>2.0157436649743961</c:v>
                </c:pt>
                <c:pt idx="1637">
                  <c:v>2.0153545251752707</c:v>
                </c:pt>
                <c:pt idx="1638">
                  <c:v>2.0158820685259666</c:v>
                </c:pt>
                <c:pt idx="1639">
                  <c:v>2.0170786356343817</c:v>
                </c:pt>
                <c:pt idx="1640">
                  <c:v>2.0170798993428716</c:v>
                </c:pt>
                <c:pt idx="1641">
                  <c:v>2.0155500153842771</c:v>
                </c:pt>
                <c:pt idx="1642">
                  <c:v>2.0149729676270853</c:v>
                </c:pt>
                <c:pt idx="1643">
                  <c:v>2.0154218039163974</c:v>
                </c:pt>
                <c:pt idx="1644">
                  <c:v>2.0158620414935937</c:v>
                </c:pt>
                <c:pt idx="1645">
                  <c:v>2.0157466044702312</c:v>
                </c:pt>
                <c:pt idx="1646">
                  <c:v>2.0163951067009518</c:v>
                </c:pt>
                <c:pt idx="1647">
                  <c:v>2.0181655897672579</c:v>
                </c:pt>
                <c:pt idx="1648">
                  <c:v>2.0180088074987363</c:v>
                </c:pt>
                <c:pt idx="1649">
                  <c:v>2.0191258983319047</c:v>
                </c:pt>
                <c:pt idx="1650">
                  <c:v>2.0200154666930397</c:v>
                </c:pt>
                <c:pt idx="1651">
                  <c:v>2.0192622964330456</c:v>
                </c:pt>
                <c:pt idx="1652">
                  <c:v>2.0188755192193577</c:v>
                </c:pt>
                <c:pt idx="1653">
                  <c:v>2.0186245631964135</c:v>
                </c:pt>
                <c:pt idx="1654">
                  <c:v>2.0169128151029647</c:v>
                </c:pt>
                <c:pt idx="1655">
                  <c:v>2.0164225786246455</c:v>
                </c:pt>
                <c:pt idx="1656">
                  <c:v>2.0157998725302742</c:v>
                </c:pt>
                <c:pt idx="1657">
                  <c:v>2.0155816630403729</c:v>
                </c:pt>
                <c:pt idx="1658">
                  <c:v>2.014776543372673</c:v>
                </c:pt>
                <c:pt idx="1659">
                  <c:v>2.0137701643919912</c:v>
                </c:pt>
                <c:pt idx="1660">
                  <c:v>2.0126637601371398</c:v>
                </c:pt>
                <c:pt idx="1661">
                  <c:v>2.0125904101008767</c:v>
                </c:pt>
                <c:pt idx="1662">
                  <c:v>2.0134631107008638</c:v>
                </c:pt>
                <c:pt idx="1663">
                  <c:v>2.0165079064196392</c:v>
                </c:pt>
                <c:pt idx="1664">
                  <c:v>2.0184666271070966</c:v>
                </c:pt>
                <c:pt idx="1665">
                  <c:v>2.0201804905386695</c:v>
                </c:pt>
                <c:pt idx="1666">
                  <c:v>2.0218458110810751</c:v>
                </c:pt>
                <c:pt idx="1667">
                  <c:v>2.0243078174106062</c:v>
                </c:pt>
                <c:pt idx="1668">
                  <c:v>2.0225357959165731</c:v>
                </c:pt>
                <c:pt idx="1669">
                  <c:v>2.0202184292652907</c:v>
                </c:pt>
                <c:pt idx="1670">
                  <c:v>2.0188852442803453</c:v>
                </c:pt>
                <c:pt idx="1671">
                  <c:v>2.0188543933100371</c:v>
                </c:pt>
                <c:pt idx="1672">
                  <c:v>2.019754455946023</c:v>
                </c:pt>
                <c:pt idx="1673">
                  <c:v>2.0209514076613702</c:v>
                </c:pt>
                <c:pt idx="1674">
                  <c:v>2.022532306982264</c:v>
                </c:pt>
                <c:pt idx="1675">
                  <c:v>2.0240063679919125</c:v>
                </c:pt>
                <c:pt idx="1676">
                  <c:v>2.0249990934265183</c:v>
                </c:pt>
                <c:pt idx="1677">
                  <c:v>2.0264370288565088</c:v>
                </c:pt>
                <c:pt idx="1678">
                  <c:v>2.0273711017340279</c:v>
                </c:pt>
                <c:pt idx="1679">
                  <c:v>2.0286911276675239</c:v>
                </c:pt>
                <c:pt idx="1680">
                  <c:v>2.0305182853124109</c:v>
                </c:pt>
                <c:pt idx="1681">
                  <c:v>2.0339052987846422</c:v>
                </c:pt>
                <c:pt idx="1682">
                  <c:v>2.0365173292894663</c:v>
                </c:pt>
                <c:pt idx="1683">
                  <c:v>2.0378629041119973</c:v>
                </c:pt>
                <c:pt idx="1684">
                  <c:v>2.0382178413661238</c:v>
                </c:pt>
                <c:pt idx="1685">
                  <c:v>2.0396128656513044</c:v>
                </c:pt>
                <c:pt idx="1686">
                  <c:v>2.0415268345750643</c:v>
                </c:pt>
                <c:pt idx="1687">
                  <c:v>2.0474066504032877</c:v>
                </c:pt>
                <c:pt idx="1688">
                  <c:v>2.0543584206940508</c:v>
                </c:pt>
                <c:pt idx="1689">
                  <c:v>2.0594011670073185</c:v>
                </c:pt>
                <c:pt idx="1690">
                  <c:v>2.0620381969627042</c:v>
                </c:pt>
                <c:pt idx="1691">
                  <c:v>2.0657944330893825</c:v>
                </c:pt>
                <c:pt idx="1692">
                  <c:v>2.070693226522494</c:v>
                </c:pt>
                <c:pt idx="1693">
                  <c:v>2.0789218918265533</c:v>
                </c:pt>
                <c:pt idx="1694">
                  <c:v>2.0899315399661544</c:v>
                </c:pt>
                <c:pt idx="1695">
                  <c:v>2.1050051097778071</c:v>
                </c:pt>
                <c:pt idx="1696">
                  <c:v>2.1233522340168349</c:v>
                </c:pt>
                <c:pt idx="1697">
                  <c:v>2.149423913760137</c:v>
                </c:pt>
                <c:pt idx="1698">
                  <c:v>2.1850929100459329</c:v>
                </c:pt>
                <c:pt idx="1699">
                  <c:v>2.2369244631986112</c:v>
                </c:pt>
                <c:pt idx="1700">
                  <c:v>2.3009714072218195</c:v>
                </c:pt>
                <c:pt idx="1701">
                  <c:v>2.367214456825125</c:v>
                </c:pt>
                <c:pt idx="1702">
                  <c:v>2.4049004417485329</c:v>
                </c:pt>
                <c:pt idx="1703">
                  <c:v>2.391186457440496</c:v>
                </c:pt>
                <c:pt idx="1704">
                  <c:v>2.3461160194281443</c:v>
                </c:pt>
                <c:pt idx="1705">
                  <c:v>2.2995236368431464</c:v>
                </c:pt>
                <c:pt idx="1706">
                  <c:v>2.2580160326146679</c:v>
                </c:pt>
                <c:pt idx="1707">
                  <c:v>2.2296759961319532</c:v>
                </c:pt>
                <c:pt idx="1708">
                  <c:v>2.2134450341750731</c:v>
                </c:pt>
                <c:pt idx="1709">
                  <c:v>2.2098876947759392</c:v>
                </c:pt>
                <c:pt idx="1710">
                  <c:v>2.2185814597481373</c:v>
                </c:pt>
                <c:pt idx="1711">
                  <c:v>2.242761697545109</c:v>
                </c:pt>
                <c:pt idx="1712">
                  <c:v>2.2794608909694292</c:v>
                </c:pt>
                <c:pt idx="1713">
                  <c:v>2.3303224104964726</c:v>
                </c:pt>
                <c:pt idx="1714">
                  <c:v>2.3924501659304189</c:v>
                </c:pt>
                <c:pt idx="1715">
                  <c:v>2.4696462715105163</c:v>
                </c:pt>
                <c:pt idx="1716">
                  <c:v>2.5642678182897081</c:v>
                </c:pt>
                <c:pt idx="1717">
                  <c:v>2.6871332498186855</c:v>
                </c:pt>
                <c:pt idx="1718">
                  <c:v>2.8366629304850441</c:v>
                </c:pt>
                <c:pt idx="1719">
                  <c:v>3.0158485527790599</c:v>
                </c:pt>
                <c:pt idx="1720">
                  <c:v>3.2268274323641242</c:v>
                </c:pt>
                <c:pt idx="1721">
                  <c:v>3.4915001868090814</c:v>
                </c:pt>
                <c:pt idx="1722">
                  <c:v>3.8446682490494717</c:v>
                </c:pt>
                <c:pt idx="1723">
                  <c:v>4.3684424518142464</c:v>
                </c:pt>
                <c:pt idx="1724">
                  <c:v>5.1652051603261473</c:v>
                </c:pt>
                <c:pt idx="1725">
                  <c:v>6.3652886749741766</c:v>
                </c:pt>
                <c:pt idx="1726">
                  <c:v>8.1022285224500568</c:v>
                </c:pt>
                <c:pt idx="1727">
                  <c:v>10.440281532274016</c:v>
                </c:pt>
                <c:pt idx="1728">
                  <c:v>13.02407089954067</c:v>
                </c:pt>
                <c:pt idx="1729">
                  <c:v>14.78796070416035</c:v>
                </c:pt>
                <c:pt idx="1730">
                  <c:v>14.44022109404189</c:v>
                </c:pt>
                <c:pt idx="1731">
                  <c:v>12.478341135359662</c:v>
                </c:pt>
                <c:pt idx="1732">
                  <c:v>10.237923342344125</c:v>
                </c:pt>
                <c:pt idx="1733">
                  <c:v>8.2065668886398093</c:v>
                </c:pt>
                <c:pt idx="1734">
                  <c:v>6.5798718709478914</c:v>
                </c:pt>
                <c:pt idx="1735">
                  <c:v>5.3759148150590095</c:v>
                </c:pt>
                <c:pt idx="1736">
                  <c:v>4.5362217313905191</c:v>
                </c:pt>
                <c:pt idx="1737">
                  <c:v>3.9552372475330211</c:v>
                </c:pt>
                <c:pt idx="1738">
                  <c:v>3.5483725632403686</c:v>
                </c:pt>
                <c:pt idx="1739">
                  <c:v>3.248662117316103</c:v>
                </c:pt>
                <c:pt idx="1740">
                  <c:v>3.0261725017032592</c:v>
                </c:pt>
                <c:pt idx="1741">
                  <c:v>2.852448297839608</c:v>
                </c:pt>
                <c:pt idx="1742">
                  <c:v>2.7203962550273619</c:v>
                </c:pt>
                <c:pt idx="1743">
                  <c:v>2.6177281817982023</c:v>
                </c:pt>
                <c:pt idx="1744">
                  <c:v>2.5430155381200414</c:v>
                </c:pt>
                <c:pt idx="1745">
                  <c:v>2.4887310169007275</c:v>
                </c:pt>
                <c:pt idx="1746">
                  <c:v>2.4525642293575967</c:v>
                </c:pt>
                <c:pt idx="1747">
                  <c:v>2.4236280521307223</c:v>
                </c:pt>
                <c:pt idx="1748">
                  <c:v>2.4009005296586889</c:v>
                </c:pt>
                <c:pt idx="1749">
                  <c:v>2.3798213226082945</c:v>
                </c:pt>
                <c:pt idx="1750">
                  <c:v>2.3669754510889871</c:v>
                </c:pt>
                <c:pt idx="1751">
                  <c:v>2.3634425617019406</c:v>
                </c:pt>
                <c:pt idx="1752">
                  <c:v>2.3745851739522208</c:v>
                </c:pt>
                <c:pt idx="1753">
                  <c:v>2.3982192699061562</c:v>
                </c:pt>
                <c:pt idx="1754">
                  <c:v>2.4375590646359422</c:v>
                </c:pt>
                <c:pt idx="1755">
                  <c:v>2.4800498890134284</c:v>
                </c:pt>
                <c:pt idx="1756">
                  <c:v>2.4979478473000594</c:v>
                </c:pt>
                <c:pt idx="1757">
                  <c:v>2.4638744203424103</c:v>
                </c:pt>
                <c:pt idx="1758">
                  <c:v>2.4007384453088942</c:v>
                </c:pt>
                <c:pt idx="1759">
                  <c:v>2.335599767038087</c:v>
                </c:pt>
                <c:pt idx="1760">
                  <c:v>2.2790323289598029</c:v>
                </c:pt>
                <c:pt idx="1761">
                  <c:v>2.2323091800180217</c:v>
                </c:pt>
                <c:pt idx="1762">
                  <c:v>2.1964649128590579</c:v>
                </c:pt>
                <c:pt idx="1763">
                  <c:v>2.1710237137645327</c:v>
                </c:pt>
                <c:pt idx="1764">
                  <c:v>2.1533268499593414</c:v>
                </c:pt>
                <c:pt idx="1765">
                  <c:v>2.1394917144678138</c:v>
                </c:pt>
                <c:pt idx="1766">
                  <c:v>2.1292735324498362</c:v>
                </c:pt>
                <c:pt idx="1767">
                  <c:v>2.1201242829827915</c:v>
                </c:pt>
                <c:pt idx="1768">
                  <c:v>2.1125277466429311</c:v>
                </c:pt>
                <c:pt idx="1769">
                  <c:v>2.1020205599876927</c:v>
                </c:pt>
                <c:pt idx="1770">
                  <c:v>2.0949729126832377</c:v>
                </c:pt>
                <c:pt idx="1771">
                  <c:v>2.0911073383002572</c:v>
                </c:pt>
                <c:pt idx="1772">
                  <c:v>2.0873788488165097</c:v>
                </c:pt>
                <c:pt idx="1773">
                  <c:v>2.082083910243731</c:v>
                </c:pt>
                <c:pt idx="1774">
                  <c:v>2.0806152612030506</c:v>
                </c:pt>
                <c:pt idx="1775">
                  <c:v>2.0791405683391573</c:v>
                </c:pt>
                <c:pt idx="1776">
                  <c:v>2.0771178105975694</c:v>
                </c:pt>
                <c:pt idx="1777">
                  <c:v>2.0743057844882529</c:v>
                </c:pt>
                <c:pt idx="1778">
                  <c:v>2.0712341487000288</c:v>
                </c:pt>
                <c:pt idx="1779">
                  <c:v>2.069186940946353</c:v>
                </c:pt>
                <c:pt idx="1780">
                  <c:v>2.067331487220061</c:v>
                </c:pt>
                <c:pt idx="1781">
                  <c:v>2.064691435353069</c:v>
                </c:pt>
                <c:pt idx="1782">
                  <c:v>2.0638450253840577</c:v>
                </c:pt>
                <c:pt idx="1783">
                  <c:v>2.0617371046790178</c:v>
                </c:pt>
                <c:pt idx="1784">
                  <c:v>2.0610373947825322</c:v>
                </c:pt>
                <c:pt idx="1785">
                  <c:v>2.0604275180765259</c:v>
                </c:pt>
                <c:pt idx="1786">
                  <c:v>2.0587956858091032</c:v>
                </c:pt>
                <c:pt idx="1787">
                  <c:v>2.0569405068020483</c:v>
                </c:pt>
                <c:pt idx="1788">
                  <c:v>2.0554792751807653</c:v>
                </c:pt>
                <c:pt idx="1789">
                  <c:v>2.0532392145227578</c:v>
                </c:pt>
                <c:pt idx="1790">
                  <c:v>2.0512032702577967</c:v>
                </c:pt>
                <c:pt idx="1791">
                  <c:v>2.0490357354783413</c:v>
                </c:pt>
                <c:pt idx="1792">
                  <c:v>2.0467374343421025</c:v>
                </c:pt>
                <c:pt idx="1793">
                  <c:v>2.0454075185160767</c:v>
                </c:pt>
                <c:pt idx="1794">
                  <c:v>2.0475198347289072</c:v>
                </c:pt>
                <c:pt idx="1795">
                  <c:v>2.0490934265180987</c:v>
                </c:pt>
                <c:pt idx="1796">
                  <c:v>2.0497783015757896</c:v>
                </c:pt>
                <c:pt idx="1797">
                  <c:v>2.0485294279246609</c:v>
                </c:pt>
                <c:pt idx="1798">
                  <c:v>2.0465693061690953</c:v>
                </c:pt>
                <c:pt idx="1799">
                  <c:v>2.0449333531131182</c:v>
                </c:pt>
                <c:pt idx="1800">
                  <c:v>2.0431828421353377</c:v>
                </c:pt>
                <c:pt idx="1801">
                  <c:v>2.0400057141601282</c:v>
                </c:pt>
                <c:pt idx="1802">
                  <c:v>2.038549976923584</c:v>
                </c:pt>
                <c:pt idx="1803">
                  <c:v>2.0384513527175225</c:v>
                </c:pt>
                <c:pt idx="1804">
                  <c:v>2.0405675149996703</c:v>
                </c:pt>
                <c:pt idx="1805">
                  <c:v>2.0410279444407817</c:v>
                </c:pt>
                <c:pt idx="1806">
                  <c:v>2.040678501571394</c:v>
                </c:pt>
                <c:pt idx="1807">
                  <c:v>2.0380637238742008</c:v>
                </c:pt>
                <c:pt idx="1808">
                  <c:v>2.034344025406035</c:v>
                </c:pt>
                <c:pt idx="1809">
                  <c:v>2.0311185468451245</c:v>
                </c:pt>
                <c:pt idx="1810">
                  <c:v>2.0310795367134786</c:v>
                </c:pt>
                <c:pt idx="1811">
                  <c:v>2.0314740335377244</c:v>
                </c:pt>
                <c:pt idx="1812">
                  <c:v>2.0309188259598692</c:v>
                </c:pt>
                <c:pt idx="1813">
                  <c:v>2.0294040240873827</c:v>
                </c:pt>
                <c:pt idx="1814">
                  <c:v>2.0301647216544692</c:v>
                </c:pt>
                <c:pt idx="1815">
                  <c:v>2.0298281905892179</c:v>
                </c:pt>
                <c:pt idx="1816">
                  <c:v>2.0286001956000965</c:v>
                </c:pt>
                <c:pt idx="1817">
                  <c:v>2.0292760049229686</c:v>
                </c:pt>
                <c:pt idx="1818">
                  <c:v>2.0295084173974201</c:v>
                </c:pt>
                <c:pt idx="1819">
                  <c:v>2.0285559658029495</c:v>
                </c:pt>
                <c:pt idx="1820">
                  <c:v>2.0276032394892418</c:v>
                </c:pt>
                <c:pt idx="1821">
                  <c:v>2.0259393749587922</c:v>
                </c:pt>
                <c:pt idx="1822">
                  <c:v>2.0259476714797477</c:v>
                </c:pt>
                <c:pt idx="1823">
                  <c:v>2.0260413507395443</c:v>
                </c:pt>
                <c:pt idx="1824">
                  <c:v>2.0268751785675039</c:v>
                </c:pt>
                <c:pt idx="1825">
                  <c:v>2.0273898375859871</c:v>
                </c:pt>
                <c:pt idx="1826">
                  <c:v>2.027812850267027</c:v>
                </c:pt>
                <c:pt idx="1827">
                  <c:v>2.0260922562141492</c:v>
                </c:pt>
                <c:pt idx="1828">
                  <c:v>2.0242755653721898</c:v>
                </c:pt>
                <c:pt idx="1829">
                  <c:v>2.0242135612404124</c:v>
                </c:pt>
                <c:pt idx="1830">
                  <c:v>2.0254838629920222</c:v>
                </c:pt>
                <c:pt idx="1831">
                  <c:v>2.0259258862442584</c:v>
                </c:pt>
                <c:pt idx="1832">
                  <c:v>2.0253233720138017</c:v>
                </c:pt>
                <c:pt idx="1833">
                  <c:v>2.0245174281883913</c:v>
                </c:pt>
                <c:pt idx="1834">
                  <c:v>2.0257312751368102</c:v>
                </c:pt>
                <c:pt idx="1835">
                  <c:v>2.0271017944660557</c:v>
                </c:pt>
                <c:pt idx="1836">
                  <c:v>2.0276933473989582</c:v>
                </c:pt>
                <c:pt idx="1837">
                  <c:v>2.027973011582163</c:v>
                </c:pt>
                <c:pt idx="1838">
                  <c:v>2.0270581690512297</c:v>
                </c:pt>
                <c:pt idx="1839">
                  <c:v>2.0264554350453836</c:v>
                </c:pt>
                <c:pt idx="1840">
                  <c:v>2.0274616766664471</c:v>
                </c:pt>
                <c:pt idx="1841">
                  <c:v>2.0280051537328849</c:v>
                </c:pt>
                <c:pt idx="1842">
                  <c:v>2.0278337289290347</c:v>
                </c:pt>
                <c:pt idx="1843">
                  <c:v>2.0272529999340674</c:v>
                </c:pt>
                <c:pt idx="1844">
                  <c:v>2.0250903002131819</c:v>
                </c:pt>
                <c:pt idx="1845">
                  <c:v>2.0227786477220282</c:v>
                </c:pt>
                <c:pt idx="1846">
                  <c:v>2.0228849640667237</c:v>
                </c:pt>
                <c:pt idx="1847">
                  <c:v>2.0233775906024043</c:v>
                </c:pt>
                <c:pt idx="1848">
                  <c:v>2.0230874046724248</c:v>
                </c:pt>
                <c:pt idx="1849">
                  <c:v>2.0233810795367133</c:v>
                </c:pt>
                <c:pt idx="1850">
                  <c:v>2.0236518153447176</c:v>
                </c:pt>
                <c:pt idx="1851">
                  <c:v>2.0228866123821456</c:v>
                </c:pt>
                <c:pt idx="1852">
                  <c:v>2.0230479275180766</c:v>
                </c:pt>
                <c:pt idx="1853">
                  <c:v>2.0217799883519043</c:v>
                </c:pt>
                <c:pt idx="1854">
                  <c:v>2.0209198973648932</c:v>
                </c:pt>
                <c:pt idx="1855">
                  <c:v>2.0190139502428517</c:v>
                </c:pt>
                <c:pt idx="1856">
                  <c:v>2.0175505208676734</c:v>
                </c:pt>
                <c:pt idx="1857">
                  <c:v>2.0179320509439354</c:v>
                </c:pt>
                <c:pt idx="1858">
                  <c:v>2.0188967550163732</c:v>
                </c:pt>
                <c:pt idx="1859">
                  <c:v>2.0189804070240216</c:v>
                </c:pt>
                <c:pt idx="1860">
                  <c:v>2.0194611656886661</c:v>
                </c:pt>
                <c:pt idx="1861">
                  <c:v>2.0200696138546403</c:v>
                </c:pt>
                <c:pt idx="1862">
                  <c:v>2.020263922770928</c:v>
                </c:pt>
                <c:pt idx="1863">
                  <c:v>2.0211103052680159</c:v>
                </c:pt>
                <c:pt idx="1864">
                  <c:v>2.0224696984681656</c:v>
                </c:pt>
                <c:pt idx="1865">
                  <c:v>2.0220932781697107</c:v>
                </c:pt>
                <c:pt idx="1866">
                  <c:v>2.021048108832773</c:v>
                </c:pt>
                <c:pt idx="1867">
                  <c:v>2.0209942638623328</c:v>
                </c:pt>
                <c:pt idx="1868">
                  <c:v>2.021777488406848</c:v>
                </c:pt>
                <c:pt idx="1869">
                  <c:v>2.0225230214720558</c:v>
                </c:pt>
                <c:pt idx="1870">
                  <c:v>2.0227435386035473</c:v>
                </c:pt>
                <c:pt idx="1871">
                  <c:v>2.0221389365068898</c:v>
                </c:pt>
                <c:pt idx="1872">
                  <c:v>2.0204789180457574</c:v>
                </c:pt>
                <c:pt idx="1873">
                  <c:v>2.0190126865343618</c:v>
                </c:pt>
                <c:pt idx="1874">
                  <c:v>2.0180326256565788</c:v>
                </c:pt>
                <c:pt idx="1875">
                  <c:v>2.0161248928594975</c:v>
                </c:pt>
                <c:pt idx="1876">
                  <c:v>2.0150956022944553</c:v>
                </c:pt>
                <c:pt idx="1877">
                  <c:v>2.0163862882134458</c:v>
                </c:pt>
                <c:pt idx="1878">
                  <c:v>2.0172375057691041</c:v>
                </c:pt>
                <c:pt idx="1879">
                  <c:v>2.0182642963890904</c:v>
                </c:pt>
                <c:pt idx="1880">
                  <c:v>2.0177301597767081</c:v>
                </c:pt>
                <c:pt idx="1881">
                  <c:v>2.0171247884661874</c:v>
                </c:pt>
                <c:pt idx="1882">
                  <c:v>2.0184881650952726</c:v>
                </c:pt>
                <c:pt idx="1883">
                  <c:v>2.0183334706929519</c:v>
                </c:pt>
                <c:pt idx="1884">
                  <c:v>2.0188808487725542</c:v>
                </c:pt>
                <c:pt idx="1885">
                  <c:v>2.019012851365904</c:v>
                </c:pt>
                <c:pt idx="1886">
                  <c:v>2.0188443111140413</c:v>
                </c:pt>
                <c:pt idx="1887">
                  <c:v>2.0191932320168786</c:v>
                </c:pt>
                <c:pt idx="1888">
                  <c:v>2.0214818080921297</c:v>
                </c:pt>
                <c:pt idx="1889">
                  <c:v>2.0228729588360697</c:v>
                </c:pt>
                <c:pt idx="1890">
                  <c:v>2.0219241884793742</c:v>
                </c:pt>
                <c:pt idx="1891">
                  <c:v>2.019285400320872</c:v>
                </c:pt>
                <c:pt idx="1892">
                  <c:v>2.0180757565767786</c:v>
                </c:pt>
                <c:pt idx="1893">
                  <c:v>2.0188056855893275</c:v>
                </c:pt>
                <c:pt idx="1894">
                  <c:v>2.0201921111623919</c:v>
                </c:pt>
                <c:pt idx="1895">
                  <c:v>2.0200695039669458</c:v>
                </c:pt>
                <c:pt idx="1896">
                  <c:v>2.0193461682160834</c:v>
                </c:pt>
                <c:pt idx="1897">
                  <c:v>2.0168555910859101</c:v>
                </c:pt>
                <c:pt idx="1898">
                  <c:v>2.0151558482231158</c:v>
                </c:pt>
                <c:pt idx="1899">
                  <c:v>2.0151703259269027</c:v>
                </c:pt>
                <c:pt idx="1900">
                  <c:v>2.0146031405903169</c:v>
                </c:pt>
                <c:pt idx="1901">
                  <c:v>2.0161275301641721</c:v>
                </c:pt>
                <c:pt idx="1902">
                  <c:v>2.0175751082393791</c:v>
                </c:pt>
                <c:pt idx="1903">
                  <c:v>2.0185713775521417</c:v>
                </c:pt>
                <c:pt idx="1904">
                  <c:v>2.0203367508406407</c:v>
                </c:pt>
                <c:pt idx="1905">
                  <c:v>2.0202310114063429</c:v>
                </c:pt>
                <c:pt idx="1906">
                  <c:v>2.0192224071998419</c:v>
                </c:pt>
                <c:pt idx="1907">
                  <c:v>2.0184122052262587</c:v>
                </c:pt>
                <c:pt idx="1908">
                  <c:v>2.0184409683303666</c:v>
                </c:pt>
                <c:pt idx="1909">
                  <c:v>2.0180625425814815</c:v>
                </c:pt>
                <c:pt idx="1910">
                  <c:v>2.0175167853453768</c:v>
                </c:pt>
                <c:pt idx="1911">
                  <c:v>2.0174117876530184</c:v>
                </c:pt>
                <c:pt idx="1912">
                  <c:v>2.0176930452077975</c:v>
                </c:pt>
                <c:pt idx="1913">
                  <c:v>2.0195877563130482</c:v>
                </c:pt>
                <c:pt idx="1914">
                  <c:v>2.0211225852179071</c:v>
                </c:pt>
                <c:pt idx="1915">
                  <c:v>2.0228265862288741</c:v>
                </c:pt>
                <c:pt idx="1916">
                  <c:v>2.0237642304564734</c:v>
                </c:pt>
                <c:pt idx="1917">
                  <c:v>2.0246464638139821</c:v>
                </c:pt>
                <c:pt idx="1918">
                  <c:v>2.02387389837586</c:v>
                </c:pt>
                <c:pt idx="1919">
                  <c:v>2.0222164897474779</c:v>
                </c:pt>
                <c:pt idx="1920">
                  <c:v>2.0218587228852112</c:v>
                </c:pt>
                <c:pt idx="1921">
                  <c:v>2.0216113931561943</c:v>
                </c:pt>
                <c:pt idx="1922">
                  <c:v>2.0214701050526362</c:v>
                </c:pt>
                <c:pt idx="1923">
                  <c:v>2.0209380013626075</c:v>
                </c:pt>
                <c:pt idx="1924">
                  <c:v>2.0203805410870093</c:v>
                </c:pt>
                <c:pt idx="1925">
                  <c:v>2.0172843453990024</c:v>
                </c:pt>
                <c:pt idx="1926">
                  <c:v>2.0136272005010878</c:v>
                </c:pt>
                <c:pt idx="1927">
                  <c:v>2.0116461451396672</c:v>
                </c:pt>
                <c:pt idx="1928">
                  <c:v>2.0116115305158129</c:v>
                </c:pt>
                <c:pt idx="1929">
                  <c:v>2.0122235225599439</c:v>
                </c:pt>
                <c:pt idx="1930">
                  <c:v>2.0136865123843433</c:v>
                </c:pt>
                <c:pt idx="1931">
                  <c:v>2.0148895903386741</c:v>
                </c:pt>
                <c:pt idx="1932">
                  <c:v>2.0148341794685831</c:v>
                </c:pt>
                <c:pt idx="1933">
                  <c:v>2.0154712533790464</c:v>
                </c:pt>
                <c:pt idx="1934">
                  <c:v>2.0167196325355485</c:v>
                </c:pt>
                <c:pt idx="1935">
                  <c:v>2.0157257807520712</c:v>
                </c:pt>
                <c:pt idx="1936">
                  <c:v>2.0153375200545045</c:v>
                </c:pt>
                <c:pt idx="1937">
                  <c:v>2.0155016098547285</c:v>
                </c:pt>
                <c:pt idx="1938">
                  <c:v>2.0147172314894179</c:v>
                </c:pt>
                <c:pt idx="1939">
                  <c:v>2.0148075317026</c:v>
                </c:pt>
                <c:pt idx="1940">
                  <c:v>2.0168625140106813</c:v>
                </c:pt>
                <c:pt idx="1941">
                  <c:v>2.0184289081558648</c:v>
                </c:pt>
                <c:pt idx="1942">
                  <c:v>2.0204067493022131</c:v>
                </c:pt>
                <c:pt idx="1943">
                  <c:v>2.0209686875013735</c:v>
                </c:pt>
                <c:pt idx="1944">
                  <c:v>2.0196395958330586</c:v>
                </c:pt>
                <c:pt idx="1945">
                  <c:v>2.0188962330498232</c:v>
                </c:pt>
                <c:pt idx="1946">
                  <c:v>2.0192926254368038</c:v>
                </c:pt>
                <c:pt idx="1947">
                  <c:v>2.0186417606206457</c:v>
                </c:pt>
                <c:pt idx="1948">
                  <c:v>2.0165761466780951</c:v>
                </c:pt>
                <c:pt idx="1949">
                  <c:v>2.015854898793433</c:v>
                </c:pt>
                <c:pt idx="1950">
                  <c:v>2.0162229950990089</c:v>
                </c:pt>
                <c:pt idx="1951">
                  <c:v>2.0162638458495419</c:v>
                </c:pt>
                <c:pt idx="1952">
                  <c:v>2.0178353223006087</c:v>
                </c:pt>
                <c:pt idx="1953">
                  <c:v>2.0207691589195842</c:v>
                </c:pt>
                <c:pt idx="1954">
                  <c:v>2.025794213313993</c:v>
                </c:pt>
                <c:pt idx="1955">
                  <c:v>2.0273993428715853</c:v>
                </c:pt>
                <c:pt idx="1956">
                  <c:v>2.0259273697281377</c:v>
                </c:pt>
                <c:pt idx="1957">
                  <c:v>2.0246503373552232</c:v>
                </c:pt>
                <c:pt idx="1958">
                  <c:v>2.0225046152831805</c:v>
                </c:pt>
                <c:pt idx="1959">
                  <c:v>2.0196520680864158</c:v>
                </c:pt>
                <c:pt idx="1960">
                  <c:v>2.0177418353442782</c:v>
                </c:pt>
                <c:pt idx="1961">
                  <c:v>2.0183809696490189</c:v>
                </c:pt>
                <c:pt idx="1962">
                  <c:v>2.0180475154392212</c:v>
                </c:pt>
                <c:pt idx="1963">
                  <c:v>2.0174729126832376</c:v>
                </c:pt>
                <c:pt idx="1964">
                  <c:v>2.0186218709478911</c:v>
                </c:pt>
                <c:pt idx="1965">
                  <c:v>2.0181647106656997</c:v>
                </c:pt>
                <c:pt idx="1966">
                  <c:v>2.0167694940770531</c:v>
                </c:pt>
                <c:pt idx="1967">
                  <c:v>2.015783993758379</c:v>
                </c:pt>
                <c:pt idx="1968">
                  <c:v>2.016144590228786</c:v>
                </c:pt>
                <c:pt idx="1969">
                  <c:v>2.0164875771961057</c:v>
                </c:pt>
                <c:pt idx="1970">
                  <c:v>2.016401727434562</c:v>
                </c:pt>
                <c:pt idx="1971">
                  <c:v>2.0175635150875806</c:v>
                </c:pt>
                <c:pt idx="1972">
                  <c:v>2.0186747269290786</c:v>
                </c:pt>
                <c:pt idx="1973">
                  <c:v>2.0187250829652097</c:v>
                </c:pt>
                <c:pt idx="1974">
                  <c:v>2.0183816015032638</c:v>
                </c:pt>
                <c:pt idx="1975">
                  <c:v>2.016573619261115</c:v>
                </c:pt>
                <c:pt idx="1976">
                  <c:v>2.0146704742752908</c:v>
                </c:pt>
                <c:pt idx="1977">
                  <c:v>2.0148320366585351</c:v>
                </c:pt>
                <c:pt idx="1978">
                  <c:v>2.0161685457462473</c:v>
                </c:pt>
                <c:pt idx="1979">
                  <c:v>2.0170383068503988</c:v>
                </c:pt>
                <c:pt idx="1980">
                  <c:v>2.0166075196149533</c:v>
                </c:pt>
                <c:pt idx="1981">
                  <c:v>2.0168390255159228</c:v>
                </c:pt>
                <c:pt idx="1982">
                  <c:v>2.0172184951979077</c:v>
                </c:pt>
                <c:pt idx="1983">
                  <c:v>2.016840618887497</c:v>
                </c:pt>
                <c:pt idx="1984">
                  <c:v>2.0162908782224567</c:v>
                </c:pt>
                <c:pt idx="1985">
                  <c:v>2.0169434737698073</c:v>
                </c:pt>
                <c:pt idx="1986">
                  <c:v>2.0179593030922396</c:v>
                </c:pt>
                <c:pt idx="1987">
                  <c:v>2.0172388793652889</c:v>
                </c:pt>
                <c:pt idx="1988">
                  <c:v>2.0174262104129581</c:v>
                </c:pt>
                <c:pt idx="1989">
                  <c:v>2.0169691050746139</c:v>
                </c:pt>
                <c:pt idx="1990">
                  <c:v>2.0166033438825521</c:v>
                </c:pt>
                <c:pt idx="1991">
                  <c:v>2.0148095920968769</c:v>
                </c:pt>
                <c:pt idx="1992">
                  <c:v>2.0129316938089272</c:v>
                </c:pt>
                <c:pt idx="1993">
                  <c:v>2.0132210555811962</c:v>
                </c:pt>
                <c:pt idx="1994">
                  <c:v>2.0148490967231489</c:v>
                </c:pt>
                <c:pt idx="1995">
                  <c:v>2.014947281378431</c:v>
                </c:pt>
                <c:pt idx="1996">
                  <c:v>2.0161637106876773</c:v>
                </c:pt>
                <c:pt idx="1997">
                  <c:v>2.0166194699017606</c:v>
                </c:pt>
                <c:pt idx="1998">
                  <c:v>2.0154487813454649</c:v>
                </c:pt>
                <c:pt idx="1999">
                  <c:v>2.0134319575393946</c:v>
                </c:pt>
                <c:pt idx="2000">
                  <c:v>2.0136008274543418</c:v>
                </c:pt>
                <c:pt idx="2001">
                  <c:v>2.014961237115668</c:v>
                </c:pt>
                <c:pt idx="2002">
                  <c:v>2.0141480681743258</c:v>
                </c:pt>
                <c:pt idx="2003">
                  <c:v>2.0156263873321465</c:v>
                </c:pt>
                <c:pt idx="2004">
                  <c:v>2.0183914639238698</c:v>
                </c:pt>
                <c:pt idx="2005">
                  <c:v>2.0182260829432321</c:v>
                </c:pt>
                <c:pt idx="2006">
                  <c:v>2.016024840113404</c:v>
                </c:pt>
                <c:pt idx="2007">
                  <c:v>2.0158800905474603</c:v>
                </c:pt>
                <c:pt idx="2008">
                  <c:v>2.0153921067668841</c:v>
                </c:pt>
                <c:pt idx="2009">
                  <c:v>2.0146550350541745</c:v>
                </c:pt>
                <c:pt idx="2010">
                  <c:v>2.0135205270213841</c:v>
                </c:pt>
                <c:pt idx="2011">
                  <c:v>2.015151370299554</c:v>
                </c:pt>
                <c:pt idx="2012">
                  <c:v>2.0163151084591546</c:v>
                </c:pt>
                <c:pt idx="2013">
                  <c:v>2.0162945869321551</c:v>
                </c:pt>
                <c:pt idx="2014">
                  <c:v>2.0170370706138327</c:v>
                </c:pt>
                <c:pt idx="2015">
                  <c:v>2.0155574053317511</c:v>
                </c:pt>
                <c:pt idx="2016">
                  <c:v>2.0136379420232524</c:v>
                </c:pt>
                <c:pt idx="2017">
                  <c:v>2.0136106898749477</c:v>
                </c:pt>
                <c:pt idx="2018">
                  <c:v>2.0132337476099424</c:v>
                </c:pt>
                <c:pt idx="2019">
                  <c:v>2.0130448781345467</c:v>
                </c:pt>
                <c:pt idx="2020">
                  <c:v>2.0146126458759146</c:v>
                </c:pt>
                <c:pt idx="2021">
                  <c:v>2.0156797927518078</c:v>
                </c:pt>
                <c:pt idx="2022">
                  <c:v>2.0153768873211577</c:v>
                </c:pt>
                <c:pt idx="2023">
                  <c:v>2.0136219258917385</c:v>
                </c:pt>
                <c:pt idx="2024">
                  <c:v>2.0130941902375774</c:v>
                </c:pt>
                <c:pt idx="2025">
                  <c:v>2.0137544229797149</c:v>
                </c:pt>
                <c:pt idx="2026">
                  <c:v>2.0150395046262721</c:v>
                </c:pt>
                <c:pt idx="2027">
                  <c:v>2.0157622909386608</c:v>
                </c:pt>
                <c:pt idx="2028">
                  <c:v>2.0157643788048616</c:v>
                </c:pt>
                <c:pt idx="2029">
                  <c:v>2.0179890002417529</c:v>
                </c:pt>
                <c:pt idx="2030">
                  <c:v>2.018631953143887</c:v>
                </c:pt>
                <c:pt idx="2031">
                  <c:v>2.0168497120942397</c:v>
                </c:pt>
                <c:pt idx="2032">
                  <c:v>2.0155672402804332</c:v>
                </c:pt>
                <c:pt idx="2033">
                  <c:v>2.0155131755346036</c:v>
                </c:pt>
                <c:pt idx="2034">
                  <c:v>2.0142479286169537</c:v>
                </c:pt>
                <c:pt idx="2035">
                  <c:v>2.0139111777763126</c:v>
                </c:pt>
                <c:pt idx="2036">
                  <c:v>2.0141210083294872</c:v>
                </c:pt>
                <c:pt idx="2037">
                  <c:v>2.0133391573811563</c:v>
                </c:pt>
                <c:pt idx="2038">
                  <c:v>2.0128509263532668</c:v>
                </c:pt>
                <c:pt idx="2039">
                  <c:v>2.0134520395156152</c:v>
                </c:pt>
                <c:pt idx="2040">
                  <c:v>2.0125940638667283</c:v>
                </c:pt>
                <c:pt idx="2041">
                  <c:v>2.0120539109030573</c:v>
                </c:pt>
                <c:pt idx="2042">
                  <c:v>2.013245835256368</c:v>
                </c:pt>
                <c:pt idx="2043">
                  <c:v>2.0138395309993187</c:v>
                </c:pt>
                <c:pt idx="2044">
                  <c:v>2.0141682600382409</c:v>
                </c:pt>
                <c:pt idx="2045">
                  <c:v>2.0151891167227092</c:v>
                </c:pt>
                <c:pt idx="2046">
                  <c:v>2.0140879596052832</c:v>
                </c:pt>
                <c:pt idx="2047">
                  <c:v>2.0127734005846025</c:v>
                </c:pt>
                <c:pt idx="2048">
                  <c:v>2.0114477154348256</c:v>
                </c:pt>
                <c:pt idx="2049">
                  <c:v>2.0118906452605438</c:v>
                </c:pt>
                <c:pt idx="2050">
                  <c:v>2.0137173633546515</c:v>
                </c:pt>
                <c:pt idx="2051">
                  <c:v>2.0143449594514404</c:v>
                </c:pt>
                <c:pt idx="2052">
                  <c:v>2.0151111239313422</c:v>
                </c:pt>
                <c:pt idx="2053">
                  <c:v>2.0164910936023386</c:v>
                </c:pt>
                <c:pt idx="2054">
                  <c:v>2.0184049251664797</c:v>
                </c:pt>
                <c:pt idx="2055">
                  <c:v>2.0198575580756466</c:v>
                </c:pt>
                <c:pt idx="2056">
                  <c:v>2.0178678490582627</c:v>
                </c:pt>
                <c:pt idx="2057">
                  <c:v>2.0161473923650028</c:v>
                </c:pt>
                <c:pt idx="2058">
                  <c:v>2.0163301905452626</c:v>
                </c:pt>
                <c:pt idx="2059">
                  <c:v>2.0174207160282194</c:v>
                </c:pt>
                <c:pt idx="2060">
                  <c:v>2.0189369739126612</c:v>
                </c:pt>
                <c:pt idx="2061">
                  <c:v>2.0197511867871034</c:v>
                </c:pt>
                <c:pt idx="2062">
                  <c:v>2.0193169655611967</c:v>
                </c:pt>
                <c:pt idx="2063">
                  <c:v>2.0194399573635744</c:v>
                </c:pt>
                <c:pt idx="2064">
                  <c:v>2.0186713478824641</c:v>
                </c:pt>
                <c:pt idx="2065">
                  <c:v>2.0176210687677192</c:v>
                </c:pt>
                <c:pt idx="2066">
                  <c:v>2.0164816982044349</c:v>
                </c:pt>
                <c:pt idx="2067">
                  <c:v>2.0139365068899586</c:v>
                </c:pt>
                <c:pt idx="2068">
                  <c:v>2.0143355365816138</c:v>
                </c:pt>
                <c:pt idx="2069">
                  <c:v>2.0162566756774578</c:v>
                </c:pt>
                <c:pt idx="2070">
                  <c:v>2.0151182941034262</c:v>
                </c:pt>
                <c:pt idx="2071">
                  <c:v>2.0119410837124461</c:v>
                </c:pt>
                <c:pt idx="2072">
                  <c:v>2.0107543515527131</c:v>
                </c:pt>
                <c:pt idx="2073">
                  <c:v>2.0123936836553042</c:v>
                </c:pt>
                <c:pt idx="2074">
                  <c:v>2.0137298630799325</c:v>
                </c:pt>
                <c:pt idx="2075">
                  <c:v>2.0133808322894002</c:v>
                </c:pt>
                <c:pt idx="2076">
                  <c:v>2.0144261939298036</c:v>
                </c:pt>
                <c:pt idx="2077">
                  <c:v>2.0143001252719719</c:v>
                </c:pt>
                <c:pt idx="2078">
                  <c:v>2.0135369827036769</c:v>
                </c:pt>
                <c:pt idx="2079">
                  <c:v>2.0134785224500562</c:v>
                </c:pt>
                <c:pt idx="2080">
                  <c:v>2.0134849783521243</c:v>
                </c:pt>
                <c:pt idx="2081">
                  <c:v>2.0153452946089097</c:v>
                </c:pt>
                <c:pt idx="2082">
                  <c:v>2.0147932188303552</c:v>
                </c:pt>
                <c:pt idx="2083">
                  <c:v>2.0127096657216326</c:v>
                </c:pt>
                <c:pt idx="2084">
                  <c:v>2.0111445627568623</c:v>
                </c:pt>
                <c:pt idx="2085">
                  <c:v>2.0117527636755237</c:v>
                </c:pt>
                <c:pt idx="2086">
                  <c:v>2.0129419133645414</c:v>
                </c:pt>
                <c:pt idx="2087">
                  <c:v>2.0139601876881827</c:v>
                </c:pt>
                <c:pt idx="2088">
                  <c:v>2.0145500098898927</c:v>
                </c:pt>
                <c:pt idx="2089">
                  <c:v>2.0157313026087338</c:v>
                </c:pt>
                <c:pt idx="2090">
                  <c:v>2.0154666655677898</c:v>
                </c:pt>
                <c:pt idx="2091">
                  <c:v>2.0146148436298104</c:v>
                </c:pt>
                <c:pt idx="2092">
                  <c:v>2.0147473681897101</c:v>
                </c:pt>
                <c:pt idx="2093">
                  <c:v>2.0134676710401971</c:v>
                </c:pt>
                <c:pt idx="2094">
                  <c:v>2.0136231346563811</c:v>
                </c:pt>
                <c:pt idx="2095">
                  <c:v>2.0157273191797982</c:v>
                </c:pt>
                <c:pt idx="2096">
                  <c:v>2.0154437814553527</c:v>
                </c:pt>
                <c:pt idx="2097">
                  <c:v>2.0148380804817476</c:v>
                </c:pt>
                <c:pt idx="2098">
                  <c:v>2.0156696556119647</c:v>
                </c:pt>
                <c:pt idx="2099">
                  <c:v>2.0165702676864243</c:v>
                </c:pt>
                <c:pt idx="2100">
                  <c:v>2.0164373310476691</c:v>
                </c:pt>
                <c:pt idx="2101">
                  <c:v>2.0148648656073491</c:v>
                </c:pt>
                <c:pt idx="2102">
                  <c:v>2.0137999164853522</c:v>
                </c:pt>
                <c:pt idx="2103">
                  <c:v>2.0143226797213249</c:v>
                </c:pt>
                <c:pt idx="2104">
                  <c:v>2.0147656370189666</c:v>
                </c:pt>
                <c:pt idx="2105">
                  <c:v>2.0149875002747191</c:v>
                </c:pt>
                <c:pt idx="2106">
                  <c:v>2.0139448858266853</c:v>
                </c:pt>
                <c:pt idx="2107">
                  <c:v>2.01305784488253</c:v>
                </c:pt>
                <c:pt idx="2108">
                  <c:v>2.0116382057537199</c:v>
                </c:pt>
                <c:pt idx="2109">
                  <c:v>2.0101176897211048</c:v>
                </c:pt>
                <c:pt idx="2110">
                  <c:v>2.0099109360233842</c:v>
                </c:pt>
                <c:pt idx="2111">
                  <c:v>2.0117323520362191</c:v>
                </c:pt>
                <c:pt idx="2112">
                  <c:v>2.0137290389222215</c:v>
                </c:pt>
                <c:pt idx="2113">
                  <c:v>2.013597201160414</c:v>
                </c:pt>
                <c:pt idx="2114">
                  <c:v>2.0119493252895539</c:v>
                </c:pt>
                <c:pt idx="2115">
                  <c:v>2.012422886310191</c:v>
                </c:pt>
                <c:pt idx="2116">
                  <c:v>2.013316135909101</c:v>
                </c:pt>
                <c:pt idx="2117">
                  <c:v>2.0140403232895978</c:v>
                </c:pt>
                <c:pt idx="2118">
                  <c:v>2.0148279708138284</c:v>
                </c:pt>
                <c:pt idx="2119">
                  <c:v>2.0138681842157315</c:v>
                </c:pt>
                <c:pt idx="2120">
                  <c:v>2.0140301037339841</c:v>
                </c:pt>
                <c:pt idx="2121">
                  <c:v>2.0145550097800049</c:v>
                </c:pt>
                <c:pt idx="2122">
                  <c:v>2.0143242730928992</c:v>
                </c:pt>
                <c:pt idx="2123">
                  <c:v>2.0138259598690138</c:v>
                </c:pt>
                <c:pt idx="2124">
                  <c:v>2.0136261840399112</c:v>
                </c:pt>
                <c:pt idx="2125">
                  <c:v>2.0142362530493836</c:v>
                </c:pt>
                <c:pt idx="2126">
                  <c:v>2.013759532757522</c:v>
                </c:pt>
                <c:pt idx="2127">
                  <c:v>2.0131338596953912</c:v>
                </c:pt>
                <c:pt idx="2128">
                  <c:v>2.0124548636293706</c:v>
                </c:pt>
                <c:pt idx="2129">
                  <c:v>2.0117113360145931</c:v>
                </c:pt>
                <c:pt idx="2130">
                  <c:v>2.0131360849212103</c:v>
                </c:pt>
                <c:pt idx="2131">
                  <c:v>2.0157161106349313</c:v>
                </c:pt>
                <c:pt idx="2132">
                  <c:v>2.0177865046922046</c:v>
                </c:pt>
                <c:pt idx="2133">
                  <c:v>2.0196427825762071</c:v>
                </c:pt>
                <c:pt idx="2134">
                  <c:v>2.018744615502956</c:v>
                </c:pt>
                <c:pt idx="2135">
                  <c:v>2.0176766994131996</c:v>
                </c:pt>
                <c:pt idx="2136">
                  <c:v>2.0172891529856485</c:v>
                </c:pt>
                <c:pt idx="2137">
                  <c:v>2.0173208555855915</c:v>
                </c:pt>
                <c:pt idx="2138">
                  <c:v>2.016929490560647</c:v>
                </c:pt>
                <c:pt idx="2139">
                  <c:v>2.0151735676138984</c:v>
                </c:pt>
                <c:pt idx="2140">
                  <c:v>2.0131582272917079</c:v>
                </c:pt>
                <c:pt idx="2141">
                  <c:v>2.0136917045779215</c:v>
                </c:pt>
                <c:pt idx="2142">
                  <c:v>2.0139692808949254</c:v>
                </c:pt>
                <c:pt idx="2143">
                  <c:v>2.0135259115184283</c:v>
                </c:pt>
                <c:pt idx="2144">
                  <c:v>2.0134814619458914</c:v>
                </c:pt>
                <c:pt idx="2145">
                  <c:v>2.0145728115865587</c:v>
                </c:pt>
                <c:pt idx="2146">
                  <c:v>2.0152137315663392</c:v>
                </c:pt>
                <c:pt idx="2147">
                  <c:v>2.0144119909452538</c:v>
                </c:pt>
                <c:pt idx="2148">
                  <c:v>2.0130270763279929</c:v>
                </c:pt>
                <c:pt idx="2149">
                  <c:v>2.0115029065295267</c:v>
                </c:pt>
                <c:pt idx="2150">
                  <c:v>2.0099926375244501</c:v>
                </c:pt>
                <c:pt idx="2151">
                  <c:v>2.010244280345487</c:v>
                </c:pt>
                <c:pt idx="2152">
                  <c:v>2.011592217753456</c:v>
                </c:pt>
                <c:pt idx="2153">
                  <c:v>2.012958726181842</c:v>
                </c:pt>
                <c:pt idx="2154">
                  <c:v>2.013907084459682</c:v>
                </c:pt>
                <c:pt idx="2155">
                  <c:v>2.0144811377771918</c:v>
                </c:pt>
                <c:pt idx="2156">
                  <c:v>2.014948105536142</c:v>
                </c:pt>
                <c:pt idx="2157">
                  <c:v>2.0147758840465047</c:v>
                </c:pt>
                <c:pt idx="2158">
                  <c:v>2.0152116986439856</c:v>
                </c:pt>
                <c:pt idx="2159">
                  <c:v>2.0149988187072814</c:v>
                </c:pt>
                <c:pt idx="2160">
                  <c:v>2.0133755027362037</c:v>
                </c:pt>
                <c:pt idx="2161">
                  <c:v>2.0131988857387748</c:v>
                </c:pt>
                <c:pt idx="2162">
                  <c:v>2.0109398969253425</c:v>
                </c:pt>
                <c:pt idx="2163">
                  <c:v>2.0100989538691456</c:v>
                </c:pt>
                <c:pt idx="2164">
                  <c:v>2.0104179853190041</c:v>
                </c:pt>
                <c:pt idx="2165">
                  <c:v>2.0119202050504383</c:v>
                </c:pt>
                <c:pt idx="2166">
                  <c:v>2.0136127777411486</c:v>
                </c:pt>
                <c:pt idx="2167">
                  <c:v>2.0135166260082196</c:v>
                </c:pt>
                <c:pt idx="2168">
                  <c:v>2.0128576020307247</c:v>
                </c:pt>
                <c:pt idx="2169">
                  <c:v>2.0111558537175007</c:v>
                </c:pt>
                <c:pt idx="2170">
                  <c:v>2.0104802092261709</c:v>
                </c:pt>
                <c:pt idx="2171">
                  <c:v>2.009908628381794</c:v>
                </c:pt>
                <c:pt idx="2172">
                  <c:v>2.0104711984351993</c:v>
                </c:pt>
                <c:pt idx="2173">
                  <c:v>2.0135614327157647</c:v>
                </c:pt>
                <c:pt idx="2174">
                  <c:v>2.0138016197446209</c:v>
                </c:pt>
                <c:pt idx="2175">
                  <c:v>2.0129897969275401</c:v>
                </c:pt>
                <c:pt idx="2176">
                  <c:v>2.0147580822399509</c:v>
                </c:pt>
                <c:pt idx="2177">
                  <c:v>2.0164547207753674</c:v>
                </c:pt>
                <c:pt idx="2178">
                  <c:v>2.0158858321795123</c:v>
                </c:pt>
                <c:pt idx="2179">
                  <c:v>2.0142185611305248</c:v>
                </c:pt>
                <c:pt idx="2180">
                  <c:v>2.0137824992857301</c:v>
                </c:pt>
                <c:pt idx="2181">
                  <c:v>2.0157477582910266</c:v>
                </c:pt>
                <c:pt idx="2182">
                  <c:v>2.0158671787433242</c:v>
                </c:pt>
                <c:pt idx="2183">
                  <c:v>2.0153204050460429</c:v>
                </c:pt>
                <c:pt idx="2184">
                  <c:v>2.0150802180171863</c:v>
                </c:pt>
                <c:pt idx="2185">
                  <c:v>2.0135474769785278</c:v>
                </c:pt>
                <c:pt idx="2186">
                  <c:v>2.0123545911078877</c:v>
                </c:pt>
                <c:pt idx="2187">
                  <c:v>2.0132648183556405</c:v>
                </c:pt>
                <c:pt idx="2188">
                  <c:v>2.0148298114327159</c:v>
                </c:pt>
                <c:pt idx="2189">
                  <c:v>2.0168780905914154</c:v>
                </c:pt>
                <c:pt idx="2190">
                  <c:v>2.0188579921320411</c:v>
                </c:pt>
                <c:pt idx="2191">
                  <c:v>2.0186884079470779</c:v>
                </c:pt>
                <c:pt idx="2192">
                  <c:v>2.0186612382145448</c:v>
                </c:pt>
                <c:pt idx="2193">
                  <c:v>2.0200228291685898</c:v>
                </c:pt>
                <c:pt idx="2194">
                  <c:v>2.02013862332696</c:v>
                </c:pt>
                <c:pt idx="2195">
                  <c:v>2.0212326377442253</c:v>
                </c:pt>
                <c:pt idx="2196">
                  <c:v>2.0216425737895869</c:v>
                </c:pt>
                <c:pt idx="2197">
                  <c:v>2.022371431397112</c:v>
                </c:pt>
                <c:pt idx="2198">
                  <c:v>2.0220822344563856</c:v>
                </c:pt>
                <c:pt idx="2199">
                  <c:v>2.0223982714665611</c:v>
                </c:pt>
                <c:pt idx="2200">
                  <c:v>2.0267998230808115</c:v>
                </c:pt>
                <c:pt idx="2201">
                  <c:v>2.0319462759060238</c:v>
                </c:pt>
                <c:pt idx="2202">
                  <c:v>2.0352264235950859</c:v>
                </c:pt>
                <c:pt idx="2203">
                  <c:v>2.0399227489505725</c:v>
                </c:pt>
                <c:pt idx="2204">
                  <c:v>2.0458742664996374</c:v>
                </c:pt>
                <c:pt idx="2205">
                  <c:v>2.0532059734950878</c:v>
                </c:pt>
                <c:pt idx="2206">
                  <c:v>2.060718720467682</c:v>
                </c:pt>
                <c:pt idx="2207">
                  <c:v>2.0638268939144195</c:v>
                </c:pt>
                <c:pt idx="2208">
                  <c:v>2.064176611503044</c:v>
                </c:pt>
                <c:pt idx="2209">
                  <c:v>2.0613285971736883</c:v>
                </c:pt>
                <c:pt idx="2210">
                  <c:v>2.0549301114261227</c:v>
                </c:pt>
                <c:pt idx="2211">
                  <c:v>2.0477497747302258</c:v>
                </c:pt>
                <c:pt idx="2212">
                  <c:v>2.0409980000439552</c:v>
                </c:pt>
                <c:pt idx="2213">
                  <c:v>2.0350220324828028</c:v>
                </c:pt>
                <c:pt idx="2214">
                  <c:v>2.0308616843585856</c:v>
                </c:pt>
                <c:pt idx="2215">
                  <c:v>2.0286098107733896</c:v>
                </c:pt>
                <c:pt idx="2216">
                  <c:v>2.0263051636227773</c:v>
                </c:pt>
                <c:pt idx="2217">
                  <c:v>2.0249086558537175</c:v>
                </c:pt>
                <c:pt idx="2218">
                  <c:v>2.0226666172172041</c:v>
                </c:pt>
                <c:pt idx="2219">
                  <c:v>2.0208569866596338</c:v>
                </c:pt>
                <c:pt idx="2220">
                  <c:v>2.0191937814553524</c:v>
                </c:pt>
                <c:pt idx="2221">
                  <c:v>2.0177246104481221</c:v>
                </c:pt>
                <c:pt idx="2222">
                  <c:v>2.0173115151315355</c:v>
                </c:pt>
                <c:pt idx="2223">
                  <c:v>2.0165707621810509</c:v>
                </c:pt>
                <c:pt idx="2224">
                  <c:v>2.0159256939407926</c:v>
                </c:pt>
                <c:pt idx="2225">
                  <c:v>2.0154014472209401</c:v>
                </c:pt>
                <c:pt idx="2226">
                  <c:v>2.0150888167293028</c:v>
                </c:pt>
                <c:pt idx="2227">
                  <c:v>2.0142339728797167</c:v>
                </c:pt>
                <c:pt idx="2228">
                  <c:v>2.0143892991362828</c:v>
                </c:pt>
                <c:pt idx="2229">
                  <c:v>2.0150870585261864</c:v>
                </c:pt>
                <c:pt idx="2230">
                  <c:v>2.0144222379727919</c:v>
                </c:pt>
                <c:pt idx="2231">
                  <c:v>2.0140929594953958</c:v>
                </c:pt>
                <c:pt idx="2232">
                  <c:v>2.0137078855409771</c:v>
                </c:pt>
                <c:pt idx="2233">
                  <c:v>2.0139121392936419</c:v>
                </c:pt>
                <c:pt idx="2234">
                  <c:v>2.0134956924023646</c:v>
                </c:pt>
                <c:pt idx="2235">
                  <c:v>2.0135128623546734</c:v>
                </c:pt>
                <c:pt idx="2236">
                  <c:v>2.0141765290872726</c:v>
                </c:pt>
                <c:pt idx="2237">
                  <c:v>2.0159150073624756</c:v>
                </c:pt>
                <c:pt idx="2238">
                  <c:v>2.0175493945188019</c:v>
                </c:pt>
                <c:pt idx="2239">
                  <c:v>2.017278988373882</c:v>
                </c:pt>
                <c:pt idx="2240">
                  <c:v>2.0172189896925343</c:v>
                </c:pt>
                <c:pt idx="2241">
                  <c:v>2.0177916968857827</c:v>
                </c:pt>
                <c:pt idx="2242">
                  <c:v>2.0168191358431682</c:v>
                </c:pt>
                <c:pt idx="2243">
                  <c:v>2.0160773114876598</c:v>
                </c:pt>
                <c:pt idx="2244">
                  <c:v>2.0147318190808994</c:v>
                </c:pt>
                <c:pt idx="2245">
                  <c:v>2.0134449242873784</c:v>
                </c:pt>
                <c:pt idx="2246">
                  <c:v>2.0129870497351705</c:v>
                </c:pt>
                <c:pt idx="2247">
                  <c:v>2.012525493945188</c:v>
                </c:pt>
                <c:pt idx="2248">
                  <c:v>2.0121062174457705</c:v>
                </c:pt>
                <c:pt idx="2249">
                  <c:v>2.0102842519944617</c:v>
                </c:pt>
                <c:pt idx="2250">
                  <c:v>2.0092378189490341</c:v>
                </c:pt>
                <c:pt idx="2251">
                  <c:v>2.0089084855277908</c:v>
                </c:pt>
                <c:pt idx="2252">
                  <c:v>2.0086154425177467</c:v>
                </c:pt>
                <c:pt idx="2253">
                  <c:v>2.0076020032526758</c:v>
                </c:pt>
                <c:pt idx="2254">
                  <c:v>2.0080485044284742</c:v>
                </c:pt>
                <c:pt idx="2255">
                  <c:v>2.0100544768246853</c:v>
                </c:pt>
                <c:pt idx="2256">
                  <c:v>2.0129040021098437</c:v>
                </c:pt>
                <c:pt idx="2257">
                  <c:v>2.0148335201424143</c:v>
                </c:pt>
                <c:pt idx="2258">
                  <c:v>2.0145272356651502</c:v>
                </c:pt>
                <c:pt idx="2259">
                  <c:v>2.0142518021581943</c:v>
                </c:pt>
                <c:pt idx="2260">
                  <c:v>2.0148841234258588</c:v>
                </c:pt>
                <c:pt idx="2261">
                  <c:v>2.0143234764071121</c:v>
                </c:pt>
                <c:pt idx="2262">
                  <c:v>2.0146842377090612</c:v>
                </c:pt>
                <c:pt idx="2263">
                  <c:v>2.0143892991362828</c:v>
                </c:pt>
                <c:pt idx="2264">
                  <c:v>2.0134926704907583</c:v>
                </c:pt>
                <c:pt idx="2265">
                  <c:v>2.0130668556735016</c:v>
                </c:pt>
                <c:pt idx="2266">
                  <c:v>2.0128519702863672</c:v>
                </c:pt>
                <c:pt idx="2267">
                  <c:v>2.0119429792751808</c:v>
                </c:pt>
                <c:pt idx="2268">
                  <c:v>2.0104752368079821</c:v>
                </c:pt>
                <c:pt idx="2269">
                  <c:v>2.0106741610074503</c:v>
                </c:pt>
                <c:pt idx="2270">
                  <c:v>2.0146031680622403</c:v>
                </c:pt>
                <c:pt idx="2271">
                  <c:v>2.0166657051493373</c:v>
                </c:pt>
                <c:pt idx="2272">
                  <c:v>2.0160849486824466</c:v>
                </c:pt>
                <c:pt idx="2273">
                  <c:v>2.0148878046636338</c:v>
                </c:pt>
                <c:pt idx="2274">
                  <c:v>2.0120020713830464</c:v>
                </c:pt>
                <c:pt idx="2275">
                  <c:v>2.0116987813454648</c:v>
                </c:pt>
                <c:pt idx="2276">
                  <c:v>2.0124442869387487</c:v>
                </c:pt>
                <c:pt idx="2277">
                  <c:v>2.0129746049537371</c:v>
                </c:pt>
                <c:pt idx="2278">
                  <c:v>2.0141429858684425</c:v>
                </c:pt>
                <c:pt idx="2279">
                  <c:v>2.0139111777763126</c:v>
                </c:pt>
                <c:pt idx="2280">
                  <c:v>2.0123635194830882</c:v>
                </c:pt>
                <c:pt idx="2281">
                  <c:v>2.0117572690710093</c:v>
                </c:pt>
                <c:pt idx="2282">
                  <c:v>2.0109902529614732</c:v>
                </c:pt>
                <c:pt idx="2283">
                  <c:v>2.0114945275928</c:v>
                </c:pt>
                <c:pt idx="2284">
                  <c:v>2.0120524823630248</c:v>
                </c:pt>
                <c:pt idx="2285">
                  <c:v>2.0118985297026439</c:v>
                </c:pt>
                <c:pt idx="2286">
                  <c:v>2.0114786762928287</c:v>
                </c:pt>
                <c:pt idx="2287">
                  <c:v>2.011071350080218</c:v>
                </c:pt>
                <c:pt idx="2288">
                  <c:v>2.011843118832553</c:v>
                </c:pt>
                <c:pt idx="2289">
                  <c:v>2.0125474440122195</c:v>
                </c:pt>
                <c:pt idx="2290">
                  <c:v>2.0135725313729367</c:v>
                </c:pt>
                <c:pt idx="2291">
                  <c:v>2.0133432506977869</c:v>
                </c:pt>
                <c:pt idx="2292">
                  <c:v>2.0132448737390387</c:v>
                </c:pt>
                <c:pt idx="2293">
                  <c:v>2.0135217907298739</c:v>
                </c:pt>
                <c:pt idx="2294">
                  <c:v>2.0133792938616732</c:v>
                </c:pt>
                <c:pt idx="2295">
                  <c:v>2.012843481461946</c:v>
                </c:pt>
                <c:pt idx="2296">
                  <c:v>2.0128565580976243</c:v>
                </c:pt>
                <c:pt idx="2297">
                  <c:v>2.0143667446869298</c:v>
                </c:pt>
                <c:pt idx="2298">
                  <c:v>2.0157291597986857</c:v>
                </c:pt>
                <c:pt idx="2299">
                  <c:v>2.01574295070438</c:v>
                </c:pt>
                <c:pt idx="2300">
                  <c:v>2.014843959473418</c:v>
                </c:pt>
                <c:pt idx="2301">
                  <c:v>2.0139691984791543</c:v>
                </c:pt>
                <c:pt idx="2302">
                  <c:v>2.0135499219797368</c:v>
                </c:pt>
                <c:pt idx="2303">
                  <c:v>2.0135925034614623</c:v>
                </c:pt>
                <c:pt idx="2304">
                  <c:v>2.0144444078152128</c:v>
                </c:pt>
                <c:pt idx="2305">
                  <c:v>2.0144354244961651</c:v>
                </c:pt>
                <c:pt idx="2306">
                  <c:v>2.014398090151865</c:v>
                </c:pt>
                <c:pt idx="2307">
                  <c:v>2.0136250851629636</c:v>
                </c:pt>
                <c:pt idx="2308">
                  <c:v>2.0137601646117669</c:v>
                </c:pt>
                <c:pt idx="2309">
                  <c:v>2.0150679380672951</c:v>
                </c:pt>
                <c:pt idx="2310">
                  <c:v>2.0132457803125208</c:v>
                </c:pt>
                <c:pt idx="2311">
                  <c:v>2.0099214302982351</c:v>
                </c:pt>
                <c:pt idx="2312">
                  <c:v>2.0106684468473222</c:v>
                </c:pt>
                <c:pt idx="2313">
                  <c:v>2.0122582745434165</c:v>
                </c:pt>
                <c:pt idx="2314">
                  <c:v>2.0128707336102503</c:v>
                </c:pt>
                <c:pt idx="2315">
                  <c:v>2.0125807399837368</c:v>
                </c:pt>
                <c:pt idx="2316">
                  <c:v>2.0133793762774443</c:v>
                </c:pt>
                <c:pt idx="2317">
                  <c:v>2.013339212325004</c:v>
                </c:pt>
                <c:pt idx="2318">
                  <c:v>2.0120250104393311</c:v>
                </c:pt>
                <c:pt idx="2319">
                  <c:v>2.011769329245511</c:v>
                </c:pt>
                <c:pt idx="2320">
                  <c:v>2.0119927309289904</c:v>
                </c:pt>
                <c:pt idx="2321">
                  <c:v>2.0126678534537703</c:v>
                </c:pt>
                <c:pt idx="2322">
                  <c:v>2.0145267686424475</c:v>
                </c:pt>
                <c:pt idx="2323">
                  <c:v>2.0153902661479965</c:v>
                </c:pt>
                <c:pt idx="2324">
                  <c:v>2.0142322421485241</c:v>
                </c:pt>
                <c:pt idx="2325">
                  <c:v>2.0140880420210543</c:v>
                </c:pt>
                <c:pt idx="2326">
                  <c:v>2.0137484066284257</c:v>
                </c:pt>
                <c:pt idx="2327">
                  <c:v>2.0136356893255094</c:v>
                </c:pt>
                <c:pt idx="2328">
                  <c:v>2.0149001395573722</c:v>
                </c:pt>
                <c:pt idx="2329">
                  <c:v>2.0141014208478936</c:v>
                </c:pt>
                <c:pt idx="2330">
                  <c:v>2.0139964231555352</c:v>
                </c:pt>
                <c:pt idx="2331">
                  <c:v>2.0146244313311796</c:v>
                </c:pt>
                <c:pt idx="2332">
                  <c:v>2.0134726434583854</c:v>
                </c:pt>
                <c:pt idx="2333">
                  <c:v>2.0118616074371993</c:v>
                </c:pt>
                <c:pt idx="2334">
                  <c:v>2.0099375563174435</c:v>
                </c:pt>
                <c:pt idx="2335">
                  <c:v>2.0084817916089754</c:v>
                </c:pt>
                <c:pt idx="2336">
                  <c:v>2.0079299081338871</c:v>
                </c:pt>
                <c:pt idx="2337">
                  <c:v>2.0073687666205138</c:v>
                </c:pt>
                <c:pt idx="2338">
                  <c:v>2.0087728016966659</c:v>
                </c:pt>
                <c:pt idx="2339">
                  <c:v>2.0102820542405659</c:v>
                </c:pt>
                <c:pt idx="2340">
                  <c:v>2.0115863937056329</c:v>
                </c:pt>
                <c:pt idx="2341">
                  <c:v>2.0119853409815169</c:v>
                </c:pt>
                <c:pt idx="2342">
                  <c:v>2.0122068196303378</c:v>
                </c:pt>
                <c:pt idx="2343">
                  <c:v>2.0125367024900553</c:v>
                </c:pt>
                <c:pt idx="2344">
                  <c:v>2.0129764181007013</c:v>
                </c:pt>
                <c:pt idx="2345">
                  <c:v>2.0133732225665368</c:v>
                </c:pt>
                <c:pt idx="2346">
                  <c:v>2.0134074251115361</c:v>
                </c:pt>
                <c:pt idx="2347">
                  <c:v>2.011753010922837</c:v>
                </c:pt>
                <c:pt idx="2348">
                  <c:v>2.0105149612096436</c:v>
                </c:pt>
                <c:pt idx="2349">
                  <c:v>2.0106243818817169</c:v>
                </c:pt>
                <c:pt idx="2350">
                  <c:v>2.0107946253928484</c:v>
                </c:pt>
                <c:pt idx="2351">
                  <c:v>2.0097698127513679</c:v>
                </c:pt>
                <c:pt idx="2352">
                  <c:v>2.0096441836443155</c:v>
                </c:pt>
                <c:pt idx="2353">
                  <c:v>2.0102349124195071</c:v>
                </c:pt>
                <c:pt idx="2354">
                  <c:v>2.0113549152765873</c:v>
                </c:pt>
                <c:pt idx="2355">
                  <c:v>2.0129413089822203</c:v>
                </c:pt>
                <c:pt idx="2356">
                  <c:v>2.013317564449133</c:v>
                </c:pt>
                <c:pt idx="2357">
                  <c:v>2.0132441869409465</c:v>
                </c:pt>
                <c:pt idx="2358">
                  <c:v>2.0118804806487769</c:v>
                </c:pt>
                <c:pt idx="2359">
                  <c:v>2.0108388002461486</c:v>
                </c:pt>
                <c:pt idx="2360">
                  <c:v>2.0109540174941212</c:v>
                </c:pt>
                <c:pt idx="2361">
                  <c:v>2.011884876156568</c:v>
                </c:pt>
                <c:pt idx="2362">
                  <c:v>2.0123803872442365</c:v>
                </c:pt>
                <c:pt idx="2363">
                  <c:v>2.0129486165139228</c:v>
                </c:pt>
                <c:pt idx="2364">
                  <c:v>2.0144803136194809</c:v>
                </c:pt>
                <c:pt idx="2365">
                  <c:v>2.0147059405287795</c:v>
                </c:pt>
                <c:pt idx="2366">
                  <c:v>2.0138195314388696</c:v>
                </c:pt>
                <c:pt idx="2367">
                  <c:v>2.0127622469835829</c:v>
                </c:pt>
                <c:pt idx="2368">
                  <c:v>2.0127741148546185</c:v>
                </c:pt>
                <c:pt idx="2369">
                  <c:v>2.0137619502868067</c:v>
                </c:pt>
                <c:pt idx="2370">
                  <c:v>2.0143989143095755</c:v>
                </c:pt>
                <c:pt idx="2371">
                  <c:v>2.0149581053163668</c:v>
                </c:pt>
                <c:pt idx="2372">
                  <c:v>2.0148572009406385</c:v>
                </c:pt>
                <c:pt idx="2373">
                  <c:v>2.0151707380057582</c:v>
                </c:pt>
                <c:pt idx="2374">
                  <c:v>2.0146215742511155</c:v>
                </c:pt>
                <c:pt idx="2375">
                  <c:v>2.0136371728093887</c:v>
                </c:pt>
                <c:pt idx="2376">
                  <c:v>2.012365607349289</c:v>
                </c:pt>
                <c:pt idx="2377">
                  <c:v>2.0132719885277246</c:v>
                </c:pt>
                <c:pt idx="2378">
                  <c:v>2.0138637612360166</c:v>
                </c:pt>
                <c:pt idx="2379">
                  <c:v>2.0143247401156019</c:v>
                </c:pt>
                <c:pt idx="2380">
                  <c:v>2.0148489044196829</c:v>
                </c:pt>
                <c:pt idx="2381">
                  <c:v>2.0141392222148964</c:v>
                </c:pt>
                <c:pt idx="2382">
                  <c:v>2.0133791015582077</c:v>
                </c:pt>
                <c:pt idx="2383">
                  <c:v>2.0132122370936902</c:v>
                </c:pt>
                <c:pt idx="2384">
                  <c:v>2.0114851596668206</c:v>
                </c:pt>
                <c:pt idx="2385">
                  <c:v>2.011151897760489</c:v>
                </c:pt>
                <c:pt idx="2386">
                  <c:v>2.012396293488055</c:v>
                </c:pt>
                <c:pt idx="2387">
                  <c:v>2.010691358431683</c:v>
                </c:pt>
                <c:pt idx="2388">
                  <c:v>2.0098824751104369</c:v>
                </c:pt>
                <c:pt idx="2389">
                  <c:v>2.0122522856640512</c:v>
                </c:pt>
                <c:pt idx="2390">
                  <c:v>2.0134814619458914</c:v>
                </c:pt>
                <c:pt idx="2391">
                  <c:v>2.0137864277708184</c:v>
                </c:pt>
                <c:pt idx="2392">
                  <c:v>2.013595855036153</c:v>
                </c:pt>
                <c:pt idx="2393">
                  <c:v>2.0125016483154217</c:v>
                </c:pt>
                <c:pt idx="2394">
                  <c:v>2.0118457836091515</c:v>
                </c:pt>
                <c:pt idx="2395">
                  <c:v>2.013653326300521</c:v>
                </c:pt>
                <c:pt idx="2396">
                  <c:v>2.0149642315553504</c:v>
                </c:pt>
                <c:pt idx="2397">
                  <c:v>2.0133357508626184</c:v>
                </c:pt>
                <c:pt idx="2398">
                  <c:v>2.0122957187754116</c:v>
                </c:pt>
                <c:pt idx="2399">
                  <c:v>2.0128767224896156</c:v>
                </c:pt>
                <c:pt idx="2400">
                  <c:v>2.0126995835256367</c:v>
                </c:pt>
                <c:pt idx="2401">
                  <c:v>2.0123261576668643</c:v>
                </c:pt>
                <c:pt idx="2402">
                  <c:v>2.0114927968616074</c:v>
                </c:pt>
                <c:pt idx="2403">
                  <c:v>2.0098167073251139</c:v>
                </c:pt>
                <c:pt idx="2404">
                  <c:v>2.0094374024746711</c:v>
                </c:pt>
                <c:pt idx="2405">
                  <c:v>2.0107433353113118</c:v>
                </c:pt>
                <c:pt idx="2406">
                  <c:v>2.0119168809476715</c:v>
                </c:pt>
                <c:pt idx="2407">
                  <c:v>2.012472637964001</c:v>
                </c:pt>
                <c:pt idx="2408">
                  <c:v>2.0134908848157185</c:v>
                </c:pt>
                <c:pt idx="2409">
                  <c:v>2.0140687292586974</c:v>
                </c:pt>
                <c:pt idx="2410">
                  <c:v>2.0142444946264919</c:v>
                </c:pt>
                <c:pt idx="2411">
                  <c:v>2.0143216357882245</c:v>
                </c:pt>
                <c:pt idx="2412">
                  <c:v>2.013988346409969</c:v>
                </c:pt>
                <c:pt idx="2413">
                  <c:v>2.0129943023230257</c:v>
                </c:pt>
                <c:pt idx="2414">
                  <c:v>2.0131881442166106</c:v>
                </c:pt>
                <c:pt idx="2415">
                  <c:v>2.0143266906221839</c:v>
                </c:pt>
                <c:pt idx="2416">
                  <c:v>2.0143654260345927</c:v>
                </c:pt>
                <c:pt idx="2417">
                  <c:v>2.0141473264323859</c:v>
                </c:pt>
                <c:pt idx="2418">
                  <c:v>2.0138576624689568</c:v>
                </c:pt>
                <c:pt idx="2419">
                  <c:v>2.0129017768840245</c:v>
                </c:pt>
                <c:pt idx="2420">
                  <c:v>2.0130593558383332</c:v>
                </c:pt>
                <c:pt idx="2421">
                  <c:v>2.0131735840970526</c:v>
                </c:pt>
                <c:pt idx="2422">
                  <c:v>2.0131450957121824</c:v>
                </c:pt>
                <c:pt idx="2423">
                  <c:v>2.0132315223841233</c:v>
                </c:pt>
                <c:pt idx="2424">
                  <c:v>2.0143923210478891</c:v>
                </c:pt>
                <c:pt idx="2425">
                  <c:v>2.0150955198786842</c:v>
                </c:pt>
                <c:pt idx="2426">
                  <c:v>2.0146323981890508</c:v>
                </c:pt>
                <c:pt idx="2427">
                  <c:v>2.0139311498648382</c:v>
                </c:pt>
                <c:pt idx="2428">
                  <c:v>2.0134002824113755</c:v>
                </c:pt>
                <c:pt idx="2429">
                  <c:v>2.0132148194545176</c:v>
                </c:pt>
                <c:pt idx="2430">
                  <c:v>2.0138873321465462</c:v>
                </c:pt>
                <c:pt idx="2431">
                  <c:v>2.014496906661392</c:v>
                </c:pt>
                <c:pt idx="2432">
                  <c:v>2.0139322487417859</c:v>
                </c:pt>
                <c:pt idx="2433">
                  <c:v>2.0132114404079031</c:v>
                </c:pt>
                <c:pt idx="2434">
                  <c:v>2.0117260334937694</c:v>
                </c:pt>
                <c:pt idx="2435">
                  <c:v>2.0114987033252016</c:v>
                </c:pt>
                <c:pt idx="2436">
                  <c:v>2.0128326575240103</c:v>
                </c:pt>
                <c:pt idx="2437">
                  <c:v>2.0134415727126878</c:v>
                </c:pt>
                <c:pt idx="2438">
                  <c:v>2.0134358310806357</c:v>
                </c:pt>
                <c:pt idx="2439">
                  <c:v>2.0127567251269203</c:v>
                </c:pt>
                <c:pt idx="2440">
                  <c:v>2.0128244983626735</c:v>
                </c:pt>
                <c:pt idx="2441">
                  <c:v>2.0141243599041778</c:v>
                </c:pt>
                <c:pt idx="2442">
                  <c:v>2.0132958891013386</c:v>
                </c:pt>
                <c:pt idx="2443">
                  <c:v>2.0116619689677151</c:v>
                </c:pt>
                <c:pt idx="2444">
                  <c:v>2.0116223269818247</c:v>
                </c:pt>
                <c:pt idx="2445">
                  <c:v>2.0110036867321597</c:v>
                </c:pt>
                <c:pt idx="2446">
                  <c:v>2.0089954066943583</c:v>
                </c:pt>
                <c:pt idx="2447">
                  <c:v>2.0095234720116042</c:v>
                </c:pt>
                <c:pt idx="2448">
                  <c:v>2.0100028845519877</c:v>
                </c:pt>
                <c:pt idx="2449">
                  <c:v>2.0097354728467507</c:v>
                </c:pt>
                <c:pt idx="2450">
                  <c:v>2.0110428616953473</c:v>
                </c:pt>
                <c:pt idx="2451">
                  <c:v>2.0109297323135755</c:v>
                </c:pt>
                <c:pt idx="2452">
                  <c:v>2.0095453396628646</c:v>
                </c:pt>
                <c:pt idx="2453">
                  <c:v>2.0087860706358103</c:v>
                </c:pt>
                <c:pt idx="2454">
                  <c:v>2.0109634128920244</c:v>
                </c:pt>
                <c:pt idx="2455">
                  <c:v>2.0135139612316211</c:v>
                </c:pt>
                <c:pt idx="2456">
                  <c:v>2.013912414012879</c:v>
                </c:pt>
                <c:pt idx="2457">
                  <c:v>2.0129918298498932</c:v>
                </c:pt>
                <c:pt idx="2458">
                  <c:v>2.0106436122283027</c:v>
                </c:pt>
                <c:pt idx="2459">
                  <c:v>2.0110361860178898</c:v>
                </c:pt>
                <c:pt idx="2460">
                  <c:v>2.013061965671084</c:v>
                </c:pt>
                <c:pt idx="2461">
                  <c:v>2.0125876354365837</c:v>
                </c:pt>
                <c:pt idx="2462">
                  <c:v>2.0114913408496515</c:v>
                </c:pt>
                <c:pt idx="2463">
                  <c:v>2.0112221984132215</c:v>
                </c:pt>
                <c:pt idx="2464">
                  <c:v>2.0111661007450388</c:v>
                </c:pt>
                <c:pt idx="2465">
                  <c:v>2.0118628436737653</c:v>
                </c:pt>
                <c:pt idx="2466">
                  <c:v>2.0129126557658075</c:v>
                </c:pt>
                <c:pt idx="2467">
                  <c:v>2.0127537581591612</c:v>
                </c:pt>
                <c:pt idx="2468">
                  <c:v>2.0119614404079029</c:v>
                </c:pt>
                <c:pt idx="2469">
                  <c:v>2.0124060185490427</c:v>
                </c:pt>
                <c:pt idx="2470">
                  <c:v>2.0131734467374343</c:v>
                </c:pt>
                <c:pt idx="2471">
                  <c:v>2.011955973495088</c:v>
                </c:pt>
                <c:pt idx="2472">
                  <c:v>2.0097956088877167</c:v>
                </c:pt>
                <c:pt idx="2473">
                  <c:v>2.0096865178787278</c:v>
                </c:pt>
                <c:pt idx="2474">
                  <c:v>2.0114777697193467</c:v>
                </c:pt>
                <c:pt idx="2475">
                  <c:v>2.0136774741214478</c:v>
                </c:pt>
                <c:pt idx="2476">
                  <c:v>2.0129327652139515</c:v>
                </c:pt>
                <c:pt idx="2477">
                  <c:v>2.0126230467462252</c:v>
                </c:pt>
                <c:pt idx="2478">
                  <c:v>2.0128707336102503</c:v>
                </c:pt>
                <c:pt idx="2479">
                  <c:v>2.01259013538164</c:v>
                </c:pt>
                <c:pt idx="2480">
                  <c:v>2.0117264181007011</c:v>
                </c:pt>
                <c:pt idx="2481">
                  <c:v>2.0115503505417465</c:v>
                </c:pt>
                <c:pt idx="2482">
                  <c:v>2.0120009450341749</c:v>
                </c:pt>
                <c:pt idx="2483">
                  <c:v>2.0119674842311159</c:v>
                </c:pt>
                <c:pt idx="2484">
                  <c:v>2.0116390573833542</c:v>
                </c:pt>
                <c:pt idx="2485">
                  <c:v>2.0126895288015647</c:v>
                </c:pt>
                <c:pt idx="2486">
                  <c:v>2.0129273807169072</c:v>
                </c:pt>
                <c:pt idx="2487">
                  <c:v>2.0136416507329509</c:v>
                </c:pt>
                <c:pt idx="2488">
                  <c:v>2.013671787433243</c:v>
                </c:pt>
                <c:pt idx="2489">
                  <c:v>2.0121013274433528</c:v>
                </c:pt>
                <c:pt idx="2490">
                  <c:v>2.011010389881541</c:v>
                </c:pt>
                <c:pt idx="2491">
                  <c:v>2.0115755697676976</c:v>
                </c:pt>
                <c:pt idx="2492">
                  <c:v>2.0136811004153756</c:v>
                </c:pt>
                <c:pt idx="2493">
                  <c:v>2.0146742104569131</c:v>
                </c:pt>
                <c:pt idx="2494">
                  <c:v>2.0137695050658229</c:v>
                </c:pt>
                <c:pt idx="2495">
                  <c:v>2.0121222610492078</c:v>
                </c:pt>
                <c:pt idx="2496">
                  <c:v>2.0109489626601613</c:v>
                </c:pt>
                <c:pt idx="2497">
                  <c:v>2.009968654535065</c:v>
                </c:pt>
                <c:pt idx="2498">
                  <c:v>2.0104108700907672</c:v>
                </c:pt>
                <c:pt idx="2499">
                  <c:v>2.0118837223357731</c:v>
                </c:pt>
                <c:pt idx="2500">
                  <c:v>2.0129409518472121</c:v>
                </c:pt>
                <c:pt idx="2501">
                  <c:v>2.013867167754555</c:v>
                </c:pt>
                <c:pt idx="2502">
                  <c:v>2.0139950220874265</c:v>
                </c:pt>
                <c:pt idx="2503">
                  <c:v>2.0140373837937626</c:v>
                </c:pt>
                <c:pt idx="2504">
                  <c:v>2.013825602734006</c:v>
                </c:pt>
                <c:pt idx="2505">
                  <c:v>2.0126950231863034</c:v>
                </c:pt>
                <c:pt idx="2506">
                  <c:v>2.0120764378804861</c:v>
                </c:pt>
                <c:pt idx="2507">
                  <c:v>2.0117266378760905</c:v>
                </c:pt>
                <c:pt idx="2508">
                  <c:v>2.0134916815015056</c:v>
                </c:pt>
                <c:pt idx="2509">
                  <c:v>2.0142618019384191</c:v>
                </c:pt>
                <c:pt idx="2510">
                  <c:v>2.0130162798619811</c:v>
                </c:pt>
                <c:pt idx="2511">
                  <c:v>2.0118842168303992</c:v>
                </c:pt>
                <c:pt idx="2512">
                  <c:v>2.012682495989099</c:v>
                </c:pt>
                <c:pt idx="2513">
                  <c:v>2.0132021823696182</c:v>
                </c:pt>
                <c:pt idx="2514">
                  <c:v>2.0126160139337599</c:v>
                </c:pt>
                <c:pt idx="2515">
                  <c:v>2.0120316311729414</c:v>
                </c:pt>
                <c:pt idx="2516">
                  <c:v>2.0125465923825852</c:v>
                </c:pt>
                <c:pt idx="2517">
                  <c:v>2.0138832388299157</c:v>
                </c:pt>
                <c:pt idx="2518">
                  <c:v>2.0150611799740665</c:v>
                </c:pt>
                <c:pt idx="2519">
                  <c:v>2.0141223819256719</c:v>
                </c:pt>
                <c:pt idx="2520">
                  <c:v>2.0125051372497307</c:v>
                </c:pt>
                <c:pt idx="2521">
                  <c:v>2.0126281839959561</c:v>
                </c:pt>
                <c:pt idx="2522">
                  <c:v>2.0131195742950703</c:v>
                </c:pt>
                <c:pt idx="2523">
                  <c:v>2.0143449045075932</c:v>
                </c:pt>
                <c:pt idx="2524">
                  <c:v>2.0131284202545001</c:v>
                </c:pt>
                <c:pt idx="2525">
                  <c:v>2.0107326487329948</c:v>
                </c:pt>
                <c:pt idx="2526">
                  <c:v>2.0094874563196412</c:v>
                </c:pt>
                <c:pt idx="2527">
                  <c:v>2.0102280169666602</c:v>
                </c:pt>
                <c:pt idx="2528">
                  <c:v>2.012943122129184</c:v>
                </c:pt>
                <c:pt idx="2529">
                  <c:v>2.0144374299465948</c:v>
                </c:pt>
                <c:pt idx="2530">
                  <c:v>2.014936622272038</c:v>
                </c:pt>
                <c:pt idx="2531">
                  <c:v>2.0155732566317224</c:v>
                </c:pt>
                <c:pt idx="2532">
                  <c:v>2.0169332542141931</c:v>
                </c:pt>
                <c:pt idx="2533">
                  <c:v>2.0173748379156504</c:v>
                </c:pt>
                <c:pt idx="2534">
                  <c:v>2.0173495637458516</c:v>
                </c:pt>
                <c:pt idx="2535">
                  <c:v>2.0165024395068238</c:v>
                </c:pt>
                <c:pt idx="2536">
                  <c:v>2.0144684457484452</c:v>
                </c:pt>
                <c:pt idx="2537">
                  <c:v>2.0116643315531526</c:v>
                </c:pt>
                <c:pt idx="2538">
                  <c:v>2.0108802279070788</c:v>
                </c:pt>
                <c:pt idx="2539">
                  <c:v>2.0124928572998395</c:v>
                </c:pt>
                <c:pt idx="2540">
                  <c:v>2.0140613942550711</c:v>
                </c:pt>
                <c:pt idx="2541">
                  <c:v>2.0135923935737674</c:v>
                </c:pt>
                <c:pt idx="2542">
                  <c:v>2.0140059284411334</c:v>
                </c:pt>
                <c:pt idx="2543">
                  <c:v>2.0150902452693349</c:v>
                </c:pt>
                <c:pt idx="2544">
                  <c:v>2.0149036010197579</c:v>
                </c:pt>
                <c:pt idx="2545">
                  <c:v>2.0154294960550319</c:v>
                </c:pt>
                <c:pt idx="2546">
                  <c:v>2.0157927023581901</c:v>
                </c:pt>
                <c:pt idx="2547">
                  <c:v>2.0157669336937651</c:v>
                </c:pt>
                <c:pt idx="2548">
                  <c:v>2.0149400287905759</c:v>
                </c:pt>
                <c:pt idx="2549">
                  <c:v>2.0149173369816049</c:v>
                </c:pt>
                <c:pt idx="2550">
                  <c:v>2.0159778905958112</c:v>
                </c:pt>
                <c:pt idx="2551">
                  <c:v>2.0154568031471838</c:v>
                </c:pt>
                <c:pt idx="2552">
                  <c:v>2.0142173798378056</c:v>
                </c:pt>
                <c:pt idx="2553">
                  <c:v>2.0128768323773105</c:v>
                </c:pt>
                <c:pt idx="2554">
                  <c:v>2.0117987516757871</c:v>
                </c:pt>
                <c:pt idx="2555">
                  <c:v>2.0129512812905213</c:v>
                </c:pt>
                <c:pt idx="2556">
                  <c:v>2.0146266840289226</c:v>
                </c:pt>
                <c:pt idx="2557">
                  <c:v>2.0145123184105844</c:v>
                </c:pt>
                <c:pt idx="2558">
                  <c:v>2.0142074899452758</c:v>
                </c:pt>
                <c:pt idx="2559">
                  <c:v>2.0140832619063316</c:v>
                </c:pt>
                <c:pt idx="2560">
                  <c:v>2.0139327432364125</c:v>
                </c:pt>
                <c:pt idx="2561">
                  <c:v>2.0134343750686798</c:v>
                </c:pt>
                <c:pt idx="2562">
                  <c:v>2.0125852453792223</c:v>
                </c:pt>
                <c:pt idx="2563">
                  <c:v>2.0119552042812248</c:v>
                </c:pt>
                <c:pt idx="2564">
                  <c:v>2.0138630194940772</c:v>
                </c:pt>
                <c:pt idx="2565">
                  <c:v>2.0141693039713413</c:v>
                </c:pt>
                <c:pt idx="2566">
                  <c:v>2.0123758818487505</c:v>
                </c:pt>
                <c:pt idx="2567">
                  <c:v>2.0120820421529197</c:v>
                </c:pt>
                <c:pt idx="2568">
                  <c:v>2.014071366563372</c:v>
                </c:pt>
                <c:pt idx="2569">
                  <c:v>2.0146214643634206</c:v>
                </c:pt>
                <c:pt idx="2570">
                  <c:v>2.0134114360123951</c:v>
                </c:pt>
                <c:pt idx="2571">
                  <c:v>2.0124787916749081</c:v>
                </c:pt>
                <c:pt idx="2572">
                  <c:v>2.0119195731961934</c:v>
                </c:pt>
                <c:pt idx="2573">
                  <c:v>2.0121441287004682</c:v>
                </c:pt>
                <c:pt idx="2574">
                  <c:v>2.0104549625282959</c:v>
                </c:pt>
                <c:pt idx="2575">
                  <c:v>2.0088794477044463</c:v>
                </c:pt>
                <c:pt idx="2576">
                  <c:v>2.0092186435462955</c:v>
                </c:pt>
                <c:pt idx="2577">
                  <c:v>2.0106328157622908</c:v>
                </c:pt>
                <c:pt idx="2578">
                  <c:v>2.0112474725830203</c:v>
                </c:pt>
                <c:pt idx="2579">
                  <c:v>2.0111038218940243</c:v>
                </c:pt>
                <c:pt idx="2580">
                  <c:v>2.0123021472055558</c:v>
                </c:pt>
                <c:pt idx="2581">
                  <c:v>2.0134978352124131</c:v>
                </c:pt>
                <c:pt idx="2582">
                  <c:v>2.0135112415111758</c:v>
                </c:pt>
                <c:pt idx="2583">
                  <c:v>2.0133272070943495</c:v>
                </c:pt>
                <c:pt idx="2584">
                  <c:v>2.0135783004769126</c:v>
                </c:pt>
                <c:pt idx="2585">
                  <c:v>2.0141743862772246</c:v>
                </c:pt>
                <c:pt idx="2586">
                  <c:v>2.0141358706402057</c:v>
                </c:pt>
                <c:pt idx="2587">
                  <c:v>2.0109036065141423</c:v>
                </c:pt>
                <c:pt idx="2588">
                  <c:v>2.00882183908046</c:v>
                </c:pt>
                <c:pt idx="2589">
                  <c:v>2.0100037361816225</c:v>
                </c:pt>
                <c:pt idx="2590">
                  <c:v>2.0118244104525176</c:v>
                </c:pt>
                <c:pt idx="2591">
                  <c:v>2.0129923243445198</c:v>
                </c:pt>
                <c:pt idx="2592">
                  <c:v>2.0134689072767631</c:v>
                </c:pt>
                <c:pt idx="2593">
                  <c:v>2.0140200490099121</c:v>
                </c:pt>
                <c:pt idx="2594">
                  <c:v>2.0150239005736137</c:v>
                </c:pt>
                <c:pt idx="2595">
                  <c:v>2.0153216687545328</c:v>
                </c:pt>
                <c:pt idx="2596">
                  <c:v>2.0153073284103646</c:v>
                </c:pt>
                <c:pt idx="2597">
                  <c:v>2.0147080558669042</c:v>
                </c:pt>
                <c:pt idx="2598">
                  <c:v>2.0139768906177888</c:v>
                </c:pt>
                <c:pt idx="2599">
                  <c:v>2.0136126403815302</c:v>
                </c:pt>
                <c:pt idx="2600">
                  <c:v>2.0127684281664138</c:v>
                </c:pt>
                <c:pt idx="2601">
                  <c:v>2.0123183831124591</c:v>
                </c:pt>
                <c:pt idx="2602">
                  <c:v>2.012495522076438</c:v>
                </c:pt>
                <c:pt idx="2603">
                  <c:v>2.0119674842311159</c:v>
                </c:pt>
                <c:pt idx="2604">
                  <c:v>2.0125547240719985</c:v>
                </c:pt>
                <c:pt idx="2605">
                  <c:v>2.0140816410628339</c:v>
                </c:pt>
                <c:pt idx="2606">
                  <c:v>2.0149684622315993</c:v>
                </c:pt>
                <c:pt idx="2607">
                  <c:v>2.0164733467396321</c:v>
                </c:pt>
                <c:pt idx="2608">
                  <c:v>2.0179578745522075</c:v>
                </c:pt>
                <c:pt idx="2609">
                  <c:v>2.0195178677391707</c:v>
                </c:pt>
                <c:pt idx="2610">
                  <c:v>2.0191872431375133</c:v>
                </c:pt>
                <c:pt idx="2611">
                  <c:v>2.0169997637414561</c:v>
                </c:pt>
                <c:pt idx="2612">
                  <c:v>2.0154741379310344</c:v>
                </c:pt>
                <c:pt idx="2613">
                  <c:v>2.0157974000571417</c:v>
                </c:pt>
                <c:pt idx="2614">
                  <c:v>2.0166338926616998</c:v>
                </c:pt>
                <c:pt idx="2615">
                  <c:v>2.0160615151315358</c:v>
                </c:pt>
                <c:pt idx="2616">
                  <c:v>2.0146731939957365</c:v>
                </c:pt>
                <c:pt idx="2617">
                  <c:v>2.0134902529614735</c:v>
                </c:pt>
                <c:pt idx="2618">
                  <c:v>2.0132983615744711</c:v>
                </c:pt>
                <c:pt idx="2619">
                  <c:v>2.0137493956176789</c:v>
                </c:pt>
                <c:pt idx="2620">
                  <c:v>2.0132350113184327</c:v>
                </c:pt>
                <c:pt idx="2621">
                  <c:v>2.0124939561767872</c:v>
                </c:pt>
                <c:pt idx="2622">
                  <c:v>2.0135356365794159</c:v>
                </c:pt>
                <c:pt idx="2623">
                  <c:v>2.0149591767213906</c:v>
                </c:pt>
                <c:pt idx="2624">
                  <c:v>2.0148903046086901</c:v>
                </c:pt>
                <c:pt idx="2625">
                  <c:v>2.0151890892507858</c:v>
                </c:pt>
                <c:pt idx="2626">
                  <c:v>2.0138042845212194</c:v>
                </c:pt>
                <c:pt idx="2627">
                  <c:v>2.0108310806355902</c:v>
                </c:pt>
                <c:pt idx="2628">
                  <c:v>2.0096217390826574</c:v>
                </c:pt>
                <c:pt idx="2629">
                  <c:v>2.0110911848091249</c:v>
                </c:pt>
                <c:pt idx="2630">
                  <c:v>2.0120570152304347</c:v>
                </c:pt>
                <c:pt idx="2631">
                  <c:v>2.0122955264719455</c:v>
                </c:pt>
                <c:pt idx="2632">
                  <c:v>2.0135936847541811</c:v>
                </c:pt>
                <c:pt idx="2633">
                  <c:v>2.0148429430122414</c:v>
                </c:pt>
                <c:pt idx="2634">
                  <c:v>2.0145571251181291</c:v>
                </c:pt>
                <c:pt idx="2635">
                  <c:v>2.0131977319179799</c:v>
                </c:pt>
                <c:pt idx="2636">
                  <c:v>2.0129036724467593</c:v>
                </c:pt>
                <c:pt idx="2637">
                  <c:v>2.0135300323069822</c:v>
                </c:pt>
                <c:pt idx="2638">
                  <c:v>2.013351849409903</c:v>
                </c:pt>
                <c:pt idx="2639">
                  <c:v>2.0124668413881013</c:v>
                </c:pt>
                <c:pt idx="2640">
                  <c:v>2.0105079009252544</c:v>
                </c:pt>
                <c:pt idx="2641">
                  <c:v>2.0103199105514165</c:v>
                </c:pt>
                <c:pt idx="2642">
                  <c:v>2.0121486340959538</c:v>
                </c:pt>
                <c:pt idx="2643">
                  <c:v>2.0143044108920685</c:v>
                </c:pt>
                <c:pt idx="2644">
                  <c:v>2.0143248774752203</c:v>
                </c:pt>
                <c:pt idx="2645">
                  <c:v>2.013382013582119</c:v>
                </c:pt>
                <c:pt idx="2646">
                  <c:v>2.0139481824575283</c:v>
                </c:pt>
                <c:pt idx="2647">
                  <c:v>2.013327619173205</c:v>
                </c:pt>
                <c:pt idx="2648">
                  <c:v>2.0123509648139599</c:v>
                </c:pt>
                <c:pt idx="2649">
                  <c:v>2.0113273884090459</c:v>
                </c:pt>
                <c:pt idx="2650">
                  <c:v>2.0117520219335838</c:v>
                </c:pt>
                <c:pt idx="2651">
                  <c:v>2.0118875684050899</c:v>
                </c:pt>
                <c:pt idx="2652">
                  <c:v>2.011848530801521</c:v>
                </c:pt>
                <c:pt idx="2653">
                  <c:v>2.0142306487769499</c:v>
                </c:pt>
                <c:pt idx="2654">
                  <c:v>2.0151610129447706</c:v>
                </c:pt>
                <c:pt idx="2655">
                  <c:v>2.0160029724621435</c:v>
                </c:pt>
                <c:pt idx="2656">
                  <c:v>2.017228604865827</c:v>
                </c:pt>
                <c:pt idx="2657">
                  <c:v>2.0160101975780753</c:v>
                </c:pt>
                <c:pt idx="2658">
                  <c:v>2.01463031032285</c:v>
                </c:pt>
                <c:pt idx="2659">
                  <c:v>2.01449168699589</c:v>
                </c:pt>
                <c:pt idx="2660">
                  <c:v>2.0150472791806773</c:v>
                </c:pt>
                <c:pt idx="2661">
                  <c:v>2.0139263697501155</c:v>
                </c:pt>
                <c:pt idx="2662">
                  <c:v>2.0135554163644755</c:v>
                </c:pt>
                <c:pt idx="2663">
                  <c:v>2.0132399562646976</c:v>
                </c:pt>
                <c:pt idx="2664">
                  <c:v>2.0138365090877124</c:v>
                </c:pt>
                <c:pt idx="2665">
                  <c:v>2.0149768686402498</c:v>
                </c:pt>
                <c:pt idx="2666">
                  <c:v>2.0138415089778245</c:v>
                </c:pt>
                <c:pt idx="2667">
                  <c:v>2.0140637843124325</c:v>
                </c:pt>
                <c:pt idx="2668">
                  <c:v>2.0143982549834067</c:v>
                </c:pt>
                <c:pt idx="2669">
                  <c:v>2.0140824102766972</c:v>
                </c:pt>
                <c:pt idx="2670">
                  <c:v>2.0148030537790378</c:v>
                </c:pt>
                <c:pt idx="2671">
                  <c:v>2.0150591745236368</c:v>
                </c:pt>
                <c:pt idx="2672">
                  <c:v>2.0151626337882682</c:v>
                </c:pt>
                <c:pt idx="2673">
                  <c:v>2.0145106700951629</c:v>
                </c:pt>
                <c:pt idx="2674">
                  <c:v>2.0146775070877565</c:v>
                </c:pt>
                <c:pt idx="2675">
                  <c:v>2.01484917913892</c:v>
                </c:pt>
                <c:pt idx="2676">
                  <c:v>2.0150146425353288</c:v>
                </c:pt>
                <c:pt idx="2677">
                  <c:v>2.0147542911144809</c:v>
                </c:pt>
                <c:pt idx="2678">
                  <c:v>2.0136314311773367</c:v>
                </c:pt>
                <c:pt idx="2679">
                  <c:v>2.0130219665501858</c:v>
                </c:pt>
                <c:pt idx="2680">
                  <c:v>2.012596591283708</c:v>
                </c:pt>
                <c:pt idx="2681">
                  <c:v>2.0125602459286611</c:v>
                </c:pt>
                <c:pt idx="2682">
                  <c:v>2.01359308037186</c:v>
                </c:pt>
                <c:pt idx="2683">
                  <c:v>2.0149184633304764</c:v>
                </c:pt>
                <c:pt idx="2684">
                  <c:v>2.0143802608733874</c:v>
                </c:pt>
                <c:pt idx="2685">
                  <c:v>2.0130957561372278</c:v>
                </c:pt>
                <c:pt idx="2686">
                  <c:v>2.0113323608272347</c:v>
                </c:pt>
                <c:pt idx="2687">
                  <c:v>2.0103763104107601</c:v>
                </c:pt>
                <c:pt idx="2688">
                  <c:v>2.0100526636777212</c:v>
                </c:pt>
                <c:pt idx="2689">
                  <c:v>2.0106747928616953</c:v>
                </c:pt>
                <c:pt idx="2690">
                  <c:v>2.0110509109689896</c:v>
                </c:pt>
                <c:pt idx="2691">
                  <c:v>2.0125106591063933</c:v>
                </c:pt>
                <c:pt idx="2692">
                  <c:v>2.0139284850882397</c:v>
                </c:pt>
                <c:pt idx="2693">
                  <c:v>2.0152903507615219</c:v>
                </c:pt>
                <c:pt idx="2694">
                  <c:v>2.0161453869145731</c:v>
                </c:pt>
                <c:pt idx="2695">
                  <c:v>2.0145230874046725</c:v>
                </c:pt>
                <c:pt idx="2696">
                  <c:v>2.0129713907386653</c:v>
                </c:pt>
                <c:pt idx="2697">
                  <c:v>2.0133514098591241</c:v>
                </c:pt>
                <c:pt idx="2698">
                  <c:v>2.014174084086064</c:v>
                </c:pt>
                <c:pt idx="2699">
                  <c:v>2.0140130161974463</c:v>
                </c:pt>
                <c:pt idx="2700">
                  <c:v>2.0161696446231949</c:v>
                </c:pt>
                <c:pt idx="2701">
                  <c:v>2.0182288301356013</c:v>
                </c:pt>
                <c:pt idx="2702">
                  <c:v>2.0174425012637083</c:v>
                </c:pt>
                <c:pt idx="2703">
                  <c:v>2.0166708698709916</c:v>
                </c:pt>
                <c:pt idx="2704">
                  <c:v>2.0164323586294808</c:v>
                </c:pt>
                <c:pt idx="2705">
                  <c:v>2.0149099745060548</c:v>
                </c:pt>
                <c:pt idx="2706">
                  <c:v>2.0126606008659151</c:v>
                </c:pt>
                <c:pt idx="2707">
                  <c:v>2.0122169567701809</c:v>
                </c:pt>
                <c:pt idx="2708">
                  <c:v>2.0131494088042019</c:v>
                </c:pt>
                <c:pt idx="2709">
                  <c:v>2.0122944275949979</c:v>
                </c:pt>
                <c:pt idx="2710">
                  <c:v>2.0111403320806138</c:v>
                </c:pt>
                <c:pt idx="2711">
                  <c:v>2.0127450495593502</c:v>
                </c:pt>
                <c:pt idx="2712">
                  <c:v>2.013873431353157</c:v>
                </c:pt>
                <c:pt idx="2713">
                  <c:v>2.0130050438451903</c:v>
                </c:pt>
                <c:pt idx="2714">
                  <c:v>2.0127471099536276</c:v>
                </c:pt>
                <c:pt idx="2715">
                  <c:v>2.0122641535350869</c:v>
                </c:pt>
                <c:pt idx="2716">
                  <c:v>2.0121951440627677</c:v>
                </c:pt>
                <c:pt idx="2717">
                  <c:v>2.0123995626469746</c:v>
                </c:pt>
                <c:pt idx="2718">
                  <c:v>2.0123918155644929</c:v>
                </c:pt>
                <c:pt idx="2719">
                  <c:v>2.0125486527768621</c:v>
                </c:pt>
                <c:pt idx="2720">
                  <c:v>2.0122045669325948</c:v>
                </c:pt>
                <c:pt idx="2721">
                  <c:v>2.0115994703413111</c:v>
                </c:pt>
                <c:pt idx="2722">
                  <c:v>2.0133936616777652</c:v>
                </c:pt>
                <c:pt idx="2723">
                  <c:v>2.0145547075888444</c:v>
                </c:pt>
                <c:pt idx="2724">
                  <c:v>2.0132981417990812</c:v>
                </c:pt>
                <c:pt idx="2725">
                  <c:v>2.010780944374849</c:v>
                </c:pt>
                <c:pt idx="2726">
                  <c:v>2.0106936660732733</c:v>
                </c:pt>
                <c:pt idx="2727">
                  <c:v>2.0120420430320212</c:v>
                </c:pt>
                <c:pt idx="2728">
                  <c:v>2.0131394639678248</c:v>
                </c:pt>
                <c:pt idx="2729">
                  <c:v>2.0130880365266699</c:v>
                </c:pt>
                <c:pt idx="2730">
                  <c:v>2.0123177512582142</c:v>
                </c:pt>
                <c:pt idx="2731">
                  <c:v>2.0126910947012155</c:v>
                </c:pt>
                <c:pt idx="2732">
                  <c:v>2.0127997461594251</c:v>
                </c:pt>
                <c:pt idx="2733">
                  <c:v>2.0130736412386541</c:v>
                </c:pt>
                <c:pt idx="2734">
                  <c:v>2.0127878233445418</c:v>
                </c:pt>
                <c:pt idx="2735">
                  <c:v>2.0116735346475902</c:v>
                </c:pt>
                <c:pt idx="2736">
                  <c:v>2.0109294575943384</c:v>
                </c:pt>
                <c:pt idx="2737">
                  <c:v>2.0098058559152547</c:v>
                </c:pt>
                <c:pt idx="2738">
                  <c:v>2.0109903903210919</c:v>
                </c:pt>
                <c:pt idx="2739">
                  <c:v>2.0134835772840156</c:v>
                </c:pt>
                <c:pt idx="2740">
                  <c:v>2.0131327333465197</c:v>
                </c:pt>
                <c:pt idx="2741">
                  <c:v>2.012973093997934</c:v>
                </c:pt>
                <c:pt idx="2742">
                  <c:v>2.0131721006131733</c:v>
                </c:pt>
                <c:pt idx="2743">
                  <c:v>2.013179243313334</c:v>
                </c:pt>
                <c:pt idx="2744">
                  <c:v>2.0145158073448934</c:v>
                </c:pt>
                <c:pt idx="2745">
                  <c:v>2.016169205072416</c:v>
                </c:pt>
                <c:pt idx="2746">
                  <c:v>2.0168673215973274</c:v>
                </c:pt>
                <c:pt idx="2747">
                  <c:v>2.0177171930287248</c:v>
                </c:pt>
                <c:pt idx="2748">
                  <c:v>2.0181700951627435</c:v>
                </c:pt>
                <c:pt idx="2749">
                  <c:v>2.0156811114041449</c:v>
                </c:pt>
                <c:pt idx="2750">
                  <c:v>2.0138296685787127</c:v>
                </c:pt>
                <c:pt idx="2751">
                  <c:v>2.0127448023120369</c:v>
                </c:pt>
                <c:pt idx="2752">
                  <c:v>2.0129147161600844</c:v>
                </c:pt>
                <c:pt idx="2753">
                  <c:v>2.0138472506098766</c:v>
                </c:pt>
                <c:pt idx="2754">
                  <c:v>2.0145644601217554</c:v>
                </c:pt>
                <c:pt idx="2755">
                  <c:v>2.0151569745719873</c:v>
                </c:pt>
                <c:pt idx="2756">
                  <c:v>2.0143527065339222</c:v>
                </c:pt>
                <c:pt idx="2757">
                  <c:v>2.0141433155315269</c:v>
                </c:pt>
                <c:pt idx="2758">
                  <c:v>2.0140506802048308</c:v>
                </c:pt>
                <c:pt idx="2759">
                  <c:v>2.0120828937825541</c:v>
                </c:pt>
                <c:pt idx="2760">
                  <c:v>2.0115437847519835</c:v>
                </c:pt>
                <c:pt idx="2761">
                  <c:v>2.0118575415924926</c:v>
                </c:pt>
                <c:pt idx="2762">
                  <c:v>2.0120847069295182</c:v>
                </c:pt>
                <c:pt idx="2763">
                  <c:v>2.0116176567547965</c:v>
                </c:pt>
                <c:pt idx="2764">
                  <c:v>2.0112798894529789</c:v>
                </c:pt>
                <c:pt idx="2765">
                  <c:v>2.0104509790993603</c:v>
                </c:pt>
                <c:pt idx="2766">
                  <c:v>2.0118400145051756</c:v>
                </c:pt>
                <c:pt idx="2767">
                  <c:v>2.0142630107030617</c:v>
                </c:pt>
                <c:pt idx="2768">
                  <c:v>2.0154589459572319</c:v>
                </c:pt>
                <c:pt idx="2769">
                  <c:v>2.0165345816575462</c:v>
                </c:pt>
                <c:pt idx="2770">
                  <c:v>2.0162253851563703</c:v>
                </c:pt>
                <c:pt idx="2771">
                  <c:v>2.0147434671765456</c:v>
                </c:pt>
                <c:pt idx="2772">
                  <c:v>2.0139752148304435</c:v>
                </c:pt>
                <c:pt idx="2773">
                  <c:v>2.0134755005384499</c:v>
                </c:pt>
                <c:pt idx="2774">
                  <c:v>2.0125734873958816</c:v>
                </c:pt>
                <c:pt idx="2775">
                  <c:v>2.0119382541043054</c:v>
                </c:pt>
                <c:pt idx="2776">
                  <c:v>2.0116826278543329</c:v>
                </c:pt>
                <c:pt idx="2777">
                  <c:v>2.0129011450297796</c:v>
                </c:pt>
                <c:pt idx="2778">
                  <c:v>2.0138214544735282</c:v>
                </c:pt>
                <c:pt idx="2779">
                  <c:v>2.0128263115096372</c:v>
                </c:pt>
                <c:pt idx="2780">
                  <c:v>2.0130374332432255</c:v>
                </c:pt>
                <c:pt idx="2781">
                  <c:v>2.0110881079536713</c:v>
                </c:pt>
                <c:pt idx="2782">
                  <c:v>2.0103015867783127</c:v>
                </c:pt>
                <c:pt idx="2783">
                  <c:v>2.0119834728907056</c:v>
                </c:pt>
                <c:pt idx="2784">
                  <c:v>2.0115160106371288</c:v>
                </c:pt>
                <c:pt idx="2785">
                  <c:v>2.0120329498252785</c:v>
                </c:pt>
                <c:pt idx="2786">
                  <c:v>2.0140198841783699</c:v>
                </c:pt>
                <c:pt idx="2787">
                  <c:v>2.0147448682446538</c:v>
                </c:pt>
                <c:pt idx="2788">
                  <c:v>2.0137066218324873</c:v>
                </c:pt>
                <c:pt idx="2789">
                  <c:v>2.0129677369728136</c:v>
                </c:pt>
                <c:pt idx="2790">
                  <c:v>2.0119449847256106</c:v>
                </c:pt>
                <c:pt idx="2791">
                  <c:v>2.00984181666337</c:v>
                </c:pt>
                <c:pt idx="2792">
                  <c:v>2.0099635997011056</c:v>
                </c:pt>
                <c:pt idx="2793">
                  <c:v>2.0109266005142743</c:v>
                </c:pt>
                <c:pt idx="2794">
                  <c:v>2.0108780301531834</c:v>
                </c:pt>
                <c:pt idx="2795">
                  <c:v>2.0125283510252521</c:v>
                </c:pt>
                <c:pt idx="2796">
                  <c:v>2.0133277015889761</c:v>
                </c:pt>
                <c:pt idx="2797">
                  <c:v>2.0122691808971229</c:v>
                </c:pt>
                <c:pt idx="2798">
                  <c:v>2.0125731302608734</c:v>
                </c:pt>
                <c:pt idx="2799">
                  <c:v>2.0141674908243776</c:v>
                </c:pt>
                <c:pt idx="2800">
                  <c:v>2.0141918309487705</c:v>
                </c:pt>
                <c:pt idx="2801">
                  <c:v>2.0131155359222874</c:v>
                </c:pt>
                <c:pt idx="2802">
                  <c:v>2.0119485560756907</c:v>
                </c:pt>
                <c:pt idx="2803">
                  <c:v>2.0114066998527504</c:v>
                </c:pt>
                <c:pt idx="2804">
                  <c:v>2.0113759312982133</c:v>
                </c:pt>
                <c:pt idx="2805">
                  <c:v>2.012590849651656</c:v>
                </c:pt>
                <c:pt idx="2806">
                  <c:v>2.0133545141865015</c:v>
                </c:pt>
                <c:pt idx="2807">
                  <c:v>2.0139031559745941</c:v>
                </c:pt>
                <c:pt idx="2808">
                  <c:v>2.0147736313487616</c:v>
                </c:pt>
                <c:pt idx="2809">
                  <c:v>2.0159183039933186</c:v>
                </c:pt>
                <c:pt idx="2810">
                  <c:v>2.0160896738533221</c:v>
                </c:pt>
                <c:pt idx="2811">
                  <c:v>2.0149579954286718</c:v>
                </c:pt>
                <c:pt idx="2812">
                  <c:v>2.013328443330916</c:v>
                </c:pt>
                <c:pt idx="2813">
                  <c:v>2.0124812916199644</c:v>
                </c:pt>
                <c:pt idx="2814">
                  <c:v>2.0132284180567459</c:v>
                </c:pt>
                <c:pt idx="2815">
                  <c:v>2.0137061273378607</c:v>
                </c:pt>
                <c:pt idx="2816">
                  <c:v>2.0131303432891583</c:v>
                </c:pt>
                <c:pt idx="2817">
                  <c:v>2.0121114920551197</c:v>
                </c:pt>
                <c:pt idx="2818">
                  <c:v>2.010041729852091</c:v>
                </c:pt>
                <c:pt idx="2819">
                  <c:v>2.0087270334717919</c:v>
                </c:pt>
                <c:pt idx="2820">
                  <c:v>2.0098863761236019</c:v>
                </c:pt>
                <c:pt idx="2821">
                  <c:v>2.0102635381639966</c:v>
                </c:pt>
                <c:pt idx="2822">
                  <c:v>2.0084943188061799</c:v>
                </c:pt>
                <c:pt idx="2823">
                  <c:v>2.0080785312410718</c:v>
                </c:pt>
                <c:pt idx="2824">
                  <c:v>2.0107816861167884</c:v>
                </c:pt>
                <c:pt idx="2825">
                  <c:v>2.0133931397112153</c:v>
                </c:pt>
                <c:pt idx="2826">
                  <c:v>2.0137001934023426</c:v>
                </c:pt>
                <c:pt idx="2827">
                  <c:v>2.0130828168611679</c:v>
                </c:pt>
                <c:pt idx="2828">
                  <c:v>2.0127283466297445</c:v>
                </c:pt>
                <c:pt idx="2829">
                  <c:v>2.0117093030922399</c:v>
                </c:pt>
                <c:pt idx="2830">
                  <c:v>2.0120499549460451</c:v>
                </c:pt>
                <c:pt idx="2831">
                  <c:v>2.012572086327773</c:v>
                </c:pt>
                <c:pt idx="2832">
                  <c:v>2.0116651007670163</c:v>
                </c:pt>
                <c:pt idx="2833">
                  <c:v>2.0109714621656667</c:v>
                </c:pt>
                <c:pt idx="2834">
                  <c:v>2.0110273400584604</c:v>
                </c:pt>
                <c:pt idx="2835">
                  <c:v>2.0114426056570185</c:v>
                </c:pt>
                <c:pt idx="2836">
                  <c:v>2.0116540021098439</c:v>
                </c:pt>
                <c:pt idx="2837">
                  <c:v>2.0124312927188415</c:v>
                </c:pt>
                <c:pt idx="2838">
                  <c:v>2.0135842344124306</c:v>
                </c:pt>
                <c:pt idx="2839">
                  <c:v>2.0146323981890508</c:v>
                </c:pt>
                <c:pt idx="2840">
                  <c:v>2.0151431012505219</c:v>
                </c:pt>
                <c:pt idx="2841">
                  <c:v>2.0151786224478583</c:v>
                </c:pt>
                <c:pt idx="2842">
                  <c:v>2.0152192534230018</c:v>
                </c:pt>
                <c:pt idx="2843">
                  <c:v>2.0149229412540386</c:v>
                </c:pt>
                <c:pt idx="2844">
                  <c:v>2.0158143227621372</c:v>
                </c:pt>
                <c:pt idx="2845">
                  <c:v>2.0165944155073516</c:v>
                </c:pt>
                <c:pt idx="2846">
                  <c:v>2.0159102272477529</c:v>
                </c:pt>
                <c:pt idx="2847">
                  <c:v>2.0138011527219182</c:v>
                </c:pt>
                <c:pt idx="2848">
                  <c:v>2.0124362651370298</c:v>
                </c:pt>
                <c:pt idx="2849">
                  <c:v>2.0123145919869891</c:v>
                </c:pt>
                <c:pt idx="2850">
                  <c:v>2.012315141425463</c:v>
                </c:pt>
                <c:pt idx="2851">
                  <c:v>2.0137117041383705</c:v>
                </c:pt>
                <c:pt idx="2852">
                  <c:v>2.0152401595569329</c:v>
                </c:pt>
                <c:pt idx="2853">
                  <c:v>2.0154866926001627</c:v>
                </c:pt>
                <c:pt idx="2854">
                  <c:v>2.0142446594580341</c:v>
                </c:pt>
                <c:pt idx="2855">
                  <c:v>2.0133495417683127</c:v>
                </c:pt>
                <c:pt idx="2856">
                  <c:v>2.0126536229972967</c:v>
                </c:pt>
                <c:pt idx="2857">
                  <c:v>2.012903727390607</c:v>
                </c:pt>
                <c:pt idx="2858">
                  <c:v>2.0129529570778666</c:v>
                </c:pt>
                <c:pt idx="2859">
                  <c:v>2.0112994219907256</c:v>
                </c:pt>
                <c:pt idx="2860">
                  <c:v>2.0101421672051165</c:v>
                </c:pt>
                <c:pt idx="2861">
                  <c:v>2.0117820212742576</c:v>
                </c:pt>
                <c:pt idx="2862">
                  <c:v>2.0145265488670581</c:v>
                </c:pt>
                <c:pt idx="2863">
                  <c:v>2.015407930594932</c:v>
                </c:pt>
                <c:pt idx="2864">
                  <c:v>2.0153663381024591</c:v>
                </c:pt>
                <c:pt idx="2865">
                  <c:v>2.0138743653985625</c:v>
                </c:pt>
                <c:pt idx="2866">
                  <c:v>2.0122886310190986</c:v>
                </c:pt>
                <c:pt idx="2867">
                  <c:v>2.0118301520845696</c:v>
                </c:pt>
                <c:pt idx="2868">
                  <c:v>2.0123009933847609</c:v>
                </c:pt>
                <c:pt idx="2869">
                  <c:v>2.0124409078921341</c:v>
                </c:pt>
                <c:pt idx="2870">
                  <c:v>2.0112159348146195</c:v>
                </c:pt>
                <c:pt idx="2871">
                  <c:v>2.0088983209160238</c:v>
                </c:pt>
                <c:pt idx="2872">
                  <c:v>2.0081343541900178</c:v>
                </c:pt>
                <c:pt idx="2873">
                  <c:v>2.0093695193512229</c:v>
                </c:pt>
                <c:pt idx="2874">
                  <c:v>2.0107048746181402</c:v>
                </c:pt>
                <c:pt idx="2875">
                  <c:v>2.009518801784576</c:v>
                </c:pt>
                <c:pt idx="2876">
                  <c:v>2.0080386420078677</c:v>
                </c:pt>
                <c:pt idx="2877">
                  <c:v>2.0083485802509835</c:v>
                </c:pt>
                <c:pt idx="2878">
                  <c:v>2.0097320388562889</c:v>
                </c:pt>
                <c:pt idx="2879">
                  <c:v>2.0100187083800356</c:v>
                </c:pt>
                <c:pt idx="2880">
                  <c:v>2.0082171545680314</c:v>
                </c:pt>
                <c:pt idx="2881">
                  <c:v>2.0074462649172546</c:v>
                </c:pt>
                <c:pt idx="2882">
                  <c:v>2.00967805652623</c:v>
                </c:pt>
                <c:pt idx="2883">
                  <c:v>2.0131850124173094</c:v>
                </c:pt>
                <c:pt idx="2884">
                  <c:v>2.0148138227731258</c:v>
                </c:pt>
                <c:pt idx="2885">
                  <c:v>2.0153729588360694</c:v>
                </c:pt>
                <c:pt idx="2886">
                  <c:v>2.0146674523636845</c:v>
                </c:pt>
                <c:pt idx="2887">
                  <c:v>2.0151613700797784</c:v>
                </c:pt>
                <c:pt idx="2888">
                  <c:v>2.0134870387464012</c:v>
                </c:pt>
                <c:pt idx="2889">
                  <c:v>2.0115372189622205</c:v>
                </c:pt>
                <c:pt idx="2890">
                  <c:v>2.0109562152480165</c:v>
                </c:pt>
                <c:pt idx="2891">
                  <c:v>2.0125732950924156</c:v>
                </c:pt>
                <c:pt idx="2892">
                  <c:v>2.0149790114502979</c:v>
                </c:pt>
                <c:pt idx="2893">
                  <c:v>2.0145604217489725</c:v>
                </c:pt>
                <c:pt idx="2894">
                  <c:v>2.0123737390387024</c:v>
                </c:pt>
                <c:pt idx="2895">
                  <c:v>2.0104241115579877</c:v>
                </c:pt>
                <c:pt idx="2896">
                  <c:v>2.00908771235797</c:v>
                </c:pt>
                <c:pt idx="2897">
                  <c:v>2.0099833245423175</c:v>
                </c:pt>
                <c:pt idx="2898">
                  <c:v>2.0117127370827013</c:v>
                </c:pt>
                <c:pt idx="2899">
                  <c:v>2.0117046603371356</c:v>
                </c:pt>
                <c:pt idx="2900">
                  <c:v>2.0117876255466913</c:v>
                </c:pt>
                <c:pt idx="2901">
                  <c:v>2.0119672095118788</c:v>
                </c:pt>
                <c:pt idx="2902">
                  <c:v>2.0126226896112174</c:v>
                </c:pt>
                <c:pt idx="2903">
                  <c:v>2.0122854442759501</c:v>
                </c:pt>
                <c:pt idx="2904">
                  <c:v>2.0117081217995207</c:v>
                </c:pt>
                <c:pt idx="2905">
                  <c:v>2.0108764917254565</c:v>
                </c:pt>
                <c:pt idx="2906">
                  <c:v>2.0105669380892728</c:v>
                </c:pt>
                <c:pt idx="2907">
                  <c:v>2.0130180380650975</c:v>
                </c:pt>
                <c:pt idx="2908">
                  <c:v>2.0149562921694031</c:v>
                </c:pt>
                <c:pt idx="2909">
                  <c:v>2.0152118909474517</c:v>
                </c:pt>
                <c:pt idx="2910">
                  <c:v>2.0141096898969253</c:v>
                </c:pt>
                <c:pt idx="2911">
                  <c:v>2.0116907870156702</c:v>
                </c:pt>
                <c:pt idx="2912">
                  <c:v>2.0122887958506408</c:v>
                </c:pt>
                <c:pt idx="2913">
                  <c:v>2.0138063449154964</c:v>
                </c:pt>
                <c:pt idx="2914">
                  <c:v>2.0130303729588359</c:v>
                </c:pt>
                <c:pt idx="2915">
                  <c:v>2.0112049735170654</c:v>
                </c:pt>
                <c:pt idx="2916">
                  <c:v>2.0100010439331002</c:v>
                </c:pt>
                <c:pt idx="2917">
                  <c:v>2.0084468473220367</c:v>
                </c:pt>
                <c:pt idx="2918">
                  <c:v>2.009182517966638</c:v>
                </c:pt>
                <c:pt idx="2919">
                  <c:v>2.0111161293158393</c:v>
                </c:pt>
                <c:pt idx="2920">
                  <c:v>2.0126284861871166</c:v>
                </c:pt>
                <c:pt idx="2921">
                  <c:v>2.0128469429243312</c:v>
                </c:pt>
                <c:pt idx="2922">
                  <c:v>2.0115412573350038</c:v>
                </c:pt>
                <c:pt idx="2923">
                  <c:v>2.0102869717149074</c:v>
                </c:pt>
                <c:pt idx="2924">
                  <c:v>2.010125958770137</c:v>
                </c:pt>
                <c:pt idx="2925">
                  <c:v>2.0109656381178436</c:v>
                </c:pt>
                <c:pt idx="2926">
                  <c:v>2.012097371486341</c:v>
                </c:pt>
                <c:pt idx="2927">
                  <c:v>2.0141082613568932</c:v>
                </c:pt>
                <c:pt idx="2928">
                  <c:v>2.0150573064328254</c:v>
                </c:pt>
                <c:pt idx="2929">
                  <c:v>2.0134884398145094</c:v>
                </c:pt>
                <c:pt idx="2930">
                  <c:v>2.0115459825058788</c:v>
                </c:pt>
                <c:pt idx="2931">
                  <c:v>2.0111149205511967</c:v>
                </c:pt>
                <c:pt idx="2932">
                  <c:v>2.0111220083075096</c:v>
                </c:pt>
                <c:pt idx="2933">
                  <c:v>2.0119336937649721</c:v>
                </c:pt>
                <c:pt idx="2934">
                  <c:v>2.0131375409331662</c:v>
                </c:pt>
                <c:pt idx="2935">
                  <c:v>2.0126628810355816</c:v>
                </c:pt>
                <c:pt idx="2936">
                  <c:v>2.0126557932792686</c:v>
                </c:pt>
                <c:pt idx="2937">
                  <c:v>2.013755109777807</c:v>
                </c:pt>
                <c:pt idx="2938">
                  <c:v>2.0123430528999364</c:v>
                </c:pt>
                <c:pt idx="2939">
                  <c:v>2.0102381541065033</c:v>
                </c:pt>
                <c:pt idx="2940">
                  <c:v>2.0099883519043535</c:v>
                </c:pt>
                <c:pt idx="2941">
                  <c:v>2.0104484242104568</c:v>
                </c:pt>
                <c:pt idx="2942">
                  <c:v>2.0103141689193644</c:v>
                </c:pt>
                <c:pt idx="2943">
                  <c:v>2.0100629931210303</c:v>
                </c:pt>
                <c:pt idx="2944">
                  <c:v>2.0106773752225227</c:v>
                </c:pt>
                <c:pt idx="2945">
                  <c:v>2.011515653502121</c:v>
                </c:pt>
                <c:pt idx="2946">
                  <c:v>2.012158139381552</c:v>
                </c:pt>
                <c:pt idx="2947">
                  <c:v>2.012474698358278</c:v>
                </c:pt>
                <c:pt idx="2948">
                  <c:v>2.0130441638645307</c:v>
                </c:pt>
                <c:pt idx="2949">
                  <c:v>2.013381491615569</c:v>
                </c:pt>
                <c:pt idx="2950">
                  <c:v>2.0135978330146589</c:v>
                </c:pt>
                <c:pt idx="2951">
                  <c:v>2.0145303949363749</c:v>
                </c:pt>
                <c:pt idx="2952">
                  <c:v>2.0142788345311091</c:v>
                </c:pt>
                <c:pt idx="2953">
                  <c:v>2.0127507087756311</c:v>
                </c:pt>
                <c:pt idx="2954">
                  <c:v>2.0107212753565857</c:v>
                </c:pt>
                <c:pt idx="2955">
                  <c:v>2.0096694028702666</c:v>
                </c:pt>
                <c:pt idx="2956">
                  <c:v>2.0099137106876772</c:v>
                </c:pt>
                <c:pt idx="2957">
                  <c:v>2.0102129623524756</c:v>
                </c:pt>
                <c:pt idx="2958">
                  <c:v>2.0123970352299949</c:v>
                </c:pt>
                <c:pt idx="2959">
                  <c:v>2.0158074547812137</c:v>
                </c:pt>
                <c:pt idx="2960">
                  <c:v>2.0186215138128834</c:v>
                </c:pt>
                <c:pt idx="2961">
                  <c:v>2.018992549614294</c:v>
                </c:pt>
                <c:pt idx="2962">
                  <c:v>2.0172463792004574</c:v>
                </c:pt>
                <c:pt idx="2963">
                  <c:v>2.0161674193973758</c:v>
                </c:pt>
                <c:pt idx="2964">
                  <c:v>2.0142404287817852</c:v>
                </c:pt>
                <c:pt idx="2965">
                  <c:v>2.0140760367904003</c:v>
                </c:pt>
                <c:pt idx="2966">
                  <c:v>2.0147053086745346</c:v>
                </c:pt>
                <c:pt idx="2967">
                  <c:v>2.0155981187226653</c:v>
                </c:pt>
                <c:pt idx="2968">
                  <c:v>2.0165079613634864</c:v>
                </c:pt>
                <c:pt idx="2969">
                  <c:v>2.0153776015911737</c:v>
                </c:pt>
                <c:pt idx="2970">
                  <c:v>2.0131360025054392</c:v>
                </c:pt>
                <c:pt idx="2971">
                  <c:v>2.0130655370211645</c:v>
                </c:pt>
                <c:pt idx="2972">
                  <c:v>2.0130144941869408</c:v>
                </c:pt>
                <c:pt idx="2973">
                  <c:v>2.0134857200940637</c:v>
                </c:pt>
                <c:pt idx="2974">
                  <c:v>2.0139609294301226</c:v>
                </c:pt>
                <c:pt idx="2975">
                  <c:v>2.0126433210259114</c:v>
                </c:pt>
                <c:pt idx="2976">
                  <c:v>2.0110586855233952</c:v>
                </c:pt>
                <c:pt idx="2977">
                  <c:v>2.0114974396167118</c:v>
                </c:pt>
                <c:pt idx="2978">
                  <c:v>2.011915040328784</c:v>
                </c:pt>
                <c:pt idx="2979">
                  <c:v>2.0126823861014045</c:v>
                </c:pt>
                <c:pt idx="2980">
                  <c:v>2.0133858596514362</c:v>
                </c:pt>
                <c:pt idx="2981">
                  <c:v>2.0138675248895628</c:v>
                </c:pt>
                <c:pt idx="2982">
                  <c:v>2.0130034230016922</c:v>
                </c:pt>
                <c:pt idx="2983">
                  <c:v>2.0123426133491571</c:v>
                </c:pt>
                <c:pt idx="2984">
                  <c:v>2.0117989989231004</c:v>
                </c:pt>
                <c:pt idx="2985">
                  <c:v>2.0118722115997452</c:v>
                </c:pt>
                <c:pt idx="2986">
                  <c:v>2.0129588085976131</c:v>
                </c:pt>
                <c:pt idx="2987">
                  <c:v>2.0121701720841298</c:v>
                </c:pt>
                <c:pt idx="2988">
                  <c:v>2.0117067482033364</c:v>
                </c:pt>
                <c:pt idx="2989">
                  <c:v>2.0124532153139492</c:v>
                </c:pt>
                <c:pt idx="2990">
                  <c:v>2.0135214885387134</c:v>
                </c:pt>
                <c:pt idx="2991">
                  <c:v>2.0136478319157822</c:v>
                </c:pt>
                <c:pt idx="2992">
                  <c:v>2.0137089294740775</c:v>
                </c:pt>
                <c:pt idx="2993">
                  <c:v>2.0127997461594251</c:v>
                </c:pt>
                <c:pt idx="2994">
                  <c:v>2.0129040845256148</c:v>
                </c:pt>
                <c:pt idx="2995">
                  <c:v>2.0134281664139251</c:v>
                </c:pt>
                <c:pt idx="2996">
                  <c:v>2.0135224225841188</c:v>
                </c:pt>
                <c:pt idx="2997">
                  <c:v>2.0138314267818291</c:v>
                </c:pt>
                <c:pt idx="2998">
                  <c:v>2.0139315619436937</c:v>
                </c:pt>
                <c:pt idx="2999">
                  <c:v>2.0150731577327972</c:v>
                </c:pt>
                <c:pt idx="3000">
                  <c:v>2.0147464890881519</c:v>
                </c:pt>
                <c:pt idx="3001">
                  <c:v>2.0134090734269576</c:v>
                </c:pt>
                <c:pt idx="3002">
                  <c:v>2.0137019241335357</c:v>
                </c:pt>
                <c:pt idx="3003">
                  <c:v>2.0132137205775695</c:v>
                </c:pt>
                <c:pt idx="3004">
                  <c:v>2.0136049207709719</c:v>
                </c:pt>
                <c:pt idx="3005">
                  <c:v>2.0129320784158589</c:v>
                </c:pt>
                <c:pt idx="3006">
                  <c:v>2.0133603657062484</c:v>
                </c:pt>
                <c:pt idx="3007">
                  <c:v>2.0146776719192987</c:v>
                </c:pt>
                <c:pt idx="3008">
                  <c:v>2.0147808839366168</c:v>
                </c:pt>
                <c:pt idx="3009">
                  <c:v>2.0135582459726158</c:v>
                </c:pt>
                <c:pt idx="3010">
                  <c:v>2.0114225511527217</c:v>
                </c:pt>
                <c:pt idx="3011">
                  <c:v>2.0100676084042108</c:v>
                </c:pt>
                <c:pt idx="3012">
                  <c:v>2.0103687831036678</c:v>
                </c:pt>
                <c:pt idx="3013">
                  <c:v>2.0118730632293795</c:v>
                </c:pt>
                <c:pt idx="3014">
                  <c:v>2.0147965978769697</c:v>
                </c:pt>
                <c:pt idx="3015">
                  <c:v>2.0176837871695126</c:v>
                </c:pt>
                <c:pt idx="3016">
                  <c:v>2.0166302388958486</c:v>
                </c:pt>
                <c:pt idx="3017">
                  <c:v>2.0143952880156482</c:v>
                </c:pt>
                <c:pt idx="3018">
                  <c:v>2.013409925056592</c:v>
                </c:pt>
                <c:pt idx="3019">
                  <c:v>2.0139328256521836</c:v>
                </c:pt>
                <c:pt idx="3020">
                  <c:v>2.0144988846398979</c:v>
                </c:pt>
                <c:pt idx="3021">
                  <c:v>2.0135593997934111</c:v>
                </c:pt>
                <c:pt idx="3022">
                  <c:v>2.0124285729983957</c:v>
                </c:pt>
                <c:pt idx="3023">
                  <c:v>2.0126553537284897</c:v>
                </c:pt>
                <c:pt idx="3024">
                  <c:v>2.0121942924331333</c:v>
                </c:pt>
                <c:pt idx="3025">
                  <c:v>2.0120697072591813</c:v>
                </c:pt>
                <c:pt idx="3026">
                  <c:v>2.0112849168150149</c:v>
                </c:pt>
                <c:pt idx="3027">
                  <c:v>2.011032559723962</c:v>
                </c:pt>
                <c:pt idx="3028">
                  <c:v>2.0113493110041536</c:v>
                </c:pt>
                <c:pt idx="3029">
                  <c:v>2.0118136964022768</c:v>
                </c:pt>
                <c:pt idx="3030">
                  <c:v>2.0120552295553944</c:v>
                </c:pt>
                <c:pt idx="3031">
                  <c:v>2.012372695105602</c:v>
                </c:pt>
                <c:pt idx="3032">
                  <c:v>2.0132856695457244</c:v>
                </c:pt>
                <c:pt idx="3033">
                  <c:v>2.0142666644689129</c:v>
                </c:pt>
                <c:pt idx="3034">
                  <c:v>2.0148534372870928</c:v>
                </c:pt>
                <c:pt idx="3035">
                  <c:v>2.0149556603151577</c:v>
                </c:pt>
                <c:pt idx="3036">
                  <c:v>2.0137203303224105</c:v>
                </c:pt>
                <c:pt idx="3037">
                  <c:v>2.0121275906024043</c:v>
                </c:pt>
                <c:pt idx="3038">
                  <c:v>2.0124411276675236</c:v>
                </c:pt>
                <c:pt idx="3039">
                  <c:v>2.0128664479901541</c:v>
                </c:pt>
                <c:pt idx="3040">
                  <c:v>2.0130831739961761</c:v>
                </c:pt>
                <c:pt idx="3041">
                  <c:v>2.0135246752818619</c:v>
                </c:pt>
                <c:pt idx="3042">
                  <c:v>2.0129346333047624</c:v>
                </c:pt>
                <c:pt idx="3043">
                  <c:v>2.0134020955583392</c:v>
                </c:pt>
                <c:pt idx="3044">
                  <c:v>2.0137611536010196</c:v>
                </c:pt>
                <c:pt idx="3045">
                  <c:v>2.0132713292015558</c:v>
                </c:pt>
                <c:pt idx="3046">
                  <c:v>2.0103415309553636</c:v>
                </c:pt>
                <c:pt idx="3047">
                  <c:v>2.0079610338234324</c:v>
                </c:pt>
                <c:pt idx="3048">
                  <c:v>2.0094495725368673</c:v>
                </c:pt>
                <c:pt idx="3049">
                  <c:v>2.0120735258565747</c:v>
                </c:pt>
                <c:pt idx="3050">
                  <c:v>2.0129267488626623</c:v>
                </c:pt>
                <c:pt idx="3051">
                  <c:v>2.0128076031296014</c:v>
                </c:pt>
                <c:pt idx="3052">
                  <c:v>2.0135363783213558</c:v>
                </c:pt>
                <c:pt idx="3053">
                  <c:v>2.0141942484780553</c:v>
                </c:pt>
                <c:pt idx="3054">
                  <c:v>2.0149802202149405</c:v>
                </c:pt>
                <c:pt idx="3055">
                  <c:v>2.0154390288125534</c:v>
                </c:pt>
                <c:pt idx="3056">
                  <c:v>2.016063822773126</c:v>
                </c:pt>
                <c:pt idx="3057">
                  <c:v>2.0170696797872574</c:v>
                </c:pt>
                <c:pt idx="3058">
                  <c:v>2.0155537515658994</c:v>
                </c:pt>
                <c:pt idx="3059">
                  <c:v>2.0130891628755414</c:v>
                </c:pt>
                <c:pt idx="3060">
                  <c:v>2.013002021933584</c:v>
                </c:pt>
                <c:pt idx="3061">
                  <c:v>2.014479571877541</c:v>
                </c:pt>
                <c:pt idx="3062">
                  <c:v>2.0143817718291905</c:v>
                </c:pt>
                <c:pt idx="3063">
                  <c:v>2.0148283828926838</c:v>
                </c:pt>
                <c:pt idx="3064">
                  <c:v>2.0140648557174567</c:v>
                </c:pt>
                <c:pt idx="3065">
                  <c:v>2.0123804421880838</c:v>
                </c:pt>
                <c:pt idx="3066">
                  <c:v>2.0110611305246038</c:v>
                </c:pt>
                <c:pt idx="3067">
                  <c:v>2.0108456132832244</c:v>
                </c:pt>
                <c:pt idx="3068">
                  <c:v>2.0118786400298894</c:v>
                </c:pt>
                <c:pt idx="3069">
                  <c:v>2.0113475528010372</c:v>
                </c:pt>
                <c:pt idx="3070">
                  <c:v>2.0106727599393421</c:v>
                </c:pt>
                <c:pt idx="3071">
                  <c:v>2.0104066668864422</c:v>
                </c:pt>
                <c:pt idx="3072">
                  <c:v>2.012271625898332</c:v>
                </c:pt>
                <c:pt idx="3073">
                  <c:v>2.0141100195600097</c:v>
                </c:pt>
                <c:pt idx="3074">
                  <c:v>2.0132023472011604</c:v>
                </c:pt>
                <c:pt idx="3075">
                  <c:v>2.011552191160634</c:v>
                </c:pt>
                <c:pt idx="3076">
                  <c:v>2.0103708709698687</c:v>
                </c:pt>
                <c:pt idx="3077">
                  <c:v>2.010957533900354</c:v>
                </c:pt>
                <c:pt idx="3078">
                  <c:v>2.0126515900749435</c:v>
                </c:pt>
                <c:pt idx="3079">
                  <c:v>2.0119996263818378</c:v>
                </c:pt>
                <c:pt idx="3080">
                  <c:v>2.0095419606162501</c:v>
                </c:pt>
                <c:pt idx="3081">
                  <c:v>2.0077947462693126</c:v>
                </c:pt>
                <c:pt idx="3082">
                  <c:v>2.008712748071471</c:v>
                </c:pt>
                <c:pt idx="3083">
                  <c:v>2.0096793477066437</c:v>
                </c:pt>
                <c:pt idx="3084">
                  <c:v>2.0110202248302236</c:v>
                </c:pt>
                <c:pt idx="3085">
                  <c:v>2.0113133502560383</c:v>
                </c:pt>
                <c:pt idx="3086">
                  <c:v>2.0113616184259686</c:v>
                </c:pt>
                <c:pt idx="3087">
                  <c:v>2.0121735511307444</c:v>
                </c:pt>
                <c:pt idx="3088">
                  <c:v>2.0111132172919275</c:v>
                </c:pt>
                <c:pt idx="3089">
                  <c:v>2.0091814740335376</c:v>
                </c:pt>
                <c:pt idx="3090">
                  <c:v>2.0096824245620977</c:v>
                </c:pt>
                <c:pt idx="3091">
                  <c:v>2.0112454396606667</c:v>
                </c:pt>
                <c:pt idx="3092">
                  <c:v>2.0137209072328082</c:v>
                </c:pt>
                <c:pt idx="3093">
                  <c:v>2.0159470670974264</c:v>
                </c:pt>
                <c:pt idx="3094">
                  <c:v>2.0152655710863496</c:v>
                </c:pt>
                <c:pt idx="3095">
                  <c:v>2.0139279631216898</c:v>
                </c:pt>
                <c:pt idx="3096">
                  <c:v>2.0133188831014701</c:v>
                </c:pt>
                <c:pt idx="3097">
                  <c:v>2.0126888420034725</c:v>
                </c:pt>
                <c:pt idx="3098">
                  <c:v>2.0125312905210873</c:v>
                </c:pt>
                <c:pt idx="3099">
                  <c:v>2.0132065229335621</c:v>
                </c:pt>
                <c:pt idx="3100">
                  <c:v>2.0139263697501155</c:v>
                </c:pt>
                <c:pt idx="3101">
                  <c:v>2.0148459923957716</c:v>
                </c:pt>
                <c:pt idx="3102">
                  <c:v>2.0154154853739477</c:v>
                </c:pt>
                <c:pt idx="3103">
                  <c:v>2.0148979418034769</c:v>
                </c:pt>
                <c:pt idx="3104">
                  <c:v>2.0147232478407067</c:v>
                </c:pt>
                <c:pt idx="3105">
                  <c:v>2.0149516768862221</c:v>
                </c:pt>
                <c:pt idx="3106">
                  <c:v>2.0156352332915759</c:v>
                </c:pt>
                <c:pt idx="3107">
                  <c:v>2.0141903749368146</c:v>
                </c:pt>
                <c:pt idx="3108">
                  <c:v>2.0139881815784269</c:v>
                </c:pt>
                <c:pt idx="3109">
                  <c:v>2.0146339366167778</c:v>
                </c:pt>
                <c:pt idx="3110">
                  <c:v>2.0140386200303291</c:v>
                </c:pt>
                <c:pt idx="3111">
                  <c:v>2.013079300454935</c:v>
                </c:pt>
                <c:pt idx="3112">
                  <c:v>2.0129717204017492</c:v>
                </c:pt>
                <c:pt idx="3113">
                  <c:v>2.0132007538295862</c:v>
                </c:pt>
                <c:pt idx="3114">
                  <c:v>2.0120440484824509</c:v>
                </c:pt>
                <c:pt idx="3115">
                  <c:v>2.0116317773235752</c:v>
                </c:pt>
                <c:pt idx="3116">
                  <c:v>2.0123049218698492</c:v>
                </c:pt>
                <c:pt idx="3117">
                  <c:v>2.0114193918814971</c:v>
                </c:pt>
                <c:pt idx="3118">
                  <c:v>2.0108941836443157</c:v>
                </c:pt>
                <c:pt idx="3119">
                  <c:v>2.0137871145689106</c:v>
                </c:pt>
                <c:pt idx="3120">
                  <c:v>2.0147335223401686</c:v>
                </c:pt>
                <c:pt idx="3121">
                  <c:v>2.0152123030263072</c:v>
                </c:pt>
                <c:pt idx="3122">
                  <c:v>2.0158325091756226</c:v>
                </c:pt>
                <c:pt idx="3123">
                  <c:v>2.0168762774444517</c:v>
                </c:pt>
                <c:pt idx="3124">
                  <c:v>2.0180757291048548</c:v>
                </c:pt>
                <c:pt idx="3125">
                  <c:v>2.0179420507241601</c:v>
                </c:pt>
                <c:pt idx="3126">
                  <c:v>2.0160869541328763</c:v>
                </c:pt>
                <c:pt idx="3127">
                  <c:v>2.0141827926858751</c:v>
                </c:pt>
                <c:pt idx="3128">
                  <c:v>2.0140711467879826</c:v>
                </c:pt>
                <c:pt idx="3129">
                  <c:v>2.0147708292125448</c:v>
                </c:pt>
                <c:pt idx="3130">
                  <c:v>2.0141767213907387</c:v>
                </c:pt>
                <c:pt idx="3131">
                  <c:v>2.0134435232192698</c:v>
                </c:pt>
                <c:pt idx="3132">
                  <c:v>2.0132651480187249</c:v>
                </c:pt>
                <c:pt idx="3133">
                  <c:v>2.0131619634733302</c:v>
                </c:pt>
                <c:pt idx="3134">
                  <c:v>2.0117010340432078</c:v>
                </c:pt>
                <c:pt idx="3135">
                  <c:v>2.0109688523329159</c:v>
                </c:pt>
                <c:pt idx="3136">
                  <c:v>2.0127562306322937</c:v>
                </c:pt>
                <c:pt idx="3137">
                  <c:v>2.0140671908309709</c:v>
                </c:pt>
                <c:pt idx="3138">
                  <c:v>2.0146684138810138</c:v>
                </c:pt>
                <c:pt idx="3139">
                  <c:v>2.0155432023472013</c:v>
                </c:pt>
                <c:pt idx="3140">
                  <c:v>2.0161748093448497</c:v>
                </c:pt>
                <c:pt idx="3141">
                  <c:v>2.014938874969781</c:v>
                </c:pt>
                <c:pt idx="3142">
                  <c:v>2.0136802213138174</c:v>
                </c:pt>
                <c:pt idx="3143">
                  <c:v>2.0130220214940331</c:v>
                </c:pt>
                <c:pt idx="3144">
                  <c:v>2.0117034241005691</c:v>
                </c:pt>
                <c:pt idx="3145">
                  <c:v>2.0102662853563658</c:v>
                </c:pt>
                <c:pt idx="3146">
                  <c:v>2.0113693655084504</c:v>
                </c:pt>
                <c:pt idx="3147">
                  <c:v>2.0126267829278479</c:v>
                </c:pt>
                <c:pt idx="3148">
                  <c:v>2.0121550075822507</c:v>
                </c:pt>
                <c:pt idx="3149">
                  <c:v>2.012759554735061</c:v>
                </c:pt>
                <c:pt idx="3150">
                  <c:v>2.0133019329245512</c:v>
                </c:pt>
                <c:pt idx="3151">
                  <c:v>2.0135913496406674</c:v>
                </c:pt>
                <c:pt idx="3152">
                  <c:v>2.0136466780949869</c:v>
                </c:pt>
                <c:pt idx="3153">
                  <c:v>2.013495500098899</c:v>
                </c:pt>
                <c:pt idx="3154">
                  <c:v>2.0137430496033053</c:v>
                </c:pt>
                <c:pt idx="3155">
                  <c:v>2.0133601184589351</c:v>
                </c:pt>
                <c:pt idx="3156">
                  <c:v>2.0128168336959629</c:v>
                </c:pt>
                <c:pt idx="3157">
                  <c:v>2.0124225017032593</c:v>
                </c:pt>
                <c:pt idx="3158">
                  <c:v>2.0128357343794643</c:v>
                </c:pt>
                <c:pt idx="3159">
                  <c:v>2.0137761257994331</c:v>
                </c:pt>
                <c:pt idx="3160">
                  <c:v>2.0130332025669766</c:v>
                </c:pt>
                <c:pt idx="3161">
                  <c:v>2.0134136612382147</c:v>
                </c:pt>
                <c:pt idx="3162">
                  <c:v>2.0155000988989253</c:v>
                </c:pt>
                <c:pt idx="3163">
                  <c:v>2.0163286521175361</c:v>
                </c:pt>
                <c:pt idx="3164">
                  <c:v>2.0151148051691172</c:v>
                </c:pt>
                <c:pt idx="3165">
                  <c:v>2.0137046438539814</c:v>
                </c:pt>
                <c:pt idx="3166">
                  <c:v>2.0133636898090153</c:v>
                </c:pt>
                <c:pt idx="3167">
                  <c:v>2.0133335805806465</c:v>
                </c:pt>
                <c:pt idx="3168">
                  <c:v>2.0113535691523263</c:v>
                </c:pt>
                <c:pt idx="3169">
                  <c:v>2.0095885804707589</c:v>
                </c:pt>
                <c:pt idx="3170">
                  <c:v>2.0084914067822686</c:v>
                </c:pt>
                <c:pt idx="3171">
                  <c:v>2.0087261818421571</c:v>
                </c:pt>
                <c:pt idx="3172">
                  <c:v>2.0098598931891605</c:v>
                </c:pt>
                <c:pt idx="3173">
                  <c:v>2.012789609019582</c:v>
                </c:pt>
                <c:pt idx="3174">
                  <c:v>2.0138847497857189</c:v>
                </c:pt>
                <c:pt idx="3175">
                  <c:v>2.01279301553812</c:v>
                </c:pt>
                <c:pt idx="3176">
                  <c:v>2.0127512307421815</c:v>
                </c:pt>
                <c:pt idx="3177">
                  <c:v>2.0139120294059469</c:v>
                </c:pt>
                <c:pt idx="3178">
                  <c:v>2.0151729632315774</c:v>
                </c:pt>
                <c:pt idx="3179">
                  <c:v>2.014641079316938</c:v>
                </c:pt>
                <c:pt idx="3180">
                  <c:v>2.0145526471945669</c:v>
                </c:pt>
                <c:pt idx="3181">
                  <c:v>2.0141434528911453</c:v>
                </c:pt>
                <c:pt idx="3182">
                  <c:v>2.0139725225819212</c:v>
                </c:pt>
                <c:pt idx="3183">
                  <c:v>2.0164852146106678</c:v>
                </c:pt>
                <c:pt idx="3184">
                  <c:v>2.0198674479681764</c:v>
                </c:pt>
                <c:pt idx="3185">
                  <c:v>2.019643524318147</c:v>
                </c:pt>
                <c:pt idx="3186">
                  <c:v>2.0159265730423508</c:v>
                </c:pt>
                <c:pt idx="3187">
                  <c:v>2.0138139271664359</c:v>
                </c:pt>
                <c:pt idx="3188">
                  <c:v>2.0154431496011078</c:v>
                </c:pt>
                <c:pt idx="3189">
                  <c:v>2.01586127227973</c:v>
                </c:pt>
                <c:pt idx="3190">
                  <c:v>2.0140193622118194</c:v>
                </c:pt>
                <c:pt idx="3191">
                  <c:v>2.0137306322937958</c:v>
                </c:pt>
                <c:pt idx="3192">
                  <c:v>2.0140437298081362</c:v>
                </c:pt>
                <c:pt idx="3193">
                  <c:v>2.0135278070811631</c:v>
                </c:pt>
                <c:pt idx="3194">
                  <c:v>2.0143305092195778</c:v>
                </c:pt>
                <c:pt idx="3195">
                  <c:v>2.0142448242895759</c:v>
                </c:pt>
                <c:pt idx="3196">
                  <c:v>2.0128858156963583</c:v>
                </c:pt>
                <c:pt idx="3197">
                  <c:v>2.013552037317861</c:v>
                </c:pt>
                <c:pt idx="3198">
                  <c:v>2.0142115557899825</c:v>
                </c:pt>
                <c:pt idx="3199">
                  <c:v>2.0130376255466911</c:v>
                </c:pt>
                <c:pt idx="3200">
                  <c:v>2.0133350091206785</c:v>
                </c:pt>
                <c:pt idx="3201">
                  <c:v>2.0135993714423859</c:v>
                </c:pt>
                <c:pt idx="3202">
                  <c:v>2.012151243928705</c:v>
                </c:pt>
                <c:pt idx="3203">
                  <c:v>2.0105406474582974</c:v>
                </c:pt>
                <c:pt idx="3204">
                  <c:v>2.0100131590514496</c:v>
                </c:pt>
                <c:pt idx="3205">
                  <c:v>2.0112438737610163</c:v>
                </c:pt>
                <c:pt idx="3206">
                  <c:v>2.01225346695677</c:v>
                </c:pt>
                <c:pt idx="3207">
                  <c:v>2.0143065262301927</c:v>
                </c:pt>
                <c:pt idx="3208">
                  <c:v>2.0159651436232169</c:v>
                </c:pt>
                <c:pt idx="3209">
                  <c:v>2.0159325069778684</c:v>
                </c:pt>
                <c:pt idx="3210">
                  <c:v>2.0149117327091712</c:v>
                </c:pt>
                <c:pt idx="3211">
                  <c:v>2.0140303235093735</c:v>
                </c:pt>
                <c:pt idx="3212">
                  <c:v>2.0141988912331596</c:v>
                </c:pt>
                <c:pt idx="3213">
                  <c:v>2.0142497417639174</c:v>
                </c:pt>
                <c:pt idx="3214">
                  <c:v>2.0124861266785343</c:v>
                </c:pt>
                <c:pt idx="3215">
                  <c:v>2.0104418309487704</c:v>
                </c:pt>
                <c:pt idx="3216">
                  <c:v>2.009976566449089</c:v>
                </c:pt>
                <c:pt idx="3217">
                  <c:v>2.0095128403771345</c:v>
                </c:pt>
                <c:pt idx="3218">
                  <c:v>2.0103980681743256</c:v>
                </c:pt>
                <c:pt idx="3219">
                  <c:v>2.0126038713434871</c:v>
                </c:pt>
                <c:pt idx="3220">
                  <c:v>2.0128386738752995</c:v>
                </c:pt>
                <c:pt idx="3221">
                  <c:v>2.0114009582206984</c:v>
                </c:pt>
                <c:pt idx="3222">
                  <c:v>2.0104174084086064</c:v>
                </c:pt>
                <c:pt idx="3223">
                  <c:v>2.0085303619700667</c:v>
                </c:pt>
                <c:pt idx="3224">
                  <c:v>2.0090078789477155</c:v>
                </c:pt>
                <c:pt idx="3225">
                  <c:v>2.0107633623436847</c:v>
                </c:pt>
                <c:pt idx="3226">
                  <c:v>2.0127797191270522</c:v>
                </c:pt>
                <c:pt idx="3227">
                  <c:v>2.0151043658381136</c:v>
                </c:pt>
                <c:pt idx="3228">
                  <c:v>2.0161013494208917</c:v>
                </c:pt>
                <c:pt idx="3229">
                  <c:v>2.0153100756027338</c:v>
                </c:pt>
                <c:pt idx="3230">
                  <c:v>2.0145225379661986</c:v>
                </c:pt>
                <c:pt idx="3231">
                  <c:v>2.0135470923715961</c:v>
                </c:pt>
                <c:pt idx="3232">
                  <c:v>2.013402837300279</c:v>
                </c:pt>
                <c:pt idx="3233">
                  <c:v>2.0130705918551239</c:v>
                </c:pt>
                <c:pt idx="3234">
                  <c:v>2.0133820410540428</c:v>
                </c:pt>
                <c:pt idx="3235">
                  <c:v>2.0151196127557638</c:v>
                </c:pt>
                <c:pt idx="3236">
                  <c:v>2.0164493362783236</c:v>
                </c:pt>
                <c:pt idx="3237">
                  <c:v>2.0165160381090526</c:v>
                </c:pt>
                <c:pt idx="3238">
                  <c:v>2.0148045922067648</c:v>
                </c:pt>
                <c:pt idx="3239">
                  <c:v>2.0131831717984219</c:v>
                </c:pt>
                <c:pt idx="3240">
                  <c:v>2.0135497571481946</c:v>
                </c:pt>
                <c:pt idx="3241">
                  <c:v>2.0139406826223598</c:v>
                </c:pt>
                <c:pt idx="3242">
                  <c:v>2.0141251016461177</c:v>
                </c:pt>
                <c:pt idx="3243">
                  <c:v>2.014358283334432</c:v>
                </c:pt>
                <c:pt idx="3244">
                  <c:v>2.0127882628953211</c:v>
                </c:pt>
                <c:pt idx="3245">
                  <c:v>2.0112214017274344</c:v>
                </c:pt>
                <c:pt idx="3246">
                  <c:v>2.012310114063427</c:v>
                </c:pt>
                <c:pt idx="3247">
                  <c:v>2.0138856838311248</c:v>
                </c:pt>
                <c:pt idx="3248">
                  <c:v>2.0132994055075715</c:v>
                </c:pt>
                <c:pt idx="3249">
                  <c:v>2.0141546339640888</c:v>
                </c:pt>
                <c:pt idx="3250">
                  <c:v>2.0145141040856247</c:v>
                </c:pt>
                <c:pt idx="3251">
                  <c:v>2.0135800861519528</c:v>
                </c:pt>
                <c:pt idx="3252">
                  <c:v>2.0122877519175404</c:v>
                </c:pt>
                <c:pt idx="3253">
                  <c:v>2.0117269675391749</c:v>
                </c:pt>
                <c:pt idx="3254">
                  <c:v>2.0122568460033845</c:v>
                </c:pt>
                <c:pt idx="3255">
                  <c:v>2.0127029351003274</c:v>
                </c:pt>
                <c:pt idx="3256">
                  <c:v>2.0112402474670885</c:v>
                </c:pt>
                <c:pt idx="3257">
                  <c:v>2.0105258950352738</c:v>
                </c:pt>
                <c:pt idx="3258">
                  <c:v>2.0113381574031339</c:v>
                </c:pt>
                <c:pt idx="3259">
                  <c:v>2.0115966956770182</c:v>
                </c:pt>
                <c:pt idx="3260">
                  <c:v>2.0126401892266106</c:v>
                </c:pt>
                <c:pt idx="3261">
                  <c:v>2.0127170831410299</c:v>
                </c:pt>
                <c:pt idx="3262">
                  <c:v>2.0124321992923231</c:v>
                </c:pt>
                <c:pt idx="3263">
                  <c:v>2.0130261972264347</c:v>
                </c:pt>
                <c:pt idx="3264">
                  <c:v>2.0139395837454122</c:v>
                </c:pt>
                <c:pt idx="3265">
                  <c:v>2.0135902782356432</c:v>
                </c:pt>
                <c:pt idx="3266">
                  <c:v>2.0123569811652491</c:v>
                </c:pt>
                <c:pt idx="3267">
                  <c:v>2.0119148205533945</c:v>
                </c:pt>
                <c:pt idx="3268">
                  <c:v>2.0120063295312192</c:v>
                </c:pt>
                <c:pt idx="3269">
                  <c:v>2.0121317663348059</c:v>
                </c:pt>
                <c:pt idx="3270">
                  <c:v>2.0124150018680909</c:v>
                </c:pt>
                <c:pt idx="3271">
                  <c:v>2.0135980802619722</c:v>
                </c:pt>
                <c:pt idx="3272">
                  <c:v>2.0142010615151316</c:v>
                </c:pt>
                <c:pt idx="3273">
                  <c:v>2.0153251851607656</c:v>
                </c:pt>
                <c:pt idx="3274">
                  <c:v>2.0161120634711325</c:v>
                </c:pt>
                <c:pt idx="3275">
                  <c:v>2.0159273422562141</c:v>
                </c:pt>
                <c:pt idx="3276">
                  <c:v>2.015643419924837</c:v>
                </c:pt>
                <c:pt idx="3277">
                  <c:v>2.0153432067427088</c:v>
                </c:pt>
                <c:pt idx="3278">
                  <c:v>2.0143560581086128</c:v>
                </c:pt>
                <c:pt idx="3279">
                  <c:v>2.0133772609393201</c:v>
                </c:pt>
                <c:pt idx="3280">
                  <c:v>2.0120124008263556</c:v>
                </c:pt>
                <c:pt idx="3281">
                  <c:v>2.0099847805542734</c:v>
                </c:pt>
                <c:pt idx="3282">
                  <c:v>2.0099448363772225</c:v>
                </c:pt>
                <c:pt idx="3283">
                  <c:v>2.0110537131052064</c:v>
                </c:pt>
                <c:pt idx="3284">
                  <c:v>2.0111624195072637</c:v>
                </c:pt>
                <c:pt idx="3285">
                  <c:v>2.011849767038087</c:v>
                </c:pt>
                <c:pt idx="3286">
                  <c:v>2.0152186215687569</c:v>
                </c:pt>
                <c:pt idx="3287">
                  <c:v>2.0180744104525177</c:v>
                </c:pt>
                <c:pt idx="3288">
                  <c:v>2.018632667413903</c:v>
                </c:pt>
                <c:pt idx="3289">
                  <c:v>2.0158739643084767</c:v>
                </c:pt>
                <c:pt idx="3290">
                  <c:v>2.0144961099756049</c:v>
                </c:pt>
                <c:pt idx="3291">
                  <c:v>2.0149124469791873</c:v>
                </c:pt>
                <c:pt idx="3292">
                  <c:v>2.0151680182853124</c:v>
                </c:pt>
                <c:pt idx="3293">
                  <c:v>2.0158620140216699</c:v>
                </c:pt>
                <c:pt idx="3294">
                  <c:v>2.0170225379661986</c:v>
                </c:pt>
                <c:pt idx="3295">
                  <c:v>2.0182669886376123</c:v>
                </c:pt>
                <c:pt idx="3296">
                  <c:v>2.0165181809191006</c:v>
                </c:pt>
                <c:pt idx="3297">
                  <c:v>2.0152865046922046</c:v>
                </c:pt>
                <c:pt idx="3298">
                  <c:v>2.0141121348981339</c:v>
                </c:pt>
                <c:pt idx="3299">
                  <c:v>2.0135421199534078</c:v>
                </c:pt>
                <c:pt idx="3300">
                  <c:v>2.01286359091009</c:v>
                </c:pt>
                <c:pt idx="3301">
                  <c:v>2.0130295762730488</c:v>
                </c:pt>
                <c:pt idx="3302">
                  <c:v>2.01390082086108</c:v>
                </c:pt>
                <c:pt idx="3303">
                  <c:v>2.0143214709566823</c:v>
                </c:pt>
                <c:pt idx="3304">
                  <c:v>2.0158138832113579</c:v>
                </c:pt>
                <c:pt idx="3305">
                  <c:v>2.0145492956198763</c:v>
                </c:pt>
                <c:pt idx="3306">
                  <c:v>2.0134038262895322</c:v>
                </c:pt>
                <c:pt idx="3307">
                  <c:v>2.0133217127096108</c:v>
                </c:pt>
                <c:pt idx="3308">
                  <c:v>2.0122741258433883</c:v>
                </c:pt>
                <c:pt idx="3309">
                  <c:v>2.0118880628997164</c:v>
                </c:pt>
                <c:pt idx="3310">
                  <c:v>2.0126836498098943</c:v>
                </c:pt>
                <c:pt idx="3311">
                  <c:v>2.0117426540076044</c:v>
                </c:pt>
                <c:pt idx="3312">
                  <c:v>2.0106154809784402</c:v>
                </c:pt>
                <c:pt idx="3313">
                  <c:v>2.0119318256741612</c:v>
                </c:pt>
                <c:pt idx="3314">
                  <c:v>2.0136716775455485</c:v>
                </c:pt>
                <c:pt idx="3315">
                  <c:v>2.0146234698138503</c:v>
                </c:pt>
                <c:pt idx="3316">
                  <c:v>2.0148516241401286</c:v>
                </c:pt>
                <c:pt idx="3317">
                  <c:v>2.0143731181732272</c:v>
                </c:pt>
                <c:pt idx="3318">
                  <c:v>2.012934935495923</c:v>
                </c:pt>
                <c:pt idx="3319">
                  <c:v>2.0120218236961827</c:v>
                </c:pt>
                <c:pt idx="3320">
                  <c:v>2.0114253807608624</c:v>
                </c:pt>
                <c:pt idx="3321">
                  <c:v>2.0111892595767125</c:v>
                </c:pt>
                <c:pt idx="3322">
                  <c:v>2.0113113997494563</c:v>
                </c:pt>
                <c:pt idx="3323">
                  <c:v>2.011748505527351</c:v>
                </c:pt>
                <c:pt idx="3324">
                  <c:v>2.011868557833894</c:v>
                </c:pt>
                <c:pt idx="3325">
                  <c:v>2.0136286015691964</c:v>
                </c:pt>
                <c:pt idx="3326">
                  <c:v>2.0156475132414671</c:v>
                </c:pt>
                <c:pt idx="3327">
                  <c:v>2.0163903540581525</c:v>
                </c:pt>
                <c:pt idx="3328">
                  <c:v>2.0158183611349201</c:v>
                </c:pt>
                <c:pt idx="3329">
                  <c:v>2.0149274191776003</c:v>
                </c:pt>
                <c:pt idx="3330">
                  <c:v>2.0146404474626931</c:v>
                </c:pt>
                <c:pt idx="3331">
                  <c:v>2.013748131909189</c:v>
                </c:pt>
                <c:pt idx="3332">
                  <c:v>2.0128718050152745</c:v>
                </c:pt>
                <c:pt idx="3333">
                  <c:v>2.0133092954001013</c:v>
                </c:pt>
                <c:pt idx="3334">
                  <c:v>2.0132366596338542</c:v>
                </c:pt>
                <c:pt idx="3335">
                  <c:v>2.0139142821036899</c:v>
                </c:pt>
                <c:pt idx="3336">
                  <c:v>2.0137911804136173</c:v>
                </c:pt>
                <c:pt idx="3337">
                  <c:v>2.0118683930023518</c:v>
                </c:pt>
                <c:pt idx="3338">
                  <c:v>2.0128125755477901</c:v>
                </c:pt>
                <c:pt idx="3339">
                  <c:v>2.0148379980659765</c:v>
                </c:pt>
                <c:pt idx="3340">
                  <c:v>2.0156000142854005</c:v>
                </c:pt>
                <c:pt idx="3341">
                  <c:v>2.0130667457858067</c:v>
                </c:pt>
                <c:pt idx="3342">
                  <c:v>2.0109870112744774</c:v>
                </c:pt>
                <c:pt idx="3343">
                  <c:v>2.0119752587855211</c:v>
                </c:pt>
                <c:pt idx="3344">
                  <c:v>2.0119667150172522</c:v>
                </c:pt>
                <c:pt idx="3345">
                  <c:v>2.0105552350497793</c:v>
                </c:pt>
                <c:pt idx="3346">
                  <c:v>2.0098734368475419</c:v>
                </c:pt>
                <c:pt idx="3347">
                  <c:v>2.0103472451154918</c:v>
                </c:pt>
                <c:pt idx="3348">
                  <c:v>2.0109944561657986</c:v>
                </c:pt>
                <c:pt idx="3349">
                  <c:v>2.0111471451176897</c:v>
                </c:pt>
                <c:pt idx="3350">
                  <c:v>2.0123134931100415</c:v>
                </c:pt>
                <c:pt idx="3351">
                  <c:v>2.0128309267928177</c:v>
                </c:pt>
                <c:pt idx="3352">
                  <c:v>2.0124553581239972</c:v>
                </c:pt>
                <c:pt idx="3353">
                  <c:v>2.0136341783697063</c:v>
                </c:pt>
                <c:pt idx="3354">
                  <c:v>2.0141863640359552</c:v>
                </c:pt>
                <c:pt idx="3355">
                  <c:v>2.0137123085206921</c:v>
                </c:pt>
                <c:pt idx="3356">
                  <c:v>2.014383008065757</c:v>
                </c:pt>
                <c:pt idx="3357">
                  <c:v>2.0151449418694094</c:v>
                </c:pt>
                <c:pt idx="3358">
                  <c:v>2.0149844783631128</c:v>
                </c:pt>
                <c:pt idx="3359">
                  <c:v>2.0150700534054198</c:v>
                </c:pt>
                <c:pt idx="3360">
                  <c:v>2.0154576547768182</c:v>
                </c:pt>
                <c:pt idx="3361">
                  <c:v>2.0153151304366936</c:v>
                </c:pt>
                <c:pt idx="3362">
                  <c:v>2.0159095129777369</c:v>
                </c:pt>
                <c:pt idx="3363">
                  <c:v>2.0171572053361464</c:v>
                </c:pt>
                <c:pt idx="3364">
                  <c:v>2.0169706435023405</c:v>
                </c:pt>
                <c:pt idx="3365">
                  <c:v>2.0152930430100437</c:v>
                </c:pt>
                <c:pt idx="3366">
                  <c:v>2.0149193424320346</c:v>
                </c:pt>
                <c:pt idx="3367">
                  <c:v>2.0145560537131053</c:v>
                </c:pt>
                <c:pt idx="3368">
                  <c:v>2.0132750653831786</c:v>
                </c:pt>
                <c:pt idx="3369">
                  <c:v>2.0127863673325863</c:v>
                </c:pt>
                <c:pt idx="3370">
                  <c:v>2.0114648853871344</c:v>
                </c:pt>
                <c:pt idx="3371">
                  <c:v>2.011378266411727</c:v>
                </c:pt>
                <c:pt idx="3372">
                  <c:v>2.0125131041076019</c:v>
                </c:pt>
                <c:pt idx="3373">
                  <c:v>2.0145798718709478</c:v>
                </c:pt>
                <c:pt idx="3374">
                  <c:v>2.0168562778840027</c:v>
                </c:pt>
                <c:pt idx="3375">
                  <c:v>2.017439671655568</c:v>
                </c:pt>
                <c:pt idx="3376">
                  <c:v>2.0186243983648713</c:v>
                </c:pt>
                <c:pt idx="3377">
                  <c:v>2.0192086987099183</c:v>
                </c:pt>
                <c:pt idx="3378">
                  <c:v>2.0197650051647216</c:v>
                </c:pt>
                <c:pt idx="3379">
                  <c:v>2.0193721017120505</c:v>
                </c:pt>
                <c:pt idx="3380">
                  <c:v>2.0178844970440211</c:v>
                </c:pt>
                <c:pt idx="3381">
                  <c:v>2.0162374728027954</c:v>
                </c:pt>
                <c:pt idx="3382">
                  <c:v>2.0151704632865211</c:v>
                </c:pt>
                <c:pt idx="3383">
                  <c:v>2.0147417913892003</c:v>
                </c:pt>
                <c:pt idx="3384">
                  <c:v>2.0149849179138921</c:v>
                </c:pt>
                <c:pt idx="3385">
                  <c:v>2.0146733862992021</c:v>
                </c:pt>
                <c:pt idx="3386">
                  <c:v>2.0130570481967429</c:v>
                </c:pt>
                <c:pt idx="3387">
                  <c:v>2.0125306861387662</c:v>
                </c:pt>
                <c:pt idx="3388">
                  <c:v>2.0148115426034594</c:v>
                </c:pt>
                <c:pt idx="3389">
                  <c:v>2.0164127711478868</c:v>
                </c:pt>
                <c:pt idx="3390">
                  <c:v>2.0154871870947892</c:v>
                </c:pt>
                <c:pt idx="3391">
                  <c:v>2.0136880782839937</c:v>
                </c:pt>
                <c:pt idx="3392">
                  <c:v>2.0115641689193646</c:v>
                </c:pt>
                <c:pt idx="3393">
                  <c:v>2.0097576152172478</c:v>
                </c:pt>
                <c:pt idx="3394">
                  <c:v>2.0090349387925541</c:v>
                </c:pt>
                <c:pt idx="3395">
                  <c:v>2.0095258071251183</c:v>
                </c:pt>
                <c:pt idx="3396">
                  <c:v>2.0113938979363093</c:v>
                </c:pt>
                <c:pt idx="3397">
                  <c:v>2.0128659809674514</c:v>
                </c:pt>
                <c:pt idx="3398">
                  <c:v>2.0124984066284259</c:v>
                </c:pt>
                <c:pt idx="3399">
                  <c:v>2.0123462396430849</c:v>
                </c:pt>
                <c:pt idx="3400">
                  <c:v>2.0115467791916659</c:v>
                </c:pt>
                <c:pt idx="3401">
                  <c:v>2.0113099437375004</c:v>
                </c:pt>
                <c:pt idx="3402">
                  <c:v>2.0110439880442188</c:v>
                </c:pt>
                <c:pt idx="3403">
                  <c:v>2.0115671358871232</c:v>
                </c:pt>
                <c:pt idx="3404">
                  <c:v>2.013507807520714</c:v>
                </c:pt>
                <c:pt idx="3405">
                  <c:v>2.0154087547526429</c:v>
                </c:pt>
                <c:pt idx="3406">
                  <c:v>2.0164166996329751</c:v>
                </c:pt>
                <c:pt idx="3407">
                  <c:v>2.0162134623414869</c:v>
                </c:pt>
                <c:pt idx="3408">
                  <c:v>2.0153687006878971</c:v>
                </c:pt>
                <c:pt idx="3409">
                  <c:v>2.0144174303861453</c:v>
                </c:pt>
                <c:pt idx="3410">
                  <c:v>2.0142330663062351</c:v>
                </c:pt>
                <c:pt idx="3411">
                  <c:v>2.0152151875782951</c:v>
                </c:pt>
                <c:pt idx="3412">
                  <c:v>2.0142193852882353</c:v>
                </c:pt>
                <c:pt idx="3413">
                  <c:v>2.0124027493901231</c:v>
                </c:pt>
                <c:pt idx="3414">
                  <c:v>2.0109271499527481</c:v>
                </c:pt>
                <c:pt idx="3415">
                  <c:v>2.0108393496846224</c:v>
                </c:pt>
                <c:pt idx="3416">
                  <c:v>2.0114373310476692</c:v>
                </c:pt>
                <c:pt idx="3417">
                  <c:v>2.0120876189534296</c:v>
                </c:pt>
                <c:pt idx="3418">
                  <c:v>2.0127216984242104</c:v>
                </c:pt>
                <c:pt idx="3419">
                  <c:v>2.0132506153710907</c:v>
                </c:pt>
                <c:pt idx="3420">
                  <c:v>2.012247093470473</c:v>
                </c:pt>
                <c:pt idx="3421">
                  <c:v>2.012166847981363</c:v>
                </c:pt>
                <c:pt idx="3422">
                  <c:v>2.0142195501197775</c:v>
                </c:pt>
                <c:pt idx="3423">
                  <c:v>2.0141086184919015</c:v>
                </c:pt>
                <c:pt idx="3424">
                  <c:v>2.0135814597481376</c:v>
                </c:pt>
                <c:pt idx="3425">
                  <c:v>2.0129131227885102</c:v>
                </c:pt>
                <c:pt idx="3426">
                  <c:v>2.0119771543482563</c:v>
                </c:pt>
                <c:pt idx="3427">
                  <c:v>2.0104921320410543</c:v>
                </c:pt>
                <c:pt idx="3428">
                  <c:v>2.0104542207863565</c:v>
                </c:pt>
                <c:pt idx="3429">
                  <c:v>2.0104074361003055</c:v>
                </c:pt>
                <c:pt idx="3430">
                  <c:v>2.0112549724181887</c:v>
                </c:pt>
                <c:pt idx="3431">
                  <c:v>2.0123643711127226</c:v>
                </c:pt>
                <c:pt idx="3432">
                  <c:v>2.0127991417771036</c:v>
                </c:pt>
                <c:pt idx="3433">
                  <c:v>2.0115740038680467</c:v>
                </c:pt>
                <c:pt idx="3434">
                  <c:v>2.0100246697874771</c:v>
                </c:pt>
                <c:pt idx="3435">
                  <c:v>2.0094582811366783</c:v>
                </c:pt>
                <c:pt idx="3436">
                  <c:v>2.0092681479527923</c:v>
                </c:pt>
                <c:pt idx="3437">
                  <c:v>2.009349162655766</c:v>
                </c:pt>
                <c:pt idx="3438">
                  <c:v>2.0096737159622866</c:v>
                </c:pt>
                <c:pt idx="3439">
                  <c:v>2.0110265708445967</c:v>
                </c:pt>
                <c:pt idx="3440">
                  <c:v>2.0123713764532649</c:v>
                </c:pt>
                <c:pt idx="3441">
                  <c:v>2.0130501802158194</c:v>
                </c:pt>
                <c:pt idx="3442">
                  <c:v>2.012299537372805</c:v>
                </c:pt>
                <c:pt idx="3443">
                  <c:v>2.0110556910837123</c:v>
                </c:pt>
                <c:pt idx="3444">
                  <c:v>2.0115489769455617</c:v>
                </c:pt>
                <c:pt idx="3445">
                  <c:v>2.0122319289685939</c:v>
                </c:pt>
                <c:pt idx="3446">
                  <c:v>2.0118422122590713</c:v>
                </c:pt>
                <c:pt idx="3447">
                  <c:v>2.0121239093646293</c:v>
                </c:pt>
                <c:pt idx="3448">
                  <c:v>2.0122548130810314</c:v>
                </c:pt>
                <c:pt idx="3449">
                  <c:v>2.011082228962001</c:v>
                </c:pt>
                <c:pt idx="3450">
                  <c:v>2.0105097690160654</c:v>
                </c:pt>
                <c:pt idx="3451">
                  <c:v>2.0118902606536122</c:v>
                </c:pt>
                <c:pt idx="3452">
                  <c:v>2.0134231115799652</c:v>
                </c:pt>
                <c:pt idx="3453">
                  <c:v>2.0137460165710643</c:v>
                </c:pt>
                <c:pt idx="3454">
                  <c:v>2.0128273279708138</c:v>
                </c:pt>
                <c:pt idx="3455">
                  <c:v>2.0126257664666709</c:v>
                </c:pt>
                <c:pt idx="3456">
                  <c:v>2.0122189896925344</c:v>
                </c:pt>
                <c:pt idx="3457">
                  <c:v>2.0121488263994198</c:v>
                </c:pt>
                <c:pt idx="3458">
                  <c:v>2.0128036471725896</c:v>
                </c:pt>
                <c:pt idx="3459">
                  <c:v>2.012458077844443</c:v>
                </c:pt>
                <c:pt idx="3460">
                  <c:v>2.0119629238917827</c:v>
                </c:pt>
                <c:pt idx="3461">
                  <c:v>2.0121233599261554</c:v>
                </c:pt>
                <c:pt idx="3462">
                  <c:v>2.0115349662644779</c:v>
                </c:pt>
                <c:pt idx="3463">
                  <c:v>2.0103980132304784</c:v>
                </c:pt>
                <c:pt idx="3464">
                  <c:v>2.0099314850223071</c:v>
                </c:pt>
                <c:pt idx="3465">
                  <c:v>2.0098172567635877</c:v>
                </c:pt>
                <c:pt idx="3466">
                  <c:v>2.0104268862222807</c:v>
                </c:pt>
                <c:pt idx="3467">
                  <c:v>2.011265604052658</c:v>
                </c:pt>
                <c:pt idx="3468">
                  <c:v>2.0120695149557153</c:v>
                </c:pt>
                <c:pt idx="3469">
                  <c:v>2.010637293685853</c:v>
                </c:pt>
                <c:pt idx="3470">
                  <c:v>2.0106114700775808</c:v>
                </c:pt>
                <c:pt idx="3471">
                  <c:v>2.0116515296367115</c:v>
                </c:pt>
                <c:pt idx="3472">
                  <c:v>2.0106886387112373</c:v>
                </c:pt>
                <c:pt idx="3473">
                  <c:v>2.0109856651502165</c:v>
                </c:pt>
                <c:pt idx="3474">
                  <c:v>2.0133405035054173</c:v>
                </c:pt>
                <c:pt idx="3475">
                  <c:v>2.0154593855080107</c:v>
                </c:pt>
                <c:pt idx="3476">
                  <c:v>2.015277301597767</c:v>
                </c:pt>
                <c:pt idx="3477">
                  <c:v>2.0139187050834049</c:v>
                </c:pt>
                <c:pt idx="3478">
                  <c:v>2.0134679732313576</c:v>
                </c:pt>
                <c:pt idx="3479">
                  <c:v>2.0145796246236345</c:v>
                </c:pt>
                <c:pt idx="3480">
                  <c:v>2.0161051405463617</c:v>
                </c:pt>
                <c:pt idx="3481">
                  <c:v>2.0167155392189184</c:v>
                </c:pt>
                <c:pt idx="3482">
                  <c:v>2.0167718841344144</c:v>
                </c:pt>
                <c:pt idx="3483">
                  <c:v>2.0166342497967076</c:v>
                </c:pt>
                <c:pt idx="3484">
                  <c:v>2.015714132656425</c:v>
                </c:pt>
                <c:pt idx="3485">
                  <c:v>2.0145912452473573</c:v>
                </c:pt>
                <c:pt idx="3486">
                  <c:v>2.01328102679062</c:v>
                </c:pt>
                <c:pt idx="3487">
                  <c:v>2.0116876002725217</c:v>
                </c:pt>
                <c:pt idx="3488">
                  <c:v>2.0104038372783015</c:v>
                </c:pt>
                <c:pt idx="3489">
                  <c:v>2.0099419243533108</c:v>
                </c:pt>
                <c:pt idx="3490">
                  <c:v>2.0110815696358322</c:v>
                </c:pt>
                <c:pt idx="3491">
                  <c:v>2.0120313839256281</c:v>
                </c:pt>
                <c:pt idx="3492">
                  <c:v>2.0119248478055427</c:v>
                </c:pt>
                <c:pt idx="3493">
                  <c:v>2.0125933770686357</c:v>
                </c:pt>
                <c:pt idx="3494">
                  <c:v>2.01339987033252</c:v>
                </c:pt>
                <c:pt idx="3495">
                  <c:v>2.0147006659194302</c:v>
                </c:pt>
                <c:pt idx="3496">
                  <c:v>2.0150051921935783</c:v>
                </c:pt>
                <c:pt idx="3497">
                  <c:v>2.0135530812509614</c:v>
                </c:pt>
                <c:pt idx="3498">
                  <c:v>2.0149515120546799</c:v>
                </c:pt>
                <c:pt idx="3499">
                  <c:v>2.0162198358277839</c:v>
                </c:pt>
                <c:pt idx="3500">
                  <c:v>2.0174843135315705</c:v>
                </c:pt>
                <c:pt idx="3501">
                  <c:v>2.0172868453440582</c:v>
                </c:pt>
                <c:pt idx="3502">
                  <c:v>2.0163637062921693</c:v>
                </c:pt>
                <c:pt idx="3503">
                  <c:v>2.014874425836795</c:v>
                </c:pt>
                <c:pt idx="3504">
                  <c:v>2.0155409496494583</c:v>
                </c:pt>
                <c:pt idx="3505">
                  <c:v>2.0171563811784354</c:v>
                </c:pt>
                <c:pt idx="3506">
                  <c:v>2.0162499175842288</c:v>
                </c:pt>
                <c:pt idx="3507">
                  <c:v>2.0150686248653877</c:v>
                </c:pt>
                <c:pt idx="3508">
                  <c:v>2.0149654677919169</c:v>
                </c:pt>
                <c:pt idx="3509">
                  <c:v>2.0151329091668315</c:v>
                </c:pt>
                <c:pt idx="3510">
                  <c:v>2.0149022274235731</c:v>
                </c:pt>
                <c:pt idx="3511">
                  <c:v>2.0141556504252653</c:v>
                </c:pt>
                <c:pt idx="3512">
                  <c:v>2.0147049240676029</c:v>
                </c:pt>
                <c:pt idx="3513">
                  <c:v>2.0170833882771806</c:v>
                </c:pt>
                <c:pt idx="3514">
                  <c:v>2.0176044207819608</c:v>
                </c:pt>
                <c:pt idx="3515">
                  <c:v>2.0164228533438826</c:v>
                </c:pt>
                <c:pt idx="3516">
                  <c:v>2.0154747697852793</c:v>
                </c:pt>
                <c:pt idx="3517">
                  <c:v>2.0135178347728622</c:v>
                </c:pt>
                <c:pt idx="3518">
                  <c:v>2.0134741269422651</c:v>
                </c:pt>
                <c:pt idx="3519">
                  <c:v>2.0139859838245315</c:v>
                </c:pt>
                <c:pt idx="3520">
                  <c:v>2.0136485461857982</c:v>
                </c:pt>
                <c:pt idx="3521">
                  <c:v>2.0144500945034176</c:v>
                </c:pt>
                <c:pt idx="3522">
                  <c:v>2.0143966066679853</c:v>
                </c:pt>
                <c:pt idx="3523">
                  <c:v>2.0133955022966528</c:v>
                </c:pt>
                <c:pt idx="3524">
                  <c:v>2.0126807103140592</c:v>
                </c:pt>
                <c:pt idx="3525">
                  <c:v>2.013300229665282</c:v>
                </c:pt>
                <c:pt idx="3526">
                  <c:v>2.0136031625678559</c:v>
                </c:pt>
                <c:pt idx="3527">
                  <c:v>2.0156591613371133</c:v>
                </c:pt>
                <c:pt idx="3528">
                  <c:v>2.0169443803432894</c:v>
                </c:pt>
                <c:pt idx="3529">
                  <c:v>2.0155875695039671</c:v>
                </c:pt>
                <c:pt idx="3530">
                  <c:v>2.0139459022878619</c:v>
                </c:pt>
                <c:pt idx="3531">
                  <c:v>2.0141763642557304</c:v>
                </c:pt>
                <c:pt idx="3532">
                  <c:v>2.0156217171051187</c:v>
                </c:pt>
                <c:pt idx="3533">
                  <c:v>2.0171043218830356</c:v>
                </c:pt>
                <c:pt idx="3534">
                  <c:v>2.0154956759192104</c:v>
                </c:pt>
                <c:pt idx="3535">
                  <c:v>2.0136142886969517</c:v>
                </c:pt>
                <c:pt idx="3536">
                  <c:v>2.0129829564185404</c:v>
                </c:pt>
                <c:pt idx="3537">
                  <c:v>2.0129266939188151</c:v>
                </c:pt>
                <c:pt idx="3538">
                  <c:v>2.0124031339970552</c:v>
                </c:pt>
                <c:pt idx="3539">
                  <c:v>2.0123170644601216</c:v>
                </c:pt>
                <c:pt idx="3540">
                  <c:v>2.012460220654491</c:v>
                </c:pt>
                <c:pt idx="3541">
                  <c:v>2.0117763895299006</c:v>
                </c:pt>
                <c:pt idx="3542">
                  <c:v>2.0113927441155139</c:v>
                </c:pt>
                <c:pt idx="3543">
                  <c:v>2.0114068097404454</c:v>
                </c:pt>
                <c:pt idx="3544">
                  <c:v>2.0115966132612471</c:v>
                </c:pt>
                <c:pt idx="3545">
                  <c:v>2.0127751038438717</c:v>
                </c:pt>
                <c:pt idx="3546">
                  <c:v>2.0140551306564691</c:v>
                </c:pt>
                <c:pt idx="3547">
                  <c:v>2.0132044625392846</c:v>
                </c:pt>
                <c:pt idx="3548">
                  <c:v>2.0129643853981229</c:v>
                </c:pt>
                <c:pt idx="3549">
                  <c:v>2.0129269686380518</c:v>
                </c:pt>
                <c:pt idx="3550">
                  <c:v>2.013074465396365</c:v>
                </c:pt>
                <c:pt idx="3551">
                  <c:v>2.01323558822883</c:v>
                </c:pt>
                <c:pt idx="3552">
                  <c:v>2.0129988351904355</c:v>
                </c:pt>
                <c:pt idx="3553">
                  <c:v>2.0122548954968025</c:v>
                </c:pt>
                <c:pt idx="3554">
                  <c:v>2.0101590624381882</c:v>
                </c:pt>
                <c:pt idx="3555">
                  <c:v>2.0077298026417001</c:v>
                </c:pt>
                <c:pt idx="3556">
                  <c:v>2.0066955396584691</c:v>
                </c:pt>
                <c:pt idx="3557">
                  <c:v>2.0087339838684866</c:v>
                </c:pt>
                <c:pt idx="3558">
                  <c:v>2.0106700676908198</c:v>
                </c:pt>
                <c:pt idx="3559">
                  <c:v>2.0116182611371181</c:v>
                </c:pt>
                <c:pt idx="3560">
                  <c:v>2.0137155227357639</c:v>
                </c:pt>
                <c:pt idx="3561">
                  <c:v>2.0156373486297006</c:v>
                </c:pt>
                <c:pt idx="3562">
                  <c:v>2.014903051581284</c:v>
                </c:pt>
                <c:pt idx="3563">
                  <c:v>2.015343481461946</c:v>
                </c:pt>
                <c:pt idx="3564">
                  <c:v>2.0158175095052857</c:v>
                </c:pt>
                <c:pt idx="3565">
                  <c:v>2.0149702204347157</c:v>
                </c:pt>
                <c:pt idx="3566">
                  <c:v>2.0134516274367598</c:v>
                </c:pt>
                <c:pt idx="3567">
                  <c:v>2.0129367211709632</c:v>
                </c:pt>
                <c:pt idx="3568">
                  <c:v>2.0122541537548626</c:v>
                </c:pt>
                <c:pt idx="3569">
                  <c:v>2.0123947550603285</c:v>
                </c:pt>
                <c:pt idx="3570">
                  <c:v>2.0128802114239246</c:v>
                </c:pt>
                <c:pt idx="3571">
                  <c:v>2.0123235753060373</c:v>
                </c:pt>
                <c:pt idx="3572">
                  <c:v>2.0111500021977538</c:v>
                </c:pt>
                <c:pt idx="3573">
                  <c:v>2.0105757840487022</c:v>
                </c:pt>
                <c:pt idx="3574">
                  <c:v>2.0103744148480254</c:v>
                </c:pt>
                <c:pt idx="3575">
                  <c:v>2.0103338113448057</c:v>
                </c:pt>
                <c:pt idx="3576">
                  <c:v>2.0127044185842071</c:v>
                </c:pt>
                <c:pt idx="3577">
                  <c:v>2.0140572459945933</c:v>
                </c:pt>
                <c:pt idx="3578">
                  <c:v>2.0138657666864463</c:v>
                </c:pt>
                <c:pt idx="3579">
                  <c:v>2.014367925979649</c:v>
                </c:pt>
                <c:pt idx="3580">
                  <c:v>2.0151631557548186</c:v>
                </c:pt>
                <c:pt idx="3581">
                  <c:v>2.0147234401441727</c:v>
                </c:pt>
                <c:pt idx="3582">
                  <c:v>2.0141643315531526</c:v>
                </c:pt>
                <c:pt idx="3583">
                  <c:v>2.0143016636996989</c:v>
                </c:pt>
                <c:pt idx="3584">
                  <c:v>2.0134195402298851</c:v>
                </c:pt>
                <c:pt idx="3585">
                  <c:v>2.0119082272917077</c:v>
                </c:pt>
                <c:pt idx="3586">
                  <c:v>2.0116005142744116</c:v>
                </c:pt>
                <c:pt idx="3587">
                  <c:v>2.0133678930133403</c:v>
                </c:pt>
                <c:pt idx="3588">
                  <c:v>2.0143833102569175</c:v>
                </c:pt>
                <c:pt idx="3589">
                  <c:v>2.0149360453616403</c:v>
                </c:pt>
                <c:pt idx="3590">
                  <c:v>2.0156692984769564</c:v>
                </c:pt>
                <c:pt idx="3591">
                  <c:v>2.0153057899826377</c:v>
                </c:pt>
                <c:pt idx="3592">
                  <c:v>2.0140122744555065</c:v>
                </c:pt>
                <c:pt idx="3593">
                  <c:v>2.0137183523439046</c:v>
                </c:pt>
                <c:pt idx="3594">
                  <c:v>2.0154827915869982</c:v>
                </c:pt>
                <c:pt idx="3595">
                  <c:v>2.0146710237137646</c:v>
                </c:pt>
                <c:pt idx="3596">
                  <c:v>2.0125843388057407</c:v>
                </c:pt>
                <c:pt idx="3597">
                  <c:v>2.0117470769873189</c:v>
                </c:pt>
                <c:pt idx="3598">
                  <c:v>2.0112852190061759</c:v>
                </c:pt>
                <c:pt idx="3599">
                  <c:v>2.0103314487593678</c:v>
                </c:pt>
                <c:pt idx="3600">
                  <c:v>2.0104438638711235</c:v>
                </c:pt>
                <c:pt idx="3601">
                  <c:v>2.0109611601942814</c:v>
                </c:pt>
                <c:pt idx="3602">
                  <c:v>2.0125973879694952</c:v>
                </c:pt>
                <c:pt idx="3603">
                  <c:v>2.0141098547284675</c:v>
                </c:pt>
                <c:pt idx="3604">
                  <c:v>2.0149616766664469</c:v>
                </c:pt>
                <c:pt idx="3605">
                  <c:v>2.0133437451924134</c:v>
                </c:pt>
                <c:pt idx="3606">
                  <c:v>2.011727874112657</c:v>
                </c:pt>
                <c:pt idx="3607">
                  <c:v>2.0126709852530715</c:v>
                </c:pt>
                <c:pt idx="3608">
                  <c:v>2.0131306180083954</c:v>
                </c:pt>
                <c:pt idx="3609">
                  <c:v>2.0126765895255048</c:v>
                </c:pt>
                <c:pt idx="3610">
                  <c:v>2.0136973088503551</c:v>
                </c:pt>
                <c:pt idx="3611">
                  <c:v>2.014309548141799</c:v>
                </c:pt>
                <c:pt idx="3612">
                  <c:v>2.0144777587305773</c:v>
                </c:pt>
                <c:pt idx="3613">
                  <c:v>2.0143783653106526</c:v>
                </c:pt>
                <c:pt idx="3614">
                  <c:v>2.0146229203753765</c:v>
                </c:pt>
                <c:pt idx="3615">
                  <c:v>2.0134935495923165</c:v>
                </c:pt>
                <c:pt idx="3616">
                  <c:v>2.0131847376980727</c:v>
                </c:pt>
                <c:pt idx="3617">
                  <c:v>2.0141492494670445</c:v>
                </c:pt>
                <c:pt idx="3618">
                  <c:v>2.0139765609547045</c:v>
                </c:pt>
                <c:pt idx="3619">
                  <c:v>2.0137218962220609</c:v>
                </c:pt>
                <c:pt idx="3620">
                  <c:v>2.0141955671303928</c:v>
                </c:pt>
                <c:pt idx="3621">
                  <c:v>2.0146097338520033</c:v>
                </c:pt>
                <c:pt idx="3622">
                  <c:v>2.0153473000593394</c:v>
                </c:pt>
                <c:pt idx="3623">
                  <c:v>2.0148777499395618</c:v>
                </c:pt>
                <c:pt idx="3624">
                  <c:v>2.0119526219203974</c:v>
                </c:pt>
                <c:pt idx="3625">
                  <c:v>2.00982099294521</c:v>
                </c:pt>
                <c:pt idx="3626">
                  <c:v>2.0100181864134856</c:v>
                </c:pt>
                <c:pt idx="3627">
                  <c:v>2.0113129107052594</c:v>
                </c:pt>
                <c:pt idx="3628">
                  <c:v>2.0117758675633501</c:v>
                </c:pt>
                <c:pt idx="3629">
                  <c:v>2.0122151161512933</c:v>
                </c:pt>
                <c:pt idx="3630">
                  <c:v>2.0135879156502057</c:v>
                </c:pt>
                <c:pt idx="3631">
                  <c:v>2.0156107283356408</c:v>
                </c:pt>
                <c:pt idx="3632">
                  <c:v>2.0172098964857916</c:v>
                </c:pt>
                <c:pt idx="3633">
                  <c:v>2.0169781708094328</c:v>
                </c:pt>
                <c:pt idx="3634">
                  <c:v>2.0148555251532931</c:v>
                </c:pt>
                <c:pt idx="3635">
                  <c:v>2.0137160172303905</c:v>
                </c:pt>
                <c:pt idx="3636">
                  <c:v>2.0131255082305883</c:v>
                </c:pt>
                <c:pt idx="3637">
                  <c:v>2.0124141777103799</c:v>
                </c:pt>
                <c:pt idx="3638">
                  <c:v>2.0121539361772269</c:v>
                </c:pt>
                <c:pt idx="3639">
                  <c:v>2.0126147227533462</c:v>
                </c:pt>
                <c:pt idx="3640">
                  <c:v>2.0126639799125292</c:v>
                </c:pt>
                <c:pt idx="3641">
                  <c:v>2.011134453088943</c:v>
                </c:pt>
                <c:pt idx="3642">
                  <c:v>2.0117090833168501</c:v>
                </c:pt>
                <c:pt idx="3643">
                  <c:v>2.0144553965846903</c:v>
                </c:pt>
                <c:pt idx="3644">
                  <c:v>2.016123958814092</c:v>
                </c:pt>
                <c:pt idx="3645">
                  <c:v>2.0176650513175534</c:v>
                </c:pt>
                <c:pt idx="3646">
                  <c:v>2.0177160666798533</c:v>
                </c:pt>
                <c:pt idx="3647">
                  <c:v>2.0168272400606582</c:v>
                </c:pt>
                <c:pt idx="3648">
                  <c:v>2.0167913342563901</c:v>
                </c:pt>
                <c:pt idx="3649">
                  <c:v>2.0153085097030834</c:v>
                </c:pt>
                <c:pt idx="3650">
                  <c:v>2.0132634997033034</c:v>
                </c:pt>
                <c:pt idx="3651">
                  <c:v>2.012473159930551</c:v>
                </c:pt>
                <c:pt idx="3652">
                  <c:v>2.0129425726907102</c:v>
                </c:pt>
                <c:pt idx="3653">
                  <c:v>2.0141339476055471</c:v>
                </c:pt>
                <c:pt idx="3654">
                  <c:v>2.0141100745038569</c:v>
                </c:pt>
                <c:pt idx="3655">
                  <c:v>2.0126054097712136</c:v>
                </c:pt>
                <c:pt idx="3656">
                  <c:v>2.0115846080305926</c:v>
                </c:pt>
                <c:pt idx="3657">
                  <c:v>2.0140189501329639</c:v>
                </c:pt>
                <c:pt idx="3658">
                  <c:v>2.014523581899299</c:v>
                </c:pt>
                <c:pt idx="3659">
                  <c:v>2.0127324674182985</c:v>
                </c:pt>
                <c:pt idx="3660">
                  <c:v>2.0133796235247576</c:v>
                </c:pt>
                <c:pt idx="3661">
                  <c:v>2.0147144568251245</c:v>
                </c:pt>
                <c:pt idx="3662">
                  <c:v>2.0152214237049737</c:v>
                </c:pt>
                <c:pt idx="3663">
                  <c:v>2.0161723368717173</c:v>
                </c:pt>
                <c:pt idx="3664">
                  <c:v>2.0148707171270961</c:v>
                </c:pt>
                <c:pt idx="3665">
                  <c:v>2.0118146579196061</c:v>
                </c:pt>
                <c:pt idx="3666">
                  <c:v>2.0107806971275357</c:v>
                </c:pt>
                <c:pt idx="3667">
                  <c:v>2.0110443726511504</c:v>
                </c:pt>
                <c:pt idx="3668">
                  <c:v>2.0106638040922178</c:v>
                </c:pt>
                <c:pt idx="3669">
                  <c:v>2.0098916232610273</c:v>
                </c:pt>
                <c:pt idx="3670">
                  <c:v>2.0106945177029076</c:v>
                </c:pt>
                <c:pt idx="3671">
                  <c:v>2.013136139865058</c:v>
                </c:pt>
                <c:pt idx="3672">
                  <c:v>2.0136728863101911</c:v>
                </c:pt>
                <c:pt idx="3673">
                  <c:v>2.0130562515109558</c:v>
                </c:pt>
                <c:pt idx="3674">
                  <c:v>2.0133714643634204</c:v>
                </c:pt>
                <c:pt idx="3675">
                  <c:v>2.0140504879013648</c:v>
                </c:pt>
                <c:pt idx="3676">
                  <c:v>2.0146347333025649</c:v>
                </c:pt>
                <c:pt idx="3677">
                  <c:v>2.0139079635612402</c:v>
                </c:pt>
                <c:pt idx="3678">
                  <c:v>2.0124148370365487</c:v>
                </c:pt>
                <c:pt idx="3679">
                  <c:v>2.0128184270675371</c:v>
                </c:pt>
                <c:pt idx="3680">
                  <c:v>2.0127105448231908</c:v>
                </c:pt>
                <c:pt idx="3681">
                  <c:v>2.0106493813322786</c:v>
                </c:pt>
                <c:pt idx="3682">
                  <c:v>2.0101076899408805</c:v>
                </c:pt>
                <c:pt idx="3683">
                  <c:v>2.0113997494560558</c:v>
                </c:pt>
                <c:pt idx="3684">
                  <c:v>2.0121664633744314</c:v>
                </c:pt>
                <c:pt idx="3685">
                  <c:v>2.0123376684028922</c:v>
                </c:pt>
                <c:pt idx="3686">
                  <c:v>2.0138499153864751</c:v>
                </c:pt>
                <c:pt idx="3687">
                  <c:v>2.0146498428605963</c:v>
                </c:pt>
                <c:pt idx="3688">
                  <c:v>2.0139880716907319</c:v>
                </c:pt>
                <c:pt idx="3689">
                  <c:v>2.0150449440671632</c:v>
                </c:pt>
                <c:pt idx="3690">
                  <c:v>2.0166268049053868</c:v>
                </c:pt>
                <c:pt idx="3691">
                  <c:v>2.0164766708423989</c:v>
                </c:pt>
                <c:pt idx="3692">
                  <c:v>2.0154281499307709</c:v>
                </c:pt>
                <c:pt idx="3693">
                  <c:v>2.0140509823959913</c:v>
                </c:pt>
                <c:pt idx="3694">
                  <c:v>2.0139905441638644</c:v>
                </c:pt>
                <c:pt idx="3695">
                  <c:v>2.0139797476978529</c:v>
                </c:pt>
                <c:pt idx="3696">
                  <c:v>2.0131905617458958</c:v>
                </c:pt>
                <c:pt idx="3697">
                  <c:v>2.0129355948220917</c:v>
                </c:pt>
                <c:pt idx="3698">
                  <c:v>2.01385002527417</c:v>
                </c:pt>
                <c:pt idx="3699">
                  <c:v>2.0143968264433747</c:v>
                </c:pt>
                <c:pt idx="3700">
                  <c:v>2.0144845717676536</c:v>
                </c:pt>
                <c:pt idx="3701">
                  <c:v>2.01526661501945</c:v>
                </c:pt>
                <c:pt idx="3702">
                  <c:v>2.0167883123447838</c:v>
                </c:pt>
                <c:pt idx="3703">
                  <c:v>2.0179700720863276</c:v>
                </c:pt>
                <c:pt idx="3704">
                  <c:v>2.0180044394628691</c:v>
                </c:pt>
                <c:pt idx="3705">
                  <c:v>2.0166071350080217</c:v>
                </c:pt>
                <c:pt idx="3706">
                  <c:v>2.0150267851256016</c:v>
                </c:pt>
                <c:pt idx="3707">
                  <c:v>2.0131678974088483</c:v>
                </c:pt>
                <c:pt idx="3708">
                  <c:v>2.0126871936880506</c:v>
                </c:pt>
                <c:pt idx="3709">
                  <c:v>2.0130906188874969</c:v>
                </c:pt>
                <c:pt idx="3710">
                  <c:v>2.0134068207292146</c:v>
                </c:pt>
                <c:pt idx="3711">
                  <c:v>2.0142141930946571</c:v>
                </c:pt>
                <c:pt idx="3712">
                  <c:v>2.0141443594646273</c:v>
                </c:pt>
                <c:pt idx="3713">
                  <c:v>2.0139058756950399</c:v>
                </c:pt>
                <c:pt idx="3714">
                  <c:v>2.0151184589349684</c:v>
                </c:pt>
                <c:pt idx="3715">
                  <c:v>2.0156651227445552</c:v>
                </c:pt>
                <c:pt idx="3716">
                  <c:v>2.0149588470583062</c:v>
                </c:pt>
                <c:pt idx="3717">
                  <c:v>2.0137984055295486</c:v>
                </c:pt>
                <c:pt idx="3718">
                  <c:v>2.0137421979736709</c:v>
                </c:pt>
                <c:pt idx="3719">
                  <c:v>2.0139817256763588</c:v>
                </c:pt>
                <c:pt idx="3720">
                  <c:v>2.0132543240807896</c:v>
                </c:pt>
                <c:pt idx="3721">
                  <c:v>2.0137303850464825</c:v>
                </c:pt>
                <c:pt idx="3722">
                  <c:v>2.0142083965187578</c:v>
                </c:pt>
                <c:pt idx="3723">
                  <c:v>2.0121681666337006</c:v>
                </c:pt>
                <c:pt idx="3724">
                  <c:v>2.0111653590030989</c:v>
                </c:pt>
                <c:pt idx="3725">
                  <c:v>2.012100970308345</c:v>
                </c:pt>
                <c:pt idx="3726">
                  <c:v>2.0131202061493152</c:v>
                </c:pt>
                <c:pt idx="3727">
                  <c:v>2.0125362079954288</c:v>
                </c:pt>
                <c:pt idx="3728">
                  <c:v>2.0116927924660994</c:v>
                </c:pt>
                <c:pt idx="3729">
                  <c:v>2.0111673369816048</c:v>
                </c:pt>
                <c:pt idx="3730">
                  <c:v>2.0110130271862157</c:v>
                </c:pt>
                <c:pt idx="3731">
                  <c:v>2.0113729093866071</c:v>
                </c:pt>
                <c:pt idx="3732">
                  <c:v>2.0125836245357247</c:v>
                </c:pt>
                <c:pt idx="3733">
                  <c:v>2.0125925803828486</c:v>
                </c:pt>
                <c:pt idx="3734">
                  <c:v>2.0138941451836225</c:v>
                </c:pt>
                <c:pt idx="3735">
                  <c:v>2.0163798048394539</c:v>
                </c:pt>
                <c:pt idx="3736">
                  <c:v>2.0169259741544141</c:v>
                </c:pt>
                <c:pt idx="3737">
                  <c:v>2.0154147161600844</c:v>
                </c:pt>
                <c:pt idx="3738">
                  <c:v>2.0127015615041426</c:v>
                </c:pt>
                <c:pt idx="3739">
                  <c:v>2.0109640172743455</c:v>
                </c:pt>
                <c:pt idx="3740">
                  <c:v>2.0110398672556649</c:v>
                </c:pt>
                <c:pt idx="3741">
                  <c:v>2.0114679347706645</c:v>
                </c:pt>
                <c:pt idx="3742">
                  <c:v>2.0112268961121735</c:v>
                </c:pt>
                <c:pt idx="3743">
                  <c:v>2.0101848860464604</c:v>
                </c:pt>
                <c:pt idx="3744">
                  <c:v>2.0097843179270787</c:v>
                </c:pt>
                <c:pt idx="3745">
                  <c:v>2.0090186204698797</c:v>
                </c:pt>
                <c:pt idx="3746">
                  <c:v>2.0096742928726843</c:v>
                </c:pt>
                <c:pt idx="3747">
                  <c:v>2.0118921012724993</c:v>
                </c:pt>
                <c:pt idx="3748">
                  <c:v>2.0124240401309863</c:v>
                </c:pt>
                <c:pt idx="3749">
                  <c:v>2.0116577932353135</c:v>
                </c:pt>
                <c:pt idx="3750">
                  <c:v>2.0119206995450649</c:v>
                </c:pt>
                <c:pt idx="3751">
                  <c:v>2.0127990868332564</c:v>
                </c:pt>
                <c:pt idx="3752">
                  <c:v>2.0126343102349398</c:v>
                </c:pt>
                <c:pt idx="3753">
                  <c:v>2.0130228456517441</c:v>
                </c:pt>
                <c:pt idx="3754">
                  <c:v>2.0114150238456299</c:v>
                </c:pt>
                <c:pt idx="3755">
                  <c:v>2.010316723808268</c:v>
                </c:pt>
                <c:pt idx="3756">
                  <c:v>2.0098195918771018</c:v>
                </c:pt>
                <c:pt idx="3757">
                  <c:v>2.0094517702907631</c:v>
                </c:pt>
                <c:pt idx="3758">
                  <c:v>2.0107995703391133</c:v>
                </c:pt>
                <c:pt idx="3759">
                  <c:v>2.0130672128085099</c:v>
                </c:pt>
                <c:pt idx="3760">
                  <c:v>2.0146042944111118</c:v>
                </c:pt>
                <c:pt idx="3761">
                  <c:v>2.0134196775895035</c:v>
                </c:pt>
                <c:pt idx="3762">
                  <c:v>2.0128368057844881</c:v>
                </c:pt>
                <c:pt idx="3763">
                  <c:v>2.0129815004065845</c:v>
                </c:pt>
                <c:pt idx="3764">
                  <c:v>2.0130768829256498</c:v>
                </c:pt>
                <c:pt idx="3765">
                  <c:v>2.0124757148194545</c:v>
                </c:pt>
                <c:pt idx="3766">
                  <c:v>2.0113391189204632</c:v>
                </c:pt>
                <c:pt idx="3767">
                  <c:v>2.0119944067163358</c:v>
                </c:pt>
                <c:pt idx="3768">
                  <c:v>2.0118724039032108</c:v>
                </c:pt>
                <c:pt idx="3769">
                  <c:v>2.0119697369288585</c:v>
                </c:pt>
                <c:pt idx="3770">
                  <c:v>2.0132077042262808</c:v>
                </c:pt>
                <c:pt idx="3771">
                  <c:v>2.0126659853629589</c:v>
                </c:pt>
                <c:pt idx="3772">
                  <c:v>2.0119530614711763</c:v>
                </c:pt>
                <c:pt idx="3773">
                  <c:v>2.0128798542889168</c:v>
                </c:pt>
                <c:pt idx="3774">
                  <c:v>2.0133481132282807</c:v>
                </c:pt>
                <c:pt idx="3775">
                  <c:v>2.0129979560888773</c:v>
                </c:pt>
                <c:pt idx="3776">
                  <c:v>2.0136281620184171</c:v>
                </c:pt>
                <c:pt idx="3777">
                  <c:v>2.0146496230852069</c:v>
                </c:pt>
                <c:pt idx="3778">
                  <c:v>2.015478313663436</c:v>
                </c:pt>
                <c:pt idx="3779">
                  <c:v>2.0159016560075602</c:v>
                </c:pt>
                <c:pt idx="3780">
                  <c:v>2.0158781125689544</c:v>
                </c:pt>
                <c:pt idx="3781">
                  <c:v>2.014873601679084</c:v>
                </c:pt>
                <c:pt idx="3782">
                  <c:v>2.0133097898947274</c:v>
                </c:pt>
                <c:pt idx="3783">
                  <c:v>2.0118342454012001</c:v>
                </c:pt>
                <c:pt idx="3784">
                  <c:v>2.011035526691721</c:v>
                </c:pt>
                <c:pt idx="3785">
                  <c:v>2.0117449616491947</c:v>
                </c:pt>
                <c:pt idx="3786">
                  <c:v>2.0122437693677062</c:v>
                </c:pt>
                <c:pt idx="3787">
                  <c:v>2.0123738214544735</c:v>
                </c:pt>
                <c:pt idx="3788">
                  <c:v>2.013137376101624</c:v>
                </c:pt>
                <c:pt idx="3789">
                  <c:v>2.0127544449572539</c:v>
                </c:pt>
                <c:pt idx="3790">
                  <c:v>2.0116204314190895</c:v>
                </c:pt>
                <c:pt idx="3791">
                  <c:v>2.0115394716599635</c:v>
                </c:pt>
                <c:pt idx="3792">
                  <c:v>2.0122571207226216</c:v>
                </c:pt>
                <c:pt idx="3793">
                  <c:v>2.0124842585877234</c:v>
                </c:pt>
                <c:pt idx="3794">
                  <c:v>2.0126111788751895</c:v>
                </c:pt>
                <c:pt idx="3795">
                  <c:v>2.012930924595064</c:v>
                </c:pt>
                <c:pt idx="3796">
                  <c:v>2.0122583569591876</c:v>
                </c:pt>
                <c:pt idx="3797">
                  <c:v>2.0101071954462539</c:v>
                </c:pt>
                <c:pt idx="3798">
                  <c:v>2.0089920551196676</c:v>
                </c:pt>
                <c:pt idx="3799">
                  <c:v>2.0089016999626383</c:v>
                </c:pt>
                <c:pt idx="3800">
                  <c:v>2.0102561756884465</c:v>
                </c:pt>
                <c:pt idx="3801">
                  <c:v>2.0123455803169161</c:v>
                </c:pt>
                <c:pt idx="3802">
                  <c:v>2.0134751983472889</c:v>
                </c:pt>
                <c:pt idx="3803">
                  <c:v>2.0140648282455329</c:v>
                </c:pt>
                <c:pt idx="3804">
                  <c:v>2.0145064668908375</c:v>
                </c:pt>
                <c:pt idx="3805">
                  <c:v>2.0130265818333664</c:v>
                </c:pt>
                <c:pt idx="3806">
                  <c:v>2.0105213896397882</c:v>
                </c:pt>
                <c:pt idx="3807">
                  <c:v>2.0095358893211137</c:v>
                </c:pt>
                <c:pt idx="3808">
                  <c:v>2.0095250653831784</c:v>
                </c:pt>
                <c:pt idx="3809">
                  <c:v>2.0108012186545352</c:v>
                </c:pt>
                <c:pt idx="3810">
                  <c:v>2.0108392947407747</c:v>
                </c:pt>
                <c:pt idx="3811">
                  <c:v>2.0105354552647197</c:v>
                </c:pt>
                <c:pt idx="3812">
                  <c:v>2.0103240862838181</c:v>
                </c:pt>
                <c:pt idx="3813">
                  <c:v>2.0099792586976108</c:v>
                </c:pt>
                <c:pt idx="3814">
                  <c:v>2.0116622711588756</c:v>
                </c:pt>
                <c:pt idx="3815">
                  <c:v>2.0128841399090129</c:v>
                </c:pt>
                <c:pt idx="3816">
                  <c:v>2.0133899804399902</c:v>
                </c:pt>
                <c:pt idx="3817">
                  <c:v>2.0125229115843606</c:v>
                </c:pt>
                <c:pt idx="3818">
                  <c:v>2.0120626195028679</c:v>
                </c:pt>
                <c:pt idx="3819">
                  <c:v>2.0134758851453816</c:v>
                </c:pt>
                <c:pt idx="3820">
                  <c:v>2.0143029274081887</c:v>
                </c:pt>
                <c:pt idx="3821">
                  <c:v>2.0144756159205293</c:v>
                </c:pt>
                <c:pt idx="3822">
                  <c:v>2.0150116755675698</c:v>
                </c:pt>
                <c:pt idx="3823">
                  <c:v>2.0153205698775851</c:v>
                </c:pt>
                <c:pt idx="3824">
                  <c:v>2.0150931847651701</c:v>
                </c:pt>
                <c:pt idx="3825">
                  <c:v>2.0159257488846398</c:v>
                </c:pt>
                <c:pt idx="3826">
                  <c:v>2.0173013779916924</c:v>
                </c:pt>
                <c:pt idx="3827">
                  <c:v>2.016161403046087</c:v>
                </c:pt>
                <c:pt idx="3828">
                  <c:v>2.0148747829718028</c:v>
                </c:pt>
                <c:pt idx="3829">
                  <c:v>2.0158429210347024</c:v>
                </c:pt>
                <c:pt idx="3830">
                  <c:v>2.0168742170501748</c:v>
                </c:pt>
                <c:pt idx="3831">
                  <c:v>2.0159257488846398</c:v>
                </c:pt>
                <c:pt idx="3832">
                  <c:v>2.0149560723940132</c:v>
                </c:pt>
                <c:pt idx="3833">
                  <c:v>2.0150987340937561</c:v>
                </c:pt>
                <c:pt idx="3834">
                  <c:v>2.0147267642469395</c:v>
                </c:pt>
                <c:pt idx="3835">
                  <c:v>2.015513312894222</c:v>
                </c:pt>
                <c:pt idx="3836">
                  <c:v>2.0149136832157537</c:v>
                </c:pt>
                <c:pt idx="3837">
                  <c:v>2.0159119030350983</c:v>
                </c:pt>
                <c:pt idx="3838">
                  <c:v>2.0158328113667832</c:v>
                </c:pt>
                <c:pt idx="3839">
                  <c:v>2.0149696709962419</c:v>
                </c:pt>
                <c:pt idx="3840">
                  <c:v>2.0141122722577527</c:v>
                </c:pt>
                <c:pt idx="3841">
                  <c:v>2.0130289718907277</c:v>
                </c:pt>
                <c:pt idx="3842">
                  <c:v>2.0117458407507529</c:v>
                </c:pt>
                <c:pt idx="3843">
                  <c:v>2.0115387024461002</c:v>
                </c:pt>
                <c:pt idx="3844">
                  <c:v>2.0136320080877343</c:v>
                </c:pt>
                <c:pt idx="3845">
                  <c:v>2.0146757488846401</c:v>
                </c:pt>
                <c:pt idx="3846">
                  <c:v>2.0149793685853057</c:v>
                </c:pt>
                <c:pt idx="3847">
                  <c:v>2.0161049757148195</c:v>
                </c:pt>
                <c:pt idx="3848">
                  <c:v>2.0156140249664842</c:v>
                </c:pt>
                <c:pt idx="3849">
                  <c:v>2.0145420155600977</c:v>
                </c:pt>
                <c:pt idx="3850">
                  <c:v>2.0138009054746049</c:v>
                </c:pt>
                <c:pt idx="3851">
                  <c:v>2.0144188039823301</c:v>
                </c:pt>
                <c:pt idx="3852">
                  <c:v>2.0147198413221687</c:v>
                </c:pt>
                <c:pt idx="3853">
                  <c:v>2.014480588338718</c:v>
                </c:pt>
                <c:pt idx="3854">
                  <c:v>2.0144238313443661</c:v>
                </c:pt>
                <c:pt idx="3855">
                  <c:v>2.0146154480121314</c:v>
                </c:pt>
                <c:pt idx="3856">
                  <c:v>2.0161385464055734</c:v>
                </c:pt>
                <c:pt idx="3857">
                  <c:v>2.0155959484406938</c:v>
                </c:pt>
                <c:pt idx="3858">
                  <c:v>2.0142707028416957</c:v>
                </c:pt>
                <c:pt idx="3859">
                  <c:v>2.0141793312234895</c:v>
                </c:pt>
                <c:pt idx="3860">
                  <c:v>2.0130348783543219</c:v>
                </c:pt>
                <c:pt idx="3861">
                  <c:v>2.0122261323926947</c:v>
                </c:pt>
                <c:pt idx="3862">
                  <c:v>2.01168825959869</c:v>
                </c:pt>
                <c:pt idx="3863">
                  <c:v>2.0113609316278764</c:v>
                </c:pt>
                <c:pt idx="3864">
                  <c:v>2.0113706017450168</c:v>
                </c:pt>
                <c:pt idx="3865">
                  <c:v>2.0118638876068657</c:v>
                </c:pt>
                <c:pt idx="3866">
                  <c:v>2.0115817784224523</c:v>
                </c:pt>
                <c:pt idx="3867">
                  <c:v>2.0103955407573459</c:v>
                </c:pt>
                <c:pt idx="3868">
                  <c:v>2.0096504472429175</c:v>
                </c:pt>
                <c:pt idx="3869">
                  <c:v>2.0100808223995079</c:v>
                </c:pt>
                <c:pt idx="3870">
                  <c:v>2.0098994252873563</c:v>
                </c:pt>
                <c:pt idx="3871">
                  <c:v>2.0100559603085646</c:v>
                </c:pt>
                <c:pt idx="3872">
                  <c:v>2.0101627436759633</c:v>
                </c:pt>
                <c:pt idx="3873">
                  <c:v>2.009258367947957</c:v>
                </c:pt>
                <c:pt idx="3874">
                  <c:v>2.0097928616953475</c:v>
                </c:pt>
                <c:pt idx="3875">
                  <c:v>2.0111030801520844</c:v>
                </c:pt>
                <c:pt idx="3876">
                  <c:v>2.0111780235599217</c:v>
                </c:pt>
                <c:pt idx="3877">
                  <c:v>2.0125737621151183</c:v>
                </c:pt>
                <c:pt idx="3878">
                  <c:v>2.0147901694468255</c:v>
                </c:pt>
                <c:pt idx="3879">
                  <c:v>2.0144792422144566</c:v>
                </c:pt>
                <c:pt idx="3880">
                  <c:v>2.0127597195666027</c:v>
                </c:pt>
                <c:pt idx="3881">
                  <c:v>2.012336789301334</c:v>
                </c:pt>
                <c:pt idx="3882">
                  <c:v>2.0134416551284589</c:v>
                </c:pt>
                <c:pt idx="3883">
                  <c:v>2.0139034581657547</c:v>
                </c:pt>
                <c:pt idx="3884">
                  <c:v>2.0153747445111097</c:v>
                </c:pt>
                <c:pt idx="3885">
                  <c:v>2.0180766631502602</c:v>
                </c:pt>
                <c:pt idx="3886">
                  <c:v>2.0180233950902178</c:v>
                </c:pt>
                <c:pt idx="3887">
                  <c:v>2.0162146436342057</c:v>
                </c:pt>
                <c:pt idx="3888">
                  <c:v>2.0151850234060791</c:v>
                </c:pt>
                <c:pt idx="3889">
                  <c:v>2.0140677952132919</c:v>
                </c:pt>
                <c:pt idx="3890">
                  <c:v>2.0124027768620469</c:v>
                </c:pt>
                <c:pt idx="3891">
                  <c:v>2.0119822915979868</c:v>
                </c:pt>
                <c:pt idx="3892">
                  <c:v>2.0113118393002352</c:v>
                </c:pt>
                <c:pt idx="3893">
                  <c:v>2.0119281444363861</c:v>
                </c:pt>
                <c:pt idx="3894">
                  <c:v>2.0127026878530141</c:v>
                </c:pt>
                <c:pt idx="3895">
                  <c:v>2.0128245258345969</c:v>
                </c:pt>
                <c:pt idx="3896">
                  <c:v>2.0129252379068592</c:v>
                </c:pt>
                <c:pt idx="3897">
                  <c:v>2.0126128546625348</c:v>
                </c:pt>
                <c:pt idx="3898">
                  <c:v>2.012187067317202</c:v>
                </c:pt>
                <c:pt idx="3899">
                  <c:v>2.0140788938704643</c:v>
                </c:pt>
                <c:pt idx="3900">
                  <c:v>2.0158486626667544</c:v>
                </c:pt>
                <c:pt idx="3901">
                  <c:v>2.0157501483483879</c:v>
                </c:pt>
                <c:pt idx="3902">
                  <c:v>2.0138359596492386</c:v>
                </c:pt>
                <c:pt idx="3903">
                  <c:v>2.0108290202413133</c:v>
                </c:pt>
                <c:pt idx="3904">
                  <c:v>2.0100654655941628</c:v>
                </c:pt>
                <c:pt idx="3905">
                  <c:v>2.0099470890749656</c:v>
                </c:pt>
                <c:pt idx="3906">
                  <c:v>2.0123693984747586</c:v>
                </c:pt>
                <c:pt idx="3907">
                  <c:v>2.0147323410474494</c:v>
                </c:pt>
                <c:pt idx="3908">
                  <c:v>2.0151383211357992</c:v>
                </c:pt>
                <c:pt idx="3909">
                  <c:v>2.013712226104921</c:v>
                </c:pt>
                <c:pt idx="3910">
                  <c:v>2.0130878442232039</c:v>
                </c:pt>
                <c:pt idx="3911">
                  <c:v>2.0128984802531811</c:v>
                </c:pt>
                <c:pt idx="3912">
                  <c:v>2.0122267093030923</c:v>
                </c:pt>
                <c:pt idx="3913">
                  <c:v>2.0123600580207031</c:v>
                </c:pt>
                <c:pt idx="3914">
                  <c:v>2.0128756785565152</c:v>
                </c:pt>
                <c:pt idx="3915">
                  <c:v>2.0141221072064348</c:v>
                </c:pt>
                <c:pt idx="3916">
                  <c:v>2.0147615437023361</c:v>
                </c:pt>
                <c:pt idx="3917">
                  <c:v>2.0134798411023933</c:v>
                </c:pt>
                <c:pt idx="3918">
                  <c:v>2.0113018395200104</c:v>
                </c:pt>
                <c:pt idx="3919">
                  <c:v>2.0105197138524429</c:v>
                </c:pt>
                <c:pt idx="3920">
                  <c:v>2.0112869222654446</c:v>
                </c:pt>
                <c:pt idx="3921">
                  <c:v>2.0139921375354386</c:v>
                </c:pt>
                <c:pt idx="3922">
                  <c:v>2.0156528977385113</c:v>
                </c:pt>
                <c:pt idx="3923">
                  <c:v>2.0161432166326017</c:v>
                </c:pt>
                <c:pt idx="3924">
                  <c:v>2.015382876200523</c:v>
                </c:pt>
                <c:pt idx="3925">
                  <c:v>2.0155718280916903</c:v>
                </c:pt>
                <c:pt idx="3926">
                  <c:v>2.0153803213116195</c:v>
                </c:pt>
                <c:pt idx="3927">
                  <c:v>2.0137220061097558</c:v>
                </c:pt>
                <c:pt idx="3928">
                  <c:v>2.0142122151161512</c:v>
                </c:pt>
                <c:pt idx="3929">
                  <c:v>2.0158925078569703</c:v>
                </c:pt>
                <c:pt idx="3930">
                  <c:v>2.0154157600931848</c:v>
                </c:pt>
                <c:pt idx="3931">
                  <c:v>2.0149914562317313</c:v>
                </c:pt>
                <c:pt idx="3932">
                  <c:v>2.0162756038328826</c:v>
                </c:pt>
                <c:pt idx="3933">
                  <c:v>2.0166155139447484</c:v>
                </c:pt>
                <c:pt idx="3934">
                  <c:v>2.016804191116679</c:v>
                </c:pt>
                <c:pt idx="3935">
                  <c:v>2.0167450990088129</c:v>
                </c:pt>
                <c:pt idx="3936">
                  <c:v>2.0158049823080813</c:v>
                </c:pt>
                <c:pt idx="3937">
                  <c:v>2.0138944199028592</c:v>
                </c:pt>
                <c:pt idx="3938">
                  <c:v>2.0126337333245425</c:v>
                </c:pt>
                <c:pt idx="3939">
                  <c:v>2.0122069020461089</c:v>
                </c:pt>
                <c:pt idx="3940">
                  <c:v>2.0122193742994661</c:v>
                </c:pt>
                <c:pt idx="3941">
                  <c:v>2.0121899243972661</c:v>
                </c:pt>
                <c:pt idx="3942">
                  <c:v>2.0138589261774467</c:v>
                </c:pt>
                <c:pt idx="3943">
                  <c:v>2.0146841278213667</c:v>
                </c:pt>
                <c:pt idx="3944">
                  <c:v>2.0133798982439948</c:v>
                </c:pt>
                <c:pt idx="3945">
                  <c:v>2.0121010527241161</c:v>
                </c:pt>
                <c:pt idx="3946">
                  <c:v>2.010851849409903</c:v>
                </c:pt>
                <c:pt idx="3947">
                  <c:v>2.0103350750532956</c:v>
                </c:pt>
                <c:pt idx="3948">
                  <c:v>2.0112896694578142</c:v>
                </c:pt>
                <c:pt idx="3949">
                  <c:v>2.0125100547240722</c:v>
                </c:pt>
                <c:pt idx="3950">
                  <c:v>2.0125971407221819</c:v>
                </c:pt>
                <c:pt idx="3951">
                  <c:v>2.0134756378980683</c:v>
                </c:pt>
                <c:pt idx="3952">
                  <c:v>2.0146709687699174</c:v>
                </c:pt>
                <c:pt idx="3953">
                  <c:v>2.0159357211929407</c:v>
                </c:pt>
                <c:pt idx="3954">
                  <c:v>2.0157511373376411</c:v>
                </c:pt>
                <c:pt idx="3955">
                  <c:v>2.015586058548164</c:v>
                </c:pt>
                <c:pt idx="3956">
                  <c:v>2.0152663403002133</c:v>
                </c:pt>
                <c:pt idx="3957">
                  <c:v>2.0146104755939431</c:v>
                </c:pt>
                <c:pt idx="3958">
                  <c:v>2.013757472363245</c:v>
                </c:pt>
                <c:pt idx="3959">
                  <c:v>2.012808811894244</c:v>
                </c:pt>
                <c:pt idx="3960">
                  <c:v>2.0131111953583436</c:v>
                </c:pt>
                <c:pt idx="3961">
                  <c:v>2.0126871112722799</c:v>
                </c:pt>
                <c:pt idx="3962">
                  <c:v>2.012519752313136</c:v>
                </c:pt>
                <c:pt idx="3963">
                  <c:v>2.0134732203687831</c:v>
                </c:pt>
                <c:pt idx="3964">
                  <c:v>2.0142402364783192</c:v>
                </c:pt>
                <c:pt idx="3965">
                  <c:v>2.0132599008812995</c:v>
                </c:pt>
                <c:pt idx="3966">
                  <c:v>2.0118353717500712</c:v>
                </c:pt>
                <c:pt idx="3967">
                  <c:v>2.0132003692226546</c:v>
                </c:pt>
                <c:pt idx="3968">
                  <c:v>2.0136992593569372</c:v>
                </c:pt>
                <c:pt idx="3969">
                  <c:v>2.0128349926375244</c:v>
                </c:pt>
                <c:pt idx="3970">
                  <c:v>2.0129663633766293</c:v>
                </c:pt>
                <c:pt idx="3971">
                  <c:v>2.0132004791103491</c:v>
                </c:pt>
                <c:pt idx="3972">
                  <c:v>2.0137620876464255</c:v>
                </c:pt>
                <c:pt idx="3973">
                  <c:v>2.0128945517680932</c:v>
                </c:pt>
                <c:pt idx="3974">
                  <c:v>2.0128780686138765</c:v>
                </c:pt>
                <c:pt idx="3975">
                  <c:v>2.0132395716577656</c:v>
                </c:pt>
                <c:pt idx="3976">
                  <c:v>2.013794614404079</c:v>
                </c:pt>
                <c:pt idx="3977">
                  <c:v>2.0148433276191731</c:v>
                </c:pt>
                <c:pt idx="3978">
                  <c:v>2.0166876826882927</c:v>
                </c:pt>
                <c:pt idx="3979">
                  <c:v>2.0176014812861256</c:v>
                </c:pt>
                <c:pt idx="3980">
                  <c:v>2.0171431122392915</c:v>
                </c:pt>
                <c:pt idx="3981">
                  <c:v>2.0160659106393268</c:v>
                </c:pt>
                <c:pt idx="3982">
                  <c:v>2.0148412122810488</c:v>
                </c:pt>
                <c:pt idx="3983">
                  <c:v>2.0136265961187667</c:v>
                </c:pt>
                <c:pt idx="3984">
                  <c:v>2.0139306004263644</c:v>
                </c:pt>
                <c:pt idx="3985">
                  <c:v>2.0147144568251245</c:v>
                </c:pt>
                <c:pt idx="3986">
                  <c:v>2.0138970022636866</c:v>
                </c:pt>
                <c:pt idx="3987">
                  <c:v>2.0123410474495067</c:v>
                </c:pt>
                <c:pt idx="3988">
                  <c:v>2.0117764719456717</c:v>
                </c:pt>
                <c:pt idx="3989">
                  <c:v>2.0117490000219775</c:v>
                </c:pt>
                <c:pt idx="3990">
                  <c:v>2.0116780949869235</c:v>
                </c:pt>
                <c:pt idx="3991">
                  <c:v>2.011090745258346</c:v>
                </c:pt>
                <c:pt idx="3992">
                  <c:v>2.0112376101624139</c:v>
                </c:pt>
                <c:pt idx="3993">
                  <c:v>2.0118171029208147</c:v>
                </c:pt>
                <c:pt idx="3994">
                  <c:v>2.0134622041273817</c:v>
                </c:pt>
                <c:pt idx="3995">
                  <c:v>2.0134932199292321</c:v>
                </c:pt>
                <c:pt idx="3996">
                  <c:v>2.0126341454033976</c:v>
                </c:pt>
                <c:pt idx="3997">
                  <c:v>2.0126749137381594</c:v>
                </c:pt>
                <c:pt idx="3998">
                  <c:v>2.0122353080152084</c:v>
                </c:pt>
                <c:pt idx="3999">
                  <c:v>2.0114818630359772</c:v>
                </c:pt>
                <c:pt idx="4000">
                  <c:v>2.0136826388431022</c:v>
                </c:pt>
                <c:pt idx="4001">
                  <c:v>2.0165578778488387</c:v>
                </c:pt>
                <c:pt idx="4002">
                  <c:v>2.0161599470341312</c:v>
                </c:pt>
                <c:pt idx="4003">
                  <c:v>2.0140247741807871</c:v>
                </c:pt>
                <c:pt idx="4004">
                  <c:v>2.0137993121030306</c:v>
                </c:pt>
                <c:pt idx="4005">
                  <c:v>2.0152048031911387</c:v>
                </c:pt>
                <c:pt idx="4006">
                  <c:v>2.0139382101492274</c:v>
                </c:pt>
                <c:pt idx="4007">
                  <c:v>2.0145033076196128</c:v>
                </c:pt>
                <c:pt idx="4008">
                  <c:v>2.0176108217401816</c:v>
                </c:pt>
                <c:pt idx="4009">
                  <c:v>2.0167791092503462</c:v>
                </c:pt>
                <c:pt idx="4010">
                  <c:v>2.0136818971011627</c:v>
                </c:pt>
                <c:pt idx="4011">
                  <c:v>2.0138793652886751</c:v>
                </c:pt>
                <c:pt idx="4012">
                  <c:v>2.0153442781477331</c:v>
                </c:pt>
                <c:pt idx="4013">
                  <c:v>2.0141110360211862</c:v>
                </c:pt>
                <c:pt idx="4014">
                  <c:v>2.0115389771653369</c:v>
                </c:pt>
                <c:pt idx="4015">
                  <c:v>2.0097883837717854</c:v>
                </c:pt>
                <c:pt idx="4016">
                  <c:v>2.0108122348959365</c:v>
                </c:pt>
                <c:pt idx="4017">
                  <c:v>2.0120169062218412</c:v>
                </c:pt>
                <c:pt idx="4018">
                  <c:v>2.0120261093162788</c:v>
                </c:pt>
                <c:pt idx="4019">
                  <c:v>2.0108380585042087</c:v>
                </c:pt>
                <c:pt idx="4020">
                  <c:v>2.0108503384540999</c:v>
                </c:pt>
                <c:pt idx="4021">
                  <c:v>2.0118698490143072</c:v>
                </c:pt>
                <c:pt idx="4022">
                  <c:v>2.0122284400342849</c:v>
                </c:pt>
                <c:pt idx="4023">
                  <c:v>2.0126187885980529</c:v>
                </c:pt>
                <c:pt idx="4024">
                  <c:v>2.0149104415287575</c:v>
                </c:pt>
                <c:pt idx="4025">
                  <c:v>2.0160239884837696</c:v>
                </c:pt>
                <c:pt idx="4026">
                  <c:v>2.016205550427463</c:v>
                </c:pt>
                <c:pt idx="4027">
                  <c:v>2.0155380101536231</c:v>
                </c:pt>
                <c:pt idx="4028">
                  <c:v>2.0158353662556867</c:v>
                </c:pt>
                <c:pt idx="4029">
                  <c:v>2.0156448209929452</c:v>
                </c:pt>
                <c:pt idx="4030">
                  <c:v>2.0150901353816399</c:v>
                </c:pt>
                <c:pt idx="4031">
                  <c:v>2.0143630909210786</c:v>
                </c:pt>
                <c:pt idx="4032">
                  <c:v>2.0136389035405817</c:v>
                </c:pt>
                <c:pt idx="4033">
                  <c:v>2.0139688138722227</c:v>
                </c:pt>
                <c:pt idx="4034">
                  <c:v>2.015584410232742</c:v>
                </c:pt>
                <c:pt idx="4035">
                  <c:v>2.0157113854640558</c:v>
                </c:pt>
                <c:pt idx="4036">
                  <c:v>2.016886579415837</c:v>
                </c:pt>
                <c:pt idx="4037">
                  <c:v>2.0186091789191445</c:v>
                </c:pt>
                <c:pt idx="4038">
                  <c:v>2.0174831322388518</c:v>
                </c:pt>
                <c:pt idx="4039">
                  <c:v>2.0157372640161753</c:v>
                </c:pt>
                <c:pt idx="4040">
                  <c:v>2.0150770038021144</c:v>
                </c:pt>
                <c:pt idx="4041">
                  <c:v>2.012999879123536</c:v>
                </c:pt>
                <c:pt idx="4042">
                  <c:v>2.0128869145733059</c:v>
                </c:pt>
                <c:pt idx="4043">
                  <c:v>2.0136165413946947</c:v>
                </c:pt>
                <c:pt idx="4044">
                  <c:v>2.0144614129359795</c:v>
                </c:pt>
                <c:pt idx="4045">
                  <c:v>2.0161005527351046</c:v>
                </c:pt>
                <c:pt idx="4046">
                  <c:v>2.0163518384211336</c:v>
                </c:pt>
                <c:pt idx="4047">
                  <c:v>2.0167283411353596</c:v>
                </c:pt>
                <c:pt idx="4048">
                  <c:v>2.0175445319883081</c:v>
                </c:pt>
                <c:pt idx="4049">
                  <c:v>2.0183895958330584</c:v>
                </c:pt>
                <c:pt idx="4050">
                  <c:v>2.0173829970769872</c:v>
                </c:pt>
                <c:pt idx="4051">
                  <c:v>2.0169413859036065</c:v>
                </c:pt>
                <c:pt idx="4052">
                  <c:v>2.0176137062921695</c:v>
                </c:pt>
                <c:pt idx="4053">
                  <c:v>2.0176276345574822</c:v>
                </c:pt>
                <c:pt idx="4054">
                  <c:v>2.0182523186303598</c:v>
                </c:pt>
                <c:pt idx="4055">
                  <c:v>2.017943204544955</c:v>
                </c:pt>
                <c:pt idx="4056">
                  <c:v>2.0157806421836884</c:v>
                </c:pt>
                <c:pt idx="4057">
                  <c:v>2.0156034482758622</c:v>
                </c:pt>
                <c:pt idx="4058">
                  <c:v>2.0161037394782531</c:v>
                </c:pt>
                <c:pt idx="4059">
                  <c:v>2.0154269686380517</c:v>
                </c:pt>
                <c:pt idx="4060">
                  <c:v>2.0144881431177337</c:v>
                </c:pt>
                <c:pt idx="4061">
                  <c:v>2.0141222995099008</c:v>
                </c:pt>
                <c:pt idx="4062">
                  <c:v>2.0138036526669745</c:v>
                </c:pt>
                <c:pt idx="4063">
                  <c:v>2.0141306235027803</c:v>
                </c:pt>
                <c:pt idx="4064">
                  <c:v>2.0151918364431549</c:v>
                </c:pt>
                <c:pt idx="4065">
                  <c:v>2.0165915034834399</c:v>
                </c:pt>
                <c:pt idx="4066">
                  <c:v>2.0154957583349815</c:v>
                </c:pt>
                <c:pt idx="4067">
                  <c:v>2.0150554108700907</c:v>
                </c:pt>
                <c:pt idx="4068">
                  <c:v>2.0142028746620952</c:v>
                </c:pt>
                <c:pt idx="4069">
                  <c:v>2.0141462824992855</c:v>
                </c:pt>
                <c:pt idx="4070">
                  <c:v>2.0149463198611022</c:v>
                </c:pt>
                <c:pt idx="4071">
                  <c:v>2.0150067580932287</c:v>
                </c:pt>
                <c:pt idx="4072">
                  <c:v>2.014148947275884</c:v>
                </c:pt>
                <c:pt idx="4073">
                  <c:v>2.0140561471176457</c:v>
                </c:pt>
                <c:pt idx="4074">
                  <c:v>2.0155823498384651</c:v>
                </c:pt>
                <c:pt idx="4075">
                  <c:v>2.0158634425617019</c:v>
                </c:pt>
                <c:pt idx="4076">
                  <c:v>2.0152983725632403</c:v>
                </c:pt>
                <c:pt idx="4077">
                  <c:v>2.0160120381969628</c:v>
                </c:pt>
                <c:pt idx="4078">
                  <c:v>2.0173784642095778</c:v>
                </c:pt>
                <c:pt idx="4079">
                  <c:v>2.0189089525504933</c:v>
                </c:pt>
                <c:pt idx="4080">
                  <c:v>2.0193839421111623</c:v>
                </c:pt>
                <c:pt idx="4081">
                  <c:v>2.0188166468868816</c:v>
                </c:pt>
                <c:pt idx="4082">
                  <c:v>2.0180530922397311</c:v>
                </c:pt>
                <c:pt idx="4083">
                  <c:v>2.0172236873914859</c:v>
                </c:pt>
                <c:pt idx="4084">
                  <c:v>2.0163080207028417</c:v>
                </c:pt>
                <c:pt idx="4085">
                  <c:v>2.0140199391222171</c:v>
                </c:pt>
                <c:pt idx="4086">
                  <c:v>2.0150289828794969</c:v>
                </c:pt>
                <c:pt idx="4087">
                  <c:v>2.0177893343003452</c:v>
                </c:pt>
                <c:pt idx="4088">
                  <c:v>2.0177878508164655</c:v>
                </c:pt>
                <c:pt idx="4089">
                  <c:v>2.0171470681963033</c:v>
                </c:pt>
                <c:pt idx="4090">
                  <c:v>2.0161388760686578</c:v>
                </c:pt>
                <c:pt idx="4091">
                  <c:v>2.0153641403485638</c:v>
                </c:pt>
                <c:pt idx="4092">
                  <c:v>2.0137646700072525</c:v>
                </c:pt>
                <c:pt idx="4093">
                  <c:v>2.012661040416694</c:v>
                </c:pt>
                <c:pt idx="4094">
                  <c:v>2.0118357288850794</c:v>
                </c:pt>
                <c:pt idx="4095">
                  <c:v>2.0117430111426122</c:v>
                </c:pt>
                <c:pt idx="4096">
                  <c:v>2.0114603799916484</c:v>
                </c:pt>
                <c:pt idx="4097">
                  <c:v>2.0117277092811148</c:v>
                </c:pt>
                <c:pt idx="4098">
                  <c:v>2.0122628898265971</c:v>
                </c:pt>
                <c:pt idx="4099">
                  <c:v>2.0134295400101099</c:v>
                </c:pt>
                <c:pt idx="4100">
                  <c:v>2.01320561636008</c:v>
                </c:pt>
                <c:pt idx="4101">
                  <c:v>2.0134570394057274</c:v>
                </c:pt>
                <c:pt idx="4102">
                  <c:v>2.0117854552647194</c:v>
                </c:pt>
                <c:pt idx="4103">
                  <c:v>2.0109709401991167</c:v>
                </c:pt>
                <c:pt idx="4104">
                  <c:v>2.0108684973956614</c:v>
                </c:pt>
                <c:pt idx="4105">
                  <c:v>2.0122698402232917</c:v>
                </c:pt>
                <c:pt idx="4106">
                  <c:v>2.0132793510032747</c:v>
                </c:pt>
                <c:pt idx="4107">
                  <c:v>2.0123853871343487</c:v>
                </c:pt>
                <c:pt idx="4108">
                  <c:v>2.0119503692226544</c:v>
                </c:pt>
                <c:pt idx="4109">
                  <c:v>2.0123990681523485</c:v>
                </c:pt>
                <c:pt idx="4110">
                  <c:v>2.0133501736225576</c:v>
                </c:pt>
                <c:pt idx="4111">
                  <c:v>2.0139602701039538</c:v>
                </c:pt>
                <c:pt idx="4112">
                  <c:v>2.013113585415705</c:v>
                </c:pt>
                <c:pt idx="4113">
                  <c:v>2.0123178611459087</c:v>
                </c:pt>
                <c:pt idx="4114">
                  <c:v>2.0130972945649548</c:v>
                </c:pt>
                <c:pt idx="4115">
                  <c:v>2.0137991472714885</c:v>
                </c:pt>
                <c:pt idx="4116">
                  <c:v>2.0144397925320323</c:v>
                </c:pt>
                <c:pt idx="4117">
                  <c:v>2.0139376881826774</c:v>
                </c:pt>
                <c:pt idx="4118">
                  <c:v>2.0132866585349771</c:v>
                </c:pt>
                <c:pt idx="4119">
                  <c:v>2.0130627348849477</c:v>
                </c:pt>
                <c:pt idx="4120">
                  <c:v>2.0137756587767304</c:v>
                </c:pt>
                <c:pt idx="4121">
                  <c:v>2.0137632689391443</c:v>
                </c:pt>
                <c:pt idx="4122">
                  <c:v>2.0148623107184456</c:v>
                </c:pt>
                <c:pt idx="4123">
                  <c:v>2.0173936287114569</c:v>
                </c:pt>
                <c:pt idx="4124">
                  <c:v>2.017978505966902</c:v>
                </c:pt>
                <c:pt idx="4125">
                  <c:v>2.016443292455111</c:v>
                </c:pt>
                <c:pt idx="4126">
                  <c:v>2.0158583327838948</c:v>
                </c:pt>
                <c:pt idx="4127">
                  <c:v>2.0163515362299731</c:v>
                </c:pt>
                <c:pt idx="4128">
                  <c:v>2.0161184644293533</c:v>
                </c:pt>
                <c:pt idx="4129">
                  <c:v>2.0151919463308499</c:v>
                </c:pt>
                <c:pt idx="4130">
                  <c:v>2.0152650491197996</c:v>
                </c:pt>
                <c:pt idx="4131">
                  <c:v>2.0153621074262102</c:v>
                </c:pt>
                <c:pt idx="4132">
                  <c:v>2.0150276916990837</c:v>
                </c:pt>
                <c:pt idx="4133">
                  <c:v>2.0126995285817895</c:v>
                </c:pt>
                <c:pt idx="4134">
                  <c:v>2.0096965176589525</c:v>
                </c:pt>
                <c:pt idx="4135">
                  <c:v>2.0098099217599614</c:v>
                </c:pt>
                <c:pt idx="4136">
                  <c:v>2.0112706588866178</c:v>
                </c:pt>
                <c:pt idx="4137">
                  <c:v>2.0116204863629372</c:v>
                </c:pt>
                <c:pt idx="4138">
                  <c:v>2.0112302751587876</c:v>
                </c:pt>
                <c:pt idx="4139">
                  <c:v>2.0115617239181556</c:v>
                </c:pt>
                <c:pt idx="4140">
                  <c:v>2.0120986626667547</c:v>
                </c:pt>
                <c:pt idx="4141">
                  <c:v>2.0122624502758182</c:v>
                </c:pt>
                <c:pt idx="4142">
                  <c:v>2.0129913902991143</c:v>
                </c:pt>
                <c:pt idx="4143">
                  <c:v>2.013355530647678</c:v>
                </c:pt>
                <c:pt idx="4144">
                  <c:v>2.0129019417155667</c:v>
                </c:pt>
                <c:pt idx="4145">
                  <c:v>2.0129266389749674</c:v>
                </c:pt>
                <c:pt idx="4146">
                  <c:v>2.0124216226017011</c:v>
                </c:pt>
                <c:pt idx="4147">
                  <c:v>2.0112723896178104</c:v>
                </c:pt>
                <c:pt idx="4148">
                  <c:v>2.0098650853827387</c:v>
                </c:pt>
                <c:pt idx="4149">
                  <c:v>2.0097467912793125</c:v>
                </c:pt>
                <c:pt idx="4150">
                  <c:v>2.0110629711434913</c:v>
                </c:pt>
                <c:pt idx="4151">
                  <c:v>2.0121375629107052</c:v>
                </c:pt>
                <c:pt idx="4152">
                  <c:v>2.0133667391925454</c:v>
                </c:pt>
                <c:pt idx="4153">
                  <c:v>2.0137367310608556</c:v>
                </c:pt>
                <c:pt idx="4154">
                  <c:v>2.0144620997340716</c:v>
                </c:pt>
                <c:pt idx="4155">
                  <c:v>2.0166012285444275</c:v>
                </c:pt>
                <c:pt idx="4156">
                  <c:v>2.0161819520450099</c:v>
                </c:pt>
                <c:pt idx="4157">
                  <c:v>2.0144586107997626</c:v>
                </c:pt>
                <c:pt idx="4158">
                  <c:v>2.0135369002879058</c:v>
                </c:pt>
                <c:pt idx="4159">
                  <c:v>2.0142691094701215</c:v>
                </c:pt>
                <c:pt idx="4160">
                  <c:v>2.0149357706424036</c:v>
                </c:pt>
                <c:pt idx="4161">
                  <c:v>2.0143956176787325</c:v>
                </c:pt>
                <c:pt idx="4162">
                  <c:v>2.0128496077009297</c:v>
                </c:pt>
                <c:pt idx="4163">
                  <c:v>2.0117775708226193</c:v>
                </c:pt>
                <c:pt idx="4164">
                  <c:v>2.0112316487549724</c:v>
                </c:pt>
                <c:pt idx="4165">
                  <c:v>2.0107558350365924</c:v>
                </c:pt>
                <c:pt idx="4166">
                  <c:v>2.0115661194259467</c:v>
                </c:pt>
                <c:pt idx="4167">
                  <c:v>2.0129525724709345</c:v>
                </c:pt>
                <c:pt idx="4168">
                  <c:v>2.0146137722247861</c:v>
                </c:pt>
                <c:pt idx="4169">
                  <c:v>2.0148807993230919</c:v>
                </c:pt>
                <c:pt idx="4170">
                  <c:v>2.0136185468451244</c:v>
                </c:pt>
                <c:pt idx="4171">
                  <c:v>2.0129349629678468</c:v>
                </c:pt>
                <c:pt idx="4172">
                  <c:v>2.0121361893145204</c:v>
                </c:pt>
                <c:pt idx="4173">
                  <c:v>2.0119086943144109</c:v>
                </c:pt>
                <c:pt idx="4174">
                  <c:v>2.0147239895826465</c:v>
                </c:pt>
                <c:pt idx="4175">
                  <c:v>2.0166988362893123</c:v>
                </c:pt>
                <c:pt idx="4176">
                  <c:v>2.0148854695501197</c:v>
                </c:pt>
                <c:pt idx="4177">
                  <c:v>2.0152625217028195</c:v>
                </c:pt>
                <c:pt idx="4178">
                  <c:v>2.0154192764994177</c:v>
                </c:pt>
                <c:pt idx="4179">
                  <c:v>2.0163381299312104</c:v>
                </c:pt>
                <c:pt idx="4180">
                  <c:v>2.0167500439550778</c:v>
                </c:pt>
                <c:pt idx="4181">
                  <c:v>2.0180492736423377</c:v>
                </c:pt>
                <c:pt idx="4182">
                  <c:v>2.0192812520603942</c:v>
                </c:pt>
                <c:pt idx="4183">
                  <c:v>2.0190648282455332</c:v>
                </c:pt>
                <c:pt idx="4184">
                  <c:v>2.0168615799652754</c:v>
                </c:pt>
                <c:pt idx="4185">
                  <c:v>2.0161866497439616</c:v>
                </c:pt>
                <c:pt idx="4186">
                  <c:v>2.0177602140612296</c:v>
                </c:pt>
                <c:pt idx="4187">
                  <c:v>2.0191899353860356</c:v>
                </c:pt>
                <c:pt idx="4188">
                  <c:v>2.0186710182193797</c:v>
                </c:pt>
                <c:pt idx="4189">
                  <c:v>2.0180325432408077</c:v>
                </c:pt>
                <c:pt idx="4190">
                  <c:v>2.0175528834531109</c:v>
                </c:pt>
                <c:pt idx="4191">
                  <c:v>2.0178491406782268</c:v>
                </c:pt>
                <c:pt idx="4192">
                  <c:v>2.0187794499021998</c:v>
                </c:pt>
                <c:pt idx="4193">
                  <c:v>2.0179809509681106</c:v>
                </c:pt>
                <c:pt idx="4194">
                  <c:v>2.015794048482451</c:v>
                </c:pt>
                <c:pt idx="4195">
                  <c:v>2.0149417869936923</c:v>
                </c:pt>
                <c:pt idx="4196">
                  <c:v>2.0147379727918069</c:v>
                </c:pt>
                <c:pt idx="4197">
                  <c:v>2.0142440276037887</c:v>
                </c:pt>
                <c:pt idx="4198">
                  <c:v>2.0129920221533593</c:v>
                </c:pt>
                <c:pt idx="4199">
                  <c:v>2.0121517933671789</c:v>
                </c:pt>
                <c:pt idx="4200">
                  <c:v>2.0125538174985165</c:v>
                </c:pt>
                <c:pt idx="4201">
                  <c:v>2.0142361431616886</c:v>
                </c:pt>
                <c:pt idx="4202">
                  <c:v>2.0147150337355222</c:v>
                </c:pt>
                <c:pt idx="4203">
                  <c:v>2.0142083141029867</c:v>
                </c:pt>
                <c:pt idx="4204">
                  <c:v>2.0148380255379004</c:v>
                </c:pt>
                <c:pt idx="4205">
                  <c:v>2.0140673281905892</c:v>
                </c:pt>
                <c:pt idx="4206">
                  <c:v>2.0127655985582735</c:v>
                </c:pt>
                <c:pt idx="4207">
                  <c:v>2.011575597239621</c:v>
                </c:pt>
                <c:pt idx="4208">
                  <c:v>2.0117069954506492</c:v>
                </c:pt>
                <c:pt idx="4209">
                  <c:v>2.0126505461418431</c:v>
                </c:pt>
                <c:pt idx="4210">
                  <c:v>2.012980374057713</c:v>
                </c:pt>
                <c:pt idx="4211">
                  <c:v>2.012297476978528</c:v>
                </c:pt>
                <c:pt idx="4212">
                  <c:v>2.0110657458077843</c:v>
                </c:pt>
                <c:pt idx="4213">
                  <c:v>2.0125087635436585</c:v>
                </c:pt>
                <c:pt idx="4214">
                  <c:v>2.0131540515593063</c:v>
                </c:pt>
                <c:pt idx="4215">
                  <c:v>2.012493791345245</c:v>
                </c:pt>
                <c:pt idx="4216">
                  <c:v>2.0123181633370697</c:v>
                </c:pt>
                <c:pt idx="4217">
                  <c:v>2.013430336695897</c:v>
                </c:pt>
                <c:pt idx="4218">
                  <c:v>2.0143825135711304</c:v>
                </c:pt>
                <c:pt idx="4219">
                  <c:v>2.0137349179138919</c:v>
                </c:pt>
                <c:pt idx="4220">
                  <c:v>2.013817608404211</c:v>
                </c:pt>
                <c:pt idx="4221">
                  <c:v>2.013298169271005</c:v>
                </c:pt>
                <c:pt idx="4222">
                  <c:v>2.010832454231775</c:v>
                </c:pt>
                <c:pt idx="4223">
                  <c:v>2.0112560438232125</c:v>
                </c:pt>
                <c:pt idx="4224">
                  <c:v>2.0119427320278676</c:v>
                </c:pt>
                <c:pt idx="4225">
                  <c:v>2.0108088009054748</c:v>
                </c:pt>
                <c:pt idx="4226">
                  <c:v>2.0114369189688137</c:v>
                </c:pt>
                <c:pt idx="4227">
                  <c:v>2.0128318333662998</c:v>
                </c:pt>
                <c:pt idx="4228">
                  <c:v>2.0133071525900528</c:v>
                </c:pt>
                <c:pt idx="4229">
                  <c:v>2.0138179380672954</c:v>
                </c:pt>
                <c:pt idx="4230">
                  <c:v>2.0130994923188501</c:v>
                </c:pt>
                <c:pt idx="4231">
                  <c:v>2.0126577987296983</c:v>
                </c:pt>
                <c:pt idx="4232">
                  <c:v>2.0118684754181229</c:v>
                </c:pt>
                <c:pt idx="4233">
                  <c:v>2.0116481780620208</c:v>
                </c:pt>
                <c:pt idx="4234">
                  <c:v>2.0122240445264938</c:v>
                </c:pt>
                <c:pt idx="4235">
                  <c:v>2.0134299246170415</c:v>
                </c:pt>
                <c:pt idx="4236">
                  <c:v>2.0144841596887981</c:v>
                </c:pt>
                <c:pt idx="4237">
                  <c:v>2.0141146348431902</c:v>
                </c:pt>
                <c:pt idx="4238">
                  <c:v>2.0140574108261355</c:v>
                </c:pt>
                <c:pt idx="4239">
                  <c:v>2.0143369101777981</c:v>
                </c:pt>
                <c:pt idx="4240">
                  <c:v>2.0145352574668687</c:v>
                </c:pt>
                <c:pt idx="4241">
                  <c:v>2.0162923067624887</c:v>
                </c:pt>
                <c:pt idx="4242">
                  <c:v>2.0162069514955716</c:v>
                </c:pt>
                <c:pt idx="4243">
                  <c:v>2.0145862178853213</c:v>
                </c:pt>
                <c:pt idx="4244">
                  <c:v>2.0153179325729105</c:v>
                </c:pt>
                <c:pt idx="4245">
                  <c:v>2.0151387057427308</c:v>
                </c:pt>
                <c:pt idx="4246">
                  <c:v>2.0150877178523547</c:v>
                </c:pt>
                <c:pt idx="4247">
                  <c:v>2.0157021548976948</c:v>
                </c:pt>
                <c:pt idx="4248">
                  <c:v>2.0151698863761238</c:v>
                </c:pt>
                <c:pt idx="4249">
                  <c:v>2.0129247434122326</c:v>
                </c:pt>
                <c:pt idx="4250">
                  <c:v>2.0129000736247553</c:v>
                </c:pt>
                <c:pt idx="4251">
                  <c:v>2.0133587448627503</c:v>
                </c:pt>
                <c:pt idx="4252">
                  <c:v>2.0135128074108262</c:v>
                </c:pt>
                <c:pt idx="4253">
                  <c:v>2.0128816124920332</c:v>
                </c:pt>
                <c:pt idx="4254">
                  <c:v>2.0110784927803786</c:v>
                </c:pt>
                <c:pt idx="4255">
                  <c:v>2.009608689918903</c:v>
                </c:pt>
                <c:pt idx="4256">
                  <c:v>2.0099620612733786</c:v>
                </c:pt>
                <c:pt idx="4257">
                  <c:v>2.0110498395639658</c:v>
                </c:pt>
                <c:pt idx="4258">
                  <c:v>2.0123834091558428</c:v>
                </c:pt>
                <c:pt idx="4259">
                  <c:v>2.0128685908002022</c:v>
                </c:pt>
                <c:pt idx="4260">
                  <c:v>2.0129126008219598</c:v>
                </c:pt>
                <c:pt idx="4261">
                  <c:v>2.0124084360783279</c:v>
                </c:pt>
                <c:pt idx="4262">
                  <c:v>2.0121047339618912</c:v>
                </c:pt>
                <c:pt idx="4263">
                  <c:v>2.0122231654249356</c:v>
                </c:pt>
                <c:pt idx="4264">
                  <c:v>2.0131057284455287</c:v>
                </c:pt>
                <c:pt idx="4265">
                  <c:v>2.014603223006088</c:v>
                </c:pt>
                <c:pt idx="4266">
                  <c:v>2.0163599426386232</c:v>
                </c:pt>
                <c:pt idx="4267">
                  <c:v>2.0179341388101362</c:v>
                </c:pt>
                <c:pt idx="4268">
                  <c:v>2.0187394782532251</c:v>
                </c:pt>
                <c:pt idx="4269">
                  <c:v>2.0177882903672448</c:v>
                </c:pt>
                <c:pt idx="4270">
                  <c:v>2.0161800015384279</c:v>
                </c:pt>
                <c:pt idx="4271">
                  <c:v>2.0158396793477067</c:v>
                </c:pt>
                <c:pt idx="4272">
                  <c:v>2.0148678051031848</c:v>
                </c:pt>
                <c:pt idx="4273">
                  <c:v>2.0136888474978574</c:v>
                </c:pt>
                <c:pt idx="4274">
                  <c:v>2.0141027395002307</c:v>
                </c:pt>
                <c:pt idx="4275">
                  <c:v>2.0137383519043537</c:v>
                </c:pt>
                <c:pt idx="4276">
                  <c:v>2.0140623008285532</c:v>
                </c:pt>
                <c:pt idx="4277">
                  <c:v>2.0141768038065098</c:v>
                </c:pt>
                <c:pt idx="4278">
                  <c:v>2.0132691863915078</c:v>
                </c:pt>
                <c:pt idx="4279">
                  <c:v>2.0123192622140174</c:v>
                </c:pt>
                <c:pt idx="4280">
                  <c:v>2.0109791268323773</c:v>
                </c:pt>
                <c:pt idx="4281">
                  <c:v>2.0101961770070988</c:v>
                </c:pt>
                <c:pt idx="4282">
                  <c:v>2.0108033339926594</c:v>
                </c:pt>
                <c:pt idx="4283">
                  <c:v>2.012279620228127</c:v>
                </c:pt>
                <c:pt idx="4284">
                  <c:v>2.0133364651326344</c:v>
                </c:pt>
                <c:pt idx="4285">
                  <c:v>2.0136106624030239</c:v>
                </c:pt>
                <c:pt idx="4286">
                  <c:v>2.013010538229929</c:v>
                </c:pt>
                <c:pt idx="4287">
                  <c:v>2.0129118590800203</c:v>
                </c:pt>
                <c:pt idx="4288">
                  <c:v>2.0142116931496012</c:v>
                </c:pt>
                <c:pt idx="4289">
                  <c:v>2.015163293114437</c:v>
                </c:pt>
                <c:pt idx="4290">
                  <c:v>2.0150278015867782</c:v>
                </c:pt>
                <c:pt idx="4291">
                  <c:v>2.0147656644908905</c:v>
                </c:pt>
                <c:pt idx="4292">
                  <c:v>2.0163575525812618</c:v>
                </c:pt>
                <c:pt idx="4293">
                  <c:v>2.0172169018263335</c:v>
                </c:pt>
                <c:pt idx="4294">
                  <c:v>2.0164216171073162</c:v>
                </c:pt>
                <c:pt idx="4295">
                  <c:v>2.0144817696314368</c:v>
                </c:pt>
                <c:pt idx="4296">
                  <c:v>2.0139924946704468</c:v>
                </c:pt>
                <c:pt idx="4297">
                  <c:v>2.0155338893650687</c:v>
                </c:pt>
                <c:pt idx="4298">
                  <c:v>2.0153163941451835</c:v>
                </c:pt>
                <c:pt idx="4299">
                  <c:v>2.0153590030988329</c:v>
                </c:pt>
                <c:pt idx="4300">
                  <c:v>2.0175660150326364</c:v>
                </c:pt>
                <c:pt idx="4301">
                  <c:v>2.0182658622887408</c:v>
                </c:pt>
                <c:pt idx="4302">
                  <c:v>2.0176253269158919</c:v>
                </c:pt>
                <c:pt idx="4303">
                  <c:v>2.0170511911826114</c:v>
                </c:pt>
                <c:pt idx="4304">
                  <c:v>2.0161096459418473</c:v>
                </c:pt>
                <c:pt idx="4305">
                  <c:v>2.0166973528054331</c:v>
                </c:pt>
                <c:pt idx="4306">
                  <c:v>2.017120447902244</c:v>
                </c:pt>
                <c:pt idx="4307">
                  <c:v>2.0163100810971186</c:v>
                </c:pt>
                <c:pt idx="4308">
                  <c:v>2.015316998527505</c:v>
                </c:pt>
                <c:pt idx="4309">
                  <c:v>2.012963039273862</c:v>
                </c:pt>
                <c:pt idx="4310">
                  <c:v>2.0118491077119183</c:v>
                </c:pt>
                <c:pt idx="4311">
                  <c:v>2.0125439825498339</c:v>
                </c:pt>
                <c:pt idx="4312">
                  <c:v>2.0127043636403594</c:v>
                </c:pt>
                <c:pt idx="4313">
                  <c:v>2.0128770246807761</c:v>
                </c:pt>
                <c:pt idx="4314">
                  <c:v>2.0120738555196591</c:v>
                </c:pt>
                <c:pt idx="4315">
                  <c:v>2.0109030296037451</c:v>
                </c:pt>
                <c:pt idx="4316">
                  <c:v>2.0119910276697217</c:v>
                </c:pt>
                <c:pt idx="4317">
                  <c:v>2.0126894463857936</c:v>
                </c:pt>
                <c:pt idx="4318">
                  <c:v>2.0134363530471857</c:v>
                </c:pt>
                <c:pt idx="4319">
                  <c:v>2.0137195336366234</c:v>
                </c:pt>
                <c:pt idx="4320">
                  <c:v>2.0142586976110417</c:v>
                </c:pt>
                <c:pt idx="4321">
                  <c:v>2.0152989220017141</c:v>
                </c:pt>
                <c:pt idx="4322">
                  <c:v>2.0156671556669084</c:v>
                </c:pt>
                <c:pt idx="4323">
                  <c:v>2.0162618403991122</c:v>
                </c:pt>
                <c:pt idx="4324">
                  <c:v>2.0165013681018</c:v>
                </c:pt>
                <c:pt idx="4325">
                  <c:v>2.0155402353794423</c:v>
                </c:pt>
                <c:pt idx="4326">
                  <c:v>2.0147331926770842</c:v>
                </c:pt>
                <c:pt idx="4327">
                  <c:v>2.0134654732863013</c:v>
                </c:pt>
                <c:pt idx="4328">
                  <c:v>2.0132242423243447</c:v>
                </c:pt>
                <c:pt idx="4329">
                  <c:v>2.0132548735192635</c:v>
                </c:pt>
                <c:pt idx="4330">
                  <c:v>2.0136320630315816</c:v>
                </c:pt>
                <c:pt idx="4331">
                  <c:v>2.0128040317795213</c:v>
                </c:pt>
                <c:pt idx="4332">
                  <c:v>2.0139728797169294</c:v>
                </c:pt>
                <c:pt idx="4333">
                  <c:v>2.0167479835608009</c:v>
                </c:pt>
                <c:pt idx="4334">
                  <c:v>2.0178240862838179</c:v>
                </c:pt>
                <c:pt idx="4335">
                  <c:v>2.0167279840003518</c:v>
                </c:pt>
                <c:pt idx="4336">
                  <c:v>2.0163348607722908</c:v>
                </c:pt>
                <c:pt idx="4337">
                  <c:v>2.0164757917408407</c:v>
                </c:pt>
                <c:pt idx="4338">
                  <c:v>2.0155936133271797</c:v>
                </c:pt>
                <c:pt idx="4339">
                  <c:v>2.0140648557174567</c:v>
                </c:pt>
                <c:pt idx="4340">
                  <c:v>2.0146343212237094</c:v>
                </c:pt>
                <c:pt idx="4341">
                  <c:v>2.016849959341553</c:v>
                </c:pt>
                <c:pt idx="4342">
                  <c:v>2.0175653282345443</c:v>
                </c:pt>
                <c:pt idx="4343">
                  <c:v>2.0164080185050879</c:v>
                </c:pt>
                <c:pt idx="4344">
                  <c:v>2.0155315542515551</c:v>
                </c:pt>
                <c:pt idx="4345">
                  <c:v>2.0158102294455067</c:v>
                </c:pt>
                <c:pt idx="4346">
                  <c:v>2.0156289971648973</c:v>
                </c:pt>
                <c:pt idx="4347">
                  <c:v>2.0155411694248477</c:v>
                </c:pt>
                <c:pt idx="4348">
                  <c:v>2.016681364145843</c:v>
                </c:pt>
                <c:pt idx="4349">
                  <c:v>2.0182081987209073</c:v>
                </c:pt>
                <c:pt idx="4350">
                  <c:v>2.0190185929979561</c:v>
                </c:pt>
                <c:pt idx="4351">
                  <c:v>2.0191744137491483</c:v>
                </c:pt>
                <c:pt idx="4352">
                  <c:v>2.017188385969539</c:v>
                </c:pt>
                <c:pt idx="4353">
                  <c:v>2.0166234258587723</c:v>
                </c:pt>
                <c:pt idx="4354">
                  <c:v>2.0176537054130677</c:v>
                </c:pt>
                <c:pt idx="4355">
                  <c:v>2.0177900485703613</c:v>
                </c:pt>
                <c:pt idx="4356">
                  <c:v>2.0175002472473134</c:v>
                </c:pt>
                <c:pt idx="4357">
                  <c:v>2.0169100404386717</c:v>
                </c:pt>
                <c:pt idx="4358">
                  <c:v>2.0162863728269707</c:v>
                </c:pt>
                <c:pt idx="4359">
                  <c:v>2.0148794806707544</c:v>
                </c:pt>
                <c:pt idx="4360">
                  <c:v>2.0143359761323927</c:v>
                </c:pt>
                <c:pt idx="4361">
                  <c:v>2.0149288477176324</c:v>
                </c:pt>
                <c:pt idx="4362">
                  <c:v>2.0155403727390606</c:v>
                </c:pt>
                <c:pt idx="4363">
                  <c:v>2.0144406716335905</c:v>
                </c:pt>
                <c:pt idx="4364">
                  <c:v>2.0142080393837496</c:v>
                </c:pt>
                <c:pt idx="4365">
                  <c:v>2.0149337102481266</c:v>
                </c:pt>
                <c:pt idx="4366">
                  <c:v>2.0165874925825804</c:v>
                </c:pt>
                <c:pt idx="4367">
                  <c:v>2.0170706962484339</c:v>
                </c:pt>
                <c:pt idx="4368">
                  <c:v>2.0178095811081076</c:v>
                </c:pt>
                <c:pt idx="4369">
                  <c:v>2.0166322718182017</c:v>
                </c:pt>
                <c:pt idx="4370">
                  <c:v>2.0149927199402211</c:v>
                </c:pt>
                <c:pt idx="4371">
                  <c:v>2.0143236137667304</c:v>
                </c:pt>
                <c:pt idx="4372">
                  <c:v>2.0143619920441309</c:v>
                </c:pt>
                <c:pt idx="4373">
                  <c:v>2.0157682523461022</c:v>
                </c:pt>
                <c:pt idx="4374">
                  <c:v>2.0171256126238983</c:v>
                </c:pt>
                <c:pt idx="4375">
                  <c:v>2.0173497285773938</c:v>
                </c:pt>
                <c:pt idx="4376">
                  <c:v>2.016310603063669</c:v>
                </c:pt>
                <c:pt idx="4377">
                  <c:v>2.0165279059800882</c:v>
                </c:pt>
                <c:pt idx="4378">
                  <c:v>2.0173818707281157</c:v>
                </c:pt>
                <c:pt idx="4379">
                  <c:v>2.0175847783565195</c:v>
                </c:pt>
                <c:pt idx="4380">
                  <c:v>2.0190838113448057</c:v>
                </c:pt>
                <c:pt idx="4381">
                  <c:v>2.021192171600624</c:v>
                </c:pt>
                <c:pt idx="4382">
                  <c:v>2.0207574558800907</c:v>
                </c:pt>
                <c:pt idx="4383">
                  <c:v>2.0187420056702052</c:v>
                </c:pt>
                <c:pt idx="4384">
                  <c:v>2.0183591569416057</c:v>
                </c:pt>
                <c:pt idx="4385">
                  <c:v>2.0179191940836465</c:v>
                </c:pt>
                <c:pt idx="4386">
                  <c:v>2.0175656578976287</c:v>
                </c:pt>
                <c:pt idx="4387">
                  <c:v>2.0172178083998156</c:v>
                </c:pt>
                <c:pt idx="4388">
                  <c:v>2.0154082602580163</c:v>
                </c:pt>
                <c:pt idx="4389">
                  <c:v>2.0155463890903498</c:v>
                </c:pt>
                <c:pt idx="4390">
                  <c:v>2.0158502560383287</c:v>
                </c:pt>
                <c:pt idx="4391">
                  <c:v>2.0166101294477046</c:v>
                </c:pt>
                <c:pt idx="4392">
                  <c:v>2.0172109953627393</c:v>
                </c:pt>
                <c:pt idx="4393">
                  <c:v>2.015836327773016</c:v>
                </c:pt>
                <c:pt idx="4394">
                  <c:v>2.0159467923781893</c:v>
                </c:pt>
                <c:pt idx="4395">
                  <c:v>2.0161174204962529</c:v>
                </c:pt>
                <c:pt idx="4396">
                  <c:v>2.0155951517549067</c:v>
                </c:pt>
                <c:pt idx="4397">
                  <c:v>2.0156591888090372</c:v>
                </c:pt>
                <c:pt idx="4398">
                  <c:v>2.0157614942528737</c:v>
                </c:pt>
                <c:pt idx="4399">
                  <c:v>2.0162521977538956</c:v>
                </c:pt>
                <c:pt idx="4400">
                  <c:v>2.0168051251620844</c:v>
                </c:pt>
                <c:pt idx="4401">
                  <c:v>2.0161573097294565</c:v>
                </c:pt>
                <c:pt idx="4402">
                  <c:v>2.0156603975736798</c:v>
                </c:pt>
                <c:pt idx="4403">
                  <c:v>2.0163469209467926</c:v>
                </c:pt>
                <c:pt idx="4404">
                  <c:v>2.0154962253576842</c:v>
                </c:pt>
                <c:pt idx="4405">
                  <c:v>2.0135994263862331</c:v>
                </c:pt>
                <c:pt idx="4406">
                  <c:v>2.0143932001494473</c:v>
                </c:pt>
                <c:pt idx="4407">
                  <c:v>2.0144463857937187</c:v>
                </c:pt>
                <c:pt idx="4408">
                  <c:v>2.0148357728401574</c:v>
                </c:pt>
                <c:pt idx="4409">
                  <c:v>2.0159902804333969</c:v>
                </c:pt>
                <c:pt idx="4410">
                  <c:v>2.015790367244676</c:v>
                </c:pt>
                <c:pt idx="4411">
                  <c:v>2.0153164216171073</c:v>
                </c:pt>
                <c:pt idx="4412">
                  <c:v>2.0153773818157843</c:v>
                </c:pt>
                <c:pt idx="4413">
                  <c:v>2.0157825377464231</c:v>
                </c:pt>
                <c:pt idx="4414">
                  <c:v>2.0183855849321994</c:v>
                </c:pt>
                <c:pt idx="4415">
                  <c:v>2.0198457176765348</c:v>
                </c:pt>
                <c:pt idx="4416">
                  <c:v>2.0193368552339508</c:v>
                </c:pt>
                <c:pt idx="4417">
                  <c:v>2.02006804795499</c:v>
                </c:pt>
                <c:pt idx="4418">
                  <c:v>2.0205902342805651</c:v>
                </c:pt>
                <c:pt idx="4419">
                  <c:v>2.0200839267268851</c:v>
                </c:pt>
                <c:pt idx="4420">
                  <c:v>2.0199959616272172</c:v>
                </c:pt>
                <c:pt idx="4421">
                  <c:v>2.0208461901936223</c:v>
                </c:pt>
                <c:pt idx="4422">
                  <c:v>2.0213417836970615</c:v>
                </c:pt>
                <c:pt idx="4423">
                  <c:v>2.0198548658271247</c:v>
                </c:pt>
                <c:pt idx="4424">
                  <c:v>2.0202641974901652</c:v>
                </c:pt>
                <c:pt idx="4425">
                  <c:v>2.0208054493307839</c:v>
                </c:pt>
                <c:pt idx="4426">
                  <c:v>2.0210894815498559</c:v>
                </c:pt>
                <c:pt idx="4427">
                  <c:v>2.0218049328586183</c:v>
                </c:pt>
                <c:pt idx="4428">
                  <c:v>2.0208670963275535</c:v>
                </c:pt>
                <c:pt idx="4429">
                  <c:v>2.0197363244763853</c:v>
                </c:pt>
                <c:pt idx="4430">
                  <c:v>2.0178996615459002</c:v>
                </c:pt>
                <c:pt idx="4431">
                  <c:v>2.0171887156326234</c:v>
                </c:pt>
                <c:pt idx="4432">
                  <c:v>2.01773716511725</c:v>
                </c:pt>
                <c:pt idx="4433">
                  <c:v>2.0189397760488781</c:v>
                </c:pt>
                <c:pt idx="4434">
                  <c:v>2.0193738873870903</c:v>
                </c:pt>
                <c:pt idx="4435">
                  <c:v>2.0189434298147293</c:v>
                </c:pt>
                <c:pt idx="4436">
                  <c:v>2.0189078536735456</c:v>
                </c:pt>
                <c:pt idx="4437">
                  <c:v>2.0181271840179336</c:v>
                </c:pt>
                <c:pt idx="4438">
                  <c:v>2.0182545988000262</c:v>
                </c:pt>
                <c:pt idx="4439">
                  <c:v>2.0212309070130328</c:v>
                </c:pt>
                <c:pt idx="4440">
                  <c:v>2.0239158754752644</c:v>
                </c:pt>
                <c:pt idx="4441">
                  <c:v>2.023715248016527</c:v>
                </c:pt>
                <c:pt idx="4442">
                  <c:v>2.0219232269620449</c:v>
                </c:pt>
                <c:pt idx="4443">
                  <c:v>2.0219959451440626</c:v>
                </c:pt>
                <c:pt idx="4444">
                  <c:v>2.0225041207885539</c:v>
                </c:pt>
                <c:pt idx="4445">
                  <c:v>2.0222030834487152</c:v>
                </c:pt>
                <c:pt idx="4446">
                  <c:v>2.0222487692578186</c:v>
                </c:pt>
                <c:pt idx="4447">
                  <c:v>2.0221896771499526</c:v>
                </c:pt>
                <c:pt idx="4448">
                  <c:v>2.0228988648601129</c:v>
                </c:pt>
                <c:pt idx="4449">
                  <c:v>2.0222486044262764</c:v>
                </c:pt>
                <c:pt idx="4450">
                  <c:v>2.0206629799345071</c:v>
                </c:pt>
                <c:pt idx="4451">
                  <c:v>2.0196860783279487</c:v>
                </c:pt>
                <c:pt idx="4452">
                  <c:v>2.0188031307004244</c:v>
                </c:pt>
                <c:pt idx="4453">
                  <c:v>2.0185445924265402</c:v>
                </c:pt>
                <c:pt idx="4454">
                  <c:v>2.0184917913892004</c:v>
                </c:pt>
                <c:pt idx="4455">
                  <c:v>2.0198212676644469</c:v>
                </c:pt>
                <c:pt idx="4456">
                  <c:v>2.0196754466934794</c:v>
                </c:pt>
                <c:pt idx="4457">
                  <c:v>2.0181836662930484</c:v>
                </c:pt>
                <c:pt idx="4458">
                  <c:v>2.017547938506846</c:v>
                </c:pt>
                <c:pt idx="4459">
                  <c:v>2.0169421825893936</c:v>
                </c:pt>
                <c:pt idx="4460">
                  <c:v>2.0166602107645986</c:v>
                </c:pt>
                <c:pt idx="4461">
                  <c:v>2.0164493637502474</c:v>
                </c:pt>
                <c:pt idx="4462">
                  <c:v>2.0160039614513967</c:v>
                </c:pt>
                <c:pt idx="4463">
                  <c:v>2.0168085042086985</c:v>
                </c:pt>
                <c:pt idx="4464">
                  <c:v>2.0171286070635812</c:v>
                </c:pt>
                <c:pt idx="4465">
                  <c:v>2.0163769752313137</c:v>
                </c:pt>
                <c:pt idx="4466">
                  <c:v>2.0161631337772796</c:v>
                </c:pt>
                <c:pt idx="4467">
                  <c:v>2.0156721830289444</c:v>
                </c:pt>
                <c:pt idx="4468">
                  <c:v>2.0149280785037691</c:v>
                </c:pt>
                <c:pt idx="4469">
                  <c:v>2.016656419639129</c:v>
                </c:pt>
                <c:pt idx="4470">
                  <c:v>2.0188360145930857</c:v>
                </c:pt>
                <c:pt idx="4471">
                  <c:v>2.0184719566602931</c:v>
                </c:pt>
                <c:pt idx="4472">
                  <c:v>2.0168565800751632</c:v>
                </c:pt>
                <c:pt idx="4473">
                  <c:v>2.0162542581481726</c:v>
                </c:pt>
                <c:pt idx="4474">
                  <c:v>2.0172350058240478</c:v>
                </c:pt>
                <c:pt idx="4475">
                  <c:v>2.0190040603503219</c:v>
                </c:pt>
                <c:pt idx="4476">
                  <c:v>2.0198782719061121</c:v>
                </c:pt>
                <c:pt idx="4477">
                  <c:v>2.0208700907672359</c:v>
                </c:pt>
                <c:pt idx="4478">
                  <c:v>2.0212504395507791</c:v>
                </c:pt>
                <c:pt idx="4479">
                  <c:v>2.0201987044240788</c:v>
                </c:pt>
                <c:pt idx="4480">
                  <c:v>2.018226632381706</c:v>
                </c:pt>
                <c:pt idx="4481">
                  <c:v>2.0198273389595833</c:v>
                </c:pt>
                <c:pt idx="4482">
                  <c:v>2.0209329740005715</c:v>
                </c:pt>
                <c:pt idx="4483">
                  <c:v>2.0227097481374035</c:v>
                </c:pt>
                <c:pt idx="4484">
                  <c:v>2.023894007824004</c:v>
                </c:pt>
                <c:pt idx="4485">
                  <c:v>2.0229048537394783</c:v>
                </c:pt>
                <c:pt idx="4486">
                  <c:v>2.0212730214720556</c:v>
                </c:pt>
                <c:pt idx="4487">
                  <c:v>2.0206533647612139</c:v>
                </c:pt>
                <c:pt idx="4488">
                  <c:v>2.0208378112568957</c:v>
                </c:pt>
                <c:pt idx="4489">
                  <c:v>2.0214475506032836</c:v>
                </c:pt>
                <c:pt idx="4490">
                  <c:v>2.0213482395991296</c:v>
                </c:pt>
                <c:pt idx="4491">
                  <c:v>2.0205862783235533</c:v>
                </c:pt>
                <c:pt idx="4492">
                  <c:v>2.0200392024351115</c:v>
                </c:pt>
                <c:pt idx="4493">
                  <c:v>2.019564515065603</c:v>
                </c:pt>
                <c:pt idx="4494">
                  <c:v>2.0205418287510164</c:v>
                </c:pt>
                <c:pt idx="4495">
                  <c:v>2.0228230972945651</c:v>
                </c:pt>
                <c:pt idx="4496">
                  <c:v>2.0237089020021539</c:v>
                </c:pt>
                <c:pt idx="4497">
                  <c:v>2.0224675831300409</c:v>
                </c:pt>
                <c:pt idx="4498">
                  <c:v>2.0217018856728424</c:v>
                </c:pt>
                <c:pt idx="4499">
                  <c:v>2.0197632469616051</c:v>
                </c:pt>
                <c:pt idx="4500">
                  <c:v>2.0180707292147426</c:v>
                </c:pt>
                <c:pt idx="4501">
                  <c:v>2.0175305762510716</c:v>
                </c:pt>
                <c:pt idx="4502">
                  <c:v>2.0166174919232542</c:v>
                </c:pt>
                <c:pt idx="4503">
                  <c:v>2.0160977780708116</c:v>
                </c:pt>
                <c:pt idx="4504">
                  <c:v>2.0158740741961716</c:v>
                </c:pt>
                <c:pt idx="4505">
                  <c:v>2.0165672183028946</c:v>
                </c:pt>
                <c:pt idx="4506">
                  <c:v>2.0183765741412278</c:v>
                </c:pt>
                <c:pt idx="4507">
                  <c:v>2.0184708577833455</c:v>
                </c:pt>
                <c:pt idx="4508">
                  <c:v>2.0168681457550384</c:v>
                </c:pt>
                <c:pt idx="4509">
                  <c:v>2.0165391969407267</c:v>
                </c:pt>
                <c:pt idx="4510">
                  <c:v>2.0188748873651128</c:v>
                </c:pt>
                <c:pt idx="4511">
                  <c:v>2.0205261422825873</c:v>
                </c:pt>
                <c:pt idx="4512">
                  <c:v>2.0207895430869653</c:v>
                </c:pt>
                <c:pt idx="4513">
                  <c:v>2.0199450561526122</c:v>
                </c:pt>
                <c:pt idx="4514">
                  <c:v>2.0194514131557546</c:v>
                </c:pt>
                <c:pt idx="4515">
                  <c:v>2.0193927605986683</c:v>
                </c:pt>
                <c:pt idx="4516">
                  <c:v>2.0211899738467287</c:v>
                </c:pt>
                <c:pt idx="4517">
                  <c:v>2.0227849113206302</c:v>
                </c:pt>
                <c:pt idx="4518">
                  <c:v>2.0216860069009472</c:v>
                </c:pt>
                <c:pt idx="4519">
                  <c:v>2.0195452297751699</c:v>
                </c:pt>
                <c:pt idx="4520">
                  <c:v>2.0187239016724905</c:v>
                </c:pt>
                <c:pt idx="4521">
                  <c:v>2.018650634051999</c:v>
                </c:pt>
                <c:pt idx="4522">
                  <c:v>2.0180001263708491</c:v>
                </c:pt>
                <c:pt idx="4523">
                  <c:v>2.0179593580360873</c:v>
                </c:pt>
                <c:pt idx="4524">
                  <c:v>2.0194195731961937</c:v>
                </c:pt>
                <c:pt idx="4525">
                  <c:v>2.0203632337750816</c:v>
                </c:pt>
                <c:pt idx="4526">
                  <c:v>2.020750423067625</c:v>
                </c:pt>
                <c:pt idx="4527">
                  <c:v>2.0189081558647062</c:v>
                </c:pt>
                <c:pt idx="4528">
                  <c:v>2.017101052724116</c:v>
                </c:pt>
                <c:pt idx="4529">
                  <c:v>2.0169063866728205</c:v>
                </c:pt>
                <c:pt idx="4530">
                  <c:v>2.0190813663435967</c:v>
                </c:pt>
                <c:pt idx="4531">
                  <c:v>2.0206119645722072</c:v>
                </c:pt>
                <c:pt idx="4532">
                  <c:v>2.0207366596338541</c:v>
                </c:pt>
                <c:pt idx="4533">
                  <c:v>2.019418996285796</c:v>
                </c:pt>
                <c:pt idx="4534">
                  <c:v>2.0195025109338256</c:v>
                </c:pt>
                <c:pt idx="4535">
                  <c:v>2.0197884387156324</c:v>
                </c:pt>
                <c:pt idx="4536">
                  <c:v>2.0191781499307706</c:v>
                </c:pt>
                <c:pt idx="4537">
                  <c:v>2.0191912815102966</c:v>
                </c:pt>
                <c:pt idx="4538">
                  <c:v>2.02076325245599</c:v>
                </c:pt>
                <c:pt idx="4539">
                  <c:v>2.0224853849365947</c:v>
                </c:pt>
                <c:pt idx="4540">
                  <c:v>2.0226679358695412</c:v>
                </c:pt>
                <c:pt idx="4541">
                  <c:v>2.0218985297026437</c:v>
                </c:pt>
                <c:pt idx="4542">
                  <c:v>2.0202589228808159</c:v>
                </c:pt>
                <c:pt idx="4543">
                  <c:v>2.0178478494978132</c:v>
                </c:pt>
                <c:pt idx="4544">
                  <c:v>2.0170495153952661</c:v>
                </c:pt>
                <c:pt idx="4545">
                  <c:v>2.0168431463044767</c:v>
                </c:pt>
                <c:pt idx="4546">
                  <c:v>2.0145700918661129</c:v>
                </c:pt>
                <c:pt idx="4547">
                  <c:v>2.0127882354233972</c:v>
                </c:pt>
                <c:pt idx="4548">
                  <c:v>2.0131698753873541</c:v>
                </c:pt>
                <c:pt idx="4549">
                  <c:v>2.014467456759192</c:v>
                </c:pt>
                <c:pt idx="4550">
                  <c:v>2.0150810147029734</c:v>
                </c:pt>
                <c:pt idx="4551">
                  <c:v>2.0159601437331047</c:v>
                </c:pt>
                <c:pt idx="4552">
                  <c:v>2.0176883200369224</c:v>
                </c:pt>
                <c:pt idx="4553">
                  <c:v>2.0194555064723851</c:v>
                </c:pt>
                <c:pt idx="4554">
                  <c:v>2.0202624118151249</c:v>
                </c:pt>
                <c:pt idx="4555">
                  <c:v>2.0198204984505836</c:v>
                </c:pt>
                <c:pt idx="4556">
                  <c:v>2.0193971011626117</c:v>
                </c:pt>
                <c:pt idx="4557">
                  <c:v>2.0189224137931037</c:v>
                </c:pt>
                <c:pt idx="4558">
                  <c:v>2.0180949045075933</c:v>
                </c:pt>
                <c:pt idx="4559">
                  <c:v>2.0180526526889517</c:v>
                </c:pt>
                <c:pt idx="4560">
                  <c:v>2.0174585998109933</c:v>
                </c:pt>
                <c:pt idx="4561">
                  <c:v>2.0174642864991976</c:v>
                </c:pt>
                <c:pt idx="4562">
                  <c:v>2.0176516450187907</c:v>
                </c:pt>
                <c:pt idx="4563">
                  <c:v>2.0194281719083098</c:v>
                </c:pt>
                <c:pt idx="4564">
                  <c:v>2.020640013406299</c:v>
                </c:pt>
                <c:pt idx="4565">
                  <c:v>2.0206667435880532</c:v>
                </c:pt>
                <c:pt idx="4566">
                  <c:v>2.0208316026021405</c:v>
                </c:pt>
                <c:pt idx="4567">
                  <c:v>2.0203650743939692</c:v>
                </c:pt>
                <c:pt idx="4568">
                  <c:v>2.0205805366915013</c:v>
                </c:pt>
                <c:pt idx="4569">
                  <c:v>2.0189885936572822</c:v>
                </c:pt>
                <c:pt idx="4570">
                  <c:v>2.016386343157293</c:v>
                </c:pt>
                <c:pt idx="4571">
                  <c:v>2.0164444462759059</c:v>
                </c:pt>
                <c:pt idx="4572">
                  <c:v>2.0180262521702819</c:v>
                </c:pt>
                <c:pt idx="4573">
                  <c:v>2.018816344695721</c:v>
                </c:pt>
                <c:pt idx="4574">
                  <c:v>2.0186926660952507</c:v>
                </c:pt>
                <c:pt idx="4575">
                  <c:v>2.0183525362079955</c:v>
                </c:pt>
                <c:pt idx="4576">
                  <c:v>2.0182914661216236</c:v>
                </c:pt>
                <c:pt idx="4577">
                  <c:v>2.018551405463616</c:v>
                </c:pt>
                <c:pt idx="4578">
                  <c:v>2.0180047691259535</c:v>
                </c:pt>
                <c:pt idx="4579">
                  <c:v>2.0178411738203557</c:v>
                </c:pt>
                <c:pt idx="4580">
                  <c:v>2.0176112887628843</c:v>
                </c:pt>
                <c:pt idx="4581">
                  <c:v>2.0169918518274326</c:v>
                </c:pt>
                <c:pt idx="4582">
                  <c:v>2.0176618920463287</c:v>
                </c:pt>
                <c:pt idx="4583">
                  <c:v>2.0204120788554096</c:v>
                </c:pt>
                <c:pt idx="4584">
                  <c:v>2.021006543812224</c:v>
                </c:pt>
                <c:pt idx="4585">
                  <c:v>2.0205623502780159</c:v>
                </c:pt>
                <c:pt idx="4586">
                  <c:v>2.0224667040284827</c:v>
                </c:pt>
                <c:pt idx="4587">
                  <c:v>2.024144277048856</c:v>
                </c:pt>
                <c:pt idx="4588">
                  <c:v>2.0249360178897167</c:v>
                </c:pt>
                <c:pt idx="4589">
                  <c:v>2.0246385244280347</c:v>
                </c:pt>
                <c:pt idx="4590">
                  <c:v>2.0243772939056286</c:v>
                </c:pt>
                <c:pt idx="4591">
                  <c:v>2.024597728621349</c:v>
                </c:pt>
                <c:pt idx="4592">
                  <c:v>2.0249672809388803</c:v>
                </c:pt>
                <c:pt idx="4593">
                  <c:v>2.0252798564866707</c:v>
                </c:pt>
                <c:pt idx="4594">
                  <c:v>2.0247342366101844</c:v>
                </c:pt>
                <c:pt idx="4595">
                  <c:v>2.0249612645875916</c:v>
                </c:pt>
                <c:pt idx="4596">
                  <c:v>2.026088300257137</c:v>
                </c:pt>
                <c:pt idx="4597">
                  <c:v>2.026827954330674</c:v>
                </c:pt>
                <c:pt idx="4598">
                  <c:v>2.0268029823520362</c:v>
                </c:pt>
                <c:pt idx="4599">
                  <c:v>2.0270457792136436</c:v>
                </c:pt>
                <c:pt idx="4600">
                  <c:v>2.0258816015032637</c:v>
                </c:pt>
                <c:pt idx="4601">
                  <c:v>2.0237295608887718</c:v>
                </c:pt>
                <c:pt idx="4602">
                  <c:v>2.0226815894156172</c:v>
                </c:pt>
                <c:pt idx="4603">
                  <c:v>2.0236146733038836</c:v>
                </c:pt>
                <c:pt idx="4604">
                  <c:v>2.0251515900749433</c:v>
                </c:pt>
                <c:pt idx="4605">
                  <c:v>2.0255849047273689</c:v>
                </c:pt>
                <c:pt idx="4606">
                  <c:v>2.0266588096964901</c:v>
                </c:pt>
                <c:pt idx="4607">
                  <c:v>2.0280153183446519</c:v>
                </c:pt>
                <c:pt idx="4608">
                  <c:v>2.0282518516076569</c:v>
                </c:pt>
                <c:pt idx="4609">
                  <c:v>2.0284820663282126</c:v>
                </c:pt>
                <c:pt idx="4610">
                  <c:v>2.0289295839651875</c:v>
                </c:pt>
                <c:pt idx="4611">
                  <c:v>2.0298246192391378</c:v>
                </c:pt>
                <c:pt idx="4612">
                  <c:v>2.031699852750489</c:v>
                </c:pt>
                <c:pt idx="4613">
                  <c:v>2.0320264939232104</c:v>
                </c:pt>
                <c:pt idx="4614">
                  <c:v>2.032088855189996</c:v>
                </c:pt>
                <c:pt idx="4615">
                  <c:v>2.0341868860025056</c:v>
                </c:pt>
                <c:pt idx="4616">
                  <c:v>2.0353060921737982</c:v>
                </c:pt>
                <c:pt idx="4617">
                  <c:v>2.0350698336300299</c:v>
                </c:pt>
                <c:pt idx="4618">
                  <c:v>2.0349102217533681</c:v>
                </c:pt>
                <c:pt idx="4619">
                  <c:v>2.0334728907056987</c:v>
                </c:pt>
                <c:pt idx="4620">
                  <c:v>2.0327058745961626</c:v>
                </c:pt>
                <c:pt idx="4621">
                  <c:v>2.0317028746620953</c:v>
                </c:pt>
                <c:pt idx="4622">
                  <c:v>2.0317407859167931</c:v>
                </c:pt>
                <c:pt idx="4623">
                  <c:v>2.0335426693918817</c:v>
                </c:pt>
                <c:pt idx="4624">
                  <c:v>2.0349003318608383</c:v>
                </c:pt>
                <c:pt idx="4625">
                  <c:v>2.0346692929825716</c:v>
                </c:pt>
                <c:pt idx="4626">
                  <c:v>2.034786598096745</c:v>
                </c:pt>
                <c:pt idx="4627">
                  <c:v>2.0362733786070635</c:v>
                </c:pt>
                <c:pt idx="4628">
                  <c:v>2.0373090701303269</c:v>
                </c:pt>
                <c:pt idx="4629">
                  <c:v>2.0380365266697433</c:v>
                </c:pt>
                <c:pt idx="4630">
                  <c:v>2.0387073910463505</c:v>
                </c:pt>
                <c:pt idx="4631">
                  <c:v>2.0387656315245817</c:v>
                </c:pt>
                <c:pt idx="4632">
                  <c:v>2.0384790993604538</c:v>
                </c:pt>
                <c:pt idx="4633">
                  <c:v>2.0384299246170414</c:v>
                </c:pt>
                <c:pt idx="4634">
                  <c:v>2.0386788202457087</c:v>
                </c:pt>
                <c:pt idx="4635">
                  <c:v>2.0378901013164548</c:v>
                </c:pt>
                <c:pt idx="4636">
                  <c:v>2.0369524845607789</c:v>
                </c:pt>
                <c:pt idx="4637">
                  <c:v>2.0371340739763961</c:v>
                </c:pt>
                <c:pt idx="4638">
                  <c:v>2.0377521922595108</c:v>
                </c:pt>
                <c:pt idx="4639">
                  <c:v>2.0378458715193073</c:v>
                </c:pt>
                <c:pt idx="4640">
                  <c:v>2.0382142700160437</c:v>
                </c:pt>
                <c:pt idx="4641">
                  <c:v>2.0371294037493684</c:v>
                </c:pt>
                <c:pt idx="4642">
                  <c:v>2.035376420298455</c:v>
                </c:pt>
                <c:pt idx="4643">
                  <c:v>2.0341572163249158</c:v>
                </c:pt>
                <c:pt idx="4644">
                  <c:v>2.0344379793850687</c:v>
                </c:pt>
                <c:pt idx="4645">
                  <c:v>2.0336778312564561</c:v>
                </c:pt>
                <c:pt idx="4646">
                  <c:v>2.0333042130942176</c:v>
                </c:pt>
                <c:pt idx="4647">
                  <c:v>2.0334278367508407</c:v>
                </c:pt>
                <c:pt idx="4648">
                  <c:v>2.0325479110349223</c:v>
                </c:pt>
                <c:pt idx="4649">
                  <c:v>2.0330638337618954</c:v>
                </c:pt>
                <c:pt idx="4650">
                  <c:v>2.0323874750005495</c:v>
                </c:pt>
                <c:pt idx="4651">
                  <c:v>2.0302452143908924</c:v>
                </c:pt>
                <c:pt idx="4652">
                  <c:v>2.030320212742577</c:v>
                </c:pt>
                <c:pt idx="4653">
                  <c:v>2.0312234895936352</c:v>
                </c:pt>
                <c:pt idx="4654">
                  <c:v>2.0304787257422916</c:v>
                </c:pt>
                <c:pt idx="4655">
                  <c:v>2.0293663875519221</c:v>
                </c:pt>
                <c:pt idx="4656">
                  <c:v>2.0294592426540077</c:v>
                </c:pt>
                <c:pt idx="4657">
                  <c:v>2.0290812289839786</c:v>
                </c:pt>
                <c:pt idx="4658">
                  <c:v>2.0293894639678247</c:v>
                </c:pt>
                <c:pt idx="4659">
                  <c:v>2.0296375354387814</c:v>
                </c:pt>
                <c:pt idx="4660">
                  <c:v>2.0280694380343287</c:v>
                </c:pt>
                <c:pt idx="4661">
                  <c:v>2.027177452143909</c:v>
                </c:pt>
                <c:pt idx="4662">
                  <c:v>2.0272064350234063</c:v>
                </c:pt>
                <c:pt idx="4663">
                  <c:v>2.0284617371046791</c:v>
                </c:pt>
                <c:pt idx="4664">
                  <c:v>2.0289826047779171</c:v>
                </c:pt>
                <c:pt idx="4665">
                  <c:v>2.0291268323773104</c:v>
                </c:pt>
                <c:pt idx="4666">
                  <c:v>2.0293452341706777</c:v>
                </c:pt>
                <c:pt idx="4667">
                  <c:v>2.028462286543153</c:v>
                </c:pt>
                <c:pt idx="4668">
                  <c:v>2.0275043405639437</c:v>
                </c:pt>
                <c:pt idx="4669">
                  <c:v>2.0269167985319005</c:v>
                </c:pt>
                <c:pt idx="4670">
                  <c:v>2.0264263697501153</c:v>
                </c:pt>
                <c:pt idx="4671">
                  <c:v>2.0251716720511639</c:v>
                </c:pt>
                <c:pt idx="4672">
                  <c:v>2.024250593393552</c:v>
                </c:pt>
                <c:pt idx="4673">
                  <c:v>2.0253318058943761</c:v>
                </c:pt>
                <c:pt idx="4674">
                  <c:v>2.0269520724819237</c:v>
                </c:pt>
                <c:pt idx="4675">
                  <c:v>2.026703369156722</c:v>
                </c:pt>
                <c:pt idx="4676">
                  <c:v>2.0251651337333247</c:v>
                </c:pt>
                <c:pt idx="4677">
                  <c:v>2.0260682732247641</c:v>
                </c:pt>
                <c:pt idx="4678">
                  <c:v>2.0271229753192239</c:v>
                </c:pt>
                <c:pt idx="4679">
                  <c:v>2.0263761510736029</c:v>
                </c:pt>
                <c:pt idx="4680">
                  <c:v>2.0251993088063998</c:v>
                </c:pt>
                <c:pt idx="4681">
                  <c:v>2.0256499032988287</c:v>
                </c:pt>
                <c:pt idx="4682">
                  <c:v>2.0279587261818421</c:v>
                </c:pt>
                <c:pt idx="4683">
                  <c:v>2.0299089580448779</c:v>
                </c:pt>
                <c:pt idx="4684">
                  <c:v>2.0312649721984131</c:v>
                </c:pt>
                <c:pt idx="4685">
                  <c:v>2.0319674292872683</c:v>
                </c:pt>
                <c:pt idx="4686">
                  <c:v>2.0324190677127976</c:v>
                </c:pt>
                <c:pt idx="4687">
                  <c:v>2.0329597151710952</c:v>
                </c:pt>
                <c:pt idx="4688">
                  <c:v>2.0316166128216961</c:v>
                </c:pt>
                <c:pt idx="4689">
                  <c:v>2.0304910881079539</c:v>
                </c:pt>
                <c:pt idx="4690">
                  <c:v>2.0309506933913539</c:v>
                </c:pt>
                <c:pt idx="4691">
                  <c:v>2.0294974286279421</c:v>
                </c:pt>
                <c:pt idx="4692">
                  <c:v>2.027378464209578</c:v>
                </c:pt>
                <c:pt idx="4693">
                  <c:v>2.0275917012812905</c:v>
                </c:pt>
                <c:pt idx="4694">
                  <c:v>2.0284548691237556</c:v>
                </c:pt>
                <c:pt idx="4695">
                  <c:v>2.0276268653436187</c:v>
                </c:pt>
                <c:pt idx="4696">
                  <c:v>2.025468423770906</c:v>
                </c:pt>
                <c:pt idx="4697">
                  <c:v>2.0246535790422189</c:v>
                </c:pt>
                <c:pt idx="4698">
                  <c:v>2.0240975198347289</c:v>
                </c:pt>
                <c:pt idx="4699">
                  <c:v>2.0234489351882377</c:v>
                </c:pt>
                <c:pt idx="4700">
                  <c:v>2.0239285949759345</c:v>
                </c:pt>
                <c:pt idx="4701">
                  <c:v>2.0252530438891454</c:v>
                </c:pt>
                <c:pt idx="4702">
                  <c:v>2.0245424551108768</c:v>
                </c:pt>
                <c:pt idx="4703">
                  <c:v>2.0236591778202677</c:v>
                </c:pt>
                <c:pt idx="4704">
                  <c:v>2.0220943221028111</c:v>
                </c:pt>
                <c:pt idx="4705">
                  <c:v>2.0205796026460958</c:v>
                </c:pt>
                <c:pt idx="4706">
                  <c:v>2.0209208039383748</c:v>
                </c:pt>
                <c:pt idx="4707">
                  <c:v>2.0233278114766708</c:v>
                </c:pt>
                <c:pt idx="4708">
                  <c:v>2.0247867904002108</c:v>
                </c:pt>
                <c:pt idx="4709">
                  <c:v>2.0238649425287356</c:v>
                </c:pt>
                <c:pt idx="4710">
                  <c:v>2.0235602514230457</c:v>
                </c:pt>
                <c:pt idx="4711">
                  <c:v>2.025024504955935</c:v>
                </c:pt>
                <c:pt idx="4712">
                  <c:v>2.0258838267290828</c:v>
                </c:pt>
                <c:pt idx="4713">
                  <c:v>2.0264159578910355</c:v>
                </c:pt>
                <c:pt idx="4714">
                  <c:v>2.0269679512538188</c:v>
                </c:pt>
                <c:pt idx="4715">
                  <c:v>2.0261316234808024</c:v>
                </c:pt>
                <c:pt idx="4716">
                  <c:v>2.0260972561042614</c:v>
                </c:pt>
                <c:pt idx="4717">
                  <c:v>2.0280205380101535</c:v>
                </c:pt>
                <c:pt idx="4718">
                  <c:v>2.029712533790466</c:v>
                </c:pt>
                <c:pt idx="4719">
                  <c:v>2.0294990769433641</c:v>
                </c:pt>
                <c:pt idx="4720">
                  <c:v>2.0286559636051953</c:v>
                </c:pt>
                <c:pt idx="4721">
                  <c:v>2.0263834860772292</c:v>
                </c:pt>
                <c:pt idx="4722">
                  <c:v>2.0240291971605018</c:v>
                </c:pt>
                <c:pt idx="4723">
                  <c:v>2.0251191457330608</c:v>
                </c:pt>
                <c:pt idx="4724">
                  <c:v>2.0273158556954791</c:v>
                </c:pt>
                <c:pt idx="4725">
                  <c:v>2.0281158655853719</c:v>
                </c:pt>
                <c:pt idx="4726">
                  <c:v>2.0292597964879895</c:v>
                </c:pt>
                <c:pt idx="4727">
                  <c:v>2.0302663677721369</c:v>
                </c:pt>
                <c:pt idx="4728">
                  <c:v>2.0295361640403509</c:v>
                </c:pt>
                <c:pt idx="4729">
                  <c:v>2.0291092503461461</c:v>
                </c:pt>
                <c:pt idx="4730">
                  <c:v>2.0289650227467528</c:v>
                </c:pt>
                <c:pt idx="4731">
                  <c:v>2.0264576327992789</c:v>
                </c:pt>
                <c:pt idx="4732">
                  <c:v>2.0260423122568736</c:v>
                </c:pt>
                <c:pt idx="4733">
                  <c:v>2.028321080855366</c:v>
                </c:pt>
                <c:pt idx="4734">
                  <c:v>2.0289669457814115</c:v>
                </c:pt>
                <c:pt idx="4735">
                  <c:v>2.0297169292982571</c:v>
                </c:pt>
                <c:pt idx="4736">
                  <c:v>2.0292488077185116</c:v>
                </c:pt>
                <c:pt idx="4737">
                  <c:v>2.0275024175292851</c:v>
                </c:pt>
                <c:pt idx="4738">
                  <c:v>2.0257743511131623</c:v>
                </c:pt>
                <c:pt idx="4739">
                  <c:v>2.0248383277290607</c:v>
                </c:pt>
                <c:pt idx="4740">
                  <c:v>2.0245902287861806</c:v>
                </c:pt>
                <c:pt idx="4741">
                  <c:v>2.0263307125118128</c:v>
                </c:pt>
                <c:pt idx="4742">
                  <c:v>2.0279996593481462</c:v>
                </c:pt>
                <c:pt idx="4743">
                  <c:v>2.0281367442473792</c:v>
                </c:pt>
                <c:pt idx="4744">
                  <c:v>2.0288441462824993</c:v>
                </c:pt>
                <c:pt idx="4745">
                  <c:v>2.0291411177776313</c:v>
                </c:pt>
                <c:pt idx="4746">
                  <c:v>2.029511714028263</c:v>
                </c:pt>
                <c:pt idx="4747">
                  <c:v>2.0281191622162149</c:v>
                </c:pt>
                <c:pt idx="4748">
                  <c:v>2.0266341673809367</c:v>
                </c:pt>
                <c:pt idx="4749">
                  <c:v>2.0278708160260215</c:v>
                </c:pt>
                <c:pt idx="4750">
                  <c:v>2.0294125403837278</c:v>
                </c:pt>
                <c:pt idx="4751">
                  <c:v>2.0309864068921564</c:v>
                </c:pt>
                <c:pt idx="4752">
                  <c:v>2.0318880354277926</c:v>
                </c:pt>
                <c:pt idx="4753">
                  <c:v>2.0312281598206634</c:v>
                </c:pt>
                <c:pt idx="4754">
                  <c:v>2.030129557592141</c:v>
                </c:pt>
                <c:pt idx="4755">
                  <c:v>2.0298834091558429</c:v>
                </c:pt>
                <c:pt idx="4756">
                  <c:v>2.0311031625678555</c:v>
                </c:pt>
                <c:pt idx="4757">
                  <c:v>2.0317424342322146</c:v>
                </c:pt>
                <c:pt idx="4758">
                  <c:v>2.03186495901189</c:v>
                </c:pt>
                <c:pt idx="4759">
                  <c:v>2.0324451660403069</c:v>
                </c:pt>
                <c:pt idx="4760">
                  <c:v>2.0325687896969296</c:v>
                </c:pt>
                <c:pt idx="4761">
                  <c:v>2.0347539065075493</c:v>
                </c:pt>
                <c:pt idx="4762">
                  <c:v>2.0365868332564121</c:v>
                </c:pt>
                <c:pt idx="4763">
                  <c:v>2.0377241708973428</c:v>
                </c:pt>
                <c:pt idx="4764">
                  <c:v>2.0371623700578008</c:v>
                </c:pt>
                <c:pt idx="4765">
                  <c:v>2.0376829630118021</c:v>
                </c:pt>
                <c:pt idx="4766">
                  <c:v>2.0391161732709171</c:v>
                </c:pt>
                <c:pt idx="4767">
                  <c:v>2.0402727412584341</c:v>
                </c:pt>
                <c:pt idx="4768">
                  <c:v>2.0407532252038418</c:v>
                </c:pt>
                <c:pt idx="4769">
                  <c:v>2.041725456583372</c:v>
                </c:pt>
                <c:pt idx="4770">
                  <c:v>2.0407348190149666</c:v>
                </c:pt>
                <c:pt idx="4771">
                  <c:v>2.038349981319092</c:v>
                </c:pt>
                <c:pt idx="4772">
                  <c:v>2.0370478121359969</c:v>
                </c:pt>
                <c:pt idx="4773">
                  <c:v>2.0365769433638823</c:v>
                </c:pt>
                <c:pt idx="4774">
                  <c:v>2.0361753038394759</c:v>
                </c:pt>
                <c:pt idx="4775">
                  <c:v>2.035984923408277</c:v>
                </c:pt>
                <c:pt idx="4776">
                  <c:v>2.036498923100591</c:v>
                </c:pt>
                <c:pt idx="4777">
                  <c:v>2.0372761038218941</c:v>
                </c:pt>
                <c:pt idx="4778">
                  <c:v>2.039222489615613</c:v>
                </c:pt>
                <c:pt idx="4779">
                  <c:v>2.0397974769785279</c:v>
                </c:pt>
                <c:pt idx="4780">
                  <c:v>2.0417163908485527</c:v>
                </c:pt>
                <c:pt idx="4781">
                  <c:v>2.0411573372013803</c:v>
                </c:pt>
                <c:pt idx="4782">
                  <c:v>2.0392365002966968</c:v>
                </c:pt>
                <c:pt idx="4783">
                  <c:v>2.0389159029471879</c:v>
                </c:pt>
                <c:pt idx="4784">
                  <c:v>2.0388928265312849</c:v>
                </c:pt>
                <c:pt idx="4785">
                  <c:v>2.0402774114854618</c:v>
                </c:pt>
                <c:pt idx="4786">
                  <c:v>2.0409592646315464</c:v>
                </c:pt>
                <c:pt idx="4787">
                  <c:v>2.0390433726731279</c:v>
                </c:pt>
                <c:pt idx="4788">
                  <c:v>2.0366898529702642</c:v>
                </c:pt>
                <c:pt idx="4789">
                  <c:v>2.0355558119601769</c:v>
                </c:pt>
                <c:pt idx="4790">
                  <c:v>2.0365390321091845</c:v>
                </c:pt>
                <c:pt idx="4791">
                  <c:v>2.0383887167315002</c:v>
                </c:pt>
                <c:pt idx="4792">
                  <c:v>2.0388367838069494</c:v>
                </c:pt>
                <c:pt idx="4793">
                  <c:v>2.0391169974286281</c:v>
                </c:pt>
                <c:pt idx="4794">
                  <c:v>2.0398197292367199</c:v>
                </c:pt>
                <c:pt idx="4795">
                  <c:v>2.0409350893386957</c:v>
                </c:pt>
                <c:pt idx="4796">
                  <c:v>2.0408545966022724</c:v>
                </c:pt>
                <c:pt idx="4797">
                  <c:v>2.0406927869717149</c:v>
                </c:pt>
                <c:pt idx="4798">
                  <c:v>2.0411040416694139</c:v>
                </c:pt>
                <c:pt idx="4799">
                  <c:v>2.0402477418078724</c:v>
                </c:pt>
                <c:pt idx="4800">
                  <c:v>2.0387315663392012</c:v>
                </c:pt>
                <c:pt idx="4801">
                  <c:v>2.0380194940770533</c:v>
                </c:pt>
                <c:pt idx="4802">
                  <c:v>2.0371101734027826</c:v>
                </c:pt>
                <c:pt idx="4803">
                  <c:v>2.0361975560976684</c:v>
                </c:pt>
                <c:pt idx="4804">
                  <c:v>2.0342962242588074</c:v>
                </c:pt>
                <c:pt idx="4805">
                  <c:v>2.0339256280081757</c:v>
                </c:pt>
                <c:pt idx="4806">
                  <c:v>2.0347992351816444</c:v>
                </c:pt>
                <c:pt idx="4807">
                  <c:v>2.0356874024746707</c:v>
                </c:pt>
                <c:pt idx="4808">
                  <c:v>2.0354047163798596</c:v>
                </c:pt>
                <c:pt idx="4809">
                  <c:v>2.0338072240170546</c:v>
                </c:pt>
                <c:pt idx="4810">
                  <c:v>2.0334198698929695</c:v>
                </c:pt>
                <c:pt idx="4811">
                  <c:v>2.0332080613612886</c:v>
                </c:pt>
                <c:pt idx="4812">
                  <c:v>2.0325080767455659</c:v>
                </c:pt>
                <c:pt idx="4813">
                  <c:v>2.0341143601239535</c:v>
                </c:pt>
                <c:pt idx="4814">
                  <c:v>2.0349242324344519</c:v>
                </c:pt>
                <c:pt idx="4815">
                  <c:v>2.0352255994373749</c:v>
                </c:pt>
                <c:pt idx="4816">
                  <c:v>2.0337187644227601</c:v>
                </c:pt>
                <c:pt idx="4817">
                  <c:v>2.0321902265884266</c:v>
                </c:pt>
                <c:pt idx="4818">
                  <c:v>2.0320215489769455</c:v>
                </c:pt>
                <c:pt idx="4819">
                  <c:v>2.0322470934704731</c:v>
                </c:pt>
                <c:pt idx="4820">
                  <c:v>2.033002021933584</c:v>
                </c:pt>
                <c:pt idx="4821">
                  <c:v>2.0317740269444626</c:v>
                </c:pt>
                <c:pt idx="4822">
                  <c:v>2.0309924507153689</c:v>
                </c:pt>
                <c:pt idx="4823">
                  <c:v>2.0307012483242128</c:v>
                </c:pt>
                <c:pt idx="4824">
                  <c:v>2.0299009911870067</c:v>
                </c:pt>
                <c:pt idx="4825">
                  <c:v>2.029348256082284</c:v>
                </c:pt>
                <c:pt idx="4826">
                  <c:v>2.0296842377090614</c:v>
                </c:pt>
                <c:pt idx="4827">
                  <c:v>2.0285306916331511</c:v>
                </c:pt>
                <c:pt idx="4828">
                  <c:v>2.027052564778796</c:v>
                </c:pt>
                <c:pt idx="4829">
                  <c:v>2.0273629151007668</c:v>
                </c:pt>
                <c:pt idx="4830">
                  <c:v>2.0265558449264853</c:v>
                </c:pt>
                <c:pt idx="4831">
                  <c:v>2.0238541185908003</c:v>
                </c:pt>
                <c:pt idx="4832">
                  <c:v>2.022433298169271</c:v>
                </c:pt>
                <c:pt idx="4833">
                  <c:v>2.0226034043207841</c:v>
                </c:pt>
                <c:pt idx="4834">
                  <c:v>2.0243092734225621</c:v>
                </c:pt>
                <c:pt idx="4835">
                  <c:v>2.025071289641986</c:v>
                </c:pt>
                <c:pt idx="4836">
                  <c:v>2.0257224291773808</c:v>
                </c:pt>
                <c:pt idx="4837">
                  <c:v>2.0264924397265993</c:v>
                </c:pt>
                <c:pt idx="4838">
                  <c:v>2.0254239192545218</c:v>
                </c:pt>
                <c:pt idx="4839">
                  <c:v>2.0246327003802116</c:v>
                </c:pt>
                <c:pt idx="4840">
                  <c:v>2.0239187325553285</c:v>
                </c:pt>
                <c:pt idx="4841">
                  <c:v>2.0238212072262147</c:v>
                </c:pt>
                <c:pt idx="4842">
                  <c:v>2.0237408518494098</c:v>
                </c:pt>
                <c:pt idx="4843">
                  <c:v>2.0248527779609238</c:v>
                </c:pt>
                <c:pt idx="4844">
                  <c:v>2.0265313949143975</c:v>
                </c:pt>
                <c:pt idx="4845">
                  <c:v>2.0278254873519264</c:v>
                </c:pt>
                <c:pt idx="4846">
                  <c:v>2.0282914111777761</c:v>
                </c:pt>
                <c:pt idx="4847">
                  <c:v>2.0275384057493242</c:v>
                </c:pt>
                <c:pt idx="4848">
                  <c:v>2.0264750774708249</c:v>
                </c:pt>
                <c:pt idx="4849">
                  <c:v>2.0275147798949473</c:v>
                </c:pt>
                <c:pt idx="4850">
                  <c:v>2.0297619832531155</c:v>
                </c:pt>
                <c:pt idx="4851">
                  <c:v>2.0306476780730094</c:v>
                </c:pt>
                <c:pt idx="4852">
                  <c:v>2.0295100657128415</c:v>
                </c:pt>
                <c:pt idx="4853">
                  <c:v>2.0291290301312057</c:v>
                </c:pt>
                <c:pt idx="4854">
                  <c:v>2.0297834113535966</c:v>
                </c:pt>
                <c:pt idx="4855">
                  <c:v>2.0293342454011998</c:v>
                </c:pt>
                <c:pt idx="4856">
                  <c:v>2.0283507505329554</c:v>
                </c:pt>
                <c:pt idx="4857">
                  <c:v>2.027635106920727</c:v>
                </c:pt>
                <c:pt idx="4858">
                  <c:v>2.0281216346893474</c:v>
                </c:pt>
                <c:pt idx="4859">
                  <c:v>2.0293971561064592</c:v>
                </c:pt>
                <c:pt idx="4860">
                  <c:v>2.0303963099712092</c:v>
                </c:pt>
                <c:pt idx="4861">
                  <c:v>2.0310556361398651</c:v>
                </c:pt>
                <c:pt idx="4862">
                  <c:v>2.0309012439287049</c:v>
                </c:pt>
                <c:pt idx="4863">
                  <c:v>2.0302152699940659</c:v>
                </c:pt>
                <c:pt idx="4864">
                  <c:v>2.029493857277862</c:v>
                </c:pt>
                <c:pt idx="4865">
                  <c:v>2.0283861893145207</c:v>
                </c:pt>
                <c:pt idx="4866">
                  <c:v>2.0267973780796025</c:v>
                </c:pt>
                <c:pt idx="4867">
                  <c:v>2.0282768510582185</c:v>
                </c:pt>
                <c:pt idx="4868">
                  <c:v>2.0294177600492298</c:v>
                </c:pt>
                <c:pt idx="4869">
                  <c:v>2.0294213313993099</c:v>
                </c:pt>
                <c:pt idx="4870">
                  <c:v>2.028772169842421</c:v>
                </c:pt>
                <c:pt idx="4871">
                  <c:v>2.0281675128019163</c:v>
                </c:pt>
                <c:pt idx="4872">
                  <c:v>2.0283787718951234</c:v>
                </c:pt>
                <c:pt idx="4873">
                  <c:v>2.0294199578031251</c:v>
                </c:pt>
                <c:pt idx="4874">
                  <c:v>2.0317754005406474</c:v>
                </c:pt>
                <c:pt idx="4875">
                  <c:v>2.0315232082811367</c:v>
                </c:pt>
                <c:pt idx="4876">
                  <c:v>2.0317938067295223</c:v>
                </c:pt>
                <c:pt idx="4877">
                  <c:v>2.0317762246983584</c:v>
                </c:pt>
                <c:pt idx="4878">
                  <c:v>2.0303842223247841</c:v>
                </c:pt>
                <c:pt idx="4879">
                  <c:v>2.0286504692204566</c:v>
                </c:pt>
                <c:pt idx="4880">
                  <c:v>2.0277276873035759</c:v>
                </c:pt>
                <c:pt idx="4881">
                  <c:v>2.0280551526340083</c:v>
                </c:pt>
                <c:pt idx="4882">
                  <c:v>2.0279743851783478</c:v>
                </c:pt>
                <c:pt idx="4883">
                  <c:v>2.0260214610667897</c:v>
                </c:pt>
                <c:pt idx="4884">
                  <c:v>2.0240440594712203</c:v>
                </c:pt>
                <c:pt idx="4885">
                  <c:v>2.0241708973429153</c:v>
                </c:pt>
                <c:pt idx="4886">
                  <c:v>2.0253213116195248</c:v>
                </c:pt>
                <c:pt idx="4887">
                  <c:v>2.0262490110107469</c:v>
                </c:pt>
                <c:pt idx="4888">
                  <c:v>2.0251298048394539</c:v>
                </c:pt>
                <c:pt idx="4889">
                  <c:v>2.0233736895892398</c:v>
                </c:pt>
                <c:pt idx="4890">
                  <c:v>2.0226433210259116</c:v>
                </c:pt>
                <c:pt idx="4891">
                  <c:v>2.0218436133271798</c:v>
                </c:pt>
                <c:pt idx="4892">
                  <c:v>2.0207545438561789</c:v>
                </c:pt>
                <c:pt idx="4893">
                  <c:v>2.0210607184457485</c:v>
                </c:pt>
                <c:pt idx="4894">
                  <c:v>2.0211048658271249</c:v>
                </c:pt>
                <c:pt idx="4895">
                  <c:v>2.0206858091030968</c:v>
                </c:pt>
                <c:pt idx="4896">
                  <c:v>2.0216747159403088</c:v>
                </c:pt>
                <c:pt idx="4897">
                  <c:v>2.0218089437594777</c:v>
                </c:pt>
                <c:pt idx="4898">
                  <c:v>2.021947814333751</c:v>
                </c:pt>
                <c:pt idx="4899">
                  <c:v>2.0217213357948176</c:v>
                </c:pt>
                <c:pt idx="4900">
                  <c:v>2.0214990055163624</c:v>
                </c:pt>
                <c:pt idx="4901">
                  <c:v>2.0224560998659369</c:v>
                </c:pt>
                <c:pt idx="4902">
                  <c:v>2.0219787202479065</c:v>
                </c:pt>
                <c:pt idx="4903">
                  <c:v>2.0225086536559638</c:v>
                </c:pt>
                <c:pt idx="4904">
                  <c:v>2.0245203402123031</c:v>
                </c:pt>
                <c:pt idx="4905">
                  <c:v>2.0247063800795586</c:v>
                </c:pt>
                <c:pt idx="4906">
                  <c:v>2.025363233775082</c:v>
                </c:pt>
                <c:pt idx="4907">
                  <c:v>2.0259478912551372</c:v>
                </c:pt>
                <c:pt idx="4908">
                  <c:v>2.023819503966946</c:v>
                </c:pt>
                <c:pt idx="4909">
                  <c:v>2.0213735412408518</c:v>
                </c:pt>
                <c:pt idx="4910">
                  <c:v>2.0210520098459375</c:v>
                </c:pt>
                <c:pt idx="4911">
                  <c:v>2.0208737170611637</c:v>
                </c:pt>
                <c:pt idx="4912">
                  <c:v>2.0185646744027603</c:v>
                </c:pt>
                <c:pt idx="4913">
                  <c:v>2.0164147216544692</c:v>
                </c:pt>
                <c:pt idx="4914">
                  <c:v>2.0162518680908113</c:v>
                </c:pt>
                <c:pt idx="4915">
                  <c:v>2.0161799191226568</c:v>
                </c:pt>
                <c:pt idx="4916">
                  <c:v>2.0155897123140152</c:v>
                </c:pt>
                <c:pt idx="4917">
                  <c:v>2.0173648106635018</c:v>
                </c:pt>
                <c:pt idx="4918">
                  <c:v>2.0178059548141798</c:v>
                </c:pt>
                <c:pt idx="4919">
                  <c:v>2.0175970308344873</c:v>
                </c:pt>
                <c:pt idx="4920">
                  <c:v>2.016778752115338</c:v>
                </c:pt>
                <c:pt idx="4921">
                  <c:v>2.0156242994659457</c:v>
                </c:pt>
                <c:pt idx="4922">
                  <c:v>2.0146035526691719</c:v>
                </c:pt>
                <c:pt idx="4923">
                  <c:v>2.0150831025691742</c:v>
                </c:pt>
                <c:pt idx="4924">
                  <c:v>2.0157604503197732</c:v>
                </c:pt>
                <c:pt idx="4925">
                  <c:v>2.0157387200281311</c:v>
                </c:pt>
                <c:pt idx="4926">
                  <c:v>2.0154600723061034</c:v>
                </c:pt>
                <c:pt idx="4927">
                  <c:v>2.016021351179095</c:v>
                </c:pt>
                <c:pt idx="4928">
                  <c:v>2.0149166776554361</c:v>
                </c:pt>
                <c:pt idx="4929">
                  <c:v>2.014793685853058</c:v>
                </c:pt>
                <c:pt idx="4930">
                  <c:v>2.0155893002351597</c:v>
                </c:pt>
                <c:pt idx="4931">
                  <c:v>2.014767202918617</c:v>
                </c:pt>
                <c:pt idx="4932">
                  <c:v>2.0152674117052372</c:v>
                </c:pt>
                <c:pt idx="4933">
                  <c:v>2.0159575888442012</c:v>
                </c:pt>
                <c:pt idx="4934">
                  <c:v>2.0156166897430827</c:v>
                </c:pt>
                <c:pt idx="4935">
                  <c:v>2.015432957517417</c:v>
                </c:pt>
                <c:pt idx="4936">
                  <c:v>2.0142513626074154</c:v>
                </c:pt>
                <c:pt idx="4937">
                  <c:v>2.013631568536955</c:v>
                </c:pt>
                <c:pt idx="4938">
                  <c:v>2.0139676875233512</c:v>
                </c:pt>
                <c:pt idx="4939">
                  <c:v>2.0134525614821652</c:v>
                </c:pt>
                <c:pt idx="4940">
                  <c:v>2.0145427298301137</c:v>
                </c:pt>
                <c:pt idx="4941">
                  <c:v>2.0157687743126527</c:v>
                </c:pt>
                <c:pt idx="4942">
                  <c:v>2.0176760950308785</c:v>
                </c:pt>
                <c:pt idx="4943">
                  <c:v>2.0185728610360214</c:v>
                </c:pt>
                <c:pt idx="4944">
                  <c:v>2.0167890815586471</c:v>
                </c:pt>
                <c:pt idx="4945">
                  <c:v>2.0158500087910154</c:v>
                </c:pt>
                <c:pt idx="4946">
                  <c:v>2.0157845981407001</c:v>
                </c:pt>
                <c:pt idx="4947">
                  <c:v>2.0151330190545265</c:v>
                </c:pt>
                <c:pt idx="4948">
                  <c:v>2.0146183875079671</c:v>
                </c:pt>
                <c:pt idx="4949">
                  <c:v>2.0151486780510317</c:v>
                </c:pt>
                <c:pt idx="4950">
                  <c:v>2.0175840091426562</c:v>
                </c:pt>
                <c:pt idx="4951">
                  <c:v>2.0202069460011867</c:v>
                </c:pt>
                <c:pt idx="4952">
                  <c:v>2.0194043812223907</c:v>
                </c:pt>
                <c:pt idx="4953">
                  <c:v>2.0180403177952133</c:v>
                </c:pt>
                <c:pt idx="4954">
                  <c:v>2.017157892134239</c:v>
                </c:pt>
                <c:pt idx="4955">
                  <c:v>2.0168235588228831</c:v>
                </c:pt>
                <c:pt idx="4956">
                  <c:v>2.0165518889694733</c:v>
                </c:pt>
                <c:pt idx="4957">
                  <c:v>2.0171228104876815</c:v>
                </c:pt>
                <c:pt idx="4958">
                  <c:v>2.0179413639260675</c:v>
                </c:pt>
                <c:pt idx="4959">
                  <c:v>2.0180366915012855</c:v>
                </c:pt>
                <c:pt idx="4960">
                  <c:v>2.0188197237423355</c:v>
                </c:pt>
                <c:pt idx="4961">
                  <c:v>2.0192469396277004</c:v>
                </c:pt>
                <c:pt idx="4962">
                  <c:v>2.0182731423485198</c:v>
                </c:pt>
                <c:pt idx="4963">
                  <c:v>2.0175807949275839</c:v>
                </c:pt>
                <c:pt idx="4964">
                  <c:v>2.0180759763521681</c:v>
                </c:pt>
                <c:pt idx="4965">
                  <c:v>2.0186217061163489</c:v>
                </c:pt>
                <c:pt idx="4966">
                  <c:v>2.0186557713017295</c:v>
                </c:pt>
                <c:pt idx="4967">
                  <c:v>2.018529949891211</c:v>
                </c:pt>
                <c:pt idx="4968">
                  <c:v>2.0176768917166656</c:v>
                </c:pt>
                <c:pt idx="4969">
                  <c:v>2.0171251456011956</c:v>
                </c:pt>
                <c:pt idx="4970">
                  <c:v>2.0172925595041868</c:v>
                </c:pt>
                <c:pt idx="4971">
                  <c:v>2.0173749203314211</c:v>
                </c:pt>
                <c:pt idx="4972">
                  <c:v>2.0170268785301424</c:v>
                </c:pt>
                <c:pt idx="4973">
                  <c:v>2.0161961550295597</c:v>
                </c:pt>
                <c:pt idx="4974">
                  <c:v>2.0146355849321993</c:v>
                </c:pt>
                <c:pt idx="4975">
                  <c:v>2.0139312322806093</c:v>
                </c:pt>
                <c:pt idx="4976">
                  <c:v>2.0146186896991276</c:v>
                </c:pt>
                <c:pt idx="4977">
                  <c:v>2.0153649645062748</c:v>
                </c:pt>
                <c:pt idx="4978">
                  <c:v>2.0161331893804531</c:v>
                </c:pt>
                <c:pt idx="4979">
                  <c:v>2.0182858343772665</c:v>
                </c:pt>
                <c:pt idx="4980">
                  <c:v>2.0193460308564646</c:v>
                </c:pt>
                <c:pt idx="4981">
                  <c:v>2.0176431012505218</c:v>
                </c:pt>
                <c:pt idx="4982">
                  <c:v>2.0160012692028748</c:v>
                </c:pt>
                <c:pt idx="4983">
                  <c:v>2.0167961418430362</c:v>
                </c:pt>
                <c:pt idx="4984">
                  <c:v>2.0180068569921539</c:v>
                </c:pt>
                <c:pt idx="4985">
                  <c:v>2.0180058680029012</c:v>
                </c:pt>
                <c:pt idx="4986">
                  <c:v>2.0187757961363486</c:v>
                </c:pt>
                <c:pt idx="4987">
                  <c:v>2.0188409870112745</c:v>
                </c:pt>
                <c:pt idx="4988">
                  <c:v>2.0179499901101074</c:v>
                </c:pt>
                <c:pt idx="4989">
                  <c:v>2.0163788707940484</c:v>
                </c:pt>
                <c:pt idx="4990">
                  <c:v>2.0157764939232106</c:v>
                </c:pt>
                <c:pt idx="4991">
                  <c:v>2.0149262378848816</c:v>
                </c:pt>
                <c:pt idx="4992">
                  <c:v>2.0152480714709569</c:v>
                </c:pt>
                <c:pt idx="4993">
                  <c:v>2.0166323542339728</c:v>
                </c:pt>
                <c:pt idx="4994">
                  <c:v>2.0172052537306873</c:v>
                </c:pt>
                <c:pt idx="4995">
                  <c:v>2.0177670270983055</c:v>
                </c:pt>
                <c:pt idx="4996">
                  <c:v>2.0174912089844179</c:v>
                </c:pt>
                <c:pt idx="4997">
                  <c:v>2.0163276906002068</c:v>
                </c:pt>
                <c:pt idx="4998">
                  <c:v>2.0166170523724753</c:v>
                </c:pt>
                <c:pt idx="4999">
                  <c:v>2.0166935342080392</c:v>
                </c:pt>
                <c:pt idx="5000">
                  <c:v>2.0164297762686534</c:v>
                </c:pt>
                <c:pt idx="5001">
                  <c:v>2.0169822641260633</c:v>
                </c:pt>
                <c:pt idx="5002">
                  <c:v>2.0170019889672752</c:v>
                </c:pt>
                <c:pt idx="5003">
                  <c:v>2.0154844948462669</c:v>
                </c:pt>
                <c:pt idx="5004">
                  <c:v>2.0136127227973013</c:v>
                </c:pt>
                <c:pt idx="5005">
                  <c:v>2.0132591591393596</c:v>
                </c:pt>
                <c:pt idx="5006">
                  <c:v>2.0141176018109492</c:v>
                </c:pt>
                <c:pt idx="5007">
                  <c:v>2.0146867376541175</c:v>
                </c:pt>
                <c:pt idx="5008">
                  <c:v>2.0147525329113645</c:v>
                </c:pt>
                <c:pt idx="5009">
                  <c:v>2.0155519933627835</c:v>
                </c:pt>
                <c:pt idx="5010">
                  <c:v>2.01539735390431</c:v>
                </c:pt>
                <c:pt idx="5011">
                  <c:v>2.0150268675413727</c:v>
                </c:pt>
                <c:pt idx="5012">
                  <c:v>2.0154971868750136</c:v>
                </c:pt>
                <c:pt idx="5013">
                  <c:v>2.0139101063712888</c:v>
                </c:pt>
                <c:pt idx="5014">
                  <c:v>2.0130361145908879</c:v>
                </c:pt>
                <c:pt idx="5015">
                  <c:v>2.0145884705830639</c:v>
                </c:pt>
                <c:pt idx="5016">
                  <c:v>2.0168696567108415</c:v>
                </c:pt>
                <c:pt idx="5017">
                  <c:v>2.0182863288718931</c:v>
                </c:pt>
                <c:pt idx="5018">
                  <c:v>2.0173018450143951</c:v>
                </c:pt>
                <c:pt idx="5019">
                  <c:v>2.0166018603986724</c:v>
                </c:pt>
                <c:pt idx="5020">
                  <c:v>2.0162949165952395</c:v>
                </c:pt>
                <c:pt idx="5021">
                  <c:v>2.0148961836003605</c:v>
                </c:pt>
                <c:pt idx="5022">
                  <c:v>2.0142326542273796</c:v>
                </c:pt>
                <c:pt idx="5023">
                  <c:v>2.0148324762093139</c:v>
                </c:pt>
                <c:pt idx="5024">
                  <c:v>2.0151874958792115</c:v>
                </c:pt>
                <c:pt idx="5025">
                  <c:v>2.0160064888683764</c:v>
                </c:pt>
                <c:pt idx="5026">
                  <c:v>2.0173001966989736</c:v>
                </c:pt>
                <c:pt idx="5027">
                  <c:v>2.0172811861277773</c:v>
                </c:pt>
                <c:pt idx="5028">
                  <c:v>2.0163169216061188</c:v>
                </c:pt>
                <c:pt idx="5029">
                  <c:v>2.0173087954110898</c:v>
                </c:pt>
                <c:pt idx="5030">
                  <c:v>2.0173924474187381</c:v>
                </c:pt>
                <c:pt idx="5031">
                  <c:v>2.0173308278938924</c:v>
                </c:pt>
                <c:pt idx="5032">
                  <c:v>2.0169422375332409</c:v>
                </c:pt>
                <c:pt idx="5033">
                  <c:v>2.0160423397287972</c:v>
                </c:pt>
                <c:pt idx="5034">
                  <c:v>2.0154382321267663</c:v>
                </c:pt>
                <c:pt idx="5035">
                  <c:v>2.0148344267158964</c:v>
                </c:pt>
                <c:pt idx="5036">
                  <c:v>2.0147031933364103</c:v>
                </c:pt>
                <c:pt idx="5037">
                  <c:v>2.0143332289400231</c:v>
                </c:pt>
                <c:pt idx="5038">
                  <c:v>2.0141356783367397</c:v>
                </c:pt>
                <c:pt idx="5039">
                  <c:v>2.0137040119997365</c:v>
                </c:pt>
                <c:pt idx="5040">
                  <c:v>2.0138156304257051</c:v>
                </c:pt>
                <c:pt idx="5041">
                  <c:v>2.0138464813960133</c:v>
                </c:pt>
                <c:pt idx="5042">
                  <c:v>2.0121247335223402</c:v>
                </c:pt>
                <c:pt idx="5043">
                  <c:v>2.0117468297400056</c:v>
                </c:pt>
                <c:pt idx="5044">
                  <c:v>2.0138188995846247</c:v>
                </c:pt>
                <c:pt idx="5045">
                  <c:v>2.0152246653919694</c:v>
                </c:pt>
                <c:pt idx="5046">
                  <c:v>2.0156797103360367</c:v>
                </c:pt>
                <c:pt idx="5047">
                  <c:v>2.0150144502318632</c:v>
                </c:pt>
                <c:pt idx="5048">
                  <c:v>2.0140146919847917</c:v>
                </c:pt>
                <c:pt idx="5049">
                  <c:v>2.0127970264389794</c:v>
                </c:pt>
                <c:pt idx="5050">
                  <c:v>2.0126030197138522</c:v>
                </c:pt>
                <c:pt idx="5051">
                  <c:v>2.0128577119184192</c:v>
                </c:pt>
                <c:pt idx="5052">
                  <c:v>2.0129453473550032</c:v>
                </c:pt>
                <c:pt idx="5053">
                  <c:v>2.0128750192303464</c:v>
                </c:pt>
                <c:pt idx="5054">
                  <c:v>2.0134154194413312</c:v>
                </c:pt>
                <c:pt idx="5055">
                  <c:v>2.0139262049185733</c:v>
                </c:pt>
                <c:pt idx="5056">
                  <c:v>2.0147984110239334</c:v>
                </c:pt>
                <c:pt idx="5057">
                  <c:v>2.0154689182655328</c:v>
                </c:pt>
                <c:pt idx="5058">
                  <c:v>2.0163686787103581</c:v>
                </c:pt>
                <c:pt idx="5059">
                  <c:v>2.0157940210105272</c:v>
                </c:pt>
                <c:pt idx="5060">
                  <c:v>2.0139563965627127</c:v>
                </c:pt>
                <c:pt idx="5061">
                  <c:v>2.0126999681325684</c:v>
                </c:pt>
                <c:pt idx="5062">
                  <c:v>2.012637634337707</c:v>
                </c:pt>
                <c:pt idx="5063">
                  <c:v>2.0134342926529087</c:v>
                </c:pt>
                <c:pt idx="5064">
                  <c:v>2.0158898430803718</c:v>
                </c:pt>
                <c:pt idx="5065">
                  <c:v>2.0170799542867188</c:v>
                </c:pt>
                <c:pt idx="5066">
                  <c:v>2.0177855157029514</c:v>
                </c:pt>
                <c:pt idx="5067">
                  <c:v>2.016513675523615</c:v>
                </c:pt>
                <c:pt idx="5068">
                  <c:v>2.0160333564097495</c:v>
                </c:pt>
                <c:pt idx="5069">
                  <c:v>2.0175420595151756</c:v>
                </c:pt>
                <c:pt idx="5070">
                  <c:v>2.0169171281949847</c:v>
                </c:pt>
                <c:pt idx="5071">
                  <c:v>2.016712764554625</c:v>
                </c:pt>
                <c:pt idx="5072">
                  <c:v>2.0161074207160281</c:v>
                </c:pt>
                <c:pt idx="5073">
                  <c:v>2.0150831849849453</c:v>
                </c:pt>
                <c:pt idx="5074">
                  <c:v>2.0144543801235137</c:v>
                </c:pt>
                <c:pt idx="5075">
                  <c:v>2.0144844344080348</c:v>
                </c:pt>
                <c:pt idx="5076">
                  <c:v>2.014217901804356</c:v>
                </c:pt>
                <c:pt idx="5077">
                  <c:v>2.0140863937056328</c:v>
                </c:pt>
                <c:pt idx="5078">
                  <c:v>2.0148724753302125</c:v>
                </c:pt>
                <c:pt idx="5079">
                  <c:v>2.0136770345706689</c:v>
                </c:pt>
                <c:pt idx="5080">
                  <c:v>2.0136741225467572</c:v>
                </c:pt>
                <c:pt idx="5081">
                  <c:v>2.0141097448407725</c:v>
                </c:pt>
                <c:pt idx="5082">
                  <c:v>2.0151112063471133</c:v>
                </c:pt>
                <c:pt idx="5083">
                  <c:v>2.0181447111052506</c:v>
                </c:pt>
                <c:pt idx="5084">
                  <c:v>2.0195467682028965</c:v>
                </c:pt>
                <c:pt idx="5085">
                  <c:v>2.0185761027230171</c:v>
                </c:pt>
                <c:pt idx="5086">
                  <c:v>2.0165092525439001</c:v>
                </c:pt>
                <c:pt idx="5087">
                  <c:v>2.0153530966352386</c:v>
                </c:pt>
                <c:pt idx="5088">
                  <c:v>2.0176321124810443</c:v>
                </c:pt>
                <c:pt idx="5089">
                  <c:v>2.0179474077492801</c:v>
                </c:pt>
                <c:pt idx="5090">
                  <c:v>2.0149623909364629</c:v>
                </c:pt>
                <c:pt idx="5091">
                  <c:v>2.0136655787784883</c:v>
                </c:pt>
                <c:pt idx="5092">
                  <c:v>2.0138224709347048</c:v>
                </c:pt>
                <c:pt idx="5093">
                  <c:v>2.0144475670864375</c:v>
                </c:pt>
                <c:pt idx="5094">
                  <c:v>2.01386705786686</c:v>
                </c:pt>
                <c:pt idx="5095">
                  <c:v>2.0126365079888355</c:v>
                </c:pt>
                <c:pt idx="5096">
                  <c:v>2.0145415760093184</c:v>
                </c:pt>
                <c:pt idx="5097">
                  <c:v>2.0167133964088699</c:v>
                </c:pt>
                <c:pt idx="5098">
                  <c:v>2.016898804421881</c:v>
                </c:pt>
                <c:pt idx="5099">
                  <c:v>2.0158828377398299</c:v>
                </c:pt>
                <c:pt idx="5100">
                  <c:v>2.0161225028021361</c:v>
                </c:pt>
                <c:pt idx="5101">
                  <c:v>2.0155975143403442</c:v>
                </c:pt>
                <c:pt idx="5102">
                  <c:v>2.015336393705633</c:v>
                </c:pt>
                <c:pt idx="5103">
                  <c:v>2.0149570888551902</c:v>
                </c:pt>
                <c:pt idx="5104">
                  <c:v>2.0153474923628054</c:v>
                </c:pt>
                <c:pt idx="5105">
                  <c:v>2.0149239027713675</c:v>
                </c:pt>
                <c:pt idx="5106">
                  <c:v>2.0150446693479265</c:v>
                </c:pt>
                <c:pt idx="5107">
                  <c:v>2.0158926726885125</c:v>
                </c:pt>
                <c:pt idx="5108">
                  <c:v>2.0166647985758557</c:v>
                </c:pt>
                <c:pt idx="5109">
                  <c:v>2.0168087239840884</c:v>
                </c:pt>
                <c:pt idx="5110">
                  <c:v>2.0175231588316742</c:v>
                </c:pt>
                <c:pt idx="5111">
                  <c:v>2.0181950121975341</c:v>
                </c:pt>
                <c:pt idx="5112">
                  <c:v>2.0182447089074964</c:v>
                </c:pt>
                <c:pt idx="5113">
                  <c:v>2.0163257400936243</c:v>
                </c:pt>
                <c:pt idx="5114">
                  <c:v>2.0144079800443948</c:v>
                </c:pt>
                <c:pt idx="5115">
                  <c:v>2.0147144018812773</c:v>
                </c:pt>
                <c:pt idx="5116">
                  <c:v>2.0160317355662514</c:v>
                </c:pt>
                <c:pt idx="5117">
                  <c:v>2.0196803916397443</c:v>
                </c:pt>
                <c:pt idx="5118">
                  <c:v>2.0213388716731502</c:v>
                </c:pt>
                <c:pt idx="5119">
                  <c:v>2.019905194391332</c:v>
                </c:pt>
                <c:pt idx="5120">
                  <c:v>2.0190823828047737</c:v>
                </c:pt>
                <c:pt idx="5121">
                  <c:v>2.0190603228500472</c:v>
                </c:pt>
                <c:pt idx="5122">
                  <c:v>2.0185724214852421</c:v>
                </c:pt>
                <c:pt idx="5123">
                  <c:v>2.0164314245840749</c:v>
                </c:pt>
                <c:pt idx="5124">
                  <c:v>2.0159915716138106</c:v>
                </c:pt>
                <c:pt idx="5125">
                  <c:v>2.0159559130568558</c:v>
                </c:pt>
                <c:pt idx="5126">
                  <c:v>2.0154254851541724</c:v>
                </c:pt>
                <c:pt idx="5127">
                  <c:v>2.0151672215995253</c:v>
                </c:pt>
                <c:pt idx="5128">
                  <c:v>2.0157355058130593</c:v>
                </c:pt>
                <c:pt idx="5129">
                  <c:v>2.0159984945385814</c:v>
                </c:pt>
                <c:pt idx="5130">
                  <c:v>2.0180105382299289</c:v>
                </c:pt>
                <c:pt idx="5131">
                  <c:v>2.0206770730313619</c:v>
                </c:pt>
                <c:pt idx="5132">
                  <c:v>2.020461967868838</c:v>
                </c:pt>
                <c:pt idx="5133">
                  <c:v>2.019793960572295</c:v>
                </c:pt>
                <c:pt idx="5134">
                  <c:v>2.020783169600668</c:v>
                </c:pt>
                <c:pt idx="5135">
                  <c:v>2.019834289356278</c:v>
                </c:pt>
                <c:pt idx="5136">
                  <c:v>2.0186758532779501</c:v>
                </c:pt>
                <c:pt idx="5137">
                  <c:v>2.0182223742335332</c:v>
                </c:pt>
                <c:pt idx="5138">
                  <c:v>2.0175279664183203</c:v>
                </c:pt>
                <c:pt idx="5139">
                  <c:v>2.0174701105470207</c:v>
                </c:pt>
                <c:pt idx="5140">
                  <c:v>2.0175847783565195</c:v>
                </c:pt>
                <c:pt idx="5141">
                  <c:v>2.0184499516494143</c:v>
                </c:pt>
                <c:pt idx="5142">
                  <c:v>2.0184324520340211</c:v>
                </c:pt>
                <c:pt idx="5143">
                  <c:v>2.0170443506736118</c:v>
                </c:pt>
                <c:pt idx="5144">
                  <c:v>2.0158404210896466</c:v>
                </c:pt>
                <c:pt idx="5145">
                  <c:v>2.0159005021867653</c:v>
                </c:pt>
                <c:pt idx="5146">
                  <c:v>2.0169953132898177</c:v>
                </c:pt>
                <c:pt idx="5147">
                  <c:v>2.0184533306960288</c:v>
                </c:pt>
                <c:pt idx="5148">
                  <c:v>2.0176846662710708</c:v>
                </c:pt>
                <c:pt idx="5149">
                  <c:v>2.0170946517658952</c:v>
                </c:pt>
                <c:pt idx="5150">
                  <c:v>2.0172658293224326</c:v>
                </c:pt>
                <c:pt idx="5151">
                  <c:v>2.0168808652557089</c:v>
                </c:pt>
                <c:pt idx="5152">
                  <c:v>2.0163157952572472</c:v>
                </c:pt>
                <c:pt idx="5153">
                  <c:v>2.0156559196501176</c:v>
                </c:pt>
                <c:pt idx="5154">
                  <c:v>2.0149009637150832</c:v>
                </c:pt>
                <c:pt idx="5155">
                  <c:v>2.0144521274257707</c:v>
                </c:pt>
                <c:pt idx="5156">
                  <c:v>2.0148245093514427</c:v>
                </c:pt>
                <c:pt idx="5157">
                  <c:v>2.015620425924705</c:v>
                </c:pt>
                <c:pt idx="5158">
                  <c:v>2.0154755115272192</c:v>
                </c:pt>
                <c:pt idx="5159">
                  <c:v>2.0144259741544142</c:v>
                </c:pt>
                <c:pt idx="5160">
                  <c:v>2.0151296674798358</c:v>
                </c:pt>
                <c:pt idx="5161">
                  <c:v>2.0173130535592625</c:v>
                </c:pt>
                <c:pt idx="5162">
                  <c:v>2.0193483659699787</c:v>
                </c:pt>
                <c:pt idx="5163">
                  <c:v>2.018959610777785</c:v>
                </c:pt>
                <c:pt idx="5164">
                  <c:v>2.0182056163600799</c:v>
                </c:pt>
                <c:pt idx="5165">
                  <c:v>2.0169901210962395</c:v>
                </c:pt>
                <c:pt idx="5166">
                  <c:v>2.0155819102876862</c:v>
                </c:pt>
                <c:pt idx="5167">
                  <c:v>2.0149472264345838</c:v>
                </c:pt>
                <c:pt idx="5168">
                  <c:v>2.0151698039603527</c:v>
                </c:pt>
                <c:pt idx="5169">
                  <c:v>2.015827097206655</c:v>
                </c:pt>
                <c:pt idx="5170">
                  <c:v>2.0177894991318874</c:v>
                </c:pt>
                <c:pt idx="5171">
                  <c:v>2.0191240577130172</c:v>
                </c:pt>
                <c:pt idx="5172">
                  <c:v>2.0180011153601018</c:v>
                </c:pt>
                <c:pt idx="5173">
                  <c:v>2.0162763730467463</c:v>
                </c:pt>
                <c:pt idx="5174">
                  <c:v>2.0163818652337313</c:v>
                </c:pt>
                <c:pt idx="5175">
                  <c:v>2.0165747181380631</c:v>
                </c:pt>
                <c:pt idx="5176">
                  <c:v>2.0157925649985713</c:v>
                </c:pt>
                <c:pt idx="5177">
                  <c:v>2.016789823300587</c:v>
                </c:pt>
                <c:pt idx="5178">
                  <c:v>2.0161551669194084</c:v>
                </c:pt>
                <c:pt idx="5179">
                  <c:v>2.0151906276785128</c:v>
                </c:pt>
                <c:pt idx="5180">
                  <c:v>2.015701495571526</c:v>
                </c:pt>
                <c:pt idx="5181">
                  <c:v>2.0152355168018286</c:v>
                </c:pt>
                <c:pt idx="5182">
                  <c:v>2.014414216171073</c:v>
                </c:pt>
                <c:pt idx="5183">
                  <c:v>2.0159660776686228</c:v>
                </c:pt>
                <c:pt idx="5184">
                  <c:v>2.0179217764444739</c:v>
                </c:pt>
                <c:pt idx="5185">
                  <c:v>2.0180024614843628</c:v>
                </c:pt>
                <c:pt idx="5186">
                  <c:v>2.0168497120942397</c:v>
                </c:pt>
                <c:pt idx="5187">
                  <c:v>2.0161612656864683</c:v>
                </c:pt>
                <c:pt idx="5188">
                  <c:v>2.0161199753851564</c:v>
                </c:pt>
                <c:pt idx="5189">
                  <c:v>2.0162167589723303</c:v>
                </c:pt>
                <c:pt idx="5190">
                  <c:v>2.0172984384958572</c:v>
                </c:pt>
                <c:pt idx="5191">
                  <c:v>2.0185306092173798</c:v>
                </c:pt>
                <c:pt idx="5192">
                  <c:v>2.0184087987077208</c:v>
                </c:pt>
                <c:pt idx="5193">
                  <c:v>2.0166737544229796</c:v>
                </c:pt>
                <c:pt idx="5194">
                  <c:v>2.0155180930089447</c:v>
                </c:pt>
                <c:pt idx="5195">
                  <c:v>2.0161482439946377</c:v>
                </c:pt>
                <c:pt idx="5196">
                  <c:v>2.0170399551658207</c:v>
                </c:pt>
                <c:pt idx="5197">
                  <c:v>2.0173037405771304</c:v>
                </c:pt>
                <c:pt idx="5198">
                  <c:v>2.016871607217424</c:v>
                </c:pt>
                <c:pt idx="5199">
                  <c:v>2.0165332904771325</c:v>
                </c:pt>
                <c:pt idx="5200">
                  <c:v>2.016575349992308</c:v>
                </c:pt>
                <c:pt idx="5201">
                  <c:v>2.0166200193402344</c:v>
                </c:pt>
                <c:pt idx="5202">
                  <c:v>2.0170146260521746</c:v>
                </c:pt>
                <c:pt idx="5203">
                  <c:v>2.0172922847849497</c:v>
                </c:pt>
                <c:pt idx="5204">
                  <c:v>2.0183265202962573</c:v>
                </c:pt>
                <c:pt idx="5205">
                  <c:v>2.0195569328146634</c:v>
                </c:pt>
                <c:pt idx="5206">
                  <c:v>2.0197309949231883</c:v>
                </c:pt>
                <c:pt idx="5207">
                  <c:v>2.0201128546625351</c:v>
                </c:pt>
                <c:pt idx="5208">
                  <c:v>2.0200132414672205</c:v>
                </c:pt>
                <c:pt idx="5209">
                  <c:v>2.0193095756137227</c:v>
                </c:pt>
                <c:pt idx="5210">
                  <c:v>2.0181192995758335</c:v>
                </c:pt>
                <c:pt idx="5211">
                  <c:v>2.0166348541790291</c:v>
                </c:pt>
                <c:pt idx="5212">
                  <c:v>2.0162478022461046</c:v>
                </c:pt>
                <c:pt idx="5213">
                  <c:v>2.0155626799411004</c:v>
                </c:pt>
                <c:pt idx="5214">
                  <c:v>2.0155221588536514</c:v>
                </c:pt>
                <c:pt idx="5215">
                  <c:v>2.0156102887848619</c:v>
                </c:pt>
                <c:pt idx="5216">
                  <c:v>2.0151601338432124</c:v>
                </c:pt>
                <c:pt idx="5217">
                  <c:v>2.0158557504230674</c:v>
                </c:pt>
                <c:pt idx="5218">
                  <c:v>2.0178941946330848</c:v>
                </c:pt>
                <c:pt idx="5219">
                  <c:v>2.01913620030329</c:v>
                </c:pt>
                <c:pt idx="5220">
                  <c:v>2.0181383925628009</c:v>
                </c:pt>
                <c:pt idx="5221">
                  <c:v>2.0173646183600362</c:v>
                </c:pt>
                <c:pt idx="5222">
                  <c:v>2.017368766620514</c:v>
                </c:pt>
                <c:pt idx="5223">
                  <c:v>2.0172112975538998</c:v>
                </c:pt>
                <c:pt idx="5224">
                  <c:v>2.0172067372145666</c:v>
                </c:pt>
                <c:pt idx="5225">
                  <c:v>2.0182262752466977</c:v>
                </c:pt>
                <c:pt idx="5226">
                  <c:v>2.0182864937034353</c:v>
                </c:pt>
                <c:pt idx="5227">
                  <c:v>2.0179180402628512</c:v>
                </c:pt>
                <c:pt idx="5228">
                  <c:v>2.0194794894617702</c:v>
                </c:pt>
                <c:pt idx="5229">
                  <c:v>2.0202476593921013</c:v>
                </c:pt>
                <c:pt idx="5230">
                  <c:v>2.020535043185864</c:v>
                </c:pt>
                <c:pt idx="5231">
                  <c:v>2.0217507032812465</c:v>
                </c:pt>
                <c:pt idx="5232">
                  <c:v>2.022990895804488</c:v>
                </c:pt>
                <c:pt idx="5233">
                  <c:v>2.0232198468165534</c:v>
                </c:pt>
                <c:pt idx="5234">
                  <c:v>2.0233575635700314</c:v>
                </c:pt>
                <c:pt idx="5235">
                  <c:v>2.0233588547504451</c:v>
                </c:pt>
                <c:pt idx="5236">
                  <c:v>2.0229163919474296</c:v>
                </c:pt>
                <c:pt idx="5237">
                  <c:v>2.0223046746225357</c:v>
                </c:pt>
                <c:pt idx="5238">
                  <c:v>2.0209629183973981</c:v>
                </c:pt>
                <c:pt idx="5239">
                  <c:v>2.0190936737654117</c:v>
                </c:pt>
                <c:pt idx="5240">
                  <c:v>2.0194678138942002</c:v>
                </c:pt>
                <c:pt idx="5241">
                  <c:v>2.019496274807147</c:v>
                </c:pt>
                <c:pt idx="5242">
                  <c:v>2.0202685105821852</c:v>
                </c:pt>
                <c:pt idx="5243">
                  <c:v>2.0225956022944551</c:v>
                </c:pt>
                <c:pt idx="5244">
                  <c:v>2.0247680545482516</c:v>
                </c:pt>
                <c:pt idx="5245">
                  <c:v>2.0231525131315795</c:v>
                </c:pt>
                <c:pt idx="5246">
                  <c:v>2.0205252906529525</c:v>
                </c:pt>
                <c:pt idx="5247">
                  <c:v>2.0192837520054505</c:v>
                </c:pt>
                <c:pt idx="5248">
                  <c:v>2.0191147996747323</c:v>
                </c:pt>
                <c:pt idx="5249">
                  <c:v>2.0199161556888861</c:v>
                </c:pt>
                <c:pt idx="5250">
                  <c:v>2.0210719269906154</c:v>
                </c:pt>
                <c:pt idx="5251">
                  <c:v>2.0235888222236875</c:v>
                </c:pt>
                <c:pt idx="5252">
                  <c:v>2.0247806092173799</c:v>
                </c:pt>
                <c:pt idx="5253">
                  <c:v>2.0242827630161973</c:v>
                </c:pt>
                <c:pt idx="5254">
                  <c:v>2.0231243818817171</c:v>
                </c:pt>
                <c:pt idx="5255">
                  <c:v>2.0222590437572801</c:v>
                </c:pt>
                <c:pt idx="5256">
                  <c:v>2.022538872772027</c:v>
                </c:pt>
                <c:pt idx="5257">
                  <c:v>2.0222960484384958</c:v>
                </c:pt>
                <c:pt idx="5258">
                  <c:v>2.0220967121601725</c:v>
                </c:pt>
                <c:pt idx="5259">
                  <c:v>2.0217759499791215</c:v>
                </c:pt>
                <c:pt idx="5260">
                  <c:v>2.0213905463616184</c:v>
                </c:pt>
                <c:pt idx="5261">
                  <c:v>2.0214733742115558</c:v>
                </c:pt>
                <c:pt idx="5262">
                  <c:v>2.0212814828245533</c:v>
                </c:pt>
                <c:pt idx="5263">
                  <c:v>2.0228816674358807</c:v>
                </c:pt>
                <c:pt idx="5264">
                  <c:v>2.0246437166216129</c:v>
                </c:pt>
                <c:pt idx="5265">
                  <c:v>2.0233022076437881</c:v>
                </c:pt>
                <c:pt idx="5266">
                  <c:v>2.0232738016746885</c:v>
                </c:pt>
                <c:pt idx="5267">
                  <c:v>2.0235464055735037</c:v>
                </c:pt>
                <c:pt idx="5268">
                  <c:v>2.0223957715215048</c:v>
                </c:pt>
                <c:pt idx="5269">
                  <c:v>2.0231559471220413</c:v>
                </c:pt>
                <c:pt idx="5270">
                  <c:v>2.0227190885914594</c:v>
                </c:pt>
                <c:pt idx="5271">
                  <c:v>2.0214575503835079</c:v>
                </c:pt>
                <c:pt idx="5272">
                  <c:v>2.0219850937342034</c:v>
                </c:pt>
                <c:pt idx="5273">
                  <c:v>2.0235728885079447</c:v>
                </c:pt>
                <c:pt idx="5274">
                  <c:v>2.0248411023933541</c:v>
                </c:pt>
                <c:pt idx="5275">
                  <c:v>2.0247707742686973</c:v>
                </c:pt>
                <c:pt idx="5276">
                  <c:v>2.0248740412298631</c:v>
                </c:pt>
                <c:pt idx="5277">
                  <c:v>2.0249665391969409</c:v>
                </c:pt>
                <c:pt idx="5278">
                  <c:v>2.0263556295466034</c:v>
                </c:pt>
                <c:pt idx="5279">
                  <c:v>2.0287106327333464</c:v>
                </c:pt>
                <c:pt idx="5280">
                  <c:v>2.0293485308015207</c:v>
                </c:pt>
                <c:pt idx="5281">
                  <c:v>2.02903260367904</c:v>
                </c:pt>
                <c:pt idx="5282">
                  <c:v>2.0293521021516012</c:v>
                </c:pt>
                <c:pt idx="5283">
                  <c:v>2.0312396980286147</c:v>
                </c:pt>
                <c:pt idx="5284">
                  <c:v>2.0333228940023296</c:v>
                </c:pt>
                <c:pt idx="5285">
                  <c:v>2.0346072064350236</c:v>
                </c:pt>
                <c:pt idx="5286">
                  <c:v>2.0363324432430057</c:v>
                </c:pt>
                <c:pt idx="5287">
                  <c:v>2.0388873321465462</c:v>
                </c:pt>
                <c:pt idx="5288">
                  <c:v>2.0397878618052352</c:v>
                </c:pt>
                <c:pt idx="5289">
                  <c:v>2.0400702731808091</c:v>
                </c:pt>
                <c:pt idx="5290">
                  <c:v>2.0414026614799674</c:v>
                </c:pt>
                <c:pt idx="5291">
                  <c:v>2.0409727258741568</c:v>
                </c:pt>
                <c:pt idx="5292">
                  <c:v>2.0393483110261315</c:v>
                </c:pt>
                <c:pt idx="5293">
                  <c:v>2.0387966747983559</c:v>
                </c:pt>
                <c:pt idx="5294">
                  <c:v>2.0401971934682752</c:v>
                </c:pt>
                <c:pt idx="5295">
                  <c:v>2.0407515768884199</c:v>
                </c:pt>
                <c:pt idx="5296">
                  <c:v>2.0409650337355223</c:v>
                </c:pt>
                <c:pt idx="5297">
                  <c:v>2.0400029669677591</c:v>
                </c:pt>
                <c:pt idx="5298">
                  <c:v>2.0387370607239403</c:v>
                </c:pt>
                <c:pt idx="5299">
                  <c:v>2.039156831717984</c:v>
                </c:pt>
                <c:pt idx="5300">
                  <c:v>2.0403870244610007</c:v>
                </c:pt>
                <c:pt idx="5301">
                  <c:v>2.0411718973209378</c:v>
                </c:pt>
                <c:pt idx="5302">
                  <c:v>2.0423913760137138</c:v>
                </c:pt>
                <c:pt idx="5303">
                  <c:v>2.0436957429507046</c:v>
                </c:pt>
                <c:pt idx="5304">
                  <c:v>2.0437600272521483</c:v>
                </c:pt>
                <c:pt idx="5305">
                  <c:v>2.0425196698973651</c:v>
                </c:pt>
                <c:pt idx="5306">
                  <c:v>2.0409795938550803</c:v>
                </c:pt>
                <c:pt idx="5307">
                  <c:v>2.0416636447550602</c:v>
                </c:pt>
                <c:pt idx="5308">
                  <c:v>2.0436237665106263</c:v>
                </c:pt>
                <c:pt idx="5309">
                  <c:v>2.0456402057097645</c:v>
                </c:pt>
                <c:pt idx="5310">
                  <c:v>2.0455888332124568</c:v>
                </c:pt>
                <c:pt idx="5311">
                  <c:v>2.0454696050636252</c:v>
                </c:pt>
                <c:pt idx="5312">
                  <c:v>2.0446127557636098</c:v>
                </c:pt>
                <c:pt idx="5313">
                  <c:v>2.0418518274323643</c:v>
                </c:pt>
                <c:pt idx="5314">
                  <c:v>2.0384697589063978</c:v>
                </c:pt>
                <c:pt idx="5315">
                  <c:v>2.0385477791696887</c:v>
                </c:pt>
                <c:pt idx="5316">
                  <c:v>2.0392334783850905</c:v>
                </c:pt>
                <c:pt idx="5317">
                  <c:v>2.0401293378167513</c:v>
                </c:pt>
                <c:pt idx="5318">
                  <c:v>2.0410837124458805</c:v>
                </c:pt>
                <c:pt idx="5319">
                  <c:v>2.0414400232961913</c:v>
                </c:pt>
                <c:pt idx="5320">
                  <c:v>2.0409219028153229</c:v>
                </c:pt>
                <c:pt idx="5321">
                  <c:v>2.0384953077954329</c:v>
                </c:pt>
                <c:pt idx="5322">
                  <c:v>2.0379667479835608</c:v>
                </c:pt>
                <c:pt idx="5323">
                  <c:v>2.0380376255466914</c:v>
                </c:pt>
                <c:pt idx="5324">
                  <c:v>2.0381359750335157</c:v>
                </c:pt>
                <c:pt idx="5325">
                  <c:v>2.0385681083932221</c:v>
                </c:pt>
                <c:pt idx="5326">
                  <c:v>2.0391579305949321</c:v>
                </c:pt>
                <c:pt idx="5327">
                  <c:v>2.038870024834619</c:v>
                </c:pt>
                <c:pt idx="5328">
                  <c:v>2.0377705984483856</c:v>
                </c:pt>
                <c:pt idx="5329">
                  <c:v>2.0360269554515287</c:v>
                </c:pt>
                <c:pt idx="5330">
                  <c:v>2.0341352387859608</c:v>
                </c:pt>
                <c:pt idx="5331">
                  <c:v>2.0346508867936968</c:v>
                </c:pt>
                <c:pt idx="5332">
                  <c:v>2.0358069053427399</c:v>
                </c:pt>
                <c:pt idx="5333">
                  <c:v>2.0371280301531836</c:v>
                </c:pt>
                <c:pt idx="5334">
                  <c:v>2.0371035801410957</c:v>
                </c:pt>
                <c:pt idx="5335">
                  <c:v>2.0369046834135514</c:v>
                </c:pt>
                <c:pt idx="5336">
                  <c:v>2.036190138678271</c:v>
                </c:pt>
                <c:pt idx="5337">
                  <c:v>2.0359324520340212</c:v>
                </c:pt>
                <c:pt idx="5338">
                  <c:v>2.0373579701545022</c:v>
                </c:pt>
                <c:pt idx="5339">
                  <c:v>2.0375782949825281</c:v>
                </c:pt>
                <c:pt idx="5340">
                  <c:v>2.0371744577042263</c:v>
                </c:pt>
                <c:pt idx="5341">
                  <c:v>2.0368909474517043</c:v>
                </c:pt>
                <c:pt idx="5342">
                  <c:v>2.0368912221709414</c:v>
                </c:pt>
                <c:pt idx="5343">
                  <c:v>2.0374557702028526</c:v>
                </c:pt>
                <c:pt idx="5344">
                  <c:v>2.0372505549328586</c:v>
                </c:pt>
                <c:pt idx="5345">
                  <c:v>2.0373189600228567</c:v>
                </c:pt>
                <c:pt idx="5346">
                  <c:v>2.0356398760466803</c:v>
                </c:pt>
                <c:pt idx="5347">
                  <c:v>2.0344261664578802</c:v>
                </c:pt>
                <c:pt idx="5348">
                  <c:v>2.0346176457660272</c:v>
                </c:pt>
                <c:pt idx="5349">
                  <c:v>2.0340690314498584</c:v>
                </c:pt>
                <c:pt idx="5350">
                  <c:v>2.0333794861651393</c:v>
                </c:pt>
                <c:pt idx="5351">
                  <c:v>2.0345003406518538</c:v>
                </c:pt>
                <c:pt idx="5352">
                  <c:v>2.0350115931517987</c:v>
                </c:pt>
                <c:pt idx="5353">
                  <c:v>2.0343404540559549</c:v>
                </c:pt>
                <c:pt idx="5354">
                  <c:v>2.0353429045515483</c:v>
                </c:pt>
                <c:pt idx="5355">
                  <c:v>2.0375428562009628</c:v>
                </c:pt>
                <c:pt idx="5356">
                  <c:v>2.038403551570295</c:v>
                </c:pt>
                <c:pt idx="5357">
                  <c:v>2.038139821102833</c:v>
                </c:pt>
                <c:pt idx="5358">
                  <c:v>2.0373461572273137</c:v>
                </c:pt>
                <c:pt idx="5359">
                  <c:v>2.0361818971011627</c:v>
                </c:pt>
                <c:pt idx="5360">
                  <c:v>2.0355077360937122</c:v>
                </c:pt>
                <c:pt idx="5361">
                  <c:v>2.0363791455132856</c:v>
                </c:pt>
                <c:pt idx="5362">
                  <c:v>2.0369588031032286</c:v>
                </c:pt>
                <c:pt idx="5363">
                  <c:v>2.0360508560251422</c:v>
                </c:pt>
                <c:pt idx="5364">
                  <c:v>2.0358623986286015</c:v>
                </c:pt>
                <c:pt idx="5365">
                  <c:v>2.0372582470714931</c:v>
                </c:pt>
                <c:pt idx="5366">
                  <c:v>2.0387944770444606</c:v>
                </c:pt>
                <c:pt idx="5367">
                  <c:v>2.0400763170040217</c:v>
                </c:pt>
                <c:pt idx="5368">
                  <c:v>2.0405955363618382</c:v>
                </c:pt>
                <c:pt idx="5369">
                  <c:v>2.0411861827212587</c:v>
                </c:pt>
                <c:pt idx="5370">
                  <c:v>2.0410828882881695</c:v>
                </c:pt>
                <c:pt idx="5371">
                  <c:v>2.0403274103865847</c:v>
                </c:pt>
                <c:pt idx="5372">
                  <c:v>2.0393546295685807</c:v>
                </c:pt>
                <c:pt idx="5373">
                  <c:v>2.0389812861255798</c:v>
                </c:pt>
                <c:pt idx="5374">
                  <c:v>2.0380618008395421</c:v>
                </c:pt>
                <c:pt idx="5375">
                  <c:v>2.036882705874596</c:v>
                </c:pt>
                <c:pt idx="5376">
                  <c:v>2.0362807960264608</c:v>
                </c:pt>
                <c:pt idx="5377">
                  <c:v>2.0351220302850486</c:v>
                </c:pt>
                <c:pt idx="5378">
                  <c:v>2.0348865958989912</c:v>
                </c:pt>
                <c:pt idx="5379">
                  <c:v>2.0360387683787171</c:v>
                </c:pt>
                <c:pt idx="5380">
                  <c:v>2.0370263840355158</c:v>
                </c:pt>
                <c:pt idx="5381">
                  <c:v>2.0384183864090901</c:v>
                </c:pt>
                <c:pt idx="5382">
                  <c:v>2.0384823959912968</c:v>
                </c:pt>
                <c:pt idx="5383">
                  <c:v>2.0375489000241753</c:v>
                </c:pt>
                <c:pt idx="5384">
                  <c:v>2.0364873848926397</c:v>
                </c:pt>
                <c:pt idx="5385">
                  <c:v>2.0374093426518098</c:v>
                </c:pt>
                <c:pt idx="5386">
                  <c:v>2.0389854069141338</c:v>
                </c:pt>
                <c:pt idx="5387">
                  <c:v>2.0398114876596121</c:v>
                </c:pt>
                <c:pt idx="5388">
                  <c:v>2.0389409023977496</c:v>
                </c:pt>
                <c:pt idx="5389">
                  <c:v>2.0378906507549286</c:v>
                </c:pt>
                <c:pt idx="5390">
                  <c:v>2.0372870925913715</c:v>
                </c:pt>
                <c:pt idx="5391">
                  <c:v>2.0375131865233733</c:v>
                </c:pt>
                <c:pt idx="5392">
                  <c:v>2.0373623656622932</c:v>
                </c:pt>
                <c:pt idx="5393">
                  <c:v>2.0359181666337003</c:v>
                </c:pt>
                <c:pt idx="5394">
                  <c:v>2.0358857497637413</c:v>
                </c:pt>
                <c:pt idx="5395">
                  <c:v>2.038435144282543</c:v>
                </c:pt>
                <c:pt idx="5396">
                  <c:v>2.0408175095052856</c:v>
                </c:pt>
                <c:pt idx="5397">
                  <c:v>2.0419551218654535</c:v>
                </c:pt>
                <c:pt idx="5398">
                  <c:v>2.0422553899914289</c:v>
                </c:pt>
                <c:pt idx="5399">
                  <c:v>2.0429067493022131</c:v>
                </c:pt>
                <c:pt idx="5400">
                  <c:v>2.0443473769807259</c:v>
                </c:pt>
                <c:pt idx="5401">
                  <c:v>2.0448006637216762</c:v>
                </c:pt>
                <c:pt idx="5402">
                  <c:v>2.0444619349025297</c:v>
                </c:pt>
                <c:pt idx="5403">
                  <c:v>2.0435399771433596</c:v>
                </c:pt>
                <c:pt idx="5404">
                  <c:v>2.0418735302520825</c:v>
                </c:pt>
                <c:pt idx="5405">
                  <c:v>2.0409768466627107</c:v>
                </c:pt>
                <c:pt idx="5406">
                  <c:v>2.0414551328542232</c:v>
                </c:pt>
                <c:pt idx="5407">
                  <c:v>2.0415350761521727</c:v>
                </c:pt>
                <c:pt idx="5408">
                  <c:v>2.040944155073515</c:v>
                </c:pt>
                <c:pt idx="5409">
                  <c:v>2.0408353662556866</c:v>
                </c:pt>
                <c:pt idx="5410">
                  <c:v>2.0405820751192283</c:v>
                </c:pt>
                <c:pt idx="5411">
                  <c:v>2.0403732884991537</c:v>
                </c:pt>
                <c:pt idx="5412">
                  <c:v>2.0403411463484318</c:v>
                </c:pt>
                <c:pt idx="5413">
                  <c:v>2.0413779367486429</c:v>
                </c:pt>
                <c:pt idx="5414">
                  <c:v>2.0436449198918707</c:v>
                </c:pt>
                <c:pt idx="5415">
                  <c:v>2.0447847300059339</c:v>
                </c:pt>
                <c:pt idx="5416">
                  <c:v>2.0460083294872642</c:v>
                </c:pt>
                <c:pt idx="5417">
                  <c:v>2.0457709720665478</c:v>
                </c:pt>
                <c:pt idx="5418">
                  <c:v>2.0440523285202521</c:v>
                </c:pt>
                <c:pt idx="5419">
                  <c:v>2.0428776290630974</c:v>
                </c:pt>
                <c:pt idx="5420">
                  <c:v>2.042907573459924</c:v>
                </c:pt>
                <c:pt idx="5421">
                  <c:v>2.0436542603459267</c:v>
                </c:pt>
                <c:pt idx="5422">
                  <c:v>2.0446948968154546</c:v>
                </c:pt>
                <c:pt idx="5423">
                  <c:v>2.0443605635040987</c:v>
                </c:pt>
                <c:pt idx="5424">
                  <c:v>2.0443982000395597</c:v>
                </c:pt>
                <c:pt idx="5425">
                  <c:v>2.0446193490252962</c:v>
                </c:pt>
                <c:pt idx="5426">
                  <c:v>2.0437089294740773</c:v>
                </c:pt>
                <c:pt idx="5427">
                  <c:v>2.0429147161600842</c:v>
                </c:pt>
                <c:pt idx="5428">
                  <c:v>2.0443380365266699</c:v>
                </c:pt>
                <c:pt idx="5429">
                  <c:v>2.0446457220720422</c:v>
                </c:pt>
                <c:pt idx="5430">
                  <c:v>2.0427158194325399</c:v>
                </c:pt>
                <c:pt idx="5431">
                  <c:v>2.039938133227841</c:v>
                </c:pt>
                <c:pt idx="5432">
                  <c:v>2.0401290630975142</c:v>
                </c:pt>
                <c:pt idx="5433">
                  <c:v>2.0416990835366255</c:v>
                </c:pt>
                <c:pt idx="5434">
                  <c:v>2.0435078349926377</c:v>
                </c:pt>
                <c:pt idx="5435">
                  <c:v>2.0453951561504145</c:v>
                </c:pt>
                <c:pt idx="5436">
                  <c:v>2.0463899145073734</c:v>
                </c:pt>
                <c:pt idx="5437">
                  <c:v>2.0450339003538383</c:v>
                </c:pt>
                <c:pt idx="5438">
                  <c:v>2.04389903518604</c:v>
                </c:pt>
                <c:pt idx="5439">
                  <c:v>2.0433196523153336</c:v>
                </c:pt>
                <c:pt idx="5440">
                  <c:v>2.0408647612140394</c:v>
                </c:pt>
                <c:pt idx="5441">
                  <c:v>2.0401809850332961</c:v>
                </c:pt>
                <c:pt idx="5442">
                  <c:v>2.0407763016197444</c:v>
                </c:pt>
                <c:pt idx="5443">
                  <c:v>2.0412812355772401</c:v>
                </c:pt>
                <c:pt idx="5444">
                  <c:v>2.0410839871651172</c:v>
                </c:pt>
                <c:pt idx="5445">
                  <c:v>2.0410194281444363</c:v>
                </c:pt>
                <c:pt idx="5446">
                  <c:v>2.0400656029537814</c:v>
                </c:pt>
                <c:pt idx="5447">
                  <c:v>2.0393834750884596</c:v>
                </c:pt>
                <c:pt idx="5448">
                  <c:v>2.0390263400804378</c:v>
                </c:pt>
                <c:pt idx="5449">
                  <c:v>2.039184853080152</c:v>
                </c:pt>
                <c:pt idx="5450">
                  <c:v>2.0394425397244018</c:v>
                </c:pt>
                <c:pt idx="5451">
                  <c:v>2.0397691808971232</c:v>
                </c:pt>
                <c:pt idx="5452">
                  <c:v>2.0390200215379881</c:v>
                </c:pt>
                <c:pt idx="5453">
                  <c:v>2.0382881694907806</c:v>
                </c:pt>
                <c:pt idx="5454">
                  <c:v>2.0376021955561416</c:v>
                </c:pt>
                <c:pt idx="5455">
                  <c:v>2.0360008571240193</c:v>
                </c:pt>
                <c:pt idx="5456">
                  <c:v>2.0335715149117601</c:v>
                </c:pt>
                <c:pt idx="5457">
                  <c:v>2.0333665743610032</c:v>
                </c:pt>
                <c:pt idx="5458">
                  <c:v>2.034326168655634</c:v>
                </c:pt>
                <c:pt idx="5459">
                  <c:v>2.0329352651590074</c:v>
                </c:pt>
                <c:pt idx="5460">
                  <c:v>2.0308806399859343</c:v>
                </c:pt>
                <c:pt idx="5461">
                  <c:v>2.0307825652183467</c:v>
                </c:pt>
                <c:pt idx="5462">
                  <c:v>2.0314221116019429</c:v>
                </c:pt>
                <c:pt idx="5463">
                  <c:v>2.0311366783147622</c:v>
                </c:pt>
                <c:pt idx="5464">
                  <c:v>2.0291438649700009</c:v>
                </c:pt>
                <c:pt idx="5465">
                  <c:v>2.0300787345333071</c:v>
                </c:pt>
                <c:pt idx="5466">
                  <c:v>2.0325979099360452</c:v>
                </c:pt>
                <c:pt idx="5467">
                  <c:v>2.0330855365816136</c:v>
                </c:pt>
                <c:pt idx="5468">
                  <c:v>2.0320594602316433</c:v>
                </c:pt>
                <c:pt idx="5469">
                  <c:v>2.0318839146392387</c:v>
                </c:pt>
                <c:pt idx="5470">
                  <c:v>2.0321135799213206</c:v>
                </c:pt>
                <c:pt idx="5471">
                  <c:v>2.0302707632799279</c:v>
                </c:pt>
                <c:pt idx="5472">
                  <c:v>2.0271590734269576</c:v>
                </c:pt>
                <c:pt idx="5473">
                  <c:v>2.0260115986461837</c:v>
                </c:pt>
                <c:pt idx="5474">
                  <c:v>2.0260682182809169</c:v>
                </c:pt>
                <c:pt idx="5475">
                  <c:v>2.0239037054130677</c:v>
                </c:pt>
                <c:pt idx="5476">
                  <c:v>2.022679254302103</c:v>
                </c:pt>
                <c:pt idx="5477">
                  <c:v>2.0227084294850664</c:v>
                </c:pt>
                <c:pt idx="5478">
                  <c:v>2.0240545262741478</c:v>
                </c:pt>
                <c:pt idx="5479">
                  <c:v>2.0252903782334455</c:v>
                </c:pt>
                <c:pt idx="5480">
                  <c:v>2.0275109338256301</c:v>
                </c:pt>
                <c:pt idx="5481">
                  <c:v>2.028772994000132</c:v>
                </c:pt>
                <c:pt idx="5482">
                  <c:v>2.0281765785367356</c:v>
                </c:pt>
                <c:pt idx="5483">
                  <c:v>2.0271603646073713</c:v>
                </c:pt>
                <c:pt idx="5484">
                  <c:v>2.0240467791916661</c:v>
                </c:pt>
                <c:pt idx="5485">
                  <c:v>2.0231584195951737</c:v>
                </c:pt>
                <c:pt idx="5486">
                  <c:v>2.0237592855102084</c:v>
                </c:pt>
                <c:pt idx="5487">
                  <c:v>2.0237141491395794</c:v>
                </c:pt>
                <c:pt idx="5488">
                  <c:v>2.0222524779675171</c:v>
                </c:pt>
                <c:pt idx="5489">
                  <c:v>2.0230557020724818</c:v>
                </c:pt>
                <c:pt idx="5490">
                  <c:v>2.0250987890376035</c:v>
                </c:pt>
                <c:pt idx="5491">
                  <c:v>2.0266077668622668</c:v>
                </c:pt>
                <c:pt idx="5492">
                  <c:v>2.0256769356717435</c:v>
                </c:pt>
                <c:pt idx="5493">
                  <c:v>2.0242965264499682</c:v>
                </c:pt>
                <c:pt idx="5494">
                  <c:v>2.0238975517021602</c:v>
                </c:pt>
                <c:pt idx="5495">
                  <c:v>2.0250533230038901</c:v>
                </c:pt>
                <c:pt idx="5496">
                  <c:v>2.0252216160084395</c:v>
                </c:pt>
                <c:pt idx="5497">
                  <c:v>2.0251712325003846</c:v>
                </c:pt>
                <c:pt idx="5498">
                  <c:v>2.0240291696885784</c:v>
                </c:pt>
                <c:pt idx="5499">
                  <c:v>2.0226937594778138</c:v>
                </c:pt>
                <c:pt idx="5500">
                  <c:v>2.020856519636931</c:v>
                </c:pt>
                <c:pt idx="5501">
                  <c:v>2.0198037680490537</c:v>
                </c:pt>
                <c:pt idx="5502">
                  <c:v>2.0187536812377749</c:v>
                </c:pt>
                <c:pt idx="5503">
                  <c:v>2.0177302971363265</c:v>
                </c:pt>
                <c:pt idx="5504">
                  <c:v>2.0184700610975583</c:v>
                </c:pt>
                <c:pt idx="5505">
                  <c:v>2.0209831926770838</c:v>
                </c:pt>
                <c:pt idx="5506">
                  <c:v>2.0239219467704008</c:v>
                </c:pt>
                <c:pt idx="5507">
                  <c:v>2.0259103371354477</c:v>
                </c:pt>
                <c:pt idx="5508">
                  <c:v>2.0273240698006636</c:v>
                </c:pt>
                <c:pt idx="5509">
                  <c:v>2.02728365860091</c:v>
                </c:pt>
                <c:pt idx="5510">
                  <c:v>2.0258912716204041</c:v>
                </c:pt>
                <c:pt idx="5511">
                  <c:v>2.0248113502999936</c:v>
                </c:pt>
                <c:pt idx="5512">
                  <c:v>2.0243454264741434</c:v>
                </c:pt>
                <c:pt idx="5513">
                  <c:v>2.0235467352365881</c:v>
                </c:pt>
                <c:pt idx="5514">
                  <c:v>2.0221883035537682</c:v>
                </c:pt>
                <c:pt idx="5515">
                  <c:v>2.0213538988154105</c:v>
                </c:pt>
                <c:pt idx="5516">
                  <c:v>2.0225001098876949</c:v>
                </c:pt>
                <c:pt idx="5517">
                  <c:v>2.0232170996241843</c:v>
                </c:pt>
                <c:pt idx="5518">
                  <c:v>2.0236811828311465</c:v>
                </c:pt>
                <c:pt idx="5519">
                  <c:v>2.0248763763433772</c:v>
                </c:pt>
                <c:pt idx="5520">
                  <c:v>2.0255054284521221</c:v>
                </c:pt>
                <c:pt idx="5521">
                  <c:v>2.0253557888837608</c:v>
                </c:pt>
                <c:pt idx="5522">
                  <c:v>2.0269379793850684</c:v>
                </c:pt>
                <c:pt idx="5523">
                  <c:v>2.027626590624382</c:v>
                </c:pt>
                <c:pt idx="5524">
                  <c:v>2.0280114722753346</c:v>
                </c:pt>
                <c:pt idx="5525">
                  <c:v>2.0285087140941958</c:v>
                </c:pt>
                <c:pt idx="5526">
                  <c:v>2.0273436298103338</c:v>
                </c:pt>
                <c:pt idx="5527">
                  <c:v>2.0270426748862662</c:v>
                </c:pt>
                <c:pt idx="5528">
                  <c:v>2.0274103316410628</c:v>
                </c:pt>
                <c:pt idx="5529">
                  <c:v>2.0271203105426254</c:v>
                </c:pt>
                <c:pt idx="5530">
                  <c:v>2.0262048086855233</c:v>
                </c:pt>
                <c:pt idx="5531">
                  <c:v>2.0254958682226762</c:v>
                </c:pt>
                <c:pt idx="5532">
                  <c:v>2.0261322003912001</c:v>
                </c:pt>
                <c:pt idx="5533">
                  <c:v>2.0263563163446956</c:v>
                </c:pt>
                <c:pt idx="5534">
                  <c:v>2.026796553921892</c:v>
                </c:pt>
                <c:pt idx="5535">
                  <c:v>2.0269290510098679</c:v>
                </c:pt>
                <c:pt idx="5536">
                  <c:v>2.0270856409749238</c:v>
                </c:pt>
                <c:pt idx="5537">
                  <c:v>2.026273515966682</c:v>
                </c:pt>
                <c:pt idx="5538">
                  <c:v>2.0243813322784114</c:v>
                </c:pt>
                <c:pt idx="5539">
                  <c:v>2.0220927562031603</c:v>
                </c:pt>
                <c:pt idx="5540">
                  <c:v>2.0219399298916509</c:v>
                </c:pt>
                <c:pt idx="5541">
                  <c:v>2.0242448517614999</c:v>
                </c:pt>
                <c:pt idx="5542">
                  <c:v>2.0260943715522735</c:v>
                </c:pt>
                <c:pt idx="5543">
                  <c:v>2.0272572031383924</c:v>
                </c:pt>
                <c:pt idx="5544">
                  <c:v>2.0260653886727766</c:v>
                </c:pt>
                <c:pt idx="5545">
                  <c:v>2.0242124348915409</c:v>
                </c:pt>
                <c:pt idx="5546">
                  <c:v>2.0240272466539198</c:v>
                </c:pt>
                <c:pt idx="5547">
                  <c:v>2.0232469890771632</c:v>
                </c:pt>
                <c:pt idx="5548">
                  <c:v>2.0228880134502538</c:v>
                </c:pt>
                <c:pt idx="5549">
                  <c:v>2.0214283752005451</c:v>
                </c:pt>
                <c:pt idx="5550">
                  <c:v>2.0209837695874815</c:v>
                </c:pt>
                <c:pt idx="5551">
                  <c:v>2.0232043801235138</c:v>
                </c:pt>
                <c:pt idx="5552">
                  <c:v>2.0258155040548558</c:v>
                </c:pt>
                <c:pt idx="5553">
                  <c:v>2.0259973407177863</c:v>
                </c:pt>
                <c:pt idx="5554">
                  <c:v>2.0257867684226722</c:v>
                </c:pt>
                <c:pt idx="5555">
                  <c:v>2.0250901903254874</c:v>
                </c:pt>
                <c:pt idx="5556">
                  <c:v>2.0248470088569483</c:v>
                </c:pt>
                <c:pt idx="5557">
                  <c:v>2.0257752302147205</c:v>
                </c:pt>
                <c:pt idx="5558">
                  <c:v>2.0268673765411749</c:v>
                </c:pt>
                <c:pt idx="5559">
                  <c:v>2.0267974604953736</c:v>
                </c:pt>
                <c:pt idx="5560">
                  <c:v>2.0261518702885652</c:v>
                </c:pt>
                <c:pt idx="5561">
                  <c:v>2.0250579382870706</c:v>
                </c:pt>
                <c:pt idx="5562">
                  <c:v>2.0238338717830375</c:v>
                </c:pt>
                <c:pt idx="5563">
                  <c:v>2.023198885738775</c:v>
                </c:pt>
                <c:pt idx="5564">
                  <c:v>2.0237092866090856</c:v>
                </c:pt>
                <c:pt idx="5565">
                  <c:v>2.0243441902375774</c:v>
                </c:pt>
                <c:pt idx="5566">
                  <c:v>2.0226638425529111</c:v>
                </c:pt>
                <c:pt idx="5567">
                  <c:v>2.0225344223203887</c:v>
                </c:pt>
                <c:pt idx="5568">
                  <c:v>2.0238639535394825</c:v>
                </c:pt>
                <c:pt idx="5569">
                  <c:v>2.023796317663348</c:v>
                </c:pt>
                <c:pt idx="5570">
                  <c:v>2.0234736599195622</c:v>
                </c:pt>
                <c:pt idx="5571">
                  <c:v>2.024308669040241</c:v>
                </c:pt>
                <c:pt idx="5572">
                  <c:v>2.0252653787828838</c:v>
                </c:pt>
                <c:pt idx="5573">
                  <c:v>2.0259609404188921</c:v>
                </c:pt>
                <c:pt idx="5574">
                  <c:v>2.0250720313839254</c:v>
                </c:pt>
                <c:pt idx="5575">
                  <c:v>2.0249139579349906</c:v>
                </c:pt>
                <c:pt idx="5576">
                  <c:v>2.0253071635788222</c:v>
                </c:pt>
                <c:pt idx="5577">
                  <c:v>2.0255997945100108</c:v>
                </c:pt>
                <c:pt idx="5578">
                  <c:v>2.0253407342695766</c:v>
                </c:pt>
                <c:pt idx="5579">
                  <c:v>2.024187902463682</c:v>
                </c:pt>
                <c:pt idx="5580">
                  <c:v>2.0231329256499859</c:v>
                </c:pt>
                <c:pt idx="5581">
                  <c:v>2.0239418089712315</c:v>
                </c:pt>
                <c:pt idx="5582">
                  <c:v>2.0245508889914507</c:v>
                </c:pt>
                <c:pt idx="5583">
                  <c:v>2.0239358750357135</c:v>
                </c:pt>
                <c:pt idx="5584">
                  <c:v>2.025084119030351</c:v>
                </c:pt>
                <c:pt idx="5585">
                  <c:v>2.0265522186325575</c:v>
                </c:pt>
                <c:pt idx="5586">
                  <c:v>2.0267077097206654</c:v>
                </c:pt>
                <c:pt idx="5587">
                  <c:v>2.0261184919012769</c:v>
                </c:pt>
                <c:pt idx="5588">
                  <c:v>2.025549685721193</c:v>
                </c:pt>
                <c:pt idx="5589">
                  <c:v>2.0250133238829915</c:v>
                </c:pt>
                <c:pt idx="5590">
                  <c:v>2.0246103107624007</c:v>
                </c:pt>
                <c:pt idx="5591">
                  <c:v>2.0259052823014878</c:v>
                </c:pt>
                <c:pt idx="5592">
                  <c:v>2.0269520999538471</c:v>
                </c:pt>
                <c:pt idx="5593">
                  <c:v>2.02682004241665</c:v>
                </c:pt>
                <c:pt idx="5594">
                  <c:v>2.025111316234808</c:v>
                </c:pt>
                <c:pt idx="5595">
                  <c:v>2.0242805377903781</c:v>
                </c:pt>
                <c:pt idx="5596">
                  <c:v>2.0228344981428981</c:v>
                </c:pt>
                <c:pt idx="5597">
                  <c:v>2.0204788905738336</c:v>
                </c:pt>
                <c:pt idx="5598">
                  <c:v>2.0199883519043538</c:v>
                </c:pt>
                <c:pt idx="5599">
                  <c:v>2.0210254994395727</c:v>
                </c:pt>
                <c:pt idx="5600">
                  <c:v>2.0230394661655788</c:v>
                </c:pt>
                <c:pt idx="5601">
                  <c:v>2.0253026307114128</c:v>
                </c:pt>
                <c:pt idx="5602">
                  <c:v>2.0273539043097952</c:v>
                </c:pt>
                <c:pt idx="5603">
                  <c:v>2.0274963737060725</c:v>
                </c:pt>
                <c:pt idx="5604">
                  <c:v>2.0280584492648512</c:v>
                </c:pt>
                <c:pt idx="5605">
                  <c:v>2.0285224500560428</c:v>
                </c:pt>
                <c:pt idx="5606">
                  <c:v>2.0284356387771698</c:v>
                </c:pt>
                <c:pt idx="5607">
                  <c:v>2.0271493483659699</c:v>
                </c:pt>
                <c:pt idx="5608">
                  <c:v>2.0247939605722953</c:v>
                </c:pt>
                <c:pt idx="5609">
                  <c:v>2.0225976077448848</c:v>
                </c:pt>
                <c:pt idx="5610">
                  <c:v>2.0211682984989343</c:v>
                </c:pt>
                <c:pt idx="5611">
                  <c:v>2.0204849069251227</c:v>
                </c:pt>
                <c:pt idx="5612">
                  <c:v>2.0209512153579041</c:v>
                </c:pt>
                <c:pt idx="5613">
                  <c:v>2.022403848267071</c:v>
                </c:pt>
                <c:pt idx="5614">
                  <c:v>2.0229516109536054</c:v>
                </c:pt>
                <c:pt idx="5615">
                  <c:v>2.0236385738774971</c:v>
                </c:pt>
                <c:pt idx="5616">
                  <c:v>2.0247170941297994</c:v>
                </c:pt>
                <c:pt idx="5617">
                  <c:v>2.0251662326102724</c:v>
                </c:pt>
                <c:pt idx="5618">
                  <c:v>2.0241858695413288</c:v>
                </c:pt>
                <c:pt idx="5619">
                  <c:v>2.0241160084393748</c:v>
                </c:pt>
                <c:pt idx="5620">
                  <c:v>2.0245224555504273</c:v>
                </c:pt>
                <c:pt idx="5621">
                  <c:v>2.025124337926639</c:v>
                </c:pt>
                <c:pt idx="5622">
                  <c:v>2.0254751269202873</c:v>
                </c:pt>
                <c:pt idx="5623">
                  <c:v>2.0251816718313882</c:v>
                </c:pt>
                <c:pt idx="5624">
                  <c:v>2.0236218984198149</c:v>
                </c:pt>
                <c:pt idx="5625">
                  <c:v>2.0232949825278563</c:v>
                </c:pt>
                <c:pt idx="5626">
                  <c:v>2.022372145667128</c:v>
                </c:pt>
                <c:pt idx="5627">
                  <c:v>2.0225570042416652</c:v>
                </c:pt>
                <c:pt idx="5628">
                  <c:v>2.0236790400210984</c:v>
                </c:pt>
                <c:pt idx="5629">
                  <c:v>2.0252659007494342</c:v>
                </c:pt>
                <c:pt idx="5630">
                  <c:v>2.0264754895496804</c:v>
                </c:pt>
                <c:pt idx="5631">
                  <c:v>2.0266565569987471</c:v>
                </c:pt>
                <c:pt idx="5632">
                  <c:v>2.0279719127052154</c:v>
                </c:pt>
                <c:pt idx="5633">
                  <c:v>2.0280271312718403</c:v>
                </c:pt>
                <c:pt idx="5634">
                  <c:v>2.026760016263379</c:v>
                </c:pt>
                <c:pt idx="5635">
                  <c:v>2.0263424979670774</c:v>
                </c:pt>
                <c:pt idx="5636">
                  <c:v>2.0269774015955693</c:v>
                </c:pt>
                <c:pt idx="5637">
                  <c:v>2.0268535856354806</c:v>
                </c:pt>
                <c:pt idx="5638">
                  <c:v>2.024525807125118</c:v>
                </c:pt>
                <c:pt idx="5639">
                  <c:v>2.0258524263203008</c:v>
                </c:pt>
                <c:pt idx="5640">
                  <c:v>2.028469978681787</c:v>
                </c:pt>
                <c:pt idx="5641">
                  <c:v>2.0297254455946021</c:v>
                </c:pt>
                <c:pt idx="5642">
                  <c:v>2.029334794839674</c:v>
                </c:pt>
                <c:pt idx="5643">
                  <c:v>2.0268291905672404</c:v>
                </c:pt>
                <c:pt idx="5644">
                  <c:v>2.0248407177864225</c:v>
                </c:pt>
                <c:pt idx="5645">
                  <c:v>2.0244786653040592</c:v>
                </c:pt>
                <c:pt idx="5646">
                  <c:v>2.0260664326058766</c:v>
                </c:pt>
                <c:pt idx="5647">
                  <c:v>2.0270909155842727</c:v>
                </c:pt>
                <c:pt idx="5648">
                  <c:v>2.0265331531175139</c:v>
                </c:pt>
                <c:pt idx="5649">
                  <c:v>2.0253641128766402</c:v>
                </c:pt>
                <c:pt idx="5650">
                  <c:v>2.0256539966154592</c:v>
                </c:pt>
                <c:pt idx="5651">
                  <c:v>2.0262712907408629</c:v>
                </c:pt>
                <c:pt idx="5652">
                  <c:v>2.0262103030702621</c:v>
                </c:pt>
                <c:pt idx="5653">
                  <c:v>2.025763527175227</c:v>
                </c:pt>
                <c:pt idx="5654">
                  <c:v>2.0252701314256831</c:v>
                </c:pt>
                <c:pt idx="5655">
                  <c:v>2.0239246390189227</c:v>
                </c:pt>
                <c:pt idx="5656">
                  <c:v>2.0235773664315069</c:v>
                </c:pt>
                <c:pt idx="5657">
                  <c:v>2.0246718753433992</c:v>
                </c:pt>
                <c:pt idx="5658">
                  <c:v>2.0260231917979823</c:v>
                </c:pt>
                <c:pt idx="5659">
                  <c:v>2.0271631117997408</c:v>
                </c:pt>
                <c:pt idx="5660">
                  <c:v>2.0273130535592623</c:v>
                </c:pt>
                <c:pt idx="5661">
                  <c:v>2.0261204149359355</c:v>
                </c:pt>
                <c:pt idx="5662">
                  <c:v>2.0262247258302017</c:v>
                </c:pt>
                <c:pt idx="5663">
                  <c:v>2.0275826355464717</c:v>
                </c:pt>
                <c:pt idx="5664">
                  <c:v>2.0290688666183159</c:v>
                </c:pt>
                <c:pt idx="5665">
                  <c:v>2.0301268103997714</c:v>
                </c:pt>
                <c:pt idx="5666">
                  <c:v>2.0299792861695347</c:v>
                </c:pt>
                <c:pt idx="5667">
                  <c:v>2.0302078525746685</c:v>
                </c:pt>
                <c:pt idx="5668">
                  <c:v>2.0308600360431637</c:v>
                </c:pt>
                <c:pt idx="5669">
                  <c:v>2.0314622206105359</c:v>
                </c:pt>
                <c:pt idx="5670">
                  <c:v>2.0316515021647876</c:v>
                </c:pt>
                <c:pt idx="5671">
                  <c:v>2.0294781982813563</c:v>
                </c:pt>
                <c:pt idx="5672">
                  <c:v>2.0264556273488497</c:v>
                </c:pt>
                <c:pt idx="5673">
                  <c:v>2.0241259532757523</c:v>
                </c:pt>
                <c:pt idx="5674">
                  <c:v>2.0228245533065206</c:v>
                </c:pt>
                <c:pt idx="5675">
                  <c:v>2.0228696622052262</c:v>
                </c:pt>
                <c:pt idx="5676">
                  <c:v>2.0235083844311115</c:v>
                </c:pt>
                <c:pt idx="5677">
                  <c:v>2.0245120162194237</c:v>
                </c:pt>
                <c:pt idx="5678">
                  <c:v>2.0260070108349266</c:v>
                </c:pt>
                <c:pt idx="5679">
                  <c:v>2.027480165271093</c:v>
                </c:pt>
                <c:pt idx="5680">
                  <c:v>2.0282040504604293</c:v>
                </c:pt>
                <c:pt idx="5681">
                  <c:v>2.0267567196325356</c:v>
                </c:pt>
                <c:pt idx="5682">
                  <c:v>2.025837509065735</c:v>
                </c:pt>
                <c:pt idx="5683">
                  <c:v>2.0269891321069866</c:v>
                </c:pt>
                <c:pt idx="5684">
                  <c:v>2.0280381200413178</c:v>
                </c:pt>
                <c:pt idx="5685">
                  <c:v>2.028576295026483</c:v>
                </c:pt>
                <c:pt idx="5686">
                  <c:v>2.0279872969824839</c:v>
                </c:pt>
                <c:pt idx="5687">
                  <c:v>2.0271459693193554</c:v>
                </c:pt>
                <c:pt idx="5688">
                  <c:v>2.026190111206347</c:v>
                </c:pt>
                <c:pt idx="5689">
                  <c:v>2.0245570701742821</c:v>
                </c:pt>
                <c:pt idx="5690">
                  <c:v>2.0251845014395289</c:v>
                </c:pt>
                <c:pt idx="5691">
                  <c:v>2.0253580141095799</c:v>
                </c:pt>
                <c:pt idx="5692">
                  <c:v>2.024479407045999</c:v>
                </c:pt>
                <c:pt idx="5693">
                  <c:v>2.0254392211160193</c:v>
                </c:pt>
                <c:pt idx="5694">
                  <c:v>2.0273762664556823</c:v>
                </c:pt>
                <c:pt idx="5695">
                  <c:v>2.0271184424518141</c:v>
                </c:pt>
                <c:pt idx="5696">
                  <c:v>2.0254053482341048</c:v>
                </c:pt>
                <c:pt idx="5697">
                  <c:v>2.0257516593041913</c:v>
                </c:pt>
                <c:pt idx="5698">
                  <c:v>2.0275018680908112</c:v>
                </c:pt>
                <c:pt idx="5699">
                  <c:v>2.0302149952748292</c:v>
                </c:pt>
                <c:pt idx="5700">
                  <c:v>2.0303394430891628</c:v>
                </c:pt>
                <c:pt idx="5701">
                  <c:v>2.0287067866640291</c:v>
                </c:pt>
                <c:pt idx="5702">
                  <c:v>2.0284458033889363</c:v>
                </c:pt>
                <c:pt idx="5703">
                  <c:v>2.028584811322828</c:v>
                </c:pt>
                <c:pt idx="5704">
                  <c:v>2.0284012988725522</c:v>
                </c:pt>
                <c:pt idx="5705">
                  <c:v>2.027449369244632</c:v>
                </c:pt>
                <c:pt idx="5706">
                  <c:v>2.0280757565767784</c:v>
                </c:pt>
                <c:pt idx="5707">
                  <c:v>2.0295944045185821</c:v>
                </c:pt>
                <c:pt idx="5708">
                  <c:v>2.0293685853058174</c:v>
                </c:pt>
                <c:pt idx="5709">
                  <c:v>2.0281394914397484</c:v>
                </c:pt>
                <c:pt idx="5710">
                  <c:v>2.0287554119689677</c:v>
                </c:pt>
                <c:pt idx="5711">
                  <c:v>2.0288372783015758</c:v>
                </c:pt>
                <c:pt idx="5712">
                  <c:v>2.0292639172765434</c:v>
                </c:pt>
                <c:pt idx="5713">
                  <c:v>2.0300048350585702</c:v>
                </c:pt>
                <c:pt idx="5714">
                  <c:v>2.0316858420694053</c:v>
                </c:pt>
                <c:pt idx="5715">
                  <c:v>2.0320440759543748</c:v>
                </c:pt>
                <c:pt idx="5716">
                  <c:v>2.0321262170062195</c:v>
                </c:pt>
                <c:pt idx="5717">
                  <c:v>2.0311748642886971</c:v>
                </c:pt>
                <c:pt idx="5718">
                  <c:v>2.0307344893518824</c:v>
                </c:pt>
                <c:pt idx="5719">
                  <c:v>2.0295677567525989</c:v>
                </c:pt>
                <c:pt idx="5720">
                  <c:v>2.029435067361157</c:v>
                </c:pt>
                <c:pt idx="5721">
                  <c:v>2.0331116349091229</c:v>
                </c:pt>
                <c:pt idx="5722">
                  <c:v>2.0346742379288369</c:v>
                </c:pt>
                <c:pt idx="5723">
                  <c:v>2.0331028438935408</c:v>
                </c:pt>
                <c:pt idx="5724">
                  <c:v>2.0319295180325705</c:v>
                </c:pt>
                <c:pt idx="5725">
                  <c:v>2.031056460297576</c:v>
                </c:pt>
                <c:pt idx="5726">
                  <c:v>2.0296441287004683</c:v>
                </c:pt>
                <c:pt idx="5727">
                  <c:v>2.0288740906793259</c:v>
                </c:pt>
                <c:pt idx="5728">
                  <c:v>2.0287554119689677</c:v>
                </c:pt>
                <c:pt idx="5729">
                  <c:v>2.0301779081778424</c:v>
                </c:pt>
                <c:pt idx="5730">
                  <c:v>2.0327094459462431</c:v>
                </c:pt>
                <c:pt idx="5731">
                  <c:v>2.0339838684864069</c:v>
                </c:pt>
                <c:pt idx="5732">
                  <c:v>2.0340259005296586</c:v>
                </c:pt>
                <c:pt idx="5733">
                  <c:v>2.0320012197534121</c:v>
                </c:pt>
                <c:pt idx="5734">
                  <c:v>2.0296067668842444</c:v>
                </c:pt>
                <c:pt idx="5735">
                  <c:v>2.0293194105624051</c:v>
                </c:pt>
                <c:pt idx="5736">
                  <c:v>2.0308457506428432</c:v>
                </c:pt>
                <c:pt idx="5737">
                  <c:v>2.0333077844442977</c:v>
                </c:pt>
                <c:pt idx="5738">
                  <c:v>2.0321932485000329</c:v>
                </c:pt>
                <c:pt idx="5739">
                  <c:v>2.0309405287795874</c:v>
                </c:pt>
                <c:pt idx="5740">
                  <c:v>2.0301045581415793</c:v>
                </c:pt>
                <c:pt idx="5741">
                  <c:v>2.0306746005582297</c:v>
                </c:pt>
                <c:pt idx="5742">
                  <c:v>2.0322459945935254</c:v>
                </c:pt>
                <c:pt idx="5743">
                  <c:v>2.032595986901387</c:v>
                </c:pt>
                <c:pt idx="5744">
                  <c:v>2.0324207160282191</c:v>
                </c:pt>
                <c:pt idx="5745">
                  <c:v>2.0317525988439815</c:v>
                </c:pt>
                <c:pt idx="5746">
                  <c:v>2.0321855563613989</c:v>
                </c:pt>
                <c:pt idx="5747">
                  <c:v>2.031572108305312</c:v>
                </c:pt>
                <c:pt idx="5748">
                  <c:v>2.0328751016461175</c:v>
                </c:pt>
                <c:pt idx="5749">
                  <c:v>2.0342149073646731</c:v>
                </c:pt>
                <c:pt idx="5750">
                  <c:v>2.035367079844399</c:v>
                </c:pt>
                <c:pt idx="5751">
                  <c:v>2.0365582624557703</c:v>
                </c:pt>
                <c:pt idx="5752">
                  <c:v>2.036897265994154</c:v>
                </c:pt>
                <c:pt idx="5753">
                  <c:v>2.0371173161029428</c:v>
                </c:pt>
                <c:pt idx="5754">
                  <c:v>2.0373934089360675</c:v>
                </c:pt>
                <c:pt idx="5755">
                  <c:v>2.0374519241335354</c:v>
                </c:pt>
                <c:pt idx="5756">
                  <c:v>2.0376596118766619</c:v>
                </c:pt>
                <c:pt idx="5757">
                  <c:v>2.035933825630206</c:v>
                </c:pt>
                <c:pt idx="5758">
                  <c:v>2.0352731258653658</c:v>
                </c:pt>
                <c:pt idx="5759">
                  <c:v>2.0367590822179733</c:v>
                </c:pt>
                <c:pt idx="5760">
                  <c:v>2.0364470011648095</c:v>
                </c:pt>
                <c:pt idx="5761">
                  <c:v>2.0357154238368387</c:v>
                </c:pt>
                <c:pt idx="5762">
                  <c:v>2.0348841234258588</c:v>
                </c:pt>
                <c:pt idx="5763">
                  <c:v>2.0340519988571679</c:v>
                </c:pt>
                <c:pt idx="5764">
                  <c:v>2.0337992571591834</c:v>
                </c:pt>
                <c:pt idx="5765">
                  <c:v>2.032873453330696</c:v>
                </c:pt>
                <c:pt idx="5766">
                  <c:v>2.0323215423836838</c:v>
                </c:pt>
                <c:pt idx="5767">
                  <c:v>2.0326679633414648</c:v>
                </c:pt>
                <c:pt idx="5768">
                  <c:v>2.0331511944792422</c:v>
                </c:pt>
                <c:pt idx="5769">
                  <c:v>2.0351071954462538</c:v>
                </c:pt>
                <c:pt idx="5770">
                  <c:v>2.03733214654623</c:v>
                </c:pt>
                <c:pt idx="5771">
                  <c:v>2.0369890222192919</c:v>
                </c:pt>
                <c:pt idx="5772">
                  <c:v>2.036655513065647</c:v>
                </c:pt>
                <c:pt idx="5773">
                  <c:v>2.0371101734027826</c:v>
                </c:pt>
                <c:pt idx="5774">
                  <c:v>2.0381513593107843</c:v>
                </c:pt>
                <c:pt idx="5775">
                  <c:v>2.0392433682776203</c:v>
                </c:pt>
                <c:pt idx="5776">
                  <c:v>2.0386749741763919</c:v>
                </c:pt>
                <c:pt idx="5777">
                  <c:v>2.0390027142260609</c:v>
                </c:pt>
                <c:pt idx="5778">
                  <c:v>2.0387604118590801</c:v>
                </c:pt>
                <c:pt idx="5779">
                  <c:v>2.0377189512318412</c:v>
                </c:pt>
                <c:pt idx="5780">
                  <c:v>2.0383269049031889</c:v>
                </c:pt>
                <c:pt idx="5781">
                  <c:v>2.0399461000857122</c:v>
                </c:pt>
                <c:pt idx="5782">
                  <c:v>2.0400771411617327</c:v>
                </c:pt>
                <c:pt idx="5783">
                  <c:v>2.039321937979385</c:v>
                </c:pt>
                <c:pt idx="5784">
                  <c:v>2.039601052724116</c:v>
                </c:pt>
                <c:pt idx="5785">
                  <c:v>2.0385727786202503</c:v>
                </c:pt>
                <c:pt idx="5786">
                  <c:v>2.0376766444693524</c:v>
                </c:pt>
                <c:pt idx="5787">
                  <c:v>2.0375983494868244</c:v>
                </c:pt>
                <c:pt idx="5788">
                  <c:v>2.0372508296520957</c:v>
                </c:pt>
                <c:pt idx="5789">
                  <c:v>2.0364733742115559</c:v>
                </c:pt>
                <c:pt idx="5790">
                  <c:v>2.0365656798751677</c:v>
                </c:pt>
                <c:pt idx="5791">
                  <c:v>2.0380807564668908</c:v>
                </c:pt>
                <c:pt idx="5792">
                  <c:v>2.0390274389573855</c:v>
                </c:pt>
                <c:pt idx="5793">
                  <c:v>2.0401062614008483</c:v>
                </c:pt>
                <c:pt idx="5794">
                  <c:v>2.039801048328608</c:v>
                </c:pt>
                <c:pt idx="5795">
                  <c:v>2.0406425133513548</c:v>
                </c:pt>
                <c:pt idx="5796">
                  <c:v>2.0434174523636841</c:v>
                </c:pt>
                <c:pt idx="5797">
                  <c:v>2.0455858113008505</c:v>
                </c:pt>
                <c:pt idx="5798">
                  <c:v>2.0465187578294981</c:v>
                </c:pt>
                <c:pt idx="5799">
                  <c:v>2.0453435089338696</c:v>
                </c:pt>
                <c:pt idx="5800">
                  <c:v>2.044610558009714</c:v>
                </c:pt>
                <c:pt idx="5801">
                  <c:v>2.0449149469242434</c:v>
                </c:pt>
                <c:pt idx="5802">
                  <c:v>2.0451990066152392</c:v>
                </c:pt>
                <c:pt idx="5803">
                  <c:v>2.0457715215050221</c:v>
                </c:pt>
                <c:pt idx="5804">
                  <c:v>2.0452786751939516</c:v>
                </c:pt>
                <c:pt idx="5805">
                  <c:v>2.0460132744335291</c:v>
                </c:pt>
                <c:pt idx="5806">
                  <c:v>2.0466434803630689</c:v>
                </c:pt>
                <c:pt idx="5807">
                  <c:v>2.0490379332322366</c:v>
                </c:pt>
                <c:pt idx="5808">
                  <c:v>2.0503249928572997</c:v>
                </c:pt>
                <c:pt idx="5809">
                  <c:v>2.0479151557108635</c:v>
                </c:pt>
                <c:pt idx="5810">
                  <c:v>2.0461528318058946</c:v>
                </c:pt>
                <c:pt idx="5811">
                  <c:v>2.0469533636623369</c:v>
                </c:pt>
                <c:pt idx="5812">
                  <c:v>2.0477091162831584</c:v>
                </c:pt>
                <c:pt idx="5813">
                  <c:v>2.0483071800619768</c:v>
                </c:pt>
                <c:pt idx="5814">
                  <c:v>2.0501063163446958</c:v>
                </c:pt>
                <c:pt idx="5815">
                  <c:v>2.0515873277510384</c:v>
                </c:pt>
                <c:pt idx="5816">
                  <c:v>2.0524524186281621</c:v>
                </c:pt>
                <c:pt idx="5817">
                  <c:v>2.0522779719127051</c:v>
                </c:pt>
                <c:pt idx="5818">
                  <c:v>2.0517260609656929</c:v>
                </c:pt>
                <c:pt idx="5819">
                  <c:v>2.0513376079646601</c:v>
                </c:pt>
                <c:pt idx="5820">
                  <c:v>2.0516683699259355</c:v>
                </c:pt>
                <c:pt idx="5821">
                  <c:v>2.052562031603701</c:v>
                </c:pt>
                <c:pt idx="5822">
                  <c:v>2.0550542845212192</c:v>
                </c:pt>
                <c:pt idx="5823">
                  <c:v>2.0556207555877894</c:v>
                </c:pt>
                <c:pt idx="5824">
                  <c:v>2.0546034702534008</c:v>
                </c:pt>
                <c:pt idx="5825">
                  <c:v>2.0550902727412583</c:v>
                </c:pt>
                <c:pt idx="5826">
                  <c:v>2.0585632733346522</c:v>
                </c:pt>
                <c:pt idx="5827">
                  <c:v>2.0627453242785871</c:v>
                </c:pt>
                <c:pt idx="5828">
                  <c:v>2.0651658754752642</c:v>
                </c:pt>
                <c:pt idx="5829">
                  <c:v>2.0669350673611571</c:v>
                </c:pt>
                <c:pt idx="5830">
                  <c:v>2.0697229181776224</c:v>
                </c:pt>
                <c:pt idx="5831">
                  <c:v>2.0704352651590074</c:v>
                </c:pt>
                <c:pt idx="5832">
                  <c:v>2.0712217863343665</c:v>
                </c:pt>
                <c:pt idx="5833">
                  <c:v>2.0719646271510515</c:v>
                </c:pt>
                <c:pt idx="5834">
                  <c:v>2.0713520032526755</c:v>
                </c:pt>
                <c:pt idx="5835">
                  <c:v>2.0721157227313687</c:v>
                </c:pt>
                <c:pt idx="5836">
                  <c:v>2.0737412364563417</c:v>
                </c:pt>
                <c:pt idx="5837">
                  <c:v>2.0751340629876265</c:v>
                </c:pt>
                <c:pt idx="5838">
                  <c:v>2.0755607019625941</c:v>
                </c:pt>
                <c:pt idx="5839">
                  <c:v>2.0750815916133711</c:v>
                </c:pt>
                <c:pt idx="5840">
                  <c:v>2.0749980769653416</c:v>
                </c:pt>
                <c:pt idx="5841">
                  <c:v>2.0750241752928509</c:v>
                </c:pt>
                <c:pt idx="5842">
                  <c:v>2.0754661985450871</c:v>
                </c:pt>
                <c:pt idx="5843">
                  <c:v>2.0762568405089996</c:v>
                </c:pt>
                <c:pt idx="5844">
                  <c:v>2.0764411771169864</c:v>
                </c:pt>
                <c:pt idx="5845">
                  <c:v>2.0758769038043119</c:v>
                </c:pt>
                <c:pt idx="5846">
                  <c:v>2.0751961495351749</c:v>
                </c:pt>
                <c:pt idx="5847">
                  <c:v>2.0742824333531131</c:v>
                </c:pt>
                <c:pt idx="5848">
                  <c:v>2.0735104722973121</c:v>
                </c:pt>
                <c:pt idx="5849">
                  <c:v>2.0728401573591788</c:v>
                </c:pt>
                <c:pt idx="5850">
                  <c:v>2.071562163468935</c:v>
                </c:pt>
                <c:pt idx="5851">
                  <c:v>2.0704723522559942</c:v>
                </c:pt>
                <c:pt idx="5852">
                  <c:v>2.0711539306828421</c:v>
                </c:pt>
                <c:pt idx="5853">
                  <c:v>2.0726640623283004</c:v>
                </c:pt>
                <c:pt idx="5854">
                  <c:v>2.0723772554449353</c:v>
                </c:pt>
                <c:pt idx="5855">
                  <c:v>2.0725959319575393</c:v>
                </c:pt>
                <c:pt idx="5856">
                  <c:v>2.0725063734862972</c:v>
                </c:pt>
                <c:pt idx="5857">
                  <c:v>2.07178523548933</c:v>
                </c:pt>
                <c:pt idx="5858">
                  <c:v>2.0713292015560096</c:v>
                </c:pt>
                <c:pt idx="5859">
                  <c:v>2.072675325817015</c:v>
                </c:pt>
                <c:pt idx="5860">
                  <c:v>2.0725462077756531</c:v>
                </c:pt>
                <c:pt idx="5861">
                  <c:v>2.0690561745895693</c:v>
                </c:pt>
                <c:pt idx="5862">
                  <c:v>2.0689454627370827</c:v>
                </c:pt>
                <c:pt idx="5863">
                  <c:v>2.0707305883387179</c:v>
                </c:pt>
                <c:pt idx="5864">
                  <c:v>2.0715508999802204</c:v>
                </c:pt>
                <c:pt idx="5865">
                  <c:v>2.0703437836531067</c:v>
                </c:pt>
                <c:pt idx="5866">
                  <c:v>2.0695696248434099</c:v>
                </c:pt>
                <c:pt idx="5867">
                  <c:v>2.0699742862794226</c:v>
                </c:pt>
                <c:pt idx="5868">
                  <c:v>2.0708006417441376</c:v>
                </c:pt>
                <c:pt idx="5869">
                  <c:v>2.0727033471791829</c:v>
                </c:pt>
                <c:pt idx="5870">
                  <c:v>2.0735417902903235</c:v>
                </c:pt>
                <c:pt idx="5871">
                  <c:v>2.0728849365948001</c:v>
                </c:pt>
                <c:pt idx="5872">
                  <c:v>2.0725591195797897</c:v>
                </c:pt>
                <c:pt idx="5873">
                  <c:v>2.0713802993340806</c:v>
                </c:pt>
                <c:pt idx="5874">
                  <c:v>2.0725827454341661</c:v>
                </c:pt>
                <c:pt idx="5875">
                  <c:v>2.0752299400013188</c:v>
                </c:pt>
                <c:pt idx="5876">
                  <c:v>2.0762777191710073</c:v>
                </c:pt>
                <c:pt idx="5877">
                  <c:v>2.0763799147271489</c:v>
                </c:pt>
                <c:pt idx="5878">
                  <c:v>2.0777397749500013</c:v>
                </c:pt>
                <c:pt idx="5879">
                  <c:v>2.0797397309949233</c:v>
                </c:pt>
                <c:pt idx="5880">
                  <c:v>2.080553724093976</c:v>
                </c:pt>
                <c:pt idx="5881">
                  <c:v>2.0800776356563593</c:v>
                </c:pt>
                <c:pt idx="5882">
                  <c:v>2.0801721390738663</c:v>
                </c:pt>
                <c:pt idx="5883">
                  <c:v>2.080462792026549</c:v>
                </c:pt>
                <c:pt idx="5884">
                  <c:v>2.0803553768049055</c:v>
                </c:pt>
                <c:pt idx="5885">
                  <c:v>2.0819089140898002</c:v>
                </c:pt>
                <c:pt idx="5886">
                  <c:v>2.0826182391595789</c:v>
                </c:pt>
                <c:pt idx="5887">
                  <c:v>2.082759719566603</c:v>
                </c:pt>
                <c:pt idx="5888">
                  <c:v>2.0849772532471813</c:v>
                </c:pt>
                <c:pt idx="5889">
                  <c:v>2.0860717346871498</c:v>
                </c:pt>
                <c:pt idx="5890">
                  <c:v>2.0848580250983493</c:v>
                </c:pt>
                <c:pt idx="5891">
                  <c:v>2.0828860904155952</c:v>
                </c:pt>
                <c:pt idx="5892">
                  <c:v>2.0809710226148876</c:v>
                </c:pt>
                <c:pt idx="5893">
                  <c:v>2.0821385793718821</c:v>
                </c:pt>
                <c:pt idx="5894">
                  <c:v>2.0844311114041449</c:v>
                </c:pt>
                <c:pt idx="5895">
                  <c:v>2.0878164765609548</c:v>
                </c:pt>
                <c:pt idx="5896">
                  <c:v>2.0903793323223665</c:v>
                </c:pt>
                <c:pt idx="5897">
                  <c:v>2.0904128480692732</c:v>
                </c:pt>
                <c:pt idx="5898">
                  <c:v>2.0888123337948619</c:v>
                </c:pt>
                <c:pt idx="5899">
                  <c:v>2.0872980813608493</c:v>
                </c:pt>
                <c:pt idx="5900">
                  <c:v>2.0869697918727059</c:v>
                </c:pt>
                <c:pt idx="5901">
                  <c:v>2.0875909320674273</c:v>
                </c:pt>
                <c:pt idx="5902">
                  <c:v>2.0882005340541965</c:v>
                </c:pt>
                <c:pt idx="5903">
                  <c:v>2.0884818465528232</c:v>
                </c:pt>
                <c:pt idx="5904">
                  <c:v>2.0890219445726466</c:v>
                </c:pt>
                <c:pt idx="5905">
                  <c:v>2.0919210566800728</c:v>
                </c:pt>
                <c:pt idx="5906">
                  <c:v>2.0936880508120699</c:v>
                </c:pt>
                <c:pt idx="5907">
                  <c:v>2.0954522977516978</c:v>
                </c:pt>
                <c:pt idx="5908">
                  <c:v>2.0972646205577901</c:v>
                </c:pt>
                <c:pt idx="5909">
                  <c:v>2.0977882354233972</c:v>
                </c:pt>
                <c:pt idx="5910">
                  <c:v>2.0970596800070327</c:v>
                </c:pt>
                <c:pt idx="5911">
                  <c:v>2.0961294806707547</c:v>
                </c:pt>
                <c:pt idx="5912">
                  <c:v>2.0956608096525353</c:v>
                </c:pt>
                <c:pt idx="5913">
                  <c:v>2.0956058658051471</c:v>
                </c:pt>
                <c:pt idx="5914">
                  <c:v>2.0963717830377355</c:v>
                </c:pt>
                <c:pt idx="5915">
                  <c:v>2.0987220061097558</c:v>
                </c:pt>
                <c:pt idx="5916">
                  <c:v>2.1009109689896928</c:v>
                </c:pt>
                <c:pt idx="5917">
                  <c:v>2.1028381244368255</c:v>
                </c:pt>
                <c:pt idx="5918">
                  <c:v>2.1044084195951736</c:v>
                </c:pt>
                <c:pt idx="5919">
                  <c:v>2.1036444253972442</c:v>
                </c:pt>
                <c:pt idx="5920">
                  <c:v>2.1030010329443307</c:v>
                </c:pt>
                <c:pt idx="5921">
                  <c:v>2.1023977495000108</c:v>
                </c:pt>
                <c:pt idx="5922">
                  <c:v>2.1021911606338324</c:v>
                </c:pt>
                <c:pt idx="5923">
                  <c:v>2.1038496406672382</c:v>
                </c:pt>
                <c:pt idx="5924">
                  <c:v>2.1076023054438364</c:v>
                </c:pt>
                <c:pt idx="5925">
                  <c:v>2.1096926441177115</c:v>
                </c:pt>
                <c:pt idx="5926">
                  <c:v>2.1100750532955321</c:v>
                </c:pt>
                <c:pt idx="5927">
                  <c:v>2.1098676402716423</c:v>
                </c:pt>
                <c:pt idx="5928">
                  <c:v>2.1108137733236632</c:v>
                </c:pt>
                <c:pt idx="5929">
                  <c:v>2.1134873409375619</c:v>
                </c:pt>
                <c:pt idx="5930">
                  <c:v>2.1164054086723367</c:v>
                </c:pt>
                <c:pt idx="5931">
                  <c:v>2.1182009736049756</c:v>
                </c:pt>
                <c:pt idx="5932">
                  <c:v>2.1179847695655041</c:v>
                </c:pt>
                <c:pt idx="5933">
                  <c:v>2.1172034680556471</c:v>
                </c:pt>
                <c:pt idx="5934">
                  <c:v>2.1175273620359993</c:v>
                </c:pt>
                <c:pt idx="5935">
                  <c:v>2.1189548031911385</c:v>
                </c:pt>
                <c:pt idx="5936">
                  <c:v>2.1191058987714557</c:v>
                </c:pt>
                <c:pt idx="5937">
                  <c:v>2.1197220940199117</c:v>
                </c:pt>
                <c:pt idx="5938">
                  <c:v>2.1207728951012066</c:v>
                </c:pt>
                <c:pt idx="5939">
                  <c:v>2.1201077998285753</c:v>
                </c:pt>
                <c:pt idx="5940">
                  <c:v>2.1188232126766446</c:v>
                </c:pt>
                <c:pt idx="5941">
                  <c:v>2.1187133249818686</c:v>
                </c:pt>
                <c:pt idx="5942">
                  <c:v>2.120090217797411</c:v>
                </c:pt>
                <c:pt idx="5943">
                  <c:v>2.1220019889672757</c:v>
                </c:pt>
                <c:pt idx="5944">
                  <c:v>2.1234088261796442</c:v>
                </c:pt>
                <c:pt idx="5945">
                  <c:v>2.1253895518779808</c:v>
                </c:pt>
                <c:pt idx="5946">
                  <c:v>2.1263189270565483</c:v>
                </c:pt>
                <c:pt idx="5947">
                  <c:v>2.1264477703786731</c:v>
                </c:pt>
                <c:pt idx="5948">
                  <c:v>2.1277092811147007</c:v>
                </c:pt>
                <c:pt idx="5949">
                  <c:v>2.1275334608030594</c:v>
                </c:pt>
                <c:pt idx="5950">
                  <c:v>2.1265398013230477</c:v>
                </c:pt>
                <c:pt idx="5951">
                  <c:v>2.1263109601986772</c:v>
                </c:pt>
                <c:pt idx="5952">
                  <c:v>2.1278889474956593</c:v>
                </c:pt>
                <c:pt idx="5953">
                  <c:v>2.1286177776312609</c:v>
                </c:pt>
                <c:pt idx="5954">
                  <c:v>2.1295836904683414</c:v>
                </c:pt>
                <c:pt idx="5955">
                  <c:v>2.1316259532757522</c:v>
                </c:pt>
                <c:pt idx="5956">
                  <c:v>2.1351541724357705</c:v>
                </c:pt>
                <c:pt idx="5957">
                  <c:v>2.1366088107953671</c:v>
                </c:pt>
                <c:pt idx="5958">
                  <c:v>2.1377977956528427</c:v>
                </c:pt>
                <c:pt idx="5959">
                  <c:v>2.1381738862882136</c:v>
                </c:pt>
                <c:pt idx="5960">
                  <c:v>2.1384425617019405</c:v>
                </c:pt>
                <c:pt idx="5961">
                  <c:v>2.1387876090635372</c:v>
                </c:pt>
                <c:pt idx="5962">
                  <c:v>2.1402351047229731</c:v>
                </c:pt>
                <c:pt idx="5963">
                  <c:v>2.1422564888683766</c:v>
                </c:pt>
                <c:pt idx="5964">
                  <c:v>2.1415963385420103</c:v>
                </c:pt>
                <c:pt idx="5965">
                  <c:v>2.1413386518977604</c:v>
                </c:pt>
                <c:pt idx="5966">
                  <c:v>2.1411056899848355</c:v>
                </c:pt>
                <c:pt idx="5967">
                  <c:v>2.1402202698841784</c:v>
                </c:pt>
                <c:pt idx="5968">
                  <c:v>2.1394513307399836</c:v>
                </c:pt>
                <c:pt idx="5969">
                  <c:v>2.141089481549856</c:v>
                </c:pt>
                <c:pt idx="5970">
                  <c:v>2.1449220896244037</c:v>
                </c:pt>
                <c:pt idx="5971">
                  <c:v>2.1481923474209359</c:v>
                </c:pt>
                <c:pt idx="5972">
                  <c:v>2.1493835300323072</c:v>
                </c:pt>
                <c:pt idx="5973">
                  <c:v>2.1492934221225908</c:v>
                </c:pt>
                <c:pt idx="5974">
                  <c:v>2.1498283004769125</c:v>
                </c:pt>
                <c:pt idx="5975">
                  <c:v>2.1507785543174878</c:v>
                </c:pt>
                <c:pt idx="5976">
                  <c:v>2.1517757851475792</c:v>
                </c:pt>
                <c:pt idx="5977">
                  <c:v>2.1541100745038571</c:v>
                </c:pt>
                <c:pt idx="5978">
                  <c:v>2.1542172150062635</c:v>
                </c:pt>
                <c:pt idx="5979">
                  <c:v>2.1540831520186368</c:v>
                </c:pt>
                <c:pt idx="5980">
                  <c:v>2.1574385727786201</c:v>
                </c:pt>
                <c:pt idx="5981">
                  <c:v>2.1607264126063161</c:v>
                </c:pt>
                <c:pt idx="5982">
                  <c:v>2.162212094239687</c:v>
                </c:pt>
                <c:pt idx="5983">
                  <c:v>2.1626343377068635</c:v>
                </c:pt>
                <c:pt idx="5984">
                  <c:v>2.163697226434584</c:v>
                </c:pt>
                <c:pt idx="5985">
                  <c:v>2.1641337553020814</c:v>
                </c:pt>
                <c:pt idx="5986">
                  <c:v>2.1649172545658337</c:v>
                </c:pt>
                <c:pt idx="5987">
                  <c:v>2.1666600734049801</c:v>
                </c:pt>
                <c:pt idx="5988">
                  <c:v>2.1683037185995913</c:v>
                </c:pt>
                <c:pt idx="5989">
                  <c:v>2.1692649612096435</c:v>
                </c:pt>
                <c:pt idx="5990">
                  <c:v>2.1698696182501482</c:v>
                </c:pt>
                <c:pt idx="5991">
                  <c:v>2.171232775103844</c:v>
                </c:pt>
                <c:pt idx="5992">
                  <c:v>2.1742211709632757</c:v>
                </c:pt>
                <c:pt idx="5993">
                  <c:v>2.1750475264279907</c:v>
                </c:pt>
                <c:pt idx="5994">
                  <c:v>2.177013142568295</c:v>
                </c:pt>
                <c:pt idx="5995">
                  <c:v>2.1789397485769544</c:v>
                </c:pt>
                <c:pt idx="5996">
                  <c:v>2.1780348234104743</c:v>
                </c:pt>
                <c:pt idx="5997">
                  <c:v>2.1781488318938047</c:v>
                </c:pt>
                <c:pt idx="5998">
                  <c:v>2.1785032197094569</c:v>
                </c:pt>
                <c:pt idx="5999">
                  <c:v>2.1801468649040681</c:v>
                </c:pt>
                <c:pt idx="6000">
                  <c:v>2.1825061537109076</c:v>
                </c:pt>
                <c:pt idx="6001">
                  <c:v>2.1843769917144678</c:v>
                </c:pt>
                <c:pt idx="6002">
                  <c:v>2.1868821564361225</c:v>
                </c:pt>
                <c:pt idx="6003">
                  <c:v>2.1880604272433573</c:v>
                </c:pt>
                <c:pt idx="6004">
                  <c:v>2.1890288125535702</c:v>
                </c:pt>
                <c:pt idx="6005">
                  <c:v>2.1902131271840179</c:v>
                </c:pt>
                <c:pt idx="6006">
                  <c:v>2.1900400540647458</c:v>
                </c:pt>
                <c:pt idx="6007">
                  <c:v>2.1905397683567394</c:v>
                </c:pt>
                <c:pt idx="6008">
                  <c:v>2.1896804465835915</c:v>
                </c:pt>
                <c:pt idx="6009">
                  <c:v>2.1892680930089448</c:v>
                </c:pt>
                <c:pt idx="6010">
                  <c:v>2.1909367376541176</c:v>
                </c:pt>
                <c:pt idx="6011">
                  <c:v>2.1942078196083603</c:v>
                </c:pt>
                <c:pt idx="6012">
                  <c:v>2.1971440188127733</c:v>
                </c:pt>
                <c:pt idx="6013">
                  <c:v>2.1984269576492825</c:v>
                </c:pt>
                <c:pt idx="6014">
                  <c:v>2.2001192281488318</c:v>
                </c:pt>
                <c:pt idx="6015">
                  <c:v>2.2019134194852858</c:v>
                </c:pt>
                <c:pt idx="6016">
                  <c:v>2.2032985538779366</c:v>
                </c:pt>
                <c:pt idx="6017">
                  <c:v>2.2052204896595677</c:v>
                </c:pt>
                <c:pt idx="6018">
                  <c:v>2.2076816993033122</c:v>
                </c:pt>
                <c:pt idx="6019">
                  <c:v>2.2073723654425179</c:v>
                </c:pt>
                <c:pt idx="6020">
                  <c:v>2.2061034372870925</c:v>
                </c:pt>
                <c:pt idx="6021">
                  <c:v>2.2054768027076328</c:v>
                </c:pt>
                <c:pt idx="6022">
                  <c:v>2.2063534317927078</c:v>
                </c:pt>
                <c:pt idx="6023">
                  <c:v>2.2086943144106721</c:v>
                </c:pt>
                <c:pt idx="6024">
                  <c:v>2.2109720116041407</c:v>
                </c:pt>
                <c:pt idx="6025">
                  <c:v>2.2144925386255245</c:v>
                </c:pt>
                <c:pt idx="6026">
                  <c:v>2.2169540229885056</c:v>
                </c:pt>
                <c:pt idx="6027">
                  <c:v>2.218401518647942</c:v>
                </c:pt>
                <c:pt idx="6028">
                  <c:v>2.2186765126041186</c:v>
                </c:pt>
                <c:pt idx="6029">
                  <c:v>2.2171449528581788</c:v>
                </c:pt>
                <c:pt idx="6030">
                  <c:v>2.2163872772026987</c:v>
                </c:pt>
                <c:pt idx="6031">
                  <c:v>2.2187523351135141</c:v>
                </c:pt>
                <c:pt idx="6032">
                  <c:v>2.221547878068614</c:v>
                </c:pt>
                <c:pt idx="6033">
                  <c:v>2.2223860464605174</c:v>
                </c:pt>
                <c:pt idx="6034">
                  <c:v>2.2234972857739392</c:v>
                </c:pt>
                <c:pt idx="6035">
                  <c:v>2.2269461110744819</c:v>
                </c:pt>
                <c:pt idx="6036">
                  <c:v>2.2298889035405813</c:v>
                </c:pt>
                <c:pt idx="6037">
                  <c:v>2.2323940682622361</c:v>
                </c:pt>
                <c:pt idx="6038">
                  <c:v>2.2352341157337201</c:v>
                </c:pt>
                <c:pt idx="6039">
                  <c:v>2.2359777807081165</c:v>
                </c:pt>
                <c:pt idx="6040">
                  <c:v>2.2348214874398367</c:v>
                </c:pt>
                <c:pt idx="6041">
                  <c:v>2.2341033713544758</c:v>
                </c:pt>
                <c:pt idx="6042">
                  <c:v>2.2354475725808225</c:v>
                </c:pt>
                <c:pt idx="6043">
                  <c:v>2.2386098657172369</c:v>
                </c:pt>
                <c:pt idx="6044">
                  <c:v>2.2410958000923058</c:v>
                </c:pt>
                <c:pt idx="6045">
                  <c:v>2.2433353113118395</c:v>
                </c:pt>
                <c:pt idx="6046">
                  <c:v>2.2467572141271619</c:v>
                </c:pt>
                <c:pt idx="6047">
                  <c:v>2.2486794246280302</c:v>
                </c:pt>
                <c:pt idx="6048">
                  <c:v>2.2488516735895914</c:v>
                </c:pt>
                <c:pt idx="6049">
                  <c:v>2.2478522450056042</c:v>
                </c:pt>
                <c:pt idx="6050">
                  <c:v>2.2462882683897059</c:v>
                </c:pt>
                <c:pt idx="6051">
                  <c:v>2.24687232148744</c:v>
                </c:pt>
                <c:pt idx="6052">
                  <c:v>2.249389024417046</c:v>
                </c:pt>
                <c:pt idx="6053">
                  <c:v>2.2515334827805984</c:v>
                </c:pt>
                <c:pt idx="6054">
                  <c:v>2.2533078943319929</c:v>
                </c:pt>
                <c:pt idx="6055">
                  <c:v>2.2546534691545239</c:v>
                </c:pt>
                <c:pt idx="6056">
                  <c:v>2.2551619744620996</c:v>
                </c:pt>
                <c:pt idx="6057">
                  <c:v>2.2554702094459462</c:v>
                </c:pt>
                <c:pt idx="6058">
                  <c:v>2.2561193710028351</c:v>
                </c:pt>
                <c:pt idx="6059">
                  <c:v>2.2585517351267006</c:v>
                </c:pt>
                <c:pt idx="6060">
                  <c:v>2.2610368453440586</c:v>
                </c:pt>
                <c:pt idx="6061">
                  <c:v>2.2620799542867189</c:v>
                </c:pt>
                <c:pt idx="6062">
                  <c:v>2.2622197863783216</c:v>
                </c:pt>
                <c:pt idx="6063">
                  <c:v>2.2637637084899231</c:v>
                </c:pt>
                <c:pt idx="6064">
                  <c:v>2.2663125535702511</c:v>
                </c:pt>
                <c:pt idx="6065">
                  <c:v>2.2682842135337684</c:v>
                </c:pt>
                <c:pt idx="6066">
                  <c:v>2.2700737346431947</c:v>
                </c:pt>
                <c:pt idx="6067">
                  <c:v>2.2726242280389441</c:v>
                </c:pt>
                <c:pt idx="6068">
                  <c:v>2.2743263884310236</c:v>
                </c:pt>
                <c:pt idx="6069">
                  <c:v>2.2753675743390254</c:v>
                </c:pt>
                <c:pt idx="6070">
                  <c:v>2.2761175578558714</c:v>
                </c:pt>
                <c:pt idx="6071">
                  <c:v>2.2781202610931626</c:v>
                </c:pt>
                <c:pt idx="6072">
                  <c:v>2.2788455198786841</c:v>
                </c:pt>
                <c:pt idx="6073">
                  <c:v>2.2799773631348761</c:v>
                </c:pt>
                <c:pt idx="6074">
                  <c:v>2.2822218193006747</c:v>
                </c:pt>
                <c:pt idx="6075">
                  <c:v>2.2840514494186941</c:v>
                </c:pt>
                <c:pt idx="6076">
                  <c:v>2.2839937583789367</c:v>
                </c:pt>
                <c:pt idx="6077">
                  <c:v>2.2852794444078151</c:v>
                </c:pt>
                <c:pt idx="6078">
                  <c:v>2.2873865409551439</c:v>
                </c:pt>
                <c:pt idx="6079">
                  <c:v>2.289111777763126</c:v>
                </c:pt>
                <c:pt idx="6080">
                  <c:v>2.2891694688028834</c:v>
                </c:pt>
                <c:pt idx="6081">
                  <c:v>2.2892161710731633</c:v>
                </c:pt>
                <c:pt idx="6082">
                  <c:v>2.2900458231687217</c:v>
                </c:pt>
                <c:pt idx="6083">
                  <c:v>2.2909029471879738</c:v>
                </c:pt>
                <c:pt idx="6084">
                  <c:v>2.2937792575987341</c:v>
                </c:pt>
                <c:pt idx="6085">
                  <c:v>2.2958423990681522</c:v>
                </c:pt>
                <c:pt idx="6086">
                  <c:v>2.2961528318058946</c:v>
                </c:pt>
                <c:pt idx="6087">
                  <c:v>2.2972132480604821</c:v>
                </c:pt>
                <c:pt idx="6088">
                  <c:v>2.2985758554757041</c:v>
                </c:pt>
                <c:pt idx="6089">
                  <c:v>2.2996142941913362</c:v>
                </c:pt>
                <c:pt idx="6090">
                  <c:v>2.300886244258368</c:v>
                </c:pt>
                <c:pt idx="6091">
                  <c:v>2.3020455594382541</c:v>
                </c:pt>
                <c:pt idx="6092">
                  <c:v>2.3036416782048748</c:v>
                </c:pt>
                <c:pt idx="6093">
                  <c:v>2.305479549900002</c:v>
                </c:pt>
                <c:pt idx="6094">
                  <c:v>2.3066938089272764</c:v>
                </c:pt>
                <c:pt idx="6095">
                  <c:v>2.3072762137095886</c:v>
                </c:pt>
                <c:pt idx="6096">
                  <c:v>2.3083146524252216</c:v>
                </c:pt>
                <c:pt idx="6097">
                  <c:v>2.308767939166172</c:v>
                </c:pt>
                <c:pt idx="6098">
                  <c:v>2.3097981363046967</c:v>
                </c:pt>
                <c:pt idx="6099">
                  <c:v>2.3121332498186855</c:v>
                </c:pt>
                <c:pt idx="6100">
                  <c:v>2.3133804751543923</c:v>
                </c:pt>
                <c:pt idx="6101">
                  <c:v>2.3151167007318518</c:v>
                </c:pt>
                <c:pt idx="6102">
                  <c:v>2.3176084042108966</c:v>
                </c:pt>
                <c:pt idx="6103">
                  <c:v>2.3195671523702774</c:v>
                </c:pt>
                <c:pt idx="6104">
                  <c:v>2.3194215511746994</c:v>
                </c:pt>
                <c:pt idx="6105">
                  <c:v>2.3193006747104459</c:v>
                </c:pt>
                <c:pt idx="6106">
                  <c:v>2.3204132876200525</c:v>
                </c:pt>
                <c:pt idx="6107">
                  <c:v>2.3213006307553679</c:v>
                </c:pt>
                <c:pt idx="6108">
                  <c:v>2.3218747939605722</c:v>
                </c:pt>
                <c:pt idx="6109">
                  <c:v>2.3231275136810181</c:v>
                </c:pt>
                <c:pt idx="6110">
                  <c:v>2.3239901320850089</c:v>
                </c:pt>
                <c:pt idx="6111">
                  <c:v>2.3247923122568737</c:v>
                </c:pt>
                <c:pt idx="6112">
                  <c:v>2.3270917122700601</c:v>
                </c:pt>
                <c:pt idx="6113">
                  <c:v>2.3291658425089556</c:v>
                </c:pt>
                <c:pt idx="6114">
                  <c:v>2.3294103426298323</c:v>
                </c:pt>
                <c:pt idx="6115">
                  <c:v>2.3302702138414539</c:v>
                </c:pt>
                <c:pt idx="6116">
                  <c:v>2.3328333443221028</c:v>
                </c:pt>
                <c:pt idx="6117">
                  <c:v>2.3338388167293025</c:v>
                </c:pt>
                <c:pt idx="6118">
                  <c:v>2.3339706819630339</c:v>
                </c:pt>
                <c:pt idx="6119">
                  <c:v>2.3370969868794091</c:v>
                </c:pt>
                <c:pt idx="6120">
                  <c:v>2.339322212698622</c:v>
                </c:pt>
                <c:pt idx="6121">
                  <c:v>2.3387315663392014</c:v>
                </c:pt>
                <c:pt idx="6122">
                  <c:v>2.3386848640689215</c:v>
                </c:pt>
                <c:pt idx="6123">
                  <c:v>2.3399156062504121</c:v>
                </c:pt>
                <c:pt idx="6124">
                  <c:v>2.3411628315861188</c:v>
                </c:pt>
                <c:pt idx="6125">
                  <c:v>2.3417782026768643</c:v>
                </c:pt>
                <c:pt idx="6126">
                  <c:v>2.3433331135579438</c:v>
                </c:pt>
                <c:pt idx="6127">
                  <c:v>2.3459237159622868</c:v>
                </c:pt>
                <c:pt idx="6128">
                  <c:v>2.3487835432188304</c:v>
                </c:pt>
                <c:pt idx="6129">
                  <c:v>2.3513192017757851</c:v>
                </c:pt>
                <c:pt idx="6130">
                  <c:v>2.3534565174391773</c:v>
                </c:pt>
                <c:pt idx="6131">
                  <c:v>2.3544400123074221</c:v>
                </c:pt>
                <c:pt idx="6132">
                  <c:v>2.3540993604536165</c:v>
                </c:pt>
                <c:pt idx="6133">
                  <c:v>2.3554647150612076</c:v>
                </c:pt>
                <c:pt idx="6134">
                  <c:v>2.3577696094591327</c:v>
                </c:pt>
                <c:pt idx="6135">
                  <c:v>2.3589756269092987</c:v>
                </c:pt>
                <c:pt idx="6136">
                  <c:v>2.3593849585723392</c:v>
                </c:pt>
                <c:pt idx="6137">
                  <c:v>2.3603190039779345</c:v>
                </c:pt>
                <c:pt idx="6138">
                  <c:v>2.3617393024329134</c:v>
                </c:pt>
                <c:pt idx="6139">
                  <c:v>2.3633958594316606</c:v>
                </c:pt>
                <c:pt idx="6140">
                  <c:v>2.3659644842970486</c:v>
                </c:pt>
                <c:pt idx="6141">
                  <c:v>2.3661842596866003</c:v>
                </c:pt>
                <c:pt idx="6142">
                  <c:v>2.366491945231973</c:v>
                </c:pt>
                <c:pt idx="6143">
                  <c:v>2.3684342102371376</c:v>
                </c:pt>
                <c:pt idx="6144">
                  <c:v>2.3713682116876553</c:v>
                </c:pt>
                <c:pt idx="6145">
                  <c:v>2.3732033361904135</c:v>
                </c:pt>
                <c:pt idx="6146">
                  <c:v>2.3734093756181185</c:v>
                </c:pt>
                <c:pt idx="6147">
                  <c:v>2.3729643304542756</c:v>
                </c:pt>
                <c:pt idx="6148">
                  <c:v>2.3723901672490717</c:v>
                </c:pt>
                <c:pt idx="6149">
                  <c:v>2.3740192523241248</c:v>
                </c:pt>
                <c:pt idx="6150">
                  <c:v>2.3766428210369002</c:v>
                </c:pt>
                <c:pt idx="6151">
                  <c:v>2.3771757763565637</c:v>
                </c:pt>
                <c:pt idx="6152">
                  <c:v>2.3789312322806091</c:v>
                </c:pt>
                <c:pt idx="6153">
                  <c:v>2.3823487395881409</c:v>
                </c:pt>
                <c:pt idx="6154">
                  <c:v>2.3836069536933255</c:v>
                </c:pt>
                <c:pt idx="6155">
                  <c:v>2.384376167556757</c:v>
                </c:pt>
                <c:pt idx="6156">
                  <c:v>2.3855711962374455</c:v>
                </c:pt>
                <c:pt idx="6157">
                  <c:v>2.3862057976747764</c:v>
                </c:pt>
                <c:pt idx="6158">
                  <c:v>2.3871041295795696</c:v>
                </c:pt>
                <c:pt idx="6159">
                  <c:v>2.3890409001999955</c:v>
                </c:pt>
                <c:pt idx="6160">
                  <c:v>2.3896315465594165</c:v>
                </c:pt>
                <c:pt idx="6161">
                  <c:v>2.3914007384453089</c:v>
                </c:pt>
                <c:pt idx="6162">
                  <c:v>2.3931946550625263</c:v>
                </c:pt>
                <c:pt idx="6163">
                  <c:v>2.3938292564998571</c:v>
                </c:pt>
                <c:pt idx="6164">
                  <c:v>2.3960050328564209</c:v>
                </c:pt>
                <c:pt idx="6165">
                  <c:v>2.3977989494736378</c:v>
                </c:pt>
                <c:pt idx="6166">
                  <c:v>2.400238456297664</c:v>
                </c:pt>
                <c:pt idx="6167">
                  <c:v>2.4017494121008331</c:v>
                </c:pt>
                <c:pt idx="6168">
                  <c:v>2.4023730247686865</c:v>
                </c:pt>
                <c:pt idx="6169">
                  <c:v>2.4034361882156436</c:v>
                </c:pt>
                <c:pt idx="6170">
                  <c:v>2.4027686204698799</c:v>
                </c:pt>
                <c:pt idx="6171">
                  <c:v>2.4012301927430166</c:v>
                </c:pt>
                <c:pt idx="6172">
                  <c:v>2.4016175468671017</c:v>
                </c:pt>
                <c:pt idx="6173">
                  <c:v>2.4040185929979563</c:v>
                </c:pt>
                <c:pt idx="6174">
                  <c:v>2.4068949034087161</c:v>
                </c:pt>
                <c:pt idx="6175">
                  <c:v>2.4087987077207096</c:v>
                </c:pt>
                <c:pt idx="6176">
                  <c:v>2.4095377024680777</c:v>
                </c:pt>
                <c:pt idx="6177">
                  <c:v>2.4098591239752971</c:v>
                </c:pt>
                <c:pt idx="6178">
                  <c:v>2.4112382145447353</c:v>
                </c:pt>
                <c:pt idx="6179">
                  <c:v>2.4147216544691323</c:v>
                </c:pt>
                <c:pt idx="6180">
                  <c:v>2.4172902793345203</c:v>
                </c:pt>
                <c:pt idx="6181">
                  <c:v>2.4179358695413287</c:v>
                </c:pt>
                <c:pt idx="6182">
                  <c:v>2.4194550669216062</c:v>
                </c:pt>
                <c:pt idx="6183">
                  <c:v>2.4214028263115095</c:v>
                </c:pt>
                <c:pt idx="6184">
                  <c:v>2.4207847080283948</c:v>
                </c:pt>
                <c:pt idx="6185">
                  <c:v>2.420523724753302</c:v>
                </c:pt>
                <c:pt idx="6186">
                  <c:v>2.4206116349091227</c:v>
                </c:pt>
                <c:pt idx="6187">
                  <c:v>2.4203259269027053</c:v>
                </c:pt>
                <c:pt idx="6188">
                  <c:v>2.4206720731412497</c:v>
                </c:pt>
                <c:pt idx="6189">
                  <c:v>2.4226885123403883</c:v>
                </c:pt>
                <c:pt idx="6190">
                  <c:v>2.4255730643282565</c:v>
                </c:pt>
                <c:pt idx="6191">
                  <c:v>2.427899936265137</c:v>
                </c:pt>
                <c:pt idx="6192">
                  <c:v>2.428671897320938</c:v>
                </c:pt>
                <c:pt idx="6193">
                  <c:v>2.4290894705610864</c:v>
                </c:pt>
                <c:pt idx="6194">
                  <c:v>2.4293284762972243</c:v>
                </c:pt>
                <c:pt idx="6195">
                  <c:v>2.4302790048570362</c:v>
                </c:pt>
                <c:pt idx="6196">
                  <c:v>2.4301388980461969</c:v>
                </c:pt>
                <c:pt idx="6197">
                  <c:v>2.4300070328124659</c:v>
                </c:pt>
                <c:pt idx="6198">
                  <c:v>2.4312542581481726</c:v>
                </c:pt>
                <c:pt idx="6199">
                  <c:v>2.4337954110898661</c:v>
                </c:pt>
                <c:pt idx="6200">
                  <c:v>2.4360288784861872</c:v>
                </c:pt>
                <c:pt idx="6201">
                  <c:v>2.4369052328520251</c:v>
                </c:pt>
                <c:pt idx="6202">
                  <c:v>2.438613986505791</c:v>
                </c:pt>
                <c:pt idx="6203">
                  <c:v>2.4422073141249645</c:v>
                </c:pt>
                <c:pt idx="6204">
                  <c:v>2.446003933979473</c:v>
                </c:pt>
                <c:pt idx="6205">
                  <c:v>2.4480835586031078</c:v>
                </c:pt>
                <c:pt idx="6206">
                  <c:v>2.4486165139227709</c:v>
                </c:pt>
                <c:pt idx="6207">
                  <c:v>2.4470423726951056</c:v>
                </c:pt>
                <c:pt idx="6208">
                  <c:v>2.4455039449682423</c:v>
                </c:pt>
                <c:pt idx="6209">
                  <c:v>2.4466495241862818</c:v>
                </c:pt>
                <c:pt idx="6210">
                  <c:v>2.4496000087910157</c:v>
                </c:pt>
                <c:pt idx="6211">
                  <c:v>2.4518829256499859</c:v>
                </c:pt>
                <c:pt idx="6212">
                  <c:v>2.4533526735676139</c:v>
                </c:pt>
                <c:pt idx="6213">
                  <c:v>2.4541026570844595</c:v>
                </c:pt>
                <c:pt idx="6214">
                  <c:v>2.4550312081053165</c:v>
                </c:pt>
                <c:pt idx="6215">
                  <c:v>2.456924023647832</c:v>
                </c:pt>
                <c:pt idx="6216">
                  <c:v>2.4587371706116348</c:v>
                </c:pt>
                <c:pt idx="6217">
                  <c:v>2.4593360585481636</c:v>
                </c:pt>
                <c:pt idx="6218">
                  <c:v>2.4598168172128085</c:v>
                </c:pt>
                <c:pt idx="6219">
                  <c:v>2.4613277730159777</c:v>
                </c:pt>
                <c:pt idx="6220">
                  <c:v>2.4632343245203403</c:v>
                </c:pt>
                <c:pt idx="6221">
                  <c:v>2.4631216896331951</c:v>
                </c:pt>
                <c:pt idx="6222">
                  <c:v>2.4631271840179338</c:v>
                </c:pt>
                <c:pt idx="6223">
                  <c:v>2.4649595613283224</c:v>
                </c:pt>
                <c:pt idx="6224">
                  <c:v>2.466769961099756</c:v>
                </c:pt>
                <c:pt idx="6225">
                  <c:v>2.4686435462956857</c:v>
                </c:pt>
                <c:pt idx="6226">
                  <c:v>2.4693852882354235</c:v>
                </c:pt>
                <c:pt idx="6227">
                  <c:v>2.4690034284960771</c:v>
                </c:pt>
                <c:pt idx="6228">
                  <c:v>2.4698715412848071</c:v>
                </c:pt>
                <c:pt idx="6229">
                  <c:v>2.4705940528779586</c:v>
                </c:pt>
                <c:pt idx="6230">
                  <c:v>2.4720912727192808</c:v>
                </c:pt>
                <c:pt idx="6231">
                  <c:v>2.4744593525417025</c:v>
                </c:pt>
                <c:pt idx="6232">
                  <c:v>2.4752972462143688</c:v>
                </c:pt>
                <c:pt idx="6233">
                  <c:v>2.4767395222083031</c:v>
                </c:pt>
                <c:pt idx="6234">
                  <c:v>2.4794207819608358</c:v>
                </c:pt>
                <c:pt idx="6235">
                  <c:v>2.4812009626162062</c:v>
                </c:pt>
                <c:pt idx="6236">
                  <c:v>2.4833767389727699</c:v>
                </c:pt>
                <c:pt idx="6237">
                  <c:v>2.4842558405309774</c:v>
                </c:pt>
                <c:pt idx="6238">
                  <c:v>2.485343728709259</c:v>
                </c:pt>
                <c:pt idx="6239">
                  <c:v>2.4864728247730818</c:v>
                </c:pt>
                <c:pt idx="6240">
                  <c:v>2.4877887299180239</c:v>
                </c:pt>
                <c:pt idx="6241">
                  <c:v>2.4897255005384498</c:v>
                </c:pt>
                <c:pt idx="6242">
                  <c:v>2.4910276697215448</c:v>
                </c:pt>
                <c:pt idx="6243">
                  <c:v>2.4900249445067142</c:v>
                </c:pt>
                <c:pt idx="6244">
                  <c:v>2.48872002813125</c:v>
                </c:pt>
                <c:pt idx="6245">
                  <c:v>2.4908133887167314</c:v>
                </c:pt>
                <c:pt idx="6246">
                  <c:v>2.4943407837190392</c:v>
                </c:pt>
                <c:pt idx="6247">
                  <c:v>2.4973929144414408</c:v>
                </c:pt>
                <c:pt idx="6248">
                  <c:v>2.5000906573481902</c:v>
                </c:pt>
                <c:pt idx="6249">
                  <c:v>2.5015466693039716</c:v>
                </c:pt>
                <c:pt idx="6250">
                  <c:v>2.5016538098063776</c:v>
                </c:pt>
                <c:pt idx="6251">
                  <c:v>2.5016510626140085</c:v>
                </c:pt>
                <c:pt idx="6252">
                  <c:v>2.5025219225951076</c:v>
                </c:pt>
                <c:pt idx="6253">
                  <c:v>2.5012637084899234</c:v>
                </c:pt>
                <c:pt idx="6254">
                  <c:v>2.5007087756313049</c:v>
                </c:pt>
                <c:pt idx="6255">
                  <c:v>2.5039120019340233</c:v>
                </c:pt>
                <c:pt idx="6256">
                  <c:v>2.5077580712511813</c:v>
                </c:pt>
                <c:pt idx="6257">
                  <c:v>2.5094393529812531</c:v>
                </c:pt>
                <c:pt idx="6258">
                  <c:v>2.5088981560844816</c:v>
                </c:pt>
                <c:pt idx="6259">
                  <c:v>2.5091041955121867</c:v>
                </c:pt>
                <c:pt idx="6260">
                  <c:v>2.5101756005362521</c:v>
                </c:pt>
                <c:pt idx="6261">
                  <c:v>2.5108431682820158</c:v>
                </c:pt>
                <c:pt idx="6262">
                  <c:v>2.5117827080723503</c:v>
                </c:pt>
                <c:pt idx="6263">
                  <c:v>2.514560119557812</c:v>
                </c:pt>
                <c:pt idx="6264">
                  <c:v>2.5168430364167822</c:v>
                </c:pt>
                <c:pt idx="6265">
                  <c:v>2.5177605986681613</c:v>
                </c:pt>
                <c:pt idx="6266">
                  <c:v>2.5190352959275621</c:v>
                </c:pt>
                <c:pt idx="6267">
                  <c:v>2.5210792070503945</c:v>
                </c:pt>
                <c:pt idx="6268">
                  <c:v>2.5249884617920486</c:v>
                </c:pt>
                <c:pt idx="6269">
                  <c:v>2.5266450187907958</c:v>
                </c:pt>
                <c:pt idx="6270">
                  <c:v>2.5275213731566337</c:v>
                </c:pt>
                <c:pt idx="6271">
                  <c:v>2.5291971605019672</c:v>
                </c:pt>
                <c:pt idx="6272">
                  <c:v>2.5292108964638143</c:v>
                </c:pt>
                <c:pt idx="6273">
                  <c:v>2.5279609239357379</c:v>
                </c:pt>
                <c:pt idx="6274">
                  <c:v>2.5285955253730688</c:v>
                </c:pt>
                <c:pt idx="6275">
                  <c:v>2.5304196611063494</c:v>
                </c:pt>
                <c:pt idx="6276">
                  <c:v>2.5304416386453044</c:v>
                </c:pt>
                <c:pt idx="6277">
                  <c:v>2.5301641722159953</c:v>
                </c:pt>
                <c:pt idx="6278">
                  <c:v>2.5311971165468892</c:v>
                </c:pt>
                <c:pt idx="6279">
                  <c:v>2.5324800553833979</c:v>
                </c:pt>
                <c:pt idx="6280">
                  <c:v>2.5340624381881716</c:v>
                </c:pt>
                <c:pt idx="6281">
                  <c:v>2.5363316190852947</c:v>
                </c:pt>
                <c:pt idx="6282">
                  <c:v>2.5384469572097315</c:v>
                </c:pt>
                <c:pt idx="6283">
                  <c:v>2.5392601261510737</c:v>
                </c:pt>
                <c:pt idx="6284">
                  <c:v>2.5398425309333863</c:v>
                </c:pt>
                <c:pt idx="6285">
                  <c:v>2.541040306806444</c:v>
                </c:pt>
                <c:pt idx="6286">
                  <c:v>2.5423479703742773</c:v>
                </c:pt>
                <c:pt idx="6287">
                  <c:v>2.5427902683457506</c:v>
                </c:pt>
                <c:pt idx="6288">
                  <c:v>2.5431913584316828</c:v>
                </c:pt>
                <c:pt idx="6289">
                  <c:v>2.5443946286894792</c:v>
                </c:pt>
                <c:pt idx="6290">
                  <c:v>2.5455264719456716</c:v>
                </c:pt>
                <c:pt idx="6291">
                  <c:v>2.5476967539174966</c:v>
                </c:pt>
                <c:pt idx="6292">
                  <c:v>2.550259884398145</c:v>
                </c:pt>
                <c:pt idx="6293">
                  <c:v>2.5529686160743719</c:v>
                </c:pt>
                <c:pt idx="6294">
                  <c:v>2.5549081338871673</c:v>
                </c:pt>
                <c:pt idx="6295">
                  <c:v>2.555479549900002</c:v>
                </c:pt>
                <c:pt idx="6296">
                  <c:v>2.5559026175248896</c:v>
                </c:pt>
                <c:pt idx="6297">
                  <c:v>2.5561031625678554</c:v>
                </c:pt>
                <c:pt idx="6298">
                  <c:v>2.5560839322212701</c:v>
                </c:pt>
                <c:pt idx="6299">
                  <c:v>2.556070196259423</c:v>
                </c:pt>
                <c:pt idx="6300">
                  <c:v>2.5580097140722184</c:v>
                </c:pt>
                <c:pt idx="6301">
                  <c:v>2.5596580294938573</c:v>
                </c:pt>
                <c:pt idx="6302">
                  <c:v>2.5610673391793588</c:v>
                </c:pt>
                <c:pt idx="6303">
                  <c:v>2.5608805300982396</c:v>
                </c:pt>
                <c:pt idx="6304">
                  <c:v>2.560254170238017</c:v>
                </c:pt>
                <c:pt idx="6305">
                  <c:v>2.5606525131315796</c:v>
                </c:pt>
                <c:pt idx="6306">
                  <c:v>2.562710160216259</c:v>
                </c:pt>
                <c:pt idx="6307">
                  <c:v>2.5658639370563288</c:v>
                </c:pt>
                <c:pt idx="6308">
                  <c:v>2.5671441287004679</c:v>
                </c:pt>
                <c:pt idx="6309">
                  <c:v>2.5670452297751698</c:v>
                </c:pt>
                <c:pt idx="6310">
                  <c:v>2.5674188479374078</c:v>
                </c:pt>
                <c:pt idx="6311">
                  <c:v>2.5693721017120503</c:v>
                </c:pt>
                <c:pt idx="6312">
                  <c:v>2.5698308828377399</c:v>
                </c:pt>
                <c:pt idx="6313">
                  <c:v>2.5694462759060239</c:v>
                </c:pt>
                <c:pt idx="6314">
                  <c:v>2.5702209841541945</c:v>
                </c:pt>
                <c:pt idx="6315">
                  <c:v>2.5712676644469354</c:v>
                </c:pt>
                <c:pt idx="6316">
                  <c:v>2.571797872574229</c:v>
                </c:pt>
                <c:pt idx="6317">
                  <c:v>2.5714709566822709</c:v>
                </c:pt>
                <c:pt idx="6318">
                  <c:v>2.5719654513087624</c:v>
                </c:pt>
                <c:pt idx="6319">
                  <c:v>2.5723308278938926</c:v>
                </c:pt>
                <c:pt idx="6320">
                  <c:v>2.5730093844091337</c:v>
                </c:pt>
                <c:pt idx="6321">
                  <c:v>2.5753472451154922</c:v>
                </c:pt>
                <c:pt idx="6322">
                  <c:v>2.5782620162194236</c:v>
                </c:pt>
                <c:pt idx="6323">
                  <c:v>2.58079218039164</c:v>
                </c:pt>
                <c:pt idx="6324">
                  <c:v>2.5829514735939871</c:v>
                </c:pt>
                <c:pt idx="6325">
                  <c:v>2.5829816927100504</c:v>
                </c:pt>
                <c:pt idx="6326">
                  <c:v>2.5818223775301643</c:v>
                </c:pt>
                <c:pt idx="6327">
                  <c:v>2.5809295400101098</c:v>
                </c:pt>
                <c:pt idx="6328">
                  <c:v>2.5820421529197159</c:v>
                </c:pt>
                <c:pt idx="6329">
                  <c:v>2.5845585811300849</c:v>
                </c:pt>
                <c:pt idx="6330">
                  <c:v>2.5860145930858662</c:v>
                </c:pt>
                <c:pt idx="6331">
                  <c:v>2.584635502516428</c:v>
                </c:pt>
                <c:pt idx="6332">
                  <c:v>2.5838003560361313</c:v>
                </c:pt>
                <c:pt idx="6333">
                  <c:v>2.5837234346497882</c:v>
                </c:pt>
                <c:pt idx="6334">
                  <c:v>2.5839487044240785</c:v>
                </c:pt>
                <c:pt idx="6335">
                  <c:v>2.5846739632095996</c:v>
                </c:pt>
                <c:pt idx="6336">
                  <c:v>2.583888266191952</c:v>
                </c:pt>
                <c:pt idx="6337">
                  <c:v>2.5830311421726995</c:v>
                </c:pt>
                <c:pt idx="6338">
                  <c:v>2.5838113448056088</c:v>
                </c:pt>
                <c:pt idx="6339">
                  <c:v>2.5867178743324324</c:v>
                </c:pt>
                <c:pt idx="6340">
                  <c:v>2.588058504208699</c:v>
                </c:pt>
                <c:pt idx="6341">
                  <c:v>2.588300257137206</c:v>
                </c:pt>
                <c:pt idx="6342">
                  <c:v>2.5890832069624845</c:v>
                </c:pt>
                <c:pt idx="6343">
                  <c:v>2.5893002351596666</c:v>
                </c:pt>
                <c:pt idx="6344">
                  <c:v>2.590805696578097</c:v>
                </c:pt>
                <c:pt idx="6345">
                  <c:v>2.5934924507153689</c:v>
                </c:pt>
                <c:pt idx="6346">
                  <c:v>2.5958028394980328</c:v>
                </c:pt>
                <c:pt idx="6347">
                  <c:v>2.5969649018702885</c:v>
                </c:pt>
                <c:pt idx="6348">
                  <c:v>2.5960198676952153</c:v>
                </c:pt>
                <c:pt idx="6349">
                  <c:v>2.5953632887189295</c:v>
                </c:pt>
                <c:pt idx="6350">
                  <c:v>2.5952259291004593</c:v>
                </c:pt>
                <c:pt idx="6351">
                  <c:v>2.5954924067602909</c:v>
                </c:pt>
                <c:pt idx="6352">
                  <c:v>2.5959594294630888</c:v>
                </c:pt>
                <c:pt idx="6353">
                  <c:v>2.5969731434473968</c:v>
                </c:pt>
                <c:pt idx="6354">
                  <c:v>2.5967918287510163</c:v>
                </c:pt>
                <c:pt idx="6355">
                  <c:v>2.5970528120261092</c:v>
                </c:pt>
                <c:pt idx="6356">
                  <c:v>2.5975363178831237</c:v>
                </c:pt>
                <c:pt idx="6357">
                  <c:v>2.5976187336542056</c:v>
                </c:pt>
                <c:pt idx="6358">
                  <c:v>2.5996351728533438</c:v>
                </c:pt>
                <c:pt idx="6359">
                  <c:v>2.6009428364211775</c:v>
                </c:pt>
                <c:pt idx="6360">
                  <c:v>2.6010417353464756</c:v>
                </c:pt>
                <c:pt idx="6361">
                  <c:v>2.6011049207709722</c:v>
                </c:pt>
                <c:pt idx="6362">
                  <c:v>2.6013109601986768</c:v>
                </c:pt>
                <c:pt idx="6363">
                  <c:v>2.6019016065580978</c:v>
                </c:pt>
                <c:pt idx="6364">
                  <c:v>2.6016213929364191</c:v>
                </c:pt>
                <c:pt idx="6365">
                  <c:v>2.602014241445243</c:v>
                </c:pt>
                <c:pt idx="6366">
                  <c:v>2.6013054658139381</c:v>
                </c:pt>
                <c:pt idx="6367">
                  <c:v>2.5985445374826925</c:v>
                </c:pt>
                <c:pt idx="6368">
                  <c:v>2.5960226148875849</c:v>
                </c:pt>
                <c:pt idx="6369">
                  <c:v>2.5948303333992659</c:v>
                </c:pt>
                <c:pt idx="6370">
                  <c:v>2.5946819850113183</c:v>
                </c:pt>
                <c:pt idx="6371">
                  <c:v>2.5950418672117097</c:v>
                </c:pt>
                <c:pt idx="6372">
                  <c:v>2.5971764356827323</c:v>
                </c:pt>
                <c:pt idx="6373">
                  <c:v>2.5986709083316848</c:v>
                </c:pt>
                <c:pt idx="6374">
                  <c:v>2.5978330146590185</c:v>
                </c:pt>
                <c:pt idx="6375">
                  <c:v>2.5989758466846884</c:v>
                </c:pt>
                <c:pt idx="6376">
                  <c:v>2.6012230500428561</c:v>
                </c:pt>
                <c:pt idx="6377">
                  <c:v>2.6016131513593108</c:v>
                </c:pt>
                <c:pt idx="6378">
                  <c:v>2.6012532691589199</c:v>
                </c:pt>
                <c:pt idx="6379">
                  <c:v>2.5997752796641831</c:v>
                </c:pt>
                <c:pt idx="6380">
                  <c:v>2.5995362739280456</c:v>
                </c:pt>
                <c:pt idx="6381">
                  <c:v>2.6004813081031188</c:v>
                </c:pt>
                <c:pt idx="6382">
                  <c:v>2.6010554713083227</c:v>
                </c:pt>
                <c:pt idx="6383">
                  <c:v>2.6005719654513086</c:v>
                </c:pt>
                <c:pt idx="6384">
                  <c:v>2.5999813190918881</c:v>
                </c:pt>
                <c:pt idx="6385">
                  <c:v>2.6011736005802071</c:v>
                </c:pt>
                <c:pt idx="6386">
                  <c:v>2.6030087250829652</c:v>
                </c:pt>
                <c:pt idx="6387">
                  <c:v>2.6043438605744926</c:v>
                </c:pt>
                <c:pt idx="6388">
                  <c:v>2.605233950902178</c:v>
                </c:pt>
                <c:pt idx="6389">
                  <c:v>2.606005911957979</c:v>
                </c:pt>
                <c:pt idx="6390">
                  <c:v>2.6042779279576274</c:v>
                </c:pt>
                <c:pt idx="6391">
                  <c:v>2.6020307245994596</c:v>
                </c:pt>
                <c:pt idx="6392">
                  <c:v>2.6013137073910464</c:v>
                </c:pt>
                <c:pt idx="6393">
                  <c:v>2.6005032856420738</c:v>
                </c:pt>
                <c:pt idx="6394">
                  <c:v>2.6002972462143692</c:v>
                </c:pt>
                <c:pt idx="6395">
                  <c:v>2.5986242060614053</c:v>
                </c:pt>
                <c:pt idx="6396">
                  <c:v>2.5972973121469858</c:v>
                </c:pt>
                <c:pt idx="6397">
                  <c:v>2.5983082789389247</c:v>
                </c:pt>
                <c:pt idx="6398">
                  <c:v>2.5994813300806578</c:v>
                </c:pt>
                <c:pt idx="6399">
                  <c:v>2.5995967121601726</c:v>
                </c:pt>
                <c:pt idx="6400">
                  <c:v>2.5978494978132352</c:v>
                </c:pt>
                <c:pt idx="6401">
                  <c:v>2.5969127052152698</c:v>
                </c:pt>
                <c:pt idx="6402">
                  <c:v>2.5961984351992262</c:v>
                </c:pt>
                <c:pt idx="6403">
                  <c:v>2.5954786707984439</c:v>
                </c:pt>
                <c:pt idx="6404">
                  <c:v>2.5944594624293971</c:v>
                </c:pt>
                <c:pt idx="6405">
                  <c:v>2.5927864222764336</c:v>
                </c:pt>
                <c:pt idx="6406">
                  <c:v>2.5917782026768643</c:v>
                </c:pt>
                <c:pt idx="6407">
                  <c:v>2.5922891804575725</c:v>
                </c:pt>
                <c:pt idx="6408">
                  <c:v>2.5924677479615834</c:v>
                </c:pt>
                <c:pt idx="6409">
                  <c:v>2.5911545900090109</c:v>
                </c:pt>
                <c:pt idx="6410">
                  <c:v>2.5901161512933779</c:v>
                </c:pt>
                <c:pt idx="6411">
                  <c:v>2.5908139381552053</c:v>
                </c:pt>
                <c:pt idx="6412">
                  <c:v>2.5915199665941406</c:v>
                </c:pt>
                <c:pt idx="6413">
                  <c:v>2.5912177754335071</c:v>
                </c:pt>
                <c:pt idx="6414">
                  <c:v>2.5912562361266787</c:v>
                </c:pt>
                <c:pt idx="6415">
                  <c:v>2.5913056855893277</c:v>
                </c:pt>
                <c:pt idx="6416">
                  <c:v>2.5913523878596076</c:v>
                </c:pt>
                <c:pt idx="6417">
                  <c:v>2.5911628315861188</c:v>
                </c:pt>
                <c:pt idx="6418">
                  <c:v>2.5903826289532099</c:v>
                </c:pt>
                <c:pt idx="6419">
                  <c:v>2.5891381508098723</c:v>
                </c:pt>
                <c:pt idx="6420">
                  <c:v>2.5877205995472625</c:v>
                </c:pt>
                <c:pt idx="6421">
                  <c:v>2.5863799696709964</c:v>
                </c:pt>
                <c:pt idx="6422">
                  <c:v>2.5853470253401025</c:v>
                </c:pt>
                <c:pt idx="6423">
                  <c:v>2.5864761214039254</c:v>
                </c:pt>
                <c:pt idx="6424">
                  <c:v>2.5868497395661634</c:v>
                </c:pt>
                <c:pt idx="6425">
                  <c:v>2.5843882552031823</c:v>
                </c:pt>
                <c:pt idx="6426">
                  <c:v>2.5811575569767697</c:v>
                </c:pt>
                <c:pt idx="6427">
                  <c:v>2.5793361684358587</c:v>
                </c:pt>
                <c:pt idx="6428">
                  <c:v>2.5776109316278761</c:v>
                </c:pt>
                <c:pt idx="6429">
                  <c:v>2.5761823915957893</c:v>
                </c:pt>
                <c:pt idx="6430">
                  <c:v>2.5756906441616669</c:v>
                </c:pt>
                <c:pt idx="6431">
                  <c:v>2.5751686776114813</c:v>
                </c:pt>
                <c:pt idx="6432">
                  <c:v>2.5754296608865741</c:v>
                </c:pt>
                <c:pt idx="6433">
                  <c:v>2.5774351113162348</c:v>
                </c:pt>
                <c:pt idx="6434">
                  <c:v>2.5759543746291289</c:v>
                </c:pt>
                <c:pt idx="6435">
                  <c:v>2.5725835695918771</c:v>
                </c:pt>
                <c:pt idx="6436">
                  <c:v>2.5701687874991759</c:v>
                </c:pt>
                <c:pt idx="6437">
                  <c:v>2.5695781411397549</c:v>
                </c:pt>
                <c:pt idx="6438">
                  <c:v>2.5703693325421417</c:v>
                </c:pt>
                <c:pt idx="6439">
                  <c:v>2.570438012351377</c:v>
                </c:pt>
                <c:pt idx="6440">
                  <c:v>2.5688748598931892</c:v>
                </c:pt>
                <c:pt idx="6441">
                  <c:v>2.5677897189072767</c:v>
                </c:pt>
                <c:pt idx="6442">
                  <c:v>2.5678254324080791</c:v>
                </c:pt>
                <c:pt idx="6443">
                  <c:v>2.5668062240390324</c:v>
                </c:pt>
                <c:pt idx="6444">
                  <c:v>2.5658749258258062</c:v>
                </c:pt>
                <c:pt idx="6445">
                  <c:v>2.5658502010944817</c:v>
                </c:pt>
                <c:pt idx="6446">
                  <c:v>2.5662403024109359</c:v>
                </c:pt>
                <c:pt idx="6447">
                  <c:v>2.565556251510956</c:v>
                </c:pt>
                <c:pt idx="6448">
                  <c:v>2.563592008966836</c:v>
                </c:pt>
                <c:pt idx="6449">
                  <c:v>2.5610865695259446</c:v>
                </c:pt>
                <c:pt idx="6450">
                  <c:v>2.5587871695127582</c:v>
                </c:pt>
                <c:pt idx="6451">
                  <c:v>2.5567047976967539</c:v>
                </c:pt>
                <c:pt idx="6452">
                  <c:v>2.5546966000747235</c:v>
                </c:pt>
                <c:pt idx="6453">
                  <c:v>2.5546141843036416</c:v>
                </c:pt>
                <c:pt idx="6454">
                  <c:v>2.554877914771104</c:v>
                </c:pt>
                <c:pt idx="6455">
                  <c:v>2.5544630887233248</c:v>
                </c:pt>
                <c:pt idx="6456">
                  <c:v>2.5532186105799872</c:v>
                </c:pt>
                <c:pt idx="6457">
                  <c:v>2.5507186655238345</c:v>
                </c:pt>
                <c:pt idx="6458">
                  <c:v>2.5486500296696777</c:v>
                </c:pt>
                <c:pt idx="6459">
                  <c:v>2.5481088327729062</c:v>
                </c:pt>
                <c:pt idx="6460">
                  <c:v>2.5469769895167138</c:v>
                </c:pt>
                <c:pt idx="6461">
                  <c:v>2.5465978769697371</c:v>
                </c:pt>
                <c:pt idx="6462">
                  <c:v>2.54658414100789</c:v>
                </c:pt>
                <c:pt idx="6463">
                  <c:v>2.5459275620316038</c:v>
                </c:pt>
                <c:pt idx="6464">
                  <c:v>2.5451913144766047</c:v>
                </c:pt>
                <c:pt idx="6465">
                  <c:v>2.5445209995384719</c:v>
                </c:pt>
                <c:pt idx="6466">
                  <c:v>2.5452352695545155</c:v>
                </c:pt>
                <c:pt idx="6467">
                  <c:v>2.5442764994175953</c:v>
                </c:pt>
                <c:pt idx="6468">
                  <c:v>2.5410348124217048</c:v>
                </c:pt>
                <c:pt idx="6469">
                  <c:v>2.5397079185072857</c:v>
                </c:pt>
                <c:pt idx="6470">
                  <c:v>2.5401062614008483</c:v>
                </c:pt>
                <c:pt idx="6471">
                  <c:v>2.539015626030197</c:v>
                </c:pt>
                <c:pt idx="6472">
                  <c:v>2.5372711588756292</c:v>
                </c:pt>
                <c:pt idx="6473">
                  <c:v>2.5374799454957033</c:v>
                </c:pt>
                <c:pt idx="6474">
                  <c:v>2.5379194962748071</c:v>
                </c:pt>
                <c:pt idx="6475">
                  <c:v>2.5366557877848841</c:v>
                </c:pt>
                <c:pt idx="6476">
                  <c:v>2.5339360673391793</c:v>
                </c:pt>
                <c:pt idx="6477">
                  <c:v>2.531216346893475</c:v>
                </c:pt>
                <c:pt idx="6478">
                  <c:v>2.5301119755609767</c:v>
                </c:pt>
                <c:pt idx="6479">
                  <c:v>2.5313289817806202</c:v>
                </c:pt>
                <c:pt idx="6480">
                  <c:v>2.5305377903782333</c:v>
                </c:pt>
                <c:pt idx="6481">
                  <c:v>2.5267384233313552</c:v>
                </c:pt>
                <c:pt idx="6482">
                  <c:v>2.5240351860398671</c:v>
                </c:pt>
                <c:pt idx="6483">
                  <c:v>2.5232577305993278</c:v>
                </c:pt>
                <c:pt idx="6484">
                  <c:v>2.5237989274960988</c:v>
                </c:pt>
                <c:pt idx="6485">
                  <c:v>2.5234775059888794</c:v>
                </c:pt>
                <c:pt idx="6486">
                  <c:v>2.5202632909166831</c:v>
                </c:pt>
                <c:pt idx="6487">
                  <c:v>2.5170985253071363</c:v>
                </c:pt>
                <c:pt idx="6488">
                  <c:v>2.5147936309092107</c:v>
                </c:pt>
                <c:pt idx="6489">
                  <c:v>2.5128760906353707</c:v>
                </c:pt>
                <c:pt idx="6490">
                  <c:v>2.5114667809498692</c:v>
                </c:pt>
                <c:pt idx="6491">
                  <c:v>2.5095272631370742</c:v>
                </c:pt>
                <c:pt idx="6492">
                  <c:v>2.5089805718555636</c:v>
                </c:pt>
                <c:pt idx="6493">
                  <c:v>2.508823981890508</c:v>
                </c:pt>
                <c:pt idx="6494">
                  <c:v>2.5082058636073934</c:v>
                </c:pt>
                <c:pt idx="6495">
                  <c:v>2.5082141051845017</c:v>
                </c:pt>
                <c:pt idx="6496">
                  <c:v>2.506219643524318</c:v>
                </c:pt>
                <c:pt idx="6497">
                  <c:v>2.5048735192633131</c:v>
                </c:pt>
                <c:pt idx="6498">
                  <c:v>2.5029285070657785</c:v>
                </c:pt>
                <c:pt idx="6499">
                  <c:v>2.5005329553196631</c:v>
                </c:pt>
                <c:pt idx="6500">
                  <c:v>2.4993077075229118</c:v>
                </c:pt>
                <c:pt idx="6501">
                  <c:v>2.4981428979582865</c:v>
                </c:pt>
                <c:pt idx="6502">
                  <c:v>2.496228104876816</c:v>
                </c:pt>
                <c:pt idx="6503">
                  <c:v>2.4949561548097843</c:v>
                </c:pt>
                <c:pt idx="6504">
                  <c:v>2.4951457110832731</c:v>
                </c:pt>
                <c:pt idx="6505">
                  <c:v>2.4950632953121907</c:v>
                </c:pt>
                <c:pt idx="6506">
                  <c:v>2.492961693149601</c:v>
                </c:pt>
                <c:pt idx="6507">
                  <c:v>2.4910276697215448</c:v>
                </c:pt>
                <c:pt idx="6508">
                  <c:v>2.4901375793938594</c:v>
                </c:pt>
                <c:pt idx="6509">
                  <c:v>2.4894425397244015</c:v>
                </c:pt>
                <c:pt idx="6510">
                  <c:v>2.4882035559658031</c:v>
                </c:pt>
                <c:pt idx="6511">
                  <c:v>2.4871019318256744</c:v>
                </c:pt>
                <c:pt idx="6512">
                  <c:v>2.4856898749478034</c:v>
                </c:pt>
                <c:pt idx="6513">
                  <c:v>2.4829454297707745</c:v>
                </c:pt>
                <c:pt idx="6514">
                  <c:v>2.4816377662029407</c:v>
                </c:pt>
                <c:pt idx="6515">
                  <c:v>2.4822311597547309</c:v>
                </c:pt>
                <c:pt idx="6516">
                  <c:v>2.4834316828201577</c:v>
                </c:pt>
                <c:pt idx="6517">
                  <c:v>2.4824591767213908</c:v>
                </c:pt>
                <c:pt idx="6518">
                  <c:v>2.4801295575921407</c:v>
                </c:pt>
                <c:pt idx="6519">
                  <c:v>2.4770691852926312</c:v>
                </c:pt>
                <c:pt idx="6520">
                  <c:v>2.474580229005956</c:v>
                </c:pt>
                <c:pt idx="6521">
                  <c:v>2.473352234016835</c:v>
                </c:pt>
                <c:pt idx="6522">
                  <c:v>2.4719346827542252</c:v>
                </c:pt>
                <c:pt idx="6523">
                  <c:v>2.470616030416914</c:v>
                </c:pt>
                <c:pt idx="6524">
                  <c:v>2.4700089009032768</c:v>
                </c:pt>
                <c:pt idx="6525">
                  <c:v>2.4694594624293971</c:v>
                </c:pt>
                <c:pt idx="6526">
                  <c:v>2.4688276081844354</c:v>
                </c:pt>
                <c:pt idx="6527">
                  <c:v>2.4673193995736358</c:v>
                </c:pt>
                <c:pt idx="6528">
                  <c:v>2.466058438276082</c:v>
                </c:pt>
                <c:pt idx="6529">
                  <c:v>2.4649265950198895</c:v>
                </c:pt>
                <c:pt idx="6530">
                  <c:v>2.4653496626447771</c:v>
                </c:pt>
                <c:pt idx="6531">
                  <c:v>2.4648771455572405</c:v>
                </c:pt>
                <c:pt idx="6532">
                  <c:v>2.4635557460275597</c:v>
                </c:pt>
                <c:pt idx="6533">
                  <c:v>2.4631793806729521</c:v>
                </c:pt>
                <c:pt idx="6534">
                  <c:v>2.4627068635854159</c:v>
                </c:pt>
                <c:pt idx="6535">
                  <c:v>2.4618085316806226</c:v>
                </c:pt>
                <c:pt idx="6536">
                  <c:v>2.4591382606975669</c:v>
                </c:pt>
                <c:pt idx="6537">
                  <c:v>2.4573745631964132</c:v>
                </c:pt>
                <c:pt idx="6538">
                  <c:v>2.456511944792422</c:v>
                </c:pt>
                <c:pt idx="6539">
                  <c:v>2.4545064943627612</c:v>
                </c:pt>
                <c:pt idx="6540">
                  <c:v>2.4528197182479508</c:v>
                </c:pt>
                <c:pt idx="6541">
                  <c:v>2.4508554757038308</c:v>
                </c:pt>
                <c:pt idx="6542">
                  <c:v>2.4506769081998199</c:v>
                </c:pt>
                <c:pt idx="6543">
                  <c:v>2.4502538405749323</c:v>
                </c:pt>
                <c:pt idx="6544">
                  <c:v>2.4492346322058856</c:v>
                </c:pt>
                <c:pt idx="6545">
                  <c:v>2.4502043911122833</c:v>
                </c:pt>
                <c:pt idx="6546">
                  <c:v>2.4508032790488121</c:v>
                </c:pt>
                <c:pt idx="6547">
                  <c:v>2.4487950814267818</c:v>
                </c:pt>
                <c:pt idx="6548">
                  <c:v>2.4443391354036175</c:v>
                </c:pt>
                <c:pt idx="6549">
                  <c:v>2.4421523702775763</c:v>
                </c:pt>
                <c:pt idx="6550">
                  <c:v>2.4421935781631174</c:v>
                </c:pt>
                <c:pt idx="6551">
                  <c:v>2.4423309377815872</c:v>
                </c:pt>
                <c:pt idx="6552">
                  <c:v>2.4420809432759718</c:v>
                </c:pt>
                <c:pt idx="6553">
                  <c:v>2.4415260104173533</c:v>
                </c:pt>
                <c:pt idx="6554">
                  <c:v>2.4389299136282721</c:v>
                </c:pt>
                <c:pt idx="6555">
                  <c:v>2.4382458627282917</c:v>
                </c:pt>
                <c:pt idx="6556">
                  <c:v>2.4365316146897871</c:v>
                </c:pt>
                <c:pt idx="6557">
                  <c:v>2.4340783719039143</c:v>
                </c:pt>
                <c:pt idx="6558">
                  <c:v>2.4325893936397005</c:v>
                </c:pt>
                <c:pt idx="6559">
                  <c:v>2.4325536801388981</c:v>
                </c:pt>
                <c:pt idx="6560">
                  <c:v>2.4356470187468409</c:v>
                </c:pt>
                <c:pt idx="6561">
                  <c:v>2.4358091030966351</c:v>
                </c:pt>
                <c:pt idx="6562">
                  <c:v>2.4340673831344368</c:v>
                </c:pt>
                <c:pt idx="6563">
                  <c:v>2.4320124832421266</c:v>
                </c:pt>
                <c:pt idx="6564">
                  <c:v>2.4282763016197446</c:v>
                </c:pt>
                <c:pt idx="6565">
                  <c:v>2.4253642777081823</c:v>
                </c:pt>
                <c:pt idx="6566">
                  <c:v>2.4252434012439288</c:v>
                </c:pt>
                <c:pt idx="6567">
                  <c:v>2.4263010703061472</c:v>
                </c:pt>
                <c:pt idx="6568">
                  <c:v>2.4268065537021166</c:v>
                </c:pt>
                <c:pt idx="6569">
                  <c:v>2.4256719632535551</c:v>
                </c:pt>
                <c:pt idx="6570">
                  <c:v>2.4247022043471573</c:v>
                </c:pt>
                <c:pt idx="6571">
                  <c:v>2.42372969824839</c:v>
                </c:pt>
                <c:pt idx="6572">
                  <c:v>2.4223396189094748</c:v>
                </c:pt>
                <c:pt idx="6573">
                  <c:v>2.4197050614272215</c:v>
                </c:pt>
                <c:pt idx="6574">
                  <c:v>2.4179605942726532</c:v>
                </c:pt>
                <c:pt idx="6575">
                  <c:v>2.417378189490341</c:v>
                </c:pt>
                <c:pt idx="6576">
                  <c:v>2.4169853409815167</c:v>
                </c:pt>
                <c:pt idx="6577">
                  <c:v>2.4161529416935892</c:v>
                </c:pt>
                <c:pt idx="6578">
                  <c:v>2.4144579240016704</c:v>
                </c:pt>
                <c:pt idx="6579">
                  <c:v>2.4124057713017297</c:v>
                </c:pt>
                <c:pt idx="6580">
                  <c:v>2.4117354563635964</c:v>
                </c:pt>
                <c:pt idx="6581">
                  <c:v>2.4109552537306875</c:v>
                </c:pt>
                <c:pt idx="6582">
                  <c:v>2.408856398760467</c:v>
                </c:pt>
                <c:pt idx="6583">
                  <c:v>2.4073646733038836</c:v>
                </c:pt>
                <c:pt idx="6584">
                  <c:v>2.4058976725786247</c:v>
                </c:pt>
                <c:pt idx="6585">
                  <c:v>2.4040185929979563</c:v>
                </c:pt>
                <c:pt idx="6586">
                  <c:v>2.4033263005208676</c:v>
                </c:pt>
                <c:pt idx="6587">
                  <c:v>2.4041614470011647</c:v>
                </c:pt>
                <c:pt idx="6588">
                  <c:v>2.4046449528581788</c:v>
                </c:pt>
                <c:pt idx="6589">
                  <c:v>2.4046971495131975</c:v>
                </c:pt>
                <c:pt idx="6590">
                  <c:v>2.4058152568075428</c:v>
                </c:pt>
                <c:pt idx="6591">
                  <c:v>2.4064773301685678</c:v>
                </c:pt>
                <c:pt idx="6592">
                  <c:v>2.4042988066196349</c:v>
                </c:pt>
                <c:pt idx="6593">
                  <c:v>2.402252148304433</c:v>
                </c:pt>
                <c:pt idx="6594">
                  <c:v>2.4003730687237645</c:v>
                </c:pt>
                <c:pt idx="6595">
                  <c:v>2.3982797081382827</c:v>
                </c:pt>
                <c:pt idx="6596">
                  <c:v>2.3982632249840661</c:v>
                </c:pt>
                <c:pt idx="6597">
                  <c:v>2.3968649040680425</c:v>
                </c:pt>
                <c:pt idx="6598">
                  <c:v>2.3946506670183072</c:v>
                </c:pt>
                <c:pt idx="6599">
                  <c:v>2.3929886156348212</c:v>
                </c:pt>
                <c:pt idx="6600">
                  <c:v>2.3920270983055318</c:v>
                </c:pt>
                <c:pt idx="6601">
                  <c:v>2.3926781828970793</c:v>
                </c:pt>
                <c:pt idx="6602">
                  <c:v>2.3938402452693346</c:v>
                </c:pt>
                <c:pt idx="6603">
                  <c:v>2.393125975253291</c:v>
                </c:pt>
                <c:pt idx="6604">
                  <c:v>2.3916177666424914</c:v>
                </c:pt>
                <c:pt idx="6605">
                  <c:v>2.3902551592272698</c:v>
                </c:pt>
                <c:pt idx="6606">
                  <c:v>2.3884530010329446</c:v>
                </c:pt>
                <c:pt idx="6607">
                  <c:v>2.3874695061646998</c:v>
                </c:pt>
                <c:pt idx="6608">
                  <c:v>2.3878953209819564</c:v>
                </c:pt>
                <c:pt idx="6609">
                  <c:v>2.3869173204984504</c:v>
                </c:pt>
                <c:pt idx="6610">
                  <c:v>2.3860629436715675</c:v>
                </c:pt>
                <c:pt idx="6611">
                  <c:v>2.3849311004153755</c:v>
                </c:pt>
                <c:pt idx="6612">
                  <c:v>2.3832415771081954</c:v>
                </c:pt>
                <c:pt idx="6613">
                  <c:v>2.3821536889299137</c:v>
                </c:pt>
                <c:pt idx="6614">
                  <c:v>2.3823295092415551</c:v>
                </c:pt>
                <c:pt idx="6615">
                  <c:v>2.380700424166502</c:v>
                </c:pt>
                <c:pt idx="6616">
                  <c:v>2.3777224676380739</c:v>
                </c:pt>
                <c:pt idx="6617">
                  <c:v>2.3759340454055957</c:v>
                </c:pt>
                <c:pt idx="6618">
                  <c:v>2.3755109777807082</c:v>
                </c:pt>
                <c:pt idx="6619">
                  <c:v>2.3751208764642535</c:v>
                </c:pt>
                <c:pt idx="6620">
                  <c:v>2.3733956396562714</c:v>
                </c:pt>
                <c:pt idx="6621">
                  <c:v>2.3709973407177865</c:v>
                </c:pt>
                <c:pt idx="6622">
                  <c:v>2.3691512274455508</c:v>
                </c:pt>
                <c:pt idx="6623">
                  <c:v>2.3689094745170438</c:v>
                </c:pt>
                <c:pt idx="6624">
                  <c:v>2.3686622272037976</c:v>
                </c:pt>
                <c:pt idx="6625">
                  <c:v>2.3691155139447484</c:v>
                </c:pt>
                <c:pt idx="6626">
                  <c:v>2.369890222192919</c:v>
                </c:pt>
                <c:pt idx="6627">
                  <c:v>2.36915397463792</c:v>
                </c:pt>
                <c:pt idx="6628">
                  <c:v>2.3689369464407375</c:v>
                </c:pt>
                <c:pt idx="6629">
                  <c:v>2.3702555987780487</c:v>
                </c:pt>
                <c:pt idx="6630">
                  <c:v>2.3699341772708293</c:v>
                </c:pt>
                <c:pt idx="6631">
                  <c:v>2.3682831146568208</c:v>
                </c:pt>
                <c:pt idx="6632">
                  <c:v>2.3670606140524386</c:v>
                </c:pt>
                <c:pt idx="6633">
                  <c:v>2.3654507593239709</c:v>
                </c:pt>
                <c:pt idx="6634">
                  <c:v>2.3638326630183952</c:v>
                </c:pt>
                <c:pt idx="6635">
                  <c:v>2.3603876837871693</c:v>
                </c:pt>
                <c:pt idx="6636">
                  <c:v>2.3568547944001232</c:v>
                </c:pt>
                <c:pt idx="6637">
                  <c:v>2.3546350629656492</c:v>
                </c:pt>
                <c:pt idx="6638">
                  <c:v>2.3560526142282585</c:v>
                </c:pt>
                <c:pt idx="6639">
                  <c:v>2.3574811542603458</c:v>
                </c:pt>
                <c:pt idx="6640">
                  <c:v>2.356390518889695</c:v>
                </c:pt>
                <c:pt idx="6641">
                  <c:v>2.3571899518691897</c:v>
                </c:pt>
                <c:pt idx="6642">
                  <c:v>2.3581871826992815</c:v>
                </c:pt>
                <c:pt idx="6643">
                  <c:v>2.357558075646689</c:v>
                </c:pt>
                <c:pt idx="6644">
                  <c:v>2.3553163666732599</c:v>
                </c:pt>
                <c:pt idx="6645">
                  <c:v>2.3533631128986174</c:v>
                </c:pt>
                <c:pt idx="6646">
                  <c:v>2.3529922419287486</c:v>
                </c:pt>
                <c:pt idx="6647">
                  <c:v>2.3528603766950176</c:v>
                </c:pt>
                <c:pt idx="6648">
                  <c:v>2.352401595569328</c:v>
                </c:pt>
                <c:pt idx="6649">
                  <c:v>2.3517587525548889</c:v>
                </c:pt>
                <c:pt idx="6650">
                  <c:v>2.3506818531460847</c:v>
                </c:pt>
                <c:pt idx="6651">
                  <c:v>2.3493632008087735</c:v>
                </c:pt>
                <c:pt idx="6652">
                  <c:v>2.3473357728401574</c:v>
                </c:pt>
                <c:pt idx="6653">
                  <c:v>2.3451599964835936</c:v>
                </c:pt>
                <c:pt idx="6654">
                  <c:v>2.3461764576602713</c:v>
                </c:pt>
                <c:pt idx="6655">
                  <c:v>2.3498247291268326</c:v>
                </c:pt>
                <c:pt idx="6656">
                  <c:v>2.3516708423990682</c:v>
                </c:pt>
                <c:pt idx="6657">
                  <c:v>2.3502148304432868</c:v>
                </c:pt>
                <c:pt idx="6658">
                  <c:v>2.3489785938770575</c:v>
                </c:pt>
                <c:pt idx="6659">
                  <c:v>2.3473714863409594</c:v>
                </c:pt>
                <c:pt idx="6660">
                  <c:v>2.3456956989956264</c:v>
                </c:pt>
                <c:pt idx="6661">
                  <c:v>2.3448248390145272</c:v>
                </c:pt>
                <c:pt idx="6662">
                  <c:v>2.3441710072306101</c:v>
                </c:pt>
                <c:pt idx="6663">
                  <c:v>2.3426600514274414</c:v>
                </c:pt>
                <c:pt idx="6664">
                  <c:v>2.3417589723302785</c:v>
                </c:pt>
                <c:pt idx="6665">
                  <c:v>2.3420281971824797</c:v>
                </c:pt>
                <c:pt idx="6666">
                  <c:v>2.34207215226039</c:v>
                </c:pt>
                <c:pt idx="6667">
                  <c:v>2.3411490956242718</c:v>
                </c:pt>
                <c:pt idx="6668">
                  <c:v>2.3403441682600383</c:v>
                </c:pt>
                <c:pt idx="6669">
                  <c:v>2.3402782356431726</c:v>
                </c:pt>
                <c:pt idx="6670">
                  <c:v>2.3398002241708973</c:v>
                </c:pt>
                <c:pt idx="6671">
                  <c:v>2.3387453023010485</c:v>
                </c:pt>
                <c:pt idx="6672">
                  <c:v>2.3381821278653216</c:v>
                </c:pt>
                <c:pt idx="6673">
                  <c:v>2.3372370936902485</c:v>
                </c:pt>
                <c:pt idx="6674">
                  <c:v>2.3369458912990924</c:v>
                </c:pt>
                <c:pt idx="6675">
                  <c:v>2.3356437221159974</c:v>
                </c:pt>
                <c:pt idx="6676">
                  <c:v>2.3324926924682976</c:v>
                </c:pt>
                <c:pt idx="6677">
                  <c:v>2.3293416628205974</c:v>
                </c:pt>
                <c:pt idx="6678">
                  <c:v>2.3285449770334719</c:v>
                </c:pt>
                <c:pt idx="6679">
                  <c:v>2.3282427858728378</c:v>
                </c:pt>
                <c:pt idx="6680">
                  <c:v>2.3284405837234345</c:v>
                </c:pt>
                <c:pt idx="6681">
                  <c:v>2.3285889321113822</c:v>
                </c:pt>
                <c:pt idx="6682">
                  <c:v>2.3275779653194437</c:v>
                </c:pt>
                <c:pt idx="6683">
                  <c:v>2.3280944374848906</c:v>
                </c:pt>
                <c:pt idx="6684">
                  <c:v>2.3273746730841083</c:v>
                </c:pt>
                <c:pt idx="6685">
                  <c:v>2.3251054921869851</c:v>
                </c:pt>
                <c:pt idx="6686">
                  <c:v>2.3234956374585174</c:v>
                </c:pt>
                <c:pt idx="6687">
                  <c:v>2.3217484231115799</c:v>
                </c:pt>
                <c:pt idx="6688">
                  <c:v>2.3202457088855191</c:v>
                </c:pt>
                <c:pt idx="6689">
                  <c:v>2.3216193050702181</c:v>
                </c:pt>
                <c:pt idx="6690">
                  <c:v>2.3228555416364474</c:v>
                </c:pt>
                <c:pt idx="6691">
                  <c:v>2.3244571547878068</c:v>
                </c:pt>
                <c:pt idx="6692">
                  <c:v>2.325099997802246</c:v>
                </c:pt>
                <c:pt idx="6693">
                  <c:v>2.3236247554998792</c:v>
                </c:pt>
                <c:pt idx="6694">
                  <c:v>2.3224489571657765</c:v>
                </c:pt>
                <c:pt idx="6695">
                  <c:v>2.3206605349332983</c:v>
                </c:pt>
                <c:pt idx="6696">
                  <c:v>2.3198363772224786</c:v>
                </c:pt>
                <c:pt idx="6697">
                  <c:v>2.3205176809300894</c:v>
                </c:pt>
                <c:pt idx="6698">
                  <c:v>2.3206358102019737</c:v>
                </c:pt>
                <c:pt idx="6699">
                  <c:v>2.3188391463923872</c:v>
                </c:pt>
                <c:pt idx="6700">
                  <c:v>2.3187155227357641</c:v>
                </c:pt>
                <c:pt idx="6701">
                  <c:v>2.3188913430474054</c:v>
                </c:pt>
                <c:pt idx="6702">
                  <c:v>2.3188611239313421</c:v>
                </c:pt>
                <c:pt idx="6703">
                  <c:v>2.3189874947803344</c:v>
                </c:pt>
                <c:pt idx="6704">
                  <c:v>2.3186495901188984</c:v>
                </c:pt>
                <c:pt idx="6705">
                  <c:v>2.3183611349201119</c:v>
                </c:pt>
                <c:pt idx="6706">
                  <c:v>2.3189627700490099</c:v>
                </c:pt>
                <c:pt idx="6707">
                  <c:v>2.3197182479505947</c:v>
                </c:pt>
                <c:pt idx="6708">
                  <c:v>2.321328102679062</c:v>
                </c:pt>
                <c:pt idx="6709">
                  <c:v>2.3236165139227709</c:v>
                </c:pt>
                <c:pt idx="6710">
                  <c:v>2.3230423507175666</c:v>
                </c:pt>
                <c:pt idx="6711">
                  <c:v>2.3208995406694357</c:v>
                </c:pt>
                <c:pt idx="6712">
                  <c:v>2.3195314388694754</c:v>
                </c:pt>
                <c:pt idx="6713">
                  <c:v>2.3191523263224987</c:v>
                </c:pt>
                <c:pt idx="6714">
                  <c:v>2.3195836355244941</c:v>
                </c:pt>
                <c:pt idx="6715">
                  <c:v>2.3209242654007607</c:v>
                </c:pt>
                <c:pt idx="6716">
                  <c:v>2.3204957033911344</c:v>
                </c:pt>
                <c:pt idx="6717">
                  <c:v>2.3191166128216962</c:v>
                </c:pt>
                <c:pt idx="6718">
                  <c:v>2.3185506911936002</c:v>
                </c:pt>
                <c:pt idx="6719">
                  <c:v>2.3183995956132835</c:v>
                </c:pt>
                <c:pt idx="6720">
                  <c:v>2.3183006966879849</c:v>
                </c:pt>
                <c:pt idx="6721">
                  <c:v>2.3193803432891587</c:v>
                </c:pt>
                <c:pt idx="6722">
                  <c:v>2.3214846926441179</c:v>
                </c:pt>
                <c:pt idx="6723">
                  <c:v>2.3251192281488318</c:v>
                </c:pt>
                <c:pt idx="6724">
                  <c:v>2.3263856838311248</c:v>
                </c:pt>
                <c:pt idx="6725">
                  <c:v>2.3251714248038504</c:v>
                </c:pt>
                <c:pt idx="6726">
                  <c:v>2.3237840926573043</c:v>
                </c:pt>
                <c:pt idx="6727">
                  <c:v>2.3231385024504956</c:v>
                </c:pt>
                <c:pt idx="6728">
                  <c:v>2.3240313399705501</c:v>
                </c:pt>
                <c:pt idx="6729">
                  <c:v>2.3261082174018153</c:v>
                </c:pt>
                <c:pt idx="6730">
                  <c:v>2.3282372914880991</c:v>
                </c:pt>
                <c:pt idx="6731">
                  <c:v>2.3306273488494758</c:v>
                </c:pt>
                <c:pt idx="6732">
                  <c:v>2.3334954176831277</c:v>
                </c:pt>
                <c:pt idx="6733">
                  <c:v>2.3351739522208304</c:v>
                </c:pt>
                <c:pt idx="6734">
                  <c:v>2.337528296081405</c:v>
                </c:pt>
                <c:pt idx="6735">
                  <c:v>2.3400804377925759</c:v>
                </c:pt>
                <c:pt idx="6736">
                  <c:v>2.3426957649282434</c:v>
                </c:pt>
                <c:pt idx="6737">
                  <c:v>2.3444045185820093</c:v>
                </c:pt>
                <c:pt idx="6738">
                  <c:v>2.3465033735522298</c:v>
                </c:pt>
                <c:pt idx="6739">
                  <c:v>2.3502230720203952</c:v>
                </c:pt>
                <c:pt idx="6740">
                  <c:v>2.355005933935518</c:v>
                </c:pt>
                <c:pt idx="6741">
                  <c:v>2.3598464868903979</c:v>
                </c:pt>
                <c:pt idx="6742">
                  <c:v>2.3645606689962859</c:v>
                </c:pt>
                <c:pt idx="6743">
                  <c:v>2.3689699127491703</c:v>
                </c:pt>
                <c:pt idx="6744">
                  <c:v>2.3745522076437879</c:v>
                </c:pt>
                <c:pt idx="6745">
                  <c:v>2.3803954858134988</c:v>
                </c:pt>
                <c:pt idx="6746">
                  <c:v>2.3849860442627637</c:v>
                </c:pt>
                <c:pt idx="6747">
                  <c:v>2.3918952330718009</c:v>
                </c:pt>
                <c:pt idx="6748">
                  <c:v>2.3989060679985057</c:v>
                </c:pt>
                <c:pt idx="6749">
                  <c:v>2.4069361112942573</c:v>
                </c:pt>
                <c:pt idx="6750">
                  <c:v>2.4143425419221556</c:v>
                </c:pt>
                <c:pt idx="6751">
                  <c:v>2.4203286740950749</c:v>
                </c:pt>
                <c:pt idx="6752">
                  <c:v>2.4286883804751542</c:v>
                </c:pt>
                <c:pt idx="6753">
                  <c:v>2.438674424737918</c:v>
                </c:pt>
                <c:pt idx="6754">
                  <c:v>2.4496824245620976</c:v>
                </c:pt>
                <c:pt idx="6755">
                  <c:v>2.461599745060548</c:v>
                </c:pt>
                <c:pt idx="6756">
                  <c:v>2.474352212039296</c:v>
                </c:pt>
                <c:pt idx="6757">
                  <c:v>2.4891650732950925</c:v>
                </c:pt>
                <c:pt idx="6758">
                  <c:v>2.5021345684710226</c:v>
                </c:pt>
                <c:pt idx="6759">
                  <c:v>2.5145985802509836</c:v>
                </c:pt>
                <c:pt idx="6760">
                  <c:v>2.5293922111601943</c:v>
                </c:pt>
                <c:pt idx="6761">
                  <c:v>2.5461830509219578</c:v>
                </c:pt>
                <c:pt idx="6762">
                  <c:v>2.5662210720643501</c:v>
                </c:pt>
                <c:pt idx="6763">
                  <c:v>2.5875695039669457</c:v>
                </c:pt>
                <c:pt idx="6764">
                  <c:v>2.6093519922639064</c:v>
                </c:pt>
                <c:pt idx="6765">
                  <c:v>2.6346811059097601</c:v>
                </c:pt>
                <c:pt idx="6766">
                  <c:v>2.663098063778818</c:v>
                </c:pt>
                <c:pt idx="6767">
                  <c:v>2.6924325838992549</c:v>
                </c:pt>
                <c:pt idx="6768">
                  <c:v>2.7246214368914967</c:v>
                </c:pt>
                <c:pt idx="6769">
                  <c:v>2.7611068987494782</c:v>
                </c:pt>
                <c:pt idx="6770">
                  <c:v>2.803960352519725</c:v>
                </c:pt>
                <c:pt idx="6771">
                  <c:v>2.852725764268917</c:v>
                </c:pt>
                <c:pt idx="6772">
                  <c:v>2.9053454869123758</c:v>
                </c:pt>
                <c:pt idx="6773">
                  <c:v>2.9627453242785875</c:v>
                </c:pt>
                <c:pt idx="6774">
                  <c:v>3.0293564976593923</c:v>
                </c:pt>
                <c:pt idx="6775">
                  <c:v>3.1059839344190241</c:v>
                </c:pt>
                <c:pt idx="6776">
                  <c:v>3.1942979275180763</c:v>
                </c:pt>
                <c:pt idx="6777">
                  <c:v>3.2982352036218985</c:v>
                </c:pt>
                <c:pt idx="6778">
                  <c:v>3.4171446781389418</c:v>
                </c:pt>
                <c:pt idx="6779">
                  <c:v>3.5529109250346149</c:v>
                </c:pt>
                <c:pt idx="6780">
                  <c:v>3.7081437770598447</c:v>
                </c:pt>
                <c:pt idx="6781">
                  <c:v>3.8884008043779259</c:v>
                </c:pt>
                <c:pt idx="6782">
                  <c:v>4.0971517109514082</c:v>
                </c:pt>
                <c:pt idx="6783">
                  <c:v>4.3373387398079162</c:v>
                </c:pt>
                <c:pt idx="6784">
                  <c:v>4.6161595349552762</c:v>
                </c:pt>
                <c:pt idx="6785">
                  <c:v>4.9412815102964771</c:v>
                </c:pt>
                <c:pt idx="6786">
                  <c:v>5.3155040548559374</c:v>
                </c:pt>
                <c:pt idx="6787">
                  <c:v>5.7443133117953451</c:v>
                </c:pt>
                <c:pt idx="6788">
                  <c:v>6.2308685523395093</c:v>
                </c:pt>
                <c:pt idx="6789">
                  <c:v>6.7711588756291077</c:v>
                </c:pt>
                <c:pt idx="6790">
                  <c:v>7.3502670270983055</c:v>
                </c:pt>
                <c:pt idx="6791">
                  <c:v>7.946847322036878</c:v>
                </c:pt>
                <c:pt idx="6792">
                  <c:v>8.5225764268917175</c:v>
                </c:pt>
                <c:pt idx="6793">
                  <c:v>9.0219061119535837</c:v>
                </c:pt>
                <c:pt idx="6794">
                  <c:v>9.3875848882442146</c:v>
                </c:pt>
                <c:pt idx="6795">
                  <c:v>9.5713995296806669</c:v>
                </c:pt>
                <c:pt idx="6796">
                  <c:v>9.5459055844926493</c:v>
                </c:pt>
                <c:pt idx="6797">
                  <c:v>9.3194270455594381</c:v>
                </c:pt>
                <c:pt idx="6798">
                  <c:v>8.926166457880047</c:v>
                </c:pt>
                <c:pt idx="6799">
                  <c:v>8.4153535087140945</c:v>
                </c:pt>
                <c:pt idx="6800">
                  <c:v>7.8419869892969389</c:v>
                </c:pt>
                <c:pt idx="6801">
                  <c:v>7.252796641832048</c:v>
                </c:pt>
                <c:pt idx="6802">
                  <c:v>6.6857211929408153</c:v>
                </c:pt>
                <c:pt idx="6803">
                  <c:v>6.1622162150282414</c:v>
                </c:pt>
                <c:pt idx="6804">
                  <c:v>5.6923089602426327</c:v>
                </c:pt>
                <c:pt idx="6805">
                  <c:v>5.2781422386321175</c:v>
                </c:pt>
                <c:pt idx="6806">
                  <c:v>4.9186995890200222</c:v>
                </c:pt>
                <c:pt idx="6807">
                  <c:v>4.60984099250566</c:v>
                </c:pt>
                <c:pt idx="6808">
                  <c:v>4.3440995802290061</c:v>
                </c:pt>
                <c:pt idx="6809">
                  <c:v>4.1166869958902002</c:v>
                </c:pt>
                <c:pt idx="6810">
                  <c:v>3.9213863431572933</c:v>
                </c:pt>
                <c:pt idx="6811">
                  <c:v>3.7512307421814906</c:v>
                </c:pt>
                <c:pt idx="6812">
                  <c:v>3.6030554273532447</c:v>
                </c:pt>
                <c:pt idx="6813">
                  <c:v>3.4749043977055449</c:v>
                </c:pt>
                <c:pt idx="6814">
                  <c:v>3.363983758598712</c:v>
                </c:pt>
                <c:pt idx="6815">
                  <c:v>3.2681122392914443</c:v>
                </c:pt>
                <c:pt idx="6816">
                  <c:v>3.1811553592228741</c:v>
                </c:pt>
                <c:pt idx="6817">
                  <c:v>3.1002642799059359</c:v>
                </c:pt>
                <c:pt idx="6818">
                  <c:v>3.0288620030329003</c:v>
                </c:pt>
                <c:pt idx="6819">
                  <c:v>2.9664210676688425</c:v>
                </c:pt>
                <c:pt idx="6820">
                  <c:v>2.9098316520516034</c:v>
                </c:pt>
                <c:pt idx="6821">
                  <c:v>2.8595388013450256</c:v>
                </c:pt>
                <c:pt idx="6822">
                  <c:v>2.8133282784993736</c:v>
                </c:pt>
                <c:pt idx="6823">
                  <c:v>2.7696122063251356</c:v>
                </c:pt>
                <c:pt idx="6824">
                  <c:v>2.7294097931913583</c:v>
                </c:pt>
                <c:pt idx="6825">
                  <c:v>2.6927292806751502</c:v>
                </c:pt>
                <c:pt idx="6826">
                  <c:v>2.6602135117909498</c:v>
                </c:pt>
                <c:pt idx="6827">
                  <c:v>2.6302443902331816</c:v>
                </c:pt>
                <c:pt idx="6828">
                  <c:v>2.6031982813564536</c:v>
                </c:pt>
                <c:pt idx="6829">
                  <c:v>2.5772895101206568</c:v>
                </c:pt>
                <c:pt idx="6830">
                  <c:v>2.5548916507329511</c:v>
                </c:pt>
                <c:pt idx="6831">
                  <c:v>2.5347849497813235</c:v>
                </c:pt>
                <c:pt idx="6832">
                  <c:v>2.5152881255357027</c:v>
                </c:pt>
                <c:pt idx="6833">
                  <c:v>2.4969725940089229</c:v>
                </c:pt>
                <c:pt idx="6834">
                  <c:v>2.4790499109909674</c:v>
                </c:pt>
                <c:pt idx="6835">
                  <c:v>2.4632453132898178</c:v>
                </c:pt>
                <c:pt idx="6836">
                  <c:v>2.4486714577701587</c:v>
                </c:pt>
                <c:pt idx="6837">
                  <c:v>2.4327377420276477</c:v>
                </c:pt>
                <c:pt idx="6838">
                  <c:v>2.4190347464890882</c:v>
                </c:pt>
                <c:pt idx="6839">
                  <c:v>2.4077382914661216</c:v>
                </c:pt>
                <c:pt idx="6840">
                  <c:v>2.3978978483989364</c:v>
                </c:pt>
                <c:pt idx="6841">
                  <c:v>2.3897029735610205</c:v>
                </c:pt>
                <c:pt idx="6842">
                  <c:v>2.3801894463857938</c:v>
                </c:pt>
                <c:pt idx="6843">
                  <c:v>2.3708380035603613</c:v>
                </c:pt>
                <c:pt idx="6844">
                  <c:v>2.3619947913232675</c:v>
                </c:pt>
                <c:pt idx="6845">
                  <c:v>2.3534730005933935</c:v>
                </c:pt>
                <c:pt idx="6846">
                  <c:v>2.3466462275554383</c:v>
                </c:pt>
                <c:pt idx="6847">
                  <c:v>2.3403524098371467</c:v>
                </c:pt>
                <c:pt idx="6848">
                  <c:v>2.3326437880486144</c:v>
                </c:pt>
                <c:pt idx="6849">
                  <c:v>2.3250697786861827</c:v>
                </c:pt>
                <c:pt idx="6850">
                  <c:v>2.3178886178325753</c:v>
                </c:pt>
                <c:pt idx="6851">
                  <c:v>2.3126222500604383</c:v>
                </c:pt>
                <c:pt idx="6852">
                  <c:v>2.3084959671216017</c:v>
                </c:pt>
                <c:pt idx="6853">
                  <c:v>2.3037268411683258</c:v>
                </c:pt>
                <c:pt idx="6854">
                  <c:v>2.2975126920287465</c:v>
                </c:pt>
                <c:pt idx="6855">
                  <c:v>2.2924578580690533</c:v>
                </c:pt>
                <c:pt idx="6856">
                  <c:v>2.2880293839695831</c:v>
                </c:pt>
                <c:pt idx="6857">
                  <c:v>2.2832932243247401</c:v>
                </c:pt>
                <c:pt idx="6858">
                  <c:v>2.2795707786642052</c:v>
                </c:pt>
                <c:pt idx="6859">
                  <c:v>2.2772576426891717</c:v>
                </c:pt>
                <c:pt idx="6860">
                  <c:v>2.2749115404057054</c:v>
                </c:pt>
                <c:pt idx="6861">
                  <c:v>2.271546504472429</c:v>
                </c:pt>
                <c:pt idx="6862">
                  <c:v>2.2682185556361398</c:v>
                </c:pt>
                <c:pt idx="6863">
                  <c:v>2.2630667457858067</c:v>
                </c:pt>
                <c:pt idx="6864">
                  <c:v>2.2584184962967848</c:v>
                </c:pt>
                <c:pt idx="6865">
                  <c:v>2.255110601964792</c:v>
                </c:pt>
                <c:pt idx="6866">
                  <c:v>2.2522760488780467</c:v>
                </c:pt>
                <c:pt idx="6867">
                  <c:v>2.2484170677567525</c:v>
                </c:pt>
                <c:pt idx="6868">
                  <c:v>2.2444240236478321</c:v>
                </c:pt>
                <c:pt idx="6869">
                  <c:v>2.2417260060218456</c:v>
                </c:pt>
                <c:pt idx="6870">
                  <c:v>2.2394977582910265</c:v>
                </c:pt>
                <c:pt idx="6871">
                  <c:v>2.236193160589877</c:v>
                </c:pt>
                <c:pt idx="6872">
                  <c:v>2.23380585042087</c:v>
                </c:pt>
                <c:pt idx="6873">
                  <c:v>2.2306982264126063</c:v>
                </c:pt>
                <c:pt idx="6874">
                  <c:v>2.2278298828597172</c:v>
                </c:pt>
                <c:pt idx="6875">
                  <c:v>2.2238895848442892</c:v>
                </c:pt>
                <c:pt idx="6876">
                  <c:v>2.2201660403068066</c:v>
                </c:pt>
                <c:pt idx="6877">
                  <c:v>2.2169773741236458</c:v>
                </c:pt>
                <c:pt idx="6878">
                  <c:v>2.213710412957957</c:v>
                </c:pt>
                <c:pt idx="6879">
                  <c:v>2.2106698204435067</c:v>
                </c:pt>
                <c:pt idx="6880">
                  <c:v>2.207865211753588</c:v>
                </c:pt>
                <c:pt idx="6881">
                  <c:v>2.2068682556427333</c:v>
                </c:pt>
                <c:pt idx="6882">
                  <c:v>2.2061320080877342</c:v>
                </c:pt>
                <c:pt idx="6883">
                  <c:v>2.2030738335421201</c:v>
                </c:pt>
                <c:pt idx="6884">
                  <c:v>2.2006222390716688</c:v>
                </c:pt>
                <c:pt idx="6885">
                  <c:v>2.1997274785169556</c:v>
                </c:pt>
                <c:pt idx="6886">
                  <c:v>2.1983846508867937</c:v>
                </c:pt>
                <c:pt idx="6887">
                  <c:v>2.19658771235797</c:v>
                </c:pt>
                <c:pt idx="6888">
                  <c:v>2.1946770400650535</c:v>
                </c:pt>
                <c:pt idx="6889">
                  <c:v>2.1924820333619039</c:v>
                </c:pt>
                <c:pt idx="6890">
                  <c:v>2.1902241159534954</c:v>
                </c:pt>
                <c:pt idx="6891">
                  <c:v>2.1887334893738601</c:v>
                </c:pt>
                <c:pt idx="6892">
                  <c:v>2.1869019362211821</c:v>
                </c:pt>
                <c:pt idx="6893">
                  <c:v>2.1856448209929451</c:v>
                </c:pt>
                <c:pt idx="6894">
                  <c:v>2.1836756335025602</c:v>
                </c:pt>
                <c:pt idx="6895">
                  <c:v>2.1825424166501834</c:v>
                </c:pt>
                <c:pt idx="6896">
                  <c:v>2.182156161403046</c:v>
                </c:pt>
                <c:pt idx="6897">
                  <c:v>2.1810803608711895</c:v>
                </c:pt>
                <c:pt idx="6898">
                  <c:v>2.1786696995670427</c:v>
                </c:pt>
                <c:pt idx="6899">
                  <c:v>2.176137337640931</c:v>
                </c:pt>
                <c:pt idx="6900">
                  <c:v>2.1746519307267973</c:v>
                </c:pt>
                <c:pt idx="6901">
                  <c:v>2.17420551196677</c:v>
                </c:pt>
                <c:pt idx="6902">
                  <c:v>2.1740373837937628</c:v>
                </c:pt>
                <c:pt idx="6903">
                  <c:v>2.1737401375793937</c:v>
                </c:pt>
                <c:pt idx="6904">
                  <c:v>2.1729093866068876</c:v>
                </c:pt>
                <c:pt idx="6905">
                  <c:v>2.1717316652381267</c:v>
                </c:pt>
                <c:pt idx="6906">
                  <c:v>2.1695539658469043</c:v>
                </c:pt>
                <c:pt idx="6907">
                  <c:v>2.1687616755675698</c:v>
                </c:pt>
                <c:pt idx="6908">
                  <c:v>2.1696281400408783</c:v>
                </c:pt>
                <c:pt idx="6909">
                  <c:v>2.169383365200765</c:v>
                </c:pt>
                <c:pt idx="6910">
                  <c:v>2.1678638931012504</c:v>
                </c:pt>
                <c:pt idx="6911">
                  <c:v>2.1645667128194983</c:v>
                </c:pt>
                <c:pt idx="6912">
                  <c:v>2.1615676029098263</c:v>
                </c:pt>
                <c:pt idx="6913">
                  <c:v>2.1598992329838906</c:v>
                </c:pt>
                <c:pt idx="6914">
                  <c:v>2.1576116458978922</c:v>
                </c:pt>
                <c:pt idx="6915">
                  <c:v>2.1548974198369266</c:v>
                </c:pt>
                <c:pt idx="6916">
                  <c:v>2.1531452605437242</c:v>
                </c:pt>
                <c:pt idx="6917">
                  <c:v>2.1516647985758555</c:v>
                </c:pt>
                <c:pt idx="6918">
                  <c:v>2.1519241335355268</c:v>
                </c:pt>
                <c:pt idx="6919">
                  <c:v>2.1528826289532099</c:v>
                </c:pt>
                <c:pt idx="6920">
                  <c:v>2.1514549130788336</c:v>
                </c:pt>
                <c:pt idx="6921">
                  <c:v>2.1503895518779808</c:v>
                </c:pt>
                <c:pt idx="6922">
                  <c:v>2.1497815982066326</c:v>
                </c:pt>
                <c:pt idx="6923">
                  <c:v>2.1491717215006263</c:v>
                </c:pt>
                <c:pt idx="6924">
                  <c:v>2.1493634755280104</c:v>
                </c:pt>
                <c:pt idx="6925">
                  <c:v>2.1485989318916068</c:v>
                </c:pt>
                <c:pt idx="6926">
                  <c:v>2.1476926331289423</c:v>
                </c:pt>
                <c:pt idx="6927">
                  <c:v>2.1469033647612141</c:v>
                </c:pt>
                <c:pt idx="6928">
                  <c:v>2.1455319663304104</c:v>
                </c:pt>
                <c:pt idx="6929">
                  <c:v>2.1447850047251711</c:v>
                </c:pt>
                <c:pt idx="6930">
                  <c:v>2.1460489879343312</c:v>
                </c:pt>
                <c:pt idx="6931">
                  <c:v>2.1473764312872246</c:v>
                </c:pt>
                <c:pt idx="6932">
                  <c:v>2.1451904903188943</c:v>
                </c:pt>
                <c:pt idx="6933">
                  <c:v>2.1431097668183119</c:v>
                </c:pt>
                <c:pt idx="6934">
                  <c:v>2.1428627942243028</c:v>
                </c:pt>
                <c:pt idx="6935">
                  <c:v>2.1437146985780533</c:v>
                </c:pt>
                <c:pt idx="6936">
                  <c:v>2.1439858464649131</c:v>
                </c:pt>
                <c:pt idx="6937">
                  <c:v>2.1428616953473552</c:v>
                </c:pt>
                <c:pt idx="6938">
                  <c:v>2.1413191468319379</c:v>
                </c:pt>
                <c:pt idx="6939">
                  <c:v>2.1389601327443355</c:v>
                </c:pt>
                <c:pt idx="6940">
                  <c:v>2.1360415155710863</c:v>
                </c:pt>
                <c:pt idx="6941">
                  <c:v>2.1327762027208195</c:v>
                </c:pt>
                <c:pt idx="6942">
                  <c:v>2.1321806114151336</c:v>
                </c:pt>
                <c:pt idx="6943">
                  <c:v>2.1333511900837343</c:v>
                </c:pt>
                <c:pt idx="6944">
                  <c:v>2.1315451858200918</c:v>
                </c:pt>
                <c:pt idx="6945">
                  <c:v>2.1295243511131625</c:v>
                </c:pt>
                <c:pt idx="6946">
                  <c:v>2.1298537394782531</c:v>
                </c:pt>
                <c:pt idx="6947">
                  <c:v>2.1325778554317489</c:v>
                </c:pt>
                <c:pt idx="6948">
                  <c:v>2.1340811190962836</c:v>
                </c:pt>
                <c:pt idx="6949">
                  <c:v>2.1340822179732313</c:v>
                </c:pt>
                <c:pt idx="6950">
                  <c:v>2.1328237291488099</c:v>
                </c:pt>
                <c:pt idx="6951">
                  <c:v>2.1316949078042242</c:v>
                </c:pt>
                <c:pt idx="6952">
                  <c:v>2.1305314718357837</c:v>
                </c:pt>
                <c:pt idx="6953">
                  <c:v>2.1271908859145952</c:v>
                </c:pt>
                <c:pt idx="6954">
                  <c:v>2.1242901254917474</c:v>
                </c:pt>
                <c:pt idx="6955">
                  <c:v>2.1244618250148348</c:v>
                </c:pt>
                <c:pt idx="6956">
                  <c:v>2.1264115074393968</c:v>
                </c:pt>
                <c:pt idx="6957">
                  <c:v>2.1279894947363793</c:v>
                </c:pt>
                <c:pt idx="6958">
                  <c:v>2.1278133997055009</c:v>
                </c:pt>
                <c:pt idx="6959">
                  <c:v>2.125808498714314</c:v>
                </c:pt>
                <c:pt idx="6960">
                  <c:v>2.1239145842948508</c:v>
                </c:pt>
                <c:pt idx="6961">
                  <c:v>2.1224234082767413</c:v>
                </c:pt>
                <c:pt idx="6962">
                  <c:v>2.1201218105096591</c:v>
                </c:pt>
                <c:pt idx="6963">
                  <c:v>2.1180891628755414</c:v>
                </c:pt>
                <c:pt idx="6964">
                  <c:v>2.1187424452209842</c:v>
                </c:pt>
                <c:pt idx="6965">
                  <c:v>2.1199665941407879</c:v>
                </c:pt>
                <c:pt idx="6966">
                  <c:v>2.1227777960923935</c:v>
                </c:pt>
                <c:pt idx="6967">
                  <c:v>2.1233582778400475</c:v>
                </c:pt>
                <c:pt idx="6968">
                  <c:v>2.1219758906397663</c:v>
                </c:pt>
                <c:pt idx="6969">
                  <c:v>2.1211998087954109</c:v>
                </c:pt>
                <c:pt idx="6970">
                  <c:v>2.1195589107931694</c:v>
                </c:pt>
                <c:pt idx="6971">
                  <c:v>2.1180235049779128</c:v>
                </c:pt>
                <c:pt idx="6972">
                  <c:v>2.1163477176325793</c:v>
                </c:pt>
                <c:pt idx="6973">
                  <c:v>2.1163677721368761</c:v>
                </c:pt>
                <c:pt idx="6974">
                  <c:v>2.1164589789235402</c:v>
                </c:pt>
                <c:pt idx="6975">
                  <c:v>2.1143614975495044</c:v>
                </c:pt>
                <c:pt idx="6976">
                  <c:v>2.1128260917342474</c:v>
                </c:pt>
                <c:pt idx="6977">
                  <c:v>2.1138961231621285</c:v>
                </c:pt>
                <c:pt idx="6978">
                  <c:v>2.1144603964748026</c:v>
                </c:pt>
                <c:pt idx="6979">
                  <c:v>2.1142156216346892</c:v>
                </c:pt>
                <c:pt idx="6980">
                  <c:v>2.1128142788070594</c:v>
                </c:pt>
                <c:pt idx="6981">
                  <c:v>2.1113099162655766</c:v>
                </c:pt>
                <c:pt idx="6982">
                  <c:v>2.1095467682028968</c:v>
                </c:pt>
                <c:pt idx="6983">
                  <c:v>2.1084325069778687</c:v>
                </c:pt>
                <c:pt idx="6984">
                  <c:v>2.1075135711303048</c:v>
                </c:pt>
                <c:pt idx="6985">
                  <c:v>2.1084217929276279</c:v>
                </c:pt>
                <c:pt idx="6986">
                  <c:v>2.1094519900661526</c:v>
                </c:pt>
                <c:pt idx="6987">
                  <c:v>2.1107025120327028</c:v>
                </c:pt>
                <c:pt idx="6988">
                  <c:v>2.1109401441726554</c:v>
                </c:pt>
                <c:pt idx="6989">
                  <c:v>2.1086349750554931</c:v>
                </c:pt>
                <c:pt idx="6990">
                  <c:v>2.1051449418694093</c:v>
                </c:pt>
                <c:pt idx="6991">
                  <c:v>2.1034664073317071</c:v>
                </c:pt>
                <c:pt idx="6992">
                  <c:v>2.1028342783675082</c:v>
                </c:pt>
                <c:pt idx="6993">
                  <c:v>2.1024804399903299</c:v>
                </c:pt>
                <c:pt idx="6994">
                  <c:v>2.101090910089888</c:v>
                </c:pt>
                <c:pt idx="6995">
                  <c:v>2.0999714291993583</c:v>
                </c:pt>
                <c:pt idx="6996">
                  <c:v>2.1003365310652513</c:v>
                </c:pt>
                <c:pt idx="6997">
                  <c:v>2.0999288477176328</c:v>
                </c:pt>
                <c:pt idx="6998">
                  <c:v>2.1005837783784971</c:v>
                </c:pt>
                <c:pt idx="6999">
                  <c:v>2.101265356805345</c:v>
                </c:pt>
                <c:pt idx="7000">
                  <c:v>2.1017238632117974</c:v>
                </c:pt>
                <c:pt idx="7001">
                  <c:v>2.1018859475615921</c:v>
                </c:pt>
                <c:pt idx="7002">
                  <c:v>2.1015191973802771</c:v>
                </c:pt>
                <c:pt idx="7003">
                  <c:v>2.1003560361310742</c:v>
                </c:pt>
                <c:pt idx="7004">
                  <c:v>2.0971898969253422</c:v>
                </c:pt>
                <c:pt idx="7005">
                  <c:v>2.0952179622425882</c:v>
                </c:pt>
                <c:pt idx="7006">
                  <c:v>2.094071284147601</c:v>
                </c:pt>
                <c:pt idx="7007">
                  <c:v>2.0934539900221973</c:v>
                </c:pt>
                <c:pt idx="7008">
                  <c:v>2.0943608382233356</c:v>
                </c:pt>
                <c:pt idx="7009">
                  <c:v>2.0945394057273465</c:v>
                </c:pt>
                <c:pt idx="7010">
                  <c:v>2.0951701610953606</c:v>
                </c:pt>
                <c:pt idx="7011">
                  <c:v>2.0954316938089272</c:v>
                </c:pt>
                <c:pt idx="7012">
                  <c:v>2.0941303487835432</c:v>
                </c:pt>
                <c:pt idx="7013">
                  <c:v>2.0919743522120391</c:v>
                </c:pt>
                <c:pt idx="7014">
                  <c:v>2.0918924858794314</c:v>
                </c:pt>
                <c:pt idx="7015">
                  <c:v>2.0917847959385507</c:v>
                </c:pt>
                <c:pt idx="7016">
                  <c:v>2.0937295334168482</c:v>
                </c:pt>
                <c:pt idx="7017">
                  <c:v>2.0953190589217821</c:v>
                </c:pt>
                <c:pt idx="7018">
                  <c:v>2.0942649612096438</c:v>
                </c:pt>
                <c:pt idx="7019">
                  <c:v>2.0926130744379243</c:v>
                </c:pt>
                <c:pt idx="7020">
                  <c:v>2.0923965956792157</c:v>
                </c:pt>
                <c:pt idx="7021">
                  <c:v>2.0937468407287754</c:v>
                </c:pt>
                <c:pt idx="7022">
                  <c:v>2.0932130612514013</c:v>
                </c:pt>
                <c:pt idx="7023">
                  <c:v>2.0917216105140546</c:v>
                </c:pt>
                <c:pt idx="7024">
                  <c:v>2.0912501923034661</c:v>
                </c:pt>
                <c:pt idx="7025">
                  <c:v>2.0900329113645855</c:v>
                </c:pt>
                <c:pt idx="7026">
                  <c:v>2.0903853761455791</c:v>
                </c:pt>
                <c:pt idx="7027">
                  <c:v>2.0890639766158987</c:v>
                </c:pt>
                <c:pt idx="7028">
                  <c:v>2.0882659172325884</c:v>
                </c:pt>
                <c:pt idx="7029">
                  <c:v>2.0896999516494144</c:v>
                </c:pt>
                <c:pt idx="7030">
                  <c:v>2.0889224962088746</c:v>
                </c:pt>
                <c:pt idx="7031">
                  <c:v>2.088079657589943</c:v>
                </c:pt>
                <c:pt idx="7032">
                  <c:v>2.0884521768752333</c:v>
                </c:pt>
                <c:pt idx="7033">
                  <c:v>2.0865442517746864</c:v>
                </c:pt>
                <c:pt idx="7034">
                  <c:v>2.0841418320476475</c:v>
                </c:pt>
                <c:pt idx="7035">
                  <c:v>2.0835421199534077</c:v>
                </c:pt>
                <c:pt idx="7036">
                  <c:v>2.0844736928858705</c:v>
                </c:pt>
                <c:pt idx="7037">
                  <c:v>2.0854305399881321</c:v>
                </c:pt>
                <c:pt idx="7038">
                  <c:v>2.0859049801103273</c:v>
                </c:pt>
                <c:pt idx="7039">
                  <c:v>2.0847563789806816</c:v>
                </c:pt>
                <c:pt idx="7040">
                  <c:v>2.0826083492670491</c:v>
                </c:pt>
                <c:pt idx="7041">
                  <c:v>2.0812089294740774</c:v>
                </c:pt>
                <c:pt idx="7042">
                  <c:v>2.0810910749214302</c:v>
                </c:pt>
                <c:pt idx="7043">
                  <c:v>2.0808163556844903</c:v>
                </c:pt>
                <c:pt idx="7044">
                  <c:v>2.0808419045735258</c:v>
                </c:pt>
                <c:pt idx="7045">
                  <c:v>2.0805169117162259</c:v>
                </c:pt>
                <c:pt idx="7046">
                  <c:v>2.0791999076943366</c:v>
                </c:pt>
                <c:pt idx="7047">
                  <c:v>2.0785295927562033</c:v>
                </c:pt>
                <c:pt idx="7048">
                  <c:v>2.0790512845871518</c:v>
                </c:pt>
                <c:pt idx="7049">
                  <c:v>2.0808897057207534</c:v>
                </c:pt>
                <c:pt idx="7050">
                  <c:v>2.0814479352102153</c:v>
                </c:pt>
                <c:pt idx="7051">
                  <c:v>2.0820987450825257</c:v>
                </c:pt>
                <c:pt idx="7052">
                  <c:v>2.0819949012109622</c:v>
                </c:pt>
                <c:pt idx="7053">
                  <c:v>2.0809245950638449</c:v>
                </c:pt>
                <c:pt idx="7054">
                  <c:v>2.0784782202588956</c:v>
                </c:pt>
                <c:pt idx="7055">
                  <c:v>2.0770384167380938</c:v>
                </c:pt>
                <c:pt idx="7056">
                  <c:v>2.077343629810334</c:v>
                </c:pt>
                <c:pt idx="7057">
                  <c:v>2.0766952924111557</c:v>
                </c:pt>
                <c:pt idx="7058">
                  <c:v>2.0775746686886003</c:v>
                </c:pt>
                <c:pt idx="7059">
                  <c:v>2.0784062438188173</c:v>
                </c:pt>
                <c:pt idx="7060">
                  <c:v>2.0770480319113864</c:v>
                </c:pt>
                <c:pt idx="7061">
                  <c:v>2.0752730709215181</c:v>
                </c:pt>
                <c:pt idx="7062">
                  <c:v>2.0741016680952069</c:v>
                </c:pt>
                <c:pt idx="7063">
                  <c:v>2.0741530405925146</c:v>
                </c:pt>
                <c:pt idx="7064">
                  <c:v>2.0733198171468761</c:v>
                </c:pt>
                <c:pt idx="7065">
                  <c:v>2.0714418364431553</c:v>
                </c:pt>
                <c:pt idx="7066">
                  <c:v>2.0710649216500738</c:v>
                </c:pt>
                <c:pt idx="7067">
                  <c:v>2.0710201424144525</c:v>
                </c:pt>
                <c:pt idx="7068">
                  <c:v>2.0714297487967297</c:v>
                </c:pt>
                <c:pt idx="7069">
                  <c:v>2.0723462121711611</c:v>
                </c:pt>
                <c:pt idx="7070">
                  <c:v>2.073616788642008</c:v>
                </c:pt>
                <c:pt idx="7071">
                  <c:v>2.0754807586646447</c:v>
                </c:pt>
                <c:pt idx="7072">
                  <c:v>2.0761854135073956</c:v>
                </c:pt>
                <c:pt idx="7073">
                  <c:v>2.0742588074987363</c:v>
                </c:pt>
                <c:pt idx="7074">
                  <c:v>2.0722017098525307</c:v>
                </c:pt>
                <c:pt idx="7075">
                  <c:v>2.0702753785631085</c:v>
                </c:pt>
                <c:pt idx="7076">
                  <c:v>2.0700086261840398</c:v>
                </c:pt>
                <c:pt idx="7077">
                  <c:v>2.0695424276389529</c:v>
                </c:pt>
                <c:pt idx="7078">
                  <c:v>2.0693748489044195</c:v>
                </c:pt>
                <c:pt idx="7079">
                  <c:v>2.0685836575020331</c:v>
                </c:pt>
                <c:pt idx="7080">
                  <c:v>2.0685229445506694</c:v>
                </c:pt>
                <c:pt idx="7081">
                  <c:v>2.0696047889057385</c:v>
                </c:pt>
                <c:pt idx="7082">
                  <c:v>2.0698424210456912</c:v>
                </c:pt>
                <c:pt idx="7083">
                  <c:v>2.0699317047976966</c:v>
                </c:pt>
                <c:pt idx="7084">
                  <c:v>2.0688960132744336</c:v>
                </c:pt>
                <c:pt idx="7085">
                  <c:v>2.0675199446166017</c:v>
                </c:pt>
                <c:pt idx="7086">
                  <c:v>2.0670086921166568</c:v>
                </c:pt>
                <c:pt idx="7087">
                  <c:v>2.0666067778730137</c:v>
                </c:pt>
                <c:pt idx="7088">
                  <c:v>2.0674081338871675</c:v>
                </c:pt>
                <c:pt idx="7089">
                  <c:v>2.0684160787674997</c:v>
                </c:pt>
                <c:pt idx="7090">
                  <c:v>2.0686432715764487</c:v>
                </c:pt>
                <c:pt idx="7091">
                  <c:v>2.0693685303619702</c:v>
                </c:pt>
                <c:pt idx="7092">
                  <c:v>2.0685259664622757</c:v>
                </c:pt>
                <c:pt idx="7093">
                  <c:v>2.0675617019406167</c:v>
                </c:pt>
                <c:pt idx="7094">
                  <c:v>2.0663273884090461</c:v>
                </c:pt>
                <c:pt idx="7095">
                  <c:v>2.0644087492582579</c:v>
                </c:pt>
                <c:pt idx="7096">
                  <c:v>2.06292554009802</c:v>
                </c:pt>
                <c:pt idx="7097">
                  <c:v>2.0625730753170259</c:v>
                </c:pt>
                <c:pt idx="7098">
                  <c:v>2.0630362519505065</c:v>
                </c:pt>
                <c:pt idx="7099">
                  <c:v>2.0633845959429462</c:v>
                </c:pt>
                <c:pt idx="7100">
                  <c:v>2.0640505153732884</c:v>
                </c:pt>
                <c:pt idx="7101">
                  <c:v>2.0657537746423156</c:v>
                </c:pt>
                <c:pt idx="7102">
                  <c:v>2.0670040218896286</c:v>
                </c:pt>
                <c:pt idx="7103">
                  <c:v>2.0676257115228238</c:v>
                </c:pt>
                <c:pt idx="7104">
                  <c:v>2.0668133667391926</c:v>
                </c:pt>
                <c:pt idx="7105">
                  <c:v>2.0652186215687567</c:v>
                </c:pt>
                <c:pt idx="7106">
                  <c:v>2.0655370211643702</c:v>
                </c:pt>
                <c:pt idx="7107">
                  <c:v>2.0670817674336828</c:v>
                </c:pt>
                <c:pt idx="7108">
                  <c:v>2.066446341838641</c:v>
                </c:pt>
                <c:pt idx="7109">
                  <c:v>2.0653702665875477</c:v>
                </c:pt>
                <c:pt idx="7110">
                  <c:v>2.064916155688886</c:v>
                </c:pt>
                <c:pt idx="7111">
                  <c:v>2.0630164721654469</c:v>
                </c:pt>
                <c:pt idx="7112">
                  <c:v>2.0640972176435683</c:v>
                </c:pt>
                <c:pt idx="7113">
                  <c:v>2.0653123008285532</c:v>
                </c:pt>
                <c:pt idx="7114">
                  <c:v>2.065098294542977</c:v>
                </c:pt>
                <c:pt idx="7115">
                  <c:v>2.0645656139425506</c:v>
                </c:pt>
                <c:pt idx="7116">
                  <c:v>2.0638252455989976</c:v>
                </c:pt>
                <c:pt idx="7117">
                  <c:v>2.064226885123404</c:v>
                </c:pt>
                <c:pt idx="7118">
                  <c:v>2.0634826707105338</c:v>
                </c:pt>
                <c:pt idx="7119">
                  <c:v>2.063682941034263</c:v>
                </c:pt>
                <c:pt idx="7120">
                  <c:v>2.0637829388365092</c:v>
                </c:pt>
                <c:pt idx="7121">
                  <c:v>2.0632389947473682</c:v>
                </c:pt>
                <c:pt idx="7122">
                  <c:v>2.063062624997253</c:v>
                </c:pt>
                <c:pt idx="7123">
                  <c:v>2.0628469703962549</c:v>
                </c:pt>
                <c:pt idx="7124">
                  <c:v>2.064056559196501</c:v>
                </c:pt>
                <c:pt idx="7125">
                  <c:v>2.0658705303180152</c:v>
                </c:pt>
                <c:pt idx="7126">
                  <c:v>2.0669249027493901</c:v>
                </c:pt>
                <c:pt idx="7127">
                  <c:v>2.0662773895079227</c:v>
                </c:pt>
                <c:pt idx="7128">
                  <c:v>2.0651686226676338</c:v>
                </c:pt>
                <c:pt idx="7129">
                  <c:v>2.0657342695764926</c:v>
                </c:pt>
                <c:pt idx="7130">
                  <c:v>2.0658400364827147</c:v>
                </c:pt>
                <c:pt idx="7131">
                  <c:v>2.0655850970308345</c:v>
                </c:pt>
                <c:pt idx="7132">
                  <c:v>2.0632944880332302</c:v>
                </c:pt>
                <c:pt idx="7133">
                  <c:v>2.0605610316256784</c:v>
                </c:pt>
                <c:pt idx="7134">
                  <c:v>2.0595017142480385</c:v>
                </c:pt>
                <c:pt idx="7135">
                  <c:v>2.059156941605679</c:v>
                </c:pt>
                <c:pt idx="7136">
                  <c:v>2.0590596909958023</c:v>
                </c:pt>
                <c:pt idx="7137">
                  <c:v>2.0594195731961933</c:v>
                </c:pt>
                <c:pt idx="7138">
                  <c:v>2.0615140326586228</c:v>
                </c:pt>
                <c:pt idx="7139">
                  <c:v>2.062535713500802</c:v>
                </c:pt>
                <c:pt idx="7140">
                  <c:v>2.0599962088745301</c:v>
                </c:pt>
                <c:pt idx="7141">
                  <c:v>2.058285532186106</c:v>
                </c:pt>
                <c:pt idx="7142">
                  <c:v>2.0582613568932553</c:v>
                </c:pt>
                <c:pt idx="7143">
                  <c:v>2.0586511834904728</c:v>
                </c:pt>
                <c:pt idx="7144">
                  <c:v>2.0611236566229314</c:v>
                </c:pt>
                <c:pt idx="7145">
                  <c:v>2.0624027493901234</c:v>
                </c:pt>
                <c:pt idx="7146">
                  <c:v>2.0633584976154369</c:v>
                </c:pt>
                <c:pt idx="7147">
                  <c:v>2.0650145051757103</c:v>
                </c:pt>
                <c:pt idx="7148">
                  <c:v>2.0654166941385905</c:v>
                </c:pt>
                <c:pt idx="7149">
                  <c:v>2.0651631282828951</c:v>
                </c:pt>
                <c:pt idx="7150">
                  <c:v>2.0643123228060922</c:v>
                </c:pt>
                <c:pt idx="7151">
                  <c:v>2.0637711259093208</c:v>
                </c:pt>
                <c:pt idx="7152">
                  <c:v>2.0630442188083777</c:v>
                </c:pt>
                <c:pt idx="7153">
                  <c:v>2.0632348739588142</c:v>
                </c:pt>
                <c:pt idx="7154">
                  <c:v>2.0624296718753432</c:v>
                </c:pt>
                <c:pt idx="7155">
                  <c:v>2.0608123997274785</c:v>
                </c:pt>
                <c:pt idx="7156">
                  <c:v>2.0608522340168349</c:v>
                </c:pt>
                <c:pt idx="7157">
                  <c:v>2.0607906969077603</c:v>
                </c:pt>
                <c:pt idx="7158">
                  <c:v>2.0625414826047779</c:v>
                </c:pt>
                <c:pt idx="7159">
                  <c:v>2.0639496934133317</c:v>
                </c:pt>
                <c:pt idx="7160">
                  <c:v>2.0634043757280058</c:v>
                </c:pt>
                <c:pt idx="7161">
                  <c:v>2.0638219489681546</c:v>
                </c:pt>
                <c:pt idx="7162">
                  <c:v>2.062832684995934</c:v>
                </c:pt>
                <c:pt idx="7163">
                  <c:v>2.0628991670512735</c:v>
                </c:pt>
                <c:pt idx="7164">
                  <c:v>2.064307652579064</c:v>
                </c:pt>
                <c:pt idx="7165">
                  <c:v>2.0629892749609899</c:v>
                </c:pt>
                <c:pt idx="7166">
                  <c:v>2.0614829893848485</c:v>
                </c:pt>
                <c:pt idx="7167">
                  <c:v>2.0623640139777146</c:v>
                </c:pt>
                <c:pt idx="7168">
                  <c:v>2.0629359794290236</c:v>
                </c:pt>
                <c:pt idx="7169">
                  <c:v>2.0628799367046877</c:v>
                </c:pt>
                <c:pt idx="7170">
                  <c:v>2.0625686798092349</c:v>
                </c:pt>
                <c:pt idx="7171">
                  <c:v>2.0621522054460342</c:v>
                </c:pt>
                <c:pt idx="7172">
                  <c:v>2.0622585217907297</c:v>
                </c:pt>
                <c:pt idx="7173">
                  <c:v>2.0613222786312391</c:v>
                </c:pt>
                <c:pt idx="7174">
                  <c:v>2.0589602426320299</c:v>
                </c:pt>
                <c:pt idx="7175">
                  <c:v>2.0579300454935057</c:v>
                </c:pt>
                <c:pt idx="7176">
                  <c:v>2.0571633041032067</c:v>
                </c:pt>
                <c:pt idx="7177">
                  <c:v>2.057772356651502</c:v>
                </c:pt>
                <c:pt idx="7178">
                  <c:v>2.0596742379288369</c:v>
                </c:pt>
                <c:pt idx="7179">
                  <c:v>2.0588618931452056</c:v>
                </c:pt>
                <c:pt idx="7180">
                  <c:v>2.0581838860684383</c:v>
                </c:pt>
                <c:pt idx="7181">
                  <c:v>2.0589838684864068</c:v>
                </c:pt>
                <c:pt idx="7182">
                  <c:v>2.0607538845300102</c:v>
                </c:pt>
                <c:pt idx="7183">
                  <c:v>2.0612747522032482</c:v>
                </c:pt>
                <c:pt idx="7184">
                  <c:v>2.0606832816861167</c:v>
                </c:pt>
                <c:pt idx="7185">
                  <c:v>2.0607580053185646</c:v>
                </c:pt>
                <c:pt idx="7186">
                  <c:v>2.0617643018834753</c:v>
                </c:pt>
                <c:pt idx="7187">
                  <c:v>2.0627854332871807</c:v>
                </c:pt>
                <c:pt idx="7188">
                  <c:v>2.0625851629634515</c:v>
                </c:pt>
                <c:pt idx="7189">
                  <c:v>2.0617151271400629</c:v>
                </c:pt>
                <c:pt idx="7190">
                  <c:v>2.0617104569130347</c:v>
                </c:pt>
                <c:pt idx="7191">
                  <c:v>2.0621615459000902</c:v>
                </c:pt>
                <c:pt idx="7192">
                  <c:v>2.0619714401881279</c:v>
                </c:pt>
                <c:pt idx="7193">
                  <c:v>2.0625175820311643</c:v>
                </c:pt>
                <c:pt idx="7194">
                  <c:v>2.0634678358717391</c:v>
                </c:pt>
                <c:pt idx="7195">
                  <c:v>2.0638266191951824</c:v>
                </c:pt>
                <c:pt idx="7196">
                  <c:v>2.0640815586470627</c:v>
                </c:pt>
                <c:pt idx="7197">
                  <c:v>2.0631999846157227</c:v>
                </c:pt>
                <c:pt idx="7198">
                  <c:v>2.0631725126920286</c:v>
                </c:pt>
                <c:pt idx="7199">
                  <c:v>2.0645246807762465</c:v>
                </c:pt>
                <c:pt idx="7200">
                  <c:v>2.0647848398936288</c:v>
                </c:pt>
                <c:pt idx="7201">
                  <c:v>2.065957066877651</c:v>
                </c:pt>
                <c:pt idx="7202">
                  <c:v>2.0658375640095823</c:v>
                </c:pt>
                <c:pt idx="7203">
                  <c:v>2.0649886815674381</c:v>
                </c:pt>
                <c:pt idx="7204">
                  <c:v>2.0652848289048591</c:v>
                </c:pt>
                <c:pt idx="7205">
                  <c:v>2.0659845388013451</c:v>
                </c:pt>
                <c:pt idx="7206">
                  <c:v>2.0663177732357529</c:v>
                </c:pt>
                <c:pt idx="7207">
                  <c:v>2.0659348146194589</c:v>
                </c:pt>
                <c:pt idx="7208">
                  <c:v>2.0650466473264322</c:v>
                </c:pt>
                <c:pt idx="7209">
                  <c:v>2.0648331904793302</c:v>
                </c:pt>
                <c:pt idx="7210">
                  <c:v>2.0658757499835168</c:v>
                </c:pt>
                <c:pt idx="7211">
                  <c:v>2.0672696753917497</c:v>
                </c:pt>
                <c:pt idx="7212">
                  <c:v>2.0683734972857741</c:v>
                </c:pt>
                <c:pt idx="7213">
                  <c:v>2.0678652666974351</c:v>
                </c:pt>
                <c:pt idx="7214">
                  <c:v>2.0659966264477703</c:v>
                </c:pt>
                <c:pt idx="7215">
                  <c:v>2.0644027054350453</c:v>
                </c:pt>
                <c:pt idx="7216">
                  <c:v>2.0639623304982306</c:v>
                </c:pt>
                <c:pt idx="7217">
                  <c:v>2.0672751697764884</c:v>
                </c:pt>
                <c:pt idx="7218">
                  <c:v>2.068291630953166</c:v>
                </c:pt>
                <c:pt idx="7219">
                  <c:v>2.067729830113624</c:v>
                </c:pt>
                <c:pt idx="7220">
                  <c:v>2.0693905079009252</c:v>
                </c:pt>
                <c:pt idx="7221">
                  <c:v>2.0699932419067713</c:v>
                </c:pt>
                <c:pt idx="7222">
                  <c:v>2.0689542537526648</c:v>
                </c:pt>
                <c:pt idx="7223">
                  <c:v>2.0690572734665174</c:v>
                </c:pt>
                <c:pt idx="7224">
                  <c:v>2.0695888551899957</c:v>
                </c:pt>
                <c:pt idx="7225">
                  <c:v>2.0689146941825456</c:v>
                </c:pt>
                <c:pt idx="7226">
                  <c:v>2.0679814729346608</c:v>
                </c:pt>
                <c:pt idx="7227">
                  <c:v>2.0675221423704975</c:v>
                </c:pt>
                <c:pt idx="7228">
                  <c:v>2.0697756642711149</c:v>
                </c:pt>
                <c:pt idx="7229">
                  <c:v>2.0722646205577901</c:v>
                </c:pt>
                <c:pt idx="7230">
                  <c:v>2.0730747675875256</c:v>
                </c:pt>
                <c:pt idx="7231">
                  <c:v>2.0730909760225051</c:v>
                </c:pt>
                <c:pt idx="7232">
                  <c:v>2.0717019955605371</c:v>
                </c:pt>
                <c:pt idx="7233">
                  <c:v>2.0704154853739478</c:v>
                </c:pt>
                <c:pt idx="7234">
                  <c:v>2.0718503439484848</c:v>
                </c:pt>
                <c:pt idx="7235">
                  <c:v>2.0735654161446999</c:v>
                </c:pt>
                <c:pt idx="7236">
                  <c:v>2.0724374189578252</c:v>
                </c:pt>
                <c:pt idx="7237">
                  <c:v>2.0700767565548008</c:v>
                </c:pt>
                <c:pt idx="7238">
                  <c:v>2.0696102832904772</c:v>
                </c:pt>
                <c:pt idx="7239">
                  <c:v>2.070397079185073</c:v>
                </c:pt>
                <c:pt idx="7240">
                  <c:v>2.0712264565613943</c:v>
                </c:pt>
                <c:pt idx="7241">
                  <c:v>2.0710965143623219</c:v>
                </c:pt>
                <c:pt idx="7242">
                  <c:v>2.0702501043933101</c:v>
                </c:pt>
                <c:pt idx="7243">
                  <c:v>2.0713105206478977</c:v>
                </c:pt>
                <c:pt idx="7244">
                  <c:v>2.071857486648645</c:v>
                </c:pt>
                <c:pt idx="7245">
                  <c:v>2.0712481593811125</c:v>
                </c:pt>
                <c:pt idx="7246">
                  <c:v>2.070972341267225</c:v>
                </c:pt>
                <c:pt idx="7247">
                  <c:v>2.0712640930968549</c:v>
                </c:pt>
                <c:pt idx="7248">
                  <c:v>2.0718607832794884</c:v>
                </c:pt>
                <c:pt idx="7249">
                  <c:v>2.0722926419199577</c:v>
                </c:pt>
                <c:pt idx="7250">
                  <c:v>2.0732019625942288</c:v>
                </c:pt>
                <c:pt idx="7251">
                  <c:v>2.0732481154260345</c:v>
                </c:pt>
                <c:pt idx="7252">
                  <c:v>2.0717753455968002</c:v>
                </c:pt>
                <c:pt idx="7253">
                  <c:v>2.0713778268609482</c:v>
                </c:pt>
                <c:pt idx="7254">
                  <c:v>2.073328058723984</c:v>
                </c:pt>
                <c:pt idx="7255">
                  <c:v>2.0749978022461044</c:v>
                </c:pt>
                <c:pt idx="7256">
                  <c:v>2.0764958462451375</c:v>
                </c:pt>
                <c:pt idx="7257">
                  <c:v>2.0789312322806093</c:v>
                </c:pt>
                <c:pt idx="7258">
                  <c:v>2.0784268477615875</c:v>
                </c:pt>
                <c:pt idx="7259">
                  <c:v>2.0776925232412475</c:v>
                </c:pt>
                <c:pt idx="7260">
                  <c:v>2.0783386628865301</c:v>
                </c:pt>
                <c:pt idx="7261">
                  <c:v>2.0783556954792202</c:v>
                </c:pt>
                <c:pt idx="7262">
                  <c:v>2.0779900441748533</c:v>
                </c:pt>
                <c:pt idx="7263">
                  <c:v>2.0775752181270741</c:v>
                </c:pt>
                <c:pt idx="7264">
                  <c:v>2.0789174963187622</c:v>
                </c:pt>
                <c:pt idx="7265">
                  <c:v>2.0800367024900552</c:v>
                </c:pt>
                <c:pt idx="7266">
                  <c:v>2.0798976945561636</c:v>
                </c:pt>
                <c:pt idx="7267">
                  <c:v>2.0796611612931586</c:v>
                </c:pt>
                <c:pt idx="7268">
                  <c:v>2.077329893848487</c:v>
                </c:pt>
                <c:pt idx="7269">
                  <c:v>2.0767958396518758</c:v>
                </c:pt>
                <c:pt idx="7270">
                  <c:v>2.0778482890485925</c:v>
                </c:pt>
                <c:pt idx="7271">
                  <c:v>2.0782963561240413</c:v>
                </c:pt>
                <c:pt idx="7272">
                  <c:v>2.0798845080327903</c:v>
                </c:pt>
                <c:pt idx="7273">
                  <c:v>2.0820245708885521</c:v>
                </c:pt>
                <c:pt idx="7274">
                  <c:v>2.0824465396364915</c:v>
                </c:pt>
                <c:pt idx="7275">
                  <c:v>2.081206457000945</c:v>
                </c:pt>
                <c:pt idx="7276">
                  <c:v>2.078092514450232</c:v>
                </c:pt>
                <c:pt idx="7277">
                  <c:v>2.0763021691830947</c:v>
                </c:pt>
                <c:pt idx="7278">
                  <c:v>2.0768496846223159</c:v>
                </c:pt>
                <c:pt idx="7279">
                  <c:v>2.0782295993494651</c:v>
                </c:pt>
                <c:pt idx="7280">
                  <c:v>2.0799515395266037</c:v>
                </c:pt>
                <c:pt idx="7281">
                  <c:v>2.0808204764730447</c:v>
                </c:pt>
                <c:pt idx="7282">
                  <c:v>2.081803971341289</c:v>
                </c:pt>
                <c:pt idx="7283">
                  <c:v>2.0826410408562448</c:v>
                </c:pt>
                <c:pt idx="7284">
                  <c:v>2.0835344278147732</c:v>
                </c:pt>
                <c:pt idx="7285">
                  <c:v>2.0839256280081755</c:v>
                </c:pt>
                <c:pt idx="7286">
                  <c:v>2.0830687787081601</c:v>
                </c:pt>
                <c:pt idx="7287">
                  <c:v>2.0827915869980878</c:v>
                </c:pt>
                <c:pt idx="7288">
                  <c:v>2.0822970923715962</c:v>
                </c:pt>
                <c:pt idx="7289">
                  <c:v>2.0811831058658052</c:v>
                </c:pt>
                <c:pt idx="7290">
                  <c:v>2.0820756686666226</c:v>
                </c:pt>
                <c:pt idx="7291">
                  <c:v>2.0830836135469548</c:v>
                </c:pt>
                <c:pt idx="7292">
                  <c:v>2.0840808443770467</c:v>
                </c:pt>
                <c:pt idx="7293">
                  <c:v>2.0850319223753324</c:v>
                </c:pt>
                <c:pt idx="7294">
                  <c:v>2.0852552691149646</c:v>
                </c:pt>
                <c:pt idx="7295">
                  <c:v>2.0842184787147535</c:v>
                </c:pt>
                <c:pt idx="7296">
                  <c:v>2.084207489945276</c:v>
                </c:pt>
                <c:pt idx="7297">
                  <c:v>2.0849313751346124</c:v>
                </c:pt>
                <c:pt idx="7298">
                  <c:v>2.0860582734445399</c:v>
                </c:pt>
                <c:pt idx="7299">
                  <c:v>2.086892595767126</c:v>
                </c:pt>
                <c:pt idx="7300">
                  <c:v>2.0862368409485508</c:v>
                </c:pt>
                <c:pt idx="7301">
                  <c:v>2.0864178809256941</c:v>
                </c:pt>
                <c:pt idx="7302">
                  <c:v>2.0856450957121822</c:v>
                </c:pt>
                <c:pt idx="7303">
                  <c:v>2.0836899189028815</c:v>
                </c:pt>
                <c:pt idx="7304">
                  <c:v>2.0839193094657262</c:v>
                </c:pt>
                <c:pt idx="7305">
                  <c:v>2.0871107228412562</c:v>
                </c:pt>
                <c:pt idx="7306">
                  <c:v>2.0893466627107098</c:v>
                </c:pt>
                <c:pt idx="7307">
                  <c:v>2.0904752093360583</c:v>
                </c:pt>
                <c:pt idx="7308">
                  <c:v>2.0912076108217401</c:v>
                </c:pt>
                <c:pt idx="7309">
                  <c:v>2.0901906002065891</c:v>
                </c:pt>
                <c:pt idx="7310">
                  <c:v>2.0886999736269534</c:v>
                </c:pt>
                <c:pt idx="7311">
                  <c:v>2.0878343333113558</c:v>
                </c:pt>
                <c:pt idx="7312">
                  <c:v>2.0890290872728072</c:v>
                </c:pt>
                <c:pt idx="7313">
                  <c:v>2.09038620030329</c:v>
                </c:pt>
                <c:pt idx="7314">
                  <c:v>2.0902035120107252</c:v>
                </c:pt>
                <c:pt idx="7315">
                  <c:v>2.0906098217621589</c:v>
                </c:pt>
                <c:pt idx="7316">
                  <c:v>2.0929696600074723</c:v>
                </c:pt>
                <c:pt idx="7317">
                  <c:v>2.095730863057955</c:v>
                </c:pt>
                <c:pt idx="7318">
                  <c:v>2.0961336014593086</c:v>
                </c:pt>
                <c:pt idx="7319">
                  <c:v>2.0945416034812423</c:v>
                </c:pt>
                <c:pt idx="7320">
                  <c:v>2.0935701962594226</c:v>
                </c:pt>
                <c:pt idx="7321">
                  <c:v>2.0943534208039383</c:v>
                </c:pt>
                <c:pt idx="7322">
                  <c:v>2.0953990022197315</c:v>
                </c:pt>
                <c:pt idx="7323">
                  <c:v>2.0965940309004196</c:v>
                </c:pt>
                <c:pt idx="7324">
                  <c:v>2.0980404276829079</c:v>
                </c:pt>
                <c:pt idx="7325">
                  <c:v>2.0995642952902136</c:v>
                </c:pt>
                <c:pt idx="7326">
                  <c:v>2.0989906815234831</c:v>
                </c:pt>
                <c:pt idx="7327">
                  <c:v>2.0979005955913057</c:v>
                </c:pt>
                <c:pt idx="7328">
                  <c:v>2.0995131975121426</c:v>
                </c:pt>
                <c:pt idx="7329">
                  <c:v>2.0994107272367639</c:v>
                </c:pt>
                <c:pt idx="7330">
                  <c:v>2.0976909848135206</c:v>
                </c:pt>
                <c:pt idx="7331">
                  <c:v>2.0981585569547923</c:v>
                </c:pt>
                <c:pt idx="7332">
                  <c:v>2.0984450891189206</c:v>
                </c:pt>
                <c:pt idx="7333">
                  <c:v>2.0994876486231071</c:v>
                </c:pt>
                <c:pt idx="7334">
                  <c:v>2.1000873607173469</c:v>
                </c:pt>
                <c:pt idx="7335">
                  <c:v>2.1004574075295048</c:v>
                </c:pt>
                <c:pt idx="7336">
                  <c:v>2.1024617590822179</c:v>
                </c:pt>
                <c:pt idx="7337">
                  <c:v>2.102817795213292</c:v>
                </c:pt>
                <c:pt idx="7338">
                  <c:v>2.1019483088283772</c:v>
                </c:pt>
                <c:pt idx="7339">
                  <c:v>2.1029999340673831</c:v>
                </c:pt>
                <c:pt idx="7340">
                  <c:v>2.1025785147579175</c:v>
                </c:pt>
                <c:pt idx="7341">
                  <c:v>2.1024749456055911</c:v>
                </c:pt>
                <c:pt idx="7342">
                  <c:v>2.1032004791103494</c:v>
                </c:pt>
                <c:pt idx="7343">
                  <c:v>2.1039705171314917</c:v>
                </c:pt>
                <c:pt idx="7344">
                  <c:v>2.1059127821366563</c:v>
                </c:pt>
                <c:pt idx="7345">
                  <c:v>2.1057707522911584</c:v>
                </c:pt>
                <c:pt idx="7346">
                  <c:v>2.1055941078218061</c:v>
                </c:pt>
                <c:pt idx="7347">
                  <c:v>2.1056273488494757</c:v>
                </c:pt>
                <c:pt idx="7348">
                  <c:v>2.1061850289004638</c:v>
                </c:pt>
                <c:pt idx="7349">
                  <c:v>2.1071558866838092</c:v>
                </c:pt>
                <c:pt idx="7350">
                  <c:v>2.1077588954088919</c:v>
                </c:pt>
                <c:pt idx="7351">
                  <c:v>2.1075536801388979</c:v>
                </c:pt>
                <c:pt idx="7352">
                  <c:v>2.108996505571306</c:v>
                </c:pt>
                <c:pt idx="7353">
                  <c:v>2.109942089184853</c:v>
                </c:pt>
                <c:pt idx="7354">
                  <c:v>2.1093654535065163</c:v>
                </c:pt>
                <c:pt idx="7355">
                  <c:v>2.1087814004087821</c:v>
                </c:pt>
                <c:pt idx="7356">
                  <c:v>2.1096929188369486</c:v>
                </c:pt>
                <c:pt idx="7357">
                  <c:v>2.1105657018527064</c:v>
                </c:pt>
                <c:pt idx="7358">
                  <c:v>2.111993967165557</c:v>
                </c:pt>
                <c:pt idx="7359">
                  <c:v>2.1122881914683194</c:v>
                </c:pt>
                <c:pt idx="7360">
                  <c:v>2.1116222720379771</c:v>
                </c:pt>
                <c:pt idx="7361">
                  <c:v>2.1110129447704447</c:v>
                </c:pt>
                <c:pt idx="7362">
                  <c:v>2.1121233599261555</c:v>
                </c:pt>
                <c:pt idx="7363">
                  <c:v>2.1133557504230676</c:v>
                </c:pt>
                <c:pt idx="7364">
                  <c:v>2.1127648293444099</c:v>
                </c:pt>
                <c:pt idx="7365">
                  <c:v>2.1128782883892661</c:v>
                </c:pt>
                <c:pt idx="7366">
                  <c:v>2.1151639524406058</c:v>
                </c:pt>
                <c:pt idx="7367">
                  <c:v>2.11767900705479</c:v>
                </c:pt>
                <c:pt idx="7368">
                  <c:v>2.1189270565482077</c:v>
                </c:pt>
                <c:pt idx="7369">
                  <c:v>2.1169463308498715</c:v>
                </c:pt>
                <c:pt idx="7370">
                  <c:v>2.1150848333003669</c:v>
                </c:pt>
                <c:pt idx="7371">
                  <c:v>2.1158438825520318</c:v>
                </c:pt>
                <c:pt idx="7372">
                  <c:v>2.1169249027493899</c:v>
                </c:pt>
                <c:pt idx="7373">
                  <c:v>2.1180721302828509</c:v>
                </c:pt>
                <c:pt idx="7374">
                  <c:v>2.1191517768840247</c:v>
                </c:pt>
                <c:pt idx="7375">
                  <c:v>2.1190770532515768</c:v>
                </c:pt>
                <c:pt idx="7376">
                  <c:v>2.1180647128634535</c:v>
                </c:pt>
                <c:pt idx="7377">
                  <c:v>2.1176768093008946</c:v>
                </c:pt>
                <c:pt idx="7378">
                  <c:v>2.1183523439045295</c:v>
                </c:pt>
                <c:pt idx="7379">
                  <c:v>2.1191347442913342</c:v>
                </c:pt>
                <c:pt idx="7380">
                  <c:v>2.1199218149051671</c:v>
                </c:pt>
                <c:pt idx="7381">
                  <c:v>2.1223220368783102</c:v>
                </c:pt>
                <c:pt idx="7382">
                  <c:v>2.1247527526867542</c:v>
                </c:pt>
                <c:pt idx="7383">
                  <c:v>2.1257527307092152</c:v>
                </c:pt>
                <c:pt idx="7384">
                  <c:v>2.1258030043295753</c:v>
                </c:pt>
                <c:pt idx="7385">
                  <c:v>2.1264315619436935</c:v>
                </c:pt>
                <c:pt idx="7386">
                  <c:v>2.1258153666952375</c:v>
                </c:pt>
                <c:pt idx="7387">
                  <c:v>2.1260343179270786</c:v>
                </c:pt>
                <c:pt idx="7388">
                  <c:v>2.1272922573130262</c:v>
                </c:pt>
                <c:pt idx="7389">
                  <c:v>2.1287600821959956</c:v>
                </c:pt>
                <c:pt idx="7390">
                  <c:v>2.1304498802224128</c:v>
                </c:pt>
                <c:pt idx="7391">
                  <c:v>2.1301737873892881</c:v>
                </c:pt>
                <c:pt idx="7392">
                  <c:v>2.1307355882288301</c:v>
                </c:pt>
                <c:pt idx="7393">
                  <c:v>2.1324610997560494</c:v>
                </c:pt>
                <c:pt idx="7394">
                  <c:v>2.1322630271862155</c:v>
                </c:pt>
                <c:pt idx="7395">
                  <c:v>2.1308952001054924</c:v>
                </c:pt>
                <c:pt idx="7396">
                  <c:v>2.1305836684908024</c:v>
                </c:pt>
                <c:pt idx="7397">
                  <c:v>2.1305399881321287</c:v>
                </c:pt>
                <c:pt idx="7398">
                  <c:v>2.1328039493637503</c:v>
                </c:pt>
                <c:pt idx="7399">
                  <c:v>2.1358209160238237</c:v>
                </c:pt>
                <c:pt idx="7400">
                  <c:v>2.1387518955627347</c:v>
                </c:pt>
                <c:pt idx="7401">
                  <c:v>2.1415430430100439</c:v>
                </c:pt>
                <c:pt idx="7402">
                  <c:v>2.1417713346959406</c:v>
                </c:pt>
                <c:pt idx="7403">
                  <c:v>2.1396623151139536</c:v>
                </c:pt>
                <c:pt idx="7404">
                  <c:v>2.1388411793147402</c:v>
                </c:pt>
                <c:pt idx="7405">
                  <c:v>2.1390040878222458</c:v>
                </c:pt>
                <c:pt idx="7406">
                  <c:v>2.1404026834575065</c:v>
                </c:pt>
                <c:pt idx="7407">
                  <c:v>2.1419441330959761</c:v>
                </c:pt>
                <c:pt idx="7408">
                  <c:v>2.1426345025384057</c:v>
                </c:pt>
                <c:pt idx="7409">
                  <c:v>2.1431603151579086</c:v>
                </c:pt>
                <c:pt idx="7410">
                  <c:v>2.1438891452935103</c:v>
                </c:pt>
                <c:pt idx="7411">
                  <c:v>2.1456978967495219</c:v>
                </c:pt>
                <c:pt idx="7412">
                  <c:v>2.1454797696753918</c:v>
                </c:pt>
                <c:pt idx="7413">
                  <c:v>2.1449855497681369</c:v>
                </c:pt>
                <c:pt idx="7414">
                  <c:v>2.1446569855607569</c:v>
                </c:pt>
                <c:pt idx="7415">
                  <c:v>2.1433147073690688</c:v>
                </c:pt>
                <c:pt idx="7416">
                  <c:v>2.1434484956374584</c:v>
                </c:pt>
                <c:pt idx="7417">
                  <c:v>2.1461228874090681</c:v>
                </c:pt>
                <c:pt idx="7418">
                  <c:v>2.1466808421792929</c:v>
                </c:pt>
                <c:pt idx="7419">
                  <c:v>2.1469437484890443</c:v>
                </c:pt>
                <c:pt idx="7420">
                  <c:v>2.146555844926485</c:v>
                </c:pt>
                <c:pt idx="7421">
                  <c:v>2.1466736994791322</c:v>
                </c:pt>
                <c:pt idx="7422">
                  <c:v>2.1488030482846532</c:v>
                </c:pt>
                <c:pt idx="7423">
                  <c:v>2.1500895584712425</c:v>
                </c:pt>
                <c:pt idx="7424">
                  <c:v>2.1501923034658579</c:v>
                </c:pt>
                <c:pt idx="7425">
                  <c:v>2.1499741763917277</c:v>
                </c:pt>
                <c:pt idx="7426">
                  <c:v>2.148822278631239</c:v>
                </c:pt>
                <c:pt idx="7427">
                  <c:v>2.1487464561218435</c:v>
                </c:pt>
                <c:pt idx="7428">
                  <c:v>2.1503656513043667</c:v>
                </c:pt>
                <c:pt idx="7429">
                  <c:v>2.1510400870310544</c:v>
                </c:pt>
                <c:pt idx="7430">
                  <c:v>2.1512073910463507</c:v>
                </c:pt>
                <c:pt idx="7431">
                  <c:v>2.1526015911738203</c:v>
                </c:pt>
                <c:pt idx="7432">
                  <c:v>2.1549878024658797</c:v>
                </c:pt>
                <c:pt idx="7433">
                  <c:v>2.1561188215643612</c:v>
                </c:pt>
                <c:pt idx="7434">
                  <c:v>2.1567438078283994</c:v>
                </c:pt>
                <c:pt idx="7435">
                  <c:v>2.1561847541812269</c:v>
                </c:pt>
                <c:pt idx="7436">
                  <c:v>2.1547345113294214</c:v>
                </c:pt>
                <c:pt idx="7437">
                  <c:v>2.1551853255972397</c:v>
                </c:pt>
                <c:pt idx="7438">
                  <c:v>2.1568484758576734</c:v>
                </c:pt>
                <c:pt idx="7439">
                  <c:v>2.1580404826267556</c:v>
                </c:pt>
                <c:pt idx="7440">
                  <c:v>2.1580632843234215</c:v>
                </c:pt>
                <c:pt idx="7441">
                  <c:v>2.1590162853563659</c:v>
                </c:pt>
                <c:pt idx="7442">
                  <c:v>2.1608371244588032</c:v>
                </c:pt>
                <c:pt idx="7443">
                  <c:v>2.1621761060196478</c:v>
                </c:pt>
                <c:pt idx="7444">
                  <c:v>2.1638713984308038</c:v>
                </c:pt>
                <c:pt idx="7445">
                  <c:v>2.1652708182237754</c:v>
                </c:pt>
                <c:pt idx="7446">
                  <c:v>2.1645167139183754</c:v>
                </c:pt>
                <c:pt idx="7447">
                  <c:v>2.1647018746840727</c:v>
                </c:pt>
                <c:pt idx="7448">
                  <c:v>2.1660820641304586</c:v>
                </c:pt>
                <c:pt idx="7449">
                  <c:v>2.1654677919166612</c:v>
                </c:pt>
                <c:pt idx="7450">
                  <c:v>2.165513395309993</c:v>
                </c:pt>
                <c:pt idx="7451">
                  <c:v>2.1663740906793256</c:v>
                </c:pt>
                <c:pt idx="7452">
                  <c:v>2.16629469681985</c:v>
                </c:pt>
                <c:pt idx="7453">
                  <c:v>2.1667163908485527</c:v>
                </c:pt>
                <c:pt idx="7454">
                  <c:v>2.1657092701259315</c:v>
                </c:pt>
                <c:pt idx="7455">
                  <c:v>2.1635060218456736</c:v>
                </c:pt>
                <c:pt idx="7456">
                  <c:v>2.1640002417529285</c:v>
                </c:pt>
                <c:pt idx="7457">
                  <c:v>2.1663812333794863</c:v>
                </c:pt>
                <c:pt idx="7458">
                  <c:v>2.1702852684556384</c:v>
                </c:pt>
                <c:pt idx="7459">
                  <c:v>2.172889606821828</c:v>
                </c:pt>
                <c:pt idx="7460">
                  <c:v>2.1741173270917122</c:v>
                </c:pt>
                <c:pt idx="7461">
                  <c:v>2.1742780378453221</c:v>
                </c:pt>
                <c:pt idx="7462">
                  <c:v>2.1739846377002703</c:v>
                </c:pt>
                <c:pt idx="7463">
                  <c:v>2.1737115667787523</c:v>
                </c:pt>
                <c:pt idx="7464">
                  <c:v>2.1740016702929608</c:v>
                </c:pt>
                <c:pt idx="7465">
                  <c:v>2.1745725368673217</c:v>
                </c:pt>
                <c:pt idx="7466">
                  <c:v>2.1748346190193621</c:v>
                </c:pt>
                <c:pt idx="7467">
                  <c:v>2.1770213841454034</c:v>
                </c:pt>
                <c:pt idx="7468">
                  <c:v>2.1787279400452739</c:v>
                </c:pt>
                <c:pt idx="7469">
                  <c:v>2.180225159886596</c:v>
                </c:pt>
                <c:pt idx="7470">
                  <c:v>2.1797584119030349</c:v>
                </c:pt>
                <c:pt idx="7471">
                  <c:v>2.17821476451067</c:v>
                </c:pt>
                <c:pt idx="7472">
                  <c:v>2.1773581899298917</c:v>
                </c:pt>
                <c:pt idx="7473">
                  <c:v>2.1783523988483768</c:v>
                </c:pt>
                <c:pt idx="7474">
                  <c:v>2.1806061954682314</c:v>
                </c:pt>
                <c:pt idx="7475">
                  <c:v>2.1819031449858244</c:v>
                </c:pt>
                <c:pt idx="7476">
                  <c:v>2.1828110920639108</c:v>
                </c:pt>
                <c:pt idx="7477">
                  <c:v>2.1833143777059845</c:v>
                </c:pt>
                <c:pt idx="7478">
                  <c:v>2.1843135315707345</c:v>
                </c:pt>
                <c:pt idx="7479">
                  <c:v>2.1849302762576648</c:v>
                </c:pt>
                <c:pt idx="7480">
                  <c:v>2.185056647106657</c:v>
                </c:pt>
                <c:pt idx="7481">
                  <c:v>2.185032746533043</c:v>
                </c:pt>
                <c:pt idx="7482">
                  <c:v>2.1859711874464298</c:v>
                </c:pt>
                <c:pt idx="7483">
                  <c:v>2.1865090877123579</c:v>
                </c:pt>
                <c:pt idx="7484">
                  <c:v>2.1869024856596559</c:v>
                </c:pt>
                <c:pt idx="7485">
                  <c:v>2.1873752774664292</c:v>
                </c:pt>
                <c:pt idx="7486">
                  <c:v>2.1875159337157424</c:v>
                </c:pt>
                <c:pt idx="7487">
                  <c:v>2.1878582338849695</c:v>
                </c:pt>
                <c:pt idx="7488">
                  <c:v>2.1884911870068788</c:v>
                </c:pt>
                <c:pt idx="7489">
                  <c:v>2.1896551724137931</c:v>
                </c:pt>
                <c:pt idx="7490">
                  <c:v>2.1906128436737653</c:v>
                </c:pt>
                <c:pt idx="7491">
                  <c:v>2.1924867035889322</c:v>
                </c:pt>
                <c:pt idx="7492">
                  <c:v>2.194149304410892</c:v>
                </c:pt>
                <c:pt idx="7493">
                  <c:v>2.1937932682798182</c:v>
                </c:pt>
                <c:pt idx="7494">
                  <c:v>2.1921477000505485</c:v>
                </c:pt>
                <c:pt idx="7495">
                  <c:v>2.1916592492472695</c:v>
                </c:pt>
                <c:pt idx="7496">
                  <c:v>2.1911304147161599</c:v>
                </c:pt>
                <c:pt idx="7497">
                  <c:v>2.1886749741763918</c:v>
                </c:pt>
                <c:pt idx="7498">
                  <c:v>2.1894551768093011</c:v>
                </c:pt>
                <c:pt idx="7499">
                  <c:v>2.1932006988857387</c:v>
                </c:pt>
                <c:pt idx="7500">
                  <c:v>2.19465671084152</c:v>
                </c:pt>
                <c:pt idx="7501">
                  <c:v>2.195208896507769</c:v>
                </c:pt>
                <c:pt idx="7502">
                  <c:v>2.1976907100942835</c:v>
                </c:pt>
                <c:pt idx="7503">
                  <c:v>2.1999483527834554</c:v>
                </c:pt>
                <c:pt idx="7504">
                  <c:v>2.2001673040152965</c:v>
                </c:pt>
                <c:pt idx="7505">
                  <c:v>2.2000087910155819</c:v>
                </c:pt>
                <c:pt idx="7506">
                  <c:v>2.2007634447594557</c:v>
                </c:pt>
                <c:pt idx="7507">
                  <c:v>2.2003824091778204</c:v>
                </c:pt>
                <c:pt idx="7508">
                  <c:v>2.199626107118525</c:v>
                </c:pt>
                <c:pt idx="7509">
                  <c:v>2.1991461726115911</c:v>
                </c:pt>
                <c:pt idx="7510">
                  <c:v>2.2000057691039756</c:v>
                </c:pt>
                <c:pt idx="7511">
                  <c:v>2.2008093228720247</c:v>
                </c:pt>
                <c:pt idx="7512">
                  <c:v>2.201512054680117</c:v>
                </c:pt>
                <c:pt idx="7513">
                  <c:v>2.2024161556888862</c:v>
                </c:pt>
                <c:pt idx="7514">
                  <c:v>2.2035062416210631</c:v>
                </c:pt>
                <c:pt idx="7515">
                  <c:v>2.2025515922726973</c:v>
                </c:pt>
                <c:pt idx="7516">
                  <c:v>2.201999681325685</c:v>
                </c:pt>
                <c:pt idx="7517">
                  <c:v>2.2032458077844441</c:v>
                </c:pt>
                <c:pt idx="7518">
                  <c:v>2.2033554207599835</c:v>
                </c:pt>
                <c:pt idx="7519">
                  <c:v>2.2035054174633526</c:v>
                </c:pt>
                <c:pt idx="7520">
                  <c:v>2.2043589701325246</c:v>
                </c:pt>
                <c:pt idx="7521">
                  <c:v>2.2052501593371576</c:v>
                </c:pt>
                <c:pt idx="7522">
                  <c:v>2.2067808949253864</c:v>
                </c:pt>
                <c:pt idx="7523">
                  <c:v>2.2074102766972157</c:v>
                </c:pt>
                <c:pt idx="7524">
                  <c:v>2.2085896463813981</c:v>
                </c:pt>
                <c:pt idx="7525">
                  <c:v>2.2100665369991868</c:v>
                </c:pt>
                <c:pt idx="7526">
                  <c:v>2.2115165051317556</c:v>
                </c:pt>
                <c:pt idx="7527">
                  <c:v>2.211773367618294</c:v>
                </c:pt>
                <c:pt idx="7528">
                  <c:v>2.2108231137777192</c:v>
                </c:pt>
                <c:pt idx="7529">
                  <c:v>2.2090742511153603</c:v>
                </c:pt>
                <c:pt idx="7530">
                  <c:v>2.2082272917078747</c:v>
                </c:pt>
                <c:pt idx="7531">
                  <c:v>2.2079443308938265</c:v>
                </c:pt>
                <c:pt idx="7532">
                  <c:v>2.2090929320234722</c:v>
                </c:pt>
                <c:pt idx="7533">
                  <c:v>2.2104585613503001</c:v>
                </c:pt>
                <c:pt idx="7534">
                  <c:v>2.2104113096415463</c:v>
                </c:pt>
                <c:pt idx="7535">
                  <c:v>2.2101802707632801</c:v>
                </c:pt>
                <c:pt idx="7536">
                  <c:v>2.2110563504098812</c:v>
                </c:pt>
                <c:pt idx="7537">
                  <c:v>2.2111873914859013</c:v>
                </c:pt>
                <c:pt idx="7538">
                  <c:v>2.2116879299356058</c:v>
                </c:pt>
                <c:pt idx="7539">
                  <c:v>2.2137546427551045</c:v>
                </c:pt>
                <c:pt idx="7540">
                  <c:v>2.2143733104766929</c:v>
                </c:pt>
                <c:pt idx="7541">
                  <c:v>2.2136002505439443</c:v>
                </c:pt>
                <c:pt idx="7542">
                  <c:v>2.2138785411309643</c:v>
                </c:pt>
                <c:pt idx="7543">
                  <c:v>2.215294993516626</c:v>
                </c:pt>
                <c:pt idx="7544">
                  <c:v>2.2160188787059627</c:v>
                </c:pt>
                <c:pt idx="7545">
                  <c:v>2.2164872750049449</c:v>
                </c:pt>
                <c:pt idx="7546">
                  <c:v>2.217454286718973</c:v>
                </c:pt>
                <c:pt idx="7547">
                  <c:v>2.2174735170655588</c:v>
                </c:pt>
                <c:pt idx="7548">
                  <c:v>2.2176770840201314</c:v>
                </c:pt>
                <c:pt idx="7549">
                  <c:v>2.2194012219511658</c:v>
                </c:pt>
                <c:pt idx="7550">
                  <c:v>2.220588833212457</c:v>
                </c:pt>
                <c:pt idx="7551">
                  <c:v>2.2206786664029363</c:v>
                </c:pt>
                <c:pt idx="7552">
                  <c:v>2.2213234324520341</c:v>
                </c:pt>
                <c:pt idx="7553">
                  <c:v>2.2226085690424386</c:v>
                </c:pt>
                <c:pt idx="7554">
                  <c:v>2.224160732731149</c:v>
                </c:pt>
                <c:pt idx="7555">
                  <c:v>2.2245533065207357</c:v>
                </c:pt>
                <c:pt idx="7556">
                  <c:v>2.2234709127271928</c:v>
                </c:pt>
                <c:pt idx="7557">
                  <c:v>2.2221926441177118</c:v>
                </c:pt>
                <c:pt idx="7558">
                  <c:v>2.2231742159512979</c:v>
                </c:pt>
                <c:pt idx="7559">
                  <c:v>2.2256969627041165</c:v>
                </c:pt>
                <c:pt idx="7560">
                  <c:v>2.2270711083272894</c:v>
                </c:pt>
                <c:pt idx="7561">
                  <c:v>2.2283754752642797</c:v>
                </c:pt>
                <c:pt idx="7562">
                  <c:v>2.2282084459682205</c:v>
                </c:pt>
                <c:pt idx="7563">
                  <c:v>2.2266161732709171</c:v>
                </c:pt>
                <c:pt idx="7564">
                  <c:v>2.2250958770136919</c:v>
                </c:pt>
                <c:pt idx="7565">
                  <c:v>2.2253071361068986</c:v>
                </c:pt>
                <c:pt idx="7566">
                  <c:v>2.2273908815190877</c:v>
                </c:pt>
                <c:pt idx="7567">
                  <c:v>2.2290207907518518</c:v>
                </c:pt>
                <c:pt idx="7568">
                  <c:v>2.2316069976484032</c:v>
                </c:pt>
                <c:pt idx="7569">
                  <c:v>2.2326116458978924</c:v>
                </c:pt>
                <c:pt idx="7570">
                  <c:v>2.2318190808993208</c:v>
                </c:pt>
                <c:pt idx="7571">
                  <c:v>2.2317421595129776</c:v>
                </c:pt>
                <c:pt idx="7572">
                  <c:v>2.2315347464890882</c:v>
                </c:pt>
                <c:pt idx="7573">
                  <c:v>2.2305114173314871</c:v>
                </c:pt>
                <c:pt idx="7574">
                  <c:v>2.2311745895694601</c:v>
                </c:pt>
                <c:pt idx="7575">
                  <c:v>2.2330591635348673</c:v>
                </c:pt>
                <c:pt idx="7576">
                  <c:v>2.2325586250851628</c:v>
                </c:pt>
                <c:pt idx="7577">
                  <c:v>2.2317888617832575</c:v>
                </c:pt>
                <c:pt idx="7578">
                  <c:v>2.2324391222170941</c:v>
                </c:pt>
                <c:pt idx="7579">
                  <c:v>2.2346808311905235</c:v>
                </c:pt>
                <c:pt idx="7580">
                  <c:v>2.2358780576251069</c:v>
                </c:pt>
                <c:pt idx="7581">
                  <c:v>2.2362497527526868</c:v>
                </c:pt>
                <c:pt idx="7582">
                  <c:v>2.2377280169666602</c:v>
                </c:pt>
                <c:pt idx="7583">
                  <c:v>2.237984604733962</c:v>
                </c:pt>
                <c:pt idx="7584">
                  <c:v>2.2368557833893759</c:v>
                </c:pt>
                <c:pt idx="7585">
                  <c:v>2.2362920595151756</c:v>
                </c:pt>
                <c:pt idx="7586">
                  <c:v>2.2360777785103623</c:v>
                </c:pt>
                <c:pt idx="7587">
                  <c:v>2.2377673018175424</c:v>
                </c:pt>
                <c:pt idx="7588">
                  <c:v>2.2379030131205906</c:v>
                </c:pt>
                <c:pt idx="7589">
                  <c:v>2.2359508582228962</c:v>
                </c:pt>
                <c:pt idx="7590">
                  <c:v>2.2358181688314542</c:v>
                </c:pt>
                <c:pt idx="7591">
                  <c:v>2.23691649634074</c:v>
                </c:pt>
                <c:pt idx="7592">
                  <c:v>2.2386293707830598</c:v>
                </c:pt>
                <c:pt idx="7593">
                  <c:v>2.2400397793455089</c:v>
                </c:pt>
                <c:pt idx="7594">
                  <c:v>2.2404210896463814</c:v>
                </c:pt>
                <c:pt idx="7595">
                  <c:v>2.2411186017889717</c:v>
                </c:pt>
                <c:pt idx="7596">
                  <c:v>2.241591393595745</c:v>
                </c:pt>
                <c:pt idx="7597">
                  <c:v>2.240345541856223</c:v>
                </c:pt>
                <c:pt idx="7598">
                  <c:v>2.2387755214171117</c:v>
                </c:pt>
                <c:pt idx="7599">
                  <c:v>2.2385689325509328</c:v>
                </c:pt>
                <c:pt idx="7600">
                  <c:v>2.2375315927122479</c:v>
                </c:pt>
                <c:pt idx="7601">
                  <c:v>2.237796422056658</c:v>
                </c:pt>
                <c:pt idx="7602">
                  <c:v>2.2394527043361685</c:v>
                </c:pt>
                <c:pt idx="7603">
                  <c:v>2.2410216258983318</c:v>
                </c:pt>
                <c:pt idx="7604">
                  <c:v>2.2408155864706272</c:v>
                </c:pt>
                <c:pt idx="7605">
                  <c:v>2.2414284850882398</c:v>
                </c:pt>
                <c:pt idx="7606">
                  <c:v>2.2423545636359639</c:v>
                </c:pt>
                <c:pt idx="7607">
                  <c:v>2.2414908463550254</c:v>
                </c:pt>
                <c:pt idx="7608">
                  <c:v>2.2439325509329464</c:v>
                </c:pt>
                <c:pt idx="7609">
                  <c:v>2.2475000549438473</c:v>
                </c:pt>
                <c:pt idx="7610">
                  <c:v>2.2478934528911454</c:v>
                </c:pt>
                <c:pt idx="7611">
                  <c:v>2.2480129557592141</c:v>
                </c:pt>
                <c:pt idx="7612">
                  <c:v>2.2481585569547922</c:v>
                </c:pt>
                <c:pt idx="7613">
                  <c:v>2.2475033515746907</c:v>
                </c:pt>
                <c:pt idx="7614">
                  <c:v>2.2461511834904728</c:v>
                </c:pt>
                <c:pt idx="7615">
                  <c:v>2.2464602426320299</c:v>
                </c:pt>
                <c:pt idx="7616">
                  <c:v>2.2478786180523507</c:v>
                </c:pt>
                <c:pt idx="7617">
                  <c:v>2.2488112898617612</c:v>
                </c:pt>
                <c:pt idx="7618">
                  <c:v>2.2495228126854356</c:v>
                </c:pt>
                <c:pt idx="7619">
                  <c:v>2.2503412012922794</c:v>
                </c:pt>
                <c:pt idx="7620">
                  <c:v>2.251849409903079</c:v>
                </c:pt>
                <c:pt idx="7621">
                  <c:v>2.2525205489989233</c:v>
                </c:pt>
                <c:pt idx="7622">
                  <c:v>2.2528614755719656</c:v>
                </c:pt>
                <c:pt idx="7623">
                  <c:v>2.252283466297444</c:v>
                </c:pt>
                <c:pt idx="7624">
                  <c:v>2.2529746598975846</c:v>
                </c:pt>
                <c:pt idx="7625">
                  <c:v>2.2533727280719105</c:v>
                </c:pt>
                <c:pt idx="7626">
                  <c:v>2.253005153732885</c:v>
                </c:pt>
                <c:pt idx="7627">
                  <c:v>2.2542037537636537</c:v>
                </c:pt>
                <c:pt idx="7628">
                  <c:v>2.2560855805366913</c:v>
                </c:pt>
                <c:pt idx="7629">
                  <c:v>2.2562616755675702</c:v>
                </c:pt>
                <c:pt idx="7630">
                  <c:v>2.2553114217269949</c:v>
                </c:pt>
                <c:pt idx="7631">
                  <c:v>2.2537515658996505</c:v>
                </c:pt>
                <c:pt idx="7632">
                  <c:v>2.2531944352871367</c:v>
                </c:pt>
                <c:pt idx="7633">
                  <c:v>2.2533988263994198</c:v>
                </c:pt>
                <c:pt idx="7634">
                  <c:v>2.2524991208984417</c:v>
                </c:pt>
                <c:pt idx="7635">
                  <c:v>2.2516252390057363</c:v>
                </c:pt>
                <c:pt idx="7636">
                  <c:v>2.2532164128260916</c:v>
                </c:pt>
                <c:pt idx="7637">
                  <c:v>2.255110601964792</c:v>
                </c:pt>
                <c:pt idx="7638">
                  <c:v>2.2557281708094328</c:v>
                </c:pt>
                <c:pt idx="7639">
                  <c:v>2.256028988373882</c:v>
                </c:pt>
                <c:pt idx="7640">
                  <c:v>2.2554858684424519</c:v>
                </c:pt>
                <c:pt idx="7641">
                  <c:v>2.2553732335553063</c:v>
                </c:pt>
                <c:pt idx="7642">
                  <c:v>2.2550526362057979</c:v>
                </c:pt>
                <c:pt idx="7643">
                  <c:v>2.2550350541746336</c:v>
                </c:pt>
                <c:pt idx="7644">
                  <c:v>2.2560715698556075</c:v>
                </c:pt>
                <c:pt idx="7645">
                  <c:v>2.2583794861651394</c:v>
                </c:pt>
                <c:pt idx="7646">
                  <c:v>2.258375365376585</c:v>
                </c:pt>
                <c:pt idx="7647">
                  <c:v>2.2579179578470803</c:v>
                </c:pt>
                <c:pt idx="7648">
                  <c:v>2.2580352629612537</c:v>
                </c:pt>
                <c:pt idx="7649">
                  <c:v>2.2577045009999779</c:v>
                </c:pt>
                <c:pt idx="7650">
                  <c:v>2.2581671281949847</c:v>
                </c:pt>
                <c:pt idx="7651">
                  <c:v>2.2590140876024702</c:v>
                </c:pt>
                <c:pt idx="7652">
                  <c:v>2.2596882486099208</c:v>
                </c:pt>
                <c:pt idx="7653">
                  <c:v>2.2607368519373203</c:v>
                </c:pt>
                <c:pt idx="7654">
                  <c:v>2.2619642974879675</c:v>
                </c:pt>
                <c:pt idx="7655">
                  <c:v>2.2617700709874509</c:v>
                </c:pt>
                <c:pt idx="7656">
                  <c:v>2.2611879409243754</c:v>
                </c:pt>
                <c:pt idx="7657">
                  <c:v>2.260778883980572</c:v>
                </c:pt>
                <c:pt idx="7658">
                  <c:v>2.2597929166391948</c:v>
                </c:pt>
                <c:pt idx="7659">
                  <c:v>2.2596470407243796</c:v>
                </c:pt>
                <c:pt idx="7660">
                  <c:v>2.2596929188369486</c:v>
                </c:pt>
                <c:pt idx="7661">
                  <c:v>2.2600302740599107</c:v>
                </c:pt>
                <c:pt idx="7662">
                  <c:v>2.2605401529636713</c:v>
                </c:pt>
                <c:pt idx="7663">
                  <c:v>2.2619321553372451</c:v>
                </c:pt>
                <c:pt idx="7664">
                  <c:v>2.2627782905870202</c:v>
                </c:pt>
                <c:pt idx="7665">
                  <c:v>2.2629502648293442</c:v>
                </c:pt>
                <c:pt idx="7666">
                  <c:v>2.2634936594800115</c:v>
                </c:pt>
                <c:pt idx="7667">
                  <c:v>2.2641845783609154</c:v>
                </c:pt>
                <c:pt idx="7668">
                  <c:v>2.2648727500494497</c:v>
                </c:pt>
                <c:pt idx="7669">
                  <c:v>2.2635104173534648</c:v>
                </c:pt>
                <c:pt idx="7670">
                  <c:v>2.2610568998483549</c:v>
                </c:pt>
                <c:pt idx="7671">
                  <c:v>2.2619733632227863</c:v>
                </c:pt>
                <c:pt idx="7672">
                  <c:v>2.2635164611766774</c:v>
                </c:pt>
                <c:pt idx="7673">
                  <c:v>2.2634098701127447</c:v>
                </c:pt>
                <c:pt idx="7674">
                  <c:v>2.2629549350563725</c:v>
                </c:pt>
                <c:pt idx="7675">
                  <c:v>2.2619230896024263</c:v>
                </c:pt>
                <c:pt idx="7676">
                  <c:v>2.2616156787762907</c:v>
                </c:pt>
                <c:pt idx="7677">
                  <c:v>2.2621884683853102</c:v>
                </c:pt>
                <c:pt idx="7678">
                  <c:v>2.263431572932463</c:v>
                </c:pt>
                <c:pt idx="7679">
                  <c:v>2.2667916639194745</c:v>
                </c:pt>
                <c:pt idx="7680">
                  <c:v>2.2680625151095581</c:v>
                </c:pt>
                <c:pt idx="7681">
                  <c:v>2.2674938462890926</c:v>
                </c:pt>
                <c:pt idx="7682">
                  <c:v>2.2654845497901146</c:v>
                </c:pt>
                <c:pt idx="7683">
                  <c:v>2.2624074196171513</c:v>
                </c:pt>
                <c:pt idx="7684">
                  <c:v>2.2609450891189207</c:v>
                </c:pt>
                <c:pt idx="7685">
                  <c:v>2.2628162018417179</c:v>
                </c:pt>
                <c:pt idx="7686">
                  <c:v>2.2650906024043427</c:v>
                </c:pt>
                <c:pt idx="7687">
                  <c:v>2.2650653282345443</c:v>
                </c:pt>
                <c:pt idx="7688">
                  <c:v>2.2636634359684402</c:v>
                </c:pt>
                <c:pt idx="7689">
                  <c:v>2.2653172457748183</c:v>
                </c:pt>
                <c:pt idx="7690">
                  <c:v>2.2666559526164258</c:v>
                </c:pt>
                <c:pt idx="7691">
                  <c:v>2.2668828707061381</c:v>
                </c:pt>
                <c:pt idx="7692">
                  <c:v>2.2679408144875937</c:v>
                </c:pt>
                <c:pt idx="7693">
                  <c:v>2.2677306542713347</c:v>
                </c:pt>
                <c:pt idx="7694">
                  <c:v>2.2663889255181204</c:v>
                </c:pt>
                <c:pt idx="7695">
                  <c:v>2.2666534801432934</c:v>
                </c:pt>
                <c:pt idx="7696">
                  <c:v>2.2675850530757566</c:v>
                </c:pt>
                <c:pt idx="7697">
                  <c:v>2.2684773411573373</c:v>
                </c:pt>
                <c:pt idx="7698">
                  <c:v>2.2691254038372781</c:v>
                </c:pt>
                <c:pt idx="7699">
                  <c:v>2.2692416100745039</c:v>
                </c:pt>
                <c:pt idx="7700">
                  <c:v>2.2682526208215203</c:v>
                </c:pt>
                <c:pt idx="7701">
                  <c:v>2.2672707742686975</c:v>
                </c:pt>
                <c:pt idx="7702">
                  <c:v>2.2684875057691039</c:v>
                </c:pt>
                <c:pt idx="7703">
                  <c:v>2.2698663216193049</c:v>
                </c:pt>
                <c:pt idx="7704">
                  <c:v>2.270058075646689</c:v>
                </c:pt>
                <c:pt idx="7705">
                  <c:v>2.2695111096459417</c:v>
                </c:pt>
                <c:pt idx="7706">
                  <c:v>2.2683397068196305</c:v>
                </c:pt>
                <c:pt idx="7707">
                  <c:v>2.2678605964704071</c:v>
                </c:pt>
                <c:pt idx="7708">
                  <c:v>2.2648730247686863</c:v>
                </c:pt>
                <c:pt idx="7709">
                  <c:v>2.2636898090151867</c:v>
                </c:pt>
                <c:pt idx="7710">
                  <c:v>2.2642038087075012</c:v>
                </c:pt>
                <c:pt idx="7711">
                  <c:v>2.2653106525131315</c:v>
                </c:pt>
                <c:pt idx="7712">
                  <c:v>2.2680361420628117</c:v>
                </c:pt>
                <c:pt idx="7713">
                  <c:v>2.269724291773807</c:v>
                </c:pt>
                <c:pt idx="7714">
                  <c:v>2.2685408013010702</c:v>
                </c:pt>
                <c:pt idx="7715">
                  <c:v>2.2688320036922267</c:v>
                </c:pt>
                <c:pt idx="7716">
                  <c:v>2.2710874486275028</c:v>
                </c:pt>
                <c:pt idx="7717">
                  <c:v>2.2701229093866067</c:v>
                </c:pt>
                <c:pt idx="7718">
                  <c:v>2.2691600184611329</c:v>
                </c:pt>
                <c:pt idx="7719">
                  <c:v>2.2676056570185272</c:v>
                </c:pt>
                <c:pt idx="7720">
                  <c:v>2.2664809564624955</c:v>
                </c:pt>
                <c:pt idx="7721">
                  <c:v>2.2675147249510998</c:v>
                </c:pt>
                <c:pt idx="7722">
                  <c:v>2.2683127843344102</c:v>
                </c:pt>
                <c:pt idx="7723">
                  <c:v>2.266979571877541</c:v>
                </c:pt>
                <c:pt idx="7724">
                  <c:v>2.2667034790444167</c:v>
                </c:pt>
                <c:pt idx="7725">
                  <c:v>2.266811168985297</c:v>
                </c:pt>
                <c:pt idx="7726">
                  <c:v>2.2666048548383553</c:v>
                </c:pt>
                <c:pt idx="7727">
                  <c:v>2.2663370035823389</c:v>
                </c:pt>
                <c:pt idx="7728">
                  <c:v>2.2665982615766689</c:v>
                </c:pt>
                <c:pt idx="7729">
                  <c:v>2.2673084108041581</c:v>
                </c:pt>
                <c:pt idx="7730">
                  <c:v>2.2664944177051054</c:v>
                </c:pt>
                <c:pt idx="7731">
                  <c:v>2.2667249071448978</c:v>
                </c:pt>
                <c:pt idx="7732">
                  <c:v>2.2674578580690534</c:v>
                </c:pt>
                <c:pt idx="7733">
                  <c:v>2.2680485044284739</c:v>
                </c:pt>
                <c:pt idx="7734">
                  <c:v>2.2696498428605967</c:v>
                </c:pt>
                <c:pt idx="7735">
                  <c:v>2.2700182413573327</c:v>
                </c:pt>
                <c:pt idx="7736">
                  <c:v>2.269477593899035</c:v>
                </c:pt>
                <c:pt idx="7737">
                  <c:v>2.267792466099646</c:v>
                </c:pt>
                <c:pt idx="7738">
                  <c:v>2.2667029296059429</c:v>
                </c:pt>
                <c:pt idx="7739">
                  <c:v>2.2664133755302083</c:v>
                </c:pt>
                <c:pt idx="7740">
                  <c:v>2.2672600602184567</c:v>
                </c:pt>
                <c:pt idx="7741">
                  <c:v>2.2660589877145556</c:v>
                </c:pt>
                <c:pt idx="7742">
                  <c:v>2.2647293466077669</c:v>
                </c:pt>
                <c:pt idx="7743">
                  <c:v>2.2664174963187622</c:v>
                </c:pt>
                <c:pt idx="7744">
                  <c:v>2.2688490362849167</c:v>
                </c:pt>
                <c:pt idx="7745">
                  <c:v>2.2706476231291619</c:v>
                </c:pt>
                <c:pt idx="7746">
                  <c:v>2.2712390936462934</c:v>
                </c:pt>
                <c:pt idx="7747">
                  <c:v>2.271310795367135</c:v>
                </c:pt>
                <c:pt idx="7748">
                  <c:v>2.2709003648271464</c:v>
                </c:pt>
                <c:pt idx="7749">
                  <c:v>2.2700023076415903</c:v>
                </c:pt>
                <c:pt idx="7750">
                  <c:v>2.2670759983297071</c:v>
                </c:pt>
                <c:pt idx="7751">
                  <c:v>2.2640755148238503</c:v>
                </c:pt>
                <c:pt idx="7752">
                  <c:v>2.2631227885101426</c:v>
                </c:pt>
                <c:pt idx="7753">
                  <c:v>2.2638859585503615</c:v>
                </c:pt>
                <c:pt idx="7754">
                  <c:v>2.2649639568361133</c:v>
                </c:pt>
                <c:pt idx="7755">
                  <c:v>2.2655796026460955</c:v>
                </c:pt>
                <c:pt idx="7756">
                  <c:v>2.2656675128019166</c:v>
                </c:pt>
                <c:pt idx="7757">
                  <c:v>2.2654958132788292</c:v>
                </c:pt>
                <c:pt idx="7758">
                  <c:v>2.2635087690380433</c:v>
                </c:pt>
                <c:pt idx="7759">
                  <c:v>2.2621120964374408</c:v>
                </c:pt>
                <c:pt idx="7760">
                  <c:v>2.2634186611283269</c:v>
                </c:pt>
                <c:pt idx="7761">
                  <c:v>2.2649282433353113</c:v>
                </c:pt>
                <c:pt idx="7762">
                  <c:v>2.265021373156634</c:v>
                </c:pt>
                <c:pt idx="7763">
                  <c:v>2.2652634008043782</c:v>
                </c:pt>
                <c:pt idx="7764">
                  <c:v>2.2654243862772248</c:v>
                </c:pt>
                <c:pt idx="7765">
                  <c:v>2.2657532252038415</c:v>
                </c:pt>
                <c:pt idx="7766">
                  <c:v>2.2652471923693986</c:v>
                </c:pt>
                <c:pt idx="7767">
                  <c:v>2.2649900551636226</c:v>
                </c:pt>
                <c:pt idx="7768">
                  <c:v>2.2629969670996242</c:v>
                </c:pt>
                <c:pt idx="7769">
                  <c:v>2.2597066547987956</c:v>
                </c:pt>
                <c:pt idx="7770">
                  <c:v>2.2571899518691896</c:v>
                </c:pt>
                <c:pt idx="7771">
                  <c:v>2.2570954484516825</c:v>
                </c:pt>
                <c:pt idx="7772">
                  <c:v>2.2579344410012965</c:v>
                </c:pt>
                <c:pt idx="7773">
                  <c:v>2.2599717588624424</c:v>
                </c:pt>
                <c:pt idx="7774">
                  <c:v>2.2614472758840467</c:v>
                </c:pt>
                <c:pt idx="7775">
                  <c:v>2.260417902903233</c:v>
                </c:pt>
                <c:pt idx="7776">
                  <c:v>2.2606678974088483</c:v>
                </c:pt>
                <c:pt idx="7777">
                  <c:v>2.2617785872837959</c:v>
                </c:pt>
                <c:pt idx="7778">
                  <c:v>2.261457989934287</c:v>
                </c:pt>
                <c:pt idx="7779">
                  <c:v>2.2607247642908948</c:v>
                </c:pt>
                <c:pt idx="7780">
                  <c:v>2.2599522537966199</c:v>
                </c:pt>
                <c:pt idx="7781">
                  <c:v>2.2566624909342652</c:v>
                </c:pt>
                <c:pt idx="7782">
                  <c:v>2.2550419221555571</c:v>
                </c:pt>
                <c:pt idx="7783">
                  <c:v>2.2564506824025847</c:v>
                </c:pt>
                <c:pt idx="7784">
                  <c:v>2.2567968286411286</c:v>
                </c:pt>
                <c:pt idx="7785">
                  <c:v>2.2586956880068572</c:v>
                </c:pt>
                <c:pt idx="7786">
                  <c:v>2.2600984044306718</c:v>
                </c:pt>
                <c:pt idx="7787">
                  <c:v>2.2592363354651548</c:v>
                </c:pt>
                <c:pt idx="7788">
                  <c:v>2.2584248148392345</c:v>
                </c:pt>
                <c:pt idx="7789">
                  <c:v>2.2567482033361905</c:v>
                </c:pt>
                <c:pt idx="7790">
                  <c:v>2.2565152414232656</c:v>
                </c:pt>
                <c:pt idx="7791">
                  <c:v>2.2568874859893189</c:v>
                </c:pt>
                <c:pt idx="7792">
                  <c:v>2.2591272719280893</c:v>
                </c:pt>
                <c:pt idx="7793">
                  <c:v>2.2599253313113996</c:v>
                </c:pt>
                <c:pt idx="7794">
                  <c:v>2.2595640755148239</c:v>
                </c:pt>
                <c:pt idx="7795">
                  <c:v>2.2596157227313687</c:v>
                </c:pt>
                <c:pt idx="7796">
                  <c:v>2.2602819168809476</c:v>
                </c:pt>
                <c:pt idx="7797">
                  <c:v>2.2589849673633546</c:v>
                </c:pt>
                <c:pt idx="7798">
                  <c:v>2.257426485132195</c:v>
                </c:pt>
                <c:pt idx="7799">
                  <c:v>2.2564174413749147</c:v>
                </c:pt>
                <c:pt idx="7800">
                  <c:v>2.2552526318102899</c:v>
                </c:pt>
                <c:pt idx="7801">
                  <c:v>2.2560251423045647</c:v>
                </c:pt>
                <c:pt idx="7802">
                  <c:v>2.2561537109074528</c:v>
                </c:pt>
                <c:pt idx="7803">
                  <c:v>2.256855343838597</c:v>
                </c:pt>
                <c:pt idx="7804">
                  <c:v>2.2570795147359397</c:v>
                </c:pt>
                <c:pt idx="7805">
                  <c:v>2.2568058943759479</c:v>
                </c:pt>
                <c:pt idx="7806">
                  <c:v>2.2557210281092726</c:v>
                </c:pt>
                <c:pt idx="7807">
                  <c:v>2.2548839585943168</c:v>
                </c:pt>
                <c:pt idx="7808">
                  <c:v>2.2554474077492803</c:v>
                </c:pt>
                <c:pt idx="7809">
                  <c:v>2.2540787565108458</c:v>
                </c:pt>
                <c:pt idx="7810">
                  <c:v>2.2542545768224875</c:v>
                </c:pt>
                <c:pt idx="7811">
                  <c:v>2.2554185622294014</c:v>
                </c:pt>
                <c:pt idx="7812">
                  <c:v>2.2539523856618535</c:v>
                </c:pt>
                <c:pt idx="7813">
                  <c:v>2.2513005208676731</c:v>
                </c:pt>
                <c:pt idx="7814">
                  <c:v>2.2515257906419639</c:v>
                </c:pt>
                <c:pt idx="7815">
                  <c:v>2.2528831783916838</c:v>
                </c:pt>
                <c:pt idx="7816">
                  <c:v>2.2525851080196038</c:v>
                </c:pt>
                <c:pt idx="7817">
                  <c:v>2.2516032614667809</c:v>
                </c:pt>
                <c:pt idx="7818">
                  <c:v>2.2492159512977739</c:v>
                </c:pt>
                <c:pt idx="7819">
                  <c:v>2.247621206127338</c:v>
                </c:pt>
                <c:pt idx="7820">
                  <c:v>2.2477118634755282</c:v>
                </c:pt>
                <c:pt idx="7821">
                  <c:v>2.2480467462253575</c:v>
                </c:pt>
                <c:pt idx="7822">
                  <c:v>2.2483030592734226</c:v>
                </c:pt>
                <c:pt idx="7823">
                  <c:v>2.2472437418957827</c:v>
                </c:pt>
                <c:pt idx="7824">
                  <c:v>2.2466099646161624</c:v>
                </c:pt>
                <c:pt idx="7825">
                  <c:v>2.246296235247577</c:v>
                </c:pt>
                <c:pt idx="7826">
                  <c:v>2.2465193072679721</c:v>
                </c:pt>
                <c:pt idx="7827">
                  <c:v>2.2467517197424232</c:v>
                </c:pt>
                <c:pt idx="7828">
                  <c:v>2.2453852662578844</c:v>
                </c:pt>
                <c:pt idx="7829">
                  <c:v>2.2458671237994769</c:v>
                </c:pt>
                <c:pt idx="7830">
                  <c:v>2.2468110590976025</c:v>
                </c:pt>
                <c:pt idx="7831">
                  <c:v>2.2458322344563855</c:v>
                </c:pt>
                <c:pt idx="7832">
                  <c:v>2.2453800465923828</c:v>
                </c:pt>
                <c:pt idx="7833">
                  <c:v>2.2450311531614688</c:v>
                </c:pt>
                <c:pt idx="7834">
                  <c:v>2.2457402035120109</c:v>
                </c:pt>
                <c:pt idx="7835">
                  <c:v>2.2467388079382871</c:v>
                </c:pt>
                <c:pt idx="7836">
                  <c:v>2.2472920924814841</c:v>
                </c:pt>
                <c:pt idx="7837">
                  <c:v>2.2453080701523045</c:v>
                </c:pt>
                <c:pt idx="7838">
                  <c:v>2.2441594690226587</c:v>
                </c:pt>
                <c:pt idx="7839">
                  <c:v>2.2443091910067912</c:v>
                </c:pt>
                <c:pt idx="7840">
                  <c:v>2.2437603019713852</c:v>
                </c:pt>
                <c:pt idx="7841">
                  <c:v>2.2430938331025692</c:v>
                </c:pt>
                <c:pt idx="7842">
                  <c:v>2.2426985121206129</c:v>
                </c:pt>
                <c:pt idx="7843">
                  <c:v>2.2426872486318983</c:v>
                </c:pt>
                <c:pt idx="7844">
                  <c:v>2.2443781455352632</c:v>
                </c:pt>
                <c:pt idx="7845">
                  <c:v>2.2458992659501988</c:v>
                </c:pt>
                <c:pt idx="7846">
                  <c:v>2.2472000615371091</c:v>
                </c:pt>
                <c:pt idx="7847">
                  <c:v>2.246784686050856</c:v>
                </c:pt>
                <c:pt idx="7848">
                  <c:v>2.2433438276081845</c:v>
                </c:pt>
                <c:pt idx="7849">
                  <c:v>2.2408273993978156</c:v>
                </c:pt>
                <c:pt idx="7850">
                  <c:v>2.2387189292543019</c:v>
                </c:pt>
                <c:pt idx="7851">
                  <c:v>2.2375532955319661</c:v>
                </c:pt>
                <c:pt idx="7852">
                  <c:v>2.2393219379793852</c:v>
                </c:pt>
                <c:pt idx="7853">
                  <c:v>2.2404936155249335</c:v>
                </c:pt>
                <c:pt idx="7854">
                  <c:v>2.2394810004175731</c:v>
                </c:pt>
                <c:pt idx="7855">
                  <c:v>2.2378983428935628</c:v>
                </c:pt>
                <c:pt idx="7856">
                  <c:v>2.2365824377486208</c:v>
                </c:pt>
                <c:pt idx="7857">
                  <c:v>2.2350168128173009</c:v>
                </c:pt>
                <c:pt idx="7858">
                  <c:v>2.2344929232324566</c:v>
                </c:pt>
                <c:pt idx="7859">
                  <c:v>2.2357764115074392</c:v>
                </c:pt>
                <c:pt idx="7860">
                  <c:v>2.2364956264697478</c:v>
                </c:pt>
                <c:pt idx="7861">
                  <c:v>2.2356242170501748</c:v>
                </c:pt>
                <c:pt idx="7862">
                  <c:v>2.2345585811300852</c:v>
                </c:pt>
                <c:pt idx="7863">
                  <c:v>2.2354772422584119</c:v>
                </c:pt>
                <c:pt idx="7864">
                  <c:v>2.2353058174545613</c:v>
                </c:pt>
                <c:pt idx="7865">
                  <c:v>2.2342970484165185</c:v>
                </c:pt>
                <c:pt idx="7866">
                  <c:v>2.2330080657567963</c:v>
                </c:pt>
                <c:pt idx="7867">
                  <c:v>2.2314973846728643</c:v>
                </c:pt>
                <c:pt idx="7868">
                  <c:v>2.2313674424737919</c:v>
                </c:pt>
                <c:pt idx="7869">
                  <c:v>2.2327204347157208</c:v>
                </c:pt>
                <c:pt idx="7870">
                  <c:v>2.2331682270719324</c:v>
                </c:pt>
                <c:pt idx="7871">
                  <c:v>2.2326330739983735</c:v>
                </c:pt>
                <c:pt idx="7872">
                  <c:v>2.2333190479330125</c:v>
                </c:pt>
                <c:pt idx="7873">
                  <c:v>2.2349195622074243</c:v>
                </c:pt>
                <c:pt idx="7874">
                  <c:v>2.2338011801938418</c:v>
                </c:pt>
                <c:pt idx="7875">
                  <c:v>2.2309482209182216</c:v>
                </c:pt>
                <c:pt idx="7876">
                  <c:v>2.2292114459022878</c:v>
                </c:pt>
                <c:pt idx="7877">
                  <c:v>2.2273917056767982</c:v>
                </c:pt>
                <c:pt idx="7878">
                  <c:v>2.2268601239533199</c:v>
                </c:pt>
                <c:pt idx="7879">
                  <c:v>2.2276057119623744</c:v>
                </c:pt>
                <c:pt idx="7880">
                  <c:v>2.2274436276125797</c:v>
                </c:pt>
                <c:pt idx="7881">
                  <c:v>2.2267422694006727</c:v>
                </c:pt>
                <c:pt idx="7882">
                  <c:v>2.2251068657831699</c:v>
                </c:pt>
                <c:pt idx="7883">
                  <c:v>2.2241843585855254</c:v>
                </c:pt>
                <c:pt idx="7884">
                  <c:v>2.2252461484362982</c:v>
                </c:pt>
                <c:pt idx="7885">
                  <c:v>2.2256598756071293</c:v>
                </c:pt>
                <c:pt idx="7886">
                  <c:v>2.2277845541856225</c:v>
                </c:pt>
                <c:pt idx="7887">
                  <c:v>2.2304336717874333</c:v>
                </c:pt>
                <c:pt idx="7888">
                  <c:v>2.2303273554427374</c:v>
                </c:pt>
                <c:pt idx="7889">
                  <c:v>2.2299270895145162</c:v>
                </c:pt>
                <c:pt idx="7890">
                  <c:v>2.2299509900881298</c:v>
                </c:pt>
                <c:pt idx="7891">
                  <c:v>2.2283021252280171</c:v>
                </c:pt>
                <c:pt idx="7892">
                  <c:v>2.2264499681325685</c:v>
                </c:pt>
                <c:pt idx="7893">
                  <c:v>2.224935166260082</c:v>
                </c:pt>
                <c:pt idx="7894">
                  <c:v>2.2223841234258588</c:v>
                </c:pt>
                <c:pt idx="7895">
                  <c:v>2.2212187644227601</c:v>
                </c:pt>
                <c:pt idx="7896">
                  <c:v>2.220930858662447</c:v>
                </c:pt>
                <c:pt idx="7897">
                  <c:v>2.2209599789015626</c:v>
                </c:pt>
                <c:pt idx="7898">
                  <c:v>2.2193438056306456</c:v>
                </c:pt>
                <c:pt idx="7899">
                  <c:v>2.2178284543196853</c:v>
                </c:pt>
                <c:pt idx="7900">
                  <c:v>2.2174751653809808</c:v>
                </c:pt>
                <c:pt idx="7901">
                  <c:v>2.2178460363508496</c:v>
                </c:pt>
                <c:pt idx="7902">
                  <c:v>2.216577657633898</c:v>
                </c:pt>
                <c:pt idx="7903">
                  <c:v>2.2158416847981361</c:v>
                </c:pt>
                <c:pt idx="7904">
                  <c:v>2.2162249181336673</c:v>
                </c:pt>
                <c:pt idx="7905">
                  <c:v>2.2163114546933036</c:v>
                </c:pt>
                <c:pt idx="7906">
                  <c:v>2.2160971736884902</c:v>
                </c:pt>
                <c:pt idx="7907">
                  <c:v>2.2160062416210633</c:v>
                </c:pt>
                <c:pt idx="7908">
                  <c:v>2.2147845651743916</c:v>
                </c:pt>
                <c:pt idx="7909">
                  <c:v>2.212582690490319</c:v>
                </c:pt>
                <c:pt idx="7910">
                  <c:v>2.2118527614777697</c:v>
                </c:pt>
                <c:pt idx="7911">
                  <c:v>2.2136010747016548</c:v>
                </c:pt>
                <c:pt idx="7912">
                  <c:v>2.2143488604646051</c:v>
                </c:pt>
                <c:pt idx="7913">
                  <c:v>2.2147235775037912</c:v>
                </c:pt>
                <c:pt idx="7914">
                  <c:v>2.2154867475440101</c:v>
                </c:pt>
                <c:pt idx="7915">
                  <c:v>2.2144914397485769</c:v>
                </c:pt>
                <c:pt idx="7916">
                  <c:v>2.212928287290389</c:v>
                </c:pt>
                <c:pt idx="7917">
                  <c:v>2.2132343245203403</c:v>
                </c:pt>
                <c:pt idx="7918">
                  <c:v>2.2132093250697786</c:v>
                </c:pt>
                <c:pt idx="7919">
                  <c:v>2.2120785806905343</c:v>
                </c:pt>
                <c:pt idx="7920">
                  <c:v>2.2119162216215029</c:v>
                </c:pt>
                <c:pt idx="7921">
                  <c:v>2.2114508472341265</c:v>
                </c:pt>
                <c:pt idx="7922">
                  <c:v>2.2095464934836597</c:v>
                </c:pt>
                <c:pt idx="7923">
                  <c:v>2.2077064240346367</c:v>
                </c:pt>
                <c:pt idx="7924">
                  <c:v>2.2077696094591328</c:v>
                </c:pt>
                <c:pt idx="7925">
                  <c:v>2.206723203885629</c:v>
                </c:pt>
                <c:pt idx="7926">
                  <c:v>2.2068605635040988</c:v>
                </c:pt>
                <c:pt idx="7927">
                  <c:v>2.2079308696512165</c:v>
                </c:pt>
                <c:pt idx="7928">
                  <c:v>2.2076138436517878</c:v>
                </c:pt>
                <c:pt idx="7929">
                  <c:v>2.2069553416408429</c:v>
                </c:pt>
                <c:pt idx="7930">
                  <c:v>2.2075797784664073</c:v>
                </c:pt>
                <c:pt idx="7931">
                  <c:v>2.208993758378937</c:v>
                </c:pt>
                <c:pt idx="7932">
                  <c:v>2.2075492846311069</c:v>
                </c:pt>
                <c:pt idx="7933">
                  <c:v>2.203639755170216</c:v>
                </c:pt>
                <c:pt idx="7934">
                  <c:v>2.2021345684710227</c:v>
                </c:pt>
                <c:pt idx="7935">
                  <c:v>2.2031664139249685</c:v>
                </c:pt>
                <c:pt idx="7936">
                  <c:v>2.2031205358124</c:v>
                </c:pt>
                <c:pt idx="7937">
                  <c:v>2.2032842684776157</c:v>
                </c:pt>
                <c:pt idx="7938">
                  <c:v>2.2027235665150218</c:v>
                </c:pt>
                <c:pt idx="7939">
                  <c:v>2.2004060350321972</c:v>
                </c:pt>
                <c:pt idx="7940">
                  <c:v>2.1990316146897873</c:v>
                </c:pt>
                <c:pt idx="7941">
                  <c:v>2.1984376716995229</c:v>
                </c:pt>
                <c:pt idx="7942">
                  <c:v>2.1990862838179379</c:v>
                </c:pt>
                <c:pt idx="7943">
                  <c:v>2.2000412078855409</c:v>
                </c:pt>
                <c:pt idx="7944">
                  <c:v>2.1999436825564271</c:v>
                </c:pt>
                <c:pt idx="7945">
                  <c:v>2.1983648711017341</c:v>
                </c:pt>
                <c:pt idx="7946">
                  <c:v>2.1970041867211711</c:v>
                </c:pt>
                <c:pt idx="7947">
                  <c:v>2.1960781081734466</c:v>
                </c:pt>
                <c:pt idx="7948">
                  <c:v>2.1965525482956418</c:v>
                </c:pt>
                <c:pt idx="7949">
                  <c:v>2.1981049867035889</c:v>
                </c:pt>
                <c:pt idx="7950">
                  <c:v>2.1976766994131998</c:v>
                </c:pt>
                <c:pt idx="7951">
                  <c:v>2.1965866134810224</c:v>
                </c:pt>
                <c:pt idx="7952">
                  <c:v>2.1966715017252367</c:v>
                </c:pt>
                <c:pt idx="7953">
                  <c:v>2.1962948616513924</c:v>
                </c:pt>
                <c:pt idx="7954">
                  <c:v>2.193843816619415</c:v>
                </c:pt>
                <c:pt idx="7955">
                  <c:v>2.1931762488736513</c:v>
                </c:pt>
                <c:pt idx="7956">
                  <c:v>2.1933831124590668</c:v>
                </c:pt>
                <c:pt idx="7957">
                  <c:v>2.1929078481791611</c:v>
                </c:pt>
                <c:pt idx="7958">
                  <c:v>2.1921919298476955</c:v>
                </c:pt>
                <c:pt idx="7959">
                  <c:v>2.1917339728797169</c:v>
                </c:pt>
                <c:pt idx="7960">
                  <c:v>2.1916375464275513</c:v>
                </c:pt>
                <c:pt idx="7961">
                  <c:v>2.1908301465901849</c:v>
                </c:pt>
                <c:pt idx="7962">
                  <c:v>2.1908213555746028</c:v>
                </c:pt>
                <c:pt idx="7963">
                  <c:v>2.189646381398211</c:v>
                </c:pt>
                <c:pt idx="7964">
                  <c:v>2.1894348475857672</c:v>
                </c:pt>
                <c:pt idx="7965">
                  <c:v>2.1886442056218547</c:v>
                </c:pt>
                <c:pt idx="7966">
                  <c:v>2.1875123623656623</c:v>
                </c:pt>
                <c:pt idx="7967">
                  <c:v>2.1875021977538953</c:v>
                </c:pt>
                <c:pt idx="7968">
                  <c:v>2.1868436957429509</c:v>
                </c:pt>
                <c:pt idx="7969">
                  <c:v>2.1852198303333994</c:v>
                </c:pt>
                <c:pt idx="7970">
                  <c:v>2.1851588426627986</c:v>
                </c:pt>
                <c:pt idx="7971">
                  <c:v>2.1851788971670953</c:v>
                </c:pt>
                <c:pt idx="7972">
                  <c:v>2.1850283510252524</c:v>
                </c:pt>
                <c:pt idx="7973">
                  <c:v>2.1851343926507112</c:v>
                </c:pt>
                <c:pt idx="7974">
                  <c:v>2.1858711896441836</c:v>
                </c:pt>
                <c:pt idx="7975">
                  <c:v>2.1861590954044967</c:v>
                </c:pt>
                <c:pt idx="7976">
                  <c:v>2.1865835366255686</c:v>
                </c:pt>
                <c:pt idx="7977">
                  <c:v>2.1866599085734379</c:v>
                </c:pt>
                <c:pt idx="7978">
                  <c:v>2.1866805125162085</c:v>
                </c:pt>
                <c:pt idx="7979">
                  <c:v>2.1863906837212368</c:v>
                </c:pt>
                <c:pt idx="7980">
                  <c:v>2.184710226148876</c:v>
                </c:pt>
                <c:pt idx="7981">
                  <c:v>2.184006395463836</c:v>
                </c:pt>
                <c:pt idx="7982">
                  <c:v>2.1842624337926639</c:v>
                </c:pt>
                <c:pt idx="7983">
                  <c:v>2.1829047713237073</c:v>
                </c:pt>
                <c:pt idx="7984">
                  <c:v>2.182010560207468</c:v>
                </c:pt>
                <c:pt idx="7985">
                  <c:v>2.1817196325355486</c:v>
                </c:pt>
                <c:pt idx="7986">
                  <c:v>2.1814729346607766</c:v>
                </c:pt>
                <c:pt idx="7987">
                  <c:v>2.1801317553460362</c:v>
                </c:pt>
                <c:pt idx="7988">
                  <c:v>2.1789768356739412</c:v>
                </c:pt>
                <c:pt idx="7989">
                  <c:v>2.1777809828355421</c:v>
                </c:pt>
                <c:pt idx="7990">
                  <c:v>2.1769620447902245</c:v>
                </c:pt>
                <c:pt idx="7991">
                  <c:v>2.1771958308608603</c:v>
                </c:pt>
                <c:pt idx="7992">
                  <c:v>2.1773290696907761</c:v>
                </c:pt>
                <c:pt idx="7993">
                  <c:v>2.176438704643854</c:v>
                </c:pt>
                <c:pt idx="7994">
                  <c:v>2.1751711500846134</c:v>
                </c:pt>
                <c:pt idx="7995">
                  <c:v>2.1744478143337509</c:v>
                </c:pt>
                <c:pt idx="7996">
                  <c:v>2.1753585086042064</c:v>
                </c:pt>
                <c:pt idx="7997">
                  <c:v>2.17703786729962</c:v>
                </c:pt>
                <c:pt idx="7998">
                  <c:v>2.1767106766884243</c:v>
                </c:pt>
                <c:pt idx="7999">
                  <c:v>2.1750609876706006</c:v>
                </c:pt>
                <c:pt idx="8000">
                  <c:v>2.1746925891738642</c:v>
                </c:pt>
                <c:pt idx="8001">
                  <c:v>2.1745555042746312</c:v>
                </c:pt>
                <c:pt idx="8002">
                  <c:v>2.1740324388474979</c:v>
                </c:pt>
                <c:pt idx="8003">
                  <c:v>2.1736698094547373</c:v>
                </c:pt>
                <c:pt idx="8004">
                  <c:v>2.1744186940946353</c:v>
                </c:pt>
                <c:pt idx="8005">
                  <c:v>2.1744588031032284</c:v>
                </c:pt>
                <c:pt idx="8006">
                  <c:v>2.1748296740730972</c:v>
                </c:pt>
                <c:pt idx="8007">
                  <c:v>2.1743741895782511</c:v>
                </c:pt>
                <c:pt idx="8008">
                  <c:v>2.171916826003824</c:v>
                </c:pt>
                <c:pt idx="8009">
                  <c:v>2.1703462561262388</c:v>
                </c:pt>
                <c:pt idx="8010">
                  <c:v>2.1705712511812929</c:v>
                </c:pt>
                <c:pt idx="8011">
                  <c:v>2.170628392782576</c:v>
                </c:pt>
                <c:pt idx="8012">
                  <c:v>2.1698333553108724</c:v>
                </c:pt>
                <c:pt idx="8013">
                  <c:v>2.1699610997560494</c:v>
                </c:pt>
                <c:pt idx="8014">
                  <c:v>2.1718899035186041</c:v>
                </c:pt>
                <c:pt idx="8015">
                  <c:v>2.172236873914859</c:v>
                </c:pt>
                <c:pt idx="8016">
                  <c:v>2.171551724137931</c:v>
                </c:pt>
                <c:pt idx="8017">
                  <c:v>2.170853937276104</c:v>
                </c:pt>
                <c:pt idx="8018">
                  <c:v>2.1687034350893386</c:v>
                </c:pt>
                <c:pt idx="8019">
                  <c:v>2.1664315069998463</c:v>
                </c:pt>
                <c:pt idx="8020">
                  <c:v>2.1645480319113863</c:v>
                </c:pt>
                <c:pt idx="8021">
                  <c:v>2.1655026812597526</c:v>
                </c:pt>
                <c:pt idx="8022">
                  <c:v>2.1665065053515309</c:v>
                </c:pt>
                <c:pt idx="8023">
                  <c:v>2.1663125535702514</c:v>
                </c:pt>
                <c:pt idx="8024">
                  <c:v>2.1657089954066944</c:v>
                </c:pt>
                <c:pt idx="8025">
                  <c:v>2.1655642183688268</c:v>
                </c:pt>
                <c:pt idx="8026">
                  <c:v>2.1642988615634819</c:v>
                </c:pt>
                <c:pt idx="8027">
                  <c:v>2.1636266235906905</c:v>
                </c:pt>
                <c:pt idx="8028">
                  <c:v>2.1629266389749677</c:v>
                </c:pt>
                <c:pt idx="8029">
                  <c:v>2.1631716885343177</c:v>
                </c:pt>
                <c:pt idx="8030">
                  <c:v>2.1631260851409859</c:v>
                </c:pt>
                <c:pt idx="8031">
                  <c:v>2.1638499703303222</c:v>
                </c:pt>
                <c:pt idx="8032">
                  <c:v>2.1649933517944659</c:v>
                </c:pt>
                <c:pt idx="8033">
                  <c:v>2.1650035164062329</c:v>
                </c:pt>
                <c:pt idx="8034">
                  <c:v>2.1633488824421443</c:v>
                </c:pt>
                <c:pt idx="8035">
                  <c:v>2.1619022109404189</c:v>
                </c:pt>
                <c:pt idx="8036">
                  <c:v>2.1601250521966548</c:v>
                </c:pt>
                <c:pt idx="8037">
                  <c:v>2.1591162831586121</c:v>
                </c:pt>
                <c:pt idx="8038">
                  <c:v>2.1581157556976769</c:v>
                </c:pt>
                <c:pt idx="8039">
                  <c:v>2.1568160589877143</c:v>
                </c:pt>
                <c:pt idx="8040">
                  <c:v>2.1554353201028551</c:v>
                </c:pt>
                <c:pt idx="8041">
                  <c:v>2.1544477044460559</c:v>
                </c:pt>
                <c:pt idx="8042">
                  <c:v>2.1542683127843345</c:v>
                </c:pt>
                <c:pt idx="8043">
                  <c:v>2.1562762356871277</c:v>
                </c:pt>
                <c:pt idx="8044">
                  <c:v>2.1576797762686533</c:v>
                </c:pt>
                <c:pt idx="8045">
                  <c:v>2.1569806158106415</c:v>
                </c:pt>
                <c:pt idx="8046">
                  <c:v>2.1566072723676402</c:v>
                </c:pt>
                <c:pt idx="8047">
                  <c:v>2.1568575415924927</c:v>
                </c:pt>
                <c:pt idx="8048">
                  <c:v>2.1570006703149383</c:v>
                </c:pt>
                <c:pt idx="8049">
                  <c:v>2.1558023450034067</c:v>
                </c:pt>
                <c:pt idx="8050">
                  <c:v>2.1554169139139798</c:v>
                </c:pt>
                <c:pt idx="8051">
                  <c:v>2.1551768093008943</c:v>
                </c:pt>
                <c:pt idx="8052">
                  <c:v>2.154183149820883</c:v>
                </c:pt>
                <c:pt idx="8053">
                  <c:v>2.1528812553570251</c:v>
                </c:pt>
                <c:pt idx="8054">
                  <c:v>2.1531548757170174</c:v>
                </c:pt>
                <c:pt idx="8055">
                  <c:v>2.1532306982264124</c:v>
                </c:pt>
                <c:pt idx="8056">
                  <c:v>2.1528024109360233</c:v>
                </c:pt>
                <c:pt idx="8057">
                  <c:v>2.1518246851717544</c:v>
                </c:pt>
                <c:pt idx="8058">
                  <c:v>2.1521037999164854</c:v>
                </c:pt>
                <c:pt idx="8059">
                  <c:v>2.1534076174150019</c:v>
                </c:pt>
                <c:pt idx="8060">
                  <c:v>2.1518691896881386</c:v>
                </c:pt>
                <c:pt idx="8061">
                  <c:v>2.1506950396694577</c:v>
                </c:pt>
                <c:pt idx="8062">
                  <c:v>2.1501442275993936</c:v>
                </c:pt>
                <c:pt idx="8063">
                  <c:v>2.1477580163073338</c:v>
                </c:pt>
                <c:pt idx="8064">
                  <c:v>2.1461044812201928</c:v>
                </c:pt>
                <c:pt idx="8065">
                  <c:v>2.1469050130766356</c:v>
                </c:pt>
                <c:pt idx="8066">
                  <c:v>2.1473283554207598</c:v>
                </c:pt>
                <c:pt idx="8067">
                  <c:v>2.1454143864969999</c:v>
                </c:pt>
                <c:pt idx="8068">
                  <c:v>2.1446391288103559</c:v>
                </c:pt>
                <c:pt idx="8069">
                  <c:v>2.1450132964110677</c:v>
                </c:pt>
                <c:pt idx="8070">
                  <c:v>2.1455707017428187</c:v>
                </c:pt>
                <c:pt idx="8071">
                  <c:v>2.1442372145667128</c:v>
                </c:pt>
                <c:pt idx="8072">
                  <c:v>2.1425147249510998</c:v>
                </c:pt>
                <c:pt idx="8073">
                  <c:v>2.1421150084613525</c:v>
                </c:pt>
                <c:pt idx="8074">
                  <c:v>2.1421169314960111</c:v>
                </c:pt>
                <c:pt idx="8075">
                  <c:v>2.1436471176457661</c:v>
                </c:pt>
                <c:pt idx="8076">
                  <c:v>2.1435622294015517</c:v>
                </c:pt>
                <c:pt idx="8077">
                  <c:v>2.142263906287774</c:v>
                </c:pt>
                <c:pt idx="8078">
                  <c:v>2.1409894837476098</c:v>
                </c:pt>
                <c:pt idx="8079">
                  <c:v>2.1395870420430319</c:v>
                </c:pt>
                <c:pt idx="8080">
                  <c:v>2.1402219181995998</c:v>
                </c:pt>
                <c:pt idx="8081">
                  <c:v>2.1421210522845651</c:v>
                </c:pt>
                <c:pt idx="8082">
                  <c:v>2.1423144546273707</c:v>
                </c:pt>
                <c:pt idx="8083">
                  <c:v>2.1407952572470936</c:v>
                </c:pt>
                <c:pt idx="8084">
                  <c:v>2.1382211379969673</c:v>
                </c:pt>
                <c:pt idx="8085">
                  <c:v>2.1371604470231422</c:v>
                </c:pt>
                <c:pt idx="8086">
                  <c:v>2.1374464297487967</c:v>
                </c:pt>
                <c:pt idx="8087">
                  <c:v>2.1371788532120175</c:v>
                </c:pt>
                <c:pt idx="8088">
                  <c:v>2.1350387903562558</c:v>
                </c:pt>
                <c:pt idx="8089">
                  <c:v>2.1342311157996527</c:v>
                </c:pt>
                <c:pt idx="8090">
                  <c:v>2.1358286081624578</c:v>
                </c:pt>
                <c:pt idx="8091">
                  <c:v>2.1373131909188809</c:v>
                </c:pt>
                <c:pt idx="8092">
                  <c:v>2.1374961539306829</c:v>
                </c:pt>
                <c:pt idx="8093">
                  <c:v>2.1355805366915015</c:v>
                </c:pt>
                <c:pt idx="8094">
                  <c:v>2.1343214984286059</c:v>
                </c:pt>
                <c:pt idx="8095">
                  <c:v>2.1333135535482737</c:v>
                </c:pt>
                <c:pt idx="8096">
                  <c:v>2.1329011999736269</c:v>
                </c:pt>
                <c:pt idx="8097">
                  <c:v>2.1329522977516979</c:v>
                </c:pt>
                <c:pt idx="8098">
                  <c:v>2.1326215357904221</c:v>
                </c:pt>
                <c:pt idx="8099">
                  <c:v>2.1301856003164765</c:v>
                </c:pt>
                <c:pt idx="8100">
                  <c:v>2.1281238324432432</c:v>
                </c:pt>
                <c:pt idx="8101">
                  <c:v>2.1280452627414781</c:v>
                </c:pt>
                <c:pt idx="8102">
                  <c:v>2.1294320454495503</c:v>
                </c:pt>
                <c:pt idx="8103">
                  <c:v>2.1300166479857587</c:v>
                </c:pt>
                <c:pt idx="8104">
                  <c:v>2.1280298784642095</c:v>
                </c:pt>
                <c:pt idx="8105">
                  <c:v>2.1263777169732534</c:v>
                </c:pt>
                <c:pt idx="8106">
                  <c:v>2.126085965143623</c:v>
                </c:pt>
                <c:pt idx="8107">
                  <c:v>2.1271150634052001</c:v>
                </c:pt>
                <c:pt idx="8108">
                  <c:v>2.1272098415419443</c:v>
                </c:pt>
                <c:pt idx="8109">
                  <c:v>2.1266249642864992</c:v>
                </c:pt>
                <c:pt idx="8110">
                  <c:v>2.1244662205226259</c:v>
                </c:pt>
                <c:pt idx="8111">
                  <c:v>2.1212863453550472</c:v>
                </c:pt>
                <c:pt idx="8112">
                  <c:v>2.1214687589283754</c:v>
                </c:pt>
                <c:pt idx="8113">
                  <c:v>2.1234720116041408</c:v>
                </c:pt>
                <c:pt idx="8114">
                  <c:v>2.1235516801828531</c:v>
                </c:pt>
                <c:pt idx="8115">
                  <c:v>2.1219000681303708</c:v>
                </c:pt>
                <c:pt idx="8116">
                  <c:v>2.1203138392562799</c:v>
                </c:pt>
                <c:pt idx="8117">
                  <c:v>2.1195264939232104</c:v>
                </c:pt>
                <c:pt idx="8118">
                  <c:v>2.1177062042592469</c:v>
                </c:pt>
                <c:pt idx="8119">
                  <c:v>2.114871376453265</c:v>
                </c:pt>
                <c:pt idx="8120">
                  <c:v>2.114559020680864</c:v>
                </c:pt>
                <c:pt idx="8121">
                  <c:v>2.116432331157557</c:v>
                </c:pt>
                <c:pt idx="8122">
                  <c:v>2.1168573218171027</c:v>
                </c:pt>
                <c:pt idx="8123">
                  <c:v>2.1159996483593768</c:v>
                </c:pt>
                <c:pt idx="8124">
                  <c:v>2.1152878508164656</c:v>
                </c:pt>
                <c:pt idx="8125">
                  <c:v>2.1153955407573459</c:v>
                </c:pt>
                <c:pt idx="8126">
                  <c:v>2.1152095558339377</c:v>
                </c:pt>
                <c:pt idx="8127">
                  <c:v>2.1142914441440848</c:v>
                </c:pt>
                <c:pt idx="8128">
                  <c:v>2.112208522889607</c:v>
                </c:pt>
                <c:pt idx="8129">
                  <c:v>2.10990198017626</c:v>
                </c:pt>
                <c:pt idx="8130">
                  <c:v>2.1098256082283906</c:v>
                </c:pt>
                <c:pt idx="8131">
                  <c:v>2.1125461528318059</c:v>
                </c:pt>
                <c:pt idx="8132">
                  <c:v>2.1141686446451726</c:v>
                </c:pt>
                <c:pt idx="8133">
                  <c:v>2.1120739104635065</c:v>
                </c:pt>
                <c:pt idx="8134">
                  <c:v>2.1105736687105776</c:v>
                </c:pt>
                <c:pt idx="8135">
                  <c:v>2.1098607722907188</c:v>
                </c:pt>
                <c:pt idx="8136">
                  <c:v>2.1088539262873343</c:v>
                </c:pt>
                <c:pt idx="8137">
                  <c:v>2.1074270345706689</c:v>
                </c:pt>
                <c:pt idx="8138">
                  <c:v>2.1072490165051319</c:v>
                </c:pt>
                <c:pt idx="8139">
                  <c:v>2.1085418452341709</c:v>
                </c:pt>
                <c:pt idx="8140">
                  <c:v>2.1082377310388782</c:v>
                </c:pt>
                <c:pt idx="8141">
                  <c:v>2.1053144436386013</c:v>
                </c:pt>
                <c:pt idx="8142">
                  <c:v>2.1035474495066042</c:v>
                </c:pt>
                <c:pt idx="8143">
                  <c:v>2.10278208171249</c:v>
                </c:pt>
                <c:pt idx="8144">
                  <c:v>2.1032221819300676</c:v>
                </c:pt>
                <c:pt idx="8145">
                  <c:v>2.1033856398760467</c:v>
                </c:pt>
                <c:pt idx="8146">
                  <c:v>2.1023881343267181</c:v>
                </c:pt>
                <c:pt idx="8147">
                  <c:v>2.101284037713457</c:v>
                </c:pt>
                <c:pt idx="8148">
                  <c:v>2.1007409177820269</c:v>
                </c:pt>
                <c:pt idx="8149">
                  <c:v>2.1009024526933473</c:v>
                </c:pt>
                <c:pt idx="8150">
                  <c:v>2.1010367904002112</c:v>
                </c:pt>
                <c:pt idx="8151">
                  <c:v>2.0991500186809082</c:v>
                </c:pt>
                <c:pt idx="8152">
                  <c:v>2.0978269708358059</c:v>
                </c:pt>
                <c:pt idx="8153">
                  <c:v>2.0977346651721942</c:v>
                </c:pt>
                <c:pt idx="8154">
                  <c:v>2.0968552888947496</c:v>
                </c:pt>
                <c:pt idx="8155">
                  <c:v>2.0949676930177361</c:v>
                </c:pt>
                <c:pt idx="8156">
                  <c:v>2.0937806311949188</c:v>
                </c:pt>
                <c:pt idx="8157">
                  <c:v>2.0933160809652533</c:v>
                </c:pt>
                <c:pt idx="8158">
                  <c:v>2.0944545174831322</c:v>
                </c:pt>
                <c:pt idx="8159">
                  <c:v>2.0961281070745699</c:v>
                </c:pt>
                <c:pt idx="8160">
                  <c:v>2.0957349838465089</c:v>
                </c:pt>
                <c:pt idx="8161">
                  <c:v>2.0969396277004901</c:v>
                </c:pt>
                <c:pt idx="8162">
                  <c:v>2.0987593679259797</c:v>
                </c:pt>
                <c:pt idx="8163">
                  <c:v>2.0976437331047668</c:v>
                </c:pt>
                <c:pt idx="8164">
                  <c:v>2.0950685149776929</c:v>
                </c:pt>
                <c:pt idx="8165">
                  <c:v>2.0928996066020527</c:v>
                </c:pt>
                <c:pt idx="8166">
                  <c:v>2.0917477088415639</c:v>
                </c:pt>
                <c:pt idx="8167">
                  <c:v>2.0919636381617988</c:v>
                </c:pt>
                <c:pt idx="8168">
                  <c:v>2.0920913826069758</c:v>
                </c:pt>
                <c:pt idx="8169">
                  <c:v>2.0914891980396035</c:v>
                </c:pt>
                <c:pt idx="8170">
                  <c:v>2.0904425177468626</c:v>
                </c:pt>
                <c:pt idx="8171">
                  <c:v>2.0902257642689173</c:v>
                </c:pt>
                <c:pt idx="8172">
                  <c:v>2.0899612096437439</c:v>
                </c:pt>
                <c:pt idx="8173">
                  <c:v>2.0897296213270038</c:v>
                </c:pt>
                <c:pt idx="8174">
                  <c:v>2.0889994175952178</c:v>
                </c:pt>
                <c:pt idx="8175">
                  <c:v>2.0884461330520208</c:v>
                </c:pt>
                <c:pt idx="8176">
                  <c:v>2.08820740203512</c:v>
                </c:pt>
                <c:pt idx="8177">
                  <c:v>2.0883178391683699</c:v>
                </c:pt>
                <c:pt idx="8178">
                  <c:v>2.0887505219665501</c:v>
                </c:pt>
                <c:pt idx="8179">
                  <c:v>2.0870791301290081</c:v>
                </c:pt>
                <c:pt idx="8180">
                  <c:v>2.0845783609151449</c:v>
                </c:pt>
                <c:pt idx="8181">
                  <c:v>2.0841778202676866</c:v>
                </c:pt>
                <c:pt idx="8182">
                  <c:v>2.0846800070328126</c:v>
                </c:pt>
                <c:pt idx="8183">
                  <c:v>2.0851398870354498</c:v>
                </c:pt>
                <c:pt idx="8184">
                  <c:v>2.0865321641282608</c:v>
                </c:pt>
                <c:pt idx="8185">
                  <c:v>2.0851926331289423</c:v>
                </c:pt>
                <c:pt idx="8186">
                  <c:v>2.0839904617480935</c:v>
                </c:pt>
                <c:pt idx="8187">
                  <c:v>2.0855505922946747</c:v>
                </c:pt>
                <c:pt idx="8188">
                  <c:v>2.0878879035625593</c:v>
                </c:pt>
                <c:pt idx="8189">
                  <c:v>2.0874123645634164</c:v>
                </c:pt>
                <c:pt idx="8190">
                  <c:v>2.0850786246456123</c:v>
                </c:pt>
                <c:pt idx="8191">
                  <c:v>2.0841965011757981</c:v>
                </c:pt>
                <c:pt idx="8192">
                  <c:v>2.08342701259313</c:v>
                </c:pt>
                <c:pt idx="8193">
                  <c:v>2.0830402079075183</c:v>
                </c:pt>
                <c:pt idx="8194">
                  <c:v>2.0811649743961671</c:v>
                </c:pt>
                <c:pt idx="8195">
                  <c:v>2.0802861475571968</c:v>
                </c:pt>
                <c:pt idx="8196">
                  <c:v>2.0793617173248942</c:v>
                </c:pt>
                <c:pt idx="8197">
                  <c:v>2.0784238258499812</c:v>
                </c:pt>
                <c:pt idx="8198">
                  <c:v>2.0784815168897386</c:v>
                </c:pt>
                <c:pt idx="8199">
                  <c:v>2.0791084261884354</c:v>
                </c:pt>
                <c:pt idx="8200">
                  <c:v>2.0784328915848005</c:v>
                </c:pt>
                <c:pt idx="8201">
                  <c:v>2.0779153205424055</c:v>
                </c:pt>
                <c:pt idx="8202">
                  <c:v>2.0773491241950728</c:v>
                </c:pt>
                <c:pt idx="8203">
                  <c:v>2.0777708182237755</c:v>
                </c:pt>
                <c:pt idx="8204">
                  <c:v>2.0796485242082592</c:v>
                </c:pt>
                <c:pt idx="8205">
                  <c:v>2.0799589569460011</c:v>
                </c:pt>
                <c:pt idx="8206">
                  <c:v>2.0794040240873826</c:v>
                </c:pt>
                <c:pt idx="8207">
                  <c:v>2.0775367574339025</c:v>
                </c:pt>
                <c:pt idx="8208">
                  <c:v>2.0754988901342828</c:v>
                </c:pt>
                <c:pt idx="8209">
                  <c:v>2.0754821322608294</c:v>
                </c:pt>
                <c:pt idx="8210">
                  <c:v>2.0764958462451375</c:v>
                </c:pt>
                <c:pt idx="8211">
                  <c:v>2.0772271488538712</c:v>
                </c:pt>
                <c:pt idx="8212">
                  <c:v>2.0778787828838925</c:v>
                </c:pt>
                <c:pt idx="8213">
                  <c:v>2.075382683897057</c:v>
                </c:pt>
                <c:pt idx="8214">
                  <c:v>2.0731813586514583</c:v>
                </c:pt>
                <c:pt idx="8215">
                  <c:v>2.074209907474561</c:v>
                </c:pt>
                <c:pt idx="8216">
                  <c:v>2.0768469374299467</c:v>
                </c:pt>
                <c:pt idx="8217">
                  <c:v>2.0764084855277907</c:v>
                </c:pt>
                <c:pt idx="8218">
                  <c:v>2.0755233401463702</c:v>
                </c:pt>
                <c:pt idx="8219">
                  <c:v>2.0752747192369396</c:v>
                </c:pt>
                <c:pt idx="8220">
                  <c:v>2.0737483791565019</c:v>
                </c:pt>
                <c:pt idx="8221">
                  <c:v>2.0731536120085274</c:v>
                </c:pt>
                <c:pt idx="8222">
                  <c:v>2.0721907210830532</c:v>
                </c:pt>
                <c:pt idx="8223">
                  <c:v>2.0724146172611593</c:v>
                </c:pt>
                <c:pt idx="8224">
                  <c:v>2.0725313729368584</c:v>
                </c:pt>
                <c:pt idx="8225">
                  <c:v>2.0717410056921826</c:v>
                </c:pt>
                <c:pt idx="8226">
                  <c:v>2.0722882464121666</c:v>
                </c:pt>
                <c:pt idx="8227">
                  <c:v>2.0716467769939122</c:v>
                </c:pt>
                <c:pt idx="8228">
                  <c:v>2.0710327794993515</c:v>
                </c:pt>
                <c:pt idx="8229">
                  <c:v>2.0713967824882968</c:v>
                </c:pt>
                <c:pt idx="8230">
                  <c:v>2.0709220676468649</c:v>
                </c:pt>
                <c:pt idx="8231">
                  <c:v>2.0694479242214459</c:v>
                </c:pt>
                <c:pt idx="8232">
                  <c:v>2.0682245994593527</c:v>
                </c:pt>
                <c:pt idx="8233">
                  <c:v>2.0671792927627965</c:v>
                </c:pt>
                <c:pt idx="8234">
                  <c:v>2.0667210610755808</c:v>
                </c:pt>
                <c:pt idx="8235">
                  <c:v>2.0665776576338981</c:v>
                </c:pt>
                <c:pt idx="8236">
                  <c:v>2.0682105887782685</c:v>
                </c:pt>
                <c:pt idx="8237">
                  <c:v>2.0703338937605769</c:v>
                </c:pt>
                <c:pt idx="8238">
                  <c:v>2.0702841695786907</c:v>
                </c:pt>
                <c:pt idx="8239">
                  <c:v>2.0681669084195953</c:v>
                </c:pt>
                <c:pt idx="8240">
                  <c:v>2.0655436144260566</c:v>
                </c:pt>
                <c:pt idx="8241">
                  <c:v>2.0656754796597876</c:v>
                </c:pt>
                <c:pt idx="8242">
                  <c:v>2.0668375420320433</c:v>
                </c:pt>
                <c:pt idx="8243">
                  <c:v>2.0671216017230392</c:v>
                </c:pt>
                <c:pt idx="8244">
                  <c:v>2.0671853365860091</c:v>
                </c:pt>
                <c:pt idx="8245">
                  <c:v>2.0666133711347001</c:v>
                </c:pt>
                <c:pt idx="8246">
                  <c:v>2.0645505043845191</c:v>
                </c:pt>
                <c:pt idx="8247">
                  <c:v>2.0632260829432321</c:v>
                </c:pt>
                <c:pt idx="8248">
                  <c:v>2.0640084833300367</c:v>
                </c:pt>
                <c:pt idx="8249">
                  <c:v>2.0641955671303927</c:v>
                </c:pt>
                <c:pt idx="8250">
                  <c:v>2.0644996813256853</c:v>
                </c:pt>
                <c:pt idx="8251">
                  <c:v>2.0666290301312058</c:v>
                </c:pt>
                <c:pt idx="8252">
                  <c:v>2.0676273598382453</c:v>
                </c:pt>
                <c:pt idx="8253">
                  <c:v>2.0690852948286853</c:v>
                </c:pt>
                <c:pt idx="8254">
                  <c:v>2.069260016263379</c:v>
                </c:pt>
                <c:pt idx="8255">
                  <c:v>2.06778944418804</c:v>
                </c:pt>
                <c:pt idx="8256">
                  <c:v>2.0670287466209536</c:v>
                </c:pt>
                <c:pt idx="8257">
                  <c:v>2.068552064789785</c:v>
                </c:pt>
                <c:pt idx="8258">
                  <c:v>2.0685278894969343</c:v>
                </c:pt>
                <c:pt idx="8259">
                  <c:v>2.0680130656469089</c:v>
                </c:pt>
                <c:pt idx="8260">
                  <c:v>2.0678366958967933</c:v>
                </c:pt>
                <c:pt idx="8261">
                  <c:v>2.0674916485351971</c:v>
                </c:pt>
                <c:pt idx="8262">
                  <c:v>2.0670009999780223</c:v>
                </c:pt>
                <c:pt idx="8263">
                  <c:v>2.0652345552844991</c:v>
                </c:pt>
                <c:pt idx="8264">
                  <c:v>2.0633247071492935</c:v>
                </c:pt>
                <c:pt idx="8265">
                  <c:v>2.0643606733917936</c:v>
                </c:pt>
                <c:pt idx="8266">
                  <c:v>2.0646422606096571</c:v>
                </c:pt>
                <c:pt idx="8267">
                  <c:v>2.0636477769719348</c:v>
                </c:pt>
                <c:pt idx="8268">
                  <c:v>2.0631557548185753</c:v>
                </c:pt>
                <c:pt idx="8269">
                  <c:v>2.061883804751544</c:v>
                </c:pt>
                <c:pt idx="8270">
                  <c:v>2.0604390562844772</c:v>
                </c:pt>
                <c:pt idx="8271">
                  <c:v>2.0624093426518098</c:v>
                </c:pt>
                <c:pt idx="8272">
                  <c:v>2.0645477571921496</c:v>
                </c:pt>
                <c:pt idx="8273">
                  <c:v>2.0654922419287489</c:v>
                </c:pt>
                <c:pt idx="8274">
                  <c:v>2.067374068701787</c:v>
                </c:pt>
                <c:pt idx="8275">
                  <c:v>2.0690083734423421</c:v>
                </c:pt>
                <c:pt idx="8276">
                  <c:v>2.069127326871937</c:v>
                </c:pt>
                <c:pt idx="8277">
                  <c:v>2.0693759477813676</c:v>
                </c:pt>
                <c:pt idx="8278">
                  <c:v>2.0695567130392738</c:v>
                </c:pt>
                <c:pt idx="8279">
                  <c:v>2.0690723830245488</c:v>
                </c:pt>
                <c:pt idx="8280">
                  <c:v>2.0698990132085009</c:v>
                </c:pt>
                <c:pt idx="8281">
                  <c:v>2.0699935166260084</c:v>
                </c:pt>
                <c:pt idx="8282">
                  <c:v>2.0678812004131779</c:v>
                </c:pt>
                <c:pt idx="8283">
                  <c:v>2.0654631216896333</c:v>
                </c:pt>
                <c:pt idx="8284">
                  <c:v>2.0632595986901388</c:v>
                </c:pt>
                <c:pt idx="8285">
                  <c:v>2.0617189732093801</c:v>
                </c:pt>
                <c:pt idx="8286">
                  <c:v>2.0634983297070395</c:v>
                </c:pt>
                <c:pt idx="8287">
                  <c:v>2.0653087294784731</c:v>
                </c:pt>
                <c:pt idx="8288">
                  <c:v>2.0658730027911476</c:v>
                </c:pt>
                <c:pt idx="8289">
                  <c:v>2.0635065712841474</c:v>
                </c:pt>
                <c:pt idx="8290">
                  <c:v>2.0610849212105227</c:v>
                </c:pt>
                <c:pt idx="8291">
                  <c:v>2.0615906793257293</c:v>
                </c:pt>
                <c:pt idx="8292">
                  <c:v>2.0647444561657986</c:v>
                </c:pt>
                <c:pt idx="8293">
                  <c:v>2.0668792993560583</c:v>
                </c:pt>
                <c:pt idx="8294">
                  <c:v>2.0676432935539877</c:v>
                </c:pt>
                <c:pt idx="8295">
                  <c:v>2.0674938462890924</c:v>
                </c:pt>
                <c:pt idx="8296">
                  <c:v>2.0665479879563087</c:v>
                </c:pt>
                <c:pt idx="8297">
                  <c:v>2.0658150370321531</c:v>
                </c:pt>
                <c:pt idx="8298">
                  <c:v>2.0661372826970834</c:v>
                </c:pt>
                <c:pt idx="8299">
                  <c:v>2.0687446429748797</c:v>
                </c:pt>
                <c:pt idx="8300">
                  <c:v>2.0697602799938464</c:v>
                </c:pt>
                <c:pt idx="8301">
                  <c:v>2.0684133315751301</c:v>
                </c:pt>
                <c:pt idx="8302">
                  <c:v>2.0690597459396498</c:v>
                </c:pt>
                <c:pt idx="8303">
                  <c:v>2.0678081250961515</c:v>
                </c:pt>
                <c:pt idx="8304">
                  <c:v>2.0662100832948727</c:v>
                </c:pt>
                <c:pt idx="8305">
                  <c:v>2.0655158677831258</c:v>
                </c:pt>
                <c:pt idx="8306">
                  <c:v>2.066294971539087</c:v>
                </c:pt>
                <c:pt idx="8307">
                  <c:v>2.0678141689193645</c:v>
                </c:pt>
                <c:pt idx="8308">
                  <c:v>2.0675029120239117</c:v>
                </c:pt>
                <c:pt idx="8309">
                  <c:v>2.0681696556119644</c:v>
                </c:pt>
                <c:pt idx="8310">
                  <c:v>2.0667103470253401</c:v>
                </c:pt>
                <c:pt idx="8311">
                  <c:v>2.066094151776884</c:v>
                </c:pt>
                <c:pt idx="8312">
                  <c:v>2.0673218720467683</c:v>
                </c:pt>
                <c:pt idx="8313">
                  <c:v>2.0672534669567701</c:v>
                </c:pt>
                <c:pt idx="8314">
                  <c:v>2.0668334212434893</c:v>
                </c:pt>
                <c:pt idx="8315">
                  <c:v>2.064705171314916</c:v>
                </c:pt>
                <c:pt idx="8316">
                  <c:v>2.0631639963956836</c:v>
                </c:pt>
                <c:pt idx="8317">
                  <c:v>2.0632486099206613</c:v>
                </c:pt>
                <c:pt idx="8318">
                  <c:v>2.0631977868618274</c:v>
                </c:pt>
                <c:pt idx="8319">
                  <c:v>2.0629642755104283</c:v>
                </c:pt>
                <c:pt idx="8320">
                  <c:v>2.0639631546559416</c:v>
                </c:pt>
                <c:pt idx="8321">
                  <c:v>2.0655188896947321</c:v>
                </c:pt>
                <c:pt idx="8322">
                  <c:v>2.0665636469528144</c:v>
                </c:pt>
                <c:pt idx="8323">
                  <c:v>2.0676910947012153</c:v>
                </c:pt>
                <c:pt idx="8324">
                  <c:v>2.0700193402342806</c:v>
                </c:pt>
                <c:pt idx="8325">
                  <c:v>2.0714580448781343</c:v>
                </c:pt>
                <c:pt idx="8326">
                  <c:v>2.0712569503966947</c:v>
                </c:pt>
                <c:pt idx="8327">
                  <c:v>2.0714602426320301</c:v>
                </c:pt>
                <c:pt idx="8328">
                  <c:v>2.0711921166567766</c:v>
                </c:pt>
                <c:pt idx="8329">
                  <c:v>2.0699325289554076</c:v>
                </c:pt>
                <c:pt idx="8330">
                  <c:v>2.069761378870794</c:v>
                </c:pt>
                <c:pt idx="8331">
                  <c:v>2.0706231731170743</c:v>
                </c:pt>
                <c:pt idx="8332">
                  <c:v>2.069970714929342</c:v>
                </c:pt>
                <c:pt idx="8333">
                  <c:v>2.068975681853146</c:v>
                </c:pt>
                <c:pt idx="8334">
                  <c:v>2.0690844706709743</c:v>
                </c:pt>
                <c:pt idx="8335">
                  <c:v>2.0696547878068614</c:v>
                </c:pt>
                <c:pt idx="8336">
                  <c:v>2.0693814421661063</c:v>
                </c:pt>
                <c:pt idx="8337">
                  <c:v>2.0694377596096789</c:v>
                </c:pt>
                <c:pt idx="8338">
                  <c:v>2.0688457396540736</c:v>
                </c:pt>
                <c:pt idx="8339">
                  <c:v>2.0692814443638601</c:v>
                </c:pt>
                <c:pt idx="8340">
                  <c:v>2.0696440737566206</c:v>
                </c:pt>
                <c:pt idx="8341">
                  <c:v>2.0697591811168987</c:v>
                </c:pt>
                <c:pt idx="8342">
                  <c:v>2.0691031515790863</c:v>
                </c:pt>
                <c:pt idx="8343">
                  <c:v>2.0682952023032461</c:v>
                </c:pt>
                <c:pt idx="8344">
                  <c:v>2.0675100547240719</c:v>
                </c:pt>
                <c:pt idx="8345">
                  <c:v>2.0681655348234105</c:v>
                </c:pt>
                <c:pt idx="8346">
                  <c:v>2.0685745917672138</c:v>
                </c:pt>
                <c:pt idx="8347">
                  <c:v>2.0698904969121559</c:v>
                </c:pt>
                <c:pt idx="8348">
                  <c:v>2.0705212522801695</c:v>
                </c:pt>
                <c:pt idx="8349">
                  <c:v>2.0693542449616493</c:v>
                </c:pt>
                <c:pt idx="8350">
                  <c:v>2.0692171600624163</c:v>
                </c:pt>
                <c:pt idx="8351">
                  <c:v>2.0694124854398805</c:v>
                </c:pt>
                <c:pt idx="8352">
                  <c:v>2.0698212676644467</c:v>
                </c:pt>
                <c:pt idx="8353">
                  <c:v>2.0709632755324057</c:v>
                </c:pt>
                <c:pt idx="8354">
                  <c:v>2.0726544471550077</c:v>
                </c:pt>
                <c:pt idx="8355">
                  <c:v>2.0717874332432253</c:v>
                </c:pt>
                <c:pt idx="8356">
                  <c:v>2.0706495461638204</c:v>
                </c:pt>
                <c:pt idx="8357">
                  <c:v>2.0702113689809014</c:v>
                </c:pt>
                <c:pt idx="8358">
                  <c:v>2.0701388431023493</c:v>
                </c:pt>
                <c:pt idx="8359">
                  <c:v>2.0712682138854093</c:v>
                </c:pt>
                <c:pt idx="8360">
                  <c:v>2.0724767038087073</c:v>
                </c:pt>
                <c:pt idx="8361">
                  <c:v>2.0728233994857255</c:v>
                </c:pt>
                <c:pt idx="8362">
                  <c:v>2.072377530164172</c:v>
                </c:pt>
                <c:pt idx="8363">
                  <c:v>2.0705360871189642</c:v>
                </c:pt>
                <c:pt idx="8364">
                  <c:v>2.0686688204654842</c:v>
                </c:pt>
                <c:pt idx="8365">
                  <c:v>2.0695525922507199</c:v>
                </c:pt>
                <c:pt idx="8366">
                  <c:v>2.0718193006747105</c:v>
                </c:pt>
                <c:pt idx="8367">
                  <c:v>2.0730200984593745</c:v>
                </c:pt>
                <c:pt idx="8368">
                  <c:v>2.0737516757873453</c:v>
                </c:pt>
                <c:pt idx="8369">
                  <c:v>2.0740035933276193</c:v>
                </c:pt>
                <c:pt idx="8370">
                  <c:v>2.0728527944440782</c:v>
                </c:pt>
                <c:pt idx="8371">
                  <c:v>2.0730604821872047</c:v>
                </c:pt>
                <c:pt idx="8372">
                  <c:v>2.0731115799652753</c:v>
                </c:pt>
                <c:pt idx="8373">
                  <c:v>2.0723431902595548</c:v>
                </c:pt>
                <c:pt idx="8374">
                  <c:v>2.0716508977824661</c:v>
                </c:pt>
                <c:pt idx="8375">
                  <c:v>2.0722258851453814</c:v>
                </c:pt>
                <c:pt idx="8376">
                  <c:v>2.0729651546119867</c:v>
                </c:pt>
                <c:pt idx="8377">
                  <c:v>2.0741486450847235</c:v>
                </c:pt>
                <c:pt idx="8378">
                  <c:v>2.0757219621546779</c:v>
                </c:pt>
                <c:pt idx="8379">
                  <c:v>2.0765241423265421</c:v>
                </c:pt>
                <c:pt idx="8380">
                  <c:v>2.0776666996329749</c:v>
                </c:pt>
                <c:pt idx="8381">
                  <c:v>2.0771678094986923</c:v>
                </c:pt>
                <c:pt idx="8382">
                  <c:v>2.0765551856003164</c:v>
                </c:pt>
                <c:pt idx="8383">
                  <c:v>2.0766499637370606</c:v>
                </c:pt>
                <c:pt idx="8384">
                  <c:v>2.077366431507</c:v>
                </c:pt>
                <c:pt idx="8385">
                  <c:v>2.0768315531526778</c:v>
                </c:pt>
                <c:pt idx="8386">
                  <c:v>2.076503538383772</c:v>
                </c:pt>
                <c:pt idx="8387">
                  <c:v>2.0750359882200393</c:v>
                </c:pt>
                <c:pt idx="8388">
                  <c:v>2.0729692754005407</c:v>
                </c:pt>
                <c:pt idx="8389">
                  <c:v>2.0727360387683786</c:v>
                </c:pt>
                <c:pt idx="8390">
                  <c:v>2.0743983648711017</c:v>
                </c:pt>
                <c:pt idx="8391">
                  <c:v>2.0780614711764578</c:v>
                </c:pt>
                <c:pt idx="8392">
                  <c:v>2.0779576273048943</c:v>
                </c:pt>
                <c:pt idx="8393">
                  <c:v>2.0775059888793654</c:v>
                </c:pt>
                <c:pt idx="8394">
                  <c:v>2.0783947056108656</c:v>
                </c:pt>
                <c:pt idx="8395">
                  <c:v>2.0785606360299775</c:v>
                </c:pt>
                <c:pt idx="8396">
                  <c:v>2.0778809806377883</c:v>
                </c:pt>
                <c:pt idx="8397">
                  <c:v>2.0769988571679745</c:v>
                </c:pt>
                <c:pt idx="8398">
                  <c:v>2.077129074086284</c:v>
                </c:pt>
                <c:pt idx="8399">
                  <c:v>2.0772238522230282</c:v>
                </c:pt>
                <c:pt idx="8400">
                  <c:v>2.0787790378233444</c:v>
                </c:pt>
                <c:pt idx="8401">
                  <c:v>2.080406474582976</c:v>
                </c:pt>
                <c:pt idx="8402">
                  <c:v>2.0804281774026943</c:v>
                </c:pt>
                <c:pt idx="8403">
                  <c:v>2.0802526318102901</c:v>
                </c:pt>
                <c:pt idx="8404">
                  <c:v>2.0802875211533811</c:v>
                </c:pt>
                <c:pt idx="8405">
                  <c:v>2.0791240851849411</c:v>
                </c:pt>
                <c:pt idx="8406">
                  <c:v>2.0773507725104943</c:v>
                </c:pt>
                <c:pt idx="8407">
                  <c:v>2.0782219072108306</c:v>
                </c:pt>
                <c:pt idx="8408">
                  <c:v>2.0822437968396299</c:v>
                </c:pt>
                <c:pt idx="8409">
                  <c:v>2.0840000769213862</c:v>
                </c:pt>
                <c:pt idx="8410">
                  <c:v>2.0829171336893695</c:v>
                </c:pt>
                <c:pt idx="8411">
                  <c:v>2.082001494472649</c:v>
                </c:pt>
                <c:pt idx="8412">
                  <c:v>2.0817259510779982</c:v>
                </c:pt>
                <c:pt idx="8413">
                  <c:v>2.0814122217094129</c:v>
                </c:pt>
                <c:pt idx="8414">
                  <c:v>2.0820542405661415</c:v>
                </c:pt>
                <c:pt idx="8415">
                  <c:v>2.0835926682930044</c:v>
                </c:pt>
                <c:pt idx="8416">
                  <c:v>2.0841789191446343</c:v>
                </c:pt>
                <c:pt idx="8417">
                  <c:v>2.0821630293839695</c:v>
                </c:pt>
                <c:pt idx="8418">
                  <c:v>2.079346882486099</c:v>
                </c:pt>
                <c:pt idx="8419">
                  <c:v>2.0789246390189229</c:v>
                </c:pt>
                <c:pt idx="8420">
                  <c:v>2.0803540032087207</c:v>
                </c:pt>
                <c:pt idx="8421">
                  <c:v>2.0816737544229795</c:v>
                </c:pt>
                <c:pt idx="8422">
                  <c:v>2.0823506626227997</c:v>
                </c:pt>
                <c:pt idx="8423">
                  <c:v>2.0821926990615589</c:v>
                </c:pt>
                <c:pt idx="8424">
                  <c:v>2.0817710050328566</c:v>
                </c:pt>
                <c:pt idx="8425">
                  <c:v>2.0814438144216609</c:v>
                </c:pt>
                <c:pt idx="8426">
                  <c:v>2.0816641392496869</c:v>
                </c:pt>
                <c:pt idx="8427">
                  <c:v>2.0818932550932945</c:v>
                </c:pt>
                <c:pt idx="8428">
                  <c:v>2.0820462737082703</c:v>
                </c:pt>
                <c:pt idx="8429">
                  <c:v>2.0830305927342256</c:v>
                </c:pt>
                <c:pt idx="8430">
                  <c:v>2.0838572229181778</c:v>
                </c:pt>
                <c:pt idx="8431">
                  <c:v>2.0843558383332232</c:v>
                </c:pt>
                <c:pt idx="8432">
                  <c:v>2.0852201050526364</c:v>
                </c:pt>
                <c:pt idx="8433">
                  <c:v>2.0833608052570272</c:v>
                </c:pt>
                <c:pt idx="8434">
                  <c:v>2.0820185270653391</c:v>
                </c:pt>
                <c:pt idx="8435">
                  <c:v>2.082020175380761</c:v>
                </c:pt>
                <c:pt idx="8436">
                  <c:v>2.0824569789674952</c:v>
                </c:pt>
                <c:pt idx="8437">
                  <c:v>2.081786114590888</c:v>
                </c:pt>
                <c:pt idx="8438">
                  <c:v>2.0810094833080592</c:v>
                </c:pt>
                <c:pt idx="8439">
                  <c:v>2.0812789828794971</c:v>
                </c:pt>
                <c:pt idx="8440">
                  <c:v>2.0803531790510097</c:v>
                </c:pt>
                <c:pt idx="8441">
                  <c:v>2.0799509900881299</c:v>
                </c:pt>
                <c:pt idx="8442">
                  <c:v>2.0797971473154435</c:v>
                </c:pt>
                <c:pt idx="8443">
                  <c:v>2.0808287180501526</c:v>
                </c:pt>
                <c:pt idx="8444">
                  <c:v>2.0821795125381861</c:v>
                </c:pt>
                <c:pt idx="8445">
                  <c:v>2.0814157930594934</c:v>
                </c:pt>
                <c:pt idx="8446">
                  <c:v>2.0817204566932594</c:v>
                </c:pt>
                <c:pt idx="8447">
                  <c:v>2.0824476385134392</c:v>
                </c:pt>
                <c:pt idx="8448">
                  <c:v>2.0820245708885521</c:v>
                </c:pt>
                <c:pt idx="8449">
                  <c:v>2.0815237577196104</c:v>
                </c:pt>
                <c:pt idx="8450">
                  <c:v>2.0812229401551616</c:v>
                </c:pt>
                <c:pt idx="8451">
                  <c:v>2.0803207621810511</c:v>
                </c:pt>
                <c:pt idx="8452">
                  <c:v>2.0793523768708382</c:v>
                </c:pt>
                <c:pt idx="8453">
                  <c:v>2.079700171424804</c:v>
                </c:pt>
                <c:pt idx="8454">
                  <c:v>2.0796542933122351</c:v>
                </c:pt>
                <c:pt idx="8455">
                  <c:v>2.0795567679831213</c:v>
                </c:pt>
                <c:pt idx="8456">
                  <c:v>2.0789543086965123</c:v>
                </c:pt>
                <c:pt idx="8457">
                  <c:v>2.0792584228918045</c:v>
                </c:pt>
                <c:pt idx="8458">
                  <c:v>2.0796328652117535</c:v>
                </c:pt>
                <c:pt idx="8459">
                  <c:v>2.0798891782598186</c:v>
                </c:pt>
                <c:pt idx="8460">
                  <c:v>2.0806111404144962</c:v>
                </c:pt>
                <c:pt idx="8461">
                  <c:v>2.081091624359904</c:v>
                </c:pt>
                <c:pt idx="8462">
                  <c:v>2.0814501329641106</c:v>
                </c:pt>
                <c:pt idx="8463">
                  <c:v>2.081266895233072</c:v>
                </c:pt>
                <c:pt idx="8464">
                  <c:v>2.0819152326322499</c:v>
                </c:pt>
                <c:pt idx="8465">
                  <c:v>2.0833827827959825</c:v>
                </c:pt>
                <c:pt idx="8466">
                  <c:v>2.0818605635040988</c:v>
                </c:pt>
                <c:pt idx="8467">
                  <c:v>2.0804336717874334</c:v>
                </c:pt>
                <c:pt idx="8468">
                  <c:v>2.0787010175600535</c:v>
                </c:pt>
                <c:pt idx="8469">
                  <c:v>2.0775482956418538</c:v>
                </c:pt>
                <c:pt idx="8470">
                  <c:v>2.0765870530318016</c:v>
                </c:pt>
                <c:pt idx="8471">
                  <c:v>2.0761486011296455</c:v>
                </c:pt>
                <c:pt idx="8472">
                  <c:v>2.0776381288323336</c:v>
                </c:pt>
                <c:pt idx="8473">
                  <c:v>2.0787073361025032</c:v>
                </c:pt>
                <c:pt idx="8474">
                  <c:v>2.0771664359025075</c:v>
                </c:pt>
                <c:pt idx="8475">
                  <c:v>2.0742530383947604</c:v>
                </c:pt>
                <c:pt idx="8476">
                  <c:v>2.0737475549987914</c:v>
                </c:pt>
                <c:pt idx="8477">
                  <c:v>2.0741684248697831</c:v>
                </c:pt>
                <c:pt idx="8478">
                  <c:v>2.0732442693567172</c:v>
                </c:pt>
                <c:pt idx="8479">
                  <c:v>2.0724585723390696</c:v>
                </c:pt>
                <c:pt idx="8480">
                  <c:v>2.0725615920529221</c:v>
                </c:pt>
                <c:pt idx="8481">
                  <c:v>2.0737555218566626</c:v>
                </c:pt>
                <c:pt idx="8482">
                  <c:v>2.0751590624381882</c:v>
                </c:pt>
                <c:pt idx="8483">
                  <c:v>2.0761686556339423</c:v>
                </c:pt>
                <c:pt idx="8484">
                  <c:v>2.0765919979780665</c:v>
                </c:pt>
                <c:pt idx="8485">
                  <c:v>2.0754988901342828</c:v>
                </c:pt>
                <c:pt idx="8486">
                  <c:v>2.0751134590448563</c:v>
                </c:pt>
                <c:pt idx="8487">
                  <c:v>2.0741692490274941</c:v>
                </c:pt>
                <c:pt idx="8488">
                  <c:v>2.0734041559526166</c:v>
                </c:pt>
                <c:pt idx="8489">
                  <c:v>2.0736492055119666</c:v>
                </c:pt>
                <c:pt idx="8490">
                  <c:v>2.075122250060438</c:v>
                </c:pt>
                <c:pt idx="8491">
                  <c:v>2.0750109887694776</c:v>
                </c:pt>
                <c:pt idx="8492">
                  <c:v>2.0742978176303817</c:v>
                </c:pt>
                <c:pt idx="8493">
                  <c:v>2.0734722863233777</c:v>
                </c:pt>
                <c:pt idx="8494">
                  <c:v>2.072866805125162</c:v>
                </c:pt>
                <c:pt idx="8495">
                  <c:v>2.0736849190127691</c:v>
                </c:pt>
                <c:pt idx="8496">
                  <c:v>2.0748843432012483</c:v>
                </c:pt>
                <c:pt idx="8497">
                  <c:v>2.0739148590140877</c:v>
                </c:pt>
                <c:pt idx="8498">
                  <c:v>2.0705794927584007</c:v>
                </c:pt>
                <c:pt idx="8499">
                  <c:v>2.0695709984395947</c:v>
                </c:pt>
                <c:pt idx="8500">
                  <c:v>2.0706344366057889</c:v>
                </c:pt>
                <c:pt idx="8501">
                  <c:v>2.0707789389244193</c:v>
                </c:pt>
                <c:pt idx="8502">
                  <c:v>2.0689072767631482</c:v>
                </c:pt>
                <c:pt idx="8503">
                  <c:v>2.0696363816179866</c:v>
                </c:pt>
                <c:pt idx="8504">
                  <c:v>2.0701297773675305</c:v>
                </c:pt>
                <c:pt idx="8505">
                  <c:v>2.0697968176523593</c:v>
                </c:pt>
                <c:pt idx="8506">
                  <c:v>2.0693655084503639</c:v>
                </c:pt>
                <c:pt idx="8507">
                  <c:v>2.0696231950946133</c:v>
                </c:pt>
                <c:pt idx="8508">
                  <c:v>2.0697314344739675</c:v>
                </c:pt>
                <c:pt idx="8509">
                  <c:v>2.0693921562163471</c:v>
                </c:pt>
                <c:pt idx="8510">
                  <c:v>2.0683180039999121</c:v>
                </c:pt>
                <c:pt idx="8511">
                  <c:v>2.0676630733390473</c:v>
                </c:pt>
                <c:pt idx="8512">
                  <c:v>2.0683402562581041</c:v>
                </c:pt>
                <c:pt idx="8513">
                  <c:v>2.0687344783631127</c:v>
                </c:pt>
                <c:pt idx="8514">
                  <c:v>2.068043834201446</c:v>
                </c:pt>
                <c:pt idx="8515">
                  <c:v>2.0664562317311708</c:v>
                </c:pt>
                <c:pt idx="8516">
                  <c:v>2.0646733038834313</c:v>
                </c:pt>
                <c:pt idx="8517">
                  <c:v>2.0643411683259707</c:v>
                </c:pt>
                <c:pt idx="8518">
                  <c:v>2.0647117645766029</c:v>
                </c:pt>
                <c:pt idx="8519">
                  <c:v>2.0637549174743413</c:v>
                </c:pt>
                <c:pt idx="8520">
                  <c:v>2.0648612118414982</c:v>
                </c:pt>
                <c:pt idx="8521">
                  <c:v>2.0667449616491944</c:v>
                </c:pt>
                <c:pt idx="8522">
                  <c:v>2.0679251554910882</c:v>
                </c:pt>
                <c:pt idx="8523">
                  <c:v>2.0690993055097691</c:v>
                </c:pt>
                <c:pt idx="8524">
                  <c:v>2.0698877497197863</c:v>
                </c:pt>
                <c:pt idx="8525">
                  <c:v>2.067875431309202</c:v>
                </c:pt>
                <c:pt idx="8526">
                  <c:v>2.0665070547900046</c:v>
                </c:pt>
                <c:pt idx="8527">
                  <c:v>2.0665801301070306</c:v>
                </c:pt>
                <c:pt idx="8528">
                  <c:v>2.0655763060152523</c:v>
                </c:pt>
                <c:pt idx="8529">
                  <c:v>2.0645801740621086</c:v>
                </c:pt>
                <c:pt idx="8530">
                  <c:v>2.0646581943253994</c:v>
                </c:pt>
                <c:pt idx="8531">
                  <c:v>2.0647691808971231</c:v>
                </c:pt>
                <c:pt idx="8532">
                  <c:v>2.0646785235489329</c:v>
                </c:pt>
                <c:pt idx="8533">
                  <c:v>2.0637724995055056</c:v>
                </c:pt>
                <c:pt idx="8534">
                  <c:v>2.0625645590206809</c:v>
                </c:pt>
                <c:pt idx="8535">
                  <c:v>2.0616376563152459</c:v>
                </c:pt>
                <c:pt idx="8536">
                  <c:v>2.0616750181314698</c:v>
                </c:pt>
                <c:pt idx="8537">
                  <c:v>2.0625686798092349</c:v>
                </c:pt>
                <c:pt idx="8538">
                  <c:v>2.0639994175952179</c:v>
                </c:pt>
                <c:pt idx="8539">
                  <c:v>2.0662133799257161</c:v>
                </c:pt>
                <c:pt idx="8540">
                  <c:v>2.066399639568361</c:v>
                </c:pt>
                <c:pt idx="8541">
                  <c:v>2.0656543262785432</c:v>
                </c:pt>
                <c:pt idx="8542">
                  <c:v>2.0641065580976243</c:v>
                </c:pt>
                <c:pt idx="8543">
                  <c:v>2.0632194896815457</c:v>
                </c:pt>
                <c:pt idx="8544">
                  <c:v>2.063162073361025</c:v>
                </c:pt>
                <c:pt idx="8545">
                  <c:v>2.061646447330828</c:v>
                </c:pt>
                <c:pt idx="8546">
                  <c:v>2.0599555504274631</c:v>
                </c:pt>
                <c:pt idx="8547">
                  <c:v>2.0595605041647436</c:v>
                </c:pt>
                <c:pt idx="8548">
                  <c:v>2.0587907408628383</c:v>
                </c:pt>
                <c:pt idx="8549">
                  <c:v>2.0567605657018526</c:v>
                </c:pt>
                <c:pt idx="8550">
                  <c:v>2.0550718665523835</c:v>
                </c:pt>
                <c:pt idx="8551">
                  <c:v>2.0566844684732204</c:v>
                </c:pt>
                <c:pt idx="8552">
                  <c:v>2.0580385595920969</c:v>
                </c:pt>
                <c:pt idx="8553">
                  <c:v>2.0572402254895499</c:v>
                </c:pt>
                <c:pt idx="8554">
                  <c:v>2.0587294784730008</c:v>
                </c:pt>
                <c:pt idx="8555">
                  <c:v>2.059572317091932</c:v>
                </c:pt>
                <c:pt idx="8556">
                  <c:v>2.0573325311531616</c:v>
                </c:pt>
                <c:pt idx="8557">
                  <c:v>2.0554537262917298</c:v>
                </c:pt>
                <c:pt idx="8558">
                  <c:v>2.0556196567108413</c:v>
                </c:pt>
                <c:pt idx="8559">
                  <c:v>2.0553421902815323</c:v>
                </c:pt>
                <c:pt idx="8560">
                  <c:v>2.055713610689875</c:v>
                </c:pt>
                <c:pt idx="8561">
                  <c:v>2.0560943715522737</c:v>
                </c:pt>
                <c:pt idx="8562">
                  <c:v>2.0558825630205928</c:v>
                </c:pt>
                <c:pt idx="8563">
                  <c:v>2.0541471616008438</c:v>
                </c:pt>
                <c:pt idx="8564">
                  <c:v>2.0527609283312453</c:v>
                </c:pt>
                <c:pt idx="8565">
                  <c:v>2.0546908309707481</c:v>
                </c:pt>
                <c:pt idx="8566">
                  <c:v>2.0567806202061494</c:v>
                </c:pt>
                <c:pt idx="8567">
                  <c:v>2.055909210786576</c:v>
                </c:pt>
                <c:pt idx="8568">
                  <c:v>2.0537301377991692</c:v>
                </c:pt>
                <c:pt idx="8569">
                  <c:v>2.0519658908595417</c:v>
                </c:pt>
                <c:pt idx="8570">
                  <c:v>2.0514392540823279</c:v>
                </c:pt>
                <c:pt idx="8571">
                  <c:v>2.0502346102283466</c:v>
                </c:pt>
                <c:pt idx="8572">
                  <c:v>2.0498664864508473</c:v>
                </c:pt>
                <c:pt idx="8573">
                  <c:v>2.0516840289224412</c:v>
                </c:pt>
                <c:pt idx="8574">
                  <c:v>2.0524708248170369</c:v>
                </c:pt>
                <c:pt idx="8575">
                  <c:v>2.0520546251730729</c:v>
                </c:pt>
                <c:pt idx="8576">
                  <c:v>2.052827685105822</c:v>
                </c:pt>
                <c:pt idx="8577">
                  <c:v>2.0547411045911077</c:v>
                </c:pt>
                <c:pt idx="8578">
                  <c:v>2.0556097668183115</c:v>
                </c:pt>
                <c:pt idx="8579">
                  <c:v>2.0540630975143404</c:v>
                </c:pt>
                <c:pt idx="8580">
                  <c:v>2.0533760247027537</c:v>
                </c:pt>
                <c:pt idx="8581">
                  <c:v>2.052567251269203</c:v>
                </c:pt>
                <c:pt idx="8582">
                  <c:v>2.0507002593349597</c:v>
                </c:pt>
                <c:pt idx="8583">
                  <c:v>2.048044548471462</c:v>
                </c:pt>
                <c:pt idx="8584">
                  <c:v>2.0478978483989363</c:v>
                </c:pt>
                <c:pt idx="8585">
                  <c:v>2.0489280455374606</c:v>
                </c:pt>
                <c:pt idx="8586">
                  <c:v>2.049233533328938</c:v>
                </c:pt>
                <c:pt idx="8587">
                  <c:v>2.0494022109404191</c:v>
                </c:pt>
                <c:pt idx="8588">
                  <c:v>2.0509488802443903</c:v>
                </c:pt>
                <c:pt idx="8589">
                  <c:v>2.0503461462385442</c:v>
                </c:pt>
                <c:pt idx="8590">
                  <c:v>2.0490805147139621</c:v>
                </c:pt>
                <c:pt idx="8591">
                  <c:v>2.0492832575108237</c:v>
                </c:pt>
                <c:pt idx="8592">
                  <c:v>2.0485692622140173</c:v>
                </c:pt>
                <c:pt idx="8593">
                  <c:v>2.0470300103294434</c:v>
                </c:pt>
                <c:pt idx="8594">
                  <c:v>2.0462242588074986</c:v>
                </c:pt>
                <c:pt idx="8595">
                  <c:v>2.0461852486758532</c:v>
                </c:pt>
                <c:pt idx="8596">
                  <c:v>2.0444394079251005</c:v>
                </c:pt>
                <c:pt idx="8597">
                  <c:v>2.0429578470802841</c:v>
                </c:pt>
                <c:pt idx="8598">
                  <c:v>2.0433990461748093</c:v>
                </c:pt>
                <c:pt idx="8599">
                  <c:v>2.0435537131052066</c:v>
                </c:pt>
                <c:pt idx="8600">
                  <c:v>2.0435300872508297</c:v>
                </c:pt>
                <c:pt idx="8601">
                  <c:v>2.0446325355486694</c:v>
                </c:pt>
                <c:pt idx="8602">
                  <c:v>2.0466121623700579</c:v>
                </c:pt>
                <c:pt idx="8603">
                  <c:v>2.0474643414430451</c:v>
                </c:pt>
                <c:pt idx="8604">
                  <c:v>2.0459877255444936</c:v>
                </c:pt>
                <c:pt idx="8605">
                  <c:v>2.0455957011933803</c:v>
                </c:pt>
                <c:pt idx="8606">
                  <c:v>2.0448567064460121</c:v>
                </c:pt>
                <c:pt idx="8607">
                  <c:v>2.0438388716731501</c:v>
                </c:pt>
                <c:pt idx="8608">
                  <c:v>2.0428795520977561</c:v>
                </c:pt>
                <c:pt idx="8609">
                  <c:v>2.0425732401485681</c:v>
                </c:pt>
                <c:pt idx="8610">
                  <c:v>2.0436679963077733</c:v>
                </c:pt>
                <c:pt idx="8611">
                  <c:v>2.0438498604426276</c:v>
                </c:pt>
                <c:pt idx="8612">
                  <c:v>2.0426152721918198</c:v>
                </c:pt>
                <c:pt idx="8613">
                  <c:v>2.0414386497000065</c:v>
                </c:pt>
                <c:pt idx="8614">
                  <c:v>2.0413221687435441</c:v>
                </c:pt>
                <c:pt idx="8615">
                  <c:v>2.041976549965935</c:v>
                </c:pt>
                <c:pt idx="8616">
                  <c:v>2.0426770840201316</c:v>
                </c:pt>
                <c:pt idx="8617">
                  <c:v>2.0415694160567899</c:v>
                </c:pt>
                <c:pt idx="8618">
                  <c:v>2.0412518406188873</c:v>
                </c:pt>
                <c:pt idx="8619">
                  <c:v>2.0419490780422409</c:v>
                </c:pt>
                <c:pt idx="8620">
                  <c:v>2.0425993384760774</c:v>
                </c:pt>
                <c:pt idx="8621">
                  <c:v>2.0409927803784531</c:v>
                </c:pt>
                <c:pt idx="8622">
                  <c:v>2.0402021384145401</c:v>
                </c:pt>
                <c:pt idx="8623">
                  <c:v>2.0409908573437945</c:v>
                </c:pt>
                <c:pt idx="8624">
                  <c:v>2.0420628118063338</c:v>
                </c:pt>
                <c:pt idx="8625">
                  <c:v>2.0437251379090569</c:v>
                </c:pt>
                <c:pt idx="8626">
                  <c:v>2.0438935408013013</c:v>
                </c:pt>
                <c:pt idx="8627">
                  <c:v>2.0444874837915652</c:v>
                </c:pt>
                <c:pt idx="8628">
                  <c:v>2.0448498384650886</c:v>
                </c:pt>
                <c:pt idx="8629">
                  <c:v>2.0440314498582448</c:v>
                </c:pt>
                <c:pt idx="8630">
                  <c:v>2.0421787433243224</c:v>
                </c:pt>
                <c:pt idx="8631">
                  <c:v>2.0410834377266434</c:v>
                </c:pt>
                <c:pt idx="8632">
                  <c:v>2.0418325970857785</c:v>
                </c:pt>
                <c:pt idx="8633">
                  <c:v>2.0415941407881144</c:v>
                </c:pt>
                <c:pt idx="8634">
                  <c:v>2.0424704951539527</c:v>
                </c:pt>
                <c:pt idx="8635">
                  <c:v>2.0442690819981979</c:v>
                </c:pt>
                <c:pt idx="8636">
                  <c:v>2.0438872222588516</c:v>
                </c:pt>
                <c:pt idx="8637">
                  <c:v>2.0418523768708381</c:v>
                </c:pt>
                <c:pt idx="8638">
                  <c:v>2.0411595349552756</c:v>
                </c:pt>
                <c:pt idx="8639">
                  <c:v>2.0404208149271446</c:v>
                </c:pt>
                <c:pt idx="8640">
                  <c:v>2.038670029230127</c:v>
                </c:pt>
                <c:pt idx="8641">
                  <c:v>2.0382491593591348</c:v>
                </c:pt>
                <c:pt idx="8642">
                  <c:v>2.0394351223050045</c:v>
                </c:pt>
                <c:pt idx="8643">
                  <c:v>2.0380752620821521</c:v>
                </c:pt>
                <c:pt idx="8644">
                  <c:v>2.0371461616228217</c:v>
                </c:pt>
                <c:pt idx="8645">
                  <c:v>2.0386900837344233</c:v>
                </c:pt>
                <c:pt idx="8646">
                  <c:v>2.0390139777147755</c:v>
                </c:pt>
                <c:pt idx="8647">
                  <c:v>2.0393439155183404</c:v>
                </c:pt>
                <c:pt idx="8648">
                  <c:v>2.0396466561174478</c:v>
                </c:pt>
                <c:pt idx="8649">
                  <c:v>2.0396537988176084</c:v>
                </c:pt>
                <c:pt idx="8650">
                  <c:v>2.0412804114195291</c:v>
                </c:pt>
                <c:pt idx="8651">
                  <c:v>2.0424064855717456</c:v>
                </c:pt>
                <c:pt idx="8652">
                  <c:v>2.0405037801367003</c:v>
                </c:pt>
                <c:pt idx="8653">
                  <c:v>2.0385604162545876</c:v>
                </c:pt>
                <c:pt idx="8654">
                  <c:v>2.0380914705171316</c:v>
                </c:pt>
                <c:pt idx="8655">
                  <c:v>2.0370483615744708</c:v>
                </c:pt>
                <c:pt idx="8656">
                  <c:v>2.03566322718182</c:v>
                </c:pt>
                <c:pt idx="8657">
                  <c:v>2.0370055053735081</c:v>
                </c:pt>
                <c:pt idx="8658">
                  <c:v>2.0383244324300565</c:v>
                </c:pt>
                <c:pt idx="8659">
                  <c:v>2.0380263620579768</c:v>
                </c:pt>
                <c:pt idx="8660">
                  <c:v>2.0385609656930619</c:v>
                </c:pt>
                <c:pt idx="8661">
                  <c:v>2.0385700314278807</c:v>
                </c:pt>
                <c:pt idx="8662">
                  <c:v>2.0367052372475332</c:v>
                </c:pt>
                <c:pt idx="8663">
                  <c:v>2.0362678842223247</c:v>
                </c:pt>
                <c:pt idx="8664">
                  <c:v>2.0378326849959341</c:v>
                </c:pt>
                <c:pt idx="8665">
                  <c:v>2.0385260763499704</c:v>
                </c:pt>
                <c:pt idx="8666">
                  <c:v>2.0380472407199841</c:v>
                </c:pt>
                <c:pt idx="8667">
                  <c:v>2.0381705896573701</c:v>
                </c:pt>
                <c:pt idx="8668">
                  <c:v>2.0361489307927298</c:v>
                </c:pt>
                <c:pt idx="8669">
                  <c:v>2.0343486956330632</c:v>
                </c:pt>
                <c:pt idx="8670">
                  <c:v>2.0349489571657764</c:v>
                </c:pt>
                <c:pt idx="8671">
                  <c:v>2.0363079932309178</c:v>
                </c:pt>
                <c:pt idx="8672">
                  <c:v>2.0359783301465901</c:v>
                </c:pt>
                <c:pt idx="8673">
                  <c:v>2.0349635172853344</c:v>
                </c:pt>
                <c:pt idx="8674">
                  <c:v>2.037079404848245</c:v>
                </c:pt>
                <c:pt idx="8675">
                  <c:v>2.038193391354036</c:v>
                </c:pt>
                <c:pt idx="8676">
                  <c:v>2.037974714841432</c:v>
                </c:pt>
                <c:pt idx="8677">
                  <c:v>2.0379689457374561</c:v>
                </c:pt>
                <c:pt idx="8678">
                  <c:v>2.0367313355750425</c:v>
                </c:pt>
                <c:pt idx="8679">
                  <c:v>2.0367969934726711</c:v>
                </c:pt>
                <c:pt idx="8680">
                  <c:v>2.0384076723588493</c:v>
                </c:pt>
                <c:pt idx="8681">
                  <c:v>2.040545812179952</c:v>
                </c:pt>
                <c:pt idx="8682">
                  <c:v>2.0405172413793102</c:v>
                </c:pt>
                <c:pt idx="8683">
                  <c:v>2.0395417133689371</c:v>
                </c:pt>
                <c:pt idx="8684">
                  <c:v>2.0407562471154481</c:v>
                </c:pt>
                <c:pt idx="8685">
                  <c:v>2.0401752159293203</c:v>
                </c:pt>
                <c:pt idx="8686">
                  <c:v>2.0376549416496341</c:v>
                </c:pt>
                <c:pt idx="8687">
                  <c:v>2.0367219951209865</c:v>
                </c:pt>
                <c:pt idx="8688">
                  <c:v>2.0366382057537198</c:v>
                </c:pt>
                <c:pt idx="8689">
                  <c:v>2.0362860156919629</c:v>
                </c:pt>
                <c:pt idx="8690">
                  <c:v>2.0361088217841368</c:v>
                </c:pt>
                <c:pt idx="8691">
                  <c:v>2.0377277422474229</c:v>
                </c:pt>
                <c:pt idx="8692">
                  <c:v>2.0392752357091055</c:v>
                </c:pt>
                <c:pt idx="8693">
                  <c:v>2.0401309861321728</c:v>
                </c:pt>
                <c:pt idx="8694">
                  <c:v>2.0407301487879388</c:v>
                </c:pt>
                <c:pt idx="8695">
                  <c:v>2.0391455682292698</c:v>
                </c:pt>
                <c:pt idx="8696">
                  <c:v>2.0373370914924949</c:v>
                </c:pt>
                <c:pt idx="8697">
                  <c:v>2.0362159622865432</c:v>
                </c:pt>
                <c:pt idx="8698">
                  <c:v>2.0352033471791828</c:v>
                </c:pt>
                <c:pt idx="8699">
                  <c:v>2.035765422737962</c:v>
                </c:pt>
                <c:pt idx="8700">
                  <c:v>2.0361470077580712</c:v>
                </c:pt>
                <c:pt idx="8701">
                  <c:v>2.0361890398013229</c:v>
                </c:pt>
                <c:pt idx="8702">
                  <c:v>2.0369799564844731</c:v>
                </c:pt>
                <c:pt idx="8703">
                  <c:v>2.0371719852310939</c:v>
                </c:pt>
                <c:pt idx="8704">
                  <c:v>2.0365725478560912</c:v>
                </c:pt>
                <c:pt idx="8705">
                  <c:v>2.0355280653172456</c:v>
                </c:pt>
                <c:pt idx="8706">
                  <c:v>2.033905848223116</c:v>
                </c:pt>
                <c:pt idx="8707">
                  <c:v>2.033603657062482</c:v>
                </c:pt>
                <c:pt idx="8708">
                  <c:v>2.0346948418716071</c:v>
                </c:pt>
                <c:pt idx="8709">
                  <c:v>2.0355121316015032</c:v>
                </c:pt>
                <c:pt idx="8710">
                  <c:v>2.0352234016834796</c:v>
                </c:pt>
                <c:pt idx="8711">
                  <c:v>2.0355640535372848</c:v>
                </c:pt>
                <c:pt idx="8712">
                  <c:v>2.0376560405265818</c:v>
                </c:pt>
                <c:pt idx="8713">
                  <c:v>2.0386378870794051</c:v>
                </c:pt>
                <c:pt idx="8714">
                  <c:v>2.0363003010922838</c:v>
                </c:pt>
                <c:pt idx="8715">
                  <c:v>2.0335932177314784</c:v>
                </c:pt>
                <c:pt idx="8716">
                  <c:v>2.0314207380057581</c:v>
                </c:pt>
                <c:pt idx="8717">
                  <c:v>2.0318850135161863</c:v>
                </c:pt>
                <c:pt idx="8718">
                  <c:v>2.0322267642469396</c:v>
                </c:pt>
                <c:pt idx="8719">
                  <c:v>2.0321209973407179</c:v>
                </c:pt>
                <c:pt idx="8720">
                  <c:v>2.0333569591877101</c:v>
                </c:pt>
                <c:pt idx="8721">
                  <c:v>2.0332800378013669</c:v>
                </c:pt>
                <c:pt idx="8722">
                  <c:v>2.0338184875057692</c:v>
                </c:pt>
                <c:pt idx="8723">
                  <c:v>2.0349805498780245</c:v>
                </c:pt>
                <c:pt idx="8724">
                  <c:v>2.0354489461770071</c:v>
                </c:pt>
                <c:pt idx="8725">
                  <c:v>2.034257214127162</c:v>
                </c:pt>
                <c:pt idx="8726">
                  <c:v>2.0333319597371484</c:v>
                </c:pt>
                <c:pt idx="8727">
                  <c:v>2.0336107997626427</c:v>
                </c:pt>
                <c:pt idx="8728">
                  <c:v>2.0338764532647633</c:v>
                </c:pt>
                <c:pt idx="8729">
                  <c:v>2.0338289268367729</c:v>
                </c:pt>
                <c:pt idx="8730">
                  <c:v>2.0339289246390191</c:v>
                </c:pt>
                <c:pt idx="8731">
                  <c:v>2.033919309465726</c:v>
                </c:pt>
                <c:pt idx="8732">
                  <c:v>2.035307465769983</c:v>
                </c:pt>
                <c:pt idx="8733">
                  <c:v>2.0347519834728907</c:v>
                </c:pt>
                <c:pt idx="8734">
                  <c:v>2.0334267378738931</c:v>
                </c:pt>
                <c:pt idx="8735">
                  <c:v>2.0342412804114196</c:v>
                </c:pt>
                <c:pt idx="8736">
                  <c:v>2.0360733830025715</c:v>
                </c:pt>
                <c:pt idx="8737">
                  <c:v>2.0363143117733675</c:v>
                </c:pt>
                <c:pt idx="8738">
                  <c:v>2.0350918111689853</c:v>
                </c:pt>
                <c:pt idx="8739">
                  <c:v>2.0336217885321202</c:v>
                </c:pt>
                <c:pt idx="8740">
                  <c:v>2.0324610997560493</c:v>
                </c:pt>
                <c:pt idx="8741">
                  <c:v>2.0332871805015276</c:v>
                </c:pt>
                <c:pt idx="8742">
                  <c:v>2.035126151073603</c:v>
                </c:pt>
                <c:pt idx="8743">
                  <c:v>2.0363879365288673</c:v>
                </c:pt>
                <c:pt idx="8744">
                  <c:v>2.0362464561218436</c:v>
                </c:pt>
                <c:pt idx="8745">
                  <c:v>2.0370000109887694</c:v>
                </c:pt>
                <c:pt idx="8746">
                  <c:v>2.0377453242785872</c:v>
                </c:pt>
                <c:pt idx="8747">
                  <c:v>2.0383420144612208</c:v>
                </c:pt>
                <c:pt idx="8748">
                  <c:v>2.0388829366387551</c:v>
                </c:pt>
                <c:pt idx="8749">
                  <c:v>2.0383354211995339</c:v>
                </c:pt>
                <c:pt idx="8750">
                  <c:v>2.0377955978989473</c:v>
                </c:pt>
                <c:pt idx="8751">
                  <c:v>2.0376238983758599</c:v>
                </c:pt>
                <c:pt idx="8752">
                  <c:v>2.0364272213797499</c:v>
                </c:pt>
                <c:pt idx="8753">
                  <c:v>2.0341967758950354</c:v>
                </c:pt>
                <c:pt idx="8754">
                  <c:v>2.0345212193138611</c:v>
                </c:pt>
                <c:pt idx="8755">
                  <c:v>2.0355346585789325</c:v>
                </c:pt>
                <c:pt idx="8756">
                  <c:v>2.0353041691391396</c:v>
                </c:pt>
                <c:pt idx="8757">
                  <c:v>2.0344335838772776</c:v>
                </c:pt>
                <c:pt idx="8758">
                  <c:v>2.0368071580844376</c:v>
                </c:pt>
                <c:pt idx="8759">
                  <c:v>2.0380843278169709</c:v>
                </c:pt>
                <c:pt idx="8760">
                  <c:v>2.0384799235181643</c:v>
                </c:pt>
                <c:pt idx="8761">
                  <c:v>2.0383986066240301</c:v>
                </c:pt>
                <c:pt idx="8762">
                  <c:v>2.0381453154875717</c:v>
                </c:pt>
                <c:pt idx="8763">
                  <c:v>2.0380269114964507</c:v>
                </c:pt>
                <c:pt idx="8764">
                  <c:v>2.0374846157227315</c:v>
                </c:pt>
                <c:pt idx="8765">
                  <c:v>2.038115920529219</c:v>
                </c:pt>
                <c:pt idx="8766">
                  <c:v>2.038088723324762</c:v>
                </c:pt>
                <c:pt idx="8767">
                  <c:v>2.0367384782752027</c:v>
                </c:pt>
                <c:pt idx="8768">
                  <c:v>2.0362552471374253</c:v>
                </c:pt>
                <c:pt idx="8769">
                  <c:v>2.0369629238917826</c:v>
                </c:pt>
                <c:pt idx="8770">
                  <c:v>2.0376390079338917</c:v>
                </c:pt>
                <c:pt idx="8771">
                  <c:v>2.0399029691655128</c:v>
                </c:pt>
                <c:pt idx="8772">
                  <c:v>2.0405719105074613</c:v>
                </c:pt>
                <c:pt idx="8773">
                  <c:v>2.0403496626447772</c:v>
                </c:pt>
                <c:pt idx="8774">
                  <c:v>2.0403735632183908</c:v>
                </c:pt>
                <c:pt idx="8775">
                  <c:v>2.0397719280894924</c:v>
                </c:pt>
                <c:pt idx="8776">
                  <c:v>2.0406845453946065</c:v>
                </c:pt>
                <c:pt idx="8777">
                  <c:v>2.0429163644755062</c:v>
                </c:pt>
                <c:pt idx="8778">
                  <c:v>2.0435649765939212</c:v>
                </c:pt>
                <c:pt idx="8779">
                  <c:v>2.0423243445199009</c:v>
                </c:pt>
                <c:pt idx="8780">
                  <c:v>2.0403037845322083</c:v>
                </c:pt>
                <c:pt idx="8781">
                  <c:v>2.0390051866991934</c:v>
                </c:pt>
                <c:pt idx="8782">
                  <c:v>2.0382884442100173</c:v>
                </c:pt>
                <c:pt idx="8783">
                  <c:v>2.0401809850332961</c:v>
                </c:pt>
                <c:pt idx="8784">
                  <c:v>2.040606250412079</c:v>
                </c:pt>
                <c:pt idx="8785">
                  <c:v>2.0399455506472384</c:v>
                </c:pt>
                <c:pt idx="8786">
                  <c:v>2.0411570624821431</c:v>
                </c:pt>
                <c:pt idx="8787">
                  <c:v>2.0420199556053715</c:v>
                </c:pt>
                <c:pt idx="8788">
                  <c:v>2.0411521175358782</c:v>
                </c:pt>
                <c:pt idx="8789">
                  <c:v>2.0407029515834818</c:v>
                </c:pt>
                <c:pt idx="8790">
                  <c:v>2.0409480011428318</c:v>
                </c:pt>
                <c:pt idx="8791">
                  <c:v>2.040947451704358</c:v>
                </c:pt>
                <c:pt idx="8792">
                  <c:v>2.0402491154040572</c:v>
                </c:pt>
                <c:pt idx="8793">
                  <c:v>2.0382252587855212</c:v>
                </c:pt>
                <c:pt idx="8794">
                  <c:v>2.0360200874706051</c:v>
                </c:pt>
                <c:pt idx="8795">
                  <c:v>2.034006120744599</c:v>
                </c:pt>
                <c:pt idx="8796">
                  <c:v>2.033974802751588</c:v>
                </c:pt>
                <c:pt idx="8797">
                  <c:v>2.0361470077580712</c:v>
                </c:pt>
                <c:pt idx="8798">
                  <c:v>2.0361121184149797</c:v>
                </c:pt>
                <c:pt idx="8799">
                  <c:v>2.0366673259928354</c:v>
                </c:pt>
                <c:pt idx="8800">
                  <c:v>2.0361687105777895</c:v>
                </c:pt>
                <c:pt idx="8801">
                  <c:v>2.0362656864684294</c:v>
                </c:pt>
                <c:pt idx="8802">
                  <c:v>2.0377634557482254</c:v>
                </c:pt>
                <c:pt idx="8803">
                  <c:v>2.0372134678358718</c:v>
                </c:pt>
                <c:pt idx="8804">
                  <c:v>2.0367316102942792</c:v>
                </c:pt>
                <c:pt idx="8805">
                  <c:v>2.0379579569679787</c:v>
                </c:pt>
                <c:pt idx="8806">
                  <c:v>2.0391115030438893</c:v>
                </c:pt>
                <c:pt idx="8807">
                  <c:v>2.0406716335904704</c:v>
                </c:pt>
                <c:pt idx="8808">
                  <c:v>2.0420578668600688</c:v>
                </c:pt>
                <c:pt idx="8809">
                  <c:v>2.0432438298059385</c:v>
                </c:pt>
                <c:pt idx="8810">
                  <c:v>2.0419309465726028</c:v>
                </c:pt>
                <c:pt idx="8811">
                  <c:v>2.04101640623283</c:v>
                </c:pt>
                <c:pt idx="8812">
                  <c:v>2.0387532691589194</c:v>
                </c:pt>
                <c:pt idx="8813">
                  <c:v>2.0358783323443439</c:v>
                </c:pt>
                <c:pt idx="8814">
                  <c:v>2.0352951034043207</c:v>
                </c:pt>
                <c:pt idx="8815">
                  <c:v>2.034882749829674</c:v>
                </c:pt>
                <c:pt idx="8816">
                  <c:v>2.0351995011098656</c:v>
                </c:pt>
                <c:pt idx="8817">
                  <c:v>2.0358934419023758</c:v>
                </c:pt>
                <c:pt idx="8818">
                  <c:v>2.0356624030241095</c:v>
                </c:pt>
                <c:pt idx="8819">
                  <c:v>2.0362901364805168</c:v>
                </c:pt>
                <c:pt idx="8820">
                  <c:v>2.0377348849475836</c:v>
                </c:pt>
                <c:pt idx="8821">
                  <c:v>2.0390697457198743</c:v>
                </c:pt>
                <c:pt idx="8822">
                  <c:v>2.0395197358299817</c:v>
                </c:pt>
                <c:pt idx="8823">
                  <c:v>2.039979890551856</c:v>
                </c:pt>
                <c:pt idx="8824">
                  <c:v>2.039962033801455</c:v>
                </c:pt>
                <c:pt idx="8825">
                  <c:v>2.040591690292521</c:v>
                </c:pt>
                <c:pt idx="8826">
                  <c:v>2.0398617612799717</c:v>
                </c:pt>
                <c:pt idx="8827">
                  <c:v>2.0388106854794401</c:v>
                </c:pt>
                <c:pt idx="8828">
                  <c:v>2.039729621327004</c:v>
                </c:pt>
                <c:pt idx="8829">
                  <c:v>2.0413381024592865</c:v>
                </c:pt>
                <c:pt idx="8830">
                  <c:v>2.0425037361816223</c:v>
                </c:pt>
                <c:pt idx="8831">
                  <c:v>2.0448611019538032</c:v>
                </c:pt>
                <c:pt idx="8832">
                  <c:v>2.0474129689457374</c:v>
                </c:pt>
                <c:pt idx="8833">
                  <c:v>2.0488656842706754</c:v>
                </c:pt>
                <c:pt idx="8834">
                  <c:v>2.0507236104700994</c:v>
                </c:pt>
                <c:pt idx="8835">
                  <c:v>2.0551888969473198</c:v>
                </c:pt>
                <c:pt idx="8836">
                  <c:v>2.0617873782993779</c:v>
                </c:pt>
                <c:pt idx="8837">
                  <c:v>2.0732091052943891</c:v>
                </c:pt>
                <c:pt idx="8838">
                  <c:v>2.0864307927298302</c:v>
                </c:pt>
                <c:pt idx="8839">
                  <c:v>2.0962206874574187</c:v>
                </c:pt>
                <c:pt idx="8840">
                  <c:v>2.0949534076174152</c:v>
                </c:pt>
                <c:pt idx="8841">
                  <c:v>2.0849264301883474</c:v>
                </c:pt>
                <c:pt idx="8842">
                  <c:v>2.0747285773939033</c:v>
                </c:pt>
                <c:pt idx="8843">
                  <c:v>2.0649675281861937</c:v>
                </c:pt>
                <c:pt idx="8844">
                  <c:v>2.0563402452693347</c:v>
                </c:pt>
                <c:pt idx="8845">
                  <c:v>2.0518191907870156</c:v>
                </c:pt>
                <c:pt idx="8846">
                  <c:v>2.0495854486714578</c:v>
                </c:pt>
                <c:pt idx="8847">
                  <c:v>2.0478898815410651</c:v>
                </c:pt>
                <c:pt idx="8848">
                  <c:v>2.0454632865211755</c:v>
                </c:pt>
                <c:pt idx="8849">
                  <c:v>2.0438350256038329</c:v>
                </c:pt>
                <c:pt idx="8850">
                  <c:v>2.0442536977209294</c:v>
                </c:pt>
                <c:pt idx="8851">
                  <c:v>2.0449979121337991</c:v>
                </c:pt>
                <c:pt idx="8852">
                  <c:v>2.0462127205995473</c:v>
                </c:pt>
                <c:pt idx="8853">
                  <c:v>2.0474124195072636</c:v>
                </c:pt>
                <c:pt idx="8854">
                  <c:v>2.0511851387881586</c:v>
                </c:pt>
                <c:pt idx="8855">
                  <c:v>2.0535422298411024</c:v>
                </c:pt>
                <c:pt idx="8856">
                  <c:v>2.0544111667875433</c:v>
                </c:pt>
                <c:pt idx="8857">
                  <c:v>2.0528029603744971</c:v>
                </c:pt>
                <c:pt idx="8858">
                  <c:v>2.0488277730159776</c:v>
                </c:pt>
                <c:pt idx="8859">
                  <c:v>2.0444089140898001</c:v>
                </c:pt>
                <c:pt idx="8860">
                  <c:v>2.0429921869849013</c:v>
                </c:pt>
                <c:pt idx="8861">
                  <c:v>2.0443292455110877</c:v>
                </c:pt>
                <c:pt idx="8862">
                  <c:v>2.0442388628821346</c:v>
                </c:pt>
                <c:pt idx="8863">
                  <c:v>2.043026801608756</c:v>
                </c:pt>
                <c:pt idx="8864">
                  <c:v>2.0440558998703326</c:v>
                </c:pt>
                <c:pt idx="8865">
                  <c:v>2.0464129909232764</c:v>
                </c:pt>
                <c:pt idx="8866">
                  <c:v>2.0488813432671811</c:v>
                </c:pt>
                <c:pt idx="8867">
                  <c:v>2.0510502516428208</c:v>
                </c:pt>
                <c:pt idx="8868">
                  <c:v>2.0494376497219839</c:v>
                </c:pt>
                <c:pt idx="8869">
                  <c:v>2.0477604887804666</c:v>
                </c:pt>
                <c:pt idx="8870">
                  <c:v>2.0472544559460233</c:v>
                </c:pt>
                <c:pt idx="8871">
                  <c:v>2.0464770005054835</c:v>
                </c:pt>
                <c:pt idx="8872">
                  <c:v>2.0451577987296981</c:v>
                </c:pt>
                <c:pt idx="8873">
                  <c:v>2.0447437968396298</c:v>
                </c:pt>
                <c:pt idx="8874">
                  <c:v>2.04440534273972</c:v>
                </c:pt>
                <c:pt idx="8875">
                  <c:v>2.0431369640227688</c:v>
                </c:pt>
                <c:pt idx="8876">
                  <c:v>2.0418567723786292</c:v>
                </c:pt>
                <c:pt idx="8877">
                  <c:v>2.0415128238939801</c:v>
                </c:pt>
                <c:pt idx="8878">
                  <c:v>2.0423350585701412</c:v>
                </c:pt>
                <c:pt idx="8879">
                  <c:v>2.0426941166128216</c:v>
                </c:pt>
                <c:pt idx="8880">
                  <c:v>2.0420095162743674</c:v>
                </c:pt>
                <c:pt idx="8881">
                  <c:v>2.0411655787784886</c:v>
                </c:pt>
                <c:pt idx="8882">
                  <c:v>2.040189226610404</c:v>
                </c:pt>
                <c:pt idx="8883">
                  <c:v>2.0397713786510185</c:v>
                </c:pt>
                <c:pt idx="8884">
                  <c:v>2.0396996769301774</c:v>
                </c:pt>
                <c:pt idx="8885">
                  <c:v>2.0393035317905102</c:v>
                </c:pt>
                <c:pt idx="8886">
                  <c:v>2.0389952968066636</c:v>
                </c:pt>
                <c:pt idx="8887">
                  <c:v>2.037723621458869</c:v>
                </c:pt>
                <c:pt idx="8888">
                  <c:v>2.0376428540032085</c:v>
                </c:pt>
                <c:pt idx="8889">
                  <c:v>2.0377604338366191</c:v>
                </c:pt>
                <c:pt idx="8890">
                  <c:v>2.0387994219907255</c:v>
                </c:pt>
                <c:pt idx="8891">
                  <c:v>2.0398754972418187</c:v>
                </c:pt>
                <c:pt idx="8892">
                  <c:v>2.042012263466737</c:v>
                </c:pt>
                <c:pt idx="8893">
                  <c:v>2.0422229731214698</c:v>
                </c:pt>
                <c:pt idx="8894">
                  <c:v>2.0398565416144701</c:v>
                </c:pt>
                <c:pt idx="8895">
                  <c:v>2.0392557306432826</c:v>
                </c:pt>
                <c:pt idx="8896">
                  <c:v>2.0384310234939891</c:v>
                </c:pt>
                <c:pt idx="8897">
                  <c:v>2.0384024526933473</c:v>
                </c:pt>
                <c:pt idx="8898">
                  <c:v>2.0402592800158237</c:v>
                </c:pt>
                <c:pt idx="8899">
                  <c:v>2.0409716269972087</c:v>
                </c:pt>
                <c:pt idx="8900">
                  <c:v>2.039979890551856</c:v>
                </c:pt>
                <c:pt idx="8901">
                  <c:v>2.039747478077405</c:v>
                </c:pt>
                <c:pt idx="8902">
                  <c:v>2.0397013252455989</c:v>
                </c:pt>
                <c:pt idx="8903">
                  <c:v>2.0385356915232631</c:v>
                </c:pt>
                <c:pt idx="8904">
                  <c:v>2.0371571503922992</c:v>
                </c:pt>
                <c:pt idx="8905">
                  <c:v>2.0367340827674116</c:v>
                </c:pt>
                <c:pt idx="8906">
                  <c:v>2.0371854464737038</c:v>
                </c:pt>
                <c:pt idx="8907">
                  <c:v>2.0358591019977581</c:v>
                </c:pt>
                <c:pt idx="8908">
                  <c:v>2.0340992505659217</c:v>
                </c:pt>
                <c:pt idx="8909">
                  <c:v>2.0334009142656204</c:v>
                </c:pt>
                <c:pt idx="8910">
                  <c:v>2.0343616074371993</c:v>
                </c:pt>
                <c:pt idx="8911">
                  <c:v>2.036898090151865</c:v>
                </c:pt>
                <c:pt idx="8912">
                  <c:v>2.0378846069317156</c:v>
                </c:pt>
                <c:pt idx="8913">
                  <c:v>2.0381128986176127</c:v>
                </c:pt>
                <c:pt idx="8914">
                  <c:v>2.0380008131689413</c:v>
                </c:pt>
                <c:pt idx="8915">
                  <c:v>2.0378733434430014</c:v>
                </c:pt>
                <c:pt idx="8916">
                  <c:v>2.0391782598184656</c:v>
                </c:pt>
                <c:pt idx="8917">
                  <c:v>2.0394175402738401</c:v>
                </c:pt>
                <c:pt idx="8918">
                  <c:v>2.0376859849234084</c:v>
                </c:pt>
                <c:pt idx="8919">
                  <c:v>2.0364868354541659</c:v>
                </c:pt>
                <c:pt idx="8920">
                  <c:v>2.0356393266082065</c:v>
                </c:pt>
                <c:pt idx="8921">
                  <c:v>2.036002780158678</c:v>
                </c:pt>
                <c:pt idx="8922">
                  <c:v>2.0382524559899782</c:v>
                </c:pt>
                <c:pt idx="8923">
                  <c:v>2.0395818223775302</c:v>
                </c:pt>
                <c:pt idx="8924">
                  <c:v>2.0405438891452934</c:v>
                </c:pt>
                <c:pt idx="8925">
                  <c:v>2.0413669479791654</c:v>
                </c:pt>
                <c:pt idx="8926">
                  <c:v>2.0407958066855674</c:v>
                </c:pt>
                <c:pt idx="8927">
                  <c:v>2.038965352409837</c:v>
                </c:pt>
                <c:pt idx="8928">
                  <c:v>2.0385683831124592</c:v>
                </c:pt>
                <c:pt idx="8929">
                  <c:v>2.0382922902793346</c:v>
                </c:pt>
                <c:pt idx="8930">
                  <c:v>2.0377607085558558</c:v>
                </c:pt>
                <c:pt idx="8931">
                  <c:v>2.0393848486846444</c:v>
                </c:pt>
                <c:pt idx="8932">
                  <c:v>2.0394450121975343</c:v>
                </c:pt>
                <c:pt idx="8933">
                  <c:v>2.036715127140063</c:v>
                </c:pt>
                <c:pt idx="8934">
                  <c:v>2.0351500516472165</c:v>
                </c:pt>
                <c:pt idx="8935">
                  <c:v>2.0350332959715169</c:v>
                </c:pt>
                <c:pt idx="8936">
                  <c:v>2.0356417990813389</c:v>
                </c:pt>
                <c:pt idx="8937">
                  <c:v>2.0368912221709414</c:v>
                </c:pt>
                <c:pt idx="8938">
                  <c:v>2.037477747741808</c:v>
                </c:pt>
                <c:pt idx="8939">
                  <c:v>2.0368140260653611</c:v>
                </c:pt>
                <c:pt idx="8940">
                  <c:v>2.0376887321157775</c:v>
                </c:pt>
                <c:pt idx="8941">
                  <c:v>2.0386733258609699</c:v>
                </c:pt>
                <c:pt idx="8942">
                  <c:v>2.0391395244060568</c:v>
                </c:pt>
                <c:pt idx="8943">
                  <c:v>2.0386634359684401</c:v>
                </c:pt>
                <c:pt idx="8944">
                  <c:v>2.0385711303048284</c:v>
                </c:pt>
                <c:pt idx="8945">
                  <c:v>2.0384225071976441</c:v>
                </c:pt>
                <c:pt idx="8946">
                  <c:v>2.0373200588998044</c:v>
                </c:pt>
                <c:pt idx="8947">
                  <c:v>2.0368316080965254</c:v>
                </c:pt>
                <c:pt idx="8948">
                  <c:v>2.036403595525373</c:v>
                </c:pt>
                <c:pt idx="8949">
                  <c:v>2.0371046790180434</c:v>
                </c:pt>
                <c:pt idx="8950">
                  <c:v>2.0375711522823674</c:v>
                </c:pt>
                <c:pt idx="8951">
                  <c:v>2.0374939561767875</c:v>
                </c:pt>
                <c:pt idx="8952">
                  <c:v>2.037261543702336</c:v>
                </c:pt>
                <c:pt idx="8953">
                  <c:v>2.0373953319707261</c:v>
                </c:pt>
                <c:pt idx="8954">
                  <c:v>2.0385568449045075</c:v>
                </c:pt>
                <c:pt idx="8955">
                  <c:v>2.0383175644491329</c:v>
                </c:pt>
                <c:pt idx="8956">
                  <c:v>2.0377175776356564</c:v>
                </c:pt>
                <c:pt idx="8957">
                  <c:v>2.0370038570580866</c:v>
                </c:pt>
                <c:pt idx="8958">
                  <c:v>2.036016516120525</c:v>
                </c:pt>
                <c:pt idx="8959">
                  <c:v>2.036541504582317</c:v>
                </c:pt>
                <c:pt idx="8960">
                  <c:v>2.03756373486297</c:v>
                </c:pt>
                <c:pt idx="8961">
                  <c:v>2.0374736269532536</c:v>
                </c:pt>
                <c:pt idx="8962">
                  <c:v>2.0374763741456232</c:v>
                </c:pt>
                <c:pt idx="8963">
                  <c:v>2.0368500142854002</c:v>
                </c:pt>
                <c:pt idx="8964">
                  <c:v>2.0370365486472823</c:v>
                </c:pt>
                <c:pt idx="8965">
                  <c:v>2.0382332256433924</c:v>
                </c:pt>
                <c:pt idx="8966">
                  <c:v>2.0392439177160941</c:v>
                </c:pt>
                <c:pt idx="8967">
                  <c:v>2.0402653238390367</c:v>
                </c:pt>
                <c:pt idx="8968">
                  <c:v>2.0402532361926111</c:v>
                </c:pt>
                <c:pt idx="8969">
                  <c:v>2.0389735939869453</c:v>
                </c:pt>
                <c:pt idx="8970">
                  <c:v>2.037357695435265</c:v>
                </c:pt>
                <c:pt idx="8971">
                  <c:v>2.0369706160304171</c:v>
                </c:pt>
                <c:pt idx="8972">
                  <c:v>2.0379670227027979</c:v>
                </c:pt>
                <c:pt idx="8973">
                  <c:v>2.0355418012790927</c:v>
                </c:pt>
                <c:pt idx="8974">
                  <c:v>2.0335358014109581</c:v>
                </c:pt>
                <c:pt idx="8975">
                  <c:v>2.0345357794334191</c:v>
                </c:pt>
                <c:pt idx="8976">
                  <c:v>2.0346506120744601</c:v>
                </c:pt>
                <c:pt idx="8977">
                  <c:v>2.0332822355552627</c:v>
                </c:pt>
                <c:pt idx="8978">
                  <c:v>2.0334042108964638</c:v>
                </c:pt>
                <c:pt idx="8979">
                  <c:v>2.0350148897826421</c:v>
                </c:pt>
                <c:pt idx="8980">
                  <c:v>2.035212962352476</c:v>
                </c:pt>
                <c:pt idx="8981">
                  <c:v>2.0348923650029671</c:v>
                </c:pt>
                <c:pt idx="8982">
                  <c:v>2.0351536229972966</c:v>
                </c:pt>
                <c:pt idx="8983">
                  <c:v>2.0358363003010922</c:v>
                </c:pt>
                <c:pt idx="8984">
                  <c:v>2.0362005780092747</c:v>
                </c:pt>
                <c:pt idx="8985">
                  <c:v>2.0375074174193974</c:v>
                </c:pt>
                <c:pt idx="8986">
                  <c:v>2.0379450451638426</c:v>
                </c:pt>
                <c:pt idx="8987">
                  <c:v>2.0388576624689567</c:v>
                </c:pt>
                <c:pt idx="8988">
                  <c:v>2.0397661589855169</c:v>
                </c:pt>
                <c:pt idx="8989">
                  <c:v>2.0380035603613109</c:v>
                </c:pt>
                <c:pt idx="8990">
                  <c:v>2.0358379486165141</c:v>
                </c:pt>
                <c:pt idx="8991">
                  <c:v>2.0355264170018241</c:v>
                </c:pt>
                <c:pt idx="8992">
                  <c:v>2.0354868574317049</c:v>
                </c:pt>
                <c:pt idx="8993">
                  <c:v>2.0329525724709345</c:v>
                </c:pt>
                <c:pt idx="8994">
                  <c:v>2.031449583525637</c:v>
                </c:pt>
                <c:pt idx="8995">
                  <c:v>2.0305776246675897</c:v>
                </c:pt>
                <c:pt idx="8996">
                  <c:v>2.0297029186171733</c:v>
                </c:pt>
                <c:pt idx="8997">
                  <c:v>2.0289273862112922</c:v>
                </c:pt>
                <c:pt idx="8998">
                  <c:v>2.0282562471154479</c:v>
                </c:pt>
                <c:pt idx="8999">
                  <c:v>2.0304196611063494</c:v>
                </c:pt>
                <c:pt idx="9000">
                  <c:v>2.0328814201885672</c:v>
                </c:pt>
                <c:pt idx="9001">
                  <c:v>2.0330536691501284</c:v>
                </c:pt>
                <c:pt idx="9002">
                  <c:v>2.0340432078415858</c:v>
                </c:pt>
                <c:pt idx="9003">
                  <c:v>2.0326784026724689</c:v>
                </c:pt>
                <c:pt idx="9004">
                  <c:v>2.0301575789543085</c:v>
                </c:pt>
                <c:pt idx="9005">
                  <c:v>2.0304765279883958</c:v>
                </c:pt>
                <c:pt idx="9006">
                  <c:v>2.0310792619942419</c:v>
                </c:pt>
                <c:pt idx="9007">
                  <c:v>2.0326374695061649</c:v>
                </c:pt>
                <c:pt idx="9008">
                  <c:v>2.0328402123030265</c:v>
                </c:pt>
                <c:pt idx="9009">
                  <c:v>2.0327146656117447</c:v>
                </c:pt>
                <c:pt idx="9010">
                  <c:v>2.0335308564646932</c:v>
                </c:pt>
                <c:pt idx="9011">
                  <c:v>2.0327223577503792</c:v>
                </c:pt>
                <c:pt idx="9012">
                  <c:v>2.0330608118502891</c:v>
                </c:pt>
                <c:pt idx="9013">
                  <c:v>2.0324196171512714</c:v>
                </c:pt>
                <c:pt idx="9014">
                  <c:v>2.0309902529614732</c:v>
                </c:pt>
                <c:pt idx="9015">
                  <c:v>2.0294119909452539</c:v>
                </c:pt>
                <c:pt idx="9016">
                  <c:v>2.0288229929012549</c:v>
                </c:pt>
                <c:pt idx="9017">
                  <c:v>2.0281427880705918</c:v>
                </c:pt>
                <c:pt idx="9018">
                  <c:v>2.0280496582492691</c:v>
                </c:pt>
                <c:pt idx="9019">
                  <c:v>2.0293628162018416</c:v>
                </c:pt>
                <c:pt idx="9020">
                  <c:v>2.0298103338388169</c:v>
                </c:pt>
                <c:pt idx="9021">
                  <c:v>2.0286194259466823</c:v>
                </c:pt>
                <c:pt idx="9022">
                  <c:v>2.0291694138590359</c:v>
                </c:pt>
                <c:pt idx="9023">
                  <c:v>2.0306625129118041</c:v>
                </c:pt>
                <c:pt idx="9024">
                  <c:v>2.0326841717764443</c:v>
                </c:pt>
                <c:pt idx="9025">
                  <c:v>2.0347637964000791</c:v>
                </c:pt>
                <c:pt idx="9026">
                  <c:v>2.0345346805564715</c:v>
                </c:pt>
                <c:pt idx="9027">
                  <c:v>2.0342228742225448</c:v>
                </c:pt>
                <c:pt idx="9028">
                  <c:v>2.0327187864002987</c:v>
                </c:pt>
                <c:pt idx="9029">
                  <c:v>2.0301573042350718</c:v>
                </c:pt>
                <c:pt idx="9030">
                  <c:v>2.0301875233511351</c:v>
                </c:pt>
                <c:pt idx="9031">
                  <c:v>2.0301542823234655</c:v>
                </c:pt>
                <c:pt idx="9032">
                  <c:v>2.0296523702775762</c:v>
                </c:pt>
                <c:pt idx="9033">
                  <c:v>2.0309597591261732</c:v>
                </c:pt>
                <c:pt idx="9034">
                  <c:v>2.0318177073031363</c:v>
                </c:pt>
                <c:pt idx="9035">
                  <c:v>2.0318352893343001</c:v>
                </c:pt>
                <c:pt idx="9036">
                  <c:v>2.0313548053888923</c:v>
                </c:pt>
                <c:pt idx="9037">
                  <c:v>2.0300809322872024</c:v>
                </c:pt>
                <c:pt idx="9038">
                  <c:v>2.0279793301246127</c:v>
                </c:pt>
                <c:pt idx="9039">
                  <c:v>2.0266510076701612</c:v>
                </c:pt>
                <c:pt idx="9040">
                  <c:v>2.026095497901145</c:v>
                </c:pt>
                <c:pt idx="9041">
                  <c:v>2.0262201105470208</c:v>
                </c:pt>
                <c:pt idx="9042">
                  <c:v>2.0272703347179184</c:v>
                </c:pt>
                <c:pt idx="9043">
                  <c:v>2.0299106063602999</c:v>
                </c:pt>
                <c:pt idx="9044">
                  <c:v>2.0317034241005691</c:v>
                </c:pt>
                <c:pt idx="9045">
                  <c:v>2.0315045273730248</c:v>
                </c:pt>
                <c:pt idx="9046">
                  <c:v>2.0307254236170635</c:v>
                </c:pt>
                <c:pt idx="9047">
                  <c:v>2.0290993604536163</c:v>
                </c:pt>
                <c:pt idx="9048">
                  <c:v>2.0283007516318321</c:v>
                </c:pt>
                <c:pt idx="9049">
                  <c:v>2.0281889409023979</c:v>
                </c:pt>
                <c:pt idx="9050">
                  <c:v>2.0280713610689873</c:v>
                </c:pt>
                <c:pt idx="9051">
                  <c:v>2.0294531988307951</c:v>
                </c:pt>
                <c:pt idx="9052">
                  <c:v>2.0303682886090417</c:v>
                </c:pt>
                <c:pt idx="9053">
                  <c:v>2.0312009626162064</c:v>
                </c:pt>
                <c:pt idx="9054">
                  <c:v>2.0313221137996966</c:v>
                </c:pt>
                <c:pt idx="9055">
                  <c:v>2.0292216105140546</c:v>
                </c:pt>
                <c:pt idx="9056">
                  <c:v>2.0275046152831804</c:v>
                </c:pt>
                <c:pt idx="9057">
                  <c:v>2.0262876365354607</c:v>
                </c:pt>
                <c:pt idx="9058">
                  <c:v>2.0256390244170457</c:v>
                </c:pt>
                <c:pt idx="9059">
                  <c:v>2.0253362838179383</c:v>
                </c:pt>
                <c:pt idx="9060">
                  <c:v>2.025454962528296</c:v>
                </c:pt>
                <c:pt idx="9061">
                  <c:v>2.0269506164699678</c:v>
                </c:pt>
                <c:pt idx="9062">
                  <c:v>2.0283411353596623</c:v>
                </c:pt>
                <c:pt idx="9063">
                  <c:v>2.0276543372673128</c:v>
                </c:pt>
                <c:pt idx="9064">
                  <c:v>2.0277699940660643</c:v>
                </c:pt>
                <c:pt idx="9065">
                  <c:v>2.0279367486428868</c:v>
                </c:pt>
                <c:pt idx="9066">
                  <c:v>2.0273439320014943</c:v>
                </c:pt>
                <c:pt idx="9067">
                  <c:v>2.0275150546141845</c:v>
                </c:pt>
                <c:pt idx="9068">
                  <c:v>2.0266059262433793</c:v>
                </c:pt>
                <c:pt idx="9069">
                  <c:v>2.0250449990110106</c:v>
                </c:pt>
                <c:pt idx="9070">
                  <c:v>2.0241218874310456</c:v>
                </c:pt>
                <c:pt idx="9071">
                  <c:v>2.0237485989318915</c:v>
                </c:pt>
                <c:pt idx="9072">
                  <c:v>2.0241660073404981</c:v>
                </c:pt>
                <c:pt idx="9073">
                  <c:v>2.0259273972000615</c:v>
                </c:pt>
                <c:pt idx="9074">
                  <c:v>2.026334998131909</c:v>
                </c:pt>
                <c:pt idx="9075">
                  <c:v>2.0262214841432056</c:v>
                </c:pt>
                <c:pt idx="9076">
                  <c:v>2.0258074273092901</c:v>
                </c:pt>
                <c:pt idx="9077">
                  <c:v>2.0252367805103186</c:v>
                </c:pt>
                <c:pt idx="9078">
                  <c:v>2.0251429089470561</c:v>
                </c:pt>
                <c:pt idx="9079">
                  <c:v>2.024497071492934</c:v>
                </c:pt>
                <c:pt idx="9080">
                  <c:v>2.023453385639876</c:v>
                </c:pt>
                <c:pt idx="9081">
                  <c:v>2.0253530966352389</c:v>
                </c:pt>
                <c:pt idx="9082">
                  <c:v>2.0257784993736401</c:v>
                </c:pt>
                <c:pt idx="9083">
                  <c:v>2.0237110997560492</c:v>
                </c:pt>
                <c:pt idx="9084">
                  <c:v>2.0223632997076986</c:v>
                </c:pt>
                <c:pt idx="9085">
                  <c:v>2.0212953012021715</c:v>
                </c:pt>
                <c:pt idx="9086">
                  <c:v>2.0218711401947211</c:v>
                </c:pt>
                <c:pt idx="9087">
                  <c:v>2.024966429309246</c:v>
                </c:pt>
                <c:pt idx="9088">
                  <c:v>2.027931254258148</c:v>
                </c:pt>
                <c:pt idx="9089">
                  <c:v>2.026447962682139</c:v>
                </c:pt>
                <c:pt idx="9090">
                  <c:v>2.0247370662183251</c:v>
                </c:pt>
                <c:pt idx="9091">
                  <c:v>2.0244686655238349</c:v>
                </c:pt>
                <c:pt idx="9092">
                  <c:v>2.0240372464341445</c:v>
                </c:pt>
                <c:pt idx="9093">
                  <c:v>2.0229472429177382</c:v>
                </c:pt>
                <c:pt idx="9094">
                  <c:v>2.0226886222280829</c:v>
                </c:pt>
                <c:pt idx="9095">
                  <c:v>2.0222929990549656</c:v>
                </c:pt>
                <c:pt idx="9096">
                  <c:v>2.0231058658051473</c:v>
                </c:pt>
                <c:pt idx="9097">
                  <c:v>2.0239811487659614</c:v>
                </c:pt>
                <c:pt idx="9098">
                  <c:v>2.026355409771214</c:v>
                </c:pt>
                <c:pt idx="9099">
                  <c:v>2.0277933452012045</c:v>
                </c:pt>
                <c:pt idx="9100">
                  <c:v>2.0265195270433618</c:v>
                </c:pt>
                <c:pt idx="9101">
                  <c:v>2.0250723061031626</c:v>
                </c:pt>
                <c:pt idx="9102">
                  <c:v>2.0240629876266456</c:v>
                </c:pt>
                <c:pt idx="9103">
                  <c:v>2.0235443177073029</c:v>
                </c:pt>
                <c:pt idx="9104">
                  <c:v>2.0235119008373443</c:v>
                </c:pt>
                <c:pt idx="9105">
                  <c:v>2.0237329674073097</c:v>
                </c:pt>
                <c:pt idx="9106">
                  <c:v>2.0229854838355199</c:v>
                </c:pt>
                <c:pt idx="9107">
                  <c:v>2.0230365266697437</c:v>
                </c:pt>
                <c:pt idx="9108">
                  <c:v>2.0234976429089468</c:v>
                </c:pt>
                <c:pt idx="9109">
                  <c:v>2.0239680171864354</c:v>
                </c:pt>
                <c:pt idx="9110">
                  <c:v>2.0251465627129073</c:v>
                </c:pt>
                <c:pt idx="9111">
                  <c:v>2.0263040372739063</c:v>
                </c:pt>
                <c:pt idx="9112">
                  <c:v>2.0259061888749699</c:v>
                </c:pt>
                <c:pt idx="9113">
                  <c:v>2.0264715335926682</c:v>
                </c:pt>
                <c:pt idx="9114">
                  <c:v>2.0269603964748026</c:v>
                </c:pt>
                <c:pt idx="9115">
                  <c:v>2.0270222083031144</c:v>
                </c:pt>
                <c:pt idx="9116">
                  <c:v>2.0277079075185163</c:v>
                </c:pt>
                <c:pt idx="9117">
                  <c:v>2.0270353673545638</c:v>
                </c:pt>
                <c:pt idx="9118">
                  <c:v>2.0258490747456102</c:v>
                </c:pt>
                <c:pt idx="9119">
                  <c:v>2.0249703577943343</c:v>
                </c:pt>
                <c:pt idx="9120">
                  <c:v>2.0240706797652801</c:v>
                </c:pt>
                <c:pt idx="9121">
                  <c:v>2.0238466187556319</c:v>
                </c:pt>
                <c:pt idx="9122">
                  <c:v>2.0233947605547131</c:v>
                </c:pt>
                <c:pt idx="9123">
                  <c:v>2.0247350058240476</c:v>
                </c:pt>
                <c:pt idx="9124">
                  <c:v>2.0248639865057911</c:v>
                </c:pt>
                <c:pt idx="9125">
                  <c:v>2.0239655721852268</c:v>
                </c:pt>
                <c:pt idx="9126">
                  <c:v>2.023805136150854</c:v>
                </c:pt>
                <c:pt idx="9127">
                  <c:v>2.0233429485066261</c:v>
                </c:pt>
                <c:pt idx="9128">
                  <c:v>2.021539526603811</c:v>
                </c:pt>
                <c:pt idx="9129">
                  <c:v>2.0216204314190898</c:v>
                </c:pt>
                <c:pt idx="9130">
                  <c:v>2.0227872464341443</c:v>
                </c:pt>
                <c:pt idx="9131">
                  <c:v>2.0230261697545111</c:v>
                </c:pt>
                <c:pt idx="9132">
                  <c:v>2.0223698929693854</c:v>
                </c:pt>
                <c:pt idx="9133">
                  <c:v>2.0201213160150324</c:v>
                </c:pt>
                <c:pt idx="9134">
                  <c:v>2.018495472626975</c:v>
                </c:pt>
                <c:pt idx="9135">
                  <c:v>2.0204487538735414</c:v>
                </c:pt>
                <c:pt idx="9136">
                  <c:v>2.0229032054240568</c:v>
                </c:pt>
                <c:pt idx="9137">
                  <c:v>2.0243249049471439</c:v>
                </c:pt>
                <c:pt idx="9138">
                  <c:v>2.0257005340541965</c:v>
                </c:pt>
                <c:pt idx="9139">
                  <c:v>2.0246396782488296</c:v>
                </c:pt>
                <c:pt idx="9140">
                  <c:v>2.02376420298455</c:v>
                </c:pt>
                <c:pt idx="9141">
                  <c:v>2.0252651864794182</c:v>
                </c:pt>
                <c:pt idx="9142">
                  <c:v>2.0245904760334938</c:v>
                </c:pt>
                <c:pt idx="9143">
                  <c:v>2.0238663435968438</c:v>
                </c:pt>
                <c:pt idx="9144">
                  <c:v>2.0237288191468319</c:v>
                </c:pt>
                <c:pt idx="9145">
                  <c:v>2.0223189874947805</c:v>
                </c:pt>
                <c:pt idx="9146">
                  <c:v>2.02279480121316</c:v>
                </c:pt>
                <c:pt idx="9147">
                  <c:v>2.0230575152194459</c:v>
                </c:pt>
                <c:pt idx="9148">
                  <c:v>2.0216562548075867</c:v>
                </c:pt>
                <c:pt idx="9149">
                  <c:v>2.0212586536559636</c:v>
                </c:pt>
                <c:pt idx="9150">
                  <c:v>2.0224012384343202</c:v>
                </c:pt>
                <c:pt idx="9151">
                  <c:v>2.0229984231115798</c:v>
                </c:pt>
                <c:pt idx="9152">
                  <c:v>2.0245732236654139</c:v>
                </c:pt>
                <c:pt idx="9153">
                  <c:v>2.0236053877936748</c:v>
                </c:pt>
                <c:pt idx="9154">
                  <c:v>2.0214453528493879</c:v>
                </c:pt>
                <c:pt idx="9155">
                  <c:v>2.021008604206501</c:v>
                </c:pt>
                <c:pt idx="9156">
                  <c:v>2.0218443550691192</c:v>
                </c:pt>
                <c:pt idx="9157">
                  <c:v>2.0203997164897474</c:v>
                </c:pt>
                <c:pt idx="9158">
                  <c:v>2.0184680281752048</c:v>
                </c:pt>
                <c:pt idx="9159">
                  <c:v>2.0209980824597262</c:v>
                </c:pt>
                <c:pt idx="9160">
                  <c:v>2.0224931594910003</c:v>
                </c:pt>
                <c:pt idx="9161">
                  <c:v>2.0230710863497507</c:v>
                </c:pt>
                <c:pt idx="9162">
                  <c:v>2.0247194567152369</c:v>
                </c:pt>
                <c:pt idx="9163">
                  <c:v>2.0249089855168019</c:v>
                </c:pt>
                <c:pt idx="9164">
                  <c:v>2.0241662820597348</c:v>
                </c:pt>
                <c:pt idx="9165">
                  <c:v>2.0239099140678225</c:v>
                </c:pt>
                <c:pt idx="9166">
                  <c:v>2.0234167655655919</c:v>
                </c:pt>
                <c:pt idx="9167">
                  <c:v>2.0217623513768928</c:v>
                </c:pt>
                <c:pt idx="9168">
                  <c:v>2.0196637161820621</c:v>
                </c:pt>
                <c:pt idx="9169">
                  <c:v>2.0189657370167691</c:v>
                </c:pt>
                <c:pt idx="9170">
                  <c:v>2.0188308498714314</c:v>
                </c:pt>
                <c:pt idx="9171">
                  <c:v>2.0185573668710579</c:v>
                </c:pt>
                <c:pt idx="9172">
                  <c:v>2.0193264983187182</c:v>
                </c:pt>
                <c:pt idx="9173">
                  <c:v>2.0206205632843233</c:v>
                </c:pt>
                <c:pt idx="9174">
                  <c:v>2.0210681358651459</c:v>
                </c:pt>
                <c:pt idx="9175">
                  <c:v>2.0194530065273293</c:v>
                </c:pt>
                <c:pt idx="9176">
                  <c:v>2.0186931880618006</c:v>
                </c:pt>
                <c:pt idx="9177">
                  <c:v>2.0178865849102219</c:v>
                </c:pt>
                <c:pt idx="9178">
                  <c:v>2.0187809883299268</c:v>
                </c:pt>
                <c:pt idx="9179">
                  <c:v>2.0196536339860662</c:v>
                </c:pt>
                <c:pt idx="9180">
                  <c:v>2.0198601129645501</c:v>
                </c:pt>
                <c:pt idx="9181">
                  <c:v>2.0195997340717788</c:v>
                </c:pt>
                <c:pt idx="9182">
                  <c:v>2.020296971495132</c:v>
                </c:pt>
                <c:pt idx="9183">
                  <c:v>2.021949050570317</c:v>
                </c:pt>
                <c:pt idx="9184">
                  <c:v>2.0231427880705919</c:v>
                </c:pt>
                <c:pt idx="9185">
                  <c:v>2.0235359112986528</c:v>
                </c:pt>
                <c:pt idx="9186">
                  <c:v>2.0239759291004593</c:v>
                </c:pt>
                <c:pt idx="9187">
                  <c:v>2.0253974637920047</c:v>
                </c:pt>
                <c:pt idx="9188">
                  <c:v>2.0251319751214258</c:v>
                </c:pt>
                <c:pt idx="9189">
                  <c:v>2.0260445100107689</c:v>
                </c:pt>
                <c:pt idx="9190">
                  <c:v>2.0271104755939429</c:v>
                </c:pt>
                <c:pt idx="9191">
                  <c:v>2.0257016878749918</c:v>
                </c:pt>
                <c:pt idx="9192">
                  <c:v>2.0237260170106151</c:v>
                </c:pt>
                <c:pt idx="9193">
                  <c:v>2.0234861596448428</c:v>
                </c:pt>
                <c:pt idx="9194">
                  <c:v>2.0232436100305486</c:v>
                </c:pt>
                <c:pt idx="9195">
                  <c:v>2.0233997879167491</c:v>
                </c:pt>
                <c:pt idx="9196">
                  <c:v>2.0254702369178701</c:v>
                </c:pt>
                <c:pt idx="9197">
                  <c:v>2.0247150337355224</c:v>
                </c:pt>
                <c:pt idx="9198">
                  <c:v>2.0226625239005736</c:v>
                </c:pt>
                <c:pt idx="9199">
                  <c:v>2.0204617480934486</c:v>
                </c:pt>
                <c:pt idx="9200">
                  <c:v>2.0193232841036459</c:v>
                </c:pt>
                <c:pt idx="9201">
                  <c:v>2.0197110777785103</c:v>
                </c:pt>
                <c:pt idx="9202">
                  <c:v>2.0223630799323091</c:v>
                </c:pt>
                <c:pt idx="9203">
                  <c:v>2.0237262917298522</c:v>
                </c:pt>
                <c:pt idx="9204">
                  <c:v>2.0216851003274652</c:v>
                </c:pt>
                <c:pt idx="9205">
                  <c:v>2.0205964978791675</c:v>
                </c:pt>
                <c:pt idx="9206">
                  <c:v>2.0200360706358103</c:v>
                </c:pt>
                <c:pt idx="9207">
                  <c:v>2.0208756400958219</c:v>
                </c:pt>
                <c:pt idx="9208">
                  <c:v>2.0227070009450343</c:v>
                </c:pt>
                <c:pt idx="9209">
                  <c:v>2.0223437946418761</c:v>
                </c:pt>
                <c:pt idx="9210">
                  <c:v>2.021599140678227</c:v>
                </c:pt>
                <c:pt idx="9211">
                  <c:v>2.0227440880420211</c:v>
                </c:pt>
                <c:pt idx="9212">
                  <c:v>2.024268340256258</c:v>
                </c:pt>
                <c:pt idx="9213">
                  <c:v>2.0234955275708226</c:v>
                </c:pt>
                <c:pt idx="9214">
                  <c:v>2.0224397815432629</c:v>
                </c:pt>
                <c:pt idx="9215">
                  <c:v>2.021318487505769</c:v>
                </c:pt>
                <c:pt idx="9216">
                  <c:v>2.0201199973626953</c:v>
                </c:pt>
                <c:pt idx="9217">
                  <c:v>2.0196624799454956</c:v>
                </c:pt>
                <c:pt idx="9218">
                  <c:v>2.0194514131557546</c:v>
                </c:pt>
                <c:pt idx="9219">
                  <c:v>2.0207770983055315</c:v>
                </c:pt>
                <c:pt idx="9220">
                  <c:v>2.0216429309245951</c:v>
                </c:pt>
                <c:pt idx="9221">
                  <c:v>2.0199877749939561</c:v>
                </c:pt>
                <c:pt idx="9222">
                  <c:v>2.0196881661941495</c:v>
                </c:pt>
                <c:pt idx="9223">
                  <c:v>2.0204241939737586</c:v>
                </c:pt>
                <c:pt idx="9224">
                  <c:v>2.0210468725962065</c:v>
                </c:pt>
                <c:pt idx="9225">
                  <c:v>2.0213156029537811</c:v>
                </c:pt>
                <c:pt idx="9226">
                  <c:v>2.0220273180809212</c:v>
                </c:pt>
                <c:pt idx="9227">
                  <c:v>2.0234352541702378</c:v>
                </c:pt>
                <c:pt idx="9228">
                  <c:v>2.0240861189863959</c:v>
                </c:pt>
                <c:pt idx="9229">
                  <c:v>2.0220957781147666</c:v>
                </c:pt>
                <c:pt idx="9230">
                  <c:v>2.0194664952418626</c:v>
                </c:pt>
                <c:pt idx="9231">
                  <c:v>2.0180138898046196</c:v>
                </c:pt>
                <c:pt idx="9232">
                  <c:v>2.0184249796707765</c:v>
                </c:pt>
                <c:pt idx="9233">
                  <c:v>2.0190944155073516</c:v>
                </c:pt>
                <c:pt idx="9234">
                  <c:v>2.020013543658381</c:v>
                </c:pt>
                <c:pt idx="9235">
                  <c:v>2.0218966341399089</c:v>
                </c:pt>
                <c:pt idx="9236">
                  <c:v>2.0222211599745061</c:v>
                </c:pt>
                <c:pt idx="9237">
                  <c:v>2.0222855816355683</c:v>
                </c:pt>
                <c:pt idx="9238">
                  <c:v>2.0218409485505813</c:v>
                </c:pt>
                <c:pt idx="9239">
                  <c:v>2.0199052768071031</c:v>
                </c:pt>
                <c:pt idx="9240">
                  <c:v>2.0185237687083801</c:v>
                </c:pt>
                <c:pt idx="9241">
                  <c:v>2.0183460253620797</c:v>
                </c:pt>
                <c:pt idx="9242">
                  <c:v>2.0189413144766051</c:v>
                </c:pt>
                <c:pt idx="9243">
                  <c:v>2.0193108667941364</c:v>
                </c:pt>
                <c:pt idx="9244">
                  <c:v>2.0199371717105117</c:v>
                </c:pt>
                <c:pt idx="9245">
                  <c:v>2.0198018999582428</c:v>
                </c:pt>
                <c:pt idx="9246">
                  <c:v>2.0183719039141996</c:v>
                </c:pt>
                <c:pt idx="9247">
                  <c:v>2.0178434265180987</c:v>
                </c:pt>
                <c:pt idx="9248">
                  <c:v>2.0182846256126239</c:v>
                </c:pt>
                <c:pt idx="9249">
                  <c:v>2.0194993241906771</c:v>
                </c:pt>
                <c:pt idx="9250">
                  <c:v>2.0195810531636669</c:v>
                </c:pt>
                <c:pt idx="9251">
                  <c:v>2.0192670765477683</c:v>
                </c:pt>
                <c:pt idx="9252">
                  <c:v>2.0182609173424759</c:v>
                </c:pt>
                <c:pt idx="9253">
                  <c:v>2.0180283400364827</c:v>
                </c:pt>
                <c:pt idx="9254">
                  <c:v>2.0184903353772445</c:v>
                </c:pt>
                <c:pt idx="9255">
                  <c:v>2.018498357178963</c:v>
                </c:pt>
                <c:pt idx="9256">
                  <c:v>2.0191152941693589</c:v>
                </c:pt>
                <c:pt idx="9257">
                  <c:v>2.0196202281268545</c:v>
                </c:pt>
                <c:pt idx="9258">
                  <c:v>2.0193938869475394</c:v>
                </c:pt>
                <c:pt idx="9259">
                  <c:v>2.0206551504362542</c:v>
                </c:pt>
                <c:pt idx="9260">
                  <c:v>2.0223221192940812</c:v>
                </c:pt>
                <c:pt idx="9261">
                  <c:v>2.0233028120261092</c:v>
                </c:pt>
                <c:pt idx="9262">
                  <c:v>2.021875178567504</c:v>
                </c:pt>
                <c:pt idx="9263">
                  <c:v>2.0199362651370301</c:v>
                </c:pt>
                <c:pt idx="9264">
                  <c:v>2.0193512230500428</c:v>
                </c:pt>
                <c:pt idx="9265">
                  <c:v>2.0189012604118592</c:v>
                </c:pt>
                <c:pt idx="9266">
                  <c:v>2.0179015021647877</c:v>
                </c:pt>
                <c:pt idx="9267">
                  <c:v>2.017248192347421</c:v>
                </c:pt>
                <c:pt idx="9268">
                  <c:v>2.0192015834816819</c:v>
                </c:pt>
                <c:pt idx="9269">
                  <c:v>2.0203970517131493</c:v>
                </c:pt>
                <c:pt idx="9270">
                  <c:v>2.0203477396101186</c:v>
                </c:pt>
                <c:pt idx="9271">
                  <c:v>2.0196906386672819</c:v>
                </c:pt>
                <c:pt idx="9272">
                  <c:v>2.0181928144436387</c:v>
                </c:pt>
                <c:pt idx="9273">
                  <c:v>2.0178794422100612</c:v>
                </c:pt>
                <c:pt idx="9274">
                  <c:v>2.0180279004857038</c:v>
                </c:pt>
                <c:pt idx="9275">
                  <c:v>2.0177983450913168</c:v>
                </c:pt>
                <c:pt idx="9276">
                  <c:v>2.0185540977121383</c:v>
                </c:pt>
                <c:pt idx="9277">
                  <c:v>2.019512071163271</c:v>
                </c:pt>
                <c:pt idx="9278">
                  <c:v>2.0193215259005295</c:v>
                </c:pt>
                <c:pt idx="9279">
                  <c:v>2.0199234632205885</c:v>
                </c:pt>
                <c:pt idx="9280">
                  <c:v>2.0196467385332189</c:v>
                </c:pt>
                <c:pt idx="9281">
                  <c:v>2.0185048405529549</c:v>
                </c:pt>
                <c:pt idx="9282">
                  <c:v>2.0192378738928816</c:v>
                </c:pt>
                <c:pt idx="9283">
                  <c:v>2.0200671139095845</c:v>
                </c:pt>
                <c:pt idx="9284">
                  <c:v>2.0189677424671983</c:v>
                </c:pt>
                <c:pt idx="9285">
                  <c:v>2.0182385002527417</c:v>
                </c:pt>
                <c:pt idx="9286">
                  <c:v>2.017671479747698</c:v>
                </c:pt>
                <c:pt idx="9287">
                  <c:v>2.018021499527483</c:v>
                </c:pt>
                <c:pt idx="9288">
                  <c:v>2.0183104217489727</c:v>
                </c:pt>
                <c:pt idx="9289">
                  <c:v>2.0188218665523836</c:v>
                </c:pt>
                <c:pt idx="9290">
                  <c:v>2.0192713621678644</c:v>
                </c:pt>
                <c:pt idx="9291">
                  <c:v>2.0190429880661962</c:v>
                </c:pt>
                <c:pt idx="9292">
                  <c:v>2.0179019966594143</c:v>
                </c:pt>
                <c:pt idx="9293">
                  <c:v>2.0176017834772861</c:v>
                </c:pt>
                <c:pt idx="9294">
                  <c:v>2.0184889892529836</c:v>
                </c:pt>
                <c:pt idx="9295">
                  <c:v>2.0204271884134415</c:v>
                </c:pt>
                <c:pt idx="9296">
                  <c:v>2.0208699534076175</c:v>
                </c:pt>
                <c:pt idx="9297">
                  <c:v>2.0201500791191402</c:v>
                </c:pt>
                <c:pt idx="9298">
                  <c:v>2.0208694863849148</c:v>
                </c:pt>
                <c:pt idx="9299">
                  <c:v>2.0202327146656116</c:v>
                </c:pt>
                <c:pt idx="9300">
                  <c:v>2.0194612481044372</c:v>
                </c:pt>
                <c:pt idx="9301">
                  <c:v>2.0193277345552847</c:v>
                </c:pt>
                <c:pt idx="9302">
                  <c:v>2.0203107624008263</c:v>
                </c:pt>
                <c:pt idx="9303">
                  <c:v>2.0204235895914375</c:v>
                </c:pt>
                <c:pt idx="9304">
                  <c:v>2.0188050262631592</c:v>
                </c:pt>
                <c:pt idx="9305">
                  <c:v>2.017811971165469</c:v>
                </c:pt>
                <c:pt idx="9306">
                  <c:v>2.0169045185820091</c:v>
                </c:pt>
                <c:pt idx="9307">
                  <c:v>2.0167331487220062</c:v>
                </c:pt>
                <c:pt idx="9308">
                  <c:v>2.017641205687787</c:v>
                </c:pt>
                <c:pt idx="9309">
                  <c:v>2.0185285762950267</c:v>
                </c:pt>
                <c:pt idx="9310">
                  <c:v>2.0183987989274961</c:v>
                </c:pt>
                <c:pt idx="9311">
                  <c:v>2.0178043889145294</c:v>
                </c:pt>
                <c:pt idx="9312">
                  <c:v>2.019879535614602</c:v>
                </c:pt>
                <c:pt idx="9313">
                  <c:v>2.0216251016461175</c:v>
                </c:pt>
                <c:pt idx="9314">
                  <c:v>2.0220288565086482</c:v>
                </c:pt>
                <c:pt idx="9315">
                  <c:v>2.0215859266829299</c:v>
                </c:pt>
                <c:pt idx="9316">
                  <c:v>2.0206500956022944</c:v>
                </c:pt>
                <c:pt idx="9317">
                  <c:v>2.0207927847739611</c:v>
                </c:pt>
                <c:pt idx="9318">
                  <c:v>2.0213259598690136</c:v>
                </c:pt>
                <c:pt idx="9319">
                  <c:v>2.021154919672095</c:v>
                </c:pt>
                <c:pt idx="9320">
                  <c:v>2.0203890573833543</c:v>
                </c:pt>
                <c:pt idx="9321">
                  <c:v>2.0191587272807192</c:v>
                </c:pt>
                <c:pt idx="9322">
                  <c:v>2.0191507878947714</c:v>
                </c:pt>
                <c:pt idx="9323">
                  <c:v>2.0201491725456582</c:v>
                </c:pt>
                <c:pt idx="9324">
                  <c:v>2.0208915463396409</c:v>
                </c:pt>
                <c:pt idx="9325">
                  <c:v>2.0209214632645436</c:v>
                </c:pt>
                <c:pt idx="9326">
                  <c:v>2.0206569910551417</c:v>
                </c:pt>
                <c:pt idx="9327">
                  <c:v>2.0209441276015911</c:v>
                </c:pt>
                <c:pt idx="9328">
                  <c:v>2.0210637678292787</c:v>
                </c:pt>
                <c:pt idx="9329">
                  <c:v>2.02034581657546</c:v>
                </c:pt>
                <c:pt idx="9330">
                  <c:v>2.0203508164655721</c:v>
                </c:pt>
                <c:pt idx="9331">
                  <c:v>2.0205117195226476</c:v>
                </c:pt>
                <c:pt idx="9332">
                  <c:v>2.0202518900683502</c:v>
                </c:pt>
                <c:pt idx="9333">
                  <c:v>2.0202706259203094</c:v>
                </c:pt>
                <c:pt idx="9334">
                  <c:v>2.0208410804158152</c:v>
                </c:pt>
                <c:pt idx="9335">
                  <c:v>2.0214337596975889</c:v>
                </c:pt>
                <c:pt idx="9336">
                  <c:v>2.0222222588514538</c:v>
                </c:pt>
                <c:pt idx="9337">
                  <c:v>2.0226721116019428</c:v>
                </c:pt>
                <c:pt idx="9338">
                  <c:v>2.0209294301224148</c:v>
                </c:pt>
                <c:pt idx="9339">
                  <c:v>2.0191263928265313</c:v>
                </c:pt>
                <c:pt idx="9340">
                  <c:v>2.0173153886727766</c:v>
                </c:pt>
                <c:pt idx="9341">
                  <c:v>2.0176006296564912</c:v>
                </c:pt>
                <c:pt idx="9342">
                  <c:v>2.0198666787543131</c:v>
                </c:pt>
                <c:pt idx="9343">
                  <c:v>2.0212269785279444</c:v>
                </c:pt>
                <c:pt idx="9344">
                  <c:v>2.020462792026549</c:v>
                </c:pt>
                <c:pt idx="9345">
                  <c:v>2.0191304037273907</c:v>
                </c:pt>
                <c:pt idx="9346">
                  <c:v>2.0192557306432826</c:v>
                </c:pt>
                <c:pt idx="9347">
                  <c:v>2.0200590646359422</c:v>
                </c:pt>
                <c:pt idx="9348">
                  <c:v>2.0203890848552781</c:v>
                </c:pt>
                <c:pt idx="9349">
                  <c:v>2.0194228148831894</c:v>
                </c:pt>
                <c:pt idx="9350">
                  <c:v>2.0189145018790797</c:v>
                </c:pt>
                <c:pt idx="9351">
                  <c:v>2.0181431726775236</c:v>
                </c:pt>
                <c:pt idx="9352">
                  <c:v>2.0183005593283663</c:v>
                </c:pt>
                <c:pt idx="9353">
                  <c:v>2.020089695830861</c:v>
                </c:pt>
                <c:pt idx="9354">
                  <c:v>2.0218360036043164</c:v>
                </c:pt>
                <c:pt idx="9355">
                  <c:v>2.0235626689523305</c:v>
                </c:pt>
                <c:pt idx="9356">
                  <c:v>2.0241101019757806</c:v>
                </c:pt>
                <c:pt idx="9357">
                  <c:v>2.0239570009450341</c:v>
                </c:pt>
                <c:pt idx="9358">
                  <c:v>2.0240877673018174</c:v>
                </c:pt>
                <c:pt idx="9359">
                  <c:v>2.0236004703193338</c:v>
                </c:pt>
                <c:pt idx="9360">
                  <c:v>2.0216299092327641</c:v>
                </c:pt>
                <c:pt idx="9361">
                  <c:v>2.0193399595613282</c:v>
                </c:pt>
                <c:pt idx="9362">
                  <c:v>2.0198654150458233</c:v>
                </c:pt>
                <c:pt idx="9363">
                  <c:v>2.0210643447396759</c:v>
                </c:pt>
                <c:pt idx="9364">
                  <c:v>2.0195530592734228</c:v>
                </c:pt>
                <c:pt idx="9365">
                  <c:v>2.0198026966440299</c:v>
                </c:pt>
                <c:pt idx="9366">
                  <c:v>2.0207205061427223</c:v>
                </c:pt>
                <c:pt idx="9367">
                  <c:v>2.0214372486318983</c:v>
                </c:pt>
                <c:pt idx="9368">
                  <c:v>2.0221805015274388</c:v>
                </c:pt>
                <c:pt idx="9369">
                  <c:v>2.022737439836487</c:v>
                </c:pt>
                <c:pt idx="9370">
                  <c:v>2.0224573635744267</c:v>
                </c:pt>
                <c:pt idx="9371">
                  <c:v>2.0211341783697061</c:v>
                </c:pt>
                <c:pt idx="9372">
                  <c:v>2.0203560636029976</c:v>
                </c:pt>
                <c:pt idx="9373">
                  <c:v>2.0203342783675082</c:v>
                </c:pt>
                <c:pt idx="9374">
                  <c:v>2.0209951704358144</c:v>
                </c:pt>
                <c:pt idx="9375">
                  <c:v>2.0214519735829981</c:v>
                </c:pt>
                <c:pt idx="9376">
                  <c:v>2.020601745016593</c:v>
                </c:pt>
                <c:pt idx="9377">
                  <c:v>2.0190123843432013</c:v>
                </c:pt>
                <c:pt idx="9378">
                  <c:v>2.0175122799498912</c:v>
                </c:pt>
                <c:pt idx="9379">
                  <c:v>2.0166125469769893</c:v>
                </c:pt>
                <c:pt idx="9380">
                  <c:v>2.0165222192918839</c:v>
                </c:pt>
                <c:pt idx="9381">
                  <c:v>2.0173895628667502</c:v>
                </c:pt>
                <c:pt idx="9382">
                  <c:v>2.0186122008307508</c:v>
                </c:pt>
                <c:pt idx="9383">
                  <c:v>2.0185090162853565</c:v>
                </c:pt>
                <c:pt idx="9384">
                  <c:v>2.018869392980374</c:v>
                </c:pt>
                <c:pt idx="9385">
                  <c:v>2.0185771191841937</c:v>
                </c:pt>
                <c:pt idx="9386">
                  <c:v>2.0190990307905321</c:v>
                </c:pt>
                <c:pt idx="9387">
                  <c:v>2.0199250291202393</c:v>
                </c:pt>
                <c:pt idx="9388">
                  <c:v>2.018713627173029</c:v>
                </c:pt>
                <c:pt idx="9389">
                  <c:v>2.0175977176325794</c:v>
                </c:pt>
                <c:pt idx="9390">
                  <c:v>2.0178394980330103</c:v>
                </c:pt>
                <c:pt idx="9391">
                  <c:v>2.0200531856442714</c:v>
                </c:pt>
                <c:pt idx="9392">
                  <c:v>2.0202371101734027</c:v>
                </c:pt>
                <c:pt idx="9393">
                  <c:v>2.0203375200545044</c:v>
                </c:pt>
                <c:pt idx="9394">
                  <c:v>2.0204610063515087</c:v>
                </c:pt>
                <c:pt idx="9395">
                  <c:v>2.0204731489417815</c:v>
                </c:pt>
                <c:pt idx="9396">
                  <c:v>2.0206545735258565</c:v>
                </c:pt>
                <c:pt idx="9397">
                  <c:v>2.0212782411375576</c:v>
                </c:pt>
                <c:pt idx="9398">
                  <c:v>2.0189782367420497</c:v>
                </c:pt>
                <c:pt idx="9399">
                  <c:v>2.0167447968176524</c:v>
                </c:pt>
                <c:pt idx="9400">
                  <c:v>2.0158483604755939</c:v>
                </c:pt>
                <c:pt idx="9401">
                  <c:v>2.0165347190171645</c:v>
                </c:pt>
                <c:pt idx="9402">
                  <c:v>2.0189336498098944</c:v>
                </c:pt>
                <c:pt idx="9403">
                  <c:v>2.0215382079514734</c:v>
                </c:pt>
                <c:pt idx="9404">
                  <c:v>2.0222550603283445</c:v>
                </c:pt>
                <c:pt idx="9405">
                  <c:v>2.0220514109580008</c:v>
                </c:pt>
                <c:pt idx="9406">
                  <c:v>2.0213579097162699</c:v>
                </c:pt>
                <c:pt idx="9407">
                  <c:v>2.019753109821762</c:v>
                </c:pt>
                <c:pt idx="9408">
                  <c:v>2.0205958385529987</c:v>
                </c:pt>
                <c:pt idx="9409">
                  <c:v>2.0217543021032505</c:v>
                </c:pt>
                <c:pt idx="9410">
                  <c:v>2.0212081602602141</c:v>
                </c:pt>
                <c:pt idx="9411">
                  <c:v>2.0200669216061184</c:v>
                </c:pt>
                <c:pt idx="9412">
                  <c:v>2.0183797334124525</c:v>
                </c:pt>
                <c:pt idx="9413">
                  <c:v>2.0172619557811915</c:v>
                </c:pt>
                <c:pt idx="9414">
                  <c:v>2.0169819619349023</c:v>
                </c:pt>
                <c:pt idx="9415">
                  <c:v>2.0172039350783497</c:v>
                </c:pt>
                <c:pt idx="9416">
                  <c:v>2.0178890024395066</c:v>
                </c:pt>
                <c:pt idx="9417">
                  <c:v>2.0175562899716488</c:v>
                </c:pt>
                <c:pt idx="9418">
                  <c:v>2.0171650623063231</c:v>
                </c:pt>
                <c:pt idx="9419">
                  <c:v>2.0168825135711304</c:v>
                </c:pt>
                <c:pt idx="9420">
                  <c:v>2.0169457814113976</c:v>
                </c:pt>
                <c:pt idx="9421">
                  <c:v>2.0180994648469266</c:v>
                </c:pt>
                <c:pt idx="9422">
                  <c:v>2.020067223797279</c:v>
                </c:pt>
                <c:pt idx="9423">
                  <c:v>2.0212401375793938</c:v>
                </c:pt>
                <c:pt idx="9424">
                  <c:v>2.021759741544142</c:v>
                </c:pt>
                <c:pt idx="9425">
                  <c:v>2.0204633964088701</c:v>
                </c:pt>
                <c:pt idx="9426">
                  <c:v>2.0207280883936618</c:v>
                </c:pt>
                <c:pt idx="9427">
                  <c:v>2.0218686402496648</c:v>
                </c:pt>
                <c:pt idx="9428">
                  <c:v>2.0222878068613879</c:v>
                </c:pt>
                <c:pt idx="9429">
                  <c:v>2.0217888068394103</c:v>
                </c:pt>
                <c:pt idx="9430">
                  <c:v>2.019733302564779</c:v>
                </c:pt>
                <c:pt idx="9431">
                  <c:v>2.0188941451836224</c:v>
                </c:pt>
                <c:pt idx="9432">
                  <c:v>2.0189997472583019</c:v>
                </c:pt>
                <c:pt idx="9433">
                  <c:v>2.0182608898705521</c:v>
                </c:pt>
                <c:pt idx="9434">
                  <c:v>2.0177085943166082</c:v>
                </c:pt>
                <c:pt idx="9435">
                  <c:v>2.0177667523790688</c:v>
                </c:pt>
                <c:pt idx="9436">
                  <c:v>2.0177335662952465</c:v>
                </c:pt>
                <c:pt idx="9437">
                  <c:v>2.0187908782224566</c:v>
                </c:pt>
                <c:pt idx="9438">
                  <c:v>2.0204922968725962</c:v>
                </c:pt>
                <c:pt idx="9439">
                  <c:v>2.0209562427199401</c:v>
                </c:pt>
                <c:pt idx="9440">
                  <c:v>2.0195740203512011</c:v>
                </c:pt>
                <c:pt idx="9441">
                  <c:v>2.0190259554735062</c:v>
                </c:pt>
                <c:pt idx="9442">
                  <c:v>2.0186257719610556</c:v>
                </c:pt>
                <c:pt idx="9443">
                  <c:v>2.0186444253972442</c:v>
                </c:pt>
                <c:pt idx="9444">
                  <c:v>2.0191581778422454</c:v>
                </c:pt>
                <c:pt idx="9445">
                  <c:v>2.0184701435133294</c:v>
                </c:pt>
                <c:pt idx="9446">
                  <c:v>2.0175010714050239</c:v>
                </c:pt>
                <c:pt idx="9447">
                  <c:v>2.0166907870156701</c:v>
                </c:pt>
                <c:pt idx="9448">
                  <c:v>2.0158346794575945</c:v>
                </c:pt>
                <c:pt idx="9449">
                  <c:v>2.0157388024439022</c:v>
                </c:pt>
                <c:pt idx="9450">
                  <c:v>2.0156903144985825</c:v>
                </c:pt>
                <c:pt idx="9451">
                  <c:v>2.0148455803169161</c:v>
                </c:pt>
                <c:pt idx="9452">
                  <c:v>2.0138679919122655</c:v>
                </c:pt>
                <c:pt idx="9453">
                  <c:v>2.0136484637700272</c:v>
                </c:pt>
                <c:pt idx="9454">
                  <c:v>2.0129342761697546</c:v>
                </c:pt>
                <c:pt idx="9455">
                  <c:v>2.013926589525505</c:v>
                </c:pt>
                <c:pt idx="9456">
                  <c:v>2.0149399463748048</c:v>
                </c:pt>
                <c:pt idx="9457">
                  <c:v>2.0153997439616713</c:v>
                </c:pt>
                <c:pt idx="9458">
                  <c:v>2.0160567075448892</c:v>
                </c:pt>
                <c:pt idx="9459">
                  <c:v>2.0179734511329421</c:v>
                </c:pt>
                <c:pt idx="9460">
                  <c:v>2.0209867365552405</c:v>
                </c:pt>
                <c:pt idx="9461">
                  <c:v>2.0235685479440013</c:v>
                </c:pt>
                <c:pt idx="9462">
                  <c:v>2.0244234192655108</c:v>
                </c:pt>
                <c:pt idx="9463">
                  <c:v>2.022238934309136</c:v>
                </c:pt>
                <c:pt idx="9464">
                  <c:v>2.0203516680952065</c:v>
                </c:pt>
                <c:pt idx="9465">
                  <c:v>2.0204713632667413</c:v>
                </c:pt>
                <c:pt idx="9466">
                  <c:v>2.0215413122788508</c:v>
                </c:pt>
                <c:pt idx="9467">
                  <c:v>2.0206969352321926</c:v>
                </c:pt>
                <c:pt idx="9468">
                  <c:v>2.0205560866794134</c:v>
                </c:pt>
                <c:pt idx="9469">
                  <c:v>2.0212567855651522</c:v>
                </c:pt>
                <c:pt idx="9470">
                  <c:v>2.0215565042526538</c:v>
                </c:pt>
                <c:pt idx="9471">
                  <c:v>2.0213043669369903</c:v>
                </c:pt>
                <c:pt idx="9472">
                  <c:v>2.0204093591349639</c:v>
                </c:pt>
                <c:pt idx="9473">
                  <c:v>2.0206860838223335</c:v>
                </c:pt>
                <c:pt idx="9474">
                  <c:v>2.0210075602734006</c:v>
                </c:pt>
                <c:pt idx="9475">
                  <c:v>2.0195193237511262</c:v>
                </c:pt>
                <c:pt idx="9476">
                  <c:v>2.0185637953012021</c:v>
                </c:pt>
                <c:pt idx="9477">
                  <c:v>2.0186562932682799</c:v>
                </c:pt>
                <c:pt idx="9478">
                  <c:v>2.018413990901299</c:v>
                </c:pt>
                <c:pt idx="9479">
                  <c:v>2.0180870200654932</c:v>
                </c:pt>
                <c:pt idx="9480">
                  <c:v>2.0180760312960153</c:v>
                </c:pt>
                <c:pt idx="9481">
                  <c:v>2.0186143711127227</c:v>
                </c:pt>
                <c:pt idx="9482">
                  <c:v>2.0187514834838796</c:v>
                </c:pt>
                <c:pt idx="9483">
                  <c:v>2.0186108272345664</c:v>
                </c:pt>
                <c:pt idx="9484">
                  <c:v>2.0188884310234938</c:v>
                </c:pt>
                <c:pt idx="9485">
                  <c:v>2.0176566174369794</c:v>
                </c:pt>
                <c:pt idx="9486">
                  <c:v>2.015573751126349</c:v>
                </c:pt>
                <c:pt idx="9487">
                  <c:v>2.0148126689523309</c:v>
                </c:pt>
                <c:pt idx="9488">
                  <c:v>2.0146150359332764</c:v>
                </c:pt>
                <c:pt idx="9489">
                  <c:v>2.0157169073207184</c:v>
                </c:pt>
                <c:pt idx="9490">
                  <c:v>2.0163373607173467</c:v>
                </c:pt>
                <c:pt idx="9491">
                  <c:v>2.0163315641414474</c:v>
                </c:pt>
                <c:pt idx="9492">
                  <c:v>2.018013395309993</c:v>
                </c:pt>
                <c:pt idx="9493">
                  <c:v>2.017351953803213</c:v>
                </c:pt>
                <c:pt idx="9494">
                  <c:v>2.0145026757653679</c:v>
                </c:pt>
                <c:pt idx="9495">
                  <c:v>2.0138579097162701</c:v>
                </c:pt>
                <c:pt idx="9496">
                  <c:v>2.0160003901013166</c:v>
                </c:pt>
                <c:pt idx="9497">
                  <c:v>2.0177278521351178</c:v>
                </c:pt>
                <c:pt idx="9498">
                  <c:v>2.0180654820773172</c:v>
                </c:pt>
                <c:pt idx="9499">
                  <c:v>2.0186862651370299</c:v>
                </c:pt>
                <c:pt idx="9500">
                  <c:v>2.0190965308454758</c:v>
                </c:pt>
                <c:pt idx="9501">
                  <c:v>2.019226088437617</c:v>
                </c:pt>
                <c:pt idx="9502">
                  <c:v>2.019800526362058</c:v>
                </c:pt>
                <c:pt idx="9503">
                  <c:v>2.0204134249796706</c:v>
                </c:pt>
                <c:pt idx="9504">
                  <c:v>2.0191976000527463</c:v>
                </c:pt>
                <c:pt idx="9505">
                  <c:v>2.0180473231357552</c:v>
                </c:pt>
                <c:pt idx="9506">
                  <c:v>2.0178774092877081</c:v>
                </c:pt>
                <c:pt idx="9507">
                  <c:v>2.017241626557658</c:v>
                </c:pt>
                <c:pt idx="9508">
                  <c:v>2.0169460561306343</c:v>
                </c:pt>
                <c:pt idx="9509">
                  <c:v>2.0166285081646556</c:v>
                </c:pt>
                <c:pt idx="9510">
                  <c:v>2.0165428507065779</c:v>
                </c:pt>
                <c:pt idx="9511">
                  <c:v>2.0171266290850749</c:v>
                </c:pt>
                <c:pt idx="9512">
                  <c:v>2.0172854717478739</c:v>
                </c:pt>
                <c:pt idx="9513">
                  <c:v>2.0181279257598734</c:v>
                </c:pt>
                <c:pt idx="9514">
                  <c:v>2.0190882068525968</c:v>
                </c:pt>
                <c:pt idx="9515">
                  <c:v>2.0203800740643061</c:v>
                </c:pt>
                <c:pt idx="9516">
                  <c:v>2.0192199072547856</c:v>
                </c:pt>
                <c:pt idx="9517">
                  <c:v>2.0176757104239469</c:v>
                </c:pt>
                <c:pt idx="9518">
                  <c:v>2.0169705061427221</c:v>
                </c:pt>
                <c:pt idx="9519">
                  <c:v>2.0178112294235291</c:v>
                </c:pt>
                <c:pt idx="9520">
                  <c:v>2.0185392079294959</c:v>
                </c:pt>
                <c:pt idx="9521">
                  <c:v>2.018098778048834</c:v>
                </c:pt>
                <c:pt idx="9522">
                  <c:v>2.0178259818465527</c:v>
                </c:pt>
                <c:pt idx="9523">
                  <c:v>2.0188143392452913</c:v>
                </c:pt>
                <c:pt idx="9524">
                  <c:v>2.0187926089536492</c:v>
                </c:pt>
                <c:pt idx="9525">
                  <c:v>2.0178401573591791</c:v>
                </c:pt>
                <c:pt idx="9526">
                  <c:v>2.0166519691874902</c:v>
                </c:pt>
                <c:pt idx="9527">
                  <c:v>2.0172984659677811</c:v>
                </c:pt>
                <c:pt idx="9528">
                  <c:v>2.0183414375508231</c:v>
                </c:pt>
                <c:pt idx="9529">
                  <c:v>2.0178847168194105</c:v>
                </c:pt>
                <c:pt idx="9530">
                  <c:v>2.018989774950001</c:v>
                </c:pt>
                <c:pt idx="9531">
                  <c:v>2.0201181017999605</c:v>
                </c:pt>
                <c:pt idx="9532">
                  <c:v>2.0204382870706139</c:v>
                </c:pt>
                <c:pt idx="9533">
                  <c:v>2.0198091250741741</c:v>
                </c:pt>
                <c:pt idx="9534">
                  <c:v>2.0197048141799083</c:v>
                </c:pt>
                <c:pt idx="9535">
                  <c:v>2.0185762675545593</c:v>
                </c:pt>
                <c:pt idx="9536">
                  <c:v>2.017276213709589</c:v>
                </c:pt>
                <c:pt idx="9537">
                  <c:v>2.0164994725390653</c:v>
                </c:pt>
                <c:pt idx="9538">
                  <c:v>2.0175543394650668</c:v>
                </c:pt>
                <c:pt idx="9539">
                  <c:v>2.0194010021757762</c:v>
                </c:pt>
                <c:pt idx="9540">
                  <c:v>2.0204140843058394</c:v>
                </c:pt>
                <c:pt idx="9541">
                  <c:v>2.0193485308015209</c:v>
                </c:pt>
                <c:pt idx="9542">
                  <c:v>2.0183940188127734</c:v>
                </c:pt>
                <c:pt idx="9543">
                  <c:v>2.018170699545065</c:v>
                </c:pt>
                <c:pt idx="9544">
                  <c:v>2.0182302586756333</c:v>
                </c:pt>
                <c:pt idx="9545">
                  <c:v>2.0197105008681127</c:v>
                </c:pt>
                <c:pt idx="9546">
                  <c:v>2.0203729863079931</c:v>
                </c:pt>
                <c:pt idx="9547">
                  <c:v>2.0216475462077756</c:v>
                </c:pt>
                <c:pt idx="9548">
                  <c:v>2.02311116788642</c:v>
                </c:pt>
                <c:pt idx="9549">
                  <c:v>2.0225560427243359</c:v>
                </c:pt>
                <c:pt idx="9550">
                  <c:v>2.0202403793323223</c:v>
                </c:pt>
                <c:pt idx="9551">
                  <c:v>2.0197499230786136</c:v>
                </c:pt>
                <c:pt idx="9552">
                  <c:v>2.0196667655655918</c:v>
                </c:pt>
                <c:pt idx="9553">
                  <c:v>2.0188037625546693</c:v>
                </c:pt>
                <c:pt idx="9554">
                  <c:v>2.0187581042174898</c:v>
                </c:pt>
                <c:pt idx="9555">
                  <c:v>2.0195819597371485</c:v>
                </c:pt>
                <c:pt idx="9556">
                  <c:v>2.0192549339574954</c:v>
                </c:pt>
                <c:pt idx="9557">
                  <c:v>2.0178637007977849</c:v>
                </c:pt>
                <c:pt idx="9558">
                  <c:v>2.0164886486011295</c:v>
                </c:pt>
                <c:pt idx="9559">
                  <c:v>2.0159094855058131</c:v>
                </c:pt>
                <c:pt idx="9560">
                  <c:v>2.0145441583701458</c:v>
                </c:pt>
                <c:pt idx="9561">
                  <c:v>2.0142075448891235</c:v>
                </c:pt>
                <c:pt idx="9562">
                  <c:v>2.0155397408848157</c:v>
                </c:pt>
                <c:pt idx="9563">
                  <c:v>2.0161171732489396</c:v>
                </c:pt>
                <c:pt idx="9564">
                  <c:v>2.0162699446166017</c:v>
                </c:pt>
                <c:pt idx="9565">
                  <c:v>2.0167419672095117</c:v>
                </c:pt>
                <c:pt idx="9566">
                  <c:v>2.0172559669018262</c:v>
                </c:pt>
                <c:pt idx="9567">
                  <c:v>2.0182168798487945</c:v>
                </c:pt>
                <c:pt idx="9568">
                  <c:v>2.0181501780180655</c:v>
                </c:pt>
                <c:pt idx="9569">
                  <c:v>2.0179996868200698</c:v>
                </c:pt>
                <c:pt idx="9570">
                  <c:v>2.0180305377903784</c:v>
                </c:pt>
                <c:pt idx="9571">
                  <c:v>2.0186590954044967</c:v>
                </c:pt>
                <c:pt idx="9572">
                  <c:v>2.0183355310872289</c:v>
                </c:pt>
                <c:pt idx="9573">
                  <c:v>2.0166263104107602</c:v>
                </c:pt>
                <c:pt idx="9574">
                  <c:v>2.0154552097756095</c:v>
                </c:pt>
                <c:pt idx="9575">
                  <c:v>2.0163566734797036</c:v>
                </c:pt>
                <c:pt idx="9576">
                  <c:v>2.0188594756159204</c:v>
                </c:pt>
                <c:pt idx="9577">
                  <c:v>2.0186680237796972</c:v>
                </c:pt>
                <c:pt idx="9578">
                  <c:v>2.0172604448253884</c:v>
                </c:pt>
                <c:pt idx="9579">
                  <c:v>2.0175768114986483</c:v>
                </c:pt>
                <c:pt idx="9580">
                  <c:v>2.0175085987121162</c:v>
                </c:pt>
                <c:pt idx="9581">
                  <c:v>2.0174423089602427</c:v>
                </c:pt>
                <c:pt idx="9582">
                  <c:v>2.0187366486450848</c:v>
                </c:pt>
                <c:pt idx="9583">
                  <c:v>2.0190493340805697</c:v>
                </c:pt>
                <c:pt idx="9584">
                  <c:v>2.0187297806641613</c:v>
                </c:pt>
                <c:pt idx="9585">
                  <c:v>2.0185493725412629</c:v>
                </c:pt>
                <c:pt idx="9586">
                  <c:v>2.0190207907518518</c:v>
                </c:pt>
                <c:pt idx="9587">
                  <c:v>2.0194163589811214</c:v>
                </c:pt>
                <c:pt idx="9588">
                  <c:v>2.0192910320652295</c:v>
                </c:pt>
                <c:pt idx="9589">
                  <c:v>2.0179750994483636</c:v>
                </c:pt>
                <c:pt idx="9590">
                  <c:v>2.0171422331377333</c:v>
                </c:pt>
                <c:pt idx="9591">
                  <c:v>2.0172591261730513</c:v>
                </c:pt>
                <c:pt idx="9592">
                  <c:v>2.0177761752488959</c:v>
                </c:pt>
                <c:pt idx="9593">
                  <c:v>2.0177808454759236</c:v>
                </c:pt>
                <c:pt idx="9594">
                  <c:v>2.016677051053823</c:v>
                </c:pt>
                <c:pt idx="9595">
                  <c:v>2.0169632810267908</c:v>
                </c:pt>
                <c:pt idx="9596">
                  <c:v>2.0179573525856576</c:v>
                </c:pt>
                <c:pt idx="9597">
                  <c:v>2.018687061822817</c:v>
                </c:pt>
                <c:pt idx="9598">
                  <c:v>2.0191640293619919</c:v>
                </c:pt>
                <c:pt idx="9599">
                  <c:v>2.0203387837629943</c:v>
                </c:pt>
                <c:pt idx="9600">
                  <c:v>2.0209248423111581</c:v>
                </c:pt>
                <c:pt idx="9601">
                  <c:v>2.0199551108766842</c:v>
                </c:pt>
                <c:pt idx="9602">
                  <c:v>2.0207541043054</c:v>
                </c:pt>
                <c:pt idx="9603">
                  <c:v>2.0214238423331357</c:v>
                </c:pt>
                <c:pt idx="9604">
                  <c:v>2.0197654447155009</c:v>
                </c:pt>
                <c:pt idx="9605">
                  <c:v>2.0188915902947189</c:v>
                </c:pt>
                <c:pt idx="9606">
                  <c:v>2.0201766994131996</c:v>
                </c:pt>
                <c:pt idx="9607">
                  <c:v>2.0213651073602779</c:v>
                </c:pt>
                <c:pt idx="9608">
                  <c:v>2.0220467132590492</c:v>
                </c:pt>
                <c:pt idx="9609">
                  <c:v>2.0218808652557088</c:v>
                </c:pt>
                <c:pt idx="9610">
                  <c:v>2.0225313179930113</c:v>
                </c:pt>
                <c:pt idx="9611">
                  <c:v>2.0219375398342891</c:v>
                </c:pt>
                <c:pt idx="9612">
                  <c:v>2.0208037460715147</c:v>
                </c:pt>
                <c:pt idx="9613">
                  <c:v>2.020588805740533</c:v>
                </c:pt>
                <c:pt idx="9614">
                  <c:v>2.0205527076327994</c:v>
                </c:pt>
                <c:pt idx="9615">
                  <c:v>2.0200377738950794</c:v>
                </c:pt>
                <c:pt idx="9616">
                  <c:v>2.0193436133271798</c:v>
                </c:pt>
                <c:pt idx="9617">
                  <c:v>2.0191927649941759</c:v>
                </c:pt>
                <c:pt idx="9618">
                  <c:v>2.0180964978791676</c:v>
                </c:pt>
                <c:pt idx="9619">
                  <c:v>2.0183512724995056</c:v>
                </c:pt>
                <c:pt idx="9620">
                  <c:v>2.0189278807059186</c:v>
                </c:pt>
                <c:pt idx="9621">
                  <c:v>2.0179011725017033</c:v>
                </c:pt>
                <c:pt idx="9622">
                  <c:v>2.016476341179315</c:v>
                </c:pt>
                <c:pt idx="9623">
                  <c:v>2.0163250258236083</c:v>
                </c:pt>
                <c:pt idx="9624">
                  <c:v>2.0168677611481067</c:v>
                </c:pt>
                <c:pt idx="9625">
                  <c:v>2.0178550196698972</c:v>
                </c:pt>
                <c:pt idx="9626">
                  <c:v>2.0184017384233313</c:v>
                </c:pt>
                <c:pt idx="9627">
                  <c:v>2.0191452385661854</c:v>
                </c:pt>
                <c:pt idx="9628">
                  <c:v>2.0205319113865627</c:v>
                </c:pt>
                <c:pt idx="9629">
                  <c:v>2.0208014933737721</c:v>
                </c:pt>
                <c:pt idx="9630">
                  <c:v>2.0207636095909982</c:v>
                </c:pt>
                <c:pt idx="9631">
                  <c:v>2.0188447231928968</c:v>
                </c:pt>
                <c:pt idx="9632">
                  <c:v>2.0177695270433618</c:v>
                </c:pt>
                <c:pt idx="9633">
                  <c:v>2.0160673666512823</c:v>
                </c:pt>
                <c:pt idx="9634">
                  <c:v>2.0168465802949385</c:v>
                </c:pt>
                <c:pt idx="9635">
                  <c:v>2.0186071185248675</c:v>
                </c:pt>
                <c:pt idx="9636">
                  <c:v>2.0191485626689523</c:v>
                </c:pt>
                <c:pt idx="9637">
                  <c:v>2.0177199676930178</c:v>
                </c:pt>
                <c:pt idx="9638">
                  <c:v>2.0161979681765234</c:v>
                </c:pt>
                <c:pt idx="9639">
                  <c:v>2.0149740390321091</c:v>
                </c:pt>
                <c:pt idx="9640">
                  <c:v>2.0144055075712624</c:v>
                </c:pt>
                <c:pt idx="9641">
                  <c:v>2.0156447660490979</c:v>
                </c:pt>
                <c:pt idx="9642">
                  <c:v>2.0162068416078767</c:v>
                </c:pt>
                <c:pt idx="9643">
                  <c:v>2.0179752642799058</c:v>
                </c:pt>
                <c:pt idx="9644">
                  <c:v>2.0192314179908135</c:v>
                </c:pt>
                <c:pt idx="9645">
                  <c:v>2.019930331201512</c:v>
                </c:pt>
                <c:pt idx="9646">
                  <c:v>2.0200328289488145</c:v>
                </c:pt>
                <c:pt idx="9647">
                  <c:v>2.020116975451089</c:v>
                </c:pt>
                <c:pt idx="9648">
                  <c:v>2.0178515307355882</c:v>
                </c:pt>
                <c:pt idx="9649">
                  <c:v>2.0164926045581417</c:v>
                </c:pt>
                <c:pt idx="9650">
                  <c:v>2.0166270246807763</c:v>
                </c:pt>
                <c:pt idx="9651">
                  <c:v>2.0169968517175447</c:v>
                </c:pt>
                <c:pt idx="9652">
                  <c:v>2.0180213346959408</c:v>
                </c:pt>
                <c:pt idx="9653">
                  <c:v>2.0194902309839344</c:v>
                </c:pt>
                <c:pt idx="9654">
                  <c:v>2.0192624337926639</c:v>
                </c:pt>
                <c:pt idx="9655">
                  <c:v>2.017711698643986</c:v>
                </c:pt>
                <c:pt idx="9656">
                  <c:v>2.0184261334915714</c:v>
                </c:pt>
                <c:pt idx="9657">
                  <c:v>2.0193460033845412</c:v>
                </c:pt>
                <c:pt idx="9658">
                  <c:v>2.0185164886486011</c:v>
                </c:pt>
                <c:pt idx="9659">
                  <c:v>2.0190218346849518</c:v>
                </c:pt>
                <c:pt idx="9660">
                  <c:v>2.0194040240873825</c:v>
                </c:pt>
                <c:pt idx="9661">
                  <c:v>2.018110893167183</c:v>
                </c:pt>
                <c:pt idx="9662">
                  <c:v>2.0174709621766556</c:v>
                </c:pt>
                <c:pt idx="9663">
                  <c:v>2.0181808092129843</c:v>
                </c:pt>
                <c:pt idx="9664">
                  <c:v>2.0186993967165558</c:v>
                </c:pt>
                <c:pt idx="9665">
                  <c:v>2.0190863387617854</c:v>
                </c:pt>
                <c:pt idx="9666">
                  <c:v>2.0205265268895189</c:v>
                </c:pt>
                <c:pt idx="9667">
                  <c:v>2.019882310278895</c:v>
                </c:pt>
                <c:pt idx="9668">
                  <c:v>2.0188009604184525</c:v>
                </c:pt>
                <c:pt idx="9669">
                  <c:v>2.0197453352673569</c:v>
                </c:pt>
                <c:pt idx="9670">
                  <c:v>2.0195386914573308</c:v>
                </c:pt>
                <c:pt idx="9671">
                  <c:v>2.0192467747961582</c:v>
                </c:pt>
                <c:pt idx="9672">
                  <c:v>2.0202530164172217</c:v>
                </c:pt>
                <c:pt idx="9673">
                  <c:v>2.0221949792312257</c:v>
                </c:pt>
                <c:pt idx="9674">
                  <c:v>2.0224513746950619</c:v>
                </c:pt>
                <c:pt idx="9675">
                  <c:v>2.0219967693017735</c:v>
                </c:pt>
                <c:pt idx="9676">
                  <c:v>2.0216311729412539</c:v>
                </c:pt>
                <c:pt idx="9677">
                  <c:v>2.0198147568185316</c:v>
                </c:pt>
                <c:pt idx="9678">
                  <c:v>2.0172923672007208</c:v>
                </c:pt>
                <c:pt idx="9679">
                  <c:v>2.0167268301795565</c:v>
                </c:pt>
                <c:pt idx="9680">
                  <c:v>2.0170531416891935</c:v>
                </c:pt>
                <c:pt idx="9681">
                  <c:v>2.0151753532889387</c:v>
                </c:pt>
                <c:pt idx="9682">
                  <c:v>2.0150258510801962</c:v>
                </c:pt>
                <c:pt idx="9683">
                  <c:v>2.016493373772005</c:v>
                </c:pt>
                <c:pt idx="9684">
                  <c:v>2.0176067009516276</c:v>
                </c:pt>
                <c:pt idx="9685">
                  <c:v>2.0184437429946596</c:v>
                </c:pt>
                <c:pt idx="9686">
                  <c:v>2.0190293619920441</c:v>
                </c:pt>
                <c:pt idx="9687">
                  <c:v>2.0178624370892946</c:v>
                </c:pt>
                <c:pt idx="9688">
                  <c:v>2.0179561712929388</c:v>
                </c:pt>
                <c:pt idx="9689">
                  <c:v>2.0178604316388649</c:v>
                </c:pt>
                <c:pt idx="9690">
                  <c:v>2.0174654128480691</c:v>
                </c:pt>
                <c:pt idx="9691">
                  <c:v>2.0167667194127601</c:v>
                </c:pt>
                <c:pt idx="9692">
                  <c:v>2.0166490022197316</c:v>
                </c:pt>
                <c:pt idx="9693">
                  <c:v>2.0183383881672929</c:v>
                </c:pt>
                <c:pt idx="9694">
                  <c:v>2.0202733456407551</c:v>
                </c:pt>
                <c:pt idx="9695">
                  <c:v>2.0220437462912901</c:v>
                </c:pt>
                <c:pt idx="9696">
                  <c:v>2.0224479681765235</c:v>
                </c:pt>
                <c:pt idx="9697">
                  <c:v>2.0224563471132502</c:v>
                </c:pt>
                <c:pt idx="9698">
                  <c:v>2.0219326498318719</c:v>
                </c:pt>
                <c:pt idx="9699">
                  <c:v>2.0200978000483505</c:v>
                </c:pt>
                <c:pt idx="9700">
                  <c:v>2.0194938572778622</c:v>
                </c:pt>
                <c:pt idx="9701">
                  <c:v>2.0182466044702316</c:v>
                </c:pt>
                <c:pt idx="9702">
                  <c:v>2.0160867893013341</c:v>
                </c:pt>
                <c:pt idx="9703">
                  <c:v>2.0161390409002</c:v>
                </c:pt>
                <c:pt idx="9704">
                  <c:v>2.0188368936946439</c:v>
                </c:pt>
                <c:pt idx="9705">
                  <c:v>2.019504379024637</c:v>
                </c:pt>
                <c:pt idx="9706">
                  <c:v>2.0183535251972482</c:v>
                </c:pt>
                <c:pt idx="9707">
                  <c:v>2.0173109382211378</c:v>
                </c:pt>
                <c:pt idx="9708">
                  <c:v>2.0175752730709213</c:v>
                </c:pt>
                <c:pt idx="9709">
                  <c:v>2.0183799531878419</c:v>
                </c:pt>
                <c:pt idx="9710">
                  <c:v>2.0187267862244784</c:v>
                </c:pt>
                <c:pt idx="9711">
                  <c:v>2.0181853146084703</c:v>
                </c:pt>
                <c:pt idx="9712">
                  <c:v>2.0158922331377331</c:v>
                </c:pt>
                <c:pt idx="9713">
                  <c:v>2.0164542262807412</c:v>
                </c:pt>
                <c:pt idx="9714">
                  <c:v>2.0187772521483045</c:v>
                </c:pt>
                <c:pt idx="9715">
                  <c:v>2.0182540768334762</c:v>
                </c:pt>
                <c:pt idx="9716">
                  <c:v>2.0166080141095799</c:v>
                </c:pt>
                <c:pt idx="9717">
                  <c:v>2.0164741434254192</c:v>
                </c:pt>
                <c:pt idx="9718">
                  <c:v>2.0168938320036922</c:v>
                </c:pt>
                <c:pt idx="9719">
                  <c:v>2.0164582921254479</c:v>
                </c:pt>
                <c:pt idx="9720">
                  <c:v>2.0161930781741062</c:v>
                </c:pt>
                <c:pt idx="9721">
                  <c:v>2.0171781938858486</c:v>
                </c:pt>
                <c:pt idx="9722">
                  <c:v>2.0167651260411859</c:v>
                </c:pt>
                <c:pt idx="9723">
                  <c:v>2.0159626986220083</c:v>
                </c:pt>
                <c:pt idx="9724">
                  <c:v>2.0152411485461856</c:v>
                </c:pt>
                <c:pt idx="9725">
                  <c:v>2.0148436023384102</c:v>
                </c:pt>
                <c:pt idx="9726">
                  <c:v>2.0166583426737872</c:v>
                </c:pt>
                <c:pt idx="9727">
                  <c:v>2.0204878738928813</c:v>
                </c:pt>
                <c:pt idx="9728">
                  <c:v>2.0217226269752313</c:v>
                </c:pt>
                <c:pt idx="9729">
                  <c:v>2.0197447308850354</c:v>
                </c:pt>
                <c:pt idx="9730">
                  <c:v>2.0187735434386056</c:v>
                </c:pt>
                <c:pt idx="9731">
                  <c:v>2.0195046812157975</c:v>
                </c:pt>
                <c:pt idx="9732">
                  <c:v>2.0207085558559155</c:v>
                </c:pt>
                <c:pt idx="9733">
                  <c:v>2.0210606635019013</c:v>
                </c:pt>
                <c:pt idx="9734">
                  <c:v>2.0205580921298432</c:v>
                </c:pt>
                <c:pt idx="9735">
                  <c:v>2.0193117184237708</c:v>
                </c:pt>
                <c:pt idx="9736">
                  <c:v>2.0185137964000792</c:v>
                </c:pt>
                <c:pt idx="9737">
                  <c:v>2.0188181028988375</c:v>
                </c:pt>
                <c:pt idx="9738">
                  <c:v>2.0190002142810046</c:v>
                </c:pt>
                <c:pt idx="9739">
                  <c:v>2.0180756192171603</c:v>
                </c:pt>
                <c:pt idx="9740">
                  <c:v>2.0170540482626755</c:v>
                </c:pt>
                <c:pt idx="9741">
                  <c:v>2.0157356157007538</c:v>
                </c:pt>
                <c:pt idx="9742">
                  <c:v>2.0144605613063451</c:v>
                </c:pt>
                <c:pt idx="9743">
                  <c:v>2.0150289279356497</c:v>
                </c:pt>
                <c:pt idx="9744">
                  <c:v>2.0163502450495594</c:v>
                </c:pt>
                <c:pt idx="9745">
                  <c:v>2.0166357607525107</c:v>
                </c:pt>
                <c:pt idx="9746">
                  <c:v>2.0172851420847895</c:v>
                </c:pt>
                <c:pt idx="9747">
                  <c:v>2.0181054537262919</c:v>
                </c:pt>
                <c:pt idx="9748">
                  <c:v>2.0191030142194677</c:v>
                </c:pt>
                <c:pt idx="9749">
                  <c:v>2.0196824520340213</c:v>
                </c:pt>
                <c:pt idx="9750">
                  <c:v>2.0190677677413684</c:v>
                </c:pt>
                <c:pt idx="9751">
                  <c:v>2.0180898771455573</c:v>
                </c:pt>
                <c:pt idx="9752">
                  <c:v>2.0182734720116042</c:v>
                </c:pt>
                <c:pt idx="9753">
                  <c:v>2.01840671084152</c:v>
                </c:pt>
                <c:pt idx="9754">
                  <c:v>2.0183438276081844</c:v>
                </c:pt>
                <c:pt idx="9755">
                  <c:v>2.0198005813059052</c:v>
                </c:pt>
                <c:pt idx="9756">
                  <c:v>2.0209475890639768</c:v>
                </c:pt>
                <c:pt idx="9757">
                  <c:v>2.0199136282719059</c:v>
                </c:pt>
                <c:pt idx="9758">
                  <c:v>2.0193347948396738</c:v>
                </c:pt>
                <c:pt idx="9759">
                  <c:v>2.0191189479352101</c:v>
                </c:pt>
                <c:pt idx="9760">
                  <c:v>2.0195411364585394</c:v>
                </c:pt>
                <c:pt idx="9761">
                  <c:v>2.0208352563679921</c:v>
                </c:pt>
                <c:pt idx="9762">
                  <c:v>2.0199267598514319</c:v>
                </c:pt>
                <c:pt idx="9763">
                  <c:v>2.0172656370189666</c:v>
                </c:pt>
                <c:pt idx="9764">
                  <c:v>2.0135502791147446</c:v>
                </c:pt>
                <c:pt idx="9765">
                  <c:v>2.0117671589635391</c:v>
                </c:pt>
                <c:pt idx="9766">
                  <c:v>2.011965835915694</c:v>
                </c:pt>
                <c:pt idx="9767">
                  <c:v>2.01247233577284</c:v>
                </c:pt>
                <c:pt idx="9768">
                  <c:v>2.013393606733918</c:v>
                </c:pt>
                <c:pt idx="9769">
                  <c:v>2.0140487296982483</c:v>
                </c:pt>
                <c:pt idx="9770">
                  <c:v>2.0151211237115669</c:v>
                </c:pt>
                <c:pt idx="9771">
                  <c:v>2.0167540823278611</c:v>
                </c:pt>
                <c:pt idx="9772">
                  <c:v>2.017775955473506</c:v>
                </c:pt>
                <c:pt idx="9773">
                  <c:v>2.0187883508054769</c:v>
                </c:pt>
                <c:pt idx="9774">
                  <c:v>2.0202767246873696</c:v>
                </c:pt>
                <c:pt idx="9775">
                  <c:v>2.0204358695413287</c:v>
                </c:pt>
                <c:pt idx="9776">
                  <c:v>2.0177141436451946</c:v>
                </c:pt>
                <c:pt idx="9777">
                  <c:v>2.0163347783565198</c:v>
                </c:pt>
                <c:pt idx="9778">
                  <c:v>2.0159235786026679</c:v>
                </c:pt>
                <c:pt idx="9779">
                  <c:v>2.0156778422452253</c:v>
                </c:pt>
                <c:pt idx="9780">
                  <c:v>2.0164889233203667</c:v>
                </c:pt>
                <c:pt idx="9781">
                  <c:v>2.0167305388892554</c:v>
                </c:pt>
                <c:pt idx="9782">
                  <c:v>2.0163354651546119</c:v>
                </c:pt>
                <c:pt idx="9783">
                  <c:v>2.0155574053317511</c:v>
                </c:pt>
                <c:pt idx="9784">
                  <c:v>2.015777427968616</c:v>
                </c:pt>
                <c:pt idx="9785">
                  <c:v>2.015355678996066</c:v>
                </c:pt>
                <c:pt idx="9786">
                  <c:v>2.0145650645040769</c:v>
                </c:pt>
                <c:pt idx="9787">
                  <c:v>2.0150240654051559</c:v>
                </c:pt>
                <c:pt idx="9788">
                  <c:v>2.0159341003494431</c:v>
                </c:pt>
                <c:pt idx="9789">
                  <c:v>2.0146594580338895</c:v>
                </c:pt>
                <c:pt idx="9790">
                  <c:v>2.0133035537680493</c:v>
                </c:pt>
                <c:pt idx="9791">
                  <c:v>2.0131370464385396</c:v>
                </c:pt>
                <c:pt idx="9792">
                  <c:v>2.0132651754906488</c:v>
                </c:pt>
                <c:pt idx="9793">
                  <c:v>2.0137450001098878</c:v>
                </c:pt>
                <c:pt idx="9794">
                  <c:v>2.0156598756071293</c:v>
                </c:pt>
                <c:pt idx="9795">
                  <c:v>2.0165644436386012</c:v>
                </c:pt>
                <c:pt idx="9796">
                  <c:v>2.017558515197468</c:v>
                </c:pt>
                <c:pt idx="9797">
                  <c:v>2.0181241895782511</c:v>
                </c:pt>
                <c:pt idx="9798">
                  <c:v>2.0182058361354693</c:v>
                </c:pt>
                <c:pt idx="9799">
                  <c:v>2.0186444253972442</c:v>
                </c:pt>
                <c:pt idx="9800">
                  <c:v>2.0177434012439286</c:v>
                </c:pt>
                <c:pt idx="9801">
                  <c:v>2.0163609041559525</c:v>
                </c:pt>
                <c:pt idx="9802">
                  <c:v>2.0165622733566297</c:v>
                </c:pt>
                <c:pt idx="9803">
                  <c:v>2.0155901518647941</c:v>
                </c:pt>
                <c:pt idx="9804">
                  <c:v>2.0137102206544912</c:v>
                </c:pt>
                <c:pt idx="9805">
                  <c:v>2.0124031889409024</c:v>
                </c:pt>
                <c:pt idx="9806">
                  <c:v>2.0148044273752226</c:v>
                </c:pt>
                <c:pt idx="9807">
                  <c:v>2.0161310190984811</c:v>
                </c:pt>
                <c:pt idx="9808">
                  <c:v>2.0161772818179822</c:v>
                </c:pt>
                <c:pt idx="9809">
                  <c:v>2.0156303982330059</c:v>
                </c:pt>
                <c:pt idx="9810">
                  <c:v>2.0154327102701037</c:v>
                </c:pt>
                <c:pt idx="9811">
                  <c:v>2.0147839882639942</c:v>
                </c:pt>
                <c:pt idx="9812">
                  <c:v>2.0131628151029646</c:v>
                </c:pt>
                <c:pt idx="9813">
                  <c:v>2.0127003527395004</c:v>
                </c:pt>
                <c:pt idx="9814">
                  <c:v>2.0139640887013472</c:v>
                </c:pt>
                <c:pt idx="9815">
                  <c:v>2.0164091173820355</c:v>
                </c:pt>
                <c:pt idx="9816">
                  <c:v>2.0167038361794245</c:v>
                </c:pt>
                <c:pt idx="9817">
                  <c:v>2.0158503109821764</c:v>
                </c:pt>
                <c:pt idx="9818">
                  <c:v>2.0157291048548385</c:v>
                </c:pt>
                <c:pt idx="9819">
                  <c:v>2.0167891365024944</c:v>
                </c:pt>
                <c:pt idx="9820">
                  <c:v>2.0179902914221666</c:v>
                </c:pt>
                <c:pt idx="9821">
                  <c:v>2.0197044845168239</c:v>
                </c:pt>
                <c:pt idx="9822">
                  <c:v>2.0193170205050439</c:v>
                </c:pt>
                <c:pt idx="9823">
                  <c:v>2.0186001406562495</c:v>
                </c:pt>
                <c:pt idx="9824">
                  <c:v>2.0191149370343511</c:v>
                </c:pt>
                <c:pt idx="9825">
                  <c:v>2.0195748170369883</c:v>
                </c:pt>
                <c:pt idx="9826">
                  <c:v>2.0207933067405111</c:v>
                </c:pt>
                <c:pt idx="9827">
                  <c:v>2.0221601448319819</c:v>
                </c:pt>
                <c:pt idx="9828">
                  <c:v>2.0227575218127076</c:v>
                </c:pt>
                <c:pt idx="9829">
                  <c:v>2.0219397375881849</c:v>
                </c:pt>
                <c:pt idx="9830">
                  <c:v>2.0210432737742026</c:v>
                </c:pt>
                <c:pt idx="9831">
                  <c:v>2.0200870310542625</c:v>
                </c:pt>
                <c:pt idx="9832">
                  <c:v>2.0210859376716996</c:v>
                </c:pt>
                <c:pt idx="9833">
                  <c:v>2.0219044636381618</c:v>
                </c:pt>
                <c:pt idx="9834">
                  <c:v>2.0216507878947714</c:v>
                </c:pt>
                <c:pt idx="9835">
                  <c:v>2.0209763521680841</c:v>
                </c:pt>
                <c:pt idx="9836">
                  <c:v>2.0201541999076942</c:v>
                </c:pt>
                <c:pt idx="9837">
                  <c:v>2.018973456627327</c:v>
                </c:pt>
                <c:pt idx="9838">
                  <c:v>2.0183479758686622</c:v>
                </c:pt>
                <c:pt idx="9839">
                  <c:v>2.0177479066394146</c:v>
                </c:pt>
                <c:pt idx="9840">
                  <c:v>2.0173675303839476</c:v>
                </c:pt>
                <c:pt idx="9841">
                  <c:v>2.0178009823959915</c:v>
                </c:pt>
                <c:pt idx="9842">
                  <c:v>2.0182263027186216</c:v>
                </c:pt>
                <c:pt idx="9843">
                  <c:v>2.0167272697303358</c:v>
                </c:pt>
                <c:pt idx="9844">
                  <c:v>2.01555732291598</c:v>
                </c:pt>
                <c:pt idx="9845">
                  <c:v>2.0161353871343488</c:v>
                </c:pt>
                <c:pt idx="9846">
                  <c:v>2.0169233643216633</c:v>
                </c:pt>
                <c:pt idx="9847">
                  <c:v>2.016166430408123</c:v>
                </c:pt>
                <c:pt idx="9848">
                  <c:v>2.015247219841322</c:v>
                </c:pt>
                <c:pt idx="9849">
                  <c:v>2.017777686204699</c:v>
                </c:pt>
                <c:pt idx="9850">
                  <c:v>2.0197914056833914</c:v>
                </c:pt>
                <c:pt idx="9851">
                  <c:v>2.0177928507065781</c:v>
                </c:pt>
                <c:pt idx="9852">
                  <c:v>2.0162867299619789</c:v>
                </c:pt>
                <c:pt idx="9853">
                  <c:v>2.0174671435792622</c:v>
                </c:pt>
                <c:pt idx="9854">
                  <c:v>2.0181472385222303</c:v>
                </c:pt>
                <c:pt idx="9855">
                  <c:v>2.0164328256521835</c:v>
                </c:pt>
                <c:pt idx="9856">
                  <c:v>2.014635447572581</c:v>
                </c:pt>
                <c:pt idx="9857">
                  <c:v>2.0147411320630315</c:v>
                </c:pt>
                <c:pt idx="9858">
                  <c:v>2.0167177095008899</c:v>
                </c:pt>
                <c:pt idx="9859">
                  <c:v>2.0170525373068724</c:v>
                </c:pt>
                <c:pt idx="9860">
                  <c:v>2.017119101777983</c:v>
                </c:pt>
                <c:pt idx="9861">
                  <c:v>2.0173049218698491</c:v>
                </c:pt>
                <c:pt idx="9862">
                  <c:v>2.017349069251225</c:v>
                </c:pt>
                <c:pt idx="9863">
                  <c:v>2.0177525768664424</c:v>
                </c:pt>
                <c:pt idx="9864">
                  <c:v>2.0167899606602053</c:v>
                </c:pt>
                <c:pt idx="9865">
                  <c:v>2.0151126348871453</c:v>
                </c:pt>
                <c:pt idx="9866">
                  <c:v>2.0157187479396059</c:v>
                </c:pt>
                <c:pt idx="9867">
                  <c:v>2.0173001417551264</c:v>
                </c:pt>
                <c:pt idx="9868">
                  <c:v>2.0167490000219774</c:v>
                </c:pt>
                <c:pt idx="9869">
                  <c:v>2.0164988406848203</c:v>
                </c:pt>
                <c:pt idx="9870">
                  <c:v>2.0174423639040899</c:v>
                </c:pt>
                <c:pt idx="9871">
                  <c:v>2.0186396727544449</c:v>
                </c:pt>
                <c:pt idx="9872">
                  <c:v>2.0180205654820775</c:v>
                </c:pt>
                <c:pt idx="9873">
                  <c:v>2.017449836267335</c:v>
                </c:pt>
                <c:pt idx="9874">
                  <c:v>2.016479198259379</c:v>
                </c:pt>
                <c:pt idx="9875">
                  <c:v>2.0161219258917384</c:v>
                </c:pt>
                <c:pt idx="9876">
                  <c:v>2.0168693270477571</c:v>
                </c:pt>
                <c:pt idx="9877">
                  <c:v>2.018169271005033</c:v>
                </c:pt>
                <c:pt idx="9878">
                  <c:v>2.0192289729896045</c:v>
                </c:pt>
                <c:pt idx="9879">
                  <c:v>2.0178741950726358</c:v>
                </c:pt>
                <c:pt idx="9880">
                  <c:v>2.0159502263686511</c:v>
                </c:pt>
                <c:pt idx="9881">
                  <c:v>2.0147612689830994</c:v>
                </c:pt>
                <c:pt idx="9882">
                  <c:v>2.0146637161820617</c:v>
                </c:pt>
                <c:pt idx="9883">
                  <c:v>2.0158241851827432</c:v>
                </c:pt>
                <c:pt idx="9884">
                  <c:v>2.0150004944946267</c:v>
                </c:pt>
                <c:pt idx="9885">
                  <c:v>2.0121364365618337</c:v>
                </c:pt>
                <c:pt idx="9886">
                  <c:v>2.0109018757829498</c:v>
                </c:pt>
                <c:pt idx="9887">
                  <c:v>2.01013304652645</c:v>
                </c:pt>
                <c:pt idx="9888">
                  <c:v>2.0105847948396738</c:v>
                </c:pt>
                <c:pt idx="9889">
                  <c:v>2.0130704544955056</c:v>
                </c:pt>
                <c:pt idx="9890">
                  <c:v>2.0154208973429157</c:v>
                </c:pt>
                <c:pt idx="9891">
                  <c:v>2.0170926188435421</c:v>
                </c:pt>
                <c:pt idx="9892">
                  <c:v>2.0154376277444452</c:v>
                </c:pt>
                <c:pt idx="9893">
                  <c:v>2.0135279444407814</c:v>
                </c:pt>
                <c:pt idx="9894">
                  <c:v>2.0116587547526428</c:v>
                </c:pt>
                <c:pt idx="9895">
                  <c:v>2.0106754247159402</c:v>
                </c:pt>
                <c:pt idx="9896">
                  <c:v>2.0124499186831057</c:v>
                </c:pt>
                <c:pt idx="9897">
                  <c:v>2.0139409848135208</c:v>
                </c:pt>
                <c:pt idx="9898">
                  <c:v>2.0153121359970112</c:v>
                </c:pt>
                <c:pt idx="9899">
                  <c:v>2.0172931364145841</c:v>
                </c:pt>
                <c:pt idx="9900">
                  <c:v>2.0164546383595967</c:v>
                </c:pt>
                <c:pt idx="9901">
                  <c:v>2.0146317663348059</c:v>
                </c:pt>
                <c:pt idx="9902">
                  <c:v>2.0144719621546781</c:v>
                </c:pt>
                <c:pt idx="9903">
                  <c:v>2.016879299356058</c:v>
                </c:pt>
                <c:pt idx="9904">
                  <c:v>2.0190992505659215</c:v>
                </c:pt>
                <c:pt idx="9905">
                  <c:v>2.0185553339487043</c:v>
                </c:pt>
                <c:pt idx="9906">
                  <c:v>2.0170426748862664</c:v>
                </c:pt>
                <c:pt idx="9907">
                  <c:v>2.0162719775389553</c:v>
                </c:pt>
                <c:pt idx="9908">
                  <c:v>2.0180721302828508</c:v>
                </c:pt>
                <c:pt idx="9909">
                  <c:v>2.0191763917276542</c:v>
                </c:pt>
                <c:pt idx="9910">
                  <c:v>2.018917523790686</c:v>
                </c:pt>
                <c:pt idx="9911">
                  <c:v>2.0174011285466253</c:v>
                </c:pt>
                <c:pt idx="9912">
                  <c:v>2.0149324190677129</c:v>
                </c:pt>
                <c:pt idx="9913">
                  <c:v>2.0142897408848159</c:v>
                </c:pt>
                <c:pt idx="9914">
                  <c:v>2.0153323278609263</c:v>
                </c:pt>
                <c:pt idx="9915">
                  <c:v>2.0162231049867034</c:v>
                </c:pt>
                <c:pt idx="9916">
                  <c:v>2.0155822124788467</c:v>
                </c:pt>
                <c:pt idx="9917">
                  <c:v>2.0155479549900002</c:v>
                </c:pt>
                <c:pt idx="9918">
                  <c:v>2.0162874991758422</c:v>
                </c:pt>
                <c:pt idx="9919">
                  <c:v>2.0159093481461947</c:v>
                </c:pt>
                <c:pt idx="9920">
                  <c:v>2.0157578679589458</c:v>
                </c:pt>
                <c:pt idx="9921">
                  <c:v>2.0171814355728444</c:v>
                </c:pt>
                <c:pt idx="9922">
                  <c:v>2.0175967561152501</c:v>
                </c:pt>
                <c:pt idx="9923">
                  <c:v>2.0172727522472034</c:v>
                </c:pt>
                <c:pt idx="9924">
                  <c:v>2.0170953660359112</c:v>
                </c:pt>
                <c:pt idx="9925">
                  <c:v>2.018592640821081</c:v>
                </c:pt>
                <c:pt idx="9926">
                  <c:v>2.0196901716445792</c:v>
                </c:pt>
                <c:pt idx="9927">
                  <c:v>2.0188537614557922</c:v>
                </c:pt>
                <c:pt idx="9928">
                  <c:v>2.0182162205226257</c:v>
                </c:pt>
                <c:pt idx="9929">
                  <c:v>2.0191827102701039</c:v>
                </c:pt>
                <c:pt idx="9930">
                  <c:v>2.0193656183380586</c:v>
                </c:pt>
                <c:pt idx="9931">
                  <c:v>2.0185501142832027</c:v>
                </c:pt>
                <c:pt idx="9932">
                  <c:v>2.0186193984747587</c:v>
                </c:pt>
                <c:pt idx="9933">
                  <c:v>2.0191464748027514</c:v>
                </c:pt>
                <c:pt idx="9934">
                  <c:v>2.0187643128722446</c:v>
                </c:pt>
                <c:pt idx="9935">
                  <c:v>2.0180834761873365</c:v>
                </c:pt>
                <c:pt idx="9936">
                  <c:v>2.0175287631041074</c:v>
                </c:pt>
                <c:pt idx="9937">
                  <c:v>2.0167438902441703</c:v>
                </c:pt>
                <c:pt idx="9938">
                  <c:v>2.0167526263159052</c:v>
                </c:pt>
                <c:pt idx="9939">
                  <c:v>2.0163573053339485</c:v>
                </c:pt>
                <c:pt idx="9940">
                  <c:v>2.0171408045977013</c:v>
                </c:pt>
                <c:pt idx="9941">
                  <c:v>2.0178931781719083</c:v>
                </c:pt>
                <c:pt idx="9942">
                  <c:v>2.0187684886046462</c:v>
                </c:pt>
                <c:pt idx="9943">
                  <c:v>2.01938935408013</c:v>
                </c:pt>
                <c:pt idx="9944">
                  <c:v>2.0178940847453903</c:v>
                </c:pt>
                <c:pt idx="9945">
                  <c:v>2.0161725017032595</c:v>
                </c:pt>
                <c:pt idx="9946">
                  <c:v>2.0153209819564406</c:v>
                </c:pt>
                <c:pt idx="9947">
                  <c:v>2.0165567789718906</c:v>
                </c:pt>
                <c:pt idx="9948">
                  <c:v>2.0187981582822356</c:v>
                </c:pt>
                <c:pt idx="9949">
                  <c:v>2.01900568119382</c:v>
                </c:pt>
                <c:pt idx="9950">
                  <c:v>2.017432501483484</c:v>
                </c:pt>
                <c:pt idx="9951">
                  <c:v>2.0152200226368651</c:v>
                </c:pt>
                <c:pt idx="9952">
                  <c:v>2.0138153007626207</c:v>
                </c:pt>
                <c:pt idx="9953">
                  <c:v>2.0153411463484319</c:v>
                </c:pt>
                <c:pt idx="9954">
                  <c:v>2.0152817520494053</c:v>
                </c:pt>
                <c:pt idx="9955">
                  <c:v>2.0132377585108019</c:v>
                </c:pt>
                <c:pt idx="9956">
                  <c:v>2.0115669161117338</c:v>
                </c:pt>
                <c:pt idx="9957">
                  <c:v>2.0126761774466497</c:v>
                </c:pt>
                <c:pt idx="9958">
                  <c:v>2.0138906013054658</c:v>
                </c:pt>
                <c:pt idx="9959">
                  <c:v>2.0137247258302016</c:v>
                </c:pt>
                <c:pt idx="9960">
                  <c:v>2.0139134304740556</c:v>
                </c:pt>
                <c:pt idx="9961">
                  <c:v>2.0155757565767787</c:v>
                </c:pt>
                <c:pt idx="9962">
                  <c:v>2.0153543603437285</c:v>
                </c:pt>
                <c:pt idx="9963">
                  <c:v>2.0153386738752994</c:v>
                </c:pt>
                <c:pt idx="9964">
                  <c:v>2.0163352453792225</c:v>
                </c:pt>
                <c:pt idx="9965">
                  <c:v>2.0165163677721369</c:v>
                </c:pt>
                <c:pt idx="9966">
                  <c:v>2.0164279356497659</c:v>
                </c:pt>
                <c:pt idx="9967">
                  <c:v>2.0167370497351707</c:v>
                </c:pt>
                <c:pt idx="9968">
                  <c:v>2.0172341816663368</c:v>
                </c:pt>
                <c:pt idx="9969">
                  <c:v>2.0177722192918837</c:v>
                </c:pt>
                <c:pt idx="9970">
                  <c:v>2.0180111151403266</c:v>
                </c:pt>
                <c:pt idx="9971">
                  <c:v>2.0190078789477153</c:v>
                </c:pt>
                <c:pt idx="9972">
                  <c:v>2.017969687479396</c:v>
                </c:pt>
                <c:pt idx="9973">
                  <c:v>2.017144156172392</c:v>
                </c:pt>
                <c:pt idx="9974">
                  <c:v>2.0158142403463661</c:v>
                </c:pt>
                <c:pt idx="9975">
                  <c:v>2.0142848234104744</c:v>
                </c:pt>
                <c:pt idx="9976">
                  <c:v>2.0140539218918265</c:v>
                </c:pt>
                <c:pt idx="9977">
                  <c:v>2.0149087382694888</c:v>
                </c:pt>
                <c:pt idx="9978">
                  <c:v>2.0173617338080483</c:v>
                </c:pt>
                <c:pt idx="9979">
                  <c:v>2.0188016472165446</c:v>
                </c:pt>
                <c:pt idx="9980">
                  <c:v>2.0181245467132589</c:v>
                </c:pt>
                <c:pt idx="9981">
                  <c:v>2.0179188644205621</c:v>
                </c:pt>
                <c:pt idx="9982">
                  <c:v>2.0187923617063359</c:v>
                </c:pt>
                <c:pt idx="9983">
                  <c:v>2.0185714050240655</c:v>
                </c:pt>
                <c:pt idx="9984">
                  <c:v>2.0175684600338455</c:v>
                </c:pt>
                <c:pt idx="9985">
                  <c:v>2.015950336256346</c:v>
                </c:pt>
                <c:pt idx="9986">
                  <c:v>2.0133839915606249</c:v>
                </c:pt>
                <c:pt idx="9987">
                  <c:v>2.0128726566449089</c:v>
                </c:pt>
                <c:pt idx="9988">
                  <c:v>2.0138483769587481</c:v>
                </c:pt>
                <c:pt idx="9989">
                  <c:v>2.0161011021735784</c:v>
                </c:pt>
                <c:pt idx="9990">
                  <c:v>2.0190748005538341</c:v>
                </c:pt>
                <c:pt idx="9991">
                  <c:v>2.018589673853322</c:v>
                </c:pt>
                <c:pt idx="9992">
                  <c:v>2.0178922441265028</c:v>
                </c:pt>
                <c:pt idx="9993">
                  <c:v>2.0179858134986044</c:v>
                </c:pt>
                <c:pt idx="9994">
                  <c:v>2.017791944133096</c:v>
                </c:pt>
                <c:pt idx="9995">
                  <c:v>2.0185548669260016</c:v>
                </c:pt>
                <c:pt idx="9996">
                  <c:v>2.019391084811323</c:v>
                </c:pt>
                <c:pt idx="9997">
                  <c:v>2.018424045625371</c:v>
                </c:pt>
                <c:pt idx="9998">
                  <c:v>2.0190518065537022</c:v>
                </c:pt>
                <c:pt idx="9999">
                  <c:v>2.0195734159688796</c:v>
                </c:pt>
                <c:pt idx="10000">
                  <c:v>2.0192284510230545</c:v>
                </c:pt>
                <c:pt idx="10001">
                  <c:v>2.0189513142568294</c:v>
                </c:pt>
                <c:pt idx="10002">
                  <c:v>2.0176295575921408</c:v>
                </c:pt>
                <c:pt idx="10003">
                  <c:v>2.0163717830377355</c:v>
                </c:pt>
                <c:pt idx="10004">
                  <c:v>2.0176083217951253</c:v>
                </c:pt>
                <c:pt idx="10005">
                  <c:v>2.0184288532120171</c:v>
                </c:pt>
                <c:pt idx="10006">
                  <c:v>2.0180372409397598</c:v>
                </c:pt>
                <c:pt idx="10007">
                  <c:v>2.0182537746423157</c:v>
                </c:pt>
                <c:pt idx="10008">
                  <c:v>2.0191127118085315</c:v>
                </c:pt>
                <c:pt idx="10009">
                  <c:v>2.018485720094064</c:v>
                </c:pt>
                <c:pt idx="10010">
                  <c:v>2.0171424529131228</c:v>
                </c:pt>
                <c:pt idx="10011">
                  <c:v>2.0162154128480694</c:v>
                </c:pt>
                <c:pt idx="10012">
                  <c:v>2.0168738324432431</c:v>
                </c:pt>
                <c:pt idx="10013">
                  <c:v>2.0176328542229842</c:v>
                </c:pt>
                <c:pt idx="10014">
                  <c:v>2.0177876585129999</c:v>
                </c:pt>
                <c:pt idx="10015">
                  <c:v>2.0182045174831322</c:v>
                </c:pt>
                <c:pt idx="10016">
                  <c:v>2.0180685314608469</c:v>
                </c:pt>
                <c:pt idx="10017">
                  <c:v>2.0173218171029208</c:v>
                </c:pt>
                <c:pt idx="10018">
                  <c:v>2.0172969824839013</c:v>
                </c:pt>
                <c:pt idx="10019">
                  <c:v>2.0181282554229578</c:v>
                </c:pt>
                <c:pt idx="10020">
                  <c:v>2.0190538120041319</c:v>
                </c:pt>
                <c:pt idx="10021">
                  <c:v>2.019514433748709</c:v>
                </c:pt>
                <c:pt idx="10022">
                  <c:v>2.0185990692512252</c:v>
                </c:pt>
                <c:pt idx="10023">
                  <c:v>2.016524362101932</c:v>
                </c:pt>
                <c:pt idx="10024">
                  <c:v>2.0173284653084549</c:v>
                </c:pt>
                <c:pt idx="10025">
                  <c:v>2.0181083657502032</c:v>
                </c:pt>
                <c:pt idx="10026">
                  <c:v>2.0166932320168787</c:v>
                </c:pt>
                <c:pt idx="10027">
                  <c:v>2.0158292949605503</c:v>
                </c:pt>
                <c:pt idx="10028">
                  <c:v>2.0158623436847543</c:v>
                </c:pt>
                <c:pt idx="10029">
                  <c:v>2.0144647645106701</c:v>
                </c:pt>
                <c:pt idx="10030">
                  <c:v>2.0149266224918132</c:v>
                </c:pt>
                <c:pt idx="10031">
                  <c:v>2.0166038109052549</c:v>
                </c:pt>
                <c:pt idx="10032">
                  <c:v>2.0171088822223688</c:v>
                </c:pt>
                <c:pt idx="10033">
                  <c:v>2.0167939440891409</c:v>
                </c:pt>
                <c:pt idx="10034">
                  <c:v>2.0175462077756534</c:v>
                </c:pt>
                <c:pt idx="10035">
                  <c:v>2.0174581327882906</c:v>
                </c:pt>
                <c:pt idx="10036">
                  <c:v>2.015569438034329</c:v>
                </c:pt>
                <c:pt idx="10037">
                  <c:v>2.0145733060811852</c:v>
                </c:pt>
                <c:pt idx="10038">
                  <c:v>2.0148151963693106</c:v>
                </c:pt>
                <c:pt idx="10039">
                  <c:v>2.0159032219072111</c:v>
                </c:pt>
                <c:pt idx="10040">
                  <c:v>2.0170691852926308</c:v>
                </c:pt>
                <c:pt idx="10041">
                  <c:v>2.0158483879475178</c:v>
                </c:pt>
                <c:pt idx="10042">
                  <c:v>2.0151368376519199</c:v>
                </c:pt>
                <c:pt idx="10043">
                  <c:v>2.0164291993582557</c:v>
                </c:pt>
                <c:pt idx="10044">
                  <c:v>2.0159235511307445</c:v>
                </c:pt>
                <c:pt idx="10045">
                  <c:v>2.0149253587833234</c:v>
                </c:pt>
                <c:pt idx="10046">
                  <c:v>2.0139640337575</c:v>
                </c:pt>
                <c:pt idx="10047">
                  <c:v>2.0141616393046307</c:v>
                </c:pt>
                <c:pt idx="10048">
                  <c:v>2.0149099745060548</c:v>
                </c:pt>
                <c:pt idx="10049">
                  <c:v>2.0150746137447531</c:v>
                </c:pt>
                <c:pt idx="10050">
                  <c:v>2.0146144864948021</c:v>
                </c:pt>
                <c:pt idx="10051">
                  <c:v>2.0139200786795897</c:v>
                </c:pt>
                <c:pt idx="10052">
                  <c:v>2.0143382563020591</c:v>
                </c:pt>
                <c:pt idx="10053">
                  <c:v>2.0141965011757983</c:v>
                </c:pt>
                <c:pt idx="10054">
                  <c:v>2.0131928144436384</c:v>
                </c:pt>
                <c:pt idx="10055">
                  <c:v>2.0138344212215116</c:v>
                </c:pt>
                <c:pt idx="10056">
                  <c:v>2.0134161062394234</c:v>
                </c:pt>
                <c:pt idx="10057">
                  <c:v>2.0142080943275973</c:v>
                </c:pt>
                <c:pt idx="10058">
                  <c:v>2.0147826146678094</c:v>
                </c:pt>
                <c:pt idx="10059">
                  <c:v>2.0152427419177599</c:v>
                </c:pt>
                <c:pt idx="10060">
                  <c:v>2.0157377859827257</c:v>
                </c:pt>
                <c:pt idx="10061">
                  <c:v>2.0161400573613766</c:v>
                </c:pt>
                <c:pt idx="10062">
                  <c:v>2.0162184072877518</c:v>
                </c:pt>
                <c:pt idx="10063">
                  <c:v>2.0155255379002659</c:v>
                </c:pt>
                <c:pt idx="10064">
                  <c:v>2.0153485362959054</c:v>
                </c:pt>
                <c:pt idx="10065">
                  <c:v>2.0149417045779212</c:v>
                </c:pt>
                <c:pt idx="10066">
                  <c:v>2.015601030746577</c:v>
                </c:pt>
                <c:pt idx="10067">
                  <c:v>2.0178224104964726</c:v>
                </c:pt>
                <c:pt idx="10068">
                  <c:v>2.0182616041405685</c:v>
                </c:pt>
                <c:pt idx="10069">
                  <c:v>2.0175820586360738</c:v>
                </c:pt>
                <c:pt idx="10070">
                  <c:v>2.017280526801609</c:v>
                </c:pt>
                <c:pt idx="10071">
                  <c:v>2.018530774048922</c:v>
                </c:pt>
                <c:pt idx="10072">
                  <c:v>2.0185291532054239</c:v>
                </c:pt>
                <c:pt idx="10073">
                  <c:v>2.0173554152655986</c:v>
                </c:pt>
                <c:pt idx="10074">
                  <c:v>2.0161809630557572</c:v>
                </c:pt>
                <c:pt idx="10075">
                  <c:v>2.0154589734291553</c:v>
                </c:pt>
                <c:pt idx="10076">
                  <c:v>2.0143709478912553</c:v>
                </c:pt>
                <c:pt idx="10077">
                  <c:v>2.0137718951231842</c:v>
                </c:pt>
                <c:pt idx="10078">
                  <c:v>2.0140699105514166</c:v>
                </c:pt>
                <c:pt idx="10079">
                  <c:v>2.0156523483000375</c:v>
                </c:pt>
                <c:pt idx="10080">
                  <c:v>2.0164738687061821</c:v>
                </c:pt>
                <c:pt idx="10081">
                  <c:v>2.0174408254763629</c:v>
                </c:pt>
                <c:pt idx="10082">
                  <c:v>2.0178230698226414</c:v>
                </c:pt>
                <c:pt idx="10083">
                  <c:v>2.0171599250565921</c:v>
                </c:pt>
                <c:pt idx="10084">
                  <c:v>2.0178385639876049</c:v>
                </c:pt>
                <c:pt idx="10085">
                  <c:v>2.0177659556932817</c:v>
                </c:pt>
                <c:pt idx="10086">
                  <c:v>2.0175118403991119</c:v>
                </c:pt>
                <c:pt idx="10087">
                  <c:v>2.0174943682556425</c:v>
                </c:pt>
                <c:pt idx="10088">
                  <c:v>2.0172831366343598</c:v>
                </c:pt>
                <c:pt idx="10089">
                  <c:v>2.0186766499637372</c:v>
                </c:pt>
                <c:pt idx="10090">
                  <c:v>2.0191820509439351</c:v>
                </c:pt>
                <c:pt idx="10091">
                  <c:v>2.0179732588294761</c:v>
                </c:pt>
                <c:pt idx="10092">
                  <c:v>2.0171229478472998</c:v>
                </c:pt>
                <c:pt idx="10093">
                  <c:v>2.0170418507285555</c:v>
                </c:pt>
                <c:pt idx="10094">
                  <c:v>2.0175532405881191</c:v>
                </c:pt>
                <c:pt idx="10095">
                  <c:v>2.0175234610228348</c:v>
                </c:pt>
                <c:pt idx="10096">
                  <c:v>2.0156957264675501</c:v>
                </c:pt>
                <c:pt idx="10097">
                  <c:v>2.0148070646798972</c:v>
                </c:pt>
                <c:pt idx="10098">
                  <c:v>2.0151831278433443</c:v>
                </c:pt>
                <c:pt idx="10099">
                  <c:v>2.0135975308234983</c:v>
                </c:pt>
                <c:pt idx="10100">
                  <c:v>2.0144253697720931</c:v>
                </c:pt>
                <c:pt idx="10101">
                  <c:v>2.0158634700336258</c:v>
                </c:pt>
                <c:pt idx="10102">
                  <c:v>2.0160988494758358</c:v>
                </c:pt>
                <c:pt idx="10103">
                  <c:v>2.0158050372519285</c:v>
                </c:pt>
                <c:pt idx="10104">
                  <c:v>2.0142447144018814</c:v>
                </c:pt>
                <c:pt idx="10105">
                  <c:v>2.0137254126282937</c:v>
                </c:pt>
                <c:pt idx="10106">
                  <c:v>2.0153171633590472</c:v>
                </c:pt>
                <c:pt idx="10107">
                  <c:v>2.0154213368936946</c:v>
                </c:pt>
                <c:pt idx="10108">
                  <c:v>2.0150662348080264</c:v>
                </c:pt>
                <c:pt idx="10109">
                  <c:v>2.0159827256543812</c:v>
                </c:pt>
                <c:pt idx="10110">
                  <c:v>2.0163605470209447</c:v>
                </c:pt>
                <c:pt idx="10111">
                  <c:v>2.0164169194083645</c:v>
                </c:pt>
                <c:pt idx="10112">
                  <c:v>2.0165680974044529</c:v>
                </c:pt>
                <c:pt idx="10113">
                  <c:v>2.0152690050768114</c:v>
                </c:pt>
                <c:pt idx="10114">
                  <c:v>2.0158599536273929</c:v>
                </c:pt>
                <c:pt idx="10115">
                  <c:v>2.0171911606338324</c:v>
                </c:pt>
                <c:pt idx="10116">
                  <c:v>2.0176838970572075</c:v>
                </c:pt>
                <c:pt idx="10117">
                  <c:v>2.0179982308081139</c:v>
                </c:pt>
                <c:pt idx="10118">
                  <c:v>2.0178686182721259</c:v>
                </c:pt>
                <c:pt idx="10119">
                  <c:v>2.0185039339794728</c:v>
                </c:pt>
                <c:pt idx="10120">
                  <c:v>2.0204568306191071</c:v>
                </c:pt>
                <c:pt idx="10121">
                  <c:v>2.0213230753170262</c:v>
                </c:pt>
                <c:pt idx="10122">
                  <c:v>2.0187443133117955</c:v>
                </c:pt>
                <c:pt idx="10123">
                  <c:v>2.0163050537350826</c:v>
                </c:pt>
                <c:pt idx="10124">
                  <c:v>2.0169596272609391</c:v>
                </c:pt>
                <c:pt idx="10125">
                  <c:v>2.0173469539131008</c:v>
                </c:pt>
                <c:pt idx="10126">
                  <c:v>2.0176158491022176</c:v>
                </c:pt>
                <c:pt idx="10127">
                  <c:v>2.0165946627546649</c:v>
                </c:pt>
                <c:pt idx="10128">
                  <c:v>2.016894491329861</c:v>
                </c:pt>
                <c:pt idx="10129">
                  <c:v>2.0176132117975429</c:v>
                </c:pt>
                <c:pt idx="10130">
                  <c:v>2.0168052350497789</c:v>
                </c:pt>
                <c:pt idx="10131">
                  <c:v>2.0159456935012416</c:v>
                </c:pt>
                <c:pt idx="10132">
                  <c:v>2.0161686006900945</c:v>
                </c:pt>
                <c:pt idx="10133">
                  <c:v>2.0185611030526802</c:v>
                </c:pt>
                <c:pt idx="10134">
                  <c:v>2.0199795883606955</c:v>
                </c:pt>
                <c:pt idx="10135">
                  <c:v>2.0186751939517813</c:v>
                </c:pt>
                <c:pt idx="10136">
                  <c:v>2.0169235016812816</c:v>
                </c:pt>
                <c:pt idx="10137">
                  <c:v>2.0155825696138545</c:v>
                </c:pt>
                <c:pt idx="10138">
                  <c:v>2.0141288927715872</c:v>
                </c:pt>
                <c:pt idx="10139">
                  <c:v>2.0136571998417616</c:v>
                </c:pt>
                <c:pt idx="10140">
                  <c:v>2.0144546548427509</c:v>
                </c:pt>
                <c:pt idx="10141">
                  <c:v>2.0156089151886771</c:v>
                </c:pt>
                <c:pt idx="10142">
                  <c:v>2.0161665402958175</c:v>
                </c:pt>
                <c:pt idx="10143">
                  <c:v>2.0169117986417882</c:v>
                </c:pt>
                <c:pt idx="10144">
                  <c:v>2.017377804883409</c:v>
                </c:pt>
                <c:pt idx="10145">
                  <c:v>2.0166944682534451</c:v>
                </c:pt>
                <c:pt idx="10146">
                  <c:v>2.0166481505900968</c:v>
                </c:pt>
                <c:pt idx="10147">
                  <c:v>2.0160350047251709</c:v>
                </c:pt>
                <c:pt idx="10148">
                  <c:v>2.0156373211577767</c:v>
                </c:pt>
                <c:pt idx="10149">
                  <c:v>2.0163104657040503</c:v>
                </c:pt>
                <c:pt idx="10150">
                  <c:v>2.0160295103404322</c:v>
                </c:pt>
                <c:pt idx="10151">
                  <c:v>2.0150336531065252</c:v>
                </c:pt>
                <c:pt idx="10152">
                  <c:v>2.0147432199292323</c:v>
                </c:pt>
                <c:pt idx="10153">
                  <c:v>2.01586989846377</c:v>
                </c:pt>
                <c:pt idx="10154">
                  <c:v>2.0176915617239182</c:v>
                </c:pt>
                <c:pt idx="10155">
                  <c:v>2.0196974517043582</c:v>
                </c:pt>
                <c:pt idx="10156">
                  <c:v>2.0192316102942791</c:v>
                </c:pt>
                <c:pt idx="10157">
                  <c:v>2.0188545581415793</c:v>
                </c:pt>
                <c:pt idx="10158">
                  <c:v>2.0183731950946133</c:v>
                </c:pt>
                <c:pt idx="10159">
                  <c:v>2.0178164765609545</c:v>
                </c:pt>
                <c:pt idx="10160">
                  <c:v>2.0195834981648755</c:v>
                </c:pt>
                <c:pt idx="10161">
                  <c:v>2.0216969132546536</c:v>
                </c:pt>
                <c:pt idx="10162">
                  <c:v>2.0209823135755256</c:v>
                </c:pt>
                <c:pt idx="10163">
                  <c:v>2.0195599272543459</c:v>
                </c:pt>
                <c:pt idx="10164">
                  <c:v>2.0206769081998197</c:v>
                </c:pt>
                <c:pt idx="10165">
                  <c:v>2.0206255631744359</c:v>
                </c:pt>
                <c:pt idx="10166">
                  <c:v>2.0181107283356408</c:v>
                </c:pt>
                <c:pt idx="10167">
                  <c:v>2.0159501714248038</c:v>
                </c:pt>
                <c:pt idx="10168">
                  <c:v>2.0144465506252609</c:v>
                </c:pt>
                <c:pt idx="10169">
                  <c:v>2.0138826893914419</c:v>
                </c:pt>
                <c:pt idx="10170">
                  <c:v>2.0141789466165578</c:v>
                </c:pt>
                <c:pt idx="10171">
                  <c:v>2.0140024395068239</c:v>
                </c:pt>
                <c:pt idx="10172">
                  <c:v>2.0146672325882946</c:v>
                </c:pt>
                <c:pt idx="10173">
                  <c:v>2.0163640634271776</c:v>
                </c:pt>
                <c:pt idx="10174">
                  <c:v>2.015790367244676</c:v>
                </c:pt>
                <c:pt idx="10175">
                  <c:v>2.0146673974198368</c:v>
                </c:pt>
                <c:pt idx="10176">
                  <c:v>2.0153630689435396</c:v>
                </c:pt>
                <c:pt idx="10177">
                  <c:v>2.0153887002483462</c:v>
                </c:pt>
                <c:pt idx="10178">
                  <c:v>2.0166505955913059</c:v>
                </c:pt>
                <c:pt idx="10179">
                  <c:v>2.0177098580250985</c:v>
                </c:pt>
                <c:pt idx="10180">
                  <c:v>2.0180823223665416</c:v>
                </c:pt>
                <c:pt idx="10181">
                  <c:v>2.0180519658908596</c:v>
                </c:pt>
                <c:pt idx="10182">
                  <c:v>2.0176313432671811</c:v>
                </c:pt>
                <c:pt idx="10183">
                  <c:v>2.0186267334783849</c:v>
                </c:pt>
                <c:pt idx="10184">
                  <c:v>2.0191861717324895</c:v>
                </c:pt>
                <c:pt idx="10185">
                  <c:v>2.0187189567262256</c:v>
                </c:pt>
                <c:pt idx="10186">
                  <c:v>2.0169603415309552</c:v>
                </c:pt>
                <c:pt idx="10187">
                  <c:v>2.0165135656359201</c:v>
                </c:pt>
                <c:pt idx="10188">
                  <c:v>2.0168795191314475</c:v>
                </c:pt>
                <c:pt idx="10189">
                  <c:v>2.0179933682776201</c:v>
                </c:pt>
                <c:pt idx="10190">
                  <c:v>2.0175312081053165</c:v>
                </c:pt>
                <c:pt idx="10191">
                  <c:v>2.0167889167271049</c:v>
                </c:pt>
                <c:pt idx="10192">
                  <c:v>2.0182695984703631</c:v>
                </c:pt>
                <c:pt idx="10193">
                  <c:v>2.019761214039252</c:v>
                </c:pt>
                <c:pt idx="10194">
                  <c:v>2.0203002406540516</c:v>
                </c:pt>
                <c:pt idx="10195">
                  <c:v>2.021163738159601</c:v>
                </c:pt>
                <c:pt idx="10196">
                  <c:v>2.0215953770246808</c:v>
                </c:pt>
                <c:pt idx="10197">
                  <c:v>2.0200029669677591</c:v>
                </c:pt>
                <c:pt idx="10198">
                  <c:v>2.018264076613701</c:v>
                </c:pt>
                <c:pt idx="10199">
                  <c:v>2.019032768510582</c:v>
                </c:pt>
                <c:pt idx="10200">
                  <c:v>2.0190813388716733</c:v>
                </c:pt>
                <c:pt idx="10201">
                  <c:v>2.0193791619964396</c:v>
                </c:pt>
                <c:pt idx="10202">
                  <c:v>2.0206956440517789</c:v>
                </c:pt>
                <c:pt idx="10203">
                  <c:v>2.0202261214039252</c:v>
                </c:pt>
                <c:pt idx="10204">
                  <c:v>2.0189406276785125</c:v>
                </c:pt>
                <c:pt idx="10205">
                  <c:v>2.0177987022263246</c:v>
                </c:pt>
                <c:pt idx="10206">
                  <c:v>2.016287526647766</c:v>
                </c:pt>
                <c:pt idx="10207">
                  <c:v>2.0156369914946923</c:v>
                </c:pt>
                <c:pt idx="10208">
                  <c:v>2.0170720698446187</c:v>
                </c:pt>
                <c:pt idx="10209">
                  <c:v>2.0188575800531856</c:v>
                </c:pt>
                <c:pt idx="10210">
                  <c:v>2.0202329344410015</c:v>
                </c:pt>
                <c:pt idx="10211">
                  <c:v>2.0204368860025053</c:v>
                </c:pt>
                <c:pt idx="10212">
                  <c:v>2.0198703325201643</c:v>
                </c:pt>
                <c:pt idx="10213">
                  <c:v>2.0185735753060374</c:v>
                </c:pt>
                <c:pt idx="10214">
                  <c:v>2.0172695105602076</c:v>
                </c:pt>
                <c:pt idx="10215">
                  <c:v>2.0184894013318391</c:v>
                </c:pt>
                <c:pt idx="10216">
                  <c:v>2.0192341102393354</c:v>
                </c:pt>
                <c:pt idx="10217">
                  <c:v>2.0203258170150105</c:v>
                </c:pt>
                <c:pt idx="10218">
                  <c:v>2.0230300158238279</c:v>
                </c:pt>
                <c:pt idx="10219">
                  <c:v>2.0231735291532056</c:v>
                </c:pt>
                <c:pt idx="10220">
                  <c:v>2.021088327729061</c:v>
                </c:pt>
                <c:pt idx="10221">
                  <c:v>2.0202109569020461</c:v>
                </c:pt>
                <c:pt idx="10222">
                  <c:v>2.0206286400298894</c:v>
                </c:pt>
                <c:pt idx="10223">
                  <c:v>2.0198272840157361</c:v>
                </c:pt>
                <c:pt idx="10224">
                  <c:v>2.0184285784927805</c:v>
                </c:pt>
                <c:pt idx="10225">
                  <c:v>2.0178107349289025</c:v>
                </c:pt>
                <c:pt idx="10226">
                  <c:v>2.0179834783850903</c:v>
                </c:pt>
                <c:pt idx="10227">
                  <c:v>2.0184223698380257</c:v>
                </c:pt>
                <c:pt idx="10228">
                  <c:v>2.0189226610404165</c:v>
                </c:pt>
                <c:pt idx="10229">
                  <c:v>2.0187940924375289</c:v>
                </c:pt>
                <c:pt idx="10230">
                  <c:v>2.0198344541878201</c:v>
                </c:pt>
                <c:pt idx="10231">
                  <c:v>2.0204017219401771</c:v>
                </c:pt>
                <c:pt idx="10232">
                  <c:v>2.0199304960330542</c:v>
                </c:pt>
                <c:pt idx="10233">
                  <c:v>2.0195800641744137</c:v>
                </c:pt>
                <c:pt idx="10234">
                  <c:v>2.0198064877694994</c:v>
                </c:pt>
                <c:pt idx="10235">
                  <c:v>2.0186126953253773</c:v>
                </c:pt>
                <c:pt idx="10236">
                  <c:v>2.0175621140194719</c:v>
                </c:pt>
                <c:pt idx="10237">
                  <c:v>2.0180456473484099</c:v>
                </c:pt>
                <c:pt idx="10238">
                  <c:v>2.017326295026483</c:v>
                </c:pt>
                <c:pt idx="10239">
                  <c:v>2.0184881650952726</c:v>
                </c:pt>
                <c:pt idx="10240">
                  <c:v>2.0207255884486055</c:v>
                </c:pt>
                <c:pt idx="10241">
                  <c:v>2.0215110382189403</c:v>
                </c:pt>
                <c:pt idx="10242">
                  <c:v>2.0201230467462254</c:v>
                </c:pt>
                <c:pt idx="10243">
                  <c:v>2.0189947198962659</c:v>
                </c:pt>
                <c:pt idx="10244">
                  <c:v>2.0201643095756139</c:v>
                </c:pt>
                <c:pt idx="10245">
                  <c:v>2.0197604173534649</c:v>
                </c:pt>
                <c:pt idx="10246">
                  <c:v>2.017768043559482</c:v>
                </c:pt>
                <c:pt idx="10247">
                  <c:v>2.0174601382387198</c:v>
                </c:pt>
                <c:pt idx="10248">
                  <c:v>2.017167754554845</c:v>
                </c:pt>
                <c:pt idx="10249">
                  <c:v>2.0164745555042747</c:v>
                </c:pt>
                <c:pt idx="10250">
                  <c:v>2.0165009010790973</c:v>
                </c:pt>
                <c:pt idx="10251">
                  <c:v>2.0175111810729436</c:v>
                </c:pt>
                <c:pt idx="10252">
                  <c:v>2.0181329805938333</c:v>
                </c:pt>
                <c:pt idx="10253">
                  <c:v>2.0184472594008924</c:v>
                </c:pt>
                <c:pt idx="10254">
                  <c:v>2.0186732434451988</c:v>
                </c:pt>
                <c:pt idx="10255">
                  <c:v>2.0204078481791607</c:v>
                </c:pt>
                <c:pt idx="10256">
                  <c:v>2.0215255433946506</c:v>
                </c:pt>
                <c:pt idx="10257">
                  <c:v>2.0207492143029824</c:v>
                </c:pt>
                <c:pt idx="10258">
                  <c:v>2.0206850124173097</c:v>
                </c:pt>
                <c:pt idx="10259">
                  <c:v>2.0193509483308061</c:v>
                </c:pt>
                <c:pt idx="10260">
                  <c:v>2.0189956814135952</c:v>
                </c:pt>
                <c:pt idx="10261">
                  <c:v>2.0202034570668777</c:v>
                </c:pt>
                <c:pt idx="10262">
                  <c:v>2.0217248522010505</c:v>
                </c:pt>
                <c:pt idx="10263">
                  <c:v>2.0223036581613592</c:v>
                </c:pt>
                <c:pt idx="10264">
                  <c:v>2.0211591228764201</c:v>
                </c:pt>
                <c:pt idx="10265">
                  <c:v>2.0198072569833632</c:v>
                </c:pt>
                <c:pt idx="10266">
                  <c:v>2.0195268785301423</c:v>
                </c:pt>
                <c:pt idx="10267">
                  <c:v>2.0206230632293796</c:v>
                </c:pt>
                <c:pt idx="10268">
                  <c:v>2.0196867376541174</c:v>
                </c:pt>
                <c:pt idx="10269">
                  <c:v>2.0180682842135336</c:v>
                </c:pt>
                <c:pt idx="10270">
                  <c:v>2.0180564163424979</c:v>
                </c:pt>
                <c:pt idx="10271">
                  <c:v>2.0187825267576538</c:v>
                </c:pt>
                <c:pt idx="10272">
                  <c:v>2.0186729961978855</c:v>
                </c:pt>
                <c:pt idx="10273">
                  <c:v>2.0190904595503394</c:v>
                </c:pt>
                <c:pt idx="10274">
                  <c:v>2.0185879980659767</c:v>
                </c:pt>
                <c:pt idx="10275">
                  <c:v>2.0172187973890683</c:v>
                </c:pt>
                <c:pt idx="10276">
                  <c:v>2.0181005911957981</c:v>
                </c:pt>
                <c:pt idx="10277">
                  <c:v>2.0207755324058811</c:v>
                </c:pt>
                <c:pt idx="10278">
                  <c:v>2.0216229038922222</c:v>
                </c:pt>
                <c:pt idx="10279">
                  <c:v>2.0221702544999012</c:v>
                </c:pt>
                <c:pt idx="10280">
                  <c:v>2.0216884244302324</c:v>
                </c:pt>
                <c:pt idx="10281">
                  <c:v>2.0193028724643414</c:v>
                </c:pt>
                <c:pt idx="10282">
                  <c:v>2.0164919727038968</c:v>
                </c:pt>
                <c:pt idx="10283">
                  <c:v>2.0154150732950926</c:v>
                </c:pt>
                <c:pt idx="10284">
                  <c:v>2.0162554943847386</c:v>
                </c:pt>
                <c:pt idx="10285">
                  <c:v>2.0173890134282764</c:v>
                </c:pt>
                <c:pt idx="10286">
                  <c:v>2.0177688402452691</c:v>
                </c:pt>
                <c:pt idx="10287">
                  <c:v>2.0182431704797699</c:v>
                </c:pt>
                <c:pt idx="10288">
                  <c:v>2.0173736840948551</c:v>
                </c:pt>
                <c:pt idx="10289">
                  <c:v>2.0157311927210393</c:v>
                </c:pt>
                <c:pt idx="10290">
                  <c:v>2.0159513801894464</c:v>
                </c:pt>
                <c:pt idx="10291">
                  <c:v>2.0162552196655019</c:v>
                </c:pt>
                <c:pt idx="10292">
                  <c:v>2.0155027636755238</c:v>
                </c:pt>
                <c:pt idx="10293">
                  <c:v>2.0157088305751523</c:v>
                </c:pt>
                <c:pt idx="10294">
                  <c:v>2.0177304344959452</c:v>
                </c:pt>
                <c:pt idx="10295">
                  <c:v>2.0193814146941826</c:v>
                </c:pt>
                <c:pt idx="10296">
                  <c:v>2.0195477022483024</c:v>
                </c:pt>
                <c:pt idx="10297">
                  <c:v>2.0172529175182965</c:v>
                </c:pt>
                <c:pt idx="10298">
                  <c:v>2.0154061174479683</c:v>
                </c:pt>
                <c:pt idx="10299">
                  <c:v>2.0140164227159842</c:v>
                </c:pt>
                <c:pt idx="10300">
                  <c:v>2.0130703995516583</c:v>
                </c:pt>
                <c:pt idx="10301">
                  <c:v>2.0127869717149074</c:v>
                </c:pt>
                <c:pt idx="10302">
                  <c:v>2.013949665941408</c:v>
                </c:pt>
                <c:pt idx="10303">
                  <c:v>2.015872343464979</c:v>
                </c:pt>
                <c:pt idx="10304">
                  <c:v>2.0154000736247557</c:v>
                </c:pt>
                <c:pt idx="10305">
                  <c:v>2.0154383694863851</c:v>
                </c:pt>
                <c:pt idx="10306">
                  <c:v>2.0148638491461726</c:v>
                </c:pt>
                <c:pt idx="10307">
                  <c:v>2.0144299575833498</c:v>
                </c:pt>
                <c:pt idx="10308">
                  <c:v>2.0147339069471002</c:v>
                </c:pt>
                <c:pt idx="10309">
                  <c:v>2.0153990571635787</c:v>
                </c:pt>
                <c:pt idx="10310">
                  <c:v>2.0160291257335006</c:v>
                </c:pt>
                <c:pt idx="10311">
                  <c:v>2.0168434484956377</c:v>
                </c:pt>
                <c:pt idx="10312">
                  <c:v>2.0175153293334214</c:v>
                </c:pt>
                <c:pt idx="10313">
                  <c:v>2.0170786081624579</c:v>
                </c:pt>
                <c:pt idx="10314">
                  <c:v>2.0150228841124371</c:v>
                </c:pt>
                <c:pt idx="10315">
                  <c:v>2.0157049570339112</c:v>
                </c:pt>
                <c:pt idx="10316">
                  <c:v>2.0166366673259928</c:v>
                </c:pt>
                <c:pt idx="10317">
                  <c:v>2.0168769092986967</c:v>
                </c:pt>
                <c:pt idx="10318">
                  <c:v>2.0169202599942859</c:v>
                </c:pt>
                <c:pt idx="10319">
                  <c:v>2.0180918001802159</c:v>
                </c:pt>
                <c:pt idx="10320">
                  <c:v>2.0174916760071206</c:v>
                </c:pt>
                <c:pt idx="10321">
                  <c:v>2.0150234060789871</c:v>
                </c:pt>
                <c:pt idx="10322">
                  <c:v>2.0152418353442783</c:v>
                </c:pt>
                <c:pt idx="10323">
                  <c:v>2.0166777378519152</c:v>
                </c:pt>
                <c:pt idx="10324">
                  <c:v>2.0174851376892815</c:v>
                </c:pt>
                <c:pt idx="10325">
                  <c:v>2.0172083031142174</c:v>
                </c:pt>
                <c:pt idx="10326">
                  <c:v>2.0171393760576692</c:v>
                </c:pt>
                <c:pt idx="10327">
                  <c:v>2.0175156040526581</c:v>
                </c:pt>
                <c:pt idx="10328">
                  <c:v>2.0177302147205558</c:v>
                </c:pt>
                <c:pt idx="10329">
                  <c:v>2.0161177776312607</c:v>
                </c:pt>
                <c:pt idx="10330">
                  <c:v>2.0158543218830354</c:v>
                </c:pt>
                <c:pt idx="10331">
                  <c:v>2.0169399024197272</c:v>
                </c:pt>
                <c:pt idx="10332">
                  <c:v>2.0187584613524976</c:v>
                </c:pt>
                <c:pt idx="10333">
                  <c:v>2.0198964033757498</c:v>
                </c:pt>
                <c:pt idx="10334">
                  <c:v>2.0199404958132789</c:v>
                </c:pt>
                <c:pt idx="10335">
                  <c:v>2.0189824948902224</c:v>
                </c:pt>
                <c:pt idx="10336">
                  <c:v>2.0195088020043515</c:v>
                </c:pt>
                <c:pt idx="10337">
                  <c:v>2.0195423726951054</c:v>
                </c:pt>
                <c:pt idx="10338">
                  <c:v>2.0189462044790223</c:v>
                </c:pt>
                <c:pt idx="10339">
                  <c:v>2.0193022680820203</c:v>
                </c:pt>
                <c:pt idx="10340">
                  <c:v>2.0176968088613436</c:v>
                </c:pt>
                <c:pt idx="10341">
                  <c:v>2.0151862046987978</c:v>
                </c:pt>
                <c:pt idx="10342">
                  <c:v>2.0155668831454254</c:v>
                </c:pt>
                <c:pt idx="10343">
                  <c:v>2.0169275125821411</c:v>
                </c:pt>
                <c:pt idx="10344">
                  <c:v>2.0159381387222259</c:v>
                </c:pt>
                <c:pt idx="10345">
                  <c:v>2.015753829586163</c:v>
                </c:pt>
                <c:pt idx="10346">
                  <c:v>2.0164659018483109</c:v>
                </c:pt>
                <c:pt idx="10347">
                  <c:v>2.0165376585129997</c:v>
                </c:pt>
                <c:pt idx="10348">
                  <c:v>2.0170189391441946</c:v>
                </c:pt>
                <c:pt idx="10349">
                  <c:v>2.0192798784642094</c:v>
                </c:pt>
                <c:pt idx="10350">
                  <c:v>2.0200441199094525</c:v>
                </c:pt>
                <c:pt idx="10351">
                  <c:v>2.0193205643832002</c:v>
                </c:pt>
                <c:pt idx="10352">
                  <c:v>2.0183677556537218</c:v>
                </c:pt>
                <c:pt idx="10353">
                  <c:v>2.0176728808158062</c:v>
                </c:pt>
                <c:pt idx="10354">
                  <c:v>2.0175109338256303</c:v>
                </c:pt>
                <c:pt idx="10355">
                  <c:v>2.0187453572448959</c:v>
                </c:pt>
                <c:pt idx="10356">
                  <c:v>2.0191159809674515</c:v>
                </c:pt>
                <c:pt idx="10357">
                  <c:v>2.0180358948154984</c:v>
                </c:pt>
                <c:pt idx="10358">
                  <c:v>2.0170339662864554</c:v>
                </c:pt>
                <c:pt idx="10359">
                  <c:v>2.0174031889409023</c:v>
                </c:pt>
                <c:pt idx="10360">
                  <c:v>2.0174160183292673</c:v>
                </c:pt>
                <c:pt idx="10361">
                  <c:v>2.0175489000241753</c:v>
                </c:pt>
                <c:pt idx="10362">
                  <c:v>2.0190950748335204</c:v>
                </c:pt>
                <c:pt idx="10363">
                  <c:v>2.0196493208940463</c:v>
                </c:pt>
                <c:pt idx="10364">
                  <c:v>2.0187059899782422</c:v>
                </c:pt>
                <c:pt idx="10365">
                  <c:v>2.0185320927012591</c:v>
                </c:pt>
                <c:pt idx="10366">
                  <c:v>2.0186218160040439</c:v>
                </c:pt>
                <c:pt idx="10367">
                  <c:v>2.0167197698951673</c:v>
                </c:pt>
                <c:pt idx="10368">
                  <c:v>2.0148125865365598</c:v>
                </c:pt>
                <c:pt idx="10369">
                  <c:v>2.0136001131843257</c:v>
                </c:pt>
                <c:pt idx="10370">
                  <c:v>2.0134833025647789</c:v>
                </c:pt>
                <c:pt idx="10371">
                  <c:v>2.0134274796158325</c:v>
                </c:pt>
                <c:pt idx="10372">
                  <c:v>2.0134343201248326</c:v>
                </c:pt>
                <c:pt idx="10373">
                  <c:v>2.0147095668227073</c:v>
                </c:pt>
                <c:pt idx="10374">
                  <c:v>2.0159910221753368</c:v>
                </c:pt>
                <c:pt idx="10375">
                  <c:v>2.0155036427770816</c:v>
                </c:pt>
                <c:pt idx="10376">
                  <c:v>2.0151328542229843</c:v>
                </c:pt>
                <c:pt idx="10377">
                  <c:v>2.0144636656337225</c:v>
                </c:pt>
                <c:pt idx="10378">
                  <c:v>2.0147225335706906</c:v>
                </c:pt>
                <c:pt idx="10379">
                  <c:v>2.0153532889387047</c:v>
                </c:pt>
                <c:pt idx="10380">
                  <c:v>2.0161879958682225</c:v>
                </c:pt>
                <c:pt idx="10381">
                  <c:v>2.0180133678380696</c:v>
                </c:pt>
                <c:pt idx="10382">
                  <c:v>2.0174954946045141</c:v>
                </c:pt>
                <c:pt idx="10383">
                  <c:v>2.0157432528955406</c:v>
                </c:pt>
                <c:pt idx="10384">
                  <c:v>2.0159050075822509</c:v>
                </c:pt>
                <c:pt idx="10385">
                  <c:v>2.0157763840355156</c:v>
                </c:pt>
                <c:pt idx="10386">
                  <c:v>2.0153549921979739</c:v>
                </c:pt>
                <c:pt idx="10387">
                  <c:v>2.0161558537175006</c:v>
                </c:pt>
                <c:pt idx="10388">
                  <c:v>2.0169556713039274</c:v>
                </c:pt>
                <c:pt idx="10389">
                  <c:v>2.0173915133733327</c:v>
                </c:pt>
                <c:pt idx="10390">
                  <c:v>2.0166695237467307</c:v>
                </c:pt>
                <c:pt idx="10391">
                  <c:v>2.0176338432122369</c:v>
                </c:pt>
                <c:pt idx="10392">
                  <c:v>2.0178883705852617</c:v>
                </c:pt>
                <c:pt idx="10393">
                  <c:v>2.0167719390782621</c:v>
                </c:pt>
                <c:pt idx="10394">
                  <c:v>2.0164356003164765</c:v>
                </c:pt>
                <c:pt idx="10395">
                  <c:v>2.017590932067427</c:v>
                </c:pt>
                <c:pt idx="10396">
                  <c:v>2.0185718445748444</c:v>
                </c:pt>
                <c:pt idx="10397">
                  <c:v>2.0191971330300431</c:v>
                </c:pt>
                <c:pt idx="10398">
                  <c:v>2.0201554910881079</c:v>
                </c:pt>
                <c:pt idx="10399">
                  <c:v>2.0211186567328192</c:v>
                </c:pt>
                <c:pt idx="10400">
                  <c:v>2.0209757203138392</c:v>
                </c:pt>
                <c:pt idx="10401">
                  <c:v>2.0191943583657501</c:v>
                </c:pt>
                <c:pt idx="10402">
                  <c:v>2.0175205764708468</c:v>
                </c:pt>
                <c:pt idx="10403">
                  <c:v>2.0180619656710843</c:v>
                </c:pt>
                <c:pt idx="10404">
                  <c:v>2.0176170578668602</c:v>
                </c:pt>
                <c:pt idx="10405">
                  <c:v>2.0160771191841937</c:v>
                </c:pt>
                <c:pt idx="10406">
                  <c:v>2.01593668271027</c:v>
                </c:pt>
                <c:pt idx="10407">
                  <c:v>2.016292746313268</c:v>
                </c:pt>
                <c:pt idx="10408">
                  <c:v>2.0165904595503394</c:v>
                </c:pt>
                <c:pt idx="10409">
                  <c:v>2.0150013186523372</c:v>
                </c:pt>
                <c:pt idx="10410">
                  <c:v>2.0141729852091164</c:v>
                </c:pt>
                <c:pt idx="10411">
                  <c:v>2.0141289477154349</c:v>
                </c:pt>
                <c:pt idx="10412">
                  <c:v>2.0144746544031999</c:v>
                </c:pt>
                <c:pt idx="10413">
                  <c:v>2.0152998011032723</c:v>
                </c:pt>
                <c:pt idx="10414">
                  <c:v>2.0171018219379793</c:v>
                </c:pt>
                <c:pt idx="10415">
                  <c:v>2.01855016922705</c:v>
                </c:pt>
                <c:pt idx="10416">
                  <c:v>2.0171847596756116</c:v>
                </c:pt>
                <c:pt idx="10417">
                  <c:v>2.0159969011670071</c:v>
                </c:pt>
                <c:pt idx="10418">
                  <c:v>2.0150862893123227</c:v>
                </c:pt>
                <c:pt idx="10419">
                  <c:v>2.0150833223445637</c:v>
                </c:pt>
                <c:pt idx="10420">
                  <c:v>2.015577954330674</c:v>
                </c:pt>
                <c:pt idx="10421">
                  <c:v>2.0151098602228523</c:v>
                </c:pt>
                <c:pt idx="10422">
                  <c:v>2.0154987253027405</c:v>
                </c:pt>
                <c:pt idx="10423">
                  <c:v>2.0159558581130086</c:v>
                </c:pt>
                <c:pt idx="10424">
                  <c:v>2.0167964165622734</c:v>
                </c:pt>
                <c:pt idx="10425">
                  <c:v>2.0180455924045626</c:v>
                </c:pt>
                <c:pt idx="10426">
                  <c:v>2.0173499758247071</c:v>
                </c:pt>
                <c:pt idx="10427">
                  <c:v>2.0160881903694423</c:v>
                </c:pt>
                <c:pt idx="10428">
                  <c:v>2.0171803641678205</c:v>
                </c:pt>
                <c:pt idx="10429">
                  <c:v>2.0182473187402477</c:v>
                </c:pt>
                <c:pt idx="10430">
                  <c:v>2.0182901474692865</c:v>
                </c:pt>
                <c:pt idx="10431">
                  <c:v>2.0185773389595831</c:v>
                </c:pt>
                <c:pt idx="10432">
                  <c:v>2.0176894189138701</c:v>
                </c:pt>
                <c:pt idx="10433">
                  <c:v>2.016591778202677</c:v>
                </c:pt>
                <c:pt idx="10434">
                  <c:v>2.0152191984791541</c:v>
                </c:pt>
                <c:pt idx="10435">
                  <c:v>2.0158299268147952</c:v>
                </c:pt>
                <c:pt idx="10436">
                  <c:v>2.017600272521483</c:v>
                </c:pt>
                <c:pt idx="10437">
                  <c:v>2.0177906804246062</c:v>
                </c:pt>
                <c:pt idx="10438">
                  <c:v>2.017588267290829</c:v>
                </c:pt>
                <c:pt idx="10439">
                  <c:v>2.0165390870530318</c:v>
                </c:pt>
                <c:pt idx="10440">
                  <c:v>2.0142153469154525</c:v>
                </c:pt>
                <c:pt idx="10441">
                  <c:v>2.0129920496252831</c:v>
                </c:pt>
                <c:pt idx="10442">
                  <c:v>2.011588728819147</c:v>
                </c:pt>
                <c:pt idx="10443">
                  <c:v>2.0123051416452387</c:v>
                </c:pt>
                <c:pt idx="10444">
                  <c:v>2.0147001164809564</c:v>
                </c:pt>
                <c:pt idx="10445">
                  <c:v>2.0141922155557022</c:v>
                </c:pt>
                <c:pt idx="10446">
                  <c:v>2.0148953044988023</c:v>
                </c:pt>
                <c:pt idx="10447">
                  <c:v>2.0157764115074395</c:v>
                </c:pt>
                <c:pt idx="10448">
                  <c:v>2.01592879826817</c:v>
                </c:pt>
                <c:pt idx="10449">
                  <c:v>2.0172038251906552</c:v>
                </c:pt>
                <c:pt idx="10450">
                  <c:v>2.0173925023625854</c:v>
                </c:pt>
                <c:pt idx="10451">
                  <c:v>2.0174213478824643</c:v>
                </c:pt>
                <c:pt idx="10452">
                  <c:v>2.0190049394518801</c:v>
                </c:pt>
                <c:pt idx="10453">
                  <c:v>2.0175900254939454</c:v>
                </c:pt>
                <c:pt idx="10454">
                  <c:v>2.0146034977253247</c:v>
                </c:pt>
                <c:pt idx="10455">
                  <c:v>2.013729258697611</c:v>
                </c:pt>
                <c:pt idx="10456">
                  <c:v>2.0153950187907959</c:v>
                </c:pt>
                <c:pt idx="10457">
                  <c:v>2.0161559910771194</c:v>
                </c:pt>
                <c:pt idx="10458">
                  <c:v>2.0164548581349862</c:v>
                </c:pt>
                <c:pt idx="10459">
                  <c:v>2.0169437210171206</c:v>
                </c:pt>
                <c:pt idx="10460">
                  <c:v>2.0181637766202942</c:v>
                </c:pt>
                <c:pt idx="10461">
                  <c:v>2.0183719039141996</c:v>
                </c:pt>
                <c:pt idx="10462">
                  <c:v>2.0173605799872529</c:v>
                </c:pt>
                <c:pt idx="10463">
                  <c:v>2.0164755994373751</c:v>
                </c:pt>
                <c:pt idx="10464">
                  <c:v>2.0148711292059516</c:v>
                </c:pt>
                <c:pt idx="10465">
                  <c:v>2.0136798092349619</c:v>
                </c:pt>
                <c:pt idx="10466">
                  <c:v>2.0140492791367222</c:v>
                </c:pt>
                <c:pt idx="10467">
                  <c:v>2.0152855981187225</c:v>
                </c:pt>
                <c:pt idx="10468">
                  <c:v>2.0155222962132702</c:v>
                </c:pt>
                <c:pt idx="10469">
                  <c:v>2.0151316729302651</c:v>
                </c:pt>
                <c:pt idx="10470">
                  <c:v>2.0159148700028573</c:v>
                </c:pt>
                <c:pt idx="10471">
                  <c:v>2.0169139139799124</c:v>
                </c:pt>
                <c:pt idx="10472">
                  <c:v>2.0182760543724312</c:v>
                </c:pt>
                <c:pt idx="10473">
                  <c:v>2.0190875475264281</c:v>
                </c:pt>
                <c:pt idx="10474">
                  <c:v>2.0197972572031384</c:v>
                </c:pt>
                <c:pt idx="10475">
                  <c:v>2.0202143908925079</c:v>
                </c:pt>
                <c:pt idx="10476">
                  <c:v>2.0193079547702246</c:v>
                </c:pt>
                <c:pt idx="10477">
                  <c:v>2.017063608492121</c:v>
                </c:pt>
                <c:pt idx="10478">
                  <c:v>2.0140619711654688</c:v>
                </c:pt>
                <c:pt idx="10479">
                  <c:v>2.0128810905254828</c:v>
                </c:pt>
                <c:pt idx="10480">
                  <c:v>2.013810218456737</c:v>
                </c:pt>
                <c:pt idx="10481">
                  <c:v>2.0144735829981757</c:v>
                </c:pt>
                <c:pt idx="10482">
                  <c:v>2.0159972857739392</c:v>
                </c:pt>
                <c:pt idx="10483">
                  <c:v>2.0177071383046528</c:v>
                </c:pt>
                <c:pt idx="10484">
                  <c:v>2.0183714643634207</c:v>
                </c:pt>
                <c:pt idx="10485">
                  <c:v>2.0171728093888048</c:v>
                </c:pt>
                <c:pt idx="10486">
                  <c:v>2.0153377123579701</c:v>
                </c:pt>
                <c:pt idx="10487">
                  <c:v>2.0153229049910992</c:v>
                </c:pt>
                <c:pt idx="10488">
                  <c:v>2.0141460901958199</c:v>
                </c:pt>
                <c:pt idx="10489">
                  <c:v>2.0137134348695631</c:v>
                </c:pt>
                <c:pt idx="10490">
                  <c:v>2.0142425715918333</c:v>
                </c:pt>
                <c:pt idx="10491">
                  <c:v>2.0137607964660118</c:v>
                </c:pt>
                <c:pt idx="10492">
                  <c:v>2.012030477352146</c:v>
                </c:pt>
                <c:pt idx="10493">
                  <c:v>2.0124600558229488</c:v>
                </c:pt>
                <c:pt idx="10494">
                  <c:v>2.013579536713479</c:v>
                </c:pt>
                <c:pt idx="10495">
                  <c:v>2.0149975000549438</c:v>
                </c:pt>
                <c:pt idx="10496">
                  <c:v>2.0154006780070768</c:v>
                </c:pt>
                <c:pt idx="10497">
                  <c:v>2.0146291565020551</c:v>
                </c:pt>
                <c:pt idx="10498">
                  <c:v>2.014130376255467</c:v>
                </c:pt>
                <c:pt idx="10499">
                  <c:v>2.0119792147425333</c:v>
                </c:pt>
                <c:pt idx="10500">
                  <c:v>2.0115195545152855</c:v>
                </c:pt>
                <c:pt idx="10501">
                  <c:v>2.0130427902683459</c:v>
                </c:pt>
                <c:pt idx="10502">
                  <c:v>2.0157716313927168</c:v>
                </c:pt>
                <c:pt idx="10503">
                  <c:v>2.0159704731764139</c:v>
                </c:pt>
                <c:pt idx="10504">
                  <c:v>2.0149204962528295</c:v>
                </c:pt>
                <c:pt idx="10505">
                  <c:v>2.014021395134173</c:v>
                </c:pt>
                <c:pt idx="10506">
                  <c:v>2.0151173325860969</c:v>
                </c:pt>
                <c:pt idx="10507">
                  <c:v>2.0169397650601084</c:v>
                </c:pt>
                <c:pt idx="10508">
                  <c:v>2.0178542779279578</c:v>
                </c:pt>
                <c:pt idx="10509">
                  <c:v>2.0185379442210061</c:v>
                </c:pt>
                <c:pt idx="10510">
                  <c:v>2.0193957550383508</c:v>
                </c:pt>
                <c:pt idx="10511">
                  <c:v>2.0190433452012044</c:v>
                </c:pt>
                <c:pt idx="10512">
                  <c:v>2.0187829388365093</c:v>
                </c:pt>
                <c:pt idx="10513">
                  <c:v>2.0185079998241795</c:v>
                </c:pt>
                <c:pt idx="10514">
                  <c:v>2.0178798817608405</c:v>
                </c:pt>
                <c:pt idx="10515">
                  <c:v>2.0174695885804708</c:v>
                </c:pt>
                <c:pt idx="10516">
                  <c:v>2.0172295114393091</c:v>
                </c:pt>
                <c:pt idx="10517">
                  <c:v>2.01798927496099</c:v>
                </c:pt>
                <c:pt idx="10518">
                  <c:v>2.018955489989231</c:v>
                </c:pt>
                <c:pt idx="10519">
                  <c:v>2.0201893914419462</c:v>
                </c:pt>
                <c:pt idx="10520">
                  <c:v>2.0209179468583107</c:v>
                </c:pt>
                <c:pt idx="10521">
                  <c:v>2.0193919639128812</c:v>
                </c:pt>
                <c:pt idx="10522">
                  <c:v>2.0174754126282939</c:v>
                </c:pt>
                <c:pt idx="10523">
                  <c:v>2.01692311707435</c:v>
                </c:pt>
                <c:pt idx="10524">
                  <c:v>2.0161009648139601</c:v>
                </c:pt>
                <c:pt idx="10525">
                  <c:v>2.0163730467462253</c:v>
                </c:pt>
                <c:pt idx="10526">
                  <c:v>2.0161213215094174</c:v>
                </c:pt>
                <c:pt idx="10527">
                  <c:v>2.014357761367882</c:v>
                </c:pt>
                <c:pt idx="10528">
                  <c:v>2.0148745082525661</c:v>
                </c:pt>
                <c:pt idx="10529">
                  <c:v>2.0163975242302365</c:v>
                </c:pt>
                <c:pt idx="10530">
                  <c:v>2.0181381178435638</c:v>
                </c:pt>
                <c:pt idx="10531">
                  <c:v>2.0199199468143556</c:v>
                </c:pt>
                <c:pt idx="10532">
                  <c:v>2.019924781872926</c:v>
                </c:pt>
                <c:pt idx="10533">
                  <c:v>2.0175033515746907</c:v>
                </c:pt>
                <c:pt idx="10534">
                  <c:v>2.0170171259972309</c:v>
                </c:pt>
                <c:pt idx="10535">
                  <c:v>2.0178077954330673</c:v>
                </c:pt>
                <c:pt idx="10536">
                  <c:v>2.0169520724819234</c:v>
                </c:pt>
                <c:pt idx="10537">
                  <c:v>2.0154321883035538</c:v>
                </c:pt>
                <c:pt idx="10538">
                  <c:v>2.0147509670117141</c:v>
                </c:pt>
                <c:pt idx="10539">
                  <c:v>2.0135491252939497</c:v>
                </c:pt>
                <c:pt idx="10540">
                  <c:v>2.012753703215314</c:v>
                </c:pt>
                <c:pt idx="10541">
                  <c:v>2.013356876771939</c:v>
                </c:pt>
                <c:pt idx="10542">
                  <c:v>2.0159090184831103</c:v>
                </c:pt>
                <c:pt idx="10543">
                  <c:v>2.016773202786752</c:v>
                </c:pt>
                <c:pt idx="10544">
                  <c:v>2.0161604690006811</c:v>
                </c:pt>
                <c:pt idx="10545">
                  <c:v>2.0164885112415112</c:v>
                </c:pt>
                <c:pt idx="10546">
                  <c:v>2.0166194149579129</c:v>
                </c:pt>
                <c:pt idx="10547">
                  <c:v>2.0160607733895959</c:v>
                </c:pt>
                <c:pt idx="10548">
                  <c:v>2.0150269499571438</c:v>
                </c:pt>
                <c:pt idx="10549">
                  <c:v>2.0151115634821211</c:v>
                </c:pt>
                <c:pt idx="10550">
                  <c:v>2.0165935913496407</c:v>
                </c:pt>
                <c:pt idx="10551">
                  <c:v>2.0171161897540713</c:v>
                </c:pt>
                <c:pt idx="10552">
                  <c:v>2.0156600953825192</c:v>
                </c:pt>
                <c:pt idx="10553">
                  <c:v>2.0145155051537329</c:v>
                </c:pt>
                <c:pt idx="10554">
                  <c:v>2.0145106700951629</c:v>
                </c:pt>
                <c:pt idx="10555">
                  <c:v>2.014423226962045</c:v>
                </c:pt>
                <c:pt idx="10556">
                  <c:v>2.0156801224148921</c:v>
                </c:pt>
                <c:pt idx="10557">
                  <c:v>2.015734434408035</c:v>
                </c:pt>
                <c:pt idx="10558">
                  <c:v>2.014327789499132</c:v>
                </c:pt>
                <c:pt idx="10559">
                  <c:v>2.0140862288740906</c:v>
                </c:pt>
                <c:pt idx="10560">
                  <c:v>2.0139084031120196</c:v>
                </c:pt>
                <c:pt idx="10561">
                  <c:v>2.0137633513549154</c:v>
                </c:pt>
                <c:pt idx="10562">
                  <c:v>2.0160132744335288</c:v>
                </c:pt>
                <c:pt idx="10563">
                  <c:v>2.016767351267005</c:v>
                </c:pt>
                <c:pt idx="10564">
                  <c:v>2.0172347036328873</c:v>
                </c:pt>
                <c:pt idx="10565">
                  <c:v>2.0159850332959715</c:v>
                </c:pt>
                <c:pt idx="10566">
                  <c:v>2.0141554306498759</c:v>
                </c:pt>
                <c:pt idx="10567">
                  <c:v>2.0120816300740643</c:v>
                </c:pt>
                <c:pt idx="10568">
                  <c:v>2.0129199632975099</c:v>
                </c:pt>
                <c:pt idx="10569">
                  <c:v>2.015621964352432</c:v>
                </c:pt>
                <c:pt idx="10570">
                  <c:v>2.0171634139909012</c:v>
                </c:pt>
                <c:pt idx="10571">
                  <c:v>2.0186976934572867</c:v>
                </c:pt>
                <c:pt idx="10572">
                  <c:v>2.0183853102129623</c:v>
                </c:pt>
                <c:pt idx="10573">
                  <c:v>2.0167211984351994</c:v>
                </c:pt>
                <c:pt idx="10574">
                  <c:v>2.0164398859365726</c:v>
                </c:pt>
                <c:pt idx="10575">
                  <c:v>2.0160690149667042</c:v>
                </c:pt>
                <c:pt idx="10576">
                  <c:v>2.0157445440759543</c:v>
                </c:pt>
                <c:pt idx="10577">
                  <c:v>2.0155557020724819</c:v>
                </c:pt>
                <c:pt idx="10578">
                  <c:v>2.016723643436408</c:v>
                </c:pt>
                <c:pt idx="10579">
                  <c:v>2.0183420419331441</c:v>
                </c:pt>
                <c:pt idx="10580">
                  <c:v>2.0162442583679479</c:v>
                </c:pt>
                <c:pt idx="10581">
                  <c:v>2.0151688424430234</c:v>
                </c:pt>
                <c:pt idx="10582">
                  <c:v>2.0153880958660251</c:v>
                </c:pt>
                <c:pt idx="10583">
                  <c:v>2.0154295235269553</c:v>
                </c:pt>
                <c:pt idx="10584">
                  <c:v>2.0150572240170548</c:v>
                </c:pt>
                <c:pt idx="10585">
                  <c:v>2.0154465561196457</c:v>
                </c:pt>
                <c:pt idx="10586">
                  <c:v>2.0158533054218588</c:v>
                </c:pt>
                <c:pt idx="10587">
                  <c:v>2.0156000417573239</c:v>
                </c:pt>
                <c:pt idx="10588">
                  <c:v>2.015341228764203</c:v>
                </c:pt>
                <c:pt idx="10589">
                  <c:v>2.0149492318850135</c:v>
                </c:pt>
                <c:pt idx="10590">
                  <c:v>2.0156399309905275</c:v>
                </c:pt>
                <c:pt idx="10591">
                  <c:v>2.0163246137447528</c:v>
                </c:pt>
                <c:pt idx="10592">
                  <c:v>2.0166447440715589</c:v>
                </c:pt>
                <c:pt idx="10593">
                  <c:v>2.0166885068460032</c:v>
                </c:pt>
                <c:pt idx="10594">
                  <c:v>2.0158353113118395</c:v>
                </c:pt>
                <c:pt idx="10595">
                  <c:v>2.014119607261379</c:v>
                </c:pt>
                <c:pt idx="10596">
                  <c:v>2.0145703940572735</c:v>
                </c:pt>
                <c:pt idx="10597">
                  <c:v>2.0158070976462055</c:v>
                </c:pt>
                <c:pt idx="10598">
                  <c:v>2.0159755554822971</c:v>
                </c:pt>
                <c:pt idx="10599">
                  <c:v>2.0149975000549438</c:v>
                </c:pt>
                <c:pt idx="10600">
                  <c:v>2.0158979198259379</c:v>
                </c:pt>
                <c:pt idx="10601">
                  <c:v>2.0167007318520471</c:v>
                </c:pt>
                <c:pt idx="10602">
                  <c:v>2.0137901914243641</c:v>
                </c:pt>
                <c:pt idx="10603">
                  <c:v>2.0109089085954155</c:v>
                </c:pt>
                <c:pt idx="10604">
                  <c:v>2.012161820619327</c:v>
                </c:pt>
                <c:pt idx="10605">
                  <c:v>2.0137889826597219</c:v>
                </c:pt>
                <c:pt idx="10606">
                  <c:v>2.0153209819564406</c:v>
                </c:pt>
                <c:pt idx="10607">
                  <c:v>2.0162390387024463</c:v>
                </c:pt>
                <c:pt idx="10608">
                  <c:v>2.0158947880266367</c:v>
                </c:pt>
                <c:pt idx="10609">
                  <c:v>2.0164602151601065</c:v>
                </c:pt>
                <c:pt idx="10610">
                  <c:v>2.016630980637788</c:v>
                </c:pt>
                <c:pt idx="10611">
                  <c:v>2.0161125579657591</c:v>
                </c:pt>
                <c:pt idx="10612">
                  <c:v>2.0148914309575612</c:v>
                </c:pt>
                <c:pt idx="10613">
                  <c:v>2.0137995868222678</c:v>
                </c:pt>
                <c:pt idx="10614">
                  <c:v>2.0129777367530384</c:v>
                </c:pt>
                <c:pt idx="10615">
                  <c:v>2.0120881134480562</c:v>
                </c:pt>
                <c:pt idx="10616">
                  <c:v>2.0113633491571612</c:v>
                </c:pt>
                <c:pt idx="10617">
                  <c:v>2.0125745038570582</c:v>
                </c:pt>
                <c:pt idx="10618">
                  <c:v>2.0139488692556209</c:v>
                </c:pt>
                <c:pt idx="10619">
                  <c:v>2.0144856706446013</c:v>
                </c:pt>
                <c:pt idx="10620">
                  <c:v>2.0141175743390254</c:v>
                </c:pt>
                <c:pt idx="10621">
                  <c:v>2.0133405035054173</c:v>
                </c:pt>
                <c:pt idx="10622">
                  <c:v>2.0130705369112767</c:v>
                </c:pt>
                <c:pt idx="10623">
                  <c:v>2.0122086602492253</c:v>
                </c:pt>
                <c:pt idx="10624">
                  <c:v>2.0108871783037734</c:v>
                </c:pt>
                <c:pt idx="10625">
                  <c:v>2.0100144227599395</c:v>
                </c:pt>
                <c:pt idx="10626">
                  <c:v>2.0104374903848266</c:v>
                </c:pt>
                <c:pt idx="10627">
                  <c:v>2.0108778927935651</c:v>
                </c:pt>
                <c:pt idx="10628">
                  <c:v>2.0105298784642094</c:v>
                </c:pt>
                <c:pt idx="10629">
                  <c:v>2.0111634084965164</c:v>
                </c:pt>
                <c:pt idx="10630">
                  <c:v>2.0141548262675544</c:v>
                </c:pt>
                <c:pt idx="10631">
                  <c:v>2.0167287257422912</c:v>
                </c:pt>
                <c:pt idx="10632">
                  <c:v>2.0179492758400914</c:v>
                </c:pt>
                <c:pt idx="10633">
                  <c:v>2.0183664095294609</c:v>
                </c:pt>
                <c:pt idx="10634">
                  <c:v>2.0172980538889256</c:v>
                </c:pt>
                <c:pt idx="10635">
                  <c:v>2.0170401749412101</c:v>
                </c:pt>
                <c:pt idx="10636">
                  <c:v>2.017467583130041</c:v>
                </c:pt>
                <c:pt idx="10637">
                  <c:v>2.0178010098679149</c:v>
                </c:pt>
                <c:pt idx="10638">
                  <c:v>2.0184118755631744</c:v>
                </c:pt>
                <c:pt idx="10639">
                  <c:v>2.0158416847981364</c:v>
                </c:pt>
                <c:pt idx="10640">
                  <c:v>2.013616596338542</c:v>
                </c:pt>
                <c:pt idx="10641">
                  <c:v>2.0141265301861497</c:v>
                </c:pt>
                <c:pt idx="10642">
                  <c:v>2.0154322981912487</c:v>
                </c:pt>
                <c:pt idx="10643">
                  <c:v>2.0158003395529769</c:v>
                </c:pt>
                <c:pt idx="10644">
                  <c:v>2.0143216357882245</c:v>
                </c:pt>
                <c:pt idx="10645">
                  <c:v>2.0135587679391662</c:v>
                </c:pt>
                <c:pt idx="10646">
                  <c:v>2.0153678765301861</c:v>
                </c:pt>
                <c:pt idx="10647">
                  <c:v>2.0181485022307202</c:v>
                </c:pt>
                <c:pt idx="10648">
                  <c:v>2.0191721610514053</c:v>
                </c:pt>
                <c:pt idx="10649">
                  <c:v>2.0200153293334213</c:v>
                </c:pt>
                <c:pt idx="10650">
                  <c:v>2.0194851212061273</c:v>
                </c:pt>
                <c:pt idx="10651">
                  <c:v>2.0179637535438784</c:v>
                </c:pt>
                <c:pt idx="10652">
                  <c:v>2.0156957814113974</c:v>
                </c:pt>
                <c:pt idx="10653">
                  <c:v>2.0132964660117358</c:v>
                </c:pt>
                <c:pt idx="10654">
                  <c:v>2.0123536570624823</c:v>
                </c:pt>
                <c:pt idx="10655">
                  <c:v>2.01259444847366</c:v>
                </c:pt>
                <c:pt idx="10656">
                  <c:v>2.0125466473264324</c:v>
                </c:pt>
                <c:pt idx="10657">
                  <c:v>2.0124367596316564</c:v>
                </c:pt>
                <c:pt idx="10658">
                  <c:v>2.0125153018614976</c:v>
                </c:pt>
                <c:pt idx="10659">
                  <c:v>2.0132337476099424</c:v>
                </c:pt>
                <c:pt idx="10660">
                  <c:v>2.0137602195556141</c:v>
                </c:pt>
                <c:pt idx="10661">
                  <c:v>2.0142267477637854</c:v>
                </c:pt>
                <c:pt idx="10662">
                  <c:v>2.0145901188984858</c:v>
                </c:pt>
                <c:pt idx="10663">
                  <c:v>2.0164504351552712</c:v>
                </c:pt>
                <c:pt idx="10664">
                  <c:v>2.0160051702160393</c:v>
                </c:pt>
                <c:pt idx="10665">
                  <c:v>2.0140856244917695</c:v>
                </c:pt>
                <c:pt idx="10666">
                  <c:v>2.0138025812619502</c:v>
                </c:pt>
                <c:pt idx="10667">
                  <c:v>2.0152351321948969</c:v>
                </c:pt>
                <c:pt idx="10668">
                  <c:v>2.0156874299465946</c:v>
                </c:pt>
                <c:pt idx="10669">
                  <c:v>2.0152348300037364</c:v>
                </c:pt>
                <c:pt idx="10670">
                  <c:v>2.0154959781103714</c:v>
                </c:pt>
                <c:pt idx="10671">
                  <c:v>2.0146028109272325</c:v>
                </c:pt>
                <c:pt idx="10672">
                  <c:v>2.0123447286872818</c:v>
                </c:pt>
                <c:pt idx="10673">
                  <c:v>2.0110675589547484</c:v>
                </c:pt>
                <c:pt idx="10674">
                  <c:v>2.011340300213182</c:v>
                </c:pt>
                <c:pt idx="10675">
                  <c:v>2.0123560196479198</c:v>
                </c:pt>
                <c:pt idx="10676">
                  <c:v>2.0123990132085008</c:v>
                </c:pt>
                <c:pt idx="10677">
                  <c:v>2.0133811619524846</c:v>
                </c:pt>
                <c:pt idx="10678">
                  <c:v>2.013389101338432</c:v>
                </c:pt>
                <c:pt idx="10679">
                  <c:v>2.0139824674182987</c:v>
                </c:pt>
                <c:pt idx="10680">
                  <c:v>2.0156637491483704</c:v>
                </c:pt>
                <c:pt idx="10681">
                  <c:v>2.0177177699391224</c:v>
                </c:pt>
                <c:pt idx="10682">
                  <c:v>2.0185952781257557</c:v>
                </c:pt>
                <c:pt idx="10683">
                  <c:v>2.0165513670029229</c:v>
                </c:pt>
                <c:pt idx="10684">
                  <c:v>2.0156875398342895</c:v>
                </c:pt>
                <c:pt idx="10685">
                  <c:v>2.0155567460055823</c:v>
                </c:pt>
                <c:pt idx="10686">
                  <c:v>2.0159633854201005</c:v>
                </c:pt>
                <c:pt idx="10687">
                  <c:v>2.0150740093624315</c:v>
                </c:pt>
                <c:pt idx="10688">
                  <c:v>2.0154102107645984</c:v>
                </c:pt>
                <c:pt idx="10689">
                  <c:v>2.0157576481835564</c:v>
                </c:pt>
                <c:pt idx="10690">
                  <c:v>2.0154419957803125</c:v>
                </c:pt>
                <c:pt idx="10691">
                  <c:v>2.0156122942352916</c:v>
                </c:pt>
                <c:pt idx="10692">
                  <c:v>2.0172152809828354</c:v>
                </c:pt>
                <c:pt idx="10693">
                  <c:v>2.0173743159491</c:v>
                </c:pt>
                <c:pt idx="10694">
                  <c:v>2.016815482077317</c:v>
                </c:pt>
                <c:pt idx="10695">
                  <c:v>2.0164934287158522</c:v>
                </c:pt>
                <c:pt idx="10696">
                  <c:v>2.0155578723544538</c:v>
                </c:pt>
                <c:pt idx="10697">
                  <c:v>2.0149010186589305</c:v>
                </c:pt>
                <c:pt idx="10698">
                  <c:v>2.0143293004549352</c:v>
                </c:pt>
                <c:pt idx="10699">
                  <c:v>2.0138901892266103</c:v>
                </c:pt>
                <c:pt idx="10700">
                  <c:v>2.0145421803916399</c:v>
                </c:pt>
                <c:pt idx="10701">
                  <c:v>2.0151242280389443</c:v>
                </c:pt>
                <c:pt idx="10702">
                  <c:v>2.014439023318169</c:v>
                </c:pt>
                <c:pt idx="10703">
                  <c:v>2.0145046812157976</c:v>
                </c:pt>
                <c:pt idx="10704">
                  <c:v>2.0152755159227271</c:v>
                </c:pt>
                <c:pt idx="10705">
                  <c:v>2.015462709610778</c:v>
                </c:pt>
                <c:pt idx="10706">
                  <c:v>2.0155866904024089</c:v>
                </c:pt>
                <c:pt idx="10707">
                  <c:v>2.015789735390431</c:v>
                </c:pt>
                <c:pt idx="10708">
                  <c:v>2.0146048163776622</c:v>
                </c:pt>
                <c:pt idx="10709">
                  <c:v>2.0129964451330742</c:v>
                </c:pt>
                <c:pt idx="10710">
                  <c:v>2.0126288433221249</c:v>
                </c:pt>
                <c:pt idx="10711">
                  <c:v>2.013547009955825</c:v>
                </c:pt>
                <c:pt idx="10712">
                  <c:v>2.013910985472847</c:v>
                </c:pt>
                <c:pt idx="10713">
                  <c:v>2.0122156381178438</c:v>
                </c:pt>
                <c:pt idx="10714">
                  <c:v>2.0127381541065033</c:v>
                </c:pt>
                <c:pt idx="10715">
                  <c:v>2.0152218632557526</c:v>
                </c:pt>
                <c:pt idx="10716">
                  <c:v>2.0158085536581614</c:v>
                </c:pt>
                <c:pt idx="10717">
                  <c:v>2.0149698632997075</c:v>
                </c:pt>
                <c:pt idx="10718">
                  <c:v>2.014585256367992</c:v>
                </c:pt>
                <c:pt idx="10719">
                  <c:v>2.0139352431814683</c:v>
                </c:pt>
                <c:pt idx="10720">
                  <c:v>2.0133314377705984</c:v>
                </c:pt>
                <c:pt idx="10721">
                  <c:v>2.0134239082657523</c:v>
                </c:pt>
                <c:pt idx="10722">
                  <c:v>2.0131871552273575</c:v>
                </c:pt>
                <c:pt idx="10723">
                  <c:v>2.013243060592075</c:v>
                </c:pt>
                <c:pt idx="10724">
                  <c:v>2.014130898222017</c:v>
                </c:pt>
                <c:pt idx="10725">
                  <c:v>2.0151244478143338</c:v>
                </c:pt>
                <c:pt idx="10726">
                  <c:v>2.0177081547658293</c:v>
                </c:pt>
                <c:pt idx="10727">
                  <c:v>2.0189578525746685</c:v>
                </c:pt>
                <c:pt idx="10728">
                  <c:v>2.0173801125249993</c:v>
                </c:pt>
                <c:pt idx="10729">
                  <c:v>2.0155226258763546</c:v>
                </c:pt>
                <c:pt idx="10730">
                  <c:v>2.0142797136326673</c:v>
                </c:pt>
                <c:pt idx="10731">
                  <c:v>2.014199852750489</c:v>
                </c:pt>
                <c:pt idx="10732">
                  <c:v>2.0151797762686536</c:v>
                </c:pt>
                <c:pt idx="10733">
                  <c:v>2.0147619557811915</c:v>
                </c:pt>
                <c:pt idx="10734">
                  <c:v>2.0151821113821673</c:v>
                </c:pt>
                <c:pt idx="10735">
                  <c:v>2.0162990373837939</c:v>
                </c:pt>
                <c:pt idx="10736">
                  <c:v>2.0168832553130702</c:v>
                </c:pt>
                <c:pt idx="10737">
                  <c:v>2.0154594129799346</c:v>
                </c:pt>
                <c:pt idx="10738">
                  <c:v>2.0143899035186039</c:v>
                </c:pt>
                <c:pt idx="10739">
                  <c:v>2.0162790652952682</c:v>
                </c:pt>
                <c:pt idx="10740">
                  <c:v>2.0168388606843806</c:v>
                </c:pt>
                <c:pt idx="10741">
                  <c:v>2.0154317487527749</c:v>
                </c:pt>
                <c:pt idx="10742">
                  <c:v>2.0156973198391244</c:v>
                </c:pt>
                <c:pt idx="10743">
                  <c:v>2.0168495747346213</c:v>
                </c:pt>
                <c:pt idx="10744">
                  <c:v>2.0172859937144239</c:v>
                </c:pt>
                <c:pt idx="10745">
                  <c:v>2.0170436364035957</c:v>
                </c:pt>
                <c:pt idx="10746">
                  <c:v>2.0154402925210433</c:v>
                </c:pt>
                <c:pt idx="10747">
                  <c:v>2.0135183567394122</c:v>
                </c:pt>
                <c:pt idx="10748">
                  <c:v>2.013386326674139</c:v>
                </c:pt>
                <c:pt idx="10749">
                  <c:v>2.0143262510714051</c:v>
                </c:pt>
                <c:pt idx="10750">
                  <c:v>2.0142609777807081</c:v>
                </c:pt>
                <c:pt idx="10751">
                  <c:v>2.0157097371486339</c:v>
                </c:pt>
                <c:pt idx="10752">
                  <c:v>2.0154152381266344</c:v>
                </c:pt>
                <c:pt idx="10753">
                  <c:v>2.0143568822663238</c:v>
                </c:pt>
                <c:pt idx="10754">
                  <c:v>2.0145980033405859</c:v>
                </c:pt>
                <c:pt idx="10755">
                  <c:v>2.0160566251291181</c:v>
                </c:pt>
                <c:pt idx="10756">
                  <c:v>2.0167771862156876</c:v>
                </c:pt>
                <c:pt idx="10757">
                  <c:v>2.0165092525439001</c:v>
                </c:pt>
                <c:pt idx="10758">
                  <c:v>2.0167343025428011</c:v>
                </c:pt>
                <c:pt idx="10759">
                  <c:v>2.0167863618382014</c:v>
                </c:pt>
                <c:pt idx="10760">
                  <c:v>2.0173100041757324</c:v>
                </c:pt>
                <c:pt idx="10761">
                  <c:v>2.0175223621458871</c:v>
                </c:pt>
                <c:pt idx="10762">
                  <c:v>2.0165103788927716</c:v>
                </c:pt>
                <c:pt idx="10763">
                  <c:v>2.0162628019164415</c:v>
                </c:pt>
                <c:pt idx="10764">
                  <c:v>2.0157320718225975</c:v>
                </c:pt>
                <c:pt idx="10765">
                  <c:v>2.0158774257708623</c:v>
                </c:pt>
                <c:pt idx="10766">
                  <c:v>2.0162326926880727</c:v>
                </c:pt>
                <c:pt idx="10767">
                  <c:v>2.0165220544603417</c:v>
                </c:pt>
                <c:pt idx="10768">
                  <c:v>2.0166925452187865</c:v>
                </c:pt>
                <c:pt idx="10769">
                  <c:v>2.0174733247620931</c:v>
                </c:pt>
                <c:pt idx="10770">
                  <c:v>2.0178560910749215</c:v>
                </c:pt>
                <c:pt idx="10771">
                  <c:v>2.0170472352255993</c:v>
                </c:pt>
                <c:pt idx="10772">
                  <c:v>2.0154213368936946</c:v>
                </c:pt>
                <c:pt idx="10773">
                  <c:v>2.0143188336520077</c:v>
                </c:pt>
                <c:pt idx="10774">
                  <c:v>2.0148649480231202</c:v>
                </c:pt>
                <c:pt idx="10775">
                  <c:v>2.01551545570427</c:v>
                </c:pt>
                <c:pt idx="10776">
                  <c:v>2.0147614338146416</c:v>
                </c:pt>
                <c:pt idx="10777">
                  <c:v>2.0156468264433749</c:v>
                </c:pt>
                <c:pt idx="10778">
                  <c:v>2.0172219841322168</c:v>
                </c:pt>
                <c:pt idx="10779">
                  <c:v>2.0161333542119952</c:v>
                </c:pt>
                <c:pt idx="10780">
                  <c:v>2.0151086239862859</c:v>
                </c:pt>
                <c:pt idx="10781">
                  <c:v>2.0150084613524979</c:v>
                </c:pt>
                <c:pt idx="10782">
                  <c:v>2.0137787905760312</c:v>
                </c:pt>
                <c:pt idx="10783">
                  <c:v>2.0147701424144526</c:v>
                </c:pt>
                <c:pt idx="10784">
                  <c:v>2.0159726434583853</c:v>
                </c:pt>
                <c:pt idx="10785">
                  <c:v>2.0153549921979739</c:v>
                </c:pt>
                <c:pt idx="10786">
                  <c:v>2.0135567624887365</c:v>
                </c:pt>
                <c:pt idx="10787">
                  <c:v>2.0141894408914092</c:v>
                </c:pt>
                <c:pt idx="10788">
                  <c:v>2.0140813938155206</c:v>
                </c:pt>
                <c:pt idx="10789">
                  <c:v>2.0135066536999187</c:v>
                </c:pt>
                <c:pt idx="10790">
                  <c:v>2.0149142875980748</c:v>
                </c:pt>
                <c:pt idx="10791">
                  <c:v>2.015684875057691</c:v>
                </c:pt>
                <c:pt idx="10792">
                  <c:v>2.0156562767851258</c:v>
                </c:pt>
                <c:pt idx="10793">
                  <c:v>2.0166906496560517</c:v>
                </c:pt>
                <c:pt idx="10794">
                  <c:v>2.0169969890771631</c:v>
                </c:pt>
                <c:pt idx="10795">
                  <c:v>2.0156210852508738</c:v>
                </c:pt>
                <c:pt idx="10796">
                  <c:v>2.0151998033010265</c:v>
                </c:pt>
                <c:pt idx="10797">
                  <c:v>2.0152060668996286</c:v>
                </c:pt>
                <c:pt idx="10798">
                  <c:v>2.0153166413924968</c:v>
                </c:pt>
                <c:pt idx="10799">
                  <c:v>2.0142850981297116</c:v>
                </c:pt>
                <c:pt idx="10800">
                  <c:v>2.0146091569416056</c:v>
                </c:pt>
                <c:pt idx="10801">
                  <c:v>2.014951594470451</c:v>
                </c:pt>
                <c:pt idx="10802">
                  <c:v>2.0155913056855894</c:v>
                </c:pt>
                <c:pt idx="10803">
                  <c:v>2.0155305377903781</c:v>
                </c:pt>
                <c:pt idx="10804">
                  <c:v>2.0150186534361882</c:v>
                </c:pt>
                <c:pt idx="10805">
                  <c:v>2.0141357058086635</c:v>
                </c:pt>
                <c:pt idx="10806">
                  <c:v>2.0138560690973826</c:v>
                </c:pt>
                <c:pt idx="10807">
                  <c:v>2.0138779642205664</c:v>
                </c:pt>
                <c:pt idx="10808">
                  <c:v>2.0127993890244169</c:v>
                </c:pt>
                <c:pt idx="10809">
                  <c:v>2.0106354530669655</c:v>
                </c:pt>
                <c:pt idx="10810">
                  <c:v>2.0092627085119008</c:v>
                </c:pt>
                <c:pt idx="10811">
                  <c:v>2.009401826333487</c:v>
                </c:pt>
                <c:pt idx="10812">
                  <c:v>2.0104915276587327</c:v>
                </c:pt>
                <c:pt idx="10813">
                  <c:v>2.0113226907100943</c:v>
                </c:pt>
                <c:pt idx="10814">
                  <c:v>2.0110037691479308</c:v>
                </c:pt>
                <c:pt idx="10815">
                  <c:v>2.0113642282587194</c:v>
                </c:pt>
                <c:pt idx="10816">
                  <c:v>2.0122519560009668</c:v>
                </c:pt>
                <c:pt idx="10817">
                  <c:v>2.0141865013955735</c:v>
                </c:pt>
                <c:pt idx="10818">
                  <c:v>2.0145413012900817</c:v>
                </c:pt>
                <c:pt idx="10819">
                  <c:v>2.0127009296498977</c:v>
                </c:pt>
                <c:pt idx="10820">
                  <c:v>2.0122951143930901</c:v>
                </c:pt>
                <c:pt idx="10821">
                  <c:v>2.0127876310410762</c:v>
                </c:pt>
                <c:pt idx="10822">
                  <c:v>2.0122569833630028</c:v>
                </c:pt>
                <c:pt idx="10823">
                  <c:v>2.0123875848882444</c:v>
                </c:pt>
                <c:pt idx="10824">
                  <c:v>2.0123624755499878</c:v>
                </c:pt>
                <c:pt idx="10825">
                  <c:v>2.0111426397222041</c:v>
                </c:pt>
                <c:pt idx="10826">
                  <c:v>2.0110211863475529</c:v>
                </c:pt>
                <c:pt idx="10827">
                  <c:v>2.0134356937210169</c:v>
                </c:pt>
                <c:pt idx="10828">
                  <c:v>2.0169875387354126</c:v>
                </c:pt>
                <c:pt idx="10829">
                  <c:v>2.0187378848816508</c:v>
                </c:pt>
                <c:pt idx="10830">
                  <c:v>2.0167129843300149</c:v>
                </c:pt>
                <c:pt idx="10831">
                  <c:v>2.0144797092371598</c:v>
                </c:pt>
                <c:pt idx="10832">
                  <c:v>2.0128446078108175</c:v>
                </c:pt>
                <c:pt idx="10833">
                  <c:v>2.0123479978462013</c:v>
                </c:pt>
                <c:pt idx="10834">
                  <c:v>2.0126274697259401</c:v>
                </c:pt>
                <c:pt idx="10835">
                  <c:v>2.0123138777169731</c:v>
                </c:pt>
                <c:pt idx="10836">
                  <c:v>2.0127104349354958</c:v>
                </c:pt>
                <c:pt idx="10837">
                  <c:v>2.0149253862552472</c:v>
                </c:pt>
                <c:pt idx="10838">
                  <c:v>2.0174714291993583</c:v>
                </c:pt>
                <c:pt idx="10839">
                  <c:v>2.0192461978857605</c:v>
                </c:pt>
                <c:pt idx="10840">
                  <c:v>2.0188700523065428</c:v>
                </c:pt>
                <c:pt idx="10841">
                  <c:v>2.0185746741829851</c:v>
                </c:pt>
                <c:pt idx="10842">
                  <c:v>2.0179983681677327</c:v>
                </c:pt>
                <c:pt idx="10843">
                  <c:v>2.0183823432452033</c:v>
                </c:pt>
                <c:pt idx="10844">
                  <c:v>2.0177604338366191</c:v>
                </c:pt>
                <c:pt idx="10845">
                  <c:v>2.0163333772884111</c:v>
                </c:pt>
                <c:pt idx="10846">
                  <c:v>2.0163198061581062</c:v>
                </c:pt>
                <c:pt idx="10847">
                  <c:v>2.0171249807696534</c:v>
                </c:pt>
                <c:pt idx="10848">
                  <c:v>2.0179668578712557</c:v>
                </c:pt>
                <c:pt idx="10849">
                  <c:v>2.0183262455770201</c:v>
                </c:pt>
                <c:pt idx="10850">
                  <c:v>2.0181787762906311</c:v>
                </c:pt>
                <c:pt idx="10851">
                  <c:v>2.017266571064372</c:v>
                </c:pt>
                <c:pt idx="10852">
                  <c:v>2.0169105349332983</c:v>
                </c:pt>
                <c:pt idx="10853">
                  <c:v>2.0160009395397904</c:v>
                </c:pt>
                <c:pt idx="10854">
                  <c:v>2.0157883892661701</c:v>
                </c:pt>
                <c:pt idx="10855">
                  <c:v>2.0155449880222411</c:v>
                </c:pt>
                <c:pt idx="10856">
                  <c:v>2.0147402804333971</c:v>
                </c:pt>
                <c:pt idx="10857">
                  <c:v>2.014870634711325</c:v>
                </c:pt>
                <c:pt idx="10858">
                  <c:v>2.0152915869980879</c:v>
                </c:pt>
                <c:pt idx="10859">
                  <c:v>2.0148596459418475</c:v>
                </c:pt>
                <c:pt idx="10860">
                  <c:v>2.0130471857761369</c:v>
                </c:pt>
                <c:pt idx="10861">
                  <c:v>2.0125243401243931</c:v>
                </c:pt>
                <c:pt idx="10862">
                  <c:v>2.0151328816949077</c:v>
                </c:pt>
                <c:pt idx="10863">
                  <c:v>2.0165284279466387</c:v>
                </c:pt>
                <c:pt idx="10864">
                  <c:v>2.0159603360365708</c:v>
                </c:pt>
                <c:pt idx="10865">
                  <c:v>2.0154894672644557</c:v>
                </c:pt>
                <c:pt idx="10866">
                  <c:v>2.0152474670886353</c:v>
                </c:pt>
                <c:pt idx="10867">
                  <c:v>2.0156458099821983</c:v>
                </c:pt>
                <c:pt idx="10868">
                  <c:v>2.015849871431397</c:v>
                </c:pt>
                <c:pt idx="10869">
                  <c:v>2.0157741862816203</c:v>
                </c:pt>
                <c:pt idx="10870">
                  <c:v>2.0148640139777148</c:v>
                </c:pt>
                <c:pt idx="10871">
                  <c:v>2.0141226291729852</c:v>
                </c:pt>
                <c:pt idx="10872">
                  <c:v>2.0149354135073954</c:v>
                </c:pt>
                <c:pt idx="10873">
                  <c:v>2.0155186424474185</c:v>
                </c:pt>
                <c:pt idx="10874">
                  <c:v>2.0145637733236632</c:v>
                </c:pt>
                <c:pt idx="10875">
                  <c:v>2.0144199028592777</c:v>
                </c:pt>
                <c:pt idx="10876">
                  <c:v>2.014906650403288</c:v>
                </c:pt>
                <c:pt idx="10877">
                  <c:v>2.0150598338498056</c:v>
                </c:pt>
                <c:pt idx="10878">
                  <c:v>2.013222951143931</c:v>
                </c:pt>
                <c:pt idx="10879">
                  <c:v>2.0118648765961189</c:v>
                </c:pt>
                <c:pt idx="10880">
                  <c:v>2.012783153117514</c:v>
                </c:pt>
                <c:pt idx="10881">
                  <c:v>2.0128894694622095</c:v>
                </c:pt>
                <c:pt idx="10882">
                  <c:v>2.0139174688468384</c:v>
                </c:pt>
                <c:pt idx="10883">
                  <c:v>2.0153847168194106</c:v>
                </c:pt>
                <c:pt idx="10884">
                  <c:v>2.0156213874420343</c:v>
                </c:pt>
                <c:pt idx="10885">
                  <c:v>2.0147885760752513</c:v>
                </c:pt>
                <c:pt idx="10886">
                  <c:v>2.0147952792246326</c:v>
                </c:pt>
                <c:pt idx="10887">
                  <c:v>2.0159687149732974</c:v>
                </c:pt>
                <c:pt idx="10888">
                  <c:v>2.0175446144040792</c:v>
                </c:pt>
                <c:pt idx="10889">
                  <c:v>2.0180967451264809</c:v>
                </c:pt>
                <c:pt idx="10890">
                  <c:v>2.0183289378255425</c:v>
                </c:pt>
                <c:pt idx="10891">
                  <c:v>2.0176294751763697</c:v>
                </c:pt>
                <c:pt idx="10892">
                  <c:v>2.0146168765521635</c:v>
                </c:pt>
                <c:pt idx="10893">
                  <c:v>2.0126990615590867</c:v>
                </c:pt>
                <c:pt idx="10894">
                  <c:v>2.0132139403529594</c:v>
                </c:pt>
                <c:pt idx="10895">
                  <c:v>2.0133317674336828</c:v>
                </c:pt>
                <c:pt idx="10896">
                  <c:v>2.01334855277906</c:v>
                </c:pt>
                <c:pt idx="10897">
                  <c:v>2.0132263301905451</c:v>
                </c:pt>
                <c:pt idx="10898">
                  <c:v>2.0135429166391949</c:v>
                </c:pt>
                <c:pt idx="10899">
                  <c:v>2.0126350519768796</c:v>
                </c:pt>
                <c:pt idx="10900">
                  <c:v>2.0120276202720819</c:v>
                </c:pt>
                <c:pt idx="10901">
                  <c:v>2.0127479890551858</c:v>
                </c:pt>
                <c:pt idx="10902">
                  <c:v>2.0131983637722248</c:v>
                </c:pt>
                <c:pt idx="10903">
                  <c:v>2.0134173424759894</c:v>
                </c:pt>
                <c:pt idx="10904">
                  <c:v>2.0140771906111952</c:v>
                </c:pt>
                <c:pt idx="10905">
                  <c:v>2.0152099679127931</c:v>
                </c:pt>
                <c:pt idx="10906">
                  <c:v>2.0154195786905782</c:v>
                </c:pt>
                <c:pt idx="10907">
                  <c:v>2.0164917804004308</c:v>
                </c:pt>
                <c:pt idx="10908">
                  <c:v>2.017708539372761</c:v>
                </c:pt>
                <c:pt idx="10909">
                  <c:v>2.0172697303355971</c:v>
                </c:pt>
                <c:pt idx="10910">
                  <c:v>2.0165695808883322</c:v>
                </c:pt>
                <c:pt idx="10911">
                  <c:v>2.0150237357420715</c:v>
                </c:pt>
                <c:pt idx="10912">
                  <c:v>2.013018450143953</c:v>
                </c:pt>
                <c:pt idx="10913">
                  <c:v>2.0121696501175799</c:v>
                </c:pt>
                <c:pt idx="10914">
                  <c:v>2.0116329036724467</c:v>
                </c:pt>
                <c:pt idx="10915">
                  <c:v>2.0116189754071341</c:v>
                </c:pt>
                <c:pt idx="10916">
                  <c:v>2.014004582316872</c:v>
                </c:pt>
                <c:pt idx="10917">
                  <c:v>2.0150742840816687</c:v>
                </c:pt>
                <c:pt idx="10918">
                  <c:v>2.0138819751214259</c:v>
                </c:pt>
                <c:pt idx="10919">
                  <c:v>2.0131024043427619</c:v>
                </c:pt>
                <c:pt idx="10920">
                  <c:v>2.0133324817036988</c:v>
                </c:pt>
                <c:pt idx="10921">
                  <c:v>2.0140269994066062</c:v>
                </c:pt>
                <c:pt idx="10922">
                  <c:v>2.0150838717830379</c:v>
                </c:pt>
                <c:pt idx="10923">
                  <c:v>2.0149010736027781</c:v>
                </c:pt>
                <c:pt idx="10924">
                  <c:v>2.013893540801301</c:v>
                </c:pt>
                <c:pt idx="10925">
                  <c:v>2.0154522702797739</c:v>
                </c:pt>
                <c:pt idx="10926">
                  <c:v>2.017355635040988</c:v>
                </c:pt>
                <c:pt idx="10927">
                  <c:v>2.0178946891277114</c:v>
                </c:pt>
                <c:pt idx="10928">
                  <c:v>2.017324756598756</c:v>
                </c:pt>
                <c:pt idx="10929">
                  <c:v>2.0163433221247886</c:v>
                </c:pt>
                <c:pt idx="10930">
                  <c:v>2.0157587745324279</c:v>
                </c:pt>
                <c:pt idx="10931">
                  <c:v>2.0165005714160129</c:v>
                </c:pt>
                <c:pt idx="10932">
                  <c:v>2.0169752038416737</c:v>
                </c:pt>
                <c:pt idx="10933">
                  <c:v>2.0171473703874638</c:v>
                </c:pt>
                <c:pt idx="10934">
                  <c:v>2.0163613986505791</c:v>
                </c:pt>
                <c:pt idx="10935">
                  <c:v>2.0142928452121933</c:v>
                </c:pt>
                <c:pt idx="10936">
                  <c:v>2.0142482308081142</c:v>
                </c:pt>
                <c:pt idx="10937">
                  <c:v>2.0145720149007715</c:v>
                </c:pt>
                <c:pt idx="10938">
                  <c:v>2.01217753455968</c:v>
                </c:pt>
                <c:pt idx="10939">
                  <c:v>2.0116101569196281</c:v>
                </c:pt>
                <c:pt idx="10940">
                  <c:v>2.0127583184984945</c:v>
                </c:pt>
                <c:pt idx="10941">
                  <c:v>2.0136124206061403</c:v>
                </c:pt>
                <c:pt idx="10942">
                  <c:v>2.0134241829849895</c:v>
                </c:pt>
                <c:pt idx="10943">
                  <c:v>2.0131486670622625</c:v>
                </c:pt>
                <c:pt idx="10944">
                  <c:v>2.0130137249730775</c:v>
                </c:pt>
                <c:pt idx="10945">
                  <c:v>2.0140443891343049</c:v>
                </c:pt>
                <c:pt idx="10946">
                  <c:v>2.0170166040306805</c:v>
                </c:pt>
                <c:pt idx="10947">
                  <c:v>2.0196482220170986</c:v>
                </c:pt>
                <c:pt idx="10948">
                  <c:v>2.0188453275752183</c:v>
                </c:pt>
                <c:pt idx="10949">
                  <c:v>2.0165964759016286</c:v>
                </c:pt>
                <c:pt idx="10950">
                  <c:v>2.0152095008900903</c:v>
                </c:pt>
                <c:pt idx="10951">
                  <c:v>2.0159319575393946</c:v>
                </c:pt>
                <c:pt idx="10952">
                  <c:v>2.0159639348585747</c:v>
                </c:pt>
                <c:pt idx="10953">
                  <c:v>2.0156042724335728</c:v>
                </c:pt>
                <c:pt idx="10954">
                  <c:v>2.0166984791543041</c:v>
                </c:pt>
                <c:pt idx="10955">
                  <c:v>2.0171467660051428</c:v>
                </c:pt>
                <c:pt idx="10956">
                  <c:v>2.0170822344563857</c:v>
                </c:pt>
                <c:pt idx="10957">
                  <c:v>2.0161475297246216</c:v>
                </c:pt>
                <c:pt idx="10958">
                  <c:v>2.0150332410276697</c:v>
                </c:pt>
                <c:pt idx="10959">
                  <c:v>2.0128996066020526</c:v>
                </c:pt>
                <c:pt idx="10960">
                  <c:v>2.0130121865453505</c:v>
                </c:pt>
                <c:pt idx="10961">
                  <c:v>2.0144014691984791</c:v>
                </c:pt>
                <c:pt idx="10962">
                  <c:v>2.0141052669172108</c:v>
                </c:pt>
                <c:pt idx="10963">
                  <c:v>2.0143323498384649</c:v>
                </c:pt>
                <c:pt idx="10964">
                  <c:v>2.0155815256807541</c:v>
                </c:pt>
                <c:pt idx="10965">
                  <c:v>2.0174146722050064</c:v>
                </c:pt>
                <c:pt idx="10966">
                  <c:v>2.0180207303136193</c:v>
                </c:pt>
                <c:pt idx="10967">
                  <c:v>2.0163504648249488</c:v>
                </c:pt>
                <c:pt idx="10968">
                  <c:v>2.0152470824817037</c:v>
                </c:pt>
                <c:pt idx="10969">
                  <c:v>2.0178466407331705</c:v>
                </c:pt>
                <c:pt idx="10970">
                  <c:v>2.019988406848201</c:v>
                </c:pt>
                <c:pt idx="10971">
                  <c:v>2.0199879123535744</c:v>
                </c:pt>
                <c:pt idx="10972">
                  <c:v>2.0202823839036506</c:v>
                </c:pt>
                <c:pt idx="10973">
                  <c:v>2.0192692743016636</c:v>
                </c:pt>
                <c:pt idx="10974">
                  <c:v>2.0179877640051869</c:v>
                </c:pt>
                <c:pt idx="10975">
                  <c:v>2.0178068888595857</c:v>
                </c:pt>
                <c:pt idx="10976">
                  <c:v>2.0178330146590184</c:v>
                </c:pt>
                <c:pt idx="10977">
                  <c:v>2.0181789960660206</c:v>
                </c:pt>
                <c:pt idx="10978">
                  <c:v>2.017403051581284</c:v>
                </c:pt>
                <c:pt idx="10979">
                  <c:v>2.0165369717149075</c:v>
                </c:pt>
                <c:pt idx="10980">
                  <c:v>2.0162275829102656</c:v>
                </c:pt>
                <c:pt idx="10981">
                  <c:v>2.016370739104635</c:v>
                </c:pt>
                <c:pt idx="10982">
                  <c:v>2.0161355794378144</c:v>
                </c:pt>
                <c:pt idx="10983">
                  <c:v>2.0156679798246193</c:v>
                </c:pt>
                <c:pt idx="10984">
                  <c:v>2.0154365013955737</c:v>
                </c:pt>
                <c:pt idx="10985">
                  <c:v>2.014570696248434</c:v>
                </c:pt>
                <c:pt idx="10986">
                  <c:v>2.0128438660688777</c:v>
                </c:pt>
                <c:pt idx="10987">
                  <c:v>2.0130278180699324</c:v>
                </c:pt>
                <c:pt idx="10988">
                  <c:v>2.0144157545988</c:v>
                </c:pt>
                <c:pt idx="10989">
                  <c:v>2.0156888310147032</c:v>
                </c:pt>
                <c:pt idx="10990">
                  <c:v>2.0147919001780181</c:v>
                </c:pt>
                <c:pt idx="10991">
                  <c:v>2.0140983165205162</c:v>
                </c:pt>
                <c:pt idx="10992">
                  <c:v>2.0140217522691808</c:v>
                </c:pt>
                <c:pt idx="10993">
                  <c:v>2.0139348585745367</c:v>
                </c:pt>
                <c:pt idx="10994">
                  <c:v>2.0137060998659368</c:v>
                </c:pt>
                <c:pt idx="10995">
                  <c:v>2.0137903013120591</c:v>
                </c:pt>
                <c:pt idx="10996">
                  <c:v>2.0141640568339159</c:v>
                </c:pt>
                <c:pt idx="10997">
                  <c:v>2.0149187380497131</c:v>
                </c:pt>
                <c:pt idx="10998">
                  <c:v>2.014663359047054</c:v>
                </c:pt>
                <c:pt idx="10999">
                  <c:v>2.0137057976747763</c:v>
                </c:pt>
                <c:pt idx="11000">
                  <c:v>2.0138540636469529</c:v>
                </c:pt>
                <c:pt idx="11001">
                  <c:v>2.014178204874618</c:v>
                </c:pt>
                <c:pt idx="11002">
                  <c:v>2.0149132161930505</c:v>
                </c:pt>
                <c:pt idx="11003">
                  <c:v>2.0153633436627767</c:v>
                </c:pt>
                <c:pt idx="11004">
                  <c:v>2.0153372178633435</c:v>
                </c:pt>
                <c:pt idx="11005">
                  <c:v>2.0152874936814578</c:v>
                </c:pt>
                <c:pt idx="11006">
                  <c:v>2.0151611228324651</c:v>
                </c:pt>
                <c:pt idx="11007">
                  <c:v>2.0155367464451333</c:v>
                </c:pt>
                <c:pt idx="11008">
                  <c:v>2.0144758631678426</c:v>
                </c:pt>
                <c:pt idx="11009">
                  <c:v>2.0139604898793433</c:v>
                </c:pt>
                <c:pt idx="11010">
                  <c:v>2.015242302366981</c:v>
                </c:pt>
                <c:pt idx="11011">
                  <c:v>2.01584044856157</c:v>
                </c:pt>
                <c:pt idx="11012">
                  <c:v>2.0151484582756423</c:v>
                </c:pt>
                <c:pt idx="11013">
                  <c:v>2.0150754104305402</c:v>
                </c:pt>
                <c:pt idx="11014">
                  <c:v>2.0147370936902487</c:v>
                </c:pt>
                <c:pt idx="11015">
                  <c:v>2.0139054910881078</c:v>
                </c:pt>
                <c:pt idx="11016">
                  <c:v>2.0131240796905563</c:v>
                </c:pt>
                <c:pt idx="11017">
                  <c:v>2.01340849651656</c:v>
                </c:pt>
                <c:pt idx="11018">
                  <c:v>2.0138720577569722</c:v>
                </c:pt>
                <c:pt idx="11019">
                  <c:v>2.0148707445990199</c:v>
                </c:pt>
                <c:pt idx="11020">
                  <c:v>2.0157562196435244</c:v>
                </c:pt>
                <c:pt idx="11021">
                  <c:v>2.0161473374211556</c:v>
                </c:pt>
                <c:pt idx="11022">
                  <c:v>2.0157971802817523</c:v>
                </c:pt>
                <c:pt idx="11023">
                  <c:v>2.0147367365552404</c:v>
                </c:pt>
                <c:pt idx="11024">
                  <c:v>2.0143230093844093</c:v>
                </c:pt>
                <c:pt idx="11025">
                  <c:v>2.0149053317509504</c:v>
                </c:pt>
                <c:pt idx="11026">
                  <c:v>2.0140065877673017</c:v>
                </c:pt>
                <c:pt idx="11027">
                  <c:v>2.0122523955517462</c:v>
                </c:pt>
                <c:pt idx="11028">
                  <c:v>2.0120345981407004</c:v>
                </c:pt>
                <c:pt idx="11029">
                  <c:v>2.0127158194325401</c:v>
                </c:pt>
                <c:pt idx="11030">
                  <c:v>2.0139717533680579</c:v>
                </c:pt>
                <c:pt idx="11031">
                  <c:v>2.0148636843146304</c:v>
                </c:pt>
                <c:pt idx="11032">
                  <c:v>2.0144764126063164</c:v>
                </c:pt>
                <c:pt idx="11033">
                  <c:v>2.015350761521725</c:v>
                </c:pt>
                <c:pt idx="11034">
                  <c:v>2.0159312157974552</c:v>
                </c:pt>
                <c:pt idx="11035">
                  <c:v>2.0149154414188701</c:v>
                </c:pt>
                <c:pt idx="11036">
                  <c:v>2.0145483341025474</c:v>
                </c:pt>
                <c:pt idx="11037">
                  <c:v>2.014001999956045</c:v>
                </c:pt>
                <c:pt idx="11038">
                  <c:v>2.0144974560998659</c:v>
                </c:pt>
                <c:pt idx="11039">
                  <c:v>2.0145238566185357</c:v>
                </c:pt>
                <c:pt idx="11040">
                  <c:v>2.0134091008988815</c:v>
                </c:pt>
                <c:pt idx="11041">
                  <c:v>2.0140067251269205</c:v>
                </c:pt>
                <c:pt idx="11042">
                  <c:v>2.01538010153623</c:v>
                </c:pt>
                <c:pt idx="11043">
                  <c:v>2.0148845629766381</c:v>
                </c:pt>
                <c:pt idx="11044">
                  <c:v>2.0140017252368079</c:v>
                </c:pt>
                <c:pt idx="11045">
                  <c:v>2.0145021537988175</c:v>
                </c:pt>
                <c:pt idx="11046">
                  <c:v>2.0144634458583326</c:v>
                </c:pt>
                <c:pt idx="11047">
                  <c:v>2.014457511922815</c:v>
                </c:pt>
                <c:pt idx="11048">
                  <c:v>2.0148684094855058</c:v>
                </c:pt>
                <c:pt idx="11049">
                  <c:v>2.0140717236983803</c:v>
                </c:pt>
                <c:pt idx="11050">
                  <c:v>2.0123274213753546</c:v>
                </c:pt>
                <c:pt idx="11051">
                  <c:v>2.0104599074745608</c:v>
                </c:pt>
                <c:pt idx="11052">
                  <c:v>2.0095481417990815</c:v>
                </c:pt>
                <c:pt idx="11053">
                  <c:v>2.0098533823432452</c:v>
                </c:pt>
                <c:pt idx="11054">
                  <c:v>2.0110987121162172</c:v>
                </c:pt>
                <c:pt idx="11055">
                  <c:v>2.0116530131205907</c:v>
                </c:pt>
                <c:pt idx="11056">
                  <c:v>2.0139537592580381</c:v>
                </c:pt>
                <c:pt idx="11057">
                  <c:v>2.0151559306388869</c:v>
                </c:pt>
                <c:pt idx="11058">
                  <c:v>2.0162182424562096</c:v>
                </c:pt>
                <c:pt idx="11059">
                  <c:v>2.0164867530383948</c:v>
                </c:pt>
                <c:pt idx="11060">
                  <c:v>2.0155381749851653</c:v>
                </c:pt>
                <c:pt idx="11061">
                  <c:v>2.0152145557240502</c:v>
                </c:pt>
                <c:pt idx="11062">
                  <c:v>2.0158843761675569</c:v>
                </c:pt>
                <c:pt idx="11063">
                  <c:v>2.0149039032109184</c:v>
                </c:pt>
                <c:pt idx="11064">
                  <c:v>2.0121142117755655</c:v>
                </c:pt>
                <c:pt idx="11065">
                  <c:v>2.0110986297004461</c:v>
                </c:pt>
                <c:pt idx="11066">
                  <c:v>2.0113835684930002</c:v>
                </c:pt>
                <c:pt idx="11067">
                  <c:v>2.0111233819036944</c:v>
                </c:pt>
                <c:pt idx="11068">
                  <c:v>2.0123298114327159</c:v>
                </c:pt>
                <c:pt idx="11069">
                  <c:v>2.0143685303619701</c:v>
                </c:pt>
                <c:pt idx="11070">
                  <c:v>2.0143844640777124</c:v>
                </c:pt>
                <c:pt idx="11071">
                  <c:v>2.0135411584360785</c:v>
                </c:pt>
                <c:pt idx="11072">
                  <c:v>2.0138940627678514</c:v>
                </c:pt>
                <c:pt idx="11073">
                  <c:v>2.01516606777873</c:v>
                </c:pt>
                <c:pt idx="11074">
                  <c:v>2.0152967242478188</c:v>
                </c:pt>
                <c:pt idx="11075">
                  <c:v>2.0148314872200612</c:v>
                </c:pt>
                <c:pt idx="11076">
                  <c:v>2.0145970692951805</c:v>
                </c:pt>
                <c:pt idx="11077">
                  <c:v>2.0142221324806049</c:v>
                </c:pt>
                <c:pt idx="11078">
                  <c:v>2.0157172644557262</c:v>
                </c:pt>
                <c:pt idx="11079">
                  <c:v>2.0168102898837388</c:v>
                </c:pt>
                <c:pt idx="11080">
                  <c:v>2.016340382628953</c:v>
                </c:pt>
                <c:pt idx="11081">
                  <c:v>2.0155164172215994</c:v>
                </c:pt>
                <c:pt idx="11082">
                  <c:v>2.0151735950858223</c:v>
                </c:pt>
                <c:pt idx="11083">
                  <c:v>2.014006313048065</c:v>
                </c:pt>
                <c:pt idx="11084">
                  <c:v>2.0138605744928681</c:v>
                </c:pt>
                <c:pt idx="11085">
                  <c:v>2.0145797070394056</c:v>
                </c:pt>
                <c:pt idx="11086">
                  <c:v>2.0141411727214789</c:v>
                </c:pt>
                <c:pt idx="11087">
                  <c:v>2.0152171380848771</c:v>
                </c:pt>
                <c:pt idx="11088">
                  <c:v>2.0152628513659039</c:v>
                </c:pt>
                <c:pt idx="11089">
                  <c:v>2.0138947495659436</c:v>
                </c:pt>
                <c:pt idx="11090">
                  <c:v>2.0144698742884772</c:v>
                </c:pt>
                <c:pt idx="11091">
                  <c:v>2.0153170259994284</c:v>
                </c:pt>
                <c:pt idx="11092">
                  <c:v>2.0146064921650075</c:v>
                </c:pt>
                <c:pt idx="11093">
                  <c:v>2.0130041922155555</c:v>
                </c:pt>
                <c:pt idx="11094">
                  <c:v>2.0119814674402758</c:v>
                </c:pt>
                <c:pt idx="11095">
                  <c:v>2.0127648842882575</c:v>
                </c:pt>
                <c:pt idx="11096">
                  <c:v>2.0139185402518627</c:v>
                </c:pt>
                <c:pt idx="11097">
                  <c:v>2.0147324234632205</c:v>
                </c:pt>
                <c:pt idx="11098">
                  <c:v>2.0155321586338761</c:v>
                </c:pt>
                <c:pt idx="11099">
                  <c:v>2.0168395749543966</c:v>
                </c:pt>
                <c:pt idx="11100">
                  <c:v>2.016768889694732</c:v>
                </c:pt>
                <c:pt idx="11101">
                  <c:v>2.0150746686886003</c:v>
                </c:pt>
                <c:pt idx="11102">
                  <c:v>2.0133677281817981</c:v>
                </c:pt>
                <c:pt idx="11103">
                  <c:v>2.0132555877892795</c:v>
                </c:pt>
                <c:pt idx="11104">
                  <c:v>2.01591965011758</c:v>
                </c:pt>
                <c:pt idx="11105">
                  <c:v>2.0181845179226832</c:v>
                </c:pt>
                <c:pt idx="11106">
                  <c:v>2.017638952990044</c:v>
                </c:pt>
                <c:pt idx="11107">
                  <c:v>2.0183601459308589</c:v>
                </c:pt>
                <c:pt idx="11108">
                  <c:v>2.0183729753192239</c:v>
                </c:pt>
                <c:pt idx="11109">
                  <c:v>2.0165766137007979</c:v>
                </c:pt>
                <c:pt idx="11110">
                  <c:v>2.0151207940484825</c:v>
                </c:pt>
                <c:pt idx="11111">
                  <c:v>2.0145689105733942</c:v>
                </c:pt>
                <c:pt idx="11112">
                  <c:v>2.0137695050658229</c:v>
                </c:pt>
                <c:pt idx="11113">
                  <c:v>2.0134328915848005</c:v>
                </c:pt>
                <c:pt idx="11114">
                  <c:v>2.013982412474451</c:v>
                </c:pt>
                <c:pt idx="11115">
                  <c:v>2.0145236368431463</c:v>
                </c:pt>
                <c:pt idx="11116">
                  <c:v>2.0139564240346366</c:v>
                </c:pt>
                <c:pt idx="11117">
                  <c:v>2.01405290543065</c:v>
                </c:pt>
                <c:pt idx="11118">
                  <c:v>2.0137859882200391</c:v>
                </c:pt>
                <c:pt idx="11119">
                  <c:v>2.0140788114546933</c:v>
                </c:pt>
                <c:pt idx="11120">
                  <c:v>2.0154588085976131</c:v>
                </c:pt>
                <c:pt idx="11121">
                  <c:v>2.0161836003604314</c:v>
                </c:pt>
                <c:pt idx="11122">
                  <c:v>2.0163952990044174</c:v>
                </c:pt>
                <c:pt idx="11123">
                  <c:v>2.0152516702929608</c:v>
                </c:pt>
                <c:pt idx="11124">
                  <c:v>2.0146720401749412</c:v>
                </c:pt>
                <c:pt idx="11125">
                  <c:v>2.0154729016944684</c:v>
                </c:pt>
                <c:pt idx="11126">
                  <c:v>2.0172579723522559</c:v>
                </c:pt>
                <c:pt idx="11127">
                  <c:v>2.0179197709940442</c:v>
                </c:pt>
                <c:pt idx="11128">
                  <c:v>2.0170761631612493</c:v>
                </c:pt>
                <c:pt idx="11129">
                  <c:v>2.0158859420672073</c:v>
                </c:pt>
                <c:pt idx="11130">
                  <c:v>2.0160745093514429</c:v>
                </c:pt>
                <c:pt idx="11131">
                  <c:v>2.0169407540493616</c:v>
                </c:pt>
                <c:pt idx="11132">
                  <c:v>2.014624458803103</c:v>
                </c:pt>
                <c:pt idx="11133">
                  <c:v>2.0132377035669546</c:v>
                </c:pt>
                <c:pt idx="11134">
                  <c:v>2.0147041548537397</c:v>
                </c:pt>
                <c:pt idx="11135">
                  <c:v>2.0154278202676865</c:v>
                </c:pt>
                <c:pt idx="11136">
                  <c:v>2.0141752104349355</c:v>
                </c:pt>
                <c:pt idx="11137">
                  <c:v>2.0125917836970615</c:v>
                </c:pt>
                <c:pt idx="11138">
                  <c:v>2.0107328685083843</c:v>
                </c:pt>
                <c:pt idx="11139">
                  <c:v>2.009098783543219</c:v>
                </c:pt>
                <c:pt idx="11140">
                  <c:v>2.0101981275136809</c:v>
                </c:pt>
                <c:pt idx="11141">
                  <c:v>2.0121792927627964</c:v>
                </c:pt>
                <c:pt idx="11142">
                  <c:v>2.0145659436056351</c:v>
                </c:pt>
                <c:pt idx="11143">
                  <c:v>2.0164629348805523</c:v>
                </c:pt>
                <c:pt idx="11144">
                  <c:v>2.0170011922814881</c:v>
                </c:pt>
                <c:pt idx="11145">
                  <c:v>2.0166455682292699</c:v>
                </c:pt>
                <c:pt idx="11146">
                  <c:v>2.0174334630008133</c:v>
                </c:pt>
                <c:pt idx="11147">
                  <c:v>2.0181044097931915</c:v>
                </c:pt>
                <c:pt idx="11148">
                  <c:v>2.0182035559658029</c:v>
                </c:pt>
                <c:pt idx="11149">
                  <c:v>2.0183568493000155</c:v>
                </c:pt>
                <c:pt idx="11150">
                  <c:v>2.0183630854266941</c:v>
                </c:pt>
                <c:pt idx="11151">
                  <c:v>2.0160088514538144</c:v>
                </c:pt>
                <c:pt idx="11152">
                  <c:v>2.0139456275686247</c:v>
                </c:pt>
                <c:pt idx="11153">
                  <c:v>2.0154488912331598</c:v>
                </c:pt>
                <c:pt idx="11154">
                  <c:v>2.0158364101887871</c:v>
                </c:pt>
                <c:pt idx="11155">
                  <c:v>2.0168339981538868</c:v>
                </c:pt>
                <c:pt idx="11156">
                  <c:v>2.0177857354783413</c:v>
                </c:pt>
                <c:pt idx="11157">
                  <c:v>2.0180943825410429</c:v>
                </c:pt>
                <c:pt idx="11158">
                  <c:v>2.0172615986461837</c:v>
                </c:pt>
                <c:pt idx="11159">
                  <c:v>2.0171751719742423</c:v>
                </c:pt>
                <c:pt idx="11160">
                  <c:v>2.0169399848354983</c:v>
                </c:pt>
                <c:pt idx="11161">
                  <c:v>2.015935968440254</c:v>
                </c:pt>
                <c:pt idx="11162">
                  <c:v>2.0144055899870335</c:v>
                </c:pt>
                <c:pt idx="11163">
                  <c:v>2.0134650612074458</c:v>
                </c:pt>
                <c:pt idx="11164">
                  <c:v>2.0151393375969757</c:v>
                </c:pt>
                <c:pt idx="11165">
                  <c:v>2.0163776620294058</c:v>
                </c:pt>
                <c:pt idx="11166">
                  <c:v>2.016825014834839</c:v>
                </c:pt>
                <c:pt idx="11167">
                  <c:v>2.0177250225269776</c:v>
                </c:pt>
                <c:pt idx="11168">
                  <c:v>2.0170265763389814</c:v>
                </c:pt>
                <c:pt idx="11169">
                  <c:v>2.0142613349157164</c:v>
                </c:pt>
                <c:pt idx="11170">
                  <c:v>2.0126578811454694</c:v>
                </c:pt>
                <c:pt idx="11171">
                  <c:v>2.0127369178699368</c:v>
                </c:pt>
                <c:pt idx="11172">
                  <c:v>2.0123121744577044</c:v>
                </c:pt>
                <c:pt idx="11173">
                  <c:v>2.0116146623151141</c:v>
                </c:pt>
                <c:pt idx="11174">
                  <c:v>2.0109586877211489</c:v>
                </c:pt>
                <c:pt idx="11175">
                  <c:v>2.0114472484121229</c:v>
                </c:pt>
                <c:pt idx="11176">
                  <c:v>2.0124168974308256</c:v>
                </c:pt>
                <c:pt idx="11177">
                  <c:v>2.0122367090833166</c:v>
                </c:pt>
                <c:pt idx="11178">
                  <c:v>2.01251420298455</c:v>
                </c:pt>
                <c:pt idx="11179">
                  <c:v>2.0129397980264172</c:v>
                </c:pt>
                <c:pt idx="11180">
                  <c:v>2.0128794147381375</c:v>
                </c:pt>
                <c:pt idx="11181">
                  <c:v>2.0135500593393552</c:v>
                </c:pt>
                <c:pt idx="11182">
                  <c:v>2.0160844267158962</c:v>
                </c:pt>
                <c:pt idx="11183">
                  <c:v>2.0155568284213534</c:v>
                </c:pt>
                <c:pt idx="11184">
                  <c:v>2.0130547130832288</c:v>
                </c:pt>
                <c:pt idx="11185">
                  <c:v>2.0129838080481748</c:v>
                </c:pt>
                <c:pt idx="11186">
                  <c:v>2.0136144810004177</c:v>
                </c:pt>
                <c:pt idx="11187">
                  <c:v>2.0134492373793984</c:v>
                </c:pt>
                <c:pt idx="11188">
                  <c:v>2.0127647194567153</c:v>
                </c:pt>
                <c:pt idx="11189">
                  <c:v>2.0120591580404827</c:v>
                </c:pt>
                <c:pt idx="11190">
                  <c:v>2.0128620799542869</c:v>
                </c:pt>
                <c:pt idx="11191">
                  <c:v>2.0129993571569855</c:v>
                </c:pt>
                <c:pt idx="11192">
                  <c:v>2.0121086624469791</c:v>
                </c:pt>
                <c:pt idx="11193">
                  <c:v>2.0116142502362586</c:v>
                </c:pt>
                <c:pt idx="11194">
                  <c:v>2.0115255433946508</c:v>
                </c:pt>
                <c:pt idx="11195">
                  <c:v>2.0118288059603087</c:v>
                </c:pt>
                <c:pt idx="11196">
                  <c:v>2.0131061954682314</c:v>
                </c:pt>
                <c:pt idx="11197">
                  <c:v>2.0150571416012837</c:v>
                </c:pt>
                <c:pt idx="11198">
                  <c:v>2.0163503274653305</c:v>
                </c:pt>
                <c:pt idx="11199">
                  <c:v>2.0175999703303225</c:v>
                </c:pt>
                <c:pt idx="11200">
                  <c:v>2.0182176215907344</c:v>
                </c:pt>
                <c:pt idx="11201">
                  <c:v>2.0171903090041976</c:v>
                </c:pt>
                <c:pt idx="11202">
                  <c:v>2.0175571416012836</c:v>
                </c:pt>
                <c:pt idx="11203">
                  <c:v>2.0188924144524298</c:v>
                </c:pt>
                <c:pt idx="11204">
                  <c:v>2.0195005329553197</c:v>
                </c:pt>
                <c:pt idx="11205">
                  <c:v>2.0184185237687085</c:v>
                </c:pt>
                <c:pt idx="11206">
                  <c:v>2.0165857618513878</c:v>
                </c:pt>
                <c:pt idx="11207">
                  <c:v>2.0144631161952486</c:v>
                </c:pt>
                <c:pt idx="11208">
                  <c:v>2.0134928078503771</c:v>
                </c:pt>
                <c:pt idx="11209">
                  <c:v>2.0124170622623678</c:v>
                </c:pt>
                <c:pt idx="11210">
                  <c:v>2.0123111579965274</c:v>
                </c:pt>
                <c:pt idx="11211">
                  <c:v>2.0138386518977605</c:v>
                </c:pt>
                <c:pt idx="11212">
                  <c:v>2.0154706764686492</c:v>
                </c:pt>
                <c:pt idx="11213">
                  <c:v>2.0163883760796466</c:v>
                </c:pt>
                <c:pt idx="11214">
                  <c:v>2.0149119250126373</c:v>
                </c:pt>
                <c:pt idx="11215">
                  <c:v>2.0137755488890354</c:v>
                </c:pt>
                <c:pt idx="11216">
                  <c:v>2.0152593624315949</c:v>
                </c:pt>
                <c:pt idx="11217">
                  <c:v>2.0159183864090897</c:v>
                </c:pt>
                <c:pt idx="11218">
                  <c:v>2.0161633810245929</c:v>
                </c:pt>
                <c:pt idx="11219">
                  <c:v>2.0163495307795434</c:v>
                </c:pt>
                <c:pt idx="11220">
                  <c:v>2.0163071416012834</c:v>
                </c:pt>
                <c:pt idx="11221">
                  <c:v>2.0162606865783168</c:v>
                </c:pt>
                <c:pt idx="11222">
                  <c:v>2.0168491077119186</c:v>
                </c:pt>
                <c:pt idx="11223">
                  <c:v>2.0163068668820467</c:v>
                </c:pt>
                <c:pt idx="11224">
                  <c:v>2.0141135084943187</c:v>
                </c:pt>
                <c:pt idx="11225">
                  <c:v>2.0135537405771302</c:v>
                </c:pt>
                <c:pt idx="11226">
                  <c:v>2.0128007900925255</c:v>
                </c:pt>
                <c:pt idx="11227">
                  <c:v>2.0117814993077077</c:v>
                </c:pt>
                <c:pt idx="11228">
                  <c:v>2.0134445671523702</c:v>
                </c:pt>
                <c:pt idx="11229">
                  <c:v>2.0144243258389927</c:v>
                </c:pt>
                <c:pt idx="11230">
                  <c:v>2.0138566734797037</c:v>
                </c:pt>
                <c:pt idx="11231">
                  <c:v>2.0142330663062351</c:v>
                </c:pt>
                <c:pt idx="11232">
                  <c:v>2.0155170765477681</c:v>
                </c:pt>
                <c:pt idx="11233">
                  <c:v>2.0153722445660534</c:v>
                </c:pt>
                <c:pt idx="11234">
                  <c:v>2.0142941363926066</c:v>
                </c:pt>
                <c:pt idx="11235">
                  <c:v>2.0142474341223271</c:v>
                </c:pt>
                <c:pt idx="11236">
                  <c:v>2.0146878914749125</c:v>
                </c:pt>
                <c:pt idx="11237">
                  <c:v>2.0147945649546162</c:v>
                </c:pt>
                <c:pt idx="11238">
                  <c:v>2.0154432594888023</c:v>
                </c:pt>
                <c:pt idx="11239">
                  <c:v>2.0163820300652735</c:v>
                </c:pt>
                <c:pt idx="11240">
                  <c:v>2.0177310388782663</c:v>
                </c:pt>
                <c:pt idx="11241">
                  <c:v>2.0177871365464495</c:v>
                </c:pt>
                <c:pt idx="11242">
                  <c:v>2.017686259642645</c:v>
                </c:pt>
                <c:pt idx="11243">
                  <c:v>2.0174961539306828</c:v>
                </c:pt>
                <c:pt idx="11244">
                  <c:v>2.0164948847278081</c:v>
                </c:pt>
                <c:pt idx="11245">
                  <c:v>2.0153465857893234</c:v>
                </c:pt>
                <c:pt idx="11246">
                  <c:v>2.0139993901232942</c:v>
                </c:pt>
                <c:pt idx="11247">
                  <c:v>2.0130072965429333</c:v>
                </c:pt>
                <c:pt idx="11248">
                  <c:v>2.0140468341355136</c:v>
                </c:pt>
                <c:pt idx="11249">
                  <c:v>2.0157142974879672</c:v>
                </c:pt>
                <c:pt idx="11250">
                  <c:v>2.0154750719764403</c:v>
                </c:pt>
                <c:pt idx="11251">
                  <c:v>2.0146042119953407</c:v>
                </c:pt>
                <c:pt idx="11252">
                  <c:v>2.0138602723017076</c:v>
                </c:pt>
                <c:pt idx="11253">
                  <c:v>2.0137599723083008</c:v>
                </c:pt>
                <c:pt idx="11254">
                  <c:v>2.0134153644974835</c:v>
                </c:pt>
                <c:pt idx="11255">
                  <c:v>2.0140648282455329</c:v>
                </c:pt>
                <c:pt idx="11256">
                  <c:v>2.0145583338827717</c:v>
                </c:pt>
                <c:pt idx="11257">
                  <c:v>2.0132977022483023</c:v>
                </c:pt>
                <c:pt idx="11258">
                  <c:v>2.011745620975363</c:v>
                </c:pt>
                <c:pt idx="11259">
                  <c:v>2.0130500703281244</c:v>
                </c:pt>
                <c:pt idx="11260">
                  <c:v>2.0130703446078106</c:v>
                </c:pt>
                <c:pt idx="11261">
                  <c:v>2.0109439078262015</c:v>
                </c:pt>
                <c:pt idx="11262">
                  <c:v>2.0109348970352299</c:v>
                </c:pt>
                <c:pt idx="11263">
                  <c:v>2.0128265038131028</c:v>
                </c:pt>
                <c:pt idx="11264">
                  <c:v>2.0145755587789278</c:v>
                </c:pt>
                <c:pt idx="11265">
                  <c:v>2.0156657545988002</c:v>
                </c:pt>
                <c:pt idx="11266">
                  <c:v>2.0159427265334826</c:v>
                </c:pt>
                <c:pt idx="11267">
                  <c:v>2.0160101151623042</c:v>
                </c:pt>
                <c:pt idx="11268">
                  <c:v>2.0170808059163536</c:v>
                </c:pt>
                <c:pt idx="11269">
                  <c:v>2.0180153458165755</c:v>
                </c:pt>
                <c:pt idx="11270">
                  <c:v>2.0183497065998548</c:v>
                </c:pt>
                <c:pt idx="11271">
                  <c:v>2.0182284180567458</c:v>
                </c:pt>
                <c:pt idx="11272">
                  <c:v>2.0192394123206086</c:v>
                </c:pt>
                <c:pt idx="11273">
                  <c:v>2.0183886892595768</c:v>
                </c:pt>
                <c:pt idx="11274">
                  <c:v>2.0177075503835082</c:v>
                </c:pt>
                <c:pt idx="11275">
                  <c:v>2.0179632590492518</c:v>
                </c:pt>
                <c:pt idx="11276">
                  <c:v>2.0164532647634119</c:v>
                </c:pt>
                <c:pt idx="11277">
                  <c:v>2.0160129447704445</c:v>
                </c:pt>
                <c:pt idx="11278">
                  <c:v>2.0166788367288633</c:v>
                </c:pt>
                <c:pt idx="11279">
                  <c:v>2.0165247192369398</c:v>
                </c:pt>
                <c:pt idx="11280">
                  <c:v>2.0159145952836202</c:v>
                </c:pt>
                <c:pt idx="11281">
                  <c:v>2.0160275323619263</c:v>
                </c:pt>
                <c:pt idx="11282">
                  <c:v>2.0173415968879804</c:v>
                </c:pt>
                <c:pt idx="11283">
                  <c:v>2.0171981659743743</c:v>
                </c:pt>
                <c:pt idx="11284">
                  <c:v>2.0170985802509835</c:v>
                </c:pt>
                <c:pt idx="11285">
                  <c:v>2.016481780620206</c:v>
                </c:pt>
                <c:pt idx="11286">
                  <c:v>2.0155969099580231</c:v>
                </c:pt>
                <c:pt idx="11287">
                  <c:v>2.0151753258170149</c:v>
                </c:pt>
                <c:pt idx="11288">
                  <c:v>2.0148937935429991</c:v>
                </c:pt>
                <c:pt idx="11289">
                  <c:v>2.0159811048108831</c:v>
                </c:pt>
                <c:pt idx="11290">
                  <c:v>2.017507609722863</c:v>
                </c:pt>
                <c:pt idx="11291">
                  <c:v>2.017282367420496</c:v>
                </c:pt>
                <c:pt idx="11292">
                  <c:v>2.0159965440319993</c:v>
                </c:pt>
                <c:pt idx="11293">
                  <c:v>2.0141184534405836</c:v>
                </c:pt>
                <c:pt idx="11294">
                  <c:v>2.013600690094723</c:v>
                </c:pt>
                <c:pt idx="11295">
                  <c:v>2.0145252851585678</c:v>
                </c:pt>
                <c:pt idx="11296">
                  <c:v>2.0140477956528429</c:v>
                </c:pt>
                <c:pt idx="11297">
                  <c:v>2.013225835695919</c:v>
                </c:pt>
                <c:pt idx="11298">
                  <c:v>2.0130630096041844</c:v>
                </c:pt>
                <c:pt idx="11299">
                  <c:v>2.0130739159578912</c:v>
                </c:pt>
                <c:pt idx="11300">
                  <c:v>2.0138753269158918</c:v>
                </c:pt>
                <c:pt idx="11301">
                  <c:v>2.0152386760730532</c:v>
                </c:pt>
                <c:pt idx="11302">
                  <c:v>2.0153440309004198</c:v>
                </c:pt>
                <c:pt idx="11303">
                  <c:v>2.0145132249840665</c:v>
                </c:pt>
                <c:pt idx="11304">
                  <c:v>2.0124751379090569</c:v>
                </c:pt>
                <c:pt idx="11305">
                  <c:v>2.0110441254038371</c:v>
                </c:pt>
                <c:pt idx="11306">
                  <c:v>2.0116669413859034</c:v>
                </c:pt>
                <c:pt idx="11307">
                  <c:v>2.0120070163293113</c:v>
                </c:pt>
                <c:pt idx="11308">
                  <c:v>2.0123236302498846</c:v>
                </c:pt>
                <c:pt idx="11309">
                  <c:v>2.0119321003933979</c:v>
                </c:pt>
                <c:pt idx="11310">
                  <c:v>2.0113826619195181</c:v>
                </c:pt>
                <c:pt idx="11311">
                  <c:v>2.0124304685611305</c:v>
                </c:pt>
                <c:pt idx="11312">
                  <c:v>2.0138915353508713</c:v>
                </c:pt>
                <c:pt idx="11313">
                  <c:v>2.0146400353838376</c:v>
                </c:pt>
                <c:pt idx="11314">
                  <c:v>2.0136096459418473</c:v>
                </c:pt>
                <c:pt idx="11315">
                  <c:v>2.0123946451726336</c:v>
                </c:pt>
                <c:pt idx="11316">
                  <c:v>2.0122800597789059</c:v>
                </c:pt>
                <c:pt idx="11317">
                  <c:v>2.0135572020395158</c:v>
                </c:pt>
                <c:pt idx="11318">
                  <c:v>2.0138209874508251</c:v>
                </c:pt>
                <c:pt idx="11319">
                  <c:v>2.0131075415924924</c:v>
                </c:pt>
                <c:pt idx="11320">
                  <c:v>2.0133826729082878</c:v>
                </c:pt>
                <c:pt idx="11321">
                  <c:v>2.013013944748467</c:v>
                </c:pt>
                <c:pt idx="11322">
                  <c:v>2.0125359882200393</c:v>
                </c:pt>
                <c:pt idx="11323">
                  <c:v>2.0137671974242326</c:v>
                </c:pt>
                <c:pt idx="11324">
                  <c:v>2.0157667413902991</c:v>
                </c:pt>
                <c:pt idx="11325">
                  <c:v>2.0172846475901629</c:v>
                </c:pt>
                <c:pt idx="11326">
                  <c:v>2.0193522395112193</c:v>
                </c:pt>
                <c:pt idx="11327">
                  <c:v>2.0195914375508233</c:v>
                </c:pt>
                <c:pt idx="11328">
                  <c:v>2.0194471275356585</c:v>
                </c:pt>
                <c:pt idx="11329">
                  <c:v>2.0188235972835762</c:v>
                </c:pt>
                <c:pt idx="11330">
                  <c:v>2.0167396046240742</c:v>
                </c:pt>
                <c:pt idx="11331">
                  <c:v>2.0160435484934398</c:v>
                </c:pt>
                <c:pt idx="11332">
                  <c:v>2.0162370881958638</c:v>
                </c:pt>
                <c:pt idx="11333">
                  <c:v>2.0169414683193776</c:v>
                </c:pt>
                <c:pt idx="11334">
                  <c:v>2.0180877343355093</c:v>
                </c:pt>
                <c:pt idx="11335">
                  <c:v>2.0192304839454076</c:v>
                </c:pt>
                <c:pt idx="11336">
                  <c:v>2.0186129975165379</c:v>
                </c:pt>
                <c:pt idx="11337">
                  <c:v>2.017364151337333</c:v>
                </c:pt>
                <c:pt idx="11338">
                  <c:v>2.0177904057053691</c:v>
                </c:pt>
                <c:pt idx="11339">
                  <c:v>2.0167913892002374</c:v>
                </c:pt>
                <c:pt idx="11340">
                  <c:v>2.0156714687589283</c:v>
                </c:pt>
                <c:pt idx="11341">
                  <c:v>2.0163755192193578</c:v>
                </c:pt>
                <c:pt idx="11342">
                  <c:v>2.014697204457045</c:v>
                </c:pt>
                <c:pt idx="11343">
                  <c:v>2.0132411375574164</c:v>
                </c:pt>
                <c:pt idx="11344">
                  <c:v>2.014501741719962</c:v>
                </c:pt>
                <c:pt idx="11345">
                  <c:v>2.015559987692578</c:v>
                </c:pt>
                <c:pt idx="11346">
                  <c:v>2.0163398881343269</c:v>
                </c:pt>
                <c:pt idx="11347">
                  <c:v>2.0167025449990108</c:v>
                </c:pt>
                <c:pt idx="11348">
                  <c:v>2.0167059789894726</c:v>
                </c:pt>
                <c:pt idx="11349">
                  <c:v>2.0161039317817191</c:v>
                </c:pt>
                <c:pt idx="11350">
                  <c:v>2.0157242972681919</c:v>
                </c:pt>
                <c:pt idx="11351">
                  <c:v>2.0167519395178126</c:v>
                </c:pt>
                <c:pt idx="11352">
                  <c:v>2.0177076327992793</c:v>
                </c:pt>
                <c:pt idx="11353">
                  <c:v>2.018341245247357</c:v>
                </c:pt>
                <c:pt idx="11354">
                  <c:v>2.0181006461396453</c:v>
                </c:pt>
                <c:pt idx="11355">
                  <c:v>2.017291707874552</c:v>
                </c:pt>
                <c:pt idx="11356">
                  <c:v>2.018041608975627</c:v>
                </c:pt>
                <c:pt idx="11357">
                  <c:v>2.0190798004439463</c:v>
                </c:pt>
                <c:pt idx="11358">
                  <c:v>2.017732439946375</c:v>
                </c:pt>
                <c:pt idx="11359">
                  <c:v>2.0163159600887894</c:v>
                </c:pt>
                <c:pt idx="11360">
                  <c:v>2.0161756060306368</c:v>
                </c:pt>
                <c:pt idx="11361">
                  <c:v>2.0165020823718161</c:v>
                </c:pt>
                <c:pt idx="11362">
                  <c:v>2.016293378167513</c:v>
                </c:pt>
                <c:pt idx="11363">
                  <c:v>2.0173504703193337</c:v>
                </c:pt>
                <c:pt idx="11364">
                  <c:v>2.0171380574053317</c:v>
                </c:pt>
                <c:pt idx="11365">
                  <c:v>2.0160397298960464</c:v>
                </c:pt>
                <c:pt idx="11366">
                  <c:v>2.0144408639370561</c:v>
                </c:pt>
                <c:pt idx="11367">
                  <c:v>2.013562723896178</c:v>
                </c:pt>
                <c:pt idx="11368">
                  <c:v>2.0146367387529946</c:v>
                </c:pt>
                <c:pt idx="11369">
                  <c:v>2.0143064163424982</c:v>
                </c:pt>
                <c:pt idx="11370">
                  <c:v>2.0133805300982397</c:v>
                </c:pt>
                <c:pt idx="11371">
                  <c:v>2.0147009681105912</c:v>
                </c:pt>
                <c:pt idx="11372">
                  <c:v>2.0180315817234784</c:v>
                </c:pt>
                <c:pt idx="11373">
                  <c:v>2.020826547768181</c:v>
                </c:pt>
                <c:pt idx="11374">
                  <c:v>2.0217940539768358</c:v>
                </c:pt>
                <c:pt idx="11375">
                  <c:v>2.0214604349354959</c:v>
                </c:pt>
                <c:pt idx="11376">
                  <c:v>2.0198801949407708</c:v>
                </c:pt>
                <c:pt idx="11377">
                  <c:v>2.0177148853871345</c:v>
                </c:pt>
                <c:pt idx="11378">
                  <c:v>2.0159944836377224</c:v>
                </c:pt>
                <c:pt idx="11379">
                  <c:v>2.0141863640359552</c:v>
                </c:pt>
                <c:pt idx="11380">
                  <c:v>2.012851805454825</c:v>
                </c:pt>
                <c:pt idx="11381">
                  <c:v>2.0136337113470035</c:v>
                </c:pt>
                <c:pt idx="11382">
                  <c:v>2.0151049152765874</c:v>
                </c:pt>
                <c:pt idx="11383">
                  <c:v>2.0145619601766995</c:v>
                </c:pt>
                <c:pt idx="11384">
                  <c:v>2.0147702248302237</c:v>
                </c:pt>
                <c:pt idx="11385">
                  <c:v>2.0132893507834995</c:v>
                </c:pt>
                <c:pt idx="11386">
                  <c:v>2.0128756510845918</c:v>
                </c:pt>
                <c:pt idx="11387">
                  <c:v>2.0140643062789829</c:v>
                </c:pt>
                <c:pt idx="11388">
                  <c:v>2.0142081217995207</c:v>
                </c:pt>
                <c:pt idx="11389">
                  <c:v>2.0141543592448516</c:v>
                </c:pt>
                <c:pt idx="11390">
                  <c:v>2.0152067536977207</c:v>
                </c:pt>
                <c:pt idx="11391">
                  <c:v>2.0161517329289467</c:v>
                </c:pt>
                <c:pt idx="11392">
                  <c:v>2.017174842311158</c:v>
                </c:pt>
                <c:pt idx="11393">
                  <c:v>2.0172214621656668</c:v>
                </c:pt>
                <c:pt idx="11394">
                  <c:v>2.0161583536625569</c:v>
                </c:pt>
                <c:pt idx="11395">
                  <c:v>2.0157729500450539</c:v>
                </c:pt>
                <c:pt idx="11396">
                  <c:v>2.016215907342696</c:v>
                </c:pt>
                <c:pt idx="11397">
                  <c:v>2.0151596118766619</c:v>
                </c:pt>
                <c:pt idx="11398">
                  <c:v>2.0148997274785168</c:v>
                </c:pt>
                <c:pt idx="11399">
                  <c:v>2.0158520142414451</c:v>
                </c:pt>
                <c:pt idx="11400">
                  <c:v>2.0155514988681569</c:v>
                </c:pt>
                <c:pt idx="11401">
                  <c:v>2.0152215335926682</c:v>
                </c:pt>
                <c:pt idx="11402">
                  <c:v>2.0157507802026329</c:v>
                </c:pt>
                <c:pt idx="11403">
                  <c:v>2.0156336948638494</c:v>
                </c:pt>
                <c:pt idx="11404">
                  <c:v>2.0150053844970439</c:v>
                </c:pt>
                <c:pt idx="11405">
                  <c:v>2.0145357519614953</c:v>
                </c:pt>
                <c:pt idx="11406">
                  <c:v>2.0140304883409157</c:v>
                </c:pt>
                <c:pt idx="11407">
                  <c:v>2.0135998109931652</c:v>
                </c:pt>
                <c:pt idx="11408">
                  <c:v>2.0139269741324366</c:v>
                </c:pt>
                <c:pt idx="11409">
                  <c:v>2.0151240632074021</c:v>
                </c:pt>
                <c:pt idx="11410">
                  <c:v>2.0156503153776839</c:v>
                </c:pt>
                <c:pt idx="11411">
                  <c:v>2.0161574470890749</c:v>
                </c:pt>
                <c:pt idx="11412">
                  <c:v>2.0172399507703127</c:v>
                </c:pt>
                <c:pt idx="11413">
                  <c:v>2.0184250895584714</c:v>
                </c:pt>
                <c:pt idx="11414">
                  <c:v>2.0206608920683062</c:v>
                </c:pt>
                <c:pt idx="11415">
                  <c:v>2.0225485428891674</c:v>
                </c:pt>
                <c:pt idx="11416">
                  <c:v>2.0216580404826265</c:v>
                </c:pt>
                <c:pt idx="11417">
                  <c:v>2.0194185567350167</c:v>
                </c:pt>
                <c:pt idx="11418">
                  <c:v>2.0177041988088176</c:v>
                </c:pt>
                <c:pt idx="11419">
                  <c:v>2.0155652897738512</c:v>
                </c:pt>
                <c:pt idx="11420">
                  <c:v>2.0136542603459264</c:v>
                </c:pt>
                <c:pt idx="11421">
                  <c:v>2.0136322003912004</c:v>
                </c:pt>
                <c:pt idx="11422">
                  <c:v>2.0142689446385793</c:v>
                </c:pt>
                <c:pt idx="11423">
                  <c:v>2.0146070965473286</c:v>
                </c:pt>
                <c:pt idx="11424">
                  <c:v>2.014937226654359</c:v>
                </c:pt>
                <c:pt idx="11425">
                  <c:v>2.0131342992461705</c:v>
                </c:pt>
                <c:pt idx="11426">
                  <c:v>2.0122914606272388</c:v>
                </c:pt>
                <c:pt idx="11427">
                  <c:v>2.011914216171073</c:v>
                </c:pt>
                <c:pt idx="11428">
                  <c:v>2.0121782213577726</c:v>
                </c:pt>
                <c:pt idx="11429">
                  <c:v>2.0138969198479155</c:v>
                </c:pt>
                <c:pt idx="11430">
                  <c:v>2.0147561592052923</c:v>
                </c:pt>
                <c:pt idx="11431">
                  <c:v>2.0137114568910572</c:v>
                </c:pt>
                <c:pt idx="11432">
                  <c:v>2.0140055163622779</c:v>
                </c:pt>
                <c:pt idx="11433">
                  <c:v>2.0139521933583877</c:v>
                </c:pt>
                <c:pt idx="11434">
                  <c:v>2.0140694984725611</c:v>
                </c:pt>
                <c:pt idx="11435">
                  <c:v>2.013818130370761</c:v>
                </c:pt>
                <c:pt idx="11436">
                  <c:v>2.0129307322915979</c:v>
                </c:pt>
                <c:pt idx="11437">
                  <c:v>2.0140451858200921</c:v>
                </c:pt>
                <c:pt idx="11438">
                  <c:v>2.0132508351464802</c:v>
                </c:pt>
                <c:pt idx="11439">
                  <c:v>2.0130585042086988</c:v>
                </c:pt>
                <c:pt idx="11440">
                  <c:v>2.0153885628887278</c:v>
                </c:pt>
                <c:pt idx="11441">
                  <c:v>2.0152452968066634</c:v>
                </c:pt>
                <c:pt idx="11442">
                  <c:v>2.0138421133601461</c:v>
                </c:pt>
                <c:pt idx="11443">
                  <c:v>2.0139498033010264</c:v>
                </c:pt>
                <c:pt idx="11444">
                  <c:v>2.015291669413859</c:v>
                </c:pt>
                <c:pt idx="11445">
                  <c:v>2.0151822762137095</c:v>
                </c:pt>
                <c:pt idx="11446">
                  <c:v>2.0128974637920045</c:v>
                </c:pt>
                <c:pt idx="11447">
                  <c:v>2.0122097041823257</c:v>
                </c:pt>
                <c:pt idx="11448">
                  <c:v>2.0143440803498822</c:v>
                </c:pt>
                <c:pt idx="11449">
                  <c:v>2.0151645842948507</c:v>
                </c:pt>
                <c:pt idx="11450">
                  <c:v>2.0150634601437329</c:v>
                </c:pt>
                <c:pt idx="11451">
                  <c:v>2.0157935539878244</c:v>
                </c:pt>
                <c:pt idx="11452">
                  <c:v>2.0161454418584208</c:v>
                </c:pt>
                <c:pt idx="11453">
                  <c:v>2.0149025845585813</c:v>
                </c:pt>
                <c:pt idx="11454">
                  <c:v>2.0143691072723677</c:v>
                </c:pt>
                <c:pt idx="11455">
                  <c:v>2.0135804432869606</c:v>
                </c:pt>
                <c:pt idx="11456">
                  <c:v>2.01180605920749</c:v>
                </c:pt>
                <c:pt idx="11457">
                  <c:v>2.0114880167468847</c:v>
                </c:pt>
                <c:pt idx="11458">
                  <c:v>2.0133772334673963</c:v>
                </c:pt>
                <c:pt idx="11459">
                  <c:v>2.0152366431507001</c:v>
                </c:pt>
                <c:pt idx="11460">
                  <c:v>2.0162859058042679</c:v>
                </c:pt>
                <c:pt idx="11461">
                  <c:v>2.0168088888156306</c:v>
                </c:pt>
                <c:pt idx="11462">
                  <c:v>2.0156059756928419</c:v>
                </c:pt>
                <c:pt idx="11463">
                  <c:v>2.0143909474517043</c:v>
                </c:pt>
                <c:pt idx="11464">
                  <c:v>2.014056284477264</c:v>
                </c:pt>
                <c:pt idx="11465">
                  <c:v>2.0151429089470563</c:v>
                </c:pt>
                <c:pt idx="11466">
                  <c:v>2.0162560987670601</c:v>
                </c:pt>
                <c:pt idx="11467">
                  <c:v>2.0155953165864489</c:v>
                </c:pt>
                <c:pt idx="11468">
                  <c:v>2.0158535251972483</c:v>
                </c:pt>
                <c:pt idx="11469">
                  <c:v>2.0152078525746688</c:v>
                </c:pt>
                <c:pt idx="11470">
                  <c:v>2.0143319377596098</c:v>
                </c:pt>
                <c:pt idx="11471">
                  <c:v>2.0132029515834815</c:v>
                </c:pt>
                <c:pt idx="11472">
                  <c:v>2.0134792916639195</c:v>
                </c:pt>
                <c:pt idx="11473">
                  <c:v>2.0140328509263532</c:v>
                </c:pt>
                <c:pt idx="11474">
                  <c:v>2.0146516285356366</c:v>
                </c:pt>
                <c:pt idx="11475">
                  <c:v>2.0140884266279864</c:v>
                </c:pt>
                <c:pt idx="11476">
                  <c:v>2.0126836772818182</c:v>
                </c:pt>
                <c:pt idx="11477">
                  <c:v>2.0135736577218082</c:v>
                </c:pt>
                <c:pt idx="11478">
                  <c:v>2.0146769301773588</c:v>
                </c:pt>
                <c:pt idx="11479">
                  <c:v>2.0155046042944109</c:v>
                </c:pt>
                <c:pt idx="11480">
                  <c:v>2.0158667941363926</c:v>
                </c:pt>
                <c:pt idx="11481">
                  <c:v>2.0150353288938705</c:v>
                </c:pt>
                <c:pt idx="11482">
                  <c:v>2.0135971462165667</c:v>
                </c:pt>
                <c:pt idx="11483">
                  <c:v>2.0133204764730444</c:v>
                </c:pt>
                <c:pt idx="11484">
                  <c:v>2.012789609019582</c:v>
                </c:pt>
                <c:pt idx="11485">
                  <c:v>2.0130464715061209</c:v>
                </c:pt>
                <c:pt idx="11486">
                  <c:v>2.0147609667919388</c:v>
                </c:pt>
                <c:pt idx="11487">
                  <c:v>2.0166907595437462</c:v>
                </c:pt>
                <c:pt idx="11488">
                  <c:v>2.0182665765587569</c:v>
                </c:pt>
                <c:pt idx="11489">
                  <c:v>2.0185791246346234</c:v>
                </c:pt>
                <c:pt idx="11490">
                  <c:v>2.0179323531350959</c:v>
                </c:pt>
                <c:pt idx="11491">
                  <c:v>2.0169767422694007</c:v>
                </c:pt>
                <c:pt idx="11492">
                  <c:v>2.0159477264235952</c:v>
                </c:pt>
                <c:pt idx="11493">
                  <c:v>2.015703748269269</c:v>
                </c:pt>
                <c:pt idx="11494">
                  <c:v>2.0155648227511485</c:v>
                </c:pt>
                <c:pt idx="11495">
                  <c:v>2.0155525702731807</c:v>
                </c:pt>
                <c:pt idx="11496">
                  <c:v>2.015048460473396</c:v>
                </c:pt>
                <c:pt idx="11497">
                  <c:v>2.0130686688204653</c:v>
                </c:pt>
                <c:pt idx="11498">
                  <c:v>2.0122449781323488</c:v>
                </c:pt>
                <c:pt idx="11499">
                  <c:v>2.012979659787697</c:v>
                </c:pt>
                <c:pt idx="11500">
                  <c:v>2.0129508966835892</c:v>
                </c:pt>
                <c:pt idx="11501">
                  <c:v>2.0136105525153294</c:v>
                </c:pt>
                <c:pt idx="11502">
                  <c:v>2.0157814938133227</c:v>
                </c:pt>
                <c:pt idx="11503">
                  <c:v>2.0168928979582867</c:v>
                </c:pt>
                <c:pt idx="11504">
                  <c:v>2.017141079316938</c:v>
                </c:pt>
                <c:pt idx="11505">
                  <c:v>2.0179687259620667</c:v>
                </c:pt>
                <c:pt idx="11506">
                  <c:v>2.0198432726753257</c:v>
                </c:pt>
                <c:pt idx="11507">
                  <c:v>2.0180678446627547</c:v>
                </c:pt>
                <c:pt idx="11508">
                  <c:v>2.0144970989648581</c:v>
                </c:pt>
                <c:pt idx="11509">
                  <c:v>2.0124543141908968</c:v>
                </c:pt>
                <c:pt idx="11510">
                  <c:v>2.0104074086283816</c:v>
                </c:pt>
                <c:pt idx="11511">
                  <c:v>2.0111275851080195</c:v>
                </c:pt>
                <c:pt idx="11512">
                  <c:v>2.0133206138326631</c:v>
                </c:pt>
                <c:pt idx="11513">
                  <c:v>2.0125029394958354</c:v>
                </c:pt>
                <c:pt idx="11514">
                  <c:v>2.0116568317179842</c:v>
                </c:pt>
                <c:pt idx="11515">
                  <c:v>2.0122200336256344</c:v>
                </c:pt>
                <c:pt idx="11516">
                  <c:v>2.0141364200786795</c:v>
                </c:pt>
                <c:pt idx="11517">
                  <c:v>2.0161347003362562</c:v>
                </c:pt>
                <c:pt idx="11518">
                  <c:v>2.0168589701325246</c:v>
                </c:pt>
                <c:pt idx="11519">
                  <c:v>2.0167936144260565</c:v>
                </c:pt>
                <c:pt idx="11520">
                  <c:v>2.0155382848728598</c:v>
                </c:pt>
                <c:pt idx="11521">
                  <c:v>2.0144616876552162</c:v>
                </c:pt>
                <c:pt idx="11522">
                  <c:v>2.0143378991670513</c:v>
                </c:pt>
                <c:pt idx="11523">
                  <c:v>2.0126026900507683</c:v>
                </c:pt>
                <c:pt idx="11524">
                  <c:v>2.0124478308169049</c:v>
                </c:pt>
                <c:pt idx="11525">
                  <c:v>2.0144467704006503</c:v>
                </c:pt>
                <c:pt idx="11526">
                  <c:v>2.0152120557789939</c:v>
                </c:pt>
                <c:pt idx="11527">
                  <c:v>2.0138629370783061</c:v>
                </c:pt>
                <c:pt idx="11528">
                  <c:v>2.0124825828003781</c:v>
                </c:pt>
                <c:pt idx="11529">
                  <c:v>2.0134249521988528</c:v>
                </c:pt>
                <c:pt idx="11530">
                  <c:v>2.0146038548603329</c:v>
                </c:pt>
                <c:pt idx="11531">
                  <c:v>2.0152283741016679</c:v>
                </c:pt>
                <c:pt idx="11532">
                  <c:v>2.0157096822047866</c:v>
                </c:pt>
                <c:pt idx="11533">
                  <c:v>2.016422990703501</c:v>
                </c:pt>
                <c:pt idx="11534">
                  <c:v>2.0155013626074152</c:v>
                </c:pt>
                <c:pt idx="11535">
                  <c:v>2.0155640535372847</c:v>
                </c:pt>
                <c:pt idx="11536">
                  <c:v>2.015998467066658</c:v>
                </c:pt>
                <c:pt idx="11537">
                  <c:v>2.0168795191314475</c:v>
                </c:pt>
                <c:pt idx="11538">
                  <c:v>2.0166846333047626</c:v>
                </c:pt>
                <c:pt idx="11539">
                  <c:v>2.0153115590866135</c:v>
                </c:pt>
                <c:pt idx="11540">
                  <c:v>2.0152907903123007</c:v>
                </c:pt>
                <c:pt idx="11541">
                  <c:v>2.0169338036526669</c:v>
                </c:pt>
                <c:pt idx="11542">
                  <c:v>2.0172249785718996</c:v>
                </c:pt>
                <c:pt idx="11543">
                  <c:v>2.0158726181842157</c:v>
                </c:pt>
                <c:pt idx="11544">
                  <c:v>2.0138482121272059</c:v>
                </c:pt>
                <c:pt idx="11545">
                  <c:v>2.0140409826157666</c:v>
                </c:pt>
                <c:pt idx="11546">
                  <c:v>2.015408534977253</c:v>
                </c:pt>
                <c:pt idx="11547">
                  <c:v>2.0156111129425729</c:v>
                </c:pt>
                <c:pt idx="11548">
                  <c:v>2.0160337959605283</c:v>
                </c:pt>
                <c:pt idx="11549">
                  <c:v>2.0155989978242235</c:v>
                </c:pt>
                <c:pt idx="11550">
                  <c:v>2.0129288916727104</c:v>
                </c:pt>
                <c:pt idx="11551">
                  <c:v>2.0115882068525965</c:v>
                </c:pt>
                <c:pt idx="11552">
                  <c:v>2.0124601657106438</c:v>
                </c:pt>
                <c:pt idx="11553">
                  <c:v>2.0132251214259029</c:v>
                </c:pt>
                <c:pt idx="11554">
                  <c:v>2.0132174018153446</c:v>
                </c:pt>
                <c:pt idx="11555">
                  <c:v>2.0124362926089536</c:v>
                </c:pt>
                <c:pt idx="11556">
                  <c:v>2.0121098986835455</c:v>
                </c:pt>
                <c:pt idx="11557">
                  <c:v>2.0124822806092175</c:v>
                </c:pt>
                <c:pt idx="11558">
                  <c:v>2.0124579130129008</c:v>
                </c:pt>
                <c:pt idx="11559">
                  <c:v>2.0127506538317839</c:v>
                </c:pt>
                <c:pt idx="11560">
                  <c:v>2.0141261181072942</c:v>
                </c:pt>
                <c:pt idx="11561">
                  <c:v>2.0148545636359643</c:v>
                </c:pt>
                <c:pt idx="11562">
                  <c:v>2.0154576547768182</c:v>
                </c:pt>
                <c:pt idx="11563">
                  <c:v>2.0150984593745194</c:v>
                </c:pt>
                <c:pt idx="11564">
                  <c:v>2.0130411144810005</c:v>
                </c:pt>
                <c:pt idx="11565">
                  <c:v>2.0126887046438542</c:v>
                </c:pt>
                <c:pt idx="11566">
                  <c:v>2.0125914815059009</c:v>
                </c:pt>
                <c:pt idx="11567">
                  <c:v>2.013776565350212</c:v>
                </c:pt>
                <c:pt idx="11568">
                  <c:v>2.013583547614338</c:v>
                </c:pt>
                <c:pt idx="11569">
                  <c:v>2.0136254422979714</c:v>
                </c:pt>
                <c:pt idx="11570">
                  <c:v>2.0157558350365927</c:v>
                </c:pt>
                <c:pt idx="11571">
                  <c:v>2.0157781971824793</c:v>
                </c:pt>
                <c:pt idx="11572">
                  <c:v>2.0135555537240939</c:v>
                </c:pt>
                <c:pt idx="11573">
                  <c:v>2.0117080393837496</c:v>
                </c:pt>
                <c:pt idx="11574">
                  <c:v>2.0116310355816354</c:v>
                </c:pt>
                <c:pt idx="11575">
                  <c:v>2.0129686710182195</c:v>
                </c:pt>
                <c:pt idx="11576">
                  <c:v>2.013894886925562</c:v>
                </c:pt>
                <c:pt idx="11577">
                  <c:v>2.0141732049845058</c:v>
                </c:pt>
                <c:pt idx="11578">
                  <c:v>2.0146180578448827</c:v>
                </c:pt>
                <c:pt idx="11579">
                  <c:v>2.0154258972330279</c:v>
                </c:pt>
                <c:pt idx="11580">
                  <c:v>2.0153101030746576</c:v>
                </c:pt>
                <c:pt idx="11581">
                  <c:v>2.0144199303312016</c:v>
                </c:pt>
                <c:pt idx="11582">
                  <c:v>2.0146734687149732</c:v>
                </c:pt>
                <c:pt idx="11583">
                  <c:v>2.014170595151755</c:v>
                </c:pt>
                <c:pt idx="11584">
                  <c:v>2.0123491791389201</c:v>
                </c:pt>
                <c:pt idx="11585">
                  <c:v>2.0122717907298742</c:v>
                </c:pt>
                <c:pt idx="11586">
                  <c:v>2.0130247686864027</c:v>
                </c:pt>
                <c:pt idx="11587">
                  <c:v>2.0139942528735633</c:v>
                </c:pt>
                <c:pt idx="11588">
                  <c:v>2.013700001098877</c:v>
                </c:pt>
                <c:pt idx="11589">
                  <c:v>2.0126244478143338</c:v>
                </c:pt>
                <c:pt idx="11590">
                  <c:v>2.0122442638623328</c:v>
                </c:pt>
                <c:pt idx="11591">
                  <c:v>2.0133226742269401</c:v>
                </c:pt>
                <c:pt idx="11592">
                  <c:v>2.0135566526010416</c:v>
                </c:pt>
                <c:pt idx="11593">
                  <c:v>2.0140584547592359</c:v>
                </c:pt>
                <c:pt idx="11594">
                  <c:v>2.0157709445946241</c:v>
                </c:pt>
                <c:pt idx="11595">
                  <c:v>2.0154914177710381</c:v>
                </c:pt>
                <c:pt idx="11596">
                  <c:v>2.0139806542713345</c:v>
                </c:pt>
                <c:pt idx="11597">
                  <c:v>2.012930292740819</c:v>
                </c:pt>
                <c:pt idx="11598">
                  <c:v>2.0127729335618998</c:v>
                </c:pt>
                <c:pt idx="11599">
                  <c:v>2.0132316597437421</c:v>
                </c:pt>
                <c:pt idx="11600">
                  <c:v>2.013369184193754</c:v>
                </c:pt>
                <c:pt idx="11601">
                  <c:v>2.0149397815432626</c:v>
                </c:pt>
                <c:pt idx="11602">
                  <c:v>2.016236731060856</c:v>
                </c:pt>
                <c:pt idx="11603">
                  <c:v>2.0160814597481376</c:v>
                </c:pt>
                <c:pt idx="11604">
                  <c:v>2.0140271092943012</c:v>
                </c:pt>
                <c:pt idx="11605">
                  <c:v>2.0122552801037341</c:v>
                </c:pt>
                <c:pt idx="11606">
                  <c:v>2.0126537603569155</c:v>
                </c:pt>
                <c:pt idx="11607">
                  <c:v>2.014059883299268</c:v>
                </c:pt>
                <c:pt idx="11608">
                  <c:v>2.0142740269444626</c:v>
                </c:pt>
                <c:pt idx="11609">
                  <c:v>2.0145428397178082</c:v>
                </c:pt>
                <c:pt idx="11610">
                  <c:v>2.0145953660359113</c:v>
                </c:pt>
                <c:pt idx="11611">
                  <c:v>2.0154114470011648</c:v>
                </c:pt>
                <c:pt idx="11612">
                  <c:v>2.0141026570844596</c:v>
                </c:pt>
                <c:pt idx="11613">
                  <c:v>2.0128469154524078</c:v>
                </c:pt>
                <c:pt idx="11614">
                  <c:v>2.0127376870838005</c:v>
                </c:pt>
                <c:pt idx="11615">
                  <c:v>2.0131565515043626</c:v>
                </c:pt>
                <c:pt idx="11616">
                  <c:v>2.0133035812399727</c:v>
                </c:pt>
                <c:pt idx="11617">
                  <c:v>2.0133012735983824</c:v>
                </c:pt>
                <c:pt idx="11618">
                  <c:v>2.0147223687391485</c:v>
                </c:pt>
                <c:pt idx="11619">
                  <c:v>2.0151837047537415</c:v>
                </c:pt>
                <c:pt idx="11620">
                  <c:v>2.0136850838443112</c:v>
                </c:pt>
                <c:pt idx="11621">
                  <c:v>2.0133888815630425</c:v>
                </c:pt>
                <c:pt idx="11622">
                  <c:v>2.014567921584141</c:v>
                </c:pt>
                <c:pt idx="11623">
                  <c:v>2.0137072262148084</c:v>
                </c:pt>
                <c:pt idx="11624">
                  <c:v>2.0129549625282959</c:v>
                </c:pt>
                <c:pt idx="11625">
                  <c:v>2.013321163271137</c:v>
                </c:pt>
                <c:pt idx="11626">
                  <c:v>2.0135747291268324</c:v>
                </c:pt>
                <c:pt idx="11627">
                  <c:v>2.0150444221006132</c:v>
                </c:pt>
                <c:pt idx="11628">
                  <c:v>2.0152431814685392</c:v>
                </c:pt>
                <c:pt idx="11629">
                  <c:v>2.0139468912771146</c:v>
                </c:pt>
                <c:pt idx="11630">
                  <c:v>2.011046927540054</c:v>
                </c:pt>
                <c:pt idx="11631">
                  <c:v>2.0094800114283204</c:v>
                </c:pt>
                <c:pt idx="11632">
                  <c:v>2.0120407243796841</c:v>
                </c:pt>
                <c:pt idx="11633">
                  <c:v>2.0152098305531747</c:v>
                </c:pt>
                <c:pt idx="11634">
                  <c:v>2.0156582822355551</c:v>
                </c:pt>
                <c:pt idx="11635">
                  <c:v>2.0153527395002309</c:v>
                </c:pt>
                <c:pt idx="11636">
                  <c:v>2.0149588195863828</c:v>
                </c:pt>
                <c:pt idx="11637">
                  <c:v>2.0140009285510208</c:v>
                </c:pt>
                <c:pt idx="11638">
                  <c:v>2.0131366068877607</c:v>
                </c:pt>
                <c:pt idx="11639">
                  <c:v>2.0118668820465486</c:v>
                </c:pt>
                <c:pt idx="11640">
                  <c:v>2.0112868673215973</c:v>
                </c:pt>
                <c:pt idx="11641">
                  <c:v>2.0117608953649371</c:v>
                </c:pt>
                <c:pt idx="11642">
                  <c:v>2.0120161370079779</c:v>
                </c:pt>
                <c:pt idx="11643">
                  <c:v>2.0118819366607328</c:v>
                </c:pt>
                <c:pt idx="11644">
                  <c:v>2.0149396167117208</c:v>
                </c:pt>
                <c:pt idx="11645">
                  <c:v>2.0165601580185051</c:v>
                </c:pt>
                <c:pt idx="11646">
                  <c:v>2.0162134898134108</c:v>
                </c:pt>
                <c:pt idx="11647">
                  <c:v>2.0160986571723698</c:v>
                </c:pt>
                <c:pt idx="11648">
                  <c:v>2.013978099382431</c:v>
                </c:pt>
                <c:pt idx="11649">
                  <c:v>2.0123404430671852</c:v>
                </c:pt>
                <c:pt idx="11650">
                  <c:v>2.0132692688072789</c:v>
                </c:pt>
                <c:pt idx="11651">
                  <c:v>2.0149453583437729</c:v>
                </c:pt>
                <c:pt idx="11652">
                  <c:v>2.0161569525944483</c:v>
                </c:pt>
                <c:pt idx="11653">
                  <c:v>2.0181386398101142</c:v>
                </c:pt>
                <c:pt idx="11654">
                  <c:v>2.0181739412320607</c:v>
                </c:pt>
                <c:pt idx="11655">
                  <c:v>2.0172609393200149</c:v>
                </c:pt>
                <c:pt idx="11656">
                  <c:v>2.0156180633392671</c:v>
                </c:pt>
                <c:pt idx="11657">
                  <c:v>2.014489104635063</c:v>
                </c:pt>
                <c:pt idx="11658">
                  <c:v>2.0145952286762929</c:v>
                </c:pt>
                <c:pt idx="11659">
                  <c:v>2.0151194479242216</c:v>
                </c:pt>
                <c:pt idx="11660">
                  <c:v>2.0160048130810311</c:v>
                </c:pt>
                <c:pt idx="11661">
                  <c:v>2.0164494461660185</c:v>
                </c:pt>
                <c:pt idx="11662">
                  <c:v>2.0164558745961627</c:v>
                </c:pt>
                <c:pt idx="11663">
                  <c:v>2.0147784938792554</c:v>
                </c:pt>
                <c:pt idx="11664">
                  <c:v>2.0129708138282676</c:v>
                </c:pt>
                <c:pt idx="11665">
                  <c:v>2.0131741884793741</c:v>
                </c:pt>
                <c:pt idx="11666">
                  <c:v>2.014895579218039</c:v>
                </c:pt>
                <c:pt idx="11667">
                  <c:v>2.0156099041779303</c:v>
                </c:pt>
                <c:pt idx="11668">
                  <c:v>2.0156716335904705</c:v>
                </c:pt>
                <c:pt idx="11669">
                  <c:v>2.0143686127777412</c:v>
                </c:pt>
                <c:pt idx="11670">
                  <c:v>2.0124917858948157</c:v>
                </c:pt>
                <c:pt idx="11671">
                  <c:v>2.0141062009626163</c:v>
                </c:pt>
                <c:pt idx="11672">
                  <c:v>2.016060031647656</c:v>
                </c:pt>
                <c:pt idx="11673">
                  <c:v>2.0163949968132568</c:v>
                </c:pt>
                <c:pt idx="11674">
                  <c:v>2.014930441089207</c:v>
                </c:pt>
                <c:pt idx="11675">
                  <c:v>2.0137121436891499</c:v>
                </c:pt>
                <c:pt idx="11676">
                  <c:v>2.0152768345750642</c:v>
                </c:pt>
                <c:pt idx="11677">
                  <c:v>2.0177981527878508</c:v>
                </c:pt>
                <c:pt idx="11678">
                  <c:v>2.0179852365882067</c:v>
                </c:pt>
                <c:pt idx="11679">
                  <c:v>2.0167396870398453</c:v>
                </c:pt>
                <c:pt idx="11680">
                  <c:v>2.015361860178897</c:v>
                </c:pt>
                <c:pt idx="11681">
                  <c:v>2.0134974780774049</c:v>
                </c:pt>
                <c:pt idx="11682">
                  <c:v>2.0124123370914924</c:v>
                </c:pt>
                <c:pt idx="11683">
                  <c:v>2.0121341289202435</c:v>
                </c:pt>
                <c:pt idx="11684">
                  <c:v>2.0119281169644623</c:v>
                </c:pt>
                <c:pt idx="11685">
                  <c:v>2.0113860134942088</c:v>
                </c:pt>
                <c:pt idx="11686">
                  <c:v>2.0103838651897759</c:v>
                </c:pt>
                <c:pt idx="11687">
                  <c:v>2.0090904870222634</c:v>
                </c:pt>
                <c:pt idx="11688">
                  <c:v>2.0087486813476625</c:v>
                </c:pt>
                <c:pt idx="11689">
                  <c:v>2.0110420650095602</c:v>
                </c:pt>
                <c:pt idx="11690">
                  <c:v>2.013151936221182</c:v>
                </c:pt>
                <c:pt idx="11691">
                  <c:v>2.0142905650425265</c:v>
                </c:pt>
                <c:pt idx="11692">
                  <c:v>2.0133493769367705</c:v>
                </c:pt>
                <c:pt idx="11693">
                  <c:v>2.0119591327663127</c:v>
                </c:pt>
                <c:pt idx="11694">
                  <c:v>2.0106928419155623</c:v>
                </c:pt>
                <c:pt idx="11695">
                  <c:v>2.0110800037361818</c:v>
                </c:pt>
                <c:pt idx="11696">
                  <c:v>2.0126656831717984</c:v>
                </c:pt>
                <c:pt idx="11697">
                  <c:v>2.0152318905079007</c:v>
                </c:pt>
                <c:pt idx="11698">
                  <c:v>2.0176847212149185</c:v>
                </c:pt>
                <c:pt idx="11699">
                  <c:v>2.0168876782927847</c:v>
                </c:pt>
                <c:pt idx="11700">
                  <c:v>2.0159936594800114</c:v>
                </c:pt>
                <c:pt idx="11701">
                  <c:v>2.0175287631041074</c:v>
                </c:pt>
                <c:pt idx="11702">
                  <c:v>2.0179802366980946</c:v>
                </c:pt>
                <c:pt idx="11703">
                  <c:v>2.0155007032812464</c:v>
                </c:pt>
                <c:pt idx="11704">
                  <c:v>2.0161036845344058</c:v>
                </c:pt>
                <c:pt idx="11705">
                  <c:v>2.0168060317355661</c:v>
                </c:pt>
                <c:pt idx="11706">
                  <c:v>2.0155043845190215</c:v>
                </c:pt>
                <c:pt idx="11707">
                  <c:v>2.013717967736973</c:v>
                </c:pt>
                <c:pt idx="11708">
                  <c:v>2.0127180171864354</c:v>
                </c:pt>
                <c:pt idx="11709">
                  <c:v>2.0122353629590557</c:v>
                </c:pt>
                <c:pt idx="11710">
                  <c:v>2.0128976011516229</c:v>
                </c:pt>
                <c:pt idx="11711">
                  <c:v>2.014919369903958</c:v>
                </c:pt>
                <c:pt idx="11712">
                  <c:v>2.0155836410188788</c:v>
                </c:pt>
                <c:pt idx="11713">
                  <c:v>2.0158644315509551</c:v>
                </c:pt>
                <c:pt idx="11714">
                  <c:v>2.014290152963671</c:v>
                </c:pt>
                <c:pt idx="11715">
                  <c:v>2.0143025702731809</c:v>
                </c:pt>
                <c:pt idx="11716">
                  <c:v>2.0150505483395968</c:v>
                </c:pt>
                <c:pt idx="11717">
                  <c:v>2.0142557031713588</c:v>
                </c:pt>
                <c:pt idx="11718">
                  <c:v>2.0137678018065537</c:v>
                </c:pt>
                <c:pt idx="11719">
                  <c:v>2.0153901287883782</c:v>
                </c:pt>
                <c:pt idx="11720">
                  <c:v>2.016390958440474</c:v>
                </c:pt>
                <c:pt idx="11721">
                  <c:v>2.0174653579042219</c:v>
                </c:pt>
                <c:pt idx="11722">
                  <c:v>2.0162650820861079</c:v>
                </c:pt>
                <c:pt idx="11723">
                  <c:v>2.0130454275730205</c:v>
                </c:pt>
                <c:pt idx="11724">
                  <c:v>2.0113764807366872</c:v>
                </c:pt>
                <c:pt idx="11725">
                  <c:v>2.012913067844663</c:v>
                </c:pt>
                <c:pt idx="11726">
                  <c:v>2.0158742664996372</c:v>
                </c:pt>
                <c:pt idx="11727">
                  <c:v>2.0168216357882245</c:v>
                </c:pt>
                <c:pt idx="11728">
                  <c:v>2.015865777675216</c:v>
                </c:pt>
                <c:pt idx="11729">
                  <c:v>2.0159939341992485</c:v>
                </c:pt>
                <c:pt idx="11730">
                  <c:v>2.0175453286740952</c:v>
                </c:pt>
                <c:pt idx="11731">
                  <c:v>2.0177237313465639</c:v>
                </c:pt>
                <c:pt idx="11732">
                  <c:v>2.017774609349245</c:v>
                </c:pt>
                <c:pt idx="11733">
                  <c:v>2.016600816465572</c:v>
                </c:pt>
                <c:pt idx="11734">
                  <c:v>2.0149635172853344</c:v>
                </c:pt>
                <c:pt idx="11735">
                  <c:v>2.0147245939649676</c:v>
                </c:pt>
                <c:pt idx="11736">
                  <c:v>2.0159599514296387</c:v>
                </c:pt>
                <c:pt idx="11737">
                  <c:v>2.0154656765785366</c:v>
                </c:pt>
                <c:pt idx="11738">
                  <c:v>2.014448885738775</c:v>
                </c:pt>
                <c:pt idx="11739">
                  <c:v>2.0135890969429244</c:v>
                </c:pt>
                <c:pt idx="11740">
                  <c:v>2.0128067789718909</c:v>
                </c:pt>
                <c:pt idx="11741">
                  <c:v>2.0132894331992706</c:v>
                </c:pt>
                <c:pt idx="11742">
                  <c:v>2.0122484670666578</c:v>
                </c:pt>
                <c:pt idx="11743">
                  <c:v>2.0128365035933276</c:v>
                </c:pt>
                <c:pt idx="11744">
                  <c:v>2.0146941550735149</c:v>
                </c:pt>
                <c:pt idx="11745">
                  <c:v>2.0158807224017052</c:v>
                </c:pt>
                <c:pt idx="11746">
                  <c:v>2.0156688863981009</c:v>
                </c:pt>
                <c:pt idx="11747">
                  <c:v>2.0151020581965233</c:v>
                </c:pt>
                <c:pt idx="11748">
                  <c:v>2.0157742412254676</c:v>
                </c:pt>
                <c:pt idx="11749">
                  <c:v>2.0163904364739236</c:v>
                </c:pt>
                <c:pt idx="11750">
                  <c:v>2.0160392903452671</c:v>
                </c:pt>
                <c:pt idx="11751">
                  <c:v>2.014977033471792</c:v>
                </c:pt>
                <c:pt idx="11752">
                  <c:v>2.014058537175007</c:v>
                </c:pt>
                <c:pt idx="11753">
                  <c:v>2.0118924584075075</c:v>
                </c:pt>
                <c:pt idx="11754">
                  <c:v>2.0102497472583019</c:v>
                </c:pt>
                <c:pt idx="11755">
                  <c:v>2.0114071668754532</c:v>
                </c:pt>
                <c:pt idx="11756">
                  <c:v>2.0120328674095074</c:v>
                </c:pt>
                <c:pt idx="11757">
                  <c:v>2.01205058680029</c:v>
                </c:pt>
                <c:pt idx="11758">
                  <c:v>2.0132599832970706</c:v>
                </c:pt>
                <c:pt idx="11759">
                  <c:v>2.0127518076525792</c:v>
                </c:pt>
                <c:pt idx="11760">
                  <c:v>2.010692704555944</c:v>
                </c:pt>
                <c:pt idx="11761">
                  <c:v>2.010906436122283</c:v>
                </c:pt>
                <c:pt idx="11762">
                  <c:v>2.0121207500934046</c:v>
                </c:pt>
                <c:pt idx="11763">
                  <c:v>2.0140064229357595</c:v>
                </c:pt>
                <c:pt idx="11764">
                  <c:v>2.0144799839563965</c:v>
                </c:pt>
                <c:pt idx="11765">
                  <c:v>2.0137047262697525</c:v>
                </c:pt>
                <c:pt idx="11766">
                  <c:v>2.0134170677567527</c:v>
                </c:pt>
                <c:pt idx="11767">
                  <c:v>2.0142488077185119</c:v>
                </c:pt>
                <c:pt idx="11768">
                  <c:v>2.0158133063009602</c:v>
                </c:pt>
                <c:pt idx="11769">
                  <c:v>2.0156546559416277</c:v>
                </c:pt>
                <c:pt idx="11770">
                  <c:v>2.0146995395705587</c:v>
                </c:pt>
                <c:pt idx="11771">
                  <c:v>2.0150268400694489</c:v>
                </c:pt>
                <c:pt idx="11772">
                  <c:v>2.015788306850399</c:v>
                </c:pt>
                <c:pt idx="11773">
                  <c:v>2.015659738247511</c:v>
                </c:pt>
                <c:pt idx="11774">
                  <c:v>2.0152312037098086</c:v>
                </c:pt>
                <c:pt idx="11775">
                  <c:v>2.0146272884112437</c:v>
                </c:pt>
                <c:pt idx="11776">
                  <c:v>2.0145468231467438</c:v>
                </c:pt>
                <c:pt idx="11777">
                  <c:v>2.0134536054152656</c:v>
                </c:pt>
                <c:pt idx="11778">
                  <c:v>2.0141341124370893</c:v>
                </c:pt>
                <c:pt idx="11779">
                  <c:v>2.0157144623195093</c:v>
                </c:pt>
                <c:pt idx="11780">
                  <c:v>2.0150538174985164</c:v>
                </c:pt>
                <c:pt idx="11781">
                  <c:v>2.0149308256961387</c:v>
                </c:pt>
                <c:pt idx="11782">
                  <c:v>2.0150983494868244</c:v>
                </c:pt>
                <c:pt idx="11783">
                  <c:v>2.0142784499241775</c:v>
                </c:pt>
                <c:pt idx="11784">
                  <c:v>2.0149292323245644</c:v>
                </c:pt>
                <c:pt idx="11785">
                  <c:v>2.0160317630381748</c:v>
                </c:pt>
                <c:pt idx="11786">
                  <c:v>2.0156124865387572</c:v>
                </c:pt>
                <c:pt idx="11787">
                  <c:v>2.0154160897562692</c:v>
                </c:pt>
                <c:pt idx="11788">
                  <c:v>2.0154328201577987</c:v>
                </c:pt>
                <c:pt idx="11789">
                  <c:v>2.0164184853080154</c:v>
                </c:pt>
                <c:pt idx="11790">
                  <c:v>2.0180799048372564</c:v>
                </c:pt>
                <c:pt idx="11791">
                  <c:v>2.0176855728445529</c:v>
                </c:pt>
                <c:pt idx="11792">
                  <c:v>2.0154735060767894</c:v>
                </c:pt>
                <c:pt idx="11793">
                  <c:v>2.0134523142348519</c:v>
                </c:pt>
                <c:pt idx="11794">
                  <c:v>2.0134462429397155</c:v>
                </c:pt>
                <c:pt idx="11795">
                  <c:v>2.0137793949583527</c:v>
                </c:pt>
                <c:pt idx="11796">
                  <c:v>2.0134005021867649</c:v>
                </c:pt>
                <c:pt idx="11797">
                  <c:v>2.0136204149359354</c:v>
                </c:pt>
                <c:pt idx="11798">
                  <c:v>2.013815960088789</c:v>
                </c:pt>
                <c:pt idx="11799">
                  <c:v>2.0145297630821299</c:v>
                </c:pt>
                <c:pt idx="11800">
                  <c:v>2.0139837860706358</c:v>
                </c:pt>
                <c:pt idx="11801">
                  <c:v>2.0128228225753282</c:v>
                </c:pt>
                <c:pt idx="11802">
                  <c:v>2.0126564251335135</c:v>
                </c:pt>
                <c:pt idx="11803">
                  <c:v>2.0130424880771853</c:v>
                </c:pt>
                <c:pt idx="11804">
                  <c:v>2.0128378222456651</c:v>
                </c:pt>
                <c:pt idx="11805">
                  <c:v>2.0125610426144482</c:v>
                </c:pt>
                <c:pt idx="11806">
                  <c:v>2.0140437298081362</c:v>
                </c:pt>
                <c:pt idx="11807">
                  <c:v>2.0149428034548693</c:v>
                </c:pt>
                <c:pt idx="11808">
                  <c:v>2.0148172292916637</c:v>
                </c:pt>
                <c:pt idx="11809">
                  <c:v>2.0160883826729084</c:v>
                </c:pt>
                <c:pt idx="11810">
                  <c:v>2.0166882321267665</c:v>
                </c:pt>
                <c:pt idx="11811">
                  <c:v>2.016226566449089</c:v>
                </c:pt>
                <c:pt idx="11812">
                  <c:v>2.0157761093162789</c:v>
                </c:pt>
                <c:pt idx="11813">
                  <c:v>2.0150909045955032</c:v>
                </c:pt>
                <c:pt idx="11814">
                  <c:v>2.0149177215885365</c:v>
                </c:pt>
                <c:pt idx="11815">
                  <c:v>2.0144466879848792</c:v>
                </c:pt>
                <c:pt idx="11816">
                  <c:v>2.0144736654139468</c:v>
                </c:pt>
                <c:pt idx="11817">
                  <c:v>2.015432435550867</c:v>
                </c:pt>
                <c:pt idx="11818">
                  <c:v>2.0171323707171269</c:v>
                </c:pt>
                <c:pt idx="11819">
                  <c:v>2.0174800553833983</c:v>
                </c:pt>
                <c:pt idx="11820">
                  <c:v>2.0172619283092681</c:v>
                </c:pt>
                <c:pt idx="11821">
                  <c:v>2.0169635832179513</c:v>
                </c:pt>
                <c:pt idx="11822">
                  <c:v>2.0152524669787479</c:v>
                </c:pt>
                <c:pt idx="11823">
                  <c:v>2.0137234895936351</c:v>
                </c:pt>
                <c:pt idx="11824">
                  <c:v>2.0137515384277269</c:v>
                </c:pt>
                <c:pt idx="11825">
                  <c:v>2.0127066438100263</c:v>
                </c:pt>
                <c:pt idx="11826">
                  <c:v>2.0112014296389091</c:v>
                </c:pt>
                <c:pt idx="11827">
                  <c:v>2.0110570372079732</c:v>
                </c:pt>
                <c:pt idx="11828">
                  <c:v>2.0122302806531724</c:v>
                </c:pt>
                <c:pt idx="11829">
                  <c:v>2.0141556229533415</c:v>
                </c:pt>
                <c:pt idx="11830">
                  <c:v>2.0160283015757896</c:v>
                </c:pt>
                <c:pt idx="11831">
                  <c:v>2.0147978066416123</c:v>
                </c:pt>
                <c:pt idx="11832">
                  <c:v>2.0127154348256084</c:v>
                </c:pt>
                <c:pt idx="11833">
                  <c:v>2.0126342552910925</c:v>
                </c:pt>
                <c:pt idx="11834">
                  <c:v>2.0136879958682226</c:v>
                </c:pt>
                <c:pt idx="11835">
                  <c:v>2.0131902046108876</c:v>
                </c:pt>
                <c:pt idx="11836">
                  <c:v>2.011915040328784</c:v>
                </c:pt>
                <c:pt idx="11837">
                  <c:v>2.0110308839366167</c:v>
                </c:pt>
                <c:pt idx="11838">
                  <c:v>2.0113785136590403</c:v>
                </c:pt>
                <c:pt idx="11839">
                  <c:v>2.0124855222962132</c:v>
                </c:pt>
                <c:pt idx="11840">
                  <c:v>2.0119475396145141</c:v>
                </c:pt>
                <c:pt idx="11841">
                  <c:v>2.0109964616162284</c:v>
                </c:pt>
                <c:pt idx="11842">
                  <c:v>2.0120223731346565</c:v>
                </c:pt>
                <c:pt idx="11843">
                  <c:v>2.0139233753104326</c:v>
                </c:pt>
                <c:pt idx="11844">
                  <c:v>2.0138337893672666</c:v>
                </c:pt>
                <c:pt idx="11845">
                  <c:v>2.0123995077031274</c:v>
                </c:pt>
                <c:pt idx="11846">
                  <c:v>2.0123365420540207</c:v>
                </c:pt>
                <c:pt idx="11847">
                  <c:v>2.0129258422891803</c:v>
                </c:pt>
                <c:pt idx="11848">
                  <c:v>2.0126563976615897</c:v>
                </c:pt>
                <c:pt idx="11849">
                  <c:v>2.0117808399815389</c:v>
                </c:pt>
                <c:pt idx="11850">
                  <c:v>2.0107234456385572</c:v>
                </c:pt>
                <c:pt idx="11851">
                  <c:v>2.0124647260499771</c:v>
                </c:pt>
                <c:pt idx="11852">
                  <c:v>2.0139370013845848</c:v>
                </c:pt>
                <c:pt idx="11853">
                  <c:v>2.0135534933298169</c:v>
                </c:pt>
                <c:pt idx="11854">
                  <c:v>2.0123885738774971</c:v>
                </c:pt>
                <c:pt idx="11855">
                  <c:v>2.0116136183820137</c:v>
                </c:pt>
                <c:pt idx="11856">
                  <c:v>2.0115240049669239</c:v>
                </c:pt>
                <c:pt idx="11857">
                  <c:v>2.0107978945517679</c:v>
                </c:pt>
                <c:pt idx="11858">
                  <c:v>2.0107515494164963</c:v>
                </c:pt>
                <c:pt idx="11859">
                  <c:v>2.0114837311267886</c:v>
                </c:pt>
                <c:pt idx="11860">
                  <c:v>2.0125387628843323</c:v>
                </c:pt>
                <c:pt idx="11861">
                  <c:v>2.0138550801081294</c:v>
                </c:pt>
                <c:pt idx="11862">
                  <c:v>2.0158910518450144</c:v>
                </c:pt>
                <c:pt idx="11863">
                  <c:v>2.0164816432605877</c:v>
                </c:pt>
                <c:pt idx="11864">
                  <c:v>2.0159629458693216</c:v>
                </c:pt>
                <c:pt idx="11865">
                  <c:v>2.0136868420474276</c:v>
                </c:pt>
                <c:pt idx="11866">
                  <c:v>2.0107275389551877</c:v>
                </c:pt>
                <c:pt idx="11867">
                  <c:v>2.0092104294411111</c:v>
                </c:pt>
                <c:pt idx="11868">
                  <c:v>2.0100419496274808</c:v>
                </c:pt>
                <c:pt idx="11869">
                  <c:v>2.0112798619810555</c:v>
                </c:pt>
                <c:pt idx="11870">
                  <c:v>2.012255197687963</c:v>
                </c:pt>
                <c:pt idx="11871">
                  <c:v>2.0131127063141467</c:v>
                </c:pt>
                <c:pt idx="11872">
                  <c:v>2.0132121272059953</c:v>
                </c:pt>
                <c:pt idx="11873">
                  <c:v>2.0147108854750444</c:v>
                </c:pt>
                <c:pt idx="11874">
                  <c:v>2.0149502758181139</c:v>
                </c:pt>
                <c:pt idx="11875">
                  <c:v>2.0145252851585678</c:v>
                </c:pt>
                <c:pt idx="11876">
                  <c:v>2.0150418946836335</c:v>
                </c:pt>
                <c:pt idx="11877">
                  <c:v>2.0145788554097712</c:v>
                </c:pt>
                <c:pt idx="11878">
                  <c:v>2.0136306344915496</c:v>
                </c:pt>
                <c:pt idx="11879">
                  <c:v>2.0128453220808336</c:v>
                </c:pt>
                <c:pt idx="11880">
                  <c:v>2.0128273279708138</c:v>
                </c:pt>
                <c:pt idx="11881">
                  <c:v>2.0120696248434102</c:v>
                </c:pt>
                <c:pt idx="11882">
                  <c:v>2.0128051856003166</c:v>
                </c:pt>
                <c:pt idx="11883">
                  <c:v>2.0127555163622777</c:v>
                </c:pt>
                <c:pt idx="11884">
                  <c:v>2.0116737544229797</c:v>
                </c:pt>
                <c:pt idx="11885">
                  <c:v>2.0115145271532495</c:v>
                </c:pt>
                <c:pt idx="11886">
                  <c:v>2.0128973813762334</c:v>
                </c:pt>
                <c:pt idx="11887">
                  <c:v>2.0145550097800049</c:v>
                </c:pt>
                <c:pt idx="11888">
                  <c:v>2.0159677259840443</c:v>
                </c:pt>
                <c:pt idx="11889">
                  <c:v>2.0168150150546142</c:v>
                </c:pt>
                <c:pt idx="11890">
                  <c:v>2.0153371629194963</c:v>
                </c:pt>
                <c:pt idx="11891">
                  <c:v>2.0132019625942288</c:v>
                </c:pt>
                <c:pt idx="11892">
                  <c:v>2.01383760796466</c:v>
                </c:pt>
                <c:pt idx="11893">
                  <c:v>2.0138770576470848</c:v>
                </c:pt>
                <c:pt idx="11894">
                  <c:v>2.0122864332652028</c:v>
                </c:pt>
                <c:pt idx="11895">
                  <c:v>2.0137286817872133</c:v>
                </c:pt>
                <c:pt idx="11896">
                  <c:v>2.0167513351354915</c:v>
                </c:pt>
                <c:pt idx="11897">
                  <c:v>2.0175487351926331</c:v>
                </c:pt>
                <c:pt idx="11898">
                  <c:v>2.0172913782114681</c:v>
                </c:pt>
                <c:pt idx="11899">
                  <c:v>2.0154458418496297</c:v>
                </c:pt>
                <c:pt idx="11900">
                  <c:v>2.0145102854882309</c:v>
                </c:pt>
                <c:pt idx="11901">
                  <c:v>2.0158992110063516</c:v>
                </c:pt>
                <c:pt idx="11902">
                  <c:v>2.0156370739104634</c:v>
                </c:pt>
                <c:pt idx="11903">
                  <c:v>2.0142328465308457</c:v>
                </c:pt>
                <c:pt idx="11904">
                  <c:v>2.0121627546647325</c:v>
                </c:pt>
                <c:pt idx="11905">
                  <c:v>2.0119899013208502</c:v>
                </c:pt>
                <c:pt idx="11906">
                  <c:v>2.0135494274851102</c:v>
                </c:pt>
                <c:pt idx="11907">
                  <c:v>2.0144487483791567</c:v>
                </c:pt>
                <c:pt idx="11908">
                  <c:v>2.0145229225731303</c:v>
                </c:pt>
                <c:pt idx="11909">
                  <c:v>2.0136529416935893</c:v>
                </c:pt>
                <c:pt idx="11910">
                  <c:v>2.01389650776906</c:v>
                </c:pt>
                <c:pt idx="11911">
                  <c:v>2.0144598470363291</c:v>
                </c:pt>
                <c:pt idx="11912">
                  <c:v>2.0148479703742774</c:v>
                </c:pt>
                <c:pt idx="11913">
                  <c:v>2.0150605481198216</c:v>
                </c:pt>
                <c:pt idx="11914">
                  <c:v>2.0146173985187139</c:v>
                </c:pt>
                <c:pt idx="11915">
                  <c:v>2.0144677040065053</c:v>
                </c:pt>
                <c:pt idx="11916">
                  <c:v>2.0145218236961826</c:v>
                </c:pt>
                <c:pt idx="11917">
                  <c:v>2.0133142952902134</c:v>
                </c:pt>
                <c:pt idx="11918">
                  <c:v>2.0125577734555287</c:v>
                </c:pt>
                <c:pt idx="11919">
                  <c:v>2.0110728335640973</c:v>
                </c:pt>
                <c:pt idx="11920">
                  <c:v>2.010133760796466</c:v>
                </c:pt>
                <c:pt idx="11921">
                  <c:v>2.0113933210259116</c:v>
                </c:pt>
                <c:pt idx="11922">
                  <c:v>2.0138234324520341</c:v>
                </c:pt>
                <c:pt idx="11923">
                  <c:v>2.0153056526230193</c:v>
                </c:pt>
                <c:pt idx="11924">
                  <c:v>2.0150488725522515</c:v>
                </c:pt>
                <c:pt idx="11925">
                  <c:v>2.0160487132150942</c:v>
                </c:pt>
                <c:pt idx="11926">
                  <c:v>2.0169362486538756</c:v>
                </c:pt>
                <c:pt idx="11927">
                  <c:v>2.0165214500780202</c:v>
                </c:pt>
                <c:pt idx="11928">
                  <c:v>2.0171960781081735</c:v>
                </c:pt>
                <c:pt idx="11929">
                  <c:v>2.0179419408364652</c:v>
                </c:pt>
                <c:pt idx="11930">
                  <c:v>2.0195362739280456</c:v>
                </c:pt>
                <c:pt idx="11931">
                  <c:v>2.0190550207687745</c:v>
                </c:pt>
                <c:pt idx="11932">
                  <c:v>2.0163963704094416</c:v>
                </c:pt>
                <c:pt idx="11933">
                  <c:v>2.0153592228742228</c:v>
                </c:pt>
                <c:pt idx="11934">
                  <c:v>2.0158555855915257</c:v>
                </c:pt>
                <c:pt idx="11935">
                  <c:v>2.0161952759280015</c:v>
                </c:pt>
                <c:pt idx="11936">
                  <c:v>2.013600360431639</c:v>
                </c:pt>
                <c:pt idx="11937">
                  <c:v>2.0126239807916311</c:v>
                </c:pt>
                <c:pt idx="11938">
                  <c:v>2.0135693721017121</c:v>
                </c:pt>
                <c:pt idx="11939">
                  <c:v>2.0124902474670887</c:v>
                </c:pt>
                <c:pt idx="11940">
                  <c:v>2.0120800092305662</c:v>
                </c:pt>
                <c:pt idx="11941">
                  <c:v>2.0141163381024594</c:v>
                </c:pt>
                <c:pt idx="11942">
                  <c:v>2.014395123184106</c:v>
                </c:pt>
                <c:pt idx="11943">
                  <c:v>2.0129410067910594</c:v>
                </c:pt>
                <c:pt idx="11944">
                  <c:v>2.0127873288499152</c:v>
                </c:pt>
                <c:pt idx="11945">
                  <c:v>2.013573492890266</c:v>
                </c:pt>
                <c:pt idx="11946">
                  <c:v>2.0151292554009803</c:v>
                </c:pt>
                <c:pt idx="11947">
                  <c:v>2.0160284664073318</c:v>
                </c:pt>
                <c:pt idx="11948">
                  <c:v>2.0152399947253907</c:v>
                </c:pt>
                <c:pt idx="11949">
                  <c:v>2.0145782235555263</c:v>
                </c:pt>
                <c:pt idx="11950">
                  <c:v>2.0154368310586581</c:v>
                </c:pt>
                <c:pt idx="11951">
                  <c:v>2.0149025570866574</c:v>
                </c:pt>
                <c:pt idx="11952">
                  <c:v>2.0138953539482647</c:v>
                </c:pt>
                <c:pt idx="11953">
                  <c:v>2.0133559701984574</c:v>
                </c:pt>
                <c:pt idx="11954">
                  <c:v>2.0126903254873518</c:v>
                </c:pt>
                <c:pt idx="11955">
                  <c:v>2.0115713665633721</c:v>
                </c:pt>
                <c:pt idx="11956">
                  <c:v>2.01178575745588</c:v>
                </c:pt>
                <c:pt idx="11957">
                  <c:v>2.0130502076877432</c:v>
                </c:pt>
                <c:pt idx="11958">
                  <c:v>2.0141305410870092</c:v>
                </c:pt>
                <c:pt idx="11959">
                  <c:v>2.0135712951363707</c:v>
                </c:pt>
                <c:pt idx="11960">
                  <c:v>2.0134444847365991</c:v>
                </c:pt>
                <c:pt idx="11961">
                  <c:v>2.0139669457814113</c:v>
                </c:pt>
                <c:pt idx="11962">
                  <c:v>2.0128488934309137</c:v>
                </c:pt>
                <c:pt idx="11963">
                  <c:v>2.0133911067888617</c:v>
                </c:pt>
                <c:pt idx="11964">
                  <c:v>2.0131578152128524</c:v>
                </c:pt>
                <c:pt idx="11965">
                  <c:v>2.0129183424540118</c:v>
                </c:pt>
                <c:pt idx="11966">
                  <c:v>2.01273411573372</c:v>
                </c:pt>
                <c:pt idx="11967">
                  <c:v>2.0125359882200393</c:v>
                </c:pt>
                <c:pt idx="11968">
                  <c:v>2.0129054855937234</c:v>
                </c:pt>
                <c:pt idx="11969">
                  <c:v>2.0129642480385046</c:v>
                </c:pt>
                <c:pt idx="11970">
                  <c:v>2.0138934583855299</c:v>
                </c:pt>
                <c:pt idx="11971">
                  <c:v>2.0151546119865498</c:v>
                </c:pt>
                <c:pt idx="11972">
                  <c:v>2.0153777938946398</c:v>
                </c:pt>
                <c:pt idx="11973">
                  <c:v>2.0148077514779894</c:v>
                </c:pt>
                <c:pt idx="11974">
                  <c:v>2.0138760686578316</c:v>
                </c:pt>
                <c:pt idx="11975">
                  <c:v>2.0126601063712886</c:v>
                </c:pt>
                <c:pt idx="11976">
                  <c:v>2.0131852047207754</c:v>
                </c:pt>
                <c:pt idx="11977">
                  <c:v>2.0141015582075119</c:v>
                </c:pt>
                <c:pt idx="11978">
                  <c:v>2.0140882343245203</c:v>
                </c:pt>
                <c:pt idx="11979">
                  <c:v>2.013363634865168</c:v>
                </c:pt>
                <c:pt idx="11980">
                  <c:v>2.0128675468671018</c:v>
                </c:pt>
                <c:pt idx="11981">
                  <c:v>2.0141190852948285</c:v>
                </c:pt>
                <c:pt idx="11982">
                  <c:v>2.0152582360827234</c:v>
                </c:pt>
                <c:pt idx="11983">
                  <c:v>2.0171006131733367</c:v>
                </c:pt>
                <c:pt idx="11984">
                  <c:v>2.0164884013538162</c:v>
                </c:pt>
                <c:pt idx="11985">
                  <c:v>2.0153342783675083</c:v>
                </c:pt>
                <c:pt idx="11986">
                  <c:v>2.0155420759983298</c:v>
                </c:pt>
                <c:pt idx="11987">
                  <c:v>2.0152648568163336</c:v>
                </c:pt>
                <c:pt idx="11988">
                  <c:v>2.0161754137271708</c:v>
                </c:pt>
                <c:pt idx="11989">
                  <c:v>2.0171632216874356</c:v>
                </c:pt>
                <c:pt idx="11990">
                  <c:v>2.0177506813037076</c:v>
                </c:pt>
                <c:pt idx="11991">
                  <c:v>2.0179893024329134</c:v>
                </c:pt>
                <c:pt idx="11992">
                  <c:v>2.0168939968352344</c:v>
                </c:pt>
                <c:pt idx="11993">
                  <c:v>2.0155306202061491</c:v>
                </c:pt>
                <c:pt idx="11994">
                  <c:v>2.0155242467198522</c:v>
                </c:pt>
                <c:pt idx="11995">
                  <c:v>2.0167632854222983</c:v>
                </c:pt>
                <c:pt idx="11996">
                  <c:v>2.0171309421770949</c:v>
                </c:pt>
                <c:pt idx="11997">
                  <c:v>2.0165921902815325</c:v>
                </c:pt>
                <c:pt idx="11998">
                  <c:v>2.0154491934243204</c:v>
                </c:pt>
                <c:pt idx="11999">
                  <c:v>2.0155390815586469</c:v>
                </c:pt>
                <c:pt idx="12000">
                  <c:v>2.0139311773367616</c:v>
                </c:pt>
                <c:pt idx="12001">
                  <c:v>2.0120596250631855</c:v>
                </c:pt>
                <c:pt idx="12002">
                  <c:v>2.0121494582536648</c:v>
                </c:pt>
                <c:pt idx="12003">
                  <c:v>2.0128113393112241</c:v>
                </c:pt>
                <c:pt idx="12004">
                  <c:v>2.0142991912265664</c:v>
                </c:pt>
                <c:pt idx="12005">
                  <c:v>2.0153415584272873</c:v>
                </c:pt>
                <c:pt idx="12006">
                  <c:v>2.0152395551746114</c:v>
                </c:pt>
                <c:pt idx="12007">
                  <c:v>2.0132992956198765</c:v>
                </c:pt>
                <c:pt idx="12008">
                  <c:v>2.0110647293466077</c:v>
                </c:pt>
                <c:pt idx="12009">
                  <c:v>2.0106328707061385</c:v>
                </c:pt>
                <c:pt idx="12010">
                  <c:v>2.0096866552383466</c:v>
                </c:pt>
                <c:pt idx="12011">
                  <c:v>2.0085554987802468</c:v>
                </c:pt>
                <c:pt idx="12012">
                  <c:v>2.0093311960176701</c:v>
                </c:pt>
                <c:pt idx="12013">
                  <c:v>2.0101584580558671</c:v>
                </c:pt>
                <c:pt idx="12014">
                  <c:v>2.011588618931452</c:v>
                </c:pt>
                <c:pt idx="12015">
                  <c:v>2.0115122744555065</c:v>
                </c:pt>
                <c:pt idx="12016">
                  <c:v>2.0118187787081601</c:v>
                </c:pt>
                <c:pt idx="12017">
                  <c:v>2.0143306191072723</c:v>
                </c:pt>
                <c:pt idx="12018">
                  <c:v>2.0163240093624317</c:v>
                </c:pt>
                <c:pt idx="12019">
                  <c:v>2.0167088635414605</c:v>
                </c:pt>
                <c:pt idx="12020">
                  <c:v>2.0158649535175051</c:v>
                </c:pt>
                <c:pt idx="12021">
                  <c:v>2.0140777400496694</c:v>
                </c:pt>
                <c:pt idx="12022">
                  <c:v>2.0128377123579702</c:v>
                </c:pt>
                <c:pt idx="12023">
                  <c:v>2.012646672600602</c:v>
                </c:pt>
                <c:pt idx="12024">
                  <c:v>2.0126524691765018</c:v>
                </c:pt>
                <c:pt idx="12025">
                  <c:v>2.0135190435375048</c:v>
                </c:pt>
                <c:pt idx="12026">
                  <c:v>2.0136636007999824</c:v>
                </c:pt>
                <c:pt idx="12027">
                  <c:v>2.013303004329575</c:v>
                </c:pt>
                <c:pt idx="12028">
                  <c:v>2.013763543658381</c:v>
                </c:pt>
                <c:pt idx="12029">
                  <c:v>2.0138081305905366</c:v>
                </c:pt>
                <c:pt idx="12030">
                  <c:v>2.0138856838311248</c:v>
                </c:pt>
                <c:pt idx="12031">
                  <c:v>2.013939611217336</c:v>
                </c:pt>
                <c:pt idx="12032">
                  <c:v>2.0139568086415682</c:v>
                </c:pt>
                <c:pt idx="12033">
                  <c:v>2.012808811894244</c:v>
                </c:pt>
                <c:pt idx="12034">
                  <c:v>2.0135667073251136</c:v>
                </c:pt>
                <c:pt idx="12035">
                  <c:v>2.0142763345860533</c:v>
                </c:pt>
                <c:pt idx="12036">
                  <c:v>2.0141323817058967</c:v>
                </c:pt>
                <c:pt idx="12037">
                  <c:v>2.0127180996022065</c:v>
                </c:pt>
                <c:pt idx="12038">
                  <c:v>2.0113325256587768</c:v>
                </c:pt>
                <c:pt idx="12039">
                  <c:v>2.0121522054460343</c:v>
                </c:pt>
                <c:pt idx="12040">
                  <c:v>2.0137599723083008</c:v>
                </c:pt>
                <c:pt idx="12041">
                  <c:v>2.0145981681721281</c:v>
                </c:pt>
                <c:pt idx="12042">
                  <c:v>2.0135015439221116</c:v>
                </c:pt>
                <c:pt idx="12043">
                  <c:v>2.0127231819080897</c:v>
                </c:pt>
                <c:pt idx="12044">
                  <c:v>2.0134056669084197</c:v>
                </c:pt>
                <c:pt idx="12045">
                  <c:v>2.0141104865827124</c:v>
                </c:pt>
                <c:pt idx="12046">
                  <c:v>2.0161671996219863</c:v>
                </c:pt>
                <c:pt idx="12047">
                  <c:v>2.017510494274851</c:v>
                </c:pt>
                <c:pt idx="12048">
                  <c:v>2.0176100799982417</c:v>
                </c:pt>
                <c:pt idx="12049">
                  <c:v>2.0173900298894529</c:v>
                </c:pt>
                <c:pt idx="12050">
                  <c:v>2.0179581767433681</c:v>
                </c:pt>
                <c:pt idx="12051">
                  <c:v>2.0177950209885496</c:v>
                </c:pt>
                <c:pt idx="12052">
                  <c:v>2.0169870717127094</c:v>
                </c:pt>
                <c:pt idx="12053">
                  <c:v>2.0173467616096348</c:v>
                </c:pt>
                <c:pt idx="12054">
                  <c:v>2.0163645304498803</c:v>
                </c:pt>
                <c:pt idx="12055">
                  <c:v>2.0155786960726139</c:v>
                </c:pt>
                <c:pt idx="12056">
                  <c:v>2.0139275235709104</c:v>
                </c:pt>
                <c:pt idx="12057">
                  <c:v>2.0124679127931255</c:v>
                </c:pt>
                <c:pt idx="12058">
                  <c:v>2.0138255477901583</c:v>
                </c:pt>
                <c:pt idx="12059">
                  <c:v>2.0165701028548821</c:v>
                </c:pt>
                <c:pt idx="12060">
                  <c:v>2.0166759796487987</c:v>
                </c:pt>
                <c:pt idx="12061">
                  <c:v>2.0160244829783962</c:v>
                </c:pt>
                <c:pt idx="12062">
                  <c:v>2.0154960330542186</c:v>
                </c:pt>
                <c:pt idx="12063">
                  <c:v>2.0150318674314849</c:v>
                </c:pt>
                <c:pt idx="12064">
                  <c:v>2.0151787598074766</c:v>
                </c:pt>
                <c:pt idx="12065">
                  <c:v>2.0141133161908531</c:v>
                </c:pt>
                <c:pt idx="12066">
                  <c:v>2.0151801059317376</c:v>
                </c:pt>
                <c:pt idx="12067">
                  <c:v>2.0158613546955011</c:v>
                </c:pt>
                <c:pt idx="12068">
                  <c:v>2.0158870409441549</c:v>
                </c:pt>
                <c:pt idx="12069">
                  <c:v>2.0145786081624579</c:v>
                </c:pt>
                <c:pt idx="12070">
                  <c:v>2.0129557866860068</c:v>
                </c:pt>
                <c:pt idx="12071">
                  <c:v>2.0130000164831543</c:v>
                </c:pt>
                <c:pt idx="12072">
                  <c:v>2.0117052647194567</c:v>
                </c:pt>
                <c:pt idx="12073">
                  <c:v>2.0113094492428738</c:v>
                </c:pt>
                <c:pt idx="12074">
                  <c:v>2.0123100316476563</c:v>
                </c:pt>
                <c:pt idx="12075">
                  <c:v>2.0131790784817918</c:v>
                </c:pt>
                <c:pt idx="12076">
                  <c:v>2.0141284257488845</c:v>
                </c:pt>
                <c:pt idx="12077">
                  <c:v>2.0139252708731674</c:v>
                </c:pt>
                <c:pt idx="12078">
                  <c:v>2.0145566580954264</c:v>
                </c:pt>
                <c:pt idx="12079">
                  <c:v>2.0159547317641371</c:v>
                </c:pt>
                <c:pt idx="12080">
                  <c:v>2.0168112788729919</c:v>
                </c:pt>
                <c:pt idx="12081">
                  <c:v>2.0155039174963187</c:v>
                </c:pt>
                <c:pt idx="12082">
                  <c:v>2.0142418847937407</c:v>
                </c:pt>
                <c:pt idx="12083">
                  <c:v>2.0145803388936505</c:v>
                </c:pt>
                <c:pt idx="12084">
                  <c:v>2.0144523197292368</c:v>
                </c:pt>
                <c:pt idx="12085">
                  <c:v>2.0139610118458937</c:v>
                </c:pt>
                <c:pt idx="12086">
                  <c:v>2.0139921100635152</c:v>
                </c:pt>
                <c:pt idx="12087">
                  <c:v>2.0135471747873672</c:v>
                </c:pt>
                <c:pt idx="12088">
                  <c:v>2.0129782861915122</c:v>
                </c:pt>
                <c:pt idx="12089">
                  <c:v>2.013000593393552</c:v>
                </c:pt>
                <c:pt idx="12090">
                  <c:v>2.0134884398145094</c:v>
                </c:pt>
                <c:pt idx="12091">
                  <c:v>2.0132728126854356</c:v>
                </c:pt>
                <c:pt idx="12092">
                  <c:v>2.0130447133030045</c:v>
                </c:pt>
                <c:pt idx="12093">
                  <c:v>2.0126545570427026</c:v>
                </c:pt>
                <c:pt idx="12094">
                  <c:v>2.0129137546427551</c:v>
                </c:pt>
                <c:pt idx="12095">
                  <c:v>2.0131903694424298</c:v>
                </c:pt>
                <c:pt idx="12096">
                  <c:v>2.0134161886551944</c:v>
                </c:pt>
                <c:pt idx="12097">
                  <c:v>2.0150228291685899</c:v>
                </c:pt>
                <c:pt idx="12098">
                  <c:v>2.0165814487593678</c:v>
                </c:pt>
                <c:pt idx="12099">
                  <c:v>2.0161299751653812</c:v>
                </c:pt>
                <c:pt idx="12100">
                  <c:v>2.0156184479461992</c:v>
                </c:pt>
                <c:pt idx="12101">
                  <c:v>2.014904919672095</c:v>
                </c:pt>
                <c:pt idx="12102">
                  <c:v>2.0151870288565088</c:v>
                </c:pt>
                <c:pt idx="12103">
                  <c:v>2.0150708226192831</c:v>
                </c:pt>
                <c:pt idx="12104">
                  <c:v>2.0126208489923298</c:v>
                </c:pt>
                <c:pt idx="12105">
                  <c:v>2.0110093184765172</c:v>
                </c:pt>
                <c:pt idx="12106">
                  <c:v>2.011442193578163</c:v>
                </c:pt>
                <c:pt idx="12107">
                  <c:v>2.0114322762137098</c:v>
                </c:pt>
                <c:pt idx="12108">
                  <c:v>2.0101419749016505</c:v>
                </c:pt>
                <c:pt idx="12109">
                  <c:v>2.0104977637854113</c:v>
                </c:pt>
                <c:pt idx="12110">
                  <c:v>2.0115081536669526</c:v>
                </c:pt>
                <c:pt idx="12111">
                  <c:v>2.0119108096525351</c:v>
                </c:pt>
                <c:pt idx="12112">
                  <c:v>2.012297998945078</c:v>
                </c:pt>
                <c:pt idx="12113">
                  <c:v>2.0133638546405574</c:v>
                </c:pt>
                <c:pt idx="12114">
                  <c:v>2.0127159842640823</c:v>
                </c:pt>
                <c:pt idx="12115">
                  <c:v>2.0121758587723346</c:v>
                </c:pt>
                <c:pt idx="12116">
                  <c:v>2.0110867893013342</c:v>
                </c:pt>
                <c:pt idx="12117">
                  <c:v>2.0103399375837894</c:v>
                </c:pt>
                <c:pt idx="12118">
                  <c:v>2.0102647469286388</c:v>
                </c:pt>
                <c:pt idx="12119">
                  <c:v>2.011069289685941</c:v>
                </c:pt>
                <c:pt idx="12120">
                  <c:v>2.01256931166348</c:v>
                </c:pt>
                <c:pt idx="12121">
                  <c:v>2.0130549878024659</c:v>
                </c:pt>
                <c:pt idx="12122">
                  <c:v>2.0123469264411771</c:v>
                </c:pt>
                <c:pt idx="12123">
                  <c:v>2.0119321278653217</c:v>
                </c:pt>
                <c:pt idx="12124">
                  <c:v>2.0131559745939649</c:v>
                </c:pt>
                <c:pt idx="12125">
                  <c:v>2.0154134249796707</c:v>
                </c:pt>
                <c:pt idx="12126">
                  <c:v>2.0164738412342587</c:v>
                </c:pt>
                <c:pt idx="12127">
                  <c:v>2.0168618272125887</c:v>
                </c:pt>
                <c:pt idx="12128">
                  <c:v>2.0169627590602404</c:v>
                </c:pt>
                <c:pt idx="12129">
                  <c:v>2.0171813806289971</c:v>
                </c:pt>
                <c:pt idx="12130">
                  <c:v>2.0161550020878662</c:v>
                </c:pt>
                <c:pt idx="12131">
                  <c:v>2.0146464638139823</c:v>
                </c:pt>
                <c:pt idx="12132">
                  <c:v>2.013542696863805</c:v>
                </c:pt>
                <c:pt idx="12133">
                  <c:v>2.0144081998197843</c:v>
                </c:pt>
                <c:pt idx="12134">
                  <c:v>2.0156393266082064</c:v>
                </c:pt>
                <c:pt idx="12135">
                  <c:v>2.0170367134788245</c:v>
                </c:pt>
                <c:pt idx="12136">
                  <c:v>2.0176507933891563</c:v>
                </c:pt>
                <c:pt idx="12137">
                  <c:v>2.0157430331201511</c:v>
                </c:pt>
                <c:pt idx="12138">
                  <c:v>2.0122439067273246</c:v>
                </c:pt>
                <c:pt idx="12139">
                  <c:v>2.0109567372145669</c:v>
                </c:pt>
                <c:pt idx="12140">
                  <c:v>2.0107651205468011</c:v>
                </c:pt>
                <c:pt idx="12141">
                  <c:v>2.0107420166589747</c:v>
                </c:pt>
                <c:pt idx="12142">
                  <c:v>2.0111709358036087</c:v>
                </c:pt>
                <c:pt idx="12143">
                  <c:v>2.0125068679809237</c:v>
                </c:pt>
                <c:pt idx="12144">
                  <c:v>2.0137489285949761</c:v>
                </c:pt>
                <c:pt idx="12145">
                  <c:v>2.0138354926265358</c:v>
                </c:pt>
                <c:pt idx="12146">
                  <c:v>2.0145460539328806</c:v>
                </c:pt>
                <c:pt idx="12147">
                  <c:v>2.0156592712248083</c:v>
                </c:pt>
                <c:pt idx="12148">
                  <c:v>2.0160240983714646</c:v>
                </c:pt>
                <c:pt idx="12149">
                  <c:v>2.0156125414826049</c:v>
                </c:pt>
                <c:pt idx="12150">
                  <c:v>2.015637760708556</c:v>
                </c:pt>
                <c:pt idx="12151">
                  <c:v>2.015277301597767</c:v>
                </c:pt>
                <c:pt idx="12152">
                  <c:v>2.0166489747478078</c:v>
                </c:pt>
                <c:pt idx="12153">
                  <c:v>2.0175079943297951</c:v>
                </c:pt>
                <c:pt idx="12154">
                  <c:v>2.0162486538757389</c:v>
                </c:pt>
                <c:pt idx="12155">
                  <c:v>2.0158839640887014</c:v>
                </c:pt>
                <c:pt idx="12156">
                  <c:v>2.0172494560559109</c:v>
                </c:pt>
                <c:pt idx="12157">
                  <c:v>2.0176170578668602</c:v>
                </c:pt>
                <c:pt idx="12158">
                  <c:v>2.0181553976835676</c:v>
                </c:pt>
                <c:pt idx="12159">
                  <c:v>2.0181170743500143</c:v>
                </c:pt>
                <c:pt idx="12160">
                  <c:v>2.0168083668490802</c:v>
                </c:pt>
                <c:pt idx="12161">
                  <c:v>2.0149712643678162</c:v>
                </c:pt>
                <c:pt idx="12162">
                  <c:v>2.0133106140524384</c:v>
                </c:pt>
                <c:pt idx="12163">
                  <c:v>2.0125926902705435</c:v>
                </c:pt>
                <c:pt idx="12164">
                  <c:v>2.0136725566471068</c:v>
                </c:pt>
                <c:pt idx="12165">
                  <c:v>2.0137154677919167</c:v>
                </c:pt>
                <c:pt idx="12166">
                  <c:v>2.0126173875299442</c:v>
                </c:pt>
                <c:pt idx="12167">
                  <c:v>2.0126324696160522</c:v>
                </c:pt>
                <c:pt idx="12168">
                  <c:v>2.0149585448671457</c:v>
                </c:pt>
                <c:pt idx="12169">
                  <c:v>2.0167572690710096</c:v>
                </c:pt>
                <c:pt idx="12170">
                  <c:v>2.0158342399068152</c:v>
                </c:pt>
                <c:pt idx="12171">
                  <c:v>2.0139359574514848</c:v>
                </c:pt>
                <c:pt idx="12172">
                  <c:v>2.0125873332454232</c:v>
                </c:pt>
                <c:pt idx="12173">
                  <c:v>2.0122324509351444</c:v>
                </c:pt>
                <c:pt idx="12174">
                  <c:v>2.0117199072547858</c:v>
                </c:pt>
                <c:pt idx="12175">
                  <c:v>2.0130773224764291</c:v>
                </c:pt>
                <c:pt idx="12176">
                  <c:v>2.014734978352124</c:v>
                </c:pt>
                <c:pt idx="12177">
                  <c:v>2.014961951385684</c:v>
                </c:pt>
                <c:pt idx="12178">
                  <c:v>2.0151698863761238</c:v>
                </c:pt>
                <c:pt idx="12179">
                  <c:v>2.0159351717544669</c:v>
                </c:pt>
                <c:pt idx="12180">
                  <c:v>2.0176582932243248</c:v>
                </c:pt>
                <c:pt idx="12181">
                  <c:v>2.018730357574559</c:v>
                </c:pt>
                <c:pt idx="12182">
                  <c:v>2.0166456781169644</c:v>
                </c:pt>
                <c:pt idx="12183">
                  <c:v>2.0132803949363751</c:v>
                </c:pt>
                <c:pt idx="12184">
                  <c:v>2.0125883771785236</c:v>
                </c:pt>
                <c:pt idx="12185">
                  <c:v>2.014612975538999</c:v>
                </c:pt>
                <c:pt idx="12186">
                  <c:v>2.0161040141974902</c:v>
                </c:pt>
                <c:pt idx="12187">
                  <c:v>2.0152680710314059</c:v>
                </c:pt>
                <c:pt idx="12188">
                  <c:v>2.0126571394035295</c:v>
                </c:pt>
                <c:pt idx="12189">
                  <c:v>2.0103919968791897</c:v>
                </c:pt>
                <c:pt idx="12190">
                  <c:v>2.0100037636535459</c:v>
                </c:pt>
                <c:pt idx="12191">
                  <c:v>2.0108149271444584</c:v>
                </c:pt>
                <c:pt idx="12192">
                  <c:v>2.0114266169974284</c:v>
                </c:pt>
                <c:pt idx="12193">
                  <c:v>2.0112791202391156</c:v>
                </c:pt>
                <c:pt idx="12194">
                  <c:v>2.0122955264719455</c:v>
                </c:pt>
                <c:pt idx="12195">
                  <c:v>2.0136863475528011</c:v>
                </c:pt>
                <c:pt idx="12196">
                  <c:v>2.0140167523790686</c:v>
                </c:pt>
                <c:pt idx="12197">
                  <c:v>2.0149584349794512</c:v>
                </c:pt>
                <c:pt idx="12198">
                  <c:v>2.0161221731390517</c:v>
                </c:pt>
                <c:pt idx="12199">
                  <c:v>2.015996406672381</c:v>
                </c:pt>
                <c:pt idx="12200">
                  <c:v>2.0150302191160634</c:v>
                </c:pt>
                <c:pt idx="12201">
                  <c:v>2.0149815388672776</c:v>
                </c:pt>
                <c:pt idx="12202">
                  <c:v>2.013750192303466</c:v>
                </c:pt>
                <c:pt idx="12203">
                  <c:v>2.0123284927803784</c:v>
                </c:pt>
                <c:pt idx="12204">
                  <c:v>2.0141440023296191</c:v>
                </c:pt>
                <c:pt idx="12205">
                  <c:v>2.0142722687413461</c:v>
                </c:pt>
                <c:pt idx="12206">
                  <c:v>2.0133659425067583</c:v>
                </c:pt>
                <c:pt idx="12207">
                  <c:v>2.0120050932946527</c:v>
                </c:pt>
                <c:pt idx="12208">
                  <c:v>2.0115141425463179</c:v>
                </c:pt>
                <c:pt idx="12209">
                  <c:v>2.0111331069646821</c:v>
                </c:pt>
                <c:pt idx="12210">
                  <c:v>2.0119308092129842</c:v>
                </c:pt>
                <c:pt idx="12211">
                  <c:v>2.0118014164523856</c:v>
                </c:pt>
                <c:pt idx="12212">
                  <c:v>2.0129052658183335</c:v>
                </c:pt>
                <c:pt idx="12213">
                  <c:v>2.0153105151535131</c:v>
                </c:pt>
                <c:pt idx="12214">
                  <c:v>2.016216621612712</c:v>
                </c:pt>
                <c:pt idx="12215">
                  <c:v>2.0174595613283226</c:v>
                </c:pt>
                <c:pt idx="12216">
                  <c:v>2.0175301916441395</c:v>
                </c:pt>
                <c:pt idx="12217">
                  <c:v>2.0151521669853412</c:v>
                </c:pt>
                <c:pt idx="12218">
                  <c:v>2.0122420935803609</c:v>
                </c:pt>
                <c:pt idx="12219">
                  <c:v>2.0117547691259534</c:v>
                </c:pt>
                <c:pt idx="12220">
                  <c:v>2.0123391244148481</c:v>
                </c:pt>
                <c:pt idx="12221">
                  <c:v>2.0124718412782139</c:v>
                </c:pt>
                <c:pt idx="12222">
                  <c:v>2.0133634975055492</c:v>
                </c:pt>
                <c:pt idx="12223">
                  <c:v>2.0147062152480166</c:v>
                </c:pt>
                <c:pt idx="12224">
                  <c:v>2.0138430748774754</c:v>
                </c:pt>
                <c:pt idx="12225">
                  <c:v>2.014373475308235</c:v>
                </c:pt>
                <c:pt idx="12226">
                  <c:v>2.0153796894573746</c:v>
                </c:pt>
                <c:pt idx="12227">
                  <c:v>2.0150773059932749</c:v>
                </c:pt>
                <c:pt idx="12228">
                  <c:v>2.0138270587459615</c:v>
                </c:pt>
                <c:pt idx="12229">
                  <c:v>2.0122534944286938</c:v>
                </c:pt>
                <c:pt idx="12230">
                  <c:v>2.011901386782708</c:v>
                </c:pt>
                <c:pt idx="12231">
                  <c:v>2.013242154018593</c:v>
                </c:pt>
                <c:pt idx="12232">
                  <c:v>2.0140998000043955</c:v>
                </c:pt>
                <c:pt idx="12233">
                  <c:v>2.0144365508450366</c:v>
                </c:pt>
                <c:pt idx="12234">
                  <c:v>2.0139007933891562</c:v>
                </c:pt>
                <c:pt idx="12235">
                  <c:v>2.0146438265093076</c:v>
                </c:pt>
                <c:pt idx="12236">
                  <c:v>2.0166897705544935</c:v>
                </c:pt>
                <c:pt idx="12237">
                  <c:v>2.016460434935496</c:v>
                </c:pt>
                <c:pt idx="12238">
                  <c:v>2.0165586195907781</c:v>
                </c:pt>
                <c:pt idx="12239">
                  <c:v>2.0171522603898815</c:v>
                </c:pt>
                <c:pt idx="12240">
                  <c:v>2.0160574767587525</c:v>
                </c:pt>
                <c:pt idx="12241">
                  <c:v>2.0159145952836202</c:v>
                </c:pt>
                <c:pt idx="12242">
                  <c:v>2.0156462495329772</c:v>
                </c:pt>
                <c:pt idx="12243">
                  <c:v>2.0156030087250829</c:v>
                </c:pt>
                <c:pt idx="12244">
                  <c:v>2.0167835871739084</c:v>
                </c:pt>
                <c:pt idx="12245">
                  <c:v>2.0170678666402937</c:v>
                </c:pt>
                <c:pt idx="12246">
                  <c:v>2.0164205182303685</c:v>
                </c:pt>
                <c:pt idx="12247">
                  <c:v>2.0167365277686207</c:v>
                </c:pt>
                <c:pt idx="12248">
                  <c:v>2.0173181358651457</c:v>
                </c:pt>
                <c:pt idx="12249">
                  <c:v>2.0170930858662448</c:v>
                </c:pt>
                <c:pt idx="12250">
                  <c:v>2.0163718105096593</c:v>
                </c:pt>
                <c:pt idx="12251">
                  <c:v>2.0159578086195906</c:v>
                </c:pt>
                <c:pt idx="12252">
                  <c:v>2.0163710962396433</c:v>
                </c:pt>
                <c:pt idx="12253">
                  <c:v>2.017054460341531</c:v>
                </c:pt>
                <c:pt idx="12254">
                  <c:v>2.0165659820663282</c:v>
                </c:pt>
                <c:pt idx="12255">
                  <c:v>2.0155814157930596</c:v>
                </c:pt>
                <c:pt idx="12256">
                  <c:v>2.0150424166501835</c:v>
                </c:pt>
                <c:pt idx="12257">
                  <c:v>2.0135027526867542</c:v>
                </c:pt>
                <c:pt idx="12258">
                  <c:v>2.0115048570361092</c:v>
                </c:pt>
                <c:pt idx="12259">
                  <c:v>2.0116219423748927</c:v>
                </c:pt>
                <c:pt idx="12260">
                  <c:v>2.0127523296191292</c:v>
                </c:pt>
                <c:pt idx="12261">
                  <c:v>2.0121391288103556</c:v>
                </c:pt>
                <c:pt idx="12262">
                  <c:v>2.0102016164479903</c:v>
                </c:pt>
                <c:pt idx="12263">
                  <c:v>2.0109401167007319</c:v>
                </c:pt>
                <c:pt idx="12264">
                  <c:v>2.0121740456253709</c:v>
                </c:pt>
                <c:pt idx="12265">
                  <c:v>2.0122645656139424</c:v>
                </c:pt>
                <c:pt idx="12266">
                  <c:v>2.0119486110195379</c:v>
                </c:pt>
                <c:pt idx="12267">
                  <c:v>2.0124500285708007</c:v>
                </c:pt>
                <c:pt idx="12268">
                  <c:v>2.0132984165183183</c:v>
                </c:pt>
                <c:pt idx="12269">
                  <c:v>2.0141143326520297</c:v>
                </c:pt>
                <c:pt idx="12270">
                  <c:v>2.0142816091954021</c:v>
                </c:pt>
                <c:pt idx="12271">
                  <c:v>2.0140782894881433</c:v>
                </c:pt>
                <c:pt idx="12272">
                  <c:v>2.0134597865980965</c:v>
                </c:pt>
                <c:pt idx="12273">
                  <c:v>2.0134214907364671</c:v>
                </c:pt>
                <c:pt idx="12274">
                  <c:v>2.0149018153447176</c:v>
                </c:pt>
                <c:pt idx="12275">
                  <c:v>2.0149063756840508</c:v>
                </c:pt>
                <c:pt idx="12276">
                  <c:v>2.0140081536669525</c:v>
                </c:pt>
                <c:pt idx="12277">
                  <c:v>2.0143639700226368</c:v>
                </c:pt>
                <c:pt idx="12278">
                  <c:v>2.0141614744730885</c:v>
                </c:pt>
                <c:pt idx="12279">
                  <c:v>2.0131318542449614</c:v>
                </c:pt>
                <c:pt idx="12280">
                  <c:v>2.0128858431682821</c:v>
                </c:pt>
                <c:pt idx="12281">
                  <c:v>2.0142209511878861</c:v>
                </c:pt>
                <c:pt idx="12282">
                  <c:v>2.0150764543636406</c:v>
                </c:pt>
                <c:pt idx="12283">
                  <c:v>2.0145247357200939</c:v>
                </c:pt>
                <c:pt idx="12284">
                  <c:v>2.0143687226654361</c:v>
                </c:pt>
                <c:pt idx="12285">
                  <c:v>2.0164922748950573</c:v>
                </c:pt>
                <c:pt idx="12286">
                  <c:v>2.0185059394299025</c:v>
                </c:pt>
                <c:pt idx="12287">
                  <c:v>2.0190902123030261</c:v>
                </c:pt>
                <c:pt idx="12288">
                  <c:v>2.0192860596470408</c:v>
                </c:pt>
                <c:pt idx="12289">
                  <c:v>2.0180570207248194</c:v>
                </c:pt>
                <c:pt idx="12290">
                  <c:v>2.0166752653787827</c:v>
                </c:pt>
                <c:pt idx="12291">
                  <c:v>2.0163025263181029</c:v>
                </c:pt>
                <c:pt idx="12292">
                  <c:v>2.0163929638909033</c:v>
                </c:pt>
                <c:pt idx="12293">
                  <c:v>2.0160601140634271</c:v>
                </c:pt>
                <c:pt idx="12294">
                  <c:v>2.0160134117931472</c:v>
                </c:pt>
                <c:pt idx="12295">
                  <c:v>2.0167987516757875</c:v>
                </c:pt>
                <c:pt idx="12296">
                  <c:v>2.0174584075075273</c:v>
                </c:pt>
                <c:pt idx="12297">
                  <c:v>2.0161681336673918</c:v>
                </c:pt>
                <c:pt idx="12298">
                  <c:v>2.0160385486033272</c:v>
                </c:pt>
                <c:pt idx="12299">
                  <c:v>2.0148873376409311</c:v>
                </c:pt>
                <c:pt idx="12300">
                  <c:v>2.0129158425089559</c:v>
                </c:pt>
                <c:pt idx="12301">
                  <c:v>2.0120674545614383</c:v>
                </c:pt>
                <c:pt idx="12302">
                  <c:v>2.0119294905606471</c:v>
                </c:pt>
                <c:pt idx="12303">
                  <c:v>2.0136225577459834</c:v>
                </c:pt>
                <c:pt idx="12304">
                  <c:v>2.0148979692754003</c:v>
                </c:pt>
                <c:pt idx="12305">
                  <c:v>2.014930963055757</c:v>
                </c:pt>
                <c:pt idx="12306">
                  <c:v>2.0151807927298302</c:v>
                </c:pt>
                <c:pt idx="12307">
                  <c:v>2.0154501824135735</c:v>
                </c:pt>
                <c:pt idx="12308">
                  <c:v>2.0147389892529834</c:v>
                </c:pt>
                <c:pt idx="12309">
                  <c:v>2.014201281290521</c:v>
                </c:pt>
                <c:pt idx="12310">
                  <c:v>2.0143545471528097</c:v>
                </c:pt>
                <c:pt idx="12311">
                  <c:v>2.0128351025252194</c:v>
                </c:pt>
                <c:pt idx="12312">
                  <c:v>2.0117555108678928</c:v>
                </c:pt>
                <c:pt idx="12313">
                  <c:v>2.012725791740841</c:v>
                </c:pt>
                <c:pt idx="12314">
                  <c:v>2.013365695259445</c:v>
                </c:pt>
                <c:pt idx="12315">
                  <c:v>2.013054163644755</c:v>
                </c:pt>
                <c:pt idx="12316">
                  <c:v>2.0141732324564297</c:v>
                </c:pt>
                <c:pt idx="12317">
                  <c:v>2.0131497109953629</c:v>
                </c:pt>
                <c:pt idx="12318">
                  <c:v>2.0120356420738004</c:v>
                </c:pt>
                <c:pt idx="12319">
                  <c:v>2.0124328586184919</c:v>
                </c:pt>
                <c:pt idx="12320">
                  <c:v>2.0115111206347112</c:v>
                </c:pt>
                <c:pt idx="12321">
                  <c:v>2.0102168084217928</c:v>
                </c:pt>
                <c:pt idx="12322">
                  <c:v>2.0111014867805102</c:v>
                </c:pt>
                <c:pt idx="12323">
                  <c:v>2.0124526109316281</c:v>
                </c:pt>
                <c:pt idx="12324">
                  <c:v>2.0116038383771784</c:v>
                </c:pt>
                <c:pt idx="12325">
                  <c:v>2.0127418628162017</c:v>
                </c:pt>
                <c:pt idx="12326">
                  <c:v>2.0135462132700379</c:v>
                </c:pt>
                <c:pt idx="12327">
                  <c:v>2.0129166117228192</c:v>
                </c:pt>
                <c:pt idx="12328">
                  <c:v>2.0138708764642534</c:v>
                </c:pt>
                <c:pt idx="12329">
                  <c:v>2.0147037153029603</c:v>
                </c:pt>
                <c:pt idx="12330">
                  <c:v>2.0143141908969033</c:v>
                </c:pt>
                <c:pt idx="12331">
                  <c:v>2.0131108931671831</c:v>
                </c:pt>
                <c:pt idx="12332">
                  <c:v>2.012821119316059</c:v>
                </c:pt>
                <c:pt idx="12333">
                  <c:v>2.0139941155139449</c:v>
                </c:pt>
                <c:pt idx="12334">
                  <c:v>2.0138776895013297</c:v>
                </c:pt>
                <c:pt idx="12335">
                  <c:v>2.0140109832750928</c:v>
                </c:pt>
                <c:pt idx="12336">
                  <c:v>2.0151982648732996</c:v>
                </c:pt>
                <c:pt idx="12337">
                  <c:v>2.0164861486560737</c:v>
                </c:pt>
                <c:pt idx="12338">
                  <c:v>2.0181889409023976</c:v>
                </c:pt>
                <c:pt idx="12339">
                  <c:v>2.0197305004285622</c:v>
                </c:pt>
                <c:pt idx="12340">
                  <c:v>2.0193741895782509</c:v>
                </c:pt>
                <c:pt idx="12341">
                  <c:v>2.0178145809982198</c:v>
                </c:pt>
                <c:pt idx="12342">
                  <c:v>2.0174402210940419</c:v>
                </c:pt>
                <c:pt idx="12343">
                  <c:v>2.0167520768774314</c:v>
                </c:pt>
                <c:pt idx="12344">
                  <c:v>2.0159794015516144</c:v>
                </c:pt>
                <c:pt idx="12345">
                  <c:v>2.0154868849036287</c:v>
                </c:pt>
                <c:pt idx="12346">
                  <c:v>2.0151542823234654</c:v>
                </c:pt>
                <c:pt idx="12347">
                  <c:v>2.0142925155491089</c:v>
                </c:pt>
                <c:pt idx="12348">
                  <c:v>2.0137768675413725</c:v>
                </c:pt>
                <c:pt idx="12349">
                  <c:v>2.0139287598074769</c:v>
                </c:pt>
                <c:pt idx="12350">
                  <c:v>2.0138901342827631</c:v>
                </c:pt>
                <c:pt idx="12351">
                  <c:v>2.0134707753675745</c:v>
                </c:pt>
                <c:pt idx="12352">
                  <c:v>2.0148857442693568</c:v>
                </c:pt>
                <c:pt idx="12353">
                  <c:v>2.0161135744269356</c:v>
                </c:pt>
                <c:pt idx="12354">
                  <c:v>2.0177029076284039</c:v>
                </c:pt>
                <c:pt idx="12355">
                  <c:v>2.018796949517593</c:v>
                </c:pt>
                <c:pt idx="12356">
                  <c:v>2.0177194182545439</c:v>
                </c:pt>
                <c:pt idx="12357">
                  <c:v>2.0167481758642669</c:v>
                </c:pt>
                <c:pt idx="12358">
                  <c:v>2.0162038471681942</c:v>
                </c:pt>
                <c:pt idx="12359">
                  <c:v>2.0157664117272147</c:v>
                </c:pt>
                <c:pt idx="12360">
                  <c:v>2.0143947385771743</c:v>
                </c:pt>
                <c:pt idx="12361">
                  <c:v>2.0137498626403816</c:v>
                </c:pt>
                <c:pt idx="12362">
                  <c:v>2.0162321707215227</c:v>
                </c:pt>
                <c:pt idx="12363">
                  <c:v>2.0180115546911055</c:v>
                </c:pt>
                <c:pt idx="12364">
                  <c:v>2.0154692204566933</c:v>
                </c:pt>
                <c:pt idx="12365">
                  <c:v>2.0138335146480295</c:v>
                </c:pt>
                <c:pt idx="12366">
                  <c:v>2.0144842695764926</c:v>
                </c:pt>
                <c:pt idx="12367">
                  <c:v>2.0141378211467882</c:v>
                </c:pt>
                <c:pt idx="12368">
                  <c:v>2.0139299685721195</c:v>
                </c:pt>
                <c:pt idx="12369">
                  <c:v>2.0141624085184939</c:v>
                </c:pt>
                <c:pt idx="12370">
                  <c:v>2.0140103788927717</c:v>
                </c:pt>
                <c:pt idx="12371">
                  <c:v>2.0153023010483286</c:v>
                </c:pt>
                <c:pt idx="12372">
                  <c:v>2.0161757159183313</c:v>
                </c:pt>
                <c:pt idx="12373">
                  <c:v>2.0174418144656161</c:v>
                </c:pt>
                <c:pt idx="12374">
                  <c:v>2.0186681611393156</c:v>
                </c:pt>
                <c:pt idx="12375">
                  <c:v>2.0179819399573637</c:v>
                </c:pt>
                <c:pt idx="12376">
                  <c:v>2.0176290905694381</c:v>
                </c:pt>
                <c:pt idx="12377">
                  <c:v>2.0182826751060414</c:v>
                </c:pt>
                <c:pt idx="12378">
                  <c:v>2.0175112909606381</c:v>
                </c:pt>
                <c:pt idx="12379">
                  <c:v>2.0153160644820991</c:v>
                </c:pt>
                <c:pt idx="12380">
                  <c:v>2.0160546471506122</c:v>
                </c:pt>
                <c:pt idx="12381">
                  <c:v>2.0178599096723149</c:v>
                </c:pt>
                <c:pt idx="12382">
                  <c:v>2.0178819421551175</c:v>
                </c:pt>
                <c:pt idx="12383">
                  <c:v>2.017341377112591</c:v>
                </c:pt>
                <c:pt idx="12384">
                  <c:v>2.0167449341772707</c:v>
                </c:pt>
                <c:pt idx="12385">
                  <c:v>2.015381969627041</c:v>
                </c:pt>
                <c:pt idx="12386">
                  <c:v>2.0144318256741611</c:v>
                </c:pt>
                <c:pt idx="12387">
                  <c:v>2.0138473330256477</c:v>
                </c:pt>
                <c:pt idx="12388">
                  <c:v>2.0124897255005383</c:v>
                </c:pt>
                <c:pt idx="12389">
                  <c:v>2.0107928397178085</c:v>
                </c:pt>
                <c:pt idx="12390">
                  <c:v>2.0104410617349071</c:v>
                </c:pt>
                <c:pt idx="12391">
                  <c:v>2.0118542174897254</c:v>
                </c:pt>
                <c:pt idx="12392">
                  <c:v>2.0132149842860598</c:v>
                </c:pt>
                <c:pt idx="12393">
                  <c:v>2.0149918683105867</c:v>
                </c:pt>
                <c:pt idx="12394">
                  <c:v>2.0163840629876266</c:v>
                </c:pt>
                <c:pt idx="12395">
                  <c:v>2.0190021647875871</c:v>
                </c:pt>
                <c:pt idx="12396">
                  <c:v>2.0203255697676976</c:v>
                </c:pt>
                <c:pt idx="12397">
                  <c:v>2.0183583053119714</c:v>
                </c:pt>
                <c:pt idx="12398">
                  <c:v>2.0160739324410453</c:v>
                </c:pt>
                <c:pt idx="12399">
                  <c:v>2.0169942144128701</c:v>
                </c:pt>
                <c:pt idx="12400">
                  <c:v>2.0170793224324739</c:v>
                </c:pt>
                <c:pt idx="12401">
                  <c:v>2.0166705402079077</c:v>
                </c:pt>
                <c:pt idx="12402">
                  <c:v>2.0152434287158525</c:v>
                </c:pt>
                <c:pt idx="12403">
                  <c:v>2.0137346157227314</c:v>
                </c:pt>
                <c:pt idx="12404">
                  <c:v>2.0125405485593721</c:v>
                </c:pt>
                <c:pt idx="12405">
                  <c:v>2.0124739016724909</c:v>
                </c:pt>
                <c:pt idx="12406">
                  <c:v>2.0129831212500826</c:v>
                </c:pt>
                <c:pt idx="12407">
                  <c:v>2.0125616744686932</c:v>
                </c:pt>
                <c:pt idx="12408">
                  <c:v>2.0130445759433857</c:v>
                </c:pt>
                <c:pt idx="12409">
                  <c:v>2.0133231412496428</c:v>
                </c:pt>
                <c:pt idx="12410">
                  <c:v>2.0114121392936419</c:v>
                </c:pt>
                <c:pt idx="12411">
                  <c:v>2.0095914100788992</c:v>
                </c:pt>
                <c:pt idx="12412">
                  <c:v>2.0085101701061516</c:v>
                </c:pt>
                <c:pt idx="12413">
                  <c:v>2.0089152985648666</c:v>
                </c:pt>
                <c:pt idx="12414">
                  <c:v>2.0099960165710642</c:v>
                </c:pt>
                <c:pt idx="12415">
                  <c:v>2.0112137645326476</c:v>
                </c:pt>
                <c:pt idx="12416">
                  <c:v>2.0126617272147866</c:v>
                </c:pt>
                <c:pt idx="12417">
                  <c:v>2.0127262862354676</c:v>
                </c:pt>
                <c:pt idx="12418">
                  <c:v>2.0110181094920989</c:v>
                </c:pt>
                <c:pt idx="12419">
                  <c:v>2.0107157260279993</c:v>
                </c:pt>
                <c:pt idx="12420">
                  <c:v>2.013287922243467</c:v>
                </c:pt>
                <c:pt idx="12421">
                  <c:v>2.0148837113470033</c:v>
                </c:pt>
                <c:pt idx="12422">
                  <c:v>2.016099536273928</c:v>
                </c:pt>
                <c:pt idx="12423">
                  <c:v>2.0149764290894705</c:v>
                </c:pt>
                <c:pt idx="12424">
                  <c:v>2.0138270862178853</c:v>
                </c:pt>
                <c:pt idx="12425">
                  <c:v>2.0133320696248433</c:v>
                </c:pt>
                <c:pt idx="12426">
                  <c:v>2.0124405782290498</c:v>
                </c:pt>
                <c:pt idx="12427">
                  <c:v>2.0122267367750157</c:v>
                </c:pt>
                <c:pt idx="12428">
                  <c:v>2.0130227082921253</c:v>
                </c:pt>
                <c:pt idx="12429">
                  <c:v>2.0136897815432628</c:v>
                </c:pt>
                <c:pt idx="12430">
                  <c:v>2.0136545900090108</c:v>
                </c:pt>
                <c:pt idx="12431">
                  <c:v>2.014181364145843</c:v>
                </c:pt>
                <c:pt idx="12432">
                  <c:v>2.0159236884903629</c:v>
                </c:pt>
                <c:pt idx="12433">
                  <c:v>2.0166021351179095</c:v>
                </c:pt>
                <c:pt idx="12434">
                  <c:v>2.0141505955913055</c:v>
                </c:pt>
                <c:pt idx="12435">
                  <c:v>2.0128823817058965</c:v>
                </c:pt>
                <c:pt idx="12436">
                  <c:v>2.0135468725962067</c:v>
                </c:pt>
                <c:pt idx="12437">
                  <c:v>2.0139179083976178</c:v>
                </c:pt>
                <c:pt idx="12438">
                  <c:v>2.0145408892112262</c:v>
                </c:pt>
                <c:pt idx="12439">
                  <c:v>2.0152593074877476</c:v>
                </c:pt>
                <c:pt idx="12440">
                  <c:v>2.0135614052438409</c:v>
                </c:pt>
                <c:pt idx="12441">
                  <c:v>2.0114218643546296</c:v>
                </c:pt>
                <c:pt idx="12442">
                  <c:v>2.01093311136019</c:v>
                </c:pt>
                <c:pt idx="12443">
                  <c:v>2.0108618491901278</c:v>
                </c:pt>
                <c:pt idx="12444">
                  <c:v>2.0119841596887982</c:v>
                </c:pt>
                <c:pt idx="12445">
                  <c:v>2.0136379969670997</c:v>
                </c:pt>
                <c:pt idx="12446">
                  <c:v>2.0139658194325398</c:v>
                </c:pt>
                <c:pt idx="12447">
                  <c:v>2.0139725225819212</c:v>
                </c:pt>
                <c:pt idx="12448">
                  <c:v>2.0131124590668339</c:v>
                </c:pt>
                <c:pt idx="12449">
                  <c:v>2.0132879497153908</c:v>
                </c:pt>
                <c:pt idx="12450">
                  <c:v>2.0144541603481243</c:v>
                </c:pt>
                <c:pt idx="12451">
                  <c:v>2.0145050108788816</c:v>
                </c:pt>
                <c:pt idx="12452">
                  <c:v>2.015225874156612</c:v>
                </c:pt>
                <c:pt idx="12453">
                  <c:v>2.0157447913232676</c:v>
                </c:pt>
                <c:pt idx="12454">
                  <c:v>2.0155248511021737</c:v>
                </c:pt>
                <c:pt idx="12455">
                  <c:v>2.0141387277202698</c:v>
                </c:pt>
                <c:pt idx="12456">
                  <c:v>2.013117568844641</c:v>
                </c:pt>
                <c:pt idx="12457">
                  <c:v>2.0135198951671391</c:v>
                </c:pt>
                <c:pt idx="12458">
                  <c:v>2.0133330860860199</c:v>
                </c:pt>
                <c:pt idx="12459">
                  <c:v>2.0132110283290476</c:v>
                </c:pt>
                <c:pt idx="12460">
                  <c:v>2.0131932539944177</c:v>
                </c:pt>
                <c:pt idx="12461">
                  <c:v>2.0131441341948531</c:v>
                </c:pt>
                <c:pt idx="12462">
                  <c:v>2.012546427551043</c:v>
                </c:pt>
                <c:pt idx="12463">
                  <c:v>2.013982412474451</c:v>
                </c:pt>
                <c:pt idx="12464">
                  <c:v>2.0163639810114065</c:v>
                </c:pt>
                <c:pt idx="12465">
                  <c:v>2.016884958572339</c:v>
                </c:pt>
                <c:pt idx="12466">
                  <c:v>2.0161639579349906</c:v>
                </c:pt>
                <c:pt idx="12467">
                  <c:v>2.0149298916507328</c:v>
                </c:pt>
                <c:pt idx="12468">
                  <c:v>2.0141974352212038</c:v>
                </c:pt>
                <c:pt idx="12469">
                  <c:v>2.0157167424891762</c:v>
                </c:pt>
                <c:pt idx="12470">
                  <c:v>2.0173044548471464</c:v>
                </c:pt>
                <c:pt idx="12471">
                  <c:v>2.0157662468956725</c:v>
                </c:pt>
                <c:pt idx="12472">
                  <c:v>2.0151651337333245</c:v>
                </c:pt>
                <c:pt idx="12473">
                  <c:v>2.0155759763521681</c:v>
                </c:pt>
                <c:pt idx="12474">
                  <c:v>2.0148655798773651</c:v>
                </c:pt>
                <c:pt idx="12475">
                  <c:v>2.0138020318234764</c:v>
                </c:pt>
                <c:pt idx="12476">
                  <c:v>2.0126736775015934</c:v>
                </c:pt>
                <c:pt idx="12477">
                  <c:v>2.0114541438649698</c:v>
                </c:pt>
                <c:pt idx="12478">
                  <c:v>2.0117731478429044</c:v>
                </c:pt>
                <c:pt idx="12479">
                  <c:v>2.0120274554405397</c:v>
                </c:pt>
                <c:pt idx="12480">
                  <c:v>2.0121896496780289</c:v>
                </c:pt>
                <c:pt idx="12481">
                  <c:v>2.0142318575415925</c:v>
                </c:pt>
                <c:pt idx="12482">
                  <c:v>2.0162521153381245</c:v>
                </c:pt>
                <c:pt idx="12483">
                  <c:v>2.0173893430913608</c:v>
                </c:pt>
                <c:pt idx="12484">
                  <c:v>2.0167841640843061</c:v>
                </c:pt>
                <c:pt idx="12485">
                  <c:v>2.0154383420144613</c:v>
                </c:pt>
                <c:pt idx="12486">
                  <c:v>2.0158404210896466</c:v>
                </c:pt>
                <c:pt idx="12487">
                  <c:v>2.0166162282147644</c:v>
                </c:pt>
                <c:pt idx="12488">
                  <c:v>2.0179452374673086</c:v>
                </c:pt>
                <c:pt idx="12489">
                  <c:v>2.0173193446297883</c:v>
                </c:pt>
                <c:pt idx="12490">
                  <c:v>2.0162879112546976</c:v>
                </c:pt>
                <c:pt idx="12491">
                  <c:v>2.0149639843080371</c:v>
                </c:pt>
                <c:pt idx="12492">
                  <c:v>2.0137977187314564</c:v>
                </c:pt>
                <c:pt idx="12493">
                  <c:v>2.0135401694468253</c:v>
                </c:pt>
                <c:pt idx="12494">
                  <c:v>2.0134469297378081</c:v>
                </c:pt>
                <c:pt idx="12495">
                  <c:v>2.0139063152458188</c:v>
                </c:pt>
                <c:pt idx="12496">
                  <c:v>2.0131740785916792</c:v>
                </c:pt>
                <c:pt idx="12497">
                  <c:v>2.0128838377178524</c:v>
                </c:pt>
                <c:pt idx="12498">
                  <c:v>2.0148011307443792</c:v>
                </c:pt>
                <c:pt idx="12499">
                  <c:v>2.0153136469528143</c:v>
                </c:pt>
                <c:pt idx="12500">
                  <c:v>2.0145150106591063</c:v>
                </c:pt>
                <c:pt idx="12501">
                  <c:v>2.0150443122129182</c:v>
                </c:pt>
                <c:pt idx="12502">
                  <c:v>2.0163037625546689</c:v>
                </c:pt>
                <c:pt idx="12503">
                  <c:v>2.0173511571174259</c:v>
                </c:pt>
                <c:pt idx="12504">
                  <c:v>2.0168216907320717</c:v>
                </c:pt>
                <c:pt idx="12505">
                  <c:v>2.0161140414496383</c:v>
                </c:pt>
                <c:pt idx="12506">
                  <c:v>2.0135109942638625</c:v>
                </c:pt>
                <c:pt idx="12507">
                  <c:v>2.0111508263554647</c:v>
                </c:pt>
                <c:pt idx="12508">
                  <c:v>2.0116009812971143</c:v>
                </c:pt>
                <c:pt idx="12509">
                  <c:v>2.0120836629964178</c:v>
                </c:pt>
                <c:pt idx="12510">
                  <c:v>2.0112447253906507</c:v>
                </c:pt>
                <c:pt idx="12511">
                  <c:v>2.0102924111557989</c:v>
                </c:pt>
                <c:pt idx="12512">
                  <c:v>2.0119436386013496</c:v>
                </c:pt>
                <c:pt idx="12513">
                  <c:v>2.0158494868244654</c:v>
                </c:pt>
                <c:pt idx="12514">
                  <c:v>2.0168940243071583</c:v>
                </c:pt>
                <c:pt idx="12515">
                  <c:v>2.0151070855585593</c:v>
                </c:pt>
                <c:pt idx="12516">
                  <c:v>2.0134611876662052</c:v>
                </c:pt>
                <c:pt idx="12517">
                  <c:v>2.0135743994637481</c:v>
                </c:pt>
                <c:pt idx="12518">
                  <c:v>2.0147502802136215</c:v>
                </c:pt>
                <c:pt idx="12519">
                  <c:v>2.0160251423045645</c:v>
                </c:pt>
                <c:pt idx="12520">
                  <c:v>2.0155601250521968</c:v>
                </c:pt>
                <c:pt idx="12521">
                  <c:v>2.0162913727170833</c:v>
                </c:pt>
                <c:pt idx="12522">
                  <c:v>2.0167670216039206</c:v>
                </c:pt>
                <c:pt idx="12523">
                  <c:v>2.0156708094327596</c:v>
                </c:pt>
                <c:pt idx="12524">
                  <c:v>2.0154851816443595</c:v>
                </c:pt>
                <c:pt idx="12525">
                  <c:v>2.0163792828729039</c:v>
                </c:pt>
                <c:pt idx="12526">
                  <c:v>2.0166363926067561</c:v>
                </c:pt>
                <c:pt idx="12527">
                  <c:v>2.0172473132458628</c:v>
                </c:pt>
                <c:pt idx="12528">
                  <c:v>2.0173229434517923</c:v>
                </c:pt>
                <c:pt idx="12529">
                  <c:v>2.0174790389222217</c:v>
                </c:pt>
                <c:pt idx="12530">
                  <c:v>2.0159872585217906</c:v>
                </c:pt>
                <c:pt idx="12531">
                  <c:v>2.0130907013032679</c:v>
                </c:pt>
                <c:pt idx="12532">
                  <c:v>2.0137287916749083</c:v>
                </c:pt>
                <c:pt idx="12533">
                  <c:v>2.0145685534383859</c:v>
                </c:pt>
                <c:pt idx="12534">
                  <c:v>2.0145739104635063</c:v>
                </c:pt>
                <c:pt idx="12535">
                  <c:v>2.0151771939078262</c:v>
                </c:pt>
                <c:pt idx="12536">
                  <c:v>2.0162491208984417</c:v>
                </c:pt>
                <c:pt idx="12537">
                  <c:v>2.0172096217665545</c:v>
                </c:pt>
                <c:pt idx="12538">
                  <c:v>2.0167075723610468</c:v>
                </c:pt>
                <c:pt idx="12539">
                  <c:v>2.0168606459198699</c:v>
                </c:pt>
                <c:pt idx="12540">
                  <c:v>2.016492659501989</c:v>
                </c:pt>
                <c:pt idx="12541">
                  <c:v>2.0140419441330959</c:v>
                </c:pt>
                <c:pt idx="12542">
                  <c:v>2.0116075745588011</c:v>
                </c:pt>
                <c:pt idx="12543">
                  <c:v>2.0110958825080769</c:v>
                </c:pt>
                <c:pt idx="12544">
                  <c:v>2.0117966088657391</c:v>
                </c:pt>
                <c:pt idx="12545">
                  <c:v>2.0132853673545634</c:v>
                </c:pt>
                <c:pt idx="12546">
                  <c:v>2.0156630074064306</c:v>
                </c:pt>
                <c:pt idx="12547">
                  <c:v>2.0161223929144416</c:v>
                </c:pt>
                <c:pt idx="12548">
                  <c:v>2.0141261730511419</c:v>
                </c:pt>
                <c:pt idx="12549">
                  <c:v>2.0123405254829563</c:v>
                </c:pt>
                <c:pt idx="12550">
                  <c:v>2.0112715654600999</c:v>
                </c:pt>
                <c:pt idx="12551">
                  <c:v>2.011163078833432</c:v>
                </c:pt>
                <c:pt idx="12552">
                  <c:v>2.0108925902727415</c:v>
                </c:pt>
                <c:pt idx="12553">
                  <c:v>2.0101937320058898</c:v>
                </c:pt>
                <c:pt idx="12554">
                  <c:v>2.0105193841893585</c:v>
                </c:pt>
                <c:pt idx="12555">
                  <c:v>2.0099752477967519</c:v>
                </c:pt>
                <c:pt idx="12556">
                  <c:v>2.0097054185622296</c:v>
                </c:pt>
                <c:pt idx="12557">
                  <c:v>2.0100572240170544</c:v>
                </c:pt>
                <c:pt idx="12558">
                  <c:v>2.011407304235072</c:v>
                </c:pt>
                <c:pt idx="12559">
                  <c:v>2.0135312960154721</c:v>
                </c:pt>
                <c:pt idx="12560">
                  <c:v>2.0142397145117688</c:v>
                </c:pt>
                <c:pt idx="12561">
                  <c:v>2.0146748697830819</c:v>
                </c:pt>
                <c:pt idx="12562">
                  <c:v>2.0156139425507131</c:v>
                </c:pt>
                <c:pt idx="12563">
                  <c:v>2.0160351695567131</c:v>
                </c:pt>
                <c:pt idx="12564">
                  <c:v>2.0166251565899649</c:v>
                </c:pt>
                <c:pt idx="12565">
                  <c:v>2.0165772455550428</c:v>
                </c:pt>
                <c:pt idx="12566">
                  <c:v>2.0154093866068878</c:v>
                </c:pt>
                <c:pt idx="12567">
                  <c:v>2.0138433770686359</c:v>
                </c:pt>
                <c:pt idx="12568">
                  <c:v>2.0132834717918286</c:v>
                </c:pt>
                <c:pt idx="12569">
                  <c:v>2.0131914133755302</c:v>
                </c:pt>
                <c:pt idx="12570">
                  <c:v>2.0124310729434516</c:v>
                </c:pt>
                <c:pt idx="12571">
                  <c:v>2.0128746346234148</c:v>
                </c:pt>
                <c:pt idx="12572">
                  <c:v>2.0138133502560382</c:v>
                </c:pt>
                <c:pt idx="12573">
                  <c:v>2.0143540526581831</c:v>
                </c:pt>
                <c:pt idx="12574">
                  <c:v>2.0167330113623878</c:v>
                </c:pt>
                <c:pt idx="12575">
                  <c:v>2.018074547812136</c:v>
                </c:pt>
                <c:pt idx="12576">
                  <c:v>2.018658436078328</c:v>
                </c:pt>
                <c:pt idx="12577">
                  <c:v>2.0183913815080987</c:v>
                </c:pt>
                <c:pt idx="12578">
                  <c:v>2.0164924122546757</c:v>
                </c:pt>
                <c:pt idx="12579">
                  <c:v>2.0129272433572889</c:v>
                </c:pt>
                <c:pt idx="12580">
                  <c:v>2.0104884782752026</c:v>
                </c:pt>
                <c:pt idx="12581">
                  <c:v>2.0092160611854686</c:v>
                </c:pt>
                <c:pt idx="12582">
                  <c:v>2.0103100756027339</c:v>
                </c:pt>
                <c:pt idx="12583">
                  <c:v>2.0114058207511922</c:v>
                </c:pt>
                <c:pt idx="12584">
                  <c:v>2.0119517977626864</c:v>
                </c:pt>
                <c:pt idx="12585">
                  <c:v>2.0126820014944728</c:v>
                </c:pt>
                <c:pt idx="12586">
                  <c:v>2.0135241807872353</c:v>
                </c:pt>
                <c:pt idx="12587">
                  <c:v>2.015100080218017</c:v>
                </c:pt>
                <c:pt idx="12588">
                  <c:v>2.0152988670578669</c:v>
                </c:pt>
                <c:pt idx="12589">
                  <c:v>2.0145913551350518</c:v>
                </c:pt>
                <c:pt idx="12590">
                  <c:v>2.0142367475440102</c:v>
                </c:pt>
                <c:pt idx="12591">
                  <c:v>2.014262433792664</c:v>
                </c:pt>
                <c:pt idx="12592">
                  <c:v>2.0154147711039316</c:v>
                </c:pt>
                <c:pt idx="12593">
                  <c:v>2.0146835783828925</c:v>
                </c:pt>
                <c:pt idx="12594">
                  <c:v>2.0132225665369994</c:v>
                </c:pt>
                <c:pt idx="12595">
                  <c:v>2.0120747895650646</c:v>
                </c:pt>
                <c:pt idx="12596">
                  <c:v>2.0117890540867234</c:v>
                </c:pt>
                <c:pt idx="12597">
                  <c:v>2.0133678105975692</c:v>
                </c:pt>
                <c:pt idx="12598">
                  <c:v>2.0138108777829058</c:v>
                </c:pt>
                <c:pt idx="12599">
                  <c:v>2.0138588162897517</c:v>
                </c:pt>
                <c:pt idx="12600">
                  <c:v>2.0139056009758027</c:v>
                </c:pt>
                <c:pt idx="12601">
                  <c:v>2.013961671172062</c:v>
                </c:pt>
                <c:pt idx="12602">
                  <c:v>2.0147445935254171</c:v>
                </c:pt>
                <c:pt idx="12603">
                  <c:v>2.0156568262235997</c:v>
                </c:pt>
                <c:pt idx="12604">
                  <c:v>2.0157942957297643</c:v>
                </c:pt>
                <c:pt idx="12605">
                  <c:v>2.0134111338212346</c:v>
                </c:pt>
                <c:pt idx="12606">
                  <c:v>2.0134074251115361</c:v>
                </c:pt>
                <c:pt idx="12607">
                  <c:v>2.0138473604975715</c:v>
                </c:pt>
                <c:pt idx="12608">
                  <c:v>2.0126042010065714</c:v>
                </c:pt>
                <c:pt idx="12609">
                  <c:v>2.01323127513681</c:v>
                </c:pt>
                <c:pt idx="12610">
                  <c:v>2.0143007571262168</c:v>
                </c:pt>
                <c:pt idx="12611">
                  <c:v>2.0146516010637128</c:v>
                </c:pt>
                <c:pt idx="12612">
                  <c:v>2.0143519098481351</c:v>
                </c:pt>
                <c:pt idx="12613">
                  <c:v>2.0143550416474363</c:v>
                </c:pt>
                <c:pt idx="12614">
                  <c:v>2.0130546581393816</c:v>
                </c:pt>
                <c:pt idx="12615">
                  <c:v>2.011542136436562</c:v>
                </c:pt>
                <c:pt idx="12616">
                  <c:v>2.0108784147601151</c:v>
                </c:pt>
                <c:pt idx="12617">
                  <c:v>2.0111288488165093</c:v>
                </c:pt>
                <c:pt idx="12618">
                  <c:v>2.0104757313026087</c:v>
                </c:pt>
                <c:pt idx="12619">
                  <c:v>2.0102680435594822</c:v>
                </c:pt>
                <c:pt idx="12620">
                  <c:v>2.0105687787081603</c:v>
                </c:pt>
                <c:pt idx="12621">
                  <c:v>2.011371178655414</c:v>
                </c:pt>
                <c:pt idx="12622">
                  <c:v>2.0128624645612185</c:v>
                </c:pt>
                <c:pt idx="12623">
                  <c:v>2.0136158820685259</c:v>
                </c:pt>
                <c:pt idx="12624">
                  <c:v>2.0132342146326456</c:v>
                </c:pt>
                <c:pt idx="12625">
                  <c:v>2.0126988692556207</c:v>
                </c:pt>
                <c:pt idx="12626">
                  <c:v>2.0122671479747698</c:v>
                </c:pt>
                <c:pt idx="12627">
                  <c:v>2.0117993285861848</c:v>
                </c:pt>
                <c:pt idx="12628">
                  <c:v>2.0114891430957562</c:v>
                </c:pt>
                <c:pt idx="12629">
                  <c:v>2.0129595778114768</c:v>
                </c:pt>
                <c:pt idx="12630">
                  <c:v>2.015133843212237</c:v>
                </c:pt>
                <c:pt idx="12631">
                  <c:v>2.0164048317619394</c:v>
                </c:pt>
                <c:pt idx="12632">
                  <c:v>2.0154966374365397</c:v>
                </c:pt>
                <c:pt idx="12633">
                  <c:v>2.0148013505197686</c:v>
                </c:pt>
                <c:pt idx="12634">
                  <c:v>2.0137111546998967</c:v>
                </c:pt>
                <c:pt idx="12635">
                  <c:v>2.0126560405265819</c:v>
                </c:pt>
                <c:pt idx="12636">
                  <c:v>2.01241774906046</c:v>
                </c:pt>
                <c:pt idx="12637">
                  <c:v>2.0123801125249994</c:v>
                </c:pt>
                <c:pt idx="12638">
                  <c:v>2.0117276543372675</c:v>
                </c:pt>
                <c:pt idx="12639">
                  <c:v>2.0109466000747238</c:v>
                </c:pt>
                <c:pt idx="12640">
                  <c:v>2.0123368717171051</c:v>
                </c:pt>
                <c:pt idx="12641">
                  <c:v>2.0127756807542689</c:v>
                </c:pt>
                <c:pt idx="12642">
                  <c:v>2.0119268257840486</c:v>
                </c:pt>
                <c:pt idx="12643">
                  <c:v>2.0111715676578537</c:v>
                </c:pt>
                <c:pt idx="12644">
                  <c:v>2.0138491187006879</c:v>
                </c:pt>
                <c:pt idx="12645">
                  <c:v>2.0155395211094262</c:v>
                </c:pt>
                <c:pt idx="12646">
                  <c:v>2.0153039493637501</c:v>
                </c:pt>
                <c:pt idx="12647">
                  <c:v>2.0149515120546799</c:v>
                </c:pt>
                <c:pt idx="12648">
                  <c:v>2.014493417727083</c:v>
                </c:pt>
                <c:pt idx="12649">
                  <c:v>2.012904963627173</c:v>
                </c:pt>
                <c:pt idx="12650">
                  <c:v>2.0124016505131754</c:v>
                </c:pt>
                <c:pt idx="12651">
                  <c:v>2.0138971945671522</c:v>
                </c:pt>
                <c:pt idx="12652">
                  <c:v>2.0156616612821696</c:v>
                </c:pt>
                <c:pt idx="12653">
                  <c:v>2.016235000329663</c:v>
                </c:pt>
                <c:pt idx="12654">
                  <c:v>2.0140422737961803</c:v>
                </c:pt>
                <c:pt idx="12655">
                  <c:v>2.0127019461110747</c:v>
                </c:pt>
                <c:pt idx="12656">
                  <c:v>2.0127041163930461</c:v>
                </c:pt>
                <c:pt idx="12657">
                  <c:v>2.0128706511944792</c:v>
                </c:pt>
                <c:pt idx="12658">
                  <c:v>2.0119094360563503</c:v>
                </c:pt>
                <c:pt idx="12659">
                  <c:v>2.0123306081185031</c:v>
                </c:pt>
                <c:pt idx="12660">
                  <c:v>2.0126657381156456</c:v>
                </c:pt>
                <c:pt idx="12661">
                  <c:v>2.0124126667545768</c:v>
                </c:pt>
                <c:pt idx="12662">
                  <c:v>2.0125779927913672</c:v>
                </c:pt>
                <c:pt idx="12663">
                  <c:v>2.013793900134063</c:v>
                </c:pt>
                <c:pt idx="12664">
                  <c:v>2.0143215533724534</c:v>
                </c:pt>
                <c:pt idx="12665">
                  <c:v>2.0159801158216304</c:v>
                </c:pt>
                <c:pt idx="12666">
                  <c:v>2.0164407375662075</c:v>
                </c:pt>
                <c:pt idx="12667">
                  <c:v>2.0157914935935475</c:v>
                </c:pt>
                <c:pt idx="12668">
                  <c:v>2.0152544449572538</c:v>
                </c:pt>
                <c:pt idx="12669">
                  <c:v>2.0149246719852312</c:v>
                </c:pt>
                <c:pt idx="12670">
                  <c:v>2.0140473561020635</c:v>
                </c:pt>
                <c:pt idx="12671">
                  <c:v>2.0134322322586318</c:v>
                </c:pt>
                <c:pt idx="12672">
                  <c:v>2.0132489395837454</c:v>
                </c:pt>
                <c:pt idx="12673">
                  <c:v>2.0134367376541173</c:v>
                </c:pt>
                <c:pt idx="12674">
                  <c:v>2.0134960495373728</c:v>
                </c:pt>
                <c:pt idx="12675">
                  <c:v>2.0136587657414124</c:v>
                </c:pt>
                <c:pt idx="12676">
                  <c:v>2.0131408925078569</c:v>
                </c:pt>
                <c:pt idx="12677">
                  <c:v>2.0124763741456233</c:v>
                </c:pt>
                <c:pt idx="12678">
                  <c:v>2.0135966242500163</c:v>
                </c:pt>
                <c:pt idx="12679">
                  <c:v>2.0163421408320694</c:v>
                </c:pt>
                <c:pt idx="12680">
                  <c:v>2.0186156073492891</c:v>
                </c:pt>
                <c:pt idx="12681">
                  <c:v>2.0158669040240875</c:v>
                </c:pt>
                <c:pt idx="12682">
                  <c:v>2.0149818960022858</c:v>
                </c:pt>
                <c:pt idx="12683">
                  <c:v>2.0155012252477968</c:v>
                </c:pt>
                <c:pt idx="12684">
                  <c:v>2.015329113645854</c:v>
                </c:pt>
                <c:pt idx="12685">
                  <c:v>2.0145557789938682</c:v>
                </c:pt>
                <c:pt idx="12686">
                  <c:v>2.013561487659612</c:v>
                </c:pt>
                <c:pt idx="12687">
                  <c:v>2.0130640535372848</c:v>
                </c:pt>
                <c:pt idx="12688">
                  <c:v>2.0128728214764511</c:v>
                </c:pt>
                <c:pt idx="12689">
                  <c:v>2.0137035724489571</c:v>
                </c:pt>
                <c:pt idx="12690">
                  <c:v>2.0156793806729523</c:v>
                </c:pt>
                <c:pt idx="12691">
                  <c:v>2.0171794301224151</c:v>
                </c:pt>
                <c:pt idx="12692">
                  <c:v>2.0177703237291489</c:v>
                </c:pt>
                <c:pt idx="12693">
                  <c:v>2.0175621689633196</c:v>
                </c:pt>
                <c:pt idx="12694">
                  <c:v>2.0179841377112591</c:v>
                </c:pt>
                <c:pt idx="12695">
                  <c:v>2.0195057251488979</c:v>
                </c:pt>
                <c:pt idx="12696">
                  <c:v>2.0193831179534514</c:v>
                </c:pt>
                <c:pt idx="12697">
                  <c:v>2.0173795630865254</c:v>
                </c:pt>
                <c:pt idx="12698">
                  <c:v>2.0162639557372364</c:v>
                </c:pt>
                <c:pt idx="12699">
                  <c:v>2.0156566339201336</c:v>
                </c:pt>
                <c:pt idx="12700">
                  <c:v>2.0142017757851476</c:v>
                </c:pt>
                <c:pt idx="12701">
                  <c:v>2.0133036087118965</c:v>
                </c:pt>
                <c:pt idx="12702">
                  <c:v>2.0118427342256213</c:v>
                </c:pt>
                <c:pt idx="12703">
                  <c:v>2.0112108525087362</c:v>
                </c:pt>
                <c:pt idx="12704">
                  <c:v>2.0124053866947977</c:v>
                </c:pt>
                <c:pt idx="12705">
                  <c:v>2.0128662282147647</c:v>
                </c:pt>
                <c:pt idx="12706">
                  <c:v>2.012745077031274</c:v>
                </c:pt>
                <c:pt idx="12707">
                  <c:v>2.013509867914991</c:v>
                </c:pt>
                <c:pt idx="12708">
                  <c:v>2.0150386255247139</c:v>
                </c:pt>
                <c:pt idx="12709">
                  <c:v>2.0162463462341487</c:v>
                </c:pt>
                <c:pt idx="12710">
                  <c:v>2.0160080547680272</c:v>
                </c:pt>
                <c:pt idx="12711">
                  <c:v>2.0161618425968659</c:v>
                </c:pt>
                <c:pt idx="12712">
                  <c:v>2.0154210896463813</c:v>
                </c:pt>
                <c:pt idx="12713">
                  <c:v>2.0144634183864092</c:v>
                </c:pt>
                <c:pt idx="12714">
                  <c:v>2.0147764334849785</c:v>
                </c:pt>
                <c:pt idx="12715">
                  <c:v>2.0151695017691917</c:v>
                </c:pt>
                <c:pt idx="12716">
                  <c:v>2.0148466517219403</c:v>
                </c:pt>
                <c:pt idx="12717">
                  <c:v>2.0130466912815104</c:v>
                </c:pt>
                <c:pt idx="12718">
                  <c:v>2.0127377145557239</c:v>
                </c:pt>
                <c:pt idx="12719">
                  <c:v>2.0135191534251993</c:v>
                </c:pt>
                <c:pt idx="12720">
                  <c:v>2.0150313454649349</c:v>
                </c:pt>
                <c:pt idx="12721">
                  <c:v>2.0137092041933142</c:v>
                </c:pt>
                <c:pt idx="12722">
                  <c:v>2.0111860453616406</c:v>
                </c:pt>
                <c:pt idx="12723">
                  <c:v>2.0110180545482517</c:v>
                </c:pt>
                <c:pt idx="12724">
                  <c:v>2.0106384475066483</c:v>
                </c:pt>
                <c:pt idx="12725">
                  <c:v>2.0105072415990857</c:v>
                </c:pt>
                <c:pt idx="12726">
                  <c:v>2.0114095569328145</c:v>
                </c:pt>
                <c:pt idx="12727">
                  <c:v>2.0114019197380277</c:v>
                </c:pt>
                <c:pt idx="12728">
                  <c:v>2.011928062020615</c:v>
                </c:pt>
                <c:pt idx="12729">
                  <c:v>2.01293163886508</c:v>
                </c:pt>
                <c:pt idx="12730">
                  <c:v>2.0141105964704074</c:v>
                </c:pt>
                <c:pt idx="12731">
                  <c:v>2.0152301597767082</c:v>
                </c:pt>
                <c:pt idx="12732">
                  <c:v>2.0161065965583176</c:v>
                </c:pt>
                <c:pt idx="12733">
                  <c:v>2.0170820421529196</c:v>
                </c:pt>
                <c:pt idx="12734">
                  <c:v>2.0160139062877738</c:v>
                </c:pt>
                <c:pt idx="12735">
                  <c:v>2.0145210544823189</c:v>
                </c:pt>
                <c:pt idx="12736">
                  <c:v>2.0149596162721699</c:v>
                </c:pt>
                <c:pt idx="12737">
                  <c:v>2.0167374618140261</c:v>
                </c:pt>
                <c:pt idx="12738">
                  <c:v>2.01742079844399</c:v>
                </c:pt>
                <c:pt idx="12739">
                  <c:v>2.0185182468517175</c:v>
                </c:pt>
                <c:pt idx="12740">
                  <c:v>2.0202746368211688</c:v>
                </c:pt>
                <c:pt idx="12741">
                  <c:v>2.0200648337399176</c:v>
                </c:pt>
                <c:pt idx="12742">
                  <c:v>2.0191037559614076</c:v>
                </c:pt>
                <c:pt idx="12743">
                  <c:v>2.018958264653524</c:v>
                </c:pt>
                <c:pt idx="12744">
                  <c:v>2.016802652688952</c:v>
                </c:pt>
                <c:pt idx="12745">
                  <c:v>2.0150122799498913</c:v>
                </c:pt>
                <c:pt idx="12746">
                  <c:v>2.0143021581943255</c:v>
                </c:pt>
                <c:pt idx="12747">
                  <c:v>2.0139676051075801</c:v>
                </c:pt>
                <c:pt idx="12748">
                  <c:v>2.0139888409045956</c:v>
                </c:pt>
                <c:pt idx="12749">
                  <c:v>2.0144240236478321</c:v>
                </c:pt>
                <c:pt idx="12750">
                  <c:v>2.0150003571350079</c:v>
                </c:pt>
                <c:pt idx="12751">
                  <c:v>2.016151348322015</c:v>
                </c:pt>
                <c:pt idx="12752">
                  <c:v>2.0160661029427924</c:v>
                </c:pt>
                <c:pt idx="12753">
                  <c:v>2.0164234851981275</c:v>
                </c:pt>
                <c:pt idx="12754">
                  <c:v>2.0160696742928725</c:v>
                </c:pt>
                <c:pt idx="12755">
                  <c:v>2.0152239511219534</c:v>
                </c:pt>
                <c:pt idx="12756">
                  <c:v>2.0151726610404168</c:v>
                </c:pt>
                <c:pt idx="12757">
                  <c:v>2.0152867794114413</c:v>
                </c:pt>
                <c:pt idx="12758">
                  <c:v>2.0156564416166676</c:v>
                </c:pt>
                <c:pt idx="12759">
                  <c:v>2.015421666556779</c:v>
                </c:pt>
                <c:pt idx="12760">
                  <c:v>2.0152110118458935</c:v>
                </c:pt>
                <c:pt idx="12761">
                  <c:v>2.0156794630887234</c:v>
                </c:pt>
                <c:pt idx="12762">
                  <c:v>2.0165049119799563</c:v>
                </c:pt>
                <c:pt idx="12763">
                  <c:v>2.016860536032175</c:v>
                </c:pt>
                <c:pt idx="12764">
                  <c:v>2.0169897090173841</c:v>
                </c:pt>
                <c:pt idx="12765">
                  <c:v>2.0163001362607416</c:v>
                </c:pt>
                <c:pt idx="12766">
                  <c:v>2.015074229137821</c:v>
                </c:pt>
                <c:pt idx="12767">
                  <c:v>2.0148040977121382</c:v>
                </c:pt>
                <c:pt idx="12768">
                  <c:v>2.016003494428694</c:v>
                </c:pt>
                <c:pt idx="12769">
                  <c:v>2.0157249840662841</c:v>
                </c:pt>
                <c:pt idx="12770">
                  <c:v>2.0137605492186985</c:v>
                </c:pt>
                <c:pt idx="12771">
                  <c:v>2.0116773257730598</c:v>
                </c:pt>
                <c:pt idx="12772">
                  <c:v>2.0125193127623571</c:v>
                </c:pt>
                <c:pt idx="12773">
                  <c:v>2.0135122030285051</c:v>
                </c:pt>
                <c:pt idx="12774">
                  <c:v>2.0139613415089777</c:v>
                </c:pt>
                <c:pt idx="12775">
                  <c:v>2.0141362552471374</c:v>
                </c:pt>
                <c:pt idx="12776">
                  <c:v>2.0147604173534646</c:v>
                </c:pt>
                <c:pt idx="12777">
                  <c:v>2.0170307795433069</c:v>
                </c:pt>
                <c:pt idx="12778">
                  <c:v>2.017824690666139</c:v>
                </c:pt>
                <c:pt idx="12779">
                  <c:v>2.0179686710182194</c:v>
                </c:pt>
                <c:pt idx="12780">
                  <c:v>2.0168685853058173</c:v>
                </c:pt>
                <c:pt idx="12781">
                  <c:v>2.0149630227907078</c:v>
                </c:pt>
                <c:pt idx="12782">
                  <c:v>2.0145485538779369</c:v>
                </c:pt>
                <c:pt idx="12783">
                  <c:v>2.0149796707764667</c:v>
                </c:pt>
                <c:pt idx="12784">
                  <c:v>2.0151635128898264</c:v>
                </c:pt>
                <c:pt idx="12785">
                  <c:v>2.0154896320959979</c:v>
                </c:pt>
                <c:pt idx="12786">
                  <c:v>2.0145441858420696</c:v>
                </c:pt>
                <c:pt idx="12787">
                  <c:v>2.0132271268763322</c:v>
                </c:pt>
                <c:pt idx="12788">
                  <c:v>2.0116745511087668</c:v>
                </c:pt>
                <c:pt idx="12789">
                  <c:v>2.0116035636579417</c:v>
                </c:pt>
                <c:pt idx="12790">
                  <c:v>2.0132836091514474</c:v>
                </c:pt>
                <c:pt idx="12791">
                  <c:v>2.0141744137491484</c:v>
                </c:pt>
                <c:pt idx="12792">
                  <c:v>2.0116827652139513</c:v>
                </c:pt>
                <c:pt idx="12793">
                  <c:v>2.0105991077119185</c:v>
                </c:pt>
                <c:pt idx="12794">
                  <c:v>2.0110400046152832</c:v>
                </c:pt>
                <c:pt idx="12795">
                  <c:v>2.0119275949979123</c:v>
                </c:pt>
                <c:pt idx="12796">
                  <c:v>2.0132909441550737</c:v>
                </c:pt>
                <c:pt idx="12797">
                  <c:v>2.0135331915782069</c:v>
                </c:pt>
                <c:pt idx="12798">
                  <c:v>2.0126081294916593</c:v>
                </c:pt>
                <c:pt idx="12799">
                  <c:v>2.0123192072701701</c:v>
                </c:pt>
                <c:pt idx="12800">
                  <c:v>2.0123081360849211</c:v>
                </c:pt>
                <c:pt idx="12801">
                  <c:v>2.0132426759851434</c:v>
                </c:pt>
                <c:pt idx="12802">
                  <c:v>2.0133584426715898</c:v>
                </c:pt>
                <c:pt idx="12803">
                  <c:v>2.0127408463550251</c:v>
                </c:pt>
                <c:pt idx="12804">
                  <c:v>2.0129124359904176</c:v>
                </c:pt>
                <c:pt idx="12805">
                  <c:v>2.0123084108041582</c:v>
                </c:pt>
                <c:pt idx="12806">
                  <c:v>2.0123247016549088</c:v>
                </c:pt>
                <c:pt idx="12807">
                  <c:v>2.0124139029911432</c:v>
                </c:pt>
                <c:pt idx="12808">
                  <c:v>2.0119689951869191</c:v>
                </c:pt>
                <c:pt idx="12809">
                  <c:v>2.0120115491967208</c:v>
                </c:pt>
                <c:pt idx="12810">
                  <c:v>2.0121830289444187</c:v>
                </c:pt>
                <c:pt idx="12811">
                  <c:v>2.0132888837607963</c:v>
                </c:pt>
                <c:pt idx="12812">
                  <c:v>2.014708605305378</c:v>
                </c:pt>
                <c:pt idx="12813">
                  <c:v>2.0152245829761983</c:v>
                </c:pt>
                <c:pt idx="12814">
                  <c:v>2.0158754752642798</c:v>
                </c:pt>
                <c:pt idx="12815">
                  <c:v>2.0137896694578141</c:v>
                </c:pt>
                <c:pt idx="12816">
                  <c:v>2.0123078613656844</c:v>
                </c:pt>
                <c:pt idx="12817">
                  <c:v>2.011812432693787</c:v>
                </c:pt>
                <c:pt idx="12818">
                  <c:v>2.0115041702380165</c:v>
                </c:pt>
                <c:pt idx="12819">
                  <c:v>2.0124412100832947</c:v>
                </c:pt>
                <c:pt idx="12820">
                  <c:v>2.0125151095580316</c:v>
                </c:pt>
                <c:pt idx="12821">
                  <c:v>2.0121831937759609</c:v>
                </c:pt>
                <c:pt idx="12822">
                  <c:v>2.0124034361882157</c:v>
                </c:pt>
                <c:pt idx="12823">
                  <c:v>2.0133073723654427</c:v>
                </c:pt>
                <c:pt idx="12824">
                  <c:v>2.0133599261554691</c:v>
                </c:pt>
                <c:pt idx="12825">
                  <c:v>2.0113586239862862</c:v>
                </c:pt>
                <c:pt idx="12826">
                  <c:v>2.0127266708423992</c:v>
                </c:pt>
                <c:pt idx="12827">
                  <c:v>2.0145146260521747</c:v>
                </c:pt>
                <c:pt idx="12828">
                  <c:v>2.0143855904265839</c:v>
                </c:pt>
                <c:pt idx="12829">
                  <c:v>2.0149966484253095</c:v>
                </c:pt>
                <c:pt idx="12830">
                  <c:v>2.0153520801740621</c:v>
                </c:pt>
                <c:pt idx="12831">
                  <c:v>2.0149443968264436</c:v>
                </c:pt>
                <c:pt idx="12832">
                  <c:v>2.0144367980923494</c:v>
                </c:pt>
                <c:pt idx="12833">
                  <c:v>2.0147876420298454</c:v>
                </c:pt>
                <c:pt idx="12834">
                  <c:v>2.0145713555746028</c:v>
                </c:pt>
                <c:pt idx="12835">
                  <c:v>2.0145595701193382</c:v>
                </c:pt>
                <c:pt idx="12836">
                  <c:v>2.0151746664908465</c:v>
                </c:pt>
                <c:pt idx="12837">
                  <c:v>2.01614387595877</c:v>
                </c:pt>
                <c:pt idx="12838">
                  <c:v>2.0158901727434562</c:v>
                </c:pt>
                <c:pt idx="12839">
                  <c:v>2.0147053361464584</c:v>
                </c:pt>
                <c:pt idx="12840">
                  <c:v>2.0128783708050371</c:v>
                </c:pt>
                <c:pt idx="12841">
                  <c:v>2.0128395804487815</c:v>
                </c:pt>
                <c:pt idx="12842">
                  <c:v>2.0145301751609854</c:v>
                </c:pt>
                <c:pt idx="12843">
                  <c:v>2.0134986593701236</c:v>
                </c:pt>
                <c:pt idx="12844">
                  <c:v>2.0133947605547129</c:v>
                </c:pt>
                <c:pt idx="12845">
                  <c:v>2.0143910848113227</c:v>
                </c:pt>
                <c:pt idx="12846">
                  <c:v>2.0130093844091337</c:v>
                </c:pt>
                <c:pt idx="12847">
                  <c:v>2.0114594459462429</c:v>
                </c:pt>
                <c:pt idx="12848">
                  <c:v>2.0121823421463265</c:v>
                </c:pt>
                <c:pt idx="12849">
                  <c:v>2.0124514571108327</c:v>
                </c:pt>
                <c:pt idx="12850">
                  <c:v>2.0117858123997276</c:v>
                </c:pt>
                <c:pt idx="12851">
                  <c:v>2.0111987373903872</c:v>
                </c:pt>
                <c:pt idx="12852">
                  <c:v>2.0120303399925277</c:v>
                </c:pt>
                <c:pt idx="12853">
                  <c:v>2.0136965396364914</c:v>
                </c:pt>
                <c:pt idx="12854">
                  <c:v>2.0152275774158808</c:v>
                </c:pt>
                <c:pt idx="12855">
                  <c:v>2.0155479275180763</c:v>
                </c:pt>
                <c:pt idx="12856">
                  <c:v>2.015302630711413</c:v>
                </c:pt>
                <c:pt idx="12857">
                  <c:v>2.0139361497549504</c:v>
                </c:pt>
                <c:pt idx="12858">
                  <c:v>2.0123754972418189</c:v>
                </c:pt>
                <c:pt idx="12859">
                  <c:v>2.0114797202259291</c:v>
                </c:pt>
                <c:pt idx="12860">
                  <c:v>2.0138047240719983</c:v>
                </c:pt>
                <c:pt idx="12861">
                  <c:v>2.0153268060042637</c:v>
                </c:pt>
                <c:pt idx="12862">
                  <c:v>2.01420477022483</c:v>
                </c:pt>
                <c:pt idx="12863">
                  <c:v>2.0125391200193401</c:v>
                </c:pt>
                <c:pt idx="12864">
                  <c:v>2.0118416078767498</c:v>
                </c:pt>
                <c:pt idx="12865">
                  <c:v>2.0122998670358894</c:v>
                </c:pt>
                <c:pt idx="12866">
                  <c:v>2.01130510867893</c:v>
                </c:pt>
                <c:pt idx="12867">
                  <c:v>2.0119030625700534</c:v>
                </c:pt>
                <c:pt idx="12868">
                  <c:v>2.0133233335531089</c:v>
                </c:pt>
                <c:pt idx="12869">
                  <c:v>2.0129132601481285</c:v>
                </c:pt>
                <c:pt idx="12870">
                  <c:v>2.0128394980330104</c:v>
                </c:pt>
                <c:pt idx="12871">
                  <c:v>2.0130755368013888</c:v>
                </c:pt>
                <c:pt idx="12872">
                  <c:v>2.0132663567833675</c:v>
                </c:pt>
                <c:pt idx="12873">
                  <c:v>2.0130058130590536</c:v>
                </c:pt>
                <c:pt idx="12874">
                  <c:v>2.0145558339377159</c:v>
                </c:pt>
                <c:pt idx="12875">
                  <c:v>2.0160927781806994</c:v>
                </c:pt>
                <c:pt idx="12876">
                  <c:v>2.0166714193094659</c:v>
                </c:pt>
                <c:pt idx="12877">
                  <c:v>2.0159999780224611</c:v>
                </c:pt>
                <c:pt idx="12878">
                  <c:v>2.0150759049251663</c:v>
                </c:pt>
                <c:pt idx="12879">
                  <c:v>2.0150939265071099</c:v>
                </c:pt>
                <c:pt idx="12880">
                  <c:v>2.0156400958220697</c:v>
                </c:pt>
                <c:pt idx="12881">
                  <c:v>2.017060311861278</c:v>
                </c:pt>
                <c:pt idx="12882">
                  <c:v>2.0173990132085011</c:v>
                </c:pt>
                <c:pt idx="12883">
                  <c:v>2.0154968297400058</c:v>
                </c:pt>
                <c:pt idx="12884">
                  <c:v>2.0162388189270564</c:v>
                </c:pt>
                <c:pt idx="12885">
                  <c:v>2.0173511571174259</c:v>
                </c:pt>
                <c:pt idx="12886">
                  <c:v>2.0167033142128745</c:v>
                </c:pt>
                <c:pt idx="12887">
                  <c:v>2.0144732258631679</c:v>
                </c:pt>
                <c:pt idx="12888">
                  <c:v>2.0130853168062242</c:v>
                </c:pt>
                <c:pt idx="12889">
                  <c:v>2.0141231511395352</c:v>
                </c:pt>
                <c:pt idx="12890">
                  <c:v>2.0144547097865981</c:v>
                </c:pt>
                <c:pt idx="12891">
                  <c:v>2.0133569591877101</c:v>
                </c:pt>
                <c:pt idx="12892">
                  <c:v>2.0126142007867958</c:v>
                </c:pt>
                <c:pt idx="12893">
                  <c:v>2.0125178018065535</c:v>
                </c:pt>
                <c:pt idx="12894">
                  <c:v>2.014245923166524</c:v>
                </c:pt>
                <c:pt idx="12895">
                  <c:v>2.0156952594448474</c:v>
                </c:pt>
                <c:pt idx="12896">
                  <c:v>2.0149235456363597</c:v>
                </c:pt>
                <c:pt idx="12897">
                  <c:v>2.0149441495791303</c:v>
                </c:pt>
                <c:pt idx="12898">
                  <c:v>2.0146247335223402</c:v>
                </c:pt>
                <c:pt idx="12899">
                  <c:v>2.0137115118349049</c:v>
                </c:pt>
                <c:pt idx="12900">
                  <c:v>2.0132624008263553</c:v>
                </c:pt>
                <c:pt idx="12901">
                  <c:v>2.0132868233665193</c:v>
                </c:pt>
                <c:pt idx="12902">
                  <c:v>2.0129429572976418</c:v>
                </c:pt>
                <c:pt idx="12903">
                  <c:v>2.0124645062745872</c:v>
                </c:pt>
                <c:pt idx="12904">
                  <c:v>2.0125845585811302</c:v>
                </c:pt>
                <c:pt idx="12905">
                  <c:v>2.0131071295136369</c:v>
                </c:pt>
                <c:pt idx="12906">
                  <c:v>2.013430336695897</c:v>
                </c:pt>
                <c:pt idx="12907">
                  <c:v>2.0134126997208854</c:v>
                </c:pt>
                <c:pt idx="12908">
                  <c:v>2.0135304718577616</c:v>
                </c:pt>
                <c:pt idx="12909">
                  <c:v>2.0140916133711348</c:v>
                </c:pt>
                <c:pt idx="12910">
                  <c:v>2.0150260983275095</c:v>
                </c:pt>
                <c:pt idx="12911">
                  <c:v>2.0156372662139295</c:v>
                </c:pt>
                <c:pt idx="12912">
                  <c:v>2.0154014197490167</c:v>
                </c:pt>
                <c:pt idx="12913">
                  <c:v>2.0157820981956442</c:v>
                </c:pt>
                <c:pt idx="12914">
                  <c:v>2.0173880519109471</c:v>
                </c:pt>
                <c:pt idx="12915">
                  <c:v>2.0159288257400938</c:v>
                </c:pt>
                <c:pt idx="12916">
                  <c:v>2.0144393804531768</c:v>
                </c:pt>
                <c:pt idx="12917">
                  <c:v>2.0151654084525616</c:v>
                </c:pt>
                <c:pt idx="12918">
                  <c:v>2.0143429265290873</c:v>
                </c:pt>
                <c:pt idx="12919">
                  <c:v>2.0120100107689942</c:v>
                </c:pt>
                <c:pt idx="12920">
                  <c:v>2.0113635139887034</c:v>
                </c:pt>
                <c:pt idx="12921">
                  <c:v>2.0131473758818488</c:v>
                </c:pt>
                <c:pt idx="12922">
                  <c:v>2.0151693644095734</c:v>
                </c:pt>
                <c:pt idx="12923">
                  <c:v>2.0144647370387463</c:v>
                </c:pt>
                <c:pt idx="12924">
                  <c:v>2.0131348761565682</c:v>
                </c:pt>
                <c:pt idx="12925">
                  <c:v>2.0141599085734381</c:v>
                </c:pt>
                <c:pt idx="12926">
                  <c:v>2.0151332937737632</c:v>
                </c:pt>
                <c:pt idx="12927">
                  <c:v>2.0158881947649503</c:v>
                </c:pt>
                <c:pt idx="12928">
                  <c:v>2.0147925320322631</c:v>
                </c:pt>
                <c:pt idx="12929">
                  <c:v>2.0122167369947914</c:v>
                </c:pt>
                <c:pt idx="12930">
                  <c:v>2.0112367860047033</c:v>
                </c:pt>
                <c:pt idx="12931">
                  <c:v>2.0113042021054484</c:v>
                </c:pt>
                <c:pt idx="12932">
                  <c:v>2.0107029790554054</c:v>
                </c:pt>
                <c:pt idx="12933">
                  <c:v>2.0118148227511483</c:v>
                </c:pt>
                <c:pt idx="12934">
                  <c:v>2.0135762400826356</c:v>
                </c:pt>
                <c:pt idx="12935">
                  <c:v>2.0127660930529001</c:v>
                </c:pt>
                <c:pt idx="12936">
                  <c:v>2.0122394288037624</c:v>
                </c:pt>
                <c:pt idx="12937">
                  <c:v>2.0136451671391837</c:v>
                </c:pt>
                <c:pt idx="12938">
                  <c:v>2.0141632601481287</c:v>
                </c:pt>
                <c:pt idx="12939">
                  <c:v>2.0144438309048152</c:v>
                </c:pt>
                <c:pt idx="12940">
                  <c:v>2.014756433924529</c:v>
                </c:pt>
                <c:pt idx="12941">
                  <c:v>2.0162436539856268</c:v>
                </c:pt>
                <c:pt idx="12942">
                  <c:v>2.0170078130150983</c:v>
                </c:pt>
                <c:pt idx="12943">
                  <c:v>2.0163701896661612</c:v>
                </c:pt>
                <c:pt idx="12944">
                  <c:v>2.0159739071668756</c:v>
                </c:pt>
                <c:pt idx="12945">
                  <c:v>2.015335377244456</c:v>
                </c:pt>
                <c:pt idx="12946">
                  <c:v>2.0151412606316343</c:v>
                </c:pt>
                <c:pt idx="12947">
                  <c:v>2.0138712885431089</c:v>
                </c:pt>
                <c:pt idx="12948">
                  <c:v>2.0113971670952289</c:v>
                </c:pt>
                <c:pt idx="12949">
                  <c:v>2.009072932463023</c:v>
                </c:pt>
                <c:pt idx="12950">
                  <c:v>2.0088459044856157</c:v>
                </c:pt>
                <c:pt idx="12951">
                  <c:v>2.0095481967429287</c:v>
                </c:pt>
                <c:pt idx="12952">
                  <c:v>2.0107776477440056</c:v>
                </c:pt>
                <c:pt idx="12953">
                  <c:v>2.0116859244851764</c:v>
                </c:pt>
                <c:pt idx="12954">
                  <c:v>2.0125873057734993</c:v>
                </c:pt>
                <c:pt idx="12955">
                  <c:v>2.0136645073734645</c:v>
                </c:pt>
                <c:pt idx="12956">
                  <c:v>2.0152038416738094</c:v>
                </c:pt>
                <c:pt idx="12957">
                  <c:v>2.0166130964154636</c:v>
                </c:pt>
                <c:pt idx="12958">
                  <c:v>2.0179352926309311</c:v>
                </c:pt>
                <c:pt idx="12959">
                  <c:v>2.018355722951144</c:v>
                </c:pt>
                <c:pt idx="12960">
                  <c:v>2.0174595613283226</c:v>
                </c:pt>
                <c:pt idx="12961">
                  <c:v>2.0177802960374498</c:v>
                </c:pt>
                <c:pt idx="12962">
                  <c:v>2.0172006659194301</c:v>
                </c:pt>
                <c:pt idx="12963">
                  <c:v>2.0155992725434606</c:v>
                </c:pt>
                <c:pt idx="12964">
                  <c:v>2.0143865519439133</c:v>
                </c:pt>
                <c:pt idx="12965">
                  <c:v>2.0146735511307443</c:v>
                </c:pt>
                <c:pt idx="12966">
                  <c:v>2.0150303015318345</c:v>
                </c:pt>
                <c:pt idx="12967">
                  <c:v>2.0133041032065231</c:v>
                </c:pt>
                <c:pt idx="12968">
                  <c:v>2.0131139150787893</c:v>
                </c:pt>
                <c:pt idx="12969">
                  <c:v>2.0131924573086306</c:v>
                </c:pt>
                <c:pt idx="12970">
                  <c:v>2.0124727478516955</c:v>
                </c:pt>
                <c:pt idx="12971">
                  <c:v>2.0128986725566471</c:v>
                </c:pt>
                <c:pt idx="12972">
                  <c:v>2.0148267071053385</c:v>
                </c:pt>
                <c:pt idx="12973">
                  <c:v>2.0158608327289511</c:v>
                </c:pt>
                <c:pt idx="12974">
                  <c:v>2.0161031625678558</c:v>
                </c:pt>
                <c:pt idx="12975">
                  <c:v>2.0147665435924487</c:v>
                </c:pt>
                <c:pt idx="12976">
                  <c:v>2.0142174073097294</c:v>
                </c:pt>
                <c:pt idx="12977">
                  <c:v>2.0134889068372122</c:v>
                </c:pt>
                <c:pt idx="12978">
                  <c:v>2.0131410848113229</c:v>
                </c:pt>
                <c:pt idx="12979">
                  <c:v>2.0146739906815236</c:v>
                </c:pt>
                <c:pt idx="12980">
                  <c:v>2.0157559449242872</c:v>
                </c:pt>
                <c:pt idx="12981">
                  <c:v>2.0158433056416341</c:v>
                </c:pt>
                <c:pt idx="12982">
                  <c:v>2.0150466473264323</c:v>
                </c:pt>
                <c:pt idx="12983">
                  <c:v>2.0149715940309005</c:v>
                </c:pt>
                <c:pt idx="12984">
                  <c:v>2.0141051845014397</c:v>
                </c:pt>
                <c:pt idx="12985">
                  <c:v>2.0131008384431111</c:v>
                </c:pt>
                <c:pt idx="12986">
                  <c:v>2.0137880760862399</c:v>
                </c:pt>
                <c:pt idx="12987">
                  <c:v>2.0147220390760641</c:v>
                </c:pt>
                <c:pt idx="12988">
                  <c:v>2.0129820498450584</c:v>
                </c:pt>
                <c:pt idx="12989">
                  <c:v>2.0118990516691939</c:v>
                </c:pt>
                <c:pt idx="12990">
                  <c:v>2.0137385716797431</c:v>
                </c:pt>
                <c:pt idx="12991">
                  <c:v>2.0150937616755678</c:v>
                </c:pt>
                <c:pt idx="12992">
                  <c:v>2.0155939979341113</c:v>
                </c:pt>
                <c:pt idx="12993">
                  <c:v>2.0154418309487703</c:v>
                </c:pt>
                <c:pt idx="12994">
                  <c:v>2.0145822619283091</c:v>
                </c:pt>
                <c:pt idx="12995">
                  <c:v>2.0147625326915892</c:v>
                </c:pt>
                <c:pt idx="12996">
                  <c:v>2.0145220984154193</c:v>
                </c:pt>
                <c:pt idx="12997">
                  <c:v>2.0133260532735546</c:v>
                </c:pt>
                <c:pt idx="12998">
                  <c:v>2.011306125140107</c:v>
                </c:pt>
                <c:pt idx="12999">
                  <c:v>2.0091100470319332</c:v>
                </c:pt>
                <c:pt idx="13000">
                  <c:v>2.008820190765038</c:v>
                </c:pt>
                <c:pt idx="13001">
                  <c:v>2.0102198028614757</c:v>
                </c:pt>
                <c:pt idx="13002">
                  <c:v>2.0120208347069295</c:v>
                </c:pt>
                <c:pt idx="13003">
                  <c:v>2.0129022439067272</c:v>
                </c:pt>
                <c:pt idx="13004">
                  <c:v>2.0139864508472343</c:v>
                </c:pt>
                <c:pt idx="13005">
                  <c:v>2.0151839794729787</c:v>
                </c:pt>
                <c:pt idx="13006">
                  <c:v>2.0147861310740423</c:v>
                </c:pt>
                <c:pt idx="13007">
                  <c:v>2.0140607624008262</c:v>
                </c:pt>
                <c:pt idx="13008">
                  <c:v>2.0142249620887451</c:v>
                </c:pt>
                <c:pt idx="13009">
                  <c:v>2.0144835553064766</c:v>
                </c:pt>
                <c:pt idx="13010">
                  <c:v>2.0136400298894528</c:v>
                </c:pt>
                <c:pt idx="13011">
                  <c:v>2.0126553537284897</c:v>
                </c:pt>
                <c:pt idx="13012">
                  <c:v>2.0128757884442101</c:v>
                </c:pt>
                <c:pt idx="13013">
                  <c:v>2.01314619458913</c:v>
                </c:pt>
                <c:pt idx="13014">
                  <c:v>2.0127274950001097</c:v>
                </c:pt>
                <c:pt idx="13015">
                  <c:v>2.012621123711567</c:v>
                </c:pt>
                <c:pt idx="13016">
                  <c:v>2.0124234906925125</c:v>
                </c:pt>
                <c:pt idx="13017">
                  <c:v>2.0122444012219511</c:v>
                </c:pt>
                <c:pt idx="13018">
                  <c:v>2.0122813784312434</c:v>
                </c:pt>
                <c:pt idx="13019">
                  <c:v>2.0133838267290827</c:v>
                </c:pt>
                <c:pt idx="13020">
                  <c:v>2.0132264675501639</c:v>
                </c:pt>
                <c:pt idx="13021">
                  <c:v>2.0143902606536122</c:v>
                </c:pt>
                <c:pt idx="13022">
                  <c:v>2.0157527307092153</c:v>
                </c:pt>
                <c:pt idx="13023">
                  <c:v>2.016232417968836</c:v>
                </c:pt>
                <c:pt idx="13024">
                  <c:v>2.0154640282631151</c:v>
                </c:pt>
                <c:pt idx="13025">
                  <c:v>2.0135378068613878</c:v>
                </c:pt>
                <c:pt idx="13026">
                  <c:v>2.0128446627546648</c:v>
                </c:pt>
                <c:pt idx="13027">
                  <c:v>2.0133749532977299</c:v>
                </c:pt>
                <c:pt idx="13028">
                  <c:v>2.0136858805300983</c:v>
                </c:pt>
                <c:pt idx="13029">
                  <c:v>2.0130391090305708</c:v>
                </c:pt>
                <c:pt idx="13030">
                  <c:v>2.0127304344959454</c:v>
                </c:pt>
                <c:pt idx="13031">
                  <c:v>2.0135235489329903</c:v>
                </c:pt>
                <c:pt idx="13032">
                  <c:v>2.0142117480934485</c:v>
                </c:pt>
                <c:pt idx="13033">
                  <c:v>2.013430034504736</c:v>
                </c:pt>
                <c:pt idx="13034">
                  <c:v>2.0123765137029954</c:v>
                </c:pt>
                <c:pt idx="13035">
                  <c:v>2.0119410837124461</c:v>
                </c:pt>
                <c:pt idx="13036">
                  <c:v>2.0138888705742732</c:v>
                </c:pt>
                <c:pt idx="13037">
                  <c:v>2.0161268433660799</c:v>
                </c:pt>
                <c:pt idx="13038">
                  <c:v>2.0173612667853456</c:v>
                </c:pt>
                <c:pt idx="13039">
                  <c:v>2.0167921858860245</c:v>
                </c:pt>
                <c:pt idx="13040">
                  <c:v>2.0168613327179621</c:v>
                </c:pt>
                <c:pt idx="13041">
                  <c:v>2.0164055735038788</c:v>
                </c:pt>
                <c:pt idx="13042">
                  <c:v>2.014633909144854</c:v>
                </c:pt>
                <c:pt idx="13043">
                  <c:v>2.0141959242654006</c:v>
                </c:pt>
                <c:pt idx="13044">
                  <c:v>2.0154130678446629</c:v>
                </c:pt>
                <c:pt idx="13045">
                  <c:v>2.015527680710314</c:v>
                </c:pt>
                <c:pt idx="13046">
                  <c:v>2.0134740170545702</c:v>
                </c:pt>
                <c:pt idx="13047">
                  <c:v>2.0119312487637635</c:v>
                </c:pt>
                <c:pt idx="13048">
                  <c:v>2.0120947067097426</c:v>
                </c:pt>
                <c:pt idx="13049">
                  <c:v>2.0131854519680887</c:v>
                </c:pt>
                <c:pt idx="13050">
                  <c:v>2.0128316135909099</c:v>
                </c:pt>
                <c:pt idx="13051">
                  <c:v>2.0133742390277138</c:v>
                </c:pt>
                <c:pt idx="13052">
                  <c:v>2.0134094855058131</c:v>
                </c:pt>
                <c:pt idx="13053">
                  <c:v>2.0158759697589064</c:v>
                </c:pt>
                <c:pt idx="13054">
                  <c:v>2.0179444957253687</c:v>
                </c:pt>
                <c:pt idx="13055">
                  <c:v>2.0158925353288937</c:v>
                </c:pt>
                <c:pt idx="13056">
                  <c:v>2.0146736335465154</c:v>
                </c:pt>
                <c:pt idx="13057">
                  <c:v>2.0144742423243445</c:v>
                </c:pt>
                <c:pt idx="13058">
                  <c:v>2.0149025021428102</c:v>
                </c:pt>
                <c:pt idx="13059">
                  <c:v>2.0158922331377331</c:v>
                </c:pt>
                <c:pt idx="13060">
                  <c:v>2.0155812784334408</c:v>
                </c:pt>
                <c:pt idx="13061">
                  <c:v>2.0151455737236543</c:v>
                </c:pt>
                <c:pt idx="13062">
                  <c:v>2.0142767466649083</c:v>
                </c:pt>
                <c:pt idx="13063">
                  <c:v>2.0143886672820379</c:v>
                </c:pt>
                <c:pt idx="13064">
                  <c:v>2.0155818553438385</c:v>
                </c:pt>
                <c:pt idx="13065">
                  <c:v>2.0147572580822399</c:v>
                </c:pt>
                <c:pt idx="13066">
                  <c:v>2.013675688446408</c:v>
                </c:pt>
                <c:pt idx="13067">
                  <c:v>2.0141017230390541</c:v>
                </c:pt>
                <c:pt idx="13068">
                  <c:v>2.0152621920397356</c:v>
                </c:pt>
                <c:pt idx="13069">
                  <c:v>2.0160839871651173</c:v>
                </c:pt>
                <c:pt idx="13070">
                  <c:v>2.014434627810378</c:v>
                </c:pt>
                <c:pt idx="13071">
                  <c:v>2.0129204303202126</c:v>
                </c:pt>
                <c:pt idx="13072">
                  <c:v>2.0131539141996879</c:v>
                </c:pt>
                <c:pt idx="13073">
                  <c:v>2.0157485824487376</c:v>
                </c:pt>
                <c:pt idx="13074">
                  <c:v>2.0165552130722402</c:v>
                </c:pt>
                <c:pt idx="13075">
                  <c:v>2.0165606250412078</c:v>
                </c:pt>
                <c:pt idx="13076">
                  <c:v>2.0177219456715236</c:v>
                </c:pt>
                <c:pt idx="13077">
                  <c:v>2.0177603239489241</c:v>
                </c:pt>
                <c:pt idx="13078">
                  <c:v>2.0174076943363883</c:v>
                </c:pt>
                <c:pt idx="13079">
                  <c:v>2.0152635106920727</c:v>
                </c:pt>
                <c:pt idx="13080">
                  <c:v>2.0124746708863541</c:v>
                </c:pt>
                <c:pt idx="13081">
                  <c:v>2.011342360607459</c:v>
                </c:pt>
                <c:pt idx="13082">
                  <c:v>2.0139318916067777</c:v>
                </c:pt>
                <c:pt idx="13083">
                  <c:v>2.015653364761214</c:v>
                </c:pt>
                <c:pt idx="13084">
                  <c:v>2.0147062152480166</c:v>
                </c:pt>
                <c:pt idx="13085">
                  <c:v>2.0130240818883101</c:v>
                </c:pt>
                <c:pt idx="13086">
                  <c:v>2.0132193797938509</c:v>
                </c:pt>
                <c:pt idx="13087">
                  <c:v>2.0138826344475946</c:v>
                </c:pt>
                <c:pt idx="13088">
                  <c:v>2.0137626096129755</c:v>
                </c:pt>
                <c:pt idx="13089">
                  <c:v>2.0134479736709086</c:v>
                </c:pt>
                <c:pt idx="13090">
                  <c:v>2.0140902123030262</c:v>
                </c:pt>
                <c:pt idx="13091">
                  <c:v>2.014517125997231</c:v>
                </c:pt>
                <c:pt idx="13092">
                  <c:v>2.0154329025735698</c:v>
                </c:pt>
                <c:pt idx="13093">
                  <c:v>2.0166700731852045</c:v>
                </c:pt>
                <c:pt idx="13094">
                  <c:v>2.0156797103360367</c:v>
                </c:pt>
                <c:pt idx="13095">
                  <c:v>2.0152308465748003</c:v>
                </c:pt>
                <c:pt idx="13096">
                  <c:v>2.0167856475681853</c:v>
                </c:pt>
                <c:pt idx="13097">
                  <c:v>2.016804713083229</c:v>
                </c:pt>
                <c:pt idx="13098">
                  <c:v>2.0169513582119074</c:v>
                </c:pt>
                <c:pt idx="13099">
                  <c:v>2.0173214874398364</c:v>
                </c:pt>
                <c:pt idx="13100">
                  <c:v>2.017218742445221</c:v>
                </c:pt>
                <c:pt idx="13101">
                  <c:v>2.0162126107118525</c:v>
                </c:pt>
                <c:pt idx="13102">
                  <c:v>2.0152592525438999</c:v>
                </c:pt>
                <c:pt idx="13103">
                  <c:v>2.0147696753917494</c:v>
                </c:pt>
                <c:pt idx="13104">
                  <c:v>2.0141663370035823</c:v>
                </c:pt>
                <c:pt idx="13105">
                  <c:v>2.0132302037317862</c:v>
                </c:pt>
                <c:pt idx="13106">
                  <c:v>2.013123832443243</c:v>
                </c:pt>
                <c:pt idx="13107">
                  <c:v>2.0137134898134108</c:v>
                </c:pt>
                <c:pt idx="13108">
                  <c:v>2.0155239720006155</c:v>
                </c:pt>
                <c:pt idx="13109">
                  <c:v>2.0157679226830179</c:v>
                </c:pt>
                <c:pt idx="13110">
                  <c:v>2.0135325871958858</c:v>
                </c:pt>
                <c:pt idx="13111">
                  <c:v>2.0124041504582317</c:v>
                </c:pt>
                <c:pt idx="13112">
                  <c:v>2.0114698852772466</c:v>
                </c:pt>
                <c:pt idx="13113">
                  <c:v>2.0110883002571374</c:v>
                </c:pt>
                <c:pt idx="13114">
                  <c:v>2.0118064163424978</c:v>
                </c:pt>
                <c:pt idx="13115">
                  <c:v>2.0119693523219269</c:v>
                </c:pt>
                <c:pt idx="13116">
                  <c:v>2.0140760642623241</c:v>
                </c:pt>
                <c:pt idx="13117">
                  <c:v>2.0142879552097757</c:v>
                </c:pt>
                <c:pt idx="13118">
                  <c:v>2.0137440935364057</c:v>
                </c:pt>
                <c:pt idx="13119">
                  <c:v>2.0137815652403246</c:v>
                </c:pt>
                <c:pt idx="13120">
                  <c:v>2.0123460473396189</c:v>
                </c:pt>
                <c:pt idx="13121">
                  <c:v>2.0110567624887365</c:v>
                </c:pt>
                <c:pt idx="13122">
                  <c:v>2.0106990230983937</c:v>
                </c:pt>
                <c:pt idx="13123">
                  <c:v>2.0095561910727238</c:v>
                </c:pt>
                <c:pt idx="13124">
                  <c:v>2.0084852255994372</c:v>
                </c:pt>
                <c:pt idx="13125">
                  <c:v>2.0106824575284059</c:v>
                </c:pt>
                <c:pt idx="13126">
                  <c:v>2.0127874387376101</c:v>
                </c:pt>
                <c:pt idx="13127">
                  <c:v>2.0133337454121887</c:v>
                </c:pt>
                <c:pt idx="13128">
                  <c:v>2.0137955759214083</c:v>
                </c:pt>
                <c:pt idx="13129">
                  <c:v>2.01295246258324</c:v>
                </c:pt>
                <c:pt idx="13130">
                  <c:v>2.0114234851981276</c:v>
                </c:pt>
                <c:pt idx="13131">
                  <c:v>2.0113191193600142</c:v>
                </c:pt>
                <c:pt idx="13132">
                  <c:v>2.0112318135865146</c:v>
                </c:pt>
                <c:pt idx="13133">
                  <c:v>2.0134934671765454</c:v>
                </c:pt>
                <c:pt idx="13134">
                  <c:v>2.0148134931100414</c:v>
                </c:pt>
                <c:pt idx="13135">
                  <c:v>2.015227934550889</c:v>
                </c:pt>
                <c:pt idx="13136">
                  <c:v>2.0151515076591724</c:v>
                </c:pt>
                <c:pt idx="13137">
                  <c:v>2.0158500087910154</c:v>
                </c:pt>
                <c:pt idx="13138">
                  <c:v>2.0160841519966595</c:v>
                </c:pt>
                <c:pt idx="13139">
                  <c:v>2.016263928265313</c:v>
                </c:pt>
                <c:pt idx="13140">
                  <c:v>2.0166378211467881</c:v>
                </c:pt>
                <c:pt idx="13141">
                  <c:v>2.015495346256126</c:v>
                </c:pt>
                <c:pt idx="13142">
                  <c:v>2.0140826300520867</c:v>
                </c:pt>
                <c:pt idx="13143">
                  <c:v>2.0125092580382851</c:v>
                </c:pt>
                <c:pt idx="13144">
                  <c:v>2.0111284092657304</c:v>
                </c:pt>
                <c:pt idx="13145">
                  <c:v>2.0103605140546361</c:v>
                </c:pt>
                <c:pt idx="13146">
                  <c:v>2.0099929122436868</c:v>
                </c:pt>
                <c:pt idx="13147">
                  <c:v>2.0113644480341093</c:v>
                </c:pt>
                <c:pt idx="13148">
                  <c:v>2.0121822597305554</c:v>
                </c:pt>
                <c:pt idx="13149">
                  <c:v>2.0129729841102395</c:v>
                </c:pt>
                <c:pt idx="13150">
                  <c:v>2.0147070119338037</c:v>
                </c:pt>
                <c:pt idx="13151">
                  <c:v>2.0152665326036789</c:v>
                </c:pt>
                <c:pt idx="13152">
                  <c:v>2.0153094712204127</c:v>
                </c:pt>
                <c:pt idx="13153">
                  <c:v>2.0153796345135273</c:v>
                </c:pt>
                <c:pt idx="13154">
                  <c:v>2.0148512670051208</c:v>
                </c:pt>
                <c:pt idx="13155">
                  <c:v>2.015006813037076</c:v>
                </c:pt>
                <c:pt idx="13156">
                  <c:v>2.0158445693501243</c:v>
                </c:pt>
                <c:pt idx="13157">
                  <c:v>2.0154892200171424</c:v>
                </c:pt>
                <c:pt idx="13158">
                  <c:v>2.0146174534625612</c:v>
                </c:pt>
                <c:pt idx="13159">
                  <c:v>2.0134441001296675</c:v>
                </c:pt>
                <c:pt idx="13160">
                  <c:v>2.0115832619063316</c:v>
                </c:pt>
                <c:pt idx="13161">
                  <c:v>2.0125438451902156</c:v>
                </c:pt>
                <c:pt idx="13162">
                  <c:v>2.0140359827256544</c:v>
                </c:pt>
                <c:pt idx="13163">
                  <c:v>2.0150973330256479</c:v>
                </c:pt>
                <c:pt idx="13164">
                  <c:v>2.0158833047625326</c:v>
                </c:pt>
                <c:pt idx="13165">
                  <c:v>2.0159831652051605</c:v>
                </c:pt>
                <c:pt idx="13166">
                  <c:v>2.0147847025340102</c:v>
                </c:pt>
                <c:pt idx="13167">
                  <c:v>2.013105975692842</c:v>
                </c:pt>
                <c:pt idx="13168">
                  <c:v>2.0140671358871232</c:v>
                </c:pt>
                <c:pt idx="13169">
                  <c:v>2.0154505670205052</c:v>
                </c:pt>
                <c:pt idx="13170">
                  <c:v>2.0146986879409243</c:v>
                </c:pt>
                <c:pt idx="13171">
                  <c:v>2.0128223830245489</c:v>
                </c:pt>
                <c:pt idx="13172">
                  <c:v>2.0116261730511416</c:v>
                </c:pt>
                <c:pt idx="13173">
                  <c:v>2.0106035581635568</c:v>
                </c:pt>
                <c:pt idx="13174">
                  <c:v>2.0101611228324652</c:v>
                </c:pt>
                <c:pt idx="13175">
                  <c:v>2.0111619799564844</c:v>
                </c:pt>
                <c:pt idx="13176">
                  <c:v>2.012558432781697</c:v>
                </c:pt>
                <c:pt idx="13177">
                  <c:v>2.0133822883013561</c:v>
                </c:pt>
                <c:pt idx="13178">
                  <c:v>2.0148858816289752</c:v>
                </c:pt>
                <c:pt idx="13179">
                  <c:v>2.0150797509944836</c:v>
                </c:pt>
                <c:pt idx="13180">
                  <c:v>2.0144135019010569</c:v>
                </c:pt>
                <c:pt idx="13181">
                  <c:v>2.0137408793213334</c:v>
                </c:pt>
                <c:pt idx="13182">
                  <c:v>2.0132955869101776</c:v>
                </c:pt>
                <c:pt idx="13183">
                  <c:v>2.0129936979407046</c:v>
                </c:pt>
                <c:pt idx="13184">
                  <c:v>2.0128526570844598</c:v>
                </c:pt>
                <c:pt idx="13185">
                  <c:v>2.0138934309136065</c:v>
                </c:pt>
                <c:pt idx="13186">
                  <c:v>2.0163259598690138</c:v>
                </c:pt>
                <c:pt idx="13187">
                  <c:v>2.0168555361420628</c:v>
                </c:pt>
                <c:pt idx="13188">
                  <c:v>2.015550949429683</c:v>
                </c:pt>
                <c:pt idx="13189">
                  <c:v>2.0148639865057909</c:v>
                </c:pt>
                <c:pt idx="13190">
                  <c:v>2.0138563712885431</c:v>
                </c:pt>
                <c:pt idx="13191">
                  <c:v>2.0131941880398232</c:v>
                </c:pt>
                <c:pt idx="13192">
                  <c:v>2.012924551108767</c:v>
                </c:pt>
                <c:pt idx="13193">
                  <c:v>2.0131692984769565</c:v>
                </c:pt>
                <c:pt idx="13194">
                  <c:v>2.0130264170018242</c:v>
                </c:pt>
                <c:pt idx="13195">
                  <c:v>2.0126417825981848</c:v>
                </c:pt>
                <c:pt idx="13196">
                  <c:v>2.0130181204808686</c:v>
                </c:pt>
                <c:pt idx="13197">
                  <c:v>2.0123029988351906</c:v>
                </c:pt>
                <c:pt idx="13198">
                  <c:v>2.0123892881475132</c:v>
                </c:pt>
                <c:pt idx="13199">
                  <c:v>2.0144985549768135</c:v>
                </c:pt>
                <c:pt idx="13200">
                  <c:v>2.0155986406892157</c:v>
                </c:pt>
                <c:pt idx="13201">
                  <c:v>2.0146413265642513</c:v>
                </c:pt>
                <c:pt idx="13202">
                  <c:v>2.0141904573525857</c:v>
                </c:pt>
                <c:pt idx="13203">
                  <c:v>2.0140900749434079</c:v>
                </c:pt>
                <c:pt idx="13204">
                  <c:v>2.0146086075031318</c:v>
                </c:pt>
                <c:pt idx="13205">
                  <c:v>2.0135169007274567</c:v>
                </c:pt>
                <c:pt idx="13206">
                  <c:v>2.0121734961868971</c:v>
                </c:pt>
                <c:pt idx="13207">
                  <c:v>2.0125557680050989</c:v>
                </c:pt>
                <c:pt idx="13208">
                  <c:v>2.0136908254763632</c:v>
                </c:pt>
                <c:pt idx="13209">
                  <c:v>2.0149491494692424</c:v>
                </c:pt>
                <c:pt idx="13210">
                  <c:v>2.0157053965846905</c:v>
                </c:pt>
                <c:pt idx="13211">
                  <c:v>2.0160736302498847</c:v>
                </c:pt>
                <c:pt idx="13212">
                  <c:v>2.0157160556910836</c:v>
                </c:pt>
                <c:pt idx="13213">
                  <c:v>2.0164657370167687</c:v>
                </c:pt>
                <c:pt idx="13214">
                  <c:v>2.0174429682864115</c:v>
                </c:pt>
                <c:pt idx="13215">
                  <c:v>2.016983253115316</c:v>
                </c:pt>
                <c:pt idx="13216">
                  <c:v>2.0153687281598205</c:v>
                </c:pt>
                <c:pt idx="13217">
                  <c:v>2.0157924551108768</c:v>
                </c:pt>
                <c:pt idx="13218">
                  <c:v>2.0168386134370673</c:v>
                </c:pt>
                <c:pt idx="13219">
                  <c:v>2.0160094558361354</c:v>
                </c:pt>
                <c:pt idx="13220">
                  <c:v>2.0151648040702401</c:v>
                </c:pt>
                <c:pt idx="13221">
                  <c:v>2.016293075976352</c:v>
                </c:pt>
                <c:pt idx="13222">
                  <c:v>2.0173248664864509</c:v>
                </c:pt>
                <c:pt idx="13223">
                  <c:v>2.0168044383639918</c:v>
                </c:pt>
                <c:pt idx="13224">
                  <c:v>2.0171005307575656</c:v>
                </c:pt>
                <c:pt idx="13225">
                  <c:v>2.0187902463682117</c:v>
                </c:pt>
                <c:pt idx="13226">
                  <c:v>2.0198897551702162</c:v>
                </c:pt>
                <c:pt idx="13227">
                  <c:v>2.0195696248434101</c:v>
                </c:pt>
                <c:pt idx="13228">
                  <c:v>2.0183773982989384</c:v>
                </c:pt>
                <c:pt idx="13229">
                  <c:v>2.0175703830685041</c:v>
                </c:pt>
                <c:pt idx="13230">
                  <c:v>2.0163722500604382</c:v>
                </c:pt>
                <c:pt idx="13231">
                  <c:v>2.0162419507263576</c:v>
                </c:pt>
                <c:pt idx="13232">
                  <c:v>2.0147667633678381</c:v>
                </c:pt>
                <c:pt idx="13233">
                  <c:v>2.0147199512098637</c:v>
                </c:pt>
                <c:pt idx="13234">
                  <c:v>2.0145808608602009</c:v>
                </c:pt>
                <c:pt idx="13235">
                  <c:v>2.0133406133931122</c:v>
                </c:pt>
                <c:pt idx="13236">
                  <c:v>2.0130804268038065</c:v>
                </c:pt>
                <c:pt idx="13237">
                  <c:v>2.0137815102964769</c:v>
                </c:pt>
                <c:pt idx="13238">
                  <c:v>2.0131166622711589</c:v>
                </c:pt>
                <c:pt idx="13239">
                  <c:v>2.0128588382672907</c:v>
                </c:pt>
                <c:pt idx="13240">
                  <c:v>2.0134915716138106</c:v>
                </c:pt>
                <c:pt idx="13241">
                  <c:v>2.013233720138019</c:v>
                </c:pt>
                <c:pt idx="13242">
                  <c:v>2.0130539988132128</c:v>
                </c:pt>
                <c:pt idx="13243">
                  <c:v>2.0143507834992636</c:v>
                </c:pt>
                <c:pt idx="13244">
                  <c:v>2.015868360036043</c:v>
                </c:pt>
                <c:pt idx="13245">
                  <c:v>2.015403809806378</c:v>
                </c:pt>
                <c:pt idx="13246">
                  <c:v>2.0151029098261577</c:v>
                </c:pt>
                <c:pt idx="13247">
                  <c:v>2.0142773510472298</c:v>
                </c:pt>
                <c:pt idx="13248">
                  <c:v>2.0142834223423662</c:v>
                </c:pt>
                <c:pt idx="13249">
                  <c:v>2.0149815938111248</c:v>
                </c:pt>
                <c:pt idx="13250">
                  <c:v>2.01469352321927</c:v>
                </c:pt>
                <c:pt idx="13251">
                  <c:v>2.0161215687567307</c:v>
                </c:pt>
                <c:pt idx="13252">
                  <c:v>2.0169421825893936</c:v>
                </c:pt>
                <c:pt idx="13253">
                  <c:v>2.0164887310169006</c:v>
                </c:pt>
                <c:pt idx="13254">
                  <c:v>2.0153593602338411</c:v>
                </c:pt>
                <c:pt idx="13255">
                  <c:v>2.0131760565701851</c:v>
                </c:pt>
                <c:pt idx="13256">
                  <c:v>2.0129721874244524</c:v>
                </c:pt>
                <c:pt idx="13257">
                  <c:v>2.0140287850816465</c:v>
                </c:pt>
                <c:pt idx="13258">
                  <c:v>2.0150620041317775</c:v>
                </c:pt>
                <c:pt idx="13259">
                  <c:v>2.0148954968022679</c:v>
                </c:pt>
                <c:pt idx="13260">
                  <c:v>2.0127729610338236</c:v>
                </c:pt>
                <c:pt idx="13261">
                  <c:v>2.0123675578558715</c:v>
                </c:pt>
                <c:pt idx="13262">
                  <c:v>2.0125511252499946</c:v>
                </c:pt>
                <c:pt idx="13263">
                  <c:v>2.0133273993978156</c:v>
                </c:pt>
                <c:pt idx="13264">
                  <c:v>2.0137229676270851</c:v>
                </c:pt>
                <c:pt idx="13265">
                  <c:v>2.0128554592206767</c:v>
                </c:pt>
                <c:pt idx="13266">
                  <c:v>2.0122747576976332</c:v>
                </c:pt>
                <c:pt idx="13267">
                  <c:v>2.0111114041449638</c:v>
                </c:pt>
                <c:pt idx="13268">
                  <c:v>2.0109144579240015</c:v>
                </c:pt>
                <c:pt idx="13269">
                  <c:v>2.0127130997120943</c:v>
                </c:pt>
                <c:pt idx="13270">
                  <c:v>2.013245945144063</c:v>
                </c:pt>
                <c:pt idx="13271">
                  <c:v>2.0127227973011581</c:v>
                </c:pt>
                <c:pt idx="13272">
                  <c:v>2.0118327893892443</c:v>
                </c:pt>
                <c:pt idx="13273">
                  <c:v>2.0109468198501133</c:v>
                </c:pt>
                <c:pt idx="13274">
                  <c:v>2.0103495252851586</c:v>
                </c:pt>
                <c:pt idx="13275">
                  <c:v>2.0106591063932662</c:v>
                </c:pt>
                <c:pt idx="13276">
                  <c:v>2.0117743291356236</c:v>
                </c:pt>
                <c:pt idx="13277">
                  <c:v>2.0114827421375354</c:v>
                </c:pt>
                <c:pt idx="13278">
                  <c:v>2.0104997967077645</c:v>
                </c:pt>
                <c:pt idx="13279">
                  <c:v>2.0112915375486251</c:v>
                </c:pt>
                <c:pt idx="13280">
                  <c:v>2.012881255357025</c:v>
                </c:pt>
                <c:pt idx="13281">
                  <c:v>2.0122128359816269</c:v>
                </c:pt>
                <c:pt idx="13282">
                  <c:v>2.0126217830377353</c:v>
                </c:pt>
                <c:pt idx="13283">
                  <c:v>2.0140034010241532</c:v>
                </c:pt>
                <c:pt idx="13284">
                  <c:v>2.0129543581459748</c:v>
                </c:pt>
                <c:pt idx="13285">
                  <c:v>2.0121046240741962</c:v>
                </c:pt>
                <c:pt idx="13286">
                  <c:v>2.0127946913254653</c:v>
                </c:pt>
                <c:pt idx="13287">
                  <c:v>2.0124864838135426</c:v>
                </c:pt>
                <c:pt idx="13288">
                  <c:v>2.0117543021032507</c:v>
                </c:pt>
                <c:pt idx="13289">
                  <c:v>2.0117509230566362</c:v>
                </c:pt>
                <c:pt idx="13290">
                  <c:v>2.0124091228764205</c:v>
                </c:pt>
                <c:pt idx="13291">
                  <c:v>2.0141696611063491</c:v>
                </c:pt>
                <c:pt idx="13292">
                  <c:v>2.0163843651787872</c:v>
                </c:pt>
                <c:pt idx="13293">
                  <c:v>2.0175670589657368</c:v>
                </c:pt>
                <c:pt idx="13294">
                  <c:v>2.0167933946506671</c:v>
                </c:pt>
                <c:pt idx="13295">
                  <c:v>2.0156227885101425</c:v>
                </c:pt>
                <c:pt idx="13296">
                  <c:v>2.013585278345531</c:v>
                </c:pt>
                <c:pt idx="13297">
                  <c:v>2.011812432693787</c:v>
                </c:pt>
                <c:pt idx="13298">
                  <c:v>2.0129615008461355</c:v>
                </c:pt>
                <c:pt idx="13299">
                  <c:v>2.0138931561943694</c:v>
                </c:pt>
                <c:pt idx="13300">
                  <c:v>2.0128140865035933</c:v>
                </c:pt>
                <c:pt idx="13301">
                  <c:v>2.0112495055053734</c:v>
                </c:pt>
                <c:pt idx="13302">
                  <c:v>2.0116269697369287</c:v>
                </c:pt>
                <c:pt idx="13303">
                  <c:v>2.0120958055866902</c:v>
                </c:pt>
                <c:pt idx="13304">
                  <c:v>2.0126127447748403</c:v>
                </c:pt>
                <c:pt idx="13305">
                  <c:v>2.0144302323025869</c:v>
                </c:pt>
                <c:pt idx="13306">
                  <c:v>2.0169628689479353</c:v>
                </c:pt>
                <c:pt idx="13307">
                  <c:v>2.0174263203006526</c:v>
                </c:pt>
                <c:pt idx="13308">
                  <c:v>2.0174426935671743</c:v>
                </c:pt>
                <c:pt idx="13309">
                  <c:v>2.0166312004131779</c:v>
                </c:pt>
                <c:pt idx="13310">
                  <c:v>2.0152927682908066</c:v>
                </c:pt>
                <c:pt idx="13311">
                  <c:v>2.0156977319179799</c:v>
                </c:pt>
                <c:pt idx="13312">
                  <c:v>2.015919979780664</c:v>
                </c:pt>
                <c:pt idx="13313">
                  <c:v>2.0164206555899868</c:v>
                </c:pt>
                <c:pt idx="13314">
                  <c:v>2.016397414342542</c:v>
                </c:pt>
                <c:pt idx="13315">
                  <c:v>2.0159446495681412</c:v>
                </c:pt>
                <c:pt idx="13316">
                  <c:v>2.0168517724885167</c:v>
                </c:pt>
                <c:pt idx="13317">
                  <c:v>2.0173815135931079</c:v>
                </c:pt>
                <c:pt idx="13318">
                  <c:v>2.0166637546427553</c:v>
                </c:pt>
                <c:pt idx="13319">
                  <c:v>2.0143489428803765</c:v>
                </c:pt>
                <c:pt idx="13320">
                  <c:v>2.0133455308674533</c:v>
                </c:pt>
                <c:pt idx="13321">
                  <c:v>2.0143987769499572</c:v>
                </c:pt>
                <c:pt idx="13322">
                  <c:v>2.0155700973604977</c:v>
                </c:pt>
                <c:pt idx="13323">
                  <c:v>2.0153854036175027</c:v>
                </c:pt>
                <c:pt idx="13324">
                  <c:v>2.0141530131205907</c:v>
                </c:pt>
                <c:pt idx="13325">
                  <c:v>2.0140622184127821</c:v>
                </c:pt>
                <c:pt idx="13326">
                  <c:v>2.0152127151051626</c:v>
                </c:pt>
                <c:pt idx="13327">
                  <c:v>2.0150935144282545</c:v>
                </c:pt>
                <c:pt idx="13328">
                  <c:v>2.0134121502824112</c:v>
                </c:pt>
                <c:pt idx="13329">
                  <c:v>2.014096091294697</c:v>
                </c:pt>
                <c:pt idx="13330">
                  <c:v>2.0142593844091339</c:v>
                </c:pt>
                <c:pt idx="13331">
                  <c:v>2.0141895507791037</c:v>
                </c:pt>
                <c:pt idx="13332">
                  <c:v>2.0150571141293598</c:v>
                </c:pt>
                <c:pt idx="13333">
                  <c:v>2.0166415298564866</c:v>
                </c:pt>
                <c:pt idx="13334">
                  <c:v>2.0177265609547042</c:v>
                </c:pt>
                <c:pt idx="13335">
                  <c:v>2.0176271675347794</c:v>
                </c:pt>
                <c:pt idx="13336">
                  <c:v>2.0181879519131449</c:v>
                </c:pt>
                <c:pt idx="13337">
                  <c:v>2.0181640238676075</c:v>
                </c:pt>
                <c:pt idx="13338">
                  <c:v>2.0168947935210215</c:v>
                </c:pt>
                <c:pt idx="13339">
                  <c:v>2.0139382650930751</c:v>
                </c:pt>
                <c:pt idx="13340">
                  <c:v>2.0123719533636621</c:v>
                </c:pt>
                <c:pt idx="13341">
                  <c:v>2.0135178347728622</c:v>
                </c:pt>
                <c:pt idx="13342">
                  <c:v>2.0151148875848883</c:v>
                </c:pt>
                <c:pt idx="13343">
                  <c:v>2.0149820058899803</c:v>
                </c:pt>
                <c:pt idx="13344">
                  <c:v>2.0132849552757084</c:v>
                </c:pt>
                <c:pt idx="13345">
                  <c:v>2.0128294158370146</c:v>
                </c:pt>
                <c:pt idx="13346">
                  <c:v>2.0131086679413639</c:v>
                </c:pt>
                <c:pt idx="13347">
                  <c:v>2.0138013724973076</c:v>
                </c:pt>
                <c:pt idx="13348">
                  <c:v>2.0139846102283467</c:v>
                </c:pt>
                <c:pt idx="13349">
                  <c:v>2.0134262433792665</c:v>
                </c:pt>
                <c:pt idx="13350">
                  <c:v>2.0133044328696075</c:v>
                </c:pt>
                <c:pt idx="13351">
                  <c:v>2.0140510098679152</c:v>
                </c:pt>
                <c:pt idx="13352">
                  <c:v>2.0165717786422275</c:v>
                </c:pt>
                <c:pt idx="13353">
                  <c:v>2.017893755082306</c:v>
                </c:pt>
                <c:pt idx="13354">
                  <c:v>2.0172091547438518</c:v>
                </c:pt>
                <c:pt idx="13355">
                  <c:v>2.0154540559548142</c:v>
                </c:pt>
                <c:pt idx="13356">
                  <c:v>2.013441435353069</c:v>
                </c:pt>
                <c:pt idx="13357">
                  <c:v>2.0124500010988768</c:v>
                </c:pt>
                <c:pt idx="13358">
                  <c:v>2.0115251313157954</c:v>
                </c:pt>
                <c:pt idx="13359">
                  <c:v>2.011837459616272</c:v>
                </c:pt>
                <c:pt idx="13360">
                  <c:v>2.0119199303312016</c:v>
                </c:pt>
                <c:pt idx="13361">
                  <c:v>2.0131907815212853</c:v>
                </c:pt>
                <c:pt idx="13362">
                  <c:v>2.0167545493505639</c:v>
                </c:pt>
                <c:pt idx="13363">
                  <c:v>2.0188602997736314</c:v>
                </c:pt>
                <c:pt idx="13364">
                  <c:v>2.017029323531351</c:v>
                </c:pt>
                <c:pt idx="13365">
                  <c:v>2.0138253280147689</c:v>
                </c:pt>
                <c:pt idx="13366">
                  <c:v>2.0145179501549415</c:v>
                </c:pt>
                <c:pt idx="13367">
                  <c:v>2.0170122634667371</c:v>
                </c:pt>
                <c:pt idx="13368">
                  <c:v>2.017378519153425</c:v>
                </c:pt>
                <c:pt idx="13369">
                  <c:v>2.0187671699523086</c:v>
                </c:pt>
                <c:pt idx="13370">
                  <c:v>2.0184775609327268</c:v>
                </c:pt>
                <c:pt idx="13371">
                  <c:v>2.0163873321465462</c:v>
                </c:pt>
                <c:pt idx="13372">
                  <c:v>2.0158238829915827</c:v>
                </c:pt>
                <c:pt idx="13373">
                  <c:v>2.0166826278543328</c:v>
                </c:pt>
                <c:pt idx="13374">
                  <c:v>2.0167701534032219</c:v>
                </c:pt>
                <c:pt idx="13375">
                  <c:v>2.0155407848179161</c:v>
                </c:pt>
                <c:pt idx="13376">
                  <c:v>2.014743604536164</c:v>
                </c:pt>
                <c:pt idx="13377">
                  <c:v>2.0144385288235425</c:v>
                </c:pt>
                <c:pt idx="13378">
                  <c:v>2.0161759356937212</c:v>
                </c:pt>
                <c:pt idx="13379">
                  <c:v>2.0177379068591899</c:v>
                </c:pt>
                <c:pt idx="13380">
                  <c:v>2.0171228104876815</c:v>
                </c:pt>
                <c:pt idx="13381">
                  <c:v>2.0155588613437065</c:v>
                </c:pt>
                <c:pt idx="13382">
                  <c:v>2.0162714830443287</c:v>
                </c:pt>
                <c:pt idx="13383">
                  <c:v>2.0175327740049669</c:v>
                </c:pt>
                <c:pt idx="13384">
                  <c:v>2.0186998087954109</c:v>
                </c:pt>
                <c:pt idx="13385">
                  <c:v>2.0178381244368255</c:v>
                </c:pt>
                <c:pt idx="13386">
                  <c:v>2.0158634975055492</c:v>
                </c:pt>
                <c:pt idx="13387">
                  <c:v>2.0153426847761589</c:v>
                </c:pt>
                <c:pt idx="13388">
                  <c:v>2.0158402287861805</c:v>
                </c:pt>
                <c:pt idx="13389">
                  <c:v>2.0156238599151668</c:v>
                </c:pt>
                <c:pt idx="13390">
                  <c:v>2.015800421968748</c:v>
                </c:pt>
                <c:pt idx="13391">
                  <c:v>2.0149093701237337</c:v>
                </c:pt>
                <c:pt idx="13392">
                  <c:v>2.0146548427507089</c:v>
                </c:pt>
                <c:pt idx="13393">
                  <c:v>2.0155231203709807</c:v>
                </c:pt>
                <c:pt idx="13394">
                  <c:v>2.0153913924968681</c:v>
                </c:pt>
                <c:pt idx="13395">
                  <c:v>2.0145293510032745</c:v>
                </c:pt>
                <c:pt idx="13396">
                  <c:v>2.0138248335201423</c:v>
                </c:pt>
                <c:pt idx="13397">
                  <c:v>2.0148747829718028</c:v>
                </c:pt>
                <c:pt idx="13398">
                  <c:v>2.0143990516691939</c:v>
                </c:pt>
                <c:pt idx="13399">
                  <c:v>2.0153257895430872</c:v>
                </c:pt>
                <c:pt idx="13400">
                  <c:v>2.0162485989318917</c:v>
                </c:pt>
                <c:pt idx="13401">
                  <c:v>2.0154482868508383</c:v>
                </c:pt>
                <c:pt idx="13402">
                  <c:v>2.0154957583349815</c:v>
                </c:pt>
                <c:pt idx="13403">
                  <c:v>2.0161041515571085</c:v>
                </c:pt>
                <c:pt idx="13404">
                  <c:v>2.0155482571811607</c:v>
                </c:pt>
                <c:pt idx="13405">
                  <c:v>2.0147949495615483</c:v>
                </c:pt>
                <c:pt idx="13406">
                  <c:v>2.0156907815212852</c:v>
                </c:pt>
                <c:pt idx="13407">
                  <c:v>2.0163697501153819</c:v>
                </c:pt>
                <c:pt idx="13408">
                  <c:v>2.0164671380848773</c:v>
                </c:pt>
                <c:pt idx="13409">
                  <c:v>2.0170396804465835</c:v>
                </c:pt>
                <c:pt idx="13410">
                  <c:v>2.0174906046020968</c:v>
                </c:pt>
                <c:pt idx="13411">
                  <c:v>2.0164372761038218</c:v>
                </c:pt>
                <c:pt idx="13412">
                  <c:v>2.0154047163798596</c:v>
                </c:pt>
                <c:pt idx="13413">
                  <c:v>2.0169916320520427</c:v>
                </c:pt>
                <c:pt idx="13414">
                  <c:v>2.0177635656359203</c:v>
                </c:pt>
                <c:pt idx="13415">
                  <c:v>2.0165987285993716</c:v>
                </c:pt>
                <c:pt idx="13416">
                  <c:v>2.0145107250390102</c:v>
                </c:pt>
                <c:pt idx="13417">
                  <c:v>2.0139050790092528</c:v>
                </c:pt>
                <c:pt idx="13418">
                  <c:v>2.0133288279378476</c:v>
                </c:pt>
                <c:pt idx="13419">
                  <c:v>2.0124316498538493</c:v>
                </c:pt>
                <c:pt idx="13420">
                  <c:v>2.0132638568383112</c:v>
                </c:pt>
                <c:pt idx="13421">
                  <c:v>2.0143590525482957</c:v>
                </c:pt>
                <c:pt idx="13422">
                  <c:v>2.0138982934441003</c:v>
                </c:pt>
                <c:pt idx="13423">
                  <c:v>2.0115566416122723</c:v>
                </c:pt>
                <c:pt idx="13424">
                  <c:v>2.0104120788554098</c:v>
                </c:pt>
                <c:pt idx="13425">
                  <c:v>2.0121228104876816</c:v>
                </c:pt>
                <c:pt idx="13426">
                  <c:v>2.0136328047735215</c:v>
                </c:pt>
                <c:pt idx="13427">
                  <c:v>2.0137560438232125</c:v>
                </c:pt>
                <c:pt idx="13428">
                  <c:v>2.0132814663413989</c:v>
                </c:pt>
                <c:pt idx="13429">
                  <c:v>2.0122424232434453</c:v>
                </c:pt>
                <c:pt idx="13430">
                  <c:v>2.0128319432539943</c:v>
                </c:pt>
                <c:pt idx="13431">
                  <c:v>2.0134787971692929</c:v>
                </c:pt>
                <c:pt idx="13432">
                  <c:v>2.0132094074855496</c:v>
                </c:pt>
                <c:pt idx="13433">
                  <c:v>2.013333168501791</c:v>
                </c:pt>
                <c:pt idx="13434">
                  <c:v>2.013233527834553</c:v>
                </c:pt>
                <c:pt idx="13435">
                  <c:v>2.0144341882595986</c:v>
                </c:pt>
                <c:pt idx="13436">
                  <c:v>2.0159792641919956</c:v>
                </c:pt>
                <c:pt idx="13437">
                  <c:v>2.0168811949187928</c:v>
                </c:pt>
                <c:pt idx="13438">
                  <c:v>2.0165865585371749</c:v>
                </c:pt>
                <c:pt idx="13439">
                  <c:v>2.0156591063932661</c:v>
                </c:pt>
                <c:pt idx="13440">
                  <c:v>2.014624046724248</c:v>
                </c:pt>
                <c:pt idx="13441">
                  <c:v>2.0143638876068657</c:v>
                </c:pt>
                <c:pt idx="13442">
                  <c:v>2.0150750532955319</c:v>
                </c:pt>
                <c:pt idx="13443">
                  <c:v>2.0153604316388649</c:v>
                </c:pt>
                <c:pt idx="13444">
                  <c:v>2.0163349706599853</c:v>
                </c:pt>
                <c:pt idx="13445">
                  <c:v>2.017079597151711</c:v>
                </c:pt>
                <c:pt idx="13446">
                  <c:v>2.016394447374783</c:v>
                </c:pt>
                <c:pt idx="13447">
                  <c:v>2.0146605294389133</c:v>
                </c:pt>
                <c:pt idx="13448">
                  <c:v>2.013232099294521</c:v>
                </c:pt>
                <c:pt idx="13449">
                  <c:v>2.0130330926792817</c:v>
                </c:pt>
                <c:pt idx="13450">
                  <c:v>2.0140391419968791</c:v>
                </c:pt>
                <c:pt idx="13451">
                  <c:v>2.0134212434891543</c:v>
                </c:pt>
                <c:pt idx="13452">
                  <c:v>2.0136169260016263</c:v>
                </c:pt>
                <c:pt idx="13453">
                  <c:v>2.01505637238742</c:v>
                </c:pt>
                <c:pt idx="13454">
                  <c:v>2.0165031537768399</c:v>
                </c:pt>
                <c:pt idx="13455">
                  <c:v>2.0173589591437553</c:v>
                </c:pt>
                <c:pt idx="13456">
                  <c:v>2.016069372101712</c:v>
                </c:pt>
                <c:pt idx="13457">
                  <c:v>2.015989648579152</c:v>
                </c:pt>
                <c:pt idx="13458">
                  <c:v>2.0162209896485792</c:v>
                </c:pt>
                <c:pt idx="13459">
                  <c:v>2.0149028318058946</c:v>
                </c:pt>
                <c:pt idx="13460">
                  <c:v>2.0144694072657745</c:v>
                </c:pt>
                <c:pt idx="13461">
                  <c:v>2.0138112898617613</c:v>
                </c:pt>
                <c:pt idx="13462">
                  <c:v>2.0131929792751806</c:v>
                </c:pt>
                <c:pt idx="13463">
                  <c:v>2.0148315696358323</c:v>
                </c:pt>
                <c:pt idx="13464">
                  <c:v>2.0173003890024397</c:v>
                </c:pt>
                <c:pt idx="13465">
                  <c:v>2.0162296433045426</c:v>
                </c:pt>
                <c:pt idx="13466">
                  <c:v>2.0143174875277468</c:v>
                </c:pt>
                <c:pt idx="13467">
                  <c:v>2.0156602602140614</c:v>
                </c:pt>
                <c:pt idx="13468">
                  <c:v>2.0170676743368277</c:v>
                </c:pt>
                <c:pt idx="13469">
                  <c:v>2.0165809267928179</c:v>
                </c:pt>
                <c:pt idx="13470">
                  <c:v>2.0173246741829849</c:v>
                </c:pt>
                <c:pt idx="13471">
                  <c:v>2.018199435177249</c:v>
                </c:pt>
                <c:pt idx="13472">
                  <c:v>2.0173570361090967</c:v>
                </c:pt>
                <c:pt idx="13473">
                  <c:v>2.0150330761961275</c:v>
                </c:pt>
                <c:pt idx="13474">
                  <c:v>2.0146327553240586</c:v>
                </c:pt>
                <c:pt idx="13475">
                  <c:v>2.0165065602953782</c:v>
                </c:pt>
                <c:pt idx="13476">
                  <c:v>2.0175806575679656</c:v>
                </c:pt>
                <c:pt idx="13477">
                  <c:v>2.0173527230170767</c:v>
                </c:pt>
                <c:pt idx="13478">
                  <c:v>2.017004186721171</c:v>
                </c:pt>
                <c:pt idx="13479">
                  <c:v>2.0160174776378543</c:v>
                </c:pt>
                <c:pt idx="13480">
                  <c:v>2.0155479275180763</c:v>
                </c:pt>
                <c:pt idx="13481">
                  <c:v>2.0167070778664207</c:v>
                </c:pt>
                <c:pt idx="13482">
                  <c:v>2.0151525515922728</c:v>
                </c:pt>
                <c:pt idx="13483">
                  <c:v>2.0129025186259644</c:v>
                </c:pt>
                <c:pt idx="13484">
                  <c:v>2.0114870277576316</c:v>
                </c:pt>
                <c:pt idx="13485">
                  <c:v>2.0109607206435025</c:v>
                </c:pt>
                <c:pt idx="13486">
                  <c:v>2.0116115305158129</c:v>
                </c:pt>
                <c:pt idx="13487">
                  <c:v>2.0121558042680379</c:v>
                </c:pt>
                <c:pt idx="13488">
                  <c:v>2.0134798960462406</c:v>
                </c:pt>
                <c:pt idx="13489">
                  <c:v>2.0135279719127053</c:v>
                </c:pt>
                <c:pt idx="13490">
                  <c:v>2.0145322904991101</c:v>
                </c:pt>
                <c:pt idx="13491">
                  <c:v>2.0152573020373179</c:v>
                </c:pt>
                <c:pt idx="13492">
                  <c:v>2.0141632601481287</c:v>
                </c:pt>
                <c:pt idx="13493">
                  <c:v>2.0132494890222192</c:v>
                </c:pt>
                <c:pt idx="13494">
                  <c:v>2.0127686204698798</c:v>
                </c:pt>
                <c:pt idx="13495">
                  <c:v>2.013301960396475</c:v>
                </c:pt>
                <c:pt idx="13496">
                  <c:v>2.0134259686600293</c:v>
                </c:pt>
                <c:pt idx="13497">
                  <c:v>2.013600882398189</c:v>
                </c:pt>
                <c:pt idx="13498">
                  <c:v>2.0138711237115667</c:v>
                </c:pt>
                <c:pt idx="13499">
                  <c:v>2.0141784795938551</c:v>
                </c:pt>
                <c:pt idx="13500">
                  <c:v>2.0163853816399642</c:v>
                </c:pt>
                <c:pt idx="13501">
                  <c:v>2.0177235390430979</c:v>
                </c:pt>
                <c:pt idx="13502">
                  <c:v>2.0172709665721631</c:v>
                </c:pt>
                <c:pt idx="13503">
                  <c:v>2.0153842772686317</c:v>
                </c:pt>
                <c:pt idx="13504">
                  <c:v>2.0137167864442538</c:v>
                </c:pt>
                <c:pt idx="13505">
                  <c:v>2.0138478824641215</c:v>
                </c:pt>
                <c:pt idx="13506">
                  <c:v>2.0149900002197754</c:v>
                </c:pt>
                <c:pt idx="13507">
                  <c:v>2.0159176171952264</c:v>
                </c:pt>
                <c:pt idx="13508">
                  <c:v>2.0157688017845761</c:v>
                </c:pt>
                <c:pt idx="13509">
                  <c:v>2.0150873332454231</c:v>
                </c:pt>
                <c:pt idx="13510">
                  <c:v>2.0147781916880949</c:v>
                </c:pt>
                <c:pt idx="13511">
                  <c:v>2.0137721423704975</c:v>
                </c:pt>
                <c:pt idx="13512">
                  <c:v>2.012622250060438</c:v>
                </c:pt>
                <c:pt idx="13513">
                  <c:v>2.0132321817102921</c:v>
                </c:pt>
                <c:pt idx="13514">
                  <c:v>2.0154752917518297</c:v>
                </c:pt>
                <c:pt idx="13515">
                  <c:v>2.0156763862332694</c:v>
                </c:pt>
                <c:pt idx="13516">
                  <c:v>2.0141864464517263</c:v>
                </c:pt>
                <c:pt idx="13517">
                  <c:v>2.0127476868640248</c:v>
                </c:pt>
                <c:pt idx="13518">
                  <c:v>2.0122143194655062</c:v>
                </c:pt>
                <c:pt idx="13519">
                  <c:v>2.0144049306608647</c:v>
                </c:pt>
                <c:pt idx="13520">
                  <c:v>2.0159651985670646</c:v>
                </c:pt>
                <c:pt idx="13521">
                  <c:v>2.0151782378409266</c:v>
                </c:pt>
                <c:pt idx="13522">
                  <c:v>2.0126645018790796</c:v>
                </c:pt>
                <c:pt idx="13523">
                  <c:v>2.0099949726379638</c:v>
                </c:pt>
                <c:pt idx="13524">
                  <c:v>2.0105112250280213</c:v>
                </c:pt>
                <c:pt idx="13525">
                  <c:v>2.0131297389068372</c:v>
                </c:pt>
                <c:pt idx="13526">
                  <c:v>2.0124004417485328</c:v>
                </c:pt>
                <c:pt idx="13527">
                  <c:v>2.0109129194962749</c:v>
                </c:pt>
                <c:pt idx="13528">
                  <c:v>2.0119317432583901</c:v>
                </c:pt>
                <c:pt idx="13529">
                  <c:v>2.0134205292191378</c:v>
                </c:pt>
                <c:pt idx="13530">
                  <c:v>2.0130938331025692</c:v>
                </c:pt>
                <c:pt idx="13531">
                  <c:v>2.0137691479308146</c:v>
                </c:pt>
                <c:pt idx="13532">
                  <c:v>2.0141312278851013</c:v>
                </c:pt>
                <c:pt idx="13533">
                  <c:v>2.0131255631744356</c:v>
                </c:pt>
                <c:pt idx="13534">
                  <c:v>2.0114872750049448</c:v>
                </c:pt>
                <c:pt idx="13535">
                  <c:v>2.011337333245423</c:v>
                </c:pt>
                <c:pt idx="13536">
                  <c:v>2.0111752488956287</c:v>
                </c:pt>
                <c:pt idx="13537">
                  <c:v>2.0109092657304237</c:v>
                </c:pt>
                <c:pt idx="13538">
                  <c:v>2.0101022230280652</c:v>
                </c:pt>
                <c:pt idx="13539">
                  <c:v>2.0092078196083603</c:v>
                </c:pt>
                <c:pt idx="13540">
                  <c:v>2.0101495296806662</c:v>
                </c:pt>
                <c:pt idx="13541">
                  <c:v>2.0113327179622424</c:v>
                </c:pt>
                <c:pt idx="13542">
                  <c:v>2.0116902925210436</c:v>
                </c:pt>
                <c:pt idx="13543">
                  <c:v>2.0124795334168479</c:v>
                </c:pt>
                <c:pt idx="13544">
                  <c:v>2.0140944979231228</c:v>
                </c:pt>
                <c:pt idx="13545">
                  <c:v>2.0155214720555592</c:v>
                </c:pt>
                <c:pt idx="13546">
                  <c:v>2.0151868365530428</c:v>
                </c:pt>
                <c:pt idx="13547">
                  <c:v>2.0128487011274476</c:v>
                </c:pt>
                <c:pt idx="13548">
                  <c:v>2.0118684204742752</c:v>
                </c:pt>
                <c:pt idx="13549">
                  <c:v>2.0115858167952352</c:v>
                </c:pt>
                <c:pt idx="13550">
                  <c:v>2.0118328992769388</c:v>
                </c:pt>
                <c:pt idx="13551">
                  <c:v>2.0126954077932355</c:v>
                </c:pt>
                <c:pt idx="13552">
                  <c:v>2.0122197039625505</c:v>
                </c:pt>
                <c:pt idx="13553">
                  <c:v>2.0118318828157622</c:v>
                </c:pt>
                <c:pt idx="13554">
                  <c:v>2.0137636535460759</c:v>
                </c:pt>
                <c:pt idx="13555">
                  <c:v>2.0163524428034547</c:v>
                </c:pt>
                <c:pt idx="13556">
                  <c:v>2.0163817553460364</c:v>
                </c:pt>
                <c:pt idx="13557">
                  <c:v>2.0157595986901389</c:v>
                </c:pt>
                <c:pt idx="13558">
                  <c:v>2.0146167391925451</c:v>
                </c:pt>
                <c:pt idx="13559">
                  <c:v>2.0142956198764863</c:v>
                </c:pt>
                <c:pt idx="13560">
                  <c:v>2.0158212182149842</c:v>
                </c:pt>
                <c:pt idx="13561">
                  <c:v>2.0170352574668691</c:v>
                </c:pt>
                <c:pt idx="13562">
                  <c:v>2.0166999626381839</c:v>
                </c:pt>
                <c:pt idx="13563">
                  <c:v>2.0159024526933473</c:v>
                </c:pt>
                <c:pt idx="13564">
                  <c:v>2.0154495230874048</c:v>
                </c:pt>
                <c:pt idx="13565">
                  <c:v>2.0160667073251139</c:v>
                </c:pt>
                <c:pt idx="13566">
                  <c:v>2.0165436748642889</c:v>
                </c:pt>
                <c:pt idx="13567">
                  <c:v>2.015286724467594</c:v>
                </c:pt>
                <c:pt idx="13568">
                  <c:v>2.0145813828267509</c:v>
                </c:pt>
                <c:pt idx="13569">
                  <c:v>2.01448685193732</c:v>
                </c:pt>
                <c:pt idx="13570">
                  <c:v>2.0139356277884004</c:v>
                </c:pt>
                <c:pt idx="13571">
                  <c:v>2.0158158062460165</c:v>
                </c:pt>
                <c:pt idx="13572">
                  <c:v>2.0187352750489</c:v>
                </c:pt>
                <c:pt idx="13573">
                  <c:v>2.020708033889365</c:v>
                </c:pt>
                <c:pt idx="13574">
                  <c:v>2.0196316289751874</c:v>
                </c:pt>
                <c:pt idx="13575">
                  <c:v>2.0165034559680008</c:v>
                </c:pt>
                <c:pt idx="13576">
                  <c:v>2.0155026537878289</c:v>
                </c:pt>
                <c:pt idx="13577">
                  <c:v>2.0158326190633171</c:v>
                </c:pt>
                <c:pt idx="13578">
                  <c:v>2.0152813674424737</c:v>
                </c:pt>
                <c:pt idx="13579">
                  <c:v>2.0146067943561681</c:v>
                </c:pt>
                <c:pt idx="13580">
                  <c:v>2.0158413276631282</c:v>
                </c:pt>
                <c:pt idx="13581">
                  <c:v>2.0164934287158522</c:v>
                </c:pt>
                <c:pt idx="13582">
                  <c:v>2.0166219149029692</c:v>
                </c:pt>
                <c:pt idx="13583">
                  <c:v>2.0163093942990264</c:v>
                </c:pt>
                <c:pt idx="13584">
                  <c:v>2.0142595492406761</c:v>
                </c:pt>
                <c:pt idx="13585">
                  <c:v>2.0142801531834467</c:v>
                </c:pt>
                <c:pt idx="13586">
                  <c:v>2.0156219918243554</c:v>
                </c:pt>
                <c:pt idx="13587">
                  <c:v>2.0170074284081667</c:v>
                </c:pt>
                <c:pt idx="13588">
                  <c:v>2.0167823784092658</c:v>
                </c:pt>
                <c:pt idx="13589">
                  <c:v>2.0163917825981845</c:v>
                </c:pt>
                <c:pt idx="13590">
                  <c:v>2.0149201665897452</c:v>
                </c:pt>
                <c:pt idx="13591">
                  <c:v>2.0135710204171335</c:v>
                </c:pt>
                <c:pt idx="13592">
                  <c:v>2.0141076844464956</c:v>
                </c:pt>
                <c:pt idx="13593">
                  <c:v>2.0150269499571438</c:v>
                </c:pt>
                <c:pt idx="13594">
                  <c:v>2.0160126151073601</c:v>
                </c:pt>
                <c:pt idx="13595">
                  <c:v>2.0143023230258676</c:v>
                </c:pt>
                <c:pt idx="13596">
                  <c:v>2.0127948012131602</c:v>
                </c:pt>
                <c:pt idx="13597">
                  <c:v>2.0132137205775695</c:v>
                </c:pt>
                <c:pt idx="13598">
                  <c:v>2.0123236027779607</c:v>
                </c:pt>
                <c:pt idx="13599">
                  <c:v>2.0100230214720556</c:v>
                </c:pt>
                <c:pt idx="13600">
                  <c:v>2.0099328036746447</c:v>
                </c:pt>
                <c:pt idx="13601">
                  <c:v>2.0092706478978486</c:v>
                </c:pt>
                <c:pt idx="13602">
                  <c:v>2.0092794114415069</c:v>
                </c:pt>
                <c:pt idx="13603">
                  <c:v>2.0112007703127404</c:v>
                </c:pt>
                <c:pt idx="13604">
                  <c:v>2.0125578009274521</c:v>
                </c:pt>
                <c:pt idx="13605">
                  <c:v>2.0132489395837454</c:v>
                </c:pt>
                <c:pt idx="13606">
                  <c:v>2.0142396870398454</c:v>
                </c:pt>
                <c:pt idx="13607">
                  <c:v>2.0139979615832617</c:v>
                </c:pt>
                <c:pt idx="13608">
                  <c:v>2.0143309762422805</c:v>
                </c:pt>
                <c:pt idx="13609">
                  <c:v>2.0146484967363354</c:v>
                </c:pt>
                <c:pt idx="13610">
                  <c:v>2.0142866915012858</c:v>
                </c:pt>
                <c:pt idx="13611">
                  <c:v>2.0140302136216786</c:v>
                </c:pt>
                <c:pt idx="13612">
                  <c:v>2.0155142744115513</c:v>
                </c:pt>
                <c:pt idx="13613">
                  <c:v>2.0179576547768181</c:v>
                </c:pt>
                <c:pt idx="13614">
                  <c:v>2.0177257367969936</c:v>
                </c:pt>
                <c:pt idx="13615">
                  <c:v>2.0169314960110767</c:v>
                </c:pt>
                <c:pt idx="13616">
                  <c:v>2.0156454528471901</c:v>
                </c:pt>
                <c:pt idx="13617">
                  <c:v>2.0135726412606316</c:v>
                </c:pt>
                <c:pt idx="13618">
                  <c:v>2.0116865563394213</c:v>
                </c:pt>
                <c:pt idx="13619">
                  <c:v>2.0108044878134548</c:v>
                </c:pt>
                <c:pt idx="13620">
                  <c:v>2.0117181490516693</c:v>
                </c:pt>
                <c:pt idx="13621">
                  <c:v>2.0129681765235929</c:v>
                </c:pt>
                <c:pt idx="13622">
                  <c:v>2.0134096228654315</c:v>
                </c:pt>
                <c:pt idx="13623">
                  <c:v>2.014835635480539</c:v>
                </c:pt>
                <c:pt idx="13624">
                  <c:v>2.0159628909254743</c:v>
                </c:pt>
                <c:pt idx="13625">
                  <c:v>2.0166551284587153</c:v>
                </c:pt>
                <c:pt idx="13626">
                  <c:v>2.0166580130107032</c:v>
                </c:pt>
                <c:pt idx="13627">
                  <c:v>2.0154908958044877</c:v>
                </c:pt>
                <c:pt idx="13628">
                  <c:v>2.0148082185006921</c:v>
                </c:pt>
                <c:pt idx="13629">
                  <c:v>2.0151443924309356</c:v>
                </c:pt>
                <c:pt idx="13630">
                  <c:v>2.0159119305070217</c:v>
                </c:pt>
                <c:pt idx="13631">
                  <c:v>2.0167976802707632</c:v>
                </c:pt>
                <c:pt idx="13632">
                  <c:v>2.0175129667479834</c:v>
                </c:pt>
                <c:pt idx="13633">
                  <c:v>2.016419584184963</c:v>
                </c:pt>
                <c:pt idx="13634">
                  <c:v>2.0150235434386059</c:v>
                </c:pt>
                <c:pt idx="13635">
                  <c:v>2.0154522977516978</c:v>
                </c:pt>
                <c:pt idx="13636">
                  <c:v>2.0158518494099029</c:v>
                </c:pt>
                <c:pt idx="13637">
                  <c:v>2.0148617887518956</c:v>
                </c:pt>
                <c:pt idx="13638">
                  <c:v>2.0152457088855189</c:v>
                </c:pt>
                <c:pt idx="13639">
                  <c:v>2.016224423639041</c:v>
                </c:pt>
                <c:pt idx="13640">
                  <c:v>2.0163636238763982</c:v>
                </c:pt>
                <c:pt idx="13641">
                  <c:v>2.0157482527856532</c:v>
                </c:pt>
                <c:pt idx="13642">
                  <c:v>2.0143379815828224</c:v>
                </c:pt>
                <c:pt idx="13643">
                  <c:v>2.0140844706709742</c:v>
                </c:pt>
                <c:pt idx="13644">
                  <c:v>2.0145861629414736</c:v>
                </c:pt>
                <c:pt idx="13645">
                  <c:v>2.0154460066811719</c:v>
                </c:pt>
                <c:pt idx="13646">
                  <c:v>2.0156205907562472</c:v>
                </c:pt>
                <c:pt idx="13647">
                  <c:v>2.0156219368805082</c:v>
                </c:pt>
                <c:pt idx="13648">
                  <c:v>2.0164595833058616</c:v>
                </c:pt>
                <c:pt idx="13649">
                  <c:v>2.0173747005560316</c:v>
                </c:pt>
                <c:pt idx="13650">
                  <c:v>2.0167950979099358</c:v>
                </c:pt>
                <c:pt idx="13651">
                  <c:v>2.0167718291905672</c:v>
                </c:pt>
                <c:pt idx="13652">
                  <c:v>2.0171037175007145</c:v>
                </c:pt>
                <c:pt idx="13653">
                  <c:v>2.016781911386563</c:v>
                </c:pt>
                <c:pt idx="13654">
                  <c:v>2.0173410749214304</c:v>
                </c:pt>
                <c:pt idx="13655">
                  <c:v>2.0163712061273378</c:v>
                </c:pt>
                <c:pt idx="13656">
                  <c:v>2.0143840245269335</c:v>
                </c:pt>
                <c:pt idx="13657">
                  <c:v>2.0124684622315994</c:v>
                </c:pt>
                <c:pt idx="13658">
                  <c:v>2.0114911485461859</c:v>
                </c:pt>
                <c:pt idx="13659">
                  <c:v>2.0128183721236894</c:v>
                </c:pt>
                <c:pt idx="13660">
                  <c:v>2.0144052328520252</c:v>
                </c:pt>
                <c:pt idx="13661">
                  <c:v>2.014375013735962</c:v>
                </c:pt>
                <c:pt idx="13662">
                  <c:v>2.0139871376453264</c:v>
                </c:pt>
                <c:pt idx="13663">
                  <c:v>2.0139495835256369</c:v>
                </c:pt>
                <c:pt idx="13664">
                  <c:v>2.0155248236302499</c:v>
                </c:pt>
                <c:pt idx="13665">
                  <c:v>2.0165143623217072</c:v>
                </c:pt>
                <c:pt idx="13666">
                  <c:v>2.0142105668007297</c:v>
                </c:pt>
                <c:pt idx="13667">
                  <c:v>2.0138487615656797</c:v>
                </c:pt>
                <c:pt idx="13668">
                  <c:v>2.0150882123469813</c:v>
                </c:pt>
                <c:pt idx="13669">
                  <c:v>2.0165293345201203</c:v>
                </c:pt>
                <c:pt idx="13670">
                  <c:v>2.0176702160392077</c:v>
                </c:pt>
                <c:pt idx="13671">
                  <c:v>2.0175974154414189</c:v>
                </c:pt>
                <c:pt idx="13672">
                  <c:v>2.017400276916991</c:v>
                </c:pt>
                <c:pt idx="13673">
                  <c:v>2.017892216654579</c:v>
                </c:pt>
                <c:pt idx="13674">
                  <c:v>2.0192510604162548</c:v>
                </c:pt>
                <c:pt idx="13675">
                  <c:v>2.0198876673040154</c:v>
                </c:pt>
                <c:pt idx="13676">
                  <c:v>2.0198779697149511</c:v>
                </c:pt>
                <c:pt idx="13677">
                  <c:v>2.0182206709742645</c:v>
                </c:pt>
                <c:pt idx="13678">
                  <c:v>2.0148503329597154</c:v>
                </c:pt>
                <c:pt idx="13679">
                  <c:v>2.012280856464693</c:v>
                </c:pt>
                <c:pt idx="13680">
                  <c:v>2.012925265378783</c:v>
                </c:pt>
                <c:pt idx="13681">
                  <c:v>2.0141822432474012</c:v>
                </c:pt>
                <c:pt idx="13682">
                  <c:v>2.0135739324410453</c:v>
                </c:pt>
                <c:pt idx="13683">
                  <c:v>2.0124991758422892</c:v>
                </c:pt>
                <c:pt idx="13684">
                  <c:v>2.0135853332893783</c:v>
                </c:pt>
                <c:pt idx="13685">
                  <c:v>2.0141777927957629</c:v>
                </c:pt>
                <c:pt idx="13686">
                  <c:v>2.0156793532010284</c:v>
                </c:pt>
                <c:pt idx="13687">
                  <c:v>2.0162828838926616</c:v>
                </c:pt>
                <c:pt idx="13688">
                  <c:v>2.0140521636887101</c:v>
                </c:pt>
                <c:pt idx="13689">
                  <c:v>2.014624458803103</c:v>
                </c:pt>
                <c:pt idx="13690">
                  <c:v>2.0160812399727477</c:v>
                </c:pt>
                <c:pt idx="13691">
                  <c:v>2.0155852893343003</c:v>
                </c:pt>
                <c:pt idx="13692">
                  <c:v>2.015138348607723</c:v>
                </c:pt>
                <c:pt idx="13693">
                  <c:v>2.0147261873365419</c:v>
                </c:pt>
                <c:pt idx="13694">
                  <c:v>2.0151223874200568</c:v>
                </c:pt>
                <c:pt idx="13695">
                  <c:v>2.0143444100129666</c:v>
                </c:pt>
                <c:pt idx="13696">
                  <c:v>2.0145930034504738</c:v>
                </c:pt>
                <c:pt idx="13697">
                  <c:v>2.0144765499659347</c:v>
                </c:pt>
                <c:pt idx="13698">
                  <c:v>2.0138009329465287</c:v>
                </c:pt>
                <c:pt idx="13699">
                  <c:v>2.0142683127843344</c:v>
                </c:pt>
                <c:pt idx="13700">
                  <c:v>2.0153658161359091</c:v>
                </c:pt>
                <c:pt idx="13701">
                  <c:v>2.0146678644425395</c:v>
                </c:pt>
                <c:pt idx="13702">
                  <c:v>2.0140466693039714</c:v>
                </c:pt>
                <c:pt idx="13703">
                  <c:v>2.016387167315004</c:v>
                </c:pt>
                <c:pt idx="13704">
                  <c:v>2.0177351321948969</c:v>
                </c:pt>
                <c:pt idx="13705">
                  <c:v>2.0190386749741762</c:v>
                </c:pt>
                <c:pt idx="13706">
                  <c:v>2.0202921913804093</c:v>
                </c:pt>
                <c:pt idx="13707">
                  <c:v>2.0198922276433486</c:v>
                </c:pt>
                <c:pt idx="13708">
                  <c:v>2.0190106536120087</c:v>
                </c:pt>
                <c:pt idx="13709">
                  <c:v>2.0180852069185291</c:v>
                </c:pt>
                <c:pt idx="13710">
                  <c:v>2.0181591613371133</c:v>
                </c:pt>
                <c:pt idx="13711">
                  <c:v>2.0175473066526011</c:v>
                </c:pt>
                <c:pt idx="13712">
                  <c:v>2.0160213237071711</c:v>
                </c:pt>
                <c:pt idx="13713">
                  <c:v>2.0145117689721106</c:v>
                </c:pt>
                <c:pt idx="13714">
                  <c:v>2.0151144205621856</c:v>
                </c:pt>
                <c:pt idx="13715">
                  <c:v>2.016549196720951</c:v>
                </c:pt>
                <c:pt idx="13716">
                  <c:v>2.0161976385134395</c:v>
                </c:pt>
                <c:pt idx="13717">
                  <c:v>2.0157428408166855</c:v>
                </c:pt>
                <c:pt idx="13718">
                  <c:v>2.0152926584031121</c:v>
                </c:pt>
                <c:pt idx="13719">
                  <c:v>2.0149490121096241</c:v>
                </c:pt>
                <c:pt idx="13720">
                  <c:v>2.0158343772664336</c:v>
                </c:pt>
                <c:pt idx="13721">
                  <c:v>2.0170830586140962</c:v>
                </c:pt>
                <c:pt idx="13722">
                  <c:v>2.0163410144831984</c:v>
                </c:pt>
                <c:pt idx="13723">
                  <c:v>2.0153568877607086</c:v>
                </c:pt>
                <c:pt idx="13724">
                  <c:v>2.0147382200391202</c:v>
                </c:pt>
                <c:pt idx="13725">
                  <c:v>2.0153640579327927</c:v>
                </c:pt>
                <c:pt idx="13726">
                  <c:v>2.016053053779038</c:v>
                </c:pt>
                <c:pt idx="13727">
                  <c:v>2.017026548867058</c:v>
                </c:pt>
                <c:pt idx="13728">
                  <c:v>2.0184496494582538</c:v>
                </c:pt>
                <c:pt idx="13729">
                  <c:v>2.0188256576778532</c:v>
                </c:pt>
                <c:pt idx="13730">
                  <c:v>2.01767722137975</c:v>
                </c:pt>
                <c:pt idx="13731">
                  <c:v>2.0177264510670097</c:v>
                </c:pt>
                <c:pt idx="13732">
                  <c:v>2.0191905122964329</c:v>
                </c:pt>
                <c:pt idx="13733">
                  <c:v>2.0203794971539089</c:v>
                </c:pt>
                <c:pt idx="13734">
                  <c:v>2.0194906980066372</c:v>
                </c:pt>
                <c:pt idx="13735">
                  <c:v>2.0194585558559153</c:v>
                </c:pt>
                <c:pt idx="13736">
                  <c:v>2.0199208533878377</c:v>
                </c:pt>
                <c:pt idx="13737">
                  <c:v>2.0191986165139229</c:v>
                </c:pt>
                <c:pt idx="13738">
                  <c:v>2.0179211720621524</c:v>
                </c:pt>
                <c:pt idx="13739">
                  <c:v>2.0161613481022393</c:v>
                </c:pt>
                <c:pt idx="13740">
                  <c:v>2.0146261345904484</c:v>
                </c:pt>
                <c:pt idx="13741">
                  <c:v>2.0134677534559682</c:v>
                </c:pt>
                <c:pt idx="13742">
                  <c:v>2.0120075657677852</c:v>
                </c:pt>
                <c:pt idx="13743">
                  <c:v>2.0125249445067142</c:v>
                </c:pt>
                <c:pt idx="13744">
                  <c:v>2.0160732181710292</c:v>
                </c:pt>
                <c:pt idx="13745">
                  <c:v>2.0175863167842465</c:v>
                </c:pt>
                <c:pt idx="13746">
                  <c:v>2.0178522999494515</c:v>
                </c:pt>
                <c:pt idx="13747">
                  <c:v>2.0164580448781346</c:v>
                </c:pt>
                <c:pt idx="13748">
                  <c:v>2.0159606931715786</c:v>
                </c:pt>
                <c:pt idx="13749">
                  <c:v>2.0157681699303311</c:v>
                </c:pt>
                <c:pt idx="13750">
                  <c:v>2.0153286740950747</c:v>
                </c:pt>
                <c:pt idx="13751">
                  <c:v>2.0150417298520913</c:v>
                </c:pt>
                <c:pt idx="13752">
                  <c:v>2.0149460176699412</c:v>
                </c:pt>
                <c:pt idx="13753">
                  <c:v>2.0143320201753809</c:v>
                </c:pt>
                <c:pt idx="13754">
                  <c:v>2.0134694841871608</c:v>
                </c:pt>
                <c:pt idx="13755">
                  <c:v>2.0123129986154149</c:v>
                </c:pt>
                <c:pt idx="13756">
                  <c:v>2.0125739269466605</c:v>
                </c:pt>
                <c:pt idx="13757">
                  <c:v>2.013212896419859</c:v>
                </c:pt>
                <c:pt idx="13758">
                  <c:v>2.0134720390760643</c:v>
                </c:pt>
                <c:pt idx="13759">
                  <c:v>2.0129402925210433</c:v>
                </c:pt>
                <c:pt idx="13760">
                  <c:v>2.0120553943869366</c:v>
                </c:pt>
                <c:pt idx="13761">
                  <c:v>2.0116756225137911</c:v>
                </c:pt>
                <c:pt idx="13762">
                  <c:v>2.0114296389090351</c:v>
                </c:pt>
                <c:pt idx="13763">
                  <c:v>2.0122137974989562</c:v>
                </c:pt>
                <c:pt idx="13764">
                  <c:v>2.0150723061031623</c:v>
                </c:pt>
                <c:pt idx="13765">
                  <c:v>2.0169492428737832</c:v>
                </c:pt>
                <c:pt idx="13766">
                  <c:v>2.0167316927100503</c:v>
                </c:pt>
                <c:pt idx="13767">
                  <c:v>2.0153790576031296</c:v>
                </c:pt>
                <c:pt idx="13768">
                  <c:v>2.0143302345003407</c:v>
                </c:pt>
                <c:pt idx="13769">
                  <c:v>2.0151473044548474</c:v>
                </c:pt>
                <c:pt idx="13770">
                  <c:v>2.0162469780883936</c:v>
                </c:pt>
                <c:pt idx="13771">
                  <c:v>2.0151394749565945</c:v>
                </c:pt>
                <c:pt idx="13772">
                  <c:v>2.0146880837783785</c:v>
                </c:pt>
                <c:pt idx="13773">
                  <c:v>2.0148197841805673</c:v>
                </c:pt>
                <c:pt idx="13774">
                  <c:v>2.0137599173644536</c:v>
                </c:pt>
                <c:pt idx="13775">
                  <c:v>2.0136071185248676</c:v>
                </c:pt>
                <c:pt idx="13776">
                  <c:v>2.0151545020988548</c:v>
                </c:pt>
                <c:pt idx="13777">
                  <c:v>2.0140363673325861</c:v>
                </c:pt>
                <c:pt idx="13778">
                  <c:v>2.0127063416188653</c:v>
                </c:pt>
                <c:pt idx="13779">
                  <c:v>2.0128197457198742</c:v>
                </c:pt>
                <c:pt idx="13780">
                  <c:v>2.013412177754335</c:v>
                </c:pt>
                <c:pt idx="13781">
                  <c:v>2.0148833542119955</c:v>
                </c:pt>
                <c:pt idx="13782">
                  <c:v>2.017060723940133</c:v>
                </c:pt>
                <c:pt idx="13783">
                  <c:v>2.018545031977319</c:v>
                </c:pt>
                <c:pt idx="13784">
                  <c:v>2.0179158425089558</c:v>
                </c:pt>
                <c:pt idx="13785">
                  <c:v>2.0180408397617633</c:v>
                </c:pt>
                <c:pt idx="13786">
                  <c:v>2.0184524515944706</c:v>
                </c:pt>
                <c:pt idx="13787">
                  <c:v>2.0188142843014441</c:v>
                </c:pt>
                <c:pt idx="13788">
                  <c:v>2.0181411672270939</c:v>
                </c:pt>
                <c:pt idx="13789">
                  <c:v>2.018303388936507</c:v>
                </c:pt>
                <c:pt idx="13790">
                  <c:v>2.0173409375618117</c:v>
                </c:pt>
                <c:pt idx="13791">
                  <c:v>2.015165738115646</c:v>
                </c:pt>
                <c:pt idx="13792">
                  <c:v>2.0142929276279644</c:v>
                </c:pt>
                <c:pt idx="13793">
                  <c:v>2.0141068053449374</c:v>
                </c:pt>
                <c:pt idx="13794">
                  <c:v>2.0143793268279819</c:v>
                </c:pt>
                <c:pt idx="13795">
                  <c:v>2.0142221599525287</c:v>
                </c:pt>
                <c:pt idx="13796">
                  <c:v>2.0130847948396737</c:v>
                </c:pt>
                <c:pt idx="13797">
                  <c:v>2.0112799993406738</c:v>
                </c:pt>
                <c:pt idx="13798">
                  <c:v>2.010807317421595</c:v>
                </c:pt>
                <c:pt idx="13799">
                  <c:v>2.0110289883738819</c:v>
                </c:pt>
                <c:pt idx="13800">
                  <c:v>2.0119689951869191</c:v>
                </c:pt>
                <c:pt idx="13801">
                  <c:v>2.0129079855387793</c:v>
                </c:pt>
                <c:pt idx="13802">
                  <c:v>2.0126198050592294</c:v>
                </c:pt>
                <c:pt idx="13803">
                  <c:v>2.0129171336893696</c:v>
                </c:pt>
                <c:pt idx="13804">
                  <c:v>2.0142427089514516</c:v>
                </c:pt>
                <c:pt idx="13805">
                  <c:v>2.0141703204325179</c:v>
                </c:pt>
                <c:pt idx="13806">
                  <c:v>2.01435633282785</c:v>
                </c:pt>
                <c:pt idx="13807">
                  <c:v>2.0145858332783897</c:v>
                </c:pt>
                <c:pt idx="13808">
                  <c:v>2.0146001186787101</c:v>
                </c:pt>
                <c:pt idx="13809">
                  <c:v>2.0146814355728444</c:v>
                </c:pt>
                <c:pt idx="13810">
                  <c:v>2.0129475176369751</c:v>
                </c:pt>
                <c:pt idx="13811">
                  <c:v>2.0125689820003956</c:v>
                </c:pt>
                <c:pt idx="13812">
                  <c:v>2.013395667128195</c:v>
                </c:pt>
                <c:pt idx="13813">
                  <c:v>2.0146986329970771</c:v>
                </c:pt>
                <c:pt idx="13814">
                  <c:v>2.0162728291685896</c:v>
                </c:pt>
                <c:pt idx="13815">
                  <c:v>2.0163806839410121</c:v>
                </c:pt>
                <c:pt idx="13816">
                  <c:v>2.0161504966923802</c:v>
                </c:pt>
                <c:pt idx="13817">
                  <c:v>2.0165057086657434</c:v>
                </c:pt>
                <c:pt idx="13818">
                  <c:v>2.0157867409507482</c:v>
                </c:pt>
                <c:pt idx="13819">
                  <c:v>2.0157862189841982</c:v>
                </c:pt>
                <c:pt idx="13820">
                  <c:v>2.0166024373090701</c:v>
                </c:pt>
                <c:pt idx="13821">
                  <c:v>2.0155581196017671</c:v>
                </c:pt>
                <c:pt idx="13822">
                  <c:v>2.0160478890573832</c:v>
                </c:pt>
                <c:pt idx="13823">
                  <c:v>2.0185611030526802</c:v>
                </c:pt>
                <c:pt idx="13824">
                  <c:v>2.0197918177622469</c:v>
                </c:pt>
                <c:pt idx="13825">
                  <c:v>2.0191713094217709</c:v>
                </c:pt>
                <c:pt idx="13826">
                  <c:v>2.0167292202369178</c:v>
                </c:pt>
                <c:pt idx="13827">
                  <c:v>2.0139862585437682</c:v>
                </c:pt>
                <c:pt idx="13828">
                  <c:v>2.0142232038856287</c:v>
                </c:pt>
                <c:pt idx="13829">
                  <c:v>2.0150712072262147</c:v>
                </c:pt>
                <c:pt idx="13830">
                  <c:v>2.0169866871057778</c:v>
                </c:pt>
                <c:pt idx="13831">
                  <c:v>2.0188211248104437</c:v>
                </c:pt>
                <c:pt idx="13832">
                  <c:v>2.0172039625502736</c:v>
                </c:pt>
                <c:pt idx="13833">
                  <c:v>2.0159834124524734</c:v>
                </c:pt>
                <c:pt idx="13834">
                  <c:v>2.0158514648029713</c:v>
                </c:pt>
                <c:pt idx="13835">
                  <c:v>2.0174435451968087</c:v>
                </c:pt>
                <c:pt idx="13836">
                  <c:v>2.0184421221511615</c:v>
                </c:pt>
                <c:pt idx="13837">
                  <c:v>2.0187126381837763</c:v>
                </c:pt>
                <c:pt idx="13838">
                  <c:v>2.0187234346497878</c:v>
                </c:pt>
                <c:pt idx="13839">
                  <c:v>2.0185728885079448</c:v>
                </c:pt>
                <c:pt idx="13840">
                  <c:v>2.0191552383464098</c:v>
                </c:pt>
                <c:pt idx="13841">
                  <c:v>2.0184559954726269</c:v>
                </c:pt>
                <c:pt idx="13842">
                  <c:v>2.0167587800268127</c:v>
                </c:pt>
                <c:pt idx="13843">
                  <c:v>2.0175921957759169</c:v>
                </c:pt>
                <c:pt idx="13844">
                  <c:v>2.0183217401815345</c:v>
                </c:pt>
                <c:pt idx="13845">
                  <c:v>2.0179394134194855</c:v>
                </c:pt>
                <c:pt idx="13846">
                  <c:v>2.016664029361992</c:v>
                </c:pt>
                <c:pt idx="13847">
                  <c:v>2.0143629535614602</c:v>
                </c:pt>
                <c:pt idx="13848">
                  <c:v>2.0141760345926465</c:v>
                </c:pt>
                <c:pt idx="13849">
                  <c:v>2.0150470594052878</c:v>
                </c:pt>
                <c:pt idx="13850">
                  <c:v>2.015421474253313</c:v>
                </c:pt>
                <c:pt idx="13851">
                  <c:v>2.0165949649458255</c:v>
                </c:pt>
                <c:pt idx="13852">
                  <c:v>2.0183145425375266</c:v>
                </c:pt>
                <c:pt idx="13853">
                  <c:v>2.017375854376827</c:v>
                </c:pt>
                <c:pt idx="13854">
                  <c:v>2.0162131601503264</c:v>
                </c:pt>
                <c:pt idx="13855">
                  <c:v>2.0164221116019427</c:v>
                </c:pt>
                <c:pt idx="13856">
                  <c:v>2.0160154721874246</c:v>
                </c:pt>
                <c:pt idx="13857">
                  <c:v>2.0157103415309554</c:v>
                </c:pt>
                <c:pt idx="13858">
                  <c:v>2.0164864508472342</c:v>
                </c:pt>
                <c:pt idx="13859">
                  <c:v>2.0168013889804621</c:v>
                </c:pt>
                <c:pt idx="13860">
                  <c:v>2.0163842827630161</c:v>
                </c:pt>
                <c:pt idx="13861">
                  <c:v>2.0173289598030815</c:v>
                </c:pt>
                <c:pt idx="13862">
                  <c:v>2.0169873739038704</c:v>
                </c:pt>
                <c:pt idx="13863">
                  <c:v>2.01582319619349</c:v>
                </c:pt>
                <c:pt idx="13864">
                  <c:v>2.0158310256917429</c:v>
                </c:pt>
                <c:pt idx="13865">
                  <c:v>2.0156977868618271</c:v>
                </c:pt>
                <c:pt idx="13866">
                  <c:v>2.0158030867453465</c:v>
                </c:pt>
                <c:pt idx="13867">
                  <c:v>2.0165171095140768</c:v>
                </c:pt>
                <c:pt idx="13868">
                  <c:v>2.0163341739741982</c:v>
                </c:pt>
                <c:pt idx="13869">
                  <c:v>2.0161654963627171</c:v>
                </c:pt>
                <c:pt idx="13870">
                  <c:v>2.0168085866244696</c:v>
                </c:pt>
                <c:pt idx="13871">
                  <c:v>2.0163704369134745</c:v>
                </c:pt>
                <c:pt idx="13872">
                  <c:v>2.0150706852596647</c:v>
                </c:pt>
                <c:pt idx="13873">
                  <c:v>2.0136794246280303</c:v>
                </c:pt>
                <c:pt idx="13874">
                  <c:v>2.0129589184853081</c:v>
                </c:pt>
                <c:pt idx="13875">
                  <c:v>2.0140695534164084</c:v>
                </c:pt>
                <c:pt idx="13876">
                  <c:v>2.014270757785543</c:v>
                </c:pt>
                <c:pt idx="13877">
                  <c:v>2.0139365618338059</c:v>
                </c:pt>
                <c:pt idx="13878">
                  <c:v>2.0142419122656645</c:v>
                </c:pt>
                <c:pt idx="13879">
                  <c:v>2.0139512043691346</c:v>
                </c:pt>
                <c:pt idx="13880">
                  <c:v>2.0145802839498033</c:v>
                </c:pt>
                <c:pt idx="13881">
                  <c:v>2.0159922584119032</c:v>
                </c:pt>
                <c:pt idx="13882">
                  <c:v>2.0172181930067472</c:v>
                </c:pt>
                <c:pt idx="13883">
                  <c:v>2.0179184798136305</c:v>
                </c:pt>
                <c:pt idx="13884">
                  <c:v>2.0185163512889828</c:v>
                </c:pt>
                <c:pt idx="13885">
                  <c:v>2.0200446144040791</c:v>
                </c:pt>
                <c:pt idx="13886">
                  <c:v>2.0210908826179645</c:v>
                </c:pt>
                <c:pt idx="13887">
                  <c:v>2.0216599635172852</c:v>
                </c:pt>
                <c:pt idx="13888">
                  <c:v>2.0207149842860597</c:v>
                </c:pt>
                <c:pt idx="13889">
                  <c:v>2.0191151293378167</c:v>
                </c:pt>
                <c:pt idx="13890">
                  <c:v>2.0181603151579086</c:v>
                </c:pt>
                <c:pt idx="13891">
                  <c:v>2.0167116931496012</c:v>
                </c:pt>
                <c:pt idx="13892">
                  <c:v>2.0154456770180875</c:v>
                </c:pt>
                <c:pt idx="13893">
                  <c:v>2.0158831399309904</c:v>
                </c:pt>
                <c:pt idx="13894">
                  <c:v>2.0184627260939321</c:v>
                </c:pt>
                <c:pt idx="13895">
                  <c:v>2.0193440254060349</c:v>
                </c:pt>
                <c:pt idx="13896">
                  <c:v>2.0192244126502716</c:v>
                </c:pt>
                <c:pt idx="13897">
                  <c:v>2.0171966824904946</c:v>
                </c:pt>
                <c:pt idx="13898">
                  <c:v>2.0154458418496297</c:v>
                </c:pt>
                <c:pt idx="13899">
                  <c:v>2.0150860420650094</c:v>
                </c:pt>
                <c:pt idx="13900">
                  <c:v>2.0160861849190126</c:v>
                </c:pt>
                <c:pt idx="13901">
                  <c:v>2.0169875387354126</c:v>
                </c:pt>
                <c:pt idx="13902">
                  <c:v>2.0162499999999999</c:v>
                </c:pt>
                <c:pt idx="13903">
                  <c:v>2.0157378958704206</c:v>
                </c:pt>
                <c:pt idx="13904">
                  <c:v>2.0138547229731216</c:v>
                </c:pt>
                <c:pt idx="13905">
                  <c:v>2.0130869925935695</c:v>
                </c:pt>
                <c:pt idx="13906">
                  <c:v>2.0145566031515791</c:v>
                </c:pt>
                <c:pt idx="13907">
                  <c:v>2.0157133909144855</c:v>
                </c:pt>
                <c:pt idx="13908">
                  <c:v>2.015191506780071</c:v>
                </c:pt>
                <c:pt idx="13909">
                  <c:v>2.0144624019252326</c:v>
                </c:pt>
                <c:pt idx="13910">
                  <c:v>2.0138686237665104</c:v>
                </c:pt>
                <c:pt idx="13911">
                  <c:v>2.0141572437968396</c:v>
                </c:pt>
                <c:pt idx="13912">
                  <c:v>2.0150898881343267</c:v>
                </c:pt>
                <c:pt idx="13913">
                  <c:v>2.0153296905562517</c:v>
                </c:pt>
                <c:pt idx="13914">
                  <c:v>2.0157612195336365</c:v>
                </c:pt>
                <c:pt idx="13915">
                  <c:v>2.0160429166391949</c:v>
                </c:pt>
                <c:pt idx="13916">
                  <c:v>2.0162994769345728</c:v>
                </c:pt>
                <c:pt idx="13917">
                  <c:v>2.0170986626667546</c:v>
                </c:pt>
                <c:pt idx="13918">
                  <c:v>2.0177609558031691</c:v>
                </c:pt>
                <c:pt idx="13919">
                  <c:v>2.0169627041163931</c:v>
                </c:pt>
                <c:pt idx="13920">
                  <c:v>2.0153430968550143</c:v>
                </c:pt>
                <c:pt idx="13921">
                  <c:v>2.0141719687479398</c:v>
                </c:pt>
                <c:pt idx="13922">
                  <c:v>2.0147808015208457</c:v>
                </c:pt>
                <c:pt idx="13923">
                  <c:v>2.0158914639238699</c:v>
                </c:pt>
                <c:pt idx="13924">
                  <c:v>2.0165443341904572</c:v>
                </c:pt>
                <c:pt idx="13925">
                  <c:v>2.0172117645766026</c:v>
                </c:pt>
                <c:pt idx="13926">
                  <c:v>2.017207149293422</c:v>
                </c:pt>
                <c:pt idx="13927">
                  <c:v>2.0176945561636006</c:v>
                </c:pt>
                <c:pt idx="13928">
                  <c:v>2.018761565679875</c:v>
                </c:pt>
                <c:pt idx="13929">
                  <c:v>2.0189148590140875</c:v>
                </c:pt>
                <c:pt idx="13930">
                  <c:v>2.0174042328740027</c:v>
                </c:pt>
                <c:pt idx="13931">
                  <c:v>2.0150160985472847</c:v>
                </c:pt>
                <c:pt idx="13932">
                  <c:v>2.0147551152721919</c:v>
                </c:pt>
                <c:pt idx="13933">
                  <c:v>2.0154052108744862</c:v>
                </c:pt>
                <c:pt idx="13934">
                  <c:v>2.0167983945407792</c:v>
                </c:pt>
                <c:pt idx="13935">
                  <c:v>2.0172902243906727</c:v>
                </c:pt>
                <c:pt idx="13936">
                  <c:v>2.0166066954572428</c:v>
                </c:pt>
                <c:pt idx="13937">
                  <c:v>2.0153712555768006</c:v>
                </c:pt>
                <c:pt idx="13938">
                  <c:v>2.0153048009933849</c:v>
                </c:pt>
                <c:pt idx="13939">
                  <c:v>2.0163430199336276</c:v>
                </c:pt>
                <c:pt idx="13940">
                  <c:v>2.0169142711149206</c:v>
                </c:pt>
                <c:pt idx="13941">
                  <c:v>2.0160513779916927</c:v>
                </c:pt>
                <c:pt idx="13942">
                  <c:v>2.0146506395463835</c:v>
                </c:pt>
                <c:pt idx="13943">
                  <c:v>2.0155038076086238</c:v>
                </c:pt>
                <c:pt idx="13944">
                  <c:v>2.0153041416672162</c:v>
                </c:pt>
                <c:pt idx="13945">
                  <c:v>2.0155420210544821</c:v>
                </c:pt>
                <c:pt idx="13946">
                  <c:v>2.0156938583767388</c:v>
                </c:pt>
                <c:pt idx="13947">
                  <c:v>2.0158259433858596</c:v>
                </c:pt>
                <c:pt idx="13948">
                  <c:v>2.0162051658205313</c:v>
                </c:pt>
                <c:pt idx="13949">
                  <c:v>2.0172798125315925</c:v>
                </c:pt>
                <c:pt idx="13950">
                  <c:v>2.0172352805432849</c:v>
                </c:pt>
                <c:pt idx="13951">
                  <c:v>2.0162849442869386</c:v>
                </c:pt>
                <c:pt idx="13952">
                  <c:v>2.0159474791762819</c:v>
                </c:pt>
                <c:pt idx="13953">
                  <c:v>2.015319965495264</c:v>
                </c:pt>
                <c:pt idx="13954">
                  <c:v>2.0144191611173379</c:v>
                </c:pt>
                <c:pt idx="13955">
                  <c:v>2.0160730258675632</c:v>
                </c:pt>
                <c:pt idx="13956">
                  <c:v>2.017801806553702</c:v>
                </c:pt>
                <c:pt idx="13957">
                  <c:v>2.0161175578558712</c:v>
                </c:pt>
                <c:pt idx="13958">
                  <c:v>2.0145194611107446</c:v>
                </c:pt>
                <c:pt idx="13959">
                  <c:v>2.0141728753214214</c:v>
                </c:pt>
                <c:pt idx="13960">
                  <c:v>2.0147639612316213</c:v>
                </c:pt>
                <c:pt idx="13961">
                  <c:v>2.0166693039713413</c:v>
                </c:pt>
                <c:pt idx="13962">
                  <c:v>2.0175424166501834</c:v>
                </c:pt>
                <c:pt idx="13963">
                  <c:v>2.0181466066679854</c:v>
                </c:pt>
                <c:pt idx="13964">
                  <c:v>2.0175905199885715</c:v>
                </c:pt>
                <c:pt idx="13965">
                  <c:v>2.0165103239489244</c:v>
                </c:pt>
                <c:pt idx="13966">
                  <c:v>2.0154096338542011</c:v>
                </c:pt>
                <c:pt idx="13967">
                  <c:v>2.0154530120217138</c:v>
                </c:pt>
                <c:pt idx="13968">
                  <c:v>2.0144635008021803</c:v>
                </c:pt>
                <c:pt idx="13969">
                  <c:v>2.01463514538142</c:v>
                </c:pt>
                <c:pt idx="13970">
                  <c:v>2.0155159501988966</c:v>
                </c:pt>
                <c:pt idx="13971">
                  <c:v>2.0152315883167402</c:v>
                </c:pt>
                <c:pt idx="13972">
                  <c:v>2.0153552394452867</c:v>
                </c:pt>
                <c:pt idx="13973">
                  <c:v>2.0165971901716446</c:v>
                </c:pt>
                <c:pt idx="13974">
                  <c:v>2.0175301367002922</c:v>
                </c:pt>
                <c:pt idx="13975">
                  <c:v>2.0186180248785739</c:v>
                </c:pt>
                <c:pt idx="13976">
                  <c:v>2.0207625107140501</c:v>
                </c:pt>
                <c:pt idx="13977">
                  <c:v>2.0216586723368719</c:v>
                </c:pt>
                <c:pt idx="13978">
                  <c:v>2.021009318476517</c:v>
                </c:pt>
                <c:pt idx="13979">
                  <c:v>2.0205627898287948</c:v>
                </c:pt>
                <c:pt idx="13980">
                  <c:v>2.0200907672358848</c:v>
                </c:pt>
                <c:pt idx="13981">
                  <c:v>2.0192972956638315</c:v>
                </c:pt>
                <c:pt idx="13982">
                  <c:v>2.01956174040131</c:v>
                </c:pt>
                <c:pt idx="13983">
                  <c:v>2.0185210764598582</c:v>
                </c:pt>
                <c:pt idx="13984">
                  <c:v>2.0176967813894202</c:v>
                </c:pt>
                <c:pt idx="13985">
                  <c:v>2.0174272543460585</c:v>
                </c:pt>
                <c:pt idx="13986">
                  <c:v>2.0195620700643944</c:v>
                </c:pt>
                <c:pt idx="13987">
                  <c:v>2.0211696720951187</c:v>
                </c:pt>
                <c:pt idx="13988">
                  <c:v>2.0196696501175797</c:v>
                </c:pt>
                <c:pt idx="13989">
                  <c:v>2.0178533438825519</c:v>
                </c:pt>
                <c:pt idx="13990">
                  <c:v>2.0165385376145579</c:v>
                </c:pt>
                <c:pt idx="13991">
                  <c:v>2.013780246587987</c:v>
                </c:pt>
                <c:pt idx="13992">
                  <c:v>2.012363464539241</c:v>
                </c:pt>
                <c:pt idx="13993">
                  <c:v>2.0145503120810533</c:v>
                </c:pt>
                <c:pt idx="13994">
                  <c:v>2.0169613305202083</c:v>
                </c:pt>
                <c:pt idx="13995">
                  <c:v>2.0177771367662247</c:v>
                </c:pt>
                <c:pt idx="13996">
                  <c:v>2.0169206171292937</c:v>
                </c:pt>
                <c:pt idx="13997">
                  <c:v>2.016678287290389</c:v>
                </c:pt>
                <c:pt idx="13998">
                  <c:v>2.0166713918375421</c:v>
                </c:pt>
                <c:pt idx="13999">
                  <c:v>2.01668342454012</c:v>
                </c:pt>
                <c:pt idx="14000">
                  <c:v>2.0154545229775169</c:v>
                </c:pt>
                <c:pt idx="14001">
                  <c:v>2.0155894101228546</c:v>
                </c:pt>
                <c:pt idx="14002">
                  <c:v>2.0158234434408033</c:v>
                </c:pt>
                <c:pt idx="14003">
                  <c:v>2.0146620678666403</c:v>
                </c:pt>
                <c:pt idx="14004">
                  <c:v>2.0131297663787611</c:v>
                </c:pt>
                <c:pt idx="14005">
                  <c:v>2.0139310399771433</c:v>
                </c:pt>
                <c:pt idx="14006">
                  <c:v>2.0166646612162369</c:v>
                </c:pt>
                <c:pt idx="14007">
                  <c:v>2.0179567207314126</c:v>
                </c:pt>
                <c:pt idx="14008">
                  <c:v>2.0164586217885323</c:v>
                </c:pt>
                <c:pt idx="14009">
                  <c:v>2.0164654348256081</c:v>
                </c:pt>
                <c:pt idx="14010">
                  <c:v>2.0170772620381969</c:v>
                </c:pt>
                <c:pt idx="14011">
                  <c:v>2.0171480846574799</c:v>
                </c:pt>
                <c:pt idx="14012">
                  <c:v>2.0180694655062528</c:v>
                </c:pt>
                <c:pt idx="14013">
                  <c:v>2.0179311168985299</c:v>
                </c:pt>
                <c:pt idx="14014">
                  <c:v>2.0176528537834333</c:v>
                </c:pt>
                <c:pt idx="14015">
                  <c:v>2.0178105700973603</c:v>
                </c:pt>
                <c:pt idx="14016">
                  <c:v>2.0179713357948179</c:v>
                </c:pt>
                <c:pt idx="14017">
                  <c:v>2.0181609470121535</c:v>
                </c:pt>
                <c:pt idx="14018">
                  <c:v>2.0174060734928903</c:v>
                </c:pt>
                <c:pt idx="14019">
                  <c:v>2.0162824168699589</c:v>
                </c:pt>
                <c:pt idx="14020">
                  <c:v>2.0154462814004086</c:v>
                </c:pt>
                <c:pt idx="14021">
                  <c:v>2.0143328443330915</c:v>
                </c:pt>
                <c:pt idx="14022">
                  <c:v>2.013190424386277</c:v>
                </c:pt>
                <c:pt idx="14023">
                  <c:v>2.0121166018329268</c:v>
                </c:pt>
                <c:pt idx="14024">
                  <c:v>2.0128702116437003</c:v>
                </c:pt>
                <c:pt idx="14025">
                  <c:v>2.0141505681193821</c:v>
                </c:pt>
                <c:pt idx="14026">
                  <c:v>2.0143376793916619</c:v>
                </c:pt>
                <c:pt idx="14027">
                  <c:v>2.0144513032680602</c:v>
                </c:pt>
                <c:pt idx="14028">
                  <c:v>2.0155465813938154</c:v>
                </c:pt>
                <c:pt idx="14029">
                  <c:v>2.0172165721632491</c:v>
                </c:pt>
                <c:pt idx="14030">
                  <c:v>2.0194366882046548</c:v>
                </c:pt>
                <c:pt idx="14031">
                  <c:v>2.0205400430759766</c:v>
                </c:pt>
                <c:pt idx="14032">
                  <c:v>2.020876024702754</c:v>
                </c:pt>
                <c:pt idx="14033">
                  <c:v>2.0216389200237357</c:v>
                </c:pt>
                <c:pt idx="14034">
                  <c:v>2.0225299169249027</c:v>
                </c:pt>
                <c:pt idx="14035">
                  <c:v>2.0217163908485527</c:v>
                </c:pt>
                <c:pt idx="14036">
                  <c:v>2.0205361970066593</c:v>
                </c:pt>
                <c:pt idx="14037">
                  <c:v>2.0190368618272125</c:v>
                </c:pt>
                <c:pt idx="14038">
                  <c:v>2.0174658798707719</c:v>
                </c:pt>
                <c:pt idx="14039">
                  <c:v>2.017802520823718</c:v>
                </c:pt>
                <c:pt idx="14040">
                  <c:v>2.0173388222236874</c:v>
                </c:pt>
                <c:pt idx="14041">
                  <c:v>2.0176902430715806</c:v>
                </c:pt>
                <c:pt idx="14042">
                  <c:v>2.0189442814443637</c:v>
                </c:pt>
                <c:pt idx="14043">
                  <c:v>2.0184919012768949</c:v>
                </c:pt>
                <c:pt idx="14044">
                  <c:v>2.0178572723676402</c:v>
                </c:pt>
                <c:pt idx="14045">
                  <c:v>2.0171945396804465</c:v>
                </c:pt>
                <c:pt idx="14046">
                  <c:v>2.017545163842553</c:v>
                </c:pt>
                <c:pt idx="14047">
                  <c:v>2.0184660501966989</c:v>
                </c:pt>
                <c:pt idx="14048">
                  <c:v>2.0185466253488933</c:v>
                </c:pt>
                <c:pt idx="14049">
                  <c:v>2.0178451297773674</c:v>
                </c:pt>
                <c:pt idx="14050">
                  <c:v>2.0164921924792862</c:v>
                </c:pt>
                <c:pt idx="14051">
                  <c:v>2.0153720247906639</c:v>
                </c:pt>
                <c:pt idx="14052">
                  <c:v>2.0139578251027448</c:v>
                </c:pt>
                <c:pt idx="14053">
                  <c:v>2.0128078503769147</c:v>
                </c:pt>
                <c:pt idx="14054">
                  <c:v>2.0136468429265291</c:v>
                </c:pt>
                <c:pt idx="14055">
                  <c:v>2.0138780191644141</c:v>
                </c:pt>
                <c:pt idx="14056">
                  <c:v>2.0137712907408627</c:v>
                </c:pt>
                <c:pt idx="14057">
                  <c:v>2.013835657458078</c:v>
                </c:pt>
                <c:pt idx="14058">
                  <c:v>2.014792339728797</c:v>
                </c:pt>
                <c:pt idx="14059">
                  <c:v>2.0166576284037712</c:v>
                </c:pt>
                <c:pt idx="14060">
                  <c:v>2.0159723687391486</c:v>
                </c:pt>
                <c:pt idx="14061">
                  <c:v>2.0161931056460296</c:v>
                </c:pt>
                <c:pt idx="14062">
                  <c:v>2.0159127546647326</c:v>
                </c:pt>
                <c:pt idx="14063">
                  <c:v>2.0173167347970375</c:v>
                </c:pt>
                <c:pt idx="14064">
                  <c:v>2.0187175556581174</c:v>
                </c:pt>
                <c:pt idx="14065">
                  <c:v>2.0200835695918773</c:v>
                </c:pt>
                <c:pt idx="14066">
                  <c:v>2.0203604865827125</c:v>
                </c:pt>
                <c:pt idx="14067">
                  <c:v>2.0201018658930572</c:v>
                </c:pt>
                <c:pt idx="14068">
                  <c:v>2.0179896870398455</c:v>
                </c:pt>
                <c:pt idx="14069">
                  <c:v>2.0159552537306871</c:v>
                </c:pt>
                <c:pt idx="14070">
                  <c:v>2.0153010648117622</c:v>
                </c:pt>
                <c:pt idx="14071">
                  <c:v>2.0153480418012792</c:v>
                </c:pt>
                <c:pt idx="14072">
                  <c:v>2.0165753774642314</c:v>
                </c:pt>
                <c:pt idx="14073">
                  <c:v>2.0168477341157338</c:v>
                </c:pt>
                <c:pt idx="14074">
                  <c:v>2.0154700171424804</c:v>
                </c:pt>
                <c:pt idx="14075">
                  <c:v>2.0150751631832269</c:v>
                </c:pt>
                <c:pt idx="14076">
                  <c:v>2.0163243390255161</c:v>
                </c:pt>
                <c:pt idx="14077">
                  <c:v>2.0161118162238192</c:v>
                </c:pt>
                <c:pt idx="14078">
                  <c:v>2.0159686050856025</c:v>
                </c:pt>
                <c:pt idx="14079">
                  <c:v>2.0157455880090547</c:v>
                </c:pt>
                <c:pt idx="14080">
                  <c:v>2.0161063493110043</c:v>
                </c:pt>
                <c:pt idx="14081">
                  <c:v>2.016463923869805</c:v>
                </c:pt>
                <c:pt idx="14082">
                  <c:v>2.0151002999934069</c:v>
                </c:pt>
                <c:pt idx="14083">
                  <c:v>2.01398917056768</c:v>
                </c:pt>
                <c:pt idx="14084">
                  <c:v>2.0138324981868529</c:v>
                </c:pt>
                <c:pt idx="14085">
                  <c:v>2.0140830146590183</c:v>
                </c:pt>
                <c:pt idx="14086">
                  <c:v>2.014062135997011</c:v>
                </c:pt>
                <c:pt idx="14087">
                  <c:v>2.0144028427946639</c:v>
                </c:pt>
                <c:pt idx="14088">
                  <c:v>2.016094316608426</c:v>
                </c:pt>
                <c:pt idx="14089">
                  <c:v>2.016961083272895</c:v>
                </c:pt>
                <c:pt idx="14090">
                  <c:v>2.0171918474319246</c:v>
                </c:pt>
                <c:pt idx="14091">
                  <c:v>2.017187039845278</c:v>
                </c:pt>
                <c:pt idx="14092">
                  <c:v>2.0162624997252809</c:v>
                </c:pt>
                <c:pt idx="14093">
                  <c:v>2.0160898661567876</c:v>
                </c:pt>
                <c:pt idx="14094">
                  <c:v>2.015969731434474</c:v>
                </c:pt>
                <c:pt idx="14095">
                  <c:v>2.0154393859475617</c:v>
                </c:pt>
                <c:pt idx="14096">
                  <c:v>2.0154576273048943</c:v>
                </c:pt>
                <c:pt idx="14097">
                  <c:v>2.0151279642205666</c:v>
                </c:pt>
                <c:pt idx="14098">
                  <c:v>2.0144947089074967</c:v>
                </c:pt>
                <c:pt idx="14099">
                  <c:v>2.0148745631964133</c:v>
                </c:pt>
                <c:pt idx="14100">
                  <c:v>2.0151176073053341</c:v>
                </c:pt>
                <c:pt idx="14101">
                  <c:v>2.0140713940352959</c:v>
                </c:pt>
                <c:pt idx="14102">
                  <c:v>2.0137728566405135</c:v>
                </c:pt>
                <c:pt idx="14103">
                  <c:v>2.0134865991956219</c:v>
                </c:pt>
                <c:pt idx="14104">
                  <c:v>2.0139801323047846</c:v>
                </c:pt>
                <c:pt idx="14105">
                  <c:v>2.0158559427265335</c:v>
                </c:pt>
                <c:pt idx="14106">
                  <c:v>2.0162695600096701</c:v>
                </c:pt>
                <c:pt idx="14107">
                  <c:v>2.015350459330564</c:v>
                </c:pt>
                <c:pt idx="14108">
                  <c:v>2.016551559306389</c:v>
                </c:pt>
                <c:pt idx="14109">
                  <c:v>2.0166968308388826</c:v>
                </c:pt>
                <c:pt idx="14110">
                  <c:v>2.0162538185973933</c:v>
                </c:pt>
                <c:pt idx="14111">
                  <c:v>2.0170323729148811</c:v>
                </c:pt>
                <c:pt idx="14112">
                  <c:v>2.0175301916441395</c:v>
                </c:pt>
                <c:pt idx="14113">
                  <c:v>2.0158846508867936</c:v>
                </c:pt>
                <c:pt idx="14114">
                  <c:v>2.0153876288433223</c:v>
                </c:pt>
                <c:pt idx="14115">
                  <c:v>2.0154605668007295</c:v>
                </c:pt>
                <c:pt idx="14116">
                  <c:v>2.0152708182237755</c:v>
                </c:pt>
                <c:pt idx="14117">
                  <c:v>2.0173536021186349</c:v>
                </c:pt>
                <c:pt idx="14118">
                  <c:v>2.0177851585679436</c:v>
                </c:pt>
                <c:pt idx="14119">
                  <c:v>2.016610156919628</c:v>
                </c:pt>
                <c:pt idx="14120">
                  <c:v>2.0175510703061472</c:v>
                </c:pt>
                <c:pt idx="14121">
                  <c:v>2.0177706808641567</c:v>
                </c:pt>
                <c:pt idx="14122">
                  <c:v>2.0172987681589416</c:v>
                </c:pt>
                <c:pt idx="14123">
                  <c:v>2.0168760576690623</c:v>
                </c:pt>
                <c:pt idx="14124">
                  <c:v>2.0178715577679611</c:v>
                </c:pt>
                <c:pt idx="14125">
                  <c:v>2.0183802553790025</c:v>
                </c:pt>
                <c:pt idx="14126">
                  <c:v>2.0165721632491596</c:v>
                </c:pt>
                <c:pt idx="14127">
                  <c:v>2.0146641282609172</c:v>
                </c:pt>
                <c:pt idx="14128">
                  <c:v>2.0147581921276454</c:v>
                </c:pt>
                <c:pt idx="14129">
                  <c:v>2.0154453473550031</c:v>
                </c:pt>
                <c:pt idx="14130">
                  <c:v>2.0153420529219139</c:v>
                </c:pt>
                <c:pt idx="14131">
                  <c:v>2.0154246609964614</c:v>
                </c:pt>
                <c:pt idx="14132">
                  <c:v>2.0160587129953189</c:v>
                </c:pt>
                <c:pt idx="14133">
                  <c:v>2.0167839443089162</c:v>
                </c:pt>
                <c:pt idx="14134">
                  <c:v>2.0181021570954485</c:v>
                </c:pt>
                <c:pt idx="14135">
                  <c:v>2.0180318839146394</c:v>
                </c:pt>
                <c:pt idx="14136">
                  <c:v>2.0165923825849981</c:v>
                </c:pt>
                <c:pt idx="14137">
                  <c:v>2.0159019307267974</c:v>
                </c:pt>
                <c:pt idx="14138">
                  <c:v>2.0158231687215666</c:v>
                </c:pt>
                <c:pt idx="14139">
                  <c:v>2.0138794202325223</c:v>
                </c:pt>
                <c:pt idx="14140">
                  <c:v>2.0134481659743741</c:v>
                </c:pt>
                <c:pt idx="14141">
                  <c:v>2.0164310949209909</c:v>
                </c:pt>
                <c:pt idx="14142">
                  <c:v>2.0160665150216479</c:v>
                </c:pt>
                <c:pt idx="14143">
                  <c:v>2.0159368750137361</c:v>
                </c:pt>
                <c:pt idx="14144">
                  <c:v>2.0181858091030964</c:v>
                </c:pt>
                <c:pt idx="14145">
                  <c:v>2.0185219006175688</c:v>
                </c:pt>
                <c:pt idx="14146">
                  <c:v>2.0170056427331269</c:v>
                </c:pt>
                <c:pt idx="14147">
                  <c:v>2.0154390288125534</c:v>
                </c:pt>
                <c:pt idx="14148">
                  <c:v>2.0160409661326124</c:v>
                </c:pt>
                <c:pt idx="14149">
                  <c:v>2.0160594547372583</c:v>
                </c:pt>
                <c:pt idx="14150">
                  <c:v>2.0153405694380342</c:v>
                </c:pt>
                <c:pt idx="14151">
                  <c:v>2.0138363167842463</c:v>
                </c:pt>
                <c:pt idx="14152">
                  <c:v>2.0142375442297973</c:v>
                </c:pt>
                <c:pt idx="14153">
                  <c:v>2.0156141623261026</c:v>
                </c:pt>
                <c:pt idx="14154">
                  <c:v>2.0159557482253136</c:v>
                </c:pt>
                <c:pt idx="14155">
                  <c:v>2.0162346157227313</c:v>
                </c:pt>
                <c:pt idx="14156">
                  <c:v>2.0159750609876705</c:v>
                </c:pt>
                <c:pt idx="14157">
                  <c:v>2.0156486670622624</c:v>
                </c:pt>
                <c:pt idx="14158">
                  <c:v>2.0161533537724448</c:v>
                </c:pt>
                <c:pt idx="14159">
                  <c:v>2.0148637942023253</c:v>
                </c:pt>
                <c:pt idx="14160">
                  <c:v>2.0137481593811124</c:v>
                </c:pt>
                <c:pt idx="14161">
                  <c:v>2.0139714786488208</c:v>
                </c:pt>
                <c:pt idx="14162">
                  <c:v>2.0140097195666029</c:v>
                </c:pt>
                <c:pt idx="14163">
                  <c:v>2.0150089009032768</c:v>
                </c:pt>
                <c:pt idx="14164">
                  <c:v>2.0164810114063427</c:v>
                </c:pt>
                <c:pt idx="14165">
                  <c:v>2.0162807960264608</c:v>
                </c:pt>
                <c:pt idx="14166">
                  <c:v>2.0159421496230854</c:v>
                </c:pt>
                <c:pt idx="14167">
                  <c:v>2.0176608206413045</c:v>
                </c:pt>
                <c:pt idx="14168">
                  <c:v>2.0192617744664951</c:v>
                </c:pt>
                <c:pt idx="14169">
                  <c:v>2.0189018922661042</c:v>
                </c:pt>
                <c:pt idx="14170">
                  <c:v>2.0187610986571722</c:v>
                </c:pt>
                <c:pt idx="14171">
                  <c:v>2.0191632052042814</c:v>
                </c:pt>
                <c:pt idx="14172">
                  <c:v>2.0185634656381177</c:v>
                </c:pt>
                <c:pt idx="14173">
                  <c:v>2.0178250752730711</c:v>
                </c:pt>
                <c:pt idx="14174">
                  <c:v>2.0172526702709832</c:v>
                </c:pt>
                <c:pt idx="14175">
                  <c:v>2.0175224720335816</c:v>
                </c:pt>
                <c:pt idx="14176">
                  <c:v>2.0178531790510097</c:v>
                </c:pt>
                <c:pt idx="14177">
                  <c:v>2.0178181798202237</c:v>
                </c:pt>
                <c:pt idx="14178">
                  <c:v>2.0190312850267027</c:v>
                </c:pt>
                <c:pt idx="14179">
                  <c:v>2.0194255895474824</c:v>
                </c:pt>
                <c:pt idx="14180">
                  <c:v>2.018872991802378</c:v>
                </c:pt>
                <c:pt idx="14181">
                  <c:v>2.0186717874332434</c:v>
                </c:pt>
                <c:pt idx="14182">
                  <c:v>2.01804921869849</c:v>
                </c:pt>
                <c:pt idx="14183">
                  <c:v>2.016063822773126</c:v>
                </c:pt>
                <c:pt idx="14184">
                  <c:v>2.0142772961033821</c:v>
                </c:pt>
                <c:pt idx="14185">
                  <c:v>2.0118134216830401</c:v>
                </c:pt>
                <c:pt idx="14186">
                  <c:v>2.0118692995758334</c:v>
                </c:pt>
                <c:pt idx="14187">
                  <c:v>2.0134445122085229</c:v>
                </c:pt>
                <c:pt idx="14188">
                  <c:v>2.0144316608426189</c:v>
                </c:pt>
                <c:pt idx="14189">
                  <c:v>2.015168512779939</c:v>
                </c:pt>
                <c:pt idx="14190">
                  <c:v>2.0143884200347246</c:v>
                </c:pt>
                <c:pt idx="14191">
                  <c:v>2.0153497725324718</c:v>
                </c:pt>
                <c:pt idx="14192">
                  <c:v>2.0167196050636251</c:v>
                </c:pt>
                <c:pt idx="14193">
                  <c:v>2.0161350025274172</c:v>
                </c:pt>
                <c:pt idx="14194">
                  <c:v>2.0159800059339354</c:v>
                </c:pt>
                <c:pt idx="14195">
                  <c:v>2.0162062097536317</c:v>
                </c:pt>
                <c:pt idx="14196">
                  <c:v>2.0155166095250654</c:v>
                </c:pt>
                <c:pt idx="14197">
                  <c:v>2.0154493033120153</c:v>
                </c:pt>
                <c:pt idx="14198">
                  <c:v>2.016838366189754</c:v>
                </c:pt>
                <c:pt idx="14199">
                  <c:v>2.0172311322828071</c:v>
                </c:pt>
                <c:pt idx="14200">
                  <c:v>2.017174320344608</c:v>
                </c:pt>
                <c:pt idx="14201">
                  <c:v>2.0162727467528185</c:v>
                </c:pt>
                <c:pt idx="14202">
                  <c:v>2.0147703621898421</c:v>
                </c:pt>
                <c:pt idx="14203">
                  <c:v>2.0137291213379926</c:v>
                </c:pt>
                <c:pt idx="14204">
                  <c:v>2.013389485945364</c:v>
                </c:pt>
                <c:pt idx="14205">
                  <c:v>2.013760247027538</c:v>
                </c:pt>
                <c:pt idx="14206">
                  <c:v>2.0157176765345817</c:v>
                </c:pt>
                <c:pt idx="14207">
                  <c:v>2.0155146315465595</c:v>
                </c:pt>
                <c:pt idx="14208">
                  <c:v>2.0145515757895431</c:v>
                </c:pt>
                <c:pt idx="14209">
                  <c:v>2.0140708171248982</c:v>
                </c:pt>
                <c:pt idx="14210">
                  <c:v>2.0156374035735478</c:v>
                </c:pt>
                <c:pt idx="14211">
                  <c:v>2.017110915144722</c:v>
                </c:pt>
                <c:pt idx="14212">
                  <c:v>2.0176364255730643</c:v>
                </c:pt>
                <c:pt idx="14213">
                  <c:v>2.0193667721588535</c:v>
                </c:pt>
                <c:pt idx="14214">
                  <c:v>2.0190040328783985</c:v>
                </c:pt>
                <c:pt idx="14215">
                  <c:v>2.0189476604909782</c:v>
                </c:pt>
                <c:pt idx="14216">
                  <c:v>2.0167743566075469</c:v>
                </c:pt>
                <c:pt idx="14217">
                  <c:v>2.0136392881475134</c:v>
                </c:pt>
                <c:pt idx="14218">
                  <c:v>2.0144785554163644</c:v>
                </c:pt>
                <c:pt idx="14219">
                  <c:v>2.0149106338322236</c:v>
                </c:pt>
                <c:pt idx="14220">
                  <c:v>2.0154959231665237</c:v>
                </c:pt>
                <c:pt idx="14221">
                  <c:v>2.0164533746511064</c:v>
                </c:pt>
                <c:pt idx="14222">
                  <c:v>2.0163975791740842</c:v>
                </c:pt>
                <c:pt idx="14223">
                  <c:v>2.0150854102107645</c:v>
                </c:pt>
                <c:pt idx="14224">
                  <c:v>2.0129901540625479</c:v>
                </c:pt>
                <c:pt idx="14225">
                  <c:v>2.0138494758356957</c:v>
                </c:pt>
                <c:pt idx="14226">
                  <c:v>2.0149806048218721</c:v>
                </c:pt>
                <c:pt idx="14227">
                  <c:v>2.0144601492274896</c:v>
                </c:pt>
                <c:pt idx="14228">
                  <c:v>2.0148960187688183</c:v>
                </c:pt>
                <c:pt idx="14229">
                  <c:v>2.0144122381925671</c:v>
                </c:pt>
                <c:pt idx="14230">
                  <c:v>2.0140696633041033</c:v>
                </c:pt>
                <c:pt idx="14231">
                  <c:v>2.0144304246060525</c:v>
                </c:pt>
                <c:pt idx="14232">
                  <c:v>2.0142991362827192</c:v>
                </c:pt>
                <c:pt idx="14233">
                  <c:v>2.0144617700709873</c:v>
                </c:pt>
                <c:pt idx="14234">
                  <c:v>2.0155930089448582</c:v>
                </c:pt>
                <c:pt idx="14235">
                  <c:v>2.0156302059295399</c:v>
                </c:pt>
                <c:pt idx="14236">
                  <c:v>2.0142193028724642</c:v>
                </c:pt>
                <c:pt idx="14237">
                  <c:v>2.0133408331685017</c:v>
                </c:pt>
                <c:pt idx="14238">
                  <c:v>2.0140579602646094</c:v>
                </c:pt>
                <c:pt idx="14239">
                  <c:v>2.0161632986088218</c:v>
                </c:pt>
                <c:pt idx="14240">
                  <c:v>2.0171256950396694</c:v>
                </c:pt>
                <c:pt idx="14241">
                  <c:v>2.018171523702776</c:v>
                </c:pt>
                <c:pt idx="14242">
                  <c:v>2.0170899540669436</c:v>
                </c:pt>
                <c:pt idx="14243">
                  <c:v>2.0150862343684754</c:v>
                </c:pt>
                <c:pt idx="14244">
                  <c:v>2.0135214885387134</c:v>
                </c:pt>
                <c:pt idx="14245">
                  <c:v>2.0121849245071535</c:v>
                </c:pt>
                <c:pt idx="14246">
                  <c:v>2.0117800432957518</c:v>
                </c:pt>
                <c:pt idx="14247">
                  <c:v>2.0148403331794906</c:v>
                </c:pt>
                <c:pt idx="14248">
                  <c:v>2.0181389420012747</c:v>
                </c:pt>
                <c:pt idx="14249">
                  <c:v>2.0189662040394718</c:v>
                </c:pt>
                <c:pt idx="14250">
                  <c:v>2.0175616744686931</c:v>
                </c:pt>
                <c:pt idx="14251">
                  <c:v>2.0159444572646756</c:v>
                </c:pt>
                <c:pt idx="14252">
                  <c:v>2.0147375057691042</c:v>
                </c:pt>
                <c:pt idx="14253">
                  <c:v>2.0141333157513022</c:v>
                </c:pt>
                <c:pt idx="14254">
                  <c:v>2.0146329750994485</c:v>
                </c:pt>
                <c:pt idx="14255">
                  <c:v>2.0134792367200722</c:v>
                </c:pt>
                <c:pt idx="14256">
                  <c:v>2.0119468253444981</c:v>
                </c:pt>
                <c:pt idx="14257">
                  <c:v>2.0117234786048659</c:v>
                </c:pt>
                <c:pt idx="14258">
                  <c:v>2.0132001494472651</c:v>
                </c:pt>
                <c:pt idx="14259">
                  <c:v>2.0153350201094482</c:v>
                </c:pt>
                <c:pt idx="14260">
                  <c:v>2.0172394288037627</c:v>
                </c:pt>
                <c:pt idx="14261">
                  <c:v>2.0186710182193797</c:v>
                </c:pt>
                <c:pt idx="14262">
                  <c:v>2.0177044460561304</c:v>
                </c:pt>
                <c:pt idx="14263">
                  <c:v>2.0160604162545877</c:v>
                </c:pt>
                <c:pt idx="14264">
                  <c:v>2.0145792949605501</c:v>
                </c:pt>
                <c:pt idx="14265">
                  <c:v>2.0145491582602579</c:v>
                </c:pt>
                <c:pt idx="14266">
                  <c:v>2.0147572306103161</c:v>
                </c:pt>
                <c:pt idx="14267">
                  <c:v>2.0152685105821848</c:v>
                </c:pt>
                <c:pt idx="14268">
                  <c:v>2.0150995857233909</c:v>
                </c:pt>
                <c:pt idx="14269">
                  <c:v>2.0148080261972265</c:v>
                </c:pt>
                <c:pt idx="14270">
                  <c:v>2.014854206500956</c:v>
                </c:pt>
                <c:pt idx="14271">
                  <c:v>2.0153582338849696</c:v>
                </c:pt>
                <c:pt idx="14272">
                  <c:v>2.0169346003384541</c:v>
                </c:pt>
                <c:pt idx="14273">
                  <c:v>2.0171675347794555</c:v>
                </c:pt>
                <c:pt idx="14274">
                  <c:v>2.0162371980835587</c:v>
                </c:pt>
                <c:pt idx="14275">
                  <c:v>2.0164101063712887</c:v>
                </c:pt>
                <c:pt idx="14276">
                  <c:v>2.0153831234478363</c:v>
                </c:pt>
                <c:pt idx="14277">
                  <c:v>2.0136979132326762</c:v>
                </c:pt>
                <c:pt idx="14278">
                  <c:v>2.0130402353794423</c:v>
                </c:pt>
                <c:pt idx="14279">
                  <c:v>2.0128418606184479</c:v>
                </c:pt>
                <c:pt idx="14280">
                  <c:v>2.0143664974396169</c:v>
                </c:pt>
                <c:pt idx="14281">
                  <c:v>2.0156553427397199</c:v>
                </c:pt>
                <c:pt idx="14282">
                  <c:v>2.0152629612535988</c:v>
                </c:pt>
                <c:pt idx="14283">
                  <c:v>2.0152726038988154</c:v>
                </c:pt>
                <c:pt idx="14284">
                  <c:v>2.016255302081273</c:v>
                </c:pt>
                <c:pt idx="14285">
                  <c:v>2.0181276235687129</c:v>
                </c:pt>
                <c:pt idx="14286">
                  <c:v>2.0192564174413747</c:v>
                </c:pt>
                <c:pt idx="14287">
                  <c:v>2.0184601986769524</c:v>
                </c:pt>
                <c:pt idx="14288">
                  <c:v>2.0173008560251424</c:v>
                </c:pt>
                <c:pt idx="14289">
                  <c:v>2.0154451275796137</c:v>
                </c:pt>
                <c:pt idx="14290">
                  <c:v>2.013712638183776</c:v>
                </c:pt>
                <c:pt idx="14291">
                  <c:v>2.0125021153381244</c:v>
                </c:pt>
                <c:pt idx="14292">
                  <c:v>2.012631700402189</c:v>
                </c:pt>
                <c:pt idx="14293">
                  <c:v>2.0142002648293444</c:v>
                </c:pt>
                <c:pt idx="14294">
                  <c:v>2.0133291026570843</c:v>
                </c:pt>
                <c:pt idx="14295">
                  <c:v>2.0117485879431221</c:v>
                </c:pt>
                <c:pt idx="14296">
                  <c:v>2.0118603986725567</c:v>
                </c:pt>
                <c:pt idx="14297">
                  <c:v>2.0130883661897543</c:v>
                </c:pt>
                <c:pt idx="14298">
                  <c:v>2.0143058119601767</c:v>
                </c:pt>
                <c:pt idx="14299">
                  <c:v>2.0146045416584251</c:v>
                </c:pt>
                <c:pt idx="14300">
                  <c:v>2.0138032131161951</c:v>
                </c:pt>
                <c:pt idx="14301">
                  <c:v>2.0142713072240173</c:v>
                </c:pt>
                <c:pt idx="14302">
                  <c:v>2.0151422770928114</c:v>
                </c:pt>
                <c:pt idx="14303">
                  <c:v>2.0160092635326694</c:v>
                </c:pt>
                <c:pt idx="14304">
                  <c:v>2.0159709951429639</c:v>
                </c:pt>
                <c:pt idx="14305">
                  <c:v>2.0145704215291973</c:v>
                </c:pt>
                <c:pt idx="14306">
                  <c:v>2.0136065690863938</c:v>
                </c:pt>
                <c:pt idx="14307">
                  <c:v>2.0134319300674712</c:v>
                </c:pt>
                <c:pt idx="14308">
                  <c:v>2.0121872046768203</c:v>
                </c:pt>
                <c:pt idx="14309">
                  <c:v>2.0118408936067338</c:v>
                </c:pt>
                <c:pt idx="14310">
                  <c:v>2.0126631557548187</c:v>
                </c:pt>
                <c:pt idx="14311">
                  <c:v>2.0140150491197994</c:v>
                </c:pt>
                <c:pt idx="14312">
                  <c:v>2.0152021933583879</c:v>
                </c:pt>
                <c:pt idx="14313">
                  <c:v>2.0160001428540033</c:v>
                </c:pt>
                <c:pt idx="14314">
                  <c:v>2.0163047240719982</c:v>
                </c:pt>
                <c:pt idx="14315">
                  <c:v>2.0170279774070901</c:v>
                </c:pt>
                <c:pt idx="14316">
                  <c:v>2.0168338058504207</c:v>
                </c:pt>
                <c:pt idx="14317">
                  <c:v>2.0171895123184105</c:v>
                </c:pt>
                <c:pt idx="14318">
                  <c:v>2.0163857113030481</c:v>
                </c:pt>
                <c:pt idx="14319">
                  <c:v>2.0152132920155599</c:v>
                </c:pt>
                <c:pt idx="14320">
                  <c:v>2.0133094877035669</c:v>
                </c:pt>
                <c:pt idx="14321">
                  <c:v>2.0119292433133338</c:v>
                </c:pt>
                <c:pt idx="14322">
                  <c:v>2.0122044845168237</c:v>
                </c:pt>
                <c:pt idx="14323">
                  <c:v>2.0130198512120612</c:v>
                </c:pt>
                <c:pt idx="14324">
                  <c:v>2.0141205962506317</c:v>
                </c:pt>
                <c:pt idx="14325">
                  <c:v>2.0143344926485134</c:v>
                </c:pt>
                <c:pt idx="14326">
                  <c:v>2.0143723764312873</c:v>
                </c:pt>
                <c:pt idx="14327">
                  <c:v>2.0144327871914904</c:v>
                </c:pt>
                <c:pt idx="14328">
                  <c:v>2.0147272037977189</c:v>
                </c:pt>
                <c:pt idx="14329">
                  <c:v>2.0160091261730511</c:v>
                </c:pt>
                <c:pt idx="14330">
                  <c:v>2.0156757269071011</c:v>
                </c:pt>
                <c:pt idx="14331">
                  <c:v>2.0143310037142039</c:v>
                </c:pt>
                <c:pt idx="14332">
                  <c:v>2.0140129063097514</c:v>
                </c:pt>
                <c:pt idx="14333">
                  <c:v>2.0141974626931276</c:v>
                </c:pt>
                <c:pt idx="14334">
                  <c:v>2.0146128107074568</c:v>
                </c:pt>
                <c:pt idx="14335">
                  <c:v>2.0158115480978438</c:v>
                </c:pt>
                <c:pt idx="14336">
                  <c:v>2.0161618700687898</c:v>
                </c:pt>
                <c:pt idx="14337">
                  <c:v>2.0144224852201051</c:v>
                </c:pt>
                <c:pt idx="14338">
                  <c:v>2.0122256653699919</c:v>
                </c:pt>
                <c:pt idx="14339">
                  <c:v>2.0120993219929231</c:v>
                </c:pt>
                <c:pt idx="14340">
                  <c:v>2.0127180996022065</c:v>
                </c:pt>
                <c:pt idx="14341">
                  <c:v>2.0134500065932617</c:v>
                </c:pt>
                <c:pt idx="14342">
                  <c:v>2.0142383409155844</c:v>
                </c:pt>
                <c:pt idx="14343">
                  <c:v>2.0156317993011141</c:v>
                </c:pt>
                <c:pt idx="14344">
                  <c:v>2.0169643524318146</c:v>
                </c:pt>
                <c:pt idx="14345">
                  <c:v>2.0179842750708774</c:v>
                </c:pt>
                <c:pt idx="14346">
                  <c:v>2.0184527537856312</c:v>
                </c:pt>
                <c:pt idx="14347">
                  <c:v>2.0176812597525329</c:v>
                </c:pt>
                <c:pt idx="14348">
                  <c:v>2.0174470616030415</c:v>
                </c:pt>
                <c:pt idx="14349">
                  <c:v>2.0176849959341552</c:v>
                </c:pt>
                <c:pt idx="14350">
                  <c:v>2.0164683743214433</c:v>
                </c:pt>
                <c:pt idx="14351">
                  <c:v>2.0161820069888572</c:v>
                </c:pt>
                <c:pt idx="14352">
                  <c:v>2.0186319256719631</c:v>
                </c:pt>
                <c:pt idx="14353">
                  <c:v>2.0192428737829937</c:v>
                </c:pt>
                <c:pt idx="14354">
                  <c:v>2.0175546416562273</c:v>
                </c:pt>
                <c:pt idx="14355">
                  <c:v>2.0164748302235114</c:v>
                </c:pt>
                <c:pt idx="14356">
                  <c:v>2.0157731972923671</c:v>
                </c:pt>
                <c:pt idx="14357">
                  <c:v>2.015577432364124</c:v>
                </c:pt>
                <c:pt idx="14358">
                  <c:v>2.0161529142216654</c:v>
                </c:pt>
                <c:pt idx="14359">
                  <c:v>2.0156352332915759</c:v>
                </c:pt>
                <c:pt idx="14360">
                  <c:v>2.0143792444122108</c:v>
                </c:pt>
                <c:pt idx="14361">
                  <c:v>2.0136335739873847</c:v>
                </c:pt>
                <c:pt idx="14362">
                  <c:v>2.0131835014615063</c:v>
                </c:pt>
                <c:pt idx="14363">
                  <c:v>2.0117347146216567</c:v>
                </c:pt>
                <c:pt idx="14364">
                  <c:v>2.0125127195006702</c:v>
                </c:pt>
                <c:pt idx="14365">
                  <c:v>2.0146347882464122</c:v>
                </c:pt>
                <c:pt idx="14366">
                  <c:v>2.0167155941627657</c:v>
                </c:pt>
                <c:pt idx="14367">
                  <c:v>2.017559531658645</c:v>
                </c:pt>
                <c:pt idx="14368">
                  <c:v>2.0173139051888969</c:v>
                </c:pt>
                <c:pt idx="14369">
                  <c:v>2.0155681468539153</c:v>
                </c:pt>
                <c:pt idx="14370">
                  <c:v>2.0141283982769611</c:v>
                </c:pt>
                <c:pt idx="14371">
                  <c:v>2.0145619052328518</c:v>
                </c:pt>
                <c:pt idx="14372">
                  <c:v>2.0133620414935938</c:v>
                </c:pt>
                <c:pt idx="14373">
                  <c:v>2.0119997637414562</c:v>
                </c:pt>
                <c:pt idx="14374">
                  <c:v>2.0127592800158238</c:v>
                </c:pt>
                <c:pt idx="14375">
                  <c:v>2.0137462638183776</c:v>
                </c:pt>
                <c:pt idx="14376">
                  <c:v>2.012770021537988</c:v>
                </c:pt>
                <c:pt idx="14377">
                  <c:v>2.0129387540933168</c:v>
                </c:pt>
                <c:pt idx="14378">
                  <c:v>2.0135039339794729</c:v>
                </c:pt>
                <c:pt idx="14379">
                  <c:v>2.0133935792619941</c:v>
                </c:pt>
                <c:pt idx="14380">
                  <c:v>2.0147567635876134</c:v>
                </c:pt>
                <c:pt idx="14381">
                  <c:v>2.0152985923386297</c:v>
                </c:pt>
                <c:pt idx="14382">
                  <c:v>2.0127141161732709</c:v>
                </c:pt>
                <c:pt idx="14383">
                  <c:v>2.0100918111689854</c:v>
                </c:pt>
                <c:pt idx="14384">
                  <c:v>2.010414111777763</c:v>
                </c:pt>
                <c:pt idx="14385">
                  <c:v>2.0129815004065845</c:v>
                </c:pt>
                <c:pt idx="14386">
                  <c:v>2.0152637854113098</c:v>
                </c:pt>
                <c:pt idx="14387">
                  <c:v>2.0165812564559022</c:v>
                </c:pt>
                <c:pt idx="14388">
                  <c:v>2.01602503241687</c:v>
                </c:pt>
                <c:pt idx="14389">
                  <c:v>2.015686935451968</c:v>
                </c:pt>
                <c:pt idx="14390">
                  <c:v>2.0163092844113315</c:v>
                </c:pt>
                <c:pt idx="14391">
                  <c:v>2.0165544988022241</c:v>
                </c:pt>
                <c:pt idx="14392">
                  <c:v>2.0166112557965761</c:v>
                </c:pt>
                <c:pt idx="14393">
                  <c:v>2.0178378771895122</c:v>
                </c:pt>
                <c:pt idx="14394">
                  <c:v>2.0196568207292147</c:v>
                </c:pt>
                <c:pt idx="14395">
                  <c:v>2.0187275554383421</c:v>
                </c:pt>
                <c:pt idx="14396">
                  <c:v>2.0171764082108083</c:v>
                </c:pt>
                <c:pt idx="14397">
                  <c:v>2.016930397134129</c:v>
                </c:pt>
                <c:pt idx="14398">
                  <c:v>2.0172671754466935</c:v>
                </c:pt>
                <c:pt idx="14399">
                  <c:v>2.0164832915760091</c:v>
                </c:pt>
                <c:pt idx="14400">
                  <c:v>2.015989648579152</c:v>
                </c:pt>
                <c:pt idx="14401">
                  <c:v>2.017052317531483</c:v>
                </c:pt>
                <c:pt idx="14402">
                  <c:v>2.018395941847432</c:v>
                </c:pt>
                <c:pt idx="14403">
                  <c:v>2.0193071031405903</c:v>
                </c:pt>
                <c:pt idx="14404">
                  <c:v>2.020182963011802</c:v>
                </c:pt>
                <c:pt idx="14405">
                  <c:v>2.0196951990066152</c:v>
                </c:pt>
                <c:pt idx="14406">
                  <c:v>2.0163862882134458</c:v>
                </c:pt>
                <c:pt idx="14407">
                  <c:v>2.0147390991406784</c:v>
                </c:pt>
                <c:pt idx="14408">
                  <c:v>2.0142920210544824</c:v>
                </c:pt>
                <c:pt idx="14409">
                  <c:v>2.0149209632755323</c:v>
                </c:pt>
                <c:pt idx="14410">
                  <c:v>2.0155367464451333</c:v>
                </c:pt>
                <c:pt idx="14411">
                  <c:v>2.0153717500714272</c:v>
                </c:pt>
                <c:pt idx="14412">
                  <c:v>2.0138653820795147</c:v>
                </c:pt>
                <c:pt idx="14413">
                  <c:v>2.0144189688138723</c:v>
                </c:pt>
                <c:pt idx="14414">
                  <c:v>2.0154831212500826</c:v>
                </c:pt>
                <c:pt idx="14415">
                  <c:v>2.0141757598734094</c:v>
                </c:pt>
                <c:pt idx="14416">
                  <c:v>2.0139884288257401</c:v>
                </c:pt>
                <c:pt idx="14417">
                  <c:v>2.0139720830311423</c:v>
                </c:pt>
                <c:pt idx="14418">
                  <c:v>2.0129962528296081</c:v>
                </c:pt>
                <c:pt idx="14419">
                  <c:v>2.0126516175468669</c:v>
                </c:pt>
                <c:pt idx="14420">
                  <c:v>2.0134207215226039</c:v>
                </c:pt>
                <c:pt idx="14421">
                  <c:v>2.0149107986637658</c:v>
                </c:pt>
                <c:pt idx="14422">
                  <c:v>2.0165983989362872</c:v>
                </c:pt>
                <c:pt idx="14423">
                  <c:v>2.0155963879914727</c:v>
                </c:pt>
                <c:pt idx="14424">
                  <c:v>2.0151453814201887</c:v>
                </c:pt>
                <c:pt idx="14425">
                  <c:v>2.0162460440429881</c:v>
                </c:pt>
                <c:pt idx="14426">
                  <c:v>2.0168822937957409</c:v>
                </c:pt>
                <c:pt idx="14427">
                  <c:v>2.0159259686600293</c:v>
                </c:pt>
                <c:pt idx="14428">
                  <c:v>2.013727308191029</c:v>
                </c:pt>
                <c:pt idx="14429">
                  <c:v>2.0119840223291794</c:v>
                </c:pt>
                <c:pt idx="14430">
                  <c:v>2.0125109063537066</c:v>
                </c:pt>
                <c:pt idx="14431">
                  <c:v>2.0131709742643018</c:v>
                </c:pt>
                <c:pt idx="14432">
                  <c:v>2.0149900002197754</c:v>
                </c:pt>
                <c:pt idx="14433">
                  <c:v>2.0161216237005779</c:v>
                </c:pt>
                <c:pt idx="14434">
                  <c:v>2.0161731335575044</c:v>
                </c:pt>
                <c:pt idx="14435">
                  <c:v>2.0165099118700689</c:v>
                </c:pt>
                <c:pt idx="14436">
                  <c:v>2.0165256532823452</c:v>
                </c:pt>
                <c:pt idx="14437">
                  <c:v>2.0156775400540647</c:v>
                </c:pt>
                <c:pt idx="14438">
                  <c:v>2.0163525252192258</c:v>
                </c:pt>
                <c:pt idx="14439">
                  <c:v>2.0168154546053931</c:v>
                </c:pt>
                <c:pt idx="14440">
                  <c:v>2.0161458264653525</c:v>
                </c:pt>
                <c:pt idx="14441">
                  <c:v>2.0140979868574318</c:v>
                </c:pt>
                <c:pt idx="14442">
                  <c:v>2.0135834651985669</c:v>
                </c:pt>
                <c:pt idx="14443">
                  <c:v>2.0137870596250633</c:v>
                </c:pt>
                <c:pt idx="14444">
                  <c:v>2.0141104865827124</c:v>
                </c:pt>
                <c:pt idx="14445">
                  <c:v>2.0152693622118196</c:v>
                </c:pt>
                <c:pt idx="14446">
                  <c:v>2.0156005087800266</c:v>
                </c:pt>
                <c:pt idx="14447">
                  <c:v>2.015960912946968</c:v>
                </c:pt>
                <c:pt idx="14448">
                  <c:v>2.0166552932902575</c:v>
                </c:pt>
                <c:pt idx="14449">
                  <c:v>2.0160582459726162</c:v>
                </c:pt>
                <c:pt idx="14450">
                  <c:v>2.0164121667655657</c:v>
                </c:pt>
                <c:pt idx="14451">
                  <c:v>2.0162505494384737</c:v>
                </c:pt>
                <c:pt idx="14452">
                  <c:v>2.0153927660930528</c:v>
                </c:pt>
                <c:pt idx="14453">
                  <c:v>2.015458726181842</c:v>
                </c:pt>
                <c:pt idx="14454">
                  <c:v>2.0158345695698996</c:v>
                </c:pt>
                <c:pt idx="14455">
                  <c:v>2.0154803465857891</c:v>
                </c:pt>
                <c:pt idx="14456">
                  <c:v>2.0144287213467837</c:v>
                </c:pt>
                <c:pt idx="14457">
                  <c:v>2.0137234621217117</c:v>
                </c:pt>
                <c:pt idx="14458">
                  <c:v>2.0141074371991823</c:v>
                </c:pt>
                <c:pt idx="14459">
                  <c:v>2.0138356849300014</c:v>
                </c:pt>
                <c:pt idx="14460">
                  <c:v>2.0128699094525393</c:v>
                </c:pt>
                <c:pt idx="14461">
                  <c:v>2.0125358233884971</c:v>
                </c:pt>
                <c:pt idx="14462">
                  <c:v>2.0128764752423023</c:v>
                </c:pt>
                <c:pt idx="14463">
                  <c:v>2.0133404760334939</c:v>
                </c:pt>
                <c:pt idx="14464">
                  <c:v>2.0139541713368936</c:v>
                </c:pt>
                <c:pt idx="14465">
                  <c:v>2.0145990472736863</c:v>
                </c:pt>
                <c:pt idx="14466">
                  <c:v>2.0145620151205468</c:v>
                </c:pt>
                <c:pt idx="14467">
                  <c:v>2.013453742774884</c:v>
                </c:pt>
                <c:pt idx="14468">
                  <c:v>2.0128721346783589</c:v>
                </c:pt>
                <c:pt idx="14469">
                  <c:v>2.0138540087031056</c:v>
                </c:pt>
                <c:pt idx="14470">
                  <c:v>2.0145905584492647</c:v>
                </c:pt>
                <c:pt idx="14471">
                  <c:v>2.0148220918221575</c:v>
                </c:pt>
                <c:pt idx="14472">
                  <c:v>2.0148182457528407</c:v>
                </c:pt>
                <c:pt idx="14473">
                  <c:v>2.0153257620711633</c:v>
                </c:pt>
                <c:pt idx="14474">
                  <c:v>2.0177171930287248</c:v>
                </c:pt>
                <c:pt idx="14475">
                  <c:v>2.01721434693743</c:v>
                </c:pt>
                <c:pt idx="14476">
                  <c:v>2.016032642139733</c:v>
                </c:pt>
                <c:pt idx="14477">
                  <c:v>2.0155749598909916</c:v>
                </c:pt>
                <c:pt idx="14478">
                  <c:v>2.0150567020505044</c:v>
                </c:pt>
                <c:pt idx="14479">
                  <c:v>2.0137351376892814</c:v>
                </c:pt>
                <c:pt idx="14480">
                  <c:v>2.0114618085316804</c:v>
                </c:pt>
                <c:pt idx="14481">
                  <c:v>2.0103008725082967</c:v>
                </c:pt>
                <c:pt idx="14482">
                  <c:v>2.0111365409551438</c:v>
                </c:pt>
                <c:pt idx="14483">
                  <c:v>2.0127744994615502</c:v>
                </c:pt>
                <c:pt idx="14484">
                  <c:v>2.0128343058394322</c:v>
                </c:pt>
                <c:pt idx="14485">
                  <c:v>2.0118815520538011</c:v>
                </c:pt>
                <c:pt idx="14486">
                  <c:v>2.0130730093844091</c:v>
                </c:pt>
                <c:pt idx="14487">
                  <c:v>2.0137454121887433</c:v>
                </c:pt>
                <c:pt idx="14488">
                  <c:v>2.014089333201468</c:v>
                </c:pt>
                <c:pt idx="14489">
                  <c:v>2.0140205435045382</c:v>
                </c:pt>
                <c:pt idx="14490">
                  <c:v>2.0133705303180149</c:v>
                </c:pt>
                <c:pt idx="14491">
                  <c:v>2.0143665249115403</c:v>
                </c:pt>
                <c:pt idx="14492">
                  <c:v>2.0157619887475002</c:v>
                </c:pt>
                <c:pt idx="14493">
                  <c:v>2.0175756302059296</c:v>
                </c:pt>
                <c:pt idx="14494">
                  <c:v>2.0190788938704642</c:v>
                </c:pt>
                <c:pt idx="14495">
                  <c:v>2.0206846827542253</c:v>
                </c:pt>
                <c:pt idx="14496">
                  <c:v>2.0205698775851082</c:v>
                </c:pt>
                <c:pt idx="14497">
                  <c:v>2.0193775136810181</c:v>
                </c:pt>
                <c:pt idx="14498">
                  <c:v>2.0190349387925539</c:v>
                </c:pt>
                <c:pt idx="14499">
                  <c:v>2.019935358563548</c:v>
                </c:pt>
                <c:pt idx="14500">
                  <c:v>2.0195004780114725</c:v>
                </c:pt>
                <c:pt idx="14501">
                  <c:v>2.0180463616184259</c:v>
                </c:pt>
                <c:pt idx="14502">
                  <c:v>2.0174523636843147</c:v>
                </c:pt>
                <c:pt idx="14503">
                  <c:v>2.0168972385222301</c:v>
                </c:pt>
                <c:pt idx="14504">
                  <c:v>2.0164463693105645</c:v>
                </c:pt>
                <c:pt idx="14505">
                  <c:v>2.0160160216258984</c:v>
                </c:pt>
                <c:pt idx="14506">
                  <c:v>2.0168282839937586</c:v>
                </c:pt>
                <c:pt idx="14507">
                  <c:v>2.0185185765148019</c:v>
                </c:pt>
                <c:pt idx="14508">
                  <c:v>2.016850481308103</c:v>
                </c:pt>
                <c:pt idx="14509">
                  <c:v>2.0146705566910619</c:v>
                </c:pt>
                <c:pt idx="14510">
                  <c:v>2.0143159491000198</c:v>
                </c:pt>
                <c:pt idx="14511">
                  <c:v>2.0128961726115908</c:v>
                </c:pt>
                <c:pt idx="14512">
                  <c:v>2.012367145777016</c:v>
                </c:pt>
                <c:pt idx="14513">
                  <c:v>2.0138623052240612</c:v>
                </c:pt>
                <c:pt idx="14514">
                  <c:v>2.0143247675875258</c:v>
                </c:pt>
                <c:pt idx="14515">
                  <c:v>2.0136593426518097</c:v>
                </c:pt>
                <c:pt idx="14516">
                  <c:v>2.0120833882771807</c:v>
                </c:pt>
                <c:pt idx="14517">
                  <c:v>2.0125972506098768</c:v>
                </c:pt>
                <c:pt idx="14518">
                  <c:v>2.0148612118414979</c:v>
                </c:pt>
                <c:pt idx="14519">
                  <c:v>2.0149593140810094</c:v>
                </c:pt>
                <c:pt idx="14520">
                  <c:v>2.0128354321883037</c:v>
                </c:pt>
                <c:pt idx="14521">
                  <c:v>2.0121060526142283</c:v>
                </c:pt>
                <c:pt idx="14522">
                  <c:v>2.0131089701325244</c:v>
                </c:pt>
                <c:pt idx="14523">
                  <c:v>2.0149879123535746</c:v>
                </c:pt>
                <c:pt idx="14524">
                  <c:v>2.0157428133447617</c:v>
                </c:pt>
                <c:pt idx="14525">
                  <c:v>2.0178935902507638</c:v>
                </c:pt>
                <c:pt idx="14526">
                  <c:v>2.0200928551020856</c:v>
                </c:pt>
                <c:pt idx="14527">
                  <c:v>2.0194575668666621</c:v>
                </c:pt>
                <c:pt idx="14528">
                  <c:v>2.0169958902002154</c:v>
                </c:pt>
                <c:pt idx="14529">
                  <c:v>2.0139201885672842</c:v>
                </c:pt>
                <c:pt idx="14530">
                  <c:v>2.0130974319245731</c:v>
                </c:pt>
                <c:pt idx="14531">
                  <c:v>2.0150023900573615</c:v>
                </c:pt>
                <c:pt idx="14532">
                  <c:v>2.0157821256675676</c:v>
                </c:pt>
                <c:pt idx="14533">
                  <c:v>2.0162096712160174</c:v>
                </c:pt>
                <c:pt idx="14534">
                  <c:v>2.0172371211621725</c:v>
                </c:pt>
                <c:pt idx="14535">
                  <c:v>2.0174404408694313</c:v>
                </c:pt>
                <c:pt idx="14536">
                  <c:v>2.0161571998417616</c:v>
                </c:pt>
                <c:pt idx="14537">
                  <c:v>2.0144114964506277</c:v>
                </c:pt>
                <c:pt idx="14538">
                  <c:v>2.0150676908199818</c:v>
                </c:pt>
                <c:pt idx="14539">
                  <c:v>2.0164144194633087</c:v>
                </c:pt>
                <c:pt idx="14540">
                  <c:v>2.0172328904859236</c:v>
                </c:pt>
                <c:pt idx="14541">
                  <c:v>2.0161779960879982</c:v>
                </c:pt>
                <c:pt idx="14542">
                  <c:v>2.0154618030372959</c:v>
                </c:pt>
                <c:pt idx="14543">
                  <c:v>2.0157900375815916</c:v>
                </c:pt>
                <c:pt idx="14544">
                  <c:v>2.015160518450144</c:v>
                </c:pt>
                <c:pt idx="14545">
                  <c:v>2.0139795553943869</c:v>
                </c:pt>
                <c:pt idx="14546">
                  <c:v>2.013946698973649</c:v>
                </c:pt>
                <c:pt idx="14547">
                  <c:v>2.0138700248346191</c:v>
                </c:pt>
                <c:pt idx="14548">
                  <c:v>2.0142238632117975</c:v>
                </c:pt>
                <c:pt idx="14549">
                  <c:v>2.0133450363728271</c:v>
                </c:pt>
                <c:pt idx="14550">
                  <c:v>2.0112148908815191</c:v>
                </c:pt>
                <c:pt idx="14551">
                  <c:v>2.0111140414496385</c:v>
                </c:pt>
                <c:pt idx="14552">
                  <c:v>2.0113407947078086</c:v>
                </c:pt>
                <c:pt idx="14553">
                  <c:v>2.0113393661677765</c:v>
                </c:pt>
                <c:pt idx="14554">
                  <c:v>2.0114503252675764</c:v>
                </c:pt>
                <c:pt idx="14555">
                  <c:v>2.0119236115689767</c:v>
                </c:pt>
                <c:pt idx="14556">
                  <c:v>2.0113895299004416</c:v>
                </c:pt>
                <c:pt idx="14557">
                  <c:v>2.0130526526889518</c:v>
                </c:pt>
                <c:pt idx="14558">
                  <c:v>2.0133990187028856</c:v>
                </c:pt>
                <c:pt idx="14559">
                  <c:v>2.0129501824135732</c:v>
                </c:pt>
                <c:pt idx="14560">
                  <c:v>2.0148647007758069</c:v>
                </c:pt>
                <c:pt idx="14561">
                  <c:v>2.0157858069053427</c:v>
                </c:pt>
                <c:pt idx="14562">
                  <c:v>2.0154765005164723</c:v>
                </c:pt>
                <c:pt idx="14563">
                  <c:v>2.0147783015757894</c:v>
                </c:pt>
                <c:pt idx="14564">
                  <c:v>2.0153374651106568</c:v>
                </c:pt>
                <c:pt idx="14565">
                  <c:v>2.0162052757082263</c:v>
                </c:pt>
                <c:pt idx="14566">
                  <c:v>2.0156149040680424</c:v>
                </c:pt>
                <c:pt idx="14567">
                  <c:v>2.0161914573306081</c:v>
                </c:pt>
                <c:pt idx="14568">
                  <c:v>2.0167761422825872</c:v>
                </c:pt>
                <c:pt idx="14569">
                  <c:v>2.0157269071009427</c:v>
                </c:pt>
                <c:pt idx="14570">
                  <c:v>2.015093624315949</c:v>
                </c:pt>
                <c:pt idx="14571">
                  <c:v>2.0152633458605305</c:v>
                </c:pt>
                <c:pt idx="14572">
                  <c:v>2.0165518889694733</c:v>
                </c:pt>
                <c:pt idx="14573">
                  <c:v>2.0177246379200455</c:v>
                </c:pt>
                <c:pt idx="14574">
                  <c:v>2.0165400210984372</c:v>
                </c:pt>
                <c:pt idx="14575">
                  <c:v>2.0147311048108834</c:v>
                </c:pt>
                <c:pt idx="14576">
                  <c:v>2.0139377431265246</c:v>
                </c:pt>
                <c:pt idx="14577">
                  <c:v>2.0143709204193314</c:v>
                </c:pt>
                <c:pt idx="14578">
                  <c:v>2.0156132008087733</c:v>
                </c:pt>
                <c:pt idx="14579">
                  <c:v>2.0163008780026814</c:v>
                </c:pt>
                <c:pt idx="14580">
                  <c:v>2.0168441627656537</c:v>
                </c:pt>
                <c:pt idx="14581">
                  <c:v>2.0168189160677787</c:v>
                </c:pt>
                <c:pt idx="14582">
                  <c:v>2.0165540867233687</c:v>
                </c:pt>
                <c:pt idx="14583">
                  <c:v>2.0153311465682071</c:v>
                </c:pt>
                <c:pt idx="14584">
                  <c:v>2.0148733819036946</c:v>
                </c:pt>
                <c:pt idx="14585">
                  <c:v>2.0151637601371397</c:v>
                </c:pt>
                <c:pt idx="14586">
                  <c:v>2.0145672347860488</c:v>
                </c:pt>
                <c:pt idx="14587">
                  <c:v>2.0139498307729502</c:v>
                </c:pt>
                <c:pt idx="14588">
                  <c:v>2.0135391804575722</c:v>
                </c:pt>
                <c:pt idx="14589">
                  <c:v>2.0147327531263048</c:v>
                </c:pt>
                <c:pt idx="14590">
                  <c:v>2.0170895969319353</c:v>
                </c:pt>
                <c:pt idx="14591">
                  <c:v>2.0166797158304215</c:v>
                </c:pt>
                <c:pt idx="14592">
                  <c:v>2.0149764290894705</c:v>
                </c:pt>
                <c:pt idx="14593">
                  <c:v>2.0127682083910243</c:v>
                </c:pt>
                <c:pt idx="14594">
                  <c:v>2.0121883310256918</c:v>
                </c:pt>
                <c:pt idx="14595">
                  <c:v>2.0130963605195489</c:v>
                </c:pt>
                <c:pt idx="14596">
                  <c:v>2.0145152304344958</c:v>
                </c:pt>
                <c:pt idx="14597">
                  <c:v>2.0160690699105515</c:v>
                </c:pt>
                <c:pt idx="14598">
                  <c:v>2.0163204105404278</c:v>
                </c:pt>
                <c:pt idx="14599">
                  <c:v>2.0159475341201292</c:v>
                </c:pt>
                <c:pt idx="14600">
                  <c:v>2.0135347300059339</c:v>
                </c:pt>
                <c:pt idx="14601">
                  <c:v>2.0128642777081822</c:v>
                </c:pt>
                <c:pt idx="14602">
                  <c:v>2.0134206665787566</c:v>
                </c:pt>
                <c:pt idx="14603">
                  <c:v>2.0125706028438937</c:v>
                </c:pt>
                <c:pt idx="14604">
                  <c:v>2.0126253818597393</c:v>
                </c:pt>
                <c:pt idx="14605">
                  <c:v>2.0139600778004878</c:v>
                </c:pt>
                <c:pt idx="14606">
                  <c:v>2.0158590470539108</c:v>
                </c:pt>
                <c:pt idx="14607">
                  <c:v>2.0158363552449399</c:v>
                </c:pt>
                <c:pt idx="14608">
                  <c:v>2.0145213841454033</c:v>
                </c:pt>
                <c:pt idx="14609">
                  <c:v>2.0146299257159184</c:v>
                </c:pt>
                <c:pt idx="14610">
                  <c:v>2.014799619788576</c:v>
                </c:pt>
                <c:pt idx="14611">
                  <c:v>2.0155660589877145</c:v>
                </c:pt>
                <c:pt idx="14612">
                  <c:v>2.0166310081097119</c:v>
                </c:pt>
                <c:pt idx="14613">
                  <c:v>2.0165093899035185</c:v>
                </c:pt>
                <c:pt idx="14614">
                  <c:v>2.0164536493703435</c:v>
                </c:pt>
                <c:pt idx="14615">
                  <c:v>2.0166610074503857</c:v>
                </c:pt>
                <c:pt idx="14616">
                  <c:v>2.0166251291180415</c:v>
                </c:pt>
                <c:pt idx="14617">
                  <c:v>2.0161035197028636</c:v>
                </c:pt>
                <c:pt idx="14618">
                  <c:v>2.0168181193819916</c:v>
                </c:pt>
                <c:pt idx="14619">
                  <c:v>2.0171957209731652</c:v>
                </c:pt>
                <c:pt idx="14620">
                  <c:v>2.0154808960242634</c:v>
                </c:pt>
                <c:pt idx="14621">
                  <c:v>2.0157377585108018</c:v>
                </c:pt>
                <c:pt idx="14622">
                  <c:v>2.0162148084657479</c:v>
                </c:pt>
                <c:pt idx="14623">
                  <c:v>2.0150144502318632</c:v>
                </c:pt>
                <c:pt idx="14624">
                  <c:v>2.0141828476297223</c:v>
                </c:pt>
                <c:pt idx="14625">
                  <c:v>2.0153083173996178</c:v>
                </c:pt>
                <c:pt idx="14626">
                  <c:v>2.0163009604184525</c:v>
                </c:pt>
                <c:pt idx="14627">
                  <c:v>2.0169760554713085</c:v>
                </c:pt>
                <c:pt idx="14628">
                  <c:v>2.0184979725720313</c:v>
                </c:pt>
                <c:pt idx="14629">
                  <c:v>2.019305509769016</c:v>
                </c:pt>
                <c:pt idx="14630">
                  <c:v>2.0173998648381355</c:v>
                </c:pt>
                <c:pt idx="14631">
                  <c:v>2.0159536878310367</c:v>
                </c:pt>
                <c:pt idx="14632">
                  <c:v>2.0147801696666008</c:v>
                </c:pt>
                <c:pt idx="14633">
                  <c:v>2.0149699457154786</c:v>
                </c:pt>
                <c:pt idx="14634">
                  <c:v>2.0175510428342234</c:v>
                </c:pt>
                <c:pt idx="14635">
                  <c:v>2.018567311707435</c:v>
                </c:pt>
                <c:pt idx="14636">
                  <c:v>2.0195923715962287</c:v>
                </c:pt>
                <c:pt idx="14637">
                  <c:v>2.019656243818817</c:v>
                </c:pt>
                <c:pt idx="14638">
                  <c:v>2.0192380661963472</c:v>
                </c:pt>
                <c:pt idx="14639">
                  <c:v>2.0185256642711149</c:v>
                </c:pt>
                <c:pt idx="14640">
                  <c:v>2.0188933210259115</c:v>
                </c:pt>
                <c:pt idx="14641">
                  <c:v>2.0213039548581349</c:v>
                </c:pt>
                <c:pt idx="14642">
                  <c:v>2.0239174688468387</c:v>
                </c:pt>
                <c:pt idx="14643">
                  <c:v>2.0231325685149777</c:v>
                </c:pt>
                <c:pt idx="14644">
                  <c:v>2.020756878969693</c:v>
                </c:pt>
                <c:pt idx="14645">
                  <c:v>2.0190388672776423</c:v>
                </c:pt>
                <c:pt idx="14646">
                  <c:v>2.0181049867035887</c:v>
                </c:pt>
                <c:pt idx="14647">
                  <c:v>2.0182591866112833</c:v>
                </c:pt>
                <c:pt idx="14648">
                  <c:v>2.018444484736599</c:v>
                </c:pt>
                <c:pt idx="14649">
                  <c:v>2.0184198973648932</c:v>
                </c:pt>
                <c:pt idx="14650">
                  <c:v>2.0182348464868904</c:v>
                </c:pt>
                <c:pt idx="14651">
                  <c:v>2.0178493604536163</c:v>
                </c:pt>
                <c:pt idx="14652">
                  <c:v>2.0189318641348541</c:v>
                </c:pt>
                <c:pt idx="14653">
                  <c:v>2.0201051899958244</c:v>
                </c:pt>
                <c:pt idx="14654">
                  <c:v>2.0219378420254501</c:v>
                </c:pt>
                <c:pt idx="14655">
                  <c:v>2.0221632766312827</c:v>
                </c:pt>
                <c:pt idx="14656">
                  <c:v>2.0217179842201269</c:v>
                </c:pt>
                <c:pt idx="14657">
                  <c:v>2.021873228060922</c:v>
                </c:pt>
                <c:pt idx="14658">
                  <c:v>2.0206301235137691</c:v>
                </c:pt>
                <c:pt idx="14659">
                  <c:v>2.0188464539240898</c:v>
                </c:pt>
                <c:pt idx="14660">
                  <c:v>2.0179885881628974</c:v>
                </c:pt>
                <c:pt idx="14661">
                  <c:v>2.0195155326256566</c:v>
                </c:pt>
                <c:pt idx="14662">
                  <c:v>2.0209913793103449</c:v>
                </c:pt>
                <c:pt idx="14663">
                  <c:v>2.0212882134458585</c:v>
                </c:pt>
                <c:pt idx="14664">
                  <c:v>2.0226536504692203</c:v>
                </c:pt>
                <c:pt idx="14665">
                  <c:v>2.0242772411595351</c:v>
                </c:pt>
                <c:pt idx="14666">
                  <c:v>2.0238040922177536</c:v>
                </c:pt>
                <c:pt idx="14667">
                  <c:v>2.0240406529526824</c:v>
                </c:pt>
                <c:pt idx="14668">
                  <c:v>2.0237601920836905</c:v>
                </c:pt>
                <c:pt idx="14669">
                  <c:v>2.0234563800795589</c:v>
                </c:pt>
                <c:pt idx="14670">
                  <c:v>2.0233026746664908</c:v>
                </c:pt>
                <c:pt idx="14671">
                  <c:v>2.024429133425639</c:v>
                </c:pt>
                <c:pt idx="14672">
                  <c:v>2.0241265576580734</c:v>
                </c:pt>
                <c:pt idx="14673">
                  <c:v>2.0231982264126063</c:v>
                </c:pt>
                <c:pt idx="14674">
                  <c:v>2.0224506878969692</c:v>
                </c:pt>
                <c:pt idx="14675">
                  <c:v>2.022738154106503</c:v>
                </c:pt>
                <c:pt idx="14676">
                  <c:v>2.0237357970154504</c:v>
                </c:pt>
                <c:pt idx="14677">
                  <c:v>2.0252794718797391</c:v>
                </c:pt>
                <c:pt idx="14678">
                  <c:v>2.0266466671062173</c:v>
                </c:pt>
                <c:pt idx="14679">
                  <c:v>2.0270939374958794</c:v>
                </c:pt>
                <c:pt idx="14680">
                  <c:v>2.0295474275290655</c:v>
                </c:pt>
                <c:pt idx="14681">
                  <c:v>2.0292397419836927</c:v>
                </c:pt>
                <c:pt idx="14682">
                  <c:v>2.0291097997846199</c:v>
                </c:pt>
                <c:pt idx="14683">
                  <c:v>2.029590009010791</c:v>
                </c:pt>
                <c:pt idx="14684">
                  <c:v>2.0295781960836026</c:v>
                </c:pt>
                <c:pt idx="14685">
                  <c:v>2.0288413990901297</c:v>
                </c:pt>
                <c:pt idx="14686">
                  <c:v>2.0276364805169118</c:v>
                </c:pt>
                <c:pt idx="14687">
                  <c:v>2.0274320894046283</c:v>
                </c:pt>
                <c:pt idx="14688">
                  <c:v>2.0271928913650248</c:v>
                </c:pt>
                <c:pt idx="14689">
                  <c:v>2.0259827531263048</c:v>
                </c:pt>
                <c:pt idx="14690">
                  <c:v>2.0264580998219821</c:v>
                </c:pt>
                <c:pt idx="14691">
                  <c:v>2.0272986582712469</c:v>
                </c:pt>
                <c:pt idx="14692">
                  <c:v>2.0274578580690532</c:v>
                </c:pt>
                <c:pt idx="14693">
                  <c:v>2.02702240060658</c:v>
                </c:pt>
                <c:pt idx="14694">
                  <c:v>2.0259735225599438</c:v>
                </c:pt>
                <c:pt idx="14695">
                  <c:v>2.0257849278037847</c:v>
                </c:pt>
                <c:pt idx="14696">
                  <c:v>2.0267520494055073</c:v>
                </c:pt>
                <c:pt idx="14697">
                  <c:v>2.0264501879079582</c:v>
                </c:pt>
                <c:pt idx="14698">
                  <c:v>2.0272590162853565</c:v>
                </c:pt>
                <c:pt idx="14699">
                  <c:v>2.0293320476473045</c:v>
                </c:pt>
                <c:pt idx="14700">
                  <c:v>2.0305504274631327</c:v>
                </c:pt>
                <c:pt idx="14701">
                  <c:v>2.0299704951539526</c:v>
                </c:pt>
                <c:pt idx="14702">
                  <c:v>2.0283361904133974</c:v>
                </c:pt>
                <c:pt idx="14703">
                  <c:v>2.0286479967473241</c:v>
                </c:pt>
                <c:pt idx="14704">
                  <c:v>2.0297630821300632</c:v>
                </c:pt>
                <c:pt idx="14705">
                  <c:v>2.0318877607085559</c:v>
                </c:pt>
                <c:pt idx="14706">
                  <c:v>2.0337404672424784</c:v>
                </c:pt>
                <c:pt idx="14707">
                  <c:v>2.0326349970330324</c:v>
                </c:pt>
                <c:pt idx="14708">
                  <c:v>2.0320097360497571</c:v>
                </c:pt>
                <c:pt idx="14709">
                  <c:v>2.030876793916617</c:v>
                </c:pt>
                <c:pt idx="14710">
                  <c:v>2.0302682908067955</c:v>
                </c:pt>
                <c:pt idx="14711">
                  <c:v>2.0311289861761281</c:v>
                </c:pt>
                <c:pt idx="14712">
                  <c:v>2.0319545174831322</c:v>
                </c:pt>
                <c:pt idx="14713">
                  <c:v>2.033649535175051</c:v>
                </c:pt>
                <c:pt idx="14714">
                  <c:v>2.0354365838113448</c:v>
                </c:pt>
                <c:pt idx="14715">
                  <c:v>2.0348050042856203</c:v>
                </c:pt>
                <c:pt idx="14716">
                  <c:v>2.0336607986637656</c:v>
                </c:pt>
                <c:pt idx="14717">
                  <c:v>2.0352063690907891</c:v>
                </c:pt>
                <c:pt idx="14718">
                  <c:v>2.0361788751895564</c:v>
                </c:pt>
                <c:pt idx="14719">
                  <c:v>2.0352187314564514</c:v>
                </c:pt>
                <c:pt idx="14720">
                  <c:v>2.0346580294938574</c:v>
                </c:pt>
                <c:pt idx="14721">
                  <c:v>2.0337627195006704</c:v>
                </c:pt>
                <c:pt idx="14722">
                  <c:v>2.0331555899870333</c:v>
                </c:pt>
                <c:pt idx="14723">
                  <c:v>2.0333561350299991</c:v>
                </c:pt>
                <c:pt idx="14724">
                  <c:v>2.0324319795169337</c:v>
                </c:pt>
                <c:pt idx="14725">
                  <c:v>2.03242154018593</c:v>
                </c:pt>
                <c:pt idx="14726">
                  <c:v>2.0337929386167337</c:v>
                </c:pt>
                <c:pt idx="14727">
                  <c:v>2.0346970396255029</c:v>
                </c:pt>
                <c:pt idx="14728">
                  <c:v>2.0338890903496627</c:v>
                </c:pt>
                <c:pt idx="14729">
                  <c:v>2.0316718313883211</c:v>
                </c:pt>
                <c:pt idx="14730">
                  <c:v>2.0300144502318629</c:v>
                </c:pt>
                <c:pt idx="14731">
                  <c:v>2.0307740489220016</c:v>
                </c:pt>
                <c:pt idx="14732">
                  <c:v>2.0325696138546405</c:v>
                </c:pt>
                <c:pt idx="14733">
                  <c:v>2.0354931759741546</c:v>
                </c:pt>
                <c:pt idx="14734">
                  <c:v>2.0390906243818816</c:v>
                </c:pt>
                <c:pt idx="14735">
                  <c:v>2.040983989362871</c:v>
                </c:pt>
                <c:pt idx="14736">
                  <c:v>2.0409760225049998</c:v>
                </c:pt>
                <c:pt idx="14737">
                  <c:v>2.0405853717500713</c:v>
                </c:pt>
                <c:pt idx="14738">
                  <c:v>2.0398922551152721</c:v>
                </c:pt>
                <c:pt idx="14739">
                  <c:v>2.0394793521021515</c:v>
                </c:pt>
                <c:pt idx="14740">
                  <c:v>2.0389106832816859</c:v>
                </c:pt>
                <c:pt idx="14741">
                  <c:v>2.038138996945122</c:v>
                </c:pt>
                <c:pt idx="14742">
                  <c:v>2.0383686622272039</c:v>
                </c:pt>
                <c:pt idx="14743">
                  <c:v>2.0391834794839676</c:v>
                </c:pt>
                <c:pt idx="14744">
                  <c:v>2.039157655875695</c:v>
                </c:pt>
                <c:pt idx="14745">
                  <c:v>2.0384046504472431</c:v>
                </c:pt>
                <c:pt idx="14746">
                  <c:v>2.0393862222808288</c:v>
                </c:pt>
                <c:pt idx="14747">
                  <c:v>2.0426119755609768</c:v>
                </c:pt>
                <c:pt idx="14748">
                  <c:v>2.0437666205138347</c:v>
                </c:pt>
                <c:pt idx="14749">
                  <c:v>2.0433317399617592</c:v>
                </c:pt>
                <c:pt idx="14750">
                  <c:v>2.041286180523505</c:v>
                </c:pt>
                <c:pt idx="14751">
                  <c:v>2.040276037889277</c:v>
                </c:pt>
                <c:pt idx="14752">
                  <c:v>2.0409644842970485</c:v>
                </c:pt>
                <c:pt idx="14753">
                  <c:v>2.0408056965780972</c:v>
                </c:pt>
                <c:pt idx="14754">
                  <c:v>2.0404774070899538</c:v>
                </c:pt>
                <c:pt idx="14755">
                  <c:v>2.0407249291224367</c:v>
                </c:pt>
                <c:pt idx="14756">
                  <c:v>2.041208709698688</c:v>
                </c:pt>
                <c:pt idx="14757">
                  <c:v>2.0412361816223821</c:v>
                </c:pt>
                <c:pt idx="14758">
                  <c:v>2.0416924902749392</c:v>
                </c:pt>
                <c:pt idx="14759">
                  <c:v>2.0405161425023626</c:v>
                </c:pt>
                <c:pt idx="14760">
                  <c:v>2.0405224610448123</c:v>
                </c:pt>
                <c:pt idx="14761">
                  <c:v>2.0415474385178349</c:v>
                </c:pt>
                <c:pt idx="14762">
                  <c:v>2.0435009670117141</c:v>
                </c:pt>
                <c:pt idx="14763">
                  <c:v>2.0460517351267007</c:v>
                </c:pt>
                <c:pt idx="14764">
                  <c:v>2.0472415441418872</c:v>
                </c:pt>
                <c:pt idx="14765">
                  <c:v>2.0475981297114347</c:v>
                </c:pt>
                <c:pt idx="14766">
                  <c:v>2.0476560954704293</c:v>
                </c:pt>
                <c:pt idx="14767">
                  <c:v>2.0478591129865276</c:v>
                </c:pt>
                <c:pt idx="14768">
                  <c:v>2.0472000615371089</c:v>
                </c:pt>
                <c:pt idx="14769">
                  <c:v>2.0475291751829632</c:v>
                </c:pt>
                <c:pt idx="14770">
                  <c:v>2.0499972528076307</c:v>
                </c:pt>
                <c:pt idx="14771">
                  <c:v>2.0508450363728268</c:v>
                </c:pt>
                <c:pt idx="14772">
                  <c:v>2.0496313267840267</c:v>
                </c:pt>
                <c:pt idx="14773">
                  <c:v>2.0477495000109887</c:v>
                </c:pt>
                <c:pt idx="14774">
                  <c:v>2.0444113865629325</c:v>
                </c:pt>
                <c:pt idx="14775">
                  <c:v>2.0441157886639854</c:v>
                </c:pt>
                <c:pt idx="14776">
                  <c:v>2.0457684995934153</c:v>
                </c:pt>
                <c:pt idx="14777">
                  <c:v>2.0463234324520339</c:v>
                </c:pt>
                <c:pt idx="14778">
                  <c:v>2.0451069756708642</c:v>
                </c:pt>
                <c:pt idx="14779">
                  <c:v>2.0442567196325356</c:v>
                </c:pt>
                <c:pt idx="14780">
                  <c:v>2.0440020548998925</c:v>
                </c:pt>
                <c:pt idx="14781">
                  <c:v>2.0437097536317883</c:v>
                </c:pt>
                <c:pt idx="14782">
                  <c:v>2.043611404144964</c:v>
                </c:pt>
                <c:pt idx="14783">
                  <c:v>2.044089690336476</c:v>
                </c:pt>
                <c:pt idx="14784">
                  <c:v>2.0441825454385616</c:v>
                </c:pt>
                <c:pt idx="14785">
                  <c:v>2.0443910573393991</c:v>
                </c:pt>
                <c:pt idx="14786">
                  <c:v>2.0441778752115338</c:v>
                </c:pt>
                <c:pt idx="14787">
                  <c:v>2.0453036746445132</c:v>
                </c:pt>
                <c:pt idx="14788">
                  <c:v>2.0467146326454362</c:v>
                </c:pt>
                <c:pt idx="14789">
                  <c:v>2.047820652293356</c:v>
                </c:pt>
                <c:pt idx="14790">
                  <c:v>2.0497247313245861</c:v>
                </c:pt>
                <c:pt idx="14791">
                  <c:v>2.0516233159710775</c:v>
                </c:pt>
                <c:pt idx="14792">
                  <c:v>2.0510106920727016</c:v>
                </c:pt>
                <c:pt idx="14793">
                  <c:v>2.0509436605788882</c:v>
                </c:pt>
                <c:pt idx="14794">
                  <c:v>2.0515908991011185</c:v>
                </c:pt>
                <c:pt idx="14795">
                  <c:v>2.0498293993538605</c:v>
                </c:pt>
                <c:pt idx="14796">
                  <c:v>2.0488192567196326</c:v>
                </c:pt>
                <c:pt idx="14797">
                  <c:v>2.0499162106327335</c:v>
                </c:pt>
                <c:pt idx="14798">
                  <c:v>2.0504082327860926</c:v>
                </c:pt>
                <c:pt idx="14799">
                  <c:v>2.0511540955143843</c:v>
                </c:pt>
                <c:pt idx="14800">
                  <c:v>2.0526603810905253</c:v>
                </c:pt>
                <c:pt idx="14801">
                  <c:v>2.0552366980945473</c:v>
                </c:pt>
                <c:pt idx="14802">
                  <c:v>2.0562347530823497</c:v>
                </c:pt>
                <c:pt idx="14803">
                  <c:v>2.0548347838509042</c:v>
                </c:pt>
                <c:pt idx="14804">
                  <c:v>2.0538790356255907</c:v>
                </c:pt>
                <c:pt idx="14805">
                  <c:v>2.0526804355948221</c:v>
                </c:pt>
                <c:pt idx="14806">
                  <c:v>2.0517889716709523</c:v>
                </c:pt>
                <c:pt idx="14807">
                  <c:v>2.051046405573504</c:v>
                </c:pt>
                <c:pt idx="14808">
                  <c:v>2.0502464231555351</c:v>
                </c:pt>
                <c:pt idx="14809">
                  <c:v>2.0510098679149911</c:v>
                </c:pt>
                <c:pt idx="14810">
                  <c:v>2.0530076262060173</c:v>
                </c:pt>
                <c:pt idx="14811">
                  <c:v>2.0519081998197843</c:v>
                </c:pt>
                <c:pt idx="14812">
                  <c:v>2.0518202896639632</c:v>
                </c:pt>
                <c:pt idx="14813">
                  <c:v>2.0540309553636185</c:v>
                </c:pt>
                <c:pt idx="14814">
                  <c:v>2.0545466033713544</c:v>
                </c:pt>
                <c:pt idx="14815">
                  <c:v>2.0548328608162456</c:v>
                </c:pt>
                <c:pt idx="14816">
                  <c:v>2.0544268257840486</c:v>
                </c:pt>
                <c:pt idx="14817">
                  <c:v>2.0547905540537572</c:v>
                </c:pt>
                <c:pt idx="14818">
                  <c:v>2.0572556097668184</c:v>
                </c:pt>
                <c:pt idx="14819">
                  <c:v>2.0584248148392343</c:v>
                </c:pt>
                <c:pt idx="14820">
                  <c:v>2.0570512186545349</c:v>
                </c:pt>
                <c:pt idx="14821">
                  <c:v>2.0574231885013514</c:v>
                </c:pt>
                <c:pt idx="14822">
                  <c:v>2.0573891233159709</c:v>
                </c:pt>
                <c:pt idx="14823">
                  <c:v>2.0566968308388827</c:v>
                </c:pt>
                <c:pt idx="14824">
                  <c:v>2.0555248785740972</c:v>
                </c:pt>
                <c:pt idx="14825">
                  <c:v>2.054804564734841</c:v>
                </c:pt>
                <c:pt idx="14826">
                  <c:v>2.0553377947737412</c:v>
                </c:pt>
                <c:pt idx="14827">
                  <c:v>2.0565179886156346</c:v>
                </c:pt>
                <c:pt idx="14828">
                  <c:v>2.0576773037955212</c:v>
                </c:pt>
                <c:pt idx="14829">
                  <c:v>2.0590943056196567</c:v>
                </c:pt>
                <c:pt idx="14830">
                  <c:v>2.0618711676666446</c:v>
                </c:pt>
                <c:pt idx="14831">
                  <c:v>2.0640367794114414</c:v>
                </c:pt>
                <c:pt idx="14832">
                  <c:v>2.0653746620953384</c:v>
                </c:pt>
                <c:pt idx="14833">
                  <c:v>2.0653331794905605</c:v>
                </c:pt>
                <c:pt idx="14834">
                  <c:v>2.0654606492165009</c:v>
                </c:pt>
                <c:pt idx="14835">
                  <c:v>2.0652326322498409</c:v>
                </c:pt>
                <c:pt idx="14836">
                  <c:v>2.0641452935100326</c:v>
                </c:pt>
                <c:pt idx="14837">
                  <c:v>2.0623667611700842</c:v>
                </c:pt>
                <c:pt idx="14838">
                  <c:v>2.0615736467330388</c:v>
                </c:pt>
                <c:pt idx="14839">
                  <c:v>2.0612654117491922</c:v>
                </c:pt>
                <c:pt idx="14840">
                  <c:v>2.0619211665677679</c:v>
                </c:pt>
                <c:pt idx="14841">
                  <c:v>2.0613412342585877</c:v>
                </c:pt>
                <c:pt idx="14842">
                  <c:v>2.0606937210171203</c:v>
                </c:pt>
                <c:pt idx="14843">
                  <c:v>2.0611692600162632</c:v>
                </c:pt>
                <c:pt idx="14844">
                  <c:v>2.062476923584097</c:v>
                </c:pt>
                <c:pt idx="14845">
                  <c:v>2.0631519087492585</c:v>
                </c:pt>
                <c:pt idx="14846">
                  <c:v>2.0635395375925802</c:v>
                </c:pt>
                <c:pt idx="14847">
                  <c:v>2.0625796685787128</c:v>
                </c:pt>
                <c:pt idx="14848">
                  <c:v>2.0617904002109846</c:v>
                </c:pt>
                <c:pt idx="14849">
                  <c:v>2.0621923144546273</c:v>
                </c:pt>
                <c:pt idx="14850">
                  <c:v>2.0618821564361225</c:v>
                </c:pt>
                <c:pt idx="14851">
                  <c:v>2.0604585613503001</c:v>
                </c:pt>
                <c:pt idx="14852">
                  <c:v>2.0591690292521045</c:v>
                </c:pt>
                <c:pt idx="14853">
                  <c:v>2.059754455946023</c:v>
                </c:pt>
                <c:pt idx="14854">
                  <c:v>2.06133656403156</c:v>
                </c:pt>
                <c:pt idx="14855">
                  <c:v>2.0627749939561766</c:v>
                </c:pt>
                <c:pt idx="14856">
                  <c:v>2.0639689237599175</c:v>
                </c:pt>
                <c:pt idx="14857">
                  <c:v>2.0651658754752642</c:v>
                </c:pt>
                <c:pt idx="14858">
                  <c:v>2.0652900485703611</c:v>
                </c:pt>
                <c:pt idx="14859">
                  <c:v>2.0649667040284827</c:v>
                </c:pt>
                <c:pt idx="14860">
                  <c:v>2.0664661216237006</c:v>
                </c:pt>
                <c:pt idx="14861">
                  <c:v>2.0655551526340079</c:v>
                </c:pt>
                <c:pt idx="14862">
                  <c:v>2.0645027032372916</c:v>
                </c:pt>
                <c:pt idx="14863">
                  <c:v>2.0648782444341882</c:v>
                </c:pt>
                <c:pt idx="14864">
                  <c:v>2.065746906661392</c:v>
                </c:pt>
                <c:pt idx="14865">
                  <c:v>2.0648785191534254</c:v>
                </c:pt>
                <c:pt idx="14866">
                  <c:v>2.0637650820861082</c:v>
                </c:pt>
                <c:pt idx="14867">
                  <c:v>2.0632645436364037</c:v>
                </c:pt>
                <c:pt idx="14868">
                  <c:v>2.0639996923144546</c:v>
                </c:pt>
                <c:pt idx="14869">
                  <c:v>2.064549405507571</c:v>
                </c:pt>
                <c:pt idx="14870">
                  <c:v>2.0627744445177028</c:v>
                </c:pt>
                <c:pt idx="14871">
                  <c:v>2.0614695281422386</c:v>
                </c:pt>
                <c:pt idx="14872">
                  <c:v>2.0612148634095955</c:v>
                </c:pt>
                <c:pt idx="14873">
                  <c:v>2.0629752642799057</c:v>
                </c:pt>
                <c:pt idx="14874">
                  <c:v>2.0634716819410563</c:v>
                </c:pt>
                <c:pt idx="14875">
                  <c:v>2.0618425968660028</c:v>
                </c:pt>
                <c:pt idx="14876">
                  <c:v>2.0615189776048877</c:v>
                </c:pt>
                <c:pt idx="14877">
                  <c:v>2.0615404057053692</c:v>
                </c:pt>
                <c:pt idx="14878">
                  <c:v>2.0615123843432013</c:v>
                </c:pt>
                <c:pt idx="14879">
                  <c:v>2.0621741829849896</c:v>
                </c:pt>
                <c:pt idx="14880">
                  <c:v>2.0617651260411858</c:v>
                </c:pt>
                <c:pt idx="14881">
                  <c:v>2.0616920507241598</c:v>
                </c:pt>
                <c:pt idx="14882">
                  <c:v>2.0618802334014639</c:v>
                </c:pt>
                <c:pt idx="14883">
                  <c:v>2.0628763653546076</c:v>
                </c:pt>
                <c:pt idx="14884">
                  <c:v>2.06358266851278</c:v>
                </c:pt>
                <c:pt idx="14885">
                  <c:v>2.062162095338564</c:v>
                </c:pt>
                <c:pt idx="14886">
                  <c:v>2.0616632052042814</c:v>
                </c:pt>
                <c:pt idx="14887">
                  <c:v>2.0617557855871298</c:v>
                </c:pt>
                <c:pt idx="14888">
                  <c:v>2.0625467022702799</c:v>
                </c:pt>
                <c:pt idx="14889">
                  <c:v>2.0635777235665151</c:v>
                </c:pt>
                <c:pt idx="14890">
                  <c:v>2.0638071141293599</c:v>
                </c:pt>
                <c:pt idx="14891">
                  <c:v>2.0643864970000658</c:v>
                </c:pt>
                <c:pt idx="14892">
                  <c:v>2.0643205643832006</c:v>
                </c:pt>
                <c:pt idx="14893">
                  <c:v>2.0643900683501464</c:v>
                </c:pt>
                <c:pt idx="14894">
                  <c:v>2.0640884266279862</c:v>
                </c:pt>
                <c:pt idx="14895">
                  <c:v>2.064357926199424</c:v>
                </c:pt>
                <c:pt idx="14896">
                  <c:v>2.0647276982923453</c:v>
                </c:pt>
                <c:pt idx="14897">
                  <c:v>2.0643897936309092</c:v>
                </c:pt>
                <c:pt idx="14898">
                  <c:v>2.0643150699984614</c:v>
                </c:pt>
                <c:pt idx="14899">
                  <c:v>2.0631925671963254</c:v>
                </c:pt>
                <c:pt idx="14900">
                  <c:v>2.0618997384672864</c:v>
                </c:pt>
                <c:pt idx="14901">
                  <c:v>2.0622969824839013</c:v>
                </c:pt>
                <c:pt idx="14902">
                  <c:v>2.0628230698226413</c:v>
                </c:pt>
                <c:pt idx="14903">
                  <c:v>2.0634301993362785</c:v>
                </c:pt>
                <c:pt idx="14904">
                  <c:v>2.0631955891079317</c:v>
                </c:pt>
                <c:pt idx="14905">
                  <c:v>2.0624785718995189</c:v>
                </c:pt>
                <c:pt idx="14906">
                  <c:v>2.0638757939385948</c:v>
                </c:pt>
                <c:pt idx="14907">
                  <c:v>2.0666073273114876</c:v>
                </c:pt>
                <c:pt idx="14908">
                  <c:v>2.0664916705127361</c:v>
                </c:pt>
                <c:pt idx="14909">
                  <c:v>2.0656510296477002</c:v>
                </c:pt>
                <c:pt idx="14910">
                  <c:v>2.0666760071207229</c:v>
                </c:pt>
                <c:pt idx="14911">
                  <c:v>2.0668680358673437</c:v>
                </c:pt>
                <c:pt idx="14912">
                  <c:v>2.0656897650601085</c:v>
                </c:pt>
                <c:pt idx="14913">
                  <c:v>2.0673196742928726</c:v>
                </c:pt>
                <c:pt idx="14914">
                  <c:v>2.068911122832465</c:v>
                </c:pt>
                <c:pt idx="14915">
                  <c:v>2.068442177095009</c:v>
                </c:pt>
                <c:pt idx="14916">
                  <c:v>2.068912771147887</c:v>
                </c:pt>
                <c:pt idx="14917">
                  <c:v>2.0707105338344212</c:v>
                </c:pt>
                <c:pt idx="14918">
                  <c:v>2.0705770202852687</c:v>
                </c:pt>
                <c:pt idx="14919">
                  <c:v>2.068451517549065</c:v>
                </c:pt>
                <c:pt idx="14920">
                  <c:v>2.0673927496098985</c:v>
                </c:pt>
                <c:pt idx="14921">
                  <c:v>2.0672147315443619</c:v>
                </c:pt>
                <c:pt idx="14922">
                  <c:v>2.0663268389705722</c:v>
                </c:pt>
                <c:pt idx="14923">
                  <c:v>2.0646109426166457</c:v>
                </c:pt>
                <c:pt idx="14924">
                  <c:v>2.0659960770092964</c:v>
                </c:pt>
                <c:pt idx="14925">
                  <c:v>2.0681616887540932</c:v>
                </c:pt>
                <c:pt idx="14926">
                  <c:v>2.0688295312190941</c:v>
                </c:pt>
                <c:pt idx="14927">
                  <c:v>2.0708742664996374</c:v>
                </c:pt>
                <c:pt idx="14928">
                  <c:v>2.0708616294147379</c:v>
                </c:pt>
                <c:pt idx="14929">
                  <c:v>2.069893244104525</c:v>
                </c:pt>
                <c:pt idx="14930">
                  <c:v>2.0703044988022241</c:v>
                </c:pt>
                <c:pt idx="14931">
                  <c:v>2.0683748708819585</c:v>
                </c:pt>
                <c:pt idx="14932">
                  <c:v>2.0664771103931781</c:v>
                </c:pt>
                <c:pt idx="14933">
                  <c:v>2.0664680446583592</c:v>
                </c:pt>
                <c:pt idx="14934">
                  <c:v>2.0667097975868662</c:v>
                </c:pt>
                <c:pt idx="14935">
                  <c:v>2.0673259928353223</c:v>
                </c:pt>
                <c:pt idx="14936">
                  <c:v>2.0679762532691588</c:v>
                </c:pt>
                <c:pt idx="14937">
                  <c:v>2.0685320102854883</c:v>
                </c:pt>
                <c:pt idx="14938">
                  <c:v>2.0670938550801083</c:v>
                </c:pt>
                <c:pt idx="14939">
                  <c:v>2.0649862090943056</c:v>
                </c:pt>
                <c:pt idx="14940">
                  <c:v>2.0642040834267377</c:v>
                </c:pt>
                <c:pt idx="14941">
                  <c:v>2.0643290806795456</c:v>
                </c:pt>
                <c:pt idx="14942">
                  <c:v>2.0662562361266787</c:v>
                </c:pt>
                <c:pt idx="14943">
                  <c:v>2.066679578470803</c:v>
                </c:pt>
                <c:pt idx="14944">
                  <c:v>2.0654372980813607</c:v>
                </c:pt>
                <c:pt idx="14945">
                  <c:v>2.0658175095052855</c:v>
                </c:pt>
                <c:pt idx="14946">
                  <c:v>2.0676199424188479</c:v>
                </c:pt>
                <c:pt idx="14947">
                  <c:v>2.067268576514802</c:v>
                </c:pt>
                <c:pt idx="14948">
                  <c:v>2.0667633678380697</c:v>
                </c:pt>
                <c:pt idx="14949">
                  <c:v>2.0667996307773455</c:v>
                </c:pt>
                <c:pt idx="14950">
                  <c:v>2.0668325970857784</c:v>
                </c:pt>
                <c:pt idx="14951">
                  <c:v>2.0679182875101647</c:v>
                </c:pt>
                <c:pt idx="14952">
                  <c:v>2.0677078525746686</c:v>
                </c:pt>
                <c:pt idx="14953">
                  <c:v>2.0663532120173183</c:v>
                </c:pt>
                <c:pt idx="14954">
                  <c:v>2.0670161095360542</c:v>
                </c:pt>
                <c:pt idx="14955">
                  <c:v>2.0681369640227687</c:v>
                </c:pt>
                <c:pt idx="14956">
                  <c:v>2.0679243313333773</c:v>
                </c:pt>
                <c:pt idx="14957">
                  <c:v>2.0663210698665964</c:v>
                </c:pt>
                <c:pt idx="14958">
                  <c:v>2.0659227269730334</c:v>
                </c:pt>
                <c:pt idx="14959">
                  <c:v>2.0661051405463615</c:v>
                </c:pt>
                <c:pt idx="14960">
                  <c:v>2.0664446935232195</c:v>
                </c:pt>
                <c:pt idx="14961">
                  <c:v>2.0672850596690182</c:v>
                </c:pt>
                <c:pt idx="14962">
                  <c:v>2.0683358607503131</c:v>
                </c:pt>
                <c:pt idx="14963">
                  <c:v>2.069400397793455</c:v>
                </c:pt>
                <c:pt idx="14964">
                  <c:v>2.070017417199622</c:v>
                </c:pt>
                <c:pt idx="14965">
                  <c:v>2.0693317179842201</c:v>
                </c:pt>
                <c:pt idx="14966">
                  <c:v>2.0677089514516163</c:v>
                </c:pt>
                <c:pt idx="14967">
                  <c:v>2.0672696753917497</c:v>
                </c:pt>
                <c:pt idx="14968">
                  <c:v>2.0675751631832266</c:v>
                </c:pt>
                <c:pt idx="14969">
                  <c:v>2.0681377881804797</c:v>
                </c:pt>
                <c:pt idx="14970">
                  <c:v>2.0676345025384055</c:v>
                </c:pt>
                <c:pt idx="14971">
                  <c:v>2.0658526735676137</c:v>
                </c:pt>
                <c:pt idx="14972">
                  <c:v>2.0637686534361883</c:v>
                </c:pt>
                <c:pt idx="14973">
                  <c:v>2.0633101470297355</c:v>
                </c:pt>
                <c:pt idx="14974">
                  <c:v>2.0633782774004965</c:v>
                </c:pt>
                <c:pt idx="14975">
                  <c:v>2.0642799059361332</c:v>
                </c:pt>
                <c:pt idx="14976">
                  <c:v>2.0649087382694886</c:v>
                </c:pt>
                <c:pt idx="14977">
                  <c:v>2.0654372980813607</c:v>
                </c:pt>
                <c:pt idx="14978">
                  <c:v>2.0638939254082329</c:v>
                </c:pt>
                <c:pt idx="14979">
                  <c:v>2.0629513637062922</c:v>
                </c:pt>
                <c:pt idx="14980">
                  <c:v>2.0637799169249029</c:v>
                </c:pt>
                <c:pt idx="14981">
                  <c:v>2.0648749478033448</c:v>
                </c:pt>
                <c:pt idx="14982">
                  <c:v>2.0650309883299269</c:v>
                </c:pt>
                <c:pt idx="14983">
                  <c:v>2.0636073932441046</c:v>
                </c:pt>
                <c:pt idx="14984">
                  <c:v>2.0620848992329841</c:v>
                </c:pt>
                <c:pt idx="14985">
                  <c:v>2.0627104349354961</c:v>
                </c:pt>
                <c:pt idx="14986">
                  <c:v>2.0634192105668006</c:v>
                </c:pt>
                <c:pt idx="14987">
                  <c:v>2.0629972418188611</c:v>
                </c:pt>
                <c:pt idx="14988">
                  <c:v>2.0630433946506672</c:v>
                </c:pt>
                <c:pt idx="14989">
                  <c:v>2.0627480714709567</c:v>
                </c:pt>
                <c:pt idx="14990">
                  <c:v>2.061521999516494</c:v>
                </c:pt>
                <c:pt idx="14991">
                  <c:v>2.0614299685721194</c:v>
                </c:pt>
                <c:pt idx="14992">
                  <c:v>2.0618895738555199</c:v>
                </c:pt>
                <c:pt idx="14993">
                  <c:v>2.0623697830816905</c:v>
                </c:pt>
                <c:pt idx="14994">
                  <c:v>2.0617302366980947</c:v>
                </c:pt>
                <c:pt idx="14995">
                  <c:v>2.0615827124678576</c:v>
                </c:pt>
                <c:pt idx="14996">
                  <c:v>2.0639708467945761</c:v>
                </c:pt>
                <c:pt idx="14997">
                  <c:v>2.06529911430518</c:v>
                </c:pt>
                <c:pt idx="14998">
                  <c:v>2.0641241401287882</c:v>
                </c:pt>
                <c:pt idx="14999">
                  <c:v>2.0629186721170965</c:v>
                </c:pt>
                <c:pt idx="15000">
                  <c:v>2.0626541174919231</c:v>
                </c:pt>
                <c:pt idx="15001">
                  <c:v>2.0625233511351397</c:v>
                </c:pt>
                <c:pt idx="15002">
                  <c:v>2.0618747390167247</c:v>
                </c:pt>
                <c:pt idx="15003">
                  <c:v>2.0603077404892201</c:v>
                </c:pt>
                <c:pt idx="15004">
                  <c:v>2.0582838838706841</c:v>
                </c:pt>
                <c:pt idx="15005">
                  <c:v>2.0566690841959518</c:v>
                </c:pt>
                <c:pt idx="15006">
                  <c:v>2.0563284323421462</c:v>
                </c:pt>
                <c:pt idx="15007">
                  <c:v>2.0570438012351375</c:v>
                </c:pt>
                <c:pt idx="15008">
                  <c:v>2.0576904903188939</c:v>
                </c:pt>
                <c:pt idx="15009">
                  <c:v>2.0583253664754619</c:v>
                </c:pt>
                <c:pt idx="15010">
                  <c:v>2.0579608140480428</c:v>
                </c:pt>
                <c:pt idx="15011">
                  <c:v>2.0573281356453705</c:v>
                </c:pt>
                <c:pt idx="15012">
                  <c:v>2.056672655546032</c:v>
                </c:pt>
                <c:pt idx="15013">
                  <c:v>2.0556724028043338</c:v>
                </c:pt>
                <c:pt idx="15014">
                  <c:v>2.0551496120964377</c:v>
                </c:pt>
                <c:pt idx="15015">
                  <c:v>2.0540754598800026</c:v>
                </c:pt>
                <c:pt idx="15016">
                  <c:v>2.0521469308366851</c:v>
                </c:pt>
                <c:pt idx="15017">
                  <c:v>2.050772235775038</c:v>
                </c:pt>
                <c:pt idx="15018">
                  <c:v>2.0501296674798355</c:v>
                </c:pt>
                <c:pt idx="15019">
                  <c:v>2.0513686512384344</c:v>
                </c:pt>
                <c:pt idx="15020">
                  <c:v>2.0544518252346102</c:v>
                </c:pt>
                <c:pt idx="15021">
                  <c:v>2.0549540119997363</c:v>
                </c:pt>
                <c:pt idx="15022">
                  <c:v>2.0545787455220763</c:v>
                </c:pt>
                <c:pt idx="15023">
                  <c:v>2.0543806729522429</c:v>
                </c:pt>
                <c:pt idx="15024">
                  <c:v>2.0531018549042876</c:v>
                </c:pt>
                <c:pt idx="15025">
                  <c:v>2.0527065339223314</c:v>
                </c:pt>
                <c:pt idx="15026">
                  <c:v>2.0531546009977801</c:v>
                </c:pt>
                <c:pt idx="15027">
                  <c:v>2.0538163996395684</c:v>
                </c:pt>
                <c:pt idx="15028">
                  <c:v>2.0528617502912025</c:v>
                </c:pt>
                <c:pt idx="15029">
                  <c:v>2.0515178237840925</c:v>
                </c:pt>
                <c:pt idx="15030">
                  <c:v>2.0507785543174877</c:v>
                </c:pt>
                <c:pt idx="15031">
                  <c:v>2.0498978044438583</c:v>
                </c:pt>
                <c:pt idx="15032">
                  <c:v>2.0495137469506166</c:v>
                </c:pt>
                <c:pt idx="15033">
                  <c:v>2.0505324058811896</c:v>
                </c:pt>
                <c:pt idx="15034">
                  <c:v>2.0511172831366342</c:v>
                </c:pt>
                <c:pt idx="15035">
                  <c:v>2.0500478011472274</c:v>
                </c:pt>
                <c:pt idx="15036">
                  <c:v>2.0489934287158524</c:v>
                </c:pt>
                <c:pt idx="15037">
                  <c:v>2.0489678798268169</c:v>
                </c:pt>
                <c:pt idx="15038">
                  <c:v>2.050959594294631</c:v>
                </c:pt>
                <c:pt idx="15039">
                  <c:v>2.0516167227093911</c:v>
                </c:pt>
                <c:pt idx="15040">
                  <c:v>2.0510744269356715</c:v>
                </c:pt>
                <c:pt idx="15041">
                  <c:v>2.0511312938177184</c:v>
                </c:pt>
                <c:pt idx="15042">
                  <c:v>2.0510082195995691</c:v>
                </c:pt>
                <c:pt idx="15043">
                  <c:v>2.0511060196479196</c:v>
                </c:pt>
                <c:pt idx="15044">
                  <c:v>2.0497225335706908</c:v>
                </c:pt>
                <c:pt idx="15045">
                  <c:v>2.0471179204852641</c:v>
                </c:pt>
                <c:pt idx="15046">
                  <c:v>2.0462300279114745</c:v>
                </c:pt>
                <c:pt idx="15047">
                  <c:v>2.0447863783213558</c:v>
                </c:pt>
                <c:pt idx="15048">
                  <c:v>2.043788323333553</c:v>
                </c:pt>
                <c:pt idx="15049">
                  <c:v>2.0444509461330522</c:v>
                </c:pt>
                <c:pt idx="15050">
                  <c:v>2.0452729060899761</c:v>
                </c:pt>
                <c:pt idx="15051">
                  <c:v>2.0452443352893344</c:v>
                </c:pt>
                <c:pt idx="15052">
                  <c:v>2.0449124744511109</c:v>
                </c:pt>
                <c:pt idx="15053">
                  <c:v>2.0447116546889079</c:v>
                </c:pt>
                <c:pt idx="15054">
                  <c:v>2.0446391288103558</c:v>
                </c:pt>
                <c:pt idx="15055">
                  <c:v>2.0444778686182721</c:v>
                </c:pt>
                <c:pt idx="15056">
                  <c:v>2.0438006856992152</c:v>
                </c:pt>
                <c:pt idx="15057">
                  <c:v>2.0429435616799632</c:v>
                </c:pt>
                <c:pt idx="15058">
                  <c:v>2.0438800795586909</c:v>
                </c:pt>
                <c:pt idx="15059">
                  <c:v>2.0443042460605261</c:v>
                </c:pt>
                <c:pt idx="15060">
                  <c:v>2.0448432452034022</c:v>
                </c:pt>
                <c:pt idx="15061">
                  <c:v>2.0446759411881059</c:v>
                </c:pt>
                <c:pt idx="15062">
                  <c:v>2.0424432979494958</c:v>
                </c:pt>
                <c:pt idx="15063">
                  <c:v>2.0409831652051604</c:v>
                </c:pt>
                <c:pt idx="15064">
                  <c:v>2.0411315135931076</c:v>
                </c:pt>
                <c:pt idx="15065">
                  <c:v>2.0415526581833365</c:v>
                </c:pt>
                <c:pt idx="15066">
                  <c:v>2.0408598162677745</c:v>
                </c:pt>
                <c:pt idx="15067">
                  <c:v>2.0370923166523811</c:v>
                </c:pt>
                <c:pt idx="15068">
                  <c:v>2.0356074591767213</c:v>
                </c:pt>
                <c:pt idx="15069">
                  <c:v>2.0371401177996087</c:v>
                </c:pt>
                <c:pt idx="15070">
                  <c:v>2.0362906859189907</c:v>
                </c:pt>
                <c:pt idx="15071">
                  <c:v>2.0344418254543855</c:v>
                </c:pt>
                <c:pt idx="15072">
                  <c:v>2.0355983934419024</c:v>
                </c:pt>
                <c:pt idx="15073">
                  <c:v>2.0368497395661636</c:v>
                </c:pt>
                <c:pt idx="15074">
                  <c:v>2.0385054724071998</c:v>
                </c:pt>
                <c:pt idx="15075">
                  <c:v>2.0393733104766927</c:v>
                </c:pt>
                <c:pt idx="15076">
                  <c:v>2.0385785477242258</c:v>
                </c:pt>
                <c:pt idx="15077">
                  <c:v>2.0375332410276696</c:v>
                </c:pt>
                <c:pt idx="15078">
                  <c:v>2.0368634755280102</c:v>
                </c:pt>
                <c:pt idx="15079">
                  <c:v>2.0358467396320958</c:v>
                </c:pt>
                <c:pt idx="15080">
                  <c:v>2.035290433177293</c:v>
                </c:pt>
                <c:pt idx="15081">
                  <c:v>2.035636854135074</c:v>
                </c:pt>
                <c:pt idx="15082">
                  <c:v>2.0362692578185095</c:v>
                </c:pt>
                <c:pt idx="15083">
                  <c:v>2.036687929935606</c:v>
                </c:pt>
                <c:pt idx="15084">
                  <c:v>2.0358527834553088</c:v>
                </c:pt>
                <c:pt idx="15085">
                  <c:v>2.0366923254433971</c:v>
                </c:pt>
                <c:pt idx="15086">
                  <c:v>2.036618975407134</c:v>
                </c:pt>
                <c:pt idx="15087">
                  <c:v>2.0354228478494978</c:v>
                </c:pt>
                <c:pt idx="15088">
                  <c:v>2.0358569042438628</c:v>
                </c:pt>
                <c:pt idx="15089">
                  <c:v>2.0366637546427553</c:v>
                </c:pt>
                <c:pt idx="15090">
                  <c:v>2.0379546603371352</c:v>
                </c:pt>
                <c:pt idx="15091">
                  <c:v>2.039103261466781</c:v>
                </c:pt>
                <c:pt idx="15092">
                  <c:v>2.0397941803476849</c:v>
                </c:pt>
                <c:pt idx="15093">
                  <c:v>2.0393043559482211</c:v>
                </c:pt>
                <c:pt idx="15094">
                  <c:v>2.0387128854310896</c:v>
                </c:pt>
                <c:pt idx="15095">
                  <c:v>2.0375999978022463</c:v>
                </c:pt>
                <c:pt idx="15096">
                  <c:v>2.0355027911474473</c:v>
                </c:pt>
                <c:pt idx="15097">
                  <c:v>2.0348107733895957</c:v>
                </c:pt>
                <c:pt idx="15098">
                  <c:v>2.0347047317641369</c:v>
                </c:pt>
                <c:pt idx="15099">
                  <c:v>2.0349448363772225</c:v>
                </c:pt>
                <c:pt idx="15100">
                  <c:v>2.0344467704006504</c:v>
                </c:pt>
                <c:pt idx="15101">
                  <c:v>2.0342723236851938</c:v>
                </c:pt>
                <c:pt idx="15102">
                  <c:v>2.0337577745544055</c:v>
                </c:pt>
                <c:pt idx="15103">
                  <c:v>2.0322435221203929</c:v>
                </c:pt>
                <c:pt idx="15104">
                  <c:v>2.0311693699039584</c:v>
                </c:pt>
                <c:pt idx="15105">
                  <c:v>2.0326465352409837</c:v>
                </c:pt>
                <c:pt idx="15106">
                  <c:v>2.0345525373068725</c:v>
                </c:pt>
                <c:pt idx="15107">
                  <c:v>2.0350775257686644</c:v>
                </c:pt>
                <c:pt idx="15108">
                  <c:v>2.0333443221028111</c:v>
                </c:pt>
                <c:pt idx="15109">
                  <c:v>2.0322894002329619</c:v>
                </c:pt>
                <c:pt idx="15110">
                  <c:v>2.031521010527241</c:v>
                </c:pt>
                <c:pt idx="15111">
                  <c:v>2.0310872288521131</c:v>
                </c:pt>
                <c:pt idx="15112">
                  <c:v>2.0310380541087008</c:v>
                </c:pt>
                <c:pt idx="15113">
                  <c:v>2.0308144326498319</c:v>
                </c:pt>
                <c:pt idx="15114">
                  <c:v>2.029987527746643</c:v>
                </c:pt>
                <c:pt idx="15115">
                  <c:v>2.0289702424122549</c:v>
                </c:pt>
                <c:pt idx="15116">
                  <c:v>2.0294908353662557</c:v>
                </c:pt>
                <c:pt idx="15117">
                  <c:v>2.0311493153996616</c:v>
                </c:pt>
                <c:pt idx="15118">
                  <c:v>2.0305358673435747</c:v>
                </c:pt>
                <c:pt idx="15119">
                  <c:v>2.0280974593964967</c:v>
                </c:pt>
                <c:pt idx="15120">
                  <c:v>2.0262007428408166</c:v>
                </c:pt>
                <c:pt idx="15121">
                  <c:v>2.0252288960682181</c:v>
                </c:pt>
                <c:pt idx="15122">
                  <c:v>2.0267565548009934</c:v>
                </c:pt>
                <c:pt idx="15123">
                  <c:v>2.0290364497483573</c:v>
                </c:pt>
                <c:pt idx="15124">
                  <c:v>2.0304012549174741</c:v>
                </c:pt>
                <c:pt idx="15125">
                  <c:v>2.0315784268477617</c:v>
                </c:pt>
                <c:pt idx="15126">
                  <c:v>2.0323872002813124</c:v>
                </c:pt>
                <c:pt idx="15127">
                  <c:v>2.0317501263708491</c:v>
                </c:pt>
                <c:pt idx="15128">
                  <c:v>2.0314987582690489</c:v>
                </c:pt>
                <c:pt idx="15129">
                  <c:v>2.0321168765521636</c:v>
                </c:pt>
                <c:pt idx="15130">
                  <c:v>2.0329385617898508</c:v>
                </c:pt>
                <c:pt idx="15131">
                  <c:v>2.0337690380431201</c:v>
                </c:pt>
                <c:pt idx="15132">
                  <c:v>2.0333017406210852</c:v>
                </c:pt>
                <c:pt idx="15133">
                  <c:v>2.0327201599964835</c:v>
                </c:pt>
                <c:pt idx="15134">
                  <c:v>2.0316822707193247</c:v>
                </c:pt>
                <c:pt idx="15135">
                  <c:v>2.0302493351794464</c:v>
                </c:pt>
                <c:pt idx="15136">
                  <c:v>2.0291908419595175</c:v>
                </c:pt>
                <c:pt idx="15137">
                  <c:v>2.0287554119689677</c:v>
                </c:pt>
                <c:pt idx="15138">
                  <c:v>2.028703215313949</c:v>
                </c:pt>
                <c:pt idx="15139">
                  <c:v>2.0286916771059977</c:v>
                </c:pt>
                <c:pt idx="15140">
                  <c:v>2.0281092723236851</c:v>
                </c:pt>
                <c:pt idx="15141">
                  <c:v>2.0276840069449023</c:v>
                </c:pt>
                <c:pt idx="15142">
                  <c:v>2.0277716423814862</c:v>
                </c:pt>
                <c:pt idx="15143">
                  <c:v>2.027181765235929</c:v>
                </c:pt>
                <c:pt idx="15144">
                  <c:v>2.0271409969011671</c:v>
                </c:pt>
                <c:pt idx="15145">
                  <c:v>2.027330333399266</c:v>
                </c:pt>
                <c:pt idx="15146">
                  <c:v>2.0271078657611921</c:v>
                </c:pt>
                <c:pt idx="15147">
                  <c:v>2.0260312135997012</c:v>
                </c:pt>
                <c:pt idx="15148">
                  <c:v>2.0276307114129359</c:v>
                </c:pt>
                <c:pt idx="15149">
                  <c:v>2.0289768356739413</c:v>
                </c:pt>
                <c:pt idx="15150">
                  <c:v>2.0276062614008485</c:v>
                </c:pt>
                <c:pt idx="15151">
                  <c:v>2.0252125777455441</c:v>
                </c:pt>
                <c:pt idx="15152">
                  <c:v>2.0237134898134106</c:v>
                </c:pt>
                <c:pt idx="15153">
                  <c:v>2.0229570503944969</c:v>
                </c:pt>
                <c:pt idx="15154">
                  <c:v>2.022555493285862</c:v>
                </c:pt>
                <c:pt idx="15155">
                  <c:v>2.0235758280037803</c:v>
                </c:pt>
                <c:pt idx="15156">
                  <c:v>2.0247959110788774</c:v>
                </c:pt>
                <c:pt idx="15157">
                  <c:v>2.0252626865343619</c:v>
                </c:pt>
                <c:pt idx="15158">
                  <c:v>2.0238377453242786</c:v>
                </c:pt>
                <c:pt idx="15159">
                  <c:v>2.0222797301158217</c:v>
                </c:pt>
                <c:pt idx="15160">
                  <c:v>2.0211422825871961</c:v>
                </c:pt>
                <c:pt idx="15161">
                  <c:v>2.0202368079822421</c:v>
                </c:pt>
                <c:pt idx="15162">
                  <c:v>2.0200106316344697</c:v>
                </c:pt>
                <c:pt idx="15163">
                  <c:v>2.0203423001692271</c:v>
                </c:pt>
                <c:pt idx="15164">
                  <c:v>2.0221440188127735</c:v>
                </c:pt>
                <c:pt idx="15165">
                  <c:v>2.023251027449946</c:v>
                </c:pt>
                <c:pt idx="15166">
                  <c:v>2.0225582130063073</c:v>
                </c:pt>
                <c:pt idx="15167">
                  <c:v>2.0226664798575857</c:v>
                </c:pt>
                <c:pt idx="15168">
                  <c:v>2.0228910353618601</c:v>
                </c:pt>
                <c:pt idx="15169">
                  <c:v>2.0210053625195052</c:v>
                </c:pt>
                <c:pt idx="15170">
                  <c:v>2.0200932397090172</c:v>
                </c:pt>
                <c:pt idx="15171">
                  <c:v>2.0201647765983166</c:v>
                </c:pt>
                <c:pt idx="15172">
                  <c:v>2.0204703193336409</c:v>
                </c:pt>
                <c:pt idx="15173">
                  <c:v>2.0221862156875674</c:v>
                </c:pt>
                <c:pt idx="15174">
                  <c:v>2.0226582382804774</c:v>
                </c:pt>
                <c:pt idx="15175">
                  <c:v>2.0212939825498339</c:v>
                </c:pt>
                <c:pt idx="15176">
                  <c:v>2.0211739302432914</c:v>
                </c:pt>
                <c:pt idx="15177">
                  <c:v>2.0210067361156896</c:v>
                </c:pt>
                <c:pt idx="15178">
                  <c:v>2.020185737676095</c:v>
                </c:pt>
                <c:pt idx="15179">
                  <c:v>2.0192030394936373</c:v>
                </c:pt>
                <c:pt idx="15180">
                  <c:v>2.0177071383046528</c:v>
                </c:pt>
                <c:pt idx="15181">
                  <c:v>2.0172700599986815</c:v>
                </c:pt>
                <c:pt idx="15182">
                  <c:v>2.0185826685127801</c:v>
                </c:pt>
                <c:pt idx="15183">
                  <c:v>2.0196415463396411</c:v>
                </c:pt>
                <c:pt idx="15184">
                  <c:v>2.0190051592272695</c:v>
                </c:pt>
                <c:pt idx="15185">
                  <c:v>2.0184141832047646</c:v>
                </c:pt>
                <c:pt idx="15186">
                  <c:v>2.0188534317927078</c:v>
                </c:pt>
                <c:pt idx="15187">
                  <c:v>2.0203897441814465</c:v>
                </c:pt>
                <c:pt idx="15188">
                  <c:v>2.0211839300235162</c:v>
                </c:pt>
                <c:pt idx="15189">
                  <c:v>2.0208712171161074</c:v>
                </c:pt>
                <c:pt idx="15190">
                  <c:v>2.019956814135953</c:v>
                </c:pt>
                <c:pt idx="15191">
                  <c:v>2.0201274422540165</c:v>
                </c:pt>
                <c:pt idx="15192">
                  <c:v>2.0207862739280453</c:v>
                </c:pt>
                <c:pt idx="15193">
                  <c:v>2.0210231917979824</c:v>
                </c:pt>
                <c:pt idx="15194">
                  <c:v>2.0210554163644754</c:v>
                </c:pt>
                <c:pt idx="15195">
                  <c:v>2.021460517351267</c:v>
                </c:pt>
                <c:pt idx="15196">
                  <c:v>2.0221439089250786</c:v>
                </c:pt>
                <c:pt idx="15197">
                  <c:v>2.0223826399419793</c:v>
                </c:pt>
                <c:pt idx="15198">
                  <c:v>2.0211334091558428</c:v>
                </c:pt>
                <c:pt idx="15199">
                  <c:v>2.0203818597393464</c:v>
                </c:pt>
                <c:pt idx="15200">
                  <c:v>2.0211011021735787</c:v>
                </c:pt>
                <c:pt idx="15201">
                  <c:v>2.0219836651941714</c:v>
                </c:pt>
                <c:pt idx="15202">
                  <c:v>2.0224138755192191</c:v>
                </c:pt>
                <c:pt idx="15203">
                  <c:v>2.0226719467704006</c:v>
                </c:pt>
                <c:pt idx="15204">
                  <c:v>2.0205289718907276</c:v>
                </c:pt>
                <c:pt idx="15205">
                  <c:v>2.0169157271268765</c:v>
                </c:pt>
                <c:pt idx="15206">
                  <c:v>2.0153881233379485</c:v>
                </c:pt>
                <c:pt idx="15207">
                  <c:v>2.0151354640557351</c:v>
                </c:pt>
                <c:pt idx="15208">
                  <c:v>2.0161727489505723</c:v>
                </c:pt>
                <c:pt idx="15209">
                  <c:v>2.0178310916243598</c:v>
                </c:pt>
                <c:pt idx="15210">
                  <c:v>2.017810625041208</c:v>
                </c:pt>
                <c:pt idx="15211">
                  <c:v>2.0166418320476471</c:v>
                </c:pt>
                <c:pt idx="15212">
                  <c:v>2.0166571888529923</c:v>
                </c:pt>
                <c:pt idx="15213">
                  <c:v>2.0158936067339179</c:v>
                </c:pt>
                <c:pt idx="15214">
                  <c:v>2.0154530394936376</c:v>
                </c:pt>
                <c:pt idx="15215">
                  <c:v>2.0156469638029932</c:v>
                </c:pt>
                <c:pt idx="15216">
                  <c:v>2.015730643282565</c:v>
                </c:pt>
                <c:pt idx="15217">
                  <c:v>2.0161665402958175</c:v>
                </c:pt>
                <c:pt idx="15218">
                  <c:v>2.0148812114019474</c:v>
                </c:pt>
                <c:pt idx="15219">
                  <c:v>2.0140021098437395</c:v>
                </c:pt>
                <c:pt idx="15220">
                  <c:v>2.0143827333465198</c:v>
                </c:pt>
                <c:pt idx="15221">
                  <c:v>2.0152974385178348</c:v>
                </c:pt>
                <c:pt idx="15222">
                  <c:v>2.0160401969187491</c:v>
                </c:pt>
                <c:pt idx="15223">
                  <c:v>2.0152081822377532</c:v>
                </c:pt>
                <c:pt idx="15224">
                  <c:v>2.0150105492186987</c:v>
                </c:pt>
                <c:pt idx="15225">
                  <c:v>2.015359085514604</c:v>
                </c:pt>
                <c:pt idx="15226">
                  <c:v>2.0146513812883233</c:v>
                </c:pt>
                <c:pt idx="15227">
                  <c:v>2.0154194413309598</c:v>
                </c:pt>
                <c:pt idx="15228">
                  <c:v>2.0165138128832334</c:v>
                </c:pt>
                <c:pt idx="15229">
                  <c:v>2.0172186325575261</c:v>
                </c:pt>
                <c:pt idx="15230">
                  <c:v>2.0177272202808729</c:v>
                </c:pt>
                <c:pt idx="15231">
                  <c:v>2.018135398123118</c:v>
                </c:pt>
                <c:pt idx="15232">
                  <c:v>2.017999329685062</c:v>
                </c:pt>
                <c:pt idx="15233">
                  <c:v>2.0162271433594867</c:v>
                </c:pt>
                <c:pt idx="15234">
                  <c:v>2.0152202424122545</c:v>
                </c:pt>
                <c:pt idx="15235">
                  <c:v>2.0156273488494758</c:v>
                </c:pt>
                <c:pt idx="15236">
                  <c:v>2.0149028318058946</c:v>
                </c:pt>
                <c:pt idx="15237">
                  <c:v>2.0136563756840511</c:v>
                </c:pt>
                <c:pt idx="15238">
                  <c:v>2.012676232390497</c:v>
                </c:pt>
                <c:pt idx="15239">
                  <c:v>2.0134568471022614</c:v>
                </c:pt>
                <c:pt idx="15240">
                  <c:v>2.0152149678029052</c:v>
                </c:pt>
                <c:pt idx="15241">
                  <c:v>2.0166367497417639</c:v>
                </c:pt>
                <c:pt idx="15242">
                  <c:v>2.0172418738049713</c:v>
                </c:pt>
                <c:pt idx="15243">
                  <c:v>2.0180375706028437</c:v>
                </c:pt>
                <c:pt idx="15244">
                  <c:v>2.0176594745170435</c:v>
                </c:pt>
                <c:pt idx="15245">
                  <c:v>2.017086492604558</c:v>
                </c:pt>
                <c:pt idx="15246">
                  <c:v>2.0167477912573348</c:v>
                </c:pt>
                <c:pt idx="15247">
                  <c:v>2.0158228665304061</c:v>
                </c:pt>
                <c:pt idx="15248">
                  <c:v>2.0157492417749059</c:v>
                </c:pt>
                <c:pt idx="15249">
                  <c:v>2.0171349805498782</c:v>
                </c:pt>
                <c:pt idx="15250">
                  <c:v>2.0169976758752557</c:v>
                </c:pt>
                <c:pt idx="15251">
                  <c:v>2.0158275367574339</c:v>
                </c:pt>
                <c:pt idx="15252">
                  <c:v>2.0144465231533375</c:v>
                </c:pt>
                <c:pt idx="15253">
                  <c:v>2.014563416188655</c:v>
                </c:pt>
                <c:pt idx="15254">
                  <c:v>2.016431699303312</c:v>
                </c:pt>
                <c:pt idx="15255">
                  <c:v>2.0177369178699371</c:v>
                </c:pt>
                <c:pt idx="15256">
                  <c:v>2.0198369816047999</c:v>
                </c:pt>
                <c:pt idx="15257">
                  <c:v>2.0209929726819191</c:v>
                </c:pt>
                <c:pt idx="15258">
                  <c:v>2.020205847124239</c:v>
                </c:pt>
                <c:pt idx="15259">
                  <c:v>2.0185836300301094</c:v>
                </c:pt>
                <c:pt idx="15260">
                  <c:v>2.01787631041076</c:v>
                </c:pt>
                <c:pt idx="15261">
                  <c:v>2.0182928946616556</c:v>
                </c:pt>
                <c:pt idx="15262">
                  <c:v>2.017560053625195</c:v>
                </c:pt>
                <c:pt idx="15263">
                  <c:v>2.0159535779433417</c:v>
                </c:pt>
                <c:pt idx="15264">
                  <c:v>2.0144367431485022</c:v>
                </c:pt>
                <c:pt idx="15265">
                  <c:v>2.0146183600360432</c:v>
                </c:pt>
                <c:pt idx="15266">
                  <c:v>2.0142804828465311</c:v>
                </c:pt>
                <c:pt idx="15267">
                  <c:v>2.0133462176655459</c:v>
                </c:pt>
                <c:pt idx="15268">
                  <c:v>2.0143486132172921</c:v>
                </c:pt>
                <c:pt idx="15269">
                  <c:v>2.0156976220302849</c:v>
                </c:pt>
                <c:pt idx="15270">
                  <c:v>2.0175267851256016</c:v>
                </c:pt>
                <c:pt idx="15271">
                  <c:v>2.0182350937342037</c:v>
                </c:pt>
                <c:pt idx="15272">
                  <c:v>2.0181804520779765</c:v>
                </c:pt>
                <c:pt idx="15273">
                  <c:v>2.0189392266104043</c:v>
                </c:pt>
                <c:pt idx="15274">
                  <c:v>2.020253346080306</c:v>
                </c:pt>
                <c:pt idx="15275">
                  <c:v>2.0213447231928967</c:v>
                </c:pt>
                <c:pt idx="15276">
                  <c:v>2.0209756378980681</c:v>
                </c:pt>
                <c:pt idx="15277">
                  <c:v>2.0192539724401661</c:v>
                </c:pt>
                <c:pt idx="15278">
                  <c:v>2.0192084789345288</c:v>
                </c:pt>
                <c:pt idx="15279">
                  <c:v>2.0189780444385836</c:v>
                </c:pt>
                <c:pt idx="15280">
                  <c:v>2.0179186446451727</c:v>
                </c:pt>
                <c:pt idx="15281">
                  <c:v>2.0184158864640338</c:v>
                </c:pt>
                <c:pt idx="15282">
                  <c:v>2.0190050218676512</c:v>
                </c:pt>
                <c:pt idx="15283">
                  <c:v>2.0187917573240148</c:v>
                </c:pt>
                <c:pt idx="15284">
                  <c:v>2.0173129161996441</c:v>
                </c:pt>
                <c:pt idx="15285">
                  <c:v>2.015819817146876</c:v>
                </c:pt>
                <c:pt idx="15286">
                  <c:v>2.0161234643194654</c:v>
                </c:pt>
                <c:pt idx="15287">
                  <c:v>2.0164782367420497</c:v>
                </c:pt>
                <c:pt idx="15288">
                  <c:v>2.0158680029010352</c:v>
                </c:pt>
                <c:pt idx="15289">
                  <c:v>2.0155863882112479</c:v>
                </c:pt>
                <c:pt idx="15290">
                  <c:v>2.0153084547592361</c:v>
                </c:pt>
                <c:pt idx="15291">
                  <c:v>2.0147092371596229</c:v>
                </c:pt>
                <c:pt idx="15292">
                  <c:v>2.0139925221423707</c:v>
                </c:pt>
                <c:pt idx="15293">
                  <c:v>2.0140468616074374</c:v>
                </c:pt>
                <c:pt idx="15294">
                  <c:v>2.0144697369288589</c:v>
                </c:pt>
                <c:pt idx="15295">
                  <c:v>2.0159143755082307</c:v>
                </c:pt>
                <c:pt idx="15296">
                  <c:v>2.0175319498472559</c:v>
                </c:pt>
                <c:pt idx="15297">
                  <c:v>2.0175781301509859</c:v>
                </c:pt>
                <c:pt idx="15298">
                  <c:v>2.0166049097822025</c:v>
                </c:pt>
                <c:pt idx="15299">
                  <c:v>2.0163404650447241</c:v>
                </c:pt>
                <c:pt idx="15300">
                  <c:v>2.018421792927628</c:v>
                </c:pt>
                <c:pt idx="15301">
                  <c:v>2.0200636249752755</c:v>
                </c:pt>
                <c:pt idx="15302">
                  <c:v>2.0200827729060902</c:v>
                </c:pt>
                <c:pt idx="15303">
                  <c:v>2.020205132854223</c:v>
                </c:pt>
                <c:pt idx="15304">
                  <c:v>2.0210969264411771</c:v>
                </c:pt>
                <c:pt idx="15305">
                  <c:v>2.0213346684688247</c:v>
                </c:pt>
                <c:pt idx="15306">
                  <c:v>2.0207175941188105</c:v>
                </c:pt>
                <c:pt idx="15307">
                  <c:v>2.0212456869079802</c:v>
                </c:pt>
                <c:pt idx="15308">
                  <c:v>2.0198252785653064</c:v>
                </c:pt>
                <c:pt idx="15309">
                  <c:v>2.0183220423726951</c:v>
                </c:pt>
                <c:pt idx="15310">
                  <c:v>2.0177396650623063</c:v>
                </c:pt>
                <c:pt idx="15311">
                  <c:v>2.0165704599898904</c:v>
                </c:pt>
                <c:pt idx="15312">
                  <c:v>2.0166013659040463</c:v>
                </c:pt>
                <c:pt idx="15313">
                  <c:v>2.0171428375200544</c:v>
                </c:pt>
                <c:pt idx="15314">
                  <c:v>2.0169697918727061</c:v>
                </c:pt>
                <c:pt idx="15315">
                  <c:v>2.0173501131843254</c:v>
                </c:pt>
                <c:pt idx="15316">
                  <c:v>2.0175047801147228</c:v>
                </c:pt>
                <c:pt idx="15317">
                  <c:v>2.0160669545724268</c:v>
                </c:pt>
                <c:pt idx="15318">
                  <c:v>2.0153337289290345</c:v>
                </c:pt>
                <c:pt idx="15319">
                  <c:v>2.0141419419353421</c:v>
                </c:pt>
                <c:pt idx="15320">
                  <c:v>2.0139077437858508</c:v>
                </c:pt>
                <c:pt idx="15321">
                  <c:v>2.0146198160479991</c:v>
                </c:pt>
                <c:pt idx="15322">
                  <c:v>2.0150338454099912</c:v>
                </c:pt>
                <c:pt idx="15323">
                  <c:v>2.0163006307553681</c:v>
                </c:pt>
                <c:pt idx="15324">
                  <c:v>2.016423183006967</c:v>
                </c:pt>
                <c:pt idx="15325">
                  <c:v>2.0153767224896155</c:v>
                </c:pt>
                <c:pt idx="15326">
                  <c:v>2.0132627030175163</c:v>
                </c:pt>
                <c:pt idx="15327">
                  <c:v>2.0118468824860991</c:v>
                </c:pt>
                <c:pt idx="15328">
                  <c:v>2.0104132326762048</c:v>
                </c:pt>
                <c:pt idx="15329">
                  <c:v>2.0095323454429574</c:v>
                </c:pt>
                <c:pt idx="15330">
                  <c:v>2.0116859794290236</c:v>
                </c:pt>
                <c:pt idx="15331">
                  <c:v>2.0129550724159908</c:v>
                </c:pt>
                <c:pt idx="15332">
                  <c:v>2.0143022131381727</c:v>
                </c:pt>
                <c:pt idx="15333">
                  <c:v>2.0141495241862817</c:v>
                </c:pt>
                <c:pt idx="15334">
                  <c:v>2.0146802817520495</c:v>
                </c:pt>
                <c:pt idx="15335">
                  <c:v>2.0154593580360873</c:v>
                </c:pt>
                <c:pt idx="15336">
                  <c:v>2.0176309586602494</c:v>
                </c:pt>
                <c:pt idx="15337">
                  <c:v>2.019679237818949</c:v>
                </c:pt>
                <c:pt idx="15338">
                  <c:v>2.0195384442100175</c:v>
                </c:pt>
                <c:pt idx="15339">
                  <c:v>2.0169954781213599</c:v>
                </c:pt>
                <c:pt idx="15340">
                  <c:v>2.0139136777213689</c:v>
                </c:pt>
                <c:pt idx="15341">
                  <c:v>2.0135794817696313</c:v>
                </c:pt>
                <c:pt idx="15342">
                  <c:v>2.0138909859123975</c:v>
                </c:pt>
                <c:pt idx="15343">
                  <c:v>2.0148092899057164</c:v>
                </c:pt>
                <c:pt idx="15344">
                  <c:v>2.0147114349135182</c:v>
                </c:pt>
                <c:pt idx="15345">
                  <c:v>2.0154593030922396</c:v>
                </c:pt>
                <c:pt idx="15346">
                  <c:v>2.0150437627744444</c:v>
                </c:pt>
                <c:pt idx="15347">
                  <c:v>2.01376598865959</c:v>
                </c:pt>
                <c:pt idx="15348">
                  <c:v>2.0140595536361836</c:v>
                </c:pt>
                <c:pt idx="15349">
                  <c:v>2.0156202610931628</c:v>
                </c:pt>
                <c:pt idx="15350">
                  <c:v>2.0177806806443814</c:v>
                </c:pt>
                <c:pt idx="15351">
                  <c:v>2.0193358113008504</c:v>
                </c:pt>
                <c:pt idx="15352">
                  <c:v>2.0193208940462846</c:v>
                </c:pt>
                <c:pt idx="15353">
                  <c:v>2.0189163699698907</c:v>
                </c:pt>
                <c:pt idx="15354">
                  <c:v>2.0175307136106899</c:v>
                </c:pt>
                <c:pt idx="15355">
                  <c:v>2.0154172161051407</c:v>
                </c:pt>
                <c:pt idx="15356">
                  <c:v>2.014600146150634</c:v>
                </c:pt>
                <c:pt idx="15357">
                  <c:v>2.0150733500362628</c:v>
                </c:pt>
                <c:pt idx="15358">
                  <c:v>2.0156710292081494</c:v>
                </c:pt>
                <c:pt idx="15359">
                  <c:v>2.0165704874618142</c:v>
                </c:pt>
                <c:pt idx="15360">
                  <c:v>2.0170069064416167</c:v>
                </c:pt>
                <c:pt idx="15361">
                  <c:v>2.0160580261972263</c:v>
                </c:pt>
                <c:pt idx="15362">
                  <c:v>2.0166627656535021</c:v>
                </c:pt>
                <c:pt idx="15363">
                  <c:v>2.0165969978681786</c:v>
                </c:pt>
                <c:pt idx="15364">
                  <c:v>2.016797625326916</c:v>
                </c:pt>
                <c:pt idx="15365">
                  <c:v>2.0179385892617745</c:v>
                </c:pt>
                <c:pt idx="15366">
                  <c:v>2.0177903507615218</c:v>
                </c:pt>
                <c:pt idx="15367">
                  <c:v>2.0166201841717766</c:v>
                </c:pt>
                <c:pt idx="15368">
                  <c:v>2.0170446253928485</c:v>
                </c:pt>
                <c:pt idx="15369">
                  <c:v>2.0183304213094218</c:v>
                </c:pt>
                <c:pt idx="15370">
                  <c:v>2.0185336311289861</c:v>
                </c:pt>
                <c:pt idx="15371">
                  <c:v>2.0187965649106614</c:v>
                </c:pt>
                <c:pt idx="15372">
                  <c:v>2.0182878947715435</c:v>
                </c:pt>
                <c:pt idx="15373">
                  <c:v>2.0176666721610514</c:v>
                </c:pt>
                <c:pt idx="15374">
                  <c:v>2.0174817311707436</c:v>
                </c:pt>
                <c:pt idx="15375">
                  <c:v>2.0160228071910509</c:v>
                </c:pt>
                <c:pt idx="15376">
                  <c:v>2.0150476088437617</c:v>
                </c:pt>
                <c:pt idx="15377">
                  <c:v>2.0143416628205975</c:v>
                </c:pt>
                <c:pt idx="15378">
                  <c:v>2.0129247159403092</c:v>
                </c:pt>
                <c:pt idx="15379">
                  <c:v>2.014054443858377</c:v>
                </c:pt>
                <c:pt idx="15380">
                  <c:v>2.0155195215489767</c:v>
                </c:pt>
                <c:pt idx="15381">
                  <c:v>2.0138125260983277</c:v>
                </c:pt>
                <c:pt idx="15382">
                  <c:v>2.0127856530625698</c:v>
                </c:pt>
                <c:pt idx="15383">
                  <c:v>2.0112926364255732</c:v>
                </c:pt>
                <c:pt idx="15384">
                  <c:v>2.012100146150634</c:v>
                </c:pt>
                <c:pt idx="15385">
                  <c:v>2.0144312487637634</c:v>
                </c:pt>
                <c:pt idx="15386">
                  <c:v>2.0161711555789981</c:v>
                </c:pt>
                <c:pt idx="15387">
                  <c:v>2.0178735632183908</c:v>
                </c:pt>
                <c:pt idx="15388">
                  <c:v>2.0181344366057887</c:v>
                </c:pt>
                <c:pt idx="15389">
                  <c:v>2.0180943550691195</c:v>
                </c:pt>
                <c:pt idx="15390">
                  <c:v>2.0178251576888422</c:v>
                </c:pt>
                <c:pt idx="15391">
                  <c:v>2.0176814795279223</c:v>
                </c:pt>
                <c:pt idx="15392">
                  <c:v>2.0158956671281949</c:v>
                </c:pt>
                <c:pt idx="15393">
                  <c:v>2.0135403342783675</c:v>
                </c:pt>
                <c:pt idx="15394">
                  <c:v>2.0135235764049142</c:v>
                </c:pt>
                <c:pt idx="15395">
                  <c:v>2.013835355266917</c:v>
                </c:pt>
                <c:pt idx="15396">
                  <c:v>2.0133952825212633</c:v>
                </c:pt>
                <c:pt idx="15397">
                  <c:v>2.012334536603591</c:v>
                </c:pt>
                <c:pt idx="15398">
                  <c:v>2.0114315069998461</c:v>
                </c:pt>
                <c:pt idx="15399">
                  <c:v>2.0118267455660317</c:v>
                </c:pt>
                <c:pt idx="15400">
                  <c:v>2.0122092096876991</c:v>
                </c:pt>
                <c:pt idx="15401">
                  <c:v>2.0130836684908022</c:v>
                </c:pt>
                <c:pt idx="15402">
                  <c:v>2.0149663468934751</c:v>
                </c:pt>
                <c:pt idx="15403">
                  <c:v>2.0168904804290015</c:v>
                </c:pt>
                <c:pt idx="15404">
                  <c:v>2.0164586767323796</c:v>
                </c:pt>
                <c:pt idx="15405">
                  <c:v>2.0164865607349287</c:v>
                </c:pt>
                <c:pt idx="15406">
                  <c:v>2.0171356673479703</c:v>
                </c:pt>
                <c:pt idx="15407">
                  <c:v>2.0180850146150635</c:v>
                </c:pt>
                <c:pt idx="15408">
                  <c:v>2.0184165183182787</c:v>
                </c:pt>
                <c:pt idx="15409">
                  <c:v>2.0194287488187075</c:v>
                </c:pt>
                <c:pt idx="15410">
                  <c:v>2.0202628513659042</c:v>
                </c:pt>
                <c:pt idx="15411">
                  <c:v>2.0199600558229491</c:v>
                </c:pt>
                <c:pt idx="15412">
                  <c:v>2.0190484549790115</c:v>
                </c:pt>
                <c:pt idx="15413">
                  <c:v>2.0183547339618908</c:v>
                </c:pt>
                <c:pt idx="15414">
                  <c:v>2.0168484758576732</c:v>
                </c:pt>
                <c:pt idx="15415">
                  <c:v>2.0167829003758158</c:v>
                </c:pt>
                <c:pt idx="15416">
                  <c:v>2.0174656600953824</c:v>
                </c:pt>
                <c:pt idx="15417">
                  <c:v>2.0170993219929234</c:v>
                </c:pt>
                <c:pt idx="15418">
                  <c:v>2.0187429946594579</c:v>
                </c:pt>
                <c:pt idx="15419">
                  <c:v>2.0193866068877608</c:v>
                </c:pt>
                <c:pt idx="15420">
                  <c:v>2.0179372156655897</c:v>
                </c:pt>
                <c:pt idx="15421">
                  <c:v>2.0175909045955036</c:v>
                </c:pt>
                <c:pt idx="15422">
                  <c:v>2.0172814333750906</c:v>
                </c:pt>
                <c:pt idx="15423">
                  <c:v>2.0181975121425904</c:v>
                </c:pt>
                <c:pt idx="15424">
                  <c:v>2.0180393013340368</c:v>
                </c:pt>
                <c:pt idx="15425">
                  <c:v>2.0166037010175599</c:v>
                </c:pt>
                <c:pt idx="15426">
                  <c:v>2.0164081283927824</c:v>
                </c:pt>
                <c:pt idx="15427">
                  <c:v>2.0165009560229445</c:v>
                </c:pt>
                <c:pt idx="15428">
                  <c:v>2.016712764554625</c:v>
                </c:pt>
                <c:pt idx="15429">
                  <c:v>2.0163071416012834</c:v>
                </c:pt>
                <c:pt idx="15430">
                  <c:v>2.0168944638579371</c:v>
                </c:pt>
                <c:pt idx="15431">
                  <c:v>2.0171683864090899</c:v>
                </c:pt>
                <c:pt idx="15432">
                  <c:v>2.0179794674842313</c:v>
                </c:pt>
                <c:pt idx="15433">
                  <c:v>2.017785295927562</c:v>
                </c:pt>
                <c:pt idx="15434">
                  <c:v>2.0166231511395356</c:v>
                </c:pt>
                <c:pt idx="15435">
                  <c:v>2.0162460989868354</c:v>
                </c:pt>
                <c:pt idx="15436">
                  <c:v>2.0160687677193909</c:v>
                </c:pt>
                <c:pt idx="15437">
                  <c:v>2.0159581108107516</c:v>
                </c:pt>
                <c:pt idx="15438">
                  <c:v>2.0172003087844224</c:v>
                </c:pt>
                <c:pt idx="15439">
                  <c:v>2.016804191116679</c:v>
                </c:pt>
                <c:pt idx="15440">
                  <c:v>2.0145572350058241</c:v>
                </c:pt>
                <c:pt idx="15441">
                  <c:v>2.0131160029449902</c:v>
                </c:pt>
                <c:pt idx="15442">
                  <c:v>2.0117982022373133</c:v>
                </c:pt>
                <c:pt idx="15443">
                  <c:v>2.0110883002571374</c:v>
                </c:pt>
                <c:pt idx="15444">
                  <c:v>2.0118718544647369</c:v>
                </c:pt>
                <c:pt idx="15445">
                  <c:v>2.0136243708929475</c:v>
                </c:pt>
                <c:pt idx="15446">
                  <c:v>2.0150543669369902</c:v>
                </c:pt>
                <c:pt idx="15447">
                  <c:v>2.0143535306916331</c:v>
                </c:pt>
                <c:pt idx="15448">
                  <c:v>2.01393889694732</c:v>
                </c:pt>
                <c:pt idx="15449">
                  <c:v>2.0133035537680493</c:v>
                </c:pt>
                <c:pt idx="15450">
                  <c:v>2.0105565262301925</c:v>
                </c:pt>
                <c:pt idx="15451">
                  <c:v>2.0082376486231071</c:v>
                </c:pt>
                <c:pt idx="15452">
                  <c:v>2.0087974714841432</c:v>
                </c:pt>
                <c:pt idx="15453">
                  <c:v>2.010376859849234</c:v>
                </c:pt>
                <c:pt idx="15454">
                  <c:v>2.01223159930551</c:v>
                </c:pt>
                <c:pt idx="15455">
                  <c:v>2.0127799663743655</c:v>
                </c:pt>
                <c:pt idx="15456">
                  <c:v>2.0130627074130238</c:v>
                </c:pt>
                <c:pt idx="15457">
                  <c:v>2.014377266433705</c:v>
                </c:pt>
                <c:pt idx="15458">
                  <c:v>2.0159865717236984</c:v>
                </c:pt>
                <c:pt idx="15459">
                  <c:v>2.0174984066284258</c:v>
                </c:pt>
                <c:pt idx="15460">
                  <c:v>2.0177012043691347</c:v>
                </c:pt>
                <c:pt idx="15461">
                  <c:v>2.0168595195709984</c:v>
                </c:pt>
                <c:pt idx="15462">
                  <c:v>2.0173618711676666</c:v>
                </c:pt>
                <c:pt idx="15463">
                  <c:v>2.0186871442385881</c:v>
                </c:pt>
                <c:pt idx="15464">
                  <c:v>2.0183110536032176</c:v>
                </c:pt>
                <c:pt idx="15465">
                  <c:v>2.017820487461814</c:v>
                </c:pt>
                <c:pt idx="15466">
                  <c:v>2.016968363332674</c:v>
                </c:pt>
                <c:pt idx="15467">
                  <c:v>2.015851217555658</c:v>
                </c:pt>
                <c:pt idx="15468">
                  <c:v>2.0172175336805784</c:v>
                </c:pt>
                <c:pt idx="15469">
                  <c:v>2.0195430869651219</c:v>
                </c:pt>
                <c:pt idx="15470">
                  <c:v>2.0186079976264257</c:v>
                </c:pt>
                <c:pt idx="15471">
                  <c:v>2.0168137513461244</c:v>
                </c:pt>
                <c:pt idx="15472">
                  <c:v>2.0140741686995889</c:v>
                </c:pt>
                <c:pt idx="15473">
                  <c:v>2.0114718907276763</c:v>
                </c:pt>
                <c:pt idx="15474">
                  <c:v>2.0116957044900112</c:v>
                </c:pt>
                <c:pt idx="15475">
                  <c:v>2.0111826388431022</c:v>
                </c:pt>
                <c:pt idx="15476">
                  <c:v>2.0113538438715635</c:v>
                </c:pt>
                <c:pt idx="15477">
                  <c:v>2.0117959770114942</c:v>
                </c:pt>
                <c:pt idx="15478">
                  <c:v>2.01365198017626</c:v>
                </c:pt>
                <c:pt idx="15479">
                  <c:v>2.0151140359552535</c:v>
                </c:pt>
                <c:pt idx="15480">
                  <c:v>2.0152853508714093</c:v>
                </c:pt>
                <c:pt idx="15481">
                  <c:v>2.0153318608382231</c:v>
                </c:pt>
                <c:pt idx="15482">
                  <c:v>2.015534438803543</c:v>
                </c:pt>
                <c:pt idx="15483">
                  <c:v>2.0144152051603261</c:v>
                </c:pt>
                <c:pt idx="15484">
                  <c:v>2.01292784773961</c:v>
                </c:pt>
                <c:pt idx="15485">
                  <c:v>2.0121969572097318</c:v>
                </c:pt>
                <c:pt idx="15486">
                  <c:v>2.0122382475110436</c:v>
                </c:pt>
                <c:pt idx="15487">
                  <c:v>2.0130074339025517</c:v>
                </c:pt>
                <c:pt idx="15488">
                  <c:v>2.0160195655040547</c:v>
                </c:pt>
                <c:pt idx="15489">
                  <c:v>2.0173763488714536</c:v>
                </c:pt>
                <c:pt idx="15490">
                  <c:v>2.017561592052922</c:v>
                </c:pt>
                <c:pt idx="15491">
                  <c:v>2.0171487439836486</c:v>
                </c:pt>
                <c:pt idx="15492">
                  <c:v>2.0169005076811497</c:v>
                </c:pt>
                <c:pt idx="15493">
                  <c:v>2.0174441221072064</c:v>
                </c:pt>
                <c:pt idx="15494">
                  <c:v>2.0181542163908484</c:v>
                </c:pt>
                <c:pt idx="15495">
                  <c:v>2.0190055987780489</c:v>
                </c:pt>
                <c:pt idx="15496">
                  <c:v>2.0185545647348411</c:v>
                </c:pt>
                <c:pt idx="15497">
                  <c:v>2.0194255620755586</c:v>
                </c:pt>
                <c:pt idx="15498">
                  <c:v>2.0203956781169645</c:v>
                </c:pt>
                <c:pt idx="15499">
                  <c:v>2.0188811234917914</c:v>
                </c:pt>
                <c:pt idx="15500">
                  <c:v>2.0171366288652997</c:v>
                </c:pt>
                <c:pt idx="15501">
                  <c:v>2.0168790795806686</c:v>
                </c:pt>
                <c:pt idx="15502">
                  <c:v>2.0162484615722733</c:v>
                </c:pt>
                <c:pt idx="15503">
                  <c:v>2.0154744675941187</c:v>
                </c:pt>
                <c:pt idx="15504">
                  <c:v>2.0158583602558187</c:v>
                </c:pt>
                <c:pt idx="15505">
                  <c:v>2.0163538988154106</c:v>
                </c:pt>
                <c:pt idx="15506">
                  <c:v>2.0177932627854331</c:v>
                </c:pt>
                <c:pt idx="15507">
                  <c:v>2.0190441968308388</c:v>
                </c:pt>
                <c:pt idx="15508">
                  <c:v>2.0173418166633699</c:v>
                </c:pt>
                <c:pt idx="15509">
                  <c:v>2.0144722094019913</c:v>
                </c:pt>
                <c:pt idx="15510">
                  <c:v>2.014169880881739</c:v>
                </c:pt>
                <c:pt idx="15511">
                  <c:v>2.0157236379420231</c:v>
                </c:pt>
                <c:pt idx="15512">
                  <c:v>2.0159893189160676</c:v>
                </c:pt>
                <c:pt idx="15513">
                  <c:v>2.0164507648183556</c:v>
                </c:pt>
                <c:pt idx="15514">
                  <c:v>2.017064322762137</c:v>
                </c:pt>
                <c:pt idx="15515">
                  <c:v>2.0164612590932069</c:v>
                </c:pt>
                <c:pt idx="15516">
                  <c:v>2.0151100250543945</c:v>
                </c:pt>
                <c:pt idx="15517">
                  <c:v>2.0132110832728949</c:v>
                </c:pt>
                <c:pt idx="15518">
                  <c:v>2.0144070734709127</c:v>
                </c:pt>
                <c:pt idx="15519">
                  <c:v>2.0167965264499683</c:v>
                </c:pt>
                <c:pt idx="15520">
                  <c:v>2.0168004274631328</c:v>
                </c:pt>
                <c:pt idx="15521">
                  <c:v>2.0165011483264106</c:v>
                </c:pt>
                <c:pt idx="15522">
                  <c:v>2.0151485132194895</c:v>
                </c:pt>
                <c:pt idx="15523">
                  <c:v>2.0144306443814424</c:v>
                </c:pt>
                <c:pt idx="15524">
                  <c:v>2.0137296158326192</c:v>
                </c:pt>
                <c:pt idx="15525">
                  <c:v>2.0136392881475134</c:v>
                </c:pt>
                <c:pt idx="15526">
                  <c:v>2.0164296114371112</c:v>
                </c:pt>
                <c:pt idx="15527">
                  <c:v>2.0182973725852178</c:v>
                </c:pt>
                <c:pt idx="15528">
                  <c:v>2.0190876024702753</c:v>
                </c:pt>
                <c:pt idx="15529">
                  <c:v>2.0193793542999057</c:v>
                </c:pt>
                <c:pt idx="15530">
                  <c:v>2.020249664842531</c:v>
                </c:pt>
                <c:pt idx="15531">
                  <c:v>2.0195434166282058</c:v>
                </c:pt>
                <c:pt idx="15532">
                  <c:v>2.0177070284169578</c:v>
                </c:pt>
                <c:pt idx="15533">
                  <c:v>2.0158061361288762</c:v>
                </c:pt>
                <c:pt idx="15534">
                  <c:v>2.0148451957099844</c:v>
                </c:pt>
                <c:pt idx="15535">
                  <c:v>2.0142963341465023</c:v>
                </c:pt>
                <c:pt idx="15536">
                  <c:v>2.0139422759939341</c:v>
                </c:pt>
                <c:pt idx="15537">
                  <c:v>2.0144005351530736</c:v>
                </c:pt>
                <c:pt idx="15538">
                  <c:v>2.0147729994945167</c:v>
                </c:pt>
                <c:pt idx="15539">
                  <c:v>2.0150631030087252</c:v>
                </c:pt>
                <c:pt idx="15540">
                  <c:v>2.0156980341091404</c:v>
                </c:pt>
                <c:pt idx="15541">
                  <c:v>2.0150831300410981</c:v>
                </c:pt>
                <c:pt idx="15542">
                  <c:v>2.0149391496890177</c:v>
                </c:pt>
                <c:pt idx="15543">
                  <c:v>2.0164389244192433</c:v>
                </c:pt>
                <c:pt idx="15544">
                  <c:v>2.0186569800663721</c:v>
                </c:pt>
                <c:pt idx="15545">
                  <c:v>2.0196531669633635</c:v>
                </c:pt>
                <c:pt idx="15546">
                  <c:v>2.0193916617217202</c:v>
                </c:pt>
                <c:pt idx="15547">
                  <c:v>2.0195080053185643</c:v>
                </c:pt>
                <c:pt idx="15548">
                  <c:v>2.0198368991890288</c:v>
                </c:pt>
                <c:pt idx="15549">
                  <c:v>2.0196445682512474</c:v>
                </c:pt>
                <c:pt idx="15550">
                  <c:v>2.0177641974901652</c:v>
                </c:pt>
                <c:pt idx="15551">
                  <c:v>2.0160735478341136</c:v>
                </c:pt>
                <c:pt idx="15552">
                  <c:v>2.0149726379640009</c:v>
                </c:pt>
                <c:pt idx="15553">
                  <c:v>2.0153986725566471</c:v>
                </c:pt>
                <c:pt idx="15554">
                  <c:v>2.0150650260433838</c:v>
                </c:pt>
                <c:pt idx="15555">
                  <c:v>2.0135611305246037</c:v>
                </c:pt>
                <c:pt idx="15556">
                  <c:v>2.0127815322740159</c:v>
                </c:pt>
                <c:pt idx="15557">
                  <c:v>2.0134759675611527</c:v>
                </c:pt>
                <c:pt idx="15558">
                  <c:v>2.0153469154524077</c:v>
                </c:pt>
                <c:pt idx="15559">
                  <c:v>2.017210940418892</c:v>
                </c:pt>
                <c:pt idx="15560">
                  <c:v>2.0162746423155533</c:v>
                </c:pt>
                <c:pt idx="15561">
                  <c:v>2.0163128008175644</c:v>
                </c:pt>
                <c:pt idx="15562">
                  <c:v>2.0164591162831584</c:v>
                </c:pt>
                <c:pt idx="15563">
                  <c:v>2.0167570492956197</c:v>
                </c:pt>
                <c:pt idx="15564">
                  <c:v>2.0176200523065426</c:v>
                </c:pt>
                <c:pt idx="15565">
                  <c:v>2.0172194567152371</c:v>
                </c:pt>
                <c:pt idx="15566">
                  <c:v>2.0169813850245051</c:v>
                </c:pt>
                <c:pt idx="15567">
                  <c:v>2.0173076415902949</c:v>
                </c:pt>
                <c:pt idx="15568">
                  <c:v>2.0158658326190633</c:v>
                </c:pt>
                <c:pt idx="15569">
                  <c:v>2.0150472517087539</c:v>
                </c:pt>
                <c:pt idx="15570">
                  <c:v>2.014800334058592</c:v>
                </c:pt>
                <c:pt idx="15571">
                  <c:v>2.0153344981428978</c:v>
                </c:pt>
                <c:pt idx="15572">
                  <c:v>2.0151552987846419</c:v>
                </c:pt>
                <c:pt idx="15573">
                  <c:v>2.0150350541746334</c:v>
                </c:pt>
                <c:pt idx="15574">
                  <c:v>2.0151702160392078</c:v>
                </c:pt>
                <c:pt idx="15575">
                  <c:v>2.0161494252873564</c:v>
                </c:pt>
                <c:pt idx="15576">
                  <c:v>2.0160203347179184</c:v>
                </c:pt>
                <c:pt idx="15577">
                  <c:v>2.0155468286411287</c:v>
                </c:pt>
                <c:pt idx="15578">
                  <c:v>2.0145625645590206</c:v>
                </c:pt>
                <c:pt idx="15579">
                  <c:v>2.0151762049185731</c:v>
                </c:pt>
                <c:pt idx="15580">
                  <c:v>2.0154797147315442</c:v>
                </c:pt>
                <c:pt idx="15581">
                  <c:v>2.0145842673787389</c:v>
                </c:pt>
                <c:pt idx="15582">
                  <c:v>2.0144119634733304</c:v>
                </c:pt>
                <c:pt idx="15583">
                  <c:v>2.0137822520384168</c:v>
                </c:pt>
                <c:pt idx="15584">
                  <c:v>2.0149572262148085</c:v>
                </c:pt>
                <c:pt idx="15585">
                  <c:v>2.0152446100085712</c:v>
                </c:pt>
                <c:pt idx="15586">
                  <c:v>2.0147081932265225</c:v>
                </c:pt>
                <c:pt idx="15587">
                  <c:v>2.0134117656754795</c:v>
                </c:pt>
                <c:pt idx="15588">
                  <c:v>2.0137633788268388</c:v>
                </c:pt>
                <c:pt idx="15589">
                  <c:v>2.0141476560954703</c:v>
                </c:pt>
                <c:pt idx="15590">
                  <c:v>2.0137265115052418</c:v>
                </c:pt>
                <c:pt idx="15591">
                  <c:v>2.0141342223247842</c:v>
                </c:pt>
                <c:pt idx="15592">
                  <c:v>2.0156187776092831</c:v>
                </c:pt>
                <c:pt idx="15593">
                  <c:v>2.0169706435023405</c:v>
                </c:pt>
                <c:pt idx="15594">
                  <c:v>2.018088915628228</c:v>
                </c:pt>
                <c:pt idx="15595">
                  <c:v>2.0176774960989867</c:v>
                </c:pt>
                <c:pt idx="15596">
                  <c:v>2.0154346607766862</c:v>
                </c:pt>
                <c:pt idx="15597">
                  <c:v>2.0146863255752621</c:v>
                </c:pt>
                <c:pt idx="15598">
                  <c:v>2.0162349179138919</c:v>
                </c:pt>
                <c:pt idx="15599">
                  <c:v>2.0186019538032132</c:v>
                </c:pt>
                <c:pt idx="15600">
                  <c:v>2.018704204303202</c:v>
                </c:pt>
                <c:pt idx="15601">
                  <c:v>2.0169963022790709</c:v>
                </c:pt>
                <c:pt idx="15602">
                  <c:v>2.0160226423595087</c:v>
                </c:pt>
                <c:pt idx="15603">
                  <c:v>2.0164873574207158</c:v>
                </c:pt>
                <c:pt idx="15604">
                  <c:v>2.0188350805476802</c:v>
                </c:pt>
                <c:pt idx="15605">
                  <c:v>2.0190302410936023</c:v>
                </c:pt>
                <c:pt idx="15606">
                  <c:v>2.0178342783675083</c:v>
                </c:pt>
                <c:pt idx="15607">
                  <c:v>2.0176046680292741</c:v>
                </c:pt>
                <c:pt idx="15608">
                  <c:v>2.0177059844838574</c:v>
                </c:pt>
                <c:pt idx="15609">
                  <c:v>2.0171662985428891</c:v>
                </c:pt>
                <c:pt idx="15610">
                  <c:v>2.0169113590910088</c:v>
                </c:pt>
                <c:pt idx="15611">
                  <c:v>2.0175277466429309</c:v>
                </c:pt>
                <c:pt idx="15612">
                  <c:v>2.0172588239818907</c:v>
                </c:pt>
                <c:pt idx="15613">
                  <c:v>2.0169299850552735</c:v>
                </c:pt>
                <c:pt idx="15614">
                  <c:v>2.0183961066789742</c:v>
                </c:pt>
                <c:pt idx="15615">
                  <c:v>2.0196448429704841</c:v>
                </c:pt>
                <c:pt idx="15616">
                  <c:v>2.0194924287378297</c:v>
                </c:pt>
                <c:pt idx="15617">
                  <c:v>2.0186641502384561</c:v>
                </c:pt>
                <c:pt idx="15618">
                  <c:v>2.0185417628183995</c:v>
                </c:pt>
                <c:pt idx="15619">
                  <c:v>2.0180262521702819</c:v>
                </c:pt>
                <c:pt idx="15620">
                  <c:v>2.0165713665633724</c:v>
                </c:pt>
                <c:pt idx="15621">
                  <c:v>2.0161178600470318</c:v>
                </c:pt>
                <c:pt idx="15622">
                  <c:v>2.0164420836904684</c:v>
                </c:pt>
                <c:pt idx="15623">
                  <c:v>2.0170664930441089</c:v>
                </c:pt>
                <c:pt idx="15624">
                  <c:v>2.0169549295619875</c:v>
                </c:pt>
                <c:pt idx="15625">
                  <c:v>2.0166847981363047</c:v>
                </c:pt>
                <c:pt idx="15626">
                  <c:v>2.0157779499351665</c:v>
                </c:pt>
                <c:pt idx="15627">
                  <c:v>2.0165748005538342</c:v>
                </c:pt>
                <c:pt idx="15628">
                  <c:v>2.0163372508296522</c:v>
                </c:pt>
                <c:pt idx="15629">
                  <c:v>2.0147258851453813</c:v>
                </c:pt>
                <c:pt idx="15630">
                  <c:v>2.0147553075756575</c:v>
                </c:pt>
                <c:pt idx="15631">
                  <c:v>2.0150718940243073</c:v>
                </c:pt>
                <c:pt idx="15632">
                  <c:v>2.0141008714094197</c:v>
                </c:pt>
                <c:pt idx="15633">
                  <c:v>2.0147627799389025</c:v>
                </c:pt>
                <c:pt idx="15634">
                  <c:v>2.0145969319355617</c:v>
                </c:pt>
                <c:pt idx="15635">
                  <c:v>2.0136670073185203</c:v>
                </c:pt>
                <c:pt idx="15636">
                  <c:v>2.0154537262917298</c:v>
                </c:pt>
                <c:pt idx="15637">
                  <c:v>2.0185930803718599</c:v>
                </c:pt>
                <c:pt idx="15638">
                  <c:v>2.0183376464253531</c:v>
                </c:pt>
                <c:pt idx="15639">
                  <c:v>2.0176393925408234</c:v>
                </c:pt>
                <c:pt idx="15640">
                  <c:v>2.0180167743566075</c:v>
                </c:pt>
                <c:pt idx="15641">
                  <c:v>2.0175061262389837</c:v>
                </c:pt>
                <c:pt idx="15642">
                  <c:v>2.0170033900353839</c:v>
                </c:pt>
                <c:pt idx="15643">
                  <c:v>2.016245055053735</c:v>
                </c:pt>
                <c:pt idx="15644">
                  <c:v>2.0155413617283138</c:v>
                </c:pt>
                <c:pt idx="15645">
                  <c:v>2.016065773279708</c:v>
                </c:pt>
                <c:pt idx="15646">
                  <c:v>2.016761609634953</c:v>
                </c:pt>
                <c:pt idx="15647">
                  <c:v>2.0167699610997563</c:v>
                </c:pt>
                <c:pt idx="15648">
                  <c:v>2.0173888211248103</c:v>
                </c:pt>
                <c:pt idx="15649">
                  <c:v>2.0182596811059099</c:v>
                </c:pt>
                <c:pt idx="15650">
                  <c:v>2.0187651095580317</c:v>
                </c:pt>
                <c:pt idx="15651">
                  <c:v>2.0175553284543195</c:v>
                </c:pt>
                <c:pt idx="15652">
                  <c:v>2.0161702490055164</c:v>
                </c:pt>
                <c:pt idx="15653">
                  <c:v>2.0150218401793367</c:v>
                </c:pt>
                <c:pt idx="15654">
                  <c:v>2.0157553405419661</c:v>
                </c:pt>
                <c:pt idx="15655">
                  <c:v>2.0151070855585593</c:v>
                </c:pt>
                <c:pt idx="15656">
                  <c:v>2.0140989209028373</c:v>
                </c:pt>
                <c:pt idx="15657">
                  <c:v>2.0146692655106482</c:v>
                </c:pt>
                <c:pt idx="15658">
                  <c:v>2.014916402936199</c:v>
                </c:pt>
                <c:pt idx="15659">
                  <c:v>2.0154477099404411</c:v>
                </c:pt>
                <c:pt idx="15660">
                  <c:v>2.015257906419639</c:v>
                </c:pt>
                <c:pt idx="15661">
                  <c:v>2.0150203841673808</c:v>
                </c:pt>
                <c:pt idx="15662">
                  <c:v>2.0161653864750226</c:v>
                </c:pt>
                <c:pt idx="15663">
                  <c:v>2.0168666622711591</c:v>
                </c:pt>
                <c:pt idx="15664">
                  <c:v>2.01554921869849</c:v>
                </c:pt>
                <c:pt idx="15665">
                  <c:v>2.0144461934902531</c:v>
                </c:pt>
                <c:pt idx="15666">
                  <c:v>2.0167032592690273</c:v>
                </c:pt>
                <c:pt idx="15667">
                  <c:v>2.0183413001912047</c:v>
                </c:pt>
                <c:pt idx="15668">
                  <c:v>2.0182632249840662</c:v>
                </c:pt>
                <c:pt idx="15669">
                  <c:v>2.0191675457682248</c:v>
                </c:pt>
                <c:pt idx="15670">
                  <c:v>2.0201345574822533</c:v>
                </c:pt>
                <c:pt idx="15671">
                  <c:v>2.0196506120744599</c:v>
                </c:pt>
                <c:pt idx="15672">
                  <c:v>2.0182580602624118</c:v>
                </c:pt>
                <c:pt idx="15673">
                  <c:v>2.0173065427133468</c:v>
                </c:pt>
                <c:pt idx="15674">
                  <c:v>2.0154183424540122</c:v>
                </c:pt>
                <c:pt idx="15675">
                  <c:v>2.0147828893870465</c:v>
                </c:pt>
                <c:pt idx="15676">
                  <c:v>2.0166596613261247</c:v>
                </c:pt>
                <c:pt idx="15677">
                  <c:v>2.0170600646139647</c:v>
                </c:pt>
                <c:pt idx="15678">
                  <c:v>2.0166520241313379</c:v>
                </c:pt>
                <c:pt idx="15679">
                  <c:v>2.0162095338563986</c:v>
                </c:pt>
                <c:pt idx="15680">
                  <c:v>2.0153559262433793</c:v>
                </c:pt>
                <c:pt idx="15681">
                  <c:v>2.015575893936397</c:v>
                </c:pt>
                <c:pt idx="15682">
                  <c:v>2.0167192479286169</c:v>
                </c:pt>
                <c:pt idx="15683">
                  <c:v>2.0155291916661171</c:v>
                </c:pt>
                <c:pt idx="15684">
                  <c:v>2.0133930298235203</c:v>
                </c:pt>
                <c:pt idx="15685">
                  <c:v>2.0127843618821566</c:v>
                </c:pt>
                <c:pt idx="15686">
                  <c:v>2.0137495055053733</c:v>
                </c:pt>
                <c:pt idx="15687">
                  <c:v>2.0148249214302982</c:v>
                </c:pt>
                <c:pt idx="15688">
                  <c:v>2.0134944286938747</c:v>
                </c:pt>
                <c:pt idx="15689">
                  <c:v>2.0122785762950266</c:v>
                </c:pt>
                <c:pt idx="15690">
                  <c:v>2.0126830728994967</c:v>
                </c:pt>
                <c:pt idx="15691">
                  <c:v>2.0139219467704006</c:v>
                </c:pt>
                <c:pt idx="15692">
                  <c:v>2.0133262181050964</c:v>
                </c:pt>
                <c:pt idx="15693">
                  <c:v>2.0147021494033099</c:v>
                </c:pt>
                <c:pt idx="15694">
                  <c:v>2.0182078965297467</c:v>
                </c:pt>
                <c:pt idx="15695">
                  <c:v>2.0193266906221843</c:v>
                </c:pt>
                <c:pt idx="15696">
                  <c:v>2.020553806509747</c:v>
                </c:pt>
                <c:pt idx="15697">
                  <c:v>2.0196335520098461</c:v>
                </c:pt>
                <c:pt idx="15698">
                  <c:v>2.0182205885584934</c:v>
                </c:pt>
                <c:pt idx="15699">
                  <c:v>2.0171759961319533</c:v>
                </c:pt>
                <c:pt idx="15700">
                  <c:v>2.0151460956902048</c:v>
                </c:pt>
                <c:pt idx="15701">
                  <c:v>2.0149296169314961</c:v>
                </c:pt>
                <c:pt idx="15702">
                  <c:v>2.015420952286763</c:v>
                </c:pt>
                <c:pt idx="15703">
                  <c:v>2.015942534230017</c:v>
                </c:pt>
                <c:pt idx="15704">
                  <c:v>2.015915968879805</c:v>
                </c:pt>
                <c:pt idx="15705">
                  <c:v>2.0148433001472497</c:v>
                </c:pt>
                <c:pt idx="15706">
                  <c:v>2.0152730434495947</c:v>
                </c:pt>
                <c:pt idx="15707">
                  <c:v>2.0168615250214281</c:v>
                </c:pt>
                <c:pt idx="15708">
                  <c:v>2.0184191556229534</c:v>
                </c:pt>
                <c:pt idx="15709">
                  <c:v>2.0180577075229116</c:v>
                </c:pt>
                <c:pt idx="15710">
                  <c:v>2.0178963374431329</c:v>
                </c:pt>
                <c:pt idx="15711">
                  <c:v>2.0177765049119798</c:v>
                </c:pt>
                <c:pt idx="15712">
                  <c:v>2.0186441781499309</c:v>
                </c:pt>
                <c:pt idx="15713">
                  <c:v>2.0198019274301662</c:v>
                </c:pt>
                <c:pt idx="15714">
                  <c:v>2.0189283202566974</c:v>
                </c:pt>
                <c:pt idx="15715">
                  <c:v>2.0165928770796246</c:v>
                </c:pt>
                <c:pt idx="15716">
                  <c:v>2.0141802103250477</c:v>
                </c:pt>
                <c:pt idx="15717">
                  <c:v>2.0136561833805851</c:v>
                </c:pt>
                <c:pt idx="15718">
                  <c:v>2.013976148875849</c:v>
                </c:pt>
                <c:pt idx="15719">
                  <c:v>2.0136359915166699</c:v>
                </c:pt>
                <c:pt idx="15720">
                  <c:v>2.0116617491923257</c:v>
                </c:pt>
                <c:pt idx="15721">
                  <c:v>2.0117484231115799</c:v>
                </c:pt>
                <c:pt idx="15722">
                  <c:v>2.0124720885255267</c:v>
                </c:pt>
                <c:pt idx="15723">
                  <c:v>2.011484775059889</c:v>
                </c:pt>
                <c:pt idx="15724">
                  <c:v>2.0101796389090349</c:v>
                </c:pt>
                <c:pt idx="15725">
                  <c:v>2.0109600338454099</c:v>
                </c:pt>
                <c:pt idx="15726">
                  <c:v>2.0144385562954659</c:v>
                </c:pt>
                <c:pt idx="15727">
                  <c:v>2.0165534548691237</c:v>
                </c:pt>
                <c:pt idx="15728">
                  <c:v>2.0156642161710732</c:v>
                </c:pt>
                <c:pt idx="15729">
                  <c:v>2.0152374947803344</c:v>
                </c:pt>
                <c:pt idx="15730">
                  <c:v>2.0155161150304388</c:v>
                </c:pt>
                <c:pt idx="15731">
                  <c:v>2.0135581086129974</c:v>
                </c:pt>
                <c:pt idx="15732">
                  <c:v>2.0125895584712423</c:v>
                </c:pt>
                <c:pt idx="15733">
                  <c:v>2.0124025845585813</c:v>
                </c:pt>
                <c:pt idx="15734">
                  <c:v>2.0106911386562931</c:v>
                </c:pt>
                <c:pt idx="15735">
                  <c:v>2.0118450143952882</c:v>
                </c:pt>
                <c:pt idx="15736">
                  <c:v>2.0126368651238433</c:v>
                </c:pt>
                <c:pt idx="15737">
                  <c:v>2.012218275422518</c:v>
                </c:pt>
                <c:pt idx="15738">
                  <c:v>2.0107022647853894</c:v>
                </c:pt>
                <c:pt idx="15739">
                  <c:v>2.0096293488055208</c:v>
                </c:pt>
                <c:pt idx="15740">
                  <c:v>2.0113134326718094</c:v>
                </c:pt>
                <c:pt idx="15741">
                  <c:v>2.0125408782224565</c:v>
                </c:pt>
                <c:pt idx="15742">
                  <c:v>2.0145397628623547</c:v>
                </c:pt>
                <c:pt idx="15743">
                  <c:v>2.0162995868222677</c:v>
                </c:pt>
                <c:pt idx="15744">
                  <c:v>2.016672215995253</c:v>
                </c:pt>
                <c:pt idx="15745">
                  <c:v>2.0168947385771743</c:v>
                </c:pt>
                <c:pt idx="15746">
                  <c:v>2.0166679303751565</c:v>
                </c:pt>
                <c:pt idx="15747">
                  <c:v>2.0153115316146897</c:v>
                </c:pt>
                <c:pt idx="15748">
                  <c:v>2.0137276653260368</c:v>
                </c:pt>
                <c:pt idx="15749">
                  <c:v>2.0149425287356322</c:v>
                </c:pt>
                <c:pt idx="15750">
                  <c:v>2.0160982450935143</c:v>
                </c:pt>
                <c:pt idx="15751">
                  <c:v>2.0165163128282897</c:v>
                </c:pt>
                <c:pt idx="15752">
                  <c:v>2.0169307267972134</c:v>
                </c:pt>
                <c:pt idx="15753">
                  <c:v>2.0171228104876815</c:v>
                </c:pt>
                <c:pt idx="15754">
                  <c:v>2.017273961011846</c:v>
                </c:pt>
                <c:pt idx="15755">
                  <c:v>2.0163877167534778</c:v>
                </c:pt>
                <c:pt idx="15756">
                  <c:v>2.0156403705413068</c:v>
                </c:pt>
                <c:pt idx="15757">
                  <c:v>2.0150531581723476</c:v>
                </c:pt>
                <c:pt idx="15758">
                  <c:v>2.0140640865035935</c:v>
                </c:pt>
                <c:pt idx="15759">
                  <c:v>2.0136100030768556</c:v>
                </c:pt>
                <c:pt idx="15760">
                  <c:v>2.013885738774972</c:v>
                </c:pt>
                <c:pt idx="15761">
                  <c:v>2.012993917716094</c:v>
                </c:pt>
                <c:pt idx="15762">
                  <c:v>2.0122233852003251</c:v>
                </c:pt>
                <c:pt idx="15763">
                  <c:v>2.0132140227687305</c:v>
                </c:pt>
                <c:pt idx="15764">
                  <c:v>2.0155569932528956</c:v>
                </c:pt>
                <c:pt idx="15765">
                  <c:v>2.0168848761565679</c:v>
                </c:pt>
                <c:pt idx="15766">
                  <c:v>2.0168177622469834</c:v>
                </c:pt>
                <c:pt idx="15767">
                  <c:v>2.0166859244851763</c:v>
                </c:pt>
                <c:pt idx="15768">
                  <c:v>2.0167541372717084</c:v>
                </c:pt>
                <c:pt idx="15769">
                  <c:v>2.0151207940484825</c:v>
                </c:pt>
                <c:pt idx="15770">
                  <c:v>2.0140949649458255</c:v>
                </c:pt>
                <c:pt idx="15771">
                  <c:v>2.0145413287620051</c:v>
                </c:pt>
                <c:pt idx="15772">
                  <c:v>2.0153441682600381</c:v>
                </c:pt>
                <c:pt idx="15773">
                  <c:v>2.0164095019889672</c:v>
                </c:pt>
                <c:pt idx="15774">
                  <c:v>2.016367250170326</c:v>
                </c:pt>
                <c:pt idx="15775">
                  <c:v>2.015531361948089</c:v>
                </c:pt>
                <c:pt idx="15776">
                  <c:v>2.0160245379222435</c:v>
                </c:pt>
                <c:pt idx="15777">
                  <c:v>2.0173390145271535</c:v>
                </c:pt>
                <c:pt idx="15778">
                  <c:v>2.0177461209643743</c:v>
                </c:pt>
                <c:pt idx="15779">
                  <c:v>2.0175164007384452</c:v>
                </c:pt>
                <c:pt idx="15780">
                  <c:v>2.0176966715017253</c:v>
                </c:pt>
                <c:pt idx="15781">
                  <c:v>2.0179616107338298</c:v>
                </c:pt>
                <c:pt idx="15782">
                  <c:v>2.0185049779125732</c:v>
                </c:pt>
                <c:pt idx="15783">
                  <c:v>2.0183026471945671</c:v>
                </c:pt>
                <c:pt idx="15784">
                  <c:v>2.0191077668622666</c:v>
                </c:pt>
                <c:pt idx="15785">
                  <c:v>2.0195092140832069</c:v>
                </c:pt>
                <c:pt idx="15786">
                  <c:v>2.0182701753807608</c:v>
                </c:pt>
                <c:pt idx="15787">
                  <c:v>2.0174626381837761</c:v>
                </c:pt>
                <c:pt idx="15788">
                  <c:v>2.0169444078152128</c:v>
                </c:pt>
                <c:pt idx="15789">
                  <c:v>2.0158961066789742</c:v>
                </c:pt>
                <c:pt idx="15790">
                  <c:v>2.0154002934001451</c:v>
                </c:pt>
                <c:pt idx="15791">
                  <c:v>2.0158942935320101</c:v>
                </c:pt>
                <c:pt idx="15792">
                  <c:v>2.0159611601942813</c:v>
                </c:pt>
                <c:pt idx="15793">
                  <c:v>2.0152220555592186</c:v>
                </c:pt>
                <c:pt idx="15794">
                  <c:v>2.0151379365288675</c:v>
                </c:pt>
                <c:pt idx="15795">
                  <c:v>2.0165656524032438</c:v>
                </c:pt>
                <c:pt idx="15796">
                  <c:v>2.0150230489439793</c:v>
                </c:pt>
                <c:pt idx="15797">
                  <c:v>2.0133163282125666</c:v>
                </c:pt>
                <c:pt idx="15798">
                  <c:v>2.0145254225181866</c:v>
                </c:pt>
                <c:pt idx="15799">
                  <c:v>2.0163716182061933</c:v>
                </c:pt>
                <c:pt idx="15800">
                  <c:v>2.0168510307465768</c:v>
                </c:pt>
                <c:pt idx="15801">
                  <c:v>2.0162565108459156</c:v>
                </c:pt>
                <c:pt idx="15802">
                  <c:v>2.0153546900068129</c:v>
                </c:pt>
                <c:pt idx="15803">
                  <c:v>2.0136654139469461</c:v>
                </c:pt>
                <c:pt idx="15804">
                  <c:v>2.0111675292850708</c:v>
                </c:pt>
                <c:pt idx="15805">
                  <c:v>2.0105947671479747</c:v>
                </c:pt>
                <c:pt idx="15806">
                  <c:v>2.0113103558163559</c:v>
                </c:pt>
                <c:pt idx="15807">
                  <c:v>2.0112994769345729</c:v>
                </c:pt>
                <c:pt idx="15808">
                  <c:v>2.0109461605239445</c:v>
                </c:pt>
                <c:pt idx="15809">
                  <c:v>2.0114874947803343</c:v>
                </c:pt>
                <c:pt idx="15810">
                  <c:v>2.0111372826970837</c:v>
                </c:pt>
                <c:pt idx="15811">
                  <c:v>2.010905529548801</c:v>
                </c:pt>
                <c:pt idx="15812">
                  <c:v>2.0112462638183777</c:v>
                </c:pt>
                <c:pt idx="15813">
                  <c:v>2.0117711698643985</c:v>
                </c:pt>
                <c:pt idx="15814">
                  <c:v>2.0135497571481946</c:v>
                </c:pt>
                <c:pt idx="15815">
                  <c:v>2.0150533504758137</c:v>
                </c:pt>
                <c:pt idx="15816">
                  <c:v>2.0139462044790224</c:v>
                </c:pt>
                <c:pt idx="15817">
                  <c:v>2.0146125085162963</c:v>
                </c:pt>
                <c:pt idx="15818">
                  <c:v>2.0150301367002923</c:v>
                </c:pt>
                <c:pt idx="15819">
                  <c:v>2.0138410419551218</c:v>
                </c:pt>
                <c:pt idx="15820">
                  <c:v>2.0149234357486647</c:v>
                </c:pt>
                <c:pt idx="15821">
                  <c:v>2.0146712160172302</c:v>
                </c:pt>
                <c:pt idx="15822">
                  <c:v>2.0144735829981757</c:v>
                </c:pt>
                <c:pt idx="15823">
                  <c:v>2.0153775191754026</c:v>
                </c:pt>
                <c:pt idx="15824">
                  <c:v>2.0162929386167336</c:v>
                </c:pt>
                <c:pt idx="15825">
                  <c:v>2.017181298213226</c:v>
                </c:pt>
                <c:pt idx="15826">
                  <c:v>2.016814657919606</c:v>
                </c:pt>
                <c:pt idx="15827">
                  <c:v>2.0170413012900816</c:v>
                </c:pt>
                <c:pt idx="15828">
                  <c:v>2.0169965769983076</c:v>
                </c:pt>
                <c:pt idx="15829">
                  <c:v>2.0164142271598426</c:v>
                </c:pt>
                <c:pt idx="15830">
                  <c:v>2.016133821234698</c:v>
                </c:pt>
                <c:pt idx="15831">
                  <c:v>2.0154561712929384</c:v>
                </c:pt>
                <c:pt idx="15832">
                  <c:v>2.0150179391661722</c:v>
                </c:pt>
                <c:pt idx="15833">
                  <c:v>2.0159778905958112</c:v>
                </c:pt>
                <c:pt idx="15834">
                  <c:v>2.0162645601195579</c:v>
                </c:pt>
                <c:pt idx="15835">
                  <c:v>2.0163773598382453</c:v>
                </c:pt>
                <c:pt idx="15836">
                  <c:v>2.0166141403485636</c:v>
                </c:pt>
                <c:pt idx="15837">
                  <c:v>2.0178043339706822</c:v>
                </c:pt>
                <c:pt idx="15838">
                  <c:v>2.01749263752445</c:v>
                </c:pt>
                <c:pt idx="15839">
                  <c:v>2.0150903826289532</c:v>
                </c:pt>
                <c:pt idx="15840">
                  <c:v>2.0139802971363268</c:v>
                </c:pt>
                <c:pt idx="15841">
                  <c:v>2.0145022362145886</c:v>
                </c:pt>
                <c:pt idx="15842">
                  <c:v>2.0157074020351202</c:v>
                </c:pt>
                <c:pt idx="15843">
                  <c:v>2.0160333289378256</c:v>
                </c:pt>
                <c:pt idx="15844">
                  <c:v>2.0147006384475068</c:v>
                </c:pt>
                <c:pt idx="15845">
                  <c:v>2.0134623689589239</c:v>
                </c:pt>
                <c:pt idx="15846">
                  <c:v>2.0132841311179974</c:v>
                </c:pt>
                <c:pt idx="15847">
                  <c:v>2.0129585338783764</c:v>
                </c:pt>
                <c:pt idx="15848">
                  <c:v>2.0139336772818179</c:v>
                </c:pt>
                <c:pt idx="15849">
                  <c:v>2.0142961143711129</c:v>
                </c:pt>
                <c:pt idx="15850">
                  <c:v>2.0132978396079206</c:v>
                </c:pt>
                <c:pt idx="15851">
                  <c:v>2.0116113656842707</c:v>
                </c:pt>
                <c:pt idx="15852">
                  <c:v>2.0095142414452432</c:v>
                </c:pt>
                <c:pt idx="15853">
                  <c:v>2.0112294510010771</c:v>
                </c:pt>
                <c:pt idx="15854">
                  <c:v>2.0141925452187865</c:v>
                </c:pt>
                <c:pt idx="15855">
                  <c:v>2.0141917485329994</c:v>
                </c:pt>
                <c:pt idx="15856">
                  <c:v>2.014487676095031</c:v>
                </c:pt>
                <c:pt idx="15857">
                  <c:v>2.0154004307597635</c:v>
                </c:pt>
                <c:pt idx="15858">
                  <c:v>2.0147090723280807</c:v>
                </c:pt>
                <c:pt idx="15859">
                  <c:v>2.0129841926551064</c:v>
                </c:pt>
                <c:pt idx="15860">
                  <c:v>2.0127084294850661</c:v>
                </c:pt>
                <c:pt idx="15861">
                  <c:v>2.0121074536823365</c:v>
                </c:pt>
                <c:pt idx="15862">
                  <c:v>2.0112153579042218</c:v>
                </c:pt>
                <c:pt idx="15863">
                  <c:v>2.0118936671721501</c:v>
                </c:pt>
                <c:pt idx="15864">
                  <c:v>2.0129963627173031</c:v>
                </c:pt>
                <c:pt idx="15865">
                  <c:v>2.0138719203973539</c:v>
                </c:pt>
                <c:pt idx="15866">
                  <c:v>2.0149818135865147</c:v>
                </c:pt>
                <c:pt idx="15867">
                  <c:v>2.0145830311421729</c:v>
                </c:pt>
                <c:pt idx="15868">
                  <c:v>2.0150036537658513</c:v>
                </c:pt>
                <c:pt idx="15869">
                  <c:v>2.0186969517153468</c:v>
                </c:pt>
                <c:pt idx="15870">
                  <c:v>2.0203963923869805</c:v>
                </c:pt>
                <c:pt idx="15871">
                  <c:v>2.0205066921606121</c:v>
                </c:pt>
                <c:pt idx="15872">
                  <c:v>2.0172408573437948</c:v>
                </c:pt>
                <c:pt idx="15873">
                  <c:v>2.0141169150128571</c:v>
                </c:pt>
                <c:pt idx="15874">
                  <c:v>2.0145443781455352</c:v>
                </c:pt>
                <c:pt idx="15875">
                  <c:v>2.0153063119491881</c:v>
                </c:pt>
                <c:pt idx="15876">
                  <c:v>2.016870590756247</c:v>
                </c:pt>
                <c:pt idx="15877">
                  <c:v>2.0184452264785389</c:v>
                </c:pt>
                <c:pt idx="15878">
                  <c:v>2.0191402661479967</c:v>
                </c:pt>
                <c:pt idx="15879">
                  <c:v>2.0181594085844266</c:v>
                </c:pt>
                <c:pt idx="15880">
                  <c:v>2.0174074745609984</c:v>
                </c:pt>
                <c:pt idx="15881">
                  <c:v>2.0170241588096967</c:v>
                </c:pt>
                <c:pt idx="15882">
                  <c:v>2.0158762170062197</c:v>
                </c:pt>
                <c:pt idx="15883">
                  <c:v>2.0135818718269927</c:v>
                </c:pt>
                <c:pt idx="15884">
                  <c:v>2.0120443506736114</c:v>
                </c:pt>
                <c:pt idx="15885">
                  <c:v>2.0130790532076217</c:v>
                </c:pt>
                <c:pt idx="15886">
                  <c:v>2.0138742829827918</c:v>
                </c:pt>
                <c:pt idx="15887">
                  <c:v>2.0129012274455507</c:v>
                </c:pt>
                <c:pt idx="15888">
                  <c:v>2.0138247236324478</c:v>
                </c:pt>
                <c:pt idx="15889">
                  <c:v>2.0154005681193818</c:v>
                </c:pt>
                <c:pt idx="15890">
                  <c:v>2.0153081250961518</c:v>
                </c:pt>
                <c:pt idx="15891">
                  <c:v>2.0141533702555989</c:v>
                </c:pt>
                <c:pt idx="15892">
                  <c:v>2.0127042812245883</c:v>
                </c:pt>
                <c:pt idx="15893">
                  <c:v>2.0127684556383376</c:v>
                </c:pt>
                <c:pt idx="15894">
                  <c:v>2.0125560976681833</c:v>
                </c:pt>
                <c:pt idx="15895">
                  <c:v>2.0128837278301575</c:v>
                </c:pt>
                <c:pt idx="15896">
                  <c:v>2.0129752368079821</c:v>
                </c:pt>
                <c:pt idx="15897">
                  <c:v>2.0131269367706204</c:v>
                </c:pt>
                <c:pt idx="15898">
                  <c:v>2.0128338388167295</c:v>
                </c:pt>
                <c:pt idx="15899">
                  <c:v>2.011672463242566</c:v>
                </c:pt>
                <c:pt idx="15900">
                  <c:v>2.0105644930880642</c:v>
                </c:pt>
                <c:pt idx="15901">
                  <c:v>2.0107536922265443</c:v>
                </c:pt>
                <c:pt idx="15902">
                  <c:v>2.0122835761851388</c:v>
                </c:pt>
                <c:pt idx="15903">
                  <c:v>2.0114007659172324</c:v>
                </c:pt>
                <c:pt idx="15904">
                  <c:v>2.0100301367002924</c:v>
                </c:pt>
                <c:pt idx="15905">
                  <c:v>2.010269307267972</c:v>
                </c:pt>
                <c:pt idx="15906">
                  <c:v>2.0104934232214675</c:v>
                </c:pt>
                <c:pt idx="15907">
                  <c:v>2.0108794312212916</c:v>
                </c:pt>
                <c:pt idx="15908">
                  <c:v>2.0108825904925167</c:v>
                </c:pt>
                <c:pt idx="15909">
                  <c:v>2.0128330970747896</c:v>
                </c:pt>
                <c:pt idx="15910">
                  <c:v>2.0153380694929783</c:v>
                </c:pt>
                <c:pt idx="15911">
                  <c:v>2.0153208445968223</c:v>
                </c:pt>
                <c:pt idx="15912">
                  <c:v>2.0140149117601811</c:v>
                </c:pt>
                <c:pt idx="15913">
                  <c:v>2.0128166963363441</c:v>
                </c:pt>
                <c:pt idx="15914">
                  <c:v>2.0122320663282127</c:v>
                </c:pt>
                <c:pt idx="15915">
                  <c:v>2.0118052899936267</c:v>
                </c:pt>
                <c:pt idx="15916">
                  <c:v>2.0119371552273577</c:v>
                </c:pt>
                <c:pt idx="15917">
                  <c:v>2.0108915188677172</c:v>
                </c:pt>
                <c:pt idx="15918">
                  <c:v>2.0106720456693261</c:v>
                </c:pt>
                <c:pt idx="15919">
                  <c:v>2.0123067075448891</c:v>
                </c:pt>
                <c:pt idx="15920">
                  <c:v>2.0135533284982747</c:v>
                </c:pt>
                <c:pt idx="15921">
                  <c:v>2.0135267356761388</c:v>
                </c:pt>
                <c:pt idx="15922">
                  <c:v>2.0133627557636098</c:v>
                </c:pt>
                <c:pt idx="15923">
                  <c:v>2.0147287696973692</c:v>
                </c:pt>
                <c:pt idx="15924">
                  <c:v>2.0150011263488716</c:v>
                </c:pt>
                <c:pt idx="15925">
                  <c:v>2.0136169534735502</c:v>
                </c:pt>
                <c:pt idx="15926">
                  <c:v>2.0136411562383243</c:v>
                </c:pt>
                <c:pt idx="15927">
                  <c:v>2.0146929737807961</c:v>
                </c:pt>
                <c:pt idx="15928">
                  <c:v>2.0160562405221865</c:v>
                </c:pt>
                <c:pt idx="15929">
                  <c:v>2.0152008747060504</c:v>
                </c:pt>
                <c:pt idx="15930">
                  <c:v>2.0158375914815059</c:v>
                </c:pt>
                <c:pt idx="15931">
                  <c:v>2.0165979044416606</c:v>
                </c:pt>
                <c:pt idx="15932">
                  <c:v>2.0165668062240392</c:v>
                </c:pt>
                <c:pt idx="15933">
                  <c:v>2.0147597030834485</c:v>
                </c:pt>
                <c:pt idx="15934">
                  <c:v>2.0130662512911806</c:v>
                </c:pt>
                <c:pt idx="15935">
                  <c:v>2.0135912397529725</c:v>
                </c:pt>
                <c:pt idx="15936">
                  <c:v>2.0144131997098964</c:v>
                </c:pt>
                <c:pt idx="15937">
                  <c:v>2.01607961912925</c:v>
                </c:pt>
                <c:pt idx="15938">
                  <c:v>2.0167809773411571</c:v>
                </c:pt>
                <c:pt idx="15939">
                  <c:v>2.0167649062657964</c:v>
                </c:pt>
                <c:pt idx="15940">
                  <c:v>2.015465291971605</c:v>
                </c:pt>
                <c:pt idx="15941">
                  <c:v>2.0127286762928289</c:v>
                </c:pt>
                <c:pt idx="15942">
                  <c:v>2.0123912386540956</c:v>
                </c:pt>
                <c:pt idx="15943">
                  <c:v>2.0131341893584755</c:v>
                </c:pt>
                <c:pt idx="15944">
                  <c:v>2.0129999340673832</c:v>
                </c:pt>
                <c:pt idx="15945">
                  <c:v>2.0107176765345818</c:v>
                </c:pt>
                <c:pt idx="15946">
                  <c:v>2.009236500296697</c:v>
                </c:pt>
                <c:pt idx="15947">
                  <c:v>2.0097779719127051</c:v>
                </c:pt>
                <c:pt idx="15948">
                  <c:v>2.0095876464253535</c:v>
                </c:pt>
                <c:pt idx="15949">
                  <c:v>2.0092091382606974</c:v>
                </c:pt>
                <c:pt idx="15950">
                  <c:v>2.0112138469484186</c:v>
                </c:pt>
                <c:pt idx="15951">
                  <c:v>2.0128104052658182</c:v>
                </c:pt>
                <c:pt idx="15952">
                  <c:v>2.013182539944177</c:v>
                </c:pt>
                <c:pt idx="15953">
                  <c:v>2.012887628843322</c:v>
                </c:pt>
                <c:pt idx="15954">
                  <c:v>2.0128499923078613</c:v>
                </c:pt>
                <c:pt idx="15955">
                  <c:v>2.0127662578844423</c:v>
                </c:pt>
                <c:pt idx="15956">
                  <c:v>2.0122305553724096</c:v>
                </c:pt>
                <c:pt idx="15957">
                  <c:v>2.0118624590668337</c:v>
                </c:pt>
                <c:pt idx="15958">
                  <c:v>2.011814575503835</c:v>
                </c:pt>
                <c:pt idx="15959">
                  <c:v>2.0137551372497309</c:v>
                </c:pt>
                <c:pt idx="15960">
                  <c:v>2.0152509285510209</c:v>
                </c:pt>
                <c:pt idx="15961">
                  <c:v>2.0154028208171249</c:v>
                </c:pt>
                <c:pt idx="15962">
                  <c:v>2.0147547306652602</c:v>
                </c:pt>
                <c:pt idx="15963">
                  <c:v>2.0134408859145951</c:v>
                </c:pt>
                <c:pt idx="15964">
                  <c:v>2.0113450253840575</c:v>
                </c:pt>
                <c:pt idx="15965">
                  <c:v>2.0112619228148834</c:v>
                </c:pt>
                <c:pt idx="15966">
                  <c:v>2.0115907342695767</c:v>
                </c:pt>
                <c:pt idx="15967">
                  <c:v>2.011831910287686</c:v>
                </c:pt>
                <c:pt idx="15968">
                  <c:v>2.011845563833762</c:v>
                </c:pt>
                <c:pt idx="15969">
                  <c:v>2.0136778587283795</c:v>
                </c:pt>
                <c:pt idx="15970">
                  <c:v>2.015824844508912</c:v>
                </c:pt>
                <c:pt idx="15971">
                  <c:v>2.015286642051823</c:v>
                </c:pt>
                <c:pt idx="15972">
                  <c:v>2.0140542515549109</c:v>
                </c:pt>
                <c:pt idx="15973">
                  <c:v>2.0141928474099471</c:v>
                </c:pt>
                <c:pt idx="15974">
                  <c:v>2.0139348860464605</c:v>
                </c:pt>
                <c:pt idx="15975">
                  <c:v>2.0147832739939782</c:v>
                </c:pt>
                <c:pt idx="15976">
                  <c:v>2.0165099668139161</c:v>
                </c:pt>
                <c:pt idx="15977">
                  <c:v>2.0168359486604688</c:v>
                </c:pt>
                <c:pt idx="15978">
                  <c:v>2.0168520197358299</c:v>
                </c:pt>
                <c:pt idx="15979">
                  <c:v>2.0161618425968659</c:v>
                </c:pt>
                <c:pt idx="15980">
                  <c:v>2.0141661996439639</c:v>
                </c:pt>
                <c:pt idx="15981">
                  <c:v>2.0135726137887078</c:v>
                </c:pt>
                <c:pt idx="15982">
                  <c:v>2.0135395925364277</c:v>
                </c:pt>
                <c:pt idx="15983">
                  <c:v>2.0143910298674754</c:v>
                </c:pt>
                <c:pt idx="15984">
                  <c:v>2.0154321058877827</c:v>
                </c:pt>
                <c:pt idx="15985">
                  <c:v>2.014687781587218</c:v>
                </c:pt>
                <c:pt idx="15986">
                  <c:v>2.0140915309553638</c:v>
                </c:pt>
                <c:pt idx="15987">
                  <c:v>2.0138241467220501</c:v>
                </c:pt>
                <c:pt idx="15988">
                  <c:v>2.0134405013076635</c:v>
                </c:pt>
                <c:pt idx="15989">
                  <c:v>2.0134926979626822</c:v>
                </c:pt>
                <c:pt idx="15990">
                  <c:v>2.0133149546163822</c:v>
                </c:pt>
                <c:pt idx="15991">
                  <c:v>2.0130702072481923</c:v>
                </c:pt>
                <c:pt idx="15992">
                  <c:v>2.0130852343904531</c:v>
                </c:pt>
                <c:pt idx="15993">
                  <c:v>2.0138947495659436</c:v>
                </c:pt>
                <c:pt idx="15994">
                  <c:v>2.0141386178325753</c:v>
                </c:pt>
                <c:pt idx="15995">
                  <c:v>2.0130789982637745</c:v>
                </c:pt>
                <c:pt idx="15996">
                  <c:v>2.0119800114283204</c:v>
                </c:pt>
                <c:pt idx="15997">
                  <c:v>2.0127342805652622</c:v>
                </c:pt>
                <c:pt idx="15998">
                  <c:v>2.0144888024439025</c:v>
                </c:pt>
                <c:pt idx="15999">
                  <c:v>2.0155271037999163</c:v>
                </c:pt>
                <c:pt idx="16000">
                  <c:v>2.016162639282653</c:v>
                </c:pt>
                <c:pt idx="16001">
                  <c:v>2.0162174182984991</c:v>
                </c:pt>
                <c:pt idx="16002">
                  <c:v>2.0156853695523176</c:v>
                </c:pt>
                <c:pt idx="16003">
                  <c:v>2.0154040570536913</c:v>
                </c:pt>
                <c:pt idx="16004">
                  <c:v>2.0153296081404806</c:v>
                </c:pt>
                <c:pt idx="16005">
                  <c:v>2.0150993384760776</c:v>
                </c:pt>
                <c:pt idx="16006">
                  <c:v>2.0165052416430407</c:v>
                </c:pt>
                <c:pt idx="16007">
                  <c:v>2.0176287883782775</c:v>
                </c:pt>
                <c:pt idx="16008">
                  <c:v>2.0162807685545374</c:v>
                </c:pt>
                <c:pt idx="16009">
                  <c:v>2.0156717984220127</c:v>
                </c:pt>
                <c:pt idx="16010">
                  <c:v>2.0159018208391024</c:v>
                </c:pt>
                <c:pt idx="16011">
                  <c:v>2.0156535845366035</c:v>
                </c:pt>
                <c:pt idx="16012">
                  <c:v>2.0150503285642074</c:v>
                </c:pt>
                <c:pt idx="16013">
                  <c:v>2.0150428012571151</c:v>
                </c:pt>
                <c:pt idx="16014">
                  <c:v>2.0157585822289619</c:v>
                </c:pt>
                <c:pt idx="16015">
                  <c:v>2.0151466451286786</c:v>
                </c:pt>
                <c:pt idx="16016">
                  <c:v>2.0139382650930751</c:v>
                </c:pt>
                <c:pt idx="16017">
                  <c:v>2.0129750719764399</c:v>
                </c:pt>
                <c:pt idx="16018">
                  <c:v>2.0137218412782136</c:v>
                </c:pt>
                <c:pt idx="16019">
                  <c:v>2.0141758148172566</c:v>
                </c:pt>
                <c:pt idx="16020">
                  <c:v>2.0137299180237798</c:v>
                </c:pt>
                <c:pt idx="16021">
                  <c:v>2.0152526043383663</c:v>
                </c:pt>
                <c:pt idx="16022">
                  <c:v>2.0168675688446407</c:v>
                </c:pt>
                <c:pt idx="16023">
                  <c:v>2.0163756291070527</c:v>
                </c:pt>
                <c:pt idx="16024">
                  <c:v>2.0152072207204239</c:v>
                </c:pt>
                <c:pt idx="16025">
                  <c:v>2.0155968550141754</c:v>
                </c:pt>
                <c:pt idx="16026">
                  <c:v>2.0160612404122986</c:v>
                </c:pt>
                <c:pt idx="16027">
                  <c:v>2.0150734324520339</c:v>
                </c:pt>
                <c:pt idx="16028">
                  <c:v>2.0117127096107779</c:v>
                </c:pt>
                <c:pt idx="16029">
                  <c:v>2.0109900881299314</c:v>
                </c:pt>
                <c:pt idx="16030">
                  <c:v>2.0119638029933409</c:v>
                </c:pt>
                <c:pt idx="16031">
                  <c:v>2.0121370134722314</c:v>
                </c:pt>
                <c:pt idx="16032">
                  <c:v>2.0126420298454981</c:v>
                </c:pt>
                <c:pt idx="16033">
                  <c:v>2.0139973297290168</c:v>
                </c:pt>
                <c:pt idx="16034">
                  <c:v>2.0158972055559219</c:v>
                </c:pt>
                <c:pt idx="16035">
                  <c:v>2.0172187699171449</c:v>
                </c:pt>
                <c:pt idx="16036">
                  <c:v>2.0177915045823167</c:v>
                </c:pt>
                <c:pt idx="16037">
                  <c:v>2.0176487329948793</c:v>
                </c:pt>
                <c:pt idx="16038">
                  <c:v>2.0168656458099821</c:v>
                </c:pt>
                <c:pt idx="16039">
                  <c:v>2.0150536251950508</c:v>
                </c:pt>
                <c:pt idx="16040">
                  <c:v>2.0138860959099798</c:v>
                </c:pt>
                <c:pt idx="16041">
                  <c:v>2.0117490000219775</c:v>
                </c:pt>
                <c:pt idx="16042">
                  <c:v>2.0120289938682667</c:v>
                </c:pt>
                <c:pt idx="16043">
                  <c:v>2.0135424770884156</c:v>
                </c:pt>
                <c:pt idx="16044">
                  <c:v>2.0128343607832795</c:v>
                </c:pt>
                <c:pt idx="16045">
                  <c:v>2.0127316157886641</c:v>
                </c:pt>
                <c:pt idx="16046">
                  <c:v>2.0129065295268238</c:v>
                </c:pt>
                <c:pt idx="16047">
                  <c:v>2.0116055965802948</c:v>
                </c:pt>
                <c:pt idx="16048">
                  <c:v>2.011127997186875</c:v>
                </c:pt>
                <c:pt idx="16049">
                  <c:v>2.012330937781587</c:v>
                </c:pt>
                <c:pt idx="16050">
                  <c:v>2.0124001120854489</c:v>
                </c:pt>
                <c:pt idx="16051">
                  <c:v>2.0124862915100765</c:v>
                </c:pt>
                <c:pt idx="16052">
                  <c:v>2.013722885211314</c:v>
                </c:pt>
                <c:pt idx="16053">
                  <c:v>2.0143568273224766</c:v>
                </c:pt>
                <c:pt idx="16054">
                  <c:v>2.0142569668798487</c:v>
                </c:pt>
                <c:pt idx="16055">
                  <c:v>2.0146319861101953</c:v>
                </c:pt>
                <c:pt idx="16056">
                  <c:v>2.0140330707017426</c:v>
                </c:pt>
                <c:pt idx="16057">
                  <c:v>2.0146325355486692</c:v>
                </c:pt>
                <c:pt idx="16058">
                  <c:v>2.0147418738049714</c:v>
                </c:pt>
                <c:pt idx="16059">
                  <c:v>2.0135482461923915</c:v>
                </c:pt>
                <c:pt idx="16060">
                  <c:v>2.0127937023362126</c:v>
                </c:pt>
                <c:pt idx="16061">
                  <c:v>2.0137292312256871</c:v>
                </c:pt>
                <c:pt idx="16062">
                  <c:v>2.0143783653106526</c:v>
                </c:pt>
                <c:pt idx="16063">
                  <c:v>2.0143848212127207</c:v>
                </c:pt>
                <c:pt idx="16064">
                  <c:v>2.0158254214193096</c:v>
                </c:pt>
                <c:pt idx="16065">
                  <c:v>2.0158620414935937</c:v>
                </c:pt>
                <c:pt idx="16066">
                  <c:v>2.0162160996461616</c:v>
                </c:pt>
                <c:pt idx="16067">
                  <c:v>2.0162857959165734</c:v>
                </c:pt>
                <c:pt idx="16068">
                  <c:v>2.0154404024087382</c:v>
                </c:pt>
                <c:pt idx="16069">
                  <c:v>2.0143777059844838</c:v>
                </c:pt>
                <c:pt idx="16070">
                  <c:v>2.0136165413946947</c:v>
                </c:pt>
                <c:pt idx="16071">
                  <c:v>2.012315333728929</c:v>
                </c:pt>
                <c:pt idx="16072">
                  <c:v>2.0121501175798335</c:v>
                </c:pt>
                <c:pt idx="16073">
                  <c:v>2.0122705544933077</c:v>
                </c:pt>
                <c:pt idx="16074">
                  <c:v>2.0130026812597523</c:v>
                </c:pt>
                <c:pt idx="16075">
                  <c:v>2.0125384881650952</c:v>
                </c:pt>
                <c:pt idx="16076">
                  <c:v>2.0127671369860005</c:v>
                </c:pt>
                <c:pt idx="16077">
                  <c:v>2.0133119876486232</c:v>
                </c:pt>
                <c:pt idx="16078">
                  <c:v>2.0128074932419069</c:v>
                </c:pt>
                <c:pt idx="16079">
                  <c:v>2.0131646557218521</c:v>
                </c:pt>
                <c:pt idx="16080">
                  <c:v>2.0133737994769345</c:v>
                </c:pt>
                <c:pt idx="16081">
                  <c:v>2.0145493230918001</c:v>
                </c:pt>
                <c:pt idx="16082">
                  <c:v>2.0145241862816201</c:v>
                </c:pt>
                <c:pt idx="16083">
                  <c:v>2.0150152743895737</c:v>
                </c:pt>
                <c:pt idx="16084">
                  <c:v>2.017905046042944</c:v>
                </c:pt>
                <c:pt idx="16085">
                  <c:v>2.0179788631019098</c:v>
                </c:pt>
                <c:pt idx="16086">
                  <c:v>2.0169129799345069</c:v>
                </c:pt>
                <c:pt idx="16087">
                  <c:v>2.0161065690863937</c:v>
                </c:pt>
                <c:pt idx="16088">
                  <c:v>2.0160459660227246</c:v>
                </c:pt>
                <c:pt idx="16089">
                  <c:v>2.0161796718753435</c:v>
                </c:pt>
                <c:pt idx="16090">
                  <c:v>2.0151506285576142</c:v>
                </c:pt>
                <c:pt idx="16091">
                  <c:v>2.014587206874574</c:v>
                </c:pt>
                <c:pt idx="16092">
                  <c:v>2.0138077459836046</c:v>
                </c:pt>
                <c:pt idx="16093">
                  <c:v>2.0135452242807852</c:v>
                </c:pt>
                <c:pt idx="16094">
                  <c:v>2.0148781345464934</c:v>
                </c:pt>
                <c:pt idx="16095">
                  <c:v>2.0160581086129974</c:v>
                </c:pt>
                <c:pt idx="16096">
                  <c:v>2.015580014724951</c:v>
                </c:pt>
                <c:pt idx="16097">
                  <c:v>2.01541386453045</c:v>
                </c:pt>
                <c:pt idx="16098">
                  <c:v>2.0152738401353818</c:v>
                </c:pt>
                <c:pt idx="16099">
                  <c:v>2.0146966000747235</c:v>
                </c:pt>
                <c:pt idx="16100">
                  <c:v>2.0141943308938264</c:v>
                </c:pt>
                <c:pt idx="16101">
                  <c:v>2.013522175336806</c:v>
                </c:pt>
                <c:pt idx="16102">
                  <c:v>2.0131813586514582</c:v>
                </c:pt>
                <c:pt idx="16103">
                  <c:v>2.0140561745895695</c:v>
                </c:pt>
                <c:pt idx="16104">
                  <c:v>2.0143767169952307</c:v>
                </c:pt>
                <c:pt idx="16105">
                  <c:v>2.0141556504252653</c:v>
                </c:pt>
                <c:pt idx="16106">
                  <c:v>2.0149536273928046</c:v>
                </c:pt>
                <c:pt idx="16107">
                  <c:v>2.0152557910815148</c:v>
                </c:pt>
                <c:pt idx="16108">
                  <c:v>2.0141204863629372</c:v>
                </c:pt>
                <c:pt idx="16109">
                  <c:v>2.0141558152568075</c:v>
                </c:pt>
                <c:pt idx="16110">
                  <c:v>2.0134505560317355</c:v>
                </c:pt>
                <c:pt idx="16111">
                  <c:v>2.0130283675084062</c:v>
                </c:pt>
                <c:pt idx="16112">
                  <c:v>2.0122396760510757</c:v>
                </c:pt>
                <c:pt idx="16113">
                  <c:v>2.0118371299531876</c:v>
                </c:pt>
                <c:pt idx="16114">
                  <c:v>2.0127810103074659</c:v>
                </c:pt>
                <c:pt idx="16115">
                  <c:v>2.0136601118656734</c:v>
                </c:pt>
                <c:pt idx="16116">
                  <c:v>2.0140160930528999</c:v>
                </c:pt>
                <c:pt idx="16117">
                  <c:v>2.0143812498626406</c:v>
                </c:pt>
                <c:pt idx="16118">
                  <c:v>2.014607426210413</c:v>
                </c:pt>
                <c:pt idx="16119">
                  <c:v>2.0140074943407837</c:v>
                </c:pt>
                <c:pt idx="16120">
                  <c:v>2.0121562438188172</c:v>
                </c:pt>
                <c:pt idx="16121">
                  <c:v>2.0098964308476739</c:v>
                </c:pt>
                <c:pt idx="16122">
                  <c:v>2.0106189973846726</c:v>
                </c:pt>
                <c:pt idx="16123">
                  <c:v>2.0125178292784773</c:v>
                </c:pt>
                <c:pt idx="16124">
                  <c:v>2.0137448352783456</c:v>
                </c:pt>
                <c:pt idx="16125">
                  <c:v>2.0130504824069799</c:v>
                </c:pt>
                <c:pt idx="16126">
                  <c:v>2.0134126447770377</c:v>
                </c:pt>
                <c:pt idx="16127">
                  <c:v>2.0161493703435087</c:v>
                </c:pt>
                <c:pt idx="16128">
                  <c:v>2.0151543097953892</c:v>
                </c:pt>
                <c:pt idx="16129">
                  <c:v>2.0134579185072856</c:v>
                </c:pt>
                <c:pt idx="16130">
                  <c:v>2.013706264697479</c:v>
                </c:pt>
                <c:pt idx="16131">
                  <c:v>2.0140474385178346</c:v>
                </c:pt>
                <c:pt idx="16132">
                  <c:v>2.0126480736687107</c:v>
                </c:pt>
                <c:pt idx="16133">
                  <c:v>2.0107521263268939</c:v>
                </c:pt>
                <c:pt idx="16134">
                  <c:v>2.0107351486780511</c:v>
                </c:pt>
                <c:pt idx="16135">
                  <c:v>2.0134709676710401</c:v>
                </c:pt>
                <c:pt idx="16136">
                  <c:v>2.0138348607722909</c:v>
                </c:pt>
                <c:pt idx="16137">
                  <c:v>2.0122849497813236</c:v>
                </c:pt>
                <c:pt idx="16138">
                  <c:v>2.0124532977297203</c:v>
                </c:pt>
                <c:pt idx="16139">
                  <c:v>2.0110216533702556</c:v>
                </c:pt>
                <c:pt idx="16140">
                  <c:v>2.0088902991143054</c:v>
                </c:pt>
                <c:pt idx="16141">
                  <c:v>2.0084082492692468</c:v>
                </c:pt>
                <c:pt idx="16142">
                  <c:v>2.0089915880969649</c:v>
                </c:pt>
                <c:pt idx="16143">
                  <c:v>2.0107095448451684</c:v>
                </c:pt>
                <c:pt idx="16144">
                  <c:v>2.0131551229643305</c:v>
                </c:pt>
                <c:pt idx="16145">
                  <c:v>2.0135619546823147</c:v>
                </c:pt>
                <c:pt idx="16146">
                  <c:v>2.0125147798949472</c:v>
                </c:pt>
                <c:pt idx="16147">
                  <c:v>2.0116114755719656</c:v>
                </c:pt>
                <c:pt idx="16148">
                  <c:v>2.0136335739873847</c:v>
                </c:pt>
                <c:pt idx="16149">
                  <c:v>2.0151802158194325</c:v>
                </c:pt>
                <c:pt idx="16150">
                  <c:v>2.0144974560998659</c:v>
                </c:pt>
                <c:pt idx="16151">
                  <c:v>2.01374085184941</c:v>
                </c:pt>
                <c:pt idx="16152">
                  <c:v>2.0132950924155515</c:v>
                </c:pt>
                <c:pt idx="16153">
                  <c:v>2.0135340432078417</c:v>
                </c:pt>
                <c:pt idx="16154">
                  <c:v>2.0134995384716818</c:v>
                </c:pt>
                <c:pt idx="16155">
                  <c:v>2.0134472319289687</c:v>
                </c:pt>
                <c:pt idx="16156">
                  <c:v>2.0147137974989562</c:v>
                </c:pt>
                <c:pt idx="16157">
                  <c:v>2.0145705863607395</c:v>
                </c:pt>
                <c:pt idx="16158">
                  <c:v>2.0133407782246544</c:v>
                </c:pt>
                <c:pt idx="16159">
                  <c:v>2.0132627030175163</c:v>
                </c:pt>
                <c:pt idx="16160">
                  <c:v>2.0136345080327906</c:v>
                </c:pt>
                <c:pt idx="16161">
                  <c:v>2.0138888980461966</c:v>
                </c:pt>
                <c:pt idx="16162">
                  <c:v>2.0142254565833717</c:v>
                </c:pt>
                <c:pt idx="16163">
                  <c:v>2.0149206061405245</c:v>
                </c:pt>
                <c:pt idx="16164">
                  <c:v>2.0150432133359706</c:v>
                </c:pt>
                <c:pt idx="16165">
                  <c:v>2.0153934803630689</c:v>
                </c:pt>
                <c:pt idx="16166">
                  <c:v>2.0172615162304126</c:v>
                </c:pt>
                <c:pt idx="16167">
                  <c:v>2.018626211511835</c:v>
                </c:pt>
                <c:pt idx="16168">
                  <c:v>2.0197238796949519</c:v>
                </c:pt>
                <c:pt idx="16169">
                  <c:v>2.0190244170457792</c:v>
                </c:pt>
                <c:pt idx="16170">
                  <c:v>2.0174885991516671</c:v>
                </c:pt>
                <c:pt idx="16171">
                  <c:v>2.0172278081800399</c:v>
                </c:pt>
                <c:pt idx="16172">
                  <c:v>2.0165704874618142</c:v>
                </c:pt>
                <c:pt idx="16173">
                  <c:v>2.0151444748467067</c:v>
                </c:pt>
                <c:pt idx="16174">
                  <c:v>2.013981698204435</c:v>
                </c:pt>
                <c:pt idx="16175">
                  <c:v>2.0140795531966331</c:v>
                </c:pt>
                <c:pt idx="16176">
                  <c:v>2.0135234939891431</c:v>
                </c:pt>
                <c:pt idx="16177">
                  <c:v>2.0125695314388694</c:v>
                </c:pt>
                <c:pt idx="16178">
                  <c:v>2.0129011725017034</c:v>
                </c:pt>
                <c:pt idx="16179">
                  <c:v>2.0132115502955981</c:v>
                </c:pt>
                <c:pt idx="16180">
                  <c:v>2.0129003483439925</c:v>
                </c:pt>
                <c:pt idx="16181">
                  <c:v>2.0126365079888355</c:v>
                </c:pt>
                <c:pt idx="16182">
                  <c:v>2.0125822509395399</c:v>
                </c:pt>
                <c:pt idx="16183">
                  <c:v>2.0127278796070418</c:v>
                </c:pt>
                <c:pt idx="16184">
                  <c:v>2.0142848508823983</c:v>
                </c:pt>
                <c:pt idx="16185">
                  <c:v>2.015174062108525</c:v>
                </c:pt>
                <c:pt idx="16186">
                  <c:v>2.0159034966264477</c:v>
                </c:pt>
                <c:pt idx="16187">
                  <c:v>2.014657699830773</c:v>
                </c:pt>
                <c:pt idx="16188">
                  <c:v>2.0128758983319046</c:v>
                </c:pt>
                <c:pt idx="16189">
                  <c:v>2.0136119810553614</c:v>
                </c:pt>
                <c:pt idx="16190">
                  <c:v>2.0141216401837321</c:v>
                </c:pt>
                <c:pt idx="16191">
                  <c:v>2.0118001802158196</c:v>
                </c:pt>
                <c:pt idx="16192">
                  <c:v>2.0109031669633635</c:v>
                </c:pt>
                <c:pt idx="16193">
                  <c:v>2.0125276642271599</c:v>
                </c:pt>
                <c:pt idx="16194">
                  <c:v>2.0129186446451728</c:v>
                </c:pt>
                <c:pt idx="16195">
                  <c:v>2.0138145590206808</c:v>
                </c:pt>
                <c:pt idx="16196">
                  <c:v>2.0160853607613021</c:v>
                </c:pt>
                <c:pt idx="16197">
                  <c:v>2.017828674095075</c:v>
                </c:pt>
                <c:pt idx="16198">
                  <c:v>2.0187267312806312</c:v>
                </c:pt>
                <c:pt idx="16199">
                  <c:v>2.018362371156678</c:v>
                </c:pt>
                <c:pt idx="16200">
                  <c:v>2.0161541504582319</c:v>
                </c:pt>
                <c:pt idx="16201">
                  <c:v>2.0140563668930351</c:v>
                </c:pt>
                <c:pt idx="16202">
                  <c:v>2.013854750445045</c:v>
                </c:pt>
                <c:pt idx="16203">
                  <c:v>2.0151404364739238</c:v>
                </c:pt>
                <c:pt idx="16204">
                  <c:v>2.016142529834509</c:v>
                </c:pt>
                <c:pt idx="16205">
                  <c:v>2.0168260312960156</c:v>
                </c:pt>
                <c:pt idx="16206">
                  <c:v>2.0167826806004263</c:v>
                </c:pt>
                <c:pt idx="16207">
                  <c:v>2.015735780532296</c:v>
                </c:pt>
                <c:pt idx="16208">
                  <c:v>2.015894403419705</c:v>
                </c:pt>
                <c:pt idx="16209">
                  <c:v>2.015276065361201</c:v>
                </c:pt>
                <c:pt idx="16210">
                  <c:v>2.0121566833695961</c:v>
                </c:pt>
                <c:pt idx="16211">
                  <c:v>2.0105521856662492</c:v>
                </c:pt>
                <c:pt idx="16212">
                  <c:v>2.0122406650403288</c:v>
                </c:pt>
                <c:pt idx="16213">
                  <c:v>2.013865821630294</c:v>
                </c:pt>
                <c:pt idx="16214">
                  <c:v>2.0136759356937208</c:v>
                </c:pt>
                <c:pt idx="16215">
                  <c:v>2.0142315004065843</c:v>
                </c:pt>
                <c:pt idx="16216">
                  <c:v>2.0145926188435417</c:v>
                </c:pt>
                <c:pt idx="16217">
                  <c:v>2.0134418474319244</c:v>
                </c:pt>
                <c:pt idx="16218">
                  <c:v>2.0130955913056856</c:v>
                </c:pt>
                <c:pt idx="16219">
                  <c:v>2.0136567602909827</c:v>
                </c:pt>
                <c:pt idx="16220">
                  <c:v>2.0147791532054242</c:v>
                </c:pt>
                <c:pt idx="16221">
                  <c:v>2.0152884002549394</c:v>
                </c:pt>
                <c:pt idx="16222">
                  <c:v>2.0140214500780202</c:v>
                </c:pt>
                <c:pt idx="16223">
                  <c:v>2.0122868178721345</c:v>
                </c:pt>
                <c:pt idx="16224">
                  <c:v>2.0116094975934593</c:v>
                </c:pt>
                <c:pt idx="16225">
                  <c:v>2.0113084602536206</c:v>
                </c:pt>
                <c:pt idx="16226">
                  <c:v>2.0115029340014505</c:v>
                </c:pt>
                <c:pt idx="16227">
                  <c:v>2.0114623579701547</c:v>
                </c:pt>
                <c:pt idx="16228">
                  <c:v>2.0119958627282917</c:v>
                </c:pt>
                <c:pt idx="16229">
                  <c:v>2.0132870156699854</c:v>
                </c:pt>
                <c:pt idx="16230">
                  <c:v>2.0157462473352235</c:v>
                </c:pt>
                <c:pt idx="16231">
                  <c:v>2.0164267543570471</c:v>
                </c:pt>
                <c:pt idx="16232">
                  <c:v>2.0166268323773102</c:v>
                </c:pt>
                <c:pt idx="16233">
                  <c:v>2.0168991340849654</c:v>
                </c:pt>
                <c:pt idx="16234">
                  <c:v>2.0156521285246476</c:v>
                </c:pt>
                <c:pt idx="16235">
                  <c:v>2.0148687940924375</c:v>
                </c:pt>
                <c:pt idx="16236">
                  <c:v>2.0145844322102811</c:v>
                </c:pt>
                <c:pt idx="16237">
                  <c:v>2.0142604283422343</c:v>
                </c:pt>
                <c:pt idx="16238">
                  <c:v>2.0128482890485921</c:v>
                </c:pt>
                <c:pt idx="16239">
                  <c:v>2.0126423869805059</c:v>
                </c:pt>
                <c:pt idx="16240">
                  <c:v>2.0145385266257883</c:v>
                </c:pt>
                <c:pt idx="16241">
                  <c:v>2.016705154831762</c:v>
                </c:pt>
                <c:pt idx="16242">
                  <c:v>2.0160455539438695</c:v>
                </c:pt>
                <c:pt idx="16243">
                  <c:v>2.0134399243972658</c:v>
                </c:pt>
                <c:pt idx="16244">
                  <c:v>2.0128833706951497</c:v>
                </c:pt>
                <c:pt idx="16245">
                  <c:v>2.0123793982549834</c:v>
                </c:pt>
                <c:pt idx="16246">
                  <c:v>2.0118669919342431</c:v>
                </c:pt>
                <c:pt idx="16247">
                  <c:v>2.0134239357376762</c:v>
                </c:pt>
                <c:pt idx="16248">
                  <c:v>2.0154374903848269</c:v>
                </c:pt>
                <c:pt idx="16249">
                  <c:v>2.0151088712335992</c:v>
                </c:pt>
                <c:pt idx="16250">
                  <c:v>2.0131436946440737</c:v>
                </c:pt>
                <c:pt idx="16251">
                  <c:v>2.0118737774993956</c:v>
                </c:pt>
                <c:pt idx="16252">
                  <c:v>2.0120241588096963</c:v>
                </c:pt>
                <c:pt idx="16253">
                  <c:v>2.0132237753016415</c:v>
                </c:pt>
                <c:pt idx="16254">
                  <c:v>2.0149228863101909</c:v>
                </c:pt>
                <c:pt idx="16255">
                  <c:v>2.0160732731148765</c:v>
                </c:pt>
                <c:pt idx="16256">
                  <c:v>2.0167777905980087</c:v>
                </c:pt>
                <c:pt idx="16257">
                  <c:v>2.0165618887496977</c:v>
                </c:pt>
                <c:pt idx="16258">
                  <c:v>2.0153501846113273</c:v>
                </c:pt>
                <c:pt idx="16259">
                  <c:v>2.0154012823893979</c:v>
                </c:pt>
                <c:pt idx="16260">
                  <c:v>2.0155106755895473</c:v>
                </c:pt>
                <c:pt idx="16261">
                  <c:v>2.015496170413837</c:v>
                </c:pt>
                <c:pt idx="16262">
                  <c:v>2.0157047647304456</c:v>
                </c:pt>
                <c:pt idx="16263">
                  <c:v>2.0155797674776377</c:v>
                </c:pt>
                <c:pt idx="16264">
                  <c:v>2.0153939748576954</c:v>
                </c:pt>
                <c:pt idx="16265">
                  <c:v>2.0144871816004044</c:v>
                </c:pt>
                <c:pt idx="16266">
                  <c:v>2.0130239720006156</c:v>
                </c:pt>
                <c:pt idx="16267">
                  <c:v>2.0113881288323334</c:v>
                </c:pt>
                <c:pt idx="16268">
                  <c:v>2.0113128282894883</c:v>
                </c:pt>
                <c:pt idx="16269">
                  <c:v>2.0128872717083142</c:v>
                </c:pt>
                <c:pt idx="16270">
                  <c:v>2.0140013131579524</c:v>
                </c:pt>
                <c:pt idx="16271">
                  <c:v>2.0139834564075514</c:v>
                </c:pt>
                <c:pt idx="16272">
                  <c:v>2.013419979780664</c:v>
                </c:pt>
                <c:pt idx="16273">
                  <c:v>2.0137155502076878</c:v>
                </c:pt>
                <c:pt idx="16274">
                  <c:v>2.0142153469154525</c:v>
                </c:pt>
                <c:pt idx="16275">
                  <c:v>2.0142243577064241</c:v>
                </c:pt>
                <c:pt idx="16276">
                  <c:v>2.0146643755082305</c:v>
                </c:pt>
                <c:pt idx="16277">
                  <c:v>2.0154255675699435</c:v>
                </c:pt>
                <c:pt idx="16278">
                  <c:v>2.0167542196874795</c:v>
                </c:pt>
                <c:pt idx="16279">
                  <c:v>2.0164679072987406</c:v>
                </c:pt>
                <c:pt idx="16280">
                  <c:v>2.0138990901298874</c:v>
                </c:pt>
                <c:pt idx="16281">
                  <c:v>2.0118986945341861</c:v>
                </c:pt>
                <c:pt idx="16282">
                  <c:v>2.0104391661721719</c:v>
                </c:pt>
                <c:pt idx="16283">
                  <c:v>2.0110934100349445</c:v>
                </c:pt>
                <c:pt idx="16284">
                  <c:v>2.0132866585349771</c:v>
                </c:pt>
                <c:pt idx="16285">
                  <c:v>2.0123627777411484</c:v>
                </c:pt>
                <c:pt idx="16286">
                  <c:v>2.012041246346234</c:v>
                </c:pt>
                <c:pt idx="16287">
                  <c:v>2.0138108503109824</c:v>
                </c:pt>
                <c:pt idx="16288">
                  <c:v>2.0146212445880312</c:v>
                </c:pt>
                <c:pt idx="16289">
                  <c:v>2.0134577262038196</c:v>
                </c:pt>
                <c:pt idx="16290">
                  <c:v>2.012581619085295</c:v>
                </c:pt>
                <c:pt idx="16291">
                  <c:v>2.0107426485132196</c:v>
                </c:pt>
                <c:pt idx="16292">
                  <c:v>2.0105880090547461</c:v>
                </c:pt>
                <c:pt idx="16293">
                  <c:v>2.0123639590338676</c:v>
                </c:pt>
                <c:pt idx="16294">
                  <c:v>2.0128194435287137</c:v>
                </c:pt>
                <c:pt idx="16295">
                  <c:v>2.0131021296235247</c:v>
                </c:pt>
                <c:pt idx="16296">
                  <c:v>2.012719225951078</c:v>
                </c:pt>
                <c:pt idx="16297">
                  <c:v>2.0128003505417462</c:v>
                </c:pt>
                <c:pt idx="16298">
                  <c:v>2.0133711621722599</c:v>
                </c:pt>
                <c:pt idx="16299">
                  <c:v>2.0139830718006198</c:v>
                </c:pt>
                <c:pt idx="16300">
                  <c:v>2.0148023395090218</c:v>
                </c:pt>
                <c:pt idx="16301">
                  <c:v>2.0154121612711808</c:v>
                </c:pt>
                <c:pt idx="16302">
                  <c:v>2.0164232379508142</c:v>
                </c:pt>
                <c:pt idx="16303">
                  <c:v>2.0181692435331091</c:v>
                </c:pt>
                <c:pt idx="16304">
                  <c:v>2.0180806465791963</c:v>
                </c:pt>
                <c:pt idx="16305">
                  <c:v>2.0169664677699393</c:v>
                </c:pt>
                <c:pt idx="16306">
                  <c:v>2.0168402068086415</c:v>
                </c:pt>
                <c:pt idx="16307">
                  <c:v>2.0156266620513836</c:v>
                </c:pt>
                <c:pt idx="16308">
                  <c:v>2.0142678182897078</c:v>
                </c:pt>
                <c:pt idx="16309">
                  <c:v>2.0145411639304629</c:v>
                </c:pt>
                <c:pt idx="16310">
                  <c:v>2.0136138766180962</c:v>
                </c:pt>
                <c:pt idx="16311">
                  <c:v>2.0130971846772598</c:v>
                </c:pt>
                <c:pt idx="16312">
                  <c:v>2.0145204500999978</c:v>
                </c:pt>
                <c:pt idx="16313">
                  <c:v>2.0149678029054305</c:v>
                </c:pt>
                <c:pt idx="16314">
                  <c:v>2.0149208259159139</c:v>
                </c:pt>
                <c:pt idx="16315">
                  <c:v>2.0152870541306784</c:v>
                </c:pt>
                <c:pt idx="16316">
                  <c:v>2.0148525581855345</c:v>
                </c:pt>
                <c:pt idx="16317">
                  <c:v>2.0167196874793962</c:v>
                </c:pt>
                <c:pt idx="16318">
                  <c:v>2.0175248620909429</c:v>
                </c:pt>
                <c:pt idx="16319">
                  <c:v>2.0175636249752751</c:v>
                </c:pt>
                <c:pt idx="16320">
                  <c:v>2.0163278004879013</c:v>
                </c:pt>
                <c:pt idx="16321">
                  <c:v>2.0145579218039162</c:v>
                </c:pt>
                <c:pt idx="16322">
                  <c:v>2.0137416760071205</c:v>
                </c:pt>
                <c:pt idx="16323">
                  <c:v>2.0138511241511177</c:v>
                </c:pt>
                <c:pt idx="16324">
                  <c:v>2.0139537592580381</c:v>
                </c:pt>
                <c:pt idx="16325">
                  <c:v>2.0149676106019649</c:v>
                </c:pt>
                <c:pt idx="16326">
                  <c:v>2.0163602997736314</c:v>
                </c:pt>
                <c:pt idx="16327">
                  <c:v>2.0163058778927936</c:v>
                </c:pt>
                <c:pt idx="16328">
                  <c:v>2.0155776796114373</c:v>
                </c:pt>
                <c:pt idx="16329">
                  <c:v>2.0153218061141511</c:v>
                </c:pt>
                <c:pt idx="16330">
                  <c:v>2.0177808729478475</c:v>
                </c:pt>
                <c:pt idx="16331">
                  <c:v>2.0187677743346302</c:v>
                </c:pt>
                <c:pt idx="16332">
                  <c:v>2.0159349519790775</c:v>
                </c:pt>
                <c:pt idx="16333">
                  <c:v>2.0149060734928903</c:v>
                </c:pt>
                <c:pt idx="16334">
                  <c:v>2.0154794125403837</c:v>
                </c:pt>
                <c:pt idx="16335">
                  <c:v>2.0138506846003383</c:v>
                </c:pt>
                <c:pt idx="16336">
                  <c:v>2.0125214006285574</c:v>
                </c:pt>
                <c:pt idx="16337">
                  <c:v>2.0124039032109184</c:v>
                </c:pt>
                <c:pt idx="16338">
                  <c:v>2.0130429550998881</c:v>
                </c:pt>
                <c:pt idx="16339">
                  <c:v>2.0143969638029935</c:v>
                </c:pt>
                <c:pt idx="16340">
                  <c:v>2.015823306081185</c:v>
                </c:pt>
                <c:pt idx="16341">
                  <c:v>2.0170456693259489</c:v>
                </c:pt>
                <c:pt idx="16342">
                  <c:v>2.0167166655677895</c:v>
                </c:pt>
                <c:pt idx="16343">
                  <c:v>2.0162834333311355</c:v>
                </c:pt>
                <c:pt idx="16344">
                  <c:v>2.0153040317795212</c:v>
                </c:pt>
                <c:pt idx="16345">
                  <c:v>2.0144779235621195</c:v>
                </c:pt>
                <c:pt idx="16346">
                  <c:v>2.0141186182721258</c:v>
                </c:pt>
                <c:pt idx="16347">
                  <c:v>2.0139542262807413</c:v>
                </c:pt>
                <c:pt idx="16348">
                  <c:v>2.0125046702270279</c:v>
                </c:pt>
                <c:pt idx="16349">
                  <c:v>2.01216407331707</c:v>
                </c:pt>
                <c:pt idx="16350">
                  <c:v>2.0117840267246874</c:v>
                </c:pt>
                <c:pt idx="16351">
                  <c:v>2.0109245950638446</c:v>
                </c:pt>
                <c:pt idx="16352">
                  <c:v>2.010054943847388</c:v>
                </c:pt>
                <c:pt idx="16353">
                  <c:v>2.0104115568888594</c:v>
                </c:pt>
                <c:pt idx="16354">
                  <c:v>2.0127559009692093</c:v>
                </c:pt>
                <c:pt idx="16355">
                  <c:v>2.0147591536449747</c:v>
                </c:pt>
                <c:pt idx="16356">
                  <c:v>2.0154757313026086</c:v>
                </c:pt>
                <c:pt idx="16357">
                  <c:v>2.0144638029933408</c:v>
                </c:pt>
                <c:pt idx="16358">
                  <c:v>2.0128669150128569</c:v>
                </c:pt>
                <c:pt idx="16359">
                  <c:v>2.0119435561855785</c:v>
                </c:pt>
                <c:pt idx="16360">
                  <c:v>2.0120852838399155</c:v>
                </c:pt>
                <c:pt idx="16361">
                  <c:v>2.0128995241862815</c:v>
                </c:pt>
                <c:pt idx="16362">
                  <c:v>2.0150364827146654</c:v>
                </c:pt>
                <c:pt idx="16363">
                  <c:v>2.0163995296806663</c:v>
                </c:pt>
                <c:pt idx="16364">
                  <c:v>2.016880645480319</c:v>
                </c:pt>
                <c:pt idx="16365">
                  <c:v>2.0162346706665786</c:v>
                </c:pt>
                <c:pt idx="16366">
                  <c:v>2.0153214215072195</c:v>
                </c:pt>
                <c:pt idx="16367">
                  <c:v>2.0161019538032132</c:v>
                </c:pt>
                <c:pt idx="16368">
                  <c:v>2.0169414683193776</c:v>
                </c:pt>
                <c:pt idx="16369">
                  <c:v>2.0156670732511373</c:v>
                </c:pt>
                <c:pt idx="16370">
                  <c:v>2.0140753774642315</c:v>
                </c:pt>
                <c:pt idx="16371">
                  <c:v>2.0126765071097337</c:v>
                </c:pt>
                <c:pt idx="16372">
                  <c:v>2.0127548020922617</c:v>
                </c:pt>
                <c:pt idx="16373">
                  <c:v>2.0149929397156106</c:v>
                </c:pt>
                <c:pt idx="16374">
                  <c:v>2.0168548218720468</c:v>
                </c:pt>
                <c:pt idx="16375">
                  <c:v>2.0171930287246433</c:v>
                </c:pt>
                <c:pt idx="16376">
                  <c:v>2.0166483978374101</c:v>
                </c:pt>
                <c:pt idx="16377">
                  <c:v>2.0174886540955144</c:v>
                </c:pt>
                <c:pt idx="16378">
                  <c:v>2.0180978165315047</c:v>
                </c:pt>
                <c:pt idx="16379">
                  <c:v>2.0168797114349135</c:v>
                </c:pt>
                <c:pt idx="16380">
                  <c:v>2.0154265565591967</c:v>
                </c:pt>
                <c:pt idx="16381">
                  <c:v>2.0153988923320365</c:v>
                </c:pt>
                <c:pt idx="16382">
                  <c:v>2.015720890749654</c:v>
                </c:pt>
                <c:pt idx="16383">
                  <c:v>2.0163659864618362</c:v>
                </c:pt>
                <c:pt idx="16384">
                  <c:v>2.0171672875321423</c:v>
                </c:pt>
                <c:pt idx="16385">
                  <c:v>2.0174982143249598</c:v>
                </c:pt>
                <c:pt idx="16386">
                  <c:v>2.0167538900243951</c:v>
                </c:pt>
                <c:pt idx="16387">
                  <c:v>2.0167561152502143</c:v>
                </c:pt>
                <c:pt idx="16388">
                  <c:v>2.016995560537131</c:v>
                </c:pt>
                <c:pt idx="16389">
                  <c:v>2.0176857102041712</c:v>
                </c:pt>
                <c:pt idx="16390">
                  <c:v>2.0182896255027361</c:v>
                </c:pt>
                <c:pt idx="16391">
                  <c:v>2.0195370980857565</c:v>
                </c:pt>
                <c:pt idx="16392">
                  <c:v>2.0195299004417486</c:v>
                </c:pt>
                <c:pt idx="16393">
                  <c:v>2.0180641634249796</c:v>
                </c:pt>
                <c:pt idx="16394">
                  <c:v>2.0175790916683152</c:v>
                </c:pt>
                <c:pt idx="16395">
                  <c:v>2.0169546823146742</c:v>
                </c:pt>
                <c:pt idx="16396">
                  <c:v>2.0168392178193888</c:v>
                </c:pt>
                <c:pt idx="16397">
                  <c:v>2.0182028691677107</c:v>
                </c:pt>
                <c:pt idx="16398">
                  <c:v>2.0178573273114875</c:v>
                </c:pt>
                <c:pt idx="16399">
                  <c:v>2.0166141403485636</c:v>
                </c:pt>
                <c:pt idx="16400">
                  <c:v>2.0169204797696754</c:v>
                </c:pt>
                <c:pt idx="16401">
                  <c:v>2.0171795125381862</c:v>
                </c:pt>
                <c:pt idx="16402">
                  <c:v>2.0180831190523287</c:v>
                </c:pt>
                <c:pt idx="16403">
                  <c:v>2.0183637447528624</c:v>
                </c:pt>
                <c:pt idx="16404">
                  <c:v>2.0165460374497264</c:v>
                </c:pt>
                <c:pt idx="16405">
                  <c:v>2.0133849530779542</c:v>
                </c:pt>
                <c:pt idx="16406">
                  <c:v>2.0127837025559878</c:v>
                </c:pt>
                <c:pt idx="16407">
                  <c:v>2.0135881628975185</c:v>
                </c:pt>
                <c:pt idx="16408">
                  <c:v>2.0140805421858858</c:v>
                </c:pt>
                <c:pt idx="16409">
                  <c:v>2.0126134865167797</c:v>
                </c:pt>
                <c:pt idx="16410">
                  <c:v>2.0111315685369551</c:v>
                </c:pt>
                <c:pt idx="16411">
                  <c:v>2.0123687116766664</c:v>
                </c:pt>
                <c:pt idx="16412">
                  <c:v>2.0154459792092481</c:v>
                </c:pt>
                <c:pt idx="16413">
                  <c:v>2.0165356805344938</c:v>
                </c:pt>
                <c:pt idx="16414">
                  <c:v>2.0164990604602098</c:v>
                </c:pt>
                <c:pt idx="16415">
                  <c:v>2.016507219621547</c:v>
                </c:pt>
                <c:pt idx="16416">
                  <c:v>2.0153358442671592</c:v>
                </c:pt>
                <c:pt idx="16417">
                  <c:v>2.0146198435199225</c:v>
                </c:pt>
                <c:pt idx="16418">
                  <c:v>2.0133705577899388</c:v>
                </c:pt>
                <c:pt idx="16419">
                  <c:v>2.0128466682050945</c:v>
                </c:pt>
                <c:pt idx="16420">
                  <c:v>2.0134321773147841</c:v>
                </c:pt>
                <c:pt idx="16421">
                  <c:v>2.0138348607722909</c:v>
                </c:pt>
                <c:pt idx="16422">
                  <c:v>2.0136052504340562</c:v>
                </c:pt>
                <c:pt idx="16423">
                  <c:v>2.0141377662029405</c:v>
                </c:pt>
                <c:pt idx="16424">
                  <c:v>2.0152622744555067</c:v>
                </c:pt>
                <c:pt idx="16425">
                  <c:v>2.0152237588184874</c:v>
                </c:pt>
                <c:pt idx="16426">
                  <c:v>2.0139931265246918</c:v>
                </c:pt>
                <c:pt idx="16427">
                  <c:v>2.0140027966418321</c:v>
                </c:pt>
                <c:pt idx="16428">
                  <c:v>2.0151201621942376</c:v>
                </c:pt>
                <c:pt idx="16429">
                  <c:v>2.0160231093822114</c:v>
                </c:pt>
                <c:pt idx="16430">
                  <c:v>2.0159508856948198</c:v>
                </c:pt>
                <c:pt idx="16431">
                  <c:v>2.0152128249928571</c:v>
                </c:pt>
                <c:pt idx="16432">
                  <c:v>2.0139892529834511</c:v>
                </c:pt>
                <c:pt idx="16433">
                  <c:v>2.0135324773081908</c:v>
                </c:pt>
                <c:pt idx="16434">
                  <c:v>2.0137136271730292</c:v>
                </c:pt>
                <c:pt idx="16435">
                  <c:v>2.0136643425419223</c:v>
                </c:pt>
                <c:pt idx="16436">
                  <c:v>2.0146251730731191</c:v>
                </c:pt>
                <c:pt idx="16437">
                  <c:v>2.0158988813432672</c:v>
                </c:pt>
                <c:pt idx="16438">
                  <c:v>2.0161997263796398</c:v>
                </c:pt>
                <c:pt idx="16439">
                  <c:v>2.0168985571745677</c:v>
                </c:pt>
                <c:pt idx="16440">
                  <c:v>2.0168919364409574</c:v>
                </c:pt>
                <c:pt idx="16441">
                  <c:v>2.015226506010857</c:v>
                </c:pt>
                <c:pt idx="16442">
                  <c:v>2.0139508197622029</c:v>
                </c:pt>
                <c:pt idx="16443">
                  <c:v>2.0135332190501307</c:v>
                </c:pt>
                <c:pt idx="16444">
                  <c:v>2.013513549152766</c:v>
                </c:pt>
                <c:pt idx="16445">
                  <c:v>2.0120564932638842</c:v>
                </c:pt>
                <c:pt idx="16446">
                  <c:v>2.0118129546603369</c:v>
                </c:pt>
                <c:pt idx="16447">
                  <c:v>2.0125826080745477</c:v>
                </c:pt>
                <c:pt idx="16448">
                  <c:v>2.012495522076438</c:v>
                </c:pt>
                <c:pt idx="16449">
                  <c:v>2.011724989560669</c:v>
                </c:pt>
                <c:pt idx="16450">
                  <c:v>2.0124333805850423</c:v>
                </c:pt>
                <c:pt idx="16451">
                  <c:v>2.0138636788202455</c:v>
                </c:pt>
                <c:pt idx="16452">
                  <c:v>2.01555300982396</c:v>
                </c:pt>
                <c:pt idx="16453">
                  <c:v>2.0160791246346235</c:v>
                </c:pt>
                <c:pt idx="16454">
                  <c:v>2.0162804663633764</c:v>
                </c:pt>
                <c:pt idx="16455">
                  <c:v>2.0161272829168588</c:v>
                </c:pt>
                <c:pt idx="16456">
                  <c:v>2.0151222775323618</c:v>
                </c:pt>
                <c:pt idx="16457">
                  <c:v>2.0136876112612909</c:v>
                </c:pt>
                <c:pt idx="16458">
                  <c:v>2.012826146678095</c:v>
                </c:pt>
                <c:pt idx="16459">
                  <c:v>2.0141985890419991</c:v>
                </c:pt>
                <c:pt idx="16460">
                  <c:v>2.0156522109404187</c:v>
                </c:pt>
                <c:pt idx="16461">
                  <c:v>2.0151685951957101</c:v>
                </c:pt>
                <c:pt idx="16462">
                  <c:v>2.0143199325289554</c:v>
                </c:pt>
                <c:pt idx="16463">
                  <c:v>2.0136840948550581</c:v>
                </c:pt>
                <c:pt idx="16464">
                  <c:v>2.0142491373815958</c:v>
                </c:pt>
                <c:pt idx="16465">
                  <c:v>2.0143788598052792</c:v>
                </c:pt>
                <c:pt idx="16466">
                  <c:v>2.0138064822751147</c:v>
                </c:pt>
                <c:pt idx="16467">
                  <c:v>2.0140728500472518</c:v>
                </c:pt>
                <c:pt idx="16468">
                  <c:v>2.0145220984154193</c:v>
                </c:pt>
                <c:pt idx="16469">
                  <c:v>2.013892112261269</c:v>
                </c:pt>
                <c:pt idx="16470">
                  <c:v>2.0129998241796883</c:v>
                </c:pt>
                <c:pt idx="16471">
                  <c:v>2.0117290554053757</c:v>
                </c:pt>
                <c:pt idx="16472">
                  <c:v>2.0115512021713808</c:v>
                </c:pt>
                <c:pt idx="16473">
                  <c:v>2.0116155139447485</c:v>
                </c:pt>
                <c:pt idx="16474">
                  <c:v>2.0122201709852532</c:v>
                </c:pt>
                <c:pt idx="16475">
                  <c:v>2.012010367904002</c:v>
                </c:pt>
                <c:pt idx="16476">
                  <c:v>2.0126323597283577</c:v>
                </c:pt>
                <c:pt idx="16477">
                  <c:v>2.0136886002505441</c:v>
                </c:pt>
                <c:pt idx="16478">
                  <c:v>2.0143257840487023</c:v>
                </c:pt>
                <c:pt idx="16479">
                  <c:v>2.0160418452341706</c:v>
                </c:pt>
                <c:pt idx="16480">
                  <c:v>2.0157085558559151</c:v>
                </c:pt>
                <c:pt idx="16481">
                  <c:v>2.0141427660930531</c:v>
                </c:pt>
                <c:pt idx="16482">
                  <c:v>2.014361250302191</c:v>
                </c:pt>
                <c:pt idx="16483">
                  <c:v>2.0155520208347069</c:v>
                </c:pt>
                <c:pt idx="16484">
                  <c:v>2.0166257335003626</c:v>
                </c:pt>
                <c:pt idx="16485">
                  <c:v>2.0172210226148874</c:v>
                </c:pt>
                <c:pt idx="16486">
                  <c:v>2.0178475747785765</c:v>
                </c:pt>
                <c:pt idx="16487">
                  <c:v>2.0183820685259666</c:v>
                </c:pt>
                <c:pt idx="16488">
                  <c:v>2.0170536636557439</c:v>
                </c:pt>
                <c:pt idx="16489">
                  <c:v>2.0150747236324476</c:v>
                </c:pt>
                <c:pt idx="16490">
                  <c:v>2.0142583404760335</c:v>
                </c:pt>
                <c:pt idx="16491">
                  <c:v>2.014255977890596</c:v>
                </c:pt>
                <c:pt idx="16492">
                  <c:v>2.0139638689259578</c:v>
                </c:pt>
                <c:pt idx="16493">
                  <c:v>2.0135756631722379</c:v>
                </c:pt>
                <c:pt idx="16494">
                  <c:v>2.013643271576449</c:v>
                </c:pt>
                <c:pt idx="16495">
                  <c:v>2.0136170084173974</c:v>
                </c:pt>
                <c:pt idx="16496">
                  <c:v>2.0123120920419333</c:v>
                </c:pt>
                <c:pt idx="16497">
                  <c:v>2.0116306235027803</c:v>
                </c:pt>
                <c:pt idx="16498">
                  <c:v>2.012722907188853</c:v>
                </c:pt>
                <c:pt idx="16499">
                  <c:v>2.0126242280389444</c:v>
                </c:pt>
                <c:pt idx="16500">
                  <c:v>2.0125864816157888</c:v>
                </c:pt>
                <c:pt idx="16501">
                  <c:v>2.0124468143557284</c:v>
                </c:pt>
                <c:pt idx="16502">
                  <c:v>2.0124054965824927</c:v>
                </c:pt>
                <c:pt idx="16503">
                  <c:v>2.0123304707588843</c:v>
                </c:pt>
                <c:pt idx="16504">
                  <c:v>2.0140030164172216</c:v>
                </c:pt>
                <c:pt idx="16505">
                  <c:v>2.0165184281664139</c:v>
                </c:pt>
                <c:pt idx="16506">
                  <c:v>2.0173574756598756</c:v>
                </c:pt>
                <c:pt idx="16507">
                  <c:v>2.0178784806927319</c:v>
                </c:pt>
                <c:pt idx="16508">
                  <c:v>2.0169961099756049</c:v>
                </c:pt>
                <c:pt idx="16509">
                  <c:v>2.016039922199512</c:v>
                </c:pt>
                <c:pt idx="16510">
                  <c:v>2.0154689457374562</c:v>
                </c:pt>
                <c:pt idx="16511">
                  <c:v>2.015807592140832</c:v>
                </c:pt>
                <c:pt idx="16512">
                  <c:v>2.0162006604250458</c:v>
                </c:pt>
                <c:pt idx="16513">
                  <c:v>2.0156974571987427</c:v>
                </c:pt>
                <c:pt idx="16514">
                  <c:v>2.0145764104085626</c:v>
                </c:pt>
                <c:pt idx="16515">
                  <c:v>2.0129419683083887</c:v>
                </c:pt>
                <c:pt idx="16516">
                  <c:v>2.0121477275224722</c:v>
                </c:pt>
                <c:pt idx="16517">
                  <c:v>2.0128461187666207</c:v>
                </c:pt>
                <c:pt idx="16518">
                  <c:v>2.0134209412979933</c:v>
                </c:pt>
                <c:pt idx="16519">
                  <c:v>2.0133697885760751</c:v>
                </c:pt>
                <c:pt idx="16520">
                  <c:v>2.0144247104459243</c:v>
                </c:pt>
                <c:pt idx="16521">
                  <c:v>2.0153736181622381</c:v>
                </c:pt>
                <c:pt idx="16522">
                  <c:v>2.0153107349289026</c:v>
                </c:pt>
                <c:pt idx="16523">
                  <c:v>2.0143815245818772</c:v>
                </c:pt>
                <c:pt idx="16524">
                  <c:v>2.013634453088943</c:v>
                </c:pt>
                <c:pt idx="16525">
                  <c:v>2.0148761565679876</c:v>
                </c:pt>
                <c:pt idx="16526">
                  <c:v>2.0166807322915981</c:v>
                </c:pt>
                <c:pt idx="16527">
                  <c:v>2.0175629381771829</c:v>
                </c:pt>
                <c:pt idx="16528">
                  <c:v>2.0184145952836201</c:v>
                </c:pt>
                <c:pt idx="16529">
                  <c:v>2.0178069712753568</c:v>
                </c:pt>
                <c:pt idx="16530">
                  <c:v>2.0161937649721984</c:v>
                </c:pt>
                <c:pt idx="16531">
                  <c:v>2.0144017713896396</c:v>
                </c:pt>
                <c:pt idx="16532">
                  <c:v>2.0125579382870704</c:v>
                </c:pt>
                <c:pt idx="16533">
                  <c:v>2.011048987934331</c:v>
                </c:pt>
                <c:pt idx="16534">
                  <c:v>2.0102898837388188</c:v>
                </c:pt>
                <c:pt idx="16535">
                  <c:v>2.0114561767873234</c:v>
                </c:pt>
                <c:pt idx="16536">
                  <c:v>2.012049048372563</c:v>
                </c:pt>
                <c:pt idx="16537">
                  <c:v>2.0124595338563989</c:v>
                </c:pt>
                <c:pt idx="16538">
                  <c:v>2.0130497406650405</c:v>
                </c:pt>
                <c:pt idx="16539">
                  <c:v>2.0140359277818072</c:v>
                </c:pt>
                <c:pt idx="16540">
                  <c:v>2.014614404079031</c:v>
                </c:pt>
                <c:pt idx="16541">
                  <c:v>2.0152429067493021</c:v>
                </c:pt>
                <c:pt idx="16542">
                  <c:v>2.0163643656183381</c:v>
                </c:pt>
                <c:pt idx="16543">
                  <c:v>2.0167838893650689</c:v>
                </c:pt>
                <c:pt idx="16544">
                  <c:v>2.0151897485769545</c:v>
                </c:pt>
                <c:pt idx="16545">
                  <c:v>2.0139470835805806</c:v>
                </c:pt>
                <c:pt idx="16546">
                  <c:v>2.0138672776422495</c:v>
                </c:pt>
                <c:pt idx="16547">
                  <c:v>2.0145963000813167</c:v>
                </c:pt>
                <c:pt idx="16548">
                  <c:v>2.014237104679018</c:v>
                </c:pt>
                <c:pt idx="16549">
                  <c:v>2.0144817421595129</c:v>
                </c:pt>
                <c:pt idx="16550">
                  <c:v>2.0140650205489989</c:v>
                </c:pt>
                <c:pt idx="16551">
                  <c:v>2.013217209511879</c:v>
                </c:pt>
                <c:pt idx="16552">
                  <c:v>2.0128624096173708</c:v>
                </c:pt>
                <c:pt idx="16553">
                  <c:v>2.0129508966835892</c:v>
                </c:pt>
                <c:pt idx="16554">
                  <c:v>2.0128516131513594</c:v>
                </c:pt>
                <c:pt idx="16555">
                  <c:v>2.012594338585965</c:v>
                </c:pt>
                <c:pt idx="16556">
                  <c:v>2.0112256324036832</c:v>
                </c:pt>
                <c:pt idx="16557">
                  <c:v>2.0111406892156216</c:v>
                </c:pt>
                <c:pt idx="16558">
                  <c:v>2.0133405859211884</c:v>
                </c:pt>
                <c:pt idx="16559">
                  <c:v>2.014666216127118</c:v>
                </c:pt>
                <c:pt idx="16560">
                  <c:v>2.0151086239862859</c:v>
                </c:pt>
                <c:pt idx="16561">
                  <c:v>2.0157350937342038</c:v>
                </c:pt>
                <c:pt idx="16562">
                  <c:v>2.0173806070196258</c:v>
                </c:pt>
                <c:pt idx="16563">
                  <c:v>2.0167935594822093</c:v>
                </c:pt>
                <c:pt idx="16564">
                  <c:v>2.0150741741939737</c:v>
                </c:pt>
                <c:pt idx="16565">
                  <c:v>2.0156489967253468</c:v>
                </c:pt>
                <c:pt idx="16566">
                  <c:v>2.0155943001252719</c:v>
                </c:pt>
                <c:pt idx="16567">
                  <c:v>2.0159208039383749</c:v>
                </c:pt>
                <c:pt idx="16568">
                  <c:v>2.0166129865277687</c:v>
                </c:pt>
                <c:pt idx="16569">
                  <c:v>2.0159237709061339</c:v>
                </c:pt>
                <c:pt idx="16570">
                  <c:v>2.016347140722182</c:v>
                </c:pt>
                <c:pt idx="16571">
                  <c:v>2.0178949638469486</c:v>
                </c:pt>
                <c:pt idx="16572">
                  <c:v>2.0185069558910795</c:v>
                </c:pt>
                <c:pt idx="16573">
                  <c:v>2.0169284466275466</c:v>
                </c:pt>
                <c:pt idx="16574">
                  <c:v>2.0143496296784686</c:v>
                </c:pt>
                <c:pt idx="16575">
                  <c:v>2.0130102085668446</c:v>
                </c:pt>
                <c:pt idx="16576">
                  <c:v>2.013491901276895</c:v>
                </c:pt>
                <c:pt idx="16577">
                  <c:v>2.0148948649480229</c:v>
                </c:pt>
                <c:pt idx="16578">
                  <c:v>2.0156269367706203</c:v>
                </c:pt>
                <c:pt idx="16579">
                  <c:v>2.0149866486450847</c:v>
                </c:pt>
                <c:pt idx="16580">
                  <c:v>2.0158883870684159</c:v>
                </c:pt>
                <c:pt idx="16581">
                  <c:v>2.0171065745807786</c:v>
                </c:pt>
                <c:pt idx="16582">
                  <c:v>2.0155915254609789</c:v>
                </c:pt>
                <c:pt idx="16583">
                  <c:v>2.013846344036395</c:v>
                </c:pt>
                <c:pt idx="16584">
                  <c:v>2.0128060097580271</c:v>
                </c:pt>
                <c:pt idx="16585">
                  <c:v>2.0120397353904309</c:v>
                </c:pt>
                <c:pt idx="16586">
                  <c:v>2.0121438814531549</c:v>
                </c:pt>
                <c:pt idx="16587">
                  <c:v>2.0122863783213556</c:v>
                </c:pt>
                <c:pt idx="16588">
                  <c:v>2.0117187259620666</c:v>
                </c:pt>
                <c:pt idx="16589">
                  <c:v>2.0107615217247972</c:v>
                </c:pt>
                <c:pt idx="16590">
                  <c:v>2.0109270950089009</c:v>
                </c:pt>
                <c:pt idx="16591">
                  <c:v>2.012740159556933</c:v>
                </c:pt>
                <c:pt idx="16592">
                  <c:v>2.0152034295949539</c:v>
                </c:pt>
                <c:pt idx="16593">
                  <c:v>2.0158543218830354</c:v>
                </c:pt>
                <c:pt idx="16594">
                  <c:v>2.01546845124283</c:v>
                </c:pt>
                <c:pt idx="16595">
                  <c:v>2.0136172831366346</c:v>
                </c:pt>
                <c:pt idx="16596">
                  <c:v>2.0117464726049978</c:v>
                </c:pt>
                <c:pt idx="16597">
                  <c:v>2.0114271664359027</c:v>
                </c:pt>
                <c:pt idx="16598">
                  <c:v>2.0109602810927232</c:v>
                </c:pt>
                <c:pt idx="16599">
                  <c:v>2.0101836498098944</c:v>
                </c:pt>
                <c:pt idx="16600">
                  <c:v>2.0108552284565175</c:v>
                </c:pt>
                <c:pt idx="16601">
                  <c:v>2.0125463451352719</c:v>
                </c:pt>
                <c:pt idx="16602">
                  <c:v>2.0145309718467725</c:v>
                </c:pt>
                <c:pt idx="16603">
                  <c:v>2.0169189413419484</c:v>
                </c:pt>
                <c:pt idx="16604">
                  <c:v>2.0184488802443901</c:v>
                </c:pt>
                <c:pt idx="16605">
                  <c:v>2.0171478648820904</c:v>
                </c:pt>
                <c:pt idx="16606">
                  <c:v>2.0156472934660776</c:v>
                </c:pt>
                <c:pt idx="16607">
                  <c:v>2.0168769367706205</c:v>
                </c:pt>
                <c:pt idx="16608">
                  <c:v>2.0179516658974528</c:v>
                </c:pt>
                <c:pt idx="16609">
                  <c:v>2.0191062559064634</c:v>
                </c:pt>
                <c:pt idx="16610">
                  <c:v>2.0196994571547879</c:v>
                </c:pt>
                <c:pt idx="16611">
                  <c:v>2.0176830728994966</c:v>
                </c:pt>
                <c:pt idx="16612">
                  <c:v>2.0162430496033052</c:v>
                </c:pt>
                <c:pt idx="16613">
                  <c:v>2.015964896375904</c:v>
                </c:pt>
                <c:pt idx="16614">
                  <c:v>2.015688473879695</c:v>
                </c:pt>
                <c:pt idx="16615">
                  <c:v>2.0133415199665943</c:v>
                </c:pt>
                <c:pt idx="16616">
                  <c:v>2.0128635359662423</c:v>
                </c:pt>
                <c:pt idx="16617">
                  <c:v>2.0137547801147226</c:v>
                </c:pt>
                <c:pt idx="16618">
                  <c:v>2.0147732192699062</c:v>
                </c:pt>
                <c:pt idx="16619">
                  <c:v>2.015913908485528</c:v>
                </c:pt>
                <c:pt idx="16620">
                  <c:v>2.0159052548295642</c:v>
                </c:pt>
                <c:pt idx="16621">
                  <c:v>2.0148864035955252</c:v>
                </c:pt>
                <c:pt idx="16622">
                  <c:v>2.0136687929935606</c:v>
                </c:pt>
                <c:pt idx="16623">
                  <c:v>2.0128725742291378</c:v>
                </c:pt>
                <c:pt idx="16624">
                  <c:v>2.0119957253686733</c:v>
                </c:pt>
                <c:pt idx="16625">
                  <c:v>2.0132338025537901</c:v>
                </c:pt>
                <c:pt idx="16626">
                  <c:v>2.0144305894375947</c:v>
                </c:pt>
                <c:pt idx="16627">
                  <c:v>2.0137128579591659</c:v>
                </c:pt>
                <c:pt idx="16628">
                  <c:v>2.0132570712731588</c:v>
                </c:pt>
                <c:pt idx="16629">
                  <c:v>2.0131748752774663</c:v>
                </c:pt>
                <c:pt idx="16630">
                  <c:v>2.011842486978308</c:v>
                </c:pt>
                <c:pt idx="16631">
                  <c:v>2.0101307114129359</c:v>
                </c:pt>
                <c:pt idx="16632">
                  <c:v>2.0106479527922465</c:v>
                </c:pt>
                <c:pt idx="16633">
                  <c:v>2.0123748379156501</c:v>
                </c:pt>
                <c:pt idx="16634">
                  <c:v>2.0133472066547986</c:v>
                </c:pt>
                <c:pt idx="16635">
                  <c:v>2.0139438693655083</c:v>
                </c:pt>
                <c:pt idx="16636">
                  <c:v>2.0151548867057869</c:v>
                </c:pt>
                <c:pt idx="16637">
                  <c:v>2.0155466638095865</c:v>
                </c:pt>
                <c:pt idx="16638">
                  <c:v>2.0161625568668819</c:v>
                </c:pt>
                <c:pt idx="16639">
                  <c:v>2.0171355849321992</c:v>
                </c:pt>
                <c:pt idx="16640">
                  <c:v>2.0159474791762819</c:v>
                </c:pt>
                <c:pt idx="16641">
                  <c:v>2.0146765455704272</c:v>
                </c:pt>
                <c:pt idx="16642">
                  <c:v>2.0153943594646271</c:v>
                </c:pt>
                <c:pt idx="16643">
                  <c:v>2.0160017362255775</c:v>
                </c:pt>
                <c:pt idx="16644">
                  <c:v>2.0157620986351947</c:v>
                </c:pt>
                <c:pt idx="16645">
                  <c:v>2.0139777697193466</c:v>
                </c:pt>
                <c:pt idx="16646">
                  <c:v>2.0136820344607811</c:v>
                </c:pt>
                <c:pt idx="16647">
                  <c:v>2.0143329542207864</c:v>
                </c:pt>
                <c:pt idx="16648">
                  <c:v>2.0149826652161491</c:v>
                </c:pt>
                <c:pt idx="16649">
                  <c:v>2.0149992857299841</c:v>
                </c:pt>
                <c:pt idx="16650">
                  <c:v>2.0149458253664756</c:v>
                </c:pt>
                <c:pt idx="16651">
                  <c:v>2.0151249697808837</c:v>
                </c:pt>
                <c:pt idx="16652">
                  <c:v>2.0167052372475331</c:v>
                </c:pt>
                <c:pt idx="16653">
                  <c:v>2.0159927254346059</c:v>
                </c:pt>
                <c:pt idx="16654">
                  <c:v>2.0141372991802378</c:v>
                </c:pt>
                <c:pt idx="16655">
                  <c:v>2.0135567899606603</c:v>
                </c:pt>
                <c:pt idx="16656">
                  <c:v>2.014475890639766</c:v>
                </c:pt>
                <c:pt idx="16657">
                  <c:v>2.0141923803872444</c:v>
                </c:pt>
                <c:pt idx="16658">
                  <c:v>2.0137713731566338</c:v>
                </c:pt>
                <c:pt idx="16659">
                  <c:v>2.0150806300960418</c:v>
                </c:pt>
                <c:pt idx="16660">
                  <c:v>2.0158520691852928</c:v>
                </c:pt>
                <c:pt idx="16661">
                  <c:v>2.0162331047669282</c:v>
                </c:pt>
                <c:pt idx="16662">
                  <c:v>2.0151860123953318</c:v>
                </c:pt>
                <c:pt idx="16663">
                  <c:v>2.0134908848157185</c:v>
                </c:pt>
                <c:pt idx="16664">
                  <c:v>2.0131058108612998</c:v>
                </c:pt>
                <c:pt idx="16665">
                  <c:v>2.0128248005538341</c:v>
                </c:pt>
                <c:pt idx="16666">
                  <c:v>2.0127735104722975</c:v>
                </c:pt>
                <c:pt idx="16667">
                  <c:v>2.0128284268477614</c:v>
                </c:pt>
                <c:pt idx="16668">
                  <c:v>2.0131537768400696</c:v>
                </c:pt>
                <c:pt idx="16669">
                  <c:v>2.0131159754730663</c:v>
                </c:pt>
                <c:pt idx="16670">
                  <c:v>2.0134944836377224</c:v>
                </c:pt>
                <c:pt idx="16671">
                  <c:v>2.0157327036768424</c:v>
                </c:pt>
                <c:pt idx="16672">
                  <c:v>2.0167421869849016</c:v>
                </c:pt>
                <c:pt idx="16673">
                  <c:v>2.0152891969407265</c:v>
                </c:pt>
                <c:pt idx="16674">
                  <c:v>2.015309910771192</c:v>
                </c:pt>
                <c:pt idx="16675">
                  <c:v>2.0168672391815563</c:v>
                </c:pt>
                <c:pt idx="16676">
                  <c:v>2.017693649590119</c:v>
                </c:pt>
                <c:pt idx="16677">
                  <c:v>2.0169662754664732</c:v>
                </c:pt>
                <c:pt idx="16678">
                  <c:v>2.012722000615371</c:v>
                </c:pt>
                <c:pt idx="16679">
                  <c:v>2.0099301388980462</c:v>
                </c:pt>
                <c:pt idx="16680">
                  <c:v>2.0098160754708689</c:v>
                </c:pt>
                <c:pt idx="16681">
                  <c:v>2.0102275774158809</c:v>
                </c:pt>
                <c:pt idx="16682">
                  <c:v>2.0096964077712576</c:v>
                </c:pt>
                <c:pt idx="16683">
                  <c:v>2.0103018889694733</c:v>
                </c:pt>
                <c:pt idx="16684">
                  <c:v>2.0119084195951737</c:v>
                </c:pt>
                <c:pt idx="16685">
                  <c:v>2.0132833893760576</c:v>
                </c:pt>
                <c:pt idx="16686">
                  <c:v>2.0145102580163075</c:v>
                </c:pt>
                <c:pt idx="16687">
                  <c:v>2.0148459649238477</c:v>
                </c:pt>
                <c:pt idx="16688">
                  <c:v>2.0154028757609721</c:v>
                </c:pt>
                <c:pt idx="16689">
                  <c:v>2.0170108074547812</c:v>
                </c:pt>
                <c:pt idx="16690">
                  <c:v>2.0183942660600867</c:v>
                </c:pt>
                <c:pt idx="16691">
                  <c:v>2.0181371013823872</c:v>
                </c:pt>
                <c:pt idx="16692">
                  <c:v>2.0166423540141976</c:v>
                </c:pt>
                <c:pt idx="16693">
                  <c:v>2.015630480648777</c:v>
                </c:pt>
                <c:pt idx="16694">
                  <c:v>2.014872063251357</c:v>
                </c:pt>
                <c:pt idx="16695">
                  <c:v>2.0131516065580977</c:v>
                </c:pt>
                <c:pt idx="16696">
                  <c:v>2.0117863343662776</c:v>
                </c:pt>
                <c:pt idx="16697">
                  <c:v>2.0141873255532845</c:v>
                </c:pt>
                <c:pt idx="16698">
                  <c:v>2.0166072723676405</c:v>
                </c:pt>
                <c:pt idx="16699">
                  <c:v>2.0160246752818618</c:v>
                </c:pt>
                <c:pt idx="16700">
                  <c:v>2.013502477967517</c:v>
                </c:pt>
                <c:pt idx="16701">
                  <c:v>2.0136329696050637</c:v>
                </c:pt>
                <c:pt idx="16702">
                  <c:v>2.0143774587371706</c:v>
                </c:pt>
                <c:pt idx="16703">
                  <c:v>2.014250318674315</c:v>
                </c:pt>
                <c:pt idx="16704">
                  <c:v>2.0133788543108944</c:v>
                </c:pt>
                <c:pt idx="16705">
                  <c:v>2.0128120810531636</c:v>
                </c:pt>
                <c:pt idx="16706">
                  <c:v>2.014649513197512</c:v>
                </c:pt>
                <c:pt idx="16707">
                  <c:v>2.0156509472319288</c:v>
                </c:pt>
                <c:pt idx="16708">
                  <c:v>2.0147112426100526</c:v>
                </c:pt>
                <c:pt idx="16709">
                  <c:v>2.0139197215445814</c:v>
                </c:pt>
                <c:pt idx="16710">
                  <c:v>2.0135527241159537</c:v>
                </c:pt>
                <c:pt idx="16711">
                  <c:v>2.0126507659172326</c:v>
                </c:pt>
                <c:pt idx="16712">
                  <c:v>2.0120530043295752</c:v>
                </c:pt>
                <c:pt idx="16713">
                  <c:v>2.012348382453133</c:v>
                </c:pt>
                <c:pt idx="16714">
                  <c:v>2.0127356816333708</c:v>
                </c:pt>
                <c:pt idx="16715">
                  <c:v>2.0131683369596272</c:v>
                </c:pt>
                <c:pt idx="16716">
                  <c:v>2.0132331432276214</c:v>
                </c:pt>
                <c:pt idx="16717">
                  <c:v>2.0123810465704048</c:v>
                </c:pt>
                <c:pt idx="16718">
                  <c:v>2.0101063987604668</c:v>
                </c:pt>
                <c:pt idx="16719">
                  <c:v>2.0092140007911916</c:v>
                </c:pt>
                <c:pt idx="16720">
                  <c:v>2.0109332212478845</c:v>
                </c:pt>
                <c:pt idx="16721">
                  <c:v>2.012947435221204</c:v>
                </c:pt>
                <c:pt idx="16722">
                  <c:v>2.0130235324498362</c:v>
                </c:pt>
                <c:pt idx="16723">
                  <c:v>2.0124486000307686</c:v>
                </c:pt>
                <c:pt idx="16724">
                  <c:v>2.012237038746401</c:v>
                </c:pt>
                <c:pt idx="16725">
                  <c:v>2.0130131480626798</c:v>
                </c:pt>
                <c:pt idx="16726">
                  <c:v>2.0143601788971672</c:v>
                </c:pt>
                <c:pt idx="16727">
                  <c:v>2.0152309839344191</c:v>
                </c:pt>
                <c:pt idx="16728">
                  <c:v>2.0154425726907101</c:v>
                </c:pt>
                <c:pt idx="16729">
                  <c:v>2.0138241467220501</c:v>
                </c:pt>
                <c:pt idx="16730">
                  <c:v>2.0126762598624208</c:v>
                </c:pt>
                <c:pt idx="16731">
                  <c:v>2.0146829740005714</c:v>
                </c:pt>
                <c:pt idx="16732">
                  <c:v>2.0163148886837652</c:v>
                </c:pt>
                <c:pt idx="16733">
                  <c:v>2.0157836915672185</c:v>
                </c:pt>
                <c:pt idx="16734">
                  <c:v>2.0144377870816026</c:v>
                </c:pt>
                <c:pt idx="16735">
                  <c:v>2.0138667831476234</c:v>
                </c:pt>
                <c:pt idx="16736">
                  <c:v>2.0131010582185005</c:v>
                </c:pt>
                <c:pt idx="16737">
                  <c:v>2.0123054438363992</c:v>
                </c:pt>
                <c:pt idx="16738">
                  <c:v>2.0118935572844552</c:v>
                </c:pt>
                <c:pt idx="16739">
                  <c:v>2.0122016823806068</c:v>
                </c:pt>
                <c:pt idx="16740">
                  <c:v>2.0133201468099604</c:v>
                </c:pt>
                <c:pt idx="16741">
                  <c:v>2.0136553042790268</c:v>
                </c:pt>
                <c:pt idx="16742">
                  <c:v>2.0140174941210085</c:v>
                </c:pt>
                <c:pt idx="16743">
                  <c:v>2.0139934012439289</c:v>
                </c:pt>
                <c:pt idx="16744">
                  <c:v>2.0125926627986197</c:v>
                </c:pt>
                <c:pt idx="16745">
                  <c:v>2.011607299839564</c:v>
                </c:pt>
                <c:pt idx="16746">
                  <c:v>2.0122196764906266</c:v>
                </c:pt>
                <c:pt idx="16747">
                  <c:v>2.0124801377991695</c:v>
                </c:pt>
                <c:pt idx="16748">
                  <c:v>2.0130719105074615</c:v>
                </c:pt>
                <c:pt idx="16749">
                  <c:v>2.0138751071405023</c:v>
                </c:pt>
                <c:pt idx="16750">
                  <c:v>2.0135734379464187</c:v>
                </c:pt>
                <c:pt idx="16751">
                  <c:v>2.0133788268389705</c:v>
                </c:pt>
                <c:pt idx="16752">
                  <c:v>2.0134864343640797</c:v>
                </c:pt>
                <c:pt idx="16753">
                  <c:v>2.013288938704644</c:v>
                </c:pt>
                <c:pt idx="16754">
                  <c:v>2.0127348025318126</c:v>
                </c:pt>
                <c:pt idx="16755">
                  <c:v>2.0130324058811895</c:v>
                </c:pt>
                <c:pt idx="16756">
                  <c:v>2.0129058976725784</c:v>
                </c:pt>
                <c:pt idx="16757">
                  <c:v>2.0133996230852067</c:v>
                </c:pt>
                <c:pt idx="16758">
                  <c:v>2.0137391485901408</c:v>
                </c:pt>
                <c:pt idx="16759">
                  <c:v>2.0129105129557594</c:v>
                </c:pt>
                <c:pt idx="16760">
                  <c:v>2.0124762367860045</c:v>
                </c:pt>
                <c:pt idx="16761">
                  <c:v>2.0127027427968618</c:v>
                </c:pt>
                <c:pt idx="16762">
                  <c:v>2.012087948616514</c:v>
                </c:pt>
                <c:pt idx="16763">
                  <c:v>2.0113042570492956</c:v>
                </c:pt>
                <c:pt idx="16764">
                  <c:v>2.0123547834113538</c:v>
                </c:pt>
                <c:pt idx="16765">
                  <c:v>2.0138276906002064</c:v>
                </c:pt>
                <c:pt idx="16766">
                  <c:v>2.0137401650513174</c:v>
                </c:pt>
                <c:pt idx="16767">
                  <c:v>2.0118129546603369</c:v>
                </c:pt>
                <c:pt idx="16768">
                  <c:v>2.0111846717654558</c:v>
                </c:pt>
                <c:pt idx="16769">
                  <c:v>2.0122401705457023</c:v>
                </c:pt>
                <c:pt idx="16770">
                  <c:v>2.0115151590074944</c:v>
                </c:pt>
                <c:pt idx="16771">
                  <c:v>2.0108599810993164</c:v>
                </c:pt>
                <c:pt idx="16772">
                  <c:v>2.0125628557614119</c:v>
                </c:pt>
                <c:pt idx="16773">
                  <c:v>2.0140533999252765</c:v>
                </c:pt>
                <c:pt idx="16774">
                  <c:v>2.0147483846508867</c:v>
                </c:pt>
                <c:pt idx="16775">
                  <c:v>2.0145028405969101</c:v>
                </c:pt>
                <c:pt idx="16776">
                  <c:v>2.0138178831234477</c:v>
                </c:pt>
                <c:pt idx="16777">
                  <c:v>2.0141751005472406</c:v>
                </c:pt>
                <c:pt idx="16778">
                  <c:v>2.0144510834926703</c:v>
                </c:pt>
                <c:pt idx="16779">
                  <c:v>2.0160469550119777</c:v>
                </c:pt>
                <c:pt idx="16780">
                  <c:v>2.0169049306608646</c:v>
                </c:pt>
                <c:pt idx="16781">
                  <c:v>2.0159597865980969</c:v>
                </c:pt>
                <c:pt idx="16782">
                  <c:v>2.0145811355794376</c:v>
                </c:pt>
                <c:pt idx="16783">
                  <c:v>2.0146103107624009</c:v>
                </c:pt>
                <c:pt idx="16784">
                  <c:v>2.0135545097909935</c:v>
                </c:pt>
                <c:pt idx="16785">
                  <c:v>2.0116866387551924</c:v>
                </c:pt>
                <c:pt idx="16786">
                  <c:v>2.0103972440166151</c:v>
                </c:pt>
                <c:pt idx="16787">
                  <c:v>2.0112250005494383</c:v>
                </c:pt>
                <c:pt idx="16788">
                  <c:v>2.0118573767609504</c:v>
                </c:pt>
                <c:pt idx="16789">
                  <c:v>2.0127871914902968</c:v>
                </c:pt>
                <c:pt idx="16790">
                  <c:v>2.0146486615678776</c:v>
                </c:pt>
                <c:pt idx="16791">
                  <c:v>2.0159944286938747</c:v>
                </c:pt>
                <c:pt idx="16792">
                  <c:v>2.0158979747697852</c:v>
                </c:pt>
                <c:pt idx="16793">
                  <c:v>2.0160260763499704</c:v>
                </c:pt>
                <c:pt idx="16794">
                  <c:v>2.0175861794246281</c:v>
                </c:pt>
                <c:pt idx="16795">
                  <c:v>2.018081113601899</c:v>
                </c:pt>
                <c:pt idx="16796">
                  <c:v>2.0181994626491724</c:v>
                </c:pt>
                <c:pt idx="16797">
                  <c:v>2.0186812377749939</c:v>
                </c:pt>
                <c:pt idx="16798">
                  <c:v>2.0184357761367884</c:v>
                </c:pt>
                <c:pt idx="16799">
                  <c:v>2.01639598580251</c:v>
                </c:pt>
                <c:pt idx="16800">
                  <c:v>2.0154577921364365</c:v>
                </c:pt>
                <c:pt idx="16801">
                  <c:v>2.0144433089382652</c:v>
                </c:pt>
                <c:pt idx="16802">
                  <c:v>2.0129691655128457</c:v>
                </c:pt>
                <c:pt idx="16803">
                  <c:v>2.0124504131777323</c:v>
                </c:pt>
                <c:pt idx="16804">
                  <c:v>2.0122822850047251</c:v>
                </c:pt>
                <c:pt idx="16805">
                  <c:v>2.0136256071295136</c:v>
                </c:pt>
                <c:pt idx="16806">
                  <c:v>2.0160825860970091</c:v>
                </c:pt>
                <c:pt idx="16807">
                  <c:v>2.0163617557855873</c:v>
                </c:pt>
                <c:pt idx="16808">
                  <c:v>2.0168890793608933</c:v>
                </c:pt>
                <c:pt idx="16809">
                  <c:v>2.017190528779587</c:v>
                </c:pt>
                <c:pt idx="16810">
                  <c:v>2.0166095800092307</c:v>
                </c:pt>
                <c:pt idx="16811">
                  <c:v>2.0152236489307929</c:v>
                </c:pt>
                <c:pt idx="16812">
                  <c:v>2.0145451198874751</c:v>
                </c:pt>
                <c:pt idx="16813">
                  <c:v>2.0141744412210723</c:v>
                </c:pt>
                <c:pt idx="16814">
                  <c:v>2.0154350179116944</c:v>
                </c:pt>
                <c:pt idx="16815">
                  <c:v>2.0179671875343401</c:v>
                </c:pt>
                <c:pt idx="16816">
                  <c:v>2.0191488373881894</c:v>
                </c:pt>
                <c:pt idx="16817">
                  <c:v>2.0189709566822707</c:v>
                </c:pt>
                <c:pt idx="16818">
                  <c:v>2.0170720973165426</c:v>
                </c:pt>
                <c:pt idx="16819">
                  <c:v>2.0142356486670621</c:v>
                </c:pt>
                <c:pt idx="16820">
                  <c:v>2.0129292488077186</c:v>
                </c:pt>
                <c:pt idx="16821">
                  <c:v>2.0120072361047008</c:v>
                </c:pt>
                <c:pt idx="16822">
                  <c:v>2.011012450275818</c:v>
                </c:pt>
                <c:pt idx="16823">
                  <c:v>2.0113343662776644</c:v>
                </c:pt>
                <c:pt idx="16824">
                  <c:v>2.0130521581943253</c:v>
                </c:pt>
                <c:pt idx="16825">
                  <c:v>2.0152091712270059</c:v>
                </c:pt>
                <c:pt idx="16826">
                  <c:v>2.0137520054504296</c:v>
                </c:pt>
                <c:pt idx="16827">
                  <c:v>2.011647518735852</c:v>
                </c:pt>
                <c:pt idx="16828">
                  <c:v>2.0124821157776753</c:v>
                </c:pt>
                <c:pt idx="16829">
                  <c:v>2.0133658875629106</c:v>
                </c:pt>
                <c:pt idx="16830">
                  <c:v>2.0131670732511373</c:v>
                </c:pt>
                <c:pt idx="16831">
                  <c:v>2.01357709171227</c:v>
                </c:pt>
                <c:pt idx="16832">
                  <c:v>2.0148662666754578</c:v>
                </c:pt>
                <c:pt idx="16833">
                  <c:v>2.0163612887628841</c:v>
                </c:pt>
                <c:pt idx="16834">
                  <c:v>2.0169244082547637</c:v>
                </c:pt>
                <c:pt idx="16835">
                  <c:v>2.0185294828685083</c:v>
                </c:pt>
                <c:pt idx="16836">
                  <c:v>2.0208475363178833</c:v>
                </c:pt>
                <c:pt idx="16837">
                  <c:v>2.0199607700929652</c:v>
                </c:pt>
                <c:pt idx="16838">
                  <c:v>2.0158330311421726</c:v>
                </c:pt>
                <c:pt idx="16839">
                  <c:v>2.012350635150876</c:v>
                </c:pt>
                <c:pt idx="16840">
                  <c:v>2.0105900145051758</c:v>
                </c:pt>
                <c:pt idx="16841">
                  <c:v>2.0109899782422365</c:v>
                </c:pt>
                <c:pt idx="16842">
                  <c:v>2.0123823652227424</c:v>
                </c:pt>
                <c:pt idx="16843">
                  <c:v>2.0133971780839981</c:v>
                </c:pt>
                <c:pt idx="16844">
                  <c:v>2.0141134810223953</c:v>
                </c:pt>
                <c:pt idx="16845">
                  <c:v>2.0169984725610428</c:v>
                </c:pt>
                <c:pt idx="16846">
                  <c:v>2.0191771059976702</c:v>
                </c:pt>
                <c:pt idx="16847">
                  <c:v>2.0189151886771719</c:v>
                </c:pt>
                <c:pt idx="16848">
                  <c:v>2.0180336970616031</c:v>
                </c:pt>
                <c:pt idx="16849">
                  <c:v>2.016364283202567</c:v>
                </c:pt>
                <c:pt idx="16850">
                  <c:v>2.0149150293400147</c:v>
                </c:pt>
                <c:pt idx="16851">
                  <c:v>2.013423056636118</c:v>
                </c:pt>
                <c:pt idx="16852">
                  <c:v>2.0123652502142808</c:v>
                </c:pt>
                <c:pt idx="16853">
                  <c:v>2.0119937748620909</c:v>
                </c:pt>
                <c:pt idx="16854">
                  <c:v>2.0120705039449684</c:v>
                </c:pt>
                <c:pt idx="16855">
                  <c:v>2.0124877749939563</c:v>
                </c:pt>
                <c:pt idx="16856">
                  <c:v>2.0136984901430739</c:v>
                </c:pt>
                <c:pt idx="16857">
                  <c:v>2.0141651282389397</c:v>
                </c:pt>
                <c:pt idx="16858">
                  <c:v>2.0141244423199489</c:v>
                </c:pt>
                <c:pt idx="16859">
                  <c:v>2.013954500999978</c:v>
                </c:pt>
                <c:pt idx="16860">
                  <c:v>2.0131751499967034</c:v>
                </c:pt>
                <c:pt idx="16861">
                  <c:v>2.0141142777081824</c:v>
                </c:pt>
                <c:pt idx="16862">
                  <c:v>2.014563086525571</c:v>
                </c:pt>
                <c:pt idx="16863">
                  <c:v>2.0142325718116085</c:v>
                </c:pt>
                <c:pt idx="16864">
                  <c:v>2.0141252115338126</c:v>
                </c:pt>
                <c:pt idx="16865">
                  <c:v>2.0136288488165097</c:v>
                </c:pt>
                <c:pt idx="16866">
                  <c:v>2.0137835157469066</c:v>
                </c:pt>
                <c:pt idx="16867">
                  <c:v>2.0135257192149623</c:v>
                </c:pt>
                <c:pt idx="16868">
                  <c:v>2.011639524406057</c:v>
                </c:pt>
                <c:pt idx="16869">
                  <c:v>2.0112884057493243</c:v>
                </c:pt>
                <c:pt idx="16870">
                  <c:v>2.0107938836509089</c:v>
                </c:pt>
                <c:pt idx="16871">
                  <c:v>2.0105727071932487</c:v>
                </c:pt>
                <c:pt idx="16872">
                  <c:v>2.0116666117228195</c:v>
                </c:pt>
                <c:pt idx="16873">
                  <c:v>2.0123391793586953</c:v>
                </c:pt>
                <c:pt idx="16874">
                  <c:v>2.0105859486604691</c:v>
                </c:pt>
                <c:pt idx="16875">
                  <c:v>2.0095142689171666</c:v>
                </c:pt>
                <c:pt idx="16876">
                  <c:v>2.0105099887914553</c:v>
                </c:pt>
                <c:pt idx="16877">
                  <c:v>2.011871936880508</c:v>
                </c:pt>
                <c:pt idx="16878">
                  <c:v>2.0144791048548383</c:v>
                </c:pt>
                <c:pt idx="16879">
                  <c:v>2.0158362178853211</c:v>
                </c:pt>
                <c:pt idx="16880">
                  <c:v>2.0151723039054086</c:v>
                </c:pt>
                <c:pt idx="16881">
                  <c:v>2.0146523153337288</c:v>
                </c:pt>
                <c:pt idx="16882">
                  <c:v>2.013681237774994</c:v>
                </c:pt>
                <c:pt idx="16883">
                  <c:v>2.0127152425221424</c:v>
                </c:pt>
                <c:pt idx="16884">
                  <c:v>2.0121944572646755</c:v>
                </c:pt>
                <c:pt idx="16885">
                  <c:v>2.0124957967956747</c:v>
                </c:pt>
                <c:pt idx="16886">
                  <c:v>2.011048465967781</c:v>
                </c:pt>
                <c:pt idx="16887">
                  <c:v>2.0110339333201468</c:v>
                </c:pt>
                <c:pt idx="16888">
                  <c:v>2.0129026834575066</c:v>
                </c:pt>
                <c:pt idx="16889">
                  <c:v>2.0130453726291728</c:v>
                </c:pt>
                <c:pt idx="16890">
                  <c:v>2.0118811674468695</c:v>
                </c:pt>
                <c:pt idx="16891">
                  <c:v>2.0128549921979735</c:v>
                </c:pt>
                <c:pt idx="16892">
                  <c:v>2.0136717050174719</c:v>
                </c:pt>
                <c:pt idx="16893">
                  <c:v>2.0141392222148964</c:v>
                </c:pt>
                <c:pt idx="16894">
                  <c:v>2.014194303421903</c:v>
                </c:pt>
                <c:pt idx="16895">
                  <c:v>2.0135340706797651</c:v>
                </c:pt>
                <c:pt idx="16896">
                  <c:v>2.0145209171227005</c:v>
                </c:pt>
                <c:pt idx="16897">
                  <c:v>2.015311147007758</c:v>
                </c:pt>
                <c:pt idx="16898">
                  <c:v>2.0140015054614184</c:v>
                </c:pt>
                <c:pt idx="16899">
                  <c:v>2.0121698698929693</c:v>
                </c:pt>
                <c:pt idx="16900">
                  <c:v>2.0119495725368672</c:v>
                </c:pt>
                <c:pt idx="16901">
                  <c:v>2.0137054954836158</c:v>
                </c:pt>
                <c:pt idx="16902">
                  <c:v>2.0143851234038812</c:v>
                </c:pt>
                <c:pt idx="16903">
                  <c:v>2.0125881299312103</c:v>
                </c:pt>
                <c:pt idx="16904">
                  <c:v>2.0118743269378694</c:v>
                </c:pt>
                <c:pt idx="16905">
                  <c:v>2.0126147227533462</c:v>
                </c:pt>
                <c:pt idx="16906">
                  <c:v>2.013973264323861</c:v>
                </c:pt>
                <c:pt idx="16907">
                  <c:v>2.0151593096855014</c:v>
                </c:pt>
                <c:pt idx="16908">
                  <c:v>2.0166408430583944</c:v>
                </c:pt>
                <c:pt idx="16909">
                  <c:v>2.0172797301158218</c:v>
                </c:pt>
                <c:pt idx="16910">
                  <c:v>2.0176998582448737</c:v>
                </c:pt>
                <c:pt idx="16911">
                  <c:v>2.0170114393090262</c:v>
                </c:pt>
                <c:pt idx="16912">
                  <c:v>2.0153201852706535</c:v>
                </c:pt>
                <c:pt idx="16913">
                  <c:v>2.0140762290938659</c:v>
                </c:pt>
                <c:pt idx="16914">
                  <c:v>2.0138607393244103</c:v>
                </c:pt>
                <c:pt idx="16915">
                  <c:v>2.0156135854157053</c:v>
                </c:pt>
                <c:pt idx="16916">
                  <c:v>2.016755236148656</c:v>
                </c:pt>
                <c:pt idx="16917">
                  <c:v>2.017000697786862</c:v>
                </c:pt>
                <c:pt idx="16918">
                  <c:v>2.0154406221841277</c:v>
                </c:pt>
                <c:pt idx="16919">
                  <c:v>2.0153058998703326</c:v>
                </c:pt>
                <c:pt idx="16920">
                  <c:v>2.0149658798707719</c:v>
                </c:pt>
                <c:pt idx="16921">
                  <c:v>2.0140024120349005</c:v>
                </c:pt>
                <c:pt idx="16922">
                  <c:v>2.012990236478319</c:v>
                </c:pt>
                <c:pt idx="16923">
                  <c:v>2.0124863739258476</c:v>
                </c:pt>
                <c:pt idx="16924">
                  <c:v>2.0143940243071583</c:v>
                </c:pt>
                <c:pt idx="16925">
                  <c:v>2.0135947012153581</c:v>
                </c:pt>
                <c:pt idx="16926">
                  <c:v>2.0131726225797237</c:v>
                </c:pt>
                <c:pt idx="16927">
                  <c:v>2.0137370881958638</c:v>
                </c:pt>
                <c:pt idx="16928">
                  <c:v>2.0136563482121272</c:v>
                </c:pt>
                <c:pt idx="16929">
                  <c:v>2.014415122744555</c:v>
                </c:pt>
                <c:pt idx="16930">
                  <c:v>2.0147579174084087</c:v>
                </c:pt>
                <c:pt idx="16931">
                  <c:v>2.0161186567328189</c:v>
                </c:pt>
                <c:pt idx="16932">
                  <c:v>2.0171564910661304</c:v>
                </c:pt>
                <c:pt idx="16933">
                  <c:v>2.0177098305531747</c:v>
                </c:pt>
                <c:pt idx="16934">
                  <c:v>2.0183049548361573</c:v>
                </c:pt>
                <c:pt idx="16935">
                  <c:v>2.0193254818575417</c:v>
                </c:pt>
                <c:pt idx="16936">
                  <c:v>2.0184656381178434</c:v>
                </c:pt>
                <c:pt idx="16937">
                  <c:v>2.0166236731060856</c:v>
                </c:pt>
                <c:pt idx="16938">
                  <c:v>2.0159010790971625</c:v>
                </c:pt>
                <c:pt idx="16939">
                  <c:v>2.0164545284719018</c:v>
                </c:pt>
                <c:pt idx="16940">
                  <c:v>2.0159204193314433</c:v>
                </c:pt>
                <c:pt idx="16941">
                  <c:v>2.0150984593745194</c:v>
                </c:pt>
                <c:pt idx="16942">
                  <c:v>2.0149754675721412</c:v>
                </c:pt>
                <c:pt idx="16943">
                  <c:v>2.0145924814839233</c:v>
                </c:pt>
                <c:pt idx="16944">
                  <c:v>2.013483192677084</c:v>
                </c:pt>
                <c:pt idx="16945">
                  <c:v>2.0132983066306234</c:v>
                </c:pt>
                <c:pt idx="16946">
                  <c:v>2.0130434495945142</c:v>
                </c:pt>
                <c:pt idx="16947">
                  <c:v>2.0111873640139777</c:v>
                </c:pt>
                <c:pt idx="16948">
                  <c:v>2.0100099997802245</c:v>
                </c:pt>
                <c:pt idx="16949">
                  <c:v>2.0106319641326564</c:v>
                </c:pt>
                <c:pt idx="16950">
                  <c:v>2.0123623107184456</c:v>
                </c:pt>
                <c:pt idx="16951">
                  <c:v>2.0134075624711545</c:v>
                </c:pt>
                <c:pt idx="16952">
                  <c:v>2.0141040306806444</c:v>
                </c:pt>
                <c:pt idx="16953">
                  <c:v>2.0128285642073802</c:v>
                </c:pt>
                <c:pt idx="16954">
                  <c:v>2.0105882288301355</c:v>
                </c:pt>
                <c:pt idx="16955">
                  <c:v>2.0097970923715964</c:v>
                </c:pt>
                <c:pt idx="16956">
                  <c:v>2.0103377123579702</c:v>
                </c:pt>
                <c:pt idx="16957">
                  <c:v>2.0111012395331969</c:v>
                </c:pt>
                <c:pt idx="16958">
                  <c:v>2.0132936089316718</c:v>
                </c:pt>
                <c:pt idx="16959">
                  <c:v>2.0149436550845037</c:v>
                </c:pt>
                <c:pt idx="16960">
                  <c:v>2.0143523219269905</c:v>
                </c:pt>
                <c:pt idx="16961">
                  <c:v>2.013861838201358</c:v>
                </c:pt>
                <c:pt idx="16962">
                  <c:v>2.0153879310344829</c:v>
                </c:pt>
                <c:pt idx="16963">
                  <c:v>2.0158900353838378</c:v>
                </c:pt>
                <c:pt idx="16964">
                  <c:v>2.0166436177226874</c:v>
                </c:pt>
                <c:pt idx="16965">
                  <c:v>2.015446611063493</c:v>
                </c:pt>
                <c:pt idx="16966">
                  <c:v>2.0138464813960133</c:v>
                </c:pt>
                <c:pt idx="16967">
                  <c:v>2.0138352179072987</c:v>
                </c:pt>
                <c:pt idx="16968">
                  <c:v>2.0146522603898815</c:v>
                </c:pt>
                <c:pt idx="16969">
                  <c:v>2.0149569789674953</c:v>
                </c:pt>
                <c:pt idx="16970">
                  <c:v>2.0145207522911583</c:v>
                </c:pt>
                <c:pt idx="16971">
                  <c:v>2.0144438309048152</c:v>
                </c:pt>
                <c:pt idx="16972">
                  <c:v>2.0145920419331445</c:v>
                </c:pt>
                <c:pt idx="16973">
                  <c:v>2.0142377090613395</c:v>
                </c:pt>
                <c:pt idx="16974">
                  <c:v>2.0126196676996111</c:v>
                </c:pt>
                <c:pt idx="16975">
                  <c:v>2.0114001890068351</c:v>
                </c:pt>
                <c:pt idx="16976">
                  <c:v>2.0111204424078593</c:v>
                </c:pt>
                <c:pt idx="16977">
                  <c:v>2.0121545680314719</c:v>
                </c:pt>
                <c:pt idx="16978">
                  <c:v>2.0137936803586736</c:v>
                </c:pt>
                <c:pt idx="16979">
                  <c:v>2.0141014757917408</c:v>
                </c:pt>
                <c:pt idx="16980">
                  <c:v>2.0151137062921696</c:v>
                </c:pt>
                <c:pt idx="16981">
                  <c:v>2.0147897848398935</c:v>
                </c:pt>
                <c:pt idx="16982">
                  <c:v>2.0133258884420124</c:v>
                </c:pt>
                <c:pt idx="16983">
                  <c:v>2.013021829190567</c:v>
                </c:pt>
                <c:pt idx="16984">
                  <c:v>2.0131257005340544</c:v>
                </c:pt>
                <c:pt idx="16985">
                  <c:v>2.0134174798356081</c:v>
                </c:pt>
                <c:pt idx="16986">
                  <c:v>2.0137893397947297</c:v>
                </c:pt>
                <c:pt idx="16987">
                  <c:v>2.0138129931210305</c:v>
                </c:pt>
                <c:pt idx="16988">
                  <c:v>2.0141044977033471</c:v>
                </c:pt>
                <c:pt idx="16989">
                  <c:v>2.0137044790224392</c:v>
                </c:pt>
                <c:pt idx="16990">
                  <c:v>2.0126038988154105</c:v>
                </c:pt>
                <c:pt idx="16991">
                  <c:v>2.0114845278125757</c:v>
                </c:pt>
                <c:pt idx="16992">
                  <c:v>2.0097395386914574</c:v>
                </c:pt>
                <c:pt idx="16993">
                  <c:v>2.0094340234280565</c:v>
                </c:pt>
                <c:pt idx="16994">
                  <c:v>2.0115021922595107</c:v>
                </c:pt>
                <c:pt idx="16995">
                  <c:v>2.0124198643985847</c:v>
                </c:pt>
                <c:pt idx="16996">
                  <c:v>2.0133082514670009</c:v>
                </c:pt>
                <c:pt idx="16997">
                  <c:v>2.0141907595437463</c:v>
                </c:pt>
                <c:pt idx="16998">
                  <c:v>2.0144801487879387</c:v>
                </c:pt>
                <c:pt idx="16999">
                  <c:v>2.0148543438605744</c:v>
                </c:pt>
                <c:pt idx="17000">
                  <c:v>2.0148655798773651</c:v>
                </c:pt>
                <c:pt idx="17001">
                  <c:v>2.0145150106591063</c:v>
                </c:pt>
                <c:pt idx="17002">
                  <c:v>2.0133862992022151</c:v>
                </c:pt>
                <c:pt idx="17003">
                  <c:v>2.0125014285400322</c:v>
                </c:pt>
                <c:pt idx="17004">
                  <c:v>2.0117058141579305</c:v>
                </c:pt>
                <c:pt idx="17005">
                  <c:v>2.0105729269686381</c:v>
                </c:pt>
                <c:pt idx="17006">
                  <c:v>2.0114531823476409</c:v>
                </c:pt>
                <c:pt idx="17007">
                  <c:v>2.0138576075251091</c:v>
                </c:pt>
                <c:pt idx="17008">
                  <c:v>2.0139789784839892</c:v>
                </c:pt>
                <c:pt idx="17009">
                  <c:v>2.0127089514516165</c:v>
                </c:pt>
                <c:pt idx="17010">
                  <c:v>2.0128243060592075</c:v>
                </c:pt>
                <c:pt idx="17011">
                  <c:v>2.0133148447286873</c:v>
                </c:pt>
                <c:pt idx="17012">
                  <c:v>2.0139633469594074</c:v>
                </c:pt>
                <c:pt idx="17013">
                  <c:v>2.015009780004835</c:v>
                </c:pt>
                <c:pt idx="17014">
                  <c:v>2.0157213577723567</c:v>
                </c:pt>
                <c:pt idx="17015">
                  <c:v>2.015658502010945</c:v>
                </c:pt>
                <c:pt idx="17016">
                  <c:v>2.014590091426562</c:v>
                </c:pt>
                <c:pt idx="17017">
                  <c:v>2.0145496802268084</c:v>
                </c:pt>
                <c:pt idx="17018">
                  <c:v>2.0157031438869475</c:v>
                </c:pt>
                <c:pt idx="17019">
                  <c:v>2.0170308344871541</c:v>
                </c:pt>
                <c:pt idx="17020">
                  <c:v>2.0151988143117734</c:v>
                </c:pt>
                <c:pt idx="17021">
                  <c:v>2.0123900848333003</c:v>
                </c:pt>
                <c:pt idx="17022">
                  <c:v>2.0123258280037803</c:v>
                </c:pt>
                <c:pt idx="17023">
                  <c:v>2.0119817696314368</c:v>
                </c:pt>
                <c:pt idx="17024">
                  <c:v>2.0110871189644182</c:v>
                </c:pt>
                <c:pt idx="17025">
                  <c:v>2.0114086778312563</c:v>
                </c:pt>
                <c:pt idx="17026">
                  <c:v>2.013549894507813</c:v>
                </c:pt>
                <c:pt idx="17027">
                  <c:v>2.0152768345750642</c:v>
                </c:pt>
                <c:pt idx="17028">
                  <c:v>2.0155261148106636</c:v>
                </c:pt>
                <c:pt idx="17029">
                  <c:v>2.0154314190896905</c:v>
                </c:pt>
                <c:pt idx="17030">
                  <c:v>2.0144174853299925</c:v>
                </c:pt>
                <c:pt idx="17031">
                  <c:v>2.0137872519285289</c:v>
                </c:pt>
                <c:pt idx="17032">
                  <c:v>2.012693979253203</c:v>
                </c:pt>
                <c:pt idx="17033">
                  <c:v>2.0124890936462934</c:v>
                </c:pt>
                <c:pt idx="17034">
                  <c:v>2.0130012801916441</c:v>
                </c:pt>
                <c:pt idx="17035">
                  <c:v>2.0122189896925344</c:v>
                </c:pt>
                <c:pt idx="17036">
                  <c:v>2.0111316234808028</c:v>
                </c:pt>
                <c:pt idx="17037">
                  <c:v>2.010517021603921</c:v>
                </c:pt>
                <c:pt idx="17038">
                  <c:v>2.0128178776290633</c:v>
                </c:pt>
                <c:pt idx="17039">
                  <c:v>2.0142000725258784</c:v>
                </c:pt>
                <c:pt idx="17040">
                  <c:v>2.0151399145073734</c:v>
                </c:pt>
                <c:pt idx="17041">
                  <c:v>2.01505585042087</c:v>
                </c:pt>
                <c:pt idx="17042">
                  <c:v>2.0149433803652665</c:v>
                </c:pt>
                <c:pt idx="17043">
                  <c:v>2.0140221643480363</c:v>
                </c:pt>
                <c:pt idx="17044">
                  <c:v>2.012633238829916</c:v>
                </c:pt>
                <c:pt idx="17045">
                  <c:v>2.0108893485857453</c:v>
                </c:pt>
                <c:pt idx="17046">
                  <c:v>2.0113317564449131</c:v>
                </c:pt>
                <c:pt idx="17047">
                  <c:v>2.0117114733742114</c:v>
                </c:pt>
                <c:pt idx="17048">
                  <c:v>2.0130574328036746</c:v>
                </c:pt>
                <c:pt idx="17049">
                  <c:v>2.0152660655809762</c:v>
                </c:pt>
                <c:pt idx="17050">
                  <c:v>2.0150219775389551</c:v>
                </c:pt>
                <c:pt idx="17051">
                  <c:v>2.0133919858904199</c:v>
                </c:pt>
                <c:pt idx="17052">
                  <c:v>2.0127811751390081</c:v>
                </c:pt>
                <c:pt idx="17053">
                  <c:v>2.0131971275356584</c:v>
                </c:pt>
                <c:pt idx="17054">
                  <c:v>2.0120673721456672</c:v>
                </c:pt>
                <c:pt idx="17055">
                  <c:v>2.012115750203292</c:v>
                </c:pt>
                <c:pt idx="17056">
                  <c:v>2.0140764763411791</c:v>
                </c:pt>
                <c:pt idx="17057">
                  <c:v>2.0156266071075359</c:v>
                </c:pt>
                <c:pt idx="17058">
                  <c:v>2.0157492143029825</c:v>
                </c:pt>
                <c:pt idx="17059">
                  <c:v>2.0158757774554403</c:v>
                </c:pt>
                <c:pt idx="17060">
                  <c:v>2.0162384892639724</c:v>
                </c:pt>
                <c:pt idx="17061">
                  <c:v>2.0158258060262413</c:v>
                </c:pt>
                <c:pt idx="17062">
                  <c:v>2.0148180534493747</c:v>
                </c:pt>
                <c:pt idx="17063">
                  <c:v>2.0145127030175161</c:v>
                </c:pt>
                <c:pt idx="17064">
                  <c:v>2.0154780114722755</c:v>
                </c:pt>
                <c:pt idx="17065">
                  <c:v>2.0162186820069889</c:v>
                </c:pt>
                <c:pt idx="17066">
                  <c:v>2.0160207193248501</c:v>
                </c:pt>
                <c:pt idx="17067">
                  <c:v>2.0142599063756839</c:v>
                </c:pt>
                <c:pt idx="17068">
                  <c:v>2.0121777543350694</c:v>
                </c:pt>
                <c:pt idx="17069">
                  <c:v>2.0119189962857957</c:v>
                </c:pt>
                <c:pt idx="17070">
                  <c:v>2.0120606689962859</c:v>
                </c:pt>
                <c:pt idx="17071">
                  <c:v>2.0113779092767192</c:v>
                </c:pt>
                <c:pt idx="17072">
                  <c:v>2.0112727467528186</c:v>
                </c:pt>
                <c:pt idx="17073">
                  <c:v>2.0110929704841651</c:v>
                </c:pt>
                <c:pt idx="17074">
                  <c:v>2.0137191765016151</c:v>
                </c:pt>
                <c:pt idx="17075">
                  <c:v>2.0165266697435222</c:v>
                </c:pt>
                <c:pt idx="17076">
                  <c:v>2.0156951770290763</c:v>
                </c:pt>
                <c:pt idx="17077">
                  <c:v>2.0150630480648779</c:v>
                </c:pt>
                <c:pt idx="17078">
                  <c:v>2.0148043174875276</c:v>
                </c:pt>
                <c:pt idx="17079">
                  <c:v>2.0140199116502933</c:v>
                </c:pt>
                <c:pt idx="17080">
                  <c:v>2.0128241961715125</c:v>
                </c:pt>
                <c:pt idx="17081">
                  <c:v>2.0120069613854641</c:v>
                </c:pt>
                <c:pt idx="17082">
                  <c:v>2.0122333025647787</c:v>
                </c:pt>
                <c:pt idx="17083">
                  <c:v>2.0114156007560275</c:v>
                </c:pt>
                <c:pt idx="17084">
                  <c:v>2.0122352805432846</c:v>
                </c:pt>
                <c:pt idx="17085">
                  <c:v>2.0140655974593966</c:v>
                </c:pt>
                <c:pt idx="17086">
                  <c:v>2.0145186644249575</c:v>
                </c:pt>
                <c:pt idx="17087">
                  <c:v>2.0140622184127821</c:v>
                </c:pt>
                <c:pt idx="17088">
                  <c:v>2.015104695501198</c:v>
                </c:pt>
                <c:pt idx="17089">
                  <c:v>2.0152126326893915</c:v>
                </c:pt>
                <c:pt idx="17090">
                  <c:v>2.0149948627502692</c:v>
                </c:pt>
                <c:pt idx="17091">
                  <c:v>2.0140027966418321</c:v>
                </c:pt>
                <c:pt idx="17092">
                  <c:v>2.0128544702314235</c:v>
                </c:pt>
                <c:pt idx="17093">
                  <c:v>2.0128675468671018</c:v>
                </c:pt>
                <c:pt idx="17094">
                  <c:v>2.0128559537153028</c:v>
                </c:pt>
                <c:pt idx="17095">
                  <c:v>2.0138523329157603</c:v>
                </c:pt>
                <c:pt idx="17096">
                  <c:v>2.0146485516801826</c:v>
                </c:pt>
                <c:pt idx="17097">
                  <c:v>2.0130945199006613</c:v>
                </c:pt>
                <c:pt idx="17098">
                  <c:v>2.0102975758774533</c:v>
                </c:pt>
                <c:pt idx="17099">
                  <c:v>2.0102671369860001</c:v>
                </c:pt>
                <c:pt idx="17100">
                  <c:v>2.0113683490472738</c:v>
                </c:pt>
                <c:pt idx="17101">
                  <c:v>2.0121088822223689</c:v>
                </c:pt>
                <c:pt idx="17102">
                  <c:v>2.0127559284411332</c:v>
                </c:pt>
                <c:pt idx="17103">
                  <c:v>2.0129480121316017</c:v>
                </c:pt>
                <c:pt idx="17104">
                  <c:v>2.0135531087228853</c:v>
                </c:pt>
                <c:pt idx="17105">
                  <c:v>2.0131121843475968</c:v>
                </c:pt>
                <c:pt idx="17106">
                  <c:v>2.0137870046812156</c:v>
                </c:pt>
                <c:pt idx="17107">
                  <c:v>2.0143586679413641</c:v>
                </c:pt>
                <c:pt idx="17108">
                  <c:v>2.0141140579327925</c:v>
                </c:pt>
                <c:pt idx="17109">
                  <c:v>2.0137291213379926</c:v>
                </c:pt>
                <c:pt idx="17110">
                  <c:v>2.0137149458253667</c:v>
                </c:pt>
                <c:pt idx="17111">
                  <c:v>2.0126375793938593</c:v>
                </c:pt>
                <c:pt idx="17112">
                  <c:v>2.0117589448583546</c:v>
                </c:pt>
                <c:pt idx="17113">
                  <c:v>2.0121628096085802</c:v>
                </c:pt>
                <c:pt idx="17114">
                  <c:v>2.0135024230236698</c:v>
                </c:pt>
                <c:pt idx="17115">
                  <c:v>2.0138140645260543</c:v>
                </c:pt>
                <c:pt idx="17116">
                  <c:v>2.0137791751829632</c:v>
                </c:pt>
                <c:pt idx="17117">
                  <c:v>2.0142562800817565</c:v>
                </c:pt>
                <c:pt idx="17118">
                  <c:v>2.0147298136304697</c:v>
                </c:pt>
                <c:pt idx="17119">
                  <c:v>2.0154285070657787</c:v>
                </c:pt>
                <c:pt idx="17120">
                  <c:v>2.0158798158282236</c:v>
                </c:pt>
                <c:pt idx="17121">
                  <c:v>2.0146054482319071</c:v>
                </c:pt>
                <c:pt idx="17122">
                  <c:v>2.0126154370233622</c:v>
                </c:pt>
                <c:pt idx="17123">
                  <c:v>2.0099277488406848</c:v>
                </c:pt>
                <c:pt idx="17124">
                  <c:v>2.0103611733808049</c:v>
                </c:pt>
                <c:pt idx="17125">
                  <c:v>2.0123284927803784</c:v>
                </c:pt>
                <c:pt idx="17126">
                  <c:v>2.0139060130546582</c:v>
                </c:pt>
                <c:pt idx="17127">
                  <c:v>2.01505153732885</c:v>
                </c:pt>
                <c:pt idx="17128">
                  <c:v>2.0147985209116284</c:v>
                </c:pt>
                <c:pt idx="17129">
                  <c:v>2.0134384409133865</c:v>
                </c:pt>
                <c:pt idx="17130">
                  <c:v>2.0123065701852707</c:v>
                </c:pt>
                <c:pt idx="17131">
                  <c:v>2.01267848508824</c:v>
                </c:pt>
                <c:pt idx="17132">
                  <c:v>2.0137043416628204</c:v>
                </c:pt>
                <c:pt idx="17133">
                  <c:v>2.0150648337399177</c:v>
                </c:pt>
                <c:pt idx="17134">
                  <c:v>2.014251554910881</c:v>
                </c:pt>
                <c:pt idx="17135">
                  <c:v>2.0139608195424277</c:v>
                </c:pt>
                <c:pt idx="17136">
                  <c:v>2.0154146062723894</c:v>
                </c:pt>
                <c:pt idx="17137">
                  <c:v>2.0162722247862686</c:v>
                </c:pt>
                <c:pt idx="17138">
                  <c:v>2.0168076251071403</c:v>
                </c:pt>
                <c:pt idx="17139">
                  <c:v>2.0163675798334104</c:v>
                </c:pt>
                <c:pt idx="17140">
                  <c:v>2.0145598173666515</c:v>
                </c:pt>
                <c:pt idx="17141">
                  <c:v>2.013247373684095</c:v>
                </c:pt>
                <c:pt idx="17142">
                  <c:v>2.0126290630975143</c:v>
                </c:pt>
                <c:pt idx="17143">
                  <c:v>2.0113623876398319</c:v>
                </c:pt>
                <c:pt idx="17144">
                  <c:v>2.0110414606272391</c:v>
                </c:pt>
                <c:pt idx="17145">
                  <c:v>2.0126356014153535</c:v>
                </c:pt>
                <c:pt idx="17146">
                  <c:v>2.0127976582932243</c:v>
                </c:pt>
                <c:pt idx="17147">
                  <c:v>2.0132112755763609</c:v>
                </c:pt>
                <c:pt idx="17148">
                  <c:v>2.0130675699435177</c:v>
                </c:pt>
                <c:pt idx="17149">
                  <c:v>2.0140224390672734</c:v>
                </c:pt>
                <c:pt idx="17150">
                  <c:v>2.0130732016878752</c:v>
                </c:pt>
                <c:pt idx="17151">
                  <c:v>2.0118086140963936</c:v>
                </c:pt>
                <c:pt idx="17152">
                  <c:v>2.0137130227907081</c:v>
                </c:pt>
                <c:pt idx="17153">
                  <c:v>2.0150777730159777</c:v>
                </c:pt>
                <c:pt idx="17154">
                  <c:v>2.0141379310344827</c:v>
                </c:pt>
                <c:pt idx="17155">
                  <c:v>2.0130662238192567</c:v>
                </c:pt>
                <c:pt idx="17156">
                  <c:v>2.014007549284631</c:v>
                </c:pt>
                <c:pt idx="17157">
                  <c:v>2.0135536306894353</c:v>
                </c:pt>
                <c:pt idx="17158">
                  <c:v>2.0126237335443178</c:v>
                </c:pt>
                <c:pt idx="17159">
                  <c:v>2.0127676864244743</c:v>
                </c:pt>
                <c:pt idx="17160">
                  <c:v>2.0127452143908924</c:v>
                </c:pt>
                <c:pt idx="17161">
                  <c:v>2.0114187050834049</c:v>
                </c:pt>
                <c:pt idx="17162">
                  <c:v>2.0094263312894221</c:v>
                </c:pt>
                <c:pt idx="17163">
                  <c:v>2.0095320432517965</c:v>
                </c:pt>
                <c:pt idx="17164">
                  <c:v>2.0111275026922484</c:v>
                </c:pt>
                <c:pt idx="17165">
                  <c:v>2.0117884222324784</c:v>
                </c:pt>
                <c:pt idx="17166">
                  <c:v>2.0112021164370013</c:v>
                </c:pt>
                <c:pt idx="17167">
                  <c:v>2.0105732566317225</c:v>
                </c:pt>
                <c:pt idx="17168">
                  <c:v>2.0104247983560799</c:v>
                </c:pt>
                <c:pt idx="17169">
                  <c:v>2.0119171556669082</c:v>
                </c:pt>
                <c:pt idx="17170">
                  <c:v>2.0141890562844771</c:v>
                </c:pt>
                <c:pt idx="17171">
                  <c:v>2.0155899870332519</c:v>
                </c:pt>
                <c:pt idx="17172">
                  <c:v>2.0147510219555613</c:v>
                </c:pt>
                <c:pt idx="17173">
                  <c:v>2.0132266873255533</c:v>
                </c:pt>
                <c:pt idx="17174">
                  <c:v>2.0126548867057865</c:v>
                </c:pt>
                <c:pt idx="17175">
                  <c:v>2.014382898178062</c:v>
                </c:pt>
                <c:pt idx="17176">
                  <c:v>2.0161016241401288</c:v>
                </c:pt>
                <c:pt idx="17177">
                  <c:v>2.0151229368585306</c:v>
                </c:pt>
                <c:pt idx="17178">
                  <c:v>2.0133358332783895</c:v>
                </c:pt>
                <c:pt idx="17179">
                  <c:v>2.0122065723830245</c:v>
                </c:pt>
                <c:pt idx="17180">
                  <c:v>2.0116684248697831</c:v>
                </c:pt>
                <c:pt idx="17181">
                  <c:v>2.0120328674095074</c:v>
                </c:pt>
                <c:pt idx="17182">
                  <c:v>2.0132978121359972</c:v>
                </c:pt>
                <c:pt idx="17183">
                  <c:v>2.0143211962374452</c:v>
                </c:pt>
                <c:pt idx="17184">
                  <c:v>2.0134186611283269</c:v>
                </c:pt>
                <c:pt idx="17185">
                  <c:v>2.0132364673303882</c:v>
                </c:pt>
                <c:pt idx="17186">
                  <c:v>2.0136415408452559</c:v>
                </c:pt>
                <c:pt idx="17187">
                  <c:v>2.0137910979978462</c:v>
                </c:pt>
                <c:pt idx="17188">
                  <c:v>2.0134888244214415</c:v>
                </c:pt>
                <c:pt idx="17189">
                  <c:v>2.0141336179424627</c:v>
                </c:pt>
                <c:pt idx="17190">
                  <c:v>2.0148259104195514</c:v>
                </c:pt>
                <c:pt idx="17191">
                  <c:v>2.0137667853453771</c:v>
                </c:pt>
                <c:pt idx="17192">
                  <c:v>2.0132604777916967</c:v>
                </c:pt>
                <c:pt idx="17193">
                  <c:v>2.0123984912419508</c:v>
                </c:pt>
                <c:pt idx="17194">
                  <c:v>2.0112032702577967</c:v>
                </c:pt>
                <c:pt idx="17195">
                  <c:v>2.0125590096920947</c:v>
                </c:pt>
                <c:pt idx="17196">
                  <c:v>2.014127299400013</c:v>
                </c:pt>
                <c:pt idx="17197">
                  <c:v>2.0150287081602603</c:v>
                </c:pt>
                <c:pt idx="17198">
                  <c:v>2.0148977220280875</c:v>
                </c:pt>
                <c:pt idx="17199">
                  <c:v>2.0151251620843498</c:v>
                </c:pt>
                <c:pt idx="17200">
                  <c:v>2.0146118491901275</c:v>
                </c:pt>
                <c:pt idx="17201">
                  <c:v>2.0137358519592974</c:v>
                </c:pt>
                <c:pt idx="17202">
                  <c:v>2.0145054504296609</c:v>
                </c:pt>
                <c:pt idx="17203">
                  <c:v>2.014885909100899</c:v>
                </c:pt>
                <c:pt idx="17204">
                  <c:v>2.0148748928594977</c:v>
                </c:pt>
                <c:pt idx="17205">
                  <c:v>2.0164562866750182</c:v>
                </c:pt>
                <c:pt idx="17206">
                  <c:v>2.0161718149051668</c:v>
                </c:pt>
                <c:pt idx="17207">
                  <c:v>2.0153676292828728</c:v>
                </c:pt>
                <c:pt idx="17208">
                  <c:v>2.0159968736950837</c:v>
                </c:pt>
                <c:pt idx="17209">
                  <c:v>2.0174650831849847</c:v>
                </c:pt>
                <c:pt idx="17210">
                  <c:v>2.0182187754115293</c:v>
                </c:pt>
                <c:pt idx="17211">
                  <c:v>2.0169972088525525</c:v>
                </c:pt>
                <c:pt idx="17212">
                  <c:v>2.0167572141271619</c:v>
                </c:pt>
                <c:pt idx="17213">
                  <c:v>2.0177528515856795</c:v>
                </c:pt>
                <c:pt idx="17214">
                  <c:v>2.0175577734555286</c:v>
                </c:pt>
                <c:pt idx="17215">
                  <c:v>2.0175745038570581</c:v>
                </c:pt>
                <c:pt idx="17216">
                  <c:v>2.0171309421770949</c:v>
                </c:pt>
                <c:pt idx="17217">
                  <c:v>2.0158754477923564</c:v>
                </c:pt>
                <c:pt idx="17218">
                  <c:v>2.0144942144128701</c:v>
                </c:pt>
                <c:pt idx="17219">
                  <c:v>2.012716258983319</c:v>
                </c:pt>
                <c:pt idx="17220">
                  <c:v>2.0129923518164436</c:v>
                </c:pt>
                <c:pt idx="17221">
                  <c:v>2.0125770038021145</c:v>
                </c:pt>
                <c:pt idx="17222">
                  <c:v>2.0123615415045824</c:v>
                </c:pt>
                <c:pt idx="17223">
                  <c:v>2.0125550262631591</c:v>
                </c:pt>
                <c:pt idx="17224">
                  <c:v>2.0113670578668601</c:v>
                </c:pt>
                <c:pt idx="17225">
                  <c:v>2.0111576668644644</c:v>
                </c:pt>
                <c:pt idx="17226">
                  <c:v>2.0121592382584996</c:v>
                </c:pt>
                <c:pt idx="17227">
                  <c:v>2.0129424628030153</c:v>
                </c:pt>
                <c:pt idx="17228">
                  <c:v>2.0143070756686665</c:v>
                </c:pt>
                <c:pt idx="17229">
                  <c:v>2.0141738368387507</c:v>
                </c:pt>
                <c:pt idx="17230">
                  <c:v>2.0130088349706599</c:v>
                </c:pt>
                <c:pt idx="17231">
                  <c:v>2.0117509780004834</c:v>
                </c:pt>
                <c:pt idx="17232">
                  <c:v>2.012554833959693</c:v>
                </c:pt>
                <c:pt idx="17233">
                  <c:v>2.0136497824223643</c:v>
                </c:pt>
                <c:pt idx="17234">
                  <c:v>2.0129016120524823</c:v>
                </c:pt>
                <c:pt idx="17235">
                  <c:v>2.0127282092701257</c:v>
                </c:pt>
                <c:pt idx="17236">
                  <c:v>2.0129822421485244</c:v>
                </c:pt>
                <c:pt idx="17237">
                  <c:v>2.0142220500648338</c:v>
                </c:pt>
                <c:pt idx="17238">
                  <c:v>2.0152846091294698</c:v>
                </c:pt>
                <c:pt idx="17239">
                  <c:v>2.0156477055449331</c:v>
                </c:pt>
                <c:pt idx="17240">
                  <c:v>2.0160624491769412</c:v>
                </c:pt>
                <c:pt idx="17241">
                  <c:v>2.0165209830553175</c:v>
                </c:pt>
                <c:pt idx="17242">
                  <c:v>2.0157651480187249</c:v>
                </c:pt>
                <c:pt idx="17243">
                  <c:v>2.0152518900683503</c:v>
                </c:pt>
                <c:pt idx="17244">
                  <c:v>2.0152586481615788</c:v>
                </c:pt>
                <c:pt idx="17245">
                  <c:v>2.0148248390145271</c:v>
                </c:pt>
                <c:pt idx="17246">
                  <c:v>2.0138335421199534</c:v>
                </c:pt>
                <c:pt idx="17247">
                  <c:v>2.0138761236016789</c:v>
                </c:pt>
                <c:pt idx="17248">
                  <c:v>2.0137074185182744</c:v>
                </c:pt>
                <c:pt idx="17249">
                  <c:v>2.0133191303487834</c:v>
                </c:pt>
                <c:pt idx="17250">
                  <c:v>2.0149714841432056</c:v>
                </c:pt>
                <c:pt idx="17251">
                  <c:v>2.0166718039163976</c:v>
                </c:pt>
                <c:pt idx="17252">
                  <c:v>2.0155482022373135</c:v>
                </c:pt>
                <c:pt idx="17253">
                  <c:v>2.0126754631766333</c:v>
                </c:pt>
                <c:pt idx="17254">
                  <c:v>2.01101387881585</c:v>
                </c:pt>
                <c:pt idx="17255">
                  <c:v>2.0113250807674556</c:v>
                </c:pt>
                <c:pt idx="17256">
                  <c:v>2.0126581009208588</c:v>
                </c:pt>
                <c:pt idx="17257">
                  <c:v>2.0129975989538691</c:v>
                </c:pt>
                <c:pt idx="17258">
                  <c:v>2.0129799070350103</c:v>
                </c:pt>
                <c:pt idx="17259">
                  <c:v>2.0127277697193469</c:v>
                </c:pt>
                <c:pt idx="17260">
                  <c:v>2.0127822465440319</c:v>
                </c:pt>
                <c:pt idx="17261">
                  <c:v>2.0142250445045162</c:v>
                </c:pt>
                <c:pt idx="17262">
                  <c:v>2.014190512296433</c:v>
                </c:pt>
                <c:pt idx="17263">
                  <c:v>2.0112427748840687</c:v>
                </c:pt>
                <c:pt idx="17264">
                  <c:v>2.0090294444078154</c:v>
                </c:pt>
                <c:pt idx="17265">
                  <c:v>2.0095403123008286</c:v>
                </c:pt>
                <c:pt idx="17266">
                  <c:v>2.0098056361398648</c:v>
                </c:pt>
                <c:pt idx="17267">
                  <c:v>2.0099625008241575</c:v>
                </c:pt>
                <c:pt idx="17268">
                  <c:v>2.0096270136920067</c:v>
                </c:pt>
                <c:pt idx="17269">
                  <c:v>2.0104016395244062</c:v>
                </c:pt>
                <c:pt idx="17270">
                  <c:v>2.011486203599921</c:v>
                </c:pt>
                <c:pt idx="17271">
                  <c:v>2.0120732786092614</c:v>
                </c:pt>
                <c:pt idx="17272">
                  <c:v>2.0113353552669171</c:v>
                </c:pt>
                <c:pt idx="17273">
                  <c:v>2.011050718665524</c:v>
                </c:pt>
                <c:pt idx="17274">
                  <c:v>2.0116320795147358</c:v>
                </c:pt>
                <c:pt idx="17275">
                  <c:v>2.0114915606250414</c:v>
                </c:pt>
                <c:pt idx="17276">
                  <c:v>2.0125039559570119</c:v>
                </c:pt>
                <c:pt idx="17277">
                  <c:v>2.0145783609151446</c:v>
                </c:pt>
                <c:pt idx="17278">
                  <c:v>2.0145435814597481</c:v>
                </c:pt>
                <c:pt idx="17279">
                  <c:v>2.0129163644755059</c:v>
                </c:pt>
                <c:pt idx="17280">
                  <c:v>2.0120066317223797</c:v>
                </c:pt>
                <c:pt idx="17281">
                  <c:v>2.0124973626953255</c:v>
                </c:pt>
                <c:pt idx="17282">
                  <c:v>2.0118419100679108</c:v>
                </c:pt>
                <c:pt idx="17283">
                  <c:v>2.0106216072174239</c:v>
                </c:pt>
                <c:pt idx="17284">
                  <c:v>2.0098557174567593</c:v>
                </c:pt>
                <c:pt idx="17285">
                  <c:v>2.0102684831102615</c:v>
                </c:pt>
                <c:pt idx="17286">
                  <c:v>2.0099425562075557</c:v>
                </c:pt>
                <c:pt idx="17287">
                  <c:v>2.0095481417990815</c:v>
                </c:pt>
                <c:pt idx="17288">
                  <c:v>2.0106133381683917</c:v>
                </c:pt>
                <c:pt idx="17289">
                  <c:v>2.011391397991253</c:v>
                </c:pt>
                <c:pt idx="17290">
                  <c:v>2.0109247049515395</c:v>
                </c:pt>
                <c:pt idx="17291">
                  <c:v>2.0115717511703037</c:v>
                </c:pt>
                <c:pt idx="17292">
                  <c:v>2.0129955110876683</c:v>
                </c:pt>
                <c:pt idx="17293">
                  <c:v>2.0147196215467793</c:v>
                </c:pt>
                <c:pt idx="17294">
                  <c:v>2.0152867519395179</c:v>
                </c:pt>
                <c:pt idx="17295">
                  <c:v>2.0137310718445747</c:v>
                </c:pt>
                <c:pt idx="17296">
                  <c:v>2.0116566394145186</c:v>
                </c:pt>
                <c:pt idx="17297">
                  <c:v>2.010643859475616</c:v>
                </c:pt>
                <c:pt idx="17298">
                  <c:v>2.0115932891584802</c:v>
                </c:pt>
                <c:pt idx="17299">
                  <c:v>2.0127777411485464</c:v>
                </c:pt>
                <c:pt idx="17300">
                  <c:v>2.0132797630821302</c:v>
                </c:pt>
                <c:pt idx="17301">
                  <c:v>2.0122603898815412</c:v>
                </c:pt>
                <c:pt idx="17302">
                  <c:v>2.0116940836465131</c:v>
                </c:pt>
                <c:pt idx="17303">
                  <c:v>2.0133115206259204</c:v>
                </c:pt>
                <c:pt idx="17304">
                  <c:v>2.0146033878376302</c:v>
                </c:pt>
                <c:pt idx="17305">
                  <c:v>2.015862288740907</c:v>
                </c:pt>
                <c:pt idx="17306">
                  <c:v>2.0180472132480607</c:v>
                </c:pt>
                <c:pt idx="17307">
                  <c:v>2.0171208599810995</c:v>
                </c:pt>
                <c:pt idx="17308">
                  <c:v>2.0137900540647458</c:v>
                </c:pt>
                <c:pt idx="17309">
                  <c:v>2.0129912804114194</c:v>
                </c:pt>
                <c:pt idx="17310">
                  <c:v>2.0136008274543418</c:v>
                </c:pt>
                <c:pt idx="17311">
                  <c:v>2.0129477923562118</c:v>
                </c:pt>
                <c:pt idx="17312">
                  <c:v>2.0130410870090767</c:v>
                </c:pt>
                <c:pt idx="17313">
                  <c:v>2.013657007538296</c:v>
                </c:pt>
                <c:pt idx="17314">
                  <c:v>2.0147734115733722</c:v>
                </c:pt>
                <c:pt idx="17315">
                  <c:v>2.0147239346387993</c:v>
                </c:pt>
                <c:pt idx="17316">
                  <c:v>2.0140067525988439</c:v>
                </c:pt>
                <c:pt idx="17317">
                  <c:v>2.0136219533636623</c:v>
                </c:pt>
                <c:pt idx="17318">
                  <c:v>2.0132346541834245</c:v>
                </c:pt>
                <c:pt idx="17319">
                  <c:v>2.0135435484934399</c:v>
                </c:pt>
                <c:pt idx="17320">
                  <c:v>2.0130486967319401</c:v>
                </c:pt>
                <c:pt idx="17321">
                  <c:v>2.0139017549064855</c:v>
                </c:pt>
                <c:pt idx="17322">
                  <c:v>2.0149066778752114</c:v>
                </c:pt>
                <c:pt idx="17323">
                  <c:v>2.0146266840289226</c:v>
                </c:pt>
                <c:pt idx="17324">
                  <c:v>2.0142773510472298</c:v>
                </c:pt>
                <c:pt idx="17325">
                  <c:v>2.0142653732884992</c:v>
                </c:pt>
                <c:pt idx="17326">
                  <c:v>2.0142279290565042</c:v>
                </c:pt>
                <c:pt idx="17327">
                  <c:v>2.014117244675941</c:v>
                </c:pt>
                <c:pt idx="17328">
                  <c:v>2.0143789422210503</c:v>
                </c:pt>
                <c:pt idx="17329">
                  <c:v>2.0140812839278257</c:v>
                </c:pt>
                <c:pt idx="17330">
                  <c:v>2.01276735676139</c:v>
                </c:pt>
                <c:pt idx="17331">
                  <c:v>2.011264257928397</c:v>
                </c:pt>
                <c:pt idx="17332">
                  <c:v>2.0114783741016682</c:v>
                </c:pt>
                <c:pt idx="17333">
                  <c:v>2.0119804509790993</c:v>
                </c:pt>
                <c:pt idx="17334">
                  <c:v>2.0118394925386256</c:v>
                </c:pt>
                <c:pt idx="17335">
                  <c:v>2.0117240005714159</c:v>
                </c:pt>
                <c:pt idx="17336">
                  <c:v>2.011710731632272</c:v>
                </c:pt>
                <c:pt idx="17337">
                  <c:v>2.0152201874684073</c:v>
                </c:pt>
                <c:pt idx="17338">
                  <c:v>2.0183070427023582</c:v>
                </c:pt>
                <c:pt idx="17339">
                  <c:v>2.0175396419858904</c:v>
                </c:pt>
                <c:pt idx="17340">
                  <c:v>2.0164343640799105</c:v>
                </c:pt>
                <c:pt idx="17341">
                  <c:v>2.0158962440385926</c:v>
                </c:pt>
                <c:pt idx="17342">
                  <c:v>2.0161112393134215</c:v>
                </c:pt>
                <c:pt idx="17343">
                  <c:v>2.0154482593789149</c:v>
                </c:pt>
                <c:pt idx="17344">
                  <c:v>2.0158402562581044</c:v>
                </c:pt>
                <c:pt idx="17345">
                  <c:v>2.0156500956022945</c:v>
                </c:pt>
                <c:pt idx="17346">
                  <c:v>2.0158420419331442</c:v>
                </c:pt>
                <c:pt idx="17347">
                  <c:v>2.0172840981516891</c:v>
                </c:pt>
                <c:pt idx="17348">
                  <c:v>2.0164833465198568</c:v>
                </c:pt>
                <c:pt idx="17349">
                  <c:v>2.0153950187907959</c:v>
                </c:pt>
                <c:pt idx="17350">
                  <c:v>2.0147531098217621</c:v>
                </c:pt>
                <c:pt idx="17351">
                  <c:v>2.0154427375222523</c:v>
                </c:pt>
                <c:pt idx="17352">
                  <c:v>2.0144641601283486</c:v>
                </c:pt>
                <c:pt idx="17353">
                  <c:v>2.0131974846706666</c:v>
                </c:pt>
                <c:pt idx="17354">
                  <c:v>2.0133551735126702</c:v>
                </c:pt>
                <c:pt idx="17355">
                  <c:v>2.0138664260126151</c:v>
                </c:pt>
                <c:pt idx="17356">
                  <c:v>2.0167030394936374</c:v>
                </c:pt>
                <c:pt idx="17357">
                  <c:v>2.0188200534054195</c:v>
                </c:pt>
                <c:pt idx="17358">
                  <c:v>2.0185266807322915</c:v>
                </c:pt>
                <c:pt idx="17359">
                  <c:v>2.0171764082108083</c:v>
                </c:pt>
                <c:pt idx="17360">
                  <c:v>2.0174318971011624</c:v>
                </c:pt>
                <c:pt idx="17361">
                  <c:v>2.0173207731698204</c:v>
                </c:pt>
                <c:pt idx="17362">
                  <c:v>2.0162382420166591</c:v>
                </c:pt>
                <c:pt idx="17363">
                  <c:v>2.0151623590690315</c:v>
                </c:pt>
                <c:pt idx="17364">
                  <c:v>2.014440781521285</c:v>
                </c:pt>
                <c:pt idx="17365">
                  <c:v>2.01406562493132</c:v>
                </c:pt>
                <c:pt idx="17366">
                  <c:v>2.0142397969275398</c:v>
                </c:pt>
                <c:pt idx="17367">
                  <c:v>2.0148246467110611</c:v>
                </c:pt>
                <c:pt idx="17368">
                  <c:v>2.0142290554053757</c:v>
                </c:pt>
                <c:pt idx="17369">
                  <c:v>2.0128205424056613</c:v>
                </c:pt>
                <c:pt idx="17370">
                  <c:v>2.0111168435858553</c:v>
                </c:pt>
                <c:pt idx="17371">
                  <c:v>2.0109261609634954</c:v>
                </c:pt>
                <c:pt idx="17372">
                  <c:v>2.0099246719852313</c:v>
                </c:pt>
                <c:pt idx="17373">
                  <c:v>2.0100968110590975</c:v>
                </c:pt>
                <c:pt idx="17374">
                  <c:v>2.0111842322146765</c:v>
                </c:pt>
                <c:pt idx="17375">
                  <c:v>2.0118575965363399</c:v>
                </c:pt>
                <c:pt idx="17376">
                  <c:v>2.013635167358959</c:v>
                </c:pt>
                <c:pt idx="17377">
                  <c:v>2.0134038812333794</c:v>
                </c:pt>
                <c:pt idx="17378">
                  <c:v>2.012700654930661</c:v>
                </c:pt>
                <c:pt idx="17379">
                  <c:v>2.0131878969692973</c:v>
                </c:pt>
                <c:pt idx="17380">
                  <c:v>2.0129158150370321</c:v>
                </c:pt>
                <c:pt idx="17381">
                  <c:v>2.0123457451484583</c:v>
                </c:pt>
                <c:pt idx="17382">
                  <c:v>2.0125954924067604</c:v>
                </c:pt>
                <c:pt idx="17383">
                  <c:v>2.0128001582382806</c:v>
                </c:pt>
                <c:pt idx="17384">
                  <c:v>2.0112446704468034</c:v>
                </c:pt>
                <c:pt idx="17385">
                  <c:v>2.0101092833124548</c:v>
                </c:pt>
                <c:pt idx="17386">
                  <c:v>2.0099987912353576</c:v>
                </c:pt>
                <c:pt idx="17387">
                  <c:v>2.0104732863014001</c:v>
                </c:pt>
                <c:pt idx="17388">
                  <c:v>2.0124219522647855</c:v>
                </c:pt>
                <c:pt idx="17389">
                  <c:v>2.0141750181314695</c:v>
                </c:pt>
                <c:pt idx="17390">
                  <c:v>2.014676188435419</c:v>
                </c:pt>
                <c:pt idx="17391">
                  <c:v>2.0140718610579986</c:v>
                </c:pt>
                <c:pt idx="17392">
                  <c:v>2.0141372991802378</c:v>
                </c:pt>
                <c:pt idx="17393">
                  <c:v>2.0139727148853872</c:v>
                </c:pt>
                <c:pt idx="17394">
                  <c:v>2.0141639469462209</c:v>
                </c:pt>
                <c:pt idx="17395">
                  <c:v>2.0157688292564999</c:v>
                </c:pt>
                <c:pt idx="17396">
                  <c:v>2.0171605019669898</c:v>
                </c:pt>
                <c:pt idx="17397">
                  <c:v>2.0159258862442582</c:v>
                </c:pt>
                <c:pt idx="17398">
                  <c:v>2.0143335860750313</c:v>
                </c:pt>
                <c:pt idx="17399">
                  <c:v>2.0147317641370521</c:v>
                </c:pt>
                <c:pt idx="17400">
                  <c:v>2.0147544284740997</c:v>
                </c:pt>
                <c:pt idx="17401">
                  <c:v>2.0164788685962947</c:v>
                </c:pt>
                <c:pt idx="17402">
                  <c:v>2.018202924111558</c:v>
                </c:pt>
                <c:pt idx="17403">
                  <c:v>2.0166449363750245</c:v>
                </c:pt>
                <c:pt idx="17404">
                  <c:v>2.0146725346695677</c:v>
                </c:pt>
                <c:pt idx="17405">
                  <c:v>2.0141693039713413</c:v>
                </c:pt>
                <c:pt idx="17406">
                  <c:v>2.014695061646997</c:v>
                </c:pt>
                <c:pt idx="17407">
                  <c:v>2.0142648238500254</c:v>
                </c:pt>
                <c:pt idx="17408">
                  <c:v>2.0144354519680885</c:v>
                </c:pt>
                <c:pt idx="17409">
                  <c:v>2.0147097865980967</c:v>
                </c:pt>
                <c:pt idx="17410">
                  <c:v>2.0147023691786994</c:v>
                </c:pt>
                <c:pt idx="17411">
                  <c:v>2.0156962209621767</c:v>
                </c:pt>
                <c:pt idx="17412">
                  <c:v>2.0165205435045386</c:v>
                </c:pt>
                <c:pt idx="17413">
                  <c:v>2.0157431430078461</c:v>
                </c:pt>
                <c:pt idx="17414">
                  <c:v>2.0157626755455924</c:v>
                </c:pt>
                <c:pt idx="17415">
                  <c:v>2.015526334586053</c:v>
                </c:pt>
                <c:pt idx="17416">
                  <c:v>2.0141440847453902</c:v>
                </c:pt>
                <c:pt idx="17417">
                  <c:v>2.0138622502802135</c:v>
                </c:pt>
                <c:pt idx="17418">
                  <c:v>2.0164381552053801</c:v>
                </c:pt>
                <c:pt idx="17419">
                  <c:v>2.0185740698006636</c:v>
                </c:pt>
                <c:pt idx="17420">
                  <c:v>2.0179964176611502</c:v>
                </c:pt>
                <c:pt idx="17421">
                  <c:v>2.0172148139601327</c:v>
                </c:pt>
                <c:pt idx="17422">
                  <c:v>2.0172921474253314</c:v>
                </c:pt>
                <c:pt idx="17423">
                  <c:v>2.0166865288674973</c:v>
                </c:pt>
                <c:pt idx="17424">
                  <c:v>2.0155130381749853</c:v>
                </c:pt>
                <c:pt idx="17425">
                  <c:v>2.0132504780114724</c:v>
                </c:pt>
                <c:pt idx="17426">
                  <c:v>2.0123662117316101</c:v>
                </c:pt>
                <c:pt idx="17427">
                  <c:v>2.014265730423507</c:v>
                </c:pt>
                <c:pt idx="17428">
                  <c:v>2.0139989780444387</c:v>
                </c:pt>
                <c:pt idx="17429">
                  <c:v>2.011853558163557</c:v>
                </c:pt>
                <c:pt idx="17430">
                  <c:v>2.0110732731148766</c:v>
                </c:pt>
                <c:pt idx="17431">
                  <c:v>2.01079396606668</c:v>
                </c:pt>
                <c:pt idx="17432">
                  <c:v>2.0103973264323862</c:v>
                </c:pt>
                <c:pt idx="17433">
                  <c:v>2.0110443726511504</c:v>
                </c:pt>
                <c:pt idx="17434">
                  <c:v>2.0117679556493262</c:v>
                </c:pt>
                <c:pt idx="17435">
                  <c:v>2.0120717127096106</c:v>
                </c:pt>
                <c:pt idx="17436">
                  <c:v>2.0129125733500364</c:v>
                </c:pt>
                <c:pt idx="17437">
                  <c:v>2.0138507944880333</c:v>
                </c:pt>
                <c:pt idx="17438">
                  <c:v>2.0141036460737127</c:v>
                </c:pt>
                <c:pt idx="17439">
                  <c:v>2.0122387420056702</c:v>
                </c:pt>
                <c:pt idx="17440">
                  <c:v>2.0110457737192591</c:v>
                </c:pt>
                <c:pt idx="17441">
                  <c:v>2.0122447308850355</c:v>
                </c:pt>
                <c:pt idx="17442">
                  <c:v>2.0126470846794575</c:v>
                </c:pt>
                <c:pt idx="17443">
                  <c:v>2.0137676095030876</c:v>
                </c:pt>
                <c:pt idx="17444">
                  <c:v>2.0144371277554338</c:v>
                </c:pt>
                <c:pt idx="17445">
                  <c:v>2.0133904474626929</c:v>
                </c:pt>
                <c:pt idx="17446">
                  <c:v>2.0125014560119556</c:v>
                </c:pt>
                <c:pt idx="17447">
                  <c:v>2.0121384145403396</c:v>
                </c:pt>
                <c:pt idx="17448">
                  <c:v>2.0121346783587173</c:v>
                </c:pt>
                <c:pt idx="17449">
                  <c:v>2.0113949693413331</c:v>
                </c:pt>
                <c:pt idx="17450">
                  <c:v>2.0109530559767919</c:v>
                </c:pt>
                <c:pt idx="17451">
                  <c:v>2.0106675402738401</c:v>
                </c:pt>
                <c:pt idx="17452">
                  <c:v>2.0125137359618468</c:v>
                </c:pt>
                <c:pt idx="17453">
                  <c:v>2.0127466704028483</c:v>
                </c:pt>
                <c:pt idx="17454">
                  <c:v>2.0127649117601809</c:v>
                </c:pt>
                <c:pt idx="17455">
                  <c:v>2.0135523669809454</c:v>
                </c:pt>
                <c:pt idx="17456">
                  <c:v>2.0134434133315753</c:v>
                </c:pt>
                <c:pt idx="17457">
                  <c:v>2.0141462000835149</c:v>
                </c:pt>
                <c:pt idx="17458">
                  <c:v>2.0139724676380739</c:v>
                </c:pt>
                <c:pt idx="17459">
                  <c:v>2.0115276037889278</c:v>
                </c:pt>
                <c:pt idx="17460">
                  <c:v>2.010823223665414</c:v>
                </c:pt>
                <c:pt idx="17461">
                  <c:v>2.0115439495835257</c:v>
                </c:pt>
                <c:pt idx="17462">
                  <c:v>2.011264889782642</c:v>
                </c:pt>
                <c:pt idx="17463">
                  <c:v>2.010947808839366</c:v>
                </c:pt>
                <c:pt idx="17464">
                  <c:v>2.0110511856882267</c:v>
                </c:pt>
                <c:pt idx="17465">
                  <c:v>2.0119878409265732</c:v>
                </c:pt>
                <c:pt idx="17466">
                  <c:v>2.0124616766664469</c:v>
                </c:pt>
                <c:pt idx="17467">
                  <c:v>2.0120732236654137</c:v>
                </c:pt>
                <c:pt idx="17468">
                  <c:v>2.0124934891540844</c:v>
                </c:pt>
                <c:pt idx="17469">
                  <c:v>2.0135360761301948</c:v>
                </c:pt>
                <c:pt idx="17470">
                  <c:v>2.012866887540933</c:v>
                </c:pt>
                <c:pt idx="17471">
                  <c:v>2.0128768598492339</c:v>
                </c:pt>
                <c:pt idx="17472">
                  <c:v>2.0135568998483548</c:v>
                </c:pt>
                <c:pt idx="17473">
                  <c:v>2.0142519395178127</c:v>
                </c:pt>
                <c:pt idx="17474">
                  <c:v>2.0130071866552384</c:v>
                </c:pt>
                <c:pt idx="17475">
                  <c:v>2.0117597415441417</c:v>
                </c:pt>
                <c:pt idx="17476">
                  <c:v>2.0118838596953914</c:v>
                </c:pt>
                <c:pt idx="17477">
                  <c:v>2.012176298323114</c:v>
                </c:pt>
                <c:pt idx="17478">
                  <c:v>2.0121893474868684</c:v>
                </c:pt>
                <c:pt idx="17479">
                  <c:v>2.0128687006878971</c:v>
                </c:pt>
                <c:pt idx="17480">
                  <c:v>2.0135067361156898</c:v>
                </c:pt>
                <c:pt idx="17481">
                  <c:v>2.013280120217138</c:v>
                </c:pt>
                <c:pt idx="17482">
                  <c:v>2.0133451462605216</c:v>
                </c:pt>
                <c:pt idx="17483">
                  <c:v>2.0137893123228059</c:v>
                </c:pt>
                <c:pt idx="17484">
                  <c:v>2.011570872068746</c:v>
                </c:pt>
                <c:pt idx="17485">
                  <c:v>2.0109295674820333</c:v>
                </c:pt>
                <c:pt idx="17486">
                  <c:v>2.0132225940089228</c:v>
                </c:pt>
                <c:pt idx="17487">
                  <c:v>2.0139650227467527</c:v>
                </c:pt>
                <c:pt idx="17488">
                  <c:v>2.0137693677062041</c:v>
                </c:pt>
                <c:pt idx="17489">
                  <c:v>2.0118950957121822</c:v>
                </c:pt>
                <c:pt idx="17490">
                  <c:v>2.0099735994813299</c:v>
                </c:pt>
                <c:pt idx="17491">
                  <c:v>2.0112171985231093</c:v>
                </c:pt>
                <c:pt idx="17492">
                  <c:v>2.0129915551306565</c:v>
                </c:pt>
                <c:pt idx="17493">
                  <c:v>2.0146339366167778</c:v>
                </c:pt>
                <c:pt idx="17494">
                  <c:v>2.0161036295905586</c:v>
                </c:pt>
                <c:pt idx="17495">
                  <c:v>2.0176429638909035</c:v>
                </c:pt>
                <c:pt idx="17496">
                  <c:v>2.0178799641766116</c:v>
                </c:pt>
                <c:pt idx="17497">
                  <c:v>2.0160769543526516</c:v>
                </c:pt>
                <c:pt idx="17498">
                  <c:v>2.0153143612228304</c:v>
                </c:pt>
                <c:pt idx="17499">
                  <c:v>2.0142693017735875</c:v>
                </c:pt>
                <c:pt idx="17500">
                  <c:v>2.0122640985912397</c:v>
                </c:pt>
                <c:pt idx="17501">
                  <c:v>2.0116531230082857</c:v>
                </c:pt>
                <c:pt idx="17502">
                  <c:v>2.0120608063559042</c:v>
                </c:pt>
                <c:pt idx="17503">
                  <c:v>2.0107083086086019</c:v>
                </c:pt>
                <c:pt idx="17504">
                  <c:v>2.0099945056152611</c:v>
                </c:pt>
                <c:pt idx="17505">
                  <c:v>2.0109306388870576</c:v>
                </c:pt>
                <c:pt idx="17506">
                  <c:v>2.0107974824729129</c:v>
                </c:pt>
                <c:pt idx="17507">
                  <c:v>2.0108514922748952</c:v>
                </c:pt>
                <c:pt idx="17508">
                  <c:v>2.0127259840443066</c:v>
                </c:pt>
                <c:pt idx="17509">
                  <c:v>2.0141643590250764</c:v>
                </c:pt>
                <c:pt idx="17510">
                  <c:v>2.0150923606074591</c:v>
                </c:pt>
                <c:pt idx="17511">
                  <c:v>2.0146503922990702</c:v>
                </c:pt>
                <c:pt idx="17512">
                  <c:v>2.0139383749807696</c:v>
                </c:pt>
                <c:pt idx="17513">
                  <c:v>2.0130859486604691</c:v>
                </c:pt>
                <c:pt idx="17514">
                  <c:v>2.0127055174611548</c:v>
                </c:pt>
                <c:pt idx="17515">
                  <c:v>2.0118617447968177</c:v>
                </c:pt>
                <c:pt idx="17516">
                  <c:v>2.0133119052328521</c:v>
                </c:pt>
                <c:pt idx="17517">
                  <c:v>2.0135786301399969</c:v>
                </c:pt>
                <c:pt idx="17518">
                  <c:v>2.014085212412914</c:v>
                </c:pt>
                <c:pt idx="17519">
                  <c:v>2.016742928726841</c:v>
                </c:pt>
                <c:pt idx="17520">
                  <c:v>2.0194884453088942</c:v>
                </c:pt>
                <c:pt idx="17521">
                  <c:v>2.0200236258543769</c:v>
                </c:pt>
                <c:pt idx="17522">
                  <c:v>2.0177532911364584</c:v>
                </c:pt>
                <c:pt idx="17523">
                  <c:v>2.0158336904683414</c:v>
                </c:pt>
                <c:pt idx="17524">
                  <c:v>2.0141216127118087</c:v>
                </c:pt>
                <c:pt idx="17525">
                  <c:v>2.0139823300586799</c:v>
                </c:pt>
                <c:pt idx="17526">
                  <c:v>2.0166307608623986</c:v>
                </c:pt>
                <c:pt idx="17527">
                  <c:v>2.0176727709281113</c:v>
                </c:pt>
                <c:pt idx="17528">
                  <c:v>2.0171389914507372</c:v>
                </c:pt>
                <c:pt idx="17529">
                  <c:v>2.0172846201182391</c:v>
                </c:pt>
                <c:pt idx="17530">
                  <c:v>2.0163238720028129</c:v>
                </c:pt>
                <c:pt idx="17531">
                  <c:v>2.01451682380607</c:v>
                </c:pt>
                <c:pt idx="17532">
                  <c:v>2.0119030350981295</c:v>
                </c:pt>
                <c:pt idx="17533">
                  <c:v>2.0104879837805765</c:v>
                </c:pt>
                <c:pt idx="17534">
                  <c:v>2.010476692819938</c:v>
                </c:pt>
                <c:pt idx="17535">
                  <c:v>2.011581641062834</c:v>
                </c:pt>
                <c:pt idx="17536">
                  <c:v>2.0133270147908835</c:v>
                </c:pt>
                <c:pt idx="17537">
                  <c:v>2.0148403606514145</c:v>
                </c:pt>
                <c:pt idx="17538">
                  <c:v>2.0158067679831211</c:v>
                </c:pt>
                <c:pt idx="17539">
                  <c:v>2.0148230258675635</c:v>
                </c:pt>
                <c:pt idx="17540">
                  <c:v>2.0137974165402959</c:v>
                </c:pt>
                <c:pt idx="17541">
                  <c:v>2.0138654919672097</c:v>
                </c:pt>
                <c:pt idx="17542">
                  <c:v>2.0134886870618227</c:v>
                </c:pt>
                <c:pt idx="17543">
                  <c:v>2.0130200160436034</c:v>
                </c:pt>
                <c:pt idx="17544">
                  <c:v>2.0129210347025341</c:v>
                </c:pt>
                <c:pt idx="17545">
                  <c:v>2.0141297169292982</c:v>
                </c:pt>
                <c:pt idx="17546">
                  <c:v>2.0147956088877166</c:v>
                </c:pt>
                <c:pt idx="17547">
                  <c:v>2.0157605052636205</c:v>
                </c:pt>
                <c:pt idx="17548">
                  <c:v>2.0161759906375685</c:v>
                </c:pt>
                <c:pt idx="17549">
                  <c:v>2.0155017746862707</c:v>
                </c:pt>
                <c:pt idx="17550">
                  <c:v>2.0147086877211491</c:v>
                </c:pt>
                <c:pt idx="17551">
                  <c:v>2.0139648029713633</c:v>
                </c:pt>
                <c:pt idx="17552">
                  <c:v>2.0144312212918396</c:v>
                </c:pt>
                <c:pt idx="17553">
                  <c:v>2.0140084833300369</c:v>
                </c:pt>
                <c:pt idx="17554">
                  <c:v>2.0127686754137271</c:v>
                </c:pt>
                <c:pt idx="17555">
                  <c:v>2.0114266719412761</c:v>
                </c:pt>
                <c:pt idx="17556">
                  <c:v>2.0109567372145669</c:v>
                </c:pt>
                <c:pt idx="17557">
                  <c:v>2.0122303630689435</c:v>
                </c:pt>
                <c:pt idx="17558">
                  <c:v>2.0136553317509507</c:v>
                </c:pt>
                <c:pt idx="17559">
                  <c:v>2.0132533900353837</c:v>
                </c:pt>
                <c:pt idx="17560">
                  <c:v>2.0124256884464078</c:v>
                </c:pt>
                <c:pt idx="17561">
                  <c:v>2.0127177699391221</c:v>
                </c:pt>
                <c:pt idx="17562">
                  <c:v>2.0135551416452384</c:v>
                </c:pt>
                <c:pt idx="17563">
                  <c:v>2.0159157491044155</c:v>
                </c:pt>
                <c:pt idx="17564">
                  <c:v>2.0174919781982812</c:v>
                </c:pt>
                <c:pt idx="17565">
                  <c:v>2.0177126326893915</c:v>
                </c:pt>
                <c:pt idx="17566">
                  <c:v>2.0180514164523857</c:v>
                </c:pt>
                <c:pt idx="17567">
                  <c:v>2.0192047702248304</c:v>
                </c:pt>
                <c:pt idx="17568">
                  <c:v>2.0178415309553634</c:v>
                </c:pt>
                <c:pt idx="17569">
                  <c:v>2.0153509538251906</c:v>
                </c:pt>
                <c:pt idx="17570">
                  <c:v>2.0130313344761652</c:v>
                </c:pt>
                <c:pt idx="17571">
                  <c:v>2.0101245577020284</c:v>
                </c:pt>
                <c:pt idx="17572">
                  <c:v>2.0092469945715479</c:v>
                </c:pt>
                <c:pt idx="17573">
                  <c:v>2.0104822970923717</c:v>
                </c:pt>
                <c:pt idx="17574">
                  <c:v>2.0108452561482166</c:v>
                </c:pt>
                <c:pt idx="17575">
                  <c:v>2.0122385222302808</c:v>
                </c:pt>
                <c:pt idx="17576">
                  <c:v>2.0139482648732994</c:v>
                </c:pt>
                <c:pt idx="17577">
                  <c:v>2.014178919144634</c:v>
                </c:pt>
                <c:pt idx="17578">
                  <c:v>2.0137184347596757</c:v>
                </c:pt>
                <c:pt idx="17579">
                  <c:v>2.0139959561328324</c:v>
                </c:pt>
                <c:pt idx="17580">
                  <c:v>2.0135514878793872</c:v>
                </c:pt>
                <c:pt idx="17581">
                  <c:v>2.0130204830663061</c:v>
                </c:pt>
                <c:pt idx="17582">
                  <c:v>2.0142182864112876</c:v>
                </c:pt>
                <c:pt idx="17583">
                  <c:v>2.0144422375332409</c:v>
                </c:pt>
                <c:pt idx="17584">
                  <c:v>2.0147384123425858</c:v>
                </c:pt>
                <c:pt idx="17585">
                  <c:v>2.015830393837498</c:v>
                </c:pt>
                <c:pt idx="17586">
                  <c:v>2.0154579569679787</c:v>
                </c:pt>
                <c:pt idx="17587">
                  <c:v>2.015214390892508</c:v>
                </c:pt>
                <c:pt idx="17588">
                  <c:v>2.0160802784554184</c:v>
                </c:pt>
                <c:pt idx="17589">
                  <c:v>2.0160267631480626</c:v>
                </c:pt>
                <c:pt idx="17590">
                  <c:v>2.0167090283730027</c:v>
                </c:pt>
                <c:pt idx="17591">
                  <c:v>2.0170831410298673</c:v>
                </c:pt>
                <c:pt idx="17592">
                  <c:v>2.0159220676468648</c:v>
                </c:pt>
                <c:pt idx="17593">
                  <c:v>2.0149297817630383</c:v>
                </c:pt>
                <c:pt idx="17594">
                  <c:v>2.0135705259225074</c:v>
                </c:pt>
                <c:pt idx="17595">
                  <c:v>2.0138063998593436</c:v>
                </c:pt>
                <c:pt idx="17596">
                  <c:v>2.0142058416298543</c:v>
                </c:pt>
                <c:pt idx="17597">
                  <c:v>2.014050845036373</c:v>
                </c:pt>
                <c:pt idx="17598">
                  <c:v>2.013929556493264</c:v>
                </c:pt>
                <c:pt idx="17599">
                  <c:v>2.0130213621678643</c:v>
                </c:pt>
                <c:pt idx="17600">
                  <c:v>2.0121630293839696</c:v>
                </c:pt>
                <c:pt idx="17601">
                  <c:v>2.0119763576624687</c:v>
                </c:pt>
                <c:pt idx="17602">
                  <c:v>2.0114554075734601</c:v>
                </c:pt>
                <c:pt idx="17603">
                  <c:v>2.0117736972813782</c:v>
                </c:pt>
                <c:pt idx="17604">
                  <c:v>2.0130827344453968</c:v>
                </c:pt>
                <c:pt idx="17605">
                  <c:v>2.0125791191402387</c:v>
                </c:pt>
                <c:pt idx="17606">
                  <c:v>2.011992511153601</c:v>
                </c:pt>
                <c:pt idx="17607">
                  <c:v>2.0119547922023693</c:v>
                </c:pt>
                <c:pt idx="17608">
                  <c:v>2.0114803520801741</c:v>
                </c:pt>
                <c:pt idx="17609">
                  <c:v>2.011287966198545</c:v>
                </c:pt>
                <c:pt idx="17610">
                  <c:v>2.0128944693523221</c:v>
                </c:pt>
                <c:pt idx="17611">
                  <c:v>2.0131881167446868</c:v>
                </c:pt>
                <c:pt idx="17612">
                  <c:v>2.0117116656776775</c:v>
                </c:pt>
                <c:pt idx="17613">
                  <c:v>2.0114877145557242</c:v>
                </c:pt>
                <c:pt idx="17614">
                  <c:v>2.0102373574207162</c:v>
                </c:pt>
                <c:pt idx="17615">
                  <c:v>2.0101537603569151</c:v>
                </c:pt>
                <c:pt idx="17616">
                  <c:v>2.0116079316938089</c:v>
                </c:pt>
                <c:pt idx="17617">
                  <c:v>2.0133338003560359</c:v>
                </c:pt>
                <c:pt idx="17618">
                  <c:v>2.0140077965319443</c:v>
                </c:pt>
                <c:pt idx="17619">
                  <c:v>2.0143283664095293</c:v>
                </c:pt>
                <c:pt idx="17620">
                  <c:v>2.0146453099931869</c:v>
                </c:pt>
                <c:pt idx="17621">
                  <c:v>2.0147803619700664</c:v>
                </c:pt>
                <c:pt idx="17622">
                  <c:v>2.0130565262301929</c:v>
                </c:pt>
                <c:pt idx="17623">
                  <c:v>2.0098195369332541</c:v>
                </c:pt>
                <c:pt idx="17624">
                  <c:v>2.008670468780906</c:v>
                </c:pt>
                <c:pt idx="17625">
                  <c:v>2.0098012406320742</c:v>
                </c:pt>
                <c:pt idx="17626">
                  <c:v>2.0111330794927582</c:v>
                </c:pt>
                <c:pt idx="17627">
                  <c:v>2.0103493879255403</c:v>
                </c:pt>
                <c:pt idx="17628">
                  <c:v>2.0098536570624823</c:v>
                </c:pt>
                <c:pt idx="17629">
                  <c:v>2.0118478440034284</c:v>
                </c:pt>
                <c:pt idx="17630">
                  <c:v>2.0143667172150064</c:v>
                </c:pt>
                <c:pt idx="17631">
                  <c:v>2.0155104832860817</c:v>
                </c:pt>
                <c:pt idx="17632">
                  <c:v>2.0143660304169138</c:v>
                </c:pt>
                <c:pt idx="17633">
                  <c:v>2.0123285477242256</c:v>
                </c:pt>
                <c:pt idx="17634">
                  <c:v>2.0124136007999822</c:v>
                </c:pt>
                <c:pt idx="17635">
                  <c:v>2.0144922639062877</c:v>
                </c:pt>
                <c:pt idx="17636">
                  <c:v>2.0143581734467375</c:v>
                </c:pt>
                <c:pt idx="17637">
                  <c:v>2.0129499901101076</c:v>
                </c:pt>
                <c:pt idx="17638">
                  <c:v>2.0130825146700073</c:v>
                </c:pt>
                <c:pt idx="17639">
                  <c:v>2.0131882541043056</c:v>
                </c:pt>
                <c:pt idx="17640">
                  <c:v>2.0135588228830135</c:v>
                </c:pt>
                <c:pt idx="17641">
                  <c:v>2.0138680193841894</c:v>
                </c:pt>
                <c:pt idx="17642">
                  <c:v>2.0133594041889191</c:v>
                </c:pt>
                <c:pt idx="17643">
                  <c:v>2.0137531867431484</c:v>
                </c:pt>
                <c:pt idx="17644">
                  <c:v>2.0150911518428165</c:v>
                </c:pt>
                <c:pt idx="17645">
                  <c:v>2.0153921342388079</c:v>
                </c:pt>
                <c:pt idx="17646">
                  <c:v>2.014668990791411</c:v>
                </c:pt>
                <c:pt idx="17647">
                  <c:v>2.0145825641194701</c:v>
                </c:pt>
                <c:pt idx="17648">
                  <c:v>2.0159406661392056</c:v>
                </c:pt>
                <c:pt idx="17649">
                  <c:v>2.0165649656051516</c:v>
                </c:pt>
                <c:pt idx="17650">
                  <c:v>2.0163200534054195</c:v>
                </c:pt>
                <c:pt idx="17651">
                  <c:v>2.0167454561438212</c:v>
                </c:pt>
                <c:pt idx="17652">
                  <c:v>2.0172131107008635</c:v>
                </c:pt>
                <c:pt idx="17653">
                  <c:v>2.0167864167820486</c:v>
                </c:pt>
                <c:pt idx="17654">
                  <c:v>2.0162224731324585</c:v>
                </c:pt>
                <c:pt idx="17655">
                  <c:v>2.0156668809476717</c:v>
                </c:pt>
                <c:pt idx="17656">
                  <c:v>2.0145098184655281</c:v>
                </c:pt>
                <c:pt idx="17657">
                  <c:v>2.0140499934067382</c:v>
                </c:pt>
                <c:pt idx="17658">
                  <c:v>2.0149560174501659</c:v>
                </c:pt>
                <c:pt idx="17659">
                  <c:v>2.0156178985077253</c:v>
                </c:pt>
                <c:pt idx="17660">
                  <c:v>2.0169387760708557</c:v>
                </c:pt>
                <c:pt idx="17661">
                  <c:v>2.0151773862112923</c:v>
                </c:pt>
                <c:pt idx="17662">
                  <c:v>2.0126498868156744</c:v>
                </c:pt>
                <c:pt idx="17663">
                  <c:v>2.0129898793433112</c:v>
                </c:pt>
                <c:pt idx="17664">
                  <c:v>2.0123581075141206</c:v>
                </c:pt>
                <c:pt idx="17665">
                  <c:v>2.0121206402057097</c:v>
                </c:pt>
                <c:pt idx="17666">
                  <c:v>2.0140763664534846</c:v>
                </c:pt>
                <c:pt idx="17667">
                  <c:v>2.0128856233928927</c:v>
                </c:pt>
                <c:pt idx="17668">
                  <c:v>2.0109073426957651</c:v>
                </c:pt>
                <c:pt idx="17669">
                  <c:v>2.0103589481549857</c:v>
                </c:pt>
                <c:pt idx="17670">
                  <c:v>2.0104433144326497</c:v>
                </c:pt>
                <c:pt idx="17671">
                  <c:v>2.0115440319992968</c:v>
                </c:pt>
                <c:pt idx="17672">
                  <c:v>2.0126827157644889</c:v>
                </c:pt>
                <c:pt idx="17673">
                  <c:v>2.0124626656557001</c:v>
                </c:pt>
                <c:pt idx="17674">
                  <c:v>2.0115854047163797</c:v>
                </c:pt>
                <c:pt idx="17675">
                  <c:v>2.011983170699545</c:v>
                </c:pt>
                <c:pt idx="17676">
                  <c:v>2.0118878980681743</c:v>
                </c:pt>
                <c:pt idx="17677">
                  <c:v>2.0120639106832816</c:v>
                </c:pt>
                <c:pt idx="17678">
                  <c:v>2.0120780037801369</c:v>
                </c:pt>
                <c:pt idx="17679">
                  <c:v>2.0113511516230411</c:v>
                </c:pt>
                <c:pt idx="17680">
                  <c:v>2.0111684633304763</c:v>
                </c:pt>
                <c:pt idx="17681">
                  <c:v>2.0127266708423992</c:v>
                </c:pt>
                <c:pt idx="17682">
                  <c:v>2.0145941023274214</c:v>
                </c:pt>
                <c:pt idx="17683">
                  <c:v>2.0140387024461002</c:v>
                </c:pt>
                <c:pt idx="17684">
                  <c:v>2.0133377013692009</c:v>
                </c:pt>
                <c:pt idx="17685">
                  <c:v>2.0153138667282038</c:v>
                </c:pt>
                <c:pt idx="17686">
                  <c:v>2.0163467011714027</c:v>
                </c:pt>
                <c:pt idx="17687">
                  <c:v>2.0166815015054613</c:v>
                </c:pt>
                <c:pt idx="17688">
                  <c:v>2.0171249532977296</c:v>
                </c:pt>
                <c:pt idx="17689">
                  <c:v>2.0173308553658162</c:v>
                </c:pt>
                <c:pt idx="17690">
                  <c:v>2.0163812608514098</c:v>
                </c:pt>
                <c:pt idx="17691">
                  <c:v>2.0163778818047957</c:v>
                </c:pt>
                <c:pt idx="17692">
                  <c:v>2.0176568646842927</c:v>
                </c:pt>
                <c:pt idx="17693">
                  <c:v>2.0165560372299511</c:v>
                </c:pt>
                <c:pt idx="17694">
                  <c:v>2.0151554361442607</c:v>
                </c:pt>
                <c:pt idx="17695">
                  <c:v>2.01463514538142</c:v>
                </c:pt>
                <c:pt idx="17696">
                  <c:v>2.0135000604382323</c:v>
                </c:pt>
                <c:pt idx="17697">
                  <c:v>2.0130182853124108</c:v>
                </c:pt>
                <c:pt idx="17698">
                  <c:v>2.0142562526098327</c:v>
                </c:pt>
                <c:pt idx="17699">
                  <c:v>2.0161265411749194</c:v>
                </c:pt>
                <c:pt idx="17700">
                  <c:v>2.0149265400760421</c:v>
                </c:pt>
                <c:pt idx="17701">
                  <c:v>2.0119778136744246</c:v>
                </c:pt>
                <c:pt idx="17702">
                  <c:v>2.0101642821036902</c:v>
                </c:pt>
                <c:pt idx="17703">
                  <c:v>2.0096637436539857</c:v>
                </c:pt>
                <c:pt idx="17704">
                  <c:v>2.010405787784884</c:v>
                </c:pt>
                <c:pt idx="17705">
                  <c:v>2.012105805366915</c:v>
                </c:pt>
                <c:pt idx="17706">
                  <c:v>2.0135119008373441</c:v>
                </c:pt>
                <c:pt idx="17707">
                  <c:v>2.0127126876332389</c:v>
                </c:pt>
                <c:pt idx="17708">
                  <c:v>2.0127704336168435</c:v>
                </c:pt>
                <c:pt idx="17709">
                  <c:v>2.0129604294411112</c:v>
                </c:pt>
                <c:pt idx="17710">
                  <c:v>2.0108286081624578</c:v>
                </c:pt>
                <c:pt idx="17711">
                  <c:v>2.0100506582272919</c:v>
                </c:pt>
                <c:pt idx="17712">
                  <c:v>2.0117474341223271</c:v>
                </c:pt>
                <c:pt idx="17713">
                  <c:v>2.0124329135623391</c:v>
                </c:pt>
                <c:pt idx="17714">
                  <c:v>2.0129994670446805</c:v>
                </c:pt>
                <c:pt idx="17715">
                  <c:v>2.0131148491241952</c:v>
                </c:pt>
                <c:pt idx="17716">
                  <c:v>2.013681842157315</c:v>
                </c:pt>
                <c:pt idx="17717">
                  <c:v>2.0137244785828883</c:v>
                </c:pt>
                <c:pt idx="17718">
                  <c:v>2.0128372453352674</c:v>
                </c:pt>
                <c:pt idx="17719">
                  <c:v>2.0131492439726602</c:v>
                </c:pt>
                <c:pt idx="17720">
                  <c:v>2.0153495527570824</c:v>
                </c:pt>
                <c:pt idx="17721">
                  <c:v>2.0159401167007318</c:v>
                </c:pt>
                <c:pt idx="17722">
                  <c:v>2.0152278246631941</c:v>
                </c:pt>
                <c:pt idx="17723">
                  <c:v>2.0152556537218964</c:v>
                </c:pt>
                <c:pt idx="17724">
                  <c:v>2.015235736577218</c:v>
                </c:pt>
                <c:pt idx="17725">
                  <c:v>2.0161634909122879</c:v>
                </c:pt>
                <c:pt idx="17726">
                  <c:v>2.0163752445001211</c:v>
                </c:pt>
                <c:pt idx="17727">
                  <c:v>2.0154299356058107</c:v>
                </c:pt>
                <c:pt idx="17728">
                  <c:v>2.0152713951341727</c:v>
                </c:pt>
                <c:pt idx="17729">
                  <c:v>2.0124745609986592</c:v>
                </c:pt>
                <c:pt idx="17730">
                  <c:v>2.0125560427243356</c:v>
                </c:pt>
                <c:pt idx="17731">
                  <c:v>2.0151499417595216</c:v>
                </c:pt>
                <c:pt idx="17732">
                  <c:v>2.0155330652073582</c:v>
                </c:pt>
                <c:pt idx="17733">
                  <c:v>2.0153810355816355</c:v>
                </c:pt>
                <c:pt idx="17734">
                  <c:v>2.0151737324454406</c:v>
                </c:pt>
                <c:pt idx="17735">
                  <c:v>2.0161017065558999</c:v>
                </c:pt>
                <c:pt idx="17736">
                  <c:v>2.0167541922155556</c:v>
                </c:pt>
                <c:pt idx="17737">
                  <c:v>2.0161561284367377</c:v>
                </c:pt>
                <c:pt idx="17738">
                  <c:v>2.0165324663194215</c:v>
                </c:pt>
                <c:pt idx="17739">
                  <c:v>2.01673422012703</c:v>
                </c:pt>
                <c:pt idx="17740">
                  <c:v>2.0139612590932066</c:v>
                </c:pt>
                <c:pt idx="17741">
                  <c:v>2.0135525043405638</c:v>
                </c:pt>
                <c:pt idx="17742">
                  <c:v>2.0144508911892047</c:v>
                </c:pt>
                <c:pt idx="17743">
                  <c:v>2.0160234115733719</c:v>
                </c:pt>
                <c:pt idx="17744">
                  <c:v>2.0159237159622867</c:v>
                </c:pt>
                <c:pt idx="17745">
                  <c:v>2.0152678787279399</c:v>
                </c:pt>
                <c:pt idx="17746">
                  <c:v>2.0151837871695126</c:v>
                </c:pt>
                <c:pt idx="17747">
                  <c:v>2.0147887134348696</c:v>
                </c:pt>
                <c:pt idx="17748">
                  <c:v>2.0146621502824114</c:v>
                </c:pt>
                <c:pt idx="17749">
                  <c:v>2.0147397309949233</c:v>
                </c:pt>
                <c:pt idx="17750">
                  <c:v>2.0153648546185798</c:v>
                </c:pt>
                <c:pt idx="17751">
                  <c:v>2.0170555317465548</c:v>
                </c:pt>
                <c:pt idx="17752">
                  <c:v>2.0178108448165974</c:v>
                </c:pt>
                <c:pt idx="17753">
                  <c:v>2.0164106832816859</c:v>
                </c:pt>
                <c:pt idx="17754">
                  <c:v>2.014224879672974</c:v>
                </c:pt>
                <c:pt idx="17755">
                  <c:v>2.0113633216852378</c:v>
                </c:pt>
                <c:pt idx="17756">
                  <c:v>2.0103530142194677</c:v>
                </c:pt>
                <c:pt idx="17757">
                  <c:v>2.0108585525592844</c:v>
                </c:pt>
                <c:pt idx="17758">
                  <c:v>2.0115616415023845</c:v>
                </c:pt>
                <c:pt idx="17759">
                  <c:v>2.0108805300982397</c:v>
                </c:pt>
                <c:pt idx="17760">
                  <c:v>2.0117414452429618</c:v>
                </c:pt>
                <c:pt idx="17761">
                  <c:v>2.0143322124788465</c:v>
                </c:pt>
                <c:pt idx="17762">
                  <c:v>2.0155215269994065</c:v>
                </c:pt>
                <c:pt idx="17763">
                  <c:v>2.0140184831102612</c:v>
                </c:pt>
                <c:pt idx="17764">
                  <c:v>2.0121804740555151</c:v>
                </c:pt>
                <c:pt idx="17765">
                  <c:v>2.0127896364915059</c:v>
                </c:pt>
                <c:pt idx="17766">
                  <c:v>2.014522153359267</c:v>
                </c:pt>
                <c:pt idx="17767">
                  <c:v>2.0158433605854817</c:v>
                </c:pt>
                <c:pt idx="17768">
                  <c:v>2.0155776246675896</c:v>
                </c:pt>
                <c:pt idx="17769">
                  <c:v>2.0145036647546206</c:v>
                </c:pt>
                <c:pt idx="17770">
                  <c:v>2.0136476945561634</c:v>
                </c:pt>
                <c:pt idx="17771">
                  <c:v>2.0142204292213357</c:v>
                </c:pt>
                <c:pt idx="17772">
                  <c:v>2.0139083206962485</c:v>
                </c:pt>
                <c:pt idx="17773">
                  <c:v>2.0131321014922747</c:v>
                </c:pt>
                <c:pt idx="17774">
                  <c:v>2.0125085162963452</c:v>
                </c:pt>
                <c:pt idx="17775">
                  <c:v>2.011952292257313</c:v>
                </c:pt>
                <c:pt idx="17776">
                  <c:v>2.012299729676271</c:v>
                </c:pt>
                <c:pt idx="17777">
                  <c:v>2.0137530493835301</c:v>
                </c:pt>
                <c:pt idx="17778">
                  <c:v>2.0150073350036264</c:v>
                </c:pt>
                <c:pt idx="17779">
                  <c:v>2.0148916507329511</c:v>
                </c:pt>
                <c:pt idx="17780">
                  <c:v>2.0136505241643041</c:v>
                </c:pt>
                <c:pt idx="17781">
                  <c:v>2.0116755950418672</c:v>
                </c:pt>
                <c:pt idx="17782">
                  <c:v>2.0108821784136612</c:v>
                </c:pt>
                <c:pt idx="17783">
                  <c:v>2.0116387826641171</c:v>
                </c:pt>
                <c:pt idx="17784">
                  <c:v>2.0119859178919146</c:v>
                </c:pt>
                <c:pt idx="17785">
                  <c:v>2.0136908804202105</c:v>
                </c:pt>
                <c:pt idx="17786">
                  <c:v>2.0163589811212939</c:v>
                </c:pt>
                <c:pt idx="17787">
                  <c:v>2.0180694105624051</c:v>
                </c:pt>
                <c:pt idx="17788">
                  <c:v>2.0183203116415025</c:v>
                </c:pt>
                <c:pt idx="17789">
                  <c:v>2.0181764686490409</c:v>
                </c:pt>
                <c:pt idx="17790">
                  <c:v>2.0175876903804313</c:v>
                </c:pt>
                <c:pt idx="17791">
                  <c:v>2.016171979736709</c:v>
                </c:pt>
                <c:pt idx="17792">
                  <c:v>2.0133387727742247</c:v>
                </c:pt>
                <c:pt idx="17793">
                  <c:v>2.0121846772598406</c:v>
                </c:pt>
                <c:pt idx="17794">
                  <c:v>2.0122525329113645</c:v>
                </c:pt>
                <c:pt idx="17795">
                  <c:v>2.0116119151227445</c:v>
                </c:pt>
                <c:pt idx="17796">
                  <c:v>2.0114427979604845</c:v>
                </c:pt>
                <c:pt idx="17797">
                  <c:v>2.0136916771059976</c:v>
                </c:pt>
                <c:pt idx="17798">
                  <c:v>2.0136410463506298</c:v>
                </c:pt>
                <c:pt idx="17799">
                  <c:v>2.0128805685589328</c:v>
                </c:pt>
                <c:pt idx="17800">
                  <c:v>2.0146921496230852</c:v>
                </c:pt>
                <c:pt idx="17801">
                  <c:v>2.0157812465660094</c:v>
                </c:pt>
                <c:pt idx="17802">
                  <c:v>2.015915968879805</c:v>
                </c:pt>
                <c:pt idx="17803">
                  <c:v>2.0138175809322871</c:v>
                </c:pt>
                <c:pt idx="17804">
                  <c:v>2.0126133216852375</c:v>
                </c:pt>
                <c:pt idx="17805">
                  <c:v>2.0138673875299444</c:v>
                </c:pt>
                <c:pt idx="17806">
                  <c:v>2.0149988736511286</c:v>
                </c:pt>
                <c:pt idx="17807">
                  <c:v>2.013811866772159</c:v>
                </c:pt>
                <c:pt idx="17808">
                  <c:v>2.0133971780839981</c:v>
                </c:pt>
                <c:pt idx="17809">
                  <c:v>2.0146069591877103</c:v>
                </c:pt>
                <c:pt idx="17810">
                  <c:v>2.0155727346651724</c:v>
                </c:pt>
                <c:pt idx="17811">
                  <c:v>2.0156320465484274</c:v>
                </c:pt>
                <c:pt idx="17812">
                  <c:v>2.0157363299707698</c:v>
                </c:pt>
                <c:pt idx="17813">
                  <c:v>2.0164737588184876</c:v>
                </c:pt>
                <c:pt idx="17814">
                  <c:v>2.0174292597964878</c:v>
                </c:pt>
                <c:pt idx="17815">
                  <c:v>2.0179339190347463</c:v>
                </c:pt>
                <c:pt idx="17816">
                  <c:v>2.0161720072086329</c:v>
                </c:pt>
                <c:pt idx="17817">
                  <c:v>2.0139412870046813</c:v>
                </c:pt>
                <c:pt idx="17818">
                  <c:v>2.0121899243972661</c:v>
                </c:pt>
                <c:pt idx="17819">
                  <c:v>2.0114863959033866</c:v>
                </c:pt>
                <c:pt idx="17820">
                  <c:v>2.0119234192655107</c:v>
                </c:pt>
                <c:pt idx="17821">
                  <c:v>2.0113429924617043</c:v>
                </c:pt>
                <c:pt idx="17822">
                  <c:v>2.0089275235709105</c:v>
                </c:pt>
                <c:pt idx="17823">
                  <c:v>2.0068637502472475</c:v>
                </c:pt>
                <c:pt idx="17824">
                  <c:v>2.0071011900837346</c:v>
                </c:pt>
                <c:pt idx="17825">
                  <c:v>2.0098306630623504</c:v>
                </c:pt>
                <c:pt idx="17826">
                  <c:v>2.0120477297202259</c:v>
                </c:pt>
                <c:pt idx="17827">
                  <c:v>2.0122107755873495</c:v>
                </c:pt>
                <c:pt idx="17828">
                  <c:v>2.0117083415749106</c:v>
                </c:pt>
                <c:pt idx="17829">
                  <c:v>2.011667628183996</c:v>
                </c:pt>
                <c:pt idx="17830">
                  <c:v>2.011665183182787</c:v>
                </c:pt>
                <c:pt idx="17831">
                  <c:v>2.0112918397397861</c:v>
                </c:pt>
                <c:pt idx="17832">
                  <c:v>2.0109899782422365</c:v>
                </c:pt>
                <c:pt idx="17833">
                  <c:v>2.0106781719083098</c:v>
                </c:pt>
                <c:pt idx="17834">
                  <c:v>2.0110239060679986</c:v>
                </c:pt>
                <c:pt idx="17835">
                  <c:v>2.0121907485549766</c:v>
                </c:pt>
                <c:pt idx="17836">
                  <c:v>2.0139786213489814</c:v>
                </c:pt>
                <c:pt idx="17837">
                  <c:v>2.0159864618360035</c:v>
                </c:pt>
                <c:pt idx="17838">
                  <c:v>2.0171569306169097</c:v>
                </c:pt>
                <c:pt idx="17839">
                  <c:v>2.0177533460803061</c:v>
                </c:pt>
                <c:pt idx="17840">
                  <c:v>2.0189201885672841</c:v>
                </c:pt>
                <c:pt idx="17841">
                  <c:v>2.0184014637040946</c:v>
                </c:pt>
                <c:pt idx="17842">
                  <c:v>2.016568069932529</c:v>
                </c:pt>
                <c:pt idx="17843">
                  <c:v>2.0149953297729719</c:v>
                </c:pt>
                <c:pt idx="17844">
                  <c:v>2.0144753961451398</c:v>
                </c:pt>
                <c:pt idx="17845">
                  <c:v>2.0159633854201005</c:v>
                </c:pt>
                <c:pt idx="17846">
                  <c:v>2.0172374782971803</c:v>
                </c:pt>
                <c:pt idx="17847">
                  <c:v>2.0165532350937343</c:v>
                </c:pt>
                <c:pt idx="17848">
                  <c:v>2.0151360684380561</c:v>
                </c:pt>
                <c:pt idx="17849">
                  <c:v>2.0138185699215403</c:v>
                </c:pt>
                <c:pt idx="17850">
                  <c:v>2.0134050350541748</c:v>
                </c:pt>
                <c:pt idx="17851">
                  <c:v>2.0131194094635281</c:v>
                </c:pt>
                <c:pt idx="17852">
                  <c:v>2.0127806806443815</c:v>
                </c:pt>
                <c:pt idx="17853">
                  <c:v>2.0123635469550121</c:v>
                </c:pt>
                <c:pt idx="17854">
                  <c:v>2.0125259884398146</c:v>
                </c:pt>
                <c:pt idx="17855">
                  <c:v>2.0135315432627854</c:v>
                </c:pt>
                <c:pt idx="17856">
                  <c:v>2.0137714830443287</c:v>
                </c:pt>
                <c:pt idx="17857">
                  <c:v>2.0132501758203118</c:v>
                </c:pt>
                <c:pt idx="17858">
                  <c:v>2.0139390068350145</c:v>
                </c:pt>
                <c:pt idx="17859">
                  <c:v>2.0146289916705129</c:v>
                </c:pt>
                <c:pt idx="17860">
                  <c:v>2.0137386815674381</c:v>
                </c:pt>
                <c:pt idx="17861">
                  <c:v>2.0147606096569306</c:v>
                </c:pt>
                <c:pt idx="17862">
                  <c:v>2.0159367376541173</c:v>
                </c:pt>
                <c:pt idx="17863">
                  <c:v>2.0163164820553394</c:v>
                </c:pt>
                <c:pt idx="17864">
                  <c:v>2.0159904452649391</c:v>
                </c:pt>
                <c:pt idx="17865">
                  <c:v>2.0132527856530626</c:v>
                </c:pt>
                <c:pt idx="17866">
                  <c:v>2.0122695105602073</c:v>
                </c:pt>
                <c:pt idx="17867">
                  <c:v>2.0125876079646603</c:v>
                </c:pt>
                <c:pt idx="17868">
                  <c:v>2.0129528197182478</c:v>
                </c:pt>
                <c:pt idx="17869">
                  <c:v>2.0135090162853562</c:v>
                </c:pt>
                <c:pt idx="17870">
                  <c:v>2.0132488296960505</c:v>
                </c:pt>
                <c:pt idx="17871">
                  <c:v>2.0143689424408255</c:v>
                </c:pt>
                <c:pt idx="17872">
                  <c:v>2.0153852387859605</c:v>
                </c:pt>
                <c:pt idx="17873">
                  <c:v>2.0160038790356256</c:v>
                </c:pt>
                <c:pt idx="17874">
                  <c:v>2.0151445847344016</c:v>
                </c:pt>
                <c:pt idx="17875">
                  <c:v>2.0138933759697588</c:v>
                </c:pt>
                <c:pt idx="17876">
                  <c:v>2.0138987329948792</c:v>
                </c:pt>
                <c:pt idx="17877">
                  <c:v>2.0138631019098483</c:v>
                </c:pt>
                <c:pt idx="17878">
                  <c:v>2.0128244708907497</c:v>
                </c:pt>
                <c:pt idx="17879">
                  <c:v>2.0128426847761589</c:v>
                </c:pt>
                <c:pt idx="17880">
                  <c:v>2.0141752653787828</c:v>
                </c:pt>
                <c:pt idx="17881">
                  <c:v>2.0141719687479398</c:v>
                </c:pt>
                <c:pt idx="17882">
                  <c:v>2.0149605503175754</c:v>
                </c:pt>
                <c:pt idx="17883">
                  <c:v>2.0156304531768532</c:v>
                </c:pt>
                <c:pt idx="17884">
                  <c:v>2.0150576360959098</c:v>
                </c:pt>
                <c:pt idx="17885">
                  <c:v>2.0153451572492913</c:v>
                </c:pt>
                <c:pt idx="17886">
                  <c:v>2.0145312190940858</c:v>
                </c:pt>
                <c:pt idx="17887">
                  <c:v>2.0149514296389088</c:v>
                </c:pt>
                <c:pt idx="17888">
                  <c:v>2.0165890584822312</c:v>
                </c:pt>
                <c:pt idx="17889">
                  <c:v>2.0171932759719566</c:v>
                </c:pt>
                <c:pt idx="17890">
                  <c:v>2.0158606404254851</c:v>
                </c:pt>
                <c:pt idx="17891">
                  <c:v>2.0144667150172522</c:v>
                </c:pt>
                <c:pt idx="17892">
                  <c:v>2.0138584591547439</c:v>
                </c:pt>
                <c:pt idx="17893">
                  <c:v>2.0137342311157997</c:v>
                </c:pt>
                <c:pt idx="17894">
                  <c:v>2.0166790015604055</c:v>
                </c:pt>
                <c:pt idx="17895">
                  <c:v>2.0183847607744885</c:v>
                </c:pt>
                <c:pt idx="17896">
                  <c:v>2.0165105986681611</c:v>
                </c:pt>
                <c:pt idx="17897">
                  <c:v>2.0141427386211292</c:v>
                </c:pt>
                <c:pt idx="17898">
                  <c:v>2.0141754027384016</c:v>
                </c:pt>
                <c:pt idx="17899">
                  <c:v>2.0145663282125668</c:v>
                </c:pt>
                <c:pt idx="17900">
                  <c:v>2.0150762071163273</c:v>
                </c:pt>
                <c:pt idx="17901">
                  <c:v>2.0160650315377686</c:v>
                </c:pt>
                <c:pt idx="17902">
                  <c:v>2.0145611634909124</c:v>
                </c:pt>
                <c:pt idx="17903">
                  <c:v>2.0140539493637504</c:v>
                </c:pt>
                <c:pt idx="17904">
                  <c:v>2.015252164787587</c:v>
                </c:pt>
                <c:pt idx="17905">
                  <c:v>2.0146024537922242</c:v>
                </c:pt>
                <c:pt idx="17906">
                  <c:v>2.0135276971934681</c:v>
                </c:pt>
                <c:pt idx="17907">
                  <c:v>2.0140304608689918</c:v>
                </c:pt>
                <c:pt idx="17908">
                  <c:v>2.0154581217995209</c:v>
                </c:pt>
                <c:pt idx="17909">
                  <c:v>2.0140574382980594</c:v>
                </c:pt>
                <c:pt idx="17910">
                  <c:v>2.0124017604008704</c:v>
                </c:pt>
                <c:pt idx="17911">
                  <c:v>2.0115784817916089</c:v>
                </c:pt>
                <c:pt idx="17912">
                  <c:v>2.0111920617129293</c:v>
                </c:pt>
                <c:pt idx="17913">
                  <c:v>2.0103981231181733</c:v>
                </c:pt>
                <c:pt idx="17914">
                  <c:v>2.010562075558779</c:v>
                </c:pt>
                <c:pt idx="17915">
                  <c:v>2.0103926287334346</c:v>
                </c:pt>
                <c:pt idx="17916">
                  <c:v>2.0107260279993846</c:v>
                </c:pt>
                <c:pt idx="17917">
                  <c:v>2.0125519494077055</c:v>
                </c:pt>
                <c:pt idx="17918">
                  <c:v>2.0134569295180325</c:v>
                </c:pt>
                <c:pt idx="17919">
                  <c:v>2.0124257159183316</c:v>
                </c:pt>
                <c:pt idx="17920">
                  <c:v>2.0111973088503547</c:v>
                </c:pt>
                <c:pt idx="17921">
                  <c:v>2.0105155106481178</c:v>
                </c:pt>
                <c:pt idx="17922">
                  <c:v>2.0108236357442695</c:v>
                </c:pt>
                <c:pt idx="17923">
                  <c:v>2.0117208962440385</c:v>
                </c:pt>
                <c:pt idx="17924">
                  <c:v>2.0113559592096877</c:v>
                </c:pt>
                <c:pt idx="17925">
                  <c:v>2.0108157787740928</c:v>
                </c:pt>
                <c:pt idx="17926">
                  <c:v>2.01259065734819</c:v>
                </c:pt>
                <c:pt idx="17927">
                  <c:v>2.0162792301268104</c:v>
                </c:pt>
                <c:pt idx="17928">
                  <c:v>2.0170463286521176</c:v>
                </c:pt>
                <c:pt idx="17929">
                  <c:v>2.0160834102547196</c:v>
                </c:pt>
                <c:pt idx="17930">
                  <c:v>2.0153937001384583</c:v>
                </c:pt>
                <c:pt idx="17931">
                  <c:v>2.0147565438122239</c:v>
                </c:pt>
                <c:pt idx="17932">
                  <c:v>2.0140616415023844</c:v>
                </c:pt>
                <c:pt idx="17933">
                  <c:v>2.0143451242829826</c:v>
                </c:pt>
                <c:pt idx="17934">
                  <c:v>2.0143953979033427</c:v>
                </c:pt>
                <c:pt idx="17935">
                  <c:v>2.0149562921694031</c:v>
                </c:pt>
                <c:pt idx="17936">
                  <c:v>2.016006269092987</c:v>
                </c:pt>
                <c:pt idx="17937">
                  <c:v>2.016583783872882</c:v>
                </c:pt>
                <c:pt idx="17938">
                  <c:v>2.0167187534339903</c:v>
                </c:pt>
                <c:pt idx="17939">
                  <c:v>2.0154365838113448</c:v>
                </c:pt>
                <c:pt idx="17940">
                  <c:v>2.0143963319487486</c:v>
                </c:pt>
                <c:pt idx="17941">
                  <c:v>2.0134112162370057</c:v>
                </c:pt>
                <c:pt idx="17942">
                  <c:v>2.0145081426781828</c:v>
                </c:pt>
                <c:pt idx="17943">
                  <c:v>2.0165788114546932</c:v>
                </c:pt>
                <c:pt idx="17944">
                  <c:v>2.0170502021933583</c:v>
                </c:pt>
                <c:pt idx="17945">
                  <c:v>2.0160948385749764</c:v>
                </c:pt>
                <c:pt idx="17946">
                  <c:v>2.0156069372101713</c:v>
                </c:pt>
                <c:pt idx="17947">
                  <c:v>2.0143091360629435</c:v>
                </c:pt>
                <c:pt idx="17948">
                  <c:v>2.0119756433924527</c:v>
                </c:pt>
                <c:pt idx="17949">
                  <c:v>2.0111191237555217</c:v>
                </c:pt>
                <c:pt idx="17950">
                  <c:v>2.0116313103008725</c:v>
                </c:pt>
                <c:pt idx="17951">
                  <c:v>2.0125715368892991</c:v>
                </c:pt>
                <c:pt idx="17952">
                  <c:v>2.0130398233005868</c:v>
                </c:pt>
                <c:pt idx="17953">
                  <c:v>2.0136214863409596</c:v>
                </c:pt>
                <c:pt idx="17954">
                  <c:v>2.0144013593107846</c:v>
                </c:pt>
                <c:pt idx="17955">
                  <c:v>2.0151304092217752</c:v>
                </c:pt>
                <c:pt idx="17956">
                  <c:v>2.0124698907716314</c:v>
                </c:pt>
                <c:pt idx="17957">
                  <c:v>2.0101649139579352</c:v>
                </c:pt>
                <c:pt idx="17958">
                  <c:v>2.0113545031977318</c:v>
                </c:pt>
                <c:pt idx="17959">
                  <c:v>2.0123491516669962</c:v>
                </c:pt>
                <c:pt idx="17960">
                  <c:v>2.0155457847080283</c:v>
                </c:pt>
                <c:pt idx="17961">
                  <c:v>2.0163786235467351</c:v>
                </c:pt>
                <c:pt idx="17962">
                  <c:v>2.0159178644425397</c:v>
                </c:pt>
                <c:pt idx="17963">
                  <c:v>2.0155768554537263</c:v>
                </c:pt>
                <c:pt idx="17964">
                  <c:v>2.0141812817300719</c:v>
                </c:pt>
                <c:pt idx="17965">
                  <c:v>2.0131640788114549</c:v>
                </c:pt>
                <c:pt idx="17966">
                  <c:v>2.0125304663633767</c:v>
                </c:pt>
                <c:pt idx="17967">
                  <c:v>2.0130741632052045</c:v>
                </c:pt>
                <c:pt idx="17968">
                  <c:v>2.0128570800641743</c:v>
                </c:pt>
                <c:pt idx="17969">
                  <c:v>2.0128811179974067</c:v>
                </c:pt>
                <c:pt idx="17970">
                  <c:v>2.0119725115931519</c:v>
                </c:pt>
                <c:pt idx="17971">
                  <c:v>2.0109321773147841</c:v>
                </c:pt>
                <c:pt idx="17972">
                  <c:v>2.0121619854508692</c:v>
                </c:pt>
                <c:pt idx="17973">
                  <c:v>2.0130193292455112</c:v>
                </c:pt>
                <c:pt idx="17974">
                  <c:v>2.0135036043163885</c:v>
                </c:pt>
                <c:pt idx="17975">
                  <c:v>2.0126406562493133</c:v>
                </c:pt>
                <c:pt idx="17976">
                  <c:v>2.0121425628008174</c:v>
                </c:pt>
                <c:pt idx="17977">
                  <c:v>2.0143997109953626</c:v>
                </c:pt>
                <c:pt idx="17978">
                  <c:v>2.0152996087998067</c:v>
                </c:pt>
                <c:pt idx="17979">
                  <c:v>2.0157964385398124</c:v>
                </c:pt>
                <c:pt idx="17980">
                  <c:v>2.0164881815784268</c:v>
                </c:pt>
                <c:pt idx="17981">
                  <c:v>2.0162789828794971</c:v>
                </c:pt>
                <c:pt idx="17982">
                  <c:v>2.0163694204522979</c:v>
                </c:pt>
                <c:pt idx="17983">
                  <c:v>2.0164861211841498</c:v>
                </c:pt>
                <c:pt idx="17984">
                  <c:v>2.0163348607722908</c:v>
                </c:pt>
                <c:pt idx="17985">
                  <c:v>2.0157180061976661</c:v>
                </c:pt>
                <c:pt idx="17986">
                  <c:v>2.0134715720533616</c:v>
                </c:pt>
                <c:pt idx="17987">
                  <c:v>2.0123383002571371</c:v>
                </c:pt>
                <c:pt idx="17988">
                  <c:v>2.0130157029515834</c:v>
                </c:pt>
                <c:pt idx="17989">
                  <c:v>2.0129165293070481</c:v>
                </c:pt>
                <c:pt idx="17990">
                  <c:v>2.0138593657282255</c:v>
                </c:pt>
                <c:pt idx="17991">
                  <c:v>2.0152508461352499</c:v>
                </c:pt>
                <c:pt idx="17992">
                  <c:v>2.0160788499153863</c:v>
                </c:pt>
                <c:pt idx="17993">
                  <c:v>2.0163095316586448</c:v>
                </c:pt>
                <c:pt idx="17994">
                  <c:v>2.0157951748313225</c:v>
                </c:pt>
                <c:pt idx="17995">
                  <c:v>2.0151367277642249</c:v>
                </c:pt>
                <c:pt idx="17996">
                  <c:v>2.0147744005626249</c:v>
                </c:pt>
                <c:pt idx="17997">
                  <c:v>2.0147007758071251</c:v>
                </c:pt>
                <c:pt idx="17998">
                  <c:v>2.0139268642447417</c:v>
                </c:pt>
                <c:pt idx="17999">
                  <c:v>2.0140118349047276</c:v>
                </c:pt>
                <c:pt idx="18000">
                  <c:v>2.0138844475945583</c:v>
                </c:pt>
                <c:pt idx="18001">
                  <c:v>2.0143320476473043</c:v>
                </c:pt>
                <c:pt idx="18002">
                  <c:v>2.0153810355816355</c:v>
                </c:pt>
                <c:pt idx="18003">
                  <c:v>2.0165241148546187</c:v>
                </c:pt>
                <c:pt idx="18004">
                  <c:v>2.0183750906573481</c:v>
                </c:pt>
                <c:pt idx="18005">
                  <c:v>2.0191390024395068</c:v>
                </c:pt>
                <c:pt idx="18006">
                  <c:v>2.0191718863321686</c:v>
                </c:pt>
                <c:pt idx="18007">
                  <c:v>2.0174118700687895</c:v>
                </c:pt>
                <c:pt idx="18008">
                  <c:v>2.0152879332322367</c:v>
                </c:pt>
                <c:pt idx="18009">
                  <c:v>2.0128295806685568</c:v>
                </c:pt>
                <c:pt idx="18010">
                  <c:v>2.0107474835717896</c:v>
                </c:pt>
                <c:pt idx="18011">
                  <c:v>2.0088053009823961</c:v>
                </c:pt>
                <c:pt idx="18012">
                  <c:v>2.0090230434495946</c:v>
                </c:pt>
                <c:pt idx="18013">
                  <c:v>2.0101706281180634</c:v>
                </c:pt>
                <c:pt idx="18014">
                  <c:v>2.0117038636513485</c:v>
                </c:pt>
                <c:pt idx="18015">
                  <c:v>2.013216495241863</c:v>
                </c:pt>
                <c:pt idx="18016">
                  <c:v>2.0152604613085425</c:v>
                </c:pt>
                <c:pt idx="18017">
                  <c:v>2.0149291773807168</c:v>
                </c:pt>
                <c:pt idx="18018">
                  <c:v>2.0133250917562253</c:v>
                </c:pt>
                <c:pt idx="18019">
                  <c:v>2.0131662765653502</c:v>
                </c:pt>
                <c:pt idx="18020">
                  <c:v>2.0133263279927913</c:v>
                </c:pt>
                <c:pt idx="18021">
                  <c:v>2.0135773114876594</c:v>
                </c:pt>
                <c:pt idx="18022">
                  <c:v>2.0144335564053537</c:v>
                </c:pt>
                <c:pt idx="18023">
                  <c:v>2.0155586690402409</c:v>
                </c:pt>
                <c:pt idx="18024">
                  <c:v>2.0168647117645766</c:v>
                </c:pt>
                <c:pt idx="18025">
                  <c:v>2.016846360519549</c:v>
                </c:pt>
                <c:pt idx="18026">
                  <c:v>2.0146523428056526</c:v>
                </c:pt>
                <c:pt idx="18027">
                  <c:v>2.0130753719698466</c:v>
                </c:pt>
                <c:pt idx="18028">
                  <c:v>2.0126196951715345</c:v>
                </c:pt>
                <c:pt idx="18029">
                  <c:v>2.0122686589305729</c:v>
                </c:pt>
                <c:pt idx="18030">
                  <c:v>2.0094863024988463</c:v>
                </c:pt>
                <c:pt idx="18031">
                  <c:v>2.0080497131931168</c:v>
                </c:pt>
                <c:pt idx="18032">
                  <c:v>2.0086721445682514</c:v>
                </c:pt>
                <c:pt idx="18033">
                  <c:v>2.0094181171842376</c:v>
                </c:pt>
                <c:pt idx="18034">
                  <c:v>2.0091237555218568</c:v>
                </c:pt>
                <c:pt idx="18035">
                  <c:v>2.0088310421748972</c:v>
                </c:pt>
                <c:pt idx="18036">
                  <c:v>2.009468610579987</c:v>
                </c:pt>
                <c:pt idx="18037">
                  <c:v>2.0106779246609965</c:v>
                </c:pt>
                <c:pt idx="18038">
                  <c:v>2.0131801224148922</c:v>
                </c:pt>
                <c:pt idx="18039">
                  <c:v>2.0142009516274366</c:v>
                </c:pt>
                <c:pt idx="18040">
                  <c:v>2.0128616678754314</c:v>
                </c:pt>
                <c:pt idx="18041">
                  <c:v>2.012141821058878</c:v>
                </c:pt>
                <c:pt idx="18042">
                  <c:v>2.0125462627195008</c:v>
                </c:pt>
                <c:pt idx="18043">
                  <c:v>2.0146181677325772</c:v>
                </c:pt>
                <c:pt idx="18044">
                  <c:v>2.0175032416869958</c:v>
                </c:pt>
                <c:pt idx="18045">
                  <c:v>2.0183174820333618</c:v>
                </c:pt>
                <c:pt idx="18046">
                  <c:v>2.0168002351596668</c:v>
                </c:pt>
                <c:pt idx="18047">
                  <c:v>2.0159926704907583</c:v>
                </c:pt>
                <c:pt idx="18048">
                  <c:v>2.0156497109953628</c:v>
                </c:pt>
                <c:pt idx="18049">
                  <c:v>2.0167407035010219</c:v>
                </c:pt>
                <c:pt idx="18050">
                  <c:v>2.0179361992044131</c:v>
                </c:pt>
                <c:pt idx="18051">
                  <c:v>2.0167654282323464</c:v>
                </c:pt>
                <c:pt idx="18052">
                  <c:v>2.0152229346607768</c:v>
                </c:pt>
                <c:pt idx="18053">
                  <c:v>2.014453720797345</c:v>
                </c:pt>
                <c:pt idx="18054">
                  <c:v>2.0143022406100966</c:v>
                </c:pt>
                <c:pt idx="18055">
                  <c:v>2.0131102063690909</c:v>
                </c:pt>
                <c:pt idx="18056">
                  <c:v>2.0122289620008353</c:v>
                </c:pt>
                <c:pt idx="18057">
                  <c:v>2.0126945286916773</c:v>
                </c:pt>
                <c:pt idx="18058">
                  <c:v>2.0139801597767084</c:v>
                </c:pt>
                <c:pt idx="18059">
                  <c:v>2.0137890925474164</c:v>
                </c:pt>
                <c:pt idx="18060">
                  <c:v>2.012402859277818</c:v>
                </c:pt>
                <c:pt idx="18061">
                  <c:v>2.0118863596404473</c:v>
                </c:pt>
                <c:pt idx="18062">
                  <c:v>2.0109205566910617</c:v>
                </c:pt>
                <c:pt idx="18063">
                  <c:v>2.0106415243621019</c:v>
                </c:pt>
                <c:pt idx="18064">
                  <c:v>2.0118262235994813</c:v>
                </c:pt>
                <c:pt idx="18065">
                  <c:v>2.013112541482605</c:v>
                </c:pt>
                <c:pt idx="18066">
                  <c:v>2.0132373464319464</c:v>
                </c:pt>
                <c:pt idx="18067">
                  <c:v>2.0127323575306035</c:v>
                </c:pt>
                <c:pt idx="18068">
                  <c:v>2.0131192446319863</c:v>
                </c:pt>
                <c:pt idx="18069">
                  <c:v>2.0120935528889476</c:v>
                </c:pt>
                <c:pt idx="18070">
                  <c:v>2.0100663721676448</c:v>
                </c:pt>
                <c:pt idx="18071">
                  <c:v>2.0104669677589504</c:v>
                </c:pt>
                <c:pt idx="18072">
                  <c:v>2.009721352277972</c:v>
                </c:pt>
                <c:pt idx="18073">
                  <c:v>2.0094311114041448</c:v>
                </c:pt>
                <c:pt idx="18074">
                  <c:v>2.012112975538999</c:v>
                </c:pt>
                <c:pt idx="18075">
                  <c:v>2.013697858288829</c:v>
                </c:pt>
                <c:pt idx="18076">
                  <c:v>2.0138671402826311</c:v>
                </c:pt>
                <c:pt idx="18077">
                  <c:v>2.0139643084767367</c:v>
                </c:pt>
                <c:pt idx="18078">
                  <c:v>2.0136279422430277</c:v>
                </c:pt>
                <c:pt idx="18079">
                  <c:v>2.013188473879695</c:v>
                </c:pt>
                <c:pt idx="18080">
                  <c:v>2.0130395760532735</c:v>
                </c:pt>
                <c:pt idx="18081">
                  <c:v>2.0131003714204083</c:v>
                </c:pt>
                <c:pt idx="18082">
                  <c:v>2.0130342739720004</c:v>
                </c:pt>
                <c:pt idx="18083">
                  <c:v>2.0138789806817434</c:v>
                </c:pt>
                <c:pt idx="18084">
                  <c:v>2.0131953143886947</c:v>
                </c:pt>
                <c:pt idx="18085">
                  <c:v>2.0125601360409662</c:v>
                </c:pt>
                <c:pt idx="18086">
                  <c:v>2.0131941330959759</c:v>
                </c:pt>
                <c:pt idx="18087">
                  <c:v>2.0132477033471794</c:v>
                </c:pt>
                <c:pt idx="18088">
                  <c:v>2.0135443177073031</c:v>
                </c:pt>
                <c:pt idx="18089">
                  <c:v>2.0129221610514056</c:v>
                </c:pt>
                <c:pt idx="18090">
                  <c:v>2.0128568053449376</c:v>
                </c:pt>
                <c:pt idx="18091">
                  <c:v>2.014558581130085</c:v>
                </c:pt>
                <c:pt idx="18092">
                  <c:v>2.0157226214808466</c:v>
                </c:pt>
                <c:pt idx="18093">
                  <c:v>2.0145905859211886</c:v>
                </c:pt>
                <c:pt idx="18094">
                  <c:v>2.0132766038109051</c:v>
                </c:pt>
                <c:pt idx="18095">
                  <c:v>2.0134881925671961</c:v>
                </c:pt>
                <c:pt idx="18096">
                  <c:v>2.0132058910793171</c:v>
                </c:pt>
                <c:pt idx="18097">
                  <c:v>2.0123591789191448</c:v>
                </c:pt>
                <c:pt idx="18098">
                  <c:v>2.0116403485637679</c:v>
                </c:pt>
                <c:pt idx="18099">
                  <c:v>2.0112310718445747</c:v>
                </c:pt>
                <c:pt idx="18100">
                  <c:v>2.0112848343992438</c:v>
                </c:pt>
                <c:pt idx="18101">
                  <c:v>2.0118781180633394</c:v>
                </c:pt>
                <c:pt idx="18102">
                  <c:v>2.0118293004549352</c:v>
                </c:pt>
                <c:pt idx="18103">
                  <c:v>2.0113271686336565</c:v>
                </c:pt>
                <c:pt idx="18104">
                  <c:v>2.0106555350431861</c:v>
                </c:pt>
                <c:pt idx="18105">
                  <c:v>2.0115883442122153</c:v>
                </c:pt>
                <c:pt idx="18106">
                  <c:v>2.0130524603854862</c:v>
                </c:pt>
                <c:pt idx="18107">
                  <c:v>2.011360601964792</c:v>
                </c:pt>
                <c:pt idx="18108">
                  <c:v>2.009267708402013</c:v>
                </c:pt>
                <c:pt idx="18109">
                  <c:v>2.0100047801147229</c:v>
                </c:pt>
                <c:pt idx="18110">
                  <c:v>2.0107092426540074</c:v>
                </c:pt>
                <c:pt idx="18111">
                  <c:v>2.0117841091404585</c:v>
                </c:pt>
                <c:pt idx="18112">
                  <c:v>2.01309644293532</c:v>
                </c:pt>
                <c:pt idx="18113">
                  <c:v>2.0136318157842683</c:v>
                </c:pt>
                <c:pt idx="18114">
                  <c:v>2.0129424902749391</c:v>
                </c:pt>
                <c:pt idx="18115">
                  <c:v>2.0116975176369749</c:v>
                </c:pt>
                <c:pt idx="18116">
                  <c:v>2.0104506494362759</c:v>
                </c:pt>
                <c:pt idx="18117">
                  <c:v>2.0097067097426429</c:v>
                </c:pt>
                <c:pt idx="18118">
                  <c:v>2.0114391991384806</c:v>
                </c:pt>
                <c:pt idx="18119">
                  <c:v>2.0130803443880354</c:v>
                </c:pt>
                <c:pt idx="18120">
                  <c:v>2.0138751346124262</c:v>
                </c:pt>
                <c:pt idx="18121">
                  <c:v>2.0131072943451791</c:v>
                </c:pt>
                <c:pt idx="18122">
                  <c:v>2.0132340223291796</c:v>
                </c:pt>
                <c:pt idx="18123">
                  <c:v>2.013654864728248</c:v>
                </c:pt>
                <c:pt idx="18124">
                  <c:v>2.014091393595745</c:v>
                </c:pt>
                <c:pt idx="18125">
                  <c:v>2.0135024230236698</c:v>
                </c:pt>
                <c:pt idx="18126">
                  <c:v>2.0136500296696775</c:v>
                </c:pt>
                <c:pt idx="18127">
                  <c:v>2.0142377365332629</c:v>
                </c:pt>
                <c:pt idx="18128">
                  <c:v>2.0144979505944924</c:v>
                </c:pt>
                <c:pt idx="18129">
                  <c:v>2.0149234357486647</c:v>
                </c:pt>
                <c:pt idx="18130">
                  <c:v>2.0149170622623678</c:v>
                </c:pt>
                <c:pt idx="18131">
                  <c:v>2.0136543152897737</c:v>
                </c:pt>
                <c:pt idx="18132">
                  <c:v>2.0118170479769675</c:v>
                </c:pt>
                <c:pt idx="18133">
                  <c:v>2.010742263906288</c:v>
                </c:pt>
                <c:pt idx="18134">
                  <c:v>2.0104357321817101</c:v>
                </c:pt>
                <c:pt idx="18135">
                  <c:v>2.0110358288828816</c:v>
                </c:pt>
                <c:pt idx="18136">
                  <c:v>2.0130206478978483</c:v>
                </c:pt>
                <c:pt idx="18137">
                  <c:v>2.0116015856794358</c:v>
                </c:pt>
                <c:pt idx="18138">
                  <c:v>2.0096627271928091</c:v>
                </c:pt>
                <c:pt idx="18139">
                  <c:v>2.0114646106678973</c:v>
                </c:pt>
                <c:pt idx="18140">
                  <c:v>2.0145933880574054</c:v>
                </c:pt>
                <c:pt idx="18141">
                  <c:v>2.014458748159381</c:v>
                </c:pt>
                <c:pt idx="18142">
                  <c:v>2.0131839959561328</c:v>
                </c:pt>
                <c:pt idx="18143">
                  <c:v>2.0146941276015911</c:v>
                </c:pt>
                <c:pt idx="18144">
                  <c:v>2.0147805817454563</c:v>
                </c:pt>
                <c:pt idx="18145">
                  <c:v>2.01364387595877</c:v>
                </c:pt>
                <c:pt idx="18146">
                  <c:v>2.0133717940265048</c:v>
                </c:pt>
                <c:pt idx="18147">
                  <c:v>2.0128142238632116</c:v>
                </c:pt>
                <c:pt idx="18148">
                  <c:v>2.0136291235357464</c:v>
                </c:pt>
                <c:pt idx="18149">
                  <c:v>2.0127078800465923</c:v>
                </c:pt>
                <c:pt idx="18150">
                  <c:v>2.0117534504736159</c:v>
                </c:pt>
                <c:pt idx="18151">
                  <c:v>2.0124814839234304</c:v>
                </c:pt>
                <c:pt idx="18152">
                  <c:v>2.0122633293773764</c:v>
                </c:pt>
                <c:pt idx="18153">
                  <c:v>2.0126467275444497</c:v>
                </c:pt>
                <c:pt idx="18154">
                  <c:v>2.0127623568712774</c:v>
                </c:pt>
                <c:pt idx="18155">
                  <c:v>2.0148016252390057</c:v>
                </c:pt>
                <c:pt idx="18156">
                  <c:v>2.0143016636996989</c:v>
                </c:pt>
                <c:pt idx="18157">
                  <c:v>2.0135262686534361</c:v>
                </c:pt>
                <c:pt idx="18158">
                  <c:v>2.0136445352849388</c:v>
                </c:pt>
                <c:pt idx="18159">
                  <c:v>2.0138476077448848</c:v>
                </c:pt>
                <c:pt idx="18160">
                  <c:v>2.0135278070811631</c:v>
                </c:pt>
                <c:pt idx="18161">
                  <c:v>2.0140173292894663</c:v>
                </c:pt>
                <c:pt idx="18162">
                  <c:v>2.0146855014175511</c:v>
                </c:pt>
                <c:pt idx="18163">
                  <c:v>2.0159064086503595</c:v>
                </c:pt>
                <c:pt idx="18164">
                  <c:v>2.0165398013230478</c:v>
                </c:pt>
                <c:pt idx="18165">
                  <c:v>2.016149205511967</c:v>
                </c:pt>
                <c:pt idx="18166">
                  <c:v>2.0157050119777589</c:v>
                </c:pt>
                <c:pt idx="18167">
                  <c:v>2.0160091261730511</c:v>
                </c:pt>
                <c:pt idx="18168">
                  <c:v>2.0168674589569462</c:v>
                </c:pt>
                <c:pt idx="18169">
                  <c:v>2.017181490516692</c:v>
                </c:pt>
                <c:pt idx="18170">
                  <c:v>2.0175229390562843</c:v>
                </c:pt>
                <c:pt idx="18171">
                  <c:v>2.0161825564273315</c:v>
                </c:pt>
                <c:pt idx="18172">
                  <c:v>2.0147921474253314</c:v>
                </c:pt>
                <c:pt idx="18173">
                  <c:v>2.0155064723852223</c:v>
                </c:pt>
                <c:pt idx="18174">
                  <c:v>2.0173371464363421</c:v>
                </c:pt>
                <c:pt idx="18175">
                  <c:v>2.0162559614074418</c:v>
                </c:pt>
                <c:pt idx="18176">
                  <c:v>2.0149255510867894</c:v>
                </c:pt>
                <c:pt idx="18177">
                  <c:v>2.0135319003977936</c:v>
                </c:pt>
                <c:pt idx="18178">
                  <c:v>2.0123560196479198</c:v>
                </c:pt>
                <c:pt idx="18179">
                  <c:v>2.0116857596536342</c:v>
                </c:pt>
                <c:pt idx="18180">
                  <c:v>2.011807295444056</c:v>
                </c:pt>
                <c:pt idx="18181">
                  <c:v>2.0140180160875585</c:v>
                </c:pt>
                <c:pt idx="18182">
                  <c:v>2.0145393507834992</c:v>
                </c:pt>
                <c:pt idx="18183">
                  <c:v>2.0141871057778951</c:v>
                </c:pt>
                <c:pt idx="18184">
                  <c:v>2.014901513153557</c:v>
                </c:pt>
                <c:pt idx="18185">
                  <c:v>2.0155202907628404</c:v>
                </c:pt>
                <c:pt idx="18186">
                  <c:v>2.0160819267708403</c:v>
                </c:pt>
                <c:pt idx="18187">
                  <c:v>2.0154288916727103</c:v>
                </c:pt>
                <c:pt idx="18188">
                  <c:v>2.0147965704050459</c:v>
                </c:pt>
                <c:pt idx="18189">
                  <c:v>2.0153906232830048</c:v>
                </c:pt>
                <c:pt idx="18190">
                  <c:v>2.0149804949341772</c:v>
                </c:pt>
                <c:pt idx="18191">
                  <c:v>2.0129134249796707</c:v>
                </c:pt>
                <c:pt idx="18192">
                  <c:v>2.0117776257664666</c:v>
                </c:pt>
                <c:pt idx="18193">
                  <c:v>2.0129658963539261</c:v>
                </c:pt>
                <c:pt idx="18194">
                  <c:v>2.0153173281905894</c:v>
                </c:pt>
                <c:pt idx="18195">
                  <c:v>2.0159565449111008</c:v>
                </c:pt>
                <c:pt idx="18196">
                  <c:v>2.0155914705171316</c:v>
                </c:pt>
                <c:pt idx="18197">
                  <c:v>2.0160219280894927</c:v>
                </c:pt>
                <c:pt idx="18198">
                  <c:v>2.0153035647568185</c:v>
                </c:pt>
                <c:pt idx="18199">
                  <c:v>2.0144822366541395</c:v>
                </c:pt>
                <c:pt idx="18200">
                  <c:v>2.015588833212457</c:v>
                </c:pt>
                <c:pt idx="18201">
                  <c:v>2.016019098481352</c:v>
                </c:pt>
                <c:pt idx="18202">
                  <c:v>2.0169247104459243</c:v>
                </c:pt>
                <c:pt idx="18203">
                  <c:v>2.0170803663655743</c:v>
                </c:pt>
                <c:pt idx="18204">
                  <c:v>2.0160335761851389</c:v>
                </c:pt>
                <c:pt idx="18205">
                  <c:v>2.0165371640183731</c:v>
                </c:pt>
                <c:pt idx="18206">
                  <c:v>2.0166776554361441</c:v>
                </c:pt>
                <c:pt idx="18207">
                  <c:v>2.0163475253291137</c:v>
                </c:pt>
                <c:pt idx="18208">
                  <c:v>2.0150164831542163</c:v>
                </c:pt>
                <c:pt idx="18209">
                  <c:v>2.0140957616316126</c:v>
                </c:pt>
                <c:pt idx="18210">
                  <c:v>2.0132841036460736</c:v>
                </c:pt>
                <c:pt idx="18211">
                  <c:v>2.0123567339179358</c:v>
                </c:pt>
                <c:pt idx="18212">
                  <c:v>2.0121461341508979</c:v>
                </c:pt>
                <c:pt idx="18213">
                  <c:v>2.0123766510626142</c:v>
                </c:pt>
                <c:pt idx="18214">
                  <c:v>2.0139208478934529</c:v>
                </c:pt>
                <c:pt idx="18215">
                  <c:v>2.0142916089756269</c:v>
                </c:pt>
                <c:pt idx="18216">
                  <c:v>2.0143519647919828</c:v>
                </c:pt>
                <c:pt idx="18217">
                  <c:v>2.0138355200984592</c:v>
                </c:pt>
                <c:pt idx="18218">
                  <c:v>2.0130043021032504</c:v>
                </c:pt>
                <c:pt idx="18219">
                  <c:v>2.0120527296103381</c:v>
                </c:pt>
                <c:pt idx="18220">
                  <c:v>2.0115824926924684</c:v>
                </c:pt>
                <c:pt idx="18221">
                  <c:v>2.0116134810223949</c:v>
                </c:pt>
                <c:pt idx="18222">
                  <c:v>2.0114725225819212</c:v>
                </c:pt>
                <c:pt idx="18223">
                  <c:v>2.0116515571086349</c:v>
                </c:pt>
                <c:pt idx="18224">
                  <c:v>2.0119431990505703</c:v>
                </c:pt>
                <c:pt idx="18225">
                  <c:v>2.0133082789389243</c:v>
                </c:pt>
                <c:pt idx="18226">
                  <c:v>2.014756104261445</c:v>
                </c:pt>
                <c:pt idx="18227">
                  <c:v>2.0143752609832752</c:v>
                </c:pt>
                <c:pt idx="18228">
                  <c:v>2.0140298015428231</c:v>
                </c:pt>
                <c:pt idx="18229">
                  <c:v>2.0157466868860023</c:v>
                </c:pt>
                <c:pt idx="18230">
                  <c:v>2.0154094690226589</c:v>
                </c:pt>
                <c:pt idx="18231">
                  <c:v>2.0140930419111669</c:v>
                </c:pt>
                <c:pt idx="18232">
                  <c:v>2.0146901991165027</c:v>
                </c:pt>
                <c:pt idx="18233">
                  <c:v>2.0144915221643482</c:v>
                </c:pt>
                <c:pt idx="18234">
                  <c:v>2.0131217445770422</c:v>
                </c:pt>
                <c:pt idx="18235">
                  <c:v>2.0126871112722799</c:v>
                </c:pt>
                <c:pt idx="18236">
                  <c:v>2.0125867838069493</c:v>
                </c:pt>
                <c:pt idx="18237">
                  <c:v>2.013065646908859</c:v>
                </c:pt>
                <c:pt idx="18238">
                  <c:v>2.0134864343640797</c:v>
                </c:pt>
                <c:pt idx="18239">
                  <c:v>2.0156277609283313</c:v>
                </c:pt>
                <c:pt idx="18240">
                  <c:v>2.0168127623568712</c:v>
                </c:pt>
                <c:pt idx="18241">
                  <c:v>2.0157134733302566</c:v>
                </c:pt>
                <c:pt idx="18242">
                  <c:v>2.0139399683523438</c:v>
                </c:pt>
                <c:pt idx="18243">
                  <c:v>2.0114230731192722</c:v>
                </c:pt>
                <c:pt idx="18244">
                  <c:v>2.0098892606755894</c:v>
                </c:pt>
                <c:pt idx="18245">
                  <c:v>2.010400046152832</c:v>
                </c:pt>
                <c:pt idx="18246">
                  <c:v>2.0123135480538887</c:v>
                </c:pt>
                <c:pt idx="18247">
                  <c:v>2.0114739785938771</c:v>
                </c:pt>
                <c:pt idx="18248">
                  <c:v>2.0101170303949365</c:v>
                </c:pt>
                <c:pt idx="18249">
                  <c:v>2.0105813059053648</c:v>
                </c:pt>
                <c:pt idx="18250">
                  <c:v>2.0117980099338477</c:v>
                </c:pt>
                <c:pt idx="18251">
                  <c:v>2.0118799861541503</c:v>
                </c:pt>
                <c:pt idx="18252">
                  <c:v>2.0114604898793433</c:v>
                </c:pt>
                <c:pt idx="18253">
                  <c:v>2.0104828740027694</c:v>
                </c:pt>
                <c:pt idx="18254">
                  <c:v>2.0101173600580209</c:v>
                </c:pt>
                <c:pt idx="18255">
                  <c:v>2.012166957869058</c:v>
                </c:pt>
                <c:pt idx="18256">
                  <c:v>2.0138064822751147</c:v>
                </c:pt>
                <c:pt idx="18257">
                  <c:v>2.0135552790048572</c:v>
                </c:pt>
                <c:pt idx="18258">
                  <c:v>2.0132813015098567</c:v>
                </c:pt>
                <c:pt idx="18259">
                  <c:v>2.0119646546229752</c:v>
                </c:pt>
                <c:pt idx="18260">
                  <c:v>2.0101154370233623</c:v>
                </c:pt>
                <c:pt idx="18261">
                  <c:v>2.0103148831893805</c:v>
                </c:pt>
                <c:pt idx="18262">
                  <c:v>2.0118728159820662</c:v>
                </c:pt>
                <c:pt idx="18263">
                  <c:v>2.0124186281620182</c:v>
                </c:pt>
                <c:pt idx="18264">
                  <c:v>2.0111788751895561</c:v>
                </c:pt>
                <c:pt idx="18265">
                  <c:v>2.009190951847212</c:v>
                </c:pt>
                <c:pt idx="18266">
                  <c:v>2.0107409452539504</c:v>
                </c:pt>
                <c:pt idx="18267">
                  <c:v>2.0132425386255246</c:v>
                </c:pt>
                <c:pt idx="18268">
                  <c:v>2.0121467110612952</c:v>
                </c:pt>
                <c:pt idx="18269">
                  <c:v>2.0112369508362455</c:v>
                </c:pt>
                <c:pt idx="18270">
                  <c:v>2.0122555822948947</c:v>
                </c:pt>
                <c:pt idx="18271">
                  <c:v>2.0128840025493946</c:v>
                </c:pt>
                <c:pt idx="18272">
                  <c:v>2.012673155535043</c:v>
                </c:pt>
                <c:pt idx="18273">
                  <c:v>2.0145270433616842</c:v>
                </c:pt>
                <c:pt idx="18274">
                  <c:v>2.0153243060592074</c:v>
                </c:pt>
                <c:pt idx="18275">
                  <c:v>2.0141911990945256</c:v>
                </c:pt>
                <c:pt idx="18276">
                  <c:v>2.0130301257115226</c:v>
                </c:pt>
                <c:pt idx="18277">
                  <c:v>2.0116731500406586</c:v>
                </c:pt>
                <c:pt idx="18278">
                  <c:v>2.0130536966220522</c:v>
                </c:pt>
                <c:pt idx="18279">
                  <c:v>2.0143333113557942</c:v>
                </c:pt>
                <c:pt idx="18280">
                  <c:v>2.0140371090745259</c:v>
                </c:pt>
                <c:pt idx="18281">
                  <c:v>2.0133089107931692</c:v>
                </c:pt>
                <c:pt idx="18282">
                  <c:v>2.0134527537856313</c:v>
                </c:pt>
                <c:pt idx="18283">
                  <c:v>2.0150045878112568</c:v>
                </c:pt>
                <c:pt idx="18284">
                  <c:v>2.0153681787213467</c:v>
                </c:pt>
                <c:pt idx="18285">
                  <c:v>2.0151784576163161</c:v>
                </c:pt>
                <c:pt idx="18286">
                  <c:v>2.0152944715500758</c:v>
                </c:pt>
                <c:pt idx="18287">
                  <c:v>2.0160071207226213</c:v>
                </c:pt>
                <c:pt idx="18288">
                  <c:v>2.0143306191072723</c:v>
                </c:pt>
                <c:pt idx="18289">
                  <c:v>2.0144712753565854</c:v>
                </c:pt>
                <c:pt idx="18290">
                  <c:v>2.0157690215599655</c:v>
                </c:pt>
                <c:pt idx="18291">
                  <c:v>2.0152505439440893</c:v>
                </c:pt>
                <c:pt idx="18292">
                  <c:v>2.0138680468561132</c:v>
                </c:pt>
                <c:pt idx="18293">
                  <c:v>2.0135581086129974</c:v>
                </c:pt>
                <c:pt idx="18294">
                  <c:v>2.0143535032197093</c:v>
                </c:pt>
                <c:pt idx="18295">
                  <c:v>2.0138248609920661</c:v>
                </c:pt>
                <c:pt idx="18296">
                  <c:v>2.0134807476758754</c:v>
                </c:pt>
                <c:pt idx="18297">
                  <c:v>2.0142406485571747</c:v>
                </c:pt>
                <c:pt idx="18298">
                  <c:v>2.0134015186479419</c:v>
                </c:pt>
                <c:pt idx="18299">
                  <c:v>2.0115215874376386</c:v>
                </c:pt>
                <c:pt idx="18300">
                  <c:v>2.0113096415463398</c:v>
                </c:pt>
                <c:pt idx="18301">
                  <c:v>2.010255571306125</c:v>
                </c:pt>
                <c:pt idx="18302">
                  <c:v>2.0090864486494802</c:v>
                </c:pt>
                <c:pt idx="18303">
                  <c:v>2.0102486483813542</c:v>
                </c:pt>
                <c:pt idx="18304">
                  <c:v>2.0125425540098019</c:v>
                </c:pt>
                <c:pt idx="18305">
                  <c:v>2.013942385881629</c:v>
                </c:pt>
                <c:pt idx="18306">
                  <c:v>2.0144380343289159</c:v>
                </c:pt>
                <c:pt idx="18307">
                  <c:v>2.0157474286279422</c:v>
                </c:pt>
                <c:pt idx="18308">
                  <c:v>2.017147837410167</c:v>
                </c:pt>
                <c:pt idx="18309">
                  <c:v>2.0167217753455966</c:v>
                </c:pt>
                <c:pt idx="18310">
                  <c:v>2.0159859398694535</c:v>
                </c:pt>
                <c:pt idx="18311">
                  <c:v>2.0148727500494497</c:v>
                </c:pt>
                <c:pt idx="18312">
                  <c:v>2.0139528801564799</c:v>
                </c:pt>
                <c:pt idx="18313">
                  <c:v>2.0145297905540538</c:v>
                </c:pt>
                <c:pt idx="18314">
                  <c:v>2.015094338585965</c:v>
                </c:pt>
                <c:pt idx="18315">
                  <c:v>2.0138584591547439</c:v>
                </c:pt>
                <c:pt idx="18316">
                  <c:v>2.0128172732467418</c:v>
                </c:pt>
                <c:pt idx="18317">
                  <c:v>2.0113400254939453</c:v>
                </c:pt>
                <c:pt idx="18318">
                  <c:v>2.0109297597854994</c:v>
                </c:pt>
                <c:pt idx="18319">
                  <c:v>2.012407886639854</c:v>
                </c:pt>
                <c:pt idx="18320">
                  <c:v>2.013935820091866</c:v>
                </c:pt>
                <c:pt idx="18321">
                  <c:v>2.0144611107448189</c:v>
                </c:pt>
                <c:pt idx="18322">
                  <c:v>2.0141660073404979</c:v>
                </c:pt>
                <c:pt idx="18323">
                  <c:v>2.0155916902925211</c:v>
                </c:pt>
                <c:pt idx="18324">
                  <c:v>2.0170523724753302</c:v>
                </c:pt>
                <c:pt idx="18325">
                  <c:v>2.0165259005296585</c:v>
                </c:pt>
                <c:pt idx="18326">
                  <c:v>2.0144486110195379</c:v>
                </c:pt>
                <c:pt idx="18327">
                  <c:v>2.0126431012505219</c:v>
                </c:pt>
                <c:pt idx="18328">
                  <c:v>2.0111362662359067</c:v>
                </c:pt>
                <c:pt idx="18329">
                  <c:v>2.0104894123206085</c:v>
                </c:pt>
                <c:pt idx="18330">
                  <c:v>2.0112713182127866</c:v>
                </c:pt>
                <c:pt idx="18331">
                  <c:v>2.0135745642952902</c:v>
                </c:pt>
                <c:pt idx="18332">
                  <c:v>2.0136319256719633</c:v>
                </c:pt>
                <c:pt idx="18333">
                  <c:v>2.0125918386409092</c:v>
                </c:pt>
                <c:pt idx="18334">
                  <c:v>2.0125043405639436</c:v>
                </c:pt>
                <c:pt idx="18335">
                  <c:v>2.013969583086086</c:v>
                </c:pt>
                <c:pt idx="18336">
                  <c:v>2.0146870673172019</c:v>
                </c:pt>
                <c:pt idx="18337">
                  <c:v>2.0139421661062396</c:v>
                </c:pt>
                <c:pt idx="18338">
                  <c:v>2.0142044405617461</c:v>
                </c:pt>
                <c:pt idx="18339">
                  <c:v>2.0156921276455462</c:v>
                </c:pt>
                <c:pt idx="18340">
                  <c:v>2.0150862068965516</c:v>
                </c:pt>
                <c:pt idx="18341">
                  <c:v>2.0141982593789147</c:v>
                </c:pt>
                <c:pt idx="18342">
                  <c:v>2.0136783806949299</c:v>
                </c:pt>
                <c:pt idx="18343">
                  <c:v>2.01352198303334</c:v>
                </c:pt>
                <c:pt idx="18344">
                  <c:v>2.0134968187512361</c:v>
                </c:pt>
                <c:pt idx="18345">
                  <c:v>2.0133814366717213</c:v>
                </c:pt>
                <c:pt idx="18346">
                  <c:v>2.0138770851190082</c:v>
                </c:pt>
                <c:pt idx="18347">
                  <c:v>2.014739291444144</c:v>
                </c:pt>
                <c:pt idx="18348">
                  <c:v>2.0160294004527373</c:v>
                </c:pt>
                <c:pt idx="18349">
                  <c:v>2.0179393584756378</c:v>
                </c:pt>
                <c:pt idx="18350">
                  <c:v>2.018296191292499</c:v>
                </c:pt>
                <c:pt idx="18351">
                  <c:v>2.0167165831520188</c:v>
                </c:pt>
                <c:pt idx="18352">
                  <c:v>2.0135021208325092</c:v>
                </c:pt>
                <c:pt idx="18353">
                  <c:v>2.0121148711017338</c:v>
                </c:pt>
                <c:pt idx="18354">
                  <c:v>2.0129069416056788</c:v>
                </c:pt>
                <c:pt idx="18355">
                  <c:v>2.013445116590844</c:v>
                </c:pt>
                <c:pt idx="18356">
                  <c:v>2.0137562635986024</c:v>
                </c:pt>
                <c:pt idx="18357">
                  <c:v>2.0141816388650797</c:v>
                </c:pt>
                <c:pt idx="18358">
                  <c:v>2.0142884497044022</c:v>
                </c:pt>
                <c:pt idx="18359">
                  <c:v>2.0140553504318586</c:v>
                </c:pt>
                <c:pt idx="18360">
                  <c:v>2.0153733709149249</c:v>
                </c:pt>
                <c:pt idx="18361">
                  <c:v>2.0159928627942243</c:v>
                </c:pt>
                <c:pt idx="18362">
                  <c:v>2.0154633139930991</c:v>
                </c:pt>
                <c:pt idx="18363">
                  <c:v>2.014926045581416</c:v>
                </c:pt>
                <c:pt idx="18364">
                  <c:v>2.0134865167798508</c:v>
                </c:pt>
                <c:pt idx="18365">
                  <c:v>2.0110894266060089</c:v>
                </c:pt>
                <c:pt idx="18366">
                  <c:v>2.0110855805366916</c:v>
                </c:pt>
                <c:pt idx="18367">
                  <c:v>2.0115515043625414</c:v>
                </c:pt>
                <c:pt idx="18368">
                  <c:v>2.0117675435704712</c:v>
                </c:pt>
                <c:pt idx="18369">
                  <c:v>2.0133017955649328</c:v>
                </c:pt>
                <c:pt idx="18370">
                  <c:v>2.0144550119777587</c:v>
                </c:pt>
                <c:pt idx="18371">
                  <c:v>2.0136595074833519</c:v>
                </c:pt>
                <c:pt idx="18372">
                  <c:v>2.0126956000967011</c:v>
                </c:pt>
                <c:pt idx="18373">
                  <c:v>2.0136775290652951</c:v>
                </c:pt>
                <c:pt idx="18374">
                  <c:v>2.0125473341245246</c:v>
                </c:pt>
                <c:pt idx="18375">
                  <c:v>2.0103183171798422</c:v>
                </c:pt>
                <c:pt idx="18376">
                  <c:v>2.0107377859827258</c:v>
                </c:pt>
                <c:pt idx="18377">
                  <c:v>2.0113737610162414</c:v>
                </c:pt>
                <c:pt idx="18378">
                  <c:v>2.0107868233665194</c:v>
                </c:pt>
                <c:pt idx="18379">
                  <c:v>2.0098240148568163</c:v>
                </c:pt>
                <c:pt idx="18380">
                  <c:v>2.0091145524274192</c:v>
                </c:pt>
                <c:pt idx="18381">
                  <c:v>2.0088629096063824</c:v>
                </c:pt>
                <c:pt idx="18382">
                  <c:v>2.0092384782752029</c:v>
                </c:pt>
                <c:pt idx="18383">
                  <c:v>2.0090946902265885</c:v>
                </c:pt>
                <c:pt idx="18384">
                  <c:v>2.0095067141381509</c:v>
                </c:pt>
                <c:pt idx="18385">
                  <c:v>2.0104709237159621</c:v>
                </c:pt>
                <c:pt idx="18386">
                  <c:v>2.0121429199358256</c:v>
                </c:pt>
                <c:pt idx="18387">
                  <c:v>2.0128241412276653</c:v>
                </c:pt>
                <c:pt idx="18388">
                  <c:v>2.0125318124876377</c:v>
                </c:pt>
                <c:pt idx="18389">
                  <c:v>2.0121541834245402</c:v>
                </c:pt>
                <c:pt idx="18390">
                  <c:v>2.0116943858376737</c:v>
                </c:pt>
                <c:pt idx="18391">
                  <c:v>2.011191814465616</c:v>
                </c:pt>
                <c:pt idx="18392">
                  <c:v>2.0109050899980221</c:v>
                </c:pt>
                <c:pt idx="18393">
                  <c:v>2.0116877101602162</c:v>
                </c:pt>
                <c:pt idx="18394">
                  <c:v>2.0129205402079076</c:v>
                </c:pt>
                <c:pt idx="18395">
                  <c:v>2.0143137788180479</c:v>
                </c:pt>
                <c:pt idx="18396">
                  <c:v>2.0156224588470582</c:v>
                </c:pt>
                <c:pt idx="18397">
                  <c:v>2.0143805081207007</c:v>
                </c:pt>
                <c:pt idx="18398">
                  <c:v>2.0109823135755258</c:v>
                </c:pt>
                <c:pt idx="18399">
                  <c:v>2.0093102349398912</c:v>
                </c:pt>
                <c:pt idx="18400">
                  <c:v>2.0108982220170986</c:v>
                </c:pt>
                <c:pt idx="18401">
                  <c:v>2.0124074745609986</c:v>
                </c:pt>
                <c:pt idx="18402">
                  <c:v>2.0141408980022417</c:v>
                </c:pt>
                <c:pt idx="18403">
                  <c:v>2.0162295334168481</c:v>
                </c:pt>
                <c:pt idx="18404">
                  <c:v>2.0161589855168018</c:v>
                </c:pt>
                <c:pt idx="18405">
                  <c:v>2.0141727929056503</c:v>
                </c:pt>
                <c:pt idx="18406">
                  <c:v>2.0124889013428278</c:v>
                </c:pt>
                <c:pt idx="18407">
                  <c:v>2.0119075679655394</c:v>
                </c:pt>
                <c:pt idx="18408">
                  <c:v>2.0113892826531283</c:v>
                </c:pt>
                <c:pt idx="18409">
                  <c:v>2.0116458704204305</c:v>
                </c:pt>
                <c:pt idx="18410">
                  <c:v>2.0123359926155469</c:v>
                </c:pt>
                <c:pt idx="18411">
                  <c:v>2.0128807883343223</c:v>
                </c:pt>
                <c:pt idx="18412">
                  <c:v>2.0119760554713082</c:v>
                </c:pt>
                <c:pt idx="18413">
                  <c:v>2.0116317773235752</c:v>
                </c:pt>
                <c:pt idx="18414">
                  <c:v>2.0123289048592339</c:v>
                </c:pt>
                <c:pt idx="18415">
                  <c:v>2.0140685644271556</c:v>
                </c:pt>
                <c:pt idx="18416">
                  <c:v>2.0151429089470563</c:v>
                </c:pt>
                <c:pt idx="18417">
                  <c:v>2.0146225907122921</c:v>
                </c:pt>
                <c:pt idx="18418">
                  <c:v>2.0145276752159291</c:v>
                </c:pt>
                <c:pt idx="18419">
                  <c:v>2.0155579547702249</c:v>
                </c:pt>
                <c:pt idx="18420">
                  <c:v>2.0153476022504999</c:v>
                </c:pt>
                <c:pt idx="18421">
                  <c:v>2.0155783938814533</c:v>
                </c:pt>
                <c:pt idx="18422">
                  <c:v>2.0168688325531305</c:v>
                </c:pt>
                <c:pt idx="18423">
                  <c:v>2.0174587096986878</c:v>
                </c:pt>
                <c:pt idx="18424">
                  <c:v>2.0171341014483199</c:v>
                </c:pt>
                <c:pt idx="18425">
                  <c:v>2.0152194731983912</c:v>
                </c:pt>
                <c:pt idx="18426">
                  <c:v>2.0135089063976617</c:v>
                </c:pt>
                <c:pt idx="18427">
                  <c:v>2.0129477374123645</c:v>
                </c:pt>
                <c:pt idx="18428">
                  <c:v>2.0141155414166723</c:v>
                </c:pt>
                <c:pt idx="18429">
                  <c:v>2.0152106272389618</c:v>
                </c:pt>
                <c:pt idx="18430">
                  <c:v>2.0153490033186086</c:v>
                </c:pt>
                <c:pt idx="18431">
                  <c:v>2.0161032449836269</c:v>
                </c:pt>
                <c:pt idx="18432">
                  <c:v>2.0159243478165316</c:v>
                </c:pt>
                <c:pt idx="18433">
                  <c:v>2.0147085228896069</c:v>
                </c:pt>
                <c:pt idx="18434">
                  <c:v>2.0144099854948241</c:v>
                </c:pt>
                <c:pt idx="18435">
                  <c:v>2.0131458374541218</c:v>
                </c:pt>
                <c:pt idx="18436">
                  <c:v>2.0129438363992</c:v>
                </c:pt>
                <c:pt idx="18437">
                  <c:v>2.0131746005582296</c:v>
                </c:pt>
                <c:pt idx="18438">
                  <c:v>2.0138933759697588</c:v>
                </c:pt>
                <c:pt idx="18439">
                  <c:v>2.0139745555042747</c:v>
                </c:pt>
                <c:pt idx="18440">
                  <c:v>2.0138305202083471</c:v>
                </c:pt>
                <c:pt idx="18441">
                  <c:v>2.0136533537724444</c:v>
                </c:pt>
                <c:pt idx="18442">
                  <c:v>2.0151209588800247</c:v>
                </c:pt>
                <c:pt idx="18443">
                  <c:v>2.0173505802070286</c:v>
                </c:pt>
                <c:pt idx="18444">
                  <c:v>2.0188756016351288</c:v>
                </c:pt>
                <c:pt idx="18445">
                  <c:v>2.0186933803652667</c:v>
                </c:pt>
                <c:pt idx="18446">
                  <c:v>2.0175263455748227</c:v>
                </c:pt>
                <c:pt idx="18447">
                  <c:v>2.0177229346607768</c:v>
                </c:pt>
                <c:pt idx="18448">
                  <c:v>2.0174148919803963</c:v>
                </c:pt>
                <c:pt idx="18449">
                  <c:v>2.0161961000857125</c:v>
                </c:pt>
                <c:pt idx="18450">
                  <c:v>2.0145775917012814</c:v>
                </c:pt>
                <c:pt idx="18451">
                  <c:v>2.0133017406210851</c:v>
                </c:pt>
                <c:pt idx="18452">
                  <c:v>2.0123072295114395</c:v>
                </c:pt>
                <c:pt idx="18453">
                  <c:v>2.013846426452166</c:v>
                </c:pt>
                <c:pt idx="18454">
                  <c:v>2.0152410386584911</c:v>
                </c:pt>
                <c:pt idx="18455">
                  <c:v>2.0145809158040482</c:v>
                </c:pt>
                <c:pt idx="18456">
                  <c:v>2.0116898254983409</c:v>
                </c:pt>
                <c:pt idx="18457">
                  <c:v>2.0100829377376321</c:v>
                </c:pt>
                <c:pt idx="18458">
                  <c:v>2.0109773961011848</c:v>
                </c:pt>
                <c:pt idx="18459">
                  <c:v>2.0128627118085318</c:v>
                </c:pt>
                <c:pt idx="18460">
                  <c:v>2.0137957956967978</c:v>
                </c:pt>
                <c:pt idx="18461">
                  <c:v>2.0126943089162874</c:v>
                </c:pt>
                <c:pt idx="18462">
                  <c:v>2.0125336256346014</c:v>
                </c:pt>
                <c:pt idx="18463">
                  <c:v>2.0141294147381377</c:v>
                </c:pt>
                <c:pt idx="18464">
                  <c:v>2.0138923869805061</c:v>
                </c:pt>
                <c:pt idx="18465">
                  <c:v>2.0127036493703434</c:v>
                </c:pt>
                <c:pt idx="18466">
                  <c:v>2.0119316883145424</c:v>
                </c:pt>
                <c:pt idx="18467">
                  <c:v>2.0109630008131689</c:v>
                </c:pt>
                <c:pt idx="18468">
                  <c:v>2.0116345519878682</c:v>
                </c:pt>
                <c:pt idx="18469">
                  <c:v>2.0127863398606625</c:v>
                </c:pt>
                <c:pt idx="18470">
                  <c:v>2.0145218786400299</c:v>
                </c:pt>
                <c:pt idx="18471">
                  <c:v>2.0151682105887785</c:v>
                </c:pt>
                <c:pt idx="18472">
                  <c:v>2.014245099008813</c:v>
                </c:pt>
                <c:pt idx="18473">
                  <c:v>2.0138364266719413</c:v>
                </c:pt>
                <c:pt idx="18474">
                  <c:v>2.013535526691721</c:v>
                </c:pt>
                <c:pt idx="18475">
                  <c:v>2.0143789147491264</c:v>
                </c:pt>
                <c:pt idx="18476">
                  <c:v>2.0155857288850796</c:v>
                </c:pt>
                <c:pt idx="18477">
                  <c:v>2.0163226357662469</c:v>
                </c:pt>
                <c:pt idx="18478">
                  <c:v>2.0154781488318938</c:v>
                </c:pt>
                <c:pt idx="18479">
                  <c:v>2.0140448561570077</c:v>
                </c:pt>
                <c:pt idx="18480">
                  <c:v>2.0146859684402543</c:v>
                </c:pt>
                <c:pt idx="18481">
                  <c:v>2.015483533328938</c:v>
                </c:pt>
                <c:pt idx="18482">
                  <c:v>2.0148509373420365</c:v>
                </c:pt>
                <c:pt idx="18483">
                  <c:v>2.0139838959583307</c:v>
                </c:pt>
                <c:pt idx="18484">
                  <c:v>2.0131413320586362</c:v>
                </c:pt>
                <c:pt idx="18485">
                  <c:v>2.013173913760137</c:v>
                </c:pt>
                <c:pt idx="18486">
                  <c:v>2.0145088294762754</c:v>
                </c:pt>
                <c:pt idx="18487">
                  <c:v>2.0143431463044768</c:v>
                </c:pt>
                <c:pt idx="18488">
                  <c:v>2.0124914287598075</c:v>
                </c:pt>
                <c:pt idx="18489">
                  <c:v>2.0101383760796465</c:v>
                </c:pt>
                <c:pt idx="18490">
                  <c:v>2.0089074415946904</c:v>
                </c:pt>
                <c:pt idx="18491">
                  <c:v>2.0100768389705719</c:v>
                </c:pt>
                <c:pt idx="18492">
                  <c:v>2.0112890376035693</c:v>
                </c:pt>
                <c:pt idx="18493">
                  <c:v>2.0126517549064857</c:v>
                </c:pt>
                <c:pt idx="18494">
                  <c:v>2.0132402035120109</c:v>
                </c:pt>
                <c:pt idx="18495">
                  <c:v>2.0122440715588668</c:v>
                </c:pt>
                <c:pt idx="18496">
                  <c:v>2.0114404628469704</c:v>
                </c:pt>
                <c:pt idx="18497">
                  <c:v>2.0124611821718204</c:v>
                </c:pt>
                <c:pt idx="18498">
                  <c:v>2.0118014439243095</c:v>
                </c:pt>
                <c:pt idx="18499">
                  <c:v>2.0101237335443178</c:v>
                </c:pt>
                <c:pt idx="18500">
                  <c:v>2.0100825256587767</c:v>
                </c:pt>
                <c:pt idx="18501">
                  <c:v>2.0106314696380299</c:v>
                </c:pt>
                <c:pt idx="18502">
                  <c:v>2.0117388079382872</c:v>
                </c:pt>
                <c:pt idx="18503">
                  <c:v>2.0125770862178851</c:v>
                </c:pt>
                <c:pt idx="18504">
                  <c:v>2.0131885837673895</c:v>
                </c:pt>
                <c:pt idx="18505">
                  <c:v>2.0136228324652206</c:v>
                </c:pt>
                <c:pt idx="18506">
                  <c:v>2.0124639018922661</c:v>
                </c:pt>
                <c:pt idx="18507">
                  <c:v>2.0133647337421157</c:v>
                </c:pt>
                <c:pt idx="18508">
                  <c:v>2.015329113645854</c:v>
                </c:pt>
                <c:pt idx="18509">
                  <c:v>2.0143288883760797</c:v>
                </c:pt>
                <c:pt idx="18510">
                  <c:v>2.0136073383002571</c:v>
                </c:pt>
                <c:pt idx="18511">
                  <c:v>2.0141984791543042</c:v>
                </c:pt>
                <c:pt idx="18512">
                  <c:v>2.0135107195446253</c:v>
                </c:pt>
                <c:pt idx="18513">
                  <c:v>2.0127547196764906</c:v>
                </c:pt>
                <c:pt idx="18514">
                  <c:v>2.0131665512845873</c:v>
                </c:pt>
                <c:pt idx="18515">
                  <c:v>2.0135054724071999</c:v>
                </c:pt>
                <c:pt idx="18516">
                  <c:v>2.0129088921122613</c:v>
                </c:pt>
                <c:pt idx="18517">
                  <c:v>2.0125110437133249</c:v>
                </c:pt>
                <c:pt idx="18518">
                  <c:v>2.0129226280741084</c:v>
                </c:pt>
                <c:pt idx="18519">
                  <c:v>2.0128300476912595</c:v>
                </c:pt>
                <c:pt idx="18520">
                  <c:v>2.0130615810641523</c:v>
                </c:pt>
                <c:pt idx="18521">
                  <c:v>2.0143824036834355</c:v>
                </c:pt>
                <c:pt idx="18522">
                  <c:v>2.0150134062987628</c:v>
                </c:pt>
                <c:pt idx="18523">
                  <c:v>2.0149248642886968</c:v>
                </c:pt>
                <c:pt idx="18524">
                  <c:v>2.0140677677413685</c:v>
                </c:pt>
                <c:pt idx="18525">
                  <c:v>2.0135953605415264</c:v>
                </c:pt>
                <c:pt idx="18526">
                  <c:v>2.0142562251379093</c:v>
                </c:pt>
                <c:pt idx="18527">
                  <c:v>2.0136440407903122</c:v>
                </c:pt>
                <c:pt idx="18528">
                  <c:v>2.0118307015230434</c:v>
                </c:pt>
                <c:pt idx="18529">
                  <c:v>2.0118161963473331</c:v>
                </c:pt>
                <c:pt idx="18530">
                  <c:v>2.013849008812993</c:v>
                </c:pt>
                <c:pt idx="18531">
                  <c:v>2.0153165589767257</c:v>
                </c:pt>
                <c:pt idx="18532">
                  <c:v>2.0153539757367969</c:v>
                </c:pt>
                <c:pt idx="18533">
                  <c:v>2.0163000813168943</c:v>
                </c:pt>
                <c:pt idx="18534">
                  <c:v>2.0170500098898927</c:v>
                </c:pt>
                <c:pt idx="18535">
                  <c:v>2.0169953957055888</c:v>
                </c:pt>
                <c:pt idx="18536">
                  <c:v>2.0183926726885124</c:v>
                </c:pt>
                <c:pt idx="18537">
                  <c:v>2.0178269983077297</c:v>
                </c:pt>
                <c:pt idx="18538">
                  <c:v>2.0146729742203466</c:v>
                </c:pt>
                <c:pt idx="18539">
                  <c:v>2.0126509307487748</c:v>
                </c:pt>
                <c:pt idx="18540">
                  <c:v>2.0130211698643987</c:v>
                </c:pt>
                <c:pt idx="18541">
                  <c:v>2.0147721753368057</c:v>
                </c:pt>
                <c:pt idx="18542">
                  <c:v>2.0156235027801586</c:v>
                </c:pt>
                <c:pt idx="18543">
                  <c:v>2.0171222061053604</c:v>
                </c:pt>
                <c:pt idx="18544">
                  <c:v>2.0185759378914749</c:v>
                </c:pt>
                <c:pt idx="18545">
                  <c:v>2.0195427298301136</c:v>
                </c:pt>
                <c:pt idx="18546">
                  <c:v>2.0191552383464098</c:v>
                </c:pt>
                <c:pt idx="18547">
                  <c:v>2.0174337651919738</c:v>
                </c:pt>
                <c:pt idx="18548">
                  <c:v>2.0148772279730114</c:v>
                </c:pt>
                <c:pt idx="18549">
                  <c:v>2.0134553636183821</c:v>
                </c:pt>
                <c:pt idx="18550">
                  <c:v>2.0126420573174215</c:v>
                </c:pt>
                <c:pt idx="18551">
                  <c:v>2.0135753335091535</c:v>
                </c:pt>
                <c:pt idx="18552">
                  <c:v>2.0133117404013099</c:v>
                </c:pt>
                <c:pt idx="18553">
                  <c:v>2.0118697116546889</c:v>
                </c:pt>
                <c:pt idx="18554">
                  <c:v>2.0120008351464804</c:v>
                </c:pt>
                <c:pt idx="18555">
                  <c:v>2.011863942550713</c:v>
                </c:pt>
                <c:pt idx="18556">
                  <c:v>2.0118403991121072</c:v>
                </c:pt>
                <c:pt idx="18557">
                  <c:v>2.0122585492626537</c:v>
                </c:pt>
                <c:pt idx="18558">
                  <c:v>2.0117460330542185</c:v>
                </c:pt>
                <c:pt idx="18559">
                  <c:v>2.0114480725698338</c:v>
                </c:pt>
                <c:pt idx="18560">
                  <c:v>2.0133421792927626</c:v>
                </c:pt>
                <c:pt idx="18561">
                  <c:v>2.0150266752379067</c:v>
                </c:pt>
                <c:pt idx="18562">
                  <c:v>2.0146080305927341</c:v>
                </c:pt>
                <c:pt idx="18563">
                  <c:v>2.0129367211709632</c:v>
                </c:pt>
                <c:pt idx="18564">
                  <c:v>2.0127558734972859</c:v>
                </c:pt>
                <c:pt idx="18565">
                  <c:v>2.0129512263466736</c:v>
                </c:pt>
                <c:pt idx="18566">
                  <c:v>2.0119389958462452</c:v>
                </c:pt>
                <c:pt idx="18567">
                  <c:v>2.0123144820992946</c:v>
                </c:pt>
                <c:pt idx="18568">
                  <c:v>2.0131979516933693</c:v>
                </c:pt>
                <c:pt idx="18569">
                  <c:v>2.0127782905870202</c:v>
                </c:pt>
                <c:pt idx="18570">
                  <c:v>2.0128939748576955</c:v>
                </c:pt>
                <c:pt idx="18571">
                  <c:v>2.0122637964000791</c:v>
                </c:pt>
                <c:pt idx="18572">
                  <c:v>2.012041246346234</c:v>
                </c:pt>
                <c:pt idx="18573">
                  <c:v>2.0125570591855122</c:v>
                </c:pt>
                <c:pt idx="18574">
                  <c:v>2.0119531713588712</c:v>
                </c:pt>
                <c:pt idx="18575">
                  <c:v>2.0117202094459463</c:v>
                </c:pt>
                <c:pt idx="18576">
                  <c:v>2.0125626909298697</c:v>
                </c:pt>
                <c:pt idx="18577">
                  <c:v>2.0124448913210697</c:v>
                </c:pt>
                <c:pt idx="18578">
                  <c:v>2.0123482176215908</c:v>
                </c:pt>
                <c:pt idx="18579">
                  <c:v>2.0124927199402212</c:v>
                </c:pt>
                <c:pt idx="18580">
                  <c:v>2.0127762851365905</c:v>
                </c:pt>
                <c:pt idx="18581">
                  <c:v>2.0145584162985428</c:v>
                </c:pt>
                <c:pt idx="18582">
                  <c:v>2.0141471890727676</c:v>
                </c:pt>
                <c:pt idx="18583">
                  <c:v>2.0150679105953717</c:v>
                </c:pt>
                <c:pt idx="18584">
                  <c:v>2.0160392903452671</c:v>
                </c:pt>
                <c:pt idx="18585">
                  <c:v>2.0156718258939366</c:v>
                </c:pt>
                <c:pt idx="18586">
                  <c:v>2.0150956022944553</c:v>
                </c:pt>
                <c:pt idx="18587">
                  <c:v>2.015195709984396</c:v>
                </c:pt>
                <c:pt idx="18588">
                  <c:v>2.0141921056680072</c:v>
                </c:pt>
                <c:pt idx="18589">
                  <c:v>2.0131697380277358</c:v>
                </c:pt>
                <c:pt idx="18590">
                  <c:v>2.0134398969253424</c:v>
                </c:pt>
                <c:pt idx="18591">
                  <c:v>2.0149229961978858</c:v>
                </c:pt>
                <c:pt idx="18592">
                  <c:v>2.0141501560405266</c:v>
                </c:pt>
                <c:pt idx="18593">
                  <c:v>2.0138257950374716</c:v>
                </c:pt>
                <c:pt idx="18594">
                  <c:v>2.0136473374211556</c:v>
                </c:pt>
                <c:pt idx="18595">
                  <c:v>2.0133116305136149</c:v>
                </c:pt>
                <c:pt idx="18596">
                  <c:v>2.0145564657919608</c:v>
                </c:pt>
                <c:pt idx="18597">
                  <c:v>2.0151916990835366</c:v>
                </c:pt>
                <c:pt idx="18598">
                  <c:v>2.015354250456034</c:v>
                </c:pt>
                <c:pt idx="18599">
                  <c:v>2.0153934254192216</c:v>
                </c:pt>
                <c:pt idx="18600">
                  <c:v>2.016267609503088</c:v>
                </c:pt>
                <c:pt idx="18601">
                  <c:v>2.0165119997362697</c:v>
                </c:pt>
                <c:pt idx="18602">
                  <c:v>2.0137959880002638</c:v>
                </c:pt>
                <c:pt idx="18603">
                  <c:v>2.0113128832333356</c:v>
                </c:pt>
                <c:pt idx="18604">
                  <c:v>2.0109721214918355</c:v>
                </c:pt>
                <c:pt idx="18605">
                  <c:v>2.0114212599723085</c:v>
                </c:pt>
                <c:pt idx="18606">
                  <c:v>2.0106832267422692</c:v>
                </c:pt>
                <c:pt idx="18607">
                  <c:v>2.0099485725588448</c:v>
                </c:pt>
                <c:pt idx="18608">
                  <c:v>2.009781680622404</c:v>
                </c:pt>
                <c:pt idx="18609">
                  <c:v>2.0102954055954814</c:v>
                </c:pt>
                <c:pt idx="18610">
                  <c:v>2.0109470121535789</c:v>
                </c:pt>
                <c:pt idx="18611">
                  <c:v>2.0105964154633966</c:v>
                </c:pt>
                <c:pt idx="18612">
                  <c:v>2.0106218544647372</c:v>
                </c:pt>
                <c:pt idx="18613">
                  <c:v>2.012535740972726</c:v>
                </c:pt>
                <c:pt idx="18614">
                  <c:v>2.0143795740752952</c:v>
                </c:pt>
                <c:pt idx="18615">
                  <c:v>2.0131901771389642</c:v>
                </c:pt>
                <c:pt idx="18616">
                  <c:v>2.0116217225995032</c:v>
                </c:pt>
                <c:pt idx="18617">
                  <c:v>2.0088127733456407</c:v>
                </c:pt>
                <c:pt idx="18618">
                  <c:v>2.0085971462165668</c:v>
                </c:pt>
                <c:pt idx="18619">
                  <c:v>2.0103328498274764</c:v>
                </c:pt>
                <c:pt idx="18620">
                  <c:v>2.0113295861629417</c:v>
                </c:pt>
                <c:pt idx="18621">
                  <c:v>2.0107406430627899</c:v>
                </c:pt>
                <c:pt idx="18622">
                  <c:v>2.0104869673193995</c:v>
                </c:pt>
                <c:pt idx="18623">
                  <c:v>2.0116762268961121</c:v>
                </c:pt>
                <c:pt idx="18624">
                  <c:v>2.0116408980022418</c:v>
                </c:pt>
                <c:pt idx="18625">
                  <c:v>2.0101338981560843</c:v>
                </c:pt>
                <c:pt idx="18626">
                  <c:v>2.0099051669194083</c:v>
                </c:pt>
                <c:pt idx="18627">
                  <c:v>2.0103879585064064</c:v>
                </c:pt>
                <c:pt idx="18628">
                  <c:v>2.0128227676314805</c:v>
                </c:pt>
                <c:pt idx="18629">
                  <c:v>2.0141137832135558</c:v>
                </c:pt>
                <c:pt idx="18630">
                  <c:v>2.0134083316850178</c:v>
                </c:pt>
                <c:pt idx="18631">
                  <c:v>2.0134505835036594</c:v>
                </c:pt>
                <c:pt idx="18632">
                  <c:v>2.0138738159600886</c:v>
                </c:pt>
                <c:pt idx="18633">
                  <c:v>2.0143503714204085</c:v>
                </c:pt>
                <c:pt idx="18634">
                  <c:v>2.0161326948858265</c:v>
                </c:pt>
                <c:pt idx="18635">
                  <c:v>2.0155638612338191</c:v>
                </c:pt>
                <c:pt idx="18636">
                  <c:v>2.0146046240741962</c:v>
                </c:pt>
                <c:pt idx="18637">
                  <c:v>2.015302438407947</c:v>
                </c:pt>
                <c:pt idx="18638">
                  <c:v>2.0160985198127515</c:v>
                </c:pt>
                <c:pt idx="18639">
                  <c:v>2.0155619656710844</c:v>
                </c:pt>
                <c:pt idx="18640">
                  <c:v>2.0145063020592953</c:v>
                </c:pt>
                <c:pt idx="18641">
                  <c:v>2.0136311015142523</c:v>
                </c:pt>
                <c:pt idx="18642">
                  <c:v>2.0150801356014152</c:v>
                </c:pt>
                <c:pt idx="18643">
                  <c:v>2.0163726346673698</c:v>
                </c:pt>
                <c:pt idx="18644">
                  <c:v>2.0142294674842312</c:v>
                </c:pt>
                <c:pt idx="18645">
                  <c:v>2.0121950616469966</c:v>
                </c:pt>
                <c:pt idx="18646">
                  <c:v>2.0125994483637721</c:v>
                </c:pt>
                <c:pt idx="18647">
                  <c:v>2.0110823663216193</c:v>
                </c:pt>
                <c:pt idx="18648">
                  <c:v>2.0109983571789631</c:v>
                </c:pt>
                <c:pt idx="18649">
                  <c:v>2.0107617964440343</c:v>
                </c:pt>
                <c:pt idx="18650">
                  <c:v>2.0105512516208437</c:v>
                </c:pt>
                <c:pt idx="18651">
                  <c:v>2.0110473121469856</c:v>
                </c:pt>
                <c:pt idx="18652">
                  <c:v>2.011367167754555</c:v>
                </c:pt>
                <c:pt idx="18653">
                  <c:v>2.0126855179007053</c:v>
                </c:pt>
                <c:pt idx="18654">
                  <c:v>2.0134590448561571</c:v>
                </c:pt>
                <c:pt idx="18655">
                  <c:v>2.013367838069493</c:v>
                </c:pt>
                <c:pt idx="18656">
                  <c:v>2.0135945089118921</c:v>
                </c:pt>
                <c:pt idx="18657">
                  <c:v>2.013013422781917</c:v>
                </c:pt>
                <c:pt idx="18658">
                  <c:v>2.0118822388518933</c:v>
                </c:pt>
                <c:pt idx="18659">
                  <c:v>2.0120603942770487</c:v>
                </c:pt>
                <c:pt idx="18660">
                  <c:v>2.0126259862420608</c:v>
                </c:pt>
                <c:pt idx="18661">
                  <c:v>2.0144733357508624</c:v>
                </c:pt>
                <c:pt idx="18662">
                  <c:v>2.0163359047053913</c:v>
                </c:pt>
                <c:pt idx="18663">
                  <c:v>2.0166476835673941</c:v>
                </c:pt>
                <c:pt idx="18664">
                  <c:v>2.0165309553636184</c:v>
                </c:pt>
                <c:pt idx="18665">
                  <c:v>2.0159420122634666</c:v>
                </c:pt>
                <c:pt idx="18666">
                  <c:v>2.0152274675281863</c:v>
                </c:pt>
                <c:pt idx="18667">
                  <c:v>2.0149344245181426</c:v>
                </c:pt>
                <c:pt idx="18668">
                  <c:v>2.0147141271620406</c:v>
                </c:pt>
                <c:pt idx="18669">
                  <c:v>2.0148130810311859</c:v>
                </c:pt>
                <c:pt idx="18670">
                  <c:v>2.015053487835432</c:v>
                </c:pt>
                <c:pt idx="18671">
                  <c:v>2.0147756642711148</c:v>
                </c:pt>
                <c:pt idx="18672">
                  <c:v>2.0134358310806357</c:v>
                </c:pt>
                <c:pt idx="18673">
                  <c:v>2.0140337025559876</c:v>
                </c:pt>
                <c:pt idx="18674">
                  <c:v>2.0142223247840705</c:v>
                </c:pt>
                <c:pt idx="18675">
                  <c:v>2.0116136458539371</c:v>
                </c:pt>
                <c:pt idx="18676">
                  <c:v>2.0099441770510538</c:v>
                </c:pt>
                <c:pt idx="18677">
                  <c:v>2.0121441287004682</c:v>
                </c:pt>
                <c:pt idx="18678">
                  <c:v>2.0149145623173119</c:v>
                </c:pt>
                <c:pt idx="18679">
                  <c:v>2.0141039757367971</c:v>
                </c:pt>
                <c:pt idx="18680">
                  <c:v>2.013756455902068</c:v>
                </c:pt>
                <c:pt idx="18681">
                  <c:v>2.0142346871497332</c:v>
                </c:pt>
                <c:pt idx="18682">
                  <c:v>2.0139573855519659</c:v>
                </c:pt>
                <c:pt idx="18683">
                  <c:v>2.0141847431924571</c:v>
                </c:pt>
                <c:pt idx="18684">
                  <c:v>2.0141996604470229</c:v>
                </c:pt>
                <c:pt idx="18685">
                  <c:v>2.0135879156502057</c:v>
                </c:pt>
                <c:pt idx="18686">
                  <c:v>2.0135193182567415</c:v>
                </c:pt>
                <c:pt idx="18687">
                  <c:v>2.0142523241247443</c:v>
                </c:pt>
                <c:pt idx="18688">
                  <c:v>2.015832646535241</c:v>
                </c:pt>
                <c:pt idx="18689">
                  <c:v>2.0165024944506715</c:v>
                </c:pt>
                <c:pt idx="18690">
                  <c:v>2.0157936364035955</c:v>
                </c:pt>
                <c:pt idx="18691">
                  <c:v>2.0147680820201752</c:v>
                </c:pt>
                <c:pt idx="18692">
                  <c:v>2.0162276927979605</c:v>
                </c:pt>
                <c:pt idx="18693">
                  <c:v>2.0172088525526912</c:v>
                </c:pt>
                <c:pt idx="18694">
                  <c:v>2.0163796400079117</c:v>
                </c:pt>
                <c:pt idx="18695">
                  <c:v>2.0128212841476012</c:v>
                </c:pt>
                <c:pt idx="18696">
                  <c:v>2.0113445583613547</c:v>
                </c:pt>
                <c:pt idx="18697">
                  <c:v>2.012239291444144</c:v>
                </c:pt>
                <c:pt idx="18698">
                  <c:v>2.0121787982681698</c:v>
                </c:pt>
                <c:pt idx="18699">
                  <c:v>2.011080580646579</c:v>
                </c:pt>
                <c:pt idx="18700">
                  <c:v>2.0111228599371445</c:v>
                </c:pt>
                <c:pt idx="18701">
                  <c:v>2.0119894068262236</c:v>
                </c:pt>
                <c:pt idx="18702">
                  <c:v>2.0125190105711961</c:v>
                </c:pt>
                <c:pt idx="18703">
                  <c:v>2.0129606766884245</c:v>
                </c:pt>
                <c:pt idx="18704">
                  <c:v>2.0110173677501595</c:v>
                </c:pt>
                <c:pt idx="18705">
                  <c:v>2.01050809322872</c:v>
                </c:pt>
                <c:pt idx="18706">
                  <c:v>2.0116630129008155</c:v>
                </c:pt>
                <c:pt idx="18707">
                  <c:v>2.0134271224808247</c:v>
                </c:pt>
                <c:pt idx="18708">
                  <c:v>2.0136776114810662</c:v>
                </c:pt>
                <c:pt idx="18709">
                  <c:v>2.0127941144150676</c:v>
                </c:pt>
                <c:pt idx="18710">
                  <c:v>2.0134972033581682</c:v>
                </c:pt>
                <c:pt idx="18711">
                  <c:v>2.0143883650908769</c:v>
                </c:pt>
                <c:pt idx="18712">
                  <c:v>2.0144542977077426</c:v>
                </c:pt>
                <c:pt idx="18713">
                  <c:v>2.0117080668556735</c:v>
                </c:pt>
                <c:pt idx="18714">
                  <c:v>2.0094274576382936</c:v>
                </c:pt>
                <c:pt idx="18715">
                  <c:v>2.0095430045493505</c:v>
                </c:pt>
                <c:pt idx="18716">
                  <c:v>2.0103278499373638</c:v>
                </c:pt>
                <c:pt idx="18717">
                  <c:v>2.0116343322124788</c:v>
                </c:pt>
                <c:pt idx="18718">
                  <c:v>2.0109580283949802</c:v>
                </c:pt>
                <c:pt idx="18719">
                  <c:v>2.0107042427638953</c:v>
                </c:pt>
                <c:pt idx="18720">
                  <c:v>2.0113334597041823</c:v>
                </c:pt>
                <c:pt idx="18721">
                  <c:v>2.0109192929825719</c:v>
                </c:pt>
                <c:pt idx="18722">
                  <c:v>2.010772840157359</c:v>
                </c:pt>
                <c:pt idx="18723">
                  <c:v>2.0094733357508625</c:v>
                </c:pt>
                <c:pt idx="18724">
                  <c:v>2.008668216083163</c:v>
                </c:pt>
                <c:pt idx="18725">
                  <c:v>2.0088233500362631</c:v>
                </c:pt>
                <c:pt idx="18726">
                  <c:v>2.0105102360387686</c:v>
                </c:pt>
                <c:pt idx="18727">
                  <c:v>2.0133088283773981</c:v>
                </c:pt>
                <c:pt idx="18728">
                  <c:v>2.013527202698842</c:v>
                </c:pt>
                <c:pt idx="18729">
                  <c:v>2.0109670941297995</c:v>
                </c:pt>
                <c:pt idx="18730">
                  <c:v>2.0088525526911498</c:v>
                </c:pt>
                <c:pt idx="18731">
                  <c:v>2.0086781059756929</c:v>
                </c:pt>
                <c:pt idx="18732">
                  <c:v>2.0094502868068833</c:v>
                </c:pt>
                <c:pt idx="18733">
                  <c:v>2.0104754016395243</c:v>
                </c:pt>
                <c:pt idx="18734">
                  <c:v>2.0130569657809718</c:v>
                </c:pt>
                <c:pt idx="18735">
                  <c:v>2.0137370881958638</c:v>
                </c:pt>
                <c:pt idx="18736">
                  <c:v>2.0133358882222367</c:v>
                </c:pt>
                <c:pt idx="18737">
                  <c:v>2.0127826036790402</c:v>
                </c:pt>
                <c:pt idx="18738">
                  <c:v>2.0133639645282519</c:v>
                </c:pt>
                <c:pt idx="18739">
                  <c:v>2.0153190863937058</c:v>
                </c:pt>
                <c:pt idx="18740">
                  <c:v>2.016465352409837</c:v>
                </c:pt>
                <c:pt idx="18741">
                  <c:v>2.0147737137645327</c:v>
                </c:pt>
                <c:pt idx="18742">
                  <c:v>2.0136383815740313</c:v>
                </c:pt>
                <c:pt idx="18743">
                  <c:v>2.0149869508362452</c:v>
                </c:pt>
                <c:pt idx="18744">
                  <c:v>2.0149198094547374</c:v>
                </c:pt>
                <c:pt idx="18745">
                  <c:v>2.0136400024175294</c:v>
                </c:pt>
                <c:pt idx="18746">
                  <c:v>2.012860623942331</c:v>
                </c:pt>
                <c:pt idx="18747">
                  <c:v>2.0139118096305575</c:v>
                </c:pt>
                <c:pt idx="18748">
                  <c:v>2.0152470000659326</c:v>
                </c:pt>
                <c:pt idx="18749">
                  <c:v>2.0155418287510165</c:v>
                </c:pt>
                <c:pt idx="18750">
                  <c:v>2.0149396441836442</c:v>
                </c:pt>
                <c:pt idx="18751">
                  <c:v>2.0155328729038922</c:v>
                </c:pt>
                <c:pt idx="18752">
                  <c:v>2.0155262246983581</c:v>
                </c:pt>
                <c:pt idx="18753">
                  <c:v>2.0149338201358211</c:v>
                </c:pt>
                <c:pt idx="18754">
                  <c:v>2.0143580360871192</c:v>
                </c:pt>
                <c:pt idx="18755">
                  <c:v>2.012123964308477</c:v>
                </c:pt>
                <c:pt idx="18756">
                  <c:v>2.0108888815630426</c:v>
                </c:pt>
                <c:pt idx="18757">
                  <c:v>2.0124880771851168</c:v>
                </c:pt>
                <c:pt idx="18758">
                  <c:v>2.0135815146919849</c:v>
                </c:pt>
                <c:pt idx="18759">
                  <c:v>2.0128762554669128</c:v>
                </c:pt>
                <c:pt idx="18760">
                  <c:v>2.0139271389639788</c:v>
                </c:pt>
                <c:pt idx="18761">
                  <c:v>2.016131760840421</c:v>
                </c:pt>
                <c:pt idx="18762">
                  <c:v>2.0168701237335442</c:v>
                </c:pt>
                <c:pt idx="18763">
                  <c:v>2.0159305839432102</c:v>
                </c:pt>
                <c:pt idx="18764">
                  <c:v>2.0138672501703261</c:v>
                </c:pt>
                <c:pt idx="18765">
                  <c:v>2.0138444484736597</c:v>
                </c:pt>
                <c:pt idx="18766">
                  <c:v>2.0138166468868817</c:v>
                </c:pt>
                <c:pt idx="18767">
                  <c:v>2.0149909892090285</c:v>
                </c:pt>
                <c:pt idx="18768">
                  <c:v>2.0171721225907122</c:v>
                </c:pt>
                <c:pt idx="18769">
                  <c:v>2.0170795696797872</c:v>
                </c:pt>
                <c:pt idx="18770">
                  <c:v>2.015124804949342</c:v>
                </c:pt>
                <c:pt idx="18771">
                  <c:v>2.0127442528735631</c:v>
                </c:pt>
                <c:pt idx="18772">
                  <c:v>2.0129558691017779</c:v>
                </c:pt>
                <c:pt idx="18773">
                  <c:v>2.0139202709830553</c:v>
                </c:pt>
                <c:pt idx="18774">
                  <c:v>2.013508329487264</c:v>
                </c:pt>
                <c:pt idx="18775">
                  <c:v>2.0132359728357621</c:v>
                </c:pt>
                <c:pt idx="18776">
                  <c:v>2.0140870255598777</c:v>
                </c:pt>
                <c:pt idx="18777">
                  <c:v>2.0142611426122503</c:v>
                </c:pt>
                <c:pt idx="18778">
                  <c:v>2.015265186479418</c:v>
                </c:pt>
                <c:pt idx="18779">
                  <c:v>2.0171829465286479</c:v>
                </c:pt>
                <c:pt idx="18780">
                  <c:v>2.0169507813015097</c:v>
                </c:pt>
                <c:pt idx="18781">
                  <c:v>2.0155530922397311</c:v>
                </c:pt>
                <c:pt idx="18782">
                  <c:v>2.0150146425353288</c:v>
                </c:pt>
                <c:pt idx="18783">
                  <c:v>2.01350473066526</c:v>
                </c:pt>
                <c:pt idx="18784">
                  <c:v>2.0121075086261841</c:v>
                </c:pt>
                <c:pt idx="18785">
                  <c:v>2.0113037350827456</c:v>
                </c:pt>
                <c:pt idx="18786">
                  <c:v>2.0119674292872682</c:v>
                </c:pt>
                <c:pt idx="18787">
                  <c:v>2.0118405639436494</c:v>
                </c:pt>
                <c:pt idx="18788">
                  <c:v>2.0117448517614998</c:v>
                </c:pt>
                <c:pt idx="18789">
                  <c:v>2.0130605371310519</c:v>
                </c:pt>
                <c:pt idx="18790">
                  <c:v>2.0142600712072261</c:v>
                </c:pt>
                <c:pt idx="18791">
                  <c:v>2.0151923034658581</c:v>
                </c:pt>
                <c:pt idx="18792">
                  <c:v>2.0163395035273952</c:v>
                </c:pt>
                <c:pt idx="18793">
                  <c:v>2.0163849420891848</c:v>
                </c:pt>
                <c:pt idx="18794">
                  <c:v>2.0147655820751194</c:v>
                </c:pt>
                <c:pt idx="18795">
                  <c:v>2.0130330102635106</c:v>
                </c:pt>
                <c:pt idx="18796">
                  <c:v>2.0129050460429441</c:v>
                </c:pt>
                <c:pt idx="18797">
                  <c:v>2.0136050306586668</c:v>
                </c:pt>
                <c:pt idx="18798">
                  <c:v>2.0136795345157248</c:v>
                </c:pt>
                <c:pt idx="18799">
                  <c:v>2.0133823157732795</c:v>
                </c:pt>
                <c:pt idx="18800">
                  <c:v>2.011813339267269</c:v>
                </c:pt>
                <c:pt idx="18801">
                  <c:v>2.012006686666227</c:v>
                </c:pt>
                <c:pt idx="18802">
                  <c:v>2.0123250862618405</c:v>
                </c:pt>
                <c:pt idx="18803">
                  <c:v>2.0124117052372474</c:v>
                </c:pt>
                <c:pt idx="18804">
                  <c:v>2.0142317751258214</c:v>
                </c:pt>
                <c:pt idx="18805">
                  <c:v>2.0150590371640185</c:v>
                </c:pt>
                <c:pt idx="18806">
                  <c:v>2.0161285191534253</c:v>
                </c:pt>
                <c:pt idx="18807">
                  <c:v>2.0170399826377441</c:v>
                </c:pt>
                <c:pt idx="18808">
                  <c:v>2.0162803564756819</c:v>
                </c:pt>
                <c:pt idx="18809">
                  <c:v>2.01532551482385</c:v>
                </c:pt>
                <c:pt idx="18810">
                  <c:v>2.0148376409309687</c:v>
                </c:pt>
                <c:pt idx="18811">
                  <c:v>2.015943056196567</c:v>
                </c:pt>
                <c:pt idx="18812">
                  <c:v>2.0148578327948838</c:v>
                </c:pt>
                <c:pt idx="18813">
                  <c:v>2.0129832036658537</c:v>
                </c:pt>
                <c:pt idx="18814">
                  <c:v>2.012886996989077</c:v>
                </c:pt>
                <c:pt idx="18815">
                  <c:v>2.0145053130700425</c:v>
                </c:pt>
                <c:pt idx="18816">
                  <c:v>2.0145386914573304</c:v>
                </c:pt>
                <c:pt idx="18817">
                  <c:v>2.0127077976308212</c:v>
                </c:pt>
                <c:pt idx="18818">
                  <c:v>2.0120546526449967</c:v>
                </c:pt>
                <c:pt idx="18819">
                  <c:v>2.012247725324718</c:v>
                </c:pt>
                <c:pt idx="18820">
                  <c:v>2.0125663446957209</c:v>
                </c:pt>
                <c:pt idx="18821">
                  <c:v>2.0126045856135031</c:v>
                </c:pt>
                <c:pt idx="18822">
                  <c:v>2.0130692732027868</c:v>
                </c:pt>
                <c:pt idx="18823">
                  <c:v>2.0143156743807826</c:v>
                </c:pt>
                <c:pt idx="18824">
                  <c:v>2.0127682083910243</c:v>
                </c:pt>
                <c:pt idx="18825">
                  <c:v>2.0115704599898905</c:v>
                </c:pt>
                <c:pt idx="18826">
                  <c:v>2.0116729302652687</c:v>
                </c:pt>
                <c:pt idx="18827">
                  <c:v>2.0123293169380894</c:v>
                </c:pt>
                <c:pt idx="18828">
                  <c:v>2.0128465033735523</c:v>
                </c:pt>
                <c:pt idx="18829">
                  <c:v>2.0128653491132065</c:v>
                </c:pt>
                <c:pt idx="18830">
                  <c:v>2.0133721236895892</c:v>
                </c:pt>
                <c:pt idx="18831">
                  <c:v>2.0144888848596736</c:v>
                </c:pt>
                <c:pt idx="18832">
                  <c:v>2.01414913957935</c:v>
                </c:pt>
                <c:pt idx="18833">
                  <c:v>2.0136150853827388</c:v>
                </c:pt>
                <c:pt idx="18834">
                  <c:v>2.0130011428320258</c:v>
                </c:pt>
                <c:pt idx="18835">
                  <c:v>2.0114630997120941</c:v>
                </c:pt>
                <c:pt idx="18836">
                  <c:v>2.0109836322278629</c:v>
                </c:pt>
                <c:pt idx="18837">
                  <c:v>2.0120614931539964</c:v>
                </c:pt>
                <c:pt idx="18838">
                  <c:v>2.0132638568383112</c:v>
                </c:pt>
                <c:pt idx="18839">
                  <c:v>2.014927474121448</c:v>
                </c:pt>
                <c:pt idx="18840">
                  <c:v>2.0162490934265183</c:v>
                </c:pt>
                <c:pt idx="18841">
                  <c:v>2.015482516867761</c:v>
                </c:pt>
                <c:pt idx="18842">
                  <c:v>2.0124105788883759</c:v>
                </c:pt>
                <c:pt idx="18843">
                  <c:v>2.0118641897980263</c:v>
                </c:pt>
                <c:pt idx="18844">
                  <c:v>2.0119633084987143</c:v>
                </c:pt>
                <c:pt idx="18845">
                  <c:v>2.0104627096107777</c:v>
                </c:pt>
                <c:pt idx="18846">
                  <c:v>2.0101537603569151</c:v>
                </c:pt>
                <c:pt idx="18847">
                  <c:v>2.0106808366849078</c:v>
                </c:pt>
                <c:pt idx="18848">
                  <c:v>2.011628947715435</c:v>
                </c:pt>
                <c:pt idx="18849">
                  <c:v>2.0132752027427969</c:v>
                </c:pt>
                <c:pt idx="18850">
                  <c:v>2.0153497175886246</c:v>
                </c:pt>
                <c:pt idx="18851">
                  <c:v>2.0163086800290104</c:v>
                </c:pt>
                <c:pt idx="18852">
                  <c:v>2.0167280114722752</c:v>
                </c:pt>
                <c:pt idx="18853">
                  <c:v>2.0159066833695962</c:v>
                </c:pt>
                <c:pt idx="18854">
                  <c:v>2.015496884683853</c:v>
                </c:pt>
                <c:pt idx="18855">
                  <c:v>2.0163644205621853</c:v>
                </c:pt>
                <c:pt idx="18856">
                  <c:v>2.0156080086151951</c:v>
                </c:pt>
                <c:pt idx="18857">
                  <c:v>2.0132774004966922</c:v>
                </c:pt>
                <c:pt idx="18858">
                  <c:v>2.011817350168128</c:v>
                </c:pt>
                <c:pt idx="18859">
                  <c:v>2.0124159359134963</c:v>
                </c:pt>
                <c:pt idx="18860">
                  <c:v>2.0135693171578648</c:v>
                </c:pt>
                <c:pt idx="18861">
                  <c:v>2.0149446990176041</c:v>
                </c:pt>
                <c:pt idx="18862">
                  <c:v>2.0151529911430517</c:v>
                </c:pt>
                <c:pt idx="18863">
                  <c:v>2.0136324201665898</c:v>
                </c:pt>
                <c:pt idx="18864">
                  <c:v>2.0111006076789519</c:v>
                </c:pt>
                <c:pt idx="18865">
                  <c:v>2.0104518582009185</c:v>
                </c:pt>
                <c:pt idx="18866">
                  <c:v>2.0108340750752731</c:v>
                </c:pt>
                <c:pt idx="18867">
                  <c:v>2.0120860530537792</c:v>
                </c:pt>
                <c:pt idx="18868">
                  <c:v>2.0139549405507573</c:v>
                </c:pt>
                <c:pt idx="18869">
                  <c:v>2.0143955627348848</c:v>
                </c:pt>
                <c:pt idx="18870">
                  <c:v>2.0125692292477089</c:v>
                </c:pt>
                <c:pt idx="18871">
                  <c:v>2.0115277136766223</c:v>
                </c:pt>
                <c:pt idx="18872">
                  <c:v>2.010849898903321</c:v>
                </c:pt>
                <c:pt idx="18873">
                  <c:v>2.0093714149139581</c:v>
                </c:pt>
                <c:pt idx="18874">
                  <c:v>2.0097424232434453</c:v>
                </c:pt>
                <c:pt idx="18875">
                  <c:v>2.0113476352168083</c:v>
                </c:pt>
                <c:pt idx="18876">
                  <c:v>2.0139432649831872</c:v>
                </c:pt>
                <c:pt idx="18877">
                  <c:v>2.014511082174018</c:v>
                </c:pt>
                <c:pt idx="18878">
                  <c:v>2.0150739544185843</c:v>
                </c:pt>
                <c:pt idx="18879">
                  <c:v>2.0150254664732645</c:v>
                </c:pt>
                <c:pt idx="18880">
                  <c:v>2.0136872541262831</c:v>
                </c:pt>
                <c:pt idx="18881">
                  <c:v>2.0130008681127887</c:v>
                </c:pt>
                <c:pt idx="18882">
                  <c:v>2.0135060493175976</c:v>
                </c:pt>
                <c:pt idx="18883">
                  <c:v>2.0163556844904509</c:v>
                </c:pt>
                <c:pt idx="18884">
                  <c:v>2.0194670721522603</c:v>
                </c:pt>
                <c:pt idx="18885">
                  <c:v>2.0190336476121402</c:v>
                </c:pt>
                <c:pt idx="18886">
                  <c:v>2.0167596866002944</c:v>
                </c:pt>
                <c:pt idx="18887">
                  <c:v>2.0158327564229359</c:v>
                </c:pt>
                <c:pt idx="18888">
                  <c:v>2.015129530120217</c:v>
                </c:pt>
                <c:pt idx="18889">
                  <c:v>2.0125493395749543</c:v>
                </c:pt>
                <c:pt idx="18890">
                  <c:v>2.0106829520230325</c:v>
                </c:pt>
                <c:pt idx="18891">
                  <c:v>2.0108452561482166</c:v>
                </c:pt>
                <c:pt idx="18892">
                  <c:v>2.0107941583701456</c:v>
                </c:pt>
                <c:pt idx="18893">
                  <c:v>2.0105127359838244</c:v>
                </c:pt>
                <c:pt idx="18894">
                  <c:v>2.0103510087690379</c:v>
                </c:pt>
                <c:pt idx="18895">
                  <c:v>2.0122664611766776</c:v>
                </c:pt>
                <c:pt idx="18896">
                  <c:v>2.0136047834113535</c:v>
                </c:pt>
                <c:pt idx="18897">
                  <c:v>2.0130967176545571</c:v>
                </c:pt>
                <c:pt idx="18898">
                  <c:v>2.0116738643106746</c:v>
                </c:pt>
                <c:pt idx="18899">
                  <c:v>2.0108947880266368</c:v>
                </c:pt>
                <c:pt idx="18900">
                  <c:v>2.011681281730072</c:v>
                </c:pt>
                <c:pt idx="18901">
                  <c:v>2.0109162710709656</c:v>
                </c:pt>
                <c:pt idx="18902">
                  <c:v>2.0111068712775544</c:v>
                </c:pt>
                <c:pt idx="18903">
                  <c:v>2.0135875859871213</c:v>
                </c:pt>
                <c:pt idx="18904">
                  <c:v>2.0156996549526385</c:v>
                </c:pt>
                <c:pt idx="18905">
                  <c:v>2.0148301960396475</c:v>
                </c:pt>
                <c:pt idx="18906">
                  <c:v>2.0135890419990767</c:v>
                </c:pt>
                <c:pt idx="18907">
                  <c:v>2.0129737533241028</c:v>
                </c:pt>
                <c:pt idx="18908">
                  <c:v>2.0127152425221424</c:v>
                </c:pt>
                <c:pt idx="18909">
                  <c:v>2.0128728214764511</c:v>
                </c:pt>
                <c:pt idx="18910">
                  <c:v>2.0120734983846509</c:v>
                </c:pt>
                <c:pt idx="18911">
                  <c:v>2.0110016263378827</c:v>
                </c:pt>
                <c:pt idx="18912">
                  <c:v>2.0115100217577635</c:v>
                </c:pt>
                <c:pt idx="18913">
                  <c:v>2.0116678204874616</c:v>
                </c:pt>
                <c:pt idx="18914">
                  <c:v>2.0123788488165095</c:v>
                </c:pt>
                <c:pt idx="18915">
                  <c:v>2.0134665446913256</c:v>
                </c:pt>
                <c:pt idx="18916">
                  <c:v>2.0125665919430342</c:v>
                </c:pt>
                <c:pt idx="18917">
                  <c:v>2.0128152128524648</c:v>
                </c:pt>
                <c:pt idx="18918">
                  <c:v>2.0130636689303532</c:v>
                </c:pt>
                <c:pt idx="18919">
                  <c:v>2.0140294718797387</c:v>
                </c:pt>
                <c:pt idx="18920">
                  <c:v>2.0151762049185731</c:v>
                </c:pt>
                <c:pt idx="18921">
                  <c:v>2.0148681347662687</c:v>
                </c:pt>
                <c:pt idx="18922">
                  <c:v>2.0144714127162042</c:v>
                </c:pt>
                <c:pt idx="18923">
                  <c:v>2.0136682710270102</c:v>
                </c:pt>
                <c:pt idx="18924">
                  <c:v>2.0134434957473464</c:v>
                </c:pt>
                <c:pt idx="18925">
                  <c:v>2.0145401199973625</c:v>
                </c:pt>
                <c:pt idx="18926">
                  <c:v>2.013430144392431</c:v>
                </c:pt>
                <c:pt idx="18927">
                  <c:v>2.0134429463088725</c:v>
                </c:pt>
                <c:pt idx="18928">
                  <c:v>2.0155742181490517</c:v>
                </c:pt>
                <c:pt idx="18929">
                  <c:v>2.0158658051471394</c:v>
                </c:pt>
                <c:pt idx="18930">
                  <c:v>2.0143057844882528</c:v>
                </c:pt>
                <c:pt idx="18931">
                  <c:v>2.0133991835344278</c:v>
                </c:pt>
                <c:pt idx="18932">
                  <c:v>2.0151234588250806</c:v>
                </c:pt>
                <c:pt idx="18933">
                  <c:v>2.0142578459814069</c:v>
                </c:pt>
                <c:pt idx="18934">
                  <c:v>2.0122547306652603</c:v>
                </c:pt>
                <c:pt idx="18935">
                  <c:v>2.013370612733786</c:v>
                </c:pt>
                <c:pt idx="18936">
                  <c:v>2.0152303246082504</c:v>
                </c:pt>
                <c:pt idx="18937">
                  <c:v>2.0150239005736137</c:v>
                </c:pt>
                <c:pt idx="18938">
                  <c:v>2.0124412100832947</c:v>
                </c:pt>
                <c:pt idx="18939">
                  <c:v>2.0101863970022635</c:v>
                </c:pt>
                <c:pt idx="18940">
                  <c:v>2.0099641766115028</c:v>
                </c:pt>
                <c:pt idx="18941">
                  <c:v>2.0112002208742665</c:v>
                </c:pt>
                <c:pt idx="18942">
                  <c:v>2.0140125217028197</c:v>
                </c:pt>
                <c:pt idx="18943">
                  <c:v>2.0148111030526801</c:v>
                </c:pt>
                <c:pt idx="18944">
                  <c:v>2.0140251038438715</c:v>
                </c:pt>
                <c:pt idx="18945">
                  <c:v>2.0130193567174346</c:v>
                </c:pt>
                <c:pt idx="18946">
                  <c:v>2.0126874684072877</c:v>
                </c:pt>
                <c:pt idx="18947">
                  <c:v>2.0123361025032418</c:v>
                </c:pt>
                <c:pt idx="18948">
                  <c:v>2.0116121074262105</c:v>
                </c:pt>
                <c:pt idx="18949">
                  <c:v>2.011445160545922</c:v>
                </c:pt>
                <c:pt idx="18950">
                  <c:v>2.0119422650051648</c:v>
                </c:pt>
                <c:pt idx="18951">
                  <c:v>2.0139325784048703</c:v>
                </c:pt>
                <c:pt idx="18952">
                  <c:v>2.0146291839739785</c:v>
                </c:pt>
                <c:pt idx="18953">
                  <c:v>2.0126478264213974</c:v>
                </c:pt>
                <c:pt idx="18954">
                  <c:v>2.0126598316520514</c:v>
                </c:pt>
                <c:pt idx="18955">
                  <c:v>2.0127113140370541</c:v>
                </c:pt>
                <c:pt idx="18956">
                  <c:v>2.0116499912089845</c:v>
                </c:pt>
                <c:pt idx="18957">
                  <c:v>2.0105964154633966</c:v>
                </c:pt>
                <c:pt idx="18958">
                  <c:v>2.0097347585767347</c:v>
                </c:pt>
                <c:pt idx="18959">
                  <c:v>2.0109129469681983</c:v>
                </c:pt>
                <c:pt idx="18960">
                  <c:v>2.0124701380189447</c:v>
                </c:pt>
                <c:pt idx="18961">
                  <c:v>2.0127866145798992</c:v>
                </c:pt>
                <c:pt idx="18962">
                  <c:v>2.0128725467572139</c:v>
                </c:pt>
                <c:pt idx="18963">
                  <c:v>2.0127499395617678</c:v>
                </c:pt>
                <c:pt idx="18964">
                  <c:v>2.0122811586558536</c:v>
                </c:pt>
                <c:pt idx="18965">
                  <c:v>2.0108884420122637</c:v>
                </c:pt>
                <c:pt idx="18966">
                  <c:v>2.0090121920397355</c:v>
                </c:pt>
                <c:pt idx="18967">
                  <c:v>2.0104876815894155</c:v>
                </c:pt>
                <c:pt idx="18968">
                  <c:v>2.0133867662249183</c:v>
                </c:pt>
                <c:pt idx="18969">
                  <c:v>2.0128017790817783</c:v>
                </c:pt>
                <c:pt idx="18970">
                  <c:v>2.0123456627326872</c:v>
                </c:pt>
                <c:pt idx="18971">
                  <c:v>2.011755071317114</c:v>
                </c:pt>
                <c:pt idx="18972">
                  <c:v>2.012706396562713</c:v>
                </c:pt>
                <c:pt idx="18973">
                  <c:v>2.0140597459396496</c:v>
                </c:pt>
                <c:pt idx="18974">
                  <c:v>2.0140112030504822</c:v>
                </c:pt>
                <c:pt idx="18975">
                  <c:v>2.0124864838135426</c:v>
                </c:pt>
                <c:pt idx="18976">
                  <c:v>2.0108991835344279</c:v>
                </c:pt>
                <c:pt idx="18977">
                  <c:v>2.0098075042306762</c:v>
                </c:pt>
                <c:pt idx="18978">
                  <c:v>2.0101693094657263</c:v>
                </c:pt>
                <c:pt idx="18979">
                  <c:v>2.0114654897694555</c:v>
                </c:pt>
                <c:pt idx="18980">
                  <c:v>2.0128996890178237</c:v>
                </c:pt>
                <c:pt idx="18981">
                  <c:v>2.0140439495835256</c:v>
                </c:pt>
                <c:pt idx="18982">
                  <c:v>2.0141574910441529</c:v>
                </c:pt>
                <c:pt idx="18983">
                  <c:v>2.0144461660183293</c:v>
                </c:pt>
                <c:pt idx="18984">
                  <c:v>2.0138055207577854</c:v>
                </c:pt>
                <c:pt idx="18985">
                  <c:v>2.013551515351311</c:v>
                </c:pt>
                <c:pt idx="18986">
                  <c:v>2.0142944935276148</c:v>
                </c:pt>
                <c:pt idx="18987">
                  <c:v>2.0154901265906244</c:v>
                </c:pt>
                <c:pt idx="18988">
                  <c:v>2.0156780894925386</c:v>
                </c:pt>
                <c:pt idx="18989">
                  <c:v>2.0152368903980133</c:v>
                </c:pt>
                <c:pt idx="18990">
                  <c:v>2.0140584272873125</c:v>
                </c:pt>
                <c:pt idx="18991">
                  <c:v>2.0141126293927605</c:v>
                </c:pt>
                <c:pt idx="18992">
                  <c:v>2.0166355409771213</c:v>
                </c:pt>
                <c:pt idx="18993">
                  <c:v>2.0187833234434409</c:v>
                </c:pt>
                <c:pt idx="18994">
                  <c:v>2.0173981341069429</c:v>
                </c:pt>
                <c:pt idx="18995">
                  <c:v>2.0161460462407419</c:v>
                </c:pt>
                <c:pt idx="18996">
                  <c:v>2.0157563570031427</c:v>
                </c:pt>
                <c:pt idx="18997">
                  <c:v>2.0154982857519617</c:v>
                </c:pt>
                <c:pt idx="18998">
                  <c:v>2.0155482022373135</c:v>
                </c:pt>
                <c:pt idx="18999">
                  <c:v>2.0155840256258104</c:v>
                </c:pt>
                <c:pt idx="19000">
                  <c:v>2.0151932375112636</c:v>
                </c:pt>
                <c:pt idx="19001">
                  <c:v>2.0146079207050396</c:v>
                </c:pt>
                <c:pt idx="19002">
                  <c:v>2.0135981626777433</c:v>
                </c:pt>
                <c:pt idx="19003">
                  <c:v>2.0132053691127667</c:v>
                </c:pt>
                <c:pt idx="19004">
                  <c:v>2.0137205775697238</c:v>
                </c:pt>
                <c:pt idx="19005">
                  <c:v>2.0143366079866376</c:v>
                </c:pt>
                <c:pt idx="19006">
                  <c:v>2.0158078668600692</c:v>
                </c:pt>
                <c:pt idx="19007">
                  <c:v>2.0176631008109713</c:v>
                </c:pt>
                <c:pt idx="19008">
                  <c:v>2.0161345080327906</c:v>
                </c:pt>
                <c:pt idx="19009">
                  <c:v>2.0150452737302476</c:v>
                </c:pt>
                <c:pt idx="19010">
                  <c:v>2.0151375793938593</c:v>
                </c:pt>
                <c:pt idx="19011">
                  <c:v>2.0133259983297069</c:v>
                </c:pt>
                <c:pt idx="19012">
                  <c:v>2.0117989439792532</c:v>
                </c:pt>
                <c:pt idx="19013">
                  <c:v>2.0110846190193623</c:v>
                </c:pt>
                <c:pt idx="19014">
                  <c:v>2.0105021867651258</c:v>
                </c:pt>
                <c:pt idx="19015">
                  <c:v>2.0106452605437242</c:v>
                </c:pt>
                <c:pt idx="19016">
                  <c:v>2.0113570855585592</c:v>
                </c:pt>
                <c:pt idx="19017">
                  <c:v>2.0112737357420718</c:v>
                </c:pt>
                <c:pt idx="19018">
                  <c:v>2.011430902617525</c:v>
                </c:pt>
                <c:pt idx="19019">
                  <c:v>2.0117476538977166</c:v>
                </c:pt>
                <c:pt idx="19020">
                  <c:v>2.0125320322630271</c:v>
                </c:pt>
                <c:pt idx="19021">
                  <c:v>2.0144316058987712</c:v>
                </c:pt>
                <c:pt idx="19022">
                  <c:v>2.0162718127074131</c:v>
                </c:pt>
                <c:pt idx="19023">
                  <c:v>2.0165492791367221</c:v>
                </c:pt>
                <c:pt idx="19024">
                  <c:v>2.0167125997230828</c:v>
                </c:pt>
                <c:pt idx="19025">
                  <c:v>2.0178544977033472</c:v>
                </c:pt>
                <c:pt idx="19026">
                  <c:v>2.0175092030944377</c:v>
                </c:pt>
                <c:pt idx="19027">
                  <c:v>2.015833553108723</c:v>
                </c:pt>
                <c:pt idx="19028">
                  <c:v>2.0149012109623965</c:v>
                </c:pt>
                <c:pt idx="19029">
                  <c:v>2.0144829783960794</c:v>
                </c:pt>
                <c:pt idx="19030">
                  <c:v>2.0131214423858816</c:v>
                </c:pt>
                <c:pt idx="19031">
                  <c:v>2.0142044405617461</c:v>
                </c:pt>
                <c:pt idx="19032">
                  <c:v>2.0152493077075229</c:v>
                </c:pt>
                <c:pt idx="19033">
                  <c:v>2.0154015021647878</c:v>
                </c:pt>
                <c:pt idx="19034">
                  <c:v>2.015134859673414</c:v>
                </c:pt>
                <c:pt idx="19035">
                  <c:v>2.0128955407573459</c:v>
                </c:pt>
                <c:pt idx="19036">
                  <c:v>2.0123941232060836</c:v>
                </c:pt>
                <c:pt idx="19037">
                  <c:v>2.0121853091140856</c:v>
                </c:pt>
                <c:pt idx="19038">
                  <c:v>2.0111302773565418</c:v>
                </c:pt>
                <c:pt idx="19039">
                  <c:v>2.0103209544845169</c:v>
                </c:pt>
                <c:pt idx="19040">
                  <c:v>2.0089103261466783</c:v>
                </c:pt>
                <c:pt idx="19041">
                  <c:v>2.0074667864442541</c:v>
                </c:pt>
                <c:pt idx="19042">
                  <c:v>2.0084978626843366</c:v>
                </c:pt>
                <c:pt idx="19043">
                  <c:v>2.011239945275928</c:v>
                </c:pt>
                <c:pt idx="19044">
                  <c:v>2.013368469923738</c:v>
                </c:pt>
                <c:pt idx="19045">
                  <c:v>2.0137587360717348</c:v>
                </c:pt>
                <c:pt idx="19046">
                  <c:v>2.0144533636623372</c:v>
                </c:pt>
                <c:pt idx="19047">
                  <c:v>2.0151746115469988</c:v>
                </c:pt>
                <c:pt idx="19048">
                  <c:v>2.0152360387683785</c:v>
                </c:pt>
                <c:pt idx="19049">
                  <c:v>2.0163937056328431</c:v>
                </c:pt>
                <c:pt idx="19050">
                  <c:v>2.0164242269400674</c:v>
                </c:pt>
                <c:pt idx="19051">
                  <c:v>2.0150460154721874</c:v>
                </c:pt>
                <c:pt idx="19052">
                  <c:v>2.0155170765477681</c:v>
                </c:pt>
                <c:pt idx="19053">
                  <c:v>2.0164967528186195</c:v>
                </c:pt>
                <c:pt idx="19054">
                  <c:v>2.0162990099118701</c:v>
                </c:pt>
                <c:pt idx="19055">
                  <c:v>2.0165186754137272</c:v>
                </c:pt>
                <c:pt idx="19056">
                  <c:v>2.0152140612294236</c:v>
                </c:pt>
                <c:pt idx="19057">
                  <c:v>2.0138970846794577</c:v>
                </c:pt>
                <c:pt idx="19058">
                  <c:v>2.0128387837629944</c:v>
                </c:pt>
                <c:pt idx="19059">
                  <c:v>2.0130442737522252</c:v>
                </c:pt>
                <c:pt idx="19060">
                  <c:v>2.0143343003450473</c:v>
                </c:pt>
                <c:pt idx="19061">
                  <c:v>2.0143867442473793</c:v>
                </c:pt>
                <c:pt idx="19062">
                  <c:v>2.0136342607854774</c:v>
                </c:pt>
                <c:pt idx="19063">
                  <c:v>2.011399090129887</c:v>
                </c:pt>
                <c:pt idx="19064">
                  <c:v>2.0119913573328061</c:v>
                </c:pt>
                <c:pt idx="19065">
                  <c:v>2.0139363970022637</c:v>
                </c:pt>
                <c:pt idx="19066">
                  <c:v>2.014683468495198</c:v>
                </c:pt>
                <c:pt idx="19067">
                  <c:v>2.0149237379398257</c:v>
                </c:pt>
                <c:pt idx="19068">
                  <c:v>2.0140905144941867</c:v>
                </c:pt>
                <c:pt idx="19069">
                  <c:v>2.013392782576207</c:v>
                </c:pt>
                <c:pt idx="19070">
                  <c:v>2.0134956374585173</c:v>
                </c:pt>
                <c:pt idx="19071">
                  <c:v>2.013555828443331</c:v>
                </c:pt>
                <c:pt idx="19072">
                  <c:v>2.0147493736401398</c:v>
                </c:pt>
                <c:pt idx="19073">
                  <c:v>2.0155832289400233</c:v>
                </c:pt>
                <c:pt idx="19074">
                  <c:v>2.0163747500054945</c:v>
                </c:pt>
                <c:pt idx="19075">
                  <c:v>2.0177487857409728</c:v>
                </c:pt>
                <c:pt idx="19076">
                  <c:v>2.0177116162282149</c:v>
                </c:pt>
                <c:pt idx="19077">
                  <c:v>2.0176290356255908</c:v>
                </c:pt>
                <c:pt idx="19078">
                  <c:v>2.0163663710687678</c:v>
                </c:pt>
                <c:pt idx="19079">
                  <c:v>2.0144834728907055</c:v>
                </c:pt>
                <c:pt idx="19080">
                  <c:v>2.0131821553372453</c:v>
                </c:pt>
                <c:pt idx="19081">
                  <c:v>2.0124151666996331</c:v>
                </c:pt>
                <c:pt idx="19082">
                  <c:v>2.0122159677809277</c:v>
                </c:pt>
                <c:pt idx="19083">
                  <c:v>2.0122328630139998</c:v>
                </c:pt>
                <c:pt idx="19084">
                  <c:v>2.0142770213841454</c:v>
                </c:pt>
                <c:pt idx="19085">
                  <c:v>2.015485401419749</c:v>
                </c:pt>
                <c:pt idx="19086">
                  <c:v>2.0142907298740687</c:v>
                </c:pt>
                <c:pt idx="19087">
                  <c:v>2.0135723665413945</c:v>
                </c:pt>
                <c:pt idx="19088">
                  <c:v>2.0136506889958463</c:v>
                </c:pt>
                <c:pt idx="19089">
                  <c:v>2.0143591624359902</c:v>
                </c:pt>
                <c:pt idx="19090">
                  <c:v>2.014336415683172</c:v>
                </c:pt>
                <c:pt idx="19091">
                  <c:v>2.013966094151777</c:v>
                </c:pt>
                <c:pt idx="19092">
                  <c:v>2.013590635370651</c:v>
                </c:pt>
                <c:pt idx="19093">
                  <c:v>2.0125540372739059</c:v>
                </c:pt>
                <c:pt idx="19094">
                  <c:v>2.0127145831959736</c:v>
                </c:pt>
                <c:pt idx="19095">
                  <c:v>2.013938182677304</c:v>
                </c:pt>
                <c:pt idx="19096">
                  <c:v>2.0126229918023779</c:v>
                </c:pt>
                <c:pt idx="19097">
                  <c:v>2.0112445056152612</c:v>
                </c:pt>
                <c:pt idx="19098">
                  <c:v>2.0115286751939516</c:v>
                </c:pt>
                <c:pt idx="19099">
                  <c:v>2.0114813135975034</c:v>
                </c:pt>
                <c:pt idx="19100">
                  <c:v>2.0111464583195975</c:v>
                </c:pt>
                <c:pt idx="19101">
                  <c:v>2.0105938056306454</c:v>
                </c:pt>
                <c:pt idx="19102">
                  <c:v>2.0102177424671983</c:v>
                </c:pt>
                <c:pt idx="19103">
                  <c:v>2.0093952055998767</c:v>
                </c:pt>
                <c:pt idx="19104">
                  <c:v>2.0085712127205997</c:v>
                </c:pt>
                <c:pt idx="19105">
                  <c:v>2.0121820674270894</c:v>
                </c:pt>
                <c:pt idx="19106">
                  <c:v>2.0160785202523019</c:v>
                </c:pt>
                <c:pt idx="19107">
                  <c:v>2.0168892991362828</c:v>
                </c:pt>
                <c:pt idx="19108">
                  <c:v>2.0154413913979914</c:v>
                </c:pt>
                <c:pt idx="19109">
                  <c:v>2.0135872837959607</c:v>
                </c:pt>
                <c:pt idx="19110">
                  <c:v>2.0131311399749454</c:v>
                </c:pt>
                <c:pt idx="19111">
                  <c:v>2.0130665534823411</c:v>
                </c:pt>
                <c:pt idx="19112">
                  <c:v>2.0115331805894376</c:v>
                </c:pt>
                <c:pt idx="19113">
                  <c:v>2.0094016615019452</c:v>
                </c:pt>
                <c:pt idx="19114">
                  <c:v>2.0083491022175335</c:v>
                </c:pt>
                <c:pt idx="19115">
                  <c:v>2.008221330300433</c:v>
                </c:pt>
                <c:pt idx="19116">
                  <c:v>2.009054251554911</c:v>
                </c:pt>
                <c:pt idx="19117">
                  <c:v>2.0104747423133555</c:v>
                </c:pt>
                <c:pt idx="19118">
                  <c:v>2.0095628942221051</c:v>
                </c:pt>
                <c:pt idx="19119">
                  <c:v>2.0104097162699719</c:v>
                </c:pt>
                <c:pt idx="19120">
                  <c:v>2.0113902441704576</c:v>
                </c:pt>
                <c:pt idx="19121">
                  <c:v>2.012124678578493</c:v>
                </c:pt>
                <c:pt idx="19122">
                  <c:v>2.0118147403353772</c:v>
                </c:pt>
                <c:pt idx="19123">
                  <c:v>2.011173957715215</c:v>
                </c:pt>
                <c:pt idx="19124">
                  <c:v>2.0123076141183711</c:v>
                </c:pt>
                <c:pt idx="19125">
                  <c:v>2.0123870354497702</c:v>
                </c:pt>
                <c:pt idx="19126">
                  <c:v>2.0133848157183358</c:v>
                </c:pt>
                <c:pt idx="19127">
                  <c:v>2.0152598843981453</c:v>
                </c:pt>
                <c:pt idx="19128">
                  <c:v>2.0149225841190304</c:v>
                </c:pt>
                <c:pt idx="19129">
                  <c:v>2.0131975121425905</c:v>
                </c:pt>
                <c:pt idx="19130">
                  <c:v>2.0120140766137009</c:v>
                </c:pt>
                <c:pt idx="19131">
                  <c:v>2.0122151710951406</c:v>
                </c:pt>
                <c:pt idx="19132">
                  <c:v>2.0121697050614271</c:v>
                </c:pt>
                <c:pt idx="19133">
                  <c:v>2.0119734731104812</c:v>
                </c:pt>
                <c:pt idx="19134">
                  <c:v>2.0125824981868532</c:v>
                </c:pt>
                <c:pt idx="19135">
                  <c:v>2.0124405507571264</c:v>
                </c:pt>
                <c:pt idx="19136">
                  <c:v>2.0128601019757806</c:v>
                </c:pt>
                <c:pt idx="19137">
                  <c:v>2.0122454726269754</c:v>
                </c:pt>
                <c:pt idx="19138">
                  <c:v>2.0114455176809303</c:v>
                </c:pt>
                <c:pt idx="19139">
                  <c:v>2.0104248258280037</c:v>
                </c:pt>
                <c:pt idx="19140">
                  <c:v>2.0111020911628317</c:v>
                </c:pt>
                <c:pt idx="19141">
                  <c:v>2.0123745357244895</c:v>
                </c:pt>
                <c:pt idx="19142">
                  <c:v>2.0137386266235908</c:v>
                </c:pt>
                <c:pt idx="19143">
                  <c:v>2.0154115019450121</c:v>
                </c:pt>
                <c:pt idx="19144">
                  <c:v>2.016676858750357</c:v>
                </c:pt>
                <c:pt idx="19145">
                  <c:v>2.0161212665655701</c:v>
                </c:pt>
                <c:pt idx="19146">
                  <c:v>2.0140737566207334</c:v>
                </c:pt>
                <c:pt idx="19147">
                  <c:v>2.0143688050812072</c:v>
                </c:pt>
                <c:pt idx="19148">
                  <c:v>2.0151693918814972</c:v>
                </c:pt>
                <c:pt idx="19149">
                  <c:v>2.0144686380519108</c:v>
                </c:pt>
                <c:pt idx="19150">
                  <c:v>2.0139075789543086</c:v>
                </c:pt>
                <c:pt idx="19151">
                  <c:v>2.0132458077844442</c:v>
                </c:pt>
                <c:pt idx="19152">
                  <c:v>2.0133462451374693</c:v>
                </c:pt>
                <c:pt idx="19153">
                  <c:v>2.012162534889343</c:v>
                </c:pt>
                <c:pt idx="19154">
                  <c:v>2.0104738082679501</c:v>
                </c:pt>
                <c:pt idx="19155">
                  <c:v>2.0106641886991494</c:v>
                </c:pt>
                <c:pt idx="19156">
                  <c:v>2.0098768708380037</c:v>
                </c:pt>
                <c:pt idx="19157">
                  <c:v>2.010715478780686</c:v>
                </c:pt>
                <c:pt idx="19158">
                  <c:v>2.0120858332783893</c:v>
                </c:pt>
                <c:pt idx="19159">
                  <c:v>2.0132996252829609</c:v>
                </c:pt>
                <c:pt idx="19160">
                  <c:v>2.0144182545438563</c:v>
                </c:pt>
                <c:pt idx="19161">
                  <c:v>2.0143457836091514</c:v>
                </c:pt>
                <c:pt idx="19162">
                  <c:v>2.0147389068372124</c:v>
                </c:pt>
                <c:pt idx="19163">
                  <c:v>2.015838195863827</c:v>
                </c:pt>
                <c:pt idx="19164">
                  <c:v>2.0160690699105515</c:v>
                </c:pt>
                <c:pt idx="19165">
                  <c:v>2.0169907529504845</c:v>
                </c:pt>
                <c:pt idx="19166">
                  <c:v>2.019031532274016</c:v>
                </c:pt>
                <c:pt idx="19167">
                  <c:v>2.0193427067536978</c:v>
                </c:pt>
                <c:pt idx="19168">
                  <c:v>2.0185451143930901</c:v>
                </c:pt>
                <c:pt idx="19169">
                  <c:v>2.0165913661238215</c:v>
                </c:pt>
                <c:pt idx="19170">
                  <c:v>2.013764450231863</c:v>
                </c:pt>
                <c:pt idx="19171">
                  <c:v>2.0123860189885936</c:v>
                </c:pt>
                <c:pt idx="19172">
                  <c:v>2.0128558987714555</c:v>
                </c:pt>
                <c:pt idx="19173">
                  <c:v>2.013471901716446</c:v>
                </c:pt>
                <c:pt idx="19174">
                  <c:v>2.0147050614272213</c:v>
                </c:pt>
                <c:pt idx="19175">
                  <c:v>2.0153793597942902</c:v>
                </c:pt>
                <c:pt idx="19176">
                  <c:v>2.0145509439352982</c:v>
                </c:pt>
                <c:pt idx="19177">
                  <c:v>2.0135768169930333</c:v>
                </c:pt>
                <c:pt idx="19178">
                  <c:v>2.013498274763192</c:v>
                </c:pt>
                <c:pt idx="19179">
                  <c:v>2.0138125260983277</c:v>
                </c:pt>
                <c:pt idx="19180">
                  <c:v>2.0140743060592077</c:v>
                </c:pt>
                <c:pt idx="19181">
                  <c:v>2.0134122601701061</c:v>
                </c:pt>
                <c:pt idx="19182">
                  <c:v>2.0126977154348258</c:v>
                </c:pt>
                <c:pt idx="19183">
                  <c:v>2.012603157073471</c:v>
                </c:pt>
                <c:pt idx="19184">
                  <c:v>2.012310306366893</c:v>
                </c:pt>
                <c:pt idx="19185">
                  <c:v>2.0128584536603591</c:v>
                </c:pt>
                <c:pt idx="19186">
                  <c:v>2.0137440111206346</c:v>
                </c:pt>
                <c:pt idx="19187">
                  <c:v>2.0121077558734974</c:v>
                </c:pt>
                <c:pt idx="19188">
                  <c:v>2.0102919166611724</c:v>
                </c:pt>
                <c:pt idx="19189">
                  <c:v>2.010210407463572</c:v>
                </c:pt>
                <c:pt idx="19190">
                  <c:v>2.0115665864486494</c:v>
                </c:pt>
                <c:pt idx="19191">
                  <c:v>2.0142179567482033</c:v>
                </c:pt>
                <c:pt idx="19192">
                  <c:v>2.0152461484362982</c:v>
                </c:pt>
                <c:pt idx="19193">
                  <c:v>2.0156866882046547</c:v>
                </c:pt>
                <c:pt idx="19194">
                  <c:v>2.0151996659414078</c:v>
                </c:pt>
                <c:pt idx="19195">
                  <c:v>2.0140034559680009</c:v>
                </c:pt>
                <c:pt idx="19196">
                  <c:v>2.0120348453880132</c:v>
                </c:pt>
                <c:pt idx="19197">
                  <c:v>2.0113143941891387</c:v>
                </c:pt>
                <c:pt idx="19198">
                  <c:v>2.0109298422012705</c:v>
                </c:pt>
                <c:pt idx="19199">
                  <c:v>2.0102375222522584</c:v>
                </c:pt>
                <c:pt idx="19200">
                  <c:v>2.0108511626118108</c:v>
                </c:pt>
                <c:pt idx="19201">
                  <c:v>2.011660348124217</c:v>
                </c:pt>
                <c:pt idx="19202">
                  <c:v>2.0125790367244676</c:v>
                </c:pt>
                <c:pt idx="19203">
                  <c:v>2.0141117777631261</c:v>
                </c:pt>
                <c:pt idx="19204">
                  <c:v>2.0151829904837255</c:v>
                </c:pt>
                <c:pt idx="19205">
                  <c:v>2.0146040471637985</c:v>
                </c:pt>
                <c:pt idx="19206">
                  <c:v>2.0131569910551415</c:v>
                </c:pt>
                <c:pt idx="19207">
                  <c:v>2.013872085228896</c:v>
                </c:pt>
                <c:pt idx="19208">
                  <c:v>2.0144867420496251</c:v>
                </c:pt>
                <c:pt idx="19209">
                  <c:v>2.0138887881585021</c:v>
                </c:pt>
                <c:pt idx="19210">
                  <c:v>2.0134226720291863</c:v>
                </c:pt>
                <c:pt idx="19211">
                  <c:v>2.0125962341486998</c:v>
                </c:pt>
                <c:pt idx="19212">
                  <c:v>2.0116481231181731</c:v>
                </c:pt>
                <c:pt idx="19213">
                  <c:v>2.0121594580338895</c:v>
                </c:pt>
                <c:pt idx="19214">
                  <c:v>2.013318910573394</c:v>
                </c:pt>
                <c:pt idx="19215">
                  <c:v>2.0137920869870993</c:v>
                </c:pt>
                <c:pt idx="19216">
                  <c:v>2.0131104536164042</c:v>
                </c:pt>
                <c:pt idx="19217">
                  <c:v>2.0128654040570537</c:v>
                </c:pt>
                <c:pt idx="19218">
                  <c:v>2.0134925606030638</c:v>
                </c:pt>
                <c:pt idx="19219">
                  <c:v>2.0142733126744465</c:v>
                </c:pt>
                <c:pt idx="19220">
                  <c:v>2.0149506878969694</c:v>
                </c:pt>
                <c:pt idx="19221">
                  <c:v>2.0153431517988616</c:v>
                </c:pt>
                <c:pt idx="19222">
                  <c:v>2.0159339904617481</c:v>
                </c:pt>
                <c:pt idx="19223">
                  <c:v>2.0168864145842949</c:v>
                </c:pt>
                <c:pt idx="19224">
                  <c:v>2.015716577657634</c:v>
                </c:pt>
                <c:pt idx="19225">
                  <c:v>2.0148729148809914</c:v>
                </c:pt>
                <c:pt idx="19226">
                  <c:v>2.0152803509812971</c:v>
                </c:pt>
                <c:pt idx="19227">
                  <c:v>2.0145375651084589</c:v>
                </c:pt>
                <c:pt idx="19228">
                  <c:v>2.0134647315443615</c:v>
                </c:pt>
                <c:pt idx="19229">
                  <c:v>2.0128865574382981</c:v>
                </c:pt>
                <c:pt idx="19230">
                  <c:v>2.0136594250675808</c:v>
                </c:pt>
                <c:pt idx="19231">
                  <c:v>2.0145076481835562</c:v>
                </c:pt>
                <c:pt idx="19232">
                  <c:v>2.0147486593701238</c:v>
                </c:pt>
                <c:pt idx="19233">
                  <c:v>2.0156258378936727</c:v>
                </c:pt>
                <c:pt idx="19234">
                  <c:v>2.0158615469989671</c:v>
                </c:pt>
                <c:pt idx="19235">
                  <c:v>2.0144447100063734</c:v>
                </c:pt>
                <c:pt idx="19236">
                  <c:v>2.0154040295817675</c:v>
                </c:pt>
                <c:pt idx="19237">
                  <c:v>2.0172755269114964</c:v>
                </c:pt>
                <c:pt idx="19238">
                  <c:v>2.0168237236544253</c:v>
                </c:pt>
                <c:pt idx="19239">
                  <c:v>2.0161366233709148</c:v>
                </c:pt>
                <c:pt idx="19240">
                  <c:v>2.0141241126568645</c:v>
                </c:pt>
                <c:pt idx="19241">
                  <c:v>2.0142010889870554</c:v>
                </c:pt>
                <c:pt idx="19242">
                  <c:v>2.0144190787015668</c:v>
                </c:pt>
                <c:pt idx="19243">
                  <c:v>2.0134314630447681</c:v>
                </c:pt>
                <c:pt idx="19244">
                  <c:v>2.0143134216830401</c:v>
                </c:pt>
                <c:pt idx="19245">
                  <c:v>2.0138386244258366</c:v>
                </c:pt>
                <c:pt idx="19246">
                  <c:v>2.0137987077207096</c:v>
                </c:pt>
                <c:pt idx="19247">
                  <c:v>2.0144746544031999</c:v>
                </c:pt>
                <c:pt idx="19248">
                  <c:v>2.0135537680490541</c:v>
                </c:pt>
                <c:pt idx="19249">
                  <c:v>2.0127038691457328</c:v>
                </c:pt>
                <c:pt idx="19250">
                  <c:v>2.0128459264631546</c:v>
                </c:pt>
                <c:pt idx="19251">
                  <c:v>2.0131402331816881</c:v>
                </c:pt>
                <c:pt idx="19252">
                  <c:v>2.0132173743434212</c:v>
                </c:pt>
                <c:pt idx="19253">
                  <c:v>2.0127256543812222</c:v>
                </c:pt>
                <c:pt idx="19254">
                  <c:v>2.0120086921166567</c:v>
                </c:pt>
                <c:pt idx="19255">
                  <c:v>2.0120931408100922</c:v>
                </c:pt>
                <c:pt idx="19256">
                  <c:v>2.0120829761983252</c:v>
                </c:pt>
                <c:pt idx="19257">
                  <c:v>2.0120025933495969</c:v>
                </c:pt>
                <c:pt idx="19258">
                  <c:v>2.0110822014900771</c:v>
                </c:pt>
                <c:pt idx="19259">
                  <c:v>2.0107981143271578</c:v>
                </c:pt>
                <c:pt idx="19260">
                  <c:v>2.0118481187226656</c:v>
                </c:pt>
                <c:pt idx="19261">
                  <c:v>2.0117097701149427</c:v>
                </c:pt>
                <c:pt idx="19262">
                  <c:v>2.0135745368233664</c:v>
                </c:pt>
                <c:pt idx="19263">
                  <c:v>2.0148271466561174</c:v>
                </c:pt>
                <c:pt idx="19264">
                  <c:v>2.0138832113579923</c:v>
                </c:pt>
                <c:pt idx="19265">
                  <c:v>2.0132151216456782</c:v>
                </c:pt>
                <c:pt idx="19266">
                  <c:v>2.0136374750005492</c:v>
                </c:pt>
                <c:pt idx="19267">
                  <c:v>2.0134119305070217</c:v>
                </c:pt>
                <c:pt idx="19268">
                  <c:v>2.0126401342827629</c:v>
                </c:pt>
                <c:pt idx="19269">
                  <c:v>2.0115505977890598</c:v>
                </c:pt>
                <c:pt idx="19270">
                  <c:v>2.0117382584998134</c:v>
                </c:pt>
                <c:pt idx="19271">
                  <c:v>2.0126911221731389</c:v>
                </c:pt>
                <c:pt idx="19272">
                  <c:v>2.0134996208874529</c:v>
                </c:pt>
                <c:pt idx="19273">
                  <c:v>2.0131353157073471</c:v>
                </c:pt>
                <c:pt idx="19274">
                  <c:v>2.0123792883672884</c:v>
                </c:pt>
                <c:pt idx="19275">
                  <c:v>2.0128232895980309</c:v>
                </c:pt>
                <c:pt idx="19276">
                  <c:v>2.0126382387200281</c:v>
                </c:pt>
                <c:pt idx="19277">
                  <c:v>2.0119104799894507</c:v>
                </c:pt>
                <c:pt idx="19278">
                  <c:v>2.0125853552669173</c:v>
                </c:pt>
                <c:pt idx="19279">
                  <c:v>2.0141422441265027</c:v>
                </c:pt>
                <c:pt idx="19280">
                  <c:v>2.0145676193929805</c:v>
                </c:pt>
                <c:pt idx="19281">
                  <c:v>2.0147297312146986</c:v>
                </c:pt>
                <c:pt idx="19282">
                  <c:v>2.0157234731104809</c:v>
                </c:pt>
                <c:pt idx="19283">
                  <c:v>2.0158468220478669</c:v>
                </c:pt>
                <c:pt idx="19284">
                  <c:v>2.013062982132261</c:v>
                </c:pt>
                <c:pt idx="19285">
                  <c:v>2.0123329157600933</c:v>
                </c:pt>
                <c:pt idx="19286">
                  <c:v>2.0121058603107622</c:v>
                </c:pt>
                <c:pt idx="19287">
                  <c:v>2.0118242456209754</c:v>
                </c:pt>
                <c:pt idx="19288">
                  <c:v>2.0108000923056637</c:v>
                </c:pt>
                <c:pt idx="19289">
                  <c:v>2.0092485329992749</c:v>
                </c:pt>
                <c:pt idx="19290">
                  <c:v>2.0087822795103403</c:v>
                </c:pt>
                <c:pt idx="19291">
                  <c:v>2.009691188105756</c:v>
                </c:pt>
                <c:pt idx="19292">
                  <c:v>2.0102630161974462</c:v>
                </c:pt>
                <c:pt idx="19293">
                  <c:v>2.0093275697237423</c:v>
                </c:pt>
                <c:pt idx="19294">
                  <c:v>2.0094833630030111</c:v>
                </c:pt>
                <c:pt idx="19295">
                  <c:v>2.0109075899430784</c:v>
                </c:pt>
                <c:pt idx="19296">
                  <c:v>2.0139023318168832</c:v>
                </c:pt>
                <c:pt idx="19297">
                  <c:v>2.0160938221137998</c:v>
                </c:pt>
                <c:pt idx="19298">
                  <c:v>2.0153169161117339</c:v>
                </c:pt>
                <c:pt idx="19299">
                  <c:v>2.0141850453836181</c:v>
                </c:pt>
                <c:pt idx="19300">
                  <c:v>2.0138830465264501</c:v>
                </c:pt>
                <c:pt idx="19301">
                  <c:v>2.0143140260653611</c:v>
                </c:pt>
                <c:pt idx="19302">
                  <c:v>2.0144721819300675</c:v>
                </c:pt>
                <c:pt idx="19303">
                  <c:v>2.0130012252477969</c:v>
                </c:pt>
                <c:pt idx="19304">
                  <c:v>2.012524779675172</c:v>
                </c:pt>
                <c:pt idx="19305">
                  <c:v>2.0135331091624358</c:v>
                </c:pt>
                <c:pt idx="19306">
                  <c:v>2.0132644337487089</c:v>
                </c:pt>
                <c:pt idx="19307">
                  <c:v>2.0115038955187798</c:v>
                </c:pt>
                <c:pt idx="19308">
                  <c:v>2.0109175347794555</c:v>
                </c:pt>
                <c:pt idx="19309">
                  <c:v>2.0122331377332365</c:v>
                </c:pt>
                <c:pt idx="19310">
                  <c:v>2.013034054196611</c:v>
                </c:pt>
                <c:pt idx="19311">
                  <c:v>2.0124040955143845</c:v>
                </c:pt>
                <c:pt idx="19312">
                  <c:v>2.0129896320959979</c:v>
                </c:pt>
                <c:pt idx="19313">
                  <c:v>2.0133955572405</c:v>
                </c:pt>
                <c:pt idx="19314">
                  <c:v>2.011451012065669</c:v>
                </c:pt>
                <c:pt idx="19315">
                  <c:v>2.0099149194523198</c:v>
                </c:pt>
                <c:pt idx="19316">
                  <c:v>2.0104061449198918</c:v>
                </c:pt>
                <c:pt idx="19317">
                  <c:v>2.0109913793103447</c:v>
                </c:pt>
                <c:pt idx="19318">
                  <c:v>2.0111261565679874</c:v>
                </c:pt>
                <c:pt idx="19319">
                  <c:v>2.0117344948462672</c:v>
                </c:pt>
                <c:pt idx="19320">
                  <c:v>2.0126666721610516</c:v>
                </c:pt>
                <c:pt idx="19321">
                  <c:v>2.0126830728994967</c:v>
                </c:pt>
                <c:pt idx="19322">
                  <c:v>2.0128321630293842</c:v>
                </c:pt>
                <c:pt idx="19323">
                  <c:v>2.0141447715434824</c:v>
                </c:pt>
                <c:pt idx="19324">
                  <c:v>2.0149207984439901</c:v>
                </c:pt>
                <c:pt idx="19325">
                  <c:v>2.0139083481681723</c:v>
                </c:pt>
                <c:pt idx="19326">
                  <c:v>2.0122044570449003</c:v>
                </c:pt>
                <c:pt idx="19327">
                  <c:v>2.0119039966154588</c:v>
                </c:pt>
                <c:pt idx="19328">
                  <c:v>2.0130645205599875</c:v>
                </c:pt>
                <c:pt idx="19329">
                  <c:v>2.0124694237489287</c:v>
                </c:pt>
                <c:pt idx="19330">
                  <c:v>2.0124054965824927</c:v>
                </c:pt>
                <c:pt idx="19331">
                  <c:v>2.0122042647414342</c:v>
                </c:pt>
                <c:pt idx="19332">
                  <c:v>2.0134957473462123</c:v>
                </c:pt>
                <c:pt idx="19333">
                  <c:v>2.0143988593657283</c:v>
                </c:pt>
                <c:pt idx="19334">
                  <c:v>2.0136165139227709</c:v>
                </c:pt>
                <c:pt idx="19335">
                  <c:v>2.0132809718467728</c:v>
                </c:pt>
                <c:pt idx="19336">
                  <c:v>2.0141372991802378</c:v>
                </c:pt>
                <c:pt idx="19337">
                  <c:v>2.0156580899320895</c:v>
                </c:pt>
                <c:pt idx="19338">
                  <c:v>2.0170335542075999</c:v>
                </c:pt>
                <c:pt idx="19339">
                  <c:v>2.0161537109074525</c:v>
                </c:pt>
                <c:pt idx="19340">
                  <c:v>2.0159108591019979</c:v>
                </c:pt>
                <c:pt idx="19341">
                  <c:v>2.0160764323861016</c:v>
                </c:pt>
                <c:pt idx="19342">
                  <c:v>2.0172602250499989</c:v>
                </c:pt>
                <c:pt idx="19343">
                  <c:v>2.0172038251906552</c:v>
                </c:pt>
                <c:pt idx="19344">
                  <c:v>2.0152754060350322</c:v>
                </c:pt>
                <c:pt idx="19345">
                  <c:v>2.0141630129008155</c:v>
                </c:pt>
                <c:pt idx="19346">
                  <c:v>2.0138838706841606</c:v>
                </c:pt>
                <c:pt idx="19347">
                  <c:v>2.0138215643612227</c:v>
                </c:pt>
                <c:pt idx="19348">
                  <c:v>2.0133957220720422</c:v>
                </c:pt>
                <c:pt idx="19349">
                  <c:v>2.0141267499615392</c:v>
                </c:pt>
                <c:pt idx="19350">
                  <c:v>2.0145561636007998</c:v>
                </c:pt>
                <c:pt idx="19351">
                  <c:v>2.0147501153820797</c:v>
                </c:pt>
                <c:pt idx="19352">
                  <c:v>2.014865497461594</c:v>
                </c:pt>
                <c:pt idx="19353">
                  <c:v>2.0144881156458099</c:v>
                </c:pt>
                <c:pt idx="19354">
                  <c:v>2.0151923309377815</c:v>
                </c:pt>
                <c:pt idx="19355">
                  <c:v>2.0153815300762621</c:v>
                </c:pt>
                <c:pt idx="19356">
                  <c:v>2.0136373651128547</c:v>
                </c:pt>
                <c:pt idx="19357">
                  <c:v>2.0130345761631614</c:v>
                </c:pt>
                <c:pt idx="19358">
                  <c:v>2.0153389485945366</c:v>
                </c:pt>
                <c:pt idx="19359">
                  <c:v>2.0169399298916506</c:v>
                </c:pt>
                <c:pt idx="19360">
                  <c:v>2.018293938594756</c:v>
                </c:pt>
                <c:pt idx="19361">
                  <c:v>2.0191311179974067</c:v>
                </c:pt>
                <c:pt idx="19362">
                  <c:v>2.0168029823520364</c:v>
                </c:pt>
                <c:pt idx="19363">
                  <c:v>2.014169166611723</c:v>
                </c:pt>
                <c:pt idx="19364">
                  <c:v>2.0158521241291401</c:v>
                </c:pt>
                <c:pt idx="19365">
                  <c:v>2.0173249763741454</c:v>
                </c:pt>
                <c:pt idx="19366">
                  <c:v>2.0160270103953759</c:v>
                </c:pt>
                <c:pt idx="19367">
                  <c:v>2.0149852750488999</c:v>
                </c:pt>
                <c:pt idx="19368">
                  <c:v>2.0148056636117886</c:v>
                </c:pt>
                <c:pt idx="19369">
                  <c:v>2.0155189171666557</c:v>
                </c:pt>
                <c:pt idx="19370">
                  <c:v>2.0135309114085405</c:v>
                </c:pt>
                <c:pt idx="19371">
                  <c:v>2.0112672798400033</c:v>
                </c:pt>
                <c:pt idx="19372">
                  <c:v>2.0127386486011298</c:v>
                </c:pt>
                <c:pt idx="19373">
                  <c:v>2.0141752379068594</c:v>
                </c:pt>
                <c:pt idx="19374">
                  <c:v>2.0134803905408671</c:v>
                </c:pt>
                <c:pt idx="19375">
                  <c:v>2.0127910925034613</c:v>
                </c:pt>
                <c:pt idx="19376">
                  <c:v>2.0125338454099908</c:v>
                </c:pt>
                <c:pt idx="19377">
                  <c:v>2.0122392365002968</c:v>
                </c:pt>
                <c:pt idx="19378">
                  <c:v>2.011311674468693</c:v>
                </c:pt>
                <c:pt idx="19379">
                  <c:v>2.0105057581152064</c:v>
                </c:pt>
                <c:pt idx="19380">
                  <c:v>2.0112323355530646</c:v>
                </c:pt>
                <c:pt idx="19381">
                  <c:v>2.0126865343618823</c:v>
                </c:pt>
                <c:pt idx="19382">
                  <c:v>2.0145685259664621</c:v>
                </c:pt>
                <c:pt idx="19383">
                  <c:v>2.0150775532405882</c:v>
                </c:pt>
                <c:pt idx="19384">
                  <c:v>2.0143552339509023</c:v>
                </c:pt>
                <c:pt idx="19385">
                  <c:v>2.0139544460561307</c:v>
                </c:pt>
                <c:pt idx="19386">
                  <c:v>2.0146062174457704</c:v>
                </c:pt>
                <c:pt idx="19387">
                  <c:v>2.0149020076481836</c:v>
                </c:pt>
                <c:pt idx="19388">
                  <c:v>2.0141018878705963</c:v>
                </c:pt>
                <c:pt idx="19389">
                  <c:v>2.0142777631260853</c:v>
                </c:pt>
                <c:pt idx="19390">
                  <c:v>2.0154983681677328</c:v>
                </c:pt>
                <c:pt idx="19391">
                  <c:v>2.0158503384540998</c:v>
                </c:pt>
                <c:pt idx="19392">
                  <c:v>2.0147456924023648</c:v>
                </c:pt>
                <c:pt idx="19393">
                  <c:v>2.0125873332454232</c:v>
                </c:pt>
                <c:pt idx="19394">
                  <c:v>2.0115477407089952</c:v>
                </c:pt>
                <c:pt idx="19395">
                  <c:v>2.0127681809191005</c:v>
                </c:pt>
                <c:pt idx="19396">
                  <c:v>2.0128659534955275</c:v>
                </c:pt>
                <c:pt idx="19397">
                  <c:v>2.011679550998879</c:v>
                </c:pt>
                <c:pt idx="19398">
                  <c:v>2.0123671183050922</c:v>
                </c:pt>
                <c:pt idx="19399">
                  <c:v>2.0140349662644779</c:v>
                </c:pt>
                <c:pt idx="19400">
                  <c:v>2.0126588701347221</c:v>
                </c:pt>
                <c:pt idx="19401">
                  <c:v>2.0117789169468803</c:v>
                </c:pt>
                <c:pt idx="19402">
                  <c:v>2.0132076492824336</c:v>
                </c:pt>
                <c:pt idx="19403">
                  <c:v>2.0133693215533723</c:v>
                </c:pt>
                <c:pt idx="19404">
                  <c:v>2.0124045075932395</c:v>
                </c:pt>
                <c:pt idx="19405">
                  <c:v>2.0133268499593417</c:v>
                </c:pt>
                <c:pt idx="19406">
                  <c:v>2.0143605085602516</c:v>
                </c:pt>
                <c:pt idx="19407">
                  <c:v>2.0140465044724292</c:v>
                </c:pt>
                <c:pt idx="19408">
                  <c:v>2.0151443649590117</c:v>
                </c:pt>
                <c:pt idx="19409">
                  <c:v>2.016215605151535</c:v>
                </c:pt>
                <c:pt idx="19410">
                  <c:v>2.0160558559152548</c:v>
                </c:pt>
                <c:pt idx="19411">
                  <c:v>2.015677073031362</c:v>
                </c:pt>
                <c:pt idx="19412">
                  <c:v>2.0154134249796707</c:v>
                </c:pt>
                <c:pt idx="19413">
                  <c:v>2.0146416012834885</c:v>
                </c:pt>
                <c:pt idx="19414">
                  <c:v>2.0134281114700774</c:v>
                </c:pt>
                <c:pt idx="19415">
                  <c:v>2.0133174545614381</c:v>
                </c:pt>
                <c:pt idx="19416">
                  <c:v>2.0145986351948308</c:v>
                </c:pt>
                <c:pt idx="19417">
                  <c:v>2.0155511142612252</c:v>
                </c:pt>
                <c:pt idx="19418">
                  <c:v>2.0158365475484055</c:v>
                </c:pt>
                <c:pt idx="19419">
                  <c:v>2.0142963341465023</c:v>
                </c:pt>
                <c:pt idx="19420">
                  <c:v>2.0127201599964835</c:v>
                </c:pt>
                <c:pt idx="19421">
                  <c:v>2.0132188578273005</c:v>
                </c:pt>
                <c:pt idx="19422">
                  <c:v>2.0162717852354892</c:v>
                </c:pt>
                <c:pt idx="19423">
                  <c:v>2.0166133986066241</c:v>
                </c:pt>
                <c:pt idx="19424">
                  <c:v>2.0149503032900378</c:v>
                </c:pt>
                <c:pt idx="19425">
                  <c:v>2.0137852190061758</c:v>
                </c:pt>
                <c:pt idx="19426">
                  <c:v>2.0138181853146087</c:v>
                </c:pt>
                <c:pt idx="19427">
                  <c:v>2.014643963868926</c:v>
                </c:pt>
                <c:pt idx="19428">
                  <c:v>2.0146960506362497</c:v>
                </c:pt>
                <c:pt idx="19429">
                  <c:v>2.0142210610755806</c:v>
                </c:pt>
                <c:pt idx="19430">
                  <c:v>2.0139192270499549</c:v>
                </c:pt>
                <c:pt idx="19431">
                  <c:v>2.0152213138172788</c:v>
                </c:pt>
                <c:pt idx="19432">
                  <c:v>2.0166404309795389</c:v>
                </c:pt>
                <c:pt idx="19433">
                  <c:v>2.0163351080196041</c:v>
                </c:pt>
                <c:pt idx="19434">
                  <c:v>2.0160140436473926</c:v>
                </c:pt>
                <c:pt idx="19435">
                  <c:v>2.0148767334783853</c:v>
                </c:pt>
                <c:pt idx="19436">
                  <c:v>2.0144553141689192</c:v>
                </c:pt>
                <c:pt idx="19437">
                  <c:v>2.0145947067097425</c:v>
                </c:pt>
                <c:pt idx="19438">
                  <c:v>2.0154408969033648</c:v>
                </c:pt>
                <c:pt idx="19439">
                  <c:v>2.0166204588910133</c:v>
                </c:pt>
                <c:pt idx="19440">
                  <c:v>2.0154349354959233</c:v>
                </c:pt>
                <c:pt idx="19441">
                  <c:v>2.014786900287906</c:v>
                </c:pt>
                <c:pt idx="19442">
                  <c:v>2.0142097701149426</c:v>
                </c:pt>
                <c:pt idx="19443">
                  <c:v>2.0133981670732513</c:v>
                </c:pt>
                <c:pt idx="19444">
                  <c:v>2.0145157524010462</c:v>
                </c:pt>
                <c:pt idx="19445">
                  <c:v>2.0165791685897014</c:v>
                </c:pt>
                <c:pt idx="19446">
                  <c:v>2.0164270840201315</c:v>
                </c:pt>
                <c:pt idx="19447">
                  <c:v>2.0150401639524405</c:v>
                </c:pt>
                <c:pt idx="19448">
                  <c:v>2.0142130392738622</c:v>
                </c:pt>
                <c:pt idx="19449">
                  <c:v>2.0147696753917494</c:v>
                </c:pt>
                <c:pt idx="19450">
                  <c:v>2.0146407771257775</c:v>
                </c:pt>
                <c:pt idx="19451">
                  <c:v>2.0143682281708095</c:v>
                </c:pt>
                <c:pt idx="19452">
                  <c:v>2.0150631579525724</c:v>
                </c:pt>
                <c:pt idx="19453">
                  <c:v>2.015562872244566</c:v>
                </c:pt>
                <c:pt idx="19454">
                  <c:v>2.0162733236632162</c:v>
                </c:pt>
                <c:pt idx="19455">
                  <c:v>2.0163632392694666</c:v>
                </c:pt>
                <c:pt idx="19456">
                  <c:v>2.0157455880090547</c:v>
                </c:pt>
                <c:pt idx="19457">
                  <c:v>2.0150196698973648</c:v>
                </c:pt>
                <c:pt idx="19458">
                  <c:v>2.0159949231885013</c:v>
                </c:pt>
                <c:pt idx="19459">
                  <c:v>2.017282477308191</c:v>
                </c:pt>
                <c:pt idx="19460">
                  <c:v>2.0169527867519395</c:v>
                </c:pt>
                <c:pt idx="19461">
                  <c:v>2.0165758444869342</c:v>
                </c:pt>
                <c:pt idx="19462">
                  <c:v>2.0153394980330104</c:v>
                </c:pt>
                <c:pt idx="19463">
                  <c:v>2.013681127887299</c:v>
                </c:pt>
                <c:pt idx="19464">
                  <c:v>2.0131192171600625</c:v>
                </c:pt>
                <c:pt idx="19465">
                  <c:v>2.0138566734797037</c:v>
                </c:pt>
                <c:pt idx="19466">
                  <c:v>2.0138296960506361</c:v>
                </c:pt>
                <c:pt idx="19467">
                  <c:v>2.0141638095866026</c:v>
                </c:pt>
                <c:pt idx="19468">
                  <c:v>2.0159380837783787</c:v>
                </c:pt>
                <c:pt idx="19469">
                  <c:v>2.0171217940265049</c:v>
                </c:pt>
                <c:pt idx="19470">
                  <c:v>2.0175806850398894</c:v>
                </c:pt>
                <c:pt idx="19471">
                  <c:v>2.0170064668908374</c:v>
                </c:pt>
                <c:pt idx="19472">
                  <c:v>2.0144248203336192</c:v>
                </c:pt>
                <c:pt idx="19473">
                  <c:v>2.0128345805586689</c:v>
                </c:pt>
                <c:pt idx="19474">
                  <c:v>2.0136744796817654</c:v>
                </c:pt>
                <c:pt idx="19475">
                  <c:v>2.0163248609920661</c:v>
                </c:pt>
                <c:pt idx="19476">
                  <c:v>2.016955533944309</c:v>
                </c:pt>
                <c:pt idx="19477">
                  <c:v>2.0159214632645437</c:v>
                </c:pt>
                <c:pt idx="19478">
                  <c:v>2.0146440188127732</c:v>
                </c:pt>
                <c:pt idx="19479">
                  <c:v>2.0141151568097406</c:v>
                </c:pt>
                <c:pt idx="19480">
                  <c:v>2.0146525351091187</c:v>
                </c:pt>
                <c:pt idx="19481">
                  <c:v>2.0144908353662556</c:v>
                </c:pt>
                <c:pt idx="19482">
                  <c:v>2.0140856244917695</c:v>
                </c:pt>
                <c:pt idx="19483">
                  <c:v>2.0137845322080832</c:v>
                </c:pt>
                <c:pt idx="19484">
                  <c:v>2.0126384584954176</c:v>
                </c:pt>
                <c:pt idx="19485">
                  <c:v>2.0115055713061252</c:v>
                </c:pt>
                <c:pt idx="19486">
                  <c:v>2.0118881178435637</c:v>
                </c:pt>
                <c:pt idx="19487">
                  <c:v>2.0126076899408805</c:v>
                </c:pt>
                <c:pt idx="19488">
                  <c:v>2.014224165402958</c:v>
                </c:pt>
                <c:pt idx="19489">
                  <c:v>2.0151002999934069</c:v>
                </c:pt>
                <c:pt idx="19490">
                  <c:v>2.0143405639436498</c:v>
                </c:pt>
                <c:pt idx="19491">
                  <c:v>2.0138117019406168</c:v>
                </c:pt>
                <c:pt idx="19492">
                  <c:v>2.0135439880442187</c:v>
                </c:pt>
                <c:pt idx="19493">
                  <c:v>2.0139120568778708</c:v>
                </c:pt>
                <c:pt idx="19494">
                  <c:v>2.013700001098877</c:v>
                </c:pt>
                <c:pt idx="19495">
                  <c:v>2.0140415595261643</c:v>
                </c:pt>
                <c:pt idx="19496">
                  <c:v>2.0143036966220524</c:v>
                </c:pt>
                <c:pt idx="19497">
                  <c:v>2.0148138227731258</c:v>
                </c:pt>
                <c:pt idx="19498">
                  <c:v>2.0151160414056832</c:v>
                </c:pt>
                <c:pt idx="19499">
                  <c:v>2.0144380343289159</c:v>
                </c:pt>
                <c:pt idx="19500">
                  <c:v>2.0144826212610711</c:v>
                </c:pt>
                <c:pt idx="19501">
                  <c:v>2.0144808355860309</c:v>
                </c:pt>
                <c:pt idx="19502">
                  <c:v>2.0136072009406387</c:v>
                </c:pt>
                <c:pt idx="19503">
                  <c:v>2.0121176182941034</c:v>
                </c:pt>
                <c:pt idx="19504">
                  <c:v>2.0104524351113162</c:v>
                </c:pt>
                <c:pt idx="19505">
                  <c:v>2.0110224775279666</c:v>
                </c:pt>
                <c:pt idx="19506">
                  <c:v>2.0115550757126215</c:v>
                </c:pt>
                <c:pt idx="19507">
                  <c:v>2.0115438671677546</c:v>
                </c:pt>
                <c:pt idx="19508">
                  <c:v>2.0129411441506782</c:v>
                </c:pt>
                <c:pt idx="19509">
                  <c:v>2.0158508878925736</c:v>
                </c:pt>
                <c:pt idx="19510">
                  <c:v>2.0156581448759368</c:v>
                </c:pt>
                <c:pt idx="19511">
                  <c:v>2.0139606821828093</c:v>
                </c:pt>
                <c:pt idx="19512">
                  <c:v>2.0133883870684159</c:v>
                </c:pt>
                <c:pt idx="19513">
                  <c:v>2.013090783719039</c:v>
                </c:pt>
                <c:pt idx="19514">
                  <c:v>2.0136250576910397</c:v>
                </c:pt>
                <c:pt idx="19515">
                  <c:v>2.0144635557460275</c:v>
                </c:pt>
                <c:pt idx="19516">
                  <c:v>2.0146996219863298</c:v>
                </c:pt>
                <c:pt idx="19517">
                  <c:v>2.0158816839190346</c:v>
                </c:pt>
                <c:pt idx="19518">
                  <c:v>2.0179987802465882</c:v>
                </c:pt>
                <c:pt idx="19519">
                  <c:v>2.0172009955825145</c:v>
                </c:pt>
                <c:pt idx="19520">
                  <c:v>2.0150174996153929</c:v>
                </c:pt>
                <c:pt idx="19521">
                  <c:v>2.0139643634205844</c:v>
                </c:pt>
                <c:pt idx="19522">
                  <c:v>2.0109761049207711</c:v>
                </c:pt>
                <c:pt idx="19523">
                  <c:v>2.0095568229269687</c:v>
                </c:pt>
                <c:pt idx="19524">
                  <c:v>2.0116395793499042</c:v>
                </c:pt>
                <c:pt idx="19525">
                  <c:v>2.0136198654974615</c:v>
                </c:pt>
                <c:pt idx="19526">
                  <c:v>2.0123447561592052</c:v>
                </c:pt>
                <c:pt idx="19527">
                  <c:v>2.0113813982110282</c:v>
                </c:pt>
                <c:pt idx="19528">
                  <c:v>2.0115389496934135</c:v>
                </c:pt>
                <c:pt idx="19529">
                  <c:v>2.0119536383815739</c:v>
                </c:pt>
                <c:pt idx="19530">
                  <c:v>2.0115940583723435</c:v>
                </c:pt>
                <c:pt idx="19531">
                  <c:v>2.0104377101602164</c:v>
                </c:pt>
                <c:pt idx="19532">
                  <c:v>2.0101355739434297</c:v>
                </c:pt>
                <c:pt idx="19533">
                  <c:v>2.0112819773191797</c:v>
                </c:pt>
                <c:pt idx="19534">
                  <c:v>2.011636639854069</c:v>
                </c:pt>
                <c:pt idx="19535">
                  <c:v>2.011428649919782</c:v>
                </c:pt>
                <c:pt idx="19536">
                  <c:v>2.0128762005230656</c:v>
                </c:pt>
                <c:pt idx="19537">
                  <c:v>2.012395579218039</c:v>
                </c:pt>
                <c:pt idx="19538">
                  <c:v>2.0118250148348387</c:v>
                </c:pt>
                <c:pt idx="19539">
                  <c:v>2.01180658117404</c:v>
                </c:pt>
                <c:pt idx="19540">
                  <c:v>2.0119470176479637</c:v>
                </c:pt>
                <c:pt idx="19541">
                  <c:v>2.0123255258126194</c:v>
                </c:pt>
                <c:pt idx="19542">
                  <c:v>2.0132822355552626</c:v>
                </c:pt>
                <c:pt idx="19543">
                  <c:v>2.0138255203182349</c:v>
                </c:pt>
                <c:pt idx="19544">
                  <c:v>2.0125543119931431</c:v>
                </c:pt>
                <c:pt idx="19545">
                  <c:v>2.0126690896903363</c:v>
                </c:pt>
                <c:pt idx="19546">
                  <c:v>2.0145751467000723</c:v>
                </c:pt>
                <c:pt idx="19547">
                  <c:v>2.0144982253137296</c:v>
                </c:pt>
                <c:pt idx="19548">
                  <c:v>2.0146556943803433</c:v>
                </c:pt>
                <c:pt idx="19549">
                  <c:v>2.0144908353662556</c:v>
                </c:pt>
                <c:pt idx="19550">
                  <c:v>2.0145264939232104</c:v>
                </c:pt>
                <c:pt idx="19551">
                  <c:v>2.0163817553460364</c:v>
                </c:pt>
                <c:pt idx="19552">
                  <c:v>2.0170094888024437</c:v>
                </c:pt>
                <c:pt idx="19553">
                  <c:v>2.0136947539614516</c:v>
                </c:pt>
                <c:pt idx="19554">
                  <c:v>2.0106849300015384</c:v>
                </c:pt>
                <c:pt idx="19555">
                  <c:v>2.0108608052570274</c:v>
                </c:pt>
                <c:pt idx="19556">
                  <c:v>2.0102207369068812</c:v>
                </c:pt>
                <c:pt idx="19557">
                  <c:v>2.0098531625678557</c:v>
                </c:pt>
                <c:pt idx="19558">
                  <c:v>2.0115566690841962</c:v>
                </c:pt>
                <c:pt idx="19559">
                  <c:v>2.012321185248676</c:v>
                </c:pt>
                <c:pt idx="19560">
                  <c:v>2.0129240840860638</c:v>
                </c:pt>
                <c:pt idx="19561">
                  <c:v>2.0139314245840749</c:v>
                </c:pt>
                <c:pt idx="19562">
                  <c:v>2.0149811817322698</c:v>
                </c:pt>
                <c:pt idx="19563">
                  <c:v>2.0142397145117688</c:v>
                </c:pt>
                <c:pt idx="19564">
                  <c:v>2.0140785916793038</c:v>
                </c:pt>
                <c:pt idx="19565">
                  <c:v>2.0141801004373532</c:v>
                </c:pt>
                <c:pt idx="19566">
                  <c:v>2.0136445352849388</c:v>
                </c:pt>
                <c:pt idx="19567">
                  <c:v>2.0140987835432189</c:v>
                </c:pt>
                <c:pt idx="19568">
                  <c:v>2.0144793521021516</c:v>
                </c:pt>
                <c:pt idx="19569">
                  <c:v>2.0140445814377705</c:v>
                </c:pt>
                <c:pt idx="19570">
                  <c:v>2.0129288092569393</c:v>
                </c:pt>
                <c:pt idx="19571">
                  <c:v>2.0130339168369926</c:v>
                </c:pt>
                <c:pt idx="19572">
                  <c:v>2.0122179732313574</c:v>
                </c:pt>
                <c:pt idx="19573">
                  <c:v>2.0107921529197159</c:v>
                </c:pt>
                <c:pt idx="19574">
                  <c:v>2.0102497197863785</c:v>
                </c:pt>
                <c:pt idx="19575">
                  <c:v>2.010369057822905</c:v>
                </c:pt>
                <c:pt idx="19576">
                  <c:v>2.0109365728225752</c:v>
                </c:pt>
                <c:pt idx="19577">
                  <c:v>2.0095958330586141</c:v>
                </c:pt>
                <c:pt idx="19578">
                  <c:v>2.0089628524647809</c:v>
                </c:pt>
                <c:pt idx="19579">
                  <c:v>2.0099378585086041</c:v>
                </c:pt>
                <c:pt idx="19580">
                  <c:v>2.0116665842508956</c:v>
                </c:pt>
                <c:pt idx="19581">
                  <c:v>2.0129375728005976</c:v>
                </c:pt>
                <c:pt idx="19582">
                  <c:v>2.012666177666425</c:v>
                </c:pt>
                <c:pt idx="19583">
                  <c:v>2.0122756917430387</c:v>
                </c:pt>
                <c:pt idx="19584">
                  <c:v>2.0119555888881564</c:v>
                </c:pt>
                <c:pt idx="19585">
                  <c:v>2.0118913870024833</c:v>
                </c:pt>
                <c:pt idx="19586">
                  <c:v>2.0122222313795302</c:v>
                </c:pt>
                <c:pt idx="19587">
                  <c:v>2.0125969209467924</c:v>
                </c:pt>
                <c:pt idx="19588">
                  <c:v>2.0132903123008283</c:v>
                </c:pt>
                <c:pt idx="19589">
                  <c:v>2.0138178831234477</c:v>
                </c:pt>
                <c:pt idx="19590">
                  <c:v>2.0132485824487376</c:v>
                </c:pt>
                <c:pt idx="19591">
                  <c:v>2.0131560020658887</c:v>
                </c:pt>
                <c:pt idx="19592">
                  <c:v>2.0149828575196151</c:v>
                </c:pt>
                <c:pt idx="19593">
                  <c:v>2.0159337981582821</c:v>
                </c:pt>
                <c:pt idx="19594">
                  <c:v>2.0149070350102196</c:v>
                </c:pt>
                <c:pt idx="19595">
                  <c:v>2.0129196885782732</c:v>
                </c:pt>
                <c:pt idx="19596">
                  <c:v>2.0130915254609789</c:v>
                </c:pt>
                <c:pt idx="19597">
                  <c:v>2.0149449462649174</c:v>
                </c:pt>
                <c:pt idx="19598">
                  <c:v>2.0152682083910243</c:v>
                </c:pt>
                <c:pt idx="19599">
                  <c:v>2.0135977505988878</c:v>
                </c:pt>
                <c:pt idx="19600">
                  <c:v>2.0126660403068066</c:v>
                </c:pt>
                <c:pt idx="19601">
                  <c:v>2.0135061317333687</c:v>
                </c:pt>
                <c:pt idx="19602">
                  <c:v>2.0136000582404781</c:v>
                </c:pt>
                <c:pt idx="19603">
                  <c:v>2.0149488472780819</c:v>
                </c:pt>
                <c:pt idx="19604">
                  <c:v>2.0151444748467067</c:v>
                </c:pt>
                <c:pt idx="19605">
                  <c:v>2.0155496582492693</c:v>
                </c:pt>
                <c:pt idx="19606">
                  <c:v>2.0155928715852398</c:v>
                </c:pt>
                <c:pt idx="19607">
                  <c:v>2.0139437594778138</c:v>
                </c:pt>
                <c:pt idx="19608">
                  <c:v>2.0129197984659677</c:v>
                </c:pt>
                <c:pt idx="19609">
                  <c:v>2.013894364959012</c:v>
                </c:pt>
                <c:pt idx="19610">
                  <c:v>2.0152468627063143</c:v>
                </c:pt>
                <c:pt idx="19611">
                  <c:v>2.0150067580932287</c:v>
                </c:pt>
                <c:pt idx="19612">
                  <c:v>2.015181342168304</c:v>
                </c:pt>
                <c:pt idx="19613">
                  <c:v>2.0153129876266456</c:v>
                </c:pt>
                <c:pt idx="19614">
                  <c:v>2.0145763005208677</c:v>
                </c:pt>
                <c:pt idx="19615">
                  <c:v>2.012516977648843</c:v>
                </c:pt>
                <c:pt idx="19616">
                  <c:v>2.0124090954044966</c:v>
                </c:pt>
                <c:pt idx="19617">
                  <c:v>2.0125403562559065</c:v>
                </c:pt>
                <c:pt idx="19618">
                  <c:v>2.0124372815982068</c:v>
                </c:pt>
                <c:pt idx="19619">
                  <c:v>2.014702753785631</c:v>
                </c:pt>
                <c:pt idx="19620">
                  <c:v>2.0143733379486166</c:v>
                </c:pt>
                <c:pt idx="19621">
                  <c:v>2.0137615382079517</c:v>
                </c:pt>
                <c:pt idx="19622">
                  <c:v>2.0145386365134832</c:v>
                </c:pt>
                <c:pt idx="19623">
                  <c:v>2.0153138942001276</c:v>
                </c:pt>
                <c:pt idx="19624">
                  <c:v>2.0171266290850749</c:v>
                </c:pt>
                <c:pt idx="19625">
                  <c:v>2.0174791213379928</c:v>
                </c:pt>
                <c:pt idx="19626">
                  <c:v>2.0143790795806686</c:v>
                </c:pt>
                <c:pt idx="19627">
                  <c:v>2.0138703270257796</c:v>
                </c:pt>
                <c:pt idx="19628">
                  <c:v>2.0161602492252917</c:v>
                </c:pt>
                <c:pt idx="19629">
                  <c:v>2.0168853157073472</c:v>
                </c:pt>
                <c:pt idx="19630">
                  <c:v>2.0166851277993891</c:v>
                </c:pt>
                <c:pt idx="19631">
                  <c:v>2.0157345717676534</c:v>
                </c:pt>
                <c:pt idx="19632">
                  <c:v>2.0130421034702533</c:v>
                </c:pt>
                <c:pt idx="19633">
                  <c:v>2.0117538900243952</c:v>
                </c:pt>
                <c:pt idx="19634">
                  <c:v>2.0127485934375069</c:v>
                </c:pt>
                <c:pt idx="19635">
                  <c:v>2.014592151820839</c:v>
                </c:pt>
                <c:pt idx="19636">
                  <c:v>2.0148405804268039</c:v>
                </c:pt>
                <c:pt idx="19637">
                  <c:v>2.0143213061251402</c:v>
                </c:pt>
                <c:pt idx="19638">
                  <c:v>2.0142241928748819</c:v>
                </c:pt>
                <c:pt idx="19639">
                  <c:v>2.0141948803323002</c:v>
                </c:pt>
                <c:pt idx="19640">
                  <c:v>2.0148843706731721</c:v>
                </c:pt>
                <c:pt idx="19641">
                  <c:v>2.0150543394650668</c:v>
                </c:pt>
                <c:pt idx="19642">
                  <c:v>2.0159072877519177</c:v>
                </c:pt>
                <c:pt idx="19643">
                  <c:v>2.0165282905870199</c:v>
                </c:pt>
                <c:pt idx="19644">
                  <c:v>2.0158306410848112</c:v>
                </c:pt>
                <c:pt idx="19645">
                  <c:v>2.0156258378936727</c:v>
                </c:pt>
                <c:pt idx="19646">
                  <c:v>2.0144040790312299</c:v>
                </c:pt>
                <c:pt idx="19647">
                  <c:v>2.0137471429199358</c:v>
                </c:pt>
                <c:pt idx="19648">
                  <c:v>2.0148587668402893</c:v>
                </c:pt>
                <c:pt idx="19649">
                  <c:v>2.0171909958022902</c:v>
                </c:pt>
                <c:pt idx="19650">
                  <c:v>2.0165537570602843</c:v>
                </c:pt>
                <c:pt idx="19651">
                  <c:v>2.0154440836465133</c:v>
                </c:pt>
                <c:pt idx="19652">
                  <c:v>2.0151507933891564</c:v>
                </c:pt>
                <c:pt idx="19653">
                  <c:v>2.0152250225269772</c:v>
                </c:pt>
                <c:pt idx="19654">
                  <c:v>2.0164915606250413</c:v>
                </c:pt>
                <c:pt idx="19655">
                  <c:v>2.0170263016197447</c:v>
                </c:pt>
                <c:pt idx="19656">
                  <c:v>2.0160866794136392</c:v>
                </c:pt>
                <c:pt idx="19657">
                  <c:v>2.0132016054592206</c:v>
                </c:pt>
                <c:pt idx="19658">
                  <c:v>2.0102897463792004</c:v>
                </c:pt>
                <c:pt idx="19659">
                  <c:v>2.0091107613019492</c:v>
                </c:pt>
                <c:pt idx="19660">
                  <c:v>2.0103434539900222</c:v>
                </c:pt>
                <c:pt idx="19661">
                  <c:v>2.0125552735104724</c:v>
                </c:pt>
                <c:pt idx="19662">
                  <c:v>2.0143802608733874</c:v>
                </c:pt>
                <c:pt idx="19663">
                  <c:v>2.0160317355662514</c:v>
                </c:pt>
                <c:pt idx="19664">
                  <c:v>2.0152730159776708</c:v>
                </c:pt>
                <c:pt idx="19665">
                  <c:v>2.0139558196523155</c:v>
                </c:pt>
                <c:pt idx="19666">
                  <c:v>2.0137590932067426</c:v>
                </c:pt>
                <c:pt idx="19667">
                  <c:v>2.013328333443221</c:v>
                </c:pt>
                <c:pt idx="19668">
                  <c:v>2.0127434836596998</c:v>
                </c:pt>
                <c:pt idx="19669">
                  <c:v>2.0123947825322519</c:v>
                </c:pt>
                <c:pt idx="19670">
                  <c:v>2.0112451374695062</c:v>
                </c:pt>
                <c:pt idx="19671">
                  <c:v>2.0091185633282787</c:v>
                </c:pt>
                <c:pt idx="19672">
                  <c:v>2.00982961912925</c:v>
                </c:pt>
                <c:pt idx="19673">
                  <c:v>2.011495544053977</c:v>
                </c:pt>
                <c:pt idx="19674">
                  <c:v>2.0117589998022023</c:v>
                </c:pt>
                <c:pt idx="19675">
                  <c:v>2.0124351662600821</c:v>
                </c:pt>
                <c:pt idx="19676">
                  <c:v>2.0130696303377946</c:v>
                </c:pt>
                <c:pt idx="19677">
                  <c:v>2.0130686962923892</c:v>
                </c:pt>
                <c:pt idx="19678">
                  <c:v>2.012240829871871</c:v>
                </c:pt>
                <c:pt idx="19679">
                  <c:v>2.0125460704160347</c:v>
                </c:pt>
                <c:pt idx="19680">
                  <c:v>2.0135163787609063</c:v>
                </c:pt>
                <c:pt idx="19681">
                  <c:v>2.0124952473572009</c:v>
                </c:pt>
                <c:pt idx="19682">
                  <c:v>2.0125281587217865</c:v>
                </c:pt>
                <c:pt idx="19683">
                  <c:v>2.0136128052130724</c:v>
                </c:pt>
                <c:pt idx="19684">
                  <c:v>2.0135590976022506</c:v>
                </c:pt>
                <c:pt idx="19685">
                  <c:v>2.0128358167952354</c:v>
                </c:pt>
                <c:pt idx="19686">
                  <c:v>2.0118767994110018</c:v>
                </c:pt>
                <c:pt idx="19687">
                  <c:v>2.0107796531944353</c:v>
                </c:pt>
                <c:pt idx="19688">
                  <c:v>2.0104229577371924</c:v>
                </c:pt>
                <c:pt idx="19689">
                  <c:v>2.009851679083976</c:v>
                </c:pt>
                <c:pt idx="19690">
                  <c:v>2.0096409419573198</c:v>
                </c:pt>
                <c:pt idx="19691">
                  <c:v>2.010991708973429</c:v>
                </c:pt>
                <c:pt idx="19692">
                  <c:v>2.0119528691677107</c:v>
                </c:pt>
                <c:pt idx="19693">
                  <c:v>2.0116195523175313</c:v>
                </c:pt>
                <c:pt idx="19694">
                  <c:v>2.0122959660227249</c:v>
                </c:pt>
                <c:pt idx="19695">
                  <c:v>2.0128087569503967</c:v>
                </c:pt>
                <c:pt idx="19696">
                  <c:v>2.012435083844311</c:v>
                </c:pt>
                <c:pt idx="19697">
                  <c:v>2.0119204522977516</c:v>
                </c:pt>
                <c:pt idx="19698">
                  <c:v>2.012087124458803</c:v>
                </c:pt>
                <c:pt idx="19699">
                  <c:v>2.012167562251379</c:v>
                </c:pt>
                <c:pt idx="19700">
                  <c:v>2.0139857640491416</c:v>
                </c:pt>
                <c:pt idx="19701">
                  <c:v>2.0153515032636644</c:v>
                </c:pt>
                <c:pt idx="19702">
                  <c:v>2.0130733665194174</c:v>
                </c:pt>
                <c:pt idx="19703">
                  <c:v>2.0115633172897298</c:v>
                </c:pt>
                <c:pt idx="19704">
                  <c:v>2.0123868156743807</c:v>
                </c:pt>
                <c:pt idx="19705">
                  <c:v>2.0128569701764798</c:v>
                </c:pt>
                <c:pt idx="19706">
                  <c:v>2.0147458847058308</c:v>
                </c:pt>
                <c:pt idx="19707">
                  <c:v>2.0147741533153116</c:v>
                </c:pt>
                <c:pt idx="19708">
                  <c:v>2.0135521746774798</c:v>
                </c:pt>
                <c:pt idx="19709">
                  <c:v>2.0146559965715038</c:v>
                </c:pt>
                <c:pt idx="19710">
                  <c:v>2.0156471286345354</c:v>
                </c:pt>
                <c:pt idx="19711">
                  <c:v>2.0133529208149272</c:v>
                </c:pt>
                <c:pt idx="19712">
                  <c:v>2.0120036098107734</c:v>
                </c:pt>
                <c:pt idx="19713">
                  <c:v>2.0120126480736689</c:v>
                </c:pt>
                <c:pt idx="19714">
                  <c:v>2.0117429287268411</c:v>
                </c:pt>
                <c:pt idx="19715">
                  <c:v>2.0118528988373883</c:v>
                </c:pt>
                <c:pt idx="19716">
                  <c:v>2.0131908364651325</c:v>
                </c:pt>
                <c:pt idx="19717">
                  <c:v>2.0141978473000592</c:v>
                </c:pt>
                <c:pt idx="19718">
                  <c:v>2.013868403991121</c:v>
                </c:pt>
                <c:pt idx="19719">
                  <c:v>2.0134217654557043</c:v>
                </c:pt>
                <c:pt idx="19720">
                  <c:v>2.0145081426781828</c:v>
                </c:pt>
                <c:pt idx="19721">
                  <c:v>2.0147324234632205</c:v>
                </c:pt>
                <c:pt idx="19722">
                  <c:v>2.013631870728116</c:v>
                </c:pt>
                <c:pt idx="19723">
                  <c:v>2.0126888694753959</c:v>
                </c:pt>
                <c:pt idx="19724">
                  <c:v>2.0106607547086877</c:v>
                </c:pt>
                <c:pt idx="19725">
                  <c:v>2.0095108349267048</c:v>
                </c:pt>
                <c:pt idx="19726">
                  <c:v>2.0110497846201181</c:v>
                </c:pt>
                <c:pt idx="19727">
                  <c:v>2.0124765389771655</c:v>
                </c:pt>
                <c:pt idx="19728">
                  <c:v>2.0126197226434583</c:v>
                </c:pt>
                <c:pt idx="19729">
                  <c:v>2.0127709006395462</c:v>
                </c:pt>
                <c:pt idx="19730">
                  <c:v>2.0118364706270193</c:v>
                </c:pt>
                <c:pt idx="19731">
                  <c:v>2.0112907958066857</c:v>
                </c:pt>
                <c:pt idx="19732">
                  <c:v>2.0120410815146919</c:v>
                </c:pt>
                <c:pt idx="19733">
                  <c:v>2.0139013153557066</c:v>
                </c:pt>
                <c:pt idx="19734">
                  <c:v>2.0154659512977737</c:v>
                </c:pt>
                <c:pt idx="19735">
                  <c:v>2.0156426507109733</c:v>
                </c:pt>
                <c:pt idx="19736">
                  <c:v>2.0157624282982791</c:v>
                </c:pt>
                <c:pt idx="19737">
                  <c:v>2.0149394244082548</c:v>
                </c:pt>
                <c:pt idx="19738">
                  <c:v>2.0148447561592051</c:v>
                </c:pt>
                <c:pt idx="19739">
                  <c:v>2.0150621964352431</c:v>
                </c:pt>
                <c:pt idx="19740">
                  <c:v>2.0159321498428606</c:v>
                </c:pt>
                <c:pt idx="19741">
                  <c:v>2.0164331003714202</c:v>
                </c:pt>
                <c:pt idx="19742">
                  <c:v>2.0155897397859386</c:v>
                </c:pt>
                <c:pt idx="19743">
                  <c:v>2.0147804443858375</c:v>
                </c:pt>
                <c:pt idx="19744">
                  <c:v>2.014518362233797</c:v>
                </c:pt>
                <c:pt idx="19745">
                  <c:v>2.0141426562053582</c:v>
                </c:pt>
                <c:pt idx="19746">
                  <c:v>2.0128987824443421</c:v>
                </c:pt>
                <c:pt idx="19747">
                  <c:v>2.0119969616052393</c:v>
                </c:pt>
                <c:pt idx="19748">
                  <c:v>2.0118029274081888</c:v>
                </c:pt>
                <c:pt idx="19749">
                  <c:v>2.0110822014900771</c:v>
                </c:pt>
                <c:pt idx="19750">
                  <c:v>2.0095820696248432</c:v>
                </c:pt>
                <c:pt idx="19751">
                  <c:v>2.0100612349179139</c:v>
                </c:pt>
                <c:pt idx="19752">
                  <c:v>2.0121108876727982</c:v>
                </c:pt>
                <c:pt idx="19753">
                  <c:v>2.0138182677303798</c:v>
                </c:pt>
                <c:pt idx="19754">
                  <c:v>2.0143455088899147</c:v>
                </c:pt>
                <c:pt idx="19755">
                  <c:v>2.0143841618865519</c:v>
                </c:pt>
                <c:pt idx="19756">
                  <c:v>2.0144974286279425</c:v>
                </c:pt>
                <c:pt idx="19757">
                  <c:v>2.0160695094613303</c:v>
                </c:pt>
                <c:pt idx="19758">
                  <c:v>2.0165740862838177</c:v>
                </c:pt>
                <c:pt idx="19759">
                  <c:v>2.0153800191204589</c:v>
                </c:pt>
                <c:pt idx="19760">
                  <c:v>2.0145029230126812</c:v>
                </c:pt>
                <c:pt idx="19761">
                  <c:v>2.0144732533350918</c:v>
                </c:pt>
                <c:pt idx="19762">
                  <c:v>2.0168693819916044</c:v>
                </c:pt>
                <c:pt idx="19763">
                  <c:v>2.0154084800334058</c:v>
                </c:pt>
                <c:pt idx="19764">
                  <c:v>2.0126606283378385</c:v>
                </c:pt>
                <c:pt idx="19765">
                  <c:v>2.0127650216478759</c:v>
                </c:pt>
                <c:pt idx="19766">
                  <c:v>2.0136858530581745</c:v>
                </c:pt>
                <c:pt idx="19767">
                  <c:v>2.0135626689523307</c:v>
                </c:pt>
                <c:pt idx="19768">
                  <c:v>2.0138374980769655</c:v>
                </c:pt>
                <c:pt idx="19769">
                  <c:v>2.0152047757192149</c:v>
                </c:pt>
                <c:pt idx="19770">
                  <c:v>2.0150848607722907</c:v>
                </c:pt>
                <c:pt idx="19771">
                  <c:v>2.01374137381596</c:v>
                </c:pt>
                <c:pt idx="19772">
                  <c:v>2.0141550185710204</c:v>
                </c:pt>
                <c:pt idx="19773">
                  <c:v>2.0162939550779102</c:v>
                </c:pt>
                <c:pt idx="19774">
                  <c:v>2.0165653502120833</c:v>
                </c:pt>
                <c:pt idx="19775">
                  <c:v>2.015003928485088</c:v>
                </c:pt>
                <c:pt idx="19776">
                  <c:v>2.01519551768093</c:v>
                </c:pt>
                <c:pt idx="19777">
                  <c:v>2.0150008791015583</c:v>
                </c:pt>
                <c:pt idx="19778">
                  <c:v>2.0146574251115359</c:v>
                </c:pt>
                <c:pt idx="19779">
                  <c:v>2.0143501791169425</c:v>
                </c:pt>
                <c:pt idx="19780">
                  <c:v>2.0130975418122681</c:v>
                </c:pt>
                <c:pt idx="19781">
                  <c:v>2.0109326718094107</c:v>
                </c:pt>
                <c:pt idx="19782">
                  <c:v>2.0099131887211268</c:v>
                </c:pt>
                <c:pt idx="19783">
                  <c:v>2.0108617942462801</c:v>
                </c:pt>
                <c:pt idx="19784">
                  <c:v>2.0129669677589503</c:v>
                </c:pt>
                <c:pt idx="19785">
                  <c:v>2.0160283015757896</c:v>
                </c:pt>
                <c:pt idx="19786">
                  <c:v>2.0170611634909124</c:v>
                </c:pt>
                <c:pt idx="19787">
                  <c:v>2.0168911946990176</c:v>
                </c:pt>
                <c:pt idx="19788">
                  <c:v>2.0156163051361506</c:v>
                </c:pt>
                <c:pt idx="19789">
                  <c:v>2.013946589085954</c:v>
                </c:pt>
                <c:pt idx="19790">
                  <c:v>2.0115134832201491</c:v>
                </c:pt>
                <c:pt idx="19791">
                  <c:v>2.0104064471110523</c:v>
                </c:pt>
                <c:pt idx="19792">
                  <c:v>2.0103918869914947</c:v>
                </c:pt>
                <c:pt idx="19793">
                  <c:v>2.0129033702555987</c:v>
                </c:pt>
                <c:pt idx="19794">
                  <c:v>2.0154964726049975</c:v>
                </c:pt>
                <c:pt idx="19795">
                  <c:v>2.0158128392782575</c:v>
                </c:pt>
                <c:pt idx="19796">
                  <c:v>2.0152548845080327</c:v>
                </c:pt>
                <c:pt idx="19797">
                  <c:v>2.0141216951275798</c:v>
                </c:pt>
                <c:pt idx="19798">
                  <c:v>2.0129900441748534</c:v>
                </c:pt>
                <c:pt idx="19799">
                  <c:v>2.0121163820575374</c:v>
                </c:pt>
                <c:pt idx="19800">
                  <c:v>2.0105631744357266</c:v>
                </c:pt>
                <c:pt idx="19801">
                  <c:v>2.0105564712863453</c:v>
                </c:pt>
                <c:pt idx="19802">
                  <c:v>2.0115242247423133</c:v>
                </c:pt>
                <c:pt idx="19803">
                  <c:v>2.0117606481176238</c:v>
                </c:pt>
                <c:pt idx="19804">
                  <c:v>2.0126985395925363</c:v>
                </c:pt>
                <c:pt idx="19805">
                  <c:v>2.0146075086261841</c:v>
                </c:pt>
                <c:pt idx="19806">
                  <c:v>2.0148789312322806</c:v>
                </c:pt>
                <c:pt idx="19807">
                  <c:v>2.0134167106217444</c:v>
                </c:pt>
                <c:pt idx="19808">
                  <c:v>2.0112985428891674</c:v>
                </c:pt>
                <c:pt idx="19809">
                  <c:v>2.0087345333069604</c:v>
                </c:pt>
                <c:pt idx="19810">
                  <c:v>2.0078964473308281</c:v>
                </c:pt>
                <c:pt idx="19811">
                  <c:v>2.0105350431858642</c:v>
                </c:pt>
                <c:pt idx="19812">
                  <c:v>2.0126620019340233</c:v>
                </c:pt>
                <c:pt idx="19813">
                  <c:v>2.0123937935429992</c:v>
                </c:pt>
                <c:pt idx="19814">
                  <c:v>2.0118228994967144</c:v>
                </c:pt>
                <c:pt idx="19815">
                  <c:v>2.0122071492934221</c:v>
                </c:pt>
                <c:pt idx="19816">
                  <c:v>2.0127527691699085</c:v>
                </c:pt>
                <c:pt idx="19817">
                  <c:v>2.0141990560647018</c:v>
                </c:pt>
                <c:pt idx="19818">
                  <c:v>2.0140421089646381</c:v>
                </c:pt>
                <c:pt idx="19819">
                  <c:v>2.0135437407969055</c:v>
                </c:pt>
                <c:pt idx="19820">
                  <c:v>2.0129502648293442</c:v>
                </c:pt>
                <c:pt idx="19821">
                  <c:v>2.0130918551240633</c:v>
                </c:pt>
                <c:pt idx="19822">
                  <c:v>2.0153157348190152</c:v>
                </c:pt>
                <c:pt idx="19823">
                  <c:v>2.0147997846201182</c:v>
                </c:pt>
                <c:pt idx="19824">
                  <c:v>2.0124050295597899</c:v>
                </c:pt>
                <c:pt idx="19825">
                  <c:v>2.0113822773125865</c:v>
                </c:pt>
                <c:pt idx="19826">
                  <c:v>2.0115350212083252</c:v>
                </c:pt>
                <c:pt idx="19827">
                  <c:v>2.0115365596360522</c:v>
                </c:pt>
                <c:pt idx="19828">
                  <c:v>2.01272928067515</c:v>
                </c:pt>
                <c:pt idx="19829">
                  <c:v>2.0153120535812401</c:v>
                </c:pt>
                <c:pt idx="19830">
                  <c:v>2.0158543493549592</c:v>
                </c:pt>
                <c:pt idx="19831">
                  <c:v>2.0147904716379861</c:v>
                </c:pt>
                <c:pt idx="19832">
                  <c:v>2.0133580855365816</c:v>
                </c:pt>
                <c:pt idx="19833">
                  <c:v>2.0129549625282959</c:v>
                </c:pt>
                <c:pt idx="19834">
                  <c:v>2.0141871057778951</c:v>
                </c:pt>
                <c:pt idx="19835">
                  <c:v>2.0152151601063713</c:v>
                </c:pt>
                <c:pt idx="19836">
                  <c:v>2.0161465956792157</c:v>
                </c:pt>
                <c:pt idx="19837">
                  <c:v>2.0172692633128944</c:v>
                </c:pt>
                <c:pt idx="19838">
                  <c:v>2.0167766367772137</c:v>
                </c:pt>
                <c:pt idx="19839">
                  <c:v>2.0139772752247205</c:v>
                </c:pt>
                <c:pt idx="19840">
                  <c:v>2.0140087305773497</c:v>
                </c:pt>
                <c:pt idx="19841">
                  <c:v>2.0147814333750906</c:v>
                </c:pt>
                <c:pt idx="19842">
                  <c:v>2.0140946627546645</c:v>
                </c:pt>
                <c:pt idx="19843">
                  <c:v>2.0127349673633548</c:v>
                </c:pt>
                <c:pt idx="19844">
                  <c:v>2.0108637722247864</c:v>
                </c:pt>
                <c:pt idx="19845">
                  <c:v>2.0083998978044439</c:v>
                </c:pt>
                <c:pt idx="19846">
                  <c:v>2.0084958847058307</c:v>
                </c:pt>
                <c:pt idx="19847">
                  <c:v>2.0106112228302675</c:v>
                </c:pt>
                <c:pt idx="19848">
                  <c:v>2.0126575240104612</c:v>
                </c:pt>
                <c:pt idx="19849">
                  <c:v>2.0133481407002045</c:v>
                </c:pt>
                <c:pt idx="19850">
                  <c:v>2.0132883617942463</c:v>
                </c:pt>
                <c:pt idx="19851">
                  <c:v>2.0125162908507503</c:v>
                </c:pt>
                <c:pt idx="19852">
                  <c:v>2.011373431353157</c:v>
                </c:pt>
                <c:pt idx="19853">
                  <c:v>2.0109411056899846</c:v>
                </c:pt>
                <c:pt idx="19854">
                  <c:v>2.0099414848025319</c:v>
                </c:pt>
                <c:pt idx="19855">
                  <c:v>2.0107180336695896</c:v>
                </c:pt>
                <c:pt idx="19856">
                  <c:v>2.0129969121557769</c:v>
                </c:pt>
                <c:pt idx="19857">
                  <c:v>2.0134865167798508</c:v>
                </c:pt>
                <c:pt idx="19858">
                  <c:v>2.0117477363134877</c:v>
                </c:pt>
                <c:pt idx="19859">
                  <c:v>2.0116952099953846</c:v>
                </c:pt>
                <c:pt idx="19860">
                  <c:v>2.0121536065141425</c:v>
                </c:pt>
                <c:pt idx="19861">
                  <c:v>2.0119384189358476</c:v>
                </c:pt>
                <c:pt idx="19862">
                  <c:v>2.0117169402870267</c:v>
                </c:pt>
                <c:pt idx="19863">
                  <c:v>2.011617876530186</c:v>
                </c:pt>
                <c:pt idx="19864">
                  <c:v>2.0120603118612777</c:v>
                </c:pt>
                <c:pt idx="19865">
                  <c:v>2.01259497044021</c:v>
                </c:pt>
                <c:pt idx="19866">
                  <c:v>2.0130337520054504</c:v>
                </c:pt>
                <c:pt idx="19867">
                  <c:v>2.0126133216852375</c:v>
                </c:pt>
                <c:pt idx="19868">
                  <c:v>2.0117452363684314</c:v>
                </c:pt>
                <c:pt idx="19869">
                  <c:v>2.012477665326037</c:v>
                </c:pt>
                <c:pt idx="19870">
                  <c:v>2.0135100052746093</c:v>
                </c:pt>
                <c:pt idx="19871">
                  <c:v>2.0162023636843145</c:v>
                </c:pt>
                <c:pt idx="19872">
                  <c:v>2.0173745906683371</c:v>
                </c:pt>
                <c:pt idx="19873">
                  <c:v>2.0149585723390695</c:v>
                </c:pt>
                <c:pt idx="19874">
                  <c:v>2.0129577646645127</c:v>
                </c:pt>
                <c:pt idx="19875">
                  <c:v>2.0135373947825324</c:v>
                </c:pt>
                <c:pt idx="19876">
                  <c:v>2.01496697874772</c:v>
                </c:pt>
                <c:pt idx="19877">
                  <c:v>2.0156816608426187</c:v>
                </c:pt>
                <c:pt idx="19878">
                  <c:v>2.0160236313487614</c:v>
                </c:pt>
                <c:pt idx="19879">
                  <c:v>2.015013378826839</c:v>
                </c:pt>
                <c:pt idx="19880">
                  <c:v>2.0142931474033539</c:v>
                </c:pt>
                <c:pt idx="19881">
                  <c:v>2.0152408463550251</c:v>
                </c:pt>
                <c:pt idx="19882">
                  <c:v>2.0158196797872576</c:v>
                </c:pt>
                <c:pt idx="19883">
                  <c:v>2.0156327608184434</c:v>
                </c:pt>
                <c:pt idx="19884">
                  <c:v>2.0148486297004462</c:v>
                </c:pt>
                <c:pt idx="19885">
                  <c:v>2.0149766488648599</c:v>
                </c:pt>
                <c:pt idx="19886">
                  <c:v>2.0159155018571022</c:v>
                </c:pt>
                <c:pt idx="19887">
                  <c:v>2.0141371343486956</c:v>
                </c:pt>
                <c:pt idx="19888">
                  <c:v>2.0128779861981054</c:v>
                </c:pt>
                <c:pt idx="19889">
                  <c:v>2.0131638315641416</c:v>
                </c:pt>
                <c:pt idx="19890">
                  <c:v>2.0125543944089141</c:v>
                </c:pt>
                <c:pt idx="19891">
                  <c:v>2.0115793334212433</c:v>
                </c:pt>
                <c:pt idx="19892">
                  <c:v>2.0099239027713676</c:v>
                </c:pt>
                <c:pt idx="19893">
                  <c:v>2.0095099832970704</c:v>
                </c:pt>
                <c:pt idx="19894">
                  <c:v>2.0118677886200302</c:v>
                </c:pt>
                <c:pt idx="19895">
                  <c:v>2.0123861014043647</c:v>
                </c:pt>
                <c:pt idx="19896">
                  <c:v>2.012062701918639</c:v>
                </c:pt>
                <c:pt idx="19897">
                  <c:v>2.0131082558625084</c:v>
                </c:pt>
                <c:pt idx="19898">
                  <c:v>2.0144823740137578</c:v>
                </c:pt>
                <c:pt idx="19899">
                  <c:v>2.0138552449396716</c:v>
                </c:pt>
                <c:pt idx="19900">
                  <c:v>2.0125543394650669</c:v>
                </c:pt>
                <c:pt idx="19901">
                  <c:v>2.0109113535966241</c:v>
                </c:pt>
                <c:pt idx="19902">
                  <c:v>2.0106059482209182</c:v>
                </c:pt>
                <c:pt idx="19903">
                  <c:v>2.0115618338058505</c:v>
                </c:pt>
                <c:pt idx="19904">
                  <c:v>2.0123261301949409</c:v>
                </c:pt>
                <c:pt idx="19905">
                  <c:v>2.0123744807806423</c:v>
                </c:pt>
                <c:pt idx="19906">
                  <c:v>2.0135290707896529</c:v>
                </c:pt>
                <c:pt idx="19907">
                  <c:v>2.0137145337465112</c:v>
                </c:pt>
                <c:pt idx="19908">
                  <c:v>2.013684726709303</c:v>
                </c:pt>
                <c:pt idx="19909">
                  <c:v>2.014593580360871</c:v>
                </c:pt>
                <c:pt idx="19910">
                  <c:v>2.0159376991714466</c:v>
                </c:pt>
                <c:pt idx="19911">
                  <c:v>2.0170419056724027</c:v>
                </c:pt>
                <c:pt idx="19912">
                  <c:v>2.0178677391705677</c:v>
                </c:pt>
                <c:pt idx="19913">
                  <c:v>2.0170411914023867</c:v>
                </c:pt>
                <c:pt idx="19914">
                  <c:v>2.0146203105426252</c:v>
                </c:pt>
                <c:pt idx="19915">
                  <c:v>2.0135953055976792</c:v>
                </c:pt>
                <c:pt idx="19916">
                  <c:v>2.0117300993384761</c:v>
                </c:pt>
                <c:pt idx="19917">
                  <c:v>2.0112334069580888</c:v>
                </c:pt>
                <c:pt idx="19918">
                  <c:v>2.0104913078833433</c:v>
                </c:pt>
                <c:pt idx="19919">
                  <c:v>2.0094685006922925</c:v>
                </c:pt>
                <c:pt idx="19920">
                  <c:v>2.0104952363684316</c:v>
                </c:pt>
                <c:pt idx="19921">
                  <c:v>2.0109664897474779</c:v>
                </c:pt>
                <c:pt idx="19922">
                  <c:v>2.011232143249599</c:v>
                </c:pt>
                <c:pt idx="19923">
                  <c:v>2.010863250258236</c:v>
                </c:pt>
                <c:pt idx="19924">
                  <c:v>2.0094094085844265</c:v>
                </c:pt>
                <c:pt idx="19925">
                  <c:v>2.0074944781433377</c:v>
                </c:pt>
                <c:pt idx="19926">
                  <c:v>2.0083018230368563</c:v>
                </c:pt>
                <c:pt idx="19927">
                  <c:v>2.0119864948023118</c:v>
                </c:pt>
                <c:pt idx="19928">
                  <c:v>2.0154372431375136</c:v>
                </c:pt>
                <c:pt idx="19929">
                  <c:v>2.0180027362035999</c:v>
                </c:pt>
                <c:pt idx="19930">
                  <c:v>2.0189417265554601</c:v>
                </c:pt>
                <c:pt idx="19931">
                  <c:v>2.01742406760291</c:v>
                </c:pt>
                <c:pt idx="19932">
                  <c:v>2.0152719445726466</c:v>
                </c:pt>
                <c:pt idx="19933">
                  <c:v>2.013642639722204</c:v>
                </c:pt>
                <c:pt idx="19934">
                  <c:v>2.0145876189534295</c:v>
                </c:pt>
                <c:pt idx="19935">
                  <c:v>2.0167388079382871</c:v>
                </c:pt>
                <c:pt idx="19936">
                  <c:v>2.0172095393507834</c:v>
                </c:pt>
                <c:pt idx="19937">
                  <c:v>2.0165546636337663</c:v>
                </c:pt>
                <c:pt idx="19938">
                  <c:v>2.0154497703347181</c:v>
                </c:pt>
                <c:pt idx="19939">
                  <c:v>2.0146585239884836</c:v>
                </c:pt>
                <c:pt idx="19940">
                  <c:v>2.0142565273290698</c:v>
                </c:pt>
                <c:pt idx="19941">
                  <c:v>2.0148881617986416</c:v>
                </c:pt>
                <c:pt idx="19942">
                  <c:v>2.0143484758576733</c:v>
                </c:pt>
                <c:pt idx="19943">
                  <c:v>2.014518554537263</c:v>
                </c:pt>
                <c:pt idx="19944">
                  <c:v>2.0144692424342323</c:v>
                </c:pt>
                <c:pt idx="19945">
                  <c:v>2.0137768675413725</c:v>
                </c:pt>
                <c:pt idx="19946">
                  <c:v>2.013400172523681</c:v>
                </c:pt>
                <c:pt idx="19947">
                  <c:v>2.0136121184149798</c:v>
                </c:pt>
                <c:pt idx="19948">
                  <c:v>2.0135081646557218</c:v>
                </c:pt>
                <c:pt idx="19949">
                  <c:v>2.0140118074328037</c:v>
                </c:pt>
                <c:pt idx="19950">
                  <c:v>2.0133423166523814</c:v>
                </c:pt>
                <c:pt idx="19951">
                  <c:v>2.0117969660007473</c:v>
                </c:pt>
                <c:pt idx="19952">
                  <c:v>2.0128640579327928</c:v>
                </c:pt>
                <c:pt idx="19953">
                  <c:v>2.0132763016197446</c:v>
                </c:pt>
                <c:pt idx="19954">
                  <c:v>2.0129757587745325</c:v>
                </c:pt>
                <c:pt idx="19955">
                  <c:v>2.0140869156721832</c:v>
                </c:pt>
                <c:pt idx="19956">
                  <c:v>2.0138634865167799</c:v>
                </c:pt>
                <c:pt idx="19957">
                  <c:v>2.0128196358321797</c:v>
                </c:pt>
                <c:pt idx="19958">
                  <c:v>2.0123911562383245</c:v>
                </c:pt>
                <c:pt idx="19959">
                  <c:v>2.0127102975758775</c:v>
                </c:pt>
                <c:pt idx="19960">
                  <c:v>2.0117330388343113</c:v>
                </c:pt>
                <c:pt idx="19961">
                  <c:v>2.012760681083932</c:v>
                </c:pt>
                <c:pt idx="19962">
                  <c:v>2.0150701907650381</c:v>
                </c:pt>
                <c:pt idx="19963">
                  <c:v>2.0145997615437023</c:v>
                </c:pt>
                <c:pt idx="19964">
                  <c:v>2.0141622436869517</c:v>
                </c:pt>
                <c:pt idx="19965">
                  <c:v>2.0145559438254104</c:v>
                </c:pt>
                <c:pt idx="19966">
                  <c:v>2.0147097316542495</c:v>
                </c:pt>
                <c:pt idx="19967">
                  <c:v>2.0144822091822157</c:v>
                </c:pt>
                <c:pt idx="19968">
                  <c:v>2.0130286971714906</c:v>
                </c:pt>
                <c:pt idx="19969">
                  <c:v>2.011858915188677</c:v>
                </c:pt>
                <c:pt idx="19970">
                  <c:v>2.0117549064855718</c:v>
                </c:pt>
                <c:pt idx="19971">
                  <c:v>2.012150859321773</c:v>
                </c:pt>
                <c:pt idx="19972">
                  <c:v>2.0130169666600732</c:v>
                </c:pt>
                <c:pt idx="19973">
                  <c:v>2.0140668062240392</c:v>
                </c:pt>
                <c:pt idx="19974">
                  <c:v>2.0143100975802728</c:v>
                </c:pt>
                <c:pt idx="19975">
                  <c:v>2.0136571723698382</c:v>
                </c:pt>
                <c:pt idx="19976">
                  <c:v>2.0133755302081271</c:v>
                </c:pt>
                <c:pt idx="19977">
                  <c:v>2.0141965835915694</c:v>
                </c:pt>
                <c:pt idx="19978">
                  <c:v>2.0147682743236413</c:v>
                </c:pt>
                <c:pt idx="19979">
                  <c:v>2.0156735566251291</c:v>
                </c:pt>
                <c:pt idx="19980">
                  <c:v>2.0170401474692863</c:v>
                </c:pt>
                <c:pt idx="19981">
                  <c:v>2.0175658502010947</c:v>
                </c:pt>
                <c:pt idx="19982">
                  <c:v>2.01591585899211</c:v>
                </c:pt>
                <c:pt idx="19983">
                  <c:v>2.0145539658469045</c:v>
                </c:pt>
                <c:pt idx="19984">
                  <c:v>2.0138505747126438</c:v>
                </c:pt>
                <c:pt idx="19985">
                  <c:v>2.0135197028636735</c:v>
                </c:pt>
                <c:pt idx="19986">
                  <c:v>2.0128946067119404</c:v>
                </c:pt>
                <c:pt idx="19987">
                  <c:v>2.0113270312740381</c:v>
                </c:pt>
                <c:pt idx="19988">
                  <c:v>2.0112287092591372</c:v>
                </c:pt>
                <c:pt idx="19989">
                  <c:v>2.0121849245071535</c:v>
                </c:pt>
                <c:pt idx="19990">
                  <c:v>2.0135062965649109</c:v>
                </c:pt>
                <c:pt idx="19991">
                  <c:v>2.0140405430649877</c:v>
                </c:pt>
                <c:pt idx="19992">
                  <c:v>2.0151661227225777</c:v>
                </c:pt>
                <c:pt idx="19993">
                  <c:v>2.0145057526208214</c:v>
                </c:pt>
                <c:pt idx="19994">
                  <c:v>2.0131732819058921</c:v>
                </c:pt>
                <c:pt idx="19995">
                  <c:v>2.0119386936550847</c:v>
                </c:pt>
                <c:pt idx="19996">
                  <c:v>2.0099913188721126</c:v>
                </c:pt>
                <c:pt idx="19997">
                  <c:v>2.0091222720379771</c:v>
                </c:pt>
                <c:pt idx="19998">
                  <c:v>2.0096156128436737</c:v>
                </c:pt>
                <c:pt idx="19999">
                  <c:v>2.0114002714226062</c:v>
                </c:pt>
                <c:pt idx="20000">
                  <c:v>2.0128949913188721</c:v>
                </c:pt>
                <c:pt idx="20001">
                  <c:v>2.0149840937561811</c:v>
                </c:pt>
                <c:pt idx="20002">
                  <c:v>2.0153455418562229</c:v>
                </c:pt>
                <c:pt idx="20003">
                  <c:v>2.0122002813124986</c:v>
                </c:pt>
                <c:pt idx="20004">
                  <c:v>2.0109474242324343</c:v>
                </c:pt>
                <c:pt idx="20005">
                  <c:v>2.0119314960110768</c:v>
                </c:pt>
                <c:pt idx="20006">
                  <c:v>2.0138034878354323</c:v>
                </c:pt>
                <c:pt idx="20007">
                  <c:v>2.014191418869915</c:v>
                </c:pt>
                <c:pt idx="20008">
                  <c:v>2.0137635161864575</c:v>
                </c:pt>
                <c:pt idx="20009">
                  <c:v>2.0140322190721083</c:v>
                </c:pt>
                <c:pt idx="20010">
                  <c:v>2.014420781960836</c:v>
                </c:pt>
                <c:pt idx="20011">
                  <c:v>2.0155996296784684</c:v>
                </c:pt>
                <c:pt idx="20012">
                  <c:v>2.0177544724291776</c:v>
                </c:pt>
                <c:pt idx="20013">
                  <c:v>2.0188762609612976</c:v>
                </c:pt>
                <c:pt idx="20014">
                  <c:v>2.0180152359288805</c:v>
                </c:pt>
                <c:pt idx="20015">
                  <c:v>2.017268109492099</c:v>
                </c:pt>
                <c:pt idx="20016">
                  <c:v>2.0167843563877716</c:v>
                </c:pt>
                <c:pt idx="20017">
                  <c:v>2.0161830234500342</c:v>
                </c:pt>
                <c:pt idx="20018">
                  <c:v>2.0160425869761105</c:v>
                </c:pt>
                <c:pt idx="20019">
                  <c:v>2.0164472758840466</c:v>
                </c:pt>
                <c:pt idx="20020">
                  <c:v>2.015780202632909</c:v>
                </c:pt>
                <c:pt idx="20021">
                  <c:v>2.014275455484495</c:v>
                </c:pt>
                <c:pt idx="20022">
                  <c:v>2.0133858871233601</c:v>
                </c:pt>
                <c:pt idx="20023">
                  <c:v>2.01245151205468</c:v>
                </c:pt>
                <c:pt idx="20024">
                  <c:v>2.0117266928199382</c:v>
                </c:pt>
                <c:pt idx="20025">
                  <c:v>2.0120363838157402</c:v>
                </c:pt>
                <c:pt idx="20026">
                  <c:v>2.0133286356343816</c:v>
                </c:pt>
                <c:pt idx="20027">
                  <c:v>2.013436078327949</c:v>
                </c:pt>
                <c:pt idx="20028">
                  <c:v>2.0115627403793321</c:v>
                </c:pt>
                <c:pt idx="20029">
                  <c:v>2.0105110327245557</c:v>
                </c:pt>
                <c:pt idx="20030">
                  <c:v>2.0109324520340213</c:v>
                </c:pt>
                <c:pt idx="20031">
                  <c:v>2.0123866233709151</c:v>
                </c:pt>
                <c:pt idx="20032">
                  <c:v>2.0144372376431288</c:v>
                </c:pt>
                <c:pt idx="20033">
                  <c:v>2.0162149458253666</c:v>
                </c:pt>
                <c:pt idx="20034">
                  <c:v>2.0171439913408498</c:v>
                </c:pt>
                <c:pt idx="20035">
                  <c:v>2.017472610492077</c:v>
                </c:pt>
                <c:pt idx="20036">
                  <c:v>2.0180082580602625</c:v>
                </c:pt>
                <c:pt idx="20037">
                  <c:v>2.0173704698797827</c:v>
                </c:pt>
                <c:pt idx="20038">
                  <c:v>2.0148329981758644</c:v>
                </c:pt>
                <c:pt idx="20039">
                  <c:v>2.013746401177996</c:v>
                </c:pt>
                <c:pt idx="20040">
                  <c:v>2.0140687567306212</c:v>
                </c:pt>
                <c:pt idx="20041">
                  <c:v>2.0140621909408583</c:v>
                </c:pt>
                <c:pt idx="20042">
                  <c:v>2.0136778312564561</c:v>
                </c:pt>
                <c:pt idx="20043">
                  <c:v>2.0139047768180918</c:v>
                </c:pt>
                <c:pt idx="20044">
                  <c:v>2.0141309806377881</c:v>
                </c:pt>
                <c:pt idx="20045">
                  <c:v>2.0141552108744865</c:v>
                </c:pt>
                <c:pt idx="20046">
                  <c:v>2.0156264972198414</c:v>
                </c:pt>
                <c:pt idx="20047">
                  <c:v>2.0168686402496649</c:v>
                </c:pt>
                <c:pt idx="20048">
                  <c:v>2.0172075888442014</c:v>
                </c:pt>
                <c:pt idx="20049">
                  <c:v>2.016981302608734</c:v>
                </c:pt>
                <c:pt idx="20050">
                  <c:v>2.0173846179204853</c:v>
                </c:pt>
                <c:pt idx="20051">
                  <c:v>2.017007867958946</c:v>
                </c:pt>
                <c:pt idx="20052">
                  <c:v>2.0153788103558163</c:v>
                </c:pt>
                <c:pt idx="20053">
                  <c:v>2.0149070899540669</c:v>
                </c:pt>
                <c:pt idx="20054">
                  <c:v>2.0148311575569768</c:v>
                </c:pt>
                <c:pt idx="20055">
                  <c:v>2.0147928616953474</c:v>
                </c:pt>
                <c:pt idx="20056">
                  <c:v>2.0132712742577086</c:v>
                </c:pt>
                <c:pt idx="20057">
                  <c:v>2.0125452737302476</c:v>
                </c:pt>
                <c:pt idx="20058">
                  <c:v>2.0127055174611548</c:v>
                </c:pt>
                <c:pt idx="20059">
                  <c:v>2.0127499945056151</c:v>
                </c:pt>
                <c:pt idx="20060">
                  <c:v>2.0122551427441153</c:v>
                </c:pt>
                <c:pt idx="20061">
                  <c:v>2.0125301641722162</c:v>
                </c:pt>
                <c:pt idx="20062">
                  <c:v>2.0141379035625593</c:v>
                </c:pt>
                <c:pt idx="20063">
                  <c:v>2.0152362860156918</c:v>
                </c:pt>
                <c:pt idx="20064">
                  <c:v>2.0156630898222017</c:v>
                </c:pt>
                <c:pt idx="20065">
                  <c:v>2.0149361552493352</c:v>
                </c:pt>
                <c:pt idx="20066">
                  <c:v>2.013620277576317</c:v>
                </c:pt>
                <c:pt idx="20067">
                  <c:v>2.011823723654425</c:v>
                </c:pt>
                <c:pt idx="20068">
                  <c:v>2.0093870464385399</c:v>
                </c:pt>
                <c:pt idx="20069">
                  <c:v>2.0077634282763017</c:v>
                </c:pt>
                <c:pt idx="20070">
                  <c:v>2.0087896969297376</c:v>
                </c:pt>
                <c:pt idx="20071">
                  <c:v>2.0096694852860377</c:v>
                </c:pt>
                <c:pt idx="20072">
                  <c:v>2.0114066174369793</c:v>
                </c:pt>
                <c:pt idx="20073">
                  <c:v>2.0128443880354276</c:v>
                </c:pt>
                <c:pt idx="20074">
                  <c:v>2.013640387024461</c:v>
                </c:pt>
                <c:pt idx="20075">
                  <c:v>2.0144548746181403</c:v>
                </c:pt>
                <c:pt idx="20076">
                  <c:v>2.0140140326586229</c:v>
                </c:pt>
                <c:pt idx="20077">
                  <c:v>2.0139346937429945</c:v>
                </c:pt>
                <c:pt idx="20078">
                  <c:v>2.0144036120085271</c:v>
                </c:pt>
                <c:pt idx="20079">
                  <c:v>2.01356846552823</c:v>
                </c:pt>
                <c:pt idx="20080">
                  <c:v>2.0114590888112351</c:v>
                </c:pt>
                <c:pt idx="20081">
                  <c:v>2.0099324740115603</c:v>
                </c:pt>
                <c:pt idx="20082">
                  <c:v>2.0118183941012284</c:v>
                </c:pt>
                <c:pt idx="20083">
                  <c:v>2.0141281510296478</c:v>
                </c:pt>
                <c:pt idx="20084">
                  <c:v>2.0150370596250631</c:v>
                </c:pt>
                <c:pt idx="20085">
                  <c:v>2.0145039120019339</c:v>
                </c:pt>
                <c:pt idx="20086">
                  <c:v>2.0135071481945452</c:v>
                </c:pt>
                <c:pt idx="20087">
                  <c:v>2.0132819883079494</c:v>
                </c:pt>
                <c:pt idx="20088">
                  <c:v>2.0154660886573921</c:v>
                </c:pt>
                <c:pt idx="20089">
                  <c:v>2.0163599151666998</c:v>
                </c:pt>
                <c:pt idx="20090">
                  <c:v>2.0151843640799103</c:v>
                </c:pt>
                <c:pt idx="20091">
                  <c:v>2.0129816927100501</c:v>
                </c:pt>
                <c:pt idx="20092">
                  <c:v>2.0123613492011163</c:v>
                </c:pt>
                <c:pt idx="20093">
                  <c:v>2.0122201709852532</c:v>
                </c:pt>
                <c:pt idx="20094">
                  <c:v>2.0123001692270499</c:v>
                </c:pt>
                <c:pt idx="20095">
                  <c:v>2.0132536647546209</c:v>
                </c:pt>
                <c:pt idx="20096">
                  <c:v>2.0150012911804138</c:v>
                </c:pt>
                <c:pt idx="20097">
                  <c:v>2.0156898749478032</c:v>
                </c:pt>
                <c:pt idx="20098">
                  <c:v>2.0162562910705257</c:v>
                </c:pt>
                <c:pt idx="20099">
                  <c:v>2.0148781620184173</c:v>
                </c:pt>
                <c:pt idx="20100">
                  <c:v>2.0129785334388255</c:v>
                </c:pt>
                <c:pt idx="20101">
                  <c:v>2.0123885189336499</c:v>
                </c:pt>
                <c:pt idx="20102">
                  <c:v>2.0121209698687941</c:v>
                </c:pt>
                <c:pt idx="20103">
                  <c:v>2.0125959594294631</c:v>
                </c:pt>
                <c:pt idx="20104">
                  <c:v>2.012621645678117</c:v>
                </c:pt>
                <c:pt idx="20105">
                  <c:v>2.0127480165271092</c:v>
                </c:pt>
                <c:pt idx="20106">
                  <c:v>2.0135532735544275</c:v>
                </c:pt>
                <c:pt idx="20107">
                  <c:v>2.0159253642777082</c:v>
                </c:pt>
                <c:pt idx="20108">
                  <c:v>2.0170542955099888</c:v>
                </c:pt>
                <c:pt idx="20109">
                  <c:v>2.0162147535219006</c:v>
                </c:pt>
                <c:pt idx="20110">
                  <c:v>2.0155809762422803</c:v>
                </c:pt>
                <c:pt idx="20111">
                  <c:v>2.0144293532010287</c:v>
                </c:pt>
                <c:pt idx="20112">
                  <c:v>2.0134821212720602</c:v>
                </c:pt>
                <c:pt idx="20113">
                  <c:v>2.0126883749807698</c:v>
                </c:pt>
                <c:pt idx="20114">
                  <c:v>2.0123477231269642</c:v>
                </c:pt>
                <c:pt idx="20115">
                  <c:v>2.0128792224346719</c:v>
                </c:pt>
                <c:pt idx="20116">
                  <c:v>2.0142907848179159</c:v>
                </c:pt>
                <c:pt idx="20117">
                  <c:v>2.0137876090635372</c:v>
                </c:pt>
                <c:pt idx="20118">
                  <c:v>2.0119537482692689</c:v>
                </c:pt>
                <c:pt idx="20119">
                  <c:v>2.0129140843058395</c:v>
                </c:pt>
                <c:pt idx="20120">
                  <c:v>2.0134488802443902</c:v>
                </c:pt>
                <c:pt idx="20121">
                  <c:v>2.0133084437704665</c:v>
                </c:pt>
                <c:pt idx="20122">
                  <c:v>2.0135581086129974</c:v>
                </c:pt>
                <c:pt idx="20123">
                  <c:v>2.0145347629722425</c:v>
                </c:pt>
                <c:pt idx="20124">
                  <c:v>2.0140590316696336</c:v>
                </c:pt>
                <c:pt idx="20125">
                  <c:v>2.0131889134304739</c:v>
                </c:pt>
                <c:pt idx="20126">
                  <c:v>2.0134886595898993</c:v>
                </c:pt>
                <c:pt idx="20127">
                  <c:v>2.0134782477308191</c:v>
                </c:pt>
                <c:pt idx="20128">
                  <c:v>2.0138831564141446</c:v>
                </c:pt>
                <c:pt idx="20129">
                  <c:v>2.0139228533438827</c:v>
                </c:pt>
                <c:pt idx="20130">
                  <c:v>2.0132081987209074</c:v>
                </c:pt>
                <c:pt idx="20131">
                  <c:v>2.0129097162699723</c:v>
                </c:pt>
                <c:pt idx="20132">
                  <c:v>2.0131069372101713</c:v>
                </c:pt>
                <c:pt idx="20133">
                  <c:v>2.0137055778993869</c:v>
                </c:pt>
                <c:pt idx="20134">
                  <c:v>2.0144328146634138</c:v>
                </c:pt>
                <c:pt idx="20135">
                  <c:v>2.0141882870706138</c:v>
                </c:pt>
                <c:pt idx="20136">
                  <c:v>2.0134775884046503</c:v>
                </c:pt>
                <c:pt idx="20137">
                  <c:v>2.0129972143469375</c:v>
                </c:pt>
                <c:pt idx="20138">
                  <c:v>2.0121072064350236</c:v>
                </c:pt>
                <c:pt idx="20139">
                  <c:v>2.0117446869299576</c:v>
                </c:pt>
                <c:pt idx="20140">
                  <c:v>2.0118700687896971</c:v>
                </c:pt>
                <c:pt idx="20141">
                  <c:v>2.0138371134700335</c:v>
                </c:pt>
                <c:pt idx="20142">
                  <c:v>2.0150011812927189</c:v>
                </c:pt>
                <c:pt idx="20143">
                  <c:v>2.0140287301377993</c:v>
                </c:pt>
                <c:pt idx="20144">
                  <c:v>2.0129754016395243</c:v>
                </c:pt>
                <c:pt idx="20145">
                  <c:v>2.0119770994044086</c:v>
                </c:pt>
                <c:pt idx="20146">
                  <c:v>2.0103794422100614</c:v>
                </c:pt>
                <c:pt idx="20147">
                  <c:v>2.0097865980967451</c:v>
                </c:pt>
                <c:pt idx="20148">
                  <c:v>2.0108405859211884</c:v>
                </c:pt>
                <c:pt idx="20149">
                  <c:v>2.012181930067471</c:v>
                </c:pt>
                <c:pt idx="20150">
                  <c:v>2.0136862376651061</c:v>
                </c:pt>
                <c:pt idx="20151">
                  <c:v>2.0162305773499485</c:v>
                </c:pt>
                <c:pt idx="20152">
                  <c:v>2.0173014604074635</c:v>
                </c:pt>
                <c:pt idx="20153">
                  <c:v>2.016554526274148</c:v>
                </c:pt>
                <c:pt idx="20154">
                  <c:v>2.0148320641304585</c:v>
                </c:pt>
                <c:pt idx="20155">
                  <c:v>2.0141247719830333</c:v>
                </c:pt>
                <c:pt idx="20156">
                  <c:v>2.0137942297971474</c:v>
                </c:pt>
                <c:pt idx="20157">
                  <c:v>2.0135487406870181</c:v>
                </c:pt>
                <c:pt idx="20158">
                  <c:v>2.0147455550427464</c:v>
                </c:pt>
                <c:pt idx="20159">
                  <c:v>2.0166853201028547</c:v>
                </c:pt>
                <c:pt idx="20160">
                  <c:v>2.0164918078723546</c:v>
                </c:pt>
                <c:pt idx="20161">
                  <c:v>2.0159751434034416</c:v>
                </c:pt>
                <c:pt idx="20162">
                  <c:v>2.0153589206830618</c:v>
                </c:pt>
                <c:pt idx="20163">
                  <c:v>2.0140746906661393</c:v>
                </c:pt>
                <c:pt idx="20164">
                  <c:v>2.0129927913672225</c:v>
                </c:pt>
                <c:pt idx="20165">
                  <c:v>2.013045015494165</c:v>
                </c:pt>
                <c:pt idx="20166">
                  <c:v>2.012469670996242</c:v>
                </c:pt>
                <c:pt idx="20167">
                  <c:v>2.011623206083383</c:v>
                </c:pt>
                <c:pt idx="20168">
                  <c:v>2.0116760345926461</c:v>
                </c:pt>
                <c:pt idx="20169">
                  <c:v>2.0107365222742359</c:v>
                </c:pt>
                <c:pt idx="20170">
                  <c:v>2.0102549669238039</c:v>
                </c:pt>
                <c:pt idx="20171">
                  <c:v>2.0116469967693016</c:v>
                </c:pt>
                <c:pt idx="20172">
                  <c:v>2.0129600448341796</c:v>
                </c:pt>
                <c:pt idx="20173">
                  <c:v>2.0139629623524757</c:v>
                </c:pt>
                <c:pt idx="20174">
                  <c:v>2.0135509384409134</c:v>
                </c:pt>
                <c:pt idx="20175">
                  <c:v>2.0135293455088901</c:v>
                </c:pt>
                <c:pt idx="20176">
                  <c:v>2.0155796850618666</c:v>
                </c:pt>
                <c:pt idx="20177">
                  <c:v>2.0151896112173358</c:v>
                </c:pt>
                <c:pt idx="20178">
                  <c:v>2.0129875717017209</c:v>
                </c:pt>
                <c:pt idx="20179">
                  <c:v>2.0132388573877495</c:v>
                </c:pt>
                <c:pt idx="20180">
                  <c:v>2.0149707973451134</c:v>
                </c:pt>
                <c:pt idx="20181">
                  <c:v>2.0148559921759963</c:v>
                </c:pt>
                <c:pt idx="20182">
                  <c:v>2.0129625447792354</c:v>
                </c:pt>
                <c:pt idx="20183">
                  <c:v>2.0136782158633877</c:v>
                </c:pt>
                <c:pt idx="20184">
                  <c:v>2.0154763631568535</c:v>
                </c:pt>
                <c:pt idx="20185">
                  <c:v>2.01504774620338</c:v>
                </c:pt>
                <c:pt idx="20186">
                  <c:v>2.0143202896639636</c:v>
                </c:pt>
                <c:pt idx="20187">
                  <c:v>2.0138909034966264</c:v>
                </c:pt>
                <c:pt idx="20188">
                  <c:v>2.0132625107140503</c:v>
                </c:pt>
                <c:pt idx="20189">
                  <c:v>2.0138459319575395</c:v>
                </c:pt>
                <c:pt idx="20190">
                  <c:v>2.0135148403331793</c:v>
                </c:pt>
                <c:pt idx="20191">
                  <c:v>2.0133844860552514</c:v>
                </c:pt>
                <c:pt idx="20192">
                  <c:v>2.0136426671941274</c:v>
                </c:pt>
                <c:pt idx="20193">
                  <c:v>2.0149915111755785</c:v>
                </c:pt>
                <c:pt idx="20194">
                  <c:v>2.0152555713061253</c:v>
                </c:pt>
                <c:pt idx="20195">
                  <c:v>2.0143114986483814</c:v>
                </c:pt>
                <c:pt idx="20196">
                  <c:v>2.0135422573130262</c:v>
                </c:pt>
                <c:pt idx="20197">
                  <c:v>2.0139169468802884</c:v>
                </c:pt>
                <c:pt idx="20198">
                  <c:v>2.0152382365222743</c:v>
                </c:pt>
                <c:pt idx="20199">
                  <c:v>2.0149421166567767</c:v>
                </c:pt>
                <c:pt idx="20200">
                  <c:v>2.0141930397134127</c:v>
                </c:pt>
                <c:pt idx="20201">
                  <c:v>2.0143494923188503</c:v>
                </c:pt>
                <c:pt idx="20202">
                  <c:v>2.0143952880156482</c:v>
                </c:pt>
                <c:pt idx="20203">
                  <c:v>2.0156736390409002</c:v>
                </c:pt>
                <c:pt idx="20204">
                  <c:v>2.0159855827344453</c:v>
                </c:pt>
                <c:pt idx="20205">
                  <c:v>2.0158450089009032</c:v>
                </c:pt>
                <c:pt idx="20206">
                  <c:v>2.0162591756225137</c:v>
                </c:pt>
                <c:pt idx="20207">
                  <c:v>2.0154358695413288</c:v>
                </c:pt>
                <c:pt idx="20208">
                  <c:v>2.0135896738533221</c:v>
                </c:pt>
                <c:pt idx="20209">
                  <c:v>2.0135299498912111</c:v>
                </c:pt>
                <c:pt idx="20210">
                  <c:v>2.0159670666578755</c:v>
                </c:pt>
                <c:pt idx="20211">
                  <c:v>2.0178228225753281</c:v>
                </c:pt>
                <c:pt idx="20212">
                  <c:v>2.0180172139073869</c:v>
                </c:pt>
                <c:pt idx="20213">
                  <c:v>2.0171994022109403</c:v>
                </c:pt>
                <c:pt idx="20214">
                  <c:v>2.0157693237511265</c:v>
                </c:pt>
                <c:pt idx="20215">
                  <c:v>2.0151843366079865</c:v>
                </c:pt>
                <c:pt idx="20216">
                  <c:v>2.0149897529724621</c:v>
                </c:pt>
                <c:pt idx="20217">
                  <c:v>2.0143181743258389</c:v>
                </c:pt>
                <c:pt idx="20218">
                  <c:v>2.0134515999648359</c:v>
                </c:pt>
                <c:pt idx="20219">
                  <c:v>2.0128784257488848</c:v>
                </c:pt>
                <c:pt idx="20220">
                  <c:v>2.0127868618272124</c:v>
                </c:pt>
                <c:pt idx="20221">
                  <c:v>2.0117340278235645</c:v>
                </c:pt>
                <c:pt idx="20222">
                  <c:v>2.0108134711325025</c:v>
                </c:pt>
                <c:pt idx="20223">
                  <c:v>2.0116486450847235</c:v>
                </c:pt>
                <c:pt idx="20224">
                  <c:v>2.0120427573020372</c:v>
                </c:pt>
                <c:pt idx="20225">
                  <c:v>2.0126887321157776</c:v>
                </c:pt>
                <c:pt idx="20226">
                  <c:v>2.0133044603415309</c:v>
                </c:pt>
                <c:pt idx="20227">
                  <c:v>2.0130265268895191</c:v>
                </c:pt>
                <c:pt idx="20228">
                  <c:v>2.0115264499681325</c:v>
                </c:pt>
                <c:pt idx="20229">
                  <c:v>2.0113417836970617</c:v>
                </c:pt>
                <c:pt idx="20230">
                  <c:v>2.0127705984483857</c:v>
                </c:pt>
                <c:pt idx="20231">
                  <c:v>2.014732313575526</c:v>
                </c:pt>
                <c:pt idx="20232">
                  <c:v>2.0158663820575371</c:v>
                </c:pt>
                <c:pt idx="20233">
                  <c:v>2.0155312520603941</c:v>
                </c:pt>
                <c:pt idx="20234">
                  <c:v>2.0145876738972768</c:v>
                </c:pt>
                <c:pt idx="20235">
                  <c:v>2.0140251313157953</c:v>
                </c:pt>
                <c:pt idx="20236">
                  <c:v>2.0148374486275027</c:v>
                </c:pt>
                <c:pt idx="20237">
                  <c:v>2.0159312432693786</c:v>
                </c:pt>
                <c:pt idx="20238">
                  <c:v>2.0155017197424234</c:v>
                </c:pt>
                <c:pt idx="20239">
                  <c:v>2.0149103041691392</c:v>
                </c:pt>
                <c:pt idx="20240">
                  <c:v>2.0133127843344103</c:v>
                </c:pt>
                <c:pt idx="20241">
                  <c:v>2.0110764049141778</c:v>
                </c:pt>
                <c:pt idx="20242">
                  <c:v>2.0105057855871298</c:v>
                </c:pt>
                <c:pt idx="20243">
                  <c:v>2.0115906518538056</c:v>
                </c:pt>
                <c:pt idx="20244">
                  <c:v>2.0124810718445749</c:v>
                </c:pt>
                <c:pt idx="20245">
                  <c:v>2.0132197369288587</c:v>
                </c:pt>
                <c:pt idx="20246">
                  <c:v>2.012318822663238</c:v>
                </c:pt>
                <c:pt idx="20247">
                  <c:v>2.0126072503901011</c:v>
                </c:pt>
                <c:pt idx="20248">
                  <c:v>2.0143762774444518</c:v>
                </c:pt>
                <c:pt idx="20249">
                  <c:v>2.0149294520999539</c:v>
                </c:pt>
                <c:pt idx="20250">
                  <c:v>2.0139976319201778</c:v>
                </c:pt>
                <c:pt idx="20251">
                  <c:v>2.0135295927562034</c:v>
                </c:pt>
                <c:pt idx="20252">
                  <c:v>2.0140257631700402</c:v>
                </c:pt>
                <c:pt idx="20253">
                  <c:v>2.0151990615590867</c:v>
                </c:pt>
                <c:pt idx="20254">
                  <c:v>2.0155627898287949</c:v>
                </c:pt>
                <c:pt idx="20255">
                  <c:v>2.0156623480802618</c:v>
                </c:pt>
                <c:pt idx="20256">
                  <c:v>2.0159207489945277</c:v>
                </c:pt>
                <c:pt idx="20257">
                  <c:v>2.0165199391222171</c:v>
                </c:pt>
                <c:pt idx="20258">
                  <c:v>2.0167576262060174</c:v>
                </c:pt>
                <c:pt idx="20259">
                  <c:v>2.0148776125799435</c:v>
                </c:pt>
                <c:pt idx="20260">
                  <c:v>2.013224187380497</c:v>
                </c:pt>
                <c:pt idx="20261">
                  <c:v>2.0136723918155646</c:v>
                </c:pt>
                <c:pt idx="20262">
                  <c:v>2.0150943935298127</c:v>
                </c:pt>
                <c:pt idx="20263">
                  <c:v>2.0158789916705127</c:v>
                </c:pt>
                <c:pt idx="20264">
                  <c:v>2.0157455330652074</c:v>
                </c:pt>
                <c:pt idx="20265">
                  <c:v>2.0132902298850577</c:v>
                </c:pt>
                <c:pt idx="20266">
                  <c:v>2.0122121491835343</c:v>
                </c:pt>
                <c:pt idx="20267">
                  <c:v>2.0116996055031757</c:v>
                </c:pt>
                <c:pt idx="20268">
                  <c:v>2.0119899837366213</c:v>
                </c:pt>
                <c:pt idx="20269">
                  <c:v>2.0115631249862642</c:v>
                </c:pt>
                <c:pt idx="20270">
                  <c:v>2.0118753708709698</c:v>
                </c:pt>
                <c:pt idx="20271">
                  <c:v>2.0131736390409003</c:v>
                </c:pt>
                <c:pt idx="20272">
                  <c:v>2.0142666644689129</c:v>
                </c:pt>
                <c:pt idx="20273">
                  <c:v>2.0157324289576053</c:v>
                </c:pt>
                <c:pt idx="20274">
                  <c:v>2.0153651842816642</c:v>
                </c:pt>
                <c:pt idx="20275">
                  <c:v>2.0146279752093359</c:v>
                </c:pt>
                <c:pt idx="20276">
                  <c:v>2.0149388200259333</c:v>
                </c:pt>
                <c:pt idx="20277">
                  <c:v>2.0146768752335111</c:v>
                </c:pt>
                <c:pt idx="20278">
                  <c:v>2.014349959341553</c:v>
                </c:pt>
                <c:pt idx="20279">
                  <c:v>2.0138279378475197</c:v>
                </c:pt>
                <c:pt idx="20280">
                  <c:v>2.0135469275400539</c:v>
                </c:pt>
                <c:pt idx="20281">
                  <c:v>2.0140609272323684</c:v>
                </c:pt>
                <c:pt idx="20282">
                  <c:v>2.0146196786883803</c:v>
                </c:pt>
                <c:pt idx="20283">
                  <c:v>2.0161062943671566</c:v>
                </c:pt>
                <c:pt idx="20284">
                  <c:v>2.0167211709632755</c:v>
                </c:pt>
                <c:pt idx="20285">
                  <c:v>2.0150977451045033</c:v>
                </c:pt>
                <c:pt idx="20286">
                  <c:v>2.0138804641656227</c:v>
                </c:pt>
                <c:pt idx="20287">
                  <c:v>2.0143350695589106</c:v>
                </c:pt>
                <c:pt idx="20288">
                  <c:v>2.0148865958989912</c:v>
                </c:pt>
                <c:pt idx="20289">
                  <c:v>2.0128266137007977</c:v>
                </c:pt>
                <c:pt idx="20290">
                  <c:v>2.0107466044702313</c:v>
                </c:pt>
                <c:pt idx="20291">
                  <c:v>2.0121721775345596</c:v>
                </c:pt>
                <c:pt idx="20292">
                  <c:v>2.0142502362585439</c:v>
                </c:pt>
                <c:pt idx="20293">
                  <c:v>2.0150908771235798</c:v>
                </c:pt>
                <c:pt idx="20294">
                  <c:v>2.0133432781697107</c:v>
                </c:pt>
                <c:pt idx="20295">
                  <c:v>2.0135556636117888</c:v>
                </c:pt>
                <c:pt idx="20296">
                  <c:v>2.0142612799718687</c:v>
                </c:pt>
                <c:pt idx="20297">
                  <c:v>2.0137257148194547</c:v>
                </c:pt>
                <c:pt idx="20298">
                  <c:v>2.0135542350717568</c:v>
                </c:pt>
                <c:pt idx="20299">
                  <c:v>2.0128933430034506</c:v>
                </c:pt>
                <c:pt idx="20300">
                  <c:v>2.013115838113448</c:v>
                </c:pt>
                <c:pt idx="20301">
                  <c:v>2.014565668886398</c:v>
                </c:pt>
                <c:pt idx="20302">
                  <c:v>2.0153841948528606</c:v>
                </c:pt>
                <c:pt idx="20303">
                  <c:v>2.0137526373046746</c:v>
                </c:pt>
                <c:pt idx="20304">
                  <c:v>2.0116069427045558</c:v>
                </c:pt>
                <c:pt idx="20305">
                  <c:v>2.0111411562383243</c:v>
                </c:pt>
                <c:pt idx="20306">
                  <c:v>2.0117455935034396</c:v>
                </c:pt>
                <c:pt idx="20307">
                  <c:v>2.0114350234060789</c:v>
                </c:pt>
                <c:pt idx="20308">
                  <c:v>2.0099999999999998</c:v>
                </c:pt>
                <c:pt idx="20309">
                  <c:v>2.0103521351179094</c:v>
                </c:pt>
                <c:pt idx="20310">
                  <c:v>2.0117123250038462</c:v>
                </c:pt>
                <c:pt idx="20311">
                  <c:v>2.0121633315751302</c:v>
                </c:pt>
                <c:pt idx="20312">
                  <c:v>2.0128020263290916</c:v>
                </c:pt>
                <c:pt idx="20313">
                  <c:v>2.0128891123272017</c:v>
                </c:pt>
                <c:pt idx="20314">
                  <c:v>2.014129030131206</c:v>
                </c:pt>
                <c:pt idx="20315">
                  <c:v>2.0156624304960329</c:v>
                </c:pt>
                <c:pt idx="20316">
                  <c:v>2.0165640315597457</c:v>
                </c:pt>
                <c:pt idx="20317">
                  <c:v>2.0170070438012351</c:v>
                </c:pt>
                <c:pt idx="20318">
                  <c:v>2.0166514472209403</c:v>
                </c:pt>
                <c:pt idx="20319">
                  <c:v>2.0156038328827939</c:v>
                </c:pt>
                <c:pt idx="20320">
                  <c:v>2.0149846706665788</c:v>
                </c:pt>
                <c:pt idx="20321">
                  <c:v>2.0138849695611087</c:v>
                </c:pt>
                <c:pt idx="20322">
                  <c:v>2.0130178457616315</c:v>
                </c:pt>
                <c:pt idx="20323">
                  <c:v>2.0123352783455308</c:v>
                </c:pt>
                <c:pt idx="20324">
                  <c:v>2.0123697830816907</c:v>
                </c:pt>
                <c:pt idx="20325">
                  <c:v>2.0122560218456735</c:v>
                </c:pt>
                <c:pt idx="20326">
                  <c:v>2.012191078218061</c:v>
                </c:pt>
                <c:pt idx="20327">
                  <c:v>2.0107834443199049</c:v>
                </c:pt>
                <c:pt idx="20328">
                  <c:v>2.0108732225665369</c:v>
                </c:pt>
                <c:pt idx="20329">
                  <c:v>2.011615926023604</c:v>
                </c:pt>
                <c:pt idx="20330">
                  <c:v>2.0107798729698247</c:v>
                </c:pt>
                <c:pt idx="20331">
                  <c:v>2.0095903661457988</c:v>
                </c:pt>
                <c:pt idx="20332">
                  <c:v>2.0093449594514405</c:v>
                </c:pt>
                <c:pt idx="20333">
                  <c:v>2.0099672809388807</c:v>
                </c:pt>
                <c:pt idx="20334">
                  <c:v>2.0103858156963583</c:v>
                </c:pt>
                <c:pt idx="20335">
                  <c:v>2.0112787631041078</c:v>
                </c:pt>
                <c:pt idx="20336">
                  <c:v>2.0127692797960486</c:v>
                </c:pt>
                <c:pt idx="20337">
                  <c:v>2.0143907551482383</c:v>
                </c:pt>
                <c:pt idx="20338">
                  <c:v>2.0153226852157093</c:v>
                </c:pt>
                <c:pt idx="20339">
                  <c:v>2.0147283850904376</c:v>
                </c:pt>
                <c:pt idx="20340">
                  <c:v>2.0132554779015845</c:v>
                </c:pt>
                <c:pt idx="20341">
                  <c:v>2.0130220489659569</c:v>
                </c:pt>
                <c:pt idx="20342">
                  <c:v>2.0132147095668227</c:v>
                </c:pt>
                <c:pt idx="20343">
                  <c:v>2.0142285334388257</c:v>
                </c:pt>
                <c:pt idx="20344">
                  <c:v>2.0161293158392124</c:v>
                </c:pt>
                <c:pt idx="20345">
                  <c:v>2.0160271752269181</c:v>
                </c:pt>
                <c:pt idx="20346">
                  <c:v>2.0144087492582581</c:v>
                </c:pt>
                <c:pt idx="20347">
                  <c:v>2.0145488560690974</c:v>
                </c:pt>
                <c:pt idx="20348">
                  <c:v>2.0151715621634692</c:v>
                </c:pt>
                <c:pt idx="20349">
                  <c:v>2.0126795290213404</c:v>
                </c:pt>
                <c:pt idx="20350">
                  <c:v>2.0099631876222501</c:v>
                </c:pt>
                <c:pt idx="20351">
                  <c:v>2.0103714478802663</c:v>
                </c:pt>
                <c:pt idx="20352">
                  <c:v>2.0124571163271137</c:v>
                </c:pt>
                <c:pt idx="20353">
                  <c:v>2.0134772587415659</c:v>
                </c:pt>
                <c:pt idx="20354">
                  <c:v>2.0141539196940728</c:v>
                </c:pt>
                <c:pt idx="20355">
                  <c:v>2.0133010812949168</c:v>
                </c:pt>
                <c:pt idx="20356">
                  <c:v>2.0126991439748578</c:v>
                </c:pt>
                <c:pt idx="20357">
                  <c:v>2.0147516812817301</c:v>
                </c:pt>
                <c:pt idx="20358">
                  <c:v>2.0186107173468715</c:v>
                </c:pt>
                <c:pt idx="20359">
                  <c:v>2.0187355222962133</c:v>
                </c:pt>
                <c:pt idx="20360">
                  <c:v>2.0157601206566889</c:v>
                </c:pt>
                <c:pt idx="20361">
                  <c:v>2.0133769312762357</c:v>
                </c:pt>
                <c:pt idx="20362">
                  <c:v>2.0134837695874817</c:v>
                </c:pt>
                <c:pt idx="20363">
                  <c:v>2.0142512527197205</c:v>
                </c:pt>
                <c:pt idx="20364">
                  <c:v>2.0149332981692711</c:v>
                </c:pt>
                <c:pt idx="20365">
                  <c:v>2.0167232038856291</c:v>
                </c:pt>
                <c:pt idx="20366">
                  <c:v>2.0182758071251183</c:v>
                </c:pt>
                <c:pt idx="20367">
                  <c:v>2.0180935034394847</c:v>
                </c:pt>
                <c:pt idx="20368">
                  <c:v>2.0166649634073974</c:v>
                </c:pt>
                <c:pt idx="20369">
                  <c:v>2.0151048328608163</c:v>
                </c:pt>
                <c:pt idx="20370">
                  <c:v>2.0142765543614427</c:v>
                </c:pt>
                <c:pt idx="20371">
                  <c:v>2.0130680919100681</c:v>
                </c:pt>
                <c:pt idx="20372">
                  <c:v>2.0122691259532757</c:v>
                </c:pt>
                <c:pt idx="20373">
                  <c:v>2.0129837531043275</c:v>
                </c:pt>
                <c:pt idx="20374">
                  <c:v>2.0131365244719897</c:v>
                </c:pt>
                <c:pt idx="20375">
                  <c:v>2.0131577877409286</c:v>
                </c:pt>
                <c:pt idx="20376">
                  <c:v>2.0144495725368672</c:v>
                </c:pt>
                <c:pt idx="20377">
                  <c:v>2.0143878980681742</c:v>
                </c:pt>
                <c:pt idx="20378">
                  <c:v>2.0138259049251666</c:v>
                </c:pt>
                <c:pt idx="20379">
                  <c:v>2.0119650117579835</c:v>
                </c:pt>
                <c:pt idx="20380">
                  <c:v>2.0116261455792182</c:v>
                </c:pt>
                <c:pt idx="20381">
                  <c:v>2.0133408331685017</c:v>
                </c:pt>
                <c:pt idx="20382">
                  <c:v>2.0143418276521396</c:v>
                </c:pt>
                <c:pt idx="20383">
                  <c:v>2.0144928957605326</c:v>
                </c:pt>
                <c:pt idx="20384">
                  <c:v>2.0146482494890221</c:v>
                </c:pt>
                <c:pt idx="20385">
                  <c:v>2.0138251357113028</c:v>
                </c:pt>
                <c:pt idx="20386">
                  <c:v>2.0132009736049756</c:v>
                </c:pt>
                <c:pt idx="20387">
                  <c:v>2.0142166380958662</c:v>
                </c:pt>
                <c:pt idx="20388">
                  <c:v>2.0160908551460408</c:v>
                </c:pt>
                <c:pt idx="20389">
                  <c:v>2.0169436935451968</c:v>
                </c:pt>
                <c:pt idx="20390">
                  <c:v>2.0168382837739829</c:v>
                </c:pt>
                <c:pt idx="20391">
                  <c:v>2.0162073361025032</c:v>
                </c:pt>
                <c:pt idx="20392">
                  <c:v>2.0146292389178262</c:v>
                </c:pt>
                <c:pt idx="20393">
                  <c:v>2.0145467956748204</c:v>
                </c:pt>
                <c:pt idx="20394">
                  <c:v>2.0151485406914134</c:v>
                </c:pt>
                <c:pt idx="20395">
                  <c:v>2.0135133019054527</c:v>
                </c:pt>
                <c:pt idx="20396">
                  <c:v>2.0113518109492099</c:v>
                </c:pt>
                <c:pt idx="20397">
                  <c:v>2.0125964813960131</c:v>
                </c:pt>
                <c:pt idx="20398">
                  <c:v>2.0132919880881737</c:v>
                </c:pt>
                <c:pt idx="20399">
                  <c:v>2.0131740511197558</c:v>
                </c:pt>
                <c:pt idx="20400">
                  <c:v>2.0142377914771106</c:v>
                </c:pt>
                <c:pt idx="20401">
                  <c:v>2.0160074229137823</c:v>
                </c:pt>
                <c:pt idx="20402">
                  <c:v>2.0169852310938223</c:v>
                </c:pt>
                <c:pt idx="20403">
                  <c:v>2.0179421880837785</c:v>
                </c:pt>
                <c:pt idx="20404">
                  <c:v>2.0180302905430652</c:v>
                </c:pt>
                <c:pt idx="20405">
                  <c:v>2.0169758631678425</c:v>
                </c:pt>
                <c:pt idx="20406">
                  <c:v>2.0145009725060987</c:v>
                </c:pt>
                <c:pt idx="20407">
                  <c:v>2.0129616931496011</c:v>
                </c:pt>
                <c:pt idx="20408">
                  <c:v>2.0142060614052437</c:v>
                </c:pt>
                <c:pt idx="20409">
                  <c:v>2.0153141139755171</c:v>
                </c:pt>
                <c:pt idx="20410">
                  <c:v>2.0154656765785366</c:v>
                </c:pt>
                <c:pt idx="20411">
                  <c:v>2.0158081965231531</c:v>
                </c:pt>
                <c:pt idx="20412">
                  <c:v>2.0155787235445373</c:v>
                </c:pt>
                <c:pt idx="20413">
                  <c:v>2.0134076723588494</c:v>
                </c:pt>
                <c:pt idx="20414">
                  <c:v>2.0113709314081007</c:v>
                </c:pt>
                <c:pt idx="20415">
                  <c:v>2.010442215555702</c:v>
                </c:pt>
                <c:pt idx="20416">
                  <c:v>2.0121970945693501</c:v>
                </c:pt>
                <c:pt idx="20417">
                  <c:v>2.0145564932638842</c:v>
                </c:pt>
                <c:pt idx="20418">
                  <c:v>2.0160736577218081</c:v>
                </c:pt>
                <c:pt idx="20419">
                  <c:v>2.0177170831410298</c:v>
                </c:pt>
                <c:pt idx="20420">
                  <c:v>2.0181128436737654</c:v>
                </c:pt>
                <c:pt idx="20421">
                  <c:v>2.0161274202764776</c:v>
                </c:pt>
                <c:pt idx="20422">
                  <c:v>2.0131536944242985</c:v>
                </c:pt>
                <c:pt idx="20423">
                  <c:v>2.0124791762818401</c:v>
                </c:pt>
                <c:pt idx="20424">
                  <c:v>2.0135144007824004</c:v>
                </c:pt>
                <c:pt idx="20425">
                  <c:v>2.0144383365200764</c:v>
                </c:pt>
                <c:pt idx="20426">
                  <c:v>2.0147569284191555</c:v>
                </c:pt>
                <c:pt idx="20427">
                  <c:v>2.0160628612557967</c:v>
                </c:pt>
                <c:pt idx="20428">
                  <c:v>2.019002906529527</c:v>
                </c:pt>
                <c:pt idx="20429">
                  <c:v>2.0205390815586473</c:v>
                </c:pt>
                <c:pt idx="20430">
                  <c:v>2.0206334750884598</c:v>
                </c:pt>
                <c:pt idx="20431">
                  <c:v>2.0202066987538734</c:v>
                </c:pt>
                <c:pt idx="20432">
                  <c:v>2.0176474418144656</c:v>
                </c:pt>
                <c:pt idx="20433">
                  <c:v>2.0160246203380146</c:v>
                </c:pt>
                <c:pt idx="20434">
                  <c:v>2.0173678325751081</c:v>
                </c:pt>
                <c:pt idx="20435">
                  <c:v>2.0185762950264827</c:v>
                </c:pt>
                <c:pt idx="20436">
                  <c:v>2.0179427100503284</c:v>
                </c:pt>
                <c:pt idx="20437">
                  <c:v>2.0160697017647964</c:v>
                </c:pt>
                <c:pt idx="20438">
                  <c:v>2.0148128063119493</c:v>
                </c:pt>
                <c:pt idx="20439">
                  <c:v>2.0147291268323775</c:v>
                </c:pt>
                <c:pt idx="20440">
                  <c:v>2.0140570536911278</c:v>
                </c:pt>
                <c:pt idx="20441">
                  <c:v>2.0124070624821431</c:v>
                </c:pt>
                <c:pt idx="20442">
                  <c:v>2.0121672051163713</c:v>
                </c:pt>
                <c:pt idx="20443">
                  <c:v>2.0125173347838508</c:v>
                </c:pt>
                <c:pt idx="20444">
                  <c:v>2.0117630381749851</c:v>
                </c:pt>
                <c:pt idx="20445">
                  <c:v>2.0110500868112791</c:v>
                </c:pt>
                <c:pt idx="20446">
                  <c:v>2.0112229401551613</c:v>
                </c:pt>
                <c:pt idx="20447">
                  <c:v>2.013006142722138</c:v>
                </c:pt>
                <c:pt idx="20448">
                  <c:v>2.0144888299158259</c:v>
                </c:pt>
                <c:pt idx="20449">
                  <c:v>2.0155871299531878</c:v>
                </c:pt>
                <c:pt idx="20450">
                  <c:v>2.0153427397200061</c:v>
                </c:pt>
                <c:pt idx="20451">
                  <c:v>2.0134906925122524</c:v>
                </c:pt>
                <c:pt idx="20452">
                  <c:v>2.013456819630338</c:v>
                </c:pt>
                <c:pt idx="20453">
                  <c:v>2.0142000175820312</c:v>
                </c:pt>
                <c:pt idx="20454">
                  <c:v>2.0141528482890485</c:v>
                </c:pt>
                <c:pt idx="20455">
                  <c:v>2.0133934419023758</c:v>
                </c:pt>
                <c:pt idx="20456">
                  <c:v>2.0131053438385971</c:v>
                </c:pt>
                <c:pt idx="20457">
                  <c:v>2.0126428265312852</c:v>
                </c:pt>
                <c:pt idx="20458">
                  <c:v>2.0129635062965647</c:v>
                </c:pt>
                <c:pt idx="20459">
                  <c:v>2.0128137568405089</c:v>
                </c:pt>
                <c:pt idx="20460">
                  <c:v>2.0133743763873322</c:v>
                </c:pt>
                <c:pt idx="20461">
                  <c:v>2.0133692116656778</c:v>
                </c:pt>
                <c:pt idx="20462">
                  <c:v>2.0120775092855103</c:v>
                </c:pt>
                <c:pt idx="20463">
                  <c:v>2.0116277114788685</c:v>
                </c:pt>
                <c:pt idx="20464">
                  <c:v>2.0121232775103843</c:v>
                </c:pt>
                <c:pt idx="20465">
                  <c:v>2.0117276268653437</c:v>
                </c:pt>
                <c:pt idx="20466">
                  <c:v>2.0110636854135073</c:v>
                </c:pt>
                <c:pt idx="20467">
                  <c:v>2.0106869903958153</c:v>
                </c:pt>
                <c:pt idx="20468">
                  <c:v>2.0102713127184018</c:v>
                </c:pt>
                <c:pt idx="20469">
                  <c:v>2.0098565141425464</c:v>
                </c:pt>
                <c:pt idx="20470">
                  <c:v>2.0102110118458936</c:v>
                </c:pt>
                <c:pt idx="20471">
                  <c:v>2.0109140458451464</c:v>
                </c:pt>
                <c:pt idx="20472">
                  <c:v>2.0120377024680778</c:v>
                </c:pt>
                <c:pt idx="20473">
                  <c:v>2.0144876486231071</c:v>
                </c:pt>
                <c:pt idx="20474">
                  <c:v>2.0156453429594956</c:v>
                </c:pt>
                <c:pt idx="20475">
                  <c:v>2.0157442144128699</c:v>
                </c:pt>
                <c:pt idx="20476">
                  <c:v>2.0152262312916198</c:v>
                </c:pt>
                <c:pt idx="20477">
                  <c:v>2.0144052328520252</c:v>
                </c:pt>
                <c:pt idx="20478">
                  <c:v>2.0119098756071296</c:v>
                </c:pt>
                <c:pt idx="20479">
                  <c:v>2.0090903496626447</c:v>
                </c:pt>
                <c:pt idx="20480">
                  <c:v>2.0097488791455134</c:v>
                </c:pt>
                <c:pt idx="20481">
                  <c:v>2.0107789663963431</c:v>
                </c:pt>
                <c:pt idx="20482">
                  <c:v>2.0105416089756267</c:v>
                </c:pt>
                <c:pt idx="20483">
                  <c:v>2.0099380508120701</c:v>
                </c:pt>
                <c:pt idx="20484">
                  <c:v>2.008283526735676</c:v>
                </c:pt>
                <c:pt idx="20485">
                  <c:v>2.0090293345201204</c:v>
                </c:pt>
                <c:pt idx="20486">
                  <c:v>2.0113538713434869</c:v>
                </c:pt>
                <c:pt idx="20487">
                  <c:v>2.012486181622382</c:v>
                </c:pt>
                <c:pt idx="20488">
                  <c:v>2.0116794411111845</c:v>
                </c:pt>
                <c:pt idx="20489">
                  <c:v>2.0095220434715722</c:v>
                </c:pt>
                <c:pt idx="20490">
                  <c:v>2.0100450264829344</c:v>
                </c:pt>
                <c:pt idx="20491">
                  <c:v>2.0110983824531328</c:v>
                </c:pt>
                <c:pt idx="20492">
                  <c:v>2.0113859860222854</c:v>
                </c:pt>
                <c:pt idx="20493">
                  <c:v>2.0123478879585064</c:v>
                </c:pt>
                <c:pt idx="20494">
                  <c:v>2.0135509109689895</c:v>
                </c:pt>
                <c:pt idx="20495">
                  <c:v>2.0137872794004528</c:v>
                </c:pt>
                <c:pt idx="20496">
                  <c:v>2.0127112865651307</c:v>
                </c:pt>
                <c:pt idx="20497">
                  <c:v>2.0120531691611174</c:v>
                </c:pt>
                <c:pt idx="20498">
                  <c:v>2.0143400694490232</c:v>
                </c:pt>
                <c:pt idx="20499">
                  <c:v>2.0167899606602053</c:v>
                </c:pt>
                <c:pt idx="20500">
                  <c:v>2.0171839080459768</c:v>
                </c:pt>
                <c:pt idx="20501">
                  <c:v>2.0174073372013801</c:v>
                </c:pt>
                <c:pt idx="20502">
                  <c:v>2.0154579569679787</c:v>
                </c:pt>
                <c:pt idx="20503">
                  <c:v>2.0135633557504229</c:v>
                </c:pt>
                <c:pt idx="20504">
                  <c:v>2.0141337827740049</c:v>
                </c:pt>
                <c:pt idx="20505">
                  <c:v>2.0153972714885389</c:v>
                </c:pt>
                <c:pt idx="20506">
                  <c:v>2.0156535570646801</c:v>
                </c:pt>
                <c:pt idx="20507">
                  <c:v>2.0140333728929036</c:v>
                </c:pt>
                <c:pt idx="20508">
                  <c:v>2.0132059460231644</c:v>
                </c:pt>
                <c:pt idx="20509">
                  <c:v>2.013421710511857</c:v>
                </c:pt>
                <c:pt idx="20510">
                  <c:v>2.0137311817322696</c:v>
                </c:pt>
                <c:pt idx="20511">
                  <c:v>2.0152752686754138</c:v>
                </c:pt>
                <c:pt idx="20512">
                  <c:v>2.0150187083800355</c:v>
                </c:pt>
                <c:pt idx="20513">
                  <c:v>2.0130175160985471</c:v>
                </c:pt>
                <c:pt idx="20514">
                  <c:v>2.0130866629304851</c:v>
                </c:pt>
                <c:pt idx="20515">
                  <c:v>2.0125279664183204</c:v>
                </c:pt>
                <c:pt idx="20516">
                  <c:v>2.0114347486868422</c:v>
                </c:pt>
                <c:pt idx="20517">
                  <c:v>2.0111159370123732</c:v>
                </c:pt>
                <c:pt idx="20518">
                  <c:v>2.0109546493483661</c:v>
                </c:pt>
                <c:pt idx="20519">
                  <c:v>2.0102571372057758</c:v>
                </c:pt>
                <c:pt idx="20520">
                  <c:v>2.0103536735456364</c:v>
                </c:pt>
                <c:pt idx="20521">
                  <c:v>2.0116676556559199</c:v>
                </c:pt>
                <c:pt idx="20522">
                  <c:v>2.0130288070591855</c:v>
                </c:pt>
                <c:pt idx="20523">
                  <c:v>2.0138071416012835</c:v>
                </c:pt>
                <c:pt idx="20524">
                  <c:v>2.0135701138436519</c:v>
                </c:pt>
                <c:pt idx="20525">
                  <c:v>2.0136455517461154</c:v>
                </c:pt>
                <c:pt idx="20526">
                  <c:v>2.0152402145007802</c:v>
                </c:pt>
                <c:pt idx="20527">
                  <c:v>2.0163093668271026</c:v>
                </c:pt>
                <c:pt idx="20528">
                  <c:v>2.0157672908287729</c:v>
                </c:pt>
                <c:pt idx="20529">
                  <c:v>2.0156309751434036</c:v>
                </c:pt>
                <c:pt idx="20530">
                  <c:v>2.0157740763939254</c:v>
                </c:pt>
                <c:pt idx="20531">
                  <c:v>2.0141979022439069</c:v>
                </c:pt>
                <c:pt idx="20532">
                  <c:v>2.0137551372497309</c:v>
                </c:pt>
                <c:pt idx="20533">
                  <c:v>2.013320531416892</c:v>
                </c:pt>
                <c:pt idx="20534">
                  <c:v>2.0129850442847408</c:v>
                </c:pt>
                <c:pt idx="20535">
                  <c:v>2.0124159084415729</c:v>
                </c:pt>
                <c:pt idx="20536">
                  <c:v>2.0118803158172347</c:v>
                </c:pt>
                <c:pt idx="20537">
                  <c:v>2.0126264257928397</c:v>
                </c:pt>
                <c:pt idx="20538">
                  <c:v>2.0132787466209532</c:v>
                </c:pt>
                <c:pt idx="20539">
                  <c:v>2.0123035757455878</c:v>
                </c:pt>
                <c:pt idx="20540">
                  <c:v>2.0108835245379222</c:v>
                </c:pt>
                <c:pt idx="20541">
                  <c:v>2.0108529482868507</c:v>
                </c:pt>
                <c:pt idx="20542">
                  <c:v>2.0124100019779787</c:v>
                </c:pt>
                <c:pt idx="20543">
                  <c:v>2.0134329740005712</c:v>
                </c:pt>
                <c:pt idx="20544">
                  <c:v>2.014358393222127</c:v>
                </c:pt>
                <c:pt idx="20545">
                  <c:v>2.0144801487879387</c:v>
                </c:pt>
                <c:pt idx="20546">
                  <c:v>2.0144101503263663</c:v>
                </c:pt>
                <c:pt idx="20547">
                  <c:v>2.014337651919738</c:v>
                </c:pt>
                <c:pt idx="20548">
                  <c:v>2.0137530219116062</c:v>
                </c:pt>
                <c:pt idx="20549">
                  <c:v>2.0134287707962462</c:v>
                </c:pt>
                <c:pt idx="20550">
                  <c:v>2.0143101525241205</c:v>
                </c:pt>
                <c:pt idx="20551">
                  <c:v>2.0166672710489881</c:v>
                </c:pt>
                <c:pt idx="20552">
                  <c:v>2.0169620173183005</c:v>
                </c:pt>
                <c:pt idx="20553">
                  <c:v>2.0171814081009209</c:v>
                </c:pt>
                <c:pt idx="20554">
                  <c:v>2.0164693358387726</c:v>
                </c:pt>
                <c:pt idx="20555">
                  <c:v>2.0152719171007232</c:v>
                </c:pt>
                <c:pt idx="20556">
                  <c:v>2.0136471451176896</c:v>
                </c:pt>
                <c:pt idx="20557">
                  <c:v>2.0133598162677742</c:v>
                </c:pt>
                <c:pt idx="20558">
                  <c:v>2.0142343849585722</c:v>
                </c:pt>
                <c:pt idx="20559">
                  <c:v>2.0161615404057054</c:v>
                </c:pt>
                <c:pt idx="20560">
                  <c:v>2.0163148612118413</c:v>
                </c:pt>
                <c:pt idx="20561">
                  <c:v>2.0146350904375727</c:v>
                </c:pt>
                <c:pt idx="20562">
                  <c:v>2.0137790652952683</c:v>
                </c:pt>
                <c:pt idx="20563">
                  <c:v>2.0148383002571371</c:v>
                </c:pt>
                <c:pt idx="20564">
                  <c:v>2.0154364189798026</c:v>
                </c:pt>
                <c:pt idx="20565">
                  <c:v>2.0145738005758114</c:v>
                </c:pt>
                <c:pt idx="20566">
                  <c:v>2.0135262137095888</c:v>
                </c:pt>
                <c:pt idx="20567">
                  <c:v>2.0134215731522382</c:v>
                </c:pt>
                <c:pt idx="20568">
                  <c:v>2.0142241104591108</c:v>
                </c:pt>
                <c:pt idx="20569">
                  <c:v>2.0147453352673566</c:v>
                </c:pt>
                <c:pt idx="20570">
                  <c:v>2.0143380365266697</c:v>
                </c:pt>
                <c:pt idx="20571">
                  <c:v>2.0134966264477705</c:v>
                </c:pt>
                <c:pt idx="20572">
                  <c:v>2.0128133722335773</c:v>
                </c:pt>
                <c:pt idx="20573">
                  <c:v>2.0127042262807411</c:v>
                </c:pt>
                <c:pt idx="20574">
                  <c:v>2.0125151370299554</c:v>
                </c:pt>
                <c:pt idx="20575">
                  <c:v>2.0134253368057844</c:v>
                </c:pt>
                <c:pt idx="20576">
                  <c:v>2.0143741346344037</c:v>
                </c:pt>
                <c:pt idx="20577">
                  <c:v>2.0139959561328324</c:v>
                </c:pt>
                <c:pt idx="20578">
                  <c:v>2.0133843761675569</c:v>
                </c:pt>
                <c:pt idx="20579">
                  <c:v>2.012200610975583</c:v>
                </c:pt>
                <c:pt idx="20580">
                  <c:v>2.0113077185116812</c:v>
                </c:pt>
                <c:pt idx="20581">
                  <c:v>2.0120197633019052</c:v>
                </c:pt>
                <c:pt idx="20582">
                  <c:v>2.0121461616228213</c:v>
                </c:pt>
                <c:pt idx="20583">
                  <c:v>2.0138067844662753</c:v>
                </c:pt>
                <c:pt idx="20584">
                  <c:v>2.0151762323904969</c:v>
                </c:pt>
                <c:pt idx="20585">
                  <c:v>2.0149980494934177</c:v>
                </c:pt>
                <c:pt idx="20586">
                  <c:v>2.0150007417419395</c:v>
                </c:pt>
                <c:pt idx="20587">
                  <c:v>2.0146587987077207</c:v>
                </c:pt>
                <c:pt idx="20588">
                  <c:v>2.0147136051954901</c:v>
                </c:pt>
                <c:pt idx="20589">
                  <c:v>2.0138107129513636</c:v>
                </c:pt>
                <c:pt idx="20590">
                  <c:v>2.0111889573855519</c:v>
                </c:pt>
                <c:pt idx="20591">
                  <c:v>2.0111197556097666</c:v>
                </c:pt>
                <c:pt idx="20592">
                  <c:v>2.0142313905188898</c:v>
                </c:pt>
                <c:pt idx="20593">
                  <c:v>2.0156353431792708</c:v>
                </c:pt>
                <c:pt idx="20594">
                  <c:v>2.0165682072921474</c:v>
                </c:pt>
                <c:pt idx="20595">
                  <c:v>2.0158769038043118</c:v>
                </c:pt>
                <c:pt idx="20596">
                  <c:v>2.0142689721105032</c:v>
                </c:pt>
                <c:pt idx="20597">
                  <c:v>2.0132858069053428</c:v>
                </c:pt>
                <c:pt idx="20598">
                  <c:v>2.0116148271466563</c:v>
                </c:pt>
                <c:pt idx="20599">
                  <c:v>2.011559169029252</c:v>
                </c:pt>
                <c:pt idx="20600">
                  <c:v>2.0119391057339397</c:v>
                </c:pt>
                <c:pt idx="20601">
                  <c:v>2.0133066306235028</c:v>
                </c:pt>
                <c:pt idx="20602">
                  <c:v>2.0141690841959519</c:v>
                </c:pt>
                <c:pt idx="20603">
                  <c:v>2.013587146436342</c:v>
                </c:pt>
                <c:pt idx="20604">
                  <c:v>2.0128874365398564</c:v>
                </c:pt>
                <c:pt idx="20605">
                  <c:v>2.0116188105755919</c:v>
                </c:pt>
                <c:pt idx="20606">
                  <c:v>2.0116071350080218</c:v>
                </c:pt>
                <c:pt idx="20607">
                  <c:v>2.0124383530032306</c:v>
                </c:pt>
                <c:pt idx="20608">
                  <c:v>2.0125992835322299</c:v>
                </c:pt>
                <c:pt idx="20609">
                  <c:v>2.0115756796553921</c:v>
                </c:pt>
                <c:pt idx="20610">
                  <c:v>2.0102248302235117</c:v>
                </c:pt>
                <c:pt idx="20611">
                  <c:v>2.0101451067009517</c:v>
                </c:pt>
                <c:pt idx="20612">
                  <c:v>2.0100857948176962</c:v>
                </c:pt>
                <c:pt idx="20613">
                  <c:v>2.0103253774642313</c:v>
                </c:pt>
                <c:pt idx="20614">
                  <c:v>2.0110450045053954</c:v>
                </c:pt>
                <c:pt idx="20615">
                  <c:v>2.0104114470011649</c:v>
                </c:pt>
                <c:pt idx="20616">
                  <c:v>2.0107628403771347</c:v>
                </c:pt>
                <c:pt idx="20617">
                  <c:v>2.0120252851585678</c:v>
                </c:pt>
                <c:pt idx="20618">
                  <c:v>2.0115124118151249</c:v>
                </c:pt>
                <c:pt idx="20619">
                  <c:v>2.0102323850025274</c:v>
                </c:pt>
                <c:pt idx="20620">
                  <c:v>2.0093833652007649</c:v>
                </c:pt>
                <c:pt idx="20621">
                  <c:v>2.0095822894002331</c:v>
                </c:pt>
                <c:pt idx="20622">
                  <c:v>2.0102762576646667</c:v>
                </c:pt>
                <c:pt idx="20623">
                  <c:v>2.0102192534230019</c:v>
                </c:pt>
                <c:pt idx="20624">
                  <c:v>2.0106600679105955</c:v>
                </c:pt>
                <c:pt idx="20625">
                  <c:v>2.0115691413375529</c:v>
                </c:pt>
                <c:pt idx="20626">
                  <c:v>2.0115070273180811</c:v>
                </c:pt>
                <c:pt idx="20627">
                  <c:v>2.0123423111579966</c:v>
                </c:pt>
                <c:pt idx="20628">
                  <c:v>2.0133387178303774</c:v>
                </c:pt>
                <c:pt idx="20629">
                  <c:v>2.0125242302366981</c:v>
                </c:pt>
                <c:pt idx="20630">
                  <c:v>2.0132220170985251</c:v>
                </c:pt>
                <c:pt idx="20631">
                  <c:v>2.0142004846047339</c:v>
                </c:pt>
                <c:pt idx="20632">
                  <c:v>2.0146129205951517</c:v>
                </c:pt>
                <c:pt idx="20633">
                  <c:v>2.0147500054943848</c:v>
                </c:pt>
                <c:pt idx="20634">
                  <c:v>2.0142336706885562</c:v>
                </c:pt>
                <c:pt idx="20635">
                  <c:v>2.0148906067998507</c:v>
                </c:pt>
                <c:pt idx="20636">
                  <c:v>2.0143516900727456</c:v>
                </c:pt>
                <c:pt idx="20637">
                  <c:v>2.012662578844421</c:v>
                </c:pt>
                <c:pt idx="20638">
                  <c:v>2.0125637348629701</c:v>
                </c:pt>
                <c:pt idx="20639">
                  <c:v>2.0127155172413791</c:v>
                </c:pt>
                <c:pt idx="20640">
                  <c:v>2.0127456539416717</c:v>
                </c:pt>
                <c:pt idx="20641">
                  <c:v>2.012250884595943</c:v>
                </c:pt>
                <c:pt idx="20642">
                  <c:v>2.0138319212764553</c:v>
                </c:pt>
                <c:pt idx="20643">
                  <c:v>2.0168153447176986</c:v>
                </c:pt>
                <c:pt idx="20644">
                  <c:v>2.0173663490912288</c:v>
                </c:pt>
                <c:pt idx="20645">
                  <c:v>2.0159856102063691</c:v>
                </c:pt>
                <c:pt idx="20646">
                  <c:v>2.0147045944045185</c:v>
                </c:pt>
                <c:pt idx="20647">
                  <c:v>2.0148679699347265</c:v>
                </c:pt>
                <c:pt idx="20648">
                  <c:v>2.0160003901013166</c:v>
                </c:pt>
                <c:pt idx="20649">
                  <c:v>2.0163172512692027</c:v>
                </c:pt>
                <c:pt idx="20650">
                  <c:v>2.0165095272631373</c:v>
                </c:pt>
                <c:pt idx="20651">
                  <c:v>2.0171240467242479</c:v>
                </c:pt>
                <c:pt idx="20652">
                  <c:v>2.0175309333860794</c:v>
                </c:pt>
                <c:pt idx="20653">
                  <c:v>2.0183785521197337</c:v>
                </c:pt>
                <c:pt idx="20654">
                  <c:v>2.0202488681567439</c:v>
                </c:pt>
                <c:pt idx="20655">
                  <c:v>2.0217221874244524</c:v>
                </c:pt>
                <c:pt idx="20656">
                  <c:v>2.0201165359003097</c:v>
                </c:pt>
                <c:pt idx="20657">
                  <c:v>2.0181247664886488</c:v>
                </c:pt>
                <c:pt idx="20658">
                  <c:v>2.0163473055537242</c:v>
                </c:pt>
                <c:pt idx="20659">
                  <c:v>2.0141470242412254</c:v>
                </c:pt>
                <c:pt idx="20660">
                  <c:v>2.0136206347113252</c:v>
                </c:pt>
                <c:pt idx="20661">
                  <c:v>2.0133044328696075</c:v>
                </c:pt>
                <c:pt idx="20662">
                  <c:v>2.0121626997208852</c:v>
                </c:pt>
                <c:pt idx="20663">
                  <c:v>2.0112643403441681</c:v>
                </c:pt>
                <c:pt idx="20664">
                  <c:v>2.0110200874706052</c:v>
                </c:pt>
                <c:pt idx="20665">
                  <c:v>2.0126269752313135</c:v>
                </c:pt>
                <c:pt idx="20666">
                  <c:v>2.0121846497879168</c:v>
                </c:pt>
                <c:pt idx="20667">
                  <c:v>2.0106528977385114</c:v>
                </c:pt>
                <c:pt idx="20668">
                  <c:v>2.0106655897672581</c:v>
                </c:pt>
                <c:pt idx="20669">
                  <c:v>2.0116387826641171</c:v>
                </c:pt>
                <c:pt idx="20670">
                  <c:v>2.0116455682292695</c:v>
                </c:pt>
                <c:pt idx="20671">
                  <c:v>2.0115458726181843</c:v>
                </c:pt>
                <c:pt idx="20672">
                  <c:v>2.0129482319069911</c:v>
                </c:pt>
                <c:pt idx="20673">
                  <c:v>2.0139178534537701</c:v>
                </c:pt>
                <c:pt idx="20674">
                  <c:v>2.0135145656139426</c:v>
                </c:pt>
                <c:pt idx="20675">
                  <c:v>2.0127852959275621</c:v>
                </c:pt>
                <c:pt idx="20676">
                  <c:v>2.011930836684908</c:v>
                </c:pt>
                <c:pt idx="20677">
                  <c:v>2.0113115096371508</c:v>
                </c:pt>
                <c:pt idx="20678">
                  <c:v>2.0112674996153932</c:v>
                </c:pt>
                <c:pt idx="20679">
                  <c:v>2.0116312278851014</c:v>
                </c:pt>
                <c:pt idx="20680">
                  <c:v>2.0099393969363311</c:v>
                </c:pt>
                <c:pt idx="20681">
                  <c:v>2.0085977231269641</c:v>
                </c:pt>
                <c:pt idx="20682">
                  <c:v>2.0114088976066462</c:v>
                </c:pt>
                <c:pt idx="20683">
                  <c:v>2.0124495066042503</c:v>
                </c:pt>
                <c:pt idx="20684">
                  <c:v>2.0122250884595942</c:v>
                </c:pt>
                <c:pt idx="20685">
                  <c:v>2.0136787927737854</c:v>
                </c:pt>
                <c:pt idx="20686">
                  <c:v>2.0148614590888112</c:v>
                </c:pt>
                <c:pt idx="20687">
                  <c:v>2.0159956374585173</c:v>
                </c:pt>
                <c:pt idx="20688">
                  <c:v>2.0160781081734469</c:v>
                </c:pt>
                <c:pt idx="20689">
                  <c:v>2.0148266796334147</c:v>
                </c:pt>
                <c:pt idx="20690">
                  <c:v>2.013583135535483</c:v>
                </c:pt>
                <c:pt idx="20691">
                  <c:v>2.0128367783125647</c:v>
                </c:pt>
                <c:pt idx="20692">
                  <c:v>2.0135015988659588</c:v>
                </c:pt>
                <c:pt idx="20693">
                  <c:v>2.0148267071053385</c:v>
                </c:pt>
                <c:pt idx="20694">
                  <c:v>2.014909315179886</c:v>
                </c:pt>
                <c:pt idx="20695">
                  <c:v>2.0135399771433593</c:v>
                </c:pt>
                <c:pt idx="20696">
                  <c:v>2.011638178281796</c:v>
                </c:pt>
                <c:pt idx="20697">
                  <c:v>2.0102700764818358</c:v>
                </c:pt>
                <c:pt idx="20698">
                  <c:v>2.0091726555460321</c:v>
                </c:pt>
                <c:pt idx="20699">
                  <c:v>2.0094857530603725</c:v>
                </c:pt>
                <c:pt idx="20700">
                  <c:v>2.0101766719412759</c:v>
                </c:pt>
                <c:pt idx="20701">
                  <c:v>2.0103732335553066</c:v>
                </c:pt>
                <c:pt idx="20702">
                  <c:v>2.0120219335838772</c:v>
                </c:pt>
                <c:pt idx="20703">
                  <c:v>2.013168364431551</c:v>
                </c:pt>
                <c:pt idx="20704">
                  <c:v>2.0127207918507284</c:v>
                </c:pt>
                <c:pt idx="20705">
                  <c:v>2.0101622217094128</c:v>
                </c:pt>
                <c:pt idx="20706">
                  <c:v>2.0087722522581921</c:v>
                </c:pt>
                <c:pt idx="20707">
                  <c:v>2.0098406353706513</c:v>
                </c:pt>
                <c:pt idx="20708">
                  <c:v>2.0117094679237817</c:v>
                </c:pt>
                <c:pt idx="20709">
                  <c:v>2.0130942451814247</c:v>
                </c:pt>
                <c:pt idx="20710">
                  <c:v>2.0113698050592297</c:v>
                </c:pt>
                <c:pt idx="20711">
                  <c:v>2.0105352629612536</c:v>
                </c:pt>
                <c:pt idx="20712">
                  <c:v>2.0105285323399484</c:v>
                </c:pt>
                <c:pt idx="20713">
                  <c:v>2.0105606195468231</c:v>
                </c:pt>
                <c:pt idx="20714">
                  <c:v>2.0113832113579919</c:v>
                </c:pt>
                <c:pt idx="20715">
                  <c:v>2.0108979747697853</c:v>
                </c:pt>
                <c:pt idx="20716">
                  <c:v>2.0108261082174019</c:v>
                </c:pt>
                <c:pt idx="20717">
                  <c:v>2.011648754972418</c:v>
                </c:pt>
                <c:pt idx="20718">
                  <c:v>2.0133842388079382</c:v>
                </c:pt>
                <c:pt idx="20719">
                  <c:v>2.0132692688072789</c:v>
                </c:pt>
                <c:pt idx="20720">
                  <c:v>2.0135586855233951</c:v>
                </c:pt>
                <c:pt idx="20721">
                  <c:v>2.0136545075932397</c:v>
                </c:pt>
                <c:pt idx="20722">
                  <c:v>2.0120819597371487</c:v>
                </c:pt>
                <c:pt idx="20723">
                  <c:v>2.0128989198039604</c:v>
                </c:pt>
                <c:pt idx="20724">
                  <c:v>2.0142436155249337</c:v>
                </c:pt>
                <c:pt idx="20725">
                  <c:v>2.0125345322080834</c:v>
                </c:pt>
                <c:pt idx="20726">
                  <c:v>2.0111995890200216</c:v>
                </c:pt>
                <c:pt idx="20727">
                  <c:v>2.0127729610338236</c:v>
                </c:pt>
                <c:pt idx="20728">
                  <c:v>2.0147072866530404</c:v>
                </c:pt>
                <c:pt idx="20729">
                  <c:v>2.0146625898331907</c:v>
                </c:pt>
                <c:pt idx="20730">
                  <c:v>2.0133843761675569</c:v>
                </c:pt>
                <c:pt idx="20731">
                  <c:v>2.012566234808026</c:v>
                </c:pt>
                <c:pt idx="20732">
                  <c:v>2.012361101953803</c:v>
                </c:pt>
                <c:pt idx="20733">
                  <c:v>2.0129445781411399</c:v>
                </c:pt>
                <c:pt idx="20734">
                  <c:v>2.0140379881760841</c:v>
                </c:pt>
                <c:pt idx="20735">
                  <c:v>2.0150809048152789</c:v>
                </c:pt>
                <c:pt idx="20736">
                  <c:v>2.0154213918375419</c:v>
                </c:pt>
                <c:pt idx="20737">
                  <c:v>2.0142502912023912</c:v>
                </c:pt>
                <c:pt idx="20738">
                  <c:v>2.0136873914859015</c:v>
                </c:pt>
                <c:pt idx="20739">
                  <c:v>2.013434347596756</c:v>
                </c:pt>
                <c:pt idx="20740">
                  <c:v>2.0120407243796841</c:v>
                </c:pt>
                <c:pt idx="20741">
                  <c:v>2.0105930089448583</c:v>
                </c:pt>
                <c:pt idx="20742">
                  <c:v>2.0105803993318827</c:v>
                </c:pt>
                <c:pt idx="20743">
                  <c:v>2.0108962440385927</c:v>
                </c:pt>
                <c:pt idx="20744">
                  <c:v>2.0096536889299137</c:v>
                </c:pt>
                <c:pt idx="20745">
                  <c:v>2.0091536449748357</c:v>
                </c:pt>
                <c:pt idx="20746">
                  <c:v>2.0094207819608361</c:v>
                </c:pt>
                <c:pt idx="20747">
                  <c:v>2.010451363706292</c:v>
                </c:pt>
                <c:pt idx="20748">
                  <c:v>2.0110830256477881</c:v>
                </c:pt>
                <c:pt idx="20749">
                  <c:v>2.0114342816641391</c:v>
                </c:pt>
                <c:pt idx="20750">
                  <c:v>2.0117237533241026</c:v>
                </c:pt>
                <c:pt idx="20751">
                  <c:v>2.0129304301004374</c:v>
                </c:pt>
                <c:pt idx="20752">
                  <c:v>2.015172633568493</c:v>
                </c:pt>
                <c:pt idx="20753">
                  <c:v>2.0137124458803104</c:v>
                </c:pt>
                <c:pt idx="20754">
                  <c:v>2.0140987835432189</c:v>
                </c:pt>
                <c:pt idx="20755">
                  <c:v>2.0152640601305465</c:v>
                </c:pt>
                <c:pt idx="20756">
                  <c:v>2.01447034131118</c:v>
                </c:pt>
                <c:pt idx="20757">
                  <c:v>2.0148602777960924</c:v>
                </c:pt>
                <c:pt idx="20758">
                  <c:v>2.0145008351464804</c:v>
                </c:pt>
                <c:pt idx="20759">
                  <c:v>2.0135197578075208</c:v>
                </c:pt>
                <c:pt idx="20760">
                  <c:v>2.0120922067646867</c:v>
                </c:pt>
                <c:pt idx="20761">
                  <c:v>2.0104788081580627</c:v>
                </c:pt>
                <c:pt idx="20762">
                  <c:v>2.0114459572317092</c:v>
                </c:pt>
                <c:pt idx="20763">
                  <c:v>2.0124472813784311</c:v>
                </c:pt>
                <c:pt idx="20764">
                  <c:v>2.0129385343179269</c:v>
                </c:pt>
                <c:pt idx="20765">
                  <c:v>2.0139952143908926</c:v>
                </c:pt>
                <c:pt idx="20766">
                  <c:v>2.0143130645480318</c:v>
                </c:pt>
                <c:pt idx="20767">
                  <c:v>2.014732203687831</c:v>
                </c:pt>
                <c:pt idx="20768">
                  <c:v>2.0143043284762974</c:v>
                </c:pt>
                <c:pt idx="20769">
                  <c:v>2.0131523757719609</c:v>
                </c:pt>
                <c:pt idx="20770">
                  <c:v>2.0118061690951845</c:v>
                </c:pt>
                <c:pt idx="20771">
                  <c:v>2.0113908210808553</c:v>
                </c:pt>
                <c:pt idx="20772">
                  <c:v>2.0119052603239491</c:v>
                </c:pt>
                <c:pt idx="20773">
                  <c:v>2.0132688567284234</c:v>
                </c:pt>
                <c:pt idx="20774">
                  <c:v>2.0148928594975937</c:v>
                </c:pt>
                <c:pt idx="20775">
                  <c:v>2.0168967989714512</c:v>
                </c:pt>
                <c:pt idx="20776">
                  <c:v>2.0156495461638206</c:v>
                </c:pt>
                <c:pt idx="20777">
                  <c:v>2.0148592063910682</c:v>
                </c:pt>
                <c:pt idx="20778">
                  <c:v>2.0155336695896793</c:v>
                </c:pt>
                <c:pt idx="20779">
                  <c:v>2.0157237478297181</c:v>
                </c:pt>
                <c:pt idx="20780">
                  <c:v>2.015542762796422</c:v>
                </c:pt>
                <c:pt idx="20781">
                  <c:v>2.0138649700006592</c:v>
                </c:pt>
                <c:pt idx="20782">
                  <c:v>2.0119125129118043</c:v>
                </c:pt>
                <c:pt idx="20783">
                  <c:v>2.0126492824333533</c:v>
                </c:pt>
                <c:pt idx="20784">
                  <c:v>2.0153285916793036</c:v>
                </c:pt>
                <c:pt idx="20785">
                  <c:v>2.0146143216632599</c:v>
                </c:pt>
                <c:pt idx="20786">
                  <c:v>2.013190534273972</c:v>
                </c:pt>
                <c:pt idx="20787">
                  <c:v>2.0133498989033209</c:v>
                </c:pt>
                <c:pt idx="20788">
                  <c:v>2.0137973615964486</c:v>
                </c:pt>
                <c:pt idx="20789">
                  <c:v>2.0147166271070964</c:v>
                </c:pt>
                <c:pt idx="20790">
                  <c:v>2.0157203687831036</c:v>
                </c:pt>
                <c:pt idx="20791">
                  <c:v>2.0147254181226786</c:v>
                </c:pt>
                <c:pt idx="20792">
                  <c:v>2.0142306762488738</c:v>
                </c:pt>
                <c:pt idx="20793">
                  <c:v>2.01350852179073</c:v>
                </c:pt>
                <c:pt idx="20794">
                  <c:v>2.0135036317883124</c:v>
                </c:pt>
                <c:pt idx="20795">
                  <c:v>2.0141234533306962</c:v>
                </c:pt>
                <c:pt idx="20796">
                  <c:v>2.0144294356167998</c:v>
                </c:pt>
                <c:pt idx="20797">
                  <c:v>2.0157073470912725</c:v>
                </c:pt>
                <c:pt idx="20798">
                  <c:v>2.0163294213313994</c:v>
                </c:pt>
                <c:pt idx="20799">
                  <c:v>2.0156261675567571</c:v>
                </c:pt>
                <c:pt idx="20800">
                  <c:v>2.013147540713391</c:v>
                </c:pt>
                <c:pt idx="20801">
                  <c:v>2.011529004857036</c:v>
                </c:pt>
                <c:pt idx="20802">
                  <c:v>2.0116484527812575</c:v>
                </c:pt>
                <c:pt idx="20803">
                  <c:v>2.0138644205621854</c:v>
                </c:pt>
                <c:pt idx="20804">
                  <c:v>2.0162878013670031</c:v>
                </c:pt>
                <c:pt idx="20805">
                  <c:v>2.0154930660864596</c:v>
                </c:pt>
                <c:pt idx="20806">
                  <c:v>2.0131668809476713</c:v>
                </c:pt>
                <c:pt idx="20807">
                  <c:v>2.0123479978462013</c:v>
                </c:pt>
                <c:pt idx="20808">
                  <c:v>2.0131831717984219</c:v>
                </c:pt>
                <c:pt idx="20809">
                  <c:v>2.0144851212061274</c:v>
                </c:pt>
                <c:pt idx="20810">
                  <c:v>2.0128644700116483</c:v>
                </c:pt>
                <c:pt idx="20811">
                  <c:v>2.0116496340739762</c:v>
                </c:pt>
                <c:pt idx="20812">
                  <c:v>2.0119576767543572</c:v>
                </c:pt>
                <c:pt idx="20813">
                  <c:v>2.0125863717280938</c:v>
                </c:pt>
                <c:pt idx="20814">
                  <c:v>2.0124370343508935</c:v>
                </c:pt>
                <c:pt idx="20815">
                  <c:v>2.0135728610360211</c:v>
                </c:pt>
                <c:pt idx="20816">
                  <c:v>2.0143554811982156</c:v>
                </c:pt>
                <c:pt idx="20817">
                  <c:v>2.0134679182875104</c:v>
                </c:pt>
                <c:pt idx="20818">
                  <c:v>2.0140887288191469</c:v>
                </c:pt>
                <c:pt idx="20819">
                  <c:v>2.0141250467022704</c:v>
                </c:pt>
                <c:pt idx="20820">
                  <c:v>2.0139889233203667</c:v>
                </c:pt>
                <c:pt idx="20821">
                  <c:v>2.0134281389420012</c:v>
                </c:pt>
                <c:pt idx="20822">
                  <c:v>2.0128438660688777</c:v>
                </c:pt>
                <c:pt idx="20823">
                  <c:v>2.0130780092745213</c:v>
                </c:pt>
                <c:pt idx="20824">
                  <c:v>2.0131253983428934</c:v>
                </c:pt>
                <c:pt idx="20825">
                  <c:v>2.0134901705457025</c:v>
                </c:pt>
                <c:pt idx="20826">
                  <c:v>2.0136434089360673</c:v>
                </c:pt>
                <c:pt idx="20827">
                  <c:v>2.0141408705303179</c:v>
                </c:pt>
                <c:pt idx="20828">
                  <c:v>2.0138195314388696</c:v>
                </c:pt>
                <c:pt idx="20829">
                  <c:v>2.0127577965319445</c:v>
                </c:pt>
                <c:pt idx="20830">
                  <c:v>2.0119868244653962</c:v>
                </c:pt>
                <c:pt idx="20831">
                  <c:v>2.0111804136172831</c:v>
                </c:pt>
                <c:pt idx="20832">
                  <c:v>2.0115060383288279</c:v>
                </c:pt>
                <c:pt idx="20833">
                  <c:v>2.0116113107404234</c:v>
                </c:pt>
                <c:pt idx="20834">
                  <c:v>2.0105178457616315</c:v>
                </c:pt>
                <c:pt idx="20835">
                  <c:v>2.0114806542713346</c:v>
                </c:pt>
                <c:pt idx="20836">
                  <c:v>2.012059405287796</c:v>
                </c:pt>
                <c:pt idx="20837">
                  <c:v>2.0120294059471222</c:v>
                </c:pt>
                <c:pt idx="20838">
                  <c:v>2.0126462879936704</c:v>
                </c:pt>
                <c:pt idx="20839">
                  <c:v>2.013666155688886</c:v>
                </c:pt>
                <c:pt idx="20840">
                  <c:v>2.0153489209028375</c:v>
                </c:pt>
                <c:pt idx="20841">
                  <c:v>2.0149399189028814</c:v>
                </c:pt>
                <c:pt idx="20842">
                  <c:v>2.0134576437880485</c:v>
                </c:pt>
                <c:pt idx="20843">
                  <c:v>2.0130085053075755</c:v>
                </c:pt>
                <c:pt idx="20844">
                  <c:v>2.0128738654095515</c:v>
                </c:pt>
                <c:pt idx="20845">
                  <c:v>2.0134955550427462</c:v>
                </c:pt>
                <c:pt idx="20846">
                  <c:v>2.0145093514428254</c:v>
                </c:pt>
                <c:pt idx="20847">
                  <c:v>2.0150000000000001</c:v>
                </c:pt>
                <c:pt idx="20848">
                  <c:v>2.0144666326014811</c:v>
                </c:pt>
                <c:pt idx="20849">
                  <c:v>2.0135665699654952</c:v>
                </c:pt>
                <c:pt idx="20850">
                  <c:v>2.0126314531548757</c:v>
                </c:pt>
                <c:pt idx="20851">
                  <c:v>2.0125701632931143</c:v>
                </c:pt>
                <c:pt idx="20852">
                  <c:v>2.012064240346366</c:v>
                </c:pt>
                <c:pt idx="20853">
                  <c:v>2.0122235500318673</c:v>
                </c:pt>
                <c:pt idx="20854">
                  <c:v>2.0136425847783563</c:v>
                </c:pt>
                <c:pt idx="20855">
                  <c:v>2.0152930430100437</c:v>
                </c:pt>
                <c:pt idx="20856">
                  <c:v>2.0158915188677171</c:v>
                </c:pt>
                <c:pt idx="20857">
                  <c:v>2.0151437605766906</c:v>
                </c:pt>
                <c:pt idx="20858">
                  <c:v>2.0151696666007339</c:v>
                </c:pt>
                <c:pt idx="20859">
                  <c:v>2.0152900210984375</c:v>
                </c:pt>
                <c:pt idx="20860">
                  <c:v>2.0147344838574974</c:v>
                </c:pt>
                <c:pt idx="20861">
                  <c:v>2.0142354288916726</c:v>
                </c:pt>
                <c:pt idx="20862">
                  <c:v>2.0127701863695302</c:v>
                </c:pt>
                <c:pt idx="20863">
                  <c:v>2.0114131282828951</c:v>
                </c:pt>
                <c:pt idx="20864">
                  <c:v>2.0093682831146569</c:v>
                </c:pt>
                <c:pt idx="20865">
                  <c:v>2.0089267818289707</c:v>
                </c:pt>
                <c:pt idx="20866">
                  <c:v>2.0085881354255952</c:v>
                </c:pt>
                <c:pt idx="20867">
                  <c:v>2.0098400309883298</c:v>
                </c:pt>
                <c:pt idx="20868">
                  <c:v>2.0122748401134043</c:v>
                </c:pt>
                <c:pt idx="20869">
                  <c:v>2.014034938792554</c:v>
                </c:pt>
                <c:pt idx="20870">
                  <c:v>2.0141774081888308</c:v>
                </c:pt>
                <c:pt idx="20871">
                  <c:v>2.0138549427485111</c:v>
                </c:pt>
                <c:pt idx="20872">
                  <c:v>2.0139528801564799</c:v>
                </c:pt>
                <c:pt idx="20873">
                  <c:v>2.0129775719214962</c:v>
                </c:pt>
                <c:pt idx="20874">
                  <c:v>2.0109594844069361</c:v>
                </c:pt>
                <c:pt idx="20875">
                  <c:v>2.010251560405266</c:v>
                </c:pt>
                <c:pt idx="20876">
                  <c:v>2.0105966077668622</c:v>
                </c:pt>
                <c:pt idx="20877">
                  <c:v>2.0126939517812796</c:v>
                </c:pt>
                <c:pt idx="20878">
                  <c:v>2.0136249752752686</c:v>
                </c:pt>
                <c:pt idx="20879">
                  <c:v>2.0124018702885649</c:v>
                </c:pt>
                <c:pt idx="20880">
                  <c:v>2.0125058515197467</c:v>
                </c:pt>
                <c:pt idx="20881">
                  <c:v>2.0123195094613306</c:v>
                </c:pt>
                <c:pt idx="20882">
                  <c:v>2.0124995055053736</c:v>
                </c:pt>
                <c:pt idx="20883">
                  <c:v>2.0136131623480802</c:v>
                </c:pt>
                <c:pt idx="20884">
                  <c:v>2.0144413309597593</c:v>
                </c:pt>
                <c:pt idx="20885">
                  <c:v>2.0141129865277687</c:v>
                </c:pt>
                <c:pt idx="20886">
                  <c:v>2.0134909672314896</c:v>
                </c:pt>
                <c:pt idx="20887">
                  <c:v>2.0113486516779853</c:v>
                </c:pt>
                <c:pt idx="20888">
                  <c:v>2.0112960154721873</c:v>
                </c:pt>
                <c:pt idx="20889">
                  <c:v>2.0139199413199709</c:v>
                </c:pt>
                <c:pt idx="20890">
                  <c:v>2.0133829750994483</c:v>
                </c:pt>
                <c:pt idx="20891">
                  <c:v>2.011514115074394</c:v>
                </c:pt>
                <c:pt idx="20892">
                  <c:v>2.0115710918441354</c:v>
                </c:pt>
                <c:pt idx="20893">
                  <c:v>2.0118364706270193</c:v>
                </c:pt>
                <c:pt idx="20894">
                  <c:v>2.0133765466693041</c:v>
                </c:pt>
                <c:pt idx="20895">
                  <c:v>2.0136040966132613</c:v>
                </c:pt>
                <c:pt idx="20896">
                  <c:v>2.0127909276719191</c:v>
                </c:pt>
                <c:pt idx="20897">
                  <c:v>2.0129265290872729</c:v>
                </c:pt>
                <c:pt idx="20898">
                  <c:v>2.0142447418738048</c:v>
                </c:pt>
                <c:pt idx="20899">
                  <c:v>2.0131229258697609</c:v>
                </c:pt>
                <c:pt idx="20900">
                  <c:v>2.0113218940243072</c:v>
                </c:pt>
                <c:pt idx="20901">
                  <c:v>2.0125619766598537</c:v>
                </c:pt>
                <c:pt idx="20902">
                  <c:v>2.0129738906837211</c:v>
                </c:pt>
                <c:pt idx="20903">
                  <c:v>2.0117210610755807</c:v>
                </c:pt>
                <c:pt idx="20904">
                  <c:v>2.0122122590712292</c:v>
                </c:pt>
                <c:pt idx="20905">
                  <c:v>2.0137364563416189</c:v>
                </c:pt>
                <c:pt idx="20906">
                  <c:v>2.0147421485242081</c:v>
                </c:pt>
                <c:pt idx="20907">
                  <c:v>2.015313921672051</c:v>
                </c:pt>
                <c:pt idx="20908">
                  <c:v>2.0156450407683346</c:v>
                </c:pt>
                <c:pt idx="20909">
                  <c:v>2.0157308905298783</c:v>
                </c:pt>
                <c:pt idx="20910">
                  <c:v>2.0157090503505417</c:v>
                </c:pt>
                <c:pt idx="20911">
                  <c:v>2.0164948297839609</c:v>
                </c:pt>
                <c:pt idx="20912">
                  <c:v>2.0182310004175732</c:v>
                </c:pt>
                <c:pt idx="20913">
                  <c:v>2.0170904485615702</c:v>
                </c:pt>
                <c:pt idx="20914">
                  <c:v>2.0137687358519591</c:v>
                </c:pt>
                <c:pt idx="20915">
                  <c:v>2.0137514834838797</c:v>
                </c:pt>
                <c:pt idx="20916">
                  <c:v>2.0153624370892946</c:v>
                </c:pt>
                <c:pt idx="20917">
                  <c:v>2.0150237082701481</c:v>
                </c:pt>
                <c:pt idx="20918">
                  <c:v>2.0146473154436166</c:v>
                </c:pt>
                <c:pt idx="20919">
                  <c:v>2.0147672578624647</c:v>
                </c:pt>
                <c:pt idx="20920">
                  <c:v>2.0163652172479725</c:v>
                </c:pt>
                <c:pt idx="20921">
                  <c:v>2.0172583294872641</c:v>
                </c:pt>
                <c:pt idx="20922">
                  <c:v>2.0175176919188589</c:v>
                </c:pt>
                <c:pt idx="20923">
                  <c:v>2.0175269774290676</c:v>
                </c:pt>
                <c:pt idx="20924">
                  <c:v>2.016994653963649</c:v>
                </c:pt>
                <c:pt idx="20925">
                  <c:v>2.0165756247115447</c:v>
                </c:pt>
                <c:pt idx="20926">
                  <c:v>2.0168757829498252</c:v>
                </c:pt>
                <c:pt idx="20927">
                  <c:v>2.0163917551262611</c:v>
                </c:pt>
                <c:pt idx="20928">
                  <c:v>2.0161079426825785</c:v>
                </c:pt>
                <c:pt idx="20929">
                  <c:v>2.0150384881650951</c:v>
                </c:pt>
                <c:pt idx="20930">
                  <c:v>2.0153780960858003</c:v>
                </c:pt>
                <c:pt idx="20931">
                  <c:v>2.0159851706555898</c:v>
                </c:pt>
                <c:pt idx="20932">
                  <c:v>2.0155341640843059</c:v>
                </c:pt>
                <c:pt idx="20933">
                  <c:v>2.0146831388321136</c:v>
                </c:pt>
                <c:pt idx="20934">
                  <c:v>2.014732011384365</c:v>
                </c:pt>
                <c:pt idx="20935">
                  <c:v>2.0152834827805983</c:v>
                </c:pt>
                <c:pt idx="20936">
                  <c:v>2.0144320179776267</c:v>
                </c:pt>
                <c:pt idx="20937">
                  <c:v>2.0133009714072219</c:v>
                </c:pt>
                <c:pt idx="20938">
                  <c:v>2.0127774664293092</c:v>
                </c:pt>
                <c:pt idx="20939">
                  <c:v>2.0145151480187247</c:v>
                </c:pt>
                <c:pt idx="20940">
                  <c:v>2.0164322487417858</c:v>
                </c:pt>
                <c:pt idx="20941">
                  <c:v>2.0149352486758532</c:v>
                </c:pt>
                <c:pt idx="20942">
                  <c:v>2.0124199742862796</c:v>
                </c:pt>
                <c:pt idx="20943">
                  <c:v>2.0117913617283136</c:v>
                </c:pt>
                <c:pt idx="20944">
                  <c:v>2.0130805366915014</c:v>
                </c:pt>
                <c:pt idx="20945">
                  <c:v>2.0134331663040372</c:v>
                </c:pt>
                <c:pt idx="20946">
                  <c:v>2.0122026988417838</c:v>
                </c:pt>
                <c:pt idx="20947">
                  <c:v>2.0128759532757523</c:v>
                </c:pt>
                <c:pt idx="20948">
                  <c:v>2.0142241379310346</c:v>
                </c:pt>
                <c:pt idx="20949">
                  <c:v>2.0153427946638534</c:v>
                </c:pt>
                <c:pt idx="20950">
                  <c:v>2.0152109019581985</c:v>
                </c:pt>
                <c:pt idx="20951">
                  <c:v>2.0137391485901408</c:v>
                </c:pt>
                <c:pt idx="20952">
                  <c:v>2.0105393837498076</c:v>
                </c:pt>
                <c:pt idx="20953">
                  <c:v>2.0106483099272543</c:v>
                </c:pt>
                <c:pt idx="20954">
                  <c:v>2.0139381552053801</c:v>
                </c:pt>
                <c:pt idx="20955">
                  <c:v>2.0161847816531506</c:v>
                </c:pt>
                <c:pt idx="20956">
                  <c:v>2.0157160282191602</c:v>
                </c:pt>
                <c:pt idx="20957">
                  <c:v>2.0144561932704774</c:v>
                </c:pt>
                <c:pt idx="20958">
                  <c:v>2.0145615206259202</c:v>
                </c:pt>
                <c:pt idx="20959">
                  <c:v>2.014197984659678</c:v>
                </c:pt>
                <c:pt idx="20960">
                  <c:v>2.0137153579042217</c:v>
                </c:pt>
                <c:pt idx="20961">
                  <c:v>2.0134189907914113</c:v>
                </c:pt>
                <c:pt idx="20962">
                  <c:v>2.0137481593811124</c:v>
                </c:pt>
                <c:pt idx="20963">
                  <c:v>2.0149157161381068</c:v>
                </c:pt>
                <c:pt idx="20964">
                  <c:v>2.0149668139161778</c:v>
                </c:pt>
                <c:pt idx="20965">
                  <c:v>2.0150855750423067</c:v>
                </c:pt>
                <c:pt idx="20966">
                  <c:v>2.0154605668007295</c:v>
                </c:pt>
                <c:pt idx="20967">
                  <c:v>2.0155283675084066</c:v>
                </c:pt>
                <c:pt idx="20968">
                  <c:v>2.0156257280059777</c:v>
                </c:pt>
                <c:pt idx="20969">
                  <c:v>2.014076393925408</c:v>
                </c:pt>
                <c:pt idx="20970">
                  <c:v>2.0113799696709962</c:v>
                </c:pt>
                <c:pt idx="20971">
                  <c:v>2.0100433232236656</c:v>
                </c:pt>
                <c:pt idx="20972">
                  <c:v>2.0098098393441903</c:v>
                </c:pt>
                <c:pt idx="20973">
                  <c:v>2.0114422759939341</c:v>
                </c:pt>
                <c:pt idx="20974">
                  <c:v>2.0124936539856266</c:v>
                </c:pt>
                <c:pt idx="20975">
                  <c:v>2.01096256126239</c:v>
                </c:pt>
                <c:pt idx="20976">
                  <c:v>2.0111462660161314</c:v>
                </c:pt>
                <c:pt idx="20977">
                  <c:v>2.0131012505219665</c:v>
                </c:pt>
                <c:pt idx="20978">
                  <c:v>2.0135105547130832</c:v>
                </c:pt>
                <c:pt idx="20979">
                  <c:v>2.0120453671347884</c:v>
                </c:pt>
                <c:pt idx="20980">
                  <c:v>2.0125775807125117</c:v>
                </c:pt>
                <c:pt idx="20981">
                  <c:v>2.014994697918727</c:v>
                </c:pt>
                <c:pt idx="20982">
                  <c:v>2.0155824047823123</c:v>
                </c:pt>
                <c:pt idx="20983">
                  <c:v>2.0148379156502054</c:v>
                </c:pt>
                <c:pt idx="20984">
                  <c:v>2.014166089756269</c:v>
                </c:pt>
                <c:pt idx="20985">
                  <c:v>2.0138779642205664</c:v>
                </c:pt>
                <c:pt idx="20986">
                  <c:v>2.0139775224720338</c:v>
                </c:pt>
                <c:pt idx="20987">
                  <c:v>2.0136839574954397</c:v>
                </c:pt>
                <c:pt idx="20988">
                  <c:v>2.0128605964704072</c:v>
                </c:pt>
                <c:pt idx="20989">
                  <c:v>2.0120323179710335</c:v>
                </c:pt>
                <c:pt idx="20990">
                  <c:v>2.0117726808202017</c:v>
                </c:pt>
                <c:pt idx="20991">
                  <c:v>2.0129071613810687</c:v>
                </c:pt>
                <c:pt idx="20992">
                  <c:v>2.012329893848487</c:v>
                </c:pt>
                <c:pt idx="20993">
                  <c:v>2.0108094877035669</c:v>
                </c:pt>
                <c:pt idx="20994">
                  <c:v>2.0101537878288389</c:v>
                </c:pt>
                <c:pt idx="20995">
                  <c:v>2.0098057734994836</c:v>
                </c:pt>
                <c:pt idx="20996">
                  <c:v>2.0092263631568539</c:v>
                </c:pt>
                <c:pt idx="20997">
                  <c:v>2.0109581108107513</c:v>
                </c:pt>
                <c:pt idx="20998">
                  <c:v>2.0135053075756577</c:v>
                </c:pt>
                <c:pt idx="20999">
                  <c:v>2.0132993780356476</c:v>
                </c:pt>
                <c:pt idx="21000">
                  <c:v>2.0124120898441791</c:v>
                </c:pt>
                <c:pt idx="21001">
                  <c:v>2.013463797498956</c:v>
                </c:pt>
                <c:pt idx="21002">
                  <c:v>2.0134697039625502</c:v>
                </c:pt>
                <c:pt idx="21003">
                  <c:v>2.0126065910639328</c:v>
                </c:pt>
                <c:pt idx="21004">
                  <c:v>2.0127632909166833</c:v>
                </c:pt>
                <c:pt idx="21005">
                  <c:v>2.0120094063866727</c:v>
                </c:pt>
                <c:pt idx="21006">
                  <c:v>2.0109348146194588</c:v>
                </c:pt>
                <c:pt idx="21007">
                  <c:v>2.0113563712885432</c:v>
                </c:pt>
                <c:pt idx="21008">
                  <c:v>2.0116422441265027</c:v>
                </c:pt>
                <c:pt idx="21009">
                  <c:v>2.0123092899057164</c:v>
                </c:pt>
                <c:pt idx="21010">
                  <c:v>2.0140681798202236</c:v>
                </c:pt>
                <c:pt idx="21011">
                  <c:v>2.0144783631128984</c:v>
                </c:pt>
                <c:pt idx="21012">
                  <c:v>2.0139047768180918</c:v>
                </c:pt>
                <c:pt idx="21013">
                  <c:v>2.0120726192830927</c:v>
                </c:pt>
                <c:pt idx="21014">
                  <c:v>2.0133099821981935</c:v>
                </c:pt>
                <c:pt idx="21015">
                  <c:v>2.0153585086042063</c:v>
                </c:pt>
                <c:pt idx="21016">
                  <c:v>2.0150025274169798</c:v>
                </c:pt>
                <c:pt idx="21017">
                  <c:v>2.0146712709610779</c:v>
                </c:pt>
                <c:pt idx="21018">
                  <c:v>2.0151009593195752</c:v>
                </c:pt>
                <c:pt idx="21019">
                  <c:v>2.0155483395969318</c:v>
                </c:pt>
                <c:pt idx="21020">
                  <c:v>2.0155663886507988</c:v>
                </c:pt>
                <c:pt idx="21021">
                  <c:v>2.0151268378716951</c:v>
                </c:pt>
                <c:pt idx="21022">
                  <c:v>2.0133108612997517</c:v>
                </c:pt>
                <c:pt idx="21023">
                  <c:v>2.0128937550823061</c:v>
                </c:pt>
                <c:pt idx="21024">
                  <c:v>2.0133805850420869</c:v>
                </c:pt>
                <c:pt idx="21025">
                  <c:v>2.0124321443484758</c:v>
                </c:pt>
                <c:pt idx="21026">
                  <c:v>2.012841036460737</c:v>
                </c:pt>
                <c:pt idx="21027">
                  <c:v>2.0143651787872794</c:v>
                </c:pt>
                <c:pt idx="21028">
                  <c:v>2.014894233093778</c:v>
                </c:pt>
                <c:pt idx="21029">
                  <c:v>2.0150154666930398</c:v>
                </c:pt>
                <c:pt idx="21030">
                  <c:v>2.0147327531263048</c:v>
                </c:pt>
                <c:pt idx="21031">
                  <c:v>2.0146179754291116</c:v>
                </c:pt>
                <c:pt idx="21032">
                  <c:v>2.0143181743258389</c:v>
                </c:pt>
                <c:pt idx="21033">
                  <c:v>2.01320509439353</c:v>
                </c:pt>
                <c:pt idx="21034">
                  <c:v>2.0125808498714313</c:v>
                </c:pt>
                <c:pt idx="21035">
                  <c:v>2.0129128205973497</c:v>
                </c:pt>
                <c:pt idx="21036">
                  <c:v>2.0141014757917408</c:v>
                </c:pt>
                <c:pt idx="21037">
                  <c:v>2.0143161688754092</c:v>
                </c:pt>
                <c:pt idx="21038">
                  <c:v>2.014437292586976</c:v>
                </c:pt>
                <c:pt idx="21039">
                  <c:v>2.014890551856003</c:v>
                </c:pt>
                <c:pt idx="21040">
                  <c:v>2.0144070459989889</c:v>
                </c:pt>
                <c:pt idx="21041">
                  <c:v>2.0132940484824511</c:v>
                </c:pt>
                <c:pt idx="21042">
                  <c:v>2.0131622107206435</c:v>
                </c:pt>
                <c:pt idx="21043">
                  <c:v>2.0144397650601085</c:v>
                </c:pt>
                <c:pt idx="21044">
                  <c:v>2.0157775103843871</c:v>
                </c:pt>
                <c:pt idx="21045">
                  <c:v>2.0152253796619854</c:v>
                </c:pt>
                <c:pt idx="21046">
                  <c:v>2.0144692973780796</c:v>
                </c:pt>
                <c:pt idx="21047">
                  <c:v>2.014603113118393</c:v>
                </c:pt>
                <c:pt idx="21048">
                  <c:v>2.0144242159512977</c:v>
                </c:pt>
                <c:pt idx="21049">
                  <c:v>2.0124379409243751</c:v>
                </c:pt>
                <c:pt idx="21050">
                  <c:v>2.0105796301180194</c:v>
                </c:pt>
                <c:pt idx="21051">
                  <c:v>2.0100876079646599</c:v>
                </c:pt>
                <c:pt idx="21052">
                  <c:v>2.0106302608733873</c:v>
                </c:pt>
                <c:pt idx="21053">
                  <c:v>2.0103678490582624</c:v>
                </c:pt>
                <c:pt idx="21054">
                  <c:v>2.009992362805213</c:v>
                </c:pt>
                <c:pt idx="21055">
                  <c:v>2.0104137546427552</c:v>
                </c:pt>
                <c:pt idx="21056">
                  <c:v>2.0102438957385553</c:v>
                </c:pt>
                <c:pt idx="21057">
                  <c:v>2.0095317960044836</c:v>
                </c:pt>
                <c:pt idx="21058">
                  <c:v>2.0100798059383309</c:v>
                </c:pt>
                <c:pt idx="21059">
                  <c:v>2.0116619689677151</c:v>
                </c:pt>
                <c:pt idx="21060">
                  <c:v>2.0141455957011933</c:v>
                </c:pt>
                <c:pt idx="21061">
                  <c:v>2.0149060460209665</c:v>
                </c:pt>
                <c:pt idx="21062">
                  <c:v>2.0127110942616646</c:v>
                </c:pt>
                <c:pt idx="21063">
                  <c:v>2.0114714511768974</c:v>
                </c:pt>
                <c:pt idx="21064">
                  <c:v>2.0116696611063491</c:v>
                </c:pt>
                <c:pt idx="21065">
                  <c:v>2.0103429320234718</c:v>
                </c:pt>
                <c:pt idx="21066">
                  <c:v>2.0093231742159512</c:v>
                </c:pt>
                <c:pt idx="21067">
                  <c:v>2.0100195874815938</c:v>
                </c:pt>
                <c:pt idx="21068">
                  <c:v>2.0120439935386036</c:v>
                </c:pt>
                <c:pt idx="21069">
                  <c:v>2.0134965989758467</c:v>
                </c:pt>
                <c:pt idx="21070">
                  <c:v>2.0153539482648735</c:v>
                </c:pt>
                <c:pt idx="21071">
                  <c:v>2.016119645722072</c:v>
                </c:pt>
                <c:pt idx="21072">
                  <c:v>2.014836349750555</c:v>
                </c:pt>
                <c:pt idx="21073">
                  <c:v>2.014989862860157</c:v>
                </c:pt>
                <c:pt idx="21074">
                  <c:v>2.015359992088086</c:v>
                </c:pt>
                <c:pt idx="21075">
                  <c:v>2.0147153633986066</c:v>
                </c:pt>
                <c:pt idx="21076">
                  <c:v>2.0136745346256126</c:v>
                </c:pt>
                <c:pt idx="21077">
                  <c:v>2.011801031845454</c:v>
                </c:pt>
                <c:pt idx="21078">
                  <c:v>2.0109332487198084</c:v>
                </c:pt>
                <c:pt idx="21079">
                  <c:v>2.0106722105008683</c:v>
                </c:pt>
                <c:pt idx="21080">
                  <c:v>2.0108452012043689</c:v>
                </c:pt>
                <c:pt idx="21081">
                  <c:v>2.0103514483198173</c:v>
                </c:pt>
                <c:pt idx="21082">
                  <c:v>2.0105857563570031</c:v>
                </c:pt>
                <c:pt idx="21083">
                  <c:v>2.011407002043911</c:v>
                </c:pt>
                <c:pt idx="21084">
                  <c:v>2.0123065152414235</c:v>
                </c:pt>
                <c:pt idx="21085">
                  <c:v>2.0133285806905343</c:v>
                </c:pt>
                <c:pt idx="21086">
                  <c:v>2.0129435067361157</c:v>
                </c:pt>
                <c:pt idx="21087">
                  <c:v>2.0128059822861037</c:v>
                </c:pt>
                <c:pt idx="21088">
                  <c:v>2.0138961781059757</c:v>
                </c:pt>
                <c:pt idx="21089">
                  <c:v>2.0159757477857632</c:v>
                </c:pt>
                <c:pt idx="21090">
                  <c:v>2.0166186182721257</c:v>
                </c:pt>
                <c:pt idx="21091">
                  <c:v>2.015719160018461</c:v>
                </c:pt>
                <c:pt idx="21092">
                  <c:v>2.0159362981033384</c:v>
                </c:pt>
                <c:pt idx="21093">
                  <c:v>2.0147805268016086</c:v>
                </c:pt>
                <c:pt idx="21094">
                  <c:v>2.0132113854640559</c:v>
                </c:pt>
                <c:pt idx="21095">
                  <c:v>2.0140740313399705</c:v>
                </c:pt>
                <c:pt idx="21096">
                  <c:v>2.0145739104635063</c:v>
                </c:pt>
                <c:pt idx="21097">
                  <c:v>2.0154783686072832</c:v>
                </c:pt>
                <c:pt idx="21098">
                  <c:v>2.0160684105843827</c:v>
                </c:pt>
                <c:pt idx="21099">
                  <c:v>2.0155603722995097</c:v>
                </c:pt>
                <c:pt idx="21100">
                  <c:v>2.0148345640755148</c:v>
                </c:pt>
                <c:pt idx="21101">
                  <c:v>2.0161479692754005</c:v>
                </c:pt>
                <c:pt idx="21102">
                  <c:v>2.017578102679062</c:v>
                </c:pt>
                <c:pt idx="21103">
                  <c:v>2.0157461923913762</c:v>
                </c:pt>
                <c:pt idx="21104">
                  <c:v>2.014426001626338</c:v>
                </c:pt>
                <c:pt idx="21105">
                  <c:v>2.0127873288499152</c:v>
                </c:pt>
                <c:pt idx="21106">
                  <c:v>2.012550823058834</c:v>
                </c:pt>
                <c:pt idx="21107">
                  <c:v>2.0127152699940662</c:v>
                </c:pt>
                <c:pt idx="21108">
                  <c:v>2.01265387024461</c:v>
                </c:pt>
                <c:pt idx="21109">
                  <c:v>2.012629640007912</c:v>
                </c:pt>
                <c:pt idx="21110">
                  <c:v>2.011728588382673</c:v>
                </c:pt>
                <c:pt idx="21111">
                  <c:v>2.0123216247994549</c:v>
                </c:pt>
                <c:pt idx="21112">
                  <c:v>2.013332646535241</c:v>
                </c:pt>
                <c:pt idx="21113">
                  <c:v>2.0143171853365862</c:v>
                </c:pt>
                <c:pt idx="21114">
                  <c:v>2.0148239049691217</c:v>
                </c:pt>
                <c:pt idx="21115">
                  <c:v>2.0153156798751675</c:v>
                </c:pt>
                <c:pt idx="21116">
                  <c:v>2.0157541867211708</c:v>
                </c:pt>
                <c:pt idx="21117">
                  <c:v>2.0154629293861674</c:v>
                </c:pt>
                <c:pt idx="21118">
                  <c:v>2.0147099514296389</c:v>
                </c:pt>
                <c:pt idx="21119">
                  <c:v>2.0154427649941757</c:v>
                </c:pt>
                <c:pt idx="21120">
                  <c:v>2.0170959429463089</c:v>
                </c:pt>
                <c:pt idx="21121">
                  <c:v>2.0176303542779279</c:v>
                </c:pt>
                <c:pt idx="21122">
                  <c:v>2.0171281949847257</c:v>
                </c:pt>
                <c:pt idx="21123">
                  <c:v>2.0165293345201203</c:v>
                </c:pt>
                <c:pt idx="21124">
                  <c:v>2.0155745203402122</c:v>
                </c:pt>
                <c:pt idx="21125">
                  <c:v>2.0144470176479636</c:v>
                </c:pt>
                <c:pt idx="21126">
                  <c:v>2.0140360376695017</c:v>
                </c:pt>
                <c:pt idx="21127">
                  <c:v>2.0151673864310675</c:v>
                </c:pt>
                <c:pt idx="21128">
                  <c:v>2.0146014373310477</c:v>
                </c:pt>
                <c:pt idx="21129">
                  <c:v>2.0132996802268082</c:v>
                </c:pt>
                <c:pt idx="21130">
                  <c:v>2.0140392793564978</c:v>
                </c:pt>
                <c:pt idx="21131">
                  <c:v>2.0146286070635808</c:v>
                </c:pt>
                <c:pt idx="21132">
                  <c:v>2.0140478231247663</c:v>
                </c:pt>
                <c:pt idx="21133">
                  <c:v>2.0155222687413463</c:v>
                </c:pt>
                <c:pt idx="21134">
                  <c:v>2.0160954979011452</c:v>
                </c:pt>
                <c:pt idx="21135">
                  <c:v>2.0159847585767348</c:v>
                </c:pt>
                <c:pt idx="21136">
                  <c:v>2.0162434616821607</c:v>
                </c:pt>
                <c:pt idx="21137">
                  <c:v>2.0155280378453222</c:v>
                </c:pt>
                <c:pt idx="21138">
                  <c:v>2.0142697962682137</c:v>
                </c:pt>
                <c:pt idx="21139">
                  <c:v>2.0152743621019318</c:v>
                </c:pt>
                <c:pt idx="21140">
                  <c:v>2.0172344289136501</c:v>
                </c:pt>
                <c:pt idx="21141">
                  <c:v>2.0164671930287246</c:v>
                </c:pt>
                <c:pt idx="21142">
                  <c:v>2.0134544021010528</c:v>
                </c:pt>
                <c:pt idx="21143">
                  <c:v>2.0136134095953935</c:v>
                </c:pt>
                <c:pt idx="21144">
                  <c:v>2.0147269290784817</c:v>
                </c:pt>
                <c:pt idx="21145">
                  <c:v>2.0150399716489749</c:v>
                </c:pt>
                <c:pt idx="21146">
                  <c:v>2.0152129074086282</c:v>
                </c:pt>
                <c:pt idx="21147">
                  <c:v>2.0150974429133424</c:v>
                </c:pt>
                <c:pt idx="21148">
                  <c:v>2.0133528933430034</c:v>
                </c:pt>
                <c:pt idx="21149">
                  <c:v>2.0119632260829432</c:v>
                </c:pt>
                <c:pt idx="21150">
                  <c:v>2.0122125612623898</c:v>
                </c:pt>
                <c:pt idx="21151">
                  <c:v>2.0123797279180677</c:v>
                </c:pt>
                <c:pt idx="21152">
                  <c:v>2.0127856255906464</c:v>
                </c:pt>
                <c:pt idx="21153">
                  <c:v>2.012405111975561</c:v>
                </c:pt>
                <c:pt idx="21154">
                  <c:v>2.0132712467857847</c:v>
                </c:pt>
                <c:pt idx="21155">
                  <c:v>2.0128614755719654</c:v>
                </c:pt>
                <c:pt idx="21156">
                  <c:v>2.0118118283114659</c:v>
                </c:pt>
                <c:pt idx="21157">
                  <c:v>2.0122541262829388</c:v>
                </c:pt>
                <c:pt idx="21158">
                  <c:v>2.0124693962770048</c:v>
                </c:pt>
                <c:pt idx="21159">
                  <c:v>2.0122876695017693</c:v>
                </c:pt>
                <c:pt idx="21160">
                  <c:v>2.0130138623326959</c:v>
                </c:pt>
                <c:pt idx="21161">
                  <c:v>2.0145579492758401</c:v>
                </c:pt>
                <c:pt idx="21162">
                  <c:v>2.016790537570603</c:v>
                </c:pt>
                <c:pt idx="21163">
                  <c:v>2.0164930990527679</c:v>
                </c:pt>
                <c:pt idx="21164">
                  <c:v>2.0154769400672512</c:v>
                </c:pt>
                <c:pt idx="21165">
                  <c:v>2.0138328827937846</c:v>
                </c:pt>
                <c:pt idx="21166">
                  <c:v>2.0125624436825564</c:v>
                </c:pt>
                <c:pt idx="21167">
                  <c:v>2.0124432430056483</c:v>
                </c:pt>
                <c:pt idx="21168">
                  <c:v>2.0122800597789059</c:v>
                </c:pt>
                <c:pt idx="21169">
                  <c:v>2.0110490978220259</c:v>
                </c:pt>
                <c:pt idx="21170">
                  <c:v>2.0100709050350543</c:v>
                </c:pt>
                <c:pt idx="21171">
                  <c:v>2.0117524889562866</c:v>
                </c:pt>
                <c:pt idx="21172">
                  <c:v>2.0137142040834268</c:v>
                </c:pt>
                <c:pt idx="21173">
                  <c:v>2.014031147667084</c:v>
                </c:pt>
                <c:pt idx="21174">
                  <c:v>2.0142581481725674</c:v>
                </c:pt>
                <c:pt idx="21175">
                  <c:v>2.01401966440298</c:v>
                </c:pt>
                <c:pt idx="21176">
                  <c:v>2.0134158589921101</c:v>
                </c:pt>
                <c:pt idx="21177">
                  <c:v>2.0134511329421332</c:v>
                </c:pt>
                <c:pt idx="21178">
                  <c:v>2.0150374717039186</c:v>
                </c:pt>
                <c:pt idx="21179">
                  <c:v>2.01673317619393</c:v>
                </c:pt>
                <c:pt idx="21180">
                  <c:v>2.0163329652095556</c:v>
                </c:pt>
                <c:pt idx="21181">
                  <c:v>2.0155463890903498</c:v>
                </c:pt>
                <c:pt idx="21182">
                  <c:v>2.0139499681325685</c:v>
                </c:pt>
                <c:pt idx="21183">
                  <c:v>2.0130257027318081</c:v>
                </c:pt>
                <c:pt idx="21184">
                  <c:v>2.0115760093184765</c:v>
                </c:pt>
                <c:pt idx="21185">
                  <c:v>2.0113227181820181</c:v>
                </c:pt>
                <c:pt idx="21186">
                  <c:v>2.0114213973319268</c:v>
                </c:pt>
                <c:pt idx="21187">
                  <c:v>2.0105453451572495</c:v>
                </c:pt>
                <c:pt idx="21188">
                  <c:v>2.0102211489857367</c:v>
                </c:pt>
                <c:pt idx="21189">
                  <c:v>2.0101410133843212</c:v>
                </c:pt>
                <c:pt idx="21190">
                  <c:v>2.0095983055317466</c:v>
                </c:pt>
                <c:pt idx="21191">
                  <c:v>2.0100109887694777</c:v>
                </c:pt>
                <c:pt idx="21192">
                  <c:v>2.011710731632272</c:v>
                </c:pt>
                <c:pt idx="21193">
                  <c:v>2.0133817113909585</c:v>
                </c:pt>
                <c:pt idx="21194">
                  <c:v>2.0150847508845962</c:v>
                </c:pt>
                <c:pt idx="21195">
                  <c:v>2.0147785213511793</c:v>
                </c:pt>
                <c:pt idx="21196">
                  <c:v>2.0149648359376715</c:v>
                </c:pt>
                <c:pt idx="21197">
                  <c:v>2.0159277543350695</c:v>
                </c:pt>
                <c:pt idx="21198">
                  <c:v>2.0157738566185359</c:v>
                </c:pt>
                <c:pt idx="21199">
                  <c:v>2.0151126348871453</c:v>
                </c:pt>
                <c:pt idx="21200">
                  <c:v>2.0149484351992264</c:v>
                </c:pt>
                <c:pt idx="21201">
                  <c:v>2.0147609118480911</c:v>
                </c:pt>
                <c:pt idx="21202">
                  <c:v>2.0154507867958946</c:v>
                </c:pt>
                <c:pt idx="21203">
                  <c:v>2.015429578470803</c:v>
                </c:pt>
                <c:pt idx="21204">
                  <c:v>2.0156744631986112</c:v>
                </c:pt>
                <c:pt idx="21205">
                  <c:v>2.0152124129140021</c:v>
                </c:pt>
                <c:pt idx="21206">
                  <c:v>2.0147811311839301</c:v>
                </c:pt>
                <c:pt idx="21207">
                  <c:v>2.0145225104942748</c:v>
                </c:pt>
                <c:pt idx="21208">
                  <c:v>2.0150097525329111</c:v>
                </c:pt>
                <c:pt idx="21209">
                  <c:v>2.0158308883321245</c:v>
                </c:pt>
                <c:pt idx="21210">
                  <c:v>2.0153488384870664</c:v>
                </c:pt>
                <c:pt idx="21211">
                  <c:v>2.014479681765236</c:v>
                </c:pt>
                <c:pt idx="21212">
                  <c:v>2.0140713390914486</c:v>
                </c:pt>
                <c:pt idx="21213">
                  <c:v>2.0140324388474977</c:v>
                </c:pt>
                <c:pt idx="21214">
                  <c:v>2.0128774917034788</c:v>
                </c:pt>
                <c:pt idx="21215">
                  <c:v>2.0123570361090963</c:v>
                </c:pt>
                <c:pt idx="21216">
                  <c:v>2.0117706204259247</c:v>
                </c:pt>
                <c:pt idx="21217">
                  <c:v>2.0111721445682513</c:v>
                </c:pt>
                <c:pt idx="21218">
                  <c:v>2.0101228544427596</c:v>
                </c:pt>
                <c:pt idx="21219">
                  <c:v>2.0103583163007408</c:v>
                </c:pt>
                <c:pt idx="21220">
                  <c:v>2.008930710314059</c:v>
                </c:pt>
                <c:pt idx="21221">
                  <c:v>2.0086119261115138</c:v>
                </c:pt>
                <c:pt idx="21222">
                  <c:v>2.0106997373684097</c:v>
                </c:pt>
                <c:pt idx="21223">
                  <c:v>2.011408018505088</c:v>
                </c:pt>
                <c:pt idx="21224">
                  <c:v>2.0109690721083053</c:v>
                </c:pt>
                <c:pt idx="21225">
                  <c:v>2.0109449792312257</c:v>
                </c:pt>
                <c:pt idx="21226">
                  <c:v>2.0101235412408518</c:v>
                </c:pt>
                <c:pt idx="21227">
                  <c:v>2.0096010527241162</c:v>
                </c:pt>
                <c:pt idx="21228">
                  <c:v>2.0098808267950155</c:v>
                </c:pt>
                <c:pt idx="21229">
                  <c:v>2.0106082558625085</c:v>
                </c:pt>
                <c:pt idx="21230">
                  <c:v>2.0095603118612777</c:v>
                </c:pt>
                <c:pt idx="21231">
                  <c:v>2.008632832245445</c:v>
                </c:pt>
                <c:pt idx="21232">
                  <c:v>2.0095367684226719</c:v>
                </c:pt>
                <c:pt idx="21233">
                  <c:v>2.0106331454253752</c:v>
                </c:pt>
                <c:pt idx="21234">
                  <c:v>2.01194089140898</c:v>
                </c:pt>
                <c:pt idx="21235">
                  <c:v>2.0125230764159028</c:v>
                </c:pt>
                <c:pt idx="21236">
                  <c:v>2.0134637150831849</c:v>
                </c:pt>
                <c:pt idx="21237">
                  <c:v>2.0151969187490386</c:v>
                </c:pt>
                <c:pt idx="21238">
                  <c:v>2.0167433133337731</c:v>
                </c:pt>
                <c:pt idx="21239">
                  <c:v>2.0187443957275666</c:v>
                </c:pt>
                <c:pt idx="21240">
                  <c:v>2.0192332036658533</c:v>
                </c:pt>
                <c:pt idx="21241">
                  <c:v>2.0183313553548272</c:v>
                </c:pt>
                <c:pt idx="21242">
                  <c:v>2.0173657721808311</c:v>
                </c:pt>
                <c:pt idx="21243">
                  <c:v>2.0169337212368958</c:v>
                </c:pt>
                <c:pt idx="21244">
                  <c:v>2.0155444660556912</c:v>
                </c:pt>
                <c:pt idx="21245">
                  <c:v>2.0149498637392584</c:v>
                </c:pt>
                <c:pt idx="21246">
                  <c:v>2.0150693391354038</c:v>
                </c:pt>
                <c:pt idx="21247">
                  <c:v>2.0148763213995298</c:v>
                </c:pt>
                <c:pt idx="21248">
                  <c:v>2.0162878288389265</c:v>
                </c:pt>
                <c:pt idx="21249">
                  <c:v>2.0151934847585768</c:v>
                </c:pt>
                <c:pt idx="21250">
                  <c:v>2.0144141062833785</c:v>
                </c:pt>
                <c:pt idx="21251">
                  <c:v>2.0128907331706993</c:v>
                </c:pt>
                <c:pt idx="21252">
                  <c:v>2.0116286729961979</c:v>
                </c:pt>
                <c:pt idx="21253">
                  <c:v>2.0126251620843498</c:v>
                </c:pt>
                <c:pt idx="21254">
                  <c:v>2.0138150260433836</c:v>
                </c:pt>
                <c:pt idx="21255">
                  <c:v>2.0148231082833346</c:v>
                </c:pt>
                <c:pt idx="21256">
                  <c:v>2.0159347596756114</c:v>
                </c:pt>
                <c:pt idx="21257">
                  <c:v>2.016478483989363</c:v>
                </c:pt>
                <c:pt idx="21258">
                  <c:v>2.016191182611371</c:v>
                </c:pt>
                <c:pt idx="21259">
                  <c:v>2.0164642260609655</c:v>
                </c:pt>
                <c:pt idx="21260">
                  <c:v>2.0157620986351947</c:v>
                </c:pt>
                <c:pt idx="21261">
                  <c:v>2.0146230852069187</c:v>
                </c:pt>
                <c:pt idx="21262">
                  <c:v>2.014360014065625</c:v>
                </c:pt>
                <c:pt idx="21263">
                  <c:v>2.016605431748753</c:v>
                </c:pt>
                <c:pt idx="21264">
                  <c:v>2.0171011626118109</c:v>
                </c:pt>
                <c:pt idx="21265">
                  <c:v>2.0160481912485442</c:v>
                </c:pt>
                <c:pt idx="21266">
                  <c:v>2.0149238752994441</c:v>
                </c:pt>
                <c:pt idx="21267">
                  <c:v>2.0128884804729568</c:v>
                </c:pt>
                <c:pt idx="21268">
                  <c:v>2.0129356222940156</c:v>
                </c:pt>
                <c:pt idx="21269">
                  <c:v>2.0122740159556933</c:v>
                </c:pt>
                <c:pt idx="21270">
                  <c:v>2.0123377782905871</c:v>
                </c:pt>
                <c:pt idx="21271">
                  <c:v>2.0137318960022856</c:v>
                </c:pt>
                <c:pt idx="21272">
                  <c:v>2.0148872277532361</c:v>
                </c:pt>
                <c:pt idx="21273">
                  <c:v>2.0144185842069406</c:v>
                </c:pt>
                <c:pt idx="21274">
                  <c:v>2.0146973418166634</c:v>
                </c:pt>
                <c:pt idx="21275">
                  <c:v>2.0158808048174763</c:v>
                </c:pt>
                <c:pt idx="21276">
                  <c:v>2.0166271895123185</c:v>
                </c:pt>
                <c:pt idx="21277">
                  <c:v>2.0164291169424846</c:v>
                </c:pt>
                <c:pt idx="21278">
                  <c:v>2.0152269180897124</c:v>
                </c:pt>
                <c:pt idx="21279">
                  <c:v>2.0138882661919517</c:v>
                </c:pt>
                <c:pt idx="21280">
                  <c:v>2.0131899573635743</c:v>
                </c:pt>
                <c:pt idx="21281">
                  <c:v>2.013170314938133</c:v>
                </c:pt>
                <c:pt idx="21282">
                  <c:v>2.0141741665018351</c:v>
                </c:pt>
                <c:pt idx="21283">
                  <c:v>2.0154441935342082</c:v>
                </c:pt>
                <c:pt idx="21284">
                  <c:v>2.0172476429089472</c:v>
                </c:pt>
                <c:pt idx="21285">
                  <c:v>2.0170819597371485</c:v>
                </c:pt>
                <c:pt idx="21286">
                  <c:v>2.0146066569965497</c:v>
                </c:pt>
                <c:pt idx="21287">
                  <c:v>2.0131169919342433</c:v>
                </c:pt>
                <c:pt idx="21288">
                  <c:v>2.0134446220962179</c:v>
                </c:pt>
                <c:pt idx="21289">
                  <c:v>2.0130101810949208</c:v>
                </c:pt>
                <c:pt idx="21290">
                  <c:v>2.0126471121513814</c:v>
                </c:pt>
                <c:pt idx="21291">
                  <c:v>2.0133527010395378</c:v>
                </c:pt>
                <c:pt idx="21292">
                  <c:v>2.0123897002263686</c:v>
                </c:pt>
                <c:pt idx="21293">
                  <c:v>2.0114026614799676</c:v>
                </c:pt>
                <c:pt idx="21294">
                  <c:v>2.0122290718885298</c:v>
                </c:pt>
                <c:pt idx="21295">
                  <c:v>2.0133846508867936</c:v>
                </c:pt>
                <c:pt idx="21296">
                  <c:v>2.0134561328322453</c:v>
                </c:pt>
                <c:pt idx="21297">
                  <c:v>2.0135452792246324</c:v>
                </c:pt>
                <c:pt idx="21298">
                  <c:v>2.0134178919144636</c:v>
                </c:pt>
                <c:pt idx="21299">
                  <c:v>2.0119706160304167</c:v>
                </c:pt>
                <c:pt idx="21300">
                  <c:v>2.0102209292103472</c:v>
                </c:pt>
                <c:pt idx="21301">
                  <c:v>2.0085406364695282</c:v>
                </c:pt>
                <c:pt idx="21302">
                  <c:v>2.0086028329047712</c:v>
                </c:pt>
                <c:pt idx="21303">
                  <c:v>2.0094937748620909</c:v>
                </c:pt>
                <c:pt idx="21304">
                  <c:v>2.0103659260236038</c:v>
                </c:pt>
                <c:pt idx="21305">
                  <c:v>2.0108170974264303</c:v>
                </c:pt>
                <c:pt idx="21306">
                  <c:v>2.0105420759983299</c:v>
                </c:pt>
                <c:pt idx="21307">
                  <c:v>2.0110077800487902</c:v>
                </c:pt>
                <c:pt idx="21308">
                  <c:v>2.0117954550449442</c:v>
                </c:pt>
                <c:pt idx="21309">
                  <c:v>2.0127517527087315</c:v>
                </c:pt>
                <c:pt idx="21310">
                  <c:v>2.0147352255994373</c:v>
                </c:pt>
                <c:pt idx="21311">
                  <c:v>2.0149324190677129</c:v>
                </c:pt>
                <c:pt idx="21312">
                  <c:v>2.0153887551921934</c:v>
                </c:pt>
                <c:pt idx="21313">
                  <c:v>2.0172578075207137</c:v>
                </c:pt>
                <c:pt idx="21314">
                  <c:v>2.0162730214720557</c:v>
                </c:pt>
                <c:pt idx="21315">
                  <c:v>2.0135869541328764</c:v>
                </c:pt>
                <c:pt idx="21316">
                  <c:v>2.0117430660864595</c:v>
                </c:pt>
                <c:pt idx="21317">
                  <c:v>2.0122970648996725</c:v>
                </c:pt>
                <c:pt idx="21318">
                  <c:v>2.0128206797652797</c:v>
                </c:pt>
                <c:pt idx="21319">
                  <c:v>2.0129695775917011</c:v>
                </c:pt>
                <c:pt idx="21320">
                  <c:v>2.0132018527065338</c:v>
                </c:pt>
                <c:pt idx="21321">
                  <c:v>2.0127926034592645</c:v>
                </c:pt>
                <c:pt idx="21322">
                  <c:v>2.0119074580778444</c:v>
                </c:pt>
                <c:pt idx="21323">
                  <c:v>2.0117198248390147</c:v>
                </c:pt>
                <c:pt idx="21324">
                  <c:v>2.0112751093382562</c:v>
                </c:pt>
                <c:pt idx="21325">
                  <c:v>2.0104183424540119</c:v>
                </c:pt>
                <c:pt idx="21326">
                  <c:v>2.0088849970330322</c:v>
                </c:pt>
                <c:pt idx="21327">
                  <c:v>2.0096009703083451</c:v>
                </c:pt>
                <c:pt idx="21328">
                  <c:v>2.0126541174919232</c:v>
                </c:pt>
                <c:pt idx="21329">
                  <c:v>2.0144556163600802</c:v>
                </c:pt>
                <c:pt idx="21330">
                  <c:v>2.0149918683105867</c:v>
                </c:pt>
                <c:pt idx="21331">
                  <c:v>2.0155159776708205</c:v>
                </c:pt>
                <c:pt idx="21332">
                  <c:v>2.0152196105580096</c:v>
                </c:pt>
                <c:pt idx="21333">
                  <c:v>2.0147039625502736</c:v>
                </c:pt>
                <c:pt idx="21334">
                  <c:v>2.0157491593591348</c:v>
                </c:pt>
                <c:pt idx="21335">
                  <c:v>2.0157208632777301</c:v>
                </c:pt>
                <c:pt idx="21336">
                  <c:v>2.0133725082965208</c:v>
                </c:pt>
                <c:pt idx="21337">
                  <c:v>2.0115961462385443</c:v>
                </c:pt>
                <c:pt idx="21338">
                  <c:v>2.0111643150699985</c:v>
                </c:pt>
                <c:pt idx="21339">
                  <c:v>2.0108591569416059</c:v>
                </c:pt>
                <c:pt idx="21340">
                  <c:v>2.0128121909408585</c:v>
                </c:pt>
                <c:pt idx="21341">
                  <c:v>2.0133959143755082</c:v>
                </c:pt>
                <c:pt idx="21342">
                  <c:v>2.0148135755258125</c:v>
                </c:pt>
                <c:pt idx="21343">
                  <c:v>2.0167191655128458</c:v>
                </c:pt>
                <c:pt idx="21344">
                  <c:v>2.0173231906991056</c:v>
                </c:pt>
                <c:pt idx="21345">
                  <c:v>2.0174788466187557</c:v>
                </c:pt>
                <c:pt idx="21346">
                  <c:v>2.0163114272213796</c:v>
                </c:pt>
                <c:pt idx="21347">
                  <c:v>2.0135998934089359</c:v>
                </c:pt>
                <c:pt idx="21348">
                  <c:v>2.0104711984351993</c:v>
                </c:pt>
                <c:pt idx="21349">
                  <c:v>2.0105904815278786</c:v>
                </c:pt>
                <c:pt idx="21350">
                  <c:v>2.0124501384584956</c:v>
                </c:pt>
                <c:pt idx="21351">
                  <c:v>2.0126220577569724</c:v>
                </c:pt>
                <c:pt idx="21352">
                  <c:v>2.0133300916463375</c:v>
                </c:pt>
                <c:pt idx="21353">
                  <c:v>2.0138377727962022</c:v>
                </c:pt>
                <c:pt idx="21354">
                  <c:v>2.0135433561899738</c:v>
                </c:pt>
                <c:pt idx="21355">
                  <c:v>2.0128910903057076</c:v>
                </c:pt>
                <c:pt idx="21356">
                  <c:v>2.0131666611722818</c:v>
                </c:pt>
                <c:pt idx="21357">
                  <c:v>2.012289482648733</c:v>
                </c:pt>
                <c:pt idx="21358">
                  <c:v>2.0100918661128326</c:v>
                </c:pt>
                <c:pt idx="21359">
                  <c:v>2.008924968682007</c:v>
                </c:pt>
                <c:pt idx="21360">
                  <c:v>2.0088116469967692</c:v>
                </c:pt>
                <c:pt idx="21361">
                  <c:v>2.0090823003890024</c:v>
                </c:pt>
                <c:pt idx="21362">
                  <c:v>2.0085122030285048</c:v>
                </c:pt>
                <c:pt idx="21363">
                  <c:v>2.008617942462803</c:v>
                </c:pt>
                <c:pt idx="21364">
                  <c:v>2.0103285916793037</c:v>
                </c:pt>
                <c:pt idx="21365">
                  <c:v>2.0121141568317178</c:v>
                </c:pt>
                <c:pt idx="21366">
                  <c:v>2.0146752269180896</c:v>
                </c:pt>
                <c:pt idx="21367">
                  <c:v>2.0153366958967935</c:v>
                </c:pt>
                <c:pt idx="21368">
                  <c:v>2.0147278081800399</c:v>
                </c:pt>
                <c:pt idx="21369">
                  <c:v>2.0132883343223225</c:v>
                </c:pt>
                <c:pt idx="21370">
                  <c:v>2.0133841289202437</c:v>
                </c:pt>
                <c:pt idx="21371">
                  <c:v>2.0136087118964419</c:v>
                </c:pt>
                <c:pt idx="21372">
                  <c:v>2.0108000098898926</c:v>
                </c:pt>
                <c:pt idx="21373">
                  <c:v>2.0106967704006506</c:v>
                </c:pt>
                <c:pt idx="21374">
                  <c:v>2.0129602371376452</c:v>
                </c:pt>
                <c:pt idx="21375">
                  <c:v>2.0138108503109824</c:v>
                </c:pt>
                <c:pt idx="21376">
                  <c:v>2.0120802839498033</c:v>
                </c:pt>
                <c:pt idx="21377">
                  <c:v>2.0112750543944089</c:v>
                </c:pt>
                <c:pt idx="21378">
                  <c:v>2.0115902123030263</c:v>
                </c:pt>
                <c:pt idx="21379">
                  <c:v>2.0129232599283533</c:v>
                </c:pt>
                <c:pt idx="21380">
                  <c:v>2.0151663974418144</c:v>
                </c:pt>
                <c:pt idx="21381">
                  <c:v>2.0145432517966637</c:v>
                </c:pt>
                <c:pt idx="21382">
                  <c:v>2.0127427144458365</c:v>
                </c:pt>
                <c:pt idx="21383">
                  <c:v>2.0135056647106655</c:v>
                </c:pt>
                <c:pt idx="21384">
                  <c:v>2.0144304246060525</c:v>
                </c:pt>
                <c:pt idx="21385">
                  <c:v>2.0144318531460845</c:v>
                </c:pt>
                <c:pt idx="21386">
                  <c:v>2.0138833761895345</c:v>
                </c:pt>
                <c:pt idx="21387">
                  <c:v>2.0132130063075535</c:v>
                </c:pt>
                <c:pt idx="21388">
                  <c:v>2.013425721412716</c:v>
                </c:pt>
                <c:pt idx="21389">
                  <c:v>2.0157848728599372</c:v>
                </c:pt>
                <c:pt idx="21390">
                  <c:v>2.0177709006395466</c:v>
                </c:pt>
                <c:pt idx="21391">
                  <c:v>2.0185955253730685</c:v>
                </c:pt>
                <c:pt idx="21392">
                  <c:v>2.0187551647216546</c:v>
                </c:pt>
                <c:pt idx="21393">
                  <c:v>2.0169831157556977</c:v>
                </c:pt>
                <c:pt idx="21394">
                  <c:v>2.0142869662205225</c:v>
                </c:pt>
                <c:pt idx="21395">
                  <c:v>2.0119641051845014</c:v>
                </c:pt>
                <c:pt idx="21396">
                  <c:v>2.0106434473967605</c:v>
                </c:pt>
                <c:pt idx="21397">
                  <c:v>2.0118022131381728</c:v>
                </c:pt>
                <c:pt idx="21398">
                  <c:v>2.0133114931539966</c:v>
                </c:pt>
                <c:pt idx="21399">
                  <c:v>2.0130972945649548</c:v>
                </c:pt>
                <c:pt idx="21400">
                  <c:v>2.013216907320718</c:v>
                </c:pt>
                <c:pt idx="21401">
                  <c:v>2.0137270609437157</c:v>
                </c:pt>
                <c:pt idx="21402">
                  <c:v>2.014379409243753</c:v>
                </c:pt>
                <c:pt idx="21403">
                  <c:v>2.0146855288894749</c:v>
                </c:pt>
                <c:pt idx="21404">
                  <c:v>2.0159903903210918</c:v>
                </c:pt>
                <c:pt idx="21405">
                  <c:v>2.0175515648007738</c:v>
                </c:pt>
                <c:pt idx="21406">
                  <c:v>2.0183143502340606</c:v>
                </c:pt>
                <c:pt idx="21407">
                  <c:v>2.0180548504428475</c:v>
                </c:pt>
                <c:pt idx="21408">
                  <c:v>2.0169559460231645</c:v>
                </c:pt>
                <c:pt idx="21409">
                  <c:v>2.0181688314542536</c:v>
                </c:pt>
                <c:pt idx="21410">
                  <c:v>2.0177392255115274</c:v>
                </c:pt>
                <c:pt idx="21411">
                  <c:v>2.0171214918353444</c:v>
                </c:pt>
                <c:pt idx="21412">
                  <c:v>2.0169031724577482</c:v>
                </c:pt>
                <c:pt idx="21413">
                  <c:v>2.0161841223269819</c:v>
                </c:pt>
                <c:pt idx="21414">
                  <c:v>2.0157123195094613</c:v>
                </c:pt>
                <c:pt idx="21415">
                  <c:v>2.0141371618206194</c:v>
                </c:pt>
                <c:pt idx="21416">
                  <c:v>2.0136240687017866</c:v>
                </c:pt>
                <c:pt idx="21417">
                  <c:v>2.0142597690160655</c:v>
                </c:pt>
                <c:pt idx="21418">
                  <c:v>2.0153473000593394</c:v>
                </c:pt>
                <c:pt idx="21419">
                  <c:v>2.0149844783631128</c:v>
                </c:pt>
                <c:pt idx="21420">
                  <c:v>2.0137933506955892</c:v>
                </c:pt>
                <c:pt idx="21421">
                  <c:v>2.0141826553262567</c:v>
                </c:pt>
                <c:pt idx="21422">
                  <c:v>2.0151909298696733</c:v>
                </c:pt>
                <c:pt idx="21423">
                  <c:v>2.0147211599745058</c:v>
                </c:pt>
                <c:pt idx="21424">
                  <c:v>2.0122858563548052</c:v>
                </c:pt>
                <c:pt idx="21425">
                  <c:v>2.0109578910353618</c:v>
                </c:pt>
                <c:pt idx="21426">
                  <c:v>2.0095706962484341</c:v>
                </c:pt>
                <c:pt idx="21427">
                  <c:v>2.0088071416012836</c:v>
                </c:pt>
                <c:pt idx="21428">
                  <c:v>2.0109478363112898</c:v>
                </c:pt>
                <c:pt idx="21429">
                  <c:v>2.0135978604865827</c:v>
                </c:pt>
                <c:pt idx="21430">
                  <c:v>2.0162395606689962</c:v>
                </c:pt>
                <c:pt idx="21431">
                  <c:v>2.0162288740906793</c:v>
                </c:pt>
                <c:pt idx="21432">
                  <c:v>2.0150320047911037</c:v>
                </c:pt>
                <c:pt idx="21433">
                  <c:v>2.0154641106788862</c:v>
                </c:pt>
                <c:pt idx="21434">
                  <c:v>2.0156980615810642</c:v>
                </c:pt>
                <c:pt idx="21435">
                  <c:v>2.014461907430606</c:v>
                </c:pt>
                <c:pt idx="21436">
                  <c:v>2.0143725137909056</c:v>
                </c:pt>
                <c:pt idx="21437">
                  <c:v>2.0153016417221599</c:v>
                </c:pt>
                <c:pt idx="21438">
                  <c:v>2.0155283675084066</c:v>
                </c:pt>
                <c:pt idx="21439">
                  <c:v>2.0154524076393927</c:v>
                </c:pt>
                <c:pt idx="21440">
                  <c:v>2.0152802960374498</c:v>
                </c:pt>
                <c:pt idx="21441">
                  <c:v>2.0142102920814926</c:v>
                </c:pt>
                <c:pt idx="21442">
                  <c:v>2.0141800454935055</c:v>
                </c:pt>
                <c:pt idx="21443">
                  <c:v>2.0143547669281996</c:v>
                </c:pt>
                <c:pt idx="21444">
                  <c:v>2.014766790839762</c:v>
                </c:pt>
                <c:pt idx="21445">
                  <c:v>2.0150998879145514</c:v>
                </c:pt>
                <c:pt idx="21446">
                  <c:v>2.0143069383090482</c:v>
                </c:pt>
                <c:pt idx="21447">
                  <c:v>2.0120788828816951</c:v>
                </c:pt>
                <c:pt idx="21448">
                  <c:v>2.0104980659765719</c:v>
                </c:pt>
                <c:pt idx="21449">
                  <c:v>2.0102940045273732</c:v>
                </c:pt>
                <c:pt idx="21450">
                  <c:v>2.0095019340234281</c:v>
                </c:pt>
                <c:pt idx="21451">
                  <c:v>2.0101862596426452</c:v>
                </c:pt>
                <c:pt idx="21452">
                  <c:v>2.0104872420386366</c:v>
                </c:pt>
                <c:pt idx="21453">
                  <c:v>2.0100891189204635</c:v>
                </c:pt>
                <c:pt idx="21454">
                  <c:v>2.0108898980242191</c:v>
                </c:pt>
                <c:pt idx="21455">
                  <c:v>2.011335272851146</c:v>
                </c:pt>
                <c:pt idx="21456">
                  <c:v>2.0124529680666359</c:v>
                </c:pt>
                <c:pt idx="21457">
                  <c:v>2.0126941166128218</c:v>
                </c:pt>
                <c:pt idx="21458">
                  <c:v>2.0115779872969823</c:v>
                </c:pt>
                <c:pt idx="21459">
                  <c:v>2.0118861123931344</c:v>
                </c:pt>
                <c:pt idx="21460">
                  <c:v>2.0120084723412672</c:v>
                </c:pt>
                <c:pt idx="21461">
                  <c:v>2.0118838322234676</c:v>
                </c:pt>
                <c:pt idx="21462">
                  <c:v>2.0119949561548096</c:v>
                </c:pt>
                <c:pt idx="21463">
                  <c:v>2.0122573404980111</c:v>
                </c:pt>
                <c:pt idx="21464">
                  <c:v>2.0138318113887608</c:v>
                </c:pt>
                <c:pt idx="21465">
                  <c:v>2.0140738115645811</c:v>
                </c:pt>
                <c:pt idx="21466">
                  <c:v>2.013359953627393</c:v>
                </c:pt>
                <c:pt idx="21467">
                  <c:v>2.0131961660183291</c:v>
                </c:pt>
                <c:pt idx="21468">
                  <c:v>2.0139901595569327</c:v>
                </c:pt>
                <c:pt idx="21469">
                  <c:v>2.0147391815564495</c:v>
                </c:pt>
                <c:pt idx="21470">
                  <c:v>2.0143980077360939</c:v>
                </c:pt>
                <c:pt idx="21471">
                  <c:v>2.0163063449154963</c:v>
                </c:pt>
                <c:pt idx="21472">
                  <c:v>2.0184473692885869</c:v>
                </c:pt>
                <c:pt idx="21473">
                  <c:v>2.0184450067031494</c:v>
                </c:pt>
                <c:pt idx="21474">
                  <c:v>2.0167820487461814</c:v>
                </c:pt>
                <c:pt idx="21475">
                  <c:v>2.0158922880815808</c:v>
                </c:pt>
                <c:pt idx="21476">
                  <c:v>2.0147303905408673</c:v>
                </c:pt>
                <c:pt idx="21477">
                  <c:v>2.0143314432649833</c:v>
                </c:pt>
                <c:pt idx="21478">
                  <c:v>2.0150230764159032</c:v>
                </c:pt>
                <c:pt idx="21479">
                  <c:v>2.0151935946462713</c:v>
                </c:pt>
                <c:pt idx="21480">
                  <c:v>2.0143507285554163</c:v>
                </c:pt>
                <c:pt idx="21481">
                  <c:v>2.0140240324388476</c:v>
                </c:pt>
                <c:pt idx="21482">
                  <c:v>2.0143593822113801</c:v>
                </c:pt>
                <c:pt idx="21483">
                  <c:v>2.0148556075690642</c:v>
                </c:pt>
                <c:pt idx="21484">
                  <c:v>2.0160489604624074</c:v>
                </c:pt>
                <c:pt idx="21485">
                  <c:v>2.0174067602909824</c:v>
                </c:pt>
                <c:pt idx="21486">
                  <c:v>2.0169528966396344</c:v>
                </c:pt>
                <c:pt idx="21487">
                  <c:v>2.0149239027713675</c:v>
                </c:pt>
                <c:pt idx="21488">
                  <c:v>2.0142257313026088</c:v>
                </c:pt>
                <c:pt idx="21489">
                  <c:v>2.0147794279246609</c:v>
                </c:pt>
                <c:pt idx="21490">
                  <c:v>2.0143472670930311</c:v>
                </c:pt>
                <c:pt idx="21491">
                  <c:v>2.0149593690248566</c:v>
                </c:pt>
                <c:pt idx="21492">
                  <c:v>2.0164021120414937</c:v>
                </c:pt>
                <c:pt idx="21493">
                  <c:v>2.0158004769125952</c:v>
                </c:pt>
                <c:pt idx="21494">
                  <c:v>2.0153654864728248</c:v>
                </c:pt>
                <c:pt idx="21495">
                  <c:v>2.0162086547548403</c:v>
                </c:pt>
                <c:pt idx="21496">
                  <c:v>2.0159676435682732</c:v>
                </c:pt>
                <c:pt idx="21497">
                  <c:v>2.01636274477484</c:v>
                </c:pt>
                <c:pt idx="21498">
                  <c:v>2.016559965715039</c:v>
                </c:pt>
                <c:pt idx="21499">
                  <c:v>2.0168568273224765</c:v>
                </c:pt>
                <c:pt idx="21500">
                  <c:v>2.0165561745895695</c:v>
                </c:pt>
                <c:pt idx="21501">
                  <c:v>2.0166634524515943</c:v>
                </c:pt>
                <c:pt idx="21502">
                  <c:v>2.0177806257005342</c:v>
                </c:pt>
                <c:pt idx="21503">
                  <c:v>2.0191756499857147</c:v>
                </c:pt>
                <c:pt idx="21504">
                  <c:v>2.019527785103624</c:v>
                </c:pt>
                <c:pt idx="21505">
                  <c:v>2.0177469725940087</c:v>
                </c:pt>
                <c:pt idx="21506">
                  <c:v>2.0151243104547154</c:v>
                </c:pt>
                <c:pt idx="21507">
                  <c:v>2.0131077888398057</c:v>
                </c:pt>
                <c:pt idx="21508">
                  <c:v>2.0122083580580647</c:v>
                </c:pt>
                <c:pt idx="21509">
                  <c:v>2.0122283576185138</c:v>
                </c:pt>
                <c:pt idx="21510">
                  <c:v>2.0122753620799543</c:v>
                </c:pt>
                <c:pt idx="21511">
                  <c:v>2.0129376552163687</c:v>
                </c:pt>
                <c:pt idx="21512">
                  <c:v>2.0135744818795192</c:v>
                </c:pt>
                <c:pt idx="21513">
                  <c:v>2.0141349640667237</c:v>
                </c:pt>
                <c:pt idx="21514">
                  <c:v>2.0155491637546428</c:v>
                </c:pt>
                <c:pt idx="21515">
                  <c:v>2.0154914727148854</c:v>
                </c:pt>
                <c:pt idx="21516">
                  <c:v>2.0143411133821236</c:v>
                </c:pt>
                <c:pt idx="21517">
                  <c:v>2.0134311333816841</c:v>
                </c:pt>
                <c:pt idx="21518">
                  <c:v>2.0135976681831167</c:v>
                </c:pt>
                <c:pt idx="21519">
                  <c:v>2.0146862706314148</c:v>
                </c:pt>
                <c:pt idx="21520">
                  <c:v>2.0162794499021999</c:v>
                </c:pt>
                <c:pt idx="21521">
                  <c:v>2.0175172248961561</c:v>
                </c:pt>
                <c:pt idx="21522">
                  <c:v>2.0144925386255248</c:v>
                </c:pt>
                <c:pt idx="21523">
                  <c:v>2.0125344497923123</c:v>
                </c:pt>
                <c:pt idx="21524">
                  <c:v>2.0137475549987913</c:v>
                </c:pt>
                <c:pt idx="21525">
                  <c:v>2.0142557031713588</c:v>
                </c:pt>
                <c:pt idx="21526">
                  <c:v>2.0135159941539746</c:v>
                </c:pt>
                <c:pt idx="21527">
                  <c:v>2.0132009736049756</c:v>
                </c:pt>
                <c:pt idx="21528">
                  <c:v>2.0131929518032572</c:v>
                </c:pt>
                <c:pt idx="21529">
                  <c:v>2.014890936462935</c:v>
                </c:pt>
                <c:pt idx="21530">
                  <c:v>2.017044405617459</c:v>
                </c:pt>
                <c:pt idx="21531">
                  <c:v>2.0158036087118965</c:v>
                </c:pt>
                <c:pt idx="21532">
                  <c:v>2.0132877299400014</c:v>
                </c:pt>
                <c:pt idx="21533">
                  <c:v>2.013929364189798</c:v>
                </c:pt>
                <c:pt idx="21534">
                  <c:v>2.0149921155579</c:v>
                </c:pt>
                <c:pt idx="21535">
                  <c:v>2.0155033131139977</c:v>
                </c:pt>
                <c:pt idx="21536">
                  <c:v>2.0154089195841851</c:v>
                </c:pt>
                <c:pt idx="21537">
                  <c:v>2.0147669831432276</c:v>
                </c:pt>
                <c:pt idx="21538">
                  <c:v>2.013323113777719</c:v>
                </c:pt>
                <c:pt idx="21539">
                  <c:v>2.0115412298630799</c:v>
                </c:pt>
                <c:pt idx="21540">
                  <c:v>2.0105036153051583</c:v>
                </c:pt>
                <c:pt idx="21541">
                  <c:v>2.0105486692600163</c:v>
                </c:pt>
                <c:pt idx="21542">
                  <c:v>2.0119719346827543</c:v>
                </c:pt>
                <c:pt idx="21543">
                  <c:v>2.0124315399661548</c:v>
                </c:pt>
                <c:pt idx="21544">
                  <c:v>2.0123099217599614</c:v>
                </c:pt>
                <c:pt idx="21545">
                  <c:v>2.0123097294564953</c:v>
                </c:pt>
                <c:pt idx="21546">
                  <c:v>2.0128429594953956</c:v>
                </c:pt>
                <c:pt idx="21547">
                  <c:v>2.0144035021208326</c:v>
                </c:pt>
                <c:pt idx="21548">
                  <c:v>2.0147636865123841</c:v>
                </c:pt>
                <c:pt idx="21549">
                  <c:v>2.0146084151996662</c:v>
                </c:pt>
                <c:pt idx="21550">
                  <c:v>2.0148265972176436</c:v>
                </c:pt>
                <c:pt idx="21551">
                  <c:v>2.0150543944089141</c:v>
                </c:pt>
                <c:pt idx="21552">
                  <c:v>2.0156288872772028</c:v>
                </c:pt>
                <c:pt idx="21553">
                  <c:v>2.0154233972879716</c:v>
                </c:pt>
                <c:pt idx="21554">
                  <c:v>2.0141920232522361</c:v>
                </c:pt>
                <c:pt idx="21555">
                  <c:v>2.0138474429133426</c:v>
                </c:pt>
                <c:pt idx="21556">
                  <c:v>2.0137833783872883</c:v>
                </c:pt>
                <c:pt idx="21557">
                  <c:v>2.0142393024329137</c:v>
                </c:pt>
                <c:pt idx="21558">
                  <c:v>2.0148520087470607</c:v>
                </c:pt>
                <c:pt idx="21559">
                  <c:v>2.0151521395134173</c:v>
                </c:pt>
                <c:pt idx="21560">
                  <c:v>2.0148356629524624</c:v>
                </c:pt>
                <c:pt idx="21561">
                  <c:v>2.0143764148040701</c:v>
                </c:pt>
                <c:pt idx="21562">
                  <c:v>2.01430122414892</c:v>
                </c:pt>
                <c:pt idx="21563">
                  <c:v>2.0138060976681831</c:v>
                </c:pt>
                <c:pt idx="21564">
                  <c:v>2.0133237731038878</c:v>
                </c:pt>
                <c:pt idx="21565">
                  <c:v>2.0127632359728356</c:v>
                </c:pt>
                <c:pt idx="21566">
                  <c:v>2.0116661721720401</c:v>
                </c:pt>
                <c:pt idx="21567">
                  <c:v>2.0115493890244172</c:v>
                </c:pt>
                <c:pt idx="21568">
                  <c:v>2.0130624876376344</c:v>
                </c:pt>
                <c:pt idx="21569">
                  <c:v>2.0137205226258765</c:v>
                </c:pt>
                <c:pt idx="21570">
                  <c:v>2.0150720588558495</c:v>
                </c:pt>
                <c:pt idx="21571">
                  <c:v>2.0141228489483747</c:v>
                </c:pt>
                <c:pt idx="21572">
                  <c:v>2.0124737643128721</c:v>
                </c:pt>
                <c:pt idx="21573">
                  <c:v>2.0125147249511</c:v>
                </c:pt>
                <c:pt idx="21574">
                  <c:v>2.0120558614096393</c:v>
                </c:pt>
                <c:pt idx="21575">
                  <c:v>2.0119442429836707</c:v>
                </c:pt>
                <c:pt idx="21576">
                  <c:v>2.0114963132678403</c:v>
                </c:pt>
                <c:pt idx="21577">
                  <c:v>2.0117268576514804</c:v>
                </c:pt>
                <c:pt idx="21578">
                  <c:v>2.0124732698182459</c:v>
                </c:pt>
                <c:pt idx="21579">
                  <c:v>2.0132123744533086</c:v>
                </c:pt>
                <c:pt idx="21580">
                  <c:v>2.0135335212412913</c:v>
                </c:pt>
                <c:pt idx="21581">
                  <c:v>2.0138971945671522</c:v>
                </c:pt>
                <c:pt idx="21582">
                  <c:v>2.0149348640689215</c:v>
                </c:pt>
                <c:pt idx="21583">
                  <c:v>2.0150531307004242</c:v>
                </c:pt>
                <c:pt idx="21584">
                  <c:v>2.0147253631788313</c:v>
                </c:pt>
                <c:pt idx="21585">
                  <c:v>2.0148875848882444</c:v>
                </c:pt>
                <c:pt idx="21586">
                  <c:v>2.0154518032570712</c:v>
                </c:pt>
                <c:pt idx="21587">
                  <c:v>2.0150398342893561</c:v>
                </c:pt>
                <c:pt idx="21588">
                  <c:v>2.0121961605239447</c:v>
                </c:pt>
                <c:pt idx="21589">
                  <c:v>2.0124942858398716</c:v>
                </c:pt>
                <c:pt idx="21590">
                  <c:v>2.0133679204852641</c:v>
                </c:pt>
                <c:pt idx="21591">
                  <c:v>2.0115560372299508</c:v>
                </c:pt>
                <c:pt idx="21592">
                  <c:v>2.0109428913650249</c:v>
                </c:pt>
                <c:pt idx="21593">
                  <c:v>2.011062009626162</c:v>
                </c:pt>
                <c:pt idx="21594">
                  <c:v>2.011191814465616</c:v>
                </c:pt>
                <c:pt idx="21595">
                  <c:v>2.0122284125623611</c:v>
                </c:pt>
                <c:pt idx="21596">
                  <c:v>2.01333613546955</c:v>
                </c:pt>
                <c:pt idx="21597">
                  <c:v>2.0141504032878399</c:v>
                </c:pt>
                <c:pt idx="21598">
                  <c:v>2.0137158523988483</c:v>
                </c:pt>
                <c:pt idx="21599">
                  <c:v>2.0124921430298235</c:v>
                </c:pt>
                <c:pt idx="21600">
                  <c:v>2.0116980121316015</c:v>
                </c:pt>
                <c:pt idx="21601">
                  <c:v>2.0124144249576932</c:v>
                </c:pt>
                <c:pt idx="21602">
                  <c:v>2.0126945286916773</c:v>
                </c:pt>
                <c:pt idx="21603">
                  <c:v>2.011625870859981</c:v>
                </c:pt>
                <c:pt idx="21604">
                  <c:v>2.0104505670205048</c:v>
                </c:pt>
                <c:pt idx="21605">
                  <c:v>2.0107439396936333</c:v>
                </c:pt>
                <c:pt idx="21606">
                  <c:v>2.0124410177798291</c:v>
                </c:pt>
                <c:pt idx="21607">
                  <c:v>2.0142719116063383</c:v>
                </c:pt>
                <c:pt idx="21608">
                  <c:v>2.0154037823344542</c:v>
                </c:pt>
                <c:pt idx="21609">
                  <c:v>2.0161038218940242</c:v>
                </c:pt>
                <c:pt idx="21610">
                  <c:v>2.0169964671106131</c:v>
                </c:pt>
                <c:pt idx="21611">
                  <c:v>2.0168015263400805</c:v>
                </c:pt>
                <c:pt idx="21612">
                  <c:v>2.0147863783213555</c:v>
                </c:pt>
                <c:pt idx="21613">
                  <c:v>2.0129290565042526</c:v>
                </c:pt>
                <c:pt idx="21614">
                  <c:v>2.0128993868266631</c:v>
                </c:pt>
                <c:pt idx="21615">
                  <c:v>2.0141874079690556</c:v>
                </c:pt>
                <c:pt idx="21616">
                  <c:v>2.0141484802531813</c:v>
                </c:pt>
                <c:pt idx="21617">
                  <c:v>2.013237016768862</c:v>
                </c:pt>
                <c:pt idx="21618">
                  <c:v>2.0131667435880529</c:v>
                </c:pt>
                <c:pt idx="21619">
                  <c:v>2.0140963110700865</c:v>
                </c:pt>
                <c:pt idx="21620">
                  <c:v>2.0159437155227358</c:v>
                </c:pt>
                <c:pt idx="21621">
                  <c:v>2.0174472264345837</c:v>
                </c:pt>
                <c:pt idx="21622">
                  <c:v>2.0185054998791236</c:v>
                </c:pt>
                <c:pt idx="21623">
                  <c:v>2.0180660589877144</c:v>
                </c:pt>
                <c:pt idx="21624">
                  <c:v>2.0158667391925453</c:v>
                </c:pt>
                <c:pt idx="21625">
                  <c:v>2.0139723852223028</c:v>
                </c:pt>
                <c:pt idx="21626">
                  <c:v>2.0147743456187777</c:v>
                </c:pt>
                <c:pt idx="21627">
                  <c:v>2.0163494758356961</c:v>
                </c:pt>
                <c:pt idx="21628">
                  <c:v>2.0170941847431925</c:v>
                </c:pt>
                <c:pt idx="21629">
                  <c:v>2.0173887936528869</c:v>
                </c:pt>
                <c:pt idx="21630">
                  <c:v>2.0170947891255135</c:v>
                </c:pt>
                <c:pt idx="21631">
                  <c:v>2.0152430441089209</c:v>
                </c:pt>
                <c:pt idx="21632">
                  <c:v>2.0136317883123449</c:v>
                </c:pt>
                <c:pt idx="21633">
                  <c:v>2.0132162205226258</c:v>
                </c:pt>
                <c:pt idx="21634">
                  <c:v>2.0137751368101799</c:v>
                </c:pt>
                <c:pt idx="21635">
                  <c:v>2.0147035229994947</c:v>
                </c:pt>
                <c:pt idx="21636">
                  <c:v>2.0161419529241114</c:v>
                </c:pt>
                <c:pt idx="21637">
                  <c:v>2.0165705424056615</c:v>
                </c:pt>
                <c:pt idx="21638">
                  <c:v>2.0132850926353267</c:v>
                </c:pt>
                <c:pt idx="21639">
                  <c:v>2.0116732049845059</c:v>
                </c:pt>
                <c:pt idx="21640">
                  <c:v>2.0132585822289619</c:v>
                </c:pt>
                <c:pt idx="21641">
                  <c:v>2.0147102261488756</c:v>
                </c:pt>
                <c:pt idx="21642">
                  <c:v>2.0156358102019736</c:v>
                </c:pt>
                <c:pt idx="21643">
                  <c:v>2.0144889672754447</c:v>
                </c:pt>
                <c:pt idx="21644">
                  <c:v>2.0126938418935847</c:v>
                </c:pt>
                <c:pt idx="21645">
                  <c:v>2.0144842970484165</c:v>
                </c:pt>
                <c:pt idx="21646">
                  <c:v>2.0166372717083143</c:v>
                </c:pt>
                <c:pt idx="21647">
                  <c:v>2.0158890738665085</c:v>
                </c:pt>
                <c:pt idx="21648">
                  <c:v>2.0161620898441792</c:v>
                </c:pt>
                <c:pt idx="21649">
                  <c:v>2.0167006219643526</c:v>
                </c:pt>
                <c:pt idx="21650">
                  <c:v>2.0165798279158702</c:v>
                </c:pt>
                <c:pt idx="21651">
                  <c:v>2.0157559723962111</c:v>
                </c:pt>
                <c:pt idx="21652">
                  <c:v>2.0146609689896926</c:v>
                </c:pt>
                <c:pt idx="21653">
                  <c:v>2.0137357970154501</c:v>
                </c:pt>
                <c:pt idx="21654">
                  <c:v>2.0134981923474209</c:v>
                </c:pt>
                <c:pt idx="21655">
                  <c:v>2.0159410782180611</c:v>
                </c:pt>
                <c:pt idx="21656">
                  <c:v>2.0171721500626361</c:v>
                </c:pt>
                <c:pt idx="21657">
                  <c:v>2.0145521801718642</c:v>
                </c:pt>
                <c:pt idx="21658">
                  <c:v>2.0118890518889696</c:v>
                </c:pt>
                <c:pt idx="21659">
                  <c:v>2.0099928847717634</c:v>
                </c:pt>
                <c:pt idx="21660">
                  <c:v>2.0105447133030045</c:v>
                </c:pt>
                <c:pt idx="21661">
                  <c:v>2.0142463901892267</c:v>
                </c:pt>
                <c:pt idx="21662">
                  <c:v>2.0173022021494034</c:v>
                </c:pt>
                <c:pt idx="21663">
                  <c:v>2.0196772048965959</c:v>
                </c:pt>
                <c:pt idx="21664">
                  <c:v>2.0183480308125095</c:v>
                </c:pt>
                <c:pt idx="21665">
                  <c:v>2.0170941023274214</c:v>
                </c:pt>
                <c:pt idx="21666">
                  <c:v>2.0170112195336367</c:v>
                </c:pt>
                <c:pt idx="21667">
                  <c:v>2.0170291861717327</c:v>
                </c:pt>
                <c:pt idx="21668">
                  <c:v>2.0174004417485332</c:v>
                </c:pt>
                <c:pt idx="21669">
                  <c:v>2.0161034647590164</c:v>
                </c:pt>
                <c:pt idx="21670">
                  <c:v>2.0151737873892883</c:v>
                </c:pt>
                <c:pt idx="21671">
                  <c:v>2.0148675303839476</c:v>
                </c:pt>
                <c:pt idx="21672">
                  <c:v>2.0154962253576842</c:v>
                </c:pt>
                <c:pt idx="21673">
                  <c:v>2.0152345827564231</c:v>
                </c:pt>
                <c:pt idx="21674">
                  <c:v>2.0143546020966574</c:v>
                </c:pt>
                <c:pt idx="21675">
                  <c:v>2.0151931550954925</c:v>
                </c:pt>
                <c:pt idx="21676">
                  <c:v>2.0161137392584778</c:v>
                </c:pt>
                <c:pt idx="21677">
                  <c:v>2.0162350552735107</c:v>
                </c:pt>
                <c:pt idx="21678">
                  <c:v>2.0164344190237578</c:v>
                </c:pt>
                <c:pt idx="21679">
                  <c:v>2.0165375760972286</c:v>
                </c:pt>
                <c:pt idx="21680">
                  <c:v>2.0151972758840464</c:v>
                </c:pt>
                <c:pt idx="21681">
                  <c:v>2.0132479231225688</c:v>
                </c:pt>
                <c:pt idx="21682">
                  <c:v>2.0138838157403134</c:v>
                </c:pt>
                <c:pt idx="21683">
                  <c:v>2.0144267983121251</c:v>
                </c:pt>
                <c:pt idx="21684">
                  <c:v>2.0143307564668906</c:v>
                </c:pt>
                <c:pt idx="21685">
                  <c:v>2.0147162150282409</c:v>
                </c:pt>
                <c:pt idx="21686">
                  <c:v>2.0142778730137798</c:v>
                </c:pt>
                <c:pt idx="21687">
                  <c:v>2.0137681589415619</c:v>
                </c:pt>
                <c:pt idx="21688">
                  <c:v>2.0135762126107117</c:v>
                </c:pt>
                <c:pt idx="21689">
                  <c:v>2.0126394200127469</c:v>
                </c:pt>
                <c:pt idx="21690">
                  <c:v>2.012785213511791</c:v>
                </c:pt>
                <c:pt idx="21691">
                  <c:v>2.013731511395354</c:v>
                </c:pt>
                <c:pt idx="21692">
                  <c:v>2.0148203336190416</c:v>
                </c:pt>
                <c:pt idx="21693">
                  <c:v>2.0156259477813676</c:v>
                </c:pt>
                <c:pt idx="21694">
                  <c:v>2.0146265191973804</c:v>
                </c:pt>
                <c:pt idx="21695">
                  <c:v>2.0132943506736116</c:v>
                </c:pt>
                <c:pt idx="21696">
                  <c:v>2.0133392397969274</c:v>
                </c:pt>
                <c:pt idx="21697">
                  <c:v>2.0141378486187116</c:v>
                </c:pt>
                <c:pt idx="21698">
                  <c:v>2.0142554009801983</c:v>
                </c:pt>
                <c:pt idx="21699">
                  <c:v>2.0140388947495658</c:v>
                </c:pt>
                <c:pt idx="21700">
                  <c:v>2.01281383925628</c:v>
                </c:pt>
                <c:pt idx="21701">
                  <c:v>2.0108742664996373</c:v>
                </c:pt>
                <c:pt idx="21702">
                  <c:v>2.0110991516669965</c:v>
                </c:pt>
                <c:pt idx="21703">
                  <c:v>2.0126434583855302</c:v>
                </c:pt>
                <c:pt idx="21704">
                  <c:v>2.0143272675325816</c:v>
                </c:pt>
                <c:pt idx="21705">
                  <c:v>2.0157287202479068</c:v>
                </c:pt>
                <c:pt idx="21706">
                  <c:v>2.0158624261005254</c:v>
                </c:pt>
                <c:pt idx="21707">
                  <c:v>2.01568405089998</c:v>
                </c:pt>
                <c:pt idx="21708">
                  <c:v>2.0166033164106283</c:v>
                </c:pt>
                <c:pt idx="21709">
                  <c:v>2.0181453979033428</c:v>
                </c:pt>
                <c:pt idx="21710">
                  <c:v>2.0196903364761214</c:v>
                </c:pt>
                <c:pt idx="21711">
                  <c:v>2.018128227951034</c:v>
                </c:pt>
                <c:pt idx="21712">
                  <c:v>2.0157574009362431</c:v>
                </c:pt>
                <c:pt idx="21713">
                  <c:v>2.0157857244895716</c:v>
                </c:pt>
                <c:pt idx="21714">
                  <c:v>2.0154337542032041</c:v>
                </c:pt>
                <c:pt idx="21715">
                  <c:v>2.0135770642403465</c:v>
                </c:pt>
                <c:pt idx="21716">
                  <c:v>2.0119900936243158</c:v>
                </c:pt>
                <c:pt idx="21717">
                  <c:v>2.0123991505681196</c:v>
                </c:pt>
                <c:pt idx="21718">
                  <c:v>2.0135047031933366</c:v>
                </c:pt>
                <c:pt idx="21719">
                  <c:v>2.0128815850201094</c:v>
                </c:pt>
                <c:pt idx="21720">
                  <c:v>2.0115151315355706</c:v>
                </c:pt>
                <c:pt idx="21721">
                  <c:v>2.0111536010197577</c:v>
                </c:pt>
                <c:pt idx="21722">
                  <c:v>2.0116386178325749</c:v>
                </c:pt>
                <c:pt idx="21723">
                  <c:v>2.0127663677721368</c:v>
                </c:pt>
                <c:pt idx="21724">
                  <c:v>2.0116868585305818</c:v>
                </c:pt>
                <c:pt idx="21725">
                  <c:v>2.011778147733017</c:v>
                </c:pt>
                <c:pt idx="21726">
                  <c:v>2.0145715478780688</c:v>
                </c:pt>
                <c:pt idx="21727">
                  <c:v>2.0153280697127536</c:v>
                </c:pt>
                <c:pt idx="21728">
                  <c:v>2.0143162512911803</c:v>
                </c:pt>
                <c:pt idx="21729">
                  <c:v>2.0136090690314496</c:v>
                </c:pt>
                <c:pt idx="21730">
                  <c:v>2.0136719797367091</c:v>
                </c:pt>
                <c:pt idx="21731">
                  <c:v>2.0138981286125581</c:v>
                </c:pt>
                <c:pt idx="21732">
                  <c:v>2.0152494725390651</c:v>
                </c:pt>
                <c:pt idx="21733">
                  <c:v>2.0160806905342739</c:v>
                </c:pt>
                <c:pt idx="21734">
                  <c:v>2.0161650842838621</c:v>
                </c:pt>
                <c:pt idx="21735">
                  <c:v>2.0167136986000309</c:v>
                </c:pt>
                <c:pt idx="21736">
                  <c:v>2.0174714291993583</c:v>
                </c:pt>
                <c:pt idx="21737">
                  <c:v>2.0166925726907099</c:v>
                </c:pt>
                <c:pt idx="21738">
                  <c:v>2.0156002890046372</c:v>
                </c:pt>
                <c:pt idx="21739">
                  <c:v>2.0141600184611326</c:v>
                </c:pt>
                <c:pt idx="21740">
                  <c:v>2.0130589712314015</c:v>
                </c:pt>
                <c:pt idx="21741">
                  <c:v>2.0121984956374583</c:v>
                </c:pt>
                <c:pt idx="21742">
                  <c:v>2.0122765708445969</c:v>
                </c:pt>
                <c:pt idx="21743">
                  <c:v>2.0118638051910946</c:v>
                </c:pt>
                <c:pt idx="21744">
                  <c:v>2.0104332322366543</c:v>
                </c:pt>
                <c:pt idx="21745">
                  <c:v>2.0103900463726072</c:v>
                </c:pt>
                <c:pt idx="21746">
                  <c:v>2.0115749653853761</c:v>
                </c:pt>
                <c:pt idx="21747">
                  <c:v>2.0129069965495265</c:v>
                </c:pt>
                <c:pt idx="21748">
                  <c:v>2.0136592877079624</c:v>
                </c:pt>
                <c:pt idx="21749">
                  <c:v>2.0154995494604515</c:v>
                </c:pt>
                <c:pt idx="21750">
                  <c:v>2.0179427100503284</c:v>
                </c:pt>
                <c:pt idx="21751">
                  <c:v>2.0181629799345071</c:v>
                </c:pt>
                <c:pt idx="21752">
                  <c:v>2.0164310125052198</c:v>
                </c:pt>
                <c:pt idx="21753">
                  <c:v>2.0163396408870136</c:v>
                </c:pt>
                <c:pt idx="21754">
                  <c:v>2.0173073668710577</c:v>
                </c:pt>
                <c:pt idx="21755">
                  <c:v>2.0186666776554363</c:v>
                </c:pt>
                <c:pt idx="21756">
                  <c:v>2.0194097107755873</c:v>
                </c:pt>
                <c:pt idx="21757">
                  <c:v>2.0184659403090044</c:v>
                </c:pt>
                <c:pt idx="21758">
                  <c:v>2.0169888299158258</c:v>
                </c:pt>
                <c:pt idx="21759">
                  <c:v>2.0150231313597504</c:v>
                </c:pt>
                <c:pt idx="21760">
                  <c:v>2.0164455726247774</c:v>
                </c:pt>
                <c:pt idx="21761">
                  <c:v>2.0177868068833651</c:v>
                </c:pt>
                <c:pt idx="21762">
                  <c:v>2.0183301740621085</c:v>
                </c:pt>
                <c:pt idx="21763">
                  <c:v>2.0184645667128196</c:v>
                </c:pt>
                <c:pt idx="21764">
                  <c:v>2.0182304235071755</c:v>
                </c:pt>
                <c:pt idx="21765">
                  <c:v>2.0165927671919297</c:v>
                </c:pt>
                <c:pt idx="21766">
                  <c:v>2.0145079229027933</c:v>
                </c:pt>
                <c:pt idx="21767">
                  <c:v>2.0155821850069229</c:v>
                </c:pt>
                <c:pt idx="21768">
                  <c:v>2.0185390156260303</c:v>
                </c:pt>
                <c:pt idx="21769">
                  <c:v>2.0200613997494559</c:v>
                </c:pt>
                <c:pt idx="21770">
                  <c:v>2.01908109162436</c:v>
                </c:pt>
                <c:pt idx="21771">
                  <c:v>2.01841154590009</c:v>
                </c:pt>
                <c:pt idx="21772">
                  <c:v>2.0190884815718335</c:v>
                </c:pt>
                <c:pt idx="21773">
                  <c:v>2.0191245796795676</c:v>
                </c:pt>
                <c:pt idx="21774">
                  <c:v>2.0189069471000636</c:v>
                </c:pt>
                <c:pt idx="21775">
                  <c:v>2.0184702534010244</c:v>
                </c:pt>
                <c:pt idx="21776">
                  <c:v>2.017758812993121</c:v>
                </c:pt>
                <c:pt idx="21777">
                  <c:v>2.0176792268301798</c:v>
                </c:pt>
                <c:pt idx="21778">
                  <c:v>2.0179038922221491</c:v>
                </c:pt>
                <c:pt idx="21779">
                  <c:v>2.0159671765455704</c:v>
                </c:pt>
                <c:pt idx="21780">
                  <c:v>2.0141196347333024</c:v>
                </c:pt>
                <c:pt idx="21781">
                  <c:v>2.0135637128854311</c:v>
                </c:pt>
                <c:pt idx="21782">
                  <c:v>2.0150179391661722</c:v>
                </c:pt>
                <c:pt idx="21783">
                  <c:v>2.0147129733412452</c:v>
                </c:pt>
                <c:pt idx="21784">
                  <c:v>2.0139433748708822</c:v>
                </c:pt>
                <c:pt idx="21785">
                  <c:v>2.0142180666358982</c:v>
                </c:pt>
                <c:pt idx="21786">
                  <c:v>2.0142161710731634</c:v>
                </c:pt>
                <c:pt idx="21787">
                  <c:v>2.0132228412562361</c:v>
                </c:pt>
                <c:pt idx="21788">
                  <c:v>2.0137427199402209</c:v>
                </c:pt>
                <c:pt idx="21789">
                  <c:v>2.0159140458451463</c:v>
                </c:pt>
                <c:pt idx="21790">
                  <c:v>2.0168210588778268</c:v>
                </c:pt>
                <c:pt idx="21791">
                  <c:v>2.017623348937386</c:v>
                </c:pt>
                <c:pt idx="21792">
                  <c:v>2.0176392002373573</c:v>
                </c:pt>
                <c:pt idx="21793">
                  <c:v>2.0167800982395989</c:v>
                </c:pt>
                <c:pt idx="21794">
                  <c:v>2.0178019439133208</c:v>
                </c:pt>
                <c:pt idx="21795">
                  <c:v>2.019265290872728</c:v>
                </c:pt>
                <c:pt idx="21796">
                  <c:v>2.0188141194699019</c:v>
                </c:pt>
                <c:pt idx="21797">
                  <c:v>2.0164187325553287</c:v>
                </c:pt>
                <c:pt idx="21798">
                  <c:v>2.014969039141997</c:v>
                </c:pt>
                <c:pt idx="21799">
                  <c:v>2.0144611382167423</c:v>
                </c:pt>
                <c:pt idx="21800">
                  <c:v>2.0135597294564955</c:v>
                </c:pt>
                <c:pt idx="21801">
                  <c:v>2.0123980516911715</c:v>
                </c:pt>
                <c:pt idx="21802">
                  <c:v>2.0122336322278631</c:v>
                </c:pt>
                <c:pt idx="21803">
                  <c:v>2.0130880639985933</c:v>
                </c:pt>
                <c:pt idx="21804">
                  <c:v>2.0146786609085514</c:v>
                </c:pt>
                <c:pt idx="21805">
                  <c:v>2.0154614733742116</c:v>
                </c:pt>
                <c:pt idx="21806">
                  <c:v>2.0150748609920659</c:v>
                </c:pt>
                <c:pt idx="21807">
                  <c:v>2.0145373453330695</c:v>
                </c:pt>
                <c:pt idx="21808">
                  <c:v>2.0147315168897388</c:v>
                </c:pt>
                <c:pt idx="21809">
                  <c:v>2.0145328674095073</c:v>
                </c:pt>
                <c:pt idx="21810">
                  <c:v>2.014512812905211</c:v>
                </c:pt>
                <c:pt idx="21811">
                  <c:v>2.0146980560866794</c:v>
                </c:pt>
                <c:pt idx="21812">
                  <c:v>2.0158050921957757</c:v>
                </c:pt>
                <c:pt idx="21813">
                  <c:v>2.0165663392013364</c:v>
                </c:pt>
                <c:pt idx="21814">
                  <c:v>2.0173223390694708</c:v>
                </c:pt>
                <c:pt idx="21815">
                  <c:v>2.0156394090239775</c:v>
                </c:pt>
                <c:pt idx="21816">
                  <c:v>2.0131865783169602</c:v>
                </c:pt>
                <c:pt idx="21817">
                  <c:v>2.0136250576910397</c:v>
                </c:pt>
                <c:pt idx="21818">
                  <c:v>2.0146945671523704</c:v>
                </c:pt>
                <c:pt idx="21819">
                  <c:v>2.0161658809696492</c:v>
                </c:pt>
                <c:pt idx="21820">
                  <c:v>2.0163140919979781</c:v>
                </c:pt>
                <c:pt idx="21821">
                  <c:v>2.0151036515680976</c:v>
                </c:pt>
                <c:pt idx="21822">
                  <c:v>2.0145305872398409</c:v>
                </c:pt>
                <c:pt idx="21823">
                  <c:v>2.015964704072438</c:v>
                </c:pt>
                <c:pt idx="21824">
                  <c:v>2.0164135678336739</c:v>
                </c:pt>
                <c:pt idx="21825">
                  <c:v>2.0157369618250147</c:v>
                </c:pt>
                <c:pt idx="21826">
                  <c:v>2.0159576437880484</c:v>
                </c:pt>
                <c:pt idx="21827">
                  <c:v>2.0162133524537924</c:v>
                </c:pt>
                <c:pt idx="21828">
                  <c:v>2.0171365189776047</c:v>
                </c:pt>
                <c:pt idx="21829">
                  <c:v>2.0184467649062658</c:v>
                </c:pt>
                <c:pt idx="21830">
                  <c:v>2.0195090217797409</c:v>
                </c:pt>
                <c:pt idx="21831">
                  <c:v>2.0195979758686624</c:v>
                </c:pt>
                <c:pt idx="21832">
                  <c:v>2.0192882024570888</c:v>
                </c:pt>
                <c:pt idx="21833">
                  <c:v>2.0195455869101777</c:v>
                </c:pt>
                <c:pt idx="21834">
                  <c:v>2.0179619678688381</c:v>
                </c:pt>
                <c:pt idx="21835">
                  <c:v>2.0165252961473374</c:v>
                </c:pt>
                <c:pt idx="21836">
                  <c:v>2.0171843201248323</c:v>
                </c:pt>
                <c:pt idx="21837">
                  <c:v>2.0176475242302367</c:v>
                </c:pt>
                <c:pt idx="21838">
                  <c:v>2.018718050152744</c:v>
                </c:pt>
                <c:pt idx="21839">
                  <c:v>2.0193861123931343</c:v>
                </c:pt>
                <c:pt idx="21840">
                  <c:v>2.0184536328871894</c:v>
                </c:pt>
                <c:pt idx="21841">
                  <c:v>2.0179121063273335</c:v>
                </c:pt>
                <c:pt idx="21842">
                  <c:v>2.0177365057910817</c:v>
                </c:pt>
                <c:pt idx="21843">
                  <c:v>2.0177104074635723</c:v>
                </c:pt>
                <c:pt idx="21844">
                  <c:v>2.0172452528515858</c:v>
                </c:pt>
                <c:pt idx="21845">
                  <c:v>2.0174865112854663</c:v>
                </c:pt>
                <c:pt idx="21846">
                  <c:v>2.0172764884288257</c:v>
                </c:pt>
                <c:pt idx="21847">
                  <c:v>2.0184715995252853</c:v>
                </c:pt>
                <c:pt idx="21848">
                  <c:v>2.0190517790817784</c:v>
                </c:pt>
                <c:pt idx="21849">
                  <c:v>2.0179978462011823</c:v>
                </c:pt>
                <c:pt idx="21850">
                  <c:v>2.0161562383244322</c:v>
                </c:pt>
                <c:pt idx="21851">
                  <c:v>2.0148943979253202</c:v>
                </c:pt>
                <c:pt idx="21852">
                  <c:v>2.0160438506846003</c:v>
                </c:pt>
                <c:pt idx="21853">
                  <c:v>2.0190357904221887</c:v>
                </c:pt>
                <c:pt idx="21854">
                  <c:v>2.0202815872178634</c:v>
                </c:pt>
                <c:pt idx="21855">
                  <c:v>2.0204449627480714</c:v>
                </c:pt>
                <c:pt idx="21856">
                  <c:v>2.0195413012900816</c:v>
                </c:pt>
                <c:pt idx="21857">
                  <c:v>2.0196715182083911</c:v>
                </c:pt>
                <c:pt idx="21858">
                  <c:v>2.018237209072328</c:v>
                </c:pt>
                <c:pt idx="21859">
                  <c:v>2.0157428133447617</c:v>
                </c:pt>
                <c:pt idx="21860">
                  <c:v>2.0148835190435377</c:v>
                </c:pt>
                <c:pt idx="21861">
                  <c:v>2.0149484626711502</c:v>
                </c:pt>
                <c:pt idx="21862">
                  <c:v>2.0159416826003822</c:v>
                </c:pt>
                <c:pt idx="21863">
                  <c:v>2.0168596294586933</c:v>
                </c:pt>
                <c:pt idx="21864">
                  <c:v>2.0170016867761147</c:v>
                </c:pt>
                <c:pt idx="21865">
                  <c:v>2.0164031834465175</c:v>
                </c:pt>
                <c:pt idx="21866">
                  <c:v>2.0160036867321596</c:v>
                </c:pt>
                <c:pt idx="21867">
                  <c:v>2.0166970231423487</c:v>
                </c:pt>
                <c:pt idx="21868">
                  <c:v>2.0173373387398081</c:v>
                </c:pt>
                <c:pt idx="21869">
                  <c:v>2.0189851871387443</c:v>
                </c:pt>
                <c:pt idx="21870">
                  <c:v>2.0189546933034439</c:v>
                </c:pt>
                <c:pt idx="21871">
                  <c:v>2.0178302949385727</c:v>
                </c:pt>
                <c:pt idx="21872">
                  <c:v>2.0163860684380563</c:v>
                </c:pt>
                <c:pt idx="21873">
                  <c:v>2.0151118931452054</c:v>
                </c:pt>
                <c:pt idx="21874">
                  <c:v>2.0143429265290873</c:v>
                </c:pt>
                <c:pt idx="21875">
                  <c:v>2.0151438429924617</c:v>
                </c:pt>
                <c:pt idx="21876">
                  <c:v>2.0155917177644449</c:v>
                </c:pt>
                <c:pt idx="21877">
                  <c:v>2.0143992165007361</c:v>
                </c:pt>
                <c:pt idx="21878">
                  <c:v>2.0143976506010857</c:v>
                </c:pt>
                <c:pt idx="21879">
                  <c:v>2.0149243423221468</c:v>
                </c:pt>
                <c:pt idx="21880">
                  <c:v>2.0149793136414584</c:v>
                </c:pt>
                <c:pt idx="21881">
                  <c:v>2.0134134414628249</c:v>
                </c:pt>
                <c:pt idx="21882">
                  <c:v>2.012975154392211</c:v>
                </c:pt>
                <c:pt idx="21883">
                  <c:v>2.0130510318454538</c:v>
                </c:pt>
                <c:pt idx="21884">
                  <c:v>2.0134678633436627</c:v>
                </c:pt>
                <c:pt idx="21885">
                  <c:v>2.0139277433462999</c:v>
                </c:pt>
                <c:pt idx="21886">
                  <c:v>2.0160208017406211</c:v>
                </c:pt>
                <c:pt idx="21887">
                  <c:v>2.0179085899211007</c:v>
                </c:pt>
                <c:pt idx="21888">
                  <c:v>2.017197204457045</c:v>
                </c:pt>
                <c:pt idx="21889">
                  <c:v>2.0157660820641303</c:v>
                </c:pt>
                <c:pt idx="21890">
                  <c:v>2.0156549856047121</c:v>
                </c:pt>
                <c:pt idx="21891">
                  <c:v>2.0162229950990089</c:v>
                </c:pt>
                <c:pt idx="21892">
                  <c:v>2.0169583360805259</c:v>
                </c:pt>
                <c:pt idx="21893">
                  <c:v>2.0161804685611306</c:v>
                </c:pt>
                <c:pt idx="21894">
                  <c:v>2.015156727324674</c:v>
                </c:pt>
                <c:pt idx="21895">
                  <c:v>2.0157866310630537</c:v>
                </c:pt>
                <c:pt idx="21896">
                  <c:v>2.0167249895606689</c:v>
                </c:pt>
                <c:pt idx="21897">
                  <c:v>2.0166591668314982</c:v>
                </c:pt>
                <c:pt idx="21898">
                  <c:v>2.0149635447572583</c:v>
                </c:pt>
                <c:pt idx="21899">
                  <c:v>2.0130688885958552</c:v>
                </c:pt>
                <c:pt idx="21900">
                  <c:v>2.0125372244566053</c:v>
                </c:pt>
                <c:pt idx="21901">
                  <c:v>2.014339190347465</c:v>
                </c:pt>
                <c:pt idx="21902">
                  <c:v>2.016109700885695</c:v>
                </c:pt>
                <c:pt idx="21903">
                  <c:v>2.0160615975473068</c:v>
                </c:pt>
                <c:pt idx="21904">
                  <c:v>2.0157261378870794</c:v>
                </c:pt>
                <c:pt idx="21905">
                  <c:v>2.0157038032131163</c:v>
                </c:pt>
                <c:pt idx="21906">
                  <c:v>2.0166466396342937</c:v>
                </c:pt>
                <c:pt idx="21907">
                  <c:v>2.0174925551086789</c:v>
                </c:pt>
                <c:pt idx="21908">
                  <c:v>2.0178410089888135</c:v>
                </c:pt>
                <c:pt idx="21909">
                  <c:v>2.0174014856816336</c:v>
                </c:pt>
                <c:pt idx="21910">
                  <c:v>2.0164915880969647</c:v>
                </c:pt>
                <c:pt idx="21911">
                  <c:v>2.0165563119491878</c:v>
                </c:pt>
                <c:pt idx="21912">
                  <c:v>2.0162076932375115</c:v>
                </c:pt>
                <c:pt idx="21913">
                  <c:v>2.0167346322058854</c:v>
                </c:pt>
                <c:pt idx="21914">
                  <c:v>2.017081135579438</c:v>
                </c:pt>
                <c:pt idx="21915">
                  <c:v>2.0162642304564735</c:v>
                </c:pt>
                <c:pt idx="21916">
                  <c:v>2.0156099591217775</c:v>
                </c:pt>
                <c:pt idx="21917">
                  <c:v>2.0150362079954287</c:v>
                </c:pt>
                <c:pt idx="21918">
                  <c:v>2.0161380244390235</c:v>
                </c:pt>
                <c:pt idx="21919">
                  <c:v>2.0180747675875255</c:v>
                </c:pt>
                <c:pt idx="21920">
                  <c:v>2.0176412606316343</c:v>
                </c:pt>
                <c:pt idx="21921">
                  <c:v>2.0179972967627084</c:v>
                </c:pt>
                <c:pt idx="21922">
                  <c:v>2.017966198545087</c:v>
                </c:pt>
                <c:pt idx="21923">
                  <c:v>2.0171460792070506</c:v>
                </c:pt>
                <c:pt idx="21924">
                  <c:v>2.0170321256675678</c:v>
                </c:pt>
                <c:pt idx="21925">
                  <c:v>2.0178775741192503</c:v>
                </c:pt>
                <c:pt idx="21926">
                  <c:v>2.0180344937473902</c:v>
                </c:pt>
                <c:pt idx="21927">
                  <c:v>2.018337042043032</c:v>
                </c:pt>
                <c:pt idx="21928">
                  <c:v>2.0170622898397839</c:v>
                </c:pt>
                <c:pt idx="21929">
                  <c:v>2.0167750983494868</c:v>
                </c:pt>
                <c:pt idx="21930">
                  <c:v>2.0183964088701347</c:v>
                </c:pt>
                <c:pt idx="21931">
                  <c:v>2.0199041779301554</c:v>
                </c:pt>
                <c:pt idx="21932">
                  <c:v>2.0197134128920244</c:v>
                </c:pt>
                <c:pt idx="21933">
                  <c:v>2.0187326377442254</c:v>
                </c:pt>
                <c:pt idx="21934">
                  <c:v>2.0185115711742601</c:v>
                </c:pt>
                <c:pt idx="21935">
                  <c:v>2.0179711984351991</c:v>
                </c:pt>
                <c:pt idx="21936">
                  <c:v>2.019129222434672</c:v>
                </c:pt>
                <c:pt idx="21937">
                  <c:v>2.0188618656732817</c:v>
                </c:pt>
                <c:pt idx="21938">
                  <c:v>2.0168880354277929</c:v>
                </c:pt>
                <c:pt idx="21939">
                  <c:v>2.0171136623370916</c:v>
                </c:pt>
                <c:pt idx="21940">
                  <c:v>2.0185462132700378</c:v>
                </c:pt>
                <c:pt idx="21941">
                  <c:v>2.0202054350453835</c:v>
                </c:pt>
                <c:pt idx="21942">
                  <c:v>2.0204537537636535</c:v>
                </c:pt>
                <c:pt idx="21943">
                  <c:v>2.0186987373903871</c:v>
                </c:pt>
                <c:pt idx="21944">
                  <c:v>2.0190209006395463</c:v>
                </c:pt>
                <c:pt idx="21945">
                  <c:v>2.0178415584272873</c:v>
                </c:pt>
                <c:pt idx="21946">
                  <c:v>2.0177708731676227</c:v>
                </c:pt>
                <c:pt idx="21947">
                  <c:v>2.0184671490736465</c:v>
                </c:pt>
                <c:pt idx="21948">
                  <c:v>2.0184048427507086</c:v>
                </c:pt>
                <c:pt idx="21949">
                  <c:v>2.0177949111008551</c:v>
                </c:pt>
                <c:pt idx="21950">
                  <c:v>2.0168906727324676</c:v>
                </c:pt>
                <c:pt idx="21951">
                  <c:v>2.0173975022526975</c:v>
                </c:pt>
                <c:pt idx="21952">
                  <c:v>2.020040328783983</c:v>
                </c:pt>
                <c:pt idx="21953">
                  <c:v>2.0211084646491284</c:v>
                </c:pt>
                <c:pt idx="21954">
                  <c:v>2.0190005714160129</c:v>
                </c:pt>
                <c:pt idx="21955">
                  <c:v>2.0180477626865345</c:v>
                </c:pt>
                <c:pt idx="21956">
                  <c:v>2.0190900199995605</c:v>
                </c:pt>
                <c:pt idx="21957">
                  <c:v>2.0199070350102195</c:v>
                </c:pt>
                <c:pt idx="21958">
                  <c:v>2.0195433342124347</c:v>
                </c:pt>
                <c:pt idx="21959">
                  <c:v>2.0194192710050327</c:v>
                </c:pt>
                <c:pt idx="21960">
                  <c:v>2.0189345289114526</c:v>
                </c:pt>
                <c:pt idx="21961">
                  <c:v>2.0179393584756378</c:v>
                </c:pt>
                <c:pt idx="21962">
                  <c:v>2.0172371211621725</c:v>
                </c:pt>
                <c:pt idx="21963">
                  <c:v>2.018314982088306</c:v>
                </c:pt>
                <c:pt idx="21964">
                  <c:v>2.0201000527460935</c:v>
                </c:pt>
                <c:pt idx="21965">
                  <c:v>2.0201693644095733</c:v>
                </c:pt>
                <c:pt idx="21966">
                  <c:v>2.0192625711522822</c:v>
                </c:pt>
                <c:pt idx="21967">
                  <c:v>2.0194166611722819</c:v>
                </c:pt>
                <c:pt idx="21968">
                  <c:v>2.0186789850772509</c:v>
                </c:pt>
                <c:pt idx="21969">
                  <c:v>2.0183214105184502</c:v>
                </c:pt>
                <c:pt idx="21970">
                  <c:v>2.0172362695325377</c:v>
                </c:pt>
                <c:pt idx="21971">
                  <c:v>2.0151340629876264</c:v>
                </c:pt>
                <c:pt idx="21972">
                  <c:v>2.0158284158589921</c:v>
                </c:pt>
                <c:pt idx="21973">
                  <c:v>2.0173470638007958</c:v>
                </c:pt>
                <c:pt idx="21974">
                  <c:v>2.0181736939847474</c:v>
                </c:pt>
                <c:pt idx="21975">
                  <c:v>2.0181232280609218</c:v>
                </c:pt>
                <c:pt idx="21976">
                  <c:v>2.0182263851343927</c:v>
                </c:pt>
                <c:pt idx="21977">
                  <c:v>2.0188810960198675</c:v>
                </c:pt>
                <c:pt idx="21978">
                  <c:v>2.0184352541702379</c:v>
                </c:pt>
                <c:pt idx="21979">
                  <c:v>2.0184949506604251</c:v>
                </c:pt>
                <c:pt idx="21980">
                  <c:v>2.0200118129271885</c:v>
                </c:pt>
                <c:pt idx="21981">
                  <c:v>2.0208188281576227</c:v>
                </c:pt>
                <c:pt idx="21982">
                  <c:v>2.0204114470011647</c:v>
                </c:pt>
                <c:pt idx="21983">
                  <c:v>2.020186561833806</c:v>
                </c:pt>
                <c:pt idx="21984">
                  <c:v>2.0207288576075251</c:v>
                </c:pt>
                <c:pt idx="21985">
                  <c:v>2.0215683995956133</c:v>
                </c:pt>
                <c:pt idx="21986">
                  <c:v>2.0236414309575612</c:v>
                </c:pt>
                <c:pt idx="21987">
                  <c:v>2.0230572405002087</c:v>
                </c:pt>
                <c:pt idx="21988">
                  <c:v>2.0216554581217996</c:v>
                </c:pt>
                <c:pt idx="21989">
                  <c:v>2.0206768807278963</c:v>
                </c:pt>
                <c:pt idx="21990">
                  <c:v>2.0199790938660689</c:v>
                </c:pt>
                <c:pt idx="21991">
                  <c:v>2.0201894738577173</c:v>
                </c:pt>
                <c:pt idx="21992">
                  <c:v>2.0219292158414102</c:v>
                </c:pt>
                <c:pt idx="21993">
                  <c:v>2.0226909023977493</c:v>
                </c:pt>
                <c:pt idx="21994">
                  <c:v>2.0230503999912091</c:v>
                </c:pt>
                <c:pt idx="21995">
                  <c:v>2.0236501395573723</c:v>
                </c:pt>
                <c:pt idx="21996">
                  <c:v>2.0232915210654712</c:v>
                </c:pt>
                <c:pt idx="21997">
                  <c:v>2.0230347684666272</c:v>
                </c:pt>
                <c:pt idx="21998">
                  <c:v>2.023665990857344</c:v>
                </c:pt>
                <c:pt idx="21999">
                  <c:v>2.0250313729368585</c:v>
                </c:pt>
                <c:pt idx="22000">
                  <c:v>2.0248315696358321</c:v>
                </c:pt>
                <c:pt idx="22001">
                  <c:v>2.0234486879409244</c:v>
                </c:pt>
                <c:pt idx="22002">
                  <c:v>2.0231829794949561</c:v>
                </c:pt>
                <c:pt idx="22003">
                  <c:v>2.0246096514362319</c:v>
                </c:pt>
                <c:pt idx="22004">
                  <c:v>2.0243342728731237</c:v>
                </c:pt>
                <c:pt idx="22005">
                  <c:v>2.0234310509659128</c:v>
                </c:pt>
                <c:pt idx="22006">
                  <c:v>2.022774691765016</c:v>
                </c:pt>
                <c:pt idx="22007">
                  <c:v>2.0223337124458802</c:v>
                </c:pt>
                <c:pt idx="22008">
                  <c:v>2.0212594778136745</c:v>
                </c:pt>
                <c:pt idx="22009">
                  <c:v>2.0206456726225799</c:v>
                </c:pt>
                <c:pt idx="22010">
                  <c:v>2.0190479055405377</c:v>
                </c:pt>
                <c:pt idx="22011">
                  <c:v>2.0185513779916926</c:v>
                </c:pt>
                <c:pt idx="22012">
                  <c:v>2.0179412265664491</c:v>
                </c:pt>
                <c:pt idx="22013">
                  <c:v>2.0165577404892199</c:v>
                </c:pt>
                <c:pt idx="22014">
                  <c:v>2.0146584415727129</c:v>
                </c:pt>
                <c:pt idx="22015">
                  <c:v>2.014994175952177</c:v>
                </c:pt>
                <c:pt idx="22016">
                  <c:v>2.0153277400496692</c:v>
                </c:pt>
                <c:pt idx="22017">
                  <c:v>2.0147626151073603</c:v>
                </c:pt>
                <c:pt idx="22018">
                  <c:v>2.0142992461704137</c:v>
                </c:pt>
                <c:pt idx="22019">
                  <c:v>2.0153893595745149</c:v>
                </c:pt>
                <c:pt idx="22020">
                  <c:v>2.015113019494077</c:v>
                </c:pt>
                <c:pt idx="22021">
                  <c:v>2.0162935429990552</c:v>
                </c:pt>
                <c:pt idx="22022">
                  <c:v>2.017952023032461</c:v>
                </c:pt>
                <c:pt idx="22023">
                  <c:v>2.019777010395376</c:v>
                </c:pt>
                <c:pt idx="22024">
                  <c:v>2.0232801751609855</c:v>
                </c:pt>
                <c:pt idx="22025">
                  <c:v>2.0258323168721568</c:v>
                </c:pt>
                <c:pt idx="22026">
                  <c:v>2.0251197501153819</c:v>
                </c:pt>
                <c:pt idx="22027">
                  <c:v>2.0228775741192502</c:v>
                </c:pt>
                <c:pt idx="22028">
                  <c:v>2.023226604909782</c:v>
                </c:pt>
                <c:pt idx="22029">
                  <c:v>2.0229378749917584</c:v>
                </c:pt>
                <c:pt idx="22030">
                  <c:v>2.0212238467286432</c:v>
                </c:pt>
                <c:pt idx="22031">
                  <c:v>2.0211695347355003</c:v>
                </c:pt>
                <c:pt idx="22032">
                  <c:v>2.0221012450275819</c:v>
                </c:pt>
                <c:pt idx="22033">
                  <c:v>2.0208783872881915</c:v>
                </c:pt>
                <c:pt idx="22034">
                  <c:v>2.0209476714797479</c:v>
                </c:pt>
                <c:pt idx="22035">
                  <c:v>2.0232177589503526</c:v>
                </c:pt>
                <c:pt idx="22036">
                  <c:v>2.0253290587020065</c:v>
                </c:pt>
                <c:pt idx="22037">
                  <c:v>2.025932644337487</c:v>
                </c:pt>
                <c:pt idx="22038">
                  <c:v>2.0258583053119712</c:v>
                </c:pt>
                <c:pt idx="22039">
                  <c:v>2.0245998714313971</c:v>
                </c:pt>
                <c:pt idx="22040">
                  <c:v>2.021751829630118</c:v>
                </c:pt>
                <c:pt idx="22041">
                  <c:v>2.0202514505175708</c:v>
                </c:pt>
                <c:pt idx="22042">
                  <c:v>2.0222178358717389</c:v>
                </c:pt>
                <c:pt idx="22043">
                  <c:v>2.0237697523131359</c:v>
                </c:pt>
                <c:pt idx="22044">
                  <c:v>2.0226855728445527</c:v>
                </c:pt>
                <c:pt idx="22045">
                  <c:v>2.0206884189358476</c:v>
                </c:pt>
                <c:pt idx="22046">
                  <c:v>2.0195255598778048</c:v>
                </c:pt>
                <c:pt idx="22047">
                  <c:v>2.0199968682006988</c:v>
                </c:pt>
                <c:pt idx="22048">
                  <c:v>2.0211670073185206</c:v>
                </c:pt>
                <c:pt idx="22049">
                  <c:v>2.0232348464868903</c:v>
                </c:pt>
                <c:pt idx="22050">
                  <c:v>2.0241756225137908</c:v>
                </c:pt>
                <c:pt idx="22051">
                  <c:v>2.023231220192963</c:v>
                </c:pt>
                <c:pt idx="22052">
                  <c:v>2.0230895749543967</c:v>
                </c:pt>
                <c:pt idx="22053">
                  <c:v>2.0241285631085031</c:v>
                </c:pt>
                <c:pt idx="22054">
                  <c:v>2.0235747016549088</c:v>
                </c:pt>
                <c:pt idx="22055">
                  <c:v>2.0225080767455661</c:v>
                </c:pt>
                <c:pt idx="22056">
                  <c:v>2.0222824223643436</c:v>
                </c:pt>
                <c:pt idx="22057">
                  <c:v>2.022872272037977</c:v>
                </c:pt>
                <c:pt idx="22058">
                  <c:v>2.0227935100327463</c:v>
                </c:pt>
                <c:pt idx="22059">
                  <c:v>2.0234628909254742</c:v>
                </c:pt>
                <c:pt idx="22060">
                  <c:v>2.0242280664161227</c:v>
                </c:pt>
                <c:pt idx="22061">
                  <c:v>2.0237015944704511</c:v>
                </c:pt>
                <c:pt idx="22062">
                  <c:v>2.0228676018109493</c:v>
                </c:pt>
                <c:pt idx="22063">
                  <c:v>2.0224863739258478</c:v>
                </c:pt>
                <c:pt idx="22064">
                  <c:v>2.0223869255620754</c:v>
                </c:pt>
                <c:pt idx="22065">
                  <c:v>2.0238504373530253</c:v>
                </c:pt>
                <c:pt idx="22066">
                  <c:v>2.0254250730753172</c:v>
                </c:pt>
                <c:pt idx="22067">
                  <c:v>2.0254291663919473</c:v>
                </c:pt>
                <c:pt idx="22068">
                  <c:v>2.0252164238148613</c:v>
                </c:pt>
                <c:pt idx="22069">
                  <c:v>2.0239640612294236</c:v>
                </c:pt>
                <c:pt idx="22070">
                  <c:v>2.0229530120217136</c:v>
                </c:pt>
                <c:pt idx="22071">
                  <c:v>2.0217169952308742</c:v>
                </c:pt>
                <c:pt idx="22072">
                  <c:v>2.0215033186083824</c:v>
                </c:pt>
                <c:pt idx="22073">
                  <c:v>2.0213242291378211</c:v>
                </c:pt>
                <c:pt idx="22074">
                  <c:v>2.0215137854113094</c:v>
                </c:pt>
                <c:pt idx="22075">
                  <c:v>2.0227673292894663</c:v>
                </c:pt>
                <c:pt idx="22076">
                  <c:v>2.0246061075580757</c:v>
                </c:pt>
                <c:pt idx="22077">
                  <c:v>2.0250104393310036</c:v>
                </c:pt>
                <c:pt idx="22078">
                  <c:v>2.0244007549284633</c:v>
                </c:pt>
                <c:pt idx="22079">
                  <c:v>2.0236261290960638</c:v>
                </c:pt>
                <c:pt idx="22080">
                  <c:v>2.022959193204545</c:v>
                </c:pt>
                <c:pt idx="22081">
                  <c:v>2.0219308092129844</c:v>
                </c:pt>
                <c:pt idx="22082">
                  <c:v>2.02120151205468</c:v>
                </c:pt>
                <c:pt idx="22083">
                  <c:v>2.0206561668974308</c:v>
                </c:pt>
                <c:pt idx="22084">
                  <c:v>2.0217491373815961</c:v>
                </c:pt>
                <c:pt idx="22085">
                  <c:v>2.0226634304740556</c:v>
                </c:pt>
                <c:pt idx="22086">
                  <c:v>2.0233744588031031</c:v>
                </c:pt>
                <c:pt idx="22087">
                  <c:v>2.0239539515615039</c:v>
                </c:pt>
                <c:pt idx="22088">
                  <c:v>2.0240275488450803</c:v>
                </c:pt>
                <c:pt idx="22089">
                  <c:v>2.0231255631744358</c:v>
                </c:pt>
                <c:pt idx="22090">
                  <c:v>2.0226597767082044</c:v>
                </c:pt>
                <c:pt idx="22091">
                  <c:v>2.021474363200809</c:v>
                </c:pt>
                <c:pt idx="22092">
                  <c:v>2.0199636271730292</c:v>
                </c:pt>
                <c:pt idx="22093">
                  <c:v>2.0195317410606362</c:v>
                </c:pt>
                <c:pt idx="22094">
                  <c:v>2.0194450946133053</c:v>
                </c:pt>
                <c:pt idx="22095">
                  <c:v>2.0200711248104439</c:v>
                </c:pt>
                <c:pt idx="22096">
                  <c:v>2.0215718061141512</c:v>
                </c:pt>
                <c:pt idx="22097">
                  <c:v>2.022446319861102</c:v>
                </c:pt>
                <c:pt idx="22098">
                  <c:v>2.0239572207204239</c:v>
                </c:pt>
                <c:pt idx="22099">
                  <c:v>2.0244343530911411</c:v>
                </c:pt>
                <c:pt idx="22100">
                  <c:v>2.0241879848794531</c:v>
                </c:pt>
                <c:pt idx="22101">
                  <c:v>2.0228079053207622</c:v>
                </c:pt>
                <c:pt idx="22102">
                  <c:v>2.0211472550053844</c:v>
                </c:pt>
                <c:pt idx="22103">
                  <c:v>2.0194488033230038</c:v>
                </c:pt>
                <c:pt idx="22104">
                  <c:v>2.018367013911782</c:v>
                </c:pt>
                <c:pt idx="22105">
                  <c:v>2.0190650205489988</c:v>
                </c:pt>
                <c:pt idx="22106">
                  <c:v>2.019258917386431</c:v>
                </c:pt>
                <c:pt idx="22107">
                  <c:v>2.0188644205621853</c:v>
                </c:pt>
                <c:pt idx="22108">
                  <c:v>2.0201321674248915</c:v>
                </c:pt>
                <c:pt idx="22109">
                  <c:v>2.0207647084679459</c:v>
                </c:pt>
                <c:pt idx="22110">
                  <c:v>2.0209665721632493</c:v>
                </c:pt>
                <c:pt idx="22111">
                  <c:v>2.0212450001098876</c:v>
                </c:pt>
                <c:pt idx="22112">
                  <c:v>2.0215043625414828</c:v>
                </c:pt>
                <c:pt idx="22113">
                  <c:v>2.0213490362849167</c:v>
                </c:pt>
                <c:pt idx="22114">
                  <c:v>2.0221909958022901</c:v>
                </c:pt>
                <c:pt idx="22115">
                  <c:v>2.0253011197556097</c:v>
                </c:pt>
                <c:pt idx="22116">
                  <c:v>2.0265422188523328</c:v>
                </c:pt>
                <c:pt idx="22117">
                  <c:v>2.0256436946440739</c:v>
                </c:pt>
                <c:pt idx="22118">
                  <c:v>2.0254738357398741</c:v>
                </c:pt>
                <c:pt idx="22119">
                  <c:v>2.024486302498846</c:v>
                </c:pt>
                <c:pt idx="22120">
                  <c:v>2.0230318839146393</c:v>
                </c:pt>
                <c:pt idx="22121">
                  <c:v>2.0220122359948132</c:v>
                </c:pt>
                <c:pt idx="22122">
                  <c:v>2.0214034856376784</c:v>
                </c:pt>
                <c:pt idx="22123">
                  <c:v>2.0217002923012681</c:v>
                </c:pt>
                <c:pt idx="22124">
                  <c:v>2.0223651952704338</c:v>
                </c:pt>
                <c:pt idx="22125">
                  <c:v>2.0224436276125801</c:v>
                </c:pt>
                <c:pt idx="22126">
                  <c:v>2.022208055866904</c:v>
                </c:pt>
                <c:pt idx="22127">
                  <c:v>2.0217106492165007</c:v>
                </c:pt>
                <c:pt idx="22128">
                  <c:v>2.0216805125162085</c:v>
                </c:pt>
                <c:pt idx="22129">
                  <c:v>2.0238066471066571</c:v>
                </c:pt>
                <c:pt idx="22130">
                  <c:v>2.0275914265620534</c:v>
                </c:pt>
                <c:pt idx="22131">
                  <c:v>2.0290688666183159</c:v>
                </c:pt>
                <c:pt idx="22132">
                  <c:v>2.0278732884991539</c:v>
                </c:pt>
                <c:pt idx="22133">
                  <c:v>2.0267873782993782</c:v>
                </c:pt>
                <c:pt idx="22134">
                  <c:v>2.0264746653919694</c:v>
                </c:pt>
                <c:pt idx="22135">
                  <c:v>2.02672759939342</c:v>
                </c:pt>
                <c:pt idx="22136">
                  <c:v>2.0256003439484846</c:v>
                </c:pt>
                <c:pt idx="22137">
                  <c:v>2.0245823718160039</c:v>
                </c:pt>
                <c:pt idx="22138">
                  <c:v>2.023924886266236</c:v>
                </c:pt>
                <c:pt idx="22139">
                  <c:v>2.0234070405046043</c:v>
                </c:pt>
                <c:pt idx="22140">
                  <c:v>2.0209455011977759</c:v>
                </c:pt>
                <c:pt idx="22141">
                  <c:v>2.0228691127667524</c:v>
                </c:pt>
                <c:pt idx="22142">
                  <c:v>2.0241537548625304</c:v>
                </c:pt>
                <c:pt idx="22143">
                  <c:v>2.0227605711962373</c:v>
                </c:pt>
                <c:pt idx="22144">
                  <c:v>2.0235498670358893</c:v>
                </c:pt>
                <c:pt idx="22145">
                  <c:v>2.023588410144832</c:v>
                </c:pt>
                <c:pt idx="22146">
                  <c:v>2.0236031625678557</c:v>
                </c:pt>
                <c:pt idx="22147">
                  <c:v>2.0243604810883276</c:v>
                </c:pt>
                <c:pt idx="22148">
                  <c:v>2.0253116964462321</c:v>
                </c:pt>
                <c:pt idx="22149">
                  <c:v>2.0269060844816598</c:v>
                </c:pt>
                <c:pt idx="22150">
                  <c:v>2.0265904870222631</c:v>
                </c:pt>
                <c:pt idx="22151">
                  <c:v>2.0260734379464189</c:v>
                </c:pt>
                <c:pt idx="22152">
                  <c:v>2.0250538174985167</c:v>
                </c:pt>
                <c:pt idx="22153">
                  <c:v>2.0249349739566163</c:v>
                </c:pt>
                <c:pt idx="22154">
                  <c:v>2.0254025186259641</c:v>
                </c:pt>
                <c:pt idx="22155">
                  <c:v>2.0252927133469596</c:v>
                </c:pt>
                <c:pt idx="22156">
                  <c:v>2.0261381617986416</c:v>
                </c:pt>
                <c:pt idx="22157">
                  <c:v>2.0263698050592294</c:v>
                </c:pt>
                <c:pt idx="22158">
                  <c:v>2.0254848794531988</c:v>
                </c:pt>
                <c:pt idx="22159">
                  <c:v>2.0253858706402057</c:v>
                </c:pt>
                <c:pt idx="22160">
                  <c:v>2.025207358080042</c:v>
                </c:pt>
                <c:pt idx="22161">
                  <c:v>2.0242299345069341</c:v>
                </c:pt>
                <c:pt idx="22162">
                  <c:v>2.0239225236807981</c:v>
                </c:pt>
                <c:pt idx="22163">
                  <c:v>2.0257654227379618</c:v>
                </c:pt>
                <c:pt idx="22164">
                  <c:v>2.0253197457198744</c:v>
                </c:pt>
                <c:pt idx="22165">
                  <c:v>2.0249274741214478</c:v>
                </c:pt>
                <c:pt idx="22166">
                  <c:v>2.0264487593679261</c:v>
                </c:pt>
                <c:pt idx="22167">
                  <c:v>2.027722742357311</c:v>
                </c:pt>
                <c:pt idx="22168">
                  <c:v>2.0284820663282126</c:v>
                </c:pt>
                <c:pt idx="22169">
                  <c:v>2.0294031999296718</c:v>
                </c:pt>
                <c:pt idx="22170">
                  <c:v>2.0305693830904814</c:v>
                </c:pt>
                <c:pt idx="22171">
                  <c:v>2.030938056306455</c:v>
                </c:pt>
                <c:pt idx="22172">
                  <c:v>2.0304490560647017</c:v>
                </c:pt>
                <c:pt idx="22173">
                  <c:v>2.029590833168502</c:v>
                </c:pt>
                <c:pt idx="22174">
                  <c:v>2.0284982747631921</c:v>
                </c:pt>
                <c:pt idx="22175">
                  <c:v>2.0288666732599285</c:v>
                </c:pt>
                <c:pt idx="22176">
                  <c:v>2.0291858970132526</c:v>
                </c:pt>
                <c:pt idx="22177">
                  <c:v>2.0289867255664711</c:v>
                </c:pt>
                <c:pt idx="22178">
                  <c:v>2.0265447462693129</c:v>
                </c:pt>
                <c:pt idx="22179">
                  <c:v>2.0255345761631611</c:v>
                </c:pt>
                <c:pt idx="22180">
                  <c:v>2.0259402540603504</c:v>
                </c:pt>
                <c:pt idx="22181">
                  <c:v>2.0262893397947299</c:v>
                </c:pt>
                <c:pt idx="22182">
                  <c:v>2.0268299048372564</c:v>
                </c:pt>
                <c:pt idx="22183">
                  <c:v>2.0267560603063668</c:v>
                </c:pt>
                <c:pt idx="22184">
                  <c:v>2.0257360003076856</c:v>
                </c:pt>
                <c:pt idx="22185">
                  <c:v>2.0250963715083183</c:v>
                </c:pt>
                <c:pt idx="22186">
                  <c:v>2.0259512703017517</c:v>
                </c:pt>
                <c:pt idx="22187">
                  <c:v>2.0261780785037691</c:v>
                </c:pt>
                <c:pt idx="22188">
                  <c:v>2.0261442056218546</c:v>
                </c:pt>
                <c:pt idx="22189">
                  <c:v>2.0258183886068437</c:v>
                </c:pt>
                <c:pt idx="22190">
                  <c:v>2.0264122491813366</c:v>
                </c:pt>
                <c:pt idx="22191">
                  <c:v>2.0268719368805082</c:v>
                </c:pt>
                <c:pt idx="22192">
                  <c:v>2.0273154161447002</c:v>
                </c:pt>
                <c:pt idx="22193">
                  <c:v>2.0277579064196392</c:v>
                </c:pt>
                <c:pt idx="22194">
                  <c:v>2.0285716247994547</c:v>
                </c:pt>
                <c:pt idx="22195">
                  <c:v>2.028132898178062</c:v>
                </c:pt>
                <c:pt idx="22196">
                  <c:v>2.0280158677831257</c:v>
                </c:pt>
                <c:pt idx="22197">
                  <c:v>2.0280540537570602</c:v>
                </c:pt>
                <c:pt idx="22198">
                  <c:v>2.0279054306498758</c:v>
                </c:pt>
                <c:pt idx="22199">
                  <c:v>2.02707646535241</c:v>
                </c:pt>
                <c:pt idx="22200">
                  <c:v>2.0259311333816838</c:v>
                </c:pt>
                <c:pt idx="22201">
                  <c:v>2.026115085382739</c:v>
                </c:pt>
                <c:pt idx="22202">
                  <c:v>2.0281480077360938</c:v>
                </c:pt>
                <c:pt idx="22203">
                  <c:v>2.0299345069339134</c:v>
                </c:pt>
                <c:pt idx="22204">
                  <c:v>2.0314888683765191</c:v>
                </c:pt>
                <c:pt idx="22205">
                  <c:v>2.0322462693127625</c:v>
                </c:pt>
                <c:pt idx="22206">
                  <c:v>2.0320668776510407</c:v>
                </c:pt>
                <c:pt idx="22207">
                  <c:v>2.0310908002021932</c:v>
                </c:pt>
                <c:pt idx="22208">
                  <c:v>2.0298515417243577</c:v>
                </c:pt>
                <c:pt idx="22209">
                  <c:v>2.0304325729104855</c:v>
                </c:pt>
                <c:pt idx="22210">
                  <c:v>2.0304479571877541</c:v>
                </c:pt>
                <c:pt idx="22211">
                  <c:v>2.0294375398342894</c:v>
                </c:pt>
                <c:pt idx="22212">
                  <c:v>2.0284062438188171</c:v>
                </c:pt>
                <c:pt idx="22213">
                  <c:v>2.0293930353179053</c:v>
                </c:pt>
                <c:pt idx="22214">
                  <c:v>2.0297485220105052</c:v>
                </c:pt>
                <c:pt idx="22215">
                  <c:v>2.0302691149645065</c:v>
                </c:pt>
                <c:pt idx="22216">
                  <c:v>2.0291087009076723</c:v>
                </c:pt>
                <c:pt idx="22217">
                  <c:v>2.0274960989868354</c:v>
                </c:pt>
                <c:pt idx="22218">
                  <c:v>2.0282350937342035</c:v>
                </c:pt>
                <c:pt idx="22219">
                  <c:v>2.0275232961912923</c:v>
                </c:pt>
                <c:pt idx="22220">
                  <c:v>2.0266128491681501</c:v>
                </c:pt>
                <c:pt idx="22221">
                  <c:v>2.0263937056328434</c:v>
                </c:pt>
                <c:pt idx="22222">
                  <c:v>2.0266623810465703</c:v>
                </c:pt>
                <c:pt idx="22223">
                  <c:v>2.0267505384497042</c:v>
                </c:pt>
                <c:pt idx="22224">
                  <c:v>2.0264782642139734</c:v>
                </c:pt>
                <c:pt idx="22225">
                  <c:v>2.0264863959033868</c:v>
                </c:pt>
                <c:pt idx="22226">
                  <c:v>2.0283348168172126</c:v>
                </c:pt>
                <c:pt idx="22227">
                  <c:v>2.0303460363508496</c:v>
                </c:pt>
                <c:pt idx="22228">
                  <c:v>2.0301935671743476</c:v>
                </c:pt>
                <c:pt idx="22229">
                  <c:v>2.0290007362475548</c:v>
                </c:pt>
                <c:pt idx="22230">
                  <c:v>2.0270373178611458</c:v>
                </c:pt>
                <c:pt idx="22231">
                  <c:v>2.025665837014571</c:v>
                </c:pt>
                <c:pt idx="22232">
                  <c:v>2.0260959649238477</c:v>
                </c:pt>
                <c:pt idx="22233">
                  <c:v>2.0273390694710005</c:v>
                </c:pt>
                <c:pt idx="22234">
                  <c:v>2.030383947605547</c:v>
                </c:pt>
                <c:pt idx="22235">
                  <c:v>2.030886958528384</c:v>
                </c:pt>
                <c:pt idx="22236">
                  <c:v>2.0308416298542888</c:v>
                </c:pt>
                <c:pt idx="22237">
                  <c:v>2.0312314564515064</c:v>
                </c:pt>
                <c:pt idx="22238">
                  <c:v>2.0322391266126019</c:v>
                </c:pt>
                <c:pt idx="22239">
                  <c:v>2.0313223885189338</c:v>
                </c:pt>
                <c:pt idx="22240">
                  <c:v>2.0287279400452736</c:v>
                </c:pt>
                <c:pt idx="22241">
                  <c:v>2.0294306718533659</c:v>
                </c:pt>
                <c:pt idx="22242">
                  <c:v>2.0318155095492405</c:v>
                </c:pt>
                <c:pt idx="22243">
                  <c:v>2.0317119403969142</c:v>
                </c:pt>
                <c:pt idx="22244">
                  <c:v>2.030561965671084</c:v>
                </c:pt>
                <c:pt idx="22245">
                  <c:v>2.0291106239423309</c:v>
                </c:pt>
                <c:pt idx="22246">
                  <c:v>2.0286276675237906</c:v>
                </c:pt>
                <c:pt idx="22247">
                  <c:v>2.0290150216478757</c:v>
                </c:pt>
                <c:pt idx="22248">
                  <c:v>2.0298685743170481</c:v>
                </c:pt>
                <c:pt idx="22249">
                  <c:v>2.0316962814004089</c:v>
                </c:pt>
                <c:pt idx="22250">
                  <c:v>2.0327734555284498</c:v>
                </c:pt>
                <c:pt idx="22251">
                  <c:v>2.0326349970330324</c:v>
                </c:pt>
                <c:pt idx="22252">
                  <c:v>2.0315460099778027</c:v>
                </c:pt>
                <c:pt idx="22253">
                  <c:v>2.031457275664271</c:v>
                </c:pt>
                <c:pt idx="22254">
                  <c:v>2.0318264983187184</c:v>
                </c:pt>
                <c:pt idx="22255">
                  <c:v>2.031607821806114</c:v>
                </c:pt>
                <c:pt idx="22256">
                  <c:v>2.0314100239555173</c:v>
                </c:pt>
                <c:pt idx="22257">
                  <c:v>2.0308572888507945</c:v>
                </c:pt>
                <c:pt idx="22258">
                  <c:v>2.0319020461088768</c:v>
                </c:pt>
                <c:pt idx="22259">
                  <c:v>2.0330270213841453</c:v>
                </c:pt>
                <c:pt idx="22260">
                  <c:v>2.0320045163842555</c:v>
                </c:pt>
                <c:pt idx="22261">
                  <c:v>2.0330484494846268</c:v>
                </c:pt>
                <c:pt idx="22262">
                  <c:v>2.0344467704006504</c:v>
                </c:pt>
                <c:pt idx="22263">
                  <c:v>2.0354637810158018</c:v>
                </c:pt>
                <c:pt idx="22264">
                  <c:v>2.0353728489483749</c:v>
                </c:pt>
                <c:pt idx="22265">
                  <c:v>2.0351791718863321</c:v>
                </c:pt>
                <c:pt idx="22266">
                  <c:v>2.0355324608250367</c:v>
                </c:pt>
                <c:pt idx="22267">
                  <c:v>2.0356896002285665</c:v>
                </c:pt>
                <c:pt idx="22268">
                  <c:v>2.0354387815652402</c:v>
                </c:pt>
                <c:pt idx="22269">
                  <c:v>2.0359406936111295</c:v>
                </c:pt>
                <c:pt idx="22270">
                  <c:v>2.0368184215731522</c:v>
                </c:pt>
                <c:pt idx="22271">
                  <c:v>2.0373324212654667</c:v>
                </c:pt>
                <c:pt idx="22272">
                  <c:v>2.0369618250148349</c:v>
                </c:pt>
                <c:pt idx="22273">
                  <c:v>2.03708792114459</c:v>
                </c:pt>
                <c:pt idx="22274">
                  <c:v>2.0380975143403441</c:v>
                </c:pt>
                <c:pt idx="22275">
                  <c:v>2.0387461264587592</c:v>
                </c:pt>
                <c:pt idx="22276">
                  <c:v>2.0393145205599876</c:v>
                </c:pt>
                <c:pt idx="22277">
                  <c:v>2.0365516691940835</c:v>
                </c:pt>
                <c:pt idx="22278">
                  <c:v>2.0334204193314434</c:v>
                </c:pt>
                <c:pt idx="22279">
                  <c:v>2.0346077558734974</c:v>
                </c:pt>
                <c:pt idx="22280">
                  <c:v>2.0371783037735436</c:v>
                </c:pt>
                <c:pt idx="22281">
                  <c:v>2.037097261598646</c:v>
                </c:pt>
                <c:pt idx="22282">
                  <c:v>2.0354492208962442</c:v>
                </c:pt>
                <c:pt idx="22283">
                  <c:v>2.0357211929408146</c:v>
                </c:pt>
                <c:pt idx="22284">
                  <c:v>2.0368684204742751</c:v>
                </c:pt>
                <c:pt idx="22285">
                  <c:v>2.0362110173402783</c:v>
                </c:pt>
                <c:pt idx="22286">
                  <c:v>2.0357308081141072</c:v>
                </c:pt>
                <c:pt idx="22287">
                  <c:v>2.0357371266565569</c:v>
                </c:pt>
                <c:pt idx="22288">
                  <c:v>2.0357975648886839</c:v>
                </c:pt>
                <c:pt idx="22289">
                  <c:v>2.0356055361420626</c:v>
                </c:pt>
                <c:pt idx="22290">
                  <c:v>2.0371854464737038</c:v>
                </c:pt>
                <c:pt idx="22291">
                  <c:v>2.038367013911782</c:v>
                </c:pt>
                <c:pt idx="22292">
                  <c:v>2.039156831717984</c:v>
                </c:pt>
                <c:pt idx="22293">
                  <c:v>2.0396216566668866</c:v>
                </c:pt>
                <c:pt idx="22294">
                  <c:v>2.0403378497175888</c:v>
                </c:pt>
                <c:pt idx="22295">
                  <c:v>2.0403999362651368</c:v>
                </c:pt>
                <c:pt idx="22296">
                  <c:v>2.0396362167864441</c:v>
                </c:pt>
                <c:pt idx="22297">
                  <c:v>2.0393549042878178</c:v>
                </c:pt>
                <c:pt idx="22298">
                  <c:v>2.0382730599327488</c:v>
                </c:pt>
                <c:pt idx="22299">
                  <c:v>2.0381749851651612</c:v>
                </c:pt>
                <c:pt idx="22300">
                  <c:v>2.0396114920551196</c:v>
                </c:pt>
                <c:pt idx="22301">
                  <c:v>2.0396661611832707</c:v>
                </c:pt>
                <c:pt idx="22302">
                  <c:v>2.039277708182238</c:v>
                </c:pt>
                <c:pt idx="22303">
                  <c:v>2.0403048834091559</c:v>
                </c:pt>
                <c:pt idx="22304">
                  <c:v>2.0409776708204217</c:v>
                </c:pt>
                <c:pt idx="22305">
                  <c:v>2.0411710731632273</c:v>
                </c:pt>
                <c:pt idx="22306">
                  <c:v>2.0416765565591963</c:v>
                </c:pt>
                <c:pt idx="22307">
                  <c:v>2.0422790158458057</c:v>
                </c:pt>
                <c:pt idx="22308">
                  <c:v>2.0411861827212587</c:v>
                </c:pt>
                <c:pt idx="22309">
                  <c:v>2.0411773917056766</c:v>
                </c:pt>
                <c:pt idx="22310">
                  <c:v>2.0418023779697148</c:v>
                </c:pt>
                <c:pt idx="22311">
                  <c:v>2.0431553702116436</c:v>
                </c:pt>
                <c:pt idx="22312">
                  <c:v>2.0448303333992661</c:v>
                </c:pt>
                <c:pt idx="22313">
                  <c:v>2.0467470495153952</c:v>
                </c:pt>
                <c:pt idx="22314">
                  <c:v>2.0468149051669196</c:v>
                </c:pt>
                <c:pt idx="22315">
                  <c:v>2.0451245577020285</c:v>
                </c:pt>
                <c:pt idx="22316">
                  <c:v>2.0440561745895693</c:v>
                </c:pt>
                <c:pt idx="22317">
                  <c:v>2.0433125096151734</c:v>
                </c:pt>
                <c:pt idx="22318">
                  <c:v>2.044638579371882</c:v>
                </c:pt>
                <c:pt idx="22319">
                  <c:v>2.0452055998769256</c:v>
                </c:pt>
                <c:pt idx="22320">
                  <c:v>2.0446822597305552</c:v>
                </c:pt>
                <c:pt idx="22321">
                  <c:v>2.0434498692336431</c:v>
                </c:pt>
                <c:pt idx="22322">
                  <c:v>2.0432391595789103</c:v>
                </c:pt>
                <c:pt idx="22323">
                  <c:v>2.0440069998461574</c:v>
                </c:pt>
                <c:pt idx="22324">
                  <c:v>2.0448053339487045</c:v>
                </c:pt>
                <c:pt idx="22325">
                  <c:v>2.0448674204962529</c:v>
                </c:pt>
                <c:pt idx="22326">
                  <c:v>2.0450253840574932</c:v>
                </c:pt>
                <c:pt idx="22327">
                  <c:v>2.0457385551965892</c:v>
                </c:pt>
                <c:pt idx="22328">
                  <c:v>2.0457896529746598</c:v>
                </c:pt>
                <c:pt idx="22329">
                  <c:v>2.0462723346739633</c:v>
                </c:pt>
                <c:pt idx="22330">
                  <c:v>2.0480621305026263</c:v>
                </c:pt>
                <c:pt idx="22331">
                  <c:v>2.0486401397771479</c:v>
                </c:pt>
                <c:pt idx="22332">
                  <c:v>2.0501310410760203</c:v>
                </c:pt>
                <c:pt idx="22333">
                  <c:v>2.0509318476516998</c:v>
                </c:pt>
                <c:pt idx="22334">
                  <c:v>2.0508013560141536</c:v>
                </c:pt>
                <c:pt idx="22335">
                  <c:v>2.0490384826707104</c:v>
                </c:pt>
                <c:pt idx="22336">
                  <c:v>2.0474074745609987</c:v>
                </c:pt>
                <c:pt idx="22337">
                  <c:v>2.0469673743434211</c:v>
                </c:pt>
                <c:pt idx="22338">
                  <c:v>2.0477365882068526</c:v>
                </c:pt>
                <c:pt idx="22339">
                  <c:v>2.0484904177930154</c:v>
                </c:pt>
                <c:pt idx="22340">
                  <c:v>2.0476618645744051</c:v>
                </c:pt>
                <c:pt idx="22341">
                  <c:v>2.0462816751280193</c:v>
                </c:pt>
                <c:pt idx="22342">
                  <c:v>2.0464588690358454</c:v>
                </c:pt>
                <c:pt idx="22343">
                  <c:v>2.0485052526318102</c:v>
                </c:pt>
                <c:pt idx="22344">
                  <c:v>2.0504417485329993</c:v>
                </c:pt>
                <c:pt idx="22345">
                  <c:v>2.0504216940287026</c:v>
                </c:pt>
                <c:pt idx="22346">
                  <c:v>2.0481159754730665</c:v>
                </c:pt>
                <c:pt idx="22347">
                  <c:v>2.0468162787631039</c:v>
                </c:pt>
                <c:pt idx="22348">
                  <c:v>2.0478387837629941</c:v>
                </c:pt>
                <c:pt idx="22349">
                  <c:v>2.0489596382497086</c:v>
                </c:pt>
                <c:pt idx="22350">
                  <c:v>2.0489915056811938</c:v>
                </c:pt>
                <c:pt idx="22351">
                  <c:v>2.049160458011912</c:v>
                </c:pt>
                <c:pt idx="22352">
                  <c:v>2.0491612821696226</c:v>
                </c:pt>
                <c:pt idx="22353">
                  <c:v>2.049735720094064</c:v>
                </c:pt>
                <c:pt idx="22354">
                  <c:v>2.0504326827981805</c:v>
                </c:pt>
                <c:pt idx="22355">
                  <c:v>2.049562097536318</c:v>
                </c:pt>
                <c:pt idx="22356">
                  <c:v>2.0496101734027823</c:v>
                </c:pt>
                <c:pt idx="22357">
                  <c:v>2.0504016395244062</c:v>
                </c:pt>
                <c:pt idx="22358">
                  <c:v>2.0509112437089296</c:v>
                </c:pt>
                <c:pt idx="22359">
                  <c:v>2.0519939122217092</c:v>
                </c:pt>
                <c:pt idx="22360">
                  <c:v>2.0515087580492737</c:v>
                </c:pt>
                <c:pt idx="22361">
                  <c:v>2.0512942023252236</c:v>
                </c:pt>
                <c:pt idx="22362">
                  <c:v>2.0511348651677985</c:v>
                </c:pt>
                <c:pt idx="22363">
                  <c:v>2.0515667238082678</c:v>
                </c:pt>
                <c:pt idx="22364">
                  <c:v>2.0523233005868002</c:v>
                </c:pt>
                <c:pt idx="22365">
                  <c:v>2.0531383925628006</c:v>
                </c:pt>
                <c:pt idx="22366">
                  <c:v>2.0540271092943012</c:v>
                </c:pt>
                <c:pt idx="22367">
                  <c:v>2.053160370101756</c:v>
                </c:pt>
                <c:pt idx="22368">
                  <c:v>2.0534815168897387</c:v>
                </c:pt>
                <c:pt idx="22369">
                  <c:v>2.0553276301619743</c:v>
                </c:pt>
                <c:pt idx="22370">
                  <c:v>2.0567454561438212</c:v>
                </c:pt>
                <c:pt idx="22371">
                  <c:v>2.0580981736665129</c:v>
                </c:pt>
                <c:pt idx="22372">
                  <c:v>2.0584099800004396</c:v>
                </c:pt>
                <c:pt idx="22373">
                  <c:v>2.0585325047801146</c:v>
                </c:pt>
                <c:pt idx="22374">
                  <c:v>2.0596530845475924</c:v>
                </c:pt>
                <c:pt idx="22375">
                  <c:v>2.059970659985495</c:v>
                </c:pt>
                <c:pt idx="22376">
                  <c:v>2.0591871607217422</c:v>
                </c:pt>
                <c:pt idx="22377">
                  <c:v>2.0587242588074988</c:v>
                </c:pt>
                <c:pt idx="22378">
                  <c:v>2.0587393683655306</c:v>
                </c:pt>
                <c:pt idx="22379">
                  <c:v>2.0594797367090831</c:v>
                </c:pt>
                <c:pt idx="22380">
                  <c:v>2.060147579174084</c:v>
                </c:pt>
                <c:pt idx="22381">
                  <c:v>2.0602192808949256</c:v>
                </c:pt>
                <c:pt idx="22382">
                  <c:v>2.0611970066591945</c:v>
                </c:pt>
                <c:pt idx="22383">
                  <c:v>2.0627368079822421</c:v>
                </c:pt>
                <c:pt idx="22384">
                  <c:v>2.0622554998791234</c:v>
                </c:pt>
                <c:pt idx="22385">
                  <c:v>2.0628381793806732</c:v>
                </c:pt>
                <c:pt idx="22386">
                  <c:v>2.0631005362519503</c:v>
                </c:pt>
                <c:pt idx="22387">
                  <c:v>2.0622928616953473</c:v>
                </c:pt>
                <c:pt idx="22388">
                  <c:v>2.0620758334981648</c:v>
                </c:pt>
                <c:pt idx="22389">
                  <c:v>2.0622008307509727</c:v>
                </c:pt>
                <c:pt idx="22390">
                  <c:v>2.0634043757280058</c:v>
                </c:pt>
                <c:pt idx="22391">
                  <c:v>2.0650318124876375</c:v>
                </c:pt>
                <c:pt idx="22392">
                  <c:v>2.0659551438429924</c:v>
                </c:pt>
                <c:pt idx="22393">
                  <c:v>2.0659172325882946</c:v>
                </c:pt>
                <c:pt idx="22394">
                  <c:v>2.0648046196786884</c:v>
                </c:pt>
                <c:pt idx="22395">
                  <c:v>2.0629466934792644</c:v>
                </c:pt>
                <c:pt idx="22396">
                  <c:v>2.0642722137974991</c:v>
                </c:pt>
                <c:pt idx="22397">
                  <c:v>2.0653540581525682</c:v>
                </c:pt>
                <c:pt idx="22398">
                  <c:v>2.0640035383837718</c:v>
                </c:pt>
                <c:pt idx="22399">
                  <c:v>2.0643914419463307</c:v>
                </c:pt>
                <c:pt idx="22400">
                  <c:v>2.0628950462627196</c:v>
                </c:pt>
                <c:pt idx="22401">
                  <c:v>2.0622565987560715</c:v>
                </c:pt>
                <c:pt idx="22402">
                  <c:v>2.0652279620228127</c:v>
                </c:pt>
                <c:pt idx="22403">
                  <c:v>2.0671369860003077</c:v>
                </c:pt>
                <c:pt idx="22404">
                  <c:v>2.0663098063778818</c:v>
                </c:pt>
                <c:pt idx="22405">
                  <c:v>2.0671856113052463</c:v>
                </c:pt>
                <c:pt idx="22406">
                  <c:v>2.068564701874684</c:v>
                </c:pt>
                <c:pt idx="22407">
                  <c:v>2.0697394013318391</c:v>
                </c:pt>
                <c:pt idx="22408">
                  <c:v>2.0703720797345113</c:v>
                </c:pt>
                <c:pt idx="22409">
                  <c:v>2.069994615502956</c:v>
                </c:pt>
                <c:pt idx="22410">
                  <c:v>2.069797092371596</c:v>
                </c:pt>
                <c:pt idx="22411">
                  <c:v>2.0711948638491462</c:v>
                </c:pt>
                <c:pt idx="22412">
                  <c:v>2.0715882617964438</c:v>
                </c:pt>
                <c:pt idx="22413">
                  <c:v>2.0719044636381616</c:v>
                </c:pt>
                <c:pt idx="22414">
                  <c:v>2.072785213511791</c:v>
                </c:pt>
                <c:pt idx="22415">
                  <c:v>2.0733500362629393</c:v>
                </c:pt>
                <c:pt idx="22416">
                  <c:v>2.0745560537131054</c:v>
                </c:pt>
                <c:pt idx="22417">
                  <c:v>2.0762664556822927</c:v>
                </c:pt>
                <c:pt idx="22418">
                  <c:v>2.0760142634227821</c:v>
                </c:pt>
                <c:pt idx="22419">
                  <c:v>2.0758892661699742</c:v>
                </c:pt>
                <c:pt idx="22420">
                  <c:v>2.0761450297795654</c:v>
                </c:pt>
                <c:pt idx="22421">
                  <c:v>2.0753596074811544</c:v>
                </c:pt>
                <c:pt idx="22422">
                  <c:v>2.0750609876706005</c:v>
                </c:pt>
                <c:pt idx="22423">
                  <c:v>2.0750785697017649</c:v>
                </c:pt>
                <c:pt idx="22424">
                  <c:v>2.0763148062679941</c:v>
                </c:pt>
                <c:pt idx="22425">
                  <c:v>2.0776015911738202</c:v>
                </c:pt>
                <c:pt idx="22426">
                  <c:v>2.078147733016857</c:v>
                </c:pt>
                <c:pt idx="22427">
                  <c:v>2.0798284653084549</c:v>
                </c:pt>
                <c:pt idx="22428">
                  <c:v>2.0814309026175248</c:v>
                </c:pt>
                <c:pt idx="22429">
                  <c:v>2.082865211753588</c:v>
                </c:pt>
                <c:pt idx="22430">
                  <c:v>2.0822506648205534</c:v>
                </c:pt>
                <c:pt idx="22431">
                  <c:v>2.081358102019736</c:v>
                </c:pt>
                <c:pt idx="22432">
                  <c:v>2.0821402276873036</c:v>
                </c:pt>
                <c:pt idx="22433">
                  <c:v>2.0824036834355288</c:v>
                </c:pt>
                <c:pt idx="22434">
                  <c:v>2.0841132612470057</c:v>
                </c:pt>
                <c:pt idx="22435">
                  <c:v>2.0870324278587282</c:v>
                </c:pt>
                <c:pt idx="22436">
                  <c:v>2.0886513483220148</c:v>
                </c:pt>
                <c:pt idx="22437">
                  <c:v>2.087660161315136</c:v>
                </c:pt>
                <c:pt idx="22438">
                  <c:v>2.0878167512801915</c:v>
                </c:pt>
                <c:pt idx="22439">
                  <c:v>2.0877513681018001</c:v>
                </c:pt>
                <c:pt idx="22440">
                  <c:v>2.085792070503945</c:v>
                </c:pt>
                <c:pt idx="22441">
                  <c:v>2.0844536383815742</c:v>
                </c:pt>
                <c:pt idx="22442">
                  <c:v>2.086129975165381</c:v>
                </c:pt>
                <c:pt idx="22443">
                  <c:v>2.0883428386189316</c:v>
                </c:pt>
                <c:pt idx="22444">
                  <c:v>2.0901993912221708</c:v>
                </c:pt>
                <c:pt idx="22445">
                  <c:v>2.0913696951715348</c:v>
                </c:pt>
                <c:pt idx="22446">
                  <c:v>2.0921784686050855</c:v>
                </c:pt>
                <c:pt idx="22447">
                  <c:v>2.0924650007692138</c:v>
                </c:pt>
                <c:pt idx="22448">
                  <c:v>2.093925682952023</c:v>
                </c:pt>
                <c:pt idx="22449">
                  <c:v>2.0951525790641963</c:v>
                </c:pt>
                <c:pt idx="22450">
                  <c:v>2.0953327948836291</c:v>
                </c:pt>
                <c:pt idx="22451">
                  <c:v>2.0940589217819388</c:v>
                </c:pt>
                <c:pt idx="22452">
                  <c:v>2.0925649985714601</c:v>
                </c:pt>
                <c:pt idx="22453">
                  <c:v>2.0934940990307904</c:v>
                </c:pt>
                <c:pt idx="22454">
                  <c:v>2.096575075273071</c:v>
                </c:pt>
                <c:pt idx="22455">
                  <c:v>2.0982126766444695</c:v>
                </c:pt>
                <c:pt idx="22456">
                  <c:v>2.0983352014241445</c:v>
                </c:pt>
                <c:pt idx="22457">
                  <c:v>2.098848376958748</c:v>
                </c:pt>
                <c:pt idx="22458">
                  <c:v>2.0985143183666293</c:v>
                </c:pt>
                <c:pt idx="22459">
                  <c:v>2.0986393156194367</c:v>
                </c:pt>
                <c:pt idx="22460">
                  <c:v>2.1001557658073451</c:v>
                </c:pt>
                <c:pt idx="22461">
                  <c:v>2.1013409045955034</c:v>
                </c:pt>
                <c:pt idx="22462">
                  <c:v>2.1019395178127955</c:v>
                </c:pt>
                <c:pt idx="22463">
                  <c:v>2.1032491044152875</c:v>
                </c:pt>
                <c:pt idx="22464">
                  <c:v>2.1045012746972596</c:v>
                </c:pt>
                <c:pt idx="22465">
                  <c:v>2.1050163732665217</c:v>
                </c:pt>
                <c:pt idx="22466">
                  <c:v>2.1046941276015914</c:v>
                </c:pt>
                <c:pt idx="22467">
                  <c:v>2.1039449682424562</c:v>
                </c:pt>
                <c:pt idx="22468">
                  <c:v>2.1033969033647613</c:v>
                </c:pt>
                <c:pt idx="22469">
                  <c:v>2.102474670886354</c:v>
                </c:pt>
                <c:pt idx="22470">
                  <c:v>2.1020617678732334</c:v>
                </c:pt>
                <c:pt idx="22471">
                  <c:v>2.1051787323355531</c:v>
                </c:pt>
                <c:pt idx="22472">
                  <c:v>2.108581954242764</c:v>
                </c:pt>
                <c:pt idx="22473">
                  <c:v>2.1088717830377353</c:v>
                </c:pt>
                <c:pt idx="22474">
                  <c:v>2.1080190545262742</c:v>
                </c:pt>
                <c:pt idx="22475">
                  <c:v>2.1091462275554385</c:v>
                </c:pt>
                <c:pt idx="22476">
                  <c:v>2.108676457660271</c:v>
                </c:pt>
                <c:pt idx="22477">
                  <c:v>2.1072473681897099</c:v>
                </c:pt>
                <c:pt idx="22478">
                  <c:v>2.1066410628337837</c:v>
                </c:pt>
                <c:pt idx="22479">
                  <c:v>2.1084847036328873</c:v>
                </c:pt>
                <c:pt idx="22480">
                  <c:v>2.1089253532889387</c:v>
                </c:pt>
                <c:pt idx="22481">
                  <c:v>2.1082270169886375</c:v>
                </c:pt>
                <c:pt idx="22482">
                  <c:v>2.1089324959890989</c:v>
                </c:pt>
                <c:pt idx="22483">
                  <c:v>2.1106019647919827</c:v>
                </c:pt>
                <c:pt idx="22484">
                  <c:v>2.11149095624272</c:v>
                </c:pt>
                <c:pt idx="22485">
                  <c:v>2.1123140150765916</c:v>
                </c:pt>
                <c:pt idx="22486">
                  <c:v>2.1132873453330694</c:v>
                </c:pt>
                <c:pt idx="22487">
                  <c:v>2.1136565679875168</c:v>
                </c:pt>
                <c:pt idx="22488">
                  <c:v>2.114317267752357</c:v>
                </c:pt>
                <c:pt idx="22489">
                  <c:v>2.1149782422364343</c:v>
                </c:pt>
                <c:pt idx="22490">
                  <c:v>2.1155752071383045</c:v>
                </c:pt>
                <c:pt idx="22491">
                  <c:v>2.1165559548141801</c:v>
                </c:pt>
                <c:pt idx="22492">
                  <c:v>2.1186809081119096</c:v>
                </c:pt>
                <c:pt idx="22493">
                  <c:v>2.1189594734181667</c:v>
                </c:pt>
                <c:pt idx="22494">
                  <c:v>2.1165724379683963</c:v>
                </c:pt>
                <c:pt idx="22495">
                  <c:v>2.1144285290433178</c:v>
                </c:pt>
                <c:pt idx="22496">
                  <c:v>2.1139299136282719</c:v>
                </c:pt>
                <c:pt idx="22497">
                  <c:v>2.1151774136832158</c:v>
                </c:pt>
                <c:pt idx="22498">
                  <c:v>2.1171001736225579</c:v>
                </c:pt>
                <c:pt idx="22499">
                  <c:v>2.1180545482516866</c:v>
                </c:pt>
                <c:pt idx="22500">
                  <c:v>2.1178625195050658</c:v>
                </c:pt>
                <c:pt idx="22501">
                  <c:v>2.118616074371992</c:v>
                </c:pt>
                <c:pt idx="22502">
                  <c:v>2.1187767851256019</c:v>
                </c:pt>
                <c:pt idx="22503">
                  <c:v>2.1187289839783743</c:v>
                </c:pt>
                <c:pt idx="22504">
                  <c:v>2.1211160194281447</c:v>
                </c:pt>
                <c:pt idx="22505">
                  <c:v>2.121976989516714</c:v>
                </c:pt>
                <c:pt idx="22506">
                  <c:v>2.1214107931693809</c:v>
                </c:pt>
                <c:pt idx="22507">
                  <c:v>2.1236351948308827</c:v>
                </c:pt>
                <c:pt idx="22508">
                  <c:v>2.125045053954858</c:v>
                </c:pt>
                <c:pt idx="22509">
                  <c:v>2.1252587855211975</c:v>
                </c:pt>
                <c:pt idx="22510">
                  <c:v>2.1234906925122523</c:v>
                </c:pt>
                <c:pt idx="22511">
                  <c:v>2.12170803938375</c:v>
                </c:pt>
                <c:pt idx="22512">
                  <c:v>2.1225049998901122</c:v>
                </c:pt>
                <c:pt idx="22513">
                  <c:v>2.1235222852245004</c:v>
                </c:pt>
                <c:pt idx="22514">
                  <c:v>2.1240739214522759</c:v>
                </c:pt>
                <c:pt idx="22515">
                  <c:v>2.1258804751543923</c:v>
                </c:pt>
                <c:pt idx="22516">
                  <c:v>2.1270038021142392</c:v>
                </c:pt>
                <c:pt idx="22517">
                  <c:v>2.1273705522955542</c:v>
                </c:pt>
                <c:pt idx="22518">
                  <c:v>2.1280378453220807</c:v>
                </c:pt>
                <c:pt idx="22519">
                  <c:v>2.1273002241708974</c:v>
                </c:pt>
                <c:pt idx="22520">
                  <c:v>2.1268345750642843</c:v>
                </c:pt>
                <c:pt idx="22521">
                  <c:v>2.1281941605678996</c:v>
                </c:pt>
                <c:pt idx="22522">
                  <c:v>2.1286771169864398</c:v>
                </c:pt>
                <c:pt idx="22523">
                  <c:v>2.1286243708929473</c:v>
                </c:pt>
                <c:pt idx="22524">
                  <c:v>2.1288543108942659</c:v>
                </c:pt>
                <c:pt idx="22525">
                  <c:v>2.1278606514142546</c:v>
                </c:pt>
                <c:pt idx="22526">
                  <c:v>2.1276779631216898</c:v>
                </c:pt>
                <c:pt idx="22527">
                  <c:v>2.1287573350036264</c:v>
                </c:pt>
                <c:pt idx="22528">
                  <c:v>2.1300254390013404</c:v>
                </c:pt>
                <c:pt idx="22529">
                  <c:v>2.1301853255972398</c:v>
                </c:pt>
                <c:pt idx="22530">
                  <c:v>2.1304806487769499</c:v>
                </c:pt>
                <c:pt idx="22531">
                  <c:v>2.1307603129601547</c:v>
                </c:pt>
                <c:pt idx="22532">
                  <c:v>2.1309325619217159</c:v>
                </c:pt>
                <c:pt idx="22533">
                  <c:v>2.1301633480582844</c:v>
                </c:pt>
                <c:pt idx="22534">
                  <c:v>2.1296526449968134</c:v>
                </c:pt>
                <c:pt idx="22535">
                  <c:v>2.1299161007450387</c:v>
                </c:pt>
                <c:pt idx="22536">
                  <c:v>2.1313237621151182</c:v>
                </c:pt>
                <c:pt idx="22537">
                  <c:v>2.1326888420034726</c:v>
                </c:pt>
                <c:pt idx="22538">
                  <c:v>2.1323880244390234</c:v>
                </c:pt>
                <c:pt idx="22539">
                  <c:v>2.1317613898595633</c:v>
                </c:pt>
                <c:pt idx="22540">
                  <c:v>2.1325756576778532</c:v>
                </c:pt>
                <c:pt idx="22541">
                  <c:v>2.1333116305136151</c:v>
                </c:pt>
                <c:pt idx="22542">
                  <c:v>2.1335492626535681</c:v>
                </c:pt>
                <c:pt idx="22543">
                  <c:v>2.133106415243621</c:v>
                </c:pt>
                <c:pt idx="22544">
                  <c:v>2.1328729038922223</c:v>
                </c:pt>
                <c:pt idx="22545">
                  <c:v>2.1329500999978022</c:v>
                </c:pt>
                <c:pt idx="22546">
                  <c:v>2.1329531219094084</c:v>
                </c:pt>
                <c:pt idx="22547">
                  <c:v>2.134704731764137</c:v>
                </c:pt>
                <c:pt idx="22548">
                  <c:v>2.1358233884969562</c:v>
                </c:pt>
                <c:pt idx="22549">
                  <c:v>2.1346269862200833</c:v>
                </c:pt>
                <c:pt idx="22550">
                  <c:v>2.1336912924990661</c:v>
                </c:pt>
                <c:pt idx="22551">
                  <c:v>2.1334316828201576</c:v>
                </c:pt>
                <c:pt idx="22552">
                  <c:v>2.1331913034878354</c:v>
                </c:pt>
                <c:pt idx="22553">
                  <c:v>2.1342563899694511</c:v>
                </c:pt>
                <c:pt idx="22554">
                  <c:v>2.1356931715786467</c:v>
                </c:pt>
                <c:pt idx="22555">
                  <c:v>2.1361700841739744</c:v>
                </c:pt>
                <c:pt idx="22556">
                  <c:v>2.1353060921737983</c:v>
                </c:pt>
                <c:pt idx="22557">
                  <c:v>2.135751686776115</c:v>
                </c:pt>
                <c:pt idx="22558">
                  <c:v>2.1372862684336607</c:v>
                </c:pt>
                <c:pt idx="22559">
                  <c:v>2.1390908991011188</c:v>
                </c:pt>
                <c:pt idx="22560">
                  <c:v>2.1389310125052199</c:v>
                </c:pt>
                <c:pt idx="22561">
                  <c:v>2.1375423067624886</c:v>
                </c:pt>
                <c:pt idx="22562">
                  <c:v>2.1379277378519155</c:v>
                </c:pt>
                <c:pt idx="22563">
                  <c:v>2.1380343289158481</c:v>
                </c:pt>
                <c:pt idx="22564">
                  <c:v>2.1367846311070084</c:v>
                </c:pt>
                <c:pt idx="22565">
                  <c:v>2.1348940133183887</c:v>
                </c:pt>
                <c:pt idx="22566">
                  <c:v>2.1349036284916814</c:v>
                </c:pt>
                <c:pt idx="22567">
                  <c:v>2.1349602206544911</c:v>
                </c:pt>
                <c:pt idx="22568">
                  <c:v>2.1365676029098264</c:v>
                </c:pt>
                <c:pt idx="22569">
                  <c:v>2.1392708402013141</c:v>
                </c:pt>
                <c:pt idx="22570">
                  <c:v>2.1404449902199953</c:v>
                </c:pt>
                <c:pt idx="22571">
                  <c:v>2.1411304147161601</c:v>
                </c:pt>
                <c:pt idx="22572">
                  <c:v>2.1414515615041427</c:v>
                </c:pt>
                <c:pt idx="22573">
                  <c:v>2.1419358915188678</c:v>
                </c:pt>
                <c:pt idx="22574">
                  <c:v>2.1430127909276719</c:v>
                </c:pt>
                <c:pt idx="22575">
                  <c:v>2.1418672117096329</c:v>
                </c:pt>
                <c:pt idx="22576">
                  <c:v>2.141870783059713</c:v>
                </c:pt>
                <c:pt idx="22577">
                  <c:v>2.1424998901123051</c:v>
                </c:pt>
                <c:pt idx="22578">
                  <c:v>2.1426847761587657</c:v>
                </c:pt>
                <c:pt idx="22579">
                  <c:v>2.1427570273180807</c:v>
                </c:pt>
                <c:pt idx="22580">
                  <c:v>2.140135381639964</c:v>
                </c:pt>
                <c:pt idx="22581">
                  <c:v>2.1389488692556209</c:v>
                </c:pt>
                <c:pt idx="22582">
                  <c:v>2.1394447374782972</c:v>
                </c:pt>
                <c:pt idx="22583">
                  <c:v>2.1405655919650117</c:v>
                </c:pt>
                <c:pt idx="22584">
                  <c:v>2.1415158458055865</c:v>
                </c:pt>
                <c:pt idx="22585">
                  <c:v>2.1410186039867254</c:v>
                </c:pt>
                <c:pt idx="22586">
                  <c:v>2.1409191556229534</c:v>
                </c:pt>
                <c:pt idx="22587">
                  <c:v>2.1407246544031997</c:v>
                </c:pt>
                <c:pt idx="22588">
                  <c:v>2.1414795828663107</c:v>
                </c:pt>
                <c:pt idx="22589">
                  <c:v>2.1427853233994858</c:v>
                </c:pt>
                <c:pt idx="22590">
                  <c:v>2.1431204808685522</c:v>
                </c:pt>
                <c:pt idx="22591">
                  <c:v>2.1441053493329818</c:v>
                </c:pt>
                <c:pt idx="22592">
                  <c:v>2.1450141205687787</c:v>
                </c:pt>
                <c:pt idx="22593">
                  <c:v>2.142751532933342</c:v>
                </c:pt>
                <c:pt idx="22594">
                  <c:v>2.1415864486494804</c:v>
                </c:pt>
                <c:pt idx="22595">
                  <c:v>2.1421095140766138</c:v>
                </c:pt>
                <c:pt idx="22596">
                  <c:v>2.1430322959934944</c:v>
                </c:pt>
                <c:pt idx="22597">
                  <c:v>2.1440591965011757</c:v>
                </c:pt>
                <c:pt idx="22598">
                  <c:v>2.1435515153513109</c:v>
                </c:pt>
                <c:pt idx="22599">
                  <c:v>2.1422075888442014</c:v>
                </c:pt>
                <c:pt idx="22600">
                  <c:v>2.1423257181160853</c:v>
                </c:pt>
                <c:pt idx="22601">
                  <c:v>2.1440424386277224</c:v>
                </c:pt>
                <c:pt idx="22602">
                  <c:v>2.1452734555284501</c:v>
                </c:pt>
                <c:pt idx="22603">
                  <c:v>2.1436026131293819</c:v>
                </c:pt>
                <c:pt idx="22604">
                  <c:v>2.1418718819366607</c:v>
                </c:pt>
                <c:pt idx="22605">
                  <c:v>2.1417845212193138</c:v>
                </c:pt>
                <c:pt idx="22606">
                  <c:v>2.1425078569701763</c:v>
                </c:pt>
                <c:pt idx="22607">
                  <c:v>2.1438704643853983</c:v>
                </c:pt>
                <c:pt idx="22608">
                  <c:v>2.1445803388936509</c:v>
                </c:pt>
                <c:pt idx="22609">
                  <c:v>2.1438355750423068</c:v>
                </c:pt>
                <c:pt idx="22610">
                  <c:v>2.1431531724577484</c:v>
                </c:pt>
                <c:pt idx="22611">
                  <c:v>2.1425122524779674</c:v>
                </c:pt>
                <c:pt idx="22612">
                  <c:v>2.1417551262609615</c:v>
                </c:pt>
                <c:pt idx="22613">
                  <c:v>2.1419773741236456</c:v>
                </c:pt>
                <c:pt idx="22614">
                  <c:v>2.1426435682732246</c:v>
                </c:pt>
                <c:pt idx="22615">
                  <c:v>2.1432751477989496</c:v>
                </c:pt>
                <c:pt idx="22616">
                  <c:v>2.1435732181710292</c:v>
                </c:pt>
                <c:pt idx="22617">
                  <c:v>2.1444336388211247</c:v>
                </c:pt>
                <c:pt idx="22618">
                  <c:v>2.1454533966286453</c:v>
                </c:pt>
                <c:pt idx="22619">
                  <c:v>2.1459182215775479</c:v>
                </c:pt>
                <c:pt idx="22620">
                  <c:v>2.1464088701347221</c:v>
                </c:pt>
                <c:pt idx="22621">
                  <c:v>2.1474184633304763</c:v>
                </c:pt>
                <c:pt idx="22622">
                  <c:v>2.1477986747544011</c:v>
                </c:pt>
                <c:pt idx="22623">
                  <c:v>2.1473093997934112</c:v>
                </c:pt>
                <c:pt idx="22624">
                  <c:v>2.1457105338344213</c:v>
                </c:pt>
                <c:pt idx="22625">
                  <c:v>2.1445916023823655</c:v>
                </c:pt>
                <c:pt idx="22626">
                  <c:v>2.143989967253467</c:v>
                </c:pt>
                <c:pt idx="22627">
                  <c:v>2.1429410892068308</c:v>
                </c:pt>
                <c:pt idx="22628">
                  <c:v>2.1422633568493001</c:v>
                </c:pt>
                <c:pt idx="22629">
                  <c:v>2.1433495967121603</c:v>
                </c:pt>
                <c:pt idx="22630">
                  <c:v>2.1459550339552975</c:v>
                </c:pt>
                <c:pt idx="22631">
                  <c:v>2.1472297312146984</c:v>
                </c:pt>
                <c:pt idx="22632">
                  <c:v>2.1468775411529415</c:v>
                </c:pt>
                <c:pt idx="22633">
                  <c:v>2.1471503373552228</c:v>
                </c:pt>
                <c:pt idx="22634">
                  <c:v>2.1486379420232522</c:v>
                </c:pt>
                <c:pt idx="22635">
                  <c:v>2.1481489417814994</c:v>
                </c:pt>
                <c:pt idx="22636">
                  <c:v>2.1474096723148941</c:v>
                </c:pt>
                <c:pt idx="22637">
                  <c:v>2.1482135008021803</c:v>
                </c:pt>
                <c:pt idx="22638">
                  <c:v>2.1478181798202236</c:v>
                </c:pt>
                <c:pt idx="22639">
                  <c:v>2.1470934704731763</c:v>
                </c:pt>
                <c:pt idx="22640">
                  <c:v>2.1459281114700777</c:v>
                </c:pt>
                <c:pt idx="22641">
                  <c:v>2.1466610623942333</c:v>
                </c:pt>
                <c:pt idx="22642">
                  <c:v>2.146469033647612</c:v>
                </c:pt>
                <c:pt idx="22643">
                  <c:v>2.1461948638491464</c:v>
                </c:pt>
                <c:pt idx="22644">
                  <c:v>2.1478547174787366</c:v>
                </c:pt>
                <c:pt idx="22645">
                  <c:v>2.1492577086217883</c:v>
                </c:pt>
                <c:pt idx="22646">
                  <c:v>2.1477684556383378</c:v>
                </c:pt>
                <c:pt idx="22647">
                  <c:v>2.1459877255444937</c:v>
                </c:pt>
                <c:pt idx="22648">
                  <c:v>2.1467061163490913</c:v>
                </c:pt>
                <c:pt idx="22649">
                  <c:v>2.1482645985802509</c:v>
                </c:pt>
                <c:pt idx="22650">
                  <c:v>2.147543185864047</c:v>
                </c:pt>
                <c:pt idx="22651">
                  <c:v>2.1469786378321354</c:v>
                </c:pt>
                <c:pt idx="22652">
                  <c:v>2.1480448231906992</c:v>
                </c:pt>
                <c:pt idx="22653">
                  <c:v>2.1492708951451616</c:v>
                </c:pt>
                <c:pt idx="22654">
                  <c:v>2.1484255840530979</c:v>
                </c:pt>
                <c:pt idx="22655">
                  <c:v>2.1478360365706246</c:v>
                </c:pt>
                <c:pt idx="22656">
                  <c:v>2.1490549658249267</c:v>
                </c:pt>
                <c:pt idx="22657">
                  <c:v>2.1490538669479791</c:v>
                </c:pt>
                <c:pt idx="22658">
                  <c:v>2.1476500516472168</c:v>
                </c:pt>
                <c:pt idx="22659">
                  <c:v>2.1476190083734421</c:v>
                </c:pt>
                <c:pt idx="22660">
                  <c:v>2.1479580119118262</c:v>
                </c:pt>
                <c:pt idx="22661">
                  <c:v>2.1469544625392847</c:v>
                </c:pt>
                <c:pt idx="22662">
                  <c:v>2.1461698643985847</c:v>
                </c:pt>
                <c:pt idx="22663">
                  <c:v>2.1454443308938265</c:v>
                </c:pt>
                <c:pt idx="22664">
                  <c:v>2.1451893914419462</c:v>
                </c:pt>
                <c:pt idx="22665">
                  <c:v>2.1455827893892443</c:v>
                </c:pt>
                <c:pt idx="22666">
                  <c:v>2.1466360629436716</c:v>
                </c:pt>
                <c:pt idx="22667">
                  <c:v>2.1471135249774731</c:v>
                </c:pt>
                <c:pt idx="22668">
                  <c:v>2.1474695611085473</c:v>
                </c:pt>
                <c:pt idx="22669">
                  <c:v>2.1477632359728358</c:v>
                </c:pt>
                <c:pt idx="22670">
                  <c:v>2.147286872815982</c:v>
                </c:pt>
                <c:pt idx="22671">
                  <c:v>2.1465813938155205</c:v>
                </c:pt>
                <c:pt idx="22672">
                  <c:v>2.1475080218017188</c:v>
                </c:pt>
                <c:pt idx="22673">
                  <c:v>2.1483332783894857</c:v>
                </c:pt>
                <c:pt idx="22674">
                  <c:v>2.1470670974264303</c:v>
                </c:pt>
                <c:pt idx="22675">
                  <c:v>2.1469445726467549</c:v>
                </c:pt>
                <c:pt idx="22676">
                  <c:v>2.146373706072394</c:v>
                </c:pt>
                <c:pt idx="22677">
                  <c:v>2.1469077602690052</c:v>
                </c:pt>
                <c:pt idx="22678">
                  <c:v>2.1479788905738335</c:v>
                </c:pt>
                <c:pt idx="22679">
                  <c:v>2.1484761323926946</c:v>
                </c:pt>
                <c:pt idx="22680">
                  <c:v>2.1493887496978088</c:v>
                </c:pt>
                <c:pt idx="22681">
                  <c:v>2.1508313004109798</c:v>
                </c:pt>
                <c:pt idx="22682">
                  <c:v>2.1506645458341573</c:v>
                </c:pt>
                <c:pt idx="22683">
                  <c:v>2.1480797125337903</c:v>
                </c:pt>
                <c:pt idx="22684">
                  <c:v>2.1484549790114502</c:v>
                </c:pt>
                <c:pt idx="22685">
                  <c:v>2.1500634601437332</c:v>
                </c:pt>
                <c:pt idx="22686">
                  <c:v>2.1512697523131359</c:v>
                </c:pt>
                <c:pt idx="22687">
                  <c:v>2.1512988725522515</c:v>
                </c:pt>
                <c:pt idx="22688">
                  <c:v>2.1518123228060921</c:v>
                </c:pt>
                <c:pt idx="22689">
                  <c:v>2.1518093008944859</c:v>
                </c:pt>
                <c:pt idx="22690">
                  <c:v>2.1507291048548383</c:v>
                </c:pt>
                <c:pt idx="22691">
                  <c:v>2.1503986176127996</c:v>
                </c:pt>
                <c:pt idx="22692">
                  <c:v>2.1495508340476035</c:v>
                </c:pt>
                <c:pt idx="22693">
                  <c:v>2.1496450627458739</c:v>
                </c:pt>
                <c:pt idx="22694">
                  <c:v>2.1532719061119536</c:v>
                </c:pt>
                <c:pt idx="22695">
                  <c:v>2.1567973780796028</c:v>
                </c:pt>
                <c:pt idx="22696">
                  <c:v>2.1568457286653042</c:v>
                </c:pt>
                <c:pt idx="22697">
                  <c:v>2.1560251423045647</c:v>
                </c:pt>
                <c:pt idx="22698">
                  <c:v>2.1554523526955451</c:v>
                </c:pt>
                <c:pt idx="22699">
                  <c:v>2.1556941056240522</c:v>
                </c:pt>
                <c:pt idx="22700">
                  <c:v>2.1564303531790512</c:v>
                </c:pt>
                <c:pt idx="22701">
                  <c:v>2.1586319531438871</c:v>
                </c:pt>
                <c:pt idx="22702">
                  <c:v>2.1587421155578999</c:v>
                </c:pt>
                <c:pt idx="22703">
                  <c:v>2.1573308828377398</c:v>
                </c:pt>
                <c:pt idx="22704">
                  <c:v>2.1581924023647834</c:v>
                </c:pt>
                <c:pt idx="22705">
                  <c:v>2.1586852486758534</c:v>
                </c:pt>
                <c:pt idx="22706">
                  <c:v>2.1586344256170196</c:v>
                </c:pt>
                <c:pt idx="22707">
                  <c:v>2.1594692973780796</c:v>
                </c:pt>
                <c:pt idx="22708">
                  <c:v>2.1599813740357354</c:v>
                </c:pt>
                <c:pt idx="22709">
                  <c:v>2.16003933979473</c:v>
                </c:pt>
                <c:pt idx="22710">
                  <c:v>2.1597173688490363</c:v>
                </c:pt>
                <c:pt idx="22711">
                  <c:v>2.1591709522867628</c:v>
                </c:pt>
                <c:pt idx="22712">
                  <c:v>2.1591399090129886</c:v>
                </c:pt>
                <c:pt idx="22713">
                  <c:v>2.1583632777301598</c:v>
                </c:pt>
                <c:pt idx="22714">
                  <c:v>2.1579094415507352</c:v>
                </c:pt>
                <c:pt idx="22715">
                  <c:v>2.1585580536691502</c:v>
                </c:pt>
                <c:pt idx="22716">
                  <c:v>2.1596890727676317</c:v>
                </c:pt>
                <c:pt idx="22717">
                  <c:v>2.1585800312081052</c:v>
                </c:pt>
                <c:pt idx="22718">
                  <c:v>2.1582742686973915</c:v>
                </c:pt>
                <c:pt idx="22719">
                  <c:v>2.1604258697611041</c:v>
                </c:pt>
                <c:pt idx="22720">
                  <c:v>2.1634019032548735</c:v>
                </c:pt>
                <c:pt idx="22721">
                  <c:v>2.1644406166897432</c:v>
                </c:pt>
                <c:pt idx="22722">
                  <c:v>2.1639213973319267</c:v>
                </c:pt>
                <c:pt idx="22723">
                  <c:v>2.1631359750335157</c:v>
                </c:pt>
                <c:pt idx="22724">
                  <c:v>2.163313443660579</c:v>
                </c:pt>
                <c:pt idx="22725">
                  <c:v>2.1649667040284828</c:v>
                </c:pt>
                <c:pt idx="22726">
                  <c:v>2.1687690929869672</c:v>
                </c:pt>
                <c:pt idx="22727">
                  <c:v>2.1718767169952309</c:v>
                </c:pt>
                <c:pt idx="22728">
                  <c:v>2.1734074525834597</c:v>
                </c:pt>
                <c:pt idx="22729">
                  <c:v>2.1730261422825872</c:v>
                </c:pt>
                <c:pt idx="22730">
                  <c:v>2.1733393222126987</c:v>
                </c:pt>
                <c:pt idx="22731">
                  <c:v>2.1747414891980394</c:v>
                </c:pt>
                <c:pt idx="22732">
                  <c:v>2.1756282828948814</c:v>
                </c:pt>
                <c:pt idx="22733">
                  <c:v>2.1763565635920088</c:v>
                </c:pt>
                <c:pt idx="22734">
                  <c:v>2.1770081976220301</c:v>
                </c:pt>
                <c:pt idx="22735">
                  <c:v>2.1780210874486277</c:v>
                </c:pt>
                <c:pt idx="22736">
                  <c:v>2.1794622645656139</c:v>
                </c:pt>
                <c:pt idx="22737">
                  <c:v>2.1814666161183269</c:v>
                </c:pt>
                <c:pt idx="22738">
                  <c:v>2.1832424012659062</c:v>
                </c:pt>
                <c:pt idx="22739">
                  <c:v>2.1858772334673962</c:v>
                </c:pt>
                <c:pt idx="22740">
                  <c:v>2.1889922748950572</c:v>
                </c:pt>
                <c:pt idx="22741">
                  <c:v>2.1913548603327397</c:v>
                </c:pt>
                <c:pt idx="22742">
                  <c:v>2.1929147161600846</c:v>
                </c:pt>
                <c:pt idx="22743">
                  <c:v>2.1928924639018921</c:v>
                </c:pt>
                <c:pt idx="22744">
                  <c:v>2.1935498670358893</c:v>
                </c:pt>
                <c:pt idx="22745">
                  <c:v>2.1953283993758381</c:v>
                </c:pt>
                <c:pt idx="22746">
                  <c:v>2.196273708270148</c:v>
                </c:pt>
                <c:pt idx="22747">
                  <c:v>2.1968374321443487</c:v>
                </c:pt>
                <c:pt idx="22748">
                  <c:v>2.1991417771038</c:v>
                </c:pt>
                <c:pt idx="22749">
                  <c:v>2.2007101492274894</c:v>
                </c:pt>
                <c:pt idx="22750">
                  <c:v>2.2018807278960901</c:v>
                </c:pt>
                <c:pt idx="22751">
                  <c:v>2.2035254719676489</c:v>
                </c:pt>
                <c:pt idx="22752">
                  <c:v>2.2046086899189028</c:v>
                </c:pt>
                <c:pt idx="22753">
                  <c:v>2.2061339311223929</c:v>
                </c:pt>
                <c:pt idx="22754">
                  <c:v>2.2075948880244392</c:v>
                </c:pt>
                <c:pt idx="22755">
                  <c:v>2.2097992351816442</c:v>
                </c:pt>
                <c:pt idx="22756">
                  <c:v>2.2143208391024372</c:v>
                </c:pt>
                <c:pt idx="22757">
                  <c:v>2.215637293685853</c:v>
                </c:pt>
                <c:pt idx="22758">
                  <c:v>2.2166707874552207</c:v>
                </c:pt>
                <c:pt idx="22759">
                  <c:v>2.2203448825300542</c:v>
                </c:pt>
                <c:pt idx="22760">
                  <c:v>2.2237599173644536</c:v>
                </c:pt>
                <c:pt idx="22761">
                  <c:v>2.2254310344827588</c:v>
                </c:pt>
                <c:pt idx="22762">
                  <c:v>2.2259917364453528</c:v>
                </c:pt>
                <c:pt idx="22763">
                  <c:v>2.2283559701984572</c:v>
                </c:pt>
                <c:pt idx="22764">
                  <c:v>2.2317270499549462</c:v>
                </c:pt>
                <c:pt idx="22765">
                  <c:v>2.2354604843849586</c:v>
                </c:pt>
                <c:pt idx="22766">
                  <c:v>2.2388645304498804</c:v>
                </c:pt>
                <c:pt idx="22767">
                  <c:v>2.2423831344366056</c:v>
                </c:pt>
                <c:pt idx="22768">
                  <c:v>2.2463248060482188</c:v>
                </c:pt>
                <c:pt idx="22769">
                  <c:v>2.2491898529702645</c:v>
                </c:pt>
                <c:pt idx="22770">
                  <c:v>2.2506211401947209</c:v>
                </c:pt>
                <c:pt idx="22771">
                  <c:v>2.2521919847915433</c:v>
                </c:pt>
                <c:pt idx="22772">
                  <c:v>2.253727665326037</c:v>
                </c:pt>
                <c:pt idx="22773">
                  <c:v>2.2562254126282939</c:v>
                </c:pt>
                <c:pt idx="22774">
                  <c:v>2.2577531263049164</c:v>
                </c:pt>
                <c:pt idx="22775">
                  <c:v>2.2583608052570274</c:v>
                </c:pt>
                <c:pt idx="22776">
                  <c:v>2.2599104964726049</c:v>
                </c:pt>
                <c:pt idx="22777">
                  <c:v>2.2630483395969319</c:v>
                </c:pt>
                <c:pt idx="22778">
                  <c:v>2.2665435924485178</c:v>
                </c:pt>
                <c:pt idx="22779">
                  <c:v>2.2690723830245489</c:v>
                </c:pt>
                <c:pt idx="22780">
                  <c:v>2.2708261906331728</c:v>
                </c:pt>
                <c:pt idx="22781">
                  <c:v>2.2727357640491417</c:v>
                </c:pt>
                <c:pt idx="22782">
                  <c:v>2.2751258214105183</c:v>
                </c:pt>
                <c:pt idx="22783">
                  <c:v>2.2778922441265026</c:v>
                </c:pt>
                <c:pt idx="22784">
                  <c:v>2.2810048130810312</c:v>
                </c:pt>
                <c:pt idx="22785">
                  <c:v>2.2848398936287113</c:v>
                </c:pt>
                <c:pt idx="22786">
                  <c:v>2.2881914683193774</c:v>
                </c:pt>
                <c:pt idx="22787">
                  <c:v>2.2923287400276919</c:v>
                </c:pt>
                <c:pt idx="22788">
                  <c:v>2.2961473374211554</c:v>
                </c:pt>
                <c:pt idx="22789">
                  <c:v>2.2990978220258897</c:v>
                </c:pt>
                <c:pt idx="22790">
                  <c:v>2.3025949979121338</c:v>
                </c:pt>
                <c:pt idx="22791">
                  <c:v>2.3052542801257117</c:v>
                </c:pt>
                <c:pt idx="22792">
                  <c:v>2.3071113821674247</c:v>
                </c:pt>
                <c:pt idx="22793">
                  <c:v>2.308589371662161</c:v>
                </c:pt>
                <c:pt idx="22794">
                  <c:v>2.3110810751412059</c:v>
                </c:pt>
                <c:pt idx="22795">
                  <c:v>2.3143007845981405</c:v>
                </c:pt>
                <c:pt idx="22796">
                  <c:v>2.317652359288807</c:v>
                </c:pt>
                <c:pt idx="22797">
                  <c:v>2.3203006527329069</c:v>
                </c:pt>
                <c:pt idx="22798">
                  <c:v>2.3225890639766158</c:v>
                </c:pt>
                <c:pt idx="22799">
                  <c:v>2.3252043911122833</c:v>
                </c:pt>
                <c:pt idx="22800">
                  <c:v>2.3288032131161951</c:v>
                </c:pt>
                <c:pt idx="22801">
                  <c:v>2.3315751302169181</c:v>
                </c:pt>
                <c:pt idx="22802">
                  <c:v>2.3327756532823454</c:v>
                </c:pt>
                <c:pt idx="22803">
                  <c:v>2.3324679677369726</c:v>
                </c:pt>
                <c:pt idx="22804">
                  <c:v>2.3335173952220831</c:v>
                </c:pt>
                <c:pt idx="22805">
                  <c:v>2.3360915144722094</c:v>
                </c:pt>
                <c:pt idx="22806">
                  <c:v>2.3393139711215136</c:v>
                </c:pt>
                <c:pt idx="22807">
                  <c:v>2.3426627986198105</c:v>
                </c:pt>
                <c:pt idx="22808">
                  <c:v>2.3455638337618954</c:v>
                </c:pt>
                <c:pt idx="22809">
                  <c:v>2.3487670600646138</c:v>
                </c:pt>
                <c:pt idx="22810">
                  <c:v>2.3509263532669613</c:v>
                </c:pt>
                <c:pt idx="22811">
                  <c:v>2.3538603547174786</c:v>
                </c:pt>
                <c:pt idx="22812">
                  <c:v>2.3564042548515416</c:v>
                </c:pt>
                <c:pt idx="22813">
                  <c:v>2.3569509461330522</c:v>
                </c:pt>
                <c:pt idx="22814">
                  <c:v>2.3579426825784049</c:v>
                </c:pt>
                <c:pt idx="22815">
                  <c:v>2.3599316498538494</c:v>
                </c:pt>
                <c:pt idx="22816">
                  <c:v>2.3620634711325028</c:v>
                </c:pt>
                <c:pt idx="22817">
                  <c:v>2.3643903430693829</c:v>
                </c:pt>
                <c:pt idx="22818">
                  <c:v>2.3665441418869917</c:v>
                </c:pt>
                <c:pt idx="22819">
                  <c:v>2.3690935364057935</c:v>
                </c:pt>
                <c:pt idx="22820">
                  <c:v>2.3722885211314035</c:v>
                </c:pt>
                <c:pt idx="22821">
                  <c:v>2.3749560449220897</c:v>
                </c:pt>
                <c:pt idx="22822">
                  <c:v>2.3772526977429069</c:v>
                </c:pt>
                <c:pt idx="22823">
                  <c:v>2.380639985934375</c:v>
                </c:pt>
                <c:pt idx="22824">
                  <c:v>2.382678402672469</c:v>
                </c:pt>
                <c:pt idx="22825">
                  <c:v>2.3836838750796687</c:v>
                </c:pt>
                <c:pt idx="22826">
                  <c:v>2.3860272301707655</c:v>
                </c:pt>
                <c:pt idx="22827">
                  <c:v>2.3888898046196787</c:v>
                </c:pt>
                <c:pt idx="22828">
                  <c:v>2.3910655809762424</c:v>
                </c:pt>
                <c:pt idx="22829">
                  <c:v>2.3946891277114788</c:v>
                </c:pt>
                <c:pt idx="22830">
                  <c:v>2.397985758554757</c:v>
                </c:pt>
                <c:pt idx="22831">
                  <c:v>2.3985297026438981</c:v>
                </c:pt>
                <c:pt idx="22832">
                  <c:v>2.3992906749302212</c:v>
                </c:pt>
                <c:pt idx="22833">
                  <c:v>2.4004225181864136</c:v>
                </c:pt>
                <c:pt idx="22834">
                  <c:v>2.4016175468671017</c:v>
                </c:pt>
                <c:pt idx="22835">
                  <c:v>2.4033565196369309</c:v>
                </c:pt>
                <c:pt idx="22836">
                  <c:v>2.4043317729280673</c:v>
                </c:pt>
                <c:pt idx="22837">
                  <c:v>2.4067740269444626</c:v>
                </c:pt>
                <c:pt idx="22838">
                  <c:v>2.4080926792817738</c:v>
                </c:pt>
                <c:pt idx="22839">
                  <c:v>2.4088289268367729</c:v>
                </c:pt>
                <c:pt idx="22840">
                  <c:v>2.4101201072503899</c:v>
                </c:pt>
                <c:pt idx="22841">
                  <c:v>2.411279422430276</c:v>
                </c:pt>
                <c:pt idx="22842">
                  <c:v>2.4134661875563177</c:v>
                </c:pt>
                <c:pt idx="22843">
                  <c:v>2.4151474692863895</c:v>
                </c:pt>
                <c:pt idx="22844">
                  <c:v>2.4157683347618732</c:v>
                </c:pt>
                <c:pt idx="22845">
                  <c:v>2.4165787565108459</c:v>
                </c:pt>
                <c:pt idx="22846">
                  <c:v>2.418040262851366</c:v>
                </c:pt>
                <c:pt idx="22847">
                  <c:v>2.4192023252236217</c:v>
                </c:pt>
                <c:pt idx="22848">
                  <c:v>2.4189633194874838</c:v>
                </c:pt>
                <c:pt idx="22849">
                  <c:v>2.4186886002505439</c:v>
                </c:pt>
                <c:pt idx="22850">
                  <c:v>2.4166034812421704</c:v>
                </c:pt>
                <c:pt idx="22851">
                  <c:v>2.4161556888859588</c:v>
                </c:pt>
                <c:pt idx="22852">
                  <c:v>2.4175952176875235</c:v>
                </c:pt>
                <c:pt idx="22853">
                  <c:v>2.4205182303685633</c:v>
                </c:pt>
                <c:pt idx="22854">
                  <c:v>2.4227407089954065</c:v>
                </c:pt>
                <c:pt idx="22855">
                  <c:v>2.4223808267950155</c:v>
                </c:pt>
                <c:pt idx="22856">
                  <c:v>2.4219412760159118</c:v>
                </c:pt>
                <c:pt idx="22857">
                  <c:v>2.4238643106744906</c:v>
                </c:pt>
                <c:pt idx="22858">
                  <c:v>2.4251554910881081</c:v>
                </c:pt>
                <c:pt idx="22859">
                  <c:v>2.4239247489066176</c:v>
                </c:pt>
                <c:pt idx="22860">
                  <c:v>2.4234000351640623</c:v>
                </c:pt>
                <c:pt idx="22861">
                  <c:v>2.4232874002769171</c:v>
                </c:pt>
                <c:pt idx="22862">
                  <c:v>2.4243066086459639</c:v>
                </c:pt>
                <c:pt idx="22863">
                  <c:v>2.4251390079338915</c:v>
                </c:pt>
                <c:pt idx="22864">
                  <c:v>2.4255758115206261</c:v>
                </c:pt>
                <c:pt idx="22865">
                  <c:v>2.4239027713676622</c:v>
                </c:pt>
                <c:pt idx="22866">
                  <c:v>2.4205814157930594</c:v>
                </c:pt>
                <c:pt idx="22867">
                  <c:v>2.4191693589151888</c:v>
                </c:pt>
                <c:pt idx="22868">
                  <c:v>2.4209495395705591</c:v>
                </c:pt>
                <c:pt idx="22869">
                  <c:v>2.4234275070877564</c:v>
                </c:pt>
                <c:pt idx="22870">
                  <c:v>2.4233670688556295</c:v>
                </c:pt>
                <c:pt idx="22871">
                  <c:v>2.4218478714753524</c:v>
                </c:pt>
                <c:pt idx="22872">
                  <c:v>2.4207819608360257</c:v>
                </c:pt>
                <c:pt idx="22873">
                  <c:v>2.419413859036065</c:v>
                </c:pt>
                <c:pt idx="22874">
                  <c:v>2.4180814707369072</c:v>
                </c:pt>
                <c:pt idx="22875">
                  <c:v>2.4179138920023737</c:v>
                </c:pt>
                <c:pt idx="22876">
                  <c:v>2.4189715610645921</c:v>
                </c:pt>
                <c:pt idx="22877">
                  <c:v>2.4191611173380805</c:v>
                </c:pt>
                <c:pt idx="22878">
                  <c:v>2.4184908023999472</c:v>
                </c:pt>
                <c:pt idx="22879">
                  <c:v>2.4169111667875431</c:v>
                </c:pt>
                <c:pt idx="22880">
                  <c:v>2.41573811564581</c:v>
                </c:pt>
                <c:pt idx="22881">
                  <c:v>2.4165815037032154</c:v>
                </c:pt>
                <c:pt idx="22882">
                  <c:v>2.4177930155381202</c:v>
                </c:pt>
                <c:pt idx="22883">
                  <c:v>2.4172380826795017</c:v>
                </c:pt>
                <c:pt idx="22884">
                  <c:v>2.4164413968923761</c:v>
                </c:pt>
                <c:pt idx="22885">
                  <c:v>2.4165210654710885</c:v>
                </c:pt>
                <c:pt idx="22886">
                  <c:v>2.4163974418144658</c:v>
                </c:pt>
                <c:pt idx="22887">
                  <c:v>2.4130925693940792</c:v>
                </c:pt>
                <c:pt idx="22888">
                  <c:v>2.4102464780993826</c:v>
                </c:pt>
                <c:pt idx="22889">
                  <c:v>2.4086338761785457</c:v>
                </c:pt>
                <c:pt idx="22890">
                  <c:v>2.407493791345245</c:v>
                </c:pt>
                <c:pt idx="22891">
                  <c:v>2.4071174259906374</c:v>
                </c:pt>
                <c:pt idx="22892">
                  <c:v>2.4080075163183228</c:v>
                </c:pt>
                <c:pt idx="22893">
                  <c:v>2.4076751060416255</c:v>
                </c:pt>
                <c:pt idx="22894">
                  <c:v>2.407169622645656</c:v>
                </c:pt>
                <c:pt idx="22895">
                  <c:v>2.4058042680380654</c:v>
                </c:pt>
                <c:pt idx="22896">
                  <c:v>2.4055240544163867</c:v>
                </c:pt>
                <c:pt idx="22897">
                  <c:v>2.4048922001714246</c:v>
                </c:pt>
                <c:pt idx="22898">
                  <c:v>2.4038537614557924</c:v>
                </c:pt>
                <c:pt idx="22899">
                  <c:v>2.4031312498626405</c:v>
                </c:pt>
                <c:pt idx="22900">
                  <c:v>2.4014884288257403</c:v>
                </c:pt>
                <c:pt idx="22901">
                  <c:v>2.4009032768510581</c:v>
                </c:pt>
                <c:pt idx="22902">
                  <c:v>2.4011093162787631</c:v>
                </c:pt>
                <c:pt idx="22903">
                  <c:v>2.4009609678908155</c:v>
                </c:pt>
                <c:pt idx="22904">
                  <c:v>2.4006835014615064</c:v>
                </c:pt>
                <c:pt idx="22905">
                  <c:v>2.3991285905804269</c:v>
                </c:pt>
                <c:pt idx="22906">
                  <c:v>2.3975352190061758</c:v>
                </c:pt>
                <c:pt idx="22907">
                  <c:v>2.3984115733720137</c:v>
                </c:pt>
                <c:pt idx="22908">
                  <c:v>2.3988126634579459</c:v>
                </c:pt>
                <c:pt idx="22909">
                  <c:v>2.3981066350190106</c:v>
                </c:pt>
                <c:pt idx="22910">
                  <c:v>2.3979610338234325</c:v>
                </c:pt>
                <c:pt idx="22911">
                  <c:v>2.3982714665611744</c:v>
                </c:pt>
                <c:pt idx="22912">
                  <c:v>2.3966231511395355</c:v>
                </c:pt>
                <c:pt idx="22913">
                  <c:v>2.3947550603283445</c:v>
                </c:pt>
                <c:pt idx="22914">
                  <c:v>2.3938842003472454</c:v>
                </c:pt>
                <c:pt idx="22915">
                  <c:v>2.3928924639018923</c:v>
                </c:pt>
                <c:pt idx="22916">
                  <c:v>2.3940682622359946</c:v>
                </c:pt>
                <c:pt idx="22917">
                  <c:v>2.3954391112283249</c:v>
                </c:pt>
                <c:pt idx="22918">
                  <c:v>2.395840201314257</c:v>
                </c:pt>
                <c:pt idx="22919">
                  <c:v>2.3962275554383421</c:v>
                </c:pt>
                <c:pt idx="22920">
                  <c:v>2.3947880266367774</c:v>
                </c:pt>
                <c:pt idx="22921">
                  <c:v>2.3930243291356232</c:v>
                </c:pt>
                <c:pt idx="22922">
                  <c:v>2.391705676798312</c:v>
                </c:pt>
                <c:pt idx="22923">
                  <c:v>2.3912771147886858</c:v>
                </c:pt>
                <c:pt idx="22924">
                  <c:v>2.3918265532625655</c:v>
                </c:pt>
                <c:pt idx="22925">
                  <c:v>2.3929144414408476</c:v>
                </c:pt>
                <c:pt idx="22926">
                  <c:v>2.3932908067954553</c:v>
                </c:pt>
                <c:pt idx="22927">
                  <c:v>2.3923347838509041</c:v>
                </c:pt>
                <c:pt idx="22928">
                  <c:v>2.3910985472846749</c:v>
                </c:pt>
                <c:pt idx="22929">
                  <c:v>2.3907853673545638</c:v>
                </c:pt>
                <c:pt idx="22930">
                  <c:v>2.3913375530208127</c:v>
                </c:pt>
                <c:pt idx="22931">
                  <c:v>2.3919144634183862</c:v>
                </c:pt>
                <c:pt idx="22932">
                  <c:v>2.3913952440605701</c:v>
                </c:pt>
                <c:pt idx="22933">
                  <c:v>2.3916864464517262</c:v>
                </c:pt>
                <c:pt idx="22934">
                  <c:v>2.3918100701083493</c:v>
                </c:pt>
                <c:pt idx="22935">
                  <c:v>2.3919831432276215</c:v>
                </c:pt>
                <c:pt idx="22936">
                  <c:v>2.3918073229159797</c:v>
                </c:pt>
                <c:pt idx="22937">
                  <c:v>2.391560075602734</c:v>
                </c:pt>
                <c:pt idx="22938">
                  <c:v>2.3921919298476957</c:v>
                </c:pt>
                <c:pt idx="22939">
                  <c:v>2.3918869914946925</c:v>
                </c:pt>
                <c:pt idx="22940">
                  <c:v>2.3924858794312214</c:v>
                </c:pt>
                <c:pt idx="22941">
                  <c:v>2.3918787499175842</c:v>
                </c:pt>
                <c:pt idx="22942">
                  <c:v>2.3916836992593571</c:v>
                </c:pt>
                <c:pt idx="22943">
                  <c:v>2.3927935649765937</c:v>
                </c:pt>
                <c:pt idx="22944">
                  <c:v>2.3928320256697653</c:v>
                </c:pt>
                <c:pt idx="22945">
                  <c:v>2.3923759917364453</c:v>
                </c:pt>
                <c:pt idx="22946">
                  <c:v>2.3926122502802136</c:v>
                </c:pt>
                <c:pt idx="22947">
                  <c:v>2.3923869805059228</c:v>
                </c:pt>
                <c:pt idx="22948">
                  <c:v>2.3908787718951232</c:v>
                </c:pt>
                <c:pt idx="22949">
                  <c:v>2.3900738445308893</c:v>
                </c:pt>
                <c:pt idx="22950">
                  <c:v>2.3904337267312807</c:v>
                </c:pt>
                <c:pt idx="22951">
                  <c:v>2.392007867958946</c:v>
                </c:pt>
                <c:pt idx="22952">
                  <c:v>2.3932221269862199</c:v>
                </c:pt>
                <c:pt idx="22953">
                  <c:v>2.3918952330718009</c:v>
                </c:pt>
                <c:pt idx="22954">
                  <c:v>2.3910655809762424</c:v>
                </c:pt>
                <c:pt idx="22955">
                  <c:v>2.3910600865915033</c:v>
                </c:pt>
                <c:pt idx="22956">
                  <c:v>2.3918595195709984</c:v>
                </c:pt>
                <c:pt idx="22957">
                  <c:v>2.393766071075361</c:v>
                </c:pt>
                <c:pt idx="22958">
                  <c:v>2.3943979253203227</c:v>
                </c:pt>
                <c:pt idx="22959">
                  <c:v>2.393911672270939</c:v>
                </c:pt>
                <c:pt idx="22960">
                  <c:v>2.395331970725918</c:v>
                </c:pt>
                <c:pt idx="22961">
                  <c:v>2.397647853893321</c:v>
                </c:pt>
                <c:pt idx="22962">
                  <c:v>2.398370365486473</c:v>
                </c:pt>
                <c:pt idx="22963">
                  <c:v>2.3970242412254676</c:v>
                </c:pt>
                <c:pt idx="22964">
                  <c:v>2.3955242741917759</c:v>
                </c:pt>
                <c:pt idx="22965">
                  <c:v>2.3948182457528406</c:v>
                </c:pt>
                <c:pt idx="22966">
                  <c:v>2.3945682512472253</c:v>
                </c:pt>
                <c:pt idx="22967">
                  <c:v>2.3935847563789805</c:v>
                </c:pt>
                <c:pt idx="22968">
                  <c:v>2.3927523570910529</c:v>
                </c:pt>
                <c:pt idx="22969">
                  <c:v>2.3921205028460912</c:v>
                </c:pt>
                <c:pt idx="22970">
                  <c:v>2.3926177446649524</c:v>
                </c:pt>
                <c:pt idx="22971">
                  <c:v>2.3944171556669085</c:v>
                </c:pt>
                <c:pt idx="22972">
                  <c:v>2.3952935100327464</c:v>
                </c:pt>
                <c:pt idx="22973">
                  <c:v>2.3950957121821501</c:v>
                </c:pt>
                <c:pt idx="22974">
                  <c:v>2.3943182567416099</c:v>
                </c:pt>
                <c:pt idx="22975">
                  <c:v>2.3937907958066855</c:v>
                </c:pt>
                <c:pt idx="22976">
                  <c:v>2.3926012615107362</c:v>
                </c:pt>
                <c:pt idx="22977">
                  <c:v>2.39189798026417</c:v>
                </c:pt>
                <c:pt idx="22978">
                  <c:v>2.3934611327223578</c:v>
                </c:pt>
                <c:pt idx="22979">
                  <c:v>2.3932743236412386</c:v>
                </c:pt>
                <c:pt idx="22980">
                  <c:v>2.3929254302103251</c:v>
                </c:pt>
                <c:pt idx="22981">
                  <c:v>2.3930820201753806</c:v>
                </c:pt>
                <c:pt idx="22982">
                  <c:v>2.3932633348717611</c:v>
                </c:pt>
                <c:pt idx="22983">
                  <c:v>2.3939803520801739</c:v>
                </c:pt>
                <c:pt idx="22984">
                  <c:v>2.3932331157556979</c:v>
                </c:pt>
                <c:pt idx="22985">
                  <c:v>2.3931781719083096</c:v>
                </c:pt>
                <c:pt idx="22986">
                  <c:v>2.3946012175556581</c:v>
                </c:pt>
                <c:pt idx="22987">
                  <c:v>2.3957907518516075</c:v>
                </c:pt>
                <c:pt idx="22988">
                  <c:v>2.394235840970528</c:v>
                </c:pt>
                <c:pt idx="22989">
                  <c:v>2.3936561833805849</c:v>
                </c:pt>
                <c:pt idx="22990">
                  <c:v>2.3934116832597088</c:v>
                </c:pt>
                <c:pt idx="22991">
                  <c:v>2.3929803740577129</c:v>
                </c:pt>
                <c:pt idx="22992">
                  <c:v>2.3929474077492801</c:v>
                </c:pt>
                <c:pt idx="22993">
                  <c:v>2.392271598426408</c:v>
                </c:pt>
                <c:pt idx="22994">
                  <c:v>2.3915545812179952</c:v>
                </c:pt>
                <c:pt idx="22995">
                  <c:v>2.3917990813388719</c:v>
                </c:pt>
                <c:pt idx="22996">
                  <c:v>2.3910106371288542</c:v>
                </c:pt>
                <c:pt idx="22997">
                  <c:v>2.3884584954176833</c:v>
                </c:pt>
                <c:pt idx="22998">
                  <c:v>2.3877112590932068</c:v>
                </c:pt>
                <c:pt idx="22999">
                  <c:v>2.388222236873915</c:v>
                </c:pt>
                <c:pt idx="23000">
                  <c:v>2.387656315245819</c:v>
                </c:pt>
                <c:pt idx="23001">
                  <c:v>2.3869447924221445</c:v>
                </c:pt>
                <c:pt idx="23002">
                  <c:v>2.3859612975538997</c:v>
                </c:pt>
                <c:pt idx="23003">
                  <c:v>2.3865107360277795</c:v>
                </c:pt>
                <c:pt idx="23004">
                  <c:v>2.3868761126129097</c:v>
                </c:pt>
                <c:pt idx="23005">
                  <c:v>2.3853596624250017</c:v>
                </c:pt>
                <c:pt idx="23006">
                  <c:v>2.3837772796202281</c:v>
                </c:pt>
                <c:pt idx="23007">
                  <c:v>2.3816811718423772</c:v>
                </c:pt>
                <c:pt idx="23008">
                  <c:v>2.3793927605986682</c:v>
                </c:pt>
                <c:pt idx="23009">
                  <c:v>2.3791894683633328</c:v>
                </c:pt>
                <c:pt idx="23010">
                  <c:v>2.3799834069580887</c:v>
                </c:pt>
                <c:pt idx="23011">
                  <c:v>2.3795328674095075</c:v>
                </c:pt>
                <c:pt idx="23012">
                  <c:v>2.3784230016922705</c:v>
                </c:pt>
                <c:pt idx="23013">
                  <c:v>2.3790273840135381</c:v>
                </c:pt>
                <c:pt idx="23014">
                  <c:v>2.3799174743412235</c:v>
                </c:pt>
                <c:pt idx="23015">
                  <c:v>2.3782966308432782</c:v>
                </c:pt>
                <c:pt idx="23016">
                  <c:v>2.3767884222324787</c:v>
                </c:pt>
                <c:pt idx="23017">
                  <c:v>2.3754148260477792</c:v>
                </c:pt>
                <c:pt idx="23018">
                  <c:v>2.3740467242478189</c:v>
                </c:pt>
                <c:pt idx="23019">
                  <c:v>2.3754065844706709</c:v>
                </c:pt>
                <c:pt idx="23020">
                  <c:v>2.3758021801718643</c:v>
                </c:pt>
                <c:pt idx="23021">
                  <c:v>2.3731896002285664</c:v>
                </c:pt>
                <c:pt idx="23022">
                  <c:v>2.3709561328322453</c:v>
                </c:pt>
                <c:pt idx="23023">
                  <c:v>2.3706869079800446</c:v>
                </c:pt>
                <c:pt idx="23024">
                  <c:v>2.3701869189688138</c:v>
                </c:pt>
                <c:pt idx="23025">
                  <c:v>2.3708489923298388</c:v>
                </c:pt>
                <c:pt idx="23026">
                  <c:v>2.3713517285334387</c:v>
                </c:pt>
                <c:pt idx="23027">
                  <c:v>2.3714643634205843</c:v>
                </c:pt>
                <c:pt idx="23028">
                  <c:v>2.372228082899277</c:v>
                </c:pt>
                <c:pt idx="23029">
                  <c:v>2.3729066394145182</c:v>
                </c:pt>
                <c:pt idx="23030">
                  <c:v>2.3728022461044813</c:v>
                </c:pt>
                <c:pt idx="23031">
                  <c:v>2.3708434979451001</c:v>
                </c:pt>
                <c:pt idx="23032">
                  <c:v>2.3695935254170237</c:v>
                </c:pt>
                <c:pt idx="23033">
                  <c:v>2.3694314410672295</c:v>
                </c:pt>
                <c:pt idx="23034">
                  <c:v>2.3692693567174348</c:v>
                </c:pt>
                <c:pt idx="23035">
                  <c:v>2.3700110986571725</c:v>
                </c:pt>
                <c:pt idx="23036">
                  <c:v>2.3695907782246546</c:v>
                </c:pt>
                <c:pt idx="23037">
                  <c:v>2.3674259906375683</c:v>
                </c:pt>
                <c:pt idx="23038">
                  <c:v>2.3651210962396432</c:v>
                </c:pt>
                <c:pt idx="23039">
                  <c:v>2.3625717017208414</c:v>
                </c:pt>
                <c:pt idx="23040">
                  <c:v>2.3602668073229158</c:v>
                </c:pt>
                <c:pt idx="23041">
                  <c:v>2.3594838574976373</c:v>
                </c:pt>
                <c:pt idx="23042">
                  <c:v>2.3595964923847825</c:v>
                </c:pt>
                <c:pt idx="23043">
                  <c:v>2.3602255994373751</c:v>
                </c:pt>
                <c:pt idx="23044">
                  <c:v>2.3602805432847629</c:v>
                </c:pt>
                <c:pt idx="23045">
                  <c:v>2.3594591327663128</c:v>
                </c:pt>
                <c:pt idx="23046">
                  <c:v>2.3582723456627326</c:v>
                </c:pt>
                <c:pt idx="23047">
                  <c:v>2.3570910529438915</c:v>
                </c:pt>
                <c:pt idx="23048">
                  <c:v>2.3563822773125866</c:v>
                </c:pt>
                <c:pt idx="23049">
                  <c:v>2.357041603481242</c:v>
                </c:pt>
                <c:pt idx="23050">
                  <c:v>2.3570525922507199</c:v>
                </c:pt>
                <c:pt idx="23051">
                  <c:v>2.3566102942792466</c:v>
                </c:pt>
                <c:pt idx="23052">
                  <c:v>2.3559592096876991</c:v>
                </c:pt>
                <c:pt idx="23053">
                  <c:v>2.356198215423837</c:v>
                </c:pt>
                <c:pt idx="23054">
                  <c:v>2.3564866706226235</c:v>
                </c:pt>
                <c:pt idx="23055">
                  <c:v>2.3560388782664119</c:v>
                </c:pt>
                <c:pt idx="23056">
                  <c:v>2.3566432605876795</c:v>
                </c:pt>
                <c:pt idx="23057">
                  <c:v>2.356198215423837</c:v>
                </c:pt>
                <c:pt idx="23058">
                  <c:v>2.3538740906793256</c:v>
                </c:pt>
                <c:pt idx="23059">
                  <c:v>2.3525636799191227</c:v>
                </c:pt>
                <c:pt idx="23060">
                  <c:v>2.3502999934067383</c:v>
                </c:pt>
                <c:pt idx="23061">
                  <c:v>2.3492725434605832</c:v>
                </c:pt>
                <c:pt idx="23062">
                  <c:v>2.3493632008087735</c:v>
                </c:pt>
                <c:pt idx="23063">
                  <c:v>2.3498961561284366</c:v>
                </c:pt>
                <c:pt idx="23064">
                  <c:v>2.3497972572031385</c:v>
                </c:pt>
                <c:pt idx="23065">
                  <c:v>2.3479374079690558</c:v>
                </c:pt>
                <c:pt idx="23066">
                  <c:v>2.3471956660293181</c:v>
                </c:pt>
                <c:pt idx="23067">
                  <c:v>2.3480033405859211</c:v>
                </c:pt>
                <c:pt idx="23068">
                  <c:v>2.3471681941056239</c:v>
                </c:pt>
                <c:pt idx="23069">
                  <c:v>2.3457533900353837</c:v>
                </c:pt>
                <c:pt idx="23070">
                  <c:v>2.34600063734863</c:v>
                </c:pt>
                <c:pt idx="23071">
                  <c:v>2.3470967671040199</c:v>
                </c:pt>
                <c:pt idx="23072">
                  <c:v>2.3468769917144678</c:v>
                </c:pt>
                <c:pt idx="23073">
                  <c:v>2.3466407331706995</c:v>
                </c:pt>
                <c:pt idx="23074">
                  <c:v>2.3452973561020638</c:v>
                </c:pt>
                <c:pt idx="23075">
                  <c:v>2.3444622096217667</c:v>
                </c:pt>
                <c:pt idx="23076">
                  <c:v>2.3433028944418806</c:v>
                </c:pt>
                <c:pt idx="23077">
                  <c:v>2.3412342585877233</c:v>
                </c:pt>
                <c:pt idx="23078">
                  <c:v>2.3404348256082286</c:v>
                </c:pt>
                <c:pt idx="23079">
                  <c:v>2.3403908705303182</c:v>
                </c:pt>
                <c:pt idx="23080">
                  <c:v>2.3417452363684315</c:v>
                </c:pt>
                <c:pt idx="23081">
                  <c:v>2.3437918946836334</c:v>
                </c:pt>
                <c:pt idx="23082">
                  <c:v>2.3443248500032965</c:v>
                </c:pt>
                <c:pt idx="23083">
                  <c:v>2.3440446363816179</c:v>
                </c:pt>
                <c:pt idx="23084">
                  <c:v>2.3445336366233711</c:v>
                </c:pt>
                <c:pt idx="23085">
                  <c:v>2.3438852992241928</c:v>
                </c:pt>
                <c:pt idx="23086">
                  <c:v>2.343313883211358</c:v>
                </c:pt>
                <c:pt idx="23087">
                  <c:v>2.3443385859651436</c:v>
                </c:pt>
                <c:pt idx="23088">
                  <c:v>2.3458028394980328</c:v>
                </c:pt>
                <c:pt idx="23089">
                  <c:v>2.3459017384233314</c:v>
                </c:pt>
                <c:pt idx="23090">
                  <c:v>2.3465610645919872</c:v>
                </c:pt>
                <c:pt idx="23091">
                  <c:v>2.3463797498956067</c:v>
                </c:pt>
                <c:pt idx="23092">
                  <c:v>2.345121535790422</c:v>
                </c:pt>
                <c:pt idx="23093">
                  <c:v>2.3440968330366365</c:v>
                </c:pt>
                <c:pt idx="23094">
                  <c:v>2.3428908155864705</c:v>
                </c:pt>
                <c:pt idx="23095">
                  <c:v>2.3430776246675897</c:v>
                </c:pt>
                <c:pt idx="23096">
                  <c:v>2.3453990022197315</c:v>
                </c:pt>
                <c:pt idx="23097">
                  <c:v>2.3463467835871739</c:v>
                </c:pt>
                <c:pt idx="23098">
                  <c:v>2.3438825520318236</c:v>
                </c:pt>
                <c:pt idx="23099">
                  <c:v>2.3433248719808355</c:v>
                </c:pt>
                <c:pt idx="23100">
                  <c:v>2.3437369508362456</c:v>
                </c:pt>
                <c:pt idx="23101">
                  <c:v>2.3442699061559087</c:v>
                </c:pt>
                <c:pt idx="23102">
                  <c:v>2.3450391200193401</c:v>
                </c:pt>
                <c:pt idx="23103">
                  <c:v>2.3476681831168547</c:v>
                </c:pt>
                <c:pt idx="23104">
                  <c:v>2.3500005494384739</c:v>
                </c:pt>
                <c:pt idx="23105">
                  <c:v>2.350448341794686</c:v>
                </c:pt>
                <c:pt idx="23106">
                  <c:v>2.3516735895914378</c:v>
                </c:pt>
                <c:pt idx="23107">
                  <c:v>2.3527587305773499</c:v>
                </c:pt>
                <c:pt idx="23108">
                  <c:v>2.3538713434869565</c:v>
                </c:pt>
                <c:pt idx="23109">
                  <c:v>2.355439990329883</c:v>
                </c:pt>
                <c:pt idx="23110">
                  <c:v>2.355522406100965</c:v>
                </c:pt>
                <c:pt idx="23111">
                  <c:v>2.3554647150612076</c:v>
                </c:pt>
                <c:pt idx="23112">
                  <c:v>2.3549592316652381</c:v>
                </c:pt>
                <c:pt idx="23113">
                  <c:v>2.3540251862596424</c:v>
                </c:pt>
                <c:pt idx="23114">
                  <c:v>2.3552806531724579</c:v>
                </c:pt>
                <c:pt idx="23115">
                  <c:v>2.3569839124414846</c:v>
                </c:pt>
                <c:pt idx="23116">
                  <c:v>2.3576844464956812</c:v>
                </c:pt>
                <c:pt idx="23117">
                  <c:v>2.3589069471000639</c:v>
                </c:pt>
                <c:pt idx="23118">
                  <c:v>2.3611541504582316</c:v>
                </c:pt>
                <c:pt idx="23119">
                  <c:v>2.3615744708907496</c:v>
                </c:pt>
                <c:pt idx="23120">
                  <c:v>2.3613546955011979</c:v>
                </c:pt>
                <c:pt idx="23121">
                  <c:v>2.3627777411485464</c:v>
                </c:pt>
                <c:pt idx="23122">
                  <c:v>2.3648738489263974</c:v>
                </c:pt>
                <c:pt idx="23123">
                  <c:v>2.3658738269488584</c:v>
                </c:pt>
                <c:pt idx="23124">
                  <c:v>2.3657831696006681</c:v>
                </c:pt>
                <c:pt idx="23125">
                  <c:v>2.3669507263576626</c:v>
                </c:pt>
                <c:pt idx="23126">
                  <c:v>2.3683133337728841</c:v>
                </c:pt>
                <c:pt idx="23127">
                  <c:v>2.3685331091624362</c:v>
                </c:pt>
                <c:pt idx="23128">
                  <c:v>2.3686484912419505</c:v>
                </c:pt>
                <c:pt idx="23129">
                  <c:v>2.3692226544471549</c:v>
                </c:pt>
                <c:pt idx="23130">
                  <c:v>2.3692061712929386</c:v>
                </c:pt>
                <c:pt idx="23131">
                  <c:v>2.3707226214808466</c:v>
                </c:pt>
                <c:pt idx="23132">
                  <c:v>2.3726209314081008</c:v>
                </c:pt>
                <c:pt idx="23133">
                  <c:v>2.3738159600887894</c:v>
                </c:pt>
                <c:pt idx="23134">
                  <c:v>2.3760109667919389</c:v>
                </c:pt>
                <c:pt idx="23135">
                  <c:v>2.377662029405947</c:v>
                </c:pt>
                <c:pt idx="23136">
                  <c:v>2.3777334564075514</c:v>
                </c:pt>
                <c:pt idx="23137">
                  <c:v>2.3776675237906861</c:v>
                </c:pt>
                <c:pt idx="23138">
                  <c:v>2.3790301312059077</c:v>
                </c:pt>
                <c:pt idx="23139">
                  <c:v>2.3819503966945783</c:v>
                </c:pt>
                <c:pt idx="23140">
                  <c:v>2.3851508758049276</c:v>
                </c:pt>
                <c:pt idx="23141">
                  <c:v>2.3875491747434121</c:v>
                </c:pt>
                <c:pt idx="23142">
                  <c:v>2.3902826311509635</c:v>
                </c:pt>
                <c:pt idx="23143">
                  <c:v>2.3910765697457199</c:v>
                </c:pt>
                <c:pt idx="23144">
                  <c:v>2.3931919078701567</c:v>
                </c:pt>
                <c:pt idx="23145">
                  <c:v>2.3959391002395551</c:v>
                </c:pt>
                <c:pt idx="23146">
                  <c:v>2.3985764049141776</c:v>
                </c:pt>
                <c:pt idx="23147">
                  <c:v>2.4005626249972529</c:v>
                </c:pt>
                <c:pt idx="23148">
                  <c:v>2.4024526933473989</c:v>
                </c:pt>
                <c:pt idx="23149">
                  <c:v>2.4047603349376936</c:v>
                </c:pt>
                <c:pt idx="23150">
                  <c:v>2.4076229093866068</c:v>
                </c:pt>
                <c:pt idx="23151">
                  <c:v>2.4096420957781146</c:v>
                </c:pt>
                <c:pt idx="23152">
                  <c:v>2.4103316410628337</c:v>
                </c:pt>
                <c:pt idx="23153">
                  <c:v>2.4123343443001253</c:v>
                </c:pt>
                <c:pt idx="23154">
                  <c:v>2.4141529856486672</c:v>
                </c:pt>
                <c:pt idx="23155">
                  <c:v>2.4148974747807741</c:v>
                </c:pt>
                <c:pt idx="23156">
                  <c:v>2.4156694358365751</c:v>
                </c:pt>
                <c:pt idx="23157">
                  <c:v>2.4166804026285136</c:v>
                </c:pt>
                <c:pt idx="23158">
                  <c:v>2.420872618184216</c:v>
                </c:pt>
                <c:pt idx="23159">
                  <c:v>2.4258752554888905</c:v>
                </c:pt>
                <c:pt idx="23160">
                  <c:v>2.4291828751016462</c:v>
                </c:pt>
                <c:pt idx="23161">
                  <c:v>2.4288861783257509</c:v>
                </c:pt>
                <c:pt idx="23162">
                  <c:v>2.4276884024526932</c:v>
                </c:pt>
                <c:pt idx="23163">
                  <c:v>2.4284960770092967</c:v>
                </c:pt>
                <c:pt idx="23164">
                  <c:v>2.4304026285136588</c:v>
                </c:pt>
                <c:pt idx="23165">
                  <c:v>2.4327349948352786</c:v>
                </c:pt>
                <c:pt idx="23166">
                  <c:v>2.4351607656974572</c:v>
                </c:pt>
                <c:pt idx="23167">
                  <c:v>2.4385398123118174</c:v>
                </c:pt>
                <c:pt idx="23168">
                  <c:v>2.4400535153073557</c:v>
                </c:pt>
                <c:pt idx="23169">
                  <c:v>2.4418419375398344</c:v>
                </c:pt>
                <c:pt idx="23170">
                  <c:v>2.4435369552317532</c:v>
                </c:pt>
                <c:pt idx="23171">
                  <c:v>2.4454517483132241</c:v>
                </c:pt>
                <c:pt idx="23172">
                  <c:v>2.4466165578778489</c:v>
                </c:pt>
                <c:pt idx="23173">
                  <c:v>2.4482676204918574</c:v>
                </c:pt>
                <c:pt idx="23174">
                  <c:v>2.4515834816817215</c:v>
                </c:pt>
                <c:pt idx="23175">
                  <c:v>2.4531191622162152</c:v>
                </c:pt>
                <c:pt idx="23176">
                  <c:v>2.4544378145535264</c:v>
                </c:pt>
                <c:pt idx="23177">
                  <c:v>2.4556493263884311</c:v>
                </c:pt>
                <c:pt idx="23178">
                  <c:v>2.4548306630623502</c:v>
                </c:pt>
                <c:pt idx="23179">
                  <c:v>2.4563059053647174</c:v>
                </c:pt>
                <c:pt idx="23180">
                  <c:v>2.458682226764247</c:v>
                </c:pt>
                <c:pt idx="23181">
                  <c:v>2.4591794685831081</c:v>
                </c:pt>
                <c:pt idx="23182">
                  <c:v>2.4610173402782358</c:v>
                </c:pt>
                <c:pt idx="23183">
                  <c:v>2.4630447682468519</c:v>
                </c:pt>
                <c:pt idx="23184">
                  <c:v>2.4656133931122395</c:v>
                </c:pt>
                <c:pt idx="23185">
                  <c:v>2.4686572822575328</c:v>
                </c:pt>
                <c:pt idx="23186">
                  <c:v>2.4714511768972112</c:v>
                </c:pt>
                <c:pt idx="23187">
                  <c:v>2.4735994813300808</c:v>
                </c:pt>
                <c:pt idx="23188">
                  <c:v>2.4761186567328193</c:v>
                </c:pt>
                <c:pt idx="23189">
                  <c:v>2.4777642249620886</c:v>
                </c:pt>
                <c:pt idx="23190">
                  <c:v>2.4768878705962507</c:v>
                </c:pt>
                <c:pt idx="23191">
                  <c:v>2.4760417353464756</c:v>
                </c:pt>
                <c:pt idx="23192">
                  <c:v>2.4763219489681547</c:v>
                </c:pt>
                <c:pt idx="23193">
                  <c:v>2.4773493989143094</c:v>
                </c:pt>
                <c:pt idx="23194">
                  <c:v>2.4801872486318981</c:v>
                </c:pt>
                <c:pt idx="23195">
                  <c:v>2.484667919386387</c:v>
                </c:pt>
                <c:pt idx="23196">
                  <c:v>2.4873793982549834</c:v>
                </c:pt>
                <c:pt idx="23197">
                  <c:v>2.4875771961055801</c:v>
                </c:pt>
                <c:pt idx="23198">
                  <c:v>2.4888134326718094</c:v>
                </c:pt>
                <c:pt idx="23199">
                  <c:v>2.4907474560998661</c:v>
                </c:pt>
                <c:pt idx="23200">
                  <c:v>2.4932254236170635</c:v>
                </c:pt>
                <c:pt idx="23201">
                  <c:v>2.4944177051053824</c:v>
                </c:pt>
                <c:pt idx="23202">
                  <c:v>2.4945495703391134</c:v>
                </c:pt>
                <c:pt idx="23203">
                  <c:v>2.4978516955671304</c:v>
                </c:pt>
                <c:pt idx="23204">
                  <c:v>2.501771939078262</c:v>
                </c:pt>
                <c:pt idx="23205">
                  <c:v>2.5031949847256105</c:v>
                </c:pt>
                <c:pt idx="23206">
                  <c:v>2.505244390233182</c:v>
                </c:pt>
                <c:pt idx="23207">
                  <c:v>2.5057828399375839</c:v>
                </c:pt>
                <c:pt idx="23208">
                  <c:v>2.5040328783982773</c:v>
                </c:pt>
                <c:pt idx="23209">
                  <c:v>2.5027087316762269</c:v>
                </c:pt>
                <c:pt idx="23210">
                  <c:v>2.5048213226082945</c:v>
                </c:pt>
                <c:pt idx="23211">
                  <c:v>2.5066097448407727</c:v>
                </c:pt>
                <c:pt idx="23212">
                  <c:v>2.5070273180809215</c:v>
                </c:pt>
                <c:pt idx="23213">
                  <c:v>2.5069009472319292</c:v>
                </c:pt>
                <c:pt idx="23214">
                  <c:v>2.5055877892793568</c:v>
                </c:pt>
                <c:pt idx="23215">
                  <c:v>2.5050493395749545</c:v>
                </c:pt>
                <c:pt idx="23216">
                  <c:v>2.5057828399375839</c:v>
                </c:pt>
                <c:pt idx="23217">
                  <c:v>2.5069696270411641</c:v>
                </c:pt>
                <c:pt idx="23218">
                  <c:v>2.5078294982527858</c:v>
                </c:pt>
                <c:pt idx="23219">
                  <c:v>2.509389903518604</c:v>
                </c:pt>
                <c:pt idx="23220">
                  <c:v>2.5123678600470321</c:v>
                </c:pt>
                <c:pt idx="23221">
                  <c:v>2.5141837542032044</c:v>
                </c:pt>
                <c:pt idx="23222">
                  <c:v>2.5149090129887255</c:v>
                </c:pt>
                <c:pt idx="23223">
                  <c:v>2.5150051647216545</c:v>
                </c:pt>
                <c:pt idx="23224">
                  <c:v>2.5148732994879235</c:v>
                </c:pt>
                <c:pt idx="23225">
                  <c:v>2.5159529460890973</c:v>
                </c:pt>
                <c:pt idx="23226">
                  <c:v>2.5168924858794313</c:v>
                </c:pt>
                <c:pt idx="23227">
                  <c:v>2.5175078569701768</c:v>
                </c:pt>
                <c:pt idx="23228">
                  <c:v>2.5174089580448782</c:v>
                </c:pt>
                <c:pt idx="23229">
                  <c:v>2.5163815080987231</c:v>
                </c:pt>
                <c:pt idx="23230">
                  <c:v>2.5168567723786293</c:v>
                </c:pt>
                <c:pt idx="23231">
                  <c:v>2.5186616777653237</c:v>
                </c:pt>
                <c:pt idx="23232">
                  <c:v>2.5186616777653237</c:v>
                </c:pt>
                <c:pt idx="23233">
                  <c:v>2.5174007164677699</c:v>
                </c:pt>
                <c:pt idx="23234">
                  <c:v>2.516524362101932</c:v>
                </c:pt>
                <c:pt idx="23235">
                  <c:v>2.5171150084613525</c:v>
                </c:pt>
                <c:pt idx="23236">
                  <c:v>2.5175353288938704</c:v>
                </c:pt>
                <c:pt idx="23237">
                  <c:v>2.5176040087031053</c:v>
                </c:pt>
                <c:pt idx="23238">
                  <c:v>2.517186435462957</c:v>
                </c:pt>
                <c:pt idx="23239">
                  <c:v>2.5162249181336676</c:v>
                </c:pt>
                <c:pt idx="23240">
                  <c:v>2.5168265532625655</c:v>
                </c:pt>
                <c:pt idx="23241">
                  <c:v>2.5164391991384805</c:v>
                </c:pt>
                <c:pt idx="23242">
                  <c:v>2.5155628447726426</c:v>
                </c:pt>
                <c:pt idx="23243">
                  <c:v>2.5152853783433331</c:v>
                </c:pt>
                <c:pt idx="23244">
                  <c:v>2.5143788048614315</c:v>
                </c:pt>
                <c:pt idx="23245">
                  <c:v>2.5148485747565985</c:v>
                </c:pt>
                <c:pt idx="23246">
                  <c:v>2.516161732709171</c:v>
                </c:pt>
                <c:pt idx="23247">
                  <c:v>2.5167688622228086</c:v>
                </c:pt>
                <c:pt idx="23248">
                  <c:v>2.5150381310300873</c:v>
                </c:pt>
                <c:pt idx="23249">
                  <c:v>2.5134337706863583</c:v>
                </c:pt>
                <c:pt idx="23250">
                  <c:v>2.5116535900309884</c:v>
                </c:pt>
                <c:pt idx="23251">
                  <c:v>2.5109860222852243</c:v>
                </c:pt>
                <c:pt idx="23252">
                  <c:v>2.5119338036526671</c:v>
                </c:pt>
                <c:pt idx="23253">
                  <c:v>2.5128513659040461</c:v>
                </c:pt>
                <c:pt idx="23254">
                  <c:v>2.5131453154875718</c:v>
                </c:pt>
                <c:pt idx="23255">
                  <c:v>2.5138348607722909</c:v>
                </c:pt>
                <c:pt idx="23256">
                  <c:v>2.5145738555196591</c:v>
                </c:pt>
                <c:pt idx="23257">
                  <c:v>2.514656271290741</c:v>
                </c:pt>
                <c:pt idx="23258">
                  <c:v>2.5157606426232393</c:v>
                </c:pt>
                <c:pt idx="23259">
                  <c:v>2.5165930419111668</c:v>
                </c:pt>
                <c:pt idx="23260">
                  <c:v>2.5177221379749897</c:v>
                </c:pt>
                <c:pt idx="23261">
                  <c:v>2.5181699303312017</c:v>
                </c:pt>
                <c:pt idx="23262">
                  <c:v>2.516222170941298</c:v>
                </c:pt>
                <c:pt idx="23263">
                  <c:v>2.5146837432144347</c:v>
                </c:pt>
                <c:pt idx="23264">
                  <c:v>2.5144090239774952</c:v>
                </c:pt>
                <c:pt idx="23265">
                  <c:v>2.5139859563526077</c:v>
                </c:pt>
                <c:pt idx="23266">
                  <c:v>2.5136727764224962</c:v>
                </c:pt>
                <c:pt idx="23267">
                  <c:v>2.5135381639963956</c:v>
                </c:pt>
                <c:pt idx="23268">
                  <c:v>2.5111068987494782</c:v>
                </c:pt>
                <c:pt idx="23269">
                  <c:v>2.5084805828443333</c:v>
                </c:pt>
                <c:pt idx="23270">
                  <c:v>2.5076921386343156</c:v>
                </c:pt>
                <c:pt idx="23271">
                  <c:v>2.5078157622909387</c:v>
                </c:pt>
                <c:pt idx="23272">
                  <c:v>2.5091618865519441</c:v>
                </c:pt>
                <c:pt idx="23273">
                  <c:v>2.5094695720973164</c:v>
                </c:pt>
                <c:pt idx="23274">
                  <c:v>2.5079860882178413</c:v>
                </c:pt>
                <c:pt idx="23275">
                  <c:v>2.5063817278741127</c:v>
                </c:pt>
                <c:pt idx="23276">
                  <c:v>2.5054229577371925</c:v>
                </c:pt>
                <c:pt idx="23277">
                  <c:v>2.5037691479308148</c:v>
                </c:pt>
                <c:pt idx="23278">
                  <c:v>2.5019724841212283</c:v>
                </c:pt>
                <c:pt idx="23279">
                  <c:v>2.5005494384738798</c:v>
                </c:pt>
                <c:pt idx="23280">
                  <c:v>2.5004120788554101</c:v>
                </c:pt>
                <c:pt idx="23281">
                  <c:v>2.5005631744357268</c:v>
                </c:pt>
                <c:pt idx="23282">
                  <c:v>2.5010329443308938</c:v>
                </c:pt>
                <c:pt idx="23283">
                  <c:v>2.500373618162238</c:v>
                </c:pt>
                <c:pt idx="23284">
                  <c:v>2.4989725500538449</c:v>
                </c:pt>
                <c:pt idx="23285">
                  <c:v>2.4977088415639215</c:v>
                </c:pt>
                <c:pt idx="23286">
                  <c:v>2.4963627173029166</c:v>
                </c:pt>
                <c:pt idx="23287">
                  <c:v>2.4945605591085909</c:v>
                </c:pt>
                <c:pt idx="23288">
                  <c:v>2.4932144348475855</c:v>
                </c:pt>
                <c:pt idx="23289">
                  <c:v>2.4920770972066548</c:v>
                </c:pt>
                <c:pt idx="23290">
                  <c:v>2.4917336981604801</c:v>
                </c:pt>
                <c:pt idx="23291">
                  <c:v>2.492610052526318</c:v>
                </c:pt>
                <c:pt idx="23292">
                  <c:v>2.49196171512714</c:v>
                </c:pt>
                <c:pt idx="23293">
                  <c:v>2.49091228764203</c:v>
                </c:pt>
                <c:pt idx="23294">
                  <c:v>2.491008439374959</c:v>
                </c:pt>
                <c:pt idx="23295">
                  <c:v>2.4912694226500518</c:v>
                </c:pt>
                <c:pt idx="23296">
                  <c:v>2.4906815234830004</c:v>
                </c:pt>
                <c:pt idx="23297">
                  <c:v>2.4884480560866793</c:v>
                </c:pt>
                <c:pt idx="23298">
                  <c:v>2.4862228302674669</c:v>
                </c:pt>
                <c:pt idx="23299">
                  <c:v>2.4848052790048571</c:v>
                </c:pt>
                <c:pt idx="23300">
                  <c:v>2.4830360871189643</c:v>
                </c:pt>
                <c:pt idx="23301">
                  <c:v>2.4823712665655702</c:v>
                </c:pt>
                <c:pt idx="23302">
                  <c:v>2.4815526032394892</c:v>
                </c:pt>
                <c:pt idx="23303">
                  <c:v>2.48095646249533</c:v>
                </c:pt>
                <c:pt idx="23304">
                  <c:v>2.4813932660820641</c:v>
                </c:pt>
                <c:pt idx="23305">
                  <c:v>2.4813081031186126</c:v>
                </c:pt>
                <c:pt idx="23306">
                  <c:v>2.4789510120656688</c:v>
                </c:pt>
                <c:pt idx="23307">
                  <c:v>2.4764922748950573</c:v>
                </c:pt>
                <c:pt idx="23308">
                  <c:v>2.4746489088151908</c:v>
                </c:pt>
                <c:pt idx="23309">
                  <c:v>2.4731132282806971</c:v>
                </c:pt>
                <c:pt idx="23310">
                  <c:v>2.4712478846618757</c:v>
                </c:pt>
                <c:pt idx="23311">
                  <c:v>2.4713770027032371</c:v>
                </c:pt>
                <c:pt idx="23312">
                  <c:v>2.4712231599305508</c:v>
                </c:pt>
                <c:pt idx="23313">
                  <c:v>2.4695446253928486</c:v>
                </c:pt>
                <c:pt idx="23314">
                  <c:v>2.4685528889474955</c:v>
                </c:pt>
                <c:pt idx="23315">
                  <c:v>2.4662617305114174</c:v>
                </c:pt>
                <c:pt idx="23316">
                  <c:v>2.4637260719544627</c:v>
                </c:pt>
                <c:pt idx="23317">
                  <c:v>2.462382694885827</c:v>
                </c:pt>
                <c:pt idx="23318">
                  <c:v>2.4618469923737942</c:v>
                </c:pt>
                <c:pt idx="23319">
                  <c:v>2.4616244697918725</c:v>
                </c:pt>
                <c:pt idx="23320">
                  <c:v>2.4605173512670051</c:v>
                </c:pt>
                <c:pt idx="23321">
                  <c:v>2.4606299861541503</c:v>
                </c:pt>
                <c:pt idx="23322">
                  <c:v>2.4598360475593943</c:v>
                </c:pt>
                <c:pt idx="23323">
                  <c:v>2.4581575130216917</c:v>
                </c:pt>
                <c:pt idx="23324">
                  <c:v>2.4574432430056481</c:v>
                </c:pt>
                <c:pt idx="23325">
                  <c:v>2.4565064504076832</c:v>
                </c:pt>
                <c:pt idx="23326">
                  <c:v>2.4543224324740116</c:v>
                </c:pt>
                <c:pt idx="23327">
                  <c:v>2.452476319201776</c:v>
                </c:pt>
                <c:pt idx="23328">
                  <c:v>2.4519955605371311</c:v>
                </c:pt>
                <c:pt idx="23329">
                  <c:v>2.4511988747500055</c:v>
                </c:pt>
                <c:pt idx="23330">
                  <c:v>2.4488582668512779</c:v>
                </c:pt>
                <c:pt idx="23331">
                  <c:v>2.4453720797345113</c:v>
                </c:pt>
                <c:pt idx="23332">
                  <c:v>2.4439820003955957</c:v>
                </c:pt>
                <c:pt idx="23333">
                  <c:v>2.4430232302586758</c:v>
                </c:pt>
                <c:pt idx="23334">
                  <c:v>2.4422869827036768</c:v>
                </c:pt>
                <c:pt idx="23335">
                  <c:v>2.4412842574888463</c:v>
                </c:pt>
                <c:pt idx="23336">
                  <c:v>2.4396606667985319</c:v>
                </c:pt>
                <c:pt idx="23337">
                  <c:v>2.4389051888969471</c:v>
                </c:pt>
                <c:pt idx="23338">
                  <c:v>2.4384793740796908</c:v>
                </c:pt>
                <c:pt idx="23339">
                  <c:v>2.4362651370299555</c:v>
                </c:pt>
                <c:pt idx="23340">
                  <c:v>2.4339107931693809</c:v>
                </c:pt>
                <c:pt idx="23341">
                  <c:v>2.4334245401199972</c:v>
                </c:pt>
                <c:pt idx="23342">
                  <c:v>2.4338476077448847</c:v>
                </c:pt>
                <c:pt idx="23343">
                  <c:v>2.4335454165842507</c:v>
                </c:pt>
                <c:pt idx="23344">
                  <c:v>2.4314850223072022</c:v>
                </c:pt>
                <c:pt idx="23345">
                  <c:v>2.4301334036614581</c:v>
                </c:pt>
                <c:pt idx="23346">
                  <c:v>2.4282433353113118</c:v>
                </c:pt>
                <c:pt idx="23347">
                  <c:v>2.4265483176193929</c:v>
                </c:pt>
                <c:pt idx="23348">
                  <c:v>2.4249659348146193</c:v>
                </c:pt>
                <c:pt idx="23349">
                  <c:v>2.4231445462737082</c:v>
                </c:pt>
                <c:pt idx="23350">
                  <c:v>2.4214138150809874</c:v>
                </c:pt>
                <c:pt idx="23351">
                  <c:v>2.4187353025208238</c:v>
                </c:pt>
                <c:pt idx="23352">
                  <c:v>2.416111733808048</c:v>
                </c:pt>
                <c:pt idx="23353">
                  <c:v>2.4158150370321532</c:v>
                </c:pt>
                <c:pt idx="23354">
                  <c:v>2.4161282169622647</c:v>
                </c:pt>
                <c:pt idx="23355">
                  <c:v>2.415353508714094</c:v>
                </c:pt>
                <c:pt idx="23356">
                  <c:v>2.4140650754928465</c:v>
                </c:pt>
                <c:pt idx="23357">
                  <c:v>2.4116832597085778</c:v>
                </c:pt>
                <c:pt idx="23358">
                  <c:v>2.4093206742708952</c:v>
                </c:pt>
                <c:pt idx="23359">
                  <c:v>2.4078481791608977</c:v>
                </c:pt>
                <c:pt idx="23360">
                  <c:v>2.4068097404452651</c:v>
                </c:pt>
                <c:pt idx="23361">
                  <c:v>2.405589987033252</c:v>
                </c:pt>
                <c:pt idx="23362">
                  <c:v>2.4034169578690578</c:v>
                </c:pt>
                <c:pt idx="23363">
                  <c:v>2.4018208391024372</c:v>
                </c:pt>
                <c:pt idx="23364">
                  <c:v>2.4000901079097163</c:v>
                </c:pt>
                <c:pt idx="23365">
                  <c:v>2.397708292125448</c:v>
                </c:pt>
                <c:pt idx="23366">
                  <c:v>2.3957193248500035</c:v>
                </c:pt>
                <c:pt idx="23367">
                  <c:v>2.3923979692754007</c:v>
                </c:pt>
                <c:pt idx="23368">
                  <c:v>2.3896178105975694</c:v>
                </c:pt>
                <c:pt idx="23369">
                  <c:v>2.3869832531153161</c:v>
                </c:pt>
                <c:pt idx="23370">
                  <c:v>2.3861920617129293</c:v>
                </c:pt>
                <c:pt idx="23371">
                  <c:v>2.3864393090261755</c:v>
                </c:pt>
                <c:pt idx="23372">
                  <c:v>2.3857772356651501</c:v>
                </c:pt>
                <c:pt idx="23373">
                  <c:v>2.3845190215599659</c:v>
                </c:pt>
                <c:pt idx="23374">
                  <c:v>2.3843651787872795</c:v>
                </c:pt>
                <c:pt idx="23375">
                  <c:v>2.3830712511812928</c:v>
                </c:pt>
                <c:pt idx="23376">
                  <c:v>2.3823542339728796</c:v>
                </c:pt>
                <c:pt idx="23377">
                  <c:v>2.3808322894002329</c:v>
                </c:pt>
                <c:pt idx="23378">
                  <c:v>2.3782334454187821</c:v>
                </c:pt>
                <c:pt idx="23379">
                  <c:v>2.3740824377486209</c:v>
                </c:pt>
                <c:pt idx="23380">
                  <c:v>2.3721594030900421</c:v>
                </c:pt>
                <c:pt idx="23381">
                  <c:v>2.3724396167117208</c:v>
                </c:pt>
                <c:pt idx="23382">
                  <c:v>2.3709643744093536</c:v>
                </c:pt>
                <c:pt idx="23383">
                  <c:v>2.3715962286543153</c:v>
                </c:pt>
                <c:pt idx="23384">
                  <c:v>2.3717693017735875</c:v>
                </c:pt>
                <c:pt idx="23385">
                  <c:v>2.3692308960242632</c:v>
                </c:pt>
                <c:pt idx="23386">
                  <c:v>2.3670139117821587</c:v>
                </c:pt>
                <c:pt idx="23387">
                  <c:v>2.3656320740203514</c:v>
                </c:pt>
                <c:pt idx="23388">
                  <c:v>2.3635716797433024</c:v>
                </c:pt>
                <c:pt idx="23389">
                  <c:v>2.3606404254851543</c:v>
                </c:pt>
                <c:pt idx="23390">
                  <c:v>2.3587393683655304</c:v>
                </c:pt>
                <c:pt idx="23391">
                  <c:v>2.3582476209314081</c:v>
                </c:pt>
                <c:pt idx="23392">
                  <c:v>2.3554482319069909</c:v>
                </c:pt>
                <c:pt idx="23393">
                  <c:v>2.3527614777697194</c:v>
                </c:pt>
                <c:pt idx="23394">
                  <c:v>2.3508521790729873</c:v>
                </c:pt>
                <c:pt idx="23395">
                  <c:v>2.3492340827674116</c:v>
                </c:pt>
                <c:pt idx="23396">
                  <c:v>2.3478852113140372</c:v>
                </c:pt>
                <c:pt idx="23397">
                  <c:v>2.3466764466715015</c:v>
                </c:pt>
                <c:pt idx="23398">
                  <c:v>2.3446490187028859</c:v>
                </c:pt>
                <c:pt idx="23399">
                  <c:v>2.3415501857102043</c:v>
                </c:pt>
                <c:pt idx="23400">
                  <c:v>2.3389705720753389</c:v>
                </c:pt>
                <c:pt idx="23401">
                  <c:v>2.3382727852135119</c:v>
                </c:pt>
                <c:pt idx="23402">
                  <c:v>2.3380530098239598</c:v>
                </c:pt>
                <c:pt idx="23403">
                  <c:v>2.337937627744445</c:v>
                </c:pt>
                <c:pt idx="23404">
                  <c:v>2.3367343574866486</c:v>
                </c:pt>
                <c:pt idx="23405">
                  <c:v>2.3352151601063715</c:v>
                </c:pt>
                <c:pt idx="23406">
                  <c:v>2.3345146260521745</c:v>
                </c:pt>
                <c:pt idx="23407">
                  <c:v>2.3331685017911692</c:v>
                </c:pt>
                <c:pt idx="23408">
                  <c:v>2.331344366057889</c:v>
                </c:pt>
                <c:pt idx="23409">
                  <c:v>2.3296905562515109</c:v>
                </c:pt>
                <c:pt idx="23410">
                  <c:v>2.3280092745214391</c:v>
                </c:pt>
                <c:pt idx="23411">
                  <c:v>2.3275669765499658</c:v>
                </c:pt>
                <c:pt idx="23412">
                  <c:v>2.327718072130283</c:v>
                </c:pt>
                <c:pt idx="23413">
                  <c:v>2.3283581679523526</c:v>
                </c:pt>
                <c:pt idx="23414">
                  <c:v>2.3263884310234939</c:v>
                </c:pt>
                <c:pt idx="23415">
                  <c:v>2.3227566427111492</c:v>
                </c:pt>
                <c:pt idx="23416">
                  <c:v>2.3193089162875542</c:v>
                </c:pt>
                <c:pt idx="23417">
                  <c:v>2.3164518362233797</c:v>
                </c:pt>
                <c:pt idx="23418">
                  <c:v>2.3160067910595372</c:v>
                </c:pt>
                <c:pt idx="23419">
                  <c:v>2.3174106063602999</c:v>
                </c:pt>
                <c:pt idx="23420">
                  <c:v>2.3166771059976705</c:v>
                </c:pt>
                <c:pt idx="23421">
                  <c:v>2.3130508120700646</c:v>
                </c:pt>
                <c:pt idx="23422">
                  <c:v>2.3097596756115251</c:v>
                </c:pt>
                <c:pt idx="23423">
                  <c:v>2.3079657589943077</c:v>
                </c:pt>
                <c:pt idx="23424">
                  <c:v>2.3075893936397001</c:v>
                </c:pt>
                <c:pt idx="23425">
                  <c:v>2.3064657919606164</c:v>
                </c:pt>
                <c:pt idx="23426">
                  <c:v>2.3046086899189029</c:v>
                </c:pt>
                <c:pt idx="23427">
                  <c:v>2.3028422452253796</c:v>
                </c:pt>
                <c:pt idx="23428">
                  <c:v>2.3014384299246169</c:v>
                </c:pt>
                <c:pt idx="23429">
                  <c:v>2.2991774906046021</c:v>
                </c:pt>
                <c:pt idx="23430">
                  <c:v>2.2972407199841762</c:v>
                </c:pt>
                <c:pt idx="23431">
                  <c:v>2.2971692929825718</c:v>
                </c:pt>
                <c:pt idx="23432">
                  <c:v>2.2965127140062855</c:v>
                </c:pt>
                <c:pt idx="23433">
                  <c:v>2.2952627414782092</c:v>
                </c:pt>
                <c:pt idx="23434">
                  <c:v>2.293474319245731</c:v>
                </c:pt>
                <c:pt idx="23435">
                  <c:v>2.2904606492165009</c:v>
                </c:pt>
                <c:pt idx="23436">
                  <c:v>2.2890403507615216</c:v>
                </c:pt>
                <c:pt idx="23437">
                  <c:v>2.2882986088217843</c:v>
                </c:pt>
                <c:pt idx="23438">
                  <c:v>2.2870349003318609</c:v>
                </c:pt>
                <c:pt idx="23439">
                  <c:v>2.2855981187226653</c:v>
                </c:pt>
                <c:pt idx="23440">
                  <c:v>2.2838206852596645</c:v>
                </c:pt>
                <c:pt idx="23441">
                  <c:v>2.2815844706709743</c:v>
                </c:pt>
                <c:pt idx="23442">
                  <c:v>2.2796614360123955</c:v>
                </c:pt>
                <c:pt idx="23443">
                  <c:v>2.2782768510582185</c:v>
                </c:pt>
                <c:pt idx="23444">
                  <c:v>2.2772301707654776</c:v>
                </c:pt>
                <c:pt idx="23445">
                  <c:v>2.2762027208193225</c:v>
                </c:pt>
                <c:pt idx="23446">
                  <c:v>2.2752961473374214</c:v>
                </c:pt>
                <c:pt idx="23447">
                  <c:v>2.275213731566339</c:v>
                </c:pt>
                <c:pt idx="23448">
                  <c:v>2.2747134678358716</c:v>
                </c:pt>
                <c:pt idx="23449">
                  <c:v>2.2729698248390147</c:v>
                </c:pt>
                <c:pt idx="23450">
                  <c:v>2.2722750598887935</c:v>
                </c:pt>
                <c:pt idx="23451">
                  <c:v>2.2712432144348478</c:v>
                </c:pt>
                <c:pt idx="23452">
                  <c:v>2.2691465572185225</c:v>
                </c:pt>
                <c:pt idx="23453">
                  <c:v>2.2660702512032702</c:v>
                </c:pt>
                <c:pt idx="23454">
                  <c:v>2.264176336783807</c:v>
                </c:pt>
                <c:pt idx="23455">
                  <c:v>2.263446133052021</c:v>
                </c:pt>
                <c:pt idx="23456">
                  <c:v>2.2636458539372759</c:v>
                </c:pt>
                <c:pt idx="23457">
                  <c:v>2.2623431353157075</c:v>
                </c:pt>
                <c:pt idx="23458">
                  <c:v>2.2615513944748469</c:v>
                </c:pt>
                <c:pt idx="23459">
                  <c:v>2.2615807894331992</c:v>
                </c:pt>
                <c:pt idx="23460">
                  <c:v>2.2607420716028219</c:v>
                </c:pt>
                <c:pt idx="23461">
                  <c:v>2.2591833146524252</c:v>
                </c:pt>
                <c:pt idx="23462">
                  <c:v>2.2577185116810621</c:v>
                </c:pt>
                <c:pt idx="23463">
                  <c:v>2.2568322674226939</c:v>
                </c:pt>
                <c:pt idx="23464">
                  <c:v>2.2557191050746139</c:v>
                </c:pt>
                <c:pt idx="23465">
                  <c:v>2.2525375815916133</c:v>
                </c:pt>
                <c:pt idx="23466">
                  <c:v>2.2498370914924948</c:v>
                </c:pt>
                <c:pt idx="23467">
                  <c:v>2.2491788642007871</c:v>
                </c:pt>
                <c:pt idx="23468">
                  <c:v>2.2486036021186346</c:v>
                </c:pt>
                <c:pt idx="23469">
                  <c:v>2.2471594030900421</c:v>
                </c:pt>
                <c:pt idx="23470">
                  <c:v>2.2450646689083755</c:v>
                </c:pt>
                <c:pt idx="23471">
                  <c:v>2.2439374958792113</c:v>
                </c:pt>
                <c:pt idx="23472">
                  <c:v>2.2435858552559282</c:v>
                </c:pt>
                <c:pt idx="23473">
                  <c:v>2.2404848245093514</c:v>
                </c:pt>
                <c:pt idx="23474">
                  <c:v>2.2375859871211623</c:v>
                </c:pt>
                <c:pt idx="23475">
                  <c:v>2.2364623854420782</c:v>
                </c:pt>
                <c:pt idx="23476">
                  <c:v>2.236709632755324</c:v>
                </c:pt>
                <c:pt idx="23477">
                  <c:v>2.2374362651370299</c:v>
                </c:pt>
                <c:pt idx="23478">
                  <c:v>2.236523373112679</c:v>
                </c:pt>
                <c:pt idx="23479">
                  <c:v>2.234970110547021</c:v>
                </c:pt>
                <c:pt idx="23480">
                  <c:v>2.2337393683655304</c:v>
                </c:pt>
                <c:pt idx="23481">
                  <c:v>2.2332602580163075</c:v>
                </c:pt>
                <c:pt idx="23482">
                  <c:v>2.2329160348124217</c:v>
                </c:pt>
                <c:pt idx="23483">
                  <c:v>2.2333072350058241</c:v>
                </c:pt>
                <c:pt idx="23484">
                  <c:v>2.232430605920749</c:v>
                </c:pt>
                <c:pt idx="23485">
                  <c:v>2.2327610931627877</c:v>
                </c:pt>
                <c:pt idx="23486">
                  <c:v>2.2320850091206785</c:v>
                </c:pt>
                <c:pt idx="23487">
                  <c:v>2.2284018483110262</c:v>
                </c:pt>
                <c:pt idx="23488">
                  <c:v>2.2251442275993933</c:v>
                </c:pt>
                <c:pt idx="23489">
                  <c:v>2.2240316146897872</c:v>
                </c:pt>
                <c:pt idx="23490">
                  <c:v>2.2238698050592296</c:v>
                </c:pt>
                <c:pt idx="23491">
                  <c:v>2.2227085668446849</c:v>
                </c:pt>
                <c:pt idx="23492">
                  <c:v>2.2225313729368588</c:v>
                </c:pt>
                <c:pt idx="23493">
                  <c:v>2.2232722907188851</c:v>
                </c:pt>
                <c:pt idx="23494">
                  <c:v>2.2247818729258699</c:v>
                </c:pt>
                <c:pt idx="23495">
                  <c:v>2.2237876640073844</c:v>
                </c:pt>
                <c:pt idx="23496">
                  <c:v>2.221158051471396</c:v>
                </c:pt>
                <c:pt idx="23497">
                  <c:v>2.2191817212808509</c:v>
                </c:pt>
                <c:pt idx="23498">
                  <c:v>2.2175649985714601</c:v>
                </c:pt>
                <c:pt idx="23499">
                  <c:v>2.215299389024417</c:v>
                </c:pt>
                <c:pt idx="23500">
                  <c:v>2.212797246214369</c:v>
                </c:pt>
                <c:pt idx="23501">
                  <c:v>2.2135722291817763</c:v>
                </c:pt>
                <c:pt idx="23502">
                  <c:v>2.2153820795147361</c:v>
                </c:pt>
                <c:pt idx="23503">
                  <c:v>2.2153743873761016</c:v>
                </c:pt>
                <c:pt idx="23504">
                  <c:v>2.2140219445726466</c:v>
                </c:pt>
                <c:pt idx="23505">
                  <c:v>2.2122807740489221</c:v>
                </c:pt>
                <c:pt idx="23506">
                  <c:v>2.2123079712533791</c:v>
                </c:pt>
                <c:pt idx="23507">
                  <c:v>2.2134329465286475</c:v>
                </c:pt>
                <c:pt idx="23508">
                  <c:v>2.2147895101206565</c:v>
                </c:pt>
                <c:pt idx="23509">
                  <c:v>2.2157100942836423</c:v>
                </c:pt>
                <c:pt idx="23510">
                  <c:v>2.2143744093536406</c:v>
                </c:pt>
                <c:pt idx="23511">
                  <c:v>2.2131260851409857</c:v>
                </c:pt>
                <c:pt idx="23512">
                  <c:v>2.2114321663260146</c:v>
                </c:pt>
                <c:pt idx="23513">
                  <c:v>2.2090459550339552</c:v>
                </c:pt>
                <c:pt idx="23514">
                  <c:v>2.2068042460605262</c:v>
                </c:pt>
                <c:pt idx="23515">
                  <c:v>2.2039655721852265</c:v>
                </c:pt>
                <c:pt idx="23516">
                  <c:v>2.2038493659480012</c:v>
                </c:pt>
                <c:pt idx="23517">
                  <c:v>2.2057718511681061</c:v>
                </c:pt>
                <c:pt idx="23518">
                  <c:v>2.206317168853432</c:v>
                </c:pt>
                <c:pt idx="23519">
                  <c:v>2.2049710445924267</c:v>
                </c:pt>
                <c:pt idx="23520">
                  <c:v>2.2045655589987034</c:v>
                </c:pt>
                <c:pt idx="23521">
                  <c:v>2.2043724313751345</c:v>
                </c:pt>
                <c:pt idx="23522">
                  <c:v>2.2023969253423004</c:v>
                </c:pt>
                <c:pt idx="23523">
                  <c:v>2.2011142612250278</c:v>
                </c:pt>
                <c:pt idx="23524">
                  <c:v>2.1988912331597108</c:v>
                </c:pt>
                <c:pt idx="23525">
                  <c:v>2.1980898771455575</c:v>
                </c:pt>
                <c:pt idx="23526">
                  <c:v>2.1980321861058001</c:v>
                </c:pt>
                <c:pt idx="23527">
                  <c:v>2.1981915232632252</c:v>
                </c:pt>
                <c:pt idx="23528">
                  <c:v>2.1975959319575393</c:v>
                </c:pt>
                <c:pt idx="23529">
                  <c:v>2.1953044988022241</c:v>
                </c:pt>
                <c:pt idx="23530">
                  <c:v>2.1946707215226038</c:v>
                </c:pt>
                <c:pt idx="23531">
                  <c:v>2.1955424056614139</c:v>
                </c:pt>
                <c:pt idx="23532">
                  <c:v>2.1945948990132087</c:v>
                </c:pt>
                <c:pt idx="23533">
                  <c:v>2.1920820421529199</c:v>
                </c:pt>
                <c:pt idx="23534">
                  <c:v>2.1897862134898132</c:v>
                </c:pt>
                <c:pt idx="23535">
                  <c:v>2.1896252280169666</c:v>
                </c:pt>
                <c:pt idx="23536">
                  <c:v>2.1907100942836419</c:v>
                </c:pt>
                <c:pt idx="23537">
                  <c:v>2.1925328564207378</c:v>
                </c:pt>
                <c:pt idx="23538">
                  <c:v>2.1940811740401309</c:v>
                </c:pt>
                <c:pt idx="23539">
                  <c:v>2.1949737368409483</c:v>
                </c:pt>
                <c:pt idx="23540">
                  <c:v>2.1945586360739324</c:v>
                </c:pt>
                <c:pt idx="23541">
                  <c:v>2.1939138700248346</c:v>
                </c:pt>
                <c:pt idx="23542">
                  <c:v>2.1930666358981119</c:v>
                </c:pt>
                <c:pt idx="23543">
                  <c:v>2.1916812267862245</c:v>
                </c:pt>
                <c:pt idx="23544">
                  <c:v>2.1908504758137184</c:v>
                </c:pt>
                <c:pt idx="23545">
                  <c:v>2.1897244016615018</c:v>
                </c:pt>
                <c:pt idx="23546">
                  <c:v>2.188715357904222</c:v>
                </c:pt>
                <c:pt idx="23547">
                  <c:v>2.1872305004285622</c:v>
                </c:pt>
                <c:pt idx="23548">
                  <c:v>2.1852646095690202</c:v>
                </c:pt>
                <c:pt idx="23549">
                  <c:v>2.1839893628711455</c:v>
                </c:pt>
                <c:pt idx="23550">
                  <c:v>2.1842377090613394</c:v>
                </c:pt>
                <c:pt idx="23551">
                  <c:v>2.1834017384233313</c:v>
                </c:pt>
                <c:pt idx="23552">
                  <c:v>2.1842028197182479</c:v>
                </c:pt>
                <c:pt idx="23553">
                  <c:v>2.1856423485198126</c:v>
                </c:pt>
                <c:pt idx="23554">
                  <c:v>2.1849278037845323</c:v>
                </c:pt>
                <c:pt idx="23555">
                  <c:v>2.1856071844574845</c:v>
                </c:pt>
                <c:pt idx="23556">
                  <c:v>2.1860189885936574</c:v>
                </c:pt>
                <c:pt idx="23557">
                  <c:v>2.1839061229423531</c:v>
                </c:pt>
                <c:pt idx="23558">
                  <c:v>2.1803083998153885</c:v>
                </c:pt>
                <c:pt idx="23559">
                  <c:v>2.1782103690028789</c:v>
                </c:pt>
                <c:pt idx="23560">
                  <c:v>2.17798674754401</c:v>
                </c:pt>
                <c:pt idx="23561">
                  <c:v>2.177845541856223</c:v>
                </c:pt>
                <c:pt idx="23562">
                  <c:v>2.1771178105975695</c:v>
                </c:pt>
                <c:pt idx="23563">
                  <c:v>2.1761115140326588</c:v>
                </c:pt>
                <c:pt idx="23564">
                  <c:v>2.1748126414804072</c:v>
                </c:pt>
                <c:pt idx="23565">
                  <c:v>2.1720253401024152</c:v>
                </c:pt>
                <c:pt idx="23566">
                  <c:v>2.1716629854288918</c:v>
                </c:pt>
                <c:pt idx="23567">
                  <c:v>2.1715904595503397</c:v>
                </c:pt>
                <c:pt idx="23568">
                  <c:v>2.1710808553658163</c:v>
                </c:pt>
                <c:pt idx="23569">
                  <c:v>2.1711204149359355</c:v>
                </c:pt>
                <c:pt idx="23570">
                  <c:v>2.1725104942748512</c:v>
                </c:pt>
                <c:pt idx="23571">
                  <c:v>2.1722080283949805</c:v>
                </c:pt>
                <c:pt idx="23572">
                  <c:v>2.170131425682952</c:v>
                </c:pt>
                <c:pt idx="23573">
                  <c:v>2.1685377793894638</c:v>
                </c:pt>
                <c:pt idx="23574">
                  <c:v>2.1676872486318981</c:v>
                </c:pt>
                <c:pt idx="23575">
                  <c:v>2.1665963385420102</c:v>
                </c:pt>
                <c:pt idx="23576">
                  <c:v>2.1650276916990836</c:v>
                </c:pt>
                <c:pt idx="23577">
                  <c:v>2.1641002395551747</c:v>
                </c:pt>
                <c:pt idx="23578">
                  <c:v>2.1644680886134369</c:v>
                </c:pt>
                <c:pt idx="23579">
                  <c:v>2.1649603854860331</c:v>
                </c:pt>
                <c:pt idx="23580">
                  <c:v>2.16316701830729</c:v>
                </c:pt>
                <c:pt idx="23581">
                  <c:v>2.1605983934419024</c:v>
                </c:pt>
                <c:pt idx="23582">
                  <c:v>2.1622434122326983</c:v>
                </c:pt>
                <c:pt idx="23583">
                  <c:v>2.1640689215621634</c:v>
                </c:pt>
                <c:pt idx="23584">
                  <c:v>2.1649485725588447</c:v>
                </c:pt>
                <c:pt idx="23585">
                  <c:v>2.1641370519329244</c:v>
                </c:pt>
                <c:pt idx="23586">
                  <c:v>2.1614118371024813</c:v>
                </c:pt>
                <c:pt idx="23587">
                  <c:v>2.1598618711676667</c:v>
                </c:pt>
                <c:pt idx="23588">
                  <c:v>2.1587132700380209</c:v>
                </c:pt>
                <c:pt idx="23589">
                  <c:v>2.1573402232917958</c:v>
                </c:pt>
                <c:pt idx="23590">
                  <c:v>2.1577992791367224</c:v>
                </c:pt>
                <c:pt idx="23591">
                  <c:v>2.1582767411705239</c:v>
                </c:pt>
                <c:pt idx="23592">
                  <c:v>2.1575149447264894</c:v>
                </c:pt>
                <c:pt idx="23593">
                  <c:v>2.1551460407463572</c:v>
                </c:pt>
                <c:pt idx="23594">
                  <c:v>2.1535620096261621</c:v>
                </c:pt>
                <c:pt idx="23595">
                  <c:v>2.1522040724379683</c:v>
                </c:pt>
                <c:pt idx="23596">
                  <c:v>2.1507095997890158</c:v>
                </c:pt>
                <c:pt idx="23597">
                  <c:v>2.150510703061471</c:v>
                </c:pt>
                <c:pt idx="23598">
                  <c:v>2.150265653502121</c:v>
                </c:pt>
                <c:pt idx="23599">
                  <c:v>2.1511268983099274</c:v>
                </c:pt>
                <c:pt idx="23600">
                  <c:v>2.1515230434495947</c:v>
                </c:pt>
                <c:pt idx="23601">
                  <c:v>2.1508851453814204</c:v>
                </c:pt>
                <c:pt idx="23602">
                  <c:v>2.1506362497527527</c:v>
                </c:pt>
                <c:pt idx="23603">
                  <c:v>2.1502225225819211</c:v>
                </c:pt>
                <c:pt idx="23604">
                  <c:v>2.1503260917342475</c:v>
                </c:pt>
                <c:pt idx="23605">
                  <c:v>2.149762642579284</c:v>
                </c:pt>
                <c:pt idx="23606">
                  <c:v>2.1479159798685745</c:v>
                </c:pt>
                <c:pt idx="23607">
                  <c:v>2.1441234808026195</c:v>
                </c:pt>
                <c:pt idx="23608">
                  <c:v>2.1421485242082592</c:v>
                </c:pt>
                <c:pt idx="23609">
                  <c:v>2.1421834135513507</c:v>
                </c:pt>
                <c:pt idx="23610">
                  <c:v>2.1442971033603655</c:v>
                </c:pt>
                <c:pt idx="23611">
                  <c:v>2.1453924089580449</c:v>
                </c:pt>
                <c:pt idx="23612">
                  <c:v>2.1437328300476914</c:v>
                </c:pt>
                <c:pt idx="23613">
                  <c:v>2.1427872464341444</c:v>
                </c:pt>
                <c:pt idx="23614">
                  <c:v>2.141497164897475</c:v>
                </c:pt>
                <c:pt idx="23615">
                  <c:v>2.1404040570536913</c:v>
                </c:pt>
                <c:pt idx="23616">
                  <c:v>2.1397812685435484</c:v>
                </c:pt>
                <c:pt idx="23617">
                  <c:v>2.1398752225225821</c:v>
                </c:pt>
                <c:pt idx="23618">
                  <c:v>2.1386208544867147</c:v>
                </c:pt>
                <c:pt idx="23619">
                  <c:v>2.1383340476033492</c:v>
                </c:pt>
                <c:pt idx="23620">
                  <c:v>2.1383406408650361</c:v>
                </c:pt>
                <c:pt idx="23621">
                  <c:v>2.1379057603129601</c:v>
                </c:pt>
                <c:pt idx="23622">
                  <c:v>2.1361577218083121</c:v>
                </c:pt>
                <c:pt idx="23623">
                  <c:v>2.1358761345904487</c:v>
                </c:pt>
                <c:pt idx="23624">
                  <c:v>2.1372351706555901</c:v>
                </c:pt>
                <c:pt idx="23625">
                  <c:v>2.1354069141337555</c:v>
                </c:pt>
                <c:pt idx="23626">
                  <c:v>2.133097074789565</c:v>
                </c:pt>
                <c:pt idx="23627">
                  <c:v>2.1312787081602602</c:v>
                </c:pt>
                <c:pt idx="23628">
                  <c:v>2.1292232588294762</c:v>
                </c:pt>
                <c:pt idx="23629">
                  <c:v>2.1292996307773455</c:v>
                </c:pt>
                <c:pt idx="23630">
                  <c:v>2.1294861651392276</c:v>
                </c:pt>
                <c:pt idx="23631">
                  <c:v>2.1291804026285135</c:v>
                </c:pt>
                <c:pt idx="23632">
                  <c:v>2.1286974462099733</c:v>
                </c:pt>
                <c:pt idx="23633">
                  <c:v>2.128926836772818</c:v>
                </c:pt>
                <c:pt idx="23634">
                  <c:v>2.1284350893386961</c:v>
                </c:pt>
                <c:pt idx="23635">
                  <c:v>2.128502120832509</c:v>
                </c:pt>
                <c:pt idx="23636">
                  <c:v>2.1273084657480057</c:v>
                </c:pt>
                <c:pt idx="23637">
                  <c:v>2.1259782752027427</c:v>
                </c:pt>
                <c:pt idx="23638">
                  <c:v>2.1241939737588185</c:v>
                </c:pt>
                <c:pt idx="23639">
                  <c:v>2.1231961934902528</c:v>
                </c:pt>
                <c:pt idx="23640">
                  <c:v>2.1229731214698577</c:v>
                </c:pt>
                <c:pt idx="23641">
                  <c:v>2.1234522318190807</c:v>
                </c:pt>
                <c:pt idx="23642">
                  <c:v>2.1243769367706204</c:v>
                </c:pt>
                <c:pt idx="23643">
                  <c:v>2.1248098942880378</c:v>
                </c:pt>
                <c:pt idx="23644">
                  <c:v>2.124971978637832</c:v>
                </c:pt>
                <c:pt idx="23645">
                  <c:v>2.1246629194962749</c:v>
                </c:pt>
                <c:pt idx="23646">
                  <c:v>2.1238511241511175</c:v>
                </c:pt>
                <c:pt idx="23647">
                  <c:v>2.1221201182391596</c:v>
                </c:pt>
                <c:pt idx="23648">
                  <c:v>2.1204588910133841</c:v>
                </c:pt>
                <c:pt idx="23649">
                  <c:v>2.118555636139865</c:v>
                </c:pt>
                <c:pt idx="23650">
                  <c:v>2.1161883804751542</c:v>
                </c:pt>
                <c:pt idx="23651">
                  <c:v>2.1144521548976947</c:v>
                </c:pt>
                <c:pt idx="23652">
                  <c:v>2.1135903606514144</c:v>
                </c:pt>
                <c:pt idx="23653">
                  <c:v>2.1123681347662688</c:v>
                </c:pt>
                <c:pt idx="23654">
                  <c:v>2.1123736291510076</c:v>
                </c:pt>
                <c:pt idx="23655">
                  <c:v>2.1123972550053844</c:v>
                </c:pt>
                <c:pt idx="23656">
                  <c:v>2.1126618096305574</c:v>
                </c:pt>
                <c:pt idx="23657">
                  <c:v>2.1128568602887849</c:v>
                </c:pt>
                <c:pt idx="23658">
                  <c:v>2.1115618338058506</c:v>
                </c:pt>
                <c:pt idx="23659">
                  <c:v>2.1109030570756686</c:v>
                </c:pt>
                <c:pt idx="23660">
                  <c:v>2.1103492230939978</c:v>
                </c:pt>
                <c:pt idx="23661">
                  <c:v>2.1098181908089932</c:v>
                </c:pt>
                <c:pt idx="23662">
                  <c:v>2.1102863123887388</c:v>
                </c:pt>
                <c:pt idx="23663">
                  <c:v>2.1095492406760292</c:v>
                </c:pt>
                <c:pt idx="23664">
                  <c:v>2.1069602865871078</c:v>
                </c:pt>
                <c:pt idx="23665">
                  <c:v>2.1048045647348408</c:v>
                </c:pt>
                <c:pt idx="23666">
                  <c:v>2.1045858882222368</c:v>
                </c:pt>
                <c:pt idx="23667">
                  <c:v>2.1059454737258521</c:v>
                </c:pt>
                <c:pt idx="23668">
                  <c:v>2.1054616931496013</c:v>
                </c:pt>
                <c:pt idx="23669">
                  <c:v>2.1036724467594117</c:v>
                </c:pt>
                <c:pt idx="23670">
                  <c:v>2.1017941913364542</c:v>
                </c:pt>
                <c:pt idx="23671">
                  <c:v>2.1008579481769631</c:v>
                </c:pt>
                <c:pt idx="23672">
                  <c:v>2.1012576646667105</c:v>
                </c:pt>
                <c:pt idx="23673">
                  <c:v>2.1007867958945958</c:v>
                </c:pt>
                <c:pt idx="23674">
                  <c:v>2.0986019538032132</c:v>
                </c:pt>
                <c:pt idx="23675">
                  <c:v>2.0984365728225751</c:v>
                </c:pt>
                <c:pt idx="23676">
                  <c:v>2.0991676007120721</c:v>
                </c:pt>
                <c:pt idx="23677">
                  <c:v>2.0977797191270522</c:v>
                </c:pt>
                <c:pt idx="23678">
                  <c:v>2.0973327509285511</c:v>
                </c:pt>
                <c:pt idx="23679">
                  <c:v>2.0967827630161975</c:v>
                </c:pt>
                <c:pt idx="23680">
                  <c:v>2.0966500736247555</c:v>
                </c:pt>
                <c:pt idx="23681">
                  <c:v>2.0964410122854442</c:v>
                </c:pt>
                <c:pt idx="23682">
                  <c:v>2.0965401859299795</c:v>
                </c:pt>
                <c:pt idx="23683">
                  <c:v>2.0961094261664579</c:v>
                </c:pt>
                <c:pt idx="23684">
                  <c:v>2.0959951429638908</c:v>
                </c:pt>
                <c:pt idx="23685">
                  <c:v>2.095556416342498</c:v>
                </c:pt>
                <c:pt idx="23686">
                  <c:v>2.0937905210874486</c:v>
                </c:pt>
                <c:pt idx="23687">
                  <c:v>2.0937462912903015</c:v>
                </c:pt>
                <c:pt idx="23688">
                  <c:v>2.093182017977627</c:v>
                </c:pt>
                <c:pt idx="23689">
                  <c:v>2.0915977121381948</c:v>
                </c:pt>
                <c:pt idx="23690">
                  <c:v>2.0902416979846596</c:v>
                </c:pt>
                <c:pt idx="23691">
                  <c:v>2.089677974110459</c:v>
                </c:pt>
                <c:pt idx="23692">
                  <c:v>2.0891642491373816</c:v>
                </c:pt>
                <c:pt idx="23693">
                  <c:v>2.0890046372607194</c:v>
                </c:pt>
                <c:pt idx="23694">
                  <c:v>2.0894922639062878</c:v>
                </c:pt>
                <c:pt idx="23695">
                  <c:v>2.090335102525219</c:v>
                </c:pt>
                <c:pt idx="23696">
                  <c:v>2.0880563064548032</c:v>
                </c:pt>
                <c:pt idx="23697">
                  <c:v>2.0868868266631502</c:v>
                </c:pt>
                <c:pt idx="23698">
                  <c:v>2.0868972659941538</c:v>
                </c:pt>
                <c:pt idx="23699">
                  <c:v>2.0865816135909103</c:v>
                </c:pt>
                <c:pt idx="23700">
                  <c:v>2.087120612733786</c:v>
                </c:pt>
                <c:pt idx="23701">
                  <c:v>2.0862846420957779</c:v>
                </c:pt>
                <c:pt idx="23702">
                  <c:v>2.083700083514648</c:v>
                </c:pt>
                <c:pt idx="23703">
                  <c:v>2.0827303246082502</c:v>
                </c:pt>
                <c:pt idx="23704">
                  <c:v>2.083627832355333</c:v>
                </c:pt>
                <c:pt idx="23705">
                  <c:v>2.0850404386716774</c:v>
                </c:pt>
                <c:pt idx="23706">
                  <c:v>2.0841591393595746</c:v>
                </c:pt>
                <c:pt idx="23707">
                  <c:v>2.0833058614096394</c:v>
                </c:pt>
                <c:pt idx="23708">
                  <c:v>2.0827599942858397</c:v>
                </c:pt>
                <c:pt idx="23709">
                  <c:v>2.0814166172172039</c:v>
                </c:pt>
                <c:pt idx="23710">
                  <c:v>2.0795685809103097</c:v>
                </c:pt>
                <c:pt idx="23711">
                  <c:v>2.0796559416276565</c:v>
                </c:pt>
                <c:pt idx="23712">
                  <c:v>2.0814701874684074</c:v>
                </c:pt>
                <c:pt idx="23713">
                  <c:v>2.0815388672776423</c:v>
                </c:pt>
                <c:pt idx="23714">
                  <c:v>2.0807485000329664</c:v>
                </c:pt>
                <c:pt idx="23715">
                  <c:v>2.0796658315201864</c:v>
                </c:pt>
                <c:pt idx="23716">
                  <c:v>2.0788565086481614</c:v>
                </c:pt>
                <c:pt idx="23717">
                  <c:v>2.0809707478956505</c:v>
                </c:pt>
                <c:pt idx="23718">
                  <c:v>2.082413298608822</c:v>
                </c:pt>
                <c:pt idx="23719">
                  <c:v>2.082429507043801</c:v>
                </c:pt>
                <c:pt idx="23720">
                  <c:v>2.0815490318894092</c:v>
                </c:pt>
                <c:pt idx="23721">
                  <c:v>2.0793652886749743</c:v>
                </c:pt>
                <c:pt idx="23722">
                  <c:v>2.0781480077360936</c:v>
                </c:pt>
                <c:pt idx="23723">
                  <c:v>2.0787153029603744</c:v>
                </c:pt>
                <c:pt idx="23724">
                  <c:v>2.0790128238939802</c:v>
                </c:pt>
                <c:pt idx="23725">
                  <c:v>2.0790312300828555</c:v>
                </c:pt>
                <c:pt idx="23726">
                  <c:v>2.0783427836750841</c:v>
                </c:pt>
                <c:pt idx="23727">
                  <c:v>2.077626041185908</c:v>
                </c:pt>
                <c:pt idx="23728">
                  <c:v>2.0778392233137732</c:v>
                </c:pt>
                <c:pt idx="23729">
                  <c:v>2.0771362167864442</c:v>
                </c:pt>
                <c:pt idx="23730">
                  <c:v>2.0769213863431575</c:v>
                </c:pt>
                <c:pt idx="23731">
                  <c:v>2.0768230368563327</c:v>
                </c:pt>
                <c:pt idx="23732">
                  <c:v>2.0762296433045426</c:v>
                </c:pt>
                <c:pt idx="23733">
                  <c:v>2.0758384431111403</c:v>
                </c:pt>
                <c:pt idx="23734">
                  <c:v>2.0754832311377771</c:v>
                </c:pt>
                <c:pt idx="23735">
                  <c:v>2.0739590888112351</c:v>
                </c:pt>
                <c:pt idx="23736">
                  <c:v>2.0723398936287114</c:v>
                </c:pt>
                <c:pt idx="23737">
                  <c:v>2.0715116151293378</c:v>
                </c:pt>
                <c:pt idx="23738">
                  <c:v>2.070300103294433</c:v>
                </c:pt>
                <c:pt idx="23739">
                  <c:v>2.0692905100986794</c:v>
                </c:pt>
                <c:pt idx="23740">
                  <c:v>2.070063570031428</c:v>
                </c:pt>
                <c:pt idx="23741">
                  <c:v>2.072039625502736</c:v>
                </c:pt>
                <c:pt idx="23742">
                  <c:v>2.0714778246631944</c:v>
                </c:pt>
                <c:pt idx="23743">
                  <c:v>2.0694036944242984</c:v>
                </c:pt>
                <c:pt idx="23744">
                  <c:v>2.069250675809323</c:v>
                </c:pt>
                <c:pt idx="23745">
                  <c:v>2.0701577987296984</c:v>
                </c:pt>
                <c:pt idx="23746">
                  <c:v>2.070345981407002</c:v>
                </c:pt>
                <c:pt idx="23747">
                  <c:v>2.0704044966044703</c:v>
                </c:pt>
                <c:pt idx="23748">
                  <c:v>2.0708866288652996</c:v>
                </c:pt>
                <c:pt idx="23749">
                  <c:v>2.0720066591943036</c:v>
                </c:pt>
                <c:pt idx="23750">
                  <c:v>2.0718863321685239</c:v>
                </c:pt>
                <c:pt idx="23751">
                  <c:v>2.0734868464429352</c:v>
                </c:pt>
                <c:pt idx="23752">
                  <c:v>2.0746758313004108</c:v>
                </c:pt>
                <c:pt idx="23753">
                  <c:v>2.0734948133008064</c:v>
                </c:pt>
                <c:pt idx="23754">
                  <c:v>2.0697284125623612</c:v>
                </c:pt>
                <c:pt idx="23755">
                  <c:v>2.0663392013362345</c:v>
                </c:pt>
                <c:pt idx="23756">
                  <c:v>2.065312850267027</c:v>
                </c:pt>
                <c:pt idx="23757">
                  <c:v>2.0649793411133821</c:v>
                </c:pt>
                <c:pt idx="23758">
                  <c:v>2.0650603832882792</c:v>
                </c:pt>
                <c:pt idx="23759">
                  <c:v>2.0669499021999518</c:v>
                </c:pt>
                <c:pt idx="23760">
                  <c:v>2.0689927144458364</c:v>
                </c:pt>
                <c:pt idx="23761">
                  <c:v>2.0690471088547504</c:v>
                </c:pt>
                <c:pt idx="23762">
                  <c:v>2.0681169095184719</c:v>
                </c:pt>
                <c:pt idx="23763">
                  <c:v>2.0679498802224128</c:v>
                </c:pt>
                <c:pt idx="23764">
                  <c:v>2.0679446605569107</c:v>
                </c:pt>
                <c:pt idx="23765">
                  <c:v>2.0667581481725676</c:v>
                </c:pt>
                <c:pt idx="23766">
                  <c:v>2.0668353442781475</c:v>
                </c:pt>
                <c:pt idx="23767">
                  <c:v>2.067537526647766</c:v>
                </c:pt>
                <c:pt idx="23768">
                  <c:v>2.0687839278257623</c:v>
                </c:pt>
                <c:pt idx="23769">
                  <c:v>2.0692910595371532</c:v>
                </c:pt>
                <c:pt idx="23770">
                  <c:v>2.0689144194633085</c:v>
                </c:pt>
                <c:pt idx="23771">
                  <c:v>2.0681446561614032</c:v>
                </c:pt>
                <c:pt idx="23772">
                  <c:v>2.0668545746247333</c:v>
                </c:pt>
                <c:pt idx="23773">
                  <c:v>2.0668886398101138</c:v>
                </c:pt>
                <c:pt idx="23774">
                  <c:v>2.0674509900881297</c:v>
                </c:pt>
                <c:pt idx="23775">
                  <c:v>2.0677001604360346</c:v>
                </c:pt>
                <c:pt idx="23776">
                  <c:v>2.0677844992417751</c:v>
                </c:pt>
                <c:pt idx="23777">
                  <c:v>2.066148546185798</c:v>
                </c:pt>
                <c:pt idx="23778">
                  <c:v>2.0643447396760513</c:v>
                </c:pt>
                <c:pt idx="23779">
                  <c:v>2.0630307575657678</c:v>
                </c:pt>
                <c:pt idx="23780">
                  <c:v>2.0648950023076416</c:v>
                </c:pt>
                <c:pt idx="23781">
                  <c:v>2.0679408144875935</c:v>
                </c:pt>
                <c:pt idx="23782">
                  <c:v>2.069104250456034</c:v>
                </c:pt>
                <c:pt idx="23783">
                  <c:v>2.0688347508845961</c:v>
                </c:pt>
                <c:pt idx="23784">
                  <c:v>2.0695863827168632</c:v>
                </c:pt>
                <c:pt idx="23785">
                  <c:v>2.0715212303026309</c:v>
                </c:pt>
                <c:pt idx="23786">
                  <c:v>2.0719291883694866</c:v>
                </c:pt>
                <c:pt idx="23787">
                  <c:v>2.0703305971297334</c:v>
                </c:pt>
                <c:pt idx="23788">
                  <c:v>2.069510285488231</c:v>
                </c:pt>
                <c:pt idx="23789">
                  <c:v>2.0695943495747344</c:v>
                </c:pt>
                <c:pt idx="23790">
                  <c:v>2.0685292630931187</c:v>
                </c:pt>
                <c:pt idx="23791">
                  <c:v>2.0682474011560186</c:v>
                </c:pt>
                <c:pt idx="23792">
                  <c:v>2.068113612887629</c:v>
                </c:pt>
                <c:pt idx="23793">
                  <c:v>2.0681586668424869</c:v>
                </c:pt>
                <c:pt idx="23794">
                  <c:v>2.0686740401309862</c:v>
                </c:pt>
                <c:pt idx="23795">
                  <c:v>2.0686982154238369</c:v>
                </c:pt>
                <c:pt idx="23796">
                  <c:v>2.06906688863981</c:v>
                </c:pt>
                <c:pt idx="23797">
                  <c:v>2.0684070130326808</c:v>
                </c:pt>
                <c:pt idx="23798">
                  <c:v>2.0675306586668425</c:v>
                </c:pt>
                <c:pt idx="23799">
                  <c:v>2.0667751807652577</c:v>
                </c:pt>
                <c:pt idx="23800">
                  <c:v>2.067086437660711</c:v>
                </c:pt>
                <c:pt idx="23801">
                  <c:v>2.0678641678204874</c:v>
                </c:pt>
                <c:pt idx="23802">
                  <c:v>2.0694020461088769</c:v>
                </c:pt>
                <c:pt idx="23803">
                  <c:v>2.0697437968396297</c:v>
                </c:pt>
                <c:pt idx="23804">
                  <c:v>2.0695753939473858</c:v>
                </c:pt>
                <c:pt idx="23805">
                  <c:v>2.0697968176523593</c:v>
                </c:pt>
                <c:pt idx="23806">
                  <c:v>2.0704303202127425</c:v>
                </c:pt>
                <c:pt idx="23807">
                  <c:v>2.0710690424386278</c:v>
                </c:pt>
                <c:pt idx="23808">
                  <c:v>2.0708770136920069</c:v>
                </c:pt>
                <c:pt idx="23809">
                  <c:v>2.0688800795586912</c:v>
                </c:pt>
                <c:pt idx="23810">
                  <c:v>2.0686111294257268</c:v>
                </c:pt>
                <c:pt idx="23811">
                  <c:v>2.0698841783697062</c:v>
                </c:pt>
                <c:pt idx="23812">
                  <c:v>2.0707083360805258</c:v>
                </c:pt>
                <c:pt idx="23813">
                  <c:v>2.0711426671941275</c:v>
                </c:pt>
                <c:pt idx="23814">
                  <c:v>2.0713662886529964</c:v>
                </c:pt>
                <c:pt idx="23815">
                  <c:v>2.0706693259488804</c:v>
                </c:pt>
                <c:pt idx="23816">
                  <c:v>2.0701613700797785</c:v>
                </c:pt>
                <c:pt idx="23817">
                  <c:v>2.0706182281708094</c:v>
                </c:pt>
                <c:pt idx="23818">
                  <c:v>2.0691693589151887</c:v>
                </c:pt>
                <c:pt idx="23819">
                  <c:v>2.0665419441330961</c:v>
                </c:pt>
                <c:pt idx="23820">
                  <c:v>2.0647543460583284</c:v>
                </c:pt>
                <c:pt idx="23821">
                  <c:v>2.0662842574888463</c:v>
                </c:pt>
                <c:pt idx="23822">
                  <c:v>2.0699278587283798</c:v>
                </c:pt>
                <c:pt idx="23823">
                  <c:v>2.070994593525417</c:v>
                </c:pt>
                <c:pt idx="23824">
                  <c:v>2.0709396496780292</c:v>
                </c:pt>
                <c:pt idx="23825">
                  <c:v>2.0715775477462035</c:v>
                </c:pt>
                <c:pt idx="23826">
                  <c:v>2.0708893760576692</c:v>
                </c:pt>
                <c:pt idx="23827">
                  <c:v>2.0702300498890134</c:v>
                </c:pt>
                <c:pt idx="23828">
                  <c:v>2.071611612931584</c:v>
                </c:pt>
                <c:pt idx="23829">
                  <c:v>2.0732115777675215</c:v>
                </c:pt>
                <c:pt idx="23830">
                  <c:v>2.0728849365948001</c:v>
                </c:pt>
                <c:pt idx="23831">
                  <c:v>2.0715857893233114</c:v>
                </c:pt>
                <c:pt idx="23832">
                  <c:v>2.0698253884530011</c:v>
                </c:pt>
                <c:pt idx="23833">
                  <c:v>2.068605635040988</c:v>
                </c:pt>
                <c:pt idx="23834">
                  <c:v>2.0680636139865056</c:v>
                </c:pt>
                <c:pt idx="23835">
                  <c:v>2.069665227137865</c:v>
                </c:pt>
                <c:pt idx="23836">
                  <c:v>2.0718904529570779</c:v>
                </c:pt>
                <c:pt idx="23837">
                  <c:v>2.0730618557833895</c:v>
                </c:pt>
                <c:pt idx="23838">
                  <c:v>2.072154458143777</c:v>
                </c:pt>
                <c:pt idx="23839">
                  <c:v>2.0713879914727147</c:v>
                </c:pt>
                <c:pt idx="23840">
                  <c:v>2.0703948814311772</c:v>
                </c:pt>
                <c:pt idx="23841">
                  <c:v>2.0700594492428737</c:v>
                </c:pt>
                <c:pt idx="23842">
                  <c:v>2.0711025581855345</c:v>
                </c:pt>
                <c:pt idx="23843">
                  <c:v>2.0709325069778686</c:v>
                </c:pt>
                <c:pt idx="23844">
                  <c:v>2.0707594338585964</c:v>
                </c:pt>
                <c:pt idx="23845">
                  <c:v>2.0697231928968596</c:v>
                </c:pt>
                <c:pt idx="23846">
                  <c:v>2.0699635722291818</c:v>
                </c:pt>
                <c:pt idx="23847">
                  <c:v>2.0699589020021536</c:v>
                </c:pt>
                <c:pt idx="23848">
                  <c:v>2.0698830794927585</c:v>
                </c:pt>
                <c:pt idx="23849">
                  <c:v>2.0715998000043956</c:v>
                </c:pt>
                <c:pt idx="23850">
                  <c:v>2.0727489505725147</c:v>
                </c:pt>
                <c:pt idx="23851">
                  <c:v>2.0722008856948197</c:v>
                </c:pt>
                <c:pt idx="23852">
                  <c:v>2.0711028329047712</c:v>
                </c:pt>
                <c:pt idx="23853">
                  <c:v>2.071021790729874</c:v>
                </c:pt>
                <c:pt idx="23854">
                  <c:v>2.0696819850113184</c:v>
                </c:pt>
                <c:pt idx="23855">
                  <c:v>2.0694484736599197</c:v>
                </c:pt>
                <c:pt idx="23856">
                  <c:v>2.0713462341487001</c:v>
                </c:pt>
                <c:pt idx="23857">
                  <c:v>2.0723684644293532</c:v>
                </c:pt>
                <c:pt idx="23858">
                  <c:v>2.0726830179556495</c:v>
                </c:pt>
                <c:pt idx="23859">
                  <c:v>2.0723585745368234</c:v>
                </c:pt>
                <c:pt idx="23860">
                  <c:v>2.0730953715302962</c:v>
                </c:pt>
                <c:pt idx="23861">
                  <c:v>2.072762137095888</c:v>
                </c:pt>
                <c:pt idx="23862">
                  <c:v>2.0708849805498781</c:v>
                </c:pt>
                <c:pt idx="23863">
                  <c:v>2.0717105118568822</c:v>
                </c:pt>
                <c:pt idx="23864">
                  <c:v>2.0737464561218433</c:v>
                </c:pt>
                <c:pt idx="23865">
                  <c:v>2.0734552537306872</c:v>
                </c:pt>
                <c:pt idx="23866">
                  <c:v>2.0718616074371994</c:v>
                </c:pt>
                <c:pt idx="23867">
                  <c:v>2.0705558669040243</c:v>
                </c:pt>
                <c:pt idx="23868">
                  <c:v>2.0705907562471153</c:v>
                </c:pt>
                <c:pt idx="23869">
                  <c:v>2.0714113426078549</c:v>
                </c:pt>
                <c:pt idx="23870">
                  <c:v>2.071917100723061</c:v>
                </c:pt>
                <c:pt idx="23871">
                  <c:v>2.0716308432781698</c:v>
                </c:pt>
                <c:pt idx="23872">
                  <c:v>2.0712064020570975</c:v>
                </c:pt>
                <c:pt idx="23873">
                  <c:v>2.0714415617239181</c:v>
                </c:pt>
                <c:pt idx="23874">
                  <c:v>2.0712223357728403</c:v>
                </c:pt>
                <c:pt idx="23875">
                  <c:v>2.0714154633964088</c:v>
                </c:pt>
                <c:pt idx="23876">
                  <c:v>2.0709498142897957</c:v>
                </c:pt>
                <c:pt idx="23877">
                  <c:v>2.0707866310630534</c:v>
                </c:pt>
                <c:pt idx="23878">
                  <c:v>2.0712305773499482</c:v>
                </c:pt>
                <c:pt idx="23879">
                  <c:v>2.0720577569723742</c:v>
                </c:pt>
                <c:pt idx="23880">
                  <c:v>2.0735835476143381</c:v>
                </c:pt>
                <c:pt idx="23881">
                  <c:v>2.0755109777807079</c:v>
                </c:pt>
                <c:pt idx="23882">
                  <c:v>2.0760546471506123</c:v>
                </c:pt>
                <c:pt idx="23883">
                  <c:v>2.0746417661150303</c:v>
                </c:pt>
                <c:pt idx="23884">
                  <c:v>2.0733747609942639</c:v>
                </c:pt>
                <c:pt idx="23885">
                  <c:v>2.0726629634513527</c:v>
                </c:pt>
                <c:pt idx="23886">
                  <c:v>2.0719736928858707</c:v>
                </c:pt>
                <c:pt idx="23887">
                  <c:v>2.0717981472934661</c:v>
                </c:pt>
                <c:pt idx="23888">
                  <c:v>2.0723920902837301</c:v>
                </c:pt>
                <c:pt idx="23889">
                  <c:v>2.0733912441484801</c:v>
                </c:pt>
                <c:pt idx="23890">
                  <c:v>2.0731794356167996</c:v>
                </c:pt>
                <c:pt idx="23891">
                  <c:v>2.0727231269642425</c:v>
                </c:pt>
                <c:pt idx="23892">
                  <c:v>2.0729541658425088</c:v>
                </c:pt>
                <c:pt idx="23893">
                  <c:v>2.0741068877607085</c:v>
                </c:pt>
                <c:pt idx="23894">
                  <c:v>2.0754917474341221</c:v>
                </c:pt>
                <c:pt idx="23895">
                  <c:v>2.0748890134282765</c:v>
                </c:pt>
                <c:pt idx="23896">
                  <c:v>2.0745159447045118</c:v>
                </c:pt>
                <c:pt idx="23897">
                  <c:v>2.075341750730753</c:v>
                </c:pt>
                <c:pt idx="23898">
                  <c:v>2.0743846289092547</c:v>
                </c:pt>
                <c:pt idx="23899">
                  <c:v>2.0721506120744597</c:v>
                </c:pt>
                <c:pt idx="23900">
                  <c:v>2.0698415968879806</c:v>
                </c:pt>
                <c:pt idx="23901">
                  <c:v>2.0685762400826357</c:v>
                </c:pt>
                <c:pt idx="23902">
                  <c:v>2.0672935759653632</c:v>
                </c:pt>
                <c:pt idx="23903">
                  <c:v>2.067661699742863</c:v>
                </c:pt>
                <c:pt idx="23904">
                  <c:v>2.0693429814729347</c:v>
                </c:pt>
                <c:pt idx="23905">
                  <c:v>2.0702965319443529</c:v>
                </c:pt>
                <c:pt idx="23906">
                  <c:v>2.0710393727610383</c:v>
                </c:pt>
                <c:pt idx="23907">
                  <c:v>2.0698306081185027</c:v>
                </c:pt>
                <c:pt idx="23908">
                  <c:v>2.0692020505043844</c:v>
                </c:pt>
                <c:pt idx="23909">
                  <c:v>2.0690204610887672</c:v>
                </c:pt>
                <c:pt idx="23910">
                  <c:v>2.0680899870332521</c:v>
                </c:pt>
                <c:pt idx="23911">
                  <c:v>2.0662919496274808</c:v>
                </c:pt>
                <c:pt idx="23912">
                  <c:v>2.0653488384870662</c:v>
                </c:pt>
                <c:pt idx="23913">
                  <c:v>2.0667905650425267</c:v>
                </c:pt>
                <c:pt idx="23914">
                  <c:v>2.0678638931012507</c:v>
                </c:pt>
                <c:pt idx="23915">
                  <c:v>2.0685550867013913</c:v>
                </c:pt>
                <c:pt idx="23916">
                  <c:v>2.0687589283752006</c:v>
                </c:pt>
                <c:pt idx="23917">
                  <c:v>2.0676509856926222</c:v>
                </c:pt>
                <c:pt idx="23918">
                  <c:v>2.0666496340739764</c:v>
                </c:pt>
                <c:pt idx="23919">
                  <c:v>2.0673199490121097</c:v>
                </c:pt>
                <c:pt idx="23920">
                  <c:v>2.067368024878574</c:v>
                </c:pt>
                <c:pt idx="23921">
                  <c:v>2.0673707720709436</c:v>
                </c:pt>
                <c:pt idx="23922">
                  <c:v>2.0685902507637195</c:v>
                </c:pt>
                <c:pt idx="23923">
                  <c:v>2.0684026175248897</c:v>
                </c:pt>
                <c:pt idx="23924">
                  <c:v>2.066304311993143</c:v>
                </c:pt>
                <c:pt idx="23925">
                  <c:v>2.065002966967759</c:v>
                </c:pt>
                <c:pt idx="23926">
                  <c:v>2.0667369947913232</c:v>
                </c:pt>
                <c:pt idx="23927">
                  <c:v>2.0690212852464782</c:v>
                </c:pt>
                <c:pt idx="23928">
                  <c:v>2.0689366717215005</c:v>
                </c:pt>
                <c:pt idx="23929">
                  <c:v>2.0663161249203315</c:v>
                </c:pt>
                <c:pt idx="23930">
                  <c:v>2.0652326322498409</c:v>
                </c:pt>
                <c:pt idx="23931">
                  <c:v>2.0653161468978705</c:v>
                </c:pt>
                <c:pt idx="23932">
                  <c:v>2.0659279466385354</c:v>
                </c:pt>
                <c:pt idx="23933">
                  <c:v>2.0667537526647766</c:v>
                </c:pt>
                <c:pt idx="23934">
                  <c:v>2.0675026373046745</c:v>
                </c:pt>
                <c:pt idx="23935">
                  <c:v>2.0683927276323599</c:v>
                </c:pt>
                <c:pt idx="23936">
                  <c:v>2.0677232368519372</c:v>
                </c:pt>
                <c:pt idx="23937">
                  <c:v>2.06773917056768</c:v>
                </c:pt>
                <c:pt idx="23938">
                  <c:v>2.0683864090899102</c:v>
                </c:pt>
                <c:pt idx="23939">
                  <c:v>2.0685397024241228</c:v>
                </c:pt>
                <c:pt idx="23940">
                  <c:v>2.0673364321663259</c:v>
                </c:pt>
                <c:pt idx="23941">
                  <c:v>2.0664128260917343</c:v>
                </c:pt>
                <c:pt idx="23942">
                  <c:v>2.0668556735016814</c:v>
                </c:pt>
                <c:pt idx="23943">
                  <c:v>2.0672287422254456</c:v>
                </c:pt>
                <c:pt idx="23944">
                  <c:v>2.0676671941276017</c:v>
                </c:pt>
                <c:pt idx="23945">
                  <c:v>2.0675691193600141</c:v>
                </c:pt>
                <c:pt idx="23946">
                  <c:v>2.0676485132194897</c:v>
                </c:pt>
                <c:pt idx="23947">
                  <c:v>2.0668529263093118</c:v>
                </c:pt>
                <c:pt idx="23948">
                  <c:v>2.06605321861058</c:v>
                </c:pt>
                <c:pt idx="23949">
                  <c:v>2.066176567547966</c:v>
                </c:pt>
                <c:pt idx="23950">
                  <c:v>2.0671345135271753</c:v>
                </c:pt>
                <c:pt idx="23951">
                  <c:v>2.0684844838574978</c:v>
                </c:pt>
                <c:pt idx="23952">
                  <c:v>2.069483912441485</c:v>
                </c:pt>
                <c:pt idx="23953">
                  <c:v>2.0691839190347463</c:v>
                </c:pt>
                <c:pt idx="23954">
                  <c:v>2.0682144348475857</c:v>
                </c:pt>
                <c:pt idx="23955">
                  <c:v>2.0683811894244082</c:v>
                </c:pt>
                <c:pt idx="23956">
                  <c:v>2.0682504230676249</c:v>
                </c:pt>
                <c:pt idx="23957">
                  <c:v>2.067374068701787</c:v>
                </c:pt>
                <c:pt idx="23958">
                  <c:v>2.067382584998132</c:v>
                </c:pt>
                <c:pt idx="23959">
                  <c:v>2.0691564471110526</c:v>
                </c:pt>
                <c:pt idx="23960">
                  <c:v>2.069008098723105</c:v>
                </c:pt>
                <c:pt idx="23961">
                  <c:v>2.0681908089932088</c:v>
                </c:pt>
                <c:pt idx="23962">
                  <c:v>2.0671993472670929</c:v>
                </c:pt>
                <c:pt idx="23963">
                  <c:v>2.0654697149513197</c:v>
                </c:pt>
                <c:pt idx="23964">
                  <c:v>2.0640579327926858</c:v>
                </c:pt>
                <c:pt idx="23965">
                  <c:v>2.0637788180479548</c:v>
                </c:pt>
                <c:pt idx="23966">
                  <c:v>2.0646653370255601</c:v>
                </c:pt>
                <c:pt idx="23967">
                  <c:v>2.0658436078327949</c:v>
                </c:pt>
                <c:pt idx="23968">
                  <c:v>2.0667930375156591</c:v>
                </c:pt>
                <c:pt idx="23969">
                  <c:v>2.067930649875827</c:v>
                </c:pt>
                <c:pt idx="23970">
                  <c:v>2.0681089426606007</c:v>
                </c:pt>
                <c:pt idx="23971">
                  <c:v>2.0682682798180259</c:v>
                </c:pt>
                <c:pt idx="23972">
                  <c:v>2.0679410892068306</c:v>
                </c:pt>
                <c:pt idx="23973">
                  <c:v>2.0664427704885608</c:v>
                </c:pt>
                <c:pt idx="23974">
                  <c:v>2.0667163908485526</c:v>
                </c:pt>
                <c:pt idx="23975">
                  <c:v>2.0671287444231994</c:v>
                </c:pt>
                <c:pt idx="23976">
                  <c:v>2.0654620228126856</c:v>
                </c:pt>
                <c:pt idx="23977">
                  <c:v>2.0635422847849498</c:v>
                </c:pt>
                <c:pt idx="23978">
                  <c:v>2.0626675787345334</c:v>
                </c:pt>
                <c:pt idx="23979">
                  <c:v>2.0635466802927409</c:v>
                </c:pt>
                <c:pt idx="23980">
                  <c:v>2.0648746730841081</c:v>
                </c:pt>
                <c:pt idx="23981">
                  <c:v>2.0647095668227071</c:v>
                </c:pt>
                <c:pt idx="23982">
                  <c:v>2.0633329487264018</c:v>
                </c:pt>
                <c:pt idx="23983">
                  <c:v>2.0626263708489923</c:v>
                </c:pt>
                <c:pt idx="23984">
                  <c:v>2.0625692292477087</c:v>
                </c:pt>
                <c:pt idx="23985">
                  <c:v>2.0617189732093801</c:v>
                </c:pt>
                <c:pt idx="23986">
                  <c:v>2.0609832750928549</c:v>
                </c:pt>
                <c:pt idx="23987">
                  <c:v>2.0604291663919474</c:v>
                </c:pt>
                <c:pt idx="23988">
                  <c:v>2.0620299553855959</c:v>
                </c:pt>
                <c:pt idx="23989">
                  <c:v>2.0652669721544581</c:v>
                </c:pt>
                <c:pt idx="23990">
                  <c:v>2.0667356211951384</c:v>
                </c:pt>
                <c:pt idx="23991">
                  <c:v>2.0645669875387354</c:v>
                </c:pt>
                <c:pt idx="23992">
                  <c:v>2.0624442319949012</c:v>
                </c:pt>
                <c:pt idx="23993">
                  <c:v>2.0627826860948111</c:v>
                </c:pt>
                <c:pt idx="23994">
                  <c:v>2.0637175556581173</c:v>
                </c:pt>
                <c:pt idx="23995">
                  <c:v>2.0629543856178985</c:v>
                </c:pt>
                <c:pt idx="23996">
                  <c:v>2.0632008087734337</c:v>
                </c:pt>
                <c:pt idx="23997">
                  <c:v>2.0646884134414627</c:v>
                </c:pt>
                <c:pt idx="23998">
                  <c:v>2.0669287488187074</c:v>
                </c:pt>
                <c:pt idx="23999">
                  <c:v>2.0677897189072767</c:v>
                </c:pt>
                <c:pt idx="24000">
                  <c:v>2.0675941188105758</c:v>
                </c:pt>
                <c:pt idx="24001">
                  <c:v>2.0663062350278016</c:v>
                </c:pt>
                <c:pt idx="24002">
                  <c:v>2.0652139513417289</c:v>
                </c:pt>
                <c:pt idx="24003">
                  <c:v>2.0650985692622141</c:v>
                </c:pt>
                <c:pt idx="24004">
                  <c:v>2.0653837278301577</c:v>
                </c:pt>
                <c:pt idx="24005">
                  <c:v>2.0642400716467768</c:v>
                </c:pt>
                <c:pt idx="24006">
                  <c:v>2.0641054592206767</c:v>
                </c:pt>
                <c:pt idx="24007">
                  <c:v>2.0641354036175028</c:v>
                </c:pt>
                <c:pt idx="24008">
                  <c:v>2.0645109448143999</c:v>
                </c:pt>
                <c:pt idx="24009">
                  <c:v>2.0658730027911476</c:v>
                </c:pt>
                <c:pt idx="24010">
                  <c:v>2.0676498868156745</c:v>
                </c:pt>
                <c:pt idx="24011">
                  <c:v>2.0685690973824751</c:v>
                </c:pt>
                <c:pt idx="24012">
                  <c:v>2.0665963385420101</c:v>
                </c:pt>
                <c:pt idx="24013">
                  <c:v>2.0636571174259908</c:v>
                </c:pt>
                <c:pt idx="24014">
                  <c:v>2.0622458847058307</c:v>
                </c:pt>
                <c:pt idx="24015">
                  <c:v>2.0613890354058153</c:v>
                </c:pt>
                <c:pt idx="24016">
                  <c:v>2.0614827146656118</c:v>
                </c:pt>
                <c:pt idx="24017">
                  <c:v>2.0624065954594406</c:v>
                </c:pt>
                <c:pt idx="24018">
                  <c:v>2.0644433638821127</c:v>
                </c:pt>
                <c:pt idx="24019">
                  <c:v>2.0660018461132723</c:v>
                </c:pt>
                <c:pt idx="24020">
                  <c:v>2.0656067998505527</c:v>
                </c:pt>
                <c:pt idx="24021">
                  <c:v>2.0653944418803984</c:v>
                </c:pt>
                <c:pt idx="24022">
                  <c:v>2.0662798619810552</c:v>
                </c:pt>
                <c:pt idx="24023">
                  <c:v>2.0671952264785389</c:v>
                </c:pt>
                <c:pt idx="24024">
                  <c:v>2.0685454715280982</c:v>
                </c:pt>
                <c:pt idx="24025">
                  <c:v>2.0700248346190193</c:v>
                </c:pt>
                <c:pt idx="24026">
                  <c:v>2.0692424342322147</c:v>
                </c:pt>
                <c:pt idx="24027">
                  <c:v>2.0674246170413837</c:v>
                </c:pt>
                <c:pt idx="24028">
                  <c:v>2.0659974506054812</c:v>
                </c:pt>
                <c:pt idx="24029">
                  <c:v>2.0639466715017254</c:v>
                </c:pt>
                <c:pt idx="24030">
                  <c:v>2.0632725104942748</c:v>
                </c:pt>
                <c:pt idx="24031">
                  <c:v>2.0646755016373266</c:v>
                </c:pt>
                <c:pt idx="24032">
                  <c:v>2.0652235665150216</c:v>
                </c:pt>
                <c:pt idx="24033">
                  <c:v>2.0661760181094921</c:v>
                </c:pt>
                <c:pt idx="24034">
                  <c:v>2.0659765719434739</c:v>
                </c:pt>
                <c:pt idx="24035">
                  <c:v>2.0642675435704709</c:v>
                </c:pt>
                <c:pt idx="24036">
                  <c:v>2.0635771741280413</c:v>
                </c:pt>
                <c:pt idx="24037">
                  <c:v>2.0641669963297509</c:v>
                </c:pt>
                <c:pt idx="24038">
                  <c:v>2.0660400320872068</c:v>
                </c:pt>
                <c:pt idx="24039">
                  <c:v>2.0677726863145867</c:v>
                </c:pt>
                <c:pt idx="24040">
                  <c:v>2.0670644601217556</c:v>
                </c:pt>
                <c:pt idx="24041">
                  <c:v>2.0652889496934135</c:v>
                </c:pt>
                <c:pt idx="24042">
                  <c:v>2.0637977736753039</c:v>
                </c:pt>
                <c:pt idx="24043">
                  <c:v>2.0636238763983208</c:v>
                </c:pt>
                <c:pt idx="24044">
                  <c:v>2.0648601129645501</c:v>
                </c:pt>
                <c:pt idx="24045">
                  <c:v>2.0669260016263378</c:v>
                </c:pt>
                <c:pt idx="24046">
                  <c:v>2.0680333948704424</c:v>
                </c:pt>
                <c:pt idx="24047">
                  <c:v>2.0679600448341793</c:v>
                </c:pt>
                <c:pt idx="24048">
                  <c:v>2.0679438363992002</c:v>
                </c:pt>
                <c:pt idx="24049">
                  <c:v>2.0667125447792358</c:v>
                </c:pt>
                <c:pt idx="24050">
                  <c:v>2.0657021274257708</c:v>
                </c:pt>
                <c:pt idx="24051">
                  <c:v>2.0657625656578977</c:v>
                </c:pt>
                <c:pt idx="24052">
                  <c:v>2.0659543196852814</c:v>
                </c:pt>
                <c:pt idx="24053">
                  <c:v>2.0670034724511548</c:v>
                </c:pt>
                <c:pt idx="24054">
                  <c:v>2.0673757170172085</c:v>
                </c:pt>
                <c:pt idx="24055">
                  <c:v>2.0675812070064392</c:v>
                </c:pt>
                <c:pt idx="24056">
                  <c:v>2.0678748818707282</c:v>
                </c:pt>
                <c:pt idx="24057">
                  <c:v>2.0676682930045494</c:v>
                </c:pt>
                <c:pt idx="24058">
                  <c:v>2.0674207709720664</c:v>
                </c:pt>
                <c:pt idx="24059">
                  <c:v>2.0684317377640054</c:v>
                </c:pt>
                <c:pt idx="24060">
                  <c:v>2.0696888529922419</c:v>
                </c:pt>
                <c:pt idx="24061">
                  <c:v>2.0709003648271467</c:v>
                </c:pt>
                <c:pt idx="24062">
                  <c:v>2.0714187600272522</c:v>
                </c:pt>
                <c:pt idx="24063">
                  <c:v>2.0709489901320852</c:v>
                </c:pt>
                <c:pt idx="24064">
                  <c:v>2.0691822707193248</c:v>
                </c:pt>
                <c:pt idx="24065">
                  <c:v>2.0687542581481724</c:v>
                </c:pt>
                <c:pt idx="24066">
                  <c:v>2.0693113887606867</c:v>
                </c:pt>
                <c:pt idx="24067">
                  <c:v>2.0690765038131032</c:v>
                </c:pt>
                <c:pt idx="24068">
                  <c:v>2.0685954704292215</c:v>
                </c:pt>
                <c:pt idx="24069">
                  <c:v>2.0693284213533767</c:v>
                </c:pt>
                <c:pt idx="24070">
                  <c:v>2.0700578009274522</c:v>
                </c:pt>
                <c:pt idx="24071">
                  <c:v>2.0695567130392738</c:v>
                </c:pt>
                <c:pt idx="24072">
                  <c:v>2.0688902441704577</c:v>
                </c:pt>
                <c:pt idx="24073">
                  <c:v>2.0675204940550755</c:v>
                </c:pt>
                <c:pt idx="24074">
                  <c:v>2.0674075844486932</c:v>
                </c:pt>
                <c:pt idx="24075">
                  <c:v>2.068086415683172</c:v>
                </c:pt>
                <c:pt idx="24076">
                  <c:v>2.0671108876727984</c:v>
                </c:pt>
                <c:pt idx="24077">
                  <c:v>2.0664210676688426</c:v>
                </c:pt>
                <c:pt idx="24078">
                  <c:v>2.0665837014571107</c:v>
                </c:pt>
                <c:pt idx="24079">
                  <c:v>2.0687144238588164</c:v>
                </c:pt>
                <c:pt idx="24080">
                  <c:v>2.0693014988681568</c:v>
                </c:pt>
                <c:pt idx="24081">
                  <c:v>2.068555361420628</c:v>
                </c:pt>
                <c:pt idx="24082">
                  <c:v>2.0695797894551768</c:v>
                </c:pt>
                <c:pt idx="24083">
                  <c:v>2.0699415946902264</c:v>
                </c:pt>
                <c:pt idx="24084">
                  <c:v>2.070258345970418</c:v>
                </c:pt>
                <c:pt idx="24085">
                  <c:v>2.0707962462363465</c:v>
                </c:pt>
                <c:pt idx="24086">
                  <c:v>2.0717912793125426</c:v>
                </c:pt>
                <c:pt idx="24087">
                  <c:v>2.0719616052394452</c:v>
                </c:pt>
                <c:pt idx="24088">
                  <c:v>2.0708212456869082</c:v>
                </c:pt>
                <c:pt idx="24089">
                  <c:v>2.0691100195600098</c:v>
                </c:pt>
                <c:pt idx="24090">
                  <c:v>2.0692655106481177</c:v>
                </c:pt>
                <c:pt idx="24091">
                  <c:v>2.0692366651282388</c:v>
                </c:pt>
                <c:pt idx="24092">
                  <c:v>2.0690935364057932</c:v>
                </c:pt>
                <c:pt idx="24093">
                  <c:v>2.0699355508670139</c:v>
                </c:pt>
                <c:pt idx="24094">
                  <c:v>2.0690605700973603</c:v>
                </c:pt>
                <c:pt idx="24095">
                  <c:v>2.0672548405529549</c:v>
                </c:pt>
                <c:pt idx="24096">
                  <c:v>2.0674751653809809</c:v>
                </c:pt>
                <c:pt idx="24097">
                  <c:v>2.06934517922683</c:v>
                </c:pt>
                <c:pt idx="24098">
                  <c:v>2.0722626975231315</c:v>
                </c:pt>
                <c:pt idx="24099">
                  <c:v>2.0741143051801059</c:v>
                </c:pt>
                <c:pt idx="24100">
                  <c:v>2.0745280323509374</c:v>
                </c:pt>
                <c:pt idx="24101">
                  <c:v>2.073743434210237</c:v>
                </c:pt>
                <c:pt idx="24102">
                  <c:v>2.0713184875057693</c:v>
                </c:pt>
                <c:pt idx="24103">
                  <c:v>2.0692322696204477</c:v>
                </c:pt>
                <c:pt idx="24104">
                  <c:v>2.0692188083778378</c:v>
                </c:pt>
                <c:pt idx="24105">
                  <c:v>2.0691940836465132</c:v>
                </c:pt>
                <c:pt idx="24106">
                  <c:v>2.0679919122656645</c:v>
                </c:pt>
                <c:pt idx="24107">
                  <c:v>2.0677062042592471</c:v>
                </c:pt>
                <c:pt idx="24108">
                  <c:v>2.0680910859101997</c:v>
                </c:pt>
                <c:pt idx="24109">
                  <c:v>2.0687190940858442</c:v>
                </c:pt>
                <c:pt idx="24110">
                  <c:v>2.0680792729830113</c:v>
                </c:pt>
                <c:pt idx="24111">
                  <c:v>2.0692803454869124</c:v>
                </c:pt>
                <c:pt idx="24112">
                  <c:v>2.0703660359112988</c:v>
                </c:pt>
                <c:pt idx="24113">
                  <c:v>2.0704940550757125</c:v>
                </c:pt>
                <c:pt idx="24114">
                  <c:v>2.0727975758774533</c:v>
                </c:pt>
                <c:pt idx="24115">
                  <c:v>2.0743780356475683</c:v>
                </c:pt>
                <c:pt idx="24116">
                  <c:v>2.0741159534955278</c:v>
                </c:pt>
                <c:pt idx="24117">
                  <c:v>2.0750052196655018</c:v>
                </c:pt>
                <c:pt idx="24118">
                  <c:v>2.0764202984549791</c:v>
                </c:pt>
                <c:pt idx="24119">
                  <c:v>2.0757016329311444</c:v>
                </c:pt>
                <c:pt idx="24120">
                  <c:v>2.0741002944990221</c:v>
                </c:pt>
                <c:pt idx="24121">
                  <c:v>2.0711105250434056</c:v>
                </c:pt>
                <c:pt idx="24122">
                  <c:v>2.0700212632689392</c:v>
                </c:pt>
                <c:pt idx="24123">
                  <c:v>2.0712921144590228</c:v>
                </c:pt>
                <c:pt idx="24124">
                  <c:v>2.07189924397266</c:v>
                </c:pt>
                <c:pt idx="24125">
                  <c:v>2.0705781191622163</c:v>
                </c:pt>
                <c:pt idx="24126">
                  <c:v>2.070642128744423</c:v>
                </c:pt>
                <c:pt idx="24127">
                  <c:v>2.0718692995758334</c:v>
                </c:pt>
                <c:pt idx="24128">
                  <c:v>2.0712179402650492</c:v>
                </c:pt>
                <c:pt idx="24129">
                  <c:v>2.0691984791543043</c:v>
                </c:pt>
                <c:pt idx="24130">
                  <c:v>2.0682204786707983</c:v>
                </c:pt>
                <c:pt idx="24131">
                  <c:v>2.0688339267268852</c:v>
                </c:pt>
                <c:pt idx="24132">
                  <c:v>2.069146007780049</c:v>
                </c:pt>
                <c:pt idx="24133">
                  <c:v>2.0703443330915805</c:v>
                </c:pt>
                <c:pt idx="24134">
                  <c:v>2.0723478604865826</c:v>
                </c:pt>
                <c:pt idx="24135">
                  <c:v>2.0709393749587921</c:v>
                </c:pt>
                <c:pt idx="24136">
                  <c:v>2.0689201885672843</c:v>
                </c:pt>
                <c:pt idx="24137">
                  <c:v>2.0689113975517022</c:v>
                </c:pt>
                <c:pt idx="24138">
                  <c:v>2.0692295224280786</c:v>
                </c:pt>
                <c:pt idx="24139">
                  <c:v>2.0686311839300235</c:v>
                </c:pt>
                <c:pt idx="24140">
                  <c:v>2.0683138832113581</c:v>
                </c:pt>
                <c:pt idx="24141">
                  <c:v>2.0685259664622757</c:v>
                </c:pt>
                <c:pt idx="24142">
                  <c:v>2.068122129183974</c:v>
                </c:pt>
                <c:pt idx="24143">
                  <c:v>2.0682877848838488</c:v>
                </c:pt>
                <c:pt idx="24144">
                  <c:v>2.0694317157864663</c:v>
                </c:pt>
                <c:pt idx="24145">
                  <c:v>2.0707259181116897</c:v>
                </c:pt>
                <c:pt idx="24146">
                  <c:v>2.0723228610360214</c:v>
                </c:pt>
                <c:pt idx="24147">
                  <c:v>2.0723789037603568</c:v>
                </c:pt>
                <c:pt idx="24148">
                  <c:v>2.0715489769455617</c:v>
                </c:pt>
                <c:pt idx="24149">
                  <c:v>2.0711432166326014</c:v>
                </c:pt>
                <c:pt idx="24150">
                  <c:v>2.0713808487725545</c:v>
                </c:pt>
                <c:pt idx="24151">
                  <c:v>2.0728500472517086</c:v>
                </c:pt>
                <c:pt idx="24152">
                  <c:v>2.0725085712401925</c:v>
                </c:pt>
                <c:pt idx="24153">
                  <c:v>2.0718055647128635</c:v>
                </c:pt>
                <c:pt idx="24154">
                  <c:v>2.0715481527878508</c:v>
                </c:pt>
                <c:pt idx="24155">
                  <c:v>2.0713231577327971</c:v>
                </c:pt>
                <c:pt idx="24156">
                  <c:v>2.070694050680205</c:v>
                </c:pt>
                <c:pt idx="24157">
                  <c:v>2.0700264829344408</c:v>
                </c:pt>
                <c:pt idx="24158">
                  <c:v>2.0694731983912442</c:v>
                </c:pt>
                <c:pt idx="24159">
                  <c:v>2.0690798004439461</c:v>
                </c:pt>
                <c:pt idx="24160">
                  <c:v>2.0699193424320343</c:v>
                </c:pt>
                <c:pt idx="24161">
                  <c:v>2.0695314388694754</c:v>
                </c:pt>
                <c:pt idx="24162">
                  <c:v>2.0683809147051715</c:v>
                </c:pt>
                <c:pt idx="24163">
                  <c:v>2.0705734489351881</c:v>
                </c:pt>
                <c:pt idx="24164">
                  <c:v>2.0733390474934619</c:v>
                </c:pt>
                <c:pt idx="24165">
                  <c:v>2.0742340827674117</c:v>
                </c:pt>
                <c:pt idx="24166">
                  <c:v>2.0739406826223599</c:v>
                </c:pt>
                <c:pt idx="24167">
                  <c:v>2.0732154238368388</c:v>
                </c:pt>
                <c:pt idx="24168">
                  <c:v>2.0731530625700536</c:v>
                </c:pt>
                <c:pt idx="24169">
                  <c:v>2.0715948550581307</c:v>
                </c:pt>
                <c:pt idx="24170">
                  <c:v>2.0705896573701676</c:v>
                </c:pt>
                <c:pt idx="24171">
                  <c:v>2.0705539438693656</c:v>
                </c:pt>
                <c:pt idx="24172">
                  <c:v>2.0699165952396652</c:v>
                </c:pt>
                <c:pt idx="24173">
                  <c:v>2.0701852706533921</c:v>
                </c:pt>
                <c:pt idx="24174">
                  <c:v>2.0692803454869124</c:v>
                </c:pt>
                <c:pt idx="24175">
                  <c:v>2.068774862090943</c:v>
                </c:pt>
                <c:pt idx="24176">
                  <c:v>2.0699339025515924</c:v>
                </c:pt>
                <c:pt idx="24177">
                  <c:v>2.0717866090855148</c:v>
                </c:pt>
                <c:pt idx="24178">
                  <c:v>2.0730033405859212</c:v>
                </c:pt>
                <c:pt idx="24179">
                  <c:v>2.0728063668930354</c:v>
                </c:pt>
                <c:pt idx="24180">
                  <c:v>2.0730558119601765</c:v>
                </c:pt>
                <c:pt idx="24181">
                  <c:v>2.0739019472099516</c:v>
                </c:pt>
                <c:pt idx="24182">
                  <c:v>2.0741665018351245</c:v>
                </c:pt>
                <c:pt idx="24183">
                  <c:v>2.0736382167424892</c:v>
                </c:pt>
                <c:pt idx="24184">
                  <c:v>2.074004692204567</c:v>
                </c:pt>
                <c:pt idx="24185">
                  <c:v>2.0738566185358565</c:v>
                </c:pt>
                <c:pt idx="24186">
                  <c:v>2.073402232917958</c:v>
                </c:pt>
                <c:pt idx="24187">
                  <c:v>2.073027790598009</c:v>
                </c:pt>
                <c:pt idx="24188">
                  <c:v>2.0731121294037496</c:v>
                </c:pt>
                <c:pt idx="24189">
                  <c:v>2.0725025274169799</c:v>
                </c:pt>
                <c:pt idx="24190">
                  <c:v>2.0717319399573637</c:v>
                </c:pt>
                <c:pt idx="24191">
                  <c:v>2.0712366211731612</c:v>
                </c:pt>
                <c:pt idx="24192">
                  <c:v>2.0732775103843872</c:v>
                </c:pt>
                <c:pt idx="24193">
                  <c:v>2.0760964044746268</c:v>
                </c:pt>
                <c:pt idx="24194">
                  <c:v>2.0761274477484011</c:v>
                </c:pt>
                <c:pt idx="24195">
                  <c:v>2.0749098920902838</c:v>
                </c:pt>
                <c:pt idx="24196">
                  <c:v>2.0745090767235883</c:v>
                </c:pt>
                <c:pt idx="24197">
                  <c:v>2.0747557745983607</c:v>
                </c:pt>
                <c:pt idx="24198">
                  <c:v>2.0754373530252082</c:v>
                </c:pt>
                <c:pt idx="24199">
                  <c:v>2.0760051976879628</c:v>
                </c:pt>
                <c:pt idx="24200">
                  <c:v>2.0766952924111557</c:v>
                </c:pt>
                <c:pt idx="24201">
                  <c:v>2.0773724753302125</c:v>
                </c:pt>
                <c:pt idx="24202">
                  <c:v>2.0769010571196236</c:v>
                </c:pt>
                <c:pt idx="24203">
                  <c:v>2.0781559745939648</c:v>
                </c:pt>
                <c:pt idx="24204">
                  <c:v>2.0776958198720905</c:v>
                </c:pt>
                <c:pt idx="24205">
                  <c:v>2.0769021559965717</c:v>
                </c:pt>
                <c:pt idx="24206">
                  <c:v>2.0779004857036107</c:v>
                </c:pt>
                <c:pt idx="24207">
                  <c:v>2.0775375815916135</c:v>
                </c:pt>
                <c:pt idx="24208">
                  <c:v>2.0767700160436036</c:v>
                </c:pt>
                <c:pt idx="24209">
                  <c:v>2.0779298806619635</c:v>
                </c:pt>
                <c:pt idx="24210">
                  <c:v>2.0790249115404058</c:v>
                </c:pt>
                <c:pt idx="24211">
                  <c:v>2.077599668139162</c:v>
                </c:pt>
                <c:pt idx="24212">
                  <c:v>2.0762318410584384</c:v>
                </c:pt>
                <c:pt idx="24213">
                  <c:v>2.0771702819718247</c:v>
                </c:pt>
                <c:pt idx="24214">
                  <c:v>2.0803303773543438</c:v>
                </c:pt>
                <c:pt idx="24215">
                  <c:v>2.0834836047559393</c:v>
                </c:pt>
                <c:pt idx="24216">
                  <c:v>2.0834110788773872</c:v>
                </c:pt>
                <c:pt idx="24217">
                  <c:v>2.0823841783697064</c:v>
                </c:pt>
                <c:pt idx="24218">
                  <c:v>2.0834775609327267</c:v>
                </c:pt>
                <c:pt idx="24219">
                  <c:v>2.0851646117667744</c:v>
                </c:pt>
                <c:pt idx="24220">
                  <c:v>2.0853508714094198</c:v>
                </c:pt>
                <c:pt idx="24221">
                  <c:v>2.0840885365156812</c:v>
                </c:pt>
                <c:pt idx="24222">
                  <c:v>2.0830888332124569</c:v>
                </c:pt>
                <c:pt idx="24223">
                  <c:v>2.0826902155996572</c:v>
                </c:pt>
                <c:pt idx="24224">
                  <c:v>2.082745159447045</c:v>
                </c:pt>
                <c:pt idx="24225">
                  <c:v>2.0826825234610227</c:v>
                </c:pt>
                <c:pt idx="24226">
                  <c:v>2.0826209863519485</c:v>
                </c:pt>
                <c:pt idx="24227">
                  <c:v>2.0824792312256872</c:v>
                </c:pt>
                <c:pt idx="24228">
                  <c:v>2.083238005758115</c:v>
                </c:pt>
                <c:pt idx="24229">
                  <c:v>2.0824193424320345</c:v>
                </c:pt>
                <c:pt idx="24230">
                  <c:v>2.0828212566756776</c:v>
                </c:pt>
                <c:pt idx="24231">
                  <c:v>2.0849311004153757</c:v>
                </c:pt>
                <c:pt idx="24232">
                  <c:v>2.085668721566559</c:v>
                </c:pt>
                <c:pt idx="24233">
                  <c:v>2.0864412320608339</c:v>
                </c:pt>
                <c:pt idx="24234">
                  <c:v>2.0880722401705456</c:v>
                </c:pt>
                <c:pt idx="24235">
                  <c:v>2.0885727786202501</c:v>
                </c:pt>
                <c:pt idx="24236">
                  <c:v>2.0886678314762315</c:v>
                </c:pt>
                <c:pt idx="24237">
                  <c:v>2.0871799520889649</c:v>
                </c:pt>
                <c:pt idx="24238">
                  <c:v>2.0864502977956527</c:v>
                </c:pt>
                <c:pt idx="24239">
                  <c:v>2.0865151315355708</c:v>
                </c:pt>
                <c:pt idx="24240">
                  <c:v>2.0871074262104128</c:v>
                </c:pt>
                <c:pt idx="24241">
                  <c:v>2.0869772092921033</c:v>
                </c:pt>
                <c:pt idx="24242">
                  <c:v>2.0871469857805325</c:v>
                </c:pt>
                <c:pt idx="24243">
                  <c:v>2.0881194918792993</c:v>
                </c:pt>
                <c:pt idx="24244">
                  <c:v>2.0888774422540166</c:v>
                </c:pt>
                <c:pt idx="24245">
                  <c:v>2.0892268851234039</c:v>
                </c:pt>
                <c:pt idx="24246">
                  <c:v>2.0909153095536364</c:v>
                </c:pt>
                <c:pt idx="24247">
                  <c:v>2.0924660996461615</c:v>
                </c:pt>
                <c:pt idx="24248">
                  <c:v>2.0932737742027649</c:v>
                </c:pt>
                <c:pt idx="24249">
                  <c:v>2.0945786905782291</c:v>
                </c:pt>
                <c:pt idx="24250">
                  <c:v>2.0947476429089469</c:v>
                </c:pt>
                <c:pt idx="24251">
                  <c:v>2.0942553460363507</c:v>
                </c:pt>
                <c:pt idx="24252">
                  <c:v>2.0921117118305093</c:v>
                </c:pt>
                <c:pt idx="24253">
                  <c:v>2.0928421902815324</c:v>
                </c:pt>
                <c:pt idx="24254">
                  <c:v>2.0961151952704338</c:v>
                </c:pt>
                <c:pt idx="24255">
                  <c:v>2.0987868398496738</c:v>
                </c:pt>
                <c:pt idx="24256">
                  <c:v>2.0985599217599615</c:v>
                </c:pt>
                <c:pt idx="24257">
                  <c:v>2.0974764290894705</c:v>
                </c:pt>
                <c:pt idx="24258">
                  <c:v>2.0964311223929144</c:v>
                </c:pt>
                <c:pt idx="24259">
                  <c:v>2.0971500626359862</c:v>
                </c:pt>
                <c:pt idx="24260">
                  <c:v>2.097222863233775</c:v>
                </c:pt>
                <c:pt idx="24261">
                  <c:v>2.0982261378870795</c:v>
                </c:pt>
                <c:pt idx="24262">
                  <c:v>2.0994126502714225</c:v>
                </c:pt>
                <c:pt idx="24263">
                  <c:v>2.1014637040944155</c:v>
                </c:pt>
                <c:pt idx="24264">
                  <c:v>2.1030861959077822</c:v>
                </c:pt>
                <c:pt idx="24265">
                  <c:v>2.1042847959385509</c:v>
                </c:pt>
                <c:pt idx="24266">
                  <c:v>2.1055680094942968</c:v>
                </c:pt>
                <c:pt idx="24267">
                  <c:v>2.1067341926551064</c:v>
                </c:pt>
                <c:pt idx="24268">
                  <c:v>2.1075344497923121</c:v>
                </c:pt>
                <c:pt idx="24269">
                  <c:v>2.1087893672666533</c:v>
                </c:pt>
                <c:pt idx="24270">
                  <c:v>2.1098585745368235</c:v>
                </c:pt>
                <c:pt idx="24271">
                  <c:v>2.1109580009230569</c:v>
                </c:pt>
                <c:pt idx="24272">
                  <c:v>2.1116557877848838</c:v>
                </c:pt>
                <c:pt idx="24273">
                  <c:v>2.1109475615920528</c:v>
                </c:pt>
                <c:pt idx="24274">
                  <c:v>2.1122763785411309</c:v>
                </c:pt>
                <c:pt idx="24275">
                  <c:v>2.1135494274851103</c:v>
                </c:pt>
                <c:pt idx="24276">
                  <c:v>2.1129409243752884</c:v>
                </c:pt>
                <c:pt idx="24277">
                  <c:v>2.113576899408804</c:v>
                </c:pt>
                <c:pt idx="24278">
                  <c:v>2.114907089954067</c:v>
                </c:pt>
                <c:pt idx="24279">
                  <c:v>2.1146804465835918</c:v>
                </c:pt>
                <c:pt idx="24280">
                  <c:v>2.1144241335355267</c:v>
                </c:pt>
                <c:pt idx="24281">
                  <c:v>2.1165125491747432</c:v>
                </c:pt>
                <c:pt idx="24282">
                  <c:v>2.1182605876793916</c:v>
                </c:pt>
                <c:pt idx="24283">
                  <c:v>2.1197144018812772</c:v>
                </c:pt>
                <c:pt idx="24284">
                  <c:v>2.1214907364673303</c:v>
                </c:pt>
                <c:pt idx="24285">
                  <c:v>2.1233544317707302</c:v>
                </c:pt>
                <c:pt idx="24286">
                  <c:v>2.1233368497395664</c:v>
                </c:pt>
                <c:pt idx="24287">
                  <c:v>2.1225030768554536</c:v>
                </c:pt>
                <c:pt idx="24288">
                  <c:v>2.1233321795125382</c:v>
                </c:pt>
                <c:pt idx="24289">
                  <c:v>2.1238599151666997</c:v>
                </c:pt>
                <c:pt idx="24290">
                  <c:v>2.1241846333047625</c:v>
                </c:pt>
                <c:pt idx="24291">
                  <c:v>2.1252315883167401</c:v>
                </c:pt>
                <c:pt idx="24292">
                  <c:v>2.1261260741522165</c:v>
                </c:pt>
                <c:pt idx="24293">
                  <c:v>2.1261332168523768</c:v>
                </c:pt>
                <c:pt idx="24294">
                  <c:v>2.1253354321883036</c:v>
                </c:pt>
                <c:pt idx="24295">
                  <c:v>2.1263746950616471</c:v>
                </c:pt>
                <c:pt idx="24296">
                  <c:v>2.1275884046504472</c:v>
                </c:pt>
                <c:pt idx="24297">
                  <c:v>2.1286098107733897</c:v>
                </c:pt>
                <c:pt idx="24298">
                  <c:v>2.1300952176875234</c:v>
                </c:pt>
                <c:pt idx="24299">
                  <c:v>2.1312784334410231</c:v>
                </c:pt>
                <c:pt idx="24300">
                  <c:v>2.133124271994022</c:v>
                </c:pt>
                <c:pt idx="24301">
                  <c:v>2.1340649106613041</c:v>
                </c:pt>
                <c:pt idx="24302">
                  <c:v>2.1336360739324411</c:v>
                </c:pt>
                <c:pt idx="24303">
                  <c:v>2.1341121623700579</c:v>
                </c:pt>
                <c:pt idx="24304">
                  <c:v>2.1344308366849081</c:v>
                </c:pt>
                <c:pt idx="24305">
                  <c:v>2.1347951143930901</c:v>
                </c:pt>
                <c:pt idx="24306">
                  <c:v>2.1361747544010021</c:v>
                </c:pt>
                <c:pt idx="24307">
                  <c:v>2.1399221995120987</c:v>
                </c:pt>
                <c:pt idx="24308">
                  <c:v>2.1438693655084502</c:v>
                </c:pt>
                <c:pt idx="24309">
                  <c:v>2.1436482165227138</c:v>
                </c:pt>
                <c:pt idx="24310">
                  <c:v>2.1439240346366013</c:v>
                </c:pt>
                <c:pt idx="24311">
                  <c:v>2.1460110766796334</c:v>
                </c:pt>
                <c:pt idx="24312">
                  <c:v>2.1490167798509923</c:v>
                </c:pt>
                <c:pt idx="24313">
                  <c:v>2.1501749961539307</c:v>
                </c:pt>
                <c:pt idx="24314">
                  <c:v>2.1523760466802928</c:v>
                </c:pt>
                <c:pt idx="24315">
                  <c:v>2.1537383793762777</c:v>
                </c:pt>
                <c:pt idx="24316">
                  <c:v>2.1545776466451287</c:v>
                </c:pt>
                <c:pt idx="24317">
                  <c:v>2.1548306630623504</c:v>
                </c:pt>
                <c:pt idx="24318">
                  <c:v>2.1542158414100787</c:v>
                </c:pt>
                <c:pt idx="24319">
                  <c:v>2.1552463132678401</c:v>
                </c:pt>
                <c:pt idx="24320">
                  <c:v>2.1572536867321599</c:v>
                </c:pt>
                <c:pt idx="24321">
                  <c:v>2.1596923693984746</c:v>
                </c:pt>
                <c:pt idx="24322">
                  <c:v>2.1618651238434321</c:v>
                </c:pt>
                <c:pt idx="24323">
                  <c:v>2.1627813124986264</c:v>
                </c:pt>
                <c:pt idx="24324">
                  <c:v>2.1622752796641831</c:v>
                </c:pt>
                <c:pt idx="24325">
                  <c:v>2.1622881914683192</c:v>
                </c:pt>
                <c:pt idx="24326">
                  <c:v>2.1649079141117777</c:v>
                </c:pt>
                <c:pt idx="24327">
                  <c:v>2.1679515285378343</c:v>
                </c:pt>
                <c:pt idx="24328">
                  <c:v>2.1684163534867364</c:v>
                </c:pt>
                <c:pt idx="24329">
                  <c:v>2.1683913540361752</c:v>
                </c:pt>
                <c:pt idx="24330">
                  <c:v>2.1702479066394145</c:v>
                </c:pt>
                <c:pt idx="24331">
                  <c:v>2.172981637766203</c:v>
                </c:pt>
                <c:pt idx="24332">
                  <c:v>2.1744200676908201</c:v>
                </c:pt>
                <c:pt idx="24333">
                  <c:v>2.1757791037559615</c:v>
                </c:pt>
                <c:pt idx="24334">
                  <c:v>2.1791614470011647</c:v>
                </c:pt>
                <c:pt idx="24335">
                  <c:v>2.1832388299158261</c:v>
                </c:pt>
                <c:pt idx="24336">
                  <c:v>2.1851964791982592</c:v>
                </c:pt>
                <c:pt idx="24337">
                  <c:v>2.1864508472341266</c:v>
                </c:pt>
                <c:pt idx="24338">
                  <c:v>2.186723918155645</c:v>
                </c:pt>
                <c:pt idx="24339">
                  <c:v>2.1874093426518098</c:v>
                </c:pt>
                <c:pt idx="24340">
                  <c:v>2.1877313135975034</c:v>
                </c:pt>
                <c:pt idx="24341">
                  <c:v>2.1879236170633614</c:v>
                </c:pt>
                <c:pt idx="24342">
                  <c:v>2.1889966704028483</c:v>
                </c:pt>
                <c:pt idx="24343">
                  <c:v>2.1906029537812355</c:v>
                </c:pt>
                <c:pt idx="24344">
                  <c:v>2.1910606360299774</c:v>
                </c:pt>
                <c:pt idx="24345">
                  <c:v>2.1909776708204216</c:v>
                </c:pt>
                <c:pt idx="24346">
                  <c:v>2.1916674908243774</c:v>
                </c:pt>
                <c:pt idx="24347">
                  <c:v>2.1935075602734004</c:v>
                </c:pt>
                <c:pt idx="24348">
                  <c:v>2.1977522472033582</c:v>
                </c:pt>
                <c:pt idx="24349">
                  <c:v>2.2004980659765718</c:v>
                </c:pt>
                <c:pt idx="24350">
                  <c:v>2.20176314806268</c:v>
                </c:pt>
                <c:pt idx="24351">
                  <c:v>2.2026713698600031</c:v>
                </c:pt>
                <c:pt idx="24352">
                  <c:v>2.2039383749807695</c:v>
                </c:pt>
                <c:pt idx="24353">
                  <c:v>2.2060306366893037</c:v>
                </c:pt>
                <c:pt idx="24354">
                  <c:v>2.2080781191622161</c:v>
                </c:pt>
                <c:pt idx="24355">
                  <c:v>2.2096585789323311</c:v>
                </c:pt>
                <c:pt idx="24356">
                  <c:v>2.2102549943957275</c:v>
                </c:pt>
                <c:pt idx="24357">
                  <c:v>2.2090734269576493</c:v>
                </c:pt>
                <c:pt idx="24358">
                  <c:v>2.2095203951561504</c:v>
                </c:pt>
                <c:pt idx="24359">
                  <c:v>2.2128428496077008</c:v>
                </c:pt>
                <c:pt idx="24360">
                  <c:v>2.2156691611173382</c:v>
                </c:pt>
                <c:pt idx="24361">
                  <c:v>2.2180034504736161</c:v>
                </c:pt>
                <c:pt idx="24362">
                  <c:v>2.220146260521747</c:v>
                </c:pt>
                <c:pt idx="24363">
                  <c:v>2.2223234104744951</c:v>
                </c:pt>
                <c:pt idx="24364">
                  <c:v>2.2243093558383333</c:v>
                </c:pt>
                <c:pt idx="24365">
                  <c:v>2.2252890046372609</c:v>
                </c:pt>
                <c:pt idx="24366">
                  <c:v>2.2262895320981957</c:v>
                </c:pt>
                <c:pt idx="24367">
                  <c:v>2.2269746818751237</c:v>
                </c:pt>
                <c:pt idx="24368">
                  <c:v>2.2274691765016152</c:v>
                </c:pt>
                <c:pt idx="24369">
                  <c:v>2.2305295488011252</c:v>
                </c:pt>
                <c:pt idx="24370">
                  <c:v>2.2346165468890793</c:v>
                </c:pt>
                <c:pt idx="24371">
                  <c:v>2.2366437001384583</c:v>
                </c:pt>
                <c:pt idx="24372">
                  <c:v>2.2378903760356916</c:v>
                </c:pt>
                <c:pt idx="24373">
                  <c:v>2.239020296257225</c:v>
                </c:pt>
                <c:pt idx="24374">
                  <c:v>2.2405477352146108</c:v>
                </c:pt>
                <c:pt idx="24375">
                  <c:v>2.2429435616799633</c:v>
                </c:pt>
                <c:pt idx="24376">
                  <c:v>2.2456742708951452</c:v>
                </c:pt>
                <c:pt idx="24377">
                  <c:v>2.2484099250565923</c:v>
                </c:pt>
                <c:pt idx="24378">
                  <c:v>2.2495791301290082</c:v>
                </c:pt>
                <c:pt idx="24379">
                  <c:v>2.2502508186633259</c:v>
                </c:pt>
                <c:pt idx="24380">
                  <c:v>2.2504192215555703</c:v>
                </c:pt>
                <c:pt idx="24381">
                  <c:v>2.2519087492582579</c:v>
                </c:pt>
                <c:pt idx="24382">
                  <c:v>2.254571877541153</c:v>
                </c:pt>
                <c:pt idx="24383">
                  <c:v>2.2570418782004791</c:v>
                </c:pt>
                <c:pt idx="24384">
                  <c:v>2.2604813630469662</c:v>
                </c:pt>
                <c:pt idx="24385">
                  <c:v>2.2630552075778554</c:v>
                </c:pt>
                <c:pt idx="24386">
                  <c:v>2.2655460868991888</c:v>
                </c:pt>
                <c:pt idx="24387">
                  <c:v>2.2667229841102392</c:v>
                </c:pt>
                <c:pt idx="24388">
                  <c:v>2.267679281774027</c:v>
                </c:pt>
                <c:pt idx="24389">
                  <c:v>2.2690690863937055</c:v>
                </c:pt>
                <c:pt idx="24390">
                  <c:v>2.270899815388673</c:v>
                </c:pt>
                <c:pt idx="24391">
                  <c:v>2.2718080371859957</c:v>
                </c:pt>
                <c:pt idx="24392">
                  <c:v>2.2735634931100415</c:v>
                </c:pt>
                <c:pt idx="24393">
                  <c:v>2.2751038438715634</c:v>
                </c:pt>
                <c:pt idx="24394">
                  <c:v>2.2751313157952575</c:v>
                </c:pt>
                <c:pt idx="24395">
                  <c:v>2.2751972484121228</c:v>
                </c:pt>
                <c:pt idx="24396">
                  <c:v>2.2763483220149006</c:v>
                </c:pt>
                <c:pt idx="24397">
                  <c:v>2.2785570646798972</c:v>
                </c:pt>
                <c:pt idx="24398">
                  <c:v>2.2794169358915188</c:v>
                </c:pt>
                <c:pt idx="24399">
                  <c:v>2.2822740159556933</c:v>
                </c:pt>
                <c:pt idx="24400">
                  <c:v>2.2850734049801105</c:v>
                </c:pt>
                <c:pt idx="24401">
                  <c:v>2.2857574558800904</c:v>
                </c:pt>
                <c:pt idx="24402">
                  <c:v>2.2878672996197884</c:v>
                </c:pt>
                <c:pt idx="24403">
                  <c:v>2.2896859409683303</c:v>
                </c:pt>
                <c:pt idx="24404">
                  <c:v>2.289883738818927</c:v>
                </c:pt>
                <c:pt idx="24405">
                  <c:v>2.2905046042944113</c:v>
                </c:pt>
                <c:pt idx="24406">
                  <c:v>2.2917490824377484</c:v>
                </c:pt>
                <c:pt idx="24407">
                  <c:v>2.2929990549658248</c:v>
                </c:pt>
                <c:pt idx="24408">
                  <c:v>2.2956830619107271</c:v>
                </c:pt>
                <c:pt idx="24409">
                  <c:v>2.2980758664644734</c:v>
                </c:pt>
                <c:pt idx="24410">
                  <c:v>2.2976830179556496</c:v>
                </c:pt>
                <c:pt idx="24411">
                  <c:v>2.2979934506933914</c:v>
                </c:pt>
                <c:pt idx="24412">
                  <c:v>2.2997846201182393</c:v>
                </c:pt>
                <c:pt idx="24413">
                  <c:v>2.3008642667194126</c:v>
                </c:pt>
                <c:pt idx="24414">
                  <c:v>2.3005868002901035</c:v>
                </c:pt>
                <c:pt idx="24415">
                  <c:v>2.3025647787960706</c:v>
                </c:pt>
                <c:pt idx="24416">
                  <c:v>2.3043861673369817</c:v>
                </c:pt>
                <c:pt idx="24417">
                  <c:v>2.3051773587393685</c:v>
                </c:pt>
                <c:pt idx="24418">
                  <c:v>2.3073915957891034</c:v>
                </c:pt>
                <c:pt idx="24419">
                  <c:v>2.309539900221973</c:v>
                </c:pt>
                <c:pt idx="24420">
                  <c:v>2.3103228500472515</c:v>
                </c:pt>
                <c:pt idx="24421">
                  <c:v>2.3127568624865389</c:v>
                </c:pt>
                <c:pt idx="24422">
                  <c:v>2.3132788290367245</c:v>
                </c:pt>
                <c:pt idx="24423">
                  <c:v>2.3136524471989626</c:v>
                </c:pt>
                <c:pt idx="24424">
                  <c:v>2.3151084591547439</c:v>
                </c:pt>
                <c:pt idx="24425">
                  <c:v>2.3177237862904114</c:v>
                </c:pt>
                <c:pt idx="24426">
                  <c:v>2.3194984725610426</c:v>
                </c:pt>
                <c:pt idx="24427">
                  <c:v>2.3206687765104066</c:v>
                </c:pt>
                <c:pt idx="24428">
                  <c:v>2.3217676534581657</c:v>
                </c:pt>
                <c:pt idx="24429">
                  <c:v>2.3229049910990969</c:v>
                </c:pt>
                <c:pt idx="24430">
                  <c:v>2.3246467110612956</c:v>
                </c:pt>
                <c:pt idx="24431">
                  <c:v>2.3252126326893916</c:v>
                </c:pt>
                <c:pt idx="24432">
                  <c:v>2.3255917452363684</c:v>
                </c:pt>
                <c:pt idx="24433">
                  <c:v>2.327187864002989</c:v>
                </c:pt>
                <c:pt idx="24434">
                  <c:v>2.3267263356849299</c:v>
                </c:pt>
                <c:pt idx="24435">
                  <c:v>2.3264955715259004</c:v>
                </c:pt>
                <c:pt idx="24436">
                  <c:v>2.3268279818025976</c:v>
                </c:pt>
                <c:pt idx="24437">
                  <c:v>2.3287592580382848</c:v>
                </c:pt>
                <c:pt idx="24438">
                  <c:v>2.3306658095426473</c:v>
                </c:pt>
                <c:pt idx="24439">
                  <c:v>2.3311630513615085</c:v>
                </c:pt>
                <c:pt idx="24440">
                  <c:v>2.3316795235269554</c:v>
                </c:pt>
                <c:pt idx="24441">
                  <c:v>2.33426188435419</c:v>
                </c:pt>
                <c:pt idx="24442">
                  <c:v>2.3367783125645589</c:v>
                </c:pt>
                <c:pt idx="24443">
                  <c:v>2.3369349025296149</c:v>
                </c:pt>
                <c:pt idx="24444">
                  <c:v>2.3371272059954729</c:v>
                </c:pt>
                <c:pt idx="24445">
                  <c:v>2.3381574031339971</c:v>
                </c:pt>
                <c:pt idx="24446">
                  <c:v>2.3394925386255245</c:v>
                </c:pt>
                <c:pt idx="24447">
                  <c:v>2.3411326124700556</c:v>
                </c:pt>
                <c:pt idx="24448">
                  <c:v>2.3421188545306695</c:v>
                </c:pt>
                <c:pt idx="24449">
                  <c:v>2.3416078767499617</c:v>
                </c:pt>
                <c:pt idx="24450">
                  <c:v>2.3430556471286348</c:v>
                </c:pt>
                <c:pt idx="24451">
                  <c:v>2.345072086327773</c:v>
                </c:pt>
                <c:pt idx="24452">
                  <c:v>2.3457011933803651</c:v>
                </c:pt>
                <c:pt idx="24453">
                  <c:v>2.3472451154919671</c:v>
                </c:pt>
                <c:pt idx="24454">
                  <c:v>2.34640996901167</c:v>
                </c:pt>
                <c:pt idx="24455">
                  <c:v>2.3462066767763345</c:v>
                </c:pt>
                <c:pt idx="24456">
                  <c:v>2.3466187556317442</c:v>
                </c:pt>
                <c:pt idx="24457">
                  <c:v>2.3456902046108876</c:v>
                </c:pt>
                <c:pt idx="24458">
                  <c:v>2.3458715193072681</c:v>
                </c:pt>
                <c:pt idx="24459">
                  <c:v>2.3474566493044109</c:v>
                </c:pt>
                <c:pt idx="24460">
                  <c:v>2.3499071448979145</c:v>
                </c:pt>
                <c:pt idx="24461">
                  <c:v>2.3512807410826135</c:v>
                </c:pt>
                <c:pt idx="24462">
                  <c:v>2.3507972352255995</c:v>
                </c:pt>
                <c:pt idx="24463">
                  <c:v>2.3503741676007119</c:v>
                </c:pt>
                <c:pt idx="24464">
                  <c:v>2.3517422694006727</c:v>
                </c:pt>
                <c:pt idx="24465">
                  <c:v>2.3522395112195338</c:v>
                </c:pt>
                <c:pt idx="24466">
                  <c:v>2.3525993934199247</c:v>
                </c:pt>
                <c:pt idx="24467">
                  <c:v>2.354088371684139</c:v>
                </c:pt>
                <c:pt idx="24468">
                  <c:v>2.3524455506472384</c:v>
                </c:pt>
                <c:pt idx="24469">
                  <c:v>2.3501873585195932</c:v>
                </c:pt>
                <c:pt idx="24470">
                  <c:v>2.3501159315179887</c:v>
                </c:pt>
                <c:pt idx="24471">
                  <c:v>2.3498906617436979</c:v>
                </c:pt>
                <c:pt idx="24472">
                  <c:v>2.3508356959187711</c:v>
                </c:pt>
                <c:pt idx="24473">
                  <c:v>2.351110415155711</c:v>
                </c:pt>
                <c:pt idx="24474">
                  <c:v>2.350629656491066</c:v>
                </c:pt>
                <c:pt idx="24475">
                  <c:v>2.3508769038043118</c:v>
                </c:pt>
                <c:pt idx="24476">
                  <c:v>2.3512395331970728</c:v>
                </c:pt>
                <c:pt idx="24477">
                  <c:v>2.3512230500428561</c:v>
                </c:pt>
                <c:pt idx="24478">
                  <c:v>2.3520087470605042</c:v>
                </c:pt>
                <c:pt idx="24479">
                  <c:v>2.3533933320146811</c:v>
                </c:pt>
                <c:pt idx="24480">
                  <c:v>2.3544427594997912</c:v>
                </c:pt>
                <c:pt idx="24481">
                  <c:v>2.3552476868640251</c:v>
                </c:pt>
                <c:pt idx="24482">
                  <c:v>2.355330102635107</c:v>
                </c:pt>
                <c:pt idx="24483">
                  <c:v>2.3552586756335026</c:v>
                </c:pt>
                <c:pt idx="24484">
                  <c:v>2.3568795191314478</c:v>
                </c:pt>
                <c:pt idx="24485">
                  <c:v>2.3562394233093777</c:v>
                </c:pt>
                <c:pt idx="24486">
                  <c:v>2.3546762708511899</c:v>
                </c:pt>
                <c:pt idx="24487">
                  <c:v>2.355137799169249</c:v>
                </c:pt>
                <c:pt idx="24488">
                  <c:v>2.3573987384892638</c:v>
                </c:pt>
                <c:pt idx="24489">
                  <c:v>2.3580937781587217</c:v>
                </c:pt>
                <c:pt idx="24490">
                  <c:v>2.3580168567723785</c:v>
                </c:pt>
                <c:pt idx="24491">
                  <c:v>2.3581377332366324</c:v>
                </c:pt>
                <c:pt idx="24492">
                  <c:v>2.3575635700314281</c:v>
                </c:pt>
                <c:pt idx="24493">
                  <c:v>2.3572861036021187</c:v>
                </c:pt>
                <c:pt idx="24494">
                  <c:v>2.3576157666864463</c:v>
                </c:pt>
                <c:pt idx="24495">
                  <c:v>2.3593135315707348</c:v>
                </c:pt>
                <c:pt idx="24496">
                  <c:v>2.3618546845124282</c:v>
                </c:pt>
                <c:pt idx="24497">
                  <c:v>2.3626925781850949</c:v>
                </c:pt>
                <c:pt idx="24498">
                  <c:v>2.3643628711456892</c:v>
                </c:pt>
                <c:pt idx="24499">
                  <c:v>2.3653408716291948</c:v>
                </c:pt>
                <c:pt idx="24500">
                  <c:v>2.363382123469814</c:v>
                </c:pt>
                <c:pt idx="24501">
                  <c:v>2.362417858948155</c:v>
                </c:pt>
                <c:pt idx="24502">
                  <c:v>2.3641073822553351</c:v>
                </c:pt>
                <c:pt idx="24503">
                  <c:v>2.3659864618360036</c:v>
                </c:pt>
                <c:pt idx="24504">
                  <c:v>2.367093580360871</c:v>
                </c:pt>
                <c:pt idx="24505">
                  <c:v>2.3674012659062438</c:v>
                </c:pt>
                <c:pt idx="24506">
                  <c:v>2.3663188721127009</c:v>
                </c:pt>
                <c:pt idx="24507">
                  <c:v>2.3667364453528492</c:v>
                </c:pt>
                <c:pt idx="24508">
                  <c:v>2.368684204742753</c:v>
                </c:pt>
                <c:pt idx="24509">
                  <c:v>2.3693325421419309</c:v>
                </c:pt>
                <c:pt idx="24510">
                  <c:v>2.37025010439331</c:v>
                </c:pt>
                <c:pt idx="24511">
                  <c:v>2.3706154809784401</c:v>
                </c:pt>
                <c:pt idx="24512">
                  <c:v>2.3709341552932903</c:v>
                </c:pt>
                <c:pt idx="24513">
                  <c:v>2.3720385266257886</c:v>
                </c:pt>
                <c:pt idx="24514">
                  <c:v>2.3723929144414408</c:v>
                </c:pt>
                <c:pt idx="24515">
                  <c:v>2.3729972967627084</c:v>
                </c:pt>
                <c:pt idx="24516">
                  <c:v>2.3745164941429859</c:v>
                </c:pt>
                <c:pt idx="24517">
                  <c:v>2.3753461462385443</c:v>
                </c:pt>
                <c:pt idx="24518">
                  <c:v>2.3741071624799455</c:v>
                </c:pt>
                <c:pt idx="24519">
                  <c:v>2.3739066174369796</c:v>
                </c:pt>
                <c:pt idx="24520">
                  <c:v>2.3751950506582276</c:v>
                </c:pt>
                <c:pt idx="24521">
                  <c:v>2.3756950396694578</c:v>
                </c:pt>
                <c:pt idx="24522">
                  <c:v>2.377337860706358</c:v>
                </c:pt>
                <c:pt idx="24523">
                  <c:v>2.3779916924902751</c:v>
                </c:pt>
                <c:pt idx="24524">
                  <c:v>2.3767774334630007</c:v>
                </c:pt>
                <c:pt idx="24525">
                  <c:v>2.3763131579525725</c:v>
                </c:pt>
                <c:pt idx="24526">
                  <c:v>2.3775493945188018</c:v>
                </c:pt>
                <c:pt idx="24527">
                  <c:v>2.3783762994219906</c:v>
                </c:pt>
                <c:pt idx="24528">
                  <c:v>2.3789971648974748</c:v>
                </c:pt>
                <c:pt idx="24529">
                  <c:v>2.3795356146018767</c:v>
                </c:pt>
                <c:pt idx="24530">
                  <c:v>2.3796949517593018</c:v>
                </c:pt>
                <c:pt idx="24531">
                  <c:v>2.379604294411112</c:v>
                </c:pt>
                <c:pt idx="24532">
                  <c:v>2.3806317443572667</c:v>
                </c:pt>
                <c:pt idx="24533">
                  <c:v>2.3800960418452344</c:v>
                </c:pt>
                <c:pt idx="24534">
                  <c:v>2.3792444122107206</c:v>
                </c:pt>
                <c:pt idx="24535">
                  <c:v>2.3813405199885715</c:v>
                </c:pt>
                <c:pt idx="24536">
                  <c:v>2.3839146392386983</c:v>
                </c:pt>
                <c:pt idx="24537">
                  <c:v>2.3859530559767919</c:v>
                </c:pt>
                <c:pt idx="24538">
                  <c:v>2.3872277532361927</c:v>
                </c:pt>
                <c:pt idx="24539">
                  <c:v>2.3877085119008372</c:v>
                </c:pt>
                <c:pt idx="24540">
                  <c:v>2.3879420232522364</c:v>
                </c:pt>
                <c:pt idx="24541">
                  <c:v>2.3882661919518253</c:v>
                </c:pt>
                <c:pt idx="24542">
                  <c:v>2.3897057207533901</c:v>
                </c:pt>
                <c:pt idx="24543">
                  <c:v>2.3923018175424717</c:v>
                </c:pt>
                <c:pt idx="24544">
                  <c:v>2.3937001384584953</c:v>
                </c:pt>
                <c:pt idx="24545">
                  <c:v>2.3936754137271707</c:v>
                </c:pt>
                <c:pt idx="24546">
                  <c:v>2.3930243291356232</c:v>
                </c:pt>
                <c:pt idx="24547">
                  <c:v>2.3909419573196193</c:v>
                </c:pt>
                <c:pt idx="24548">
                  <c:v>2.3899007714116172</c:v>
                </c:pt>
                <c:pt idx="24549">
                  <c:v>2.3908815190874924</c:v>
                </c:pt>
                <c:pt idx="24550">
                  <c:v>2.392573789587042</c:v>
                </c:pt>
                <c:pt idx="24551">
                  <c:v>2.3944446275906026</c:v>
                </c:pt>
                <c:pt idx="24552">
                  <c:v>2.3956176787323358</c:v>
                </c:pt>
                <c:pt idx="24553">
                  <c:v>2.3965132634447595</c:v>
                </c:pt>
                <c:pt idx="24554">
                  <c:v>2.397634117931474</c:v>
                </c:pt>
                <c:pt idx="24555">
                  <c:v>2.4002988945297905</c:v>
                </c:pt>
                <c:pt idx="24556">
                  <c:v>2.403142238632118</c:v>
                </c:pt>
                <c:pt idx="24557">
                  <c:v>2.403949913188721</c:v>
                </c:pt>
                <c:pt idx="24558">
                  <c:v>2.4039334300345048</c:v>
                </c:pt>
                <c:pt idx="24559">
                  <c:v>2.4034361882156436</c:v>
                </c:pt>
                <c:pt idx="24560">
                  <c:v>2.4029114744730884</c:v>
                </c:pt>
                <c:pt idx="24561">
                  <c:v>2.4025021428100484</c:v>
                </c:pt>
                <c:pt idx="24562">
                  <c:v>2.4028015867783123</c:v>
                </c:pt>
                <c:pt idx="24563">
                  <c:v>2.4034911320630314</c:v>
                </c:pt>
                <c:pt idx="24564">
                  <c:v>2.4047246214368916</c:v>
                </c:pt>
                <c:pt idx="24565">
                  <c:v>2.4068839146392387</c:v>
                </c:pt>
                <c:pt idx="24566">
                  <c:v>2.40879596052834</c:v>
                </c:pt>
                <c:pt idx="24567">
                  <c:v>2.4123453330696027</c:v>
                </c:pt>
                <c:pt idx="24568">
                  <c:v>2.4150650535153075</c:v>
                </c:pt>
                <c:pt idx="24569">
                  <c:v>2.4153095536361837</c:v>
                </c:pt>
                <c:pt idx="24570">
                  <c:v>2.4164688688160698</c:v>
                </c:pt>
                <c:pt idx="24571">
                  <c:v>2.4177792795762731</c:v>
                </c:pt>
                <c:pt idx="24572">
                  <c:v>2.4191556229533417</c:v>
                </c:pt>
                <c:pt idx="24573">
                  <c:v>2.4223973099492317</c:v>
                </c:pt>
                <c:pt idx="24574">
                  <c:v>2.4263422781916884</c:v>
                </c:pt>
                <c:pt idx="24575">
                  <c:v>2.4289273862112921</c:v>
                </c:pt>
                <c:pt idx="24576">
                  <c:v>2.4305015274389574</c:v>
                </c:pt>
                <c:pt idx="24577">
                  <c:v>2.4322679721324807</c:v>
                </c:pt>
                <c:pt idx="24578">
                  <c:v>2.4342981472934659</c:v>
                </c:pt>
                <c:pt idx="24579">
                  <c:v>2.4371524801652713</c:v>
                </c:pt>
                <c:pt idx="24580">
                  <c:v>2.4396606667985319</c:v>
                </c:pt>
                <c:pt idx="24581">
                  <c:v>2.4426633480582844</c:v>
                </c:pt>
                <c:pt idx="24582">
                  <c:v>2.4439243093558383</c:v>
                </c:pt>
                <c:pt idx="24583">
                  <c:v>2.4449215401859301</c:v>
                </c:pt>
                <c:pt idx="24584">
                  <c:v>2.446990176040087</c:v>
                </c:pt>
                <c:pt idx="24585">
                  <c:v>2.4486494802312038</c:v>
                </c:pt>
                <c:pt idx="24586">
                  <c:v>2.451415902947188</c:v>
                </c:pt>
                <c:pt idx="24587">
                  <c:v>2.4561190962835981</c:v>
                </c:pt>
                <c:pt idx="24588">
                  <c:v>2.4610750313179932</c:v>
                </c:pt>
                <c:pt idx="24589">
                  <c:v>2.4639128810355815</c:v>
                </c:pt>
                <c:pt idx="24590">
                  <c:v>2.4669732533350914</c:v>
                </c:pt>
                <c:pt idx="24591">
                  <c:v>2.4708138282675107</c:v>
                </c:pt>
                <c:pt idx="24592">
                  <c:v>2.4754373530252081</c:v>
                </c:pt>
                <c:pt idx="24593">
                  <c:v>2.4799015406254807</c:v>
                </c:pt>
                <c:pt idx="24594">
                  <c:v>2.4826432386101405</c:v>
                </c:pt>
                <c:pt idx="24595">
                  <c:v>2.487272257752577</c:v>
                </c:pt>
                <c:pt idx="24596">
                  <c:v>2.4911238214544733</c:v>
                </c:pt>
                <c:pt idx="24597">
                  <c:v>2.4939067273246742</c:v>
                </c:pt>
                <c:pt idx="24598">
                  <c:v>2.4976538977165337</c:v>
                </c:pt>
                <c:pt idx="24599">
                  <c:v>2.5019834728907058</c:v>
                </c:pt>
                <c:pt idx="24600">
                  <c:v>2.5066619414957914</c:v>
                </c:pt>
                <c:pt idx="24601">
                  <c:v>2.5112662359069029</c:v>
                </c:pt>
                <c:pt idx="24602">
                  <c:v>2.5172386321179756</c:v>
                </c:pt>
                <c:pt idx="24603">
                  <c:v>2.5228786180523506</c:v>
                </c:pt>
                <c:pt idx="24604">
                  <c:v>2.5262494230896024</c:v>
                </c:pt>
                <c:pt idx="24605">
                  <c:v>2.5293372673128065</c:v>
                </c:pt>
                <c:pt idx="24606">
                  <c:v>2.5331860838223337</c:v>
                </c:pt>
                <c:pt idx="24607">
                  <c:v>2.5376502714226064</c:v>
                </c:pt>
                <c:pt idx="24608">
                  <c:v>2.542054020790752</c:v>
                </c:pt>
                <c:pt idx="24609">
                  <c:v>2.5463368936946442</c:v>
                </c:pt>
                <c:pt idx="24610">
                  <c:v>2.5514137051932924</c:v>
                </c:pt>
                <c:pt idx="24611">
                  <c:v>2.5565591965011758</c:v>
                </c:pt>
                <c:pt idx="24612">
                  <c:v>2.5630150985692621</c:v>
                </c:pt>
                <c:pt idx="24613">
                  <c:v>2.5689188149710995</c:v>
                </c:pt>
                <c:pt idx="24614">
                  <c:v>2.5732895980308124</c:v>
                </c:pt>
                <c:pt idx="24615">
                  <c:v>2.5747346212171163</c:v>
                </c:pt>
                <c:pt idx="24616">
                  <c:v>2.5764488692556209</c:v>
                </c:pt>
                <c:pt idx="24617">
                  <c:v>2.5803608711896442</c:v>
                </c:pt>
                <c:pt idx="24618">
                  <c:v>2.5853442781477329</c:v>
                </c:pt>
                <c:pt idx="24619">
                  <c:v>2.5904732863014002</c:v>
                </c:pt>
                <c:pt idx="24620">
                  <c:v>2.5958467945759436</c:v>
                </c:pt>
                <c:pt idx="24621">
                  <c:v>2.6001846113272236</c:v>
                </c:pt>
                <c:pt idx="24622">
                  <c:v>2.6050443946286896</c:v>
                </c:pt>
                <c:pt idx="24623">
                  <c:v>2.6121184149798906</c:v>
                </c:pt>
                <c:pt idx="24624">
                  <c:v>2.62025010439331</c:v>
                </c:pt>
                <c:pt idx="24625">
                  <c:v>2.6273268719368805</c:v>
                </c:pt>
                <c:pt idx="24626">
                  <c:v>2.6327058745961627</c:v>
                </c:pt>
                <c:pt idx="24627">
                  <c:v>2.6381370739104635</c:v>
                </c:pt>
                <c:pt idx="24628">
                  <c:v>2.6463264543636402</c:v>
                </c:pt>
                <c:pt idx="24629">
                  <c:v>2.6559333860794268</c:v>
                </c:pt>
                <c:pt idx="24630">
                  <c:v>2.6643700138458497</c:v>
                </c:pt>
                <c:pt idx="24631">
                  <c:v>2.6717984220127029</c:v>
                </c:pt>
                <c:pt idx="24632">
                  <c:v>2.675562075558779</c:v>
                </c:pt>
                <c:pt idx="24633">
                  <c:v>2.6751802158194327</c:v>
                </c:pt>
                <c:pt idx="24634">
                  <c:v>2.6734412430496035</c:v>
                </c:pt>
                <c:pt idx="24635">
                  <c:v>2.6726912595327574</c:v>
                </c:pt>
                <c:pt idx="24636">
                  <c:v>2.6737818949034087</c:v>
                </c:pt>
                <c:pt idx="24637">
                  <c:v>2.6743230918001801</c:v>
                </c:pt>
                <c:pt idx="24638">
                  <c:v>2.6756609744840771</c:v>
                </c:pt>
                <c:pt idx="24639">
                  <c:v>2.6797103360365706</c:v>
                </c:pt>
                <c:pt idx="24640">
                  <c:v>2.6837157425111537</c:v>
                </c:pt>
                <c:pt idx="24641">
                  <c:v>2.6881854244961652</c:v>
                </c:pt>
                <c:pt idx="24642">
                  <c:v>2.6942100173622556</c:v>
                </c:pt>
                <c:pt idx="24643">
                  <c:v>2.6985917891914464</c:v>
                </c:pt>
                <c:pt idx="24644">
                  <c:v>2.7008527285114612</c:v>
                </c:pt>
                <c:pt idx="24645">
                  <c:v>2.7044845168238059</c:v>
                </c:pt>
                <c:pt idx="24646">
                  <c:v>2.7092151820839101</c:v>
                </c:pt>
                <c:pt idx="24647">
                  <c:v>2.7119706160304169</c:v>
                </c:pt>
                <c:pt idx="24648">
                  <c:v>2.7140474934616821</c:v>
                </c:pt>
                <c:pt idx="24649">
                  <c:v>2.7167836970616031</c:v>
                </c:pt>
                <c:pt idx="24650">
                  <c:v>2.7198358277840047</c:v>
                </c:pt>
                <c:pt idx="24651">
                  <c:v>2.7222670930309225</c:v>
                </c:pt>
                <c:pt idx="24652">
                  <c:v>2.7256873475308234</c:v>
                </c:pt>
                <c:pt idx="24653">
                  <c:v>2.7299400013186523</c:v>
                </c:pt>
                <c:pt idx="24654">
                  <c:v>2.7341432056438322</c:v>
                </c:pt>
                <c:pt idx="24655">
                  <c:v>2.737382145447353</c:v>
                </c:pt>
                <c:pt idx="24656">
                  <c:v>2.7417666644689129</c:v>
                </c:pt>
                <c:pt idx="24657">
                  <c:v>2.7469643524318146</c:v>
                </c:pt>
                <c:pt idx="24658">
                  <c:v>2.7504807586646445</c:v>
                </c:pt>
                <c:pt idx="24659">
                  <c:v>2.7522252258192128</c:v>
                </c:pt>
                <c:pt idx="24660">
                  <c:v>2.7554037273906067</c:v>
                </c:pt>
                <c:pt idx="24661">
                  <c:v>2.7585547570383069</c:v>
                </c:pt>
                <c:pt idx="24662">
                  <c:v>2.7631563042570493</c:v>
                </c:pt>
                <c:pt idx="24663">
                  <c:v>2.7680133403661458</c:v>
                </c:pt>
                <c:pt idx="24664">
                  <c:v>2.771249532977297</c:v>
                </c:pt>
                <c:pt idx="24665">
                  <c:v>2.7752219731434473</c:v>
                </c:pt>
                <c:pt idx="24666">
                  <c:v>2.7794361662381046</c:v>
                </c:pt>
                <c:pt idx="24667">
                  <c:v>2.7818344651765896</c:v>
                </c:pt>
                <c:pt idx="24668">
                  <c:v>2.7843893540801301</c:v>
                </c:pt>
                <c:pt idx="24669">
                  <c:v>2.788738159600888</c:v>
                </c:pt>
                <c:pt idx="24670">
                  <c:v>2.7933946506670182</c:v>
                </c:pt>
                <c:pt idx="24671">
                  <c:v>2.7979879563086527</c:v>
                </c:pt>
                <c:pt idx="24672">
                  <c:v>2.8014933737720051</c:v>
                </c:pt>
                <c:pt idx="24673">
                  <c:v>2.8035977231269644</c:v>
                </c:pt>
                <c:pt idx="24674">
                  <c:v>2.8062350278015868</c:v>
                </c:pt>
                <c:pt idx="24675">
                  <c:v>2.8096278103777941</c:v>
                </c:pt>
                <c:pt idx="24676">
                  <c:v>2.813855739434298</c:v>
                </c:pt>
                <c:pt idx="24677">
                  <c:v>2.8185726687325552</c:v>
                </c:pt>
                <c:pt idx="24678">
                  <c:v>2.8197731917979825</c:v>
                </c:pt>
                <c:pt idx="24679">
                  <c:v>2.8209325069778686</c:v>
                </c:pt>
                <c:pt idx="24680">
                  <c:v>2.8256137227753237</c:v>
                </c:pt>
                <c:pt idx="24681">
                  <c:v>2.830849871431397</c:v>
                </c:pt>
                <c:pt idx="24682">
                  <c:v>2.835322300608778</c:v>
                </c:pt>
                <c:pt idx="24683">
                  <c:v>2.8374156611942594</c:v>
                </c:pt>
                <c:pt idx="24684">
                  <c:v>2.8388442012263466</c:v>
                </c:pt>
                <c:pt idx="24685">
                  <c:v>2.8413441462824993</c:v>
                </c:pt>
                <c:pt idx="24686">
                  <c:v>2.8446600074723634</c:v>
                </c:pt>
                <c:pt idx="24687">
                  <c:v>2.8475253291136458</c:v>
                </c:pt>
                <c:pt idx="24688">
                  <c:v>2.8497423133557502</c:v>
                </c:pt>
                <c:pt idx="24689">
                  <c:v>2.8532422364343644</c:v>
                </c:pt>
                <c:pt idx="24690">
                  <c:v>2.8568410584382762</c:v>
                </c:pt>
                <c:pt idx="24691">
                  <c:v>2.8610470099558252</c:v>
                </c:pt>
                <c:pt idx="24692">
                  <c:v>2.8657227313685416</c:v>
                </c:pt>
                <c:pt idx="24693">
                  <c:v>2.8700165930419113</c:v>
                </c:pt>
                <c:pt idx="24694">
                  <c:v>2.8740824377486209</c:v>
                </c:pt>
                <c:pt idx="24695">
                  <c:v>2.8773296191292501</c:v>
                </c:pt>
                <c:pt idx="24696">
                  <c:v>2.8792526537878289</c:v>
                </c:pt>
                <c:pt idx="24697">
                  <c:v>2.8832498186853037</c:v>
                </c:pt>
                <c:pt idx="24698">
                  <c:v>2.8872552251598869</c:v>
                </c:pt>
                <c:pt idx="24699">
                  <c:v>2.8898293444100132</c:v>
                </c:pt>
                <c:pt idx="24700">
                  <c:v>2.8923677501593374</c:v>
                </c:pt>
                <c:pt idx="24701">
                  <c:v>2.8947633019054528</c:v>
                </c:pt>
                <c:pt idx="24702">
                  <c:v>2.8978071910507461</c:v>
                </c:pt>
                <c:pt idx="24703">
                  <c:v>2.9020790751851608</c:v>
                </c:pt>
                <c:pt idx="24704">
                  <c:v>2.9056174589569461</c:v>
                </c:pt>
                <c:pt idx="24705">
                  <c:v>2.9094525395046262</c:v>
                </c:pt>
                <c:pt idx="24706">
                  <c:v>2.9132354233972881</c:v>
                </c:pt>
                <c:pt idx="24707">
                  <c:v>2.9154084525614823</c:v>
                </c:pt>
                <c:pt idx="24708">
                  <c:v>2.9172957737192591</c:v>
                </c:pt>
                <c:pt idx="24709">
                  <c:v>2.9195100107689944</c:v>
                </c:pt>
                <c:pt idx="24710">
                  <c:v>2.9226006021845672</c:v>
                </c:pt>
                <c:pt idx="24711">
                  <c:v>2.9261582163029383</c:v>
                </c:pt>
                <c:pt idx="24712">
                  <c:v>2.9299026395024286</c:v>
                </c:pt>
                <c:pt idx="24713">
                  <c:v>2.9346690182633348</c:v>
                </c:pt>
                <c:pt idx="24714">
                  <c:v>2.9379436715676581</c:v>
                </c:pt>
                <c:pt idx="24715">
                  <c:v>2.9391881497109953</c:v>
                </c:pt>
                <c:pt idx="24716">
                  <c:v>2.9411359091008991</c:v>
                </c:pt>
                <c:pt idx="24717">
                  <c:v>2.944438034328916</c:v>
                </c:pt>
                <c:pt idx="24718">
                  <c:v>2.947281378431243</c:v>
                </c:pt>
                <c:pt idx="24719">
                  <c:v>2.9493994637480494</c:v>
                </c:pt>
                <c:pt idx="24720">
                  <c:v>2.9515587569503969</c:v>
                </c:pt>
                <c:pt idx="24721">
                  <c:v>2.9545009999780225</c:v>
                </c:pt>
                <c:pt idx="24722">
                  <c:v>2.9581794905606471</c:v>
                </c:pt>
                <c:pt idx="24723">
                  <c:v>2.961792048526406</c:v>
                </c:pt>
                <c:pt idx="24724">
                  <c:v>2.9631628975187358</c:v>
                </c:pt>
                <c:pt idx="24725">
                  <c:v>2.9636051954902092</c:v>
                </c:pt>
                <c:pt idx="24726">
                  <c:v>2.9637837629942201</c:v>
                </c:pt>
                <c:pt idx="24727">
                  <c:v>2.9644540779323534</c:v>
                </c:pt>
                <c:pt idx="24728">
                  <c:v>2.9658908595415485</c:v>
                </c:pt>
                <c:pt idx="24729">
                  <c:v>2.9673935737676098</c:v>
                </c:pt>
                <c:pt idx="24730">
                  <c:v>2.9694814399683525</c:v>
                </c:pt>
                <c:pt idx="24731">
                  <c:v>2.9721297334124523</c:v>
                </c:pt>
                <c:pt idx="24732">
                  <c:v>2.9755225159886596</c:v>
                </c:pt>
                <c:pt idx="24733">
                  <c:v>2.977063690907892</c:v>
                </c:pt>
                <c:pt idx="24734">
                  <c:v>2.978027955429551</c:v>
                </c:pt>
                <c:pt idx="24735">
                  <c:v>2.9792477088415641</c:v>
                </c:pt>
                <c:pt idx="24736">
                  <c:v>2.981874024746709</c:v>
                </c:pt>
                <c:pt idx="24737">
                  <c:v>2.9862667853453773</c:v>
                </c:pt>
                <c:pt idx="24738">
                  <c:v>2.9882997076987321</c:v>
                </c:pt>
                <c:pt idx="24739">
                  <c:v>2.9883519043537503</c:v>
                </c:pt>
                <c:pt idx="24740">
                  <c:v>2.9899562646974793</c:v>
                </c:pt>
                <c:pt idx="24741">
                  <c:v>2.9913216193050705</c:v>
                </c:pt>
                <c:pt idx="24742">
                  <c:v>2.9926292828729038</c:v>
                </c:pt>
                <c:pt idx="24743">
                  <c:v>2.9943764972198412</c:v>
                </c:pt>
                <c:pt idx="24744">
                  <c:v>2.9956676776334588</c:v>
                </c:pt>
                <c:pt idx="24745">
                  <c:v>2.9959149249467045</c:v>
                </c:pt>
                <c:pt idx="24746">
                  <c:v>2.9982912463462341</c:v>
                </c:pt>
                <c:pt idx="24747">
                  <c:v>3.00173622557746</c:v>
                </c:pt>
                <c:pt idx="24748">
                  <c:v>3.0021373156633921</c:v>
                </c:pt>
                <c:pt idx="24749">
                  <c:v>3.0019587481593812</c:v>
                </c:pt>
                <c:pt idx="24750">
                  <c:v>3.0024724731324586</c:v>
                </c:pt>
                <c:pt idx="24751">
                  <c:v>3.0029889452979055</c:v>
                </c:pt>
                <c:pt idx="24752">
                  <c:v>3.0043927605986682</c:v>
                </c:pt>
                <c:pt idx="24753">
                  <c:v>3.006170194061669</c:v>
                </c:pt>
                <c:pt idx="24754">
                  <c:v>3.0080245489110129</c:v>
                </c:pt>
                <c:pt idx="24755">
                  <c:v>3.0090272741258435</c:v>
                </c:pt>
                <c:pt idx="24756">
                  <c:v>3.0081646557218527</c:v>
                </c:pt>
                <c:pt idx="24757">
                  <c:v>3.0065905144941869</c:v>
                </c:pt>
                <c:pt idx="24758">
                  <c:v>3.0062773345640759</c:v>
                </c:pt>
                <c:pt idx="24759">
                  <c:v>3.0052031823476408</c:v>
                </c:pt>
                <c:pt idx="24760">
                  <c:v>3.006447660490978</c:v>
                </c:pt>
                <c:pt idx="24761">
                  <c:v>3.0078514757917407</c:v>
                </c:pt>
                <c:pt idx="24762">
                  <c:v>3.007906419639129</c:v>
                </c:pt>
                <c:pt idx="24763">
                  <c:v>3.0079476275246702</c:v>
                </c:pt>
                <c:pt idx="24764">
                  <c:v>3.0092333135535485</c:v>
                </c:pt>
                <c:pt idx="24765">
                  <c:v>3.0106453704314191</c:v>
                </c:pt>
                <c:pt idx="24766">
                  <c:v>3.0111975560976685</c:v>
                </c:pt>
                <c:pt idx="24767">
                  <c:v>3.0125436803586734</c:v>
                </c:pt>
                <c:pt idx="24768">
                  <c:v>3.0143870464385398</c:v>
                </c:pt>
                <c:pt idx="24769">
                  <c:v>3.0156589965055716</c:v>
                </c:pt>
                <c:pt idx="24770">
                  <c:v>3.0149090129887255</c:v>
                </c:pt>
                <c:pt idx="24771">
                  <c:v>3.0134804729566387</c:v>
                </c:pt>
                <c:pt idx="24772">
                  <c:v>3.013414540339773</c:v>
                </c:pt>
                <c:pt idx="24773">
                  <c:v>3.0134035515702955</c:v>
                </c:pt>
                <c:pt idx="24774">
                  <c:v>3.0117057866860071</c:v>
                </c:pt>
                <c:pt idx="24775">
                  <c:v>3.0093789147491266</c:v>
                </c:pt>
                <c:pt idx="24776">
                  <c:v>3.0083267400716469</c:v>
                </c:pt>
                <c:pt idx="24777">
                  <c:v>3.0093239709017388</c:v>
                </c:pt>
                <c:pt idx="24778">
                  <c:v>3.0088734313531571</c:v>
                </c:pt>
                <c:pt idx="24779">
                  <c:v>3.0087113470033628</c:v>
                </c:pt>
                <c:pt idx="24780">
                  <c:v>3.0090767235884925</c:v>
                </c:pt>
                <c:pt idx="24781">
                  <c:v>3.009340454055955</c:v>
                </c:pt>
                <c:pt idx="24782">
                  <c:v>3.0090355157029518</c:v>
                </c:pt>
                <c:pt idx="24783">
                  <c:v>3.0096701171402827</c:v>
                </c:pt>
                <c:pt idx="24784">
                  <c:v>3.0098926397222039</c:v>
                </c:pt>
                <c:pt idx="24785">
                  <c:v>3.0100052746093491</c:v>
                </c:pt>
                <c:pt idx="24786">
                  <c:v>3.0092827630161976</c:v>
                </c:pt>
                <c:pt idx="24787">
                  <c:v>3.0074641216676561</c:v>
                </c:pt>
                <c:pt idx="24788">
                  <c:v>3.0051921935781634</c:v>
                </c:pt>
                <c:pt idx="24789">
                  <c:v>3.0035768444649569</c:v>
                </c:pt>
                <c:pt idx="24790">
                  <c:v>3.0044064965605153</c:v>
                </c:pt>
                <c:pt idx="24791">
                  <c:v>3.0043433111360187</c:v>
                </c:pt>
                <c:pt idx="24792">
                  <c:v>3.0031208105316365</c:v>
                </c:pt>
                <c:pt idx="24793">
                  <c:v>3.0025933495967125</c:v>
                </c:pt>
                <c:pt idx="24794">
                  <c:v>3.0025054394408914</c:v>
                </c:pt>
                <c:pt idx="24795">
                  <c:v>3.0019697369288587</c:v>
                </c:pt>
                <c:pt idx="24796">
                  <c:v>3.0021318212786534</c:v>
                </c:pt>
                <c:pt idx="24797">
                  <c:v>3.0016016131513594</c:v>
                </c:pt>
                <c:pt idx="24798">
                  <c:v>2.9992802355992176</c:v>
                </c:pt>
                <c:pt idx="24799">
                  <c:v>2.997950594492429</c:v>
                </c:pt>
                <c:pt idx="24800">
                  <c:v>2.9978489483747612</c:v>
                </c:pt>
                <c:pt idx="24801">
                  <c:v>2.9965302960374496</c:v>
                </c:pt>
                <c:pt idx="24802">
                  <c:v>2.9941429858684425</c:v>
                </c:pt>
                <c:pt idx="24803">
                  <c:v>2.9929781763038177</c:v>
                </c:pt>
                <c:pt idx="24804">
                  <c:v>2.9913243664974396</c:v>
                </c:pt>
                <c:pt idx="24805">
                  <c:v>2.9902117535878334</c:v>
                </c:pt>
                <c:pt idx="24806">
                  <c:v>2.9898491241950724</c:v>
                </c:pt>
                <c:pt idx="24807">
                  <c:v>2.988970022636865</c:v>
                </c:pt>
                <c:pt idx="24808">
                  <c:v>2.9889150787894772</c:v>
                </c:pt>
                <c:pt idx="24809">
                  <c:v>2.9878299378035647</c:v>
                </c:pt>
                <c:pt idx="24810">
                  <c:v>2.9852530713610692</c:v>
                </c:pt>
                <c:pt idx="24811">
                  <c:v>2.9827613678820244</c:v>
                </c:pt>
                <c:pt idx="24812">
                  <c:v>2.9825937891474914</c:v>
                </c:pt>
                <c:pt idx="24813">
                  <c:v>2.9837009076723588</c:v>
                </c:pt>
                <c:pt idx="24814">
                  <c:v>2.9845223181908089</c:v>
                </c:pt>
                <c:pt idx="24815">
                  <c:v>2.9829646601173603</c:v>
                </c:pt>
                <c:pt idx="24816">
                  <c:v>2.9802888947495658</c:v>
                </c:pt>
                <c:pt idx="24817">
                  <c:v>2.9775691743038615</c:v>
                </c:pt>
                <c:pt idx="24818">
                  <c:v>2.9750582404782313</c:v>
                </c:pt>
                <c:pt idx="24819">
                  <c:v>2.9743686951935122</c:v>
                </c:pt>
                <c:pt idx="24820">
                  <c:v>2.9724181886112393</c:v>
                </c:pt>
                <c:pt idx="24821">
                  <c:v>2.9706352607634998</c:v>
                </c:pt>
                <c:pt idx="24822">
                  <c:v>2.9707698731896004</c:v>
                </c:pt>
                <c:pt idx="24823">
                  <c:v>2.969410012966748</c:v>
                </c:pt>
                <c:pt idx="24824">
                  <c:v>2.9683468495197909</c:v>
                </c:pt>
                <c:pt idx="24825">
                  <c:v>2.9674485176149976</c:v>
                </c:pt>
                <c:pt idx="24826">
                  <c:v>2.9656106459198699</c:v>
                </c:pt>
                <c:pt idx="24827">
                  <c:v>2.9650639546383597</c:v>
                </c:pt>
                <c:pt idx="24828">
                  <c:v>2.9658469044636382</c:v>
                </c:pt>
                <c:pt idx="24829">
                  <c:v>2.9660364607371266</c:v>
                </c:pt>
                <c:pt idx="24830">
                  <c:v>2.9651188984857475</c:v>
                </c:pt>
                <c:pt idx="24831">
                  <c:v>2.9641161732709174</c:v>
                </c:pt>
                <c:pt idx="24832">
                  <c:v>2.9639925496142943</c:v>
                </c:pt>
                <c:pt idx="24833">
                  <c:v>2.9633497065998551</c:v>
                </c:pt>
                <c:pt idx="24834">
                  <c:v>2.9634348695633062</c:v>
                </c:pt>
                <c:pt idx="24835">
                  <c:v>2.9644073756620735</c:v>
                </c:pt>
                <c:pt idx="24836">
                  <c:v>2.9623140150765916</c:v>
                </c:pt>
                <c:pt idx="24837">
                  <c:v>2.9594431990505705</c:v>
                </c:pt>
                <c:pt idx="24838">
                  <c:v>2.95798443990242</c:v>
                </c:pt>
                <c:pt idx="24839">
                  <c:v>2.958731676226896</c:v>
                </c:pt>
                <c:pt idx="24840">
                  <c:v>2.9608222896200083</c:v>
                </c:pt>
                <c:pt idx="24841">
                  <c:v>2.9623140150765916</c:v>
                </c:pt>
                <c:pt idx="24842">
                  <c:v>2.9628854310894264</c:v>
                </c:pt>
                <c:pt idx="24843">
                  <c:v>2.9632810267906198</c:v>
                </c:pt>
                <c:pt idx="24844">
                  <c:v>2.9620914924946704</c:v>
                </c:pt>
                <c:pt idx="24845">
                  <c:v>2.9615228236742048</c:v>
                </c:pt>
                <c:pt idx="24846">
                  <c:v>2.962852464780994</c:v>
                </c:pt>
                <c:pt idx="24847">
                  <c:v>2.9635667347970376</c:v>
                </c:pt>
                <c:pt idx="24848">
                  <c:v>2.9635777235665151</c:v>
                </c:pt>
                <c:pt idx="24849">
                  <c:v>2.9633304762532693</c:v>
                </c:pt>
                <c:pt idx="24850">
                  <c:v>2.9631738862882138</c:v>
                </c:pt>
                <c:pt idx="24851">
                  <c:v>2.9630969649018706</c:v>
                </c:pt>
                <c:pt idx="24852">
                  <c:v>2.9627727962022812</c:v>
                </c:pt>
                <c:pt idx="24853">
                  <c:v>2.9648551680182855</c:v>
                </c:pt>
                <c:pt idx="24854">
                  <c:v>2.9674979670776467</c:v>
                </c:pt>
                <c:pt idx="24855">
                  <c:v>2.9691462824992856</c:v>
                </c:pt>
                <c:pt idx="24856">
                  <c:v>2.9700638447506647</c:v>
                </c:pt>
                <c:pt idx="24857">
                  <c:v>2.9706077888398057</c:v>
                </c:pt>
                <c:pt idx="24858">
                  <c:v>2.9701792268301794</c:v>
                </c:pt>
                <c:pt idx="24859">
                  <c:v>2.9706764686490406</c:v>
                </c:pt>
                <c:pt idx="24860">
                  <c:v>2.97419562207424</c:v>
                </c:pt>
                <c:pt idx="24861">
                  <c:v>2.974843959473418</c:v>
                </c:pt>
                <c:pt idx="24862">
                  <c:v>2.9738467286433266</c:v>
                </c:pt>
                <c:pt idx="24863">
                  <c:v>2.9735555262521705</c:v>
                </c:pt>
                <c:pt idx="24864">
                  <c:v>2.972387969495176</c:v>
                </c:pt>
                <c:pt idx="24865">
                  <c:v>2.972036328871893</c:v>
                </c:pt>
                <c:pt idx="24866">
                  <c:v>2.9735692622140171</c:v>
                </c:pt>
                <c:pt idx="24867">
                  <c:v>2.9761626118107296</c:v>
                </c:pt>
                <c:pt idx="24868">
                  <c:v>2.9774785169556712</c:v>
                </c:pt>
                <c:pt idx="24869">
                  <c:v>2.9771186347552803</c:v>
                </c:pt>
                <c:pt idx="24870">
                  <c:v>2.9775911518428169</c:v>
                </c:pt>
                <c:pt idx="24871">
                  <c:v>2.9786213489813411</c:v>
                </c:pt>
                <c:pt idx="24872">
                  <c:v>2.9794647370387466</c:v>
                </c:pt>
                <c:pt idx="24873">
                  <c:v>2.9816982044350673</c:v>
                </c:pt>
                <c:pt idx="24874">
                  <c:v>2.9830388343113339</c:v>
                </c:pt>
                <c:pt idx="24875">
                  <c:v>2.983176193929804</c:v>
                </c:pt>
                <c:pt idx="24876">
                  <c:v>2.9830443286960726</c:v>
                </c:pt>
                <c:pt idx="24877">
                  <c:v>2.9847613239269468</c:v>
                </c:pt>
                <c:pt idx="24878">
                  <c:v>2.9859343750686795</c:v>
                </c:pt>
                <c:pt idx="24879">
                  <c:v>2.9865415045823167</c:v>
                </c:pt>
                <c:pt idx="24880">
                  <c:v>2.9879205951517549</c:v>
                </c:pt>
                <c:pt idx="24881">
                  <c:v>2.9887694775938991</c:v>
                </c:pt>
                <c:pt idx="24882">
                  <c:v>2.990983714643634</c:v>
                </c:pt>
                <c:pt idx="24883">
                  <c:v>2.9943407837190392</c:v>
                </c:pt>
                <c:pt idx="24884">
                  <c:v>2.9958874530230108</c:v>
                </c:pt>
                <c:pt idx="24885">
                  <c:v>2.9959396496780291</c:v>
                </c:pt>
                <c:pt idx="24886">
                  <c:v>2.9955330652073582</c:v>
                </c:pt>
                <c:pt idx="24887">
                  <c:v>2.9949451660403068</c:v>
                </c:pt>
                <c:pt idx="24888">
                  <c:v>2.9932528955407576</c:v>
                </c:pt>
                <c:pt idx="24889">
                  <c:v>2.992780378453221</c:v>
                </c:pt>
                <c:pt idx="24890">
                  <c:v>2.9922666534801432</c:v>
                </c:pt>
                <c:pt idx="24891">
                  <c:v>2.9935276147776975</c:v>
                </c:pt>
                <c:pt idx="24892">
                  <c:v>2.9960879980659767</c:v>
                </c:pt>
                <c:pt idx="24893">
                  <c:v>2.9963819476495024</c:v>
                </c:pt>
                <c:pt idx="24894">
                  <c:v>2.994697918727061</c:v>
                </c:pt>
                <c:pt idx="24895">
                  <c:v>2.9963846948418715</c:v>
                </c:pt>
                <c:pt idx="24896">
                  <c:v>2.9984148700028572</c:v>
                </c:pt>
                <c:pt idx="24897">
                  <c:v>2.9989835388233228</c:v>
                </c:pt>
                <c:pt idx="24898">
                  <c:v>2.9994313311795344</c:v>
                </c:pt>
                <c:pt idx="24899">
                  <c:v>2.999903848267071</c:v>
                </c:pt>
                <c:pt idx="24900">
                  <c:v>3.0013433770686362</c:v>
                </c:pt>
                <c:pt idx="24901">
                  <c:v>2.9994890222192918</c:v>
                </c:pt>
                <c:pt idx="24902">
                  <c:v>2.997302257093251</c:v>
                </c:pt>
                <c:pt idx="24903">
                  <c:v>2.9965467791916662</c:v>
                </c:pt>
                <c:pt idx="24904">
                  <c:v>2.9957473462121711</c:v>
                </c:pt>
                <c:pt idx="24905">
                  <c:v>2.9946264917254566</c:v>
                </c:pt>
                <c:pt idx="24906">
                  <c:v>2.9945688006856992</c:v>
                </c:pt>
                <c:pt idx="24907">
                  <c:v>2.996057778949913</c:v>
                </c:pt>
                <c:pt idx="24908">
                  <c:v>2.9964121667655657</c:v>
                </c:pt>
                <c:pt idx="24909">
                  <c:v>2.9971044592426539</c:v>
                </c:pt>
                <c:pt idx="24910">
                  <c:v>2.9978242236434367</c:v>
                </c:pt>
                <c:pt idx="24911">
                  <c:v>2.998384650886794</c:v>
                </c:pt>
                <c:pt idx="24912">
                  <c:v>2.999807696534142</c:v>
                </c:pt>
                <c:pt idx="24913">
                  <c:v>3.0024724731324586</c:v>
                </c:pt>
                <c:pt idx="24914">
                  <c:v>3.0044367156765786</c:v>
                </c:pt>
                <c:pt idx="24915">
                  <c:v>3.002928507065779</c:v>
                </c:pt>
                <c:pt idx="24916">
                  <c:v>3.0009367925979649</c:v>
                </c:pt>
                <c:pt idx="24917">
                  <c:v>3.0008516296345134</c:v>
                </c:pt>
                <c:pt idx="24918">
                  <c:v>3.000241752928507</c:v>
                </c:pt>
                <c:pt idx="24919">
                  <c:v>2.9998186853036195</c:v>
                </c:pt>
                <c:pt idx="24920">
                  <c:v>2.9996373706072395</c:v>
                </c:pt>
                <c:pt idx="24921">
                  <c:v>2.9989890332080615</c:v>
                </c:pt>
                <c:pt idx="24922">
                  <c:v>2.9995164941429859</c:v>
                </c:pt>
                <c:pt idx="24923">
                  <c:v>3.0008983319047933</c:v>
                </c:pt>
                <c:pt idx="24924">
                  <c:v>3.0007362475549986</c:v>
                </c:pt>
                <c:pt idx="24925">
                  <c:v>3</c:v>
                </c:pt>
                <c:pt idx="24926">
                  <c:v>2.9998351684578362</c:v>
                </c:pt>
                <c:pt idx="24927">
                  <c:v>2.9987417858948158</c:v>
                </c:pt>
                <c:pt idx="24928">
                  <c:v>2.9986428869695172</c:v>
                </c:pt>
                <c:pt idx="24929">
                  <c:v>2.9998022021494033</c:v>
                </c:pt>
                <c:pt idx="24930">
                  <c:v>2.9998351684578362</c:v>
                </c:pt>
                <c:pt idx="24931">
                  <c:v>2.9989917804004307</c:v>
                </c:pt>
                <c:pt idx="24932">
                  <c:v>2.9984533306960288</c:v>
                </c:pt>
                <c:pt idx="24933">
                  <c:v>2.9984533306960288</c:v>
                </c:pt>
                <c:pt idx="24934">
                  <c:v>2.9978022461044813</c:v>
                </c:pt>
                <c:pt idx="24935">
                  <c:v>2.9964368914968902</c:v>
                </c:pt>
                <c:pt idx="24936">
                  <c:v>2.9964588690358456</c:v>
                </c:pt>
                <c:pt idx="24937">
                  <c:v>2.9974973077514777</c:v>
                </c:pt>
                <c:pt idx="24938">
                  <c:v>2.9964286499197819</c:v>
                </c:pt>
                <c:pt idx="24939">
                  <c:v>2.9931787213467835</c:v>
                </c:pt>
                <c:pt idx="24940">
                  <c:v>2.9903271356673482</c:v>
                </c:pt>
                <c:pt idx="24941">
                  <c:v>2.9892969385288235</c:v>
                </c:pt>
                <c:pt idx="24942">
                  <c:v>2.9886568427067539</c:v>
                </c:pt>
                <c:pt idx="24943">
                  <c:v>2.9864700775807127</c:v>
                </c:pt>
                <c:pt idx="24944">
                  <c:v>2.9845333069602864</c:v>
                </c:pt>
                <c:pt idx="24945">
                  <c:v>2.9827751038438715</c:v>
                </c:pt>
                <c:pt idx="24946">
                  <c:v>2.9803768049053869</c:v>
                </c:pt>
                <c:pt idx="24947">
                  <c:v>2.9789894727588404</c:v>
                </c:pt>
                <c:pt idx="24948">
                  <c:v>2.9776570844596821</c:v>
                </c:pt>
                <c:pt idx="24949">
                  <c:v>2.9739318916067781</c:v>
                </c:pt>
                <c:pt idx="24950">
                  <c:v>2.9707506428430146</c:v>
                </c:pt>
                <c:pt idx="24951">
                  <c:v>2.9700775807125117</c:v>
                </c:pt>
                <c:pt idx="24952">
                  <c:v>2.9702506538317839</c:v>
                </c:pt>
                <c:pt idx="24953">
                  <c:v>2.9685281642161714</c:v>
                </c:pt>
                <c:pt idx="24954">
                  <c:v>2.965976022505</c:v>
                </c:pt>
                <c:pt idx="24955">
                  <c:v>2.9630282850926353</c:v>
                </c:pt>
                <c:pt idx="24956">
                  <c:v>2.9587426649963735</c:v>
                </c:pt>
                <c:pt idx="24957">
                  <c:v>2.9571135799213204</c:v>
                </c:pt>
                <c:pt idx="24958">
                  <c:v>2.9567069954506495</c:v>
                </c:pt>
                <c:pt idx="24959">
                  <c:v>2.9545009999780225</c:v>
                </c:pt>
                <c:pt idx="24960">
                  <c:v>2.9520010549218698</c:v>
                </c:pt>
                <c:pt idx="24961">
                  <c:v>2.9490780422408296</c:v>
                </c:pt>
                <c:pt idx="24962">
                  <c:v>2.9465011757983341</c:v>
                </c:pt>
                <c:pt idx="24963">
                  <c:v>2.9452621920397357</c:v>
                </c:pt>
                <c:pt idx="24964">
                  <c:v>2.9434353091140855</c:v>
                </c:pt>
                <c:pt idx="24965">
                  <c:v>2.9404436166238104</c:v>
                </c:pt>
                <c:pt idx="24966">
                  <c:v>2.9373090701303268</c:v>
                </c:pt>
                <c:pt idx="24967">
                  <c:v>2.9349821981934463</c:v>
                </c:pt>
                <c:pt idx="24968">
                  <c:v>2.9317267752357092</c:v>
                </c:pt>
                <c:pt idx="24969">
                  <c:v>2.9276664249137383</c:v>
                </c:pt>
                <c:pt idx="24970">
                  <c:v>2.9250016483154218</c:v>
                </c:pt>
                <c:pt idx="24971">
                  <c:v>2.9238148612118415</c:v>
                </c:pt>
                <c:pt idx="24972">
                  <c:v>2.9224247818729259</c:v>
                </c:pt>
                <c:pt idx="24973">
                  <c:v>2.9200127469725938</c:v>
                </c:pt>
                <c:pt idx="24974">
                  <c:v>2.917207863563438</c:v>
                </c:pt>
                <c:pt idx="24975">
                  <c:v>2.9151694468253444</c:v>
                </c:pt>
                <c:pt idx="24976">
                  <c:v>2.9127491703479045</c:v>
                </c:pt>
                <c:pt idx="24977">
                  <c:v>2.9074168699589023</c:v>
                </c:pt>
                <c:pt idx="24978">
                  <c:v>2.9016147996747326</c:v>
                </c:pt>
                <c:pt idx="24979">
                  <c:v>2.8978236742049628</c:v>
                </c:pt>
                <c:pt idx="24980">
                  <c:v>2.8948869255620755</c:v>
                </c:pt>
                <c:pt idx="24981">
                  <c:v>2.892441924353311</c:v>
                </c:pt>
                <c:pt idx="24982">
                  <c:v>2.8914501879079584</c:v>
                </c:pt>
                <c:pt idx="24983">
                  <c:v>2.8885876134590447</c:v>
                </c:pt>
                <c:pt idx="24984">
                  <c:v>2.8853459264631547</c:v>
                </c:pt>
                <c:pt idx="24985">
                  <c:v>2.8830822399507703</c:v>
                </c:pt>
                <c:pt idx="24986">
                  <c:v>2.8783433331135582</c:v>
                </c:pt>
                <c:pt idx="24987">
                  <c:v>2.8732527856530625</c:v>
                </c:pt>
                <c:pt idx="24988">
                  <c:v>2.8692666095250656</c:v>
                </c:pt>
                <c:pt idx="24989">
                  <c:v>2.8673490692512251</c:v>
                </c:pt>
                <c:pt idx="24990">
                  <c:v>2.8653188940902399</c:v>
                </c:pt>
                <c:pt idx="24991">
                  <c:v>2.8610607459176722</c:v>
                </c:pt>
                <c:pt idx="24992">
                  <c:v>2.8553548273664315</c:v>
                </c:pt>
                <c:pt idx="24993">
                  <c:v>2.8495967121601722</c:v>
                </c:pt>
                <c:pt idx="24994">
                  <c:v>2.8446764906265796</c:v>
                </c:pt>
                <c:pt idx="24995">
                  <c:v>2.8411793147403355</c:v>
                </c:pt>
                <c:pt idx="24996">
                  <c:v>2.8375090657348192</c:v>
                </c:pt>
                <c:pt idx="24997">
                  <c:v>2.8325641194699021</c:v>
                </c:pt>
                <c:pt idx="24998">
                  <c:v>2.8278334542097978</c:v>
                </c:pt>
                <c:pt idx="24999">
                  <c:v>2.8231934462978838</c:v>
                </c:pt>
                <c:pt idx="25000">
                  <c:v>2.8171111623920355</c:v>
                </c:pt>
                <c:pt idx="25001">
                  <c:v>2.8123283004769126</c:v>
                </c:pt>
                <c:pt idx="25002">
                  <c:v>2.809276169754511</c:v>
                </c:pt>
                <c:pt idx="25003">
                  <c:v>2.8076663150260437</c:v>
                </c:pt>
                <c:pt idx="25004">
                  <c:v>2.8046911056899848</c:v>
                </c:pt>
                <c:pt idx="25005">
                  <c:v>2.8002516428210371</c:v>
                </c:pt>
                <c:pt idx="25006">
                  <c:v>2.7956665787565109</c:v>
                </c:pt>
                <c:pt idx="25007">
                  <c:v>2.7909633854201008</c:v>
                </c:pt>
                <c:pt idx="25008">
                  <c:v>2.7860156919628141</c:v>
                </c:pt>
                <c:pt idx="25009">
                  <c:v>2.7815405155930639</c:v>
                </c:pt>
                <c:pt idx="25010">
                  <c:v>2.775782400386805</c:v>
                </c:pt>
                <c:pt idx="25011">
                  <c:v>2.7706533922331378</c:v>
                </c:pt>
                <c:pt idx="25012">
                  <c:v>2.7660765697457199</c:v>
                </c:pt>
                <c:pt idx="25013">
                  <c:v>2.7591921056680073</c:v>
                </c:pt>
                <c:pt idx="25014">
                  <c:v>2.7536537658513001</c:v>
                </c:pt>
                <c:pt idx="25015">
                  <c:v>2.7491758422891808</c:v>
                </c:pt>
                <c:pt idx="25016">
                  <c:v>2.7434864068921563</c:v>
                </c:pt>
                <c:pt idx="25017">
                  <c:v>2.7367667743566075</c:v>
                </c:pt>
                <c:pt idx="25018">
                  <c:v>2.7315443616623813</c:v>
                </c:pt>
                <c:pt idx="25019">
                  <c:v>2.728896068218281</c:v>
                </c:pt>
                <c:pt idx="25020">
                  <c:v>2.7257670161095362</c:v>
                </c:pt>
                <c:pt idx="25021">
                  <c:v>2.7210665699654952</c:v>
                </c:pt>
                <c:pt idx="25022">
                  <c:v>2.715541966110635</c:v>
                </c:pt>
                <c:pt idx="25023">
                  <c:v>2.7095311092063912</c:v>
                </c:pt>
                <c:pt idx="25024">
                  <c:v>2.7025669765499662</c:v>
                </c:pt>
                <c:pt idx="25025">
                  <c:v>2.6956550405485595</c:v>
                </c:pt>
                <c:pt idx="25026">
                  <c:v>2.6897320938001363</c:v>
                </c:pt>
                <c:pt idx="25027">
                  <c:v>2.684938243115536</c:v>
                </c:pt>
                <c:pt idx="25028">
                  <c:v>2.6814163424979673</c:v>
                </c:pt>
                <c:pt idx="25029">
                  <c:v>2.6775537900265931</c:v>
                </c:pt>
                <c:pt idx="25030">
                  <c:v>2.6747791257335005</c:v>
                </c:pt>
                <c:pt idx="25031">
                  <c:v>2.6680375156589964</c:v>
                </c:pt>
                <c:pt idx="25032">
                  <c:v>2.6601063712885429</c:v>
                </c:pt>
                <c:pt idx="25033">
                  <c:v>2.6541037559614074</c:v>
                </c:pt>
                <c:pt idx="25034">
                  <c:v>2.6483895958330588</c:v>
                </c:pt>
                <c:pt idx="25035">
                  <c:v>2.6433924529131225</c:v>
                </c:pt>
                <c:pt idx="25036">
                  <c:v>2.6374667589723302</c:v>
                </c:pt>
                <c:pt idx="25037">
                  <c:v>2.6313707391046353</c:v>
                </c:pt>
                <c:pt idx="25038">
                  <c:v>2.6268406188874973</c:v>
                </c:pt>
                <c:pt idx="25039">
                  <c:v>2.6219698468165533</c:v>
                </c:pt>
                <c:pt idx="25040">
                  <c:v>2.6168902881255356</c:v>
                </c:pt>
                <c:pt idx="25041">
                  <c:v>2.6127173029164195</c:v>
                </c:pt>
                <c:pt idx="25042">
                  <c:v>2.608728379596053</c:v>
                </c:pt>
                <c:pt idx="25043">
                  <c:v>2.604750445045164</c:v>
                </c:pt>
                <c:pt idx="25044">
                  <c:v>2.5999043977055449</c:v>
                </c:pt>
                <c:pt idx="25045">
                  <c:v>2.59421770950089</c:v>
                </c:pt>
                <c:pt idx="25046">
                  <c:v>2.5887672798400034</c:v>
                </c:pt>
                <c:pt idx="25047">
                  <c:v>2.5841602382365223</c:v>
                </c:pt>
                <c:pt idx="25048">
                  <c:v>2.5776136788202457</c:v>
                </c:pt>
                <c:pt idx="25049">
                  <c:v>2.5700286806883366</c:v>
                </c:pt>
                <c:pt idx="25050">
                  <c:v>2.563674424737918</c:v>
                </c:pt>
                <c:pt idx="25051">
                  <c:v>2.5574575284059691</c:v>
                </c:pt>
                <c:pt idx="25052">
                  <c:v>2.5514466715017252</c:v>
                </c:pt>
                <c:pt idx="25053">
                  <c:v>2.5463863431572933</c:v>
                </c:pt>
                <c:pt idx="25054">
                  <c:v>2.5400980198237404</c:v>
                </c:pt>
                <c:pt idx="25055">
                  <c:v>2.5346256126238984</c:v>
                </c:pt>
                <c:pt idx="25056">
                  <c:v>2.5314388694753962</c:v>
                </c:pt>
                <c:pt idx="25057">
                  <c:v>2.5268647941803479</c:v>
                </c:pt>
                <c:pt idx="25058">
                  <c:v>2.5216973253335091</c:v>
                </c:pt>
                <c:pt idx="25059">
                  <c:v>2.5158348168172129</c:v>
                </c:pt>
                <c:pt idx="25060">
                  <c:v>2.5106591063932662</c:v>
                </c:pt>
                <c:pt idx="25061">
                  <c:v>2.5037664007384453</c:v>
                </c:pt>
                <c:pt idx="25062">
                  <c:v>2.4953627392804556</c:v>
                </c:pt>
                <c:pt idx="25063">
                  <c:v>2.488610140436474</c:v>
                </c:pt>
                <c:pt idx="25064">
                  <c:v>2.4846377002703237</c:v>
                </c:pt>
                <c:pt idx="25065">
                  <c:v>2.4834454187820048</c:v>
                </c:pt>
                <c:pt idx="25066">
                  <c:v>2.4808767939166172</c:v>
                </c:pt>
                <c:pt idx="25067">
                  <c:v>2.4756241621063273</c:v>
                </c:pt>
                <c:pt idx="25068">
                  <c:v>2.4720225929100459</c:v>
                </c:pt>
                <c:pt idx="25069">
                  <c:v>2.4692891365024945</c:v>
                </c:pt>
                <c:pt idx="25070">
                  <c:v>2.4643908925078568</c:v>
                </c:pt>
                <c:pt idx="25071">
                  <c:v>2.4587838728819147</c:v>
                </c:pt>
                <c:pt idx="25072">
                  <c:v>2.4523087404672426</c:v>
                </c:pt>
                <c:pt idx="25073">
                  <c:v>2.4455149337377202</c:v>
                </c:pt>
                <c:pt idx="25074">
                  <c:v>2.4405315267796315</c:v>
                </c:pt>
                <c:pt idx="25075">
                  <c:v>2.4347679171886334</c:v>
                </c:pt>
                <c:pt idx="25076">
                  <c:v>2.4288861783257509</c:v>
                </c:pt>
                <c:pt idx="25077">
                  <c:v>2.4246390189226612</c:v>
                </c:pt>
                <c:pt idx="25078">
                  <c:v>2.4194907804224082</c:v>
                </c:pt>
                <c:pt idx="25079">
                  <c:v>2.4150787894771546</c:v>
                </c:pt>
                <c:pt idx="25080">
                  <c:v>2.4086888200259335</c:v>
                </c:pt>
                <c:pt idx="25081">
                  <c:v>2.4017054570229224</c:v>
                </c:pt>
                <c:pt idx="25082">
                  <c:v>2.39710390980418</c:v>
                </c:pt>
                <c:pt idx="25083">
                  <c:v>2.3923265422737963</c:v>
                </c:pt>
                <c:pt idx="25084">
                  <c:v>2.3887387090393619</c:v>
                </c:pt>
                <c:pt idx="25085">
                  <c:v>2.3859283312454673</c:v>
                </c:pt>
                <c:pt idx="25086">
                  <c:v>2.3835272851146128</c:v>
                </c:pt>
                <c:pt idx="25087">
                  <c:v>2.3800191204588912</c:v>
                </c:pt>
                <c:pt idx="25088">
                  <c:v>2.3751236236566231</c:v>
                </c:pt>
                <c:pt idx="25089">
                  <c:v>2.3696292389178262</c:v>
                </c:pt>
                <c:pt idx="25090">
                  <c:v>2.3653298828597173</c:v>
                </c:pt>
                <c:pt idx="25091">
                  <c:v>2.3613739258477837</c:v>
                </c:pt>
                <c:pt idx="25092">
                  <c:v>2.3562092041933145</c:v>
                </c:pt>
                <c:pt idx="25093">
                  <c:v>2.3532230060877781</c:v>
                </c:pt>
                <c:pt idx="25094">
                  <c:v>2.3506076789521111</c:v>
                </c:pt>
                <c:pt idx="25095">
                  <c:v>2.3471022614887587</c:v>
                </c:pt>
                <c:pt idx="25096">
                  <c:v>2.3432149842860595</c:v>
                </c:pt>
                <c:pt idx="25097">
                  <c:v>2.3392645216588646</c:v>
                </c:pt>
                <c:pt idx="25098">
                  <c:v>2.3351876881826774</c:v>
                </c:pt>
                <c:pt idx="25099">
                  <c:v>2.3314789784839896</c:v>
                </c:pt>
                <c:pt idx="25100">
                  <c:v>2.3294707808619592</c:v>
                </c:pt>
                <c:pt idx="25101">
                  <c:v>2.329091668314982</c:v>
                </c:pt>
                <c:pt idx="25102">
                  <c:v>2.3267098525307137</c:v>
                </c:pt>
                <c:pt idx="25103">
                  <c:v>2.3228500472517086</c:v>
                </c:pt>
                <c:pt idx="25104">
                  <c:v>2.3182897079185074</c:v>
                </c:pt>
                <c:pt idx="25105">
                  <c:v>2.3134051998857168</c:v>
                </c:pt>
                <c:pt idx="25106">
                  <c:v>2.3095344058372342</c:v>
                </c:pt>
                <c:pt idx="25107">
                  <c:v>2.3056910837124458</c:v>
                </c:pt>
                <c:pt idx="25108">
                  <c:v>2.3026884024526932</c:v>
                </c:pt>
                <c:pt idx="25109">
                  <c:v>2.3006444913298609</c:v>
                </c:pt>
                <c:pt idx="25110">
                  <c:v>2.2978093888046418</c:v>
                </c:pt>
                <c:pt idx="25111">
                  <c:v>2.2956665787565109</c:v>
                </c:pt>
                <c:pt idx="25112">
                  <c:v>2.2934688248609922</c:v>
                </c:pt>
                <c:pt idx="25113">
                  <c:v>2.2917600712072264</c:v>
                </c:pt>
                <c:pt idx="25114">
                  <c:v>2.2893700138458497</c:v>
                </c:pt>
                <c:pt idx="25115">
                  <c:v>2.2860761301949406</c:v>
                </c:pt>
                <c:pt idx="25116">
                  <c:v>2.2813646952814226</c:v>
                </c:pt>
                <c:pt idx="25117">
                  <c:v>2.2772713786510188</c:v>
                </c:pt>
                <c:pt idx="25118">
                  <c:v>2.2739357376760951</c:v>
                </c:pt>
                <c:pt idx="25119">
                  <c:v>2.2705687787081601</c:v>
                </c:pt>
                <c:pt idx="25120">
                  <c:v>2.2675397244016615</c:v>
                </c:pt>
                <c:pt idx="25121">
                  <c:v>2.2659293202347199</c:v>
                </c:pt>
                <c:pt idx="25122">
                  <c:v>2.2647565438122239</c:v>
                </c:pt>
                <c:pt idx="25123">
                  <c:v>2.2625733500362628</c:v>
                </c:pt>
                <c:pt idx="25124">
                  <c:v>2.259695391310081</c:v>
                </c:pt>
                <c:pt idx="25125">
                  <c:v>2.2573061581064153</c:v>
                </c:pt>
                <c:pt idx="25126">
                  <c:v>2.2546150084613523</c:v>
                </c:pt>
                <c:pt idx="25127">
                  <c:v>2.2525378563108505</c:v>
                </c:pt>
                <c:pt idx="25128">
                  <c:v>2.2510944814399685</c:v>
                </c:pt>
                <c:pt idx="25129">
                  <c:v>2.24993626513703</c:v>
                </c:pt>
                <c:pt idx="25130">
                  <c:v>2.2482912463462341</c:v>
                </c:pt>
                <c:pt idx="25131">
                  <c:v>2.2454588910133841</c:v>
                </c:pt>
                <c:pt idx="25132">
                  <c:v>2.2425647238522233</c:v>
                </c:pt>
                <c:pt idx="25133">
                  <c:v>2.2400304388914529</c:v>
                </c:pt>
                <c:pt idx="25134">
                  <c:v>2.2394439133205863</c:v>
                </c:pt>
                <c:pt idx="25135">
                  <c:v>2.2376681281730071</c:v>
                </c:pt>
                <c:pt idx="25136">
                  <c:v>2.2363123887387091</c:v>
                </c:pt>
                <c:pt idx="25137">
                  <c:v>2.2342800158238281</c:v>
                </c:pt>
                <c:pt idx="25138">
                  <c:v>2.2321122063251355</c:v>
                </c:pt>
                <c:pt idx="25139">
                  <c:v>2.229732588294763</c:v>
                </c:pt>
                <c:pt idx="25140">
                  <c:v>2.2266090305707569</c:v>
                </c:pt>
                <c:pt idx="25141">
                  <c:v>2.2244274851102173</c:v>
                </c:pt>
                <c:pt idx="25142">
                  <c:v>2.2227956528427946</c:v>
                </c:pt>
                <c:pt idx="25143">
                  <c:v>2.2213613437067319</c:v>
                </c:pt>
                <c:pt idx="25144">
                  <c:v>2.2198234654183424</c:v>
                </c:pt>
                <c:pt idx="25145">
                  <c:v>2.2185234939891432</c:v>
                </c:pt>
                <c:pt idx="25146">
                  <c:v>2.2167836970616031</c:v>
                </c:pt>
                <c:pt idx="25147">
                  <c:v>2.215578503769148</c:v>
                </c:pt>
                <c:pt idx="25148">
                  <c:v>2.215381804795499</c:v>
                </c:pt>
                <c:pt idx="25149">
                  <c:v>2.2151307114129359</c:v>
                </c:pt>
                <c:pt idx="25150">
                  <c:v>2.2150103843871563</c:v>
                </c:pt>
                <c:pt idx="25151">
                  <c:v>2.2134513527175228</c:v>
                </c:pt>
                <c:pt idx="25152">
                  <c:v>2.2122675875255489</c:v>
                </c:pt>
                <c:pt idx="25153">
                  <c:v>2.2103321905013078</c:v>
                </c:pt>
                <c:pt idx="25154">
                  <c:v>2.2071660512955757</c:v>
                </c:pt>
                <c:pt idx="25155">
                  <c:v>2.2031499307707523</c:v>
                </c:pt>
                <c:pt idx="25156">
                  <c:v>2.2003873541240853</c:v>
                </c:pt>
                <c:pt idx="25157">
                  <c:v>2.1994206171292938</c:v>
                </c:pt>
                <c:pt idx="25158">
                  <c:v>2.2009458583327839</c:v>
                </c:pt>
                <c:pt idx="25159">
                  <c:v>2.2003277400496692</c:v>
                </c:pt>
                <c:pt idx="25160">
                  <c:v>2.1995673172018195</c:v>
                </c:pt>
                <c:pt idx="25161">
                  <c:v>2.1982492143029821</c:v>
                </c:pt>
                <c:pt idx="25162">
                  <c:v>2.197178358717391</c:v>
                </c:pt>
                <c:pt idx="25163">
                  <c:v>2.1966769961099755</c:v>
                </c:pt>
                <c:pt idx="25164">
                  <c:v>2.1957860816245796</c:v>
                </c:pt>
                <c:pt idx="25165">
                  <c:v>2.1959956924023647</c:v>
                </c:pt>
                <c:pt idx="25166">
                  <c:v>2.1962509065734821</c:v>
                </c:pt>
                <c:pt idx="25167">
                  <c:v>2.1947127535658555</c:v>
                </c:pt>
                <c:pt idx="25168">
                  <c:v>2.1940006813037076</c:v>
                </c:pt>
                <c:pt idx="25169">
                  <c:v>2.1950371969846816</c:v>
                </c:pt>
                <c:pt idx="25170">
                  <c:v>2.1953836179424626</c:v>
                </c:pt>
                <c:pt idx="25171">
                  <c:v>2.194752038416738</c:v>
                </c:pt>
                <c:pt idx="25172">
                  <c:v>2.1930746027559835</c:v>
                </c:pt>
                <c:pt idx="25173">
                  <c:v>2.1906213599701108</c:v>
                </c:pt>
                <c:pt idx="25174">
                  <c:v>2.1890708445968219</c:v>
                </c:pt>
                <c:pt idx="25175">
                  <c:v>2.1890840311201951</c:v>
                </c:pt>
                <c:pt idx="25176">
                  <c:v>2.1893145205599875</c:v>
                </c:pt>
                <c:pt idx="25177">
                  <c:v>2.1884593195753941</c:v>
                </c:pt>
                <c:pt idx="25178">
                  <c:v>2.1863074437924443</c:v>
                </c:pt>
                <c:pt idx="25179">
                  <c:v>2.1847643458385528</c:v>
                </c:pt>
                <c:pt idx="25180">
                  <c:v>2.1835973385200327</c:v>
                </c:pt>
                <c:pt idx="25181">
                  <c:v>2.1823940682622358</c:v>
                </c:pt>
                <c:pt idx="25182">
                  <c:v>2.1824135733280587</c:v>
                </c:pt>
                <c:pt idx="25183">
                  <c:v>2.1829168589701324</c:v>
                </c:pt>
                <c:pt idx="25184">
                  <c:v>2.1830943275971957</c:v>
                </c:pt>
                <c:pt idx="25185">
                  <c:v>2.1835064064526053</c:v>
                </c:pt>
                <c:pt idx="25186">
                  <c:v>2.1835157469066613</c:v>
                </c:pt>
                <c:pt idx="25187">
                  <c:v>2.1835778334542097</c:v>
                </c:pt>
                <c:pt idx="25188">
                  <c:v>2.1840017252368078</c:v>
                </c:pt>
                <c:pt idx="25189">
                  <c:v>2.183640469440232</c:v>
                </c:pt>
                <c:pt idx="25190">
                  <c:v>2.1822383024548913</c:v>
                </c:pt>
                <c:pt idx="25191">
                  <c:v>2.1807932792685873</c:v>
                </c:pt>
                <c:pt idx="25192">
                  <c:v>2.1799617041383708</c:v>
                </c:pt>
                <c:pt idx="25193">
                  <c:v>2.1803081250961518</c:v>
                </c:pt>
                <c:pt idx="25194">
                  <c:v>2.1823176963143669</c:v>
                </c:pt>
                <c:pt idx="25195">
                  <c:v>2.1811550845036374</c:v>
                </c:pt>
                <c:pt idx="25196">
                  <c:v>2.1789724401661501</c:v>
                </c:pt>
                <c:pt idx="25197">
                  <c:v>2.1772678073009386</c:v>
                </c:pt>
                <c:pt idx="25198">
                  <c:v>2.1770568229269687</c:v>
                </c:pt>
                <c:pt idx="25199">
                  <c:v>2.1777293356189973</c:v>
                </c:pt>
                <c:pt idx="25200">
                  <c:v>2.1783941561723918</c:v>
                </c:pt>
                <c:pt idx="25201">
                  <c:v>2.1794106173490695</c:v>
                </c:pt>
                <c:pt idx="25202">
                  <c:v>2.179566383156414</c:v>
                </c:pt>
                <c:pt idx="25203">
                  <c:v>2.1811965671084153</c:v>
                </c:pt>
                <c:pt idx="25204">
                  <c:v>2.1827759280015826</c:v>
                </c:pt>
                <c:pt idx="25205">
                  <c:v>2.1829877365332631</c:v>
                </c:pt>
                <c:pt idx="25206">
                  <c:v>2.1822064350234061</c:v>
                </c:pt>
                <c:pt idx="25207">
                  <c:v>2.1806669084195951</c:v>
                </c:pt>
                <c:pt idx="25208">
                  <c:v>2.1786188765082084</c:v>
                </c:pt>
                <c:pt idx="25209">
                  <c:v>2.1761329421331399</c:v>
                </c:pt>
                <c:pt idx="25210">
                  <c:v>2.1767653458165754</c:v>
                </c:pt>
                <c:pt idx="25211">
                  <c:v>2.1796081404804291</c:v>
                </c:pt>
                <c:pt idx="25212">
                  <c:v>2.1826028548823104</c:v>
                </c:pt>
                <c:pt idx="25213">
                  <c:v>2.1836978857607527</c:v>
                </c:pt>
                <c:pt idx="25214">
                  <c:v>2.1828918595195712</c:v>
                </c:pt>
                <c:pt idx="25215">
                  <c:v>2.1821075360981079</c:v>
                </c:pt>
                <c:pt idx="25216">
                  <c:v>2.1809614074415946</c:v>
                </c:pt>
                <c:pt idx="25217">
                  <c:v>2.1798015428232347</c:v>
                </c:pt>
                <c:pt idx="25218">
                  <c:v>2.1783985516801829</c:v>
                </c:pt>
                <c:pt idx="25219">
                  <c:v>2.1779425177468625</c:v>
                </c:pt>
                <c:pt idx="25220">
                  <c:v>2.1790793059493199</c:v>
                </c:pt>
                <c:pt idx="25221">
                  <c:v>2.1789194193534209</c:v>
                </c:pt>
                <c:pt idx="25222">
                  <c:v>2.1791001846113272</c:v>
                </c:pt>
                <c:pt idx="25223">
                  <c:v>2.180324608250368</c:v>
                </c:pt>
                <c:pt idx="25224">
                  <c:v>2.1800581305905364</c:v>
                </c:pt>
                <c:pt idx="25225">
                  <c:v>2.1809982198193447</c:v>
                </c:pt>
                <c:pt idx="25226">
                  <c:v>2.1830525702731807</c:v>
                </c:pt>
                <c:pt idx="25227">
                  <c:v>2.182197918727061</c:v>
                </c:pt>
                <c:pt idx="25228">
                  <c:v>2.178534812421705</c:v>
                </c:pt>
                <c:pt idx="25229">
                  <c:v>2.1775587349728576</c:v>
                </c:pt>
                <c:pt idx="25230">
                  <c:v>2.1796949517593021</c:v>
                </c:pt>
                <c:pt idx="25231">
                  <c:v>2.1817841915562295</c:v>
                </c:pt>
                <c:pt idx="25232">
                  <c:v>2.1828209819564406</c:v>
                </c:pt>
                <c:pt idx="25233">
                  <c:v>2.1840775477462033</c:v>
                </c:pt>
                <c:pt idx="25234">
                  <c:v>2.1851209314081008</c:v>
                </c:pt>
                <c:pt idx="25235">
                  <c:v>2.1858110261312937</c:v>
                </c:pt>
                <c:pt idx="25236">
                  <c:v>2.1878041141952922</c:v>
                </c:pt>
                <c:pt idx="25237">
                  <c:v>2.1899554405397685</c:v>
                </c:pt>
                <c:pt idx="25238">
                  <c:v>2.189898298938485</c:v>
                </c:pt>
                <c:pt idx="25239">
                  <c:v>2.1885637128854309</c:v>
                </c:pt>
                <c:pt idx="25240">
                  <c:v>2.1888562888727718</c:v>
                </c:pt>
                <c:pt idx="25241">
                  <c:v>2.189175787345333</c:v>
                </c:pt>
                <c:pt idx="25242">
                  <c:v>2.1898015977670822</c:v>
                </c:pt>
                <c:pt idx="25243">
                  <c:v>2.1923504428474101</c:v>
                </c:pt>
                <c:pt idx="25244">
                  <c:v>2.1944146831937759</c:v>
                </c:pt>
                <c:pt idx="25245">
                  <c:v>2.1968676512604119</c:v>
                </c:pt>
                <c:pt idx="25246">
                  <c:v>2.1998351684578363</c:v>
                </c:pt>
                <c:pt idx="25247">
                  <c:v>2.1997585217907298</c:v>
                </c:pt>
                <c:pt idx="25248">
                  <c:v>2.1969091338651898</c:v>
                </c:pt>
                <c:pt idx="25249">
                  <c:v>2.1950465374387376</c:v>
                </c:pt>
                <c:pt idx="25250">
                  <c:v>2.1948328058723985</c:v>
                </c:pt>
                <c:pt idx="25251">
                  <c:v>2.1947014900771413</c:v>
                </c:pt>
                <c:pt idx="25252">
                  <c:v>2.1959141007889937</c:v>
                </c:pt>
                <c:pt idx="25253">
                  <c:v>2.1969014417265553</c:v>
                </c:pt>
                <c:pt idx="25254">
                  <c:v>2.1969291883694866</c:v>
                </c:pt>
                <c:pt idx="25255">
                  <c:v>2.1960437682688294</c:v>
                </c:pt>
                <c:pt idx="25256">
                  <c:v>2.1956679523526956</c:v>
                </c:pt>
                <c:pt idx="25257">
                  <c:v>2.1958163007406433</c:v>
                </c:pt>
                <c:pt idx="25258">
                  <c:v>2.1968206742708953</c:v>
                </c:pt>
                <c:pt idx="25259">
                  <c:v>2.1987959055844928</c:v>
                </c:pt>
                <c:pt idx="25260">
                  <c:v>2.2002123579701545</c:v>
                </c:pt>
                <c:pt idx="25261">
                  <c:v>2.1999387376101627</c:v>
                </c:pt>
                <c:pt idx="25262">
                  <c:v>2.2005233401463702</c:v>
                </c:pt>
                <c:pt idx="25263">
                  <c:v>2.2017293575965362</c:v>
                </c:pt>
                <c:pt idx="25264">
                  <c:v>2.2010947561592054</c:v>
                </c:pt>
                <c:pt idx="25265">
                  <c:v>2.2000519219357817</c:v>
                </c:pt>
                <c:pt idx="25266">
                  <c:v>2.2009845937451926</c:v>
                </c:pt>
                <c:pt idx="25267">
                  <c:v>2.2029378475198347</c:v>
                </c:pt>
                <c:pt idx="25268">
                  <c:v>2.2057105887782686</c:v>
                </c:pt>
                <c:pt idx="25269">
                  <c:v>2.2072874771983035</c:v>
                </c:pt>
                <c:pt idx="25270">
                  <c:v>2.2078929583965188</c:v>
                </c:pt>
                <c:pt idx="25271">
                  <c:v>2.2066130414716159</c:v>
                </c:pt>
                <c:pt idx="25272">
                  <c:v>2.2052240610096483</c:v>
                </c:pt>
                <c:pt idx="25273">
                  <c:v>2.2065339223313774</c:v>
                </c:pt>
                <c:pt idx="25274">
                  <c:v>2.2088239818905078</c:v>
                </c:pt>
                <c:pt idx="25275">
                  <c:v>2.2111912375552185</c:v>
                </c:pt>
                <c:pt idx="25276">
                  <c:v>2.211486560734929</c:v>
                </c:pt>
                <c:pt idx="25277">
                  <c:v>2.2107110283290479</c:v>
                </c:pt>
                <c:pt idx="25278">
                  <c:v>2.2088918375420321</c:v>
                </c:pt>
                <c:pt idx="25279">
                  <c:v>2.2078951561504141</c:v>
                </c:pt>
                <c:pt idx="25280">
                  <c:v>2.2095143513329378</c:v>
                </c:pt>
                <c:pt idx="25281">
                  <c:v>2.2101294477044462</c:v>
                </c:pt>
                <c:pt idx="25282">
                  <c:v>2.21061927210391</c:v>
                </c:pt>
                <c:pt idx="25283">
                  <c:v>2.212071163271137</c:v>
                </c:pt>
                <c:pt idx="25284">
                  <c:v>2.2146472055559219</c:v>
                </c:pt>
                <c:pt idx="25285">
                  <c:v>2.2166040306806445</c:v>
                </c:pt>
                <c:pt idx="25286">
                  <c:v>2.2182174567591924</c:v>
                </c:pt>
                <c:pt idx="25287">
                  <c:v>2.2198726401617548</c:v>
                </c:pt>
                <c:pt idx="25288">
                  <c:v>2.2212261818421575</c:v>
                </c:pt>
                <c:pt idx="25289">
                  <c:v>2.2209259137161821</c:v>
                </c:pt>
                <c:pt idx="25290">
                  <c:v>2.2199039581547657</c:v>
                </c:pt>
                <c:pt idx="25291">
                  <c:v>2.2189498582448737</c:v>
                </c:pt>
                <c:pt idx="25292">
                  <c:v>2.2192025999428582</c:v>
                </c:pt>
                <c:pt idx="25293">
                  <c:v>2.2209173974198371</c:v>
                </c:pt>
                <c:pt idx="25294">
                  <c:v>2.2219533636623372</c:v>
                </c:pt>
                <c:pt idx="25295">
                  <c:v>2.2216780949869235</c:v>
                </c:pt>
                <c:pt idx="25296">
                  <c:v>2.2210962396430847</c:v>
                </c:pt>
                <c:pt idx="25297">
                  <c:v>2.2215844157271269</c:v>
                </c:pt>
                <c:pt idx="25298">
                  <c:v>2.2228330146590185</c:v>
                </c:pt>
                <c:pt idx="25299">
                  <c:v>2.2240250214281003</c:v>
                </c:pt>
                <c:pt idx="25300">
                  <c:v>2.2246044042988067</c:v>
                </c:pt>
                <c:pt idx="25301">
                  <c:v>2.2238632117975428</c:v>
                </c:pt>
                <c:pt idx="25302">
                  <c:v>2.2234420672073143</c:v>
                </c:pt>
                <c:pt idx="25303">
                  <c:v>2.2225247796751719</c:v>
                </c:pt>
                <c:pt idx="25304">
                  <c:v>2.2236824465396365</c:v>
                </c:pt>
                <c:pt idx="25305">
                  <c:v>2.2260356915232631</c:v>
                </c:pt>
                <c:pt idx="25306">
                  <c:v>2.2274966484253094</c:v>
                </c:pt>
                <c:pt idx="25307">
                  <c:v>2.2275661523922552</c:v>
                </c:pt>
                <c:pt idx="25308">
                  <c:v>2.2279035076152174</c:v>
                </c:pt>
                <c:pt idx="25309">
                  <c:v>2.228949638469484</c:v>
                </c:pt>
                <c:pt idx="25310">
                  <c:v>2.2285455264719456</c:v>
                </c:pt>
                <c:pt idx="25311">
                  <c:v>2.2276958198720909</c:v>
                </c:pt>
                <c:pt idx="25312">
                  <c:v>2.2271625898331906</c:v>
                </c:pt>
                <c:pt idx="25313">
                  <c:v>2.2285982725654381</c:v>
                </c:pt>
                <c:pt idx="25314">
                  <c:v>2.2299215951297775</c:v>
                </c:pt>
                <c:pt idx="25315">
                  <c:v>2.2298029164194193</c:v>
                </c:pt>
                <c:pt idx="25316">
                  <c:v>2.230694380343289</c:v>
                </c:pt>
                <c:pt idx="25317">
                  <c:v>2.2314905166919408</c:v>
                </c:pt>
                <c:pt idx="25318">
                  <c:v>2.2309336607986636</c:v>
                </c:pt>
                <c:pt idx="25319">
                  <c:v>2.229799894507813</c:v>
                </c:pt>
                <c:pt idx="25320">
                  <c:v>2.2307509725060988</c:v>
                </c:pt>
                <c:pt idx="25321">
                  <c:v>2.2306358651458211</c:v>
                </c:pt>
                <c:pt idx="25322">
                  <c:v>2.2285144831981714</c:v>
                </c:pt>
                <c:pt idx="25323">
                  <c:v>2.2284452539504627</c:v>
                </c:pt>
                <c:pt idx="25324">
                  <c:v>2.2289625502736206</c:v>
                </c:pt>
                <c:pt idx="25325">
                  <c:v>2.2287795872618186</c:v>
                </c:pt>
                <c:pt idx="25326">
                  <c:v>2.2284999230786138</c:v>
                </c:pt>
                <c:pt idx="25327">
                  <c:v>2.2292378189490343</c:v>
                </c:pt>
                <c:pt idx="25328">
                  <c:v>2.229124085184941</c:v>
                </c:pt>
                <c:pt idx="25329">
                  <c:v>2.228905408672337</c:v>
                </c:pt>
                <c:pt idx="25330">
                  <c:v>2.2284730005933935</c:v>
                </c:pt>
                <c:pt idx="25331">
                  <c:v>2.2273145095712183</c:v>
                </c:pt>
                <c:pt idx="25332">
                  <c:v>2.2253076855453728</c:v>
                </c:pt>
                <c:pt idx="25333">
                  <c:v>2.2223772554449353</c:v>
                </c:pt>
                <c:pt idx="25334">
                  <c:v>2.2214596931935562</c:v>
                </c:pt>
                <c:pt idx="25335">
                  <c:v>2.2203176853255973</c:v>
                </c:pt>
                <c:pt idx="25336">
                  <c:v>2.2176825784048702</c:v>
                </c:pt>
                <c:pt idx="25337">
                  <c:v>2.2158070701742818</c:v>
                </c:pt>
                <c:pt idx="25338">
                  <c:v>2.2149870332520165</c:v>
                </c:pt>
                <c:pt idx="25339">
                  <c:v>2.2122467088635416</c:v>
                </c:pt>
                <c:pt idx="25340">
                  <c:v>2.2113055207577856</c:v>
                </c:pt>
                <c:pt idx="25341">
                  <c:v>2.2114774950001097</c:v>
                </c:pt>
                <c:pt idx="25342">
                  <c:v>2.2108442671589636</c:v>
                </c:pt>
                <c:pt idx="25343">
                  <c:v>2.2099126942265004</c:v>
                </c:pt>
                <c:pt idx="25344">
                  <c:v>2.2093890793608932</c:v>
                </c:pt>
                <c:pt idx="25345">
                  <c:v>2.2098951121953365</c:v>
                </c:pt>
                <c:pt idx="25346">
                  <c:v>2.208029493857278</c:v>
                </c:pt>
                <c:pt idx="25347">
                  <c:v>2.2045685809103097</c:v>
                </c:pt>
                <c:pt idx="25348">
                  <c:v>2.2019386936550847</c:v>
                </c:pt>
                <c:pt idx="25349">
                  <c:v>2.1994522098415419</c:v>
                </c:pt>
                <c:pt idx="25350">
                  <c:v>2.1987404122986307</c:v>
                </c:pt>
                <c:pt idx="25351">
                  <c:v>2.1982058086635456</c:v>
                </c:pt>
                <c:pt idx="25352">
                  <c:v>2.194789400232962</c:v>
                </c:pt>
                <c:pt idx="25353">
                  <c:v>2.1931441067229294</c:v>
                </c:pt>
                <c:pt idx="25354">
                  <c:v>2.1936962923891783</c:v>
                </c:pt>
                <c:pt idx="25355">
                  <c:v>2.1939734840992506</c:v>
                </c:pt>
                <c:pt idx="25356">
                  <c:v>2.1942655106481177</c:v>
                </c:pt>
                <c:pt idx="25357">
                  <c:v>2.1924603305421861</c:v>
                </c:pt>
                <c:pt idx="25358">
                  <c:v>2.1903076306015254</c:v>
                </c:pt>
                <c:pt idx="25359">
                  <c:v>2.189843904529571</c:v>
                </c:pt>
                <c:pt idx="25360">
                  <c:v>2.1891219423748929</c:v>
                </c:pt>
                <c:pt idx="25361">
                  <c:v>2.1879920221533591</c:v>
                </c:pt>
                <c:pt idx="25362">
                  <c:v>2.1857159732753124</c:v>
                </c:pt>
                <c:pt idx="25363">
                  <c:v>2.1837091492494669</c:v>
                </c:pt>
                <c:pt idx="25364">
                  <c:v>2.1819432539944179</c:v>
                </c:pt>
                <c:pt idx="25365">
                  <c:v>2.1809465726027999</c:v>
                </c:pt>
                <c:pt idx="25366">
                  <c:v>2.1797298411023935</c:v>
                </c:pt>
                <c:pt idx="25367">
                  <c:v>2.1784485505813058</c:v>
                </c:pt>
                <c:pt idx="25368">
                  <c:v>2.1783172347860487</c:v>
                </c:pt>
                <c:pt idx="25369">
                  <c:v>2.1788804092217755</c:v>
                </c:pt>
                <c:pt idx="25370">
                  <c:v>2.1783136634359686</c:v>
                </c:pt>
                <c:pt idx="25371">
                  <c:v>2.1756442166106238</c:v>
                </c:pt>
                <c:pt idx="25372">
                  <c:v>2.171794301224149</c:v>
                </c:pt>
                <c:pt idx="25373">
                  <c:v>2.169340783719039</c:v>
                </c:pt>
                <c:pt idx="25374">
                  <c:v>2.1685575591745234</c:v>
                </c:pt>
                <c:pt idx="25375">
                  <c:v>2.1680257027318079</c:v>
                </c:pt>
                <c:pt idx="25376">
                  <c:v>2.1664375508230589</c:v>
                </c:pt>
                <c:pt idx="25377">
                  <c:v>2.1652274125843389</c:v>
                </c:pt>
                <c:pt idx="25378">
                  <c:v>2.1647455550427463</c:v>
                </c:pt>
                <c:pt idx="25379">
                  <c:v>2.1638582119074306</c:v>
                </c:pt>
                <c:pt idx="25380">
                  <c:v>2.1615060658007517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7-FC34-4E50-8FBC-CFB495C70B4F}"/>
            </c:ext>
          </c:extLst>
        </c:ser>
        <c:ser>
          <c:idx val="8"/>
          <c:order val="8"/>
          <c:tx>
            <c:strRef>
              <c:f>'For plotting'!$J$1</c:f>
              <c:strCache>
                <c:ptCount val="1"/>
                <c:pt idx="0">
                  <c:v>2.3% w/w S3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'For plotting'!$A$2:$A$25382</c:f>
              <c:numCache>
                <c:formatCode>General</c:formatCode>
                <c:ptCount val="25381"/>
                <c:pt idx="0">
                  <c:v>-0.499971</c:v>
                </c:pt>
                <c:pt idx="1">
                  <c:v>-0.49966500000000003</c:v>
                </c:pt>
                <c:pt idx="2">
                  <c:v>-0.49936000000000003</c:v>
                </c:pt>
                <c:pt idx="3">
                  <c:v>-0.499054</c:v>
                </c:pt>
                <c:pt idx="4">
                  <c:v>-0.498749</c:v>
                </c:pt>
                <c:pt idx="5">
                  <c:v>-0.498444</c:v>
                </c:pt>
                <c:pt idx="6">
                  <c:v>-0.49813800000000003</c:v>
                </c:pt>
                <c:pt idx="7">
                  <c:v>-0.49783300000000003</c:v>
                </c:pt>
                <c:pt idx="8">
                  <c:v>-0.497527</c:v>
                </c:pt>
                <c:pt idx="9">
                  <c:v>-0.497222</c:v>
                </c:pt>
                <c:pt idx="10">
                  <c:v>-0.496917</c:v>
                </c:pt>
                <c:pt idx="11">
                  <c:v>-0.49661100000000002</c:v>
                </c:pt>
                <c:pt idx="12">
                  <c:v>-0.49630600000000002</c:v>
                </c:pt>
                <c:pt idx="13">
                  <c:v>-0.496</c:v>
                </c:pt>
                <c:pt idx="14">
                  <c:v>-0.495695</c:v>
                </c:pt>
                <c:pt idx="15">
                  <c:v>-0.49539</c:v>
                </c:pt>
                <c:pt idx="16">
                  <c:v>-0.49508400000000002</c:v>
                </c:pt>
                <c:pt idx="17">
                  <c:v>-0.49477900000000002</c:v>
                </c:pt>
                <c:pt idx="18">
                  <c:v>-0.494473</c:v>
                </c:pt>
                <c:pt idx="19">
                  <c:v>-0.494168</c:v>
                </c:pt>
                <c:pt idx="20">
                  <c:v>-0.493863</c:v>
                </c:pt>
                <c:pt idx="21">
                  <c:v>-0.49355700000000002</c:v>
                </c:pt>
                <c:pt idx="22">
                  <c:v>-0.49325200000000002</c:v>
                </c:pt>
                <c:pt idx="23">
                  <c:v>-0.492946</c:v>
                </c:pt>
                <c:pt idx="24">
                  <c:v>-0.492641</c:v>
                </c:pt>
                <c:pt idx="25">
                  <c:v>-0.492336</c:v>
                </c:pt>
                <c:pt idx="26">
                  <c:v>-0.49203000000000002</c:v>
                </c:pt>
                <c:pt idx="27">
                  <c:v>-0.49172500000000002</c:v>
                </c:pt>
                <c:pt idx="28">
                  <c:v>-0.49141899999999999</c:v>
                </c:pt>
                <c:pt idx="29">
                  <c:v>-0.49111399999999999</c:v>
                </c:pt>
                <c:pt idx="30">
                  <c:v>-0.490809</c:v>
                </c:pt>
                <c:pt idx="31">
                  <c:v>-0.49050300000000002</c:v>
                </c:pt>
                <c:pt idx="32">
                  <c:v>-0.49019800000000002</c:v>
                </c:pt>
                <c:pt idx="33">
                  <c:v>-0.48989199999999999</c:v>
                </c:pt>
                <c:pt idx="34">
                  <c:v>-0.48958699999999999</c:v>
                </c:pt>
                <c:pt idx="35">
                  <c:v>-0.48928199999999999</c:v>
                </c:pt>
                <c:pt idx="36">
                  <c:v>-0.48897600000000002</c:v>
                </c:pt>
                <c:pt idx="37">
                  <c:v>-0.48867100000000002</c:v>
                </c:pt>
                <c:pt idx="38">
                  <c:v>-0.48836499999999999</c:v>
                </c:pt>
                <c:pt idx="39">
                  <c:v>-0.48805999999999999</c:v>
                </c:pt>
                <c:pt idx="40">
                  <c:v>-0.48775499999999999</c:v>
                </c:pt>
                <c:pt idx="41">
                  <c:v>-0.48744900000000002</c:v>
                </c:pt>
                <c:pt idx="42">
                  <c:v>-0.48714400000000002</c:v>
                </c:pt>
                <c:pt idx="43">
                  <c:v>-0.48683799999999999</c:v>
                </c:pt>
                <c:pt idx="44">
                  <c:v>-0.48653299999999999</c:v>
                </c:pt>
                <c:pt idx="45">
                  <c:v>-0.48622799999999999</c:v>
                </c:pt>
                <c:pt idx="46">
                  <c:v>-0.48592200000000002</c:v>
                </c:pt>
                <c:pt idx="47">
                  <c:v>-0.48561700000000002</c:v>
                </c:pt>
                <c:pt idx="48">
                  <c:v>-0.48531099999999999</c:v>
                </c:pt>
                <c:pt idx="49">
                  <c:v>-0.48500599999999999</c:v>
                </c:pt>
                <c:pt idx="50">
                  <c:v>-0.48470099999999999</c:v>
                </c:pt>
                <c:pt idx="51">
                  <c:v>-0.48439500000000002</c:v>
                </c:pt>
                <c:pt idx="52">
                  <c:v>-0.48409000000000002</c:v>
                </c:pt>
                <c:pt idx="53">
                  <c:v>-0.48378399999999999</c:v>
                </c:pt>
                <c:pt idx="54">
                  <c:v>-0.48347899999999999</c:v>
                </c:pt>
                <c:pt idx="55">
                  <c:v>-0.48317399999999999</c:v>
                </c:pt>
                <c:pt idx="56">
                  <c:v>-0.48286800000000002</c:v>
                </c:pt>
                <c:pt idx="57">
                  <c:v>-0.48256300000000002</c:v>
                </c:pt>
                <c:pt idx="58">
                  <c:v>-0.48225699999999999</c:v>
                </c:pt>
                <c:pt idx="59">
                  <c:v>-0.48195199999999999</c:v>
                </c:pt>
                <c:pt idx="60">
                  <c:v>-0.48164699999999999</c:v>
                </c:pt>
                <c:pt idx="61">
                  <c:v>-0.48134100000000002</c:v>
                </c:pt>
                <c:pt idx="62">
                  <c:v>-0.48103600000000002</c:v>
                </c:pt>
                <c:pt idx="63">
                  <c:v>-0.48072999999999999</c:v>
                </c:pt>
                <c:pt idx="64">
                  <c:v>-0.48042499999999999</c:v>
                </c:pt>
                <c:pt idx="65">
                  <c:v>-0.48011999999999999</c:v>
                </c:pt>
                <c:pt idx="66">
                  <c:v>-0.47981400000000002</c:v>
                </c:pt>
                <c:pt idx="67">
                  <c:v>-0.47950900000000002</c:v>
                </c:pt>
                <c:pt idx="68">
                  <c:v>-0.47920299999999999</c:v>
                </c:pt>
                <c:pt idx="69">
                  <c:v>-0.47889799999999999</c:v>
                </c:pt>
                <c:pt idx="70">
                  <c:v>-0.47859299999999999</c:v>
                </c:pt>
                <c:pt idx="71">
                  <c:v>-0.47828700000000002</c:v>
                </c:pt>
                <c:pt idx="72">
                  <c:v>-0.47798200000000002</c:v>
                </c:pt>
                <c:pt idx="73">
                  <c:v>-0.47767599999999999</c:v>
                </c:pt>
                <c:pt idx="74">
                  <c:v>-0.47737099999999999</c:v>
                </c:pt>
                <c:pt idx="75">
                  <c:v>-0.47706599999999999</c:v>
                </c:pt>
                <c:pt idx="76">
                  <c:v>-0.47676000000000002</c:v>
                </c:pt>
                <c:pt idx="77">
                  <c:v>-0.47645500000000002</c:v>
                </c:pt>
                <c:pt idx="78">
                  <c:v>-0.47614899999999999</c:v>
                </c:pt>
                <c:pt idx="79">
                  <c:v>-0.47584399999999999</c:v>
                </c:pt>
                <c:pt idx="80">
                  <c:v>-0.47553899999999999</c:v>
                </c:pt>
                <c:pt idx="81">
                  <c:v>-0.47523300000000002</c:v>
                </c:pt>
                <c:pt idx="82">
                  <c:v>-0.47492800000000002</c:v>
                </c:pt>
                <c:pt idx="83">
                  <c:v>-0.47462300000000002</c:v>
                </c:pt>
                <c:pt idx="84">
                  <c:v>-0.47431699999999999</c:v>
                </c:pt>
                <c:pt idx="85">
                  <c:v>-0.47401199999999999</c:v>
                </c:pt>
                <c:pt idx="86">
                  <c:v>-0.47370600000000002</c:v>
                </c:pt>
                <c:pt idx="87">
                  <c:v>-0.47340100000000002</c:v>
                </c:pt>
                <c:pt idx="88">
                  <c:v>-0.47309600000000002</c:v>
                </c:pt>
                <c:pt idx="89">
                  <c:v>-0.47278999999999999</c:v>
                </c:pt>
                <c:pt idx="90">
                  <c:v>-0.47248499999999999</c:v>
                </c:pt>
                <c:pt idx="91">
                  <c:v>-0.47217900000000002</c:v>
                </c:pt>
                <c:pt idx="92">
                  <c:v>-0.47187400000000002</c:v>
                </c:pt>
                <c:pt idx="93">
                  <c:v>-0.47156900000000002</c:v>
                </c:pt>
                <c:pt idx="94">
                  <c:v>-0.47126299999999999</c:v>
                </c:pt>
                <c:pt idx="95">
                  <c:v>-0.47095799999999999</c:v>
                </c:pt>
                <c:pt idx="96">
                  <c:v>-0.47065200000000001</c:v>
                </c:pt>
                <c:pt idx="97">
                  <c:v>-0.47034700000000002</c:v>
                </c:pt>
                <c:pt idx="98">
                  <c:v>-0.47004200000000002</c:v>
                </c:pt>
                <c:pt idx="99">
                  <c:v>-0.46973599999999999</c:v>
                </c:pt>
                <c:pt idx="100">
                  <c:v>-0.46943099999999999</c:v>
                </c:pt>
                <c:pt idx="101">
                  <c:v>-0.46912500000000001</c:v>
                </c:pt>
                <c:pt idx="102">
                  <c:v>-0.46882000000000001</c:v>
                </c:pt>
                <c:pt idx="103">
                  <c:v>-0.46851500000000001</c:v>
                </c:pt>
                <c:pt idx="104">
                  <c:v>-0.46820899999999999</c:v>
                </c:pt>
                <c:pt idx="105">
                  <c:v>-0.46790399999999999</c:v>
                </c:pt>
                <c:pt idx="106">
                  <c:v>-0.46759800000000001</c:v>
                </c:pt>
                <c:pt idx="107">
                  <c:v>-0.46729300000000001</c:v>
                </c:pt>
                <c:pt idx="108">
                  <c:v>-0.46698800000000001</c:v>
                </c:pt>
                <c:pt idx="109">
                  <c:v>-0.46668199999999999</c:v>
                </c:pt>
                <c:pt idx="110">
                  <c:v>-0.46637699999999999</c:v>
                </c:pt>
                <c:pt idx="111">
                  <c:v>-0.46607100000000001</c:v>
                </c:pt>
                <c:pt idx="112">
                  <c:v>-0.46576600000000001</c:v>
                </c:pt>
                <c:pt idx="113">
                  <c:v>-0.46546100000000001</c:v>
                </c:pt>
                <c:pt idx="114">
                  <c:v>-0.46515499999999999</c:v>
                </c:pt>
                <c:pt idx="115">
                  <c:v>-0.46484999999999999</c:v>
                </c:pt>
                <c:pt idx="116">
                  <c:v>-0.46454400000000001</c:v>
                </c:pt>
                <c:pt idx="117">
                  <c:v>-0.46423900000000001</c:v>
                </c:pt>
                <c:pt idx="118">
                  <c:v>-0.46393400000000001</c:v>
                </c:pt>
                <c:pt idx="119">
                  <c:v>-0.46362799999999998</c:v>
                </c:pt>
                <c:pt idx="120">
                  <c:v>-0.46332299999999998</c:v>
                </c:pt>
                <c:pt idx="121">
                  <c:v>-0.46301700000000001</c:v>
                </c:pt>
                <c:pt idx="122">
                  <c:v>-0.46271200000000001</c:v>
                </c:pt>
                <c:pt idx="123">
                  <c:v>-0.46240700000000001</c:v>
                </c:pt>
                <c:pt idx="124">
                  <c:v>-0.46210099999999998</c:v>
                </c:pt>
                <c:pt idx="125">
                  <c:v>-0.46179599999999998</c:v>
                </c:pt>
                <c:pt idx="126">
                  <c:v>-0.46149000000000001</c:v>
                </c:pt>
                <c:pt idx="127">
                  <c:v>-0.46118500000000001</c:v>
                </c:pt>
                <c:pt idx="128">
                  <c:v>-0.46088000000000001</c:v>
                </c:pt>
                <c:pt idx="129">
                  <c:v>-0.46057399999999998</c:v>
                </c:pt>
                <c:pt idx="130">
                  <c:v>-0.46026899999999998</c:v>
                </c:pt>
                <c:pt idx="131">
                  <c:v>-0.45996300000000001</c:v>
                </c:pt>
                <c:pt idx="132">
                  <c:v>-0.45965800000000001</c:v>
                </c:pt>
                <c:pt idx="133">
                  <c:v>-0.45935300000000001</c:v>
                </c:pt>
                <c:pt idx="134">
                  <c:v>-0.45904699999999998</c:v>
                </c:pt>
                <c:pt idx="135">
                  <c:v>-0.45874199999999998</c:v>
                </c:pt>
                <c:pt idx="136">
                  <c:v>-0.45843600000000001</c:v>
                </c:pt>
                <c:pt idx="137">
                  <c:v>-0.45813100000000001</c:v>
                </c:pt>
                <c:pt idx="138">
                  <c:v>-0.45782600000000001</c:v>
                </c:pt>
                <c:pt idx="139">
                  <c:v>-0.45751999999999998</c:v>
                </c:pt>
                <c:pt idx="140">
                  <c:v>-0.45721499999999998</c:v>
                </c:pt>
                <c:pt idx="141">
                  <c:v>-0.45690900000000001</c:v>
                </c:pt>
                <c:pt idx="142">
                  <c:v>-0.45660400000000001</c:v>
                </c:pt>
                <c:pt idx="143">
                  <c:v>-0.45629900000000001</c:v>
                </c:pt>
                <c:pt idx="144">
                  <c:v>-0.45599299999999998</c:v>
                </c:pt>
                <c:pt idx="145">
                  <c:v>-0.45568799999999998</c:v>
                </c:pt>
                <c:pt idx="146">
                  <c:v>-0.45538200000000001</c:v>
                </c:pt>
                <c:pt idx="147">
                  <c:v>-0.45507700000000001</c:v>
                </c:pt>
                <c:pt idx="148">
                  <c:v>-0.45477200000000001</c:v>
                </c:pt>
                <c:pt idx="149">
                  <c:v>-0.45446599999999998</c:v>
                </c:pt>
                <c:pt idx="150">
                  <c:v>-0.45416099999999998</c:v>
                </c:pt>
                <c:pt idx="151">
                  <c:v>-0.45385500000000001</c:v>
                </c:pt>
                <c:pt idx="152">
                  <c:v>-0.45355000000000001</c:v>
                </c:pt>
                <c:pt idx="153">
                  <c:v>-0.45324500000000001</c:v>
                </c:pt>
                <c:pt idx="154">
                  <c:v>-0.45293899999999998</c:v>
                </c:pt>
                <c:pt idx="155">
                  <c:v>-0.45263399999999998</c:v>
                </c:pt>
                <c:pt idx="156">
                  <c:v>-0.45232800000000001</c:v>
                </c:pt>
                <c:pt idx="157">
                  <c:v>-0.45202300000000001</c:v>
                </c:pt>
                <c:pt idx="158">
                  <c:v>-0.45171800000000001</c:v>
                </c:pt>
                <c:pt idx="159">
                  <c:v>-0.45141199999999998</c:v>
                </c:pt>
                <c:pt idx="160">
                  <c:v>-0.45110699999999998</c:v>
                </c:pt>
                <c:pt idx="161">
                  <c:v>-0.45080100000000001</c:v>
                </c:pt>
                <c:pt idx="162">
                  <c:v>-0.45049600000000001</c:v>
                </c:pt>
                <c:pt idx="163">
                  <c:v>-0.45019100000000001</c:v>
                </c:pt>
                <c:pt idx="164">
                  <c:v>-0.44988499999999998</c:v>
                </c:pt>
                <c:pt idx="165">
                  <c:v>-0.44957999999999998</c:v>
                </c:pt>
                <c:pt idx="166">
                  <c:v>-0.44927400000000001</c:v>
                </c:pt>
                <c:pt idx="167">
                  <c:v>-0.44896900000000001</c:v>
                </c:pt>
                <c:pt idx="168">
                  <c:v>-0.44866400000000001</c:v>
                </c:pt>
                <c:pt idx="169">
                  <c:v>-0.44835799999999998</c:v>
                </c:pt>
                <c:pt idx="170">
                  <c:v>-0.44805299999999998</c:v>
                </c:pt>
                <c:pt idx="171">
                  <c:v>-0.44774799999999998</c:v>
                </c:pt>
                <c:pt idx="172">
                  <c:v>-0.44744200000000001</c:v>
                </c:pt>
                <c:pt idx="173">
                  <c:v>-0.44713700000000001</c:v>
                </c:pt>
                <c:pt idx="174">
                  <c:v>-0.44683099999999998</c:v>
                </c:pt>
                <c:pt idx="175">
                  <c:v>-0.44652599999999998</c:v>
                </c:pt>
                <c:pt idx="176">
                  <c:v>-0.44622099999999998</c:v>
                </c:pt>
                <c:pt idx="177">
                  <c:v>-0.44591500000000001</c:v>
                </c:pt>
                <c:pt idx="178">
                  <c:v>-0.44561000000000001</c:v>
                </c:pt>
                <c:pt idx="179">
                  <c:v>-0.44530399999999998</c:v>
                </c:pt>
                <c:pt idx="180">
                  <c:v>-0.44499899999999998</c:v>
                </c:pt>
                <c:pt idx="181">
                  <c:v>-0.44469399999999998</c:v>
                </c:pt>
                <c:pt idx="182">
                  <c:v>-0.44438800000000001</c:v>
                </c:pt>
                <c:pt idx="183">
                  <c:v>-0.44408300000000001</c:v>
                </c:pt>
                <c:pt idx="184">
                  <c:v>-0.44377699999999998</c:v>
                </c:pt>
                <c:pt idx="185">
                  <c:v>-0.44347199999999998</c:v>
                </c:pt>
                <c:pt idx="186">
                  <c:v>-0.44316699999999998</c:v>
                </c:pt>
                <c:pt idx="187">
                  <c:v>-0.442861</c:v>
                </c:pt>
                <c:pt idx="188">
                  <c:v>-0.442556</c:v>
                </c:pt>
                <c:pt idx="189">
                  <c:v>-0.44224999999999998</c:v>
                </c:pt>
                <c:pt idx="190">
                  <c:v>-0.44194499999999998</c:v>
                </c:pt>
                <c:pt idx="191">
                  <c:v>-0.44163999999999998</c:v>
                </c:pt>
                <c:pt idx="192">
                  <c:v>-0.441334</c:v>
                </c:pt>
                <c:pt idx="193">
                  <c:v>-0.441029</c:v>
                </c:pt>
                <c:pt idx="194">
                  <c:v>-0.44072299999999998</c:v>
                </c:pt>
                <c:pt idx="195">
                  <c:v>-0.44041799999999998</c:v>
                </c:pt>
                <c:pt idx="196">
                  <c:v>-0.44011299999999998</c:v>
                </c:pt>
                <c:pt idx="197">
                  <c:v>-0.439807</c:v>
                </c:pt>
                <c:pt idx="198">
                  <c:v>-0.439502</c:v>
                </c:pt>
                <c:pt idx="199">
                  <c:v>-0.43919599999999998</c:v>
                </c:pt>
                <c:pt idx="200">
                  <c:v>-0.43889099999999998</c:v>
                </c:pt>
                <c:pt idx="201">
                  <c:v>-0.43858599999999998</c:v>
                </c:pt>
                <c:pt idx="202">
                  <c:v>-0.43828</c:v>
                </c:pt>
                <c:pt idx="203">
                  <c:v>-0.437975</c:v>
                </c:pt>
                <c:pt idx="204">
                  <c:v>-0.43766899999999997</c:v>
                </c:pt>
                <c:pt idx="205">
                  <c:v>-0.43736399999999998</c:v>
                </c:pt>
                <c:pt idx="206">
                  <c:v>-0.43705899999999998</c:v>
                </c:pt>
                <c:pt idx="207">
                  <c:v>-0.436753</c:v>
                </c:pt>
                <c:pt idx="208">
                  <c:v>-0.436448</c:v>
                </c:pt>
                <c:pt idx="209">
                  <c:v>-0.43614199999999997</c:v>
                </c:pt>
                <c:pt idx="210">
                  <c:v>-0.43583699999999997</c:v>
                </c:pt>
                <c:pt idx="211">
                  <c:v>-0.43553199999999997</c:v>
                </c:pt>
                <c:pt idx="212">
                  <c:v>-0.435226</c:v>
                </c:pt>
                <c:pt idx="213">
                  <c:v>-0.434921</c:v>
                </c:pt>
                <c:pt idx="214">
                  <c:v>-0.43461499999999997</c:v>
                </c:pt>
                <c:pt idx="215">
                  <c:v>-0.43430999999999997</c:v>
                </c:pt>
                <c:pt idx="216">
                  <c:v>-0.43400499999999997</c:v>
                </c:pt>
                <c:pt idx="217">
                  <c:v>-0.433699</c:v>
                </c:pt>
                <c:pt idx="218">
                  <c:v>-0.433394</c:v>
                </c:pt>
                <c:pt idx="219">
                  <c:v>-0.43308799999999997</c:v>
                </c:pt>
                <c:pt idx="220">
                  <c:v>-0.43278299999999997</c:v>
                </c:pt>
                <c:pt idx="221">
                  <c:v>-0.43247799999999997</c:v>
                </c:pt>
                <c:pt idx="222">
                  <c:v>-0.432172</c:v>
                </c:pt>
                <c:pt idx="223">
                  <c:v>-0.431867</c:v>
                </c:pt>
                <c:pt idx="224">
                  <c:v>-0.43156099999999997</c:v>
                </c:pt>
                <c:pt idx="225">
                  <c:v>-0.43125599999999997</c:v>
                </c:pt>
                <c:pt idx="226">
                  <c:v>-0.43095099999999997</c:v>
                </c:pt>
                <c:pt idx="227">
                  <c:v>-0.430645</c:v>
                </c:pt>
                <c:pt idx="228">
                  <c:v>-0.43034</c:v>
                </c:pt>
                <c:pt idx="229">
                  <c:v>-0.43003400000000003</c:v>
                </c:pt>
                <c:pt idx="230">
                  <c:v>-0.42972900000000003</c:v>
                </c:pt>
                <c:pt idx="231">
                  <c:v>-0.42942399999999997</c:v>
                </c:pt>
                <c:pt idx="232">
                  <c:v>-0.429118</c:v>
                </c:pt>
                <c:pt idx="233">
                  <c:v>-0.428813</c:v>
                </c:pt>
                <c:pt idx="234">
                  <c:v>-0.42850700000000003</c:v>
                </c:pt>
                <c:pt idx="235">
                  <c:v>-0.42820200000000003</c:v>
                </c:pt>
                <c:pt idx="236">
                  <c:v>-0.42789700000000003</c:v>
                </c:pt>
                <c:pt idx="237">
                  <c:v>-0.427591</c:v>
                </c:pt>
                <c:pt idx="238">
                  <c:v>-0.427286</c:v>
                </c:pt>
                <c:pt idx="239">
                  <c:v>-0.42698000000000003</c:v>
                </c:pt>
                <c:pt idx="240">
                  <c:v>-0.42667500000000003</c:v>
                </c:pt>
                <c:pt idx="241">
                  <c:v>-0.42637000000000003</c:v>
                </c:pt>
                <c:pt idx="242">
                  <c:v>-0.426064</c:v>
                </c:pt>
                <c:pt idx="243">
                  <c:v>-0.425759</c:v>
                </c:pt>
                <c:pt idx="244">
                  <c:v>-0.42545300000000003</c:v>
                </c:pt>
                <c:pt idx="245">
                  <c:v>-0.42514800000000003</c:v>
                </c:pt>
                <c:pt idx="246">
                  <c:v>-0.42484300000000003</c:v>
                </c:pt>
                <c:pt idx="247">
                  <c:v>-0.424537</c:v>
                </c:pt>
                <c:pt idx="248">
                  <c:v>-0.424232</c:v>
                </c:pt>
                <c:pt idx="249">
                  <c:v>-0.42392600000000003</c:v>
                </c:pt>
                <c:pt idx="250">
                  <c:v>-0.42362100000000003</c:v>
                </c:pt>
                <c:pt idx="251">
                  <c:v>-0.42331600000000003</c:v>
                </c:pt>
                <c:pt idx="252">
                  <c:v>-0.42301</c:v>
                </c:pt>
                <c:pt idx="253">
                  <c:v>-0.422705</c:v>
                </c:pt>
                <c:pt idx="254">
                  <c:v>-0.4224</c:v>
                </c:pt>
                <c:pt idx="255">
                  <c:v>-0.42209400000000002</c:v>
                </c:pt>
                <c:pt idx="256">
                  <c:v>-0.42178900000000003</c:v>
                </c:pt>
                <c:pt idx="257">
                  <c:v>-0.421483</c:v>
                </c:pt>
                <c:pt idx="258">
                  <c:v>-0.421178</c:v>
                </c:pt>
                <c:pt idx="259">
                  <c:v>-0.420873</c:v>
                </c:pt>
                <c:pt idx="260">
                  <c:v>-0.42056700000000002</c:v>
                </c:pt>
                <c:pt idx="261">
                  <c:v>-0.42026200000000002</c:v>
                </c:pt>
                <c:pt idx="262">
                  <c:v>-0.419956</c:v>
                </c:pt>
                <c:pt idx="263">
                  <c:v>-0.419651</c:v>
                </c:pt>
                <c:pt idx="264">
                  <c:v>-0.419346</c:v>
                </c:pt>
                <c:pt idx="265">
                  <c:v>-0.41904000000000002</c:v>
                </c:pt>
                <c:pt idx="266">
                  <c:v>-0.41873500000000002</c:v>
                </c:pt>
                <c:pt idx="267">
                  <c:v>-0.418429</c:v>
                </c:pt>
                <c:pt idx="268">
                  <c:v>-0.418124</c:v>
                </c:pt>
                <c:pt idx="269">
                  <c:v>-0.417819</c:v>
                </c:pt>
                <c:pt idx="270">
                  <c:v>-0.41751300000000002</c:v>
                </c:pt>
                <c:pt idx="271">
                  <c:v>-0.41720800000000002</c:v>
                </c:pt>
                <c:pt idx="272">
                  <c:v>-0.41690199999999999</c:v>
                </c:pt>
                <c:pt idx="273">
                  <c:v>-0.416597</c:v>
                </c:pt>
                <c:pt idx="274">
                  <c:v>-0.416292</c:v>
                </c:pt>
                <c:pt idx="275">
                  <c:v>-0.41598600000000002</c:v>
                </c:pt>
                <c:pt idx="276">
                  <c:v>-0.41568100000000002</c:v>
                </c:pt>
                <c:pt idx="277">
                  <c:v>-0.41537499999999999</c:v>
                </c:pt>
                <c:pt idx="278">
                  <c:v>-0.41506999999999999</c:v>
                </c:pt>
                <c:pt idx="279">
                  <c:v>-0.41476499999999999</c:v>
                </c:pt>
                <c:pt idx="280">
                  <c:v>-0.41445900000000002</c:v>
                </c:pt>
                <c:pt idx="281">
                  <c:v>-0.41415400000000002</c:v>
                </c:pt>
                <c:pt idx="282">
                  <c:v>-0.41384799999999999</c:v>
                </c:pt>
                <c:pt idx="283">
                  <c:v>-0.41354299999999999</c:v>
                </c:pt>
                <c:pt idx="284">
                  <c:v>-0.41323799999999999</c:v>
                </c:pt>
                <c:pt idx="285">
                  <c:v>-0.41293200000000002</c:v>
                </c:pt>
                <c:pt idx="286">
                  <c:v>-0.41262700000000002</c:v>
                </c:pt>
                <c:pt idx="287">
                  <c:v>-0.41232099999999999</c:v>
                </c:pt>
                <c:pt idx="288">
                  <c:v>-0.41201599999999999</c:v>
                </c:pt>
                <c:pt idx="289">
                  <c:v>-0.41171099999999999</c:v>
                </c:pt>
                <c:pt idx="290">
                  <c:v>-0.41140500000000002</c:v>
                </c:pt>
                <c:pt idx="291">
                  <c:v>-0.41110000000000002</c:v>
                </c:pt>
                <c:pt idx="292">
                  <c:v>-0.41079399999999999</c:v>
                </c:pt>
                <c:pt idx="293">
                  <c:v>-0.41048899999999999</c:v>
                </c:pt>
                <c:pt idx="294">
                  <c:v>-0.41018399999999999</c:v>
                </c:pt>
                <c:pt idx="295">
                  <c:v>-0.40987800000000002</c:v>
                </c:pt>
                <c:pt idx="296">
                  <c:v>-0.40957300000000002</c:v>
                </c:pt>
                <c:pt idx="297">
                  <c:v>-0.40926699999999999</c:v>
                </c:pt>
                <c:pt idx="298">
                  <c:v>-0.40896199999999999</c:v>
                </c:pt>
                <c:pt idx="299">
                  <c:v>-0.40865699999999999</c:v>
                </c:pt>
                <c:pt idx="300">
                  <c:v>-0.40835100000000002</c:v>
                </c:pt>
                <c:pt idx="301">
                  <c:v>-0.40804600000000002</c:v>
                </c:pt>
                <c:pt idx="302">
                  <c:v>-0.40773999999999999</c:v>
                </c:pt>
                <c:pt idx="303">
                  <c:v>-0.40743499999999999</c:v>
                </c:pt>
                <c:pt idx="304">
                  <c:v>-0.40712999999999999</c:v>
                </c:pt>
                <c:pt idx="305">
                  <c:v>-0.40682400000000002</c:v>
                </c:pt>
                <c:pt idx="306">
                  <c:v>-0.40651900000000002</c:v>
                </c:pt>
                <c:pt idx="307">
                  <c:v>-0.40621299999999999</c:v>
                </c:pt>
                <c:pt idx="308">
                  <c:v>-0.40590799999999999</c:v>
                </c:pt>
                <c:pt idx="309">
                  <c:v>-0.40560299999999999</c:v>
                </c:pt>
                <c:pt idx="310">
                  <c:v>-0.40529700000000002</c:v>
                </c:pt>
                <c:pt idx="311">
                  <c:v>-0.40499200000000002</c:v>
                </c:pt>
                <c:pt idx="312">
                  <c:v>-0.40468599999999999</c:v>
                </c:pt>
                <c:pt idx="313">
                  <c:v>-0.40438099999999999</c:v>
                </c:pt>
                <c:pt idx="314">
                  <c:v>-0.40407599999999999</c:v>
                </c:pt>
                <c:pt idx="315">
                  <c:v>-0.40377000000000002</c:v>
                </c:pt>
                <c:pt idx="316">
                  <c:v>-0.40346500000000002</c:v>
                </c:pt>
                <c:pt idx="317">
                  <c:v>-0.40315899999999999</c:v>
                </c:pt>
                <c:pt idx="318">
                  <c:v>-0.40285399999999999</c:v>
                </c:pt>
                <c:pt idx="319">
                  <c:v>-0.40254899999999999</c:v>
                </c:pt>
                <c:pt idx="320">
                  <c:v>-0.40224300000000002</c:v>
                </c:pt>
                <c:pt idx="321">
                  <c:v>-0.40193800000000002</c:v>
                </c:pt>
                <c:pt idx="322">
                  <c:v>-0.40163199999999999</c:v>
                </c:pt>
                <c:pt idx="323">
                  <c:v>-0.40132699999999999</c:v>
                </c:pt>
                <c:pt idx="324">
                  <c:v>-0.40102199999999999</c:v>
                </c:pt>
                <c:pt idx="325">
                  <c:v>-0.40071600000000002</c:v>
                </c:pt>
                <c:pt idx="326">
                  <c:v>-0.40041100000000002</c:v>
                </c:pt>
                <c:pt idx="327">
                  <c:v>-0.40010499999999999</c:v>
                </c:pt>
                <c:pt idx="328">
                  <c:v>-0.39979999999999999</c:v>
                </c:pt>
                <c:pt idx="329">
                  <c:v>-0.39949499999999999</c:v>
                </c:pt>
                <c:pt idx="330">
                  <c:v>-0.39918900000000002</c:v>
                </c:pt>
                <c:pt idx="331">
                  <c:v>-0.39888400000000002</c:v>
                </c:pt>
                <c:pt idx="332">
                  <c:v>-0.39857799999999999</c:v>
                </c:pt>
                <c:pt idx="333">
                  <c:v>-0.39827299999999999</c:v>
                </c:pt>
                <c:pt idx="334">
                  <c:v>-0.39796799999999999</c:v>
                </c:pt>
                <c:pt idx="335">
                  <c:v>-0.39766200000000002</c:v>
                </c:pt>
                <c:pt idx="336">
                  <c:v>-0.39735700000000002</c:v>
                </c:pt>
                <c:pt idx="337">
                  <c:v>-0.39705200000000002</c:v>
                </c:pt>
                <c:pt idx="338">
                  <c:v>-0.39674599999999999</c:v>
                </c:pt>
                <c:pt idx="339">
                  <c:v>-0.39644099999999999</c:v>
                </c:pt>
                <c:pt idx="340">
                  <c:v>-0.39613500000000001</c:v>
                </c:pt>
                <c:pt idx="341">
                  <c:v>-0.39583000000000002</c:v>
                </c:pt>
                <c:pt idx="342">
                  <c:v>-0.39552500000000002</c:v>
                </c:pt>
                <c:pt idx="343">
                  <c:v>-0.39521899999999999</c:v>
                </c:pt>
                <c:pt idx="344">
                  <c:v>-0.39491399999999999</c:v>
                </c:pt>
                <c:pt idx="345">
                  <c:v>-0.39460800000000001</c:v>
                </c:pt>
                <c:pt idx="346">
                  <c:v>-0.39430300000000001</c:v>
                </c:pt>
                <c:pt idx="347">
                  <c:v>-0.39399800000000001</c:v>
                </c:pt>
                <c:pt idx="348">
                  <c:v>-0.39369199999999999</c:v>
                </c:pt>
                <c:pt idx="349">
                  <c:v>-0.39338699999999999</c:v>
                </c:pt>
                <c:pt idx="350">
                  <c:v>-0.39308100000000001</c:v>
                </c:pt>
                <c:pt idx="351">
                  <c:v>-0.39277600000000001</c:v>
                </c:pt>
                <c:pt idx="352">
                  <c:v>-0.39247100000000001</c:v>
                </c:pt>
                <c:pt idx="353">
                  <c:v>-0.39216499999999999</c:v>
                </c:pt>
                <c:pt idx="354">
                  <c:v>-0.39185999999999999</c:v>
                </c:pt>
                <c:pt idx="355">
                  <c:v>-0.39155400000000001</c:v>
                </c:pt>
                <c:pt idx="356">
                  <c:v>-0.39124900000000001</c:v>
                </c:pt>
                <c:pt idx="357">
                  <c:v>-0.39094400000000001</c:v>
                </c:pt>
                <c:pt idx="358">
                  <c:v>-0.39063799999999999</c:v>
                </c:pt>
                <c:pt idx="359">
                  <c:v>-0.39033299999999999</c:v>
                </c:pt>
                <c:pt idx="360">
                  <c:v>-0.39002700000000001</c:v>
                </c:pt>
                <c:pt idx="361">
                  <c:v>-0.38972200000000001</c:v>
                </c:pt>
                <c:pt idx="362">
                  <c:v>-0.38941700000000001</c:v>
                </c:pt>
                <c:pt idx="363">
                  <c:v>-0.38911099999999998</c:v>
                </c:pt>
                <c:pt idx="364">
                  <c:v>-0.38880599999999998</c:v>
                </c:pt>
                <c:pt idx="365">
                  <c:v>-0.38850000000000001</c:v>
                </c:pt>
                <c:pt idx="366">
                  <c:v>-0.38819500000000001</c:v>
                </c:pt>
                <c:pt idx="367">
                  <c:v>-0.38789000000000001</c:v>
                </c:pt>
                <c:pt idx="368">
                  <c:v>-0.38758399999999998</c:v>
                </c:pt>
                <c:pt idx="369">
                  <c:v>-0.38727899999999998</c:v>
                </c:pt>
                <c:pt idx="370">
                  <c:v>-0.38697300000000001</c:v>
                </c:pt>
                <c:pt idx="371">
                  <c:v>-0.38666800000000001</c:v>
                </c:pt>
                <c:pt idx="372">
                  <c:v>-0.38636300000000001</c:v>
                </c:pt>
                <c:pt idx="373">
                  <c:v>-0.38605699999999998</c:v>
                </c:pt>
                <c:pt idx="374">
                  <c:v>-0.38575199999999998</c:v>
                </c:pt>
                <c:pt idx="375">
                  <c:v>-0.38544600000000001</c:v>
                </c:pt>
                <c:pt idx="376">
                  <c:v>-0.38514100000000001</c:v>
                </c:pt>
                <c:pt idx="377">
                  <c:v>-0.38483600000000001</c:v>
                </c:pt>
                <c:pt idx="378">
                  <c:v>-0.38452999999999998</c:v>
                </c:pt>
                <c:pt idx="379">
                  <c:v>-0.38422499999999998</c:v>
                </c:pt>
                <c:pt idx="380">
                  <c:v>-0.38391900000000001</c:v>
                </c:pt>
                <c:pt idx="381">
                  <c:v>-0.38361400000000001</c:v>
                </c:pt>
                <c:pt idx="382">
                  <c:v>-0.38330900000000001</c:v>
                </c:pt>
                <c:pt idx="383">
                  <c:v>-0.38300299999999998</c:v>
                </c:pt>
                <c:pt idx="384">
                  <c:v>-0.38269799999999998</c:v>
                </c:pt>
                <c:pt idx="385">
                  <c:v>-0.38239200000000001</c:v>
                </c:pt>
                <c:pt idx="386">
                  <c:v>-0.38208700000000001</c:v>
                </c:pt>
                <c:pt idx="387">
                  <c:v>-0.38178200000000001</c:v>
                </c:pt>
                <c:pt idx="388">
                  <c:v>-0.38147599999999998</c:v>
                </c:pt>
                <c:pt idx="389">
                  <c:v>-0.38117099999999998</c:v>
                </c:pt>
                <c:pt idx="390">
                  <c:v>-0.38086500000000001</c:v>
                </c:pt>
                <c:pt idx="391">
                  <c:v>-0.38056000000000001</c:v>
                </c:pt>
                <c:pt idx="392">
                  <c:v>-0.38025500000000001</c:v>
                </c:pt>
                <c:pt idx="393">
                  <c:v>-0.37994899999999998</c:v>
                </c:pt>
                <c:pt idx="394">
                  <c:v>-0.37964399999999998</c:v>
                </c:pt>
                <c:pt idx="395">
                  <c:v>-0.37933800000000001</c:v>
                </c:pt>
                <c:pt idx="396">
                  <c:v>-0.37903300000000001</c:v>
                </c:pt>
                <c:pt idx="397">
                  <c:v>-0.37872800000000001</c:v>
                </c:pt>
                <c:pt idx="398">
                  <c:v>-0.37842199999999998</c:v>
                </c:pt>
                <c:pt idx="399">
                  <c:v>-0.37811699999999998</c:v>
                </c:pt>
                <c:pt idx="400">
                  <c:v>-0.37781100000000001</c:v>
                </c:pt>
                <c:pt idx="401">
                  <c:v>-0.37750600000000001</c:v>
                </c:pt>
                <c:pt idx="402">
                  <c:v>-0.37720100000000001</c:v>
                </c:pt>
                <c:pt idx="403">
                  <c:v>-0.37689499999999998</c:v>
                </c:pt>
                <c:pt idx="404">
                  <c:v>-0.37658999999999998</c:v>
                </c:pt>
                <c:pt idx="405">
                  <c:v>-0.37628400000000001</c:v>
                </c:pt>
                <c:pt idx="406">
                  <c:v>-0.37597900000000001</c:v>
                </c:pt>
                <c:pt idx="407">
                  <c:v>-0.37567400000000001</c:v>
                </c:pt>
                <c:pt idx="408">
                  <c:v>-0.37536799999999998</c:v>
                </c:pt>
                <c:pt idx="409">
                  <c:v>-0.37506299999999998</c:v>
                </c:pt>
                <c:pt idx="410">
                  <c:v>-0.37475700000000001</c:v>
                </c:pt>
                <c:pt idx="411">
                  <c:v>-0.37445200000000001</c:v>
                </c:pt>
                <c:pt idx="412">
                  <c:v>-0.37414700000000001</c:v>
                </c:pt>
                <c:pt idx="413">
                  <c:v>-0.37384099999999998</c:v>
                </c:pt>
                <c:pt idx="414">
                  <c:v>-0.37353599999999998</c:v>
                </c:pt>
                <c:pt idx="415">
                  <c:v>-0.37323000000000001</c:v>
                </c:pt>
                <c:pt idx="416">
                  <c:v>-0.37292500000000001</c:v>
                </c:pt>
                <c:pt idx="417">
                  <c:v>-0.37262000000000001</c:v>
                </c:pt>
                <c:pt idx="418">
                  <c:v>-0.37231399999999998</c:v>
                </c:pt>
                <c:pt idx="419">
                  <c:v>-0.37200899999999998</c:v>
                </c:pt>
                <c:pt idx="420">
                  <c:v>-0.37170399999999998</c:v>
                </c:pt>
                <c:pt idx="421">
                  <c:v>-0.37139800000000001</c:v>
                </c:pt>
                <c:pt idx="422">
                  <c:v>-0.37109300000000001</c:v>
                </c:pt>
                <c:pt idx="423">
                  <c:v>-0.37078699999999998</c:v>
                </c:pt>
                <c:pt idx="424">
                  <c:v>-0.37048199999999998</c:v>
                </c:pt>
                <c:pt idx="425">
                  <c:v>-0.37017699999999998</c:v>
                </c:pt>
                <c:pt idx="426">
                  <c:v>-0.36987100000000001</c:v>
                </c:pt>
                <c:pt idx="427">
                  <c:v>-0.36956600000000001</c:v>
                </c:pt>
                <c:pt idx="428">
                  <c:v>-0.36925999999999998</c:v>
                </c:pt>
                <c:pt idx="429">
                  <c:v>-0.36895499999999998</c:v>
                </c:pt>
                <c:pt idx="430">
                  <c:v>-0.36864999999999998</c:v>
                </c:pt>
                <c:pt idx="431">
                  <c:v>-0.368344</c:v>
                </c:pt>
                <c:pt idx="432">
                  <c:v>-0.36803900000000001</c:v>
                </c:pt>
                <c:pt idx="433">
                  <c:v>-0.36773299999999998</c:v>
                </c:pt>
                <c:pt idx="434">
                  <c:v>-0.36742799999999998</c:v>
                </c:pt>
                <c:pt idx="435">
                  <c:v>-0.36712299999999998</c:v>
                </c:pt>
                <c:pt idx="436">
                  <c:v>-0.366817</c:v>
                </c:pt>
                <c:pt idx="437">
                  <c:v>-0.366512</c:v>
                </c:pt>
                <c:pt idx="438">
                  <c:v>-0.36620599999999998</c:v>
                </c:pt>
                <c:pt idx="439">
                  <c:v>-0.36590099999999998</c:v>
                </c:pt>
                <c:pt idx="440">
                  <c:v>-0.36559599999999998</c:v>
                </c:pt>
                <c:pt idx="441">
                  <c:v>-0.36529</c:v>
                </c:pt>
                <c:pt idx="442">
                  <c:v>-0.364985</c:v>
                </c:pt>
                <c:pt idx="443">
                  <c:v>-0.36467899999999998</c:v>
                </c:pt>
                <c:pt idx="444">
                  <c:v>-0.36437399999999998</c:v>
                </c:pt>
                <c:pt idx="445">
                  <c:v>-0.36406899999999998</c:v>
                </c:pt>
                <c:pt idx="446">
                  <c:v>-0.363763</c:v>
                </c:pt>
                <c:pt idx="447">
                  <c:v>-0.363458</c:v>
                </c:pt>
                <c:pt idx="448">
                  <c:v>-0.36315199999999997</c:v>
                </c:pt>
                <c:pt idx="449">
                  <c:v>-0.36284699999999998</c:v>
                </c:pt>
                <c:pt idx="450">
                  <c:v>-0.36254199999999998</c:v>
                </c:pt>
                <c:pt idx="451">
                  <c:v>-0.362236</c:v>
                </c:pt>
                <c:pt idx="452">
                  <c:v>-0.361931</c:v>
                </c:pt>
                <c:pt idx="453">
                  <c:v>-0.36162499999999997</c:v>
                </c:pt>
                <c:pt idx="454">
                  <c:v>-0.36131999999999997</c:v>
                </c:pt>
                <c:pt idx="455">
                  <c:v>-0.36101499999999997</c:v>
                </c:pt>
                <c:pt idx="456">
                  <c:v>-0.360709</c:v>
                </c:pt>
                <c:pt idx="457">
                  <c:v>-0.360404</c:v>
                </c:pt>
                <c:pt idx="458">
                  <c:v>-0.36009799999999997</c:v>
                </c:pt>
                <c:pt idx="459">
                  <c:v>-0.35979299999999997</c:v>
                </c:pt>
                <c:pt idx="460">
                  <c:v>-0.35948799999999997</c:v>
                </c:pt>
                <c:pt idx="461">
                  <c:v>-0.359182</c:v>
                </c:pt>
                <c:pt idx="462">
                  <c:v>-0.358877</c:v>
                </c:pt>
                <c:pt idx="463">
                  <c:v>-0.35857099999999997</c:v>
                </c:pt>
                <c:pt idx="464">
                  <c:v>-0.35826599999999997</c:v>
                </c:pt>
                <c:pt idx="465">
                  <c:v>-0.35796099999999997</c:v>
                </c:pt>
                <c:pt idx="466">
                  <c:v>-0.357655</c:v>
                </c:pt>
                <c:pt idx="467">
                  <c:v>-0.35735</c:v>
                </c:pt>
                <c:pt idx="468">
                  <c:v>-0.35704399999999997</c:v>
                </c:pt>
                <c:pt idx="469">
                  <c:v>-0.35673899999999997</c:v>
                </c:pt>
                <c:pt idx="470">
                  <c:v>-0.35643399999999997</c:v>
                </c:pt>
                <c:pt idx="471">
                  <c:v>-0.356128</c:v>
                </c:pt>
                <c:pt idx="472">
                  <c:v>-0.355823</c:v>
                </c:pt>
                <c:pt idx="473">
                  <c:v>-0.35551700000000003</c:v>
                </c:pt>
                <c:pt idx="474">
                  <c:v>-0.35521200000000003</c:v>
                </c:pt>
                <c:pt idx="475">
                  <c:v>-0.35490699999999997</c:v>
                </c:pt>
                <c:pt idx="476">
                  <c:v>-0.354601</c:v>
                </c:pt>
                <c:pt idx="477">
                  <c:v>-0.354296</c:v>
                </c:pt>
                <c:pt idx="478">
                  <c:v>-0.35399000000000003</c:v>
                </c:pt>
                <c:pt idx="479">
                  <c:v>-0.35368500000000003</c:v>
                </c:pt>
                <c:pt idx="480">
                  <c:v>-0.35338000000000003</c:v>
                </c:pt>
                <c:pt idx="481">
                  <c:v>-0.353074</c:v>
                </c:pt>
                <c:pt idx="482">
                  <c:v>-0.352769</c:v>
                </c:pt>
                <c:pt idx="483">
                  <c:v>-0.35246300000000003</c:v>
                </c:pt>
                <c:pt idx="484">
                  <c:v>-0.35215800000000003</c:v>
                </c:pt>
                <c:pt idx="485">
                  <c:v>-0.35185300000000003</c:v>
                </c:pt>
                <c:pt idx="486">
                  <c:v>-0.351547</c:v>
                </c:pt>
                <c:pt idx="487">
                  <c:v>-0.351242</c:v>
                </c:pt>
                <c:pt idx="488">
                  <c:v>-0.35093600000000003</c:v>
                </c:pt>
                <c:pt idx="489">
                  <c:v>-0.35063100000000003</c:v>
                </c:pt>
                <c:pt idx="490">
                  <c:v>-0.35032600000000003</c:v>
                </c:pt>
                <c:pt idx="491">
                  <c:v>-0.35002</c:v>
                </c:pt>
                <c:pt idx="492">
                  <c:v>-0.349715</c:v>
                </c:pt>
                <c:pt idx="493">
                  <c:v>-0.34940900000000003</c:v>
                </c:pt>
                <c:pt idx="494">
                  <c:v>-0.34910400000000003</c:v>
                </c:pt>
                <c:pt idx="495">
                  <c:v>-0.34879900000000003</c:v>
                </c:pt>
                <c:pt idx="496">
                  <c:v>-0.348493</c:v>
                </c:pt>
                <c:pt idx="497">
                  <c:v>-0.348188</c:v>
                </c:pt>
                <c:pt idx="498">
                  <c:v>-0.34788200000000002</c:v>
                </c:pt>
                <c:pt idx="499">
                  <c:v>-0.34757700000000002</c:v>
                </c:pt>
                <c:pt idx="500">
                  <c:v>-0.34727200000000003</c:v>
                </c:pt>
                <c:pt idx="501">
                  <c:v>-0.346966</c:v>
                </c:pt>
                <c:pt idx="502">
                  <c:v>-0.346661</c:v>
                </c:pt>
                <c:pt idx="503">
                  <c:v>-0.34635500000000002</c:v>
                </c:pt>
                <c:pt idx="504">
                  <c:v>-0.34605000000000002</c:v>
                </c:pt>
                <c:pt idx="505">
                  <c:v>-0.34574500000000002</c:v>
                </c:pt>
                <c:pt idx="506">
                  <c:v>-0.345439</c:v>
                </c:pt>
                <c:pt idx="507">
                  <c:v>-0.345134</c:v>
                </c:pt>
                <c:pt idx="508">
                  <c:v>-0.344829</c:v>
                </c:pt>
                <c:pt idx="509">
                  <c:v>-0.34452300000000002</c:v>
                </c:pt>
                <c:pt idx="510">
                  <c:v>-0.34421800000000002</c:v>
                </c:pt>
                <c:pt idx="511">
                  <c:v>-0.343912</c:v>
                </c:pt>
                <c:pt idx="512">
                  <c:v>-0.343607</c:v>
                </c:pt>
                <c:pt idx="513">
                  <c:v>-0.343302</c:v>
                </c:pt>
                <c:pt idx="514">
                  <c:v>-0.34299600000000002</c:v>
                </c:pt>
                <c:pt idx="515">
                  <c:v>-0.34269100000000002</c:v>
                </c:pt>
                <c:pt idx="516">
                  <c:v>-0.34238499999999999</c:v>
                </c:pt>
                <c:pt idx="517">
                  <c:v>-0.34208</c:v>
                </c:pt>
                <c:pt idx="518">
                  <c:v>-0.341775</c:v>
                </c:pt>
                <c:pt idx="519">
                  <c:v>-0.34146900000000002</c:v>
                </c:pt>
                <c:pt idx="520">
                  <c:v>-0.34116400000000002</c:v>
                </c:pt>
                <c:pt idx="521">
                  <c:v>-0.34085799999999999</c:v>
                </c:pt>
                <c:pt idx="522">
                  <c:v>-0.34055299999999999</c:v>
                </c:pt>
                <c:pt idx="523">
                  <c:v>-0.34024799999999999</c:v>
                </c:pt>
                <c:pt idx="524">
                  <c:v>-0.33994200000000002</c:v>
                </c:pt>
                <c:pt idx="525">
                  <c:v>-0.33963700000000002</c:v>
                </c:pt>
                <c:pt idx="526">
                  <c:v>-0.33933099999999999</c:v>
                </c:pt>
                <c:pt idx="527">
                  <c:v>-0.33902599999999999</c:v>
                </c:pt>
                <c:pt idx="528">
                  <c:v>-0.33872099999999999</c:v>
                </c:pt>
                <c:pt idx="529">
                  <c:v>-0.33841500000000002</c:v>
                </c:pt>
                <c:pt idx="530">
                  <c:v>-0.33811000000000002</c:v>
                </c:pt>
                <c:pt idx="531">
                  <c:v>-0.33780399999999999</c:v>
                </c:pt>
                <c:pt idx="532">
                  <c:v>-0.33749899999999999</c:v>
                </c:pt>
                <c:pt idx="533">
                  <c:v>-0.33719399999999999</c:v>
                </c:pt>
                <c:pt idx="534">
                  <c:v>-0.33688800000000002</c:v>
                </c:pt>
                <c:pt idx="535">
                  <c:v>-0.33658300000000002</c:v>
                </c:pt>
                <c:pt idx="536">
                  <c:v>-0.33627699999999999</c:v>
                </c:pt>
                <c:pt idx="537">
                  <c:v>-0.33597199999999999</c:v>
                </c:pt>
                <c:pt idx="538">
                  <c:v>-0.33566699999999999</c:v>
                </c:pt>
                <c:pt idx="539">
                  <c:v>-0.33536100000000002</c:v>
                </c:pt>
                <c:pt idx="540">
                  <c:v>-0.33505600000000002</c:v>
                </c:pt>
                <c:pt idx="541">
                  <c:v>-0.33474999999999999</c:v>
                </c:pt>
                <c:pt idx="542">
                  <c:v>-0.33444499999999999</c:v>
                </c:pt>
                <c:pt idx="543">
                  <c:v>-0.33413999999999999</c:v>
                </c:pt>
                <c:pt idx="544">
                  <c:v>-0.33383400000000002</c:v>
                </c:pt>
                <c:pt idx="545">
                  <c:v>-0.33352900000000002</c:v>
                </c:pt>
                <c:pt idx="546">
                  <c:v>-0.33322299999999999</c:v>
                </c:pt>
                <c:pt idx="547">
                  <c:v>-0.33291799999999999</c:v>
                </c:pt>
                <c:pt idx="548">
                  <c:v>-0.33261299999999999</c:v>
                </c:pt>
                <c:pt idx="549">
                  <c:v>-0.33230700000000002</c:v>
                </c:pt>
                <c:pt idx="550">
                  <c:v>-0.33200200000000002</c:v>
                </c:pt>
                <c:pt idx="551">
                  <c:v>-0.33169599999999999</c:v>
                </c:pt>
                <c:pt idx="552">
                  <c:v>-0.33139099999999999</c:v>
                </c:pt>
                <c:pt idx="553">
                  <c:v>-0.33108599999999999</c:v>
                </c:pt>
                <c:pt idx="554">
                  <c:v>-0.33078000000000002</c:v>
                </c:pt>
                <c:pt idx="555">
                  <c:v>-0.33047500000000002</c:v>
                </c:pt>
                <c:pt idx="556">
                  <c:v>-0.33016899999999999</c:v>
                </c:pt>
                <c:pt idx="557">
                  <c:v>-0.32986399999999999</c:v>
                </c:pt>
                <c:pt idx="558">
                  <c:v>-0.32955899999999999</c:v>
                </c:pt>
                <c:pt idx="559">
                  <c:v>-0.32925300000000002</c:v>
                </c:pt>
                <c:pt idx="560">
                  <c:v>-0.32894800000000002</c:v>
                </c:pt>
                <c:pt idx="561">
                  <c:v>-0.32864199999999999</c:v>
                </c:pt>
                <c:pt idx="562">
                  <c:v>-0.32833699999999999</c:v>
                </c:pt>
                <c:pt idx="563">
                  <c:v>-0.32803199999999999</c:v>
                </c:pt>
                <c:pt idx="564">
                  <c:v>-0.32772600000000002</c:v>
                </c:pt>
                <c:pt idx="565">
                  <c:v>-0.32742100000000002</c:v>
                </c:pt>
                <c:pt idx="566">
                  <c:v>-0.32711499999999999</c:v>
                </c:pt>
                <c:pt idx="567">
                  <c:v>-0.32680999999999999</c:v>
                </c:pt>
                <c:pt idx="568">
                  <c:v>-0.32650499999999999</c:v>
                </c:pt>
                <c:pt idx="569">
                  <c:v>-0.32619900000000002</c:v>
                </c:pt>
                <c:pt idx="570">
                  <c:v>-0.32589400000000002</c:v>
                </c:pt>
                <c:pt idx="571">
                  <c:v>-0.32558799999999999</c:v>
                </c:pt>
                <c:pt idx="572">
                  <c:v>-0.32528299999999999</c:v>
                </c:pt>
                <c:pt idx="573">
                  <c:v>-0.32497799999999999</c:v>
                </c:pt>
                <c:pt idx="574">
                  <c:v>-0.32467200000000002</c:v>
                </c:pt>
                <c:pt idx="575">
                  <c:v>-0.32436700000000002</c:v>
                </c:pt>
                <c:pt idx="576">
                  <c:v>-0.32406099999999999</c:v>
                </c:pt>
                <c:pt idx="577">
                  <c:v>-0.32375599999999999</c:v>
                </c:pt>
                <c:pt idx="578">
                  <c:v>-0.32345099999999999</c:v>
                </c:pt>
                <c:pt idx="579">
                  <c:v>-0.32314500000000002</c:v>
                </c:pt>
                <c:pt idx="580">
                  <c:v>-0.32284000000000002</c:v>
                </c:pt>
                <c:pt idx="581">
                  <c:v>-0.32253399999999999</c:v>
                </c:pt>
                <c:pt idx="582">
                  <c:v>-0.32222899999999999</c:v>
                </c:pt>
                <c:pt idx="583">
                  <c:v>-0.32192399999999999</c:v>
                </c:pt>
                <c:pt idx="584">
                  <c:v>-0.32161800000000001</c:v>
                </c:pt>
                <c:pt idx="585">
                  <c:v>-0.32131300000000002</c:v>
                </c:pt>
                <c:pt idx="586">
                  <c:v>-0.32100699999999999</c:v>
                </c:pt>
                <c:pt idx="587">
                  <c:v>-0.32070199999999999</c:v>
                </c:pt>
                <c:pt idx="588">
                  <c:v>-0.32039699999999999</c:v>
                </c:pt>
                <c:pt idx="589">
                  <c:v>-0.32009100000000001</c:v>
                </c:pt>
                <c:pt idx="590">
                  <c:v>-0.31978600000000001</c:v>
                </c:pt>
                <c:pt idx="591">
                  <c:v>-0.31948100000000001</c:v>
                </c:pt>
                <c:pt idx="592">
                  <c:v>-0.31917499999999999</c:v>
                </c:pt>
                <c:pt idx="593">
                  <c:v>-0.31886999999999999</c:v>
                </c:pt>
                <c:pt idx="594">
                  <c:v>-0.31856400000000001</c:v>
                </c:pt>
                <c:pt idx="595">
                  <c:v>-0.31825900000000001</c:v>
                </c:pt>
                <c:pt idx="596">
                  <c:v>-0.31795400000000001</c:v>
                </c:pt>
                <c:pt idx="597">
                  <c:v>-0.31764799999999999</c:v>
                </c:pt>
                <c:pt idx="598">
                  <c:v>-0.31734299999999999</c:v>
                </c:pt>
                <c:pt idx="599">
                  <c:v>-0.31703700000000001</c:v>
                </c:pt>
                <c:pt idx="600">
                  <c:v>-0.31673200000000001</c:v>
                </c:pt>
                <c:pt idx="601">
                  <c:v>-0.31642700000000001</c:v>
                </c:pt>
                <c:pt idx="602">
                  <c:v>-0.31612099999999999</c:v>
                </c:pt>
                <c:pt idx="603">
                  <c:v>-0.31581599999999999</c:v>
                </c:pt>
                <c:pt idx="604">
                  <c:v>-0.31551000000000001</c:v>
                </c:pt>
                <c:pt idx="605">
                  <c:v>-0.31520500000000001</c:v>
                </c:pt>
                <c:pt idx="606">
                  <c:v>-0.31490000000000001</c:v>
                </c:pt>
                <c:pt idx="607">
                  <c:v>-0.31459399999999998</c:v>
                </c:pt>
                <c:pt idx="608">
                  <c:v>-0.31428899999999999</c:v>
                </c:pt>
                <c:pt idx="609">
                  <c:v>-0.31398300000000001</c:v>
                </c:pt>
                <c:pt idx="610">
                  <c:v>-0.31367800000000001</c:v>
                </c:pt>
                <c:pt idx="611">
                  <c:v>-0.31337300000000001</c:v>
                </c:pt>
                <c:pt idx="612">
                  <c:v>-0.31306699999999998</c:v>
                </c:pt>
                <c:pt idx="613">
                  <c:v>-0.31276199999999998</c:v>
                </c:pt>
                <c:pt idx="614">
                  <c:v>-0.31245600000000001</c:v>
                </c:pt>
                <c:pt idx="615">
                  <c:v>-0.31215100000000001</c:v>
                </c:pt>
                <c:pt idx="616">
                  <c:v>-0.31184600000000001</c:v>
                </c:pt>
                <c:pt idx="617">
                  <c:v>-0.31153999999999998</c:v>
                </c:pt>
                <c:pt idx="618">
                  <c:v>-0.31123499999999998</c:v>
                </c:pt>
                <c:pt idx="619">
                  <c:v>-0.31092900000000001</c:v>
                </c:pt>
                <c:pt idx="620">
                  <c:v>-0.31062400000000001</c:v>
                </c:pt>
                <c:pt idx="621">
                  <c:v>-0.31031900000000001</c:v>
                </c:pt>
                <c:pt idx="622">
                  <c:v>-0.31001299999999998</c:v>
                </c:pt>
                <c:pt idx="623">
                  <c:v>-0.30970799999999998</c:v>
                </c:pt>
                <c:pt idx="624">
                  <c:v>-0.30940200000000001</c:v>
                </c:pt>
                <c:pt idx="625">
                  <c:v>-0.30909700000000001</c:v>
                </c:pt>
                <c:pt idx="626">
                  <c:v>-0.30879200000000001</c:v>
                </c:pt>
                <c:pt idx="627">
                  <c:v>-0.30848599999999998</c:v>
                </c:pt>
                <c:pt idx="628">
                  <c:v>-0.30818099999999998</c:v>
                </c:pt>
                <c:pt idx="629">
                  <c:v>-0.30787500000000001</c:v>
                </c:pt>
                <c:pt idx="630">
                  <c:v>-0.30757000000000001</c:v>
                </c:pt>
                <c:pt idx="631">
                  <c:v>-0.30726500000000001</c:v>
                </c:pt>
                <c:pt idx="632">
                  <c:v>-0.30695899999999998</c:v>
                </c:pt>
                <c:pt idx="633">
                  <c:v>-0.30665399999999998</c:v>
                </c:pt>
                <c:pt idx="634">
                  <c:v>-0.30634800000000001</c:v>
                </c:pt>
                <c:pt idx="635">
                  <c:v>-0.30604300000000001</c:v>
                </c:pt>
                <c:pt idx="636">
                  <c:v>-0.30573800000000001</c:v>
                </c:pt>
                <c:pt idx="637">
                  <c:v>-0.30543199999999998</c:v>
                </c:pt>
                <c:pt idx="638">
                  <c:v>-0.30512699999999998</c:v>
                </c:pt>
                <c:pt idx="639">
                  <c:v>-0.30482100000000001</c:v>
                </c:pt>
                <c:pt idx="640">
                  <c:v>-0.30451600000000001</c:v>
                </c:pt>
                <c:pt idx="641">
                  <c:v>-0.30421100000000001</c:v>
                </c:pt>
                <c:pt idx="642">
                  <c:v>-0.30390499999999998</c:v>
                </c:pt>
                <c:pt idx="643">
                  <c:v>-0.30359999999999998</c:v>
                </c:pt>
                <c:pt idx="644">
                  <c:v>-0.30329400000000001</c:v>
                </c:pt>
                <c:pt idx="645">
                  <c:v>-0.30298900000000001</c:v>
                </c:pt>
                <c:pt idx="646">
                  <c:v>-0.30268400000000001</c:v>
                </c:pt>
                <c:pt idx="647">
                  <c:v>-0.30237799999999998</c:v>
                </c:pt>
                <c:pt idx="648">
                  <c:v>-0.30207299999999998</c:v>
                </c:pt>
                <c:pt idx="649">
                  <c:v>-0.30176700000000001</c:v>
                </c:pt>
                <c:pt idx="650">
                  <c:v>-0.30146200000000001</c:v>
                </c:pt>
                <c:pt idx="651">
                  <c:v>-0.30115700000000001</c:v>
                </c:pt>
                <c:pt idx="652">
                  <c:v>-0.30085099999999998</c:v>
                </c:pt>
                <c:pt idx="653">
                  <c:v>-0.30054599999999998</c:v>
                </c:pt>
                <c:pt idx="654">
                  <c:v>-0.30024000000000001</c:v>
                </c:pt>
                <c:pt idx="655">
                  <c:v>-0.29993500000000001</c:v>
                </c:pt>
                <c:pt idx="656">
                  <c:v>-0.29963000000000001</c:v>
                </c:pt>
                <c:pt idx="657">
                  <c:v>-0.29932399999999998</c:v>
                </c:pt>
                <c:pt idx="658">
                  <c:v>-0.29901899999999998</c:v>
                </c:pt>
                <c:pt idx="659">
                  <c:v>-0.29871300000000001</c:v>
                </c:pt>
                <c:pt idx="660">
                  <c:v>-0.29840800000000001</c:v>
                </c:pt>
                <c:pt idx="661">
                  <c:v>-0.29810300000000001</c:v>
                </c:pt>
                <c:pt idx="662">
                  <c:v>-0.29779699999999998</c:v>
                </c:pt>
                <c:pt idx="663">
                  <c:v>-0.29749199999999998</c:v>
                </c:pt>
                <c:pt idx="664">
                  <c:v>-0.29718600000000001</c:v>
                </c:pt>
                <c:pt idx="665">
                  <c:v>-0.29688100000000001</c:v>
                </c:pt>
                <c:pt idx="666">
                  <c:v>-0.29657600000000001</c:v>
                </c:pt>
                <c:pt idx="667">
                  <c:v>-0.29626999999999998</c:v>
                </c:pt>
                <c:pt idx="668">
                  <c:v>-0.29596499999999998</c:v>
                </c:pt>
                <c:pt idx="669">
                  <c:v>-0.29565900000000001</c:v>
                </c:pt>
                <c:pt idx="670">
                  <c:v>-0.29535400000000001</c:v>
                </c:pt>
                <c:pt idx="671">
                  <c:v>-0.29504900000000001</c:v>
                </c:pt>
                <c:pt idx="672">
                  <c:v>-0.29474299999999998</c:v>
                </c:pt>
                <c:pt idx="673">
                  <c:v>-0.29443799999999998</c:v>
                </c:pt>
                <c:pt idx="674">
                  <c:v>-0.29413299999999998</c:v>
                </c:pt>
                <c:pt idx="675">
                  <c:v>-0.293827</c:v>
                </c:pt>
                <c:pt idx="676">
                  <c:v>-0.29352200000000001</c:v>
                </c:pt>
                <c:pt idx="677">
                  <c:v>-0.29321599999999998</c:v>
                </c:pt>
                <c:pt idx="678">
                  <c:v>-0.29291099999999998</c:v>
                </c:pt>
                <c:pt idx="679">
                  <c:v>-0.29260599999999998</c:v>
                </c:pt>
                <c:pt idx="680">
                  <c:v>-0.2923</c:v>
                </c:pt>
                <c:pt idx="681">
                  <c:v>-0.291995</c:v>
                </c:pt>
                <c:pt idx="682">
                  <c:v>-0.29168899999999998</c:v>
                </c:pt>
                <c:pt idx="683">
                  <c:v>-0.29138399999999998</c:v>
                </c:pt>
                <c:pt idx="684">
                  <c:v>-0.29107899999999998</c:v>
                </c:pt>
                <c:pt idx="685">
                  <c:v>-0.290773</c:v>
                </c:pt>
                <c:pt idx="686">
                  <c:v>-0.290468</c:v>
                </c:pt>
                <c:pt idx="687">
                  <c:v>-0.29016199999999998</c:v>
                </c:pt>
                <c:pt idx="688">
                  <c:v>-0.28985699999999998</c:v>
                </c:pt>
                <c:pt idx="689">
                  <c:v>-0.28955199999999998</c:v>
                </c:pt>
                <c:pt idx="690">
                  <c:v>-0.289246</c:v>
                </c:pt>
                <c:pt idx="691">
                  <c:v>-0.288941</c:v>
                </c:pt>
                <c:pt idx="692">
                  <c:v>-0.28863499999999997</c:v>
                </c:pt>
                <c:pt idx="693">
                  <c:v>-0.28832999999999998</c:v>
                </c:pt>
                <c:pt idx="694">
                  <c:v>-0.28802499999999998</c:v>
                </c:pt>
                <c:pt idx="695">
                  <c:v>-0.287719</c:v>
                </c:pt>
                <c:pt idx="696">
                  <c:v>-0.287414</c:v>
                </c:pt>
                <c:pt idx="697">
                  <c:v>-0.28710799999999997</c:v>
                </c:pt>
                <c:pt idx="698">
                  <c:v>-0.28680299999999997</c:v>
                </c:pt>
                <c:pt idx="699">
                  <c:v>-0.28649799999999997</c:v>
                </c:pt>
                <c:pt idx="700">
                  <c:v>-0.286192</c:v>
                </c:pt>
                <c:pt idx="701">
                  <c:v>-0.285887</c:v>
                </c:pt>
                <c:pt idx="702">
                  <c:v>-0.28558099999999997</c:v>
                </c:pt>
                <c:pt idx="703">
                  <c:v>-0.28527599999999997</c:v>
                </c:pt>
                <c:pt idx="704">
                  <c:v>-0.28497099999999997</c:v>
                </c:pt>
                <c:pt idx="705">
                  <c:v>-0.284665</c:v>
                </c:pt>
                <c:pt idx="706">
                  <c:v>-0.28436</c:v>
                </c:pt>
                <c:pt idx="707">
                  <c:v>-0.28405399999999997</c:v>
                </c:pt>
                <c:pt idx="708">
                  <c:v>-0.28374899999999997</c:v>
                </c:pt>
                <c:pt idx="709">
                  <c:v>-0.28344399999999997</c:v>
                </c:pt>
                <c:pt idx="710">
                  <c:v>-0.283138</c:v>
                </c:pt>
                <c:pt idx="711">
                  <c:v>-0.282833</c:v>
                </c:pt>
                <c:pt idx="712">
                  <c:v>-0.28252699999999997</c:v>
                </c:pt>
                <c:pt idx="713">
                  <c:v>-0.28222199999999997</c:v>
                </c:pt>
                <c:pt idx="714">
                  <c:v>-0.28191699999999997</c:v>
                </c:pt>
                <c:pt idx="715">
                  <c:v>-0.281611</c:v>
                </c:pt>
                <c:pt idx="716">
                  <c:v>-0.281306</c:v>
                </c:pt>
                <c:pt idx="717">
                  <c:v>-0.28100000000000003</c:v>
                </c:pt>
                <c:pt idx="718">
                  <c:v>-0.28069499999999997</c:v>
                </c:pt>
                <c:pt idx="719">
                  <c:v>-0.28038999999999997</c:v>
                </c:pt>
                <c:pt idx="720">
                  <c:v>-0.280084</c:v>
                </c:pt>
                <c:pt idx="721">
                  <c:v>-0.279779</c:v>
                </c:pt>
                <c:pt idx="722">
                  <c:v>-0.27947300000000003</c:v>
                </c:pt>
                <c:pt idx="723">
                  <c:v>-0.27916800000000003</c:v>
                </c:pt>
                <c:pt idx="724">
                  <c:v>-0.27886300000000003</c:v>
                </c:pt>
                <c:pt idx="725">
                  <c:v>-0.278557</c:v>
                </c:pt>
                <c:pt idx="726">
                  <c:v>-0.278252</c:v>
                </c:pt>
                <c:pt idx="727">
                  <c:v>-0.27794600000000003</c:v>
                </c:pt>
                <c:pt idx="728">
                  <c:v>-0.27764100000000003</c:v>
                </c:pt>
                <c:pt idx="729">
                  <c:v>-0.27733600000000003</c:v>
                </c:pt>
                <c:pt idx="730">
                  <c:v>-0.27703</c:v>
                </c:pt>
                <c:pt idx="731">
                  <c:v>-0.276725</c:v>
                </c:pt>
                <c:pt idx="732">
                  <c:v>-0.27641900000000003</c:v>
                </c:pt>
                <c:pt idx="733">
                  <c:v>-0.27611400000000003</c:v>
                </c:pt>
                <c:pt idx="734">
                  <c:v>-0.27580900000000003</c:v>
                </c:pt>
                <c:pt idx="735">
                  <c:v>-0.275503</c:v>
                </c:pt>
                <c:pt idx="736">
                  <c:v>-0.275198</c:v>
                </c:pt>
                <c:pt idx="737">
                  <c:v>-0.27489200000000003</c:v>
                </c:pt>
                <c:pt idx="738">
                  <c:v>-0.27458700000000003</c:v>
                </c:pt>
                <c:pt idx="739">
                  <c:v>-0.27428200000000003</c:v>
                </c:pt>
                <c:pt idx="740">
                  <c:v>-0.273976</c:v>
                </c:pt>
                <c:pt idx="741">
                  <c:v>-0.273671</c:v>
                </c:pt>
                <c:pt idx="742">
                  <c:v>-0.27336500000000002</c:v>
                </c:pt>
                <c:pt idx="743">
                  <c:v>-0.27306000000000002</c:v>
                </c:pt>
                <c:pt idx="744">
                  <c:v>-0.27275500000000003</c:v>
                </c:pt>
                <c:pt idx="745">
                  <c:v>-0.272449</c:v>
                </c:pt>
                <c:pt idx="746">
                  <c:v>-0.272144</c:v>
                </c:pt>
                <c:pt idx="747">
                  <c:v>-0.27183800000000002</c:v>
                </c:pt>
                <c:pt idx="748">
                  <c:v>-0.27153300000000002</c:v>
                </c:pt>
                <c:pt idx="749">
                  <c:v>-0.27122800000000002</c:v>
                </c:pt>
                <c:pt idx="750">
                  <c:v>-0.270922</c:v>
                </c:pt>
                <c:pt idx="751">
                  <c:v>-0.270617</c:v>
                </c:pt>
                <c:pt idx="752">
                  <c:v>-0.27031100000000002</c:v>
                </c:pt>
                <c:pt idx="753">
                  <c:v>-0.27000600000000002</c:v>
                </c:pt>
                <c:pt idx="754">
                  <c:v>-0.26970100000000002</c:v>
                </c:pt>
                <c:pt idx="755">
                  <c:v>-0.269395</c:v>
                </c:pt>
                <c:pt idx="756">
                  <c:v>-0.26909</c:v>
                </c:pt>
                <c:pt idx="757">
                  <c:v>-0.268785</c:v>
                </c:pt>
                <c:pt idx="758">
                  <c:v>-0.26847900000000002</c:v>
                </c:pt>
                <c:pt idx="759">
                  <c:v>-0.26817400000000002</c:v>
                </c:pt>
                <c:pt idx="760">
                  <c:v>-0.26786799999999999</c:v>
                </c:pt>
                <c:pt idx="761">
                  <c:v>-0.267563</c:v>
                </c:pt>
                <c:pt idx="762">
                  <c:v>-0.267258</c:v>
                </c:pt>
                <c:pt idx="763">
                  <c:v>-0.26695200000000002</c:v>
                </c:pt>
                <c:pt idx="764">
                  <c:v>-0.26664700000000002</c:v>
                </c:pt>
                <c:pt idx="765">
                  <c:v>-0.26634099999999999</c:v>
                </c:pt>
                <c:pt idx="766">
                  <c:v>-0.26603599999999999</c:v>
                </c:pt>
                <c:pt idx="767">
                  <c:v>-0.26573099999999999</c:v>
                </c:pt>
                <c:pt idx="768">
                  <c:v>-0.26542500000000002</c:v>
                </c:pt>
                <c:pt idx="769">
                  <c:v>-0.26512000000000002</c:v>
                </c:pt>
                <c:pt idx="770">
                  <c:v>-0.26481399999999999</c:v>
                </c:pt>
                <c:pt idx="771">
                  <c:v>-0.26450899999999999</c:v>
                </c:pt>
                <c:pt idx="772">
                  <c:v>-0.26420399999999999</c:v>
                </c:pt>
                <c:pt idx="773">
                  <c:v>-0.26389800000000002</c:v>
                </c:pt>
                <c:pt idx="774">
                  <c:v>-0.26359300000000002</c:v>
                </c:pt>
                <c:pt idx="775">
                  <c:v>-0.26328699999999999</c:v>
                </c:pt>
                <c:pt idx="776">
                  <c:v>-0.26298199999999999</c:v>
                </c:pt>
                <c:pt idx="777">
                  <c:v>-0.26267699999999999</c:v>
                </c:pt>
                <c:pt idx="778">
                  <c:v>-0.26237100000000002</c:v>
                </c:pt>
                <c:pt idx="779">
                  <c:v>-0.26206600000000002</c:v>
                </c:pt>
                <c:pt idx="780">
                  <c:v>-0.26175999999999999</c:v>
                </c:pt>
                <c:pt idx="781">
                  <c:v>-0.26145499999999999</c:v>
                </c:pt>
                <c:pt idx="782">
                  <c:v>-0.26114999999999999</c:v>
                </c:pt>
                <c:pt idx="783">
                  <c:v>-0.26084400000000002</c:v>
                </c:pt>
                <c:pt idx="784">
                  <c:v>-0.26053900000000002</c:v>
                </c:pt>
                <c:pt idx="785">
                  <c:v>-0.26023299999999999</c:v>
                </c:pt>
                <c:pt idx="786">
                  <c:v>-0.25992799999999999</c:v>
                </c:pt>
                <c:pt idx="787">
                  <c:v>-0.25962299999999999</c:v>
                </c:pt>
                <c:pt idx="788">
                  <c:v>-0.25931700000000002</c:v>
                </c:pt>
                <c:pt idx="789">
                  <c:v>-0.25901200000000002</c:v>
                </c:pt>
                <c:pt idx="790">
                  <c:v>-0.25870599999999999</c:v>
                </c:pt>
                <c:pt idx="791">
                  <c:v>-0.25840099999999999</c:v>
                </c:pt>
                <c:pt idx="792">
                  <c:v>-0.25809599999999999</c:v>
                </c:pt>
                <c:pt idx="793">
                  <c:v>-0.25779000000000002</c:v>
                </c:pt>
                <c:pt idx="794">
                  <c:v>-0.25748500000000002</c:v>
                </c:pt>
                <c:pt idx="795">
                  <c:v>-0.25717899999999999</c:v>
                </c:pt>
                <c:pt idx="796">
                  <c:v>-0.25687399999999999</c:v>
                </c:pt>
                <c:pt idx="797">
                  <c:v>-0.25656899999999999</c:v>
                </c:pt>
                <c:pt idx="798">
                  <c:v>-0.25626300000000002</c:v>
                </c:pt>
                <c:pt idx="799">
                  <c:v>-0.25595800000000002</c:v>
                </c:pt>
                <c:pt idx="800">
                  <c:v>-0.25565199999999999</c:v>
                </c:pt>
                <c:pt idx="801">
                  <c:v>-0.25534699999999999</c:v>
                </c:pt>
                <c:pt idx="802">
                  <c:v>-0.25504199999999999</c:v>
                </c:pt>
                <c:pt idx="803">
                  <c:v>-0.25473600000000002</c:v>
                </c:pt>
                <c:pt idx="804">
                  <c:v>-0.25443100000000002</c:v>
                </c:pt>
                <c:pt idx="805">
                  <c:v>-0.25412499999999999</c:v>
                </c:pt>
                <c:pt idx="806">
                  <c:v>-0.25381999999999999</c:v>
                </c:pt>
                <c:pt idx="807">
                  <c:v>-0.25351499999999999</c:v>
                </c:pt>
                <c:pt idx="808">
                  <c:v>-0.25320900000000002</c:v>
                </c:pt>
                <c:pt idx="809">
                  <c:v>-0.25290400000000002</c:v>
                </c:pt>
                <c:pt idx="810">
                  <c:v>-0.25259799999999999</c:v>
                </c:pt>
                <c:pt idx="811">
                  <c:v>-0.25229299999999999</c:v>
                </c:pt>
                <c:pt idx="812">
                  <c:v>-0.25198799999999999</c:v>
                </c:pt>
                <c:pt idx="813">
                  <c:v>-0.25168200000000002</c:v>
                </c:pt>
                <c:pt idx="814">
                  <c:v>-0.25137700000000002</c:v>
                </c:pt>
                <c:pt idx="815">
                  <c:v>-0.25107099999999999</c:v>
                </c:pt>
                <c:pt idx="816">
                  <c:v>-0.25076599999999999</c:v>
                </c:pt>
                <c:pt idx="817">
                  <c:v>-0.25046099999999999</c:v>
                </c:pt>
                <c:pt idx="818">
                  <c:v>-0.25015500000000002</c:v>
                </c:pt>
                <c:pt idx="819">
                  <c:v>-0.24984999999999999</c:v>
                </c:pt>
                <c:pt idx="820">
                  <c:v>-0.24954399999999999</c:v>
                </c:pt>
                <c:pt idx="821">
                  <c:v>-0.24923899999999999</c:v>
                </c:pt>
                <c:pt idx="822">
                  <c:v>-0.24893399999999999</c:v>
                </c:pt>
                <c:pt idx="823">
                  <c:v>-0.24862799999999999</c:v>
                </c:pt>
                <c:pt idx="824">
                  <c:v>-0.24832299999999999</c:v>
                </c:pt>
                <c:pt idx="825">
                  <c:v>-0.24801699999999999</c:v>
                </c:pt>
                <c:pt idx="826">
                  <c:v>-0.24771199999999999</c:v>
                </c:pt>
                <c:pt idx="827">
                  <c:v>-0.24740699999999999</c:v>
                </c:pt>
                <c:pt idx="828">
                  <c:v>-0.24710099999999999</c:v>
                </c:pt>
                <c:pt idx="829">
                  <c:v>-0.24679599999999999</c:v>
                </c:pt>
                <c:pt idx="830">
                  <c:v>-0.24648999999999999</c:v>
                </c:pt>
                <c:pt idx="831">
                  <c:v>-0.24618499999999999</c:v>
                </c:pt>
                <c:pt idx="832">
                  <c:v>-0.24587999999999999</c:v>
                </c:pt>
                <c:pt idx="833">
                  <c:v>-0.24557399999999999</c:v>
                </c:pt>
                <c:pt idx="834">
                  <c:v>-0.24526899999999999</c:v>
                </c:pt>
                <c:pt idx="835">
                  <c:v>-0.24496299999999999</c:v>
                </c:pt>
                <c:pt idx="836">
                  <c:v>-0.24465799999999999</c:v>
                </c:pt>
                <c:pt idx="837">
                  <c:v>-0.24435299999999999</c:v>
                </c:pt>
                <c:pt idx="838">
                  <c:v>-0.24404699999999999</c:v>
                </c:pt>
                <c:pt idx="839">
                  <c:v>-0.24374199999999999</c:v>
                </c:pt>
                <c:pt idx="840">
                  <c:v>-0.24343699999999999</c:v>
                </c:pt>
                <c:pt idx="841">
                  <c:v>-0.24313100000000001</c:v>
                </c:pt>
                <c:pt idx="842">
                  <c:v>-0.24282599999999999</c:v>
                </c:pt>
                <c:pt idx="843">
                  <c:v>-0.24252000000000001</c:v>
                </c:pt>
                <c:pt idx="844">
                  <c:v>-0.24221500000000001</c:v>
                </c:pt>
                <c:pt idx="845">
                  <c:v>-0.24190999999999999</c:v>
                </c:pt>
                <c:pt idx="846">
                  <c:v>-0.24160400000000001</c:v>
                </c:pt>
                <c:pt idx="847">
                  <c:v>-0.24129900000000001</c:v>
                </c:pt>
                <c:pt idx="848">
                  <c:v>-0.24099300000000001</c:v>
                </c:pt>
                <c:pt idx="849">
                  <c:v>-0.24068800000000001</c:v>
                </c:pt>
                <c:pt idx="850">
                  <c:v>-0.24038300000000001</c:v>
                </c:pt>
                <c:pt idx="851">
                  <c:v>-0.24007700000000001</c:v>
                </c:pt>
                <c:pt idx="852">
                  <c:v>-0.23977200000000001</c:v>
                </c:pt>
                <c:pt idx="853">
                  <c:v>-0.23946600000000001</c:v>
                </c:pt>
                <c:pt idx="854">
                  <c:v>-0.23916100000000001</c:v>
                </c:pt>
                <c:pt idx="855">
                  <c:v>-0.23885600000000001</c:v>
                </c:pt>
                <c:pt idx="856">
                  <c:v>-0.23855000000000001</c:v>
                </c:pt>
                <c:pt idx="857">
                  <c:v>-0.23824500000000001</c:v>
                </c:pt>
                <c:pt idx="858">
                  <c:v>-0.23793900000000001</c:v>
                </c:pt>
                <c:pt idx="859">
                  <c:v>-0.23763400000000001</c:v>
                </c:pt>
                <c:pt idx="860">
                  <c:v>-0.23732900000000001</c:v>
                </c:pt>
                <c:pt idx="861">
                  <c:v>-0.23702300000000001</c:v>
                </c:pt>
                <c:pt idx="862">
                  <c:v>-0.23671800000000001</c:v>
                </c:pt>
                <c:pt idx="863">
                  <c:v>-0.23641200000000001</c:v>
                </c:pt>
                <c:pt idx="864">
                  <c:v>-0.23610700000000001</c:v>
                </c:pt>
                <c:pt idx="865">
                  <c:v>-0.23580200000000001</c:v>
                </c:pt>
                <c:pt idx="866">
                  <c:v>-0.23549600000000001</c:v>
                </c:pt>
                <c:pt idx="867">
                  <c:v>-0.23519100000000001</c:v>
                </c:pt>
                <c:pt idx="868">
                  <c:v>-0.23488500000000001</c:v>
                </c:pt>
                <c:pt idx="869">
                  <c:v>-0.23458000000000001</c:v>
                </c:pt>
                <c:pt idx="870">
                  <c:v>-0.23427500000000001</c:v>
                </c:pt>
                <c:pt idx="871">
                  <c:v>-0.23396900000000001</c:v>
                </c:pt>
                <c:pt idx="872">
                  <c:v>-0.23366400000000001</c:v>
                </c:pt>
                <c:pt idx="873">
                  <c:v>-0.23335800000000001</c:v>
                </c:pt>
                <c:pt idx="874">
                  <c:v>-0.23305300000000001</c:v>
                </c:pt>
                <c:pt idx="875">
                  <c:v>-0.23274800000000001</c:v>
                </c:pt>
                <c:pt idx="876">
                  <c:v>-0.23244200000000001</c:v>
                </c:pt>
                <c:pt idx="877">
                  <c:v>-0.23213700000000001</c:v>
                </c:pt>
                <c:pt idx="878">
                  <c:v>-0.23183100000000001</c:v>
                </c:pt>
                <c:pt idx="879">
                  <c:v>-0.23152600000000001</c:v>
                </c:pt>
                <c:pt idx="880">
                  <c:v>-0.23122100000000001</c:v>
                </c:pt>
                <c:pt idx="881">
                  <c:v>-0.23091500000000001</c:v>
                </c:pt>
                <c:pt idx="882">
                  <c:v>-0.23061000000000001</c:v>
                </c:pt>
                <c:pt idx="883">
                  <c:v>-0.23030400000000001</c:v>
                </c:pt>
                <c:pt idx="884">
                  <c:v>-0.22999900000000001</c:v>
                </c:pt>
                <c:pt idx="885">
                  <c:v>-0.22969400000000001</c:v>
                </c:pt>
                <c:pt idx="886">
                  <c:v>-0.22938800000000001</c:v>
                </c:pt>
                <c:pt idx="887">
                  <c:v>-0.22908300000000001</c:v>
                </c:pt>
                <c:pt idx="888">
                  <c:v>-0.22877700000000001</c:v>
                </c:pt>
                <c:pt idx="889">
                  <c:v>-0.22847200000000001</c:v>
                </c:pt>
                <c:pt idx="890">
                  <c:v>-0.22816700000000001</c:v>
                </c:pt>
                <c:pt idx="891">
                  <c:v>-0.22786100000000001</c:v>
                </c:pt>
                <c:pt idx="892">
                  <c:v>-0.22755600000000001</c:v>
                </c:pt>
                <c:pt idx="893">
                  <c:v>-0.22725000000000001</c:v>
                </c:pt>
                <c:pt idx="894">
                  <c:v>-0.22694500000000001</c:v>
                </c:pt>
                <c:pt idx="895">
                  <c:v>-0.22664000000000001</c:v>
                </c:pt>
                <c:pt idx="896">
                  <c:v>-0.22633400000000001</c:v>
                </c:pt>
                <c:pt idx="897">
                  <c:v>-0.22602900000000001</c:v>
                </c:pt>
                <c:pt idx="898">
                  <c:v>-0.22572300000000001</c:v>
                </c:pt>
                <c:pt idx="899">
                  <c:v>-0.22541800000000001</c:v>
                </c:pt>
                <c:pt idx="900">
                  <c:v>-0.22511300000000001</c:v>
                </c:pt>
                <c:pt idx="901">
                  <c:v>-0.22480700000000001</c:v>
                </c:pt>
                <c:pt idx="902">
                  <c:v>-0.22450200000000001</c:v>
                </c:pt>
                <c:pt idx="903">
                  <c:v>-0.22419600000000001</c:v>
                </c:pt>
                <c:pt idx="904">
                  <c:v>-0.22389100000000001</c:v>
                </c:pt>
                <c:pt idx="905">
                  <c:v>-0.22358600000000001</c:v>
                </c:pt>
                <c:pt idx="906">
                  <c:v>-0.22328000000000001</c:v>
                </c:pt>
                <c:pt idx="907">
                  <c:v>-0.22297500000000001</c:v>
                </c:pt>
                <c:pt idx="908">
                  <c:v>-0.22266900000000001</c:v>
                </c:pt>
                <c:pt idx="909">
                  <c:v>-0.22236400000000001</c:v>
                </c:pt>
                <c:pt idx="910">
                  <c:v>-0.22205900000000001</c:v>
                </c:pt>
                <c:pt idx="911">
                  <c:v>-0.22175300000000001</c:v>
                </c:pt>
                <c:pt idx="912">
                  <c:v>-0.22144800000000001</c:v>
                </c:pt>
                <c:pt idx="913">
                  <c:v>-0.22114200000000001</c:v>
                </c:pt>
                <c:pt idx="914">
                  <c:v>-0.22083700000000001</c:v>
                </c:pt>
                <c:pt idx="915">
                  <c:v>-0.22053200000000001</c:v>
                </c:pt>
                <c:pt idx="916">
                  <c:v>-0.22022600000000001</c:v>
                </c:pt>
                <c:pt idx="917">
                  <c:v>-0.21992100000000001</c:v>
                </c:pt>
                <c:pt idx="918">
                  <c:v>-0.219615</c:v>
                </c:pt>
                <c:pt idx="919">
                  <c:v>-0.21931</c:v>
                </c:pt>
                <c:pt idx="920">
                  <c:v>-0.21900500000000001</c:v>
                </c:pt>
                <c:pt idx="921">
                  <c:v>-0.218699</c:v>
                </c:pt>
                <c:pt idx="922">
                  <c:v>-0.218394</c:v>
                </c:pt>
                <c:pt idx="923">
                  <c:v>-0.218088</c:v>
                </c:pt>
                <c:pt idx="924">
                  <c:v>-0.217783</c:v>
                </c:pt>
                <c:pt idx="925">
                  <c:v>-0.217478</c:v>
                </c:pt>
                <c:pt idx="926">
                  <c:v>-0.217172</c:v>
                </c:pt>
                <c:pt idx="927">
                  <c:v>-0.216867</c:v>
                </c:pt>
                <c:pt idx="928">
                  <c:v>-0.216562</c:v>
                </c:pt>
                <c:pt idx="929">
                  <c:v>-0.216256</c:v>
                </c:pt>
                <c:pt idx="930">
                  <c:v>-0.215951</c:v>
                </c:pt>
                <c:pt idx="931">
                  <c:v>-0.215645</c:v>
                </c:pt>
                <c:pt idx="932">
                  <c:v>-0.21534</c:v>
                </c:pt>
                <c:pt idx="933">
                  <c:v>-0.215035</c:v>
                </c:pt>
                <c:pt idx="934">
                  <c:v>-0.214729</c:v>
                </c:pt>
                <c:pt idx="935">
                  <c:v>-0.214424</c:v>
                </c:pt>
                <c:pt idx="936">
                  <c:v>-0.214118</c:v>
                </c:pt>
                <c:pt idx="937">
                  <c:v>-0.213813</c:v>
                </c:pt>
                <c:pt idx="938">
                  <c:v>-0.213508</c:v>
                </c:pt>
                <c:pt idx="939">
                  <c:v>-0.213202</c:v>
                </c:pt>
                <c:pt idx="940">
                  <c:v>-0.212897</c:v>
                </c:pt>
                <c:pt idx="941">
                  <c:v>-0.212591</c:v>
                </c:pt>
                <c:pt idx="942">
                  <c:v>-0.212286</c:v>
                </c:pt>
                <c:pt idx="943">
                  <c:v>-0.211981</c:v>
                </c:pt>
                <c:pt idx="944">
                  <c:v>-0.211675</c:v>
                </c:pt>
                <c:pt idx="945">
                  <c:v>-0.21137</c:v>
                </c:pt>
                <c:pt idx="946">
                  <c:v>-0.211064</c:v>
                </c:pt>
                <c:pt idx="947">
                  <c:v>-0.210759</c:v>
                </c:pt>
                <c:pt idx="948">
                  <c:v>-0.210454</c:v>
                </c:pt>
                <c:pt idx="949">
                  <c:v>-0.210148</c:v>
                </c:pt>
                <c:pt idx="950">
                  <c:v>-0.209843</c:v>
                </c:pt>
                <c:pt idx="951">
                  <c:v>-0.209537</c:v>
                </c:pt>
                <c:pt idx="952">
                  <c:v>-0.209232</c:v>
                </c:pt>
                <c:pt idx="953">
                  <c:v>-0.208927</c:v>
                </c:pt>
                <c:pt idx="954">
                  <c:v>-0.208621</c:v>
                </c:pt>
                <c:pt idx="955">
                  <c:v>-0.208316</c:v>
                </c:pt>
                <c:pt idx="956">
                  <c:v>-0.20801</c:v>
                </c:pt>
                <c:pt idx="957">
                  <c:v>-0.207705</c:v>
                </c:pt>
                <c:pt idx="958">
                  <c:v>-0.2074</c:v>
                </c:pt>
                <c:pt idx="959">
                  <c:v>-0.207094</c:v>
                </c:pt>
                <c:pt idx="960">
                  <c:v>-0.206789</c:v>
                </c:pt>
                <c:pt idx="961">
                  <c:v>-0.206483</c:v>
                </c:pt>
                <c:pt idx="962">
                  <c:v>-0.206178</c:v>
                </c:pt>
                <c:pt idx="963">
                  <c:v>-0.205873</c:v>
                </c:pt>
                <c:pt idx="964">
                  <c:v>-0.205567</c:v>
                </c:pt>
                <c:pt idx="965">
                  <c:v>-0.205262</c:v>
                </c:pt>
                <c:pt idx="966">
                  <c:v>-0.204956</c:v>
                </c:pt>
                <c:pt idx="967">
                  <c:v>-0.204651</c:v>
                </c:pt>
                <c:pt idx="968">
                  <c:v>-0.204346</c:v>
                </c:pt>
                <c:pt idx="969">
                  <c:v>-0.20404</c:v>
                </c:pt>
                <c:pt idx="970">
                  <c:v>-0.203735</c:v>
                </c:pt>
                <c:pt idx="971">
                  <c:v>-0.203429</c:v>
                </c:pt>
                <c:pt idx="972">
                  <c:v>-0.203124</c:v>
                </c:pt>
                <c:pt idx="973">
                  <c:v>-0.202819</c:v>
                </c:pt>
                <c:pt idx="974">
                  <c:v>-0.202513</c:v>
                </c:pt>
                <c:pt idx="975">
                  <c:v>-0.202208</c:v>
                </c:pt>
                <c:pt idx="976">
                  <c:v>-0.201902</c:v>
                </c:pt>
                <c:pt idx="977">
                  <c:v>-0.201597</c:v>
                </c:pt>
                <c:pt idx="978">
                  <c:v>-0.201292</c:v>
                </c:pt>
                <c:pt idx="979">
                  <c:v>-0.200986</c:v>
                </c:pt>
                <c:pt idx="980">
                  <c:v>-0.200681</c:v>
                </c:pt>
                <c:pt idx="981">
                  <c:v>-0.200375</c:v>
                </c:pt>
                <c:pt idx="982">
                  <c:v>-0.20007</c:v>
                </c:pt>
                <c:pt idx="983">
                  <c:v>-0.199765</c:v>
                </c:pt>
                <c:pt idx="984">
                  <c:v>-0.199459</c:v>
                </c:pt>
                <c:pt idx="985">
                  <c:v>-0.199154</c:v>
                </c:pt>
                <c:pt idx="986">
                  <c:v>-0.198848</c:v>
                </c:pt>
                <c:pt idx="987">
                  <c:v>-0.198543</c:v>
                </c:pt>
                <c:pt idx="988">
                  <c:v>-0.198238</c:v>
                </c:pt>
                <c:pt idx="989">
                  <c:v>-0.197932</c:v>
                </c:pt>
                <c:pt idx="990">
                  <c:v>-0.197627</c:v>
                </c:pt>
                <c:pt idx="991">
                  <c:v>-0.197321</c:v>
                </c:pt>
                <c:pt idx="992">
                  <c:v>-0.197016</c:v>
                </c:pt>
                <c:pt idx="993">
                  <c:v>-0.196711</c:v>
                </c:pt>
                <c:pt idx="994">
                  <c:v>-0.196405</c:v>
                </c:pt>
                <c:pt idx="995">
                  <c:v>-0.1961</c:v>
                </c:pt>
                <c:pt idx="996">
                  <c:v>-0.195794</c:v>
                </c:pt>
                <c:pt idx="997">
                  <c:v>-0.195489</c:v>
                </c:pt>
                <c:pt idx="998">
                  <c:v>-0.195184</c:v>
                </c:pt>
                <c:pt idx="999">
                  <c:v>-0.194878</c:v>
                </c:pt>
                <c:pt idx="1000">
                  <c:v>-0.194573</c:v>
                </c:pt>
                <c:pt idx="1001">
                  <c:v>-0.194267</c:v>
                </c:pt>
                <c:pt idx="1002">
                  <c:v>-0.193962</c:v>
                </c:pt>
                <c:pt idx="1003">
                  <c:v>-0.193657</c:v>
                </c:pt>
                <c:pt idx="1004">
                  <c:v>-0.193351</c:v>
                </c:pt>
                <c:pt idx="1005">
                  <c:v>-0.193046</c:v>
                </c:pt>
                <c:pt idx="1006">
                  <c:v>-0.19273999999999999</c:v>
                </c:pt>
                <c:pt idx="1007">
                  <c:v>-0.19243499999999999</c:v>
                </c:pt>
                <c:pt idx="1008">
                  <c:v>-0.19213</c:v>
                </c:pt>
                <c:pt idx="1009">
                  <c:v>-0.19182399999999999</c:v>
                </c:pt>
                <c:pt idx="1010">
                  <c:v>-0.19151899999999999</c:v>
                </c:pt>
                <c:pt idx="1011">
                  <c:v>-0.191214</c:v>
                </c:pt>
                <c:pt idx="1012">
                  <c:v>-0.19090799999999999</c:v>
                </c:pt>
                <c:pt idx="1013">
                  <c:v>-0.19060299999999999</c:v>
                </c:pt>
                <c:pt idx="1014">
                  <c:v>-0.19029699999999999</c:v>
                </c:pt>
                <c:pt idx="1015">
                  <c:v>-0.18999199999999999</c:v>
                </c:pt>
                <c:pt idx="1016">
                  <c:v>-0.18968699999999999</c:v>
                </c:pt>
                <c:pt idx="1017">
                  <c:v>-0.18938099999999999</c:v>
                </c:pt>
                <c:pt idx="1018">
                  <c:v>-0.18907599999999999</c:v>
                </c:pt>
                <c:pt idx="1019">
                  <c:v>-0.18876999999999999</c:v>
                </c:pt>
                <c:pt idx="1020">
                  <c:v>-0.18846499999999999</c:v>
                </c:pt>
                <c:pt idx="1021">
                  <c:v>-0.18815999999999999</c:v>
                </c:pt>
                <c:pt idx="1022">
                  <c:v>-0.18785399999999999</c:v>
                </c:pt>
                <c:pt idx="1023">
                  <c:v>-0.18754899999999999</c:v>
                </c:pt>
                <c:pt idx="1024">
                  <c:v>-0.18724299999999999</c:v>
                </c:pt>
                <c:pt idx="1025">
                  <c:v>-0.18693799999999999</c:v>
                </c:pt>
                <c:pt idx="1026">
                  <c:v>-0.18663299999999999</c:v>
                </c:pt>
                <c:pt idx="1027">
                  <c:v>-0.18632699999999999</c:v>
                </c:pt>
                <c:pt idx="1028">
                  <c:v>-0.18602199999999999</c:v>
                </c:pt>
                <c:pt idx="1029">
                  <c:v>-0.18571599999999999</c:v>
                </c:pt>
                <c:pt idx="1030">
                  <c:v>-0.18541099999999999</c:v>
                </c:pt>
                <c:pt idx="1031">
                  <c:v>-0.18510599999999999</c:v>
                </c:pt>
                <c:pt idx="1032">
                  <c:v>-0.18479999999999999</c:v>
                </c:pt>
                <c:pt idx="1033">
                  <c:v>-0.18449499999999999</c:v>
                </c:pt>
                <c:pt idx="1034">
                  <c:v>-0.18418899999999999</c:v>
                </c:pt>
                <c:pt idx="1035">
                  <c:v>-0.18388399999999999</c:v>
                </c:pt>
                <c:pt idx="1036">
                  <c:v>-0.18357899999999999</c:v>
                </c:pt>
                <c:pt idx="1037">
                  <c:v>-0.18327299999999999</c:v>
                </c:pt>
                <c:pt idx="1038">
                  <c:v>-0.18296799999999999</c:v>
                </c:pt>
                <c:pt idx="1039">
                  <c:v>-0.18266199999999999</c:v>
                </c:pt>
                <c:pt idx="1040">
                  <c:v>-0.18235699999999999</c:v>
                </c:pt>
                <c:pt idx="1041">
                  <c:v>-0.18205199999999999</c:v>
                </c:pt>
                <c:pt idx="1042">
                  <c:v>-0.18174599999999999</c:v>
                </c:pt>
                <c:pt idx="1043">
                  <c:v>-0.18144099999999999</c:v>
                </c:pt>
                <c:pt idx="1044">
                  <c:v>-0.18113499999999999</c:v>
                </c:pt>
                <c:pt idx="1045">
                  <c:v>-0.18082999999999999</c:v>
                </c:pt>
                <c:pt idx="1046">
                  <c:v>-0.18052499999999999</c:v>
                </c:pt>
                <c:pt idx="1047">
                  <c:v>-0.18021899999999999</c:v>
                </c:pt>
                <c:pt idx="1048">
                  <c:v>-0.17991399999999999</c:v>
                </c:pt>
                <c:pt idx="1049">
                  <c:v>-0.17960799999999999</c:v>
                </c:pt>
                <c:pt idx="1050">
                  <c:v>-0.17930299999999999</c:v>
                </c:pt>
                <c:pt idx="1051">
                  <c:v>-0.17899799999999999</c:v>
                </c:pt>
                <c:pt idx="1052">
                  <c:v>-0.17869199999999999</c:v>
                </c:pt>
                <c:pt idx="1053">
                  <c:v>-0.17838699999999999</c:v>
                </c:pt>
                <c:pt idx="1054">
                  <c:v>-0.17808099999999999</c:v>
                </c:pt>
                <c:pt idx="1055">
                  <c:v>-0.17777599999999999</c:v>
                </c:pt>
                <c:pt idx="1056">
                  <c:v>-0.17747099999999999</c:v>
                </c:pt>
                <c:pt idx="1057">
                  <c:v>-0.17716499999999999</c:v>
                </c:pt>
                <c:pt idx="1058">
                  <c:v>-0.17685999999999999</c:v>
                </c:pt>
                <c:pt idx="1059">
                  <c:v>-0.17655399999999999</c:v>
                </c:pt>
                <c:pt idx="1060">
                  <c:v>-0.17624899999999999</c:v>
                </c:pt>
                <c:pt idx="1061">
                  <c:v>-0.17594399999999999</c:v>
                </c:pt>
                <c:pt idx="1062">
                  <c:v>-0.17563799999999999</c:v>
                </c:pt>
                <c:pt idx="1063">
                  <c:v>-0.17533299999999999</c:v>
                </c:pt>
                <c:pt idx="1064">
                  <c:v>-0.17502699999999999</c:v>
                </c:pt>
                <c:pt idx="1065">
                  <c:v>-0.17472199999999999</c:v>
                </c:pt>
                <c:pt idx="1066">
                  <c:v>-0.17441699999999999</c:v>
                </c:pt>
                <c:pt idx="1067">
                  <c:v>-0.17411099999999999</c:v>
                </c:pt>
                <c:pt idx="1068">
                  <c:v>-0.17380599999999999</c:v>
                </c:pt>
                <c:pt idx="1069">
                  <c:v>-0.17349999999999999</c:v>
                </c:pt>
                <c:pt idx="1070">
                  <c:v>-0.17319499999999999</c:v>
                </c:pt>
                <c:pt idx="1071">
                  <c:v>-0.17288999999999999</c:v>
                </c:pt>
                <c:pt idx="1072">
                  <c:v>-0.17258399999999999</c:v>
                </c:pt>
                <c:pt idx="1073">
                  <c:v>-0.17227899999999999</c:v>
                </c:pt>
                <c:pt idx="1074">
                  <c:v>-0.17197299999999999</c:v>
                </c:pt>
                <c:pt idx="1075">
                  <c:v>-0.17166799999999999</c:v>
                </c:pt>
                <c:pt idx="1076">
                  <c:v>-0.17136299999999999</c:v>
                </c:pt>
                <c:pt idx="1077">
                  <c:v>-0.17105699999999999</c:v>
                </c:pt>
                <c:pt idx="1078">
                  <c:v>-0.17075199999999999</c:v>
                </c:pt>
                <c:pt idx="1079">
                  <c:v>-0.17044599999999999</c:v>
                </c:pt>
                <c:pt idx="1080">
                  <c:v>-0.17014099999999999</c:v>
                </c:pt>
                <c:pt idx="1081">
                  <c:v>-0.16983599999999999</c:v>
                </c:pt>
                <c:pt idx="1082">
                  <c:v>-0.16952999999999999</c:v>
                </c:pt>
                <c:pt idx="1083">
                  <c:v>-0.16922499999999999</c:v>
                </c:pt>
                <c:pt idx="1084">
                  <c:v>-0.16891900000000001</c:v>
                </c:pt>
                <c:pt idx="1085">
                  <c:v>-0.16861400000000001</c:v>
                </c:pt>
                <c:pt idx="1086">
                  <c:v>-0.16830899999999999</c:v>
                </c:pt>
                <c:pt idx="1087">
                  <c:v>-0.16800300000000001</c:v>
                </c:pt>
                <c:pt idx="1088">
                  <c:v>-0.16769800000000001</c:v>
                </c:pt>
                <c:pt idx="1089">
                  <c:v>-0.16739200000000001</c:v>
                </c:pt>
                <c:pt idx="1090">
                  <c:v>-0.16708700000000001</c:v>
                </c:pt>
                <c:pt idx="1091">
                  <c:v>-0.16678200000000001</c:v>
                </c:pt>
                <c:pt idx="1092">
                  <c:v>-0.16647600000000001</c:v>
                </c:pt>
                <c:pt idx="1093">
                  <c:v>-0.16617100000000001</c:v>
                </c:pt>
                <c:pt idx="1094">
                  <c:v>-0.16586600000000001</c:v>
                </c:pt>
                <c:pt idx="1095">
                  <c:v>-0.16556000000000001</c:v>
                </c:pt>
                <c:pt idx="1096">
                  <c:v>-0.16525500000000001</c:v>
                </c:pt>
                <c:pt idx="1097">
                  <c:v>-0.16494900000000001</c:v>
                </c:pt>
                <c:pt idx="1098">
                  <c:v>-0.16464400000000001</c:v>
                </c:pt>
                <c:pt idx="1099">
                  <c:v>-0.16433900000000001</c:v>
                </c:pt>
                <c:pt idx="1100">
                  <c:v>-0.16403300000000001</c:v>
                </c:pt>
                <c:pt idx="1101">
                  <c:v>-0.16372800000000001</c:v>
                </c:pt>
                <c:pt idx="1102">
                  <c:v>-0.16342200000000001</c:v>
                </c:pt>
                <c:pt idx="1103">
                  <c:v>-0.16311700000000001</c:v>
                </c:pt>
                <c:pt idx="1104">
                  <c:v>-0.16281200000000001</c:v>
                </c:pt>
                <c:pt idx="1105">
                  <c:v>-0.16250600000000001</c:v>
                </c:pt>
                <c:pt idx="1106">
                  <c:v>-0.16220100000000001</c:v>
                </c:pt>
                <c:pt idx="1107">
                  <c:v>-0.16189500000000001</c:v>
                </c:pt>
                <c:pt idx="1108">
                  <c:v>-0.16159000000000001</c:v>
                </c:pt>
                <c:pt idx="1109">
                  <c:v>-0.16128500000000001</c:v>
                </c:pt>
                <c:pt idx="1110">
                  <c:v>-0.16097900000000001</c:v>
                </c:pt>
                <c:pt idx="1111">
                  <c:v>-0.16067400000000001</c:v>
                </c:pt>
                <c:pt idx="1112">
                  <c:v>-0.16036800000000001</c:v>
                </c:pt>
                <c:pt idx="1113">
                  <c:v>-0.16006300000000001</c:v>
                </c:pt>
                <c:pt idx="1114">
                  <c:v>-0.15975800000000001</c:v>
                </c:pt>
                <c:pt idx="1115">
                  <c:v>-0.15945200000000001</c:v>
                </c:pt>
                <c:pt idx="1116">
                  <c:v>-0.15914700000000001</c:v>
                </c:pt>
                <c:pt idx="1117">
                  <c:v>-0.15884100000000001</c:v>
                </c:pt>
                <c:pt idx="1118">
                  <c:v>-0.15853600000000001</c:v>
                </c:pt>
                <c:pt idx="1119">
                  <c:v>-0.15823100000000001</c:v>
                </c:pt>
                <c:pt idx="1120">
                  <c:v>-0.15792500000000001</c:v>
                </c:pt>
                <c:pt idx="1121">
                  <c:v>-0.15762000000000001</c:v>
                </c:pt>
                <c:pt idx="1122">
                  <c:v>-0.15731400000000001</c:v>
                </c:pt>
                <c:pt idx="1123">
                  <c:v>-0.15700900000000001</c:v>
                </c:pt>
                <c:pt idx="1124">
                  <c:v>-0.15670400000000001</c:v>
                </c:pt>
                <c:pt idx="1125">
                  <c:v>-0.15639800000000001</c:v>
                </c:pt>
                <c:pt idx="1126">
                  <c:v>-0.15609300000000001</c:v>
                </c:pt>
                <c:pt idx="1127">
                  <c:v>-0.15578700000000001</c:v>
                </c:pt>
                <c:pt idx="1128">
                  <c:v>-0.15548200000000001</c:v>
                </c:pt>
                <c:pt idx="1129">
                  <c:v>-0.15517700000000001</c:v>
                </c:pt>
                <c:pt idx="1130">
                  <c:v>-0.15487100000000001</c:v>
                </c:pt>
                <c:pt idx="1131">
                  <c:v>-0.15456600000000001</c:v>
                </c:pt>
                <c:pt idx="1132">
                  <c:v>-0.15426000000000001</c:v>
                </c:pt>
                <c:pt idx="1133">
                  <c:v>-0.15395500000000001</c:v>
                </c:pt>
                <c:pt idx="1134">
                  <c:v>-0.15365000000000001</c:v>
                </c:pt>
                <c:pt idx="1135">
                  <c:v>-0.15334400000000001</c:v>
                </c:pt>
                <c:pt idx="1136">
                  <c:v>-0.15303900000000001</c:v>
                </c:pt>
                <c:pt idx="1137">
                  <c:v>-0.15273300000000001</c:v>
                </c:pt>
                <c:pt idx="1138">
                  <c:v>-0.15242800000000001</c:v>
                </c:pt>
                <c:pt idx="1139">
                  <c:v>-0.15212300000000001</c:v>
                </c:pt>
                <c:pt idx="1140">
                  <c:v>-0.15181700000000001</c:v>
                </c:pt>
                <c:pt idx="1141">
                  <c:v>-0.15151200000000001</c:v>
                </c:pt>
                <c:pt idx="1142">
                  <c:v>-0.15120600000000001</c:v>
                </c:pt>
                <c:pt idx="1143">
                  <c:v>-0.15090100000000001</c:v>
                </c:pt>
                <c:pt idx="1144">
                  <c:v>-0.15059600000000001</c:v>
                </c:pt>
                <c:pt idx="1145">
                  <c:v>-0.15029000000000001</c:v>
                </c:pt>
                <c:pt idx="1146">
                  <c:v>-0.14998500000000001</c:v>
                </c:pt>
                <c:pt idx="1147">
                  <c:v>-0.14967900000000001</c:v>
                </c:pt>
                <c:pt idx="1148">
                  <c:v>-0.14937400000000001</c:v>
                </c:pt>
                <c:pt idx="1149">
                  <c:v>-0.14906900000000001</c:v>
                </c:pt>
                <c:pt idx="1150">
                  <c:v>-0.14876300000000001</c:v>
                </c:pt>
                <c:pt idx="1151">
                  <c:v>-0.14845800000000001</c:v>
                </c:pt>
                <c:pt idx="1152">
                  <c:v>-0.14815200000000001</c:v>
                </c:pt>
                <c:pt idx="1153">
                  <c:v>-0.14784700000000001</c:v>
                </c:pt>
                <c:pt idx="1154">
                  <c:v>-0.14754200000000001</c:v>
                </c:pt>
                <c:pt idx="1155">
                  <c:v>-0.14723600000000001</c:v>
                </c:pt>
                <c:pt idx="1156">
                  <c:v>-0.14693100000000001</c:v>
                </c:pt>
                <c:pt idx="1157">
                  <c:v>-0.14662500000000001</c:v>
                </c:pt>
                <c:pt idx="1158">
                  <c:v>-0.14632000000000001</c:v>
                </c:pt>
                <c:pt idx="1159">
                  <c:v>-0.14601500000000001</c:v>
                </c:pt>
                <c:pt idx="1160">
                  <c:v>-0.14570900000000001</c:v>
                </c:pt>
                <c:pt idx="1161">
                  <c:v>-0.14540400000000001</c:v>
                </c:pt>
                <c:pt idx="1162">
                  <c:v>-0.145098</c:v>
                </c:pt>
                <c:pt idx="1163">
                  <c:v>-0.14479300000000001</c:v>
                </c:pt>
                <c:pt idx="1164">
                  <c:v>-0.14448800000000001</c:v>
                </c:pt>
                <c:pt idx="1165">
                  <c:v>-0.144182</c:v>
                </c:pt>
                <c:pt idx="1166">
                  <c:v>-0.143877</c:v>
                </c:pt>
                <c:pt idx="1167">
                  <c:v>-0.143571</c:v>
                </c:pt>
                <c:pt idx="1168">
                  <c:v>-0.143266</c:v>
                </c:pt>
                <c:pt idx="1169">
                  <c:v>-0.142961</c:v>
                </c:pt>
                <c:pt idx="1170">
                  <c:v>-0.142655</c:v>
                </c:pt>
                <c:pt idx="1171">
                  <c:v>-0.14235</c:v>
                </c:pt>
                <c:pt idx="1172">
                  <c:v>-0.142044</c:v>
                </c:pt>
                <c:pt idx="1173">
                  <c:v>-0.141739</c:v>
                </c:pt>
                <c:pt idx="1174">
                  <c:v>-0.141434</c:v>
                </c:pt>
                <c:pt idx="1175">
                  <c:v>-0.141128</c:v>
                </c:pt>
                <c:pt idx="1176">
                  <c:v>-0.140823</c:v>
                </c:pt>
                <c:pt idx="1177">
                  <c:v>-0.140518</c:v>
                </c:pt>
                <c:pt idx="1178">
                  <c:v>-0.140212</c:v>
                </c:pt>
                <c:pt idx="1179">
                  <c:v>-0.139907</c:v>
                </c:pt>
                <c:pt idx="1180">
                  <c:v>-0.139601</c:v>
                </c:pt>
                <c:pt idx="1181">
                  <c:v>-0.139296</c:v>
                </c:pt>
                <c:pt idx="1182">
                  <c:v>-0.138991</c:v>
                </c:pt>
                <c:pt idx="1183">
                  <c:v>-0.138685</c:v>
                </c:pt>
                <c:pt idx="1184">
                  <c:v>-0.13838</c:v>
                </c:pt>
                <c:pt idx="1185">
                  <c:v>-0.138074</c:v>
                </c:pt>
                <c:pt idx="1186">
                  <c:v>-0.137769</c:v>
                </c:pt>
                <c:pt idx="1187">
                  <c:v>-0.137464</c:v>
                </c:pt>
                <c:pt idx="1188">
                  <c:v>-0.137158</c:v>
                </c:pt>
                <c:pt idx="1189">
                  <c:v>-0.136853</c:v>
                </c:pt>
                <c:pt idx="1190">
                  <c:v>-0.136547</c:v>
                </c:pt>
                <c:pt idx="1191">
                  <c:v>-0.136242</c:v>
                </c:pt>
                <c:pt idx="1192">
                  <c:v>-0.135937</c:v>
                </c:pt>
                <c:pt idx="1193">
                  <c:v>-0.135631</c:v>
                </c:pt>
                <c:pt idx="1194">
                  <c:v>-0.135326</c:v>
                </c:pt>
                <c:pt idx="1195">
                  <c:v>-0.13502</c:v>
                </c:pt>
                <c:pt idx="1196">
                  <c:v>-0.134715</c:v>
                </c:pt>
                <c:pt idx="1197">
                  <c:v>-0.13441</c:v>
                </c:pt>
                <c:pt idx="1198">
                  <c:v>-0.134104</c:v>
                </c:pt>
                <c:pt idx="1199">
                  <c:v>-0.133799</c:v>
                </c:pt>
                <c:pt idx="1200">
                  <c:v>-0.133493</c:v>
                </c:pt>
                <c:pt idx="1201">
                  <c:v>-0.133188</c:v>
                </c:pt>
                <c:pt idx="1202">
                  <c:v>-0.132883</c:v>
                </c:pt>
                <c:pt idx="1203">
                  <c:v>-0.132577</c:v>
                </c:pt>
                <c:pt idx="1204">
                  <c:v>-0.132272</c:v>
                </c:pt>
                <c:pt idx="1205">
                  <c:v>-0.131966</c:v>
                </c:pt>
                <c:pt idx="1206">
                  <c:v>-0.131661</c:v>
                </c:pt>
                <c:pt idx="1207">
                  <c:v>-0.131356</c:v>
                </c:pt>
                <c:pt idx="1208">
                  <c:v>-0.13105</c:v>
                </c:pt>
                <c:pt idx="1209">
                  <c:v>-0.130745</c:v>
                </c:pt>
                <c:pt idx="1210">
                  <c:v>-0.130439</c:v>
                </c:pt>
                <c:pt idx="1211">
                  <c:v>-0.130134</c:v>
                </c:pt>
                <c:pt idx="1212">
                  <c:v>-0.129829</c:v>
                </c:pt>
                <c:pt idx="1213">
                  <c:v>-0.129523</c:v>
                </c:pt>
                <c:pt idx="1214">
                  <c:v>-0.129218</c:v>
                </c:pt>
                <c:pt idx="1215">
                  <c:v>-0.128912</c:v>
                </c:pt>
                <c:pt idx="1216">
                  <c:v>-0.128607</c:v>
                </c:pt>
                <c:pt idx="1217">
                  <c:v>-0.128302</c:v>
                </c:pt>
                <c:pt idx="1218">
                  <c:v>-0.127996</c:v>
                </c:pt>
                <c:pt idx="1219">
                  <c:v>-0.127691</c:v>
                </c:pt>
                <c:pt idx="1220">
                  <c:v>-0.127385</c:v>
                </c:pt>
                <c:pt idx="1221">
                  <c:v>-0.12708</c:v>
                </c:pt>
                <c:pt idx="1222">
                  <c:v>-0.126775</c:v>
                </c:pt>
                <c:pt idx="1223">
                  <c:v>-0.126469</c:v>
                </c:pt>
                <c:pt idx="1224">
                  <c:v>-0.126164</c:v>
                </c:pt>
                <c:pt idx="1225">
                  <c:v>-0.125858</c:v>
                </c:pt>
                <c:pt idx="1226">
                  <c:v>-0.125553</c:v>
                </c:pt>
                <c:pt idx="1227">
                  <c:v>-0.125248</c:v>
                </c:pt>
                <c:pt idx="1228">
                  <c:v>-0.124942</c:v>
                </c:pt>
                <c:pt idx="1229">
                  <c:v>-0.124637</c:v>
                </c:pt>
                <c:pt idx="1230">
                  <c:v>-0.124331</c:v>
                </c:pt>
                <c:pt idx="1231">
                  <c:v>-0.124026</c:v>
                </c:pt>
                <c:pt idx="1232">
                  <c:v>-0.123721</c:v>
                </c:pt>
                <c:pt idx="1233">
                  <c:v>-0.123415</c:v>
                </c:pt>
                <c:pt idx="1234">
                  <c:v>-0.12311</c:v>
                </c:pt>
                <c:pt idx="1235">
                  <c:v>-0.122804</c:v>
                </c:pt>
                <c:pt idx="1236">
                  <c:v>-0.122499</c:v>
                </c:pt>
                <c:pt idx="1237">
                  <c:v>-0.122194</c:v>
                </c:pt>
                <c:pt idx="1238">
                  <c:v>-0.121888</c:v>
                </c:pt>
                <c:pt idx="1239">
                  <c:v>-0.121583</c:v>
                </c:pt>
                <c:pt idx="1240">
                  <c:v>-0.121277</c:v>
                </c:pt>
                <c:pt idx="1241">
                  <c:v>-0.120972</c:v>
                </c:pt>
                <c:pt idx="1242">
                  <c:v>-0.120667</c:v>
                </c:pt>
                <c:pt idx="1243">
                  <c:v>-0.120361</c:v>
                </c:pt>
                <c:pt idx="1244">
                  <c:v>-0.120056</c:v>
                </c:pt>
                <c:pt idx="1245">
                  <c:v>-0.11975</c:v>
                </c:pt>
                <c:pt idx="1246">
                  <c:v>-0.119445</c:v>
                </c:pt>
                <c:pt idx="1247">
                  <c:v>-0.11914</c:v>
                </c:pt>
                <c:pt idx="1248">
                  <c:v>-0.118834</c:v>
                </c:pt>
                <c:pt idx="1249">
                  <c:v>-0.118529</c:v>
                </c:pt>
                <c:pt idx="1250">
                  <c:v>-0.11822299999999999</c:v>
                </c:pt>
                <c:pt idx="1251">
                  <c:v>-0.117918</c:v>
                </c:pt>
                <c:pt idx="1252">
                  <c:v>-0.117613</c:v>
                </c:pt>
                <c:pt idx="1253">
                  <c:v>-0.11730699999999999</c:v>
                </c:pt>
                <c:pt idx="1254">
                  <c:v>-0.11700199999999999</c:v>
                </c:pt>
                <c:pt idx="1255">
                  <c:v>-0.11669599999999999</c:v>
                </c:pt>
                <c:pt idx="1256">
                  <c:v>-0.11639099999999999</c:v>
                </c:pt>
                <c:pt idx="1257">
                  <c:v>-0.11608599999999999</c:v>
                </c:pt>
                <c:pt idx="1258">
                  <c:v>-0.11577999999999999</c:v>
                </c:pt>
                <c:pt idx="1259">
                  <c:v>-0.11547499999999999</c:v>
                </c:pt>
                <c:pt idx="1260">
                  <c:v>-0.11516999999999999</c:v>
                </c:pt>
                <c:pt idx="1261">
                  <c:v>-0.11486399999999999</c:v>
                </c:pt>
                <c:pt idx="1262">
                  <c:v>-0.11455899999999999</c:v>
                </c:pt>
                <c:pt idx="1263">
                  <c:v>-0.11425299999999999</c:v>
                </c:pt>
                <c:pt idx="1264">
                  <c:v>-0.11394799999999999</c:v>
                </c:pt>
                <c:pt idx="1265">
                  <c:v>-0.11364299999999999</c:v>
                </c:pt>
                <c:pt idx="1266">
                  <c:v>-0.11333699999999999</c:v>
                </c:pt>
                <c:pt idx="1267">
                  <c:v>-0.11303199999999999</c:v>
                </c:pt>
                <c:pt idx="1268">
                  <c:v>-0.11272600000000001</c:v>
                </c:pt>
                <c:pt idx="1269">
                  <c:v>-0.11242099999999999</c:v>
                </c:pt>
                <c:pt idx="1270">
                  <c:v>-0.11211599999999999</c:v>
                </c:pt>
                <c:pt idx="1271">
                  <c:v>-0.11181000000000001</c:v>
                </c:pt>
                <c:pt idx="1272">
                  <c:v>-0.11150500000000001</c:v>
                </c:pt>
                <c:pt idx="1273">
                  <c:v>-0.11119900000000001</c:v>
                </c:pt>
                <c:pt idx="1274">
                  <c:v>-0.11089400000000001</c:v>
                </c:pt>
                <c:pt idx="1275">
                  <c:v>-0.11058900000000001</c:v>
                </c:pt>
                <c:pt idx="1276">
                  <c:v>-0.11028300000000001</c:v>
                </c:pt>
                <c:pt idx="1277">
                  <c:v>-0.10997800000000001</c:v>
                </c:pt>
                <c:pt idx="1278">
                  <c:v>-0.10967200000000001</c:v>
                </c:pt>
                <c:pt idx="1279">
                  <c:v>-0.10936700000000001</c:v>
                </c:pt>
                <c:pt idx="1280">
                  <c:v>-0.10906200000000001</c:v>
                </c:pt>
                <c:pt idx="1281">
                  <c:v>-0.10875600000000001</c:v>
                </c:pt>
                <c:pt idx="1282">
                  <c:v>-0.10845100000000001</c:v>
                </c:pt>
                <c:pt idx="1283">
                  <c:v>-0.10814500000000001</c:v>
                </c:pt>
                <c:pt idx="1284">
                  <c:v>-0.10784000000000001</c:v>
                </c:pt>
                <c:pt idx="1285">
                  <c:v>-0.10753500000000001</c:v>
                </c:pt>
                <c:pt idx="1286">
                  <c:v>-0.107229</c:v>
                </c:pt>
                <c:pt idx="1287">
                  <c:v>-0.10692400000000001</c:v>
                </c:pt>
                <c:pt idx="1288">
                  <c:v>-0.106618</c:v>
                </c:pt>
                <c:pt idx="1289">
                  <c:v>-0.106313</c:v>
                </c:pt>
                <c:pt idx="1290">
                  <c:v>-0.10600800000000001</c:v>
                </c:pt>
                <c:pt idx="1291">
                  <c:v>-0.105702</c:v>
                </c:pt>
                <c:pt idx="1292">
                  <c:v>-0.105397</c:v>
                </c:pt>
                <c:pt idx="1293">
                  <c:v>-0.105091</c:v>
                </c:pt>
                <c:pt idx="1294">
                  <c:v>-0.104786</c:v>
                </c:pt>
                <c:pt idx="1295">
                  <c:v>-0.104481</c:v>
                </c:pt>
                <c:pt idx="1296">
                  <c:v>-0.104175</c:v>
                </c:pt>
                <c:pt idx="1297">
                  <c:v>-0.10387</c:v>
                </c:pt>
                <c:pt idx="1298">
                  <c:v>-0.103564</c:v>
                </c:pt>
                <c:pt idx="1299">
                  <c:v>-0.103259</c:v>
                </c:pt>
                <c:pt idx="1300">
                  <c:v>-0.102954</c:v>
                </c:pt>
                <c:pt idx="1301">
                  <c:v>-0.102648</c:v>
                </c:pt>
                <c:pt idx="1302">
                  <c:v>-0.102343</c:v>
                </c:pt>
                <c:pt idx="1303">
                  <c:v>-0.102037</c:v>
                </c:pt>
                <c:pt idx="1304">
                  <c:v>-0.101732</c:v>
                </c:pt>
                <c:pt idx="1305">
                  <c:v>-0.101427</c:v>
                </c:pt>
                <c:pt idx="1306">
                  <c:v>-0.101121</c:v>
                </c:pt>
                <c:pt idx="1307">
                  <c:v>-0.100816</c:v>
                </c:pt>
                <c:pt idx="1308">
                  <c:v>-0.10051</c:v>
                </c:pt>
                <c:pt idx="1309">
                  <c:v>-0.100205</c:v>
                </c:pt>
                <c:pt idx="1310">
                  <c:v>-9.9899600000000005E-2</c:v>
                </c:pt>
                <c:pt idx="1311">
                  <c:v>-9.9594199999999994E-2</c:v>
                </c:pt>
                <c:pt idx="1312">
                  <c:v>-9.9288799999999997E-2</c:v>
                </c:pt>
                <c:pt idx="1313">
                  <c:v>-9.8983399999999999E-2</c:v>
                </c:pt>
                <c:pt idx="1314">
                  <c:v>-9.8678000000000002E-2</c:v>
                </c:pt>
                <c:pt idx="1315">
                  <c:v>-9.8372600000000004E-2</c:v>
                </c:pt>
                <c:pt idx="1316">
                  <c:v>-9.8067199999999993E-2</c:v>
                </c:pt>
                <c:pt idx="1317">
                  <c:v>-9.7761799999999996E-2</c:v>
                </c:pt>
                <c:pt idx="1318">
                  <c:v>-9.7456399999999999E-2</c:v>
                </c:pt>
                <c:pt idx="1319">
                  <c:v>-9.7151000000000001E-2</c:v>
                </c:pt>
                <c:pt idx="1320">
                  <c:v>-9.6845600000000004E-2</c:v>
                </c:pt>
                <c:pt idx="1321">
                  <c:v>-9.6540200000000007E-2</c:v>
                </c:pt>
                <c:pt idx="1322">
                  <c:v>-9.6234799999999995E-2</c:v>
                </c:pt>
                <c:pt idx="1323">
                  <c:v>-9.5929399999999998E-2</c:v>
                </c:pt>
                <c:pt idx="1324">
                  <c:v>-9.5624100000000004E-2</c:v>
                </c:pt>
                <c:pt idx="1325">
                  <c:v>-9.5318700000000006E-2</c:v>
                </c:pt>
                <c:pt idx="1326">
                  <c:v>-9.5013299999999995E-2</c:v>
                </c:pt>
                <c:pt idx="1327">
                  <c:v>-9.4707899999999998E-2</c:v>
                </c:pt>
                <c:pt idx="1328">
                  <c:v>-9.44025E-2</c:v>
                </c:pt>
                <c:pt idx="1329">
                  <c:v>-9.4097100000000003E-2</c:v>
                </c:pt>
                <c:pt idx="1330">
                  <c:v>-9.3791700000000006E-2</c:v>
                </c:pt>
                <c:pt idx="1331">
                  <c:v>-9.3486299999999994E-2</c:v>
                </c:pt>
                <c:pt idx="1332">
                  <c:v>-9.3180899999999997E-2</c:v>
                </c:pt>
                <c:pt idx="1333">
                  <c:v>-9.28755E-2</c:v>
                </c:pt>
                <c:pt idx="1334">
                  <c:v>-9.2570100000000002E-2</c:v>
                </c:pt>
                <c:pt idx="1335">
                  <c:v>-9.2264700000000005E-2</c:v>
                </c:pt>
                <c:pt idx="1336">
                  <c:v>-9.1959299999999994E-2</c:v>
                </c:pt>
                <c:pt idx="1337">
                  <c:v>-9.1653899999999996E-2</c:v>
                </c:pt>
                <c:pt idx="1338">
                  <c:v>-9.1348499999999999E-2</c:v>
                </c:pt>
                <c:pt idx="1339">
                  <c:v>-9.1043100000000002E-2</c:v>
                </c:pt>
                <c:pt idx="1340">
                  <c:v>-9.0737700000000004E-2</c:v>
                </c:pt>
                <c:pt idx="1341">
                  <c:v>-9.0432299999999993E-2</c:v>
                </c:pt>
                <c:pt idx="1342">
                  <c:v>-9.0126899999999996E-2</c:v>
                </c:pt>
                <c:pt idx="1343">
                  <c:v>-8.9821499999999999E-2</c:v>
                </c:pt>
                <c:pt idx="1344">
                  <c:v>-8.9516100000000001E-2</c:v>
                </c:pt>
                <c:pt idx="1345">
                  <c:v>-8.9210700000000004E-2</c:v>
                </c:pt>
                <c:pt idx="1346">
                  <c:v>-8.8905300000000007E-2</c:v>
                </c:pt>
                <c:pt idx="1347">
                  <c:v>-8.8599899999999995E-2</c:v>
                </c:pt>
                <c:pt idx="1348">
                  <c:v>-8.8294499999999998E-2</c:v>
                </c:pt>
                <c:pt idx="1349">
                  <c:v>-8.7989100000000001E-2</c:v>
                </c:pt>
                <c:pt idx="1350">
                  <c:v>-8.7683700000000003E-2</c:v>
                </c:pt>
                <c:pt idx="1351">
                  <c:v>-8.7378300000000006E-2</c:v>
                </c:pt>
                <c:pt idx="1352">
                  <c:v>-8.7072899999999995E-2</c:v>
                </c:pt>
                <c:pt idx="1353">
                  <c:v>-8.6767499999999997E-2</c:v>
                </c:pt>
                <c:pt idx="1354">
                  <c:v>-8.64621E-2</c:v>
                </c:pt>
                <c:pt idx="1355">
                  <c:v>-8.6156700000000003E-2</c:v>
                </c:pt>
                <c:pt idx="1356">
                  <c:v>-8.5851300000000005E-2</c:v>
                </c:pt>
                <c:pt idx="1357">
                  <c:v>-8.5545899999999994E-2</c:v>
                </c:pt>
                <c:pt idx="1358">
                  <c:v>-8.5240499999999997E-2</c:v>
                </c:pt>
                <c:pt idx="1359">
                  <c:v>-8.4935099999999999E-2</c:v>
                </c:pt>
                <c:pt idx="1360">
                  <c:v>-8.4629700000000002E-2</c:v>
                </c:pt>
                <c:pt idx="1361">
                  <c:v>-8.4324300000000005E-2</c:v>
                </c:pt>
                <c:pt idx="1362">
                  <c:v>-8.4018899999999994E-2</c:v>
                </c:pt>
                <c:pt idx="1363">
                  <c:v>-8.3713499999999996E-2</c:v>
                </c:pt>
                <c:pt idx="1364">
                  <c:v>-8.3408099999999999E-2</c:v>
                </c:pt>
                <c:pt idx="1365">
                  <c:v>-8.3102700000000002E-2</c:v>
                </c:pt>
                <c:pt idx="1366">
                  <c:v>-8.2797399999999993E-2</c:v>
                </c:pt>
                <c:pt idx="1367">
                  <c:v>-8.2491999999999996E-2</c:v>
                </c:pt>
                <c:pt idx="1368">
                  <c:v>-8.2186599999999999E-2</c:v>
                </c:pt>
                <c:pt idx="1369">
                  <c:v>-8.1881200000000001E-2</c:v>
                </c:pt>
                <c:pt idx="1370">
                  <c:v>-8.1575800000000004E-2</c:v>
                </c:pt>
                <c:pt idx="1371">
                  <c:v>-8.1270400000000007E-2</c:v>
                </c:pt>
                <c:pt idx="1372">
                  <c:v>-8.0964999999999995E-2</c:v>
                </c:pt>
                <c:pt idx="1373">
                  <c:v>-8.0659599999999998E-2</c:v>
                </c:pt>
                <c:pt idx="1374">
                  <c:v>-8.0354200000000001E-2</c:v>
                </c:pt>
                <c:pt idx="1375">
                  <c:v>-8.0048800000000003E-2</c:v>
                </c:pt>
                <c:pt idx="1376">
                  <c:v>-7.9743400000000006E-2</c:v>
                </c:pt>
                <c:pt idx="1377">
                  <c:v>-7.9437999999999995E-2</c:v>
                </c:pt>
                <c:pt idx="1378">
                  <c:v>-7.9132599999999997E-2</c:v>
                </c:pt>
                <c:pt idx="1379">
                  <c:v>-7.88272E-2</c:v>
                </c:pt>
                <c:pt idx="1380">
                  <c:v>-7.8521800000000003E-2</c:v>
                </c:pt>
                <c:pt idx="1381">
                  <c:v>-7.8216400000000005E-2</c:v>
                </c:pt>
                <c:pt idx="1382">
                  <c:v>-7.7910999999999994E-2</c:v>
                </c:pt>
                <c:pt idx="1383">
                  <c:v>-7.7605599999999997E-2</c:v>
                </c:pt>
                <c:pt idx="1384">
                  <c:v>-7.7300199999999999E-2</c:v>
                </c:pt>
                <c:pt idx="1385">
                  <c:v>-7.6994800000000002E-2</c:v>
                </c:pt>
                <c:pt idx="1386">
                  <c:v>-7.6689400000000005E-2</c:v>
                </c:pt>
                <c:pt idx="1387">
                  <c:v>-7.6383999999999994E-2</c:v>
                </c:pt>
                <c:pt idx="1388">
                  <c:v>-7.6078599999999996E-2</c:v>
                </c:pt>
                <c:pt idx="1389">
                  <c:v>-7.5773199999999999E-2</c:v>
                </c:pt>
                <c:pt idx="1390">
                  <c:v>-7.5467800000000002E-2</c:v>
                </c:pt>
                <c:pt idx="1391">
                  <c:v>-7.5162400000000004E-2</c:v>
                </c:pt>
                <c:pt idx="1392">
                  <c:v>-7.4857000000000007E-2</c:v>
                </c:pt>
                <c:pt idx="1393">
                  <c:v>-7.4551599999999996E-2</c:v>
                </c:pt>
                <c:pt idx="1394">
                  <c:v>-7.4246199999999998E-2</c:v>
                </c:pt>
                <c:pt idx="1395">
                  <c:v>-7.3940800000000001E-2</c:v>
                </c:pt>
                <c:pt idx="1396">
                  <c:v>-7.3635400000000004E-2</c:v>
                </c:pt>
                <c:pt idx="1397">
                  <c:v>-7.3330000000000006E-2</c:v>
                </c:pt>
                <c:pt idx="1398">
                  <c:v>-7.3024599999999995E-2</c:v>
                </c:pt>
                <c:pt idx="1399">
                  <c:v>-7.2719199999999998E-2</c:v>
                </c:pt>
                <c:pt idx="1400">
                  <c:v>-7.24138E-2</c:v>
                </c:pt>
                <c:pt idx="1401">
                  <c:v>-7.2108400000000003E-2</c:v>
                </c:pt>
                <c:pt idx="1402">
                  <c:v>-7.1803000000000006E-2</c:v>
                </c:pt>
                <c:pt idx="1403">
                  <c:v>-7.1497599999999994E-2</c:v>
                </c:pt>
                <c:pt idx="1404">
                  <c:v>-7.1192199999999997E-2</c:v>
                </c:pt>
                <c:pt idx="1405">
                  <c:v>-7.08868E-2</c:v>
                </c:pt>
                <c:pt idx="1406">
                  <c:v>-7.0581400000000002E-2</c:v>
                </c:pt>
                <c:pt idx="1407">
                  <c:v>-7.0276000000000005E-2</c:v>
                </c:pt>
                <c:pt idx="1408">
                  <c:v>-6.9970699999999997E-2</c:v>
                </c:pt>
                <c:pt idx="1409">
                  <c:v>-6.9665299999999999E-2</c:v>
                </c:pt>
                <c:pt idx="1410">
                  <c:v>-6.9359900000000002E-2</c:v>
                </c:pt>
                <c:pt idx="1411">
                  <c:v>-6.9054500000000005E-2</c:v>
                </c:pt>
                <c:pt idx="1412">
                  <c:v>-6.8749099999999994E-2</c:v>
                </c:pt>
                <c:pt idx="1413">
                  <c:v>-6.8443699999999996E-2</c:v>
                </c:pt>
                <c:pt idx="1414">
                  <c:v>-6.8138299999999999E-2</c:v>
                </c:pt>
                <c:pt idx="1415">
                  <c:v>-6.7832900000000002E-2</c:v>
                </c:pt>
                <c:pt idx="1416">
                  <c:v>-6.7527500000000004E-2</c:v>
                </c:pt>
                <c:pt idx="1417">
                  <c:v>-6.7222100000000007E-2</c:v>
                </c:pt>
                <c:pt idx="1418">
                  <c:v>-6.6916699999999996E-2</c:v>
                </c:pt>
                <c:pt idx="1419">
                  <c:v>-6.6611299999999998E-2</c:v>
                </c:pt>
                <c:pt idx="1420">
                  <c:v>-6.6305900000000001E-2</c:v>
                </c:pt>
                <c:pt idx="1421">
                  <c:v>-6.6000500000000004E-2</c:v>
                </c:pt>
                <c:pt idx="1422">
                  <c:v>-6.5695100000000006E-2</c:v>
                </c:pt>
                <c:pt idx="1423">
                  <c:v>-6.5389699999999995E-2</c:v>
                </c:pt>
                <c:pt idx="1424">
                  <c:v>-6.5084299999999998E-2</c:v>
                </c:pt>
                <c:pt idx="1425">
                  <c:v>-6.47789E-2</c:v>
                </c:pt>
                <c:pt idx="1426">
                  <c:v>-6.4473500000000003E-2</c:v>
                </c:pt>
                <c:pt idx="1427">
                  <c:v>-6.4168100000000006E-2</c:v>
                </c:pt>
                <c:pt idx="1428">
                  <c:v>-6.3862699999999994E-2</c:v>
                </c:pt>
                <c:pt idx="1429">
                  <c:v>-6.3557299999999997E-2</c:v>
                </c:pt>
                <c:pt idx="1430">
                  <c:v>-6.32519E-2</c:v>
                </c:pt>
                <c:pt idx="1431">
                  <c:v>-6.2946500000000002E-2</c:v>
                </c:pt>
                <c:pt idx="1432">
                  <c:v>-6.2641100000000005E-2</c:v>
                </c:pt>
                <c:pt idx="1433">
                  <c:v>-6.2335700000000001E-2</c:v>
                </c:pt>
                <c:pt idx="1434">
                  <c:v>-6.2030299999999997E-2</c:v>
                </c:pt>
                <c:pt idx="1435">
                  <c:v>-6.1724899999999999E-2</c:v>
                </c:pt>
                <c:pt idx="1436">
                  <c:v>-6.1419500000000002E-2</c:v>
                </c:pt>
                <c:pt idx="1437">
                  <c:v>-6.1114099999999998E-2</c:v>
                </c:pt>
                <c:pt idx="1438">
                  <c:v>-6.08087E-2</c:v>
                </c:pt>
                <c:pt idx="1439">
                  <c:v>-6.0503300000000003E-2</c:v>
                </c:pt>
                <c:pt idx="1440">
                  <c:v>-6.0197899999999999E-2</c:v>
                </c:pt>
                <c:pt idx="1441">
                  <c:v>-5.9892500000000001E-2</c:v>
                </c:pt>
                <c:pt idx="1442">
                  <c:v>-5.9587099999999997E-2</c:v>
                </c:pt>
                <c:pt idx="1443">
                  <c:v>-5.92817E-2</c:v>
                </c:pt>
                <c:pt idx="1444">
                  <c:v>-5.8976300000000002E-2</c:v>
                </c:pt>
                <c:pt idx="1445">
                  <c:v>-5.8670899999999998E-2</c:v>
                </c:pt>
                <c:pt idx="1446">
                  <c:v>-5.8365500000000001E-2</c:v>
                </c:pt>
                <c:pt idx="1447">
                  <c:v>-5.8060100000000003E-2</c:v>
                </c:pt>
                <c:pt idx="1448">
                  <c:v>-5.7754699999999999E-2</c:v>
                </c:pt>
                <c:pt idx="1449">
                  <c:v>-5.7449300000000002E-2</c:v>
                </c:pt>
                <c:pt idx="1450">
                  <c:v>-5.7144E-2</c:v>
                </c:pt>
                <c:pt idx="1451">
                  <c:v>-5.6838600000000003E-2</c:v>
                </c:pt>
                <c:pt idx="1452">
                  <c:v>-5.6533199999999999E-2</c:v>
                </c:pt>
                <c:pt idx="1453">
                  <c:v>-5.6227800000000001E-2</c:v>
                </c:pt>
                <c:pt idx="1454">
                  <c:v>-5.5922399999999997E-2</c:v>
                </c:pt>
                <c:pt idx="1455">
                  <c:v>-5.5617E-2</c:v>
                </c:pt>
                <c:pt idx="1456">
                  <c:v>-5.5311600000000002E-2</c:v>
                </c:pt>
                <c:pt idx="1457">
                  <c:v>-5.5006199999999998E-2</c:v>
                </c:pt>
                <c:pt idx="1458">
                  <c:v>-5.4700800000000001E-2</c:v>
                </c:pt>
                <c:pt idx="1459">
                  <c:v>-5.4395399999999997E-2</c:v>
                </c:pt>
                <c:pt idx="1460">
                  <c:v>-5.4089999999999999E-2</c:v>
                </c:pt>
                <c:pt idx="1461">
                  <c:v>-5.3784600000000002E-2</c:v>
                </c:pt>
                <c:pt idx="1462">
                  <c:v>-5.3479199999999998E-2</c:v>
                </c:pt>
                <c:pt idx="1463">
                  <c:v>-5.31738E-2</c:v>
                </c:pt>
                <c:pt idx="1464">
                  <c:v>-5.2868400000000003E-2</c:v>
                </c:pt>
                <c:pt idx="1465">
                  <c:v>-5.2562999999999999E-2</c:v>
                </c:pt>
                <c:pt idx="1466">
                  <c:v>-5.2257600000000001E-2</c:v>
                </c:pt>
                <c:pt idx="1467">
                  <c:v>-5.1952199999999997E-2</c:v>
                </c:pt>
                <c:pt idx="1468">
                  <c:v>-5.16468E-2</c:v>
                </c:pt>
                <c:pt idx="1469">
                  <c:v>-5.1341400000000002E-2</c:v>
                </c:pt>
                <c:pt idx="1470">
                  <c:v>-5.1035999999999998E-2</c:v>
                </c:pt>
                <c:pt idx="1471">
                  <c:v>-5.0730600000000001E-2</c:v>
                </c:pt>
                <c:pt idx="1472">
                  <c:v>-5.0425200000000003E-2</c:v>
                </c:pt>
                <c:pt idx="1473">
                  <c:v>-5.0119799999999999E-2</c:v>
                </c:pt>
                <c:pt idx="1474">
                  <c:v>-4.9814400000000002E-2</c:v>
                </c:pt>
                <c:pt idx="1475">
                  <c:v>-4.9508999999999997E-2</c:v>
                </c:pt>
                <c:pt idx="1476">
                  <c:v>-4.92036E-2</c:v>
                </c:pt>
                <c:pt idx="1477">
                  <c:v>-4.8898200000000003E-2</c:v>
                </c:pt>
                <c:pt idx="1478">
                  <c:v>-4.8592799999999998E-2</c:v>
                </c:pt>
                <c:pt idx="1479">
                  <c:v>-4.8287400000000001E-2</c:v>
                </c:pt>
                <c:pt idx="1480">
                  <c:v>-4.7981999999999997E-2</c:v>
                </c:pt>
                <c:pt idx="1481">
                  <c:v>-4.76766E-2</c:v>
                </c:pt>
                <c:pt idx="1482">
                  <c:v>-4.7371200000000002E-2</c:v>
                </c:pt>
                <c:pt idx="1483">
                  <c:v>-4.7065799999999998E-2</c:v>
                </c:pt>
                <c:pt idx="1484">
                  <c:v>-4.6760400000000001E-2</c:v>
                </c:pt>
                <c:pt idx="1485">
                  <c:v>-4.6455000000000003E-2</c:v>
                </c:pt>
                <c:pt idx="1486">
                  <c:v>-4.6149599999999999E-2</c:v>
                </c:pt>
                <c:pt idx="1487">
                  <c:v>-4.5844200000000002E-2</c:v>
                </c:pt>
                <c:pt idx="1488">
                  <c:v>-4.5538799999999997E-2</c:v>
                </c:pt>
                <c:pt idx="1489">
                  <c:v>-4.52334E-2</c:v>
                </c:pt>
                <c:pt idx="1490">
                  <c:v>-4.4928000000000003E-2</c:v>
                </c:pt>
                <c:pt idx="1491">
                  <c:v>-4.4622599999999998E-2</c:v>
                </c:pt>
                <c:pt idx="1492">
                  <c:v>-4.4317299999999997E-2</c:v>
                </c:pt>
                <c:pt idx="1493">
                  <c:v>-4.40119E-2</c:v>
                </c:pt>
                <c:pt idx="1494">
                  <c:v>-4.3706500000000002E-2</c:v>
                </c:pt>
                <c:pt idx="1495">
                  <c:v>-4.3401099999999998E-2</c:v>
                </c:pt>
                <c:pt idx="1496">
                  <c:v>-4.3095700000000001E-2</c:v>
                </c:pt>
                <c:pt idx="1497">
                  <c:v>-4.2790300000000003E-2</c:v>
                </c:pt>
                <c:pt idx="1498">
                  <c:v>-4.2484899999999999E-2</c:v>
                </c:pt>
                <c:pt idx="1499">
                  <c:v>-4.2179500000000002E-2</c:v>
                </c:pt>
                <c:pt idx="1500">
                  <c:v>-4.1874099999999997E-2</c:v>
                </c:pt>
                <c:pt idx="1501">
                  <c:v>-4.15687E-2</c:v>
                </c:pt>
                <c:pt idx="1502">
                  <c:v>-4.1263300000000003E-2</c:v>
                </c:pt>
                <c:pt idx="1503">
                  <c:v>-4.0957899999999998E-2</c:v>
                </c:pt>
                <c:pt idx="1504">
                  <c:v>-4.0652500000000001E-2</c:v>
                </c:pt>
                <c:pt idx="1505">
                  <c:v>-4.0347099999999997E-2</c:v>
                </c:pt>
                <c:pt idx="1506">
                  <c:v>-4.00417E-2</c:v>
                </c:pt>
                <c:pt idx="1507">
                  <c:v>-3.9736300000000002E-2</c:v>
                </c:pt>
                <c:pt idx="1508">
                  <c:v>-3.9430899999999998E-2</c:v>
                </c:pt>
                <c:pt idx="1509">
                  <c:v>-3.9125500000000001E-2</c:v>
                </c:pt>
                <c:pt idx="1510">
                  <c:v>-3.8820100000000003E-2</c:v>
                </c:pt>
                <c:pt idx="1511">
                  <c:v>-3.8514699999999999E-2</c:v>
                </c:pt>
                <c:pt idx="1512">
                  <c:v>-3.8209300000000002E-2</c:v>
                </c:pt>
                <c:pt idx="1513">
                  <c:v>-3.7903899999999997E-2</c:v>
                </c:pt>
                <c:pt idx="1514">
                  <c:v>-3.75985E-2</c:v>
                </c:pt>
                <c:pt idx="1515">
                  <c:v>-3.7293100000000003E-2</c:v>
                </c:pt>
                <c:pt idx="1516">
                  <c:v>-3.6987699999999998E-2</c:v>
                </c:pt>
                <c:pt idx="1517">
                  <c:v>-3.6682300000000001E-2</c:v>
                </c:pt>
                <c:pt idx="1518">
                  <c:v>-3.6376899999999997E-2</c:v>
                </c:pt>
                <c:pt idx="1519">
                  <c:v>-3.6071499999999999E-2</c:v>
                </c:pt>
                <c:pt idx="1520">
                  <c:v>-3.5766100000000002E-2</c:v>
                </c:pt>
                <c:pt idx="1521">
                  <c:v>-3.5460699999999998E-2</c:v>
                </c:pt>
                <c:pt idx="1522">
                  <c:v>-3.51553E-2</c:v>
                </c:pt>
                <c:pt idx="1523">
                  <c:v>-3.4849900000000003E-2</c:v>
                </c:pt>
                <c:pt idx="1524">
                  <c:v>-3.4544499999999999E-2</c:v>
                </c:pt>
                <c:pt idx="1525">
                  <c:v>-3.4239100000000001E-2</c:v>
                </c:pt>
                <c:pt idx="1526">
                  <c:v>-3.3933699999999997E-2</c:v>
                </c:pt>
                <c:pt idx="1527">
                  <c:v>-3.36283E-2</c:v>
                </c:pt>
                <c:pt idx="1528">
                  <c:v>-3.3322900000000003E-2</c:v>
                </c:pt>
                <c:pt idx="1529">
                  <c:v>-3.3017499999999998E-2</c:v>
                </c:pt>
                <c:pt idx="1530">
                  <c:v>-3.2712100000000001E-2</c:v>
                </c:pt>
                <c:pt idx="1531">
                  <c:v>-3.2406699999999997E-2</c:v>
                </c:pt>
                <c:pt idx="1532">
                  <c:v>-3.2101299999999999E-2</c:v>
                </c:pt>
                <c:pt idx="1533">
                  <c:v>-3.1795900000000002E-2</c:v>
                </c:pt>
                <c:pt idx="1534">
                  <c:v>-3.1490600000000001E-2</c:v>
                </c:pt>
                <c:pt idx="1535">
                  <c:v>-3.11852E-2</c:v>
                </c:pt>
                <c:pt idx="1536">
                  <c:v>-3.0879799999999999E-2</c:v>
                </c:pt>
                <c:pt idx="1537">
                  <c:v>-3.0574400000000002E-2</c:v>
                </c:pt>
                <c:pt idx="1538">
                  <c:v>-3.0269000000000001E-2</c:v>
                </c:pt>
                <c:pt idx="1539">
                  <c:v>-2.99636E-2</c:v>
                </c:pt>
                <c:pt idx="1540">
                  <c:v>-2.9658199999999999E-2</c:v>
                </c:pt>
                <c:pt idx="1541">
                  <c:v>-2.9352799999999998E-2</c:v>
                </c:pt>
                <c:pt idx="1542">
                  <c:v>-2.9047400000000001E-2</c:v>
                </c:pt>
                <c:pt idx="1543">
                  <c:v>-2.8742E-2</c:v>
                </c:pt>
                <c:pt idx="1544">
                  <c:v>-2.8436599999999999E-2</c:v>
                </c:pt>
                <c:pt idx="1545">
                  <c:v>-2.8131199999999999E-2</c:v>
                </c:pt>
                <c:pt idx="1546">
                  <c:v>-2.7825800000000001E-2</c:v>
                </c:pt>
                <c:pt idx="1547">
                  <c:v>-2.75204E-2</c:v>
                </c:pt>
                <c:pt idx="1548">
                  <c:v>-2.7215E-2</c:v>
                </c:pt>
                <c:pt idx="1549">
                  <c:v>-2.6909599999999999E-2</c:v>
                </c:pt>
                <c:pt idx="1550">
                  <c:v>-2.6604200000000001E-2</c:v>
                </c:pt>
                <c:pt idx="1551">
                  <c:v>-2.6298800000000001E-2</c:v>
                </c:pt>
                <c:pt idx="1552">
                  <c:v>-2.59934E-2</c:v>
                </c:pt>
                <c:pt idx="1553">
                  <c:v>-2.5687999999999999E-2</c:v>
                </c:pt>
                <c:pt idx="1554">
                  <c:v>-2.5382600000000002E-2</c:v>
                </c:pt>
                <c:pt idx="1555">
                  <c:v>-2.5077200000000001E-2</c:v>
                </c:pt>
                <c:pt idx="1556">
                  <c:v>-2.47718E-2</c:v>
                </c:pt>
                <c:pt idx="1557">
                  <c:v>-2.4466399999999999E-2</c:v>
                </c:pt>
                <c:pt idx="1558">
                  <c:v>-2.4160999999999998E-2</c:v>
                </c:pt>
                <c:pt idx="1559">
                  <c:v>-2.3855600000000001E-2</c:v>
                </c:pt>
                <c:pt idx="1560">
                  <c:v>-2.35502E-2</c:v>
                </c:pt>
                <c:pt idx="1561">
                  <c:v>-2.3244799999999999E-2</c:v>
                </c:pt>
                <c:pt idx="1562">
                  <c:v>-2.2939399999999999E-2</c:v>
                </c:pt>
                <c:pt idx="1563">
                  <c:v>-2.2634000000000001E-2</c:v>
                </c:pt>
                <c:pt idx="1564">
                  <c:v>-2.2328600000000001E-2</c:v>
                </c:pt>
                <c:pt idx="1565">
                  <c:v>-2.20232E-2</c:v>
                </c:pt>
                <c:pt idx="1566">
                  <c:v>-2.1717799999999999E-2</c:v>
                </c:pt>
                <c:pt idx="1567">
                  <c:v>-2.1412400000000002E-2</c:v>
                </c:pt>
                <c:pt idx="1568">
                  <c:v>-2.1107000000000001E-2</c:v>
                </c:pt>
                <c:pt idx="1569">
                  <c:v>-2.08016E-2</c:v>
                </c:pt>
                <c:pt idx="1570">
                  <c:v>-2.0496199999999999E-2</c:v>
                </c:pt>
                <c:pt idx="1571">
                  <c:v>-2.0190799999999998E-2</c:v>
                </c:pt>
                <c:pt idx="1572">
                  <c:v>-1.9885400000000001E-2</c:v>
                </c:pt>
                <c:pt idx="1573">
                  <c:v>-1.958E-2</c:v>
                </c:pt>
                <c:pt idx="1574">
                  <c:v>-1.9274599999999999E-2</c:v>
                </c:pt>
                <c:pt idx="1575">
                  <c:v>-1.8969199999999999E-2</c:v>
                </c:pt>
                <c:pt idx="1576">
                  <c:v>-1.8663900000000001E-2</c:v>
                </c:pt>
                <c:pt idx="1577">
                  <c:v>-1.83585E-2</c:v>
                </c:pt>
                <c:pt idx="1578">
                  <c:v>-1.8053099999999999E-2</c:v>
                </c:pt>
                <c:pt idx="1579">
                  <c:v>-1.7747700000000002E-2</c:v>
                </c:pt>
                <c:pt idx="1580">
                  <c:v>-1.7442300000000001E-2</c:v>
                </c:pt>
                <c:pt idx="1581">
                  <c:v>-1.71369E-2</c:v>
                </c:pt>
                <c:pt idx="1582">
                  <c:v>-1.6831499999999999E-2</c:v>
                </c:pt>
                <c:pt idx="1583">
                  <c:v>-1.6526099999999998E-2</c:v>
                </c:pt>
                <c:pt idx="1584">
                  <c:v>-1.6220700000000001E-2</c:v>
                </c:pt>
                <c:pt idx="1585">
                  <c:v>-1.59153E-2</c:v>
                </c:pt>
                <c:pt idx="1586">
                  <c:v>-1.5609899999999999E-2</c:v>
                </c:pt>
                <c:pt idx="1587">
                  <c:v>-1.53045E-2</c:v>
                </c:pt>
                <c:pt idx="1588">
                  <c:v>-1.49991E-2</c:v>
                </c:pt>
                <c:pt idx="1589">
                  <c:v>-1.4693700000000001E-2</c:v>
                </c:pt>
                <c:pt idx="1590">
                  <c:v>-1.43883E-2</c:v>
                </c:pt>
                <c:pt idx="1591">
                  <c:v>-1.4082900000000001E-2</c:v>
                </c:pt>
                <c:pt idx="1592">
                  <c:v>-1.37775E-2</c:v>
                </c:pt>
                <c:pt idx="1593">
                  <c:v>-1.3472100000000001E-2</c:v>
                </c:pt>
                <c:pt idx="1594">
                  <c:v>-1.31667E-2</c:v>
                </c:pt>
                <c:pt idx="1595">
                  <c:v>-1.2861300000000001E-2</c:v>
                </c:pt>
                <c:pt idx="1596">
                  <c:v>-1.25559E-2</c:v>
                </c:pt>
                <c:pt idx="1597">
                  <c:v>-1.2250499999999999E-2</c:v>
                </c:pt>
                <c:pt idx="1598">
                  <c:v>-1.19451E-2</c:v>
                </c:pt>
                <c:pt idx="1599">
                  <c:v>-1.1639699999999999E-2</c:v>
                </c:pt>
                <c:pt idx="1600">
                  <c:v>-1.13343E-2</c:v>
                </c:pt>
                <c:pt idx="1601">
                  <c:v>-1.1028899999999999E-2</c:v>
                </c:pt>
                <c:pt idx="1602">
                  <c:v>-1.07235E-2</c:v>
                </c:pt>
                <c:pt idx="1603">
                  <c:v>-1.04181E-2</c:v>
                </c:pt>
                <c:pt idx="1604">
                  <c:v>-1.0112700000000001E-2</c:v>
                </c:pt>
                <c:pt idx="1605">
                  <c:v>-9.8073199999999996E-3</c:v>
                </c:pt>
                <c:pt idx="1606">
                  <c:v>-9.5019200000000005E-3</c:v>
                </c:pt>
                <c:pt idx="1607">
                  <c:v>-9.1965299999999996E-3</c:v>
                </c:pt>
                <c:pt idx="1608">
                  <c:v>-8.8911300000000006E-3</c:v>
                </c:pt>
                <c:pt idx="1609">
                  <c:v>-8.5857299999999998E-3</c:v>
                </c:pt>
                <c:pt idx="1610">
                  <c:v>-8.2803300000000007E-3</c:v>
                </c:pt>
                <c:pt idx="1611">
                  <c:v>-7.9749299999999999E-3</c:v>
                </c:pt>
                <c:pt idx="1612">
                  <c:v>-7.6695399999999999E-3</c:v>
                </c:pt>
                <c:pt idx="1613">
                  <c:v>-7.3641399999999999E-3</c:v>
                </c:pt>
                <c:pt idx="1614">
                  <c:v>-7.05874E-3</c:v>
                </c:pt>
                <c:pt idx="1615">
                  <c:v>-6.75334E-3</c:v>
                </c:pt>
                <c:pt idx="1616">
                  <c:v>-6.44795E-3</c:v>
                </c:pt>
                <c:pt idx="1617">
                  <c:v>-6.1425500000000001E-3</c:v>
                </c:pt>
                <c:pt idx="1618">
                  <c:v>-5.8371500000000002E-3</c:v>
                </c:pt>
                <c:pt idx="1619">
                  <c:v>-5.5317500000000002E-3</c:v>
                </c:pt>
                <c:pt idx="1620">
                  <c:v>-5.2263600000000002E-3</c:v>
                </c:pt>
                <c:pt idx="1621">
                  <c:v>-4.9209600000000003E-3</c:v>
                </c:pt>
                <c:pt idx="1622">
                  <c:v>-4.6155600000000003E-3</c:v>
                </c:pt>
                <c:pt idx="1623">
                  <c:v>-4.3101600000000004E-3</c:v>
                </c:pt>
                <c:pt idx="1624">
                  <c:v>-4.0047700000000004E-3</c:v>
                </c:pt>
                <c:pt idx="1625">
                  <c:v>-3.69937E-3</c:v>
                </c:pt>
                <c:pt idx="1626">
                  <c:v>-3.3939700000000001E-3</c:v>
                </c:pt>
                <c:pt idx="1627">
                  <c:v>-3.0885700000000001E-3</c:v>
                </c:pt>
                <c:pt idx="1628">
                  <c:v>-2.7831800000000001E-3</c:v>
                </c:pt>
                <c:pt idx="1629">
                  <c:v>-2.4777800000000002E-3</c:v>
                </c:pt>
                <c:pt idx="1630">
                  <c:v>-2.1723799999999998E-3</c:v>
                </c:pt>
                <c:pt idx="1631">
                  <c:v>-1.8669800000000001E-3</c:v>
                </c:pt>
                <c:pt idx="1632">
                  <c:v>-1.5615799999999999E-3</c:v>
                </c:pt>
                <c:pt idx="1633">
                  <c:v>-1.2561899999999999E-3</c:v>
                </c:pt>
                <c:pt idx="1634">
                  <c:v>-9.5078899999999995E-4</c:v>
                </c:pt>
                <c:pt idx="1635">
                  <c:v>-6.4539199999999995E-4</c:v>
                </c:pt>
                <c:pt idx="1636">
                  <c:v>-3.3999399999999998E-4</c:v>
                </c:pt>
                <c:pt idx="1637" formatCode="0.00E+00">
                  <c:v>-3.45965E-5</c:v>
                </c:pt>
                <c:pt idx="1638">
                  <c:v>2.7080099999999998E-4</c:v>
                </c:pt>
                <c:pt idx="1639">
                  <c:v>5.76199E-4</c:v>
                </c:pt>
                <c:pt idx="1640">
                  <c:v>8.8159600000000001E-4</c:v>
                </c:pt>
                <c:pt idx="1641">
                  <c:v>1.18699E-3</c:v>
                </c:pt>
                <c:pt idx="1642">
                  <c:v>1.4923899999999999E-3</c:v>
                </c:pt>
                <c:pt idx="1643">
                  <c:v>1.7977900000000001E-3</c:v>
                </c:pt>
                <c:pt idx="1644">
                  <c:v>2.10319E-3</c:v>
                </c:pt>
                <c:pt idx="1645">
                  <c:v>2.40858E-3</c:v>
                </c:pt>
                <c:pt idx="1646">
                  <c:v>2.71398E-3</c:v>
                </c:pt>
                <c:pt idx="1647">
                  <c:v>3.0193799999999999E-3</c:v>
                </c:pt>
                <c:pt idx="1648">
                  <c:v>3.3247799999999998E-3</c:v>
                </c:pt>
                <c:pt idx="1649">
                  <c:v>3.6301699999999998E-3</c:v>
                </c:pt>
                <c:pt idx="1650">
                  <c:v>3.9355700000000002E-3</c:v>
                </c:pt>
                <c:pt idx="1651">
                  <c:v>4.2409700000000002E-3</c:v>
                </c:pt>
                <c:pt idx="1652">
                  <c:v>4.5463700000000001E-3</c:v>
                </c:pt>
                <c:pt idx="1653">
                  <c:v>4.85177E-3</c:v>
                </c:pt>
                <c:pt idx="1654">
                  <c:v>5.15716E-3</c:v>
                </c:pt>
                <c:pt idx="1655">
                  <c:v>5.46256E-3</c:v>
                </c:pt>
                <c:pt idx="1656">
                  <c:v>5.7679599999999999E-3</c:v>
                </c:pt>
                <c:pt idx="1657">
                  <c:v>6.0733599999999999E-3</c:v>
                </c:pt>
                <c:pt idx="1658">
                  <c:v>6.3787499999999999E-3</c:v>
                </c:pt>
                <c:pt idx="1659">
                  <c:v>6.6841499999999998E-3</c:v>
                </c:pt>
                <c:pt idx="1660">
                  <c:v>6.9895499999999998E-3</c:v>
                </c:pt>
                <c:pt idx="1661">
                  <c:v>7.2949499999999997E-3</c:v>
                </c:pt>
                <c:pt idx="1662">
                  <c:v>7.6003399999999997E-3</c:v>
                </c:pt>
                <c:pt idx="1663">
                  <c:v>7.9057399999999996E-3</c:v>
                </c:pt>
                <c:pt idx="1664">
                  <c:v>8.2111400000000005E-3</c:v>
                </c:pt>
                <c:pt idx="1665">
                  <c:v>8.5165399999999995E-3</c:v>
                </c:pt>
                <c:pt idx="1666">
                  <c:v>8.8219300000000004E-3</c:v>
                </c:pt>
                <c:pt idx="1667">
                  <c:v>9.1273299999999995E-3</c:v>
                </c:pt>
                <c:pt idx="1668">
                  <c:v>9.4327300000000003E-3</c:v>
                </c:pt>
                <c:pt idx="1669">
                  <c:v>9.7381299999999994E-3</c:v>
                </c:pt>
                <c:pt idx="1670">
                  <c:v>1.00435E-2</c:v>
                </c:pt>
                <c:pt idx="1671">
                  <c:v>1.0348899999999999E-2</c:v>
                </c:pt>
                <c:pt idx="1672">
                  <c:v>1.06543E-2</c:v>
                </c:pt>
                <c:pt idx="1673">
                  <c:v>1.0959699999999999E-2</c:v>
                </c:pt>
                <c:pt idx="1674">
                  <c:v>1.12651E-2</c:v>
                </c:pt>
                <c:pt idx="1675">
                  <c:v>1.1570499999999999E-2</c:v>
                </c:pt>
                <c:pt idx="1676">
                  <c:v>1.18759E-2</c:v>
                </c:pt>
                <c:pt idx="1677">
                  <c:v>1.2181300000000001E-2</c:v>
                </c:pt>
                <c:pt idx="1678">
                  <c:v>1.24867E-2</c:v>
                </c:pt>
                <c:pt idx="1679">
                  <c:v>1.2792100000000001E-2</c:v>
                </c:pt>
                <c:pt idx="1680">
                  <c:v>1.30975E-2</c:v>
                </c:pt>
                <c:pt idx="1681">
                  <c:v>1.3402900000000001E-2</c:v>
                </c:pt>
                <c:pt idx="1682">
                  <c:v>1.37083E-2</c:v>
                </c:pt>
                <c:pt idx="1683">
                  <c:v>1.40137E-2</c:v>
                </c:pt>
                <c:pt idx="1684">
                  <c:v>1.43191E-2</c:v>
                </c:pt>
                <c:pt idx="1685">
                  <c:v>1.46245E-2</c:v>
                </c:pt>
                <c:pt idx="1686">
                  <c:v>1.4929899999999999E-2</c:v>
                </c:pt>
                <c:pt idx="1687">
                  <c:v>1.52353E-2</c:v>
                </c:pt>
                <c:pt idx="1688">
                  <c:v>1.5540699999999999E-2</c:v>
                </c:pt>
                <c:pt idx="1689">
                  <c:v>1.5846099999999998E-2</c:v>
                </c:pt>
                <c:pt idx="1690">
                  <c:v>1.6151499999999999E-2</c:v>
                </c:pt>
                <c:pt idx="1691">
                  <c:v>1.64569E-2</c:v>
                </c:pt>
                <c:pt idx="1692">
                  <c:v>1.6762300000000001E-2</c:v>
                </c:pt>
                <c:pt idx="1693">
                  <c:v>1.7067700000000002E-2</c:v>
                </c:pt>
                <c:pt idx="1694">
                  <c:v>1.7373099999999999E-2</c:v>
                </c:pt>
                <c:pt idx="1695">
                  <c:v>1.76785E-2</c:v>
                </c:pt>
                <c:pt idx="1696">
                  <c:v>1.7983900000000001E-2</c:v>
                </c:pt>
                <c:pt idx="1697">
                  <c:v>1.8289300000000001E-2</c:v>
                </c:pt>
                <c:pt idx="1698">
                  <c:v>1.8594699999999999E-2</c:v>
                </c:pt>
                <c:pt idx="1699">
                  <c:v>1.89001E-2</c:v>
                </c:pt>
                <c:pt idx="1700">
                  <c:v>1.92055E-2</c:v>
                </c:pt>
                <c:pt idx="1701">
                  <c:v>1.9510900000000001E-2</c:v>
                </c:pt>
                <c:pt idx="1702">
                  <c:v>1.9816199999999999E-2</c:v>
                </c:pt>
                <c:pt idx="1703">
                  <c:v>2.01216E-2</c:v>
                </c:pt>
                <c:pt idx="1704">
                  <c:v>2.0427000000000001E-2</c:v>
                </c:pt>
                <c:pt idx="1705">
                  <c:v>2.0732400000000002E-2</c:v>
                </c:pt>
                <c:pt idx="1706">
                  <c:v>2.1037799999999999E-2</c:v>
                </c:pt>
                <c:pt idx="1707">
                  <c:v>2.13432E-2</c:v>
                </c:pt>
                <c:pt idx="1708">
                  <c:v>2.16486E-2</c:v>
                </c:pt>
                <c:pt idx="1709">
                  <c:v>2.1954000000000001E-2</c:v>
                </c:pt>
                <c:pt idx="1710">
                  <c:v>2.2259399999999999E-2</c:v>
                </c:pt>
                <c:pt idx="1711">
                  <c:v>2.2564799999999999E-2</c:v>
                </c:pt>
                <c:pt idx="1712">
                  <c:v>2.28702E-2</c:v>
                </c:pt>
                <c:pt idx="1713">
                  <c:v>2.3175600000000001E-2</c:v>
                </c:pt>
                <c:pt idx="1714">
                  <c:v>2.3480999999999998E-2</c:v>
                </c:pt>
                <c:pt idx="1715">
                  <c:v>2.3786399999999999E-2</c:v>
                </c:pt>
                <c:pt idx="1716">
                  <c:v>2.40918E-2</c:v>
                </c:pt>
                <c:pt idx="1717">
                  <c:v>2.4397200000000001E-2</c:v>
                </c:pt>
                <c:pt idx="1718">
                  <c:v>2.4702600000000002E-2</c:v>
                </c:pt>
                <c:pt idx="1719">
                  <c:v>2.5007999999999999E-2</c:v>
                </c:pt>
                <c:pt idx="1720">
                  <c:v>2.53134E-2</c:v>
                </c:pt>
                <c:pt idx="1721">
                  <c:v>2.5618800000000001E-2</c:v>
                </c:pt>
                <c:pt idx="1722">
                  <c:v>2.5924200000000001E-2</c:v>
                </c:pt>
                <c:pt idx="1723">
                  <c:v>2.6229599999999999E-2</c:v>
                </c:pt>
                <c:pt idx="1724">
                  <c:v>2.6535E-2</c:v>
                </c:pt>
                <c:pt idx="1725">
                  <c:v>2.68404E-2</c:v>
                </c:pt>
                <c:pt idx="1726">
                  <c:v>2.7145800000000001E-2</c:v>
                </c:pt>
                <c:pt idx="1727">
                  <c:v>2.7451199999999999E-2</c:v>
                </c:pt>
                <c:pt idx="1728">
                  <c:v>2.7756599999999999E-2</c:v>
                </c:pt>
                <c:pt idx="1729">
                  <c:v>2.8062E-2</c:v>
                </c:pt>
                <c:pt idx="1730">
                  <c:v>2.8367400000000001E-2</c:v>
                </c:pt>
                <c:pt idx="1731">
                  <c:v>2.8672799999999998E-2</c:v>
                </c:pt>
                <c:pt idx="1732">
                  <c:v>2.8978199999999999E-2</c:v>
                </c:pt>
                <c:pt idx="1733">
                  <c:v>2.92836E-2</c:v>
                </c:pt>
                <c:pt idx="1734">
                  <c:v>2.9589000000000001E-2</c:v>
                </c:pt>
                <c:pt idx="1735">
                  <c:v>2.9894400000000002E-2</c:v>
                </c:pt>
                <c:pt idx="1736">
                  <c:v>3.0199799999999999E-2</c:v>
                </c:pt>
                <c:pt idx="1737">
                  <c:v>3.05052E-2</c:v>
                </c:pt>
                <c:pt idx="1738">
                  <c:v>3.08106E-2</c:v>
                </c:pt>
                <c:pt idx="1739">
                  <c:v>3.1116000000000001E-2</c:v>
                </c:pt>
                <c:pt idx="1740">
                  <c:v>3.1421400000000002E-2</c:v>
                </c:pt>
                <c:pt idx="1741">
                  <c:v>3.1726799999999999E-2</c:v>
                </c:pt>
                <c:pt idx="1742">
                  <c:v>3.2032199999999997E-2</c:v>
                </c:pt>
                <c:pt idx="1743">
                  <c:v>3.2337600000000001E-2</c:v>
                </c:pt>
                <c:pt idx="1744">
                  <c:v>3.2642900000000002E-2</c:v>
                </c:pt>
                <c:pt idx="1745">
                  <c:v>3.29483E-2</c:v>
                </c:pt>
                <c:pt idx="1746">
                  <c:v>3.3253699999999997E-2</c:v>
                </c:pt>
                <c:pt idx="1747">
                  <c:v>3.3559100000000001E-2</c:v>
                </c:pt>
                <c:pt idx="1748">
                  <c:v>3.3864499999999999E-2</c:v>
                </c:pt>
                <c:pt idx="1749">
                  <c:v>3.4169900000000003E-2</c:v>
                </c:pt>
                <c:pt idx="1750">
                  <c:v>3.44753E-2</c:v>
                </c:pt>
                <c:pt idx="1751">
                  <c:v>3.4780699999999998E-2</c:v>
                </c:pt>
                <c:pt idx="1752">
                  <c:v>3.5086100000000002E-2</c:v>
                </c:pt>
                <c:pt idx="1753">
                  <c:v>3.5391499999999999E-2</c:v>
                </c:pt>
                <c:pt idx="1754">
                  <c:v>3.5696899999999997E-2</c:v>
                </c:pt>
                <c:pt idx="1755">
                  <c:v>3.6002300000000001E-2</c:v>
                </c:pt>
                <c:pt idx="1756">
                  <c:v>3.6307699999999998E-2</c:v>
                </c:pt>
                <c:pt idx="1757">
                  <c:v>3.6613100000000003E-2</c:v>
                </c:pt>
                <c:pt idx="1758">
                  <c:v>3.69185E-2</c:v>
                </c:pt>
                <c:pt idx="1759">
                  <c:v>3.7223899999999997E-2</c:v>
                </c:pt>
                <c:pt idx="1760">
                  <c:v>3.7529300000000002E-2</c:v>
                </c:pt>
                <c:pt idx="1761">
                  <c:v>3.7834699999999999E-2</c:v>
                </c:pt>
                <c:pt idx="1762">
                  <c:v>3.8140100000000003E-2</c:v>
                </c:pt>
                <c:pt idx="1763">
                  <c:v>3.8445500000000001E-2</c:v>
                </c:pt>
                <c:pt idx="1764">
                  <c:v>3.8750899999999998E-2</c:v>
                </c:pt>
                <c:pt idx="1765">
                  <c:v>3.9056300000000002E-2</c:v>
                </c:pt>
                <c:pt idx="1766">
                  <c:v>3.9361699999999999E-2</c:v>
                </c:pt>
                <c:pt idx="1767">
                  <c:v>3.9667099999999997E-2</c:v>
                </c:pt>
                <c:pt idx="1768">
                  <c:v>3.9972500000000001E-2</c:v>
                </c:pt>
                <c:pt idx="1769">
                  <c:v>4.0277899999999998E-2</c:v>
                </c:pt>
                <c:pt idx="1770">
                  <c:v>4.0583300000000003E-2</c:v>
                </c:pt>
                <c:pt idx="1771">
                  <c:v>4.08887E-2</c:v>
                </c:pt>
                <c:pt idx="1772">
                  <c:v>4.1194099999999997E-2</c:v>
                </c:pt>
                <c:pt idx="1773">
                  <c:v>4.1499500000000002E-2</c:v>
                </c:pt>
                <c:pt idx="1774">
                  <c:v>4.1804899999999999E-2</c:v>
                </c:pt>
                <c:pt idx="1775">
                  <c:v>4.2110300000000003E-2</c:v>
                </c:pt>
                <c:pt idx="1776">
                  <c:v>4.2415700000000001E-2</c:v>
                </c:pt>
                <c:pt idx="1777">
                  <c:v>4.2721099999999998E-2</c:v>
                </c:pt>
                <c:pt idx="1778">
                  <c:v>4.3026500000000002E-2</c:v>
                </c:pt>
                <c:pt idx="1779">
                  <c:v>4.33319E-2</c:v>
                </c:pt>
                <c:pt idx="1780">
                  <c:v>4.3637299999999997E-2</c:v>
                </c:pt>
                <c:pt idx="1781">
                  <c:v>4.3942700000000001E-2</c:v>
                </c:pt>
                <c:pt idx="1782">
                  <c:v>4.4248099999999999E-2</c:v>
                </c:pt>
                <c:pt idx="1783">
                  <c:v>4.4553500000000003E-2</c:v>
                </c:pt>
                <c:pt idx="1784">
                  <c:v>4.48589E-2</c:v>
                </c:pt>
                <c:pt idx="1785">
                  <c:v>4.5164299999999998E-2</c:v>
                </c:pt>
                <c:pt idx="1786">
                  <c:v>4.5469599999999999E-2</c:v>
                </c:pt>
                <c:pt idx="1787">
                  <c:v>4.5775000000000003E-2</c:v>
                </c:pt>
                <c:pt idx="1788">
                  <c:v>4.6080400000000001E-2</c:v>
                </c:pt>
                <c:pt idx="1789">
                  <c:v>4.6385799999999998E-2</c:v>
                </c:pt>
                <c:pt idx="1790">
                  <c:v>4.6691200000000002E-2</c:v>
                </c:pt>
                <c:pt idx="1791">
                  <c:v>4.6996599999999999E-2</c:v>
                </c:pt>
                <c:pt idx="1792">
                  <c:v>4.7301999999999997E-2</c:v>
                </c:pt>
                <c:pt idx="1793">
                  <c:v>4.7607400000000001E-2</c:v>
                </c:pt>
                <c:pt idx="1794">
                  <c:v>4.7912799999999998E-2</c:v>
                </c:pt>
                <c:pt idx="1795">
                  <c:v>4.8218200000000003E-2</c:v>
                </c:pt>
                <c:pt idx="1796">
                  <c:v>4.85236E-2</c:v>
                </c:pt>
                <c:pt idx="1797">
                  <c:v>4.8828999999999997E-2</c:v>
                </c:pt>
                <c:pt idx="1798">
                  <c:v>4.9134400000000002E-2</c:v>
                </c:pt>
                <c:pt idx="1799">
                  <c:v>4.9439799999999999E-2</c:v>
                </c:pt>
                <c:pt idx="1800">
                  <c:v>4.9745200000000003E-2</c:v>
                </c:pt>
                <c:pt idx="1801">
                  <c:v>5.0050600000000001E-2</c:v>
                </c:pt>
                <c:pt idx="1802">
                  <c:v>5.0355999999999998E-2</c:v>
                </c:pt>
                <c:pt idx="1803">
                  <c:v>5.0661400000000002E-2</c:v>
                </c:pt>
                <c:pt idx="1804">
                  <c:v>5.09668E-2</c:v>
                </c:pt>
                <c:pt idx="1805">
                  <c:v>5.1272199999999997E-2</c:v>
                </c:pt>
                <c:pt idx="1806">
                  <c:v>5.1577600000000001E-2</c:v>
                </c:pt>
                <c:pt idx="1807">
                  <c:v>5.1882999999999999E-2</c:v>
                </c:pt>
                <c:pt idx="1808">
                  <c:v>5.2188400000000003E-2</c:v>
                </c:pt>
                <c:pt idx="1809">
                  <c:v>5.24938E-2</c:v>
                </c:pt>
                <c:pt idx="1810">
                  <c:v>5.2799199999999998E-2</c:v>
                </c:pt>
                <c:pt idx="1811">
                  <c:v>5.3104600000000002E-2</c:v>
                </c:pt>
                <c:pt idx="1812">
                  <c:v>5.3409999999999999E-2</c:v>
                </c:pt>
                <c:pt idx="1813">
                  <c:v>5.3715400000000003E-2</c:v>
                </c:pt>
                <c:pt idx="1814">
                  <c:v>5.4020800000000001E-2</c:v>
                </c:pt>
                <c:pt idx="1815">
                  <c:v>5.4326199999999998E-2</c:v>
                </c:pt>
                <c:pt idx="1816">
                  <c:v>5.4631600000000002E-2</c:v>
                </c:pt>
                <c:pt idx="1817">
                  <c:v>5.4937E-2</c:v>
                </c:pt>
                <c:pt idx="1818">
                  <c:v>5.5242399999999997E-2</c:v>
                </c:pt>
                <c:pt idx="1819">
                  <c:v>5.5547800000000001E-2</c:v>
                </c:pt>
                <c:pt idx="1820">
                  <c:v>5.5853199999999999E-2</c:v>
                </c:pt>
                <c:pt idx="1821">
                  <c:v>5.6158600000000003E-2</c:v>
                </c:pt>
                <c:pt idx="1822">
                  <c:v>5.6464E-2</c:v>
                </c:pt>
                <c:pt idx="1823">
                  <c:v>5.6769399999999998E-2</c:v>
                </c:pt>
                <c:pt idx="1824">
                  <c:v>5.7074800000000002E-2</c:v>
                </c:pt>
                <c:pt idx="1825">
                  <c:v>5.7380199999999999E-2</c:v>
                </c:pt>
                <c:pt idx="1826">
                  <c:v>5.7685599999999997E-2</c:v>
                </c:pt>
                <c:pt idx="1827">
                  <c:v>5.7991000000000001E-2</c:v>
                </c:pt>
                <c:pt idx="1828">
                  <c:v>5.8296300000000002E-2</c:v>
                </c:pt>
                <c:pt idx="1829">
                  <c:v>5.86017E-2</c:v>
                </c:pt>
                <c:pt idx="1830">
                  <c:v>5.8907099999999997E-2</c:v>
                </c:pt>
                <c:pt idx="1831">
                  <c:v>5.9212500000000001E-2</c:v>
                </c:pt>
                <c:pt idx="1832">
                  <c:v>5.9517899999999999E-2</c:v>
                </c:pt>
                <c:pt idx="1833">
                  <c:v>5.9823300000000003E-2</c:v>
                </c:pt>
                <c:pt idx="1834">
                  <c:v>6.01287E-2</c:v>
                </c:pt>
                <c:pt idx="1835">
                  <c:v>6.0434099999999998E-2</c:v>
                </c:pt>
                <c:pt idx="1836">
                  <c:v>6.0739500000000002E-2</c:v>
                </c:pt>
                <c:pt idx="1837">
                  <c:v>6.1044899999999999E-2</c:v>
                </c:pt>
                <c:pt idx="1838">
                  <c:v>6.1350300000000003E-2</c:v>
                </c:pt>
                <c:pt idx="1839">
                  <c:v>6.1655700000000001E-2</c:v>
                </c:pt>
                <c:pt idx="1840">
                  <c:v>6.1961099999999998E-2</c:v>
                </c:pt>
                <c:pt idx="1841">
                  <c:v>6.2266500000000002E-2</c:v>
                </c:pt>
                <c:pt idx="1842">
                  <c:v>6.25719E-2</c:v>
                </c:pt>
                <c:pt idx="1843">
                  <c:v>6.2877299999999997E-2</c:v>
                </c:pt>
                <c:pt idx="1844">
                  <c:v>6.3182699999999994E-2</c:v>
                </c:pt>
                <c:pt idx="1845">
                  <c:v>6.3488100000000006E-2</c:v>
                </c:pt>
                <c:pt idx="1846">
                  <c:v>6.3793500000000003E-2</c:v>
                </c:pt>
                <c:pt idx="1847">
                  <c:v>6.40989E-2</c:v>
                </c:pt>
                <c:pt idx="1848">
                  <c:v>6.4404299999999998E-2</c:v>
                </c:pt>
                <c:pt idx="1849">
                  <c:v>6.4709699999999995E-2</c:v>
                </c:pt>
                <c:pt idx="1850">
                  <c:v>6.5015100000000006E-2</c:v>
                </c:pt>
                <c:pt idx="1851">
                  <c:v>6.5320500000000004E-2</c:v>
                </c:pt>
                <c:pt idx="1852">
                  <c:v>6.5625900000000001E-2</c:v>
                </c:pt>
                <c:pt idx="1853">
                  <c:v>6.5931299999999998E-2</c:v>
                </c:pt>
                <c:pt idx="1854">
                  <c:v>6.6236699999999996E-2</c:v>
                </c:pt>
                <c:pt idx="1855">
                  <c:v>6.6542100000000007E-2</c:v>
                </c:pt>
                <c:pt idx="1856">
                  <c:v>6.6847500000000004E-2</c:v>
                </c:pt>
                <c:pt idx="1857">
                  <c:v>6.7152900000000001E-2</c:v>
                </c:pt>
                <c:pt idx="1858">
                  <c:v>6.7458299999999999E-2</c:v>
                </c:pt>
                <c:pt idx="1859">
                  <c:v>6.7763699999999996E-2</c:v>
                </c:pt>
                <c:pt idx="1860">
                  <c:v>6.8069099999999993E-2</c:v>
                </c:pt>
                <c:pt idx="1861">
                  <c:v>6.8374500000000005E-2</c:v>
                </c:pt>
                <c:pt idx="1862">
                  <c:v>6.8679900000000002E-2</c:v>
                </c:pt>
                <c:pt idx="1863">
                  <c:v>6.8985299999999999E-2</c:v>
                </c:pt>
                <c:pt idx="1864">
                  <c:v>6.9290699999999997E-2</c:v>
                </c:pt>
                <c:pt idx="1865">
                  <c:v>6.9596099999999994E-2</c:v>
                </c:pt>
                <c:pt idx="1866">
                  <c:v>6.9901500000000005E-2</c:v>
                </c:pt>
                <c:pt idx="1867">
                  <c:v>7.0206900000000003E-2</c:v>
                </c:pt>
                <c:pt idx="1868">
                  <c:v>7.05123E-2</c:v>
                </c:pt>
                <c:pt idx="1869">
                  <c:v>7.0817699999999997E-2</c:v>
                </c:pt>
                <c:pt idx="1870">
                  <c:v>7.1123000000000006E-2</c:v>
                </c:pt>
                <c:pt idx="1871">
                  <c:v>7.1428400000000003E-2</c:v>
                </c:pt>
                <c:pt idx="1872">
                  <c:v>7.17338E-2</c:v>
                </c:pt>
                <c:pt idx="1873">
                  <c:v>7.2039199999999998E-2</c:v>
                </c:pt>
                <c:pt idx="1874">
                  <c:v>7.2344599999999995E-2</c:v>
                </c:pt>
                <c:pt idx="1875">
                  <c:v>7.2650000000000006E-2</c:v>
                </c:pt>
                <c:pt idx="1876">
                  <c:v>7.2955400000000004E-2</c:v>
                </c:pt>
                <c:pt idx="1877">
                  <c:v>7.3260800000000001E-2</c:v>
                </c:pt>
                <c:pt idx="1878">
                  <c:v>7.3566199999999998E-2</c:v>
                </c:pt>
                <c:pt idx="1879">
                  <c:v>7.3871599999999996E-2</c:v>
                </c:pt>
                <c:pt idx="1880">
                  <c:v>7.4177000000000007E-2</c:v>
                </c:pt>
                <c:pt idx="1881">
                  <c:v>7.4482400000000004E-2</c:v>
                </c:pt>
                <c:pt idx="1882">
                  <c:v>7.4787800000000001E-2</c:v>
                </c:pt>
                <c:pt idx="1883">
                  <c:v>7.5093199999999999E-2</c:v>
                </c:pt>
                <c:pt idx="1884">
                  <c:v>7.5398599999999996E-2</c:v>
                </c:pt>
                <c:pt idx="1885">
                  <c:v>7.5703999999999994E-2</c:v>
                </c:pt>
                <c:pt idx="1886">
                  <c:v>7.6009400000000005E-2</c:v>
                </c:pt>
                <c:pt idx="1887">
                  <c:v>7.6314800000000002E-2</c:v>
                </c:pt>
                <c:pt idx="1888">
                  <c:v>7.6620199999999999E-2</c:v>
                </c:pt>
                <c:pt idx="1889">
                  <c:v>7.6925599999999997E-2</c:v>
                </c:pt>
                <c:pt idx="1890">
                  <c:v>7.7230999999999994E-2</c:v>
                </c:pt>
                <c:pt idx="1891">
                  <c:v>7.7536400000000005E-2</c:v>
                </c:pt>
                <c:pt idx="1892">
                  <c:v>7.7841800000000003E-2</c:v>
                </c:pt>
                <c:pt idx="1893">
                  <c:v>7.81472E-2</c:v>
                </c:pt>
                <c:pt idx="1894">
                  <c:v>7.8452599999999997E-2</c:v>
                </c:pt>
                <c:pt idx="1895">
                  <c:v>7.8757999999999995E-2</c:v>
                </c:pt>
                <c:pt idx="1896">
                  <c:v>7.9063400000000006E-2</c:v>
                </c:pt>
                <c:pt idx="1897">
                  <c:v>7.9368800000000003E-2</c:v>
                </c:pt>
                <c:pt idx="1898">
                  <c:v>7.9674200000000001E-2</c:v>
                </c:pt>
                <c:pt idx="1899">
                  <c:v>7.9979599999999998E-2</c:v>
                </c:pt>
                <c:pt idx="1900">
                  <c:v>8.0284999999999995E-2</c:v>
                </c:pt>
                <c:pt idx="1901">
                  <c:v>8.0590400000000006E-2</c:v>
                </c:pt>
                <c:pt idx="1902">
                  <c:v>8.0895800000000004E-2</c:v>
                </c:pt>
                <c:pt idx="1903">
                  <c:v>8.1201200000000001E-2</c:v>
                </c:pt>
                <c:pt idx="1904">
                  <c:v>8.1506599999999998E-2</c:v>
                </c:pt>
                <c:pt idx="1905">
                  <c:v>8.1811999999999996E-2</c:v>
                </c:pt>
                <c:pt idx="1906">
                  <c:v>8.2117399999999993E-2</c:v>
                </c:pt>
                <c:pt idx="1907">
                  <c:v>8.2422800000000004E-2</c:v>
                </c:pt>
                <c:pt idx="1908">
                  <c:v>8.2728200000000002E-2</c:v>
                </c:pt>
                <c:pt idx="1909">
                  <c:v>8.3033599999999999E-2</c:v>
                </c:pt>
                <c:pt idx="1910">
                  <c:v>8.3338999999999996E-2</c:v>
                </c:pt>
                <c:pt idx="1911">
                  <c:v>8.3644399999999994E-2</c:v>
                </c:pt>
                <c:pt idx="1912">
                  <c:v>8.3949700000000002E-2</c:v>
                </c:pt>
                <c:pt idx="1913">
                  <c:v>8.4255099999999999E-2</c:v>
                </c:pt>
                <c:pt idx="1914">
                  <c:v>8.4560499999999997E-2</c:v>
                </c:pt>
                <c:pt idx="1915">
                  <c:v>8.4865899999999994E-2</c:v>
                </c:pt>
                <c:pt idx="1916">
                  <c:v>8.5171300000000005E-2</c:v>
                </c:pt>
                <c:pt idx="1917">
                  <c:v>8.5476700000000003E-2</c:v>
                </c:pt>
                <c:pt idx="1918">
                  <c:v>8.57821E-2</c:v>
                </c:pt>
                <c:pt idx="1919">
                  <c:v>8.6087499999999997E-2</c:v>
                </c:pt>
                <c:pt idx="1920">
                  <c:v>8.6392899999999995E-2</c:v>
                </c:pt>
                <c:pt idx="1921">
                  <c:v>8.6698300000000006E-2</c:v>
                </c:pt>
                <c:pt idx="1922">
                  <c:v>8.7003700000000003E-2</c:v>
                </c:pt>
                <c:pt idx="1923">
                  <c:v>8.7309100000000001E-2</c:v>
                </c:pt>
                <c:pt idx="1924">
                  <c:v>8.7614499999999998E-2</c:v>
                </c:pt>
                <c:pt idx="1925">
                  <c:v>8.7919899999999995E-2</c:v>
                </c:pt>
                <c:pt idx="1926">
                  <c:v>8.8225300000000006E-2</c:v>
                </c:pt>
                <c:pt idx="1927">
                  <c:v>8.8530700000000004E-2</c:v>
                </c:pt>
                <c:pt idx="1928">
                  <c:v>8.8836100000000001E-2</c:v>
                </c:pt>
                <c:pt idx="1929">
                  <c:v>8.9141499999999999E-2</c:v>
                </c:pt>
                <c:pt idx="1930">
                  <c:v>8.9446899999999996E-2</c:v>
                </c:pt>
                <c:pt idx="1931">
                  <c:v>8.9752299999999993E-2</c:v>
                </c:pt>
                <c:pt idx="1932">
                  <c:v>9.0057700000000004E-2</c:v>
                </c:pt>
                <c:pt idx="1933">
                  <c:v>9.0363100000000002E-2</c:v>
                </c:pt>
                <c:pt idx="1934">
                  <c:v>9.0668499999999999E-2</c:v>
                </c:pt>
                <c:pt idx="1935">
                  <c:v>9.0973899999999996E-2</c:v>
                </c:pt>
                <c:pt idx="1936">
                  <c:v>9.1279299999999994E-2</c:v>
                </c:pt>
                <c:pt idx="1937">
                  <c:v>9.1584700000000005E-2</c:v>
                </c:pt>
                <c:pt idx="1938">
                  <c:v>9.1890100000000002E-2</c:v>
                </c:pt>
                <c:pt idx="1939">
                  <c:v>9.21955E-2</c:v>
                </c:pt>
                <c:pt idx="1940">
                  <c:v>9.2500899999999997E-2</c:v>
                </c:pt>
                <c:pt idx="1941">
                  <c:v>9.2806299999999994E-2</c:v>
                </c:pt>
                <c:pt idx="1942">
                  <c:v>9.3111700000000006E-2</c:v>
                </c:pt>
                <c:pt idx="1943">
                  <c:v>9.3417100000000003E-2</c:v>
                </c:pt>
                <c:pt idx="1944">
                  <c:v>9.37225E-2</c:v>
                </c:pt>
                <c:pt idx="1945">
                  <c:v>9.4027899999999998E-2</c:v>
                </c:pt>
                <c:pt idx="1946">
                  <c:v>9.4333299999999995E-2</c:v>
                </c:pt>
                <c:pt idx="1947">
                  <c:v>9.4638700000000006E-2</c:v>
                </c:pt>
                <c:pt idx="1948">
                  <c:v>9.4944100000000003E-2</c:v>
                </c:pt>
                <c:pt idx="1949">
                  <c:v>9.5249500000000001E-2</c:v>
                </c:pt>
                <c:pt idx="1950">
                  <c:v>9.5554899999999998E-2</c:v>
                </c:pt>
                <c:pt idx="1951">
                  <c:v>9.5860299999999996E-2</c:v>
                </c:pt>
                <c:pt idx="1952">
                  <c:v>9.6165700000000007E-2</c:v>
                </c:pt>
                <c:pt idx="1953">
                  <c:v>9.6471100000000004E-2</c:v>
                </c:pt>
                <c:pt idx="1954">
                  <c:v>9.6776399999999999E-2</c:v>
                </c:pt>
                <c:pt idx="1955">
                  <c:v>9.7081799999999996E-2</c:v>
                </c:pt>
                <c:pt idx="1956">
                  <c:v>9.7387199999999993E-2</c:v>
                </c:pt>
                <c:pt idx="1957">
                  <c:v>9.7692600000000004E-2</c:v>
                </c:pt>
                <c:pt idx="1958">
                  <c:v>9.7998000000000002E-2</c:v>
                </c:pt>
                <c:pt idx="1959">
                  <c:v>9.8303399999999999E-2</c:v>
                </c:pt>
                <c:pt idx="1960">
                  <c:v>9.8608799999999996E-2</c:v>
                </c:pt>
                <c:pt idx="1961">
                  <c:v>9.8914199999999994E-2</c:v>
                </c:pt>
                <c:pt idx="1962">
                  <c:v>9.9219600000000005E-2</c:v>
                </c:pt>
                <c:pt idx="1963">
                  <c:v>9.9525000000000002E-2</c:v>
                </c:pt>
                <c:pt idx="1964">
                  <c:v>9.98304E-2</c:v>
                </c:pt>
                <c:pt idx="1965">
                  <c:v>0.100136</c:v>
                </c:pt>
                <c:pt idx="1966">
                  <c:v>0.100441</c:v>
                </c:pt>
                <c:pt idx="1967">
                  <c:v>0.100747</c:v>
                </c:pt>
                <c:pt idx="1968">
                  <c:v>0.101052</c:v>
                </c:pt>
                <c:pt idx="1969">
                  <c:v>0.101357</c:v>
                </c:pt>
                <c:pt idx="1970">
                  <c:v>0.101663</c:v>
                </c:pt>
                <c:pt idx="1971">
                  <c:v>0.101968</c:v>
                </c:pt>
                <c:pt idx="1972">
                  <c:v>0.102274</c:v>
                </c:pt>
                <c:pt idx="1973">
                  <c:v>0.102579</c:v>
                </c:pt>
                <c:pt idx="1974">
                  <c:v>0.102884</c:v>
                </c:pt>
                <c:pt idx="1975">
                  <c:v>0.10319</c:v>
                </c:pt>
                <c:pt idx="1976">
                  <c:v>0.103495</c:v>
                </c:pt>
                <c:pt idx="1977">
                  <c:v>0.103801</c:v>
                </c:pt>
                <c:pt idx="1978">
                  <c:v>0.104106</c:v>
                </c:pt>
                <c:pt idx="1979">
                  <c:v>0.104411</c:v>
                </c:pt>
                <c:pt idx="1980">
                  <c:v>0.104717</c:v>
                </c:pt>
                <c:pt idx="1981">
                  <c:v>0.105022</c:v>
                </c:pt>
                <c:pt idx="1982">
                  <c:v>0.105328</c:v>
                </c:pt>
                <c:pt idx="1983">
                  <c:v>0.105633</c:v>
                </c:pt>
                <c:pt idx="1984">
                  <c:v>0.105938</c:v>
                </c:pt>
                <c:pt idx="1985">
                  <c:v>0.10624400000000001</c:v>
                </c:pt>
                <c:pt idx="1986">
                  <c:v>0.106549</c:v>
                </c:pt>
                <c:pt idx="1987">
                  <c:v>0.10685500000000001</c:v>
                </c:pt>
                <c:pt idx="1988">
                  <c:v>0.10716000000000001</c:v>
                </c:pt>
                <c:pt idx="1989">
                  <c:v>0.107465</c:v>
                </c:pt>
                <c:pt idx="1990">
                  <c:v>0.10777100000000001</c:v>
                </c:pt>
                <c:pt idx="1991">
                  <c:v>0.10807600000000001</c:v>
                </c:pt>
                <c:pt idx="1992">
                  <c:v>0.10838200000000001</c:v>
                </c:pt>
                <c:pt idx="1993">
                  <c:v>0.10868700000000001</c:v>
                </c:pt>
                <c:pt idx="1994">
                  <c:v>0.10899200000000001</c:v>
                </c:pt>
                <c:pt idx="1995">
                  <c:v>0.10929800000000001</c:v>
                </c:pt>
                <c:pt idx="1996">
                  <c:v>0.10960300000000001</c:v>
                </c:pt>
                <c:pt idx="1997">
                  <c:v>0.10990900000000001</c:v>
                </c:pt>
                <c:pt idx="1998">
                  <c:v>0.11021400000000001</c:v>
                </c:pt>
                <c:pt idx="1999">
                  <c:v>0.11051900000000001</c:v>
                </c:pt>
                <c:pt idx="2000">
                  <c:v>0.11082500000000001</c:v>
                </c:pt>
                <c:pt idx="2001">
                  <c:v>0.11113000000000001</c:v>
                </c:pt>
                <c:pt idx="2002">
                  <c:v>0.11143599999999999</c:v>
                </c:pt>
                <c:pt idx="2003">
                  <c:v>0.11174099999999999</c:v>
                </c:pt>
                <c:pt idx="2004">
                  <c:v>0.11204600000000001</c:v>
                </c:pt>
                <c:pt idx="2005">
                  <c:v>0.11235199999999999</c:v>
                </c:pt>
                <c:pt idx="2006">
                  <c:v>0.11265699999999999</c:v>
                </c:pt>
                <c:pt idx="2007">
                  <c:v>0.11296299999999999</c:v>
                </c:pt>
                <c:pt idx="2008">
                  <c:v>0.11326799999999999</c:v>
                </c:pt>
                <c:pt idx="2009">
                  <c:v>0.11357299999999999</c:v>
                </c:pt>
                <c:pt idx="2010">
                  <c:v>0.11387899999999999</c:v>
                </c:pt>
                <c:pt idx="2011">
                  <c:v>0.11418399999999999</c:v>
                </c:pt>
                <c:pt idx="2012">
                  <c:v>0.11448999999999999</c:v>
                </c:pt>
                <c:pt idx="2013">
                  <c:v>0.11479499999999999</c:v>
                </c:pt>
                <c:pt idx="2014">
                  <c:v>0.11509999999999999</c:v>
                </c:pt>
                <c:pt idx="2015">
                  <c:v>0.11540599999999999</c:v>
                </c:pt>
                <c:pt idx="2016">
                  <c:v>0.11571099999999999</c:v>
                </c:pt>
                <c:pt idx="2017">
                  <c:v>0.11601599999999999</c:v>
                </c:pt>
                <c:pt idx="2018">
                  <c:v>0.11632199999999999</c:v>
                </c:pt>
                <c:pt idx="2019">
                  <c:v>0.11662699999999999</c:v>
                </c:pt>
                <c:pt idx="2020">
                  <c:v>0.116933</c:v>
                </c:pt>
                <c:pt idx="2021">
                  <c:v>0.11723799999999999</c:v>
                </c:pt>
                <c:pt idx="2022">
                  <c:v>0.11754299999999999</c:v>
                </c:pt>
                <c:pt idx="2023">
                  <c:v>0.117849</c:v>
                </c:pt>
                <c:pt idx="2024">
                  <c:v>0.118154</c:v>
                </c:pt>
                <c:pt idx="2025">
                  <c:v>0.11846</c:v>
                </c:pt>
                <c:pt idx="2026">
                  <c:v>0.118765</c:v>
                </c:pt>
                <c:pt idx="2027">
                  <c:v>0.11907</c:v>
                </c:pt>
                <c:pt idx="2028">
                  <c:v>0.119376</c:v>
                </c:pt>
                <c:pt idx="2029">
                  <c:v>0.119681</c:v>
                </c:pt>
                <c:pt idx="2030">
                  <c:v>0.119987</c:v>
                </c:pt>
                <c:pt idx="2031">
                  <c:v>0.120292</c:v>
                </c:pt>
                <c:pt idx="2032">
                  <c:v>0.120597</c:v>
                </c:pt>
                <c:pt idx="2033">
                  <c:v>0.120903</c:v>
                </c:pt>
                <c:pt idx="2034">
                  <c:v>0.121208</c:v>
                </c:pt>
                <c:pt idx="2035">
                  <c:v>0.121514</c:v>
                </c:pt>
                <c:pt idx="2036">
                  <c:v>0.121819</c:v>
                </c:pt>
                <c:pt idx="2037">
                  <c:v>0.122124</c:v>
                </c:pt>
                <c:pt idx="2038">
                  <c:v>0.12243</c:v>
                </c:pt>
                <c:pt idx="2039">
                  <c:v>0.122735</c:v>
                </c:pt>
                <c:pt idx="2040">
                  <c:v>0.123041</c:v>
                </c:pt>
                <c:pt idx="2041">
                  <c:v>0.123346</c:v>
                </c:pt>
                <c:pt idx="2042">
                  <c:v>0.123651</c:v>
                </c:pt>
                <c:pt idx="2043">
                  <c:v>0.123957</c:v>
                </c:pt>
                <c:pt idx="2044">
                  <c:v>0.124262</c:v>
                </c:pt>
                <c:pt idx="2045">
                  <c:v>0.124568</c:v>
                </c:pt>
                <c:pt idx="2046">
                  <c:v>0.124873</c:v>
                </c:pt>
                <c:pt idx="2047">
                  <c:v>0.12517800000000001</c:v>
                </c:pt>
                <c:pt idx="2048">
                  <c:v>0.12548400000000001</c:v>
                </c:pt>
                <c:pt idx="2049">
                  <c:v>0.12578900000000001</c:v>
                </c:pt>
                <c:pt idx="2050">
                  <c:v>0.12609500000000001</c:v>
                </c:pt>
                <c:pt idx="2051">
                  <c:v>0.12640000000000001</c:v>
                </c:pt>
                <c:pt idx="2052">
                  <c:v>0.12670500000000001</c:v>
                </c:pt>
                <c:pt idx="2053">
                  <c:v>0.12701100000000001</c:v>
                </c:pt>
                <c:pt idx="2054">
                  <c:v>0.12731600000000001</c:v>
                </c:pt>
                <c:pt idx="2055">
                  <c:v>0.12762200000000001</c:v>
                </c:pt>
                <c:pt idx="2056">
                  <c:v>0.12792700000000001</c:v>
                </c:pt>
                <c:pt idx="2057">
                  <c:v>0.12823200000000001</c:v>
                </c:pt>
                <c:pt idx="2058">
                  <c:v>0.12853800000000001</c:v>
                </c:pt>
                <c:pt idx="2059">
                  <c:v>0.12884300000000001</c:v>
                </c:pt>
                <c:pt idx="2060">
                  <c:v>0.12914900000000001</c:v>
                </c:pt>
                <c:pt idx="2061">
                  <c:v>0.12945400000000001</c:v>
                </c:pt>
                <c:pt idx="2062">
                  <c:v>0.12975900000000001</c:v>
                </c:pt>
                <c:pt idx="2063">
                  <c:v>0.13006499999999999</c:v>
                </c:pt>
                <c:pt idx="2064">
                  <c:v>0.13037000000000001</c:v>
                </c:pt>
                <c:pt idx="2065">
                  <c:v>0.13067599999999999</c:v>
                </c:pt>
                <c:pt idx="2066">
                  <c:v>0.13098099999999999</c:v>
                </c:pt>
                <c:pt idx="2067">
                  <c:v>0.13128600000000001</c:v>
                </c:pt>
                <c:pt idx="2068">
                  <c:v>0.13159199999999999</c:v>
                </c:pt>
                <c:pt idx="2069">
                  <c:v>0.13189699999999999</c:v>
                </c:pt>
                <c:pt idx="2070">
                  <c:v>0.13220299999999999</c:v>
                </c:pt>
                <c:pt idx="2071">
                  <c:v>0.13250799999999999</c:v>
                </c:pt>
                <c:pt idx="2072">
                  <c:v>0.13281299999999999</c:v>
                </c:pt>
                <c:pt idx="2073">
                  <c:v>0.13311899999999999</c:v>
                </c:pt>
                <c:pt idx="2074">
                  <c:v>0.13342399999999999</c:v>
                </c:pt>
                <c:pt idx="2075">
                  <c:v>0.13372999999999999</c:v>
                </c:pt>
                <c:pt idx="2076">
                  <c:v>0.13403499999999999</c:v>
                </c:pt>
                <c:pt idx="2077">
                  <c:v>0.13433999999999999</c:v>
                </c:pt>
                <c:pt idx="2078">
                  <c:v>0.13464599999999999</c:v>
                </c:pt>
                <c:pt idx="2079">
                  <c:v>0.13495099999999999</c:v>
                </c:pt>
                <c:pt idx="2080">
                  <c:v>0.13525699999999999</c:v>
                </c:pt>
                <c:pt idx="2081">
                  <c:v>0.13556199999999999</c:v>
                </c:pt>
                <c:pt idx="2082">
                  <c:v>0.13586699999999999</c:v>
                </c:pt>
                <c:pt idx="2083">
                  <c:v>0.13617299999999999</c:v>
                </c:pt>
                <c:pt idx="2084">
                  <c:v>0.13647799999999999</c:v>
                </c:pt>
                <c:pt idx="2085">
                  <c:v>0.13678399999999999</c:v>
                </c:pt>
                <c:pt idx="2086">
                  <c:v>0.13708899999999999</c:v>
                </c:pt>
                <c:pt idx="2087">
                  <c:v>0.13739399999999999</c:v>
                </c:pt>
                <c:pt idx="2088">
                  <c:v>0.13769999999999999</c:v>
                </c:pt>
                <c:pt idx="2089">
                  <c:v>0.13800499999999999</c:v>
                </c:pt>
                <c:pt idx="2090">
                  <c:v>0.13831099999999999</c:v>
                </c:pt>
                <c:pt idx="2091">
                  <c:v>0.13861599999999999</c:v>
                </c:pt>
                <c:pt idx="2092">
                  <c:v>0.13892099999999999</c:v>
                </c:pt>
                <c:pt idx="2093">
                  <c:v>0.13922699999999999</c:v>
                </c:pt>
                <c:pt idx="2094">
                  <c:v>0.13953199999999999</c:v>
                </c:pt>
                <c:pt idx="2095">
                  <c:v>0.13983799999999999</c:v>
                </c:pt>
                <c:pt idx="2096">
                  <c:v>0.14014299999999999</c:v>
                </c:pt>
                <c:pt idx="2097">
                  <c:v>0.14044799999999999</c:v>
                </c:pt>
                <c:pt idx="2098">
                  <c:v>0.14075399999999999</c:v>
                </c:pt>
                <c:pt idx="2099">
                  <c:v>0.14105899999999999</c:v>
                </c:pt>
                <c:pt idx="2100">
                  <c:v>0.14136499999999999</c:v>
                </c:pt>
                <c:pt idx="2101">
                  <c:v>0.14166999999999999</c:v>
                </c:pt>
                <c:pt idx="2102">
                  <c:v>0.14197499999999999</c:v>
                </c:pt>
                <c:pt idx="2103">
                  <c:v>0.14228099999999999</c:v>
                </c:pt>
                <c:pt idx="2104">
                  <c:v>0.14258599999999999</c:v>
                </c:pt>
                <c:pt idx="2105">
                  <c:v>0.14289099999999999</c:v>
                </c:pt>
                <c:pt idx="2106">
                  <c:v>0.14319699999999999</c:v>
                </c:pt>
                <c:pt idx="2107">
                  <c:v>0.14350199999999999</c:v>
                </c:pt>
                <c:pt idx="2108">
                  <c:v>0.14380799999999999</c:v>
                </c:pt>
                <c:pt idx="2109">
                  <c:v>0.14411299999999999</c:v>
                </c:pt>
                <c:pt idx="2110">
                  <c:v>0.14441799999999999</c:v>
                </c:pt>
                <c:pt idx="2111">
                  <c:v>0.14472399999999999</c:v>
                </c:pt>
                <c:pt idx="2112">
                  <c:v>0.14502899999999999</c:v>
                </c:pt>
                <c:pt idx="2113">
                  <c:v>0.14533499999999999</c:v>
                </c:pt>
                <c:pt idx="2114">
                  <c:v>0.14563999999999999</c:v>
                </c:pt>
                <c:pt idx="2115">
                  <c:v>0.14594499999999999</c:v>
                </c:pt>
                <c:pt idx="2116">
                  <c:v>0.14625099999999999</c:v>
                </c:pt>
                <c:pt idx="2117">
                  <c:v>0.14655599999999999</c:v>
                </c:pt>
                <c:pt idx="2118">
                  <c:v>0.14686199999999999</c:v>
                </c:pt>
                <c:pt idx="2119">
                  <c:v>0.14716699999999999</c:v>
                </c:pt>
                <c:pt idx="2120">
                  <c:v>0.14747199999999999</c:v>
                </c:pt>
                <c:pt idx="2121">
                  <c:v>0.14777799999999999</c:v>
                </c:pt>
                <c:pt idx="2122">
                  <c:v>0.14808299999999999</c:v>
                </c:pt>
                <c:pt idx="2123">
                  <c:v>0.14838899999999999</c:v>
                </c:pt>
                <c:pt idx="2124">
                  <c:v>0.14869399999999999</c:v>
                </c:pt>
                <c:pt idx="2125">
                  <c:v>0.14899899999999999</c:v>
                </c:pt>
                <c:pt idx="2126">
                  <c:v>0.14930499999999999</c:v>
                </c:pt>
                <c:pt idx="2127">
                  <c:v>0.14960999999999999</c:v>
                </c:pt>
                <c:pt idx="2128">
                  <c:v>0.14991599999999999</c:v>
                </c:pt>
                <c:pt idx="2129">
                  <c:v>0.15022099999999999</c:v>
                </c:pt>
                <c:pt idx="2130">
                  <c:v>0.15052599999999999</c:v>
                </c:pt>
                <c:pt idx="2131">
                  <c:v>0.15083199999999999</c:v>
                </c:pt>
                <c:pt idx="2132">
                  <c:v>0.15113699999999999</c:v>
                </c:pt>
                <c:pt idx="2133">
                  <c:v>0.15144299999999999</c:v>
                </c:pt>
                <c:pt idx="2134">
                  <c:v>0.15174799999999999</c:v>
                </c:pt>
                <c:pt idx="2135">
                  <c:v>0.15205299999999999</c:v>
                </c:pt>
                <c:pt idx="2136">
                  <c:v>0.15235899999999999</c:v>
                </c:pt>
                <c:pt idx="2137">
                  <c:v>0.15266399999999999</c:v>
                </c:pt>
                <c:pt idx="2138">
                  <c:v>0.15296999999999999</c:v>
                </c:pt>
                <c:pt idx="2139">
                  <c:v>0.15327499999999999</c:v>
                </c:pt>
                <c:pt idx="2140">
                  <c:v>0.15357999999999999</c:v>
                </c:pt>
                <c:pt idx="2141">
                  <c:v>0.153886</c:v>
                </c:pt>
                <c:pt idx="2142">
                  <c:v>0.15419099999999999</c:v>
                </c:pt>
                <c:pt idx="2143">
                  <c:v>0.154497</c:v>
                </c:pt>
                <c:pt idx="2144">
                  <c:v>0.154802</c:v>
                </c:pt>
                <c:pt idx="2145">
                  <c:v>0.15510699999999999</c:v>
                </c:pt>
                <c:pt idx="2146">
                  <c:v>0.155413</c:v>
                </c:pt>
                <c:pt idx="2147">
                  <c:v>0.155718</c:v>
                </c:pt>
                <c:pt idx="2148">
                  <c:v>0.156024</c:v>
                </c:pt>
                <c:pt idx="2149">
                  <c:v>0.156329</c:v>
                </c:pt>
                <c:pt idx="2150">
                  <c:v>0.156634</c:v>
                </c:pt>
                <c:pt idx="2151">
                  <c:v>0.15694</c:v>
                </c:pt>
                <c:pt idx="2152">
                  <c:v>0.157245</c:v>
                </c:pt>
                <c:pt idx="2153">
                  <c:v>0.157551</c:v>
                </c:pt>
                <c:pt idx="2154">
                  <c:v>0.157856</c:v>
                </c:pt>
                <c:pt idx="2155">
                  <c:v>0.158161</c:v>
                </c:pt>
                <c:pt idx="2156">
                  <c:v>0.158467</c:v>
                </c:pt>
                <c:pt idx="2157">
                  <c:v>0.158772</c:v>
                </c:pt>
                <c:pt idx="2158">
                  <c:v>0.159078</c:v>
                </c:pt>
                <c:pt idx="2159">
                  <c:v>0.159383</c:v>
                </c:pt>
                <c:pt idx="2160">
                  <c:v>0.159688</c:v>
                </c:pt>
                <c:pt idx="2161">
                  <c:v>0.159994</c:v>
                </c:pt>
                <c:pt idx="2162">
                  <c:v>0.160299</c:v>
                </c:pt>
                <c:pt idx="2163">
                  <c:v>0.160605</c:v>
                </c:pt>
                <c:pt idx="2164">
                  <c:v>0.16091</c:v>
                </c:pt>
                <c:pt idx="2165">
                  <c:v>0.161215</c:v>
                </c:pt>
                <c:pt idx="2166">
                  <c:v>0.161521</c:v>
                </c:pt>
                <c:pt idx="2167">
                  <c:v>0.161826</c:v>
                </c:pt>
                <c:pt idx="2168">
                  <c:v>0.162132</c:v>
                </c:pt>
                <c:pt idx="2169">
                  <c:v>0.162437</c:v>
                </c:pt>
                <c:pt idx="2170">
                  <c:v>0.162742</c:v>
                </c:pt>
                <c:pt idx="2171">
                  <c:v>0.163048</c:v>
                </c:pt>
                <c:pt idx="2172">
                  <c:v>0.163353</c:v>
                </c:pt>
                <c:pt idx="2173">
                  <c:v>0.163659</c:v>
                </c:pt>
                <c:pt idx="2174">
                  <c:v>0.163964</c:v>
                </c:pt>
                <c:pt idx="2175">
                  <c:v>0.164269</c:v>
                </c:pt>
                <c:pt idx="2176">
                  <c:v>0.164575</c:v>
                </c:pt>
                <c:pt idx="2177">
                  <c:v>0.16488</c:v>
                </c:pt>
                <c:pt idx="2178">
                  <c:v>0.165186</c:v>
                </c:pt>
                <c:pt idx="2179">
                  <c:v>0.165491</c:v>
                </c:pt>
                <c:pt idx="2180">
                  <c:v>0.165796</c:v>
                </c:pt>
                <c:pt idx="2181">
                  <c:v>0.166102</c:v>
                </c:pt>
                <c:pt idx="2182">
                  <c:v>0.166407</c:v>
                </c:pt>
                <c:pt idx="2183">
                  <c:v>0.166713</c:v>
                </c:pt>
                <c:pt idx="2184">
                  <c:v>0.167018</c:v>
                </c:pt>
                <c:pt idx="2185">
                  <c:v>0.167323</c:v>
                </c:pt>
                <c:pt idx="2186">
                  <c:v>0.167629</c:v>
                </c:pt>
                <c:pt idx="2187">
                  <c:v>0.167934</c:v>
                </c:pt>
                <c:pt idx="2188">
                  <c:v>0.168239</c:v>
                </c:pt>
                <c:pt idx="2189">
                  <c:v>0.168545</c:v>
                </c:pt>
                <c:pt idx="2190">
                  <c:v>0.16885</c:v>
                </c:pt>
                <c:pt idx="2191">
                  <c:v>0.169156</c:v>
                </c:pt>
                <c:pt idx="2192">
                  <c:v>0.169461</c:v>
                </c:pt>
                <c:pt idx="2193">
                  <c:v>0.169766</c:v>
                </c:pt>
                <c:pt idx="2194">
                  <c:v>0.170072</c:v>
                </c:pt>
                <c:pt idx="2195">
                  <c:v>0.170377</c:v>
                </c:pt>
                <c:pt idx="2196">
                  <c:v>0.170683</c:v>
                </c:pt>
                <c:pt idx="2197">
                  <c:v>0.170988</c:v>
                </c:pt>
                <c:pt idx="2198">
                  <c:v>0.171293</c:v>
                </c:pt>
                <c:pt idx="2199">
                  <c:v>0.171599</c:v>
                </c:pt>
                <c:pt idx="2200">
                  <c:v>0.171904</c:v>
                </c:pt>
                <c:pt idx="2201">
                  <c:v>0.17221</c:v>
                </c:pt>
                <c:pt idx="2202">
                  <c:v>0.172515</c:v>
                </c:pt>
                <c:pt idx="2203">
                  <c:v>0.17282</c:v>
                </c:pt>
                <c:pt idx="2204">
                  <c:v>0.173126</c:v>
                </c:pt>
                <c:pt idx="2205">
                  <c:v>0.173431</c:v>
                </c:pt>
                <c:pt idx="2206">
                  <c:v>0.173737</c:v>
                </c:pt>
                <c:pt idx="2207">
                  <c:v>0.174042</c:v>
                </c:pt>
                <c:pt idx="2208">
                  <c:v>0.174347</c:v>
                </c:pt>
                <c:pt idx="2209">
                  <c:v>0.174653</c:v>
                </c:pt>
                <c:pt idx="2210">
                  <c:v>0.174958</c:v>
                </c:pt>
                <c:pt idx="2211">
                  <c:v>0.175264</c:v>
                </c:pt>
                <c:pt idx="2212">
                  <c:v>0.175569</c:v>
                </c:pt>
                <c:pt idx="2213">
                  <c:v>0.175874</c:v>
                </c:pt>
                <c:pt idx="2214">
                  <c:v>0.17618</c:v>
                </c:pt>
                <c:pt idx="2215">
                  <c:v>0.176485</c:v>
                </c:pt>
                <c:pt idx="2216">
                  <c:v>0.176791</c:v>
                </c:pt>
                <c:pt idx="2217">
                  <c:v>0.177096</c:v>
                </c:pt>
                <c:pt idx="2218">
                  <c:v>0.177401</c:v>
                </c:pt>
                <c:pt idx="2219">
                  <c:v>0.177707</c:v>
                </c:pt>
                <c:pt idx="2220">
                  <c:v>0.178012</c:v>
                </c:pt>
                <c:pt idx="2221">
                  <c:v>0.178318</c:v>
                </c:pt>
                <c:pt idx="2222">
                  <c:v>0.178623</c:v>
                </c:pt>
                <c:pt idx="2223">
                  <c:v>0.178928</c:v>
                </c:pt>
                <c:pt idx="2224">
                  <c:v>0.179234</c:v>
                </c:pt>
                <c:pt idx="2225">
                  <c:v>0.179539</c:v>
                </c:pt>
                <c:pt idx="2226">
                  <c:v>0.179845</c:v>
                </c:pt>
                <c:pt idx="2227">
                  <c:v>0.18015</c:v>
                </c:pt>
                <c:pt idx="2228">
                  <c:v>0.180455</c:v>
                </c:pt>
                <c:pt idx="2229">
                  <c:v>0.18076100000000001</c:v>
                </c:pt>
                <c:pt idx="2230">
                  <c:v>0.181066</c:v>
                </c:pt>
                <c:pt idx="2231">
                  <c:v>0.18137200000000001</c:v>
                </c:pt>
                <c:pt idx="2232">
                  <c:v>0.18167700000000001</c:v>
                </c:pt>
                <c:pt idx="2233">
                  <c:v>0.181982</c:v>
                </c:pt>
                <c:pt idx="2234">
                  <c:v>0.18228800000000001</c:v>
                </c:pt>
                <c:pt idx="2235">
                  <c:v>0.18259300000000001</c:v>
                </c:pt>
                <c:pt idx="2236">
                  <c:v>0.18289900000000001</c:v>
                </c:pt>
                <c:pt idx="2237">
                  <c:v>0.18320400000000001</c:v>
                </c:pt>
                <c:pt idx="2238">
                  <c:v>0.18350900000000001</c:v>
                </c:pt>
                <c:pt idx="2239">
                  <c:v>0.18381500000000001</c:v>
                </c:pt>
                <c:pt idx="2240">
                  <c:v>0.18412000000000001</c:v>
                </c:pt>
                <c:pt idx="2241">
                  <c:v>0.18442600000000001</c:v>
                </c:pt>
                <c:pt idx="2242">
                  <c:v>0.18473100000000001</c:v>
                </c:pt>
                <c:pt idx="2243">
                  <c:v>0.18503600000000001</c:v>
                </c:pt>
                <c:pt idx="2244">
                  <c:v>0.18534200000000001</c:v>
                </c:pt>
                <c:pt idx="2245">
                  <c:v>0.18564700000000001</c:v>
                </c:pt>
                <c:pt idx="2246">
                  <c:v>0.18595300000000001</c:v>
                </c:pt>
                <c:pt idx="2247">
                  <c:v>0.18625800000000001</c:v>
                </c:pt>
                <c:pt idx="2248">
                  <c:v>0.18656300000000001</c:v>
                </c:pt>
                <c:pt idx="2249">
                  <c:v>0.18686900000000001</c:v>
                </c:pt>
                <c:pt idx="2250">
                  <c:v>0.18717400000000001</c:v>
                </c:pt>
                <c:pt idx="2251">
                  <c:v>0.18748000000000001</c:v>
                </c:pt>
                <c:pt idx="2252">
                  <c:v>0.18778500000000001</c:v>
                </c:pt>
                <c:pt idx="2253">
                  <c:v>0.18809000000000001</c:v>
                </c:pt>
                <c:pt idx="2254">
                  <c:v>0.18839600000000001</c:v>
                </c:pt>
                <c:pt idx="2255">
                  <c:v>0.18870100000000001</c:v>
                </c:pt>
                <c:pt idx="2256">
                  <c:v>0.18900700000000001</c:v>
                </c:pt>
                <c:pt idx="2257">
                  <c:v>0.18931200000000001</c:v>
                </c:pt>
                <c:pt idx="2258">
                  <c:v>0.18961700000000001</c:v>
                </c:pt>
                <c:pt idx="2259">
                  <c:v>0.18992300000000001</c:v>
                </c:pt>
                <c:pt idx="2260">
                  <c:v>0.19022800000000001</c:v>
                </c:pt>
                <c:pt idx="2261">
                  <c:v>0.19053400000000001</c:v>
                </c:pt>
                <c:pt idx="2262">
                  <c:v>0.19083900000000001</c:v>
                </c:pt>
                <c:pt idx="2263">
                  <c:v>0.19114400000000001</c:v>
                </c:pt>
                <c:pt idx="2264">
                  <c:v>0.19145000000000001</c:v>
                </c:pt>
                <c:pt idx="2265">
                  <c:v>0.19175500000000001</c:v>
                </c:pt>
                <c:pt idx="2266">
                  <c:v>0.19206100000000001</c:v>
                </c:pt>
                <c:pt idx="2267">
                  <c:v>0.19236600000000001</c:v>
                </c:pt>
                <c:pt idx="2268">
                  <c:v>0.19267100000000001</c:v>
                </c:pt>
                <c:pt idx="2269">
                  <c:v>0.19297700000000001</c:v>
                </c:pt>
                <c:pt idx="2270">
                  <c:v>0.19328200000000001</c:v>
                </c:pt>
                <c:pt idx="2271">
                  <c:v>0.19358700000000001</c:v>
                </c:pt>
                <c:pt idx="2272">
                  <c:v>0.19389300000000001</c:v>
                </c:pt>
                <c:pt idx="2273">
                  <c:v>0.19419800000000001</c:v>
                </c:pt>
                <c:pt idx="2274">
                  <c:v>0.19450400000000001</c:v>
                </c:pt>
                <c:pt idx="2275">
                  <c:v>0.19480900000000001</c:v>
                </c:pt>
                <c:pt idx="2276">
                  <c:v>0.19511400000000001</c:v>
                </c:pt>
                <c:pt idx="2277">
                  <c:v>0.19542000000000001</c:v>
                </c:pt>
                <c:pt idx="2278">
                  <c:v>0.19572500000000001</c:v>
                </c:pt>
                <c:pt idx="2279">
                  <c:v>0.19603100000000001</c:v>
                </c:pt>
                <c:pt idx="2280">
                  <c:v>0.19633600000000001</c:v>
                </c:pt>
                <c:pt idx="2281">
                  <c:v>0.19664100000000001</c:v>
                </c:pt>
                <c:pt idx="2282">
                  <c:v>0.19694700000000001</c:v>
                </c:pt>
                <c:pt idx="2283">
                  <c:v>0.19725200000000001</c:v>
                </c:pt>
                <c:pt idx="2284">
                  <c:v>0.19755800000000001</c:v>
                </c:pt>
                <c:pt idx="2285">
                  <c:v>0.19786300000000001</c:v>
                </c:pt>
                <c:pt idx="2286">
                  <c:v>0.19816800000000001</c:v>
                </c:pt>
                <c:pt idx="2287">
                  <c:v>0.19847400000000001</c:v>
                </c:pt>
                <c:pt idx="2288">
                  <c:v>0.19877900000000001</c:v>
                </c:pt>
                <c:pt idx="2289">
                  <c:v>0.19908500000000001</c:v>
                </c:pt>
                <c:pt idx="2290">
                  <c:v>0.19939000000000001</c:v>
                </c:pt>
                <c:pt idx="2291">
                  <c:v>0.19969500000000001</c:v>
                </c:pt>
                <c:pt idx="2292">
                  <c:v>0.20000100000000001</c:v>
                </c:pt>
                <c:pt idx="2293">
                  <c:v>0.20030600000000001</c:v>
                </c:pt>
                <c:pt idx="2294">
                  <c:v>0.20061200000000001</c:v>
                </c:pt>
                <c:pt idx="2295">
                  <c:v>0.20091700000000001</c:v>
                </c:pt>
                <c:pt idx="2296">
                  <c:v>0.20122200000000001</c:v>
                </c:pt>
                <c:pt idx="2297">
                  <c:v>0.20152800000000001</c:v>
                </c:pt>
                <c:pt idx="2298">
                  <c:v>0.20183300000000001</c:v>
                </c:pt>
                <c:pt idx="2299">
                  <c:v>0.20213900000000001</c:v>
                </c:pt>
                <c:pt idx="2300">
                  <c:v>0.20244400000000001</c:v>
                </c:pt>
                <c:pt idx="2301">
                  <c:v>0.20274900000000001</c:v>
                </c:pt>
                <c:pt idx="2302">
                  <c:v>0.20305500000000001</c:v>
                </c:pt>
                <c:pt idx="2303">
                  <c:v>0.20336000000000001</c:v>
                </c:pt>
                <c:pt idx="2304">
                  <c:v>0.20366600000000001</c:v>
                </c:pt>
                <c:pt idx="2305">
                  <c:v>0.20397100000000001</c:v>
                </c:pt>
                <c:pt idx="2306">
                  <c:v>0.20427600000000001</c:v>
                </c:pt>
                <c:pt idx="2307">
                  <c:v>0.20458200000000001</c:v>
                </c:pt>
                <c:pt idx="2308">
                  <c:v>0.20488700000000001</c:v>
                </c:pt>
                <c:pt idx="2309">
                  <c:v>0.20519299999999999</c:v>
                </c:pt>
                <c:pt idx="2310">
                  <c:v>0.20549799999999999</c:v>
                </c:pt>
                <c:pt idx="2311">
                  <c:v>0.20580300000000001</c:v>
                </c:pt>
                <c:pt idx="2312">
                  <c:v>0.20610899999999999</c:v>
                </c:pt>
                <c:pt idx="2313">
                  <c:v>0.20641399999999999</c:v>
                </c:pt>
                <c:pt idx="2314">
                  <c:v>0.20671999999999999</c:v>
                </c:pt>
                <c:pt idx="2315">
                  <c:v>0.20702499999999999</c:v>
                </c:pt>
                <c:pt idx="2316">
                  <c:v>0.20732999999999999</c:v>
                </c:pt>
                <c:pt idx="2317">
                  <c:v>0.20763599999999999</c:v>
                </c:pt>
                <c:pt idx="2318">
                  <c:v>0.20794099999999999</c:v>
                </c:pt>
                <c:pt idx="2319">
                  <c:v>0.20824699999999999</c:v>
                </c:pt>
                <c:pt idx="2320">
                  <c:v>0.20855199999999999</c:v>
                </c:pt>
                <c:pt idx="2321">
                  <c:v>0.20885699999999999</c:v>
                </c:pt>
                <c:pt idx="2322">
                  <c:v>0.20916299999999999</c:v>
                </c:pt>
                <c:pt idx="2323">
                  <c:v>0.20946799999999999</c:v>
                </c:pt>
                <c:pt idx="2324">
                  <c:v>0.20977399999999999</c:v>
                </c:pt>
                <c:pt idx="2325">
                  <c:v>0.21007899999999999</c:v>
                </c:pt>
                <c:pt idx="2326">
                  <c:v>0.21038399999999999</c:v>
                </c:pt>
                <c:pt idx="2327">
                  <c:v>0.21068999999999999</c:v>
                </c:pt>
                <c:pt idx="2328">
                  <c:v>0.21099499999999999</c:v>
                </c:pt>
                <c:pt idx="2329">
                  <c:v>0.21130099999999999</c:v>
                </c:pt>
                <c:pt idx="2330">
                  <c:v>0.21160599999999999</c:v>
                </c:pt>
                <c:pt idx="2331">
                  <c:v>0.21191099999999999</c:v>
                </c:pt>
                <c:pt idx="2332">
                  <c:v>0.21221699999999999</c:v>
                </c:pt>
                <c:pt idx="2333">
                  <c:v>0.21252199999999999</c:v>
                </c:pt>
                <c:pt idx="2334">
                  <c:v>0.21282799999999999</c:v>
                </c:pt>
                <c:pt idx="2335">
                  <c:v>0.21313299999999999</c:v>
                </c:pt>
                <c:pt idx="2336">
                  <c:v>0.21343799999999999</c:v>
                </c:pt>
                <c:pt idx="2337">
                  <c:v>0.21374399999999999</c:v>
                </c:pt>
                <c:pt idx="2338">
                  <c:v>0.21404899999999999</c:v>
                </c:pt>
                <c:pt idx="2339">
                  <c:v>0.21435499999999999</c:v>
                </c:pt>
                <c:pt idx="2340">
                  <c:v>0.21465999999999999</c:v>
                </c:pt>
                <c:pt idx="2341">
                  <c:v>0.21496499999999999</c:v>
                </c:pt>
                <c:pt idx="2342">
                  <c:v>0.21527099999999999</c:v>
                </c:pt>
                <c:pt idx="2343">
                  <c:v>0.21557599999999999</c:v>
                </c:pt>
                <c:pt idx="2344">
                  <c:v>0.21588199999999999</c:v>
                </c:pt>
                <c:pt idx="2345">
                  <c:v>0.21618699999999999</c:v>
                </c:pt>
                <c:pt idx="2346">
                  <c:v>0.21649199999999999</c:v>
                </c:pt>
                <c:pt idx="2347">
                  <c:v>0.21679799999999999</c:v>
                </c:pt>
                <c:pt idx="2348">
                  <c:v>0.21710299999999999</c:v>
                </c:pt>
                <c:pt idx="2349">
                  <c:v>0.21740899999999999</c:v>
                </c:pt>
                <c:pt idx="2350">
                  <c:v>0.21771399999999999</c:v>
                </c:pt>
                <c:pt idx="2351">
                  <c:v>0.21801899999999999</c:v>
                </c:pt>
                <c:pt idx="2352">
                  <c:v>0.21832499999999999</c:v>
                </c:pt>
                <c:pt idx="2353">
                  <c:v>0.21862999999999999</c:v>
                </c:pt>
                <c:pt idx="2354">
                  <c:v>0.21893499999999999</c:v>
                </c:pt>
                <c:pt idx="2355">
                  <c:v>0.21924099999999999</c:v>
                </c:pt>
                <c:pt idx="2356">
                  <c:v>0.21954599999999999</c:v>
                </c:pt>
                <c:pt idx="2357">
                  <c:v>0.21985199999999999</c:v>
                </c:pt>
                <c:pt idx="2358">
                  <c:v>0.22015699999999999</c:v>
                </c:pt>
                <c:pt idx="2359">
                  <c:v>0.22046199999999999</c:v>
                </c:pt>
                <c:pt idx="2360">
                  <c:v>0.22076799999999999</c:v>
                </c:pt>
                <c:pt idx="2361">
                  <c:v>0.22107299999999999</c:v>
                </c:pt>
                <c:pt idx="2362">
                  <c:v>0.22137899999999999</c:v>
                </c:pt>
                <c:pt idx="2363">
                  <c:v>0.22168399999999999</c:v>
                </c:pt>
                <c:pt idx="2364">
                  <c:v>0.22198899999999999</c:v>
                </c:pt>
                <c:pt idx="2365">
                  <c:v>0.22229499999999999</c:v>
                </c:pt>
                <c:pt idx="2366">
                  <c:v>0.22259999999999999</c:v>
                </c:pt>
                <c:pt idx="2367">
                  <c:v>0.22290599999999999</c:v>
                </c:pt>
                <c:pt idx="2368">
                  <c:v>0.22321099999999999</c:v>
                </c:pt>
                <c:pt idx="2369">
                  <c:v>0.22351599999999999</c:v>
                </c:pt>
                <c:pt idx="2370">
                  <c:v>0.22382199999999999</c:v>
                </c:pt>
                <c:pt idx="2371">
                  <c:v>0.22412699999999999</c:v>
                </c:pt>
                <c:pt idx="2372">
                  <c:v>0.22443299999999999</c:v>
                </c:pt>
                <c:pt idx="2373">
                  <c:v>0.22473799999999999</c:v>
                </c:pt>
                <c:pt idx="2374">
                  <c:v>0.22504299999999999</c:v>
                </c:pt>
                <c:pt idx="2375">
                  <c:v>0.22534899999999999</c:v>
                </c:pt>
                <c:pt idx="2376">
                  <c:v>0.22565399999999999</c:v>
                </c:pt>
                <c:pt idx="2377">
                  <c:v>0.22595999999999999</c:v>
                </c:pt>
                <c:pt idx="2378">
                  <c:v>0.22626499999999999</c:v>
                </c:pt>
                <c:pt idx="2379">
                  <c:v>0.22656999999999999</c:v>
                </c:pt>
                <c:pt idx="2380">
                  <c:v>0.22687599999999999</c:v>
                </c:pt>
                <c:pt idx="2381">
                  <c:v>0.22718099999999999</c:v>
                </c:pt>
                <c:pt idx="2382">
                  <c:v>0.22748699999999999</c:v>
                </c:pt>
                <c:pt idx="2383">
                  <c:v>0.22779199999999999</c:v>
                </c:pt>
                <c:pt idx="2384">
                  <c:v>0.22809699999999999</c:v>
                </c:pt>
                <c:pt idx="2385">
                  <c:v>0.22840299999999999</c:v>
                </c:pt>
                <c:pt idx="2386">
                  <c:v>0.22870799999999999</c:v>
                </c:pt>
                <c:pt idx="2387">
                  <c:v>0.229014</c:v>
                </c:pt>
                <c:pt idx="2388">
                  <c:v>0.229319</c:v>
                </c:pt>
                <c:pt idx="2389">
                  <c:v>0.22962399999999999</c:v>
                </c:pt>
                <c:pt idx="2390">
                  <c:v>0.22993</c:v>
                </c:pt>
                <c:pt idx="2391">
                  <c:v>0.230235</c:v>
                </c:pt>
                <c:pt idx="2392">
                  <c:v>0.230541</c:v>
                </c:pt>
                <c:pt idx="2393">
                  <c:v>0.230846</c:v>
                </c:pt>
                <c:pt idx="2394">
                  <c:v>0.231151</c:v>
                </c:pt>
                <c:pt idx="2395">
                  <c:v>0.231457</c:v>
                </c:pt>
                <c:pt idx="2396">
                  <c:v>0.231762</c:v>
                </c:pt>
                <c:pt idx="2397">
                  <c:v>0.232068</c:v>
                </c:pt>
                <c:pt idx="2398">
                  <c:v>0.232373</c:v>
                </c:pt>
                <c:pt idx="2399">
                  <c:v>0.232678</c:v>
                </c:pt>
                <c:pt idx="2400">
                  <c:v>0.232984</c:v>
                </c:pt>
                <c:pt idx="2401">
                  <c:v>0.233289</c:v>
                </c:pt>
                <c:pt idx="2402">
                  <c:v>0.233595</c:v>
                </c:pt>
                <c:pt idx="2403">
                  <c:v>0.2339</c:v>
                </c:pt>
                <c:pt idx="2404">
                  <c:v>0.234205</c:v>
                </c:pt>
                <c:pt idx="2405">
                  <c:v>0.234511</c:v>
                </c:pt>
                <c:pt idx="2406">
                  <c:v>0.234816</c:v>
                </c:pt>
                <c:pt idx="2407">
                  <c:v>0.235122</c:v>
                </c:pt>
                <c:pt idx="2408">
                  <c:v>0.235427</c:v>
                </c:pt>
                <c:pt idx="2409">
                  <c:v>0.235732</c:v>
                </c:pt>
                <c:pt idx="2410">
                  <c:v>0.236038</c:v>
                </c:pt>
                <c:pt idx="2411">
                  <c:v>0.236343</c:v>
                </c:pt>
                <c:pt idx="2412">
                  <c:v>0.236649</c:v>
                </c:pt>
                <c:pt idx="2413">
                  <c:v>0.236954</c:v>
                </c:pt>
                <c:pt idx="2414">
                  <c:v>0.237259</c:v>
                </c:pt>
                <c:pt idx="2415">
                  <c:v>0.237565</c:v>
                </c:pt>
                <c:pt idx="2416">
                  <c:v>0.23787</c:v>
                </c:pt>
                <c:pt idx="2417">
                  <c:v>0.238176</c:v>
                </c:pt>
                <c:pt idx="2418">
                  <c:v>0.238481</c:v>
                </c:pt>
                <c:pt idx="2419">
                  <c:v>0.238786</c:v>
                </c:pt>
                <c:pt idx="2420">
                  <c:v>0.239092</c:v>
                </c:pt>
                <c:pt idx="2421">
                  <c:v>0.239397</c:v>
                </c:pt>
                <c:pt idx="2422">
                  <c:v>0.239703</c:v>
                </c:pt>
                <c:pt idx="2423">
                  <c:v>0.240008</c:v>
                </c:pt>
                <c:pt idx="2424">
                  <c:v>0.240313</c:v>
                </c:pt>
                <c:pt idx="2425">
                  <c:v>0.240619</c:v>
                </c:pt>
                <c:pt idx="2426">
                  <c:v>0.240924</c:v>
                </c:pt>
                <c:pt idx="2427">
                  <c:v>0.24123</c:v>
                </c:pt>
                <c:pt idx="2428">
                  <c:v>0.241535</c:v>
                </c:pt>
                <c:pt idx="2429">
                  <c:v>0.24184</c:v>
                </c:pt>
                <c:pt idx="2430">
                  <c:v>0.242146</c:v>
                </c:pt>
                <c:pt idx="2431">
                  <c:v>0.242451</c:v>
                </c:pt>
                <c:pt idx="2432">
                  <c:v>0.242757</c:v>
                </c:pt>
                <c:pt idx="2433">
                  <c:v>0.243062</c:v>
                </c:pt>
                <c:pt idx="2434">
                  <c:v>0.243367</c:v>
                </c:pt>
                <c:pt idx="2435">
                  <c:v>0.243673</c:v>
                </c:pt>
                <c:pt idx="2436">
                  <c:v>0.243978</c:v>
                </c:pt>
                <c:pt idx="2437">
                  <c:v>0.244284</c:v>
                </c:pt>
                <c:pt idx="2438">
                  <c:v>0.244589</c:v>
                </c:pt>
                <c:pt idx="2439">
                  <c:v>0.244894</c:v>
                </c:pt>
                <c:pt idx="2440">
                  <c:v>0.2452</c:v>
                </c:pt>
                <c:pt idx="2441">
                  <c:v>0.245505</c:v>
                </c:pt>
                <c:pt idx="2442">
                  <c:v>0.24581</c:v>
                </c:pt>
                <c:pt idx="2443">
                  <c:v>0.246116</c:v>
                </c:pt>
                <c:pt idx="2444">
                  <c:v>0.246421</c:v>
                </c:pt>
                <c:pt idx="2445">
                  <c:v>0.246727</c:v>
                </c:pt>
                <c:pt idx="2446">
                  <c:v>0.247032</c:v>
                </c:pt>
                <c:pt idx="2447">
                  <c:v>0.247337</c:v>
                </c:pt>
                <c:pt idx="2448">
                  <c:v>0.247643</c:v>
                </c:pt>
                <c:pt idx="2449">
                  <c:v>0.247948</c:v>
                </c:pt>
                <c:pt idx="2450">
                  <c:v>0.248254</c:v>
                </c:pt>
                <c:pt idx="2451">
                  <c:v>0.248559</c:v>
                </c:pt>
                <c:pt idx="2452">
                  <c:v>0.248864</c:v>
                </c:pt>
                <c:pt idx="2453">
                  <c:v>0.24917</c:v>
                </c:pt>
                <c:pt idx="2454">
                  <c:v>0.249475</c:v>
                </c:pt>
                <c:pt idx="2455">
                  <c:v>0.249781</c:v>
                </c:pt>
                <c:pt idx="2456">
                  <c:v>0.25008599999999997</c:v>
                </c:pt>
                <c:pt idx="2457">
                  <c:v>0.25039099999999997</c:v>
                </c:pt>
                <c:pt idx="2458">
                  <c:v>0.250697</c:v>
                </c:pt>
                <c:pt idx="2459">
                  <c:v>0.251002</c:v>
                </c:pt>
                <c:pt idx="2460">
                  <c:v>0.25130799999999998</c:v>
                </c:pt>
                <c:pt idx="2461">
                  <c:v>0.25161299999999998</c:v>
                </c:pt>
                <c:pt idx="2462">
                  <c:v>0.25191799999999998</c:v>
                </c:pt>
                <c:pt idx="2463">
                  <c:v>0.252224</c:v>
                </c:pt>
                <c:pt idx="2464">
                  <c:v>0.252529</c:v>
                </c:pt>
                <c:pt idx="2465">
                  <c:v>0.25283499999999998</c:v>
                </c:pt>
                <c:pt idx="2466">
                  <c:v>0.25313999999999998</c:v>
                </c:pt>
                <c:pt idx="2467">
                  <c:v>0.25344499999999998</c:v>
                </c:pt>
                <c:pt idx="2468">
                  <c:v>0.253751</c:v>
                </c:pt>
                <c:pt idx="2469">
                  <c:v>0.254056</c:v>
                </c:pt>
                <c:pt idx="2470">
                  <c:v>0.25436199999999998</c:v>
                </c:pt>
                <c:pt idx="2471">
                  <c:v>0.25466699999999998</c:v>
                </c:pt>
                <c:pt idx="2472">
                  <c:v>0.25497199999999998</c:v>
                </c:pt>
                <c:pt idx="2473">
                  <c:v>0.255278</c:v>
                </c:pt>
                <c:pt idx="2474">
                  <c:v>0.255583</c:v>
                </c:pt>
                <c:pt idx="2475">
                  <c:v>0.25588899999999998</c:v>
                </c:pt>
                <c:pt idx="2476">
                  <c:v>0.25619399999999998</c:v>
                </c:pt>
                <c:pt idx="2477">
                  <c:v>0.25649899999999998</c:v>
                </c:pt>
                <c:pt idx="2478">
                  <c:v>0.25680500000000001</c:v>
                </c:pt>
                <c:pt idx="2479">
                  <c:v>0.25711000000000001</c:v>
                </c:pt>
                <c:pt idx="2480">
                  <c:v>0.25741599999999998</c:v>
                </c:pt>
                <c:pt idx="2481">
                  <c:v>0.25772099999999998</c:v>
                </c:pt>
                <c:pt idx="2482">
                  <c:v>0.25802599999999998</c:v>
                </c:pt>
                <c:pt idx="2483">
                  <c:v>0.25833200000000001</c:v>
                </c:pt>
                <c:pt idx="2484">
                  <c:v>0.25863700000000001</c:v>
                </c:pt>
                <c:pt idx="2485">
                  <c:v>0.25894299999999998</c:v>
                </c:pt>
                <c:pt idx="2486">
                  <c:v>0.25924799999999998</c:v>
                </c:pt>
                <c:pt idx="2487">
                  <c:v>0.25955299999999998</c:v>
                </c:pt>
                <c:pt idx="2488">
                  <c:v>0.25985900000000001</c:v>
                </c:pt>
                <c:pt idx="2489">
                  <c:v>0.26016400000000001</c:v>
                </c:pt>
                <c:pt idx="2490">
                  <c:v>0.26046999999999998</c:v>
                </c:pt>
                <c:pt idx="2491">
                  <c:v>0.26077499999999998</c:v>
                </c:pt>
                <c:pt idx="2492">
                  <c:v>0.26107999999999998</c:v>
                </c:pt>
                <c:pt idx="2493">
                  <c:v>0.26138600000000001</c:v>
                </c:pt>
                <c:pt idx="2494">
                  <c:v>0.26169100000000001</c:v>
                </c:pt>
                <c:pt idx="2495">
                  <c:v>0.26199699999999998</c:v>
                </c:pt>
                <c:pt idx="2496">
                  <c:v>0.26230199999999998</c:v>
                </c:pt>
                <c:pt idx="2497">
                  <c:v>0.26260699999999998</c:v>
                </c:pt>
                <c:pt idx="2498">
                  <c:v>0.26291300000000001</c:v>
                </c:pt>
                <c:pt idx="2499">
                  <c:v>0.26321800000000001</c:v>
                </c:pt>
                <c:pt idx="2500">
                  <c:v>0.26352399999999998</c:v>
                </c:pt>
                <c:pt idx="2501">
                  <c:v>0.26382899999999998</c:v>
                </c:pt>
                <c:pt idx="2502">
                  <c:v>0.26413399999999998</c:v>
                </c:pt>
                <c:pt idx="2503">
                  <c:v>0.26444000000000001</c:v>
                </c:pt>
                <c:pt idx="2504">
                  <c:v>0.26474500000000001</c:v>
                </c:pt>
                <c:pt idx="2505">
                  <c:v>0.26505099999999998</c:v>
                </c:pt>
                <c:pt idx="2506">
                  <c:v>0.26535599999999998</c:v>
                </c:pt>
                <c:pt idx="2507">
                  <c:v>0.26566099999999998</c:v>
                </c:pt>
                <c:pt idx="2508">
                  <c:v>0.26596700000000001</c:v>
                </c:pt>
                <c:pt idx="2509">
                  <c:v>0.26627200000000001</c:v>
                </c:pt>
                <c:pt idx="2510">
                  <c:v>0.26657799999999998</c:v>
                </c:pt>
                <c:pt idx="2511">
                  <c:v>0.26688299999999998</c:v>
                </c:pt>
                <c:pt idx="2512">
                  <c:v>0.26718799999999998</c:v>
                </c:pt>
                <c:pt idx="2513">
                  <c:v>0.26749400000000001</c:v>
                </c:pt>
                <c:pt idx="2514">
                  <c:v>0.26779900000000001</c:v>
                </c:pt>
                <c:pt idx="2515">
                  <c:v>0.26810499999999998</c:v>
                </c:pt>
                <c:pt idx="2516">
                  <c:v>0.26840999999999998</c:v>
                </c:pt>
                <c:pt idx="2517">
                  <c:v>0.26871499999999998</c:v>
                </c:pt>
                <c:pt idx="2518">
                  <c:v>0.26902100000000001</c:v>
                </c:pt>
                <c:pt idx="2519">
                  <c:v>0.26932600000000001</c:v>
                </c:pt>
                <c:pt idx="2520">
                  <c:v>0.26963199999999998</c:v>
                </c:pt>
                <c:pt idx="2521">
                  <c:v>0.26993699999999998</c:v>
                </c:pt>
                <c:pt idx="2522">
                  <c:v>0.27024199999999998</c:v>
                </c:pt>
                <c:pt idx="2523">
                  <c:v>0.27054800000000001</c:v>
                </c:pt>
                <c:pt idx="2524">
                  <c:v>0.27085300000000001</c:v>
                </c:pt>
                <c:pt idx="2525">
                  <c:v>0.27115800000000001</c:v>
                </c:pt>
                <c:pt idx="2526">
                  <c:v>0.27146399999999998</c:v>
                </c:pt>
                <c:pt idx="2527">
                  <c:v>0.27176899999999998</c:v>
                </c:pt>
                <c:pt idx="2528">
                  <c:v>0.27207500000000001</c:v>
                </c:pt>
                <c:pt idx="2529">
                  <c:v>0.27238000000000001</c:v>
                </c:pt>
                <c:pt idx="2530">
                  <c:v>0.27268500000000001</c:v>
                </c:pt>
                <c:pt idx="2531">
                  <c:v>0.27299099999999998</c:v>
                </c:pt>
                <c:pt idx="2532">
                  <c:v>0.27329599999999998</c:v>
                </c:pt>
                <c:pt idx="2533">
                  <c:v>0.27360200000000001</c:v>
                </c:pt>
                <c:pt idx="2534">
                  <c:v>0.27390700000000001</c:v>
                </c:pt>
                <c:pt idx="2535">
                  <c:v>0.27421200000000001</c:v>
                </c:pt>
                <c:pt idx="2536">
                  <c:v>0.27451799999999998</c:v>
                </c:pt>
                <c:pt idx="2537">
                  <c:v>0.27482299999999998</c:v>
                </c:pt>
                <c:pt idx="2538">
                  <c:v>0.27512900000000001</c:v>
                </c:pt>
                <c:pt idx="2539">
                  <c:v>0.27543400000000001</c:v>
                </c:pt>
                <c:pt idx="2540">
                  <c:v>0.27573900000000001</c:v>
                </c:pt>
                <c:pt idx="2541">
                  <c:v>0.27604499999999998</c:v>
                </c:pt>
                <c:pt idx="2542">
                  <c:v>0.27634999999999998</c:v>
                </c:pt>
                <c:pt idx="2543">
                  <c:v>0.27665600000000001</c:v>
                </c:pt>
                <c:pt idx="2544">
                  <c:v>0.27696100000000001</c:v>
                </c:pt>
                <c:pt idx="2545">
                  <c:v>0.27726600000000001</c:v>
                </c:pt>
                <c:pt idx="2546">
                  <c:v>0.27757199999999999</c:v>
                </c:pt>
                <c:pt idx="2547">
                  <c:v>0.27787699999999999</c:v>
                </c:pt>
                <c:pt idx="2548">
                  <c:v>0.27818300000000001</c:v>
                </c:pt>
                <c:pt idx="2549">
                  <c:v>0.27848800000000001</c:v>
                </c:pt>
                <c:pt idx="2550">
                  <c:v>0.27879300000000001</c:v>
                </c:pt>
                <c:pt idx="2551">
                  <c:v>0.27909899999999999</c:v>
                </c:pt>
                <c:pt idx="2552">
                  <c:v>0.27940399999999999</c:v>
                </c:pt>
                <c:pt idx="2553">
                  <c:v>0.27971000000000001</c:v>
                </c:pt>
                <c:pt idx="2554">
                  <c:v>0.28001500000000001</c:v>
                </c:pt>
                <c:pt idx="2555">
                  <c:v>0.28032000000000001</c:v>
                </c:pt>
                <c:pt idx="2556">
                  <c:v>0.28062599999999999</c:v>
                </c:pt>
                <c:pt idx="2557">
                  <c:v>0.28093099999999999</c:v>
                </c:pt>
                <c:pt idx="2558">
                  <c:v>0.28123700000000001</c:v>
                </c:pt>
                <c:pt idx="2559">
                  <c:v>0.28154200000000001</c:v>
                </c:pt>
                <c:pt idx="2560">
                  <c:v>0.28184700000000001</c:v>
                </c:pt>
                <c:pt idx="2561">
                  <c:v>0.28215299999999999</c:v>
                </c:pt>
                <c:pt idx="2562">
                  <c:v>0.28245799999999999</c:v>
                </c:pt>
                <c:pt idx="2563">
                  <c:v>0.28276400000000002</c:v>
                </c:pt>
                <c:pt idx="2564">
                  <c:v>0.28306900000000002</c:v>
                </c:pt>
                <c:pt idx="2565">
                  <c:v>0.28337400000000001</c:v>
                </c:pt>
                <c:pt idx="2566">
                  <c:v>0.28367999999999999</c:v>
                </c:pt>
                <c:pt idx="2567">
                  <c:v>0.28398499999999999</c:v>
                </c:pt>
                <c:pt idx="2568">
                  <c:v>0.28429100000000002</c:v>
                </c:pt>
                <c:pt idx="2569">
                  <c:v>0.28459600000000002</c:v>
                </c:pt>
                <c:pt idx="2570">
                  <c:v>0.28490100000000002</c:v>
                </c:pt>
                <c:pt idx="2571">
                  <c:v>0.28520699999999999</c:v>
                </c:pt>
                <c:pt idx="2572">
                  <c:v>0.28551199999999999</c:v>
                </c:pt>
                <c:pt idx="2573">
                  <c:v>0.28581800000000002</c:v>
                </c:pt>
                <c:pt idx="2574">
                  <c:v>0.28612300000000002</c:v>
                </c:pt>
                <c:pt idx="2575">
                  <c:v>0.28642800000000002</c:v>
                </c:pt>
                <c:pt idx="2576">
                  <c:v>0.28673399999999999</c:v>
                </c:pt>
                <c:pt idx="2577">
                  <c:v>0.28703899999999999</c:v>
                </c:pt>
                <c:pt idx="2578">
                  <c:v>0.28734500000000002</c:v>
                </c:pt>
                <c:pt idx="2579">
                  <c:v>0.28765000000000002</c:v>
                </c:pt>
                <c:pt idx="2580">
                  <c:v>0.28795500000000002</c:v>
                </c:pt>
                <c:pt idx="2581">
                  <c:v>0.28826099999999999</c:v>
                </c:pt>
                <c:pt idx="2582">
                  <c:v>0.28856599999999999</c:v>
                </c:pt>
                <c:pt idx="2583">
                  <c:v>0.28887200000000002</c:v>
                </c:pt>
                <c:pt idx="2584">
                  <c:v>0.28917700000000002</c:v>
                </c:pt>
                <c:pt idx="2585">
                  <c:v>0.28948200000000002</c:v>
                </c:pt>
                <c:pt idx="2586">
                  <c:v>0.28978799999999999</c:v>
                </c:pt>
                <c:pt idx="2587">
                  <c:v>0.29009299999999999</c:v>
                </c:pt>
                <c:pt idx="2588">
                  <c:v>0.29039900000000002</c:v>
                </c:pt>
                <c:pt idx="2589">
                  <c:v>0.29070400000000002</c:v>
                </c:pt>
                <c:pt idx="2590">
                  <c:v>0.29100900000000002</c:v>
                </c:pt>
                <c:pt idx="2591">
                  <c:v>0.29131499999999999</c:v>
                </c:pt>
                <c:pt idx="2592">
                  <c:v>0.29161999999999999</c:v>
                </c:pt>
                <c:pt idx="2593">
                  <c:v>0.29192600000000002</c:v>
                </c:pt>
                <c:pt idx="2594">
                  <c:v>0.29223100000000002</c:v>
                </c:pt>
                <c:pt idx="2595">
                  <c:v>0.29253600000000002</c:v>
                </c:pt>
                <c:pt idx="2596">
                  <c:v>0.29284199999999999</c:v>
                </c:pt>
                <c:pt idx="2597">
                  <c:v>0.29314699999999999</c:v>
                </c:pt>
                <c:pt idx="2598">
                  <c:v>0.29345300000000002</c:v>
                </c:pt>
                <c:pt idx="2599">
                  <c:v>0.29375800000000002</c:v>
                </c:pt>
                <c:pt idx="2600">
                  <c:v>0.29406300000000002</c:v>
                </c:pt>
                <c:pt idx="2601">
                  <c:v>0.29436899999999999</c:v>
                </c:pt>
                <c:pt idx="2602">
                  <c:v>0.29467399999999999</c:v>
                </c:pt>
                <c:pt idx="2603">
                  <c:v>0.29498000000000002</c:v>
                </c:pt>
                <c:pt idx="2604">
                  <c:v>0.29528500000000002</c:v>
                </c:pt>
                <c:pt idx="2605">
                  <c:v>0.29559000000000002</c:v>
                </c:pt>
                <c:pt idx="2606">
                  <c:v>0.29589599999999999</c:v>
                </c:pt>
                <c:pt idx="2607">
                  <c:v>0.29620099999999999</c:v>
                </c:pt>
                <c:pt idx="2608">
                  <c:v>0.29650599999999999</c:v>
                </c:pt>
                <c:pt idx="2609">
                  <c:v>0.29681200000000002</c:v>
                </c:pt>
                <c:pt idx="2610">
                  <c:v>0.29711700000000002</c:v>
                </c:pt>
                <c:pt idx="2611">
                  <c:v>0.29742299999999999</c:v>
                </c:pt>
                <c:pt idx="2612">
                  <c:v>0.29772799999999999</c:v>
                </c:pt>
                <c:pt idx="2613">
                  <c:v>0.29803299999999999</c:v>
                </c:pt>
                <c:pt idx="2614">
                  <c:v>0.29833900000000002</c:v>
                </c:pt>
                <c:pt idx="2615">
                  <c:v>0.29864400000000002</c:v>
                </c:pt>
                <c:pt idx="2616">
                  <c:v>0.29894999999999999</c:v>
                </c:pt>
                <c:pt idx="2617">
                  <c:v>0.29925499999999999</c:v>
                </c:pt>
                <c:pt idx="2618">
                  <c:v>0.29955999999999999</c:v>
                </c:pt>
                <c:pt idx="2619">
                  <c:v>0.29986600000000002</c:v>
                </c:pt>
                <c:pt idx="2620">
                  <c:v>0.30017100000000002</c:v>
                </c:pt>
                <c:pt idx="2621">
                  <c:v>0.30047699999999999</c:v>
                </c:pt>
                <c:pt idx="2622">
                  <c:v>0.30078199999999999</c:v>
                </c:pt>
                <c:pt idx="2623">
                  <c:v>0.30108699999999999</c:v>
                </c:pt>
                <c:pt idx="2624">
                  <c:v>0.30139300000000002</c:v>
                </c:pt>
                <c:pt idx="2625">
                  <c:v>0.30169800000000002</c:v>
                </c:pt>
                <c:pt idx="2626">
                  <c:v>0.30200399999999999</c:v>
                </c:pt>
                <c:pt idx="2627">
                  <c:v>0.30230899999999999</c:v>
                </c:pt>
                <c:pt idx="2628">
                  <c:v>0.30261399999999999</c:v>
                </c:pt>
                <c:pt idx="2629">
                  <c:v>0.30292000000000002</c:v>
                </c:pt>
                <c:pt idx="2630">
                  <c:v>0.30322500000000002</c:v>
                </c:pt>
                <c:pt idx="2631">
                  <c:v>0.303531</c:v>
                </c:pt>
                <c:pt idx="2632">
                  <c:v>0.30383599999999999</c:v>
                </c:pt>
                <c:pt idx="2633">
                  <c:v>0.30414099999999999</c:v>
                </c:pt>
                <c:pt idx="2634">
                  <c:v>0.30444700000000002</c:v>
                </c:pt>
                <c:pt idx="2635">
                  <c:v>0.30475200000000002</c:v>
                </c:pt>
                <c:pt idx="2636">
                  <c:v>0.305058</c:v>
                </c:pt>
                <c:pt idx="2637">
                  <c:v>0.305363</c:v>
                </c:pt>
                <c:pt idx="2638">
                  <c:v>0.305668</c:v>
                </c:pt>
                <c:pt idx="2639">
                  <c:v>0.30597400000000002</c:v>
                </c:pt>
                <c:pt idx="2640">
                  <c:v>0.30627900000000002</c:v>
                </c:pt>
                <c:pt idx="2641">
                  <c:v>0.306585</c:v>
                </c:pt>
                <c:pt idx="2642">
                  <c:v>0.30689</c:v>
                </c:pt>
                <c:pt idx="2643">
                  <c:v>0.307195</c:v>
                </c:pt>
                <c:pt idx="2644">
                  <c:v>0.30750100000000002</c:v>
                </c:pt>
                <c:pt idx="2645">
                  <c:v>0.30780600000000002</c:v>
                </c:pt>
                <c:pt idx="2646">
                  <c:v>0.308112</c:v>
                </c:pt>
                <c:pt idx="2647">
                  <c:v>0.308417</c:v>
                </c:pt>
                <c:pt idx="2648">
                  <c:v>0.308722</c:v>
                </c:pt>
                <c:pt idx="2649">
                  <c:v>0.30902800000000002</c:v>
                </c:pt>
                <c:pt idx="2650">
                  <c:v>0.30933300000000002</c:v>
                </c:pt>
                <c:pt idx="2651">
                  <c:v>0.309639</c:v>
                </c:pt>
                <c:pt idx="2652">
                  <c:v>0.309944</c:v>
                </c:pt>
                <c:pt idx="2653">
                  <c:v>0.310249</c:v>
                </c:pt>
                <c:pt idx="2654">
                  <c:v>0.31055500000000003</c:v>
                </c:pt>
                <c:pt idx="2655">
                  <c:v>0.31086000000000003</c:v>
                </c:pt>
                <c:pt idx="2656">
                  <c:v>0.311166</c:v>
                </c:pt>
                <c:pt idx="2657">
                  <c:v>0.311471</c:v>
                </c:pt>
                <c:pt idx="2658">
                  <c:v>0.311776</c:v>
                </c:pt>
                <c:pt idx="2659">
                  <c:v>0.31208200000000003</c:v>
                </c:pt>
                <c:pt idx="2660">
                  <c:v>0.31238700000000003</c:v>
                </c:pt>
                <c:pt idx="2661">
                  <c:v>0.312693</c:v>
                </c:pt>
                <c:pt idx="2662">
                  <c:v>0.312998</c:v>
                </c:pt>
                <c:pt idx="2663">
                  <c:v>0.313303</c:v>
                </c:pt>
                <c:pt idx="2664">
                  <c:v>0.31360900000000003</c:v>
                </c:pt>
                <c:pt idx="2665">
                  <c:v>0.31391400000000003</c:v>
                </c:pt>
                <c:pt idx="2666">
                  <c:v>0.31422</c:v>
                </c:pt>
                <c:pt idx="2667">
                  <c:v>0.314525</c:v>
                </c:pt>
                <c:pt idx="2668">
                  <c:v>0.31483</c:v>
                </c:pt>
                <c:pt idx="2669">
                  <c:v>0.31513600000000003</c:v>
                </c:pt>
                <c:pt idx="2670">
                  <c:v>0.31544100000000003</c:v>
                </c:pt>
                <c:pt idx="2671">
                  <c:v>0.315747</c:v>
                </c:pt>
                <c:pt idx="2672">
                  <c:v>0.316052</c:v>
                </c:pt>
                <c:pt idx="2673">
                  <c:v>0.316357</c:v>
                </c:pt>
                <c:pt idx="2674">
                  <c:v>0.31666299999999997</c:v>
                </c:pt>
                <c:pt idx="2675">
                  <c:v>0.31696800000000003</c:v>
                </c:pt>
                <c:pt idx="2676">
                  <c:v>0.317274</c:v>
                </c:pt>
                <c:pt idx="2677">
                  <c:v>0.317579</c:v>
                </c:pt>
                <c:pt idx="2678">
                  <c:v>0.317884</c:v>
                </c:pt>
                <c:pt idx="2679">
                  <c:v>0.31818999999999997</c:v>
                </c:pt>
                <c:pt idx="2680">
                  <c:v>0.31849499999999997</c:v>
                </c:pt>
                <c:pt idx="2681">
                  <c:v>0.318801</c:v>
                </c:pt>
                <c:pt idx="2682">
                  <c:v>0.319106</c:v>
                </c:pt>
                <c:pt idx="2683">
                  <c:v>0.319411</c:v>
                </c:pt>
                <c:pt idx="2684">
                  <c:v>0.31971699999999997</c:v>
                </c:pt>
                <c:pt idx="2685">
                  <c:v>0.32002199999999997</c:v>
                </c:pt>
                <c:pt idx="2686">
                  <c:v>0.320328</c:v>
                </c:pt>
                <c:pt idx="2687">
                  <c:v>0.320633</c:v>
                </c:pt>
                <c:pt idx="2688">
                  <c:v>0.320938</c:v>
                </c:pt>
                <c:pt idx="2689">
                  <c:v>0.32124399999999997</c:v>
                </c:pt>
                <c:pt idx="2690">
                  <c:v>0.32154899999999997</c:v>
                </c:pt>
                <c:pt idx="2691">
                  <c:v>0.32185399999999997</c:v>
                </c:pt>
                <c:pt idx="2692">
                  <c:v>0.32216</c:v>
                </c:pt>
                <c:pt idx="2693">
                  <c:v>0.322465</c:v>
                </c:pt>
                <c:pt idx="2694">
                  <c:v>0.32277099999999997</c:v>
                </c:pt>
                <c:pt idx="2695">
                  <c:v>0.32307599999999997</c:v>
                </c:pt>
                <c:pt idx="2696">
                  <c:v>0.32338099999999997</c:v>
                </c:pt>
                <c:pt idx="2697">
                  <c:v>0.323687</c:v>
                </c:pt>
                <c:pt idx="2698">
                  <c:v>0.323992</c:v>
                </c:pt>
                <c:pt idx="2699">
                  <c:v>0.32429799999999998</c:v>
                </c:pt>
                <c:pt idx="2700">
                  <c:v>0.32460299999999997</c:v>
                </c:pt>
                <c:pt idx="2701">
                  <c:v>0.32490799999999997</c:v>
                </c:pt>
                <c:pt idx="2702">
                  <c:v>0.325214</c:v>
                </c:pt>
                <c:pt idx="2703">
                  <c:v>0.325519</c:v>
                </c:pt>
                <c:pt idx="2704">
                  <c:v>0.32582499999999998</c:v>
                </c:pt>
                <c:pt idx="2705">
                  <c:v>0.32612999999999998</c:v>
                </c:pt>
                <c:pt idx="2706">
                  <c:v>0.32643499999999998</c:v>
                </c:pt>
                <c:pt idx="2707">
                  <c:v>0.326741</c:v>
                </c:pt>
                <c:pt idx="2708">
                  <c:v>0.327046</c:v>
                </c:pt>
                <c:pt idx="2709">
                  <c:v>0.32735199999999998</c:v>
                </c:pt>
                <c:pt idx="2710">
                  <c:v>0.32765699999999998</c:v>
                </c:pt>
                <c:pt idx="2711">
                  <c:v>0.32796199999999998</c:v>
                </c:pt>
                <c:pt idx="2712">
                  <c:v>0.328268</c:v>
                </c:pt>
                <c:pt idx="2713">
                  <c:v>0.328573</c:v>
                </c:pt>
                <c:pt idx="2714">
                  <c:v>0.32887899999999998</c:v>
                </c:pt>
                <c:pt idx="2715">
                  <c:v>0.32918399999999998</c:v>
                </c:pt>
                <c:pt idx="2716">
                  <c:v>0.32948899999999998</c:v>
                </c:pt>
                <c:pt idx="2717">
                  <c:v>0.329795</c:v>
                </c:pt>
                <c:pt idx="2718">
                  <c:v>0.3301</c:v>
                </c:pt>
                <c:pt idx="2719">
                  <c:v>0.33040599999999998</c:v>
                </c:pt>
                <c:pt idx="2720">
                  <c:v>0.33071099999999998</c:v>
                </c:pt>
                <c:pt idx="2721">
                  <c:v>0.33101599999999998</c:v>
                </c:pt>
                <c:pt idx="2722">
                  <c:v>0.33132200000000001</c:v>
                </c:pt>
                <c:pt idx="2723">
                  <c:v>0.33162700000000001</c:v>
                </c:pt>
                <c:pt idx="2724">
                  <c:v>0.33193299999999998</c:v>
                </c:pt>
                <c:pt idx="2725">
                  <c:v>0.33223799999999998</c:v>
                </c:pt>
                <c:pt idx="2726">
                  <c:v>0.33254299999999998</c:v>
                </c:pt>
                <c:pt idx="2727">
                  <c:v>0.33284900000000001</c:v>
                </c:pt>
                <c:pt idx="2728">
                  <c:v>0.33315400000000001</c:v>
                </c:pt>
                <c:pt idx="2729">
                  <c:v>0.33345999999999998</c:v>
                </c:pt>
                <c:pt idx="2730">
                  <c:v>0.33376499999999998</c:v>
                </c:pt>
                <c:pt idx="2731">
                  <c:v>0.33406999999999998</c:v>
                </c:pt>
                <c:pt idx="2732">
                  <c:v>0.33437600000000001</c:v>
                </c:pt>
                <c:pt idx="2733">
                  <c:v>0.33468100000000001</c:v>
                </c:pt>
                <c:pt idx="2734">
                  <c:v>0.33498699999999998</c:v>
                </c:pt>
                <c:pt idx="2735">
                  <c:v>0.33529199999999998</c:v>
                </c:pt>
                <c:pt idx="2736">
                  <c:v>0.33559699999999998</c:v>
                </c:pt>
                <c:pt idx="2737">
                  <c:v>0.33590300000000001</c:v>
                </c:pt>
                <c:pt idx="2738">
                  <c:v>0.33620800000000001</c:v>
                </c:pt>
                <c:pt idx="2739">
                  <c:v>0.33651399999999998</c:v>
                </c:pt>
                <c:pt idx="2740">
                  <c:v>0.33681899999999998</c:v>
                </c:pt>
                <c:pt idx="2741">
                  <c:v>0.33712399999999998</c:v>
                </c:pt>
                <c:pt idx="2742">
                  <c:v>0.33743000000000001</c:v>
                </c:pt>
                <c:pt idx="2743">
                  <c:v>0.33773500000000001</c:v>
                </c:pt>
                <c:pt idx="2744">
                  <c:v>0.33804099999999998</c:v>
                </c:pt>
                <c:pt idx="2745">
                  <c:v>0.33834599999999998</c:v>
                </c:pt>
                <c:pt idx="2746">
                  <c:v>0.33865099999999998</c:v>
                </c:pt>
                <c:pt idx="2747">
                  <c:v>0.33895700000000001</c:v>
                </c:pt>
                <c:pt idx="2748">
                  <c:v>0.33926200000000001</c:v>
                </c:pt>
                <c:pt idx="2749">
                  <c:v>0.33956799999999998</c:v>
                </c:pt>
                <c:pt idx="2750">
                  <c:v>0.33987299999999998</c:v>
                </c:pt>
                <c:pt idx="2751">
                  <c:v>0.34017799999999998</c:v>
                </c:pt>
                <c:pt idx="2752">
                  <c:v>0.34048400000000001</c:v>
                </c:pt>
                <c:pt idx="2753">
                  <c:v>0.34078900000000001</c:v>
                </c:pt>
                <c:pt idx="2754">
                  <c:v>0.34109499999999998</c:v>
                </c:pt>
                <c:pt idx="2755">
                  <c:v>0.34139999999999998</c:v>
                </c:pt>
                <c:pt idx="2756">
                  <c:v>0.34170499999999998</c:v>
                </c:pt>
                <c:pt idx="2757">
                  <c:v>0.34201100000000001</c:v>
                </c:pt>
                <c:pt idx="2758">
                  <c:v>0.34231600000000001</c:v>
                </c:pt>
                <c:pt idx="2759">
                  <c:v>0.34262199999999998</c:v>
                </c:pt>
                <c:pt idx="2760">
                  <c:v>0.34292699999999998</c:v>
                </c:pt>
                <c:pt idx="2761">
                  <c:v>0.34323199999999998</c:v>
                </c:pt>
                <c:pt idx="2762">
                  <c:v>0.34353800000000001</c:v>
                </c:pt>
                <c:pt idx="2763">
                  <c:v>0.34384300000000001</c:v>
                </c:pt>
                <c:pt idx="2764">
                  <c:v>0.34414899999999998</c:v>
                </c:pt>
                <c:pt idx="2765">
                  <c:v>0.34445399999999998</c:v>
                </c:pt>
                <c:pt idx="2766">
                  <c:v>0.34475899999999998</c:v>
                </c:pt>
                <c:pt idx="2767">
                  <c:v>0.34506500000000001</c:v>
                </c:pt>
                <c:pt idx="2768">
                  <c:v>0.34537000000000001</c:v>
                </c:pt>
                <c:pt idx="2769">
                  <c:v>0.34567599999999998</c:v>
                </c:pt>
                <c:pt idx="2770">
                  <c:v>0.34598099999999998</c:v>
                </c:pt>
                <c:pt idx="2771">
                  <c:v>0.34628599999999998</c:v>
                </c:pt>
                <c:pt idx="2772">
                  <c:v>0.34659200000000001</c:v>
                </c:pt>
                <c:pt idx="2773">
                  <c:v>0.34689700000000001</c:v>
                </c:pt>
                <c:pt idx="2774">
                  <c:v>0.34720200000000001</c:v>
                </c:pt>
                <c:pt idx="2775">
                  <c:v>0.34750799999999998</c:v>
                </c:pt>
                <c:pt idx="2776">
                  <c:v>0.34781299999999998</c:v>
                </c:pt>
                <c:pt idx="2777">
                  <c:v>0.34811900000000001</c:v>
                </c:pt>
                <c:pt idx="2778">
                  <c:v>0.34842400000000001</c:v>
                </c:pt>
                <c:pt idx="2779">
                  <c:v>0.34872900000000001</c:v>
                </c:pt>
                <c:pt idx="2780">
                  <c:v>0.34903499999999998</c:v>
                </c:pt>
                <c:pt idx="2781">
                  <c:v>0.34933999999999998</c:v>
                </c:pt>
                <c:pt idx="2782">
                  <c:v>0.34964600000000001</c:v>
                </c:pt>
                <c:pt idx="2783">
                  <c:v>0.34995100000000001</c:v>
                </c:pt>
                <c:pt idx="2784">
                  <c:v>0.35025600000000001</c:v>
                </c:pt>
                <c:pt idx="2785">
                  <c:v>0.35056199999999998</c:v>
                </c:pt>
                <c:pt idx="2786">
                  <c:v>0.35086699999999998</c:v>
                </c:pt>
                <c:pt idx="2787">
                  <c:v>0.35117300000000001</c:v>
                </c:pt>
                <c:pt idx="2788">
                  <c:v>0.35147800000000001</c:v>
                </c:pt>
                <c:pt idx="2789">
                  <c:v>0.35178300000000001</c:v>
                </c:pt>
                <c:pt idx="2790">
                  <c:v>0.35208899999999999</c:v>
                </c:pt>
                <c:pt idx="2791">
                  <c:v>0.35239399999999999</c:v>
                </c:pt>
                <c:pt idx="2792">
                  <c:v>0.35270000000000001</c:v>
                </c:pt>
                <c:pt idx="2793">
                  <c:v>0.35300500000000001</c:v>
                </c:pt>
                <c:pt idx="2794">
                  <c:v>0.35331000000000001</c:v>
                </c:pt>
                <c:pt idx="2795">
                  <c:v>0.35361599999999999</c:v>
                </c:pt>
                <c:pt idx="2796">
                  <c:v>0.35392099999999999</c:v>
                </c:pt>
                <c:pt idx="2797">
                  <c:v>0.35422700000000001</c:v>
                </c:pt>
                <c:pt idx="2798">
                  <c:v>0.35453200000000001</c:v>
                </c:pt>
                <c:pt idx="2799">
                  <c:v>0.35483700000000001</c:v>
                </c:pt>
                <c:pt idx="2800">
                  <c:v>0.35514299999999999</c:v>
                </c:pt>
                <c:pt idx="2801">
                  <c:v>0.35544799999999999</c:v>
                </c:pt>
                <c:pt idx="2802">
                  <c:v>0.35575400000000001</c:v>
                </c:pt>
                <c:pt idx="2803">
                  <c:v>0.35605900000000001</c:v>
                </c:pt>
                <c:pt idx="2804">
                  <c:v>0.35636400000000001</c:v>
                </c:pt>
                <c:pt idx="2805">
                  <c:v>0.35666999999999999</c:v>
                </c:pt>
                <c:pt idx="2806">
                  <c:v>0.35697499999999999</c:v>
                </c:pt>
                <c:pt idx="2807">
                  <c:v>0.35728100000000002</c:v>
                </c:pt>
                <c:pt idx="2808">
                  <c:v>0.35758600000000001</c:v>
                </c:pt>
                <c:pt idx="2809">
                  <c:v>0.35789100000000001</c:v>
                </c:pt>
                <c:pt idx="2810">
                  <c:v>0.35819699999999999</c:v>
                </c:pt>
                <c:pt idx="2811">
                  <c:v>0.35850199999999999</c:v>
                </c:pt>
                <c:pt idx="2812">
                  <c:v>0.35880800000000002</c:v>
                </c:pt>
                <c:pt idx="2813">
                  <c:v>0.35911300000000002</c:v>
                </c:pt>
                <c:pt idx="2814">
                  <c:v>0.35941800000000002</c:v>
                </c:pt>
                <c:pt idx="2815">
                  <c:v>0.35972399999999999</c:v>
                </c:pt>
                <c:pt idx="2816">
                  <c:v>0.36002899999999999</c:v>
                </c:pt>
                <c:pt idx="2817">
                  <c:v>0.36033500000000002</c:v>
                </c:pt>
                <c:pt idx="2818">
                  <c:v>0.36064000000000002</c:v>
                </c:pt>
                <c:pt idx="2819">
                  <c:v>0.36094500000000002</c:v>
                </c:pt>
                <c:pt idx="2820">
                  <c:v>0.36125099999999999</c:v>
                </c:pt>
                <c:pt idx="2821">
                  <c:v>0.36155599999999999</c:v>
                </c:pt>
                <c:pt idx="2822">
                  <c:v>0.36186200000000002</c:v>
                </c:pt>
                <c:pt idx="2823">
                  <c:v>0.36216700000000002</c:v>
                </c:pt>
                <c:pt idx="2824">
                  <c:v>0.36247200000000002</c:v>
                </c:pt>
                <c:pt idx="2825">
                  <c:v>0.36277799999999999</c:v>
                </c:pt>
                <c:pt idx="2826">
                  <c:v>0.36308299999999999</c:v>
                </c:pt>
                <c:pt idx="2827">
                  <c:v>0.36338900000000002</c:v>
                </c:pt>
                <c:pt idx="2828">
                  <c:v>0.36369400000000002</c:v>
                </c:pt>
                <c:pt idx="2829">
                  <c:v>0.36399900000000002</c:v>
                </c:pt>
                <c:pt idx="2830">
                  <c:v>0.36430499999999999</c:v>
                </c:pt>
                <c:pt idx="2831">
                  <c:v>0.36460999999999999</c:v>
                </c:pt>
                <c:pt idx="2832">
                  <c:v>0.36491600000000002</c:v>
                </c:pt>
                <c:pt idx="2833">
                  <c:v>0.36522100000000002</c:v>
                </c:pt>
                <c:pt idx="2834">
                  <c:v>0.36552600000000002</c:v>
                </c:pt>
                <c:pt idx="2835">
                  <c:v>0.36583199999999999</c:v>
                </c:pt>
                <c:pt idx="2836">
                  <c:v>0.36613699999999999</c:v>
                </c:pt>
                <c:pt idx="2837">
                  <c:v>0.36644300000000002</c:v>
                </c:pt>
                <c:pt idx="2838">
                  <c:v>0.36674800000000002</c:v>
                </c:pt>
                <c:pt idx="2839">
                  <c:v>0.36705300000000002</c:v>
                </c:pt>
                <c:pt idx="2840">
                  <c:v>0.36735899999999999</c:v>
                </c:pt>
                <c:pt idx="2841">
                  <c:v>0.36766399999999999</c:v>
                </c:pt>
                <c:pt idx="2842">
                  <c:v>0.36797000000000002</c:v>
                </c:pt>
                <c:pt idx="2843">
                  <c:v>0.36827500000000002</c:v>
                </c:pt>
                <c:pt idx="2844">
                  <c:v>0.36858000000000002</c:v>
                </c:pt>
                <c:pt idx="2845">
                  <c:v>0.36888599999999999</c:v>
                </c:pt>
                <c:pt idx="2846">
                  <c:v>0.36919099999999999</c:v>
                </c:pt>
                <c:pt idx="2847">
                  <c:v>0.36949700000000002</c:v>
                </c:pt>
                <c:pt idx="2848">
                  <c:v>0.36980200000000002</c:v>
                </c:pt>
                <c:pt idx="2849">
                  <c:v>0.37010700000000002</c:v>
                </c:pt>
                <c:pt idx="2850">
                  <c:v>0.37041299999999999</c:v>
                </c:pt>
                <c:pt idx="2851">
                  <c:v>0.37071799999999999</c:v>
                </c:pt>
                <c:pt idx="2852">
                  <c:v>0.37102400000000002</c:v>
                </c:pt>
                <c:pt idx="2853">
                  <c:v>0.37132900000000002</c:v>
                </c:pt>
                <c:pt idx="2854">
                  <c:v>0.37163400000000002</c:v>
                </c:pt>
                <c:pt idx="2855">
                  <c:v>0.37193999999999999</c:v>
                </c:pt>
                <c:pt idx="2856">
                  <c:v>0.37224499999999999</c:v>
                </c:pt>
                <c:pt idx="2857">
                  <c:v>0.37255100000000002</c:v>
                </c:pt>
                <c:pt idx="2858">
                  <c:v>0.37285600000000002</c:v>
                </c:pt>
                <c:pt idx="2859">
                  <c:v>0.37316100000000002</c:v>
                </c:pt>
                <c:pt idx="2860">
                  <c:v>0.37346699999999999</c:v>
                </c:pt>
                <c:pt idx="2861">
                  <c:v>0.37377199999999999</c:v>
                </c:pt>
                <c:pt idx="2862">
                  <c:v>0.37407699999999999</c:v>
                </c:pt>
                <c:pt idx="2863">
                  <c:v>0.37438300000000002</c:v>
                </c:pt>
                <c:pt idx="2864">
                  <c:v>0.37468800000000002</c:v>
                </c:pt>
                <c:pt idx="2865">
                  <c:v>0.37499399999999999</c:v>
                </c:pt>
                <c:pt idx="2866">
                  <c:v>0.37529899999999999</c:v>
                </c:pt>
                <c:pt idx="2867">
                  <c:v>0.37560399999999999</c:v>
                </c:pt>
                <c:pt idx="2868">
                  <c:v>0.37591000000000002</c:v>
                </c:pt>
                <c:pt idx="2869">
                  <c:v>0.37621500000000002</c:v>
                </c:pt>
                <c:pt idx="2870">
                  <c:v>0.37652099999999999</c:v>
                </c:pt>
                <c:pt idx="2871">
                  <c:v>0.37682599999999999</c:v>
                </c:pt>
                <c:pt idx="2872">
                  <c:v>0.37713099999999999</c:v>
                </c:pt>
                <c:pt idx="2873">
                  <c:v>0.37743700000000002</c:v>
                </c:pt>
                <c:pt idx="2874">
                  <c:v>0.37774200000000002</c:v>
                </c:pt>
                <c:pt idx="2875">
                  <c:v>0.378048</c:v>
                </c:pt>
                <c:pt idx="2876">
                  <c:v>0.37835299999999999</c:v>
                </c:pt>
                <c:pt idx="2877">
                  <c:v>0.37865799999999999</c:v>
                </c:pt>
                <c:pt idx="2878">
                  <c:v>0.37896400000000002</c:v>
                </c:pt>
                <c:pt idx="2879">
                  <c:v>0.37926900000000002</c:v>
                </c:pt>
                <c:pt idx="2880">
                  <c:v>0.379575</c:v>
                </c:pt>
                <c:pt idx="2881">
                  <c:v>0.37988</c:v>
                </c:pt>
                <c:pt idx="2882">
                  <c:v>0.380185</c:v>
                </c:pt>
                <c:pt idx="2883">
                  <c:v>0.38049100000000002</c:v>
                </c:pt>
                <c:pt idx="2884">
                  <c:v>0.38079600000000002</c:v>
                </c:pt>
                <c:pt idx="2885">
                  <c:v>0.381102</c:v>
                </c:pt>
                <c:pt idx="2886">
                  <c:v>0.381407</c:v>
                </c:pt>
                <c:pt idx="2887">
                  <c:v>0.381712</c:v>
                </c:pt>
                <c:pt idx="2888">
                  <c:v>0.38201800000000002</c:v>
                </c:pt>
                <c:pt idx="2889">
                  <c:v>0.38232300000000002</c:v>
                </c:pt>
                <c:pt idx="2890">
                  <c:v>0.382629</c:v>
                </c:pt>
                <c:pt idx="2891">
                  <c:v>0.382934</c:v>
                </c:pt>
                <c:pt idx="2892">
                  <c:v>0.383239</c:v>
                </c:pt>
                <c:pt idx="2893">
                  <c:v>0.38354500000000002</c:v>
                </c:pt>
                <c:pt idx="2894">
                  <c:v>0.38385000000000002</c:v>
                </c:pt>
                <c:pt idx="2895">
                  <c:v>0.384156</c:v>
                </c:pt>
                <c:pt idx="2896">
                  <c:v>0.384461</c:v>
                </c:pt>
                <c:pt idx="2897">
                  <c:v>0.384766</c:v>
                </c:pt>
                <c:pt idx="2898">
                  <c:v>0.38507200000000003</c:v>
                </c:pt>
                <c:pt idx="2899">
                  <c:v>0.38537700000000003</c:v>
                </c:pt>
                <c:pt idx="2900">
                  <c:v>0.385683</c:v>
                </c:pt>
                <c:pt idx="2901">
                  <c:v>0.385988</c:v>
                </c:pt>
                <c:pt idx="2902">
                  <c:v>0.386293</c:v>
                </c:pt>
                <c:pt idx="2903">
                  <c:v>0.38659900000000003</c:v>
                </c:pt>
                <c:pt idx="2904">
                  <c:v>0.38690400000000003</c:v>
                </c:pt>
                <c:pt idx="2905">
                  <c:v>0.38721</c:v>
                </c:pt>
                <c:pt idx="2906">
                  <c:v>0.387515</c:v>
                </c:pt>
                <c:pt idx="2907">
                  <c:v>0.38782</c:v>
                </c:pt>
                <c:pt idx="2908">
                  <c:v>0.38812600000000003</c:v>
                </c:pt>
                <c:pt idx="2909">
                  <c:v>0.38843100000000003</c:v>
                </c:pt>
                <c:pt idx="2910">
                  <c:v>0.388737</c:v>
                </c:pt>
                <c:pt idx="2911">
                  <c:v>0.389042</c:v>
                </c:pt>
                <c:pt idx="2912">
                  <c:v>0.389347</c:v>
                </c:pt>
                <c:pt idx="2913">
                  <c:v>0.38965300000000003</c:v>
                </c:pt>
                <c:pt idx="2914">
                  <c:v>0.38995800000000003</c:v>
                </c:pt>
                <c:pt idx="2915">
                  <c:v>0.390264</c:v>
                </c:pt>
                <c:pt idx="2916">
                  <c:v>0.390569</c:v>
                </c:pt>
                <c:pt idx="2917">
                  <c:v>0.390874</c:v>
                </c:pt>
                <c:pt idx="2918">
                  <c:v>0.39118000000000003</c:v>
                </c:pt>
                <c:pt idx="2919">
                  <c:v>0.39148500000000003</c:v>
                </c:pt>
                <c:pt idx="2920">
                  <c:v>0.391791</c:v>
                </c:pt>
                <c:pt idx="2921">
                  <c:v>0.392096</c:v>
                </c:pt>
                <c:pt idx="2922">
                  <c:v>0.392401</c:v>
                </c:pt>
                <c:pt idx="2923">
                  <c:v>0.39270699999999997</c:v>
                </c:pt>
                <c:pt idx="2924">
                  <c:v>0.39301199999999997</c:v>
                </c:pt>
                <c:pt idx="2925">
                  <c:v>0.393318</c:v>
                </c:pt>
                <c:pt idx="2926">
                  <c:v>0.393623</c:v>
                </c:pt>
                <c:pt idx="2927">
                  <c:v>0.393928</c:v>
                </c:pt>
                <c:pt idx="2928">
                  <c:v>0.39423399999999997</c:v>
                </c:pt>
                <c:pt idx="2929">
                  <c:v>0.39453899999999997</c:v>
                </c:pt>
                <c:pt idx="2930">
                  <c:v>0.394845</c:v>
                </c:pt>
                <c:pt idx="2931">
                  <c:v>0.39515</c:v>
                </c:pt>
                <c:pt idx="2932">
                  <c:v>0.395455</c:v>
                </c:pt>
                <c:pt idx="2933">
                  <c:v>0.39576099999999997</c:v>
                </c:pt>
                <c:pt idx="2934">
                  <c:v>0.39606599999999997</c:v>
                </c:pt>
                <c:pt idx="2935">
                  <c:v>0.396372</c:v>
                </c:pt>
                <c:pt idx="2936">
                  <c:v>0.396677</c:v>
                </c:pt>
                <c:pt idx="2937">
                  <c:v>0.396982</c:v>
                </c:pt>
                <c:pt idx="2938">
                  <c:v>0.39728799999999997</c:v>
                </c:pt>
                <c:pt idx="2939">
                  <c:v>0.39759299999999997</c:v>
                </c:pt>
                <c:pt idx="2940">
                  <c:v>0.397899</c:v>
                </c:pt>
                <c:pt idx="2941">
                  <c:v>0.398204</c:v>
                </c:pt>
                <c:pt idx="2942">
                  <c:v>0.398509</c:v>
                </c:pt>
                <c:pt idx="2943">
                  <c:v>0.39881499999999998</c:v>
                </c:pt>
                <c:pt idx="2944">
                  <c:v>0.39911999999999997</c:v>
                </c:pt>
                <c:pt idx="2945">
                  <c:v>0.39942499999999997</c:v>
                </c:pt>
                <c:pt idx="2946">
                  <c:v>0.399731</c:v>
                </c:pt>
                <c:pt idx="2947">
                  <c:v>0.400036</c:v>
                </c:pt>
                <c:pt idx="2948">
                  <c:v>0.40034199999999998</c:v>
                </c:pt>
                <c:pt idx="2949">
                  <c:v>0.40064699999999998</c:v>
                </c:pt>
                <c:pt idx="2950">
                  <c:v>0.40095199999999998</c:v>
                </c:pt>
                <c:pt idx="2951">
                  <c:v>0.401258</c:v>
                </c:pt>
                <c:pt idx="2952">
                  <c:v>0.401563</c:v>
                </c:pt>
                <c:pt idx="2953">
                  <c:v>0.40186899999999998</c:v>
                </c:pt>
                <c:pt idx="2954">
                  <c:v>0.40217399999999998</c:v>
                </c:pt>
                <c:pt idx="2955">
                  <c:v>0.40247899999999998</c:v>
                </c:pt>
                <c:pt idx="2956">
                  <c:v>0.402785</c:v>
                </c:pt>
                <c:pt idx="2957">
                  <c:v>0.40309</c:v>
                </c:pt>
                <c:pt idx="2958">
                  <c:v>0.40339599999999998</c:v>
                </c:pt>
                <c:pt idx="2959">
                  <c:v>0.40370099999999998</c:v>
                </c:pt>
                <c:pt idx="2960">
                  <c:v>0.40400599999999998</c:v>
                </c:pt>
                <c:pt idx="2961">
                  <c:v>0.404312</c:v>
                </c:pt>
                <c:pt idx="2962">
                  <c:v>0.404617</c:v>
                </c:pt>
                <c:pt idx="2963">
                  <c:v>0.40492299999999998</c:v>
                </c:pt>
                <c:pt idx="2964">
                  <c:v>0.40522799999999998</c:v>
                </c:pt>
                <c:pt idx="2965">
                  <c:v>0.40553299999999998</c:v>
                </c:pt>
                <c:pt idx="2966">
                  <c:v>0.40583900000000001</c:v>
                </c:pt>
                <c:pt idx="2967">
                  <c:v>0.40614400000000001</c:v>
                </c:pt>
                <c:pt idx="2968">
                  <c:v>0.40644999999999998</c:v>
                </c:pt>
                <c:pt idx="2969">
                  <c:v>0.40675499999999998</c:v>
                </c:pt>
                <c:pt idx="2970">
                  <c:v>0.40705999999999998</c:v>
                </c:pt>
                <c:pt idx="2971">
                  <c:v>0.40736600000000001</c:v>
                </c:pt>
                <c:pt idx="2972">
                  <c:v>0.40767100000000001</c:v>
                </c:pt>
                <c:pt idx="2973">
                  <c:v>0.40797699999999998</c:v>
                </c:pt>
                <c:pt idx="2974">
                  <c:v>0.40828199999999998</c:v>
                </c:pt>
                <c:pt idx="2975">
                  <c:v>0.40858699999999998</c:v>
                </c:pt>
                <c:pt idx="2976">
                  <c:v>0.40889300000000001</c:v>
                </c:pt>
                <c:pt idx="2977">
                  <c:v>0.40919800000000001</c:v>
                </c:pt>
                <c:pt idx="2978">
                  <c:v>0.40950399999999998</c:v>
                </c:pt>
                <c:pt idx="2979">
                  <c:v>0.40980899999999998</c:v>
                </c:pt>
                <c:pt idx="2980">
                  <c:v>0.41011399999999998</c:v>
                </c:pt>
                <c:pt idx="2981">
                  <c:v>0.41042000000000001</c:v>
                </c:pt>
                <c:pt idx="2982">
                  <c:v>0.41072500000000001</c:v>
                </c:pt>
                <c:pt idx="2983">
                  <c:v>0.41103099999999998</c:v>
                </c:pt>
                <c:pt idx="2984">
                  <c:v>0.41133599999999998</c:v>
                </c:pt>
                <c:pt idx="2985">
                  <c:v>0.41164099999999998</c:v>
                </c:pt>
                <c:pt idx="2986">
                  <c:v>0.41194700000000001</c:v>
                </c:pt>
                <c:pt idx="2987">
                  <c:v>0.41225200000000001</c:v>
                </c:pt>
                <c:pt idx="2988">
                  <c:v>0.41255799999999998</c:v>
                </c:pt>
                <c:pt idx="2989">
                  <c:v>0.41286299999999998</c:v>
                </c:pt>
                <c:pt idx="2990">
                  <c:v>0.41316799999999998</c:v>
                </c:pt>
                <c:pt idx="2991">
                  <c:v>0.41347400000000001</c:v>
                </c:pt>
                <c:pt idx="2992">
                  <c:v>0.41377900000000001</c:v>
                </c:pt>
                <c:pt idx="2993">
                  <c:v>0.41408499999999998</c:v>
                </c:pt>
                <c:pt idx="2994">
                  <c:v>0.41438999999999998</c:v>
                </c:pt>
                <c:pt idx="2995">
                  <c:v>0.41469499999999998</c:v>
                </c:pt>
                <c:pt idx="2996">
                  <c:v>0.41500100000000001</c:v>
                </c:pt>
                <c:pt idx="2997">
                  <c:v>0.41530600000000001</c:v>
                </c:pt>
                <c:pt idx="2998">
                  <c:v>0.41561199999999998</c:v>
                </c:pt>
                <c:pt idx="2999">
                  <c:v>0.41591699999999998</c:v>
                </c:pt>
                <c:pt idx="3000">
                  <c:v>0.41622199999999998</c:v>
                </c:pt>
                <c:pt idx="3001">
                  <c:v>0.41652800000000001</c:v>
                </c:pt>
                <c:pt idx="3002">
                  <c:v>0.41683300000000001</c:v>
                </c:pt>
                <c:pt idx="3003">
                  <c:v>0.41713899999999998</c:v>
                </c:pt>
                <c:pt idx="3004">
                  <c:v>0.41744399999999998</c:v>
                </c:pt>
                <c:pt idx="3005">
                  <c:v>0.41774899999999998</c:v>
                </c:pt>
                <c:pt idx="3006">
                  <c:v>0.41805500000000001</c:v>
                </c:pt>
                <c:pt idx="3007">
                  <c:v>0.41836000000000001</c:v>
                </c:pt>
                <c:pt idx="3008">
                  <c:v>0.41866599999999998</c:v>
                </c:pt>
                <c:pt idx="3009">
                  <c:v>0.41897099999999998</c:v>
                </c:pt>
                <c:pt idx="3010">
                  <c:v>0.41927599999999998</c:v>
                </c:pt>
                <c:pt idx="3011">
                  <c:v>0.41958200000000001</c:v>
                </c:pt>
                <c:pt idx="3012">
                  <c:v>0.41988700000000001</c:v>
                </c:pt>
                <c:pt idx="3013">
                  <c:v>0.42019299999999998</c:v>
                </c:pt>
                <c:pt idx="3014">
                  <c:v>0.42049799999999998</c:v>
                </c:pt>
                <c:pt idx="3015">
                  <c:v>0.42080299999999998</c:v>
                </c:pt>
                <c:pt idx="3016">
                  <c:v>0.42110900000000001</c:v>
                </c:pt>
                <c:pt idx="3017">
                  <c:v>0.42141400000000001</c:v>
                </c:pt>
                <c:pt idx="3018">
                  <c:v>0.42171999999999998</c:v>
                </c:pt>
                <c:pt idx="3019">
                  <c:v>0.42202499999999998</c:v>
                </c:pt>
                <c:pt idx="3020">
                  <c:v>0.42232999999999998</c:v>
                </c:pt>
                <c:pt idx="3021">
                  <c:v>0.42263600000000001</c:v>
                </c:pt>
                <c:pt idx="3022">
                  <c:v>0.42294100000000001</c:v>
                </c:pt>
                <c:pt idx="3023">
                  <c:v>0.42324699999999998</c:v>
                </c:pt>
                <c:pt idx="3024">
                  <c:v>0.42355199999999998</c:v>
                </c:pt>
                <c:pt idx="3025">
                  <c:v>0.42385699999999998</c:v>
                </c:pt>
                <c:pt idx="3026">
                  <c:v>0.42416300000000001</c:v>
                </c:pt>
                <c:pt idx="3027">
                  <c:v>0.42446800000000001</c:v>
                </c:pt>
                <c:pt idx="3028">
                  <c:v>0.42477300000000001</c:v>
                </c:pt>
                <c:pt idx="3029">
                  <c:v>0.42507899999999998</c:v>
                </c:pt>
                <c:pt idx="3030">
                  <c:v>0.42538399999999998</c:v>
                </c:pt>
                <c:pt idx="3031">
                  <c:v>0.42569000000000001</c:v>
                </c:pt>
                <c:pt idx="3032">
                  <c:v>0.42599500000000001</c:v>
                </c:pt>
                <c:pt idx="3033">
                  <c:v>0.42630000000000001</c:v>
                </c:pt>
                <c:pt idx="3034">
                  <c:v>0.42660599999999999</c:v>
                </c:pt>
                <c:pt idx="3035">
                  <c:v>0.42691099999999998</c:v>
                </c:pt>
                <c:pt idx="3036">
                  <c:v>0.42721700000000001</c:v>
                </c:pt>
                <c:pt idx="3037">
                  <c:v>0.42752200000000001</c:v>
                </c:pt>
                <c:pt idx="3038">
                  <c:v>0.42782700000000001</c:v>
                </c:pt>
                <c:pt idx="3039">
                  <c:v>0.42813299999999999</c:v>
                </c:pt>
                <c:pt idx="3040">
                  <c:v>0.42843799999999999</c:v>
                </c:pt>
                <c:pt idx="3041">
                  <c:v>0.42874400000000001</c:v>
                </c:pt>
                <c:pt idx="3042">
                  <c:v>0.42904900000000001</c:v>
                </c:pt>
                <c:pt idx="3043">
                  <c:v>0.42935400000000001</c:v>
                </c:pt>
                <c:pt idx="3044">
                  <c:v>0.42965999999999999</c:v>
                </c:pt>
                <c:pt idx="3045">
                  <c:v>0.42996499999999999</c:v>
                </c:pt>
                <c:pt idx="3046">
                  <c:v>0.43027100000000001</c:v>
                </c:pt>
                <c:pt idx="3047">
                  <c:v>0.43057600000000001</c:v>
                </c:pt>
                <c:pt idx="3048">
                  <c:v>0.43088100000000001</c:v>
                </c:pt>
                <c:pt idx="3049">
                  <c:v>0.43118699999999999</c:v>
                </c:pt>
                <c:pt idx="3050">
                  <c:v>0.43149199999999999</c:v>
                </c:pt>
                <c:pt idx="3051">
                  <c:v>0.43179800000000002</c:v>
                </c:pt>
                <c:pt idx="3052">
                  <c:v>0.43210300000000001</c:v>
                </c:pt>
                <c:pt idx="3053">
                  <c:v>0.43240800000000001</c:v>
                </c:pt>
                <c:pt idx="3054">
                  <c:v>0.43271399999999999</c:v>
                </c:pt>
                <c:pt idx="3055">
                  <c:v>0.43301899999999999</c:v>
                </c:pt>
                <c:pt idx="3056">
                  <c:v>0.43332500000000002</c:v>
                </c:pt>
                <c:pt idx="3057">
                  <c:v>0.43363000000000002</c:v>
                </c:pt>
                <c:pt idx="3058">
                  <c:v>0.43393500000000002</c:v>
                </c:pt>
                <c:pt idx="3059">
                  <c:v>0.43424099999999999</c:v>
                </c:pt>
                <c:pt idx="3060">
                  <c:v>0.43454599999999999</c:v>
                </c:pt>
                <c:pt idx="3061">
                  <c:v>0.43485200000000002</c:v>
                </c:pt>
                <c:pt idx="3062">
                  <c:v>0.43515700000000002</c:v>
                </c:pt>
                <c:pt idx="3063">
                  <c:v>0.43546200000000002</c:v>
                </c:pt>
                <c:pt idx="3064">
                  <c:v>0.43576799999999999</c:v>
                </c:pt>
                <c:pt idx="3065">
                  <c:v>0.43607299999999999</c:v>
                </c:pt>
                <c:pt idx="3066">
                  <c:v>0.43637900000000002</c:v>
                </c:pt>
                <c:pt idx="3067">
                  <c:v>0.43668400000000002</c:v>
                </c:pt>
                <c:pt idx="3068">
                  <c:v>0.43698900000000002</c:v>
                </c:pt>
                <c:pt idx="3069">
                  <c:v>0.43729499999999999</c:v>
                </c:pt>
                <c:pt idx="3070">
                  <c:v>0.43759999999999999</c:v>
                </c:pt>
                <c:pt idx="3071">
                  <c:v>0.43790600000000002</c:v>
                </c:pt>
                <c:pt idx="3072">
                  <c:v>0.43821100000000002</c:v>
                </c:pt>
                <c:pt idx="3073">
                  <c:v>0.43851600000000002</c:v>
                </c:pt>
                <c:pt idx="3074">
                  <c:v>0.43882199999999999</c:v>
                </c:pt>
                <c:pt idx="3075">
                  <c:v>0.43912699999999999</c:v>
                </c:pt>
                <c:pt idx="3076">
                  <c:v>0.43943300000000002</c:v>
                </c:pt>
                <c:pt idx="3077">
                  <c:v>0.43973800000000002</c:v>
                </c:pt>
                <c:pt idx="3078">
                  <c:v>0.44004300000000002</c:v>
                </c:pt>
                <c:pt idx="3079">
                  <c:v>0.44034899999999999</c:v>
                </c:pt>
                <c:pt idx="3080">
                  <c:v>0.44065399999999999</c:v>
                </c:pt>
                <c:pt idx="3081">
                  <c:v>0.44096000000000002</c:v>
                </c:pt>
                <c:pt idx="3082">
                  <c:v>0.44126500000000002</c:v>
                </c:pt>
                <c:pt idx="3083">
                  <c:v>0.44157000000000002</c:v>
                </c:pt>
                <c:pt idx="3084">
                  <c:v>0.44187599999999999</c:v>
                </c:pt>
                <c:pt idx="3085">
                  <c:v>0.44218099999999999</c:v>
                </c:pt>
                <c:pt idx="3086">
                  <c:v>0.44248700000000002</c:v>
                </c:pt>
                <c:pt idx="3087">
                  <c:v>0.44279200000000002</c:v>
                </c:pt>
                <c:pt idx="3088">
                  <c:v>0.44309700000000002</c:v>
                </c:pt>
                <c:pt idx="3089">
                  <c:v>0.44340299999999999</c:v>
                </c:pt>
                <c:pt idx="3090">
                  <c:v>0.44370799999999999</c:v>
                </c:pt>
                <c:pt idx="3091">
                  <c:v>0.44401400000000002</c:v>
                </c:pt>
                <c:pt idx="3092">
                  <c:v>0.44431900000000002</c:v>
                </c:pt>
                <c:pt idx="3093">
                  <c:v>0.44462400000000002</c:v>
                </c:pt>
                <c:pt idx="3094">
                  <c:v>0.44492999999999999</c:v>
                </c:pt>
                <c:pt idx="3095">
                  <c:v>0.44523499999999999</c:v>
                </c:pt>
                <c:pt idx="3096">
                  <c:v>0.44554100000000002</c:v>
                </c:pt>
                <c:pt idx="3097">
                  <c:v>0.44584600000000002</c:v>
                </c:pt>
                <c:pt idx="3098">
                  <c:v>0.44615100000000002</c:v>
                </c:pt>
                <c:pt idx="3099">
                  <c:v>0.44645699999999999</c:v>
                </c:pt>
                <c:pt idx="3100">
                  <c:v>0.44676199999999999</c:v>
                </c:pt>
                <c:pt idx="3101">
                  <c:v>0.44706800000000002</c:v>
                </c:pt>
                <c:pt idx="3102">
                  <c:v>0.44737300000000002</c:v>
                </c:pt>
                <c:pt idx="3103">
                  <c:v>0.44767800000000002</c:v>
                </c:pt>
                <c:pt idx="3104">
                  <c:v>0.44798399999999999</c:v>
                </c:pt>
                <c:pt idx="3105">
                  <c:v>0.44828899999999999</c:v>
                </c:pt>
                <c:pt idx="3106">
                  <c:v>0.44859500000000002</c:v>
                </c:pt>
                <c:pt idx="3107">
                  <c:v>0.44890000000000002</c:v>
                </c:pt>
                <c:pt idx="3108">
                  <c:v>0.44920500000000002</c:v>
                </c:pt>
                <c:pt idx="3109">
                  <c:v>0.44951099999999999</c:v>
                </c:pt>
                <c:pt idx="3110">
                  <c:v>0.44981599999999999</c:v>
                </c:pt>
                <c:pt idx="3111">
                  <c:v>0.45012099999999999</c:v>
                </c:pt>
                <c:pt idx="3112">
                  <c:v>0.45042700000000002</c:v>
                </c:pt>
                <c:pt idx="3113">
                  <c:v>0.45073200000000002</c:v>
                </c:pt>
                <c:pt idx="3114">
                  <c:v>0.45103799999999999</c:v>
                </c:pt>
                <c:pt idx="3115">
                  <c:v>0.45134299999999999</c:v>
                </c:pt>
                <c:pt idx="3116">
                  <c:v>0.45164799999999999</c:v>
                </c:pt>
                <c:pt idx="3117">
                  <c:v>0.45195400000000002</c:v>
                </c:pt>
                <c:pt idx="3118">
                  <c:v>0.45225900000000002</c:v>
                </c:pt>
                <c:pt idx="3119">
                  <c:v>0.452565</c:v>
                </c:pt>
                <c:pt idx="3120">
                  <c:v>0.45286999999999999</c:v>
                </c:pt>
                <c:pt idx="3121">
                  <c:v>0.45317499999999999</c:v>
                </c:pt>
                <c:pt idx="3122">
                  <c:v>0.45348100000000002</c:v>
                </c:pt>
                <c:pt idx="3123">
                  <c:v>0.45378600000000002</c:v>
                </c:pt>
                <c:pt idx="3124">
                  <c:v>0.454092</c:v>
                </c:pt>
                <c:pt idx="3125">
                  <c:v>0.454397</c:v>
                </c:pt>
                <c:pt idx="3126">
                  <c:v>0.454702</c:v>
                </c:pt>
                <c:pt idx="3127">
                  <c:v>0.45500800000000002</c:v>
                </c:pt>
                <c:pt idx="3128">
                  <c:v>0.45531300000000002</c:v>
                </c:pt>
                <c:pt idx="3129">
                  <c:v>0.455619</c:v>
                </c:pt>
                <c:pt idx="3130">
                  <c:v>0.455924</c:v>
                </c:pt>
                <c:pt idx="3131">
                  <c:v>0.456229</c:v>
                </c:pt>
                <c:pt idx="3132">
                  <c:v>0.45653500000000002</c:v>
                </c:pt>
                <c:pt idx="3133">
                  <c:v>0.45684000000000002</c:v>
                </c:pt>
                <c:pt idx="3134">
                  <c:v>0.457146</c:v>
                </c:pt>
                <c:pt idx="3135">
                  <c:v>0.457451</c:v>
                </c:pt>
                <c:pt idx="3136">
                  <c:v>0.457756</c:v>
                </c:pt>
                <c:pt idx="3137">
                  <c:v>0.45806200000000002</c:v>
                </c:pt>
                <c:pt idx="3138">
                  <c:v>0.45836700000000002</c:v>
                </c:pt>
                <c:pt idx="3139">
                  <c:v>0.458673</c:v>
                </c:pt>
                <c:pt idx="3140">
                  <c:v>0.458978</c:v>
                </c:pt>
                <c:pt idx="3141">
                  <c:v>0.459283</c:v>
                </c:pt>
                <c:pt idx="3142">
                  <c:v>0.45958900000000003</c:v>
                </c:pt>
                <c:pt idx="3143">
                  <c:v>0.45989400000000002</c:v>
                </c:pt>
                <c:pt idx="3144">
                  <c:v>0.4602</c:v>
                </c:pt>
                <c:pt idx="3145">
                  <c:v>0.460505</c:v>
                </c:pt>
                <c:pt idx="3146">
                  <c:v>0.46081</c:v>
                </c:pt>
                <c:pt idx="3147">
                  <c:v>0.46111600000000003</c:v>
                </c:pt>
                <c:pt idx="3148">
                  <c:v>0.46142100000000003</c:v>
                </c:pt>
                <c:pt idx="3149">
                  <c:v>0.461727</c:v>
                </c:pt>
                <c:pt idx="3150">
                  <c:v>0.462032</c:v>
                </c:pt>
                <c:pt idx="3151">
                  <c:v>0.462337</c:v>
                </c:pt>
                <c:pt idx="3152">
                  <c:v>0.46264300000000003</c:v>
                </c:pt>
                <c:pt idx="3153">
                  <c:v>0.46294800000000003</c:v>
                </c:pt>
                <c:pt idx="3154">
                  <c:v>0.463254</c:v>
                </c:pt>
                <c:pt idx="3155">
                  <c:v>0.463559</c:v>
                </c:pt>
                <c:pt idx="3156">
                  <c:v>0.463864</c:v>
                </c:pt>
                <c:pt idx="3157">
                  <c:v>0.46417000000000003</c:v>
                </c:pt>
                <c:pt idx="3158">
                  <c:v>0.46447500000000003</c:v>
                </c:pt>
                <c:pt idx="3159">
                  <c:v>0.464781</c:v>
                </c:pt>
                <c:pt idx="3160">
                  <c:v>0.465086</c:v>
                </c:pt>
                <c:pt idx="3161">
                  <c:v>0.465391</c:v>
                </c:pt>
                <c:pt idx="3162">
                  <c:v>0.46569700000000003</c:v>
                </c:pt>
                <c:pt idx="3163">
                  <c:v>0.46600200000000003</c:v>
                </c:pt>
                <c:pt idx="3164">
                  <c:v>0.466308</c:v>
                </c:pt>
                <c:pt idx="3165">
                  <c:v>0.466613</c:v>
                </c:pt>
                <c:pt idx="3166">
                  <c:v>0.466918</c:v>
                </c:pt>
                <c:pt idx="3167">
                  <c:v>0.46722399999999997</c:v>
                </c:pt>
                <c:pt idx="3168">
                  <c:v>0.46752899999999997</c:v>
                </c:pt>
                <c:pt idx="3169">
                  <c:v>0.467835</c:v>
                </c:pt>
                <c:pt idx="3170">
                  <c:v>0.46814</c:v>
                </c:pt>
                <c:pt idx="3171">
                  <c:v>0.468445</c:v>
                </c:pt>
                <c:pt idx="3172">
                  <c:v>0.46875099999999997</c:v>
                </c:pt>
                <c:pt idx="3173">
                  <c:v>0.46905599999999997</c:v>
                </c:pt>
                <c:pt idx="3174">
                  <c:v>0.469362</c:v>
                </c:pt>
                <c:pt idx="3175">
                  <c:v>0.469667</c:v>
                </c:pt>
                <c:pt idx="3176">
                  <c:v>0.469972</c:v>
                </c:pt>
                <c:pt idx="3177">
                  <c:v>0.47027799999999997</c:v>
                </c:pt>
                <c:pt idx="3178">
                  <c:v>0.47058299999999997</c:v>
                </c:pt>
                <c:pt idx="3179">
                  <c:v>0.470889</c:v>
                </c:pt>
                <c:pt idx="3180">
                  <c:v>0.471194</c:v>
                </c:pt>
                <c:pt idx="3181">
                  <c:v>0.471499</c:v>
                </c:pt>
                <c:pt idx="3182">
                  <c:v>0.47180499999999997</c:v>
                </c:pt>
                <c:pt idx="3183">
                  <c:v>0.47210999999999997</c:v>
                </c:pt>
                <c:pt idx="3184">
                  <c:v>0.472416</c:v>
                </c:pt>
                <c:pt idx="3185">
                  <c:v>0.472721</c:v>
                </c:pt>
                <c:pt idx="3186">
                  <c:v>0.473026</c:v>
                </c:pt>
                <c:pt idx="3187">
                  <c:v>0.47333199999999997</c:v>
                </c:pt>
                <c:pt idx="3188">
                  <c:v>0.47363699999999997</c:v>
                </c:pt>
                <c:pt idx="3189">
                  <c:v>0.473943</c:v>
                </c:pt>
                <c:pt idx="3190">
                  <c:v>0.474248</c:v>
                </c:pt>
                <c:pt idx="3191">
                  <c:v>0.474553</c:v>
                </c:pt>
                <c:pt idx="3192">
                  <c:v>0.47485899999999998</c:v>
                </c:pt>
                <c:pt idx="3193">
                  <c:v>0.47516399999999998</c:v>
                </c:pt>
                <c:pt idx="3194">
                  <c:v>0.47547</c:v>
                </c:pt>
                <c:pt idx="3195">
                  <c:v>0.475775</c:v>
                </c:pt>
                <c:pt idx="3196">
                  <c:v>0.47608</c:v>
                </c:pt>
                <c:pt idx="3197">
                  <c:v>0.47638599999999998</c:v>
                </c:pt>
                <c:pt idx="3198">
                  <c:v>0.47669099999999998</c:v>
                </c:pt>
                <c:pt idx="3199">
                  <c:v>0.47699599999999998</c:v>
                </c:pt>
                <c:pt idx="3200">
                  <c:v>0.477302</c:v>
                </c:pt>
                <c:pt idx="3201">
                  <c:v>0.477607</c:v>
                </c:pt>
                <c:pt idx="3202">
                  <c:v>0.47791299999999998</c:v>
                </c:pt>
                <c:pt idx="3203">
                  <c:v>0.47821799999999998</c:v>
                </c:pt>
                <c:pt idx="3204">
                  <c:v>0.47852299999999998</c:v>
                </c:pt>
                <c:pt idx="3205">
                  <c:v>0.478829</c:v>
                </c:pt>
                <c:pt idx="3206">
                  <c:v>0.479134</c:v>
                </c:pt>
                <c:pt idx="3207">
                  <c:v>0.47943999999999998</c:v>
                </c:pt>
                <c:pt idx="3208">
                  <c:v>0.47974499999999998</c:v>
                </c:pt>
                <c:pt idx="3209">
                  <c:v>0.48004999999999998</c:v>
                </c:pt>
                <c:pt idx="3210">
                  <c:v>0.48035600000000001</c:v>
                </c:pt>
                <c:pt idx="3211">
                  <c:v>0.480661</c:v>
                </c:pt>
                <c:pt idx="3212">
                  <c:v>0.48096699999999998</c:v>
                </c:pt>
                <c:pt idx="3213">
                  <c:v>0.48127199999999998</c:v>
                </c:pt>
                <c:pt idx="3214">
                  <c:v>0.48157699999999998</c:v>
                </c:pt>
                <c:pt idx="3215">
                  <c:v>0.48188300000000001</c:v>
                </c:pt>
                <c:pt idx="3216">
                  <c:v>0.48218800000000001</c:v>
                </c:pt>
                <c:pt idx="3217">
                  <c:v>0.48249399999999998</c:v>
                </c:pt>
                <c:pt idx="3218">
                  <c:v>0.48279899999999998</c:v>
                </c:pt>
                <c:pt idx="3219">
                  <c:v>0.48310399999999998</c:v>
                </c:pt>
                <c:pt idx="3220">
                  <c:v>0.48341000000000001</c:v>
                </c:pt>
                <c:pt idx="3221">
                  <c:v>0.48371500000000001</c:v>
                </c:pt>
                <c:pt idx="3222">
                  <c:v>0.48402099999999998</c:v>
                </c:pt>
                <c:pt idx="3223">
                  <c:v>0.48432599999999998</c:v>
                </c:pt>
                <c:pt idx="3224">
                  <c:v>0.48463099999999998</c:v>
                </c:pt>
                <c:pt idx="3225">
                  <c:v>0.48493700000000001</c:v>
                </c:pt>
                <c:pt idx="3226">
                  <c:v>0.48524200000000001</c:v>
                </c:pt>
                <c:pt idx="3227">
                  <c:v>0.48554799999999998</c:v>
                </c:pt>
                <c:pt idx="3228">
                  <c:v>0.48585299999999998</c:v>
                </c:pt>
                <c:pt idx="3229">
                  <c:v>0.48615799999999998</c:v>
                </c:pt>
                <c:pt idx="3230">
                  <c:v>0.48646400000000001</c:v>
                </c:pt>
                <c:pt idx="3231">
                  <c:v>0.48676900000000001</c:v>
                </c:pt>
                <c:pt idx="3232">
                  <c:v>0.48707499999999998</c:v>
                </c:pt>
                <c:pt idx="3233">
                  <c:v>0.48737999999999998</c:v>
                </c:pt>
                <c:pt idx="3234">
                  <c:v>0.48768499999999998</c:v>
                </c:pt>
                <c:pt idx="3235">
                  <c:v>0.48799100000000001</c:v>
                </c:pt>
                <c:pt idx="3236">
                  <c:v>0.48829600000000001</c:v>
                </c:pt>
                <c:pt idx="3237">
                  <c:v>0.48860199999999998</c:v>
                </c:pt>
                <c:pt idx="3238">
                  <c:v>0.48890699999999998</c:v>
                </c:pt>
                <c:pt idx="3239">
                  <c:v>0.48921199999999998</c:v>
                </c:pt>
                <c:pt idx="3240">
                  <c:v>0.48951800000000001</c:v>
                </c:pt>
                <c:pt idx="3241">
                  <c:v>0.48982300000000001</c:v>
                </c:pt>
                <c:pt idx="3242">
                  <c:v>0.49012899999999998</c:v>
                </c:pt>
                <c:pt idx="3243">
                  <c:v>0.49043399999999998</c:v>
                </c:pt>
                <c:pt idx="3244">
                  <c:v>0.49073899999999998</c:v>
                </c:pt>
                <c:pt idx="3245">
                  <c:v>0.49104500000000001</c:v>
                </c:pt>
                <c:pt idx="3246">
                  <c:v>0.49135000000000001</c:v>
                </c:pt>
                <c:pt idx="3247">
                  <c:v>0.49165599999999998</c:v>
                </c:pt>
                <c:pt idx="3248">
                  <c:v>0.49196099999999998</c:v>
                </c:pt>
                <c:pt idx="3249">
                  <c:v>0.49226599999999998</c:v>
                </c:pt>
                <c:pt idx="3250">
                  <c:v>0.49257200000000001</c:v>
                </c:pt>
                <c:pt idx="3251">
                  <c:v>0.49287700000000001</c:v>
                </c:pt>
                <c:pt idx="3252">
                  <c:v>0.49318299999999998</c:v>
                </c:pt>
                <c:pt idx="3253">
                  <c:v>0.49348799999999998</c:v>
                </c:pt>
                <c:pt idx="3254">
                  <c:v>0.49379299999999998</c:v>
                </c:pt>
                <c:pt idx="3255">
                  <c:v>0.49409900000000001</c:v>
                </c:pt>
                <c:pt idx="3256">
                  <c:v>0.49440400000000001</c:v>
                </c:pt>
                <c:pt idx="3257">
                  <c:v>0.49470999999999998</c:v>
                </c:pt>
                <c:pt idx="3258">
                  <c:v>0.49501499999999998</c:v>
                </c:pt>
                <c:pt idx="3259">
                  <c:v>0.49531999999999998</c:v>
                </c:pt>
                <c:pt idx="3260">
                  <c:v>0.49562600000000001</c:v>
                </c:pt>
                <c:pt idx="3261">
                  <c:v>0.49593100000000001</c:v>
                </c:pt>
                <c:pt idx="3262">
                  <c:v>0.49623699999999998</c:v>
                </c:pt>
                <c:pt idx="3263">
                  <c:v>0.49654199999999998</c:v>
                </c:pt>
                <c:pt idx="3264">
                  <c:v>0.49684699999999998</c:v>
                </c:pt>
                <c:pt idx="3265">
                  <c:v>0.49715300000000001</c:v>
                </c:pt>
                <c:pt idx="3266">
                  <c:v>0.49745800000000001</c:v>
                </c:pt>
                <c:pt idx="3267">
                  <c:v>0.49776399999999998</c:v>
                </c:pt>
                <c:pt idx="3268">
                  <c:v>0.49806899999999998</c:v>
                </c:pt>
                <c:pt idx="3269">
                  <c:v>0.49837399999999998</c:v>
                </c:pt>
                <c:pt idx="3270">
                  <c:v>0.49868000000000001</c:v>
                </c:pt>
                <c:pt idx="3271">
                  <c:v>0.49898500000000001</c:v>
                </c:pt>
                <c:pt idx="3272">
                  <c:v>0.49929099999999998</c:v>
                </c:pt>
                <c:pt idx="3273">
                  <c:v>0.49959599999999998</c:v>
                </c:pt>
                <c:pt idx="3274">
                  <c:v>0.49990099999999998</c:v>
                </c:pt>
                <c:pt idx="3275">
                  <c:v>0.50020699999999996</c:v>
                </c:pt>
                <c:pt idx="3276">
                  <c:v>0.50051199999999996</c:v>
                </c:pt>
                <c:pt idx="3277">
                  <c:v>0.50081799999999999</c:v>
                </c:pt>
                <c:pt idx="3278">
                  <c:v>0.50112299999999999</c:v>
                </c:pt>
                <c:pt idx="3279">
                  <c:v>0.50142799999999998</c:v>
                </c:pt>
                <c:pt idx="3280">
                  <c:v>0.50173400000000001</c:v>
                </c:pt>
                <c:pt idx="3281">
                  <c:v>0.50203900000000001</c:v>
                </c:pt>
                <c:pt idx="3282">
                  <c:v>0.50234400000000001</c:v>
                </c:pt>
                <c:pt idx="3283">
                  <c:v>0.50265000000000004</c:v>
                </c:pt>
                <c:pt idx="3284">
                  <c:v>0.50295500000000004</c:v>
                </c:pt>
                <c:pt idx="3285">
                  <c:v>0.50326099999999996</c:v>
                </c:pt>
                <c:pt idx="3286">
                  <c:v>0.50356599999999996</c:v>
                </c:pt>
                <c:pt idx="3287">
                  <c:v>0.50387099999999996</c:v>
                </c:pt>
                <c:pt idx="3288">
                  <c:v>0.50417699999999999</c:v>
                </c:pt>
                <c:pt idx="3289">
                  <c:v>0.50448199999999999</c:v>
                </c:pt>
                <c:pt idx="3290">
                  <c:v>0.50478800000000001</c:v>
                </c:pt>
                <c:pt idx="3291">
                  <c:v>0.50509300000000001</c:v>
                </c:pt>
                <c:pt idx="3292">
                  <c:v>0.50539800000000001</c:v>
                </c:pt>
                <c:pt idx="3293">
                  <c:v>0.50570400000000004</c:v>
                </c:pt>
                <c:pt idx="3294">
                  <c:v>0.50600900000000004</c:v>
                </c:pt>
                <c:pt idx="3295">
                  <c:v>0.50631499999999996</c:v>
                </c:pt>
                <c:pt idx="3296">
                  <c:v>0.50661999999999996</c:v>
                </c:pt>
                <c:pt idx="3297">
                  <c:v>0.50692499999999996</c:v>
                </c:pt>
                <c:pt idx="3298">
                  <c:v>0.50723099999999999</c:v>
                </c:pt>
                <c:pt idx="3299">
                  <c:v>0.50753599999999999</c:v>
                </c:pt>
                <c:pt idx="3300">
                  <c:v>0.50784200000000002</c:v>
                </c:pt>
                <c:pt idx="3301">
                  <c:v>0.50814700000000002</c:v>
                </c:pt>
                <c:pt idx="3302">
                  <c:v>0.50845200000000002</c:v>
                </c:pt>
                <c:pt idx="3303">
                  <c:v>0.50875800000000004</c:v>
                </c:pt>
                <c:pt idx="3304">
                  <c:v>0.50906300000000004</c:v>
                </c:pt>
                <c:pt idx="3305">
                  <c:v>0.50936899999999996</c:v>
                </c:pt>
                <c:pt idx="3306">
                  <c:v>0.50967399999999996</c:v>
                </c:pt>
                <c:pt idx="3307">
                  <c:v>0.50997899999999996</c:v>
                </c:pt>
                <c:pt idx="3308">
                  <c:v>0.51028499999999999</c:v>
                </c:pt>
                <c:pt idx="3309">
                  <c:v>0.51058999999999999</c:v>
                </c:pt>
                <c:pt idx="3310">
                  <c:v>0.51089600000000002</c:v>
                </c:pt>
                <c:pt idx="3311">
                  <c:v>0.51120100000000002</c:v>
                </c:pt>
                <c:pt idx="3312">
                  <c:v>0.51150600000000002</c:v>
                </c:pt>
                <c:pt idx="3313">
                  <c:v>0.51181200000000004</c:v>
                </c:pt>
                <c:pt idx="3314">
                  <c:v>0.51211700000000004</c:v>
                </c:pt>
                <c:pt idx="3315">
                  <c:v>0.51242299999999996</c:v>
                </c:pt>
                <c:pt idx="3316">
                  <c:v>0.51272799999999996</c:v>
                </c:pt>
                <c:pt idx="3317">
                  <c:v>0.51303299999999996</c:v>
                </c:pt>
                <c:pt idx="3318">
                  <c:v>0.51333899999999999</c:v>
                </c:pt>
                <c:pt idx="3319">
                  <c:v>0.51364399999999999</c:v>
                </c:pt>
                <c:pt idx="3320">
                  <c:v>0.51395000000000002</c:v>
                </c:pt>
                <c:pt idx="3321">
                  <c:v>0.51425500000000002</c:v>
                </c:pt>
                <c:pt idx="3322">
                  <c:v>0.51456000000000002</c:v>
                </c:pt>
                <c:pt idx="3323">
                  <c:v>0.51486600000000005</c:v>
                </c:pt>
                <c:pt idx="3324">
                  <c:v>0.51517100000000005</c:v>
                </c:pt>
                <c:pt idx="3325">
                  <c:v>0.51547699999999996</c:v>
                </c:pt>
                <c:pt idx="3326">
                  <c:v>0.51578199999999996</c:v>
                </c:pt>
                <c:pt idx="3327">
                  <c:v>0.51608699999999996</c:v>
                </c:pt>
                <c:pt idx="3328">
                  <c:v>0.51639299999999999</c:v>
                </c:pt>
                <c:pt idx="3329">
                  <c:v>0.51669799999999999</c:v>
                </c:pt>
                <c:pt idx="3330">
                  <c:v>0.51700400000000002</c:v>
                </c:pt>
                <c:pt idx="3331">
                  <c:v>0.51730900000000002</c:v>
                </c:pt>
                <c:pt idx="3332">
                  <c:v>0.51761400000000002</c:v>
                </c:pt>
                <c:pt idx="3333">
                  <c:v>0.51792000000000005</c:v>
                </c:pt>
                <c:pt idx="3334">
                  <c:v>0.51822500000000005</c:v>
                </c:pt>
                <c:pt idx="3335">
                  <c:v>0.51853099999999996</c:v>
                </c:pt>
                <c:pt idx="3336">
                  <c:v>0.51883599999999996</c:v>
                </c:pt>
                <c:pt idx="3337">
                  <c:v>0.51914099999999996</c:v>
                </c:pt>
                <c:pt idx="3338">
                  <c:v>0.51944699999999999</c:v>
                </c:pt>
                <c:pt idx="3339">
                  <c:v>0.51975199999999999</c:v>
                </c:pt>
                <c:pt idx="3340">
                  <c:v>0.52005800000000002</c:v>
                </c:pt>
                <c:pt idx="3341">
                  <c:v>0.52036300000000002</c:v>
                </c:pt>
                <c:pt idx="3342">
                  <c:v>0.52066800000000002</c:v>
                </c:pt>
                <c:pt idx="3343">
                  <c:v>0.52097400000000005</c:v>
                </c:pt>
                <c:pt idx="3344">
                  <c:v>0.52127900000000005</c:v>
                </c:pt>
                <c:pt idx="3345">
                  <c:v>0.52158499999999997</c:v>
                </c:pt>
                <c:pt idx="3346">
                  <c:v>0.52188999999999997</c:v>
                </c:pt>
                <c:pt idx="3347">
                  <c:v>0.52219499999999996</c:v>
                </c:pt>
                <c:pt idx="3348">
                  <c:v>0.52250099999999999</c:v>
                </c:pt>
                <c:pt idx="3349">
                  <c:v>0.52280599999999999</c:v>
                </c:pt>
                <c:pt idx="3350">
                  <c:v>0.52311200000000002</c:v>
                </c:pt>
                <c:pt idx="3351">
                  <c:v>0.52341700000000002</c:v>
                </c:pt>
                <c:pt idx="3352">
                  <c:v>0.52372200000000002</c:v>
                </c:pt>
                <c:pt idx="3353">
                  <c:v>0.52402800000000005</c:v>
                </c:pt>
                <c:pt idx="3354">
                  <c:v>0.52433300000000005</c:v>
                </c:pt>
                <c:pt idx="3355">
                  <c:v>0.52463899999999997</c:v>
                </c:pt>
                <c:pt idx="3356">
                  <c:v>0.52494399999999997</c:v>
                </c:pt>
                <c:pt idx="3357">
                  <c:v>0.52524899999999997</c:v>
                </c:pt>
                <c:pt idx="3358">
                  <c:v>0.52555499999999999</c:v>
                </c:pt>
                <c:pt idx="3359">
                  <c:v>0.52585999999999999</c:v>
                </c:pt>
                <c:pt idx="3360">
                  <c:v>0.52616600000000002</c:v>
                </c:pt>
                <c:pt idx="3361">
                  <c:v>0.52647100000000002</c:v>
                </c:pt>
                <c:pt idx="3362">
                  <c:v>0.52677600000000002</c:v>
                </c:pt>
                <c:pt idx="3363">
                  <c:v>0.52708200000000005</c:v>
                </c:pt>
                <c:pt idx="3364">
                  <c:v>0.52738700000000005</c:v>
                </c:pt>
                <c:pt idx="3365">
                  <c:v>0.52769200000000005</c:v>
                </c:pt>
                <c:pt idx="3366">
                  <c:v>0.52799799999999997</c:v>
                </c:pt>
                <c:pt idx="3367">
                  <c:v>0.52830299999999997</c:v>
                </c:pt>
                <c:pt idx="3368">
                  <c:v>0.528609</c:v>
                </c:pt>
                <c:pt idx="3369">
                  <c:v>0.528914</c:v>
                </c:pt>
                <c:pt idx="3370">
                  <c:v>0.52921899999999999</c:v>
                </c:pt>
                <c:pt idx="3371">
                  <c:v>0.52952500000000002</c:v>
                </c:pt>
                <c:pt idx="3372">
                  <c:v>0.52983000000000002</c:v>
                </c:pt>
                <c:pt idx="3373">
                  <c:v>0.53013600000000005</c:v>
                </c:pt>
                <c:pt idx="3374">
                  <c:v>0.53044100000000005</c:v>
                </c:pt>
                <c:pt idx="3375">
                  <c:v>0.53074600000000005</c:v>
                </c:pt>
                <c:pt idx="3376">
                  <c:v>0.53105199999999997</c:v>
                </c:pt>
                <c:pt idx="3377">
                  <c:v>0.53135699999999997</c:v>
                </c:pt>
                <c:pt idx="3378">
                  <c:v>0.531663</c:v>
                </c:pt>
                <c:pt idx="3379">
                  <c:v>0.531968</c:v>
                </c:pt>
                <c:pt idx="3380">
                  <c:v>0.532273</c:v>
                </c:pt>
                <c:pt idx="3381">
                  <c:v>0.53257900000000002</c:v>
                </c:pt>
                <c:pt idx="3382">
                  <c:v>0.53288400000000002</c:v>
                </c:pt>
                <c:pt idx="3383">
                  <c:v>0.53319000000000005</c:v>
                </c:pt>
                <c:pt idx="3384">
                  <c:v>0.53349500000000005</c:v>
                </c:pt>
                <c:pt idx="3385">
                  <c:v>0.53380000000000005</c:v>
                </c:pt>
                <c:pt idx="3386">
                  <c:v>0.53410599999999997</c:v>
                </c:pt>
                <c:pt idx="3387">
                  <c:v>0.53441099999999997</c:v>
                </c:pt>
                <c:pt idx="3388">
                  <c:v>0.534717</c:v>
                </c:pt>
                <c:pt idx="3389">
                  <c:v>0.535022</c:v>
                </c:pt>
                <c:pt idx="3390">
                  <c:v>0.535327</c:v>
                </c:pt>
                <c:pt idx="3391">
                  <c:v>0.53563300000000003</c:v>
                </c:pt>
                <c:pt idx="3392">
                  <c:v>0.53593800000000003</c:v>
                </c:pt>
                <c:pt idx="3393">
                  <c:v>0.53624400000000005</c:v>
                </c:pt>
                <c:pt idx="3394">
                  <c:v>0.53654900000000005</c:v>
                </c:pt>
                <c:pt idx="3395">
                  <c:v>0.53685400000000005</c:v>
                </c:pt>
                <c:pt idx="3396">
                  <c:v>0.53715999999999997</c:v>
                </c:pt>
                <c:pt idx="3397">
                  <c:v>0.53746499999999997</c:v>
                </c:pt>
                <c:pt idx="3398">
                  <c:v>0.537771</c:v>
                </c:pt>
                <c:pt idx="3399">
                  <c:v>0.538076</c:v>
                </c:pt>
                <c:pt idx="3400">
                  <c:v>0.538381</c:v>
                </c:pt>
                <c:pt idx="3401">
                  <c:v>0.53868700000000003</c:v>
                </c:pt>
                <c:pt idx="3402">
                  <c:v>0.53899200000000003</c:v>
                </c:pt>
                <c:pt idx="3403">
                  <c:v>0.53929800000000006</c:v>
                </c:pt>
                <c:pt idx="3404">
                  <c:v>0.53960300000000005</c:v>
                </c:pt>
                <c:pt idx="3405">
                  <c:v>0.53990800000000005</c:v>
                </c:pt>
                <c:pt idx="3406">
                  <c:v>0.54021399999999997</c:v>
                </c:pt>
                <c:pt idx="3407">
                  <c:v>0.54051899999999997</c:v>
                </c:pt>
                <c:pt idx="3408">
                  <c:v>0.540825</c:v>
                </c:pt>
                <c:pt idx="3409">
                  <c:v>0.54113</c:v>
                </c:pt>
                <c:pt idx="3410">
                  <c:v>0.541435</c:v>
                </c:pt>
                <c:pt idx="3411">
                  <c:v>0.54174100000000003</c:v>
                </c:pt>
                <c:pt idx="3412">
                  <c:v>0.54204600000000003</c:v>
                </c:pt>
                <c:pt idx="3413">
                  <c:v>0.54235199999999995</c:v>
                </c:pt>
                <c:pt idx="3414">
                  <c:v>0.54265699999999994</c:v>
                </c:pt>
                <c:pt idx="3415">
                  <c:v>0.54296199999999994</c:v>
                </c:pt>
                <c:pt idx="3416">
                  <c:v>0.54326799999999997</c:v>
                </c:pt>
                <c:pt idx="3417">
                  <c:v>0.54357299999999997</c:v>
                </c:pt>
                <c:pt idx="3418">
                  <c:v>0.543879</c:v>
                </c:pt>
                <c:pt idx="3419">
                  <c:v>0.544184</c:v>
                </c:pt>
                <c:pt idx="3420">
                  <c:v>0.544489</c:v>
                </c:pt>
                <c:pt idx="3421">
                  <c:v>0.54479500000000003</c:v>
                </c:pt>
                <c:pt idx="3422">
                  <c:v>0.54510000000000003</c:v>
                </c:pt>
                <c:pt idx="3423">
                  <c:v>0.54540599999999995</c:v>
                </c:pt>
                <c:pt idx="3424">
                  <c:v>0.54571099999999995</c:v>
                </c:pt>
                <c:pt idx="3425">
                  <c:v>0.54601599999999995</c:v>
                </c:pt>
                <c:pt idx="3426">
                  <c:v>0.54632199999999997</c:v>
                </c:pt>
                <c:pt idx="3427">
                  <c:v>0.54662699999999997</c:v>
                </c:pt>
                <c:pt idx="3428">
                  <c:v>0.546933</c:v>
                </c:pt>
                <c:pt idx="3429">
                  <c:v>0.547238</c:v>
                </c:pt>
                <c:pt idx="3430">
                  <c:v>0.547543</c:v>
                </c:pt>
                <c:pt idx="3431">
                  <c:v>0.54784900000000003</c:v>
                </c:pt>
                <c:pt idx="3432">
                  <c:v>0.54815400000000003</c:v>
                </c:pt>
                <c:pt idx="3433">
                  <c:v>0.54845999999999995</c:v>
                </c:pt>
                <c:pt idx="3434">
                  <c:v>0.54876499999999995</c:v>
                </c:pt>
                <c:pt idx="3435">
                  <c:v>0.54906999999999995</c:v>
                </c:pt>
                <c:pt idx="3436">
                  <c:v>0.54937599999999998</c:v>
                </c:pt>
                <c:pt idx="3437">
                  <c:v>0.54968099999999998</c:v>
                </c:pt>
                <c:pt idx="3438">
                  <c:v>0.549987</c:v>
                </c:pt>
                <c:pt idx="3439">
                  <c:v>0.550292</c:v>
                </c:pt>
                <c:pt idx="3440">
                  <c:v>0.550597</c:v>
                </c:pt>
                <c:pt idx="3441">
                  <c:v>0.55090300000000003</c:v>
                </c:pt>
                <c:pt idx="3442">
                  <c:v>0.55120800000000003</c:v>
                </c:pt>
                <c:pt idx="3443">
                  <c:v>0.55151399999999995</c:v>
                </c:pt>
                <c:pt idx="3444">
                  <c:v>0.55181899999999995</c:v>
                </c:pt>
                <c:pt idx="3445">
                  <c:v>0.55212399999999995</c:v>
                </c:pt>
                <c:pt idx="3446">
                  <c:v>0.55242999999999998</c:v>
                </c:pt>
                <c:pt idx="3447">
                  <c:v>0.55273499999999998</c:v>
                </c:pt>
                <c:pt idx="3448">
                  <c:v>0.55303999999999998</c:v>
                </c:pt>
                <c:pt idx="3449">
                  <c:v>0.553346</c:v>
                </c:pt>
                <c:pt idx="3450">
                  <c:v>0.553651</c:v>
                </c:pt>
                <c:pt idx="3451">
                  <c:v>0.55395700000000003</c:v>
                </c:pt>
                <c:pt idx="3452">
                  <c:v>0.55426200000000003</c:v>
                </c:pt>
                <c:pt idx="3453">
                  <c:v>0.55456700000000003</c:v>
                </c:pt>
                <c:pt idx="3454">
                  <c:v>0.55487299999999995</c:v>
                </c:pt>
                <c:pt idx="3455">
                  <c:v>0.55517799999999995</c:v>
                </c:pt>
                <c:pt idx="3456">
                  <c:v>0.55548399999999998</c:v>
                </c:pt>
                <c:pt idx="3457">
                  <c:v>0.55578899999999998</c:v>
                </c:pt>
                <c:pt idx="3458">
                  <c:v>0.55609399999999998</c:v>
                </c:pt>
                <c:pt idx="3459">
                  <c:v>0.55640000000000001</c:v>
                </c:pt>
                <c:pt idx="3460">
                  <c:v>0.55670500000000001</c:v>
                </c:pt>
                <c:pt idx="3461">
                  <c:v>0.55701100000000003</c:v>
                </c:pt>
                <c:pt idx="3462">
                  <c:v>0.55731600000000003</c:v>
                </c:pt>
                <c:pt idx="3463">
                  <c:v>0.55762100000000003</c:v>
                </c:pt>
                <c:pt idx="3464">
                  <c:v>0.55792699999999995</c:v>
                </c:pt>
                <c:pt idx="3465">
                  <c:v>0.55823199999999995</c:v>
                </c:pt>
                <c:pt idx="3466">
                  <c:v>0.55853799999999998</c:v>
                </c:pt>
                <c:pt idx="3467">
                  <c:v>0.55884299999999998</c:v>
                </c:pt>
                <c:pt idx="3468">
                  <c:v>0.55914799999999998</c:v>
                </c:pt>
                <c:pt idx="3469">
                  <c:v>0.55945400000000001</c:v>
                </c:pt>
                <c:pt idx="3470">
                  <c:v>0.55975900000000001</c:v>
                </c:pt>
                <c:pt idx="3471">
                  <c:v>0.56006500000000004</c:v>
                </c:pt>
                <c:pt idx="3472">
                  <c:v>0.56037000000000003</c:v>
                </c:pt>
                <c:pt idx="3473">
                  <c:v>0.56067500000000003</c:v>
                </c:pt>
                <c:pt idx="3474">
                  <c:v>0.56098099999999995</c:v>
                </c:pt>
                <c:pt idx="3475">
                  <c:v>0.56128599999999995</c:v>
                </c:pt>
                <c:pt idx="3476">
                  <c:v>0.56159199999999998</c:v>
                </c:pt>
                <c:pt idx="3477">
                  <c:v>0.56189699999999998</c:v>
                </c:pt>
                <c:pt idx="3478">
                  <c:v>0.56220199999999998</c:v>
                </c:pt>
                <c:pt idx="3479">
                  <c:v>0.56250800000000001</c:v>
                </c:pt>
                <c:pt idx="3480">
                  <c:v>0.56281300000000001</c:v>
                </c:pt>
                <c:pt idx="3481">
                  <c:v>0.56311900000000004</c:v>
                </c:pt>
                <c:pt idx="3482">
                  <c:v>0.56342400000000004</c:v>
                </c:pt>
                <c:pt idx="3483">
                  <c:v>0.56372900000000004</c:v>
                </c:pt>
                <c:pt idx="3484">
                  <c:v>0.56403499999999995</c:v>
                </c:pt>
                <c:pt idx="3485">
                  <c:v>0.56433999999999995</c:v>
                </c:pt>
                <c:pt idx="3486">
                  <c:v>0.56464599999999998</c:v>
                </c:pt>
                <c:pt idx="3487">
                  <c:v>0.56495099999999998</c:v>
                </c:pt>
                <c:pt idx="3488">
                  <c:v>0.56525599999999998</c:v>
                </c:pt>
                <c:pt idx="3489">
                  <c:v>0.56556200000000001</c:v>
                </c:pt>
                <c:pt idx="3490">
                  <c:v>0.56586700000000001</c:v>
                </c:pt>
                <c:pt idx="3491">
                  <c:v>0.56617300000000004</c:v>
                </c:pt>
                <c:pt idx="3492">
                  <c:v>0.56647800000000004</c:v>
                </c:pt>
                <c:pt idx="3493">
                  <c:v>0.56678300000000004</c:v>
                </c:pt>
                <c:pt idx="3494">
                  <c:v>0.56708899999999995</c:v>
                </c:pt>
                <c:pt idx="3495">
                  <c:v>0.56739399999999995</c:v>
                </c:pt>
                <c:pt idx="3496">
                  <c:v>0.56769999999999998</c:v>
                </c:pt>
                <c:pt idx="3497">
                  <c:v>0.56800499999999998</c:v>
                </c:pt>
                <c:pt idx="3498">
                  <c:v>0.56830999999999998</c:v>
                </c:pt>
                <c:pt idx="3499">
                  <c:v>0.56861600000000001</c:v>
                </c:pt>
                <c:pt idx="3500">
                  <c:v>0.56892100000000001</c:v>
                </c:pt>
                <c:pt idx="3501">
                  <c:v>0.56922700000000004</c:v>
                </c:pt>
                <c:pt idx="3502">
                  <c:v>0.56953200000000004</c:v>
                </c:pt>
                <c:pt idx="3503">
                  <c:v>0.56983700000000004</c:v>
                </c:pt>
                <c:pt idx="3504">
                  <c:v>0.57014299999999996</c:v>
                </c:pt>
                <c:pt idx="3505">
                  <c:v>0.57044799999999996</c:v>
                </c:pt>
                <c:pt idx="3506">
                  <c:v>0.57075399999999998</c:v>
                </c:pt>
                <c:pt idx="3507">
                  <c:v>0.57105899999999998</c:v>
                </c:pt>
                <c:pt idx="3508">
                  <c:v>0.57136399999999998</c:v>
                </c:pt>
                <c:pt idx="3509">
                  <c:v>0.57167000000000001</c:v>
                </c:pt>
                <c:pt idx="3510">
                  <c:v>0.57197500000000001</c:v>
                </c:pt>
                <c:pt idx="3511">
                  <c:v>0.57228100000000004</c:v>
                </c:pt>
                <c:pt idx="3512">
                  <c:v>0.57258600000000004</c:v>
                </c:pt>
                <c:pt idx="3513">
                  <c:v>0.57289100000000004</c:v>
                </c:pt>
                <c:pt idx="3514">
                  <c:v>0.57319699999999996</c:v>
                </c:pt>
                <c:pt idx="3515">
                  <c:v>0.57350199999999996</c:v>
                </c:pt>
                <c:pt idx="3516">
                  <c:v>0.57380799999999998</c:v>
                </c:pt>
                <c:pt idx="3517">
                  <c:v>0.57411299999999998</c:v>
                </c:pt>
                <c:pt idx="3518">
                  <c:v>0.57441799999999998</c:v>
                </c:pt>
                <c:pt idx="3519">
                  <c:v>0.57472400000000001</c:v>
                </c:pt>
                <c:pt idx="3520">
                  <c:v>0.57502900000000001</c:v>
                </c:pt>
                <c:pt idx="3521">
                  <c:v>0.57533500000000004</c:v>
                </c:pt>
                <c:pt idx="3522">
                  <c:v>0.57564000000000004</c:v>
                </c:pt>
                <c:pt idx="3523">
                  <c:v>0.57594500000000004</c:v>
                </c:pt>
                <c:pt idx="3524">
                  <c:v>0.57625099999999996</c:v>
                </c:pt>
                <c:pt idx="3525">
                  <c:v>0.57655599999999996</c:v>
                </c:pt>
                <c:pt idx="3526">
                  <c:v>0.57686199999999999</c:v>
                </c:pt>
                <c:pt idx="3527">
                  <c:v>0.57716699999999999</c:v>
                </c:pt>
                <c:pt idx="3528">
                  <c:v>0.57747199999999999</c:v>
                </c:pt>
                <c:pt idx="3529">
                  <c:v>0.57777800000000001</c:v>
                </c:pt>
                <c:pt idx="3530">
                  <c:v>0.57808300000000001</c:v>
                </c:pt>
                <c:pt idx="3531">
                  <c:v>0.57838800000000001</c:v>
                </c:pt>
                <c:pt idx="3532">
                  <c:v>0.57869400000000004</c:v>
                </c:pt>
                <c:pt idx="3533">
                  <c:v>0.57899900000000004</c:v>
                </c:pt>
                <c:pt idx="3534">
                  <c:v>0.57930499999999996</c:v>
                </c:pt>
                <c:pt idx="3535">
                  <c:v>0.57960999999999996</c:v>
                </c:pt>
                <c:pt idx="3536">
                  <c:v>0.57991499999999996</c:v>
                </c:pt>
                <c:pt idx="3537">
                  <c:v>0.58022099999999999</c:v>
                </c:pt>
                <c:pt idx="3538">
                  <c:v>0.58052599999999999</c:v>
                </c:pt>
                <c:pt idx="3539">
                  <c:v>0.58083200000000001</c:v>
                </c:pt>
                <c:pt idx="3540">
                  <c:v>0.58113700000000001</c:v>
                </c:pt>
                <c:pt idx="3541">
                  <c:v>0.58144200000000001</c:v>
                </c:pt>
                <c:pt idx="3542">
                  <c:v>0.58174800000000004</c:v>
                </c:pt>
                <c:pt idx="3543">
                  <c:v>0.58205300000000004</c:v>
                </c:pt>
                <c:pt idx="3544">
                  <c:v>0.58235899999999996</c:v>
                </c:pt>
                <c:pt idx="3545">
                  <c:v>0.58266399999999996</c:v>
                </c:pt>
                <c:pt idx="3546">
                  <c:v>0.58296899999999996</c:v>
                </c:pt>
                <c:pt idx="3547">
                  <c:v>0.58327499999999999</c:v>
                </c:pt>
                <c:pt idx="3548">
                  <c:v>0.58357999999999999</c:v>
                </c:pt>
                <c:pt idx="3549">
                  <c:v>0.58388600000000002</c:v>
                </c:pt>
                <c:pt idx="3550">
                  <c:v>0.58419100000000002</c:v>
                </c:pt>
                <c:pt idx="3551">
                  <c:v>0.58449600000000002</c:v>
                </c:pt>
                <c:pt idx="3552">
                  <c:v>0.58480200000000004</c:v>
                </c:pt>
                <c:pt idx="3553">
                  <c:v>0.58510700000000004</c:v>
                </c:pt>
                <c:pt idx="3554">
                  <c:v>0.58541299999999996</c:v>
                </c:pt>
                <c:pt idx="3555">
                  <c:v>0.58571799999999996</c:v>
                </c:pt>
                <c:pt idx="3556">
                  <c:v>0.58602299999999996</c:v>
                </c:pt>
                <c:pt idx="3557">
                  <c:v>0.58632899999999999</c:v>
                </c:pt>
                <c:pt idx="3558">
                  <c:v>0.58663399999999999</c:v>
                </c:pt>
                <c:pt idx="3559">
                  <c:v>0.58694000000000002</c:v>
                </c:pt>
                <c:pt idx="3560">
                  <c:v>0.58724500000000002</c:v>
                </c:pt>
                <c:pt idx="3561">
                  <c:v>0.58755000000000002</c:v>
                </c:pt>
                <c:pt idx="3562">
                  <c:v>0.58785600000000005</c:v>
                </c:pt>
                <c:pt idx="3563">
                  <c:v>0.58816100000000004</c:v>
                </c:pt>
                <c:pt idx="3564">
                  <c:v>0.58846699999999996</c:v>
                </c:pt>
                <c:pt idx="3565">
                  <c:v>0.58877199999999996</c:v>
                </c:pt>
                <c:pt idx="3566">
                  <c:v>0.58907699999999996</c:v>
                </c:pt>
                <c:pt idx="3567">
                  <c:v>0.58938299999999999</c:v>
                </c:pt>
                <c:pt idx="3568">
                  <c:v>0.58968799999999999</c:v>
                </c:pt>
                <c:pt idx="3569">
                  <c:v>0.58999400000000002</c:v>
                </c:pt>
                <c:pt idx="3570">
                  <c:v>0.59029900000000002</c:v>
                </c:pt>
                <c:pt idx="3571">
                  <c:v>0.59060400000000002</c:v>
                </c:pt>
                <c:pt idx="3572">
                  <c:v>0.59091000000000005</c:v>
                </c:pt>
                <c:pt idx="3573">
                  <c:v>0.59121500000000005</c:v>
                </c:pt>
                <c:pt idx="3574">
                  <c:v>0.59152099999999996</c:v>
                </c:pt>
                <c:pt idx="3575">
                  <c:v>0.59182599999999996</c:v>
                </c:pt>
                <c:pt idx="3576">
                  <c:v>0.59213099999999996</c:v>
                </c:pt>
                <c:pt idx="3577">
                  <c:v>0.59243699999999999</c:v>
                </c:pt>
                <c:pt idx="3578">
                  <c:v>0.59274199999999999</c:v>
                </c:pt>
                <c:pt idx="3579">
                  <c:v>0.59304800000000002</c:v>
                </c:pt>
                <c:pt idx="3580">
                  <c:v>0.59335300000000002</c:v>
                </c:pt>
                <c:pt idx="3581">
                  <c:v>0.59365800000000002</c:v>
                </c:pt>
                <c:pt idx="3582">
                  <c:v>0.59396400000000005</c:v>
                </c:pt>
                <c:pt idx="3583">
                  <c:v>0.59426900000000005</c:v>
                </c:pt>
                <c:pt idx="3584">
                  <c:v>0.59457499999999996</c:v>
                </c:pt>
                <c:pt idx="3585">
                  <c:v>0.59487999999999996</c:v>
                </c:pt>
                <c:pt idx="3586">
                  <c:v>0.59518499999999996</c:v>
                </c:pt>
                <c:pt idx="3587">
                  <c:v>0.59549099999999999</c:v>
                </c:pt>
                <c:pt idx="3588">
                  <c:v>0.59579599999999999</c:v>
                </c:pt>
                <c:pt idx="3589">
                  <c:v>0.59610200000000002</c:v>
                </c:pt>
                <c:pt idx="3590">
                  <c:v>0.59640700000000002</c:v>
                </c:pt>
                <c:pt idx="3591">
                  <c:v>0.59671200000000002</c:v>
                </c:pt>
                <c:pt idx="3592">
                  <c:v>0.59701800000000005</c:v>
                </c:pt>
                <c:pt idx="3593">
                  <c:v>0.59732300000000005</c:v>
                </c:pt>
                <c:pt idx="3594">
                  <c:v>0.59762899999999997</c:v>
                </c:pt>
                <c:pt idx="3595">
                  <c:v>0.59793399999999997</c:v>
                </c:pt>
                <c:pt idx="3596">
                  <c:v>0.59823899999999997</c:v>
                </c:pt>
                <c:pt idx="3597">
                  <c:v>0.59854499999999999</c:v>
                </c:pt>
                <c:pt idx="3598">
                  <c:v>0.59884999999999999</c:v>
                </c:pt>
                <c:pt idx="3599">
                  <c:v>0.59915600000000002</c:v>
                </c:pt>
                <c:pt idx="3600">
                  <c:v>0.59946100000000002</c:v>
                </c:pt>
                <c:pt idx="3601">
                  <c:v>0.59976600000000002</c:v>
                </c:pt>
                <c:pt idx="3602">
                  <c:v>0.60007200000000005</c:v>
                </c:pt>
                <c:pt idx="3603">
                  <c:v>0.60037700000000005</c:v>
                </c:pt>
                <c:pt idx="3604">
                  <c:v>0.60068299999999997</c:v>
                </c:pt>
                <c:pt idx="3605">
                  <c:v>0.60098799999999997</c:v>
                </c:pt>
                <c:pt idx="3606">
                  <c:v>0.60129299999999997</c:v>
                </c:pt>
                <c:pt idx="3607">
                  <c:v>0.60159899999999999</c:v>
                </c:pt>
                <c:pt idx="3608">
                  <c:v>0.60190399999999999</c:v>
                </c:pt>
                <c:pt idx="3609">
                  <c:v>0.60221000000000002</c:v>
                </c:pt>
                <c:pt idx="3610">
                  <c:v>0.60251500000000002</c:v>
                </c:pt>
                <c:pt idx="3611">
                  <c:v>0.60282000000000002</c:v>
                </c:pt>
                <c:pt idx="3612">
                  <c:v>0.60312600000000005</c:v>
                </c:pt>
                <c:pt idx="3613">
                  <c:v>0.60343100000000005</c:v>
                </c:pt>
                <c:pt idx="3614">
                  <c:v>0.60373699999999997</c:v>
                </c:pt>
                <c:pt idx="3615">
                  <c:v>0.60404199999999997</c:v>
                </c:pt>
                <c:pt idx="3616">
                  <c:v>0.60434699999999997</c:v>
                </c:pt>
                <c:pt idx="3617">
                  <c:v>0.604653</c:v>
                </c:pt>
                <c:pt idx="3618">
                  <c:v>0.604958</c:v>
                </c:pt>
                <c:pt idx="3619">
                  <c:v>0.605263</c:v>
                </c:pt>
                <c:pt idx="3620">
                  <c:v>0.60556900000000002</c:v>
                </c:pt>
                <c:pt idx="3621">
                  <c:v>0.60587400000000002</c:v>
                </c:pt>
                <c:pt idx="3622">
                  <c:v>0.60618000000000005</c:v>
                </c:pt>
                <c:pt idx="3623">
                  <c:v>0.60648500000000005</c:v>
                </c:pt>
                <c:pt idx="3624">
                  <c:v>0.60679000000000005</c:v>
                </c:pt>
                <c:pt idx="3625">
                  <c:v>0.60709599999999997</c:v>
                </c:pt>
                <c:pt idx="3626">
                  <c:v>0.60740099999999997</c:v>
                </c:pt>
                <c:pt idx="3627">
                  <c:v>0.607707</c:v>
                </c:pt>
                <c:pt idx="3628">
                  <c:v>0.608012</c:v>
                </c:pt>
                <c:pt idx="3629">
                  <c:v>0.608317</c:v>
                </c:pt>
                <c:pt idx="3630">
                  <c:v>0.60862300000000003</c:v>
                </c:pt>
                <c:pt idx="3631">
                  <c:v>0.60892800000000002</c:v>
                </c:pt>
                <c:pt idx="3632">
                  <c:v>0.60923400000000005</c:v>
                </c:pt>
                <c:pt idx="3633">
                  <c:v>0.60953900000000005</c:v>
                </c:pt>
                <c:pt idx="3634">
                  <c:v>0.60984400000000005</c:v>
                </c:pt>
                <c:pt idx="3635">
                  <c:v>0.61014999999999997</c:v>
                </c:pt>
                <c:pt idx="3636">
                  <c:v>0.61045499999999997</c:v>
                </c:pt>
                <c:pt idx="3637">
                  <c:v>0.610761</c:v>
                </c:pt>
                <c:pt idx="3638">
                  <c:v>0.611066</c:v>
                </c:pt>
                <c:pt idx="3639">
                  <c:v>0.611371</c:v>
                </c:pt>
                <c:pt idx="3640">
                  <c:v>0.61167700000000003</c:v>
                </c:pt>
                <c:pt idx="3641">
                  <c:v>0.61198200000000003</c:v>
                </c:pt>
                <c:pt idx="3642">
                  <c:v>0.61228800000000005</c:v>
                </c:pt>
                <c:pt idx="3643">
                  <c:v>0.61259300000000005</c:v>
                </c:pt>
                <c:pt idx="3644">
                  <c:v>0.61289800000000005</c:v>
                </c:pt>
                <c:pt idx="3645">
                  <c:v>0.61320399999999997</c:v>
                </c:pt>
                <c:pt idx="3646">
                  <c:v>0.61350899999999997</c:v>
                </c:pt>
                <c:pt idx="3647">
                  <c:v>0.613815</c:v>
                </c:pt>
                <c:pt idx="3648">
                  <c:v>0.61412</c:v>
                </c:pt>
                <c:pt idx="3649">
                  <c:v>0.614425</c:v>
                </c:pt>
                <c:pt idx="3650">
                  <c:v>0.61473100000000003</c:v>
                </c:pt>
                <c:pt idx="3651">
                  <c:v>0.61503600000000003</c:v>
                </c:pt>
                <c:pt idx="3652">
                  <c:v>0.61534199999999994</c:v>
                </c:pt>
                <c:pt idx="3653">
                  <c:v>0.61564700000000006</c:v>
                </c:pt>
                <c:pt idx="3654">
                  <c:v>0.61595200000000006</c:v>
                </c:pt>
                <c:pt idx="3655">
                  <c:v>0.61625799999999997</c:v>
                </c:pt>
                <c:pt idx="3656">
                  <c:v>0.61656299999999997</c:v>
                </c:pt>
                <c:pt idx="3657">
                  <c:v>0.616869</c:v>
                </c:pt>
                <c:pt idx="3658">
                  <c:v>0.617174</c:v>
                </c:pt>
                <c:pt idx="3659">
                  <c:v>0.617479</c:v>
                </c:pt>
                <c:pt idx="3660">
                  <c:v>0.61778500000000003</c:v>
                </c:pt>
                <c:pt idx="3661">
                  <c:v>0.61809000000000003</c:v>
                </c:pt>
                <c:pt idx="3662">
                  <c:v>0.61839599999999995</c:v>
                </c:pt>
                <c:pt idx="3663">
                  <c:v>0.61870099999999995</c:v>
                </c:pt>
                <c:pt idx="3664">
                  <c:v>0.61900599999999995</c:v>
                </c:pt>
                <c:pt idx="3665">
                  <c:v>0.61931199999999997</c:v>
                </c:pt>
                <c:pt idx="3666">
                  <c:v>0.61961699999999997</c:v>
                </c:pt>
                <c:pt idx="3667">
                  <c:v>0.619923</c:v>
                </c:pt>
                <c:pt idx="3668">
                  <c:v>0.620228</c:v>
                </c:pt>
                <c:pt idx="3669">
                  <c:v>0.620533</c:v>
                </c:pt>
                <c:pt idx="3670">
                  <c:v>0.62083900000000003</c:v>
                </c:pt>
                <c:pt idx="3671">
                  <c:v>0.62114400000000003</c:v>
                </c:pt>
                <c:pt idx="3672">
                  <c:v>0.62144999999999995</c:v>
                </c:pt>
                <c:pt idx="3673">
                  <c:v>0.62175499999999995</c:v>
                </c:pt>
                <c:pt idx="3674">
                  <c:v>0.62205999999999995</c:v>
                </c:pt>
                <c:pt idx="3675">
                  <c:v>0.62236599999999997</c:v>
                </c:pt>
                <c:pt idx="3676">
                  <c:v>0.62267099999999997</c:v>
                </c:pt>
                <c:pt idx="3677">
                  <c:v>0.622977</c:v>
                </c:pt>
                <c:pt idx="3678">
                  <c:v>0.623282</c:v>
                </c:pt>
                <c:pt idx="3679">
                  <c:v>0.623587</c:v>
                </c:pt>
                <c:pt idx="3680">
                  <c:v>0.62389300000000003</c:v>
                </c:pt>
                <c:pt idx="3681">
                  <c:v>0.62419800000000003</c:v>
                </c:pt>
                <c:pt idx="3682">
                  <c:v>0.62450399999999995</c:v>
                </c:pt>
                <c:pt idx="3683">
                  <c:v>0.62480899999999995</c:v>
                </c:pt>
                <c:pt idx="3684">
                  <c:v>0.62511399999999995</c:v>
                </c:pt>
                <c:pt idx="3685">
                  <c:v>0.62541999999999998</c:v>
                </c:pt>
                <c:pt idx="3686">
                  <c:v>0.62572499999999998</c:v>
                </c:pt>
                <c:pt idx="3687">
                  <c:v>0.626031</c:v>
                </c:pt>
                <c:pt idx="3688">
                  <c:v>0.626336</c:v>
                </c:pt>
                <c:pt idx="3689">
                  <c:v>0.626641</c:v>
                </c:pt>
                <c:pt idx="3690">
                  <c:v>0.62694700000000003</c:v>
                </c:pt>
                <c:pt idx="3691">
                  <c:v>0.62725200000000003</c:v>
                </c:pt>
                <c:pt idx="3692">
                  <c:v>0.62755799999999995</c:v>
                </c:pt>
                <c:pt idx="3693">
                  <c:v>0.62786299999999995</c:v>
                </c:pt>
                <c:pt idx="3694">
                  <c:v>0.62816799999999995</c:v>
                </c:pt>
                <c:pt idx="3695">
                  <c:v>0.62847399999999998</c:v>
                </c:pt>
                <c:pt idx="3696">
                  <c:v>0.62877899999999998</c:v>
                </c:pt>
                <c:pt idx="3697">
                  <c:v>0.62908500000000001</c:v>
                </c:pt>
                <c:pt idx="3698">
                  <c:v>0.62939000000000001</c:v>
                </c:pt>
                <c:pt idx="3699">
                  <c:v>0.629695</c:v>
                </c:pt>
                <c:pt idx="3700">
                  <c:v>0.63000100000000003</c:v>
                </c:pt>
                <c:pt idx="3701">
                  <c:v>0.63030600000000003</c:v>
                </c:pt>
                <c:pt idx="3702">
                  <c:v>0.63061100000000003</c:v>
                </c:pt>
                <c:pt idx="3703">
                  <c:v>0.63091699999999995</c:v>
                </c:pt>
                <c:pt idx="3704">
                  <c:v>0.63122199999999995</c:v>
                </c:pt>
                <c:pt idx="3705">
                  <c:v>0.63152799999999998</c:v>
                </c:pt>
                <c:pt idx="3706">
                  <c:v>0.63183299999999998</c:v>
                </c:pt>
                <c:pt idx="3707">
                  <c:v>0.63213799999999998</c:v>
                </c:pt>
                <c:pt idx="3708">
                  <c:v>0.63244400000000001</c:v>
                </c:pt>
                <c:pt idx="3709">
                  <c:v>0.63274900000000001</c:v>
                </c:pt>
                <c:pt idx="3710">
                  <c:v>0.63305500000000003</c:v>
                </c:pt>
                <c:pt idx="3711">
                  <c:v>0.63336000000000003</c:v>
                </c:pt>
                <c:pt idx="3712">
                  <c:v>0.63366500000000003</c:v>
                </c:pt>
                <c:pt idx="3713">
                  <c:v>0.63397099999999995</c:v>
                </c:pt>
                <c:pt idx="3714">
                  <c:v>0.63427599999999995</c:v>
                </c:pt>
                <c:pt idx="3715">
                  <c:v>0.63458199999999998</c:v>
                </c:pt>
                <c:pt idx="3716">
                  <c:v>0.63488699999999998</c:v>
                </c:pt>
                <c:pt idx="3717">
                  <c:v>0.63519199999999998</c:v>
                </c:pt>
                <c:pt idx="3718">
                  <c:v>0.63549800000000001</c:v>
                </c:pt>
                <c:pt idx="3719">
                  <c:v>0.63580300000000001</c:v>
                </c:pt>
                <c:pt idx="3720">
                  <c:v>0.63610900000000004</c:v>
                </c:pt>
                <c:pt idx="3721">
                  <c:v>0.63641400000000004</c:v>
                </c:pt>
                <c:pt idx="3722">
                  <c:v>0.63671900000000003</c:v>
                </c:pt>
                <c:pt idx="3723">
                  <c:v>0.63702499999999995</c:v>
                </c:pt>
                <c:pt idx="3724">
                  <c:v>0.63732999999999995</c:v>
                </c:pt>
                <c:pt idx="3725">
                  <c:v>0.63763599999999998</c:v>
                </c:pt>
                <c:pt idx="3726">
                  <c:v>0.63794099999999998</c:v>
                </c:pt>
                <c:pt idx="3727">
                  <c:v>0.63824599999999998</c:v>
                </c:pt>
                <c:pt idx="3728">
                  <c:v>0.63855200000000001</c:v>
                </c:pt>
                <c:pt idx="3729">
                  <c:v>0.63885700000000001</c:v>
                </c:pt>
                <c:pt idx="3730">
                  <c:v>0.63916300000000004</c:v>
                </c:pt>
                <c:pt idx="3731">
                  <c:v>0.63946800000000004</c:v>
                </c:pt>
                <c:pt idx="3732">
                  <c:v>0.63977300000000004</c:v>
                </c:pt>
                <c:pt idx="3733">
                  <c:v>0.64007899999999995</c:v>
                </c:pt>
                <c:pt idx="3734">
                  <c:v>0.64038399999999995</c:v>
                </c:pt>
                <c:pt idx="3735">
                  <c:v>0.64068999999999998</c:v>
                </c:pt>
                <c:pt idx="3736">
                  <c:v>0.64099499999999998</c:v>
                </c:pt>
                <c:pt idx="3737">
                  <c:v>0.64129999999999998</c:v>
                </c:pt>
                <c:pt idx="3738">
                  <c:v>0.64160600000000001</c:v>
                </c:pt>
                <c:pt idx="3739">
                  <c:v>0.64191100000000001</c:v>
                </c:pt>
                <c:pt idx="3740">
                  <c:v>0.64221700000000004</c:v>
                </c:pt>
                <c:pt idx="3741">
                  <c:v>0.64252200000000004</c:v>
                </c:pt>
                <c:pt idx="3742">
                  <c:v>0.64282700000000004</c:v>
                </c:pt>
                <c:pt idx="3743">
                  <c:v>0.64313299999999995</c:v>
                </c:pt>
                <c:pt idx="3744">
                  <c:v>0.64343799999999995</c:v>
                </c:pt>
                <c:pt idx="3745">
                  <c:v>0.64374399999999998</c:v>
                </c:pt>
                <c:pt idx="3746">
                  <c:v>0.64404899999999998</c:v>
                </c:pt>
                <c:pt idx="3747">
                  <c:v>0.64435399999999998</c:v>
                </c:pt>
                <c:pt idx="3748">
                  <c:v>0.64466000000000001</c:v>
                </c:pt>
                <c:pt idx="3749">
                  <c:v>0.64496500000000001</c:v>
                </c:pt>
                <c:pt idx="3750">
                  <c:v>0.64527100000000004</c:v>
                </c:pt>
                <c:pt idx="3751">
                  <c:v>0.64557600000000004</c:v>
                </c:pt>
                <c:pt idx="3752">
                  <c:v>0.64588100000000004</c:v>
                </c:pt>
                <c:pt idx="3753">
                  <c:v>0.64618699999999996</c:v>
                </c:pt>
                <c:pt idx="3754">
                  <c:v>0.64649199999999996</c:v>
                </c:pt>
                <c:pt idx="3755">
                  <c:v>0.64679799999999998</c:v>
                </c:pt>
                <c:pt idx="3756">
                  <c:v>0.64710299999999998</c:v>
                </c:pt>
                <c:pt idx="3757">
                  <c:v>0.64740799999999998</c:v>
                </c:pt>
                <c:pt idx="3758">
                  <c:v>0.64771400000000001</c:v>
                </c:pt>
                <c:pt idx="3759">
                  <c:v>0.64801900000000001</c:v>
                </c:pt>
                <c:pt idx="3760">
                  <c:v>0.64832500000000004</c:v>
                </c:pt>
                <c:pt idx="3761">
                  <c:v>0.64863000000000004</c:v>
                </c:pt>
                <c:pt idx="3762">
                  <c:v>0.64893500000000004</c:v>
                </c:pt>
                <c:pt idx="3763">
                  <c:v>0.64924099999999996</c:v>
                </c:pt>
                <c:pt idx="3764">
                  <c:v>0.64954599999999996</c:v>
                </c:pt>
                <c:pt idx="3765">
                  <c:v>0.64985199999999999</c:v>
                </c:pt>
                <c:pt idx="3766">
                  <c:v>0.65015699999999998</c:v>
                </c:pt>
                <c:pt idx="3767">
                  <c:v>0.65046199999999998</c:v>
                </c:pt>
                <c:pt idx="3768">
                  <c:v>0.65076800000000001</c:v>
                </c:pt>
                <c:pt idx="3769">
                  <c:v>0.65107300000000001</c:v>
                </c:pt>
                <c:pt idx="3770">
                  <c:v>0.65137900000000004</c:v>
                </c:pt>
                <c:pt idx="3771">
                  <c:v>0.65168400000000004</c:v>
                </c:pt>
                <c:pt idx="3772">
                  <c:v>0.65198900000000004</c:v>
                </c:pt>
                <c:pt idx="3773">
                  <c:v>0.65229499999999996</c:v>
                </c:pt>
                <c:pt idx="3774">
                  <c:v>0.65259999999999996</c:v>
                </c:pt>
                <c:pt idx="3775">
                  <c:v>0.65290599999999999</c:v>
                </c:pt>
                <c:pt idx="3776">
                  <c:v>0.65321099999999999</c:v>
                </c:pt>
                <c:pt idx="3777">
                  <c:v>0.65351599999999999</c:v>
                </c:pt>
                <c:pt idx="3778">
                  <c:v>0.65382200000000001</c:v>
                </c:pt>
                <c:pt idx="3779">
                  <c:v>0.65412700000000001</c:v>
                </c:pt>
                <c:pt idx="3780">
                  <c:v>0.65443300000000004</c:v>
                </c:pt>
                <c:pt idx="3781">
                  <c:v>0.65473800000000004</c:v>
                </c:pt>
                <c:pt idx="3782">
                  <c:v>0.65504300000000004</c:v>
                </c:pt>
                <c:pt idx="3783">
                  <c:v>0.65534899999999996</c:v>
                </c:pt>
                <c:pt idx="3784">
                  <c:v>0.65565399999999996</c:v>
                </c:pt>
                <c:pt idx="3785">
                  <c:v>0.65595899999999996</c:v>
                </c:pt>
                <c:pt idx="3786">
                  <c:v>0.65626499999999999</c:v>
                </c:pt>
                <c:pt idx="3787">
                  <c:v>0.65656999999999999</c:v>
                </c:pt>
                <c:pt idx="3788">
                  <c:v>0.65687600000000002</c:v>
                </c:pt>
                <c:pt idx="3789">
                  <c:v>0.65718100000000002</c:v>
                </c:pt>
                <c:pt idx="3790">
                  <c:v>0.65748600000000001</c:v>
                </c:pt>
                <c:pt idx="3791">
                  <c:v>0.65779200000000004</c:v>
                </c:pt>
                <c:pt idx="3792">
                  <c:v>0.65809700000000004</c:v>
                </c:pt>
                <c:pt idx="3793">
                  <c:v>0.65840299999999996</c:v>
                </c:pt>
                <c:pt idx="3794">
                  <c:v>0.65870799999999996</c:v>
                </c:pt>
                <c:pt idx="3795">
                  <c:v>0.65901299999999996</c:v>
                </c:pt>
                <c:pt idx="3796">
                  <c:v>0.65931899999999999</c:v>
                </c:pt>
                <c:pt idx="3797">
                  <c:v>0.65962399999999999</c:v>
                </c:pt>
                <c:pt idx="3798">
                  <c:v>0.65993000000000002</c:v>
                </c:pt>
                <c:pt idx="3799">
                  <c:v>0.66023500000000002</c:v>
                </c:pt>
                <c:pt idx="3800">
                  <c:v>0.66054000000000002</c:v>
                </c:pt>
                <c:pt idx="3801">
                  <c:v>0.66084600000000004</c:v>
                </c:pt>
                <c:pt idx="3802">
                  <c:v>0.66115100000000004</c:v>
                </c:pt>
                <c:pt idx="3803">
                  <c:v>0.66145699999999996</c:v>
                </c:pt>
                <c:pt idx="3804">
                  <c:v>0.66176199999999996</c:v>
                </c:pt>
                <c:pt idx="3805">
                  <c:v>0.66206699999999996</c:v>
                </c:pt>
                <c:pt idx="3806">
                  <c:v>0.66237299999999999</c:v>
                </c:pt>
                <c:pt idx="3807">
                  <c:v>0.66267799999999999</c:v>
                </c:pt>
                <c:pt idx="3808">
                  <c:v>0.66298400000000002</c:v>
                </c:pt>
                <c:pt idx="3809">
                  <c:v>0.66328900000000002</c:v>
                </c:pt>
                <c:pt idx="3810">
                  <c:v>0.66359400000000002</c:v>
                </c:pt>
                <c:pt idx="3811">
                  <c:v>0.66390000000000005</c:v>
                </c:pt>
                <c:pt idx="3812">
                  <c:v>0.66420500000000005</c:v>
                </c:pt>
                <c:pt idx="3813">
                  <c:v>0.66451099999999996</c:v>
                </c:pt>
                <c:pt idx="3814">
                  <c:v>0.66481599999999996</c:v>
                </c:pt>
                <c:pt idx="3815">
                  <c:v>0.66512099999999996</c:v>
                </c:pt>
                <c:pt idx="3816">
                  <c:v>0.66542699999999999</c:v>
                </c:pt>
                <c:pt idx="3817">
                  <c:v>0.66573199999999999</c:v>
                </c:pt>
                <c:pt idx="3818">
                  <c:v>0.66603800000000002</c:v>
                </c:pt>
                <c:pt idx="3819">
                  <c:v>0.66634300000000002</c:v>
                </c:pt>
                <c:pt idx="3820">
                  <c:v>0.66664800000000002</c:v>
                </c:pt>
                <c:pt idx="3821">
                  <c:v>0.66695400000000005</c:v>
                </c:pt>
                <c:pt idx="3822">
                  <c:v>0.66725900000000005</c:v>
                </c:pt>
                <c:pt idx="3823">
                  <c:v>0.66756499999999996</c:v>
                </c:pt>
                <c:pt idx="3824">
                  <c:v>0.66786999999999996</c:v>
                </c:pt>
                <c:pt idx="3825">
                  <c:v>0.66817499999999996</c:v>
                </c:pt>
                <c:pt idx="3826">
                  <c:v>0.66848099999999999</c:v>
                </c:pt>
                <c:pt idx="3827">
                  <c:v>0.66878599999999999</c:v>
                </c:pt>
                <c:pt idx="3828">
                  <c:v>0.66909200000000002</c:v>
                </c:pt>
                <c:pt idx="3829">
                  <c:v>0.66939700000000002</c:v>
                </c:pt>
                <c:pt idx="3830">
                  <c:v>0.66970200000000002</c:v>
                </c:pt>
                <c:pt idx="3831">
                  <c:v>0.67000800000000005</c:v>
                </c:pt>
                <c:pt idx="3832">
                  <c:v>0.67031300000000005</c:v>
                </c:pt>
                <c:pt idx="3833">
                  <c:v>0.67061899999999997</c:v>
                </c:pt>
                <c:pt idx="3834">
                  <c:v>0.67092399999999996</c:v>
                </c:pt>
                <c:pt idx="3835">
                  <c:v>0.67122899999999996</c:v>
                </c:pt>
                <c:pt idx="3836">
                  <c:v>0.67153499999999999</c:v>
                </c:pt>
                <c:pt idx="3837">
                  <c:v>0.67183999999999999</c:v>
                </c:pt>
                <c:pt idx="3838">
                  <c:v>0.67214600000000002</c:v>
                </c:pt>
                <c:pt idx="3839">
                  <c:v>0.67245100000000002</c:v>
                </c:pt>
                <c:pt idx="3840">
                  <c:v>0.67275600000000002</c:v>
                </c:pt>
                <c:pt idx="3841">
                  <c:v>0.67306200000000005</c:v>
                </c:pt>
                <c:pt idx="3842">
                  <c:v>0.67336700000000005</c:v>
                </c:pt>
                <c:pt idx="3843">
                  <c:v>0.67367299999999997</c:v>
                </c:pt>
                <c:pt idx="3844">
                  <c:v>0.67397799999999997</c:v>
                </c:pt>
                <c:pt idx="3845">
                  <c:v>0.67428299999999997</c:v>
                </c:pt>
                <c:pt idx="3846">
                  <c:v>0.67458899999999999</c:v>
                </c:pt>
                <c:pt idx="3847">
                  <c:v>0.67489399999999999</c:v>
                </c:pt>
                <c:pt idx="3848">
                  <c:v>0.67520000000000002</c:v>
                </c:pt>
                <c:pt idx="3849">
                  <c:v>0.67550500000000002</c:v>
                </c:pt>
                <c:pt idx="3850">
                  <c:v>0.67581000000000002</c:v>
                </c:pt>
                <c:pt idx="3851">
                  <c:v>0.67611600000000005</c:v>
                </c:pt>
                <c:pt idx="3852">
                  <c:v>0.67642100000000005</c:v>
                </c:pt>
                <c:pt idx="3853">
                  <c:v>0.67672699999999997</c:v>
                </c:pt>
                <c:pt idx="3854">
                  <c:v>0.67703199999999997</c:v>
                </c:pt>
                <c:pt idx="3855">
                  <c:v>0.67733699999999997</c:v>
                </c:pt>
                <c:pt idx="3856">
                  <c:v>0.677643</c:v>
                </c:pt>
                <c:pt idx="3857">
                  <c:v>0.677948</c:v>
                </c:pt>
                <c:pt idx="3858">
                  <c:v>0.67825400000000002</c:v>
                </c:pt>
                <c:pt idx="3859">
                  <c:v>0.67855900000000002</c:v>
                </c:pt>
                <c:pt idx="3860">
                  <c:v>0.67886400000000002</c:v>
                </c:pt>
                <c:pt idx="3861">
                  <c:v>0.67917000000000005</c:v>
                </c:pt>
                <c:pt idx="3862">
                  <c:v>0.67947500000000005</c:v>
                </c:pt>
                <c:pt idx="3863">
                  <c:v>0.67978099999999997</c:v>
                </c:pt>
                <c:pt idx="3864">
                  <c:v>0.68008599999999997</c:v>
                </c:pt>
                <c:pt idx="3865">
                  <c:v>0.68039099999999997</c:v>
                </c:pt>
                <c:pt idx="3866">
                  <c:v>0.680697</c:v>
                </c:pt>
                <c:pt idx="3867">
                  <c:v>0.681002</c:v>
                </c:pt>
                <c:pt idx="3868">
                  <c:v>0.681307</c:v>
                </c:pt>
                <c:pt idx="3869">
                  <c:v>0.68161300000000002</c:v>
                </c:pt>
                <c:pt idx="3870">
                  <c:v>0.68191800000000002</c:v>
                </c:pt>
                <c:pt idx="3871">
                  <c:v>0.68222400000000005</c:v>
                </c:pt>
                <c:pt idx="3872">
                  <c:v>0.68252900000000005</c:v>
                </c:pt>
                <c:pt idx="3873">
                  <c:v>0.68283400000000005</c:v>
                </c:pt>
                <c:pt idx="3874">
                  <c:v>0.68313999999999997</c:v>
                </c:pt>
                <c:pt idx="3875">
                  <c:v>0.68344499999999997</c:v>
                </c:pt>
                <c:pt idx="3876">
                  <c:v>0.683751</c:v>
                </c:pt>
                <c:pt idx="3877">
                  <c:v>0.684056</c:v>
                </c:pt>
                <c:pt idx="3878">
                  <c:v>0.684361</c:v>
                </c:pt>
                <c:pt idx="3879">
                  <c:v>0.68466700000000003</c:v>
                </c:pt>
                <c:pt idx="3880">
                  <c:v>0.68497200000000003</c:v>
                </c:pt>
                <c:pt idx="3881">
                  <c:v>0.68527800000000005</c:v>
                </c:pt>
                <c:pt idx="3882">
                  <c:v>0.68558300000000005</c:v>
                </c:pt>
                <c:pt idx="3883">
                  <c:v>0.68588800000000005</c:v>
                </c:pt>
                <c:pt idx="3884">
                  <c:v>0.68619399999999997</c:v>
                </c:pt>
                <c:pt idx="3885">
                  <c:v>0.68649899999999997</c:v>
                </c:pt>
                <c:pt idx="3886">
                  <c:v>0.686805</c:v>
                </c:pt>
                <c:pt idx="3887">
                  <c:v>0.68711</c:v>
                </c:pt>
                <c:pt idx="3888">
                  <c:v>0.687415</c:v>
                </c:pt>
                <c:pt idx="3889">
                  <c:v>0.68772100000000003</c:v>
                </c:pt>
                <c:pt idx="3890">
                  <c:v>0.68802600000000003</c:v>
                </c:pt>
                <c:pt idx="3891">
                  <c:v>0.68833200000000005</c:v>
                </c:pt>
                <c:pt idx="3892">
                  <c:v>0.68863700000000005</c:v>
                </c:pt>
                <c:pt idx="3893">
                  <c:v>0.68894200000000005</c:v>
                </c:pt>
                <c:pt idx="3894">
                  <c:v>0.68924799999999997</c:v>
                </c:pt>
                <c:pt idx="3895">
                  <c:v>0.68955299999999997</c:v>
                </c:pt>
                <c:pt idx="3896">
                  <c:v>0.689859</c:v>
                </c:pt>
                <c:pt idx="3897">
                  <c:v>0.690164</c:v>
                </c:pt>
                <c:pt idx="3898">
                  <c:v>0.690469</c:v>
                </c:pt>
                <c:pt idx="3899">
                  <c:v>0.69077500000000003</c:v>
                </c:pt>
                <c:pt idx="3900">
                  <c:v>0.69108000000000003</c:v>
                </c:pt>
                <c:pt idx="3901">
                  <c:v>0.69138599999999995</c:v>
                </c:pt>
                <c:pt idx="3902">
                  <c:v>0.69169099999999994</c:v>
                </c:pt>
                <c:pt idx="3903">
                  <c:v>0.69199600000000006</c:v>
                </c:pt>
                <c:pt idx="3904">
                  <c:v>0.69230199999999997</c:v>
                </c:pt>
                <c:pt idx="3905">
                  <c:v>0.69260699999999997</c:v>
                </c:pt>
                <c:pt idx="3906">
                  <c:v>0.692913</c:v>
                </c:pt>
                <c:pt idx="3907">
                  <c:v>0.693218</c:v>
                </c:pt>
                <c:pt idx="3908">
                  <c:v>0.693523</c:v>
                </c:pt>
                <c:pt idx="3909">
                  <c:v>0.69382900000000003</c:v>
                </c:pt>
                <c:pt idx="3910">
                  <c:v>0.69413400000000003</c:v>
                </c:pt>
                <c:pt idx="3911">
                  <c:v>0.69443999999999995</c:v>
                </c:pt>
                <c:pt idx="3912">
                  <c:v>0.69474499999999995</c:v>
                </c:pt>
                <c:pt idx="3913">
                  <c:v>0.69504999999999995</c:v>
                </c:pt>
                <c:pt idx="3914">
                  <c:v>0.69535599999999997</c:v>
                </c:pt>
                <c:pt idx="3915">
                  <c:v>0.69566099999999997</c:v>
                </c:pt>
                <c:pt idx="3916">
                  <c:v>0.695967</c:v>
                </c:pt>
                <c:pt idx="3917">
                  <c:v>0.696272</c:v>
                </c:pt>
                <c:pt idx="3918">
                  <c:v>0.696577</c:v>
                </c:pt>
                <c:pt idx="3919">
                  <c:v>0.69688300000000003</c:v>
                </c:pt>
                <c:pt idx="3920">
                  <c:v>0.69718800000000003</c:v>
                </c:pt>
                <c:pt idx="3921">
                  <c:v>0.69749399999999995</c:v>
                </c:pt>
                <c:pt idx="3922">
                  <c:v>0.69779899999999995</c:v>
                </c:pt>
                <c:pt idx="3923">
                  <c:v>0.69810399999999995</c:v>
                </c:pt>
                <c:pt idx="3924">
                  <c:v>0.69840999999999998</c:v>
                </c:pt>
                <c:pt idx="3925">
                  <c:v>0.69871499999999997</c:v>
                </c:pt>
                <c:pt idx="3926">
                  <c:v>0.699021</c:v>
                </c:pt>
                <c:pt idx="3927">
                  <c:v>0.699326</c:v>
                </c:pt>
                <c:pt idx="3928">
                  <c:v>0.699631</c:v>
                </c:pt>
                <c:pt idx="3929">
                  <c:v>0.69993700000000003</c:v>
                </c:pt>
                <c:pt idx="3930">
                  <c:v>0.70024200000000003</c:v>
                </c:pt>
                <c:pt idx="3931">
                  <c:v>0.70054799999999995</c:v>
                </c:pt>
                <c:pt idx="3932">
                  <c:v>0.70085299999999995</c:v>
                </c:pt>
                <c:pt idx="3933">
                  <c:v>0.70115799999999995</c:v>
                </c:pt>
                <c:pt idx="3934">
                  <c:v>0.70146399999999998</c:v>
                </c:pt>
                <c:pt idx="3935">
                  <c:v>0.70176899999999998</c:v>
                </c:pt>
                <c:pt idx="3936">
                  <c:v>0.702075</c:v>
                </c:pt>
                <c:pt idx="3937">
                  <c:v>0.70238</c:v>
                </c:pt>
                <c:pt idx="3938">
                  <c:v>0.702685</c:v>
                </c:pt>
                <c:pt idx="3939">
                  <c:v>0.70299100000000003</c:v>
                </c:pt>
                <c:pt idx="3940">
                  <c:v>0.70329600000000003</c:v>
                </c:pt>
                <c:pt idx="3941">
                  <c:v>0.70360199999999995</c:v>
                </c:pt>
                <c:pt idx="3942">
                  <c:v>0.70390699999999995</c:v>
                </c:pt>
                <c:pt idx="3943">
                  <c:v>0.70421199999999995</c:v>
                </c:pt>
                <c:pt idx="3944">
                  <c:v>0.70451799999999998</c:v>
                </c:pt>
                <c:pt idx="3945">
                  <c:v>0.70482299999999998</c:v>
                </c:pt>
                <c:pt idx="3946">
                  <c:v>0.70512900000000001</c:v>
                </c:pt>
                <c:pt idx="3947">
                  <c:v>0.70543400000000001</c:v>
                </c:pt>
                <c:pt idx="3948">
                  <c:v>0.70573900000000001</c:v>
                </c:pt>
                <c:pt idx="3949">
                  <c:v>0.70604500000000003</c:v>
                </c:pt>
                <c:pt idx="3950">
                  <c:v>0.70635000000000003</c:v>
                </c:pt>
                <c:pt idx="3951">
                  <c:v>0.70665599999999995</c:v>
                </c:pt>
                <c:pt idx="3952">
                  <c:v>0.70696099999999995</c:v>
                </c:pt>
                <c:pt idx="3953">
                  <c:v>0.70726599999999995</c:v>
                </c:pt>
                <c:pt idx="3954">
                  <c:v>0.70757199999999998</c:v>
                </c:pt>
                <c:pt idx="3955">
                  <c:v>0.70787699999999998</c:v>
                </c:pt>
                <c:pt idx="3956">
                  <c:v>0.70818199999999998</c:v>
                </c:pt>
                <c:pt idx="3957">
                  <c:v>0.70848800000000001</c:v>
                </c:pt>
                <c:pt idx="3958">
                  <c:v>0.70879300000000001</c:v>
                </c:pt>
                <c:pt idx="3959">
                  <c:v>0.70909900000000003</c:v>
                </c:pt>
                <c:pt idx="3960">
                  <c:v>0.70940400000000003</c:v>
                </c:pt>
                <c:pt idx="3961">
                  <c:v>0.70970900000000003</c:v>
                </c:pt>
                <c:pt idx="3962">
                  <c:v>0.71001499999999995</c:v>
                </c:pt>
                <c:pt idx="3963">
                  <c:v>0.71031999999999995</c:v>
                </c:pt>
                <c:pt idx="3964">
                  <c:v>0.71062599999999998</c:v>
                </c:pt>
                <c:pt idx="3965">
                  <c:v>0.71093099999999998</c:v>
                </c:pt>
                <c:pt idx="3966">
                  <c:v>0.71123599999999998</c:v>
                </c:pt>
                <c:pt idx="3967">
                  <c:v>0.71154200000000001</c:v>
                </c:pt>
                <c:pt idx="3968">
                  <c:v>0.71184700000000001</c:v>
                </c:pt>
                <c:pt idx="3969">
                  <c:v>0.71215300000000004</c:v>
                </c:pt>
                <c:pt idx="3970">
                  <c:v>0.71245800000000004</c:v>
                </c:pt>
                <c:pt idx="3971">
                  <c:v>0.71276300000000004</c:v>
                </c:pt>
                <c:pt idx="3972">
                  <c:v>0.71306899999999995</c:v>
                </c:pt>
                <c:pt idx="3973">
                  <c:v>0.71337399999999995</c:v>
                </c:pt>
                <c:pt idx="3974">
                  <c:v>0.71367999999999998</c:v>
                </c:pt>
                <c:pt idx="3975">
                  <c:v>0.71398499999999998</c:v>
                </c:pt>
                <c:pt idx="3976">
                  <c:v>0.71428999999999998</c:v>
                </c:pt>
                <c:pt idx="3977">
                  <c:v>0.71459600000000001</c:v>
                </c:pt>
                <c:pt idx="3978">
                  <c:v>0.71490100000000001</c:v>
                </c:pt>
                <c:pt idx="3979">
                  <c:v>0.71520700000000004</c:v>
                </c:pt>
                <c:pt idx="3980">
                  <c:v>0.71551200000000004</c:v>
                </c:pt>
                <c:pt idx="3981">
                  <c:v>0.71581700000000004</c:v>
                </c:pt>
                <c:pt idx="3982">
                  <c:v>0.71612299999999995</c:v>
                </c:pt>
                <c:pt idx="3983">
                  <c:v>0.71642799999999995</c:v>
                </c:pt>
                <c:pt idx="3984">
                  <c:v>0.71673399999999998</c:v>
                </c:pt>
                <c:pt idx="3985">
                  <c:v>0.71703899999999998</c:v>
                </c:pt>
                <c:pt idx="3986">
                  <c:v>0.71734399999999998</c:v>
                </c:pt>
                <c:pt idx="3987">
                  <c:v>0.71765000000000001</c:v>
                </c:pt>
                <c:pt idx="3988">
                  <c:v>0.71795500000000001</c:v>
                </c:pt>
                <c:pt idx="3989">
                  <c:v>0.71826100000000004</c:v>
                </c:pt>
                <c:pt idx="3990">
                  <c:v>0.71856600000000004</c:v>
                </c:pt>
                <c:pt idx="3991">
                  <c:v>0.71887100000000004</c:v>
                </c:pt>
                <c:pt idx="3992">
                  <c:v>0.71917699999999996</c:v>
                </c:pt>
                <c:pt idx="3993">
                  <c:v>0.71948199999999995</c:v>
                </c:pt>
                <c:pt idx="3994">
                  <c:v>0.71978799999999998</c:v>
                </c:pt>
                <c:pt idx="3995">
                  <c:v>0.72009299999999998</c:v>
                </c:pt>
                <c:pt idx="3996">
                  <c:v>0.72039799999999998</c:v>
                </c:pt>
                <c:pt idx="3997">
                  <c:v>0.72070400000000001</c:v>
                </c:pt>
                <c:pt idx="3998">
                  <c:v>0.72100900000000001</c:v>
                </c:pt>
                <c:pt idx="3999">
                  <c:v>0.72131500000000004</c:v>
                </c:pt>
                <c:pt idx="4000">
                  <c:v>0.72162000000000004</c:v>
                </c:pt>
                <c:pt idx="4001">
                  <c:v>0.72192500000000004</c:v>
                </c:pt>
                <c:pt idx="4002">
                  <c:v>0.72223099999999996</c:v>
                </c:pt>
                <c:pt idx="4003">
                  <c:v>0.72253599999999996</c:v>
                </c:pt>
                <c:pt idx="4004">
                  <c:v>0.72284199999999998</c:v>
                </c:pt>
                <c:pt idx="4005">
                  <c:v>0.72314699999999998</c:v>
                </c:pt>
                <c:pt idx="4006">
                  <c:v>0.72345199999999998</c:v>
                </c:pt>
                <c:pt idx="4007">
                  <c:v>0.72375800000000001</c:v>
                </c:pt>
                <c:pt idx="4008">
                  <c:v>0.72406300000000001</c:v>
                </c:pt>
                <c:pt idx="4009">
                  <c:v>0.72436900000000004</c:v>
                </c:pt>
                <c:pt idx="4010">
                  <c:v>0.72467400000000004</c:v>
                </c:pt>
                <c:pt idx="4011">
                  <c:v>0.72497900000000004</c:v>
                </c:pt>
                <c:pt idx="4012">
                  <c:v>0.72528499999999996</c:v>
                </c:pt>
                <c:pt idx="4013">
                  <c:v>0.72558999999999996</c:v>
                </c:pt>
                <c:pt idx="4014">
                  <c:v>0.72589599999999999</c:v>
                </c:pt>
                <c:pt idx="4015">
                  <c:v>0.72620099999999999</c:v>
                </c:pt>
                <c:pt idx="4016">
                  <c:v>0.72650599999999999</c:v>
                </c:pt>
                <c:pt idx="4017">
                  <c:v>0.72681200000000001</c:v>
                </c:pt>
                <c:pt idx="4018">
                  <c:v>0.72711700000000001</c:v>
                </c:pt>
                <c:pt idx="4019">
                  <c:v>0.72742300000000004</c:v>
                </c:pt>
                <c:pt idx="4020">
                  <c:v>0.72772800000000004</c:v>
                </c:pt>
                <c:pt idx="4021">
                  <c:v>0.72803300000000004</c:v>
                </c:pt>
                <c:pt idx="4022">
                  <c:v>0.72833899999999996</c:v>
                </c:pt>
                <c:pt idx="4023">
                  <c:v>0.72864399999999996</c:v>
                </c:pt>
                <c:pt idx="4024">
                  <c:v>0.72894999999999999</c:v>
                </c:pt>
                <c:pt idx="4025">
                  <c:v>0.72925499999999999</c:v>
                </c:pt>
                <c:pt idx="4026">
                  <c:v>0.72955999999999999</c:v>
                </c:pt>
                <c:pt idx="4027">
                  <c:v>0.72986600000000001</c:v>
                </c:pt>
                <c:pt idx="4028">
                  <c:v>0.73017100000000001</c:v>
                </c:pt>
                <c:pt idx="4029">
                  <c:v>0.73047700000000004</c:v>
                </c:pt>
                <c:pt idx="4030">
                  <c:v>0.73078200000000004</c:v>
                </c:pt>
                <c:pt idx="4031">
                  <c:v>0.73108700000000004</c:v>
                </c:pt>
                <c:pt idx="4032">
                  <c:v>0.73139299999999996</c:v>
                </c:pt>
                <c:pt idx="4033">
                  <c:v>0.73169799999999996</c:v>
                </c:pt>
                <c:pt idx="4034">
                  <c:v>0.73200399999999999</c:v>
                </c:pt>
                <c:pt idx="4035">
                  <c:v>0.73230899999999999</c:v>
                </c:pt>
                <c:pt idx="4036">
                  <c:v>0.73261399999999999</c:v>
                </c:pt>
                <c:pt idx="4037">
                  <c:v>0.73292000000000002</c:v>
                </c:pt>
                <c:pt idx="4038">
                  <c:v>0.73322500000000002</c:v>
                </c:pt>
                <c:pt idx="4039">
                  <c:v>0.73353000000000002</c:v>
                </c:pt>
                <c:pt idx="4040">
                  <c:v>0.73383600000000004</c:v>
                </c:pt>
                <c:pt idx="4041">
                  <c:v>0.73414100000000004</c:v>
                </c:pt>
                <c:pt idx="4042">
                  <c:v>0.73444699999999996</c:v>
                </c:pt>
                <c:pt idx="4043">
                  <c:v>0.73475199999999996</c:v>
                </c:pt>
                <c:pt idx="4044">
                  <c:v>0.73505699999999996</c:v>
                </c:pt>
                <c:pt idx="4045">
                  <c:v>0.73536299999999999</c:v>
                </c:pt>
                <c:pt idx="4046">
                  <c:v>0.73566799999999999</c:v>
                </c:pt>
                <c:pt idx="4047">
                  <c:v>0.73597400000000002</c:v>
                </c:pt>
                <c:pt idx="4048">
                  <c:v>0.73627900000000002</c:v>
                </c:pt>
                <c:pt idx="4049">
                  <c:v>0.73658400000000002</c:v>
                </c:pt>
                <c:pt idx="4050">
                  <c:v>0.73689000000000004</c:v>
                </c:pt>
                <c:pt idx="4051">
                  <c:v>0.73719500000000004</c:v>
                </c:pt>
                <c:pt idx="4052">
                  <c:v>0.73750099999999996</c:v>
                </c:pt>
                <c:pt idx="4053">
                  <c:v>0.73780599999999996</c:v>
                </c:pt>
                <c:pt idx="4054">
                  <c:v>0.73811099999999996</c:v>
                </c:pt>
                <c:pt idx="4055">
                  <c:v>0.73841699999999999</c:v>
                </c:pt>
                <c:pt idx="4056">
                  <c:v>0.73872199999999999</c:v>
                </c:pt>
                <c:pt idx="4057">
                  <c:v>0.73902800000000002</c:v>
                </c:pt>
                <c:pt idx="4058">
                  <c:v>0.73933300000000002</c:v>
                </c:pt>
                <c:pt idx="4059">
                  <c:v>0.73963800000000002</c:v>
                </c:pt>
                <c:pt idx="4060">
                  <c:v>0.73994400000000005</c:v>
                </c:pt>
                <c:pt idx="4061">
                  <c:v>0.74024900000000005</c:v>
                </c:pt>
                <c:pt idx="4062">
                  <c:v>0.74055499999999996</c:v>
                </c:pt>
                <c:pt idx="4063">
                  <c:v>0.74085999999999996</c:v>
                </c:pt>
                <c:pt idx="4064">
                  <c:v>0.74116499999999996</c:v>
                </c:pt>
                <c:pt idx="4065">
                  <c:v>0.74147099999999999</c:v>
                </c:pt>
                <c:pt idx="4066">
                  <c:v>0.74177599999999999</c:v>
                </c:pt>
                <c:pt idx="4067">
                  <c:v>0.74208200000000002</c:v>
                </c:pt>
                <c:pt idx="4068">
                  <c:v>0.74238700000000002</c:v>
                </c:pt>
                <c:pt idx="4069">
                  <c:v>0.74269200000000002</c:v>
                </c:pt>
                <c:pt idx="4070">
                  <c:v>0.74299800000000005</c:v>
                </c:pt>
                <c:pt idx="4071">
                  <c:v>0.74330300000000005</c:v>
                </c:pt>
                <c:pt idx="4072">
                  <c:v>0.74360899999999996</c:v>
                </c:pt>
                <c:pt idx="4073">
                  <c:v>0.74391399999999996</c:v>
                </c:pt>
                <c:pt idx="4074">
                  <c:v>0.74421899999999996</c:v>
                </c:pt>
                <c:pt idx="4075">
                  <c:v>0.74452499999999999</c:v>
                </c:pt>
                <c:pt idx="4076">
                  <c:v>0.74482999999999999</c:v>
                </c:pt>
                <c:pt idx="4077">
                  <c:v>0.74513600000000002</c:v>
                </c:pt>
                <c:pt idx="4078">
                  <c:v>0.74544100000000002</c:v>
                </c:pt>
                <c:pt idx="4079">
                  <c:v>0.74574600000000002</c:v>
                </c:pt>
                <c:pt idx="4080">
                  <c:v>0.74605200000000005</c:v>
                </c:pt>
                <c:pt idx="4081">
                  <c:v>0.74635700000000005</c:v>
                </c:pt>
                <c:pt idx="4082">
                  <c:v>0.74666299999999997</c:v>
                </c:pt>
                <c:pt idx="4083">
                  <c:v>0.74696799999999997</c:v>
                </c:pt>
                <c:pt idx="4084">
                  <c:v>0.74727299999999997</c:v>
                </c:pt>
                <c:pt idx="4085">
                  <c:v>0.74757899999999999</c:v>
                </c:pt>
                <c:pt idx="4086">
                  <c:v>0.74788399999999999</c:v>
                </c:pt>
                <c:pt idx="4087">
                  <c:v>0.74819000000000002</c:v>
                </c:pt>
                <c:pt idx="4088">
                  <c:v>0.74849500000000002</c:v>
                </c:pt>
                <c:pt idx="4089">
                  <c:v>0.74880000000000002</c:v>
                </c:pt>
                <c:pt idx="4090">
                  <c:v>0.74910600000000005</c:v>
                </c:pt>
                <c:pt idx="4091">
                  <c:v>0.74941100000000005</c:v>
                </c:pt>
                <c:pt idx="4092">
                  <c:v>0.74971699999999997</c:v>
                </c:pt>
                <c:pt idx="4093">
                  <c:v>0.75002199999999997</c:v>
                </c:pt>
                <c:pt idx="4094">
                  <c:v>0.75032699999999997</c:v>
                </c:pt>
                <c:pt idx="4095">
                  <c:v>0.75063299999999999</c:v>
                </c:pt>
                <c:pt idx="4096">
                  <c:v>0.75093799999999999</c:v>
                </c:pt>
                <c:pt idx="4097">
                  <c:v>0.75124400000000002</c:v>
                </c:pt>
                <c:pt idx="4098">
                  <c:v>0.75154900000000002</c:v>
                </c:pt>
                <c:pt idx="4099">
                  <c:v>0.75185400000000002</c:v>
                </c:pt>
                <c:pt idx="4100">
                  <c:v>0.75216000000000005</c:v>
                </c:pt>
                <c:pt idx="4101">
                  <c:v>0.75246500000000005</c:v>
                </c:pt>
                <c:pt idx="4102">
                  <c:v>0.75277099999999997</c:v>
                </c:pt>
                <c:pt idx="4103">
                  <c:v>0.75307599999999997</c:v>
                </c:pt>
                <c:pt idx="4104">
                  <c:v>0.75338099999999997</c:v>
                </c:pt>
                <c:pt idx="4105">
                  <c:v>0.753687</c:v>
                </c:pt>
                <c:pt idx="4106">
                  <c:v>0.753992</c:v>
                </c:pt>
                <c:pt idx="4107">
                  <c:v>0.75429800000000002</c:v>
                </c:pt>
                <c:pt idx="4108">
                  <c:v>0.75460300000000002</c:v>
                </c:pt>
                <c:pt idx="4109">
                  <c:v>0.75490800000000002</c:v>
                </c:pt>
                <c:pt idx="4110">
                  <c:v>0.75521400000000005</c:v>
                </c:pt>
                <c:pt idx="4111">
                  <c:v>0.75551900000000005</c:v>
                </c:pt>
                <c:pt idx="4112">
                  <c:v>0.75582499999999997</c:v>
                </c:pt>
                <c:pt idx="4113">
                  <c:v>0.75612999999999997</c:v>
                </c:pt>
                <c:pt idx="4114">
                  <c:v>0.75643499999999997</c:v>
                </c:pt>
                <c:pt idx="4115">
                  <c:v>0.756741</c:v>
                </c:pt>
                <c:pt idx="4116">
                  <c:v>0.757046</c:v>
                </c:pt>
                <c:pt idx="4117">
                  <c:v>0.75735200000000003</c:v>
                </c:pt>
                <c:pt idx="4118">
                  <c:v>0.75765700000000002</c:v>
                </c:pt>
                <c:pt idx="4119">
                  <c:v>0.75796200000000002</c:v>
                </c:pt>
                <c:pt idx="4120">
                  <c:v>0.75826800000000005</c:v>
                </c:pt>
                <c:pt idx="4121">
                  <c:v>0.75857300000000005</c:v>
                </c:pt>
                <c:pt idx="4122">
                  <c:v>0.75887800000000005</c:v>
                </c:pt>
                <c:pt idx="4123">
                  <c:v>0.75918399999999997</c:v>
                </c:pt>
                <c:pt idx="4124">
                  <c:v>0.75948899999999997</c:v>
                </c:pt>
                <c:pt idx="4125">
                  <c:v>0.759795</c:v>
                </c:pt>
                <c:pt idx="4126">
                  <c:v>0.7601</c:v>
                </c:pt>
                <c:pt idx="4127">
                  <c:v>0.760405</c:v>
                </c:pt>
                <c:pt idx="4128">
                  <c:v>0.76071100000000003</c:v>
                </c:pt>
                <c:pt idx="4129">
                  <c:v>0.76101600000000003</c:v>
                </c:pt>
                <c:pt idx="4130">
                  <c:v>0.76132200000000005</c:v>
                </c:pt>
                <c:pt idx="4131">
                  <c:v>0.76162700000000005</c:v>
                </c:pt>
                <c:pt idx="4132">
                  <c:v>0.76193200000000005</c:v>
                </c:pt>
                <c:pt idx="4133">
                  <c:v>0.76223799999999997</c:v>
                </c:pt>
                <c:pt idx="4134">
                  <c:v>0.76254299999999997</c:v>
                </c:pt>
                <c:pt idx="4135">
                  <c:v>0.762849</c:v>
                </c:pt>
                <c:pt idx="4136">
                  <c:v>0.763154</c:v>
                </c:pt>
                <c:pt idx="4137">
                  <c:v>0.763459</c:v>
                </c:pt>
                <c:pt idx="4138">
                  <c:v>0.76376500000000003</c:v>
                </c:pt>
                <c:pt idx="4139">
                  <c:v>0.76407000000000003</c:v>
                </c:pt>
                <c:pt idx="4140">
                  <c:v>0.76437600000000006</c:v>
                </c:pt>
                <c:pt idx="4141">
                  <c:v>0.76468100000000006</c:v>
                </c:pt>
                <c:pt idx="4142">
                  <c:v>0.76498600000000005</c:v>
                </c:pt>
                <c:pt idx="4143">
                  <c:v>0.76529199999999997</c:v>
                </c:pt>
                <c:pt idx="4144">
                  <c:v>0.76559699999999997</c:v>
                </c:pt>
                <c:pt idx="4145">
                  <c:v>0.765903</c:v>
                </c:pt>
                <c:pt idx="4146">
                  <c:v>0.766208</c:v>
                </c:pt>
                <c:pt idx="4147">
                  <c:v>0.766513</c:v>
                </c:pt>
                <c:pt idx="4148">
                  <c:v>0.76681900000000003</c:v>
                </c:pt>
                <c:pt idx="4149">
                  <c:v>0.76712400000000003</c:v>
                </c:pt>
                <c:pt idx="4150">
                  <c:v>0.76742999999999995</c:v>
                </c:pt>
                <c:pt idx="4151">
                  <c:v>0.76773499999999995</c:v>
                </c:pt>
                <c:pt idx="4152">
                  <c:v>0.76803999999999994</c:v>
                </c:pt>
                <c:pt idx="4153">
                  <c:v>0.76834599999999997</c:v>
                </c:pt>
                <c:pt idx="4154">
                  <c:v>0.76865099999999997</c:v>
                </c:pt>
                <c:pt idx="4155">
                  <c:v>0.768957</c:v>
                </c:pt>
                <c:pt idx="4156">
                  <c:v>0.769262</c:v>
                </c:pt>
                <c:pt idx="4157">
                  <c:v>0.769567</c:v>
                </c:pt>
                <c:pt idx="4158">
                  <c:v>0.76987300000000003</c:v>
                </c:pt>
                <c:pt idx="4159">
                  <c:v>0.77017800000000003</c:v>
                </c:pt>
                <c:pt idx="4160">
                  <c:v>0.77048399999999995</c:v>
                </c:pt>
                <c:pt idx="4161">
                  <c:v>0.77078899999999995</c:v>
                </c:pt>
                <c:pt idx="4162">
                  <c:v>0.77109399999999995</c:v>
                </c:pt>
                <c:pt idx="4163">
                  <c:v>0.77139999999999997</c:v>
                </c:pt>
                <c:pt idx="4164">
                  <c:v>0.77170499999999997</c:v>
                </c:pt>
                <c:pt idx="4165">
                  <c:v>0.772011</c:v>
                </c:pt>
                <c:pt idx="4166">
                  <c:v>0.772316</c:v>
                </c:pt>
                <c:pt idx="4167">
                  <c:v>0.772621</c:v>
                </c:pt>
                <c:pt idx="4168">
                  <c:v>0.77292700000000003</c:v>
                </c:pt>
                <c:pt idx="4169">
                  <c:v>0.77323200000000003</c:v>
                </c:pt>
                <c:pt idx="4170">
                  <c:v>0.77353799999999995</c:v>
                </c:pt>
                <c:pt idx="4171">
                  <c:v>0.77384299999999995</c:v>
                </c:pt>
                <c:pt idx="4172">
                  <c:v>0.77414799999999995</c:v>
                </c:pt>
                <c:pt idx="4173">
                  <c:v>0.77445399999999998</c:v>
                </c:pt>
                <c:pt idx="4174">
                  <c:v>0.77475899999999998</c:v>
                </c:pt>
                <c:pt idx="4175">
                  <c:v>0.775065</c:v>
                </c:pt>
                <c:pt idx="4176">
                  <c:v>0.77537</c:v>
                </c:pt>
                <c:pt idx="4177">
                  <c:v>0.775675</c:v>
                </c:pt>
                <c:pt idx="4178">
                  <c:v>0.77598100000000003</c:v>
                </c:pt>
                <c:pt idx="4179">
                  <c:v>0.77628600000000003</c:v>
                </c:pt>
                <c:pt idx="4180">
                  <c:v>0.77659199999999995</c:v>
                </c:pt>
                <c:pt idx="4181">
                  <c:v>0.77689699999999995</c:v>
                </c:pt>
                <c:pt idx="4182">
                  <c:v>0.77720199999999995</c:v>
                </c:pt>
                <c:pt idx="4183">
                  <c:v>0.77750799999999998</c:v>
                </c:pt>
                <c:pt idx="4184">
                  <c:v>0.77781299999999998</c:v>
                </c:pt>
                <c:pt idx="4185">
                  <c:v>0.77811900000000001</c:v>
                </c:pt>
                <c:pt idx="4186">
                  <c:v>0.778424</c:v>
                </c:pt>
                <c:pt idx="4187">
                  <c:v>0.778729</c:v>
                </c:pt>
                <c:pt idx="4188">
                  <c:v>0.77903500000000003</c:v>
                </c:pt>
                <c:pt idx="4189">
                  <c:v>0.77934000000000003</c:v>
                </c:pt>
                <c:pt idx="4190">
                  <c:v>0.77964599999999995</c:v>
                </c:pt>
                <c:pt idx="4191">
                  <c:v>0.77995099999999995</c:v>
                </c:pt>
                <c:pt idx="4192">
                  <c:v>0.78025599999999995</c:v>
                </c:pt>
                <c:pt idx="4193">
                  <c:v>0.78056199999999998</c:v>
                </c:pt>
                <c:pt idx="4194">
                  <c:v>0.78086699999999998</c:v>
                </c:pt>
                <c:pt idx="4195">
                  <c:v>0.78117300000000001</c:v>
                </c:pt>
                <c:pt idx="4196">
                  <c:v>0.78147800000000001</c:v>
                </c:pt>
                <c:pt idx="4197">
                  <c:v>0.78178300000000001</c:v>
                </c:pt>
                <c:pt idx="4198">
                  <c:v>0.78208900000000003</c:v>
                </c:pt>
                <c:pt idx="4199">
                  <c:v>0.78239400000000003</c:v>
                </c:pt>
                <c:pt idx="4200">
                  <c:v>0.78269999999999995</c:v>
                </c:pt>
                <c:pt idx="4201">
                  <c:v>0.78300499999999995</c:v>
                </c:pt>
                <c:pt idx="4202">
                  <c:v>0.78330999999999995</c:v>
                </c:pt>
                <c:pt idx="4203">
                  <c:v>0.78361599999999998</c:v>
                </c:pt>
                <c:pt idx="4204">
                  <c:v>0.78392099999999998</c:v>
                </c:pt>
                <c:pt idx="4205">
                  <c:v>0.78422599999999998</c:v>
                </c:pt>
                <c:pt idx="4206">
                  <c:v>0.78453200000000001</c:v>
                </c:pt>
                <c:pt idx="4207">
                  <c:v>0.78483700000000001</c:v>
                </c:pt>
                <c:pt idx="4208">
                  <c:v>0.78514300000000004</c:v>
                </c:pt>
                <c:pt idx="4209">
                  <c:v>0.78544800000000004</c:v>
                </c:pt>
                <c:pt idx="4210">
                  <c:v>0.78575300000000003</c:v>
                </c:pt>
                <c:pt idx="4211">
                  <c:v>0.78605899999999995</c:v>
                </c:pt>
                <c:pt idx="4212">
                  <c:v>0.78636399999999995</c:v>
                </c:pt>
                <c:pt idx="4213">
                  <c:v>0.78666999999999998</c:v>
                </c:pt>
                <c:pt idx="4214">
                  <c:v>0.78697499999999998</c:v>
                </c:pt>
                <c:pt idx="4215">
                  <c:v>0.78727999999999998</c:v>
                </c:pt>
                <c:pt idx="4216">
                  <c:v>0.78758600000000001</c:v>
                </c:pt>
                <c:pt idx="4217">
                  <c:v>0.78789100000000001</c:v>
                </c:pt>
                <c:pt idx="4218">
                  <c:v>0.78819700000000004</c:v>
                </c:pt>
                <c:pt idx="4219">
                  <c:v>0.78850200000000004</c:v>
                </c:pt>
                <c:pt idx="4220">
                  <c:v>0.78880700000000004</c:v>
                </c:pt>
                <c:pt idx="4221">
                  <c:v>0.78911299999999995</c:v>
                </c:pt>
                <c:pt idx="4222">
                  <c:v>0.78941799999999995</c:v>
                </c:pt>
                <c:pt idx="4223">
                  <c:v>0.78972399999999998</c:v>
                </c:pt>
                <c:pt idx="4224">
                  <c:v>0.79002899999999998</c:v>
                </c:pt>
                <c:pt idx="4225">
                  <c:v>0.79033399999999998</c:v>
                </c:pt>
                <c:pt idx="4226">
                  <c:v>0.79064000000000001</c:v>
                </c:pt>
                <c:pt idx="4227">
                  <c:v>0.79094500000000001</c:v>
                </c:pt>
                <c:pt idx="4228">
                  <c:v>0.79125100000000004</c:v>
                </c:pt>
                <c:pt idx="4229">
                  <c:v>0.79155600000000004</c:v>
                </c:pt>
                <c:pt idx="4230">
                  <c:v>0.79186100000000004</c:v>
                </c:pt>
                <c:pt idx="4231">
                  <c:v>0.79216699999999995</c:v>
                </c:pt>
                <c:pt idx="4232">
                  <c:v>0.79247199999999995</c:v>
                </c:pt>
                <c:pt idx="4233">
                  <c:v>0.79277799999999998</c:v>
                </c:pt>
                <c:pt idx="4234">
                  <c:v>0.79308299999999998</c:v>
                </c:pt>
                <c:pt idx="4235">
                  <c:v>0.79338799999999998</c:v>
                </c:pt>
                <c:pt idx="4236">
                  <c:v>0.79369400000000001</c:v>
                </c:pt>
                <c:pt idx="4237">
                  <c:v>0.79399900000000001</c:v>
                </c:pt>
                <c:pt idx="4238">
                  <c:v>0.79430500000000004</c:v>
                </c:pt>
                <c:pt idx="4239">
                  <c:v>0.79461000000000004</c:v>
                </c:pt>
                <c:pt idx="4240">
                  <c:v>0.79491500000000004</c:v>
                </c:pt>
                <c:pt idx="4241">
                  <c:v>0.79522099999999996</c:v>
                </c:pt>
                <c:pt idx="4242">
                  <c:v>0.79552599999999996</c:v>
                </c:pt>
                <c:pt idx="4243">
                  <c:v>0.79583199999999998</c:v>
                </c:pt>
                <c:pt idx="4244">
                  <c:v>0.79613699999999998</c:v>
                </c:pt>
                <c:pt idx="4245">
                  <c:v>0.79644199999999998</c:v>
                </c:pt>
                <c:pt idx="4246">
                  <c:v>0.79674800000000001</c:v>
                </c:pt>
                <c:pt idx="4247">
                  <c:v>0.79705300000000001</c:v>
                </c:pt>
                <c:pt idx="4248">
                  <c:v>0.79735900000000004</c:v>
                </c:pt>
                <c:pt idx="4249">
                  <c:v>0.79766400000000004</c:v>
                </c:pt>
                <c:pt idx="4250">
                  <c:v>0.79796900000000004</c:v>
                </c:pt>
                <c:pt idx="4251">
                  <c:v>0.79827499999999996</c:v>
                </c:pt>
                <c:pt idx="4252">
                  <c:v>0.79857999999999996</c:v>
                </c:pt>
                <c:pt idx="4253">
                  <c:v>0.79888599999999999</c:v>
                </c:pt>
                <c:pt idx="4254">
                  <c:v>0.79919099999999998</c:v>
                </c:pt>
                <c:pt idx="4255">
                  <c:v>0.79949599999999998</c:v>
                </c:pt>
                <c:pt idx="4256">
                  <c:v>0.79980200000000001</c:v>
                </c:pt>
                <c:pt idx="4257">
                  <c:v>0.80010700000000001</c:v>
                </c:pt>
                <c:pt idx="4258">
                  <c:v>0.80041300000000004</c:v>
                </c:pt>
                <c:pt idx="4259">
                  <c:v>0.80071800000000004</c:v>
                </c:pt>
                <c:pt idx="4260">
                  <c:v>0.80102300000000004</c:v>
                </c:pt>
                <c:pt idx="4261">
                  <c:v>0.80132899999999996</c:v>
                </c:pt>
                <c:pt idx="4262">
                  <c:v>0.80163399999999996</c:v>
                </c:pt>
                <c:pt idx="4263">
                  <c:v>0.80193999999999999</c:v>
                </c:pt>
                <c:pt idx="4264">
                  <c:v>0.80224499999999999</c:v>
                </c:pt>
                <c:pt idx="4265">
                  <c:v>0.80254999999999999</c:v>
                </c:pt>
                <c:pt idx="4266">
                  <c:v>0.80285600000000001</c:v>
                </c:pt>
                <c:pt idx="4267">
                  <c:v>0.80316100000000001</c:v>
                </c:pt>
                <c:pt idx="4268">
                  <c:v>0.80346700000000004</c:v>
                </c:pt>
                <c:pt idx="4269">
                  <c:v>0.80377200000000004</c:v>
                </c:pt>
                <c:pt idx="4270">
                  <c:v>0.80407700000000004</c:v>
                </c:pt>
                <c:pt idx="4271">
                  <c:v>0.80438299999999996</c:v>
                </c:pt>
                <c:pt idx="4272">
                  <c:v>0.80468799999999996</c:v>
                </c:pt>
                <c:pt idx="4273">
                  <c:v>0.80499399999999999</c:v>
                </c:pt>
                <c:pt idx="4274">
                  <c:v>0.80529899999999999</c:v>
                </c:pt>
                <c:pt idx="4275">
                  <c:v>0.80560399999999999</c:v>
                </c:pt>
                <c:pt idx="4276">
                  <c:v>0.80591000000000002</c:v>
                </c:pt>
                <c:pt idx="4277">
                  <c:v>0.80621500000000001</c:v>
                </c:pt>
                <c:pt idx="4278">
                  <c:v>0.80652100000000004</c:v>
                </c:pt>
                <c:pt idx="4279">
                  <c:v>0.80682600000000004</c:v>
                </c:pt>
                <c:pt idx="4280">
                  <c:v>0.80713100000000004</c:v>
                </c:pt>
                <c:pt idx="4281">
                  <c:v>0.80743699999999996</c:v>
                </c:pt>
                <c:pt idx="4282">
                  <c:v>0.80774199999999996</c:v>
                </c:pt>
                <c:pt idx="4283">
                  <c:v>0.80804799999999999</c:v>
                </c:pt>
                <c:pt idx="4284">
                  <c:v>0.80835299999999999</c:v>
                </c:pt>
                <c:pt idx="4285">
                  <c:v>0.80865799999999999</c:v>
                </c:pt>
                <c:pt idx="4286">
                  <c:v>0.80896400000000002</c:v>
                </c:pt>
                <c:pt idx="4287">
                  <c:v>0.80926900000000002</c:v>
                </c:pt>
                <c:pt idx="4288">
                  <c:v>0.80957400000000002</c:v>
                </c:pt>
                <c:pt idx="4289">
                  <c:v>0.80988000000000004</c:v>
                </c:pt>
                <c:pt idx="4290">
                  <c:v>0.81018500000000004</c:v>
                </c:pt>
                <c:pt idx="4291">
                  <c:v>0.81049099999999996</c:v>
                </c:pt>
                <c:pt idx="4292">
                  <c:v>0.81079599999999996</c:v>
                </c:pt>
                <c:pt idx="4293">
                  <c:v>0.81110099999999996</c:v>
                </c:pt>
                <c:pt idx="4294">
                  <c:v>0.81140699999999999</c:v>
                </c:pt>
                <c:pt idx="4295">
                  <c:v>0.81171199999999999</c:v>
                </c:pt>
                <c:pt idx="4296">
                  <c:v>0.81201800000000002</c:v>
                </c:pt>
                <c:pt idx="4297">
                  <c:v>0.81232300000000002</c:v>
                </c:pt>
                <c:pt idx="4298">
                  <c:v>0.81262800000000002</c:v>
                </c:pt>
                <c:pt idx="4299">
                  <c:v>0.81293400000000005</c:v>
                </c:pt>
                <c:pt idx="4300">
                  <c:v>0.81323900000000005</c:v>
                </c:pt>
                <c:pt idx="4301">
                  <c:v>0.81354499999999996</c:v>
                </c:pt>
                <c:pt idx="4302">
                  <c:v>0.81384999999999996</c:v>
                </c:pt>
                <c:pt idx="4303">
                  <c:v>0.81415499999999996</c:v>
                </c:pt>
                <c:pt idx="4304">
                  <c:v>0.81446099999999999</c:v>
                </c:pt>
                <c:pt idx="4305">
                  <c:v>0.81476599999999999</c:v>
                </c:pt>
                <c:pt idx="4306">
                  <c:v>0.81507200000000002</c:v>
                </c:pt>
                <c:pt idx="4307">
                  <c:v>0.81537700000000002</c:v>
                </c:pt>
                <c:pt idx="4308">
                  <c:v>0.81568200000000002</c:v>
                </c:pt>
                <c:pt idx="4309">
                  <c:v>0.81598800000000005</c:v>
                </c:pt>
                <c:pt idx="4310">
                  <c:v>0.81629300000000005</c:v>
                </c:pt>
                <c:pt idx="4311">
                  <c:v>0.81659899999999996</c:v>
                </c:pt>
                <c:pt idx="4312">
                  <c:v>0.81690399999999996</c:v>
                </c:pt>
                <c:pt idx="4313">
                  <c:v>0.81720899999999996</c:v>
                </c:pt>
                <c:pt idx="4314">
                  <c:v>0.81751499999999999</c:v>
                </c:pt>
                <c:pt idx="4315">
                  <c:v>0.81781999999999999</c:v>
                </c:pt>
                <c:pt idx="4316">
                  <c:v>0.81812600000000002</c:v>
                </c:pt>
                <c:pt idx="4317">
                  <c:v>0.81843100000000002</c:v>
                </c:pt>
                <c:pt idx="4318">
                  <c:v>0.81873600000000002</c:v>
                </c:pt>
                <c:pt idx="4319">
                  <c:v>0.81904200000000005</c:v>
                </c:pt>
                <c:pt idx="4320">
                  <c:v>0.81934700000000005</c:v>
                </c:pt>
                <c:pt idx="4321">
                  <c:v>0.81965299999999996</c:v>
                </c:pt>
                <c:pt idx="4322">
                  <c:v>0.81995799999999996</c:v>
                </c:pt>
                <c:pt idx="4323">
                  <c:v>0.82026299999999996</c:v>
                </c:pt>
                <c:pt idx="4324">
                  <c:v>0.82056899999999999</c:v>
                </c:pt>
                <c:pt idx="4325">
                  <c:v>0.82087399999999999</c:v>
                </c:pt>
                <c:pt idx="4326">
                  <c:v>0.82118000000000002</c:v>
                </c:pt>
                <c:pt idx="4327">
                  <c:v>0.82148500000000002</c:v>
                </c:pt>
                <c:pt idx="4328">
                  <c:v>0.82179000000000002</c:v>
                </c:pt>
                <c:pt idx="4329">
                  <c:v>0.82209600000000005</c:v>
                </c:pt>
                <c:pt idx="4330">
                  <c:v>0.82240100000000005</c:v>
                </c:pt>
                <c:pt idx="4331">
                  <c:v>0.82270699999999997</c:v>
                </c:pt>
                <c:pt idx="4332">
                  <c:v>0.82301199999999997</c:v>
                </c:pt>
                <c:pt idx="4333">
                  <c:v>0.82331699999999997</c:v>
                </c:pt>
                <c:pt idx="4334">
                  <c:v>0.82362299999999999</c:v>
                </c:pt>
                <c:pt idx="4335">
                  <c:v>0.82392799999999999</c:v>
                </c:pt>
                <c:pt idx="4336">
                  <c:v>0.82423400000000002</c:v>
                </c:pt>
                <c:pt idx="4337">
                  <c:v>0.82453900000000002</c:v>
                </c:pt>
                <c:pt idx="4338">
                  <c:v>0.82484400000000002</c:v>
                </c:pt>
                <c:pt idx="4339">
                  <c:v>0.82515000000000005</c:v>
                </c:pt>
                <c:pt idx="4340">
                  <c:v>0.82545500000000005</c:v>
                </c:pt>
                <c:pt idx="4341">
                  <c:v>0.82576099999999997</c:v>
                </c:pt>
                <c:pt idx="4342">
                  <c:v>0.82606599999999997</c:v>
                </c:pt>
                <c:pt idx="4343">
                  <c:v>0.82637099999999997</c:v>
                </c:pt>
                <c:pt idx="4344">
                  <c:v>0.826677</c:v>
                </c:pt>
                <c:pt idx="4345">
                  <c:v>0.82698199999999999</c:v>
                </c:pt>
                <c:pt idx="4346">
                  <c:v>0.82728800000000002</c:v>
                </c:pt>
                <c:pt idx="4347">
                  <c:v>0.82759300000000002</c:v>
                </c:pt>
                <c:pt idx="4348">
                  <c:v>0.82789800000000002</c:v>
                </c:pt>
                <c:pt idx="4349">
                  <c:v>0.82820400000000005</c:v>
                </c:pt>
                <c:pt idx="4350">
                  <c:v>0.82850900000000005</c:v>
                </c:pt>
                <c:pt idx="4351">
                  <c:v>0.82881499999999997</c:v>
                </c:pt>
                <c:pt idx="4352">
                  <c:v>0.82911999999999997</c:v>
                </c:pt>
                <c:pt idx="4353">
                  <c:v>0.82942499999999997</c:v>
                </c:pt>
                <c:pt idx="4354">
                  <c:v>0.829731</c:v>
                </c:pt>
                <c:pt idx="4355">
                  <c:v>0.830036</c:v>
                </c:pt>
                <c:pt idx="4356">
                  <c:v>0.83034200000000002</c:v>
                </c:pt>
                <c:pt idx="4357">
                  <c:v>0.83064700000000002</c:v>
                </c:pt>
                <c:pt idx="4358">
                  <c:v>0.83095200000000002</c:v>
                </c:pt>
                <c:pt idx="4359">
                  <c:v>0.83125800000000005</c:v>
                </c:pt>
                <c:pt idx="4360">
                  <c:v>0.83156300000000005</c:v>
                </c:pt>
                <c:pt idx="4361">
                  <c:v>0.83186899999999997</c:v>
                </c:pt>
                <c:pt idx="4362">
                  <c:v>0.83217399999999997</c:v>
                </c:pt>
                <c:pt idx="4363">
                  <c:v>0.83247899999999997</c:v>
                </c:pt>
                <c:pt idx="4364">
                  <c:v>0.832785</c:v>
                </c:pt>
                <c:pt idx="4365">
                  <c:v>0.83309</c:v>
                </c:pt>
                <c:pt idx="4366">
                  <c:v>0.83339600000000003</c:v>
                </c:pt>
                <c:pt idx="4367">
                  <c:v>0.83370100000000003</c:v>
                </c:pt>
                <c:pt idx="4368">
                  <c:v>0.83400600000000003</c:v>
                </c:pt>
                <c:pt idx="4369">
                  <c:v>0.83431200000000005</c:v>
                </c:pt>
                <c:pt idx="4370">
                  <c:v>0.83461700000000005</c:v>
                </c:pt>
                <c:pt idx="4371">
                  <c:v>0.83492299999999997</c:v>
                </c:pt>
                <c:pt idx="4372">
                  <c:v>0.83522799999999997</c:v>
                </c:pt>
                <c:pt idx="4373">
                  <c:v>0.83553299999999997</c:v>
                </c:pt>
                <c:pt idx="4374">
                  <c:v>0.835839</c:v>
                </c:pt>
                <c:pt idx="4375">
                  <c:v>0.836144</c:v>
                </c:pt>
                <c:pt idx="4376">
                  <c:v>0.836449</c:v>
                </c:pt>
                <c:pt idx="4377">
                  <c:v>0.83675500000000003</c:v>
                </c:pt>
                <c:pt idx="4378">
                  <c:v>0.83706000000000003</c:v>
                </c:pt>
                <c:pt idx="4379">
                  <c:v>0.83736600000000005</c:v>
                </c:pt>
                <c:pt idx="4380">
                  <c:v>0.83767100000000005</c:v>
                </c:pt>
                <c:pt idx="4381">
                  <c:v>0.83797600000000005</c:v>
                </c:pt>
                <c:pt idx="4382">
                  <c:v>0.83828199999999997</c:v>
                </c:pt>
                <c:pt idx="4383">
                  <c:v>0.83858699999999997</c:v>
                </c:pt>
                <c:pt idx="4384">
                  <c:v>0.838893</c:v>
                </c:pt>
                <c:pt idx="4385">
                  <c:v>0.839198</c:v>
                </c:pt>
                <c:pt idx="4386">
                  <c:v>0.839503</c:v>
                </c:pt>
                <c:pt idx="4387">
                  <c:v>0.83980900000000003</c:v>
                </c:pt>
                <c:pt idx="4388">
                  <c:v>0.84011400000000003</c:v>
                </c:pt>
                <c:pt idx="4389">
                  <c:v>0.84041999999999994</c:v>
                </c:pt>
                <c:pt idx="4390">
                  <c:v>0.84072499999999994</c:v>
                </c:pt>
                <c:pt idx="4391">
                  <c:v>0.84103000000000006</c:v>
                </c:pt>
                <c:pt idx="4392">
                  <c:v>0.84133599999999997</c:v>
                </c:pt>
                <c:pt idx="4393">
                  <c:v>0.84164099999999997</c:v>
                </c:pt>
                <c:pt idx="4394">
                  <c:v>0.841947</c:v>
                </c:pt>
                <c:pt idx="4395">
                  <c:v>0.842252</c:v>
                </c:pt>
                <c:pt idx="4396">
                  <c:v>0.842557</c:v>
                </c:pt>
                <c:pt idx="4397">
                  <c:v>0.84286300000000003</c:v>
                </c:pt>
                <c:pt idx="4398">
                  <c:v>0.84316800000000003</c:v>
                </c:pt>
                <c:pt idx="4399">
                  <c:v>0.84347399999999995</c:v>
                </c:pt>
                <c:pt idx="4400">
                  <c:v>0.84377899999999995</c:v>
                </c:pt>
                <c:pt idx="4401">
                  <c:v>0.84408399999999995</c:v>
                </c:pt>
                <c:pt idx="4402">
                  <c:v>0.84438999999999997</c:v>
                </c:pt>
                <c:pt idx="4403">
                  <c:v>0.84469499999999997</c:v>
                </c:pt>
                <c:pt idx="4404">
                  <c:v>0.845001</c:v>
                </c:pt>
                <c:pt idx="4405">
                  <c:v>0.845306</c:v>
                </c:pt>
                <c:pt idx="4406">
                  <c:v>0.845611</c:v>
                </c:pt>
                <c:pt idx="4407">
                  <c:v>0.84591700000000003</c:v>
                </c:pt>
                <c:pt idx="4408">
                  <c:v>0.84622200000000003</c:v>
                </c:pt>
                <c:pt idx="4409">
                  <c:v>0.84652799999999995</c:v>
                </c:pt>
                <c:pt idx="4410">
                  <c:v>0.84683299999999995</c:v>
                </c:pt>
                <c:pt idx="4411">
                  <c:v>0.84713799999999995</c:v>
                </c:pt>
                <c:pt idx="4412">
                  <c:v>0.84744399999999998</c:v>
                </c:pt>
                <c:pt idx="4413">
                  <c:v>0.84774899999999997</c:v>
                </c:pt>
                <c:pt idx="4414">
                  <c:v>0.848055</c:v>
                </c:pt>
                <c:pt idx="4415">
                  <c:v>0.84836</c:v>
                </c:pt>
                <c:pt idx="4416">
                  <c:v>0.848665</c:v>
                </c:pt>
                <c:pt idx="4417">
                  <c:v>0.84897100000000003</c:v>
                </c:pt>
                <c:pt idx="4418">
                  <c:v>0.84927600000000003</c:v>
                </c:pt>
                <c:pt idx="4419">
                  <c:v>0.84958199999999995</c:v>
                </c:pt>
                <c:pt idx="4420">
                  <c:v>0.84988699999999995</c:v>
                </c:pt>
                <c:pt idx="4421">
                  <c:v>0.85019199999999995</c:v>
                </c:pt>
                <c:pt idx="4422">
                  <c:v>0.85049799999999998</c:v>
                </c:pt>
                <c:pt idx="4423">
                  <c:v>0.85080299999999998</c:v>
                </c:pt>
                <c:pt idx="4424">
                  <c:v>0.851109</c:v>
                </c:pt>
                <c:pt idx="4425">
                  <c:v>0.851414</c:v>
                </c:pt>
                <c:pt idx="4426">
                  <c:v>0.851719</c:v>
                </c:pt>
                <c:pt idx="4427">
                  <c:v>0.85202500000000003</c:v>
                </c:pt>
                <c:pt idx="4428">
                  <c:v>0.85233000000000003</c:v>
                </c:pt>
                <c:pt idx="4429">
                  <c:v>0.85263599999999995</c:v>
                </c:pt>
                <c:pt idx="4430">
                  <c:v>0.85294099999999995</c:v>
                </c:pt>
                <c:pt idx="4431">
                  <c:v>0.85324599999999995</c:v>
                </c:pt>
                <c:pt idx="4432">
                  <c:v>0.85355199999999998</c:v>
                </c:pt>
                <c:pt idx="4433">
                  <c:v>0.85385699999999998</c:v>
                </c:pt>
                <c:pt idx="4434">
                  <c:v>0.85416300000000001</c:v>
                </c:pt>
                <c:pt idx="4435">
                  <c:v>0.85446800000000001</c:v>
                </c:pt>
                <c:pt idx="4436">
                  <c:v>0.85477300000000001</c:v>
                </c:pt>
                <c:pt idx="4437">
                  <c:v>0.85507900000000003</c:v>
                </c:pt>
                <c:pt idx="4438">
                  <c:v>0.85538400000000003</c:v>
                </c:pt>
                <c:pt idx="4439">
                  <c:v>0.85568999999999995</c:v>
                </c:pt>
                <c:pt idx="4440">
                  <c:v>0.85599499999999995</c:v>
                </c:pt>
                <c:pt idx="4441">
                  <c:v>0.85629999999999995</c:v>
                </c:pt>
                <c:pt idx="4442">
                  <c:v>0.85660599999999998</c:v>
                </c:pt>
                <c:pt idx="4443">
                  <c:v>0.85691099999999998</c:v>
                </c:pt>
                <c:pt idx="4444">
                  <c:v>0.85721700000000001</c:v>
                </c:pt>
                <c:pt idx="4445">
                  <c:v>0.85752200000000001</c:v>
                </c:pt>
                <c:pt idx="4446">
                  <c:v>0.85782700000000001</c:v>
                </c:pt>
                <c:pt idx="4447">
                  <c:v>0.85813300000000003</c:v>
                </c:pt>
                <c:pt idx="4448">
                  <c:v>0.85843800000000003</c:v>
                </c:pt>
                <c:pt idx="4449">
                  <c:v>0.85874399999999995</c:v>
                </c:pt>
                <c:pt idx="4450">
                  <c:v>0.85904899999999995</c:v>
                </c:pt>
                <c:pt idx="4451">
                  <c:v>0.85935399999999995</c:v>
                </c:pt>
                <c:pt idx="4452">
                  <c:v>0.85965999999999998</c:v>
                </c:pt>
                <c:pt idx="4453">
                  <c:v>0.85996499999999998</c:v>
                </c:pt>
                <c:pt idx="4454">
                  <c:v>0.86027100000000001</c:v>
                </c:pt>
                <c:pt idx="4455">
                  <c:v>0.86057600000000001</c:v>
                </c:pt>
                <c:pt idx="4456">
                  <c:v>0.86088100000000001</c:v>
                </c:pt>
                <c:pt idx="4457">
                  <c:v>0.86118700000000004</c:v>
                </c:pt>
                <c:pt idx="4458">
                  <c:v>0.86149200000000004</c:v>
                </c:pt>
                <c:pt idx="4459">
                  <c:v>0.86179700000000004</c:v>
                </c:pt>
                <c:pt idx="4460">
                  <c:v>0.86210299999999995</c:v>
                </c:pt>
                <c:pt idx="4461">
                  <c:v>0.86240799999999995</c:v>
                </c:pt>
                <c:pt idx="4462">
                  <c:v>0.86271399999999998</c:v>
                </c:pt>
                <c:pt idx="4463">
                  <c:v>0.86301899999999998</c:v>
                </c:pt>
                <c:pt idx="4464">
                  <c:v>0.86332399999999998</c:v>
                </c:pt>
                <c:pt idx="4465">
                  <c:v>0.86363000000000001</c:v>
                </c:pt>
                <c:pt idx="4466">
                  <c:v>0.86393500000000001</c:v>
                </c:pt>
                <c:pt idx="4467">
                  <c:v>0.86424100000000004</c:v>
                </c:pt>
                <c:pt idx="4468">
                  <c:v>0.86454600000000004</c:v>
                </c:pt>
                <c:pt idx="4469">
                  <c:v>0.86485100000000004</c:v>
                </c:pt>
                <c:pt idx="4470">
                  <c:v>0.86515699999999995</c:v>
                </c:pt>
                <c:pt idx="4471">
                  <c:v>0.86546199999999995</c:v>
                </c:pt>
                <c:pt idx="4472">
                  <c:v>0.86576799999999998</c:v>
                </c:pt>
                <c:pt idx="4473">
                  <c:v>0.86607299999999998</c:v>
                </c:pt>
                <c:pt idx="4474">
                  <c:v>0.86637799999999998</c:v>
                </c:pt>
                <c:pt idx="4475">
                  <c:v>0.86668400000000001</c:v>
                </c:pt>
                <c:pt idx="4476">
                  <c:v>0.86698900000000001</c:v>
                </c:pt>
                <c:pt idx="4477">
                  <c:v>0.86729500000000004</c:v>
                </c:pt>
                <c:pt idx="4478">
                  <c:v>0.86760000000000004</c:v>
                </c:pt>
                <c:pt idx="4479">
                  <c:v>0.86790500000000004</c:v>
                </c:pt>
                <c:pt idx="4480">
                  <c:v>0.86821099999999996</c:v>
                </c:pt>
                <c:pt idx="4481">
                  <c:v>0.86851599999999995</c:v>
                </c:pt>
                <c:pt idx="4482">
                  <c:v>0.86882199999999998</c:v>
                </c:pt>
                <c:pt idx="4483">
                  <c:v>0.86912699999999998</c:v>
                </c:pt>
                <c:pt idx="4484">
                  <c:v>0.86943199999999998</c:v>
                </c:pt>
                <c:pt idx="4485">
                  <c:v>0.86973800000000001</c:v>
                </c:pt>
                <c:pt idx="4486">
                  <c:v>0.87004300000000001</c:v>
                </c:pt>
                <c:pt idx="4487">
                  <c:v>0.87034900000000004</c:v>
                </c:pt>
                <c:pt idx="4488">
                  <c:v>0.87065400000000004</c:v>
                </c:pt>
                <c:pt idx="4489">
                  <c:v>0.87095900000000004</c:v>
                </c:pt>
                <c:pt idx="4490">
                  <c:v>0.87126499999999996</c:v>
                </c:pt>
                <c:pt idx="4491">
                  <c:v>0.87156999999999996</c:v>
                </c:pt>
                <c:pt idx="4492">
                  <c:v>0.87187599999999998</c:v>
                </c:pt>
                <c:pt idx="4493">
                  <c:v>0.87218099999999998</c:v>
                </c:pt>
                <c:pt idx="4494">
                  <c:v>0.87248599999999998</c:v>
                </c:pt>
                <c:pt idx="4495">
                  <c:v>0.87279200000000001</c:v>
                </c:pt>
                <c:pt idx="4496">
                  <c:v>0.87309700000000001</c:v>
                </c:pt>
                <c:pt idx="4497">
                  <c:v>0.87340300000000004</c:v>
                </c:pt>
                <c:pt idx="4498">
                  <c:v>0.87370800000000004</c:v>
                </c:pt>
                <c:pt idx="4499">
                  <c:v>0.87401300000000004</c:v>
                </c:pt>
                <c:pt idx="4500">
                  <c:v>0.87431899999999996</c:v>
                </c:pt>
                <c:pt idx="4501">
                  <c:v>0.87462399999999996</c:v>
                </c:pt>
                <c:pt idx="4502">
                  <c:v>0.87492999999999999</c:v>
                </c:pt>
                <c:pt idx="4503">
                  <c:v>0.87523499999999999</c:v>
                </c:pt>
                <c:pt idx="4504">
                  <c:v>0.87553999999999998</c:v>
                </c:pt>
                <c:pt idx="4505">
                  <c:v>0.87584600000000001</c:v>
                </c:pt>
                <c:pt idx="4506">
                  <c:v>0.87615100000000001</c:v>
                </c:pt>
                <c:pt idx="4507">
                  <c:v>0.87645700000000004</c:v>
                </c:pt>
                <c:pt idx="4508">
                  <c:v>0.87676200000000004</c:v>
                </c:pt>
                <c:pt idx="4509">
                  <c:v>0.87706700000000004</c:v>
                </c:pt>
                <c:pt idx="4510">
                  <c:v>0.87737299999999996</c:v>
                </c:pt>
                <c:pt idx="4511">
                  <c:v>0.87767799999999996</c:v>
                </c:pt>
                <c:pt idx="4512">
                  <c:v>0.87798399999999999</c:v>
                </c:pt>
                <c:pt idx="4513">
                  <c:v>0.87828899999999999</c:v>
                </c:pt>
                <c:pt idx="4514">
                  <c:v>0.87859399999999999</c:v>
                </c:pt>
                <c:pt idx="4515">
                  <c:v>0.87890000000000001</c:v>
                </c:pt>
                <c:pt idx="4516">
                  <c:v>0.87920500000000001</c:v>
                </c:pt>
                <c:pt idx="4517">
                  <c:v>0.87951100000000004</c:v>
                </c:pt>
                <c:pt idx="4518">
                  <c:v>0.87981600000000004</c:v>
                </c:pt>
                <c:pt idx="4519">
                  <c:v>0.88012100000000004</c:v>
                </c:pt>
                <c:pt idx="4520">
                  <c:v>0.88042699999999996</c:v>
                </c:pt>
                <c:pt idx="4521">
                  <c:v>0.88073199999999996</c:v>
                </c:pt>
                <c:pt idx="4522">
                  <c:v>0.88103799999999999</c:v>
                </c:pt>
                <c:pt idx="4523">
                  <c:v>0.88134299999999999</c:v>
                </c:pt>
                <c:pt idx="4524">
                  <c:v>0.88164799999999999</c:v>
                </c:pt>
                <c:pt idx="4525">
                  <c:v>0.88195400000000002</c:v>
                </c:pt>
                <c:pt idx="4526">
                  <c:v>0.88225900000000002</c:v>
                </c:pt>
                <c:pt idx="4527">
                  <c:v>0.88256500000000004</c:v>
                </c:pt>
                <c:pt idx="4528">
                  <c:v>0.88287000000000004</c:v>
                </c:pt>
                <c:pt idx="4529">
                  <c:v>0.88317500000000004</c:v>
                </c:pt>
                <c:pt idx="4530">
                  <c:v>0.88348099999999996</c:v>
                </c:pt>
                <c:pt idx="4531">
                  <c:v>0.88378599999999996</c:v>
                </c:pt>
                <c:pt idx="4532">
                  <c:v>0.88409199999999999</c:v>
                </c:pt>
                <c:pt idx="4533">
                  <c:v>0.88439699999999999</c:v>
                </c:pt>
                <c:pt idx="4534">
                  <c:v>0.88470199999999999</c:v>
                </c:pt>
                <c:pt idx="4535">
                  <c:v>0.88500800000000002</c:v>
                </c:pt>
                <c:pt idx="4536">
                  <c:v>0.88531300000000002</c:v>
                </c:pt>
                <c:pt idx="4537">
                  <c:v>0.88561900000000005</c:v>
                </c:pt>
                <c:pt idx="4538">
                  <c:v>0.88592400000000004</c:v>
                </c:pt>
                <c:pt idx="4539">
                  <c:v>0.88622900000000004</c:v>
                </c:pt>
                <c:pt idx="4540">
                  <c:v>0.88653499999999996</c:v>
                </c:pt>
                <c:pt idx="4541">
                  <c:v>0.88683999999999996</c:v>
                </c:pt>
                <c:pt idx="4542">
                  <c:v>0.88714499999999996</c:v>
                </c:pt>
                <c:pt idx="4543">
                  <c:v>0.88745099999999999</c:v>
                </c:pt>
                <c:pt idx="4544">
                  <c:v>0.88775599999999999</c:v>
                </c:pt>
                <c:pt idx="4545">
                  <c:v>0.88806200000000002</c:v>
                </c:pt>
                <c:pt idx="4546">
                  <c:v>0.88836700000000002</c:v>
                </c:pt>
                <c:pt idx="4547">
                  <c:v>0.88867200000000002</c:v>
                </c:pt>
                <c:pt idx="4548">
                  <c:v>0.88897800000000005</c:v>
                </c:pt>
                <c:pt idx="4549">
                  <c:v>0.88928300000000005</c:v>
                </c:pt>
                <c:pt idx="4550">
                  <c:v>0.88958899999999996</c:v>
                </c:pt>
                <c:pt idx="4551">
                  <c:v>0.88989399999999996</c:v>
                </c:pt>
                <c:pt idx="4552">
                  <c:v>0.89019899999999996</c:v>
                </c:pt>
                <c:pt idx="4553">
                  <c:v>0.89050499999999999</c:v>
                </c:pt>
                <c:pt idx="4554">
                  <c:v>0.89080999999999999</c:v>
                </c:pt>
                <c:pt idx="4555">
                  <c:v>0.89111600000000002</c:v>
                </c:pt>
                <c:pt idx="4556">
                  <c:v>0.89142100000000002</c:v>
                </c:pt>
                <c:pt idx="4557">
                  <c:v>0.89172600000000002</c:v>
                </c:pt>
                <c:pt idx="4558">
                  <c:v>0.89203200000000005</c:v>
                </c:pt>
                <c:pt idx="4559">
                  <c:v>0.89233700000000005</c:v>
                </c:pt>
                <c:pt idx="4560">
                  <c:v>0.89264299999999996</c:v>
                </c:pt>
                <c:pt idx="4561">
                  <c:v>0.89294799999999996</c:v>
                </c:pt>
                <c:pt idx="4562">
                  <c:v>0.89325299999999996</c:v>
                </c:pt>
                <c:pt idx="4563">
                  <c:v>0.89355899999999999</c:v>
                </c:pt>
                <c:pt idx="4564">
                  <c:v>0.89386399999999999</c:v>
                </c:pt>
                <c:pt idx="4565">
                  <c:v>0.89417000000000002</c:v>
                </c:pt>
                <c:pt idx="4566">
                  <c:v>0.89447500000000002</c:v>
                </c:pt>
                <c:pt idx="4567">
                  <c:v>0.89478000000000002</c:v>
                </c:pt>
                <c:pt idx="4568">
                  <c:v>0.89508600000000005</c:v>
                </c:pt>
                <c:pt idx="4569">
                  <c:v>0.89539100000000005</c:v>
                </c:pt>
                <c:pt idx="4570">
                  <c:v>0.89569699999999997</c:v>
                </c:pt>
                <c:pt idx="4571">
                  <c:v>0.89600199999999997</c:v>
                </c:pt>
                <c:pt idx="4572">
                  <c:v>0.89630699999999996</c:v>
                </c:pt>
                <c:pt idx="4573">
                  <c:v>0.89661299999999999</c:v>
                </c:pt>
                <c:pt idx="4574">
                  <c:v>0.89691799999999999</c:v>
                </c:pt>
                <c:pt idx="4575">
                  <c:v>0.89722400000000002</c:v>
                </c:pt>
                <c:pt idx="4576">
                  <c:v>0.89752900000000002</c:v>
                </c:pt>
                <c:pt idx="4577">
                  <c:v>0.89783400000000002</c:v>
                </c:pt>
                <c:pt idx="4578">
                  <c:v>0.89814000000000005</c:v>
                </c:pt>
                <c:pt idx="4579">
                  <c:v>0.89844500000000005</c:v>
                </c:pt>
                <c:pt idx="4580">
                  <c:v>0.89875099999999997</c:v>
                </c:pt>
                <c:pt idx="4581">
                  <c:v>0.89905599999999997</c:v>
                </c:pt>
                <c:pt idx="4582">
                  <c:v>0.89936099999999997</c:v>
                </c:pt>
                <c:pt idx="4583">
                  <c:v>0.89966699999999999</c:v>
                </c:pt>
                <c:pt idx="4584">
                  <c:v>0.89997199999999999</c:v>
                </c:pt>
                <c:pt idx="4585">
                  <c:v>0.90027800000000002</c:v>
                </c:pt>
                <c:pt idx="4586">
                  <c:v>0.90058300000000002</c:v>
                </c:pt>
                <c:pt idx="4587">
                  <c:v>0.90088800000000002</c:v>
                </c:pt>
                <c:pt idx="4588">
                  <c:v>0.90119400000000005</c:v>
                </c:pt>
                <c:pt idx="4589">
                  <c:v>0.90149900000000005</c:v>
                </c:pt>
                <c:pt idx="4590">
                  <c:v>0.90180499999999997</c:v>
                </c:pt>
                <c:pt idx="4591">
                  <c:v>0.90210999999999997</c:v>
                </c:pt>
                <c:pt idx="4592">
                  <c:v>0.90241499999999997</c:v>
                </c:pt>
                <c:pt idx="4593">
                  <c:v>0.902721</c:v>
                </c:pt>
                <c:pt idx="4594">
                  <c:v>0.903026</c:v>
                </c:pt>
                <c:pt idx="4595">
                  <c:v>0.90333200000000002</c:v>
                </c:pt>
                <c:pt idx="4596">
                  <c:v>0.90363700000000002</c:v>
                </c:pt>
                <c:pt idx="4597">
                  <c:v>0.90394200000000002</c:v>
                </c:pt>
                <c:pt idx="4598">
                  <c:v>0.90424800000000005</c:v>
                </c:pt>
                <c:pt idx="4599">
                  <c:v>0.90455300000000005</c:v>
                </c:pt>
                <c:pt idx="4600">
                  <c:v>0.90485899999999997</c:v>
                </c:pt>
                <c:pt idx="4601">
                  <c:v>0.90516399999999997</c:v>
                </c:pt>
                <c:pt idx="4602">
                  <c:v>0.90546899999999997</c:v>
                </c:pt>
                <c:pt idx="4603">
                  <c:v>0.905775</c:v>
                </c:pt>
                <c:pt idx="4604">
                  <c:v>0.90608</c:v>
                </c:pt>
                <c:pt idx="4605">
                  <c:v>0.90638600000000002</c:v>
                </c:pt>
                <c:pt idx="4606">
                  <c:v>0.90669100000000002</c:v>
                </c:pt>
                <c:pt idx="4607">
                  <c:v>0.90699600000000002</c:v>
                </c:pt>
                <c:pt idx="4608">
                  <c:v>0.90730200000000005</c:v>
                </c:pt>
                <c:pt idx="4609">
                  <c:v>0.90760700000000005</c:v>
                </c:pt>
                <c:pt idx="4610">
                  <c:v>0.90791299999999997</c:v>
                </c:pt>
                <c:pt idx="4611">
                  <c:v>0.90821799999999997</c:v>
                </c:pt>
                <c:pt idx="4612">
                  <c:v>0.90852299999999997</c:v>
                </c:pt>
                <c:pt idx="4613">
                  <c:v>0.908829</c:v>
                </c:pt>
                <c:pt idx="4614">
                  <c:v>0.909134</c:v>
                </c:pt>
                <c:pt idx="4615">
                  <c:v>0.90944000000000003</c:v>
                </c:pt>
                <c:pt idx="4616">
                  <c:v>0.90974500000000003</c:v>
                </c:pt>
                <c:pt idx="4617">
                  <c:v>0.91005000000000003</c:v>
                </c:pt>
                <c:pt idx="4618">
                  <c:v>0.91035600000000005</c:v>
                </c:pt>
                <c:pt idx="4619">
                  <c:v>0.91066100000000005</c:v>
                </c:pt>
                <c:pt idx="4620">
                  <c:v>0.91096699999999997</c:v>
                </c:pt>
                <c:pt idx="4621">
                  <c:v>0.91127199999999997</c:v>
                </c:pt>
                <c:pt idx="4622">
                  <c:v>0.91157699999999997</c:v>
                </c:pt>
                <c:pt idx="4623">
                  <c:v>0.911883</c:v>
                </c:pt>
                <c:pt idx="4624">
                  <c:v>0.912188</c:v>
                </c:pt>
                <c:pt idx="4625">
                  <c:v>0.912493</c:v>
                </c:pt>
                <c:pt idx="4626">
                  <c:v>0.91279900000000003</c:v>
                </c:pt>
                <c:pt idx="4627">
                  <c:v>0.91310400000000003</c:v>
                </c:pt>
                <c:pt idx="4628">
                  <c:v>0.91341000000000006</c:v>
                </c:pt>
                <c:pt idx="4629">
                  <c:v>0.91371500000000005</c:v>
                </c:pt>
                <c:pt idx="4630">
                  <c:v>0.91402000000000005</c:v>
                </c:pt>
                <c:pt idx="4631">
                  <c:v>0.91432599999999997</c:v>
                </c:pt>
                <c:pt idx="4632">
                  <c:v>0.91463099999999997</c:v>
                </c:pt>
                <c:pt idx="4633">
                  <c:v>0.914937</c:v>
                </c:pt>
                <c:pt idx="4634">
                  <c:v>0.915242</c:v>
                </c:pt>
                <c:pt idx="4635">
                  <c:v>0.915547</c:v>
                </c:pt>
                <c:pt idx="4636">
                  <c:v>0.91585300000000003</c:v>
                </c:pt>
                <c:pt idx="4637">
                  <c:v>0.91615800000000003</c:v>
                </c:pt>
                <c:pt idx="4638">
                  <c:v>0.91646399999999995</c:v>
                </c:pt>
                <c:pt idx="4639">
                  <c:v>0.91676899999999995</c:v>
                </c:pt>
                <c:pt idx="4640">
                  <c:v>0.91707399999999994</c:v>
                </c:pt>
                <c:pt idx="4641">
                  <c:v>0.91737999999999997</c:v>
                </c:pt>
                <c:pt idx="4642">
                  <c:v>0.91768499999999997</c:v>
                </c:pt>
                <c:pt idx="4643">
                  <c:v>0.917991</c:v>
                </c:pt>
                <c:pt idx="4644">
                  <c:v>0.918296</c:v>
                </c:pt>
                <c:pt idx="4645">
                  <c:v>0.918601</c:v>
                </c:pt>
                <c:pt idx="4646">
                  <c:v>0.91890700000000003</c:v>
                </c:pt>
                <c:pt idx="4647">
                  <c:v>0.91921200000000003</c:v>
                </c:pt>
                <c:pt idx="4648">
                  <c:v>0.91951799999999995</c:v>
                </c:pt>
                <c:pt idx="4649">
                  <c:v>0.91982299999999995</c:v>
                </c:pt>
                <c:pt idx="4650">
                  <c:v>0.92012799999999995</c:v>
                </c:pt>
                <c:pt idx="4651">
                  <c:v>0.92043399999999997</c:v>
                </c:pt>
                <c:pt idx="4652">
                  <c:v>0.92073899999999997</c:v>
                </c:pt>
                <c:pt idx="4653">
                  <c:v>0.921045</c:v>
                </c:pt>
                <c:pt idx="4654">
                  <c:v>0.92135</c:v>
                </c:pt>
                <c:pt idx="4655">
                  <c:v>0.921655</c:v>
                </c:pt>
                <c:pt idx="4656">
                  <c:v>0.92196100000000003</c:v>
                </c:pt>
                <c:pt idx="4657">
                  <c:v>0.92226600000000003</c:v>
                </c:pt>
                <c:pt idx="4658">
                  <c:v>0.92257199999999995</c:v>
                </c:pt>
                <c:pt idx="4659">
                  <c:v>0.92287699999999995</c:v>
                </c:pt>
                <c:pt idx="4660">
                  <c:v>0.92318199999999995</c:v>
                </c:pt>
                <c:pt idx="4661">
                  <c:v>0.92348799999999998</c:v>
                </c:pt>
                <c:pt idx="4662">
                  <c:v>0.92379299999999998</c:v>
                </c:pt>
                <c:pt idx="4663">
                  <c:v>0.924099</c:v>
                </c:pt>
                <c:pt idx="4664">
                  <c:v>0.924404</c:v>
                </c:pt>
                <c:pt idx="4665">
                  <c:v>0.924709</c:v>
                </c:pt>
                <c:pt idx="4666">
                  <c:v>0.92501500000000003</c:v>
                </c:pt>
                <c:pt idx="4667">
                  <c:v>0.92532000000000003</c:v>
                </c:pt>
                <c:pt idx="4668">
                  <c:v>0.92562599999999995</c:v>
                </c:pt>
                <c:pt idx="4669">
                  <c:v>0.92593099999999995</c:v>
                </c:pt>
                <c:pt idx="4670">
                  <c:v>0.92623599999999995</c:v>
                </c:pt>
                <c:pt idx="4671">
                  <c:v>0.92654199999999998</c:v>
                </c:pt>
                <c:pt idx="4672">
                  <c:v>0.92684699999999998</c:v>
                </c:pt>
                <c:pt idx="4673">
                  <c:v>0.927153</c:v>
                </c:pt>
                <c:pt idx="4674">
                  <c:v>0.927458</c:v>
                </c:pt>
                <c:pt idx="4675">
                  <c:v>0.927763</c:v>
                </c:pt>
                <c:pt idx="4676">
                  <c:v>0.92806900000000003</c:v>
                </c:pt>
                <c:pt idx="4677">
                  <c:v>0.92837400000000003</c:v>
                </c:pt>
                <c:pt idx="4678">
                  <c:v>0.92867999999999995</c:v>
                </c:pt>
                <c:pt idx="4679">
                  <c:v>0.92898499999999995</c:v>
                </c:pt>
                <c:pt idx="4680">
                  <c:v>0.92928999999999995</c:v>
                </c:pt>
                <c:pt idx="4681">
                  <c:v>0.92959599999999998</c:v>
                </c:pt>
                <c:pt idx="4682">
                  <c:v>0.92990099999999998</c:v>
                </c:pt>
                <c:pt idx="4683">
                  <c:v>0.93020700000000001</c:v>
                </c:pt>
                <c:pt idx="4684">
                  <c:v>0.93051200000000001</c:v>
                </c:pt>
                <c:pt idx="4685">
                  <c:v>0.93081700000000001</c:v>
                </c:pt>
                <c:pt idx="4686">
                  <c:v>0.93112300000000003</c:v>
                </c:pt>
                <c:pt idx="4687">
                  <c:v>0.93142800000000003</c:v>
                </c:pt>
                <c:pt idx="4688">
                  <c:v>0.93173399999999995</c:v>
                </c:pt>
                <c:pt idx="4689">
                  <c:v>0.93203899999999995</c:v>
                </c:pt>
                <c:pt idx="4690">
                  <c:v>0.93234399999999995</c:v>
                </c:pt>
                <c:pt idx="4691">
                  <c:v>0.93264999999999998</c:v>
                </c:pt>
                <c:pt idx="4692">
                  <c:v>0.93295499999999998</c:v>
                </c:pt>
                <c:pt idx="4693">
                  <c:v>0.93326100000000001</c:v>
                </c:pt>
                <c:pt idx="4694">
                  <c:v>0.93356600000000001</c:v>
                </c:pt>
                <c:pt idx="4695">
                  <c:v>0.93387100000000001</c:v>
                </c:pt>
                <c:pt idx="4696">
                  <c:v>0.93417700000000004</c:v>
                </c:pt>
                <c:pt idx="4697">
                  <c:v>0.93448200000000003</c:v>
                </c:pt>
                <c:pt idx="4698">
                  <c:v>0.93478799999999995</c:v>
                </c:pt>
                <c:pt idx="4699">
                  <c:v>0.93509299999999995</c:v>
                </c:pt>
                <c:pt idx="4700">
                  <c:v>0.93539799999999995</c:v>
                </c:pt>
                <c:pt idx="4701">
                  <c:v>0.93570399999999998</c:v>
                </c:pt>
                <c:pt idx="4702">
                  <c:v>0.93600899999999998</c:v>
                </c:pt>
                <c:pt idx="4703">
                  <c:v>0.93631500000000001</c:v>
                </c:pt>
                <c:pt idx="4704">
                  <c:v>0.93662000000000001</c:v>
                </c:pt>
                <c:pt idx="4705">
                  <c:v>0.93692500000000001</c:v>
                </c:pt>
                <c:pt idx="4706">
                  <c:v>0.93723100000000004</c:v>
                </c:pt>
                <c:pt idx="4707">
                  <c:v>0.93753600000000004</c:v>
                </c:pt>
                <c:pt idx="4708">
                  <c:v>0.93784199999999995</c:v>
                </c:pt>
                <c:pt idx="4709">
                  <c:v>0.93814699999999995</c:v>
                </c:pt>
                <c:pt idx="4710">
                  <c:v>0.93845199999999995</c:v>
                </c:pt>
                <c:pt idx="4711">
                  <c:v>0.93875799999999998</c:v>
                </c:pt>
                <c:pt idx="4712">
                  <c:v>0.93906299999999998</c:v>
                </c:pt>
                <c:pt idx="4713">
                  <c:v>0.93936799999999998</c:v>
                </c:pt>
                <c:pt idx="4714">
                  <c:v>0.93967400000000001</c:v>
                </c:pt>
                <c:pt idx="4715">
                  <c:v>0.93997900000000001</c:v>
                </c:pt>
                <c:pt idx="4716">
                  <c:v>0.94028500000000004</c:v>
                </c:pt>
                <c:pt idx="4717">
                  <c:v>0.94059000000000004</c:v>
                </c:pt>
                <c:pt idx="4718">
                  <c:v>0.94089500000000004</c:v>
                </c:pt>
                <c:pt idx="4719">
                  <c:v>0.94120099999999995</c:v>
                </c:pt>
                <c:pt idx="4720">
                  <c:v>0.94150599999999995</c:v>
                </c:pt>
                <c:pt idx="4721">
                  <c:v>0.94181199999999998</c:v>
                </c:pt>
                <c:pt idx="4722">
                  <c:v>0.94211699999999998</c:v>
                </c:pt>
                <c:pt idx="4723">
                  <c:v>0.94242199999999998</c:v>
                </c:pt>
                <c:pt idx="4724">
                  <c:v>0.94272800000000001</c:v>
                </c:pt>
                <c:pt idx="4725">
                  <c:v>0.94303300000000001</c:v>
                </c:pt>
                <c:pt idx="4726">
                  <c:v>0.94333900000000004</c:v>
                </c:pt>
                <c:pt idx="4727">
                  <c:v>0.94364400000000004</c:v>
                </c:pt>
                <c:pt idx="4728">
                  <c:v>0.94394900000000004</c:v>
                </c:pt>
                <c:pt idx="4729">
                  <c:v>0.94425499999999996</c:v>
                </c:pt>
                <c:pt idx="4730">
                  <c:v>0.94455999999999996</c:v>
                </c:pt>
                <c:pt idx="4731">
                  <c:v>0.94486599999999998</c:v>
                </c:pt>
                <c:pt idx="4732">
                  <c:v>0.94517099999999998</c:v>
                </c:pt>
                <c:pt idx="4733">
                  <c:v>0.94547599999999998</c:v>
                </c:pt>
                <c:pt idx="4734">
                  <c:v>0.94578200000000001</c:v>
                </c:pt>
                <c:pt idx="4735">
                  <c:v>0.94608700000000001</c:v>
                </c:pt>
                <c:pt idx="4736">
                  <c:v>0.94639300000000004</c:v>
                </c:pt>
                <c:pt idx="4737">
                  <c:v>0.94669800000000004</c:v>
                </c:pt>
                <c:pt idx="4738">
                  <c:v>0.94700300000000004</c:v>
                </c:pt>
                <c:pt idx="4739">
                  <c:v>0.94730899999999996</c:v>
                </c:pt>
                <c:pt idx="4740">
                  <c:v>0.94761399999999996</c:v>
                </c:pt>
                <c:pt idx="4741">
                  <c:v>0.94791999999999998</c:v>
                </c:pt>
                <c:pt idx="4742">
                  <c:v>0.94822499999999998</c:v>
                </c:pt>
                <c:pt idx="4743">
                  <c:v>0.94852999999999998</c:v>
                </c:pt>
                <c:pt idx="4744">
                  <c:v>0.94883600000000001</c:v>
                </c:pt>
                <c:pt idx="4745">
                  <c:v>0.94914100000000001</c:v>
                </c:pt>
                <c:pt idx="4746">
                  <c:v>0.94944700000000004</c:v>
                </c:pt>
                <c:pt idx="4747">
                  <c:v>0.94975200000000004</c:v>
                </c:pt>
                <c:pt idx="4748">
                  <c:v>0.95005700000000004</c:v>
                </c:pt>
                <c:pt idx="4749">
                  <c:v>0.95036299999999996</c:v>
                </c:pt>
                <c:pt idx="4750">
                  <c:v>0.95066799999999996</c:v>
                </c:pt>
                <c:pt idx="4751">
                  <c:v>0.95097399999999999</c:v>
                </c:pt>
                <c:pt idx="4752">
                  <c:v>0.95127899999999999</c:v>
                </c:pt>
                <c:pt idx="4753">
                  <c:v>0.95158399999999999</c:v>
                </c:pt>
                <c:pt idx="4754">
                  <c:v>0.95189000000000001</c:v>
                </c:pt>
                <c:pt idx="4755">
                  <c:v>0.95219500000000001</c:v>
                </c:pt>
                <c:pt idx="4756">
                  <c:v>0.95250100000000004</c:v>
                </c:pt>
                <c:pt idx="4757">
                  <c:v>0.95280600000000004</c:v>
                </c:pt>
                <c:pt idx="4758">
                  <c:v>0.95311100000000004</c:v>
                </c:pt>
                <c:pt idx="4759">
                  <c:v>0.95341699999999996</c:v>
                </c:pt>
                <c:pt idx="4760">
                  <c:v>0.95372199999999996</c:v>
                </c:pt>
                <c:pt idx="4761">
                  <c:v>0.95402799999999999</c:v>
                </c:pt>
                <c:pt idx="4762">
                  <c:v>0.95433299999999999</c:v>
                </c:pt>
                <c:pt idx="4763">
                  <c:v>0.95463799999999999</c:v>
                </c:pt>
                <c:pt idx="4764">
                  <c:v>0.95494400000000002</c:v>
                </c:pt>
                <c:pt idx="4765">
                  <c:v>0.95524900000000001</c:v>
                </c:pt>
                <c:pt idx="4766">
                  <c:v>0.95555500000000004</c:v>
                </c:pt>
                <c:pt idx="4767">
                  <c:v>0.95586000000000004</c:v>
                </c:pt>
                <c:pt idx="4768">
                  <c:v>0.95616500000000004</c:v>
                </c:pt>
                <c:pt idx="4769">
                  <c:v>0.95647099999999996</c:v>
                </c:pt>
                <c:pt idx="4770">
                  <c:v>0.95677599999999996</c:v>
                </c:pt>
                <c:pt idx="4771">
                  <c:v>0.95708199999999999</c:v>
                </c:pt>
                <c:pt idx="4772">
                  <c:v>0.95738699999999999</c:v>
                </c:pt>
                <c:pt idx="4773">
                  <c:v>0.95769199999999999</c:v>
                </c:pt>
                <c:pt idx="4774">
                  <c:v>0.95799800000000002</c:v>
                </c:pt>
                <c:pt idx="4775">
                  <c:v>0.95830300000000002</c:v>
                </c:pt>
                <c:pt idx="4776">
                  <c:v>0.95860900000000004</c:v>
                </c:pt>
                <c:pt idx="4777">
                  <c:v>0.95891400000000004</c:v>
                </c:pt>
                <c:pt idx="4778">
                  <c:v>0.95921900000000004</c:v>
                </c:pt>
                <c:pt idx="4779">
                  <c:v>0.95952499999999996</c:v>
                </c:pt>
                <c:pt idx="4780">
                  <c:v>0.95982999999999996</c:v>
                </c:pt>
                <c:pt idx="4781">
                  <c:v>0.96013599999999999</c:v>
                </c:pt>
                <c:pt idx="4782">
                  <c:v>0.96044099999999999</c:v>
                </c:pt>
                <c:pt idx="4783">
                  <c:v>0.96074599999999999</c:v>
                </c:pt>
                <c:pt idx="4784">
                  <c:v>0.96105200000000002</c:v>
                </c:pt>
                <c:pt idx="4785">
                  <c:v>0.96135700000000002</c:v>
                </c:pt>
                <c:pt idx="4786">
                  <c:v>0.96166300000000005</c:v>
                </c:pt>
                <c:pt idx="4787">
                  <c:v>0.96196800000000005</c:v>
                </c:pt>
                <c:pt idx="4788">
                  <c:v>0.96227300000000004</c:v>
                </c:pt>
                <c:pt idx="4789">
                  <c:v>0.96257899999999996</c:v>
                </c:pt>
                <c:pt idx="4790">
                  <c:v>0.96288399999999996</c:v>
                </c:pt>
                <c:pt idx="4791">
                  <c:v>0.96318999999999999</c:v>
                </c:pt>
                <c:pt idx="4792">
                  <c:v>0.96349499999999999</c:v>
                </c:pt>
                <c:pt idx="4793">
                  <c:v>0.96379999999999999</c:v>
                </c:pt>
                <c:pt idx="4794">
                  <c:v>0.96410600000000002</c:v>
                </c:pt>
                <c:pt idx="4795">
                  <c:v>0.96441100000000002</c:v>
                </c:pt>
                <c:pt idx="4796">
                  <c:v>0.96471600000000002</c:v>
                </c:pt>
                <c:pt idx="4797">
                  <c:v>0.96502200000000005</c:v>
                </c:pt>
                <c:pt idx="4798">
                  <c:v>0.96532700000000005</c:v>
                </c:pt>
                <c:pt idx="4799">
                  <c:v>0.96563299999999996</c:v>
                </c:pt>
                <c:pt idx="4800">
                  <c:v>0.96593799999999996</c:v>
                </c:pt>
                <c:pt idx="4801">
                  <c:v>0.96624299999999996</c:v>
                </c:pt>
                <c:pt idx="4802">
                  <c:v>0.96654899999999999</c:v>
                </c:pt>
                <c:pt idx="4803">
                  <c:v>0.96685399999999999</c:v>
                </c:pt>
                <c:pt idx="4804">
                  <c:v>0.96716000000000002</c:v>
                </c:pt>
                <c:pt idx="4805">
                  <c:v>0.96746500000000002</c:v>
                </c:pt>
                <c:pt idx="4806">
                  <c:v>0.96777000000000002</c:v>
                </c:pt>
                <c:pt idx="4807">
                  <c:v>0.96807600000000005</c:v>
                </c:pt>
                <c:pt idx="4808">
                  <c:v>0.96838100000000005</c:v>
                </c:pt>
                <c:pt idx="4809">
                  <c:v>0.96868699999999996</c:v>
                </c:pt>
                <c:pt idx="4810">
                  <c:v>0.96899199999999996</c:v>
                </c:pt>
                <c:pt idx="4811">
                  <c:v>0.96929699999999996</c:v>
                </c:pt>
                <c:pt idx="4812">
                  <c:v>0.96960299999999999</c:v>
                </c:pt>
                <c:pt idx="4813">
                  <c:v>0.96990799999999999</c:v>
                </c:pt>
                <c:pt idx="4814">
                  <c:v>0.97021400000000002</c:v>
                </c:pt>
                <c:pt idx="4815">
                  <c:v>0.97051900000000002</c:v>
                </c:pt>
                <c:pt idx="4816">
                  <c:v>0.97082400000000002</c:v>
                </c:pt>
                <c:pt idx="4817">
                  <c:v>0.97113000000000005</c:v>
                </c:pt>
                <c:pt idx="4818">
                  <c:v>0.97143500000000005</c:v>
                </c:pt>
                <c:pt idx="4819">
                  <c:v>0.97174099999999997</c:v>
                </c:pt>
                <c:pt idx="4820">
                  <c:v>0.97204599999999997</c:v>
                </c:pt>
                <c:pt idx="4821">
                  <c:v>0.97235099999999997</c:v>
                </c:pt>
                <c:pt idx="4822">
                  <c:v>0.97265699999999999</c:v>
                </c:pt>
                <c:pt idx="4823">
                  <c:v>0.97296199999999999</c:v>
                </c:pt>
                <c:pt idx="4824">
                  <c:v>0.97326800000000002</c:v>
                </c:pt>
                <c:pt idx="4825">
                  <c:v>0.97357300000000002</c:v>
                </c:pt>
                <c:pt idx="4826">
                  <c:v>0.97387800000000002</c:v>
                </c:pt>
                <c:pt idx="4827">
                  <c:v>0.97418400000000005</c:v>
                </c:pt>
                <c:pt idx="4828">
                  <c:v>0.97448900000000005</c:v>
                </c:pt>
                <c:pt idx="4829">
                  <c:v>0.97479499999999997</c:v>
                </c:pt>
                <c:pt idx="4830">
                  <c:v>0.97509999999999997</c:v>
                </c:pt>
                <c:pt idx="4831">
                  <c:v>0.97540499999999997</c:v>
                </c:pt>
                <c:pt idx="4832">
                  <c:v>0.97571099999999999</c:v>
                </c:pt>
                <c:pt idx="4833">
                  <c:v>0.97601599999999999</c:v>
                </c:pt>
                <c:pt idx="4834">
                  <c:v>0.97632200000000002</c:v>
                </c:pt>
                <c:pt idx="4835">
                  <c:v>0.97662700000000002</c:v>
                </c:pt>
                <c:pt idx="4836">
                  <c:v>0.97693200000000002</c:v>
                </c:pt>
                <c:pt idx="4837">
                  <c:v>0.97723800000000005</c:v>
                </c:pt>
                <c:pt idx="4838">
                  <c:v>0.97754300000000005</c:v>
                </c:pt>
                <c:pt idx="4839">
                  <c:v>0.97784899999999997</c:v>
                </c:pt>
                <c:pt idx="4840">
                  <c:v>0.97815399999999997</c:v>
                </c:pt>
                <c:pt idx="4841">
                  <c:v>0.97845899999999997</c:v>
                </c:pt>
                <c:pt idx="4842">
                  <c:v>0.978765</c:v>
                </c:pt>
                <c:pt idx="4843">
                  <c:v>0.97907</c:v>
                </c:pt>
                <c:pt idx="4844">
                  <c:v>0.97937600000000002</c:v>
                </c:pt>
                <c:pt idx="4845">
                  <c:v>0.97968100000000002</c:v>
                </c:pt>
                <c:pt idx="4846">
                  <c:v>0.97998600000000002</c:v>
                </c:pt>
                <c:pt idx="4847">
                  <c:v>0.98029200000000005</c:v>
                </c:pt>
                <c:pt idx="4848">
                  <c:v>0.98059700000000005</c:v>
                </c:pt>
                <c:pt idx="4849">
                  <c:v>0.98090299999999997</c:v>
                </c:pt>
                <c:pt idx="4850">
                  <c:v>0.98120799999999997</c:v>
                </c:pt>
                <c:pt idx="4851">
                  <c:v>0.98151299999999997</c:v>
                </c:pt>
                <c:pt idx="4852">
                  <c:v>0.981819</c:v>
                </c:pt>
                <c:pt idx="4853">
                  <c:v>0.982124</c:v>
                </c:pt>
                <c:pt idx="4854">
                  <c:v>0.98243000000000003</c:v>
                </c:pt>
                <c:pt idx="4855">
                  <c:v>0.98273500000000003</c:v>
                </c:pt>
                <c:pt idx="4856">
                  <c:v>0.98304000000000002</c:v>
                </c:pt>
                <c:pt idx="4857">
                  <c:v>0.98334600000000005</c:v>
                </c:pt>
                <c:pt idx="4858">
                  <c:v>0.98365100000000005</c:v>
                </c:pt>
                <c:pt idx="4859">
                  <c:v>0.98395699999999997</c:v>
                </c:pt>
                <c:pt idx="4860">
                  <c:v>0.98426199999999997</c:v>
                </c:pt>
                <c:pt idx="4861">
                  <c:v>0.98456699999999997</c:v>
                </c:pt>
                <c:pt idx="4862">
                  <c:v>0.984873</c:v>
                </c:pt>
                <c:pt idx="4863">
                  <c:v>0.985178</c:v>
                </c:pt>
                <c:pt idx="4864">
                  <c:v>0.98548400000000003</c:v>
                </c:pt>
                <c:pt idx="4865">
                  <c:v>0.98578900000000003</c:v>
                </c:pt>
                <c:pt idx="4866">
                  <c:v>0.98609400000000003</c:v>
                </c:pt>
                <c:pt idx="4867">
                  <c:v>0.98640000000000005</c:v>
                </c:pt>
                <c:pt idx="4868">
                  <c:v>0.98670500000000005</c:v>
                </c:pt>
                <c:pt idx="4869">
                  <c:v>0.98701099999999997</c:v>
                </c:pt>
                <c:pt idx="4870">
                  <c:v>0.98731599999999997</c:v>
                </c:pt>
                <c:pt idx="4871">
                  <c:v>0.98762099999999997</c:v>
                </c:pt>
                <c:pt idx="4872">
                  <c:v>0.987927</c:v>
                </c:pt>
                <c:pt idx="4873">
                  <c:v>0.988232</c:v>
                </c:pt>
                <c:pt idx="4874">
                  <c:v>0.98853800000000003</c:v>
                </c:pt>
                <c:pt idx="4875">
                  <c:v>0.98884300000000003</c:v>
                </c:pt>
                <c:pt idx="4876">
                  <c:v>0.98914800000000003</c:v>
                </c:pt>
                <c:pt idx="4877">
                  <c:v>0.98945399999999994</c:v>
                </c:pt>
                <c:pt idx="4878">
                  <c:v>0.98975900000000006</c:v>
                </c:pt>
                <c:pt idx="4879">
                  <c:v>0.99006400000000006</c:v>
                </c:pt>
                <c:pt idx="4880">
                  <c:v>0.99036999999999997</c:v>
                </c:pt>
                <c:pt idx="4881">
                  <c:v>0.99067499999999997</c:v>
                </c:pt>
                <c:pt idx="4882">
                  <c:v>0.990981</c:v>
                </c:pt>
                <c:pt idx="4883">
                  <c:v>0.991286</c:v>
                </c:pt>
                <c:pt idx="4884">
                  <c:v>0.991591</c:v>
                </c:pt>
                <c:pt idx="4885">
                  <c:v>0.99189700000000003</c:v>
                </c:pt>
                <c:pt idx="4886">
                  <c:v>0.99220200000000003</c:v>
                </c:pt>
                <c:pt idx="4887">
                  <c:v>0.99250799999999995</c:v>
                </c:pt>
                <c:pt idx="4888">
                  <c:v>0.99281299999999995</c:v>
                </c:pt>
                <c:pt idx="4889">
                  <c:v>0.99311799999999995</c:v>
                </c:pt>
                <c:pt idx="4890">
                  <c:v>0.99342399999999997</c:v>
                </c:pt>
                <c:pt idx="4891">
                  <c:v>0.99372899999999997</c:v>
                </c:pt>
                <c:pt idx="4892">
                  <c:v>0.994035</c:v>
                </c:pt>
                <c:pt idx="4893">
                  <c:v>0.99434</c:v>
                </c:pt>
                <c:pt idx="4894">
                  <c:v>0.994645</c:v>
                </c:pt>
                <c:pt idx="4895">
                  <c:v>0.99495100000000003</c:v>
                </c:pt>
                <c:pt idx="4896">
                  <c:v>0.99525600000000003</c:v>
                </c:pt>
                <c:pt idx="4897">
                  <c:v>0.99556199999999995</c:v>
                </c:pt>
                <c:pt idx="4898">
                  <c:v>0.99586699999999995</c:v>
                </c:pt>
                <c:pt idx="4899">
                  <c:v>0.99617199999999995</c:v>
                </c:pt>
                <c:pt idx="4900">
                  <c:v>0.99647799999999997</c:v>
                </c:pt>
                <c:pt idx="4901">
                  <c:v>0.99678299999999997</c:v>
                </c:pt>
                <c:pt idx="4902">
                  <c:v>0.997089</c:v>
                </c:pt>
                <c:pt idx="4903">
                  <c:v>0.997394</c:v>
                </c:pt>
                <c:pt idx="4904">
                  <c:v>0.997699</c:v>
                </c:pt>
                <c:pt idx="4905">
                  <c:v>0.99800500000000003</c:v>
                </c:pt>
                <c:pt idx="4906">
                  <c:v>0.99831000000000003</c:v>
                </c:pt>
                <c:pt idx="4907">
                  <c:v>0.99861599999999995</c:v>
                </c:pt>
                <c:pt idx="4908">
                  <c:v>0.99892099999999995</c:v>
                </c:pt>
                <c:pt idx="4909">
                  <c:v>0.99922599999999995</c:v>
                </c:pt>
                <c:pt idx="4910">
                  <c:v>0.99953199999999998</c:v>
                </c:pt>
                <c:pt idx="4911">
                  <c:v>0.99983699999999998</c:v>
                </c:pt>
                <c:pt idx="4912">
                  <c:v>1.00014</c:v>
                </c:pt>
                <c:pt idx="4913">
                  <c:v>1.0004500000000001</c:v>
                </c:pt>
                <c:pt idx="4914">
                  <c:v>1.00075</c:v>
                </c:pt>
                <c:pt idx="4915">
                  <c:v>1.0010600000000001</c:v>
                </c:pt>
                <c:pt idx="4916">
                  <c:v>1.00136</c:v>
                </c:pt>
                <c:pt idx="4917">
                  <c:v>1.0016700000000001</c:v>
                </c:pt>
                <c:pt idx="4918">
                  <c:v>1.0019800000000001</c:v>
                </c:pt>
                <c:pt idx="4919">
                  <c:v>1.0022800000000001</c:v>
                </c:pt>
                <c:pt idx="4920">
                  <c:v>1.0025900000000001</c:v>
                </c:pt>
                <c:pt idx="4921">
                  <c:v>1.0028900000000001</c:v>
                </c:pt>
                <c:pt idx="4922">
                  <c:v>1.0032000000000001</c:v>
                </c:pt>
                <c:pt idx="4923">
                  <c:v>1.0035000000000001</c:v>
                </c:pt>
                <c:pt idx="4924">
                  <c:v>1.0038100000000001</c:v>
                </c:pt>
                <c:pt idx="4925">
                  <c:v>1.0041100000000001</c:v>
                </c:pt>
                <c:pt idx="4926">
                  <c:v>1.0044200000000001</c:v>
                </c:pt>
                <c:pt idx="4927">
                  <c:v>1.0047200000000001</c:v>
                </c:pt>
                <c:pt idx="4928">
                  <c:v>1.0050300000000001</c:v>
                </c:pt>
                <c:pt idx="4929">
                  <c:v>1.0053300000000001</c:v>
                </c:pt>
                <c:pt idx="4930">
                  <c:v>1.0056400000000001</c:v>
                </c:pt>
                <c:pt idx="4931">
                  <c:v>1.0059499999999999</c:v>
                </c:pt>
                <c:pt idx="4932">
                  <c:v>1.0062500000000001</c:v>
                </c:pt>
                <c:pt idx="4933">
                  <c:v>1.0065599999999999</c:v>
                </c:pt>
                <c:pt idx="4934">
                  <c:v>1.0068600000000001</c:v>
                </c:pt>
                <c:pt idx="4935">
                  <c:v>1.0071699999999999</c:v>
                </c:pt>
                <c:pt idx="4936">
                  <c:v>1.0074700000000001</c:v>
                </c:pt>
                <c:pt idx="4937">
                  <c:v>1.0077799999999999</c:v>
                </c:pt>
                <c:pt idx="4938">
                  <c:v>1.0080800000000001</c:v>
                </c:pt>
                <c:pt idx="4939">
                  <c:v>1.0083899999999999</c:v>
                </c:pt>
                <c:pt idx="4940">
                  <c:v>1.0086900000000001</c:v>
                </c:pt>
                <c:pt idx="4941">
                  <c:v>1.0089999999999999</c:v>
                </c:pt>
                <c:pt idx="4942">
                  <c:v>1.0093000000000001</c:v>
                </c:pt>
                <c:pt idx="4943">
                  <c:v>1.0096099999999999</c:v>
                </c:pt>
                <c:pt idx="4944">
                  <c:v>1.0099199999999999</c:v>
                </c:pt>
                <c:pt idx="4945">
                  <c:v>1.0102199999999999</c:v>
                </c:pt>
                <c:pt idx="4946">
                  <c:v>1.0105299999999999</c:v>
                </c:pt>
                <c:pt idx="4947">
                  <c:v>1.0108299999999999</c:v>
                </c:pt>
                <c:pt idx="4948">
                  <c:v>1.0111399999999999</c:v>
                </c:pt>
                <c:pt idx="4949">
                  <c:v>1.0114399999999999</c:v>
                </c:pt>
                <c:pt idx="4950">
                  <c:v>1.0117499999999999</c:v>
                </c:pt>
                <c:pt idx="4951">
                  <c:v>1.0120499999999999</c:v>
                </c:pt>
                <c:pt idx="4952">
                  <c:v>1.0123599999999999</c:v>
                </c:pt>
                <c:pt idx="4953">
                  <c:v>1.0126599999999999</c:v>
                </c:pt>
                <c:pt idx="4954">
                  <c:v>1.0129699999999999</c:v>
                </c:pt>
                <c:pt idx="4955">
                  <c:v>1.0132699999999999</c:v>
                </c:pt>
                <c:pt idx="4956">
                  <c:v>1.0135799999999999</c:v>
                </c:pt>
                <c:pt idx="4957">
                  <c:v>1.01389</c:v>
                </c:pt>
                <c:pt idx="4958">
                  <c:v>1.0141899999999999</c:v>
                </c:pt>
                <c:pt idx="4959">
                  <c:v>1.0145</c:v>
                </c:pt>
                <c:pt idx="4960">
                  <c:v>1.0147999999999999</c:v>
                </c:pt>
                <c:pt idx="4961">
                  <c:v>1.01511</c:v>
                </c:pt>
                <c:pt idx="4962">
                  <c:v>1.0154099999999999</c:v>
                </c:pt>
                <c:pt idx="4963">
                  <c:v>1.01572</c:v>
                </c:pt>
                <c:pt idx="4964">
                  <c:v>1.0160199999999999</c:v>
                </c:pt>
                <c:pt idx="4965">
                  <c:v>1.01633</c:v>
                </c:pt>
                <c:pt idx="4966">
                  <c:v>1.0166299999999999</c:v>
                </c:pt>
                <c:pt idx="4967">
                  <c:v>1.01694</c:v>
                </c:pt>
                <c:pt idx="4968">
                  <c:v>1.0172399999999999</c:v>
                </c:pt>
                <c:pt idx="4969">
                  <c:v>1.01755</c:v>
                </c:pt>
                <c:pt idx="4970">
                  <c:v>1.01786</c:v>
                </c:pt>
                <c:pt idx="4971">
                  <c:v>1.01816</c:v>
                </c:pt>
                <c:pt idx="4972">
                  <c:v>1.01847</c:v>
                </c:pt>
                <c:pt idx="4973">
                  <c:v>1.01877</c:v>
                </c:pt>
                <c:pt idx="4974">
                  <c:v>1.01908</c:v>
                </c:pt>
                <c:pt idx="4975">
                  <c:v>1.01938</c:v>
                </c:pt>
                <c:pt idx="4976">
                  <c:v>1.01969</c:v>
                </c:pt>
                <c:pt idx="4977">
                  <c:v>1.01999</c:v>
                </c:pt>
                <c:pt idx="4978">
                  <c:v>1.0203</c:v>
                </c:pt>
                <c:pt idx="4979">
                  <c:v>1.0206</c:v>
                </c:pt>
                <c:pt idx="4980">
                  <c:v>1.02091</c:v>
                </c:pt>
                <c:pt idx="4981">
                  <c:v>1.02122</c:v>
                </c:pt>
                <c:pt idx="4982">
                  <c:v>1.02152</c:v>
                </c:pt>
                <c:pt idx="4983">
                  <c:v>1.02183</c:v>
                </c:pt>
                <c:pt idx="4984">
                  <c:v>1.02213</c:v>
                </c:pt>
                <c:pt idx="4985">
                  <c:v>1.02244</c:v>
                </c:pt>
                <c:pt idx="4986">
                  <c:v>1.02274</c:v>
                </c:pt>
                <c:pt idx="4987">
                  <c:v>1.02305</c:v>
                </c:pt>
                <c:pt idx="4988">
                  <c:v>1.02335</c:v>
                </c:pt>
                <c:pt idx="4989">
                  <c:v>1.02366</c:v>
                </c:pt>
                <c:pt idx="4990">
                  <c:v>1.02396</c:v>
                </c:pt>
                <c:pt idx="4991">
                  <c:v>1.02427</c:v>
                </c:pt>
                <c:pt idx="4992">
                  <c:v>1.02457</c:v>
                </c:pt>
                <c:pt idx="4993">
                  <c:v>1.02488</c:v>
                </c:pt>
                <c:pt idx="4994">
                  <c:v>1.02519</c:v>
                </c:pt>
                <c:pt idx="4995">
                  <c:v>1.02549</c:v>
                </c:pt>
                <c:pt idx="4996">
                  <c:v>1.0258</c:v>
                </c:pt>
                <c:pt idx="4997">
                  <c:v>1.0261</c:v>
                </c:pt>
                <c:pt idx="4998">
                  <c:v>1.02641</c:v>
                </c:pt>
                <c:pt idx="4999">
                  <c:v>1.02671</c:v>
                </c:pt>
                <c:pt idx="5000">
                  <c:v>1.02702</c:v>
                </c:pt>
                <c:pt idx="5001">
                  <c:v>1.02732</c:v>
                </c:pt>
                <c:pt idx="5002">
                  <c:v>1.02763</c:v>
                </c:pt>
                <c:pt idx="5003">
                  <c:v>1.02793</c:v>
                </c:pt>
                <c:pt idx="5004">
                  <c:v>1.02824</c:v>
                </c:pt>
                <c:pt idx="5005">
                  <c:v>1.02854</c:v>
                </c:pt>
                <c:pt idx="5006">
                  <c:v>1.02885</c:v>
                </c:pt>
                <c:pt idx="5007">
                  <c:v>1.0291600000000001</c:v>
                </c:pt>
                <c:pt idx="5008">
                  <c:v>1.02946</c:v>
                </c:pt>
                <c:pt idx="5009">
                  <c:v>1.0297700000000001</c:v>
                </c:pt>
                <c:pt idx="5010">
                  <c:v>1.03007</c:v>
                </c:pt>
                <c:pt idx="5011">
                  <c:v>1.0303800000000001</c:v>
                </c:pt>
                <c:pt idx="5012">
                  <c:v>1.03068</c:v>
                </c:pt>
                <c:pt idx="5013">
                  <c:v>1.0309900000000001</c:v>
                </c:pt>
                <c:pt idx="5014">
                  <c:v>1.03129</c:v>
                </c:pt>
                <c:pt idx="5015">
                  <c:v>1.0316000000000001</c:v>
                </c:pt>
                <c:pt idx="5016">
                  <c:v>1.0319</c:v>
                </c:pt>
                <c:pt idx="5017">
                  <c:v>1.0322100000000001</c:v>
                </c:pt>
                <c:pt idx="5018">
                  <c:v>1.03251</c:v>
                </c:pt>
                <c:pt idx="5019">
                  <c:v>1.0328200000000001</c:v>
                </c:pt>
                <c:pt idx="5020">
                  <c:v>1.0331300000000001</c:v>
                </c:pt>
                <c:pt idx="5021">
                  <c:v>1.0334300000000001</c:v>
                </c:pt>
                <c:pt idx="5022">
                  <c:v>1.0337400000000001</c:v>
                </c:pt>
                <c:pt idx="5023">
                  <c:v>1.0340400000000001</c:v>
                </c:pt>
                <c:pt idx="5024">
                  <c:v>1.0343500000000001</c:v>
                </c:pt>
                <c:pt idx="5025">
                  <c:v>1.0346500000000001</c:v>
                </c:pt>
                <c:pt idx="5026">
                  <c:v>1.0349600000000001</c:v>
                </c:pt>
                <c:pt idx="5027">
                  <c:v>1.0352600000000001</c:v>
                </c:pt>
                <c:pt idx="5028">
                  <c:v>1.0355700000000001</c:v>
                </c:pt>
                <c:pt idx="5029">
                  <c:v>1.0358700000000001</c:v>
                </c:pt>
                <c:pt idx="5030">
                  <c:v>1.0361800000000001</c:v>
                </c:pt>
                <c:pt idx="5031">
                  <c:v>1.0364800000000001</c:v>
                </c:pt>
                <c:pt idx="5032">
                  <c:v>1.0367900000000001</c:v>
                </c:pt>
                <c:pt idx="5033">
                  <c:v>1.0370999999999999</c:v>
                </c:pt>
                <c:pt idx="5034">
                  <c:v>1.0374000000000001</c:v>
                </c:pt>
                <c:pt idx="5035">
                  <c:v>1.0377099999999999</c:v>
                </c:pt>
                <c:pt idx="5036">
                  <c:v>1.0380100000000001</c:v>
                </c:pt>
                <c:pt idx="5037">
                  <c:v>1.0383199999999999</c:v>
                </c:pt>
                <c:pt idx="5038">
                  <c:v>1.0386200000000001</c:v>
                </c:pt>
                <c:pt idx="5039">
                  <c:v>1.0389299999999999</c:v>
                </c:pt>
                <c:pt idx="5040">
                  <c:v>1.0392300000000001</c:v>
                </c:pt>
                <c:pt idx="5041">
                  <c:v>1.0395399999999999</c:v>
                </c:pt>
                <c:pt idx="5042">
                  <c:v>1.0398400000000001</c:v>
                </c:pt>
                <c:pt idx="5043">
                  <c:v>1.0401499999999999</c:v>
                </c:pt>
                <c:pt idx="5044">
                  <c:v>1.0404599999999999</c:v>
                </c:pt>
                <c:pt idx="5045">
                  <c:v>1.0407599999999999</c:v>
                </c:pt>
                <c:pt idx="5046">
                  <c:v>1.0410699999999999</c:v>
                </c:pt>
                <c:pt idx="5047">
                  <c:v>1.0413699999999999</c:v>
                </c:pt>
                <c:pt idx="5048">
                  <c:v>1.0416799999999999</c:v>
                </c:pt>
                <c:pt idx="5049">
                  <c:v>1.0419799999999999</c:v>
                </c:pt>
                <c:pt idx="5050">
                  <c:v>1.0422899999999999</c:v>
                </c:pt>
                <c:pt idx="5051">
                  <c:v>1.0425899999999999</c:v>
                </c:pt>
                <c:pt idx="5052">
                  <c:v>1.0428999999999999</c:v>
                </c:pt>
                <c:pt idx="5053">
                  <c:v>1.0431999999999999</c:v>
                </c:pt>
                <c:pt idx="5054">
                  <c:v>1.0435099999999999</c:v>
                </c:pt>
                <c:pt idx="5055">
                  <c:v>1.0438099999999999</c:v>
                </c:pt>
                <c:pt idx="5056">
                  <c:v>1.0441199999999999</c:v>
                </c:pt>
                <c:pt idx="5057">
                  <c:v>1.04443</c:v>
                </c:pt>
                <c:pt idx="5058">
                  <c:v>1.0447299999999999</c:v>
                </c:pt>
                <c:pt idx="5059">
                  <c:v>1.04504</c:v>
                </c:pt>
                <c:pt idx="5060">
                  <c:v>1.0453399999999999</c:v>
                </c:pt>
                <c:pt idx="5061">
                  <c:v>1.04565</c:v>
                </c:pt>
                <c:pt idx="5062">
                  <c:v>1.0459499999999999</c:v>
                </c:pt>
                <c:pt idx="5063">
                  <c:v>1.04626</c:v>
                </c:pt>
                <c:pt idx="5064">
                  <c:v>1.0465599999999999</c:v>
                </c:pt>
                <c:pt idx="5065">
                  <c:v>1.04687</c:v>
                </c:pt>
                <c:pt idx="5066">
                  <c:v>1.0471699999999999</c:v>
                </c:pt>
                <c:pt idx="5067">
                  <c:v>1.04748</c:v>
                </c:pt>
                <c:pt idx="5068">
                  <c:v>1.0477799999999999</c:v>
                </c:pt>
                <c:pt idx="5069">
                  <c:v>1.04809</c:v>
                </c:pt>
                <c:pt idx="5070">
                  <c:v>1.0484</c:v>
                </c:pt>
                <c:pt idx="5071">
                  <c:v>1.0487</c:v>
                </c:pt>
                <c:pt idx="5072">
                  <c:v>1.04901</c:v>
                </c:pt>
                <c:pt idx="5073">
                  <c:v>1.04931</c:v>
                </c:pt>
                <c:pt idx="5074">
                  <c:v>1.04962</c:v>
                </c:pt>
                <c:pt idx="5075">
                  <c:v>1.04992</c:v>
                </c:pt>
                <c:pt idx="5076">
                  <c:v>1.05023</c:v>
                </c:pt>
                <c:pt idx="5077">
                  <c:v>1.05053</c:v>
                </c:pt>
                <c:pt idx="5078">
                  <c:v>1.05084</c:v>
                </c:pt>
                <c:pt idx="5079">
                  <c:v>1.05114</c:v>
                </c:pt>
                <c:pt idx="5080">
                  <c:v>1.05145</c:v>
                </c:pt>
                <c:pt idx="5081">
                  <c:v>1.05175</c:v>
                </c:pt>
                <c:pt idx="5082">
                  <c:v>1.05206</c:v>
                </c:pt>
                <c:pt idx="5083">
                  <c:v>1.05237</c:v>
                </c:pt>
                <c:pt idx="5084">
                  <c:v>1.05267</c:v>
                </c:pt>
                <c:pt idx="5085">
                  <c:v>1.05298</c:v>
                </c:pt>
                <c:pt idx="5086">
                  <c:v>1.05328</c:v>
                </c:pt>
                <c:pt idx="5087">
                  <c:v>1.05359</c:v>
                </c:pt>
                <c:pt idx="5088">
                  <c:v>1.05389</c:v>
                </c:pt>
                <c:pt idx="5089">
                  <c:v>1.0542</c:v>
                </c:pt>
                <c:pt idx="5090">
                  <c:v>1.0545</c:v>
                </c:pt>
                <c:pt idx="5091">
                  <c:v>1.05481</c:v>
                </c:pt>
                <c:pt idx="5092">
                  <c:v>1.05511</c:v>
                </c:pt>
                <c:pt idx="5093">
                  <c:v>1.05542</c:v>
                </c:pt>
                <c:pt idx="5094">
                  <c:v>1.05572</c:v>
                </c:pt>
                <c:pt idx="5095">
                  <c:v>1.05603</c:v>
                </c:pt>
                <c:pt idx="5096">
                  <c:v>1.0563400000000001</c:v>
                </c:pt>
                <c:pt idx="5097">
                  <c:v>1.05664</c:v>
                </c:pt>
                <c:pt idx="5098">
                  <c:v>1.0569500000000001</c:v>
                </c:pt>
                <c:pt idx="5099">
                  <c:v>1.05725</c:v>
                </c:pt>
                <c:pt idx="5100">
                  <c:v>1.0575600000000001</c:v>
                </c:pt>
                <c:pt idx="5101">
                  <c:v>1.05786</c:v>
                </c:pt>
                <c:pt idx="5102">
                  <c:v>1.0581700000000001</c:v>
                </c:pt>
                <c:pt idx="5103">
                  <c:v>1.05847</c:v>
                </c:pt>
                <c:pt idx="5104">
                  <c:v>1.0587800000000001</c:v>
                </c:pt>
                <c:pt idx="5105">
                  <c:v>1.05908</c:v>
                </c:pt>
                <c:pt idx="5106">
                  <c:v>1.0593900000000001</c:v>
                </c:pt>
                <c:pt idx="5107">
                  <c:v>1.0597000000000001</c:v>
                </c:pt>
                <c:pt idx="5108">
                  <c:v>1.06</c:v>
                </c:pt>
                <c:pt idx="5109">
                  <c:v>1.0603100000000001</c:v>
                </c:pt>
                <c:pt idx="5110">
                  <c:v>1.0606100000000001</c:v>
                </c:pt>
                <c:pt idx="5111">
                  <c:v>1.0609200000000001</c:v>
                </c:pt>
                <c:pt idx="5112">
                  <c:v>1.0612200000000001</c:v>
                </c:pt>
                <c:pt idx="5113">
                  <c:v>1.0615300000000001</c:v>
                </c:pt>
                <c:pt idx="5114">
                  <c:v>1.0618300000000001</c:v>
                </c:pt>
                <c:pt idx="5115">
                  <c:v>1.0621400000000001</c:v>
                </c:pt>
                <c:pt idx="5116">
                  <c:v>1.0624400000000001</c:v>
                </c:pt>
                <c:pt idx="5117">
                  <c:v>1.0627500000000001</c:v>
                </c:pt>
                <c:pt idx="5118">
                  <c:v>1.0630500000000001</c:v>
                </c:pt>
                <c:pt idx="5119">
                  <c:v>1.0633600000000001</c:v>
                </c:pt>
                <c:pt idx="5120">
                  <c:v>1.0636699999999999</c:v>
                </c:pt>
                <c:pt idx="5121">
                  <c:v>1.0639700000000001</c:v>
                </c:pt>
                <c:pt idx="5122">
                  <c:v>1.0642799999999999</c:v>
                </c:pt>
                <c:pt idx="5123">
                  <c:v>1.0645800000000001</c:v>
                </c:pt>
                <c:pt idx="5124">
                  <c:v>1.0648899999999999</c:v>
                </c:pt>
                <c:pt idx="5125">
                  <c:v>1.0651900000000001</c:v>
                </c:pt>
                <c:pt idx="5126">
                  <c:v>1.0654999999999999</c:v>
                </c:pt>
                <c:pt idx="5127">
                  <c:v>1.0658000000000001</c:v>
                </c:pt>
                <c:pt idx="5128">
                  <c:v>1.0661099999999999</c:v>
                </c:pt>
                <c:pt idx="5129">
                  <c:v>1.0664100000000001</c:v>
                </c:pt>
                <c:pt idx="5130">
                  <c:v>1.0667199999999999</c:v>
                </c:pt>
                <c:pt idx="5131">
                  <c:v>1.0670200000000001</c:v>
                </c:pt>
                <c:pt idx="5132">
                  <c:v>1.0673299999999999</c:v>
                </c:pt>
                <c:pt idx="5133">
                  <c:v>1.0676399999999999</c:v>
                </c:pt>
                <c:pt idx="5134">
                  <c:v>1.0679399999999999</c:v>
                </c:pt>
                <c:pt idx="5135">
                  <c:v>1.0682499999999999</c:v>
                </c:pt>
                <c:pt idx="5136">
                  <c:v>1.0685500000000001</c:v>
                </c:pt>
                <c:pt idx="5137">
                  <c:v>1.0688599999999999</c:v>
                </c:pt>
                <c:pt idx="5138">
                  <c:v>1.0691600000000001</c:v>
                </c:pt>
                <c:pt idx="5139">
                  <c:v>1.0694699999999999</c:v>
                </c:pt>
                <c:pt idx="5140">
                  <c:v>1.0697700000000001</c:v>
                </c:pt>
                <c:pt idx="5141">
                  <c:v>1.0700799999999999</c:v>
                </c:pt>
                <c:pt idx="5142">
                  <c:v>1.0703800000000001</c:v>
                </c:pt>
                <c:pt idx="5143">
                  <c:v>1.0706899999999999</c:v>
                </c:pt>
                <c:pt idx="5144">
                  <c:v>1.0709900000000001</c:v>
                </c:pt>
                <c:pt idx="5145">
                  <c:v>1.0712999999999999</c:v>
                </c:pt>
                <c:pt idx="5146">
                  <c:v>1.07161</c:v>
                </c:pt>
                <c:pt idx="5147">
                  <c:v>1.0719099999999999</c:v>
                </c:pt>
                <c:pt idx="5148">
                  <c:v>1.07222</c:v>
                </c:pt>
                <c:pt idx="5149">
                  <c:v>1.0725199999999999</c:v>
                </c:pt>
                <c:pt idx="5150">
                  <c:v>1.07283</c:v>
                </c:pt>
                <c:pt idx="5151">
                  <c:v>1.0731299999999999</c:v>
                </c:pt>
                <c:pt idx="5152">
                  <c:v>1.0734399999999999</c:v>
                </c:pt>
                <c:pt idx="5153">
                  <c:v>1.0737399999999999</c:v>
                </c:pt>
                <c:pt idx="5154">
                  <c:v>1.0740499999999999</c:v>
                </c:pt>
                <c:pt idx="5155">
                  <c:v>1.0743499999999999</c:v>
                </c:pt>
                <c:pt idx="5156">
                  <c:v>1.0746599999999999</c:v>
                </c:pt>
                <c:pt idx="5157">
                  <c:v>1.07497</c:v>
                </c:pt>
                <c:pt idx="5158">
                  <c:v>1.0752699999999999</c:v>
                </c:pt>
                <c:pt idx="5159">
                  <c:v>1.07558</c:v>
                </c:pt>
                <c:pt idx="5160">
                  <c:v>1.0758799999999999</c:v>
                </c:pt>
                <c:pt idx="5161">
                  <c:v>1.07619</c:v>
                </c:pt>
                <c:pt idx="5162">
                  <c:v>1.0764899999999999</c:v>
                </c:pt>
                <c:pt idx="5163">
                  <c:v>1.0768</c:v>
                </c:pt>
                <c:pt idx="5164">
                  <c:v>1.0770999999999999</c:v>
                </c:pt>
                <c:pt idx="5165">
                  <c:v>1.07741</c:v>
                </c:pt>
                <c:pt idx="5166">
                  <c:v>1.0777099999999999</c:v>
                </c:pt>
                <c:pt idx="5167">
                  <c:v>1.07802</c:v>
                </c:pt>
                <c:pt idx="5168">
                  <c:v>1.0783199999999999</c:v>
                </c:pt>
                <c:pt idx="5169">
                  <c:v>1.07863</c:v>
                </c:pt>
                <c:pt idx="5170">
                  <c:v>1.07894</c:v>
                </c:pt>
                <c:pt idx="5171">
                  <c:v>1.07924</c:v>
                </c:pt>
                <c:pt idx="5172">
                  <c:v>1.07955</c:v>
                </c:pt>
                <c:pt idx="5173">
                  <c:v>1.07985</c:v>
                </c:pt>
                <c:pt idx="5174">
                  <c:v>1.08016</c:v>
                </c:pt>
                <c:pt idx="5175">
                  <c:v>1.08046</c:v>
                </c:pt>
                <c:pt idx="5176">
                  <c:v>1.08077</c:v>
                </c:pt>
                <c:pt idx="5177">
                  <c:v>1.08107</c:v>
                </c:pt>
                <c:pt idx="5178">
                  <c:v>1.08138</c:v>
                </c:pt>
                <c:pt idx="5179">
                  <c:v>1.08168</c:v>
                </c:pt>
                <c:pt idx="5180">
                  <c:v>1.08199</c:v>
                </c:pt>
                <c:pt idx="5181">
                  <c:v>1.08229</c:v>
                </c:pt>
                <c:pt idx="5182">
                  <c:v>1.0826</c:v>
                </c:pt>
                <c:pt idx="5183">
                  <c:v>1.08291</c:v>
                </c:pt>
                <c:pt idx="5184">
                  <c:v>1.08321</c:v>
                </c:pt>
                <c:pt idx="5185">
                  <c:v>1.08352</c:v>
                </c:pt>
                <c:pt idx="5186">
                  <c:v>1.08382</c:v>
                </c:pt>
                <c:pt idx="5187">
                  <c:v>1.08413</c:v>
                </c:pt>
                <c:pt idx="5188">
                  <c:v>1.08443</c:v>
                </c:pt>
                <c:pt idx="5189">
                  <c:v>1.08474</c:v>
                </c:pt>
                <c:pt idx="5190">
                  <c:v>1.08504</c:v>
                </c:pt>
                <c:pt idx="5191">
                  <c:v>1.08535</c:v>
                </c:pt>
                <c:pt idx="5192">
                  <c:v>1.08565</c:v>
                </c:pt>
                <c:pt idx="5193">
                  <c:v>1.08596</c:v>
                </c:pt>
                <c:pt idx="5194">
                  <c:v>1.08626</c:v>
                </c:pt>
                <c:pt idx="5195">
                  <c:v>1.08657</c:v>
                </c:pt>
                <c:pt idx="5196">
                  <c:v>1.0868800000000001</c:v>
                </c:pt>
                <c:pt idx="5197">
                  <c:v>1.08718</c:v>
                </c:pt>
                <c:pt idx="5198">
                  <c:v>1.0874900000000001</c:v>
                </c:pt>
                <c:pt idx="5199">
                  <c:v>1.08779</c:v>
                </c:pt>
                <c:pt idx="5200">
                  <c:v>1.0881000000000001</c:v>
                </c:pt>
                <c:pt idx="5201">
                  <c:v>1.0884</c:v>
                </c:pt>
                <c:pt idx="5202">
                  <c:v>1.0887100000000001</c:v>
                </c:pt>
                <c:pt idx="5203">
                  <c:v>1.08901</c:v>
                </c:pt>
                <c:pt idx="5204">
                  <c:v>1.0893200000000001</c:v>
                </c:pt>
                <c:pt idx="5205">
                  <c:v>1.08962</c:v>
                </c:pt>
                <c:pt idx="5206">
                  <c:v>1.0899300000000001</c:v>
                </c:pt>
                <c:pt idx="5207">
                  <c:v>1.09023</c:v>
                </c:pt>
                <c:pt idx="5208">
                  <c:v>1.0905400000000001</c:v>
                </c:pt>
                <c:pt idx="5209">
                  <c:v>1.0908500000000001</c:v>
                </c:pt>
                <c:pt idx="5210">
                  <c:v>1.0911500000000001</c:v>
                </c:pt>
                <c:pt idx="5211">
                  <c:v>1.0914600000000001</c:v>
                </c:pt>
                <c:pt idx="5212">
                  <c:v>1.0917600000000001</c:v>
                </c:pt>
                <c:pt idx="5213">
                  <c:v>1.0920700000000001</c:v>
                </c:pt>
                <c:pt idx="5214">
                  <c:v>1.0923700000000001</c:v>
                </c:pt>
                <c:pt idx="5215">
                  <c:v>1.0926800000000001</c:v>
                </c:pt>
                <c:pt idx="5216">
                  <c:v>1.0929800000000001</c:v>
                </c:pt>
                <c:pt idx="5217">
                  <c:v>1.0932900000000001</c:v>
                </c:pt>
                <c:pt idx="5218">
                  <c:v>1.0935900000000001</c:v>
                </c:pt>
                <c:pt idx="5219">
                  <c:v>1.0939000000000001</c:v>
                </c:pt>
                <c:pt idx="5220">
                  <c:v>1.0942099999999999</c:v>
                </c:pt>
                <c:pt idx="5221">
                  <c:v>1.0945100000000001</c:v>
                </c:pt>
                <c:pt idx="5222">
                  <c:v>1.0948199999999999</c:v>
                </c:pt>
                <c:pt idx="5223">
                  <c:v>1.0951200000000001</c:v>
                </c:pt>
                <c:pt idx="5224">
                  <c:v>1.0954299999999999</c:v>
                </c:pt>
                <c:pt idx="5225">
                  <c:v>1.0957300000000001</c:v>
                </c:pt>
                <c:pt idx="5226">
                  <c:v>1.0960399999999999</c:v>
                </c:pt>
                <c:pt idx="5227">
                  <c:v>1.0963400000000001</c:v>
                </c:pt>
                <c:pt idx="5228">
                  <c:v>1.0966499999999999</c:v>
                </c:pt>
                <c:pt idx="5229">
                  <c:v>1.0969500000000001</c:v>
                </c:pt>
                <c:pt idx="5230">
                  <c:v>1.0972599999999999</c:v>
                </c:pt>
                <c:pt idx="5231">
                  <c:v>1.0975600000000001</c:v>
                </c:pt>
                <c:pt idx="5232">
                  <c:v>1.0978699999999999</c:v>
                </c:pt>
                <c:pt idx="5233">
                  <c:v>1.0981799999999999</c:v>
                </c:pt>
                <c:pt idx="5234">
                  <c:v>1.0984799999999999</c:v>
                </c:pt>
                <c:pt idx="5235">
                  <c:v>1.0987899999999999</c:v>
                </c:pt>
                <c:pt idx="5236">
                  <c:v>1.0990899999999999</c:v>
                </c:pt>
                <c:pt idx="5237">
                  <c:v>1.0993999999999999</c:v>
                </c:pt>
                <c:pt idx="5238">
                  <c:v>1.0996999999999999</c:v>
                </c:pt>
                <c:pt idx="5239">
                  <c:v>1.1000099999999999</c:v>
                </c:pt>
                <c:pt idx="5240">
                  <c:v>1.1003099999999999</c:v>
                </c:pt>
                <c:pt idx="5241">
                  <c:v>1.1006199999999999</c:v>
                </c:pt>
                <c:pt idx="5242">
                  <c:v>1.1009199999999999</c:v>
                </c:pt>
                <c:pt idx="5243">
                  <c:v>1.1012299999999999</c:v>
                </c:pt>
                <c:pt idx="5244">
                  <c:v>1.1015299999999999</c:v>
                </c:pt>
                <c:pt idx="5245">
                  <c:v>1.1018399999999999</c:v>
                </c:pt>
                <c:pt idx="5246">
                  <c:v>1.10215</c:v>
                </c:pt>
                <c:pt idx="5247">
                  <c:v>1.1024499999999999</c:v>
                </c:pt>
                <c:pt idx="5248">
                  <c:v>1.10276</c:v>
                </c:pt>
                <c:pt idx="5249">
                  <c:v>1.1030599999999999</c:v>
                </c:pt>
                <c:pt idx="5250">
                  <c:v>1.10337</c:v>
                </c:pt>
                <c:pt idx="5251">
                  <c:v>1.1036699999999999</c:v>
                </c:pt>
                <c:pt idx="5252">
                  <c:v>1.10398</c:v>
                </c:pt>
                <c:pt idx="5253">
                  <c:v>1.1042799999999999</c:v>
                </c:pt>
                <c:pt idx="5254">
                  <c:v>1.10459</c:v>
                </c:pt>
                <c:pt idx="5255">
                  <c:v>1.1048899999999999</c:v>
                </c:pt>
                <c:pt idx="5256">
                  <c:v>1.1052</c:v>
                </c:pt>
                <c:pt idx="5257">
                  <c:v>1.1054999999999999</c:v>
                </c:pt>
                <c:pt idx="5258">
                  <c:v>1.10581</c:v>
                </c:pt>
                <c:pt idx="5259">
                  <c:v>1.10612</c:v>
                </c:pt>
                <c:pt idx="5260">
                  <c:v>1.10642</c:v>
                </c:pt>
                <c:pt idx="5261">
                  <c:v>1.10673</c:v>
                </c:pt>
                <c:pt idx="5262">
                  <c:v>1.10703</c:v>
                </c:pt>
                <c:pt idx="5263">
                  <c:v>1.10734</c:v>
                </c:pt>
                <c:pt idx="5264">
                  <c:v>1.10764</c:v>
                </c:pt>
                <c:pt idx="5265">
                  <c:v>1.10795</c:v>
                </c:pt>
                <c:pt idx="5266">
                  <c:v>1.10825</c:v>
                </c:pt>
                <c:pt idx="5267">
                  <c:v>1.10856</c:v>
                </c:pt>
                <c:pt idx="5268">
                  <c:v>1.10886</c:v>
                </c:pt>
                <c:pt idx="5269">
                  <c:v>1.10917</c:v>
                </c:pt>
                <c:pt idx="5270">
                  <c:v>1.10947</c:v>
                </c:pt>
                <c:pt idx="5271">
                  <c:v>1.10978</c:v>
                </c:pt>
                <c:pt idx="5272">
                  <c:v>1.11009</c:v>
                </c:pt>
                <c:pt idx="5273">
                  <c:v>1.11039</c:v>
                </c:pt>
                <c:pt idx="5274">
                  <c:v>1.1107</c:v>
                </c:pt>
                <c:pt idx="5275">
                  <c:v>1.111</c:v>
                </c:pt>
                <c:pt idx="5276">
                  <c:v>1.11131</c:v>
                </c:pt>
                <c:pt idx="5277">
                  <c:v>1.11161</c:v>
                </c:pt>
                <c:pt idx="5278">
                  <c:v>1.11192</c:v>
                </c:pt>
                <c:pt idx="5279">
                  <c:v>1.11222</c:v>
                </c:pt>
                <c:pt idx="5280">
                  <c:v>1.11253</c:v>
                </c:pt>
                <c:pt idx="5281">
                  <c:v>1.11283</c:v>
                </c:pt>
                <c:pt idx="5282">
                  <c:v>1.11314</c:v>
                </c:pt>
                <c:pt idx="5283">
                  <c:v>1.1134500000000001</c:v>
                </c:pt>
                <c:pt idx="5284">
                  <c:v>1.11375</c:v>
                </c:pt>
                <c:pt idx="5285">
                  <c:v>1.1140600000000001</c:v>
                </c:pt>
                <c:pt idx="5286">
                  <c:v>1.11436</c:v>
                </c:pt>
                <c:pt idx="5287">
                  <c:v>1.11467</c:v>
                </c:pt>
                <c:pt idx="5288">
                  <c:v>1.11497</c:v>
                </c:pt>
                <c:pt idx="5289">
                  <c:v>1.11528</c:v>
                </c:pt>
                <c:pt idx="5290">
                  <c:v>1.11558</c:v>
                </c:pt>
                <c:pt idx="5291">
                  <c:v>1.11589</c:v>
                </c:pt>
                <c:pt idx="5292">
                  <c:v>1.11619</c:v>
                </c:pt>
                <c:pt idx="5293">
                  <c:v>1.1165</c:v>
                </c:pt>
                <c:pt idx="5294">
                  <c:v>1.1168</c:v>
                </c:pt>
                <c:pt idx="5295">
                  <c:v>1.11711</c:v>
                </c:pt>
                <c:pt idx="5296">
                  <c:v>1.1174200000000001</c:v>
                </c:pt>
                <c:pt idx="5297">
                  <c:v>1.11772</c:v>
                </c:pt>
                <c:pt idx="5298">
                  <c:v>1.1180300000000001</c:v>
                </c:pt>
                <c:pt idx="5299">
                  <c:v>1.11833</c:v>
                </c:pt>
                <c:pt idx="5300">
                  <c:v>1.1186400000000001</c:v>
                </c:pt>
                <c:pt idx="5301">
                  <c:v>1.11894</c:v>
                </c:pt>
                <c:pt idx="5302">
                  <c:v>1.1192500000000001</c:v>
                </c:pt>
                <c:pt idx="5303">
                  <c:v>1.11955</c:v>
                </c:pt>
                <c:pt idx="5304">
                  <c:v>1.1198600000000001</c:v>
                </c:pt>
                <c:pt idx="5305">
                  <c:v>1.12016</c:v>
                </c:pt>
                <c:pt idx="5306">
                  <c:v>1.1204700000000001</c:v>
                </c:pt>
                <c:pt idx="5307">
                  <c:v>1.12077</c:v>
                </c:pt>
                <c:pt idx="5308">
                  <c:v>1.1210800000000001</c:v>
                </c:pt>
                <c:pt idx="5309">
                  <c:v>1.1213900000000001</c:v>
                </c:pt>
                <c:pt idx="5310">
                  <c:v>1.1216900000000001</c:v>
                </c:pt>
                <c:pt idx="5311">
                  <c:v>1.1220000000000001</c:v>
                </c:pt>
                <c:pt idx="5312">
                  <c:v>1.1223000000000001</c:v>
                </c:pt>
                <c:pt idx="5313">
                  <c:v>1.1226100000000001</c:v>
                </c:pt>
                <c:pt idx="5314">
                  <c:v>1.1229100000000001</c:v>
                </c:pt>
                <c:pt idx="5315">
                  <c:v>1.1232200000000001</c:v>
                </c:pt>
                <c:pt idx="5316">
                  <c:v>1.1235200000000001</c:v>
                </c:pt>
                <c:pt idx="5317">
                  <c:v>1.1238300000000001</c:v>
                </c:pt>
                <c:pt idx="5318">
                  <c:v>1.1241300000000001</c:v>
                </c:pt>
                <c:pt idx="5319">
                  <c:v>1.1244400000000001</c:v>
                </c:pt>
                <c:pt idx="5320">
                  <c:v>1.1247400000000001</c:v>
                </c:pt>
                <c:pt idx="5321">
                  <c:v>1.1250500000000001</c:v>
                </c:pt>
                <c:pt idx="5322">
                  <c:v>1.1253599999999999</c:v>
                </c:pt>
                <c:pt idx="5323">
                  <c:v>1.1256600000000001</c:v>
                </c:pt>
                <c:pt idx="5324">
                  <c:v>1.1259699999999999</c:v>
                </c:pt>
                <c:pt idx="5325">
                  <c:v>1.1262700000000001</c:v>
                </c:pt>
                <c:pt idx="5326">
                  <c:v>1.1265799999999999</c:v>
                </c:pt>
                <c:pt idx="5327">
                  <c:v>1.1268800000000001</c:v>
                </c:pt>
                <c:pt idx="5328">
                  <c:v>1.1271899999999999</c:v>
                </c:pt>
                <c:pt idx="5329">
                  <c:v>1.1274900000000001</c:v>
                </c:pt>
                <c:pt idx="5330">
                  <c:v>1.1277999999999999</c:v>
                </c:pt>
                <c:pt idx="5331">
                  <c:v>1.1281000000000001</c:v>
                </c:pt>
                <c:pt idx="5332">
                  <c:v>1.1284099999999999</c:v>
                </c:pt>
                <c:pt idx="5333">
                  <c:v>1.1287199999999999</c:v>
                </c:pt>
                <c:pt idx="5334">
                  <c:v>1.1290199999999999</c:v>
                </c:pt>
                <c:pt idx="5335">
                  <c:v>1.1293299999999999</c:v>
                </c:pt>
                <c:pt idx="5336">
                  <c:v>1.1296299999999999</c:v>
                </c:pt>
                <c:pt idx="5337">
                  <c:v>1.1299399999999999</c:v>
                </c:pt>
                <c:pt idx="5338">
                  <c:v>1.1302399999999999</c:v>
                </c:pt>
                <c:pt idx="5339">
                  <c:v>1.1305499999999999</c:v>
                </c:pt>
                <c:pt idx="5340">
                  <c:v>1.1308499999999999</c:v>
                </c:pt>
                <c:pt idx="5341">
                  <c:v>1.1311599999999999</c:v>
                </c:pt>
                <c:pt idx="5342">
                  <c:v>1.1314599999999999</c:v>
                </c:pt>
                <c:pt idx="5343">
                  <c:v>1.1317699999999999</c:v>
                </c:pt>
                <c:pt idx="5344">
                  <c:v>1.1320699999999999</c:v>
                </c:pt>
                <c:pt idx="5345">
                  <c:v>1.1323799999999999</c:v>
                </c:pt>
                <c:pt idx="5346">
                  <c:v>1.13269</c:v>
                </c:pt>
                <c:pt idx="5347">
                  <c:v>1.1329899999999999</c:v>
                </c:pt>
                <c:pt idx="5348">
                  <c:v>1.1333</c:v>
                </c:pt>
                <c:pt idx="5349">
                  <c:v>1.1335999999999999</c:v>
                </c:pt>
                <c:pt idx="5350">
                  <c:v>1.13391</c:v>
                </c:pt>
                <c:pt idx="5351">
                  <c:v>1.1342099999999999</c:v>
                </c:pt>
                <c:pt idx="5352">
                  <c:v>1.13452</c:v>
                </c:pt>
                <c:pt idx="5353">
                  <c:v>1.1348199999999999</c:v>
                </c:pt>
                <c:pt idx="5354">
                  <c:v>1.13513</c:v>
                </c:pt>
                <c:pt idx="5355">
                  <c:v>1.1354299999999999</c:v>
                </c:pt>
                <c:pt idx="5356">
                  <c:v>1.13574</c:v>
                </c:pt>
                <c:pt idx="5357">
                  <c:v>1.1360399999999999</c:v>
                </c:pt>
                <c:pt idx="5358">
                  <c:v>1.13635</c:v>
                </c:pt>
                <c:pt idx="5359">
                  <c:v>1.13666</c:v>
                </c:pt>
                <c:pt idx="5360">
                  <c:v>1.13696</c:v>
                </c:pt>
                <c:pt idx="5361">
                  <c:v>1.13727</c:v>
                </c:pt>
                <c:pt idx="5362">
                  <c:v>1.13757</c:v>
                </c:pt>
                <c:pt idx="5363">
                  <c:v>1.13788</c:v>
                </c:pt>
                <c:pt idx="5364">
                  <c:v>1.13818</c:v>
                </c:pt>
                <c:pt idx="5365">
                  <c:v>1.13849</c:v>
                </c:pt>
                <c:pt idx="5366">
                  <c:v>1.13879</c:v>
                </c:pt>
                <c:pt idx="5367">
                  <c:v>1.1391</c:v>
                </c:pt>
                <c:pt idx="5368">
                  <c:v>1.1394</c:v>
                </c:pt>
                <c:pt idx="5369">
                  <c:v>1.13971</c:v>
                </c:pt>
                <c:pt idx="5370">
                  <c:v>1.14001</c:v>
                </c:pt>
                <c:pt idx="5371">
                  <c:v>1.14032</c:v>
                </c:pt>
                <c:pt idx="5372">
                  <c:v>1.14063</c:v>
                </c:pt>
                <c:pt idx="5373">
                  <c:v>1.14093</c:v>
                </c:pt>
                <c:pt idx="5374">
                  <c:v>1.14124</c:v>
                </c:pt>
                <c:pt idx="5375">
                  <c:v>1.14154</c:v>
                </c:pt>
                <c:pt idx="5376">
                  <c:v>1.14185</c:v>
                </c:pt>
                <c:pt idx="5377">
                  <c:v>1.14215</c:v>
                </c:pt>
                <c:pt idx="5378">
                  <c:v>1.14246</c:v>
                </c:pt>
                <c:pt idx="5379">
                  <c:v>1.14276</c:v>
                </c:pt>
                <c:pt idx="5380">
                  <c:v>1.14307</c:v>
                </c:pt>
                <c:pt idx="5381">
                  <c:v>1.14337</c:v>
                </c:pt>
                <c:pt idx="5382">
                  <c:v>1.14368</c:v>
                </c:pt>
                <c:pt idx="5383">
                  <c:v>1.14398</c:v>
                </c:pt>
                <c:pt idx="5384">
                  <c:v>1.14429</c:v>
                </c:pt>
                <c:pt idx="5385">
                  <c:v>1.1446000000000001</c:v>
                </c:pt>
                <c:pt idx="5386">
                  <c:v>1.1449</c:v>
                </c:pt>
                <c:pt idx="5387">
                  <c:v>1.1452100000000001</c:v>
                </c:pt>
                <c:pt idx="5388">
                  <c:v>1.14551</c:v>
                </c:pt>
                <c:pt idx="5389">
                  <c:v>1.1458200000000001</c:v>
                </c:pt>
                <c:pt idx="5390">
                  <c:v>1.14612</c:v>
                </c:pt>
                <c:pt idx="5391">
                  <c:v>1.1464300000000001</c:v>
                </c:pt>
                <c:pt idx="5392">
                  <c:v>1.14673</c:v>
                </c:pt>
                <c:pt idx="5393">
                  <c:v>1.1470400000000001</c:v>
                </c:pt>
                <c:pt idx="5394">
                  <c:v>1.14734</c:v>
                </c:pt>
                <c:pt idx="5395">
                  <c:v>1.1476500000000001</c:v>
                </c:pt>
                <c:pt idx="5396">
                  <c:v>1.1479600000000001</c:v>
                </c:pt>
                <c:pt idx="5397">
                  <c:v>1.1482600000000001</c:v>
                </c:pt>
                <c:pt idx="5398">
                  <c:v>1.1485700000000001</c:v>
                </c:pt>
                <c:pt idx="5399">
                  <c:v>1.1488700000000001</c:v>
                </c:pt>
                <c:pt idx="5400">
                  <c:v>1.1491800000000001</c:v>
                </c:pt>
                <c:pt idx="5401">
                  <c:v>1.1494800000000001</c:v>
                </c:pt>
                <c:pt idx="5402">
                  <c:v>1.1497900000000001</c:v>
                </c:pt>
                <c:pt idx="5403">
                  <c:v>1.1500900000000001</c:v>
                </c:pt>
                <c:pt idx="5404">
                  <c:v>1.1504000000000001</c:v>
                </c:pt>
                <c:pt idx="5405">
                  <c:v>1.1507000000000001</c:v>
                </c:pt>
                <c:pt idx="5406">
                  <c:v>1.1510100000000001</c:v>
                </c:pt>
                <c:pt idx="5407">
                  <c:v>1.1513100000000001</c:v>
                </c:pt>
                <c:pt idx="5408">
                  <c:v>1.1516200000000001</c:v>
                </c:pt>
                <c:pt idx="5409">
                  <c:v>1.1519299999999999</c:v>
                </c:pt>
                <c:pt idx="5410">
                  <c:v>1.1522300000000001</c:v>
                </c:pt>
                <c:pt idx="5411">
                  <c:v>1.1525399999999999</c:v>
                </c:pt>
                <c:pt idx="5412">
                  <c:v>1.1528400000000001</c:v>
                </c:pt>
                <c:pt idx="5413">
                  <c:v>1.1531499999999999</c:v>
                </c:pt>
                <c:pt idx="5414">
                  <c:v>1.1534500000000001</c:v>
                </c:pt>
                <c:pt idx="5415">
                  <c:v>1.1537599999999999</c:v>
                </c:pt>
                <c:pt idx="5416">
                  <c:v>1.1540600000000001</c:v>
                </c:pt>
                <c:pt idx="5417">
                  <c:v>1.1543699999999999</c:v>
                </c:pt>
                <c:pt idx="5418">
                  <c:v>1.1546700000000001</c:v>
                </c:pt>
                <c:pt idx="5419">
                  <c:v>1.1549799999999999</c:v>
                </c:pt>
                <c:pt idx="5420">
                  <c:v>1.1552800000000001</c:v>
                </c:pt>
                <c:pt idx="5421">
                  <c:v>1.1555899999999999</c:v>
                </c:pt>
                <c:pt idx="5422">
                  <c:v>1.1558999999999999</c:v>
                </c:pt>
                <c:pt idx="5423">
                  <c:v>1.1561999999999999</c:v>
                </c:pt>
                <c:pt idx="5424">
                  <c:v>1.1565099999999999</c:v>
                </c:pt>
                <c:pt idx="5425">
                  <c:v>1.1568099999999999</c:v>
                </c:pt>
                <c:pt idx="5426">
                  <c:v>1.1571199999999999</c:v>
                </c:pt>
                <c:pt idx="5427">
                  <c:v>1.1574199999999999</c:v>
                </c:pt>
                <c:pt idx="5428">
                  <c:v>1.1577299999999999</c:v>
                </c:pt>
                <c:pt idx="5429">
                  <c:v>1.1580299999999999</c:v>
                </c:pt>
                <c:pt idx="5430">
                  <c:v>1.1583399999999999</c:v>
                </c:pt>
                <c:pt idx="5431">
                  <c:v>1.1586399999999999</c:v>
                </c:pt>
                <c:pt idx="5432">
                  <c:v>1.1589499999999999</c:v>
                </c:pt>
                <c:pt idx="5433">
                  <c:v>1.1592499999999999</c:v>
                </c:pt>
                <c:pt idx="5434">
                  <c:v>1.1595599999999999</c:v>
                </c:pt>
                <c:pt idx="5435">
                  <c:v>1.15987</c:v>
                </c:pt>
                <c:pt idx="5436">
                  <c:v>1.1601699999999999</c:v>
                </c:pt>
                <c:pt idx="5437">
                  <c:v>1.16048</c:v>
                </c:pt>
                <c:pt idx="5438">
                  <c:v>1.1607799999999999</c:v>
                </c:pt>
                <c:pt idx="5439">
                  <c:v>1.16109</c:v>
                </c:pt>
                <c:pt idx="5440">
                  <c:v>1.1613899999999999</c:v>
                </c:pt>
                <c:pt idx="5441">
                  <c:v>1.1617</c:v>
                </c:pt>
                <c:pt idx="5442">
                  <c:v>1.1619999999999999</c:v>
                </c:pt>
                <c:pt idx="5443">
                  <c:v>1.16231</c:v>
                </c:pt>
                <c:pt idx="5444">
                  <c:v>1.1626099999999999</c:v>
                </c:pt>
                <c:pt idx="5445">
                  <c:v>1.16292</c:v>
                </c:pt>
                <c:pt idx="5446">
                  <c:v>1.1632199999999999</c:v>
                </c:pt>
                <c:pt idx="5447">
                  <c:v>1.16353</c:v>
                </c:pt>
                <c:pt idx="5448">
                  <c:v>1.16384</c:v>
                </c:pt>
                <c:pt idx="5449">
                  <c:v>1.16414</c:v>
                </c:pt>
                <c:pt idx="5450">
                  <c:v>1.16445</c:v>
                </c:pt>
                <c:pt idx="5451">
                  <c:v>1.16475</c:v>
                </c:pt>
                <c:pt idx="5452">
                  <c:v>1.16506</c:v>
                </c:pt>
                <c:pt idx="5453">
                  <c:v>1.16536</c:v>
                </c:pt>
                <c:pt idx="5454">
                  <c:v>1.16567</c:v>
                </c:pt>
                <c:pt idx="5455">
                  <c:v>1.16597</c:v>
                </c:pt>
                <c:pt idx="5456">
                  <c:v>1.16628</c:v>
                </c:pt>
                <c:pt idx="5457">
                  <c:v>1.16658</c:v>
                </c:pt>
                <c:pt idx="5458">
                  <c:v>1.16689</c:v>
                </c:pt>
                <c:pt idx="5459">
                  <c:v>1.1672</c:v>
                </c:pt>
                <c:pt idx="5460">
                  <c:v>1.1675</c:v>
                </c:pt>
                <c:pt idx="5461">
                  <c:v>1.16781</c:v>
                </c:pt>
                <c:pt idx="5462">
                  <c:v>1.16811</c:v>
                </c:pt>
                <c:pt idx="5463">
                  <c:v>1.16842</c:v>
                </c:pt>
                <c:pt idx="5464">
                  <c:v>1.16872</c:v>
                </c:pt>
                <c:pt idx="5465">
                  <c:v>1.16903</c:v>
                </c:pt>
                <c:pt idx="5466">
                  <c:v>1.16933</c:v>
                </c:pt>
                <c:pt idx="5467">
                  <c:v>1.16964</c:v>
                </c:pt>
                <c:pt idx="5468">
                  <c:v>1.16994</c:v>
                </c:pt>
                <c:pt idx="5469">
                  <c:v>1.17025</c:v>
                </c:pt>
                <c:pt idx="5470">
                  <c:v>1.17055</c:v>
                </c:pt>
                <c:pt idx="5471">
                  <c:v>1.17086</c:v>
                </c:pt>
                <c:pt idx="5472">
                  <c:v>1.17117</c:v>
                </c:pt>
                <c:pt idx="5473">
                  <c:v>1.17147</c:v>
                </c:pt>
                <c:pt idx="5474">
                  <c:v>1.17178</c:v>
                </c:pt>
                <c:pt idx="5475">
                  <c:v>1.17208</c:v>
                </c:pt>
                <c:pt idx="5476">
                  <c:v>1.17239</c:v>
                </c:pt>
                <c:pt idx="5477">
                  <c:v>1.17269</c:v>
                </c:pt>
                <c:pt idx="5478">
                  <c:v>1.173</c:v>
                </c:pt>
                <c:pt idx="5479">
                  <c:v>1.1733</c:v>
                </c:pt>
                <c:pt idx="5480">
                  <c:v>1.17361</c:v>
                </c:pt>
                <c:pt idx="5481">
                  <c:v>1.17391</c:v>
                </c:pt>
                <c:pt idx="5482">
                  <c:v>1.17422</c:v>
                </c:pt>
                <c:pt idx="5483">
                  <c:v>1.17452</c:v>
                </c:pt>
                <c:pt idx="5484">
                  <c:v>1.17483</c:v>
                </c:pt>
                <c:pt idx="5485">
                  <c:v>1.1751400000000001</c:v>
                </c:pt>
                <c:pt idx="5486">
                  <c:v>1.17544</c:v>
                </c:pt>
                <c:pt idx="5487">
                  <c:v>1.1757500000000001</c:v>
                </c:pt>
                <c:pt idx="5488">
                  <c:v>1.17605</c:v>
                </c:pt>
                <c:pt idx="5489">
                  <c:v>1.1763600000000001</c:v>
                </c:pt>
                <c:pt idx="5490">
                  <c:v>1.17666</c:v>
                </c:pt>
                <c:pt idx="5491">
                  <c:v>1.1769700000000001</c:v>
                </c:pt>
                <c:pt idx="5492">
                  <c:v>1.17727</c:v>
                </c:pt>
                <c:pt idx="5493">
                  <c:v>1.1775800000000001</c:v>
                </c:pt>
                <c:pt idx="5494">
                  <c:v>1.17788</c:v>
                </c:pt>
                <c:pt idx="5495">
                  <c:v>1.1781900000000001</c:v>
                </c:pt>
                <c:pt idx="5496">
                  <c:v>1.17849</c:v>
                </c:pt>
                <c:pt idx="5497">
                  <c:v>1.1788000000000001</c:v>
                </c:pt>
                <c:pt idx="5498">
                  <c:v>1.1791100000000001</c:v>
                </c:pt>
                <c:pt idx="5499">
                  <c:v>1.1794100000000001</c:v>
                </c:pt>
                <c:pt idx="5500">
                  <c:v>1.1797200000000001</c:v>
                </c:pt>
                <c:pt idx="5501">
                  <c:v>1.1800200000000001</c:v>
                </c:pt>
                <c:pt idx="5502">
                  <c:v>1.1803300000000001</c:v>
                </c:pt>
                <c:pt idx="5503">
                  <c:v>1.1806300000000001</c:v>
                </c:pt>
                <c:pt idx="5504">
                  <c:v>1.1809400000000001</c:v>
                </c:pt>
                <c:pt idx="5505">
                  <c:v>1.1812400000000001</c:v>
                </c:pt>
                <c:pt idx="5506">
                  <c:v>1.1815500000000001</c:v>
                </c:pt>
                <c:pt idx="5507">
                  <c:v>1.1818500000000001</c:v>
                </c:pt>
                <c:pt idx="5508">
                  <c:v>1.1821600000000001</c:v>
                </c:pt>
                <c:pt idx="5509">
                  <c:v>1.1824600000000001</c:v>
                </c:pt>
                <c:pt idx="5510">
                  <c:v>1.1827700000000001</c:v>
                </c:pt>
                <c:pt idx="5511">
                  <c:v>1.1830799999999999</c:v>
                </c:pt>
                <c:pt idx="5512">
                  <c:v>1.1833800000000001</c:v>
                </c:pt>
                <c:pt idx="5513">
                  <c:v>1.1836899999999999</c:v>
                </c:pt>
                <c:pt idx="5514">
                  <c:v>1.1839900000000001</c:v>
                </c:pt>
                <c:pt idx="5515">
                  <c:v>1.1842999999999999</c:v>
                </c:pt>
                <c:pt idx="5516">
                  <c:v>1.1846000000000001</c:v>
                </c:pt>
                <c:pt idx="5517">
                  <c:v>1.1849099999999999</c:v>
                </c:pt>
                <c:pt idx="5518">
                  <c:v>1.1852100000000001</c:v>
                </c:pt>
                <c:pt idx="5519">
                  <c:v>1.1855199999999999</c:v>
                </c:pt>
                <c:pt idx="5520">
                  <c:v>1.1858200000000001</c:v>
                </c:pt>
                <c:pt idx="5521">
                  <c:v>1.1861299999999999</c:v>
                </c:pt>
                <c:pt idx="5522">
                  <c:v>1.1864399999999999</c:v>
                </c:pt>
                <c:pt idx="5523">
                  <c:v>1.1867399999999999</c:v>
                </c:pt>
                <c:pt idx="5524">
                  <c:v>1.1870499999999999</c:v>
                </c:pt>
                <c:pt idx="5525">
                  <c:v>1.1873499999999999</c:v>
                </c:pt>
                <c:pt idx="5526">
                  <c:v>1.1876599999999999</c:v>
                </c:pt>
                <c:pt idx="5527">
                  <c:v>1.1879599999999999</c:v>
                </c:pt>
                <c:pt idx="5528">
                  <c:v>1.1882699999999999</c:v>
                </c:pt>
                <c:pt idx="5529">
                  <c:v>1.1885699999999999</c:v>
                </c:pt>
                <c:pt idx="5530">
                  <c:v>1.1888799999999999</c:v>
                </c:pt>
                <c:pt idx="5531">
                  <c:v>1.1891799999999999</c:v>
                </c:pt>
                <c:pt idx="5532">
                  <c:v>1.1894899999999999</c:v>
                </c:pt>
                <c:pt idx="5533">
                  <c:v>1.1897899999999999</c:v>
                </c:pt>
                <c:pt idx="5534">
                  <c:v>1.1900999999999999</c:v>
                </c:pt>
                <c:pt idx="5535">
                  <c:v>1.19041</c:v>
                </c:pt>
                <c:pt idx="5536">
                  <c:v>1.1907099999999999</c:v>
                </c:pt>
                <c:pt idx="5537">
                  <c:v>1.19102</c:v>
                </c:pt>
                <c:pt idx="5538">
                  <c:v>1.1913199999999999</c:v>
                </c:pt>
                <c:pt idx="5539">
                  <c:v>1.19163</c:v>
                </c:pt>
                <c:pt idx="5540">
                  <c:v>1.1919299999999999</c:v>
                </c:pt>
                <c:pt idx="5541">
                  <c:v>1.19224</c:v>
                </c:pt>
                <c:pt idx="5542">
                  <c:v>1.1925399999999999</c:v>
                </c:pt>
                <c:pt idx="5543">
                  <c:v>1.19285</c:v>
                </c:pt>
                <c:pt idx="5544">
                  <c:v>1.1931499999999999</c:v>
                </c:pt>
                <c:pt idx="5545">
                  <c:v>1.19346</c:v>
                </c:pt>
                <c:pt idx="5546">
                  <c:v>1.1937599999999999</c:v>
                </c:pt>
                <c:pt idx="5547">
                  <c:v>1.19407</c:v>
                </c:pt>
                <c:pt idx="5548">
                  <c:v>1.19438</c:v>
                </c:pt>
                <c:pt idx="5549">
                  <c:v>1.19468</c:v>
                </c:pt>
                <c:pt idx="5550">
                  <c:v>1.19499</c:v>
                </c:pt>
                <c:pt idx="5551">
                  <c:v>1.19529</c:v>
                </c:pt>
                <c:pt idx="5552">
                  <c:v>1.1956</c:v>
                </c:pt>
                <c:pt idx="5553">
                  <c:v>1.1959</c:v>
                </c:pt>
                <c:pt idx="5554">
                  <c:v>1.19621</c:v>
                </c:pt>
                <c:pt idx="5555">
                  <c:v>1.19651</c:v>
                </c:pt>
                <c:pt idx="5556">
                  <c:v>1.19682</c:v>
                </c:pt>
                <c:pt idx="5557">
                  <c:v>1.19712</c:v>
                </c:pt>
                <c:pt idx="5558">
                  <c:v>1.19743</c:v>
                </c:pt>
                <c:pt idx="5559">
                  <c:v>1.19773</c:v>
                </c:pt>
                <c:pt idx="5560">
                  <c:v>1.19804</c:v>
                </c:pt>
                <c:pt idx="5561">
                  <c:v>1.19835</c:v>
                </c:pt>
                <c:pt idx="5562">
                  <c:v>1.19865</c:v>
                </c:pt>
                <c:pt idx="5563">
                  <c:v>1.19896</c:v>
                </c:pt>
                <c:pt idx="5564">
                  <c:v>1.19926</c:v>
                </c:pt>
                <c:pt idx="5565">
                  <c:v>1.19957</c:v>
                </c:pt>
                <c:pt idx="5566">
                  <c:v>1.19987</c:v>
                </c:pt>
                <c:pt idx="5567">
                  <c:v>1.20018</c:v>
                </c:pt>
                <c:pt idx="5568">
                  <c:v>1.20048</c:v>
                </c:pt>
                <c:pt idx="5569">
                  <c:v>1.20079</c:v>
                </c:pt>
                <c:pt idx="5570">
                  <c:v>1.20109</c:v>
                </c:pt>
                <c:pt idx="5571">
                  <c:v>1.2014</c:v>
                </c:pt>
                <c:pt idx="5572">
                  <c:v>1.2017100000000001</c:v>
                </c:pt>
                <c:pt idx="5573">
                  <c:v>1.20201</c:v>
                </c:pt>
                <c:pt idx="5574">
                  <c:v>1.2023200000000001</c:v>
                </c:pt>
                <c:pt idx="5575">
                  <c:v>1.20262</c:v>
                </c:pt>
                <c:pt idx="5576">
                  <c:v>1.2029300000000001</c:v>
                </c:pt>
                <c:pt idx="5577">
                  <c:v>1.20323</c:v>
                </c:pt>
                <c:pt idx="5578">
                  <c:v>1.2035400000000001</c:v>
                </c:pt>
                <c:pt idx="5579">
                  <c:v>1.20384</c:v>
                </c:pt>
                <c:pt idx="5580">
                  <c:v>1.2041500000000001</c:v>
                </c:pt>
                <c:pt idx="5581">
                  <c:v>1.20445</c:v>
                </c:pt>
                <c:pt idx="5582">
                  <c:v>1.2047600000000001</c:v>
                </c:pt>
                <c:pt idx="5583">
                  <c:v>1.20506</c:v>
                </c:pt>
                <c:pt idx="5584">
                  <c:v>1.2053700000000001</c:v>
                </c:pt>
                <c:pt idx="5585">
                  <c:v>1.2056800000000001</c:v>
                </c:pt>
                <c:pt idx="5586">
                  <c:v>1.2059800000000001</c:v>
                </c:pt>
                <c:pt idx="5587">
                  <c:v>1.2062900000000001</c:v>
                </c:pt>
                <c:pt idx="5588">
                  <c:v>1.2065900000000001</c:v>
                </c:pt>
                <c:pt idx="5589">
                  <c:v>1.2069000000000001</c:v>
                </c:pt>
                <c:pt idx="5590">
                  <c:v>1.2072000000000001</c:v>
                </c:pt>
                <c:pt idx="5591">
                  <c:v>1.2075100000000001</c:v>
                </c:pt>
                <c:pt idx="5592">
                  <c:v>1.2078100000000001</c:v>
                </c:pt>
                <c:pt idx="5593">
                  <c:v>1.2081200000000001</c:v>
                </c:pt>
                <c:pt idx="5594">
                  <c:v>1.20842</c:v>
                </c:pt>
                <c:pt idx="5595">
                  <c:v>1.2087300000000001</c:v>
                </c:pt>
                <c:pt idx="5596">
                  <c:v>1.20903</c:v>
                </c:pt>
                <c:pt idx="5597">
                  <c:v>1.2093400000000001</c:v>
                </c:pt>
                <c:pt idx="5598">
                  <c:v>1.2096499999999999</c:v>
                </c:pt>
                <c:pt idx="5599">
                  <c:v>1.2099500000000001</c:v>
                </c:pt>
                <c:pt idx="5600">
                  <c:v>1.2102599999999999</c:v>
                </c:pt>
                <c:pt idx="5601">
                  <c:v>1.2105600000000001</c:v>
                </c:pt>
                <c:pt idx="5602">
                  <c:v>1.2108699999999999</c:v>
                </c:pt>
                <c:pt idx="5603">
                  <c:v>1.2111700000000001</c:v>
                </c:pt>
                <c:pt idx="5604">
                  <c:v>1.2114799999999999</c:v>
                </c:pt>
                <c:pt idx="5605">
                  <c:v>1.2117800000000001</c:v>
                </c:pt>
                <c:pt idx="5606">
                  <c:v>1.2120899999999999</c:v>
                </c:pt>
                <c:pt idx="5607">
                  <c:v>1.2123900000000001</c:v>
                </c:pt>
                <c:pt idx="5608">
                  <c:v>1.2126999999999999</c:v>
                </c:pt>
                <c:pt idx="5609">
                  <c:v>1.2130000000000001</c:v>
                </c:pt>
                <c:pt idx="5610">
                  <c:v>1.2133100000000001</c:v>
                </c:pt>
                <c:pt idx="5611">
                  <c:v>1.2136199999999999</c:v>
                </c:pt>
                <c:pt idx="5612">
                  <c:v>1.2139200000000001</c:v>
                </c:pt>
                <c:pt idx="5613">
                  <c:v>1.2142299999999999</c:v>
                </c:pt>
                <c:pt idx="5614">
                  <c:v>1.2145300000000001</c:v>
                </c:pt>
                <c:pt idx="5615">
                  <c:v>1.2148399999999999</c:v>
                </c:pt>
                <c:pt idx="5616">
                  <c:v>1.2151400000000001</c:v>
                </c:pt>
                <c:pt idx="5617">
                  <c:v>1.2154499999999999</c:v>
                </c:pt>
                <c:pt idx="5618">
                  <c:v>1.2157500000000001</c:v>
                </c:pt>
                <c:pt idx="5619">
                  <c:v>1.2160599999999999</c:v>
                </c:pt>
                <c:pt idx="5620">
                  <c:v>1.2163600000000001</c:v>
                </c:pt>
                <c:pt idx="5621">
                  <c:v>1.2166699999999999</c:v>
                </c:pt>
                <c:pt idx="5622">
                  <c:v>1.2169700000000001</c:v>
                </c:pt>
                <c:pt idx="5623">
                  <c:v>1.2172799999999999</c:v>
                </c:pt>
                <c:pt idx="5624">
                  <c:v>1.21759</c:v>
                </c:pt>
                <c:pt idx="5625">
                  <c:v>1.2178899999999999</c:v>
                </c:pt>
                <c:pt idx="5626">
                  <c:v>1.2181999999999999</c:v>
                </c:pt>
                <c:pt idx="5627">
                  <c:v>1.2184999999999999</c:v>
                </c:pt>
                <c:pt idx="5628">
                  <c:v>1.2188099999999999</c:v>
                </c:pt>
                <c:pt idx="5629">
                  <c:v>1.2191099999999999</c:v>
                </c:pt>
                <c:pt idx="5630">
                  <c:v>1.2194199999999999</c:v>
                </c:pt>
                <c:pt idx="5631">
                  <c:v>1.2197199999999999</c:v>
                </c:pt>
                <c:pt idx="5632">
                  <c:v>1.2200299999999999</c:v>
                </c:pt>
                <c:pt idx="5633">
                  <c:v>1.2203299999999999</c:v>
                </c:pt>
                <c:pt idx="5634">
                  <c:v>1.2206399999999999</c:v>
                </c:pt>
                <c:pt idx="5635">
                  <c:v>1.22095</c:v>
                </c:pt>
                <c:pt idx="5636">
                  <c:v>1.2212499999999999</c:v>
                </c:pt>
                <c:pt idx="5637">
                  <c:v>1.22156</c:v>
                </c:pt>
                <c:pt idx="5638">
                  <c:v>1.2218599999999999</c:v>
                </c:pt>
                <c:pt idx="5639">
                  <c:v>1.22217</c:v>
                </c:pt>
                <c:pt idx="5640">
                  <c:v>1.2224699999999999</c:v>
                </c:pt>
                <c:pt idx="5641">
                  <c:v>1.22278</c:v>
                </c:pt>
                <c:pt idx="5642">
                  <c:v>1.2230799999999999</c:v>
                </c:pt>
                <c:pt idx="5643">
                  <c:v>1.22339</c:v>
                </c:pt>
                <c:pt idx="5644">
                  <c:v>1.2236899999999999</c:v>
                </c:pt>
                <c:pt idx="5645">
                  <c:v>1.224</c:v>
                </c:pt>
                <c:pt idx="5646">
                  <c:v>1.2242999999999999</c:v>
                </c:pt>
                <c:pt idx="5647">
                  <c:v>1.22461</c:v>
                </c:pt>
                <c:pt idx="5648">
                  <c:v>1.22492</c:v>
                </c:pt>
                <c:pt idx="5649">
                  <c:v>1.22522</c:v>
                </c:pt>
                <c:pt idx="5650">
                  <c:v>1.22553</c:v>
                </c:pt>
                <c:pt idx="5651">
                  <c:v>1.22583</c:v>
                </c:pt>
                <c:pt idx="5652">
                  <c:v>1.22614</c:v>
                </c:pt>
                <c:pt idx="5653">
                  <c:v>1.22644</c:v>
                </c:pt>
                <c:pt idx="5654">
                  <c:v>1.22675</c:v>
                </c:pt>
                <c:pt idx="5655">
                  <c:v>1.22705</c:v>
                </c:pt>
                <c:pt idx="5656">
                  <c:v>1.22736</c:v>
                </c:pt>
                <c:pt idx="5657">
                  <c:v>1.22766</c:v>
                </c:pt>
                <c:pt idx="5658">
                  <c:v>1.22797</c:v>
                </c:pt>
                <c:pt idx="5659">
                  <c:v>1.22827</c:v>
                </c:pt>
                <c:pt idx="5660">
                  <c:v>1.22858</c:v>
                </c:pt>
                <c:pt idx="5661">
                  <c:v>1.22889</c:v>
                </c:pt>
                <c:pt idx="5662">
                  <c:v>1.22919</c:v>
                </c:pt>
                <c:pt idx="5663">
                  <c:v>1.2295</c:v>
                </c:pt>
                <c:pt idx="5664">
                  <c:v>1.2298</c:v>
                </c:pt>
                <c:pt idx="5665">
                  <c:v>1.23011</c:v>
                </c:pt>
                <c:pt idx="5666">
                  <c:v>1.23041</c:v>
                </c:pt>
                <c:pt idx="5667">
                  <c:v>1.23072</c:v>
                </c:pt>
                <c:pt idx="5668">
                  <c:v>1.23102</c:v>
                </c:pt>
                <c:pt idx="5669">
                  <c:v>1.23133</c:v>
                </c:pt>
                <c:pt idx="5670">
                  <c:v>1.23163</c:v>
                </c:pt>
                <c:pt idx="5671">
                  <c:v>1.23194</c:v>
                </c:pt>
                <c:pt idx="5672">
                  <c:v>1.23224</c:v>
                </c:pt>
                <c:pt idx="5673">
                  <c:v>1.23255</c:v>
                </c:pt>
                <c:pt idx="5674">
                  <c:v>1.2328600000000001</c:v>
                </c:pt>
                <c:pt idx="5675">
                  <c:v>1.23316</c:v>
                </c:pt>
                <c:pt idx="5676">
                  <c:v>1.2334700000000001</c:v>
                </c:pt>
                <c:pt idx="5677">
                  <c:v>1.23377</c:v>
                </c:pt>
                <c:pt idx="5678">
                  <c:v>1.2340800000000001</c:v>
                </c:pt>
                <c:pt idx="5679">
                  <c:v>1.23438</c:v>
                </c:pt>
                <c:pt idx="5680">
                  <c:v>1.2346900000000001</c:v>
                </c:pt>
                <c:pt idx="5681">
                  <c:v>1.23499</c:v>
                </c:pt>
                <c:pt idx="5682">
                  <c:v>1.2353000000000001</c:v>
                </c:pt>
                <c:pt idx="5683">
                  <c:v>1.2356</c:v>
                </c:pt>
                <c:pt idx="5684">
                  <c:v>1.2359100000000001</c:v>
                </c:pt>
                <c:pt idx="5685">
                  <c:v>1.23621</c:v>
                </c:pt>
                <c:pt idx="5686">
                  <c:v>1.2365200000000001</c:v>
                </c:pt>
                <c:pt idx="5687">
                  <c:v>1.2368300000000001</c:v>
                </c:pt>
                <c:pt idx="5688">
                  <c:v>1.2371300000000001</c:v>
                </c:pt>
                <c:pt idx="5689">
                  <c:v>1.2374400000000001</c:v>
                </c:pt>
                <c:pt idx="5690">
                  <c:v>1.2377400000000001</c:v>
                </c:pt>
                <c:pt idx="5691">
                  <c:v>1.2380500000000001</c:v>
                </c:pt>
                <c:pt idx="5692">
                  <c:v>1.2383500000000001</c:v>
                </c:pt>
                <c:pt idx="5693">
                  <c:v>1.2386600000000001</c:v>
                </c:pt>
                <c:pt idx="5694">
                  <c:v>1.2389600000000001</c:v>
                </c:pt>
                <c:pt idx="5695">
                  <c:v>1.2392700000000001</c:v>
                </c:pt>
                <c:pt idx="5696">
                  <c:v>1.2395700000000001</c:v>
                </c:pt>
                <c:pt idx="5697">
                  <c:v>1.2398800000000001</c:v>
                </c:pt>
                <c:pt idx="5698">
                  <c:v>1.2401899999999999</c:v>
                </c:pt>
                <c:pt idx="5699">
                  <c:v>1.2404900000000001</c:v>
                </c:pt>
                <c:pt idx="5700">
                  <c:v>1.2407999999999999</c:v>
                </c:pt>
                <c:pt idx="5701">
                  <c:v>1.2411000000000001</c:v>
                </c:pt>
                <c:pt idx="5702">
                  <c:v>1.2414099999999999</c:v>
                </c:pt>
                <c:pt idx="5703">
                  <c:v>1.2417100000000001</c:v>
                </c:pt>
                <c:pt idx="5704">
                  <c:v>1.2420199999999999</c:v>
                </c:pt>
                <c:pt idx="5705">
                  <c:v>1.2423200000000001</c:v>
                </c:pt>
                <c:pt idx="5706">
                  <c:v>1.2426299999999999</c:v>
                </c:pt>
                <c:pt idx="5707">
                  <c:v>1.2429300000000001</c:v>
                </c:pt>
                <c:pt idx="5708">
                  <c:v>1.2432399999999999</c:v>
                </c:pt>
                <c:pt idx="5709">
                  <c:v>1.2435400000000001</c:v>
                </c:pt>
                <c:pt idx="5710">
                  <c:v>1.2438499999999999</c:v>
                </c:pt>
                <c:pt idx="5711">
                  <c:v>1.2441599999999999</c:v>
                </c:pt>
                <c:pt idx="5712">
                  <c:v>1.2444599999999999</c:v>
                </c:pt>
                <c:pt idx="5713">
                  <c:v>1.2447699999999999</c:v>
                </c:pt>
                <c:pt idx="5714">
                  <c:v>1.2450699999999999</c:v>
                </c:pt>
                <c:pt idx="5715">
                  <c:v>1.2453799999999999</c:v>
                </c:pt>
                <c:pt idx="5716">
                  <c:v>1.2456799999999999</c:v>
                </c:pt>
                <c:pt idx="5717">
                  <c:v>1.2459899999999999</c:v>
                </c:pt>
                <c:pt idx="5718">
                  <c:v>1.2462899999999999</c:v>
                </c:pt>
                <c:pt idx="5719">
                  <c:v>1.2465999999999999</c:v>
                </c:pt>
                <c:pt idx="5720">
                  <c:v>1.2468999999999999</c:v>
                </c:pt>
                <c:pt idx="5721">
                  <c:v>1.2472099999999999</c:v>
                </c:pt>
                <c:pt idx="5722">
                  <c:v>1.2475099999999999</c:v>
                </c:pt>
                <c:pt idx="5723">
                  <c:v>1.2478199999999999</c:v>
                </c:pt>
                <c:pt idx="5724">
                  <c:v>1.24813</c:v>
                </c:pt>
                <c:pt idx="5725">
                  <c:v>1.2484299999999999</c:v>
                </c:pt>
                <c:pt idx="5726">
                  <c:v>1.24874</c:v>
                </c:pt>
                <c:pt idx="5727">
                  <c:v>1.2490399999999999</c:v>
                </c:pt>
                <c:pt idx="5728">
                  <c:v>1.24935</c:v>
                </c:pt>
                <c:pt idx="5729">
                  <c:v>1.2496499999999999</c:v>
                </c:pt>
                <c:pt idx="5730">
                  <c:v>1.24996</c:v>
                </c:pt>
                <c:pt idx="5731">
                  <c:v>1.2502599999999999</c:v>
                </c:pt>
                <c:pt idx="5732">
                  <c:v>1.25057</c:v>
                </c:pt>
                <c:pt idx="5733">
                  <c:v>1.2508699999999999</c:v>
                </c:pt>
                <c:pt idx="5734">
                  <c:v>1.25118</c:v>
                </c:pt>
                <c:pt idx="5735">
                  <c:v>1.2514799999999999</c:v>
                </c:pt>
                <c:pt idx="5736">
                  <c:v>1.25179</c:v>
                </c:pt>
                <c:pt idx="5737">
                  <c:v>1.2521</c:v>
                </c:pt>
                <c:pt idx="5738">
                  <c:v>1.2524</c:v>
                </c:pt>
                <c:pt idx="5739">
                  <c:v>1.25271</c:v>
                </c:pt>
                <c:pt idx="5740">
                  <c:v>1.25301</c:v>
                </c:pt>
                <c:pt idx="5741">
                  <c:v>1.25332</c:v>
                </c:pt>
                <c:pt idx="5742">
                  <c:v>1.25362</c:v>
                </c:pt>
                <c:pt idx="5743">
                  <c:v>1.25393</c:v>
                </c:pt>
                <c:pt idx="5744">
                  <c:v>1.25423</c:v>
                </c:pt>
                <c:pt idx="5745">
                  <c:v>1.25454</c:v>
                </c:pt>
                <c:pt idx="5746">
                  <c:v>1.25484</c:v>
                </c:pt>
                <c:pt idx="5747">
                  <c:v>1.25515</c:v>
                </c:pt>
                <c:pt idx="5748">
                  <c:v>1.25546</c:v>
                </c:pt>
                <c:pt idx="5749">
                  <c:v>1.25576</c:v>
                </c:pt>
                <c:pt idx="5750">
                  <c:v>1.25607</c:v>
                </c:pt>
                <c:pt idx="5751">
                  <c:v>1.25637</c:v>
                </c:pt>
                <c:pt idx="5752">
                  <c:v>1.25668</c:v>
                </c:pt>
                <c:pt idx="5753">
                  <c:v>1.25698</c:v>
                </c:pt>
                <c:pt idx="5754">
                  <c:v>1.25729</c:v>
                </c:pt>
                <c:pt idx="5755">
                  <c:v>1.25759</c:v>
                </c:pt>
                <c:pt idx="5756">
                  <c:v>1.2579</c:v>
                </c:pt>
                <c:pt idx="5757">
                  <c:v>1.2582</c:v>
                </c:pt>
                <c:pt idx="5758">
                  <c:v>1.25851</c:v>
                </c:pt>
                <c:pt idx="5759">
                  <c:v>1.25881</c:v>
                </c:pt>
                <c:pt idx="5760">
                  <c:v>1.25912</c:v>
                </c:pt>
                <c:pt idx="5761">
                  <c:v>1.25943</c:v>
                </c:pt>
                <c:pt idx="5762">
                  <c:v>1.25973</c:v>
                </c:pt>
                <c:pt idx="5763">
                  <c:v>1.26004</c:v>
                </c:pt>
                <c:pt idx="5764">
                  <c:v>1.26034</c:v>
                </c:pt>
                <c:pt idx="5765">
                  <c:v>1.26065</c:v>
                </c:pt>
                <c:pt idx="5766">
                  <c:v>1.26095</c:v>
                </c:pt>
                <c:pt idx="5767">
                  <c:v>1.26126</c:v>
                </c:pt>
                <c:pt idx="5768">
                  <c:v>1.26156</c:v>
                </c:pt>
                <c:pt idx="5769">
                  <c:v>1.26187</c:v>
                </c:pt>
                <c:pt idx="5770">
                  <c:v>1.26217</c:v>
                </c:pt>
                <c:pt idx="5771">
                  <c:v>1.26248</c:v>
                </c:pt>
                <c:pt idx="5772">
                  <c:v>1.26278</c:v>
                </c:pt>
                <c:pt idx="5773">
                  <c:v>1.26309</c:v>
                </c:pt>
                <c:pt idx="5774">
                  <c:v>1.2634000000000001</c:v>
                </c:pt>
                <c:pt idx="5775">
                  <c:v>1.2637</c:v>
                </c:pt>
                <c:pt idx="5776">
                  <c:v>1.2640100000000001</c:v>
                </c:pt>
                <c:pt idx="5777">
                  <c:v>1.26431</c:v>
                </c:pt>
                <c:pt idx="5778">
                  <c:v>1.2646200000000001</c:v>
                </c:pt>
                <c:pt idx="5779">
                  <c:v>1.26492</c:v>
                </c:pt>
                <c:pt idx="5780">
                  <c:v>1.2652300000000001</c:v>
                </c:pt>
                <c:pt idx="5781">
                  <c:v>1.26553</c:v>
                </c:pt>
                <c:pt idx="5782">
                  <c:v>1.2658400000000001</c:v>
                </c:pt>
                <c:pt idx="5783">
                  <c:v>1.26614</c:v>
                </c:pt>
                <c:pt idx="5784">
                  <c:v>1.2664500000000001</c:v>
                </c:pt>
                <c:pt idx="5785">
                  <c:v>1.26675</c:v>
                </c:pt>
                <c:pt idx="5786">
                  <c:v>1.2670600000000001</c:v>
                </c:pt>
                <c:pt idx="5787">
                  <c:v>1.2673700000000001</c:v>
                </c:pt>
                <c:pt idx="5788">
                  <c:v>1.2676700000000001</c:v>
                </c:pt>
                <c:pt idx="5789">
                  <c:v>1.2679800000000001</c:v>
                </c:pt>
                <c:pt idx="5790">
                  <c:v>1.2682800000000001</c:v>
                </c:pt>
                <c:pt idx="5791">
                  <c:v>1.2685900000000001</c:v>
                </c:pt>
                <c:pt idx="5792">
                  <c:v>1.2688900000000001</c:v>
                </c:pt>
                <c:pt idx="5793">
                  <c:v>1.2692000000000001</c:v>
                </c:pt>
                <c:pt idx="5794">
                  <c:v>1.2695000000000001</c:v>
                </c:pt>
                <c:pt idx="5795">
                  <c:v>1.2698100000000001</c:v>
                </c:pt>
                <c:pt idx="5796">
                  <c:v>1.2701100000000001</c:v>
                </c:pt>
                <c:pt idx="5797">
                  <c:v>1.2704200000000001</c:v>
                </c:pt>
                <c:pt idx="5798">
                  <c:v>1.2707200000000001</c:v>
                </c:pt>
                <c:pt idx="5799">
                  <c:v>1.2710300000000001</c:v>
                </c:pt>
                <c:pt idx="5800">
                  <c:v>1.2713399999999999</c:v>
                </c:pt>
                <c:pt idx="5801">
                  <c:v>1.2716400000000001</c:v>
                </c:pt>
                <c:pt idx="5802">
                  <c:v>1.2719499999999999</c:v>
                </c:pt>
                <c:pt idx="5803">
                  <c:v>1.2722500000000001</c:v>
                </c:pt>
                <c:pt idx="5804">
                  <c:v>1.2725599999999999</c:v>
                </c:pt>
                <c:pt idx="5805">
                  <c:v>1.2728600000000001</c:v>
                </c:pt>
                <c:pt idx="5806">
                  <c:v>1.2731699999999999</c:v>
                </c:pt>
                <c:pt idx="5807">
                  <c:v>1.2734700000000001</c:v>
                </c:pt>
                <c:pt idx="5808">
                  <c:v>1.2737799999999999</c:v>
                </c:pt>
                <c:pt idx="5809">
                  <c:v>1.2740800000000001</c:v>
                </c:pt>
                <c:pt idx="5810">
                  <c:v>1.2743899999999999</c:v>
                </c:pt>
                <c:pt idx="5811">
                  <c:v>1.2746999999999999</c:v>
                </c:pt>
                <c:pt idx="5812">
                  <c:v>1.2749999999999999</c:v>
                </c:pt>
                <c:pt idx="5813">
                  <c:v>1.2753099999999999</c:v>
                </c:pt>
                <c:pt idx="5814">
                  <c:v>1.2756099999999999</c:v>
                </c:pt>
                <c:pt idx="5815">
                  <c:v>1.2759199999999999</c:v>
                </c:pt>
                <c:pt idx="5816">
                  <c:v>1.2762199999999999</c:v>
                </c:pt>
                <c:pt idx="5817">
                  <c:v>1.2765299999999999</c:v>
                </c:pt>
                <c:pt idx="5818">
                  <c:v>1.2768299999999999</c:v>
                </c:pt>
                <c:pt idx="5819">
                  <c:v>1.2771399999999999</c:v>
                </c:pt>
                <c:pt idx="5820">
                  <c:v>1.2774399999999999</c:v>
                </c:pt>
                <c:pt idx="5821">
                  <c:v>1.2777499999999999</c:v>
                </c:pt>
                <c:pt idx="5822">
                  <c:v>1.2780499999999999</c:v>
                </c:pt>
                <c:pt idx="5823">
                  <c:v>1.2783599999999999</c:v>
                </c:pt>
                <c:pt idx="5824">
                  <c:v>1.27867</c:v>
                </c:pt>
                <c:pt idx="5825">
                  <c:v>1.2789699999999999</c:v>
                </c:pt>
                <c:pt idx="5826">
                  <c:v>1.27928</c:v>
                </c:pt>
                <c:pt idx="5827">
                  <c:v>1.2795799999999999</c:v>
                </c:pt>
                <c:pt idx="5828">
                  <c:v>1.27989</c:v>
                </c:pt>
                <c:pt idx="5829">
                  <c:v>1.2801899999999999</c:v>
                </c:pt>
                <c:pt idx="5830">
                  <c:v>1.2805</c:v>
                </c:pt>
                <c:pt idx="5831">
                  <c:v>1.2807999999999999</c:v>
                </c:pt>
                <c:pt idx="5832">
                  <c:v>1.28111</c:v>
                </c:pt>
                <c:pt idx="5833">
                  <c:v>1.2814099999999999</c:v>
                </c:pt>
                <c:pt idx="5834">
                  <c:v>1.28172</c:v>
                </c:pt>
                <c:pt idx="5835">
                  <c:v>1.2820199999999999</c:v>
                </c:pt>
                <c:pt idx="5836">
                  <c:v>1.28233</c:v>
                </c:pt>
                <c:pt idx="5837">
                  <c:v>1.28264</c:v>
                </c:pt>
                <c:pt idx="5838">
                  <c:v>1.28294</c:v>
                </c:pt>
                <c:pt idx="5839">
                  <c:v>1.28325</c:v>
                </c:pt>
                <c:pt idx="5840">
                  <c:v>1.28355</c:v>
                </c:pt>
                <c:pt idx="5841">
                  <c:v>1.28386</c:v>
                </c:pt>
                <c:pt idx="5842">
                  <c:v>1.28416</c:v>
                </c:pt>
                <c:pt idx="5843">
                  <c:v>1.28447</c:v>
                </c:pt>
                <c:pt idx="5844">
                  <c:v>1.28477</c:v>
                </c:pt>
                <c:pt idx="5845">
                  <c:v>1.28508</c:v>
                </c:pt>
                <c:pt idx="5846">
                  <c:v>1.28538</c:v>
                </c:pt>
                <c:pt idx="5847">
                  <c:v>1.28569</c:v>
                </c:pt>
                <c:pt idx="5848">
                  <c:v>1.28599</c:v>
                </c:pt>
                <c:pt idx="5849">
                  <c:v>1.2863</c:v>
                </c:pt>
                <c:pt idx="5850">
                  <c:v>1.28661</c:v>
                </c:pt>
                <c:pt idx="5851">
                  <c:v>1.28691</c:v>
                </c:pt>
                <c:pt idx="5852">
                  <c:v>1.28722</c:v>
                </c:pt>
                <c:pt idx="5853">
                  <c:v>1.28752</c:v>
                </c:pt>
                <c:pt idx="5854">
                  <c:v>1.28783</c:v>
                </c:pt>
                <c:pt idx="5855">
                  <c:v>1.28813</c:v>
                </c:pt>
                <c:pt idx="5856">
                  <c:v>1.28844</c:v>
                </c:pt>
                <c:pt idx="5857">
                  <c:v>1.28874</c:v>
                </c:pt>
                <c:pt idx="5858">
                  <c:v>1.28905</c:v>
                </c:pt>
                <c:pt idx="5859">
                  <c:v>1.28935</c:v>
                </c:pt>
                <c:pt idx="5860">
                  <c:v>1.28966</c:v>
                </c:pt>
                <c:pt idx="5861">
                  <c:v>1.28996</c:v>
                </c:pt>
                <c:pt idx="5862">
                  <c:v>1.29027</c:v>
                </c:pt>
                <c:pt idx="5863">
                  <c:v>1.2905800000000001</c:v>
                </c:pt>
                <c:pt idx="5864">
                  <c:v>1.29088</c:v>
                </c:pt>
                <c:pt idx="5865">
                  <c:v>1.2911900000000001</c:v>
                </c:pt>
                <c:pt idx="5866">
                  <c:v>1.29149</c:v>
                </c:pt>
                <c:pt idx="5867">
                  <c:v>1.2918000000000001</c:v>
                </c:pt>
                <c:pt idx="5868">
                  <c:v>1.2921</c:v>
                </c:pt>
                <c:pt idx="5869">
                  <c:v>1.2924100000000001</c:v>
                </c:pt>
                <c:pt idx="5870">
                  <c:v>1.29271</c:v>
                </c:pt>
                <c:pt idx="5871">
                  <c:v>1.2930200000000001</c:v>
                </c:pt>
                <c:pt idx="5872">
                  <c:v>1.29332</c:v>
                </c:pt>
                <c:pt idx="5873">
                  <c:v>1.2936300000000001</c:v>
                </c:pt>
                <c:pt idx="5874">
                  <c:v>1.2939400000000001</c:v>
                </c:pt>
                <c:pt idx="5875">
                  <c:v>1.2942400000000001</c:v>
                </c:pt>
                <c:pt idx="5876">
                  <c:v>1.2945500000000001</c:v>
                </c:pt>
                <c:pt idx="5877">
                  <c:v>1.2948500000000001</c:v>
                </c:pt>
                <c:pt idx="5878">
                  <c:v>1.2951600000000001</c:v>
                </c:pt>
                <c:pt idx="5879">
                  <c:v>1.2954600000000001</c:v>
                </c:pt>
                <c:pt idx="5880">
                  <c:v>1.2957700000000001</c:v>
                </c:pt>
                <c:pt idx="5881">
                  <c:v>1.2960700000000001</c:v>
                </c:pt>
                <c:pt idx="5882">
                  <c:v>1.2963800000000001</c:v>
                </c:pt>
                <c:pt idx="5883">
                  <c:v>1.2966800000000001</c:v>
                </c:pt>
                <c:pt idx="5884">
                  <c:v>1.2969900000000001</c:v>
                </c:pt>
                <c:pt idx="5885">
                  <c:v>1.2972900000000001</c:v>
                </c:pt>
                <c:pt idx="5886">
                  <c:v>1.2976000000000001</c:v>
                </c:pt>
                <c:pt idx="5887">
                  <c:v>1.2979099999999999</c:v>
                </c:pt>
                <c:pt idx="5888">
                  <c:v>1.2982100000000001</c:v>
                </c:pt>
                <c:pt idx="5889">
                  <c:v>1.2985199999999999</c:v>
                </c:pt>
                <c:pt idx="5890">
                  <c:v>1.2988200000000001</c:v>
                </c:pt>
                <c:pt idx="5891">
                  <c:v>1.2991299999999999</c:v>
                </c:pt>
                <c:pt idx="5892">
                  <c:v>1.2994300000000001</c:v>
                </c:pt>
                <c:pt idx="5893">
                  <c:v>1.2997399999999999</c:v>
                </c:pt>
                <c:pt idx="5894">
                  <c:v>1.3000400000000001</c:v>
                </c:pt>
                <c:pt idx="5895">
                  <c:v>1.3003499999999999</c:v>
                </c:pt>
                <c:pt idx="5896">
                  <c:v>1.3006500000000001</c:v>
                </c:pt>
                <c:pt idx="5897">
                  <c:v>1.3009599999999999</c:v>
                </c:pt>
                <c:pt idx="5898">
                  <c:v>1.3012600000000001</c:v>
                </c:pt>
                <c:pt idx="5899">
                  <c:v>1.3015699999999999</c:v>
                </c:pt>
                <c:pt idx="5900">
                  <c:v>1.3018799999999999</c:v>
                </c:pt>
                <c:pt idx="5901">
                  <c:v>1.3021799999999999</c:v>
                </c:pt>
                <c:pt idx="5902">
                  <c:v>1.3024899999999999</c:v>
                </c:pt>
                <c:pt idx="5903">
                  <c:v>1.3027899999999999</c:v>
                </c:pt>
                <c:pt idx="5904">
                  <c:v>1.3030999999999999</c:v>
                </c:pt>
                <c:pt idx="5905">
                  <c:v>1.3033999999999999</c:v>
                </c:pt>
                <c:pt idx="5906">
                  <c:v>1.3037099999999999</c:v>
                </c:pt>
                <c:pt idx="5907">
                  <c:v>1.3040099999999999</c:v>
                </c:pt>
                <c:pt idx="5908">
                  <c:v>1.3043199999999999</c:v>
                </c:pt>
                <c:pt idx="5909">
                  <c:v>1.3046199999999999</c:v>
                </c:pt>
                <c:pt idx="5910">
                  <c:v>1.3049299999999999</c:v>
                </c:pt>
                <c:pt idx="5911">
                  <c:v>1.3052299999999999</c:v>
                </c:pt>
                <c:pt idx="5912">
                  <c:v>1.3055399999999999</c:v>
                </c:pt>
                <c:pt idx="5913">
                  <c:v>1.30585</c:v>
                </c:pt>
                <c:pt idx="5914">
                  <c:v>1.3061499999999999</c:v>
                </c:pt>
                <c:pt idx="5915">
                  <c:v>1.30646</c:v>
                </c:pt>
                <c:pt idx="5916">
                  <c:v>1.3067599999999999</c:v>
                </c:pt>
                <c:pt idx="5917">
                  <c:v>1.30707</c:v>
                </c:pt>
                <c:pt idx="5918">
                  <c:v>1.3073699999999999</c:v>
                </c:pt>
                <c:pt idx="5919">
                  <c:v>1.30768</c:v>
                </c:pt>
                <c:pt idx="5920">
                  <c:v>1.3079799999999999</c:v>
                </c:pt>
                <c:pt idx="5921">
                  <c:v>1.30829</c:v>
                </c:pt>
                <c:pt idx="5922">
                  <c:v>1.3085899999999999</c:v>
                </c:pt>
                <c:pt idx="5923">
                  <c:v>1.3089</c:v>
                </c:pt>
                <c:pt idx="5924">
                  <c:v>1.30921</c:v>
                </c:pt>
                <c:pt idx="5925">
                  <c:v>1.30951</c:v>
                </c:pt>
                <c:pt idx="5926">
                  <c:v>1.30982</c:v>
                </c:pt>
                <c:pt idx="5927">
                  <c:v>1.31012</c:v>
                </c:pt>
                <c:pt idx="5928">
                  <c:v>1.31043</c:v>
                </c:pt>
                <c:pt idx="5929">
                  <c:v>1.31073</c:v>
                </c:pt>
                <c:pt idx="5930">
                  <c:v>1.31104</c:v>
                </c:pt>
                <c:pt idx="5931">
                  <c:v>1.31134</c:v>
                </c:pt>
                <c:pt idx="5932">
                  <c:v>1.31165</c:v>
                </c:pt>
                <c:pt idx="5933">
                  <c:v>1.3119499999999999</c:v>
                </c:pt>
                <c:pt idx="5934">
                  <c:v>1.31226</c:v>
                </c:pt>
                <c:pt idx="5935">
                  <c:v>1.3125599999999999</c:v>
                </c:pt>
                <c:pt idx="5936">
                  <c:v>1.31287</c:v>
                </c:pt>
                <c:pt idx="5937">
                  <c:v>1.31318</c:v>
                </c:pt>
                <c:pt idx="5938">
                  <c:v>1.31348</c:v>
                </c:pt>
                <c:pt idx="5939">
                  <c:v>1.31379</c:v>
                </c:pt>
                <c:pt idx="5940">
                  <c:v>1.31409</c:v>
                </c:pt>
                <c:pt idx="5941">
                  <c:v>1.3144</c:v>
                </c:pt>
                <c:pt idx="5942">
                  <c:v>1.3147</c:v>
                </c:pt>
                <c:pt idx="5943">
                  <c:v>1.31501</c:v>
                </c:pt>
                <c:pt idx="5944">
                  <c:v>1.31531</c:v>
                </c:pt>
                <c:pt idx="5945">
                  <c:v>1.31562</c:v>
                </c:pt>
                <c:pt idx="5946">
                  <c:v>1.31592</c:v>
                </c:pt>
                <c:pt idx="5947">
                  <c:v>1.31623</c:v>
                </c:pt>
                <c:pt idx="5948">
                  <c:v>1.31653</c:v>
                </c:pt>
                <c:pt idx="5949">
                  <c:v>1.31684</c:v>
                </c:pt>
                <c:pt idx="5950">
                  <c:v>1.31715</c:v>
                </c:pt>
                <c:pt idx="5951">
                  <c:v>1.31745</c:v>
                </c:pt>
                <c:pt idx="5952">
                  <c:v>1.31776</c:v>
                </c:pt>
                <c:pt idx="5953">
                  <c:v>1.31806</c:v>
                </c:pt>
                <c:pt idx="5954">
                  <c:v>1.31837</c:v>
                </c:pt>
                <c:pt idx="5955">
                  <c:v>1.31867</c:v>
                </c:pt>
                <c:pt idx="5956">
                  <c:v>1.31898</c:v>
                </c:pt>
                <c:pt idx="5957">
                  <c:v>1.31928</c:v>
                </c:pt>
                <c:pt idx="5958">
                  <c:v>1.31959</c:v>
                </c:pt>
                <c:pt idx="5959">
                  <c:v>1.31989</c:v>
                </c:pt>
                <c:pt idx="5960">
                  <c:v>1.3202</c:v>
                </c:pt>
                <c:pt idx="5961">
                  <c:v>1.3205</c:v>
                </c:pt>
                <c:pt idx="5962">
                  <c:v>1.32081</c:v>
                </c:pt>
                <c:pt idx="5963">
                  <c:v>1.3211200000000001</c:v>
                </c:pt>
                <c:pt idx="5964">
                  <c:v>1.32142</c:v>
                </c:pt>
                <c:pt idx="5965">
                  <c:v>1.3217300000000001</c:v>
                </c:pt>
                <c:pt idx="5966">
                  <c:v>1.32203</c:v>
                </c:pt>
                <c:pt idx="5967">
                  <c:v>1.3223400000000001</c:v>
                </c:pt>
                <c:pt idx="5968">
                  <c:v>1.32264</c:v>
                </c:pt>
                <c:pt idx="5969">
                  <c:v>1.3229500000000001</c:v>
                </c:pt>
                <c:pt idx="5970">
                  <c:v>1.32325</c:v>
                </c:pt>
                <c:pt idx="5971">
                  <c:v>1.3235600000000001</c:v>
                </c:pt>
                <c:pt idx="5972">
                  <c:v>1.32386</c:v>
                </c:pt>
                <c:pt idx="5973">
                  <c:v>1.3241700000000001</c:v>
                </c:pt>
                <c:pt idx="5974">
                  <c:v>1.32447</c:v>
                </c:pt>
                <c:pt idx="5975">
                  <c:v>1.3247800000000001</c:v>
                </c:pt>
                <c:pt idx="5976">
                  <c:v>1.3250900000000001</c:v>
                </c:pt>
                <c:pt idx="5977">
                  <c:v>1.3253900000000001</c:v>
                </c:pt>
                <c:pt idx="5978">
                  <c:v>1.3257000000000001</c:v>
                </c:pt>
                <c:pt idx="5979">
                  <c:v>1.3260000000000001</c:v>
                </c:pt>
                <c:pt idx="5980">
                  <c:v>1.3263100000000001</c:v>
                </c:pt>
                <c:pt idx="5981">
                  <c:v>1.3266100000000001</c:v>
                </c:pt>
                <c:pt idx="5982">
                  <c:v>1.3269200000000001</c:v>
                </c:pt>
                <c:pt idx="5983">
                  <c:v>1.3272200000000001</c:v>
                </c:pt>
                <c:pt idx="5984">
                  <c:v>1.3275300000000001</c:v>
                </c:pt>
                <c:pt idx="5985">
                  <c:v>1.3278300000000001</c:v>
                </c:pt>
                <c:pt idx="5986">
                  <c:v>1.3281400000000001</c:v>
                </c:pt>
                <c:pt idx="5987">
                  <c:v>1.3284499999999999</c:v>
                </c:pt>
                <c:pt idx="5988">
                  <c:v>1.3287500000000001</c:v>
                </c:pt>
                <c:pt idx="5989">
                  <c:v>1.3290599999999999</c:v>
                </c:pt>
                <c:pt idx="5990">
                  <c:v>1.3293600000000001</c:v>
                </c:pt>
                <c:pt idx="5991">
                  <c:v>1.3296699999999999</c:v>
                </c:pt>
                <c:pt idx="5992">
                  <c:v>1.3299700000000001</c:v>
                </c:pt>
                <c:pt idx="5993">
                  <c:v>1.3302799999999999</c:v>
                </c:pt>
                <c:pt idx="5994">
                  <c:v>1.3305800000000001</c:v>
                </c:pt>
                <c:pt idx="5995">
                  <c:v>1.3308899999999999</c:v>
                </c:pt>
                <c:pt idx="5996">
                  <c:v>1.3311900000000001</c:v>
                </c:pt>
                <c:pt idx="5997">
                  <c:v>1.3314999999999999</c:v>
                </c:pt>
                <c:pt idx="5998">
                  <c:v>1.3318000000000001</c:v>
                </c:pt>
                <c:pt idx="5999">
                  <c:v>1.3321099999999999</c:v>
                </c:pt>
                <c:pt idx="6000">
                  <c:v>1.3324199999999999</c:v>
                </c:pt>
                <c:pt idx="6001">
                  <c:v>1.3327199999999999</c:v>
                </c:pt>
                <c:pt idx="6002">
                  <c:v>1.3330299999999999</c:v>
                </c:pt>
                <c:pt idx="6003">
                  <c:v>1.3333299999999999</c:v>
                </c:pt>
                <c:pt idx="6004">
                  <c:v>1.3336399999999999</c:v>
                </c:pt>
                <c:pt idx="6005">
                  <c:v>1.3339399999999999</c:v>
                </c:pt>
                <c:pt idx="6006">
                  <c:v>1.3342499999999999</c:v>
                </c:pt>
                <c:pt idx="6007">
                  <c:v>1.3345499999999999</c:v>
                </c:pt>
                <c:pt idx="6008">
                  <c:v>1.3348599999999999</c:v>
                </c:pt>
                <c:pt idx="6009">
                  <c:v>1.3351599999999999</c:v>
                </c:pt>
                <c:pt idx="6010">
                  <c:v>1.3354699999999999</c:v>
                </c:pt>
                <c:pt idx="6011">
                  <c:v>1.3357699999999999</c:v>
                </c:pt>
                <c:pt idx="6012">
                  <c:v>1.3360799999999999</c:v>
                </c:pt>
                <c:pt idx="6013">
                  <c:v>1.33639</c:v>
                </c:pt>
                <c:pt idx="6014">
                  <c:v>1.3366899999999999</c:v>
                </c:pt>
                <c:pt idx="6015">
                  <c:v>1.337</c:v>
                </c:pt>
                <c:pt idx="6016">
                  <c:v>1.3372999999999999</c:v>
                </c:pt>
                <c:pt idx="6017">
                  <c:v>1.33761</c:v>
                </c:pt>
                <c:pt idx="6018">
                  <c:v>1.3379099999999999</c:v>
                </c:pt>
                <c:pt idx="6019">
                  <c:v>1.33822</c:v>
                </c:pt>
                <c:pt idx="6020">
                  <c:v>1.3385199999999999</c:v>
                </c:pt>
                <c:pt idx="6021">
                  <c:v>1.33883</c:v>
                </c:pt>
                <c:pt idx="6022">
                  <c:v>1.3391299999999999</c:v>
                </c:pt>
                <c:pt idx="6023">
                  <c:v>1.33944</c:v>
                </c:pt>
                <c:pt idx="6024">
                  <c:v>1.3397399999999999</c:v>
                </c:pt>
                <c:pt idx="6025">
                  <c:v>1.34005</c:v>
                </c:pt>
                <c:pt idx="6026">
                  <c:v>1.34036</c:v>
                </c:pt>
                <c:pt idx="6027">
                  <c:v>1.34066</c:v>
                </c:pt>
                <c:pt idx="6028">
                  <c:v>1.34097</c:v>
                </c:pt>
                <c:pt idx="6029">
                  <c:v>1.34127</c:v>
                </c:pt>
                <c:pt idx="6030">
                  <c:v>1.34158</c:v>
                </c:pt>
                <c:pt idx="6031">
                  <c:v>1.34188</c:v>
                </c:pt>
                <c:pt idx="6032">
                  <c:v>1.34219</c:v>
                </c:pt>
                <c:pt idx="6033">
                  <c:v>1.34249</c:v>
                </c:pt>
                <c:pt idx="6034">
                  <c:v>1.3428</c:v>
                </c:pt>
                <c:pt idx="6035">
                  <c:v>1.3431</c:v>
                </c:pt>
                <c:pt idx="6036">
                  <c:v>1.34341</c:v>
                </c:pt>
                <c:pt idx="6037">
                  <c:v>1.34371</c:v>
                </c:pt>
                <c:pt idx="6038">
                  <c:v>1.34402</c:v>
                </c:pt>
                <c:pt idx="6039">
                  <c:v>1.34433</c:v>
                </c:pt>
                <c:pt idx="6040">
                  <c:v>1.34463</c:v>
                </c:pt>
                <c:pt idx="6041">
                  <c:v>1.34494</c:v>
                </c:pt>
                <c:pt idx="6042">
                  <c:v>1.34524</c:v>
                </c:pt>
                <c:pt idx="6043">
                  <c:v>1.34555</c:v>
                </c:pt>
                <c:pt idx="6044">
                  <c:v>1.34585</c:v>
                </c:pt>
                <c:pt idx="6045">
                  <c:v>1.34616</c:v>
                </c:pt>
                <c:pt idx="6046">
                  <c:v>1.34646</c:v>
                </c:pt>
                <c:pt idx="6047">
                  <c:v>1.34677</c:v>
                </c:pt>
                <c:pt idx="6048">
                  <c:v>1.34707</c:v>
                </c:pt>
                <c:pt idx="6049">
                  <c:v>1.34738</c:v>
                </c:pt>
                <c:pt idx="6050">
                  <c:v>1.3476900000000001</c:v>
                </c:pt>
                <c:pt idx="6051">
                  <c:v>1.34799</c:v>
                </c:pt>
                <c:pt idx="6052">
                  <c:v>1.3483000000000001</c:v>
                </c:pt>
                <c:pt idx="6053">
                  <c:v>1.3486</c:v>
                </c:pt>
                <c:pt idx="6054">
                  <c:v>1.3489100000000001</c:v>
                </c:pt>
                <c:pt idx="6055">
                  <c:v>1.34921</c:v>
                </c:pt>
                <c:pt idx="6056">
                  <c:v>1.3495200000000001</c:v>
                </c:pt>
                <c:pt idx="6057">
                  <c:v>1.34982</c:v>
                </c:pt>
                <c:pt idx="6058">
                  <c:v>1.3501300000000001</c:v>
                </c:pt>
                <c:pt idx="6059">
                  <c:v>1.35043</c:v>
                </c:pt>
                <c:pt idx="6060">
                  <c:v>1.3507400000000001</c:v>
                </c:pt>
                <c:pt idx="6061">
                  <c:v>1.35104</c:v>
                </c:pt>
                <c:pt idx="6062">
                  <c:v>1.3513500000000001</c:v>
                </c:pt>
                <c:pt idx="6063">
                  <c:v>1.3516600000000001</c:v>
                </c:pt>
                <c:pt idx="6064">
                  <c:v>1.3519600000000001</c:v>
                </c:pt>
                <c:pt idx="6065">
                  <c:v>1.3522700000000001</c:v>
                </c:pt>
                <c:pt idx="6066">
                  <c:v>1.3525700000000001</c:v>
                </c:pt>
                <c:pt idx="6067">
                  <c:v>1.3528800000000001</c:v>
                </c:pt>
                <c:pt idx="6068">
                  <c:v>1.35318</c:v>
                </c:pt>
                <c:pt idx="6069">
                  <c:v>1.3534900000000001</c:v>
                </c:pt>
                <c:pt idx="6070">
                  <c:v>1.35379</c:v>
                </c:pt>
                <c:pt idx="6071">
                  <c:v>1.3541000000000001</c:v>
                </c:pt>
                <c:pt idx="6072">
                  <c:v>1.3544</c:v>
                </c:pt>
                <c:pt idx="6073">
                  <c:v>1.3547100000000001</c:v>
                </c:pt>
                <c:pt idx="6074">
                  <c:v>1.35501</c:v>
                </c:pt>
                <c:pt idx="6075">
                  <c:v>1.3553200000000001</c:v>
                </c:pt>
                <c:pt idx="6076">
                  <c:v>1.3556299999999999</c:v>
                </c:pt>
                <c:pt idx="6077">
                  <c:v>1.3559300000000001</c:v>
                </c:pt>
                <c:pt idx="6078">
                  <c:v>1.3562399999999999</c:v>
                </c:pt>
                <c:pt idx="6079">
                  <c:v>1.3565400000000001</c:v>
                </c:pt>
                <c:pt idx="6080">
                  <c:v>1.3568499999999999</c:v>
                </c:pt>
                <c:pt idx="6081">
                  <c:v>1.3571500000000001</c:v>
                </c:pt>
                <c:pt idx="6082">
                  <c:v>1.3574600000000001</c:v>
                </c:pt>
                <c:pt idx="6083">
                  <c:v>1.3577600000000001</c:v>
                </c:pt>
                <c:pt idx="6084">
                  <c:v>1.3580700000000001</c:v>
                </c:pt>
                <c:pt idx="6085">
                  <c:v>1.3583700000000001</c:v>
                </c:pt>
                <c:pt idx="6086">
                  <c:v>1.3586800000000001</c:v>
                </c:pt>
                <c:pt idx="6087">
                  <c:v>1.3589800000000001</c:v>
                </c:pt>
                <c:pt idx="6088">
                  <c:v>1.3592900000000001</c:v>
                </c:pt>
                <c:pt idx="6089">
                  <c:v>1.3595999999999999</c:v>
                </c:pt>
                <c:pt idx="6090">
                  <c:v>1.3599000000000001</c:v>
                </c:pt>
                <c:pt idx="6091">
                  <c:v>1.3602099999999999</c:v>
                </c:pt>
                <c:pt idx="6092">
                  <c:v>1.3605100000000001</c:v>
                </c:pt>
                <c:pt idx="6093">
                  <c:v>1.3608199999999999</c:v>
                </c:pt>
                <c:pt idx="6094">
                  <c:v>1.3611200000000001</c:v>
                </c:pt>
                <c:pt idx="6095">
                  <c:v>1.3614299999999999</c:v>
                </c:pt>
                <c:pt idx="6096">
                  <c:v>1.3617300000000001</c:v>
                </c:pt>
                <c:pt idx="6097">
                  <c:v>1.3620399999999999</c:v>
                </c:pt>
                <c:pt idx="6098">
                  <c:v>1.3623400000000001</c:v>
                </c:pt>
                <c:pt idx="6099">
                  <c:v>1.3626499999999999</c:v>
                </c:pt>
                <c:pt idx="6100">
                  <c:v>1.3629500000000001</c:v>
                </c:pt>
                <c:pt idx="6101">
                  <c:v>1.3632599999999999</c:v>
                </c:pt>
                <c:pt idx="6102">
                  <c:v>1.3635699999999999</c:v>
                </c:pt>
                <c:pt idx="6103">
                  <c:v>1.3638699999999999</c:v>
                </c:pt>
                <c:pt idx="6104">
                  <c:v>1.3641799999999999</c:v>
                </c:pt>
                <c:pt idx="6105">
                  <c:v>1.3644799999999999</c:v>
                </c:pt>
                <c:pt idx="6106">
                  <c:v>1.3647899999999999</c:v>
                </c:pt>
                <c:pt idx="6107">
                  <c:v>1.3650899999999999</c:v>
                </c:pt>
                <c:pt idx="6108">
                  <c:v>1.3653999999999999</c:v>
                </c:pt>
                <c:pt idx="6109">
                  <c:v>1.3656999999999999</c:v>
                </c:pt>
                <c:pt idx="6110">
                  <c:v>1.3660099999999999</c:v>
                </c:pt>
                <c:pt idx="6111">
                  <c:v>1.3663099999999999</c:v>
                </c:pt>
                <c:pt idx="6112">
                  <c:v>1.3666199999999999</c:v>
                </c:pt>
                <c:pt idx="6113">
                  <c:v>1.36693</c:v>
                </c:pt>
                <c:pt idx="6114">
                  <c:v>1.3672299999999999</c:v>
                </c:pt>
                <c:pt idx="6115">
                  <c:v>1.36754</c:v>
                </c:pt>
                <c:pt idx="6116">
                  <c:v>1.3678399999999999</c:v>
                </c:pt>
                <c:pt idx="6117">
                  <c:v>1.36815</c:v>
                </c:pt>
                <c:pt idx="6118">
                  <c:v>1.3684499999999999</c:v>
                </c:pt>
                <c:pt idx="6119">
                  <c:v>1.36876</c:v>
                </c:pt>
                <c:pt idx="6120">
                  <c:v>1.3690599999999999</c:v>
                </c:pt>
                <c:pt idx="6121">
                  <c:v>1.36937</c:v>
                </c:pt>
                <c:pt idx="6122">
                  <c:v>1.3696699999999999</c:v>
                </c:pt>
                <c:pt idx="6123">
                  <c:v>1.36998</c:v>
                </c:pt>
                <c:pt idx="6124">
                  <c:v>1.3702799999999999</c:v>
                </c:pt>
                <c:pt idx="6125">
                  <c:v>1.37059</c:v>
                </c:pt>
                <c:pt idx="6126">
                  <c:v>1.3709</c:v>
                </c:pt>
                <c:pt idx="6127">
                  <c:v>1.3712</c:v>
                </c:pt>
                <c:pt idx="6128">
                  <c:v>1.37151</c:v>
                </c:pt>
                <c:pt idx="6129">
                  <c:v>1.37181</c:v>
                </c:pt>
                <c:pt idx="6130">
                  <c:v>1.37212</c:v>
                </c:pt>
                <c:pt idx="6131">
                  <c:v>1.37242</c:v>
                </c:pt>
                <c:pt idx="6132">
                  <c:v>1.37273</c:v>
                </c:pt>
                <c:pt idx="6133">
                  <c:v>1.37303</c:v>
                </c:pt>
                <c:pt idx="6134">
                  <c:v>1.37334</c:v>
                </c:pt>
                <c:pt idx="6135">
                  <c:v>1.37364</c:v>
                </c:pt>
                <c:pt idx="6136">
                  <c:v>1.37395</c:v>
                </c:pt>
                <c:pt idx="6137">
                  <c:v>1.37425</c:v>
                </c:pt>
                <c:pt idx="6138">
                  <c:v>1.37456</c:v>
                </c:pt>
                <c:pt idx="6139">
                  <c:v>1.37487</c:v>
                </c:pt>
                <c:pt idx="6140">
                  <c:v>1.37517</c:v>
                </c:pt>
                <c:pt idx="6141">
                  <c:v>1.37548</c:v>
                </c:pt>
                <c:pt idx="6142">
                  <c:v>1.37578</c:v>
                </c:pt>
                <c:pt idx="6143">
                  <c:v>1.37609</c:v>
                </c:pt>
                <c:pt idx="6144">
                  <c:v>1.37639</c:v>
                </c:pt>
                <c:pt idx="6145">
                  <c:v>1.3767</c:v>
                </c:pt>
                <c:pt idx="6146">
                  <c:v>1.377</c:v>
                </c:pt>
                <c:pt idx="6147">
                  <c:v>1.37731</c:v>
                </c:pt>
                <c:pt idx="6148">
                  <c:v>1.37761</c:v>
                </c:pt>
                <c:pt idx="6149">
                  <c:v>1.37792</c:v>
                </c:pt>
                <c:pt idx="6150">
                  <c:v>1.37822</c:v>
                </c:pt>
                <c:pt idx="6151">
                  <c:v>1.37853</c:v>
                </c:pt>
                <c:pt idx="6152">
                  <c:v>1.3788400000000001</c:v>
                </c:pt>
                <c:pt idx="6153">
                  <c:v>1.37914</c:v>
                </c:pt>
                <c:pt idx="6154">
                  <c:v>1.3794500000000001</c:v>
                </c:pt>
                <c:pt idx="6155">
                  <c:v>1.37975</c:v>
                </c:pt>
                <c:pt idx="6156">
                  <c:v>1.3800600000000001</c:v>
                </c:pt>
                <c:pt idx="6157">
                  <c:v>1.38036</c:v>
                </c:pt>
                <c:pt idx="6158">
                  <c:v>1.3806700000000001</c:v>
                </c:pt>
                <c:pt idx="6159">
                  <c:v>1.38097</c:v>
                </c:pt>
                <c:pt idx="6160">
                  <c:v>1.3812800000000001</c:v>
                </c:pt>
                <c:pt idx="6161">
                  <c:v>1.38158</c:v>
                </c:pt>
                <c:pt idx="6162">
                  <c:v>1.3818900000000001</c:v>
                </c:pt>
                <c:pt idx="6163">
                  <c:v>1.3822000000000001</c:v>
                </c:pt>
                <c:pt idx="6164">
                  <c:v>1.3825000000000001</c:v>
                </c:pt>
                <c:pt idx="6165">
                  <c:v>1.3828100000000001</c:v>
                </c:pt>
                <c:pt idx="6166">
                  <c:v>1.3831100000000001</c:v>
                </c:pt>
                <c:pt idx="6167">
                  <c:v>1.3834200000000001</c:v>
                </c:pt>
                <c:pt idx="6168">
                  <c:v>1.3837200000000001</c:v>
                </c:pt>
                <c:pt idx="6169">
                  <c:v>1.3840300000000001</c:v>
                </c:pt>
                <c:pt idx="6170">
                  <c:v>1.3843300000000001</c:v>
                </c:pt>
                <c:pt idx="6171">
                  <c:v>1.3846400000000001</c:v>
                </c:pt>
                <c:pt idx="6172">
                  <c:v>1.3849400000000001</c:v>
                </c:pt>
                <c:pt idx="6173">
                  <c:v>1.3852500000000001</c:v>
                </c:pt>
                <c:pt idx="6174">
                  <c:v>1.3855500000000001</c:v>
                </c:pt>
                <c:pt idx="6175">
                  <c:v>1.3858600000000001</c:v>
                </c:pt>
                <c:pt idx="6176">
                  <c:v>1.3861699999999999</c:v>
                </c:pt>
                <c:pt idx="6177">
                  <c:v>1.3864700000000001</c:v>
                </c:pt>
                <c:pt idx="6178">
                  <c:v>1.3867799999999999</c:v>
                </c:pt>
                <c:pt idx="6179">
                  <c:v>1.3870800000000001</c:v>
                </c:pt>
                <c:pt idx="6180">
                  <c:v>1.3873899999999999</c:v>
                </c:pt>
                <c:pt idx="6181">
                  <c:v>1.3876900000000001</c:v>
                </c:pt>
                <c:pt idx="6182">
                  <c:v>1.3879999999999999</c:v>
                </c:pt>
                <c:pt idx="6183">
                  <c:v>1.3883000000000001</c:v>
                </c:pt>
                <c:pt idx="6184">
                  <c:v>1.3886099999999999</c:v>
                </c:pt>
                <c:pt idx="6185">
                  <c:v>1.3889100000000001</c:v>
                </c:pt>
                <c:pt idx="6186">
                  <c:v>1.3892199999999999</c:v>
                </c:pt>
                <c:pt idx="6187">
                  <c:v>1.3895200000000001</c:v>
                </c:pt>
                <c:pt idx="6188">
                  <c:v>1.3898299999999999</c:v>
                </c:pt>
                <c:pt idx="6189">
                  <c:v>1.3901399999999999</c:v>
                </c:pt>
                <c:pt idx="6190">
                  <c:v>1.3904399999999999</c:v>
                </c:pt>
                <c:pt idx="6191">
                  <c:v>1.3907499999999999</c:v>
                </c:pt>
                <c:pt idx="6192">
                  <c:v>1.3910499999999999</c:v>
                </c:pt>
                <c:pt idx="6193">
                  <c:v>1.3913599999999999</c:v>
                </c:pt>
                <c:pt idx="6194">
                  <c:v>1.3916599999999999</c:v>
                </c:pt>
                <c:pt idx="6195">
                  <c:v>1.3919699999999999</c:v>
                </c:pt>
                <c:pt idx="6196">
                  <c:v>1.3922699999999999</c:v>
                </c:pt>
                <c:pt idx="6197">
                  <c:v>1.3925799999999999</c:v>
                </c:pt>
                <c:pt idx="6198">
                  <c:v>1.3928799999999999</c:v>
                </c:pt>
                <c:pt idx="6199">
                  <c:v>1.3931899999999999</c:v>
                </c:pt>
                <c:pt idx="6200">
                  <c:v>1.3934899999999999</c:v>
                </c:pt>
                <c:pt idx="6201">
                  <c:v>1.3937999999999999</c:v>
                </c:pt>
                <c:pt idx="6202">
                  <c:v>1.39411</c:v>
                </c:pt>
                <c:pt idx="6203">
                  <c:v>1.3944099999999999</c:v>
                </c:pt>
                <c:pt idx="6204">
                  <c:v>1.39472</c:v>
                </c:pt>
                <c:pt idx="6205">
                  <c:v>1.3950199999999999</c:v>
                </c:pt>
                <c:pt idx="6206">
                  <c:v>1.39533</c:v>
                </c:pt>
                <c:pt idx="6207">
                  <c:v>1.3956299999999999</c:v>
                </c:pt>
                <c:pt idx="6208">
                  <c:v>1.39594</c:v>
                </c:pt>
                <c:pt idx="6209">
                  <c:v>1.3962399999999999</c:v>
                </c:pt>
                <c:pt idx="6210">
                  <c:v>1.39655</c:v>
                </c:pt>
                <c:pt idx="6211">
                  <c:v>1.3968499999999999</c:v>
                </c:pt>
                <c:pt idx="6212">
                  <c:v>1.39716</c:v>
                </c:pt>
                <c:pt idx="6213">
                  <c:v>1.3974599999999999</c:v>
                </c:pt>
                <c:pt idx="6214">
                  <c:v>1.39777</c:v>
                </c:pt>
                <c:pt idx="6215">
                  <c:v>1.39808</c:v>
                </c:pt>
                <c:pt idx="6216">
                  <c:v>1.39838</c:v>
                </c:pt>
                <c:pt idx="6217">
                  <c:v>1.39869</c:v>
                </c:pt>
                <c:pt idx="6218">
                  <c:v>1.39899</c:v>
                </c:pt>
                <c:pt idx="6219">
                  <c:v>1.3993</c:v>
                </c:pt>
                <c:pt idx="6220">
                  <c:v>1.3996</c:v>
                </c:pt>
                <c:pt idx="6221">
                  <c:v>1.39991</c:v>
                </c:pt>
                <c:pt idx="6222">
                  <c:v>1.40021</c:v>
                </c:pt>
                <c:pt idx="6223">
                  <c:v>1.40052</c:v>
                </c:pt>
                <c:pt idx="6224">
                  <c:v>1.40082</c:v>
                </c:pt>
                <c:pt idx="6225">
                  <c:v>1.40113</c:v>
                </c:pt>
                <c:pt idx="6226">
                  <c:v>1.40144</c:v>
                </c:pt>
                <c:pt idx="6227">
                  <c:v>1.40174</c:v>
                </c:pt>
                <c:pt idx="6228">
                  <c:v>1.40205</c:v>
                </c:pt>
                <c:pt idx="6229">
                  <c:v>1.40235</c:v>
                </c:pt>
                <c:pt idx="6230">
                  <c:v>1.40266</c:v>
                </c:pt>
                <c:pt idx="6231">
                  <c:v>1.40296</c:v>
                </c:pt>
                <c:pt idx="6232">
                  <c:v>1.40327</c:v>
                </c:pt>
                <c:pt idx="6233">
                  <c:v>1.40357</c:v>
                </c:pt>
                <c:pt idx="6234">
                  <c:v>1.40388</c:v>
                </c:pt>
                <c:pt idx="6235">
                  <c:v>1.40418</c:v>
                </c:pt>
                <c:pt idx="6236">
                  <c:v>1.40449</c:v>
                </c:pt>
                <c:pt idx="6237">
                  <c:v>1.40479</c:v>
                </c:pt>
                <c:pt idx="6238">
                  <c:v>1.4051</c:v>
                </c:pt>
                <c:pt idx="6239">
                  <c:v>1.40541</c:v>
                </c:pt>
                <c:pt idx="6240">
                  <c:v>1.40571</c:v>
                </c:pt>
                <c:pt idx="6241">
                  <c:v>1.40602</c:v>
                </c:pt>
                <c:pt idx="6242">
                  <c:v>1.40632</c:v>
                </c:pt>
                <c:pt idx="6243">
                  <c:v>1.40663</c:v>
                </c:pt>
                <c:pt idx="6244">
                  <c:v>1.40693</c:v>
                </c:pt>
                <c:pt idx="6245">
                  <c:v>1.40724</c:v>
                </c:pt>
                <c:pt idx="6246">
                  <c:v>1.40754</c:v>
                </c:pt>
                <c:pt idx="6247">
                  <c:v>1.40785</c:v>
                </c:pt>
                <c:pt idx="6248">
                  <c:v>1.40815</c:v>
                </c:pt>
                <c:pt idx="6249">
                  <c:v>1.40846</c:v>
                </c:pt>
                <c:pt idx="6250">
                  <c:v>1.40876</c:v>
                </c:pt>
                <c:pt idx="6251">
                  <c:v>1.40907</c:v>
                </c:pt>
                <c:pt idx="6252">
                  <c:v>1.4093800000000001</c:v>
                </c:pt>
                <c:pt idx="6253">
                  <c:v>1.40968</c:v>
                </c:pt>
                <c:pt idx="6254">
                  <c:v>1.4099900000000001</c:v>
                </c:pt>
                <c:pt idx="6255">
                  <c:v>1.41029</c:v>
                </c:pt>
                <c:pt idx="6256">
                  <c:v>1.4106000000000001</c:v>
                </c:pt>
                <c:pt idx="6257">
                  <c:v>1.4109</c:v>
                </c:pt>
                <c:pt idx="6258">
                  <c:v>1.4112100000000001</c:v>
                </c:pt>
                <c:pt idx="6259">
                  <c:v>1.41151</c:v>
                </c:pt>
                <c:pt idx="6260">
                  <c:v>1.4118200000000001</c:v>
                </c:pt>
                <c:pt idx="6261">
                  <c:v>1.41212</c:v>
                </c:pt>
                <c:pt idx="6262">
                  <c:v>1.4124300000000001</c:v>
                </c:pt>
                <c:pt idx="6263">
                  <c:v>1.41273</c:v>
                </c:pt>
                <c:pt idx="6264">
                  <c:v>1.4130400000000001</c:v>
                </c:pt>
                <c:pt idx="6265">
                  <c:v>1.4133500000000001</c:v>
                </c:pt>
                <c:pt idx="6266">
                  <c:v>1.4136500000000001</c:v>
                </c:pt>
                <c:pt idx="6267">
                  <c:v>1.4139600000000001</c:v>
                </c:pt>
                <c:pt idx="6268">
                  <c:v>1.4142600000000001</c:v>
                </c:pt>
                <c:pt idx="6269">
                  <c:v>1.4145700000000001</c:v>
                </c:pt>
                <c:pt idx="6270">
                  <c:v>1.4148700000000001</c:v>
                </c:pt>
                <c:pt idx="6271">
                  <c:v>1.4151800000000001</c:v>
                </c:pt>
                <c:pt idx="6272">
                  <c:v>1.4154800000000001</c:v>
                </c:pt>
                <c:pt idx="6273">
                  <c:v>1.4157900000000001</c:v>
                </c:pt>
                <c:pt idx="6274">
                  <c:v>1.4160900000000001</c:v>
                </c:pt>
                <c:pt idx="6275">
                  <c:v>1.4164000000000001</c:v>
                </c:pt>
                <c:pt idx="6276">
                  <c:v>1.4167000000000001</c:v>
                </c:pt>
                <c:pt idx="6277">
                  <c:v>1.4170100000000001</c:v>
                </c:pt>
                <c:pt idx="6278">
                  <c:v>1.4173199999999999</c:v>
                </c:pt>
                <c:pt idx="6279">
                  <c:v>1.4176200000000001</c:v>
                </c:pt>
                <c:pt idx="6280">
                  <c:v>1.4179299999999999</c:v>
                </c:pt>
                <c:pt idx="6281">
                  <c:v>1.4182300000000001</c:v>
                </c:pt>
                <c:pt idx="6282">
                  <c:v>1.4185399999999999</c:v>
                </c:pt>
                <c:pt idx="6283">
                  <c:v>1.4188400000000001</c:v>
                </c:pt>
                <c:pt idx="6284">
                  <c:v>1.4191499999999999</c:v>
                </c:pt>
                <c:pt idx="6285">
                  <c:v>1.4194500000000001</c:v>
                </c:pt>
                <c:pt idx="6286">
                  <c:v>1.4197599999999999</c:v>
                </c:pt>
                <c:pt idx="6287">
                  <c:v>1.4200600000000001</c:v>
                </c:pt>
                <c:pt idx="6288">
                  <c:v>1.4203699999999999</c:v>
                </c:pt>
                <c:pt idx="6289">
                  <c:v>1.4206799999999999</c:v>
                </c:pt>
                <c:pt idx="6290">
                  <c:v>1.4209799999999999</c:v>
                </c:pt>
                <c:pt idx="6291">
                  <c:v>1.4212899999999999</c:v>
                </c:pt>
                <c:pt idx="6292">
                  <c:v>1.4215899999999999</c:v>
                </c:pt>
                <c:pt idx="6293">
                  <c:v>1.4218999999999999</c:v>
                </c:pt>
                <c:pt idx="6294">
                  <c:v>1.4221999999999999</c:v>
                </c:pt>
                <c:pt idx="6295">
                  <c:v>1.4225099999999999</c:v>
                </c:pt>
                <c:pt idx="6296">
                  <c:v>1.4228099999999999</c:v>
                </c:pt>
                <c:pt idx="6297">
                  <c:v>1.4231199999999999</c:v>
                </c:pt>
                <c:pt idx="6298">
                  <c:v>1.4234199999999999</c:v>
                </c:pt>
                <c:pt idx="6299">
                  <c:v>1.4237299999999999</c:v>
                </c:pt>
                <c:pt idx="6300">
                  <c:v>1.4240299999999999</c:v>
                </c:pt>
                <c:pt idx="6301">
                  <c:v>1.4243399999999999</c:v>
                </c:pt>
                <c:pt idx="6302">
                  <c:v>1.42465</c:v>
                </c:pt>
                <c:pt idx="6303">
                  <c:v>1.4249499999999999</c:v>
                </c:pt>
                <c:pt idx="6304">
                  <c:v>1.42526</c:v>
                </c:pt>
                <c:pt idx="6305">
                  <c:v>1.4255599999999999</c:v>
                </c:pt>
                <c:pt idx="6306">
                  <c:v>1.42587</c:v>
                </c:pt>
                <c:pt idx="6307">
                  <c:v>1.4261699999999999</c:v>
                </c:pt>
                <c:pt idx="6308">
                  <c:v>1.42648</c:v>
                </c:pt>
                <c:pt idx="6309">
                  <c:v>1.4267799999999999</c:v>
                </c:pt>
                <c:pt idx="6310">
                  <c:v>1.42709</c:v>
                </c:pt>
                <c:pt idx="6311">
                  <c:v>1.4273899999999999</c:v>
                </c:pt>
                <c:pt idx="6312">
                  <c:v>1.4277</c:v>
                </c:pt>
                <c:pt idx="6313">
                  <c:v>1.4279999999999999</c:v>
                </c:pt>
                <c:pt idx="6314">
                  <c:v>1.42831</c:v>
                </c:pt>
                <c:pt idx="6315">
                  <c:v>1.42862</c:v>
                </c:pt>
                <c:pt idx="6316">
                  <c:v>1.42892</c:v>
                </c:pt>
                <c:pt idx="6317">
                  <c:v>1.42923</c:v>
                </c:pt>
                <c:pt idx="6318">
                  <c:v>1.42953</c:v>
                </c:pt>
                <c:pt idx="6319">
                  <c:v>1.42984</c:v>
                </c:pt>
                <c:pt idx="6320">
                  <c:v>1.43014</c:v>
                </c:pt>
                <c:pt idx="6321">
                  <c:v>1.43045</c:v>
                </c:pt>
                <c:pt idx="6322">
                  <c:v>1.43075</c:v>
                </c:pt>
                <c:pt idx="6323">
                  <c:v>1.43106</c:v>
                </c:pt>
                <c:pt idx="6324">
                  <c:v>1.43136</c:v>
                </c:pt>
                <c:pt idx="6325">
                  <c:v>1.43167</c:v>
                </c:pt>
                <c:pt idx="6326">
                  <c:v>1.43197</c:v>
                </c:pt>
                <c:pt idx="6327">
                  <c:v>1.43228</c:v>
                </c:pt>
                <c:pt idx="6328">
                  <c:v>1.43259</c:v>
                </c:pt>
                <c:pt idx="6329">
                  <c:v>1.43289</c:v>
                </c:pt>
                <c:pt idx="6330">
                  <c:v>1.4332</c:v>
                </c:pt>
                <c:pt idx="6331">
                  <c:v>1.4335</c:v>
                </c:pt>
                <c:pt idx="6332">
                  <c:v>1.43381</c:v>
                </c:pt>
                <c:pt idx="6333">
                  <c:v>1.43411</c:v>
                </c:pt>
                <c:pt idx="6334">
                  <c:v>1.43442</c:v>
                </c:pt>
                <c:pt idx="6335">
                  <c:v>1.43472</c:v>
                </c:pt>
                <c:pt idx="6336">
                  <c:v>1.43503</c:v>
                </c:pt>
                <c:pt idx="6337">
                  <c:v>1.43533</c:v>
                </c:pt>
                <c:pt idx="6338">
                  <c:v>1.43564</c:v>
                </c:pt>
                <c:pt idx="6339">
                  <c:v>1.4359500000000001</c:v>
                </c:pt>
                <c:pt idx="6340">
                  <c:v>1.43625</c:v>
                </c:pt>
                <c:pt idx="6341">
                  <c:v>1.4365600000000001</c:v>
                </c:pt>
                <c:pt idx="6342">
                  <c:v>1.43686</c:v>
                </c:pt>
                <c:pt idx="6343">
                  <c:v>1.4371700000000001</c:v>
                </c:pt>
                <c:pt idx="6344">
                  <c:v>1.43747</c:v>
                </c:pt>
                <c:pt idx="6345">
                  <c:v>1.4377800000000001</c:v>
                </c:pt>
                <c:pt idx="6346">
                  <c:v>1.43808</c:v>
                </c:pt>
                <c:pt idx="6347">
                  <c:v>1.4383900000000001</c:v>
                </c:pt>
                <c:pt idx="6348">
                  <c:v>1.43869</c:v>
                </c:pt>
                <c:pt idx="6349">
                  <c:v>1.4390000000000001</c:v>
                </c:pt>
                <c:pt idx="6350">
                  <c:v>1.4393</c:v>
                </c:pt>
                <c:pt idx="6351">
                  <c:v>1.4396100000000001</c:v>
                </c:pt>
                <c:pt idx="6352">
                  <c:v>1.4399200000000001</c:v>
                </c:pt>
                <c:pt idx="6353">
                  <c:v>1.4402200000000001</c:v>
                </c:pt>
                <c:pt idx="6354">
                  <c:v>1.4405300000000001</c:v>
                </c:pt>
                <c:pt idx="6355">
                  <c:v>1.4408300000000001</c:v>
                </c:pt>
                <c:pt idx="6356">
                  <c:v>1.4411400000000001</c:v>
                </c:pt>
                <c:pt idx="6357">
                  <c:v>1.4414400000000001</c:v>
                </c:pt>
                <c:pt idx="6358">
                  <c:v>1.4417500000000001</c:v>
                </c:pt>
                <c:pt idx="6359">
                  <c:v>1.4420500000000001</c:v>
                </c:pt>
                <c:pt idx="6360">
                  <c:v>1.4423600000000001</c:v>
                </c:pt>
                <c:pt idx="6361">
                  <c:v>1.4426600000000001</c:v>
                </c:pt>
                <c:pt idx="6362">
                  <c:v>1.4429700000000001</c:v>
                </c:pt>
                <c:pt idx="6363">
                  <c:v>1.4432700000000001</c:v>
                </c:pt>
                <c:pt idx="6364">
                  <c:v>1.4435800000000001</c:v>
                </c:pt>
                <c:pt idx="6365">
                  <c:v>1.4438899999999999</c:v>
                </c:pt>
                <c:pt idx="6366">
                  <c:v>1.4441900000000001</c:v>
                </c:pt>
                <c:pt idx="6367">
                  <c:v>1.4444999999999999</c:v>
                </c:pt>
                <c:pt idx="6368">
                  <c:v>1.4448000000000001</c:v>
                </c:pt>
                <c:pt idx="6369">
                  <c:v>1.4451099999999999</c:v>
                </c:pt>
                <c:pt idx="6370">
                  <c:v>1.4454100000000001</c:v>
                </c:pt>
                <c:pt idx="6371">
                  <c:v>1.4457199999999999</c:v>
                </c:pt>
                <c:pt idx="6372">
                  <c:v>1.4460200000000001</c:v>
                </c:pt>
                <c:pt idx="6373">
                  <c:v>1.4463299999999999</c:v>
                </c:pt>
                <c:pt idx="6374">
                  <c:v>1.4466300000000001</c:v>
                </c:pt>
                <c:pt idx="6375">
                  <c:v>1.4469399999999999</c:v>
                </c:pt>
                <c:pt idx="6376">
                  <c:v>1.4472400000000001</c:v>
                </c:pt>
                <c:pt idx="6377">
                  <c:v>1.4475499999999999</c:v>
                </c:pt>
                <c:pt idx="6378">
                  <c:v>1.4478599999999999</c:v>
                </c:pt>
                <c:pt idx="6379">
                  <c:v>1.4481599999999999</c:v>
                </c:pt>
                <c:pt idx="6380">
                  <c:v>1.4484699999999999</c:v>
                </c:pt>
                <c:pt idx="6381">
                  <c:v>1.4487699999999999</c:v>
                </c:pt>
                <c:pt idx="6382">
                  <c:v>1.4490799999999999</c:v>
                </c:pt>
                <c:pt idx="6383">
                  <c:v>1.4493799999999999</c:v>
                </c:pt>
                <c:pt idx="6384">
                  <c:v>1.4496899999999999</c:v>
                </c:pt>
                <c:pt idx="6385">
                  <c:v>1.4499899999999999</c:v>
                </c:pt>
                <c:pt idx="6386">
                  <c:v>1.4502999999999999</c:v>
                </c:pt>
                <c:pt idx="6387">
                  <c:v>1.4505999999999999</c:v>
                </c:pt>
                <c:pt idx="6388">
                  <c:v>1.4509099999999999</c:v>
                </c:pt>
                <c:pt idx="6389">
                  <c:v>1.4512100000000001</c:v>
                </c:pt>
                <c:pt idx="6390">
                  <c:v>1.4515199999999999</c:v>
                </c:pt>
                <c:pt idx="6391">
                  <c:v>1.45183</c:v>
                </c:pt>
                <c:pt idx="6392">
                  <c:v>1.4521299999999999</c:v>
                </c:pt>
                <c:pt idx="6393">
                  <c:v>1.45244</c:v>
                </c:pt>
                <c:pt idx="6394">
                  <c:v>1.4527399999999999</c:v>
                </c:pt>
                <c:pt idx="6395">
                  <c:v>1.45305</c:v>
                </c:pt>
                <c:pt idx="6396">
                  <c:v>1.4533499999999999</c:v>
                </c:pt>
                <c:pt idx="6397">
                  <c:v>1.45366</c:v>
                </c:pt>
                <c:pt idx="6398">
                  <c:v>1.4539599999999999</c:v>
                </c:pt>
                <c:pt idx="6399">
                  <c:v>1.45427</c:v>
                </c:pt>
                <c:pt idx="6400">
                  <c:v>1.4545699999999999</c:v>
                </c:pt>
                <c:pt idx="6401">
                  <c:v>1.45488</c:v>
                </c:pt>
                <c:pt idx="6402">
                  <c:v>1.45519</c:v>
                </c:pt>
                <c:pt idx="6403">
                  <c:v>1.45549</c:v>
                </c:pt>
                <c:pt idx="6404">
                  <c:v>1.4558</c:v>
                </c:pt>
                <c:pt idx="6405">
                  <c:v>1.4560999999999999</c:v>
                </c:pt>
                <c:pt idx="6406">
                  <c:v>1.45641</c:v>
                </c:pt>
                <c:pt idx="6407">
                  <c:v>1.4567099999999999</c:v>
                </c:pt>
                <c:pt idx="6408">
                  <c:v>1.45702</c:v>
                </c:pt>
                <c:pt idx="6409">
                  <c:v>1.4573199999999999</c:v>
                </c:pt>
                <c:pt idx="6410">
                  <c:v>1.45763</c:v>
                </c:pt>
                <c:pt idx="6411">
                  <c:v>1.4579299999999999</c:v>
                </c:pt>
                <c:pt idx="6412">
                  <c:v>1.45824</c:v>
                </c:pt>
                <c:pt idx="6413">
                  <c:v>1.4585399999999999</c:v>
                </c:pt>
                <c:pt idx="6414">
                  <c:v>1.45885</c:v>
                </c:pt>
                <c:pt idx="6415">
                  <c:v>1.45916</c:v>
                </c:pt>
                <c:pt idx="6416">
                  <c:v>1.45946</c:v>
                </c:pt>
                <c:pt idx="6417">
                  <c:v>1.45977</c:v>
                </c:pt>
                <c:pt idx="6418">
                  <c:v>1.46007</c:v>
                </c:pt>
                <c:pt idx="6419">
                  <c:v>1.46038</c:v>
                </c:pt>
                <c:pt idx="6420">
                  <c:v>1.46068</c:v>
                </c:pt>
                <c:pt idx="6421">
                  <c:v>1.46099</c:v>
                </c:pt>
                <c:pt idx="6422">
                  <c:v>1.46129</c:v>
                </c:pt>
                <c:pt idx="6423">
                  <c:v>1.4616</c:v>
                </c:pt>
                <c:pt idx="6424">
                  <c:v>1.4619</c:v>
                </c:pt>
                <c:pt idx="6425">
                  <c:v>1.46221</c:v>
                </c:pt>
                <c:pt idx="6426">
                  <c:v>1.46251</c:v>
                </c:pt>
                <c:pt idx="6427">
                  <c:v>1.46282</c:v>
                </c:pt>
                <c:pt idx="6428">
                  <c:v>1.46313</c:v>
                </c:pt>
                <c:pt idx="6429">
                  <c:v>1.46343</c:v>
                </c:pt>
                <c:pt idx="6430">
                  <c:v>1.46374</c:v>
                </c:pt>
                <c:pt idx="6431">
                  <c:v>1.46404</c:v>
                </c:pt>
                <c:pt idx="6432">
                  <c:v>1.46435</c:v>
                </c:pt>
                <c:pt idx="6433">
                  <c:v>1.46465</c:v>
                </c:pt>
                <c:pt idx="6434">
                  <c:v>1.46496</c:v>
                </c:pt>
                <c:pt idx="6435">
                  <c:v>1.46526</c:v>
                </c:pt>
                <c:pt idx="6436">
                  <c:v>1.46557</c:v>
                </c:pt>
                <c:pt idx="6437">
                  <c:v>1.46587</c:v>
                </c:pt>
                <c:pt idx="6438">
                  <c:v>1.46618</c:v>
                </c:pt>
                <c:pt idx="6439">
                  <c:v>1.46648</c:v>
                </c:pt>
                <c:pt idx="6440">
                  <c:v>1.46679</c:v>
                </c:pt>
                <c:pt idx="6441">
                  <c:v>1.4671000000000001</c:v>
                </c:pt>
                <c:pt idx="6442">
                  <c:v>1.4674</c:v>
                </c:pt>
                <c:pt idx="6443">
                  <c:v>1.4677100000000001</c:v>
                </c:pt>
                <c:pt idx="6444">
                  <c:v>1.46801</c:v>
                </c:pt>
                <c:pt idx="6445">
                  <c:v>1.4683200000000001</c:v>
                </c:pt>
                <c:pt idx="6446">
                  <c:v>1.46862</c:v>
                </c:pt>
                <c:pt idx="6447">
                  <c:v>1.4689300000000001</c:v>
                </c:pt>
                <c:pt idx="6448">
                  <c:v>1.46923</c:v>
                </c:pt>
                <c:pt idx="6449">
                  <c:v>1.4695400000000001</c:v>
                </c:pt>
                <c:pt idx="6450">
                  <c:v>1.46984</c:v>
                </c:pt>
                <c:pt idx="6451">
                  <c:v>1.4701500000000001</c:v>
                </c:pt>
                <c:pt idx="6452">
                  <c:v>1.47045</c:v>
                </c:pt>
                <c:pt idx="6453">
                  <c:v>1.4707600000000001</c:v>
                </c:pt>
                <c:pt idx="6454">
                  <c:v>1.4710700000000001</c:v>
                </c:pt>
                <c:pt idx="6455">
                  <c:v>1.4713700000000001</c:v>
                </c:pt>
                <c:pt idx="6456">
                  <c:v>1.4716800000000001</c:v>
                </c:pt>
                <c:pt idx="6457">
                  <c:v>1.4719800000000001</c:v>
                </c:pt>
                <c:pt idx="6458">
                  <c:v>1.4722900000000001</c:v>
                </c:pt>
                <c:pt idx="6459">
                  <c:v>1.4725900000000001</c:v>
                </c:pt>
                <c:pt idx="6460">
                  <c:v>1.4729000000000001</c:v>
                </c:pt>
                <c:pt idx="6461">
                  <c:v>1.4732000000000001</c:v>
                </c:pt>
                <c:pt idx="6462">
                  <c:v>1.4735100000000001</c:v>
                </c:pt>
                <c:pt idx="6463">
                  <c:v>1.4738100000000001</c:v>
                </c:pt>
                <c:pt idx="6464">
                  <c:v>1.4741200000000001</c:v>
                </c:pt>
                <c:pt idx="6465">
                  <c:v>1.4744299999999999</c:v>
                </c:pt>
                <c:pt idx="6466">
                  <c:v>1.4747300000000001</c:v>
                </c:pt>
                <c:pt idx="6467">
                  <c:v>1.4750399999999999</c:v>
                </c:pt>
                <c:pt idx="6468">
                  <c:v>1.4753400000000001</c:v>
                </c:pt>
                <c:pt idx="6469">
                  <c:v>1.4756499999999999</c:v>
                </c:pt>
                <c:pt idx="6470">
                  <c:v>1.4759500000000001</c:v>
                </c:pt>
                <c:pt idx="6471">
                  <c:v>1.4762599999999999</c:v>
                </c:pt>
                <c:pt idx="6472">
                  <c:v>1.4765600000000001</c:v>
                </c:pt>
                <c:pt idx="6473">
                  <c:v>1.4768699999999999</c:v>
                </c:pt>
                <c:pt idx="6474">
                  <c:v>1.4771700000000001</c:v>
                </c:pt>
                <c:pt idx="6475">
                  <c:v>1.4774799999999999</c:v>
                </c:pt>
                <c:pt idx="6476">
                  <c:v>1.4777800000000001</c:v>
                </c:pt>
                <c:pt idx="6477">
                  <c:v>1.4780899999999999</c:v>
                </c:pt>
                <c:pt idx="6478">
                  <c:v>1.4783999999999999</c:v>
                </c:pt>
                <c:pt idx="6479">
                  <c:v>1.4786999999999999</c:v>
                </c:pt>
                <c:pt idx="6480">
                  <c:v>1.4790099999999999</c:v>
                </c:pt>
                <c:pt idx="6481">
                  <c:v>1.4793099999999999</c:v>
                </c:pt>
                <c:pt idx="6482">
                  <c:v>1.4796199999999999</c:v>
                </c:pt>
                <c:pt idx="6483">
                  <c:v>1.4799199999999999</c:v>
                </c:pt>
                <c:pt idx="6484">
                  <c:v>1.4802299999999999</c:v>
                </c:pt>
                <c:pt idx="6485">
                  <c:v>1.4805299999999999</c:v>
                </c:pt>
                <c:pt idx="6486">
                  <c:v>1.4808399999999999</c:v>
                </c:pt>
                <c:pt idx="6487">
                  <c:v>1.4811399999999999</c:v>
                </c:pt>
                <c:pt idx="6488">
                  <c:v>1.4814499999999999</c:v>
                </c:pt>
                <c:pt idx="6489">
                  <c:v>1.4817499999999999</c:v>
                </c:pt>
                <c:pt idx="6490">
                  <c:v>1.4820599999999999</c:v>
                </c:pt>
                <c:pt idx="6491">
                  <c:v>1.48237</c:v>
                </c:pt>
                <c:pt idx="6492">
                  <c:v>1.4826699999999999</c:v>
                </c:pt>
                <c:pt idx="6493">
                  <c:v>1.48298</c:v>
                </c:pt>
                <c:pt idx="6494">
                  <c:v>1.4832799999999999</c:v>
                </c:pt>
                <c:pt idx="6495">
                  <c:v>1.48359</c:v>
                </c:pt>
                <c:pt idx="6496">
                  <c:v>1.4838899999999999</c:v>
                </c:pt>
                <c:pt idx="6497">
                  <c:v>1.4842</c:v>
                </c:pt>
                <c:pt idx="6498">
                  <c:v>1.4844999999999999</c:v>
                </c:pt>
                <c:pt idx="6499">
                  <c:v>1.48481</c:v>
                </c:pt>
                <c:pt idx="6500">
                  <c:v>1.4851099999999999</c:v>
                </c:pt>
                <c:pt idx="6501">
                  <c:v>1.48542</c:v>
                </c:pt>
                <c:pt idx="6502">
                  <c:v>1.4857199999999999</c:v>
                </c:pt>
                <c:pt idx="6503">
                  <c:v>1.48603</c:v>
                </c:pt>
                <c:pt idx="6504">
                  <c:v>1.48634</c:v>
                </c:pt>
                <c:pt idx="6505">
                  <c:v>1.48664</c:v>
                </c:pt>
                <c:pt idx="6506">
                  <c:v>1.48695</c:v>
                </c:pt>
                <c:pt idx="6507">
                  <c:v>1.48725</c:v>
                </c:pt>
                <c:pt idx="6508">
                  <c:v>1.48756</c:v>
                </c:pt>
                <c:pt idx="6509">
                  <c:v>1.48786</c:v>
                </c:pt>
                <c:pt idx="6510">
                  <c:v>1.48817</c:v>
                </c:pt>
                <c:pt idx="6511">
                  <c:v>1.48847</c:v>
                </c:pt>
                <c:pt idx="6512">
                  <c:v>1.48878</c:v>
                </c:pt>
                <c:pt idx="6513">
                  <c:v>1.48908</c:v>
                </c:pt>
                <c:pt idx="6514">
                  <c:v>1.48939</c:v>
                </c:pt>
                <c:pt idx="6515">
                  <c:v>1.4897</c:v>
                </c:pt>
                <c:pt idx="6516">
                  <c:v>1.49</c:v>
                </c:pt>
                <c:pt idx="6517">
                  <c:v>1.49031</c:v>
                </c:pt>
                <c:pt idx="6518">
                  <c:v>1.49061</c:v>
                </c:pt>
                <c:pt idx="6519">
                  <c:v>1.49092</c:v>
                </c:pt>
                <c:pt idx="6520">
                  <c:v>1.49122</c:v>
                </c:pt>
                <c:pt idx="6521">
                  <c:v>1.49153</c:v>
                </c:pt>
                <c:pt idx="6522">
                  <c:v>1.49183</c:v>
                </c:pt>
                <c:pt idx="6523">
                  <c:v>1.49214</c:v>
                </c:pt>
                <c:pt idx="6524">
                  <c:v>1.49244</c:v>
                </c:pt>
                <c:pt idx="6525">
                  <c:v>1.49275</c:v>
                </c:pt>
                <c:pt idx="6526">
                  <c:v>1.49305</c:v>
                </c:pt>
                <c:pt idx="6527">
                  <c:v>1.49336</c:v>
                </c:pt>
                <c:pt idx="6528">
                  <c:v>1.4936700000000001</c:v>
                </c:pt>
                <c:pt idx="6529">
                  <c:v>1.49397</c:v>
                </c:pt>
                <c:pt idx="6530">
                  <c:v>1.4942800000000001</c:v>
                </c:pt>
                <c:pt idx="6531">
                  <c:v>1.49458</c:v>
                </c:pt>
                <c:pt idx="6532">
                  <c:v>1.4948900000000001</c:v>
                </c:pt>
                <c:pt idx="6533">
                  <c:v>1.49519</c:v>
                </c:pt>
                <c:pt idx="6534">
                  <c:v>1.4955000000000001</c:v>
                </c:pt>
                <c:pt idx="6535">
                  <c:v>1.4958</c:v>
                </c:pt>
                <c:pt idx="6536">
                  <c:v>1.4961100000000001</c:v>
                </c:pt>
                <c:pt idx="6537">
                  <c:v>1.49641</c:v>
                </c:pt>
                <c:pt idx="6538">
                  <c:v>1.4967200000000001</c:v>
                </c:pt>
                <c:pt idx="6539">
                  <c:v>1.49702</c:v>
                </c:pt>
                <c:pt idx="6540">
                  <c:v>1.49733</c:v>
                </c:pt>
                <c:pt idx="6541">
                  <c:v>1.4976400000000001</c:v>
                </c:pt>
                <c:pt idx="6542">
                  <c:v>1.49794</c:v>
                </c:pt>
                <c:pt idx="6543">
                  <c:v>1.4982500000000001</c:v>
                </c:pt>
                <c:pt idx="6544">
                  <c:v>1.49855</c:v>
                </c:pt>
                <c:pt idx="6545">
                  <c:v>1.4988600000000001</c:v>
                </c:pt>
                <c:pt idx="6546">
                  <c:v>1.49916</c:v>
                </c:pt>
                <c:pt idx="6547">
                  <c:v>1.4994700000000001</c:v>
                </c:pt>
                <c:pt idx="6548">
                  <c:v>1.49977</c:v>
                </c:pt>
                <c:pt idx="6549">
                  <c:v>1.5000800000000001</c:v>
                </c:pt>
                <c:pt idx="6550">
                  <c:v>1.50038</c:v>
                </c:pt>
                <c:pt idx="6551">
                  <c:v>1.5006900000000001</c:v>
                </c:pt>
                <c:pt idx="6552">
                  <c:v>1.50099</c:v>
                </c:pt>
                <c:pt idx="6553">
                  <c:v>1.5013000000000001</c:v>
                </c:pt>
                <c:pt idx="6554">
                  <c:v>1.5016099999999999</c:v>
                </c:pt>
                <c:pt idx="6555">
                  <c:v>1.5019100000000001</c:v>
                </c:pt>
                <c:pt idx="6556">
                  <c:v>1.5022200000000001</c:v>
                </c:pt>
                <c:pt idx="6557">
                  <c:v>1.5025200000000001</c:v>
                </c:pt>
                <c:pt idx="6558">
                  <c:v>1.5028300000000001</c:v>
                </c:pt>
                <c:pt idx="6559">
                  <c:v>1.5031300000000001</c:v>
                </c:pt>
                <c:pt idx="6560">
                  <c:v>1.5034400000000001</c:v>
                </c:pt>
                <c:pt idx="6561">
                  <c:v>1.5037400000000001</c:v>
                </c:pt>
                <c:pt idx="6562">
                  <c:v>1.5040500000000001</c:v>
                </c:pt>
                <c:pt idx="6563">
                  <c:v>1.5043500000000001</c:v>
                </c:pt>
                <c:pt idx="6564">
                  <c:v>1.5046600000000001</c:v>
                </c:pt>
                <c:pt idx="6565">
                  <c:v>1.5049600000000001</c:v>
                </c:pt>
                <c:pt idx="6566">
                  <c:v>1.5052700000000001</c:v>
                </c:pt>
                <c:pt idx="6567">
                  <c:v>1.5055799999999999</c:v>
                </c:pt>
                <c:pt idx="6568">
                  <c:v>1.5058800000000001</c:v>
                </c:pt>
                <c:pt idx="6569">
                  <c:v>1.5061899999999999</c:v>
                </c:pt>
                <c:pt idx="6570">
                  <c:v>1.5064900000000001</c:v>
                </c:pt>
                <c:pt idx="6571">
                  <c:v>1.5067999999999999</c:v>
                </c:pt>
                <c:pt idx="6572">
                  <c:v>1.5071000000000001</c:v>
                </c:pt>
                <c:pt idx="6573">
                  <c:v>1.5074099999999999</c:v>
                </c:pt>
                <c:pt idx="6574">
                  <c:v>1.5077100000000001</c:v>
                </c:pt>
                <c:pt idx="6575">
                  <c:v>1.5080199999999999</c:v>
                </c:pt>
                <c:pt idx="6576">
                  <c:v>1.5083200000000001</c:v>
                </c:pt>
                <c:pt idx="6577">
                  <c:v>1.5086299999999999</c:v>
                </c:pt>
                <c:pt idx="6578">
                  <c:v>1.5089399999999999</c:v>
                </c:pt>
                <c:pt idx="6579">
                  <c:v>1.5092399999999999</c:v>
                </c:pt>
                <c:pt idx="6580">
                  <c:v>1.5095499999999999</c:v>
                </c:pt>
                <c:pt idx="6581">
                  <c:v>1.5098499999999999</c:v>
                </c:pt>
                <c:pt idx="6582">
                  <c:v>1.5101599999999999</c:v>
                </c:pt>
                <c:pt idx="6583">
                  <c:v>1.5104599999999999</c:v>
                </c:pt>
                <c:pt idx="6584">
                  <c:v>1.5107699999999999</c:v>
                </c:pt>
                <c:pt idx="6585">
                  <c:v>1.5110699999999999</c:v>
                </c:pt>
                <c:pt idx="6586">
                  <c:v>1.5113799999999999</c:v>
                </c:pt>
                <c:pt idx="6587">
                  <c:v>1.5116799999999999</c:v>
                </c:pt>
                <c:pt idx="6588">
                  <c:v>1.5119899999999999</c:v>
                </c:pt>
                <c:pt idx="6589">
                  <c:v>1.5122899999999999</c:v>
                </c:pt>
                <c:pt idx="6590">
                  <c:v>1.5125999999999999</c:v>
                </c:pt>
                <c:pt idx="6591">
                  <c:v>1.51291</c:v>
                </c:pt>
                <c:pt idx="6592">
                  <c:v>1.5132099999999999</c:v>
                </c:pt>
                <c:pt idx="6593">
                  <c:v>1.51352</c:v>
                </c:pt>
                <c:pt idx="6594">
                  <c:v>1.5138199999999999</c:v>
                </c:pt>
                <c:pt idx="6595">
                  <c:v>1.51413</c:v>
                </c:pt>
                <c:pt idx="6596">
                  <c:v>1.5144299999999999</c:v>
                </c:pt>
                <c:pt idx="6597">
                  <c:v>1.51474</c:v>
                </c:pt>
                <c:pt idx="6598">
                  <c:v>1.5150399999999999</c:v>
                </c:pt>
                <c:pt idx="6599">
                  <c:v>1.51535</c:v>
                </c:pt>
                <c:pt idx="6600">
                  <c:v>1.5156499999999999</c:v>
                </c:pt>
                <c:pt idx="6601">
                  <c:v>1.51596</c:v>
                </c:pt>
                <c:pt idx="6602">
                  <c:v>1.5162599999999999</c:v>
                </c:pt>
                <c:pt idx="6603">
                  <c:v>1.51657</c:v>
                </c:pt>
                <c:pt idx="6604">
                  <c:v>1.51688</c:v>
                </c:pt>
                <c:pt idx="6605">
                  <c:v>1.51718</c:v>
                </c:pt>
                <c:pt idx="6606">
                  <c:v>1.51749</c:v>
                </c:pt>
                <c:pt idx="6607">
                  <c:v>1.51779</c:v>
                </c:pt>
                <c:pt idx="6608">
                  <c:v>1.5181</c:v>
                </c:pt>
                <c:pt idx="6609">
                  <c:v>1.5184</c:v>
                </c:pt>
                <c:pt idx="6610">
                  <c:v>1.51871</c:v>
                </c:pt>
                <c:pt idx="6611">
                  <c:v>1.51901</c:v>
                </c:pt>
                <c:pt idx="6612">
                  <c:v>1.51932</c:v>
                </c:pt>
                <c:pt idx="6613">
                  <c:v>1.51962</c:v>
                </c:pt>
                <c:pt idx="6614">
                  <c:v>1.51993</c:v>
                </c:pt>
                <c:pt idx="6615">
                  <c:v>1.52023</c:v>
                </c:pt>
                <c:pt idx="6616">
                  <c:v>1.52054</c:v>
                </c:pt>
                <c:pt idx="6617">
                  <c:v>1.52085</c:v>
                </c:pt>
                <c:pt idx="6618">
                  <c:v>1.52115</c:v>
                </c:pt>
                <c:pt idx="6619">
                  <c:v>1.52146</c:v>
                </c:pt>
                <c:pt idx="6620">
                  <c:v>1.52176</c:v>
                </c:pt>
                <c:pt idx="6621">
                  <c:v>1.52207</c:v>
                </c:pt>
                <c:pt idx="6622">
                  <c:v>1.52237</c:v>
                </c:pt>
                <c:pt idx="6623">
                  <c:v>1.52268</c:v>
                </c:pt>
                <c:pt idx="6624">
                  <c:v>1.52298</c:v>
                </c:pt>
                <c:pt idx="6625">
                  <c:v>1.52329</c:v>
                </c:pt>
                <c:pt idx="6626">
                  <c:v>1.52359</c:v>
                </c:pt>
                <c:pt idx="6627">
                  <c:v>1.5239</c:v>
                </c:pt>
                <c:pt idx="6628">
                  <c:v>1.5242</c:v>
                </c:pt>
                <c:pt idx="6629">
                  <c:v>1.52451</c:v>
                </c:pt>
                <c:pt idx="6630">
                  <c:v>1.5248200000000001</c:v>
                </c:pt>
                <c:pt idx="6631">
                  <c:v>1.52512</c:v>
                </c:pt>
                <c:pt idx="6632">
                  <c:v>1.5254300000000001</c:v>
                </c:pt>
                <c:pt idx="6633">
                  <c:v>1.52573</c:v>
                </c:pt>
                <c:pt idx="6634">
                  <c:v>1.5260400000000001</c:v>
                </c:pt>
                <c:pt idx="6635">
                  <c:v>1.52634</c:v>
                </c:pt>
                <c:pt idx="6636">
                  <c:v>1.5266500000000001</c:v>
                </c:pt>
                <c:pt idx="6637">
                  <c:v>1.52695</c:v>
                </c:pt>
                <c:pt idx="6638">
                  <c:v>1.5272600000000001</c:v>
                </c:pt>
                <c:pt idx="6639">
                  <c:v>1.52756</c:v>
                </c:pt>
                <c:pt idx="6640">
                  <c:v>1.5278700000000001</c:v>
                </c:pt>
                <c:pt idx="6641">
                  <c:v>1.5281800000000001</c:v>
                </c:pt>
                <c:pt idx="6642">
                  <c:v>1.5284800000000001</c:v>
                </c:pt>
                <c:pt idx="6643">
                  <c:v>1.5287900000000001</c:v>
                </c:pt>
                <c:pt idx="6644">
                  <c:v>1.5290900000000001</c:v>
                </c:pt>
                <c:pt idx="6645">
                  <c:v>1.5294000000000001</c:v>
                </c:pt>
                <c:pt idx="6646">
                  <c:v>1.5297000000000001</c:v>
                </c:pt>
                <c:pt idx="6647">
                  <c:v>1.5300100000000001</c:v>
                </c:pt>
                <c:pt idx="6648">
                  <c:v>1.5303100000000001</c:v>
                </c:pt>
                <c:pt idx="6649">
                  <c:v>1.5306200000000001</c:v>
                </c:pt>
                <c:pt idx="6650">
                  <c:v>1.5309200000000001</c:v>
                </c:pt>
                <c:pt idx="6651">
                  <c:v>1.5312300000000001</c:v>
                </c:pt>
                <c:pt idx="6652">
                  <c:v>1.5315300000000001</c:v>
                </c:pt>
                <c:pt idx="6653">
                  <c:v>1.5318400000000001</c:v>
                </c:pt>
                <c:pt idx="6654">
                  <c:v>1.5321499999999999</c:v>
                </c:pt>
                <c:pt idx="6655">
                  <c:v>1.5324500000000001</c:v>
                </c:pt>
                <c:pt idx="6656">
                  <c:v>1.5327599999999999</c:v>
                </c:pt>
                <c:pt idx="6657">
                  <c:v>1.5330600000000001</c:v>
                </c:pt>
                <c:pt idx="6658">
                  <c:v>1.5333699999999999</c:v>
                </c:pt>
                <c:pt idx="6659">
                  <c:v>1.5336700000000001</c:v>
                </c:pt>
                <c:pt idx="6660">
                  <c:v>1.5339799999999999</c:v>
                </c:pt>
                <c:pt idx="6661">
                  <c:v>1.5342800000000001</c:v>
                </c:pt>
                <c:pt idx="6662">
                  <c:v>1.5345899999999999</c:v>
                </c:pt>
                <c:pt idx="6663">
                  <c:v>1.5348900000000001</c:v>
                </c:pt>
                <c:pt idx="6664">
                  <c:v>1.5351999999999999</c:v>
                </c:pt>
                <c:pt idx="6665">
                  <c:v>1.5355000000000001</c:v>
                </c:pt>
                <c:pt idx="6666">
                  <c:v>1.5358099999999999</c:v>
                </c:pt>
                <c:pt idx="6667">
                  <c:v>1.5361199999999999</c:v>
                </c:pt>
                <c:pt idx="6668">
                  <c:v>1.5364199999999999</c:v>
                </c:pt>
                <c:pt idx="6669">
                  <c:v>1.5367299999999999</c:v>
                </c:pt>
                <c:pt idx="6670">
                  <c:v>1.5370299999999999</c:v>
                </c:pt>
                <c:pt idx="6671">
                  <c:v>1.5373399999999999</c:v>
                </c:pt>
                <c:pt idx="6672">
                  <c:v>1.5376399999999999</c:v>
                </c:pt>
                <c:pt idx="6673">
                  <c:v>1.5379499999999999</c:v>
                </c:pt>
                <c:pt idx="6674">
                  <c:v>1.5382499999999999</c:v>
                </c:pt>
                <c:pt idx="6675">
                  <c:v>1.5385599999999999</c:v>
                </c:pt>
                <c:pt idx="6676">
                  <c:v>1.5388599999999999</c:v>
                </c:pt>
                <c:pt idx="6677">
                  <c:v>1.5391699999999999</c:v>
                </c:pt>
                <c:pt idx="6678">
                  <c:v>1.5394699999999999</c:v>
                </c:pt>
                <c:pt idx="6679">
                  <c:v>1.5397799999999999</c:v>
                </c:pt>
                <c:pt idx="6680">
                  <c:v>1.54009</c:v>
                </c:pt>
                <c:pt idx="6681">
                  <c:v>1.5403899999999999</c:v>
                </c:pt>
                <c:pt idx="6682">
                  <c:v>1.5407</c:v>
                </c:pt>
                <c:pt idx="6683">
                  <c:v>1.5409999999999999</c:v>
                </c:pt>
                <c:pt idx="6684">
                  <c:v>1.54131</c:v>
                </c:pt>
                <c:pt idx="6685">
                  <c:v>1.5416099999999999</c:v>
                </c:pt>
                <c:pt idx="6686">
                  <c:v>1.54192</c:v>
                </c:pt>
                <c:pt idx="6687">
                  <c:v>1.5422199999999999</c:v>
                </c:pt>
                <c:pt idx="6688">
                  <c:v>1.54253</c:v>
                </c:pt>
                <c:pt idx="6689">
                  <c:v>1.5428299999999999</c:v>
                </c:pt>
                <c:pt idx="6690">
                  <c:v>1.54314</c:v>
                </c:pt>
                <c:pt idx="6691">
                  <c:v>1.5434399999999999</c:v>
                </c:pt>
                <c:pt idx="6692">
                  <c:v>1.54375</c:v>
                </c:pt>
                <c:pt idx="6693">
                  <c:v>1.54406</c:v>
                </c:pt>
                <c:pt idx="6694">
                  <c:v>1.54436</c:v>
                </c:pt>
                <c:pt idx="6695">
                  <c:v>1.54467</c:v>
                </c:pt>
                <c:pt idx="6696">
                  <c:v>1.54497</c:v>
                </c:pt>
                <c:pt idx="6697">
                  <c:v>1.54528</c:v>
                </c:pt>
                <c:pt idx="6698">
                  <c:v>1.54558</c:v>
                </c:pt>
                <c:pt idx="6699">
                  <c:v>1.54589</c:v>
                </c:pt>
                <c:pt idx="6700">
                  <c:v>1.54619</c:v>
                </c:pt>
                <c:pt idx="6701">
                  <c:v>1.5465</c:v>
                </c:pt>
                <c:pt idx="6702">
                  <c:v>1.5468</c:v>
                </c:pt>
                <c:pt idx="6703">
                  <c:v>1.54711</c:v>
                </c:pt>
                <c:pt idx="6704">
                  <c:v>1.54742</c:v>
                </c:pt>
                <c:pt idx="6705">
                  <c:v>1.54772</c:v>
                </c:pt>
                <c:pt idx="6706">
                  <c:v>1.54803</c:v>
                </c:pt>
                <c:pt idx="6707">
                  <c:v>1.54833</c:v>
                </c:pt>
                <c:pt idx="6708">
                  <c:v>1.54864</c:v>
                </c:pt>
                <c:pt idx="6709">
                  <c:v>1.54894</c:v>
                </c:pt>
                <c:pt idx="6710">
                  <c:v>1.54925</c:v>
                </c:pt>
                <c:pt idx="6711">
                  <c:v>1.54955</c:v>
                </c:pt>
                <c:pt idx="6712">
                  <c:v>1.54986</c:v>
                </c:pt>
                <c:pt idx="6713">
                  <c:v>1.55016</c:v>
                </c:pt>
                <c:pt idx="6714">
                  <c:v>1.55047</c:v>
                </c:pt>
                <c:pt idx="6715">
                  <c:v>1.55077</c:v>
                </c:pt>
                <c:pt idx="6716">
                  <c:v>1.55108</c:v>
                </c:pt>
                <c:pt idx="6717">
                  <c:v>1.55139</c:v>
                </c:pt>
                <c:pt idx="6718">
                  <c:v>1.55169</c:v>
                </c:pt>
                <c:pt idx="6719">
                  <c:v>1.552</c:v>
                </c:pt>
                <c:pt idx="6720">
                  <c:v>1.5523</c:v>
                </c:pt>
                <c:pt idx="6721">
                  <c:v>1.55261</c:v>
                </c:pt>
                <c:pt idx="6722">
                  <c:v>1.55291</c:v>
                </c:pt>
                <c:pt idx="6723">
                  <c:v>1.55322</c:v>
                </c:pt>
                <c:pt idx="6724">
                  <c:v>1.55352</c:v>
                </c:pt>
                <c:pt idx="6725">
                  <c:v>1.55383</c:v>
                </c:pt>
                <c:pt idx="6726">
                  <c:v>1.55413</c:v>
                </c:pt>
                <c:pt idx="6727">
                  <c:v>1.55444</c:v>
                </c:pt>
                <c:pt idx="6728">
                  <c:v>1.55474</c:v>
                </c:pt>
                <c:pt idx="6729">
                  <c:v>1.55505</c:v>
                </c:pt>
                <c:pt idx="6730">
                  <c:v>1.5553600000000001</c:v>
                </c:pt>
                <c:pt idx="6731">
                  <c:v>1.55566</c:v>
                </c:pt>
                <c:pt idx="6732">
                  <c:v>1.5559700000000001</c:v>
                </c:pt>
                <c:pt idx="6733">
                  <c:v>1.55627</c:v>
                </c:pt>
                <c:pt idx="6734">
                  <c:v>1.5565800000000001</c:v>
                </c:pt>
                <c:pt idx="6735">
                  <c:v>1.55688</c:v>
                </c:pt>
                <c:pt idx="6736">
                  <c:v>1.5571900000000001</c:v>
                </c:pt>
                <c:pt idx="6737">
                  <c:v>1.55749</c:v>
                </c:pt>
                <c:pt idx="6738">
                  <c:v>1.5578000000000001</c:v>
                </c:pt>
                <c:pt idx="6739">
                  <c:v>1.5581</c:v>
                </c:pt>
                <c:pt idx="6740">
                  <c:v>1.5584100000000001</c:v>
                </c:pt>
                <c:pt idx="6741">
                  <c:v>1.55871</c:v>
                </c:pt>
                <c:pt idx="6742">
                  <c:v>1.5590200000000001</c:v>
                </c:pt>
                <c:pt idx="6743">
                  <c:v>1.5593300000000001</c:v>
                </c:pt>
                <c:pt idx="6744">
                  <c:v>1.5596300000000001</c:v>
                </c:pt>
                <c:pt idx="6745">
                  <c:v>1.5599400000000001</c:v>
                </c:pt>
                <c:pt idx="6746">
                  <c:v>1.5602400000000001</c:v>
                </c:pt>
                <c:pt idx="6747">
                  <c:v>1.5605500000000001</c:v>
                </c:pt>
                <c:pt idx="6748">
                  <c:v>1.5608500000000001</c:v>
                </c:pt>
                <c:pt idx="6749">
                  <c:v>1.5611600000000001</c:v>
                </c:pt>
                <c:pt idx="6750">
                  <c:v>1.5614600000000001</c:v>
                </c:pt>
                <c:pt idx="6751">
                  <c:v>1.5617700000000001</c:v>
                </c:pt>
                <c:pt idx="6752">
                  <c:v>1.5620700000000001</c:v>
                </c:pt>
                <c:pt idx="6753">
                  <c:v>1.5623800000000001</c:v>
                </c:pt>
                <c:pt idx="6754">
                  <c:v>1.5626899999999999</c:v>
                </c:pt>
                <c:pt idx="6755">
                  <c:v>1.5629900000000001</c:v>
                </c:pt>
                <c:pt idx="6756">
                  <c:v>1.5632999999999999</c:v>
                </c:pt>
                <c:pt idx="6757">
                  <c:v>1.5636000000000001</c:v>
                </c:pt>
                <c:pt idx="6758">
                  <c:v>1.5639099999999999</c:v>
                </c:pt>
                <c:pt idx="6759">
                  <c:v>1.5642100000000001</c:v>
                </c:pt>
                <c:pt idx="6760">
                  <c:v>1.5645199999999999</c:v>
                </c:pt>
                <c:pt idx="6761">
                  <c:v>1.5648200000000001</c:v>
                </c:pt>
                <c:pt idx="6762">
                  <c:v>1.5651299999999999</c:v>
                </c:pt>
                <c:pt idx="6763">
                  <c:v>1.5654300000000001</c:v>
                </c:pt>
                <c:pt idx="6764">
                  <c:v>1.5657399999999999</c:v>
                </c:pt>
                <c:pt idx="6765">
                  <c:v>1.5660400000000001</c:v>
                </c:pt>
                <c:pt idx="6766">
                  <c:v>1.5663499999999999</c:v>
                </c:pt>
                <c:pt idx="6767">
                  <c:v>1.5666599999999999</c:v>
                </c:pt>
                <c:pt idx="6768">
                  <c:v>1.5669599999999999</c:v>
                </c:pt>
                <c:pt idx="6769">
                  <c:v>1.5672699999999999</c:v>
                </c:pt>
                <c:pt idx="6770">
                  <c:v>1.5675699999999999</c:v>
                </c:pt>
                <c:pt idx="6771">
                  <c:v>1.5678799999999999</c:v>
                </c:pt>
                <c:pt idx="6772">
                  <c:v>1.5681799999999999</c:v>
                </c:pt>
                <c:pt idx="6773">
                  <c:v>1.5684899999999999</c:v>
                </c:pt>
                <c:pt idx="6774">
                  <c:v>1.5687899999999999</c:v>
                </c:pt>
                <c:pt idx="6775">
                  <c:v>1.5690999999999999</c:v>
                </c:pt>
                <c:pt idx="6776">
                  <c:v>1.5693999999999999</c:v>
                </c:pt>
                <c:pt idx="6777">
                  <c:v>1.5697099999999999</c:v>
                </c:pt>
                <c:pt idx="6778">
                  <c:v>1.5700099999999999</c:v>
                </c:pt>
                <c:pt idx="6779">
                  <c:v>1.5703199999999999</c:v>
                </c:pt>
                <c:pt idx="6780">
                  <c:v>1.57063</c:v>
                </c:pt>
                <c:pt idx="6781">
                  <c:v>1.5709299999999999</c:v>
                </c:pt>
                <c:pt idx="6782">
                  <c:v>1.57124</c:v>
                </c:pt>
                <c:pt idx="6783">
                  <c:v>1.5715399999999999</c:v>
                </c:pt>
                <c:pt idx="6784">
                  <c:v>1.57185</c:v>
                </c:pt>
                <c:pt idx="6785">
                  <c:v>1.5721499999999999</c:v>
                </c:pt>
                <c:pt idx="6786">
                  <c:v>1.57246</c:v>
                </c:pt>
                <c:pt idx="6787">
                  <c:v>1.5727599999999999</c:v>
                </c:pt>
                <c:pt idx="6788">
                  <c:v>1.57307</c:v>
                </c:pt>
                <c:pt idx="6789">
                  <c:v>1.5733699999999999</c:v>
                </c:pt>
                <c:pt idx="6790">
                  <c:v>1.57368</c:v>
                </c:pt>
                <c:pt idx="6791">
                  <c:v>1.5739799999999999</c:v>
                </c:pt>
                <c:pt idx="6792">
                  <c:v>1.57429</c:v>
                </c:pt>
                <c:pt idx="6793">
                  <c:v>1.5746</c:v>
                </c:pt>
                <c:pt idx="6794">
                  <c:v>1.5749</c:v>
                </c:pt>
                <c:pt idx="6795">
                  <c:v>1.57521</c:v>
                </c:pt>
                <c:pt idx="6796">
                  <c:v>1.57551</c:v>
                </c:pt>
                <c:pt idx="6797">
                  <c:v>1.57582</c:v>
                </c:pt>
                <c:pt idx="6798">
                  <c:v>1.57612</c:v>
                </c:pt>
                <c:pt idx="6799">
                  <c:v>1.57643</c:v>
                </c:pt>
                <c:pt idx="6800">
                  <c:v>1.57673</c:v>
                </c:pt>
                <c:pt idx="6801">
                  <c:v>1.57704</c:v>
                </c:pt>
                <c:pt idx="6802">
                  <c:v>1.57734</c:v>
                </c:pt>
                <c:pt idx="6803">
                  <c:v>1.57765</c:v>
                </c:pt>
                <c:pt idx="6804">
                  <c:v>1.57795</c:v>
                </c:pt>
                <c:pt idx="6805">
                  <c:v>1.57826</c:v>
                </c:pt>
                <c:pt idx="6806">
                  <c:v>1.57857</c:v>
                </c:pt>
                <c:pt idx="6807">
                  <c:v>1.57887</c:v>
                </c:pt>
                <c:pt idx="6808">
                  <c:v>1.57918</c:v>
                </c:pt>
                <c:pt idx="6809">
                  <c:v>1.57948</c:v>
                </c:pt>
                <c:pt idx="6810">
                  <c:v>1.57979</c:v>
                </c:pt>
                <c:pt idx="6811">
                  <c:v>1.58009</c:v>
                </c:pt>
                <c:pt idx="6812">
                  <c:v>1.5804</c:v>
                </c:pt>
                <c:pt idx="6813">
                  <c:v>1.5807</c:v>
                </c:pt>
                <c:pt idx="6814">
                  <c:v>1.58101</c:v>
                </c:pt>
                <c:pt idx="6815">
                  <c:v>1.58131</c:v>
                </c:pt>
                <c:pt idx="6816">
                  <c:v>1.58162</c:v>
                </c:pt>
                <c:pt idx="6817">
                  <c:v>1.5819300000000001</c:v>
                </c:pt>
                <c:pt idx="6818">
                  <c:v>1.58223</c:v>
                </c:pt>
                <c:pt idx="6819">
                  <c:v>1.5825400000000001</c:v>
                </c:pt>
                <c:pt idx="6820">
                  <c:v>1.58284</c:v>
                </c:pt>
                <c:pt idx="6821">
                  <c:v>1.5831500000000001</c:v>
                </c:pt>
                <c:pt idx="6822">
                  <c:v>1.58345</c:v>
                </c:pt>
                <c:pt idx="6823">
                  <c:v>1.5837600000000001</c:v>
                </c:pt>
                <c:pt idx="6824">
                  <c:v>1.58406</c:v>
                </c:pt>
                <c:pt idx="6825">
                  <c:v>1.5843700000000001</c:v>
                </c:pt>
                <c:pt idx="6826">
                  <c:v>1.58467</c:v>
                </c:pt>
                <c:pt idx="6827">
                  <c:v>1.5849800000000001</c:v>
                </c:pt>
                <c:pt idx="6828">
                  <c:v>1.58528</c:v>
                </c:pt>
                <c:pt idx="6829">
                  <c:v>1.5855900000000001</c:v>
                </c:pt>
                <c:pt idx="6830">
                  <c:v>1.5859000000000001</c:v>
                </c:pt>
                <c:pt idx="6831">
                  <c:v>1.5862000000000001</c:v>
                </c:pt>
                <c:pt idx="6832">
                  <c:v>1.5865100000000001</c:v>
                </c:pt>
                <c:pt idx="6833">
                  <c:v>1.5868100000000001</c:v>
                </c:pt>
                <c:pt idx="6834">
                  <c:v>1.5871200000000001</c:v>
                </c:pt>
                <c:pt idx="6835">
                  <c:v>1.5874200000000001</c:v>
                </c:pt>
                <c:pt idx="6836">
                  <c:v>1.5877300000000001</c:v>
                </c:pt>
                <c:pt idx="6837">
                  <c:v>1.5880300000000001</c:v>
                </c:pt>
                <c:pt idx="6838">
                  <c:v>1.5883400000000001</c:v>
                </c:pt>
                <c:pt idx="6839">
                  <c:v>1.5886400000000001</c:v>
                </c:pt>
                <c:pt idx="6840">
                  <c:v>1.5889500000000001</c:v>
                </c:pt>
                <c:pt idx="6841">
                  <c:v>1.5892500000000001</c:v>
                </c:pt>
                <c:pt idx="6842">
                  <c:v>1.5895600000000001</c:v>
                </c:pt>
                <c:pt idx="6843">
                  <c:v>1.5898699999999999</c:v>
                </c:pt>
                <c:pt idx="6844">
                  <c:v>1.5901700000000001</c:v>
                </c:pt>
                <c:pt idx="6845">
                  <c:v>1.5904799999999999</c:v>
                </c:pt>
                <c:pt idx="6846">
                  <c:v>1.5907800000000001</c:v>
                </c:pt>
                <c:pt idx="6847">
                  <c:v>1.5910899999999999</c:v>
                </c:pt>
                <c:pt idx="6848">
                  <c:v>1.5913900000000001</c:v>
                </c:pt>
                <c:pt idx="6849">
                  <c:v>1.5916999999999999</c:v>
                </c:pt>
                <c:pt idx="6850">
                  <c:v>1.5920000000000001</c:v>
                </c:pt>
                <c:pt idx="6851">
                  <c:v>1.5923099999999999</c:v>
                </c:pt>
                <c:pt idx="6852">
                  <c:v>1.5926100000000001</c:v>
                </c:pt>
                <c:pt idx="6853">
                  <c:v>1.5929199999999999</c:v>
                </c:pt>
                <c:pt idx="6854">
                  <c:v>1.5932200000000001</c:v>
                </c:pt>
                <c:pt idx="6855">
                  <c:v>1.5935299999999999</c:v>
                </c:pt>
                <c:pt idx="6856">
                  <c:v>1.5938399999999999</c:v>
                </c:pt>
                <c:pt idx="6857">
                  <c:v>1.5941399999999999</c:v>
                </c:pt>
                <c:pt idx="6858">
                  <c:v>1.5944499999999999</c:v>
                </c:pt>
                <c:pt idx="6859">
                  <c:v>1.5947499999999999</c:v>
                </c:pt>
                <c:pt idx="6860">
                  <c:v>1.5950599999999999</c:v>
                </c:pt>
                <c:pt idx="6861">
                  <c:v>1.5953599999999999</c:v>
                </c:pt>
                <c:pt idx="6862">
                  <c:v>1.5956699999999999</c:v>
                </c:pt>
                <c:pt idx="6863">
                  <c:v>1.5959700000000001</c:v>
                </c:pt>
                <c:pt idx="6864">
                  <c:v>1.5962799999999999</c:v>
                </c:pt>
                <c:pt idx="6865">
                  <c:v>1.5965800000000001</c:v>
                </c:pt>
                <c:pt idx="6866">
                  <c:v>1.5968899999999999</c:v>
                </c:pt>
                <c:pt idx="6867">
                  <c:v>1.5971900000000001</c:v>
                </c:pt>
                <c:pt idx="6868">
                  <c:v>1.5974999999999999</c:v>
                </c:pt>
                <c:pt idx="6869">
                  <c:v>1.59781</c:v>
                </c:pt>
                <c:pt idx="6870">
                  <c:v>1.5981099999999999</c:v>
                </c:pt>
                <c:pt idx="6871">
                  <c:v>1.59842</c:v>
                </c:pt>
                <c:pt idx="6872">
                  <c:v>1.5987199999999999</c:v>
                </c:pt>
                <c:pt idx="6873">
                  <c:v>1.59903</c:v>
                </c:pt>
                <c:pt idx="6874">
                  <c:v>1.5993299999999999</c:v>
                </c:pt>
                <c:pt idx="6875">
                  <c:v>1.59964</c:v>
                </c:pt>
                <c:pt idx="6876">
                  <c:v>1.5999399999999999</c:v>
                </c:pt>
                <c:pt idx="6877">
                  <c:v>1.60025</c:v>
                </c:pt>
                <c:pt idx="6878">
                  <c:v>1.6005499999999999</c:v>
                </c:pt>
                <c:pt idx="6879">
                  <c:v>1.6008599999999999</c:v>
                </c:pt>
                <c:pt idx="6880">
                  <c:v>1.60117</c:v>
                </c:pt>
                <c:pt idx="6881">
                  <c:v>1.6014699999999999</c:v>
                </c:pt>
                <c:pt idx="6882">
                  <c:v>1.60178</c:v>
                </c:pt>
                <c:pt idx="6883">
                  <c:v>1.6020799999999999</c:v>
                </c:pt>
                <c:pt idx="6884">
                  <c:v>1.60239</c:v>
                </c:pt>
                <c:pt idx="6885">
                  <c:v>1.6026899999999999</c:v>
                </c:pt>
                <c:pt idx="6886">
                  <c:v>1.603</c:v>
                </c:pt>
                <c:pt idx="6887">
                  <c:v>1.6032999999999999</c:v>
                </c:pt>
                <c:pt idx="6888">
                  <c:v>1.60361</c:v>
                </c:pt>
                <c:pt idx="6889">
                  <c:v>1.6039099999999999</c:v>
                </c:pt>
                <c:pt idx="6890">
                  <c:v>1.60422</c:v>
                </c:pt>
                <c:pt idx="6891">
                  <c:v>1.6045199999999999</c:v>
                </c:pt>
                <c:pt idx="6892">
                  <c:v>1.60483</c:v>
                </c:pt>
                <c:pt idx="6893">
                  <c:v>1.60514</c:v>
                </c:pt>
                <c:pt idx="6894">
                  <c:v>1.60544</c:v>
                </c:pt>
                <c:pt idx="6895">
                  <c:v>1.60575</c:v>
                </c:pt>
                <c:pt idx="6896">
                  <c:v>1.60605</c:v>
                </c:pt>
                <c:pt idx="6897">
                  <c:v>1.60636</c:v>
                </c:pt>
                <c:pt idx="6898">
                  <c:v>1.60666</c:v>
                </c:pt>
                <c:pt idx="6899">
                  <c:v>1.60697</c:v>
                </c:pt>
                <c:pt idx="6900">
                  <c:v>1.60727</c:v>
                </c:pt>
                <c:pt idx="6901">
                  <c:v>1.60758</c:v>
                </c:pt>
                <c:pt idx="6902">
                  <c:v>1.60788</c:v>
                </c:pt>
                <c:pt idx="6903">
                  <c:v>1.60819</c:v>
                </c:pt>
                <c:pt idx="6904">
                  <c:v>1.60849</c:v>
                </c:pt>
                <c:pt idx="6905">
                  <c:v>1.6088</c:v>
                </c:pt>
                <c:pt idx="6906">
                  <c:v>1.60911</c:v>
                </c:pt>
                <c:pt idx="6907">
                  <c:v>1.60941</c:v>
                </c:pt>
                <c:pt idx="6908">
                  <c:v>1.60972</c:v>
                </c:pt>
                <c:pt idx="6909">
                  <c:v>1.61002</c:v>
                </c:pt>
                <c:pt idx="6910">
                  <c:v>1.61033</c:v>
                </c:pt>
                <c:pt idx="6911">
                  <c:v>1.61063</c:v>
                </c:pt>
                <c:pt idx="6912">
                  <c:v>1.61094</c:v>
                </c:pt>
                <c:pt idx="6913">
                  <c:v>1.61124</c:v>
                </c:pt>
                <c:pt idx="6914">
                  <c:v>1.61155</c:v>
                </c:pt>
                <c:pt idx="6915">
                  <c:v>1.61185</c:v>
                </c:pt>
                <c:pt idx="6916">
                  <c:v>1.61216</c:v>
                </c:pt>
                <c:pt idx="6917">
                  <c:v>1.61246</c:v>
                </c:pt>
                <c:pt idx="6918">
                  <c:v>1.61277</c:v>
                </c:pt>
                <c:pt idx="6919">
                  <c:v>1.6130800000000001</c:v>
                </c:pt>
                <c:pt idx="6920">
                  <c:v>1.61338</c:v>
                </c:pt>
                <c:pt idx="6921">
                  <c:v>1.6136900000000001</c:v>
                </c:pt>
                <c:pt idx="6922">
                  <c:v>1.61399</c:v>
                </c:pt>
                <c:pt idx="6923">
                  <c:v>1.6143000000000001</c:v>
                </c:pt>
                <c:pt idx="6924">
                  <c:v>1.6146</c:v>
                </c:pt>
                <c:pt idx="6925">
                  <c:v>1.6149100000000001</c:v>
                </c:pt>
                <c:pt idx="6926">
                  <c:v>1.61521</c:v>
                </c:pt>
                <c:pt idx="6927">
                  <c:v>1.6155200000000001</c:v>
                </c:pt>
                <c:pt idx="6928">
                  <c:v>1.61582</c:v>
                </c:pt>
                <c:pt idx="6929">
                  <c:v>1.6161300000000001</c:v>
                </c:pt>
                <c:pt idx="6930">
                  <c:v>1.6164400000000001</c:v>
                </c:pt>
                <c:pt idx="6931">
                  <c:v>1.6167400000000001</c:v>
                </c:pt>
                <c:pt idx="6932">
                  <c:v>1.6170500000000001</c:v>
                </c:pt>
                <c:pt idx="6933">
                  <c:v>1.6173500000000001</c:v>
                </c:pt>
                <c:pt idx="6934">
                  <c:v>1.6176600000000001</c:v>
                </c:pt>
                <c:pt idx="6935">
                  <c:v>1.6179600000000001</c:v>
                </c:pt>
                <c:pt idx="6936">
                  <c:v>1.6182700000000001</c:v>
                </c:pt>
                <c:pt idx="6937">
                  <c:v>1.6185700000000001</c:v>
                </c:pt>
                <c:pt idx="6938">
                  <c:v>1.6188800000000001</c:v>
                </c:pt>
                <c:pt idx="6939">
                  <c:v>1.6191800000000001</c:v>
                </c:pt>
                <c:pt idx="6940">
                  <c:v>1.6194900000000001</c:v>
                </c:pt>
                <c:pt idx="6941">
                  <c:v>1.6197900000000001</c:v>
                </c:pt>
                <c:pt idx="6942">
                  <c:v>1.6201000000000001</c:v>
                </c:pt>
                <c:pt idx="6943">
                  <c:v>1.6204099999999999</c:v>
                </c:pt>
                <c:pt idx="6944">
                  <c:v>1.6207100000000001</c:v>
                </c:pt>
                <c:pt idx="6945">
                  <c:v>1.6210199999999999</c:v>
                </c:pt>
                <c:pt idx="6946">
                  <c:v>1.6213200000000001</c:v>
                </c:pt>
                <c:pt idx="6947">
                  <c:v>1.6216299999999999</c:v>
                </c:pt>
                <c:pt idx="6948">
                  <c:v>1.6219300000000001</c:v>
                </c:pt>
                <c:pt idx="6949">
                  <c:v>1.6222399999999999</c:v>
                </c:pt>
                <c:pt idx="6950">
                  <c:v>1.6225400000000001</c:v>
                </c:pt>
                <c:pt idx="6951">
                  <c:v>1.6228499999999999</c:v>
                </c:pt>
                <c:pt idx="6952">
                  <c:v>1.6231500000000001</c:v>
                </c:pt>
                <c:pt idx="6953">
                  <c:v>1.6234599999999999</c:v>
                </c:pt>
                <c:pt idx="6954">
                  <c:v>1.6237600000000001</c:v>
                </c:pt>
                <c:pt idx="6955">
                  <c:v>1.6240699999999999</c:v>
                </c:pt>
                <c:pt idx="6956">
                  <c:v>1.6243799999999999</c:v>
                </c:pt>
                <c:pt idx="6957">
                  <c:v>1.6246799999999999</c:v>
                </c:pt>
                <c:pt idx="6958">
                  <c:v>1.6249899999999999</c:v>
                </c:pt>
                <c:pt idx="6959">
                  <c:v>1.6252899999999999</c:v>
                </c:pt>
                <c:pt idx="6960">
                  <c:v>1.6255999999999999</c:v>
                </c:pt>
                <c:pt idx="6961">
                  <c:v>1.6258999999999999</c:v>
                </c:pt>
                <c:pt idx="6962">
                  <c:v>1.6262099999999999</c:v>
                </c:pt>
                <c:pt idx="6963">
                  <c:v>1.6265099999999999</c:v>
                </c:pt>
                <c:pt idx="6964">
                  <c:v>1.6268199999999999</c:v>
                </c:pt>
                <c:pt idx="6965">
                  <c:v>1.6271199999999999</c:v>
                </c:pt>
                <c:pt idx="6966">
                  <c:v>1.6274299999999999</c:v>
                </c:pt>
                <c:pt idx="6967">
                  <c:v>1.6277299999999999</c:v>
                </c:pt>
                <c:pt idx="6968">
                  <c:v>1.6280399999999999</c:v>
                </c:pt>
                <c:pt idx="6969">
                  <c:v>1.62835</c:v>
                </c:pt>
                <c:pt idx="6970">
                  <c:v>1.6286499999999999</c:v>
                </c:pt>
                <c:pt idx="6971">
                  <c:v>1.62896</c:v>
                </c:pt>
                <c:pt idx="6972">
                  <c:v>1.6292599999999999</c:v>
                </c:pt>
                <c:pt idx="6973">
                  <c:v>1.62957</c:v>
                </c:pt>
                <c:pt idx="6974">
                  <c:v>1.6298699999999999</c:v>
                </c:pt>
                <c:pt idx="6975">
                  <c:v>1.63018</c:v>
                </c:pt>
                <c:pt idx="6976">
                  <c:v>1.6304799999999999</c:v>
                </c:pt>
                <c:pt idx="6977">
                  <c:v>1.63079</c:v>
                </c:pt>
                <c:pt idx="6978">
                  <c:v>1.6310899999999999</c:v>
                </c:pt>
                <c:pt idx="6979">
                  <c:v>1.6314</c:v>
                </c:pt>
                <c:pt idx="6980">
                  <c:v>1.6316999999999999</c:v>
                </c:pt>
                <c:pt idx="6981">
                  <c:v>1.63201</c:v>
                </c:pt>
                <c:pt idx="6982">
                  <c:v>1.63232</c:v>
                </c:pt>
                <c:pt idx="6983">
                  <c:v>1.63262</c:v>
                </c:pt>
                <c:pt idx="6984">
                  <c:v>1.63293</c:v>
                </c:pt>
                <c:pt idx="6985">
                  <c:v>1.63323</c:v>
                </c:pt>
                <c:pt idx="6986">
                  <c:v>1.63354</c:v>
                </c:pt>
                <c:pt idx="6987">
                  <c:v>1.63384</c:v>
                </c:pt>
                <c:pt idx="6988">
                  <c:v>1.63415</c:v>
                </c:pt>
                <c:pt idx="6989">
                  <c:v>1.63445</c:v>
                </c:pt>
                <c:pt idx="6990">
                  <c:v>1.63476</c:v>
                </c:pt>
                <c:pt idx="6991">
                  <c:v>1.63506</c:v>
                </c:pt>
                <c:pt idx="6992">
                  <c:v>1.63537</c:v>
                </c:pt>
                <c:pt idx="6993">
                  <c:v>1.63568</c:v>
                </c:pt>
                <c:pt idx="6994">
                  <c:v>1.63598</c:v>
                </c:pt>
                <c:pt idx="6995">
                  <c:v>1.63629</c:v>
                </c:pt>
                <c:pt idx="6996">
                  <c:v>1.63659</c:v>
                </c:pt>
                <c:pt idx="6997">
                  <c:v>1.6369</c:v>
                </c:pt>
                <c:pt idx="6998">
                  <c:v>1.6372</c:v>
                </c:pt>
                <c:pt idx="6999">
                  <c:v>1.63751</c:v>
                </c:pt>
                <c:pt idx="7000">
                  <c:v>1.63781</c:v>
                </c:pt>
                <c:pt idx="7001">
                  <c:v>1.63812</c:v>
                </c:pt>
                <c:pt idx="7002">
                  <c:v>1.63842</c:v>
                </c:pt>
                <c:pt idx="7003">
                  <c:v>1.63873</c:v>
                </c:pt>
                <c:pt idx="7004">
                  <c:v>1.63903</c:v>
                </c:pt>
                <c:pt idx="7005">
                  <c:v>1.63934</c:v>
                </c:pt>
                <c:pt idx="7006">
                  <c:v>1.6396500000000001</c:v>
                </c:pt>
                <c:pt idx="7007">
                  <c:v>1.63995</c:v>
                </c:pt>
                <c:pt idx="7008">
                  <c:v>1.6402600000000001</c:v>
                </c:pt>
                <c:pt idx="7009">
                  <c:v>1.64056</c:v>
                </c:pt>
                <c:pt idx="7010">
                  <c:v>1.6408700000000001</c:v>
                </c:pt>
                <c:pt idx="7011">
                  <c:v>1.64117</c:v>
                </c:pt>
                <c:pt idx="7012">
                  <c:v>1.6414800000000001</c:v>
                </c:pt>
                <c:pt idx="7013">
                  <c:v>1.64178</c:v>
                </c:pt>
                <c:pt idx="7014">
                  <c:v>1.64209</c:v>
                </c:pt>
                <c:pt idx="7015">
                  <c:v>1.64239</c:v>
                </c:pt>
                <c:pt idx="7016">
                  <c:v>1.6427</c:v>
                </c:pt>
                <c:pt idx="7017">
                  <c:v>1.643</c:v>
                </c:pt>
                <c:pt idx="7018">
                  <c:v>1.64331</c:v>
                </c:pt>
                <c:pt idx="7019">
                  <c:v>1.6436200000000001</c:v>
                </c:pt>
                <c:pt idx="7020">
                  <c:v>1.64392</c:v>
                </c:pt>
                <c:pt idx="7021">
                  <c:v>1.6442300000000001</c:v>
                </c:pt>
                <c:pt idx="7022">
                  <c:v>1.64453</c:v>
                </c:pt>
                <c:pt idx="7023">
                  <c:v>1.6448400000000001</c:v>
                </c:pt>
                <c:pt idx="7024">
                  <c:v>1.64514</c:v>
                </c:pt>
                <c:pt idx="7025">
                  <c:v>1.6454500000000001</c:v>
                </c:pt>
                <c:pt idx="7026">
                  <c:v>1.64575</c:v>
                </c:pt>
                <c:pt idx="7027">
                  <c:v>1.6460600000000001</c:v>
                </c:pt>
                <c:pt idx="7028">
                  <c:v>1.64636</c:v>
                </c:pt>
                <c:pt idx="7029">
                  <c:v>1.6466700000000001</c:v>
                </c:pt>
                <c:pt idx="7030">
                  <c:v>1.64697</c:v>
                </c:pt>
                <c:pt idx="7031">
                  <c:v>1.6472800000000001</c:v>
                </c:pt>
                <c:pt idx="7032">
                  <c:v>1.6475900000000001</c:v>
                </c:pt>
                <c:pt idx="7033">
                  <c:v>1.6478900000000001</c:v>
                </c:pt>
                <c:pt idx="7034">
                  <c:v>1.6482000000000001</c:v>
                </c:pt>
                <c:pt idx="7035">
                  <c:v>1.6485000000000001</c:v>
                </c:pt>
                <c:pt idx="7036">
                  <c:v>1.6488100000000001</c:v>
                </c:pt>
                <c:pt idx="7037">
                  <c:v>1.6491100000000001</c:v>
                </c:pt>
                <c:pt idx="7038">
                  <c:v>1.6494200000000001</c:v>
                </c:pt>
                <c:pt idx="7039">
                  <c:v>1.6497200000000001</c:v>
                </c:pt>
                <c:pt idx="7040">
                  <c:v>1.6500300000000001</c:v>
                </c:pt>
                <c:pt idx="7041">
                  <c:v>1.6503300000000001</c:v>
                </c:pt>
                <c:pt idx="7042">
                  <c:v>1.6506400000000001</c:v>
                </c:pt>
                <c:pt idx="7043">
                  <c:v>1.6509400000000001</c:v>
                </c:pt>
                <c:pt idx="7044">
                  <c:v>1.6512500000000001</c:v>
                </c:pt>
                <c:pt idx="7045">
                  <c:v>1.6515599999999999</c:v>
                </c:pt>
                <c:pt idx="7046">
                  <c:v>1.6518600000000001</c:v>
                </c:pt>
                <c:pt idx="7047">
                  <c:v>1.6521699999999999</c:v>
                </c:pt>
                <c:pt idx="7048">
                  <c:v>1.6524700000000001</c:v>
                </c:pt>
                <c:pt idx="7049">
                  <c:v>1.6527799999999999</c:v>
                </c:pt>
                <c:pt idx="7050">
                  <c:v>1.6530800000000001</c:v>
                </c:pt>
                <c:pt idx="7051">
                  <c:v>1.6533899999999999</c:v>
                </c:pt>
                <c:pt idx="7052">
                  <c:v>1.6536900000000001</c:v>
                </c:pt>
                <c:pt idx="7053">
                  <c:v>1.6539999999999999</c:v>
                </c:pt>
                <c:pt idx="7054">
                  <c:v>1.6543000000000001</c:v>
                </c:pt>
                <c:pt idx="7055">
                  <c:v>1.6546099999999999</c:v>
                </c:pt>
                <c:pt idx="7056">
                  <c:v>1.6549199999999999</c:v>
                </c:pt>
                <c:pt idx="7057">
                  <c:v>1.6552199999999999</c:v>
                </c:pt>
                <c:pt idx="7058">
                  <c:v>1.6555299999999999</c:v>
                </c:pt>
                <c:pt idx="7059">
                  <c:v>1.6558299999999999</c:v>
                </c:pt>
                <c:pt idx="7060">
                  <c:v>1.6561399999999999</c:v>
                </c:pt>
                <c:pt idx="7061">
                  <c:v>1.6564399999999999</c:v>
                </c:pt>
                <c:pt idx="7062">
                  <c:v>1.6567499999999999</c:v>
                </c:pt>
                <c:pt idx="7063">
                  <c:v>1.6570499999999999</c:v>
                </c:pt>
                <c:pt idx="7064">
                  <c:v>1.6573599999999999</c:v>
                </c:pt>
                <c:pt idx="7065">
                  <c:v>1.6576599999999999</c:v>
                </c:pt>
                <c:pt idx="7066">
                  <c:v>1.6579699999999999</c:v>
                </c:pt>
                <c:pt idx="7067">
                  <c:v>1.6582699999999999</c:v>
                </c:pt>
                <c:pt idx="7068">
                  <c:v>1.6585799999999999</c:v>
                </c:pt>
                <c:pt idx="7069">
                  <c:v>1.65889</c:v>
                </c:pt>
                <c:pt idx="7070">
                  <c:v>1.6591899999999999</c:v>
                </c:pt>
                <c:pt idx="7071">
                  <c:v>1.6595</c:v>
                </c:pt>
                <c:pt idx="7072">
                  <c:v>1.6597999999999999</c:v>
                </c:pt>
                <c:pt idx="7073">
                  <c:v>1.66011</c:v>
                </c:pt>
                <c:pt idx="7074">
                  <c:v>1.6604099999999999</c:v>
                </c:pt>
                <c:pt idx="7075">
                  <c:v>1.66072</c:v>
                </c:pt>
                <c:pt idx="7076">
                  <c:v>1.6610199999999999</c:v>
                </c:pt>
                <c:pt idx="7077">
                  <c:v>1.66133</c:v>
                </c:pt>
                <c:pt idx="7078">
                  <c:v>1.6616299999999999</c:v>
                </c:pt>
                <c:pt idx="7079">
                  <c:v>1.66194</c:v>
                </c:pt>
                <c:pt idx="7080">
                  <c:v>1.6622399999999999</c:v>
                </c:pt>
                <c:pt idx="7081">
                  <c:v>1.66255</c:v>
                </c:pt>
                <c:pt idx="7082">
                  <c:v>1.66286</c:v>
                </c:pt>
                <c:pt idx="7083">
                  <c:v>1.66316</c:v>
                </c:pt>
                <c:pt idx="7084">
                  <c:v>1.66347</c:v>
                </c:pt>
                <c:pt idx="7085">
                  <c:v>1.66377</c:v>
                </c:pt>
                <c:pt idx="7086">
                  <c:v>1.66408</c:v>
                </c:pt>
                <c:pt idx="7087">
                  <c:v>1.66438</c:v>
                </c:pt>
                <c:pt idx="7088">
                  <c:v>1.66469</c:v>
                </c:pt>
                <c:pt idx="7089">
                  <c:v>1.66499</c:v>
                </c:pt>
                <c:pt idx="7090">
                  <c:v>1.6653</c:v>
                </c:pt>
                <c:pt idx="7091">
                  <c:v>1.6656</c:v>
                </c:pt>
                <c:pt idx="7092">
                  <c:v>1.66591</c:v>
                </c:pt>
                <c:pt idx="7093">
                  <c:v>1.66621</c:v>
                </c:pt>
                <c:pt idx="7094">
                  <c:v>1.66652</c:v>
                </c:pt>
                <c:pt idx="7095">
                  <c:v>1.66683</c:v>
                </c:pt>
                <c:pt idx="7096">
                  <c:v>1.66713</c:v>
                </c:pt>
                <c:pt idx="7097">
                  <c:v>1.66744</c:v>
                </c:pt>
                <c:pt idx="7098">
                  <c:v>1.66774</c:v>
                </c:pt>
                <c:pt idx="7099">
                  <c:v>1.66805</c:v>
                </c:pt>
                <c:pt idx="7100">
                  <c:v>1.66835</c:v>
                </c:pt>
                <c:pt idx="7101">
                  <c:v>1.66866</c:v>
                </c:pt>
                <c:pt idx="7102">
                  <c:v>1.66896</c:v>
                </c:pt>
                <c:pt idx="7103">
                  <c:v>1.66927</c:v>
                </c:pt>
                <c:pt idx="7104">
                  <c:v>1.66957</c:v>
                </c:pt>
                <c:pt idx="7105">
                  <c:v>1.66988</c:v>
                </c:pt>
                <c:pt idx="7106">
                  <c:v>1.67018</c:v>
                </c:pt>
                <c:pt idx="7107">
                  <c:v>1.67049</c:v>
                </c:pt>
                <c:pt idx="7108">
                  <c:v>1.6708000000000001</c:v>
                </c:pt>
                <c:pt idx="7109">
                  <c:v>1.6711</c:v>
                </c:pt>
                <c:pt idx="7110">
                  <c:v>1.6714100000000001</c:v>
                </c:pt>
                <c:pt idx="7111">
                  <c:v>1.67171</c:v>
                </c:pt>
                <c:pt idx="7112">
                  <c:v>1.6720200000000001</c:v>
                </c:pt>
                <c:pt idx="7113">
                  <c:v>1.67232</c:v>
                </c:pt>
                <c:pt idx="7114">
                  <c:v>1.6726300000000001</c:v>
                </c:pt>
                <c:pt idx="7115">
                  <c:v>1.67293</c:v>
                </c:pt>
                <c:pt idx="7116">
                  <c:v>1.6732400000000001</c:v>
                </c:pt>
                <c:pt idx="7117">
                  <c:v>1.67354</c:v>
                </c:pt>
                <c:pt idx="7118">
                  <c:v>1.6738500000000001</c:v>
                </c:pt>
                <c:pt idx="7119">
                  <c:v>1.6741600000000001</c:v>
                </c:pt>
                <c:pt idx="7120">
                  <c:v>1.6744600000000001</c:v>
                </c:pt>
                <c:pt idx="7121">
                  <c:v>1.6747700000000001</c:v>
                </c:pt>
                <c:pt idx="7122">
                  <c:v>1.6750700000000001</c:v>
                </c:pt>
                <c:pt idx="7123">
                  <c:v>1.6753800000000001</c:v>
                </c:pt>
                <c:pt idx="7124">
                  <c:v>1.6756800000000001</c:v>
                </c:pt>
                <c:pt idx="7125">
                  <c:v>1.6759900000000001</c:v>
                </c:pt>
                <c:pt idx="7126">
                  <c:v>1.6762900000000001</c:v>
                </c:pt>
                <c:pt idx="7127">
                  <c:v>1.6766000000000001</c:v>
                </c:pt>
                <c:pt idx="7128">
                  <c:v>1.6769000000000001</c:v>
                </c:pt>
                <c:pt idx="7129">
                  <c:v>1.6772100000000001</c:v>
                </c:pt>
                <c:pt idx="7130">
                  <c:v>1.6775100000000001</c:v>
                </c:pt>
                <c:pt idx="7131">
                  <c:v>1.6778200000000001</c:v>
                </c:pt>
                <c:pt idx="7132">
                  <c:v>1.6781299999999999</c:v>
                </c:pt>
                <c:pt idx="7133">
                  <c:v>1.6784300000000001</c:v>
                </c:pt>
                <c:pt idx="7134">
                  <c:v>1.6787399999999999</c:v>
                </c:pt>
                <c:pt idx="7135">
                  <c:v>1.6790400000000001</c:v>
                </c:pt>
                <c:pt idx="7136">
                  <c:v>1.6793499999999999</c:v>
                </c:pt>
                <c:pt idx="7137">
                  <c:v>1.6796500000000001</c:v>
                </c:pt>
                <c:pt idx="7138">
                  <c:v>1.6799599999999999</c:v>
                </c:pt>
                <c:pt idx="7139">
                  <c:v>1.6802600000000001</c:v>
                </c:pt>
                <c:pt idx="7140">
                  <c:v>1.6805699999999999</c:v>
                </c:pt>
                <c:pt idx="7141">
                  <c:v>1.6808700000000001</c:v>
                </c:pt>
                <c:pt idx="7142">
                  <c:v>1.6811799999999999</c:v>
                </c:pt>
                <c:pt idx="7143">
                  <c:v>1.6814800000000001</c:v>
                </c:pt>
                <c:pt idx="7144">
                  <c:v>1.6817899999999999</c:v>
                </c:pt>
                <c:pt idx="7145">
                  <c:v>1.6820999999999999</c:v>
                </c:pt>
                <c:pt idx="7146">
                  <c:v>1.6823999999999999</c:v>
                </c:pt>
                <c:pt idx="7147">
                  <c:v>1.6827099999999999</c:v>
                </c:pt>
                <c:pt idx="7148">
                  <c:v>1.6830099999999999</c:v>
                </c:pt>
                <c:pt idx="7149">
                  <c:v>1.6833199999999999</c:v>
                </c:pt>
                <c:pt idx="7150">
                  <c:v>1.6836199999999999</c:v>
                </c:pt>
                <c:pt idx="7151">
                  <c:v>1.6839299999999999</c:v>
                </c:pt>
                <c:pt idx="7152">
                  <c:v>1.6842299999999999</c:v>
                </c:pt>
                <c:pt idx="7153">
                  <c:v>1.6845399999999999</c:v>
                </c:pt>
                <c:pt idx="7154">
                  <c:v>1.6848399999999999</c:v>
                </c:pt>
                <c:pt idx="7155">
                  <c:v>1.6851499999999999</c:v>
                </c:pt>
                <c:pt idx="7156">
                  <c:v>1.6854499999999999</c:v>
                </c:pt>
                <c:pt idx="7157">
                  <c:v>1.6857599999999999</c:v>
                </c:pt>
                <c:pt idx="7158">
                  <c:v>1.68607</c:v>
                </c:pt>
                <c:pt idx="7159">
                  <c:v>1.6863699999999999</c:v>
                </c:pt>
                <c:pt idx="7160">
                  <c:v>1.68668</c:v>
                </c:pt>
                <c:pt idx="7161">
                  <c:v>1.6869799999999999</c:v>
                </c:pt>
                <c:pt idx="7162">
                  <c:v>1.68729</c:v>
                </c:pt>
                <c:pt idx="7163">
                  <c:v>1.6875899999999999</c:v>
                </c:pt>
                <c:pt idx="7164">
                  <c:v>1.6879</c:v>
                </c:pt>
                <c:pt idx="7165">
                  <c:v>1.6881999999999999</c:v>
                </c:pt>
                <c:pt idx="7166">
                  <c:v>1.68851</c:v>
                </c:pt>
                <c:pt idx="7167">
                  <c:v>1.6888099999999999</c:v>
                </c:pt>
                <c:pt idx="7168">
                  <c:v>1.68912</c:v>
                </c:pt>
                <c:pt idx="7169">
                  <c:v>1.68943</c:v>
                </c:pt>
                <c:pt idx="7170">
                  <c:v>1.68973</c:v>
                </c:pt>
                <c:pt idx="7171">
                  <c:v>1.69004</c:v>
                </c:pt>
                <c:pt idx="7172">
                  <c:v>1.69034</c:v>
                </c:pt>
                <c:pt idx="7173">
                  <c:v>1.69065</c:v>
                </c:pt>
                <c:pt idx="7174">
                  <c:v>1.69095</c:v>
                </c:pt>
                <c:pt idx="7175">
                  <c:v>1.69126</c:v>
                </c:pt>
                <c:pt idx="7176">
                  <c:v>1.69156</c:v>
                </c:pt>
                <c:pt idx="7177">
                  <c:v>1.69187</c:v>
                </c:pt>
                <c:pt idx="7178">
                  <c:v>1.69217</c:v>
                </c:pt>
                <c:pt idx="7179">
                  <c:v>1.69248</c:v>
                </c:pt>
                <c:pt idx="7180">
                  <c:v>1.69278</c:v>
                </c:pt>
                <c:pt idx="7181">
                  <c:v>1.69309</c:v>
                </c:pt>
                <c:pt idx="7182">
                  <c:v>1.6934</c:v>
                </c:pt>
                <c:pt idx="7183">
                  <c:v>1.6937</c:v>
                </c:pt>
                <c:pt idx="7184">
                  <c:v>1.69401</c:v>
                </c:pt>
                <c:pt idx="7185">
                  <c:v>1.69431</c:v>
                </c:pt>
                <c:pt idx="7186">
                  <c:v>1.69462</c:v>
                </c:pt>
                <c:pt idx="7187">
                  <c:v>1.69492</c:v>
                </c:pt>
                <c:pt idx="7188">
                  <c:v>1.69523</c:v>
                </c:pt>
                <c:pt idx="7189">
                  <c:v>1.69553</c:v>
                </c:pt>
                <c:pt idx="7190">
                  <c:v>1.69584</c:v>
                </c:pt>
                <c:pt idx="7191">
                  <c:v>1.69614</c:v>
                </c:pt>
                <c:pt idx="7192">
                  <c:v>1.69645</c:v>
                </c:pt>
                <c:pt idx="7193">
                  <c:v>1.69675</c:v>
                </c:pt>
                <c:pt idx="7194">
                  <c:v>1.69706</c:v>
                </c:pt>
                <c:pt idx="7195">
                  <c:v>1.69737</c:v>
                </c:pt>
                <c:pt idx="7196">
                  <c:v>1.69767</c:v>
                </c:pt>
                <c:pt idx="7197">
                  <c:v>1.69798</c:v>
                </c:pt>
                <c:pt idx="7198">
                  <c:v>1.69828</c:v>
                </c:pt>
                <c:pt idx="7199">
                  <c:v>1.69859</c:v>
                </c:pt>
                <c:pt idx="7200">
                  <c:v>1.69889</c:v>
                </c:pt>
                <c:pt idx="7201">
                  <c:v>1.6992</c:v>
                </c:pt>
                <c:pt idx="7202">
                  <c:v>1.6995</c:v>
                </c:pt>
                <c:pt idx="7203">
                  <c:v>1.69981</c:v>
                </c:pt>
                <c:pt idx="7204">
                  <c:v>1.70011</c:v>
                </c:pt>
                <c:pt idx="7205">
                  <c:v>1.70042</c:v>
                </c:pt>
                <c:pt idx="7206">
                  <c:v>1.70072</c:v>
                </c:pt>
                <c:pt idx="7207">
                  <c:v>1.70103</c:v>
                </c:pt>
                <c:pt idx="7208">
                  <c:v>1.7013400000000001</c:v>
                </c:pt>
                <c:pt idx="7209">
                  <c:v>1.70164</c:v>
                </c:pt>
                <c:pt idx="7210">
                  <c:v>1.7019500000000001</c:v>
                </c:pt>
                <c:pt idx="7211">
                  <c:v>1.70225</c:v>
                </c:pt>
                <c:pt idx="7212">
                  <c:v>1.7025600000000001</c:v>
                </c:pt>
                <c:pt idx="7213">
                  <c:v>1.70286</c:v>
                </c:pt>
                <c:pt idx="7214">
                  <c:v>1.7031700000000001</c:v>
                </c:pt>
                <c:pt idx="7215">
                  <c:v>1.70347</c:v>
                </c:pt>
                <c:pt idx="7216">
                  <c:v>1.7037800000000001</c:v>
                </c:pt>
                <c:pt idx="7217">
                  <c:v>1.70408</c:v>
                </c:pt>
                <c:pt idx="7218">
                  <c:v>1.7043900000000001</c:v>
                </c:pt>
                <c:pt idx="7219">
                  <c:v>1.70469</c:v>
                </c:pt>
                <c:pt idx="7220">
                  <c:v>1.7050000000000001</c:v>
                </c:pt>
                <c:pt idx="7221">
                  <c:v>1.7053100000000001</c:v>
                </c:pt>
                <c:pt idx="7222">
                  <c:v>1.7056100000000001</c:v>
                </c:pt>
                <c:pt idx="7223">
                  <c:v>1.7059200000000001</c:v>
                </c:pt>
                <c:pt idx="7224">
                  <c:v>1.7062200000000001</c:v>
                </c:pt>
                <c:pt idx="7225">
                  <c:v>1.7065300000000001</c:v>
                </c:pt>
                <c:pt idx="7226">
                  <c:v>1.7068300000000001</c:v>
                </c:pt>
                <c:pt idx="7227">
                  <c:v>1.7071400000000001</c:v>
                </c:pt>
                <c:pt idx="7228">
                  <c:v>1.7074400000000001</c:v>
                </c:pt>
                <c:pt idx="7229">
                  <c:v>1.7077500000000001</c:v>
                </c:pt>
                <c:pt idx="7230">
                  <c:v>1.7080500000000001</c:v>
                </c:pt>
                <c:pt idx="7231">
                  <c:v>1.7083600000000001</c:v>
                </c:pt>
                <c:pt idx="7232">
                  <c:v>1.7086699999999999</c:v>
                </c:pt>
                <c:pt idx="7233">
                  <c:v>1.7089700000000001</c:v>
                </c:pt>
                <c:pt idx="7234">
                  <c:v>1.7092799999999999</c:v>
                </c:pt>
                <c:pt idx="7235">
                  <c:v>1.7095800000000001</c:v>
                </c:pt>
                <c:pt idx="7236">
                  <c:v>1.7098899999999999</c:v>
                </c:pt>
                <c:pt idx="7237">
                  <c:v>1.7101900000000001</c:v>
                </c:pt>
                <c:pt idx="7238">
                  <c:v>1.7104999999999999</c:v>
                </c:pt>
                <c:pt idx="7239">
                  <c:v>1.7108000000000001</c:v>
                </c:pt>
                <c:pt idx="7240">
                  <c:v>1.7111099999999999</c:v>
                </c:pt>
                <c:pt idx="7241">
                  <c:v>1.7114100000000001</c:v>
                </c:pt>
                <c:pt idx="7242">
                  <c:v>1.7117199999999999</c:v>
                </c:pt>
                <c:pt idx="7243">
                  <c:v>1.7120200000000001</c:v>
                </c:pt>
                <c:pt idx="7244">
                  <c:v>1.7123299999999999</c:v>
                </c:pt>
                <c:pt idx="7245">
                  <c:v>1.7126399999999999</c:v>
                </c:pt>
                <c:pt idx="7246">
                  <c:v>1.7129399999999999</c:v>
                </c:pt>
                <c:pt idx="7247">
                  <c:v>1.7132499999999999</c:v>
                </c:pt>
                <c:pt idx="7248">
                  <c:v>1.7135499999999999</c:v>
                </c:pt>
                <c:pt idx="7249">
                  <c:v>1.7138599999999999</c:v>
                </c:pt>
                <c:pt idx="7250">
                  <c:v>1.7141599999999999</c:v>
                </c:pt>
                <c:pt idx="7251">
                  <c:v>1.7144699999999999</c:v>
                </c:pt>
                <c:pt idx="7252">
                  <c:v>1.7147699999999999</c:v>
                </c:pt>
                <c:pt idx="7253">
                  <c:v>1.7150799999999999</c:v>
                </c:pt>
                <c:pt idx="7254">
                  <c:v>1.7153799999999999</c:v>
                </c:pt>
                <c:pt idx="7255">
                  <c:v>1.7156899999999999</c:v>
                </c:pt>
                <c:pt idx="7256">
                  <c:v>1.7159899999999999</c:v>
                </c:pt>
                <c:pt idx="7257">
                  <c:v>1.7162999999999999</c:v>
                </c:pt>
                <c:pt idx="7258">
                  <c:v>1.71661</c:v>
                </c:pt>
                <c:pt idx="7259">
                  <c:v>1.7169099999999999</c:v>
                </c:pt>
                <c:pt idx="7260">
                  <c:v>1.71722</c:v>
                </c:pt>
                <c:pt idx="7261">
                  <c:v>1.7175199999999999</c:v>
                </c:pt>
                <c:pt idx="7262">
                  <c:v>1.71783</c:v>
                </c:pt>
                <c:pt idx="7263">
                  <c:v>1.7181299999999999</c:v>
                </c:pt>
                <c:pt idx="7264">
                  <c:v>1.71844</c:v>
                </c:pt>
                <c:pt idx="7265">
                  <c:v>1.7187399999999999</c:v>
                </c:pt>
                <c:pt idx="7266">
                  <c:v>1.71905</c:v>
                </c:pt>
                <c:pt idx="7267">
                  <c:v>1.7193499999999999</c:v>
                </c:pt>
                <c:pt idx="7268">
                  <c:v>1.71966</c:v>
                </c:pt>
                <c:pt idx="7269">
                  <c:v>1.7199599999999999</c:v>
                </c:pt>
                <c:pt idx="7270">
                  <c:v>1.72027</c:v>
                </c:pt>
                <c:pt idx="7271">
                  <c:v>1.72058</c:v>
                </c:pt>
                <c:pt idx="7272">
                  <c:v>1.72088</c:v>
                </c:pt>
                <c:pt idx="7273">
                  <c:v>1.72119</c:v>
                </c:pt>
                <c:pt idx="7274">
                  <c:v>1.72149</c:v>
                </c:pt>
                <c:pt idx="7275">
                  <c:v>1.7218</c:v>
                </c:pt>
                <c:pt idx="7276">
                  <c:v>1.7221</c:v>
                </c:pt>
                <c:pt idx="7277">
                  <c:v>1.72241</c:v>
                </c:pt>
                <c:pt idx="7278">
                  <c:v>1.72271</c:v>
                </c:pt>
                <c:pt idx="7279">
                  <c:v>1.72302</c:v>
                </c:pt>
                <c:pt idx="7280">
                  <c:v>1.72332</c:v>
                </c:pt>
                <c:pt idx="7281">
                  <c:v>1.72363</c:v>
                </c:pt>
                <c:pt idx="7282">
                  <c:v>1.72393</c:v>
                </c:pt>
                <c:pt idx="7283">
                  <c:v>1.72424</c:v>
                </c:pt>
                <c:pt idx="7284">
                  <c:v>1.72455</c:v>
                </c:pt>
                <c:pt idx="7285">
                  <c:v>1.72485</c:v>
                </c:pt>
                <c:pt idx="7286">
                  <c:v>1.72516</c:v>
                </c:pt>
                <c:pt idx="7287">
                  <c:v>1.72546</c:v>
                </c:pt>
                <c:pt idx="7288">
                  <c:v>1.72577</c:v>
                </c:pt>
                <c:pt idx="7289">
                  <c:v>1.72607</c:v>
                </c:pt>
                <c:pt idx="7290">
                  <c:v>1.72638</c:v>
                </c:pt>
                <c:pt idx="7291">
                  <c:v>1.72668</c:v>
                </c:pt>
                <c:pt idx="7292">
                  <c:v>1.72699</c:v>
                </c:pt>
                <c:pt idx="7293">
                  <c:v>1.72729</c:v>
                </c:pt>
                <c:pt idx="7294">
                  <c:v>1.7276</c:v>
                </c:pt>
                <c:pt idx="7295">
                  <c:v>1.7279100000000001</c:v>
                </c:pt>
                <c:pt idx="7296">
                  <c:v>1.72821</c:v>
                </c:pt>
                <c:pt idx="7297">
                  <c:v>1.7285200000000001</c:v>
                </c:pt>
                <c:pt idx="7298">
                  <c:v>1.72882</c:v>
                </c:pt>
                <c:pt idx="7299">
                  <c:v>1.7291300000000001</c:v>
                </c:pt>
                <c:pt idx="7300">
                  <c:v>1.72943</c:v>
                </c:pt>
                <c:pt idx="7301">
                  <c:v>1.7297400000000001</c:v>
                </c:pt>
                <c:pt idx="7302">
                  <c:v>1.73004</c:v>
                </c:pt>
                <c:pt idx="7303">
                  <c:v>1.7303500000000001</c:v>
                </c:pt>
                <c:pt idx="7304">
                  <c:v>1.73065</c:v>
                </c:pt>
                <c:pt idx="7305">
                  <c:v>1.7309600000000001</c:v>
                </c:pt>
                <c:pt idx="7306">
                  <c:v>1.73126</c:v>
                </c:pt>
                <c:pt idx="7307">
                  <c:v>1.7315700000000001</c:v>
                </c:pt>
                <c:pt idx="7308">
                  <c:v>1.7318800000000001</c:v>
                </c:pt>
                <c:pt idx="7309">
                  <c:v>1.7321800000000001</c:v>
                </c:pt>
                <c:pt idx="7310">
                  <c:v>1.7324900000000001</c:v>
                </c:pt>
                <c:pt idx="7311">
                  <c:v>1.7327900000000001</c:v>
                </c:pt>
                <c:pt idx="7312">
                  <c:v>1.7331000000000001</c:v>
                </c:pt>
                <c:pt idx="7313">
                  <c:v>1.7334000000000001</c:v>
                </c:pt>
                <c:pt idx="7314">
                  <c:v>1.7337100000000001</c:v>
                </c:pt>
                <c:pt idx="7315">
                  <c:v>1.7340100000000001</c:v>
                </c:pt>
                <c:pt idx="7316">
                  <c:v>1.7343200000000001</c:v>
                </c:pt>
                <c:pt idx="7317">
                  <c:v>1.7346200000000001</c:v>
                </c:pt>
                <c:pt idx="7318">
                  <c:v>1.7349300000000001</c:v>
                </c:pt>
                <c:pt idx="7319">
                  <c:v>1.7352300000000001</c:v>
                </c:pt>
                <c:pt idx="7320">
                  <c:v>1.7355400000000001</c:v>
                </c:pt>
                <c:pt idx="7321">
                  <c:v>1.7358499999999999</c:v>
                </c:pt>
                <c:pt idx="7322">
                  <c:v>1.7361500000000001</c:v>
                </c:pt>
                <c:pt idx="7323">
                  <c:v>1.7364599999999999</c:v>
                </c:pt>
                <c:pt idx="7324">
                  <c:v>1.7367600000000001</c:v>
                </c:pt>
                <c:pt idx="7325">
                  <c:v>1.7370699999999999</c:v>
                </c:pt>
                <c:pt idx="7326">
                  <c:v>1.7373700000000001</c:v>
                </c:pt>
                <c:pt idx="7327">
                  <c:v>1.7376799999999999</c:v>
                </c:pt>
                <c:pt idx="7328">
                  <c:v>1.7379800000000001</c:v>
                </c:pt>
                <c:pt idx="7329">
                  <c:v>1.7382899999999999</c:v>
                </c:pt>
                <c:pt idx="7330">
                  <c:v>1.7385900000000001</c:v>
                </c:pt>
                <c:pt idx="7331">
                  <c:v>1.7388999999999999</c:v>
                </c:pt>
                <c:pt idx="7332">
                  <c:v>1.7392000000000001</c:v>
                </c:pt>
                <c:pt idx="7333">
                  <c:v>1.7395099999999999</c:v>
                </c:pt>
                <c:pt idx="7334">
                  <c:v>1.7398199999999999</c:v>
                </c:pt>
                <c:pt idx="7335">
                  <c:v>1.7401199999999999</c:v>
                </c:pt>
                <c:pt idx="7336">
                  <c:v>1.7404299999999999</c:v>
                </c:pt>
                <c:pt idx="7337">
                  <c:v>1.7407300000000001</c:v>
                </c:pt>
                <c:pt idx="7338">
                  <c:v>1.7410399999999999</c:v>
                </c:pt>
                <c:pt idx="7339">
                  <c:v>1.7413400000000001</c:v>
                </c:pt>
                <c:pt idx="7340">
                  <c:v>1.7416499999999999</c:v>
                </c:pt>
                <c:pt idx="7341">
                  <c:v>1.7419500000000001</c:v>
                </c:pt>
                <c:pt idx="7342">
                  <c:v>1.7422599999999999</c:v>
                </c:pt>
                <c:pt idx="7343">
                  <c:v>1.7425600000000001</c:v>
                </c:pt>
                <c:pt idx="7344">
                  <c:v>1.7428699999999999</c:v>
                </c:pt>
                <c:pt idx="7345">
                  <c:v>1.74318</c:v>
                </c:pt>
                <c:pt idx="7346">
                  <c:v>1.7434799999999999</c:v>
                </c:pt>
                <c:pt idx="7347">
                  <c:v>1.74379</c:v>
                </c:pt>
                <c:pt idx="7348">
                  <c:v>1.7440899999999999</c:v>
                </c:pt>
                <c:pt idx="7349">
                  <c:v>1.7444</c:v>
                </c:pt>
                <c:pt idx="7350">
                  <c:v>1.7446999999999999</c:v>
                </c:pt>
                <c:pt idx="7351">
                  <c:v>1.74501</c:v>
                </c:pt>
                <c:pt idx="7352">
                  <c:v>1.7453099999999999</c:v>
                </c:pt>
                <c:pt idx="7353">
                  <c:v>1.7456199999999999</c:v>
                </c:pt>
                <c:pt idx="7354">
                  <c:v>1.7459199999999999</c:v>
                </c:pt>
                <c:pt idx="7355">
                  <c:v>1.7462299999999999</c:v>
                </c:pt>
                <c:pt idx="7356">
                  <c:v>1.7465299999999999</c:v>
                </c:pt>
                <c:pt idx="7357">
                  <c:v>1.7468399999999999</c:v>
                </c:pt>
                <c:pt idx="7358">
                  <c:v>1.74715</c:v>
                </c:pt>
                <c:pt idx="7359">
                  <c:v>1.7474499999999999</c:v>
                </c:pt>
                <c:pt idx="7360">
                  <c:v>1.74776</c:v>
                </c:pt>
                <c:pt idx="7361">
                  <c:v>1.7480599999999999</c:v>
                </c:pt>
                <c:pt idx="7362">
                  <c:v>1.74837</c:v>
                </c:pt>
                <c:pt idx="7363">
                  <c:v>1.7486699999999999</c:v>
                </c:pt>
                <c:pt idx="7364">
                  <c:v>1.74898</c:v>
                </c:pt>
                <c:pt idx="7365">
                  <c:v>1.7492799999999999</c:v>
                </c:pt>
                <c:pt idx="7366">
                  <c:v>1.74959</c:v>
                </c:pt>
                <c:pt idx="7367">
                  <c:v>1.7498899999999999</c:v>
                </c:pt>
                <c:pt idx="7368">
                  <c:v>1.7502</c:v>
                </c:pt>
                <c:pt idx="7369">
                  <c:v>1.7504999999999999</c:v>
                </c:pt>
                <c:pt idx="7370">
                  <c:v>1.75081</c:v>
                </c:pt>
                <c:pt idx="7371">
                  <c:v>1.75112</c:v>
                </c:pt>
                <c:pt idx="7372">
                  <c:v>1.75142</c:v>
                </c:pt>
                <c:pt idx="7373">
                  <c:v>1.75173</c:v>
                </c:pt>
                <c:pt idx="7374">
                  <c:v>1.75203</c:v>
                </c:pt>
                <c:pt idx="7375">
                  <c:v>1.75234</c:v>
                </c:pt>
                <c:pt idx="7376">
                  <c:v>1.75264</c:v>
                </c:pt>
                <c:pt idx="7377">
                  <c:v>1.75295</c:v>
                </c:pt>
                <c:pt idx="7378">
                  <c:v>1.75325</c:v>
                </c:pt>
                <c:pt idx="7379">
                  <c:v>1.75356</c:v>
                </c:pt>
                <c:pt idx="7380">
                  <c:v>1.75386</c:v>
                </c:pt>
                <c:pt idx="7381">
                  <c:v>1.75417</c:v>
                </c:pt>
                <c:pt idx="7382">
                  <c:v>1.75447</c:v>
                </c:pt>
                <c:pt idx="7383">
                  <c:v>1.75478</c:v>
                </c:pt>
                <c:pt idx="7384">
                  <c:v>1.75509</c:v>
                </c:pt>
                <c:pt idx="7385">
                  <c:v>1.75539</c:v>
                </c:pt>
                <c:pt idx="7386">
                  <c:v>1.7557</c:v>
                </c:pt>
                <c:pt idx="7387">
                  <c:v>1.756</c:v>
                </c:pt>
                <c:pt idx="7388">
                  <c:v>1.75631</c:v>
                </c:pt>
                <c:pt idx="7389">
                  <c:v>1.75661</c:v>
                </c:pt>
                <c:pt idx="7390">
                  <c:v>1.75692</c:v>
                </c:pt>
                <c:pt idx="7391">
                  <c:v>1.75722</c:v>
                </c:pt>
                <c:pt idx="7392">
                  <c:v>1.75753</c:v>
                </c:pt>
                <c:pt idx="7393">
                  <c:v>1.75783</c:v>
                </c:pt>
                <c:pt idx="7394">
                  <c:v>1.75814</c:v>
                </c:pt>
                <c:pt idx="7395">
                  <c:v>1.75844</c:v>
                </c:pt>
                <c:pt idx="7396">
                  <c:v>1.75875</c:v>
                </c:pt>
                <c:pt idx="7397">
                  <c:v>1.7590600000000001</c:v>
                </c:pt>
                <c:pt idx="7398">
                  <c:v>1.75936</c:v>
                </c:pt>
                <c:pt idx="7399">
                  <c:v>1.7596700000000001</c:v>
                </c:pt>
                <c:pt idx="7400">
                  <c:v>1.75997</c:v>
                </c:pt>
                <c:pt idx="7401">
                  <c:v>1.7602800000000001</c:v>
                </c:pt>
                <c:pt idx="7402">
                  <c:v>1.76058</c:v>
                </c:pt>
                <c:pt idx="7403">
                  <c:v>1.7608900000000001</c:v>
                </c:pt>
                <c:pt idx="7404">
                  <c:v>1.76119</c:v>
                </c:pt>
                <c:pt idx="7405">
                  <c:v>1.7615000000000001</c:v>
                </c:pt>
                <c:pt idx="7406">
                  <c:v>1.7618</c:v>
                </c:pt>
                <c:pt idx="7407">
                  <c:v>1.7621100000000001</c:v>
                </c:pt>
                <c:pt idx="7408">
                  <c:v>1.7624200000000001</c:v>
                </c:pt>
                <c:pt idx="7409">
                  <c:v>1.7627200000000001</c:v>
                </c:pt>
                <c:pt idx="7410">
                  <c:v>1.7630300000000001</c:v>
                </c:pt>
                <c:pt idx="7411">
                  <c:v>1.7633300000000001</c:v>
                </c:pt>
                <c:pt idx="7412">
                  <c:v>1.7636400000000001</c:v>
                </c:pt>
                <c:pt idx="7413">
                  <c:v>1.7639400000000001</c:v>
                </c:pt>
                <c:pt idx="7414">
                  <c:v>1.7642500000000001</c:v>
                </c:pt>
                <c:pt idx="7415">
                  <c:v>1.7645500000000001</c:v>
                </c:pt>
                <c:pt idx="7416">
                  <c:v>1.7648600000000001</c:v>
                </c:pt>
                <c:pt idx="7417">
                  <c:v>1.7651600000000001</c:v>
                </c:pt>
                <c:pt idx="7418">
                  <c:v>1.7654700000000001</c:v>
                </c:pt>
                <c:pt idx="7419">
                  <c:v>1.7657700000000001</c:v>
                </c:pt>
                <c:pt idx="7420">
                  <c:v>1.7660800000000001</c:v>
                </c:pt>
                <c:pt idx="7421">
                  <c:v>1.7663899999999999</c:v>
                </c:pt>
                <c:pt idx="7422">
                  <c:v>1.7666900000000001</c:v>
                </c:pt>
                <c:pt idx="7423">
                  <c:v>1.7669999999999999</c:v>
                </c:pt>
                <c:pt idx="7424">
                  <c:v>1.7673000000000001</c:v>
                </c:pt>
                <c:pt idx="7425">
                  <c:v>1.7676099999999999</c:v>
                </c:pt>
                <c:pt idx="7426">
                  <c:v>1.7679100000000001</c:v>
                </c:pt>
                <c:pt idx="7427">
                  <c:v>1.7682199999999999</c:v>
                </c:pt>
                <c:pt idx="7428">
                  <c:v>1.7685200000000001</c:v>
                </c:pt>
                <c:pt idx="7429">
                  <c:v>1.7688299999999999</c:v>
                </c:pt>
                <c:pt idx="7430">
                  <c:v>1.7691300000000001</c:v>
                </c:pt>
                <c:pt idx="7431">
                  <c:v>1.7694399999999999</c:v>
                </c:pt>
                <c:pt idx="7432">
                  <c:v>1.7697400000000001</c:v>
                </c:pt>
                <c:pt idx="7433">
                  <c:v>1.7700499999999999</c:v>
                </c:pt>
                <c:pt idx="7434">
                  <c:v>1.7703599999999999</c:v>
                </c:pt>
                <c:pt idx="7435">
                  <c:v>1.7706599999999999</c:v>
                </c:pt>
                <c:pt idx="7436">
                  <c:v>1.7709699999999999</c:v>
                </c:pt>
                <c:pt idx="7437">
                  <c:v>1.7712699999999999</c:v>
                </c:pt>
                <c:pt idx="7438">
                  <c:v>1.7715799999999999</c:v>
                </c:pt>
                <c:pt idx="7439">
                  <c:v>1.7718799999999999</c:v>
                </c:pt>
                <c:pt idx="7440">
                  <c:v>1.7721899999999999</c:v>
                </c:pt>
                <c:pt idx="7441">
                  <c:v>1.7724899999999999</c:v>
                </c:pt>
                <c:pt idx="7442">
                  <c:v>1.7727999999999999</c:v>
                </c:pt>
                <c:pt idx="7443">
                  <c:v>1.7730999999999999</c:v>
                </c:pt>
                <c:pt idx="7444">
                  <c:v>1.7734099999999999</c:v>
                </c:pt>
                <c:pt idx="7445">
                  <c:v>1.7737099999999999</c:v>
                </c:pt>
                <c:pt idx="7446">
                  <c:v>1.7740199999999999</c:v>
                </c:pt>
                <c:pt idx="7447">
                  <c:v>1.77433</c:v>
                </c:pt>
                <c:pt idx="7448">
                  <c:v>1.7746299999999999</c:v>
                </c:pt>
                <c:pt idx="7449">
                  <c:v>1.77494</c:v>
                </c:pt>
                <c:pt idx="7450">
                  <c:v>1.7752399999999999</c:v>
                </c:pt>
                <c:pt idx="7451">
                  <c:v>1.77555</c:v>
                </c:pt>
                <c:pt idx="7452">
                  <c:v>1.7758499999999999</c:v>
                </c:pt>
                <c:pt idx="7453">
                  <c:v>1.77616</c:v>
                </c:pt>
                <c:pt idx="7454">
                  <c:v>1.7764599999999999</c:v>
                </c:pt>
                <c:pt idx="7455">
                  <c:v>1.77677</c:v>
                </c:pt>
                <c:pt idx="7456">
                  <c:v>1.7770699999999999</c:v>
                </c:pt>
                <c:pt idx="7457">
                  <c:v>1.77738</c:v>
                </c:pt>
                <c:pt idx="7458">
                  <c:v>1.7776799999999999</c:v>
                </c:pt>
                <c:pt idx="7459">
                  <c:v>1.77799</c:v>
                </c:pt>
                <c:pt idx="7460">
                  <c:v>1.7783</c:v>
                </c:pt>
                <c:pt idx="7461">
                  <c:v>1.7786</c:v>
                </c:pt>
                <c:pt idx="7462">
                  <c:v>1.77891</c:v>
                </c:pt>
                <c:pt idx="7463">
                  <c:v>1.77921</c:v>
                </c:pt>
                <c:pt idx="7464">
                  <c:v>1.77952</c:v>
                </c:pt>
                <c:pt idx="7465">
                  <c:v>1.77982</c:v>
                </c:pt>
                <c:pt idx="7466">
                  <c:v>1.78013</c:v>
                </c:pt>
                <c:pt idx="7467">
                  <c:v>1.78043</c:v>
                </c:pt>
                <c:pt idx="7468">
                  <c:v>1.78074</c:v>
                </c:pt>
                <c:pt idx="7469">
                  <c:v>1.78104</c:v>
                </c:pt>
                <c:pt idx="7470">
                  <c:v>1.78135</c:v>
                </c:pt>
                <c:pt idx="7471">
                  <c:v>1.78166</c:v>
                </c:pt>
                <c:pt idx="7472">
                  <c:v>1.78196</c:v>
                </c:pt>
                <c:pt idx="7473">
                  <c:v>1.78227</c:v>
                </c:pt>
                <c:pt idx="7474">
                  <c:v>1.78257</c:v>
                </c:pt>
                <c:pt idx="7475">
                  <c:v>1.78288</c:v>
                </c:pt>
                <c:pt idx="7476">
                  <c:v>1.78318</c:v>
                </c:pt>
                <c:pt idx="7477">
                  <c:v>1.78349</c:v>
                </c:pt>
                <c:pt idx="7478">
                  <c:v>1.78379</c:v>
                </c:pt>
                <c:pt idx="7479">
                  <c:v>1.7841</c:v>
                </c:pt>
                <c:pt idx="7480">
                  <c:v>1.7844</c:v>
                </c:pt>
                <c:pt idx="7481">
                  <c:v>1.78471</c:v>
                </c:pt>
                <c:pt idx="7482">
                  <c:v>1.78501</c:v>
                </c:pt>
                <c:pt idx="7483">
                  <c:v>1.78532</c:v>
                </c:pt>
                <c:pt idx="7484">
                  <c:v>1.7856300000000001</c:v>
                </c:pt>
                <c:pt idx="7485">
                  <c:v>1.78593</c:v>
                </c:pt>
                <c:pt idx="7486">
                  <c:v>1.78624</c:v>
                </c:pt>
                <c:pt idx="7487">
                  <c:v>1.78654</c:v>
                </c:pt>
                <c:pt idx="7488">
                  <c:v>1.78685</c:v>
                </c:pt>
                <c:pt idx="7489">
                  <c:v>1.78715</c:v>
                </c:pt>
                <c:pt idx="7490">
                  <c:v>1.78746</c:v>
                </c:pt>
                <c:pt idx="7491">
                  <c:v>1.78776</c:v>
                </c:pt>
                <c:pt idx="7492">
                  <c:v>1.78807</c:v>
                </c:pt>
                <c:pt idx="7493">
                  <c:v>1.78837</c:v>
                </c:pt>
                <c:pt idx="7494">
                  <c:v>1.78868</c:v>
                </c:pt>
                <c:pt idx="7495">
                  <c:v>1.78898</c:v>
                </c:pt>
                <c:pt idx="7496">
                  <c:v>1.78929</c:v>
                </c:pt>
                <c:pt idx="7497">
                  <c:v>1.7896000000000001</c:v>
                </c:pt>
                <c:pt idx="7498">
                  <c:v>1.7899</c:v>
                </c:pt>
                <c:pt idx="7499">
                  <c:v>1.7902100000000001</c:v>
                </c:pt>
                <c:pt idx="7500">
                  <c:v>1.79051</c:v>
                </c:pt>
                <c:pt idx="7501">
                  <c:v>1.7908200000000001</c:v>
                </c:pt>
                <c:pt idx="7502">
                  <c:v>1.79112</c:v>
                </c:pt>
                <c:pt idx="7503">
                  <c:v>1.7914300000000001</c:v>
                </c:pt>
                <c:pt idx="7504">
                  <c:v>1.79173</c:v>
                </c:pt>
                <c:pt idx="7505">
                  <c:v>1.7920400000000001</c:v>
                </c:pt>
                <c:pt idx="7506">
                  <c:v>1.79234</c:v>
                </c:pt>
                <c:pt idx="7507">
                  <c:v>1.7926500000000001</c:v>
                </c:pt>
                <c:pt idx="7508">
                  <c:v>1.79295</c:v>
                </c:pt>
                <c:pt idx="7509">
                  <c:v>1.7932600000000001</c:v>
                </c:pt>
                <c:pt idx="7510">
                  <c:v>1.7935700000000001</c:v>
                </c:pt>
                <c:pt idx="7511">
                  <c:v>1.7938700000000001</c:v>
                </c:pt>
                <c:pt idx="7512">
                  <c:v>1.7941800000000001</c:v>
                </c:pt>
                <c:pt idx="7513">
                  <c:v>1.7944800000000001</c:v>
                </c:pt>
                <c:pt idx="7514">
                  <c:v>1.7947900000000001</c:v>
                </c:pt>
                <c:pt idx="7515">
                  <c:v>1.7950900000000001</c:v>
                </c:pt>
                <c:pt idx="7516">
                  <c:v>1.7954000000000001</c:v>
                </c:pt>
                <c:pt idx="7517">
                  <c:v>1.7957000000000001</c:v>
                </c:pt>
                <c:pt idx="7518">
                  <c:v>1.7960100000000001</c:v>
                </c:pt>
                <c:pt idx="7519">
                  <c:v>1.7963100000000001</c:v>
                </c:pt>
                <c:pt idx="7520">
                  <c:v>1.7966200000000001</c:v>
                </c:pt>
                <c:pt idx="7521">
                  <c:v>1.7969299999999999</c:v>
                </c:pt>
                <c:pt idx="7522">
                  <c:v>1.7972300000000001</c:v>
                </c:pt>
                <c:pt idx="7523">
                  <c:v>1.7975399999999999</c:v>
                </c:pt>
                <c:pt idx="7524">
                  <c:v>1.7978400000000001</c:v>
                </c:pt>
                <c:pt idx="7525">
                  <c:v>1.7981499999999999</c:v>
                </c:pt>
                <c:pt idx="7526">
                  <c:v>1.7984500000000001</c:v>
                </c:pt>
                <c:pt idx="7527">
                  <c:v>1.7987599999999999</c:v>
                </c:pt>
                <c:pt idx="7528">
                  <c:v>1.7990600000000001</c:v>
                </c:pt>
                <c:pt idx="7529">
                  <c:v>1.7993699999999999</c:v>
                </c:pt>
                <c:pt idx="7530">
                  <c:v>1.7996700000000001</c:v>
                </c:pt>
                <c:pt idx="7531">
                  <c:v>1.7999799999999999</c:v>
                </c:pt>
                <c:pt idx="7532">
                  <c:v>1.8002800000000001</c:v>
                </c:pt>
                <c:pt idx="7533">
                  <c:v>1.8005899999999999</c:v>
                </c:pt>
                <c:pt idx="7534">
                  <c:v>1.8008999999999999</c:v>
                </c:pt>
                <c:pt idx="7535">
                  <c:v>1.8011999999999999</c:v>
                </c:pt>
                <c:pt idx="7536">
                  <c:v>1.8015099999999999</c:v>
                </c:pt>
                <c:pt idx="7537">
                  <c:v>1.8018099999999999</c:v>
                </c:pt>
                <c:pt idx="7538">
                  <c:v>1.8021199999999999</c:v>
                </c:pt>
                <c:pt idx="7539">
                  <c:v>1.8024199999999999</c:v>
                </c:pt>
                <c:pt idx="7540">
                  <c:v>1.8027299999999999</c:v>
                </c:pt>
                <c:pt idx="7541">
                  <c:v>1.8030299999999999</c:v>
                </c:pt>
                <c:pt idx="7542">
                  <c:v>1.8033399999999999</c:v>
                </c:pt>
                <c:pt idx="7543">
                  <c:v>1.8036399999999999</c:v>
                </c:pt>
                <c:pt idx="7544">
                  <c:v>1.8039499999999999</c:v>
                </c:pt>
                <c:pt idx="7545">
                  <c:v>1.8042499999999999</c:v>
                </c:pt>
                <c:pt idx="7546">
                  <c:v>1.8045599999999999</c:v>
                </c:pt>
                <c:pt idx="7547">
                  <c:v>1.80487</c:v>
                </c:pt>
                <c:pt idx="7548">
                  <c:v>1.8051699999999999</c:v>
                </c:pt>
                <c:pt idx="7549">
                  <c:v>1.80548</c:v>
                </c:pt>
                <c:pt idx="7550">
                  <c:v>1.8057799999999999</c:v>
                </c:pt>
                <c:pt idx="7551">
                  <c:v>1.80609</c:v>
                </c:pt>
                <c:pt idx="7552">
                  <c:v>1.8063899999999999</c:v>
                </c:pt>
                <c:pt idx="7553">
                  <c:v>1.8067</c:v>
                </c:pt>
                <c:pt idx="7554">
                  <c:v>1.8069999999999999</c:v>
                </c:pt>
                <c:pt idx="7555">
                  <c:v>1.80731</c:v>
                </c:pt>
                <c:pt idx="7556">
                  <c:v>1.8076099999999999</c:v>
                </c:pt>
                <c:pt idx="7557">
                  <c:v>1.80792</c:v>
                </c:pt>
                <c:pt idx="7558">
                  <c:v>1.8082199999999999</c:v>
                </c:pt>
                <c:pt idx="7559">
                  <c:v>1.80853</c:v>
                </c:pt>
                <c:pt idx="7560">
                  <c:v>1.80884</c:v>
                </c:pt>
                <c:pt idx="7561">
                  <c:v>1.80914</c:v>
                </c:pt>
                <c:pt idx="7562">
                  <c:v>1.80945</c:v>
                </c:pt>
                <c:pt idx="7563">
                  <c:v>1.80975</c:v>
                </c:pt>
                <c:pt idx="7564">
                  <c:v>1.81006</c:v>
                </c:pt>
                <c:pt idx="7565">
                  <c:v>1.81036</c:v>
                </c:pt>
                <c:pt idx="7566">
                  <c:v>1.81067</c:v>
                </c:pt>
                <c:pt idx="7567">
                  <c:v>1.81097</c:v>
                </c:pt>
                <c:pt idx="7568">
                  <c:v>1.81128</c:v>
                </c:pt>
                <c:pt idx="7569">
                  <c:v>1.81158</c:v>
                </c:pt>
                <c:pt idx="7570">
                  <c:v>1.81189</c:v>
                </c:pt>
                <c:pt idx="7571">
                  <c:v>1.81219</c:v>
                </c:pt>
                <c:pt idx="7572">
                  <c:v>1.8125</c:v>
                </c:pt>
                <c:pt idx="7573">
                  <c:v>1.81281</c:v>
                </c:pt>
                <c:pt idx="7574">
                  <c:v>1.81311</c:v>
                </c:pt>
                <c:pt idx="7575">
                  <c:v>1.81342</c:v>
                </c:pt>
                <c:pt idx="7576">
                  <c:v>1.81372</c:v>
                </c:pt>
                <c:pt idx="7577">
                  <c:v>1.81403</c:v>
                </c:pt>
                <c:pt idx="7578">
                  <c:v>1.81433</c:v>
                </c:pt>
                <c:pt idx="7579">
                  <c:v>1.81464</c:v>
                </c:pt>
                <c:pt idx="7580">
                  <c:v>1.81494</c:v>
                </c:pt>
                <c:pt idx="7581">
                  <c:v>1.81525</c:v>
                </c:pt>
                <c:pt idx="7582">
                  <c:v>1.81555</c:v>
                </c:pt>
                <c:pt idx="7583">
                  <c:v>1.81586</c:v>
                </c:pt>
                <c:pt idx="7584">
                  <c:v>1.8161700000000001</c:v>
                </c:pt>
                <c:pt idx="7585">
                  <c:v>1.81647</c:v>
                </c:pt>
                <c:pt idx="7586">
                  <c:v>1.8167800000000001</c:v>
                </c:pt>
                <c:pt idx="7587">
                  <c:v>1.81708</c:v>
                </c:pt>
                <c:pt idx="7588">
                  <c:v>1.8173900000000001</c:v>
                </c:pt>
                <c:pt idx="7589">
                  <c:v>1.81769</c:v>
                </c:pt>
                <c:pt idx="7590">
                  <c:v>1.8180000000000001</c:v>
                </c:pt>
                <c:pt idx="7591">
                  <c:v>1.8183</c:v>
                </c:pt>
                <c:pt idx="7592">
                  <c:v>1.8186100000000001</c:v>
                </c:pt>
                <c:pt idx="7593">
                  <c:v>1.81891</c:v>
                </c:pt>
                <c:pt idx="7594">
                  <c:v>1.8192200000000001</c:v>
                </c:pt>
                <c:pt idx="7595">
                  <c:v>1.81952</c:v>
                </c:pt>
                <c:pt idx="7596">
                  <c:v>1.8198300000000001</c:v>
                </c:pt>
                <c:pt idx="7597">
                  <c:v>1.8201400000000001</c:v>
                </c:pt>
                <c:pt idx="7598">
                  <c:v>1.8204400000000001</c:v>
                </c:pt>
                <c:pt idx="7599">
                  <c:v>1.8207500000000001</c:v>
                </c:pt>
                <c:pt idx="7600">
                  <c:v>1.8210500000000001</c:v>
                </c:pt>
                <c:pt idx="7601">
                  <c:v>1.8213600000000001</c:v>
                </c:pt>
                <c:pt idx="7602">
                  <c:v>1.8216600000000001</c:v>
                </c:pt>
                <c:pt idx="7603">
                  <c:v>1.8219700000000001</c:v>
                </c:pt>
                <c:pt idx="7604">
                  <c:v>1.8222700000000001</c:v>
                </c:pt>
                <c:pt idx="7605">
                  <c:v>1.8225800000000001</c:v>
                </c:pt>
                <c:pt idx="7606">
                  <c:v>1.8228800000000001</c:v>
                </c:pt>
                <c:pt idx="7607">
                  <c:v>1.8231900000000001</c:v>
                </c:pt>
                <c:pt idx="7608">
                  <c:v>1.8234900000000001</c:v>
                </c:pt>
                <c:pt idx="7609">
                  <c:v>1.8238000000000001</c:v>
                </c:pt>
                <c:pt idx="7610">
                  <c:v>1.8241099999999999</c:v>
                </c:pt>
                <c:pt idx="7611">
                  <c:v>1.8244100000000001</c:v>
                </c:pt>
                <c:pt idx="7612">
                  <c:v>1.8247199999999999</c:v>
                </c:pt>
                <c:pt idx="7613">
                  <c:v>1.8250200000000001</c:v>
                </c:pt>
                <c:pt idx="7614">
                  <c:v>1.8253299999999999</c:v>
                </c:pt>
                <c:pt idx="7615">
                  <c:v>1.8256300000000001</c:v>
                </c:pt>
                <c:pt idx="7616">
                  <c:v>1.8259399999999999</c:v>
                </c:pt>
                <c:pt idx="7617">
                  <c:v>1.8262400000000001</c:v>
                </c:pt>
                <c:pt idx="7618">
                  <c:v>1.8265499999999999</c:v>
                </c:pt>
                <c:pt idx="7619">
                  <c:v>1.8268500000000001</c:v>
                </c:pt>
                <c:pt idx="7620">
                  <c:v>1.8271599999999999</c:v>
                </c:pt>
                <c:pt idx="7621">
                  <c:v>1.8274600000000001</c:v>
                </c:pt>
                <c:pt idx="7622">
                  <c:v>1.8277699999999999</c:v>
                </c:pt>
                <c:pt idx="7623">
                  <c:v>1.8280799999999999</c:v>
                </c:pt>
                <c:pt idx="7624">
                  <c:v>1.8283799999999999</c:v>
                </c:pt>
                <c:pt idx="7625">
                  <c:v>1.8286899999999999</c:v>
                </c:pt>
                <c:pt idx="7626">
                  <c:v>1.8289899999999999</c:v>
                </c:pt>
                <c:pt idx="7627">
                  <c:v>1.8292999999999999</c:v>
                </c:pt>
                <c:pt idx="7628">
                  <c:v>1.8295999999999999</c:v>
                </c:pt>
                <c:pt idx="7629">
                  <c:v>1.8299099999999999</c:v>
                </c:pt>
                <c:pt idx="7630">
                  <c:v>1.8302099999999999</c:v>
                </c:pt>
                <c:pt idx="7631">
                  <c:v>1.8305199999999999</c:v>
                </c:pt>
                <c:pt idx="7632">
                  <c:v>1.8308199999999999</c:v>
                </c:pt>
                <c:pt idx="7633">
                  <c:v>1.8311299999999999</c:v>
                </c:pt>
                <c:pt idx="7634">
                  <c:v>1.8314299999999999</c:v>
                </c:pt>
                <c:pt idx="7635">
                  <c:v>1.8317399999999999</c:v>
                </c:pt>
                <c:pt idx="7636">
                  <c:v>1.83205</c:v>
                </c:pt>
                <c:pt idx="7637">
                  <c:v>1.8323499999999999</c:v>
                </c:pt>
                <c:pt idx="7638">
                  <c:v>1.83266</c:v>
                </c:pt>
                <c:pt idx="7639">
                  <c:v>1.8329599999999999</c:v>
                </c:pt>
                <c:pt idx="7640">
                  <c:v>1.83327</c:v>
                </c:pt>
                <c:pt idx="7641">
                  <c:v>1.8335699999999999</c:v>
                </c:pt>
                <c:pt idx="7642">
                  <c:v>1.83388</c:v>
                </c:pt>
                <c:pt idx="7643">
                  <c:v>1.8341799999999999</c:v>
                </c:pt>
                <c:pt idx="7644">
                  <c:v>1.83449</c:v>
                </c:pt>
                <c:pt idx="7645">
                  <c:v>1.8347899999999999</c:v>
                </c:pt>
                <c:pt idx="7646">
                  <c:v>1.8351</c:v>
                </c:pt>
                <c:pt idx="7647">
                  <c:v>1.83541</c:v>
                </c:pt>
                <c:pt idx="7648">
                  <c:v>1.83571</c:v>
                </c:pt>
                <c:pt idx="7649">
                  <c:v>1.83602</c:v>
                </c:pt>
                <c:pt idx="7650">
                  <c:v>1.83632</c:v>
                </c:pt>
                <c:pt idx="7651">
                  <c:v>1.83663</c:v>
                </c:pt>
                <c:pt idx="7652">
                  <c:v>1.83693</c:v>
                </c:pt>
                <c:pt idx="7653">
                  <c:v>1.83724</c:v>
                </c:pt>
                <c:pt idx="7654">
                  <c:v>1.83754</c:v>
                </c:pt>
                <c:pt idx="7655">
                  <c:v>1.83785</c:v>
                </c:pt>
                <c:pt idx="7656">
                  <c:v>1.83815</c:v>
                </c:pt>
                <c:pt idx="7657">
                  <c:v>1.83846</c:v>
                </c:pt>
                <c:pt idx="7658">
                  <c:v>1.83876</c:v>
                </c:pt>
                <c:pt idx="7659">
                  <c:v>1.83907</c:v>
                </c:pt>
                <c:pt idx="7660">
                  <c:v>1.83938</c:v>
                </c:pt>
                <c:pt idx="7661">
                  <c:v>1.83968</c:v>
                </c:pt>
                <c:pt idx="7662">
                  <c:v>1.83999</c:v>
                </c:pt>
                <c:pt idx="7663">
                  <c:v>1.84029</c:v>
                </c:pt>
                <c:pt idx="7664">
                  <c:v>1.8406</c:v>
                </c:pt>
                <c:pt idx="7665">
                  <c:v>1.8409</c:v>
                </c:pt>
                <c:pt idx="7666">
                  <c:v>1.84121</c:v>
                </c:pt>
                <c:pt idx="7667">
                  <c:v>1.84151</c:v>
                </c:pt>
                <c:pt idx="7668">
                  <c:v>1.84182</c:v>
                </c:pt>
                <c:pt idx="7669">
                  <c:v>1.84212</c:v>
                </c:pt>
                <c:pt idx="7670">
                  <c:v>1.84243</c:v>
                </c:pt>
                <c:pt idx="7671">
                  <c:v>1.84273</c:v>
                </c:pt>
                <c:pt idx="7672">
                  <c:v>1.84304</c:v>
                </c:pt>
                <c:pt idx="7673">
                  <c:v>1.84335</c:v>
                </c:pt>
                <c:pt idx="7674">
                  <c:v>1.84365</c:v>
                </c:pt>
                <c:pt idx="7675">
                  <c:v>1.84396</c:v>
                </c:pt>
                <c:pt idx="7676">
                  <c:v>1.84426</c:v>
                </c:pt>
                <c:pt idx="7677">
                  <c:v>1.84457</c:v>
                </c:pt>
                <c:pt idx="7678">
                  <c:v>1.84487</c:v>
                </c:pt>
                <c:pt idx="7679">
                  <c:v>1.84518</c:v>
                </c:pt>
                <c:pt idx="7680">
                  <c:v>1.84548</c:v>
                </c:pt>
                <c:pt idx="7681">
                  <c:v>1.84579</c:v>
                </c:pt>
                <c:pt idx="7682">
                  <c:v>1.84609</c:v>
                </c:pt>
                <c:pt idx="7683">
                  <c:v>1.8464</c:v>
                </c:pt>
                <c:pt idx="7684">
                  <c:v>1.8467</c:v>
                </c:pt>
                <c:pt idx="7685">
                  <c:v>1.84701</c:v>
                </c:pt>
                <c:pt idx="7686">
                  <c:v>1.8473200000000001</c:v>
                </c:pt>
                <c:pt idx="7687">
                  <c:v>1.84762</c:v>
                </c:pt>
                <c:pt idx="7688">
                  <c:v>1.8479300000000001</c:v>
                </c:pt>
                <c:pt idx="7689">
                  <c:v>1.84823</c:v>
                </c:pt>
                <c:pt idx="7690">
                  <c:v>1.8485400000000001</c:v>
                </c:pt>
                <c:pt idx="7691">
                  <c:v>1.84884</c:v>
                </c:pt>
                <c:pt idx="7692">
                  <c:v>1.8491500000000001</c:v>
                </c:pt>
                <c:pt idx="7693">
                  <c:v>1.84945</c:v>
                </c:pt>
                <c:pt idx="7694">
                  <c:v>1.8497600000000001</c:v>
                </c:pt>
                <c:pt idx="7695">
                  <c:v>1.85006</c:v>
                </c:pt>
                <c:pt idx="7696">
                  <c:v>1.8503700000000001</c:v>
                </c:pt>
                <c:pt idx="7697">
                  <c:v>1.85067</c:v>
                </c:pt>
                <c:pt idx="7698">
                  <c:v>1.8509800000000001</c:v>
                </c:pt>
                <c:pt idx="7699">
                  <c:v>1.8512900000000001</c:v>
                </c:pt>
                <c:pt idx="7700">
                  <c:v>1.8515900000000001</c:v>
                </c:pt>
                <c:pt idx="7701">
                  <c:v>1.8519000000000001</c:v>
                </c:pt>
                <c:pt idx="7702">
                  <c:v>1.8522000000000001</c:v>
                </c:pt>
                <c:pt idx="7703">
                  <c:v>1.8525100000000001</c:v>
                </c:pt>
                <c:pt idx="7704">
                  <c:v>1.8528100000000001</c:v>
                </c:pt>
                <c:pt idx="7705">
                  <c:v>1.8531200000000001</c:v>
                </c:pt>
                <c:pt idx="7706">
                  <c:v>1.8534200000000001</c:v>
                </c:pt>
                <c:pt idx="7707">
                  <c:v>1.8537300000000001</c:v>
                </c:pt>
                <c:pt idx="7708">
                  <c:v>1.8540300000000001</c:v>
                </c:pt>
                <c:pt idx="7709">
                  <c:v>1.8543400000000001</c:v>
                </c:pt>
                <c:pt idx="7710">
                  <c:v>1.8546499999999999</c:v>
                </c:pt>
                <c:pt idx="7711">
                  <c:v>1.8549500000000001</c:v>
                </c:pt>
                <c:pt idx="7712">
                  <c:v>1.8552599999999999</c:v>
                </c:pt>
                <c:pt idx="7713">
                  <c:v>1.8555600000000001</c:v>
                </c:pt>
                <c:pt idx="7714">
                  <c:v>1.8558699999999999</c:v>
                </c:pt>
                <c:pt idx="7715">
                  <c:v>1.8561700000000001</c:v>
                </c:pt>
                <c:pt idx="7716">
                  <c:v>1.8564799999999999</c:v>
                </c:pt>
                <c:pt idx="7717">
                  <c:v>1.8567800000000001</c:v>
                </c:pt>
                <c:pt idx="7718">
                  <c:v>1.8570899999999999</c:v>
                </c:pt>
                <c:pt idx="7719">
                  <c:v>1.8573900000000001</c:v>
                </c:pt>
                <c:pt idx="7720">
                  <c:v>1.8576999999999999</c:v>
                </c:pt>
                <c:pt idx="7721">
                  <c:v>1.8580000000000001</c:v>
                </c:pt>
                <c:pt idx="7722">
                  <c:v>1.8583099999999999</c:v>
                </c:pt>
                <c:pt idx="7723">
                  <c:v>1.8586199999999999</c:v>
                </c:pt>
                <c:pt idx="7724">
                  <c:v>1.8589199999999999</c:v>
                </c:pt>
                <c:pt idx="7725">
                  <c:v>1.8592299999999999</c:v>
                </c:pt>
                <c:pt idx="7726">
                  <c:v>1.8595299999999999</c:v>
                </c:pt>
                <c:pt idx="7727">
                  <c:v>1.8598399999999999</c:v>
                </c:pt>
                <c:pt idx="7728">
                  <c:v>1.8601399999999999</c:v>
                </c:pt>
                <c:pt idx="7729">
                  <c:v>1.8604499999999999</c:v>
                </c:pt>
                <c:pt idx="7730">
                  <c:v>1.8607499999999999</c:v>
                </c:pt>
                <c:pt idx="7731">
                  <c:v>1.8610599999999999</c:v>
                </c:pt>
                <c:pt idx="7732">
                  <c:v>1.8613599999999999</c:v>
                </c:pt>
                <c:pt idx="7733">
                  <c:v>1.8616699999999999</c:v>
                </c:pt>
                <c:pt idx="7734">
                  <c:v>1.8619699999999999</c:v>
                </c:pt>
                <c:pt idx="7735">
                  <c:v>1.8622799999999999</c:v>
                </c:pt>
                <c:pt idx="7736">
                  <c:v>1.86259</c:v>
                </c:pt>
                <c:pt idx="7737">
                  <c:v>1.8628899999999999</c:v>
                </c:pt>
                <c:pt idx="7738">
                  <c:v>1.8632</c:v>
                </c:pt>
                <c:pt idx="7739">
                  <c:v>1.8634999999999999</c:v>
                </c:pt>
                <c:pt idx="7740">
                  <c:v>1.86381</c:v>
                </c:pt>
                <c:pt idx="7741">
                  <c:v>1.8641099999999999</c:v>
                </c:pt>
                <c:pt idx="7742">
                  <c:v>1.86442</c:v>
                </c:pt>
                <c:pt idx="7743">
                  <c:v>1.8647199999999999</c:v>
                </c:pt>
                <c:pt idx="7744">
                  <c:v>1.86503</c:v>
                </c:pt>
                <c:pt idx="7745">
                  <c:v>1.8653299999999999</c:v>
                </c:pt>
                <c:pt idx="7746">
                  <c:v>1.86564</c:v>
                </c:pt>
                <c:pt idx="7747">
                  <c:v>1.8659399999999999</c:v>
                </c:pt>
                <c:pt idx="7748">
                  <c:v>1.86625</c:v>
                </c:pt>
                <c:pt idx="7749">
                  <c:v>1.86656</c:v>
                </c:pt>
                <c:pt idx="7750">
                  <c:v>1.86686</c:v>
                </c:pt>
                <c:pt idx="7751">
                  <c:v>1.86717</c:v>
                </c:pt>
                <c:pt idx="7752">
                  <c:v>1.86747</c:v>
                </c:pt>
                <c:pt idx="7753">
                  <c:v>1.86778</c:v>
                </c:pt>
                <c:pt idx="7754">
                  <c:v>1.86808</c:v>
                </c:pt>
                <c:pt idx="7755">
                  <c:v>1.86839</c:v>
                </c:pt>
                <c:pt idx="7756">
                  <c:v>1.86869</c:v>
                </c:pt>
                <c:pt idx="7757">
                  <c:v>1.869</c:v>
                </c:pt>
                <c:pt idx="7758">
                  <c:v>1.8693</c:v>
                </c:pt>
                <c:pt idx="7759">
                  <c:v>1.86961</c:v>
                </c:pt>
                <c:pt idx="7760">
                  <c:v>1.86992</c:v>
                </c:pt>
                <c:pt idx="7761">
                  <c:v>1.87022</c:v>
                </c:pt>
                <c:pt idx="7762">
                  <c:v>1.87053</c:v>
                </c:pt>
                <c:pt idx="7763">
                  <c:v>1.87083</c:v>
                </c:pt>
                <c:pt idx="7764">
                  <c:v>1.87114</c:v>
                </c:pt>
                <c:pt idx="7765">
                  <c:v>1.87144</c:v>
                </c:pt>
                <c:pt idx="7766">
                  <c:v>1.87175</c:v>
                </c:pt>
                <c:pt idx="7767">
                  <c:v>1.87205</c:v>
                </c:pt>
                <c:pt idx="7768">
                  <c:v>1.87236</c:v>
                </c:pt>
                <c:pt idx="7769">
                  <c:v>1.87266</c:v>
                </c:pt>
                <c:pt idx="7770">
                  <c:v>1.87297</c:v>
                </c:pt>
                <c:pt idx="7771">
                  <c:v>1.87327</c:v>
                </c:pt>
                <c:pt idx="7772">
                  <c:v>1.87358</c:v>
                </c:pt>
                <c:pt idx="7773">
                  <c:v>1.8738900000000001</c:v>
                </c:pt>
                <c:pt idx="7774">
                  <c:v>1.87419</c:v>
                </c:pt>
                <c:pt idx="7775">
                  <c:v>1.8745000000000001</c:v>
                </c:pt>
                <c:pt idx="7776">
                  <c:v>1.8748</c:v>
                </c:pt>
                <c:pt idx="7777">
                  <c:v>1.8751100000000001</c:v>
                </c:pt>
                <c:pt idx="7778">
                  <c:v>1.87541</c:v>
                </c:pt>
                <c:pt idx="7779">
                  <c:v>1.8757200000000001</c:v>
                </c:pt>
                <c:pt idx="7780">
                  <c:v>1.87602</c:v>
                </c:pt>
                <c:pt idx="7781">
                  <c:v>1.8763300000000001</c:v>
                </c:pt>
                <c:pt idx="7782">
                  <c:v>1.87663</c:v>
                </c:pt>
                <c:pt idx="7783">
                  <c:v>1.8769400000000001</c:v>
                </c:pt>
                <c:pt idx="7784">
                  <c:v>1.87724</c:v>
                </c:pt>
                <c:pt idx="7785">
                  <c:v>1.8775500000000001</c:v>
                </c:pt>
                <c:pt idx="7786">
                  <c:v>1.8778600000000001</c:v>
                </c:pt>
                <c:pt idx="7787">
                  <c:v>1.8781600000000001</c:v>
                </c:pt>
                <c:pt idx="7788">
                  <c:v>1.8784700000000001</c:v>
                </c:pt>
                <c:pt idx="7789">
                  <c:v>1.8787700000000001</c:v>
                </c:pt>
                <c:pt idx="7790">
                  <c:v>1.8790800000000001</c:v>
                </c:pt>
                <c:pt idx="7791">
                  <c:v>1.8793800000000001</c:v>
                </c:pt>
                <c:pt idx="7792">
                  <c:v>1.8796900000000001</c:v>
                </c:pt>
                <c:pt idx="7793">
                  <c:v>1.87999</c:v>
                </c:pt>
                <c:pt idx="7794">
                  <c:v>1.8803000000000001</c:v>
                </c:pt>
                <c:pt idx="7795">
                  <c:v>1.8806</c:v>
                </c:pt>
                <c:pt idx="7796">
                  <c:v>1.8809100000000001</c:v>
                </c:pt>
                <c:pt idx="7797">
                  <c:v>1.88121</c:v>
                </c:pt>
                <c:pt idx="7798">
                  <c:v>1.8815200000000001</c:v>
                </c:pt>
                <c:pt idx="7799">
                  <c:v>1.8818299999999999</c:v>
                </c:pt>
                <c:pt idx="7800">
                  <c:v>1.8821300000000001</c:v>
                </c:pt>
                <c:pt idx="7801">
                  <c:v>1.8824399999999999</c:v>
                </c:pt>
                <c:pt idx="7802">
                  <c:v>1.8827400000000001</c:v>
                </c:pt>
                <c:pt idx="7803">
                  <c:v>1.8830499999999999</c:v>
                </c:pt>
                <c:pt idx="7804">
                  <c:v>1.8833500000000001</c:v>
                </c:pt>
                <c:pt idx="7805">
                  <c:v>1.8836599999999999</c:v>
                </c:pt>
                <c:pt idx="7806">
                  <c:v>1.8839600000000001</c:v>
                </c:pt>
                <c:pt idx="7807">
                  <c:v>1.8842699999999999</c:v>
                </c:pt>
                <c:pt idx="7808">
                  <c:v>1.8845700000000001</c:v>
                </c:pt>
                <c:pt idx="7809">
                  <c:v>1.8848800000000001</c:v>
                </c:pt>
                <c:pt idx="7810">
                  <c:v>1.8851800000000001</c:v>
                </c:pt>
                <c:pt idx="7811">
                  <c:v>1.8854900000000001</c:v>
                </c:pt>
                <c:pt idx="7812">
                  <c:v>1.8857999999999999</c:v>
                </c:pt>
                <c:pt idx="7813">
                  <c:v>1.8861000000000001</c:v>
                </c:pt>
                <c:pt idx="7814">
                  <c:v>1.8864099999999999</c:v>
                </c:pt>
                <c:pt idx="7815">
                  <c:v>1.8867100000000001</c:v>
                </c:pt>
                <c:pt idx="7816">
                  <c:v>1.8870199999999999</c:v>
                </c:pt>
                <c:pt idx="7817">
                  <c:v>1.8873200000000001</c:v>
                </c:pt>
                <c:pt idx="7818">
                  <c:v>1.8876299999999999</c:v>
                </c:pt>
                <c:pt idx="7819">
                  <c:v>1.8879300000000001</c:v>
                </c:pt>
                <c:pt idx="7820">
                  <c:v>1.8882399999999999</c:v>
                </c:pt>
                <c:pt idx="7821">
                  <c:v>1.8885400000000001</c:v>
                </c:pt>
                <c:pt idx="7822">
                  <c:v>1.8888499999999999</c:v>
                </c:pt>
                <c:pt idx="7823">
                  <c:v>1.88916</c:v>
                </c:pt>
                <c:pt idx="7824">
                  <c:v>1.8894599999999999</c:v>
                </c:pt>
                <c:pt idx="7825">
                  <c:v>1.8897699999999999</c:v>
                </c:pt>
                <c:pt idx="7826">
                  <c:v>1.8900699999999999</c:v>
                </c:pt>
                <c:pt idx="7827">
                  <c:v>1.8903799999999999</c:v>
                </c:pt>
                <c:pt idx="7828">
                  <c:v>1.8906799999999999</c:v>
                </c:pt>
                <c:pt idx="7829">
                  <c:v>1.8909899999999999</c:v>
                </c:pt>
                <c:pt idx="7830">
                  <c:v>1.8912899999999999</c:v>
                </c:pt>
                <c:pt idx="7831">
                  <c:v>1.8915999999999999</c:v>
                </c:pt>
                <c:pt idx="7832">
                  <c:v>1.8918999999999999</c:v>
                </c:pt>
                <c:pt idx="7833">
                  <c:v>1.8922099999999999</c:v>
                </c:pt>
                <c:pt idx="7834">
                  <c:v>1.8925099999999999</c:v>
                </c:pt>
                <c:pt idx="7835">
                  <c:v>1.8928199999999999</c:v>
                </c:pt>
                <c:pt idx="7836">
                  <c:v>1.89313</c:v>
                </c:pt>
                <c:pt idx="7837">
                  <c:v>1.8934299999999999</c:v>
                </c:pt>
                <c:pt idx="7838">
                  <c:v>1.89374</c:v>
                </c:pt>
                <c:pt idx="7839">
                  <c:v>1.8940399999999999</c:v>
                </c:pt>
                <c:pt idx="7840">
                  <c:v>1.89435</c:v>
                </c:pt>
                <c:pt idx="7841">
                  <c:v>1.8946499999999999</c:v>
                </c:pt>
                <c:pt idx="7842">
                  <c:v>1.89496</c:v>
                </c:pt>
                <c:pt idx="7843">
                  <c:v>1.8952599999999999</c:v>
                </c:pt>
                <c:pt idx="7844">
                  <c:v>1.89557</c:v>
                </c:pt>
                <c:pt idx="7845">
                  <c:v>1.8958699999999999</c:v>
                </c:pt>
                <c:pt idx="7846">
                  <c:v>1.89618</c:v>
                </c:pt>
                <c:pt idx="7847">
                  <c:v>1.8964799999999999</c:v>
                </c:pt>
                <c:pt idx="7848">
                  <c:v>1.89679</c:v>
                </c:pt>
                <c:pt idx="7849">
                  <c:v>1.8971</c:v>
                </c:pt>
                <c:pt idx="7850">
                  <c:v>1.8974</c:v>
                </c:pt>
                <c:pt idx="7851">
                  <c:v>1.89771</c:v>
                </c:pt>
                <c:pt idx="7852">
                  <c:v>1.89801</c:v>
                </c:pt>
                <c:pt idx="7853">
                  <c:v>1.89832</c:v>
                </c:pt>
                <c:pt idx="7854">
                  <c:v>1.89862</c:v>
                </c:pt>
                <c:pt idx="7855">
                  <c:v>1.89893</c:v>
                </c:pt>
                <c:pt idx="7856">
                  <c:v>1.89923</c:v>
                </c:pt>
                <c:pt idx="7857">
                  <c:v>1.89954</c:v>
                </c:pt>
                <c:pt idx="7858">
                  <c:v>1.89984</c:v>
                </c:pt>
                <c:pt idx="7859">
                  <c:v>1.90015</c:v>
                </c:pt>
                <c:pt idx="7860">
                  <c:v>1.90045</c:v>
                </c:pt>
                <c:pt idx="7861">
                  <c:v>1.90076</c:v>
                </c:pt>
                <c:pt idx="7862">
                  <c:v>1.90107</c:v>
                </c:pt>
                <c:pt idx="7863">
                  <c:v>1.90137</c:v>
                </c:pt>
                <c:pt idx="7864">
                  <c:v>1.90168</c:v>
                </c:pt>
                <c:pt idx="7865">
                  <c:v>1.90198</c:v>
                </c:pt>
                <c:pt idx="7866">
                  <c:v>1.90229</c:v>
                </c:pt>
                <c:pt idx="7867">
                  <c:v>1.90259</c:v>
                </c:pt>
                <c:pt idx="7868">
                  <c:v>1.9029</c:v>
                </c:pt>
                <c:pt idx="7869">
                  <c:v>1.9032</c:v>
                </c:pt>
                <c:pt idx="7870">
                  <c:v>1.90351</c:v>
                </c:pt>
                <c:pt idx="7871">
                  <c:v>1.90381</c:v>
                </c:pt>
                <c:pt idx="7872">
                  <c:v>1.90412</c:v>
                </c:pt>
                <c:pt idx="7873">
                  <c:v>1.90442</c:v>
                </c:pt>
                <c:pt idx="7874">
                  <c:v>1.90473</c:v>
                </c:pt>
                <c:pt idx="7875">
                  <c:v>1.9050400000000001</c:v>
                </c:pt>
                <c:pt idx="7876">
                  <c:v>1.90534</c:v>
                </c:pt>
                <c:pt idx="7877">
                  <c:v>1.9056500000000001</c:v>
                </c:pt>
                <c:pt idx="7878">
                  <c:v>1.90595</c:v>
                </c:pt>
                <c:pt idx="7879">
                  <c:v>1.9062600000000001</c:v>
                </c:pt>
                <c:pt idx="7880">
                  <c:v>1.90656</c:v>
                </c:pt>
                <c:pt idx="7881">
                  <c:v>1.9068700000000001</c:v>
                </c:pt>
                <c:pt idx="7882">
                  <c:v>1.90717</c:v>
                </c:pt>
                <c:pt idx="7883">
                  <c:v>1.9074800000000001</c:v>
                </c:pt>
                <c:pt idx="7884">
                  <c:v>1.90778</c:v>
                </c:pt>
                <c:pt idx="7885">
                  <c:v>1.9080900000000001</c:v>
                </c:pt>
                <c:pt idx="7886">
                  <c:v>1.9084000000000001</c:v>
                </c:pt>
                <c:pt idx="7887">
                  <c:v>1.9087000000000001</c:v>
                </c:pt>
                <c:pt idx="7888">
                  <c:v>1.9090100000000001</c:v>
                </c:pt>
                <c:pt idx="7889">
                  <c:v>1.9093100000000001</c:v>
                </c:pt>
                <c:pt idx="7890">
                  <c:v>1.9096200000000001</c:v>
                </c:pt>
                <c:pt idx="7891">
                  <c:v>1.9099200000000001</c:v>
                </c:pt>
                <c:pt idx="7892">
                  <c:v>1.9102300000000001</c:v>
                </c:pt>
                <c:pt idx="7893">
                  <c:v>1.9105300000000001</c:v>
                </c:pt>
                <c:pt idx="7894">
                  <c:v>1.9108400000000001</c:v>
                </c:pt>
                <c:pt idx="7895">
                  <c:v>1.9111400000000001</c:v>
                </c:pt>
                <c:pt idx="7896">
                  <c:v>1.9114500000000001</c:v>
                </c:pt>
                <c:pt idx="7897">
                  <c:v>1.9117500000000001</c:v>
                </c:pt>
                <c:pt idx="7898">
                  <c:v>1.9120600000000001</c:v>
                </c:pt>
                <c:pt idx="7899">
                  <c:v>1.9123699999999999</c:v>
                </c:pt>
                <c:pt idx="7900">
                  <c:v>1.9126700000000001</c:v>
                </c:pt>
                <c:pt idx="7901">
                  <c:v>1.9129799999999999</c:v>
                </c:pt>
                <c:pt idx="7902">
                  <c:v>1.9132800000000001</c:v>
                </c:pt>
                <c:pt idx="7903">
                  <c:v>1.9135899999999999</c:v>
                </c:pt>
                <c:pt idx="7904">
                  <c:v>1.9138900000000001</c:v>
                </c:pt>
                <c:pt idx="7905">
                  <c:v>1.9141999999999999</c:v>
                </c:pt>
                <c:pt idx="7906">
                  <c:v>1.9145000000000001</c:v>
                </c:pt>
                <c:pt idx="7907">
                  <c:v>1.9148099999999999</c:v>
                </c:pt>
                <c:pt idx="7908">
                  <c:v>1.9151100000000001</c:v>
                </c:pt>
                <c:pt idx="7909">
                  <c:v>1.9154199999999999</c:v>
                </c:pt>
                <c:pt idx="7910">
                  <c:v>1.9157200000000001</c:v>
                </c:pt>
                <c:pt idx="7911">
                  <c:v>1.9160299999999999</c:v>
                </c:pt>
                <c:pt idx="7912">
                  <c:v>1.9163399999999999</c:v>
                </c:pt>
                <c:pt idx="7913">
                  <c:v>1.9166399999999999</c:v>
                </c:pt>
                <c:pt idx="7914">
                  <c:v>1.9169499999999999</c:v>
                </c:pt>
                <c:pt idx="7915">
                  <c:v>1.9172499999999999</c:v>
                </c:pt>
                <c:pt idx="7916">
                  <c:v>1.9175599999999999</c:v>
                </c:pt>
                <c:pt idx="7917">
                  <c:v>1.9178599999999999</c:v>
                </c:pt>
                <c:pt idx="7918">
                  <c:v>1.9181699999999999</c:v>
                </c:pt>
                <c:pt idx="7919">
                  <c:v>1.9184699999999999</c:v>
                </c:pt>
                <c:pt idx="7920">
                  <c:v>1.9187799999999999</c:v>
                </c:pt>
                <c:pt idx="7921">
                  <c:v>1.9190799999999999</c:v>
                </c:pt>
                <c:pt idx="7922">
                  <c:v>1.9193899999999999</c:v>
                </c:pt>
                <c:pt idx="7923">
                  <c:v>1.9196899999999999</c:v>
                </c:pt>
                <c:pt idx="7924">
                  <c:v>1.92</c:v>
                </c:pt>
                <c:pt idx="7925">
                  <c:v>1.92031</c:v>
                </c:pt>
                <c:pt idx="7926">
                  <c:v>1.9206099999999999</c:v>
                </c:pt>
                <c:pt idx="7927">
                  <c:v>1.92092</c:v>
                </c:pt>
                <c:pt idx="7928">
                  <c:v>1.9212199999999999</c:v>
                </c:pt>
                <c:pt idx="7929">
                  <c:v>1.92153</c:v>
                </c:pt>
                <c:pt idx="7930">
                  <c:v>1.9218299999999999</c:v>
                </c:pt>
                <c:pt idx="7931">
                  <c:v>1.92214</c:v>
                </c:pt>
                <c:pt idx="7932">
                  <c:v>1.9224399999999999</c:v>
                </c:pt>
                <c:pt idx="7933">
                  <c:v>1.92275</c:v>
                </c:pt>
                <c:pt idx="7934">
                  <c:v>1.9230499999999999</c:v>
                </c:pt>
                <c:pt idx="7935">
                  <c:v>1.92336</c:v>
                </c:pt>
                <c:pt idx="7936">
                  <c:v>1.92367</c:v>
                </c:pt>
                <c:pt idx="7937">
                  <c:v>1.92397</c:v>
                </c:pt>
                <c:pt idx="7938">
                  <c:v>1.92428</c:v>
                </c:pt>
                <c:pt idx="7939">
                  <c:v>1.92458</c:v>
                </c:pt>
                <c:pt idx="7940">
                  <c:v>1.92489</c:v>
                </c:pt>
                <c:pt idx="7941">
                  <c:v>1.92519</c:v>
                </c:pt>
                <c:pt idx="7942">
                  <c:v>1.9255</c:v>
                </c:pt>
                <c:pt idx="7943">
                  <c:v>1.9258</c:v>
                </c:pt>
                <c:pt idx="7944">
                  <c:v>1.92611</c:v>
                </c:pt>
                <c:pt idx="7945">
                  <c:v>1.92641</c:v>
                </c:pt>
                <c:pt idx="7946">
                  <c:v>1.92672</c:v>
                </c:pt>
                <c:pt idx="7947">
                  <c:v>1.92702</c:v>
                </c:pt>
                <c:pt idx="7948">
                  <c:v>1.92733</c:v>
                </c:pt>
                <c:pt idx="7949">
                  <c:v>1.92764</c:v>
                </c:pt>
                <c:pt idx="7950">
                  <c:v>1.92794</c:v>
                </c:pt>
                <c:pt idx="7951">
                  <c:v>1.92825</c:v>
                </c:pt>
                <c:pt idx="7952">
                  <c:v>1.92855</c:v>
                </c:pt>
                <c:pt idx="7953">
                  <c:v>1.92886</c:v>
                </c:pt>
                <c:pt idx="7954">
                  <c:v>1.92916</c:v>
                </c:pt>
                <c:pt idx="7955">
                  <c:v>1.92947</c:v>
                </c:pt>
                <c:pt idx="7956">
                  <c:v>1.92977</c:v>
                </c:pt>
                <c:pt idx="7957">
                  <c:v>1.93008</c:v>
                </c:pt>
                <c:pt idx="7958">
                  <c:v>1.93038</c:v>
                </c:pt>
                <c:pt idx="7959">
                  <c:v>1.93069</c:v>
                </c:pt>
                <c:pt idx="7960">
                  <c:v>1.93099</c:v>
                </c:pt>
                <c:pt idx="7961">
                  <c:v>1.9313</c:v>
                </c:pt>
                <c:pt idx="7962">
                  <c:v>1.93161</c:v>
                </c:pt>
                <c:pt idx="7963">
                  <c:v>1.93191</c:v>
                </c:pt>
                <c:pt idx="7964">
                  <c:v>1.93222</c:v>
                </c:pt>
                <c:pt idx="7965">
                  <c:v>1.93252</c:v>
                </c:pt>
                <c:pt idx="7966">
                  <c:v>1.93283</c:v>
                </c:pt>
                <c:pt idx="7967">
                  <c:v>1.93313</c:v>
                </c:pt>
                <c:pt idx="7968">
                  <c:v>1.93344</c:v>
                </c:pt>
                <c:pt idx="7969">
                  <c:v>1.93374</c:v>
                </c:pt>
                <c:pt idx="7970">
                  <c:v>1.93405</c:v>
                </c:pt>
                <c:pt idx="7971">
                  <c:v>1.93435</c:v>
                </c:pt>
                <c:pt idx="7972">
                  <c:v>1.93466</c:v>
                </c:pt>
                <c:pt idx="7973">
                  <c:v>1.93496</c:v>
                </c:pt>
                <c:pt idx="7974">
                  <c:v>1.93527</c:v>
                </c:pt>
                <c:pt idx="7975">
                  <c:v>1.9355800000000001</c:v>
                </c:pt>
                <c:pt idx="7976">
                  <c:v>1.93588</c:v>
                </c:pt>
                <c:pt idx="7977">
                  <c:v>1.9361900000000001</c:v>
                </c:pt>
                <c:pt idx="7978">
                  <c:v>1.93649</c:v>
                </c:pt>
                <c:pt idx="7979">
                  <c:v>1.9368000000000001</c:v>
                </c:pt>
                <c:pt idx="7980">
                  <c:v>1.9371</c:v>
                </c:pt>
                <c:pt idx="7981">
                  <c:v>1.9374100000000001</c:v>
                </c:pt>
                <c:pt idx="7982">
                  <c:v>1.93771</c:v>
                </c:pt>
                <c:pt idx="7983">
                  <c:v>1.9380200000000001</c:v>
                </c:pt>
                <c:pt idx="7984">
                  <c:v>1.93832</c:v>
                </c:pt>
                <c:pt idx="7985">
                  <c:v>1.9386300000000001</c:v>
                </c:pt>
                <c:pt idx="7986">
                  <c:v>1.93893</c:v>
                </c:pt>
                <c:pt idx="7987">
                  <c:v>1.9392400000000001</c:v>
                </c:pt>
                <c:pt idx="7988">
                  <c:v>1.9395500000000001</c:v>
                </c:pt>
                <c:pt idx="7989">
                  <c:v>1.9398500000000001</c:v>
                </c:pt>
                <c:pt idx="7990">
                  <c:v>1.9401600000000001</c:v>
                </c:pt>
                <c:pt idx="7991">
                  <c:v>1.9404600000000001</c:v>
                </c:pt>
                <c:pt idx="7992">
                  <c:v>1.9407700000000001</c:v>
                </c:pt>
                <c:pt idx="7993">
                  <c:v>1.9410700000000001</c:v>
                </c:pt>
                <c:pt idx="7994">
                  <c:v>1.9413800000000001</c:v>
                </c:pt>
                <c:pt idx="7995">
                  <c:v>1.9416800000000001</c:v>
                </c:pt>
                <c:pt idx="7996">
                  <c:v>1.9419900000000001</c:v>
                </c:pt>
                <c:pt idx="7997">
                  <c:v>1.9422900000000001</c:v>
                </c:pt>
                <c:pt idx="7998">
                  <c:v>1.9426000000000001</c:v>
                </c:pt>
                <c:pt idx="7999">
                  <c:v>1.9429099999999999</c:v>
                </c:pt>
                <c:pt idx="8000">
                  <c:v>1.9432100000000001</c:v>
                </c:pt>
                <c:pt idx="8001">
                  <c:v>1.9435199999999999</c:v>
                </c:pt>
                <c:pt idx="8002">
                  <c:v>1.9438200000000001</c:v>
                </c:pt>
                <c:pt idx="8003">
                  <c:v>1.9441299999999999</c:v>
                </c:pt>
                <c:pt idx="8004">
                  <c:v>1.9444300000000001</c:v>
                </c:pt>
                <c:pt idx="8005">
                  <c:v>1.9447399999999999</c:v>
                </c:pt>
                <c:pt idx="8006">
                  <c:v>1.9450400000000001</c:v>
                </c:pt>
                <c:pt idx="8007">
                  <c:v>1.9453499999999999</c:v>
                </c:pt>
                <c:pt idx="8008">
                  <c:v>1.9456500000000001</c:v>
                </c:pt>
                <c:pt idx="8009">
                  <c:v>1.9459599999999999</c:v>
                </c:pt>
                <c:pt idx="8010">
                  <c:v>1.9462600000000001</c:v>
                </c:pt>
                <c:pt idx="8011">
                  <c:v>1.9465699999999999</c:v>
                </c:pt>
                <c:pt idx="8012">
                  <c:v>1.9468799999999999</c:v>
                </c:pt>
                <c:pt idx="8013">
                  <c:v>1.9471799999999999</c:v>
                </c:pt>
                <c:pt idx="8014">
                  <c:v>1.9474899999999999</c:v>
                </c:pt>
                <c:pt idx="8015">
                  <c:v>1.9477899999999999</c:v>
                </c:pt>
                <c:pt idx="8016">
                  <c:v>1.9480999999999999</c:v>
                </c:pt>
                <c:pt idx="8017">
                  <c:v>1.9483999999999999</c:v>
                </c:pt>
                <c:pt idx="8018">
                  <c:v>1.9487099999999999</c:v>
                </c:pt>
                <c:pt idx="8019">
                  <c:v>1.9490099999999999</c:v>
                </c:pt>
                <c:pt idx="8020">
                  <c:v>1.9493199999999999</c:v>
                </c:pt>
                <c:pt idx="8021">
                  <c:v>1.9496199999999999</c:v>
                </c:pt>
                <c:pt idx="8022">
                  <c:v>1.9499299999999999</c:v>
                </c:pt>
                <c:pt idx="8023">
                  <c:v>1.9502299999999999</c:v>
                </c:pt>
                <c:pt idx="8024">
                  <c:v>1.9505399999999999</c:v>
                </c:pt>
                <c:pt idx="8025">
                  <c:v>1.95085</c:v>
                </c:pt>
                <c:pt idx="8026">
                  <c:v>1.9511499999999999</c:v>
                </c:pt>
                <c:pt idx="8027">
                  <c:v>1.95146</c:v>
                </c:pt>
                <c:pt idx="8028">
                  <c:v>1.9517599999999999</c:v>
                </c:pt>
                <c:pt idx="8029">
                  <c:v>1.95207</c:v>
                </c:pt>
                <c:pt idx="8030">
                  <c:v>1.9523699999999999</c:v>
                </c:pt>
                <c:pt idx="8031">
                  <c:v>1.95268</c:v>
                </c:pt>
                <c:pt idx="8032">
                  <c:v>1.9529799999999999</c:v>
                </c:pt>
                <c:pt idx="8033">
                  <c:v>1.95329</c:v>
                </c:pt>
                <c:pt idx="8034">
                  <c:v>1.9535899999999999</c:v>
                </c:pt>
                <c:pt idx="8035">
                  <c:v>1.9539</c:v>
                </c:pt>
                <c:pt idx="8036">
                  <c:v>1.9541999999999999</c:v>
                </c:pt>
                <c:pt idx="8037">
                  <c:v>1.95451</c:v>
                </c:pt>
                <c:pt idx="8038">
                  <c:v>1.95482</c:v>
                </c:pt>
                <c:pt idx="8039">
                  <c:v>1.95512</c:v>
                </c:pt>
                <c:pt idx="8040">
                  <c:v>1.95543</c:v>
                </c:pt>
                <c:pt idx="8041">
                  <c:v>1.95573</c:v>
                </c:pt>
                <c:pt idx="8042">
                  <c:v>1.95604</c:v>
                </c:pt>
                <c:pt idx="8043">
                  <c:v>1.95634</c:v>
                </c:pt>
                <c:pt idx="8044">
                  <c:v>1.95665</c:v>
                </c:pt>
                <c:pt idx="8045">
                  <c:v>1.95695</c:v>
                </c:pt>
                <c:pt idx="8046">
                  <c:v>1.95726</c:v>
                </c:pt>
                <c:pt idx="8047">
                  <c:v>1.95756</c:v>
                </c:pt>
                <c:pt idx="8048">
                  <c:v>1.95787</c:v>
                </c:pt>
                <c:pt idx="8049">
                  <c:v>1.95817</c:v>
                </c:pt>
                <c:pt idx="8050">
                  <c:v>1.95848</c:v>
                </c:pt>
                <c:pt idx="8051">
                  <c:v>1.95879</c:v>
                </c:pt>
                <c:pt idx="8052">
                  <c:v>1.95909</c:v>
                </c:pt>
                <c:pt idx="8053">
                  <c:v>1.9594</c:v>
                </c:pt>
                <c:pt idx="8054">
                  <c:v>1.9597</c:v>
                </c:pt>
                <c:pt idx="8055">
                  <c:v>1.96001</c:v>
                </c:pt>
                <c:pt idx="8056">
                  <c:v>1.96031</c:v>
                </c:pt>
                <c:pt idx="8057">
                  <c:v>1.96062</c:v>
                </c:pt>
                <c:pt idx="8058">
                  <c:v>1.96092</c:v>
                </c:pt>
                <c:pt idx="8059">
                  <c:v>1.96123</c:v>
                </c:pt>
                <c:pt idx="8060">
                  <c:v>1.96153</c:v>
                </c:pt>
                <c:pt idx="8061">
                  <c:v>1.96184</c:v>
                </c:pt>
                <c:pt idx="8062">
                  <c:v>1.9621500000000001</c:v>
                </c:pt>
                <c:pt idx="8063">
                  <c:v>1.96245</c:v>
                </c:pt>
                <c:pt idx="8064">
                  <c:v>1.9627600000000001</c:v>
                </c:pt>
                <c:pt idx="8065">
                  <c:v>1.96306</c:v>
                </c:pt>
                <c:pt idx="8066">
                  <c:v>1.9633700000000001</c:v>
                </c:pt>
                <c:pt idx="8067">
                  <c:v>1.96367</c:v>
                </c:pt>
                <c:pt idx="8068">
                  <c:v>1.9639800000000001</c:v>
                </c:pt>
                <c:pt idx="8069">
                  <c:v>1.96428</c:v>
                </c:pt>
                <c:pt idx="8070">
                  <c:v>1.9645900000000001</c:v>
                </c:pt>
                <c:pt idx="8071">
                  <c:v>1.96489</c:v>
                </c:pt>
                <c:pt idx="8072">
                  <c:v>1.9652000000000001</c:v>
                </c:pt>
                <c:pt idx="8073">
                  <c:v>1.9655</c:v>
                </c:pt>
                <c:pt idx="8074">
                  <c:v>1.9658100000000001</c:v>
                </c:pt>
                <c:pt idx="8075">
                  <c:v>1.9661200000000001</c:v>
                </c:pt>
                <c:pt idx="8076">
                  <c:v>1.9664200000000001</c:v>
                </c:pt>
                <c:pt idx="8077">
                  <c:v>1.9667300000000001</c:v>
                </c:pt>
                <c:pt idx="8078">
                  <c:v>1.9670300000000001</c:v>
                </c:pt>
                <c:pt idx="8079">
                  <c:v>1.9673400000000001</c:v>
                </c:pt>
                <c:pt idx="8080">
                  <c:v>1.9676400000000001</c:v>
                </c:pt>
                <c:pt idx="8081">
                  <c:v>1.9679500000000001</c:v>
                </c:pt>
                <c:pt idx="8082">
                  <c:v>1.9682500000000001</c:v>
                </c:pt>
                <c:pt idx="8083">
                  <c:v>1.9685600000000001</c:v>
                </c:pt>
                <c:pt idx="8084">
                  <c:v>1.9688600000000001</c:v>
                </c:pt>
                <c:pt idx="8085">
                  <c:v>1.9691700000000001</c:v>
                </c:pt>
                <c:pt idx="8086">
                  <c:v>1.9694700000000001</c:v>
                </c:pt>
                <c:pt idx="8087">
                  <c:v>1.9697800000000001</c:v>
                </c:pt>
                <c:pt idx="8088">
                  <c:v>1.9700899999999999</c:v>
                </c:pt>
                <c:pt idx="8089">
                  <c:v>1.9703900000000001</c:v>
                </c:pt>
                <c:pt idx="8090">
                  <c:v>1.9706999999999999</c:v>
                </c:pt>
                <c:pt idx="8091">
                  <c:v>1.9710000000000001</c:v>
                </c:pt>
                <c:pt idx="8092">
                  <c:v>1.9713099999999999</c:v>
                </c:pt>
                <c:pt idx="8093">
                  <c:v>1.9716100000000001</c:v>
                </c:pt>
                <c:pt idx="8094">
                  <c:v>1.9719199999999999</c:v>
                </c:pt>
                <c:pt idx="8095">
                  <c:v>1.9722200000000001</c:v>
                </c:pt>
                <c:pt idx="8096">
                  <c:v>1.9725299999999999</c:v>
                </c:pt>
                <c:pt idx="8097">
                  <c:v>1.9728300000000001</c:v>
                </c:pt>
                <c:pt idx="8098">
                  <c:v>1.9731399999999999</c:v>
                </c:pt>
                <c:pt idx="8099">
                  <c:v>1.9734400000000001</c:v>
                </c:pt>
                <c:pt idx="8100">
                  <c:v>1.9737499999999999</c:v>
                </c:pt>
                <c:pt idx="8101">
                  <c:v>1.9740599999999999</c:v>
                </c:pt>
                <c:pt idx="8102">
                  <c:v>1.9743599999999999</c:v>
                </c:pt>
                <c:pt idx="8103">
                  <c:v>1.9746699999999999</c:v>
                </c:pt>
                <c:pt idx="8104">
                  <c:v>1.9749699999999999</c:v>
                </c:pt>
                <c:pt idx="8105">
                  <c:v>1.9752799999999999</c:v>
                </c:pt>
                <c:pt idx="8106">
                  <c:v>1.9755799999999999</c:v>
                </c:pt>
                <c:pt idx="8107">
                  <c:v>1.9758899999999999</c:v>
                </c:pt>
                <c:pt idx="8108">
                  <c:v>1.9761899999999999</c:v>
                </c:pt>
                <c:pt idx="8109">
                  <c:v>1.9764999999999999</c:v>
                </c:pt>
                <c:pt idx="8110">
                  <c:v>1.9767999999999999</c:v>
                </c:pt>
                <c:pt idx="8111">
                  <c:v>1.9771099999999999</c:v>
                </c:pt>
                <c:pt idx="8112">
                  <c:v>1.97742</c:v>
                </c:pt>
                <c:pt idx="8113">
                  <c:v>1.9777199999999999</c:v>
                </c:pt>
                <c:pt idx="8114">
                  <c:v>1.97803</c:v>
                </c:pt>
                <c:pt idx="8115">
                  <c:v>1.9783299999999999</c:v>
                </c:pt>
                <c:pt idx="8116">
                  <c:v>1.97864</c:v>
                </c:pt>
                <c:pt idx="8117">
                  <c:v>1.9789399999999999</c:v>
                </c:pt>
                <c:pt idx="8118">
                  <c:v>1.97925</c:v>
                </c:pt>
                <c:pt idx="8119">
                  <c:v>1.9795499999999999</c:v>
                </c:pt>
                <c:pt idx="8120">
                  <c:v>1.97986</c:v>
                </c:pt>
                <c:pt idx="8121">
                  <c:v>1.9801599999999999</c:v>
                </c:pt>
                <c:pt idx="8122">
                  <c:v>1.98047</c:v>
                </c:pt>
                <c:pt idx="8123">
                  <c:v>1.9807699999999999</c:v>
                </c:pt>
                <c:pt idx="8124">
                  <c:v>1.98108</c:v>
                </c:pt>
                <c:pt idx="8125">
                  <c:v>1.98139</c:v>
                </c:pt>
                <c:pt idx="8126">
                  <c:v>1.98169</c:v>
                </c:pt>
                <c:pt idx="8127">
                  <c:v>1.982</c:v>
                </c:pt>
                <c:pt idx="8128">
                  <c:v>1.9823</c:v>
                </c:pt>
                <c:pt idx="8129">
                  <c:v>1.98261</c:v>
                </c:pt>
                <c:pt idx="8130">
                  <c:v>1.98291</c:v>
                </c:pt>
                <c:pt idx="8131">
                  <c:v>1.98322</c:v>
                </c:pt>
                <c:pt idx="8132">
                  <c:v>1.9835199999999999</c:v>
                </c:pt>
                <c:pt idx="8133">
                  <c:v>1.98383</c:v>
                </c:pt>
                <c:pt idx="8134">
                  <c:v>1.9841299999999999</c:v>
                </c:pt>
                <c:pt idx="8135">
                  <c:v>1.98444</c:v>
                </c:pt>
                <c:pt idx="8136">
                  <c:v>1.9847399999999999</c:v>
                </c:pt>
                <c:pt idx="8137">
                  <c:v>1.98505</c:v>
                </c:pt>
                <c:pt idx="8138">
                  <c:v>1.98536</c:v>
                </c:pt>
                <c:pt idx="8139">
                  <c:v>1.98566</c:v>
                </c:pt>
                <c:pt idx="8140">
                  <c:v>1.98597</c:v>
                </c:pt>
                <c:pt idx="8141">
                  <c:v>1.98627</c:v>
                </c:pt>
                <c:pt idx="8142">
                  <c:v>1.98658</c:v>
                </c:pt>
                <c:pt idx="8143">
                  <c:v>1.98688</c:v>
                </c:pt>
                <c:pt idx="8144">
                  <c:v>1.98719</c:v>
                </c:pt>
                <c:pt idx="8145">
                  <c:v>1.98749</c:v>
                </c:pt>
                <c:pt idx="8146">
                  <c:v>1.9878</c:v>
                </c:pt>
                <c:pt idx="8147">
                  <c:v>1.9881</c:v>
                </c:pt>
                <c:pt idx="8148">
                  <c:v>1.98841</c:v>
                </c:pt>
                <c:pt idx="8149">
                  <c:v>1.98871</c:v>
                </c:pt>
                <c:pt idx="8150">
                  <c:v>1.98902</c:v>
                </c:pt>
                <c:pt idx="8151">
                  <c:v>1.98933</c:v>
                </c:pt>
                <c:pt idx="8152">
                  <c:v>1.98963</c:v>
                </c:pt>
                <c:pt idx="8153">
                  <c:v>1.98994</c:v>
                </c:pt>
                <c:pt idx="8154">
                  <c:v>1.99024</c:v>
                </c:pt>
                <c:pt idx="8155">
                  <c:v>1.99055</c:v>
                </c:pt>
                <c:pt idx="8156">
                  <c:v>1.99085</c:v>
                </c:pt>
                <c:pt idx="8157">
                  <c:v>1.99116</c:v>
                </c:pt>
                <c:pt idx="8158">
                  <c:v>1.99146</c:v>
                </c:pt>
                <c:pt idx="8159">
                  <c:v>1.99177</c:v>
                </c:pt>
                <c:pt idx="8160">
                  <c:v>1.99207</c:v>
                </c:pt>
                <c:pt idx="8161">
                  <c:v>1.99238</c:v>
                </c:pt>
                <c:pt idx="8162">
                  <c:v>1.99268</c:v>
                </c:pt>
                <c:pt idx="8163">
                  <c:v>1.99299</c:v>
                </c:pt>
                <c:pt idx="8164">
                  <c:v>1.9933000000000001</c:v>
                </c:pt>
                <c:pt idx="8165">
                  <c:v>1.9936</c:v>
                </c:pt>
                <c:pt idx="8166">
                  <c:v>1.9939100000000001</c:v>
                </c:pt>
                <c:pt idx="8167">
                  <c:v>1.99421</c:v>
                </c:pt>
                <c:pt idx="8168">
                  <c:v>1.9945200000000001</c:v>
                </c:pt>
                <c:pt idx="8169">
                  <c:v>1.99482</c:v>
                </c:pt>
                <c:pt idx="8170">
                  <c:v>1.9951300000000001</c:v>
                </c:pt>
                <c:pt idx="8171">
                  <c:v>1.99543</c:v>
                </c:pt>
                <c:pt idx="8172">
                  <c:v>1.9957400000000001</c:v>
                </c:pt>
                <c:pt idx="8173">
                  <c:v>1.99604</c:v>
                </c:pt>
                <c:pt idx="8174">
                  <c:v>1.9963500000000001</c:v>
                </c:pt>
                <c:pt idx="8175">
                  <c:v>1.9966600000000001</c:v>
                </c:pt>
                <c:pt idx="8176">
                  <c:v>1.9969600000000001</c:v>
                </c:pt>
                <c:pt idx="8177">
                  <c:v>1.9972700000000001</c:v>
                </c:pt>
                <c:pt idx="8178">
                  <c:v>1.9975700000000001</c:v>
                </c:pt>
                <c:pt idx="8179">
                  <c:v>1.9978800000000001</c:v>
                </c:pt>
                <c:pt idx="8180">
                  <c:v>1.9981800000000001</c:v>
                </c:pt>
                <c:pt idx="8181">
                  <c:v>1.9984900000000001</c:v>
                </c:pt>
                <c:pt idx="8182">
                  <c:v>1.9987900000000001</c:v>
                </c:pt>
                <c:pt idx="8183">
                  <c:v>1.9991000000000001</c:v>
                </c:pt>
                <c:pt idx="8184">
                  <c:v>1.9994000000000001</c:v>
                </c:pt>
                <c:pt idx="8185">
                  <c:v>1.9997100000000001</c:v>
                </c:pt>
                <c:pt idx="8186">
                  <c:v>2.0000100000000001</c:v>
                </c:pt>
                <c:pt idx="8187">
                  <c:v>2.0003199999999999</c:v>
                </c:pt>
                <c:pt idx="8188">
                  <c:v>2.0006300000000001</c:v>
                </c:pt>
                <c:pt idx="8189">
                  <c:v>2.0009299999999999</c:v>
                </c:pt>
                <c:pt idx="8190">
                  <c:v>2.0012400000000001</c:v>
                </c:pt>
                <c:pt idx="8191">
                  <c:v>2.0015399999999999</c:v>
                </c:pt>
                <c:pt idx="8192">
                  <c:v>2.0018500000000001</c:v>
                </c:pt>
                <c:pt idx="8193">
                  <c:v>2.0021499999999999</c:v>
                </c:pt>
                <c:pt idx="8194">
                  <c:v>2.0024600000000001</c:v>
                </c:pt>
                <c:pt idx="8195">
                  <c:v>2.0027599999999999</c:v>
                </c:pt>
                <c:pt idx="8196">
                  <c:v>2.0030700000000001</c:v>
                </c:pt>
                <c:pt idx="8197">
                  <c:v>2.0033699999999999</c:v>
                </c:pt>
                <c:pt idx="8198">
                  <c:v>2.0036800000000001</c:v>
                </c:pt>
                <c:pt idx="8199">
                  <c:v>2.0039799999999999</c:v>
                </c:pt>
                <c:pt idx="8200">
                  <c:v>2.0042900000000001</c:v>
                </c:pt>
                <c:pt idx="8201">
                  <c:v>2.0045999999999999</c:v>
                </c:pt>
                <c:pt idx="8202">
                  <c:v>2.0049000000000001</c:v>
                </c:pt>
                <c:pt idx="8203">
                  <c:v>2.0052099999999999</c:v>
                </c:pt>
                <c:pt idx="8204">
                  <c:v>2.0055100000000001</c:v>
                </c:pt>
                <c:pt idx="8205">
                  <c:v>2.0058199999999999</c:v>
                </c:pt>
                <c:pt idx="8206">
                  <c:v>2.0061200000000001</c:v>
                </c:pt>
                <c:pt idx="8207">
                  <c:v>2.0064299999999999</c:v>
                </c:pt>
                <c:pt idx="8208">
                  <c:v>2.0067300000000001</c:v>
                </c:pt>
                <c:pt idx="8209">
                  <c:v>2.0070399999999999</c:v>
                </c:pt>
                <c:pt idx="8210">
                  <c:v>2.0073400000000001</c:v>
                </c:pt>
                <c:pt idx="8211">
                  <c:v>2.0076499999999999</c:v>
                </c:pt>
                <c:pt idx="8212">
                  <c:v>2.0079500000000001</c:v>
                </c:pt>
                <c:pt idx="8213">
                  <c:v>2.0082599999999999</c:v>
                </c:pt>
                <c:pt idx="8214">
                  <c:v>2.0085700000000002</c:v>
                </c:pt>
                <c:pt idx="8215">
                  <c:v>2.0088699999999999</c:v>
                </c:pt>
                <c:pt idx="8216">
                  <c:v>2.0091800000000002</c:v>
                </c:pt>
                <c:pt idx="8217">
                  <c:v>2.0094799999999999</c:v>
                </c:pt>
                <c:pt idx="8218">
                  <c:v>2.0097900000000002</c:v>
                </c:pt>
                <c:pt idx="8219">
                  <c:v>2.0100899999999999</c:v>
                </c:pt>
                <c:pt idx="8220">
                  <c:v>2.0104000000000002</c:v>
                </c:pt>
                <c:pt idx="8221">
                  <c:v>2.0106999999999999</c:v>
                </c:pt>
                <c:pt idx="8222">
                  <c:v>2.0110100000000002</c:v>
                </c:pt>
                <c:pt idx="8223">
                  <c:v>2.0113099999999999</c:v>
                </c:pt>
                <c:pt idx="8224">
                  <c:v>2.0116200000000002</c:v>
                </c:pt>
                <c:pt idx="8225">
                  <c:v>2.0119199999999999</c:v>
                </c:pt>
                <c:pt idx="8226">
                  <c:v>2.0122300000000002</c:v>
                </c:pt>
                <c:pt idx="8227">
                  <c:v>2.01254</c:v>
                </c:pt>
                <c:pt idx="8228">
                  <c:v>2.0128400000000002</c:v>
                </c:pt>
                <c:pt idx="8229">
                  <c:v>2.01315</c:v>
                </c:pt>
                <c:pt idx="8230">
                  <c:v>2.0134500000000002</c:v>
                </c:pt>
                <c:pt idx="8231">
                  <c:v>2.01376</c:v>
                </c:pt>
                <c:pt idx="8232">
                  <c:v>2.0140600000000002</c:v>
                </c:pt>
                <c:pt idx="8233">
                  <c:v>2.01437</c:v>
                </c:pt>
                <c:pt idx="8234">
                  <c:v>2.0146700000000002</c:v>
                </c:pt>
                <c:pt idx="8235">
                  <c:v>2.01498</c:v>
                </c:pt>
                <c:pt idx="8236">
                  <c:v>2.0152800000000002</c:v>
                </c:pt>
                <c:pt idx="8237">
                  <c:v>2.01559</c:v>
                </c:pt>
                <c:pt idx="8238">
                  <c:v>2.0158999999999998</c:v>
                </c:pt>
                <c:pt idx="8239">
                  <c:v>2.0162</c:v>
                </c:pt>
                <c:pt idx="8240">
                  <c:v>2.0165099999999998</c:v>
                </c:pt>
                <c:pt idx="8241">
                  <c:v>2.01681</c:v>
                </c:pt>
                <c:pt idx="8242">
                  <c:v>2.0171199999999998</c:v>
                </c:pt>
                <c:pt idx="8243">
                  <c:v>2.01742</c:v>
                </c:pt>
                <c:pt idx="8244">
                  <c:v>2.0177299999999998</c:v>
                </c:pt>
                <c:pt idx="8245">
                  <c:v>2.01803</c:v>
                </c:pt>
                <c:pt idx="8246">
                  <c:v>2.0183399999999998</c:v>
                </c:pt>
                <c:pt idx="8247">
                  <c:v>2.01864</c:v>
                </c:pt>
                <c:pt idx="8248">
                  <c:v>2.0189499999999998</c:v>
                </c:pt>
                <c:pt idx="8249">
                  <c:v>2.01925</c:v>
                </c:pt>
                <c:pt idx="8250">
                  <c:v>2.0195599999999998</c:v>
                </c:pt>
                <c:pt idx="8251">
                  <c:v>2.0198700000000001</c:v>
                </c:pt>
                <c:pt idx="8252">
                  <c:v>2.0201699999999998</c:v>
                </c:pt>
                <c:pt idx="8253">
                  <c:v>2.0204800000000001</c:v>
                </c:pt>
                <c:pt idx="8254">
                  <c:v>2.0207799999999998</c:v>
                </c:pt>
                <c:pt idx="8255">
                  <c:v>2.0210900000000001</c:v>
                </c:pt>
                <c:pt idx="8256">
                  <c:v>2.0213899999999998</c:v>
                </c:pt>
                <c:pt idx="8257">
                  <c:v>2.0217000000000001</c:v>
                </c:pt>
                <c:pt idx="8258">
                  <c:v>2.0219999999999998</c:v>
                </c:pt>
                <c:pt idx="8259">
                  <c:v>2.0223100000000001</c:v>
                </c:pt>
                <c:pt idx="8260">
                  <c:v>2.0226099999999998</c:v>
                </c:pt>
                <c:pt idx="8261">
                  <c:v>2.0229200000000001</c:v>
                </c:pt>
                <c:pt idx="8262">
                  <c:v>2.0232199999999998</c:v>
                </c:pt>
                <c:pt idx="8263">
                  <c:v>2.0235300000000001</c:v>
                </c:pt>
                <c:pt idx="8264">
                  <c:v>2.0238399999999999</c:v>
                </c:pt>
                <c:pt idx="8265">
                  <c:v>2.0241400000000001</c:v>
                </c:pt>
                <c:pt idx="8266">
                  <c:v>2.0244499999999999</c:v>
                </c:pt>
                <c:pt idx="8267">
                  <c:v>2.02475</c:v>
                </c:pt>
                <c:pt idx="8268">
                  <c:v>2.0250599999999999</c:v>
                </c:pt>
                <c:pt idx="8269">
                  <c:v>2.02536</c:v>
                </c:pt>
                <c:pt idx="8270">
                  <c:v>2.0256699999999999</c:v>
                </c:pt>
                <c:pt idx="8271">
                  <c:v>2.02597</c:v>
                </c:pt>
                <c:pt idx="8272">
                  <c:v>2.0262799999999999</c:v>
                </c:pt>
                <c:pt idx="8273">
                  <c:v>2.02658</c:v>
                </c:pt>
                <c:pt idx="8274">
                  <c:v>2.0268899999999999</c:v>
                </c:pt>
                <c:pt idx="8275">
                  <c:v>2.02719</c:v>
                </c:pt>
                <c:pt idx="8276">
                  <c:v>2.0274999999999999</c:v>
                </c:pt>
                <c:pt idx="8277">
                  <c:v>2.0278100000000001</c:v>
                </c:pt>
                <c:pt idx="8278">
                  <c:v>2.0281099999999999</c:v>
                </c:pt>
                <c:pt idx="8279">
                  <c:v>2.0284200000000001</c:v>
                </c:pt>
                <c:pt idx="8280">
                  <c:v>2.0287199999999999</c:v>
                </c:pt>
                <c:pt idx="8281">
                  <c:v>2.0290300000000001</c:v>
                </c:pt>
                <c:pt idx="8282">
                  <c:v>2.0293299999999999</c:v>
                </c:pt>
                <c:pt idx="8283">
                  <c:v>2.0296400000000001</c:v>
                </c:pt>
                <c:pt idx="8284">
                  <c:v>2.0299399999999999</c:v>
                </c:pt>
                <c:pt idx="8285">
                  <c:v>2.0302500000000001</c:v>
                </c:pt>
                <c:pt idx="8286">
                  <c:v>2.0305499999999999</c:v>
                </c:pt>
                <c:pt idx="8287">
                  <c:v>2.0308600000000001</c:v>
                </c:pt>
                <c:pt idx="8288">
                  <c:v>2.0311599999999999</c:v>
                </c:pt>
                <c:pt idx="8289">
                  <c:v>2.0314700000000001</c:v>
                </c:pt>
                <c:pt idx="8290">
                  <c:v>2.0317799999999999</c:v>
                </c:pt>
                <c:pt idx="8291">
                  <c:v>2.0320800000000001</c:v>
                </c:pt>
                <c:pt idx="8292">
                  <c:v>2.0323899999999999</c:v>
                </c:pt>
                <c:pt idx="8293">
                  <c:v>2.0326900000000001</c:v>
                </c:pt>
                <c:pt idx="8294">
                  <c:v>2.0329999999999999</c:v>
                </c:pt>
                <c:pt idx="8295">
                  <c:v>2.0333000000000001</c:v>
                </c:pt>
                <c:pt idx="8296">
                  <c:v>2.0336099999999999</c:v>
                </c:pt>
                <c:pt idx="8297">
                  <c:v>2.0339100000000001</c:v>
                </c:pt>
                <c:pt idx="8298">
                  <c:v>2.0342199999999999</c:v>
                </c:pt>
                <c:pt idx="8299">
                  <c:v>2.0345200000000001</c:v>
                </c:pt>
                <c:pt idx="8300">
                  <c:v>2.0348299999999999</c:v>
                </c:pt>
                <c:pt idx="8301">
                  <c:v>2.0351400000000002</c:v>
                </c:pt>
                <c:pt idx="8302">
                  <c:v>2.0354399999999999</c:v>
                </c:pt>
                <c:pt idx="8303">
                  <c:v>2.0357500000000002</c:v>
                </c:pt>
                <c:pt idx="8304">
                  <c:v>2.0360499999999999</c:v>
                </c:pt>
                <c:pt idx="8305">
                  <c:v>2.0363600000000002</c:v>
                </c:pt>
                <c:pt idx="8306">
                  <c:v>2.0366599999999999</c:v>
                </c:pt>
                <c:pt idx="8307">
                  <c:v>2.0369700000000002</c:v>
                </c:pt>
                <c:pt idx="8308">
                  <c:v>2.0372699999999999</c:v>
                </c:pt>
                <c:pt idx="8309">
                  <c:v>2.0375800000000002</c:v>
                </c:pt>
                <c:pt idx="8310">
                  <c:v>2.0378799999999999</c:v>
                </c:pt>
                <c:pt idx="8311">
                  <c:v>2.0381900000000002</c:v>
                </c:pt>
                <c:pt idx="8312">
                  <c:v>2.0384899999999999</c:v>
                </c:pt>
                <c:pt idx="8313">
                  <c:v>2.0388000000000002</c:v>
                </c:pt>
                <c:pt idx="8314">
                  <c:v>2.03911</c:v>
                </c:pt>
                <c:pt idx="8315">
                  <c:v>2.0394100000000002</c:v>
                </c:pt>
                <c:pt idx="8316">
                  <c:v>2.03972</c:v>
                </c:pt>
                <c:pt idx="8317">
                  <c:v>2.0400200000000002</c:v>
                </c:pt>
                <c:pt idx="8318">
                  <c:v>2.04033</c:v>
                </c:pt>
                <c:pt idx="8319">
                  <c:v>2.0406300000000002</c:v>
                </c:pt>
                <c:pt idx="8320">
                  <c:v>2.04094</c:v>
                </c:pt>
                <c:pt idx="8321">
                  <c:v>2.0412400000000002</c:v>
                </c:pt>
                <c:pt idx="8322">
                  <c:v>2.04155</c:v>
                </c:pt>
                <c:pt idx="8323">
                  <c:v>2.0418500000000002</c:v>
                </c:pt>
                <c:pt idx="8324">
                  <c:v>2.04216</c:v>
                </c:pt>
                <c:pt idx="8325">
                  <c:v>2.0424600000000002</c:v>
                </c:pt>
                <c:pt idx="8326">
                  <c:v>2.04277</c:v>
                </c:pt>
                <c:pt idx="8327">
                  <c:v>2.0430799999999998</c:v>
                </c:pt>
                <c:pt idx="8328">
                  <c:v>2.04338</c:v>
                </c:pt>
                <c:pt idx="8329">
                  <c:v>2.0436899999999998</c:v>
                </c:pt>
                <c:pt idx="8330">
                  <c:v>2.04399</c:v>
                </c:pt>
                <c:pt idx="8331">
                  <c:v>2.0442999999999998</c:v>
                </c:pt>
                <c:pt idx="8332">
                  <c:v>2.0446</c:v>
                </c:pt>
                <c:pt idx="8333">
                  <c:v>2.0449099999999998</c:v>
                </c:pt>
                <c:pt idx="8334">
                  <c:v>2.04521</c:v>
                </c:pt>
                <c:pt idx="8335">
                  <c:v>2.0455199999999998</c:v>
                </c:pt>
                <c:pt idx="8336">
                  <c:v>2.04582</c:v>
                </c:pt>
                <c:pt idx="8337">
                  <c:v>2.0461299999999998</c:v>
                </c:pt>
                <c:pt idx="8338">
                  <c:v>2.04643</c:v>
                </c:pt>
                <c:pt idx="8339">
                  <c:v>2.0467399999999998</c:v>
                </c:pt>
                <c:pt idx="8340">
                  <c:v>2.04705</c:v>
                </c:pt>
                <c:pt idx="8341">
                  <c:v>2.0473499999999998</c:v>
                </c:pt>
                <c:pt idx="8342">
                  <c:v>2.04766</c:v>
                </c:pt>
                <c:pt idx="8343">
                  <c:v>2.0479599999999998</c:v>
                </c:pt>
                <c:pt idx="8344">
                  <c:v>2.04827</c:v>
                </c:pt>
                <c:pt idx="8345">
                  <c:v>2.0485699999999998</c:v>
                </c:pt>
                <c:pt idx="8346">
                  <c:v>2.04888</c:v>
                </c:pt>
                <c:pt idx="8347">
                  <c:v>2.0491799999999998</c:v>
                </c:pt>
                <c:pt idx="8348">
                  <c:v>2.04949</c:v>
                </c:pt>
                <c:pt idx="8349">
                  <c:v>2.0497899999999998</c:v>
                </c:pt>
                <c:pt idx="8350">
                  <c:v>2.0501</c:v>
                </c:pt>
                <c:pt idx="8351">
                  <c:v>2.0504099999999998</c:v>
                </c:pt>
                <c:pt idx="8352">
                  <c:v>2.05071</c:v>
                </c:pt>
                <c:pt idx="8353">
                  <c:v>2.0510199999999998</c:v>
                </c:pt>
                <c:pt idx="8354">
                  <c:v>2.05132</c:v>
                </c:pt>
                <c:pt idx="8355">
                  <c:v>2.0516299999999998</c:v>
                </c:pt>
                <c:pt idx="8356">
                  <c:v>2.05193</c:v>
                </c:pt>
                <c:pt idx="8357">
                  <c:v>2.0522399999999998</c:v>
                </c:pt>
                <c:pt idx="8358">
                  <c:v>2.05254</c:v>
                </c:pt>
                <c:pt idx="8359">
                  <c:v>2.0528499999999998</c:v>
                </c:pt>
                <c:pt idx="8360">
                  <c:v>2.05315</c:v>
                </c:pt>
                <c:pt idx="8361">
                  <c:v>2.0534599999999998</c:v>
                </c:pt>
                <c:pt idx="8362">
                  <c:v>2.05376</c:v>
                </c:pt>
                <c:pt idx="8363">
                  <c:v>2.0540699999999998</c:v>
                </c:pt>
                <c:pt idx="8364">
                  <c:v>2.0543800000000001</c:v>
                </c:pt>
                <c:pt idx="8365">
                  <c:v>2.0546799999999998</c:v>
                </c:pt>
                <c:pt idx="8366">
                  <c:v>2.0549900000000001</c:v>
                </c:pt>
                <c:pt idx="8367">
                  <c:v>2.0552899999999998</c:v>
                </c:pt>
                <c:pt idx="8368">
                  <c:v>2.0556000000000001</c:v>
                </c:pt>
                <c:pt idx="8369">
                  <c:v>2.0558999999999998</c:v>
                </c:pt>
                <c:pt idx="8370">
                  <c:v>2.0562100000000001</c:v>
                </c:pt>
                <c:pt idx="8371">
                  <c:v>2.0565099999999998</c:v>
                </c:pt>
                <c:pt idx="8372">
                  <c:v>2.0568200000000001</c:v>
                </c:pt>
                <c:pt idx="8373">
                  <c:v>2.0571199999999998</c:v>
                </c:pt>
                <c:pt idx="8374">
                  <c:v>2.0574300000000001</c:v>
                </c:pt>
                <c:pt idx="8375">
                  <c:v>2.0577299999999998</c:v>
                </c:pt>
                <c:pt idx="8376">
                  <c:v>2.0580400000000001</c:v>
                </c:pt>
                <c:pt idx="8377">
                  <c:v>2.0583499999999999</c:v>
                </c:pt>
                <c:pt idx="8378">
                  <c:v>2.0586500000000001</c:v>
                </c:pt>
                <c:pt idx="8379">
                  <c:v>2.0589599999999999</c:v>
                </c:pt>
                <c:pt idx="8380">
                  <c:v>2.0592600000000001</c:v>
                </c:pt>
                <c:pt idx="8381">
                  <c:v>2.0595699999999999</c:v>
                </c:pt>
                <c:pt idx="8382">
                  <c:v>2.0598700000000001</c:v>
                </c:pt>
                <c:pt idx="8383">
                  <c:v>2.0601799999999999</c:v>
                </c:pt>
                <c:pt idx="8384">
                  <c:v>2.0604800000000001</c:v>
                </c:pt>
                <c:pt idx="8385">
                  <c:v>2.0607899999999999</c:v>
                </c:pt>
                <c:pt idx="8386">
                  <c:v>2.0610900000000001</c:v>
                </c:pt>
                <c:pt idx="8387">
                  <c:v>2.0613999999999999</c:v>
                </c:pt>
                <c:pt idx="8388">
                  <c:v>2.0617000000000001</c:v>
                </c:pt>
                <c:pt idx="8389">
                  <c:v>2.0620099999999999</c:v>
                </c:pt>
                <c:pt idx="8390">
                  <c:v>2.0623200000000002</c:v>
                </c:pt>
                <c:pt idx="8391">
                  <c:v>2.0626199999999999</c:v>
                </c:pt>
                <c:pt idx="8392">
                  <c:v>2.0629300000000002</c:v>
                </c:pt>
                <c:pt idx="8393">
                  <c:v>2.0632299999999999</c:v>
                </c:pt>
                <c:pt idx="8394">
                  <c:v>2.0635400000000002</c:v>
                </c:pt>
                <c:pt idx="8395">
                  <c:v>2.0638399999999999</c:v>
                </c:pt>
                <c:pt idx="8396">
                  <c:v>2.0641500000000002</c:v>
                </c:pt>
                <c:pt idx="8397">
                  <c:v>2.0644499999999999</c:v>
                </c:pt>
                <c:pt idx="8398">
                  <c:v>2.0647600000000002</c:v>
                </c:pt>
                <c:pt idx="8399">
                  <c:v>2.0650599999999999</c:v>
                </c:pt>
                <c:pt idx="8400">
                  <c:v>2.0653700000000002</c:v>
                </c:pt>
                <c:pt idx="8401">
                  <c:v>2.0656699999999999</c:v>
                </c:pt>
                <c:pt idx="8402">
                  <c:v>2.0659800000000001</c:v>
                </c:pt>
                <c:pt idx="8403">
                  <c:v>2.06629</c:v>
                </c:pt>
                <c:pt idx="8404">
                  <c:v>2.0665900000000001</c:v>
                </c:pt>
                <c:pt idx="8405">
                  <c:v>2.0669</c:v>
                </c:pt>
                <c:pt idx="8406">
                  <c:v>2.0672000000000001</c:v>
                </c:pt>
                <c:pt idx="8407">
                  <c:v>2.06751</c:v>
                </c:pt>
                <c:pt idx="8408">
                  <c:v>2.0678100000000001</c:v>
                </c:pt>
                <c:pt idx="8409">
                  <c:v>2.06812</c:v>
                </c:pt>
                <c:pt idx="8410">
                  <c:v>2.0684200000000001</c:v>
                </c:pt>
                <c:pt idx="8411">
                  <c:v>2.06873</c:v>
                </c:pt>
                <c:pt idx="8412">
                  <c:v>2.0690300000000001</c:v>
                </c:pt>
                <c:pt idx="8413">
                  <c:v>2.06934</c:v>
                </c:pt>
                <c:pt idx="8414">
                  <c:v>2.0696500000000002</c:v>
                </c:pt>
                <c:pt idx="8415">
                  <c:v>2.06995</c:v>
                </c:pt>
                <c:pt idx="8416">
                  <c:v>2.0702600000000002</c:v>
                </c:pt>
                <c:pt idx="8417">
                  <c:v>2.07056</c:v>
                </c:pt>
                <c:pt idx="8418">
                  <c:v>2.0708700000000002</c:v>
                </c:pt>
                <c:pt idx="8419">
                  <c:v>2.07117</c:v>
                </c:pt>
                <c:pt idx="8420">
                  <c:v>2.0714800000000002</c:v>
                </c:pt>
                <c:pt idx="8421">
                  <c:v>2.07178</c:v>
                </c:pt>
                <c:pt idx="8422">
                  <c:v>2.0720900000000002</c:v>
                </c:pt>
                <c:pt idx="8423">
                  <c:v>2.07239</c:v>
                </c:pt>
                <c:pt idx="8424">
                  <c:v>2.0727000000000002</c:v>
                </c:pt>
                <c:pt idx="8425">
                  <c:v>2.073</c:v>
                </c:pt>
                <c:pt idx="8426">
                  <c:v>2.0733100000000002</c:v>
                </c:pt>
                <c:pt idx="8427">
                  <c:v>2.07362</c:v>
                </c:pt>
                <c:pt idx="8428">
                  <c:v>2.0739200000000002</c:v>
                </c:pt>
                <c:pt idx="8429">
                  <c:v>2.07423</c:v>
                </c:pt>
                <c:pt idx="8430">
                  <c:v>2.0745300000000002</c:v>
                </c:pt>
                <c:pt idx="8431">
                  <c:v>2.07484</c:v>
                </c:pt>
                <c:pt idx="8432">
                  <c:v>2.0751400000000002</c:v>
                </c:pt>
                <c:pt idx="8433">
                  <c:v>2.07545</c:v>
                </c:pt>
                <c:pt idx="8434">
                  <c:v>2.0757500000000002</c:v>
                </c:pt>
                <c:pt idx="8435">
                  <c:v>2.07606</c:v>
                </c:pt>
                <c:pt idx="8436">
                  <c:v>2.0763600000000002</c:v>
                </c:pt>
                <c:pt idx="8437">
                  <c:v>2.07667</c:v>
                </c:pt>
                <c:pt idx="8438">
                  <c:v>2.0769700000000002</c:v>
                </c:pt>
                <c:pt idx="8439">
                  <c:v>2.07728</c:v>
                </c:pt>
                <c:pt idx="8440">
                  <c:v>2.0775899999999998</c:v>
                </c:pt>
                <c:pt idx="8441">
                  <c:v>2.07789</c:v>
                </c:pt>
                <c:pt idx="8442">
                  <c:v>2.0781999999999998</c:v>
                </c:pt>
                <c:pt idx="8443">
                  <c:v>2.0785</c:v>
                </c:pt>
                <c:pt idx="8444">
                  <c:v>2.0788099999999998</c:v>
                </c:pt>
                <c:pt idx="8445">
                  <c:v>2.07911</c:v>
                </c:pt>
                <c:pt idx="8446">
                  <c:v>2.0794199999999998</c:v>
                </c:pt>
                <c:pt idx="8447">
                  <c:v>2.07972</c:v>
                </c:pt>
                <c:pt idx="8448">
                  <c:v>2.0800299999999998</c:v>
                </c:pt>
                <c:pt idx="8449">
                  <c:v>2.08033</c:v>
                </c:pt>
                <c:pt idx="8450">
                  <c:v>2.0806399999999998</c:v>
                </c:pt>
                <c:pt idx="8451">
                  <c:v>2.08094</c:v>
                </c:pt>
                <c:pt idx="8452">
                  <c:v>2.0812499999999998</c:v>
                </c:pt>
                <c:pt idx="8453">
                  <c:v>2.0815600000000001</c:v>
                </c:pt>
                <c:pt idx="8454">
                  <c:v>2.0818599999999998</c:v>
                </c:pt>
                <c:pt idx="8455">
                  <c:v>2.0821700000000001</c:v>
                </c:pt>
                <c:pt idx="8456">
                  <c:v>2.0824699999999998</c:v>
                </c:pt>
                <c:pt idx="8457">
                  <c:v>2.0827800000000001</c:v>
                </c:pt>
                <c:pt idx="8458">
                  <c:v>2.0830799999999998</c:v>
                </c:pt>
                <c:pt idx="8459">
                  <c:v>2.0833900000000001</c:v>
                </c:pt>
                <c:pt idx="8460">
                  <c:v>2.0836899999999998</c:v>
                </c:pt>
                <c:pt idx="8461">
                  <c:v>2.0840000000000001</c:v>
                </c:pt>
                <c:pt idx="8462">
                  <c:v>2.0842999999999998</c:v>
                </c:pt>
                <c:pt idx="8463">
                  <c:v>2.0846100000000001</c:v>
                </c:pt>
                <c:pt idx="8464">
                  <c:v>2.0849099999999998</c:v>
                </c:pt>
                <c:pt idx="8465">
                  <c:v>2.0852200000000001</c:v>
                </c:pt>
                <c:pt idx="8466">
                  <c:v>2.0855299999999999</c:v>
                </c:pt>
                <c:pt idx="8467">
                  <c:v>2.0858300000000001</c:v>
                </c:pt>
                <c:pt idx="8468">
                  <c:v>2.0861399999999999</c:v>
                </c:pt>
                <c:pt idx="8469">
                  <c:v>2.0864400000000001</c:v>
                </c:pt>
                <c:pt idx="8470">
                  <c:v>2.0867499999999999</c:v>
                </c:pt>
                <c:pt idx="8471">
                  <c:v>2.0870500000000001</c:v>
                </c:pt>
                <c:pt idx="8472">
                  <c:v>2.0873599999999999</c:v>
                </c:pt>
                <c:pt idx="8473">
                  <c:v>2.0876600000000001</c:v>
                </c:pt>
                <c:pt idx="8474">
                  <c:v>2.0879699999999999</c:v>
                </c:pt>
                <c:pt idx="8475">
                  <c:v>2.0882700000000001</c:v>
                </c:pt>
                <c:pt idx="8476">
                  <c:v>2.0885799999999999</c:v>
                </c:pt>
                <c:pt idx="8477">
                  <c:v>2.0888900000000001</c:v>
                </c:pt>
                <c:pt idx="8478">
                  <c:v>2.0891899999999999</c:v>
                </c:pt>
                <c:pt idx="8479">
                  <c:v>2.0895000000000001</c:v>
                </c:pt>
                <c:pt idx="8480">
                  <c:v>2.0897999999999999</c:v>
                </c:pt>
                <c:pt idx="8481">
                  <c:v>2.0901100000000001</c:v>
                </c:pt>
                <c:pt idx="8482">
                  <c:v>2.0904099999999999</c:v>
                </c:pt>
                <c:pt idx="8483">
                  <c:v>2.0907200000000001</c:v>
                </c:pt>
                <c:pt idx="8484">
                  <c:v>2.0910199999999999</c:v>
                </c:pt>
                <c:pt idx="8485">
                  <c:v>2.0913300000000001</c:v>
                </c:pt>
                <c:pt idx="8486">
                  <c:v>2.0916299999999999</c:v>
                </c:pt>
                <c:pt idx="8487">
                  <c:v>2.0919400000000001</c:v>
                </c:pt>
                <c:pt idx="8488">
                  <c:v>2.0922399999999999</c:v>
                </c:pt>
                <c:pt idx="8489">
                  <c:v>2.0925500000000001</c:v>
                </c:pt>
                <c:pt idx="8490">
                  <c:v>2.0928599999999999</c:v>
                </c:pt>
                <c:pt idx="8491">
                  <c:v>2.0931600000000001</c:v>
                </c:pt>
                <c:pt idx="8492">
                  <c:v>2.0934699999999999</c:v>
                </c:pt>
                <c:pt idx="8493">
                  <c:v>2.0937700000000001</c:v>
                </c:pt>
                <c:pt idx="8494">
                  <c:v>2.0940799999999999</c:v>
                </c:pt>
                <c:pt idx="8495">
                  <c:v>2.0943800000000001</c:v>
                </c:pt>
                <c:pt idx="8496">
                  <c:v>2.0946899999999999</c:v>
                </c:pt>
                <c:pt idx="8497">
                  <c:v>2.0949900000000001</c:v>
                </c:pt>
                <c:pt idx="8498">
                  <c:v>2.0952999999999999</c:v>
                </c:pt>
                <c:pt idx="8499">
                  <c:v>2.0956000000000001</c:v>
                </c:pt>
                <c:pt idx="8500">
                  <c:v>2.0959099999999999</c:v>
                </c:pt>
                <c:pt idx="8501">
                  <c:v>2.0962100000000001</c:v>
                </c:pt>
                <c:pt idx="8502">
                  <c:v>2.0965199999999999</c:v>
                </c:pt>
                <c:pt idx="8503">
                  <c:v>2.0968300000000002</c:v>
                </c:pt>
                <c:pt idx="8504">
                  <c:v>2.0971299999999999</c:v>
                </c:pt>
                <c:pt idx="8505">
                  <c:v>2.0974400000000002</c:v>
                </c:pt>
                <c:pt idx="8506">
                  <c:v>2.0977399999999999</c:v>
                </c:pt>
                <c:pt idx="8507">
                  <c:v>2.0980500000000002</c:v>
                </c:pt>
                <c:pt idx="8508">
                  <c:v>2.0983499999999999</c:v>
                </c:pt>
                <c:pt idx="8509">
                  <c:v>2.0986600000000002</c:v>
                </c:pt>
                <c:pt idx="8510">
                  <c:v>2.0989599999999999</c:v>
                </c:pt>
                <c:pt idx="8511">
                  <c:v>2.0992700000000002</c:v>
                </c:pt>
                <c:pt idx="8512">
                  <c:v>2.0995699999999999</c:v>
                </c:pt>
                <c:pt idx="8513">
                  <c:v>2.0998800000000002</c:v>
                </c:pt>
                <c:pt idx="8514">
                  <c:v>2.1001799999999999</c:v>
                </c:pt>
                <c:pt idx="8515">
                  <c:v>2.1004900000000002</c:v>
                </c:pt>
                <c:pt idx="8516">
                  <c:v>2.1008</c:v>
                </c:pt>
                <c:pt idx="8517">
                  <c:v>2.1011000000000002</c:v>
                </c:pt>
                <c:pt idx="8518">
                  <c:v>2.10141</c:v>
                </c:pt>
                <c:pt idx="8519">
                  <c:v>2.1017100000000002</c:v>
                </c:pt>
                <c:pt idx="8520">
                  <c:v>2.10202</c:v>
                </c:pt>
                <c:pt idx="8521">
                  <c:v>2.1023200000000002</c:v>
                </c:pt>
                <c:pt idx="8522">
                  <c:v>2.10263</c:v>
                </c:pt>
                <c:pt idx="8523">
                  <c:v>2.1029300000000002</c:v>
                </c:pt>
                <c:pt idx="8524">
                  <c:v>2.10324</c:v>
                </c:pt>
                <c:pt idx="8525">
                  <c:v>2.1035400000000002</c:v>
                </c:pt>
                <c:pt idx="8526">
                  <c:v>2.10385</c:v>
                </c:pt>
                <c:pt idx="8527">
                  <c:v>2.1041599999999998</c:v>
                </c:pt>
                <c:pt idx="8528">
                  <c:v>2.10446</c:v>
                </c:pt>
                <c:pt idx="8529">
                  <c:v>2.1047699999999998</c:v>
                </c:pt>
                <c:pt idx="8530">
                  <c:v>2.10507</c:v>
                </c:pt>
                <c:pt idx="8531">
                  <c:v>2.1053799999999998</c:v>
                </c:pt>
                <c:pt idx="8532">
                  <c:v>2.10568</c:v>
                </c:pt>
                <c:pt idx="8533">
                  <c:v>2.1059899999999998</c:v>
                </c:pt>
                <c:pt idx="8534">
                  <c:v>2.10629</c:v>
                </c:pt>
                <c:pt idx="8535">
                  <c:v>2.1065999999999998</c:v>
                </c:pt>
                <c:pt idx="8536">
                  <c:v>2.1069</c:v>
                </c:pt>
                <c:pt idx="8537">
                  <c:v>2.1072099999999998</c:v>
                </c:pt>
                <c:pt idx="8538">
                  <c:v>2.10751</c:v>
                </c:pt>
                <c:pt idx="8539">
                  <c:v>2.1078199999999998</c:v>
                </c:pt>
                <c:pt idx="8540">
                  <c:v>2.1081300000000001</c:v>
                </c:pt>
                <c:pt idx="8541">
                  <c:v>2.1084299999999998</c:v>
                </c:pt>
                <c:pt idx="8542">
                  <c:v>2.1087400000000001</c:v>
                </c:pt>
                <c:pt idx="8543">
                  <c:v>2.1090399999999998</c:v>
                </c:pt>
                <c:pt idx="8544">
                  <c:v>2.1093500000000001</c:v>
                </c:pt>
                <c:pt idx="8545">
                  <c:v>2.1096499999999998</c:v>
                </c:pt>
                <c:pt idx="8546">
                  <c:v>2.1099600000000001</c:v>
                </c:pt>
                <c:pt idx="8547">
                  <c:v>2.1102599999999998</c:v>
                </c:pt>
                <c:pt idx="8548">
                  <c:v>2.1105700000000001</c:v>
                </c:pt>
                <c:pt idx="8549">
                  <c:v>2.1108699999999998</c:v>
                </c:pt>
                <c:pt idx="8550">
                  <c:v>2.1111800000000001</c:v>
                </c:pt>
                <c:pt idx="8551">
                  <c:v>2.1114799999999998</c:v>
                </c:pt>
                <c:pt idx="8552">
                  <c:v>2.1117900000000001</c:v>
                </c:pt>
                <c:pt idx="8553">
                  <c:v>2.1120999999999999</c:v>
                </c:pt>
                <c:pt idx="8554">
                  <c:v>2.1124000000000001</c:v>
                </c:pt>
                <c:pt idx="8555">
                  <c:v>2.1127099999999999</c:v>
                </c:pt>
                <c:pt idx="8556">
                  <c:v>2.1130100000000001</c:v>
                </c:pt>
                <c:pt idx="8557">
                  <c:v>2.1133199999999999</c:v>
                </c:pt>
                <c:pt idx="8558">
                  <c:v>2.1136200000000001</c:v>
                </c:pt>
                <c:pt idx="8559">
                  <c:v>2.1139299999999999</c:v>
                </c:pt>
                <c:pt idx="8560">
                  <c:v>2.1142300000000001</c:v>
                </c:pt>
                <c:pt idx="8561">
                  <c:v>2.1145399999999999</c:v>
                </c:pt>
                <c:pt idx="8562">
                  <c:v>2.1148400000000001</c:v>
                </c:pt>
                <c:pt idx="8563">
                  <c:v>2.1151499999999999</c:v>
                </c:pt>
                <c:pt idx="8564">
                  <c:v>2.1154500000000001</c:v>
                </c:pt>
                <c:pt idx="8565">
                  <c:v>2.1157599999999999</c:v>
                </c:pt>
                <c:pt idx="8566">
                  <c:v>2.1160700000000001</c:v>
                </c:pt>
                <c:pt idx="8567">
                  <c:v>2.1163699999999999</c:v>
                </c:pt>
                <c:pt idx="8568">
                  <c:v>2.1166800000000001</c:v>
                </c:pt>
                <c:pt idx="8569">
                  <c:v>2.1169799999999999</c:v>
                </c:pt>
                <c:pt idx="8570">
                  <c:v>2.1172900000000001</c:v>
                </c:pt>
                <c:pt idx="8571">
                  <c:v>2.1175899999999999</c:v>
                </c:pt>
                <c:pt idx="8572">
                  <c:v>2.1179000000000001</c:v>
                </c:pt>
                <c:pt idx="8573">
                  <c:v>2.1181999999999999</c:v>
                </c:pt>
                <c:pt idx="8574">
                  <c:v>2.1185100000000001</c:v>
                </c:pt>
                <c:pt idx="8575">
                  <c:v>2.1188099999999999</c:v>
                </c:pt>
                <c:pt idx="8576">
                  <c:v>2.1191200000000001</c:v>
                </c:pt>
                <c:pt idx="8577">
                  <c:v>2.1194199999999999</c:v>
                </c:pt>
                <c:pt idx="8578">
                  <c:v>2.1197300000000001</c:v>
                </c:pt>
                <c:pt idx="8579">
                  <c:v>2.1200399999999999</c:v>
                </c:pt>
                <c:pt idx="8580">
                  <c:v>2.1203400000000001</c:v>
                </c:pt>
                <c:pt idx="8581">
                  <c:v>2.1206499999999999</c:v>
                </c:pt>
                <c:pt idx="8582">
                  <c:v>2.1209500000000001</c:v>
                </c:pt>
                <c:pt idx="8583">
                  <c:v>2.1212599999999999</c:v>
                </c:pt>
                <c:pt idx="8584">
                  <c:v>2.1215600000000001</c:v>
                </c:pt>
                <c:pt idx="8585">
                  <c:v>2.1218699999999999</c:v>
                </c:pt>
                <c:pt idx="8586">
                  <c:v>2.1221700000000001</c:v>
                </c:pt>
                <c:pt idx="8587">
                  <c:v>2.1224799999999999</c:v>
                </c:pt>
                <c:pt idx="8588">
                  <c:v>2.1227800000000001</c:v>
                </c:pt>
                <c:pt idx="8589">
                  <c:v>2.1230899999999999</c:v>
                </c:pt>
                <c:pt idx="8590">
                  <c:v>2.1234000000000002</c:v>
                </c:pt>
                <c:pt idx="8591">
                  <c:v>2.1236999999999999</c:v>
                </c:pt>
                <c:pt idx="8592">
                  <c:v>2.1240100000000002</c:v>
                </c:pt>
                <c:pt idx="8593">
                  <c:v>2.1243099999999999</c:v>
                </c:pt>
                <c:pt idx="8594">
                  <c:v>2.1246200000000002</c:v>
                </c:pt>
                <c:pt idx="8595">
                  <c:v>2.1249199999999999</c:v>
                </c:pt>
                <c:pt idx="8596">
                  <c:v>2.1252300000000002</c:v>
                </c:pt>
                <c:pt idx="8597">
                  <c:v>2.1255299999999999</c:v>
                </c:pt>
                <c:pt idx="8598">
                  <c:v>2.1258400000000002</c:v>
                </c:pt>
                <c:pt idx="8599">
                  <c:v>2.1261399999999999</c:v>
                </c:pt>
                <c:pt idx="8600">
                  <c:v>2.1264500000000002</c:v>
                </c:pt>
                <c:pt idx="8601">
                  <c:v>2.1267499999999999</c:v>
                </c:pt>
                <c:pt idx="8602">
                  <c:v>2.1270600000000002</c:v>
                </c:pt>
                <c:pt idx="8603">
                  <c:v>2.12737</c:v>
                </c:pt>
                <c:pt idx="8604">
                  <c:v>2.1276700000000002</c:v>
                </c:pt>
                <c:pt idx="8605">
                  <c:v>2.12798</c:v>
                </c:pt>
                <c:pt idx="8606">
                  <c:v>2.1282800000000002</c:v>
                </c:pt>
                <c:pt idx="8607">
                  <c:v>2.12859</c:v>
                </c:pt>
                <c:pt idx="8608">
                  <c:v>2.1288900000000002</c:v>
                </c:pt>
                <c:pt idx="8609">
                  <c:v>2.1292</c:v>
                </c:pt>
                <c:pt idx="8610">
                  <c:v>2.1295000000000002</c:v>
                </c:pt>
                <c:pt idx="8611">
                  <c:v>2.12981</c:v>
                </c:pt>
                <c:pt idx="8612">
                  <c:v>2.1301100000000002</c:v>
                </c:pt>
                <c:pt idx="8613">
                  <c:v>2.13042</c:v>
                </c:pt>
                <c:pt idx="8614">
                  <c:v>2.1307200000000002</c:v>
                </c:pt>
                <c:pt idx="8615">
                  <c:v>2.13103</c:v>
                </c:pt>
                <c:pt idx="8616">
                  <c:v>2.1313399999999998</c:v>
                </c:pt>
                <c:pt idx="8617">
                  <c:v>2.13164</c:v>
                </c:pt>
                <c:pt idx="8618">
                  <c:v>2.1319499999999998</c:v>
                </c:pt>
                <c:pt idx="8619">
                  <c:v>2.13225</c:v>
                </c:pt>
                <c:pt idx="8620">
                  <c:v>2.1325599999999998</c:v>
                </c:pt>
                <c:pt idx="8621">
                  <c:v>2.13286</c:v>
                </c:pt>
                <c:pt idx="8622">
                  <c:v>2.1331699999999998</c:v>
                </c:pt>
                <c:pt idx="8623">
                  <c:v>2.13347</c:v>
                </c:pt>
                <c:pt idx="8624">
                  <c:v>2.1337799999999998</c:v>
                </c:pt>
                <c:pt idx="8625">
                  <c:v>2.13408</c:v>
                </c:pt>
                <c:pt idx="8626">
                  <c:v>2.1343899999999998</c:v>
                </c:pt>
                <c:pt idx="8627">
                  <c:v>2.13469</c:v>
                </c:pt>
                <c:pt idx="8628">
                  <c:v>2.1349999999999998</c:v>
                </c:pt>
                <c:pt idx="8629">
                  <c:v>2.13531</c:v>
                </c:pt>
                <c:pt idx="8630">
                  <c:v>2.1356099999999998</c:v>
                </c:pt>
                <c:pt idx="8631">
                  <c:v>2.13592</c:v>
                </c:pt>
                <c:pt idx="8632">
                  <c:v>2.1362199999999998</c:v>
                </c:pt>
                <c:pt idx="8633">
                  <c:v>2.13653</c:v>
                </c:pt>
                <c:pt idx="8634">
                  <c:v>2.1368299999999998</c:v>
                </c:pt>
                <c:pt idx="8635">
                  <c:v>2.13714</c:v>
                </c:pt>
                <c:pt idx="8636">
                  <c:v>2.1374399999999998</c:v>
                </c:pt>
                <c:pt idx="8637">
                  <c:v>2.13775</c:v>
                </c:pt>
                <c:pt idx="8638">
                  <c:v>2.1380499999999998</c:v>
                </c:pt>
                <c:pt idx="8639">
                  <c:v>2.13836</c:v>
                </c:pt>
                <c:pt idx="8640">
                  <c:v>2.1386599999999998</c:v>
                </c:pt>
                <c:pt idx="8641">
                  <c:v>2.13897</c:v>
                </c:pt>
                <c:pt idx="8642">
                  <c:v>2.1392799999999998</c:v>
                </c:pt>
                <c:pt idx="8643">
                  <c:v>2.13958</c:v>
                </c:pt>
                <c:pt idx="8644">
                  <c:v>2.1398899999999998</c:v>
                </c:pt>
                <c:pt idx="8645">
                  <c:v>2.14019</c:v>
                </c:pt>
                <c:pt idx="8646">
                  <c:v>2.1404999999999998</c:v>
                </c:pt>
                <c:pt idx="8647">
                  <c:v>2.1408</c:v>
                </c:pt>
                <c:pt idx="8648">
                  <c:v>2.1411099999999998</c:v>
                </c:pt>
                <c:pt idx="8649">
                  <c:v>2.14141</c:v>
                </c:pt>
                <c:pt idx="8650">
                  <c:v>2.1417199999999998</c:v>
                </c:pt>
                <c:pt idx="8651">
                  <c:v>2.14202</c:v>
                </c:pt>
                <c:pt idx="8652">
                  <c:v>2.1423299999999998</c:v>
                </c:pt>
                <c:pt idx="8653">
                  <c:v>2.1426400000000001</c:v>
                </c:pt>
                <c:pt idx="8654">
                  <c:v>2.1429399999999998</c:v>
                </c:pt>
                <c:pt idx="8655">
                  <c:v>2.1432500000000001</c:v>
                </c:pt>
                <c:pt idx="8656">
                  <c:v>2.1435499999999998</c:v>
                </c:pt>
                <c:pt idx="8657">
                  <c:v>2.1438600000000001</c:v>
                </c:pt>
                <c:pt idx="8658">
                  <c:v>2.1441599999999998</c:v>
                </c:pt>
                <c:pt idx="8659">
                  <c:v>2.1444700000000001</c:v>
                </c:pt>
                <c:pt idx="8660">
                  <c:v>2.1447699999999998</c:v>
                </c:pt>
                <c:pt idx="8661">
                  <c:v>2.1450800000000001</c:v>
                </c:pt>
                <c:pt idx="8662">
                  <c:v>2.1453799999999998</c:v>
                </c:pt>
                <c:pt idx="8663">
                  <c:v>2.1456900000000001</c:v>
                </c:pt>
                <c:pt idx="8664">
                  <c:v>2.1459899999999998</c:v>
                </c:pt>
                <c:pt idx="8665">
                  <c:v>2.1463000000000001</c:v>
                </c:pt>
                <c:pt idx="8666">
                  <c:v>2.1466099999999999</c:v>
                </c:pt>
                <c:pt idx="8667">
                  <c:v>2.1469100000000001</c:v>
                </c:pt>
                <c:pt idx="8668">
                  <c:v>2.1472199999999999</c:v>
                </c:pt>
                <c:pt idx="8669">
                  <c:v>2.1475200000000001</c:v>
                </c:pt>
                <c:pt idx="8670">
                  <c:v>2.1478299999999999</c:v>
                </c:pt>
                <c:pt idx="8671">
                  <c:v>2.1481300000000001</c:v>
                </c:pt>
                <c:pt idx="8672">
                  <c:v>2.1484399999999999</c:v>
                </c:pt>
                <c:pt idx="8673">
                  <c:v>2.1487400000000001</c:v>
                </c:pt>
                <c:pt idx="8674">
                  <c:v>2.1490499999999999</c:v>
                </c:pt>
                <c:pt idx="8675">
                  <c:v>2.1493500000000001</c:v>
                </c:pt>
                <c:pt idx="8676">
                  <c:v>2.1496599999999999</c:v>
                </c:pt>
                <c:pt idx="8677">
                  <c:v>2.1499600000000001</c:v>
                </c:pt>
                <c:pt idx="8678">
                  <c:v>2.1502699999999999</c:v>
                </c:pt>
                <c:pt idx="8679">
                  <c:v>2.1505800000000002</c:v>
                </c:pt>
                <c:pt idx="8680">
                  <c:v>2.1508799999999999</c:v>
                </c:pt>
                <c:pt idx="8681">
                  <c:v>2.1511900000000002</c:v>
                </c:pt>
                <c:pt idx="8682">
                  <c:v>2.1514899999999999</c:v>
                </c:pt>
                <c:pt idx="8683">
                  <c:v>2.1518000000000002</c:v>
                </c:pt>
                <c:pt idx="8684">
                  <c:v>2.1520999999999999</c:v>
                </c:pt>
                <c:pt idx="8685">
                  <c:v>2.1524100000000002</c:v>
                </c:pt>
                <c:pt idx="8686">
                  <c:v>2.1527099999999999</c:v>
                </c:pt>
                <c:pt idx="8687">
                  <c:v>2.1530200000000002</c:v>
                </c:pt>
                <c:pt idx="8688">
                  <c:v>2.1533199999999999</c:v>
                </c:pt>
                <c:pt idx="8689">
                  <c:v>2.1536300000000002</c:v>
                </c:pt>
                <c:pt idx="8690">
                  <c:v>2.1539299999999999</c:v>
                </c:pt>
                <c:pt idx="8691">
                  <c:v>2.1542400000000002</c:v>
                </c:pt>
                <c:pt idx="8692">
                  <c:v>2.15455</c:v>
                </c:pt>
                <c:pt idx="8693">
                  <c:v>2.1548500000000002</c:v>
                </c:pt>
                <c:pt idx="8694">
                  <c:v>2.15516</c:v>
                </c:pt>
                <c:pt idx="8695">
                  <c:v>2.1554600000000002</c:v>
                </c:pt>
                <c:pt idx="8696">
                  <c:v>2.15577</c:v>
                </c:pt>
                <c:pt idx="8697">
                  <c:v>2.1560700000000002</c:v>
                </c:pt>
                <c:pt idx="8698">
                  <c:v>2.15638</c:v>
                </c:pt>
                <c:pt idx="8699">
                  <c:v>2.1566800000000002</c:v>
                </c:pt>
                <c:pt idx="8700">
                  <c:v>2.15699</c:v>
                </c:pt>
                <c:pt idx="8701">
                  <c:v>2.1572900000000002</c:v>
                </c:pt>
                <c:pt idx="8702">
                  <c:v>2.1576</c:v>
                </c:pt>
                <c:pt idx="8703">
                  <c:v>2.1579100000000002</c:v>
                </c:pt>
                <c:pt idx="8704">
                  <c:v>2.15821</c:v>
                </c:pt>
                <c:pt idx="8705">
                  <c:v>2.1585200000000002</c:v>
                </c:pt>
                <c:pt idx="8706">
                  <c:v>2.15882</c:v>
                </c:pt>
                <c:pt idx="8707">
                  <c:v>2.1591300000000002</c:v>
                </c:pt>
                <c:pt idx="8708">
                  <c:v>2.15943</c:v>
                </c:pt>
                <c:pt idx="8709">
                  <c:v>2.1597400000000002</c:v>
                </c:pt>
                <c:pt idx="8710">
                  <c:v>2.16004</c:v>
                </c:pt>
                <c:pt idx="8711">
                  <c:v>2.1603500000000002</c:v>
                </c:pt>
                <c:pt idx="8712">
                  <c:v>2.16065</c:v>
                </c:pt>
                <c:pt idx="8713">
                  <c:v>2.1609600000000002</c:v>
                </c:pt>
                <c:pt idx="8714">
                  <c:v>2.16126</c:v>
                </c:pt>
                <c:pt idx="8715">
                  <c:v>2.1615700000000002</c:v>
                </c:pt>
                <c:pt idx="8716">
                  <c:v>2.16188</c:v>
                </c:pt>
                <c:pt idx="8717">
                  <c:v>2.1621800000000002</c:v>
                </c:pt>
                <c:pt idx="8718">
                  <c:v>2.16249</c:v>
                </c:pt>
                <c:pt idx="8719">
                  <c:v>2.1627900000000002</c:v>
                </c:pt>
                <c:pt idx="8720">
                  <c:v>2.1631</c:v>
                </c:pt>
                <c:pt idx="8721">
                  <c:v>2.1634000000000002</c:v>
                </c:pt>
                <c:pt idx="8722">
                  <c:v>2.16371</c:v>
                </c:pt>
                <c:pt idx="8723">
                  <c:v>2.1640100000000002</c:v>
                </c:pt>
                <c:pt idx="8724">
                  <c:v>2.16432</c:v>
                </c:pt>
                <c:pt idx="8725">
                  <c:v>2.1646200000000002</c:v>
                </c:pt>
                <c:pt idx="8726">
                  <c:v>2.16493</c:v>
                </c:pt>
                <c:pt idx="8727">
                  <c:v>2.1652300000000002</c:v>
                </c:pt>
                <c:pt idx="8728">
                  <c:v>2.16554</c:v>
                </c:pt>
                <c:pt idx="8729">
                  <c:v>2.1658499999999998</c:v>
                </c:pt>
                <c:pt idx="8730">
                  <c:v>2.16615</c:v>
                </c:pt>
                <c:pt idx="8731">
                  <c:v>2.1664599999999998</c:v>
                </c:pt>
                <c:pt idx="8732">
                  <c:v>2.16676</c:v>
                </c:pt>
                <c:pt idx="8733">
                  <c:v>2.1670699999999998</c:v>
                </c:pt>
                <c:pt idx="8734">
                  <c:v>2.16737</c:v>
                </c:pt>
                <c:pt idx="8735">
                  <c:v>2.1676799999999998</c:v>
                </c:pt>
                <c:pt idx="8736">
                  <c:v>2.16798</c:v>
                </c:pt>
                <c:pt idx="8737">
                  <c:v>2.1682899999999998</c:v>
                </c:pt>
                <c:pt idx="8738">
                  <c:v>2.16859</c:v>
                </c:pt>
                <c:pt idx="8739">
                  <c:v>2.1688999999999998</c:v>
                </c:pt>
                <c:pt idx="8740">
                  <c:v>2.1692</c:v>
                </c:pt>
                <c:pt idx="8741">
                  <c:v>2.1695099999999998</c:v>
                </c:pt>
                <c:pt idx="8742">
                  <c:v>2.1698200000000001</c:v>
                </c:pt>
                <c:pt idx="8743">
                  <c:v>2.1701199999999998</c:v>
                </c:pt>
                <c:pt idx="8744">
                  <c:v>2.1704300000000001</c:v>
                </c:pt>
                <c:pt idx="8745">
                  <c:v>2.1707299999999998</c:v>
                </c:pt>
                <c:pt idx="8746">
                  <c:v>2.1710400000000001</c:v>
                </c:pt>
                <c:pt idx="8747">
                  <c:v>2.1713399999999998</c:v>
                </c:pt>
                <c:pt idx="8748">
                  <c:v>2.1716500000000001</c:v>
                </c:pt>
                <c:pt idx="8749">
                  <c:v>2.1719499999999998</c:v>
                </c:pt>
                <c:pt idx="8750">
                  <c:v>2.1722600000000001</c:v>
                </c:pt>
                <c:pt idx="8751">
                  <c:v>2.1725599999999998</c:v>
                </c:pt>
                <c:pt idx="8752">
                  <c:v>2.1728700000000001</c:v>
                </c:pt>
                <c:pt idx="8753">
                  <c:v>2.1731699999999998</c:v>
                </c:pt>
                <c:pt idx="8754">
                  <c:v>2.1734800000000001</c:v>
                </c:pt>
                <c:pt idx="8755">
                  <c:v>2.1737899999999999</c:v>
                </c:pt>
                <c:pt idx="8756">
                  <c:v>2.1740900000000001</c:v>
                </c:pt>
                <c:pt idx="8757">
                  <c:v>2.1743999999999999</c:v>
                </c:pt>
                <c:pt idx="8758">
                  <c:v>2.1747000000000001</c:v>
                </c:pt>
                <c:pt idx="8759">
                  <c:v>2.1750099999999999</c:v>
                </c:pt>
                <c:pt idx="8760">
                  <c:v>2.1753100000000001</c:v>
                </c:pt>
                <c:pt idx="8761">
                  <c:v>2.1756199999999999</c:v>
                </c:pt>
                <c:pt idx="8762">
                  <c:v>2.1759200000000001</c:v>
                </c:pt>
                <c:pt idx="8763">
                  <c:v>2.1762299999999999</c:v>
                </c:pt>
                <c:pt idx="8764">
                  <c:v>2.1765300000000001</c:v>
                </c:pt>
                <c:pt idx="8765">
                  <c:v>2.1768399999999999</c:v>
                </c:pt>
                <c:pt idx="8766">
                  <c:v>2.1771500000000001</c:v>
                </c:pt>
                <c:pt idx="8767">
                  <c:v>2.1774499999999999</c:v>
                </c:pt>
                <c:pt idx="8768">
                  <c:v>2.1777600000000001</c:v>
                </c:pt>
                <c:pt idx="8769">
                  <c:v>2.1780599999999999</c:v>
                </c:pt>
                <c:pt idx="8770">
                  <c:v>2.1783700000000001</c:v>
                </c:pt>
                <c:pt idx="8771">
                  <c:v>2.1786699999999999</c:v>
                </c:pt>
                <c:pt idx="8772">
                  <c:v>2.1789800000000001</c:v>
                </c:pt>
                <c:pt idx="8773">
                  <c:v>2.1792799999999999</c:v>
                </c:pt>
                <c:pt idx="8774">
                  <c:v>2.1795900000000001</c:v>
                </c:pt>
                <c:pt idx="8775">
                  <c:v>2.1798899999999999</c:v>
                </c:pt>
                <c:pt idx="8776">
                  <c:v>2.1802000000000001</c:v>
                </c:pt>
                <c:pt idx="8777">
                  <c:v>2.1804999999999999</c:v>
                </c:pt>
                <c:pt idx="8778">
                  <c:v>2.1808100000000001</c:v>
                </c:pt>
                <c:pt idx="8779">
                  <c:v>2.1811199999999999</c:v>
                </c:pt>
                <c:pt idx="8780">
                  <c:v>2.1814200000000001</c:v>
                </c:pt>
                <c:pt idx="8781">
                  <c:v>2.1817299999999999</c:v>
                </c:pt>
                <c:pt idx="8782">
                  <c:v>2.1820300000000001</c:v>
                </c:pt>
                <c:pt idx="8783">
                  <c:v>2.1823399999999999</c:v>
                </c:pt>
                <c:pt idx="8784">
                  <c:v>2.1826400000000001</c:v>
                </c:pt>
                <c:pt idx="8785">
                  <c:v>2.1829499999999999</c:v>
                </c:pt>
                <c:pt idx="8786">
                  <c:v>2.1832500000000001</c:v>
                </c:pt>
                <c:pt idx="8787">
                  <c:v>2.1835599999999999</c:v>
                </c:pt>
                <c:pt idx="8788">
                  <c:v>2.1838600000000001</c:v>
                </c:pt>
                <c:pt idx="8789">
                  <c:v>2.1841699999999999</c:v>
                </c:pt>
                <c:pt idx="8790">
                  <c:v>2.1844700000000001</c:v>
                </c:pt>
                <c:pt idx="8791">
                  <c:v>2.1847799999999999</c:v>
                </c:pt>
                <c:pt idx="8792">
                  <c:v>2.1850900000000002</c:v>
                </c:pt>
                <c:pt idx="8793">
                  <c:v>2.1853899999999999</c:v>
                </c:pt>
                <c:pt idx="8794">
                  <c:v>2.1857000000000002</c:v>
                </c:pt>
                <c:pt idx="8795">
                  <c:v>2.1859999999999999</c:v>
                </c:pt>
                <c:pt idx="8796">
                  <c:v>2.1863100000000002</c:v>
                </c:pt>
                <c:pt idx="8797">
                  <c:v>2.1866099999999999</c:v>
                </c:pt>
                <c:pt idx="8798">
                  <c:v>2.1869200000000002</c:v>
                </c:pt>
                <c:pt idx="8799">
                  <c:v>2.1872199999999999</c:v>
                </c:pt>
                <c:pt idx="8800">
                  <c:v>2.1875300000000002</c:v>
                </c:pt>
                <c:pt idx="8801">
                  <c:v>2.1878299999999999</c:v>
                </c:pt>
                <c:pt idx="8802">
                  <c:v>2.1881400000000002</c:v>
                </c:pt>
                <c:pt idx="8803">
                  <c:v>2.1884399999999999</c:v>
                </c:pt>
                <c:pt idx="8804">
                  <c:v>2.1887500000000002</c:v>
                </c:pt>
                <c:pt idx="8805">
                  <c:v>2.18906</c:v>
                </c:pt>
                <c:pt idx="8806">
                  <c:v>2.1893600000000002</c:v>
                </c:pt>
                <c:pt idx="8807">
                  <c:v>2.18967</c:v>
                </c:pt>
                <c:pt idx="8808">
                  <c:v>2.1899700000000002</c:v>
                </c:pt>
                <c:pt idx="8809">
                  <c:v>2.19028</c:v>
                </c:pt>
                <c:pt idx="8810">
                  <c:v>2.1905800000000002</c:v>
                </c:pt>
                <c:pt idx="8811">
                  <c:v>2.19089</c:v>
                </c:pt>
                <c:pt idx="8812">
                  <c:v>2.1911900000000002</c:v>
                </c:pt>
                <c:pt idx="8813">
                  <c:v>2.1915</c:v>
                </c:pt>
                <c:pt idx="8814">
                  <c:v>2.1918000000000002</c:v>
                </c:pt>
                <c:pt idx="8815">
                  <c:v>2.19211</c:v>
                </c:pt>
                <c:pt idx="8816">
                  <c:v>2.1924100000000002</c:v>
                </c:pt>
                <c:pt idx="8817">
                  <c:v>2.19272</c:v>
                </c:pt>
                <c:pt idx="8818">
                  <c:v>2.1930299999999998</c:v>
                </c:pt>
                <c:pt idx="8819">
                  <c:v>2.19333</c:v>
                </c:pt>
                <c:pt idx="8820">
                  <c:v>2.1936399999999998</c:v>
                </c:pt>
                <c:pt idx="8821">
                  <c:v>2.19394</c:v>
                </c:pt>
                <c:pt idx="8822">
                  <c:v>2.1942499999999998</c:v>
                </c:pt>
                <c:pt idx="8823">
                  <c:v>2.19455</c:v>
                </c:pt>
                <c:pt idx="8824">
                  <c:v>2.1948599999999998</c:v>
                </c:pt>
                <c:pt idx="8825">
                  <c:v>2.19516</c:v>
                </c:pt>
                <c:pt idx="8826">
                  <c:v>2.1954699999999998</c:v>
                </c:pt>
                <c:pt idx="8827">
                  <c:v>2.19577</c:v>
                </c:pt>
                <c:pt idx="8828">
                  <c:v>2.1960799999999998</c:v>
                </c:pt>
                <c:pt idx="8829">
                  <c:v>2.1963900000000001</c:v>
                </c:pt>
                <c:pt idx="8830">
                  <c:v>2.1966899999999998</c:v>
                </c:pt>
                <c:pt idx="8831">
                  <c:v>2.1970000000000001</c:v>
                </c:pt>
                <c:pt idx="8832">
                  <c:v>2.1972999999999998</c:v>
                </c:pt>
                <c:pt idx="8833">
                  <c:v>2.1976100000000001</c:v>
                </c:pt>
                <c:pt idx="8834">
                  <c:v>2.1979099999999998</c:v>
                </c:pt>
                <c:pt idx="8835">
                  <c:v>2.1982200000000001</c:v>
                </c:pt>
                <c:pt idx="8836">
                  <c:v>2.1985199999999998</c:v>
                </c:pt>
                <c:pt idx="8837">
                  <c:v>2.1988300000000001</c:v>
                </c:pt>
                <c:pt idx="8838">
                  <c:v>2.1991299999999998</c:v>
                </c:pt>
                <c:pt idx="8839">
                  <c:v>2.1994400000000001</c:v>
                </c:pt>
                <c:pt idx="8840">
                  <c:v>2.1997399999999998</c:v>
                </c:pt>
                <c:pt idx="8841">
                  <c:v>2.2000500000000001</c:v>
                </c:pt>
                <c:pt idx="8842">
                  <c:v>2.2003599999999999</c:v>
                </c:pt>
                <c:pt idx="8843">
                  <c:v>2.2006600000000001</c:v>
                </c:pt>
                <c:pt idx="8844">
                  <c:v>2.2009699999999999</c:v>
                </c:pt>
                <c:pt idx="8845">
                  <c:v>2.2012700000000001</c:v>
                </c:pt>
                <c:pt idx="8846">
                  <c:v>2.2015799999999999</c:v>
                </c:pt>
                <c:pt idx="8847">
                  <c:v>2.2018800000000001</c:v>
                </c:pt>
                <c:pt idx="8848">
                  <c:v>2.2021899999999999</c:v>
                </c:pt>
                <c:pt idx="8849">
                  <c:v>2.2024900000000001</c:v>
                </c:pt>
                <c:pt idx="8850">
                  <c:v>2.2027999999999999</c:v>
                </c:pt>
                <c:pt idx="8851">
                  <c:v>2.2031000000000001</c:v>
                </c:pt>
                <c:pt idx="8852">
                  <c:v>2.2034099999999999</c:v>
                </c:pt>
                <c:pt idx="8853">
                  <c:v>2.2037100000000001</c:v>
                </c:pt>
                <c:pt idx="8854">
                  <c:v>2.2040199999999999</c:v>
                </c:pt>
                <c:pt idx="8855">
                  <c:v>2.2043300000000001</c:v>
                </c:pt>
                <c:pt idx="8856">
                  <c:v>2.2046299999999999</c:v>
                </c:pt>
                <c:pt idx="8857">
                  <c:v>2.2049400000000001</c:v>
                </c:pt>
                <c:pt idx="8858">
                  <c:v>2.2052399999999999</c:v>
                </c:pt>
                <c:pt idx="8859">
                  <c:v>2.2055500000000001</c:v>
                </c:pt>
                <c:pt idx="8860">
                  <c:v>2.2058499999999999</c:v>
                </c:pt>
                <c:pt idx="8861">
                  <c:v>2.2061600000000001</c:v>
                </c:pt>
                <c:pt idx="8862">
                  <c:v>2.2064599999999999</c:v>
                </c:pt>
                <c:pt idx="8863">
                  <c:v>2.2067700000000001</c:v>
                </c:pt>
                <c:pt idx="8864">
                  <c:v>2.2070699999999999</c:v>
                </c:pt>
                <c:pt idx="8865">
                  <c:v>2.2073800000000001</c:v>
                </c:pt>
                <c:pt idx="8866">
                  <c:v>2.2076799999999999</c:v>
                </c:pt>
                <c:pt idx="8867">
                  <c:v>2.2079900000000001</c:v>
                </c:pt>
                <c:pt idx="8868">
                  <c:v>2.2082999999999999</c:v>
                </c:pt>
                <c:pt idx="8869">
                  <c:v>2.2086000000000001</c:v>
                </c:pt>
                <c:pt idx="8870">
                  <c:v>2.2089099999999999</c:v>
                </c:pt>
                <c:pt idx="8871">
                  <c:v>2.2092100000000001</c:v>
                </c:pt>
                <c:pt idx="8872">
                  <c:v>2.2095199999999999</c:v>
                </c:pt>
                <c:pt idx="8873">
                  <c:v>2.2098200000000001</c:v>
                </c:pt>
                <c:pt idx="8874">
                  <c:v>2.2101299999999999</c:v>
                </c:pt>
                <c:pt idx="8875">
                  <c:v>2.2104300000000001</c:v>
                </c:pt>
                <c:pt idx="8876">
                  <c:v>2.2107399999999999</c:v>
                </c:pt>
                <c:pt idx="8877">
                  <c:v>2.2110400000000001</c:v>
                </c:pt>
                <c:pt idx="8878">
                  <c:v>2.2113499999999999</c:v>
                </c:pt>
                <c:pt idx="8879">
                  <c:v>2.2116500000000001</c:v>
                </c:pt>
                <c:pt idx="8880">
                  <c:v>2.2119599999999999</c:v>
                </c:pt>
                <c:pt idx="8881">
                  <c:v>2.2122700000000002</c:v>
                </c:pt>
                <c:pt idx="8882">
                  <c:v>2.2125699999999999</c:v>
                </c:pt>
                <c:pt idx="8883">
                  <c:v>2.2128800000000002</c:v>
                </c:pt>
                <c:pt idx="8884">
                  <c:v>2.2131799999999999</c:v>
                </c:pt>
                <c:pt idx="8885">
                  <c:v>2.2134900000000002</c:v>
                </c:pt>
                <c:pt idx="8886">
                  <c:v>2.2137899999999999</c:v>
                </c:pt>
                <c:pt idx="8887">
                  <c:v>2.2141000000000002</c:v>
                </c:pt>
                <c:pt idx="8888">
                  <c:v>2.2143999999999999</c:v>
                </c:pt>
                <c:pt idx="8889">
                  <c:v>2.2147100000000002</c:v>
                </c:pt>
                <c:pt idx="8890">
                  <c:v>2.2150099999999999</c:v>
                </c:pt>
                <c:pt idx="8891">
                  <c:v>2.2153200000000002</c:v>
                </c:pt>
                <c:pt idx="8892">
                  <c:v>2.21563</c:v>
                </c:pt>
                <c:pt idx="8893">
                  <c:v>2.2159300000000002</c:v>
                </c:pt>
                <c:pt idx="8894">
                  <c:v>2.21624</c:v>
                </c:pt>
                <c:pt idx="8895">
                  <c:v>2.2165400000000002</c:v>
                </c:pt>
                <c:pt idx="8896">
                  <c:v>2.21685</c:v>
                </c:pt>
                <c:pt idx="8897">
                  <c:v>2.2171500000000002</c:v>
                </c:pt>
                <c:pt idx="8898">
                  <c:v>2.21746</c:v>
                </c:pt>
                <c:pt idx="8899">
                  <c:v>2.2177600000000002</c:v>
                </c:pt>
                <c:pt idx="8900">
                  <c:v>2.21807</c:v>
                </c:pt>
                <c:pt idx="8901">
                  <c:v>2.2183700000000002</c:v>
                </c:pt>
                <c:pt idx="8902">
                  <c:v>2.21868</c:v>
                </c:pt>
                <c:pt idx="8903">
                  <c:v>2.2189800000000002</c:v>
                </c:pt>
                <c:pt idx="8904">
                  <c:v>2.21929</c:v>
                </c:pt>
                <c:pt idx="8905">
                  <c:v>2.2195999999999998</c:v>
                </c:pt>
                <c:pt idx="8906">
                  <c:v>2.2199</c:v>
                </c:pt>
                <c:pt idx="8907">
                  <c:v>2.2202099999999998</c:v>
                </c:pt>
                <c:pt idx="8908">
                  <c:v>2.22051</c:v>
                </c:pt>
                <c:pt idx="8909">
                  <c:v>2.2208199999999998</c:v>
                </c:pt>
                <c:pt idx="8910">
                  <c:v>2.22112</c:v>
                </c:pt>
                <c:pt idx="8911">
                  <c:v>2.2214299999999998</c:v>
                </c:pt>
                <c:pt idx="8912">
                  <c:v>2.22173</c:v>
                </c:pt>
                <c:pt idx="8913">
                  <c:v>2.2220399999999998</c:v>
                </c:pt>
                <c:pt idx="8914">
                  <c:v>2.22234</c:v>
                </c:pt>
                <c:pt idx="8915">
                  <c:v>2.2226499999999998</c:v>
                </c:pt>
                <c:pt idx="8916">
                  <c:v>2.22295</c:v>
                </c:pt>
                <c:pt idx="8917">
                  <c:v>2.2232599999999998</c:v>
                </c:pt>
                <c:pt idx="8918">
                  <c:v>2.22357</c:v>
                </c:pt>
                <c:pt idx="8919">
                  <c:v>2.2238699999999998</c:v>
                </c:pt>
                <c:pt idx="8920">
                  <c:v>2.22418</c:v>
                </c:pt>
                <c:pt idx="8921">
                  <c:v>2.2244799999999998</c:v>
                </c:pt>
                <c:pt idx="8922">
                  <c:v>2.22479</c:v>
                </c:pt>
                <c:pt idx="8923">
                  <c:v>2.2250899999999998</c:v>
                </c:pt>
                <c:pt idx="8924">
                  <c:v>2.2254</c:v>
                </c:pt>
                <c:pt idx="8925">
                  <c:v>2.2256999999999998</c:v>
                </c:pt>
                <c:pt idx="8926">
                  <c:v>2.22601</c:v>
                </c:pt>
                <c:pt idx="8927">
                  <c:v>2.2263099999999998</c:v>
                </c:pt>
                <c:pt idx="8928">
                  <c:v>2.22662</c:v>
                </c:pt>
                <c:pt idx="8929">
                  <c:v>2.2269199999999998</c:v>
                </c:pt>
                <c:pt idx="8930">
                  <c:v>2.22723</c:v>
                </c:pt>
                <c:pt idx="8931">
                  <c:v>2.2275399999999999</c:v>
                </c:pt>
                <c:pt idx="8932">
                  <c:v>2.22784</c:v>
                </c:pt>
                <c:pt idx="8933">
                  <c:v>2.2281499999999999</c:v>
                </c:pt>
                <c:pt idx="8934">
                  <c:v>2.22845</c:v>
                </c:pt>
                <c:pt idx="8935">
                  <c:v>2.2287599999999999</c:v>
                </c:pt>
                <c:pt idx="8936">
                  <c:v>2.22906</c:v>
                </c:pt>
                <c:pt idx="8937">
                  <c:v>2.2293699999999999</c:v>
                </c:pt>
                <c:pt idx="8938">
                  <c:v>2.22967</c:v>
                </c:pt>
                <c:pt idx="8939">
                  <c:v>2.2299799999999999</c:v>
                </c:pt>
                <c:pt idx="8940">
                  <c:v>2.23028</c:v>
                </c:pt>
                <c:pt idx="8941">
                  <c:v>2.2305899999999999</c:v>
                </c:pt>
                <c:pt idx="8942">
                  <c:v>2.2309000000000001</c:v>
                </c:pt>
                <c:pt idx="8943">
                  <c:v>2.2311999999999999</c:v>
                </c:pt>
                <c:pt idx="8944">
                  <c:v>2.2315100000000001</c:v>
                </c:pt>
                <c:pt idx="8945">
                  <c:v>2.2318099999999998</c:v>
                </c:pt>
                <c:pt idx="8946">
                  <c:v>2.2321200000000001</c:v>
                </c:pt>
                <c:pt idx="8947">
                  <c:v>2.2324199999999998</c:v>
                </c:pt>
                <c:pt idx="8948">
                  <c:v>2.2327300000000001</c:v>
                </c:pt>
                <c:pt idx="8949">
                  <c:v>2.2330299999999998</c:v>
                </c:pt>
                <c:pt idx="8950">
                  <c:v>2.2333400000000001</c:v>
                </c:pt>
                <c:pt idx="8951">
                  <c:v>2.2336399999999998</c:v>
                </c:pt>
                <c:pt idx="8952">
                  <c:v>2.2339500000000001</c:v>
                </c:pt>
                <c:pt idx="8953">
                  <c:v>2.2342499999999998</c:v>
                </c:pt>
                <c:pt idx="8954">
                  <c:v>2.2345600000000001</c:v>
                </c:pt>
                <c:pt idx="8955">
                  <c:v>2.2348699999999999</c:v>
                </c:pt>
                <c:pt idx="8956">
                  <c:v>2.2351700000000001</c:v>
                </c:pt>
                <c:pt idx="8957">
                  <c:v>2.2354799999999999</c:v>
                </c:pt>
                <c:pt idx="8958">
                  <c:v>2.2357800000000001</c:v>
                </c:pt>
                <c:pt idx="8959">
                  <c:v>2.2360899999999999</c:v>
                </c:pt>
                <c:pt idx="8960">
                  <c:v>2.2363900000000001</c:v>
                </c:pt>
                <c:pt idx="8961">
                  <c:v>2.2366999999999999</c:v>
                </c:pt>
                <c:pt idx="8962">
                  <c:v>2.2370000000000001</c:v>
                </c:pt>
                <c:pt idx="8963">
                  <c:v>2.2373099999999999</c:v>
                </c:pt>
                <c:pt idx="8964">
                  <c:v>2.2376100000000001</c:v>
                </c:pt>
                <c:pt idx="8965">
                  <c:v>2.2379199999999999</c:v>
                </c:pt>
                <c:pt idx="8966">
                  <c:v>2.2382200000000001</c:v>
                </c:pt>
                <c:pt idx="8967">
                  <c:v>2.2385299999999999</c:v>
                </c:pt>
                <c:pt idx="8968">
                  <c:v>2.2388400000000002</c:v>
                </c:pt>
                <c:pt idx="8969">
                  <c:v>2.2391399999999999</c:v>
                </c:pt>
                <c:pt idx="8970">
                  <c:v>2.2394500000000002</c:v>
                </c:pt>
                <c:pt idx="8971">
                  <c:v>2.2397499999999999</c:v>
                </c:pt>
                <c:pt idx="8972">
                  <c:v>2.2400600000000002</c:v>
                </c:pt>
                <c:pt idx="8973">
                  <c:v>2.2403599999999999</c:v>
                </c:pt>
                <c:pt idx="8974">
                  <c:v>2.2406700000000002</c:v>
                </c:pt>
                <c:pt idx="8975">
                  <c:v>2.2409699999999999</c:v>
                </c:pt>
                <c:pt idx="8976">
                  <c:v>2.2412800000000002</c:v>
                </c:pt>
                <c:pt idx="8977">
                  <c:v>2.2415799999999999</c:v>
                </c:pt>
                <c:pt idx="8978">
                  <c:v>2.2418900000000002</c:v>
                </c:pt>
                <c:pt idx="8979">
                  <c:v>2.2421899999999999</c:v>
                </c:pt>
                <c:pt idx="8980">
                  <c:v>2.2425000000000002</c:v>
                </c:pt>
                <c:pt idx="8981">
                  <c:v>2.24281</c:v>
                </c:pt>
                <c:pt idx="8982">
                  <c:v>2.2431100000000002</c:v>
                </c:pt>
                <c:pt idx="8983">
                  <c:v>2.24342</c:v>
                </c:pt>
                <c:pt idx="8984">
                  <c:v>2.2437200000000002</c:v>
                </c:pt>
                <c:pt idx="8985">
                  <c:v>2.24403</c:v>
                </c:pt>
                <c:pt idx="8986">
                  <c:v>2.2443300000000002</c:v>
                </c:pt>
                <c:pt idx="8987">
                  <c:v>2.24464</c:v>
                </c:pt>
                <c:pt idx="8988">
                  <c:v>2.2449400000000002</c:v>
                </c:pt>
                <c:pt idx="8989">
                  <c:v>2.24525</c:v>
                </c:pt>
                <c:pt idx="8990">
                  <c:v>2.2455500000000002</c:v>
                </c:pt>
                <c:pt idx="8991">
                  <c:v>2.24586</c:v>
                </c:pt>
                <c:pt idx="8992">
                  <c:v>2.2461600000000002</c:v>
                </c:pt>
                <c:pt idx="8993">
                  <c:v>2.24647</c:v>
                </c:pt>
                <c:pt idx="8994">
                  <c:v>2.2467800000000002</c:v>
                </c:pt>
                <c:pt idx="8995">
                  <c:v>2.24708</c:v>
                </c:pt>
                <c:pt idx="8996">
                  <c:v>2.2473900000000002</c:v>
                </c:pt>
                <c:pt idx="8997">
                  <c:v>2.24769</c:v>
                </c:pt>
                <c:pt idx="8998">
                  <c:v>2.2480000000000002</c:v>
                </c:pt>
                <c:pt idx="8999">
                  <c:v>2.2483</c:v>
                </c:pt>
                <c:pt idx="9000">
                  <c:v>2.2486100000000002</c:v>
                </c:pt>
                <c:pt idx="9001">
                  <c:v>2.24891</c:v>
                </c:pt>
                <c:pt idx="9002">
                  <c:v>2.2492200000000002</c:v>
                </c:pt>
                <c:pt idx="9003">
                  <c:v>2.24952</c:v>
                </c:pt>
                <c:pt idx="9004">
                  <c:v>2.2498300000000002</c:v>
                </c:pt>
                <c:pt idx="9005">
                  <c:v>2.25014</c:v>
                </c:pt>
                <c:pt idx="9006">
                  <c:v>2.2504400000000002</c:v>
                </c:pt>
                <c:pt idx="9007">
                  <c:v>2.25075</c:v>
                </c:pt>
                <c:pt idx="9008">
                  <c:v>2.2510500000000002</c:v>
                </c:pt>
                <c:pt idx="9009">
                  <c:v>2.25136</c:v>
                </c:pt>
                <c:pt idx="9010">
                  <c:v>2.2516600000000002</c:v>
                </c:pt>
                <c:pt idx="9011">
                  <c:v>2.25197</c:v>
                </c:pt>
                <c:pt idx="9012">
                  <c:v>2.2522700000000002</c:v>
                </c:pt>
                <c:pt idx="9013">
                  <c:v>2.25258</c:v>
                </c:pt>
                <c:pt idx="9014">
                  <c:v>2.2528800000000002</c:v>
                </c:pt>
                <c:pt idx="9015">
                  <c:v>2.25319</c:v>
                </c:pt>
                <c:pt idx="9016">
                  <c:v>2.2534900000000002</c:v>
                </c:pt>
                <c:pt idx="9017">
                  <c:v>2.2538</c:v>
                </c:pt>
                <c:pt idx="9018">
                  <c:v>2.2541099999999998</c:v>
                </c:pt>
                <c:pt idx="9019">
                  <c:v>2.25441</c:v>
                </c:pt>
                <c:pt idx="9020">
                  <c:v>2.2547199999999998</c:v>
                </c:pt>
                <c:pt idx="9021">
                  <c:v>2.25502</c:v>
                </c:pt>
                <c:pt idx="9022">
                  <c:v>2.2553299999999998</c:v>
                </c:pt>
                <c:pt idx="9023">
                  <c:v>2.25563</c:v>
                </c:pt>
                <c:pt idx="9024">
                  <c:v>2.2559399999999998</c:v>
                </c:pt>
                <c:pt idx="9025">
                  <c:v>2.25624</c:v>
                </c:pt>
                <c:pt idx="9026">
                  <c:v>2.2565499999999998</c:v>
                </c:pt>
                <c:pt idx="9027">
                  <c:v>2.25685</c:v>
                </c:pt>
                <c:pt idx="9028">
                  <c:v>2.2571599999999998</c:v>
                </c:pt>
                <c:pt idx="9029">
                  <c:v>2.25746</c:v>
                </c:pt>
                <c:pt idx="9030">
                  <c:v>2.2577699999999998</c:v>
                </c:pt>
                <c:pt idx="9031">
                  <c:v>2.2580800000000001</c:v>
                </c:pt>
                <c:pt idx="9032">
                  <c:v>2.2583799999999998</c:v>
                </c:pt>
                <c:pt idx="9033">
                  <c:v>2.2586900000000001</c:v>
                </c:pt>
                <c:pt idx="9034">
                  <c:v>2.2589899999999998</c:v>
                </c:pt>
                <c:pt idx="9035">
                  <c:v>2.2593000000000001</c:v>
                </c:pt>
                <c:pt idx="9036">
                  <c:v>2.2595999999999998</c:v>
                </c:pt>
                <c:pt idx="9037">
                  <c:v>2.2599100000000001</c:v>
                </c:pt>
                <c:pt idx="9038">
                  <c:v>2.2602099999999998</c:v>
                </c:pt>
                <c:pt idx="9039">
                  <c:v>2.2605200000000001</c:v>
                </c:pt>
                <c:pt idx="9040">
                  <c:v>2.2608199999999998</c:v>
                </c:pt>
                <c:pt idx="9041">
                  <c:v>2.2611300000000001</c:v>
                </c:pt>
                <c:pt idx="9042">
                  <c:v>2.2614299999999998</c:v>
                </c:pt>
                <c:pt idx="9043">
                  <c:v>2.2617400000000001</c:v>
                </c:pt>
                <c:pt idx="9044">
                  <c:v>2.2620499999999999</c:v>
                </c:pt>
                <c:pt idx="9045">
                  <c:v>2.2623500000000001</c:v>
                </c:pt>
                <c:pt idx="9046">
                  <c:v>2.2626599999999999</c:v>
                </c:pt>
                <c:pt idx="9047">
                  <c:v>2.2629600000000001</c:v>
                </c:pt>
                <c:pt idx="9048">
                  <c:v>2.2632699999999999</c:v>
                </c:pt>
                <c:pt idx="9049">
                  <c:v>2.2635700000000001</c:v>
                </c:pt>
                <c:pt idx="9050">
                  <c:v>2.2638799999999999</c:v>
                </c:pt>
                <c:pt idx="9051">
                  <c:v>2.2641800000000001</c:v>
                </c:pt>
                <c:pt idx="9052">
                  <c:v>2.2644899999999999</c:v>
                </c:pt>
                <c:pt idx="9053">
                  <c:v>2.2647900000000001</c:v>
                </c:pt>
                <c:pt idx="9054">
                  <c:v>2.2650999999999999</c:v>
                </c:pt>
                <c:pt idx="9055">
                  <c:v>2.2654000000000001</c:v>
                </c:pt>
                <c:pt idx="9056">
                  <c:v>2.2657099999999999</c:v>
                </c:pt>
                <c:pt idx="9057">
                  <c:v>2.2660200000000001</c:v>
                </c:pt>
                <c:pt idx="9058">
                  <c:v>2.2663199999999999</c:v>
                </c:pt>
                <c:pt idx="9059">
                  <c:v>2.2666300000000001</c:v>
                </c:pt>
                <c:pt idx="9060">
                  <c:v>2.2669299999999999</c:v>
                </c:pt>
                <c:pt idx="9061">
                  <c:v>2.2672400000000001</c:v>
                </c:pt>
                <c:pt idx="9062">
                  <c:v>2.2675399999999999</c:v>
                </c:pt>
                <c:pt idx="9063">
                  <c:v>2.2678500000000001</c:v>
                </c:pt>
                <c:pt idx="9064">
                  <c:v>2.2681499999999999</c:v>
                </c:pt>
                <c:pt idx="9065">
                  <c:v>2.2684600000000001</c:v>
                </c:pt>
                <c:pt idx="9066">
                  <c:v>2.2687599999999999</c:v>
                </c:pt>
                <c:pt idx="9067">
                  <c:v>2.2690700000000001</c:v>
                </c:pt>
                <c:pt idx="9068">
                  <c:v>2.26938</c:v>
                </c:pt>
                <c:pt idx="9069">
                  <c:v>2.2696800000000001</c:v>
                </c:pt>
                <c:pt idx="9070">
                  <c:v>2.26999</c:v>
                </c:pt>
                <c:pt idx="9071">
                  <c:v>2.2702900000000001</c:v>
                </c:pt>
                <c:pt idx="9072">
                  <c:v>2.2706</c:v>
                </c:pt>
                <c:pt idx="9073">
                  <c:v>2.2709000000000001</c:v>
                </c:pt>
                <c:pt idx="9074">
                  <c:v>2.27121</c:v>
                </c:pt>
                <c:pt idx="9075">
                  <c:v>2.2715100000000001</c:v>
                </c:pt>
                <c:pt idx="9076">
                  <c:v>2.27182</c:v>
                </c:pt>
                <c:pt idx="9077">
                  <c:v>2.2721200000000001</c:v>
                </c:pt>
                <c:pt idx="9078">
                  <c:v>2.2724299999999999</c:v>
                </c:pt>
                <c:pt idx="9079">
                  <c:v>2.2727300000000001</c:v>
                </c:pt>
                <c:pt idx="9080">
                  <c:v>2.2730399999999999</c:v>
                </c:pt>
                <c:pt idx="9081">
                  <c:v>2.2733500000000002</c:v>
                </c:pt>
                <c:pt idx="9082">
                  <c:v>2.2736499999999999</c:v>
                </c:pt>
                <c:pt idx="9083">
                  <c:v>2.2739600000000002</c:v>
                </c:pt>
                <c:pt idx="9084">
                  <c:v>2.2742599999999999</c:v>
                </c:pt>
                <c:pt idx="9085">
                  <c:v>2.2745700000000002</c:v>
                </c:pt>
                <c:pt idx="9086">
                  <c:v>2.2748699999999999</c:v>
                </c:pt>
                <c:pt idx="9087">
                  <c:v>2.2751800000000002</c:v>
                </c:pt>
                <c:pt idx="9088">
                  <c:v>2.2754799999999999</c:v>
                </c:pt>
                <c:pt idx="9089">
                  <c:v>2.2757900000000002</c:v>
                </c:pt>
                <c:pt idx="9090">
                  <c:v>2.2760899999999999</c:v>
                </c:pt>
                <c:pt idx="9091">
                  <c:v>2.2764000000000002</c:v>
                </c:pt>
                <c:pt idx="9092">
                  <c:v>2.2766999999999999</c:v>
                </c:pt>
                <c:pt idx="9093">
                  <c:v>2.2770100000000002</c:v>
                </c:pt>
                <c:pt idx="9094">
                  <c:v>2.27732</c:v>
                </c:pt>
                <c:pt idx="9095">
                  <c:v>2.2776200000000002</c:v>
                </c:pt>
                <c:pt idx="9096">
                  <c:v>2.27793</c:v>
                </c:pt>
                <c:pt idx="9097">
                  <c:v>2.2782300000000002</c:v>
                </c:pt>
                <c:pt idx="9098">
                  <c:v>2.27854</c:v>
                </c:pt>
                <c:pt idx="9099">
                  <c:v>2.2788400000000002</c:v>
                </c:pt>
                <c:pt idx="9100">
                  <c:v>2.27915</c:v>
                </c:pt>
                <c:pt idx="9101">
                  <c:v>2.2794500000000002</c:v>
                </c:pt>
                <c:pt idx="9102">
                  <c:v>2.27976</c:v>
                </c:pt>
                <c:pt idx="9103">
                  <c:v>2.2800600000000002</c:v>
                </c:pt>
                <c:pt idx="9104">
                  <c:v>2.28037</c:v>
                </c:pt>
                <c:pt idx="9105">
                  <c:v>2.2806700000000002</c:v>
                </c:pt>
                <c:pt idx="9106">
                  <c:v>2.28098</c:v>
                </c:pt>
                <c:pt idx="9107">
                  <c:v>2.2812899999999998</c:v>
                </c:pt>
                <c:pt idx="9108">
                  <c:v>2.28159</c:v>
                </c:pt>
                <c:pt idx="9109">
                  <c:v>2.2818999999999998</c:v>
                </c:pt>
                <c:pt idx="9110">
                  <c:v>2.2822</c:v>
                </c:pt>
                <c:pt idx="9111">
                  <c:v>2.2825099999999998</c:v>
                </c:pt>
                <c:pt idx="9112">
                  <c:v>2.28281</c:v>
                </c:pt>
                <c:pt idx="9113">
                  <c:v>2.2831199999999998</c:v>
                </c:pt>
                <c:pt idx="9114">
                  <c:v>2.28342</c:v>
                </c:pt>
                <c:pt idx="9115">
                  <c:v>2.2837299999999998</c:v>
                </c:pt>
                <c:pt idx="9116">
                  <c:v>2.28403</c:v>
                </c:pt>
                <c:pt idx="9117">
                  <c:v>2.2843399999999998</c:v>
                </c:pt>
                <c:pt idx="9118">
                  <c:v>2.2846500000000001</c:v>
                </c:pt>
                <c:pt idx="9119">
                  <c:v>2.2849499999999998</c:v>
                </c:pt>
                <c:pt idx="9120">
                  <c:v>2.2852600000000001</c:v>
                </c:pt>
                <c:pt idx="9121">
                  <c:v>2.2855599999999998</c:v>
                </c:pt>
                <c:pt idx="9122">
                  <c:v>2.2858700000000001</c:v>
                </c:pt>
                <c:pt idx="9123">
                  <c:v>2.2861699999999998</c:v>
                </c:pt>
                <c:pt idx="9124">
                  <c:v>2.2864800000000001</c:v>
                </c:pt>
                <c:pt idx="9125">
                  <c:v>2.2867799999999998</c:v>
                </c:pt>
                <c:pt idx="9126">
                  <c:v>2.2870900000000001</c:v>
                </c:pt>
                <c:pt idx="9127">
                  <c:v>2.2873899999999998</c:v>
                </c:pt>
                <c:pt idx="9128">
                  <c:v>2.2877000000000001</c:v>
                </c:pt>
                <c:pt idx="9129">
                  <c:v>2.2879999999999998</c:v>
                </c:pt>
                <c:pt idx="9130">
                  <c:v>2.2883100000000001</c:v>
                </c:pt>
                <c:pt idx="9131">
                  <c:v>2.2886199999999999</c:v>
                </c:pt>
                <c:pt idx="9132">
                  <c:v>2.2889200000000001</c:v>
                </c:pt>
                <c:pt idx="9133">
                  <c:v>2.2892299999999999</c:v>
                </c:pt>
                <c:pt idx="9134">
                  <c:v>2.2895300000000001</c:v>
                </c:pt>
                <c:pt idx="9135">
                  <c:v>2.2898399999999999</c:v>
                </c:pt>
                <c:pt idx="9136">
                  <c:v>2.2901400000000001</c:v>
                </c:pt>
                <c:pt idx="9137">
                  <c:v>2.2904499999999999</c:v>
                </c:pt>
                <c:pt idx="9138">
                  <c:v>2.2907500000000001</c:v>
                </c:pt>
                <c:pt idx="9139">
                  <c:v>2.2910599999999999</c:v>
                </c:pt>
                <c:pt idx="9140">
                  <c:v>2.2913600000000001</c:v>
                </c:pt>
                <c:pt idx="9141">
                  <c:v>2.2916699999999999</c:v>
                </c:pt>
                <c:pt idx="9142">
                  <c:v>2.2919700000000001</c:v>
                </c:pt>
                <c:pt idx="9143">
                  <c:v>2.2922799999999999</c:v>
                </c:pt>
                <c:pt idx="9144">
                  <c:v>2.2925900000000001</c:v>
                </c:pt>
                <c:pt idx="9145">
                  <c:v>2.2928899999999999</c:v>
                </c:pt>
                <c:pt idx="9146">
                  <c:v>2.2932000000000001</c:v>
                </c:pt>
                <c:pt idx="9147">
                  <c:v>2.2934999999999999</c:v>
                </c:pt>
                <c:pt idx="9148">
                  <c:v>2.2938100000000001</c:v>
                </c:pt>
                <c:pt idx="9149">
                  <c:v>2.2941099999999999</c:v>
                </c:pt>
                <c:pt idx="9150">
                  <c:v>2.2944200000000001</c:v>
                </c:pt>
                <c:pt idx="9151">
                  <c:v>2.2947199999999999</c:v>
                </c:pt>
                <c:pt idx="9152">
                  <c:v>2.2950300000000001</c:v>
                </c:pt>
                <c:pt idx="9153">
                  <c:v>2.2953299999999999</c:v>
                </c:pt>
                <c:pt idx="9154">
                  <c:v>2.2956400000000001</c:v>
                </c:pt>
                <c:pt idx="9155">
                  <c:v>2.2959399999999999</c:v>
                </c:pt>
                <c:pt idx="9156">
                  <c:v>2.2962500000000001</c:v>
                </c:pt>
                <c:pt idx="9157">
                  <c:v>2.2965599999999999</c:v>
                </c:pt>
                <c:pt idx="9158">
                  <c:v>2.2968600000000001</c:v>
                </c:pt>
                <c:pt idx="9159">
                  <c:v>2.2971699999999999</c:v>
                </c:pt>
                <c:pt idx="9160">
                  <c:v>2.2974700000000001</c:v>
                </c:pt>
                <c:pt idx="9161">
                  <c:v>2.2977799999999999</c:v>
                </c:pt>
                <c:pt idx="9162">
                  <c:v>2.2980800000000001</c:v>
                </c:pt>
                <c:pt idx="9163">
                  <c:v>2.2983899999999999</c:v>
                </c:pt>
                <c:pt idx="9164">
                  <c:v>2.2986900000000001</c:v>
                </c:pt>
                <c:pt idx="9165">
                  <c:v>2.2989999999999999</c:v>
                </c:pt>
                <c:pt idx="9166">
                  <c:v>2.2993000000000001</c:v>
                </c:pt>
                <c:pt idx="9167">
                  <c:v>2.2996099999999999</c:v>
                </c:pt>
                <c:pt idx="9168">
                  <c:v>2.2999100000000001</c:v>
                </c:pt>
                <c:pt idx="9169">
                  <c:v>2.3002199999999999</c:v>
                </c:pt>
                <c:pt idx="9170">
                  <c:v>2.3005300000000002</c:v>
                </c:pt>
                <c:pt idx="9171">
                  <c:v>2.3008299999999999</c:v>
                </c:pt>
                <c:pt idx="9172">
                  <c:v>2.3011400000000002</c:v>
                </c:pt>
                <c:pt idx="9173">
                  <c:v>2.3014399999999999</c:v>
                </c:pt>
                <c:pt idx="9174">
                  <c:v>2.3017500000000002</c:v>
                </c:pt>
                <c:pt idx="9175">
                  <c:v>2.3020499999999999</c:v>
                </c:pt>
                <c:pt idx="9176">
                  <c:v>2.3023600000000002</c:v>
                </c:pt>
                <c:pt idx="9177">
                  <c:v>2.3026599999999999</c:v>
                </c:pt>
                <c:pt idx="9178">
                  <c:v>2.3029700000000002</c:v>
                </c:pt>
                <c:pt idx="9179">
                  <c:v>2.3032699999999999</c:v>
                </c:pt>
                <c:pt idx="9180">
                  <c:v>2.3035800000000002</c:v>
                </c:pt>
                <c:pt idx="9181">
                  <c:v>2.30389</c:v>
                </c:pt>
                <c:pt idx="9182">
                  <c:v>2.3041900000000002</c:v>
                </c:pt>
                <c:pt idx="9183">
                  <c:v>2.3045</c:v>
                </c:pt>
                <c:pt idx="9184">
                  <c:v>2.3048000000000002</c:v>
                </c:pt>
                <c:pt idx="9185">
                  <c:v>2.30511</c:v>
                </c:pt>
                <c:pt idx="9186">
                  <c:v>2.3054100000000002</c:v>
                </c:pt>
                <c:pt idx="9187">
                  <c:v>2.30572</c:v>
                </c:pt>
                <c:pt idx="9188">
                  <c:v>2.3060200000000002</c:v>
                </c:pt>
                <c:pt idx="9189">
                  <c:v>2.30633</c:v>
                </c:pt>
                <c:pt idx="9190">
                  <c:v>2.3066300000000002</c:v>
                </c:pt>
                <c:pt idx="9191">
                  <c:v>2.30694</c:v>
                </c:pt>
                <c:pt idx="9192">
                  <c:v>2.3072400000000002</c:v>
                </c:pt>
                <c:pt idx="9193">
                  <c:v>2.30755</c:v>
                </c:pt>
                <c:pt idx="9194">
                  <c:v>2.3078599999999998</c:v>
                </c:pt>
                <c:pt idx="9195">
                  <c:v>2.30816</c:v>
                </c:pt>
                <c:pt idx="9196">
                  <c:v>2.3084699999999998</c:v>
                </c:pt>
                <c:pt idx="9197">
                  <c:v>2.30877</c:v>
                </c:pt>
                <c:pt idx="9198">
                  <c:v>2.3090799999999998</c:v>
                </c:pt>
                <c:pt idx="9199">
                  <c:v>2.30938</c:v>
                </c:pt>
                <c:pt idx="9200">
                  <c:v>2.3096899999999998</c:v>
                </c:pt>
                <c:pt idx="9201">
                  <c:v>2.30999</c:v>
                </c:pt>
                <c:pt idx="9202">
                  <c:v>2.3102999999999998</c:v>
                </c:pt>
                <c:pt idx="9203">
                  <c:v>2.3106</c:v>
                </c:pt>
                <c:pt idx="9204">
                  <c:v>2.3109099999999998</c:v>
                </c:pt>
                <c:pt idx="9205">
                  <c:v>2.31121</c:v>
                </c:pt>
                <c:pt idx="9206">
                  <c:v>2.3115199999999998</c:v>
                </c:pt>
                <c:pt idx="9207">
                  <c:v>2.3118300000000001</c:v>
                </c:pt>
                <c:pt idx="9208">
                  <c:v>2.3121299999999998</c:v>
                </c:pt>
                <c:pt idx="9209">
                  <c:v>2.3124400000000001</c:v>
                </c:pt>
                <c:pt idx="9210">
                  <c:v>2.3127399999999998</c:v>
                </c:pt>
                <c:pt idx="9211">
                  <c:v>2.3130500000000001</c:v>
                </c:pt>
                <c:pt idx="9212">
                  <c:v>2.3133499999999998</c:v>
                </c:pt>
                <c:pt idx="9213">
                  <c:v>2.31366</c:v>
                </c:pt>
                <c:pt idx="9214">
                  <c:v>2.3139599999999998</c:v>
                </c:pt>
                <c:pt idx="9215">
                  <c:v>2.31427</c:v>
                </c:pt>
                <c:pt idx="9216">
                  <c:v>2.3145699999999998</c:v>
                </c:pt>
                <c:pt idx="9217">
                  <c:v>2.31488</c:v>
                </c:pt>
                <c:pt idx="9218">
                  <c:v>2.3151799999999998</c:v>
                </c:pt>
                <c:pt idx="9219">
                  <c:v>2.31549</c:v>
                </c:pt>
                <c:pt idx="9220">
                  <c:v>2.3157999999999999</c:v>
                </c:pt>
                <c:pt idx="9221">
                  <c:v>2.3161</c:v>
                </c:pt>
                <c:pt idx="9222">
                  <c:v>2.3164099999999999</c:v>
                </c:pt>
                <c:pt idx="9223">
                  <c:v>2.31671</c:v>
                </c:pt>
                <c:pt idx="9224">
                  <c:v>2.3170199999999999</c:v>
                </c:pt>
                <c:pt idx="9225">
                  <c:v>2.31732</c:v>
                </c:pt>
                <c:pt idx="9226">
                  <c:v>2.3176299999999999</c:v>
                </c:pt>
                <c:pt idx="9227">
                  <c:v>2.31793</c:v>
                </c:pt>
                <c:pt idx="9228">
                  <c:v>2.3182399999999999</c:v>
                </c:pt>
                <c:pt idx="9229">
                  <c:v>2.31854</c:v>
                </c:pt>
                <c:pt idx="9230">
                  <c:v>2.3188499999999999</c:v>
                </c:pt>
                <c:pt idx="9231">
                  <c:v>2.31915</c:v>
                </c:pt>
                <c:pt idx="9232">
                  <c:v>2.3194599999999999</c:v>
                </c:pt>
                <c:pt idx="9233">
                  <c:v>2.3197700000000001</c:v>
                </c:pt>
                <c:pt idx="9234">
                  <c:v>2.3200699999999999</c:v>
                </c:pt>
                <c:pt idx="9235">
                  <c:v>2.3203800000000001</c:v>
                </c:pt>
                <c:pt idx="9236">
                  <c:v>2.3206799999999999</c:v>
                </c:pt>
                <c:pt idx="9237">
                  <c:v>2.3209900000000001</c:v>
                </c:pt>
                <c:pt idx="9238">
                  <c:v>2.3212899999999999</c:v>
                </c:pt>
                <c:pt idx="9239">
                  <c:v>2.3216000000000001</c:v>
                </c:pt>
                <c:pt idx="9240">
                  <c:v>2.3218999999999999</c:v>
                </c:pt>
                <c:pt idx="9241">
                  <c:v>2.3222100000000001</c:v>
                </c:pt>
                <c:pt idx="9242">
                  <c:v>2.3225099999999999</c:v>
                </c:pt>
                <c:pt idx="9243">
                  <c:v>2.3228200000000001</c:v>
                </c:pt>
                <c:pt idx="9244">
                  <c:v>2.3231299999999999</c:v>
                </c:pt>
                <c:pt idx="9245">
                  <c:v>2.3234300000000001</c:v>
                </c:pt>
                <c:pt idx="9246">
                  <c:v>2.3237399999999999</c:v>
                </c:pt>
                <c:pt idx="9247">
                  <c:v>2.3240400000000001</c:v>
                </c:pt>
                <c:pt idx="9248">
                  <c:v>2.3243499999999999</c:v>
                </c:pt>
                <c:pt idx="9249">
                  <c:v>2.3246500000000001</c:v>
                </c:pt>
                <c:pt idx="9250">
                  <c:v>2.3249599999999999</c:v>
                </c:pt>
                <c:pt idx="9251">
                  <c:v>2.3252600000000001</c:v>
                </c:pt>
                <c:pt idx="9252">
                  <c:v>2.3255699999999999</c:v>
                </c:pt>
                <c:pt idx="9253">
                  <c:v>2.3258700000000001</c:v>
                </c:pt>
                <c:pt idx="9254">
                  <c:v>2.3261799999999999</c:v>
                </c:pt>
                <c:pt idx="9255">
                  <c:v>2.3264800000000001</c:v>
                </c:pt>
                <c:pt idx="9256">
                  <c:v>2.3267899999999999</c:v>
                </c:pt>
                <c:pt idx="9257">
                  <c:v>2.3271000000000002</c:v>
                </c:pt>
                <c:pt idx="9258">
                  <c:v>2.3273999999999999</c:v>
                </c:pt>
                <c:pt idx="9259">
                  <c:v>2.3277100000000002</c:v>
                </c:pt>
                <c:pt idx="9260">
                  <c:v>2.3280099999999999</c:v>
                </c:pt>
                <c:pt idx="9261">
                  <c:v>2.3283200000000002</c:v>
                </c:pt>
                <c:pt idx="9262">
                  <c:v>2.3286199999999999</c:v>
                </c:pt>
                <c:pt idx="9263">
                  <c:v>2.3289300000000002</c:v>
                </c:pt>
                <c:pt idx="9264">
                  <c:v>2.3292299999999999</c:v>
                </c:pt>
                <c:pt idx="9265">
                  <c:v>2.3295400000000002</c:v>
                </c:pt>
                <c:pt idx="9266">
                  <c:v>2.3298399999999999</c:v>
                </c:pt>
                <c:pt idx="9267">
                  <c:v>2.3301500000000002</c:v>
                </c:pt>
                <c:pt idx="9268">
                  <c:v>2.3304499999999999</c:v>
                </c:pt>
                <c:pt idx="9269">
                  <c:v>2.3307600000000002</c:v>
                </c:pt>
                <c:pt idx="9270">
                  <c:v>2.33107</c:v>
                </c:pt>
                <c:pt idx="9271">
                  <c:v>2.3313700000000002</c:v>
                </c:pt>
                <c:pt idx="9272">
                  <c:v>2.33168</c:v>
                </c:pt>
                <c:pt idx="9273">
                  <c:v>2.3319800000000002</c:v>
                </c:pt>
                <c:pt idx="9274">
                  <c:v>2.33229</c:v>
                </c:pt>
                <c:pt idx="9275">
                  <c:v>2.3325900000000002</c:v>
                </c:pt>
                <c:pt idx="9276">
                  <c:v>2.3329</c:v>
                </c:pt>
                <c:pt idx="9277">
                  <c:v>2.3332000000000002</c:v>
                </c:pt>
                <c:pt idx="9278">
                  <c:v>2.33351</c:v>
                </c:pt>
                <c:pt idx="9279">
                  <c:v>2.3338100000000002</c:v>
                </c:pt>
                <c:pt idx="9280">
                  <c:v>2.33412</c:v>
                </c:pt>
                <c:pt idx="9281">
                  <c:v>2.3344200000000002</c:v>
                </c:pt>
                <c:pt idx="9282">
                  <c:v>2.33473</c:v>
                </c:pt>
                <c:pt idx="9283">
                  <c:v>2.3350399999999998</c:v>
                </c:pt>
                <c:pt idx="9284">
                  <c:v>2.33534</c:v>
                </c:pt>
                <c:pt idx="9285">
                  <c:v>2.3356499999999998</c:v>
                </c:pt>
                <c:pt idx="9286">
                  <c:v>2.33595</c:v>
                </c:pt>
                <c:pt idx="9287">
                  <c:v>2.3362599999999998</c:v>
                </c:pt>
                <c:pt idx="9288">
                  <c:v>2.33656</c:v>
                </c:pt>
                <c:pt idx="9289">
                  <c:v>2.3368699999999998</c:v>
                </c:pt>
                <c:pt idx="9290">
                  <c:v>2.33717</c:v>
                </c:pt>
                <c:pt idx="9291">
                  <c:v>2.3374799999999998</c:v>
                </c:pt>
                <c:pt idx="9292">
                  <c:v>2.33778</c:v>
                </c:pt>
                <c:pt idx="9293">
                  <c:v>2.3380899999999998</c:v>
                </c:pt>
                <c:pt idx="9294">
                  <c:v>2.33839</c:v>
                </c:pt>
                <c:pt idx="9295">
                  <c:v>2.3386999999999998</c:v>
                </c:pt>
                <c:pt idx="9296">
                  <c:v>2.33901</c:v>
                </c:pt>
                <c:pt idx="9297">
                  <c:v>2.3393099999999998</c:v>
                </c:pt>
                <c:pt idx="9298">
                  <c:v>2.33962</c:v>
                </c:pt>
                <c:pt idx="9299">
                  <c:v>2.3399200000000002</c:v>
                </c:pt>
                <c:pt idx="9300">
                  <c:v>2.34023</c:v>
                </c:pt>
                <c:pt idx="9301">
                  <c:v>2.3405300000000002</c:v>
                </c:pt>
                <c:pt idx="9302">
                  <c:v>2.34084</c:v>
                </c:pt>
                <c:pt idx="9303">
                  <c:v>2.3411400000000002</c:v>
                </c:pt>
                <c:pt idx="9304">
                  <c:v>2.34145</c:v>
                </c:pt>
                <c:pt idx="9305">
                  <c:v>2.3417500000000002</c:v>
                </c:pt>
                <c:pt idx="9306">
                  <c:v>2.34206</c:v>
                </c:pt>
                <c:pt idx="9307">
                  <c:v>2.3423699999999998</c:v>
                </c:pt>
                <c:pt idx="9308">
                  <c:v>2.34267</c:v>
                </c:pt>
                <c:pt idx="9309">
                  <c:v>2.3429799999999998</c:v>
                </c:pt>
                <c:pt idx="9310">
                  <c:v>2.34328</c:v>
                </c:pt>
                <c:pt idx="9311">
                  <c:v>2.3435899999999998</c:v>
                </c:pt>
                <c:pt idx="9312">
                  <c:v>2.34389</c:v>
                </c:pt>
                <c:pt idx="9313">
                  <c:v>2.3441999999999998</c:v>
                </c:pt>
                <c:pt idx="9314">
                  <c:v>2.3445</c:v>
                </c:pt>
                <c:pt idx="9315">
                  <c:v>2.3448099999999998</c:v>
                </c:pt>
                <c:pt idx="9316">
                  <c:v>2.34511</c:v>
                </c:pt>
                <c:pt idx="9317">
                  <c:v>2.3454199999999998</c:v>
                </c:pt>
                <c:pt idx="9318">
                  <c:v>2.34572</c:v>
                </c:pt>
                <c:pt idx="9319">
                  <c:v>2.3460299999999998</c:v>
                </c:pt>
                <c:pt idx="9320">
                  <c:v>2.3463400000000001</c:v>
                </c:pt>
                <c:pt idx="9321">
                  <c:v>2.3466399999999998</c:v>
                </c:pt>
                <c:pt idx="9322">
                  <c:v>2.3469500000000001</c:v>
                </c:pt>
                <c:pt idx="9323">
                  <c:v>2.3472499999999998</c:v>
                </c:pt>
                <c:pt idx="9324">
                  <c:v>2.3475600000000001</c:v>
                </c:pt>
                <c:pt idx="9325">
                  <c:v>2.3478599999999998</c:v>
                </c:pt>
                <c:pt idx="9326">
                  <c:v>2.3481700000000001</c:v>
                </c:pt>
                <c:pt idx="9327">
                  <c:v>2.3484699999999998</c:v>
                </c:pt>
                <c:pt idx="9328">
                  <c:v>2.3487800000000001</c:v>
                </c:pt>
                <c:pt idx="9329">
                  <c:v>2.3490799999999998</c:v>
                </c:pt>
                <c:pt idx="9330">
                  <c:v>2.3493900000000001</c:v>
                </c:pt>
                <c:pt idx="9331">
                  <c:v>2.3496899999999998</c:v>
                </c:pt>
                <c:pt idx="9332">
                  <c:v>2.35</c:v>
                </c:pt>
                <c:pt idx="9333">
                  <c:v>2.3503099999999999</c:v>
                </c:pt>
                <c:pt idx="9334">
                  <c:v>2.3506100000000001</c:v>
                </c:pt>
                <c:pt idx="9335">
                  <c:v>2.3509199999999999</c:v>
                </c:pt>
                <c:pt idx="9336">
                  <c:v>2.3512200000000001</c:v>
                </c:pt>
                <c:pt idx="9337">
                  <c:v>2.3515299999999999</c:v>
                </c:pt>
                <c:pt idx="9338">
                  <c:v>2.3518300000000001</c:v>
                </c:pt>
                <c:pt idx="9339">
                  <c:v>2.3521399999999999</c:v>
                </c:pt>
                <c:pt idx="9340">
                  <c:v>2.3524400000000001</c:v>
                </c:pt>
                <c:pt idx="9341">
                  <c:v>2.3527499999999999</c:v>
                </c:pt>
                <c:pt idx="9342">
                  <c:v>2.3530500000000001</c:v>
                </c:pt>
                <c:pt idx="9343">
                  <c:v>2.3533599999999999</c:v>
                </c:pt>
                <c:pt idx="9344">
                  <c:v>2.3536600000000001</c:v>
                </c:pt>
                <c:pt idx="9345">
                  <c:v>2.3539699999999999</c:v>
                </c:pt>
                <c:pt idx="9346">
                  <c:v>2.3542800000000002</c:v>
                </c:pt>
                <c:pt idx="9347">
                  <c:v>2.3545799999999999</c:v>
                </c:pt>
                <c:pt idx="9348">
                  <c:v>2.3548900000000001</c:v>
                </c:pt>
                <c:pt idx="9349">
                  <c:v>2.3551899999999999</c:v>
                </c:pt>
                <c:pt idx="9350">
                  <c:v>2.3555000000000001</c:v>
                </c:pt>
                <c:pt idx="9351">
                  <c:v>2.3557999999999999</c:v>
                </c:pt>
                <c:pt idx="9352">
                  <c:v>2.3561100000000001</c:v>
                </c:pt>
                <c:pt idx="9353">
                  <c:v>2.3564099999999999</c:v>
                </c:pt>
                <c:pt idx="9354">
                  <c:v>2.3567200000000001</c:v>
                </c:pt>
                <c:pt idx="9355">
                  <c:v>2.3570199999999999</c:v>
                </c:pt>
                <c:pt idx="9356">
                  <c:v>2.3573300000000001</c:v>
                </c:pt>
                <c:pt idx="9357">
                  <c:v>2.35764</c:v>
                </c:pt>
                <c:pt idx="9358">
                  <c:v>2.3579400000000001</c:v>
                </c:pt>
                <c:pt idx="9359">
                  <c:v>2.35825</c:v>
                </c:pt>
                <c:pt idx="9360">
                  <c:v>2.3585500000000001</c:v>
                </c:pt>
                <c:pt idx="9361">
                  <c:v>2.35886</c:v>
                </c:pt>
                <c:pt idx="9362">
                  <c:v>2.3591600000000001</c:v>
                </c:pt>
                <c:pt idx="9363">
                  <c:v>2.35947</c:v>
                </c:pt>
                <c:pt idx="9364">
                  <c:v>2.3597700000000001</c:v>
                </c:pt>
                <c:pt idx="9365">
                  <c:v>2.36008</c:v>
                </c:pt>
                <c:pt idx="9366">
                  <c:v>2.3603800000000001</c:v>
                </c:pt>
                <c:pt idx="9367">
                  <c:v>2.36069</c:v>
                </c:pt>
                <c:pt idx="9368">
                  <c:v>2.3609900000000001</c:v>
                </c:pt>
                <c:pt idx="9369">
                  <c:v>2.3613</c:v>
                </c:pt>
                <c:pt idx="9370">
                  <c:v>2.3616100000000002</c:v>
                </c:pt>
                <c:pt idx="9371">
                  <c:v>2.36191</c:v>
                </c:pt>
                <c:pt idx="9372">
                  <c:v>2.3622200000000002</c:v>
                </c:pt>
                <c:pt idx="9373">
                  <c:v>2.36252</c:v>
                </c:pt>
                <c:pt idx="9374">
                  <c:v>2.3628300000000002</c:v>
                </c:pt>
                <c:pt idx="9375">
                  <c:v>2.36313</c:v>
                </c:pt>
                <c:pt idx="9376">
                  <c:v>2.3634400000000002</c:v>
                </c:pt>
                <c:pt idx="9377">
                  <c:v>2.36374</c:v>
                </c:pt>
                <c:pt idx="9378">
                  <c:v>2.3640500000000002</c:v>
                </c:pt>
                <c:pt idx="9379">
                  <c:v>2.36435</c:v>
                </c:pt>
                <c:pt idx="9380">
                  <c:v>2.3646600000000002</c:v>
                </c:pt>
                <c:pt idx="9381">
                  <c:v>2.36496</c:v>
                </c:pt>
                <c:pt idx="9382">
                  <c:v>2.3652700000000002</c:v>
                </c:pt>
                <c:pt idx="9383">
                  <c:v>2.36558</c:v>
                </c:pt>
                <c:pt idx="9384">
                  <c:v>2.3658800000000002</c:v>
                </c:pt>
                <c:pt idx="9385">
                  <c:v>2.36619</c:v>
                </c:pt>
                <c:pt idx="9386">
                  <c:v>2.3664900000000002</c:v>
                </c:pt>
                <c:pt idx="9387">
                  <c:v>2.3668</c:v>
                </c:pt>
                <c:pt idx="9388">
                  <c:v>2.3671000000000002</c:v>
                </c:pt>
                <c:pt idx="9389">
                  <c:v>2.36741</c:v>
                </c:pt>
                <c:pt idx="9390">
                  <c:v>2.3677100000000002</c:v>
                </c:pt>
                <c:pt idx="9391">
                  <c:v>2.36802</c:v>
                </c:pt>
                <c:pt idx="9392">
                  <c:v>2.3683200000000002</c:v>
                </c:pt>
                <c:pt idx="9393">
                  <c:v>2.36863</c:v>
                </c:pt>
                <c:pt idx="9394">
                  <c:v>2.3689300000000002</c:v>
                </c:pt>
                <c:pt idx="9395">
                  <c:v>2.36924</c:v>
                </c:pt>
                <c:pt idx="9396">
                  <c:v>2.3695499999999998</c:v>
                </c:pt>
                <c:pt idx="9397">
                  <c:v>2.36985</c:v>
                </c:pt>
                <c:pt idx="9398">
                  <c:v>2.3701599999999998</c:v>
                </c:pt>
                <c:pt idx="9399">
                  <c:v>2.37046</c:v>
                </c:pt>
                <c:pt idx="9400">
                  <c:v>2.3707699999999998</c:v>
                </c:pt>
                <c:pt idx="9401">
                  <c:v>2.37107</c:v>
                </c:pt>
                <c:pt idx="9402">
                  <c:v>2.3713799999999998</c:v>
                </c:pt>
                <c:pt idx="9403">
                  <c:v>2.37168</c:v>
                </c:pt>
                <c:pt idx="9404">
                  <c:v>2.3719899999999998</c:v>
                </c:pt>
                <c:pt idx="9405">
                  <c:v>2.37229</c:v>
                </c:pt>
                <c:pt idx="9406">
                  <c:v>2.3725999999999998</c:v>
                </c:pt>
                <c:pt idx="9407">
                  <c:v>2.3729</c:v>
                </c:pt>
                <c:pt idx="9408">
                  <c:v>2.3732099999999998</c:v>
                </c:pt>
                <c:pt idx="9409">
                  <c:v>2.3735200000000001</c:v>
                </c:pt>
                <c:pt idx="9410">
                  <c:v>2.3738199999999998</c:v>
                </c:pt>
                <c:pt idx="9411">
                  <c:v>2.3741300000000001</c:v>
                </c:pt>
                <c:pt idx="9412">
                  <c:v>2.3744299999999998</c:v>
                </c:pt>
                <c:pt idx="9413">
                  <c:v>2.3747400000000001</c:v>
                </c:pt>
                <c:pt idx="9414">
                  <c:v>2.3750399999999998</c:v>
                </c:pt>
                <c:pt idx="9415">
                  <c:v>2.3753500000000001</c:v>
                </c:pt>
                <c:pt idx="9416">
                  <c:v>2.3756499999999998</c:v>
                </c:pt>
                <c:pt idx="9417">
                  <c:v>2.3759600000000001</c:v>
                </c:pt>
                <c:pt idx="9418">
                  <c:v>2.3762599999999998</c:v>
                </c:pt>
                <c:pt idx="9419">
                  <c:v>2.3765700000000001</c:v>
                </c:pt>
                <c:pt idx="9420">
                  <c:v>2.3768799999999999</c:v>
                </c:pt>
                <c:pt idx="9421">
                  <c:v>2.3771800000000001</c:v>
                </c:pt>
                <c:pt idx="9422">
                  <c:v>2.3774899999999999</c:v>
                </c:pt>
                <c:pt idx="9423">
                  <c:v>2.3777900000000001</c:v>
                </c:pt>
                <c:pt idx="9424">
                  <c:v>2.3780999999999999</c:v>
                </c:pt>
                <c:pt idx="9425">
                  <c:v>2.3784000000000001</c:v>
                </c:pt>
                <c:pt idx="9426">
                  <c:v>2.3787099999999999</c:v>
                </c:pt>
                <c:pt idx="9427">
                  <c:v>2.3790100000000001</c:v>
                </c:pt>
                <c:pt idx="9428">
                  <c:v>2.3793199999999999</c:v>
                </c:pt>
                <c:pt idx="9429">
                  <c:v>2.3796200000000001</c:v>
                </c:pt>
                <c:pt idx="9430">
                  <c:v>2.3799299999999999</c:v>
                </c:pt>
                <c:pt idx="9431">
                  <c:v>2.3802300000000001</c:v>
                </c:pt>
                <c:pt idx="9432">
                  <c:v>2.3805399999999999</c:v>
                </c:pt>
                <c:pt idx="9433">
                  <c:v>2.3808500000000001</c:v>
                </c:pt>
                <c:pt idx="9434">
                  <c:v>2.3811499999999999</c:v>
                </c:pt>
                <c:pt idx="9435">
                  <c:v>2.3814600000000001</c:v>
                </c:pt>
                <c:pt idx="9436">
                  <c:v>2.3817599999999999</c:v>
                </c:pt>
                <c:pt idx="9437">
                  <c:v>2.3820700000000001</c:v>
                </c:pt>
                <c:pt idx="9438">
                  <c:v>2.3823699999999999</c:v>
                </c:pt>
                <c:pt idx="9439">
                  <c:v>2.3826800000000001</c:v>
                </c:pt>
                <c:pt idx="9440">
                  <c:v>2.3829799999999999</c:v>
                </c:pt>
                <c:pt idx="9441">
                  <c:v>2.3832900000000001</c:v>
                </c:pt>
                <c:pt idx="9442">
                  <c:v>2.3835899999999999</c:v>
                </c:pt>
                <c:pt idx="9443">
                  <c:v>2.3839000000000001</c:v>
                </c:pt>
                <c:pt idx="9444">
                  <c:v>2.3841999999999999</c:v>
                </c:pt>
                <c:pt idx="9445">
                  <c:v>2.3845100000000001</c:v>
                </c:pt>
                <c:pt idx="9446">
                  <c:v>2.3848199999999999</c:v>
                </c:pt>
                <c:pt idx="9447">
                  <c:v>2.3851200000000001</c:v>
                </c:pt>
                <c:pt idx="9448">
                  <c:v>2.3854299999999999</c:v>
                </c:pt>
                <c:pt idx="9449">
                  <c:v>2.3857300000000001</c:v>
                </c:pt>
                <c:pt idx="9450">
                  <c:v>2.3860399999999999</c:v>
                </c:pt>
                <c:pt idx="9451">
                  <c:v>2.3863400000000001</c:v>
                </c:pt>
                <c:pt idx="9452">
                  <c:v>2.3866499999999999</c:v>
                </c:pt>
                <c:pt idx="9453">
                  <c:v>2.3869500000000001</c:v>
                </c:pt>
                <c:pt idx="9454">
                  <c:v>2.3872599999999999</c:v>
                </c:pt>
                <c:pt idx="9455">
                  <c:v>2.3875600000000001</c:v>
                </c:pt>
                <c:pt idx="9456">
                  <c:v>2.3878699999999999</c:v>
                </c:pt>
                <c:pt idx="9457">
                  <c:v>2.3881700000000001</c:v>
                </c:pt>
                <c:pt idx="9458">
                  <c:v>2.3884799999999999</c:v>
                </c:pt>
                <c:pt idx="9459">
                  <c:v>2.3887900000000002</c:v>
                </c:pt>
                <c:pt idx="9460">
                  <c:v>2.3890899999999999</c:v>
                </c:pt>
                <c:pt idx="9461">
                  <c:v>2.3894000000000002</c:v>
                </c:pt>
                <c:pt idx="9462">
                  <c:v>2.3896999999999999</c:v>
                </c:pt>
                <c:pt idx="9463">
                  <c:v>2.3900100000000002</c:v>
                </c:pt>
                <c:pt idx="9464">
                  <c:v>2.3903099999999999</c:v>
                </c:pt>
                <c:pt idx="9465">
                  <c:v>2.3906200000000002</c:v>
                </c:pt>
                <c:pt idx="9466">
                  <c:v>2.3909199999999999</c:v>
                </c:pt>
                <c:pt idx="9467">
                  <c:v>2.3912300000000002</c:v>
                </c:pt>
                <c:pt idx="9468">
                  <c:v>2.3915299999999999</c:v>
                </c:pt>
                <c:pt idx="9469">
                  <c:v>2.3918400000000002</c:v>
                </c:pt>
                <c:pt idx="9470">
                  <c:v>2.3921399999999999</c:v>
                </c:pt>
                <c:pt idx="9471">
                  <c:v>2.3924500000000002</c:v>
                </c:pt>
                <c:pt idx="9472">
                  <c:v>2.39276</c:v>
                </c:pt>
                <c:pt idx="9473">
                  <c:v>2.3930600000000002</c:v>
                </c:pt>
                <c:pt idx="9474">
                  <c:v>2.39337</c:v>
                </c:pt>
                <c:pt idx="9475">
                  <c:v>2.3936700000000002</c:v>
                </c:pt>
                <c:pt idx="9476">
                  <c:v>2.39398</c:v>
                </c:pt>
                <c:pt idx="9477">
                  <c:v>2.3942800000000002</c:v>
                </c:pt>
                <c:pt idx="9478">
                  <c:v>2.39459</c:v>
                </c:pt>
                <c:pt idx="9479">
                  <c:v>2.3948900000000002</c:v>
                </c:pt>
                <c:pt idx="9480">
                  <c:v>2.3952</c:v>
                </c:pt>
                <c:pt idx="9481">
                  <c:v>2.3955000000000002</c:v>
                </c:pt>
                <c:pt idx="9482">
                  <c:v>2.39581</c:v>
                </c:pt>
                <c:pt idx="9483">
                  <c:v>2.3961199999999998</c:v>
                </c:pt>
                <c:pt idx="9484">
                  <c:v>2.39642</c:v>
                </c:pt>
                <c:pt idx="9485">
                  <c:v>2.3967299999999998</c:v>
                </c:pt>
                <c:pt idx="9486">
                  <c:v>2.39703</c:v>
                </c:pt>
                <c:pt idx="9487">
                  <c:v>2.3973399999999998</c:v>
                </c:pt>
                <c:pt idx="9488">
                  <c:v>2.39764</c:v>
                </c:pt>
                <c:pt idx="9489">
                  <c:v>2.3979499999999998</c:v>
                </c:pt>
                <c:pt idx="9490">
                  <c:v>2.39825</c:v>
                </c:pt>
                <c:pt idx="9491">
                  <c:v>2.3985599999999998</c:v>
                </c:pt>
                <c:pt idx="9492">
                  <c:v>2.39886</c:v>
                </c:pt>
                <c:pt idx="9493">
                  <c:v>2.3991699999999998</c:v>
                </c:pt>
                <c:pt idx="9494">
                  <c:v>2.39947</c:v>
                </c:pt>
                <c:pt idx="9495">
                  <c:v>2.3997799999999998</c:v>
                </c:pt>
                <c:pt idx="9496">
                  <c:v>2.4000900000000001</c:v>
                </c:pt>
                <c:pt idx="9497">
                  <c:v>2.4003899999999998</c:v>
                </c:pt>
                <c:pt idx="9498">
                  <c:v>2.4007000000000001</c:v>
                </c:pt>
                <c:pt idx="9499">
                  <c:v>2.4009999999999998</c:v>
                </c:pt>
                <c:pt idx="9500">
                  <c:v>2.4013100000000001</c:v>
                </c:pt>
                <c:pt idx="9501">
                  <c:v>2.4016099999999998</c:v>
                </c:pt>
                <c:pt idx="9502">
                  <c:v>2.4019200000000001</c:v>
                </c:pt>
                <c:pt idx="9503">
                  <c:v>2.4022199999999998</c:v>
                </c:pt>
                <c:pt idx="9504">
                  <c:v>2.4025300000000001</c:v>
                </c:pt>
                <c:pt idx="9505">
                  <c:v>2.4028299999999998</c:v>
                </c:pt>
                <c:pt idx="9506">
                  <c:v>2.4031400000000001</c:v>
                </c:pt>
                <c:pt idx="9507">
                  <c:v>2.4034399999999998</c:v>
                </c:pt>
                <c:pt idx="9508">
                  <c:v>2.4037500000000001</c:v>
                </c:pt>
                <c:pt idx="9509">
                  <c:v>2.4040599999999999</c:v>
                </c:pt>
                <c:pt idx="9510">
                  <c:v>2.4043600000000001</c:v>
                </c:pt>
                <c:pt idx="9511">
                  <c:v>2.4046699999999999</c:v>
                </c:pt>
                <c:pt idx="9512">
                  <c:v>2.4049700000000001</c:v>
                </c:pt>
                <c:pt idx="9513">
                  <c:v>2.4052799999999999</c:v>
                </c:pt>
                <c:pt idx="9514">
                  <c:v>2.4055800000000001</c:v>
                </c:pt>
                <c:pt idx="9515">
                  <c:v>2.4058899999999999</c:v>
                </c:pt>
                <c:pt idx="9516">
                  <c:v>2.4061900000000001</c:v>
                </c:pt>
                <c:pt idx="9517">
                  <c:v>2.4064999999999999</c:v>
                </c:pt>
                <c:pt idx="9518">
                  <c:v>2.4068000000000001</c:v>
                </c:pt>
                <c:pt idx="9519">
                  <c:v>2.4071099999999999</c:v>
                </c:pt>
                <c:pt idx="9520">
                  <c:v>2.40741</c:v>
                </c:pt>
                <c:pt idx="9521">
                  <c:v>2.4077199999999999</c:v>
                </c:pt>
                <c:pt idx="9522">
                  <c:v>2.4080300000000001</c:v>
                </c:pt>
                <c:pt idx="9523">
                  <c:v>2.4083299999999999</c:v>
                </c:pt>
                <c:pt idx="9524">
                  <c:v>2.4086400000000001</c:v>
                </c:pt>
                <c:pt idx="9525">
                  <c:v>2.4089399999999999</c:v>
                </c:pt>
                <c:pt idx="9526">
                  <c:v>2.4092500000000001</c:v>
                </c:pt>
                <c:pt idx="9527">
                  <c:v>2.4095499999999999</c:v>
                </c:pt>
                <c:pt idx="9528">
                  <c:v>2.4098600000000001</c:v>
                </c:pt>
                <c:pt idx="9529">
                  <c:v>2.4101599999999999</c:v>
                </c:pt>
                <c:pt idx="9530">
                  <c:v>2.4104700000000001</c:v>
                </c:pt>
                <c:pt idx="9531">
                  <c:v>2.4107699999999999</c:v>
                </c:pt>
                <c:pt idx="9532">
                  <c:v>2.4110800000000001</c:v>
                </c:pt>
                <c:pt idx="9533">
                  <c:v>2.4113899999999999</c:v>
                </c:pt>
                <c:pt idx="9534">
                  <c:v>2.4116900000000001</c:v>
                </c:pt>
                <c:pt idx="9535">
                  <c:v>2.4119999999999999</c:v>
                </c:pt>
                <c:pt idx="9536">
                  <c:v>2.4123000000000001</c:v>
                </c:pt>
                <c:pt idx="9537">
                  <c:v>2.4126099999999999</c:v>
                </c:pt>
                <c:pt idx="9538">
                  <c:v>2.4129100000000001</c:v>
                </c:pt>
                <c:pt idx="9539">
                  <c:v>2.4132199999999999</c:v>
                </c:pt>
                <c:pt idx="9540">
                  <c:v>2.4135200000000001</c:v>
                </c:pt>
                <c:pt idx="9541">
                  <c:v>2.4138299999999999</c:v>
                </c:pt>
                <c:pt idx="9542">
                  <c:v>2.4141300000000001</c:v>
                </c:pt>
                <c:pt idx="9543">
                  <c:v>2.4144399999999999</c:v>
                </c:pt>
                <c:pt idx="9544">
                  <c:v>2.4147400000000001</c:v>
                </c:pt>
                <c:pt idx="9545">
                  <c:v>2.4150499999999999</c:v>
                </c:pt>
                <c:pt idx="9546">
                  <c:v>2.4153600000000002</c:v>
                </c:pt>
                <c:pt idx="9547">
                  <c:v>2.4156599999999999</c:v>
                </c:pt>
                <c:pt idx="9548">
                  <c:v>2.4159700000000002</c:v>
                </c:pt>
                <c:pt idx="9549">
                  <c:v>2.4162699999999999</c:v>
                </c:pt>
                <c:pt idx="9550">
                  <c:v>2.4165800000000002</c:v>
                </c:pt>
                <c:pt idx="9551">
                  <c:v>2.4168799999999999</c:v>
                </c:pt>
                <c:pt idx="9552">
                  <c:v>2.4171900000000002</c:v>
                </c:pt>
                <c:pt idx="9553">
                  <c:v>2.4174899999999999</c:v>
                </c:pt>
                <c:pt idx="9554">
                  <c:v>2.4178000000000002</c:v>
                </c:pt>
                <c:pt idx="9555">
                  <c:v>2.4180999999999999</c:v>
                </c:pt>
                <c:pt idx="9556">
                  <c:v>2.4184100000000002</c:v>
                </c:pt>
                <c:pt idx="9557">
                  <c:v>2.4187099999999999</c:v>
                </c:pt>
                <c:pt idx="9558">
                  <c:v>2.4190200000000002</c:v>
                </c:pt>
                <c:pt idx="9559">
                  <c:v>2.41933</c:v>
                </c:pt>
                <c:pt idx="9560">
                  <c:v>2.4196300000000002</c:v>
                </c:pt>
                <c:pt idx="9561">
                  <c:v>2.41994</c:v>
                </c:pt>
                <c:pt idx="9562">
                  <c:v>2.4202400000000002</c:v>
                </c:pt>
                <c:pt idx="9563">
                  <c:v>2.42055</c:v>
                </c:pt>
                <c:pt idx="9564">
                  <c:v>2.4208500000000002</c:v>
                </c:pt>
                <c:pt idx="9565">
                  <c:v>2.42116</c:v>
                </c:pt>
                <c:pt idx="9566">
                  <c:v>2.4214600000000002</c:v>
                </c:pt>
                <c:pt idx="9567">
                  <c:v>2.42177</c:v>
                </c:pt>
                <c:pt idx="9568">
                  <c:v>2.4220700000000002</c:v>
                </c:pt>
                <c:pt idx="9569">
                  <c:v>2.42238</c:v>
                </c:pt>
                <c:pt idx="9570">
                  <c:v>2.4226800000000002</c:v>
                </c:pt>
                <c:pt idx="9571">
                  <c:v>2.42299</c:v>
                </c:pt>
                <c:pt idx="9572">
                  <c:v>2.4232999999999998</c:v>
                </c:pt>
                <c:pt idx="9573">
                  <c:v>2.4236</c:v>
                </c:pt>
                <c:pt idx="9574">
                  <c:v>2.4239099999999998</c:v>
                </c:pt>
                <c:pt idx="9575">
                  <c:v>2.42421</c:v>
                </c:pt>
                <c:pt idx="9576">
                  <c:v>2.4245199999999998</c:v>
                </c:pt>
                <c:pt idx="9577">
                  <c:v>2.42482</c:v>
                </c:pt>
                <c:pt idx="9578">
                  <c:v>2.4251299999999998</c:v>
                </c:pt>
                <c:pt idx="9579">
                  <c:v>2.42543</c:v>
                </c:pt>
                <c:pt idx="9580">
                  <c:v>2.4257399999999998</c:v>
                </c:pt>
                <c:pt idx="9581">
                  <c:v>2.42604</c:v>
                </c:pt>
                <c:pt idx="9582">
                  <c:v>2.4263499999999998</c:v>
                </c:pt>
                <c:pt idx="9583">
                  <c:v>2.42665</c:v>
                </c:pt>
                <c:pt idx="9584">
                  <c:v>2.4269599999999998</c:v>
                </c:pt>
                <c:pt idx="9585">
                  <c:v>2.42727</c:v>
                </c:pt>
                <c:pt idx="9586">
                  <c:v>2.4275699999999998</c:v>
                </c:pt>
                <c:pt idx="9587">
                  <c:v>2.42788</c:v>
                </c:pt>
                <c:pt idx="9588">
                  <c:v>2.4281799999999998</c:v>
                </c:pt>
                <c:pt idx="9589">
                  <c:v>2.42849</c:v>
                </c:pt>
                <c:pt idx="9590">
                  <c:v>2.4287899999999998</c:v>
                </c:pt>
                <c:pt idx="9591">
                  <c:v>2.4291</c:v>
                </c:pt>
                <c:pt idx="9592">
                  <c:v>2.4293999999999998</c:v>
                </c:pt>
                <c:pt idx="9593">
                  <c:v>2.42971</c:v>
                </c:pt>
                <c:pt idx="9594">
                  <c:v>2.4300099999999998</c:v>
                </c:pt>
                <c:pt idx="9595">
                  <c:v>2.43032</c:v>
                </c:pt>
                <c:pt idx="9596">
                  <c:v>2.4306299999999998</c:v>
                </c:pt>
                <c:pt idx="9597">
                  <c:v>2.43093</c:v>
                </c:pt>
                <c:pt idx="9598">
                  <c:v>2.4312399999999998</c:v>
                </c:pt>
                <c:pt idx="9599">
                  <c:v>2.43154</c:v>
                </c:pt>
                <c:pt idx="9600">
                  <c:v>2.4318499999999998</c:v>
                </c:pt>
                <c:pt idx="9601">
                  <c:v>2.43215</c:v>
                </c:pt>
                <c:pt idx="9602">
                  <c:v>2.4324599999999998</c:v>
                </c:pt>
                <c:pt idx="9603">
                  <c:v>2.43276</c:v>
                </c:pt>
                <c:pt idx="9604">
                  <c:v>2.4330699999999998</c:v>
                </c:pt>
                <c:pt idx="9605">
                  <c:v>2.43337</c:v>
                </c:pt>
                <c:pt idx="9606">
                  <c:v>2.4336799999999998</c:v>
                </c:pt>
                <c:pt idx="9607">
                  <c:v>2.43398</c:v>
                </c:pt>
                <c:pt idx="9608">
                  <c:v>2.4342899999999998</c:v>
                </c:pt>
                <c:pt idx="9609">
                  <c:v>2.4346000000000001</c:v>
                </c:pt>
                <c:pt idx="9610">
                  <c:v>2.4348999999999998</c:v>
                </c:pt>
                <c:pt idx="9611">
                  <c:v>2.4352100000000001</c:v>
                </c:pt>
                <c:pt idx="9612">
                  <c:v>2.4355099999999998</c:v>
                </c:pt>
                <c:pt idx="9613">
                  <c:v>2.4358200000000001</c:v>
                </c:pt>
                <c:pt idx="9614">
                  <c:v>2.4361199999999998</c:v>
                </c:pt>
                <c:pt idx="9615">
                  <c:v>2.4364300000000001</c:v>
                </c:pt>
                <c:pt idx="9616">
                  <c:v>2.4367299999999998</c:v>
                </c:pt>
                <c:pt idx="9617">
                  <c:v>2.4370400000000001</c:v>
                </c:pt>
                <c:pt idx="9618">
                  <c:v>2.4373399999999998</c:v>
                </c:pt>
                <c:pt idx="9619">
                  <c:v>2.4376500000000001</c:v>
                </c:pt>
                <c:pt idx="9620">
                  <c:v>2.4379499999999998</c:v>
                </c:pt>
                <c:pt idx="9621">
                  <c:v>2.4382600000000001</c:v>
                </c:pt>
                <c:pt idx="9622">
                  <c:v>2.4385699999999999</c:v>
                </c:pt>
                <c:pt idx="9623">
                  <c:v>2.4388700000000001</c:v>
                </c:pt>
                <c:pt idx="9624">
                  <c:v>2.4391799999999999</c:v>
                </c:pt>
                <c:pt idx="9625">
                  <c:v>2.4394800000000001</c:v>
                </c:pt>
                <c:pt idx="9626">
                  <c:v>2.4397899999999999</c:v>
                </c:pt>
                <c:pt idx="9627">
                  <c:v>2.4400900000000001</c:v>
                </c:pt>
                <c:pt idx="9628">
                  <c:v>2.4403999999999999</c:v>
                </c:pt>
                <c:pt idx="9629">
                  <c:v>2.4407000000000001</c:v>
                </c:pt>
                <c:pt idx="9630">
                  <c:v>2.4410099999999999</c:v>
                </c:pt>
                <c:pt idx="9631">
                  <c:v>2.4413100000000001</c:v>
                </c:pt>
                <c:pt idx="9632">
                  <c:v>2.4416199999999999</c:v>
                </c:pt>
                <c:pt idx="9633">
                  <c:v>2.4419200000000001</c:v>
                </c:pt>
                <c:pt idx="9634">
                  <c:v>2.4422299999999999</c:v>
                </c:pt>
                <c:pt idx="9635">
                  <c:v>2.4425400000000002</c:v>
                </c:pt>
                <c:pt idx="9636">
                  <c:v>2.4428399999999999</c:v>
                </c:pt>
                <c:pt idx="9637">
                  <c:v>2.4431500000000002</c:v>
                </c:pt>
                <c:pt idx="9638">
                  <c:v>2.4434499999999999</c:v>
                </c:pt>
                <c:pt idx="9639">
                  <c:v>2.4437600000000002</c:v>
                </c:pt>
                <c:pt idx="9640">
                  <c:v>2.4440599999999999</c:v>
                </c:pt>
                <c:pt idx="9641">
                  <c:v>2.4443700000000002</c:v>
                </c:pt>
                <c:pt idx="9642">
                  <c:v>2.4446699999999999</c:v>
                </c:pt>
                <c:pt idx="9643">
                  <c:v>2.4449800000000002</c:v>
                </c:pt>
                <c:pt idx="9644">
                  <c:v>2.4452799999999999</c:v>
                </c:pt>
                <c:pt idx="9645">
                  <c:v>2.4455900000000002</c:v>
                </c:pt>
                <c:pt idx="9646">
                  <c:v>2.4458899999999999</c:v>
                </c:pt>
                <c:pt idx="9647">
                  <c:v>2.4462000000000002</c:v>
                </c:pt>
                <c:pt idx="9648">
                  <c:v>2.44651</c:v>
                </c:pt>
                <c:pt idx="9649">
                  <c:v>2.4468100000000002</c:v>
                </c:pt>
                <c:pt idx="9650">
                  <c:v>2.44712</c:v>
                </c:pt>
                <c:pt idx="9651">
                  <c:v>2.4474200000000002</c:v>
                </c:pt>
                <c:pt idx="9652">
                  <c:v>2.44773</c:v>
                </c:pt>
                <c:pt idx="9653">
                  <c:v>2.4480300000000002</c:v>
                </c:pt>
                <c:pt idx="9654">
                  <c:v>2.44834</c:v>
                </c:pt>
                <c:pt idx="9655">
                  <c:v>2.4486400000000001</c:v>
                </c:pt>
                <c:pt idx="9656">
                  <c:v>2.44895</c:v>
                </c:pt>
                <c:pt idx="9657">
                  <c:v>2.4492500000000001</c:v>
                </c:pt>
                <c:pt idx="9658">
                  <c:v>2.44956</c:v>
                </c:pt>
                <c:pt idx="9659">
                  <c:v>2.4498700000000002</c:v>
                </c:pt>
                <c:pt idx="9660">
                  <c:v>2.45017</c:v>
                </c:pt>
                <c:pt idx="9661">
                  <c:v>2.4504800000000002</c:v>
                </c:pt>
                <c:pt idx="9662">
                  <c:v>2.45078</c:v>
                </c:pt>
                <c:pt idx="9663">
                  <c:v>2.4510900000000002</c:v>
                </c:pt>
                <c:pt idx="9664">
                  <c:v>2.45139</c:v>
                </c:pt>
                <c:pt idx="9665">
                  <c:v>2.4517000000000002</c:v>
                </c:pt>
                <c:pt idx="9666">
                  <c:v>2.452</c:v>
                </c:pt>
                <c:pt idx="9667">
                  <c:v>2.4523100000000002</c:v>
                </c:pt>
                <c:pt idx="9668">
                  <c:v>2.45261</c:v>
                </c:pt>
                <c:pt idx="9669">
                  <c:v>2.4529200000000002</c:v>
                </c:pt>
                <c:pt idx="9670">
                  <c:v>2.45322</c:v>
                </c:pt>
                <c:pt idx="9671">
                  <c:v>2.4535300000000002</c:v>
                </c:pt>
                <c:pt idx="9672">
                  <c:v>2.45384</c:v>
                </c:pt>
                <c:pt idx="9673">
                  <c:v>2.4541400000000002</c:v>
                </c:pt>
                <c:pt idx="9674">
                  <c:v>2.45445</c:v>
                </c:pt>
                <c:pt idx="9675">
                  <c:v>2.4547500000000002</c:v>
                </c:pt>
                <c:pt idx="9676">
                  <c:v>2.45506</c:v>
                </c:pt>
                <c:pt idx="9677">
                  <c:v>2.4553600000000002</c:v>
                </c:pt>
                <c:pt idx="9678">
                  <c:v>2.45567</c:v>
                </c:pt>
                <c:pt idx="9679">
                  <c:v>2.4559700000000002</c:v>
                </c:pt>
                <c:pt idx="9680">
                  <c:v>2.45628</c:v>
                </c:pt>
                <c:pt idx="9681">
                  <c:v>2.4565800000000002</c:v>
                </c:pt>
                <c:pt idx="9682">
                  <c:v>2.45689</c:v>
                </c:pt>
                <c:pt idx="9683">
                  <c:v>2.4571900000000002</c:v>
                </c:pt>
                <c:pt idx="9684">
                  <c:v>2.4575</c:v>
                </c:pt>
                <c:pt idx="9685">
                  <c:v>2.4578099999999998</c:v>
                </c:pt>
                <c:pt idx="9686">
                  <c:v>2.45811</c:v>
                </c:pt>
                <c:pt idx="9687">
                  <c:v>2.4584199999999998</c:v>
                </c:pt>
                <c:pt idx="9688">
                  <c:v>2.45872</c:v>
                </c:pt>
                <c:pt idx="9689">
                  <c:v>2.4590299999999998</c:v>
                </c:pt>
                <c:pt idx="9690">
                  <c:v>2.45933</c:v>
                </c:pt>
                <c:pt idx="9691">
                  <c:v>2.4596399999999998</c:v>
                </c:pt>
                <c:pt idx="9692">
                  <c:v>2.45994</c:v>
                </c:pt>
                <c:pt idx="9693">
                  <c:v>2.4602499999999998</c:v>
                </c:pt>
                <c:pt idx="9694">
                  <c:v>2.46055</c:v>
                </c:pt>
                <c:pt idx="9695">
                  <c:v>2.4608599999999998</c:v>
                </c:pt>
                <c:pt idx="9696">
                  <c:v>2.46116</c:v>
                </c:pt>
                <c:pt idx="9697">
                  <c:v>2.4614699999999998</c:v>
                </c:pt>
                <c:pt idx="9698">
                  <c:v>2.4617800000000001</c:v>
                </c:pt>
                <c:pt idx="9699">
                  <c:v>2.4620799999999998</c:v>
                </c:pt>
                <c:pt idx="9700">
                  <c:v>2.4623900000000001</c:v>
                </c:pt>
                <c:pt idx="9701">
                  <c:v>2.4626899999999998</c:v>
                </c:pt>
                <c:pt idx="9702">
                  <c:v>2.4630000000000001</c:v>
                </c:pt>
                <c:pt idx="9703">
                  <c:v>2.4632999999999998</c:v>
                </c:pt>
                <c:pt idx="9704">
                  <c:v>2.4636100000000001</c:v>
                </c:pt>
                <c:pt idx="9705">
                  <c:v>2.4639099999999998</c:v>
                </c:pt>
                <c:pt idx="9706">
                  <c:v>2.4642200000000001</c:v>
                </c:pt>
                <c:pt idx="9707">
                  <c:v>2.4645199999999998</c:v>
                </c:pt>
                <c:pt idx="9708">
                  <c:v>2.4648300000000001</c:v>
                </c:pt>
                <c:pt idx="9709">
                  <c:v>2.4651399999999999</c:v>
                </c:pt>
                <c:pt idx="9710">
                  <c:v>2.4654400000000001</c:v>
                </c:pt>
                <c:pt idx="9711">
                  <c:v>2.4657499999999999</c:v>
                </c:pt>
                <c:pt idx="9712">
                  <c:v>2.4660500000000001</c:v>
                </c:pt>
                <c:pt idx="9713">
                  <c:v>2.4663599999999999</c:v>
                </c:pt>
                <c:pt idx="9714">
                  <c:v>2.4666600000000001</c:v>
                </c:pt>
                <c:pt idx="9715">
                  <c:v>2.4669699999999999</c:v>
                </c:pt>
                <c:pt idx="9716">
                  <c:v>2.4672700000000001</c:v>
                </c:pt>
                <c:pt idx="9717">
                  <c:v>2.4675799999999999</c:v>
                </c:pt>
                <c:pt idx="9718">
                  <c:v>2.4678800000000001</c:v>
                </c:pt>
                <c:pt idx="9719">
                  <c:v>2.4681899999999999</c:v>
                </c:pt>
                <c:pt idx="9720">
                  <c:v>2.4684900000000001</c:v>
                </c:pt>
                <c:pt idx="9721">
                  <c:v>2.4687999999999999</c:v>
                </c:pt>
                <c:pt idx="9722">
                  <c:v>2.4691100000000001</c:v>
                </c:pt>
                <c:pt idx="9723">
                  <c:v>2.4694099999999999</c:v>
                </c:pt>
                <c:pt idx="9724">
                  <c:v>2.4697200000000001</c:v>
                </c:pt>
                <c:pt idx="9725">
                  <c:v>2.4700199999999999</c:v>
                </c:pt>
                <c:pt idx="9726">
                  <c:v>2.4703300000000001</c:v>
                </c:pt>
                <c:pt idx="9727">
                  <c:v>2.4706299999999999</c:v>
                </c:pt>
                <c:pt idx="9728">
                  <c:v>2.4709400000000001</c:v>
                </c:pt>
                <c:pt idx="9729">
                  <c:v>2.4712399999999999</c:v>
                </c:pt>
                <c:pt idx="9730">
                  <c:v>2.4715500000000001</c:v>
                </c:pt>
                <c:pt idx="9731">
                  <c:v>2.4718499999999999</c:v>
                </c:pt>
                <c:pt idx="9732">
                  <c:v>2.4721600000000001</c:v>
                </c:pt>
                <c:pt idx="9733">
                  <c:v>2.4724599999999999</c:v>
                </c:pt>
                <c:pt idx="9734">
                  <c:v>2.4727700000000001</c:v>
                </c:pt>
                <c:pt idx="9735">
                  <c:v>2.4730799999999999</c:v>
                </c:pt>
                <c:pt idx="9736">
                  <c:v>2.4733800000000001</c:v>
                </c:pt>
                <c:pt idx="9737">
                  <c:v>2.4736899999999999</c:v>
                </c:pt>
                <c:pt idx="9738">
                  <c:v>2.4739900000000001</c:v>
                </c:pt>
                <c:pt idx="9739">
                  <c:v>2.4742999999999999</c:v>
                </c:pt>
                <c:pt idx="9740">
                  <c:v>2.4746000000000001</c:v>
                </c:pt>
                <c:pt idx="9741">
                  <c:v>2.4749099999999999</c:v>
                </c:pt>
                <c:pt idx="9742">
                  <c:v>2.4752100000000001</c:v>
                </c:pt>
                <c:pt idx="9743">
                  <c:v>2.4755199999999999</c:v>
                </c:pt>
                <c:pt idx="9744">
                  <c:v>2.4758200000000001</c:v>
                </c:pt>
                <c:pt idx="9745">
                  <c:v>2.4761299999999999</c:v>
                </c:pt>
                <c:pt idx="9746">
                  <c:v>2.4764300000000001</c:v>
                </c:pt>
                <c:pt idx="9747">
                  <c:v>2.4767399999999999</c:v>
                </c:pt>
                <c:pt idx="9748">
                  <c:v>2.4770500000000002</c:v>
                </c:pt>
                <c:pt idx="9749">
                  <c:v>2.4773499999999999</c:v>
                </c:pt>
                <c:pt idx="9750">
                  <c:v>2.4776600000000002</c:v>
                </c:pt>
                <c:pt idx="9751">
                  <c:v>2.4779599999999999</c:v>
                </c:pt>
                <c:pt idx="9752">
                  <c:v>2.4782700000000002</c:v>
                </c:pt>
                <c:pt idx="9753">
                  <c:v>2.4785699999999999</c:v>
                </c:pt>
                <c:pt idx="9754">
                  <c:v>2.4788800000000002</c:v>
                </c:pt>
                <c:pt idx="9755">
                  <c:v>2.4791799999999999</c:v>
                </c:pt>
                <c:pt idx="9756">
                  <c:v>2.4794900000000002</c:v>
                </c:pt>
                <c:pt idx="9757">
                  <c:v>2.4797899999999999</c:v>
                </c:pt>
                <c:pt idx="9758">
                  <c:v>2.4801000000000002</c:v>
                </c:pt>
                <c:pt idx="9759">
                  <c:v>2.4803999999999999</c:v>
                </c:pt>
                <c:pt idx="9760">
                  <c:v>2.4807100000000002</c:v>
                </c:pt>
                <c:pt idx="9761">
                  <c:v>2.48102</c:v>
                </c:pt>
                <c:pt idx="9762">
                  <c:v>2.4813200000000002</c:v>
                </c:pt>
                <c:pt idx="9763">
                  <c:v>2.48163</c:v>
                </c:pt>
                <c:pt idx="9764">
                  <c:v>2.4819300000000002</c:v>
                </c:pt>
                <c:pt idx="9765">
                  <c:v>2.48224</c:v>
                </c:pt>
                <c:pt idx="9766">
                  <c:v>2.4825400000000002</c:v>
                </c:pt>
                <c:pt idx="9767">
                  <c:v>2.48285</c:v>
                </c:pt>
                <c:pt idx="9768">
                  <c:v>2.4831500000000002</c:v>
                </c:pt>
                <c:pt idx="9769">
                  <c:v>2.48346</c:v>
                </c:pt>
                <c:pt idx="9770">
                  <c:v>2.4837600000000002</c:v>
                </c:pt>
                <c:pt idx="9771">
                  <c:v>2.48407</c:v>
                </c:pt>
                <c:pt idx="9772">
                  <c:v>2.4843799999999998</c:v>
                </c:pt>
                <c:pt idx="9773">
                  <c:v>2.48468</c:v>
                </c:pt>
                <c:pt idx="9774">
                  <c:v>2.4849899999999998</c:v>
                </c:pt>
                <c:pt idx="9775">
                  <c:v>2.48529</c:v>
                </c:pt>
                <c:pt idx="9776">
                  <c:v>2.4855999999999998</c:v>
                </c:pt>
                <c:pt idx="9777">
                  <c:v>2.4859</c:v>
                </c:pt>
                <c:pt idx="9778">
                  <c:v>2.4862099999999998</c:v>
                </c:pt>
                <c:pt idx="9779">
                  <c:v>2.48651</c:v>
                </c:pt>
                <c:pt idx="9780">
                  <c:v>2.4868199999999998</c:v>
                </c:pt>
                <c:pt idx="9781">
                  <c:v>2.48712</c:v>
                </c:pt>
                <c:pt idx="9782">
                  <c:v>2.4874299999999998</c:v>
                </c:pt>
                <c:pt idx="9783">
                  <c:v>2.48773</c:v>
                </c:pt>
                <c:pt idx="9784">
                  <c:v>2.4880399999999998</c:v>
                </c:pt>
                <c:pt idx="9785">
                  <c:v>2.4883500000000001</c:v>
                </c:pt>
                <c:pt idx="9786">
                  <c:v>2.4886499999999998</c:v>
                </c:pt>
                <c:pt idx="9787">
                  <c:v>2.4889600000000001</c:v>
                </c:pt>
                <c:pt idx="9788">
                  <c:v>2.4892599999999998</c:v>
                </c:pt>
                <c:pt idx="9789">
                  <c:v>2.4895700000000001</c:v>
                </c:pt>
                <c:pt idx="9790">
                  <c:v>2.4898699999999998</c:v>
                </c:pt>
                <c:pt idx="9791">
                  <c:v>2.4901800000000001</c:v>
                </c:pt>
                <c:pt idx="9792">
                  <c:v>2.4904799999999998</c:v>
                </c:pt>
                <c:pt idx="9793">
                  <c:v>2.4907900000000001</c:v>
                </c:pt>
                <c:pt idx="9794">
                  <c:v>2.4910899999999998</c:v>
                </c:pt>
                <c:pt idx="9795">
                  <c:v>2.4914000000000001</c:v>
                </c:pt>
                <c:pt idx="9796">
                  <c:v>2.4916999999999998</c:v>
                </c:pt>
                <c:pt idx="9797">
                  <c:v>2.4920100000000001</c:v>
                </c:pt>
                <c:pt idx="9798">
                  <c:v>2.4923199999999999</c:v>
                </c:pt>
                <c:pt idx="9799">
                  <c:v>2.4926200000000001</c:v>
                </c:pt>
                <c:pt idx="9800">
                  <c:v>2.4929299999999999</c:v>
                </c:pt>
                <c:pt idx="9801">
                  <c:v>2.4932300000000001</c:v>
                </c:pt>
                <c:pt idx="9802">
                  <c:v>2.4935399999999999</c:v>
                </c:pt>
                <c:pt idx="9803">
                  <c:v>2.4938400000000001</c:v>
                </c:pt>
                <c:pt idx="9804">
                  <c:v>2.4941499999999999</c:v>
                </c:pt>
                <c:pt idx="9805">
                  <c:v>2.4944500000000001</c:v>
                </c:pt>
                <c:pt idx="9806">
                  <c:v>2.4947599999999999</c:v>
                </c:pt>
                <c:pt idx="9807">
                  <c:v>2.4950600000000001</c:v>
                </c:pt>
                <c:pt idx="9808">
                  <c:v>2.4953699999999999</c:v>
                </c:pt>
                <c:pt idx="9809">
                  <c:v>2.4956700000000001</c:v>
                </c:pt>
                <c:pt idx="9810">
                  <c:v>2.4959799999999999</c:v>
                </c:pt>
                <c:pt idx="9811">
                  <c:v>2.4962900000000001</c:v>
                </c:pt>
                <c:pt idx="9812">
                  <c:v>2.4965899999999999</c:v>
                </c:pt>
                <c:pt idx="9813">
                  <c:v>2.4969000000000001</c:v>
                </c:pt>
                <c:pt idx="9814">
                  <c:v>2.4971999999999999</c:v>
                </c:pt>
                <c:pt idx="9815">
                  <c:v>2.4975100000000001</c:v>
                </c:pt>
                <c:pt idx="9816">
                  <c:v>2.4978099999999999</c:v>
                </c:pt>
                <c:pt idx="9817">
                  <c:v>2.4981200000000001</c:v>
                </c:pt>
                <c:pt idx="9818">
                  <c:v>2.4984199999999999</c:v>
                </c:pt>
                <c:pt idx="9819">
                  <c:v>2.4987300000000001</c:v>
                </c:pt>
                <c:pt idx="9820">
                  <c:v>2.4990299999999999</c:v>
                </c:pt>
                <c:pt idx="9821">
                  <c:v>2.4993400000000001</c:v>
                </c:pt>
                <c:pt idx="9822">
                  <c:v>2.4996399999999999</c:v>
                </c:pt>
                <c:pt idx="9823">
                  <c:v>2.4999500000000001</c:v>
                </c:pt>
                <c:pt idx="9824">
                  <c:v>2.5002599999999999</c:v>
                </c:pt>
                <c:pt idx="9825">
                  <c:v>2.5005600000000001</c:v>
                </c:pt>
                <c:pt idx="9826">
                  <c:v>2.5008699999999999</c:v>
                </c:pt>
                <c:pt idx="9827">
                  <c:v>2.5011700000000001</c:v>
                </c:pt>
                <c:pt idx="9828">
                  <c:v>2.5014799999999999</c:v>
                </c:pt>
                <c:pt idx="9829">
                  <c:v>2.5017800000000001</c:v>
                </c:pt>
                <c:pt idx="9830">
                  <c:v>2.5020899999999999</c:v>
                </c:pt>
                <c:pt idx="9831">
                  <c:v>2.5023900000000001</c:v>
                </c:pt>
                <c:pt idx="9832">
                  <c:v>2.5026999999999999</c:v>
                </c:pt>
                <c:pt idx="9833">
                  <c:v>2.5030000000000001</c:v>
                </c:pt>
                <c:pt idx="9834">
                  <c:v>2.5033099999999999</c:v>
                </c:pt>
                <c:pt idx="9835">
                  <c:v>2.5036200000000002</c:v>
                </c:pt>
                <c:pt idx="9836">
                  <c:v>2.5039199999999999</c:v>
                </c:pt>
                <c:pt idx="9837">
                  <c:v>2.5042300000000002</c:v>
                </c:pt>
                <c:pt idx="9838">
                  <c:v>2.5045299999999999</c:v>
                </c:pt>
                <c:pt idx="9839">
                  <c:v>2.5048400000000002</c:v>
                </c:pt>
                <c:pt idx="9840">
                  <c:v>2.5051399999999999</c:v>
                </c:pt>
                <c:pt idx="9841">
                  <c:v>2.5054500000000002</c:v>
                </c:pt>
                <c:pt idx="9842">
                  <c:v>2.5057499999999999</c:v>
                </c:pt>
                <c:pt idx="9843">
                  <c:v>2.5060600000000002</c:v>
                </c:pt>
                <c:pt idx="9844">
                  <c:v>2.5063599999999999</c:v>
                </c:pt>
                <c:pt idx="9845">
                  <c:v>2.5066700000000002</c:v>
                </c:pt>
                <c:pt idx="9846">
                  <c:v>2.5069699999999999</c:v>
                </c:pt>
                <c:pt idx="9847">
                  <c:v>2.5072800000000002</c:v>
                </c:pt>
                <c:pt idx="9848">
                  <c:v>2.50759</c:v>
                </c:pt>
                <c:pt idx="9849">
                  <c:v>2.5078900000000002</c:v>
                </c:pt>
                <c:pt idx="9850">
                  <c:v>2.5082</c:v>
                </c:pt>
                <c:pt idx="9851">
                  <c:v>2.5085000000000002</c:v>
                </c:pt>
                <c:pt idx="9852">
                  <c:v>2.50881</c:v>
                </c:pt>
                <c:pt idx="9853">
                  <c:v>2.5091100000000002</c:v>
                </c:pt>
                <c:pt idx="9854">
                  <c:v>2.50942</c:v>
                </c:pt>
                <c:pt idx="9855">
                  <c:v>2.5097200000000002</c:v>
                </c:pt>
                <c:pt idx="9856">
                  <c:v>2.51003</c:v>
                </c:pt>
                <c:pt idx="9857">
                  <c:v>2.5103300000000002</c:v>
                </c:pt>
                <c:pt idx="9858">
                  <c:v>2.51064</c:v>
                </c:pt>
                <c:pt idx="9859">
                  <c:v>2.5109400000000002</c:v>
                </c:pt>
                <c:pt idx="9860">
                  <c:v>2.51125</c:v>
                </c:pt>
                <c:pt idx="9861">
                  <c:v>2.5115599999999998</c:v>
                </c:pt>
                <c:pt idx="9862">
                  <c:v>2.51186</c:v>
                </c:pt>
                <c:pt idx="9863">
                  <c:v>2.5121699999999998</c:v>
                </c:pt>
                <c:pt idx="9864">
                  <c:v>2.51247</c:v>
                </c:pt>
                <c:pt idx="9865">
                  <c:v>2.5127799999999998</c:v>
                </c:pt>
                <c:pt idx="9866">
                  <c:v>2.51308</c:v>
                </c:pt>
                <c:pt idx="9867">
                  <c:v>2.5133899999999998</c:v>
                </c:pt>
                <c:pt idx="9868">
                  <c:v>2.51369</c:v>
                </c:pt>
                <c:pt idx="9869">
                  <c:v>2.5139999999999998</c:v>
                </c:pt>
                <c:pt idx="9870">
                  <c:v>2.5143</c:v>
                </c:pt>
                <c:pt idx="9871">
                  <c:v>2.5146099999999998</c:v>
                </c:pt>
                <c:pt idx="9872">
                  <c:v>2.51491</c:v>
                </c:pt>
                <c:pt idx="9873">
                  <c:v>2.5152199999999998</c:v>
                </c:pt>
                <c:pt idx="9874">
                  <c:v>2.51553</c:v>
                </c:pt>
                <c:pt idx="9875">
                  <c:v>2.5158299999999998</c:v>
                </c:pt>
                <c:pt idx="9876">
                  <c:v>2.51614</c:v>
                </c:pt>
                <c:pt idx="9877">
                  <c:v>2.5164399999999998</c:v>
                </c:pt>
                <c:pt idx="9878">
                  <c:v>2.51675</c:v>
                </c:pt>
                <c:pt idx="9879">
                  <c:v>2.5170499999999998</c:v>
                </c:pt>
                <c:pt idx="9880">
                  <c:v>2.51736</c:v>
                </c:pt>
                <c:pt idx="9881">
                  <c:v>2.5176599999999998</c:v>
                </c:pt>
                <c:pt idx="9882">
                  <c:v>2.51797</c:v>
                </c:pt>
                <c:pt idx="9883">
                  <c:v>2.5182699999999998</c:v>
                </c:pt>
                <c:pt idx="9884">
                  <c:v>2.51858</c:v>
                </c:pt>
                <c:pt idx="9885">
                  <c:v>2.5188799999999998</c:v>
                </c:pt>
                <c:pt idx="9886">
                  <c:v>2.51919</c:v>
                </c:pt>
                <c:pt idx="9887">
                  <c:v>2.5194999999999999</c:v>
                </c:pt>
                <c:pt idx="9888">
                  <c:v>2.5198</c:v>
                </c:pt>
                <c:pt idx="9889">
                  <c:v>2.5201099999999999</c:v>
                </c:pt>
                <c:pt idx="9890">
                  <c:v>2.52041</c:v>
                </c:pt>
                <c:pt idx="9891">
                  <c:v>2.5207199999999998</c:v>
                </c:pt>
                <c:pt idx="9892">
                  <c:v>2.52102</c:v>
                </c:pt>
                <c:pt idx="9893">
                  <c:v>2.5213299999999998</c:v>
                </c:pt>
                <c:pt idx="9894">
                  <c:v>2.52163</c:v>
                </c:pt>
                <c:pt idx="9895">
                  <c:v>2.5219399999999998</c:v>
                </c:pt>
                <c:pt idx="9896">
                  <c:v>2.52224</c:v>
                </c:pt>
                <c:pt idx="9897">
                  <c:v>2.5225499999999998</c:v>
                </c:pt>
                <c:pt idx="9898">
                  <c:v>2.5228600000000001</c:v>
                </c:pt>
                <c:pt idx="9899">
                  <c:v>2.5231599999999998</c:v>
                </c:pt>
                <c:pt idx="9900">
                  <c:v>2.5234700000000001</c:v>
                </c:pt>
                <c:pt idx="9901">
                  <c:v>2.5237699999999998</c:v>
                </c:pt>
                <c:pt idx="9902">
                  <c:v>2.5240800000000001</c:v>
                </c:pt>
                <c:pt idx="9903">
                  <c:v>2.5243799999999998</c:v>
                </c:pt>
                <c:pt idx="9904">
                  <c:v>2.5246900000000001</c:v>
                </c:pt>
                <c:pt idx="9905">
                  <c:v>2.5249899999999998</c:v>
                </c:pt>
                <c:pt idx="9906">
                  <c:v>2.5253000000000001</c:v>
                </c:pt>
                <c:pt idx="9907">
                  <c:v>2.5255999999999998</c:v>
                </c:pt>
                <c:pt idx="9908">
                  <c:v>2.5259100000000001</c:v>
                </c:pt>
                <c:pt idx="9909">
                  <c:v>2.5262099999999998</c:v>
                </c:pt>
                <c:pt idx="9910">
                  <c:v>2.5265200000000001</c:v>
                </c:pt>
                <c:pt idx="9911">
                  <c:v>2.5268299999999999</c:v>
                </c:pt>
                <c:pt idx="9912">
                  <c:v>2.5271300000000001</c:v>
                </c:pt>
                <c:pt idx="9913">
                  <c:v>2.5274399999999999</c:v>
                </c:pt>
                <c:pt idx="9914">
                  <c:v>2.5277400000000001</c:v>
                </c:pt>
                <c:pt idx="9915">
                  <c:v>2.5280499999999999</c:v>
                </c:pt>
                <c:pt idx="9916">
                  <c:v>2.5283500000000001</c:v>
                </c:pt>
                <c:pt idx="9917">
                  <c:v>2.5286599999999999</c:v>
                </c:pt>
                <c:pt idx="9918">
                  <c:v>2.5289600000000001</c:v>
                </c:pt>
                <c:pt idx="9919">
                  <c:v>2.5292699999999999</c:v>
                </c:pt>
                <c:pt idx="9920">
                  <c:v>2.5295700000000001</c:v>
                </c:pt>
                <c:pt idx="9921">
                  <c:v>2.5298799999999999</c:v>
                </c:pt>
                <c:pt idx="9922">
                  <c:v>2.5301800000000001</c:v>
                </c:pt>
                <c:pt idx="9923">
                  <c:v>2.5304899999999999</c:v>
                </c:pt>
                <c:pt idx="9924">
                  <c:v>2.5308000000000002</c:v>
                </c:pt>
                <c:pt idx="9925">
                  <c:v>2.5310999999999999</c:v>
                </c:pt>
                <c:pt idx="9926">
                  <c:v>2.5314100000000002</c:v>
                </c:pt>
                <c:pt idx="9927">
                  <c:v>2.5317099999999999</c:v>
                </c:pt>
                <c:pt idx="9928">
                  <c:v>2.5320200000000002</c:v>
                </c:pt>
                <c:pt idx="9929">
                  <c:v>2.5323199999999999</c:v>
                </c:pt>
                <c:pt idx="9930">
                  <c:v>2.5326300000000002</c:v>
                </c:pt>
                <c:pt idx="9931">
                  <c:v>2.5329299999999999</c:v>
                </c:pt>
                <c:pt idx="9932">
                  <c:v>2.5332400000000002</c:v>
                </c:pt>
                <c:pt idx="9933">
                  <c:v>2.5335399999999999</c:v>
                </c:pt>
                <c:pt idx="9934">
                  <c:v>2.5338500000000002</c:v>
                </c:pt>
                <c:pt idx="9935">
                  <c:v>2.5341499999999999</c:v>
                </c:pt>
                <c:pt idx="9936">
                  <c:v>2.5344600000000002</c:v>
                </c:pt>
                <c:pt idx="9937">
                  <c:v>2.53477</c:v>
                </c:pt>
                <c:pt idx="9938">
                  <c:v>2.5350700000000002</c:v>
                </c:pt>
                <c:pt idx="9939">
                  <c:v>2.53538</c:v>
                </c:pt>
                <c:pt idx="9940">
                  <c:v>2.5356800000000002</c:v>
                </c:pt>
                <c:pt idx="9941">
                  <c:v>2.53599</c:v>
                </c:pt>
                <c:pt idx="9942">
                  <c:v>2.5362900000000002</c:v>
                </c:pt>
                <c:pt idx="9943">
                  <c:v>2.5366</c:v>
                </c:pt>
                <c:pt idx="9944">
                  <c:v>2.5369000000000002</c:v>
                </c:pt>
                <c:pt idx="9945">
                  <c:v>2.53721</c:v>
                </c:pt>
                <c:pt idx="9946">
                  <c:v>2.5375100000000002</c:v>
                </c:pt>
                <c:pt idx="9947">
                  <c:v>2.53782</c:v>
                </c:pt>
                <c:pt idx="9948">
                  <c:v>2.5381300000000002</c:v>
                </c:pt>
                <c:pt idx="9949">
                  <c:v>2.53843</c:v>
                </c:pt>
                <c:pt idx="9950">
                  <c:v>2.5387400000000002</c:v>
                </c:pt>
                <c:pt idx="9951">
                  <c:v>2.53904</c:v>
                </c:pt>
                <c:pt idx="9952">
                  <c:v>2.5393500000000002</c:v>
                </c:pt>
                <c:pt idx="9953">
                  <c:v>2.53965</c:v>
                </c:pt>
                <c:pt idx="9954">
                  <c:v>2.5399600000000002</c:v>
                </c:pt>
                <c:pt idx="9955">
                  <c:v>2.54026</c:v>
                </c:pt>
                <c:pt idx="9956">
                  <c:v>2.5405700000000002</c:v>
                </c:pt>
                <c:pt idx="9957">
                  <c:v>2.54087</c:v>
                </c:pt>
                <c:pt idx="9958">
                  <c:v>2.5411800000000002</c:v>
                </c:pt>
                <c:pt idx="9959">
                  <c:v>2.54148</c:v>
                </c:pt>
                <c:pt idx="9960">
                  <c:v>2.5417900000000002</c:v>
                </c:pt>
                <c:pt idx="9961">
                  <c:v>2.5421</c:v>
                </c:pt>
                <c:pt idx="9962">
                  <c:v>2.5424000000000002</c:v>
                </c:pt>
                <c:pt idx="9963">
                  <c:v>2.54271</c:v>
                </c:pt>
                <c:pt idx="9964">
                  <c:v>2.5430100000000002</c:v>
                </c:pt>
                <c:pt idx="9965">
                  <c:v>2.54332</c:v>
                </c:pt>
                <c:pt idx="9966">
                  <c:v>2.5436200000000002</c:v>
                </c:pt>
                <c:pt idx="9967">
                  <c:v>2.54393</c:v>
                </c:pt>
                <c:pt idx="9968">
                  <c:v>2.5442300000000002</c:v>
                </c:pt>
                <c:pt idx="9969">
                  <c:v>2.54454</c:v>
                </c:pt>
                <c:pt idx="9970">
                  <c:v>2.5448400000000002</c:v>
                </c:pt>
                <c:pt idx="9971">
                  <c:v>2.54515</c:v>
                </c:pt>
                <c:pt idx="9972">
                  <c:v>2.5454500000000002</c:v>
                </c:pt>
                <c:pt idx="9973">
                  <c:v>2.54576</c:v>
                </c:pt>
                <c:pt idx="9974">
                  <c:v>2.5460699999999998</c:v>
                </c:pt>
                <c:pt idx="9975">
                  <c:v>2.54637</c:v>
                </c:pt>
                <c:pt idx="9976">
                  <c:v>2.5466799999999998</c:v>
                </c:pt>
                <c:pt idx="9977">
                  <c:v>2.54698</c:v>
                </c:pt>
                <c:pt idx="9978">
                  <c:v>2.5472899999999998</c:v>
                </c:pt>
                <c:pt idx="9979">
                  <c:v>2.54759</c:v>
                </c:pt>
                <c:pt idx="9980">
                  <c:v>2.5478999999999998</c:v>
                </c:pt>
                <c:pt idx="9981">
                  <c:v>2.5482</c:v>
                </c:pt>
                <c:pt idx="9982">
                  <c:v>2.5485099999999998</c:v>
                </c:pt>
                <c:pt idx="9983">
                  <c:v>2.54881</c:v>
                </c:pt>
                <c:pt idx="9984">
                  <c:v>2.5491199999999998</c:v>
                </c:pt>
                <c:pt idx="9985">
                  <c:v>2.54942</c:v>
                </c:pt>
                <c:pt idx="9986">
                  <c:v>2.5497299999999998</c:v>
                </c:pt>
                <c:pt idx="9987">
                  <c:v>2.5500400000000001</c:v>
                </c:pt>
                <c:pt idx="9988">
                  <c:v>2.5503399999999998</c:v>
                </c:pt>
                <c:pt idx="9989">
                  <c:v>2.5506500000000001</c:v>
                </c:pt>
                <c:pt idx="9990">
                  <c:v>2.5509499999999998</c:v>
                </c:pt>
                <c:pt idx="9991">
                  <c:v>2.5512600000000001</c:v>
                </c:pt>
                <c:pt idx="9992">
                  <c:v>2.5515599999999998</c:v>
                </c:pt>
                <c:pt idx="9993">
                  <c:v>2.5518700000000001</c:v>
                </c:pt>
                <c:pt idx="9994">
                  <c:v>2.5521699999999998</c:v>
                </c:pt>
                <c:pt idx="9995">
                  <c:v>2.5524800000000001</c:v>
                </c:pt>
                <c:pt idx="9996">
                  <c:v>2.5527799999999998</c:v>
                </c:pt>
                <c:pt idx="9997">
                  <c:v>2.5530900000000001</c:v>
                </c:pt>
                <c:pt idx="9998">
                  <c:v>2.5533899999999998</c:v>
                </c:pt>
                <c:pt idx="9999">
                  <c:v>2.5537000000000001</c:v>
                </c:pt>
                <c:pt idx="10000">
                  <c:v>2.5540099999999999</c:v>
                </c:pt>
                <c:pt idx="10001">
                  <c:v>2.5543100000000001</c:v>
                </c:pt>
                <c:pt idx="10002">
                  <c:v>2.5546199999999999</c:v>
                </c:pt>
                <c:pt idx="10003">
                  <c:v>2.5549200000000001</c:v>
                </c:pt>
                <c:pt idx="10004">
                  <c:v>2.5552299999999999</c:v>
                </c:pt>
                <c:pt idx="10005">
                  <c:v>2.5555300000000001</c:v>
                </c:pt>
                <c:pt idx="10006">
                  <c:v>2.5558399999999999</c:v>
                </c:pt>
                <c:pt idx="10007">
                  <c:v>2.5561400000000001</c:v>
                </c:pt>
                <c:pt idx="10008">
                  <c:v>2.5564499999999999</c:v>
                </c:pt>
                <c:pt idx="10009">
                  <c:v>2.5567500000000001</c:v>
                </c:pt>
                <c:pt idx="10010">
                  <c:v>2.5570599999999999</c:v>
                </c:pt>
                <c:pt idx="10011">
                  <c:v>2.5573700000000001</c:v>
                </c:pt>
                <c:pt idx="10012">
                  <c:v>2.5576699999999999</c:v>
                </c:pt>
                <c:pt idx="10013">
                  <c:v>2.5579800000000001</c:v>
                </c:pt>
                <c:pt idx="10014">
                  <c:v>2.5582799999999999</c:v>
                </c:pt>
                <c:pt idx="10015">
                  <c:v>2.5585900000000001</c:v>
                </c:pt>
                <c:pt idx="10016">
                  <c:v>2.5588899999999999</c:v>
                </c:pt>
                <c:pt idx="10017">
                  <c:v>2.5592000000000001</c:v>
                </c:pt>
                <c:pt idx="10018">
                  <c:v>2.5594999999999999</c:v>
                </c:pt>
                <c:pt idx="10019">
                  <c:v>2.5598100000000001</c:v>
                </c:pt>
                <c:pt idx="10020">
                  <c:v>2.5601099999999999</c:v>
                </c:pt>
                <c:pt idx="10021">
                  <c:v>2.5604200000000001</c:v>
                </c:pt>
                <c:pt idx="10022">
                  <c:v>2.5607199999999999</c:v>
                </c:pt>
                <c:pt idx="10023">
                  <c:v>2.5610300000000001</c:v>
                </c:pt>
                <c:pt idx="10024">
                  <c:v>2.56134</c:v>
                </c:pt>
                <c:pt idx="10025">
                  <c:v>2.5616400000000001</c:v>
                </c:pt>
                <c:pt idx="10026">
                  <c:v>2.5619499999999999</c:v>
                </c:pt>
                <c:pt idx="10027">
                  <c:v>2.5622500000000001</c:v>
                </c:pt>
                <c:pt idx="10028">
                  <c:v>2.5625599999999999</c:v>
                </c:pt>
                <c:pt idx="10029">
                  <c:v>2.5628600000000001</c:v>
                </c:pt>
                <c:pt idx="10030">
                  <c:v>2.5631699999999999</c:v>
                </c:pt>
                <c:pt idx="10031">
                  <c:v>2.5634700000000001</c:v>
                </c:pt>
                <c:pt idx="10032">
                  <c:v>2.5637799999999999</c:v>
                </c:pt>
                <c:pt idx="10033">
                  <c:v>2.5640800000000001</c:v>
                </c:pt>
                <c:pt idx="10034">
                  <c:v>2.5643899999999999</c:v>
                </c:pt>
                <c:pt idx="10035">
                  <c:v>2.5646900000000001</c:v>
                </c:pt>
                <c:pt idx="10036">
                  <c:v>2.5649999999999999</c:v>
                </c:pt>
                <c:pt idx="10037">
                  <c:v>2.5653100000000002</c:v>
                </c:pt>
                <c:pt idx="10038">
                  <c:v>2.5656099999999999</c:v>
                </c:pt>
                <c:pt idx="10039">
                  <c:v>2.5659200000000002</c:v>
                </c:pt>
                <c:pt idx="10040">
                  <c:v>2.5662199999999999</c:v>
                </c:pt>
                <c:pt idx="10041">
                  <c:v>2.5665300000000002</c:v>
                </c:pt>
                <c:pt idx="10042">
                  <c:v>2.5668299999999999</c:v>
                </c:pt>
                <c:pt idx="10043">
                  <c:v>2.5671400000000002</c:v>
                </c:pt>
                <c:pt idx="10044">
                  <c:v>2.5674399999999999</c:v>
                </c:pt>
                <c:pt idx="10045">
                  <c:v>2.5677500000000002</c:v>
                </c:pt>
                <c:pt idx="10046">
                  <c:v>2.5680499999999999</c:v>
                </c:pt>
                <c:pt idx="10047">
                  <c:v>2.5683600000000002</c:v>
                </c:pt>
                <c:pt idx="10048">
                  <c:v>2.5686599999999999</c:v>
                </c:pt>
                <c:pt idx="10049">
                  <c:v>2.5689700000000002</c:v>
                </c:pt>
                <c:pt idx="10050">
                  <c:v>2.56928</c:v>
                </c:pt>
                <c:pt idx="10051">
                  <c:v>2.5695800000000002</c:v>
                </c:pt>
                <c:pt idx="10052">
                  <c:v>2.56989</c:v>
                </c:pt>
                <c:pt idx="10053">
                  <c:v>2.5701900000000002</c:v>
                </c:pt>
                <c:pt idx="10054">
                  <c:v>2.5705</c:v>
                </c:pt>
                <c:pt idx="10055">
                  <c:v>2.5708000000000002</c:v>
                </c:pt>
                <c:pt idx="10056">
                  <c:v>2.57111</c:v>
                </c:pt>
                <c:pt idx="10057">
                  <c:v>2.5714100000000002</c:v>
                </c:pt>
                <c:pt idx="10058">
                  <c:v>2.57172</c:v>
                </c:pt>
                <c:pt idx="10059">
                  <c:v>2.5720200000000002</c:v>
                </c:pt>
                <c:pt idx="10060">
                  <c:v>2.57233</c:v>
                </c:pt>
                <c:pt idx="10061">
                  <c:v>2.5726300000000002</c:v>
                </c:pt>
                <c:pt idx="10062">
                  <c:v>2.57294</c:v>
                </c:pt>
                <c:pt idx="10063">
                  <c:v>2.5732499999999998</c:v>
                </c:pt>
                <c:pt idx="10064">
                  <c:v>2.57355</c:v>
                </c:pt>
                <c:pt idx="10065">
                  <c:v>2.5738599999999998</c:v>
                </c:pt>
                <c:pt idx="10066">
                  <c:v>2.57416</c:v>
                </c:pt>
                <c:pt idx="10067">
                  <c:v>2.5744699999999998</c:v>
                </c:pt>
                <c:pt idx="10068">
                  <c:v>2.57477</c:v>
                </c:pt>
                <c:pt idx="10069">
                  <c:v>2.5750799999999998</c:v>
                </c:pt>
                <c:pt idx="10070">
                  <c:v>2.57538</c:v>
                </c:pt>
                <c:pt idx="10071">
                  <c:v>2.5756899999999998</c:v>
                </c:pt>
                <c:pt idx="10072">
                  <c:v>2.57599</c:v>
                </c:pt>
                <c:pt idx="10073">
                  <c:v>2.5762999999999998</c:v>
                </c:pt>
                <c:pt idx="10074">
                  <c:v>2.5766100000000001</c:v>
                </c:pt>
                <c:pt idx="10075">
                  <c:v>2.5769099999999998</c:v>
                </c:pt>
                <c:pt idx="10076">
                  <c:v>2.5772200000000001</c:v>
                </c:pt>
                <c:pt idx="10077">
                  <c:v>2.5775199999999998</c:v>
                </c:pt>
                <c:pt idx="10078">
                  <c:v>2.5778300000000001</c:v>
                </c:pt>
                <c:pt idx="10079">
                  <c:v>2.5781299999999998</c:v>
                </c:pt>
                <c:pt idx="10080">
                  <c:v>2.5784400000000001</c:v>
                </c:pt>
                <c:pt idx="10081">
                  <c:v>2.5787399999999998</c:v>
                </c:pt>
                <c:pt idx="10082">
                  <c:v>2.5790500000000001</c:v>
                </c:pt>
                <c:pt idx="10083">
                  <c:v>2.5793499999999998</c:v>
                </c:pt>
                <c:pt idx="10084">
                  <c:v>2.5796600000000001</c:v>
                </c:pt>
                <c:pt idx="10085">
                  <c:v>2.5799599999999998</c:v>
                </c:pt>
                <c:pt idx="10086">
                  <c:v>2.5802700000000001</c:v>
                </c:pt>
                <c:pt idx="10087">
                  <c:v>2.5805799999999999</c:v>
                </c:pt>
                <c:pt idx="10088">
                  <c:v>2.5808800000000001</c:v>
                </c:pt>
                <c:pt idx="10089">
                  <c:v>2.5811899999999999</c:v>
                </c:pt>
                <c:pt idx="10090">
                  <c:v>2.5814900000000001</c:v>
                </c:pt>
                <c:pt idx="10091">
                  <c:v>2.5817999999999999</c:v>
                </c:pt>
                <c:pt idx="10092">
                  <c:v>2.5821000000000001</c:v>
                </c:pt>
                <c:pt idx="10093">
                  <c:v>2.5824099999999999</c:v>
                </c:pt>
                <c:pt idx="10094">
                  <c:v>2.5827100000000001</c:v>
                </c:pt>
                <c:pt idx="10095">
                  <c:v>2.5830199999999999</c:v>
                </c:pt>
                <c:pt idx="10096">
                  <c:v>2.5833200000000001</c:v>
                </c:pt>
                <c:pt idx="10097">
                  <c:v>2.5836299999999999</c:v>
                </c:pt>
                <c:pt idx="10098">
                  <c:v>2.5839300000000001</c:v>
                </c:pt>
                <c:pt idx="10099">
                  <c:v>2.5842399999999999</c:v>
                </c:pt>
                <c:pt idx="10100">
                  <c:v>2.5845500000000001</c:v>
                </c:pt>
                <c:pt idx="10101">
                  <c:v>2.5848499999999999</c:v>
                </c:pt>
                <c:pt idx="10102">
                  <c:v>2.5851600000000001</c:v>
                </c:pt>
                <c:pt idx="10103">
                  <c:v>2.5854599999999999</c:v>
                </c:pt>
                <c:pt idx="10104">
                  <c:v>2.5857700000000001</c:v>
                </c:pt>
                <c:pt idx="10105">
                  <c:v>2.5860699999999999</c:v>
                </c:pt>
                <c:pt idx="10106">
                  <c:v>2.5863800000000001</c:v>
                </c:pt>
                <c:pt idx="10107">
                  <c:v>2.5866799999999999</c:v>
                </c:pt>
                <c:pt idx="10108">
                  <c:v>2.5869900000000001</c:v>
                </c:pt>
                <c:pt idx="10109">
                  <c:v>2.5872899999999999</c:v>
                </c:pt>
                <c:pt idx="10110">
                  <c:v>2.5876000000000001</c:v>
                </c:pt>
                <c:pt idx="10111">
                  <c:v>2.5878999999999999</c:v>
                </c:pt>
                <c:pt idx="10112">
                  <c:v>2.5882100000000001</c:v>
                </c:pt>
                <c:pt idx="10113">
                  <c:v>2.5885199999999999</c:v>
                </c:pt>
                <c:pt idx="10114">
                  <c:v>2.5888200000000001</c:v>
                </c:pt>
                <c:pt idx="10115">
                  <c:v>2.5891299999999999</c:v>
                </c:pt>
                <c:pt idx="10116">
                  <c:v>2.5894300000000001</c:v>
                </c:pt>
                <c:pt idx="10117">
                  <c:v>2.5897399999999999</c:v>
                </c:pt>
                <c:pt idx="10118">
                  <c:v>2.5900400000000001</c:v>
                </c:pt>
                <c:pt idx="10119">
                  <c:v>2.5903499999999999</c:v>
                </c:pt>
                <c:pt idx="10120">
                  <c:v>2.5906500000000001</c:v>
                </c:pt>
                <c:pt idx="10121">
                  <c:v>2.5909599999999999</c:v>
                </c:pt>
                <c:pt idx="10122">
                  <c:v>2.5912600000000001</c:v>
                </c:pt>
                <c:pt idx="10123">
                  <c:v>2.5915699999999999</c:v>
                </c:pt>
                <c:pt idx="10124">
                  <c:v>2.5918800000000002</c:v>
                </c:pt>
                <c:pt idx="10125">
                  <c:v>2.5921799999999999</c:v>
                </c:pt>
                <c:pt idx="10126">
                  <c:v>2.5924900000000002</c:v>
                </c:pt>
                <c:pt idx="10127">
                  <c:v>2.5927899999999999</c:v>
                </c:pt>
                <c:pt idx="10128">
                  <c:v>2.5931000000000002</c:v>
                </c:pt>
                <c:pt idx="10129">
                  <c:v>2.5933999999999999</c:v>
                </c:pt>
                <c:pt idx="10130">
                  <c:v>2.5937100000000002</c:v>
                </c:pt>
                <c:pt idx="10131">
                  <c:v>2.5940099999999999</c:v>
                </c:pt>
                <c:pt idx="10132">
                  <c:v>2.5943200000000002</c:v>
                </c:pt>
                <c:pt idx="10133">
                  <c:v>2.5946199999999999</c:v>
                </c:pt>
                <c:pt idx="10134">
                  <c:v>2.5949300000000002</c:v>
                </c:pt>
                <c:pt idx="10135">
                  <c:v>2.5952299999999999</c:v>
                </c:pt>
                <c:pt idx="10136">
                  <c:v>2.5955400000000002</c:v>
                </c:pt>
                <c:pt idx="10137">
                  <c:v>2.59585</c:v>
                </c:pt>
                <c:pt idx="10138">
                  <c:v>2.5961500000000002</c:v>
                </c:pt>
                <c:pt idx="10139">
                  <c:v>2.59646</c:v>
                </c:pt>
                <c:pt idx="10140">
                  <c:v>2.5967600000000002</c:v>
                </c:pt>
                <c:pt idx="10141">
                  <c:v>2.59707</c:v>
                </c:pt>
                <c:pt idx="10142">
                  <c:v>2.5973700000000002</c:v>
                </c:pt>
                <c:pt idx="10143">
                  <c:v>2.59768</c:v>
                </c:pt>
                <c:pt idx="10144">
                  <c:v>2.5979800000000002</c:v>
                </c:pt>
                <c:pt idx="10145">
                  <c:v>2.59829</c:v>
                </c:pt>
                <c:pt idx="10146">
                  <c:v>2.5985900000000002</c:v>
                </c:pt>
                <c:pt idx="10147">
                  <c:v>2.5989</c:v>
                </c:pt>
                <c:pt idx="10148">
                  <c:v>2.5992000000000002</c:v>
                </c:pt>
                <c:pt idx="10149">
                  <c:v>2.59951</c:v>
                </c:pt>
                <c:pt idx="10150">
                  <c:v>2.5998199999999998</c:v>
                </c:pt>
                <c:pt idx="10151">
                  <c:v>2.60012</c:v>
                </c:pt>
                <c:pt idx="10152">
                  <c:v>2.6004299999999998</c:v>
                </c:pt>
                <c:pt idx="10153">
                  <c:v>2.60073</c:v>
                </c:pt>
                <c:pt idx="10154">
                  <c:v>2.6010399999999998</c:v>
                </c:pt>
                <c:pt idx="10155">
                  <c:v>2.60134</c:v>
                </c:pt>
                <c:pt idx="10156">
                  <c:v>2.6016499999999998</c:v>
                </c:pt>
                <c:pt idx="10157">
                  <c:v>2.60195</c:v>
                </c:pt>
                <c:pt idx="10158">
                  <c:v>2.6022599999999998</c:v>
                </c:pt>
                <c:pt idx="10159">
                  <c:v>2.60256</c:v>
                </c:pt>
                <c:pt idx="10160">
                  <c:v>2.6028699999999998</c:v>
                </c:pt>
                <c:pt idx="10161">
                  <c:v>2.60317</c:v>
                </c:pt>
                <c:pt idx="10162">
                  <c:v>2.6034799999999998</c:v>
                </c:pt>
                <c:pt idx="10163">
                  <c:v>2.60379</c:v>
                </c:pt>
                <c:pt idx="10164">
                  <c:v>2.6040899999999998</c:v>
                </c:pt>
                <c:pt idx="10165">
                  <c:v>2.6044</c:v>
                </c:pt>
                <c:pt idx="10166">
                  <c:v>2.6046999999999998</c:v>
                </c:pt>
                <c:pt idx="10167">
                  <c:v>2.60501</c:v>
                </c:pt>
                <c:pt idx="10168">
                  <c:v>2.6053099999999998</c:v>
                </c:pt>
                <c:pt idx="10169">
                  <c:v>2.60562</c:v>
                </c:pt>
                <c:pt idx="10170">
                  <c:v>2.6059199999999998</c:v>
                </c:pt>
                <c:pt idx="10171">
                  <c:v>2.60623</c:v>
                </c:pt>
                <c:pt idx="10172">
                  <c:v>2.6065299999999998</c:v>
                </c:pt>
                <c:pt idx="10173">
                  <c:v>2.60684</c:v>
                </c:pt>
                <c:pt idx="10174">
                  <c:v>2.6071399999999998</c:v>
                </c:pt>
                <c:pt idx="10175">
                  <c:v>2.60745</c:v>
                </c:pt>
                <c:pt idx="10176">
                  <c:v>2.6077599999999999</c:v>
                </c:pt>
                <c:pt idx="10177">
                  <c:v>2.60806</c:v>
                </c:pt>
                <c:pt idx="10178">
                  <c:v>2.6083699999999999</c:v>
                </c:pt>
                <c:pt idx="10179">
                  <c:v>2.60867</c:v>
                </c:pt>
                <c:pt idx="10180">
                  <c:v>2.6089799999999999</c:v>
                </c:pt>
                <c:pt idx="10181">
                  <c:v>2.60928</c:v>
                </c:pt>
                <c:pt idx="10182">
                  <c:v>2.6095899999999999</c:v>
                </c:pt>
                <c:pt idx="10183">
                  <c:v>2.60989</c:v>
                </c:pt>
                <c:pt idx="10184">
                  <c:v>2.6101999999999999</c:v>
                </c:pt>
                <c:pt idx="10185">
                  <c:v>2.6105</c:v>
                </c:pt>
                <c:pt idx="10186">
                  <c:v>2.6108099999999999</c:v>
                </c:pt>
                <c:pt idx="10187">
                  <c:v>2.6111200000000001</c:v>
                </c:pt>
                <c:pt idx="10188">
                  <c:v>2.6114199999999999</c:v>
                </c:pt>
                <c:pt idx="10189">
                  <c:v>2.6117300000000001</c:v>
                </c:pt>
                <c:pt idx="10190">
                  <c:v>2.6120299999999999</c:v>
                </c:pt>
                <c:pt idx="10191">
                  <c:v>2.6123400000000001</c:v>
                </c:pt>
                <c:pt idx="10192">
                  <c:v>2.6126399999999999</c:v>
                </c:pt>
                <c:pt idx="10193">
                  <c:v>2.6129500000000001</c:v>
                </c:pt>
                <c:pt idx="10194">
                  <c:v>2.6132499999999999</c:v>
                </c:pt>
                <c:pt idx="10195">
                  <c:v>2.6135600000000001</c:v>
                </c:pt>
                <c:pt idx="10196">
                  <c:v>2.6138599999999999</c:v>
                </c:pt>
                <c:pt idx="10197">
                  <c:v>2.6141700000000001</c:v>
                </c:pt>
                <c:pt idx="10198">
                  <c:v>2.6144699999999998</c:v>
                </c:pt>
                <c:pt idx="10199">
                  <c:v>2.6147800000000001</c:v>
                </c:pt>
                <c:pt idx="10200">
                  <c:v>2.6150899999999999</c:v>
                </c:pt>
                <c:pt idx="10201">
                  <c:v>2.6153900000000001</c:v>
                </c:pt>
                <c:pt idx="10202">
                  <c:v>2.6156999999999999</c:v>
                </c:pt>
                <c:pt idx="10203">
                  <c:v>2.6160000000000001</c:v>
                </c:pt>
                <c:pt idx="10204">
                  <c:v>2.6163099999999999</c:v>
                </c:pt>
                <c:pt idx="10205">
                  <c:v>2.6166100000000001</c:v>
                </c:pt>
                <c:pt idx="10206">
                  <c:v>2.6169199999999999</c:v>
                </c:pt>
                <c:pt idx="10207">
                  <c:v>2.6172200000000001</c:v>
                </c:pt>
                <c:pt idx="10208">
                  <c:v>2.6175299999999999</c:v>
                </c:pt>
                <c:pt idx="10209">
                  <c:v>2.6178300000000001</c:v>
                </c:pt>
                <c:pt idx="10210">
                  <c:v>2.6181399999999999</c:v>
                </c:pt>
                <c:pt idx="10211">
                  <c:v>2.6184400000000001</c:v>
                </c:pt>
                <c:pt idx="10212">
                  <c:v>2.6187499999999999</c:v>
                </c:pt>
                <c:pt idx="10213">
                  <c:v>2.6190600000000002</c:v>
                </c:pt>
                <c:pt idx="10214">
                  <c:v>2.6193599999999999</c:v>
                </c:pt>
                <c:pt idx="10215">
                  <c:v>2.6196700000000002</c:v>
                </c:pt>
                <c:pt idx="10216">
                  <c:v>2.6199699999999999</c:v>
                </c:pt>
                <c:pt idx="10217">
                  <c:v>2.6202800000000002</c:v>
                </c:pt>
                <c:pt idx="10218">
                  <c:v>2.6205799999999999</c:v>
                </c:pt>
                <c:pt idx="10219">
                  <c:v>2.6208900000000002</c:v>
                </c:pt>
                <c:pt idx="10220">
                  <c:v>2.6211899999999999</c:v>
                </c:pt>
                <c:pt idx="10221">
                  <c:v>2.6215000000000002</c:v>
                </c:pt>
                <c:pt idx="10222">
                  <c:v>2.6217999999999999</c:v>
                </c:pt>
                <c:pt idx="10223">
                  <c:v>2.6221100000000002</c:v>
                </c:pt>
                <c:pt idx="10224">
                  <c:v>2.6224099999999999</c:v>
                </c:pt>
                <c:pt idx="10225">
                  <c:v>2.6227200000000002</c:v>
                </c:pt>
                <c:pt idx="10226">
                  <c:v>2.62303</c:v>
                </c:pt>
                <c:pt idx="10227">
                  <c:v>2.6233300000000002</c:v>
                </c:pt>
                <c:pt idx="10228">
                  <c:v>2.62364</c:v>
                </c:pt>
                <c:pt idx="10229">
                  <c:v>2.6239400000000002</c:v>
                </c:pt>
                <c:pt idx="10230">
                  <c:v>2.62425</c:v>
                </c:pt>
                <c:pt idx="10231">
                  <c:v>2.6245500000000002</c:v>
                </c:pt>
                <c:pt idx="10232">
                  <c:v>2.62486</c:v>
                </c:pt>
                <c:pt idx="10233">
                  <c:v>2.6251600000000002</c:v>
                </c:pt>
                <c:pt idx="10234">
                  <c:v>2.62547</c:v>
                </c:pt>
                <c:pt idx="10235">
                  <c:v>2.6257700000000002</c:v>
                </c:pt>
                <c:pt idx="10236">
                  <c:v>2.62608</c:v>
                </c:pt>
                <c:pt idx="10237">
                  <c:v>2.6263800000000002</c:v>
                </c:pt>
                <c:pt idx="10238">
                  <c:v>2.62669</c:v>
                </c:pt>
                <c:pt idx="10239">
                  <c:v>2.6269999999999998</c:v>
                </c:pt>
                <c:pt idx="10240">
                  <c:v>2.6273</c:v>
                </c:pt>
                <c:pt idx="10241">
                  <c:v>2.6276099999999998</c:v>
                </c:pt>
                <c:pt idx="10242">
                  <c:v>2.62791</c:v>
                </c:pt>
                <c:pt idx="10243">
                  <c:v>2.6282199999999998</c:v>
                </c:pt>
                <c:pt idx="10244">
                  <c:v>2.62852</c:v>
                </c:pt>
                <c:pt idx="10245">
                  <c:v>2.6288299999999998</c:v>
                </c:pt>
                <c:pt idx="10246">
                  <c:v>2.62913</c:v>
                </c:pt>
                <c:pt idx="10247">
                  <c:v>2.6294400000000002</c:v>
                </c:pt>
                <c:pt idx="10248">
                  <c:v>2.62974</c:v>
                </c:pt>
                <c:pt idx="10249">
                  <c:v>2.6300500000000002</c:v>
                </c:pt>
                <c:pt idx="10250">
                  <c:v>2.63036</c:v>
                </c:pt>
                <c:pt idx="10251">
                  <c:v>2.6306600000000002</c:v>
                </c:pt>
                <c:pt idx="10252">
                  <c:v>2.63097</c:v>
                </c:pt>
                <c:pt idx="10253">
                  <c:v>2.6312700000000002</c:v>
                </c:pt>
                <c:pt idx="10254">
                  <c:v>2.63158</c:v>
                </c:pt>
                <c:pt idx="10255">
                  <c:v>2.6318800000000002</c:v>
                </c:pt>
                <c:pt idx="10256">
                  <c:v>2.63219</c:v>
                </c:pt>
                <c:pt idx="10257">
                  <c:v>2.6324900000000002</c:v>
                </c:pt>
                <c:pt idx="10258">
                  <c:v>2.6328</c:v>
                </c:pt>
                <c:pt idx="10259">
                  <c:v>2.6331000000000002</c:v>
                </c:pt>
                <c:pt idx="10260">
                  <c:v>2.63341</c:v>
                </c:pt>
                <c:pt idx="10261">
                  <c:v>2.6337100000000002</c:v>
                </c:pt>
                <c:pt idx="10262">
                  <c:v>2.63402</c:v>
                </c:pt>
                <c:pt idx="10263">
                  <c:v>2.6343299999999998</c:v>
                </c:pt>
                <c:pt idx="10264">
                  <c:v>2.63463</c:v>
                </c:pt>
                <c:pt idx="10265">
                  <c:v>2.6349399999999998</c:v>
                </c:pt>
                <c:pt idx="10266">
                  <c:v>2.63524</c:v>
                </c:pt>
                <c:pt idx="10267">
                  <c:v>2.6355499999999998</c:v>
                </c:pt>
                <c:pt idx="10268">
                  <c:v>2.63585</c:v>
                </c:pt>
                <c:pt idx="10269">
                  <c:v>2.6361599999999998</c:v>
                </c:pt>
                <c:pt idx="10270">
                  <c:v>2.63646</c:v>
                </c:pt>
                <c:pt idx="10271">
                  <c:v>2.6367699999999998</c:v>
                </c:pt>
                <c:pt idx="10272">
                  <c:v>2.63707</c:v>
                </c:pt>
                <c:pt idx="10273">
                  <c:v>2.6373799999999998</c:v>
                </c:pt>
                <c:pt idx="10274">
                  <c:v>2.63768</c:v>
                </c:pt>
                <c:pt idx="10275">
                  <c:v>2.6379899999999998</c:v>
                </c:pt>
                <c:pt idx="10276">
                  <c:v>2.6383000000000001</c:v>
                </c:pt>
                <c:pt idx="10277">
                  <c:v>2.6385999999999998</c:v>
                </c:pt>
                <c:pt idx="10278">
                  <c:v>2.6389100000000001</c:v>
                </c:pt>
                <c:pt idx="10279">
                  <c:v>2.6392099999999998</c:v>
                </c:pt>
                <c:pt idx="10280">
                  <c:v>2.6395200000000001</c:v>
                </c:pt>
                <c:pt idx="10281">
                  <c:v>2.6398199999999998</c:v>
                </c:pt>
                <c:pt idx="10282">
                  <c:v>2.6401300000000001</c:v>
                </c:pt>
                <c:pt idx="10283">
                  <c:v>2.6404299999999998</c:v>
                </c:pt>
                <c:pt idx="10284">
                  <c:v>2.6407400000000001</c:v>
                </c:pt>
                <c:pt idx="10285">
                  <c:v>2.6410399999999998</c:v>
                </c:pt>
                <c:pt idx="10286">
                  <c:v>2.6413500000000001</c:v>
                </c:pt>
                <c:pt idx="10287">
                  <c:v>2.6416499999999998</c:v>
                </c:pt>
                <c:pt idx="10288">
                  <c:v>2.6419600000000001</c:v>
                </c:pt>
                <c:pt idx="10289">
                  <c:v>2.6422699999999999</c:v>
                </c:pt>
                <c:pt idx="10290">
                  <c:v>2.6425700000000001</c:v>
                </c:pt>
                <c:pt idx="10291">
                  <c:v>2.6428799999999999</c:v>
                </c:pt>
                <c:pt idx="10292">
                  <c:v>2.6431800000000001</c:v>
                </c:pt>
                <c:pt idx="10293">
                  <c:v>2.6434899999999999</c:v>
                </c:pt>
                <c:pt idx="10294">
                  <c:v>2.6437900000000001</c:v>
                </c:pt>
                <c:pt idx="10295">
                  <c:v>2.6440999999999999</c:v>
                </c:pt>
                <c:pt idx="10296">
                  <c:v>2.6444000000000001</c:v>
                </c:pt>
                <c:pt idx="10297">
                  <c:v>2.6447099999999999</c:v>
                </c:pt>
                <c:pt idx="10298">
                  <c:v>2.6450100000000001</c:v>
                </c:pt>
                <c:pt idx="10299">
                  <c:v>2.6453199999999999</c:v>
                </c:pt>
                <c:pt idx="10300">
                  <c:v>2.6456300000000001</c:v>
                </c:pt>
                <c:pt idx="10301">
                  <c:v>2.6459299999999999</c:v>
                </c:pt>
                <c:pt idx="10302">
                  <c:v>2.6462400000000001</c:v>
                </c:pt>
                <c:pt idx="10303">
                  <c:v>2.6465399999999999</c:v>
                </c:pt>
                <c:pt idx="10304">
                  <c:v>2.6468500000000001</c:v>
                </c:pt>
                <c:pt idx="10305">
                  <c:v>2.6471499999999999</c:v>
                </c:pt>
                <c:pt idx="10306">
                  <c:v>2.6474600000000001</c:v>
                </c:pt>
                <c:pt idx="10307">
                  <c:v>2.6477599999999999</c:v>
                </c:pt>
                <c:pt idx="10308">
                  <c:v>2.6480700000000001</c:v>
                </c:pt>
                <c:pt idx="10309">
                  <c:v>2.6483699999999999</c:v>
                </c:pt>
                <c:pt idx="10310">
                  <c:v>2.6486800000000001</c:v>
                </c:pt>
                <c:pt idx="10311">
                  <c:v>2.6489799999999999</c:v>
                </c:pt>
                <c:pt idx="10312">
                  <c:v>2.6492900000000001</c:v>
                </c:pt>
                <c:pt idx="10313">
                  <c:v>2.6496</c:v>
                </c:pt>
                <c:pt idx="10314">
                  <c:v>2.6499000000000001</c:v>
                </c:pt>
                <c:pt idx="10315">
                  <c:v>2.65021</c:v>
                </c:pt>
                <c:pt idx="10316">
                  <c:v>2.6505100000000001</c:v>
                </c:pt>
                <c:pt idx="10317">
                  <c:v>2.65082</c:v>
                </c:pt>
                <c:pt idx="10318">
                  <c:v>2.6511200000000001</c:v>
                </c:pt>
                <c:pt idx="10319">
                  <c:v>2.65143</c:v>
                </c:pt>
                <c:pt idx="10320">
                  <c:v>2.6517300000000001</c:v>
                </c:pt>
                <c:pt idx="10321">
                  <c:v>2.65204</c:v>
                </c:pt>
                <c:pt idx="10322">
                  <c:v>2.6523400000000001</c:v>
                </c:pt>
                <c:pt idx="10323">
                  <c:v>2.65265</c:v>
                </c:pt>
                <c:pt idx="10324">
                  <c:v>2.6529500000000001</c:v>
                </c:pt>
                <c:pt idx="10325">
                  <c:v>2.65326</c:v>
                </c:pt>
                <c:pt idx="10326">
                  <c:v>2.6535700000000002</c:v>
                </c:pt>
                <c:pt idx="10327">
                  <c:v>2.65387</c:v>
                </c:pt>
                <c:pt idx="10328">
                  <c:v>2.6541800000000002</c:v>
                </c:pt>
                <c:pt idx="10329">
                  <c:v>2.65448</c:v>
                </c:pt>
                <c:pt idx="10330">
                  <c:v>2.6547900000000002</c:v>
                </c:pt>
                <c:pt idx="10331">
                  <c:v>2.65509</c:v>
                </c:pt>
                <c:pt idx="10332">
                  <c:v>2.6554000000000002</c:v>
                </c:pt>
                <c:pt idx="10333">
                  <c:v>2.6556999999999999</c:v>
                </c:pt>
                <c:pt idx="10334">
                  <c:v>2.6560100000000002</c:v>
                </c:pt>
                <c:pt idx="10335">
                  <c:v>2.6563099999999999</c:v>
                </c:pt>
                <c:pt idx="10336">
                  <c:v>2.6566200000000002</c:v>
                </c:pt>
                <c:pt idx="10337">
                  <c:v>2.6569199999999999</c:v>
                </c:pt>
                <c:pt idx="10338">
                  <c:v>2.6572300000000002</c:v>
                </c:pt>
                <c:pt idx="10339">
                  <c:v>2.65754</c:v>
                </c:pt>
                <c:pt idx="10340">
                  <c:v>2.6578400000000002</c:v>
                </c:pt>
                <c:pt idx="10341">
                  <c:v>2.65815</c:v>
                </c:pt>
                <c:pt idx="10342">
                  <c:v>2.6584500000000002</c:v>
                </c:pt>
                <c:pt idx="10343">
                  <c:v>2.65876</c:v>
                </c:pt>
                <c:pt idx="10344">
                  <c:v>2.6590600000000002</c:v>
                </c:pt>
                <c:pt idx="10345">
                  <c:v>2.65937</c:v>
                </c:pt>
                <c:pt idx="10346">
                  <c:v>2.6596700000000002</c:v>
                </c:pt>
                <c:pt idx="10347">
                  <c:v>2.65998</c:v>
                </c:pt>
                <c:pt idx="10348">
                  <c:v>2.6602800000000002</c:v>
                </c:pt>
                <c:pt idx="10349">
                  <c:v>2.66059</c:v>
                </c:pt>
                <c:pt idx="10350">
                  <c:v>2.6608900000000002</c:v>
                </c:pt>
                <c:pt idx="10351">
                  <c:v>2.6612</c:v>
                </c:pt>
                <c:pt idx="10352">
                  <c:v>2.6615099999999998</c:v>
                </c:pt>
                <c:pt idx="10353">
                  <c:v>2.66181</c:v>
                </c:pt>
                <c:pt idx="10354">
                  <c:v>2.6621199999999998</c:v>
                </c:pt>
                <c:pt idx="10355">
                  <c:v>2.66242</c:v>
                </c:pt>
                <c:pt idx="10356">
                  <c:v>2.6627299999999998</c:v>
                </c:pt>
                <c:pt idx="10357">
                  <c:v>2.66303</c:v>
                </c:pt>
                <c:pt idx="10358">
                  <c:v>2.6633399999999998</c:v>
                </c:pt>
                <c:pt idx="10359">
                  <c:v>2.66364</c:v>
                </c:pt>
                <c:pt idx="10360">
                  <c:v>2.6639499999999998</c:v>
                </c:pt>
                <c:pt idx="10361">
                  <c:v>2.66425</c:v>
                </c:pt>
                <c:pt idx="10362">
                  <c:v>2.6645599999999998</c:v>
                </c:pt>
                <c:pt idx="10363">
                  <c:v>2.6648700000000001</c:v>
                </c:pt>
                <c:pt idx="10364">
                  <c:v>2.6651699999999998</c:v>
                </c:pt>
                <c:pt idx="10365">
                  <c:v>2.6654800000000001</c:v>
                </c:pt>
                <c:pt idx="10366">
                  <c:v>2.6657799999999998</c:v>
                </c:pt>
                <c:pt idx="10367">
                  <c:v>2.6660900000000001</c:v>
                </c:pt>
                <c:pt idx="10368">
                  <c:v>2.6663899999999998</c:v>
                </c:pt>
                <c:pt idx="10369">
                  <c:v>2.6667000000000001</c:v>
                </c:pt>
                <c:pt idx="10370">
                  <c:v>2.6669999999999998</c:v>
                </c:pt>
                <c:pt idx="10371">
                  <c:v>2.6673100000000001</c:v>
                </c:pt>
                <c:pt idx="10372">
                  <c:v>2.6676099999999998</c:v>
                </c:pt>
                <c:pt idx="10373">
                  <c:v>2.6679200000000001</c:v>
                </c:pt>
                <c:pt idx="10374">
                  <c:v>2.6682199999999998</c:v>
                </c:pt>
                <c:pt idx="10375">
                  <c:v>2.6685300000000001</c:v>
                </c:pt>
                <c:pt idx="10376">
                  <c:v>2.6688399999999999</c:v>
                </c:pt>
                <c:pt idx="10377">
                  <c:v>2.6691400000000001</c:v>
                </c:pt>
                <c:pt idx="10378">
                  <c:v>2.6694499999999999</c:v>
                </c:pt>
                <c:pt idx="10379">
                  <c:v>2.6697500000000001</c:v>
                </c:pt>
                <c:pt idx="10380">
                  <c:v>2.6700599999999999</c:v>
                </c:pt>
                <c:pt idx="10381">
                  <c:v>2.6703600000000001</c:v>
                </c:pt>
                <c:pt idx="10382">
                  <c:v>2.6706699999999999</c:v>
                </c:pt>
                <c:pt idx="10383">
                  <c:v>2.6709700000000001</c:v>
                </c:pt>
                <c:pt idx="10384">
                  <c:v>2.6712799999999999</c:v>
                </c:pt>
                <c:pt idx="10385">
                  <c:v>2.6715800000000001</c:v>
                </c:pt>
                <c:pt idx="10386">
                  <c:v>2.6718899999999999</c:v>
                </c:pt>
                <c:pt idx="10387">
                  <c:v>2.6721900000000001</c:v>
                </c:pt>
                <c:pt idx="10388">
                  <c:v>2.6724999999999999</c:v>
                </c:pt>
                <c:pt idx="10389">
                  <c:v>2.6728100000000001</c:v>
                </c:pt>
                <c:pt idx="10390">
                  <c:v>2.6731099999999999</c:v>
                </c:pt>
                <c:pt idx="10391">
                  <c:v>2.6734200000000001</c:v>
                </c:pt>
                <c:pt idx="10392">
                  <c:v>2.6737199999999999</c:v>
                </c:pt>
                <c:pt idx="10393">
                  <c:v>2.6740300000000001</c:v>
                </c:pt>
                <c:pt idx="10394">
                  <c:v>2.6743299999999999</c:v>
                </c:pt>
                <c:pt idx="10395">
                  <c:v>2.6746400000000001</c:v>
                </c:pt>
                <c:pt idx="10396">
                  <c:v>2.6749399999999999</c:v>
                </c:pt>
                <c:pt idx="10397">
                  <c:v>2.6752500000000001</c:v>
                </c:pt>
                <c:pt idx="10398">
                  <c:v>2.6755499999999999</c:v>
                </c:pt>
                <c:pt idx="10399">
                  <c:v>2.6758600000000001</c:v>
                </c:pt>
                <c:pt idx="10400">
                  <c:v>2.6761599999999999</c:v>
                </c:pt>
                <c:pt idx="10401">
                  <c:v>2.6764700000000001</c:v>
                </c:pt>
                <c:pt idx="10402">
                  <c:v>2.6767799999999999</c:v>
                </c:pt>
                <c:pt idx="10403">
                  <c:v>2.6770800000000001</c:v>
                </c:pt>
                <c:pt idx="10404">
                  <c:v>2.6773899999999999</c:v>
                </c:pt>
                <c:pt idx="10405">
                  <c:v>2.6776900000000001</c:v>
                </c:pt>
                <c:pt idx="10406">
                  <c:v>2.6779999999999999</c:v>
                </c:pt>
                <c:pt idx="10407">
                  <c:v>2.6783000000000001</c:v>
                </c:pt>
                <c:pt idx="10408">
                  <c:v>2.6786099999999999</c:v>
                </c:pt>
                <c:pt idx="10409">
                  <c:v>2.6789100000000001</c:v>
                </c:pt>
                <c:pt idx="10410">
                  <c:v>2.6792199999999999</c:v>
                </c:pt>
                <c:pt idx="10411">
                  <c:v>2.6795200000000001</c:v>
                </c:pt>
                <c:pt idx="10412">
                  <c:v>2.6798299999999999</c:v>
                </c:pt>
                <c:pt idx="10413">
                  <c:v>2.6801300000000001</c:v>
                </c:pt>
                <c:pt idx="10414">
                  <c:v>2.6804399999999999</c:v>
                </c:pt>
                <c:pt idx="10415">
                  <c:v>2.6807500000000002</c:v>
                </c:pt>
                <c:pt idx="10416">
                  <c:v>2.6810499999999999</c:v>
                </c:pt>
                <c:pt idx="10417">
                  <c:v>2.6813600000000002</c:v>
                </c:pt>
                <c:pt idx="10418">
                  <c:v>2.6816599999999999</c:v>
                </c:pt>
                <c:pt idx="10419">
                  <c:v>2.6819700000000002</c:v>
                </c:pt>
                <c:pt idx="10420">
                  <c:v>2.6822699999999999</c:v>
                </c:pt>
                <c:pt idx="10421">
                  <c:v>2.6825800000000002</c:v>
                </c:pt>
                <c:pt idx="10422">
                  <c:v>2.6828799999999999</c:v>
                </c:pt>
                <c:pt idx="10423">
                  <c:v>2.6831900000000002</c:v>
                </c:pt>
                <c:pt idx="10424">
                  <c:v>2.6834899999999999</c:v>
                </c:pt>
                <c:pt idx="10425">
                  <c:v>2.6838000000000002</c:v>
                </c:pt>
                <c:pt idx="10426">
                  <c:v>2.68411</c:v>
                </c:pt>
                <c:pt idx="10427">
                  <c:v>2.6844100000000002</c:v>
                </c:pt>
                <c:pt idx="10428">
                  <c:v>2.68472</c:v>
                </c:pt>
                <c:pt idx="10429">
                  <c:v>2.6850200000000002</c:v>
                </c:pt>
                <c:pt idx="10430">
                  <c:v>2.68533</c:v>
                </c:pt>
                <c:pt idx="10431">
                  <c:v>2.6856300000000002</c:v>
                </c:pt>
                <c:pt idx="10432">
                  <c:v>2.68594</c:v>
                </c:pt>
                <c:pt idx="10433">
                  <c:v>2.6862400000000002</c:v>
                </c:pt>
                <c:pt idx="10434">
                  <c:v>2.68655</c:v>
                </c:pt>
                <c:pt idx="10435">
                  <c:v>2.6868500000000002</c:v>
                </c:pt>
                <c:pt idx="10436">
                  <c:v>2.68716</c:v>
                </c:pt>
                <c:pt idx="10437">
                  <c:v>2.6874600000000002</c:v>
                </c:pt>
                <c:pt idx="10438">
                  <c:v>2.68777</c:v>
                </c:pt>
                <c:pt idx="10439">
                  <c:v>2.6880799999999998</c:v>
                </c:pt>
                <c:pt idx="10440">
                  <c:v>2.68838</c:v>
                </c:pt>
                <c:pt idx="10441">
                  <c:v>2.6886899999999998</c:v>
                </c:pt>
                <c:pt idx="10442">
                  <c:v>2.68899</c:v>
                </c:pt>
                <c:pt idx="10443">
                  <c:v>2.6892999999999998</c:v>
                </c:pt>
                <c:pt idx="10444">
                  <c:v>2.6896</c:v>
                </c:pt>
                <c:pt idx="10445">
                  <c:v>2.6899099999999998</c:v>
                </c:pt>
                <c:pt idx="10446">
                  <c:v>2.69021</c:v>
                </c:pt>
                <c:pt idx="10447">
                  <c:v>2.6905199999999998</c:v>
                </c:pt>
                <c:pt idx="10448">
                  <c:v>2.69082</c:v>
                </c:pt>
                <c:pt idx="10449">
                  <c:v>2.6911299999999998</c:v>
                </c:pt>
                <c:pt idx="10450">
                  <c:v>2.69143</c:v>
                </c:pt>
                <c:pt idx="10451">
                  <c:v>2.6917399999999998</c:v>
                </c:pt>
                <c:pt idx="10452">
                  <c:v>2.6920500000000001</c:v>
                </c:pt>
                <c:pt idx="10453">
                  <c:v>2.6923499999999998</c:v>
                </c:pt>
                <c:pt idx="10454">
                  <c:v>2.6926600000000001</c:v>
                </c:pt>
                <c:pt idx="10455">
                  <c:v>2.6929599999999998</c:v>
                </c:pt>
                <c:pt idx="10456">
                  <c:v>2.6932700000000001</c:v>
                </c:pt>
                <c:pt idx="10457">
                  <c:v>2.6935699999999998</c:v>
                </c:pt>
                <c:pt idx="10458">
                  <c:v>2.6938800000000001</c:v>
                </c:pt>
                <c:pt idx="10459">
                  <c:v>2.6941799999999998</c:v>
                </c:pt>
                <c:pt idx="10460">
                  <c:v>2.6944900000000001</c:v>
                </c:pt>
                <c:pt idx="10461">
                  <c:v>2.6947899999999998</c:v>
                </c:pt>
                <c:pt idx="10462">
                  <c:v>2.6951000000000001</c:v>
                </c:pt>
                <c:pt idx="10463">
                  <c:v>2.6953999999999998</c:v>
                </c:pt>
                <c:pt idx="10464">
                  <c:v>2.6957100000000001</c:v>
                </c:pt>
                <c:pt idx="10465">
                  <c:v>2.6960199999999999</c:v>
                </c:pt>
                <c:pt idx="10466">
                  <c:v>2.6963200000000001</c:v>
                </c:pt>
                <c:pt idx="10467">
                  <c:v>2.6966299999999999</c:v>
                </c:pt>
                <c:pt idx="10468">
                  <c:v>2.69693</c:v>
                </c:pt>
                <c:pt idx="10469">
                  <c:v>2.6972399999999999</c:v>
                </c:pt>
                <c:pt idx="10470">
                  <c:v>2.69754</c:v>
                </c:pt>
                <c:pt idx="10471">
                  <c:v>2.6978499999999999</c:v>
                </c:pt>
                <c:pt idx="10472">
                  <c:v>2.69815</c:v>
                </c:pt>
                <c:pt idx="10473">
                  <c:v>2.6984599999999999</c:v>
                </c:pt>
                <c:pt idx="10474">
                  <c:v>2.69876</c:v>
                </c:pt>
                <c:pt idx="10475">
                  <c:v>2.6990699999999999</c:v>
                </c:pt>
                <c:pt idx="10476">
                  <c:v>2.69937</c:v>
                </c:pt>
                <c:pt idx="10477">
                  <c:v>2.6996799999999999</c:v>
                </c:pt>
                <c:pt idx="10478">
                  <c:v>2.6999900000000001</c:v>
                </c:pt>
                <c:pt idx="10479">
                  <c:v>2.7002899999999999</c:v>
                </c:pt>
                <c:pt idx="10480">
                  <c:v>2.7006000000000001</c:v>
                </c:pt>
                <c:pt idx="10481">
                  <c:v>2.7008999999999999</c:v>
                </c:pt>
                <c:pt idx="10482">
                  <c:v>2.7012100000000001</c:v>
                </c:pt>
                <c:pt idx="10483">
                  <c:v>2.7015099999999999</c:v>
                </c:pt>
                <c:pt idx="10484">
                  <c:v>2.7018200000000001</c:v>
                </c:pt>
                <c:pt idx="10485">
                  <c:v>2.7021199999999999</c:v>
                </c:pt>
                <c:pt idx="10486">
                  <c:v>2.7024300000000001</c:v>
                </c:pt>
                <c:pt idx="10487">
                  <c:v>2.7027299999999999</c:v>
                </c:pt>
                <c:pt idx="10488">
                  <c:v>2.7030400000000001</c:v>
                </c:pt>
                <c:pt idx="10489">
                  <c:v>2.7033499999999999</c:v>
                </c:pt>
                <c:pt idx="10490">
                  <c:v>2.7036500000000001</c:v>
                </c:pt>
                <c:pt idx="10491">
                  <c:v>2.7039599999999999</c:v>
                </c:pt>
                <c:pt idx="10492">
                  <c:v>2.7042600000000001</c:v>
                </c:pt>
                <c:pt idx="10493">
                  <c:v>2.7045699999999999</c:v>
                </c:pt>
                <c:pt idx="10494">
                  <c:v>2.7048700000000001</c:v>
                </c:pt>
                <c:pt idx="10495">
                  <c:v>2.7051799999999999</c:v>
                </c:pt>
                <c:pt idx="10496">
                  <c:v>2.7054800000000001</c:v>
                </c:pt>
                <c:pt idx="10497">
                  <c:v>2.7057899999999999</c:v>
                </c:pt>
                <c:pt idx="10498">
                  <c:v>2.7060900000000001</c:v>
                </c:pt>
                <c:pt idx="10499">
                  <c:v>2.7063999999999999</c:v>
                </c:pt>
                <c:pt idx="10500">
                  <c:v>2.7067000000000001</c:v>
                </c:pt>
                <c:pt idx="10501">
                  <c:v>2.7070099999999999</c:v>
                </c:pt>
                <c:pt idx="10502">
                  <c:v>2.7073200000000002</c:v>
                </c:pt>
                <c:pt idx="10503">
                  <c:v>2.7076199999999999</c:v>
                </c:pt>
                <c:pt idx="10504">
                  <c:v>2.7079300000000002</c:v>
                </c:pt>
                <c:pt idx="10505">
                  <c:v>2.7082299999999999</c:v>
                </c:pt>
                <c:pt idx="10506">
                  <c:v>2.7085400000000002</c:v>
                </c:pt>
                <c:pt idx="10507">
                  <c:v>2.7088399999999999</c:v>
                </c:pt>
                <c:pt idx="10508">
                  <c:v>2.7091500000000002</c:v>
                </c:pt>
                <c:pt idx="10509">
                  <c:v>2.7094499999999999</c:v>
                </c:pt>
                <c:pt idx="10510">
                  <c:v>2.7097600000000002</c:v>
                </c:pt>
                <c:pt idx="10511">
                  <c:v>2.7100599999999999</c:v>
                </c:pt>
                <c:pt idx="10512">
                  <c:v>2.7103700000000002</c:v>
                </c:pt>
                <c:pt idx="10513">
                  <c:v>2.7106699999999999</c:v>
                </c:pt>
                <c:pt idx="10514">
                  <c:v>2.7109800000000002</c:v>
                </c:pt>
                <c:pt idx="10515">
                  <c:v>2.71129</c:v>
                </c:pt>
                <c:pt idx="10516">
                  <c:v>2.7115900000000002</c:v>
                </c:pt>
                <c:pt idx="10517">
                  <c:v>2.7119</c:v>
                </c:pt>
                <c:pt idx="10518">
                  <c:v>2.7122000000000002</c:v>
                </c:pt>
                <c:pt idx="10519">
                  <c:v>2.71251</c:v>
                </c:pt>
                <c:pt idx="10520">
                  <c:v>2.7128100000000002</c:v>
                </c:pt>
                <c:pt idx="10521">
                  <c:v>2.71312</c:v>
                </c:pt>
                <c:pt idx="10522">
                  <c:v>2.7134200000000002</c:v>
                </c:pt>
                <c:pt idx="10523">
                  <c:v>2.71373</c:v>
                </c:pt>
                <c:pt idx="10524">
                  <c:v>2.7140300000000002</c:v>
                </c:pt>
                <c:pt idx="10525">
                  <c:v>2.71434</c:v>
                </c:pt>
                <c:pt idx="10526">
                  <c:v>2.7146400000000002</c:v>
                </c:pt>
                <c:pt idx="10527">
                  <c:v>2.71495</c:v>
                </c:pt>
                <c:pt idx="10528">
                  <c:v>2.7152599999999998</c:v>
                </c:pt>
                <c:pt idx="10529">
                  <c:v>2.71556</c:v>
                </c:pt>
                <c:pt idx="10530">
                  <c:v>2.7158699999999998</c:v>
                </c:pt>
                <c:pt idx="10531">
                  <c:v>2.71617</c:v>
                </c:pt>
                <c:pt idx="10532">
                  <c:v>2.7164799999999998</c:v>
                </c:pt>
                <c:pt idx="10533">
                  <c:v>2.71678</c:v>
                </c:pt>
                <c:pt idx="10534">
                  <c:v>2.7170899999999998</c:v>
                </c:pt>
                <c:pt idx="10535">
                  <c:v>2.71739</c:v>
                </c:pt>
                <c:pt idx="10536">
                  <c:v>2.7176999999999998</c:v>
                </c:pt>
                <c:pt idx="10537">
                  <c:v>2.718</c:v>
                </c:pt>
                <c:pt idx="10538">
                  <c:v>2.7183099999999998</c:v>
                </c:pt>
                <c:pt idx="10539">
                  <c:v>2.71862</c:v>
                </c:pt>
                <c:pt idx="10540">
                  <c:v>2.7189199999999998</c:v>
                </c:pt>
                <c:pt idx="10541">
                  <c:v>2.71923</c:v>
                </c:pt>
                <c:pt idx="10542">
                  <c:v>2.7195299999999998</c:v>
                </c:pt>
                <c:pt idx="10543">
                  <c:v>2.71984</c:v>
                </c:pt>
                <c:pt idx="10544">
                  <c:v>2.7201399999999998</c:v>
                </c:pt>
                <c:pt idx="10545">
                  <c:v>2.72045</c:v>
                </c:pt>
                <c:pt idx="10546">
                  <c:v>2.7207499999999998</c:v>
                </c:pt>
                <c:pt idx="10547">
                  <c:v>2.72106</c:v>
                </c:pt>
                <c:pt idx="10548">
                  <c:v>2.7213599999999998</c:v>
                </c:pt>
                <c:pt idx="10549">
                  <c:v>2.72167</c:v>
                </c:pt>
                <c:pt idx="10550">
                  <c:v>2.7219699999999998</c:v>
                </c:pt>
                <c:pt idx="10551">
                  <c:v>2.72228</c:v>
                </c:pt>
                <c:pt idx="10552">
                  <c:v>2.7225899999999998</c:v>
                </c:pt>
                <c:pt idx="10553">
                  <c:v>2.72289</c:v>
                </c:pt>
                <c:pt idx="10554">
                  <c:v>2.7231999999999998</c:v>
                </c:pt>
                <c:pt idx="10555">
                  <c:v>2.7235</c:v>
                </c:pt>
                <c:pt idx="10556">
                  <c:v>2.7238099999999998</c:v>
                </c:pt>
                <c:pt idx="10557">
                  <c:v>2.72411</c:v>
                </c:pt>
                <c:pt idx="10558">
                  <c:v>2.7244199999999998</c:v>
                </c:pt>
                <c:pt idx="10559">
                  <c:v>2.72472</c:v>
                </c:pt>
                <c:pt idx="10560">
                  <c:v>2.7250299999999998</c:v>
                </c:pt>
                <c:pt idx="10561">
                  <c:v>2.72533</c:v>
                </c:pt>
                <c:pt idx="10562">
                  <c:v>2.7256399999999998</c:v>
                </c:pt>
                <c:pt idx="10563">
                  <c:v>2.72594</c:v>
                </c:pt>
                <c:pt idx="10564">
                  <c:v>2.7262499999999998</c:v>
                </c:pt>
                <c:pt idx="10565">
                  <c:v>2.7265600000000001</c:v>
                </c:pt>
                <c:pt idx="10566">
                  <c:v>2.7268599999999998</c:v>
                </c:pt>
                <c:pt idx="10567">
                  <c:v>2.7271700000000001</c:v>
                </c:pt>
                <c:pt idx="10568">
                  <c:v>2.7274699999999998</c:v>
                </c:pt>
                <c:pt idx="10569">
                  <c:v>2.7277800000000001</c:v>
                </c:pt>
                <c:pt idx="10570">
                  <c:v>2.7280799999999998</c:v>
                </c:pt>
                <c:pt idx="10571">
                  <c:v>2.7283900000000001</c:v>
                </c:pt>
                <c:pt idx="10572">
                  <c:v>2.7286899999999998</c:v>
                </c:pt>
                <c:pt idx="10573">
                  <c:v>2.7290000000000001</c:v>
                </c:pt>
                <c:pt idx="10574">
                  <c:v>2.7292999999999998</c:v>
                </c:pt>
                <c:pt idx="10575">
                  <c:v>2.7296100000000001</c:v>
                </c:pt>
                <c:pt idx="10576">
                  <c:v>2.7299099999999998</c:v>
                </c:pt>
                <c:pt idx="10577">
                  <c:v>2.7302200000000001</c:v>
                </c:pt>
                <c:pt idx="10578">
                  <c:v>2.7305299999999999</c:v>
                </c:pt>
                <c:pt idx="10579">
                  <c:v>2.7308300000000001</c:v>
                </c:pt>
                <c:pt idx="10580">
                  <c:v>2.7311399999999999</c:v>
                </c:pt>
                <c:pt idx="10581">
                  <c:v>2.7314400000000001</c:v>
                </c:pt>
                <c:pt idx="10582">
                  <c:v>2.7317499999999999</c:v>
                </c:pt>
                <c:pt idx="10583">
                  <c:v>2.7320500000000001</c:v>
                </c:pt>
                <c:pt idx="10584">
                  <c:v>2.7323599999999999</c:v>
                </c:pt>
                <c:pt idx="10585">
                  <c:v>2.7326600000000001</c:v>
                </c:pt>
                <c:pt idx="10586">
                  <c:v>2.7329699999999999</c:v>
                </c:pt>
                <c:pt idx="10587">
                  <c:v>2.7332700000000001</c:v>
                </c:pt>
                <c:pt idx="10588">
                  <c:v>2.7335799999999999</c:v>
                </c:pt>
                <c:pt idx="10589">
                  <c:v>2.7338800000000001</c:v>
                </c:pt>
                <c:pt idx="10590">
                  <c:v>2.7341899999999999</c:v>
                </c:pt>
                <c:pt idx="10591">
                  <c:v>2.7345000000000002</c:v>
                </c:pt>
                <c:pt idx="10592">
                  <c:v>2.7347999999999999</c:v>
                </c:pt>
                <c:pt idx="10593">
                  <c:v>2.7351100000000002</c:v>
                </c:pt>
                <c:pt idx="10594">
                  <c:v>2.7354099999999999</c:v>
                </c:pt>
                <c:pt idx="10595">
                  <c:v>2.7357200000000002</c:v>
                </c:pt>
                <c:pt idx="10596">
                  <c:v>2.7360199999999999</c:v>
                </c:pt>
                <c:pt idx="10597">
                  <c:v>2.7363300000000002</c:v>
                </c:pt>
                <c:pt idx="10598">
                  <c:v>2.7366299999999999</c:v>
                </c:pt>
                <c:pt idx="10599">
                  <c:v>2.7369400000000002</c:v>
                </c:pt>
                <c:pt idx="10600">
                  <c:v>2.7372399999999999</c:v>
                </c:pt>
                <c:pt idx="10601">
                  <c:v>2.7375500000000001</c:v>
                </c:pt>
                <c:pt idx="10602">
                  <c:v>2.73786</c:v>
                </c:pt>
                <c:pt idx="10603">
                  <c:v>2.7381600000000001</c:v>
                </c:pt>
                <c:pt idx="10604">
                  <c:v>2.73847</c:v>
                </c:pt>
                <c:pt idx="10605">
                  <c:v>2.7387700000000001</c:v>
                </c:pt>
                <c:pt idx="10606">
                  <c:v>2.73908</c:v>
                </c:pt>
                <c:pt idx="10607">
                  <c:v>2.7393800000000001</c:v>
                </c:pt>
                <c:pt idx="10608">
                  <c:v>2.73969</c:v>
                </c:pt>
                <c:pt idx="10609">
                  <c:v>2.7399900000000001</c:v>
                </c:pt>
                <c:pt idx="10610">
                  <c:v>2.7403</c:v>
                </c:pt>
                <c:pt idx="10611">
                  <c:v>2.7406000000000001</c:v>
                </c:pt>
                <c:pt idx="10612">
                  <c:v>2.74091</c:v>
                </c:pt>
                <c:pt idx="10613">
                  <c:v>2.7412100000000001</c:v>
                </c:pt>
                <c:pt idx="10614">
                  <c:v>2.74152</c:v>
                </c:pt>
                <c:pt idx="10615">
                  <c:v>2.7418300000000002</c:v>
                </c:pt>
                <c:pt idx="10616">
                  <c:v>2.74213</c:v>
                </c:pt>
                <c:pt idx="10617">
                  <c:v>2.7424400000000002</c:v>
                </c:pt>
                <c:pt idx="10618">
                  <c:v>2.74274</c:v>
                </c:pt>
                <c:pt idx="10619">
                  <c:v>2.7430500000000002</c:v>
                </c:pt>
                <c:pt idx="10620">
                  <c:v>2.74335</c:v>
                </c:pt>
                <c:pt idx="10621">
                  <c:v>2.7436600000000002</c:v>
                </c:pt>
                <c:pt idx="10622">
                  <c:v>2.74396</c:v>
                </c:pt>
                <c:pt idx="10623">
                  <c:v>2.7442700000000002</c:v>
                </c:pt>
                <c:pt idx="10624">
                  <c:v>2.74457</c:v>
                </c:pt>
                <c:pt idx="10625">
                  <c:v>2.7448800000000002</c:v>
                </c:pt>
                <c:pt idx="10626">
                  <c:v>2.74518</c:v>
                </c:pt>
                <c:pt idx="10627">
                  <c:v>2.7454900000000002</c:v>
                </c:pt>
                <c:pt idx="10628">
                  <c:v>2.7458</c:v>
                </c:pt>
                <c:pt idx="10629">
                  <c:v>2.7461000000000002</c:v>
                </c:pt>
                <c:pt idx="10630">
                  <c:v>2.74641</c:v>
                </c:pt>
                <c:pt idx="10631">
                  <c:v>2.7467100000000002</c:v>
                </c:pt>
                <c:pt idx="10632">
                  <c:v>2.74702</c:v>
                </c:pt>
                <c:pt idx="10633">
                  <c:v>2.7473200000000002</c:v>
                </c:pt>
                <c:pt idx="10634">
                  <c:v>2.74763</c:v>
                </c:pt>
                <c:pt idx="10635">
                  <c:v>2.7479300000000002</c:v>
                </c:pt>
                <c:pt idx="10636">
                  <c:v>2.74824</c:v>
                </c:pt>
                <c:pt idx="10637">
                  <c:v>2.7485400000000002</c:v>
                </c:pt>
                <c:pt idx="10638">
                  <c:v>2.74885</c:v>
                </c:pt>
                <c:pt idx="10639">
                  <c:v>2.7491500000000002</c:v>
                </c:pt>
                <c:pt idx="10640">
                  <c:v>2.74946</c:v>
                </c:pt>
                <c:pt idx="10641">
                  <c:v>2.7497699999999998</c:v>
                </c:pt>
                <c:pt idx="10642">
                  <c:v>2.75007</c:v>
                </c:pt>
                <c:pt idx="10643">
                  <c:v>2.7503799999999998</c:v>
                </c:pt>
                <c:pt idx="10644">
                  <c:v>2.75068</c:v>
                </c:pt>
                <c:pt idx="10645">
                  <c:v>2.7509899999999998</c:v>
                </c:pt>
                <c:pt idx="10646">
                  <c:v>2.75129</c:v>
                </c:pt>
                <c:pt idx="10647">
                  <c:v>2.7515999999999998</c:v>
                </c:pt>
                <c:pt idx="10648">
                  <c:v>2.7519</c:v>
                </c:pt>
                <c:pt idx="10649">
                  <c:v>2.7522099999999998</c:v>
                </c:pt>
                <c:pt idx="10650">
                  <c:v>2.75251</c:v>
                </c:pt>
                <c:pt idx="10651">
                  <c:v>2.7528199999999998</c:v>
                </c:pt>
                <c:pt idx="10652">
                  <c:v>2.75312</c:v>
                </c:pt>
                <c:pt idx="10653">
                  <c:v>2.7534299999999998</c:v>
                </c:pt>
                <c:pt idx="10654">
                  <c:v>2.7537400000000001</c:v>
                </c:pt>
                <c:pt idx="10655">
                  <c:v>2.7540399999999998</c:v>
                </c:pt>
                <c:pt idx="10656">
                  <c:v>2.7543500000000001</c:v>
                </c:pt>
                <c:pt idx="10657">
                  <c:v>2.7546499999999998</c:v>
                </c:pt>
                <c:pt idx="10658">
                  <c:v>2.7549600000000001</c:v>
                </c:pt>
                <c:pt idx="10659">
                  <c:v>2.7552599999999998</c:v>
                </c:pt>
                <c:pt idx="10660">
                  <c:v>2.7555700000000001</c:v>
                </c:pt>
                <c:pt idx="10661">
                  <c:v>2.7558699999999998</c:v>
                </c:pt>
                <c:pt idx="10662">
                  <c:v>2.7561800000000001</c:v>
                </c:pt>
                <c:pt idx="10663">
                  <c:v>2.7564799999999998</c:v>
                </c:pt>
                <c:pt idx="10664">
                  <c:v>2.7567900000000001</c:v>
                </c:pt>
                <c:pt idx="10665">
                  <c:v>2.7570999999999999</c:v>
                </c:pt>
                <c:pt idx="10666">
                  <c:v>2.7574000000000001</c:v>
                </c:pt>
                <c:pt idx="10667">
                  <c:v>2.7577099999999999</c:v>
                </c:pt>
                <c:pt idx="10668">
                  <c:v>2.7580100000000001</c:v>
                </c:pt>
                <c:pt idx="10669">
                  <c:v>2.7583199999999999</c:v>
                </c:pt>
                <c:pt idx="10670">
                  <c:v>2.7586200000000001</c:v>
                </c:pt>
                <c:pt idx="10671">
                  <c:v>2.7589299999999999</c:v>
                </c:pt>
                <c:pt idx="10672">
                  <c:v>2.7592300000000001</c:v>
                </c:pt>
                <c:pt idx="10673">
                  <c:v>2.7595399999999999</c:v>
                </c:pt>
                <c:pt idx="10674">
                  <c:v>2.7598400000000001</c:v>
                </c:pt>
                <c:pt idx="10675">
                  <c:v>2.7601499999999999</c:v>
                </c:pt>
                <c:pt idx="10676">
                  <c:v>2.7604500000000001</c:v>
                </c:pt>
                <c:pt idx="10677">
                  <c:v>2.7607599999999999</c:v>
                </c:pt>
                <c:pt idx="10678">
                  <c:v>2.7610700000000001</c:v>
                </c:pt>
                <c:pt idx="10679">
                  <c:v>2.7613699999999999</c:v>
                </c:pt>
                <c:pt idx="10680">
                  <c:v>2.7616800000000001</c:v>
                </c:pt>
                <c:pt idx="10681">
                  <c:v>2.7619799999999999</c:v>
                </c:pt>
                <c:pt idx="10682">
                  <c:v>2.7622900000000001</c:v>
                </c:pt>
                <c:pt idx="10683">
                  <c:v>2.7625899999999999</c:v>
                </c:pt>
                <c:pt idx="10684">
                  <c:v>2.7629000000000001</c:v>
                </c:pt>
                <c:pt idx="10685">
                  <c:v>2.7631999999999999</c:v>
                </c:pt>
                <c:pt idx="10686">
                  <c:v>2.7635100000000001</c:v>
                </c:pt>
                <c:pt idx="10687">
                  <c:v>2.7638099999999999</c:v>
                </c:pt>
                <c:pt idx="10688">
                  <c:v>2.7641200000000001</c:v>
                </c:pt>
                <c:pt idx="10689">
                  <c:v>2.7644199999999999</c:v>
                </c:pt>
                <c:pt idx="10690">
                  <c:v>2.7647300000000001</c:v>
                </c:pt>
                <c:pt idx="10691">
                  <c:v>2.7650399999999999</c:v>
                </c:pt>
                <c:pt idx="10692">
                  <c:v>2.7653400000000001</c:v>
                </c:pt>
                <c:pt idx="10693">
                  <c:v>2.7656499999999999</c:v>
                </c:pt>
                <c:pt idx="10694">
                  <c:v>2.7659500000000001</c:v>
                </c:pt>
                <c:pt idx="10695">
                  <c:v>2.7662599999999999</c:v>
                </c:pt>
                <c:pt idx="10696">
                  <c:v>2.7665600000000001</c:v>
                </c:pt>
                <c:pt idx="10697">
                  <c:v>2.7668699999999999</c:v>
                </c:pt>
                <c:pt idx="10698">
                  <c:v>2.7671700000000001</c:v>
                </c:pt>
                <c:pt idx="10699">
                  <c:v>2.7674799999999999</c:v>
                </c:pt>
                <c:pt idx="10700">
                  <c:v>2.7677800000000001</c:v>
                </c:pt>
                <c:pt idx="10701">
                  <c:v>2.7680899999999999</c:v>
                </c:pt>
                <c:pt idx="10702">
                  <c:v>2.7683900000000001</c:v>
                </c:pt>
                <c:pt idx="10703">
                  <c:v>2.7686999999999999</c:v>
                </c:pt>
                <c:pt idx="10704">
                  <c:v>2.7690100000000002</c:v>
                </c:pt>
                <c:pt idx="10705">
                  <c:v>2.7693099999999999</c:v>
                </c:pt>
                <c:pt idx="10706">
                  <c:v>2.7696200000000002</c:v>
                </c:pt>
                <c:pt idx="10707">
                  <c:v>2.7699199999999999</c:v>
                </c:pt>
                <c:pt idx="10708">
                  <c:v>2.7702300000000002</c:v>
                </c:pt>
                <c:pt idx="10709">
                  <c:v>2.7705299999999999</c:v>
                </c:pt>
                <c:pt idx="10710">
                  <c:v>2.7708400000000002</c:v>
                </c:pt>
                <c:pt idx="10711">
                  <c:v>2.7711399999999999</c:v>
                </c:pt>
                <c:pt idx="10712">
                  <c:v>2.7714500000000002</c:v>
                </c:pt>
                <c:pt idx="10713">
                  <c:v>2.7717499999999999</c:v>
                </c:pt>
                <c:pt idx="10714">
                  <c:v>2.7720600000000002</c:v>
                </c:pt>
                <c:pt idx="10715">
                  <c:v>2.77237</c:v>
                </c:pt>
                <c:pt idx="10716">
                  <c:v>2.7726700000000002</c:v>
                </c:pt>
                <c:pt idx="10717">
                  <c:v>2.77298</c:v>
                </c:pt>
                <c:pt idx="10718">
                  <c:v>2.7732800000000002</c:v>
                </c:pt>
                <c:pt idx="10719">
                  <c:v>2.77359</c:v>
                </c:pt>
                <c:pt idx="10720">
                  <c:v>2.7738900000000002</c:v>
                </c:pt>
                <c:pt idx="10721">
                  <c:v>2.7742</c:v>
                </c:pt>
                <c:pt idx="10722">
                  <c:v>2.7745000000000002</c:v>
                </c:pt>
                <c:pt idx="10723">
                  <c:v>2.77481</c:v>
                </c:pt>
                <c:pt idx="10724">
                  <c:v>2.7751100000000002</c:v>
                </c:pt>
                <c:pt idx="10725">
                  <c:v>2.77542</c:v>
                </c:pt>
                <c:pt idx="10726">
                  <c:v>2.7757200000000002</c:v>
                </c:pt>
                <c:pt idx="10727">
                  <c:v>2.77603</c:v>
                </c:pt>
                <c:pt idx="10728">
                  <c:v>2.7763399999999998</c:v>
                </c:pt>
                <c:pt idx="10729">
                  <c:v>2.77664</c:v>
                </c:pt>
                <c:pt idx="10730">
                  <c:v>2.7769499999999998</c:v>
                </c:pt>
                <c:pt idx="10731">
                  <c:v>2.77725</c:v>
                </c:pt>
                <c:pt idx="10732">
                  <c:v>2.7775599999999998</c:v>
                </c:pt>
                <c:pt idx="10733">
                  <c:v>2.77786</c:v>
                </c:pt>
                <c:pt idx="10734">
                  <c:v>2.7781699999999998</c:v>
                </c:pt>
                <c:pt idx="10735">
                  <c:v>2.77847</c:v>
                </c:pt>
                <c:pt idx="10736">
                  <c:v>2.7787799999999998</c:v>
                </c:pt>
                <c:pt idx="10737">
                  <c:v>2.77908</c:v>
                </c:pt>
                <c:pt idx="10738">
                  <c:v>2.7793899999999998</c:v>
                </c:pt>
                <c:pt idx="10739">
                  <c:v>2.77969</c:v>
                </c:pt>
                <c:pt idx="10740">
                  <c:v>2.78</c:v>
                </c:pt>
                <c:pt idx="10741">
                  <c:v>2.7803100000000001</c:v>
                </c:pt>
                <c:pt idx="10742">
                  <c:v>2.7806099999999998</c:v>
                </c:pt>
                <c:pt idx="10743">
                  <c:v>2.7809200000000001</c:v>
                </c:pt>
                <c:pt idx="10744">
                  <c:v>2.7812199999999998</c:v>
                </c:pt>
                <c:pt idx="10745">
                  <c:v>2.7815300000000001</c:v>
                </c:pt>
                <c:pt idx="10746">
                  <c:v>2.7818299999999998</c:v>
                </c:pt>
                <c:pt idx="10747">
                  <c:v>2.7821400000000001</c:v>
                </c:pt>
                <c:pt idx="10748">
                  <c:v>2.7824399999999998</c:v>
                </c:pt>
                <c:pt idx="10749">
                  <c:v>2.7827500000000001</c:v>
                </c:pt>
                <c:pt idx="10750">
                  <c:v>2.7830499999999998</c:v>
                </c:pt>
                <c:pt idx="10751">
                  <c:v>2.7833600000000001</c:v>
                </c:pt>
                <c:pt idx="10752">
                  <c:v>2.7836599999999998</c:v>
                </c:pt>
                <c:pt idx="10753">
                  <c:v>2.7839700000000001</c:v>
                </c:pt>
                <c:pt idx="10754">
                  <c:v>2.7842799999999999</c:v>
                </c:pt>
                <c:pt idx="10755">
                  <c:v>2.7845800000000001</c:v>
                </c:pt>
                <c:pt idx="10756">
                  <c:v>2.7848899999999999</c:v>
                </c:pt>
                <c:pt idx="10757">
                  <c:v>2.7851900000000001</c:v>
                </c:pt>
                <c:pt idx="10758">
                  <c:v>2.7854999999999999</c:v>
                </c:pt>
                <c:pt idx="10759">
                  <c:v>2.7858000000000001</c:v>
                </c:pt>
                <c:pt idx="10760">
                  <c:v>2.7861099999999999</c:v>
                </c:pt>
                <c:pt idx="10761">
                  <c:v>2.7864100000000001</c:v>
                </c:pt>
                <c:pt idx="10762">
                  <c:v>2.7867199999999999</c:v>
                </c:pt>
                <c:pt idx="10763">
                  <c:v>2.7870200000000001</c:v>
                </c:pt>
                <c:pt idx="10764">
                  <c:v>2.7873299999999999</c:v>
                </c:pt>
                <c:pt idx="10765">
                  <c:v>2.7876300000000001</c:v>
                </c:pt>
                <c:pt idx="10766">
                  <c:v>2.7879399999999999</c:v>
                </c:pt>
                <c:pt idx="10767">
                  <c:v>2.7882500000000001</c:v>
                </c:pt>
                <c:pt idx="10768">
                  <c:v>2.7885499999999999</c:v>
                </c:pt>
                <c:pt idx="10769">
                  <c:v>2.7888600000000001</c:v>
                </c:pt>
                <c:pt idx="10770">
                  <c:v>2.7891599999999999</c:v>
                </c:pt>
                <c:pt idx="10771">
                  <c:v>2.7894700000000001</c:v>
                </c:pt>
                <c:pt idx="10772">
                  <c:v>2.7897699999999999</c:v>
                </c:pt>
                <c:pt idx="10773">
                  <c:v>2.7900800000000001</c:v>
                </c:pt>
                <c:pt idx="10774">
                  <c:v>2.7903799999999999</c:v>
                </c:pt>
                <c:pt idx="10775">
                  <c:v>2.7906900000000001</c:v>
                </c:pt>
                <c:pt idx="10776">
                  <c:v>2.7909899999999999</c:v>
                </c:pt>
                <c:pt idx="10777">
                  <c:v>2.7913000000000001</c:v>
                </c:pt>
                <c:pt idx="10778">
                  <c:v>2.7916099999999999</c:v>
                </c:pt>
                <c:pt idx="10779">
                  <c:v>2.7919100000000001</c:v>
                </c:pt>
                <c:pt idx="10780">
                  <c:v>2.7922199999999999</c:v>
                </c:pt>
                <c:pt idx="10781">
                  <c:v>2.7925200000000001</c:v>
                </c:pt>
                <c:pt idx="10782">
                  <c:v>2.7928299999999999</c:v>
                </c:pt>
                <c:pt idx="10783">
                  <c:v>2.7931300000000001</c:v>
                </c:pt>
                <c:pt idx="10784">
                  <c:v>2.7934399999999999</c:v>
                </c:pt>
                <c:pt idx="10785">
                  <c:v>2.7937400000000001</c:v>
                </c:pt>
                <c:pt idx="10786">
                  <c:v>2.7940499999999999</c:v>
                </c:pt>
                <c:pt idx="10787">
                  <c:v>2.7943500000000001</c:v>
                </c:pt>
                <c:pt idx="10788">
                  <c:v>2.7946599999999999</c:v>
                </c:pt>
                <c:pt idx="10789">
                  <c:v>2.7949600000000001</c:v>
                </c:pt>
                <c:pt idx="10790">
                  <c:v>2.7952699999999999</c:v>
                </c:pt>
                <c:pt idx="10791">
                  <c:v>2.7955800000000002</c:v>
                </c:pt>
                <c:pt idx="10792">
                  <c:v>2.7958799999999999</c:v>
                </c:pt>
                <c:pt idx="10793">
                  <c:v>2.7961900000000002</c:v>
                </c:pt>
                <c:pt idx="10794">
                  <c:v>2.7964899999999999</c:v>
                </c:pt>
                <c:pt idx="10795">
                  <c:v>2.7968000000000002</c:v>
                </c:pt>
                <c:pt idx="10796">
                  <c:v>2.7970999999999999</c:v>
                </c:pt>
                <c:pt idx="10797">
                  <c:v>2.7974100000000002</c:v>
                </c:pt>
                <c:pt idx="10798">
                  <c:v>2.7977099999999999</c:v>
                </c:pt>
                <c:pt idx="10799">
                  <c:v>2.7980200000000002</c:v>
                </c:pt>
                <c:pt idx="10800">
                  <c:v>2.7983199999999999</c:v>
                </c:pt>
                <c:pt idx="10801">
                  <c:v>2.7986300000000002</c:v>
                </c:pt>
                <c:pt idx="10802">
                  <c:v>2.7989299999999999</c:v>
                </c:pt>
                <c:pt idx="10803">
                  <c:v>2.7992400000000002</c:v>
                </c:pt>
                <c:pt idx="10804">
                  <c:v>2.79955</c:v>
                </c:pt>
                <c:pt idx="10805">
                  <c:v>2.7998500000000002</c:v>
                </c:pt>
                <c:pt idx="10806">
                  <c:v>2.80016</c:v>
                </c:pt>
                <c:pt idx="10807">
                  <c:v>2.8004600000000002</c:v>
                </c:pt>
                <c:pt idx="10808">
                  <c:v>2.80077</c:v>
                </c:pt>
                <c:pt idx="10809">
                  <c:v>2.8010700000000002</c:v>
                </c:pt>
                <c:pt idx="10810">
                  <c:v>2.80138</c:v>
                </c:pt>
                <c:pt idx="10811">
                  <c:v>2.8016800000000002</c:v>
                </c:pt>
                <c:pt idx="10812">
                  <c:v>2.80199</c:v>
                </c:pt>
                <c:pt idx="10813">
                  <c:v>2.8022900000000002</c:v>
                </c:pt>
                <c:pt idx="10814">
                  <c:v>2.8026</c:v>
                </c:pt>
                <c:pt idx="10815">
                  <c:v>2.8029000000000002</c:v>
                </c:pt>
                <c:pt idx="10816">
                  <c:v>2.80321</c:v>
                </c:pt>
                <c:pt idx="10817">
                  <c:v>2.8035199999999998</c:v>
                </c:pt>
                <c:pt idx="10818">
                  <c:v>2.80382</c:v>
                </c:pt>
                <c:pt idx="10819">
                  <c:v>2.8041299999999998</c:v>
                </c:pt>
                <c:pt idx="10820">
                  <c:v>2.80443</c:v>
                </c:pt>
                <c:pt idx="10821">
                  <c:v>2.8047399999999998</c:v>
                </c:pt>
                <c:pt idx="10822">
                  <c:v>2.80504</c:v>
                </c:pt>
                <c:pt idx="10823">
                  <c:v>2.8053499999999998</c:v>
                </c:pt>
                <c:pt idx="10824">
                  <c:v>2.80565</c:v>
                </c:pt>
                <c:pt idx="10825">
                  <c:v>2.8059599999999998</c:v>
                </c:pt>
                <c:pt idx="10826">
                  <c:v>2.80626</c:v>
                </c:pt>
                <c:pt idx="10827">
                  <c:v>2.8065699999999998</c:v>
                </c:pt>
                <c:pt idx="10828">
                  <c:v>2.80687</c:v>
                </c:pt>
                <c:pt idx="10829">
                  <c:v>2.8071799999999998</c:v>
                </c:pt>
                <c:pt idx="10830">
                  <c:v>2.80749</c:v>
                </c:pt>
                <c:pt idx="10831">
                  <c:v>2.8077899999999998</c:v>
                </c:pt>
                <c:pt idx="10832">
                  <c:v>2.8081</c:v>
                </c:pt>
                <c:pt idx="10833">
                  <c:v>2.8083999999999998</c:v>
                </c:pt>
                <c:pt idx="10834">
                  <c:v>2.80871</c:v>
                </c:pt>
                <c:pt idx="10835">
                  <c:v>2.8090099999999998</c:v>
                </c:pt>
                <c:pt idx="10836">
                  <c:v>2.80932</c:v>
                </c:pt>
                <c:pt idx="10837">
                  <c:v>2.8096199999999998</c:v>
                </c:pt>
                <c:pt idx="10838">
                  <c:v>2.80993</c:v>
                </c:pt>
                <c:pt idx="10839">
                  <c:v>2.8102299999999998</c:v>
                </c:pt>
                <c:pt idx="10840">
                  <c:v>2.81054</c:v>
                </c:pt>
                <c:pt idx="10841">
                  <c:v>2.8108499999999998</c:v>
                </c:pt>
                <c:pt idx="10842">
                  <c:v>2.81115</c:v>
                </c:pt>
                <c:pt idx="10843">
                  <c:v>2.8114599999999998</c:v>
                </c:pt>
                <c:pt idx="10844">
                  <c:v>2.81176</c:v>
                </c:pt>
                <c:pt idx="10845">
                  <c:v>2.8120699999999998</c:v>
                </c:pt>
                <c:pt idx="10846">
                  <c:v>2.81237</c:v>
                </c:pt>
                <c:pt idx="10847">
                  <c:v>2.8126799999999998</c:v>
                </c:pt>
                <c:pt idx="10848">
                  <c:v>2.81298</c:v>
                </c:pt>
                <c:pt idx="10849">
                  <c:v>2.8132899999999998</c:v>
                </c:pt>
                <c:pt idx="10850">
                  <c:v>2.81359</c:v>
                </c:pt>
                <c:pt idx="10851">
                  <c:v>2.8138999999999998</c:v>
                </c:pt>
                <c:pt idx="10852">
                  <c:v>2.8142</c:v>
                </c:pt>
                <c:pt idx="10853">
                  <c:v>2.8145099999999998</c:v>
                </c:pt>
                <c:pt idx="10854">
                  <c:v>2.8148200000000001</c:v>
                </c:pt>
                <c:pt idx="10855">
                  <c:v>2.8151199999999998</c:v>
                </c:pt>
                <c:pt idx="10856">
                  <c:v>2.8154300000000001</c:v>
                </c:pt>
                <c:pt idx="10857">
                  <c:v>2.8157299999999998</c:v>
                </c:pt>
                <c:pt idx="10858">
                  <c:v>2.8160400000000001</c:v>
                </c:pt>
                <c:pt idx="10859">
                  <c:v>2.8163399999999998</c:v>
                </c:pt>
                <c:pt idx="10860">
                  <c:v>2.8166500000000001</c:v>
                </c:pt>
                <c:pt idx="10861">
                  <c:v>2.8169499999999998</c:v>
                </c:pt>
                <c:pt idx="10862">
                  <c:v>2.8172600000000001</c:v>
                </c:pt>
                <c:pt idx="10863">
                  <c:v>2.8175599999999998</c:v>
                </c:pt>
                <c:pt idx="10864">
                  <c:v>2.8178700000000001</c:v>
                </c:pt>
                <c:pt idx="10865">
                  <c:v>2.8181699999999998</c:v>
                </c:pt>
                <c:pt idx="10866">
                  <c:v>2.8184800000000001</c:v>
                </c:pt>
                <c:pt idx="10867">
                  <c:v>2.8187899999999999</c:v>
                </c:pt>
                <c:pt idx="10868">
                  <c:v>2.8190900000000001</c:v>
                </c:pt>
                <c:pt idx="10869">
                  <c:v>2.8193999999999999</c:v>
                </c:pt>
                <c:pt idx="10870">
                  <c:v>2.8197000000000001</c:v>
                </c:pt>
                <c:pt idx="10871">
                  <c:v>2.8200099999999999</c:v>
                </c:pt>
                <c:pt idx="10872">
                  <c:v>2.8203100000000001</c:v>
                </c:pt>
                <c:pt idx="10873">
                  <c:v>2.8206199999999999</c:v>
                </c:pt>
                <c:pt idx="10874">
                  <c:v>2.8209200000000001</c:v>
                </c:pt>
                <c:pt idx="10875">
                  <c:v>2.8212299999999999</c:v>
                </c:pt>
                <c:pt idx="10876">
                  <c:v>2.8215300000000001</c:v>
                </c:pt>
                <c:pt idx="10877">
                  <c:v>2.8218399999999999</c:v>
                </c:pt>
                <c:pt idx="10878">
                  <c:v>2.8221400000000001</c:v>
                </c:pt>
                <c:pt idx="10879">
                  <c:v>2.8224499999999999</c:v>
                </c:pt>
                <c:pt idx="10880">
                  <c:v>2.8227600000000002</c:v>
                </c:pt>
                <c:pt idx="10881">
                  <c:v>2.8230599999999999</c:v>
                </c:pt>
                <c:pt idx="10882">
                  <c:v>2.8233700000000002</c:v>
                </c:pt>
                <c:pt idx="10883">
                  <c:v>2.8236699999999999</c:v>
                </c:pt>
                <c:pt idx="10884">
                  <c:v>2.8239800000000002</c:v>
                </c:pt>
                <c:pt idx="10885">
                  <c:v>2.8242799999999999</c:v>
                </c:pt>
                <c:pt idx="10886">
                  <c:v>2.8245900000000002</c:v>
                </c:pt>
                <c:pt idx="10887">
                  <c:v>2.8248899999999999</c:v>
                </c:pt>
                <c:pt idx="10888">
                  <c:v>2.8252000000000002</c:v>
                </c:pt>
                <c:pt idx="10889">
                  <c:v>2.8254999999999999</c:v>
                </c:pt>
                <c:pt idx="10890">
                  <c:v>2.8258100000000002</c:v>
                </c:pt>
                <c:pt idx="10891">
                  <c:v>2.8261099999999999</c:v>
                </c:pt>
                <c:pt idx="10892">
                  <c:v>2.8264200000000002</c:v>
                </c:pt>
                <c:pt idx="10893">
                  <c:v>2.82673</c:v>
                </c:pt>
                <c:pt idx="10894">
                  <c:v>2.8270300000000002</c:v>
                </c:pt>
                <c:pt idx="10895">
                  <c:v>2.82734</c:v>
                </c:pt>
                <c:pt idx="10896">
                  <c:v>2.8276400000000002</c:v>
                </c:pt>
                <c:pt idx="10897">
                  <c:v>2.82795</c:v>
                </c:pt>
                <c:pt idx="10898">
                  <c:v>2.8282500000000002</c:v>
                </c:pt>
                <c:pt idx="10899">
                  <c:v>2.82856</c:v>
                </c:pt>
                <c:pt idx="10900">
                  <c:v>2.8288600000000002</c:v>
                </c:pt>
                <c:pt idx="10901">
                  <c:v>2.82917</c:v>
                </c:pt>
                <c:pt idx="10902">
                  <c:v>2.8294700000000002</c:v>
                </c:pt>
                <c:pt idx="10903">
                  <c:v>2.82978</c:v>
                </c:pt>
                <c:pt idx="10904">
                  <c:v>2.8300900000000002</c:v>
                </c:pt>
                <c:pt idx="10905">
                  <c:v>2.83039</c:v>
                </c:pt>
                <c:pt idx="10906">
                  <c:v>2.8307000000000002</c:v>
                </c:pt>
                <c:pt idx="10907">
                  <c:v>2.831</c:v>
                </c:pt>
                <c:pt idx="10908">
                  <c:v>2.8313100000000002</c:v>
                </c:pt>
                <c:pt idx="10909">
                  <c:v>2.83161</c:v>
                </c:pt>
                <c:pt idx="10910">
                  <c:v>2.8319200000000002</c:v>
                </c:pt>
                <c:pt idx="10911">
                  <c:v>2.83222</c:v>
                </c:pt>
                <c:pt idx="10912">
                  <c:v>2.8325300000000002</c:v>
                </c:pt>
                <c:pt idx="10913">
                  <c:v>2.83283</c:v>
                </c:pt>
                <c:pt idx="10914">
                  <c:v>2.8331400000000002</c:v>
                </c:pt>
                <c:pt idx="10915">
                  <c:v>2.83344</c:v>
                </c:pt>
                <c:pt idx="10916">
                  <c:v>2.8337500000000002</c:v>
                </c:pt>
                <c:pt idx="10917">
                  <c:v>2.83406</c:v>
                </c:pt>
                <c:pt idx="10918">
                  <c:v>2.8343600000000002</c:v>
                </c:pt>
                <c:pt idx="10919">
                  <c:v>2.83467</c:v>
                </c:pt>
                <c:pt idx="10920">
                  <c:v>2.8349700000000002</c:v>
                </c:pt>
                <c:pt idx="10921">
                  <c:v>2.83528</c:v>
                </c:pt>
                <c:pt idx="10922">
                  <c:v>2.8355800000000002</c:v>
                </c:pt>
                <c:pt idx="10923">
                  <c:v>2.83589</c:v>
                </c:pt>
                <c:pt idx="10924">
                  <c:v>2.8361900000000002</c:v>
                </c:pt>
                <c:pt idx="10925">
                  <c:v>2.8365</c:v>
                </c:pt>
                <c:pt idx="10926">
                  <c:v>2.8368000000000002</c:v>
                </c:pt>
                <c:pt idx="10927">
                  <c:v>2.83711</c:v>
                </c:pt>
                <c:pt idx="10928">
                  <c:v>2.8374100000000002</c:v>
                </c:pt>
                <c:pt idx="10929">
                  <c:v>2.83772</c:v>
                </c:pt>
                <c:pt idx="10930">
                  <c:v>2.8380299999999998</c:v>
                </c:pt>
                <c:pt idx="10931">
                  <c:v>2.83833</c:v>
                </c:pt>
                <c:pt idx="10932">
                  <c:v>2.8386399999999998</c:v>
                </c:pt>
                <c:pt idx="10933">
                  <c:v>2.83894</c:v>
                </c:pt>
                <c:pt idx="10934">
                  <c:v>2.8392499999999998</c:v>
                </c:pt>
                <c:pt idx="10935">
                  <c:v>2.83955</c:v>
                </c:pt>
                <c:pt idx="10936">
                  <c:v>2.8398599999999998</c:v>
                </c:pt>
                <c:pt idx="10937">
                  <c:v>2.84016</c:v>
                </c:pt>
                <c:pt idx="10938">
                  <c:v>2.8404699999999998</c:v>
                </c:pt>
                <c:pt idx="10939">
                  <c:v>2.84077</c:v>
                </c:pt>
                <c:pt idx="10940">
                  <c:v>2.8410799999999998</c:v>
                </c:pt>
                <c:pt idx="10941">
                  <c:v>2.84138</c:v>
                </c:pt>
                <c:pt idx="10942">
                  <c:v>2.8416899999999998</c:v>
                </c:pt>
                <c:pt idx="10943">
                  <c:v>2.8420000000000001</c:v>
                </c:pt>
                <c:pt idx="10944">
                  <c:v>2.8422999999999998</c:v>
                </c:pt>
                <c:pt idx="10945">
                  <c:v>2.8426100000000001</c:v>
                </c:pt>
                <c:pt idx="10946">
                  <c:v>2.8429099999999998</c:v>
                </c:pt>
                <c:pt idx="10947">
                  <c:v>2.8432200000000001</c:v>
                </c:pt>
                <c:pt idx="10948">
                  <c:v>2.8435199999999998</c:v>
                </c:pt>
                <c:pt idx="10949">
                  <c:v>2.8438300000000001</c:v>
                </c:pt>
                <c:pt idx="10950">
                  <c:v>2.8441299999999998</c:v>
                </c:pt>
                <c:pt idx="10951">
                  <c:v>2.8444400000000001</c:v>
                </c:pt>
                <c:pt idx="10952">
                  <c:v>2.8447399999999998</c:v>
                </c:pt>
                <c:pt idx="10953">
                  <c:v>2.8450500000000001</c:v>
                </c:pt>
                <c:pt idx="10954">
                  <c:v>2.8453599999999999</c:v>
                </c:pt>
                <c:pt idx="10955">
                  <c:v>2.8456600000000001</c:v>
                </c:pt>
                <c:pt idx="10956">
                  <c:v>2.8459699999999999</c:v>
                </c:pt>
                <c:pt idx="10957">
                  <c:v>2.8462700000000001</c:v>
                </c:pt>
                <c:pt idx="10958">
                  <c:v>2.8465799999999999</c:v>
                </c:pt>
                <c:pt idx="10959">
                  <c:v>2.8468800000000001</c:v>
                </c:pt>
                <c:pt idx="10960">
                  <c:v>2.8471899999999999</c:v>
                </c:pt>
                <c:pt idx="10961">
                  <c:v>2.8474900000000001</c:v>
                </c:pt>
                <c:pt idx="10962">
                  <c:v>2.8477999999999999</c:v>
                </c:pt>
                <c:pt idx="10963">
                  <c:v>2.8481000000000001</c:v>
                </c:pt>
                <c:pt idx="10964">
                  <c:v>2.8484099999999999</c:v>
                </c:pt>
                <c:pt idx="10965">
                  <c:v>2.8487100000000001</c:v>
                </c:pt>
                <c:pt idx="10966">
                  <c:v>2.8490199999999999</c:v>
                </c:pt>
                <c:pt idx="10967">
                  <c:v>2.8493300000000001</c:v>
                </c:pt>
                <c:pt idx="10968">
                  <c:v>2.8496299999999999</c:v>
                </c:pt>
                <c:pt idx="10969">
                  <c:v>2.8499400000000001</c:v>
                </c:pt>
                <c:pt idx="10970">
                  <c:v>2.8502399999999999</c:v>
                </c:pt>
                <c:pt idx="10971">
                  <c:v>2.8505500000000001</c:v>
                </c:pt>
                <c:pt idx="10972">
                  <c:v>2.8508499999999999</c:v>
                </c:pt>
                <c:pt idx="10973">
                  <c:v>2.8511600000000001</c:v>
                </c:pt>
                <c:pt idx="10974">
                  <c:v>2.8514599999999999</c:v>
                </c:pt>
                <c:pt idx="10975">
                  <c:v>2.8517700000000001</c:v>
                </c:pt>
                <c:pt idx="10976">
                  <c:v>2.8520699999999999</c:v>
                </c:pt>
                <c:pt idx="10977">
                  <c:v>2.8523800000000001</c:v>
                </c:pt>
                <c:pt idx="10978">
                  <c:v>2.8526799999999999</c:v>
                </c:pt>
                <c:pt idx="10979">
                  <c:v>2.8529900000000001</c:v>
                </c:pt>
                <c:pt idx="10980">
                  <c:v>2.8532999999999999</c:v>
                </c:pt>
                <c:pt idx="10981">
                  <c:v>2.8536000000000001</c:v>
                </c:pt>
                <c:pt idx="10982">
                  <c:v>2.8539099999999999</c:v>
                </c:pt>
                <c:pt idx="10983">
                  <c:v>2.8542100000000001</c:v>
                </c:pt>
                <c:pt idx="10984">
                  <c:v>2.8545199999999999</c:v>
                </c:pt>
                <c:pt idx="10985">
                  <c:v>2.8548200000000001</c:v>
                </c:pt>
                <c:pt idx="10986">
                  <c:v>2.8551299999999999</c:v>
                </c:pt>
                <c:pt idx="10987">
                  <c:v>2.8554300000000001</c:v>
                </c:pt>
                <c:pt idx="10988">
                  <c:v>2.8557399999999999</c:v>
                </c:pt>
                <c:pt idx="10989">
                  <c:v>2.8560400000000001</c:v>
                </c:pt>
                <c:pt idx="10990">
                  <c:v>2.8563499999999999</c:v>
                </c:pt>
                <c:pt idx="10991">
                  <c:v>2.8566500000000001</c:v>
                </c:pt>
                <c:pt idx="10992">
                  <c:v>2.8569599999999999</c:v>
                </c:pt>
                <c:pt idx="10993">
                  <c:v>2.8572700000000002</c:v>
                </c:pt>
                <c:pt idx="10994">
                  <c:v>2.8575699999999999</c:v>
                </c:pt>
                <c:pt idx="10995">
                  <c:v>2.8578800000000002</c:v>
                </c:pt>
                <c:pt idx="10996">
                  <c:v>2.8581799999999999</c:v>
                </c:pt>
                <c:pt idx="10997">
                  <c:v>2.8584900000000002</c:v>
                </c:pt>
                <c:pt idx="10998">
                  <c:v>2.8587899999999999</c:v>
                </c:pt>
                <c:pt idx="10999">
                  <c:v>2.8591000000000002</c:v>
                </c:pt>
                <c:pt idx="11000">
                  <c:v>2.8593999999999999</c:v>
                </c:pt>
                <c:pt idx="11001">
                  <c:v>2.8597100000000002</c:v>
                </c:pt>
                <c:pt idx="11002">
                  <c:v>2.8600099999999999</c:v>
                </c:pt>
                <c:pt idx="11003">
                  <c:v>2.8603200000000002</c:v>
                </c:pt>
                <c:pt idx="11004">
                  <c:v>2.8606199999999999</c:v>
                </c:pt>
                <c:pt idx="11005">
                  <c:v>2.8609300000000002</c:v>
                </c:pt>
                <c:pt idx="11006">
                  <c:v>2.86124</c:v>
                </c:pt>
                <c:pt idx="11007">
                  <c:v>2.8615400000000002</c:v>
                </c:pt>
                <c:pt idx="11008">
                  <c:v>2.86185</c:v>
                </c:pt>
                <c:pt idx="11009">
                  <c:v>2.8621500000000002</c:v>
                </c:pt>
                <c:pt idx="11010">
                  <c:v>2.86246</c:v>
                </c:pt>
                <c:pt idx="11011">
                  <c:v>2.8627600000000002</c:v>
                </c:pt>
                <c:pt idx="11012">
                  <c:v>2.86307</c:v>
                </c:pt>
                <c:pt idx="11013">
                  <c:v>2.8633700000000002</c:v>
                </c:pt>
                <c:pt idx="11014">
                  <c:v>2.86368</c:v>
                </c:pt>
                <c:pt idx="11015">
                  <c:v>2.8639800000000002</c:v>
                </c:pt>
                <c:pt idx="11016">
                  <c:v>2.86429</c:v>
                </c:pt>
                <c:pt idx="11017">
                  <c:v>2.8645999999999998</c:v>
                </c:pt>
                <c:pt idx="11018">
                  <c:v>2.8649</c:v>
                </c:pt>
                <c:pt idx="11019">
                  <c:v>2.8652099999999998</c:v>
                </c:pt>
                <c:pt idx="11020">
                  <c:v>2.86551</c:v>
                </c:pt>
                <c:pt idx="11021">
                  <c:v>2.8658199999999998</c:v>
                </c:pt>
                <c:pt idx="11022">
                  <c:v>2.86612</c:v>
                </c:pt>
                <c:pt idx="11023">
                  <c:v>2.8664299999999998</c:v>
                </c:pt>
                <c:pt idx="11024">
                  <c:v>2.86673</c:v>
                </c:pt>
                <c:pt idx="11025">
                  <c:v>2.8670399999999998</c:v>
                </c:pt>
                <c:pt idx="11026">
                  <c:v>2.86734</c:v>
                </c:pt>
                <c:pt idx="11027">
                  <c:v>2.8676499999999998</c:v>
                </c:pt>
                <c:pt idx="11028">
                  <c:v>2.86795</c:v>
                </c:pt>
                <c:pt idx="11029">
                  <c:v>2.8682599999999998</c:v>
                </c:pt>
                <c:pt idx="11030">
                  <c:v>2.8685700000000001</c:v>
                </c:pt>
                <c:pt idx="11031">
                  <c:v>2.8688699999999998</c:v>
                </c:pt>
                <c:pt idx="11032">
                  <c:v>2.8691800000000001</c:v>
                </c:pt>
                <c:pt idx="11033">
                  <c:v>2.8694799999999998</c:v>
                </c:pt>
                <c:pt idx="11034">
                  <c:v>2.8697900000000001</c:v>
                </c:pt>
                <c:pt idx="11035">
                  <c:v>2.8700899999999998</c:v>
                </c:pt>
                <c:pt idx="11036">
                  <c:v>2.8704000000000001</c:v>
                </c:pt>
                <c:pt idx="11037">
                  <c:v>2.8706999999999998</c:v>
                </c:pt>
                <c:pt idx="11038">
                  <c:v>2.8710100000000001</c:v>
                </c:pt>
                <c:pt idx="11039">
                  <c:v>2.8713099999999998</c:v>
                </c:pt>
                <c:pt idx="11040">
                  <c:v>2.8716200000000001</c:v>
                </c:pt>
                <c:pt idx="11041">
                  <c:v>2.8719199999999998</c:v>
                </c:pt>
                <c:pt idx="11042">
                  <c:v>2.8722300000000001</c:v>
                </c:pt>
                <c:pt idx="11043">
                  <c:v>2.8725399999999999</c:v>
                </c:pt>
                <c:pt idx="11044">
                  <c:v>2.8728400000000001</c:v>
                </c:pt>
                <c:pt idx="11045">
                  <c:v>2.8731499999999999</c:v>
                </c:pt>
                <c:pt idx="11046">
                  <c:v>2.8734500000000001</c:v>
                </c:pt>
                <c:pt idx="11047">
                  <c:v>2.8737599999999999</c:v>
                </c:pt>
                <c:pt idx="11048">
                  <c:v>2.8740600000000001</c:v>
                </c:pt>
                <c:pt idx="11049">
                  <c:v>2.8743699999999999</c:v>
                </c:pt>
                <c:pt idx="11050">
                  <c:v>2.8746700000000001</c:v>
                </c:pt>
                <c:pt idx="11051">
                  <c:v>2.8749799999999999</c:v>
                </c:pt>
                <c:pt idx="11052">
                  <c:v>2.8752800000000001</c:v>
                </c:pt>
                <c:pt idx="11053">
                  <c:v>2.8755899999999999</c:v>
                </c:pt>
                <c:pt idx="11054">
                  <c:v>2.8758900000000001</c:v>
                </c:pt>
                <c:pt idx="11055">
                  <c:v>2.8761999999999999</c:v>
                </c:pt>
                <c:pt idx="11056">
                  <c:v>2.8765100000000001</c:v>
                </c:pt>
                <c:pt idx="11057">
                  <c:v>2.8768099999999999</c:v>
                </c:pt>
                <c:pt idx="11058">
                  <c:v>2.8771200000000001</c:v>
                </c:pt>
                <c:pt idx="11059">
                  <c:v>2.8774199999999999</c:v>
                </c:pt>
                <c:pt idx="11060">
                  <c:v>2.8777300000000001</c:v>
                </c:pt>
                <c:pt idx="11061">
                  <c:v>2.8780299999999999</c:v>
                </c:pt>
                <c:pt idx="11062">
                  <c:v>2.8783400000000001</c:v>
                </c:pt>
                <c:pt idx="11063">
                  <c:v>2.8786399999999999</c:v>
                </c:pt>
                <c:pt idx="11064">
                  <c:v>2.8789500000000001</c:v>
                </c:pt>
                <c:pt idx="11065">
                  <c:v>2.8792499999999999</c:v>
                </c:pt>
                <c:pt idx="11066">
                  <c:v>2.8795600000000001</c:v>
                </c:pt>
                <c:pt idx="11067">
                  <c:v>2.8798599999999999</c:v>
                </c:pt>
                <c:pt idx="11068">
                  <c:v>2.8801700000000001</c:v>
                </c:pt>
                <c:pt idx="11069">
                  <c:v>2.8804799999999999</c:v>
                </c:pt>
                <c:pt idx="11070">
                  <c:v>2.8807800000000001</c:v>
                </c:pt>
                <c:pt idx="11071">
                  <c:v>2.8810899999999999</c:v>
                </c:pt>
                <c:pt idx="11072">
                  <c:v>2.8813900000000001</c:v>
                </c:pt>
                <c:pt idx="11073">
                  <c:v>2.8816999999999999</c:v>
                </c:pt>
                <c:pt idx="11074">
                  <c:v>2.8820000000000001</c:v>
                </c:pt>
                <c:pt idx="11075">
                  <c:v>2.8823099999999999</c:v>
                </c:pt>
                <c:pt idx="11076">
                  <c:v>2.8826100000000001</c:v>
                </c:pt>
                <c:pt idx="11077">
                  <c:v>2.8829199999999999</c:v>
                </c:pt>
                <c:pt idx="11078">
                  <c:v>2.8832200000000001</c:v>
                </c:pt>
                <c:pt idx="11079">
                  <c:v>2.8835299999999999</c:v>
                </c:pt>
                <c:pt idx="11080">
                  <c:v>2.8838400000000002</c:v>
                </c:pt>
                <c:pt idx="11081">
                  <c:v>2.8841399999999999</c:v>
                </c:pt>
                <c:pt idx="11082">
                  <c:v>2.8844500000000002</c:v>
                </c:pt>
                <c:pt idx="11083">
                  <c:v>2.8847499999999999</c:v>
                </c:pt>
                <c:pt idx="11084">
                  <c:v>2.8850600000000002</c:v>
                </c:pt>
                <c:pt idx="11085">
                  <c:v>2.8853599999999999</c:v>
                </c:pt>
                <c:pt idx="11086">
                  <c:v>2.8856700000000002</c:v>
                </c:pt>
                <c:pt idx="11087">
                  <c:v>2.8859699999999999</c:v>
                </c:pt>
                <c:pt idx="11088">
                  <c:v>2.8862800000000002</c:v>
                </c:pt>
                <c:pt idx="11089">
                  <c:v>2.8865799999999999</c:v>
                </c:pt>
                <c:pt idx="11090">
                  <c:v>2.8868900000000002</c:v>
                </c:pt>
                <c:pt idx="11091">
                  <c:v>2.8871899999999999</c:v>
                </c:pt>
                <c:pt idx="11092">
                  <c:v>2.8875000000000002</c:v>
                </c:pt>
                <c:pt idx="11093">
                  <c:v>2.88781</c:v>
                </c:pt>
                <c:pt idx="11094">
                  <c:v>2.8881100000000002</c:v>
                </c:pt>
                <c:pt idx="11095">
                  <c:v>2.88842</c:v>
                </c:pt>
                <c:pt idx="11096">
                  <c:v>2.8887200000000002</c:v>
                </c:pt>
                <c:pt idx="11097">
                  <c:v>2.88903</c:v>
                </c:pt>
                <c:pt idx="11098">
                  <c:v>2.8893300000000002</c:v>
                </c:pt>
                <c:pt idx="11099">
                  <c:v>2.88964</c:v>
                </c:pt>
                <c:pt idx="11100">
                  <c:v>2.8899400000000002</c:v>
                </c:pt>
                <c:pt idx="11101">
                  <c:v>2.89025</c:v>
                </c:pt>
                <c:pt idx="11102">
                  <c:v>2.8905500000000002</c:v>
                </c:pt>
                <c:pt idx="11103">
                  <c:v>2.89086</c:v>
                </c:pt>
                <c:pt idx="11104">
                  <c:v>2.8911600000000002</c:v>
                </c:pt>
                <c:pt idx="11105">
                  <c:v>2.89147</c:v>
                </c:pt>
                <c:pt idx="11106">
                  <c:v>2.8917799999999998</c:v>
                </c:pt>
                <c:pt idx="11107">
                  <c:v>2.89208</c:v>
                </c:pt>
                <c:pt idx="11108">
                  <c:v>2.8923899999999998</c:v>
                </c:pt>
                <c:pt idx="11109">
                  <c:v>2.89269</c:v>
                </c:pt>
                <c:pt idx="11110">
                  <c:v>2.8929999999999998</c:v>
                </c:pt>
                <c:pt idx="11111">
                  <c:v>2.8933</c:v>
                </c:pt>
                <c:pt idx="11112">
                  <c:v>2.8936099999999998</c:v>
                </c:pt>
                <c:pt idx="11113">
                  <c:v>2.89391</c:v>
                </c:pt>
                <c:pt idx="11114">
                  <c:v>2.8942199999999998</c:v>
                </c:pt>
                <c:pt idx="11115">
                  <c:v>2.89452</c:v>
                </c:pt>
                <c:pt idx="11116">
                  <c:v>2.8948299999999998</c:v>
                </c:pt>
                <c:pt idx="11117">
                  <c:v>2.89513</c:v>
                </c:pt>
                <c:pt idx="11118">
                  <c:v>2.8954399999999998</c:v>
                </c:pt>
                <c:pt idx="11119">
                  <c:v>2.89575</c:v>
                </c:pt>
                <c:pt idx="11120">
                  <c:v>2.8960499999999998</c:v>
                </c:pt>
                <c:pt idx="11121">
                  <c:v>2.89636</c:v>
                </c:pt>
                <c:pt idx="11122">
                  <c:v>2.8966599999999998</c:v>
                </c:pt>
                <c:pt idx="11123">
                  <c:v>2.89697</c:v>
                </c:pt>
                <c:pt idx="11124">
                  <c:v>2.8972699999999998</c:v>
                </c:pt>
                <c:pt idx="11125">
                  <c:v>2.89758</c:v>
                </c:pt>
                <c:pt idx="11126">
                  <c:v>2.8978799999999998</c:v>
                </c:pt>
                <c:pt idx="11127">
                  <c:v>2.89819</c:v>
                </c:pt>
                <c:pt idx="11128">
                  <c:v>2.8984899999999998</c:v>
                </c:pt>
                <c:pt idx="11129">
                  <c:v>2.8988</c:v>
                </c:pt>
                <c:pt idx="11130">
                  <c:v>2.8991099999999999</c:v>
                </c:pt>
                <c:pt idx="11131">
                  <c:v>2.89941</c:v>
                </c:pt>
                <c:pt idx="11132">
                  <c:v>2.8997199999999999</c:v>
                </c:pt>
                <c:pt idx="11133">
                  <c:v>2.90002</c:v>
                </c:pt>
                <c:pt idx="11134">
                  <c:v>2.9003299999999999</c:v>
                </c:pt>
                <c:pt idx="11135">
                  <c:v>2.90063</c:v>
                </c:pt>
                <c:pt idx="11136">
                  <c:v>2.9009399999999999</c:v>
                </c:pt>
                <c:pt idx="11137">
                  <c:v>2.90124</c:v>
                </c:pt>
                <c:pt idx="11138">
                  <c:v>2.9015499999999999</c:v>
                </c:pt>
                <c:pt idx="11139">
                  <c:v>2.90185</c:v>
                </c:pt>
                <c:pt idx="11140">
                  <c:v>2.9021599999999999</c:v>
                </c:pt>
                <c:pt idx="11141">
                  <c:v>2.90246</c:v>
                </c:pt>
                <c:pt idx="11142">
                  <c:v>2.9027699999999999</c:v>
                </c:pt>
                <c:pt idx="11143">
                  <c:v>2.9030800000000001</c:v>
                </c:pt>
                <c:pt idx="11144">
                  <c:v>2.9033799999999998</c:v>
                </c:pt>
                <c:pt idx="11145">
                  <c:v>2.9036900000000001</c:v>
                </c:pt>
                <c:pt idx="11146">
                  <c:v>2.9039899999999998</c:v>
                </c:pt>
                <c:pt idx="11147">
                  <c:v>2.9043000000000001</c:v>
                </c:pt>
                <c:pt idx="11148">
                  <c:v>2.9045999999999998</c:v>
                </c:pt>
                <c:pt idx="11149">
                  <c:v>2.9049100000000001</c:v>
                </c:pt>
                <c:pt idx="11150">
                  <c:v>2.9052099999999998</c:v>
                </c:pt>
                <c:pt idx="11151">
                  <c:v>2.9055200000000001</c:v>
                </c:pt>
                <c:pt idx="11152">
                  <c:v>2.9058199999999998</c:v>
                </c:pt>
                <c:pt idx="11153">
                  <c:v>2.9061300000000001</c:v>
                </c:pt>
                <c:pt idx="11154">
                  <c:v>2.9064299999999998</c:v>
                </c:pt>
                <c:pt idx="11155">
                  <c:v>2.9067400000000001</c:v>
                </c:pt>
                <c:pt idx="11156">
                  <c:v>2.9070499999999999</c:v>
                </c:pt>
                <c:pt idx="11157">
                  <c:v>2.9073500000000001</c:v>
                </c:pt>
                <c:pt idx="11158">
                  <c:v>2.9076599999999999</c:v>
                </c:pt>
                <c:pt idx="11159">
                  <c:v>2.9079600000000001</c:v>
                </c:pt>
                <c:pt idx="11160">
                  <c:v>2.9082699999999999</c:v>
                </c:pt>
                <c:pt idx="11161">
                  <c:v>2.9085700000000001</c:v>
                </c:pt>
                <c:pt idx="11162">
                  <c:v>2.9088799999999999</c:v>
                </c:pt>
                <c:pt idx="11163">
                  <c:v>2.9091800000000001</c:v>
                </c:pt>
                <c:pt idx="11164">
                  <c:v>2.9094899999999999</c:v>
                </c:pt>
                <c:pt idx="11165">
                  <c:v>2.9097900000000001</c:v>
                </c:pt>
                <c:pt idx="11166">
                  <c:v>2.9100999999999999</c:v>
                </c:pt>
                <c:pt idx="11167">
                  <c:v>2.9104000000000001</c:v>
                </c:pt>
                <c:pt idx="11168">
                  <c:v>2.9107099999999999</c:v>
                </c:pt>
                <c:pt idx="11169">
                  <c:v>2.9110200000000002</c:v>
                </c:pt>
                <c:pt idx="11170">
                  <c:v>2.9113199999999999</c:v>
                </c:pt>
                <c:pt idx="11171">
                  <c:v>2.9116300000000002</c:v>
                </c:pt>
                <c:pt idx="11172">
                  <c:v>2.9119299999999999</c:v>
                </c:pt>
                <c:pt idx="11173">
                  <c:v>2.9122400000000002</c:v>
                </c:pt>
                <c:pt idx="11174">
                  <c:v>2.9125399999999999</c:v>
                </c:pt>
                <c:pt idx="11175">
                  <c:v>2.9128500000000002</c:v>
                </c:pt>
                <c:pt idx="11176">
                  <c:v>2.9131499999999999</c:v>
                </c:pt>
                <c:pt idx="11177">
                  <c:v>2.9134600000000002</c:v>
                </c:pt>
                <c:pt idx="11178">
                  <c:v>2.9137599999999999</c:v>
                </c:pt>
                <c:pt idx="11179">
                  <c:v>2.9140700000000002</c:v>
                </c:pt>
                <c:pt idx="11180">
                  <c:v>2.9143699999999999</c:v>
                </c:pt>
                <c:pt idx="11181">
                  <c:v>2.9146800000000002</c:v>
                </c:pt>
                <c:pt idx="11182">
                  <c:v>2.91499</c:v>
                </c:pt>
                <c:pt idx="11183">
                  <c:v>2.9152900000000002</c:v>
                </c:pt>
                <c:pt idx="11184">
                  <c:v>2.9156</c:v>
                </c:pt>
                <c:pt idx="11185">
                  <c:v>2.9159000000000002</c:v>
                </c:pt>
                <c:pt idx="11186">
                  <c:v>2.91621</c:v>
                </c:pt>
                <c:pt idx="11187">
                  <c:v>2.9165100000000002</c:v>
                </c:pt>
                <c:pt idx="11188">
                  <c:v>2.91682</c:v>
                </c:pt>
                <c:pt idx="11189">
                  <c:v>2.9171200000000002</c:v>
                </c:pt>
                <c:pt idx="11190">
                  <c:v>2.91743</c:v>
                </c:pt>
                <c:pt idx="11191">
                  <c:v>2.9177300000000002</c:v>
                </c:pt>
                <c:pt idx="11192">
                  <c:v>2.91804</c:v>
                </c:pt>
                <c:pt idx="11193">
                  <c:v>2.9183500000000002</c:v>
                </c:pt>
                <c:pt idx="11194">
                  <c:v>2.91865</c:v>
                </c:pt>
                <c:pt idx="11195">
                  <c:v>2.9189600000000002</c:v>
                </c:pt>
                <c:pt idx="11196">
                  <c:v>2.91926</c:v>
                </c:pt>
                <c:pt idx="11197">
                  <c:v>2.9195700000000002</c:v>
                </c:pt>
                <c:pt idx="11198">
                  <c:v>2.91987</c:v>
                </c:pt>
                <c:pt idx="11199">
                  <c:v>2.9201800000000002</c:v>
                </c:pt>
                <c:pt idx="11200">
                  <c:v>2.92048</c:v>
                </c:pt>
                <c:pt idx="11201">
                  <c:v>2.9207900000000002</c:v>
                </c:pt>
                <c:pt idx="11202">
                  <c:v>2.92109</c:v>
                </c:pt>
                <c:pt idx="11203">
                  <c:v>2.9214000000000002</c:v>
                </c:pt>
                <c:pt idx="11204">
                  <c:v>2.9217</c:v>
                </c:pt>
                <c:pt idx="11205">
                  <c:v>2.9220100000000002</c:v>
                </c:pt>
                <c:pt idx="11206">
                  <c:v>2.92232</c:v>
                </c:pt>
                <c:pt idx="11207">
                  <c:v>2.9226200000000002</c:v>
                </c:pt>
                <c:pt idx="11208">
                  <c:v>2.92293</c:v>
                </c:pt>
                <c:pt idx="11209">
                  <c:v>2.9232300000000002</c:v>
                </c:pt>
                <c:pt idx="11210">
                  <c:v>2.92354</c:v>
                </c:pt>
                <c:pt idx="11211">
                  <c:v>2.9238400000000002</c:v>
                </c:pt>
                <c:pt idx="11212">
                  <c:v>2.92415</c:v>
                </c:pt>
                <c:pt idx="11213">
                  <c:v>2.9244500000000002</c:v>
                </c:pt>
                <c:pt idx="11214">
                  <c:v>2.92476</c:v>
                </c:pt>
                <c:pt idx="11215">
                  <c:v>2.9250600000000002</c:v>
                </c:pt>
                <c:pt idx="11216">
                  <c:v>2.92537</c:v>
                </c:pt>
                <c:pt idx="11217">
                  <c:v>2.9256700000000002</c:v>
                </c:pt>
                <c:pt idx="11218">
                  <c:v>2.92598</c:v>
                </c:pt>
                <c:pt idx="11219">
                  <c:v>2.9262899999999998</c:v>
                </c:pt>
                <c:pt idx="11220">
                  <c:v>2.92659</c:v>
                </c:pt>
                <c:pt idx="11221">
                  <c:v>2.9268999999999998</c:v>
                </c:pt>
                <c:pt idx="11222">
                  <c:v>2.9272</c:v>
                </c:pt>
                <c:pt idx="11223">
                  <c:v>2.9275099999999998</c:v>
                </c:pt>
                <c:pt idx="11224">
                  <c:v>2.92781</c:v>
                </c:pt>
                <c:pt idx="11225">
                  <c:v>2.9281199999999998</c:v>
                </c:pt>
                <c:pt idx="11226">
                  <c:v>2.92842</c:v>
                </c:pt>
                <c:pt idx="11227">
                  <c:v>2.9287299999999998</c:v>
                </c:pt>
                <c:pt idx="11228">
                  <c:v>2.92903</c:v>
                </c:pt>
                <c:pt idx="11229">
                  <c:v>2.9293399999999998</c:v>
                </c:pt>
                <c:pt idx="11230">
                  <c:v>2.92964</c:v>
                </c:pt>
                <c:pt idx="11231">
                  <c:v>2.9299499999999998</c:v>
                </c:pt>
                <c:pt idx="11232">
                  <c:v>2.9302600000000001</c:v>
                </c:pt>
                <c:pt idx="11233">
                  <c:v>2.9305599999999998</c:v>
                </c:pt>
                <c:pt idx="11234">
                  <c:v>2.9308700000000001</c:v>
                </c:pt>
                <c:pt idx="11235">
                  <c:v>2.9311699999999998</c:v>
                </c:pt>
                <c:pt idx="11236">
                  <c:v>2.9314800000000001</c:v>
                </c:pt>
                <c:pt idx="11237">
                  <c:v>2.9317799999999998</c:v>
                </c:pt>
                <c:pt idx="11238">
                  <c:v>2.9320900000000001</c:v>
                </c:pt>
                <c:pt idx="11239">
                  <c:v>2.9323899999999998</c:v>
                </c:pt>
                <c:pt idx="11240">
                  <c:v>2.9327000000000001</c:v>
                </c:pt>
                <c:pt idx="11241">
                  <c:v>2.9329999999999998</c:v>
                </c:pt>
                <c:pt idx="11242">
                  <c:v>2.9333100000000001</c:v>
                </c:pt>
                <c:pt idx="11243">
                  <c:v>2.9336099999999998</c:v>
                </c:pt>
                <c:pt idx="11244">
                  <c:v>2.9339200000000001</c:v>
                </c:pt>
                <c:pt idx="11245">
                  <c:v>2.9342299999999999</c:v>
                </c:pt>
                <c:pt idx="11246">
                  <c:v>2.9345300000000001</c:v>
                </c:pt>
                <c:pt idx="11247">
                  <c:v>2.9348399999999999</c:v>
                </c:pt>
                <c:pt idx="11248">
                  <c:v>2.9351400000000001</c:v>
                </c:pt>
                <c:pt idx="11249">
                  <c:v>2.9354499999999999</c:v>
                </c:pt>
                <c:pt idx="11250">
                  <c:v>2.9357500000000001</c:v>
                </c:pt>
                <c:pt idx="11251">
                  <c:v>2.9360599999999999</c:v>
                </c:pt>
                <c:pt idx="11252">
                  <c:v>2.9363600000000001</c:v>
                </c:pt>
                <c:pt idx="11253">
                  <c:v>2.9366699999999999</c:v>
                </c:pt>
                <c:pt idx="11254">
                  <c:v>2.9369700000000001</c:v>
                </c:pt>
                <c:pt idx="11255">
                  <c:v>2.9372799999999999</c:v>
                </c:pt>
                <c:pt idx="11256">
                  <c:v>2.9375900000000001</c:v>
                </c:pt>
                <c:pt idx="11257">
                  <c:v>2.9378899999999999</c:v>
                </c:pt>
                <c:pt idx="11258">
                  <c:v>2.9382000000000001</c:v>
                </c:pt>
                <c:pt idx="11259">
                  <c:v>2.9384999999999999</c:v>
                </c:pt>
                <c:pt idx="11260">
                  <c:v>2.9388100000000001</c:v>
                </c:pt>
                <c:pt idx="11261">
                  <c:v>2.9391099999999999</c:v>
                </c:pt>
                <c:pt idx="11262">
                  <c:v>2.9394200000000001</c:v>
                </c:pt>
                <c:pt idx="11263">
                  <c:v>2.9397199999999999</c:v>
                </c:pt>
                <c:pt idx="11264">
                  <c:v>2.9400300000000001</c:v>
                </c:pt>
                <c:pt idx="11265">
                  <c:v>2.9403299999999999</c:v>
                </c:pt>
                <c:pt idx="11266">
                  <c:v>2.9406400000000001</c:v>
                </c:pt>
                <c:pt idx="11267">
                  <c:v>2.9409399999999999</c:v>
                </c:pt>
                <c:pt idx="11268">
                  <c:v>2.9412500000000001</c:v>
                </c:pt>
                <c:pt idx="11269">
                  <c:v>2.94156</c:v>
                </c:pt>
                <c:pt idx="11270">
                  <c:v>2.9418600000000001</c:v>
                </c:pt>
                <c:pt idx="11271">
                  <c:v>2.94217</c:v>
                </c:pt>
                <c:pt idx="11272">
                  <c:v>2.9424700000000001</c:v>
                </c:pt>
                <c:pt idx="11273">
                  <c:v>2.94278</c:v>
                </c:pt>
                <c:pt idx="11274">
                  <c:v>2.9430800000000001</c:v>
                </c:pt>
                <c:pt idx="11275">
                  <c:v>2.94339</c:v>
                </c:pt>
                <c:pt idx="11276">
                  <c:v>2.9436900000000001</c:v>
                </c:pt>
                <c:pt idx="11277">
                  <c:v>2.944</c:v>
                </c:pt>
                <c:pt idx="11278">
                  <c:v>2.9443000000000001</c:v>
                </c:pt>
                <c:pt idx="11279">
                  <c:v>2.9446099999999999</c:v>
                </c:pt>
                <c:pt idx="11280">
                  <c:v>2.9449100000000001</c:v>
                </c:pt>
                <c:pt idx="11281">
                  <c:v>2.9452199999999999</c:v>
                </c:pt>
                <c:pt idx="11282">
                  <c:v>2.9455300000000002</c:v>
                </c:pt>
                <c:pt idx="11283">
                  <c:v>2.9458299999999999</c:v>
                </c:pt>
                <c:pt idx="11284">
                  <c:v>2.9461400000000002</c:v>
                </c:pt>
                <c:pt idx="11285">
                  <c:v>2.9464399999999999</c:v>
                </c:pt>
                <c:pt idx="11286">
                  <c:v>2.9467500000000002</c:v>
                </c:pt>
                <c:pt idx="11287">
                  <c:v>2.9470499999999999</c:v>
                </c:pt>
                <c:pt idx="11288">
                  <c:v>2.9473600000000002</c:v>
                </c:pt>
                <c:pt idx="11289">
                  <c:v>2.9476599999999999</c:v>
                </c:pt>
                <c:pt idx="11290">
                  <c:v>2.9479700000000002</c:v>
                </c:pt>
                <c:pt idx="11291">
                  <c:v>2.9482699999999999</c:v>
                </c:pt>
                <c:pt idx="11292">
                  <c:v>2.9485800000000002</c:v>
                </c:pt>
                <c:pt idx="11293">
                  <c:v>2.9488799999999999</c:v>
                </c:pt>
                <c:pt idx="11294">
                  <c:v>2.9491900000000002</c:v>
                </c:pt>
                <c:pt idx="11295">
                  <c:v>2.9495</c:v>
                </c:pt>
                <c:pt idx="11296">
                  <c:v>2.9498000000000002</c:v>
                </c:pt>
                <c:pt idx="11297">
                  <c:v>2.95011</c:v>
                </c:pt>
                <c:pt idx="11298">
                  <c:v>2.9504100000000002</c:v>
                </c:pt>
                <c:pt idx="11299">
                  <c:v>2.95072</c:v>
                </c:pt>
                <c:pt idx="11300">
                  <c:v>2.9510200000000002</c:v>
                </c:pt>
                <c:pt idx="11301">
                  <c:v>2.95133</c:v>
                </c:pt>
                <c:pt idx="11302">
                  <c:v>2.9516300000000002</c:v>
                </c:pt>
                <c:pt idx="11303">
                  <c:v>2.95194</c:v>
                </c:pt>
                <c:pt idx="11304">
                  <c:v>2.9522400000000002</c:v>
                </c:pt>
                <c:pt idx="11305">
                  <c:v>2.95255</c:v>
                </c:pt>
                <c:pt idx="11306">
                  <c:v>2.9528599999999998</c:v>
                </c:pt>
                <c:pt idx="11307">
                  <c:v>2.95316</c:v>
                </c:pt>
                <c:pt idx="11308">
                  <c:v>2.9534699999999998</c:v>
                </c:pt>
                <c:pt idx="11309">
                  <c:v>2.95377</c:v>
                </c:pt>
                <c:pt idx="11310">
                  <c:v>2.9540799999999998</c:v>
                </c:pt>
                <c:pt idx="11311">
                  <c:v>2.95438</c:v>
                </c:pt>
                <c:pt idx="11312">
                  <c:v>2.9546899999999998</c:v>
                </c:pt>
                <c:pt idx="11313">
                  <c:v>2.95499</c:v>
                </c:pt>
                <c:pt idx="11314">
                  <c:v>2.9552999999999998</c:v>
                </c:pt>
                <c:pt idx="11315">
                  <c:v>2.9556</c:v>
                </c:pt>
                <c:pt idx="11316">
                  <c:v>2.9559099999999998</c:v>
                </c:pt>
                <c:pt idx="11317">
                  <c:v>2.95621</c:v>
                </c:pt>
                <c:pt idx="11318">
                  <c:v>2.9565199999999998</c:v>
                </c:pt>
                <c:pt idx="11319">
                  <c:v>2.9568300000000001</c:v>
                </c:pt>
                <c:pt idx="11320">
                  <c:v>2.9571299999999998</c:v>
                </c:pt>
                <c:pt idx="11321">
                  <c:v>2.9574400000000001</c:v>
                </c:pt>
                <c:pt idx="11322">
                  <c:v>2.9577399999999998</c:v>
                </c:pt>
                <c:pt idx="11323">
                  <c:v>2.9580500000000001</c:v>
                </c:pt>
                <c:pt idx="11324">
                  <c:v>2.9583499999999998</c:v>
                </c:pt>
                <c:pt idx="11325">
                  <c:v>2.9586600000000001</c:v>
                </c:pt>
                <c:pt idx="11326">
                  <c:v>2.9589599999999998</c:v>
                </c:pt>
                <c:pt idx="11327">
                  <c:v>2.9592700000000001</c:v>
                </c:pt>
                <c:pt idx="11328">
                  <c:v>2.9595699999999998</c:v>
                </c:pt>
                <c:pt idx="11329">
                  <c:v>2.9598800000000001</c:v>
                </c:pt>
                <c:pt idx="11330">
                  <c:v>2.9601799999999998</c:v>
                </c:pt>
                <c:pt idx="11331">
                  <c:v>2.9604900000000001</c:v>
                </c:pt>
                <c:pt idx="11332">
                  <c:v>2.9607999999999999</c:v>
                </c:pt>
                <c:pt idx="11333">
                  <c:v>2.9611000000000001</c:v>
                </c:pt>
                <c:pt idx="11334">
                  <c:v>2.9614099999999999</c:v>
                </c:pt>
                <c:pt idx="11335">
                  <c:v>2.9617100000000001</c:v>
                </c:pt>
                <c:pt idx="11336">
                  <c:v>2.9620199999999999</c:v>
                </c:pt>
                <c:pt idx="11337">
                  <c:v>2.9623200000000001</c:v>
                </c:pt>
                <c:pt idx="11338">
                  <c:v>2.9626299999999999</c:v>
                </c:pt>
                <c:pt idx="11339">
                  <c:v>2.9629300000000001</c:v>
                </c:pt>
                <c:pt idx="11340">
                  <c:v>2.9632399999999999</c:v>
                </c:pt>
                <c:pt idx="11341">
                  <c:v>2.9635400000000001</c:v>
                </c:pt>
                <c:pt idx="11342">
                  <c:v>2.9638499999999999</c:v>
                </c:pt>
                <c:pt idx="11343">
                  <c:v>2.9641500000000001</c:v>
                </c:pt>
                <c:pt idx="11344">
                  <c:v>2.9644599999999999</c:v>
                </c:pt>
                <c:pt idx="11345">
                  <c:v>2.9647700000000001</c:v>
                </c:pt>
                <c:pt idx="11346">
                  <c:v>2.9650699999999999</c:v>
                </c:pt>
                <c:pt idx="11347">
                  <c:v>2.9653800000000001</c:v>
                </c:pt>
                <c:pt idx="11348">
                  <c:v>2.9656799999999999</c:v>
                </c:pt>
                <c:pt idx="11349">
                  <c:v>2.9659900000000001</c:v>
                </c:pt>
                <c:pt idx="11350">
                  <c:v>2.9662899999999999</c:v>
                </c:pt>
                <c:pt idx="11351">
                  <c:v>2.9666000000000001</c:v>
                </c:pt>
                <c:pt idx="11352">
                  <c:v>2.9668999999999999</c:v>
                </c:pt>
                <c:pt idx="11353">
                  <c:v>2.9672100000000001</c:v>
                </c:pt>
                <c:pt idx="11354">
                  <c:v>2.9675099999999999</c:v>
                </c:pt>
                <c:pt idx="11355">
                  <c:v>2.9678200000000001</c:v>
                </c:pt>
                <c:pt idx="11356">
                  <c:v>2.9681199999999999</c:v>
                </c:pt>
                <c:pt idx="11357">
                  <c:v>2.9684300000000001</c:v>
                </c:pt>
                <c:pt idx="11358">
                  <c:v>2.9687399999999999</c:v>
                </c:pt>
                <c:pt idx="11359">
                  <c:v>2.9690400000000001</c:v>
                </c:pt>
                <c:pt idx="11360">
                  <c:v>2.9693499999999999</c:v>
                </c:pt>
                <c:pt idx="11361">
                  <c:v>2.9696500000000001</c:v>
                </c:pt>
                <c:pt idx="11362">
                  <c:v>2.9699599999999999</c:v>
                </c:pt>
                <c:pt idx="11363">
                  <c:v>2.9702600000000001</c:v>
                </c:pt>
                <c:pt idx="11364">
                  <c:v>2.9705699999999999</c:v>
                </c:pt>
                <c:pt idx="11365">
                  <c:v>2.9708700000000001</c:v>
                </c:pt>
                <c:pt idx="11366">
                  <c:v>2.9711799999999999</c:v>
                </c:pt>
                <c:pt idx="11367">
                  <c:v>2.9714800000000001</c:v>
                </c:pt>
                <c:pt idx="11368">
                  <c:v>2.9717899999999999</c:v>
                </c:pt>
                <c:pt idx="11369">
                  <c:v>2.9721000000000002</c:v>
                </c:pt>
                <c:pt idx="11370">
                  <c:v>2.9723999999999999</c:v>
                </c:pt>
                <c:pt idx="11371">
                  <c:v>2.9727100000000002</c:v>
                </c:pt>
                <c:pt idx="11372">
                  <c:v>2.9730099999999999</c:v>
                </c:pt>
                <c:pt idx="11373">
                  <c:v>2.9733200000000002</c:v>
                </c:pt>
                <c:pt idx="11374">
                  <c:v>2.9736199999999999</c:v>
                </c:pt>
                <c:pt idx="11375">
                  <c:v>2.9739300000000002</c:v>
                </c:pt>
                <c:pt idx="11376">
                  <c:v>2.9742299999999999</c:v>
                </c:pt>
                <c:pt idx="11377">
                  <c:v>2.9745400000000002</c:v>
                </c:pt>
                <c:pt idx="11378">
                  <c:v>2.9748399999999999</c:v>
                </c:pt>
                <c:pt idx="11379">
                  <c:v>2.9751500000000002</c:v>
                </c:pt>
                <c:pt idx="11380">
                  <c:v>2.9754499999999999</c:v>
                </c:pt>
                <c:pt idx="11381">
                  <c:v>2.9757600000000002</c:v>
                </c:pt>
                <c:pt idx="11382">
                  <c:v>2.97607</c:v>
                </c:pt>
                <c:pt idx="11383">
                  <c:v>2.9763700000000002</c:v>
                </c:pt>
                <c:pt idx="11384">
                  <c:v>2.97668</c:v>
                </c:pt>
                <c:pt idx="11385">
                  <c:v>2.9769800000000002</c:v>
                </c:pt>
                <c:pt idx="11386">
                  <c:v>2.97729</c:v>
                </c:pt>
                <c:pt idx="11387">
                  <c:v>2.9775900000000002</c:v>
                </c:pt>
                <c:pt idx="11388">
                  <c:v>2.9779</c:v>
                </c:pt>
                <c:pt idx="11389">
                  <c:v>2.9782000000000002</c:v>
                </c:pt>
                <c:pt idx="11390">
                  <c:v>2.97851</c:v>
                </c:pt>
                <c:pt idx="11391">
                  <c:v>2.9788100000000002</c:v>
                </c:pt>
                <c:pt idx="11392">
                  <c:v>2.97912</c:v>
                </c:pt>
                <c:pt idx="11393">
                  <c:v>2.9794200000000002</c:v>
                </c:pt>
                <c:pt idx="11394">
                  <c:v>2.97973</c:v>
                </c:pt>
                <c:pt idx="11395">
                  <c:v>2.9800399999999998</c:v>
                </c:pt>
                <c:pt idx="11396">
                  <c:v>2.98034</c:v>
                </c:pt>
                <c:pt idx="11397">
                  <c:v>2.9806499999999998</c:v>
                </c:pt>
                <c:pt idx="11398">
                  <c:v>2.98095</c:v>
                </c:pt>
                <c:pt idx="11399">
                  <c:v>2.9812599999999998</c:v>
                </c:pt>
                <c:pt idx="11400">
                  <c:v>2.98156</c:v>
                </c:pt>
                <c:pt idx="11401">
                  <c:v>2.9818699999999998</c:v>
                </c:pt>
                <c:pt idx="11402">
                  <c:v>2.98217</c:v>
                </c:pt>
                <c:pt idx="11403">
                  <c:v>2.9824799999999998</c:v>
                </c:pt>
                <c:pt idx="11404">
                  <c:v>2.98278</c:v>
                </c:pt>
                <c:pt idx="11405">
                  <c:v>2.9830899999999998</c:v>
                </c:pt>
                <c:pt idx="11406">
                  <c:v>2.98339</c:v>
                </c:pt>
                <c:pt idx="11407">
                  <c:v>2.9836999999999998</c:v>
                </c:pt>
                <c:pt idx="11408">
                  <c:v>2.9840100000000001</c:v>
                </c:pt>
                <c:pt idx="11409">
                  <c:v>2.9843099999999998</c:v>
                </c:pt>
                <c:pt idx="11410">
                  <c:v>2.9846200000000001</c:v>
                </c:pt>
                <c:pt idx="11411">
                  <c:v>2.9849199999999998</c:v>
                </c:pt>
                <c:pt idx="11412">
                  <c:v>2.9852300000000001</c:v>
                </c:pt>
                <c:pt idx="11413">
                  <c:v>2.9855299999999998</c:v>
                </c:pt>
                <c:pt idx="11414">
                  <c:v>2.98584</c:v>
                </c:pt>
                <c:pt idx="11415">
                  <c:v>2.9861399999999998</c:v>
                </c:pt>
                <c:pt idx="11416">
                  <c:v>2.98645</c:v>
                </c:pt>
                <c:pt idx="11417">
                  <c:v>2.9867499999999998</c:v>
                </c:pt>
                <c:pt idx="11418">
                  <c:v>2.98706</c:v>
                </c:pt>
                <c:pt idx="11419">
                  <c:v>2.9873599999999998</c:v>
                </c:pt>
                <c:pt idx="11420">
                  <c:v>2.98767</c:v>
                </c:pt>
                <c:pt idx="11421">
                  <c:v>2.9879799999999999</c:v>
                </c:pt>
                <c:pt idx="11422">
                  <c:v>2.98828</c:v>
                </c:pt>
                <c:pt idx="11423">
                  <c:v>2.9885899999999999</c:v>
                </c:pt>
                <c:pt idx="11424">
                  <c:v>2.98889</c:v>
                </c:pt>
                <c:pt idx="11425">
                  <c:v>2.9891999999999999</c:v>
                </c:pt>
                <c:pt idx="11426">
                  <c:v>2.9895</c:v>
                </c:pt>
                <c:pt idx="11427">
                  <c:v>2.9898099999999999</c:v>
                </c:pt>
                <c:pt idx="11428">
                  <c:v>2.99011</c:v>
                </c:pt>
                <c:pt idx="11429">
                  <c:v>2.9904199999999999</c:v>
                </c:pt>
                <c:pt idx="11430">
                  <c:v>2.99072</c:v>
                </c:pt>
                <c:pt idx="11431">
                  <c:v>2.9910299999999999</c:v>
                </c:pt>
                <c:pt idx="11432">
                  <c:v>2.9913400000000001</c:v>
                </c:pt>
                <c:pt idx="11433">
                  <c:v>2.9916399999999999</c:v>
                </c:pt>
                <c:pt idx="11434">
                  <c:v>2.9919500000000001</c:v>
                </c:pt>
                <c:pt idx="11435">
                  <c:v>2.9922499999999999</c:v>
                </c:pt>
                <c:pt idx="11436">
                  <c:v>2.9925600000000001</c:v>
                </c:pt>
                <c:pt idx="11437">
                  <c:v>2.9928599999999999</c:v>
                </c:pt>
                <c:pt idx="11438">
                  <c:v>2.9931700000000001</c:v>
                </c:pt>
                <c:pt idx="11439">
                  <c:v>2.9934699999999999</c:v>
                </c:pt>
                <c:pt idx="11440">
                  <c:v>2.9937800000000001</c:v>
                </c:pt>
                <c:pt idx="11441">
                  <c:v>2.9940799999999999</c:v>
                </c:pt>
                <c:pt idx="11442">
                  <c:v>2.9943900000000001</c:v>
                </c:pt>
                <c:pt idx="11443">
                  <c:v>2.9946899999999999</c:v>
                </c:pt>
                <c:pt idx="11444">
                  <c:v>2.9950000000000001</c:v>
                </c:pt>
                <c:pt idx="11445">
                  <c:v>2.9953099999999999</c:v>
                </c:pt>
                <c:pt idx="11446">
                  <c:v>2.9956100000000001</c:v>
                </c:pt>
                <c:pt idx="11447">
                  <c:v>2.9959199999999999</c:v>
                </c:pt>
                <c:pt idx="11448">
                  <c:v>2.9962200000000001</c:v>
                </c:pt>
                <c:pt idx="11449">
                  <c:v>2.9965299999999999</c:v>
                </c:pt>
                <c:pt idx="11450">
                  <c:v>2.9968300000000001</c:v>
                </c:pt>
                <c:pt idx="11451">
                  <c:v>2.9971399999999999</c:v>
                </c:pt>
                <c:pt idx="11452">
                  <c:v>2.9974400000000001</c:v>
                </c:pt>
                <c:pt idx="11453">
                  <c:v>2.9977499999999999</c:v>
                </c:pt>
                <c:pt idx="11454">
                  <c:v>2.9980500000000001</c:v>
                </c:pt>
                <c:pt idx="11455">
                  <c:v>2.9983599999999999</c:v>
                </c:pt>
                <c:pt idx="11456">
                  <c:v>2.9986600000000001</c:v>
                </c:pt>
                <c:pt idx="11457">
                  <c:v>2.9989699999999999</c:v>
                </c:pt>
                <c:pt idx="11458">
                  <c:v>2.9992800000000002</c:v>
                </c:pt>
                <c:pt idx="11459">
                  <c:v>2.9995799999999999</c:v>
                </c:pt>
                <c:pt idx="11460">
                  <c:v>2.9998900000000002</c:v>
                </c:pt>
                <c:pt idx="11461">
                  <c:v>3.0001899999999999</c:v>
                </c:pt>
                <c:pt idx="11462">
                  <c:v>3.0005000000000002</c:v>
                </c:pt>
                <c:pt idx="11463">
                  <c:v>3.0007999999999999</c:v>
                </c:pt>
                <c:pt idx="11464">
                  <c:v>3.0011100000000002</c:v>
                </c:pt>
                <c:pt idx="11465">
                  <c:v>3.0014099999999999</c:v>
                </c:pt>
                <c:pt idx="11466">
                  <c:v>3.0017200000000002</c:v>
                </c:pt>
                <c:pt idx="11467">
                  <c:v>3.0020199999999999</c:v>
                </c:pt>
                <c:pt idx="11468">
                  <c:v>3.0023300000000002</c:v>
                </c:pt>
                <c:pt idx="11469">
                  <c:v>3.0026299999999999</c:v>
                </c:pt>
                <c:pt idx="11470">
                  <c:v>3.0029400000000002</c:v>
                </c:pt>
                <c:pt idx="11471">
                  <c:v>3.00325</c:v>
                </c:pt>
                <c:pt idx="11472">
                  <c:v>3.0035500000000002</c:v>
                </c:pt>
                <c:pt idx="11473">
                  <c:v>3.00386</c:v>
                </c:pt>
                <c:pt idx="11474">
                  <c:v>3.0041600000000002</c:v>
                </c:pt>
                <c:pt idx="11475">
                  <c:v>3.00447</c:v>
                </c:pt>
                <c:pt idx="11476">
                  <c:v>3.0047700000000002</c:v>
                </c:pt>
                <c:pt idx="11477">
                  <c:v>3.00508</c:v>
                </c:pt>
                <c:pt idx="11478">
                  <c:v>3.0053800000000002</c:v>
                </c:pt>
                <c:pt idx="11479">
                  <c:v>3.00569</c:v>
                </c:pt>
                <c:pt idx="11480">
                  <c:v>3.0059900000000002</c:v>
                </c:pt>
                <c:pt idx="11481">
                  <c:v>3.0063</c:v>
                </c:pt>
                <c:pt idx="11482">
                  <c:v>3.0066000000000002</c:v>
                </c:pt>
                <c:pt idx="11483">
                  <c:v>3.00691</c:v>
                </c:pt>
                <c:pt idx="11484">
                  <c:v>3.0072199999999998</c:v>
                </c:pt>
                <c:pt idx="11485">
                  <c:v>3.00752</c:v>
                </c:pt>
                <c:pt idx="11486">
                  <c:v>3.0078299999999998</c:v>
                </c:pt>
                <c:pt idx="11487">
                  <c:v>3.00813</c:v>
                </c:pt>
                <c:pt idx="11488">
                  <c:v>3.0084399999999998</c:v>
                </c:pt>
                <c:pt idx="11489">
                  <c:v>3.00874</c:v>
                </c:pt>
                <c:pt idx="11490">
                  <c:v>3.0090499999999998</c:v>
                </c:pt>
                <c:pt idx="11491">
                  <c:v>3.00935</c:v>
                </c:pt>
                <c:pt idx="11492">
                  <c:v>3.0096599999999998</c:v>
                </c:pt>
                <c:pt idx="11493">
                  <c:v>3.00996</c:v>
                </c:pt>
                <c:pt idx="11494">
                  <c:v>3.0102699999999998</c:v>
                </c:pt>
                <c:pt idx="11495">
                  <c:v>3.01058</c:v>
                </c:pt>
                <c:pt idx="11496">
                  <c:v>3.0108799999999998</c:v>
                </c:pt>
                <c:pt idx="11497">
                  <c:v>3.01119</c:v>
                </c:pt>
                <c:pt idx="11498">
                  <c:v>3.0114899999999998</c:v>
                </c:pt>
                <c:pt idx="11499">
                  <c:v>3.0118</c:v>
                </c:pt>
                <c:pt idx="11500">
                  <c:v>3.0121000000000002</c:v>
                </c:pt>
                <c:pt idx="11501">
                  <c:v>3.01241</c:v>
                </c:pt>
                <c:pt idx="11502">
                  <c:v>3.0127100000000002</c:v>
                </c:pt>
                <c:pt idx="11503">
                  <c:v>3.01302</c:v>
                </c:pt>
                <c:pt idx="11504">
                  <c:v>3.0133200000000002</c:v>
                </c:pt>
                <c:pt idx="11505">
                  <c:v>3.01363</c:v>
                </c:pt>
                <c:pt idx="11506">
                  <c:v>3.0139300000000002</c:v>
                </c:pt>
                <c:pt idx="11507">
                  <c:v>3.01424</c:v>
                </c:pt>
                <c:pt idx="11508">
                  <c:v>3.0145499999999998</c:v>
                </c:pt>
                <c:pt idx="11509">
                  <c:v>3.01485</c:v>
                </c:pt>
                <c:pt idx="11510">
                  <c:v>3.0151599999999998</c:v>
                </c:pt>
                <c:pt idx="11511">
                  <c:v>3.01546</c:v>
                </c:pt>
                <c:pt idx="11512">
                  <c:v>3.0157699999999998</c:v>
                </c:pt>
                <c:pt idx="11513">
                  <c:v>3.01607</c:v>
                </c:pt>
                <c:pt idx="11514">
                  <c:v>3.0163799999999998</c:v>
                </c:pt>
                <c:pt idx="11515">
                  <c:v>3.01668</c:v>
                </c:pt>
                <c:pt idx="11516">
                  <c:v>3.0169899999999998</c:v>
                </c:pt>
                <c:pt idx="11517">
                  <c:v>3.01729</c:v>
                </c:pt>
                <c:pt idx="11518">
                  <c:v>3.0175999999999998</c:v>
                </c:pt>
                <c:pt idx="11519">
                  <c:v>3.0179</c:v>
                </c:pt>
                <c:pt idx="11520">
                  <c:v>3.0182099999999998</c:v>
                </c:pt>
                <c:pt idx="11521">
                  <c:v>3.0185200000000001</c:v>
                </c:pt>
                <c:pt idx="11522">
                  <c:v>3.0188199999999998</c:v>
                </c:pt>
                <c:pt idx="11523">
                  <c:v>3.0191300000000001</c:v>
                </c:pt>
                <c:pt idx="11524">
                  <c:v>3.0194299999999998</c:v>
                </c:pt>
                <c:pt idx="11525">
                  <c:v>3.0197400000000001</c:v>
                </c:pt>
                <c:pt idx="11526">
                  <c:v>3.0200399999999998</c:v>
                </c:pt>
                <c:pt idx="11527">
                  <c:v>3.0203500000000001</c:v>
                </c:pt>
                <c:pt idx="11528">
                  <c:v>3.0206499999999998</c:v>
                </c:pt>
                <c:pt idx="11529">
                  <c:v>3.0209600000000001</c:v>
                </c:pt>
                <c:pt idx="11530">
                  <c:v>3.0212599999999998</c:v>
                </c:pt>
                <c:pt idx="11531">
                  <c:v>3.0215700000000001</c:v>
                </c:pt>
                <c:pt idx="11532">
                  <c:v>3.0218699999999998</c:v>
                </c:pt>
                <c:pt idx="11533">
                  <c:v>3.0221800000000001</c:v>
                </c:pt>
                <c:pt idx="11534">
                  <c:v>3.0224899999999999</c:v>
                </c:pt>
                <c:pt idx="11535">
                  <c:v>3.0227900000000001</c:v>
                </c:pt>
                <c:pt idx="11536">
                  <c:v>3.0230999999999999</c:v>
                </c:pt>
                <c:pt idx="11537">
                  <c:v>3.0234000000000001</c:v>
                </c:pt>
                <c:pt idx="11538">
                  <c:v>3.0237099999999999</c:v>
                </c:pt>
                <c:pt idx="11539">
                  <c:v>3.0240100000000001</c:v>
                </c:pt>
                <c:pt idx="11540">
                  <c:v>3.0243199999999999</c:v>
                </c:pt>
                <c:pt idx="11541">
                  <c:v>3.0246200000000001</c:v>
                </c:pt>
                <c:pt idx="11542">
                  <c:v>3.0249299999999999</c:v>
                </c:pt>
                <c:pt idx="11543">
                  <c:v>3.0252300000000001</c:v>
                </c:pt>
                <c:pt idx="11544">
                  <c:v>3.0255399999999999</c:v>
                </c:pt>
                <c:pt idx="11545">
                  <c:v>3.0258500000000002</c:v>
                </c:pt>
                <c:pt idx="11546">
                  <c:v>3.0261499999999999</c:v>
                </c:pt>
                <c:pt idx="11547">
                  <c:v>3.0264600000000002</c:v>
                </c:pt>
                <c:pt idx="11548">
                  <c:v>3.0267599999999999</c:v>
                </c:pt>
                <c:pt idx="11549">
                  <c:v>3.0270700000000001</c:v>
                </c:pt>
                <c:pt idx="11550">
                  <c:v>3.0273699999999999</c:v>
                </c:pt>
                <c:pt idx="11551">
                  <c:v>3.0276800000000001</c:v>
                </c:pt>
                <c:pt idx="11552">
                  <c:v>3.0279799999999999</c:v>
                </c:pt>
                <c:pt idx="11553">
                  <c:v>3.0282900000000001</c:v>
                </c:pt>
                <c:pt idx="11554">
                  <c:v>3.0285899999999999</c:v>
                </c:pt>
                <c:pt idx="11555">
                  <c:v>3.0289000000000001</c:v>
                </c:pt>
                <c:pt idx="11556">
                  <c:v>3.0291999999999999</c:v>
                </c:pt>
                <c:pt idx="11557">
                  <c:v>3.0295100000000001</c:v>
                </c:pt>
                <c:pt idx="11558">
                  <c:v>3.02982</c:v>
                </c:pt>
                <c:pt idx="11559">
                  <c:v>3.0301200000000001</c:v>
                </c:pt>
                <c:pt idx="11560">
                  <c:v>3.03043</c:v>
                </c:pt>
                <c:pt idx="11561">
                  <c:v>3.0307300000000001</c:v>
                </c:pt>
                <c:pt idx="11562">
                  <c:v>3.03104</c:v>
                </c:pt>
                <c:pt idx="11563">
                  <c:v>3.0313400000000001</c:v>
                </c:pt>
                <c:pt idx="11564">
                  <c:v>3.03165</c:v>
                </c:pt>
                <c:pt idx="11565">
                  <c:v>3.0319500000000001</c:v>
                </c:pt>
                <c:pt idx="11566">
                  <c:v>3.03226</c:v>
                </c:pt>
                <c:pt idx="11567">
                  <c:v>3.0325600000000001</c:v>
                </c:pt>
                <c:pt idx="11568">
                  <c:v>3.03287</c:v>
                </c:pt>
                <c:pt idx="11569">
                  <c:v>3.0331700000000001</c:v>
                </c:pt>
                <c:pt idx="11570">
                  <c:v>3.03348</c:v>
                </c:pt>
                <c:pt idx="11571">
                  <c:v>3.0337900000000002</c:v>
                </c:pt>
                <c:pt idx="11572">
                  <c:v>3.03409</c:v>
                </c:pt>
                <c:pt idx="11573">
                  <c:v>3.0344000000000002</c:v>
                </c:pt>
                <c:pt idx="11574">
                  <c:v>3.0347</c:v>
                </c:pt>
                <c:pt idx="11575">
                  <c:v>3.0350100000000002</c:v>
                </c:pt>
                <c:pt idx="11576">
                  <c:v>3.03531</c:v>
                </c:pt>
                <c:pt idx="11577">
                  <c:v>3.0356200000000002</c:v>
                </c:pt>
                <c:pt idx="11578">
                  <c:v>3.03592</c:v>
                </c:pt>
                <c:pt idx="11579">
                  <c:v>3.0362300000000002</c:v>
                </c:pt>
                <c:pt idx="11580">
                  <c:v>3.03653</c:v>
                </c:pt>
                <c:pt idx="11581">
                  <c:v>3.0368400000000002</c:v>
                </c:pt>
                <c:pt idx="11582">
                  <c:v>3.03714</c:v>
                </c:pt>
                <c:pt idx="11583">
                  <c:v>3.0374500000000002</c:v>
                </c:pt>
                <c:pt idx="11584">
                  <c:v>3.03776</c:v>
                </c:pt>
                <c:pt idx="11585">
                  <c:v>3.0380600000000002</c:v>
                </c:pt>
                <c:pt idx="11586">
                  <c:v>3.03837</c:v>
                </c:pt>
                <c:pt idx="11587">
                  <c:v>3.0386700000000002</c:v>
                </c:pt>
                <c:pt idx="11588">
                  <c:v>3.03898</c:v>
                </c:pt>
                <c:pt idx="11589">
                  <c:v>3.0392800000000002</c:v>
                </c:pt>
                <c:pt idx="11590">
                  <c:v>3.03959</c:v>
                </c:pt>
                <c:pt idx="11591">
                  <c:v>3.0398900000000002</c:v>
                </c:pt>
                <c:pt idx="11592">
                  <c:v>3.0402</c:v>
                </c:pt>
                <c:pt idx="11593">
                  <c:v>3.0405000000000002</c:v>
                </c:pt>
                <c:pt idx="11594">
                  <c:v>3.04081</c:v>
                </c:pt>
                <c:pt idx="11595">
                  <c:v>3.0411100000000002</c:v>
                </c:pt>
                <c:pt idx="11596">
                  <c:v>3.04142</c:v>
                </c:pt>
                <c:pt idx="11597">
                  <c:v>3.0417299999999998</c:v>
                </c:pt>
                <c:pt idx="11598">
                  <c:v>3.04203</c:v>
                </c:pt>
                <c:pt idx="11599">
                  <c:v>3.0423399999999998</c:v>
                </c:pt>
                <c:pt idx="11600">
                  <c:v>3.04264</c:v>
                </c:pt>
                <c:pt idx="11601">
                  <c:v>3.0429499999999998</c:v>
                </c:pt>
                <c:pt idx="11602">
                  <c:v>3.04325</c:v>
                </c:pt>
                <c:pt idx="11603">
                  <c:v>3.0435599999999998</c:v>
                </c:pt>
                <c:pt idx="11604">
                  <c:v>3.04386</c:v>
                </c:pt>
                <c:pt idx="11605">
                  <c:v>3.0441699999999998</c:v>
                </c:pt>
                <c:pt idx="11606">
                  <c:v>3.04447</c:v>
                </c:pt>
                <c:pt idx="11607">
                  <c:v>3.0447799999999998</c:v>
                </c:pt>
                <c:pt idx="11608">
                  <c:v>3.0450900000000001</c:v>
                </c:pt>
                <c:pt idx="11609">
                  <c:v>3.0453899999999998</c:v>
                </c:pt>
                <c:pt idx="11610">
                  <c:v>3.0457000000000001</c:v>
                </c:pt>
                <c:pt idx="11611">
                  <c:v>3.0459999999999998</c:v>
                </c:pt>
                <c:pt idx="11612">
                  <c:v>3.0463100000000001</c:v>
                </c:pt>
                <c:pt idx="11613">
                  <c:v>3.0466099999999998</c:v>
                </c:pt>
                <c:pt idx="11614">
                  <c:v>3.0469200000000001</c:v>
                </c:pt>
                <c:pt idx="11615">
                  <c:v>3.0472199999999998</c:v>
                </c:pt>
                <c:pt idx="11616">
                  <c:v>3.0475300000000001</c:v>
                </c:pt>
                <c:pt idx="11617">
                  <c:v>3.0478299999999998</c:v>
                </c:pt>
                <c:pt idx="11618">
                  <c:v>3.0481400000000001</c:v>
                </c:pt>
                <c:pt idx="11619">
                  <c:v>3.0484399999999998</c:v>
                </c:pt>
                <c:pt idx="11620">
                  <c:v>3.0487500000000001</c:v>
                </c:pt>
                <c:pt idx="11621">
                  <c:v>3.0490599999999999</c:v>
                </c:pt>
                <c:pt idx="11622">
                  <c:v>3.0493600000000001</c:v>
                </c:pt>
                <c:pt idx="11623">
                  <c:v>3.0496699999999999</c:v>
                </c:pt>
                <c:pt idx="11624">
                  <c:v>3.0499700000000001</c:v>
                </c:pt>
                <c:pt idx="11625">
                  <c:v>3.0502799999999999</c:v>
                </c:pt>
                <c:pt idx="11626">
                  <c:v>3.0505800000000001</c:v>
                </c:pt>
                <c:pt idx="11627">
                  <c:v>3.0508899999999999</c:v>
                </c:pt>
                <c:pt idx="11628">
                  <c:v>3.0511900000000001</c:v>
                </c:pt>
                <c:pt idx="11629">
                  <c:v>3.0514999999999999</c:v>
                </c:pt>
                <c:pt idx="11630">
                  <c:v>3.0518000000000001</c:v>
                </c:pt>
                <c:pt idx="11631">
                  <c:v>3.0521099999999999</c:v>
                </c:pt>
                <c:pt idx="11632">
                  <c:v>3.0524100000000001</c:v>
                </c:pt>
                <c:pt idx="11633">
                  <c:v>3.0527199999999999</c:v>
                </c:pt>
                <c:pt idx="11634">
                  <c:v>3.0530300000000001</c:v>
                </c:pt>
                <c:pt idx="11635">
                  <c:v>3.0533299999999999</c:v>
                </c:pt>
                <c:pt idx="11636">
                  <c:v>3.0536400000000001</c:v>
                </c:pt>
                <c:pt idx="11637">
                  <c:v>3.0539399999999999</c:v>
                </c:pt>
                <c:pt idx="11638">
                  <c:v>3.0542500000000001</c:v>
                </c:pt>
                <c:pt idx="11639">
                  <c:v>3.0545499999999999</c:v>
                </c:pt>
                <c:pt idx="11640">
                  <c:v>3.0548600000000001</c:v>
                </c:pt>
                <c:pt idx="11641">
                  <c:v>3.0551599999999999</c:v>
                </c:pt>
                <c:pt idx="11642">
                  <c:v>3.0554700000000001</c:v>
                </c:pt>
                <c:pt idx="11643">
                  <c:v>3.0557699999999999</c:v>
                </c:pt>
                <c:pt idx="11644">
                  <c:v>3.0560800000000001</c:v>
                </c:pt>
                <c:pt idx="11645">
                  <c:v>3.0563799999999999</c:v>
                </c:pt>
                <c:pt idx="11646">
                  <c:v>3.0566900000000001</c:v>
                </c:pt>
                <c:pt idx="11647">
                  <c:v>3.0569999999999999</c:v>
                </c:pt>
                <c:pt idx="11648">
                  <c:v>3.0573000000000001</c:v>
                </c:pt>
                <c:pt idx="11649">
                  <c:v>3.0576099999999999</c:v>
                </c:pt>
                <c:pt idx="11650">
                  <c:v>3.0579100000000001</c:v>
                </c:pt>
                <c:pt idx="11651">
                  <c:v>3.0582199999999999</c:v>
                </c:pt>
                <c:pt idx="11652">
                  <c:v>3.0585200000000001</c:v>
                </c:pt>
                <c:pt idx="11653">
                  <c:v>3.0588299999999999</c:v>
                </c:pt>
                <c:pt idx="11654">
                  <c:v>3.0591300000000001</c:v>
                </c:pt>
                <c:pt idx="11655">
                  <c:v>3.0594399999999999</c:v>
                </c:pt>
                <c:pt idx="11656">
                  <c:v>3.0597400000000001</c:v>
                </c:pt>
                <c:pt idx="11657">
                  <c:v>3.0600499999999999</c:v>
                </c:pt>
                <c:pt idx="11658">
                  <c:v>3.0603500000000001</c:v>
                </c:pt>
                <c:pt idx="11659">
                  <c:v>3.0606599999999999</c:v>
                </c:pt>
                <c:pt idx="11660">
                  <c:v>3.0609700000000002</c:v>
                </c:pt>
                <c:pt idx="11661">
                  <c:v>3.0612699999999999</c:v>
                </c:pt>
                <c:pt idx="11662">
                  <c:v>3.0615800000000002</c:v>
                </c:pt>
                <c:pt idx="11663">
                  <c:v>3.0618799999999999</c:v>
                </c:pt>
                <c:pt idx="11664">
                  <c:v>3.0621900000000002</c:v>
                </c:pt>
                <c:pt idx="11665">
                  <c:v>3.0624899999999999</c:v>
                </c:pt>
                <c:pt idx="11666">
                  <c:v>3.0628000000000002</c:v>
                </c:pt>
                <c:pt idx="11667">
                  <c:v>3.0630999999999999</c:v>
                </c:pt>
                <c:pt idx="11668">
                  <c:v>3.0634100000000002</c:v>
                </c:pt>
                <c:pt idx="11669">
                  <c:v>3.0637099999999999</c:v>
                </c:pt>
                <c:pt idx="11670">
                  <c:v>3.0640200000000002</c:v>
                </c:pt>
                <c:pt idx="11671">
                  <c:v>3.06433</c:v>
                </c:pt>
                <c:pt idx="11672">
                  <c:v>3.0646300000000002</c:v>
                </c:pt>
                <c:pt idx="11673">
                  <c:v>3.06494</c:v>
                </c:pt>
                <c:pt idx="11674">
                  <c:v>3.0652400000000002</c:v>
                </c:pt>
                <c:pt idx="11675">
                  <c:v>3.06555</c:v>
                </c:pt>
                <c:pt idx="11676">
                  <c:v>3.0658500000000002</c:v>
                </c:pt>
                <c:pt idx="11677">
                  <c:v>3.06616</c:v>
                </c:pt>
                <c:pt idx="11678">
                  <c:v>3.0664600000000002</c:v>
                </c:pt>
                <c:pt idx="11679">
                  <c:v>3.06677</c:v>
                </c:pt>
                <c:pt idx="11680">
                  <c:v>3.0670700000000002</c:v>
                </c:pt>
                <c:pt idx="11681">
                  <c:v>3.06738</c:v>
                </c:pt>
                <c:pt idx="11682">
                  <c:v>3.0676800000000002</c:v>
                </c:pt>
                <c:pt idx="11683">
                  <c:v>3.06799</c:v>
                </c:pt>
                <c:pt idx="11684">
                  <c:v>3.0682999999999998</c:v>
                </c:pt>
                <c:pt idx="11685">
                  <c:v>3.0686</c:v>
                </c:pt>
                <c:pt idx="11686">
                  <c:v>3.0689099999999998</c:v>
                </c:pt>
                <c:pt idx="11687">
                  <c:v>3.06921</c:v>
                </c:pt>
                <c:pt idx="11688">
                  <c:v>3.0695199999999998</c:v>
                </c:pt>
                <c:pt idx="11689">
                  <c:v>3.06982</c:v>
                </c:pt>
                <c:pt idx="11690">
                  <c:v>3.0701299999999998</c:v>
                </c:pt>
                <c:pt idx="11691">
                  <c:v>3.07043</c:v>
                </c:pt>
                <c:pt idx="11692">
                  <c:v>3.0707399999999998</c:v>
                </c:pt>
                <c:pt idx="11693">
                  <c:v>3.07104</c:v>
                </c:pt>
                <c:pt idx="11694">
                  <c:v>3.0713499999999998</c:v>
                </c:pt>
                <c:pt idx="11695">
                  <c:v>3.07165</c:v>
                </c:pt>
                <c:pt idx="11696">
                  <c:v>3.0719599999999998</c:v>
                </c:pt>
                <c:pt idx="11697">
                  <c:v>3.0722700000000001</c:v>
                </c:pt>
                <c:pt idx="11698">
                  <c:v>3.0725699999999998</c:v>
                </c:pt>
                <c:pt idx="11699">
                  <c:v>3.0728800000000001</c:v>
                </c:pt>
                <c:pt idx="11700">
                  <c:v>3.0731799999999998</c:v>
                </c:pt>
                <c:pt idx="11701">
                  <c:v>3.0734900000000001</c:v>
                </c:pt>
                <c:pt idx="11702">
                  <c:v>3.0737899999999998</c:v>
                </c:pt>
                <c:pt idx="11703">
                  <c:v>3.0741000000000001</c:v>
                </c:pt>
                <c:pt idx="11704">
                  <c:v>3.0743999999999998</c:v>
                </c:pt>
                <c:pt idx="11705">
                  <c:v>3.0747100000000001</c:v>
                </c:pt>
                <c:pt idx="11706">
                  <c:v>3.0750099999999998</c:v>
                </c:pt>
                <c:pt idx="11707">
                  <c:v>3.0753200000000001</c:v>
                </c:pt>
                <c:pt idx="11708">
                  <c:v>3.0756199999999998</c:v>
                </c:pt>
                <c:pt idx="11709">
                  <c:v>3.0759300000000001</c:v>
                </c:pt>
                <c:pt idx="11710">
                  <c:v>3.0762399999999999</c:v>
                </c:pt>
                <c:pt idx="11711">
                  <c:v>3.0765400000000001</c:v>
                </c:pt>
                <c:pt idx="11712">
                  <c:v>3.0768499999999999</c:v>
                </c:pt>
                <c:pt idx="11713">
                  <c:v>3.0771500000000001</c:v>
                </c:pt>
                <c:pt idx="11714">
                  <c:v>3.0774599999999999</c:v>
                </c:pt>
                <c:pt idx="11715">
                  <c:v>3.0777600000000001</c:v>
                </c:pt>
                <c:pt idx="11716">
                  <c:v>3.0780699999999999</c:v>
                </c:pt>
                <c:pt idx="11717">
                  <c:v>3.0783700000000001</c:v>
                </c:pt>
                <c:pt idx="11718">
                  <c:v>3.0786799999999999</c:v>
                </c:pt>
                <c:pt idx="11719">
                  <c:v>3.0789800000000001</c:v>
                </c:pt>
                <c:pt idx="11720">
                  <c:v>3.0792899999999999</c:v>
                </c:pt>
                <c:pt idx="11721">
                  <c:v>3.0796000000000001</c:v>
                </c:pt>
                <c:pt idx="11722">
                  <c:v>3.0798999999999999</c:v>
                </c:pt>
                <c:pt idx="11723">
                  <c:v>3.0802100000000001</c:v>
                </c:pt>
                <c:pt idx="11724">
                  <c:v>3.0805099999999999</c:v>
                </c:pt>
                <c:pt idx="11725">
                  <c:v>3.0808200000000001</c:v>
                </c:pt>
                <c:pt idx="11726">
                  <c:v>3.0811199999999999</c:v>
                </c:pt>
                <c:pt idx="11727">
                  <c:v>3.0814300000000001</c:v>
                </c:pt>
                <c:pt idx="11728">
                  <c:v>3.0817299999999999</c:v>
                </c:pt>
                <c:pt idx="11729">
                  <c:v>3.0820400000000001</c:v>
                </c:pt>
                <c:pt idx="11730">
                  <c:v>3.0823399999999999</c:v>
                </c:pt>
                <c:pt idx="11731">
                  <c:v>3.0826500000000001</c:v>
                </c:pt>
                <c:pt idx="11732">
                  <c:v>3.0829499999999999</c:v>
                </c:pt>
                <c:pt idx="11733">
                  <c:v>3.0832600000000001</c:v>
                </c:pt>
                <c:pt idx="11734">
                  <c:v>3.0835699999999999</c:v>
                </c:pt>
                <c:pt idx="11735">
                  <c:v>3.0838700000000001</c:v>
                </c:pt>
                <c:pt idx="11736">
                  <c:v>3.0841799999999999</c:v>
                </c:pt>
                <c:pt idx="11737">
                  <c:v>3.0844800000000001</c:v>
                </c:pt>
                <c:pt idx="11738">
                  <c:v>3.0847899999999999</c:v>
                </c:pt>
                <c:pt idx="11739">
                  <c:v>3.0850900000000001</c:v>
                </c:pt>
                <c:pt idx="11740">
                  <c:v>3.0853999999999999</c:v>
                </c:pt>
                <c:pt idx="11741">
                  <c:v>3.0857000000000001</c:v>
                </c:pt>
                <c:pt idx="11742">
                  <c:v>3.0860099999999999</c:v>
                </c:pt>
                <c:pt idx="11743">
                  <c:v>3.0863100000000001</c:v>
                </c:pt>
                <c:pt idx="11744">
                  <c:v>3.0866199999999999</c:v>
                </c:pt>
                <c:pt idx="11745">
                  <c:v>3.0869200000000001</c:v>
                </c:pt>
                <c:pt idx="11746">
                  <c:v>3.0872299999999999</c:v>
                </c:pt>
                <c:pt idx="11747">
                  <c:v>3.0875400000000002</c:v>
                </c:pt>
                <c:pt idx="11748">
                  <c:v>3.0878399999999999</c:v>
                </c:pt>
                <c:pt idx="11749">
                  <c:v>3.0881500000000002</c:v>
                </c:pt>
                <c:pt idx="11750">
                  <c:v>3.0884499999999999</c:v>
                </c:pt>
                <c:pt idx="11751">
                  <c:v>3.0887600000000002</c:v>
                </c:pt>
                <c:pt idx="11752">
                  <c:v>3.0890599999999999</c:v>
                </c:pt>
                <c:pt idx="11753">
                  <c:v>3.0893700000000002</c:v>
                </c:pt>
                <c:pt idx="11754">
                  <c:v>3.0896699999999999</c:v>
                </c:pt>
                <c:pt idx="11755">
                  <c:v>3.0899800000000002</c:v>
                </c:pt>
                <c:pt idx="11756">
                  <c:v>3.0902799999999999</c:v>
                </c:pt>
                <c:pt idx="11757">
                  <c:v>3.0905900000000002</c:v>
                </c:pt>
                <c:pt idx="11758">
                  <c:v>3.0908899999999999</c:v>
                </c:pt>
                <c:pt idx="11759">
                  <c:v>3.0912000000000002</c:v>
                </c:pt>
                <c:pt idx="11760">
                  <c:v>3.09151</c:v>
                </c:pt>
                <c:pt idx="11761">
                  <c:v>3.0918100000000002</c:v>
                </c:pt>
                <c:pt idx="11762">
                  <c:v>3.09212</c:v>
                </c:pt>
                <c:pt idx="11763">
                  <c:v>3.0924200000000002</c:v>
                </c:pt>
                <c:pt idx="11764">
                  <c:v>3.09273</c:v>
                </c:pt>
                <c:pt idx="11765">
                  <c:v>3.0930300000000002</c:v>
                </c:pt>
                <c:pt idx="11766">
                  <c:v>3.09334</c:v>
                </c:pt>
                <c:pt idx="11767">
                  <c:v>3.0936400000000002</c:v>
                </c:pt>
                <c:pt idx="11768">
                  <c:v>3.09395</c:v>
                </c:pt>
                <c:pt idx="11769">
                  <c:v>3.0942500000000002</c:v>
                </c:pt>
                <c:pt idx="11770">
                  <c:v>3.09456</c:v>
                </c:pt>
                <c:pt idx="11771">
                  <c:v>3.0948600000000002</c:v>
                </c:pt>
                <c:pt idx="11772">
                  <c:v>3.09517</c:v>
                </c:pt>
                <c:pt idx="11773">
                  <c:v>3.0954799999999998</c:v>
                </c:pt>
                <c:pt idx="11774">
                  <c:v>3.09578</c:v>
                </c:pt>
                <c:pt idx="11775">
                  <c:v>3.0960899999999998</c:v>
                </c:pt>
                <c:pt idx="11776">
                  <c:v>3.09639</c:v>
                </c:pt>
                <c:pt idx="11777">
                  <c:v>3.0966999999999998</c:v>
                </c:pt>
                <c:pt idx="11778">
                  <c:v>3.097</c:v>
                </c:pt>
                <c:pt idx="11779">
                  <c:v>3.0973099999999998</c:v>
                </c:pt>
                <c:pt idx="11780">
                  <c:v>3.09761</c:v>
                </c:pt>
                <c:pt idx="11781">
                  <c:v>3.0979199999999998</c:v>
                </c:pt>
                <c:pt idx="11782">
                  <c:v>3.09822</c:v>
                </c:pt>
                <c:pt idx="11783">
                  <c:v>3.0985299999999998</c:v>
                </c:pt>
                <c:pt idx="11784">
                  <c:v>3.09884</c:v>
                </c:pt>
                <c:pt idx="11785">
                  <c:v>3.0991399999999998</c:v>
                </c:pt>
                <c:pt idx="11786">
                  <c:v>3.09945</c:v>
                </c:pt>
                <c:pt idx="11787">
                  <c:v>3.0997499999999998</c:v>
                </c:pt>
                <c:pt idx="11788">
                  <c:v>3.10006</c:v>
                </c:pt>
                <c:pt idx="11789">
                  <c:v>3.1003599999999998</c:v>
                </c:pt>
                <c:pt idx="11790">
                  <c:v>3.10067</c:v>
                </c:pt>
                <c:pt idx="11791">
                  <c:v>3.1009699999999998</c:v>
                </c:pt>
                <c:pt idx="11792">
                  <c:v>3.10128</c:v>
                </c:pt>
                <c:pt idx="11793">
                  <c:v>3.1015799999999998</c:v>
                </c:pt>
                <c:pt idx="11794">
                  <c:v>3.10189</c:v>
                </c:pt>
                <c:pt idx="11795">
                  <c:v>3.1021899999999998</c:v>
                </c:pt>
                <c:pt idx="11796">
                  <c:v>3.1025</c:v>
                </c:pt>
                <c:pt idx="11797">
                  <c:v>3.1028099999999998</c:v>
                </c:pt>
                <c:pt idx="11798">
                  <c:v>3.10311</c:v>
                </c:pt>
                <c:pt idx="11799">
                  <c:v>3.1034199999999998</c:v>
                </c:pt>
                <c:pt idx="11800">
                  <c:v>3.10372</c:v>
                </c:pt>
                <c:pt idx="11801">
                  <c:v>3.1040299999999998</c:v>
                </c:pt>
                <c:pt idx="11802">
                  <c:v>3.10433</c:v>
                </c:pt>
                <c:pt idx="11803">
                  <c:v>3.1046399999999998</c:v>
                </c:pt>
                <c:pt idx="11804">
                  <c:v>3.10494</c:v>
                </c:pt>
                <c:pt idx="11805">
                  <c:v>3.1052499999999998</c:v>
                </c:pt>
                <c:pt idx="11806">
                  <c:v>3.10555</c:v>
                </c:pt>
                <c:pt idx="11807">
                  <c:v>3.1058599999999998</c:v>
                </c:pt>
                <c:pt idx="11808">
                  <c:v>3.10616</c:v>
                </c:pt>
                <c:pt idx="11809">
                  <c:v>3.1064699999999998</c:v>
                </c:pt>
                <c:pt idx="11810">
                  <c:v>3.1067800000000001</c:v>
                </c:pt>
                <c:pt idx="11811">
                  <c:v>3.1070799999999998</c:v>
                </c:pt>
                <c:pt idx="11812">
                  <c:v>3.1073900000000001</c:v>
                </c:pt>
                <c:pt idx="11813">
                  <c:v>3.1076899999999998</c:v>
                </c:pt>
                <c:pt idx="11814">
                  <c:v>3.1080000000000001</c:v>
                </c:pt>
                <c:pt idx="11815">
                  <c:v>3.1082999999999998</c:v>
                </c:pt>
                <c:pt idx="11816">
                  <c:v>3.1086100000000001</c:v>
                </c:pt>
                <c:pt idx="11817">
                  <c:v>3.1089099999999998</c:v>
                </c:pt>
                <c:pt idx="11818">
                  <c:v>3.1092200000000001</c:v>
                </c:pt>
                <c:pt idx="11819">
                  <c:v>3.1095199999999998</c:v>
                </c:pt>
                <c:pt idx="11820">
                  <c:v>3.1098300000000001</c:v>
                </c:pt>
                <c:pt idx="11821">
                  <c:v>3.1101299999999998</c:v>
                </c:pt>
                <c:pt idx="11822">
                  <c:v>3.1104400000000001</c:v>
                </c:pt>
                <c:pt idx="11823">
                  <c:v>3.1107499999999999</c:v>
                </c:pt>
                <c:pt idx="11824">
                  <c:v>3.1110500000000001</c:v>
                </c:pt>
                <c:pt idx="11825">
                  <c:v>3.1113599999999999</c:v>
                </c:pt>
                <c:pt idx="11826">
                  <c:v>3.1116600000000001</c:v>
                </c:pt>
                <c:pt idx="11827">
                  <c:v>3.1119699999999999</c:v>
                </c:pt>
                <c:pt idx="11828">
                  <c:v>3.1122700000000001</c:v>
                </c:pt>
                <c:pt idx="11829">
                  <c:v>3.1125799999999999</c:v>
                </c:pt>
                <c:pt idx="11830">
                  <c:v>3.1128800000000001</c:v>
                </c:pt>
                <c:pt idx="11831">
                  <c:v>3.1131899999999999</c:v>
                </c:pt>
                <c:pt idx="11832">
                  <c:v>3.1134900000000001</c:v>
                </c:pt>
                <c:pt idx="11833">
                  <c:v>3.1137999999999999</c:v>
                </c:pt>
                <c:pt idx="11834">
                  <c:v>3.1141000000000001</c:v>
                </c:pt>
                <c:pt idx="11835">
                  <c:v>3.1144099999999999</c:v>
                </c:pt>
                <c:pt idx="11836">
                  <c:v>3.1147200000000002</c:v>
                </c:pt>
                <c:pt idx="11837">
                  <c:v>3.1150199999999999</c:v>
                </c:pt>
                <c:pt idx="11838">
                  <c:v>3.1153300000000002</c:v>
                </c:pt>
                <c:pt idx="11839">
                  <c:v>3.1156299999999999</c:v>
                </c:pt>
                <c:pt idx="11840">
                  <c:v>3.1159400000000002</c:v>
                </c:pt>
                <c:pt idx="11841">
                  <c:v>3.1162399999999999</c:v>
                </c:pt>
                <c:pt idx="11842">
                  <c:v>3.1165500000000002</c:v>
                </c:pt>
                <c:pt idx="11843">
                  <c:v>3.1168499999999999</c:v>
                </c:pt>
                <c:pt idx="11844">
                  <c:v>3.1171600000000002</c:v>
                </c:pt>
                <c:pt idx="11845">
                  <c:v>3.1174599999999999</c:v>
                </c:pt>
                <c:pt idx="11846">
                  <c:v>3.1177700000000002</c:v>
                </c:pt>
                <c:pt idx="11847">
                  <c:v>3.11808</c:v>
                </c:pt>
                <c:pt idx="11848">
                  <c:v>3.1183800000000002</c:v>
                </c:pt>
                <c:pt idx="11849">
                  <c:v>3.11869</c:v>
                </c:pt>
                <c:pt idx="11850">
                  <c:v>3.1189900000000002</c:v>
                </c:pt>
                <c:pt idx="11851">
                  <c:v>3.1193</c:v>
                </c:pt>
                <c:pt idx="11852">
                  <c:v>3.1196000000000002</c:v>
                </c:pt>
                <c:pt idx="11853">
                  <c:v>3.11991</c:v>
                </c:pt>
                <c:pt idx="11854">
                  <c:v>3.1202100000000002</c:v>
                </c:pt>
                <c:pt idx="11855">
                  <c:v>3.12052</c:v>
                </c:pt>
                <c:pt idx="11856">
                  <c:v>3.1208200000000001</c:v>
                </c:pt>
                <c:pt idx="11857">
                  <c:v>3.12113</c:v>
                </c:pt>
                <c:pt idx="11858">
                  <c:v>3.1214300000000001</c:v>
                </c:pt>
                <c:pt idx="11859">
                  <c:v>3.12174</c:v>
                </c:pt>
                <c:pt idx="11860">
                  <c:v>3.1220500000000002</c:v>
                </c:pt>
                <c:pt idx="11861">
                  <c:v>3.12235</c:v>
                </c:pt>
                <c:pt idx="11862">
                  <c:v>3.1226600000000002</c:v>
                </c:pt>
                <c:pt idx="11863">
                  <c:v>3.12296</c:v>
                </c:pt>
                <c:pt idx="11864">
                  <c:v>3.1232700000000002</c:v>
                </c:pt>
                <c:pt idx="11865">
                  <c:v>3.12357</c:v>
                </c:pt>
                <c:pt idx="11866">
                  <c:v>3.1238800000000002</c:v>
                </c:pt>
                <c:pt idx="11867">
                  <c:v>3.12418</c:v>
                </c:pt>
                <c:pt idx="11868">
                  <c:v>3.1244900000000002</c:v>
                </c:pt>
                <c:pt idx="11869">
                  <c:v>3.12479</c:v>
                </c:pt>
                <c:pt idx="11870">
                  <c:v>3.1251000000000002</c:v>
                </c:pt>
                <c:pt idx="11871">
                  <c:v>3.1254</c:v>
                </c:pt>
                <c:pt idx="11872">
                  <c:v>3.1257100000000002</c:v>
                </c:pt>
                <c:pt idx="11873">
                  <c:v>3.12602</c:v>
                </c:pt>
                <c:pt idx="11874">
                  <c:v>3.1263200000000002</c:v>
                </c:pt>
                <c:pt idx="11875">
                  <c:v>3.12663</c:v>
                </c:pt>
                <c:pt idx="11876">
                  <c:v>3.1269300000000002</c:v>
                </c:pt>
                <c:pt idx="11877">
                  <c:v>3.12724</c:v>
                </c:pt>
                <c:pt idx="11878">
                  <c:v>3.1275400000000002</c:v>
                </c:pt>
                <c:pt idx="11879">
                  <c:v>3.12785</c:v>
                </c:pt>
                <c:pt idx="11880">
                  <c:v>3.1281500000000002</c:v>
                </c:pt>
                <c:pt idx="11881">
                  <c:v>3.12846</c:v>
                </c:pt>
                <c:pt idx="11882">
                  <c:v>3.1287600000000002</c:v>
                </c:pt>
                <c:pt idx="11883">
                  <c:v>3.12907</c:v>
                </c:pt>
                <c:pt idx="11884">
                  <c:v>3.1293700000000002</c:v>
                </c:pt>
                <c:pt idx="11885">
                  <c:v>3.12968</c:v>
                </c:pt>
                <c:pt idx="11886">
                  <c:v>3.1299899999999998</c:v>
                </c:pt>
                <c:pt idx="11887">
                  <c:v>3.13029</c:v>
                </c:pt>
                <c:pt idx="11888">
                  <c:v>3.1305999999999998</c:v>
                </c:pt>
                <c:pt idx="11889">
                  <c:v>3.1309</c:v>
                </c:pt>
                <c:pt idx="11890">
                  <c:v>3.1312099999999998</c:v>
                </c:pt>
                <c:pt idx="11891">
                  <c:v>3.13151</c:v>
                </c:pt>
                <c:pt idx="11892">
                  <c:v>3.1318199999999998</c:v>
                </c:pt>
                <c:pt idx="11893">
                  <c:v>3.13212</c:v>
                </c:pt>
                <c:pt idx="11894">
                  <c:v>3.1324299999999998</c:v>
                </c:pt>
                <c:pt idx="11895">
                  <c:v>3.13273</c:v>
                </c:pt>
                <c:pt idx="11896">
                  <c:v>3.1330399999999998</c:v>
                </c:pt>
                <c:pt idx="11897">
                  <c:v>3.1333500000000001</c:v>
                </c:pt>
                <c:pt idx="11898">
                  <c:v>3.1336499999999998</c:v>
                </c:pt>
                <c:pt idx="11899">
                  <c:v>3.1339600000000001</c:v>
                </c:pt>
                <c:pt idx="11900">
                  <c:v>3.1342599999999998</c:v>
                </c:pt>
                <c:pt idx="11901">
                  <c:v>3.1345700000000001</c:v>
                </c:pt>
                <c:pt idx="11902">
                  <c:v>3.1348699999999998</c:v>
                </c:pt>
                <c:pt idx="11903">
                  <c:v>3.1351800000000001</c:v>
                </c:pt>
                <c:pt idx="11904">
                  <c:v>3.1354799999999998</c:v>
                </c:pt>
                <c:pt idx="11905">
                  <c:v>3.1357900000000001</c:v>
                </c:pt>
                <c:pt idx="11906">
                  <c:v>3.1360899999999998</c:v>
                </c:pt>
                <c:pt idx="11907">
                  <c:v>3.1364000000000001</c:v>
                </c:pt>
                <c:pt idx="11908">
                  <c:v>3.1366999999999998</c:v>
                </c:pt>
                <c:pt idx="11909">
                  <c:v>3.1370100000000001</c:v>
                </c:pt>
                <c:pt idx="11910">
                  <c:v>3.1373199999999999</c:v>
                </c:pt>
                <c:pt idx="11911">
                  <c:v>3.1376200000000001</c:v>
                </c:pt>
                <c:pt idx="11912">
                  <c:v>3.1379299999999999</c:v>
                </c:pt>
                <c:pt idx="11913">
                  <c:v>3.1382300000000001</c:v>
                </c:pt>
                <c:pt idx="11914">
                  <c:v>3.1385399999999999</c:v>
                </c:pt>
                <c:pt idx="11915">
                  <c:v>3.1388400000000001</c:v>
                </c:pt>
                <c:pt idx="11916">
                  <c:v>3.1391499999999999</c:v>
                </c:pt>
                <c:pt idx="11917">
                  <c:v>3.1394500000000001</c:v>
                </c:pt>
                <c:pt idx="11918">
                  <c:v>3.1397599999999999</c:v>
                </c:pt>
                <c:pt idx="11919">
                  <c:v>3.1400600000000001</c:v>
                </c:pt>
                <c:pt idx="11920">
                  <c:v>3.1403699999999999</c:v>
                </c:pt>
                <c:pt idx="11921">
                  <c:v>3.1406700000000001</c:v>
                </c:pt>
                <c:pt idx="11922">
                  <c:v>3.1409799999999999</c:v>
                </c:pt>
                <c:pt idx="11923">
                  <c:v>3.1412900000000001</c:v>
                </c:pt>
                <c:pt idx="11924">
                  <c:v>3.1415899999999999</c:v>
                </c:pt>
                <c:pt idx="11925">
                  <c:v>3.1419000000000001</c:v>
                </c:pt>
                <c:pt idx="11926">
                  <c:v>3.1421999999999999</c:v>
                </c:pt>
                <c:pt idx="11927">
                  <c:v>3.1425100000000001</c:v>
                </c:pt>
                <c:pt idx="11928">
                  <c:v>3.1428099999999999</c:v>
                </c:pt>
                <c:pt idx="11929">
                  <c:v>3.1431200000000001</c:v>
                </c:pt>
                <c:pt idx="11930">
                  <c:v>3.1434199999999999</c:v>
                </c:pt>
                <c:pt idx="11931">
                  <c:v>3.1437300000000001</c:v>
                </c:pt>
                <c:pt idx="11932">
                  <c:v>3.1440299999999999</c:v>
                </c:pt>
                <c:pt idx="11933">
                  <c:v>3.1443400000000001</c:v>
                </c:pt>
                <c:pt idx="11934">
                  <c:v>3.1446399999999999</c:v>
                </c:pt>
                <c:pt idx="11935">
                  <c:v>3.1449500000000001</c:v>
                </c:pt>
                <c:pt idx="11936">
                  <c:v>3.1452599999999999</c:v>
                </c:pt>
                <c:pt idx="11937">
                  <c:v>3.1455600000000001</c:v>
                </c:pt>
                <c:pt idx="11938">
                  <c:v>3.1458699999999999</c:v>
                </c:pt>
                <c:pt idx="11939">
                  <c:v>3.1461700000000001</c:v>
                </c:pt>
                <c:pt idx="11940">
                  <c:v>3.1464799999999999</c:v>
                </c:pt>
                <c:pt idx="11941">
                  <c:v>3.1467800000000001</c:v>
                </c:pt>
                <c:pt idx="11942">
                  <c:v>3.1470899999999999</c:v>
                </c:pt>
                <c:pt idx="11943">
                  <c:v>3.1473900000000001</c:v>
                </c:pt>
                <c:pt idx="11944">
                  <c:v>3.1476999999999999</c:v>
                </c:pt>
                <c:pt idx="11945">
                  <c:v>3.1480000000000001</c:v>
                </c:pt>
                <c:pt idx="11946">
                  <c:v>3.1483099999999999</c:v>
                </c:pt>
                <c:pt idx="11947">
                  <c:v>3.1486100000000001</c:v>
                </c:pt>
                <c:pt idx="11948">
                  <c:v>3.1489199999999999</c:v>
                </c:pt>
                <c:pt idx="11949">
                  <c:v>3.1492300000000002</c:v>
                </c:pt>
                <c:pt idx="11950">
                  <c:v>3.1495299999999999</c:v>
                </c:pt>
                <c:pt idx="11951">
                  <c:v>3.1498400000000002</c:v>
                </c:pt>
                <c:pt idx="11952">
                  <c:v>3.1501399999999999</c:v>
                </c:pt>
                <c:pt idx="11953">
                  <c:v>3.1504500000000002</c:v>
                </c:pt>
                <c:pt idx="11954">
                  <c:v>3.1507499999999999</c:v>
                </c:pt>
                <c:pt idx="11955">
                  <c:v>3.1510600000000002</c:v>
                </c:pt>
                <c:pt idx="11956">
                  <c:v>3.1513599999999999</c:v>
                </c:pt>
                <c:pt idx="11957">
                  <c:v>3.1516700000000002</c:v>
                </c:pt>
                <c:pt idx="11958">
                  <c:v>3.1519699999999999</c:v>
                </c:pt>
                <c:pt idx="11959">
                  <c:v>3.1522800000000002</c:v>
                </c:pt>
                <c:pt idx="11960">
                  <c:v>3.15259</c:v>
                </c:pt>
                <c:pt idx="11961">
                  <c:v>3.1528900000000002</c:v>
                </c:pt>
                <c:pt idx="11962">
                  <c:v>3.1532</c:v>
                </c:pt>
                <c:pt idx="11963">
                  <c:v>3.1535000000000002</c:v>
                </c:pt>
                <c:pt idx="11964">
                  <c:v>3.15381</c:v>
                </c:pt>
                <c:pt idx="11965">
                  <c:v>3.1541100000000002</c:v>
                </c:pt>
                <c:pt idx="11966">
                  <c:v>3.15442</c:v>
                </c:pt>
                <c:pt idx="11967">
                  <c:v>3.1547200000000002</c:v>
                </c:pt>
                <c:pt idx="11968">
                  <c:v>3.15503</c:v>
                </c:pt>
                <c:pt idx="11969">
                  <c:v>3.1553300000000002</c:v>
                </c:pt>
                <c:pt idx="11970">
                  <c:v>3.15564</c:v>
                </c:pt>
                <c:pt idx="11971">
                  <c:v>3.1559400000000002</c:v>
                </c:pt>
                <c:pt idx="11972">
                  <c:v>3.15625</c:v>
                </c:pt>
                <c:pt idx="11973">
                  <c:v>3.1565599999999998</c:v>
                </c:pt>
                <c:pt idx="11974">
                  <c:v>3.15686</c:v>
                </c:pt>
                <c:pt idx="11975">
                  <c:v>3.1571699999999998</c:v>
                </c:pt>
                <c:pt idx="11976">
                  <c:v>3.15747</c:v>
                </c:pt>
                <c:pt idx="11977">
                  <c:v>3.1577799999999998</c:v>
                </c:pt>
                <c:pt idx="11978">
                  <c:v>3.15808</c:v>
                </c:pt>
                <c:pt idx="11979">
                  <c:v>3.1583899999999998</c:v>
                </c:pt>
                <c:pt idx="11980">
                  <c:v>3.15869</c:v>
                </c:pt>
                <c:pt idx="11981">
                  <c:v>3.1589999999999998</c:v>
                </c:pt>
                <c:pt idx="11982">
                  <c:v>3.1593</c:v>
                </c:pt>
                <c:pt idx="11983">
                  <c:v>3.1596099999999998</c:v>
                </c:pt>
                <c:pt idx="11984">
                  <c:v>3.15991</c:v>
                </c:pt>
                <c:pt idx="11985">
                  <c:v>3.1602199999999998</c:v>
                </c:pt>
                <c:pt idx="11986">
                  <c:v>3.1605300000000001</c:v>
                </c:pt>
                <c:pt idx="11987">
                  <c:v>3.1608299999999998</c:v>
                </c:pt>
                <c:pt idx="11988">
                  <c:v>3.1611400000000001</c:v>
                </c:pt>
                <c:pt idx="11989">
                  <c:v>3.1614399999999998</c:v>
                </c:pt>
                <c:pt idx="11990">
                  <c:v>3.1617500000000001</c:v>
                </c:pt>
                <c:pt idx="11991">
                  <c:v>3.1620499999999998</c:v>
                </c:pt>
                <c:pt idx="11992">
                  <c:v>3.1623600000000001</c:v>
                </c:pt>
                <c:pt idx="11993">
                  <c:v>3.1626599999999998</c:v>
                </c:pt>
                <c:pt idx="11994">
                  <c:v>3.1629700000000001</c:v>
                </c:pt>
                <c:pt idx="11995">
                  <c:v>3.1632699999999998</c:v>
                </c:pt>
                <c:pt idx="11996">
                  <c:v>3.1635800000000001</c:v>
                </c:pt>
                <c:pt idx="11997">
                  <c:v>3.1638799999999998</c:v>
                </c:pt>
                <c:pt idx="11998">
                  <c:v>3.1641900000000001</c:v>
                </c:pt>
                <c:pt idx="11999">
                  <c:v>3.1644999999999999</c:v>
                </c:pt>
                <c:pt idx="12000">
                  <c:v>3.1648000000000001</c:v>
                </c:pt>
                <c:pt idx="12001">
                  <c:v>3.1651099999999999</c:v>
                </c:pt>
                <c:pt idx="12002">
                  <c:v>3.1654100000000001</c:v>
                </c:pt>
                <c:pt idx="12003">
                  <c:v>3.1657199999999999</c:v>
                </c:pt>
                <c:pt idx="12004">
                  <c:v>3.1660200000000001</c:v>
                </c:pt>
                <c:pt idx="12005">
                  <c:v>3.1663299999999999</c:v>
                </c:pt>
                <c:pt idx="12006">
                  <c:v>3.1666300000000001</c:v>
                </c:pt>
                <c:pt idx="12007">
                  <c:v>3.1669399999999999</c:v>
                </c:pt>
                <c:pt idx="12008">
                  <c:v>3.1672400000000001</c:v>
                </c:pt>
                <c:pt idx="12009">
                  <c:v>3.1675499999999999</c:v>
                </c:pt>
                <c:pt idx="12010">
                  <c:v>3.1678500000000001</c:v>
                </c:pt>
                <c:pt idx="12011">
                  <c:v>3.1681599999999999</c:v>
                </c:pt>
                <c:pt idx="12012">
                  <c:v>3.1684700000000001</c:v>
                </c:pt>
                <c:pt idx="12013">
                  <c:v>3.1687699999999999</c:v>
                </c:pt>
                <c:pt idx="12014">
                  <c:v>3.1690800000000001</c:v>
                </c:pt>
                <c:pt idx="12015">
                  <c:v>3.1693799999999999</c:v>
                </c:pt>
                <c:pt idx="12016">
                  <c:v>3.1696900000000001</c:v>
                </c:pt>
                <c:pt idx="12017">
                  <c:v>3.1699899999999999</c:v>
                </c:pt>
                <c:pt idx="12018">
                  <c:v>3.1703000000000001</c:v>
                </c:pt>
                <c:pt idx="12019">
                  <c:v>3.1705999999999999</c:v>
                </c:pt>
                <c:pt idx="12020">
                  <c:v>3.1709100000000001</c:v>
                </c:pt>
                <c:pt idx="12021">
                  <c:v>3.1712099999999999</c:v>
                </c:pt>
                <c:pt idx="12022">
                  <c:v>3.1715200000000001</c:v>
                </c:pt>
                <c:pt idx="12023">
                  <c:v>3.1718299999999999</c:v>
                </c:pt>
                <c:pt idx="12024">
                  <c:v>3.1721300000000001</c:v>
                </c:pt>
                <c:pt idx="12025">
                  <c:v>3.1724399999999999</c:v>
                </c:pt>
                <c:pt idx="12026">
                  <c:v>3.1727400000000001</c:v>
                </c:pt>
                <c:pt idx="12027">
                  <c:v>3.1730499999999999</c:v>
                </c:pt>
                <c:pt idx="12028">
                  <c:v>3.1733500000000001</c:v>
                </c:pt>
                <c:pt idx="12029">
                  <c:v>3.1736599999999999</c:v>
                </c:pt>
                <c:pt idx="12030">
                  <c:v>3.1739600000000001</c:v>
                </c:pt>
                <c:pt idx="12031">
                  <c:v>3.1742699999999999</c:v>
                </c:pt>
                <c:pt idx="12032">
                  <c:v>3.1745700000000001</c:v>
                </c:pt>
                <c:pt idx="12033">
                  <c:v>3.1748799999999999</c:v>
                </c:pt>
                <c:pt idx="12034">
                  <c:v>3.1751800000000001</c:v>
                </c:pt>
                <c:pt idx="12035">
                  <c:v>3.1754899999999999</c:v>
                </c:pt>
                <c:pt idx="12036">
                  <c:v>3.1758000000000002</c:v>
                </c:pt>
                <c:pt idx="12037">
                  <c:v>3.1760999999999999</c:v>
                </c:pt>
                <c:pt idx="12038">
                  <c:v>3.1764100000000002</c:v>
                </c:pt>
                <c:pt idx="12039">
                  <c:v>3.1767099999999999</c:v>
                </c:pt>
                <c:pt idx="12040">
                  <c:v>3.1770200000000002</c:v>
                </c:pt>
                <c:pt idx="12041">
                  <c:v>3.1773199999999999</c:v>
                </c:pt>
                <c:pt idx="12042">
                  <c:v>3.1776300000000002</c:v>
                </c:pt>
                <c:pt idx="12043">
                  <c:v>3.1779299999999999</c:v>
                </c:pt>
                <c:pt idx="12044">
                  <c:v>3.1782400000000002</c:v>
                </c:pt>
                <c:pt idx="12045">
                  <c:v>3.1785399999999999</c:v>
                </c:pt>
                <c:pt idx="12046">
                  <c:v>3.1788500000000002</c:v>
                </c:pt>
                <c:pt idx="12047">
                  <c:v>3.1791499999999999</c:v>
                </c:pt>
                <c:pt idx="12048">
                  <c:v>3.1794600000000002</c:v>
                </c:pt>
                <c:pt idx="12049">
                  <c:v>3.17977</c:v>
                </c:pt>
                <c:pt idx="12050">
                  <c:v>3.1800700000000002</c:v>
                </c:pt>
                <c:pt idx="12051">
                  <c:v>3.18038</c:v>
                </c:pt>
                <c:pt idx="12052">
                  <c:v>3.1806800000000002</c:v>
                </c:pt>
                <c:pt idx="12053">
                  <c:v>3.18099</c:v>
                </c:pt>
                <c:pt idx="12054">
                  <c:v>3.1812900000000002</c:v>
                </c:pt>
                <c:pt idx="12055">
                  <c:v>3.1816</c:v>
                </c:pt>
                <c:pt idx="12056">
                  <c:v>3.1819000000000002</c:v>
                </c:pt>
                <c:pt idx="12057">
                  <c:v>3.18221</c:v>
                </c:pt>
                <c:pt idx="12058">
                  <c:v>3.1825100000000002</c:v>
                </c:pt>
                <c:pt idx="12059">
                  <c:v>3.18282</c:v>
                </c:pt>
                <c:pt idx="12060">
                  <c:v>3.1831200000000002</c:v>
                </c:pt>
                <c:pt idx="12061">
                  <c:v>3.18343</c:v>
                </c:pt>
                <c:pt idx="12062">
                  <c:v>3.1837399999999998</c:v>
                </c:pt>
                <c:pt idx="12063">
                  <c:v>3.18404</c:v>
                </c:pt>
                <c:pt idx="12064">
                  <c:v>3.1843499999999998</c:v>
                </c:pt>
                <c:pt idx="12065">
                  <c:v>3.18465</c:v>
                </c:pt>
                <c:pt idx="12066">
                  <c:v>3.1849599999999998</c:v>
                </c:pt>
                <c:pt idx="12067">
                  <c:v>3.18526</c:v>
                </c:pt>
                <c:pt idx="12068">
                  <c:v>3.1855699999999998</c:v>
                </c:pt>
                <c:pt idx="12069">
                  <c:v>3.18587</c:v>
                </c:pt>
                <c:pt idx="12070">
                  <c:v>3.1861799999999998</c:v>
                </c:pt>
                <c:pt idx="12071">
                  <c:v>3.18648</c:v>
                </c:pt>
                <c:pt idx="12072">
                  <c:v>3.1867899999999998</c:v>
                </c:pt>
                <c:pt idx="12073">
                  <c:v>3.18709</c:v>
                </c:pt>
                <c:pt idx="12074">
                  <c:v>3.1873999999999998</c:v>
                </c:pt>
                <c:pt idx="12075">
                  <c:v>3.18771</c:v>
                </c:pt>
                <c:pt idx="12076">
                  <c:v>3.1880099999999998</c:v>
                </c:pt>
                <c:pt idx="12077">
                  <c:v>3.18832</c:v>
                </c:pt>
                <c:pt idx="12078">
                  <c:v>3.1886199999999998</c:v>
                </c:pt>
                <c:pt idx="12079">
                  <c:v>3.18893</c:v>
                </c:pt>
                <c:pt idx="12080">
                  <c:v>3.1892299999999998</c:v>
                </c:pt>
                <c:pt idx="12081">
                  <c:v>3.18954</c:v>
                </c:pt>
                <c:pt idx="12082">
                  <c:v>3.1898399999999998</c:v>
                </c:pt>
                <c:pt idx="12083">
                  <c:v>3.19015</c:v>
                </c:pt>
                <c:pt idx="12084">
                  <c:v>3.1904499999999998</c:v>
                </c:pt>
                <c:pt idx="12085">
                  <c:v>3.19076</c:v>
                </c:pt>
                <c:pt idx="12086">
                  <c:v>3.1910699999999999</c:v>
                </c:pt>
                <c:pt idx="12087">
                  <c:v>3.19137</c:v>
                </c:pt>
                <c:pt idx="12088">
                  <c:v>3.1916799999999999</c:v>
                </c:pt>
                <c:pt idx="12089">
                  <c:v>3.19198</c:v>
                </c:pt>
                <c:pt idx="12090">
                  <c:v>3.1922899999999998</c:v>
                </c:pt>
                <c:pt idx="12091">
                  <c:v>3.19259</c:v>
                </c:pt>
                <c:pt idx="12092">
                  <c:v>3.1928999999999998</c:v>
                </c:pt>
                <c:pt idx="12093">
                  <c:v>3.1932</c:v>
                </c:pt>
                <c:pt idx="12094">
                  <c:v>3.1935099999999998</c:v>
                </c:pt>
                <c:pt idx="12095">
                  <c:v>3.19381</c:v>
                </c:pt>
                <c:pt idx="12096">
                  <c:v>3.1941199999999998</c:v>
                </c:pt>
                <c:pt idx="12097">
                  <c:v>3.19442</c:v>
                </c:pt>
                <c:pt idx="12098">
                  <c:v>3.1947299999999998</c:v>
                </c:pt>
                <c:pt idx="12099">
                  <c:v>3.1950400000000001</c:v>
                </c:pt>
                <c:pt idx="12100">
                  <c:v>3.1953399999999998</c:v>
                </c:pt>
                <c:pt idx="12101">
                  <c:v>3.1956500000000001</c:v>
                </c:pt>
                <c:pt idx="12102">
                  <c:v>3.1959499999999998</c:v>
                </c:pt>
                <c:pt idx="12103">
                  <c:v>3.1962600000000001</c:v>
                </c:pt>
                <c:pt idx="12104">
                  <c:v>3.1965599999999998</c:v>
                </c:pt>
                <c:pt idx="12105">
                  <c:v>3.1968700000000001</c:v>
                </c:pt>
                <c:pt idx="12106">
                  <c:v>3.1971699999999998</c:v>
                </c:pt>
                <c:pt idx="12107">
                  <c:v>3.1974800000000001</c:v>
                </c:pt>
                <c:pt idx="12108">
                  <c:v>3.1977799999999998</c:v>
                </c:pt>
                <c:pt idx="12109">
                  <c:v>3.1980900000000001</c:v>
                </c:pt>
                <c:pt idx="12110">
                  <c:v>3.1983899999999998</c:v>
                </c:pt>
                <c:pt idx="12111">
                  <c:v>3.1987000000000001</c:v>
                </c:pt>
                <c:pt idx="12112">
                  <c:v>3.1990099999999999</c:v>
                </c:pt>
                <c:pt idx="12113">
                  <c:v>3.1993100000000001</c:v>
                </c:pt>
                <c:pt idx="12114">
                  <c:v>3.1996199999999999</c:v>
                </c:pt>
                <c:pt idx="12115">
                  <c:v>3.1999200000000001</c:v>
                </c:pt>
                <c:pt idx="12116">
                  <c:v>3.2002299999999999</c:v>
                </c:pt>
                <c:pt idx="12117">
                  <c:v>3.2005300000000001</c:v>
                </c:pt>
                <c:pt idx="12118">
                  <c:v>3.2008399999999999</c:v>
                </c:pt>
                <c:pt idx="12119">
                  <c:v>3.2011400000000001</c:v>
                </c:pt>
                <c:pt idx="12120">
                  <c:v>3.2014499999999999</c:v>
                </c:pt>
                <c:pt idx="12121">
                  <c:v>3.2017500000000001</c:v>
                </c:pt>
                <c:pt idx="12122">
                  <c:v>3.2020599999999999</c:v>
                </c:pt>
                <c:pt idx="12123">
                  <c:v>3.2023600000000001</c:v>
                </c:pt>
                <c:pt idx="12124">
                  <c:v>3.2026699999999999</c:v>
                </c:pt>
                <c:pt idx="12125">
                  <c:v>3.2029800000000002</c:v>
                </c:pt>
                <c:pt idx="12126">
                  <c:v>3.2032799999999999</c:v>
                </c:pt>
                <c:pt idx="12127">
                  <c:v>3.2035900000000002</c:v>
                </c:pt>
                <c:pt idx="12128">
                  <c:v>3.2038899999999999</c:v>
                </c:pt>
                <c:pt idx="12129">
                  <c:v>3.2042000000000002</c:v>
                </c:pt>
                <c:pt idx="12130">
                  <c:v>3.2044999999999999</c:v>
                </c:pt>
                <c:pt idx="12131">
                  <c:v>3.2048100000000002</c:v>
                </c:pt>
                <c:pt idx="12132">
                  <c:v>3.2051099999999999</c:v>
                </c:pt>
                <c:pt idx="12133">
                  <c:v>3.2054200000000002</c:v>
                </c:pt>
                <c:pt idx="12134">
                  <c:v>3.2057199999999999</c:v>
                </c:pt>
                <c:pt idx="12135">
                  <c:v>3.2060300000000002</c:v>
                </c:pt>
                <c:pt idx="12136">
                  <c:v>3.20634</c:v>
                </c:pt>
                <c:pt idx="12137">
                  <c:v>3.2066400000000002</c:v>
                </c:pt>
                <c:pt idx="12138">
                  <c:v>3.20695</c:v>
                </c:pt>
                <c:pt idx="12139">
                  <c:v>3.2072500000000002</c:v>
                </c:pt>
                <c:pt idx="12140">
                  <c:v>3.20756</c:v>
                </c:pt>
                <c:pt idx="12141">
                  <c:v>3.2078600000000002</c:v>
                </c:pt>
                <c:pt idx="12142">
                  <c:v>3.20817</c:v>
                </c:pt>
                <c:pt idx="12143">
                  <c:v>3.2084700000000002</c:v>
                </c:pt>
                <c:pt idx="12144">
                  <c:v>3.20878</c:v>
                </c:pt>
                <c:pt idx="12145">
                  <c:v>3.2090800000000002</c:v>
                </c:pt>
                <c:pt idx="12146">
                  <c:v>3.20939</c:v>
                </c:pt>
                <c:pt idx="12147">
                  <c:v>3.2096900000000002</c:v>
                </c:pt>
                <c:pt idx="12148">
                  <c:v>3.21</c:v>
                </c:pt>
                <c:pt idx="12149">
                  <c:v>3.2103100000000002</c:v>
                </c:pt>
                <c:pt idx="12150">
                  <c:v>3.21061</c:v>
                </c:pt>
                <c:pt idx="12151">
                  <c:v>3.2109200000000002</c:v>
                </c:pt>
                <c:pt idx="12152">
                  <c:v>3.21122</c:v>
                </c:pt>
                <c:pt idx="12153">
                  <c:v>3.2115300000000002</c:v>
                </c:pt>
                <c:pt idx="12154">
                  <c:v>3.21183</c:v>
                </c:pt>
                <c:pt idx="12155">
                  <c:v>3.2121400000000002</c:v>
                </c:pt>
                <c:pt idx="12156">
                  <c:v>3.21244</c:v>
                </c:pt>
                <c:pt idx="12157">
                  <c:v>3.2127500000000002</c:v>
                </c:pt>
                <c:pt idx="12158">
                  <c:v>3.21305</c:v>
                </c:pt>
                <c:pt idx="12159">
                  <c:v>3.2133600000000002</c:v>
                </c:pt>
                <c:pt idx="12160">
                  <c:v>3.21366</c:v>
                </c:pt>
                <c:pt idx="12161">
                  <c:v>3.2139700000000002</c:v>
                </c:pt>
                <c:pt idx="12162">
                  <c:v>3.21428</c:v>
                </c:pt>
                <c:pt idx="12163">
                  <c:v>3.2145800000000002</c:v>
                </c:pt>
                <c:pt idx="12164">
                  <c:v>3.21489</c:v>
                </c:pt>
                <c:pt idx="12165">
                  <c:v>3.2151900000000002</c:v>
                </c:pt>
                <c:pt idx="12166">
                  <c:v>3.2155</c:v>
                </c:pt>
                <c:pt idx="12167">
                  <c:v>3.2158000000000002</c:v>
                </c:pt>
                <c:pt idx="12168">
                  <c:v>3.21611</c:v>
                </c:pt>
                <c:pt idx="12169">
                  <c:v>3.2164100000000002</c:v>
                </c:pt>
                <c:pt idx="12170">
                  <c:v>3.21672</c:v>
                </c:pt>
                <c:pt idx="12171">
                  <c:v>3.2170200000000002</c:v>
                </c:pt>
                <c:pt idx="12172">
                  <c:v>3.21733</c:v>
                </c:pt>
                <c:pt idx="12173">
                  <c:v>3.2176300000000002</c:v>
                </c:pt>
                <c:pt idx="12174">
                  <c:v>3.21794</c:v>
                </c:pt>
                <c:pt idx="12175">
                  <c:v>3.2182499999999998</c:v>
                </c:pt>
                <c:pt idx="12176">
                  <c:v>3.21855</c:v>
                </c:pt>
                <c:pt idx="12177">
                  <c:v>3.2188599999999998</c:v>
                </c:pt>
                <c:pt idx="12178">
                  <c:v>3.21916</c:v>
                </c:pt>
                <c:pt idx="12179">
                  <c:v>3.2194699999999998</c:v>
                </c:pt>
                <c:pt idx="12180">
                  <c:v>3.21977</c:v>
                </c:pt>
                <c:pt idx="12181">
                  <c:v>3.2200799999999998</c:v>
                </c:pt>
                <c:pt idx="12182">
                  <c:v>3.22038</c:v>
                </c:pt>
                <c:pt idx="12183">
                  <c:v>3.2206899999999998</c:v>
                </c:pt>
                <c:pt idx="12184">
                  <c:v>3.22099</c:v>
                </c:pt>
                <c:pt idx="12185">
                  <c:v>3.2212999999999998</c:v>
                </c:pt>
                <c:pt idx="12186">
                  <c:v>3.2216</c:v>
                </c:pt>
                <c:pt idx="12187">
                  <c:v>3.2219099999999998</c:v>
                </c:pt>
                <c:pt idx="12188">
                  <c:v>3.2222200000000001</c:v>
                </c:pt>
                <c:pt idx="12189">
                  <c:v>3.2225199999999998</c:v>
                </c:pt>
                <c:pt idx="12190">
                  <c:v>3.2228300000000001</c:v>
                </c:pt>
                <c:pt idx="12191">
                  <c:v>3.2231299999999998</c:v>
                </c:pt>
                <c:pt idx="12192">
                  <c:v>3.2234400000000001</c:v>
                </c:pt>
                <c:pt idx="12193">
                  <c:v>3.2237399999999998</c:v>
                </c:pt>
                <c:pt idx="12194">
                  <c:v>3.2240500000000001</c:v>
                </c:pt>
                <c:pt idx="12195">
                  <c:v>3.2243499999999998</c:v>
                </c:pt>
                <c:pt idx="12196">
                  <c:v>3.2246600000000001</c:v>
                </c:pt>
                <c:pt idx="12197">
                  <c:v>3.2249599999999998</c:v>
                </c:pt>
                <c:pt idx="12198">
                  <c:v>3.2252700000000001</c:v>
                </c:pt>
                <c:pt idx="12199">
                  <c:v>3.2255799999999999</c:v>
                </c:pt>
                <c:pt idx="12200">
                  <c:v>3.2258800000000001</c:v>
                </c:pt>
                <c:pt idx="12201">
                  <c:v>3.2261899999999999</c:v>
                </c:pt>
                <c:pt idx="12202">
                  <c:v>3.2264900000000001</c:v>
                </c:pt>
                <c:pt idx="12203">
                  <c:v>3.2267999999999999</c:v>
                </c:pt>
                <c:pt idx="12204">
                  <c:v>3.2271000000000001</c:v>
                </c:pt>
                <c:pt idx="12205">
                  <c:v>3.2274099999999999</c:v>
                </c:pt>
                <c:pt idx="12206">
                  <c:v>3.2277100000000001</c:v>
                </c:pt>
                <c:pt idx="12207">
                  <c:v>3.2280199999999999</c:v>
                </c:pt>
                <c:pt idx="12208">
                  <c:v>3.2283200000000001</c:v>
                </c:pt>
                <c:pt idx="12209">
                  <c:v>3.2286299999999999</c:v>
                </c:pt>
                <c:pt idx="12210">
                  <c:v>3.2289300000000001</c:v>
                </c:pt>
                <c:pt idx="12211">
                  <c:v>3.2292399999999999</c:v>
                </c:pt>
                <c:pt idx="12212">
                  <c:v>3.2295500000000001</c:v>
                </c:pt>
                <c:pt idx="12213">
                  <c:v>3.2298499999999999</c:v>
                </c:pt>
                <c:pt idx="12214">
                  <c:v>3.2301600000000001</c:v>
                </c:pt>
                <c:pt idx="12215">
                  <c:v>3.2304599999999999</c:v>
                </c:pt>
                <c:pt idx="12216">
                  <c:v>3.2307700000000001</c:v>
                </c:pt>
                <c:pt idx="12217">
                  <c:v>3.2310699999999999</c:v>
                </c:pt>
                <c:pt idx="12218">
                  <c:v>3.2313800000000001</c:v>
                </c:pt>
                <c:pt idx="12219">
                  <c:v>3.2316799999999999</c:v>
                </c:pt>
                <c:pt idx="12220">
                  <c:v>3.2319900000000001</c:v>
                </c:pt>
                <c:pt idx="12221">
                  <c:v>3.2322899999999999</c:v>
                </c:pt>
                <c:pt idx="12222">
                  <c:v>3.2326000000000001</c:v>
                </c:pt>
                <c:pt idx="12223">
                  <c:v>3.2328999999999999</c:v>
                </c:pt>
                <c:pt idx="12224">
                  <c:v>3.2332100000000001</c:v>
                </c:pt>
                <c:pt idx="12225">
                  <c:v>3.2335199999999999</c:v>
                </c:pt>
                <c:pt idx="12226">
                  <c:v>3.2338200000000001</c:v>
                </c:pt>
                <c:pt idx="12227">
                  <c:v>3.2341299999999999</c:v>
                </c:pt>
                <c:pt idx="12228">
                  <c:v>3.2344300000000001</c:v>
                </c:pt>
                <c:pt idx="12229">
                  <c:v>3.2347399999999999</c:v>
                </c:pt>
                <c:pt idx="12230">
                  <c:v>3.2350400000000001</c:v>
                </c:pt>
                <c:pt idx="12231">
                  <c:v>3.2353499999999999</c:v>
                </c:pt>
                <c:pt idx="12232">
                  <c:v>3.2356500000000001</c:v>
                </c:pt>
                <c:pt idx="12233">
                  <c:v>3.2359599999999999</c:v>
                </c:pt>
                <c:pt idx="12234">
                  <c:v>3.2362600000000001</c:v>
                </c:pt>
                <c:pt idx="12235">
                  <c:v>3.2365699999999999</c:v>
                </c:pt>
                <c:pt idx="12236">
                  <c:v>3.2368700000000001</c:v>
                </c:pt>
                <c:pt idx="12237">
                  <c:v>3.2371799999999999</c:v>
                </c:pt>
                <c:pt idx="12238">
                  <c:v>3.2374900000000002</c:v>
                </c:pt>
                <c:pt idx="12239">
                  <c:v>3.2377899999999999</c:v>
                </c:pt>
                <c:pt idx="12240">
                  <c:v>3.2381000000000002</c:v>
                </c:pt>
                <c:pt idx="12241">
                  <c:v>3.2383999999999999</c:v>
                </c:pt>
                <c:pt idx="12242">
                  <c:v>3.2387100000000002</c:v>
                </c:pt>
                <c:pt idx="12243">
                  <c:v>3.2390099999999999</c:v>
                </c:pt>
                <c:pt idx="12244">
                  <c:v>3.2393200000000002</c:v>
                </c:pt>
                <c:pt idx="12245">
                  <c:v>3.2396199999999999</c:v>
                </c:pt>
                <c:pt idx="12246">
                  <c:v>3.2399300000000002</c:v>
                </c:pt>
                <c:pt idx="12247">
                  <c:v>3.2402299999999999</c:v>
                </c:pt>
                <c:pt idx="12248">
                  <c:v>3.2405400000000002</c:v>
                </c:pt>
                <c:pt idx="12249">
                  <c:v>3.2408399999999999</c:v>
                </c:pt>
                <c:pt idx="12250">
                  <c:v>3.2411500000000002</c:v>
                </c:pt>
                <c:pt idx="12251">
                  <c:v>3.24146</c:v>
                </c:pt>
                <c:pt idx="12252">
                  <c:v>3.2417600000000002</c:v>
                </c:pt>
                <c:pt idx="12253">
                  <c:v>3.24207</c:v>
                </c:pt>
                <c:pt idx="12254">
                  <c:v>3.2423700000000002</c:v>
                </c:pt>
                <c:pt idx="12255">
                  <c:v>3.24268</c:v>
                </c:pt>
                <c:pt idx="12256">
                  <c:v>3.2429800000000002</c:v>
                </c:pt>
                <c:pt idx="12257">
                  <c:v>3.24329</c:v>
                </c:pt>
                <c:pt idx="12258">
                  <c:v>3.2435900000000002</c:v>
                </c:pt>
                <c:pt idx="12259">
                  <c:v>3.2439</c:v>
                </c:pt>
                <c:pt idx="12260">
                  <c:v>3.2442000000000002</c:v>
                </c:pt>
                <c:pt idx="12261">
                  <c:v>3.24451</c:v>
                </c:pt>
                <c:pt idx="12262">
                  <c:v>3.2448199999999998</c:v>
                </c:pt>
                <c:pt idx="12263">
                  <c:v>3.24512</c:v>
                </c:pt>
                <c:pt idx="12264">
                  <c:v>3.2454299999999998</c:v>
                </c:pt>
                <c:pt idx="12265">
                  <c:v>3.24573</c:v>
                </c:pt>
                <c:pt idx="12266">
                  <c:v>3.2460399999999998</c:v>
                </c:pt>
                <c:pt idx="12267">
                  <c:v>3.24634</c:v>
                </c:pt>
                <c:pt idx="12268">
                  <c:v>3.2466499999999998</c:v>
                </c:pt>
                <c:pt idx="12269">
                  <c:v>3.24695</c:v>
                </c:pt>
                <c:pt idx="12270">
                  <c:v>3.2472599999999998</c:v>
                </c:pt>
                <c:pt idx="12271">
                  <c:v>3.24756</c:v>
                </c:pt>
                <c:pt idx="12272">
                  <c:v>3.2478699999999998</c:v>
                </c:pt>
                <c:pt idx="12273">
                  <c:v>3.24817</c:v>
                </c:pt>
                <c:pt idx="12274">
                  <c:v>3.2484799999999998</c:v>
                </c:pt>
                <c:pt idx="12275">
                  <c:v>3.2487900000000001</c:v>
                </c:pt>
                <c:pt idx="12276">
                  <c:v>3.2490899999999998</c:v>
                </c:pt>
                <c:pt idx="12277">
                  <c:v>3.2494000000000001</c:v>
                </c:pt>
                <c:pt idx="12278">
                  <c:v>3.2496999999999998</c:v>
                </c:pt>
                <c:pt idx="12279">
                  <c:v>3.2500100000000001</c:v>
                </c:pt>
                <c:pt idx="12280">
                  <c:v>3.2503099999999998</c:v>
                </c:pt>
                <c:pt idx="12281">
                  <c:v>3.2506200000000001</c:v>
                </c:pt>
                <c:pt idx="12282">
                  <c:v>3.2509199999999998</c:v>
                </c:pt>
                <c:pt idx="12283">
                  <c:v>3.2512300000000001</c:v>
                </c:pt>
                <c:pt idx="12284">
                  <c:v>3.2515299999999998</c:v>
                </c:pt>
                <c:pt idx="12285">
                  <c:v>3.2518400000000001</c:v>
                </c:pt>
                <c:pt idx="12286">
                  <c:v>3.2521399999999998</c:v>
                </c:pt>
                <c:pt idx="12287">
                  <c:v>3.2524500000000001</c:v>
                </c:pt>
                <c:pt idx="12288">
                  <c:v>3.2527599999999999</c:v>
                </c:pt>
                <c:pt idx="12289">
                  <c:v>3.2530600000000001</c:v>
                </c:pt>
                <c:pt idx="12290">
                  <c:v>3.2533699999999999</c:v>
                </c:pt>
                <c:pt idx="12291">
                  <c:v>3.2536700000000001</c:v>
                </c:pt>
                <c:pt idx="12292">
                  <c:v>3.2539799999999999</c:v>
                </c:pt>
                <c:pt idx="12293">
                  <c:v>3.2542800000000001</c:v>
                </c:pt>
                <c:pt idx="12294">
                  <c:v>3.2545899999999999</c:v>
                </c:pt>
                <c:pt idx="12295">
                  <c:v>3.2548900000000001</c:v>
                </c:pt>
                <c:pt idx="12296">
                  <c:v>3.2551999999999999</c:v>
                </c:pt>
                <c:pt idx="12297">
                  <c:v>3.2555000000000001</c:v>
                </c:pt>
                <c:pt idx="12298">
                  <c:v>3.2558099999999999</c:v>
                </c:pt>
                <c:pt idx="12299">
                  <c:v>3.2561100000000001</c:v>
                </c:pt>
                <c:pt idx="12300">
                  <c:v>3.2564199999999999</c:v>
                </c:pt>
                <c:pt idx="12301">
                  <c:v>3.2567300000000001</c:v>
                </c:pt>
                <c:pt idx="12302">
                  <c:v>3.2570299999999999</c:v>
                </c:pt>
                <c:pt idx="12303">
                  <c:v>3.2573400000000001</c:v>
                </c:pt>
                <c:pt idx="12304">
                  <c:v>3.2576399999999999</c:v>
                </c:pt>
                <c:pt idx="12305">
                  <c:v>3.2579500000000001</c:v>
                </c:pt>
                <c:pt idx="12306">
                  <c:v>3.2582499999999999</c:v>
                </c:pt>
                <c:pt idx="12307">
                  <c:v>3.2585600000000001</c:v>
                </c:pt>
                <c:pt idx="12308">
                  <c:v>3.2588599999999999</c:v>
                </c:pt>
                <c:pt idx="12309">
                  <c:v>3.2591700000000001</c:v>
                </c:pt>
                <c:pt idx="12310">
                  <c:v>3.2594699999999999</c:v>
                </c:pt>
                <c:pt idx="12311">
                  <c:v>3.2597800000000001</c:v>
                </c:pt>
                <c:pt idx="12312">
                  <c:v>3.2600899999999999</c:v>
                </c:pt>
                <c:pt idx="12313">
                  <c:v>3.2603900000000001</c:v>
                </c:pt>
                <c:pt idx="12314">
                  <c:v>3.2606999999999999</c:v>
                </c:pt>
                <c:pt idx="12315">
                  <c:v>3.2610000000000001</c:v>
                </c:pt>
                <c:pt idx="12316">
                  <c:v>3.2613099999999999</c:v>
                </c:pt>
                <c:pt idx="12317">
                  <c:v>3.2616100000000001</c:v>
                </c:pt>
                <c:pt idx="12318">
                  <c:v>3.2619199999999999</c:v>
                </c:pt>
                <c:pt idx="12319">
                  <c:v>3.2622200000000001</c:v>
                </c:pt>
                <c:pt idx="12320">
                  <c:v>3.2625299999999999</c:v>
                </c:pt>
                <c:pt idx="12321">
                  <c:v>3.2628300000000001</c:v>
                </c:pt>
                <c:pt idx="12322">
                  <c:v>3.2631399999999999</c:v>
                </c:pt>
                <c:pt idx="12323">
                  <c:v>3.2634400000000001</c:v>
                </c:pt>
                <c:pt idx="12324">
                  <c:v>3.2637499999999999</c:v>
                </c:pt>
                <c:pt idx="12325">
                  <c:v>3.2640600000000002</c:v>
                </c:pt>
                <c:pt idx="12326">
                  <c:v>3.2643599999999999</c:v>
                </c:pt>
                <c:pt idx="12327">
                  <c:v>3.2646700000000002</c:v>
                </c:pt>
                <c:pt idx="12328">
                  <c:v>3.2649699999999999</c:v>
                </c:pt>
                <c:pt idx="12329">
                  <c:v>3.2652800000000002</c:v>
                </c:pt>
                <c:pt idx="12330">
                  <c:v>3.2655799999999999</c:v>
                </c:pt>
                <c:pt idx="12331">
                  <c:v>3.2658900000000002</c:v>
                </c:pt>
                <c:pt idx="12332">
                  <c:v>3.2661899999999999</c:v>
                </c:pt>
                <c:pt idx="12333">
                  <c:v>3.2665000000000002</c:v>
                </c:pt>
                <c:pt idx="12334">
                  <c:v>3.2667999999999999</c:v>
                </c:pt>
                <c:pt idx="12335">
                  <c:v>3.2671100000000002</c:v>
                </c:pt>
                <c:pt idx="12336">
                  <c:v>3.2674099999999999</c:v>
                </c:pt>
                <c:pt idx="12337">
                  <c:v>3.2677200000000002</c:v>
                </c:pt>
                <c:pt idx="12338">
                  <c:v>3.26803</c:v>
                </c:pt>
                <c:pt idx="12339">
                  <c:v>3.2683300000000002</c:v>
                </c:pt>
                <c:pt idx="12340">
                  <c:v>3.26864</c:v>
                </c:pt>
                <c:pt idx="12341">
                  <c:v>3.2689400000000002</c:v>
                </c:pt>
                <c:pt idx="12342">
                  <c:v>3.26925</c:v>
                </c:pt>
                <c:pt idx="12343">
                  <c:v>3.2695500000000002</c:v>
                </c:pt>
                <c:pt idx="12344">
                  <c:v>3.26986</c:v>
                </c:pt>
                <c:pt idx="12345">
                  <c:v>3.2701600000000002</c:v>
                </c:pt>
                <c:pt idx="12346">
                  <c:v>3.27047</c:v>
                </c:pt>
                <c:pt idx="12347">
                  <c:v>3.2707700000000002</c:v>
                </c:pt>
                <c:pt idx="12348">
                  <c:v>3.27108</c:v>
                </c:pt>
                <c:pt idx="12349">
                  <c:v>3.2713800000000002</c:v>
                </c:pt>
                <c:pt idx="12350">
                  <c:v>3.27169</c:v>
                </c:pt>
                <c:pt idx="12351">
                  <c:v>3.2719999999999998</c:v>
                </c:pt>
                <c:pt idx="12352">
                  <c:v>3.2723</c:v>
                </c:pt>
                <c:pt idx="12353">
                  <c:v>3.2726099999999998</c:v>
                </c:pt>
                <c:pt idx="12354">
                  <c:v>3.27291</c:v>
                </c:pt>
                <c:pt idx="12355">
                  <c:v>3.2732199999999998</c:v>
                </c:pt>
                <c:pt idx="12356">
                  <c:v>3.27352</c:v>
                </c:pt>
                <c:pt idx="12357">
                  <c:v>3.2738299999999998</c:v>
                </c:pt>
                <c:pt idx="12358">
                  <c:v>3.27413</c:v>
                </c:pt>
                <c:pt idx="12359">
                  <c:v>3.2744399999999998</c:v>
                </c:pt>
                <c:pt idx="12360">
                  <c:v>3.27474</c:v>
                </c:pt>
                <c:pt idx="12361">
                  <c:v>3.2750499999999998</c:v>
                </c:pt>
                <c:pt idx="12362">
                  <c:v>3.27535</c:v>
                </c:pt>
                <c:pt idx="12363">
                  <c:v>3.2756599999999998</c:v>
                </c:pt>
                <c:pt idx="12364">
                  <c:v>3.27597</c:v>
                </c:pt>
                <c:pt idx="12365">
                  <c:v>3.2762699999999998</c:v>
                </c:pt>
                <c:pt idx="12366">
                  <c:v>3.27658</c:v>
                </c:pt>
                <c:pt idx="12367">
                  <c:v>3.2768799999999998</c:v>
                </c:pt>
                <c:pt idx="12368">
                  <c:v>3.27719</c:v>
                </c:pt>
                <c:pt idx="12369">
                  <c:v>3.2774899999999998</c:v>
                </c:pt>
                <c:pt idx="12370">
                  <c:v>3.2778</c:v>
                </c:pt>
                <c:pt idx="12371">
                  <c:v>3.2780999999999998</c:v>
                </c:pt>
                <c:pt idx="12372">
                  <c:v>3.27841</c:v>
                </c:pt>
                <c:pt idx="12373">
                  <c:v>3.2787099999999998</c:v>
                </c:pt>
                <c:pt idx="12374">
                  <c:v>3.27902</c:v>
                </c:pt>
                <c:pt idx="12375">
                  <c:v>3.2793299999999999</c:v>
                </c:pt>
                <c:pt idx="12376">
                  <c:v>3.27963</c:v>
                </c:pt>
                <c:pt idx="12377">
                  <c:v>3.2799399999999999</c:v>
                </c:pt>
                <c:pt idx="12378">
                  <c:v>3.28024</c:v>
                </c:pt>
                <c:pt idx="12379">
                  <c:v>3.2805499999999999</c:v>
                </c:pt>
                <c:pt idx="12380">
                  <c:v>3.28085</c:v>
                </c:pt>
                <c:pt idx="12381">
                  <c:v>3.2811599999999999</c:v>
                </c:pt>
                <c:pt idx="12382">
                  <c:v>3.28146</c:v>
                </c:pt>
                <c:pt idx="12383">
                  <c:v>3.2817699999999999</c:v>
                </c:pt>
                <c:pt idx="12384">
                  <c:v>3.28207</c:v>
                </c:pt>
                <c:pt idx="12385">
                  <c:v>3.2823799999999999</c:v>
                </c:pt>
                <c:pt idx="12386">
                  <c:v>3.28268</c:v>
                </c:pt>
                <c:pt idx="12387">
                  <c:v>3.2829899999999999</c:v>
                </c:pt>
                <c:pt idx="12388">
                  <c:v>3.2833000000000001</c:v>
                </c:pt>
                <c:pt idx="12389">
                  <c:v>3.2835999999999999</c:v>
                </c:pt>
                <c:pt idx="12390">
                  <c:v>3.2839100000000001</c:v>
                </c:pt>
                <c:pt idx="12391">
                  <c:v>3.2842099999999999</c:v>
                </c:pt>
                <c:pt idx="12392">
                  <c:v>3.2845200000000001</c:v>
                </c:pt>
                <c:pt idx="12393">
                  <c:v>3.2848199999999999</c:v>
                </c:pt>
                <c:pt idx="12394">
                  <c:v>3.2851300000000001</c:v>
                </c:pt>
                <c:pt idx="12395">
                  <c:v>3.2854299999999999</c:v>
                </c:pt>
                <c:pt idx="12396">
                  <c:v>3.2857400000000001</c:v>
                </c:pt>
                <c:pt idx="12397">
                  <c:v>3.2860399999999998</c:v>
                </c:pt>
                <c:pt idx="12398">
                  <c:v>3.2863500000000001</c:v>
                </c:pt>
                <c:pt idx="12399">
                  <c:v>3.2866499999999998</c:v>
                </c:pt>
                <c:pt idx="12400">
                  <c:v>3.2869600000000001</c:v>
                </c:pt>
                <c:pt idx="12401">
                  <c:v>3.2872699999999999</c:v>
                </c:pt>
                <c:pt idx="12402">
                  <c:v>3.2875700000000001</c:v>
                </c:pt>
                <c:pt idx="12403">
                  <c:v>3.2878799999999999</c:v>
                </c:pt>
                <c:pt idx="12404">
                  <c:v>3.2881800000000001</c:v>
                </c:pt>
                <c:pt idx="12405">
                  <c:v>3.2884899999999999</c:v>
                </c:pt>
                <c:pt idx="12406">
                  <c:v>3.2887900000000001</c:v>
                </c:pt>
                <c:pt idx="12407">
                  <c:v>3.2890999999999999</c:v>
                </c:pt>
                <c:pt idx="12408">
                  <c:v>3.2894000000000001</c:v>
                </c:pt>
                <c:pt idx="12409">
                  <c:v>3.2897099999999999</c:v>
                </c:pt>
                <c:pt idx="12410">
                  <c:v>3.2900100000000001</c:v>
                </c:pt>
                <c:pt idx="12411">
                  <c:v>3.2903199999999999</c:v>
                </c:pt>
                <c:pt idx="12412">
                  <c:v>3.2906200000000001</c:v>
                </c:pt>
                <c:pt idx="12413">
                  <c:v>3.2909299999999999</c:v>
                </c:pt>
                <c:pt idx="12414">
                  <c:v>3.2912400000000002</c:v>
                </c:pt>
                <c:pt idx="12415">
                  <c:v>3.2915399999999999</c:v>
                </c:pt>
                <c:pt idx="12416">
                  <c:v>3.2918500000000002</c:v>
                </c:pt>
                <c:pt idx="12417">
                  <c:v>3.2921499999999999</c:v>
                </c:pt>
                <c:pt idx="12418">
                  <c:v>3.2924600000000002</c:v>
                </c:pt>
                <c:pt idx="12419">
                  <c:v>3.2927599999999999</c:v>
                </c:pt>
                <c:pt idx="12420">
                  <c:v>3.2930700000000002</c:v>
                </c:pt>
                <c:pt idx="12421">
                  <c:v>3.2933699999999999</c:v>
                </c:pt>
                <c:pt idx="12422">
                  <c:v>3.2936800000000002</c:v>
                </c:pt>
                <c:pt idx="12423">
                  <c:v>3.2939799999999999</c:v>
                </c:pt>
                <c:pt idx="12424">
                  <c:v>3.2942900000000002</c:v>
                </c:pt>
                <c:pt idx="12425">
                  <c:v>3.2945899999999999</c:v>
                </c:pt>
                <c:pt idx="12426">
                  <c:v>3.2949000000000002</c:v>
                </c:pt>
                <c:pt idx="12427">
                  <c:v>3.29521</c:v>
                </c:pt>
                <c:pt idx="12428">
                  <c:v>3.2955100000000002</c:v>
                </c:pt>
                <c:pt idx="12429">
                  <c:v>3.29582</c:v>
                </c:pt>
                <c:pt idx="12430">
                  <c:v>3.2961200000000002</c:v>
                </c:pt>
                <c:pt idx="12431">
                  <c:v>3.29643</c:v>
                </c:pt>
                <c:pt idx="12432">
                  <c:v>3.2967300000000002</c:v>
                </c:pt>
                <c:pt idx="12433">
                  <c:v>3.29704</c:v>
                </c:pt>
                <c:pt idx="12434">
                  <c:v>3.2973400000000002</c:v>
                </c:pt>
                <c:pt idx="12435">
                  <c:v>3.29765</c:v>
                </c:pt>
                <c:pt idx="12436">
                  <c:v>3.2979500000000002</c:v>
                </c:pt>
                <c:pt idx="12437">
                  <c:v>3.29826</c:v>
                </c:pt>
                <c:pt idx="12438">
                  <c:v>3.2985699999999998</c:v>
                </c:pt>
                <c:pt idx="12439">
                  <c:v>3.29887</c:v>
                </c:pt>
                <c:pt idx="12440">
                  <c:v>3.2991799999999998</c:v>
                </c:pt>
                <c:pt idx="12441">
                  <c:v>3.29948</c:v>
                </c:pt>
                <c:pt idx="12442">
                  <c:v>3.2997899999999998</c:v>
                </c:pt>
                <c:pt idx="12443">
                  <c:v>3.30009</c:v>
                </c:pt>
                <c:pt idx="12444">
                  <c:v>3.3003999999999998</c:v>
                </c:pt>
                <c:pt idx="12445">
                  <c:v>3.3007</c:v>
                </c:pt>
                <c:pt idx="12446">
                  <c:v>3.3010100000000002</c:v>
                </c:pt>
                <c:pt idx="12447">
                  <c:v>3.30131</c:v>
                </c:pt>
                <c:pt idx="12448">
                  <c:v>3.3016200000000002</c:v>
                </c:pt>
                <c:pt idx="12449">
                  <c:v>3.30192</c:v>
                </c:pt>
                <c:pt idx="12450">
                  <c:v>3.3022300000000002</c:v>
                </c:pt>
                <c:pt idx="12451">
                  <c:v>3.30254</c:v>
                </c:pt>
                <c:pt idx="12452">
                  <c:v>3.3028400000000002</c:v>
                </c:pt>
                <c:pt idx="12453">
                  <c:v>3.30315</c:v>
                </c:pt>
                <c:pt idx="12454">
                  <c:v>3.3034500000000002</c:v>
                </c:pt>
                <c:pt idx="12455">
                  <c:v>3.30376</c:v>
                </c:pt>
                <c:pt idx="12456">
                  <c:v>3.3040600000000002</c:v>
                </c:pt>
                <c:pt idx="12457">
                  <c:v>3.30437</c:v>
                </c:pt>
                <c:pt idx="12458">
                  <c:v>3.3046700000000002</c:v>
                </c:pt>
                <c:pt idx="12459">
                  <c:v>3.30498</c:v>
                </c:pt>
                <c:pt idx="12460">
                  <c:v>3.3052800000000002</c:v>
                </c:pt>
                <c:pt idx="12461">
                  <c:v>3.30559</c:v>
                </c:pt>
                <c:pt idx="12462">
                  <c:v>3.3058900000000002</c:v>
                </c:pt>
                <c:pt idx="12463">
                  <c:v>3.3062</c:v>
                </c:pt>
                <c:pt idx="12464">
                  <c:v>3.3065099999999998</c:v>
                </c:pt>
                <c:pt idx="12465">
                  <c:v>3.30681</c:v>
                </c:pt>
                <c:pt idx="12466">
                  <c:v>3.3071199999999998</c:v>
                </c:pt>
                <c:pt idx="12467">
                  <c:v>3.30742</c:v>
                </c:pt>
                <c:pt idx="12468">
                  <c:v>3.3077299999999998</c:v>
                </c:pt>
                <c:pt idx="12469">
                  <c:v>3.30803</c:v>
                </c:pt>
                <c:pt idx="12470">
                  <c:v>3.3083399999999998</c:v>
                </c:pt>
                <c:pt idx="12471">
                  <c:v>3.30864</c:v>
                </c:pt>
                <c:pt idx="12472">
                  <c:v>3.3089499999999998</c:v>
                </c:pt>
                <c:pt idx="12473">
                  <c:v>3.30925</c:v>
                </c:pt>
                <c:pt idx="12474">
                  <c:v>3.3095599999999998</c:v>
                </c:pt>
                <c:pt idx="12475">
                  <c:v>3.30986</c:v>
                </c:pt>
                <c:pt idx="12476">
                  <c:v>3.3101699999999998</c:v>
                </c:pt>
                <c:pt idx="12477">
                  <c:v>3.3104800000000001</c:v>
                </c:pt>
                <c:pt idx="12478">
                  <c:v>3.3107799999999998</c:v>
                </c:pt>
                <c:pt idx="12479">
                  <c:v>3.3110900000000001</c:v>
                </c:pt>
                <c:pt idx="12480">
                  <c:v>3.3113899999999998</c:v>
                </c:pt>
                <c:pt idx="12481">
                  <c:v>3.3117000000000001</c:v>
                </c:pt>
                <c:pt idx="12482">
                  <c:v>3.3119999999999998</c:v>
                </c:pt>
                <c:pt idx="12483">
                  <c:v>3.3123100000000001</c:v>
                </c:pt>
                <c:pt idx="12484">
                  <c:v>3.3126099999999998</c:v>
                </c:pt>
                <c:pt idx="12485">
                  <c:v>3.3129200000000001</c:v>
                </c:pt>
                <c:pt idx="12486">
                  <c:v>3.3132199999999998</c:v>
                </c:pt>
                <c:pt idx="12487">
                  <c:v>3.3135300000000001</c:v>
                </c:pt>
                <c:pt idx="12488">
                  <c:v>3.3138399999999999</c:v>
                </c:pt>
                <c:pt idx="12489">
                  <c:v>3.3141400000000001</c:v>
                </c:pt>
                <c:pt idx="12490">
                  <c:v>3.3144499999999999</c:v>
                </c:pt>
                <c:pt idx="12491">
                  <c:v>3.3147500000000001</c:v>
                </c:pt>
                <c:pt idx="12492">
                  <c:v>3.3150599999999999</c:v>
                </c:pt>
                <c:pt idx="12493">
                  <c:v>3.3153600000000001</c:v>
                </c:pt>
                <c:pt idx="12494">
                  <c:v>3.3156699999999999</c:v>
                </c:pt>
                <c:pt idx="12495">
                  <c:v>3.3159700000000001</c:v>
                </c:pt>
                <c:pt idx="12496">
                  <c:v>3.3162799999999999</c:v>
                </c:pt>
                <c:pt idx="12497">
                  <c:v>3.3165800000000001</c:v>
                </c:pt>
                <c:pt idx="12498">
                  <c:v>3.3168899999999999</c:v>
                </c:pt>
                <c:pt idx="12499">
                  <c:v>3.3171900000000001</c:v>
                </c:pt>
                <c:pt idx="12500">
                  <c:v>3.3174999999999999</c:v>
                </c:pt>
                <c:pt idx="12501">
                  <c:v>3.3178100000000001</c:v>
                </c:pt>
                <c:pt idx="12502">
                  <c:v>3.3181099999999999</c:v>
                </c:pt>
                <c:pt idx="12503">
                  <c:v>3.3184200000000001</c:v>
                </c:pt>
                <c:pt idx="12504">
                  <c:v>3.3187199999999999</c:v>
                </c:pt>
                <c:pt idx="12505">
                  <c:v>3.3190300000000001</c:v>
                </c:pt>
                <c:pt idx="12506">
                  <c:v>3.3193299999999999</c:v>
                </c:pt>
                <c:pt idx="12507">
                  <c:v>3.3196400000000001</c:v>
                </c:pt>
                <c:pt idx="12508">
                  <c:v>3.3199399999999999</c:v>
                </c:pt>
                <c:pt idx="12509">
                  <c:v>3.3202500000000001</c:v>
                </c:pt>
                <c:pt idx="12510">
                  <c:v>3.3205499999999999</c:v>
                </c:pt>
                <c:pt idx="12511">
                  <c:v>3.3208600000000001</c:v>
                </c:pt>
                <c:pt idx="12512">
                  <c:v>3.3211599999999999</c:v>
                </c:pt>
                <c:pt idx="12513">
                  <c:v>3.3214700000000001</c:v>
                </c:pt>
                <c:pt idx="12514">
                  <c:v>3.32178</c:v>
                </c:pt>
                <c:pt idx="12515">
                  <c:v>3.3220800000000001</c:v>
                </c:pt>
                <c:pt idx="12516">
                  <c:v>3.32239</c:v>
                </c:pt>
                <c:pt idx="12517">
                  <c:v>3.3226900000000001</c:v>
                </c:pt>
                <c:pt idx="12518">
                  <c:v>3.323</c:v>
                </c:pt>
                <c:pt idx="12519">
                  <c:v>3.3233000000000001</c:v>
                </c:pt>
                <c:pt idx="12520">
                  <c:v>3.32361</c:v>
                </c:pt>
                <c:pt idx="12521">
                  <c:v>3.3239100000000001</c:v>
                </c:pt>
                <c:pt idx="12522">
                  <c:v>3.32422</c:v>
                </c:pt>
                <c:pt idx="12523">
                  <c:v>3.3245200000000001</c:v>
                </c:pt>
                <c:pt idx="12524">
                  <c:v>3.32483</c:v>
                </c:pt>
                <c:pt idx="12525">
                  <c:v>3.3251300000000001</c:v>
                </c:pt>
                <c:pt idx="12526">
                  <c:v>3.32544</c:v>
                </c:pt>
                <c:pt idx="12527">
                  <c:v>3.3257500000000002</c:v>
                </c:pt>
                <c:pt idx="12528">
                  <c:v>3.32605</c:v>
                </c:pt>
                <c:pt idx="12529">
                  <c:v>3.3263600000000002</c:v>
                </c:pt>
                <c:pt idx="12530">
                  <c:v>3.32666</c:v>
                </c:pt>
                <c:pt idx="12531">
                  <c:v>3.3269700000000002</c:v>
                </c:pt>
                <c:pt idx="12532">
                  <c:v>3.3272699999999999</c:v>
                </c:pt>
                <c:pt idx="12533">
                  <c:v>3.3275800000000002</c:v>
                </c:pt>
                <c:pt idx="12534">
                  <c:v>3.3278799999999999</c:v>
                </c:pt>
                <c:pt idx="12535">
                  <c:v>3.3281900000000002</c:v>
                </c:pt>
                <c:pt idx="12536">
                  <c:v>3.3284899999999999</c:v>
                </c:pt>
                <c:pt idx="12537">
                  <c:v>3.3288000000000002</c:v>
                </c:pt>
                <c:pt idx="12538">
                  <c:v>3.3290999999999999</c:v>
                </c:pt>
                <c:pt idx="12539">
                  <c:v>3.3294100000000002</c:v>
                </c:pt>
                <c:pt idx="12540">
                  <c:v>3.32972</c:v>
                </c:pt>
                <c:pt idx="12541">
                  <c:v>3.3300200000000002</c:v>
                </c:pt>
                <c:pt idx="12542">
                  <c:v>3.33033</c:v>
                </c:pt>
                <c:pt idx="12543">
                  <c:v>3.3306300000000002</c:v>
                </c:pt>
                <c:pt idx="12544">
                  <c:v>3.33094</c:v>
                </c:pt>
                <c:pt idx="12545">
                  <c:v>3.3312400000000002</c:v>
                </c:pt>
                <c:pt idx="12546">
                  <c:v>3.33155</c:v>
                </c:pt>
                <c:pt idx="12547">
                  <c:v>3.3318500000000002</c:v>
                </c:pt>
                <c:pt idx="12548">
                  <c:v>3.33216</c:v>
                </c:pt>
                <c:pt idx="12549">
                  <c:v>3.3324600000000002</c:v>
                </c:pt>
                <c:pt idx="12550">
                  <c:v>3.33277</c:v>
                </c:pt>
                <c:pt idx="12551">
                  <c:v>3.3330799999999998</c:v>
                </c:pt>
                <c:pt idx="12552">
                  <c:v>3.33338</c:v>
                </c:pt>
                <c:pt idx="12553">
                  <c:v>3.3336899999999998</c:v>
                </c:pt>
                <c:pt idx="12554">
                  <c:v>3.33399</c:v>
                </c:pt>
                <c:pt idx="12555">
                  <c:v>3.3342999999999998</c:v>
                </c:pt>
                <c:pt idx="12556">
                  <c:v>3.3346</c:v>
                </c:pt>
                <c:pt idx="12557">
                  <c:v>3.3349099999999998</c:v>
                </c:pt>
                <c:pt idx="12558">
                  <c:v>3.33521</c:v>
                </c:pt>
                <c:pt idx="12559">
                  <c:v>3.3355199999999998</c:v>
                </c:pt>
                <c:pt idx="12560">
                  <c:v>3.33582</c:v>
                </c:pt>
                <c:pt idx="12561">
                  <c:v>3.3361299999999998</c:v>
                </c:pt>
                <c:pt idx="12562">
                  <c:v>3.33643</c:v>
                </c:pt>
                <c:pt idx="12563">
                  <c:v>3.3367399999999998</c:v>
                </c:pt>
                <c:pt idx="12564">
                  <c:v>3.3370500000000001</c:v>
                </c:pt>
                <c:pt idx="12565">
                  <c:v>3.3373499999999998</c:v>
                </c:pt>
                <c:pt idx="12566">
                  <c:v>3.3376600000000001</c:v>
                </c:pt>
                <c:pt idx="12567">
                  <c:v>3.3379599999999998</c:v>
                </c:pt>
                <c:pt idx="12568">
                  <c:v>3.3382700000000001</c:v>
                </c:pt>
                <c:pt idx="12569">
                  <c:v>3.3385699999999998</c:v>
                </c:pt>
                <c:pt idx="12570">
                  <c:v>3.3388800000000001</c:v>
                </c:pt>
                <c:pt idx="12571">
                  <c:v>3.3391799999999998</c:v>
                </c:pt>
                <c:pt idx="12572">
                  <c:v>3.3394900000000001</c:v>
                </c:pt>
                <c:pt idx="12573">
                  <c:v>3.3397899999999998</c:v>
                </c:pt>
                <c:pt idx="12574">
                  <c:v>3.3401000000000001</c:v>
                </c:pt>
                <c:pt idx="12575">
                  <c:v>3.3403999999999998</c:v>
                </c:pt>
                <c:pt idx="12576">
                  <c:v>3.3407100000000001</c:v>
                </c:pt>
                <c:pt idx="12577">
                  <c:v>3.3410199999999999</c:v>
                </c:pt>
                <c:pt idx="12578">
                  <c:v>3.3413200000000001</c:v>
                </c:pt>
                <c:pt idx="12579">
                  <c:v>3.3416299999999999</c:v>
                </c:pt>
                <c:pt idx="12580">
                  <c:v>3.3419300000000001</c:v>
                </c:pt>
                <c:pt idx="12581">
                  <c:v>3.3422399999999999</c:v>
                </c:pt>
                <c:pt idx="12582">
                  <c:v>3.3425400000000001</c:v>
                </c:pt>
                <c:pt idx="12583">
                  <c:v>3.3428499999999999</c:v>
                </c:pt>
                <c:pt idx="12584">
                  <c:v>3.3431500000000001</c:v>
                </c:pt>
                <c:pt idx="12585">
                  <c:v>3.3434599999999999</c:v>
                </c:pt>
                <c:pt idx="12586">
                  <c:v>3.3437600000000001</c:v>
                </c:pt>
                <c:pt idx="12587">
                  <c:v>3.3440699999999999</c:v>
                </c:pt>
                <c:pt idx="12588">
                  <c:v>3.3443700000000001</c:v>
                </c:pt>
                <c:pt idx="12589">
                  <c:v>3.3446799999999999</c:v>
                </c:pt>
                <c:pt idx="12590">
                  <c:v>3.3449900000000001</c:v>
                </c:pt>
                <c:pt idx="12591">
                  <c:v>3.3452899999999999</c:v>
                </c:pt>
                <c:pt idx="12592">
                  <c:v>3.3456000000000001</c:v>
                </c:pt>
                <c:pt idx="12593">
                  <c:v>3.3458999999999999</c:v>
                </c:pt>
                <c:pt idx="12594">
                  <c:v>3.3462100000000001</c:v>
                </c:pt>
                <c:pt idx="12595">
                  <c:v>3.3465099999999999</c:v>
                </c:pt>
                <c:pt idx="12596">
                  <c:v>3.3468200000000001</c:v>
                </c:pt>
                <c:pt idx="12597">
                  <c:v>3.3471199999999999</c:v>
                </c:pt>
                <c:pt idx="12598">
                  <c:v>3.3474300000000001</c:v>
                </c:pt>
                <c:pt idx="12599">
                  <c:v>3.3477299999999999</c:v>
                </c:pt>
                <c:pt idx="12600">
                  <c:v>3.3480400000000001</c:v>
                </c:pt>
                <c:pt idx="12601">
                  <c:v>3.3483399999999999</c:v>
                </c:pt>
                <c:pt idx="12602">
                  <c:v>3.3486500000000001</c:v>
                </c:pt>
                <c:pt idx="12603">
                  <c:v>3.3489599999999999</c:v>
                </c:pt>
                <c:pt idx="12604">
                  <c:v>3.3492600000000001</c:v>
                </c:pt>
                <c:pt idx="12605">
                  <c:v>3.3495699999999999</c:v>
                </c:pt>
                <c:pt idx="12606">
                  <c:v>3.3498700000000001</c:v>
                </c:pt>
                <c:pt idx="12607">
                  <c:v>3.3501799999999999</c:v>
                </c:pt>
                <c:pt idx="12608">
                  <c:v>3.3504800000000001</c:v>
                </c:pt>
                <c:pt idx="12609">
                  <c:v>3.3507899999999999</c:v>
                </c:pt>
                <c:pt idx="12610">
                  <c:v>3.3510900000000001</c:v>
                </c:pt>
                <c:pt idx="12611">
                  <c:v>3.3513999999999999</c:v>
                </c:pt>
                <c:pt idx="12612">
                  <c:v>3.3517000000000001</c:v>
                </c:pt>
                <c:pt idx="12613">
                  <c:v>3.3520099999999999</c:v>
                </c:pt>
                <c:pt idx="12614">
                  <c:v>3.3523200000000002</c:v>
                </c:pt>
                <c:pt idx="12615">
                  <c:v>3.3526199999999999</c:v>
                </c:pt>
                <c:pt idx="12616">
                  <c:v>3.3529300000000002</c:v>
                </c:pt>
                <c:pt idx="12617">
                  <c:v>3.3532299999999999</c:v>
                </c:pt>
                <c:pt idx="12618">
                  <c:v>3.3535400000000002</c:v>
                </c:pt>
                <c:pt idx="12619">
                  <c:v>3.3538399999999999</c:v>
                </c:pt>
                <c:pt idx="12620">
                  <c:v>3.3541500000000002</c:v>
                </c:pt>
                <c:pt idx="12621">
                  <c:v>3.3544499999999999</c:v>
                </c:pt>
                <c:pt idx="12622">
                  <c:v>3.3547600000000002</c:v>
                </c:pt>
                <c:pt idx="12623">
                  <c:v>3.3550599999999999</c:v>
                </c:pt>
                <c:pt idx="12624">
                  <c:v>3.3553700000000002</c:v>
                </c:pt>
                <c:pt idx="12625">
                  <c:v>3.3556699999999999</c:v>
                </c:pt>
                <c:pt idx="12626">
                  <c:v>3.3559800000000002</c:v>
                </c:pt>
                <c:pt idx="12627">
                  <c:v>3.35629</c:v>
                </c:pt>
                <c:pt idx="12628">
                  <c:v>3.3565900000000002</c:v>
                </c:pt>
                <c:pt idx="12629">
                  <c:v>3.3569</c:v>
                </c:pt>
                <c:pt idx="12630">
                  <c:v>3.3572000000000002</c:v>
                </c:pt>
                <c:pt idx="12631">
                  <c:v>3.35751</c:v>
                </c:pt>
                <c:pt idx="12632">
                  <c:v>3.3578100000000002</c:v>
                </c:pt>
                <c:pt idx="12633">
                  <c:v>3.35812</c:v>
                </c:pt>
                <c:pt idx="12634">
                  <c:v>3.3584200000000002</c:v>
                </c:pt>
                <c:pt idx="12635">
                  <c:v>3.35873</c:v>
                </c:pt>
                <c:pt idx="12636">
                  <c:v>3.3590300000000002</c:v>
                </c:pt>
                <c:pt idx="12637">
                  <c:v>3.35934</c:v>
                </c:pt>
                <c:pt idx="12638">
                  <c:v>3.3596400000000002</c:v>
                </c:pt>
                <c:pt idx="12639">
                  <c:v>3.35995</c:v>
                </c:pt>
                <c:pt idx="12640">
                  <c:v>3.3602599999999998</c:v>
                </c:pt>
                <c:pt idx="12641">
                  <c:v>3.36056</c:v>
                </c:pt>
                <c:pt idx="12642">
                  <c:v>3.3608699999999998</c:v>
                </c:pt>
                <c:pt idx="12643">
                  <c:v>3.36117</c:v>
                </c:pt>
                <c:pt idx="12644">
                  <c:v>3.3614799999999998</c:v>
                </c:pt>
                <c:pt idx="12645">
                  <c:v>3.36178</c:v>
                </c:pt>
                <c:pt idx="12646">
                  <c:v>3.3620899999999998</c:v>
                </c:pt>
                <c:pt idx="12647">
                  <c:v>3.36239</c:v>
                </c:pt>
                <c:pt idx="12648">
                  <c:v>3.3626999999999998</c:v>
                </c:pt>
                <c:pt idx="12649">
                  <c:v>3.363</c:v>
                </c:pt>
                <c:pt idx="12650">
                  <c:v>3.3633099999999998</c:v>
                </c:pt>
                <c:pt idx="12651">
                  <c:v>3.36361</c:v>
                </c:pt>
                <c:pt idx="12652">
                  <c:v>3.3639199999999998</c:v>
                </c:pt>
                <c:pt idx="12653">
                  <c:v>3.3642300000000001</c:v>
                </c:pt>
                <c:pt idx="12654">
                  <c:v>3.3645299999999998</c:v>
                </c:pt>
                <c:pt idx="12655">
                  <c:v>3.3648400000000001</c:v>
                </c:pt>
                <c:pt idx="12656">
                  <c:v>3.3651399999999998</c:v>
                </c:pt>
                <c:pt idx="12657">
                  <c:v>3.3654500000000001</c:v>
                </c:pt>
                <c:pt idx="12658">
                  <c:v>3.3657499999999998</c:v>
                </c:pt>
                <c:pt idx="12659">
                  <c:v>3.3660600000000001</c:v>
                </c:pt>
                <c:pt idx="12660">
                  <c:v>3.3663599999999998</c:v>
                </c:pt>
                <c:pt idx="12661">
                  <c:v>3.3666700000000001</c:v>
                </c:pt>
                <c:pt idx="12662">
                  <c:v>3.3669699999999998</c:v>
                </c:pt>
                <c:pt idx="12663">
                  <c:v>3.3672800000000001</c:v>
                </c:pt>
                <c:pt idx="12664">
                  <c:v>3.3675799999999998</c:v>
                </c:pt>
                <c:pt idx="12665">
                  <c:v>3.3678900000000001</c:v>
                </c:pt>
                <c:pt idx="12666">
                  <c:v>3.3681999999999999</c:v>
                </c:pt>
                <c:pt idx="12667">
                  <c:v>3.3685</c:v>
                </c:pt>
                <c:pt idx="12668">
                  <c:v>3.3688099999999999</c:v>
                </c:pt>
                <c:pt idx="12669">
                  <c:v>3.36911</c:v>
                </c:pt>
                <c:pt idx="12670">
                  <c:v>3.3694199999999999</c:v>
                </c:pt>
                <c:pt idx="12671">
                  <c:v>3.36972</c:v>
                </c:pt>
                <c:pt idx="12672">
                  <c:v>3.3700299999999999</c:v>
                </c:pt>
                <c:pt idx="12673">
                  <c:v>3.37033</c:v>
                </c:pt>
                <c:pt idx="12674">
                  <c:v>3.3706399999999999</c:v>
                </c:pt>
                <c:pt idx="12675">
                  <c:v>3.37094</c:v>
                </c:pt>
                <c:pt idx="12676">
                  <c:v>3.3712499999999999</c:v>
                </c:pt>
                <c:pt idx="12677">
                  <c:v>3.3715600000000001</c:v>
                </c:pt>
                <c:pt idx="12678">
                  <c:v>3.3718599999999999</c:v>
                </c:pt>
                <c:pt idx="12679">
                  <c:v>3.3721700000000001</c:v>
                </c:pt>
                <c:pt idx="12680">
                  <c:v>3.3724699999999999</c:v>
                </c:pt>
                <c:pt idx="12681">
                  <c:v>3.3727800000000001</c:v>
                </c:pt>
                <c:pt idx="12682">
                  <c:v>3.3730799999999999</c:v>
                </c:pt>
                <c:pt idx="12683">
                  <c:v>3.3733900000000001</c:v>
                </c:pt>
                <c:pt idx="12684">
                  <c:v>3.3736899999999999</c:v>
                </c:pt>
                <c:pt idx="12685">
                  <c:v>3.3740000000000001</c:v>
                </c:pt>
                <c:pt idx="12686">
                  <c:v>3.3742999999999999</c:v>
                </c:pt>
                <c:pt idx="12687">
                  <c:v>3.3746100000000001</c:v>
                </c:pt>
                <c:pt idx="12688">
                  <c:v>3.3749099999999999</c:v>
                </c:pt>
                <c:pt idx="12689">
                  <c:v>3.3752200000000001</c:v>
                </c:pt>
                <c:pt idx="12690">
                  <c:v>3.3755299999999999</c:v>
                </c:pt>
                <c:pt idx="12691">
                  <c:v>3.3758300000000001</c:v>
                </c:pt>
                <c:pt idx="12692">
                  <c:v>3.3761399999999999</c:v>
                </c:pt>
                <c:pt idx="12693">
                  <c:v>3.3764400000000001</c:v>
                </c:pt>
                <c:pt idx="12694">
                  <c:v>3.3767499999999999</c:v>
                </c:pt>
                <c:pt idx="12695">
                  <c:v>3.3770500000000001</c:v>
                </c:pt>
                <c:pt idx="12696">
                  <c:v>3.3773599999999999</c:v>
                </c:pt>
                <c:pt idx="12697">
                  <c:v>3.3776600000000001</c:v>
                </c:pt>
                <c:pt idx="12698">
                  <c:v>3.3779699999999999</c:v>
                </c:pt>
                <c:pt idx="12699">
                  <c:v>3.3782700000000001</c:v>
                </c:pt>
                <c:pt idx="12700">
                  <c:v>3.3785799999999999</c:v>
                </c:pt>
                <c:pt idx="12701">
                  <c:v>3.3788800000000001</c:v>
                </c:pt>
                <c:pt idx="12702">
                  <c:v>3.3791899999999999</c:v>
                </c:pt>
                <c:pt idx="12703">
                  <c:v>3.3795000000000002</c:v>
                </c:pt>
                <c:pt idx="12704">
                  <c:v>3.3797999999999999</c:v>
                </c:pt>
                <c:pt idx="12705">
                  <c:v>3.3801100000000002</c:v>
                </c:pt>
                <c:pt idx="12706">
                  <c:v>3.3804099999999999</c:v>
                </c:pt>
                <c:pt idx="12707">
                  <c:v>3.3807200000000002</c:v>
                </c:pt>
                <c:pt idx="12708">
                  <c:v>3.3810199999999999</c:v>
                </c:pt>
                <c:pt idx="12709">
                  <c:v>3.3813300000000002</c:v>
                </c:pt>
                <c:pt idx="12710">
                  <c:v>3.3816299999999999</c:v>
                </c:pt>
                <c:pt idx="12711">
                  <c:v>3.3819400000000002</c:v>
                </c:pt>
                <c:pt idx="12712">
                  <c:v>3.3822399999999999</c:v>
                </c:pt>
                <c:pt idx="12713">
                  <c:v>3.3825500000000002</c:v>
                </c:pt>
                <c:pt idx="12714">
                  <c:v>3.3828499999999999</c:v>
                </c:pt>
                <c:pt idx="12715">
                  <c:v>3.3831600000000002</c:v>
                </c:pt>
                <c:pt idx="12716">
                  <c:v>3.38347</c:v>
                </c:pt>
                <c:pt idx="12717">
                  <c:v>3.3837700000000002</c:v>
                </c:pt>
                <c:pt idx="12718">
                  <c:v>3.38408</c:v>
                </c:pt>
                <c:pt idx="12719">
                  <c:v>3.3843800000000002</c:v>
                </c:pt>
                <c:pt idx="12720">
                  <c:v>3.38469</c:v>
                </c:pt>
                <c:pt idx="12721">
                  <c:v>3.3849900000000002</c:v>
                </c:pt>
                <c:pt idx="12722">
                  <c:v>3.3853</c:v>
                </c:pt>
                <c:pt idx="12723">
                  <c:v>3.3856000000000002</c:v>
                </c:pt>
                <c:pt idx="12724">
                  <c:v>3.38591</c:v>
                </c:pt>
                <c:pt idx="12725">
                  <c:v>3.3862100000000002</c:v>
                </c:pt>
                <c:pt idx="12726">
                  <c:v>3.38652</c:v>
                </c:pt>
                <c:pt idx="12727">
                  <c:v>3.3868299999999998</c:v>
                </c:pt>
                <c:pt idx="12728">
                  <c:v>3.38713</c:v>
                </c:pt>
                <c:pt idx="12729">
                  <c:v>3.3874399999999998</c:v>
                </c:pt>
                <c:pt idx="12730">
                  <c:v>3.38774</c:v>
                </c:pt>
                <c:pt idx="12731">
                  <c:v>3.3880499999999998</c:v>
                </c:pt>
                <c:pt idx="12732">
                  <c:v>3.38835</c:v>
                </c:pt>
                <c:pt idx="12733">
                  <c:v>3.3886599999999998</c:v>
                </c:pt>
                <c:pt idx="12734">
                  <c:v>3.38896</c:v>
                </c:pt>
                <c:pt idx="12735">
                  <c:v>3.3892699999999998</c:v>
                </c:pt>
                <c:pt idx="12736">
                  <c:v>3.38957</c:v>
                </c:pt>
                <c:pt idx="12737">
                  <c:v>3.3898799999999998</c:v>
                </c:pt>
                <c:pt idx="12738">
                  <c:v>3.39018</c:v>
                </c:pt>
                <c:pt idx="12739">
                  <c:v>3.3904899999999998</c:v>
                </c:pt>
                <c:pt idx="12740">
                  <c:v>3.3908</c:v>
                </c:pt>
                <c:pt idx="12741">
                  <c:v>3.3910999999999998</c:v>
                </c:pt>
                <c:pt idx="12742">
                  <c:v>3.39141</c:v>
                </c:pt>
                <c:pt idx="12743">
                  <c:v>3.3917099999999998</c:v>
                </c:pt>
                <c:pt idx="12744">
                  <c:v>3.39202</c:v>
                </c:pt>
                <c:pt idx="12745">
                  <c:v>3.3923199999999998</c:v>
                </c:pt>
                <c:pt idx="12746">
                  <c:v>3.39263</c:v>
                </c:pt>
                <c:pt idx="12747">
                  <c:v>3.3929299999999998</c:v>
                </c:pt>
                <c:pt idx="12748">
                  <c:v>3.39324</c:v>
                </c:pt>
                <c:pt idx="12749">
                  <c:v>3.3935399999999998</c:v>
                </c:pt>
                <c:pt idx="12750">
                  <c:v>3.39385</c:v>
                </c:pt>
                <c:pt idx="12751">
                  <c:v>3.3941499999999998</c:v>
                </c:pt>
                <c:pt idx="12752">
                  <c:v>3.39446</c:v>
                </c:pt>
                <c:pt idx="12753">
                  <c:v>3.3947699999999998</c:v>
                </c:pt>
                <c:pt idx="12754">
                  <c:v>3.39507</c:v>
                </c:pt>
                <c:pt idx="12755">
                  <c:v>3.3953799999999998</c:v>
                </c:pt>
                <c:pt idx="12756">
                  <c:v>3.39568</c:v>
                </c:pt>
                <c:pt idx="12757">
                  <c:v>3.3959899999999998</c:v>
                </c:pt>
                <c:pt idx="12758">
                  <c:v>3.39629</c:v>
                </c:pt>
                <c:pt idx="12759">
                  <c:v>3.3965999999999998</c:v>
                </c:pt>
                <c:pt idx="12760">
                  <c:v>3.3969</c:v>
                </c:pt>
                <c:pt idx="12761">
                  <c:v>3.3972099999999998</c:v>
                </c:pt>
                <c:pt idx="12762">
                  <c:v>3.39751</c:v>
                </c:pt>
                <c:pt idx="12763">
                  <c:v>3.3978199999999998</c:v>
                </c:pt>
                <c:pt idx="12764">
                  <c:v>3.39812</c:v>
                </c:pt>
                <c:pt idx="12765">
                  <c:v>3.3984299999999998</c:v>
                </c:pt>
                <c:pt idx="12766">
                  <c:v>3.3987400000000001</c:v>
                </c:pt>
                <c:pt idx="12767">
                  <c:v>3.3990399999999998</c:v>
                </c:pt>
                <c:pt idx="12768">
                  <c:v>3.3993500000000001</c:v>
                </c:pt>
                <c:pt idx="12769">
                  <c:v>3.3996499999999998</c:v>
                </c:pt>
                <c:pt idx="12770">
                  <c:v>3.3999600000000001</c:v>
                </c:pt>
                <c:pt idx="12771">
                  <c:v>3.4002599999999998</c:v>
                </c:pt>
                <c:pt idx="12772">
                  <c:v>3.4005700000000001</c:v>
                </c:pt>
                <c:pt idx="12773">
                  <c:v>3.4008699999999998</c:v>
                </c:pt>
                <c:pt idx="12774">
                  <c:v>3.4011800000000001</c:v>
                </c:pt>
                <c:pt idx="12775">
                  <c:v>3.4014799999999998</c:v>
                </c:pt>
                <c:pt idx="12776">
                  <c:v>3.4017900000000001</c:v>
                </c:pt>
                <c:pt idx="12777">
                  <c:v>3.4020899999999998</c:v>
                </c:pt>
                <c:pt idx="12778">
                  <c:v>3.4024000000000001</c:v>
                </c:pt>
                <c:pt idx="12779">
                  <c:v>3.4027099999999999</c:v>
                </c:pt>
                <c:pt idx="12780">
                  <c:v>3.4030100000000001</c:v>
                </c:pt>
                <c:pt idx="12781">
                  <c:v>3.4033199999999999</c:v>
                </c:pt>
                <c:pt idx="12782">
                  <c:v>3.4036200000000001</c:v>
                </c:pt>
                <c:pt idx="12783">
                  <c:v>3.4039299999999999</c:v>
                </c:pt>
                <c:pt idx="12784">
                  <c:v>3.4042300000000001</c:v>
                </c:pt>
                <c:pt idx="12785">
                  <c:v>3.4045399999999999</c:v>
                </c:pt>
                <c:pt idx="12786">
                  <c:v>3.4048400000000001</c:v>
                </c:pt>
                <c:pt idx="12787">
                  <c:v>3.4051499999999999</c:v>
                </c:pt>
                <c:pt idx="12788">
                  <c:v>3.4054500000000001</c:v>
                </c:pt>
                <c:pt idx="12789">
                  <c:v>3.4057599999999999</c:v>
                </c:pt>
                <c:pt idx="12790">
                  <c:v>3.4060700000000002</c:v>
                </c:pt>
                <c:pt idx="12791">
                  <c:v>3.4063699999999999</c:v>
                </c:pt>
                <c:pt idx="12792">
                  <c:v>3.4066800000000002</c:v>
                </c:pt>
                <c:pt idx="12793">
                  <c:v>3.4069799999999999</c:v>
                </c:pt>
                <c:pt idx="12794">
                  <c:v>3.4072900000000002</c:v>
                </c:pt>
                <c:pt idx="12795">
                  <c:v>3.4075899999999999</c:v>
                </c:pt>
                <c:pt idx="12796">
                  <c:v>3.4079000000000002</c:v>
                </c:pt>
                <c:pt idx="12797">
                  <c:v>3.4081999999999999</c:v>
                </c:pt>
                <c:pt idx="12798">
                  <c:v>3.4085100000000002</c:v>
                </c:pt>
                <c:pt idx="12799">
                  <c:v>3.4088099999999999</c:v>
                </c:pt>
                <c:pt idx="12800">
                  <c:v>3.4091200000000002</c:v>
                </c:pt>
                <c:pt idx="12801">
                  <c:v>3.4094199999999999</c:v>
                </c:pt>
                <c:pt idx="12802">
                  <c:v>3.4097300000000001</c:v>
                </c:pt>
                <c:pt idx="12803">
                  <c:v>3.41004</c:v>
                </c:pt>
                <c:pt idx="12804">
                  <c:v>3.4103400000000001</c:v>
                </c:pt>
                <c:pt idx="12805">
                  <c:v>3.41065</c:v>
                </c:pt>
                <c:pt idx="12806">
                  <c:v>3.4109500000000001</c:v>
                </c:pt>
                <c:pt idx="12807">
                  <c:v>3.41126</c:v>
                </c:pt>
                <c:pt idx="12808">
                  <c:v>3.4115600000000001</c:v>
                </c:pt>
                <c:pt idx="12809">
                  <c:v>3.41187</c:v>
                </c:pt>
                <c:pt idx="12810">
                  <c:v>3.4121700000000001</c:v>
                </c:pt>
                <c:pt idx="12811">
                  <c:v>3.41248</c:v>
                </c:pt>
                <c:pt idx="12812">
                  <c:v>3.4127800000000001</c:v>
                </c:pt>
                <c:pt idx="12813">
                  <c:v>3.41309</c:v>
                </c:pt>
                <c:pt idx="12814">
                  <c:v>3.4133900000000001</c:v>
                </c:pt>
                <c:pt idx="12815">
                  <c:v>3.4137</c:v>
                </c:pt>
                <c:pt idx="12816">
                  <c:v>3.4140100000000002</c:v>
                </c:pt>
                <c:pt idx="12817">
                  <c:v>3.41431</c:v>
                </c:pt>
                <c:pt idx="12818">
                  <c:v>3.4146200000000002</c:v>
                </c:pt>
                <c:pt idx="12819">
                  <c:v>3.41492</c:v>
                </c:pt>
                <c:pt idx="12820">
                  <c:v>3.4152300000000002</c:v>
                </c:pt>
                <c:pt idx="12821">
                  <c:v>3.41553</c:v>
                </c:pt>
                <c:pt idx="12822">
                  <c:v>3.4158400000000002</c:v>
                </c:pt>
                <c:pt idx="12823">
                  <c:v>3.41614</c:v>
                </c:pt>
                <c:pt idx="12824">
                  <c:v>3.4164500000000002</c:v>
                </c:pt>
                <c:pt idx="12825">
                  <c:v>3.41675</c:v>
                </c:pt>
                <c:pt idx="12826">
                  <c:v>3.4170600000000002</c:v>
                </c:pt>
                <c:pt idx="12827">
                  <c:v>3.41736</c:v>
                </c:pt>
                <c:pt idx="12828">
                  <c:v>3.4176700000000002</c:v>
                </c:pt>
                <c:pt idx="12829">
                  <c:v>3.41798</c:v>
                </c:pt>
                <c:pt idx="12830">
                  <c:v>3.4182800000000002</c:v>
                </c:pt>
                <c:pt idx="12831">
                  <c:v>3.41859</c:v>
                </c:pt>
                <c:pt idx="12832">
                  <c:v>3.4188900000000002</c:v>
                </c:pt>
                <c:pt idx="12833">
                  <c:v>3.4192</c:v>
                </c:pt>
                <c:pt idx="12834">
                  <c:v>3.4195000000000002</c:v>
                </c:pt>
                <c:pt idx="12835">
                  <c:v>3.41981</c:v>
                </c:pt>
                <c:pt idx="12836">
                  <c:v>3.4201100000000002</c:v>
                </c:pt>
                <c:pt idx="12837">
                  <c:v>3.42042</c:v>
                </c:pt>
                <c:pt idx="12838">
                  <c:v>3.4207200000000002</c:v>
                </c:pt>
                <c:pt idx="12839">
                  <c:v>3.42103</c:v>
                </c:pt>
                <c:pt idx="12840">
                  <c:v>3.4213300000000002</c:v>
                </c:pt>
                <c:pt idx="12841">
                  <c:v>3.42164</c:v>
                </c:pt>
                <c:pt idx="12842">
                  <c:v>3.4219499999999998</c:v>
                </c:pt>
                <c:pt idx="12843">
                  <c:v>3.42225</c:v>
                </c:pt>
                <c:pt idx="12844">
                  <c:v>3.4225599999999998</c:v>
                </c:pt>
                <c:pt idx="12845">
                  <c:v>3.42286</c:v>
                </c:pt>
                <c:pt idx="12846">
                  <c:v>3.4231699999999998</c:v>
                </c:pt>
                <c:pt idx="12847">
                  <c:v>3.42347</c:v>
                </c:pt>
                <c:pt idx="12848">
                  <c:v>3.4237799999999998</c:v>
                </c:pt>
                <c:pt idx="12849">
                  <c:v>3.42408</c:v>
                </c:pt>
                <c:pt idx="12850">
                  <c:v>3.4243899999999998</c:v>
                </c:pt>
                <c:pt idx="12851">
                  <c:v>3.42469</c:v>
                </c:pt>
                <c:pt idx="12852">
                  <c:v>3.4249999999999998</c:v>
                </c:pt>
                <c:pt idx="12853">
                  <c:v>3.4253100000000001</c:v>
                </c:pt>
                <c:pt idx="12854">
                  <c:v>3.4256099999999998</c:v>
                </c:pt>
                <c:pt idx="12855">
                  <c:v>3.4259200000000001</c:v>
                </c:pt>
                <c:pt idx="12856">
                  <c:v>3.4262199999999998</c:v>
                </c:pt>
                <c:pt idx="12857">
                  <c:v>3.4265300000000001</c:v>
                </c:pt>
                <c:pt idx="12858">
                  <c:v>3.4268299999999998</c:v>
                </c:pt>
                <c:pt idx="12859">
                  <c:v>3.4271400000000001</c:v>
                </c:pt>
                <c:pt idx="12860">
                  <c:v>3.4274399999999998</c:v>
                </c:pt>
                <c:pt idx="12861">
                  <c:v>3.4277500000000001</c:v>
                </c:pt>
                <c:pt idx="12862">
                  <c:v>3.4280499999999998</c:v>
                </c:pt>
                <c:pt idx="12863">
                  <c:v>3.4283600000000001</c:v>
                </c:pt>
                <c:pt idx="12864">
                  <c:v>3.4286599999999998</c:v>
                </c:pt>
                <c:pt idx="12865">
                  <c:v>3.4289700000000001</c:v>
                </c:pt>
                <c:pt idx="12866">
                  <c:v>3.4292799999999999</c:v>
                </c:pt>
                <c:pt idx="12867">
                  <c:v>3.4295800000000001</c:v>
                </c:pt>
                <c:pt idx="12868">
                  <c:v>3.4298899999999999</c:v>
                </c:pt>
                <c:pt idx="12869">
                  <c:v>3.4301900000000001</c:v>
                </c:pt>
                <c:pt idx="12870">
                  <c:v>3.4304999999999999</c:v>
                </c:pt>
                <c:pt idx="12871">
                  <c:v>3.4308000000000001</c:v>
                </c:pt>
                <c:pt idx="12872">
                  <c:v>3.4311099999999999</c:v>
                </c:pt>
                <c:pt idx="12873">
                  <c:v>3.4314100000000001</c:v>
                </c:pt>
                <c:pt idx="12874">
                  <c:v>3.4317199999999999</c:v>
                </c:pt>
                <c:pt idx="12875">
                  <c:v>3.4320200000000001</c:v>
                </c:pt>
                <c:pt idx="12876">
                  <c:v>3.4323299999999999</c:v>
                </c:pt>
                <c:pt idx="12877">
                  <c:v>3.4326300000000001</c:v>
                </c:pt>
                <c:pt idx="12878">
                  <c:v>3.4329399999999999</c:v>
                </c:pt>
                <c:pt idx="12879">
                  <c:v>3.4332500000000001</c:v>
                </c:pt>
                <c:pt idx="12880">
                  <c:v>3.4335499999999999</c:v>
                </c:pt>
                <c:pt idx="12881">
                  <c:v>3.4338600000000001</c:v>
                </c:pt>
                <c:pt idx="12882">
                  <c:v>3.4341599999999999</c:v>
                </c:pt>
                <c:pt idx="12883">
                  <c:v>3.4344700000000001</c:v>
                </c:pt>
                <c:pt idx="12884">
                  <c:v>3.4347699999999999</c:v>
                </c:pt>
                <c:pt idx="12885">
                  <c:v>3.4350800000000001</c:v>
                </c:pt>
                <c:pt idx="12886">
                  <c:v>3.4353799999999999</c:v>
                </c:pt>
                <c:pt idx="12887">
                  <c:v>3.4356900000000001</c:v>
                </c:pt>
                <c:pt idx="12888">
                  <c:v>3.4359899999999999</c:v>
                </c:pt>
                <c:pt idx="12889">
                  <c:v>3.4363000000000001</c:v>
                </c:pt>
                <c:pt idx="12890">
                  <c:v>3.4365999999999999</c:v>
                </c:pt>
                <c:pt idx="12891">
                  <c:v>3.4369100000000001</c:v>
                </c:pt>
                <c:pt idx="12892">
                  <c:v>3.4372199999999999</c:v>
                </c:pt>
                <c:pt idx="12893">
                  <c:v>3.4375200000000001</c:v>
                </c:pt>
                <c:pt idx="12894">
                  <c:v>3.4378299999999999</c:v>
                </c:pt>
                <c:pt idx="12895">
                  <c:v>3.4381300000000001</c:v>
                </c:pt>
                <c:pt idx="12896">
                  <c:v>3.4384399999999999</c:v>
                </c:pt>
                <c:pt idx="12897">
                  <c:v>3.4387400000000001</c:v>
                </c:pt>
                <c:pt idx="12898">
                  <c:v>3.4390499999999999</c:v>
                </c:pt>
                <c:pt idx="12899">
                  <c:v>3.4393500000000001</c:v>
                </c:pt>
                <c:pt idx="12900">
                  <c:v>3.4396599999999999</c:v>
                </c:pt>
                <c:pt idx="12901">
                  <c:v>3.4399600000000001</c:v>
                </c:pt>
                <c:pt idx="12902">
                  <c:v>3.4402699999999999</c:v>
                </c:pt>
                <c:pt idx="12903">
                  <c:v>3.4405800000000002</c:v>
                </c:pt>
                <c:pt idx="12904">
                  <c:v>3.4408799999999999</c:v>
                </c:pt>
                <c:pt idx="12905">
                  <c:v>3.4411900000000002</c:v>
                </c:pt>
                <c:pt idx="12906">
                  <c:v>3.4414899999999999</c:v>
                </c:pt>
                <c:pt idx="12907">
                  <c:v>3.4418000000000002</c:v>
                </c:pt>
                <c:pt idx="12908">
                  <c:v>3.4420999999999999</c:v>
                </c:pt>
                <c:pt idx="12909">
                  <c:v>3.4424100000000002</c:v>
                </c:pt>
                <c:pt idx="12910">
                  <c:v>3.4427099999999999</c:v>
                </c:pt>
                <c:pt idx="12911">
                  <c:v>3.4430200000000002</c:v>
                </c:pt>
                <c:pt idx="12912">
                  <c:v>3.4433199999999999</c:v>
                </c:pt>
                <c:pt idx="12913">
                  <c:v>3.4436300000000002</c:v>
                </c:pt>
                <c:pt idx="12914">
                  <c:v>3.4439299999999999</c:v>
                </c:pt>
                <c:pt idx="12915">
                  <c:v>3.4442400000000002</c:v>
                </c:pt>
                <c:pt idx="12916">
                  <c:v>3.44455</c:v>
                </c:pt>
                <c:pt idx="12917">
                  <c:v>3.4448500000000002</c:v>
                </c:pt>
                <c:pt idx="12918">
                  <c:v>3.44516</c:v>
                </c:pt>
                <c:pt idx="12919">
                  <c:v>3.4454600000000002</c:v>
                </c:pt>
                <c:pt idx="12920">
                  <c:v>3.44577</c:v>
                </c:pt>
                <c:pt idx="12921">
                  <c:v>3.4460700000000002</c:v>
                </c:pt>
                <c:pt idx="12922">
                  <c:v>3.44638</c:v>
                </c:pt>
                <c:pt idx="12923">
                  <c:v>3.4466800000000002</c:v>
                </c:pt>
                <c:pt idx="12924">
                  <c:v>3.44699</c:v>
                </c:pt>
                <c:pt idx="12925">
                  <c:v>3.4472900000000002</c:v>
                </c:pt>
                <c:pt idx="12926">
                  <c:v>3.4476</c:v>
                </c:pt>
                <c:pt idx="12927">
                  <c:v>3.4479000000000002</c:v>
                </c:pt>
                <c:pt idx="12928">
                  <c:v>3.44821</c:v>
                </c:pt>
                <c:pt idx="12929">
                  <c:v>3.4485199999999998</c:v>
                </c:pt>
                <c:pt idx="12930">
                  <c:v>3.44882</c:v>
                </c:pt>
                <c:pt idx="12931">
                  <c:v>3.4491299999999998</c:v>
                </c:pt>
                <c:pt idx="12932">
                  <c:v>3.44943</c:v>
                </c:pt>
                <c:pt idx="12933">
                  <c:v>3.4497399999999998</c:v>
                </c:pt>
                <c:pt idx="12934">
                  <c:v>3.45004</c:v>
                </c:pt>
                <c:pt idx="12935">
                  <c:v>3.4503499999999998</c:v>
                </c:pt>
                <c:pt idx="12936">
                  <c:v>3.45065</c:v>
                </c:pt>
                <c:pt idx="12937">
                  <c:v>3.4509599999999998</c:v>
                </c:pt>
                <c:pt idx="12938">
                  <c:v>3.45126</c:v>
                </c:pt>
                <c:pt idx="12939">
                  <c:v>3.4515699999999998</c:v>
                </c:pt>
                <c:pt idx="12940">
                  <c:v>3.45187</c:v>
                </c:pt>
                <c:pt idx="12941">
                  <c:v>3.4521799999999998</c:v>
                </c:pt>
                <c:pt idx="12942">
                  <c:v>3.4524900000000001</c:v>
                </c:pt>
                <c:pt idx="12943">
                  <c:v>3.4527899999999998</c:v>
                </c:pt>
                <c:pt idx="12944">
                  <c:v>3.4531000000000001</c:v>
                </c:pt>
                <c:pt idx="12945">
                  <c:v>3.4533999999999998</c:v>
                </c:pt>
                <c:pt idx="12946">
                  <c:v>3.4537100000000001</c:v>
                </c:pt>
                <c:pt idx="12947">
                  <c:v>3.4540099999999998</c:v>
                </c:pt>
                <c:pt idx="12948">
                  <c:v>3.4543200000000001</c:v>
                </c:pt>
                <c:pt idx="12949">
                  <c:v>3.4546199999999998</c:v>
                </c:pt>
                <c:pt idx="12950">
                  <c:v>3.4549300000000001</c:v>
                </c:pt>
                <c:pt idx="12951">
                  <c:v>3.4552299999999998</c:v>
                </c:pt>
                <c:pt idx="12952">
                  <c:v>3.4555400000000001</c:v>
                </c:pt>
                <c:pt idx="12953">
                  <c:v>3.4558399999999998</c:v>
                </c:pt>
                <c:pt idx="12954">
                  <c:v>3.4561500000000001</c:v>
                </c:pt>
                <c:pt idx="12955">
                  <c:v>3.4564599999999999</c:v>
                </c:pt>
                <c:pt idx="12956">
                  <c:v>3.4567600000000001</c:v>
                </c:pt>
                <c:pt idx="12957">
                  <c:v>3.4570699999999999</c:v>
                </c:pt>
                <c:pt idx="12958">
                  <c:v>3.4573700000000001</c:v>
                </c:pt>
                <c:pt idx="12959">
                  <c:v>3.4576799999999999</c:v>
                </c:pt>
                <c:pt idx="12960">
                  <c:v>3.4579800000000001</c:v>
                </c:pt>
                <c:pt idx="12961">
                  <c:v>3.4582899999999999</c:v>
                </c:pt>
                <c:pt idx="12962">
                  <c:v>3.4585900000000001</c:v>
                </c:pt>
                <c:pt idx="12963">
                  <c:v>3.4588999999999999</c:v>
                </c:pt>
                <c:pt idx="12964">
                  <c:v>3.4592000000000001</c:v>
                </c:pt>
                <c:pt idx="12965">
                  <c:v>3.4595099999999999</c:v>
                </c:pt>
                <c:pt idx="12966">
                  <c:v>3.4598200000000001</c:v>
                </c:pt>
                <c:pt idx="12967">
                  <c:v>3.4601199999999999</c:v>
                </c:pt>
                <c:pt idx="12968">
                  <c:v>3.4604300000000001</c:v>
                </c:pt>
                <c:pt idx="12969">
                  <c:v>3.4607299999999999</c:v>
                </c:pt>
                <c:pt idx="12970">
                  <c:v>3.4610400000000001</c:v>
                </c:pt>
                <c:pt idx="12971">
                  <c:v>3.4613399999999999</c:v>
                </c:pt>
                <c:pt idx="12972">
                  <c:v>3.4616500000000001</c:v>
                </c:pt>
                <c:pt idx="12973">
                  <c:v>3.4619499999999999</c:v>
                </c:pt>
                <c:pt idx="12974">
                  <c:v>3.4622600000000001</c:v>
                </c:pt>
                <c:pt idx="12975">
                  <c:v>3.4625599999999999</c:v>
                </c:pt>
                <c:pt idx="12976">
                  <c:v>3.4628700000000001</c:v>
                </c:pt>
                <c:pt idx="12977">
                  <c:v>3.4631699999999999</c:v>
                </c:pt>
                <c:pt idx="12978">
                  <c:v>3.4634800000000001</c:v>
                </c:pt>
                <c:pt idx="12979">
                  <c:v>3.4637899999999999</c:v>
                </c:pt>
                <c:pt idx="12980">
                  <c:v>3.4640900000000001</c:v>
                </c:pt>
                <c:pt idx="12981">
                  <c:v>3.4643999999999999</c:v>
                </c:pt>
                <c:pt idx="12982">
                  <c:v>3.4647000000000001</c:v>
                </c:pt>
                <c:pt idx="12983">
                  <c:v>3.4650099999999999</c:v>
                </c:pt>
                <c:pt idx="12984">
                  <c:v>3.4653100000000001</c:v>
                </c:pt>
                <c:pt idx="12985">
                  <c:v>3.4656199999999999</c:v>
                </c:pt>
                <c:pt idx="12986">
                  <c:v>3.4659200000000001</c:v>
                </c:pt>
                <c:pt idx="12987">
                  <c:v>3.4662299999999999</c:v>
                </c:pt>
                <c:pt idx="12988">
                  <c:v>3.4665300000000001</c:v>
                </c:pt>
                <c:pt idx="12989">
                  <c:v>3.4668399999999999</c:v>
                </c:pt>
                <c:pt idx="12990">
                  <c:v>3.4671400000000001</c:v>
                </c:pt>
                <c:pt idx="12991">
                  <c:v>3.4674499999999999</c:v>
                </c:pt>
                <c:pt idx="12992">
                  <c:v>3.4677600000000002</c:v>
                </c:pt>
                <c:pt idx="12993">
                  <c:v>3.4680599999999999</c:v>
                </c:pt>
                <c:pt idx="12994">
                  <c:v>3.4683700000000002</c:v>
                </c:pt>
                <c:pt idx="12995">
                  <c:v>3.4686699999999999</c:v>
                </c:pt>
                <c:pt idx="12996">
                  <c:v>3.4689800000000002</c:v>
                </c:pt>
                <c:pt idx="12997">
                  <c:v>3.4692799999999999</c:v>
                </c:pt>
                <c:pt idx="12998">
                  <c:v>3.4695900000000002</c:v>
                </c:pt>
                <c:pt idx="12999">
                  <c:v>3.4698899999999999</c:v>
                </c:pt>
                <c:pt idx="13000">
                  <c:v>3.4702000000000002</c:v>
                </c:pt>
                <c:pt idx="13001">
                  <c:v>3.4704999999999999</c:v>
                </c:pt>
                <c:pt idx="13002">
                  <c:v>3.4708100000000002</c:v>
                </c:pt>
                <c:pt idx="13003">
                  <c:v>3.4711099999999999</c:v>
                </c:pt>
                <c:pt idx="13004">
                  <c:v>3.4714200000000002</c:v>
                </c:pt>
                <c:pt idx="13005">
                  <c:v>3.47173</c:v>
                </c:pt>
                <c:pt idx="13006">
                  <c:v>3.4720300000000002</c:v>
                </c:pt>
                <c:pt idx="13007">
                  <c:v>3.47234</c:v>
                </c:pt>
                <c:pt idx="13008">
                  <c:v>3.4726400000000002</c:v>
                </c:pt>
                <c:pt idx="13009">
                  <c:v>3.47295</c:v>
                </c:pt>
                <c:pt idx="13010">
                  <c:v>3.4732500000000002</c:v>
                </c:pt>
                <c:pt idx="13011">
                  <c:v>3.47356</c:v>
                </c:pt>
                <c:pt idx="13012">
                  <c:v>3.4738600000000002</c:v>
                </c:pt>
                <c:pt idx="13013">
                  <c:v>3.47417</c:v>
                </c:pt>
                <c:pt idx="13014">
                  <c:v>3.4744700000000002</c:v>
                </c:pt>
                <c:pt idx="13015">
                  <c:v>3.47478</c:v>
                </c:pt>
                <c:pt idx="13016">
                  <c:v>3.4750800000000002</c:v>
                </c:pt>
                <c:pt idx="13017">
                  <c:v>3.47539</c:v>
                </c:pt>
                <c:pt idx="13018">
                  <c:v>3.4756999999999998</c:v>
                </c:pt>
                <c:pt idx="13019">
                  <c:v>3.476</c:v>
                </c:pt>
                <c:pt idx="13020">
                  <c:v>3.4763099999999998</c:v>
                </c:pt>
                <c:pt idx="13021">
                  <c:v>3.47661</c:v>
                </c:pt>
                <c:pt idx="13022">
                  <c:v>3.4769199999999998</c:v>
                </c:pt>
                <c:pt idx="13023">
                  <c:v>3.47722</c:v>
                </c:pt>
                <c:pt idx="13024">
                  <c:v>3.4775299999999998</c:v>
                </c:pt>
                <c:pt idx="13025">
                  <c:v>3.47783</c:v>
                </c:pt>
                <c:pt idx="13026">
                  <c:v>3.4781399999999998</c:v>
                </c:pt>
                <c:pt idx="13027">
                  <c:v>3.47844</c:v>
                </c:pt>
                <c:pt idx="13028">
                  <c:v>3.4787499999999998</c:v>
                </c:pt>
                <c:pt idx="13029">
                  <c:v>3.47906</c:v>
                </c:pt>
                <c:pt idx="13030">
                  <c:v>3.4793599999999998</c:v>
                </c:pt>
                <c:pt idx="13031">
                  <c:v>3.47967</c:v>
                </c:pt>
                <c:pt idx="13032">
                  <c:v>3.4799699999999998</c:v>
                </c:pt>
                <c:pt idx="13033">
                  <c:v>3.48028</c:v>
                </c:pt>
                <c:pt idx="13034">
                  <c:v>3.4805799999999998</c:v>
                </c:pt>
                <c:pt idx="13035">
                  <c:v>3.48089</c:v>
                </c:pt>
                <c:pt idx="13036">
                  <c:v>3.4811899999999998</c:v>
                </c:pt>
                <c:pt idx="13037">
                  <c:v>3.4815</c:v>
                </c:pt>
                <c:pt idx="13038">
                  <c:v>3.4817999999999998</c:v>
                </c:pt>
                <c:pt idx="13039">
                  <c:v>3.48211</c:v>
                </c:pt>
                <c:pt idx="13040">
                  <c:v>3.4824099999999998</c:v>
                </c:pt>
                <c:pt idx="13041">
                  <c:v>3.48272</c:v>
                </c:pt>
                <c:pt idx="13042">
                  <c:v>3.4830299999999998</c:v>
                </c:pt>
                <c:pt idx="13043">
                  <c:v>3.48333</c:v>
                </c:pt>
                <c:pt idx="13044">
                  <c:v>3.4836399999999998</c:v>
                </c:pt>
                <c:pt idx="13045">
                  <c:v>3.48394</c:v>
                </c:pt>
                <c:pt idx="13046">
                  <c:v>3.4842499999999998</c:v>
                </c:pt>
                <c:pt idx="13047">
                  <c:v>3.48455</c:v>
                </c:pt>
                <c:pt idx="13048">
                  <c:v>3.4848599999999998</c:v>
                </c:pt>
                <c:pt idx="13049">
                  <c:v>3.48516</c:v>
                </c:pt>
                <c:pt idx="13050">
                  <c:v>3.4854699999999998</c:v>
                </c:pt>
                <c:pt idx="13051">
                  <c:v>3.48577</c:v>
                </c:pt>
                <c:pt idx="13052">
                  <c:v>3.4860799999999998</c:v>
                </c:pt>
                <c:pt idx="13053">
                  <c:v>3.48638</c:v>
                </c:pt>
                <c:pt idx="13054">
                  <c:v>3.4866899999999998</c:v>
                </c:pt>
                <c:pt idx="13055">
                  <c:v>3.4870000000000001</c:v>
                </c:pt>
                <c:pt idx="13056">
                  <c:v>3.4872999999999998</c:v>
                </c:pt>
                <c:pt idx="13057">
                  <c:v>3.4876100000000001</c:v>
                </c:pt>
                <c:pt idx="13058">
                  <c:v>3.4879099999999998</c:v>
                </c:pt>
                <c:pt idx="13059">
                  <c:v>3.4882200000000001</c:v>
                </c:pt>
                <c:pt idx="13060">
                  <c:v>3.4885199999999998</c:v>
                </c:pt>
                <c:pt idx="13061">
                  <c:v>3.4888300000000001</c:v>
                </c:pt>
                <c:pt idx="13062">
                  <c:v>3.4891299999999998</c:v>
                </c:pt>
                <c:pt idx="13063">
                  <c:v>3.4894400000000001</c:v>
                </c:pt>
                <c:pt idx="13064">
                  <c:v>3.4897399999999998</c:v>
                </c:pt>
                <c:pt idx="13065">
                  <c:v>3.4900500000000001</c:v>
                </c:pt>
                <c:pt idx="13066">
                  <c:v>3.4903499999999998</c:v>
                </c:pt>
                <c:pt idx="13067">
                  <c:v>3.4906600000000001</c:v>
                </c:pt>
                <c:pt idx="13068">
                  <c:v>3.4909699999999999</c:v>
                </c:pt>
                <c:pt idx="13069">
                  <c:v>3.4912700000000001</c:v>
                </c:pt>
                <c:pt idx="13070">
                  <c:v>3.4915799999999999</c:v>
                </c:pt>
                <c:pt idx="13071">
                  <c:v>3.4918800000000001</c:v>
                </c:pt>
                <c:pt idx="13072">
                  <c:v>3.4921899999999999</c:v>
                </c:pt>
                <c:pt idx="13073">
                  <c:v>3.4924900000000001</c:v>
                </c:pt>
                <c:pt idx="13074">
                  <c:v>3.4927999999999999</c:v>
                </c:pt>
                <c:pt idx="13075">
                  <c:v>3.4931000000000001</c:v>
                </c:pt>
                <c:pt idx="13076">
                  <c:v>3.4934099999999999</c:v>
                </c:pt>
                <c:pt idx="13077">
                  <c:v>3.4937100000000001</c:v>
                </c:pt>
                <c:pt idx="13078">
                  <c:v>3.4940199999999999</c:v>
                </c:pt>
                <c:pt idx="13079">
                  <c:v>3.4943200000000001</c:v>
                </c:pt>
                <c:pt idx="13080">
                  <c:v>3.4946299999999999</c:v>
                </c:pt>
                <c:pt idx="13081">
                  <c:v>3.4949400000000002</c:v>
                </c:pt>
                <c:pt idx="13082">
                  <c:v>3.4952399999999999</c:v>
                </c:pt>
                <c:pt idx="13083">
                  <c:v>3.4955500000000002</c:v>
                </c:pt>
                <c:pt idx="13084">
                  <c:v>3.4958499999999999</c:v>
                </c:pt>
                <c:pt idx="13085">
                  <c:v>3.4961600000000002</c:v>
                </c:pt>
                <c:pt idx="13086">
                  <c:v>3.4964599999999999</c:v>
                </c:pt>
                <c:pt idx="13087">
                  <c:v>3.4967700000000002</c:v>
                </c:pt>
                <c:pt idx="13088">
                  <c:v>3.4970699999999999</c:v>
                </c:pt>
                <c:pt idx="13089">
                  <c:v>3.4973800000000002</c:v>
                </c:pt>
                <c:pt idx="13090">
                  <c:v>3.4976799999999999</c:v>
                </c:pt>
                <c:pt idx="13091">
                  <c:v>3.4979900000000002</c:v>
                </c:pt>
                <c:pt idx="13092">
                  <c:v>3.4983</c:v>
                </c:pt>
                <c:pt idx="13093">
                  <c:v>3.4986000000000002</c:v>
                </c:pt>
                <c:pt idx="13094">
                  <c:v>3.49891</c:v>
                </c:pt>
                <c:pt idx="13095">
                  <c:v>3.4992100000000002</c:v>
                </c:pt>
                <c:pt idx="13096">
                  <c:v>3.49952</c:v>
                </c:pt>
                <c:pt idx="13097">
                  <c:v>3.4998200000000002</c:v>
                </c:pt>
                <c:pt idx="13098">
                  <c:v>3.50013</c:v>
                </c:pt>
                <c:pt idx="13099">
                  <c:v>3.5004300000000002</c:v>
                </c:pt>
                <c:pt idx="13100">
                  <c:v>3.50074</c:v>
                </c:pt>
                <c:pt idx="13101">
                  <c:v>3.5010400000000002</c:v>
                </c:pt>
                <c:pt idx="13102">
                  <c:v>3.50135</c:v>
                </c:pt>
                <c:pt idx="13103">
                  <c:v>3.5016500000000002</c:v>
                </c:pt>
                <c:pt idx="13104">
                  <c:v>3.50196</c:v>
                </c:pt>
                <c:pt idx="13105">
                  <c:v>3.5022700000000002</c:v>
                </c:pt>
                <c:pt idx="13106">
                  <c:v>3.50257</c:v>
                </c:pt>
                <c:pt idx="13107">
                  <c:v>3.5028800000000002</c:v>
                </c:pt>
                <c:pt idx="13108">
                  <c:v>3.50318</c:v>
                </c:pt>
                <c:pt idx="13109">
                  <c:v>3.5034900000000002</c:v>
                </c:pt>
                <c:pt idx="13110">
                  <c:v>3.50379</c:v>
                </c:pt>
                <c:pt idx="13111">
                  <c:v>3.5041000000000002</c:v>
                </c:pt>
                <c:pt idx="13112">
                  <c:v>3.5044</c:v>
                </c:pt>
                <c:pt idx="13113">
                  <c:v>3.5047100000000002</c:v>
                </c:pt>
                <c:pt idx="13114">
                  <c:v>3.50501</c:v>
                </c:pt>
                <c:pt idx="13115">
                  <c:v>3.5053200000000002</c:v>
                </c:pt>
                <c:pt idx="13116">
                  <c:v>3.50562</c:v>
                </c:pt>
                <c:pt idx="13117">
                  <c:v>3.5059300000000002</c:v>
                </c:pt>
                <c:pt idx="13118">
                  <c:v>3.50624</c:v>
                </c:pt>
                <c:pt idx="13119">
                  <c:v>3.5065400000000002</c:v>
                </c:pt>
                <c:pt idx="13120">
                  <c:v>3.50685</c:v>
                </c:pt>
                <c:pt idx="13121">
                  <c:v>3.5071500000000002</c:v>
                </c:pt>
                <c:pt idx="13122">
                  <c:v>3.50746</c:v>
                </c:pt>
                <c:pt idx="13123">
                  <c:v>3.5077600000000002</c:v>
                </c:pt>
                <c:pt idx="13124">
                  <c:v>3.50807</c:v>
                </c:pt>
                <c:pt idx="13125">
                  <c:v>3.5083700000000002</c:v>
                </c:pt>
                <c:pt idx="13126">
                  <c:v>3.50868</c:v>
                </c:pt>
                <c:pt idx="13127">
                  <c:v>3.5089800000000002</c:v>
                </c:pt>
                <c:pt idx="13128">
                  <c:v>3.50929</c:v>
                </c:pt>
                <c:pt idx="13129">
                  <c:v>3.5095900000000002</c:v>
                </c:pt>
                <c:pt idx="13130">
                  <c:v>3.5099</c:v>
                </c:pt>
                <c:pt idx="13131">
                  <c:v>3.5102099999999998</c:v>
                </c:pt>
                <c:pt idx="13132">
                  <c:v>3.51051</c:v>
                </c:pt>
                <c:pt idx="13133">
                  <c:v>3.5108199999999998</c:v>
                </c:pt>
                <c:pt idx="13134">
                  <c:v>3.51112</c:v>
                </c:pt>
                <c:pt idx="13135">
                  <c:v>3.5114299999999998</c:v>
                </c:pt>
                <c:pt idx="13136">
                  <c:v>3.51173</c:v>
                </c:pt>
                <c:pt idx="13137">
                  <c:v>3.5120399999999998</c:v>
                </c:pt>
                <c:pt idx="13138">
                  <c:v>3.51234</c:v>
                </c:pt>
                <c:pt idx="13139">
                  <c:v>3.5126499999999998</c:v>
                </c:pt>
                <c:pt idx="13140">
                  <c:v>3.51295</c:v>
                </c:pt>
                <c:pt idx="13141">
                  <c:v>3.5132599999999998</c:v>
                </c:pt>
                <c:pt idx="13142">
                  <c:v>3.5135700000000001</c:v>
                </c:pt>
                <c:pt idx="13143">
                  <c:v>3.5138699999999998</c:v>
                </c:pt>
                <c:pt idx="13144">
                  <c:v>3.5141800000000001</c:v>
                </c:pt>
                <c:pt idx="13145">
                  <c:v>3.5144799999999998</c:v>
                </c:pt>
                <c:pt idx="13146">
                  <c:v>3.5147900000000001</c:v>
                </c:pt>
                <c:pt idx="13147">
                  <c:v>3.5150899999999998</c:v>
                </c:pt>
                <c:pt idx="13148">
                  <c:v>3.5154000000000001</c:v>
                </c:pt>
                <c:pt idx="13149">
                  <c:v>3.5156999999999998</c:v>
                </c:pt>
                <c:pt idx="13150">
                  <c:v>3.5160100000000001</c:v>
                </c:pt>
                <c:pt idx="13151">
                  <c:v>3.5163099999999998</c:v>
                </c:pt>
                <c:pt idx="13152">
                  <c:v>3.5166200000000001</c:v>
                </c:pt>
                <c:pt idx="13153">
                  <c:v>3.5169199999999998</c:v>
                </c:pt>
                <c:pt idx="13154">
                  <c:v>3.5172300000000001</c:v>
                </c:pt>
                <c:pt idx="13155">
                  <c:v>3.5175399999999999</c:v>
                </c:pt>
                <c:pt idx="13156">
                  <c:v>3.5178400000000001</c:v>
                </c:pt>
                <c:pt idx="13157">
                  <c:v>3.5181499999999999</c:v>
                </c:pt>
                <c:pt idx="13158">
                  <c:v>3.5184500000000001</c:v>
                </c:pt>
                <c:pt idx="13159">
                  <c:v>3.5187599999999999</c:v>
                </c:pt>
                <c:pt idx="13160">
                  <c:v>3.5190600000000001</c:v>
                </c:pt>
                <c:pt idx="13161">
                  <c:v>3.5193699999999999</c:v>
                </c:pt>
                <c:pt idx="13162">
                  <c:v>3.5196700000000001</c:v>
                </c:pt>
                <c:pt idx="13163">
                  <c:v>3.5199799999999999</c:v>
                </c:pt>
                <c:pt idx="13164">
                  <c:v>3.5202800000000001</c:v>
                </c:pt>
                <c:pt idx="13165">
                  <c:v>3.5205899999999999</c:v>
                </c:pt>
                <c:pt idx="13166">
                  <c:v>3.5208900000000001</c:v>
                </c:pt>
                <c:pt idx="13167">
                  <c:v>3.5211999999999999</c:v>
                </c:pt>
                <c:pt idx="13168">
                  <c:v>3.5215100000000001</c:v>
                </c:pt>
                <c:pt idx="13169">
                  <c:v>3.5218099999999999</c:v>
                </c:pt>
                <c:pt idx="13170">
                  <c:v>3.5221200000000001</c:v>
                </c:pt>
                <c:pt idx="13171">
                  <c:v>3.5224199999999999</c:v>
                </c:pt>
                <c:pt idx="13172">
                  <c:v>3.5227300000000001</c:v>
                </c:pt>
                <c:pt idx="13173">
                  <c:v>3.5230299999999999</c:v>
                </c:pt>
                <c:pt idx="13174">
                  <c:v>3.5233400000000001</c:v>
                </c:pt>
                <c:pt idx="13175">
                  <c:v>3.5236399999999999</c:v>
                </c:pt>
                <c:pt idx="13176">
                  <c:v>3.5239500000000001</c:v>
                </c:pt>
                <c:pt idx="13177">
                  <c:v>3.5242499999999999</c:v>
                </c:pt>
                <c:pt idx="13178">
                  <c:v>3.5245600000000001</c:v>
                </c:pt>
                <c:pt idx="13179">
                  <c:v>3.5248599999999999</c:v>
                </c:pt>
                <c:pt idx="13180">
                  <c:v>3.5251700000000001</c:v>
                </c:pt>
                <c:pt idx="13181">
                  <c:v>3.5254799999999999</c:v>
                </c:pt>
                <c:pt idx="13182">
                  <c:v>3.5257800000000001</c:v>
                </c:pt>
                <c:pt idx="13183">
                  <c:v>3.5260899999999999</c:v>
                </c:pt>
                <c:pt idx="13184">
                  <c:v>3.5263900000000001</c:v>
                </c:pt>
                <c:pt idx="13185">
                  <c:v>3.5266999999999999</c:v>
                </c:pt>
                <c:pt idx="13186">
                  <c:v>3.5270000000000001</c:v>
                </c:pt>
                <c:pt idx="13187">
                  <c:v>3.5273099999999999</c:v>
                </c:pt>
                <c:pt idx="13188">
                  <c:v>3.5276100000000001</c:v>
                </c:pt>
                <c:pt idx="13189">
                  <c:v>3.5279199999999999</c:v>
                </c:pt>
                <c:pt idx="13190">
                  <c:v>3.5282200000000001</c:v>
                </c:pt>
                <c:pt idx="13191">
                  <c:v>3.5285299999999999</c:v>
                </c:pt>
                <c:pt idx="13192">
                  <c:v>3.5288300000000001</c:v>
                </c:pt>
                <c:pt idx="13193">
                  <c:v>3.5291399999999999</c:v>
                </c:pt>
                <c:pt idx="13194">
                  <c:v>3.5294500000000002</c:v>
                </c:pt>
                <c:pt idx="13195">
                  <c:v>3.5297499999999999</c:v>
                </c:pt>
                <c:pt idx="13196">
                  <c:v>3.5300600000000002</c:v>
                </c:pt>
                <c:pt idx="13197">
                  <c:v>3.5303599999999999</c:v>
                </c:pt>
                <c:pt idx="13198">
                  <c:v>3.5306700000000002</c:v>
                </c:pt>
                <c:pt idx="13199">
                  <c:v>3.5309699999999999</c:v>
                </c:pt>
                <c:pt idx="13200">
                  <c:v>3.5312800000000002</c:v>
                </c:pt>
                <c:pt idx="13201">
                  <c:v>3.5315799999999999</c:v>
                </c:pt>
                <c:pt idx="13202">
                  <c:v>3.5318900000000002</c:v>
                </c:pt>
                <c:pt idx="13203">
                  <c:v>3.5321899999999999</c:v>
                </c:pt>
                <c:pt idx="13204">
                  <c:v>3.5325000000000002</c:v>
                </c:pt>
                <c:pt idx="13205">
                  <c:v>3.53281</c:v>
                </c:pt>
                <c:pt idx="13206">
                  <c:v>3.5331100000000002</c:v>
                </c:pt>
                <c:pt idx="13207">
                  <c:v>3.53342</c:v>
                </c:pt>
                <c:pt idx="13208">
                  <c:v>3.5337200000000002</c:v>
                </c:pt>
                <c:pt idx="13209">
                  <c:v>3.53403</c:v>
                </c:pt>
                <c:pt idx="13210">
                  <c:v>3.5343300000000002</c:v>
                </c:pt>
                <c:pt idx="13211">
                  <c:v>3.53464</c:v>
                </c:pt>
                <c:pt idx="13212">
                  <c:v>3.5349400000000002</c:v>
                </c:pt>
                <c:pt idx="13213">
                  <c:v>3.53525</c:v>
                </c:pt>
                <c:pt idx="13214">
                  <c:v>3.5355500000000002</c:v>
                </c:pt>
                <c:pt idx="13215">
                  <c:v>3.53586</c:v>
                </c:pt>
                <c:pt idx="13216">
                  <c:v>3.5361600000000002</c:v>
                </c:pt>
                <c:pt idx="13217">
                  <c:v>3.53647</c:v>
                </c:pt>
                <c:pt idx="13218">
                  <c:v>3.5367799999999998</c:v>
                </c:pt>
                <c:pt idx="13219">
                  <c:v>3.53708</c:v>
                </c:pt>
                <c:pt idx="13220">
                  <c:v>3.5373899999999998</c:v>
                </c:pt>
                <c:pt idx="13221">
                  <c:v>3.53769</c:v>
                </c:pt>
                <c:pt idx="13222">
                  <c:v>3.5379999999999998</c:v>
                </c:pt>
                <c:pt idx="13223">
                  <c:v>3.5383</c:v>
                </c:pt>
                <c:pt idx="13224">
                  <c:v>3.5386099999999998</c:v>
                </c:pt>
                <c:pt idx="13225">
                  <c:v>3.53891</c:v>
                </c:pt>
                <c:pt idx="13226">
                  <c:v>3.5392199999999998</c:v>
                </c:pt>
                <c:pt idx="13227">
                  <c:v>3.53952</c:v>
                </c:pt>
                <c:pt idx="13228">
                  <c:v>3.5398299999999998</c:v>
                </c:pt>
                <c:pt idx="13229">
                  <c:v>3.54013</c:v>
                </c:pt>
                <c:pt idx="13230">
                  <c:v>3.5404399999999998</c:v>
                </c:pt>
                <c:pt idx="13231">
                  <c:v>3.5407500000000001</c:v>
                </c:pt>
                <c:pt idx="13232">
                  <c:v>3.5410499999999998</c:v>
                </c:pt>
                <c:pt idx="13233">
                  <c:v>3.5413600000000001</c:v>
                </c:pt>
                <c:pt idx="13234">
                  <c:v>3.5416599999999998</c:v>
                </c:pt>
                <c:pt idx="13235">
                  <c:v>3.5419700000000001</c:v>
                </c:pt>
                <c:pt idx="13236">
                  <c:v>3.5422699999999998</c:v>
                </c:pt>
                <c:pt idx="13237">
                  <c:v>3.5425800000000001</c:v>
                </c:pt>
                <c:pt idx="13238">
                  <c:v>3.5428799999999998</c:v>
                </c:pt>
                <c:pt idx="13239">
                  <c:v>3.5431900000000001</c:v>
                </c:pt>
                <c:pt idx="13240">
                  <c:v>3.5434899999999998</c:v>
                </c:pt>
                <c:pt idx="13241">
                  <c:v>3.5438000000000001</c:v>
                </c:pt>
                <c:pt idx="13242">
                  <c:v>3.5440999999999998</c:v>
                </c:pt>
                <c:pt idx="13243">
                  <c:v>3.5444100000000001</c:v>
                </c:pt>
                <c:pt idx="13244">
                  <c:v>3.5447199999999999</c:v>
                </c:pt>
                <c:pt idx="13245">
                  <c:v>3.5450200000000001</c:v>
                </c:pt>
                <c:pt idx="13246">
                  <c:v>3.5453299999999999</c:v>
                </c:pt>
                <c:pt idx="13247">
                  <c:v>3.5456300000000001</c:v>
                </c:pt>
                <c:pt idx="13248">
                  <c:v>3.5459399999999999</c:v>
                </c:pt>
                <c:pt idx="13249">
                  <c:v>3.5462400000000001</c:v>
                </c:pt>
                <c:pt idx="13250">
                  <c:v>3.5465499999999999</c:v>
                </c:pt>
                <c:pt idx="13251">
                  <c:v>3.5468500000000001</c:v>
                </c:pt>
                <c:pt idx="13252">
                  <c:v>3.5471599999999999</c:v>
                </c:pt>
                <c:pt idx="13253">
                  <c:v>3.5474600000000001</c:v>
                </c:pt>
                <c:pt idx="13254">
                  <c:v>3.5477699999999999</c:v>
                </c:pt>
                <c:pt idx="13255">
                  <c:v>3.5480700000000001</c:v>
                </c:pt>
                <c:pt idx="13256">
                  <c:v>3.5483799999999999</c:v>
                </c:pt>
                <c:pt idx="13257">
                  <c:v>3.5486900000000001</c:v>
                </c:pt>
                <c:pt idx="13258">
                  <c:v>3.5489899999999999</c:v>
                </c:pt>
                <c:pt idx="13259">
                  <c:v>3.5493000000000001</c:v>
                </c:pt>
                <c:pt idx="13260">
                  <c:v>3.5495999999999999</c:v>
                </c:pt>
                <c:pt idx="13261">
                  <c:v>3.5499100000000001</c:v>
                </c:pt>
                <c:pt idx="13262">
                  <c:v>3.5502099999999999</c:v>
                </c:pt>
                <c:pt idx="13263">
                  <c:v>3.5505200000000001</c:v>
                </c:pt>
                <c:pt idx="13264">
                  <c:v>3.5508199999999999</c:v>
                </c:pt>
                <c:pt idx="13265">
                  <c:v>3.5511300000000001</c:v>
                </c:pt>
                <c:pt idx="13266">
                  <c:v>3.5514299999999999</c:v>
                </c:pt>
                <c:pt idx="13267">
                  <c:v>3.5517400000000001</c:v>
                </c:pt>
                <c:pt idx="13268">
                  <c:v>3.5520499999999999</c:v>
                </c:pt>
                <c:pt idx="13269">
                  <c:v>3.5523500000000001</c:v>
                </c:pt>
                <c:pt idx="13270">
                  <c:v>3.5526599999999999</c:v>
                </c:pt>
                <c:pt idx="13271">
                  <c:v>3.5529600000000001</c:v>
                </c:pt>
                <c:pt idx="13272">
                  <c:v>3.5532699999999999</c:v>
                </c:pt>
                <c:pt idx="13273">
                  <c:v>3.5535700000000001</c:v>
                </c:pt>
                <c:pt idx="13274">
                  <c:v>3.5538799999999999</c:v>
                </c:pt>
                <c:pt idx="13275">
                  <c:v>3.5541800000000001</c:v>
                </c:pt>
                <c:pt idx="13276">
                  <c:v>3.5544899999999999</c:v>
                </c:pt>
                <c:pt idx="13277">
                  <c:v>3.5547900000000001</c:v>
                </c:pt>
                <c:pt idx="13278">
                  <c:v>3.5550999999999999</c:v>
                </c:pt>
                <c:pt idx="13279">
                  <c:v>3.5554000000000001</c:v>
                </c:pt>
                <c:pt idx="13280">
                  <c:v>3.5557099999999999</c:v>
                </c:pt>
                <c:pt idx="13281">
                  <c:v>3.5560200000000002</c:v>
                </c:pt>
                <c:pt idx="13282">
                  <c:v>3.5563199999999999</c:v>
                </c:pt>
                <c:pt idx="13283">
                  <c:v>3.5566300000000002</c:v>
                </c:pt>
                <c:pt idx="13284">
                  <c:v>3.5569299999999999</c:v>
                </c:pt>
                <c:pt idx="13285">
                  <c:v>3.5572400000000002</c:v>
                </c:pt>
                <c:pt idx="13286">
                  <c:v>3.5575399999999999</c:v>
                </c:pt>
                <c:pt idx="13287">
                  <c:v>3.5578500000000002</c:v>
                </c:pt>
                <c:pt idx="13288">
                  <c:v>3.5581499999999999</c:v>
                </c:pt>
                <c:pt idx="13289">
                  <c:v>3.5584600000000002</c:v>
                </c:pt>
                <c:pt idx="13290">
                  <c:v>3.5587599999999999</c:v>
                </c:pt>
                <c:pt idx="13291">
                  <c:v>3.5590700000000002</c:v>
                </c:pt>
                <c:pt idx="13292">
                  <c:v>3.5593699999999999</c:v>
                </c:pt>
                <c:pt idx="13293">
                  <c:v>3.5596800000000002</c:v>
                </c:pt>
                <c:pt idx="13294">
                  <c:v>3.55999</c:v>
                </c:pt>
                <c:pt idx="13295">
                  <c:v>3.5602900000000002</c:v>
                </c:pt>
                <c:pt idx="13296">
                  <c:v>3.5606</c:v>
                </c:pt>
                <c:pt idx="13297">
                  <c:v>3.5609000000000002</c:v>
                </c:pt>
                <c:pt idx="13298">
                  <c:v>3.56121</c:v>
                </c:pt>
                <c:pt idx="13299">
                  <c:v>3.5615100000000002</c:v>
                </c:pt>
                <c:pt idx="13300">
                  <c:v>3.56182</c:v>
                </c:pt>
                <c:pt idx="13301">
                  <c:v>3.5621200000000002</c:v>
                </c:pt>
                <c:pt idx="13302">
                  <c:v>3.56243</c:v>
                </c:pt>
                <c:pt idx="13303">
                  <c:v>3.5627300000000002</c:v>
                </c:pt>
                <c:pt idx="13304">
                  <c:v>3.56304</c:v>
                </c:pt>
                <c:pt idx="13305">
                  <c:v>3.5633400000000002</c:v>
                </c:pt>
                <c:pt idx="13306">
                  <c:v>3.56365</c:v>
                </c:pt>
                <c:pt idx="13307">
                  <c:v>3.5639599999999998</c:v>
                </c:pt>
                <c:pt idx="13308">
                  <c:v>3.56426</c:v>
                </c:pt>
                <c:pt idx="13309">
                  <c:v>3.5645699999999998</c:v>
                </c:pt>
                <c:pt idx="13310">
                  <c:v>3.56487</c:v>
                </c:pt>
                <c:pt idx="13311">
                  <c:v>3.5651799999999998</c:v>
                </c:pt>
                <c:pt idx="13312">
                  <c:v>3.56548</c:v>
                </c:pt>
                <c:pt idx="13313">
                  <c:v>3.5657899999999998</c:v>
                </c:pt>
                <c:pt idx="13314">
                  <c:v>3.56609</c:v>
                </c:pt>
                <c:pt idx="13315">
                  <c:v>3.5663999999999998</c:v>
                </c:pt>
                <c:pt idx="13316">
                  <c:v>3.5667</c:v>
                </c:pt>
                <c:pt idx="13317">
                  <c:v>3.5670099999999998</c:v>
                </c:pt>
                <c:pt idx="13318">
                  <c:v>3.56732</c:v>
                </c:pt>
                <c:pt idx="13319">
                  <c:v>3.5676199999999998</c:v>
                </c:pt>
                <c:pt idx="13320">
                  <c:v>3.56793</c:v>
                </c:pt>
                <c:pt idx="13321">
                  <c:v>3.5682299999999998</c:v>
                </c:pt>
                <c:pt idx="13322">
                  <c:v>3.56854</c:v>
                </c:pt>
                <c:pt idx="13323">
                  <c:v>3.5688399999999998</c:v>
                </c:pt>
                <c:pt idx="13324">
                  <c:v>3.56915</c:v>
                </c:pt>
                <c:pt idx="13325">
                  <c:v>3.5694499999999998</c:v>
                </c:pt>
                <c:pt idx="13326">
                  <c:v>3.56976</c:v>
                </c:pt>
                <c:pt idx="13327">
                  <c:v>3.5700599999999998</c:v>
                </c:pt>
                <c:pt idx="13328">
                  <c:v>3.57037</c:v>
                </c:pt>
                <c:pt idx="13329">
                  <c:v>3.5706699999999998</c:v>
                </c:pt>
                <c:pt idx="13330">
                  <c:v>3.57098</c:v>
                </c:pt>
                <c:pt idx="13331">
                  <c:v>3.5712899999999999</c:v>
                </c:pt>
                <c:pt idx="13332">
                  <c:v>3.57159</c:v>
                </c:pt>
                <c:pt idx="13333">
                  <c:v>3.5718999999999999</c:v>
                </c:pt>
                <c:pt idx="13334">
                  <c:v>3.5722</c:v>
                </c:pt>
                <c:pt idx="13335">
                  <c:v>3.5725099999999999</c:v>
                </c:pt>
                <c:pt idx="13336">
                  <c:v>3.57281</c:v>
                </c:pt>
                <c:pt idx="13337">
                  <c:v>3.5731199999999999</c:v>
                </c:pt>
                <c:pt idx="13338">
                  <c:v>3.57342</c:v>
                </c:pt>
                <c:pt idx="13339">
                  <c:v>3.5737299999999999</c:v>
                </c:pt>
                <c:pt idx="13340">
                  <c:v>3.57403</c:v>
                </c:pt>
                <c:pt idx="13341">
                  <c:v>3.5743399999999999</c:v>
                </c:pt>
                <c:pt idx="13342">
                  <c:v>3.57464</c:v>
                </c:pt>
                <c:pt idx="13343">
                  <c:v>3.5749499999999999</c:v>
                </c:pt>
                <c:pt idx="13344">
                  <c:v>3.5752600000000001</c:v>
                </c:pt>
                <c:pt idx="13345">
                  <c:v>3.5755599999999998</c:v>
                </c:pt>
                <c:pt idx="13346">
                  <c:v>3.5758700000000001</c:v>
                </c:pt>
                <c:pt idx="13347">
                  <c:v>3.5761699999999998</c:v>
                </c:pt>
                <c:pt idx="13348">
                  <c:v>3.5764800000000001</c:v>
                </c:pt>
                <c:pt idx="13349">
                  <c:v>3.5767799999999998</c:v>
                </c:pt>
                <c:pt idx="13350">
                  <c:v>3.5770900000000001</c:v>
                </c:pt>
                <c:pt idx="13351">
                  <c:v>3.5773899999999998</c:v>
                </c:pt>
                <c:pt idx="13352">
                  <c:v>3.5777000000000001</c:v>
                </c:pt>
                <c:pt idx="13353">
                  <c:v>3.5779999999999998</c:v>
                </c:pt>
                <c:pt idx="13354">
                  <c:v>3.5783100000000001</c:v>
                </c:pt>
                <c:pt idx="13355">
                  <c:v>3.5786099999999998</c:v>
                </c:pt>
                <c:pt idx="13356">
                  <c:v>3.5789200000000001</c:v>
                </c:pt>
                <c:pt idx="13357">
                  <c:v>3.5792299999999999</c:v>
                </c:pt>
                <c:pt idx="13358">
                  <c:v>3.5795300000000001</c:v>
                </c:pt>
                <c:pt idx="13359">
                  <c:v>3.5798399999999999</c:v>
                </c:pt>
                <c:pt idx="13360">
                  <c:v>3.5801400000000001</c:v>
                </c:pt>
                <c:pt idx="13361">
                  <c:v>3.5804499999999999</c:v>
                </c:pt>
                <c:pt idx="13362">
                  <c:v>3.5807500000000001</c:v>
                </c:pt>
                <c:pt idx="13363">
                  <c:v>3.5810599999999999</c:v>
                </c:pt>
                <c:pt idx="13364">
                  <c:v>3.5813600000000001</c:v>
                </c:pt>
                <c:pt idx="13365">
                  <c:v>3.5816699999999999</c:v>
                </c:pt>
                <c:pt idx="13366">
                  <c:v>3.5819700000000001</c:v>
                </c:pt>
                <c:pt idx="13367">
                  <c:v>3.5822799999999999</c:v>
                </c:pt>
                <c:pt idx="13368">
                  <c:v>3.5825800000000001</c:v>
                </c:pt>
                <c:pt idx="13369">
                  <c:v>3.5828899999999999</c:v>
                </c:pt>
                <c:pt idx="13370">
                  <c:v>3.5832000000000002</c:v>
                </c:pt>
                <c:pt idx="13371">
                  <c:v>3.5834999999999999</c:v>
                </c:pt>
                <c:pt idx="13372">
                  <c:v>3.5838100000000002</c:v>
                </c:pt>
                <c:pt idx="13373">
                  <c:v>3.5841099999999999</c:v>
                </c:pt>
                <c:pt idx="13374">
                  <c:v>3.5844200000000002</c:v>
                </c:pt>
                <c:pt idx="13375">
                  <c:v>3.5847199999999999</c:v>
                </c:pt>
                <c:pt idx="13376">
                  <c:v>3.5850300000000002</c:v>
                </c:pt>
                <c:pt idx="13377">
                  <c:v>3.5853299999999999</c:v>
                </c:pt>
                <c:pt idx="13378">
                  <c:v>3.5856400000000002</c:v>
                </c:pt>
                <c:pt idx="13379">
                  <c:v>3.5859399999999999</c:v>
                </c:pt>
                <c:pt idx="13380">
                  <c:v>3.5862500000000002</c:v>
                </c:pt>
                <c:pt idx="13381">
                  <c:v>3.58656</c:v>
                </c:pt>
                <c:pt idx="13382">
                  <c:v>3.5868600000000002</c:v>
                </c:pt>
                <c:pt idx="13383">
                  <c:v>3.58717</c:v>
                </c:pt>
                <c:pt idx="13384">
                  <c:v>3.5874700000000002</c:v>
                </c:pt>
                <c:pt idx="13385">
                  <c:v>3.58778</c:v>
                </c:pt>
                <c:pt idx="13386">
                  <c:v>3.5880800000000002</c:v>
                </c:pt>
                <c:pt idx="13387">
                  <c:v>3.58839</c:v>
                </c:pt>
                <c:pt idx="13388">
                  <c:v>3.5886900000000002</c:v>
                </c:pt>
                <c:pt idx="13389">
                  <c:v>3.589</c:v>
                </c:pt>
                <c:pt idx="13390">
                  <c:v>3.5893000000000002</c:v>
                </c:pt>
                <c:pt idx="13391">
                  <c:v>3.58961</c:v>
                </c:pt>
                <c:pt idx="13392">
                  <c:v>3.5899100000000002</c:v>
                </c:pt>
                <c:pt idx="13393">
                  <c:v>3.59022</c:v>
                </c:pt>
                <c:pt idx="13394">
                  <c:v>3.5905300000000002</c:v>
                </c:pt>
                <c:pt idx="13395">
                  <c:v>3.59083</c:v>
                </c:pt>
                <c:pt idx="13396">
                  <c:v>3.5911400000000002</c:v>
                </c:pt>
                <c:pt idx="13397">
                  <c:v>3.59144</c:v>
                </c:pt>
                <c:pt idx="13398">
                  <c:v>3.5917500000000002</c:v>
                </c:pt>
                <c:pt idx="13399">
                  <c:v>3.59205</c:v>
                </c:pt>
                <c:pt idx="13400">
                  <c:v>3.5923600000000002</c:v>
                </c:pt>
                <c:pt idx="13401">
                  <c:v>3.59266</c:v>
                </c:pt>
                <c:pt idx="13402">
                  <c:v>3.5929700000000002</c:v>
                </c:pt>
                <c:pt idx="13403">
                  <c:v>3.59327</c:v>
                </c:pt>
                <c:pt idx="13404">
                  <c:v>3.5935800000000002</c:v>
                </c:pt>
                <c:pt idx="13405">
                  <c:v>3.59388</c:v>
                </c:pt>
                <c:pt idx="13406">
                  <c:v>3.5941900000000002</c:v>
                </c:pt>
                <c:pt idx="13407">
                  <c:v>3.5945</c:v>
                </c:pt>
                <c:pt idx="13408">
                  <c:v>3.5948000000000002</c:v>
                </c:pt>
                <c:pt idx="13409">
                  <c:v>3.59511</c:v>
                </c:pt>
                <c:pt idx="13410">
                  <c:v>3.5954100000000002</c:v>
                </c:pt>
                <c:pt idx="13411">
                  <c:v>3.59572</c:v>
                </c:pt>
                <c:pt idx="13412">
                  <c:v>3.5960200000000002</c:v>
                </c:pt>
                <c:pt idx="13413">
                  <c:v>3.59633</c:v>
                </c:pt>
                <c:pt idx="13414">
                  <c:v>3.5966300000000002</c:v>
                </c:pt>
                <c:pt idx="13415">
                  <c:v>3.59694</c:v>
                </c:pt>
                <c:pt idx="13416">
                  <c:v>3.5972400000000002</c:v>
                </c:pt>
                <c:pt idx="13417">
                  <c:v>3.59755</c:v>
                </c:pt>
                <c:pt idx="13418">
                  <c:v>3.5978500000000002</c:v>
                </c:pt>
                <c:pt idx="13419">
                  <c:v>3.59816</c:v>
                </c:pt>
                <c:pt idx="13420">
                  <c:v>3.5984699999999998</c:v>
                </c:pt>
                <c:pt idx="13421">
                  <c:v>3.59877</c:v>
                </c:pt>
                <c:pt idx="13422">
                  <c:v>3.5990799999999998</c:v>
                </c:pt>
                <c:pt idx="13423">
                  <c:v>3.59938</c:v>
                </c:pt>
                <c:pt idx="13424">
                  <c:v>3.5996899999999998</c:v>
                </c:pt>
                <c:pt idx="13425">
                  <c:v>3.59999</c:v>
                </c:pt>
                <c:pt idx="13426">
                  <c:v>3.6002999999999998</c:v>
                </c:pt>
                <c:pt idx="13427">
                  <c:v>3.6006</c:v>
                </c:pt>
                <c:pt idx="13428">
                  <c:v>3.6009099999999998</c:v>
                </c:pt>
                <c:pt idx="13429">
                  <c:v>3.60121</c:v>
                </c:pt>
                <c:pt idx="13430">
                  <c:v>3.6015199999999998</c:v>
                </c:pt>
                <c:pt idx="13431">
                  <c:v>3.60182</c:v>
                </c:pt>
                <c:pt idx="13432">
                  <c:v>3.6021299999999998</c:v>
                </c:pt>
                <c:pt idx="13433">
                  <c:v>3.6024400000000001</c:v>
                </c:pt>
                <c:pt idx="13434">
                  <c:v>3.6027399999999998</c:v>
                </c:pt>
                <c:pt idx="13435">
                  <c:v>3.6030500000000001</c:v>
                </c:pt>
                <c:pt idx="13436">
                  <c:v>3.6033499999999998</c:v>
                </c:pt>
                <c:pt idx="13437">
                  <c:v>3.6036600000000001</c:v>
                </c:pt>
                <c:pt idx="13438">
                  <c:v>3.6039599999999998</c:v>
                </c:pt>
                <c:pt idx="13439">
                  <c:v>3.6042700000000001</c:v>
                </c:pt>
                <c:pt idx="13440">
                  <c:v>3.6045699999999998</c:v>
                </c:pt>
                <c:pt idx="13441">
                  <c:v>3.6048800000000001</c:v>
                </c:pt>
                <c:pt idx="13442">
                  <c:v>3.6051799999999998</c:v>
                </c:pt>
                <c:pt idx="13443">
                  <c:v>3.6054900000000001</c:v>
                </c:pt>
                <c:pt idx="13444">
                  <c:v>3.6057999999999999</c:v>
                </c:pt>
                <c:pt idx="13445">
                  <c:v>3.6061000000000001</c:v>
                </c:pt>
                <c:pt idx="13446">
                  <c:v>3.6064099999999999</c:v>
                </c:pt>
                <c:pt idx="13447">
                  <c:v>3.6067100000000001</c:v>
                </c:pt>
                <c:pt idx="13448">
                  <c:v>3.6070199999999999</c:v>
                </c:pt>
                <c:pt idx="13449">
                  <c:v>3.6073200000000001</c:v>
                </c:pt>
                <c:pt idx="13450">
                  <c:v>3.6076299999999999</c:v>
                </c:pt>
                <c:pt idx="13451">
                  <c:v>3.6079300000000001</c:v>
                </c:pt>
                <c:pt idx="13452">
                  <c:v>3.6082399999999999</c:v>
                </c:pt>
                <c:pt idx="13453">
                  <c:v>3.6085400000000001</c:v>
                </c:pt>
                <c:pt idx="13454">
                  <c:v>3.6088499999999999</c:v>
                </c:pt>
                <c:pt idx="13455">
                  <c:v>3.6091500000000001</c:v>
                </c:pt>
                <c:pt idx="13456">
                  <c:v>3.6094599999999999</c:v>
                </c:pt>
                <c:pt idx="13457">
                  <c:v>3.6097700000000001</c:v>
                </c:pt>
                <c:pt idx="13458">
                  <c:v>3.6100699999999999</c:v>
                </c:pt>
                <c:pt idx="13459">
                  <c:v>3.6103800000000001</c:v>
                </c:pt>
                <c:pt idx="13460">
                  <c:v>3.6106799999999999</c:v>
                </c:pt>
                <c:pt idx="13461">
                  <c:v>3.6109900000000001</c:v>
                </c:pt>
                <c:pt idx="13462">
                  <c:v>3.6112899999999999</c:v>
                </c:pt>
                <c:pt idx="13463">
                  <c:v>3.6116000000000001</c:v>
                </c:pt>
                <c:pt idx="13464">
                  <c:v>3.6118999999999999</c:v>
                </c:pt>
                <c:pt idx="13465">
                  <c:v>3.6122100000000001</c:v>
                </c:pt>
                <c:pt idx="13466">
                  <c:v>3.6125099999999999</c:v>
                </c:pt>
                <c:pt idx="13467">
                  <c:v>3.6128200000000001</c:v>
                </c:pt>
                <c:pt idx="13468">
                  <c:v>3.6131199999999999</c:v>
                </c:pt>
                <c:pt idx="13469">
                  <c:v>3.6134300000000001</c:v>
                </c:pt>
                <c:pt idx="13470">
                  <c:v>3.61374</c:v>
                </c:pt>
                <c:pt idx="13471">
                  <c:v>3.6140400000000001</c:v>
                </c:pt>
                <c:pt idx="13472">
                  <c:v>3.61435</c:v>
                </c:pt>
                <c:pt idx="13473">
                  <c:v>3.6146500000000001</c:v>
                </c:pt>
                <c:pt idx="13474">
                  <c:v>3.61496</c:v>
                </c:pt>
                <c:pt idx="13475">
                  <c:v>3.6152600000000001</c:v>
                </c:pt>
                <c:pt idx="13476">
                  <c:v>3.61557</c:v>
                </c:pt>
                <c:pt idx="13477">
                  <c:v>3.6158700000000001</c:v>
                </c:pt>
                <c:pt idx="13478">
                  <c:v>3.6161799999999999</c:v>
                </c:pt>
                <c:pt idx="13479">
                  <c:v>3.6164800000000001</c:v>
                </c:pt>
                <c:pt idx="13480">
                  <c:v>3.6167899999999999</c:v>
                </c:pt>
                <c:pt idx="13481">
                  <c:v>3.6170900000000001</c:v>
                </c:pt>
                <c:pt idx="13482">
                  <c:v>3.6173999999999999</c:v>
                </c:pt>
                <c:pt idx="13483">
                  <c:v>3.6177100000000002</c:v>
                </c:pt>
                <c:pt idx="13484">
                  <c:v>3.6180099999999999</c:v>
                </c:pt>
                <c:pt idx="13485">
                  <c:v>3.6183200000000002</c:v>
                </c:pt>
                <c:pt idx="13486">
                  <c:v>3.6186199999999999</c:v>
                </c:pt>
                <c:pt idx="13487">
                  <c:v>3.6189300000000002</c:v>
                </c:pt>
                <c:pt idx="13488">
                  <c:v>3.6192299999999999</c:v>
                </c:pt>
                <c:pt idx="13489">
                  <c:v>3.6195400000000002</c:v>
                </c:pt>
                <c:pt idx="13490">
                  <c:v>3.6198399999999999</c:v>
                </c:pt>
                <c:pt idx="13491">
                  <c:v>3.6201500000000002</c:v>
                </c:pt>
                <c:pt idx="13492">
                  <c:v>3.6204499999999999</c:v>
                </c:pt>
                <c:pt idx="13493">
                  <c:v>3.6207600000000002</c:v>
                </c:pt>
                <c:pt idx="13494">
                  <c:v>3.62107</c:v>
                </c:pt>
                <c:pt idx="13495">
                  <c:v>3.6213700000000002</c:v>
                </c:pt>
                <c:pt idx="13496">
                  <c:v>3.62168</c:v>
                </c:pt>
                <c:pt idx="13497">
                  <c:v>3.6219800000000002</c:v>
                </c:pt>
                <c:pt idx="13498">
                  <c:v>3.62229</c:v>
                </c:pt>
                <c:pt idx="13499">
                  <c:v>3.6225900000000002</c:v>
                </c:pt>
                <c:pt idx="13500">
                  <c:v>3.6229</c:v>
                </c:pt>
                <c:pt idx="13501">
                  <c:v>3.6232000000000002</c:v>
                </c:pt>
                <c:pt idx="13502">
                  <c:v>3.62351</c:v>
                </c:pt>
                <c:pt idx="13503">
                  <c:v>3.6238100000000002</c:v>
                </c:pt>
                <c:pt idx="13504">
                  <c:v>3.62412</c:v>
                </c:pt>
                <c:pt idx="13505">
                  <c:v>3.6244200000000002</c:v>
                </c:pt>
                <c:pt idx="13506">
                  <c:v>3.62473</c:v>
                </c:pt>
                <c:pt idx="13507">
                  <c:v>3.6250399999999998</c:v>
                </c:pt>
                <c:pt idx="13508">
                  <c:v>3.62534</c:v>
                </c:pt>
                <c:pt idx="13509">
                  <c:v>3.6256499999999998</c:v>
                </c:pt>
                <c:pt idx="13510">
                  <c:v>3.62595</c:v>
                </c:pt>
                <c:pt idx="13511">
                  <c:v>3.6262599999999998</c:v>
                </c:pt>
                <c:pt idx="13512">
                  <c:v>3.62656</c:v>
                </c:pt>
                <c:pt idx="13513">
                  <c:v>3.6268699999999998</c:v>
                </c:pt>
                <c:pt idx="13514">
                  <c:v>3.62717</c:v>
                </c:pt>
                <c:pt idx="13515">
                  <c:v>3.6274799999999998</c:v>
                </c:pt>
                <c:pt idx="13516">
                  <c:v>3.62778</c:v>
                </c:pt>
                <c:pt idx="13517">
                  <c:v>3.6280899999999998</c:v>
                </c:pt>
                <c:pt idx="13518">
                  <c:v>3.62839</c:v>
                </c:pt>
                <c:pt idx="13519">
                  <c:v>3.6286999999999998</c:v>
                </c:pt>
                <c:pt idx="13520">
                  <c:v>3.6290100000000001</c:v>
                </c:pt>
                <c:pt idx="13521">
                  <c:v>3.6293099999999998</c:v>
                </c:pt>
                <c:pt idx="13522">
                  <c:v>3.6296200000000001</c:v>
                </c:pt>
                <c:pt idx="13523">
                  <c:v>3.6299199999999998</c:v>
                </c:pt>
                <c:pt idx="13524">
                  <c:v>3.6302300000000001</c:v>
                </c:pt>
                <c:pt idx="13525">
                  <c:v>3.6305299999999998</c:v>
                </c:pt>
                <c:pt idx="13526">
                  <c:v>3.6308400000000001</c:v>
                </c:pt>
                <c:pt idx="13527">
                  <c:v>3.6311399999999998</c:v>
                </c:pt>
                <c:pt idx="13528">
                  <c:v>3.6314500000000001</c:v>
                </c:pt>
                <c:pt idx="13529">
                  <c:v>3.6317499999999998</c:v>
                </c:pt>
                <c:pt idx="13530">
                  <c:v>3.6320600000000001</c:v>
                </c:pt>
                <c:pt idx="13531">
                  <c:v>3.6323599999999998</c:v>
                </c:pt>
                <c:pt idx="13532">
                  <c:v>3.6326700000000001</c:v>
                </c:pt>
                <c:pt idx="13533">
                  <c:v>3.6329799999999999</c:v>
                </c:pt>
                <c:pt idx="13534">
                  <c:v>3.6332800000000001</c:v>
                </c:pt>
                <c:pt idx="13535">
                  <c:v>3.6335899999999999</c:v>
                </c:pt>
                <c:pt idx="13536">
                  <c:v>3.6338900000000001</c:v>
                </c:pt>
                <c:pt idx="13537">
                  <c:v>3.6341999999999999</c:v>
                </c:pt>
                <c:pt idx="13538">
                  <c:v>3.6345000000000001</c:v>
                </c:pt>
                <c:pt idx="13539">
                  <c:v>3.6348099999999999</c:v>
                </c:pt>
                <c:pt idx="13540">
                  <c:v>3.6351100000000001</c:v>
                </c:pt>
                <c:pt idx="13541">
                  <c:v>3.6354199999999999</c:v>
                </c:pt>
                <c:pt idx="13542">
                  <c:v>3.6357200000000001</c:v>
                </c:pt>
                <c:pt idx="13543">
                  <c:v>3.6360299999999999</c:v>
                </c:pt>
                <c:pt idx="13544">
                  <c:v>3.6363300000000001</c:v>
                </c:pt>
                <c:pt idx="13545">
                  <c:v>3.6366399999999999</c:v>
                </c:pt>
                <c:pt idx="13546">
                  <c:v>3.6369500000000001</c:v>
                </c:pt>
                <c:pt idx="13547">
                  <c:v>3.6372499999999999</c:v>
                </c:pt>
                <c:pt idx="13548">
                  <c:v>3.6375600000000001</c:v>
                </c:pt>
                <c:pt idx="13549">
                  <c:v>3.6378599999999999</c:v>
                </c:pt>
                <c:pt idx="13550">
                  <c:v>3.6381700000000001</c:v>
                </c:pt>
                <c:pt idx="13551">
                  <c:v>3.6384699999999999</c:v>
                </c:pt>
                <c:pt idx="13552">
                  <c:v>3.6387800000000001</c:v>
                </c:pt>
                <c:pt idx="13553">
                  <c:v>3.6390799999999999</c:v>
                </c:pt>
                <c:pt idx="13554">
                  <c:v>3.6393900000000001</c:v>
                </c:pt>
                <c:pt idx="13555">
                  <c:v>3.6396899999999999</c:v>
                </c:pt>
                <c:pt idx="13556">
                  <c:v>3.64</c:v>
                </c:pt>
                <c:pt idx="13557">
                  <c:v>3.6403099999999999</c:v>
                </c:pt>
                <c:pt idx="13558">
                  <c:v>3.6406100000000001</c:v>
                </c:pt>
                <c:pt idx="13559">
                  <c:v>3.6409199999999999</c:v>
                </c:pt>
                <c:pt idx="13560">
                  <c:v>3.6412200000000001</c:v>
                </c:pt>
                <c:pt idx="13561">
                  <c:v>3.6415299999999999</c:v>
                </c:pt>
                <c:pt idx="13562">
                  <c:v>3.6418300000000001</c:v>
                </c:pt>
                <c:pt idx="13563">
                  <c:v>3.6421399999999999</c:v>
                </c:pt>
                <c:pt idx="13564">
                  <c:v>3.6424400000000001</c:v>
                </c:pt>
                <c:pt idx="13565">
                  <c:v>3.6427499999999999</c:v>
                </c:pt>
                <c:pt idx="13566">
                  <c:v>3.6430500000000001</c:v>
                </c:pt>
                <c:pt idx="13567">
                  <c:v>3.6433599999999999</c:v>
                </c:pt>
                <c:pt idx="13568">
                  <c:v>3.6436600000000001</c:v>
                </c:pt>
                <c:pt idx="13569">
                  <c:v>3.6439699999999999</c:v>
                </c:pt>
                <c:pt idx="13570">
                  <c:v>3.6442800000000002</c:v>
                </c:pt>
                <c:pt idx="13571">
                  <c:v>3.6445799999999999</c:v>
                </c:pt>
                <c:pt idx="13572">
                  <c:v>3.6448900000000002</c:v>
                </c:pt>
                <c:pt idx="13573">
                  <c:v>3.6451899999999999</c:v>
                </c:pt>
                <c:pt idx="13574">
                  <c:v>3.6455000000000002</c:v>
                </c:pt>
                <c:pt idx="13575">
                  <c:v>3.6457999999999999</c:v>
                </c:pt>
                <c:pt idx="13576">
                  <c:v>3.6461100000000002</c:v>
                </c:pt>
                <c:pt idx="13577">
                  <c:v>3.6464099999999999</c:v>
                </c:pt>
                <c:pt idx="13578">
                  <c:v>3.6467200000000002</c:v>
                </c:pt>
                <c:pt idx="13579">
                  <c:v>3.6470199999999999</c:v>
                </c:pt>
                <c:pt idx="13580">
                  <c:v>3.6473300000000002</c:v>
                </c:pt>
                <c:pt idx="13581">
                  <c:v>3.6476299999999999</c:v>
                </c:pt>
                <c:pt idx="13582">
                  <c:v>3.6479400000000002</c:v>
                </c:pt>
                <c:pt idx="13583">
                  <c:v>3.64825</c:v>
                </c:pt>
                <c:pt idx="13584">
                  <c:v>3.6485500000000002</c:v>
                </c:pt>
                <c:pt idx="13585">
                  <c:v>3.64886</c:v>
                </c:pt>
                <c:pt idx="13586">
                  <c:v>3.6491600000000002</c:v>
                </c:pt>
                <c:pt idx="13587">
                  <c:v>3.64947</c:v>
                </c:pt>
                <c:pt idx="13588">
                  <c:v>3.6497700000000002</c:v>
                </c:pt>
                <c:pt idx="13589">
                  <c:v>3.65008</c:v>
                </c:pt>
                <c:pt idx="13590">
                  <c:v>3.6503800000000002</c:v>
                </c:pt>
                <c:pt idx="13591">
                  <c:v>3.65069</c:v>
                </c:pt>
                <c:pt idx="13592">
                  <c:v>3.6509900000000002</c:v>
                </c:pt>
                <c:pt idx="13593">
                  <c:v>3.6513</c:v>
                </c:pt>
                <c:pt idx="13594">
                  <c:v>3.6516000000000002</c:v>
                </c:pt>
                <c:pt idx="13595">
                  <c:v>3.65191</c:v>
                </c:pt>
                <c:pt idx="13596">
                  <c:v>3.6522199999999998</c:v>
                </c:pt>
                <c:pt idx="13597">
                  <c:v>3.65252</c:v>
                </c:pt>
                <c:pt idx="13598">
                  <c:v>3.6528299999999998</c:v>
                </c:pt>
                <c:pt idx="13599">
                  <c:v>3.65313</c:v>
                </c:pt>
                <c:pt idx="13600">
                  <c:v>3.6534399999999998</c:v>
                </c:pt>
                <c:pt idx="13601">
                  <c:v>3.65374</c:v>
                </c:pt>
                <c:pt idx="13602">
                  <c:v>3.6540499999999998</c:v>
                </c:pt>
                <c:pt idx="13603">
                  <c:v>3.65435</c:v>
                </c:pt>
                <c:pt idx="13604">
                  <c:v>3.6546599999999998</c:v>
                </c:pt>
                <c:pt idx="13605">
                  <c:v>3.65496</c:v>
                </c:pt>
                <c:pt idx="13606">
                  <c:v>3.6552699999999998</c:v>
                </c:pt>
                <c:pt idx="13607">
                  <c:v>3.65557</c:v>
                </c:pt>
                <c:pt idx="13608">
                  <c:v>3.6558799999999998</c:v>
                </c:pt>
                <c:pt idx="13609">
                  <c:v>3.6561900000000001</c:v>
                </c:pt>
                <c:pt idx="13610">
                  <c:v>3.6564899999999998</c:v>
                </c:pt>
                <c:pt idx="13611">
                  <c:v>3.6568000000000001</c:v>
                </c:pt>
                <c:pt idx="13612">
                  <c:v>3.6570999999999998</c:v>
                </c:pt>
                <c:pt idx="13613">
                  <c:v>3.65741</c:v>
                </c:pt>
                <c:pt idx="13614">
                  <c:v>3.6577099999999998</c:v>
                </c:pt>
                <c:pt idx="13615">
                  <c:v>3.65802</c:v>
                </c:pt>
                <c:pt idx="13616">
                  <c:v>3.6583199999999998</c:v>
                </c:pt>
                <c:pt idx="13617">
                  <c:v>3.65863</c:v>
                </c:pt>
                <c:pt idx="13618">
                  <c:v>3.6589299999999998</c:v>
                </c:pt>
                <c:pt idx="13619">
                  <c:v>3.65924</c:v>
                </c:pt>
                <c:pt idx="13620">
                  <c:v>3.6595499999999999</c:v>
                </c:pt>
                <c:pt idx="13621">
                  <c:v>3.65985</c:v>
                </c:pt>
                <c:pt idx="13622">
                  <c:v>3.6601599999999999</c:v>
                </c:pt>
                <c:pt idx="13623">
                  <c:v>3.66046</c:v>
                </c:pt>
                <c:pt idx="13624">
                  <c:v>3.6607699999999999</c:v>
                </c:pt>
                <c:pt idx="13625">
                  <c:v>3.66107</c:v>
                </c:pt>
                <c:pt idx="13626">
                  <c:v>3.6613799999999999</c:v>
                </c:pt>
                <c:pt idx="13627">
                  <c:v>3.66168</c:v>
                </c:pt>
                <c:pt idx="13628">
                  <c:v>3.6619899999999999</c:v>
                </c:pt>
                <c:pt idx="13629">
                  <c:v>3.66229</c:v>
                </c:pt>
                <c:pt idx="13630">
                  <c:v>3.6625999999999999</c:v>
                </c:pt>
                <c:pt idx="13631">
                  <c:v>3.6629</c:v>
                </c:pt>
                <c:pt idx="13632">
                  <c:v>3.6632099999999999</c:v>
                </c:pt>
                <c:pt idx="13633">
                  <c:v>3.6635200000000001</c:v>
                </c:pt>
                <c:pt idx="13634">
                  <c:v>3.6638199999999999</c:v>
                </c:pt>
                <c:pt idx="13635">
                  <c:v>3.6641300000000001</c:v>
                </c:pt>
                <c:pt idx="13636">
                  <c:v>3.6644299999999999</c:v>
                </c:pt>
                <c:pt idx="13637">
                  <c:v>3.6647400000000001</c:v>
                </c:pt>
                <c:pt idx="13638">
                  <c:v>3.6650399999999999</c:v>
                </c:pt>
                <c:pt idx="13639">
                  <c:v>3.6653500000000001</c:v>
                </c:pt>
                <c:pt idx="13640">
                  <c:v>3.6656499999999999</c:v>
                </c:pt>
                <c:pt idx="13641">
                  <c:v>3.6659600000000001</c:v>
                </c:pt>
                <c:pt idx="13642">
                  <c:v>3.6662599999999999</c:v>
                </c:pt>
                <c:pt idx="13643">
                  <c:v>3.6665700000000001</c:v>
                </c:pt>
                <c:pt idx="13644">
                  <c:v>3.6668699999999999</c:v>
                </c:pt>
                <c:pt idx="13645">
                  <c:v>3.6671800000000001</c:v>
                </c:pt>
                <c:pt idx="13646">
                  <c:v>3.6674899999999999</c:v>
                </c:pt>
                <c:pt idx="13647">
                  <c:v>3.6677900000000001</c:v>
                </c:pt>
                <c:pt idx="13648">
                  <c:v>3.6680999999999999</c:v>
                </c:pt>
                <c:pt idx="13649">
                  <c:v>3.6684000000000001</c:v>
                </c:pt>
                <c:pt idx="13650">
                  <c:v>3.6687099999999999</c:v>
                </c:pt>
                <c:pt idx="13651">
                  <c:v>3.6690100000000001</c:v>
                </c:pt>
                <c:pt idx="13652">
                  <c:v>3.6693199999999999</c:v>
                </c:pt>
                <c:pt idx="13653">
                  <c:v>3.6696200000000001</c:v>
                </c:pt>
                <c:pt idx="13654">
                  <c:v>3.6699299999999999</c:v>
                </c:pt>
                <c:pt idx="13655">
                  <c:v>3.6702300000000001</c:v>
                </c:pt>
                <c:pt idx="13656">
                  <c:v>3.6705399999999999</c:v>
                </c:pt>
                <c:pt idx="13657">
                  <c:v>3.6708400000000001</c:v>
                </c:pt>
                <c:pt idx="13658">
                  <c:v>3.6711499999999999</c:v>
                </c:pt>
                <c:pt idx="13659">
                  <c:v>3.6714600000000002</c:v>
                </c:pt>
                <c:pt idx="13660">
                  <c:v>3.6717599999999999</c:v>
                </c:pt>
                <c:pt idx="13661">
                  <c:v>3.6720700000000002</c:v>
                </c:pt>
                <c:pt idx="13662">
                  <c:v>3.6723699999999999</c:v>
                </c:pt>
                <c:pt idx="13663">
                  <c:v>3.6726800000000002</c:v>
                </c:pt>
                <c:pt idx="13664">
                  <c:v>3.6729799999999999</c:v>
                </c:pt>
                <c:pt idx="13665">
                  <c:v>3.6732900000000002</c:v>
                </c:pt>
                <c:pt idx="13666">
                  <c:v>3.6735899999999999</c:v>
                </c:pt>
                <c:pt idx="13667">
                  <c:v>3.6739000000000002</c:v>
                </c:pt>
                <c:pt idx="13668">
                  <c:v>3.6741999999999999</c:v>
                </c:pt>
                <c:pt idx="13669">
                  <c:v>3.6745100000000002</c:v>
                </c:pt>
                <c:pt idx="13670">
                  <c:v>3.6748099999999999</c:v>
                </c:pt>
                <c:pt idx="13671">
                  <c:v>3.6751200000000002</c:v>
                </c:pt>
                <c:pt idx="13672">
                  <c:v>3.67543</c:v>
                </c:pt>
                <c:pt idx="13673">
                  <c:v>3.6757300000000002</c:v>
                </c:pt>
                <c:pt idx="13674">
                  <c:v>3.67604</c:v>
                </c:pt>
                <c:pt idx="13675">
                  <c:v>3.6763400000000002</c:v>
                </c:pt>
                <c:pt idx="13676">
                  <c:v>3.67665</c:v>
                </c:pt>
                <c:pt idx="13677">
                  <c:v>3.6769500000000002</c:v>
                </c:pt>
                <c:pt idx="13678">
                  <c:v>3.67726</c:v>
                </c:pt>
                <c:pt idx="13679">
                  <c:v>3.6775600000000002</c:v>
                </c:pt>
                <c:pt idx="13680">
                  <c:v>3.67787</c:v>
                </c:pt>
                <c:pt idx="13681">
                  <c:v>3.6781700000000002</c:v>
                </c:pt>
                <c:pt idx="13682">
                  <c:v>3.67848</c:v>
                </c:pt>
                <c:pt idx="13683">
                  <c:v>3.6787899999999998</c:v>
                </c:pt>
                <c:pt idx="13684">
                  <c:v>3.67909</c:v>
                </c:pt>
                <c:pt idx="13685">
                  <c:v>3.6793999999999998</c:v>
                </c:pt>
                <c:pt idx="13686">
                  <c:v>3.6797</c:v>
                </c:pt>
                <c:pt idx="13687">
                  <c:v>3.6800099999999998</c:v>
                </c:pt>
                <c:pt idx="13688">
                  <c:v>3.68031</c:v>
                </c:pt>
                <c:pt idx="13689">
                  <c:v>3.6806199999999998</c:v>
                </c:pt>
                <c:pt idx="13690">
                  <c:v>3.68092</c:v>
                </c:pt>
                <c:pt idx="13691">
                  <c:v>3.6812299999999998</c:v>
                </c:pt>
                <c:pt idx="13692">
                  <c:v>3.68153</c:v>
                </c:pt>
                <c:pt idx="13693">
                  <c:v>3.6818399999999998</c:v>
                </c:pt>
                <c:pt idx="13694">
                  <c:v>3.68214</c:v>
                </c:pt>
                <c:pt idx="13695">
                  <c:v>3.6824499999999998</c:v>
                </c:pt>
                <c:pt idx="13696">
                  <c:v>3.68276</c:v>
                </c:pt>
                <c:pt idx="13697">
                  <c:v>3.6830599999999998</c:v>
                </c:pt>
                <c:pt idx="13698">
                  <c:v>3.68337</c:v>
                </c:pt>
                <c:pt idx="13699">
                  <c:v>3.6836700000000002</c:v>
                </c:pt>
                <c:pt idx="13700">
                  <c:v>3.68398</c:v>
                </c:pt>
                <c:pt idx="13701">
                  <c:v>3.6842800000000002</c:v>
                </c:pt>
                <c:pt idx="13702">
                  <c:v>3.68459</c:v>
                </c:pt>
                <c:pt idx="13703">
                  <c:v>3.6848900000000002</c:v>
                </c:pt>
                <c:pt idx="13704">
                  <c:v>3.6852</c:v>
                </c:pt>
                <c:pt idx="13705">
                  <c:v>3.6855000000000002</c:v>
                </c:pt>
                <c:pt idx="13706">
                  <c:v>3.68581</c:v>
                </c:pt>
                <c:pt idx="13707">
                  <c:v>3.6861100000000002</c:v>
                </c:pt>
                <c:pt idx="13708">
                  <c:v>3.68642</c:v>
                </c:pt>
                <c:pt idx="13709">
                  <c:v>3.6867299999999998</c:v>
                </c:pt>
                <c:pt idx="13710">
                  <c:v>3.68703</c:v>
                </c:pt>
                <c:pt idx="13711">
                  <c:v>3.6873399999999998</c:v>
                </c:pt>
                <c:pt idx="13712">
                  <c:v>3.68764</c:v>
                </c:pt>
                <c:pt idx="13713">
                  <c:v>3.6879499999999998</c:v>
                </c:pt>
                <c:pt idx="13714">
                  <c:v>3.68825</c:v>
                </c:pt>
                <c:pt idx="13715">
                  <c:v>3.6885599999999998</c:v>
                </c:pt>
                <c:pt idx="13716">
                  <c:v>3.68886</c:v>
                </c:pt>
                <c:pt idx="13717">
                  <c:v>3.6891699999999998</c:v>
                </c:pt>
                <c:pt idx="13718">
                  <c:v>3.68947</c:v>
                </c:pt>
                <c:pt idx="13719">
                  <c:v>3.6897799999999998</c:v>
                </c:pt>
                <c:pt idx="13720">
                  <c:v>3.69008</c:v>
                </c:pt>
                <c:pt idx="13721">
                  <c:v>3.6903899999999998</c:v>
                </c:pt>
                <c:pt idx="13722">
                  <c:v>3.6907000000000001</c:v>
                </c:pt>
                <c:pt idx="13723">
                  <c:v>3.6909999999999998</c:v>
                </c:pt>
                <c:pt idx="13724">
                  <c:v>3.6913100000000001</c:v>
                </c:pt>
                <c:pt idx="13725">
                  <c:v>3.6916099999999998</c:v>
                </c:pt>
                <c:pt idx="13726">
                  <c:v>3.6919200000000001</c:v>
                </c:pt>
                <c:pt idx="13727">
                  <c:v>3.6922199999999998</c:v>
                </c:pt>
                <c:pt idx="13728">
                  <c:v>3.6925300000000001</c:v>
                </c:pt>
                <c:pt idx="13729">
                  <c:v>3.6928299999999998</c:v>
                </c:pt>
                <c:pt idx="13730">
                  <c:v>3.6931400000000001</c:v>
                </c:pt>
                <c:pt idx="13731">
                  <c:v>3.6934399999999998</c:v>
                </c:pt>
                <c:pt idx="13732">
                  <c:v>3.6937500000000001</c:v>
                </c:pt>
                <c:pt idx="13733">
                  <c:v>3.6940599999999999</c:v>
                </c:pt>
                <c:pt idx="13734">
                  <c:v>3.6943600000000001</c:v>
                </c:pt>
                <c:pt idx="13735">
                  <c:v>3.6946699999999999</c:v>
                </c:pt>
                <c:pt idx="13736">
                  <c:v>3.6949700000000001</c:v>
                </c:pt>
                <c:pt idx="13737">
                  <c:v>3.6952799999999999</c:v>
                </c:pt>
                <c:pt idx="13738">
                  <c:v>3.6955800000000001</c:v>
                </c:pt>
                <c:pt idx="13739">
                  <c:v>3.6958899999999999</c:v>
                </c:pt>
                <c:pt idx="13740">
                  <c:v>3.6961900000000001</c:v>
                </c:pt>
                <c:pt idx="13741">
                  <c:v>3.6964999999999999</c:v>
                </c:pt>
                <c:pt idx="13742">
                  <c:v>3.6968000000000001</c:v>
                </c:pt>
                <c:pt idx="13743">
                  <c:v>3.6971099999999999</c:v>
                </c:pt>
                <c:pt idx="13744">
                  <c:v>3.6974100000000001</c:v>
                </c:pt>
                <c:pt idx="13745">
                  <c:v>3.6977199999999999</c:v>
                </c:pt>
                <c:pt idx="13746">
                  <c:v>3.6980300000000002</c:v>
                </c:pt>
                <c:pt idx="13747">
                  <c:v>3.6983299999999999</c:v>
                </c:pt>
                <c:pt idx="13748">
                  <c:v>3.6986400000000001</c:v>
                </c:pt>
                <c:pt idx="13749">
                  <c:v>3.6989399999999999</c:v>
                </c:pt>
                <c:pt idx="13750">
                  <c:v>3.6992500000000001</c:v>
                </c:pt>
                <c:pt idx="13751">
                  <c:v>3.6995499999999999</c:v>
                </c:pt>
                <c:pt idx="13752">
                  <c:v>3.6998600000000001</c:v>
                </c:pt>
                <c:pt idx="13753">
                  <c:v>3.7001599999999999</c:v>
                </c:pt>
                <c:pt idx="13754">
                  <c:v>3.7004700000000001</c:v>
                </c:pt>
                <c:pt idx="13755">
                  <c:v>3.7007699999999999</c:v>
                </c:pt>
                <c:pt idx="13756">
                  <c:v>3.7010800000000001</c:v>
                </c:pt>
                <c:pt idx="13757">
                  <c:v>3.7013799999999999</c:v>
                </c:pt>
                <c:pt idx="13758">
                  <c:v>3.7016900000000001</c:v>
                </c:pt>
                <c:pt idx="13759">
                  <c:v>3.702</c:v>
                </c:pt>
                <c:pt idx="13760">
                  <c:v>3.7023000000000001</c:v>
                </c:pt>
                <c:pt idx="13761">
                  <c:v>3.70261</c:v>
                </c:pt>
                <c:pt idx="13762">
                  <c:v>3.7029100000000001</c:v>
                </c:pt>
                <c:pt idx="13763">
                  <c:v>3.70322</c:v>
                </c:pt>
                <c:pt idx="13764">
                  <c:v>3.7035200000000001</c:v>
                </c:pt>
                <c:pt idx="13765">
                  <c:v>3.70383</c:v>
                </c:pt>
                <c:pt idx="13766">
                  <c:v>3.7041300000000001</c:v>
                </c:pt>
                <c:pt idx="13767">
                  <c:v>3.70444</c:v>
                </c:pt>
                <c:pt idx="13768">
                  <c:v>3.7047400000000001</c:v>
                </c:pt>
                <c:pt idx="13769">
                  <c:v>3.70505</c:v>
                </c:pt>
                <c:pt idx="13770">
                  <c:v>3.7053500000000001</c:v>
                </c:pt>
                <c:pt idx="13771">
                  <c:v>3.70566</c:v>
                </c:pt>
                <c:pt idx="13772">
                  <c:v>3.7059700000000002</c:v>
                </c:pt>
                <c:pt idx="13773">
                  <c:v>3.70627</c:v>
                </c:pt>
                <c:pt idx="13774">
                  <c:v>3.7065800000000002</c:v>
                </c:pt>
                <c:pt idx="13775">
                  <c:v>3.70688</c:v>
                </c:pt>
                <c:pt idx="13776">
                  <c:v>3.7071900000000002</c:v>
                </c:pt>
                <c:pt idx="13777">
                  <c:v>3.70749</c:v>
                </c:pt>
                <c:pt idx="13778">
                  <c:v>3.7078000000000002</c:v>
                </c:pt>
                <c:pt idx="13779">
                  <c:v>3.7081</c:v>
                </c:pt>
                <c:pt idx="13780">
                  <c:v>3.7084100000000002</c:v>
                </c:pt>
                <c:pt idx="13781">
                  <c:v>3.70871</c:v>
                </c:pt>
                <c:pt idx="13782">
                  <c:v>3.7090200000000002</c:v>
                </c:pt>
                <c:pt idx="13783">
                  <c:v>3.70932</c:v>
                </c:pt>
                <c:pt idx="13784">
                  <c:v>3.7096300000000002</c:v>
                </c:pt>
                <c:pt idx="13785">
                  <c:v>3.70994</c:v>
                </c:pt>
                <c:pt idx="13786">
                  <c:v>3.7102400000000002</c:v>
                </c:pt>
                <c:pt idx="13787">
                  <c:v>3.71055</c:v>
                </c:pt>
                <c:pt idx="13788">
                  <c:v>3.7108500000000002</c:v>
                </c:pt>
                <c:pt idx="13789">
                  <c:v>3.71116</c:v>
                </c:pt>
                <c:pt idx="13790">
                  <c:v>3.7114600000000002</c:v>
                </c:pt>
                <c:pt idx="13791">
                  <c:v>3.71177</c:v>
                </c:pt>
                <c:pt idx="13792">
                  <c:v>3.7120700000000002</c:v>
                </c:pt>
                <c:pt idx="13793">
                  <c:v>3.71238</c:v>
                </c:pt>
                <c:pt idx="13794">
                  <c:v>3.7126800000000002</c:v>
                </c:pt>
                <c:pt idx="13795">
                  <c:v>3.71299</c:v>
                </c:pt>
                <c:pt idx="13796">
                  <c:v>3.7132999999999998</c:v>
                </c:pt>
                <c:pt idx="13797">
                  <c:v>3.7136</c:v>
                </c:pt>
                <c:pt idx="13798">
                  <c:v>3.7139099999999998</c:v>
                </c:pt>
                <c:pt idx="13799">
                  <c:v>3.71421</c:v>
                </c:pt>
                <c:pt idx="13800">
                  <c:v>3.7145199999999998</c:v>
                </c:pt>
                <c:pt idx="13801">
                  <c:v>3.71482</c:v>
                </c:pt>
                <c:pt idx="13802">
                  <c:v>3.7151299999999998</c:v>
                </c:pt>
                <c:pt idx="13803">
                  <c:v>3.71543</c:v>
                </c:pt>
                <c:pt idx="13804">
                  <c:v>3.7157399999999998</c:v>
                </c:pt>
                <c:pt idx="13805">
                  <c:v>3.71604</c:v>
                </c:pt>
                <c:pt idx="13806">
                  <c:v>3.7163499999999998</c:v>
                </c:pt>
                <c:pt idx="13807">
                  <c:v>3.71665</c:v>
                </c:pt>
                <c:pt idx="13808">
                  <c:v>3.7169599999999998</c:v>
                </c:pt>
                <c:pt idx="13809">
                  <c:v>3.7172700000000001</c:v>
                </c:pt>
                <c:pt idx="13810">
                  <c:v>3.7175699999999998</c:v>
                </c:pt>
                <c:pt idx="13811">
                  <c:v>3.7178800000000001</c:v>
                </c:pt>
                <c:pt idx="13812">
                  <c:v>3.7181799999999998</c:v>
                </c:pt>
                <c:pt idx="13813">
                  <c:v>3.7184900000000001</c:v>
                </c:pt>
                <c:pt idx="13814">
                  <c:v>3.7187899999999998</c:v>
                </c:pt>
                <c:pt idx="13815">
                  <c:v>3.7191000000000001</c:v>
                </c:pt>
                <c:pt idx="13816">
                  <c:v>3.7193999999999998</c:v>
                </c:pt>
                <c:pt idx="13817">
                  <c:v>3.7197100000000001</c:v>
                </c:pt>
                <c:pt idx="13818">
                  <c:v>3.7200099999999998</c:v>
                </c:pt>
                <c:pt idx="13819">
                  <c:v>3.7203200000000001</c:v>
                </c:pt>
                <c:pt idx="13820">
                  <c:v>3.7206199999999998</c:v>
                </c:pt>
                <c:pt idx="13821">
                  <c:v>3.7209300000000001</c:v>
                </c:pt>
                <c:pt idx="13822">
                  <c:v>3.7212399999999999</c:v>
                </c:pt>
                <c:pt idx="13823">
                  <c:v>3.7215400000000001</c:v>
                </c:pt>
                <c:pt idx="13824">
                  <c:v>3.7218499999999999</c:v>
                </c:pt>
                <c:pt idx="13825">
                  <c:v>3.7221500000000001</c:v>
                </c:pt>
                <c:pt idx="13826">
                  <c:v>3.7224599999999999</c:v>
                </c:pt>
                <c:pt idx="13827">
                  <c:v>3.7227600000000001</c:v>
                </c:pt>
                <c:pt idx="13828">
                  <c:v>3.7230699999999999</c:v>
                </c:pt>
                <c:pt idx="13829">
                  <c:v>3.7233700000000001</c:v>
                </c:pt>
                <c:pt idx="13830">
                  <c:v>3.7236799999999999</c:v>
                </c:pt>
                <c:pt idx="13831">
                  <c:v>3.7239800000000001</c:v>
                </c:pt>
                <c:pt idx="13832">
                  <c:v>3.7242899999999999</c:v>
                </c:pt>
                <c:pt idx="13833">
                  <c:v>3.7245900000000001</c:v>
                </c:pt>
                <c:pt idx="13834">
                  <c:v>3.7248999999999999</c:v>
                </c:pt>
                <c:pt idx="13835">
                  <c:v>3.7252100000000001</c:v>
                </c:pt>
                <c:pt idx="13836">
                  <c:v>3.7255099999999999</c:v>
                </c:pt>
                <c:pt idx="13837">
                  <c:v>3.7258200000000001</c:v>
                </c:pt>
                <c:pt idx="13838">
                  <c:v>3.7261199999999999</c:v>
                </c:pt>
                <c:pt idx="13839">
                  <c:v>3.7264300000000001</c:v>
                </c:pt>
                <c:pt idx="13840">
                  <c:v>3.7267299999999999</c:v>
                </c:pt>
                <c:pt idx="13841">
                  <c:v>3.7270400000000001</c:v>
                </c:pt>
                <c:pt idx="13842">
                  <c:v>3.7273399999999999</c:v>
                </c:pt>
                <c:pt idx="13843">
                  <c:v>3.7276500000000001</c:v>
                </c:pt>
                <c:pt idx="13844">
                  <c:v>3.7279499999999999</c:v>
                </c:pt>
                <c:pt idx="13845">
                  <c:v>3.7282600000000001</c:v>
                </c:pt>
                <c:pt idx="13846">
                  <c:v>3.7285599999999999</c:v>
                </c:pt>
                <c:pt idx="13847">
                  <c:v>3.7288700000000001</c:v>
                </c:pt>
                <c:pt idx="13848">
                  <c:v>3.7291799999999999</c:v>
                </c:pt>
                <c:pt idx="13849">
                  <c:v>3.7294800000000001</c:v>
                </c:pt>
                <c:pt idx="13850">
                  <c:v>3.7297899999999999</c:v>
                </c:pt>
                <c:pt idx="13851">
                  <c:v>3.7300900000000001</c:v>
                </c:pt>
                <c:pt idx="13852">
                  <c:v>3.7303999999999999</c:v>
                </c:pt>
                <c:pt idx="13853">
                  <c:v>3.7307000000000001</c:v>
                </c:pt>
                <c:pt idx="13854">
                  <c:v>3.7310099999999999</c:v>
                </c:pt>
                <c:pt idx="13855">
                  <c:v>3.7313100000000001</c:v>
                </c:pt>
                <c:pt idx="13856">
                  <c:v>3.7316199999999999</c:v>
                </c:pt>
                <c:pt idx="13857">
                  <c:v>3.7319200000000001</c:v>
                </c:pt>
                <c:pt idx="13858">
                  <c:v>3.7322299999999999</c:v>
                </c:pt>
                <c:pt idx="13859">
                  <c:v>3.7325400000000002</c:v>
                </c:pt>
                <c:pt idx="13860">
                  <c:v>3.7328399999999999</c:v>
                </c:pt>
                <c:pt idx="13861">
                  <c:v>3.7331500000000002</c:v>
                </c:pt>
                <c:pt idx="13862">
                  <c:v>3.7334499999999999</c:v>
                </c:pt>
                <c:pt idx="13863">
                  <c:v>3.7337600000000002</c:v>
                </c:pt>
                <c:pt idx="13864">
                  <c:v>3.7340599999999999</c:v>
                </c:pt>
                <c:pt idx="13865">
                  <c:v>3.7343700000000002</c:v>
                </c:pt>
                <c:pt idx="13866">
                  <c:v>3.7346699999999999</c:v>
                </c:pt>
                <c:pt idx="13867">
                  <c:v>3.7349800000000002</c:v>
                </c:pt>
                <c:pt idx="13868">
                  <c:v>3.7352799999999999</c:v>
                </c:pt>
                <c:pt idx="13869">
                  <c:v>3.7355900000000002</c:v>
                </c:pt>
                <c:pt idx="13870">
                  <c:v>3.7358899999999999</c:v>
                </c:pt>
                <c:pt idx="13871">
                  <c:v>3.7362000000000002</c:v>
                </c:pt>
                <c:pt idx="13872">
                  <c:v>3.73651</c:v>
                </c:pt>
                <c:pt idx="13873">
                  <c:v>3.7368100000000002</c:v>
                </c:pt>
                <c:pt idx="13874">
                  <c:v>3.73712</c:v>
                </c:pt>
                <c:pt idx="13875">
                  <c:v>3.7374200000000002</c:v>
                </c:pt>
                <c:pt idx="13876">
                  <c:v>3.73773</c:v>
                </c:pt>
                <c:pt idx="13877">
                  <c:v>3.7380300000000002</c:v>
                </c:pt>
                <c:pt idx="13878">
                  <c:v>3.73834</c:v>
                </c:pt>
                <c:pt idx="13879">
                  <c:v>3.7386400000000002</c:v>
                </c:pt>
                <c:pt idx="13880">
                  <c:v>3.73895</c:v>
                </c:pt>
                <c:pt idx="13881">
                  <c:v>3.7392500000000002</c:v>
                </c:pt>
                <c:pt idx="13882">
                  <c:v>3.73956</c:v>
                </c:pt>
                <c:pt idx="13883">
                  <c:v>3.7398600000000002</c:v>
                </c:pt>
                <c:pt idx="13884">
                  <c:v>3.74017</c:v>
                </c:pt>
                <c:pt idx="13885">
                  <c:v>3.7404799999999998</c:v>
                </c:pt>
                <c:pt idx="13886">
                  <c:v>3.74078</c:v>
                </c:pt>
                <c:pt idx="13887">
                  <c:v>3.7410899999999998</c:v>
                </c:pt>
                <c:pt idx="13888">
                  <c:v>3.74139</c:v>
                </c:pt>
                <c:pt idx="13889">
                  <c:v>3.7416999999999998</c:v>
                </c:pt>
                <c:pt idx="13890">
                  <c:v>3.742</c:v>
                </c:pt>
                <c:pt idx="13891">
                  <c:v>3.7423099999999998</c:v>
                </c:pt>
                <c:pt idx="13892">
                  <c:v>3.74261</c:v>
                </c:pt>
                <c:pt idx="13893">
                  <c:v>3.7429199999999998</c:v>
                </c:pt>
                <c:pt idx="13894">
                  <c:v>3.74322</c:v>
                </c:pt>
                <c:pt idx="13895">
                  <c:v>3.7435299999999998</c:v>
                </c:pt>
                <c:pt idx="13896">
                  <c:v>3.74383</c:v>
                </c:pt>
                <c:pt idx="13897">
                  <c:v>3.7441399999999998</c:v>
                </c:pt>
                <c:pt idx="13898">
                  <c:v>3.7444500000000001</c:v>
                </c:pt>
                <c:pt idx="13899">
                  <c:v>3.7447499999999998</c:v>
                </c:pt>
                <c:pt idx="13900">
                  <c:v>3.7450600000000001</c:v>
                </c:pt>
                <c:pt idx="13901">
                  <c:v>3.7453599999999998</c:v>
                </c:pt>
                <c:pt idx="13902">
                  <c:v>3.7456700000000001</c:v>
                </c:pt>
                <c:pt idx="13903">
                  <c:v>3.7459699999999998</c:v>
                </c:pt>
                <c:pt idx="13904">
                  <c:v>3.7462800000000001</c:v>
                </c:pt>
                <c:pt idx="13905">
                  <c:v>3.7465799999999998</c:v>
                </c:pt>
                <c:pt idx="13906">
                  <c:v>3.7468900000000001</c:v>
                </c:pt>
                <c:pt idx="13907">
                  <c:v>3.7471899999999998</c:v>
                </c:pt>
                <c:pt idx="13908">
                  <c:v>3.7475000000000001</c:v>
                </c:pt>
                <c:pt idx="13909">
                  <c:v>3.7478099999999999</c:v>
                </c:pt>
                <c:pt idx="13910">
                  <c:v>3.7481100000000001</c:v>
                </c:pt>
                <c:pt idx="13911">
                  <c:v>3.7484199999999999</c:v>
                </c:pt>
                <c:pt idx="13912">
                  <c:v>3.7487200000000001</c:v>
                </c:pt>
                <c:pt idx="13913">
                  <c:v>3.7490299999999999</c:v>
                </c:pt>
                <c:pt idx="13914">
                  <c:v>3.7493300000000001</c:v>
                </c:pt>
                <c:pt idx="13915">
                  <c:v>3.7496399999999999</c:v>
                </c:pt>
                <c:pt idx="13916">
                  <c:v>3.7499400000000001</c:v>
                </c:pt>
                <c:pt idx="13917">
                  <c:v>3.7502499999999999</c:v>
                </c:pt>
                <c:pt idx="13918">
                  <c:v>3.7505500000000001</c:v>
                </c:pt>
                <c:pt idx="13919">
                  <c:v>3.7508599999999999</c:v>
                </c:pt>
                <c:pt idx="13920">
                  <c:v>3.75116</c:v>
                </c:pt>
                <c:pt idx="13921">
                  <c:v>3.7514699999999999</c:v>
                </c:pt>
                <c:pt idx="13922">
                  <c:v>3.7517800000000001</c:v>
                </c:pt>
                <c:pt idx="13923">
                  <c:v>3.7520799999999999</c:v>
                </c:pt>
                <c:pt idx="13924">
                  <c:v>3.7523900000000001</c:v>
                </c:pt>
                <c:pt idx="13925">
                  <c:v>3.7526899999999999</c:v>
                </c:pt>
                <c:pt idx="13926">
                  <c:v>3.7530000000000001</c:v>
                </c:pt>
                <c:pt idx="13927">
                  <c:v>3.7532999999999999</c:v>
                </c:pt>
                <c:pt idx="13928">
                  <c:v>3.7536100000000001</c:v>
                </c:pt>
                <c:pt idx="13929">
                  <c:v>3.7539099999999999</c:v>
                </c:pt>
                <c:pt idx="13930">
                  <c:v>3.7542200000000001</c:v>
                </c:pt>
                <c:pt idx="13931">
                  <c:v>3.7545199999999999</c:v>
                </c:pt>
                <c:pt idx="13932">
                  <c:v>3.7548300000000001</c:v>
                </c:pt>
                <c:pt idx="13933">
                  <c:v>3.7551299999999999</c:v>
                </c:pt>
                <c:pt idx="13934">
                  <c:v>3.7554400000000001</c:v>
                </c:pt>
                <c:pt idx="13935">
                  <c:v>3.7557499999999999</c:v>
                </c:pt>
                <c:pt idx="13936">
                  <c:v>3.7560500000000001</c:v>
                </c:pt>
                <c:pt idx="13937">
                  <c:v>3.7563599999999999</c:v>
                </c:pt>
                <c:pt idx="13938">
                  <c:v>3.7566600000000001</c:v>
                </c:pt>
                <c:pt idx="13939">
                  <c:v>3.7569699999999999</c:v>
                </c:pt>
                <c:pt idx="13940">
                  <c:v>3.7572700000000001</c:v>
                </c:pt>
                <c:pt idx="13941">
                  <c:v>3.7575799999999999</c:v>
                </c:pt>
                <c:pt idx="13942">
                  <c:v>3.7578800000000001</c:v>
                </c:pt>
                <c:pt idx="13943">
                  <c:v>3.7581899999999999</c:v>
                </c:pt>
                <c:pt idx="13944">
                  <c:v>3.7584900000000001</c:v>
                </c:pt>
                <c:pt idx="13945">
                  <c:v>3.7587999999999999</c:v>
                </c:pt>
                <c:pt idx="13946">
                  <c:v>3.7591000000000001</c:v>
                </c:pt>
                <c:pt idx="13947">
                  <c:v>3.7594099999999999</c:v>
                </c:pt>
                <c:pt idx="13948">
                  <c:v>3.7597200000000002</c:v>
                </c:pt>
                <c:pt idx="13949">
                  <c:v>3.7600199999999999</c:v>
                </c:pt>
                <c:pt idx="13950">
                  <c:v>3.7603300000000002</c:v>
                </c:pt>
                <c:pt idx="13951">
                  <c:v>3.7606299999999999</c:v>
                </c:pt>
                <c:pt idx="13952">
                  <c:v>3.7609400000000002</c:v>
                </c:pt>
                <c:pt idx="13953">
                  <c:v>3.7612399999999999</c:v>
                </c:pt>
                <c:pt idx="13954">
                  <c:v>3.7615500000000002</c:v>
                </c:pt>
                <c:pt idx="13955">
                  <c:v>3.7618499999999999</c:v>
                </c:pt>
                <c:pt idx="13956">
                  <c:v>3.7621600000000002</c:v>
                </c:pt>
                <c:pt idx="13957">
                  <c:v>3.7624599999999999</c:v>
                </c:pt>
                <c:pt idx="13958">
                  <c:v>3.7627700000000002</c:v>
                </c:pt>
                <c:pt idx="13959">
                  <c:v>3.7630699999999999</c:v>
                </c:pt>
                <c:pt idx="13960">
                  <c:v>3.7633800000000002</c:v>
                </c:pt>
                <c:pt idx="13961">
                  <c:v>3.76369</c:v>
                </c:pt>
                <c:pt idx="13962">
                  <c:v>3.7639900000000002</c:v>
                </c:pt>
                <c:pt idx="13963">
                  <c:v>3.7643</c:v>
                </c:pt>
                <c:pt idx="13964">
                  <c:v>3.7646000000000002</c:v>
                </c:pt>
                <c:pt idx="13965">
                  <c:v>3.76491</c:v>
                </c:pt>
                <c:pt idx="13966">
                  <c:v>3.7652100000000002</c:v>
                </c:pt>
                <c:pt idx="13967">
                  <c:v>3.76552</c:v>
                </c:pt>
                <c:pt idx="13968">
                  <c:v>3.7658200000000002</c:v>
                </c:pt>
                <c:pt idx="13969">
                  <c:v>3.76613</c:v>
                </c:pt>
                <c:pt idx="13970">
                  <c:v>3.7664300000000002</c:v>
                </c:pt>
                <c:pt idx="13971">
                  <c:v>3.76674</c:v>
                </c:pt>
                <c:pt idx="13972">
                  <c:v>3.7670499999999998</c:v>
                </c:pt>
                <c:pt idx="13973">
                  <c:v>3.76735</c:v>
                </c:pt>
                <c:pt idx="13974">
                  <c:v>3.7676599999999998</c:v>
                </c:pt>
                <c:pt idx="13975">
                  <c:v>3.76796</c:v>
                </c:pt>
                <c:pt idx="13976">
                  <c:v>3.7682699999999998</c:v>
                </c:pt>
                <c:pt idx="13977">
                  <c:v>3.76857</c:v>
                </c:pt>
                <c:pt idx="13978">
                  <c:v>3.7688799999999998</c:v>
                </c:pt>
                <c:pt idx="13979">
                  <c:v>3.76918</c:v>
                </c:pt>
                <c:pt idx="13980">
                  <c:v>3.7694899999999998</c:v>
                </c:pt>
                <c:pt idx="13981">
                  <c:v>3.76979</c:v>
                </c:pt>
                <c:pt idx="13982">
                  <c:v>3.7700999999999998</c:v>
                </c:pt>
                <c:pt idx="13983">
                  <c:v>3.7704</c:v>
                </c:pt>
                <c:pt idx="13984">
                  <c:v>3.7707099999999998</c:v>
                </c:pt>
                <c:pt idx="13985">
                  <c:v>3.77102</c:v>
                </c:pt>
                <c:pt idx="13986">
                  <c:v>3.7713199999999998</c:v>
                </c:pt>
                <c:pt idx="13987">
                  <c:v>3.77163</c:v>
                </c:pt>
                <c:pt idx="13988">
                  <c:v>3.7719299999999998</c:v>
                </c:pt>
                <c:pt idx="13989">
                  <c:v>3.77224</c:v>
                </c:pt>
                <c:pt idx="13990">
                  <c:v>3.7725399999999998</c:v>
                </c:pt>
                <c:pt idx="13991">
                  <c:v>3.77285</c:v>
                </c:pt>
                <c:pt idx="13992">
                  <c:v>3.7731499999999998</c:v>
                </c:pt>
                <c:pt idx="13993">
                  <c:v>3.77346</c:v>
                </c:pt>
                <c:pt idx="13994">
                  <c:v>3.7737599999999998</c:v>
                </c:pt>
                <c:pt idx="13995">
                  <c:v>3.77407</c:v>
                </c:pt>
                <c:pt idx="13996">
                  <c:v>3.7743699999999998</c:v>
                </c:pt>
                <c:pt idx="13997">
                  <c:v>3.77468</c:v>
                </c:pt>
                <c:pt idx="13998">
                  <c:v>3.7749899999999998</c:v>
                </c:pt>
                <c:pt idx="13999">
                  <c:v>3.77529</c:v>
                </c:pt>
                <c:pt idx="14000">
                  <c:v>3.7755999999999998</c:v>
                </c:pt>
                <c:pt idx="14001">
                  <c:v>3.7759</c:v>
                </c:pt>
                <c:pt idx="14002">
                  <c:v>3.7762099999999998</c:v>
                </c:pt>
                <c:pt idx="14003">
                  <c:v>3.77651</c:v>
                </c:pt>
                <c:pt idx="14004">
                  <c:v>3.7768199999999998</c:v>
                </c:pt>
                <c:pt idx="14005">
                  <c:v>3.77712</c:v>
                </c:pt>
                <c:pt idx="14006">
                  <c:v>3.7774299999999998</c:v>
                </c:pt>
                <c:pt idx="14007">
                  <c:v>3.77773</c:v>
                </c:pt>
                <c:pt idx="14008">
                  <c:v>3.7780399999999998</c:v>
                </c:pt>
                <c:pt idx="14009">
                  <c:v>3.77834</c:v>
                </c:pt>
                <c:pt idx="14010">
                  <c:v>3.7786499999999998</c:v>
                </c:pt>
                <c:pt idx="14011">
                  <c:v>3.7789600000000001</c:v>
                </c:pt>
                <c:pt idx="14012">
                  <c:v>3.7792599999999998</c:v>
                </c:pt>
                <c:pt idx="14013">
                  <c:v>3.7795700000000001</c:v>
                </c:pt>
                <c:pt idx="14014">
                  <c:v>3.7798699999999998</c:v>
                </c:pt>
                <c:pt idx="14015">
                  <c:v>3.7801800000000001</c:v>
                </c:pt>
                <c:pt idx="14016">
                  <c:v>3.7804799999999998</c:v>
                </c:pt>
                <c:pt idx="14017">
                  <c:v>3.7807900000000001</c:v>
                </c:pt>
                <c:pt idx="14018">
                  <c:v>3.7810899999999998</c:v>
                </c:pt>
                <c:pt idx="14019">
                  <c:v>3.7814000000000001</c:v>
                </c:pt>
                <c:pt idx="14020">
                  <c:v>3.7816999999999998</c:v>
                </c:pt>
                <c:pt idx="14021">
                  <c:v>3.7820100000000001</c:v>
                </c:pt>
                <c:pt idx="14022">
                  <c:v>3.7823099999999998</c:v>
                </c:pt>
                <c:pt idx="14023">
                  <c:v>3.7826200000000001</c:v>
                </c:pt>
                <c:pt idx="14024">
                  <c:v>3.7829299999999999</c:v>
                </c:pt>
                <c:pt idx="14025">
                  <c:v>3.7832300000000001</c:v>
                </c:pt>
                <c:pt idx="14026">
                  <c:v>3.7835399999999999</c:v>
                </c:pt>
                <c:pt idx="14027">
                  <c:v>3.7838400000000001</c:v>
                </c:pt>
                <c:pt idx="14028">
                  <c:v>3.7841499999999999</c:v>
                </c:pt>
                <c:pt idx="14029">
                  <c:v>3.7844500000000001</c:v>
                </c:pt>
                <c:pt idx="14030">
                  <c:v>3.7847599999999999</c:v>
                </c:pt>
                <c:pt idx="14031">
                  <c:v>3.7850600000000001</c:v>
                </c:pt>
                <c:pt idx="14032">
                  <c:v>3.7853699999999999</c:v>
                </c:pt>
                <c:pt idx="14033">
                  <c:v>3.7856700000000001</c:v>
                </c:pt>
                <c:pt idx="14034">
                  <c:v>3.7859799999999999</c:v>
                </c:pt>
                <c:pt idx="14035">
                  <c:v>3.7862900000000002</c:v>
                </c:pt>
                <c:pt idx="14036">
                  <c:v>3.7865899999999999</c:v>
                </c:pt>
                <c:pt idx="14037">
                  <c:v>3.7869000000000002</c:v>
                </c:pt>
                <c:pt idx="14038">
                  <c:v>3.7871999999999999</c:v>
                </c:pt>
                <c:pt idx="14039">
                  <c:v>3.7875100000000002</c:v>
                </c:pt>
                <c:pt idx="14040">
                  <c:v>3.7878099999999999</c:v>
                </c:pt>
                <c:pt idx="14041">
                  <c:v>3.7881200000000002</c:v>
                </c:pt>
                <c:pt idx="14042">
                  <c:v>3.7884199999999999</c:v>
                </c:pt>
                <c:pt idx="14043">
                  <c:v>3.7887300000000002</c:v>
                </c:pt>
                <c:pt idx="14044">
                  <c:v>3.7890299999999999</c:v>
                </c:pt>
                <c:pt idx="14045">
                  <c:v>3.7893400000000002</c:v>
                </c:pt>
                <c:pt idx="14046">
                  <c:v>3.7896399999999999</c:v>
                </c:pt>
                <c:pt idx="14047">
                  <c:v>3.7899500000000002</c:v>
                </c:pt>
                <c:pt idx="14048">
                  <c:v>3.79026</c:v>
                </c:pt>
                <c:pt idx="14049">
                  <c:v>3.7905600000000002</c:v>
                </c:pt>
                <c:pt idx="14050">
                  <c:v>3.79087</c:v>
                </c:pt>
                <c:pt idx="14051">
                  <c:v>3.7911700000000002</c:v>
                </c:pt>
                <c:pt idx="14052">
                  <c:v>3.79148</c:v>
                </c:pt>
                <c:pt idx="14053">
                  <c:v>3.7917800000000002</c:v>
                </c:pt>
                <c:pt idx="14054">
                  <c:v>3.79209</c:v>
                </c:pt>
                <c:pt idx="14055">
                  <c:v>3.7923900000000001</c:v>
                </c:pt>
                <c:pt idx="14056">
                  <c:v>3.7927</c:v>
                </c:pt>
                <c:pt idx="14057">
                  <c:v>3.7930000000000001</c:v>
                </c:pt>
                <c:pt idx="14058">
                  <c:v>3.79331</c:v>
                </c:pt>
                <c:pt idx="14059">
                  <c:v>3.7936100000000001</c:v>
                </c:pt>
                <c:pt idx="14060">
                  <c:v>3.79392</c:v>
                </c:pt>
                <c:pt idx="14061">
                  <c:v>3.7942300000000002</c:v>
                </c:pt>
                <c:pt idx="14062">
                  <c:v>3.79453</c:v>
                </c:pt>
                <c:pt idx="14063">
                  <c:v>3.7948400000000002</c:v>
                </c:pt>
                <c:pt idx="14064">
                  <c:v>3.79514</c:v>
                </c:pt>
                <c:pt idx="14065">
                  <c:v>3.7954500000000002</c:v>
                </c:pt>
                <c:pt idx="14066">
                  <c:v>3.79575</c:v>
                </c:pt>
                <c:pt idx="14067">
                  <c:v>3.7960600000000002</c:v>
                </c:pt>
                <c:pt idx="14068">
                  <c:v>3.79636</c:v>
                </c:pt>
                <c:pt idx="14069">
                  <c:v>3.7966700000000002</c:v>
                </c:pt>
                <c:pt idx="14070">
                  <c:v>3.79697</c:v>
                </c:pt>
                <c:pt idx="14071">
                  <c:v>3.7972800000000002</c:v>
                </c:pt>
                <c:pt idx="14072">
                  <c:v>3.79758</c:v>
                </c:pt>
                <c:pt idx="14073">
                  <c:v>3.7978900000000002</c:v>
                </c:pt>
                <c:pt idx="14074">
                  <c:v>3.7982</c:v>
                </c:pt>
                <c:pt idx="14075">
                  <c:v>3.7985000000000002</c:v>
                </c:pt>
                <c:pt idx="14076">
                  <c:v>3.79881</c:v>
                </c:pt>
                <c:pt idx="14077">
                  <c:v>3.7991100000000002</c:v>
                </c:pt>
                <c:pt idx="14078">
                  <c:v>3.79942</c:v>
                </c:pt>
                <c:pt idx="14079">
                  <c:v>3.7997200000000002</c:v>
                </c:pt>
                <c:pt idx="14080">
                  <c:v>3.80003</c:v>
                </c:pt>
                <c:pt idx="14081">
                  <c:v>3.8003300000000002</c:v>
                </c:pt>
                <c:pt idx="14082">
                  <c:v>3.80064</c:v>
                </c:pt>
                <c:pt idx="14083">
                  <c:v>3.8009400000000002</c:v>
                </c:pt>
                <c:pt idx="14084">
                  <c:v>3.80125</c:v>
                </c:pt>
                <c:pt idx="14085">
                  <c:v>3.8015599999999998</c:v>
                </c:pt>
                <c:pt idx="14086">
                  <c:v>3.80186</c:v>
                </c:pt>
                <c:pt idx="14087">
                  <c:v>3.8021699999999998</c:v>
                </c:pt>
                <c:pt idx="14088">
                  <c:v>3.80247</c:v>
                </c:pt>
                <c:pt idx="14089">
                  <c:v>3.8027799999999998</c:v>
                </c:pt>
                <c:pt idx="14090">
                  <c:v>3.80308</c:v>
                </c:pt>
                <c:pt idx="14091">
                  <c:v>3.8033899999999998</c:v>
                </c:pt>
                <c:pt idx="14092">
                  <c:v>3.80369</c:v>
                </c:pt>
                <c:pt idx="14093">
                  <c:v>3.8039999999999998</c:v>
                </c:pt>
                <c:pt idx="14094">
                  <c:v>3.8043</c:v>
                </c:pt>
                <c:pt idx="14095">
                  <c:v>3.8046099999999998</c:v>
                </c:pt>
                <c:pt idx="14096">
                  <c:v>3.80491</c:v>
                </c:pt>
                <c:pt idx="14097">
                  <c:v>3.8052199999999998</c:v>
                </c:pt>
                <c:pt idx="14098">
                  <c:v>3.8055300000000001</c:v>
                </c:pt>
                <c:pt idx="14099">
                  <c:v>3.8058299999999998</c:v>
                </c:pt>
                <c:pt idx="14100">
                  <c:v>3.8061400000000001</c:v>
                </c:pt>
                <c:pt idx="14101">
                  <c:v>3.8064399999999998</c:v>
                </c:pt>
                <c:pt idx="14102">
                  <c:v>3.8067500000000001</c:v>
                </c:pt>
                <c:pt idx="14103">
                  <c:v>3.8070499999999998</c:v>
                </c:pt>
                <c:pt idx="14104">
                  <c:v>3.8073600000000001</c:v>
                </c:pt>
                <c:pt idx="14105">
                  <c:v>3.8076599999999998</c:v>
                </c:pt>
                <c:pt idx="14106">
                  <c:v>3.8079700000000001</c:v>
                </c:pt>
                <c:pt idx="14107">
                  <c:v>3.8082699999999998</c:v>
                </c:pt>
                <c:pt idx="14108">
                  <c:v>3.8085800000000001</c:v>
                </c:pt>
                <c:pt idx="14109">
                  <c:v>3.8088799999999998</c:v>
                </c:pt>
                <c:pt idx="14110">
                  <c:v>3.8091900000000001</c:v>
                </c:pt>
                <c:pt idx="14111">
                  <c:v>3.8094999999999999</c:v>
                </c:pt>
                <c:pt idx="14112">
                  <c:v>3.8098000000000001</c:v>
                </c:pt>
                <c:pt idx="14113">
                  <c:v>3.8101099999999999</c:v>
                </c:pt>
                <c:pt idx="14114">
                  <c:v>3.8104100000000001</c:v>
                </c:pt>
                <c:pt idx="14115">
                  <c:v>3.8107199999999999</c:v>
                </c:pt>
                <c:pt idx="14116">
                  <c:v>3.8110200000000001</c:v>
                </c:pt>
                <c:pt idx="14117">
                  <c:v>3.8113299999999999</c:v>
                </c:pt>
                <c:pt idx="14118">
                  <c:v>3.8116300000000001</c:v>
                </c:pt>
                <c:pt idx="14119">
                  <c:v>3.8119399999999999</c:v>
                </c:pt>
                <c:pt idx="14120">
                  <c:v>3.8122400000000001</c:v>
                </c:pt>
                <c:pt idx="14121">
                  <c:v>3.8125499999999999</c:v>
                </c:pt>
                <c:pt idx="14122">
                  <c:v>3.8128500000000001</c:v>
                </c:pt>
                <c:pt idx="14123">
                  <c:v>3.8131599999999999</c:v>
                </c:pt>
                <c:pt idx="14124">
                  <c:v>3.8134700000000001</c:v>
                </c:pt>
                <c:pt idx="14125">
                  <c:v>3.8137699999999999</c:v>
                </c:pt>
                <c:pt idx="14126">
                  <c:v>3.8140800000000001</c:v>
                </c:pt>
                <c:pt idx="14127">
                  <c:v>3.8143799999999999</c:v>
                </c:pt>
                <c:pt idx="14128">
                  <c:v>3.8146900000000001</c:v>
                </c:pt>
                <c:pt idx="14129">
                  <c:v>3.8149899999999999</c:v>
                </c:pt>
                <c:pt idx="14130">
                  <c:v>3.8153000000000001</c:v>
                </c:pt>
                <c:pt idx="14131">
                  <c:v>3.8155999999999999</c:v>
                </c:pt>
                <c:pt idx="14132">
                  <c:v>3.8159100000000001</c:v>
                </c:pt>
                <c:pt idx="14133">
                  <c:v>3.8162099999999999</c:v>
                </c:pt>
                <c:pt idx="14134">
                  <c:v>3.8165200000000001</c:v>
                </c:pt>
                <c:pt idx="14135">
                  <c:v>3.8168199999999999</c:v>
                </c:pt>
                <c:pt idx="14136">
                  <c:v>3.8171300000000001</c:v>
                </c:pt>
                <c:pt idx="14137">
                  <c:v>3.8174399999999999</c:v>
                </c:pt>
                <c:pt idx="14138">
                  <c:v>3.8177400000000001</c:v>
                </c:pt>
                <c:pt idx="14139">
                  <c:v>3.8180499999999999</c:v>
                </c:pt>
                <c:pt idx="14140">
                  <c:v>3.8183500000000001</c:v>
                </c:pt>
                <c:pt idx="14141">
                  <c:v>3.8186599999999999</c:v>
                </c:pt>
                <c:pt idx="14142">
                  <c:v>3.8189600000000001</c:v>
                </c:pt>
                <c:pt idx="14143">
                  <c:v>3.8192699999999999</c:v>
                </c:pt>
                <c:pt idx="14144">
                  <c:v>3.8195700000000001</c:v>
                </c:pt>
                <c:pt idx="14145">
                  <c:v>3.8198799999999999</c:v>
                </c:pt>
                <c:pt idx="14146">
                  <c:v>3.8201800000000001</c:v>
                </c:pt>
                <c:pt idx="14147">
                  <c:v>3.8204899999999999</c:v>
                </c:pt>
                <c:pt idx="14148">
                  <c:v>3.8208000000000002</c:v>
                </c:pt>
                <c:pt idx="14149">
                  <c:v>3.8210999999999999</c:v>
                </c:pt>
                <c:pt idx="14150">
                  <c:v>3.8214100000000002</c:v>
                </c:pt>
                <c:pt idx="14151">
                  <c:v>3.8217099999999999</c:v>
                </c:pt>
                <c:pt idx="14152">
                  <c:v>3.8220200000000002</c:v>
                </c:pt>
                <c:pt idx="14153">
                  <c:v>3.8223199999999999</c:v>
                </c:pt>
                <c:pt idx="14154">
                  <c:v>3.8226300000000002</c:v>
                </c:pt>
                <c:pt idx="14155">
                  <c:v>3.8229299999999999</c:v>
                </c:pt>
                <c:pt idx="14156">
                  <c:v>3.8232400000000002</c:v>
                </c:pt>
                <c:pt idx="14157">
                  <c:v>3.8235399999999999</c:v>
                </c:pt>
                <c:pt idx="14158">
                  <c:v>3.8238500000000002</c:v>
                </c:pt>
                <c:pt idx="14159">
                  <c:v>3.8241499999999999</c:v>
                </c:pt>
                <c:pt idx="14160">
                  <c:v>3.8244600000000002</c:v>
                </c:pt>
                <c:pt idx="14161">
                  <c:v>3.82477</c:v>
                </c:pt>
                <c:pt idx="14162">
                  <c:v>3.8250700000000002</c:v>
                </c:pt>
                <c:pt idx="14163">
                  <c:v>3.82538</c:v>
                </c:pt>
                <c:pt idx="14164">
                  <c:v>3.8256800000000002</c:v>
                </c:pt>
                <c:pt idx="14165">
                  <c:v>3.82599</c:v>
                </c:pt>
                <c:pt idx="14166">
                  <c:v>3.8262900000000002</c:v>
                </c:pt>
                <c:pt idx="14167">
                  <c:v>3.8266</c:v>
                </c:pt>
                <c:pt idx="14168">
                  <c:v>3.8269000000000002</c:v>
                </c:pt>
                <c:pt idx="14169">
                  <c:v>3.82721</c:v>
                </c:pt>
                <c:pt idx="14170">
                  <c:v>3.8275100000000002</c:v>
                </c:pt>
                <c:pt idx="14171">
                  <c:v>3.82782</c:v>
                </c:pt>
                <c:pt idx="14172">
                  <c:v>3.8281200000000002</c:v>
                </c:pt>
                <c:pt idx="14173">
                  <c:v>3.82843</c:v>
                </c:pt>
                <c:pt idx="14174">
                  <c:v>3.8287399999999998</c:v>
                </c:pt>
                <c:pt idx="14175">
                  <c:v>3.82904</c:v>
                </c:pt>
                <c:pt idx="14176">
                  <c:v>3.8293499999999998</c:v>
                </c:pt>
                <c:pt idx="14177">
                  <c:v>3.82965</c:v>
                </c:pt>
                <c:pt idx="14178">
                  <c:v>3.8299599999999998</c:v>
                </c:pt>
                <c:pt idx="14179">
                  <c:v>3.83026</c:v>
                </c:pt>
                <c:pt idx="14180">
                  <c:v>3.8305699999999998</c:v>
                </c:pt>
                <c:pt idx="14181">
                  <c:v>3.83087</c:v>
                </c:pt>
                <c:pt idx="14182">
                  <c:v>3.8311799999999998</c:v>
                </c:pt>
                <c:pt idx="14183">
                  <c:v>3.83148</c:v>
                </c:pt>
                <c:pt idx="14184">
                  <c:v>3.8317899999999998</c:v>
                </c:pt>
                <c:pt idx="14185">
                  <c:v>3.83209</c:v>
                </c:pt>
                <c:pt idx="14186">
                  <c:v>3.8323999999999998</c:v>
                </c:pt>
                <c:pt idx="14187">
                  <c:v>3.8327100000000001</c:v>
                </c:pt>
                <c:pt idx="14188">
                  <c:v>3.8330099999999998</c:v>
                </c:pt>
                <c:pt idx="14189">
                  <c:v>3.8333200000000001</c:v>
                </c:pt>
                <c:pt idx="14190">
                  <c:v>3.8336199999999998</c:v>
                </c:pt>
                <c:pt idx="14191">
                  <c:v>3.8339300000000001</c:v>
                </c:pt>
                <c:pt idx="14192">
                  <c:v>3.8342299999999998</c:v>
                </c:pt>
                <c:pt idx="14193">
                  <c:v>3.8345400000000001</c:v>
                </c:pt>
                <c:pt idx="14194">
                  <c:v>3.8348399999999998</c:v>
                </c:pt>
                <c:pt idx="14195">
                  <c:v>3.8351500000000001</c:v>
                </c:pt>
                <c:pt idx="14196">
                  <c:v>3.8354499999999998</c:v>
                </c:pt>
                <c:pt idx="14197">
                  <c:v>3.8357600000000001</c:v>
                </c:pt>
                <c:pt idx="14198">
                  <c:v>3.8360599999999998</c:v>
                </c:pt>
                <c:pt idx="14199">
                  <c:v>3.8363700000000001</c:v>
                </c:pt>
                <c:pt idx="14200">
                  <c:v>3.8366799999999999</c:v>
                </c:pt>
                <c:pt idx="14201">
                  <c:v>3.8369800000000001</c:v>
                </c:pt>
                <c:pt idx="14202">
                  <c:v>3.8372899999999999</c:v>
                </c:pt>
                <c:pt idx="14203">
                  <c:v>3.8375900000000001</c:v>
                </c:pt>
                <c:pt idx="14204">
                  <c:v>3.8378999999999999</c:v>
                </c:pt>
                <c:pt idx="14205">
                  <c:v>3.8382000000000001</c:v>
                </c:pt>
                <c:pt idx="14206">
                  <c:v>3.8385099999999999</c:v>
                </c:pt>
                <c:pt idx="14207">
                  <c:v>3.8388100000000001</c:v>
                </c:pt>
                <c:pt idx="14208">
                  <c:v>3.8391199999999999</c:v>
                </c:pt>
                <c:pt idx="14209">
                  <c:v>3.8394200000000001</c:v>
                </c:pt>
                <c:pt idx="14210">
                  <c:v>3.8397299999999999</c:v>
                </c:pt>
                <c:pt idx="14211">
                  <c:v>3.8400400000000001</c:v>
                </c:pt>
                <c:pt idx="14212">
                  <c:v>3.8403399999999999</c:v>
                </c:pt>
                <c:pt idx="14213">
                  <c:v>3.8406500000000001</c:v>
                </c:pt>
                <c:pt idx="14214">
                  <c:v>3.8409499999999999</c:v>
                </c:pt>
                <c:pt idx="14215">
                  <c:v>3.8412600000000001</c:v>
                </c:pt>
                <c:pt idx="14216">
                  <c:v>3.8415599999999999</c:v>
                </c:pt>
                <c:pt idx="14217">
                  <c:v>3.8418700000000001</c:v>
                </c:pt>
                <c:pt idx="14218">
                  <c:v>3.8421699999999999</c:v>
                </c:pt>
                <c:pt idx="14219">
                  <c:v>3.8424800000000001</c:v>
                </c:pt>
                <c:pt idx="14220">
                  <c:v>3.8427799999999999</c:v>
                </c:pt>
                <c:pt idx="14221">
                  <c:v>3.8430900000000001</c:v>
                </c:pt>
                <c:pt idx="14222">
                  <c:v>3.8433899999999999</c:v>
                </c:pt>
                <c:pt idx="14223">
                  <c:v>3.8437000000000001</c:v>
                </c:pt>
                <c:pt idx="14224">
                  <c:v>3.8440099999999999</c:v>
                </c:pt>
                <c:pt idx="14225">
                  <c:v>3.8443100000000001</c:v>
                </c:pt>
                <c:pt idx="14226">
                  <c:v>3.8446199999999999</c:v>
                </c:pt>
                <c:pt idx="14227">
                  <c:v>3.8449200000000001</c:v>
                </c:pt>
                <c:pt idx="14228">
                  <c:v>3.8452299999999999</c:v>
                </c:pt>
                <c:pt idx="14229">
                  <c:v>3.8455300000000001</c:v>
                </c:pt>
                <c:pt idx="14230">
                  <c:v>3.8458399999999999</c:v>
                </c:pt>
                <c:pt idx="14231">
                  <c:v>3.8461400000000001</c:v>
                </c:pt>
                <c:pt idx="14232">
                  <c:v>3.8464499999999999</c:v>
                </c:pt>
                <c:pt idx="14233">
                  <c:v>3.8467500000000001</c:v>
                </c:pt>
                <c:pt idx="14234">
                  <c:v>3.8470599999999999</c:v>
                </c:pt>
                <c:pt idx="14235">
                  <c:v>3.8473600000000001</c:v>
                </c:pt>
                <c:pt idx="14236">
                  <c:v>3.8476699999999999</c:v>
                </c:pt>
                <c:pt idx="14237">
                  <c:v>3.8479800000000002</c:v>
                </c:pt>
                <c:pt idx="14238">
                  <c:v>3.8482799999999999</c:v>
                </c:pt>
                <c:pt idx="14239">
                  <c:v>3.8485900000000002</c:v>
                </c:pt>
                <c:pt idx="14240">
                  <c:v>3.8488899999999999</c:v>
                </c:pt>
                <c:pt idx="14241">
                  <c:v>3.8492000000000002</c:v>
                </c:pt>
                <c:pt idx="14242">
                  <c:v>3.8494999999999999</c:v>
                </c:pt>
                <c:pt idx="14243">
                  <c:v>3.8498100000000002</c:v>
                </c:pt>
                <c:pt idx="14244">
                  <c:v>3.8501099999999999</c:v>
                </c:pt>
                <c:pt idx="14245">
                  <c:v>3.8504200000000002</c:v>
                </c:pt>
                <c:pt idx="14246">
                  <c:v>3.8507199999999999</c:v>
                </c:pt>
                <c:pt idx="14247">
                  <c:v>3.8510300000000002</c:v>
                </c:pt>
                <c:pt idx="14248">
                  <c:v>3.8513299999999999</c:v>
                </c:pt>
                <c:pt idx="14249">
                  <c:v>3.8516400000000002</c:v>
                </c:pt>
                <c:pt idx="14250">
                  <c:v>3.85195</c:v>
                </c:pt>
                <c:pt idx="14251">
                  <c:v>3.8522500000000002</c:v>
                </c:pt>
                <c:pt idx="14252">
                  <c:v>3.85256</c:v>
                </c:pt>
                <c:pt idx="14253">
                  <c:v>3.8528600000000002</c:v>
                </c:pt>
                <c:pt idx="14254">
                  <c:v>3.85317</c:v>
                </c:pt>
                <c:pt idx="14255">
                  <c:v>3.8534700000000002</c:v>
                </c:pt>
                <c:pt idx="14256">
                  <c:v>3.85378</c:v>
                </c:pt>
                <c:pt idx="14257">
                  <c:v>3.8540800000000002</c:v>
                </c:pt>
                <c:pt idx="14258">
                  <c:v>3.85439</c:v>
                </c:pt>
                <c:pt idx="14259">
                  <c:v>3.8546900000000002</c:v>
                </c:pt>
                <c:pt idx="14260">
                  <c:v>3.855</c:v>
                </c:pt>
                <c:pt idx="14261">
                  <c:v>3.8553000000000002</c:v>
                </c:pt>
                <c:pt idx="14262">
                  <c:v>3.85561</c:v>
                </c:pt>
                <c:pt idx="14263">
                  <c:v>3.8559199999999998</c:v>
                </c:pt>
                <c:pt idx="14264">
                  <c:v>3.85622</c:v>
                </c:pt>
                <c:pt idx="14265">
                  <c:v>3.8565299999999998</c:v>
                </c:pt>
                <c:pt idx="14266">
                  <c:v>3.85683</c:v>
                </c:pt>
                <c:pt idx="14267">
                  <c:v>3.8571399999999998</c:v>
                </c:pt>
                <c:pt idx="14268">
                  <c:v>3.85744</c:v>
                </c:pt>
                <c:pt idx="14269">
                  <c:v>3.8577499999999998</c:v>
                </c:pt>
                <c:pt idx="14270">
                  <c:v>3.85805</c:v>
                </c:pt>
                <c:pt idx="14271">
                  <c:v>3.8583599999999998</c:v>
                </c:pt>
                <c:pt idx="14272">
                  <c:v>3.85866</c:v>
                </c:pt>
                <c:pt idx="14273">
                  <c:v>3.8589699999999998</c:v>
                </c:pt>
                <c:pt idx="14274">
                  <c:v>3.85928</c:v>
                </c:pt>
                <c:pt idx="14275">
                  <c:v>3.8595799999999998</c:v>
                </c:pt>
                <c:pt idx="14276">
                  <c:v>3.85989</c:v>
                </c:pt>
                <c:pt idx="14277">
                  <c:v>3.8601899999999998</c:v>
                </c:pt>
                <c:pt idx="14278">
                  <c:v>3.8605</c:v>
                </c:pt>
                <c:pt idx="14279">
                  <c:v>3.8607999999999998</c:v>
                </c:pt>
                <c:pt idx="14280">
                  <c:v>3.86111</c:v>
                </c:pt>
                <c:pt idx="14281">
                  <c:v>3.8614099999999998</c:v>
                </c:pt>
                <c:pt idx="14282">
                  <c:v>3.86172</c:v>
                </c:pt>
                <c:pt idx="14283">
                  <c:v>3.8620199999999998</c:v>
                </c:pt>
                <c:pt idx="14284">
                  <c:v>3.86233</c:v>
                </c:pt>
                <c:pt idx="14285">
                  <c:v>3.8626299999999998</c:v>
                </c:pt>
                <c:pt idx="14286">
                  <c:v>3.86294</c:v>
                </c:pt>
                <c:pt idx="14287">
                  <c:v>3.8632499999999999</c:v>
                </c:pt>
                <c:pt idx="14288">
                  <c:v>3.86355</c:v>
                </c:pt>
                <c:pt idx="14289">
                  <c:v>3.8638599999999999</c:v>
                </c:pt>
                <c:pt idx="14290">
                  <c:v>3.86416</c:v>
                </c:pt>
                <c:pt idx="14291">
                  <c:v>3.8644699999999998</c:v>
                </c:pt>
                <c:pt idx="14292">
                  <c:v>3.86477</c:v>
                </c:pt>
                <c:pt idx="14293">
                  <c:v>3.8650799999999998</c:v>
                </c:pt>
                <c:pt idx="14294">
                  <c:v>3.86538</c:v>
                </c:pt>
                <c:pt idx="14295">
                  <c:v>3.8656899999999998</c:v>
                </c:pt>
                <c:pt idx="14296">
                  <c:v>3.86599</c:v>
                </c:pt>
                <c:pt idx="14297">
                  <c:v>3.8662999999999998</c:v>
                </c:pt>
                <c:pt idx="14298">
                  <c:v>3.8666</c:v>
                </c:pt>
                <c:pt idx="14299">
                  <c:v>3.8669099999999998</c:v>
                </c:pt>
                <c:pt idx="14300">
                  <c:v>3.8672200000000001</c:v>
                </c:pt>
                <c:pt idx="14301">
                  <c:v>3.8675199999999998</c:v>
                </c:pt>
                <c:pt idx="14302">
                  <c:v>3.8678300000000001</c:v>
                </c:pt>
                <c:pt idx="14303">
                  <c:v>3.8681299999999998</c:v>
                </c:pt>
                <c:pt idx="14304">
                  <c:v>3.8684400000000001</c:v>
                </c:pt>
                <c:pt idx="14305">
                  <c:v>3.8687399999999998</c:v>
                </c:pt>
                <c:pt idx="14306">
                  <c:v>3.8690500000000001</c:v>
                </c:pt>
                <c:pt idx="14307">
                  <c:v>3.8693499999999998</c:v>
                </c:pt>
                <c:pt idx="14308">
                  <c:v>3.8696600000000001</c:v>
                </c:pt>
                <c:pt idx="14309">
                  <c:v>3.8699599999999998</c:v>
                </c:pt>
                <c:pt idx="14310">
                  <c:v>3.8702700000000001</c:v>
                </c:pt>
                <c:pt idx="14311">
                  <c:v>3.8705699999999998</c:v>
                </c:pt>
                <c:pt idx="14312">
                  <c:v>3.8708800000000001</c:v>
                </c:pt>
                <c:pt idx="14313">
                  <c:v>3.8711899999999999</c:v>
                </c:pt>
                <c:pt idx="14314">
                  <c:v>3.8714900000000001</c:v>
                </c:pt>
                <c:pt idx="14315">
                  <c:v>3.8717999999999999</c:v>
                </c:pt>
                <c:pt idx="14316">
                  <c:v>3.8721000000000001</c:v>
                </c:pt>
                <c:pt idx="14317">
                  <c:v>3.8724099999999999</c:v>
                </c:pt>
                <c:pt idx="14318">
                  <c:v>3.8727100000000001</c:v>
                </c:pt>
                <c:pt idx="14319">
                  <c:v>3.8730199999999999</c:v>
                </c:pt>
                <c:pt idx="14320">
                  <c:v>3.8733200000000001</c:v>
                </c:pt>
                <c:pt idx="14321">
                  <c:v>3.8736299999999999</c:v>
                </c:pt>
                <c:pt idx="14322">
                  <c:v>3.8739300000000001</c:v>
                </c:pt>
                <c:pt idx="14323">
                  <c:v>3.8742399999999999</c:v>
                </c:pt>
                <c:pt idx="14324">
                  <c:v>3.8745500000000002</c:v>
                </c:pt>
                <c:pt idx="14325">
                  <c:v>3.8748499999999999</c:v>
                </c:pt>
                <c:pt idx="14326">
                  <c:v>3.8751600000000002</c:v>
                </c:pt>
                <c:pt idx="14327">
                  <c:v>3.8754599999999999</c:v>
                </c:pt>
                <c:pt idx="14328">
                  <c:v>3.8757700000000002</c:v>
                </c:pt>
                <c:pt idx="14329">
                  <c:v>3.8760699999999999</c:v>
                </c:pt>
                <c:pt idx="14330">
                  <c:v>3.8763800000000002</c:v>
                </c:pt>
                <c:pt idx="14331">
                  <c:v>3.8766799999999999</c:v>
                </c:pt>
                <c:pt idx="14332">
                  <c:v>3.8769900000000002</c:v>
                </c:pt>
                <c:pt idx="14333">
                  <c:v>3.8772899999999999</c:v>
                </c:pt>
                <c:pt idx="14334">
                  <c:v>3.8776000000000002</c:v>
                </c:pt>
                <c:pt idx="14335">
                  <c:v>3.8778999999999999</c:v>
                </c:pt>
                <c:pt idx="14336">
                  <c:v>3.8782100000000002</c:v>
                </c:pt>
                <c:pt idx="14337">
                  <c:v>3.87852</c:v>
                </c:pt>
                <c:pt idx="14338">
                  <c:v>3.8788200000000002</c:v>
                </c:pt>
                <c:pt idx="14339">
                  <c:v>3.87913</c:v>
                </c:pt>
                <c:pt idx="14340">
                  <c:v>3.8794300000000002</c:v>
                </c:pt>
                <c:pt idx="14341">
                  <c:v>3.87974</c:v>
                </c:pt>
                <c:pt idx="14342">
                  <c:v>3.8800400000000002</c:v>
                </c:pt>
                <c:pt idx="14343">
                  <c:v>3.88035</c:v>
                </c:pt>
                <c:pt idx="14344">
                  <c:v>3.8806500000000002</c:v>
                </c:pt>
                <c:pt idx="14345">
                  <c:v>3.88096</c:v>
                </c:pt>
                <c:pt idx="14346">
                  <c:v>3.8812600000000002</c:v>
                </c:pt>
                <c:pt idx="14347">
                  <c:v>3.88157</c:v>
                </c:pt>
                <c:pt idx="14348">
                  <c:v>3.8818700000000002</c:v>
                </c:pt>
                <c:pt idx="14349">
                  <c:v>3.88218</c:v>
                </c:pt>
                <c:pt idx="14350">
                  <c:v>3.8824900000000002</c:v>
                </c:pt>
                <c:pt idx="14351">
                  <c:v>3.88279</c:v>
                </c:pt>
                <c:pt idx="14352">
                  <c:v>3.8831000000000002</c:v>
                </c:pt>
                <c:pt idx="14353">
                  <c:v>3.8834</c:v>
                </c:pt>
                <c:pt idx="14354">
                  <c:v>3.8837100000000002</c:v>
                </c:pt>
                <c:pt idx="14355">
                  <c:v>3.88401</c:v>
                </c:pt>
                <c:pt idx="14356">
                  <c:v>3.8843200000000002</c:v>
                </c:pt>
                <c:pt idx="14357">
                  <c:v>3.88462</c:v>
                </c:pt>
                <c:pt idx="14358">
                  <c:v>3.8849300000000002</c:v>
                </c:pt>
                <c:pt idx="14359">
                  <c:v>3.88523</c:v>
                </c:pt>
                <c:pt idx="14360">
                  <c:v>3.8855400000000002</c:v>
                </c:pt>
                <c:pt idx="14361">
                  <c:v>3.88584</c:v>
                </c:pt>
                <c:pt idx="14362">
                  <c:v>3.8861500000000002</c:v>
                </c:pt>
                <c:pt idx="14363">
                  <c:v>3.88646</c:v>
                </c:pt>
                <c:pt idx="14364">
                  <c:v>3.8867600000000002</c:v>
                </c:pt>
                <c:pt idx="14365">
                  <c:v>3.88707</c:v>
                </c:pt>
                <c:pt idx="14366">
                  <c:v>3.8873700000000002</c:v>
                </c:pt>
                <c:pt idx="14367">
                  <c:v>3.88768</c:v>
                </c:pt>
                <c:pt idx="14368">
                  <c:v>3.8879800000000002</c:v>
                </c:pt>
                <c:pt idx="14369">
                  <c:v>3.88829</c:v>
                </c:pt>
                <c:pt idx="14370">
                  <c:v>3.8885900000000002</c:v>
                </c:pt>
                <c:pt idx="14371">
                  <c:v>3.8889</c:v>
                </c:pt>
                <c:pt idx="14372">
                  <c:v>3.8892000000000002</c:v>
                </c:pt>
                <c:pt idx="14373">
                  <c:v>3.88951</c:v>
                </c:pt>
                <c:pt idx="14374">
                  <c:v>3.8898100000000002</c:v>
                </c:pt>
                <c:pt idx="14375">
                  <c:v>3.89012</c:v>
                </c:pt>
                <c:pt idx="14376">
                  <c:v>3.8904299999999998</c:v>
                </c:pt>
                <c:pt idx="14377">
                  <c:v>3.89073</c:v>
                </c:pt>
                <c:pt idx="14378">
                  <c:v>3.8910399999999998</c:v>
                </c:pt>
                <c:pt idx="14379">
                  <c:v>3.89134</c:v>
                </c:pt>
                <c:pt idx="14380">
                  <c:v>3.8916499999999998</c:v>
                </c:pt>
                <c:pt idx="14381">
                  <c:v>3.89195</c:v>
                </c:pt>
                <c:pt idx="14382">
                  <c:v>3.8922599999999998</c:v>
                </c:pt>
                <c:pt idx="14383">
                  <c:v>3.89256</c:v>
                </c:pt>
                <c:pt idx="14384">
                  <c:v>3.8928699999999998</c:v>
                </c:pt>
                <c:pt idx="14385">
                  <c:v>3.89317</c:v>
                </c:pt>
                <c:pt idx="14386">
                  <c:v>3.8934799999999998</c:v>
                </c:pt>
                <c:pt idx="14387">
                  <c:v>3.8937900000000001</c:v>
                </c:pt>
                <c:pt idx="14388">
                  <c:v>3.8940899999999998</c:v>
                </c:pt>
                <c:pt idx="14389">
                  <c:v>3.8944000000000001</c:v>
                </c:pt>
                <c:pt idx="14390">
                  <c:v>3.8946999999999998</c:v>
                </c:pt>
                <c:pt idx="14391">
                  <c:v>3.8950100000000001</c:v>
                </c:pt>
                <c:pt idx="14392">
                  <c:v>3.8953099999999998</c:v>
                </c:pt>
                <c:pt idx="14393">
                  <c:v>3.8956200000000001</c:v>
                </c:pt>
                <c:pt idx="14394">
                  <c:v>3.8959199999999998</c:v>
                </c:pt>
                <c:pt idx="14395">
                  <c:v>3.8962300000000001</c:v>
                </c:pt>
                <c:pt idx="14396">
                  <c:v>3.8965299999999998</c:v>
                </c:pt>
                <c:pt idx="14397">
                  <c:v>3.8968400000000001</c:v>
                </c:pt>
                <c:pt idx="14398">
                  <c:v>3.8971399999999998</c:v>
                </c:pt>
                <c:pt idx="14399">
                  <c:v>3.8974500000000001</c:v>
                </c:pt>
                <c:pt idx="14400">
                  <c:v>3.8977599999999999</c:v>
                </c:pt>
                <c:pt idx="14401">
                  <c:v>3.8980600000000001</c:v>
                </c:pt>
                <c:pt idx="14402">
                  <c:v>3.8983699999999999</c:v>
                </c:pt>
                <c:pt idx="14403">
                  <c:v>3.8986700000000001</c:v>
                </c:pt>
                <c:pt idx="14404">
                  <c:v>3.8989799999999999</c:v>
                </c:pt>
                <c:pt idx="14405">
                  <c:v>3.8992800000000001</c:v>
                </c:pt>
                <c:pt idx="14406">
                  <c:v>3.8995899999999999</c:v>
                </c:pt>
                <c:pt idx="14407">
                  <c:v>3.8998900000000001</c:v>
                </c:pt>
                <c:pt idx="14408">
                  <c:v>3.9001999999999999</c:v>
                </c:pt>
                <c:pt idx="14409">
                  <c:v>3.9005000000000001</c:v>
                </c:pt>
                <c:pt idx="14410">
                  <c:v>3.9008099999999999</c:v>
                </c:pt>
                <c:pt idx="14411">
                  <c:v>3.9011100000000001</c:v>
                </c:pt>
                <c:pt idx="14412">
                  <c:v>3.9014199999999999</c:v>
                </c:pt>
                <c:pt idx="14413">
                  <c:v>3.9017300000000001</c:v>
                </c:pt>
                <c:pt idx="14414">
                  <c:v>3.9020299999999999</c:v>
                </c:pt>
                <c:pt idx="14415">
                  <c:v>3.9023400000000001</c:v>
                </c:pt>
                <c:pt idx="14416">
                  <c:v>3.9026399999999999</c:v>
                </c:pt>
                <c:pt idx="14417">
                  <c:v>3.9029500000000001</c:v>
                </c:pt>
                <c:pt idx="14418">
                  <c:v>3.9032499999999999</c:v>
                </c:pt>
                <c:pt idx="14419">
                  <c:v>3.9035600000000001</c:v>
                </c:pt>
                <c:pt idx="14420">
                  <c:v>3.9038599999999999</c:v>
                </c:pt>
                <c:pt idx="14421">
                  <c:v>3.9041700000000001</c:v>
                </c:pt>
                <c:pt idx="14422">
                  <c:v>3.9044699999999999</c:v>
                </c:pt>
                <c:pt idx="14423">
                  <c:v>3.9047800000000001</c:v>
                </c:pt>
                <c:pt idx="14424">
                  <c:v>3.9050799999999999</c:v>
                </c:pt>
                <c:pt idx="14425">
                  <c:v>3.9053900000000001</c:v>
                </c:pt>
                <c:pt idx="14426">
                  <c:v>3.9056999999999999</c:v>
                </c:pt>
                <c:pt idx="14427">
                  <c:v>3.9060000000000001</c:v>
                </c:pt>
                <c:pt idx="14428">
                  <c:v>3.9063099999999999</c:v>
                </c:pt>
                <c:pt idx="14429">
                  <c:v>3.9066100000000001</c:v>
                </c:pt>
                <c:pt idx="14430">
                  <c:v>3.9069199999999999</c:v>
                </c:pt>
                <c:pt idx="14431">
                  <c:v>3.9072200000000001</c:v>
                </c:pt>
                <c:pt idx="14432">
                  <c:v>3.9075299999999999</c:v>
                </c:pt>
                <c:pt idx="14433">
                  <c:v>3.9078300000000001</c:v>
                </c:pt>
                <c:pt idx="14434">
                  <c:v>3.9081399999999999</c:v>
                </c:pt>
                <c:pt idx="14435">
                  <c:v>3.9084400000000001</c:v>
                </c:pt>
                <c:pt idx="14436">
                  <c:v>3.9087499999999999</c:v>
                </c:pt>
                <c:pt idx="14437">
                  <c:v>3.9090500000000001</c:v>
                </c:pt>
                <c:pt idx="14438">
                  <c:v>3.9093599999999999</c:v>
                </c:pt>
                <c:pt idx="14439">
                  <c:v>3.9096700000000002</c:v>
                </c:pt>
                <c:pt idx="14440">
                  <c:v>3.9099699999999999</c:v>
                </c:pt>
                <c:pt idx="14441">
                  <c:v>3.9102800000000002</c:v>
                </c:pt>
                <c:pt idx="14442">
                  <c:v>3.9105799999999999</c:v>
                </c:pt>
                <c:pt idx="14443">
                  <c:v>3.9108900000000002</c:v>
                </c:pt>
                <c:pt idx="14444">
                  <c:v>3.9111899999999999</c:v>
                </c:pt>
                <c:pt idx="14445">
                  <c:v>3.9115000000000002</c:v>
                </c:pt>
                <c:pt idx="14446">
                  <c:v>3.9117999999999999</c:v>
                </c:pt>
                <c:pt idx="14447">
                  <c:v>3.9121100000000002</c:v>
                </c:pt>
                <c:pt idx="14448">
                  <c:v>3.9124099999999999</c:v>
                </c:pt>
                <c:pt idx="14449">
                  <c:v>3.9127200000000002</c:v>
                </c:pt>
                <c:pt idx="14450">
                  <c:v>3.91303</c:v>
                </c:pt>
                <c:pt idx="14451">
                  <c:v>3.9133300000000002</c:v>
                </c:pt>
                <c:pt idx="14452">
                  <c:v>3.91364</c:v>
                </c:pt>
                <c:pt idx="14453">
                  <c:v>3.9139400000000002</c:v>
                </c:pt>
                <c:pt idx="14454">
                  <c:v>3.91425</c:v>
                </c:pt>
                <c:pt idx="14455">
                  <c:v>3.9145500000000002</c:v>
                </c:pt>
                <c:pt idx="14456">
                  <c:v>3.91486</c:v>
                </c:pt>
                <c:pt idx="14457">
                  <c:v>3.9151600000000002</c:v>
                </c:pt>
                <c:pt idx="14458">
                  <c:v>3.91547</c:v>
                </c:pt>
                <c:pt idx="14459">
                  <c:v>3.9157700000000002</c:v>
                </c:pt>
                <c:pt idx="14460">
                  <c:v>3.91608</c:v>
                </c:pt>
                <c:pt idx="14461">
                  <c:v>3.9163800000000002</c:v>
                </c:pt>
                <c:pt idx="14462">
                  <c:v>3.91669</c:v>
                </c:pt>
                <c:pt idx="14463">
                  <c:v>3.9169999999999998</c:v>
                </c:pt>
                <c:pt idx="14464">
                  <c:v>3.9173</c:v>
                </c:pt>
                <c:pt idx="14465">
                  <c:v>3.9176099999999998</c:v>
                </c:pt>
                <c:pt idx="14466">
                  <c:v>3.91791</c:v>
                </c:pt>
                <c:pt idx="14467">
                  <c:v>3.9182199999999998</c:v>
                </c:pt>
                <c:pt idx="14468">
                  <c:v>3.91852</c:v>
                </c:pt>
                <c:pt idx="14469">
                  <c:v>3.9188299999999998</c:v>
                </c:pt>
                <c:pt idx="14470">
                  <c:v>3.91913</c:v>
                </c:pt>
                <c:pt idx="14471">
                  <c:v>3.9194399999999998</c:v>
                </c:pt>
                <c:pt idx="14472">
                  <c:v>3.91974</c:v>
                </c:pt>
                <c:pt idx="14473">
                  <c:v>3.9200499999999998</c:v>
                </c:pt>
                <c:pt idx="14474">
                  <c:v>3.92035</c:v>
                </c:pt>
                <c:pt idx="14475">
                  <c:v>3.9206599999999998</c:v>
                </c:pt>
                <c:pt idx="14476">
                  <c:v>3.9209700000000001</c:v>
                </c:pt>
                <c:pt idx="14477">
                  <c:v>3.9212699999999998</c:v>
                </c:pt>
                <c:pt idx="14478">
                  <c:v>3.9215800000000001</c:v>
                </c:pt>
                <c:pt idx="14479">
                  <c:v>3.9218799999999998</c:v>
                </c:pt>
                <c:pt idx="14480">
                  <c:v>3.9221900000000001</c:v>
                </c:pt>
                <c:pt idx="14481">
                  <c:v>3.9224899999999998</c:v>
                </c:pt>
                <c:pt idx="14482">
                  <c:v>3.9228000000000001</c:v>
                </c:pt>
                <c:pt idx="14483">
                  <c:v>3.9230999999999998</c:v>
                </c:pt>
                <c:pt idx="14484">
                  <c:v>3.9234100000000001</c:v>
                </c:pt>
                <c:pt idx="14485">
                  <c:v>3.9237099999999998</c:v>
                </c:pt>
                <c:pt idx="14486">
                  <c:v>3.9240200000000001</c:v>
                </c:pt>
                <c:pt idx="14487">
                  <c:v>3.9243199999999998</c:v>
                </c:pt>
                <c:pt idx="14488">
                  <c:v>3.9246300000000001</c:v>
                </c:pt>
                <c:pt idx="14489">
                  <c:v>3.9249399999999999</c:v>
                </c:pt>
                <c:pt idx="14490">
                  <c:v>3.9252400000000001</c:v>
                </c:pt>
                <c:pt idx="14491">
                  <c:v>3.9255499999999999</c:v>
                </c:pt>
                <c:pt idx="14492">
                  <c:v>3.9258500000000001</c:v>
                </c:pt>
                <c:pt idx="14493">
                  <c:v>3.9261599999999999</c:v>
                </c:pt>
                <c:pt idx="14494">
                  <c:v>3.9264600000000001</c:v>
                </c:pt>
                <c:pt idx="14495">
                  <c:v>3.9267699999999999</c:v>
                </c:pt>
                <c:pt idx="14496">
                  <c:v>3.9270700000000001</c:v>
                </c:pt>
                <c:pt idx="14497">
                  <c:v>3.9273799999999999</c:v>
                </c:pt>
                <c:pt idx="14498">
                  <c:v>3.9276800000000001</c:v>
                </c:pt>
                <c:pt idx="14499">
                  <c:v>3.9279899999999999</c:v>
                </c:pt>
                <c:pt idx="14500">
                  <c:v>3.9283000000000001</c:v>
                </c:pt>
                <c:pt idx="14501">
                  <c:v>3.9285999999999999</c:v>
                </c:pt>
                <c:pt idx="14502">
                  <c:v>3.9289100000000001</c:v>
                </c:pt>
                <c:pt idx="14503">
                  <c:v>3.9292099999999999</c:v>
                </c:pt>
                <c:pt idx="14504">
                  <c:v>3.9295200000000001</c:v>
                </c:pt>
                <c:pt idx="14505">
                  <c:v>3.9298199999999999</c:v>
                </c:pt>
                <c:pt idx="14506">
                  <c:v>3.9301300000000001</c:v>
                </c:pt>
                <c:pt idx="14507">
                  <c:v>3.9304299999999999</c:v>
                </c:pt>
                <c:pt idx="14508">
                  <c:v>3.9307400000000001</c:v>
                </c:pt>
                <c:pt idx="14509">
                  <c:v>3.9310399999999999</c:v>
                </c:pt>
                <c:pt idx="14510">
                  <c:v>3.9313500000000001</c:v>
                </c:pt>
                <c:pt idx="14511">
                  <c:v>3.9316499999999999</c:v>
                </c:pt>
                <c:pt idx="14512">
                  <c:v>3.9319600000000001</c:v>
                </c:pt>
                <c:pt idx="14513">
                  <c:v>3.9322699999999999</c:v>
                </c:pt>
                <c:pt idx="14514">
                  <c:v>3.9325700000000001</c:v>
                </c:pt>
                <c:pt idx="14515">
                  <c:v>3.9328799999999999</c:v>
                </c:pt>
                <c:pt idx="14516">
                  <c:v>3.9331800000000001</c:v>
                </c:pt>
                <c:pt idx="14517">
                  <c:v>3.9334899999999999</c:v>
                </c:pt>
                <c:pt idx="14518">
                  <c:v>3.9337900000000001</c:v>
                </c:pt>
                <c:pt idx="14519">
                  <c:v>3.9340999999999999</c:v>
                </c:pt>
                <c:pt idx="14520">
                  <c:v>3.9344000000000001</c:v>
                </c:pt>
                <c:pt idx="14521">
                  <c:v>3.9347099999999999</c:v>
                </c:pt>
                <c:pt idx="14522">
                  <c:v>3.9350100000000001</c:v>
                </c:pt>
                <c:pt idx="14523">
                  <c:v>3.9353199999999999</c:v>
                </c:pt>
                <c:pt idx="14524">
                  <c:v>3.9356200000000001</c:v>
                </c:pt>
                <c:pt idx="14525">
                  <c:v>3.9359299999999999</c:v>
                </c:pt>
                <c:pt idx="14526">
                  <c:v>3.9362400000000002</c:v>
                </c:pt>
                <c:pt idx="14527">
                  <c:v>3.9365399999999999</c:v>
                </c:pt>
                <c:pt idx="14528">
                  <c:v>3.9368500000000002</c:v>
                </c:pt>
                <c:pt idx="14529">
                  <c:v>3.9371499999999999</c:v>
                </c:pt>
                <c:pt idx="14530">
                  <c:v>3.9374600000000002</c:v>
                </c:pt>
                <c:pt idx="14531">
                  <c:v>3.9377599999999999</c:v>
                </c:pt>
                <c:pt idx="14532">
                  <c:v>3.9380700000000002</c:v>
                </c:pt>
                <c:pt idx="14533">
                  <c:v>3.9383699999999999</c:v>
                </c:pt>
                <c:pt idx="14534">
                  <c:v>3.9386800000000002</c:v>
                </c:pt>
                <c:pt idx="14535">
                  <c:v>3.9389799999999999</c:v>
                </c:pt>
                <c:pt idx="14536">
                  <c:v>3.9392900000000002</c:v>
                </c:pt>
                <c:pt idx="14537">
                  <c:v>3.9395899999999999</c:v>
                </c:pt>
                <c:pt idx="14538">
                  <c:v>3.9399000000000002</c:v>
                </c:pt>
                <c:pt idx="14539">
                  <c:v>3.94021</c:v>
                </c:pt>
                <c:pt idx="14540">
                  <c:v>3.9405100000000002</c:v>
                </c:pt>
                <c:pt idx="14541">
                  <c:v>3.94082</c:v>
                </c:pt>
                <c:pt idx="14542">
                  <c:v>3.9411200000000002</c:v>
                </c:pt>
                <c:pt idx="14543">
                  <c:v>3.94143</c:v>
                </c:pt>
                <c:pt idx="14544">
                  <c:v>3.9417300000000002</c:v>
                </c:pt>
                <c:pt idx="14545">
                  <c:v>3.94204</c:v>
                </c:pt>
                <c:pt idx="14546">
                  <c:v>3.9423400000000002</c:v>
                </c:pt>
                <c:pt idx="14547">
                  <c:v>3.94265</c:v>
                </c:pt>
                <c:pt idx="14548">
                  <c:v>3.9429500000000002</c:v>
                </c:pt>
                <c:pt idx="14549">
                  <c:v>3.94326</c:v>
                </c:pt>
                <c:pt idx="14550">
                  <c:v>3.9435600000000002</c:v>
                </c:pt>
                <c:pt idx="14551">
                  <c:v>3.94387</c:v>
                </c:pt>
                <c:pt idx="14552">
                  <c:v>3.9441799999999998</c:v>
                </c:pt>
                <c:pt idx="14553">
                  <c:v>3.94448</c:v>
                </c:pt>
                <c:pt idx="14554">
                  <c:v>3.9447899999999998</c:v>
                </c:pt>
                <c:pt idx="14555">
                  <c:v>3.94509</c:v>
                </c:pt>
                <c:pt idx="14556">
                  <c:v>3.9453999999999998</c:v>
                </c:pt>
                <c:pt idx="14557">
                  <c:v>3.9457</c:v>
                </c:pt>
                <c:pt idx="14558">
                  <c:v>3.9460099999999998</c:v>
                </c:pt>
                <c:pt idx="14559">
                  <c:v>3.94631</c:v>
                </c:pt>
                <c:pt idx="14560">
                  <c:v>3.9466199999999998</c:v>
                </c:pt>
                <c:pt idx="14561">
                  <c:v>3.94692</c:v>
                </c:pt>
                <c:pt idx="14562">
                  <c:v>3.9472299999999998</c:v>
                </c:pt>
                <c:pt idx="14563">
                  <c:v>3.94754</c:v>
                </c:pt>
                <c:pt idx="14564">
                  <c:v>3.9478399999999998</c:v>
                </c:pt>
                <c:pt idx="14565">
                  <c:v>3.94815</c:v>
                </c:pt>
                <c:pt idx="14566">
                  <c:v>3.9484499999999998</c:v>
                </c:pt>
                <c:pt idx="14567">
                  <c:v>3.94876</c:v>
                </c:pt>
                <c:pt idx="14568">
                  <c:v>3.9490599999999998</c:v>
                </c:pt>
                <c:pt idx="14569">
                  <c:v>3.94937</c:v>
                </c:pt>
                <c:pt idx="14570">
                  <c:v>3.9496699999999998</c:v>
                </c:pt>
                <c:pt idx="14571">
                  <c:v>3.94998</c:v>
                </c:pt>
                <c:pt idx="14572">
                  <c:v>3.9502799999999998</c:v>
                </c:pt>
                <c:pt idx="14573">
                  <c:v>3.95059</c:v>
                </c:pt>
                <c:pt idx="14574">
                  <c:v>3.9508899999999998</c:v>
                </c:pt>
                <c:pt idx="14575">
                  <c:v>3.9512</c:v>
                </c:pt>
                <c:pt idx="14576">
                  <c:v>3.9515099999999999</c:v>
                </c:pt>
                <c:pt idx="14577">
                  <c:v>3.95181</c:v>
                </c:pt>
                <c:pt idx="14578">
                  <c:v>3.9521199999999999</c:v>
                </c:pt>
                <c:pt idx="14579">
                  <c:v>3.95242</c:v>
                </c:pt>
                <c:pt idx="14580">
                  <c:v>3.9527299999999999</c:v>
                </c:pt>
                <c:pt idx="14581">
                  <c:v>3.95303</c:v>
                </c:pt>
                <c:pt idx="14582">
                  <c:v>3.9533399999999999</c:v>
                </c:pt>
                <c:pt idx="14583">
                  <c:v>3.95364</c:v>
                </c:pt>
                <c:pt idx="14584">
                  <c:v>3.9539499999999999</c:v>
                </c:pt>
                <c:pt idx="14585">
                  <c:v>3.95425</c:v>
                </c:pt>
                <c:pt idx="14586">
                  <c:v>3.9545599999999999</c:v>
                </c:pt>
                <c:pt idx="14587">
                  <c:v>3.95486</c:v>
                </c:pt>
                <c:pt idx="14588">
                  <c:v>3.9551699999999999</c:v>
                </c:pt>
                <c:pt idx="14589">
                  <c:v>3.9554800000000001</c:v>
                </c:pt>
                <c:pt idx="14590">
                  <c:v>3.9557799999999999</c:v>
                </c:pt>
                <c:pt idx="14591">
                  <c:v>3.9560900000000001</c:v>
                </c:pt>
                <c:pt idx="14592">
                  <c:v>3.9563899999999999</c:v>
                </c:pt>
                <c:pt idx="14593">
                  <c:v>3.9567000000000001</c:v>
                </c:pt>
                <c:pt idx="14594">
                  <c:v>3.9569999999999999</c:v>
                </c:pt>
                <c:pt idx="14595">
                  <c:v>3.9573100000000001</c:v>
                </c:pt>
                <c:pt idx="14596">
                  <c:v>3.9576099999999999</c:v>
                </c:pt>
                <c:pt idx="14597">
                  <c:v>3.9579200000000001</c:v>
                </c:pt>
                <c:pt idx="14598">
                  <c:v>3.9582199999999998</c:v>
                </c:pt>
                <c:pt idx="14599">
                  <c:v>3.9585300000000001</c:v>
                </c:pt>
                <c:pt idx="14600">
                  <c:v>3.9588299999999998</c:v>
                </c:pt>
                <c:pt idx="14601">
                  <c:v>3.9591400000000001</c:v>
                </c:pt>
                <c:pt idx="14602">
                  <c:v>3.9594499999999999</c:v>
                </c:pt>
                <c:pt idx="14603">
                  <c:v>3.9597500000000001</c:v>
                </c:pt>
                <c:pt idx="14604">
                  <c:v>3.9600599999999999</c:v>
                </c:pt>
                <c:pt idx="14605">
                  <c:v>3.9603600000000001</c:v>
                </c:pt>
                <c:pt idx="14606">
                  <c:v>3.9606699999999999</c:v>
                </c:pt>
                <c:pt idx="14607">
                  <c:v>3.9609700000000001</c:v>
                </c:pt>
                <c:pt idx="14608">
                  <c:v>3.9612799999999999</c:v>
                </c:pt>
                <c:pt idx="14609">
                  <c:v>3.9615800000000001</c:v>
                </c:pt>
                <c:pt idx="14610">
                  <c:v>3.9618899999999999</c:v>
                </c:pt>
                <c:pt idx="14611">
                  <c:v>3.9621900000000001</c:v>
                </c:pt>
                <c:pt idx="14612">
                  <c:v>3.9624999999999999</c:v>
                </c:pt>
                <c:pt idx="14613">
                  <c:v>3.9628000000000001</c:v>
                </c:pt>
                <c:pt idx="14614">
                  <c:v>3.9631099999999999</c:v>
                </c:pt>
                <c:pt idx="14615">
                  <c:v>3.9634200000000002</c:v>
                </c:pt>
                <c:pt idx="14616">
                  <c:v>3.9637199999999999</c:v>
                </c:pt>
                <c:pt idx="14617">
                  <c:v>3.9640300000000002</c:v>
                </c:pt>
                <c:pt idx="14618">
                  <c:v>3.9643299999999999</c:v>
                </c:pt>
                <c:pt idx="14619">
                  <c:v>3.9646400000000002</c:v>
                </c:pt>
                <c:pt idx="14620">
                  <c:v>3.9649399999999999</c:v>
                </c:pt>
                <c:pt idx="14621">
                  <c:v>3.9652500000000002</c:v>
                </c:pt>
                <c:pt idx="14622">
                  <c:v>3.9655499999999999</c:v>
                </c:pt>
                <c:pt idx="14623">
                  <c:v>3.9658600000000002</c:v>
                </c:pt>
                <c:pt idx="14624">
                  <c:v>3.9661599999999999</c:v>
                </c:pt>
                <c:pt idx="14625">
                  <c:v>3.9664700000000002</c:v>
                </c:pt>
                <c:pt idx="14626">
                  <c:v>3.96678</c:v>
                </c:pt>
                <c:pt idx="14627">
                  <c:v>3.9670800000000002</c:v>
                </c:pt>
                <c:pt idx="14628">
                  <c:v>3.96739</c:v>
                </c:pt>
                <c:pt idx="14629">
                  <c:v>3.9676900000000002</c:v>
                </c:pt>
                <c:pt idx="14630">
                  <c:v>3.968</c:v>
                </c:pt>
                <c:pt idx="14631">
                  <c:v>3.9683000000000002</c:v>
                </c:pt>
                <c:pt idx="14632">
                  <c:v>3.96861</c:v>
                </c:pt>
                <c:pt idx="14633">
                  <c:v>3.9689100000000002</c:v>
                </c:pt>
                <c:pt idx="14634">
                  <c:v>3.96922</c:v>
                </c:pt>
                <c:pt idx="14635">
                  <c:v>3.9695200000000002</c:v>
                </c:pt>
                <c:pt idx="14636">
                  <c:v>3.96983</c:v>
                </c:pt>
                <c:pt idx="14637">
                  <c:v>3.9701300000000002</c:v>
                </c:pt>
                <c:pt idx="14638">
                  <c:v>3.97044</c:v>
                </c:pt>
                <c:pt idx="14639">
                  <c:v>3.9707499999999998</c:v>
                </c:pt>
                <c:pt idx="14640">
                  <c:v>3.97105</c:v>
                </c:pt>
                <c:pt idx="14641">
                  <c:v>3.9713599999999998</c:v>
                </c:pt>
                <c:pt idx="14642">
                  <c:v>3.97166</c:v>
                </c:pt>
                <c:pt idx="14643">
                  <c:v>3.9719699999999998</c:v>
                </c:pt>
                <c:pt idx="14644">
                  <c:v>3.97227</c:v>
                </c:pt>
                <c:pt idx="14645">
                  <c:v>3.9725799999999998</c:v>
                </c:pt>
                <c:pt idx="14646">
                  <c:v>3.97288</c:v>
                </c:pt>
                <c:pt idx="14647">
                  <c:v>3.9731900000000002</c:v>
                </c:pt>
                <c:pt idx="14648">
                  <c:v>3.97349</c:v>
                </c:pt>
                <c:pt idx="14649">
                  <c:v>3.9738000000000002</c:v>
                </c:pt>
                <c:pt idx="14650">
                  <c:v>3.9741</c:v>
                </c:pt>
                <c:pt idx="14651">
                  <c:v>3.9744100000000002</c:v>
                </c:pt>
                <c:pt idx="14652">
                  <c:v>3.97472</c:v>
                </c:pt>
                <c:pt idx="14653">
                  <c:v>3.9750200000000002</c:v>
                </c:pt>
                <c:pt idx="14654">
                  <c:v>3.97533</c:v>
                </c:pt>
                <c:pt idx="14655">
                  <c:v>3.9756300000000002</c:v>
                </c:pt>
                <c:pt idx="14656">
                  <c:v>3.97594</c:v>
                </c:pt>
                <c:pt idx="14657">
                  <c:v>3.9762400000000002</c:v>
                </c:pt>
                <c:pt idx="14658">
                  <c:v>3.97655</c:v>
                </c:pt>
                <c:pt idx="14659">
                  <c:v>3.9768500000000002</c:v>
                </c:pt>
                <c:pt idx="14660">
                  <c:v>3.97716</c:v>
                </c:pt>
                <c:pt idx="14661">
                  <c:v>3.9774600000000002</c:v>
                </c:pt>
                <c:pt idx="14662">
                  <c:v>3.97777</c:v>
                </c:pt>
                <c:pt idx="14663">
                  <c:v>3.9780700000000002</c:v>
                </c:pt>
                <c:pt idx="14664">
                  <c:v>3.97838</c:v>
                </c:pt>
                <c:pt idx="14665">
                  <c:v>3.9786899999999998</c:v>
                </c:pt>
                <c:pt idx="14666">
                  <c:v>3.97899</c:v>
                </c:pt>
                <c:pt idx="14667">
                  <c:v>3.9792999999999998</c:v>
                </c:pt>
                <c:pt idx="14668">
                  <c:v>3.9796</c:v>
                </c:pt>
                <c:pt idx="14669">
                  <c:v>3.9799099999999998</c:v>
                </c:pt>
                <c:pt idx="14670">
                  <c:v>3.98021</c:v>
                </c:pt>
                <c:pt idx="14671">
                  <c:v>3.9805199999999998</c:v>
                </c:pt>
                <c:pt idx="14672">
                  <c:v>3.98082</c:v>
                </c:pt>
                <c:pt idx="14673">
                  <c:v>3.9811299999999998</c:v>
                </c:pt>
                <c:pt idx="14674">
                  <c:v>3.98143</c:v>
                </c:pt>
                <c:pt idx="14675">
                  <c:v>3.9817399999999998</c:v>
                </c:pt>
                <c:pt idx="14676">
                  <c:v>3.98204</c:v>
                </c:pt>
                <c:pt idx="14677">
                  <c:v>3.9823499999999998</c:v>
                </c:pt>
                <c:pt idx="14678">
                  <c:v>3.9826600000000001</c:v>
                </c:pt>
                <c:pt idx="14679">
                  <c:v>3.9829599999999998</c:v>
                </c:pt>
                <c:pt idx="14680">
                  <c:v>3.9832700000000001</c:v>
                </c:pt>
                <c:pt idx="14681">
                  <c:v>3.9835699999999998</c:v>
                </c:pt>
                <c:pt idx="14682">
                  <c:v>3.9838800000000001</c:v>
                </c:pt>
                <c:pt idx="14683">
                  <c:v>3.9841799999999998</c:v>
                </c:pt>
                <c:pt idx="14684">
                  <c:v>3.9844900000000001</c:v>
                </c:pt>
                <c:pt idx="14685">
                  <c:v>3.9847899999999998</c:v>
                </c:pt>
                <c:pt idx="14686">
                  <c:v>3.9851000000000001</c:v>
                </c:pt>
                <c:pt idx="14687">
                  <c:v>3.9853999999999998</c:v>
                </c:pt>
                <c:pt idx="14688">
                  <c:v>3.9857100000000001</c:v>
                </c:pt>
                <c:pt idx="14689">
                  <c:v>3.9860199999999999</c:v>
                </c:pt>
                <c:pt idx="14690">
                  <c:v>3.9863200000000001</c:v>
                </c:pt>
                <c:pt idx="14691">
                  <c:v>3.9866299999999999</c:v>
                </c:pt>
                <c:pt idx="14692">
                  <c:v>3.9869300000000001</c:v>
                </c:pt>
                <c:pt idx="14693">
                  <c:v>3.9872399999999999</c:v>
                </c:pt>
                <c:pt idx="14694">
                  <c:v>3.9875400000000001</c:v>
                </c:pt>
                <c:pt idx="14695">
                  <c:v>3.9878499999999999</c:v>
                </c:pt>
                <c:pt idx="14696">
                  <c:v>3.9881500000000001</c:v>
                </c:pt>
                <c:pt idx="14697">
                  <c:v>3.9884599999999999</c:v>
                </c:pt>
                <c:pt idx="14698">
                  <c:v>3.9887600000000001</c:v>
                </c:pt>
                <c:pt idx="14699">
                  <c:v>3.9890699999999999</c:v>
                </c:pt>
                <c:pt idx="14700">
                  <c:v>3.9893700000000001</c:v>
                </c:pt>
                <c:pt idx="14701">
                  <c:v>3.9896799999999999</c:v>
                </c:pt>
                <c:pt idx="14702">
                  <c:v>3.9899900000000001</c:v>
                </c:pt>
                <c:pt idx="14703">
                  <c:v>3.9902899999999999</c:v>
                </c:pt>
                <c:pt idx="14704">
                  <c:v>3.9906000000000001</c:v>
                </c:pt>
                <c:pt idx="14705">
                  <c:v>3.9908999999999999</c:v>
                </c:pt>
                <c:pt idx="14706">
                  <c:v>3.9912100000000001</c:v>
                </c:pt>
                <c:pt idx="14707">
                  <c:v>3.9915099999999999</c:v>
                </c:pt>
                <c:pt idx="14708">
                  <c:v>3.9918200000000001</c:v>
                </c:pt>
                <c:pt idx="14709">
                  <c:v>3.9921199999999999</c:v>
                </c:pt>
                <c:pt idx="14710">
                  <c:v>3.9924300000000001</c:v>
                </c:pt>
                <c:pt idx="14711">
                  <c:v>3.9927299999999999</c:v>
                </c:pt>
                <c:pt idx="14712">
                  <c:v>3.9930400000000001</c:v>
                </c:pt>
                <c:pt idx="14713">
                  <c:v>3.9933399999999999</c:v>
                </c:pt>
                <c:pt idx="14714">
                  <c:v>3.9936500000000001</c:v>
                </c:pt>
                <c:pt idx="14715">
                  <c:v>3.99396</c:v>
                </c:pt>
                <c:pt idx="14716">
                  <c:v>3.9942600000000001</c:v>
                </c:pt>
                <c:pt idx="14717">
                  <c:v>3.99457</c:v>
                </c:pt>
                <c:pt idx="14718">
                  <c:v>3.9948700000000001</c:v>
                </c:pt>
                <c:pt idx="14719">
                  <c:v>3.99518</c:v>
                </c:pt>
                <c:pt idx="14720">
                  <c:v>3.9954800000000001</c:v>
                </c:pt>
                <c:pt idx="14721">
                  <c:v>3.99579</c:v>
                </c:pt>
                <c:pt idx="14722">
                  <c:v>3.9960900000000001</c:v>
                </c:pt>
                <c:pt idx="14723">
                  <c:v>3.9964</c:v>
                </c:pt>
                <c:pt idx="14724">
                  <c:v>3.9967000000000001</c:v>
                </c:pt>
                <c:pt idx="14725">
                  <c:v>3.99701</c:v>
                </c:pt>
                <c:pt idx="14726">
                  <c:v>3.9973100000000001</c:v>
                </c:pt>
                <c:pt idx="14727">
                  <c:v>3.99762</c:v>
                </c:pt>
                <c:pt idx="14728">
                  <c:v>3.9979300000000002</c:v>
                </c:pt>
                <c:pt idx="14729">
                  <c:v>3.99823</c:v>
                </c:pt>
                <c:pt idx="14730">
                  <c:v>3.9985400000000002</c:v>
                </c:pt>
                <c:pt idx="14731">
                  <c:v>3.99884</c:v>
                </c:pt>
                <c:pt idx="14732">
                  <c:v>3.9991500000000002</c:v>
                </c:pt>
                <c:pt idx="14733">
                  <c:v>3.9994499999999999</c:v>
                </c:pt>
                <c:pt idx="14734">
                  <c:v>3.9997600000000002</c:v>
                </c:pt>
                <c:pt idx="14735">
                  <c:v>4.0000600000000004</c:v>
                </c:pt>
                <c:pt idx="14736">
                  <c:v>4.0003700000000002</c:v>
                </c:pt>
                <c:pt idx="14737">
                  <c:v>4.0006700000000004</c:v>
                </c:pt>
                <c:pt idx="14738">
                  <c:v>4.0009800000000002</c:v>
                </c:pt>
                <c:pt idx="14739">
                  <c:v>4.00129</c:v>
                </c:pt>
                <c:pt idx="14740">
                  <c:v>4.0015900000000002</c:v>
                </c:pt>
                <c:pt idx="14741">
                  <c:v>4.0019</c:v>
                </c:pt>
                <c:pt idx="14742">
                  <c:v>4.0022000000000002</c:v>
                </c:pt>
                <c:pt idx="14743">
                  <c:v>4.00251</c:v>
                </c:pt>
                <c:pt idx="14744">
                  <c:v>4.0028100000000002</c:v>
                </c:pt>
                <c:pt idx="14745">
                  <c:v>4.00312</c:v>
                </c:pt>
                <c:pt idx="14746">
                  <c:v>4.0034200000000002</c:v>
                </c:pt>
                <c:pt idx="14747">
                  <c:v>4.00373</c:v>
                </c:pt>
                <c:pt idx="14748">
                  <c:v>4.0040300000000002</c:v>
                </c:pt>
                <c:pt idx="14749">
                  <c:v>4.00434</c:v>
                </c:pt>
                <c:pt idx="14750">
                  <c:v>4.0046400000000002</c:v>
                </c:pt>
                <c:pt idx="14751">
                  <c:v>4.00495</c:v>
                </c:pt>
                <c:pt idx="14752">
                  <c:v>4.0052599999999998</c:v>
                </c:pt>
                <c:pt idx="14753">
                  <c:v>4.00556</c:v>
                </c:pt>
                <c:pt idx="14754">
                  <c:v>4.0058699999999998</c:v>
                </c:pt>
                <c:pt idx="14755">
                  <c:v>4.00617</c:v>
                </c:pt>
                <c:pt idx="14756">
                  <c:v>4.0064799999999998</c:v>
                </c:pt>
                <c:pt idx="14757">
                  <c:v>4.00678</c:v>
                </c:pt>
                <c:pt idx="14758">
                  <c:v>4.0070899999999998</c:v>
                </c:pt>
                <c:pt idx="14759">
                  <c:v>4.00739</c:v>
                </c:pt>
                <c:pt idx="14760">
                  <c:v>4.0076999999999998</c:v>
                </c:pt>
                <c:pt idx="14761">
                  <c:v>4.008</c:v>
                </c:pt>
                <c:pt idx="14762">
                  <c:v>4.0083099999999998</c:v>
                </c:pt>
                <c:pt idx="14763">
                  <c:v>4.00861</c:v>
                </c:pt>
                <c:pt idx="14764">
                  <c:v>4.0089199999999998</c:v>
                </c:pt>
                <c:pt idx="14765">
                  <c:v>4.0092299999999996</c:v>
                </c:pt>
                <c:pt idx="14766">
                  <c:v>4.0095299999999998</c:v>
                </c:pt>
                <c:pt idx="14767">
                  <c:v>4.0098399999999996</c:v>
                </c:pt>
                <c:pt idx="14768">
                  <c:v>4.0101399999999998</c:v>
                </c:pt>
                <c:pt idx="14769">
                  <c:v>4.0104499999999996</c:v>
                </c:pt>
                <c:pt idx="14770">
                  <c:v>4.0107499999999998</c:v>
                </c:pt>
                <c:pt idx="14771">
                  <c:v>4.0110599999999996</c:v>
                </c:pt>
                <c:pt idx="14772">
                  <c:v>4.0113599999999998</c:v>
                </c:pt>
                <c:pt idx="14773">
                  <c:v>4.0116699999999996</c:v>
                </c:pt>
                <c:pt idx="14774">
                  <c:v>4.0119699999999998</c:v>
                </c:pt>
                <c:pt idx="14775">
                  <c:v>4.0122799999999996</c:v>
                </c:pt>
                <c:pt idx="14776">
                  <c:v>4.0125799999999998</c:v>
                </c:pt>
                <c:pt idx="14777">
                  <c:v>4.0128899999999996</c:v>
                </c:pt>
                <c:pt idx="14778">
                  <c:v>4.0132000000000003</c:v>
                </c:pt>
                <c:pt idx="14779">
                  <c:v>4.0134999999999996</c:v>
                </c:pt>
                <c:pt idx="14780">
                  <c:v>4.0138100000000003</c:v>
                </c:pt>
                <c:pt idx="14781">
                  <c:v>4.0141099999999996</c:v>
                </c:pt>
                <c:pt idx="14782">
                  <c:v>4.0144200000000003</c:v>
                </c:pt>
                <c:pt idx="14783">
                  <c:v>4.0147199999999996</c:v>
                </c:pt>
                <c:pt idx="14784">
                  <c:v>4.0150300000000003</c:v>
                </c:pt>
                <c:pt idx="14785">
                  <c:v>4.0153299999999996</c:v>
                </c:pt>
                <c:pt idx="14786">
                  <c:v>4.0156400000000003</c:v>
                </c:pt>
                <c:pt idx="14787">
                  <c:v>4.0159399999999996</c:v>
                </c:pt>
                <c:pt idx="14788">
                  <c:v>4.0162500000000003</c:v>
                </c:pt>
                <c:pt idx="14789">
                  <c:v>4.0165499999999996</c:v>
                </c:pt>
                <c:pt idx="14790">
                  <c:v>4.0168600000000003</c:v>
                </c:pt>
                <c:pt idx="14791">
                  <c:v>4.0171700000000001</c:v>
                </c:pt>
                <c:pt idx="14792">
                  <c:v>4.0174700000000003</c:v>
                </c:pt>
                <c:pt idx="14793">
                  <c:v>4.0177800000000001</c:v>
                </c:pt>
                <c:pt idx="14794">
                  <c:v>4.0180800000000003</c:v>
                </c:pt>
                <c:pt idx="14795">
                  <c:v>4.0183900000000001</c:v>
                </c:pt>
                <c:pt idx="14796">
                  <c:v>4.0186900000000003</c:v>
                </c:pt>
                <c:pt idx="14797">
                  <c:v>4.0190000000000001</c:v>
                </c:pt>
                <c:pt idx="14798">
                  <c:v>4.0193000000000003</c:v>
                </c:pt>
                <c:pt idx="14799">
                  <c:v>4.0196100000000001</c:v>
                </c:pt>
                <c:pt idx="14800">
                  <c:v>4.0199100000000003</c:v>
                </c:pt>
                <c:pt idx="14801">
                  <c:v>4.0202200000000001</c:v>
                </c:pt>
                <c:pt idx="14802">
                  <c:v>4.0205299999999999</c:v>
                </c:pt>
                <c:pt idx="14803">
                  <c:v>4.0208300000000001</c:v>
                </c:pt>
                <c:pt idx="14804">
                  <c:v>4.0211399999999999</c:v>
                </c:pt>
                <c:pt idx="14805">
                  <c:v>4.0214400000000001</c:v>
                </c:pt>
                <c:pt idx="14806">
                  <c:v>4.0217499999999999</c:v>
                </c:pt>
                <c:pt idx="14807">
                  <c:v>4.0220500000000001</c:v>
                </c:pt>
                <c:pt idx="14808">
                  <c:v>4.0223599999999999</c:v>
                </c:pt>
                <c:pt idx="14809">
                  <c:v>4.0226600000000001</c:v>
                </c:pt>
                <c:pt idx="14810">
                  <c:v>4.0229699999999999</c:v>
                </c:pt>
                <c:pt idx="14811">
                  <c:v>4.0232700000000001</c:v>
                </c:pt>
                <c:pt idx="14812">
                  <c:v>4.0235799999999999</c:v>
                </c:pt>
                <c:pt idx="14813">
                  <c:v>4.0238800000000001</c:v>
                </c:pt>
                <c:pt idx="14814">
                  <c:v>4.0241899999999999</c:v>
                </c:pt>
                <c:pt idx="14815">
                  <c:v>4.0244999999999997</c:v>
                </c:pt>
                <c:pt idx="14816">
                  <c:v>4.0247999999999999</c:v>
                </c:pt>
                <c:pt idx="14817">
                  <c:v>4.0251099999999997</c:v>
                </c:pt>
                <c:pt idx="14818">
                  <c:v>4.0254099999999999</c:v>
                </c:pt>
                <c:pt idx="14819">
                  <c:v>4.0257199999999997</c:v>
                </c:pt>
                <c:pt idx="14820">
                  <c:v>4.0260199999999999</c:v>
                </c:pt>
                <c:pt idx="14821">
                  <c:v>4.0263299999999997</c:v>
                </c:pt>
                <c:pt idx="14822">
                  <c:v>4.0266299999999999</c:v>
                </c:pt>
                <c:pt idx="14823">
                  <c:v>4.0269399999999997</c:v>
                </c:pt>
                <c:pt idx="14824">
                  <c:v>4.0272399999999999</c:v>
                </c:pt>
                <c:pt idx="14825">
                  <c:v>4.0275499999999997</c:v>
                </c:pt>
                <c:pt idx="14826">
                  <c:v>4.0278499999999999</c:v>
                </c:pt>
                <c:pt idx="14827">
                  <c:v>4.0281599999999997</c:v>
                </c:pt>
                <c:pt idx="14828">
                  <c:v>4.0284700000000004</c:v>
                </c:pt>
                <c:pt idx="14829">
                  <c:v>4.0287699999999997</c:v>
                </c:pt>
                <c:pt idx="14830">
                  <c:v>4.0290800000000004</c:v>
                </c:pt>
                <c:pt idx="14831">
                  <c:v>4.0293799999999997</c:v>
                </c:pt>
                <c:pt idx="14832">
                  <c:v>4.0296900000000004</c:v>
                </c:pt>
                <c:pt idx="14833">
                  <c:v>4.0299899999999997</c:v>
                </c:pt>
                <c:pt idx="14834">
                  <c:v>4.0303000000000004</c:v>
                </c:pt>
                <c:pt idx="14835">
                  <c:v>4.0305999999999997</c:v>
                </c:pt>
                <c:pt idx="14836">
                  <c:v>4.0309100000000004</c:v>
                </c:pt>
                <c:pt idx="14837">
                  <c:v>4.0312099999999997</c:v>
                </c:pt>
                <c:pt idx="14838">
                  <c:v>4.0315200000000004</c:v>
                </c:pt>
                <c:pt idx="14839">
                  <c:v>4.0318199999999997</c:v>
                </c:pt>
                <c:pt idx="14840">
                  <c:v>4.0321300000000004</c:v>
                </c:pt>
                <c:pt idx="14841">
                  <c:v>4.0324400000000002</c:v>
                </c:pt>
                <c:pt idx="14842">
                  <c:v>4.0327400000000004</c:v>
                </c:pt>
                <c:pt idx="14843">
                  <c:v>4.0330500000000002</c:v>
                </c:pt>
                <c:pt idx="14844">
                  <c:v>4.0333500000000004</c:v>
                </c:pt>
                <c:pt idx="14845">
                  <c:v>4.0336600000000002</c:v>
                </c:pt>
                <c:pt idx="14846">
                  <c:v>4.0339600000000004</c:v>
                </c:pt>
                <c:pt idx="14847">
                  <c:v>4.0342700000000002</c:v>
                </c:pt>
                <c:pt idx="14848">
                  <c:v>4.0345700000000004</c:v>
                </c:pt>
                <c:pt idx="14849">
                  <c:v>4.0348800000000002</c:v>
                </c:pt>
                <c:pt idx="14850">
                  <c:v>4.0351800000000004</c:v>
                </c:pt>
                <c:pt idx="14851">
                  <c:v>4.0354900000000002</c:v>
                </c:pt>
                <c:pt idx="14852">
                  <c:v>4.0357900000000004</c:v>
                </c:pt>
                <c:pt idx="14853">
                  <c:v>4.0361000000000002</c:v>
                </c:pt>
                <c:pt idx="14854">
                  <c:v>4.0364100000000001</c:v>
                </c:pt>
                <c:pt idx="14855">
                  <c:v>4.0367100000000002</c:v>
                </c:pt>
                <c:pt idx="14856">
                  <c:v>4.0370200000000001</c:v>
                </c:pt>
                <c:pt idx="14857">
                  <c:v>4.0373200000000002</c:v>
                </c:pt>
                <c:pt idx="14858">
                  <c:v>4.0376300000000001</c:v>
                </c:pt>
                <c:pt idx="14859">
                  <c:v>4.0379300000000002</c:v>
                </c:pt>
                <c:pt idx="14860">
                  <c:v>4.0382400000000001</c:v>
                </c:pt>
                <c:pt idx="14861">
                  <c:v>4.0385400000000002</c:v>
                </c:pt>
                <c:pt idx="14862">
                  <c:v>4.0388500000000001</c:v>
                </c:pt>
                <c:pt idx="14863">
                  <c:v>4.0391500000000002</c:v>
                </c:pt>
                <c:pt idx="14864">
                  <c:v>4.0394600000000001</c:v>
                </c:pt>
                <c:pt idx="14865">
                  <c:v>4.0397699999999999</c:v>
                </c:pt>
                <c:pt idx="14866">
                  <c:v>4.0400700000000001</c:v>
                </c:pt>
                <c:pt idx="14867">
                  <c:v>4.0403799999999999</c:v>
                </c:pt>
                <c:pt idx="14868">
                  <c:v>4.04068</c:v>
                </c:pt>
                <c:pt idx="14869">
                  <c:v>4.0409899999999999</c:v>
                </c:pt>
                <c:pt idx="14870">
                  <c:v>4.04129</c:v>
                </c:pt>
                <c:pt idx="14871">
                  <c:v>4.0415999999999999</c:v>
                </c:pt>
                <c:pt idx="14872">
                  <c:v>4.0419</c:v>
                </c:pt>
                <c:pt idx="14873">
                  <c:v>4.0422099999999999</c:v>
                </c:pt>
                <c:pt idx="14874">
                  <c:v>4.04251</c:v>
                </c:pt>
                <c:pt idx="14875">
                  <c:v>4.0428199999999999</c:v>
                </c:pt>
                <c:pt idx="14876">
                  <c:v>4.04312</c:v>
                </c:pt>
                <c:pt idx="14877">
                  <c:v>4.0434299999999999</c:v>
                </c:pt>
                <c:pt idx="14878">
                  <c:v>4.0437399999999997</c:v>
                </c:pt>
                <c:pt idx="14879">
                  <c:v>4.0440399999999999</c:v>
                </c:pt>
                <c:pt idx="14880">
                  <c:v>4.0443499999999997</c:v>
                </c:pt>
                <c:pt idx="14881">
                  <c:v>4.0446499999999999</c:v>
                </c:pt>
                <c:pt idx="14882">
                  <c:v>4.0449599999999997</c:v>
                </c:pt>
                <c:pt idx="14883">
                  <c:v>4.0452599999999999</c:v>
                </c:pt>
                <c:pt idx="14884">
                  <c:v>4.0455699999999997</c:v>
                </c:pt>
                <c:pt idx="14885">
                  <c:v>4.0458699999999999</c:v>
                </c:pt>
                <c:pt idx="14886">
                  <c:v>4.0461799999999997</c:v>
                </c:pt>
                <c:pt idx="14887">
                  <c:v>4.0464799999999999</c:v>
                </c:pt>
                <c:pt idx="14888">
                  <c:v>4.0467899999999997</c:v>
                </c:pt>
                <c:pt idx="14889">
                  <c:v>4.0470899999999999</c:v>
                </c:pt>
                <c:pt idx="14890">
                  <c:v>4.0473999999999997</c:v>
                </c:pt>
                <c:pt idx="14891">
                  <c:v>4.0477100000000004</c:v>
                </c:pt>
                <c:pt idx="14892">
                  <c:v>4.0480099999999997</c:v>
                </c:pt>
                <c:pt idx="14893">
                  <c:v>4.0483200000000004</c:v>
                </c:pt>
                <c:pt idx="14894">
                  <c:v>4.0486199999999997</c:v>
                </c:pt>
                <c:pt idx="14895">
                  <c:v>4.0489300000000004</c:v>
                </c:pt>
                <c:pt idx="14896">
                  <c:v>4.0492299999999997</c:v>
                </c:pt>
                <c:pt idx="14897">
                  <c:v>4.0495400000000004</c:v>
                </c:pt>
                <c:pt idx="14898">
                  <c:v>4.0498399999999997</c:v>
                </c:pt>
                <c:pt idx="14899">
                  <c:v>4.0501500000000004</c:v>
                </c:pt>
                <c:pt idx="14900">
                  <c:v>4.0504499999999997</c:v>
                </c:pt>
                <c:pt idx="14901">
                  <c:v>4.0507600000000004</c:v>
                </c:pt>
                <c:pt idx="14902">
                  <c:v>4.0510599999999997</c:v>
                </c:pt>
                <c:pt idx="14903">
                  <c:v>4.0513700000000004</c:v>
                </c:pt>
                <c:pt idx="14904">
                  <c:v>4.0516800000000002</c:v>
                </c:pt>
                <c:pt idx="14905">
                  <c:v>4.0519800000000004</c:v>
                </c:pt>
                <c:pt idx="14906">
                  <c:v>4.0522900000000002</c:v>
                </c:pt>
                <c:pt idx="14907">
                  <c:v>4.0525900000000004</c:v>
                </c:pt>
                <c:pt idx="14908">
                  <c:v>4.0529000000000002</c:v>
                </c:pt>
                <c:pt idx="14909">
                  <c:v>4.0532000000000004</c:v>
                </c:pt>
                <c:pt idx="14910">
                  <c:v>4.0535100000000002</c:v>
                </c:pt>
                <c:pt idx="14911">
                  <c:v>4.0538100000000004</c:v>
                </c:pt>
                <c:pt idx="14912">
                  <c:v>4.0541200000000002</c:v>
                </c:pt>
                <c:pt idx="14913">
                  <c:v>4.0544200000000004</c:v>
                </c:pt>
                <c:pt idx="14914">
                  <c:v>4.0547300000000002</c:v>
                </c:pt>
                <c:pt idx="14915">
                  <c:v>4.05504</c:v>
                </c:pt>
                <c:pt idx="14916">
                  <c:v>4.0553400000000002</c:v>
                </c:pt>
                <c:pt idx="14917">
                  <c:v>4.05565</c:v>
                </c:pt>
                <c:pt idx="14918">
                  <c:v>4.0559500000000002</c:v>
                </c:pt>
                <c:pt idx="14919">
                  <c:v>4.05626</c:v>
                </c:pt>
                <c:pt idx="14920">
                  <c:v>4.0565600000000002</c:v>
                </c:pt>
                <c:pt idx="14921">
                  <c:v>4.05687</c:v>
                </c:pt>
                <c:pt idx="14922">
                  <c:v>4.0571700000000002</c:v>
                </c:pt>
                <c:pt idx="14923">
                  <c:v>4.05748</c:v>
                </c:pt>
                <c:pt idx="14924">
                  <c:v>4.0577800000000002</c:v>
                </c:pt>
                <c:pt idx="14925">
                  <c:v>4.05809</c:v>
                </c:pt>
                <c:pt idx="14926">
                  <c:v>4.0583900000000002</c:v>
                </c:pt>
                <c:pt idx="14927">
                  <c:v>4.0587</c:v>
                </c:pt>
                <c:pt idx="14928">
                  <c:v>4.0590099999999998</c:v>
                </c:pt>
                <c:pt idx="14929">
                  <c:v>4.05931</c:v>
                </c:pt>
                <c:pt idx="14930">
                  <c:v>4.0596199999999998</c:v>
                </c:pt>
                <c:pt idx="14931">
                  <c:v>4.05992</c:v>
                </c:pt>
                <c:pt idx="14932">
                  <c:v>4.0602299999999998</c:v>
                </c:pt>
                <c:pt idx="14933">
                  <c:v>4.06053</c:v>
                </c:pt>
                <c:pt idx="14934">
                  <c:v>4.0608399999999998</c:v>
                </c:pt>
                <c:pt idx="14935">
                  <c:v>4.06114</c:v>
                </c:pt>
                <c:pt idx="14936">
                  <c:v>4.0614499999999998</c:v>
                </c:pt>
                <c:pt idx="14937">
                  <c:v>4.06175</c:v>
                </c:pt>
                <c:pt idx="14938">
                  <c:v>4.0620599999999998</c:v>
                </c:pt>
                <c:pt idx="14939">
                  <c:v>4.06236</c:v>
                </c:pt>
                <c:pt idx="14940">
                  <c:v>4.0626699999999998</c:v>
                </c:pt>
                <c:pt idx="14941">
                  <c:v>4.0629799999999996</c:v>
                </c:pt>
                <c:pt idx="14942">
                  <c:v>4.0632799999999998</c:v>
                </c:pt>
                <c:pt idx="14943">
                  <c:v>4.0635899999999996</c:v>
                </c:pt>
                <c:pt idx="14944">
                  <c:v>4.0638899999999998</c:v>
                </c:pt>
                <c:pt idx="14945">
                  <c:v>4.0641999999999996</c:v>
                </c:pt>
                <c:pt idx="14946">
                  <c:v>4.0644999999999998</c:v>
                </c:pt>
                <c:pt idx="14947">
                  <c:v>4.0648099999999996</c:v>
                </c:pt>
                <c:pt idx="14948">
                  <c:v>4.0651099999999998</c:v>
                </c:pt>
                <c:pt idx="14949">
                  <c:v>4.0654199999999996</c:v>
                </c:pt>
                <c:pt idx="14950">
                  <c:v>4.0657199999999998</c:v>
                </c:pt>
                <c:pt idx="14951">
                  <c:v>4.0660299999999996</c:v>
                </c:pt>
                <c:pt idx="14952">
                  <c:v>4.0663299999999998</c:v>
                </c:pt>
                <c:pt idx="14953">
                  <c:v>4.0666399999999996</c:v>
                </c:pt>
                <c:pt idx="14954">
                  <c:v>4.0669500000000003</c:v>
                </c:pt>
                <c:pt idx="14955">
                  <c:v>4.0672499999999996</c:v>
                </c:pt>
                <c:pt idx="14956">
                  <c:v>4.0675600000000003</c:v>
                </c:pt>
                <c:pt idx="14957">
                  <c:v>4.0678599999999996</c:v>
                </c:pt>
                <c:pt idx="14958">
                  <c:v>4.0681700000000003</c:v>
                </c:pt>
                <c:pt idx="14959">
                  <c:v>4.0684699999999996</c:v>
                </c:pt>
                <c:pt idx="14960">
                  <c:v>4.0687800000000003</c:v>
                </c:pt>
                <c:pt idx="14961">
                  <c:v>4.0690799999999996</c:v>
                </c:pt>
                <c:pt idx="14962">
                  <c:v>4.0693900000000003</c:v>
                </c:pt>
                <c:pt idx="14963">
                  <c:v>4.0696899999999996</c:v>
                </c:pt>
                <c:pt idx="14964">
                  <c:v>4.07</c:v>
                </c:pt>
                <c:pt idx="14965">
                  <c:v>4.0702999999999996</c:v>
                </c:pt>
                <c:pt idx="14966">
                  <c:v>4.0706100000000003</c:v>
                </c:pt>
                <c:pt idx="14967">
                  <c:v>4.0709200000000001</c:v>
                </c:pt>
                <c:pt idx="14968">
                  <c:v>4.0712200000000003</c:v>
                </c:pt>
                <c:pt idx="14969">
                  <c:v>4.0715300000000001</c:v>
                </c:pt>
                <c:pt idx="14970">
                  <c:v>4.0718300000000003</c:v>
                </c:pt>
                <c:pt idx="14971">
                  <c:v>4.0721400000000001</c:v>
                </c:pt>
                <c:pt idx="14972">
                  <c:v>4.0724400000000003</c:v>
                </c:pt>
                <c:pt idx="14973">
                  <c:v>4.0727500000000001</c:v>
                </c:pt>
                <c:pt idx="14974">
                  <c:v>4.0730500000000003</c:v>
                </c:pt>
                <c:pt idx="14975">
                  <c:v>4.0733600000000001</c:v>
                </c:pt>
                <c:pt idx="14976">
                  <c:v>4.0736600000000003</c:v>
                </c:pt>
                <c:pt idx="14977">
                  <c:v>4.0739700000000001</c:v>
                </c:pt>
                <c:pt idx="14978">
                  <c:v>4.0742799999999999</c:v>
                </c:pt>
                <c:pt idx="14979">
                  <c:v>4.0745800000000001</c:v>
                </c:pt>
                <c:pt idx="14980">
                  <c:v>4.0748899999999999</c:v>
                </c:pt>
                <c:pt idx="14981">
                  <c:v>4.0751900000000001</c:v>
                </c:pt>
                <c:pt idx="14982">
                  <c:v>4.0754999999999999</c:v>
                </c:pt>
                <c:pt idx="14983">
                  <c:v>4.0758000000000001</c:v>
                </c:pt>
                <c:pt idx="14984">
                  <c:v>4.0761099999999999</c:v>
                </c:pt>
                <c:pt idx="14985">
                  <c:v>4.0764100000000001</c:v>
                </c:pt>
                <c:pt idx="14986">
                  <c:v>4.0767199999999999</c:v>
                </c:pt>
                <c:pt idx="14987">
                  <c:v>4.0770200000000001</c:v>
                </c:pt>
                <c:pt idx="14988">
                  <c:v>4.0773299999999999</c:v>
                </c:pt>
                <c:pt idx="14989">
                  <c:v>4.0776300000000001</c:v>
                </c:pt>
                <c:pt idx="14990">
                  <c:v>4.0779399999999999</c:v>
                </c:pt>
                <c:pt idx="14991">
                  <c:v>4.0782499999999997</c:v>
                </c:pt>
                <c:pt idx="14992">
                  <c:v>4.0785499999999999</c:v>
                </c:pt>
                <c:pt idx="14993">
                  <c:v>4.0788599999999997</c:v>
                </c:pt>
                <c:pt idx="14994">
                  <c:v>4.0791599999999999</c:v>
                </c:pt>
                <c:pt idx="14995">
                  <c:v>4.0794699999999997</c:v>
                </c:pt>
                <c:pt idx="14996">
                  <c:v>4.0797699999999999</c:v>
                </c:pt>
                <c:pt idx="14997">
                  <c:v>4.0800799999999997</c:v>
                </c:pt>
                <c:pt idx="14998">
                  <c:v>4.0803799999999999</c:v>
                </c:pt>
                <c:pt idx="14999">
                  <c:v>4.0806899999999997</c:v>
                </c:pt>
                <c:pt idx="15000">
                  <c:v>4.0809899999999999</c:v>
                </c:pt>
                <c:pt idx="15001">
                  <c:v>4.0812999999999997</c:v>
                </c:pt>
                <c:pt idx="15002">
                  <c:v>4.0815999999999999</c:v>
                </c:pt>
                <c:pt idx="15003">
                  <c:v>4.0819099999999997</c:v>
                </c:pt>
                <c:pt idx="15004">
                  <c:v>4.0822200000000004</c:v>
                </c:pt>
                <c:pt idx="15005">
                  <c:v>4.0825199999999997</c:v>
                </c:pt>
                <c:pt idx="15006">
                  <c:v>4.0828300000000004</c:v>
                </c:pt>
                <c:pt idx="15007">
                  <c:v>4.0831299999999997</c:v>
                </c:pt>
                <c:pt idx="15008">
                  <c:v>4.0834400000000004</c:v>
                </c:pt>
                <c:pt idx="15009">
                  <c:v>4.0837399999999997</c:v>
                </c:pt>
                <c:pt idx="15010">
                  <c:v>4.0840500000000004</c:v>
                </c:pt>
                <c:pt idx="15011">
                  <c:v>4.0843499999999997</c:v>
                </c:pt>
                <c:pt idx="15012">
                  <c:v>4.0846600000000004</c:v>
                </c:pt>
                <c:pt idx="15013">
                  <c:v>4.0849599999999997</c:v>
                </c:pt>
                <c:pt idx="15014">
                  <c:v>4.0852700000000004</c:v>
                </c:pt>
                <c:pt idx="15015">
                  <c:v>4.0855699999999997</c:v>
                </c:pt>
                <c:pt idx="15016">
                  <c:v>4.0858800000000004</c:v>
                </c:pt>
                <c:pt idx="15017">
                  <c:v>4.0861900000000002</c:v>
                </c:pt>
                <c:pt idx="15018">
                  <c:v>4.0864900000000004</c:v>
                </c:pt>
                <c:pt idx="15019">
                  <c:v>4.0868000000000002</c:v>
                </c:pt>
                <c:pt idx="15020">
                  <c:v>4.0871000000000004</c:v>
                </c:pt>
                <c:pt idx="15021">
                  <c:v>4.0874100000000002</c:v>
                </c:pt>
                <c:pt idx="15022">
                  <c:v>4.0877100000000004</c:v>
                </c:pt>
                <c:pt idx="15023">
                  <c:v>4.0880200000000002</c:v>
                </c:pt>
                <c:pt idx="15024">
                  <c:v>4.0883200000000004</c:v>
                </c:pt>
                <c:pt idx="15025">
                  <c:v>4.0886300000000002</c:v>
                </c:pt>
                <c:pt idx="15026">
                  <c:v>4.0889300000000004</c:v>
                </c:pt>
                <c:pt idx="15027">
                  <c:v>4.0892400000000002</c:v>
                </c:pt>
                <c:pt idx="15028">
                  <c:v>4.0895400000000004</c:v>
                </c:pt>
                <c:pt idx="15029">
                  <c:v>4.0898500000000002</c:v>
                </c:pt>
                <c:pt idx="15030">
                  <c:v>4.09016</c:v>
                </c:pt>
                <c:pt idx="15031">
                  <c:v>4.0904600000000002</c:v>
                </c:pt>
                <c:pt idx="15032">
                  <c:v>4.09077</c:v>
                </c:pt>
                <c:pt idx="15033">
                  <c:v>4.0910700000000002</c:v>
                </c:pt>
                <c:pt idx="15034">
                  <c:v>4.09138</c:v>
                </c:pt>
                <c:pt idx="15035">
                  <c:v>4.0916800000000002</c:v>
                </c:pt>
                <c:pt idx="15036">
                  <c:v>4.09199</c:v>
                </c:pt>
                <c:pt idx="15037">
                  <c:v>4.0922900000000002</c:v>
                </c:pt>
                <c:pt idx="15038">
                  <c:v>4.0926</c:v>
                </c:pt>
                <c:pt idx="15039">
                  <c:v>4.0929000000000002</c:v>
                </c:pt>
                <c:pt idx="15040">
                  <c:v>4.09321</c:v>
                </c:pt>
                <c:pt idx="15041">
                  <c:v>4.0935199999999998</c:v>
                </c:pt>
                <c:pt idx="15042">
                  <c:v>4.09382</c:v>
                </c:pt>
                <c:pt idx="15043">
                  <c:v>4.0941299999999998</c:v>
                </c:pt>
                <c:pt idx="15044">
                  <c:v>4.09443</c:v>
                </c:pt>
                <c:pt idx="15045">
                  <c:v>4.0947399999999998</c:v>
                </c:pt>
                <c:pt idx="15046">
                  <c:v>4.09504</c:v>
                </c:pt>
                <c:pt idx="15047">
                  <c:v>4.0953499999999998</c:v>
                </c:pt>
                <c:pt idx="15048">
                  <c:v>4.09565</c:v>
                </c:pt>
                <c:pt idx="15049">
                  <c:v>4.0959599999999998</c:v>
                </c:pt>
                <c:pt idx="15050">
                  <c:v>4.09626</c:v>
                </c:pt>
                <c:pt idx="15051">
                  <c:v>4.0965699999999998</c:v>
                </c:pt>
                <c:pt idx="15052">
                  <c:v>4.09687</c:v>
                </c:pt>
                <c:pt idx="15053">
                  <c:v>4.0971799999999998</c:v>
                </c:pt>
                <c:pt idx="15054">
                  <c:v>4.0974899999999996</c:v>
                </c:pt>
                <c:pt idx="15055">
                  <c:v>4.0977899999999998</c:v>
                </c:pt>
                <c:pt idx="15056">
                  <c:v>4.0980999999999996</c:v>
                </c:pt>
                <c:pt idx="15057">
                  <c:v>4.0983999999999998</c:v>
                </c:pt>
                <c:pt idx="15058">
                  <c:v>4.0987099999999996</c:v>
                </c:pt>
                <c:pt idx="15059">
                  <c:v>4.0990099999999998</c:v>
                </c:pt>
                <c:pt idx="15060">
                  <c:v>4.0993199999999996</c:v>
                </c:pt>
                <c:pt idx="15061">
                  <c:v>4.0996199999999998</c:v>
                </c:pt>
                <c:pt idx="15062">
                  <c:v>4.0999299999999996</c:v>
                </c:pt>
                <c:pt idx="15063">
                  <c:v>4.1002299999999998</c:v>
                </c:pt>
                <c:pt idx="15064">
                  <c:v>4.1005399999999996</c:v>
                </c:pt>
                <c:pt idx="15065">
                  <c:v>4.1008399999999998</c:v>
                </c:pt>
                <c:pt idx="15066">
                  <c:v>4.1011499999999996</c:v>
                </c:pt>
                <c:pt idx="15067">
                  <c:v>4.1014600000000003</c:v>
                </c:pt>
                <c:pt idx="15068">
                  <c:v>4.1017599999999996</c:v>
                </c:pt>
                <c:pt idx="15069">
                  <c:v>4.1020700000000003</c:v>
                </c:pt>
                <c:pt idx="15070">
                  <c:v>4.1023699999999996</c:v>
                </c:pt>
                <c:pt idx="15071">
                  <c:v>4.1026800000000003</c:v>
                </c:pt>
                <c:pt idx="15072">
                  <c:v>4.1029799999999996</c:v>
                </c:pt>
                <c:pt idx="15073">
                  <c:v>4.1032900000000003</c:v>
                </c:pt>
                <c:pt idx="15074">
                  <c:v>4.1035899999999996</c:v>
                </c:pt>
                <c:pt idx="15075">
                  <c:v>4.1039000000000003</c:v>
                </c:pt>
                <c:pt idx="15076">
                  <c:v>4.1041999999999996</c:v>
                </c:pt>
                <c:pt idx="15077">
                  <c:v>4.1045100000000003</c:v>
                </c:pt>
                <c:pt idx="15078">
                  <c:v>4.1048099999999996</c:v>
                </c:pt>
                <c:pt idx="15079">
                  <c:v>4.1051200000000003</c:v>
                </c:pt>
                <c:pt idx="15080">
                  <c:v>4.1054300000000001</c:v>
                </c:pt>
                <c:pt idx="15081">
                  <c:v>4.1057300000000003</c:v>
                </c:pt>
                <c:pt idx="15082">
                  <c:v>4.1060400000000001</c:v>
                </c:pt>
                <c:pt idx="15083">
                  <c:v>4.1063400000000003</c:v>
                </c:pt>
                <c:pt idx="15084">
                  <c:v>4.1066500000000001</c:v>
                </c:pt>
                <c:pt idx="15085">
                  <c:v>4.1069500000000003</c:v>
                </c:pt>
                <c:pt idx="15086">
                  <c:v>4.1072600000000001</c:v>
                </c:pt>
                <c:pt idx="15087">
                  <c:v>4.1075600000000003</c:v>
                </c:pt>
                <c:pt idx="15088">
                  <c:v>4.1078700000000001</c:v>
                </c:pt>
                <c:pt idx="15089">
                  <c:v>4.1081700000000003</c:v>
                </c:pt>
                <c:pt idx="15090">
                  <c:v>4.1084800000000001</c:v>
                </c:pt>
                <c:pt idx="15091">
                  <c:v>4.1087899999999999</c:v>
                </c:pt>
                <c:pt idx="15092">
                  <c:v>4.1090900000000001</c:v>
                </c:pt>
                <c:pt idx="15093">
                  <c:v>4.1093999999999999</c:v>
                </c:pt>
                <c:pt idx="15094">
                  <c:v>4.1097000000000001</c:v>
                </c:pt>
                <c:pt idx="15095">
                  <c:v>4.1100099999999999</c:v>
                </c:pt>
                <c:pt idx="15096">
                  <c:v>4.1103100000000001</c:v>
                </c:pt>
                <c:pt idx="15097">
                  <c:v>4.1106199999999999</c:v>
                </c:pt>
                <c:pt idx="15098">
                  <c:v>4.1109200000000001</c:v>
                </c:pt>
                <c:pt idx="15099">
                  <c:v>4.1112299999999999</c:v>
                </c:pt>
                <c:pt idx="15100">
                  <c:v>4.1115300000000001</c:v>
                </c:pt>
                <c:pt idx="15101">
                  <c:v>4.1118399999999999</c:v>
                </c:pt>
                <c:pt idx="15102">
                  <c:v>4.1121400000000001</c:v>
                </c:pt>
                <c:pt idx="15103">
                  <c:v>4.1124499999999999</c:v>
                </c:pt>
                <c:pt idx="15104">
                  <c:v>4.1127599999999997</c:v>
                </c:pt>
                <c:pt idx="15105">
                  <c:v>4.1130599999999999</c:v>
                </c:pt>
                <c:pt idx="15106">
                  <c:v>4.1133699999999997</c:v>
                </c:pt>
                <c:pt idx="15107">
                  <c:v>4.1136699999999999</c:v>
                </c:pt>
                <c:pt idx="15108">
                  <c:v>4.1139799999999997</c:v>
                </c:pt>
                <c:pt idx="15109">
                  <c:v>4.1142799999999999</c:v>
                </c:pt>
                <c:pt idx="15110">
                  <c:v>4.1145899999999997</c:v>
                </c:pt>
                <c:pt idx="15111">
                  <c:v>4.1148899999999999</c:v>
                </c:pt>
                <c:pt idx="15112">
                  <c:v>4.1151999999999997</c:v>
                </c:pt>
                <c:pt idx="15113">
                  <c:v>4.1154999999999999</c:v>
                </c:pt>
                <c:pt idx="15114">
                  <c:v>4.1158099999999997</c:v>
                </c:pt>
                <c:pt idx="15115">
                  <c:v>4.1161099999999999</c:v>
                </c:pt>
                <c:pt idx="15116">
                  <c:v>4.1164199999999997</c:v>
                </c:pt>
                <c:pt idx="15117">
                  <c:v>4.1167299999999996</c:v>
                </c:pt>
                <c:pt idx="15118">
                  <c:v>4.1170299999999997</c:v>
                </c:pt>
                <c:pt idx="15119">
                  <c:v>4.1173400000000004</c:v>
                </c:pt>
                <c:pt idx="15120">
                  <c:v>4.1176399999999997</c:v>
                </c:pt>
                <c:pt idx="15121">
                  <c:v>4.1179500000000004</c:v>
                </c:pt>
                <c:pt idx="15122">
                  <c:v>4.1182499999999997</c:v>
                </c:pt>
                <c:pt idx="15123">
                  <c:v>4.1185600000000004</c:v>
                </c:pt>
                <c:pt idx="15124">
                  <c:v>4.1188599999999997</c:v>
                </c:pt>
                <c:pt idx="15125">
                  <c:v>4.1191700000000004</c:v>
                </c:pt>
                <c:pt idx="15126">
                  <c:v>4.1194699999999997</c:v>
                </c:pt>
                <c:pt idx="15127">
                  <c:v>4.1197800000000004</c:v>
                </c:pt>
                <c:pt idx="15128">
                  <c:v>4.1200799999999997</c:v>
                </c:pt>
                <c:pt idx="15129">
                  <c:v>4.1203900000000004</c:v>
                </c:pt>
                <c:pt idx="15130">
                  <c:v>4.1207000000000003</c:v>
                </c:pt>
                <c:pt idx="15131">
                  <c:v>4.1210000000000004</c:v>
                </c:pt>
                <c:pt idx="15132">
                  <c:v>4.1213100000000003</c:v>
                </c:pt>
                <c:pt idx="15133">
                  <c:v>4.1216100000000004</c:v>
                </c:pt>
                <c:pt idx="15134">
                  <c:v>4.1219200000000003</c:v>
                </c:pt>
                <c:pt idx="15135">
                  <c:v>4.1222200000000004</c:v>
                </c:pt>
                <c:pt idx="15136">
                  <c:v>4.1225300000000002</c:v>
                </c:pt>
                <c:pt idx="15137">
                  <c:v>4.1228300000000004</c:v>
                </c:pt>
                <c:pt idx="15138">
                  <c:v>4.1231400000000002</c:v>
                </c:pt>
                <c:pt idx="15139">
                  <c:v>4.1234400000000004</c:v>
                </c:pt>
                <c:pt idx="15140">
                  <c:v>4.1237500000000002</c:v>
                </c:pt>
                <c:pt idx="15141">
                  <c:v>4.1240500000000004</c:v>
                </c:pt>
                <c:pt idx="15142">
                  <c:v>4.1243600000000002</c:v>
                </c:pt>
                <c:pt idx="15143">
                  <c:v>4.1246700000000001</c:v>
                </c:pt>
                <c:pt idx="15144">
                  <c:v>4.1249700000000002</c:v>
                </c:pt>
                <c:pt idx="15145">
                  <c:v>4.1252800000000001</c:v>
                </c:pt>
                <c:pt idx="15146">
                  <c:v>4.1255800000000002</c:v>
                </c:pt>
                <c:pt idx="15147">
                  <c:v>4.1258900000000001</c:v>
                </c:pt>
                <c:pt idx="15148">
                  <c:v>4.1261900000000002</c:v>
                </c:pt>
                <c:pt idx="15149">
                  <c:v>4.1265000000000001</c:v>
                </c:pt>
                <c:pt idx="15150">
                  <c:v>4.1268000000000002</c:v>
                </c:pt>
                <c:pt idx="15151">
                  <c:v>4.1271100000000001</c:v>
                </c:pt>
                <c:pt idx="15152">
                  <c:v>4.1274100000000002</c:v>
                </c:pt>
                <c:pt idx="15153">
                  <c:v>4.1277200000000001</c:v>
                </c:pt>
                <c:pt idx="15154">
                  <c:v>4.1280299999999999</c:v>
                </c:pt>
                <c:pt idx="15155">
                  <c:v>4.1283300000000001</c:v>
                </c:pt>
                <c:pt idx="15156">
                  <c:v>4.1286399999999999</c:v>
                </c:pt>
                <c:pt idx="15157">
                  <c:v>4.1289400000000001</c:v>
                </c:pt>
                <c:pt idx="15158">
                  <c:v>4.1292499999999999</c:v>
                </c:pt>
                <c:pt idx="15159">
                  <c:v>4.1295500000000001</c:v>
                </c:pt>
                <c:pt idx="15160">
                  <c:v>4.1298599999999999</c:v>
                </c:pt>
                <c:pt idx="15161">
                  <c:v>4.1301600000000001</c:v>
                </c:pt>
                <c:pt idx="15162">
                  <c:v>4.1304699999999999</c:v>
                </c:pt>
                <c:pt idx="15163">
                  <c:v>4.1307700000000001</c:v>
                </c:pt>
                <c:pt idx="15164">
                  <c:v>4.1310799999999999</c:v>
                </c:pt>
                <c:pt idx="15165">
                  <c:v>4.1313800000000001</c:v>
                </c:pt>
                <c:pt idx="15166">
                  <c:v>4.1316899999999999</c:v>
                </c:pt>
                <c:pt idx="15167">
                  <c:v>4.1319999999999997</c:v>
                </c:pt>
                <c:pt idx="15168">
                  <c:v>4.1322999999999999</c:v>
                </c:pt>
                <c:pt idx="15169">
                  <c:v>4.1326099999999997</c:v>
                </c:pt>
                <c:pt idx="15170">
                  <c:v>4.1329099999999999</c:v>
                </c:pt>
                <c:pt idx="15171">
                  <c:v>4.1332199999999997</c:v>
                </c:pt>
                <c:pt idx="15172">
                  <c:v>4.1335199999999999</c:v>
                </c:pt>
                <c:pt idx="15173">
                  <c:v>4.1338299999999997</c:v>
                </c:pt>
                <c:pt idx="15174">
                  <c:v>4.1341299999999999</c:v>
                </c:pt>
                <c:pt idx="15175">
                  <c:v>4.1344399999999997</c:v>
                </c:pt>
                <c:pt idx="15176">
                  <c:v>4.1347399999999999</c:v>
                </c:pt>
                <c:pt idx="15177">
                  <c:v>4.1350499999999997</c:v>
                </c:pt>
                <c:pt idx="15178">
                  <c:v>4.1353499999999999</c:v>
                </c:pt>
                <c:pt idx="15179">
                  <c:v>4.1356599999999997</c:v>
                </c:pt>
                <c:pt idx="15180">
                  <c:v>4.1359700000000004</c:v>
                </c:pt>
                <c:pt idx="15181">
                  <c:v>4.1362699999999997</c:v>
                </c:pt>
                <c:pt idx="15182">
                  <c:v>4.1365800000000004</c:v>
                </c:pt>
                <c:pt idx="15183">
                  <c:v>4.1368799999999997</c:v>
                </c:pt>
                <c:pt idx="15184">
                  <c:v>4.1371900000000004</c:v>
                </c:pt>
                <c:pt idx="15185">
                  <c:v>4.1374899999999997</c:v>
                </c:pt>
                <c:pt idx="15186">
                  <c:v>4.1378000000000004</c:v>
                </c:pt>
                <c:pt idx="15187">
                  <c:v>4.1380999999999997</c:v>
                </c:pt>
                <c:pt idx="15188">
                  <c:v>4.1384100000000004</c:v>
                </c:pt>
                <c:pt idx="15189">
                  <c:v>4.1387099999999997</c:v>
                </c:pt>
                <c:pt idx="15190">
                  <c:v>4.1390200000000004</c:v>
                </c:pt>
                <c:pt idx="15191">
                  <c:v>4.1393199999999997</c:v>
                </c:pt>
                <c:pt idx="15192">
                  <c:v>4.1396300000000004</c:v>
                </c:pt>
                <c:pt idx="15193">
                  <c:v>4.1399400000000002</c:v>
                </c:pt>
                <c:pt idx="15194">
                  <c:v>4.1402400000000004</c:v>
                </c:pt>
                <c:pt idx="15195">
                  <c:v>4.1405500000000002</c:v>
                </c:pt>
                <c:pt idx="15196">
                  <c:v>4.1408500000000004</c:v>
                </c:pt>
                <c:pt idx="15197">
                  <c:v>4.1411600000000002</c:v>
                </c:pt>
                <c:pt idx="15198">
                  <c:v>4.1414600000000004</c:v>
                </c:pt>
                <c:pt idx="15199">
                  <c:v>4.1417700000000002</c:v>
                </c:pt>
                <c:pt idx="15200">
                  <c:v>4.1420700000000004</c:v>
                </c:pt>
                <c:pt idx="15201">
                  <c:v>4.1423800000000002</c:v>
                </c:pt>
                <c:pt idx="15202">
                  <c:v>4.1426800000000004</c:v>
                </c:pt>
                <c:pt idx="15203">
                  <c:v>4.1429900000000002</c:v>
                </c:pt>
                <c:pt idx="15204">
                  <c:v>4.1432900000000004</c:v>
                </c:pt>
                <c:pt idx="15205">
                  <c:v>4.1436000000000002</c:v>
                </c:pt>
                <c:pt idx="15206">
                  <c:v>4.14391</c:v>
                </c:pt>
                <c:pt idx="15207">
                  <c:v>4.1442100000000002</c:v>
                </c:pt>
                <c:pt idx="15208">
                  <c:v>4.14452</c:v>
                </c:pt>
                <c:pt idx="15209">
                  <c:v>4.1448200000000002</c:v>
                </c:pt>
                <c:pt idx="15210">
                  <c:v>4.14513</c:v>
                </c:pt>
                <c:pt idx="15211">
                  <c:v>4.1454300000000002</c:v>
                </c:pt>
                <c:pt idx="15212">
                  <c:v>4.14574</c:v>
                </c:pt>
                <c:pt idx="15213">
                  <c:v>4.1460400000000002</c:v>
                </c:pt>
                <c:pt idx="15214">
                  <c:v>4.14635</c:v>
                </c:pt>
                <c:pt idx="15215">
                  <c:v>4.1466500000000002</c:v>
                </c:pt>
                <c:pt idx="15216">
                  <c:v>4.14696</c:v>
                </c:pt>
                <c:pt idx="15217">
                  <c:v>4.1472699999999998</c:v>
                </c:pt>
                <c:pt idx="15218">
                  <c:v>4.14757</c:v>
                </c:pt>
                <c:pt idx="15219">
                  <c:v>4.1478799999999998</c:v>
                </c:pt>
                <c:pt idx="15220">
                  <c:v>4.14818</c:v>
                </c:pt>
                <c:pt idx="15221">
                  <c:v>4.1484899999999998</c:v>
                </c:pt>
                <c:pt idx="15222">
                  <c:v>4.14879</c:v>
                </c:pt>
                <c:pt idx="15223">
                  <c:v>4.1490999999999998</c:v>
                </c:pt>
                <c:pt idx="15224">
                  <c:v>4.1494</c:v>
                </c:pt>
                <c:pt idx="15225">
                  <c:v>4.1497099999999998</c:v>
                </c:pt>
                <c:pt idx="15226">
                  <c:v>4.15001</c:v>
                </c:pt>
                <c:pt idx="15227">
                  <c:v>4.1503199999999998</c:v>
                </c:pt>
                <c:pt idx="15228">
                  <c:v>4.15062</c:v>
                </c:pt>
                <c:pt idx="15229">
                  <c:v>4.1509299999999998</c:v>
                </c:pt>
                <c:pt idx="15230">
                  <c:v>4.1512399999999996</c:v>
                </c:pt>
                <c:pt idx="15231">
                  <c:v>4.1515399999999998</c:v>
                </c:pt>
                <c:pt idx="15232">
                  <c:v>4.1518499999999996</c:v>
                </c:pt>
                <c:pt idx="15233">
                  <c:v>4.1521499999999998</c:v>
                </c:pt>
                <c:pt idx="15234">
                  <c:v>4.1524599999999996</c:v>
                </c:pt>
                <c:pt idx="15235">
                  <c:v>4.1527599999999998</c:v>
                </c:pt>
                <c:pt idx="15236">
                  <c:v>4.1530699999999996</c:v>
                </c:pt>
                <c:pt idx="15237">
                  <c:v>4.1533699999999998</c:v>
                </c:pt>
                <c:pt idx="15238">
                  <c:v>4.1536799999999996</c:v>
                </c:pt>
                <c:pt idx="15239">
                  <c:v>4.1539799999999998</c:v>
                </c:pt>
                <c:pt idx="15240">
                  <c:v>4.1542899999999996</c:v>
                </c:pt>
                <c:pt idx="15241">
                  <c:v>4.1545899999999998</c:v>
                </c:pt>
                <c:pt idx="15242">
                  <c:v>4.1548999999999996</c:v>
                </c:pt>
                <c:pt idx="15243">
                  <c:v>4.1552100000000003</c:v>
                </c:pt>
                <c:pt idx="15244">
                  <c:v>4.1555099999999996</c:v>
                </c:pt>
                <c:pt idx="15245">
                  <c:v>4.1558200000000003</c:v>
                </c:pt>
                <c:pt idx="15246">
                  <c:v>4.1561199999999996</c:v>
                </c:pt>
                <c:pt idx="15247">
                  <c:v>4.1564300000000003</c:v>
                </c:pt>
                <c:pt idx="15248">
                  <c:v>4.1567299999999996</c:v>
                </c:pt>
                <c:pt idx="15249">
                  <c:v>4.1570400000000003</c:v>
                </c:pt>
                <c:pt idx="15250">
                  <c:v>4.1573399999999996</c:v>
                </c:pt>
                <c:pt idx="15251">
                  <c:v>4.1576500000000003</c:v>
                </c:pt>
                <c:pt idx="15252">
                  <c:v>4.1579499999999996</c:v>
                </c:pt>
                <c:pt idx="15253">
                  <c:v>4.1582600000000003</c:v>
                </c:pt>
                <c:pt idx="15254">
                  <c:v>4.1585599999999996</c:v>
                </c:pt>
                <c:pt idx="15255">
                  <c:v>4.1588700000000003</c:v>
                </c:pt>
                <c:pt idx="15256">
                  <c:v>4.1591800000000001</c:v>
                </c:pt>
                <c:pt idx="15257">
                  <c:v>4.1594800000000003</c:v>
                </c:pt>
                <c:pt idx="15258">
                  <c:v>4.1597900000000001</c:v>
                </c:pt>
                <c:pt idx="15259">
                  <c:v>4.1600900000000003</c:v>
                </c:pt>
                <c:pt idx="15260">
                  <c:v>4.1604000000000001</c:v>
                </c:pt>
                <c:pt idx="15261">
                  <c:v>4.1607000000000003</c:v>
                </c:pt>
                <c:pt idx="15262">
                  <c:v>4.1610100000000001</c:v>
                </c:pt>
                <c:pt idx="15263">
                  <c:v>4.1613100000000003</c:v>
                </c:pt>
                <c:pt idx="15264">
                  <c:v>4.1616200000000001</c:v>
                </c:pt>
                <c:pt idx="15265">
                  <c:v>4.1619200000000003</c:v>
                </c:pt>
                <c:pt idx="15266">
                  <c:v>4.1622300000000001</c:v>
                </c:pt>
                <c:pt idx="15267">
                  <c:v>4.1625300000000003</c:v>
                </c:pt>
                <c:pt idx="15268">
                  <c:v>4.1628400000000001</c:v>
                </c:pt>
                <c:pt idx="15269">
                  <c:v>4.1631499999999999</c:v>
                </c:pt>
                <c:pt idx="15270">
                  <c:v>4.1634500000000001</c:v>
                </c:pt>
                <c:pt idx="15271">
                  <c:v>4.1637599999999999</c:v>
                </c:pt>
                <c:pt idx="15272">
                  <c:v>4.1640600000000001</c:v>
                </c:pt>
                <c:pt idx="15273">
                  <c:v>4.1643699999999999</c:v>
                </c:pt>
                <c:pt idx="15274">
                  <c:v>4.1646700000000001</c:v>
                </c:pt>
                <c:pt idx="15275">
                  <c:v>4.1649799999999999</c:v>
                </c:pt>
                <c:pt idx="15276">
                  <c:v>4.1652800000000001</c:v>
                </c:pt>
                <c:pt idx="15277">
                  <c:v>4.1655899999999999</c:v>
                </c:pt>
                <c:pt idx="15278">
                  <c:v>4.1658900000000001</c:v>
                </c:pt>
                <c:pt idx="15279">
                  <c:v>4.1661999999999999</c:v>
                </c:pt>
                <c:pt idx="15280">
                  <c:v>4.1665099999999997</c:v>
                </c:pt>
                <c:pt idx="15281">
                  <c:v>4.1668099999999999</c:v>
                </c:pt>
                <c:pt idx="15282">
                  <c:v>4.1671199999999997</c:v>
                </c:pt>
                <c:pt idx="15283">
                  <c:v>4.1674199999999999</c:v>
                </c:pt>
                <c:pt idx="15284">
                  <c:v>4.1677299999999997</c:v>
                </c:pt>
                <c:pt idx="15285">
                  <c:v>4.1680299999999999</c:v>
                </c:pt>
                <c:pt idx="15286">
                  <c:v>4.1683399999999997</c:v>
                </c:pt>
                <c:pt idx="15287">
                  <c:v>4.1686399999999999</c:v>
                </c:pt>
                <c:pt idx="15288">
                  <c:v>4.1689499999999997</c:v>
                </c:pt>
                <c:pt idx="15289">
                  <c:v>4.1692499999999999</c:v>
                </c:pt>
                <c:pt idx="15290">
                  <c:v>4.1695599999999997</c:v>
                </c:pt>
                <c:pt idx="15291">
                  <c:v>4.1698599999999999</c:v>
                </c:pt>
                <c:pt idx="15292">
                  <c:v>4.1701699999999997</c:v>
                </c:pt>
                <c:pt idx="15293">
                  <c:v>4.1704800000000004</c:v>
                </c:pt>
                <c:pt idx="15294">
                  <c:v>4.1707799999999997</c:v>
                </c:pt>
                <c:pt idx="15295">
                  <c:v>4.1710900000000004</c:v>
                </c:pt>
                <c:pt idx="15296">
                  <c:v>4.1713899999999997</c:v>
                </c:pt>
                <c:pt idx="15297">
                  <c:v>4.1717000000000004</c:v>
                </c:pt>
                <c:pt idx="15298">
                  <c:v>4.1719999999999997</c:v>
                </c:pt>
                <c:pt idx="15299">
                  <c:v>4.1723100000000004</c:v>
                </c:pt>
                <c:pt idx="15300">
                  <c:v>4.1726099999999997</c:v>
                </c:pt>
                <c:pt idx="15301">
                  <c:v>4.1729200000000004</c:v>
                </c:pt>
                <c:pt idx="15302">
                  <c:v>4.1732199999999997</c:v>
                </c:pt>
                <c:pt idx="15303">
                  <c:v>4.1735300000000004</c:v>
                </c:pt>
                <c:pt idx="15304">
                  <c:v>4.1738299999999997</c:v>
                </c:pt>
                <c:pt idx="15305">
                  <c:v>4.1741400000000004</c:v>
                </c:pt>
                <c:pt idx="15306">
                  <c:v>4.1744500000000002</c:v>
                </c:pt>
                <c:pt idx="15307">
                  <c:v>4.1747500000000004</c:v>
                </c:pt>
                <c:pt idx="15308">
                  <c:v>4.1750600000000002</c:v>
                </c:pt>
                <c:pt idx="15309">
                  <c:v>4.1753600000000004</c:v>
                </c:pt>
                <c:pt idx="15310">
                  <c:v>4.1756700000000002</c:v>
                </c:pt>
                <c:pt idx="15311">
                  <c:v>4.1759700000000004</c:v>
                </c:pt>
                <c:pt idx="15312">
                  <c:v>4.1762800000000002</c:v>
                </c:pt>
                <c:pt idx="15313">
                  <c:v>4.1765800000000004</c:v>
                </c:pt>
                <c:pt idx="15314">
                  <c:v>4.1768900000000002</c:v>
                </c:pt>
                <c:pt idx="15315">
                  <c:v>4.1771900000000004</c:v>
                </c:pt>
                <c:pt idx="15316">
                  <c:v>4.1775000000000002</c:v>
                </c:pt>
                <c:pt idx="15317">
                  <c:v>4.1778000000000004</c:v>
                </c:pt>
                <c:pt idx="15318">
                  <c:v>4.1781100000000002</c:v>
                </c:pt>
                <c:pt idx="15319">
                  <c:v>4.17842</c:v>
                </c:pt>
                <c:pt idx="15320">
                  <c:v>4.1787200000000002</c:v>
                </c:pt>
                <c:pt idx="15321">
                  <c:v>4.17903</c:v>
                </c:pt>
                <c:pt idx="15322">
                  <c:v>4.1793300000000002</c:v>
                </c:pt>
                <c:pt idx="15323">
                  <c:v>4.17964</c:v>
                </c:pt>
                <c:pt idx="15324">
                  <c:v>4.1799400000000002</c:v>
                </c:pt>
                <c:pt idx="15325">
                  <c:v>4.18025</c:v>
                </c:pt>
                <c:pt idx="15326">
                  <c:v>4.1805500000000002</c:v>
                </c:pt>
                <c:pt idx="15327">
                  <c:v>4.18086</c:v>
                </c:pt>
                <c:pt idx="15328">
                  <c:v>4.1811600000000002</c:v>
                </c:pt>
                <c:pt idx="15329">
                  <c:v>4.18147</c:v>
                </c:pt>
                <c:pt idx="15330">
                  <c:v>4.1817799999999998</c:v>
                </c:pt>
                <c:pt idx="15331">
                  <c:v>4.18208</c:v>
                </c:pt>
                <c:pt idx="15332">
                  <c:v>4.1823899999999998</c:v>
                </c:pt>
                <c:pt idx="15333">
                  <c:v>4.18269</c:v>
                </c:pt>
                <c:pt idx="15334">
                  <c:v>4.1829999999999998</c:v>
                </c:pt>
                <c:pt idx="15335">
                  <c:v>4.1833</c:v>
                </c:pt>
                <c:pt idx="15336">
                  <c:v>4.1836099999999998</c:v>
                </c:pt>
                <c:pt idx="15337">
                  <c:v>4.18391</c:v>
                </c:pt>
                <c:pt idx="15338">
                  <c:v>4.1842199999999998</c:v>
                </c:pt>
                <c:pt idx="15339">
                  <c:v>4.18452</c:v>
                </c:pt>
                <c:pt idx="15340">
                  <c:v>4.1848299999999998</c:v>
                </c:pt>
                <c:pt idx="15341">
                  <c:v>4.18513</c:v>
                </c:pt>
                <c:pt idx="15342">
                  <c:v>4.1854399999999998</c:v>
                </c:pt>
                <c:pt idx="15343">
                  <c:v>4.1857499999999996</c:v>
                </c:pt>
                <c:pt idx="15344">
                  <c:v>4.1860499999999998</c:v>
                </c:pt>
                <c:pt idx="15345">
                  <c:v>4.1863599999999996</c:v>
                </c:pt>
                <c:pt idx="15346">
                  <c:v>4.1866599999999998</c:v>
                </c:pt>
                <c:pt idx="15347">
                  <c:v>4.1869699999999996</c:v>
                </c:pt>
                <c:pt idx="15348">
                  <c:v>4.1872699999999998</c:v>
                </c:pt>
                <c:pt idx="15349">
                  <c:v>4.1875799999999996</c:v>
                </c:pt>
                <c:pt idx="15350">
                  <c:v>4.1878799999999998</c:v>
                </c:pt>
                <c:pt idx="15351">
                  <c:v>4.1881899999999996</c:v>
                </c:pt>
                <c:pt idx="15352">
                  <c:v>4.1884899999999998</c:v>
                </c:pt>
                <c:pt idx="15353">
                  <c:v>4.1887999999999996</c:v>
                </c:pt>
                <c:pt idx="15354">
                  <c:v>4.1890999999999998</c:v>
                </c:pt>
                <c:pt idx="15355">
                  <c:v>4.1894099999999996</c:v>
                </c:pt>
                <c:pt idx="15356">
                  <c:v>4.1897200000000003</c:v>
                </c:pt>
                <c:pt idx="15357">
                  <c:v>4.1900199999999996</c:v>
                </c:pt>
                <c:pt idx="15358">
                  <c:v>4.1903300000000003</c:v>
                </c:pt>
                <c:pt idx="15359">
                  <c:v>4.1906299999999996</c:v>
                </c:pt>
                <c:pt idx="15360">
                  <c:v>4.1909400000000003</c:v>
                </c:pt>
                <c:pt idx="15361">
                  <c:v>4.1912399999999996</c:v>
                </c:pt>
                <c:pt idx="15362">
                  <c:v>4.1915500000000003</c:v>
                </c:pt>
                <c:pt idx="15363">
                  <c:v>4.1918499999999996</c:v>
                </c:pt>
                <c:pt idx="15364">
                  <c:v>4.1921600000000003</c:v>
                </c:pt>
                <c:pt idx="15365">
                  <c:v>4.1924599999999996</c:v>
                </c:pt>
                <c:pt idx="15366">
                  <c:v>4.1927700000000003</c:v>
                </c:pt>
                <c:pt idx="15367">
                  <c:v>4.1930699999999996</c:v>
                </c:pt>
                <c:pt idx="15368">
                  <c:v>4.1933800000000003</c:v>
                </c:pt>
                <c:pt idx="15369">
                  <c:v>4.1936900000000001</c:v>
                </c:pt>
                <c:pt idx="15370">
                  <c:v>4.1939900000000003</c:v>
                </c:pt>
                <c:pt idx="15371">
                  <c:v>4.1943000000000001</c:v>
                </c:pt>
                <c:pt idx="15372">
                  <c:v>4.1946000000000003</c:v>
                </c:pt>
                <c:pt idx="15373">
                  <c:v>4.1949100000000001</c:v>
                </c:pt>
                <c:pt idx="15374">
                  <c:v>4.1952100000000003</c:v>
                </c:pt>
                <c:pt idx="15375">
                  <c:v>4.1955200000000001</c:v>
                </c:pt>
                <c:pt idx="15376">
                  <c:v>4.1958200000000003</c:v>
                </c:pt>
                <c:pt idx="15377">
                  <c:v>4.1961300000000001</c:v>
                </c:pt>
                <c:pt idx="15378">
                  <c:v>4.1964300000000003</c:v>
                </c:pt>
                <c:pt idx="15379">
                  <c:v>4.1967400000000001</c:v>
                </c:pt>
                <c:pt idx="15380">
                  <c:v>4.1970400000000003</c:v>
                </c:pt>
                <c:pt idx="15381">
                  <c:v>4.1973500000000001</c:v>
                </c:pt>
                <c:pt idx="15382">
                  <c:v>4.1976599999999999</c:v>
                </c:pt>
                <c:pt idx="15383">
                  <c:v>4.1979600000000001</c:v>
                </c:pt>
                <c:pt idx="15384">
                  <c:v>4.1982699999999999</c:v>
                </c:pt>
                <c:pt idx="15385">
                  <c:v>4.1985700000000001</c:v>
                </c:pt>
                <c:pt idx="15386">
                  <c:v>4.1988799999999999</c:v>
                </c:pt>
                <c:pt idx="15387">
                  <c:v>4.1991800000000001</c:v>
                </c:pt>
                <c:pt idx="15388">
                  <c:v>4.1994899999999999</c:v>
                </c:pt>
                <c:pt idx="15389">
                  <c:v>4.1997900000000001</c:v>
                </c:pt>
                <c:pt idx="15390">
                  <c:v>4.2000999999999999</c:v>
                </c:pt>
                <c:pt idx="15391">
                  <c:v>4.2004000000000001</c:v>
                </c:pt>
                <c:pt idx="15392">
                  <c:v>4.2007099999999999</c:v>
                </c:pt>
                <c:pt idx="15393">
                  <c:v>4.2010199999999998</c:v>
                </c:pt>
                <c:pt idx="15394">
                  <c:v>4.2013199999999999</c:v>
                </c:pt>
                <c:pt idx="15395">
                  <c:v>4.2016299999999998</c:v>
                </c:pt>
                <c:pt idx="15396">
                  <c:v>4.2019299999999999</c:v>
                </c:pt>
                <c:pt idx="15397">
                  <c:v>4.2022399999999998</c:v>
                </c:pt>
                <c:pt idx="15398">
                  <c:v>4.2025399999999999</c:v>
                </c:pt>
                <c:pt idx="15399">
                  <c:v>4.2028499999999998</c:v>
                </c:pt>
                <c:pt idx="15400">
                  <c:v>4.2031499999999999</c:v>
                </c:pt>
                <c:pt idx="15401">
                  <c:v>4.2034599999999998</c:v>
                </c:pt>
                <c:pt idx="15402">
                  <c:v>4.2037599999999999</c:v>
                </c:pt>
                <c:pt idx="15403">
                  <c:v>4.2040699999999998</c:v>
                </c:pt>
                <c:pt idx="15404">
                  <c:v>4.2043699999999999</c:v>
                </c:pt>
                <c:pt idx="15405">
                  <c:v>4.2046799999999998</c:v>
                </c:pt>
                <c:pt idx="15406">
                  <c:v>4.2049899999999996</c:v>
                </c:pt>
                <c:pt idx="15407">
                  <c:v>4.2052899999999998</c:v>
                </c:pt>
                <c:pt idx="15408">
                  <c:v>4.2055999999999996</c:v>
                </c:pt>
                <c:pt idx="15409">
                  <c:v>4.2058999999999997</c:v>
                </c:pt>
                <c:pt idx="15410">
                  <c:v>4.2062099999999996</c:v>
                </c:pt>
                <c:pt idx="15411">
                  <c:v>4.2065099999999997</c:v>
                </c:pt>
                <c:pt idx="15412">
                  <c:v>4.2068199999999996</c:v>
                </c:pt>
                <c:pt idx="15413">
                  <c:v>4.2071199999999997</c:v>
                </c:pt>
                <c:pt idx="15414">
                  <c:v>4.2074299999999996</c:v>
                </c:pt>
                <c:pt idx="15415">
                  <c:v>4.2077299999999997</c:v>
                </c:pt>
                <c:pt idx="15416">
                  <c:v>4.2080399999999996</c:v>
                </c:pt>
                <c:pt idx="15417">
                  <c:v>4.2083399999999997</c:v>
                </c:pt>
                <c:pt idx="15418">
                  <c:v>4.2086499999999996</c:v>
                </c:pt>
                <c:pt idx="15419">
                  <c:v>4.2089600000000003</c:v>
                </c:pt>
                <c:pt idx="15420">
                  <c:v>4.2092599999999996</c:v>
                </c:pt>
                <c:pt idx="15421">
                  <c:v>4.2095700000000003</c:v>
                </c:pt>
                <c:pt idx="15422">
                  <c:v>4.2098699999999996</c:v>
                </c:pt>
                <c:pt idx="15423">
                  <c:v>4.2101800000000003</c:v>
                </c:pt>
                <c:pt idx="15424">
                  <c:v>4.2104799999999996</c:v>
                </c:pt>
                <c:pt idx="15425">
                  <c:v>4.2107900000000003</c:v>
                </c:pt>
                <c:pt idx="15426">
                  <c:v>4.2110900000000004</c:v>
                </c:pt>
                <c:pt idx="15427">
                  <c:v>4.2114000000000003</c:v>
                </c:pt>
                <c:pt idx="15428">
                  <c:v>4.2117000000000004</c:v>
                </c:pt>
                <c:pt idx="15429">
                  <c:v>4.2120100000000003</c:v>
                </c:pt>
                <c:pt idx="15430">
                  <c:v>4.2123100000000004</c:v>
                </c:pt>
                <c:pt idx="15431">
                  <c:v>4.2126200000000003</c:v>
                </c:pt>
                <c:pt idx="15432">
                  <c:v>4.2129300000000001</c:v>
                </c:pt>
                <c:pt idx="15433">
                  <c:v>4.2132300000000003</c:v>
                </c:pt>
                <c:pt idx="15434">
                  <c:v>4.2135400000000001</c:v>
                </c:pt>
                <c:pt idx="15435">
                  <c:v>4.2138400000000003</c:v>
                </c:pt>
                <c:pt idx="15436">
                  <c:v>4.2141500000000001</c:v>
                </c:pt>
                <c:pt idx="15437">
                  <c:v>4.2144500000000003</c:v>
                </c:pt>
                <c:pt idx="15438">
                  <c:v>4.2147600000000001</c:v>
                </c:pt>
                <c:pt idx="15439">
                  <c:v>4.2150600000000003</c:v>
                </c:pt>
                <c:pt idx="15440">
                  <c:v>4.2153700000000001</c:v>
                </c:pt>
                <c:pt idx="15441">
                  <c:v>4.2156700000000003</c:v>
                </c:pt>
                <c:pt idx="15442">
                  <c:v>4.2159800000000001</c:v>
                </c:pt>
                <c:pt idx="15443">
                  <c:v>4.2162800000000002</c:v>
                </c:pt>
                <c:pt idx="15444">
                  <c:v>4.2165900000000001</c:v>
                </c:pt>
                <c:pt idx="15445">
                  <c:v>4.2168999999999999</c:v>
                </c:pt>
                <c:pt idx="15446">
                  <c:v>4.2172000000000001</c:v>
                </c:pt>
                <c:pt idx="15447">
                  <c:v>4.2175099999999999</c:v>
                </c:pt>
                <c:pt idx="15448">
                  <c:v>4.2178100000000001</c:v>
                </c:pt>
                <c:pt idx="15449">
                  <c:v>4.2181199999999999</c:v>
                </c:pt>
                <c:pt idx="15450">
                  <c:v>4.2184200000000001</c:v>
                </c:pt>
                <c:pt idx="15451">
                  <c:v>4.2187299999999999</c:v>
                </c:pt>
                <c:pt idx="15452">
                  <c:v>4.2190300000000001</c:v>
                </c:pt>
                <c:pt idx="15453">
                  <c:v>4.2193399999999999</c:v>
                </c:pt>
                <c:pt idx="15454">
                  <c:v>4.2196400000000001</c:v>
                </c:pt>
                <c:pt idx="15455">
                  <c:v>4.2199499999999999</c:v>
                </c:pt>
                <c:pt idx="15456">
                  <c:v>4.2202599999999997</c:v>
                </c:pt>
                <c:pt idx="15457">
                  <c:v>4.2205599999999999</c:v>
                </c:pt>
                <c:pt idx="15458">
                  <c:v>4.2208699999999997</c:v>
                </c:pt>
                <c:pt idx="15459">
                  <c:v>4.2211699999999999</c:v>
                </c:pt>
                <c:pt idx="15460">
                  <c:v>4.2214799999999997</c:v>
                </c:pt>
                <c:pt idx="15461">
                  <c:v>4.2217799999999999</c:v>
                </c:pt>
                <c:pt idx="15462">
                  <c:v>4.2220899999999997</c:v>
                </c:pt>
                <c:pt idx="15463">
                  <c:v>4.2223899999999999</c:v>
                </c:pt>
                <c:pt idx="15464">
                  <c:v>4.2226999999999997</c:v>
                </c:pt>
                <c:pt idx="15465">
                  <c:v>4.2229999999999999</c:v>
                </c:pt>
                <c:pt idx="15466">
                  <c:v>4.2233099999999997</c:v>
                </c:pt>
                <c:pt idx="15467">
                  <c:v>4.2236099999999999</c:v>
                </c:pt>
                <c:pt idx="15468">
                  <c:v>4.2239199999999997</c:v>
                </c:pt>
                <c:pt idx="15469">
                  <c:v>4.2242300000000004</c:v>
                </c:pt>
                <c:pt idx="15470">
                  <c:v>4.2245299999999997</c:v>
                </c:pt>
                <c:pt idx="15471">
                  <c:v>4.2248400000000004</c:v>
                </c:pt>
                <c:pt idx="15472">
                  <c:v>4.2251399999999997</c:v>
                </c:pt>
                <c:pt idx="15473">
                  <c:v>4.2254500000000004</c:v>
                </c:pt>
                <c:pt idx="15474">
                  <c:v>4.2257499999999997</c:v>
                </c:pt>
                <c:pt idx="15475">
                  <c:v>4.2260600000000004</c:v>
                </c:pt>
                <c:pt idx="15476">
                  <c:v>4.2263599999999997</c:v>
                </c:pt>
                <c:pt idx="15477">
                  <c:v>4.2266700000000004</c:v>
                </c:pt>
                <c:pt idx="15478">
                  <c:v>4.2269699999999997</c:v>
                </c:pt>
                <c:pt idx="15479">
                  <c:v>4.2272800000000004</c:v>
                </c:pt>
                <c:pt idx="15480">
                  <c:v>4.2275799999999997</c:v>
                </c:pt>
                <c:pt idx="15481">
                  <c:v>4.2278900000000004</c:v>
                </c:pt>
                <c:pt idx="15482">
                  <c:v>4.2282000000000002</c:v>
                </c:pt>
                <c:pt idx="15483">
                  <c:v>4.2285000000000004</c:v>
                </c:pt>
                <c:pt idx="15484">
                  <c:v>4.2288100000000002</c:v>
                </c:pt>
                <c:pt idx="15485">
                  <c:v>4.2291100000000004</c:v>
                </c:pt>
                <c:pt idx="15486">
                  <c:v>4.2294200000000002</c:v>
                </c:pt>
                <c:pt idx="15487">
                  <c:v>4.2297200000000004</c:v>
                </c:pt>
                <c:pt idx="15488">
                  <c:v>4.2300300000000002</c:v>
                </c:pt>
                <c:pt idx="15489">
                  <c:v>4.2303300000000004</c:v>
                </c:pt>
                <c:pt idx="15490">
                  <c:v>4.2306400000000002</c:v>
                </c:pt>
                <c:pt idx="15491">
                  <c:v>4.2309400000000004</c:v>
                </c:pt>
                <c:pt idx="15492">
                  <c:v>4.2312500000000002</c:v>
                </c:pt>
                <c:pt idx="15493">
                  <c:v>4.2315500000000004</c:v>
                </c:pt>
                <c:pt idx="15494">
                  <c:v>4.2318600000000002</c:v>
                </c:pt>
                <c:pt idx="15495">
                  <c:v>4.23217</c:v>
                </c:pt>
                <c:pt idx="15496">
                  <c:v>4.2324700000000002</c:v>
                </c:pt>
                <c:pt idx="15497">
                  <c:v>4.23278</c:v>
                </c:pt>
                <c:pt idx="15498">
                  <c:v>4.2330800000000002</c:v>
                </c:pt>
                <c:pt idx="15499">
                  <c:v>4.23339</c:v>
                </c:pt>
                <c:pt idx="15500">
                  <c:v>4.2336900000000002</c:v>
                </c:pt>
                <c:pt idx="15501">
                  <c:v>4.234</c:v>
                </c:pt>
                <c:pt idx="15502">
                  <c:v>4.2343000000000002</c:v>
                </c:pt>
                <c:pt idx="15503">
                  <c:v>4.23461</c:v>
                </c:pt>
                <c:pt idx="15504">
                  <c:v>4.2349100000000002</c:v>
                </c:pt>
                <c:pt idx="15505">
                  <c:v>4.23522</c:v>
                </c:pt>
                <c:pt idx="15506">
                  <c:v>4.2355299999999998</c:v>
                </c:pt>
                <c:pt idx="15507">
                  <c:v>4.23583</c:v>
                </c:pt>
                <c:pt idx="15508">
                  <c:v>4.2361399999999998</c:v>
                </c:pt>
                <c:pt idx="15509">
                  <c:v>4.23644</c:v>
                </c:pt>
                <c:pt idx="15510">
                  <c:v>4.2367499999999998</c:v>
                </c:pt>
                <c:pt idx="15511">
                  <c:v>4.23705</c:v>
                </c:pt>
                <c:pt idx="15512">
                  <c:v>4.2373599999999998</c:v>
                </c:pt>
                <c:pt idx="15513">
                  <c:v>4.23766</c:v>
                </c:pt>
                <c:pt idx="15514">
                  <c:v>4.2379699999999998</c:v>
                </c:pt>
                <c:pt idx="15515">
                  <c:v>4.23827</c:v>
                </c:pt>
                <c:pt idx="15516">
                  <c:v>4.2385799999999998</c:v>
                </c:pt>
                <c:pt idx="15517">
                  <c:v>4.23888</c:v>
                </c:pt>
                <c:pt idx="15518">
                  <c:v>4.2391899999999998</c:v>
                </c:pt>
                <c:pt idx="15519">
                  <c:v>4.2394999999999996</c:v>
                </c:pt>
                <c:pt idx="15520">
                  <c:v>4.2397999999999998</c:v>
                </c:pt>
                <c:pt idx="15521">
                  <c:v>4.2401099999999996</c:v>
                </c:pt>
                <c:pt idx="15522">
                  <c:v>4.2404099999999998</c:v>
                </c:pt>
                <c:pt idx="15523">
                  <c:v>4.2407199999999996</c:v>
                </c:pt>
                <c:pt idx="15524">
                  <c:v>4.2410199999999998</c:v>
                </c:pt>
                <c:pt idx="15525">
                  <c:v>4.2413299999999996</c:v>
                </c:pt>
                <c:pt idx="15526">
                  <c:v>4.2416299999999998</c:v>
                </c:pt>
                <c:pt idx="15527">
                  <c:v>4.2419399999999996</c:v>
                </c:pt>
                <c:pt idx="15528">
                  <c:v>4.2422399999999998</c:v>
                </c:pt>
                <c:pt idx="15529">
                  <c:v>4.2425499999999996</c:v>
                </c:pt>
                <c:pt idx="15530">
                  <c:v>4.2428499999999998</c:v>
                </c:pt>
                <c:pt idx="15531">
                  <c:v>4.2431599999999996</c:v>
                </c:pt>
                <c:pt idx="15532">
                  <c:v>4.2434700000000003</c:v>
                </c:pt>
                <c:pt idx="15533">
                  <c:v>4.2437699999999996</c:v>
                </c:pt>
                <c:pt idx="15534">
                  <c:v>4.2440800000000003</c:v>
                </c:pt>
                <c:pt idx="15535">
                  <c:v>4.2443799999999996</c:v>
                </c:pt>
                <c:pt idx="15536">
                  <c:v>4.2446900000000003</c:v>
                </c:pt>
                <c:pt idx="15537">
                  <c:v>4.2449899999999996</c:v>
                </c:pt>
                <c:pt idx="15538">
                  <c:v>4.2453000000000003</c:v>
                </c:pt>
                <c:pt idx="15539">
                  <c:v>4.2455999999999996</c:v>
                </c:pt>
                <c:pt idx="15540">
                  <c:v>4.2459100000000003</c:v>
                </c:pt>
                <c:pt idx="15541">
                  <c:v>4.2462099999999996</c:v>
                </c:pt>
                <c:pt idx="15542">
                  <c:v>4.2465200000000003</c:v>
                </c:pt>
                <c:pt idx="15543">
                  <c:v>4.2468199999999996</c:v>
                </c:pt>
                <c:pt idx="15544">
                  <c:v>4.2471300000000003</c:v>
                </c:pt>
                <c:pt idx="15545">
                  <c:v>4.2474400000000001</c:v>
                </c:pt>
                <c:pt idx="15546">
                  <c:v>4.2477400000000003</c:v>
                </c:pt>
                <c:pt idx="15547">
                  <c:v>4.2480500000000001</c:v>
                </c:pt>
                <c:pt idx="15548">
                  <c:v>4.2483500000000003</c:v>
                </c:pt>
                <c:pt idx="15549">
                  <c:v>4.2486600000000001</c:v>
                </c:pt>
                <c:pt idx="15550">
                  <c:v>4.2489600000000003</c:v>
                </c:pt>
                <c:pt idx="15551">
                  <c:v>4.2492700000000001</c:v>
                </c:pt>
                <c:pt idx="15552">
                  <c:v>4.2495700000000003</c:v>
                </c:pt>
                <c:pt idx="15553">
                  <c:v>4.2498800000000001</c:v>
                </c:pt>
                <c:pt idx="15554">
                  <c:v>4.2501800000000003</c:v>
                </c:pt>
                <c:pt idx="15555">
                  <c:v>4.2504900000000001</c:v>
                </c:pt>
                <c:pt idx="15556">
                  <c:v>4.2507900000000003</c:v>
                </c:pt>
                <c:pt idx="15557">
                  <c:v>4.2511000000000001</c:v>
                </c:pt>
                <c:pt idx="15558">
                  <c:v>4.2514099999999999</c:v>
                </c:pt>
                <c:pt idx="15559">
                  <c:v>4.2517100000000001</c:v>
                </c:pt>
                <c:pt idx="15560">
                  <c:v>4.2520199999999999</c:v>
                </c:pt>
                <c:pt idx="15561">
                  <c:v>4.2523200000000001</c:v>
                </c:pt>
                <c:pt idx="15562">
                  <c:v>4.2526299999999999</c:v>
                </c:pt>
                <c:pt idx="15563">
                  <c:v>4.2529300000000001</c:v>
                </c:pt>
                <c:pt idx="15564">
                  <c:v>4.2532399999999999</c:v>
                </c:pt>
                <c:pt idx="15565">
                  <c:v>4.2535400000000001</c:v>
                </c:pt>
                <c:pt idx="15566">
                  <c:v>4.2538499999999999</c:v>
                </c:pt>
                <c:pt idx="15567">
                  <c:v>4.2541500000000001</c:v>
                </c:pt>
                <c:pt idx="15568">
                  <c:v>4.2544599999999999</c:v>
                </c:pt>
                <c:pt idx="15569">
                  <c:v>4.2547699999999997</c:v>
                </c:pt>
                <c:pt idx="15570">
                  <c:v>4.2550699999999999</c:v>
                </c:pt>
                <c:pt idx="15571">
                  <c:v>4.2553799999999997</c:v>
                </c:pt>
                <c:pt idx="15572">
                  <c:v>4.2556799999999999</c:v>
                </c:pt>
                <c:pt idx="15573">
                  <c:v>4.2559899999999997</c:v>
                </c:pt>
                <c:pt idx="15574">
                  <c:v>4.2562899999999999</c:v>
                </c:pt>
                <c:pt idx="15575">
                  <c:v>4.2565999999999997</c:v>
                </c:pt>
                <c:pt idx="15576">
                  <c:v>4.2568999999999999</c:v>
                </c:pt>
                <c:pt idx="15577">
                  <c:v>4.2572099999999997</c:v>
                </c:pt>
                <c:pt idx="15578">
                  <c:v>4.2575099999999999</c:v>
                </c:pt>
                <c:pt idx="15579">
                  <c:v>4.2578199999999997</c:v>
                </c:pt>
                <c:pt idx="15580">
                  <c:v>4.2581199999999999</c:v>
                </c:pt>
                <c:pt idx="15581">
                  <c:v>4.2584299999999997</c:v>
                </c:pt>
                <c:pt idx="15582">
                  <c:v>4.2587400000000004</c:v>
                </c:pt>
                <c:pt idx="15583">
                  <c:v>4.2590399999999997</c:v>
                </c:pt>
                <c:pt idx="15584">
                  <c:v>4.2593500000000004</c:v>
                </c:pt>
                <c:pt idx="15585">
                  <c:v>4.2596499999999997</c:v>
                </c:pt>
                <c:pt idx="15586">
                  <c:v>4.2599600000000004</c:v>
                </c:pt>
                <c:pt idx="15587">
                  <c:v>4.2602599999999997</c:v>
                </c:pt>
                <c:pt idx="15588">
                  <c:v>4.2605700000000004</c:v>
                </c:pt>
                <c:pt idx="15589">
                  <c:v>4.2608699999999997</c:v>
                </c:pt>
                <c:pt idx="15590">
                  <c:v>4.2611800000000004</c:v>
                </c:pt>
                <c:pt idx="15591">
                  <c:v>4.2614799999999997</c:v>
                </c:pt>
                <c:pt idx="15592">
                  <c:v>4.2617900000000004</c:v>
                </c:pt>
                <c:pt idx="15593">
                  <c:v>4.2620899999999997</c:v>
                </c:pt>
                <c:pt idx="15594">
                  <c:v>4.2624000000000004</c:v>
                </c:pt>
                <c:pt idx="15595">
                  <c:v>4.2627100000000002</c:v>
                </c:pt>
                <c:pt idx="15596">
                  <c:v>4.2630100000000004</c:v>
                </c:pt>
                <c:pt idx="15597">
                  <c:v>4.2633200000000002</c:v>
                </c:pt>
                <c:pt idx="15598">
                  <c:v>4.2636200000000004</c:v>
                </c:pt>
                <c:pt idx="15599">
                  <c:v>4.2639300000000002</c:v>
                </c:pt>
                <c:pt idx="15600">
                  <c:v>4.2642300000000004</c:v>
                </c:pt>
                <c:pt idx="15601">
                  <c:v>4.2645400000000002</c:v>
                </c:pt>
                <c:pt idx="15602">
                  <c:v>4.2648400000000004</c:v>
                </c:pt>
                <c:pt idx="15603">
                  <c:v>4.2651500000000002</c:v>
                </c:pt>
                <c:pt idx="15604">
                  <c:v>4.2654500000000004</c:v>
                </c:pt>
                <c:pt idx="15605">
                  <c:v>4.2657600000000002</c:v>
                </c:pt>
                <c:pt idx="15606">
                  <c:v>4.2660600000000004</c:v>
                </c:pt>
                <c:pt idx="15607">
                  <c:v>4.2663700000000002</c:v>
                </c:pt>
                <c:pt idx="15608">
                  <c:v>4.26668</c:v>
                </c:pt>
                <c:pt idx="15609">
                  <c:v>4.2669800000000002</c:v>
                </c:pt>
                <c:pt idx="15610">
                  <c:v>4.26729</c:v>
                </c:pt>
                <c:pt idx="15611">
                  <c:v>4.2675900000000002</c:v>
                </c:pt>
                <c:pt idx="15612">
                  <c:v>4.2679</c:v>
                </c:pt>
                <c:pt idx="15613">
                  <c:v>4.2682000000000002</c:v>
                </c:pt>
                <c:pt idx="15614">
                  <c:v>4.26851</c:v>
                </c:pt>
                <c:pt idx="15615">
                  <c:v>4.2688100000000002</c:v>
                </c:pt>
                <c:pt idx="15616">
                  <c:v>4.26912</c:v>
                </c:pt>
                <c:pt idx="15617">
                  <c:v>4.2694200000000002</c:v>
                </c:pt>
                <c:pt idx="15618">
                  <c:v>4.26973</c:v>
                </c:pt>
                <c:pt idx="15619">
                  <c:v>4.2700300000000002</c:v>
                </c:pt>
                <c:pt idx="15620">
                  <c:v>4.27034</c:v>
                </c:pt>
                <c:pt idx="15621">
                  <c:v>4.2706499999999998</c:v>
                </c:pt>
                <c:pt idx="15622">
                  <c:v>4.27095</c:v>
                </c:pt>
                <c:pt idx="15623">
                  <c:v>4.2712599999999998</c:v>
                </c:pt>
                <c:pt idx="15624">
                  <c:v>4.27156</c:v>
                </c:pt>
                <c:pt idx="15625">
                  <c:v>4.2718699999999998</c:v>
                </c:pt>
                <c:pt idx="15626">
                  <c:v>4.27217</c:v>
                </c:pt>
                <c:pt idx="15627">
                  <c:v>4.2724799999999998</c:v>
                </c:pt>
                <c:pt idx="15628">
                  <c:v>4.27278</c:v>
                </c:pt>
                <c:pt idx="15629">
                  <c:v>4.2730899999999998</c:v>
                </c:pt>
                <c:pt idx="15630">
                  <c:v>4.27339</c:v>
                </c:pt>
                <c:pt idx="15631">
                  <c:v>4.2736999999999998</c:v>
                </c:pt>
                <c:pt idx="15632">
                  <c:v>4.2740099999999996</c:v>
                </c:pt>
                <c:pt idx="15633">
                  <c:v>4.2743099999999998</c:v>
                </c:pt>
                <c:pt idx="15634">
                  <c:v>4.2746199999999996</c:v>
                </c:pt>
                <c:pt idx="15635">
                  <c:v>4.2749199999999998</c:v>
                </c:pt>
                <c:pt idx="15636">
                  <c:v>4.2752299999999996</c:v>
                </c:pt>
                <c:pt idx="15637">
                  <c:v>4.2755299999999998</c:v>
                </c:pt>
                <c:pt idx="15638">
                  <c:v>4.2758399999999996</c:v>
                </c:pt>
                <c:pt idx="15639">
                  <c:v>4.2761399999999998</c:v>
                </c:pt>
                <c:pt idx="15640">
                  <c:v>4.2764499999999996</c:v>
                </c:pt>
                <c:pt idx="15641">
                  <c:v>4.2767499999999998</c:v>
                </c:pt>
                <c:pt idx="15642">
                  <c:v>4.2770599999999996</c:v>
                </c:pt>
                <c:pt idx="15643">
                  <c:v>4.2773599999999998</c:v>
                </c:pt>
                <c:pt idx="15644">
                  <c:v>4.2776699999999996</c:v>
                </c:pt>
                <c:pt idx="15645">
                  <c:v>4.2779800000000003</c:v>
                </c:pt>
                <c:pt idx="15646">
                  <c:v>4.2782799999999996</c:v>
                </c:pt>
                <c:pt idx="15647">
                  <c:v>4.2785900000000003</c:v>
                </c:pt>
                <c:pt idx="15648">
                  <c:v>4.2788899999999996</c:v>
                </c:pt>
                <c:pt idx="15649">
                  <c:v>4.2792000000000003</c:v>
                </c:pt>
                <c:pt idx="15650">
                  <c:v>4.2794999999999996</c:v>
                </c:pt>
                <c:pt idx="15651">
                  <c:v>4.2798100000000003</c:v>
                </c:pt>
                <c:pt idx="15652">
                  <c:v>4.2801099999999996</c:v>
                </c:pt>
                <c:pt idx="15653">
                  <c:v>4.2804200000000003</c:v>
                </c:pt>
                <c:pt idx="15654">
                  <c:v>4.2807199999999996</c:v>
                </c:pt>
                <c:pt idx="15655">
                  <c:v>4.2810300000000003</c:v>
                </c:pt>
                <c:pt idx="15656">
                  <c:v>4.2813299999999996</c:v>
                </c:pt>
                <c:pt idx="15657">
                  <c:v>4.2816400000000003</c:v>
                </c:pt>
                <c:pt idx="15658">
                  <c:v>4.2819500000000001</c:v>
                </c:pt>
                <c:pt idx="15659">
                  <c:v>4.2822500000000003</c:v>
                </c:pt>
                <c:pt idx="15660">
                  <c:v>4.2825600000000001</c:v>
                </c:pt>
                <c:pt idx="15661">
                  <c:v>4.2828600000000003</c:v>
                </c:pt>
                <c:pt idx="15662">
                  <c:v>4.2831700000000001</c:v>
                </c:pt>
                <c:pt idx="15663">
                  <c:v>4.2834700000000003</c:v>
                </c:pt>
                <c:pt idx="15664">
                  <c:v>4.2837800000000001</c:v>
                </c:pt>
                <c:pt idx="15665">
                  <c:v>4.2840800000000003</c:v>
                </c:pt>
                <c:pt idx="15666">
                  <c:v>4.2843900000000001</c:v>
                </c:pt>
                <c:pt idx="15667">
                  <c:v>4.2846900000000003</c:v>
                </c:pt>
                <c:pt idx="15668">
                  <c:v>4.2850000000000001</c:v>
                </c:pt>
                <c:pt idx="15669">
                  <c:v>4.2853000000000003</c:v>
                </c:pt>
                <c:pt idx="15670">
                  <c:v>4.2856100000000001</c:v>
                </c:pt>
                <c:pt idx="15671">
                  <c:v>4.28592</c:v>
                </c:pt>
                <c:pt idx="15672">
                  <c:v>4.2862200000000001</c:v>
                </c:pt>
                <c:pt idx="15673">
                  <c:v>4.28653</c:v>
                </c:pt>
                <c:pt idx="15674">
                  <c:v>4.2868300000000001</c:v>
                </c:pt>
                <c:pt idx="15675">
                  <c:v>4.28714</c:v>
                </c:pt>
                <c:pt idx="15676">
                  <c:v>4.2874400000000001</c:v>
                </c:pt>
                <c:pt idx="15677">
                  <c:v>4.28775</c:v>
                </c:pt>
                <c:pt idx="15678">
                  <c:v>4.2880500000000001</c:v>
                </c:pt>
                <c:pt idx="15679">
                  <c:v>4.2883599999999999</c:v>
                </c:pt>
                <c:pt idx="15680">
                  <c:v>4.2886600000000001</c:v>
                </c:pt>
                <c:pt idx="15681">
                  <c:v>4.2889699999999999</c:v>
                </c:pt>
                <c:pt idx="15682">
                  <c:v>4.2892799999999998</c:v>
                </c:pt>
                <c:pt idx="15683">
                  <c:v>4.2895799999999999</c:v>
                </c:pt>
                <c:pt idx="15684">
                  <c:v>4.2898899999999998</c:v>
                </c:pt>
                <c:pt idx="15685">
                  <c:v>4.2901899999999999</c:v>
                </c:pt>
                <c:pt idx="15686">
                  <c:v>4.2904999999999998</c:v>
                </c:pt>
                <c:pt idx="15687">
                  <c:v>4.2907999999999999</c:v>
                </c:pt>
                <c:pt idx="15688">
                  <c:v>4.2911099999999998</c:v>
                </c:pt>
                <c:pt idx="15689">
                  <c:v>4.2914099999999999</c:v>
                </c:pt>
                <c:pt idx="15690">
                  <c:v>4.2917199999999998</c:v>
                </c:pt>
                <c:pt idx="15691">
                  <c:v>4.2920199999999999</c:v>
                </c:pt>
                <c:pt idx="15692">
                  <c:v>4.2923299999999998</c:v>
                </c:pt>
                <c:pt idx="15693">
                  <c:v>4.2926299999999999</c:v>
                </c:pt>
                <c:pt idx="15694">
                  <c:v>4.2929399999999998</c:v>
                </c:pt>
                <c:pt idx="15695">
                  <c:v>4.2932499999999996</c:v>
                </c:pt>
                <c:pt idx="15696">
                  <c:v>4.2935499999999998</c:v>
                </c:pt>
                <c:pt idx="15697">
                  <c:v>4.2938599999999996</c:v>
                </c:pt>
                <c:pt idx="15698">
                  <c:v>4.2941599999999998</c:v>
                </c:pt>
                <c:pt idx="15699">
                  <c:v>4.2944699999999996</c:v>
                </c:pt>
                <c:pt idx="15700">
                  <c:v>4.2947699999999998</c:v>
                </c:pt>
                <c:pt idx="15701">
                  <c:v>4.2950799999999996</c:v>
                </c:pt>
                <c:pt idx="15702">
                  <c:v>4.2953799999999998</c:v>
                </c:pt>
                <c:pt idx="15703">
                  <c:v>4.2956899999999996</c:v>
                </c:pt>
                <c:pt idx="15704">
                  <c:v>4.2959899999999998</c:v>
                </c:pt>
                <c:pt idx="15705">
                  <c:v>4.2962999999999996</c:v>
                </c:pt>
                <c:pt idx="15706">
                  <c:v>4.2965999999999998</c:v>
                </c:pt>
                <c:pt idx="15707">
                  <c:v>4.2969099999999996</c:v>
                </c:pt>
                <c:pt idx="15708">
                  <c:v>4.2972200000000003</c:v>
                </c:pt>
                <c:pt idx="15709">
                  <c:v>4.2975199999999996</c:v>
                </c:pt>
                <c:pt idx="15710">
                  <c:v>4.2978300000000003</c:v>
                </c:pt>
                <c:pt idx="15711">
                  <c:v>4.2981299999999996</c:v>
                </c:pt>
                <c:pt idx="15712">
                  <c:v>4.2984400000000003</c:v>
                </c:pt>
                <c:pt idx="15713">
                  <c:v>4.2987399999999996</c:v>
                </c:pt>
                <c:pt idx="15714">
                  <c:v>4.2990500000000003</c:v>
                </c:pt>
                <c:pt idx="15715">
                  <c:v>4.2993499999999996</c:v>
                </c:pt>
                <c:pt idx="15716">
                  <c:v>4.2996600000000003</c:v>
                </c:pt>
                <c:pt idx="15717">
                  <c:v>4.2999599999999996</c:v>
                </c:pt>
                <c:pt idx="15718">
                  <c:v>4.3002700000000003</c:v>
                </c:pt>
                <c:pt idx="15719">
                  <c:v>4.3005699999999996</c:v>
                </c:pt>
                <c:pt idx="15720">
                  <c:v>4.3008800000000003</c:v>
                </c:pt>
                <c:pt idx="15721">
                  <c:v>4.3011900000000001</c:v>
                </c:pt>
                <c:pt idx="15722">
                  <c:v>4.3014900000000003</c:v>
                </c:pt>
                <c:pt idx="15723">
                  <c:v>4.3018000000000001</c:v>
                </c:pt>
                <c:pt idx="15724">
                  <c:v>4.3021000000000003</c:v>
                </c:pt>
                <c:pt idx="15725">
                  <c:v>4.3024100000000001</c:v>
                </c:pt>
                <c:pt idx="15726">
                  <c:v>4.3027100000000003</c:v>
                </c:pt>
                <c:pt idx="15727">
                  <c:v>4.3030200000000001</c:v>
                </c:pt>
                <c:pt idx="15728">
                  <c:v>4.3033200000000003</c:v>
                </c:pt>
                <c:pt idx="15729">
                  <c:v>4.3036300000000001</c:v>
                </c:pt>
                <c:pt idx="15730">
                  <c:v>4.3039300000000003</c:v>
                </c:pt>
                <c:pt idx="15731">
                  <c:v>4.3042400000000001</c:v>
                </c:pt>
                <c:pt idx="15732">
                  <c:v>4.3045400000000003</c:v>
                </c:pt>
                <c:pt idx="15733">
                  <c:v>4.3048500000000001</c:v>
                </c:pt>
                <c:pt idx="15734">
                  <c:v>4.3051599999999999</c:v>
                </c:pt>
                <c:pt idx="15735">
                  <c:v>4.3054600000000001</c:v>
                </c:pt>
                <c:pt idx="15736">
                  <c:v>4.3057699999999999</c:v>
                </c:pt>
                <c:pt idx="15737">
                  <c:v>4.3060700000000001</c:v>
                </c:pt>
                <c:pt idx="15738">
                  <c:v>4.3063799999999999</c:v>
                </c:pt>
                <c:pt idx="15739">
                  <c:v>4.3066800000000001</c:v>
                </c:pt>
                <c:pt idx="15740">
                  <c:v>4.3069899999999999</c:v>
                </c:pt>
                <c:pt idx="15741">
                  <c:v>4.3072900000000001</c:v>
                </c:pt>
                <c:pt idx="15742">
                  <c:v>4.3075999999999999</c:v>
                </c:pt>
                <c:pt idx="15743">
                  <c:v>4.3079000000000001</c:v>
                </c:pt>
                <c:pt idx="15744">
                  <c:v>4.3082099999999999</c:v>
                </c:pt>
                <c:pt idx="15745">
                  <c:v>4.3085199999999997</c:v>
                </c:pt>
                <c:pt idx="15746">
                  <c:v>4.3088199999999999</c:v>
                </c:pt>
                <c:pt idx="15747">
                  <c:v>4.3091299999999997</c:v>
                </c:pt>
                <c:pt idx="15748">
                  <c:v>4.3094299999999999</c:v>
                </c:pt>
                <c:pt idx="15749">
                  <c:v>4.3097399999999997</c:v>
                </c:pt>
                <c:pt idx="15750">
                  <c:v>4.3100399999999999</c:v>
                </c:pt>
                <c:pt idx="15751">
                  <c:v>4.3103499999999997</c:v>
                </c:pt>
                <c:pt idx="15752">
                  <c:v>4.3106499999999999</c:v>
                </c:pt>
                <c:pt idx="15753">
                  <c:v>4.3109599999999997</c:v>
                </c:pt>
                <c:pt idx="15754">
                  <c:v>4.3112599999999999</c:v>
                </c:pt>
                <c:pt idx="15755">
                  <c:v>4.3115699999999997</c:v>
                </c:pt>
                <c:pt idx="15756">
                  <c:v>4.3118699999999999</c:v>
                </c:pt>
                <c:pt idx="15757">
                  <c:v>4.3121799999999997</c:v>
                </c:pt>
                <c:pt idx="15758">
                  <c:v>4.3124900000000004</c:v>
                </c:pt>
                <c:pt idx="15759">
                  <c:v>4.3127899999999997</c:v>
                </c:pt>
                <c:pt idx="15760">
                  <c:v>4.3131000000000004</c:v>
                </c:pt>
                <c:pt idx="15761">
                  <c:v>4.3133999999999997</c:v>
                </c:pt>
                <c:pt idx="15762">
                  <c:v>4.3137100000000004</c:v>
                </c:pt>
                <c:pt idx="15763">
                  <c:v>4.3140099999999997</c:v>
                </c:pt>
                <c:pt idx="15764">
                  <c:v>4.3143200000000004</c:v>
                </c:pt>
                <c:pt idx="15765">
                  <c:v>4.3146199999999997</c:v>
                </c:pt>
                <c:pt idx="15766">
                  <c:v>4.3149300000000004</c:v>
                </c:pt>
                <c:pt idx="15767">
                  <c:v>4.3152299999999997</c:v>
                </c:pt>
                <c:pt idx="15768">
                  <c:v>4.3155400000000004</c:v>
                </c:pt>
                <c:pt idx="15769">
                  <c:v>4.3158399999999997</c:v>
                </c:pt>
                <c:pt idx="15770">
                  <c:v>4.3161500000000004</c:v>
                </c:pt>
                <c:pt idx="15771">
                  <c:v>4.3164600000000002</c:v>
                </c:pt>
                <c:pt idx="15772">
                  <c:v>4.3167600000000004</c:v>
                </c:pt>
                <c:pt idx="15773">
                  <c:v>4.3170700000000002</c:v>
                </c:pt>
                <c:pt idx="15774">
                  <c:v>4.3173700000000004</c:v>
                </c:pt>
                <c:pt idx="15775">
                  <c:v>4.3176800000000002</c:v>
                </c:pt>
                <c:pt idx="15776">
                  <c:v>4.3179800000000004</c:v>
                </c:pt>
                <c:pt idx="15777">
                  <c:v>4.3182900000000002</c:v>
                </c:pt>
                <c:pt idx="15778">
                  <c:v>4.3185900000000004</c:v>
                </c:pt>
                <c:pt idx="15779">
                  <c:v>4.3189000000000002</c:v>
                </c:pt>
                <c:pt idx="15780">
                  <c:v>4.3192000000000004</c:v>
                </c:pt>
                <c:pt idx="15781">
                  <c:v>4.3195100000000002</c:v>
                </c:pt>
                <c:pt idx="15782">
                  <c:v>4.3198100000000004</c:v>
                </c:pt>
                <c:pt idx="15783">
                  <c:v>4.3201200000000002</c:v>
                </c:pt>
                <c:pt idx="15784">
                  <c:v>4.32043</c:v>
                </c:pt>
                <c:pt idx="15785">
                  <c:v>4.3207300000000002</c:v>
                </c:pt>
                <c:pt idx="15786">
                  <c:v>4.32104</c:v>
                </c:pt>
                <c:pt idx="15787">
                  <c:v>4.3213400000000002</c:v>
                </c:pt>
                <c:pt idx="15788">
                  <c:v>4.32165</c:v>
                </c:pt>
                <c:pt idx="15789">
                  <c:v>4.3219500000000002</c:v>
                </c:pt>
                <c:pt idx="15790">
                  <c:v>4.32226</c:v>
                </c:pt>
                <c:pt idx="15791">
                  <c:v>4.3225600000000002</c:v>
                </c:pt>
                <c:pt idx="15792">
                  <c:v>4.32287</c:v>
                </c:pt>
                <c:pt idx="15793">
                  <c:v>4.3231700000000002</c:v>
                </c:pt>
                <c:pt idx="15794">
                  <c:v>4.32348</c:v>
                </c:pt>
                <c:pt idx="15795">
                  <c:v>4.3237800000000002</c:v>
                </c:pt>
                <c:pt idx="15796">
                  <c:v>4.32409</c:v>
                </c:pt>
                <c:pt idx="15797">
                  <c:v>4.3243999999999998</c:v>
                </c:pt>
                <c:pt idx="15798">
                  <c:v>4.3247</c:v>
                </c:pt>
                <c:pt idx="15799">
                  <c:v>4.3250099999999998</c:v>
                </c:pt>
                <c:pt idx="15800">
                  <c:v>4.32531</c:v>
                </c:pt>
                <c:pt idx="15801">
                  <c:v>4.3256199999999998</c:v>
                </c:pt>
                <c:pt idx="15802">
                  <c:v>4.32592</c:v>
                </c:pt>
                <c:pt idx="15803">
                  <c:v>4.3262299999999998</c:v>
                </c:pt>
                <c:pt idx="15804">
                  <c:v>4.32653</c:v>
                </c:pt>
                <c:pt idx="15805">
                  <c:v>4.3268399999999998</c:v>
                </c:pt>
                <c:pt idx="15806">
                  <c:v>4.32714</c:v>
                </c:pt>
                <c:pt idx="15807">
                  <c:v>4.3274499999999998</c:v>
                </c:pt>
                <c:pt idx="15808">
                  <c:v>4.3277599999999996</c:v>
                </c:pt>
                <c:pt idx="15809">
                  <c:v>4.3280599999999998</c:v>
                </c:pt>
                <c:pt idx="15810">
                  <c:v>4.3283699999999996</c:v>
                </c:pt>
                <c:pt idx="15811">
                  <c:v>4.3286699999999998</c:v>
                </c:pt>
                <c:pt idx="15812">
                  <c:v>4.3289799999999996</c:v>
                </c:pt>
                <c:pt idx="15813">
                  <c:v>4.3292799999999998</c:v>
                </c:pt>
                <c:pt idx="15814">
                  <c:v>4.3295899999999996</c:v>
                </c:pt>
                <c:pt idx="15815">
                  <c:v>4.3298899999999998</c:v>
                </c:pt>
                <c:pt idx="15816">
                  <c:v>4.3301999999999996</c:v>
                </c:pt>
                <c:pt idx="15817">
                  <c:v>4.3304999999999998</c:v>
                </c:pt>
                <c:pt idx="15818">
                  <c:v>4.3308099999999996</c:v>
                </c:pt>
                <c:pt idx="15819">
                  <c:v>4.3311099999999998</c:v>
                </c:pt>
                <c:pt idx="15820">
                  <c:v>4.3314199999999996</c:v>
                </c:pt>
                <c:pt idx="15821">
                  <c:v>4.3317300000000003</c:v>
                </c:pt>
                <c:pt idx="15822">
                  <c:v>4.3320299999999996</c:v>
                </c:pt>
                <c:pt idx="15823">
                  <c:v>4.3323400000000003</c:v>
                </c:pt>
                <c:pt idx="15824">
                  <c:v>4.3326399999999996</c:v>
                </c:pt>
                <c:pt idx="15825">
                  <c:v>4.3329500000000003</c:v>
                </c:pt>
                <c:pt idx="15826">
                  <c:v>4.3332499999999996</c:v>
                </c:pt>
                <c:pt idx="15827">
                  <c:v>4.3335600000000003</c:v>
                </c:pt>
                <c:pt idx="15828">
                  <c:v>4.3338599999999996</c:v>
                </c:pt>
                <c:pt idx="15829">
                  <c:v>4.3341700000000003</c:v>
                </c:pt>
                <c:pt idx="15830">
                  <c:v>4.3344699999999996</c:v>
                </c:pt>
                <c:pt idx="15831">
                  <c:v>4.3347800000000003</c:v>
                </c:pt>
                <c:pt idx="15832">
                  <c:v>4.3350799999999996</c:v>
                </c:pt>
                <c:pt idx="15833">
                  <c:v>4.3353900000000003</c:v>
                </c:pt>
                <c:pt idx="15834">
                  <c:v>4.3357000000000001</c:v>
                </c:pt>
                <c:pt idx="15835">
                  <c:v>4.3360000000000003</c:v>
                </c:pt>
                <c:pt idx="15836">
                  <c:v>4.3363100000000001</c:v>
                </c:pt>
                <c:pt idx="15837">
                  <c:v>4.3366100000000003</c:v>
                </c:pt>
                <c:pt idx="15838">
                  <c:v>4.3369200000000001</c:v>
                </c:pt>
                <c:pt idx="15839">
                  <c:v>4.3372200000000003</c:v>
                </c:pt>
                <c:pt idx="15840">
                  <c:v>4.3375300000000001</c:v>
                </c:pt>
                <c:pt idx="15841">
                  <c:v>4.3378300000000003</c:v>
                </c:pt>
                <c:pt idx="15842">
                  <c:v>4.3381400000000001</c:v>
                </c:pt>
                <c:pt idx="15843">
                  <c:v>4.3384400000000003</c:v>
                </c:pt>
                <c:pt idx="15844">
                  <c:v>4.3387500000000001</c:v>
                </c:pt>
                <c:pt idx="15845">
                  <c:v>4.3390500000000003</c:v>
                </c:pt>
                <c:pt idx="15846">
                  <c:v>4.3393600000000001</c:v>
                </c:pt>
                <c:pt idx="15847">
                  <c:v>4.3396699999999999</c:v>
                </c:pt>
                <c:pt idx="15848">
                  <c:v>4.3399700000000001</c:v>
                </c:pt>
                <c:pt idx="15849">
                  <c:v>4.3402799999999999</c:v>
                </c:pt>
                <c:pt idx="15850">
                  <c:v>4.3405800000000001</c:v>
                </c:pt>
                <c:pt idx="15851">
                  <c:v>4.3408899999999999</c:v>
                </c:pt>
                <c:pt idx="15852">
                  <c:v>4.3411900000000001</c:v>
                </c:pt>
                <c:pt idx="15853">
                  <c:v>4.3414999999999999</c:v>
                </c:pt>
                <c:pt idx="15854">
                  <c:v>4.3418000000000001</c:v>
                </c:pt>
                <c:pt idx="15855">
                  <c:v>4.3421099999999999</c:v>
                </c:pt>
                <c:pt idx="15856">
                  <c:v>4.3424100000000001</c:v>
                </c:pt>
                <c:pt idx="15857">
                  <c:v>4.3427199999999999</c:v>
                </c:pt>
                <c:pt idx="15858">
                  <c:v>4.3430200000000001</c:v>
                </c:pt>
                <c:pt idx="15859">
                  <c:v>4.3433299999999999</c:v>
                </c:pt>
                <c:pt idx="15860">
                  <c:v>4.3436399999999997</c:v>
                </c:pt>
                <c:pt idx="15861">
                  <c:v>4.3439399999999999</c:v>
                </c:pt>
                <c:pt idx="15862">
                  <c:v>4.3442499999999997</c:v>
                </c:pt>
                <c:pt idx="15863">
                  <c:v>4.3445499999999999</c:v>
                </c:pt>
                <c:pt idx="15864">
                  <c:v>4.3448599999999997</c:v>
                </c:pt>
                <c:pt idx="15865">
                  <c:v>4.3451599999999999</c:v>
                </c:pt>
                <c:pt idx="15866">
                  <c:v>4.3454699999999997</c:v>
                </c:pt>
                <c:pt idx="15867">
                  <c:v>4.3457699999999999</c:v>
                </c:pt>
                <c:pt idx="15868">
                  <c:v>4.3460799999999997</c:v>
                </c:pt>
                <c:pt idx="15869">
                  <c:v>4.3463799999999999</c:v>
                </c:pt>
                <c:pt idx="15870">
                  <c:v>4.3466899999999997</c:v>
                </c:pt>
                <c:pt idx="15871">
                  <c:v>4.3470000000000004</c:v>
                </c:pt>
                <c:pt idx="15872">
                  <c:v>4.3472999999999997</c:v>
                </c:pt>
                <c:pt idx="15873">
                  <c:v>4.3476100000000004</c:v>
                </c:pt>
                <c:pt idx="15874">
                  <c:v>4.3479099999999997</c:v>
                </c:pt>
                <c:pt idx="15875">
                  <c:v>4.3482200000000004</c:v>
                </c:pt>
                <c:pt idx="15876">
                  <c:v>4.3485199999999997</c:v>
                </c:pt>
                <c:pt idx="15877">
                  <c:v>4.3488300000000004</c:v>
                </c:pt>
                <c:pt idx="15878">
                  <c:v>4.3491299999999997</c:v>
                </c:pt>
                <c:pt idx="15879">
                  <c:v>4.3494400000000004</c:v>
                </c:pt>
                <c:pt idx="15880">
                  <c:v>4.3497399999999997</c:v>
                </c:pt>
                <c:pt idx="15881">
                  <c:v>4.3500500000000004</c:v>
                </c:pt>
                <c:pt idx="15882">
                  <c:v>4.3503499999999997</c:v>
                </c:pt>
                <c:pt idx="15883">
                  <c:v>4.3506600000000004</c:v>
                </c:pt>
                <c:pt idx="15884">
                  <c:v>4.3509700000000002</c:v>
                </c:pt>
                <c:pt idx="15885">
                  <c:v>4.3512700000000004</c:v>
                </c:pt>
                <c:pt idx="15886">
                  <c:v>4.3515800000000002</c:v>
                </c:pt>
                <c:pt idx="15887">
                  <c:v>4.3518800000000004</c:v>
                </c:pt>
                <c:pt idx="15888">
                  <c:v>4.3521900000000002</c:v>
                </c:pt>
                <c:pt idx="15889">
                  <c:v>4.3524900000000004</c:v>
                </c:pt>
                <c:pt idx="15890">
                  <c:v>4.3528000000000002</c:v>
                </c:pt>
                <c:pt idx="15891">
                  <c:v>4.3531000000000004</c:v>
                </c:pt>
                <c:pt idx="15892">
                  <c:v>4.3534100000000002</c:v>
                </c:pt>
                <c:pt idx="15893">
                  <c:v>4.3537100000000004</c:v>
                </c:pt>
                <c:pt idx="15894">
                  <c:v>4.3540200000000002</c:v>
                </c:pt>
                <c:pt idx="15895">
                  <c:v>4.3543200000000004</c:v>
                </c:pt>
                <c:pt idx="15896">
                  <c:v>4.3546300000000002</c:v>
                </c:pt>
                <c:pt idx="15897">
                  <c:v>4.35494</c:v>
                </c:pt>
                <c:pt idx="15898">
                  <c:v>4.3552400000000002</c:v>
                </c:pt>
                <c:pt idx="15899">
                  <c:v>4.35555</c:v>
                </c:pt>
                <c:pt idx="15900">
                  <c:v>4.3558500000000002</c:v>
                </c:pt>
                <c:pt idx="15901">
                  <c:v>4.35616</c:v>
                </c:pt>
                <c:pt idx="15902">
                  <c:v>4.3564600000000002</c:v>
                </c:pt>
                <c:pt idx="15903">
                  <c:v>4.35677</c:v>
                </c:pt>
                <c:pt idx="15904">
                  <c:v>4.3570700000000002</c:v>
                </c:pt>
                <c:pt idx="15905">
                  <c:v>4.35738</c:v>
                </c:pt>
                <c:pt idx="15906">
                  <c:v>4.3576800000000002</c:v>
                </c:pt>
                <c:pt idx="15907">
                  <c:v>4.35799</c:v>
                </c:pt>
                <c:pt idx="15908">
                  <c:v>4.3582900000000002</c:v>
                </c:pt>
                <c:pt idx="15909">
                  <c:v>4.3586</c:v>
                </c:pt>
                <c:pt idx="15910">
                  <c:v>4.3589099999999998</c:v>
                </c:pt>
                <c:pt idx="15911">
                  <c:v>4.35921</c:v>
                </c:pt>
                <c:pt idx="15912">
                  <c:v>4.3595199999999998</c:v>
                </c:pt>
                <c:pt idx="15913">
                  <c:v>4.35982</c:v>
                </c:pt>
                <c:pt idx="15914">
                  <c:v>4.3601299999999998</c:v>
                </c:pt>
                <c:pt idx="15915">
                  <c:v>4.36043</c:v>
                </c:pt>
                <c:pt idx="15916">
                  <c:v>4.3607399999999998</c:v>
                </c:pt>
                <c:pt idx="15917">
                  <c:v>4.36104</c:v>
                </c:pt>
                <c:pt idx="15918">
                  <c:v>4.3613499999999998</c:v>
                </c:pt>
                <c:pt idx="15919">
                  <c:v>4.36165</c:v>
                </c:pt>
                <c:pt idx="15920">
                  <c:v>4.3619599999999998</c:v>
                </c:pt>
                <c:pt idx="15921">
                  <c:v>4.3622699999999996</c:v>
                </c:pt>
                <c:pt idx="15922">
                  <c:v>4.3625699999999998</c:v>
                </c:pt>
                <c:pt idx="15923">
                  <c:v>4.3628799999999996</c:v>
                </c:pt>
                <c:pt idx="15924">
                  <c:v>4.3631799999999998</c:v>
                </c:pt>
                <c:pt idx="15925">
                  <c:v>4.3634899999999996</c:v>
                </c:pt>
                <c:pt idx="15926">
                  <c:v>4.3637899999999998</c:v>
                </c:pt>
                <c:pt idx="15927">
                  <c:v>4.3640999999999996</c:v>
                </c:pt>
                <c:pt idx="15928">
                  <c:v>4.3643999999999998</c:v>
                </c:pt>
                <c:pt idx="15929">
                  <c:v>4.3647099999999996</c:v>
                </c:pt>
                <c:pt idx="15930">
                  <c:v>4.3650099999999998</c:v>
                </c:pt>
                <c:pt idx="15931">
                  <c:v>4.3653199999999996</c:v>
                </c:pt>
                <c:pt idx="15932">
                  <c:v>4.3656199999999998</c:v>
                </c:pt>
                <c:pt idx="15933">
                  <c:v>4.3659299999999996</c:v>
                </c:pt>
                <c:pt idx="15934">
                  <c:v>4.3662400000000003</c:v>
                </c:pt>
                <c:pt idx="15935">
                  <c:v>4.3665399999999996</c:v>
                </c:pt>
                <c:pt idx="15936">
                  <c:v>4.3668500000000003</c:v>
                </c:pt>
                <c:pt idx="15937">
                  <c:v>4.3671499999999996</c:v>
                </c:pt>
                <c:pt idx="15938">
                  <c:v>4.3674600000000003</c:v>
                </c:pt>
                <c:pt idx="15939">
                  <c:v>4.3677599999999996</c:v>
                </c:pt>
                <c:pt idx="15940">
                  <c:v>4.3680700000000003</c:v>
                </c:pt>
                <c:pt idx="15941">
                  <c:v>4.3683699999999996</c:v>
                </c:pt>
                <c:pt idx="15942">
                  <c:v>4.3686800000000003</c:v>
                </c:pt>
                <c:pt idx="15943">
                  <c:v>4.3689799999999996</c:v>
                </c:pt>
                <c:pt idx="15944">
                  <c:v>4.3692900000000003</c:v>
                </c:pt>
                <c:pt idx="15945">
                  <c:v>4.3695899999999996</c:v>
                </c:pt>
                <c:pt idx="15946">
                  <c:v>4.3699000000000003</c:v>
                </c:pt>
                <c:pt idx="15947">
                  <c:v>4.3702100000000002</c:v>
                </c:pt>
                <c:pt idx="15948">
                  <c:v>4.3705100000000003</c:v>
                </c:pt>
                <c:pt idx="15949">
                  <c:v>4.3708200000000001</c:v>
                </c:pt>
                <c:pt idx="15950">
                  <c:v>4.3711200000000003</c:v>
                </c:pt>
                <c:pt idx="15951">
                  <c:v>4.3714300000000001</c:v>
                </c:pt>
                <c:pt idx="15952">
                  <c:v>4.3717300000000003</c:v>
                </c:pt>
                <c:pt idx="15953">
                  <c:v>4.3720400000000001</c:v>
                </c:pt>
                <c:pt idx="15954">
                  <c:v>4.3723400000000003</c:v>
                </c:pt>
                <c:pt idx="15955">
                  <c:v>4.3726500000000001</c:v>
                </c:pt>
                <c:pt idx="15956">
                  <c:v>4.3729500000000003</c:v>
                </c:pt>
                <c:pt idx="15957">
                  <c:v>4.3732600000000001</c:v>
                </c:pt>
                <c:pt idx="15958">
                  <c:v>4.3735600000000003</c:v>
                </c:pt>
                <c:pt idx="15959">
                  <c:v>4.3738700000000001</c:v>
                </c:pt>
                <c:pt idx="15960">
                  <c:v>4.37418</c:v>
                </c:pt>
                <c:pt idx="15961">
                  <c:v>4.3744800000000001</c:v>
                </c:pt>
                <c:pt idx="15962">
                  <c:v>4.37479</c:v>
                </c:pt>
                <c:pt idx="15963">
                  <c:v>4.3750900000000001</c:v>
                </c:pt>
                <c:pt idx="15964">
                  <c:v>4.3754</c:v>
                </c:pt>
                <c:pt idx="15965">
                  <c:v>4.3757000000000001</c:v>
                </c:pt>
                <c:pt idx="15966">
                  <c:v>4.37601</c:v>
                </c:pt>
                <c:pt idx="15967">
                  <c:v>4.3763100000000001</c:v>
                </c:pt>
                <c:pt idx="15968">
                  <c:v>4.37662</c:v>
                </c:pt>
                <c:pt idx="15969">
                  <c:v>4.3769200000000001</c:v>
                </c:pt>
                <c:pt idx="15970">
                  <c:v>4.37723</c:v>
                </c:pt>
                <c:pt idx="15971">
                  <c:v>4.3775300000000001</c:v>
                </c:pt>
                <c:pt idx="15972">
                  <c:v>4.37784</c:v>
                </c:pt>
                <c:pt idx="15973">
                  <c:v>4.3781499999999998</c:v>
                </c:pt>
                <c:pt idx="15974">
                  <c:v>4.37845</c:v>
                </c:pt>
                <c:pt idx="15975">
                  <c:v>4.3787599999999998</c:v>
                </c:pt>
                <c:pt idx="15976">
                  <c:v>4.37906</c:v>
                </c:pt>
                <c:pt idx="15977">
                  <c:v>4.3793699999999998</c:v>
                </c:pt>
                <c:pt idx="15978">
                  <c:v>4.37967</c:v>
                </c:pt>
                <c:pt idx="15979">
                  <c:v>4.3799799999999998</c:v>
                </c:pt>
                <c:pt idx="15980">
                  <c:v>4.38028</c:v>
                </c:pt>
                <c:pt idx="15981">
                  <c:v>4.3805899999999998</c:v>
                </c:pt>
                <c:pt idx="15982">
                  <c:v>4.38089</c:v>
                </c:pt>
                <c:pt idx="15983">
                  <c:v>4.3811999999999998</c:v>
                </c:pt>
                <c:pt idx="15984">
                  <c:v>4.3815099999999996</c:v>
                </c:pt>
                <c:pt idx="15985">
                  <c:v>4.3818099999999998</c:v>
                </c:pt>
                <c:pt idx="15986">
                  <c:v>4.3821199999999996</c:v>
                </c:pt>
                <c:pt idx="15987">
                  <c:v>4.3824199999999998</c:v>
                </c:pt>
                <c:pt idx="15988">
                  <c:v>4.3827299999999996</c:v>
                </c:pt>
                <c:pt idx="15989">
                  <c:v>4.3830299999999998</c:v>
                </c:pt>
                <c:pt idx="15990">
                  <c:v>4.3833399999999996</c:v>
                </c:pt>
                <c:pt idx="15991">
                  <c:v>4.3836399999999998</c:v>
                </c:pt>
                <c:pt idx="15992">
                  <c:v>4.3839499999999996</c:v>
                </c:pt>
                <c:pt idx="15993">
                  <c:v>4.3842499999999998</c:v>
                </c:pt>
                <c:pt idx="15994">
                  <c:v>4.3845599999999996</c:v>
                </c:pt>
                <c:pt idx="15995">
                  <c:v>4.3848599999999998</c:v>
                </c:pt>
                <c:pt idx="15996">
                  <c:v>4.3851699999999996</c:v>
                </c:pt>
                <c:pt idx="15997">
                  <c:v>4.3854800000000003</c:v>
                </c:pt>
                <c:pt idx="15998">
                  <c:v>4.3857799999999996</c:v>
                </c:pt>
                <c:pt idx="15999">
                  <c:v>4.3860900000000003</c:v>
                </c:pt>
                <c:pt idx="16000">
                  <c:v>4.3863899999999996</c:v>
                </c:pt>
                <c:pt idx="16001">
                  <c:v>4.3867000000000003</c:v>
                </c:pt>
                <c:pt idx="16002">
                  <c:v>4.3869999999999996</c:v>
                </c:pt>
                <c:pt idx="16003">
                  <c:v>4.3873100000000003</c:v>
                </c:pt>
                <c:pt idx="16004">
                  <c:v>4.3876099999999996</c:v>
                </c:pt>
                <c:pt idx="16005">
                  <c:v>4.3879200000000003</c:v>
                </c:pt>
                <c:pt idx="16006">
                  <c:v>4.3882199999999996</c:v>
                </c:pt>
                <c:pt idx="16007">
                  <c:v>4.3885300000000003</c:v>
                </c:pt>
                <c:pt idx="16008">
                  <c:v>4.3888299999999996</c:v>
                </c:pt>
                <c:pt idx="16009">
                  <c:v>4.3891400000000003</c:v>
                </c:pt>
                <c:pt idx="16010">
                  <c:v>4.3894500000000001</c:v>
                </c:pt>
                <c:pt idx="16011">
                  <c:v>4.3897500000000003</c:v>
                </c:pt>
                <c:pt idx="16012">
                  <c:v>4.3900600000000001</c:v>
                </c:pt>
                <c:pt idx="16013">
                  <c:v>4.3903600000000003</c:v>
                </c:pt>
                <c:pt idx="16014">
                  <c:v>4.3906700000000001</c:v>
                </c:pt>
                <c:pt idx="16015">
                  <c:v>4.3909700000000003</c:v>
                </c:pt>
                <c:pt idx="16016">
                  <c:v>4.3912800000000001</c:v>
                </c:pt>
                <c:pt idx="16017">
                  <c:v>4.3915800000000003</c:v>
                </c:pt>
                <c:pt idx="16018">
                  <c:v>4.3918900000000001</c:v>
                </c:pt>
                <c:pt idx="16019">
                  <c:v>4.3921900000000003</c:v>
                </c:pt>
                <c:pt idx="16020">
                  <c:v>4.3925000000000001</c:v>
                </c:pt>
                <c:pt idx="16021">
                  <c:v>4.3928000000000003</c:v>
                </c:pt>
                <c:pt idx="16022">
                  <c:v>4.3931100000000001</c:v>
                </c:pt>
                <c:pt idx="16023">
                  <c:v>4.3934199999999999</c:v>
                </c:pt>
                <c:pt idx="16024">
                  <c:v>4.3937200000000001</c:v>
                </c:pt>
                <c:pt idx="16025">
                  <c:v>4.3940299999999999</c:v>
                </c:pt>
                <c:pt idx="16026">
                  <c:v>4.3943300000000001</c:v>
                </c:pt>
                <c:pt idx="16027">
                  <c:v>4.3946399999999999</c:v>
                </c:pt>
                <c:pt idx="16028">
                  <c:v>4.3949400000000001</c:v>
                </c:pt>
                <c:pt idx="16029">
                  <c:v>4.3952499999999999</c:v>
                </c:pt>
                <c:pt idx="16030">
                  <c:v>4.3955500000000001</c:v>
                </c:pt>
                <c:pt idx="16031">
                  <c:v>4.3958599999999999</c:v>
                </c:pt>
                <c:pt idx="16032">
                  <c:v>4.3961600000000001</c:v>
                </c:pt>
                <c:pt idx="16033">
                  <c:v>4.3964699999999999</c:v>
                </c:pt>
                <c:pt idx="16034">
                  <c:v>4.3967700000000001</c:v>
                </c:pt>
                <c:pt idx="16035">
                  <c:v>4.3970799999999999</c:v>
                </c:pt>
                <c:pt idx="16036">
                  <c:v>4.3973899999999997</c:v>
                </c:pt>
                <c:pt idx="16037">
                  <c:v>4.3976899999999999</c:v>
                </c:pt>
                <c:pt idx="16038">
                  <c:v>4.3979999999999997</c:v>
                </c:pt>
                <c:pt idx="16039">
                  <c:v>4.3982999999999999</c:v>
                </c:pt>
                <c:pt idx="16040">
                  <c:v>4.3986099999999997</c:v>
                </c:pt>
                <c:pt idx="16041">
                  <c:v>4.3989099999999999</c:v>
                </c:pt>
                <c:pt idx="16042">
                  <c:v>4.3992199999999997</c:v>
                </c:pt>
                <c:pt idx="16043">
                  <c:v>4.3995199999999999</c:v>
                </c:pt>
                <c:pt idx="16044">
                  <c:v>4.3998299999999997</c:v>
                </c:pt>
                <c:pt idx="16045">
                  <c:v>4.4001299999999999</c:v>
                </c:pt>
                <c:pt idx="16046">
                  <c:v>4.4004399999999997</c:v>
                </c:pt>
                <c:pt idx="16047">
                  <c:v>4.4007500000000004</c:v>
                </c:pt>
                <c:pt idx="16048">
                  <c:v>4.4010499999999997</c:v>
                </c:pt>
                <c:pt idx="16049">
                  <c:v>4.4013600000000004</c:v>
                </c:pt>
                <c:pt idx="16050">
                  <c:v>4.4016599999999997</c:v>
                </c:pt>
                <c:pt idx="16051">
                  <c:v>4.4019700000000004</c:v>
                </c:pt>
                <c:pt idx="16052">
                  <c:v>4.4022699999999997</c:v>
                </c:pt>
                <c:pt idx="16053">
                  <c:v>4.4025800000000004</c:v>
                </c:pt>
                <c:pt idx="16054">
                  <c:v>4.4028799999999997</c:v>
                </c:pt>
                <c:pt idx="16055">
                  <c:v>4.4031900000000004</c:v>
                </c:pt>
                <c:pt idx="16056">
                  <c:v>4.4034899999999997</c:v>
                </c:pt>
                <c:pt idx="16057">
                  <c:v>4.4038000000000004</c:v>
                </c:pt>
                <c:pt idx="16058">
                  <c:v>4.4040999999999997</c:v>
                </c:pt>
                <c:pt idx="16059">
                  <c:v>4.4044100000000004</c:v>
                </c:pt>
                <c:pt idx="16060">
                  <c:v>4.4047200000000002</c:v>
                </c:pt>
                <c:pt idx="16061">
                  <c:v>4.4050200000000004</c:v>
                </c:pt>
                <c:pt idx="16062">
                  <c:v>4.4053300000000002</c:v>
                </c:pt>
                <c:pt idx="16063">
                  <c:v>4.4056300000000004</c:v>
                </c:pt>
                <c:pt idx="16064">
                  <c:v>4.4059400000000002</c:v>
                </c:pt>
                <c:pt idx="16065">
                  <c:v>4.4062400000000004</c:v>
                </c:pt>
                <c:pt idx="16066">
                  <c:v>4.4065500000000002</c:v>
                </c:pt>
                <c:pt idx="16067">
                  <c:v>4.4068500000000004</c:v>
                </c:pt>
                <c:pt idx="16068">
                  <c:v>4.4071600000000002</c:v>
                </c:pt>
                <c:pt idx="16069">
                  <c:v>4.4074600000000004</c:v>
                </c:pt>
                <c:pt idx="16070">
                  <c:v>4.4077700000000002</c:v>
                </c:pt>
                <c:pt idx="16071">
                  <c:v>4.4080700000000004</c:v>
                </c:pt>
                <c:pt idx="16072">
                  <c:v>4.4083800000000002</c:v>
                </c:pt>
                <c:pt idx="16073">
                  <c:v>4.40869</c:v>
                </c:pt>
                <c:pt idx="16074">
                  <c:v>4.4089900000000002</c:v>
                </c:pt>
                <c:pt idx="16075">
                  <c:v>4.4093</c:v>
                </c:pt>
                <c:pt idx="16076">
                  <c:v>4.4096000000000002</c:v>
                </c:pt>
                <c:pt idx="16077">
                  <c:v>4.40991</c:v>
                </c:pt>
                <c:pt idx="16078">
                  <c:v>4.4102100000000002</c:v>
                </c:pt>
                <c:pt idx="16079">
                  <c:v>4.41052</c:v>
                </c:pt>
                <c:pt idx="16080">
                  <c:v>4.4108200000000002</c:v>
                </c:pt>
                <c:pt idx="16081">
                  <c:v>4.41113</c:v>
                </c:pt>
                <c:pt idx="16082">
                  <c:v>4.4114300000000002</c:v>
                </c:pt>
                <c:pt idx="16083">
                  <c:v>4.41174</c:v>
                </c:pt>
                <c:pt idx="16084">
                  <c:v>4.4120400000000002</c:v>
                </c:pt>
                <c:pt idx="16085">
                  <c:v>4.41235</c:v>
                </c:pt>
                <c:pt idx="16086">
                  <c:v>4.4126599999999998</c:v>
                </c:pt>
                <c:pt idx="16087">
                  <c:v>4.41296</c:v>
                </c:pt>
                <c:pt idx="16088">
                  <c:v>4.4132699999999998</c:v>
                </c:pt>
                <c:pt idx="16089">
                  <c:v>4.41357</c:v>
                </c:pt>
                <c:pt idx="16090">
                  <c:v>4.4138799999999998</c:v>
                </c:pt>
                <c:pt idx="16091">
                  <c:v>4.41418</c:v>
                </c:pt>
                <c:pt idx="16092">
                  <c:v>4.4144899999999998</c:v>
                </c:pt>
                <c:pt idx="16093">
                  <c:v>4.41479</c:v>
                </c:pt>
                <c:pt idx="16094">
                  <c:v>4.4150999999999998</c:v>
                </c:pt>
                <c:pt idx="16095">
                  <c:v>4.4154</c:v>
                </c:pt>
                <c:pt idx="16096">
                  <c:v>4.4157099999999998</c:v>
                </c:pt>
                <c:pt idx="16097">
                  <c:v>4.4160199999999996</c:v>
                </c:pt>
                <c:pt idx="16098">
                  <c:v>4.4163199999999998</c:v>
                </c:pt>
                <c:pt idx="16099">
                  <c:v>4.4166299999999996</c:v>
                </c:pt>
                <c:pt idx="16100">
                  <c:v>4.4169299999999998</c:v>
                </c:pt>
                <c:pt idx="16101">
                  <c:v>4.4172399999999996</c:v>
                </c:pt>
                <c:pt idx="16102">
                  <c:v>4.4175399999999998</c:v>
                </c:pt>
                <c:pt idx="16103">
                  <c:v>4.4178499999999996</c:v>
                </c:pt>
                <c:pt idx="16104">
                  <c:v>4.4181499999999998</c:v>
                </c:pt>
                <c:pt idx="16105">
                  <c:v>4.4184599999999996</c:v>
                </c:pt>
                <c:pt idx="16106">
                  <c:v>4.4187599999999998</c:v>
                </c:pt>
                <c:pt idx="16107">
                  <c:v>4.4190699999999996</c:v>
                </c:pt>
                <c:pt idx="16108">
                  <c:v>4.4193699999999998</c:v>
                </c:pt>
                <c:pt idx="16109">
                  <c:v>4.4196799999999996</c:v>
                </c:pt>
                <c:pt idx="16110">
                  <c:v>4.4199900000000003</c:v>
                </c:pt>
                <c:pt idx="16111">
                  <c:v>4.4202899999999996</c:v>
                </c:pt>
                <c:pt idx="16112">
                  <c:v>4.4206000000000003</c:v>
                </c:pt>
                <c:pt idx="16113">
                  <c:v>4.4208999999999996</c:v>
                </c:pt>
                <c:pt idx="16114">
                  <c:v>4.4212100000000003</c:v>
                </c:pt>
                <c:pt idx="16115">
                  <c:v>4.4215099999999996</c:v>
                </c:pt>
                <c:pt idx="16116">
                  <c:v>4.4218200000000003</c:v>
                </c:pt>
                <c:pt idx="16117">
                  <c:v>4.4221199999999996</c:v>
                </c:pt>
                <c:pt idx="16118">
                  <c:v>4.4224300000000003</c:v>
                </c:pt>
                <c:pt idx="16119">
                  <c:v>4.4227299999999996</c:v>
                </c:pt>
                <c:pt idx="16120">
                  <c:v>4.4230400000000003</c:v>
                </c:pt>
                <c:pt idx="16121">
                  <c:v>4.4233399999999996</c:v>
                </c:pt>
                <c:pt idx="16122">
                  <c:v>4.4236500000000003</c:v>
                </c:pt>
                <c:pt idx="16123">
                  <c:v>4.4239600000000001</c:v>
                </c:pt>
                <c:pt idx="16124">
                  <c:v>4.4242600000000003</c:v>
                </c:pt>
                <c:pt idx="16125">
                  <c:v>4.4245700000000001</c:v>
                </c:pt>
                <c:pt idx="16126">
                  <c:v>4.4248700000000003</c:v>
                </c:pt>
                <c:pt idx="16127">
                  <c:v>4.4251800000000001</c:v>
                </c:pt>
                <c:pt idx="16128">
                  <c:v>4.4254800000000003</c:v>
                </c:pt>
                <c:pt idx="16129">
                  <c:v>4.4257900000000001</c:v>
                </c:pt>
                <c:pt idx="16130">
                  <c:v>4.4260900000000003</c:v>
                </c:pt>
                <c:pt idx="16131">
                  <c:v>4.4264000000000001</c:v>
                </c:pt>
                <c:pt idx="16132">
                  <c:v>4.4267000000000003</c:v>
                </c:pt>
                <c:pt idx="16133">
                  <c:v>4.4270100000000001</c:v>
                </c:pt>
                <c:pt idx="16134">
                  <c:v>4.4273100000000003</c:v>
                </c:pt>
                <c:pt idx="16135">
                  <c:v>4.4276200000000001</c:v>
                </c:pt>
                <c:pt idx="16136">
                  <c:v>4.4279299999999999</c:v>
                </c:pt>
                <c:pt idx="16137">
                  <c:v>4.4282300000000001</c:v>
                </c:pt>
                <c:pt idx="16138">
                  <c:v>4.4285399999999999</c:v>
                </c:pt>
                <c:pt idx="16139">
                  <c:v>4.4288400000000001</c:v>
                </c:pt>
                <c:pt idx="16140">
                  <c:v>4.4291499999999999</c:v>
                </c:pt>
                <c:pt idx="16141">
                  <c:v>4.4294500000000001</c:v>
                </c:pt>
                <c:pt idx="16142">
                  <c:v>4.4297599999999999</c:v>
                </c:pt>
                <c:pt idx="16143">
                  <c:v>4.4300600000000001</c:v>
                </c:pt>
                <c:pt idx="16144">
                  <c:v>4.4303699999999999</c:v>
                </c:pt>
                <c:pt idx="16145">
                  <c:v>4.4306700000000001</c:v>
                </c:pt>
                <c:pt idx="16146">
                  <c:v>4.4309799999999999</c:v>
                </c:pt>
                <c:pt idx="16147">
                  <c:v>4.4312800000000001</c:v>
                </c:pt>
                <c:pt idx="16148">
                  <c:v>4.4315899999999999</c:v>
                </c:pt>
                <c:pt idx="16149">
                  <c:v>4.4318999999999997</c:v>
                </c:pt>
                <c:pt idx="16150">
                  <c:v>4.4321999999999999</c:v>
                </c:pt>
                <c:pt idx="16151">
                  <c:v>4.4325099999999997</c:v>
                </c:pt>
                <c:pt idx="16152">
                  <c:v>4.4328099999999999</c:v>
                </c:pt>
                <c:pt idx="16153">
                  <c:v>4.4331199999999997</c:v>
                </c:pt>
                <c:pt idx="16154">
                  <c:v>4.4334199999999999</c:v>
                </c:pt>
                <c:pt idx="16155">
                  <c:v>4.4337299999999997</c:v>
                </c:pt>
                <c:pt idx="16156">
                  <c:v>4.4340299999999999</c:v>
                </c:pt>
                <c:pt idx="16157">
                  <c:v>4.4343399999999997</c:v>
                </c:pt>
                <c:pt idx="16158">
                  <c:v>4.4346399999999999</c:v>
                </c:pt>
                <c:pt idx="16159">
                  <c:v>4.4349499999999997</c:v>
                </c:pt>
                <c:pt idx="16160">
                  <c:v>4.4352600000000004</c:v>
                </c:pt>
                <c:pt idx="16161">
                  <c:v>4.4355599999999997</c:v>
                </c:pt>
                <c:pt idx="16162">
                  <c:v>4.4358700000000004</c:v>
                </c:pt>
                <c:pt idx="16163">
                  <c:v>4.4361699999999997</c:v>
                </c:pt>
                <c:pt idx="16164">
                  <c:v>4.4364800000000004</c:v>
                </c:pt>
                <c:pt idx="16165">
                  <c:v>4.4367799999999997</c:v>
                </c:pt>
                <c:pt idx="16166">
                  <c:v>4.4370900000000004</c:v>
                </c:pt>
                <c:pt idx="16167">
                  <c:v>4.4373899999999997</c:v>
                </c:pt>
                <c:pt idx="16168">
                  <c:v>4.4377000000000004</c:v>
                </c:pt>
                <c:pt idx="16169">
                  <c:v>4.4379999999999997</c:v>
                </c:pt>
                <c:pt idx="16170">
                  <c:v>4.4383100000000004</c:v>
                </c:pt>
                <c:pt idx="16171">
                  <c:v>4.4386099999999997</c:v>
                </c:pt>
                <c:pt idx="16172">
                  <c:v>4.4389200000000004</c:v>
                </c:pt>
                <c:pt idx="16173">
                  <c:v>4.4392300000000002</c:v>
                </c:pt>
                <c:pt idx="16174">
                  <c:v>4.4395300000000004</c:v>
                </c:pt>
                <c:pt idx="16175">
                  <c:v>4.4398400000000002</c:v>
                </c:pt>
                <c:pt idx="16176">
                  <c:v>4.4401400000000004</c:v>
                </c:pt>
                <c:pt idx="16177">
                  <c:v>4.4404500000000002</c:v>
                </c:pt>
                <c:pt idx="16178">
                  <c:v>4.4407500000000004</c:v>
                </c:pt>
                <c:pt idx="16179">
                  <c:v>4.4410600000000002</c:v>
                </c:pt>
                <c:pt idx="16180">
                  <c:v>4.4413600000000004</c:v>
                </c:pt>
                <c:pt idx="16181">
                  <c:v>4.4416700000000002</c:v>
                </c:pt>
                <c:pt idx="16182">
                  <c:v>4.4419700000000004</c:v>
                </c:pt>
                <c:pt idx="16183">
                  <c:v>4.4422800000000002</c:v>
                </c:pt>
                <c:pt idx="16184">
                  <c:v>4.4425800000000004</c:v>
                </c:pt>
                <c:pt idx="16185">
                  <c:v>4.4428900000000002</c:v>
                </c:pt>
                <c:pt idx="16186">
                  <c:v>4.4432</c:v>
                </c:pt>
                <c:pt idx="16187">
                  <c:v>4.4435000000000002</c:v>
                </c:pt>
                <c:pt idx="16188">
                  <c:v>4.44381</c:v>
                </c:pt>
                <c:pt idx="16189">
                  <c:v>4.4441100000000002</c:v>
                </c:pt>
                <c:pt idx="16190">
                  <c:v>4.44442</c:v>
                </c:pt>
                <c:pt idx="16191">
                  <c:v>4.4447200000000002</c:v>
                </c:pt>
                <c:pt idx="16192">
                  <c:v>4.44503</c:v>
                </c:pt>
                <c:pt idx="16193">
                  <c:v>4.4453300000000002</c:v>
                </c:pt>
                <c:pt idx="16194">
                  <c:v>4.44564</c:v>
                </c:pt>
                <c:pt idx="16195">
                  <c:v>4.4459400000000002</c:v>
                </c:pt>
                <c:pt idx="16196">
                  <c:v>4.44625</c:v>
                </c:pt>
                <c:pt idx="16197">
                  <c:v>4.4465500000000002</c:v>
                </c:pt>
                <c:pt idx="16198">
                  <c:v>4.44686</c:v>
                </c:pt>
                <c:pt idx="16199">
                  <c:v>4.4471699999999998</c:v>
                </c:pt>
                <c:pt idx="16200">
                  <c:v>4.44747</c:v>
                </c:pt>
                <c:pt idx="16201">
                  <c:v>4.4477799999999998</c:v>
                </c:pt>
                <c:pt idx="16202">
                  <c:v>4.44808</c:v>
                </c:pt>
                <c:pt idx="16203">
                  <c:v>4.4483899999999998</c:v>
                </c:pt>
                <c:pt idx="16204">
                  <c:v>4.44869</c:v>
                </c:pt>
                <c:pt idx="16205">
                  <c:v>4.4489999999999998</c:v>
                </c:pt>
                <c:pt idx="16206">
                  <c:v>4.4493</c:v>
                </c:pt>
                <c:pt idx="16207">
                  <c:v>4.4496099999999998</c:v>
                </c:pt>
                <c:pt idx="16208">
                  <c:v>4.44991</c:v>
                </c:pt>
                <c:pt idx="16209">
                  <c:v>4.4502199999999998</c:v>
                </c:pt>
                <c:pt idx="16210">
                  <c:v>4.45052</c:v>
                </c:pt>
                <c:pt idx="16211">
                  <c:v>4.4508299999999998</c:v>
                </c:pt>
                <c:pt idx="16212">
                  <c:v>4.4511399999999997</c:v>
                </c:pt>
                <c:pt idx="16213">
                  <c:v>4.4514399999999998</c:v>
                </c:pt>
                <c:pt idx="16214">
                  <c:v>4.4517499999999997</c:v>
                </c:pt>
                <c:pt idx="16215">
                  <c:v>4.4520499999999998</c:v>
                </c:pt>
                <c:pt idx="16216">
                  <c:v>4.4523599999999997</c:v>
                </c:pt>
                <c:pt idx="16217">
                  <c:v>4.4526599999999998</c:v>
                </c:pt>
                <c:pt idx="16218">
                  <c:v>4.4529699999999997</c:v>
                </c:pt>
                <c:pt idx="16219">
                  <c:v>4.4532699999999998</c:v>
                </c:pt>
                <c:pt idx="16220">
                  <c:v>4.4535799999999997</c:v>
                </c:pt>
                <c:pt idx="16221">
                  <c:v>4.4538799999999998</c:v>
                </c:pt>
                <c:pt idx="16222">
                  <c:v>4.4541899999999996</c:v>
                </c:pt>
                <c:pt idx="16223">
                  <c:v>4.4545000000000003</c:v>
                </c:pt>
                <c:pt idx="16224">
                  <c:v>4.4547999999999996</c:v>
                </c:pt>
                <c:pt idx="16225">
                  <c:v>4.4551100000000003</c:v>
                </c:pt>
                <c:pt idx="16226">
                  <c:v>4.4554099999999996</c:v>
                </c:pt>
                <c:pt idx="16227">
                  <c:v>4.4557200000000003</c:v>
                </c:pt>
                <c:pt idx="16228">
                  <c:v>4.4560199999999996</c:v>
                </c:pt>
                <c:pt idx="16229">
                  <c:v>4.4563300000000003</c:v>
                </c:pt>
                <c:pt idx="16230">
                  <c:v>4.4566299999999996</c:v>
                </c:pt>
                <c:pt idx="16231">
                  <c:v>4.4569400000000003</c:v>
                </c:pt>
                <c:pt idx="16232">
                  <c:v>4.4572399999999996</c:v>
                </c:pt>
                <c:pt idx="16233">
                  <c:v>4.4575500000000003</c:v>
                </c:pt>
                <c:pt idx="16234">
                  <c:v>4.4578499999999996</c:v>
                </c:pt>
                <c:pt idx="16235">
                  <c:v>4.4581600000000003</c:v>
                </c:pt>
                <c:pt idx="16236">
                  <c:v>4.4584700000000002</c:v>
                </c:pt>
                <c:pt idx="16237">
                  <c:v>4.4587700000000003</c:v>
                </c:pt>
                <c:pt idx="16238">
                  <c:v>4.4590800000000002</c:v>
                </c:pt>
                <c:pt idx="16239">
                  <c:v>4.4593800000000003</c:v>
                </c:pt>
                <c:pt idx="16240">
                  <c:v>4.4596900000000002</c:v>
                </c:pt>
                <c:pt idx="16241">
                  <c:v>4.4599900000000003</c:v>
                </c:pt>
                <c:pt idx="16242">
                  <c:v>4.4603000000000002</c:v>
                </c:pt>
                <c:pt idx="16243">
                  <c:v>4.4606000000000003</c:v>
                </c:pt>
                <c:pt idx="16244">
                  <c:v>4.4609100000000002</c:v>
                </c:pt>
                <c:pt idx="16245">
                  <c:v>4.4612100000000003</c:v>
                </c:pt>
                <c:pt idx="16246">
                  <c:v>4.4615200000000002</c:v>
                </c:pt>
                <c:pt idx="16247">
                  <c:v>4.4618200000000003</c:v>
                </c:pt>
                <c:pt idx="16248">
                  <c:v>4.4621300000000002</c:v>
                </c:pt>
                <c:pt idx="16249">
                  <c:v>4.46244</c:v>
                </c:pt>
                <c:pt idx="16250">
                  <c:v>4.4627400000000002</c:v>
                </c:pt>
                <c:pt idx="16251">
                  <c:v>4.46305</c:v>
                </c:pt>
                <c:pt idx="16252">
                  <c:v>4.4633500000000002</c:v>
                </c:pt>
                <c:pt idx="16253">
                  <c:v>4.46366</c:v>
                </c:pt>
                <c:pt idx="16254">
                  <c:v>4.4639600000000002</c:v>
                </c:pt>
                <c:pt idx="16255">
                  <c:v>4.46427</c:v>
                </c:pt>
                <c:pt idx="16256">
                  <c:v>4.4645700000000001</c:v>
                </c:pt>
                <c:pt idx="16257">
                  <c:v>4.46488</c:v>
                </c:pt>
                <c:pt idx="16258">
                  <c:v>4.4651800000000001</c:v>
                </c:pt>
                <c:pt idx="16259">
                  <c:v>4.46549</c:v>
                </c:pt>
                <c:pt idx="16260">
                  <c:v>4.4657900000000001</c:v>
                </c:pt>
                <c:pt idx="16261">
                  <c:v>4.4661</c:v>
                </c:pt>
                <c:pt idx="16262">
                  <c:v>4.4664099999999998</c:v>
                </c:pt>
                <c:pt idx="16263">
                  <c:v>4.46671</c:v>
                </c:pt>
                <c:pt idx="16264">
                  <c:v>4.4670199999999998</c:v>
                </c:pt>
                <c:pt idx="16265">
                  <c:v>4.46732</c:v>
                </c:pt>
                <c:pt idx="16266">
                  <c:v>4.4676299999999998</c:v>
                </c:pt>
                <c:pt idx="16267">
                  <c:v>4.46793</c:v>
                </c:pt>
                <c:pt idx="16268">
                  <c:v>4.4682399999999998</c:v>
                </c:pt>
                <c:pt idx="16269">
                  <c:v>4.46854</c:v>
                </c:pt>
                <c:pt idx="16270">
                  <c:v>4.4688499999999998</c:v>
                </c:pt>
                <c:pt idx="16271">
                  <c:v>4.46915</c:v>
                </c:pt>
                <c:pt idx="16272">
                  <c:v>4.4694599999999998</c:v>
                </c:pt>
                <c:pt idx="16273">
                  <c:v>4.4697699999999996</c:v>
                </c:pt>
                <c:pt idx="16274">
                  <c:v>4.4700699999999998</c:v>
                </c:pt>
                <c:pt idx="16275">
                  <c:v>4.4703799999999996</c:v>
                </c:pt>
                <c:pt idx="16276">
                  <c:v>4.4706799999999998</c:v>
                </c:pt>
                <c:pt idx="16277">
                  <c:v>4.4709899999999996</c:v>
                </c:pt>
                <c:pt idx="16278">
                  <c:v>4.4712899999999998</c:v>
                </c:pt>
                <c:pt idx="16279">
                  <c:v>4.4715999999999996</c:v>
                </c:pt>
                <c:pt idx="16280">
                  <c:v>4.4718999999999998</c:v>
                </c:pt>
                <c:pt idx="16281">
                  <c:v>4.4722099999999996</c:v>
                </c:pt>
                <c:pt idx="16282">
                  <c:v>4.4725099999999998</c:v>
                </c:pt>
                <c:pt idx="16283">
                  <c:v>4.4728199999999996</c:v>
                </c:pt>
                <c:pt idx="16284">
                  <c:v>4.4731199999999998</c:v>
                </c:pt>
                <c:pt idx="16285">
                  <c:v>4.4734299999999996</c:v>
                </c:pt>
                <c:pt idx="16286">
                  <c:v>4.4737400000000003</c:v>
                </c:pt>
                <c:pt idx="16287">
                  <c:v>4.4740399999999996</c:v>
                </c:pt>
                <c:pt idx="16288">
                  <c:v>4.4743500000000003</c:v>
                </c:pt>
                <c:pt idx="16289">
                  <c:v>4.4746499999999996</c:v>
                </c:pt>
                <c:pt idx="16290">
                  <c:v>4.4749600000000003</c:v>
                </c:pt>
                <c:pt idx="16291">
                  <c:v>4.4752599999999996</c:v>
                </c:pt>
                <c:pt idx="16292">
                  <c:v>4.4755700000000003</c:v>
                </c:pt>
                <c:pt idx="16293">
                  <c:v>4.4758699999999996</c:v>
                </c:pt>
                <c:pt idx="16294">
                  <c:v>4.4761800000000003</c:v>
                </c:pt>
                <c:pt idx="16295">
                  <c:v>4.4764799999999996</c:v>
                </c:pt>
                <c:pt idx="16296">
                  <c:v>4.4767900000000003</c:v>
                </c:pt>
                <c:pt idx="16297">
                  <c:v>4.4770899999999996</c:v>
                </c:pt>
                <c:pt idx="16298">
                  <c:v>4.4774000000000003</c:v>
                </c:pt>
                <c:pt idx="16299">
                  <c:v>4.4777100000000001</c:v>
                </c:pt>
                <c:pt idx="16300">
                  <c:v>4.4780100000000003</c:v>
                </c:pt>
                <c:pt idx="16301">
                  <c:v>4.4783200000000001</c:v>
                </c:pt>
                <c:pt idx="16302">
                  <c:v>4.4786200000000003</c:v>
                </c:pt>
                <c:pt idx="16303">
                  <c:v>4.4789300000000001</c:v>
                </c:pt>
                <c:pt idx="16304">
                  <c:v>4.4792300000000003</c:v>
                </c:pt>
                <c:pt idx="16305">
                  <c:v>4.4795400000000001</c:v>
                </c:pt>
                <c:pt idx="16306">
                  <c:v>4.4798400000000003</c:v>
                </c:pt>
                <c:pt idx="16307">
                  <c:v>4.4801500000000001</c:v>
                </c:pt>
                <c:pt idx="16308">
                  <c:v>4.4804500000000003</c:v>
                </c:pt>
                <c:pt idx="16309">
                  <c:v>4.4807600000000001</c:v>
                </c:pt>
                <c:pt idx="16310">
                  <c:v>4.4810600000000003</c:v>
                </c:pt>
                <c:pt idx="16311">
                  <c:v>4.4813700000000001</c:v>
                </c:pt>
                <c:pt idx="16312">
                  <c:v>4.4816799999999999</c:v>
                </c:pt>
                <c:pt idx="16313">
                  <c:v>4.4819800000000001</c:v>
                </c:pt>
                <c:pt idx="16314">
                  <c:v>4.4822899999999999</c:v>
                </c:pt>
                <c:pt idx="16315">
                  <c:v>4.4825900000000001</c:v>
                </c:pt>
                <c:pt idx="16316">
                  <c:v>4.4828999999999999</c:v>
                </c:pt>
                <c:pt idx="16317">
                  <c:v>4.4832000000000001</c:v>
                </c:pt>
                <c:pt idx="16318">
                  <c:v>4.4835099999999999</c:v>
                </c:pt>
                <c:pt idx="16319">
                  <c:v>4.4838100000000001</c:v>
                </c:pt>
                <c:pt idx="16320">
                  <c:v>4.4841199999999999</c:v>
                </c:pt>
                <c:pt idx="16321">
                  <c:v>4.4844200000000001</c:v>
                </c:pt>
                <c:pt idx="16322">
                  <c:v>4.4847299999999999</c:v>
                </c:pt>
                <c:pt idx="16323">
                  <c:v>4.4850300000000001</c:v>
                </c:pt>
                <c:pt idx="16324">
                  <c:v>4.4853399999999999</c:v>
                </c:pt>
                <c:pt idx="16325">
                  <c:v>4.4856499999999997</c:v>
                </c:pt>
                <c:pt idx="16326">
                  <c:v>4.4859499999999999</c:v>
                </c:pt>
                <c:pt idx="16327">
                  <c:v>4.4862599999999997</c:v>
                </c:pt>
                <c:pt idx="16328">
                  <c:v>4.4865599999999999</c:v>
                </c:pt>
                <c:pt idx="16329">
                  <c:v>4.4868699999999997</c:v>
                </c:pt>
                <c:pt idx="16330">
                  <c:v>4.4871699999999999</c:v>
                </c:pt>
                <c:pt idx="16331">
                  <c:v>4.4874799999999997</c:v>
                </c:pt>
                <c:pt idx="16332">
                  <c:v>4.4877799999999999</c:v>
                </c:pt>
                <c:pt idx="16333">
                  <c:v>4.4880899999999997</c:v>
                </c:pt>
                <c:pt idx="16334">
                  <c:v>4.4883899999999999</c:v>
                </c:pt>
                <c:pt idx="16335">
                  <c:v>4.4886999999999997</c:v>
                </c:pt>
                <c:pt idx="16336">
                  <c:v>4.4890100000000004</c:v>
                </c:pt>
                <c:pt idx="16337">
                  <c:v>4.4893099999999997</c:v>
                </c:pt>
                <c:pt idx="16338">
                  <c:v>4.4896200000000004</c:v>
                </c:pt>
                <c:pt idx="16339">
                  <c:v>4.4899199999999997</c:v>
                </c:pt>
                <c:pt idx="16340">
                  <c:v>4.4902300000000004</c:v>
                </c:pt>
                <c:pt idx="16341">
                  <c:v>4.4905299999999997</c:v>
                </c:pt>
                <c:pt idx="16342">
                  <c:v>4.4908400000000004</c:v>
                </c:pt>
                <c:pt idx="16343">
                  <c:v>4.4911399999999997</c:v>
                </c:pt>
                <c:pt idx="16344">
                  <c:v>4.4914500000000004</c:v>
                </c:pt>
                <c:pt idx="16345">
                  <c:v>4.4917499999999997</c:v>
                </c:pt>
                <c:pt idx="16346">
                  <c:v>4.4920600000000004</c:v>
                </c:pt>
                <c:pt idx="16347">
                  <c:v>4.4923599999999997</c:v>
                </c:pt>
                <c:pt idx="16348">
                  <c:v>4.4926700000000004</c:v>
                </c:pt>
                <c:pt idx="16349">
                  <c:v>4.4929800000000002</c:v>
                </c:pt>
                <c:pt idx="16350">
                  <c:v>4.4932800000000004</c:v>
                </c:pt>
                <c:pt idx="16351">
                  <c:v>4.4935900000000002</c:v>
                </c:pt>
                <c:pt idx="16352">
                  <c:v>4.4938900000000004</c:v>
                </c:pt>
                <c:pt idx="16353">
                  <c:v>4.4942000000000002</c:v>
                </c:pt>
                <c:pt idx="16354">
                  <c:v>4.4945000000000004</c:v>
                </c:pt>
                <c:pt idx="16355">
                  <c:v>4.4948100000000002</c:v>
                </c:pt>
                <c:pt idx="16356">
                  <c:v>4.4951100000000004</c:v>
                </c:pt>
                <c:pt idx="16357">
                  <c:v>4.4954200000000002</c:v>
                </c:pt>
                <c:pt idx="16358">
                  <c:v>4.4957200000000004</c:v>
                </c:pt>
                <c:pt idx="16359">
                  <c:v>4.4960300000000002</c:v>
                </c:pt>
                <c:pt idx="16360">
                  <c:v>4.4963300000000004</c:v>
                </c:pt>
                <c:pt idx="16361">
                  <c:v>4.4966400000000002</c:v>
                </c:pt>
                <c:pt idx="16362">
                  <c:v>4.49695</c:v>
                </c:pt>
                <c:pt idx="16363">
                  <c:v>4.4972500000000002</c:v>
                </c:pt>
                <c:pt idx="16364">
                  <c:v>4.49756</c:v>
                </c:pt>
                <c:pt idx="16365">
                  <c:v>4.4978600000000002</c:v>
                </c:pt>
                <c:pt idx="16366">
                  <c:v>4.49817</c:v>
                </c:pt>
                <c:pt idx="16367">
                  <c:v>4.4984700000000002</c:v>
                </c:pt>
                <c:pt idx="16368">
                  <c:v>4.49878</c:v>
                </c:pt>
                <c:pt idx="16369">
                  <c:v>4.4990800000000002</c:v>
                </c:pt>
                <c:pt idx="16370">
                  <c:v>4.49939</c:v>
                </c:pt>
                <c:pt idx="16371">
                  <c:v>4.4996900000000002</c:v>
                </c:pt>
                <c:pt idx="16372">
                  <c:v>4.5</c:v>
                </c:pt>
                <c:pt idx="16373">
                  <c:v>4.5003000000000002</c:v>
                </c:pt>
                <c:pt idx="16374">
                  <c:v>4.50061</c:v>
                </c:pt>
                <c:pt idx="16375">
                  <c:v>4.5009199999999998</c:v>
                </c:pt>
                <c:pt idx="16376">
                  <c:v>4.50122</c:v>
                </c:pt>
                <c:pt idx="16377">
                  <c:v>4.5015299999999998</c:v>
                </c:pt>
                <c:pt idx="16378">
                  <c:v>4.50183</c:v>
                </c:pt>
                <c:pt idx="16379">
                  <c:v>4.5021399999999998</c:v>
                </c:pt>
                <c:pt idx="16380">
                  <c:v>4.50244</c:v>
                </c:pt>
                <c:pt idx="16381">
                  <c:v>4.5027499999999998</c:v>
                </c:pt>
                <c:pt idx="16382">
                  <c:v>4.50305</c:v>
                </c:pt>
                <c:pt idx="16383">
                  <c:v>4.5033599999999998</c:v>
                </c:pt>
                <c:pt idx="16384">
                  <c:v>4.50366</c:v>
                </c:pt>
                <c:pt idx="16385">
                  <c:v>4.5039699999999998</c:v>
                </c:pt>
                <c:pt idx="16386">
                  <c:v>4.50427</c:v>
                </c:pt>
                <c:pt idx="16387">
                  <c:v>4.5045799999999998</c:v>
                </c:pt>
                <c:pt idx="16388">
                  <c:v>4.5048899999999996</c:v>
                </c:pt>
                <c:pt idx="16389">
                  <c:v>4.5051899999999998</c:v>
                </c:pt>
                <c:pt idx="16390">
                  <c:v>4.5054999999999996</c:v>
                </c:pt>
                <c:pt idx="16391">
                  <c:v>4.5057999999999998</c:v>
                </c:pt>
                <c:pt idx="16392">
                  <c:v>4.5061099999999996</c:v>
                </c:pt>
                <c:pt idx="16393">
                  <c:v>4.5064099999999998</c:v>
                </c:pt>
                <c:pt idx="16394">
                  <c:v>4.5067199999999996</c:v>
                </c:pt>
                <c:pt idx="16395">
                  <c:v>4.5070199999999998</c:v>
                </c:pt>
                <c:pt idx="16396">
                  <c:v>4.5073299999999996</c:v>
                </c:pt>
                <c:pt idx="16397">
                  <c:v>4.5076299999999998</c:v>
                </c:pt>
                <c:pt idx="16398">
                  <c:v>4.5079399999999996</c:v>
                </c:pt>
                <c:pt idx="16399">
                  <c:v>4.5082500000000003</c:v>
                </c:pt>
                <c:pt idx="16400">
                  <c:v>4.5085499999999996</c:v>
                </c:pt>
                <c:pt idx="16401">
                  <c:v>4.5088600000000003</c:v>
                </c:pt>
                <c:pt idx="16402">
                  <c:v>4.5091599999999996</c:v>
                </c:pt>
                <c:pt idx="16403">
                  <c:v>4.5094700000000003</c:v>
                </c:pt>
                <c:pt idx="16404">
                  <c:v>4.5097699999999996</c:v>
                </c:pt>
                <c:pt idx="16405">
                  <c:v>4.5100800000000003</c:v>
                </c:pt>
                <c:pt idx="16406">
                  <c:v>4.5103799999999996</c:v>
                </c:pt>
                <c:pt idx="16407">
                  <c:v>4.5106900000000003</c:v>
                </c:pt>
                <c:pt idx="16408">
                  <c:v>4.5109899999999996</c:v>
                </c:pt>
                <c:pt idx="16409">
                  <c:v>4.5113000000000003</c:v>
                </c:pt>
                <c:pt idx="16410">
                  <c:v>4.5115999999999996</c:v>
                </c:pt>
                <c:pt idx="16411">
                  <c:v>4.5119100000000003</c:v>
                </c:pt>
                <c:pt idx="16412">
                  <c:v>4.5122200000000001</c:v>
                </c:pt>
                <c:pt idx="16413">
                  <c:v>4.5125200000000003</c:v>
                </c:pt>
                <c:pt idx="16414">
                  <c:v>4.5128300000000001</c:v>
                </c:pt>
                <c:pt idx="16415">
                  <c:v>4.5131300000000003</c:v>
                </c:pt>
                <c:pt idx="16416">
                  <c:v>4.5134400000000001</c:v>
                </c:pt>
                <c:pt idx="16417">
                  <c:v>4.5137400000000003</c:v>
                </c:pt>
                <c:pt idx="16418">
                  <c:v>4.5140500000000001</c:v>
                </c:pt>
                <c:pt idx="16419">
                  <c:v>4.5143500000000003</c:v>
                </c:pt>
                <c:pt idx="16420">
                  <c:v>4.5146600000000001</c:v>
                </c:pt>
                <c:pt idx="16421">
                  <c:v>4.5149600000000003</c:v>
                </c:pt>
                <c:pt idx="16422">
                  <c:v>4.5152700000000001</c:v>
                </c:pt>
                <c:pt idx="16423">
                  <c:v>4.5155700000000003</c:v>
                </c:pt>
                <c:pt idx="16424">
                  <c:v>4.5158800000000001</c:v>
                </c:pt>
                <c:pt idx="16425">
                  <c:v>4.5161899999999999</c:v>
                </c:pt>
                <c:pt idx="16426">
                  <c:v>4.5164900000000001</c:v>
                </c:pt>
                <c:pt idx="16427">
                  <c:v>4.5167999999999999</c:v>
                </c:pt>
                <c:pt idx="16428">
                  <c:v>4.5171000000000001</c:v>
                </c:pt>
                <c:pt idx="16429">
                  <c:v>4.5174099999999999</c:v>
                </c:pt>
                <c:pt idx="16430">
                  <c:v>4.5177100000000001</c:v>
                </c:pt>
                <c:pt idx="16431">
                  <c:v>4.5180199999999999</c:v>
                </c:pt>
                <c:pt idx="16432">
                  <c:v>4.5183200000000001</c:v>
                </c:pt>
                <c:pt idx="16433">
                  <c:v>4.5186299999999999</c:v>
                </c:pt>
                <c:pt idx="16434">
                  <c:v>4.5189300000000001</c:v>
                </c:pt>
                <c:pt idx="16435">
                  <c:v>4.5192399999999999</c:v>
                </c:pt>
                <c:pt idx="16436">
                  <c:v>4.5195400000000001</c:v>
                </c:pt>
                <c:pt idx="16437">
                  <c:v>4.5198499999999999</c:v>
                </c:pt>
                <c:pt idx="16438">
                  <c:v>4.5201599999999997</c:v>
                </c:pt>
                <c:pt idx="16439">
                  <c:v>4.5204599999999999</c:v>
                </c:pt>
                <c:pt idx="16440">
                  <c:v>4.5207699999999997</c:v>
                </c:pt>
                <c:pt idx="16441">
                  <c:v>4.5210699999999999</c:v>
                </c:pt>
                <c:pt idx="16442">
                  <c:v>4.5213799999999997</c:v>
                </c:pt>
                <c:pt idx="16443">
                  <c:v>4.5216799999999999</c:v>
                </c:pt>
                <c:pt idx="16444">
                  <c:v>4.5219899999999997</c:v>
                </c:pt>
                <c:pt idx="16445">
                  <c:v>4.5222899999999999</c:v>
                </c:pt>
                <c:pt idx="16446">
                  <c:v>4.5225999999999997</c:v>
                </c:pt>
                <c:pt idx="16447">
                  <c:v>4.5228999999999999</c:v>
                </c:pt>
                <c:pt idx="16448">
                  <c:v>4.5232099999999997</c:v>
                </c:pt>
                <c:pt idx="16449">
                  <c:v>4.5235099999999999</c:v>
                </c:pt>
                <c:pt idx="16450">
                  <c:v>4.5238199999999997</c:v>
                </c:pt>
                <c:pt idx="16451">
                  <c:v>4.5241300000000004</c:v>
                </c:pt>
                <c:pt idx="16452">
                  <c:v>4.5244299999999997</c:v>
                </c:pt>
                <c:pt idx="16453">
                  <c:v>4.5247400000000004</c:v>
                </c:pt>
                <c:pt idx="16454">
                  <c:v>4.5250399999999997</c:v>
                </c:pt>
                <c:pt idx="16455">
                  <c:v>4.5253500000000004</c:v>
                </c:pt>
                <c:pt idx="16456">
                  <c:v>4.5256499999999997</c:v>
                </c:pt>
                <c:pt idx="16457">
                  <c:v>4.5259600000000004</c:v>
                </c:pt>
                <c:pt idx="16458">
                  <c:v>4.5262599999999997</c:v>
                </c:pt>
                <c:pt idx="16459">
                  <c:v>4.5265700000000004</c:v>
                </c:pt>
                <c:pt idx="16460">
                  <c:v>4.5268699999999997</c:v>
                </c:pt>
                <c:pt idx="16461">
                  <c:v>4.5271800000000004</c:v>
                </c:pt>
                <c:pt idx="16462">
                  <c:v>4.5274900000000002</c:v>
                </c:pt>
                <c:pt idx="16463">
                  <c:v>4.5277900000000004</c:v>
                </c:pt>
                <c:pt idx="16464">
                  <c:v>4.5281000000000002</c:v>
                </c:pt>
                <c:pt idx="16465">
                  <c:v>4.5284000000000004</c:v>
                </c:pt>
                <c:pt idx="16466">
                  <c:v>4.5287100000000002</c:v>
                </c:pt>
                <c:pt idx="16467">
                  <c:v>4.5290100000000004</c:v>
                </c:pt>
                <c:pt idx="16468">
                  <c:v>4.5293200000000002</c:v>
                </c:pt>
                <c:pt idx="16469">
                  <c:v>4.5296200000000004</c:v>
                </c:pt>
                <c:pt idx="16470">
                  <c:v>4.5299300000000002</c:v>
                </c:pt>
                <c:pt idx="16471">
                  <c:v>4.5302300000000004</c:v>
                </c:pt>
                <c:pt idx="16472">
                  <c:v>4.5305400000000002</c:v>
                </c:pt>
                <c:pt idx="16473">
                  <c:v>4.5308400000000004</c:v>
                </c:pt>
                <c:pt idx="16474">
                  <c:v>4.5311500000000002</c:v>
                </c:pt>
                <c:pt idx="16475">
                  <c:v>4.53146</c:v>
                </c:pt>
                <c:pt idx="16476">
                  <c:v>4.5317600000000002</c:v>
                </c:pt>
                <c:pt idx="16477">
                  <c:v>4.53207</c:v>
                </c:pt>
                <c:pt idx="16478">
                  <c:v>4.5323700000000002</c:v>
                </c:pt>
                <c:pt idx="16479">
                  <c:v>4.53268</c:v>
                </c:pt>
                <c:pt idx="16480">
                  <c:v>4.5329800000000002</c:v>
                </c:pt>
                <c:pt idx="16481">
                  <c:v>4.53329</c:v>
                </c:pt>
                <c:pt idx="16482">
                  <c:v>4.5335900000000002</c:v>
                </c:pt>
                <c:pt idx="16483">
                  <c:v>4.5339</c:v>
                </c:pt>
                <c:pt idx="16484">
                  <c:v>4.5342000000000002</c:v>
                </c:pt>
                <c:pt idx="16485">
                  <c:v>4.53451</c:v>
                </c:pt>
                <c:pt idx="16486">
                  <c:v>4.5348100000000002</c:v>
                </c:pt>
                <c:pt idx="16487">
                  <c:v>4.53512</c:v>
                </c:pt>
                <c:pt idx="16488">
                  <c:v>4.5354299999999999</c:v>
                </c:pt>
                <c:pt idx="16489">
                  <c:v>4.53573</c:v>
                </c:pt>
                <c:pt idx="16490">
                  <c:v>4.5360399999999998</c:v>
                </c:pt>
                <c:pt idx="16491">
                  <c:v>4.53634</c:v>
                </c:pt>
                <c:pt idx="16492">
                  <c:v>4.5366499999999998</c:v>
                </c:pt>
                <c:pt idx="16493">
                  <c:v>4.53695</c:v>
                </c:pt>
                <c:pt idx="16494">
                  <c:v>4.5372599999999998</c:v>
                </c:pt>
                <c:pt idx="16495">
                  <c:v>4.53756</c:v>
                </c:pt>
                <c:pt idx="16496">
                  <c:v>4.5378699999999998</c:v>
                </c:pt>
                <c:pt idx="16497">
                  <c:v>4.53817</c:v>
                </c:pt>
                <c:pt idx="16498">
                  <c:v>4.5384799999999998</c:v>
                </c:pt>
                <c:pt idx="16499">
                  <c:v>4.53878</c:v>
                </c:pt>
                <c:pt idx="16500">
                  <c:v>4.5390899999999998</c:v>
                </c:pt>
                <c:pt idx="16501">
                  <c:v>4.5393999999999997</c:v>
                </c:pt>
                <c:pt idx="16502">
                  <c:v>4.5396999999999998</c:v>
                </c:pt>
                <c:pt idx="16503">
                  <c:v>4.5400099999999997</c:v>
                </c:pt>
                <c:pt idx="16504">
                  <c:v>4.5403099999999998</c:v>
                </c:pt>
                <c:pt idx="16505">
                  <c:v>4.5406199999999997</c:v>
                </c:pt>
                <c:pt idx="16506">
                  <c:v>4.5409199999999998</c:v>
                </c:pt>
                <c:pt idx="16507">
                  <c:v>4.5412299999999997</c:v>
                </c:pt>
                <c:pt idx="16508">
                  <c:v>4.5415299999999998</c:v>
                </c:pt>
                <c:pt idx="16509">
                  <c:v>4.5418399999999997</c:v>
                </c:pt>
                <c:pt idx="16510">
                  <c:v>4.5421399999999998</c:v>
                </c:pt>
                <c:pt idx="16511">
                  <c:v>4.5424499999999997</c:v>
                </c:pt>
                <c:pt idx="16512">
                  <c:v>4.5427600000000004</c:v>
                </c:pt>
                <c:pt idx="16513">
                  <c:v>4.5430599999999997</c:v>
                </c:pt>
                <c:pt idx="16514">
                  <c:v>4.5433700000000004</c:v>
                </c:pt>
                <c:pt idx="16515">
                  <c:v>4.5436699999999997</c:v>
                </c:pt>
                <c:pt idx="16516">
                  <c:v>4.5439800000000004</c:v>
                </c:pt>
                <c:pt idx="16517">
                  <c:v>4.5442799999999997</c:v>
                </c:pt>
                <c:pt idx="16518">
                  <c:v>4.5445900000000004</c:v>
                </c:pt>
                <c:pt idx="16519">
                  <c:v>4.5448899999999997</c:v>
                </c:pt>
                <c:pt idx="16520">
                  <c:v>4.5452000000000004</c:v>
                </c:pt>
                <c:pt idx="16521">
                  <c:v>4.5454999999999997</c:v>
                </c:pt>
                <c:pt idx="16522">
                  <c:v>4.5458100000000004</c:v>
                </c:pt>
                <c:pt idx="16523">
                  <c:v>4.5461099999999997</c:v>
                </c:pt>
                <c:pt idx="16524">
                  <c:v>4.5464200000000003</c:v>
                </c:pt>
                <c:pt idx="16525">
                  <c:v>4.5467300000000002</c:v>
                </c:pt>
                <c:pt idx="16526">
                  <c:v>4.5470300000000003</c:v>
                </c:pt>
                <c:pt idx="16527">
                  <c:v>4.5473400000000002</c:v>
                </c:pt>
                <c:pt idx="16528">
                  <c:v>4.5476400000000003</c:v>
                </c:pt>
                <c:pt idx="16529">
                  <c:v>4.5479500000000002</c:v>
                </c:pt>
                <c:pt idx="16530">
                  <c:v>4.5482500000000003</c:v>
                </c:pt>
                <c:pt idx="16531">
                  <c:v>4.5485600000000002</c:v>
                </c:pt>
                <c:pt idx="16532">
                  <c:v>4.5488600000000003</c:v>
                </c:pt>
                <c:pt idx="16533">
                  <c:v>4.5491700000000002</c:v>
                </c:pt>
                <c:pt idx="16534">
                  <c:v>4.5494700000000003</c:v>
                </c:pt>
                <c:pt idx="16535">
                  <c:v>4.5497800000000002</c:v>
                </c:pt>
                <c:pt idx="16536">
                  <c:v>4.5500800000000003</c:v>
                </c:pt>
                <c:pt idx="16537">
                  <c:v>4.5503900000000002</c:v>
                </c:pt>
                <c:pt idx="16538">
                  <c:v>4.5507</c:v>
                </c:pt>
                <c:pt idx="16539">
                  <c:v>4.5510000000000002</c:v>
                </c:pt>
                <c:pt idx="16540">
                  <c:v>4.55131</c:v>
                </c:pt>
                <c:pt idx="16541">
                  <c:v>4.5516100000000002</c:v>
                </c:pt>
                <c:pt idx="16542">
                  <c:v>4.55192</c:v>
                </c:pt>
                <c:pt idx="16543">
                  <c:v>4.5522200000000002</c:v>
                </c:pt>
                <c:pt idx="16544">
                  <c:v>4.55253</c:v>
                </c:pt>
                <c:pt idx="16545">
                  <c:v>4.5528300000000002</c:v>
                </c:pt>
                <c:pt idx="16546">
                  <c:v>4.55314</c:v>
                </c:pt>
                <c:pt idx="16547">
                  <c:v>4.5534400000000002</c:v>
                </c:pt>
                <c:pt idx="16548">
                  <c:v>4.55375</c:v>
                </c:pt>
                <c:pt idx="16549">
                  <c:v>4.5540500000000002</c:v>
                </c:pt>
                <c:pt idx="16550">
                  <c:v>4.55436</c:v>
                </c:pt>
                <c:pt idx="16551">
                  <c:v>4.5546699999999998</c:v>
                </c:pt>
                <c:pt idx="16552">
                  <c:v>4.55497</c:v>
                </c:pt>
                <c:pt idx="16553">
                  <c:v>4.5552799999999998</c:v>
                </c:pt>
                <c:pt idx="16554">
                  <c:v>4.55558</c:v>
                </c:pt>
                <c:pt idx="16555">
                  <c:v>4.5558899999999998</c:v>
                </c:pt>
                <c:pt idx="16556">
                  <c:v>4.55619</c:v>
                </c:pt>
                <c:pt idx="16557">
                  <c:v>4.5564999999999998</c:v>
                </c:pt>
                <c:pt idx="16558">
                  <c:v>4.5568</c:v>
                </c:pt>
                <c:pt idx="16559">
                  <c:v>4.5571099999999998</c:v>
                </c:pt>
                <c:pt idx="16560">
                  <c:v>4.55741</c:v>
                </c:pt>
                <c:pt idx="16561">
                  <c:v>4.5577199999999998</c:v>
                </c:pt>
                <c:pt idx="16562">
                  <c:v>4.55802</c:v>
                </c:pt>
                <c:pt idx="16563">
                  <c:v>4.5583299999999998</c:v>
                </c:pt>
                <c:pt idx="16564">
                  <c:v>4.5586399999999996</c:v>
                </c:pt>
                <c:pt idx="16565">
                  <c:v>4.5589399999999998</c:v>
                </c:pt>
                <c:pt idx="16566">
                  <c:v>4.5592499999999996</c:v>
                </c:pt>
                <c:pt idx="16567">
                  <c:v>4.5595499999999998</c:v>
                </c:pt>
                <c:pt idx="16568">
                  <c:v>4.5598599999999996</c:v>
                </c:pt>
                <c:pt idx="16569">
                  <c:v>4.5601599999999998</c:v>
                </c:pt>
                <c:pt idx="16570">
                  <c:v>4.5604699999999996</c:v>
                </c:pt>
                <c:pt idx="16571">
                  <c:v>4.5607699999999998</c:v>
                </c:pt>
                <c:pt idx="16572">
                  <c:v>4.5610799999999996</c:v>
                </c:pt>
                <c:pt idx="16573">
                  <c:v>4.5613799999999998</c:v>
                </c:pt>
                <c:pt idx="16574">
                  <c:v>4.5616899999999996</c:v>
                </c:pt>
                <c:pt idx="16575">
                  <c:v>4.5620000000000003</c:v>
                </c:pt>
                <c:pt idx="16576">
                  <c:v>4.5622999999999996</c:v>
                </c:pt>
                <c:pt idx="16577">
                  <c:v>4.5626100000000003</c:v>
                </c:pt>
                <c:pt idx="16578">
                  <c:v>4.5629099999999996</c:v>
                </c:pt>
                <c:pt idx="16579">
                  <c:v>4.5632200000000003</c:v>
                </c:pt>
                <c:pt idx="16580">
                  <c:v>4.5635199999999996</c:v>
                </c:pt>
                <c:pt idx="16581">
                  <c:v>4.5638300000000003</c:v>
                </c:pt>
                <c:pt idx="16582">
                  <c:v>4.5641299999999996</c:v>
                </c:pt>
                <c:pt idx="16583">
                  <c:v>4.5644400000000003</c:v>
                </c:pt>
                <c:pt idx="16584">
                  <c:v>4.5647399999999996</c:v>
                </c:pt>
                <c:pt idx="16585">
                  <c:v>4.5650500000000003</c:v>
                </c:pt>
                <c:pt idx="16586">
                  <c:v>4.5653499999999996</c:v>
                </c:pt>
                <c:pt idx="16587">
                  <c:v>4.5656600000000003</c:v>
                </c:pt>
                <c:pt idx="16588">
                  <c:v>4.5659700000000001</c:v>
                </c:pt>
                <c:pt idx="16589">
                  <c:v>4.5662700000000003</c:v>
                </c:pt>
                <c:pt idx="16590">
                  <c:v>4.5665800000000001</c:v>
                </c:pt>
                <c:pt idx="16591">
                  <c:v>4.5668800000000003</c:v>
                </c:pt>
                <c:pt idx="16592">
                  <c:v>4.5671900000000001</c:v>
                </c:pt>
                <c:pt idx="16593">
                  <c:v>4.5674900000000003</c:v>
                </c:pt>
                <c:pt idx="16594">
                  <c:v>4.5678000000000001</c:v>
                </c:pt>
                <c:pt idx="16595">
                  <c:v>4.5681000000000003</c:v>
                </c:pt>
                <c:pt idx="16596">
                  <c:v>4.5684100000000001</c:v>
                </c:pt>
                <c:pt idx="16597">
                  <c:v>4.5687100000000003</c:v>
                </c:pt>
                <c:pt idx="16598">
                  <c:v>4.5690200000000001</c:v>
                </c:pt>
                <c:pt idx="16599">
                  <c:v>4.5693200000000003</c:v>
                </c:pt>
                <c:pt idx="16600">
                  <c:v>4.5696300000000001</c:v>
                </c:pt>
                <c:pt idx="16601">
                  <c:v>4.5699399999999999</c:v>
                </c:pt>
                <c:pt idx="16602">
                  <c:v>4.5702400000000001</c:v>
                </c:pt>
                <c:pt idx="16603">
                  <c:v>4.5705499999999999</c:v>
                </c:pt>
                <c:pt idx="16604">
                  <c:v>4.5708500000000001</c:v>
                </c:pt>
                <c:pt idx="16605">
                  <c:v>4.5711599999999999</c:v>
                </c:pt>
                <c:pt idx="16606">
                  <c:v>4.5714600000000001</c:v>
                </c:pt>
                <c:pt idx="16607">
                  <c:v>4.5717699999999999</c:v>
                </c:pt>
                <c:pt idx="16608">
                  <c:v>4.5720700000000001</c:v>
                </c:pt>
                <c:pt idx="16609">
                  <c:v>4.5723799999999999</c:v>
                </c:pt>
                <c:pt idx="16610">
                  <c:v>4.5726800000000001</c:v>
                </c:pt>
                <c:pt idx="16611">
                  <c:v>4.5729899999999999</c:v>
                </c:pt>
                <c:pt idx="16612">
                  <c:v>4.5732900000000001</c:v>
                </c:pt>
                <c:pt idx="16613">
                  <c:v>4.5735999999999999</c:v>
                </c:pt>
                <c:pt idx="16614">
                  <c:v>4.5739099999999997</c:v>
                </c:pt>
                <c:pt idx="16615">
                  <c:v>4.5742099999999999</c:v>
                </c:pt>
                <c:pt idx="16616">
                  <c:v>4.5745199999999997</c:v>
                </c:pt>
                <c:pt idx="16617">
                  <c:v>4.5748199999999999</c:v>
                </c:pt>
                <c:pt idx="16618">
                  <c:v>4.5751299999999997</c:v>
                </c:pt>
                <c:pt idx="16619">
                  <c:v>4.5754299999999999</c:v>
                </c:pt>
                <c:pt idx="16620">
                  <c:v>4.5757399999999997</c:v>
                </c:pt>
                <c:pt idx="16621">
                  <c:v>4.5760399999999999</c:v>
                </c:pt>
                <c:pt idx="16622">
                  <c:v>4.5763499999999997</c:v>
                </c:pt>
                <c:pt idx="16623">
                  <c:v>4.5766499999999999</c:v>
                </c:pt>
                <c:pt idx="16624">
                  <c:v>4.5769599999999997</c:v>
                </c:pt>
                <c:pt idx="16625">
                  <c:v>4.5772599999999999</c:v>
                </c:pt>
                <c:pt idx="16626">
                  <c:v>4.5775699999999997</c:v>
                </c:pt>
                <c:pt idx="16627">
                  <c:v>4.5778800000000004</c:v>
                </c:pt>
                <c:pt idx="16628">
                  <c:v>4.5781799999999997</c:v>
                </c:pt>
                <c:pt idx="16629">
                  <c:v>4.5784900000000004</c:v>
                </c:pt>
                <c:pt idx="16630">
                  <c:v>4.5787899999999997</c:v>
                </c:pt>
                <c:pt idx="16631">
                  <c:v>4.5791000000000004</c:v>
                </c:pt>
                <c:pt idx="16632">
                  <c:v>4.5793999999999997</c:v>
                </c:pt>
                <c:pt idx="16633">
                  <c:v>4.5797100000000004</c:v>
                </c:pt>
                <c:pt idx="16634">
                  <c:v>4.5800099999999997</c:v>
                </c:pt>
                <c:pt idx="16635">
                  <c:v>4.5803200000000004</c:v>
                </c:pt>
                <c:pt idx="16636">
                  <c:v>4.5806199999999997</c:v>
                </c:pt>
                <c:pt idx="16637">
                  <c:v>4.5809300000000004</c:v>
                </c:pt>
                <c:pt idx="16638">
                  <c:v>4.5812400000000002</c:v>
                </c:pt>
                <c:pt idx="16639">
                  <c:v>4.5815400000000004</c:v>
                </c:pt>
                <c:pt idx="16640">
                  <c:v>4.5818500000000002</c:v>
                </c:pt>
                <c:pt idx="16641">
                  <c:v>4.5821500000000004</c:v>
                </c:pt>
                <c:pt idx="16642">
                  <c:v>4.5824600000000002</c:v>
                </c:pt>
                <c:pt idx="16643">
                  <c:v>4.5827600000000004</c:v>
                </c:pt>
                <c:pt idx="16644">
                  <c:v>4.5830700000000002</c:v>
                </c:pt>
                <c:pt idx="16645">
                  <c:v>4.5833700000000004</c:v>
                </c:pt>
                <c:pt idx="16646">
                  <c:v>4.5836800000000002</c:v>
                </c:pt>
                <c:pt idx="16647">
                  <c:v>4.5839800000000004</c:v>
                </c:pt>
                <c:pt idx="16648">
                  <c:v>4.5842900000000002</c:v>
                </c:pt>
                <c:pt idx="16649">
                  <c:v>4.5845900000000004</c:v>
                </c:pt>
                <c:pt idx="16650">
                  <c:v>4.5849000000000002</c:v>
                </c:pt>
                <c:pt idx="16651">
                  <c:v>4.58521</c:v>
                </c:pt>
                <c:pt idx="16652">
                  <c:v>4.5855100000000002</c:v>
                </c:pt>
                <c:pt idx="16653">
                  <c:v>4.58582</c:v>
                </c:pt>
                <c:pt idx="16654">
                  <c:v>4.5861200000000002</c:v>
                </c:pt>
                <c:pt idx="16655">
                  <c:v>4.58643</c:v>
                </c:pt>
                <c:pt idx="16656">
                  <c:v>4.5867300000000002</c:v>
                </c:pt>
                <c:pt idx="16657">
                  <c:v>4.58704</c:v>
                </c:pt>
                <c:pt idx="16658">
                  <c:v>4.5873400000000002</c:v>
                </c:pt>
                <c:pt idx="16659">
                  <c:v>4.58765</c:v>
                </c:pt>
                <c:pt idx="16660">
                  <c:v>4.5879500000000002</c:v>
                </c:pt>
                <c:pt idx="16661">
                  <c:v>4.58826</c:v>
                </c:pt>
                <c:pt idx="16662">
                  <c:v>4.5885600000000002</c:v>
                </c:pt>
                <c:pt idx="16663">
                  <c:v>4.58887</c:v>
                </c:pt>
                <c:pt idx="16664">
                  <c:v>4.5891799999999998</c:v>
                </c:pt>
                <c:pt idx="16665">
                  <c:v>4.58948</c:v>
                </c:pt>
                <c:pt idx="16666">
                  <c:v>4.5897899999999998</c:v>
                </c:pt>
                <c:pt idx="16667">
                  <c:v>4.59009</c:v>
                </c:pt>
                <c:pt idx="16668">
                  <c:v>4.5903999999999998</c:v>
                </c:pt>
                <c:pt idx="16669">
                  <c:v>4.5907</c:v>
                </c:pt>
                <c:pt idx="16670">
                  <c:v>4.5910099999999998</c:v>
                </c:pt>
                <c:pt idx="16671">
                  <c:v>4.59131</c:v>
                </c:pt>
                <c:pt idx="16672">
                  <c:v>4.5916199999999998</c:v>
                </c:pt>
                <c:pt idx="16673">
                  <c:v>4.59192</c:v>
                </c:pt>
                <c:pt idx="16674">
                  <c:v>4.5922299999999998</c:v>
                </c:pt>
                <c:pt idx="16675">
                  <c:v>4.59253</c:v>
                </c:pt>
                <c:pt idx="16676">
                  <c:v>4.5928399999999998</c:v>
                </c:pt>
                <c:pt idx="16677">
                  <c:v>4.5931499999999996</c:v>
                </c:pt>
                <c:pt idx="16678">
                  <c:v>4.5934499999999998</c:v>
                </c:pt>
                <c:pt idx="16679">
                  <c:v>4.5937599999999996</c:v>
                </c:pt>
                <c:pt idx="16680">
                  <c:v>4.5940599999999998</c:v>
                </c:pt>
                <c:pt idx="16681">
                  <c:v>4.5943699999999996</c:v>
                </c:pt>
                <c:pt idx="16682">
                  <c:v>4.5946699999999998</c:v>
                </c:pt>
                <c:pt idx="16683">
                  <c:v>4.5949799999999996</c:v>
                </c:pt>
                <c:pt idx="16684">
                  <c:v>4.5952799999999998</c:v>
                </c:pt>
                <c:pt idx="16685">
                  <c:v>4.5955899999999996</c:v>
                </c:pt>
                <c:pt idx="16686">
                  <c:v>4.5958899999999998</c:v>
                </c:pt>
                <c:pt idx="16687">
                  <c:v>4.5961999999999996</c:v>
                </c:pt>
                <c:pt idx="16688">
                  <c:v>4.5965100000000003</c:v>
                </c:pt>
                <c:pt idx="16689">
                  <c:v>4.5968099999999996</c:v>
                </c:pt>
                <c:pt idx="16690">
                  <c:v>4.5971200000000003</c:v>
                </c:pt>
                <c:pt idx="16691">
                  <c:v>4.5974199999999996</c:v>
                </c:pt>
                <c:pt idx="16692">
                  <c:v>4.5977300000000003</c:v>
                </c:pt>
                <c:pt idx="16693">
                  <c:v>4.5980299999999996</c:v>
                </c:pt>
                <c:pt idx="16694">
                  <c:v>4.5983400000000003</c:v>
                </c:pt>
                <c:pt idx="16695">
                  <c:v>4.5986399999999996</c:v>
                </c:pt>
                <c:pt idx="16696">
                  <c:v>4.5989500000000003</c:v>
                </c:pt>
                <c:pt idx="16697">
                  <c:v>4.5992499999999996</c:v>
                </c:pt>
                <c:pt idx="16698">
                  <c:v>4.5995600000000003</c:v>
                </c:pt>
                <c:pt idx="16699">
                  <c:v>4.5998599999999996</c:v>
                </c:pt>
                <c:pt idx="16700">
                  <c:v>4.6001700000000003</c:v>
                </c:pt>
                <c:pt idx="16701">
                  <c:v>4.6004800000000001</c:v>
                </c:pt>
                <c:pt idx="16702">
                  <c:v>4.6007800000000003</c:v>
                </c:pt>
                <c:pt idx="16703">
                  <c:v>4.6010900000000001</c:v>
                </c:pt>
                <c:pt idx="16704">
                  <c:v>4.6013900000000003</c:v>
                </c:pt>
                <c:pt idx="16705">
                  <c:v>4.6017000000000001</c:v>
                </c:pt>
                <c:pt idx="16706">
                  <c:v>4.6020000000000003</c:v>
                </c:pt>
                <c:pt idx="16707">
                  <c:v>4.6023100000000001</c:v>
                </c:pt>
                <c:pt idx="16708">
                  <c:v>4.6026100000000003</c:v>
                </c:pt>
                <c:pt idx="16709">
                  <c:v>4.6029200000000001</c:v>
                </c:pt>
                <c:pt idx="16710">
                  <c:v>4.6032200000000003</c:v>
                </c:pt>
                <c:pt idx="16711">
                  <c:v>4.6035300000000001</c:v>
                </c:pt>
                <c:pt idx="16712">
                  <c:v>4.6038300000000003</c:v>
                </c:pt>
                <c:pt idx="16713">
                  <c:v>4.6041400000000001</c:v>
                </c:pt>
                <c:pt idx="16714">
                  <c:v>4.6044499999999999</c:v>
                </c:pt>
                <c:pt idx="16715">
                  <c:v>4.6047500000000001</c:v>
                </c:pt>
                <c:pt idx="16716">
                  <c:v>4.6050599999999999</c:v>
                </c:pt>
                <c:pt idx="16717">
                  <c:v>4.6053600000000001</c:v>
                </c:pt>
                <c:pt idx="16718">
                  <c:v>4.6056699999999999</c:v>
                </c:pt>
                <c:pt idx="16719">
                  <c:v>4.6059700000000001</c:v>
                </c:pt>
                <c:pt idx="16720">
                  <c:v>4.6062799999999999</c:v>
                </c:pt>
                <c:pt idx="16721">
                  <c:v>4.6065800000000001</c:v>
                </c:pt>
                <c:pt idx="16722">
                  <c:v>4.6068899999999999</c:v>
                </c:pt>
                <c:pt idx="16723">
                  <c:v>4.6071900000000001</c:v>
                </c:pt>
                <c:pt idx="16724">
                  <c:v>4.6074999999999999</c:v>
                </c:pt>
                <c:pt idx="16725">
                  <c:v>4.6078000000000001</c:v>
                </c:pt>
                <c:pt idx="16726">
                  <c:v>4.6081099999999999</c:v>
                </c:pt>
                <c:pt idx="16727">
                  <c:v>4.6084199999999997</c:v>
                </c:pt>
                <c:pt idx="16728">
                  <c:v>4.6087199999999999</c:v>
                </c:pt>
                <c:pt idx="16729">
                  <c:v>4.6090299999999997</c:v>
                </c:pt>
                <c:pt idx="16730">
                  <c:v>4.6093299999999999</c:v>
                </c:pt>
                <c:pt idx="16731">
                  <c:v>4.6096399999999997</c:v>
                </c:pt>
                <c:pt idx="16732">
                  <c:v>4.6099399999999999</c:v>
                </c:pt>
                <c:pt idx="16733">
                  <c:v>4.6102499999999997</c:v>
                </c:pt>
                <c:pt idx="16734">
                  <c:v>4.6105499999999999</c:v>
                </c:pt>
                <c:pt idx="16735">
                  <c:v>4.6108599999999997</c:v>
                </c:pt>
                <c:pt idx="16736">
                  <c:v>4.6111599999999999</c:v>
                </c:pt>
                <c:pt idx="16737">
                  <c:v>4.6114699999999997</c:v>
                </c:pt>
                <c:pt idx="16738">
                  <c:v>4.6117699999999999</c:v>
                </c:pt>
                <c:pt idx="16739">
                  <c:v>4.6120799999999997</c:v>
                </c:pt>
                <c:pt idx="16740">
                  <c:v>4.6123900000000004</c:v>
                </c:pt>
                <c:pt idx="16741">
                  <c:v>4.6126899999999997</c:v>
                </c:pt>
                <c:pt idx="16742">
                  <c:v>4.6130000000000004</c:v>
                </c:pt>
                <c:pt idx="16743">
                  <c:v>4.6132999999999997</c:v>
                </c:pt>
                <c:pt idx="16744">
                  <c:v>4.6136100000000004</c:v>
                </c:pt>
                <c:pt idx="16745">
                  <c:v>4.6139099999999997</c:v>
                </c:pt>
                <c:pt idx="16746">
                  <c:v>4.6142200000000004</c:v>
                </c:pt>
                <c:pt idx="16747">
                  <c:v>4.6145199999999997</c:v>
                </c:pt>
                <c:pt idx="16748">
                  <c:v>4.6148300000000004</c:v>
                </c:pt>
                <c:pt idx="16749">
                  <c:v>4.6151299999999997</c:v>
                </c:pt>
                <c:pt idx="16750">
                  <c:v>4.6154400000000004</c:v>
                </c:pt>
                <c:pt idx="16751">
                  <c:v>4.6157500000000002</c:v>
                </c:pt>
                <c:pt idx="16752">
                  <c:v>4.6160500000000004</c:v>
                </c:pt>
                <c:pt idx="16753">
                  <c:v>4.6163600000000002</c:v>
                </c:pt>
                <c:pt idx="16754">
                  <c:v>4.6166600000000004</c:v>
                </c:pt>
                <c:pt idx="16755">
                  <c:v>4.6169700000000002</c:v>
                </c:pt>
                <c:pt idx="16756">
                  <c:v>4.6172700000000004</c:v>
                </c:pt>
                <c:pt idx="16757">
                  <c:v>4.6175800000000002</c:v>
                </c:pt>
                <c:pt idx="16758">
                  <c:v>4.6178800000000004</c:v>
                </c:pt>
                <c:pt idx="16759">
                  <c:v>4.6181900000000002</c:v>
                </c:pt>
                <c:pt idx="16760">
                  <c:v>4.6184900000000004</c:v>
                </c:pt>
                <c:pt idx="16761">
                  <c:v>4.6188000000000002</c:v>
                </c:pt>
                <c:pt idx="16762">
                  <c:v>4.6191000000000004</c:v>
                </c:pt>
                <c:pt idx="16763">
                  <c:v>4.6194100000000002</c:v>
                </c:pt>
                <c:pt idx="16764">
                  <c:v>4.61972</c:v>
                </c:pt>
                <c:pt idx="16765">
                  <c:v>4.6200200000000002</c:v>
                </c:pt>
                <c:pt idx="16766">
                  <c:v>4.62033</c:v>
                </c:pt>
                <c:pt idx="16767">
                  <c:v>4.6206300000000002</c:v>
                </c:pt>
                <c:pt idx="16768">
                  <c:v>4.62094</c:v>
                </c:pt>
                <c:pt idx="16769">
                  <c:v>4.6212400000000002</c:v>
                </c:pt>
                <c:pt idx="16770">
                  <c:v>4.62155</c:v>
                </c:pt>
                <c:pt idx="16771">
                  <c:v>4.6218500000000002</c:v>
                </c:pt>
                <c:pt idx="16772">
                  <c:v>4.62216</c:v>
                </c:pt>
                <c:pt idx="16773">
                  <c:v>4.6224600000000002</c:v>
                </c:pt>
                <c:pt idx="16774">
                  <c:v>4.62277</c:v>
                </c:pt>
                <c:pt idx="16775">
                  <c:v>4.6230700000000002</c:v>
                </c:pt>
                <c:pt idx="16776">
                  <c:v>4.62338</c:v>
                </c:pt>
                <c:pt idx="16777">
                  <c:v>4.6236899999999999</c:v>
                </c:pt>
                <c:pt idx="16778">
                  <c:v>4.62399</c:v>
                </c:pt>
                <c:pt idx="16779">
                  <c:v>4.6242999999999999</c:v>
                </c:pt>
                <c:pt idx="16780">
                  <c:v>4.6246</c:v>
                </c:pt>
                <c:pt idx="16781">
                  <c:v>4.6249099999999999</c:v>
                </c:pt>
                <c:pt idx="16782">
                  <c:v>4.62521</c:v>
                </c:pt>
                <c:pt idx="16783">
                  <c:v>4.6255199999999999</c:v>
                </c:pt>
                <c:pt idx="16784">
                  <c:v>4.62582</c:v>
                </c:pt>
                <c:pt idx="16785">
                  <c:v>4.6261299999999999</c:v>
                </c:pt>
                <c:pt idx="16786">
                  <c:v>4.62643</c:v>
                </c:pt>
                <c:pt idx="16787">
                  <c:v>4.6267399999999999</c:v>
                </c:pt>
                <c:pt idx="16788">
                  <c:v>4.62704</c:v>
                </c:pt>
                <c:pt idx="16789">
                  <c:v>4.6273499999999999</c:v>
                </c:pt>
                <c:pt idx="16790">
                  <c:v>4.6276599999999997</c:v>
                </c:pt>
                <c:pt idx="16791">
                  <c:v>4.6279599999999999</c:v>
                </c:pt>
                <c:pt idx="16792">
                  <c:v>4.6282699999999997</c:v>
                </c:pt>
                <c:pt idx="16793">
                  <c:v>4.6285699999999999</c:v>
                </c:pt>
                <c:pt idx="16794">
                  <c:v>4.6288799999999997</c:v>
                </c:pt>
                <c:pt idx="16795">
                  <c:v>4.6291799999999999</c:v>
                </c:pt>
                <c:pt idx="16796">
                  <c:v>4.6294899999999997</c:v>
                </c:pt>
                <c:pt idx="16797">
                  <c:v>4.6297899999999998</c:v>
                </c:pt>
                <c:pt idx="16798">
                  <c:v>4.6300999999999997</c:v>
                </c:pt>
                <c:pt idx="16799">
                  <c:v>4.6303999999999998</c:v>
                </c:pt>
                <c:pt idx="16800">
                  <c:v>4.6307099999999997</c:v>
                </c:pt>
                <c:pt idx="16801">
                  <c:v>4.6310099999999998</c:v>
                </c:pt>
                <c:pt idx="16802">
                  <c:v>4.6313199999999997</c:v>
                </c:pt>
                <c:pt idx="16803">
                  <c:v>4.6316300000000004</c:v>
                </c:pt>
                <c:pt idx="16804">
                  <c:v>4.6319299999999997</c:v>
                </c:pt>
                <c:pt idx="16805">
                  <c:v>4.6322400000000004</c:v>
                </c:pt>
                <c:pt idx="16806">
                  <c:v>4.6325399999999997</c:v>
                </c:pt>
                <c:pt idx="16807">
                  <c:v>4.6328500000000004</c:v>
                </c:pt>
                <c:pt idx="16808">
                  <c:v>4.6331499999999997</c:v>
                </c:pt>
                <c:pt idx="16809">
                  <c:v>4.6334600000000004</c:v>
                </c:pt>
                <c:pt idx="16810">
                  <c:v>4.6337599999999997</c:v>
                </c:pt>
                <c:pt idx="16811">
                  <c:v>4.6340700000000004</c:v>
                </c:pt>
                <c:pt idx="16812">
                  <c:v>4.6343699999999997</c:v>
                </c:pt>
                <c:pt idx="16813">
                  <c:v>4.6346800000000004</c:v>
                </c:pt>
                <c:pt idx="16814">
                  <c:v>4.6349900000000002</c:v>
                </c:pt>
                <c:pt idx="16815">
                  <c:v>4.6352900000000004</c:v>
                </c:pt>
                <c:pt idx="16816">
                  <c:v>4.6356000000000002</c:v>
                </c:pt>
                <c:pt idx="16817">
                  <c:v>4.6359000000000004</c:v>
                </c:pt>
                <c:pt idx="16818">
                  <c:v>4.6362100000000002</c:v>
                </c:pt>
                <c:pt idx="16819">
                  <c:v>4.6365100000000004</c:v>
                </c:pt>
                <c:pt idx="16820">
                  <c:v>4.6368200000000002</c:v>
                </c:pt>
                <c:pt idx="16821">
                  <c:v>4.6371200000000004</c:v>
                </c:pt>
                <c:pt idx="16822">
                  <c:v>4.6374300000000002</c:v>
                </c:pt>
                <c:pt idx="16823">
                  <c:v>4.6377300000000004</c:v>
                </c:pt>
                <c:pt idx="16824">
                  <c:v>4.6380400000000002</c:v>
                </c:pt>
                <c:pt idx="16825">
                  <c:v>4.6383400000000004</c:v>
                </c:pt>
                <c:pt idx="16826">
                  <c:v>4.6386500000000002</c:v>
                </c:pt>
                <c:pt idx="16827">
                  <c:v>4.63896</c:v>
                </c:pt>
                <c:pt idx="16828">
                  <c:v>4.6392600000000002</c:v>
                </c:pt>
                <c:pt idx="16829">
                  <c:v>4.63957</c:v>
                </c:pt>
                <c:pt idx="16830">
                  <c:v>4.6398700000000002</c:v>
                </c:pt>
                <c:pt idx="16831">
                  <c:v>4.64018</c:v>
                </c:pt>
                <c:pt idx="16832">
                  <c:v>4.6404800000000002</c:v>
                </c:pt>
                <c:pt idx="16833">
                  <c:v>4.64079</c:v>
                </c:pt>
                <c:pt idx="16834">
                  <c:v>4.6410900000000002</c:v>
                </c:pt>
                <c:pt idx="16835">
                  <c:v>4.6414</c:v>
                </c:pt>
                <c:pt idx="16836">
                  <c:v>4.6417000000000002</c:v>
                </c:pt>
                <c:pt idx="16837">
                  <c:v>4.64201</c:v>
                </c:pt>
                <c:pt idx="16838">
                  <c:v>4.6423100000000002</c:v>
                </c:pt>
                <c:pt idx="16839">
                  <c:v>4.64262</c:v>
                </c:pt>
                <c:pt idx="16840">
                  <c:v>4.6429299999999998</c:v>
                </c:pt>
                <c:pt idx="16841">
                  <c:v>4.64323</c:v>
                </c:pt>
                <c:pt idx="16842">
                  <c:v>4.6435399999999998</c:v>
                </c:pt>
                <c:pt idx="16843">
                  <c:v>4.64384</c:v>
                </c:pt>
                <c:pt idx="16844">
                  <c:v>4.6441499999999998</c:v>
                </c:pt>
                <c:pt idx="16845">
                  <c:v>4.64445</c:v>
                </c:pt>
                <c:pt idx="16846">
                  <c:v>4.6447599999999998</c:v>
                </c:pt>
                <c:pt idx="16847">
                  <c:v>4.64506</c:v>
                </c:pt>
                <c:pt idx="16848">
                  <c:v>4.6453699999999998</c:v>
                </c:pt>
                <c:pt idx="16849">
                  <c:v>4.64567</c:v>
                </c:pt>
                <c:pt idx="16850">
                  <c:v>4.6459799999999998</c:v>
                </c:pt>
                <c:pt idx="16851">
                  <c:v>4.64628</c:v>
                </c:pt>
                <c:pt idx="16852">
                  <c:v>4.6465899999999998</c:v>
                </c:pt>
                <c:pt idx="16853">
                  <c:v>4.6468999999999996</c:v>
                </c:pt>
                <c:pt idx="16854">
                  <c:v>4.6471999999999998</c:v>
                </c:pt>
                <c:pt idx="16855">
                  <c:v>4.6475099999999996</c:v>
                </c:pt>
                <c:pt idx="16856">
                  <c:v>4.6478099999999998</c:v>
                </c:pt>
                <c:pt idx="16857">
                  <c:v>4.6481199999999996</c:v>
                </c:pt>
                <c:pt idx="16858">
                  <c:v>4.6484199999999998</c:v>
                </c:pt>
                <c:pt idx="16859">
                  <c:v>4.6487299999999996</c:v>
                </c:pt>
                <c:pt idx="16860">
                  <c:v>4.6490299999999998</c:v>
                </c:pt>
                <c:pt idx="16861">
                  <c:v>4.6493399999999996</c:v>
                </c:pt>
                <c:pt idx="16862">
                  <c:v>4.6496399999999998</c:v>
                </c:pt>
                <c:pt idx="16863">
                  <c:v>4.6499499999999996</c:v>
                </c:pt>
                <c:pt idx="16864">
                  <c:v>4.6502499999999998</c:v>
                </c:pt>
                <c:pt idx="16865">
                  <c:v>4.6505599999999996</c:v>
                </c:pt>
                <c:pt idx="16866">
                  <c:v>4.6508700000000003</c:v>
                </c:pt>
                <c:pt idx="16867">
                  <c:v>4.6511699999999996</c:v>
                </c:pt>
                <c:pt idx="16868">
                  <c:v>4.6514800000000003</c:v>
                </c:pt>
                <c:pt idx="16869">
                  <c:v>4.6517799999999996</c:v>
                </c:pt>
                <c:pt idx="16870">
                  <c:v>4.6520900000000003</c:v>
                </c:pt>
                <c:pt idx="16871">
                  <c:v>4.6523899999999996</c:v>
                </c:pt>
                <c:pt idx="16872">
                  <c:v>4.6527000000000003</c:v>
                </c:pt>
                <c:pt idx="16873">
                  <c:v>4.6529999999999996</c:v>
                </c:pt>
                <c:pt idx="16874">
                  <c:v>4.6533100000000003</c:v>
                </c:pt>
                <c:pt idx="16875">
                  <c:v>4.6536099999999996</c:v>
                </c:pt>
                <c:pt idx="16876">
                  <c:v>4.6539200000000003</c:v>
                </c:pt>
                <c:pt idx="16877">
                  <c:v>4.6542300000000001</c:v>
                </c:pt>
                <c:pt idx="16878">
                  <c:v>4.6545300000000003</c:v>
                </c:pt>
                <c:pt idx="16879">
                  <c:v>4.6548400000000001</c:v>
                </c:pt>
                <c:pt idx="16880">
                  <c:v>4.6551400000000003</c:v>
                </c:pt>
                <c:pt idx="16881">
                  <c:v>4.6554500000000001</c:v>
                </c:pt>
                <c:pt idx="16882">
                  <c:v>4.6557500000000003</c:v>
                </c:pt>
                <c:pt idx="16883">
                  <c:v>4.6560600000000001</c:v>
                </c:pt>
                <c:pt idx="16884">
                  <c:v>4.6563600000000003</c:v>
                </c:pt>
                <c:pt idx="16885">
                  <c:v>4.6566700000000001</c:v>
                </c:pt>
                <c:pt idx="16886">
                  <c:v>4.6569700000000003</c:v>
                </c:pt>
                <c:pt idx="16887">
                  <c:v>4.6572800000000001</c:v>
                </c:pt>
                <c:pt idx="16888">
                  <c:v>4.6575800000000003</c:v>
                </c:pt>
                <c:pt idx="16889">
                  <c:v>4.6578900000000001</c:v>
                </c:pt>
                <c:pt idx="16890">
                  <c:v>4.6581999999999999</c:v>
                </c:pt>
                <c:pt idx="16891">
                  <c:v>4.6585000000000001</c:v>
                </c:pt>
                <c:pt idx="16892">
                  <c:v>4.6588099999999999</c:v>
                </c:pt>
                <c:pt idx="16893">
                  <c:v>4.6591100000000001</c:v>
                </c:pt>
                <c:pt idx="16894">
                  <c:v>4.6594199999999999</c:v>
                </c:pt>
                <c:pt idx="16895">
                  <c:v>4.6597200000000001</c:v>
                </c:pt>
                <c:pt idx="16896">
                  <c:v>4.6600299999999999</c:v>
                </c:pt>
                <c:pt idx="16897">
                  <c:v>4.6603300000000001</c:v>
                </c:pt>
                <c:pt idx="16898">
                  <c:v>4.6606399999999999</c:v>
                </c:pt>
                <c:pt idx="16899">
                  <c:v>4.6609400000000001</c:v>
                </c:pt>
                <c:pt idx="16900">
                  <c:v>4.6612499999999999</c:v>
                </c:pt>
                <c:pt idx="16901">
                  <c:v>4.6615500000000001</c:v>
                </c:pt>
                <c:pt idx="16902">
                  <c:v>4.6618599999999999</c:v>
                </c:pt>
                <c:pt idx="16903">
                  <c:v>4.6621699999999997</c:v>
                </c:pt>
                <c:pt idx="16904">
                  <c:v>4.6624699999999999</c:v>
                </c:pt>
                <c:pt idx="16905">
                  <c:v>4.6627799999999997</c:v>
                </c:pt>
                <c:pt idx="16906">
                  <c:v>4.6630799999999999</c:v>
                </c:pt>
                <c:pt idx="16907">
                  <c:v>4.6633899999999997</c:v>
                </c:pt>
                <c:pt idx="16908">
                  <c:v>4.6636899999999999</c:v>
                </c:pt>
                <c:pt idx="16909">
                  <c:v>4.6639999999999997</c:v>
                </c:pt>
                <c:pt idx="16910">
                  <c:v>4.6642999999999999</c:v>
                </c:pt>
                <c:pt idx="16911">
                  <c:v>4.6646099999999997</c:v>
                </c:pt>
                <c:pt idx="16912">
                  <c:v>4.6649099999999999</c:v>
                </c:pt>
                <c:pt idx="16913">
                  <c:v>4.6652199999999997</c:v>
                </c:pt>
                <c:pt idx="16914">
                  <c:v>4.6655199999999999</c:v>
                </c:pt>
                <c:pt idx="16915">
                  <c:v>4.6658299999999997</c:v>
                </c:pt>
                <c:pt idx="16916">
                  <c:v>4.6661400000000004</c:v>
                </c:pt>
                <c:pt idx="16917">
                  <c:v>4.6664399999999997</c:v>
                </c:pt>
                <c:pt idx="16918">
                  <c:v>4.6667500000000004</c:v>
                </c:pt>
                <c:pt idx="16919">
                  <c:v>4.6670499999999997</c:v>
                </c:pt>
                <c:pt idx="16920">
                  <c:v>4.6673600000000004</c:v>
                </c:pt>
                <c:pt idx="16921">
                  <c:v>4.6676599999999997</c:v>
                </c:pt>
                <c:pt idx="16922">
                  <c:v>4.6679700000000004</c:v>
                </c:pt>
                <c:pt idx="16923">
                  <c:v>4.6682699999999997</c:v>
                </c:pt>
                <c:pt idx="16924">
                  <c:v>4.6685800000000004</c:v>
                </c:pt>
                <c:pt idx="16925">
                  <c:v>4.6688799999999997</c:v>
                </c:pt>
                <c:pt idx="16926">
                  <c:v>4.6691900000000004</c:v>
                </c:pt>
                <c:pt idx="16927">
                  <c:v>4.6695000000000002</c:v>
                </c:pt>
                <c:pt idx="16928">
                  <c:v>4.6698000000000004</c:v>
                </c:pt>
                <c:pt idx="16929">
                  <c:v>4.6701100000000002</c:v>
                </c:pt>
                <c:pt idx="16930">
                  <c:v>4.6704100000000004</c:v>
                </c:pt>
                <c:pt idx="16931">
                  <c:v>4.6707200000000002</c:v>
                </c:pt>
                <c:pt idx="16932">
                  <c:v>4.6710200000000004</c:v>
                </c:pt>
                <c:pt idx="16933">
                  <c:v>4.6713300000000002</c:v>
                </c:pt>
                <c:pt idx="16934">
                  <c:v>4.6716300000000004</c:v>
                </c:pt>
                <c:pt idx="16935">
                  <c:v>4.6719400000000002</c:v>
                </c:pt>
                <c:pt idx="16936">
                  <c:v>4.6722400000000004</c:v>
                </c:pt>
                <c:pt idx="16937">
                  <c:v>4.6725500000000002</c:v>
                </c:pt>
                <c:pt idx="16938">
                  <c:v>4.6728500000000004</c:v>
                </c:pt>
                <c:pt idx="16939">
                  <c:v>4.6731600000000002</c:v>
                </c:pt>
                <c:pt idx="16940">
                  <c:v>4.67347</c:v>
                </c:pt>
                <c:pt idx="16941">
                  <c:v>4.6737700000000002</c:v>
                </c:pt>
                <c:pt idx="16942">
                  <c:v>4.67408</c:v>
                </c:pt>
                <c:pt idx="16943">
                  <c:v>4.6743800000000002</c:v>
                </c:pt>
                <c:pt idx="16944">
                  <c:v>4.67469</c:v>
                </c:pt>
                <c:pt idx="16945">
                  <c:v>4.6749900000000002</c:v>
                </c:pt>
                <c:pt idx="16946">
                  <c:v>4.6753</c:v>
                </c:pt>
                <c:pt idx="16947">
                  <c:v>4.6756000000000002</c:v>
                </c:pt>
                <c:pt idx="16948">
                  <c:v>4.67591</c:v>
                </c:pt>
                <c:pt idx="16949">
                  <c:v>4.6762100000000002</c:v>
                </c:pt>
                <c:pt idx="16950">
                  <c:v>4.67652</c:v>
                </c:pt>
                <c:pt idx="16951">
                  <c:v>4.6768200000000002</c:v>
                </c:pt>
                <c:pt idx="16952">
                  <c:v>4.67713</c:v>
                </c:pt>
                <c:pt idx="16953">
                  <c:v>4.6774399999999998</c:v>
                </c:pt>
                <c:pt idx="16954">
                  <c:v>4.67774</c:v>
                </c:pt>
                <c:pt idx="16955">
                  <c:v>4.6780499999999998</c:v>
                </c:pt>
                <c:pt idx="16956">
                  <c:v>4.67835</c:v>
                </c:pt>
                <c:pt idx="16957">
                  <c:v>4.6786599999999998</c:v>
                </c:pt>
                <c:pt idx="16958">
                  <c:v>4.67896</c:v>
                </c:pt>
                <c:pt idx="16959">
                  <c:v>4.6792699999999998</c:v>
                </c:pt>
                <c:pt idx="16960">
                  <c:v>4.67957</c:v>
                </c:pt>
                <c:pt idx="16961">
                  <c:v>4.6798799999999998</c:v>
                </c:pt>
                <c:pt idx="16962">
                  <c:v>4.68018</c:v>
                </c:pt>
                <c:pt idx="16963">
                  <c:v>4.6804899999999998</c:v>
                </c:pt>
                <c:pt idx="16964">
                  <c:v>4.68079</c:v>
                </c:pt>
                <c:pt idx="16965">
                  <c:v>4.6810999999999998</c:v>
                </c:pt>
                <c:pt idx="16966">
                  <c:v>4.6814099999999996</c:v>
                </c:pt>
                <c:pt idx="16967">
                  <c:v>4.6817099999999998</c:v>
                </c:pt>
                <c:pt idx="16968">
                  <c:v>4.6820199999999996</c:v>
                </c:pt>
                <c:pt idx="16969">
                  <c:v>4.6823199999999998</c:v>
                </c:pt>
                <c:pt idx="16970">
                  <c:v>4.6826299999999996</c:v>
                </c:pt>
                <c:pt idx="16971">
                  <c:v>4.6829299999999998</c:v>
                </c:pt>
                <c:pt idx="16972">
                  <c:v>4.6832399999999996</c:v>
                </c:pt>
                <c:pt idx="16973">
                  <c:v>4.6835399999999998</c:v>
                </c:pt>
                <c:pt idx="16974">
                  <c:v>4.6838499999999996</c:v>
                </c:pt>
                <c:pt idx="16975">
                  <c:v>4.6841499999999998</c:v>
                </c:pt>
                <c:pt idx="16976">
                  <c:v>4.6844599999999996</c:v>
                </c:pt>
                <c:pt idx="16977">
                  <c:v>4.6847599999999998</c:v>
                </c:pt>
                <c:pt idx="16978">
                  <c:v>4.6850699999999996</c:v>
                </c:pt>
                <c:pt idx="16979">
                  <c:v>4.6853800000000003</c:v>
                </c:pt>
                <c:pt idx="16980">
                  <c:v>4.6856799999999996</c:v>
                </c:pt>
                <c:pt idx="16981">
                  <c:v>4.6859900000000003</c:v>
                </c:pt>
                <c:pt idx="16982">
                  <c:v>4.6862899999999996</c:v>
                </c:pt>
                <c:pt idx="16983">
                  <c:v>4.6866000000000003</c:v>
                </c:pt>
                <c:pt idx="16984">
                  <c:v>4.6868999999999996</c:v>
                </c:pt>
                <c:pt idx="16985">
                  <c:v>4.6872100000000003</c:v>
                </c:pt>
                <c:pt idx="16986">
                  <c:v>4.6875099999999996</c:v>
                </c:pt>
                <c:pt idx="16987">
                  <c:v>4.6878200000000003</c:v>
                </c:pt>
                <c:pt idx="16988">
                  <c:v>4.6881199999999996</c:v>
                </c:pt>
                <c:pt idx="16989">
                  <c:v>4.6884300000000003</c:v>
                </c:pt>
                <c:pt idx="16990">
                  <c:v>4.6887400000000001</c:v>
                </c:pt>
                <c:pt idx="16991">
                  <c:v>4.6890400000000003</c:v>
                </c:pt>
                <c:pt idx="16992">
                  <c:v>4.6893500000000001</c:v>
                </c:pt>
                <c:pt idx="16993">
                  <c:v>4.6896500000000003</c:v>
                </c:pt>
                <c:pt idx="16994">
                  <c:v>4.6899600000000001</c:v>
                </c:pt>
                <c:pt idx="16995">
                  <c:v>4.6902600000000003</c:v>
                </c:pt>
                <c:pt idx="16996">
                  <c:v>4.6905700000000001</c:v>
                </c:pt>
                <c:pt idx="16997">
                  <c:v>4.6908700000000003</c:v>
                </c:pt>
                <c:pt idx="16998">
                  <c:v>4.6911800000000001</c:v>
                </c:pt>
                <c:pt idx="16999">
                  <c:v>4.6914800000000003</c:v>
                </c:pt>
                <c:pt idx="17000">
                  <c:v>4.6917900000000001</c:v>
                </c:pt>
                <c:pt idx="17001">
                  <c:v>4.6920900000000003</c:v>
                </c:pt>
                <c:pt idx="17002">
                  <c:v>4.6924000000000001</c:v>
                </c:pt>
                <c:pt idx="17003">
                  <c:v>4.6927099999999999</c:v>
                </c:pt>
                <c:pt idx="17004">
                  <c:v>4.6930100000000001</c:v>
                </c:pt>
                <c:pt idx="17005">
                  <c:v>4.6933199999999999</c:v>
                </c:pt>
                <c:pt idx="17006">
                  <c:v>4.6936200000000001</c:v>
                </c:pt>
                <c:pt idx="17007">
                  <c:v>4.6939299999999999</c:v>
                </c:pt>
                <c:pt idx="17008">
                  <c:v>4.6942300000000001</c:v>
                </c:pt>
                <c:pt idx="17009">
                  <c:v>4.6945399999999999</c:v>
                </c:pt>
                <c:pt idx="17010">
                  <c:v>4.6948400000000001</c:v>
                </c:pt>
                <c:pt idx="17011">
                  <c:v>4.6951499999999999</c:v>
                </c:pt>
                <c:pt idx="17012">
                  <c:v>4.6954500000000001</c:v>
                </c:pt>
                <c:pt idx="17013">
                  <c:v>4.6957599999999999</c:v>
                </c:pt>
                <c:pt idx="17014">
                  <c:v>4.6960600000000001</c:v>
                </c:pt>
                <c:pt idx="17015">
                  <c:v>4.6963699999999999</c:v>
                </c:pt>
                <c:pt idx="17016">
                  <c:v>4.6966799999999997</c:v>
                </c:pt>
                <c:pt idx="17017">
                  <c:v>4.6969799999999999</c:v>
                </c:pt>
                <c:pt idx="17018">
                  <c:v>4.6972899999999997</c:v>
                </c:pt>
                <c:pt idx="17019">
                  <c:v>4.6975899999999999</c:v>
                </c:pt>
                <c:pt idx="17020">
                  <c:v>4.6978999999999997</c:v>
                </c:pt>
                <c:pt idx="17021">
                  <c:v>4.6981999999999999</c:v>
                </c:pt>
                <c:pt idx="17022">
                  <c:v>4.6985099999999997</c:v>
                </c:pt>
                <c:pt idx="17023">
                  <c:v>4.6988099999999999</c:v>
                </c:pt>
                <c:pt idx="17024">
                  <c:v>4.6991199999999997</c:v>
                </c:pt>
                <c:pt idx="17025">
                  <c:v>4.6994199999999999</c:v>
                </c:pt>
                <c:pt idx="17026">
                  <c:v>4.6997299999999997</c:v>
                </c:pt>
                <c:pt idx="17027">
                  <c:v>4.7000299999999999</c:v>
                </c:pt>
                <c:pt idx="17028">
                  <c:v>4.7003399999999997</c:v>
                </c:pt>
                <c:pt idx="17029">
                  <c:v>4.7006500000000004</c:v>
                </c:pt>
                <c:pt idx="17030">
                  <c:v>4.7009499999999997</c:v>
                </c:pt>
                <c:pt idx="17031">
                  <c:v>4.7012600000000004</c:v>
                </c:pt>
                <c:pt idx="17032">
                  <c:v>4.7015599999999997</c:v>
                </c:pt>
                <c:pt idx="17033">
                  <c:v>4.7018700000000004</c:v>
                </c:pt>
                <c:pt idx="17034">
                  <c:v>4.7021699999999997</c:v>
                </c:pt>
                <c:pt idx="17035">
                  <c:v>4.7024800000000004</c:v>
                </c:pt>
                <c:pt idx="17036">
                  <c:v>4.7027799999999997</c:v>
                </c:pt>
                <c:pt idx="17037">
                  <c:v>4.7030900000000004</c:v>
                </c:pt>
                <c:pt idx="17038">
                  <c:v>4.7033899999999997</c:v>
                </c:pt>
                <c:pt idx="17039">
                  <c:v>4.7037000000000004</c:v>
                </c:pt>
                <c:pt idx="17040">
                  <c:v>4.7039999999999997</c:v>
                </c:pt>
                <c:pt idx="17041">
                  <c:v>4.7043100000000004</c:v>
                </c:pt>
                <c:pt idx="17042">
                  <c:v>4.7046200000000002</c:v>
                </c:pt>
                <c:pt idx="17043">
                  <c:v>4.7049200000000004</c:v>
                </c:pt>
                <c:pt idx="17044">
                  <c:v>4.7052300000000002</c:v>
                </c:pt>
                <c:pt idx="17045">
                  <c:v>4.7055300000000004</c:v>
                </c:pt>
                <c:pt idx="17046">
                  <c:v>4.7058400000000002</c:v>
                </c:pt>
                <c:pt idx="17047">
                  <c:v>4.7061400000000004</c:v>
                </c:pt>
                <c:pt idx="17048">
                  <c:v>4.7064500000000002</c:v>
                </c:pt>
                <c:pt idx="17049">
                  <c:v>4.7067500000000004</c:v>
                </c:pt>
                <c:pt idx="17050">
                  <c:v>4.7070600000000002</c:v>
                </c:pt>
                <c:pt idx="17051">
                  <c:v>4.7073600000000004</c:v>
                </c:pt>
                <c:pt idx="17052">
                  <c:v>4.7076700000000002</c:v>
                </c:pt>
                <c:pt idx="17053">
                  <c:v>4.7079800000000001</c:v>
                </c:pt>
                <c:pt idx="17054">
                  <c:v>4.7082800000000002</c:v>
                </c:pt>
                <c:pt idx="17055">
                  <c:v>4.7085900000000001</c:v>
                </c:pt>
                <c:pt idx="17056">
                  <c:v>4.7088900000000002</c:v>
                </c:pt>
                <c:pt idx="17057">
                  <c:v>4.7092000000000001</c:v>
                </c:pt>
                <c:pt idx="17058">
                  <c:v>4.7095000000000002</c:v>
                </c:pt>
                <c:pt idx="17059">
                  <c:v>4.7098100000000001</c:v>
                </c:pt>
                <c:pt idx="17060">
                  <c:v>4.7101100000000002</c:v>
                </c:pt>
                <c:pt idx="17061">
                  <c:v>4.7104200000000001</c:v>
                </c:pt>
                <c:pt idx="17062">
                  <c:v>4.7107200000000002</c:v>
                </c:pt>
                <c:pt idx="17063">
                  <c:v>4.7110300000000001</c:v>
                </c:pt>
                <c:pt idx="17064">
                  <c:v>4.7113300000000002</c:v>
                </c:pt>
                <c:pt idx="17065">
                  <c:v>4.7116400000000001</c:v>
                </c:pt>
                <c:pt idx="17066">
                  <c:v>4.7119499999999999</c:v>
                </c:pt>
                <c:pt idx="17067">
                  <c:v>4.71225</c:v>
                </c:pt>
                <c:pt idx="17068">
                  <c:v>4.7125599999999999</c:v>
                </c:pt>
                <c:pt idx="17069">
                  <c:v>4.71286</c:v>
                </c:pt>
                <c:pt idx="17070">
                  <c:v>4.7131699999999999</c:v>
                </c:pt>
                <c:pt idx="17071">
                  <c:v>4.71347</c:v>
                </c:pt>
                <c:pt idx="17072">
                  <c:v>4.7137799999999999</c:v>
                </c:pt>
                <c:pt idx="17073">
                  <c:v>4.71408</c:v>
                </c:pt>
                <c:pt idx="17074">
                  <c:v>4.7143899999999999</c:v>
                </c:pt>
                <c:pt idx="17075">
                  <c:v>4.71469</c:v>
                </c:pt>
                <c:pt idx="17076">
                  <c:v>4.7149999999999999</c:v>
                </c:pt>
                <c:pt idx="17077">
                  <c:v>4.7153</c:v>
                </c:pt>
                <c:pt idx="17078">
                  <c:v>4.7156099999999999</c:v>
                </c:pt>
                <c:pt idx="17079">
                  <c:v>4.7159199999999997</c:v>
                </c:pt>
                <c:pt idx="17080">
                  <c:v>4.7162199999999999</c:v>
                </c:pt>
                <c:pt idx="17081">
                  <c:v>4.7165299999999997</c:v>
                </c:pt>
                <c:pt idx="17082">
                  <c:v>4.7168299999999999</c:v>
                </c:pt>
                <c:pt idx="17083">
                  <c:v>4.7171399999999997</c:v>
                </c:pt>
                <c:pt idx="17084">
                  <c:v>4.7174399999999999</c:v>
                </c:pt>
                <c:pt idx="17085">
                  <c:v>4.7177499999999997</c:v>
                </c:pt>
                <c:pt idx="17086">
                  <c:v>4.7180499999999999</c:v>
                </c:pt>
                <c:pt idx="17087">
                  <c:v>4.7183599999999997</c:v>
                </c:pt>
                <c:pt idx="17088">
                  <c:v>4.7186599999999999</c:v>
                </c:pt>
                <c:pt idx="17089">
                  <c:v>4.7189699999999997</c:v>
                </c:pt>
                <c:pt idx="17090">
                  <c:v>4.7192699999999999</c:v>
                </c:pt>
                <c:pt idx="17091">
                  <c:v>4.7195799999999997</c:v>
                </c:pt>
                <c:pt idx="17092">
                  <c:v>4.7198900000000004</c:v>
                </c:pt>
                <c:pt idx="17093">
                  <c:v>4.7201899999999997</c:v>
                </c:pt>
                <c:pt idx="17094">
                  <c:v>4.7205000000000004</c:v>
                </c:pt>
                <c:pt idx="17095">
                  <c:v>4.7207999999999997</c:v>
                </c:pt>
                <c:pt idx="17096">
                  <c:v>4.7211100000000004</c:v>
                </c:pt>
                <c:pt idx="17097">
                  <c:v>4.7214099999999997</c:v>
                </c:pt>
                <c:pt idx="17098">
                  <c:v>4.7217200000000004</c:v>
                </c:pt>
                <c:pt idx="17099">
                  <c:v>4.7220199999999997</c:v>
                </c:pt>
                <c:pt idx="17100">
                  <c:v>4.7223300000000004</c:v>
                </c:pt>
                <c:pt idx="17101">
                  <c:v>4.7226299999999997</c:v>
                </c:pt>
                <c:pt idx="17102">
                  <c:v>4.7229400000000004</c:v>
                </c:pt>
                <c:pt idx="17103">
                  <c:v>4.7232500000000002</c:v>
                </c:pt>
                <c:pt idx="17104">
                  <c:v>4.7235500000000004</c:v>
                </c:pt>
                <c:pt idx="17105">
                  <c:v>4.7238600000000002</c:v>
                </c:pt>
                <c:pt idx="17106">
                  <c:v>4.7241600000000004</c:v>
                </c:pt>
                <c:pt idx="17107">
                  <c:v>4.7244700000000002</c:v>
                </c:pt>
                <c:pt idx="17108">
                  <c:v>4.7247700000000004</c:v>
                </c:pt>
                <c:pt idx="17109">
                  <c:v>4.7250800000000002</c:v>
                </c:pt>
                <c:pt idx="17110">
                  <c:v>4.7253800000000004</c:v>
                </c:pt>
                <c:pt idx="17111">
                  <c:v>4.7256900000000002</c:v>
                </c:pt>
                <c:pt idx="17112">
                  <c:v>4.7259900000000004</c:v>
                </c:pt>
                <c:pt idx="17113">
                  <c:v>4.7263000000000002</c:v>
                </c:pt>
                <c:pt idx="17114">
                  <c:v>4.7266000000000004</c:v>
                </c:pt>
                <c:pt idx="17115">
                  <c:v>4.7269100000000002</c:v>
                </c:pt>
                <c:pt idx="17116">
                  <c:v>4.72722</c:v>
                </c:pt>
                <c:pt idx="17117">
                  <c:v>4.7275200000000002</c:v>
                </c:pt>
                <c:pt idx="17118">
                  <c:v>4.72783</c:v>
                </c:pt>
                <c:pt idx="17119">
                  <c:v>4.7281300000000002</c:v>
                </c:pt>
                <c:pt idx="17120">
                  <c:v>4.72844</c:v>
                </c:pt>
                <c:pt idx="17121">
                  <c:v>4.7287400000000002</c:v>
                </c:pt>
                <c:pt idx="17122">
                  <c:v>4.72905</c:v>
                </c:pt>
                <c:pt idx="17123">
                  <c:v>4.7293500000000002</c:v>
                </c:pt>
                <c:pt idx="17124">
                  <c:v>4.72966</c:v>
                </c:pt>
                <c:pt idx="17125">
                  <c:v>4.7299600000000002</c:v>
                </c:pt>
                <c:pt idx="17126">
                  <c:v>4.73027</c:v>
                </c:pt>
                <c:pt idx="17127">
                  <c:v>4.7305700000000002</c:v>
                </c:pt>
                <c:pt idx="17128">
                  <c:v>4.73088</c:v>
                </c:pt>
                <c:pt idx="17129">
                  <c:v>4.7311899999999998</c:v>
                </c:pt>
                <c:pt idx="17130">
                  <c:v>4.73149</c:v>
                </c:pt>
                <c:pt idx="17131">
                  <c:v>4.7317999999999998</c:v>
                </c:pt>
                <c:pt idx="17132">
                  <c:v>4.7321</c:v>
                </c:pt>
                <c:pt idx="17133">
                  <c:v>4.7324099999999998</c:v>
                </c:pt>
                <c:pt idx="17134">
                  <c:v>4.73271</c:v>
                </c:pt>
                <c:pt idx="17135">
                  <c:v>4.7330199999999998</c:v>
                </c:pt>
                <c:pt idx="17136">
                  <c:v>4.73332</c:v>
                </c:pt>
                <c:pt idx="17137">
                  <c:v>4.7336299999999998</c:v>
                </c:pt>
                <c:pt idx="17138">
                  <c:v>4.73393</c:v>
                </c:pt>
                <c:pt idx="17139">
                  <c:v>4.7342399999999998</c:v>
                </c:pt>
                <c:pt idx="17140">
                  <c:v>4.73454</c:v>
                </c:pt>
                <c:pt idx="17141">
                  <c:v>4.7348499999999998</c:v>
                </c:pt>
                <c:pt idx="17142">
                  <c:v>4.7351599999999996</c:v>
                </c:pt>
                <c:pt idx="17143">
                  <c:v>4.7354599999999998</c:v>
                </c:pt>
                <c:pt idx="17144">
                  <c:v>4.7357699999999996</c:v>
                </c:pt>
                <c:pt idx="17145">
                  <c:v>4.7360699999999998</c:v>
                </c:pt>
                <c:pt idx="17146">
                  <c:v>4.7363799999999996</c:v>
                </c:pt>
                <c:pt idx="17147">
                  <c:v>4.7366799999999998</c:v>
                </c:pt>
                <c:pt idx="17148">
                  <c:v>4.7369899999999996</c:v>
                </c:pt>
                <c:pt idx="17149">
                  <c:v>4.7372899999999998</c:v>
                </c:pt>
                <c:pt idx="17150">
                  <c:v>4.7375999999999996</c:v>
                </c:pt>
                <c:pt idx="17151">
                  <c:v>4.7378999999999998</c:v>
                </c:pt>
                <c:pt idx="17152">
                  <c:v>4.7382099999999996</c:v>
                </c:pt>
                <c:pt idx="17153">
                  <c:v>4.7385099999999998</c:v>
                </c:pt>
                <c:pt idx="17154">
                  <c:v>4.7388199999999996</c:v>
                </c:pt>
                <c:pt idx="17155">
                  <c:v>4.7391300000000003</c:v>
                </c:pt>
                <c:pt idx="17156">
                  <c:v>4.7394299999999996</c:v>
                </c:pt>
                <c:pt idx="17157">
                  <c:v>4.7397400000000003</c:v>
                </c:pt>
                <c:pt idx="17158">
                  <c:v>4.7400399999999996</c:v>
                </c:pt>
                <c:pt idx="17159">
                  <c:v>4.7403500000000003</c:v>
                </c:pt>
                <c:pt idx="17160">
                  <c:v>4.7406499999999996</c:v>
                </c:pt>
                <c:pt idx="17161">
                  <c:v>4.7409600000000003</c:v>
                </c:pt>
                <c:pt idx="17162">
                  <c:v>4.7412599999999996</c:v>
                </c:pt>
                <c:pt idx="17163">
                  <c:v>4.7415700000000003</c:v>
                </c:pt>
                <c:pt idx="17164">
                  <c:v>4.7418699999999996</c:v>
                </c:pt>
                <c:pt idx="17165">
                  <c:v>4.7421800000000003</c:v>
                </c:pt>
                <c:pt idx="17166">
                  <c:v>4.7424900000000001</c:v>
                </c:pt>
                <c:pt idx="17167">
                  <c:v>4.7427900000000003</c:v>
                </c:pt>
                <c:pt idx="17168">
                  <c:v>4.7431000000000001</c:v>
                </c:pt>
                <c:pt idx="17169">
                  <c:v>4.7434000000000003</c:v>
                </c:pt>
                <c:pt idx="17170">
                  <c:v>4.7437100000000001</c:v>
                </c:pt>
                <c:pt idx="17171">
                  <c:v>4.7440100000000003</c:v>
                </c:pt>
                <c:pt idx="17172">
                  <c:v>4.7443200000000001</c:v>
                </c:pt>
                <c:pt idx="17173">
                  <c:v>4.7446200000000003</c:v>
                </c:pt>
                <c:pt idx="17174">
                  <c:v>4.7449300000000001</c:v>
                </c:pt>
                <c:pt idx="17175">
                  <c:v>4.7452300000000003</c:v>
                </c:pt>
                <c:pt idx="17176">
                  <c:v>4.7455400000000001</c:v>
                </c:pt>
                <c:pt idx="17177">
                  <c:v>4.7458400000000003</c:v>
                </c:pt>
                <c:pt idx="17178">
                  <c:v>4.7461500000000001</c:v>
                </c:pt>
                <c:pt idx="17179">
                  <c:v>4.7464599999999999</c:v>
                </c:pt>
                <c:pt idx="17180">
                  <c:v>4.7467600000000001</c:v>
                </c:pt>
                <c:pt idx="17181">
                  <c:v>4.7470699999999999</c:v>
                </c:pt>
                <c:pt idx="17182">
                  <c:v>4.7473700000000001</c:v>
                </c:pt>
                <c:pt idx="17183">
                  <c:v>4.7476799999999999</c:v>
                </c:pt>
                <c:pt idx="17184">
                  <c:v>4.7479800000000001</c:v>
                </c:pt>
                <c:pt idx="17185">
                  <c:v>4.7482899999999999</c:v>
                </c:pt>
                <c:pt idx="17186">
                  <c:v>4.7485900000000001</c:v>
                </c:pt>
                <c:pt idx="17187">
                  <c:v>4.7488999999999999</c:v>
                </c:pt>
                <c:pt idx="17188">
                  <c:v>4.7492000000000001</c:v>
                </c:pt>
                <c:pt idx="17189">
                  <c:v>4.7495099999999999</c:v>
                </c:pt>
                <c:pt idx="17190">
                  <c:v>4.7498100000000001</c:v>
                </c:pt>
                <c:pt idx="17191">
                  <c:v>4.7501199999999999</c:v>
                </c:pt>
                <c:pt idx="17192">
                  <c:v>4.7504299999999997</c:v>
                </c:pt>
                <c:pt idx="17193">
                  <c:v>4.7507299999999999</c:v>
                </c:pt>
                <c:pt idx="17194">
                  <c:v>4.7510399999999997</c:v>
                </c:pt>
                <c:pt idx="17195">
                  <c:v>4.7513399999999999</c:v>
                </c:pt>
                <c:pt idx="17196">
                  <c:v>4.7516499999999997</c:v>
                </c:pt>
                <c:pt idx="17197">
                  <c:v>4.7519499999999999</c:v>
                </c:pt>
                <c:pt idx="17198">
                  <c:v>4.7522599999999997</c:v>
                </c:pt>
                <c:pt idx="17199">
                  <c:v>4.7525599999999999</c:v>
                </c:pt>
                <c:pt idx="17200">
                  <c:v>4.7528699999999997</c:v>
                </c:pt>
                <c:pt idx="17201">
                  <c:v>4.7531699999999999</c:v>
                </c:pt>
                <c:pt idx="17202">
                  <c:v>4.7534799999999997</c:v>
                </c:pt>
                <c:pt idx="17203">
                  <c:v>4.7537799999999999</c:v>
                </c:pt>
                <c:pt idx="17204">
                  <c:v>4.7540899999999997</c:v>
                </c:pt>
                <c:pt idx="17205">
                  <c:v>4.7544000000000004</c:v>
                </c:pt>
                <c:pt idx="17206">
                  <c:v>4.7546999999999997</c:v>
                </c:pt>
                <c:pt idx="17207">
                  <c:v>4.7550100000000004</c:v>
                </c:pt>
                <c:pt idx="17208">
                  <c:v>4.7553099999999997</c:v>
                </c:pt>
                <c:pt idx="17209">
                  <c:v>4.7556200000000004</c:v>
                </c:pt>
                <c:pt idx="17210">
                  <c:v>4.7559199999999997</c:v>
                </c:pt>
                <c:pt idx="17211">
                  <c:v>4.7562300000000004</c:v>
                </c:pt>
                <c:pt idx="17212">
                  <c:v>4.7565299999999997</c:v>
                </c:pt>
                <c:pt idx="17213">
                  <c:v>4.7568400000000004</c:v>
                </c:pt>
                <c:pt idx="17214">
                  <c:v>4.7571399999999997</c:v>
                </c:pt>
                <c:pt idx="17215">
                  <c:v>4.7574500000000004</c:v>
                </c:pt>
                <c:pt idx="17216">
                  <c:v>4.7577499999999997</c:v>
                </c:pt>
                <c:pt idx="17217">
                  <c:v>4.7580600000000004</c:v>
                </c:pt>
                <c:pt idx="17218">
                  <c:v>4.7583700000000002</c:v>
                </c:pt>
                <c:pt idx="17219">
                  <c:v>4.7586700000000004</c:v>
                </c:pt>
                <c:pt idx="17220">
                  <c:v>4.7589800000000002</c:v>
                </c:pt>
                <c:pt idx="17221">
                  <c:v>4.7592800000000004</c:v>
                </c:pt>
                <c:pt idx="17222">
                  <c:v>4.7595900000000002</c:v>
                </c:pt>
                <c:pt idx="17223">
                  <c:v>4.7598900000000004</c:v>
                </c:pt>
                <c:pt idx="17224">
                  <c:v>4.7602000000000002</c:v>
                </c:pt>
                <c:pt idx="17225">
                  <c:v>4.7605000000000004</c:v>
                </c:pt>
                <c:pt idx="17226">
                  <c:v>4.7608100000000002</c:v>
                </c:pt>
                <c:pt idx="17227">
                  <c:v>4.7611100000000004</c:v>
                </c:pt>
                <c:pt idx="17228">
                  <c:v>4.7614200000000002</c:v>
                </c:pt>
                <c:pt idx="17229">
                  <c:v>4.76173</c:v>
                </c:pt>
                <c:pt idx="17230">
                  <c:v>4.7620300000000002</c:v>
                </c:pt>
                <c:pt idx="17231">
                  <c:v>4.76234</c:v>
                </c:pt>
                <c:pt idx="17232">
                  <c:v>4.7626400000000002</c:v>
                </c:pt>
                <c:pt idx="17233">
                  <c:v>4.76295</c:v>
                </c:pt>
                <c:pt idx="17234">
                  <c:v>4.7632500000000002</c:v>
                </c:pt>
                <c:pt idx="17235">
                  <c:v>4.76356</c:v>
                </c:pt>
                <c:pt idx="17236">
                  <c:v>4.7638600000000002</c:v>
                </c:pt>
                <c:pt idx="17237">
                  <c:v>4.76417</c:v>
                </c:pt>
                <c:pt idx="17238">
                  <c:v>4.7644700000000002</c:v>
                </c:pt>
                <c:pt idx="17239">
                  <c:v>4.76478</c:v>
                </c:pt>
                <c:pt idx="17240">
                  <c:v>4.7650800000000002</c:v>
                </c:pt>
                <c:pt idx="17241">
                  <c:v>4.76539</c:v>
                </c:pt>
                <c:pt idx="17242">
                  <c:v>4.7656999999999998</c:v>
                </c:pt>
                <c:pt idx="17243">
                  <c:v>4.766</c:v>
                </c:pt>
                <c:pt idx="17244">
                  <c:v>4.7663099999999998</c:v>
                </c:pt>
                <c:pt idx="17245">
                  <c:v>4.76661</c:v>
                </c:pt>
                <c:pt idx="17246">
                  <c:v>4.7669199999999998</c:v>
                </c:pt>
                <c:pt idx="17247">
                  <c:v>4.76722</c:v>
                </c:pt>
                <c:pt idx="17248">
                  <c:v>4.7675299999999998</c:v>
                </c:pt>
                <c:pt idx="17249">
                  <c:v>4.76783</c:v>
                </c:pt>
                <c:pt idx="17250">
                  <c:v>4.7681399999999998</c:v>
                </c:pt>
                <c:pt idx="17251">
                  <c:v>4.76844</c:v>
                </c:pt>
                <c:pt idx="17252">
                  <c:v>4.7687499999999998</c:v>
                </c:pt>
                <c:pt idx="17253">
                  <c:v>4.76905</c:v>
                </c:pt>
                <c:pt idx="17254">
                  <c:v>4.7693599999999998</c:v>
                </c:pt>
                <c:pt idx="17255">
                  <c:v>4.7696699999999996</c:v>
                </c:pt>
                <c:pt idx="17256">
                  <c:v>4.7699699999999998</c:v>
                </c:pt>
                <c:pt idx="17257">
                  <c:v>4.7702799999999996</c:v>
                </c:pt>
                <c:pt idx="17258">
                  <c:v>4.7705799999999998</c:v>
                </c:pt>
                <c:pt idx="17259">
                  <c:v>4.7708899999999996</c:v>
                </c:pt>
                <c:pt idx="17260">
                  <c:v>4.7711899999999998</c:v>
                </c:pt>
                <c:pt idx="17261">
                  <c:v>4.7714999999999996</c:v>
                </c:pt>
                <c:pt idx="17262">
                  <c:v>4.7717999999999998</c:v>
                </c:pt>
                <c:pt idx="17263">
                  <c:v>4.7721099999999996</c:v>
                </c:pt>
                <c:pt idx="17264">
                  <c:v>4.7724099999999998</c:v>
                </c:pt>
                <c:pt idx="17265">
                  <c:v>4.7727199999999996</c:v>
                </c:pt>
                <c:pt idx="17266">
                  <c:v>4.7730199999999998</c:v>
                </c:pt>
                <c:pt idx="17267">
                  <c:v>4.7733299999999996</c:v>
                </c:pt>
                <c:pt idx="17268">
                  <c:v>4.7736400000000003</c:v>
                </c:pt>
                <c:pt idx="17269">
                  <c:v>4.7739399999999996</c:v>
                </c:pt>
                <c:pt idx="17270">
                  <c:v>4.7742500000000003</c:v>
                </c:pt>
                <c:pt idx="17271">
                  <c:v>4.7745499999999996</c:v>
                </c:pt>
                <c:pt idx="17272">
                  <c:v>4.7748600000000003</c:v>
                </c:pt>
                <c:pt idx="17273">
                  <c:v>4.7751599999999996</c:v>
                </c:pt>
                <c:pt idx="17274">
                  <c:v>4.7754700000000003</c:v>
                </c:pt>
                <c:pt idx="17275">
                  <c:v>4.7757699999999996</c:v>
                </c:pt>
                <c:pt idx="17276">
                  <c:v>4.7760800000000003</c:v>
                </c:pt>
                <c:pt idx="17277">
                  <c:v>4.7763799999999996</c:v>
                </c:pt>
                <c:pt idx="17278">
                  <c:v>4.7766900000000003</c:v>
                </c:pt>
                <c:pt idx="17279">
                  <c:v>4.7770000000000001</c:v>
                </c:pt>
                <c:pt idx="17280">
                  <c:v>4.7773000000000003</c:v>
                </c:pt>
                <c:pt idx="17281">
                  <c:v>4.7776100000000001</c:v>
                </c:pt>
                <c:pt idx="17282">
                  <c:v>4.7779100000000003</c:v>
                </c:pt>
                <c:pt idx="17283">
                  <c:v>4.7782200000000001</c:v>
                </c:pt>
                <c:pt idx="17284">
                  <c:v>4.7785200000000003</c:v>
                </c:pt>
                <c:pt idx="17285">
                  <c:v>4.7788300000000001</c:v>
                </c:pt>
                <c:pt idx="17286">
                  <c:v>4.7791300000000003</c:v>
                </c:pt>
                <c:pt idx="17287">
                  <c:v>4.7794400000000001</c:v>
                </c:pt>
                <c:pt idx="17288">
                  <c:v>4.7797400000000003</c:v>
                </c:pt>
                <c:pt idx="17289">
                  <c:v>4.7800500000000001</c:v>
                </c:pt>
                <c:pt idx="17290">
                  <c:v>4.7803500000000003</c:v>
                </c:pt>
                <c:pt idx="17291">
                  <c:v>4.7806600000000001</c:v>
                </c:pt>
                <c:pt idx="17292">
                  <c:v>4.7809699999999999</c:v>
                </c:pt>
                <c:pt idx="17293">
                  <c:v>4.7812700000000001</c:v>
                </c:pt>
                <c:pt idx="17294">
                  <c:v>4.7815799999999999</c:v>
                </c:pt>
                <c:pt idx="17295">
                  <c:v>4.7818800000000001</c:v>
                </c:pt>
                <c:pt idx="17296">
                  <c:v>4.7821899999999999</c:v>
                </c:pt>
                <c:pt idx="17297">
                  <c:v>4.7824900000000001</c:v>
                </c:pt>
                <c:pt idx="17298">
                  <c:v>4.7827999999999999</c:v>
                </c:pt>
                <c:pt idx="17299">
                  <c:v>4.7831000000000001</c:v>
                </c:pt>
                <c:pt idx="17300">
                  <c:v>4.7834099999999999</c:v>
                </c:pt>
                <c:pt idx="17301">
                  <c:v>4.7837100000000001</c:v>
                </c:pt>
                <c:pt idx="17302">
                  <c:v>4.7840199999999999</c:v>
                </c:pt>
                <c:pt idx="17303">
                  <c:v>4.7843200000000001</c:v>
                </c:pt>
                <c:pt idx="17304">
                  <c:v>4.7846299999999999</c:v>
                </c:pt>
                <c:pt idx="17305">
                  <c:v>4.7849399999999997</c:v>
                </c:pt>
                <c:pt idx="17306">
                  <c:v>4.7852399999999999</c:v>
                </c:pt>
                <c:pt idx="17307">
                  <c:v>4.7855499999999997</c:v>
                </c:pt>
                <c:pt idx="17308">
                  <c:v>4.7858499999999999</c:v>
                </c:pt>
                <c:pt idx="17309">
                  <c:v>4.7861599999999997</c:v>
                </c:pt>
                <c:pt idx="17310">
                  <c:v>4.7864599999999999</c:v>
                </c:pt>
                <c:pt idx="17311">
                  <c:v>4.7867699999999997</c:v>
                </c:pt>
                <c:pt idx="17312">
                  <c:v>4.7870699999999999</c:v>
                </c:pt>
                <c:pt idx="17313">
                  <c:v>4.7873799999999997</c:v>
                </c:pt>
                <c:pt idx="17314">
                  <c:v>4.7876799999999999</c:v>
                </c:pt>
                <c:pt idx="17315">
                  <c:v>4.7879899999999997</c:v>
                </c:pt>
                <c:pt idx="17316">
                  <c:v>4.7882899999999999</c:v>
                </c:pt>
                <c:pt idx="17317">
                  <c:v>4.7885999999999997</c:v>
                </c:pt>
                <c:pt idx="17318">
                  <c:v>4.7889099999999996</c:v>
                </c:pt>
                <c:pt idx="17319">
                  <c:v>4.7892099999999997</c:v>
                </c:pt>
                <c:pt idx="17320">
                  <c:v>4.7895200000000004</c:v>
                </c:pt>
                <c:pt idx="17321">
                  <c:v>4.7898199999999997</c:v>
                </c:pt>
                <c:pt idx="17322">
                  <c:v>4.7901300000000004</c:v>
                </c:pt>
                <c:pt idx="17323">
                  <c:v>4.7904299999999997</c:v>
                </c:pt>
                <c:pt idx="17324">
                  <c:v>4.7907400000000004</c:v>
                </c:pt>
                <c:pt idx="17325">
                  <c:v>4.7910399999999997</c:v>
                </c:pt>
                <c:pt idx="17326">
                  <c:v>4.7913500000000004</c:v>
                </c:pt>
                <c:pt idx="17327">
                  <c:v>4.7916499999999997</c:v>
                </c:pt>
                <c:pt idx="17328">
                  <c:v>4.7919600000000004</c:v>
                </c:pt>
                <c:pt idx="17329">
                  <c:v>4.7922599999999997</c:v>
                </c:pt>
                <c:pt idx="17330">
                  <c:v>4.7925700000000004</c:v>
                </c:pt>
                <c:pt idx="17331">
                  <c:v>4.7928800000000003</c:v>
                </c:pt>
                <c:pt idx="17332">
                  <c:v>4.7931800000000004</c:v>
                </c:pt>
                <c:pt idx="17333">
                  <c:v>4.7934900000000003</c:v>
                </c:pt>
                <c:pt idx="17334">
                  <c:v>4.7937900000000004</c:v>
                </c:pt>
                <c:pt idx="17335">
                  <c:v>4.7941000000000003</c:v>
                </c:pt>
                <c:pt idx="17336">
                  <c:v>4.7944000000000004</c:v>
                </c:pt>
                <c:pt idx="17337">
                  <c:v>4.7947100000000002</c:v>
                </c:pt>
                <c:pt idx="17338">
                  <c:v>4.7950100000000004</c:v>
                </c:pt>
                <c:pt idx="17339">
                  <c:v>4.7953200000000002</c:v>
                </c:pt>
                <c:pt idx="17340">
                  <c:v>4.7956200000000004</c:v>
                </c:pt>
                <c:pt idx="17341">
                  <c:v>4.7959300000000002</c:v>
                </c:pt>
                <c:pt idx="17342">
                  <c:v>4.7962400000000001</c:v>
                </c:pt>
                <c:pt idx="17343">
                  <c:v>4.7965400000000002</c:v>
                </c:pt>
                <c:pt idx="17344">
                  <c:v>4.7968500000000001</c:v>
                </c:pt>
                <c:pt idx="17345">
                  <c:v>4.7971500000000002</c:v>
                </c:pt>
                <c:pt idx="17346">
                  <c:v>4.7974600000000001</c:v>
                </c:pt>
                <c:pt idx="17347">
                  <c:v>4.7977600000000002</c:v>
                </c:pt>
                <c:pt idx="17348">
                  <c:v>4.7980700000000001</c:v>
                </c:pt>
                <c:pt idx="17349">
                  <c:v>4.7983700000000002</c:v>
                </c:pt>
                <c:pt idx="17350">
                  <c:v>4.7986800000000001</c:v>
                </c:pt>
                <c:pt idx="17351">
                  <c:v>4.7989800000000002</c:v>
                </c:pt>
                <c:pt idx="17352">
                  <c:v>4.7992900000000001</c:v>
                </c:pt>
                <c:pt idx="17353">
                  <c:v>4.7995900000000002</c:v>
                </c:pt>
                <c:pt idx="17354">
                  <c:v>4.7999000000000001</c:v>
                </c:pt>
                <c:pt idx="17355">
                  <c:v>4.8002099999999999</c:v>
                </c:pt>
                <c:pt idx="17356">
                  <c:v>4.8005100000000001</c:v>
                </c:pt>
                <c:pt idx="17357">
                  <c:v>4.8008199999999999</c:v>
                </c:pt>
                <c:pt idx="17358">
                  <c:v>4.8011200000000001</c:v>
                </c:pt>
                <c:pt idx="17359">
                  <c:v>4.8014299999999999</c:v>
                </c:pt>
                <c:pt idx="17360">
                  <c:v>4.8017300000000001</c:v>
                </c:pt>
                <c:pt idx="17361">
                  <c:v>4.8020399999999999</c:v>
                </c:pt>
                <c:pt idx="17362">
                  <c:v>4.8023400000000001</c:v>
                </c:pt>
                <c:pt idx="17363">
                  <c:v>4.8026499999999999</c:v>
                </c:pt>
                <c:pt idx="17364">
                  <c:v>4.8029500000000001</c:v>
                </c:pt>
                <c:pt idx="17365">
                  <c:v>4.8032599999999999</c:v>
                </c:pt>
                <c:pt idx="17366">
                  <c:v>4.8035600000000001</c:v>
                </c:pt>
                <c:pt idx="17367">
                  <c:v>4.8038699999999999</c:v>
                </c:pt>
                <c:pt idx="17368">
                  <c:v>4.8041799999999997</c:v>
                </c:pt>
                <c:pt idx="17369">
                  <c:v>4.8044799999999999</c:v>
                </c:pt>
                <c:pt idx="17370">
                  <c:v>4.8047899999999997</c:v>
                </c:pt>
                <c:pt idx="17371">
                  <c:v>4.8050899999999999</c:v>
                </c:pt>
                <c:pt idx="17372">
                  <c:v>4.8053999999999997</c:v>
                </c:pt>
                <c:pt idx="17373">
                  <c:v>4.8056999999999999</c:v>
                </c:pt>
                <c:pt idx="17374">
                  <c:v>4.8060099999999997</c:v>
                </c:pt>
                <c:pt idx="17375">
                  <c:v>4.8063099999999999</c:v>
                </c:pt>
                <c:pt idx="17376">
                  <c:v>4.8066199999999997</c:v>
                </c:pt>
                <c:pt idx="17377">
                  <c:v>4.8069199999999999</c:v>
                </c:pt>
                <c:pt idx="17378">
                  <c:v>4.8072299999999997</c:v>
                </c:pt>
                <c:pt idx="17379">
                  <c:v>4.8075299999999999</c:v>
                </c:pt>
                <c:pt idx="17380">
                  <c:v>4.8078399999999997</c:v>
                </c:pt>
                <c:pt idx="17381">
                  <c:v>4.8081500000000004</c:v>
                </c:pt>
                <c:pt idx="17382">
                  <c:v>4.8084499999999997</c:v>
                </c:pt>
                <c:pt idx="17383">
                  <c:v>4.8087600000000004</c:v>
                </c:pt>
                <c:pt idx="17384">
                  <c:v>4.8090599999999997</c:v>
                </c:pt>
                <c:pt idx="17385">
                  <c:v>4.8093700000000004</c:v>
                </c:pt>
                <c:pt idx="17386">
                  <c:v>4.8096699999999997</c:v>
                </c:pt>
                <c:pt idx="17387">
                  <c:v>4.8099800000000004</c:v>
                </c:pt>
                <c:pt idx="17388">
                  <c:v>4.8102799999999997</c:v>
                </c:pt>
                <c:pt idx="17389">
                  <c:v>4.8105900000000004</c:v>
                </c:pt>
                <c:pt idx="17390">
                  <c:v>4.8108899999999997</c:v>
                </c:pt>
                <c:pt idx="17391">
                  <c:v>4.8112000000000004</c:v>
                </c:pt>
                <c:pt idx="17392">
                  <c:v>4.8114999999999997</c:v>
                </c:pt>
                <c:pt idx="17393">
                  <c:v>4.8118100000000004</c:v>
                </c:pt>
                <c:pt idx="17394">
                  <c:v>4.8121200000000002</c:v>
                </c:pt>
                <c:pt idx="17395">
                  <c:v>4.8124200000000004</c:v>
                </c:pt>
                <c:pt idx="17396">
                  <c:v>4.8127300000000002</c:v>
                </c:pt>
                <c:pt idx="17397">
                  <c:v>4.8130300000000004</c:v>
                </c:pt>
                <c:pt idx="17398">
                  <c:v>4.8133400000000002</c:v>
                </c:pt>
                <c:pt idx="17399">
                  <c:v>4.8136400000000004</c:v>
                </c:pt>
                <c:pt idx="17400">
                  <c:v>4.8139500000000002</c:v>
                </c:pt>
                <c:pt idx="17401">
                  <c:v>4.8142500000000004</c:v>
                </c:pt>
                <c:pt idx="17402">
                  <c:v>4.8145600000000002</c:v>
                </c:pt>
                <c:pt idx="17403">
                  <c:v>4.8148600000000004</c:v>
                </c:pt>
                <c:pt idx="17404">
                  <c:v>4.8151700000000002</c:v>
                </c:pt>
                <c:pt idx="17405">
                  <c:v>4.81548</c:v>
                </c:pt>
                <c:pt idx="17406">
                  <c:v>4.8157800000000002</c:v>
                </c:pt>
                <c:pt idx="17407">
                  <c:v>4.81609</c:v>
                </c:pt>
                <c:pt idx="17408">
                  <c:v>4.8163900000000002</c:v>
                </c:pt>
                <c:pt idx="17409">
                  <c:v>4.8167</c:v>
                </c:pt>
                <c:pt idx="17410">
                  <c:v>4.8170000000000002</c:v>
                </c:pt>
                <c:pt idx="17411">
                  <c:v>4.81731</c:v>
                </c:pt>
                <c:pt idx="17412">
                  <c:v>4.8176100000000002</c:v>
                </c:pt>
                <c:pt idx="17413">
                  <c:v>4.81792</c:v>
                </c:pt>
                <c:pt idx="17414">
                  <c:v>4.8182200000000002</c:v>
                </c:pt>
                <c:pt idx="17415">
                  <c:v>4.81853</c:v>
                </c:pt>
                <c:pt idx="17416">
                  <c:v>4.8188300000000002</c:v>
                </c:pt>
                <c:pt idx="17417">
                  <c:v>4.81914</c:v>
                </c:pt>
                <c:pt idx="17418">
                  <c:v>4.8194499999999998</c:v>
                </c:pt>
                <c:pt idx="17419">
                  <c:v>4.81975</c:v>
                </c:pt>
                <c:pt idx="17420">
                  <c:v>4.8200599999999998</c:v>
                </c:pt>
                <c:pt idx="17421">
                  <c:v>4.82036</c:v>
                </c:pt>
                <c:pt idx="17422">
                  <c:v>4.8206699999999998</c:v>
                </c:pt>
                <c:pt idx="17423">
                  <c:v>4.82097</c:v>
                </c:pt>
                <c:pt idx="17424">
                  <c:v>4.8212799999999998</c:v>
                </c:pt>
                <c:pt idx="17425">
                  <c:v>4.82158</c:v>
                </c:pt>
                <c:pt idx="17426">
                  <c:v>4.8218899999999998</c:v>
                </c:pt>
                <c:pt idx="17427">
                  <c:v>4.82219</c:v>
                </c:pt>
                <c:pt idx="17428">
                  <c:v>4.8224999999999998</c:v>
                </c:pt>
                <c:pt idx="17429">
                  <c:v>4.8228</c:v>
                </c:pt>
                <c:pt idx="17430">
                  <c:v>4.8231099999999998</c:v>
                </c:pt>
                <c:pt idx="17431">
                  <c:v>4.8234199999999996</c:v>
                </c:pt>
                <c:pt idx="17432">
                  <c:v>4.8237199999999998</c:v>
                </c:pt>
                <c:pt idx="17433">
                  <c:v>4.8240299999999996</c:v>
                </c:pt>
                <c:pt idx="17434">
                  <c:v>4.8243299999999998</c:v>
                </c:pt>
                <c:pt idx="17435">
                  <c:v>4.8246399999999996</c:v>
                </c:pt>
                <c:pt idx="17436">
                  <c:v>4.8249399999999998</c:v>
                </c:pt>
                <c:pt idx="17437">
                  <c:v>4.8252499999999996</c:v>
                </c:pt>
                <c:pt idx="17438">
                  <c:v>4.8255499999999998</c:v>
                </c:pt>
                <c:pt idx="17439">
                  <c:v>4.8258599999999996</c:v>
                </c:pt>
                <c:pt idx="17440">
                  <c:v>4.8261599999999998</c:v>
                </c:pt>
                <c:pt idx="17441">
                  <c:v>4.8264699999999996</c:v>
                </c:pt>
                <c:pt idx="17442">
                  <c:v>4.8267699999999998</c:v>
                </c:pt>
                <c:pt idx="17443">
                  <c:v>4.8270799999999996</c:v>
                </c:pt>
                <c:pt idx="17444">
                  <c:v>4.8273900000000003</c:v>
                </c:pt>
                <c:pt idx="17445">
                  <c:v>4.8276899999999996</c:v>
                </c:pt>
                <c:pt idx="17446">
                  <c:v>4.8280000000000003</c:v>
                </c:pt>
                <c:pt idx="17447">
                  <c:v>4.8282999999999996</c:v>
                </c:pt>
                <c:pt idx="17448">
                  <c:v>4.8286100000000003</c:v>
                </c:pt>
                <c:pt idx="17449">
                  <c:v>4.8289099999999996</c:v>
                </c:pt>
                <c:pt idx="17450">
                  <c:v>4.8292200000000003</c:v>
                </c:pt>
                <c:pt idx="17451">
                  <c:v>4.8295199999999996</c:v>
                </c:pt>
                <c:pt idx="17452">
                  <c:v>4.8298300000000003</c:v>
                </c:pt>
                <c:pt idx="17453">
                  <c:v>4.8301299999999996</c:v>
                </c:pt>
                <c:pt idx="17454">
                  <c:v>4.8304400000000003</c:v>
                </c:pt>
                <c:pt idx="17455">
                  <c:v>4.8307399999999996</c:v>
                </c:pt>
                <c:pt idx="17456">
                  <c:v>4.8310500000000003</c:v>
                </c:pt>
                <c:pt idx="17457">
                  <c:v>4.8313600000000001</c:v>
                </c:pt>
                <c:pt idx="17458">
                  <c:v>4.8316600000000003</c:v>
                </c:pt>
                <c:pt idx="17459">
                  <c:v>4.8319700000000001</c:v>
                </c:pt>
                <c:pt idx="17460">
                  <c:v>4.8322700000000003</c:v>
                </c:pt>
                <c:pt idx="17461">
                  <c:v>4.8325800000000001</c:v>
                </c:pt>
                <c:pt idx="17462">
                  <c:v>4.8328800000000003</c:v>
                </c:pt>
                <c:pt idx="17463">
                  <c:v>4.8331900000000001</c:v>
                </c:pt>
                <c:pt idx="17464">
                  <c:v>4.8334900000000003</c:v>
                </c:pt>
                <c:pt idx="17465">
                  <c:v>4.8338000000000001</c:v>
                </c:pt>
                <c:pt idx="17466">
                  <c:v>4.8341000000000003</c:v>
                </c:pt>
                <c:pt idx="17467">
                  <c:v>4.8344100000000001</c:v>
                </c:pt>
                <c:pt idx="17468">
                  <c:v>4.8347199999999999</c:v>
                </c:pt>
                <c:pt idx="17469">
                  <c:v>4.8350200000000001</c:v>
                </c:pt>
                <c:pt idx="17470">
                  <c:v>4.8353299999999999</c:v>
                </c:pt>
                <c:pt idx="17471">
                  <c:v>4.8356300000000001</c:v>
                </c:pt>
                <c:pt idx="17472">
                  <c:v>4.8359399999999999</c:v>
                </c:pt>
                <c:pt idx="17473">
                  <c:v>4.8362400000000001</c:v>
                </c:pt>
                <c:pt idx="17474">
                  <c:v>4.8365499999999999</c:v>
                </c:pt>
                <c:pt idx="17475">
                  <c:v>4.8368500000000001</c:v>
                </c:pt>
                <c:pt idx="17476">
                  <c:v>4.8371599999999999</c:v>
                </c:pt>
                <c:pt idx="17477">
                  <c:v>4.8374600000000001</c:v>
                </c:pt>
                <c:pt idx="17478">
                  <c:v>4.8377699999999999</c:v>
                </c:pt>
                <c:pt idx="17479">
                  <c:v>4.8380700000000001</c:v>
                </c:pt>
                <c:pt idx="17480">
                  <c:v>4.8383799999999999</c:v>
                </c:pt>
                <c:pt idx="17481">
                  <c:v>4.8386899999999997</c:v>
                </c:pt>
                <c:pt idx="17482">
                  <c:v>4.8389899999999999</c:v>
                </c:pt>
                <c:pt idx="17483">
                  <c:v>4.8392999999999997</c:v>
                </c:pt>
                <c:pt idx="17484">
                  <c:v>4.8395999999999999</c:v>
                </c:pt>
                <c:pt idx="17485">
                  <c:v>4.8399099999999997</c:v>
                </c:pt>
                <c:pt idx="17486">
                  <c:v>4.8402099999999999</c:v>
                </c:pt>
                <c:pt idx="17487">
                  <c:v>4.8405199999999997</c:v>
                </c:pt>
                <c:pt idx="17488">
                  <c:v>4.8408199999999999</c:v>
                </c:pt>
                <c:pt idx="17489">
                  <c:v>4.8411299999999997</c:v>
                </c:pt>
                <c:pt idx="17490">
                  <c:v>4.8414299999999999</c:v>
                </c:pt>
                <c:pt idx="17491">
                  <c:v>4.8417399999999997</c:v>
                </c:pt>
                <c:pt idx="17492">
                  <c:v>4.8420399999999999</c:v>
                </c:pt>
                <c:pt idx="17493">
                  <c:v>4.8423499999999997</c:v>
                </c:pt>
                <c:pt idx="17494">
                  <c:v>4.8426600000000004</c:v>
                </c:pt>
                <c:pt idx="17495">
                  <c:v>4.8429599999999997</c:v>
                </c:pt>
                <c:pt idx="17496">
                  <c:v>4.8432700000000004</c:v>
                </c:pt>
                <c:pt idx="17497">
                  <c:v>4.8435699999999997</c:v>
                </c:pt>
                <c:pt idx="17498">
                  <c:v>4.8438800000000004</c:v>
                </c:pt>
                <c:pt idx="17499">
                  <c:v>4.8441799999999997</c:v>
                </c:pt>
                <c:pt idx="17500">
                  <c:v>4.8444900000000004</c:v>
                </c:pt>
                <c:pt idx="17501">
                  <c:v>4.8447899999999997</c:v>
                </c:pt>
                <c:pt idx="17502">
                  <c:v>4.8451000000000004</c:v>
                </c:pt>
                <c:pt idx="17503">
                  <c:v>4.8453999999999997</c:v>
                </c:pt>
                <c:pt idx="17504">
                  <c:v>4.8457100000000004</c:v>
                </c:pt>
                <c:pt idx="17505">
                  <c:v>4.8460099999999997</c:v>
                </c:pt>
                <c:pt idx="17506">
                  <c:v>4.8463200000000004</c:v>
                </c:pt>
                <c:pt idx="17507">
                  <c:v>4.8466300000000002</c:v>
                </c:pt>
                <c:pt idx="17508">
                  <c:v>4.8469300000000004</c:v>
                </c:pt>
                <c:pt idx="17509">
                  <c:v>4.8472400000000002</c:v>
                </c:pt>
                <c:pt idx="17510">
                  <c:v>4.8475400000000004</c:v>
                </c:pt>
                <c:pt idx="17511">
                  <c:v>4.8478500000000002</c:v>
                </c:pt>
                <c:pt idx="17512">
                  <c:v>4.8481500000000004</c:v>
                </c:pt>
                <c:pt idx="17513">
                  <c:v>4.8484600000000002</c:v>
                </c:pt>
                <c:pt idx="17514">
                  <c:v>4.8487600000000004</c:v>
                </c:pt>
                <c:pt idx="17515">
                  <c:v>4.8490700000000002</c:v>
                </c:pt>
                <c:pt idx="17516">
                  <c:v>4.8493700000000004</c:v>
                </c:pt>
                <c:pt idx="17517">
                  <c:v>4.8496800000000002</c:v>
                </c:pt>
                <c:pt idx="17518">
                  <c:v>4.84999</c:v>
                </c:pt>
                <c:pt idx="17519">
                  <c:v>4.8502900000000002</c:v>
                </c:pt>
                <c:pt idx="17520">
                  <c:v>4.8506</c:v>
                </c:pt>
                <c:pt idx="17521">
                  <c:v>4.8509000000000002</c:v>
                </c:pt>
                <c:pt idx="17522">
                  <c:v>4.85121</c:v>
                </c:pt>
                <c:pt idx="17523">
                  <c:v>4.8515100000000002</c:v>
                </c:pt>
                <c:pt idx="17524">
                  <c:v>4.85182</c:v>
                </c:pt>
                <c:pt idx="17525">
                  <c:v>4.8521200000000002</c:v>
                </c:pt>
                <c:pt idx="17526">
                  <c:v>4.85243</c:v>
                </c:pt>
                <c:pt idx="17527">
                  <c:v>4.8527300000000002</c:v>
                </c:pt>
                <c:pt idx="17528">
                  <c:v>4.85304</c:v>
                </c:pt>
                <c:pt idx="17529">
                  <c:v>4.8533400000000002</c:v>
                </c:pt>
                <c:pt idx="17530">
                  <c:v>4.85365</c:v>
                </c:pt>
                <c:pt idx="17531">
                  <c:v>4.8539599999999998</c:v>
                </c:pt>
                <c:pt idx="17532">
                  <c:v>4.85426</c:v>
                </c:pt>
                <c:pt idx="17533">
                  <c:v>4.8545699999999998</c:v>
                </c:pt>
                <c:pt idx="17534">
                  <c:v>4.85487</c:v>
                </c:pt>
                <c:pt idx="17535">
                  <c:v>4.8551799999999998</c:v>
                </c:pt>
                <c:pt idx="17536">
                  <c:v>4.85548</c:v>
                </c:pt>
                <c:pt idx="17537">
                  <c:v>4.8557899999999998</c:v>
                </c:pt>
                <c:pt idx="17538">
                  <c:v>4.85609</c:v>
                </c:pt>
                <c:pt idx="17539">
                  <c:v>4.8563999999999998</c:v>
                </c:pt>
                <c:pt idx="17540">
                  <c:v>4.8567</c:v>
                </c:pt>
                <c:pt idx="17541">
                  <c:v>4.8570099999999998</c:v>
                </c:pt>
                <c:pt idx="17542">
                  <c:v>4.85731</c:v>
                </c:pt>
                <c:pt idx="17543">
                  <c:v>4.8576199999999998</c:v>
                </c:pt>
                <c:pt idx="17544">
                  <c:v>4.8579299999999996</c:v>
                </c:pt>
                <c:pt idx="17545">
                  <c:v>4.8582299999999998</c:v>
                </c:pt>
                <c:pt idx="17546">
                  <c:v>4.8585399999999996</c:v>
                </c:pt>
                <c:pt idx="17547">
                  <c:v>4.8588399999999998</c:v>
                </c:pt>
                <c:pt idx="17548">
                  <c:v>4.8591499999999996</c:v>
                </c:pt>
                <c:pt idx="17549">
                  <c:v>4.8594499999999998</c:v>
                </c:pt>
                <c:pt idx="17550">
                  <c:v>4.8597599999999996</c:v>
                </c:pt>
                <c:pt idx="17551">
                  <c:v>4.8600599999999998</c:v>
                </c:pt>
                <c:pt idx="17552">
                  <c:v>4.8603699999999996</c:v>
                </c:pt>
                <c:pt idx="17553">
                  <c:v>4.8606699999999998</c:v>
                </c:pt>
                <c:pt idx="17554">
                  <c:v>4.8609799999999996</c:v>
                </c:pt>
                <c:pt idx="17555">
                  <c:v>4.8612799999999998</c:v>
                </c:pt>
                <c:pt idx="17556">
                  <c:v>4.8615899999999996</c:v>
                </c:pt>
                <c:pt idx="17557">
                  <c:v>4.8619000000000003</c:v>
                </c:pt>
                <c:pt idx="17558">
                  <c:v>4.8621999999999996</c:v>
                </c:pt>
                <c:pt idx="17559">
                  <c:v>4.8625100000000003</c:v>
                </c:pt>
                <c:pt idx="17560">
                  <c:v>4.8628099999999996</c:v>
                </c:pt>
                <c:pt idx="17561">
                  <c:v>4.8631200000000003</c:v>
                </c:pt>
                <c:pt idx="17562">
                  <c:v>4.8634199999999996</c:v>
                </c:pt>
                <c:pt idx="17563">
                  <c:v>4.8637300000000003</c:v>
                </c:pt>
                <c:pt idx="17564">
                  <c:v>4.8640299999999996</c:v>
                </c:pt>
                <c:pt idx="17565">
                  <c:v>4.8643400000000003</c:v>
                </c:pt>
                <c:pt idx="17566">
                  <c:v>4.8646399999999996</c:v>
                </c:pt>
                <c:pt idx="17567">
                  <c:v>4.8649500000000003</c:v>
                </c:pt>
                <c:pt idx="17568">
                  <c:v>4.8652499999999996</c:v>
                </c:pt>
                <c:pt idx="17569">
                  <c:v>4.8655600000000003</c:v>
                </c:pt>
                <c:pt idx="17570">
                  <c:v>4.8658700000000001</c:v>
                </c:pt>
                <c:pt idx="17571">
                  <c:v>4.8661700000000003</c:v>
                </c:pt>
                <c:pt idx="17572">
                  <c:v>4.8664800000000001</c:v>
                </c:pt>
                <c:pt idx="17573">
                  <c:v>4.8667800000000003</c:v>
                </c:pt>
                <c:pt idx="17574">
                  <c:v>4.8670900000000001</c:v>
                </c:pt>
                <c:pt idx="17575">
                  <c:v>4.8673900000000003</c:v>
                </c:pt>
                <c:pt idx="17576">
                  <c:v>4.8677000000000001</c:v>
                </c:pt>
                <c:pt idx="17577">
                  <c:v>4.8680000000000003</c:v>
                </c:pt>
                <c:pt idx="17578">
                  <c:v>4.8683100000000001</c:v>
                </c:pt>
                <c:pt idx="17579">
                  <c:v>4.8686100000000003</c:v>
                </c:pt>
                <c:pt idx="17580">
                  <c:v>4.8689200000000001</c:v>
                </c:pt>
                <c:pt idx="17581">
                  <c:v>4.8692299999999999</c:v>
                </c:pt>
                <c:pt idx="17582">
                  <c:v>4.8695300000000001</c:v>
                </c:pt>
                <c:pt idx="17583">
                  <c:v>4.8698399999999999</c:v>
                </c:pt>
                <c:pt idx="17584">
                  <c:v>4.8701400000000001</c:v>
                </c:pt>
                <c:pt idx="17585">
                  <c:v>4.8704499999999999</c:v>
                </c:pt>
                <c:pt idx="17586">
                  <c:v>4.8707500000000001</c:v>
                </c:pt>
                <c:pt idx="17587">
                  <c:v>4.8710599999999999</c:v>
                </c:pt>
                <c:pt idx="17588">
                  <c:v>4.8713600000000001</c:v>
                </c:pt>
                <c:pt idx="17589">
                  <c:v>4.8716699999999999</c:v>
                </c:pt>
                <c:pt idx="17590">
                  <c:v>4.8719700000000001</c:v>
                </c:pt>
                <c:pt idx="17591">
                  <c:v>4.8722799999999999</c:v>
                </c:pt>
                <c:pt idx="17592">
                  <c:v>4.8725800000000001</c:v>
                </c:pt>
                <c:pt idx="17593">
                  <c:v>4.8728899999999999</c:v>
                </c:pt>
                <c:pt idx="17594">
                  <c:v>4.8731999999999998</c:v>
                </c:pt>
                <c:pt idx="17595">
                  <c:v>4.8734999999999999</c:v>
                </c:pt>
                <c:pt idx="17596">
                  <c:v>4.8738099999999998</c:v>
                </c:pt>
                <c:pt idx="17597">
                  <c:v>4.8741099999999999</c:v>
                </c:pt>
                <c:pt idx="17598">
                  <c:v>4.8744199999999998</c:v>
                </c:pt>
                <c:pt idx="17599">
                  <c:v>4.8747199999999999</c:v>
                </c:pt>
                <c:pt idx="17600">
                  <c:v>4.8750299999999998</c:v>
                </c:pt>
                <c:pt idx="17601">
                  <c:v>4.8753299999999999</c:v>
                </c:pt>
                <c:pt idx="17602">
                  <c:v>4.8756399999999998</c:v>
                </c:pt>
                <c:pt idx="17603">
                  <c:v>4.8759399999999999</c:v>
                </c:pt>
                <c:pt idx="17604">
                  <c:v>4.8762499999999998</c:v>
                </c:pt>
                <c:pt idx="17605">
                  <c:v>4.8765499999999999</c:v>
                </c:pt>
                <c:pt idx="17606">
                  <c:v>4.8768599999999998</c:v>
                </c:pt>
                <c:pt idx="17607">
                  <c:v>4.8771699999999996</c:v>
                </c:pt>
                <c:pt idx="17608">
                  <c:v>4.8774699999999998</c:v>
                </c:pt>
                <c:pt idx="17609">
                  <c:v>4.8777799999999996</c:v>
                </c:pt>
                <c:pt idx="17610">
                  <c:v>4.8780799999999997</c:v>
                </c:pt>
                <c:pt idx="17611">
                  <c:v>4.8783899999999996</c:v>
                </c:pt>
                <c:pt idx="17612">
                  <c:v>4.8786899999999997</c:v>
                </c:pt>
                <c:pt idx="17613">
                  <c:v>4.8789999999999996</c:v>
                </c:pt>
                <c:pt idx="17614">
                  <c:v>4.8792999999999997</c:v>
                </c:pt>
                <c:pt idx="17615">
                  <c:v>4.8796099999999996</c:v>
                </c:pt>
                <c:pt idx="17616">
                  <c:v>4.8799099999999997</c:v>
                </c:pt>
                <c:pt idx="17617">
                  <c:v>4.8802199999999996</c:v>
                </c:pt>
                <c:pt idx="17618">
                  <c:v>4.8805199999999997</c:v>
                </c:pt>
                <c:pt idx="17619">
                  <c:v>4.8808299999999996</c:v>
                </c:pt>
                <c:pt idx="17620">
                  <c:v>4.8811400000000003</c:v>
                </c:pt>
                <c:pt idx="17621">
                  <c:v>4.8814399999999996</c:v>
                </c:pt>
                <c:pt idx="17622">
                  <c:v>4.8817500000000003</c:v>
                </c:pt>
                <c:pt idx="17623">
                  <c:v>4.8820499999999996</c:v>
                </c:pt>
                <c:pt idx="17624">
                  <c:v>4.8823600000000003</c:v>
                </c:pt>
                <c:pt idx="17625">
                  <c:v>4.8826599999999996</c:v>
                </c:pt>
                <c:pt idx="17626">
                  <c:v>4.8829700000000003</c:v>
                </c:pt>
                <c:pt idx="17627">
                  <c:v>4.8832700000000004</c:v>
                </c:pt>
                <c:pt idx="17628">
                  <c:v>4.8835800000000003</c:v>
                </c:pt>
                <c:pt idx="17629">
                  <c:v>4.8838800000000004</c:v>
                </c:pt>
                <c:pt idx="17630">
                  <c:v>4.8841900000000003</c:v>
                </c:pt>
                <c:pt idx="17631">
                  <c:v>4.8844900000000004</c:v>
                </c:pt>
                <c:pt idx="17632">
                  <c:v>4.8848000000000003</c:v>
                </c:pt>
                <c:pt idx="17633">
                  <c:v>4.8851100000000001</c:v>
                </c:pt>
                <c:pt idx="17634">
                  <c:v>4.8854100000000003</c:v>
                </c:pt>
                <c:pt idx="17635">
                  <c:v>4.8857200000000001</c:v>
                </c:pt>
                <c:pt idx="17636">
                  <c:v>4.8860200000000003</c:v>
                </c:pt>
                <c:pt idx="17637">
                  <c:v>4.8863300000000001</c:v>
                </c:pt>
                <c:pt idx="17638">
                  <c:v>4.8866300000000003</c:v>
                </c:pt>
                <c:pt idx="17639">
                  <c:v>4.8869400000000001</c:v>
                </c:pt>
                <c:pt idx="17640">
                  <c:v>4.8872400000000003</c:v>
                </c:pt>
                <c:pt idx="17641">
                  <c:v>4.8875500000000001</c:v>
                </c:pt>
                <c:pt idx="17642">
                  <c:v>4.8878500000000003</c:v>
                </c:pt>
                <c:pt idx="17643">
                  <c:v>4.8881600000000001</c:v>
                </c:pt>
                <c:pt idx="17644">
                  <c:v>4.8884699999999999</c:v>
                </c:pt>
                <c:pt idx="17645">
                  <c:v>4.8887700000000001</c:v>
                </c:pt>
                <c:pt idx="17646">
                  <c:v>4.8890799999999999</c:v>
                </c:pt>
                <c:pt idx="17647">
                  <c:v>4.8893800000000001</c:v>
                </c:pt>
                <c:pt idx="17648">
                  <c:v>4.8896899999999999</c:v>
                </c:pt>
                <c:pt idx="17649">
                  <c:v>4.8899900000000001</c:v>
                </c:pt>
                <c:pt idx="17650">
                  <c:v>4.8902999999999999</c:v>
                </c:pt>
                <c:pt idx="17651">
                  <c:v>4.8906000000000001</c:v>
                </c:pt>
                <c:pt idx="17652">
                  <c:v>4.8909099999999999</c:v>
                </c:pt>
                <c:pt idx="17653">
                  <c:v>4.8912100000000001</c:v>
                </c:pt>
                <c:pt idx="17654">
                  <c:v>4.8915199999999999</c:v>
                </c:pt>
                <c:pt idx="17655">
                  <c:v>4.8918200000000001</c:v>
                </c:pt>
                <c:pt idx="17656">
                  <c:v>4.8921299999999999</c:v>
                </c:pt>
                <c:pt idx="17657">
                  <c:v>4.8924399999999997</c:v>
                </c:pt>
                <c:pt idx="17658">
                  <c:v>4.8927399999999999</c:v>
                </c:pt>
                <c:pt idx="17659">
                  <c:v>4.8930499999999997</c:v>
                </c:pt>
                <c:pt idx="17660">
                  <c:v>4.8933499999999999</c:v>
                </c:pt>
                <c:pt idx="17661">
                  <c:v>4.8936599999999997</c:v>
                </c:pt>
                <c:pt idx="17662">
                  <c:v>4.8939599999999999</c:v>
                </c:pt>
                <c:pt idx="17663">
                  <c:v>4.8942699999999997</c:v>
                </c:pt>
                <c:pt idx="17664">
                  <c:v>4.8945699999999999</c:v>
                </c:pt>
                <c:pt idx="17665">
                  <c:v>4.8948799999999997</c:v>
                </c:pt>
                <c:pt idx="17666">
                  <c:v>4.8951799999999999</c:v>
                </c:pt>
                <c:pt idx="17667">
                  <c:v>4.8954899999999997</c:v>
                </c:pt>
                <c:pt idx="17668">
                  <c:v>4.8957899999999999</c:v>
                </c:pt>
                <c:pt idx="17669">
                  <c:v>4.8960999999999997</c:v>
                </c:pt>
                <c:pt idx="17670">
                  <c:v>4.8964100000000004</c:v>
                </c:pt>
                <c:pt idx="17671">
                  <c:v>4.8967099999999997</c:v>
                </c:pt>
                <c:pt idx="17672">
                  <c:v>4.8970200000000004</c:v>
                </c:pt>
                <c:pt idx="17673">
                  <c:v>4.8973199999999997</c:v>
                </c:pt>
                <c:pt idx="17674">
                  <c:v>4.8976300000000004</c:v>
                </c:pt>
                <c:pt idx="17675">
                  <c:v>4.8979299999999997</c:v>
                </c:pt>
                <c:pt idx="17676">
                  <c:v>4.8982400000000004</c:v>
                </c:pt>
                <c:pt idx="17677">
                  <c:v>4.8985399999999997</c:v>
                </c:pt>
                <c:pt idx="17678">
                  <c:v>4.8988500000000004</c:v>
                </c:pt>
                <c:pt idx="17679">
                  <c:v>4.8991499999999997</c:v>
                </c:pt>
                <c:pt idx="17680">
                  <c:v>4.8994600000000004</c:v>
                </c:pt>
                <c:pt idx="17681">
                  <c:v>4.8997599999999997</c:v>
                </c:pt>
                <c:pt idx="17682">
                  <c:v>4.9000700000000004</c:v>
                </c:pt>
                <c:pt idx="17683">
                  <c:v>4.9003800000000002</c:v>
                </c:pt>
                <c:pt idx="17684">
                  <c:v>4.9006800000000004</c:v>
                </c:pt>
                <c:pt idx="17685">
                  <c:v>4.9009900000000002</c:v>
                </c:pt>
                <c:pt idx="17686">
                  <c:v>4.9012900000000004</c:v>
                </c:pt>
                <c:pt idx="17687">
                  <c:v>4.9016000000000002</c:v>
                </c:pt>
                <c:pt idx="17688">
                  <c:v>4.9019000000000004</c:v>
                </c:pt>
                <c:pt idx="17689">
                  <c:v>4.9022100000000002</c:v>
                </c:pt>
                <c:pt idx="17690">
                  <c:v>4.9025100000000004</c:v>
                </c:pt>
                <c:pt idx="17691">
                  <c:v>4.9028200000000002</c:v>
                </c:pt>
                <c:pt idx="17692">
                  <c:v>4.9031200000000004</c:v>
                </c:pt>
                <c:pt idx="17693">
                  <c:v>4.9034300000000002</c:v>
                </c:pt>
                <c:pt idx="17694">
                  <c:v>4.90374</c:v>
                </c:pt>
                <c:pt idx="17695">
                  <c:v>4.9040400000000002</c:v>
                </c:pt>
                <c:pt idx="17696">
                  <c:v>4.90435</c:v>
                </c:pt>
                <c:pt idx="17697">
                  <c:v>4.9046500000000002</c:v>
                </c:pt>
                <c:pt idx="17698">
                  <c:v>4.90496</c:v>
                </c:pt>
                <c:pt idx="17699">
                  <c:v>4.9052600000000002</c:v>
                </c:pt>
                <c:pt idx="17700">
                  <c:v>4.90557</c:v>
                </c:pt>
                <c:pt idx="17701">
                  <c:v>4.9058700000000002</c:v>
                </c:pt>
                <c:pt idx="17702">
                  <c:v>4.90618</c:v>
                </c:pt>
                <c:pt idx="17703">
                  <c:v>4.9064800000000002</c:v>
                </c:pt>
                <c:pt idx="17704">
                  <c:v>4.90679</c:v>
                </c:pt>
                <c:pt idx="17705">
                  <c:v>4.9070900000000002</c:v>
                </c:pt>
                <c:pt idx="17706">
                  <c:v>4.9074</c:v>
                </c:pt>
                <c:pt idx="17707">
                  <c:v>4.9077099999999998</c:v>
                </c:pt>
                <c:pt idx="17708">
                  <c:v>4.90801</c:v>
                </c:pt>
                <c:pt idx="17709">
                  <c:v>4.9083199999999998</c:v>
                </c:pt>
                <c:pt idx="17710">
                  <c:v>4.90862</c:v>
                </c:pt>
                <c:pt idx="17711">
                  <c:v>4.9089299999999998</c:v>
                </c:pt>
                <c:pt idx="17712">
                  <c:v>4.90923</c:v>
                </c:pt>
                <c:pt idx="17713">
                  <c:v>4.9095399999999998</c:v>
                </c:pt>
                <c:pt idx="17714">
                  <c:v>4.90984</c:v>
                </c:pt>
                <c:pt idx="17715">
                  <c:v>4.9101499999999998</c:v>
                </c:pt>
                <c:pt idx="17716">
                  <c:v>4.91045</c:v>
                </c:pt>
                <c:pt idx="17717">
                  <c:v>4.9107599999999998</c:v>
                </c:pt>
                <c:pt idx="17718">
                  <c:v>4.91106</c:v>
                </c:pt>
                <c:pt idx="17719">
                  <c:v>4.9113699999999998</c:v>
                </c:pt>
                <c:pt idx="17720">
                  <c:v>4.9116799999999996</c:v>
                </c:pt>
                <c:pt idx="17721">
                  <c:v>4.9119799999999998</c:v>
                </c:pt>
                <c:pt idx="17722">
                  <c:v>4.9122899999999996</c:v>
                </c:pt>
                <c:pt idx="17723">
                  <c:v>4.9125899999999998</c:v>
                </c:pt>
                <c:pt idx="17724">
                  <c:v>4.9128999999999996</c:v>
                </c:pt>
                <c:pt idx="17725">
                  <c:v>4.9131999999999998</c:v>
                </c:pt>
                <c:pt idx="17726">
                  <c:v>4.9135099999999996</c:v>
                </c:pt>
                <c:pt idx="17727">
                  <c:v>4.9138099999999998</c:v>
                </c:pt>
                <c:pt idx="17728">
                  <c:v>4.9141199999999996</c:v>
                </c:pt>
                <c:pt idx="17729">
                  <c:v>4.9144199999999998</c:v>
                </c:pt>
                <c:pt idx="17730">
                  <c:v>4.9147299999999996</c:v>
                </c:pt>
                <c:pt idx="17731">
                  <c:v>4.9150299999999998</c:v>
                </c:pt>
                <c:pt idx="17732">
                  <c:v>4.9153399999999996</c:v>
                </c:pt>
                <c:pt idx="17733">
                  <c:v>4.9156500000000003</c:v>
                </c:pt>
                <c:pt idx="17734">
                  <c:v>4.9159499999999996</c:v>
                </c:pt>
                <c:pt idx="17735">
                  <c:v>4.9162600000000003</c:v>
                </c:pt>
                <c:pt idx="17736">
                  <c:v>4.9165599999999996</c:v>
                </c:pt>
                <c:pt idx="17737">
                  <c:v>4.9168700000000003</c:v>
                </c:pt>
                <c:pt idx="17738">
                  <c:v>4.9171699999999996</c:v>
                </c:pt>
                <c:pt idx="17739">
                  <c:v>4.9174800000000003</c:v>
                </c:pt>
                <c:pt idx="17740">
                  <c:v>4.9177799999999996</c:v>
                </c:pt>
                <c:pt idx="17741">
                  <c:v>4.9180900000000003</c:v>
                </c:pt>
                <c:pt idx="17742">
                  <c:v>4.9183899999999996</c:v>
                </c:pt>
                <c:pt idx="17743">
                  <c:v>4.9187000000000003</c:v>
                </c:pt>
                <c:pt idx="17744">
                  <c:v>4.9189999999999996</c:v>
                </c:pt>
                <c:pt idx="17745">
                  <c:v>4.9193100000000003</c:v>
                </c:pt>
                <c:pt idx="17746">
                  <c:v>4.9196200000000001</c:v>
                </c:pt>
                <c:pt idx="17747">
                  <c:v>4.9199200000000003</c:v>
                </c:pt>
                <c:pt idx="17748">
                  <c:v>4.9202300000000001</c:v>
                </c:pt>
                <c:pt idx="17749">
                  <c:v>4.9205300000000003</c:v>
                </c:pt>
                <c:pt idx="17750">
                  <c:v>4.9208400000000001</c:v>
                </c:pt>
                <c:pt idx="17751">
                  <c:v>4.9211400000000003</c:v>
                </c:pt>
                <c:pt idx="17752">
                  <c:v>4.9214500000000001</c:v>
                </c:pt>
                <c:pt idx="17753">
                  <c:v>4.9217500000000003</c:v>
                </c:pt>
                <c:pt idx="17754">
                  <c:v>4.9220600000000001</c:v>
                </c:pt>
                <c:pt idx="17755">
                  <c:v>4.9223600000000003</c:v>
                </c:pt>
                <c:pt idx="17756">
                  <c:v>4.9226700000000001</c:v>
                </c:pt>
                <c:pt idx="17757">
                  <c:v>4.9229799999999999</c:v>
                </c:pt>
                <c:pt idx="17758">
                  <c:v>4.9232800000000001</c:v>
                </c:pt>
                <c:pt idx="17759">
                  <c:v>4.9235899999999999</c:v>
                </c:pt>
                <c:pt idx="17760">
                  <c:v>4.9238900000000001</c:v>
                </c:pt>
                <c:pt idx="17761">
                  <c:v>4.9241999999999999</c:v>
                </c:pt>
                <c:pt idx="17762">
                  <c:v>4.9245000000000001</c:v>
                </c:pt>
                <c:pt idx="17763">
                  <c:v>4.9248099999999999</c:v>
                </c:pt>
                <c:pt idx="17764">
                  <c:v>4.9251100000000001</c:v>
                </c:pt>
                <c:pt idx="17765">
                  <c:v>4.9254199999999999</c:v>
                </c:pt>
                <c:pt idx="17766">
                  <c:v>4.9257200000000001</c:v>
                </c:pt>
                <c:pt idx="17767">
                  <c:v>4.9260299999999999</c:v>
                </c:pt>
                <c:pt idx="17768">
                  <c:v>4.9263300000000001</c:v>
                </c:pt>
                <c:pt idx="17769">
                  <c:v>4.9266399999999999</c:v>
                </c:pt>
                <c:pt idx="17770">
                  <c:v>4.9269499999999997</c:v>
                </c:pt>
                <c:pt idx="17771">
                  <c:v>4.9272499999999999</c:v>
                </c:pt>
                <c:pt idx="17772">
                  <c:v>4.9275599999999997</c:v>
                </c:pt>
                <c:pt idx="17773">
                  <c:v>4.9278599999999999</c:v>
                </c:pt>
                <c:pt idx="17774">
                  <c:v>4.9281699999999997</c:v>
                </c:pt>
                <c:pt idx="17775">
                  <c:v>4.9284699999999999</c:v>
                </c:pt>
                <c:pt idx="17776">
                  <c:v>4.9287799999999997</c:v>
                </c:pt>
                <c:pt idx="17777">
                  <c:v>4.9290799999999999</c:v>
                </c:pt>
                <c:pt idx="17778">
                  <c:v>4.9293899999999997</c:v>
                </c:pt>
                <c:pt idx="17779">
                  <c:v>4.9296899999999999</c:v>
                </c:pt>
                <c:pt idx="17780">
                  <c:v>4.93</c:v>
                </c:pt>
                <c:pt idx="17781">
                  <c:v>4.9302999999999999</c:v>
                </c:pt>
                <c:pt idx="17782">
                  <c:v>4.9306099999999997</c:v>
                </c:pt>
                <c:pt idx="17783">
                  <c:v>4.9309200000000004</c:v>
                </c:pt>
                <c:pt idx="17784">
                  <c:v>4.9312199999999997</c:v>
                </c:pt>
                <c:pt idx="17785">
                  <c:v>4.9315300000000004</c:v>
                </c:pt>
                <c:pt idx="17786">
                  <c:v>4.9318299999999997</c:v>
                </c:pt>
                <c:pt idx="17787">
                  <c:v>4.9321400000000004</c:v>
                </c:pt>
                <c:pt idx="17788">
                  <c:v>4.9324399999999997</c:v>
                </c:pt>
                <c:pt idx="17789">
                  <c:v>4.9327500000000004</c:v>
                </c:pt>
                <c:pt idx="17790">
                  <c:v>4.9330499999999997</c:v>
                </c:pt>
                <c:pt idx="17791">
                  <c:v>4.9333600000000004</c:v>
                </c:pt>
                <c:pt idx="17792">
                  <c:v>4.9336599999999997</c:v>
                </c:pt>
                <c:pt idx="17793">
                  <c:v>4.9339700000000004</c:v>
                </c:pt>
                <c:pt idx="17794">
                  <c:v>4.9342699999999997</c:v>
                </c:pt>
                <c:pt idx="17795">
                  <c:v>4.9345800000000004</c:v>
                </c:pt>
                <c:pt idx="17796">
                  <c:v>4.9348900000000002</c:v>
                </c:pt>
                <c:pt idx="17797">
                  <c:v>4.9351900000000004</c:v>
                </c:pt>
                <c:pt idx="17798">
                  <c:v>4.9355000000000002</c:v>
                </c:pt>
                <c:pt idx="17799">
                  <c:v>4.9358000000000004</c:v>
                </c:pt>
                <c:pt idx="17800">
                  <c:v>4.9361100000000002</c:v>
                </c:pt>
                <c:pt idx="17801">
                  <c:v>4.9364100000000004</c:v>
                </c:pt>
                <c:pt idx="17802">
                  <c:v>4.9367200000000002</c:v>
                </c:pt>
                <c:pt idx="17803">
                  <c:v>4.9370200000000004</c:v>
                </c:pt>
                <c:pt idx="17804">
                  <c:v>4.9373300000000002</c:v>
                </c:pt>
                <c:pt idx="17805">
                  <c:v>4.9376300000000004</c:v>
                </c:pt>
                <c:pt idx="17806">
                  <c:v>4.9379400000000002</c:v>
                </c:pt>
                <c:pt idx="17807">
                  <c:v>4.9382400000000004</c:v>
                </c:pt>
                <c:pt idx="17808">
                  <c:v>4.9385500000000002</c:v>
                </c:pt>
                <c:pt idx="17809">
                  <c:v>4.93886</c:v>
                </c:pt>
                <c:pt idx="17810">
                  <c:v>4.9391600000000002</c:v>
                </c:pt>
                <c:pt idx="17811">
                  <c:v>4.93947</c:v>
                </c:pt>
                <c:pt idx="17812">
                  <c:v>4.9397700000000002</c:v>
                </c:pt>
                <c:pt idx="17813">
                  <c:v>4.94008</c:v>
                </c:pt>
                <c:pt idx="17814">
                  <c:v>4.9403800000000002</c:v>
                </c:pt>
                <c:pt idx="17815">
                  <c:v>4.94069</c:v>
                </c:pt>
                <c:pt idx="17816">
                  <c:v>4.9409900000000002</c:v>
                </c:pt>
                <c:pt idx="17817">
                  <c:v>4.9413</c:v>
                </c:pt>
                <c:pt idx="17818">
                  <c:v>4.9416000000000002</c:v>
                </c:pt>
                <c:pt idx="17819">
                  <c:v>4.94191</c:v>
                </c:pt>
                <c:pt idx="17820">
                  <c:v>4.9422199999999998</c:v>
                </c:pt>
                <c:pt idx="17821">
                  <c:v>4.94252</c:v>
                </c:pt>
                <c:pt idx="17822">
                  <c:v>4.9428299999999998</c:v>
                </c:pt>
                <c:pt idx="17823">
                  <c:v>4.94313</c:v>
                </c:pt>
                <c:pt idx="17824">
                  <c:v>4.9434399999999998</c:v>
                </c:pt>
                <c:pt idx="17825">
                  <c:v>4.94374</c:v>
                </c:pt>
                <c:pt idx="17826">
                  <c:v>4.9440499999999998</c:v>
                </c:pt>
                <c:pt idx="17827">
                  <c:v>4.94435</c:v>
                </c:pt>
                <c:pt idx="17828">
                  <c:v>4.9446599999999998</c:v>
                </c:pt>
                <c:pt idx="17829">
                  <c:v>4.94496</c:v>
                </c:pt>
                <c:pt idx="17830">
                  <c:v>4.9452699999999998</c:v>
                </c:pt>
                <c:pt idx="17831">
                  <c:v>4.94557</c:v>
                </c:pt>
                <c:pt idx="17832">
                  <c:v>4.9458799999999998</c:v>
                </c:pt>
                <c:pt idx="17833">
                  <c:v>4.9461899999999996</c:v>
                </c:pt>
                <c:pt idx="17834">
                  <c:v>4.9464899999999998</c:v>
                </c:pt>
                <c:pt idx="17835">
                  <c:v>4.9467999999999996</c:v>
                </c:pt>
                <c:pt idx="17836">
                  <c:v>4.9470999999999998</c:v>
                </c:pt>
                <c:pt idx="17837">
                  <c:v>4.9474099999999996</c:v>
                </c:pt>
                <c:pt idx="17838">
                  <c:v>4.9477099999999998</c:v>
                </c:pt>
                <c:pt idx="17839">
                  <c:v>4.9480199999999996</c:v>
                </c:pt>
                <c:pt idx="17840">
                  <c:v>4.9483199999999998</c:v>
                </c:pt>
                <c:pt idx="17841">
                  <c:v>4.9486299999999996</c:v>
                </c:pt>
                <c:pt idx="17842">
                  <c:v>4.9489299999999998</c:v>
                </c:pt>
                <c:pt idx="17843">
                  <c:v>4.9492399999999996</c:v>
                </c:pt>
                <c:pt idx="17844">
                  <c:v>4.9495399999999998</c:v>
                </c:pt>
                <c:pt idx="17845">
                  <c:v>4.9498499999999996</c:v>
                </c:pt>
                <c:pt idx="17846">
                  <c:v>4.9501600000000003</c:v>
                </c:pt>
                <c:pt idx="17847">
                  <c:v>4.9504599999999996</c:v>
                </c:pt>
                <c:pt idx="17848">
                  <c:v>4.9507700000000003</c:v>
                </c:pt>
                <c:pt idx="17849">
                  <c:v>4.9510699999999996</c:v>
                </c:pt>
                <c:pt idx="17850">
                  <c:v>4.9513800000000003</c:v>
                </c:pt>
                <c:pt idx="17851">
                  <c:v>4.9516799999999996</c:v>
                </c:pt>
                <c:pt idx="17852">
                  <c:v>4.9519900000000003</c:v>
                </c:pt>
                <c:pt idx="17853">
                  <c:v>4.9522899999999996</c:v>
                </c:pt>
                <c:pt idx="17854">
                  <c:v>4.9526000000000003</c:v>
                </c:pt>
                <c:pt idx="17855">
                  <c:v>4.9528999999999996</c:v>
                </c:pt>
                <c:pt idx="17856">
                  <c:v>4.9532100000000003</c:v>
                </c:pt>
                <c:pt idx="17857">
                  <c:v>4.9535099999999996</c:v>
                </c:pt>
                <c:pt idx="17858">
                  <c:v>4.9538200000000003</c:v>
                </c:pt>
                <c:pt idx="17859">
                  <c:v>4.9541300000000001</c:v>
                </c:pt>
                <c:pt idx="17860">
                  <c:v>4.9544300000000003</c:v>
                </c:pt>
                <c:pt idx="17861">
                  <c:v>4.9547400000000001</c:v>
                </c:pt>
                <c:pt idx="17862">
                  <c:v>4.9550400000000003</c:v>
                </c:pt>
                <c:pt idx="17863">
                  <c:v>4.9553500000000001</c:v>
                </c:pt>
                <c:pt idx="17864">
                  <c:v>4.9556500000000003</c:v>
                </c:pt>
                <c:pt idx="17865">
                  <c:v>4.9559600000000001</c:v>
                </c:pt>
                <c:pt idx="17866">
                  <c:v>4.9562600000000003</c:v>
                </c:pt>
                <c:pt idx="17867">
                  <c:v>4.9565700000000001</c:v>
                </c:pt>
                <c:pt idx="17868">
                  <c:v>4.9568700000000003</c:v>
                </c:pt>
                <c:pt idx="17869">
                  <c:v>4.9571800000000001</c:v>
                </c:pt>
                <c:pt idx="17870">
                  <c:v>4.95749</c:v>
                </c:pt>
                <c:pt idx="17871">
                  <c:v>4.9577900000000001</c:v>
                </c:pt>
                <c:pt idx="17872">
                  <c:v>4.9581</c:v>
                </c:pt>
                <c:pt idx="17873">
                  <c:v>4.9584000000000001</c:v>
                </c:pt>
                <c:pt idx="17874">
                  <c:v>4.95871</c:v>
                </c:pt>
                <c:pt idx="17875">
                  <c:v>4.9590100000000001</c:v>
                </c:pt>
                <c:pt idx="17876">
                  <c:v>4.95932</c:v>
                </c:pt>
                <c:pt idx="17877">
                  <c:v>4.9596200000000001</c:v>
                </c:pt>
                <c:pt idx="17878">
                  <c:v>4.9599299999999999</c:v>
                </c:pt>
                <c:pt idx="17879">
                  <c:v>4.9602300000000001</c:v>
                </c:pt>
                <c:pt idx="17880">
                  <c:v>4.9605399999999999</c:v>
                </c:pt>
                <c:pt idx="17881">
                  <c:v>4.9608400000000001</c:v>
                </c:pt>
                <c:pt idx="17882">
                  <c:v>4.9611499999999999</c:v>
                </c:pt>
                <c:pt idx="17883">
                  <c:v>4.9614599999999998</c:v>
                </c:pt>
                <c:pt idx="17884">
                  <c:v>4.9617599999999999</c:v>
                </c:pt>
                <c:pt idx="17885">
                  <c:v>4.9620699999999998</c:v>
                </c:pt>
                <c:pt idx="17886">
                  <c:v>4.9623699999999999</c:v>
                </c:pt>
                <c:pt idx="17887">
                  <c:v>4.9626799999999998</c:v>
                </c:pt>
                <c:pt idx="17888">
                  <c:v>4.9629799999999999</c:v>
                </c:pt>
                <c:pt idx="17889">
                  <c:v>4.9632899999999998</c:v>
                </c:pt>
                <c:pt idx="17890">
                  <c:v>4.9635899999999999</c:v>
                </c:pt>
                <c:pt idx="17891">
                  <c:v>4.9638999999999998</c:v>
                </c:pt>
                <c:pt idx="17892">
                  <c:v>4.9641999999999999</c:v>
                </c:pt>
                <c:pt idx="17893">
                  <c:v>4.9645099999999998</c:v>
                </c:pt>
                <c:pt idx="17894">
                  <c:v>4.9648099999999999</c:v>
                </c:pt>
                <c:pt idx="17895">
                  <c:v>4.9651199999999998</c:v>
                </c:pt>
                <c:pt idx="17896">
                  <c:v>4.9654299999999996</c:v>
                </c:pt>
                <c:pt idx="17897">
                  <c:v>4.9657299999999998</c:v>
                </c:pt>
                <c:pt idx="17898">
                  <c:v>4.9660399999999996</c:v>
                </c:pt>
                <c:pt idx="17899">
                  <c:v>4.9663399999999998</c:v>
                </c:pt>
                <c:pt idx="17900">
                  <c:v>4.9666499999999996</c:v>
                </c:pt>
                <c:pt idx="17901">
                  <c:v>4.9669499999999998</c:v>
                </c:pt>
                <c:pt idx="17902">
                  <c:v>4.9672599999999996</c:v>
                </c:pt>
                <c:pt idx="17903">
                  <c:v>4.9675599999999998</c:v>
                </c:pt>
                <c:pt idx="17904">
                  <c:v>4.9678699999999996</c:v>
                </c:pt>
                <c:pt idx="17905">
                  <c:v>4.9681699999999998</c:v>
                </c:pt>
                <c:pt idx="17906">
                  <c:v>4.9684799999999996</c:v>
                </c:pt>
                <c:pt idx="17907">
                  <c:v>4.9687799999999998</c:v>
                </c:pt>
                <c:pt idx="17908">
                  <c:v>4.9690899999999996</c:v>
                </c:pt>
                <c:pt idx="17909">
                  <c:v>4.9694000000000003</c:v>
                </c:pt>
                <c:pt idx="17910">
                  <c:v>4.9696999999999996</c:v>
                </c:pt>
                <c:pt idx="17911">
                  <c:v>4.9700100000000003</c:v>
                </c:pt>
                <c:pt idx="17912">
                  <c:v>4.9703099999999996</c:v>
                </c:pt>
                <c:pt idx="17913">
                  <c:v>4.9706200000000003</c:v>
                </c:pt>
                <c:pt idx="17914">
                  <c:v>4.9709199999999996</c:v>
                </c:pt>
                <c:pt idx="17915">
                  <c:v>4.9712300000000003</c:v>
                </c:pt>
                <c:pt idx="17916">
                  <c:v>4.9715299999999996</c:v>
                </c:pt>
                <c:pt idx="17917">
                  <c:v>4.9718400000000003</c:v>
                </c:pt>
                <c:pt idx="17918">
                  <c:v>4.9721399999999996</c:v>
                </c:pt>
                <c:pt idx="17919">
                  <c:v>4.9724500000000003</c:v>
                </c:pt>
                <c:pt idx="17920">
                  <c:v>4.9727499999999996</c:v>
                </c:pt>
                <c:pt idx="17921">
                  <c:v>4.9730600000000003</c:v>
                </c:pt>
                <c:pt idx="17922">
                  <c:v>4.9733700000000001</c:v>
                </c:pt>
                <c:pt idx="17923">
                  <c:v>4.9736700000000003</c:v>
                </c:pt>
                <c:pt idx="17924">
                  <c:v>4.9739800000000001</c:v>
                </c:pt>
                <c:pt idx="17925">
                  <c:v>4.9742800000000003</c:v>
                </c:pt>
                <c:pt idx="17926">
                  <c:v>4.9745900000000001</c:v>
                </c:pt>
                <c:pt idx="17927">
                  <c:v>4.9748900000000003</c:v>
                </c:pt>
                <c:pt idx="17928">
                  <c:v>4.9752000000000001</c:v>
                </c:pt>
                <c:pt idx="17929">
                  <c:v>4.9755000000000003</c:v>
                </c:pt>
                <c:pt idx="17930">
                  <c:v>4.9758100000000001</c:v>
                </c:pt>
                <c:pt idx="17931">
                  <c:v>4.9761100000000003</c:v>
                </c:pt>
                <c:pt idx="17932">
                  <c:v>4.9764200000000001</c:v>
                </c:pt>
                <c:pt idx="17933">
                  <c:v>4.9767299999999999</c:v>
                </c:pt>
                <c:pt idx="17934">
                  <c:v>4.9770300000000001</c:v>
                </c:pt>
                <c:pt idx="17935">
                  <c:v>4.9773399999999999</c:v>
                </c:pt>
                <c:pt idx="17936">
                  <c:v>4.9776400000000001</c:v>
                </c:pt>
                <c:pt idx="17937">
                  <c:v>4.9779499999999999</c:v>
                </c:pt>
                <c:pt idx="17938">
                  <c:v>4.9782500000000001</c:v>
                </c:pt>
                <c:pt idx="17939">
                  <c:v>4.9785599999999999</c:v>
                </c:pt>
                <c:pt idx="17940">
                  <c:v>4.9788600000000001</c:v>
                </c:pt>
                <c:pt idx="17941">
                  <c:v>4.9791699999999999</c:v>
                </c:pt>
                <c:pt idx="17942">
                  <c:v>4.9794700000000001</c:v>
                </c:pt>
                <c:pt idx="17943">
                  <c:v>4.9797799999999999</c:v>
                </c:pt>
                <c:pt idx="17944">
                  <c:v>4.9800800000000001</c:v>
                </c:pt>
                <c:pt idx="17945">
                  <c:v>4.9803899999999999</c:v>
                </c:pt>
                <c:pt idx="17946">
                  <c:v>4.9806999999999997</c:v>
                </c:pt>
                <c:pt idx="17947">
                  <c:v>4.9809999999999999</c:v>
                </c:pt>
                <c:pt idx="17948">
                  <c:v>4.9813099999999997</c:v>
                </c:pt>
                <c:pt idx="17949">
                  <c:v>4.9816099999999999</c:v>
                </c:pt>
                <c:pt idx="17950">
                  <c:v>4.9819199999999997</c:v>
                </c:pt>
                <c:pt idx="17951">
                  <c:v>4.9822199999999999</c:v>
                </c:pt>
                <c:pt idx="17952">
                  <c:v>4.9825299999999997</c:v>
                </c:pt>
                <c:pt idx="17953">
                  <c:v>4.9828299999999999</c:v>
                </c:pt>
                <c:pt idx="17954">
                  <c:v>4.9831399999999997</c:v>
                </c:pt>
                <c:pt idx="17955">
                  <c:v>4.9834399999999999</c:v>
                </c:pt>
                <c:pt idx="17956">
                  <c:v>4.9837499999999997</c:v>
                </c:pt>
                <c:pt idx="17957">
                  <c:v>4.9840499999999999</c:v>
                </c:pt>
                <c:pt idx="17958">
                  <c:v>4.9843599999999997</c:v>
                </c:pt>
                <c:pt idx="17959">
                  <c:v>4.9846700000000004</c:v>
                </c:pt>
                <c:pt idx="17960">
                  <c:v>4.9849699999999997</c:v>
                </c:pt>
                <c:pt idx="17961">
                  <c:v>4.9852800000000004</c:v>
                </c:pt>
                <c:pt idx="17962">
                  <c:v>4.9855799999999997</c:v>
                </c:pt>
                <c:pt idx="17963">
                  <c:v>4.9858900000000004</c:v>
                </c:pt>
                <c:pt idx="17964">
                  <c:v>4.9861899999999997</c:v>
                </c:pt>
                <c:pt idx="17965">
                  <c:v>4.9865000000000004</c:v>
                </c:pt>
                <c:pt idx="17966">
                  <c:v>4.9867999999999997</c:v>
                </c:pt>
                <c:pt idx="17967">
                  <c:v>4.9871100000000004</c:v>
                </c:pt>
                <c:pt idx="17968">
                  <c:v>4.9874099999999997</c:v>
                </c:pt>
                <c:pt idx="17969">
                  <c:v>4.9877200000000004</c:v>
                </c:pt>
                <c:pt idx="17970">
                  <c:v>4.9880199999999997</c:v>
                </c:pt>
                <c:pt idx="17971">
                  <c:v>4.9883300000000004</c:v>
                </c:pt>
                <c:pt idx="17972">
                  <c:v>4.9886400000000002</c:v>
                </c:pt>
                <c:pt idx="17973">
                  <c:v>4.9889400000000004</c:v>
                </c:pt>
                <c:pt idx="17974">
                  <c:v>4.9892500000000002</c:v>
                </c:pt>
                <c:pt idx="17975">
                  <c:v>4.9895500000000004</c:v>
                </c:pt>
                <c:pt idx="17976">
                  <c:v>4.9898600000000002</c:v>
                </c:pt>
                <c:pt idx="17977">
                  <c:v>4.9901600000000004</c:v>
                </c:pt>
                <c:pt idx="17978">
                  <c:v>4.9904700000000002</c:v>
                </c:pt>
                <c:pt idx="17979">
                  <c:v>4.9907700000000004</c:v>
                </c:pt>
                <c:pt idx="17980">
                  <c:v>4.9910800000000002</c:v>
                </c:pt>
                <c:pt idx="17981">
                  <c:v>4.9913800000000004</c:v>
                </c:pt>
                <c:pt idx="17982">
                  <c:v>4.9916900000000002</c:v>
                </c:pt>
                <c:pt idx="17983">
                  <c:v>4.9919900000000004</c:v>
                </c:pt>
                <c:pt idx="17984">
                  <c:v>4.9923000000000002</c:v>
                </c:pt>
                <c:pt idx="17985">
                  <c:v>4.99261</c:v>
                </c:pt>
                <c:pt idx="17986">
                  <c:v>4.9929100000000002</c:v>
                </c:pt>
                <c:pt idx="17987">
                  <c:v>4.99322</c:v>
                </c:pt>
                <c:pt idx="17988">
                  <c:v>4.9935200000000002</c:v>
                </c:pt>
                <c:pt idx="17989">
                  <c:v>4.99383</c:v>
                </c:pt>
                <c:pt idx="17990">
                  <c:v>4.9941300000000002</c:v>
                </c:pt>
                <c:pt idx="17991">
                  <c:v>4.99444</c:v>
                </c:pt>
                <c:pt idx="17992">
                  <c:v>4.9947400000000002</c:v>
                </c:pt>
                <c:pt idx="17993">
                  <c:v>4.99505</c:v>
                </c:pt>
                <c:pt idx="17994">
                  <c:v>4.9953500000000002</c:v>
                </c:pt>
                <c:pt idx="17995">
                  <c:v>4.99566</c:v>
                </c:pt>
                <c:pt idx="17996">
                  <c:v>4.9959699999999998</c:v>
                </c:pt>
                <c:pt idx="17997">
                  <c:v>4.99627</c:v>
                </c:pt>
                <c:pt idx="17998">
                  <c:v>4.9965799999999998</c:v>
                </c:pt>
                <c:pt idx="17999">
                  <c:v>4.99688</c:v>
                </c:pt>
                <c:pt idx="18000">
                  <c:v>4.9971899999999998</c:v>
                </c:pt>
                <c:pt idx="18001">
                  <c:v>4.99749</c:v>
                </c:pt>
                <c:pt idx="18002">
                  <c:v>4.9977999999999998</c:v>
                </c:pt>
                <c:pt idx="18003">
                  <c:v>4.9981</c:v>
                </c:pt>
                <c:pt idx="18004">
                  <c:v>4.9984099999999998</c:v>
                </c:pt>
                <c:pt idx="18005">
                  <c:v>4.99871</c:v>
                </c:pt>
                <c:pt idx="18006">
                  <c:v>4.9990199999999998</c:v>
                </c:pt>
                <c:pt idx="18007">
                  <c:v>4.99932</c:v>
                </c:pt>
                <c:pt idx="18008">
                  <c:v>4.9996299999999998</c:v>
                </c:pt>
                <c:pt idx="18009">
                  <c:v>4.9999399999999996</c:v>
                </c:pt>
                <c:pt idx="18010">
                  <c:v>5.0002399999999998</c:v>
                </c:pt>
                <c:pt idx="18011">
                  <c:v>5.0005499999999996</c:v>
                </c:pt>
                <c:pt idx="18012">
                  <c:v>5.0008499999999998</c:v>
                </c:pt>
                <c:pt idx="18013">
                  <c:v>5.0011599999999996</c:v>
                </c:pt>
                <c:pt idx="18014">
                  <c:v>5.0014599999999998</c:v>
                </c:pt>
                <c:pt idx="18015">
                  <c:v>5.0017699999999996</c:v>
                </c:pt>
                <c:pt idx="18016">
                  <c:v>5.0020699999999998</c:v>
                </c:pt>
                <c:pt idx="18017">
                  <c:v>5.0023799999999996</c:v>
                </c:pt>
                <c:pt idx="18018">
                  <c:v>5.0026799999999998</c:v>
                </c:pt>
                <c:pt idx="18019">
                  <c:v>5.0029899999999996</c:v>
                </c:pt>
                <c:pt idx="18020">
                  <c:v>5.0032899999999998</c:v>
                </c:pt>
                <c:pt idx="18021">
                  <c:v>5.0035999999999996</c:v>
                </c:pt>
                <c:pt idx="18022">
                  <c:v>5.0039100000000003</c:v>
                </c:pt>
                <c:pt idx="18023">
                  <c:v>5.0042099999999996</c:v>
                </c:pt>
                <c:pt idx="18024">
                  <c:v>5.0045200000000003</c:v>
                </c:pt>
                <c:pt idx="18025">
                  <c:v>5.0048199999999996</c:v>
                </c:pt>
                <c:pt idx="18026">
                  <c:v>5.0051300000000003</c:v>
                </c:pt>
                <c:pt idx="18027">
                  <c:v>5.0054299999999996</c:v>
                </c:pt>
                <c:pt idx="18028">
                  <c:v>5.0057400000000003</c:v>
                </c:pt>
                <c:pt idx="18029">
                  <c:v>5.0060399999999996</c:v>
                </c:pt>
                <c:pt idx="18030">
                  <c:v>5.0063500000000003</c:v>
                </c:pt>
                <c:pt idx="18031">
                  <c:v>5.0066499999999996</c:v>
                </c:pt>
                <c:pt idx="18032">
                  <c:v>5.0069600000000003</c:v>
                </c:pt>
                <c:pt idx="18033">
                  <c:v>5.0072599999999996</c:v>
                </c:pt>
                <c:pt idx="18034">
                  <c:v>5.0075700000000003</c:v>
                </c:pt>
                <c:pt idx="18035">
                  <c:v>5.0078800000000001</c:v>
                </c:pt>
                <c:pt idx="18036">
                  <c:v>5.0081800000000003</c:v>
                </c:pt>
                <c:pt idx="18037">
                  <c:v>5.0084900000000001</c:v>
                </c:pt>
                <c:pt idx="18038">
                  <c:v>5.0087900000000003</c:v>
                </c:pt>
                <c:pt idx="18039">
                  <c:v>5.0091000000000001</c:v>
                </c:pt>
                <c:pt idx="18040">
                  <c:v>5.0094000000000003</c:v>
                </c:pt>
                <c:pt idx="18041">
                  <c:v>5.0097100000000001</c:v>
                </c:pt>
                <c:pt idx="18042">
                  <c:v>5.0100100000000003</c:v>
                </c:pt>
                <c:pt idx="18043">
                  <c:v>5.0103200000000001</c:v>
                </c:pt>
                <c:pt idx="18044">
                  <c:v>5.0106200000000003</c:v>
                </c:pt>
                <c:pt idx="18045">
                  <c:v>5.0109300000000001</c:v>
                </c:pt>
                <c:pt idx="18046">
                  <c:v>5.0112300000000003</c:v>
                </c:pt>
                <c:pt idx="18047">
                  <c:v>5.0115400000000001</c:v>
                </c:pt>
                <c:pt idx="18048">
                  <c:v>5.0118499999999999</c:v>
                </c:pt>
                <c:pt idx="18049">
                  <c:v>5.0121500000000001</c:v>
                </c:pt>
                <c:pt idx="18050">
                  <c:v>5.0124599999999999</c:v>
                </c:pt>
                <c:pt idx="18051">
                  <c:v>5.0127600000000001</c:v>
                </c:pt>
                <c:pt idx="18052">
                  <c:v>5.0130699999999999</c:v>
                </c:pt>
                <c:pt idx="18053">
                  <c:v>5.0133700000000001</c:v>
                </c:pt>
                <c:pt idx="18054">
                  <c:v>5.0136799999999999</c:v>
                </c:pt>
                <c:pt idx="18055">
                  <c:v>5.0139800000000001</c:v>
                </c:pt>
                <c:pt idx="18056">
                  <c:v>5.0142899999999999</c:v>
                </c:pt>
                <c:pt idx="18057">
                  <c:v>5.0145900000000001</c:v>
                </c:pt>
                <c:pt idx="18058">
                  <c:v>5.0148999999999999</c:v>
                </c:pt>
                <c:pt idx="18059">
                  <c:v>5.0152099999999997</c:v>
                </c:pt>
                <c:pt idx="18060">
                  <c:v>5.0155099999999999</c:v>
                </c:pt>
                <c:pt idx="18061">
                  <c:v>5.0158199999999997</c:v>
                </c:pt>
                <c:pt idx="18062">
                  <c:v>5.0161199999999999</c:v>
                </c:pt>
                <c:pt idx="18063">
                  <c:v>5.0164299999999997</c:v>
                </c:pt>
                <c:pt idx="18064">
                  <c:v>5.0167299999999999</c:v>
                </c:pt>
                <c:pt idx="18065">
                  <c:v>5.0170399999999997</c:v>
                </c:pt>
                <c:pt idx="18066">
                  <c:v>5.0173399999999999</c:v>
                </c:pt>
                <c:pt idx="18067">
                  <c:v>5.0176499999999997</c:v>
                </c:pt>
                <c:pt idx="18068">
                  <c:v>5.0179499999999999</c:v>
                </c:pt>
                <c:pt idx="18069">
                  <c:v>5.0182599999999997</c:v>
                </c:pt>
                <c:pt idx="18070">
                  <c:v>5.0185599999999999</c:v>
                </c:pt>
                <c:pt idx="18071">
                  <c:v>5.0188699999999997</c:v>
                </c:pt>
                <c:pt idx="18072">
                  <c:v>5.0191800000000004</c:v>
                </c:pt>
                <c:pt idx="18073">
                  <c:v>5.0194799999999997</c:v>
                </c:pt>
                <c:pt idx="18074">
                  <c:v>5.0197900000000004</c:v>
                </c:pt>
                <c:pt idx="18075">
                  <c:v>5.0200899999999997</c:v>
                </c:pt>
                <c:pt idx="18076">
                  <c:v>5.0204000000000004</c:v>
                </c:pt>
                <c:pt idx="18077">
                  <c:v>5.0206999999999997</c:v>
                </c:pt>
                <c:pt idx="18078">
                  <c:v>5.0210100000000004</c:v>
                </c:pt>
                <c:pt idx="18079">
                  <c:v>5.0213099999999997</c:v>
                </c:pt>
                <c:pt idx="18080">
                  <c:v>5.0216200000000004</c:v>
                </c:pt>
                <c:pt idx="18081">
                  <c:v>5.0219199999999997</c:v>
                </c:pt>
                <c:pt idx="18082">
                  <c:v>5.0222300000000004</c:v>
                </c:pt>
                <c:pt idx="18083">
                  <c:v>5.0225299999999997</c:v>
                </c:pt>
                <c:pt idx="18084">
                  <c:v>5.0228400000000004</c:v>
                </c:pt>
                <c:pt idx="18085">
                  <c:v>5.0231500000000002</c:v>
                </c:pt>
                <c:pt idx="18086">
                  <c:v>5.0234500000000004</c:v>
                </c:pt>
                <c:pt idx="18087">
                  <c:v>5.0237600000000002</c:v>
                </c:pt>
                <c:pt idx="18088">
                  <c:v>5.0240600000000004</c:v>
                </c:pt>
                <c:pt idx="18089">
                  <c:v>5.0243700000000002</c:v>
                </c:pt>
                <c:pt idx="18090">
                  <c:v>5.0246700000000004</c:v>
                </c:pt>
                <c:pt idx="18091">
                  <c:v>5.0249800000000002</c:v>
                </c:pt>
                <c:pt idx="18092">
                  <c:v>5.0252800000000004</c:v>
                </c:pt>
                <c:pt idx="18093">
                  <c:v>5.0255900000000002</c:v>
                </c:pt>
                <c:pt idx="18094">
                  <c:v>5.0258900000000004</c:v>
                </c:pt>
                <c:pt idx="18095">
                  <c:v>5.0262000000000002</c:v>
                </c:pt>
                <c:pt idx="18096">
                  <c:v>5.0265000000000004</c:v>
                </c:pt>
                <c:pt idx="18097">
                  <c:v>5.0268100000000002</c:v>
                </c:pt>
                <c:pt idx="18098">
                  <c:v>5.02712</c:v>
                </c:pt>
                <c:pt idx="18099">
                  <c:v>5.0274200000000002</c:v>
                </c:pt>
                <c:pt idx="18100">
                  <c:v>5.02773</c:v>
                </c:pt>
                <c:pt idx="18101">
                  <c:v>5.0280300000000002</c:v>
                </c:pt>
                <c:pt idx="18102">
                  <c:v>5.02834</c:v>
                </c:pt>
                <c:pt idx="18103">
                  <c:v>5.0286400000000002</c:v>
                </c:pt>
                <c:pt idx="18104">
                  <c:v>5.02895</c:v>
                </c:pt>
                <c:pt idx="18105">
                  <c:v>5.0292500000000002</c:v>
                </c:pt>
                <c:pt idx="18106">
                  <c:v>5.02956</c:v>
                </c:pt>
                <c:pt idx="18107">
                  <c:v>5.0298600000000002</c:v>
                </c:pt>
                <c:pt idx="18108">
                  <c:v>5.03017</c:v>
                </c:pt>
                <c:pt idx="18109">
                  <c:v>5.0304799999999998</c:v>
                </c:pt>
                <c:pt idx="18110">
                  <c:v>5.03078</c:v>
                </c:pt>
                <c:pt idx="18111">
                  <c:v>5.0310899999999998</c:v>
                </c:pt>
                <c:pt idx="18112">
                  <c:v>5.03139</c:v>
                </c:pt>
                <c:pt idx="18113">
                  <c:v>5.0316999999999998</c:v>
                </c:pt>
                <c:pt idx="18114">
                  <c:v>5.032</c:v>
                </c:pt>
                <c:pt idx="18115">
                  <c:v>5.0323099999999998</c:v>
                </c:pt>
                <c:pt idx="18116">
                  <c:v>5.03261</c:v>
                </c:pt>
                <c:pt idx="18117">
                  <c:v>5.0329199999999998</c:v>
                </c:pt>
                <c:pt idx="18118">
                  <c:v>5.03322</c:v>
                </c:pt>
                <c:pt idx="18119">
                  <c:v>5.0335299999999998</c:v>
                </c:pt>
                <c:pt idx="18120">
                  <c:v>5.03383</c:v>
                </c:pt>
                <c:pt idx="18121">
                  <c:v>5.0341399999999998</c:v>
                </c:pt>
                <c:pt idx="18122">
                  <c:v>5.0344499999999996</c:v>
                </c:pt>
                <c:pt idx="18123">
                  <c:v>5.0347499999999998</c:v>
                </c:pt>
                <c:pt idx="18124">
                  <c:v>5.0350599999999996</c:v>
                </c:pt>
                <c:pt idx="18125">
                  <c:v>5.0353599999999998</c:v>
                </c:pt>
                <c:pt idx="18126">
                  <c:v>5.0356699999999996</c:v>
                </c:pt>
                <c:pt idx="18127">
                  <c:v>5.0359699999999998</c:v>
                </c:pt>
                <c:pt idx="18128">
                  <c:v>5.0362799999999996</c:v>
                </c:pt>
                <c:pt idx="18129">
                  <c:v>5.0365799999999998</c:v>
                </c:pt>
                <c:pt idx="18130">
                  <c:v>5.0368899999999996</c:v>
                </c:pt>
                <c:pt idx="18131">
                  <c:v>5.0371899999999998</c:v>
                </c:pt>
                <c:pt idx="18132">
                  <c:v>5.0374999999999996</c:v>
                </c:pt>
                <c:pt idx="18133">
                  <c:v>5.0377999999999998</c:v>
                </c:pt>
                <c:pt idx="18134">
                  <c:v>5.0381099999999996</c:v>
                </c:pt>
                <c:pt idx="18135">
                  <c:v>5.0384200000000003</c:v>
                </c:pt>
                <c:pt idx="18136">
                  <c:v>5.0387199999999996</c:v>
                </c:pt>
                <c:pt idx="18137">
                  <c:v>5.0390300000000003</c:v>
                </c:pt>
                <c:pt idx="18138">
                  <c:v>5.0393299999999996</c:v>
                </c:pt>
                <c:pt idx="18139">
                  <c:v>5.0396400000000003</c:v>
                </c:pt>
                <c:pt idx="18140">
                  <c:v>5.0399399999999996</c:v>
                </c:pt>
                <c:pt idx="18141">
                  <c:v>5.0402500000000003</c:v>
                </c:pt>
                <c:pt idx="18142">
                  <c:v>5.0405499999999996</c:v>
                </c:pt>
                <c:pt idx="18143">
                  <c:v>5.0408600000000003</c:v>
                </c:pt>
                <c:pt idx="18144">
                  <c:v>5.0411599999999996</c:v>
                </c:pt>
                <c:pt idx="18145">
                  <c:v>5.0414700000000003</c:v>
                </c:pt>
                <c:pt idx="18146">
                  <c:v>5.0417699999999996</c:v>
                </c:pt>
                <c:pt idx="18147">
                  <c:v>5.0420800000000003</c:v>
                </c:pt>
                <c:pt idx="18148">
                  <c:v>5.0423900000000001</c:v>
                </c:pt>
                <c:pt idx="18149">
                  <c:v>5.0426900000000003</c:v>
                </c:pt>
                <c:pt idx="18150">
                  <c:v>5.0430000000000001</c:v>
                </c:pt>
                <c:pt idx="18151">
                  <c:v>5.0433000000000003</c:v>
                </c:pt>
                <c:pt idx="18152">
                  <c:v>5.0436100000000001</c:v>
                </c:pt>
                <c:pt idx="18153">
                  <c:v>5.0439100000000003</c:v>
                </c:pt>
                <c:pt idx="18154">
                  <c:v>5.0442200000000001</c:v>
                </c:pt>
                <c:pt idx="18155">
                  <c:v>5.0445200000000003</c:v>
                </c:pt>
                <c:pt idx="18156">
                  <c:v>5.0448300000000001</c:v>
                </c:pt>
                <c:pt idx="18157">
                  <c:v>5.0451300000000003</c:v>
                </c:pt>
                <c:pt idx="18158">
                  <c:v>5.0454400000000001</c:v>
                </c:pt>
                <c:pt idx="18159">
                  <c:v>5.0457400000000003</c:v>
                </c:pt>
                <c:pt idx="18160">
                  <c:v>5.0460500000000001</c:v>
                </c:pt>
                <c:pt idx="18161">
                  <c:v>5.04636</c:v>
                </c:pt>
                <c:pt idx="18162">
                  <c:v>5.0466600000000001</c:v>
                </c:pt>
                <c:pt idx="18163">
                  <c:v>5.04697</c:v>
                </c:pt>
                <c:pt idx="18164">
                  <c:v>5.0472700000000001</c:v>
                </c:pt>
                <c:pt idx="18165">
                  <c:v>5.04758</c:v>
                </c:pt>
                <c:pt idx="18166">
                  <c:v>5.0478800000000001</c:v>
                </c:pt>
                <c:pt idx="18167">
                  <c:v>5.04819</c:v>
                </c:pt>
                <c:pt idx="18168">
                  <c:v>5.0484900000000001</c:v>
                </c:pt>
                <c:pt idx="18169">
                  <c:v>5.0488</c:v>
                </c:pt>
                <c:pt idx="18170">
                  <c:v>5.0491000000000001</c:v>
                </c:pt>
                <c:pt idx="18171">
                  <c:v>5.04941</c:v>
                </c:pt>
                <c:pt idx="18172">
                  <c:v>5.0497199999999998</c:v>
                </c:pt>
                <c:pt idx="18173">
                  <c:v>5.05002</c:v>
                </c:pt>
                <c:pt idx="18174">
                  <c:v>5.0503299999999998</c:v>
                </c:pt>
                <c:pt idx="18175">
                  <c:v>5.05063</c:v>
                </c:pt>
                <c:pt idx="18176">
                  <c:v>5.0509399999999998</c:v>
                </c:pt>
                <c:pt idx="18177">
                  <c:v>5.05124</c:v>
                </c:pt>
                <c:pt idx="18178">
                  <c:v>5.0515499999999998</c:v>
                </c:pt>
                <c:pt idx="18179">
                  <c:v>5.05185</c:v>
                </c:pt>
                <c:pt idx="18180">
                  <c:v>5.0521599999999998</c:v>
                </c:pt>
                <c:pt idx="18181">
                  <c:v>5.05246</c:v>
                </c:pt>
                <c:pt idx="18182">
                  <c:v>5.0527699999999998</c:v>
                </c:pt>
                <c:pt idx="18183">
                  <c:v>5.05307</c:v>
                </c:pt>
                <c:pt idx="18184">
                  <c:v>5.0533799999999998</c:v>
                </c:pt>
                <c:pt idx="18185">
                  <c:v>5.0536899999999996</c:v>
                </c:pt>
                <c:pt idx="18186">
                  <c:v>5.0539899999999998</c:v>
                </c:pt>
                <c:pt idx="18187">
                  <c:v>5.0542999999999996</c:v>
                </c:pt>
                <c:pt idx="18188">
                  <c:v>5.0545999999999998</c:v>
                </c:pt>
                <c:pt idx="18189">
                  <c:v>5.0549099999999996</c:v>
                </c:pt>
                <c:pt idx="18190">
                  <c:v>5.0552099999999998</c:v>
                </c:pt>
                <c:pt idx="18191">
                  <c:v>5.0555199999999996</c:v>
                </c:pt>
                <c:pt idx="18192">
                  <c:v>5.0558199999999998</c:v>
                </c:pt>
                <c:pt idx="18193">
                  <c:v>5.0561299999999996</c:v>
                </c:pt>
                <c:pt idx="18194">
                  <c:v>5.0564299999999998</c:v>
                </c:pt>
                <c:pt idx="18195">
                  <c:v>5.0567399999999996</c:v>
                </c:pt>
                <c:pt idx="18196">
                  <c:v>5.0570399999999998</c:v>
                </c:pt>
                <c:pt idx="18197">
                  <c:v>5.0573499999999996</c:v>
                </c:pt>
                <c:pt idx="18198">
                  <c:v>5.0576600000000003</c:v>
                </c:pt>
                <c:pt idx="18199">
                  <c:v>5.0579599999999996</c:v>
                </c:pt>
                <c:pt idx="18200">
                  <c:v>5.0582700000000003</c:v>
                </c:pt>
                <c:pt idx="18201">
                  <c:v>5.0585699999999996</c:v>
                </c:pt>
                <c:pt idx="18202">
                  <c:v>5.0588800000000003</c:v>
                </c:pt>
                <c:pt idx="18203">
                  <c:v>5.0591799999999996</c:v>
                </c:pt>
                <c:pt idx="18204">
                  <c:v>5.0594900000000003</c:v>
                </c:pt>
                <c:pt idx="18205">
                  <c:v>5.0597899999999996</c:v>
                </c:pt>
                <c:pt idx="18206">
                  <c:v>5.0601000000000003</c:v>
                </c:pt>
                <c:pt idx="18207">
                  <c:v>5.0603999999999996</c:v>
                </c:pt>
                <c:pt idx="18208">
                  <c:v>5.0607100000000003</c:v>
                </c:pt>
                <c:pt idx="18209">
                  <c:v>5.0610099999999996</c:v>
                </c:pt>
                <c:pt idx="18210">
                  <c:v>5.0613200000000003</c:v>
                </c:pt>
                <c:pt idx="18211">
                  <c:v>5.0616300000000001</c:v>
                </c:pt>
                <c:pt idx="18212">
                  <c:v>5.0619300000000003</c:v>
                </c:pt>
                <c:pt idx="18213">
                  <c:v>5.0622400000000001</c:v>
                </c:pt>
                <c:pt idx="18214">
                  <c:v>5.0625400000000003</c:v>
                </c:pt>
                <c:pt idx="18215">
                  <c:v>5.0628500000000001</c:v>
                </c:pt>
                <c:pt idx="18216">
                  <c:v>5.0631500000000003</c:v>
                </c:pt>
                <c:pt idx="18217">
                  <c:v>5.0634600000000001</c:v>
                </c:pt>
                <c:pt idx="18218">
                  <c:v>5.0637600000000003</c:v>
                </c:pt>
                <c:pt idx="18219">
                  <c:v>5.0640700000000001</c:v>
                </c:pt>
                <c:pt idx="18220">
                  <c:v>5.0643700000000003</c:v>
                </c:pt>
                <c:pt idx="18221">
                  <c:v>5.0646800000000001</c:v>
                </c:pt>
                <c:pt idx="18222">
                  <c:v>5.0649800000000003</c:v>
                </c:pt>
                <c:pt idx="18223">
                  <c:v>5.0652900000000001</c:v>
                </c:pt>
                <c:pt idx="18224">
                  <c:v>5.0655999999999999</c:v>
                </c:pt>
                <c:pt idx="18225">
                  <c:v>5.0659000000000001</c:v>
                </c:pt>
                <c:pt idx="18226">
                  <c:v>5.0662099999999999</c:v>
                </c:pt>
                <c:pt idx="18227">
                  <c:v>5.0665100000000001</c:v>
                </c:pt>
                <c:pt idx="18228">
                  <c:v>5.0668199999999999</c:v>
                </c:pt>
                <c:pt idx="18229">
                  <c:v>5.0671200000000001</c:v>
                </c:pt>
                <c:pt idx="18230">
                  <c:v>5.0674299999999999</c:v>
                </c:pt>
                <c:pt idx="18231">
                  <c:v>5.0677300000000001</c:v>
                </c:pt>
                <c:pt idx="18232">
                  <c:v>5.0680399999999999</c:v>
                </c:pt>
                <c:pt idx="18233">
                  <c:v>5.0683400000000001</c:v>
                </c:pt>
                <c:pt idx="18234">
                  <c:v>5.0686499999999999</c:v>
                </c:pt>
                <c:pt idx="18235">
                  <c:v>5.0689599999999997</c:v>
                </c:pt>
                <c:pt idx="18236">
                  <c:v>5.0692599999999999</c:v>
                </c:pt>
                <c:pt idx="18237">
                  <c:v>5.0695699999999997</c:v>
                </c:pt>
                <c:pt idx="18238">
                  <c:v>5.0698699999999999</c:v>
                </c:pt>
                <c:pt idx="18239">
                  <c:v>5.0701799999999997</c:v>
                </c:pt>
                <c:pt idx="18240">
                  <c:v>5.0704799999999999</c:v>
                </c:pt>
                <c:pt idx="18241">
                  <c:v>5.0707899999999997</c:v>
                </c:pt>
                <c:pt idx="18242">
                  <c:v>5.0710899999999999</c:v>
                </c:pt>
                <c:pt idx="18243">
                  <c:v>5.0713999999999997</c:v>
                </c:pt>
                <c:pt idx="18244">
                  <c:v>5.0716999999999999</c:v>
                </c:pt>
                <c:pt idx="18245">
                  <c:v>5.0720099999999997</c:v>
                </c:pt>
                <c:pt idx="18246">
                  <c:v>5.0723099999999999</c:v>
                </c:pt>
                <c:pt idx="18247">
                  <c:v>5.0726199999999997</c:v>
                </c:pt>
                <c:pt idx="18248">
                  <c:v>5.0729300000000004</c:v>
                </c:pt>
                <c:pt idx="18249">
                  <c:v>5.0732299999999997</c:v>
                </c:pt>
                <c:pt idx="18250">
                  <c:v>5.0735400000000004</c:v>
                </c:pt>
                <c:pt idx="18251">
                  <c:v>5.0738399999999997</c:v>
                </c:pt>
                <c:pt idx="18252">
                  <c:v>5.0741500000000004</c:v>
                </c:pt>
                <c:pt idx="18253">
                  <c:v>5.0744499999999997</c:v>
                </c:pt>
                <c:pt idx="18254">
                  <c:v>5.0747600000000004</c:v>
                </c:pt>
                <c:pt idx="18255">
                  <c:v>5.0750599999999997</c:v>
                </c:pt>
                <c:pt idx="18256">
                  <c:v>5.0753700000000004</c:v>
                </c:pt>
                <c:pt idx="18257">
                  <c:v>5.0756699999999997</c:v>
                </c:pt>
                <c:pt idx="18258">
                  <c:v>5.0759800000000004</c:v>
                </c:pt>
                <c:pt idx="18259">
                  <c:v>5.0762799999999997</c:v>
                </c:pt>
                <c:pt idx="18260">
                  <c:v>5.0765900000000004</c:v>
                </c:pt>
                <c:pt idx="18261">
                  <c:v>5.0769000000000002</c:v>
                </c:pt>
                <c:pt idx="18262">
                  <c:v>5.0772000000000004</c:v>
                </c:pt>
                <c:pt idx="18263">
                  <c:v>5.0775100000000002</c:v>
                </c:pt>
                <c:pt idx="18264">
                  <c:v>5.0778100000000004</c:v>
                </c:pt>
                <c:pt idx="18265">
                  <c:v>5.0781200000000002</c:v>
                </c:pt>
                <c:pt idx="18266">
                  <c:v>5.0784200000000004</c:v>
                </c:pt>
                <c:pt idx="18267">
                  <c:v>5.0787300000000002</c:v>
                </c:pt>
                <c:pt idx="18268">
                  <c:v>5.0790300000000004</c:v>
                </c:pt>
                <c:pt idx="18269">
                  <c:v>5.0793400000000002</c:v>
                </c:pt>
                <c:pt idx="18270">
                  <c:v>5.0796400000000004</c:v>
                </c:pt>
                <c:pt idx="18271">
                  <c:v>5.0799500000000002</c:v>
                </c:pt>
                <c:pt idx="18272">
                  <c:v>5.0802500000000004</c:v>
                </c:pt>
                <c:pt idx="18273">
                  <c:v>5.0805600000000002</c:v>
                </c:pt>
                <c:pt idx="18274">
                  <c:v>5.08087</c:v>
                </c:pt>
                <c:pt idx="18275">
                  <c:v>5.0811700000000002</c:v>
                </c:pt>
                <c:pt idx="18276">
                  <c:v>5.08148</c:v>
                </c:pt>
                <c:pt idx="18277">
                  <c:v>5.0817800000000002</c:v>
                </c:pt>
                <c:pt idx="18278">
                  <c:v>5.08209</c:v>
                </c:pt>
                <c:pt idx="18279">
                  <c:v>5.0823900000000002</c:v>
                </c:pt>
                <c:pt idx="18280">
                  <c:v>5.0827</c:v>
                </c:pt>
                <c:pt idx="18281">
                  <c:v>5.0830000000000002</c:v>
                </c:pt>
                <c:pt idx="18282">
                  <c:v>5.08331</c:v>
                </c:pt>
                <c:pt idx="18283">
                  <c:v>5.0836100000000002</c:v>
                </c:pt>
                <c:pt idx="18284">
                  <c:v>5.08392</c:v>
                </c:pt>
                <c:pt idx="18285">
                  <c:v>5.0842299999999998</c:v>
                </c:pt>
                <c:pt idx="18286">
                  <c:v>5.08453</c:v>
                </c:pt>
                <c:pt idx="18287">
                  <c:v>5.0848399999999998</c:v>
                </c:pt>
                <c:pt idx="18288">
                  <c:v>5.08514</c:v>
                </c:pt>
                <c:pt idx="18289">
                  <c:v>5.0854499999999998</c:v>
                </c:pt>
                <c:pt idx="18290">
                  <c:v>5.08575</c:v>
                </c:pt>
                <c:pt idx="18291">
                  <c:v>5.0860599999999998</c:v>
                </c:pt>
                <c:pt idx="18292">
                  <c:v>5.08636</c:v>
                </c:pt>
                <c:pt idx="18293">
                  <c:v>5.0866699999999998</c:v>
                </c:pt>
                <c:pt idx="18294">
                  <c:v>5.08697</c:v>
                </c:pt>
                <c:pt idx="18295">
                  <c:v>5.0872799999999998</c:v>
                </c:pt>
                <c:pt idx="18296">
                  <c:v>5.08758</c:v>
                </c:pt>
                <c:pt idx="18297">
                  <c:v>5.0878899999999998</c:v>
                </c:pt>
                <c:pt idx="18298">
                  <c:v>5.0881999999999996</c:v>
                </c:pt>
                <c:pt idx="18299">
                  <c:v>5.0884999999999998</c:v>
                </c:pt>
                <c:pt idx="18300">
                  <c:v>5.0888099999999996</c:v>
                </c:pt>
                <c:pt idx="18301">
                  <c:v>5.0891099999999998</c:v>
                </c:pt>
                <c:pt idx="18302">
                  <c:v>5.0894199999999996</c:v>
                </c:pt>
                <c:pt idx="18303">
                  <c:v>5.0897199999999998</c:v>
                </c:pt>
                <c:pt idx="18304">
                  <c:v>5.0900299999999996</c:v>
                </c:pt>
                <c:pt idx="18305">
                  <c:v>5.0903299999999998</c:v>
                </c:pt>
                <c:pt idx="18306">
                  <c:v>5.0906399999999996</c:v>
                </c:pt>
                <c:pt idx="18307">
                  <c:v>5.0909399999999998</c:v>
                </c:pt>
                <c:pt idx="18308">
                  <c:v>5.0912499999999996</c:v>
                </c:pt>
                <c:pt idx="18309">
                  <c:v>5.0915499999999998</c:v>
                </c:pt>
                <c:pt idx="18310">
                  <c:v>5.0918599999999996</c:v>
                </c:pt>
                <c:pt idx="18311">
                  <c:v>5.0921700000000003</c:v>
                </c:pt>
                <c:pt idx="18312">
                  <c:v>5.0924699999999996</c:v>
                </c:pt>
                <c:pt idx="18313">
                  <c:v>5.0927800000000003</c:v>
                </c:pt>
                <c:pt idx="18314">
                  <c:v>5.0930799999999996</c:v>
                </c:pt>
                <c:pt idx="18315">
                  <c:v>5.0933900000000003</c:v>
                </c:pt>
                <c:pt idx="18316">
                  <c:v>5.0936899999999996</c:v>
                </c:pt>
                <c:pt idx="18317">
                  <c:v>5.0940000000000003</c:v>
                </c:pt>
                <c:pt idx="18318">
                  <c:v>5.0942999999999996</c:v>
                </c:pt>
                <c:pt idx="18319">
                  <c:v>5.0946100000000003</c:v>
                </c:pt>
                <c:pt idx="18320">
                  <c:v>5.0949099999999996</c:v>
                </c:pt>
                <c:pt idx="18321">
                  <c:v>5.0952200000000003</c:v>
                </c:pt>
                <c:pt idx="18322">
                  <c:v>5.0955199999999996</c:v>
                </c:pt>
                <c:pt idx="18323">
                  <c:v>5.0958300000000003</c:v>
                </c:pt>
                <c:pt idx="18324">
                  <c:v>5.0961400000000001</c:v>
                </c:pt>
                <c:pt idx="18325">
                  <c:v>5.0964400000000003</c:v>
                </c:pt>
                <c:pt idx="18326">
                  <c:v>5.0967500000000001</c:v>
                </c:pt>
                <c:pt idx="18327">
                  <c:v>5.0970500000000003</c:v>
                </c:pt>
                <c:pt idx="18328">
                  <c:v>5.0973600000000001</c:v>
                </c:pt>
                <c:pt idx="18329">
                  <c:v>5.0976600000000003</c:v>
                </c:pt>
                <c:pt idx="18330">
                  <c:v>5.0979700000000001</c:v>
                </c:pt>
                <c:pt idx="18331">
                  <c:v>5.0982700000000003</c:v>
                </c:pt>
                <c:pt idx="18332">
                  <c:v>5.0985800000000001</c:v>
                </c:pt>
                <c:pt idx="18333">
                  <c:v>5.0988800000000003</c:v>
                </c:pt>
                <c:pt idx="18334">
                  <c:v>5.0991900000000001</c:v>
                </c:pt>
                <c:pt idx="18335">
                  <c:v>5.0994900000000003</c:v>
                </c:pt>
                <c:pt idx="18336">
                  <c:v>5.0998000000000001</c:v>
                </c:pt>
                <c:pt idx="18337">
                  <c:v>5.1001099999999999</c:v>
                </c:pt>
                <c:pt idx="18338">
                  <c:v>5.1004100000000001</c:v>
                </c:pt>
                <c:pt idx="18339">
                  <c:v>5.1007199999999999</c:v>
                </c:pt>
                <c:pt idx="18340">
                  <c:v>5.1010200000000001</c:v>
                </c:pt>
                <c:pt idx="18341">
                  <c:v>5.1013299999999999</c:v>
                </c:pt>
                <c:pt idx="18342">
                  <c:v>5.1016300000000001</c:v>
                </c:pt>
                <c:pt idx="18343">
                  <c:v>5.1019399999999999</c:v>
                </c:pt>
                <c:pt idx="18344">
                  <c:v>5.1022400000000001</c:v>
                </c:pt>
                <c:pt idx="18345">
                  <c:v>5.1025499999999999</c:v>
                </c:pt>
                <c:pt idx="18346">
                  <c:v>5.1028500000000001</c:v>
                </c:pt>
                <c:pt idx="18347">
                  <c:v>5.1031599999999999</c:v>
                </c:pt>
                <c:pt idx="18348">
                  <c:v>5.1034699999999997</c:v>
                </c:pt>
                <c:pt idx="18349">
                  <c:v>5.1037699999999999</c:v>
                </c:pt>
                <c:pt idx="18350">
                  <c:v>5.1040799999999997</c:v>
                </c:pt>
                <c:pt idx="18351">
                  <c:v>5.1043799999999999</c:v>
                </c:pt>
                <c:pt idx="18352">
                  <c:v>5.1046899999999997</c:v>
                </c:pt>
                <c:pt idx="18353">
                  <c:v>5.1049899999999999</c:v>
                </c:pt>
                <c:pt idx="18354">
                  <c:v>5.1052999999999997</c:v>
                </c:pt>
                <c:pt idx="18355">
                  <c:v>5.1055999999999999</c:v>
                </c:pt>
                <c:pt idx="18356">
                  <c:v>5.1059099999999997</c:v>
                </c:pt>
                <c:pt idx="18357">
                  <c:v>5.1062099999999999</c:v>
                </c:pt>
                <c:pt idx="18358">
                  <c:v>5.1065199999999997</c:v>
                </c:pt>
                <c:pt idx="18359">
                  <c:v>5.1068199999999999</c:v>
                </c:pt>
                <c:pt idx="18360">
                  <c:v>5.1071299999999997</c:v>
                </c:pt>
                <c:pt idx="18361">
                  <c:v>5.1074400000000004</c:v>
                </c:pt>
                <c:pt idx="18362">
                  <c:v>5.1077399999999997</c:v>
                </c:pt>
                <c:pt idx="18363">
                  <c:v>5.1080500000000004</c:v>
                </c:pt>
                <c:pt idx="18364">
                  <c:v>5.1083499999999997</c:v>
                </c:pt>
                <c:pt idx="18365">
                  <c:v>5.1086600000000004</c:v>
                </c:pt>
                <c:pt idx="18366">
                  <c:v>5.1089599999999997</c:v>
                </c:pt>
                <c:pt idx="18367">
                  <c:v>5.1092700000000004</c:v>
                </c:pt>
                <c:pt idx="18368">
                  <c:v>5.1095699999999997</c:v>
                </c:pt>
                <c:pt idx="18369">
                  <c:v>5.1098800000000004</c:v>
                </c:pt>
                <c:pt idx="18370">
                  <c:v>5.1101799999999997</c:v>
                </c:pt>
                <c:pt idx="18371">
                  <c:v>5.1104900000000004</c:v>
                </c:pt>
                <c:pt idx="18372">
                  <c:v>5.1107899999999997</c:v>
                </c:pt>
                <c:pt idx="18373">
                  <c:v>5.1111000000000004</c:v>
                </c:pt>
                <c:pt idx="18374">
                  <c:v>5.1114100000000002</c:v>
                </c:pt>
                <c:pt idx="18375">
                  <c:v>5.1117100000000004</c:v>
                </c:pt>
                <c:pt idx="18376">
                  <c:v>5.1120200000000002</c:v>
                </c:pt>
                <c:pt idx="18377">
                  <c:v>5.1123200000000004</c:v>
                </c:pt>
                <c:pt idx="18378">
                  <c:v>5.1126300000000002</c:v>
                </c:pt>
                <c:pt idx="18379">
                  <c:v>5.1129300000000004</c:v>
                </c:pt>
                <c:pt idx="18380">
                  <c:v>5.1132400000000002</c:v>
                </c:pt>
                <c:pt idx="18381">
                  <c:v>5.1135400000000004</c:v>
                </c:pt>
                <c:pt idx="18382">
                  <c:v>5.1138500000000002</c:v>
                </c:pt>
                <c:pt idx="18383">
                  <c:v>5.1141500000000004</c:v>
                </c:pt>
                <c:pt idx="18384">
                  <c:v>5.1144600000000002</c:v>
                </c:pt>
                <c:pt idx="18385">
                  <c:v>5.1147600000000004</c:v>
                </c:pt>
                <c:pt idx="18386">
                  <c:v>5.1150700000000002</c:v>
                </c:pt>
                <c:pt idx="18387">
                  <c:v>5.11538</c:v>
                </c:pt>
                <c:pt idx="18388">
                  <c:v>5.1156800000000002</c:v>
                </c:pt>
                <c:pt idx="18389">
                  <c:v>5.11599</c:v>
                </c:pt>
                <c:pt idx="18390">
                  <c:v>5.1162900000000002</c:v>
                </c:pt>
                <c:pt idx="18391">
                  <c:v>5.1166</c:v>
                </c:pt>
                <c:pt idx="18392">
                  <c:v>5.1169000000000002</c:v>
                </c:pt>
                <c:pt idx="18393">
                  <c:v>5.11721</c:v>
                </c:pt>
                <c:pt idx="18394">
                  <c:v>5.1175100000000002</c:v>
                </c:pt>
                <c:pt idx="18395">
                  <c:v>5.11782</c:v>
                </c:pt>
                <c:pt idx="18396">
                  <c:v>5.1181200000000002</c:v>
                </c:pt>
                <c:pt idx="18397">
                  <c:v>5.11843</c:v>
                </c:pt>
                <c:pt idx="18398">
                  <c:v>5.1187300000000002</c:v>
                </c:pt>
                <c:pt idx="18399">
                  <c:v>5.11904</c:v>
                </c:pt>
                <c:pt idx="18400">
                  <c:v>5.1193499999999998</c:v>
                </c:pt>
                <c:pt idx="18401">
                  <c:v>5.11965</c:v>
                </c:pt>
                <c:pt idx="18402">
                  <c:v>5.1199599999999998</c:v>
                </c:pt>
                <c:pt idx="18403">
                  <c:v>5.12026</c:v>
                </c:pt>
                <c:pt idx="18404">
                  <c:v>5.1205699999999998</c:v>
                </c:pt>
                <c:pt idx="18405">
                  <c:v>5.12087</c:v>
                </c:pt>
                <c:pt idx="18406">
                  <c:v>5.1211799999999998</c:v>
                </c:pt>
                <c:pt idx="18407">
                  <c:v>5.12148</c:v>
                </c:pt>
                <c:pt idx="18408">
                  <c:v>5.1217899999999998</c:v>
                </c:pt>
                <c:pt idx="18409">
                  <c:v>5.12209</c:v>
                </c:pt>
                <c:pt idx="18410">
                  <c:v>5.1223999999999998</c:v>
                </c:pt>
                <c:pt idx="18411">
                  <c:v>5.1227099999999997</c:v>
                </c:pt>
                <c:pt idx="18412">
                  <c:v>5.1230099999999998</c:v>
                </c:pt>
                <c:pt idx="18413">
                  <c:v>5.1233199999999997</c:v>
                </c:pt>
                <c:pt idx="18414">
                  <c:v>5.1236199999999998</c:v>
                </c:pt>
                <c:pt idx="18415">
                  <c:v>5.1239299999999997</c:v>
                </c:pt>
                <c:pt idx="18416">
                  <c:v>5.1242299999999998</c:v>
                </c:pt>
                <c:pt idx="18417">
                  <c:v>5.1245399999999997</c:v>
                </c:pt>
                <c:pt idx="18418">
                  <c:v>5.1248399999999998</c:v>
                </c:pt>
                <c:pt idx="18419">
                  <c:v>5.1251499999999997</c:v>
                </c:pt>
                <c:pt idx="18420">
                  <c:v>5.1254499999999998</c:v>
                </c:pt>
                <c:pt idx="18421">
                  <c:v>5.1257599999999996</c:v>
                </c:pt>
                <c:pt idx="18422">
                  <c:v>5.1260599999999998</c:v>
                </c:pt>
                <c:pt idx="18423">
                  <c:v>5.1263699999999996</c:v>
                </c:pt>
                <c:pt idx="18424">
                  <c:v>5.1266800000000003</c:v>
                </c:pt>
                <c:pt idx="18425">
                  <c:v>5.1269799999999996</c:v>
                </c:pt>
                <c:pt idx="18426">
                  <c:v>5.1272900000000003</c:v>
                </c:pt>
                <c:pt idx="18427">
                  <c:v>5.1275899999999996</c:v>
                </c:pt>
                <c:pt idx="18428">
                  <c:v>5.1279000000000003</c:v>
                </c:pt>
                <c:pt idx="18429">
                  <c:v>5.1281999999999996</c:v>
                </c:pt>
                <c:pt idx="18430">
                  <c:v>5.1285100000000003</c:v>
                </c:pt>
                <c:pt idx="18431">
                  <c:v>5.1288099999999996</c:v>
                </c:pt>
                <c:pt idx="18432">
                  <c:v>5.1291200000000003</c:v>
                </c:pt>
                <c:pt idx="18433">
                  <c:v>5.1294199999999996</c:v>
                </c:pt>
                <c:pt idx="18434">
                  <c:v>5.1297300000000003</c:v>
                </c:pt>
                <c:pt idx="18435">
                  <c:v>5.1300299999999996</c:v>
                </c:pt>
                <c:pt idx="18436">
                  <c:v>5.1303400000000003</c:v>
                </c:pt>
                <c:pt idx="18437">
                  <c:v>5.1306500000000002</c:v>
                </c:pt>
                <c:pt idx="18438">
                  <c:v>5.1309500000000003</c:v>
                </c:pt>
                <c:pt idx="18439">
                  <c:v>5.1312600000000002</c:v>
                </c:pt>
                <c:pt idx="18440">
                  <c:v>5.1315600000000003</c:v>
                </c:pt>
                <c:pt idx="18441">
                  <c:v>5.1318700000000002</c:v>
                </c:pt>
                <c:pt idx="18442">
                  <c:v>5.1321700000000003</c:v>
                </c:pt>
                <c:pt idx="18443">
                  <c:v>5.1324800000000002</c:v>
                </c:pt>
                <c:pt idx="18444">
                  <c:v>5.1327800000000003</c:v>
                </c:pt>
                <c:pt idx="18445">
                  <c:v>5.1330900000000002</c:v>
                </c:pt>
                <c:pt idx="18446">
                  <c:v>5.1333900000000003</c:v>
                </c:pt>
                <c:pt idx="18447">
                  <c:v>5.1337000000000002</c:v>
                </c:pt>
                <c:pt idx="18448">
                  <c:v>5.1340000000000003</c:v>
                </c:pt>
                <c:pt idx="18449">
                  <c:v>5.1343100000000002</c:v>
                </c:pt>
                <c:pt idx="18450">
                  <c:v>5.13462</c:v>
                </c:pt>
                <c:pt idx="18451">
                  <c:v>5.1349200000000002</c:v>
                </c:pt>
                <c:pt idx="18452">
                  <c:v>5.13523</c:v>
                </c:pt>
                <c:pt idx="18453">
                  <c:v>5.1355300000000002</c:v>
                </c:pt>
                <c:pt idx="18454">
                  <c:v>5.13584</c:v>
                </c:pt>
                <c:pt idx="18455">
                  <c:v>5.1361400000000001</c:v>
                </c:pt>
                <c:pt idx="18456">
                  <c:v>5.13645</c:v>
                </c:pt>
                <c:pt idx="18457">
                  <c:v>5.1367500000000001</c:v>
                </c:pt>
                <c:pt idx="18458">
                  <c:v>5.13706</c:v>
                </c:pt>
                <c:pt idx="18459">
                  <c:v>5.1373600000000001</c:v>
                </c:pt>
                <c:pt idx="18460">
                  <c:v>5.13767</c:v>
                </c:pt>
                <c:pt idx="18461">
                  <c:v>5.1379700000000001</c:v>
                </c:pt>
                <c:pt idx="18462">
                  <c:v>5.13828</c:v>
                </c:pt>
                <c:pt idx="18463">
                  <c:v>5.1385899999999998</c:v>
                </c:pt>
                <c:pt idx="18464">
                  <c:v>5.13889</c:v>
                </c:pt>
                <c:pt idx="18465">
                  <c:v>5.1391999999999998</c:v>
                </c:pt>
                <c:pt idx="18466">
                  <c:v>5.1395</c:v>
                </c:pt>
                <c:pt idx="18467">
                  <c:v>5.1398099999999998</c:v>
                </c:pt>
                <c:pt idx="18468">
                  <c:v>5.14011</c:v>
                </c:pt>
                <c:pt idx="18469">
                  <c:v>5.1404199999999998</c:v>
                </c:pt>
                <c:pt idx="18470">
                  <c:v>5.14072</c:v>
                </c:pt>
                <c:pt idx="18471">
                  <c:v>5.1410299999999998</c:v>
                </c:pt>
                <c:pt idx="18472">
                  <c:v>5.14133</c:v>
                </c:pt>
                <c:pt idx="18473">
                  <c:v>5.1416399999999998</c:v>
                </c:pt>
                <c:pt idx="18474">
                  <c:v>5.1419499999999996</c:v>
                </c:pt>
                <c:pt idx="18475">
                  <c:v>5.1422499999999998</c:v>
                </c:pt>
                <c:pt idx="18476">
                  <c:v>5.1425599999999996</c:v>
                </c:pt>
                <c:pt idx="18477">
                  <c:v>5.1428599999999998</c:v>
                </c:pt>
                <c:pt idx="18478">
                  <c:v>5.1431699999999996</c:v>
                </c:pt>
                <c:pt idx="18479">
                  <c:v>5.1434699999999998</c:v>
                </c:pt>
                <c:pt idx="18480">
                  <c:v>5.1437799999999996</c:v>
                </c:pt>
                <c:pt idx="18481">
                  <c:v>5.1440799999999998</c:v>
                </c:pt>
                <c:pt idx="18482">
                  <c:v>5.1443899999999996</c:v>
                </c:pt>
                <c:pt idx="18483">
                  <c:v>5.1446899999999998</c:v>
                </c:pt>
                <c:pt idx="18484">
                  <c:v>5.1449999999999996</c:v>
                </c:pt>
                <c:pt idx="18485">
                  <c:v>5.1452999999999998</c:v>
                </c:pt>
                <c:pt idx="18486">
                  <c:v>5.1456099999999996</c:v>
                </c:pt>
                <c:pt idx="18487">
                  <c:v>5.1459200000000003</c:v>
                </c:pt>
                <c:pt idx="18488">
                  <c:v>5.1462199999999996</c:v>
                </c:pt>
                <c:pt idx="18489">
                  <c:v>5.1465300000000003</c:v>
                </c:pt>
                <c:pt idx="18490">
                  <c:v>5.1468299999999996</c:v>
                </c:pt>
                <c:pt idx="18491">
                  <c:v>5.1471400000000003</c:v>
                </c:pt>
                <c:pt idx="18492">
                  <c:v>5.1474399999999996</c:v>
                </c:pt>
                <c:pt idx="18493">
                  <c:v>5.1477500000000003</c:v>
                </c:pt>
                <c:pt idx="18494">
                  <c:v>5.1480499999999996</c:v>
                </c:pt>
                <c:pt idx="18495">
                  <c:v>5.1483600000000003</c:v>
                </c:pt>
                <c:pt idx="18496">
                  <c:v>5.1486599999999996</c:v>
                </c:pt>
                <c:pt idx="18497">
                  <c:v>5.1489700000000003</c:v>
                </c:pt>
                <c:pt idx="18498">
                  <c:v>5.1492699999999996</c:v>
                </c:pt>
                <c:pt idx="18499">
                  <c:v>5.1495800000000003</c:v>
                </c:pt>
                <c:pt idx="18500">
                  <c:v>5.1498900000000001</c:v>
                </c:pt>
                <c:pt idx="18501">
                  <c:v>5.1501900000000003</c:v>
                </c:pt>
                <c:pt idx="18502">
                  <c:v>5.1505000000000001</c:v>
                </c:pt>
                <c:pt idx="18503">
                  <c:v>5.1508000000000003</c:v>
                </c:pt>
                <c:pt idx="18504">
                  <c:v>5.1511100000000001</c:v>
                </c:pt>
                <c:pt idx="18505">
                  <c:v>5.1514100000000003</c:v>
                </c:pt>
                <c:pt idx="18506">
                  <c:v>5.1517200000000001</c:v>
                </c:pt>
                <c:pt idx="18507">
                  <c:v>5.1520200000000003</c:v>
                </c:pt>
                <c:pt idx="18508">
                  <c:v>5.1523300000000001</c:v>
                </c:pt>
                <c:pt idx="18509">
                  <c:v>5.1526300000000003</c:v>
                </c:pt>
                <c:pt idx="18510">
                  <c:v>5.1529400000000001</c:v>
                </c:pt>
                <c:pt idx="18511">
                  <c:v>5.1532400000000003</c:v>
                </c:pt>
                <c:pt idx="18512">
                  <c:v>5.1535500000000001</c:v>
                </c:pt>
                <c:pt idx="18513">
                  <c:v>5.1538599999999999</c:v>
                </c:pt>
                <c:pt idx="18514">
                  <c:v>5.1541600000000001</c:v>
                </c:pt>
                <c:pt idx="18515">
                  <c:v>5.1544699999999999</c:v>
                </c:pt>
                <c:pt idx="18516">
                  <c:v>5.1547700000000001</c:v>
                </c:pt>
                <c:pt idx="18517">
                  <c:v>5.1550799999999999</c:v>
                </c:pt>
                <c:pt idx="18518">
                  <c:v>5.1553800000000001</c:v>
                </c:pt>
                <c:pt idx="18519">
                  <c:v>5.1556899999999999</c:v>
                </c:pt>
                <c:pt idx="18520">
                  <c:v>5.1559900000000001</c:v>
                </c:pt>
                <c:pt idx="18521">
                  <c:v>5.1562999999999999</c:v>
                </c:pt>
                <c:pt idx="18522">
                  <c:v>5.1566000000000001</c:v>
                </c:pt>
                <c:pt idx="18523">
                  <c:v>5.1569099999999999</c:v>
                </c:pt>
                <c:pt idx="18524">
                  <c:v>5.1572199999999997</c:v>
                </c:pt>
                <c:pt idx="18525">
                  <c:v>5.1575199999999999</c:v>
                </c:pt>
                <c:pt idx="18526">
                  <c:v>5.1578299999999997</c:v>
                </c:pt>
                <c:pt idx="18527">
                  <c:v>5.1581299999999999</c:v>
                </c:pt>
                <c:pt idx="18528">
                  <c:v>5.1584399999999997</c:v>
                </c:pt>
                <c:pt idx="18529">
                  <c:v>5.1587399999999999</c:v>
                </c:pt>
                <c:pt idx="18530">
                  <c:v>5.1590499999999997</c:v>
                </c:pt>
                <c:pt idx="18531">
                  <c:v>5.1593499999999999</c:v>
                </c:pt>
                <c:pt idx="18532">
                  <c:v>5.1596599999999997</c:v>
                </c:pt>
                <c:pt idx="18533">
                  <c:v>5.1599599999999999</c:v>
                </c:pt>
                <c:pt idx="18534">
                  <c:v>5.1602699999999997</c:v>
                </c:pt>
                <c:pt idx="18535">
                  <c:v>5.1605699999999999</c:v>
                </c:pt>
                <c:pt idx="18536">
                  <c:v>5.1608799999999997</c:v>
                </c:pt>
                <c:pt idx="18537">
                  <c:v>5.1611900000000004</c:v>
                </c:pt>
                <c:pt idx="18538">
                  <c:v>5.1614899999999997</c:v>
                </c:pt>
                <c:pt idx="18539">
                  <c:v>5.1618000000000004</c:v>
                </c:pt>
                <c:pt idx="18540">
                  <c:v>5.1620999999999997</c:v>
                </c:pt>
                <c:pt idx="18541">
                  <c:v>5.1624100000000004</c:v>
                </c:pt>
                <c:pt idx="18542">
                  <c:v>5.1627099999999997</c:v>
                </c:pt>
                <c:pt idx="18543">
                  <c:v>5.1630200000000004</c:v>
                </c:pt>
                <c:pt idx="18544">
                  <c:v>5.1633199999999997</c:v>
                </c:pt>
                <c:pt idx="18545">
                  <c:v>5.1636300000000004</c:v>
                </c:pt>
                <c:pt idx="18546">
                  <c:v>5.1639299999999997</c:v>
                </c:pt>
                <c:pt idx="18547">
                  <c:v>5.1642400000000004</c:v>
                </c:pt>
                <c:pt idx="18548">
                  <c:v>5.1645399999999997</c:v>
                </c:pt>
                <c:pt idx="18549">
                  <c:v>5.1648500000000004</c:v>
                </c:pt>
                <c:pt idx="18550">
                  <c:v>5.1651600000000002</c:v>
                </c:pt>
                <c:pt idx="18551">
                  <c:v>5.1654600000000004</c:v>
                </c:pt>
                <c:pt idx="18552">
                  <c:v>5.1657700000000002</c:v>
                </c:pt>
                <c:pt idx="18553">
                  <c:v>5.1660700000000004</c:v>
                </c:pt>
                <c:pt idx="18554">
                  <c:v>5.1663800000000002</c:v>
                </c:pt>
                <c:pt idx="18555">
                  <c:v>5.1666800000000004</c:v>
                </c:pt>
                <c:pt idx="18556">
                  <c:v>5.1669900000000002</c:v>
                </c:pt>
                <c:pt idx="18557">
                  <c:v>5.1672900000000004</c:v>
                </c:pt>
                <c:pt idx="18558">
                  <c:v>5.1676000000000002</c:v>
                </c:pt>
                <c:pt idx="18559">
                  <c:v>5.1679000000000004</c:v>
                </c:pt>
                <c:pt idx="18560">
                  <c:v>5.1682100000000002</c:v>
                </c:pt>
                <c:pt idx="18561">
                  <c:v>5.1685100000000004</c:v>
                </c:pt>
                <c:pt idx="18562">
                  <c:v>5.1688200000000002</c:v>
                </c:pt>
                <c:pt idx="18563">
                  <c:v>5.16913</c:v>
                </c:pt>
                <c:pt idx="18564">
                  <c:v>5.1694300000000002</c:v>
                </c:pt>
                <c:pt idx="18565">
                  <c:v>5.16974</c:v>
                </c:pt>
                <c:pt idx="18566">
                  <c:v>5.1700400000000002</c:v>
                </c:pt>
                <c:pt idx="18567">
                  <c:v>5.17035</c:v>
                </c:pt>
                <c:pt idx="18568">
                  <c:v>5.1706500000000002</c:v>
                </c:pt>
                <c:pt idx="18569">
                  <c:v>5.17096</c:v>
                </c:pt>
                <c:pt idx="18570">
                  <c:v>5.1712600000000002</c:v>
                </c:pt>
                <c:pt idx="18571">
                  <c:v>5.17157</c:v>
                </c:pt>
                <c:pt idx="18572">
                  <c:v>5.1718700000000002</c:v>
                </c:pt>
                <c:pt idx="18573">
                  <c:v>5.17218</c:v>
                </c:pt>
                <c:pt idx="18574">
                  <c:v>5.1724800000000002</c:v>
                </c:pt>
                <c:pt idx="18575">
                  <c:v>5.17279</c:v>
                </c:pt>
                <c:pt idx="18576">
                  <c:v>5.1730999999999998</c:v>
                </c:pt>
                <c:pt idx="18577">
                  <c:v>5.1734</c:v>
                </c:pt>
                <c:pt idx="18578">
                  <c:v>5.1737099999999998</c:v>
                </c:pt>
                <c:pt idx="18579">
                  <c:v>5.17401</c:v>
                </c:pt>
                <c:pt idx="18580">
                  <c:v>5.1743199999999998</c:v>
                </c:pt>
                <c:pt idx="18581">
                  <c:v>5.17462</c:v>
                </c:pt>
                <c:pt idx="18582">
                  <c:v>5.1749299999999998</c:v>
                </c:pt>
                <c:pt idx="18583">
                  <c:v>5.17523</c:v>
                </c:pt>
                <c:pt idx="18584">
                  <c:v>5.1755399999999998</c:v>
                </c:pt>
                <c:pt idx="18585">
                  <c:v>5.17584</c:v>
                </c:pt>
                <c:pt idx="18586">
                  <c:v>5.1761499999999998</c:v>
                </c:pt>
                <c:pt idx="18587">
                  <c:v>5.1764599999999996</c:v>
                </c:pt>
                <c:pt idx="18588">
                  <c:v>5.1767599999999998</c:v>
                </c:pt>
                <c:pt idx="18589">
                  <c:v>5.1770699999999996</c:v>
                </c:pt>
                <c:pt idx="18590">
                  <c:v>5.1773699999999998</c:v>
                </c:pt>
                <c:pt idx="18591">
                  <c:v>5.1776799999999996</c:v>
                </c:pt>
                <c:pt idx="18592">
                  <c:v>5.1779799999999998</c:v>
                </c:pt>
                <c:pt idx="18593">
                  <c:v>5.1782899999999996</c:v>
                </c:pt>
                <c:pt idx="18594">
                  <c:v>5.1785899999999998</c:v>
                </c:pt>
                <c:pt idx="18595">
                  <c:v>5.1788999999999996</c:v>
                </c:pt>
                <c:pt idx="18596">
                  <c:v>5.1791999999999998</c:v>
                </c:pt>
                <c:pt idx="18597">
                  <c:v>5.1795099999999996</c:v>
                </c:pt>
                <c:pt idx="18598">
                  <c:v>5.1798099999999998</c:v>
                </c:pt>
                <c:pt idx="18599">
                  <c:v>5.1801199999999996</c:v>
                </c:pt>
                <c:pt idx="18600">
                  <c:v>5.1804300000000003</c:v>
                </c:pt>
                <c:pt idx="18601">
                  <c:v>5.1807299999999996</c:v>
                </c:pt>
                <c:pt idx="18602">
                  <c:v>5.1810400000000003</c:v>
                </c:pt>
                <c:pt idx="18603">
                  <c:v>5.1813399999999996</c:v>
                </c:pt>
                <c:pt idx="18604">
                  <c:v>5.1816500000000003</c:v>
                </c:pt>
                <c:pt idx="18605">
                  <c:v>5.1819499999999996</c:v>
                </c:pt>
                <c:pt idx="18606">
                  <c:v>5.1822600000000003</c:v>
                </c:pt>
                <c:pt idx="18607">
                  <c:v>5.1825599999999996</c:v>
                </c:pt>
                <c:pt idx="18608">
                  <c:v>5.1828700000000003</c:v>
                </c:pt>
                <c:pt idx="18609">
                  <c:v>5.1831699999999996</c:v>
                </c:pt>
                <c:pt idx="18610">
                  <c:v>5.1834800000000003</c:v>
                </c:pt>
                <c:pt idx="18611">
                  <c:v>5.1837799999999996</c:v>
                </c:pt>
                <c:pt idx="18612">
                  <c:v>5.1840900000000003</c:v>
                </c:pt>
                <c:pt idx="18613">
                  <c:v>5.1844000000000001</c:v>
                </c:pt>
                <c:pt idx="18614">
                  <c:v>5.1847000000000003</c:v>
                </c:pt>
                <c:pt idx="18615">
                  <c:v>5.1850100000000001</c:v>
                </c:pt>
                <c:pt idx="18616">
                  <c:v>5.1853100000000003</c:v>
                </c:pt>
                <c:pt idx="18617">
                  <c:v>5.1856200000000001</c:v>
                </c:pt>
                <c:pt idx="18618">
                  <c:v>5.1859200000000003</c:v>
                </c:pt>
                <c:pt idx="18619">
                  <c:v>5.1862300000000001</c:v>
                </c:pt>
                <c:pt idx="18620">
                  <c:v>5.1865300000000003</c:v>
                </c:pt>
                <c:pt idx="18621">
                  <c:v>5.1868400000000001</c:v>
                </c:pt>
                <c:pt idx="18622">
                  <c:v>5.1871400000000003</c:v>
                </c:pt>
                <c:pt idx="18623">
                  <c:v>5.1874500000000001</c:v>
                </c:pt>
                <c:pt idx="18624">
                  <c:v>5.1877500000000003</c:v>
                </c:pt>
                <c:pt idx="18625">
                  <c:v>5.1880600000000001</c:v>
                </c:pt>
                <c:pt idx="18626">
                  <c:v>5.1883699999999999</c:v>
                </c:pt>
                <c:pt idx="18627">
                  <c:v>5.1886700000000001</c:v>
                </c:pt>
                <c:pt idx="18628">
                  <c:v>5.1889799999999999</c:v>
                </c:pt>
                <c:pt idx="18629">
                  <c:v>5.1892800000000001</c:v>
                </c:pt>
                <c:pt idx="18630">
                  <c:v>5.1895899999999999</c:v>
                </c:pt>
                <c:pt idx="18631">
                  <c:v>5.1898900000000001</c:v>
                </c:pt>
                <c:pt idx="18632">
                  <c:v>5.1901999999999999</c:v>
                </c:pt>
                <c:pt idx="18633">
                  <c:v>5.1905000000000001</c:v>
                </c:pt>
                <c:pt idx="18634">
                  <c:v>5.1908099999999999</c:v>
                </c:pt>
                <c:pt idx="18635">
                  <c:v>5.1911100000000001</c:v>
                </c:pt>
                <c:pt idx="18636">
                  <c:v>5.1914199999999999</c:v>
                </c:pt>
                <c:pt idx="18637">
                  <c:v>5.1917200000000001</c:v>
                </c:pt>
                <c:pt idx="18638">
                  <c:v>5.1920299999999999</c:v>
                </c:pt>
                <c:pt idx="18639">
                  <c:v>5.1923399999999997</c:v>
                </c:pt>
                <c:pt idx="18640">
                  <c:v>5.1926399999999999</c:v>
                </c:pt>
                <c:pt idx="18641">
                  <c:v>5.1929499999999997</c:v>
                </c:pt>
                <c:pt idx="18642">
                  <c:v>5.1932499999999999</c:v>
                </c:pt>
                <c:pt idx="18643">
                  <c:v>5.1935599999999997</c:v>
                </c:pt>
                <c:pt idx="18644">
                  <c:v>5.1938599999999999</c:v>
                </c:pt>
                <c:pt idx="18645">
                  <c:v>5.1941699999999997</c:v>
                </c:pt>
                <c:pt idx="18646">
                  <c:v>5.1944699999999999</c:v>
                </c:pt>
                <c:pt idx="18647">
                  <c:v>5.1947799999999997</c:v>
                </c:pt>
                <c:pt idx="18648">
                  <c:v>5.1950799999999999</c:v>
                </c:pt>
                <c:pt idx="18649">
                  <c:v>5.1953899999999997</c:v>
                </c:pt>
                <c:pt idx="18650">
                  <c:v>5.1957000000000004</c:v>
                </c:pt>
                <c:pt idx="18651">
                  <c:v>5.1959999999999997</c:v>
                </c:pt>
                <c:pt idx="18652">
                  <c:v>5.1963100000000004</c:v>
                </c:pt>
                <c:pt idx="18653">
                  <c:v>5.1966099999999997</c:v>
                </c:pt>
                <c:pt idx="18654">
                  <c:v>5.1969200000000004</c:v>
                </c:pt>
                <c:pt idx="18655">
                  <c:v>5.1972199999999997</c:v>
                </c:pt>
                <c:pt idx="18656">
                  <c:v>5.1975300000000004</c:v>
                </c:pt>
                <c:pt idx="18657">
                  <c:v>5.1978299999999997</c:v>
                </c:pt>
                <c:pt idx="18658">
                  <c:v>5.1981400000000004</c:v>
                </c:pt>
                <c:pt idx="18659">
                  <c:v>5.1984399999999997</c:v>
                </c:pt>
                <c:pt idx="18660">
                  <c:v>5.1987500000000004</c:v>
                </c:pt>
                <c:pt idx="18661">
                  <c:v>5.1990499999999997</c:v>
                </c:pt>
                <c:pt idx="18662">
                  <c:v>5.1993600000000004</c:v>
                </c:pt>
                <c:pt idx="18663">
                  <c:v>5.1996700000000002</c:v>
                </c:pt>
                <c:pt idx="18664">
                  <c:v>5.1999700000000004</c:v>
                </c:pt>
                <c:pt idx="18665">
                  <c:v>5.2002800000000002</c:v>
                </c:pt>
                <c:pt idx="18666">
                  <c:v>5.2005800000000004</c:v>
                </c:pt>
                <c:pt idx="18667">
                  <c:v>5.2008900000000002</c:v>
                </c:pt>
                <c:pt idx="18668">
                  <c:v>5.2011900000000004</c:v>
                </c:pt>
                <c:pt idx="18669">
                  <c:v>5.2015000000000002</c:v>
                </c:pt>
                <c:pt idx="18670">
                  <c:v>5.2018000000000004</c:v>
                </c:pt>
                <c:pt idx="18671">
                  <c:v>5.2021100000000002</c:v>
                </c:pt>
                <c:pt idx="18672">
                  <c:v>5.2024100000000004</c:v>
                </c:pt>
                <c:pt idx="18673">
                  <c:v>5.2027200000000002</c:v>
                </c:pt>
                <c:pt idx="18674">
                  <c:v>5.2030200000000004</c:v>
                </c:pt>
                <c:pt idx="18675">
                  <c:v>5.2033300000000002</c:v>
                </c:pt>
                <c:pt idx="18676">
                  <c:v>5.20364</c:v>
                </c:pt>
                <c:pt idx="18677">
                  <c:v>5.2039400000000002</c:v>
                </c:pt>
                <c:pt idx="18678">
                  <c:v>5.20425</c:v>
                </c:pt>
                <c:pt idx="18679">
                  <c:v>5.2045500000000002</c:v>
                </c:pt>
                <c:pt idx="18680">
                  <c:v>5.20486</c:v>
                </c:pt>
                <c:pt idx="18681">
                  <c:v>5.2051600000000002</c:v>
                </c:pt>
                <c:pt idx="18682">
                  <c:v>5.20547</c:v>
                </c:pt>
                <c:pt idx="18683">
                  <c:v>5.2057700000000002</c:v>
                </c:pt>
                <c:pt idx="18684">
                  <c:v>5.20608</c:v>
                </c:pt>
                <c:pt idx="18685">
                  <c:v>5.2063800000000002</c:v>
                </c:pt>
                <c:pt idx="18686">
                  <c:v>5.20669</c:v>
                </c:pt>
                <c:pt idx="18687">
                  <c:v>5.2069900000000002</c:v>
                </c:pt>
                <c:pt idx="18688">
                  <c:v>5.2073</c:v>
                </c:pt>
                <c:pt idx="18689">
                  <c:v>5.2076099999999999</c:v>
                </c:pt>
                <c:pt idx="18690">
                  <c:v>5.20791</c:v>
                </c:pt>
                <c:pt idx="18691">
                  <c:v>5.2082199999999998</c:v>
                </c:pt>
                <c:pt idx="18692">
                  <c:v>5.20852</c:v>
                </c:pt>
                <c:pt idx="18693">
                  <c:v>5.2088299999999998</c:v>
                </c:pt>
                <c:pt idx="18694">
                  <c:v>5.20913</c:v>
                </c:pt>
                <c:pt idx="18695">
                  <c:v>5.2094399999999998</c:v>
                </c:pt>
                <c:pt idx="18696">
                  <c:v>5.20974</c:v>
                </c:pt>
                <c:pt idx="18697">
                  <c:v>5.2100499999999998</c:v>
                </c:pt>
                <c:pt idx="18698">
                  <c:v>5.21035</c:v>
                </c:pt>
                <c:pt idx="18699">
                  <c:v>5.2106599999999998</c:v>
                </c:pt>
                <c:pt idx="18700">
                  <c:v>5.2109699999999997</c:v>
                </c:pt>
                <c:pt idx="18701">
                  <c:v>5.2112699999999998</c:v>
                </c:pt>
                <c:pt idx="18702">
                  <c:v>5.2115799999999997</c:v>
                </c:pt>
                <c:pt idx="18703">
                  <c:v>5.2118799999999998</c:v>
                </c:pt>
                <c:pt idx="18704">
                  <c:v>5.2121899999999997</c:v>
                </c:pt>
                <c:pt idx="18705">
                  <c:v>5.2124899999999998</c:v>
                </c:pt>
                <c:pt idx="18706">
                  <c:v>5.2127999999999997</c:v>
                </c:pt>
                <c:pt idx="18707">
                  <c:v>5.2130999999999998</c:v>
                </c:pt>
                <c:pt idx="18708">
                  <c:v>5.2134099999999997</c:v>
                </c:pt>
                <c:pt idx="18709">
                  <c:v>5.2137099999999998</c:v>
                </c:pt>
                <c:pt idx="18710">
                  <c:v>5.2140199999999997</c:v>
                </c:pt>
                <c:pt idx="18711">
                  <c:v>5.2143199999999998</c:v>
                </c:pt>
                <c:pt idx="18712">
                  <c:v>5.2146299999999997</c:v>
                </c:pt>
                <c:pt idx="18713">
                  <c:v>5.2149400000000004</c:v>
                </c:pt>
                <c:pt idx="18714">
                  <c:v>5.2152399999999997</c:v>
                </c:pt>
                <c:pt idx="18715">
                  <c:v>5.2155500000000004</c:v>
                </c:pt>
                <c:pt idx="18716">
                  <c:v>5.2158499999999997</c:v>
                </c:pt>
                <c:pt idx="18717">
                  <c:v>5.2161600000000004</c:v>
                </c:pt>
                <c:pt idx="18718">
                  <c:v>5.2164599999999997</c:v>
                </c:pt>
                <c:pt idx="18719">
                  <c:v>5.2167700000000004</c:v>
                </c:pt>
                <c:pt idx="18720">
                  <c:v>5.2170699999999997</c:v>
                </c:pt>
                <c:pt idx="18721">
                  <c:v>5.2173800000000004</c:v>
                </c:pt>
                <c:pt idx="18722">
                  <c:v>5.2176799999999997</c:v>
                </c:pt>
                <c:pt idx="18723">
                  <c:v>5.2179900000000004</c:v>
                </c:pt>
                <c:pt idx="18724">
                  <c:v>5.2182899999999997</c:v>
                </c:pt>
                <c:pt idx="18725">
                  <c:v>5.2186000000000003</c:v>
                </c:pt>
                <c:pt idx="18726">
                  <c:v>5.2189100000000002</c:v>
                </c:pt>
                <c:pt idx="18727">
                  <c:v>5.2192100000000003</c:v>
                </c:pt>
                <c:pt idx="18728">
                  <c:v>5.2195200000000002</c:v>
                </c:pt>
                <c:pt idx="18729">
                  <c:v>5.2198200000000003</c:v>
                </c:pt>
                <c:pt idx="18730">
                  <c:v>5.2201300000000002</c:v>
                </c:pt>
                <c:pt idx="18731">
                  <c:v>5.2204300000000003</c:v>
                </c:pt>
                <c:pt idx="18732">
                  <c:v>5.2207400000000002</c:v>
                </c:pt>
                <c:pt idx="18733">
                  <c:v>5.2210400000000003</c:v>
                </c:pt>
                <c:pt idx="18734">
                  <c:v>5.2213500000000002</c:v>
                </c:pt>
                <c:pt idx="18735">
                  <c:v>5.2216500000000003</c:v>
                </c:pt>
                <c:pt idx="18736">
                  <c:v>5.2219600000000002</c:v>
                </c:pt>
                <c:pt idx="18737">
                  <c:v>5.2222600000000003</c:v>
                </c:pt>
                <c:pt idx="18738">
                  <c:v>5.2225700000000002</c:v>
                </c:pt>
                <c:pt idx="18739">
                  <c:v>5.22288</c:v>
                </c:pt>
                <c:pt idx="18740">
                  <c:v>5.2231800000000002</c:v>
                </c:pt>
                <c:pt idx="18741">
                  <c:v>5.22349</c:v>
                </c:pt>
                <c:pt idx="18742">
                  <c:v>5.2237900000000002</c:v>
                </c:pt>
                <c:pt idx="18743">
                  <c:v>5.2241</c:v>
                </c:pt>
                <c:pt idx="18744">
                  <c:v>5.2244000000000002</c:v>
                </c:pt>
                <c:pt idx="18745">
                  <c:v>5.22471</c:v>
                </c:pt>
                <c:pt idx="18746">
                  <c:v>5.2250100000000002</c:v>
                </c:pt>
                <c:pt idx="18747">
                  <c:v>5.22532</c:v>
                </c:pt>
                <c:pt idx="18748">
                  <c:v>5.2256200000000002</c:v>
                </c:pt>
                <c:pt idx="18749">
                  <c:v>5.22593</c:v>
                </c:pt>
                <c:pt idx="18750">
                  <c:v>5.2262300000000002</c:v>
                </c:pt>
                <c:pt idx="18751">
                  <c:v>5.22654</c:v>
                </c:pt>
                <c:pt idx="18752">
                  <c:v>5.2268499999999998</c:v>
                </c:pt>
                <c:pt idx="18753">
                  <c:v>5.22715</c:v>
                </c:pt>
                <c:pt idx="18754">
                  <c:v>5.2274599999999998</c:v>
                </c:pt>
                <c:pt idx="18755">
                  <c:v>5.22776</c:v>
                </c:pt>
                <c:pt idx="18756">
                  <c:v>5.2280699999999998</c:v>
                </c:pt>
                <c:pt idx="18757">
                  <c:v>5.22837</c:v>
                </c:pt>
                <c:pt idx="18758">
                  <c:v>5.2286799999999998</c:v>
                </c:pt>
                <c:pt idx="18759">
                  <c:v>5.22898</c:v>
                </c:pt>
                <c:pt idx="18760">
                  <c:v>5.2292899999999998</c:v>
                </c:pt>
                <c:pt idx="18761">
                  <c:v>5.22959</c:v>
                </c:pt>
                <c:pt idx="18762">
                  <c:v>5.2298999999999998</c:v>
                </c:pt>
                <c:pt idx="18763">
                  <c:v>5.2302099999999996</c:v>
                </c:pt>
                <c:pt idx="18764">
                  <c:v>5.2305099999999998</c:v>
                </c:pt>
                <c:pt idx="18765">
                  <c:v>5.2308199999999996</c:v>
                </c:pt>
                <c:pt idx="18766">
                  <c:v>5.2311199999999998</c:v>
                </c:pt>
                <c:pt idx="18767">
                  <c:v>5.2314299999999996</c:v>
                </c:pt>
                <c:pt idx="18768">
                  <c:v>5.2317299999999998</c:v>
                </c:pt>
                <c:pt idx="18769">
                  <c:v>5.2320399999999996</c:v>
                </c:pt>
                <c:pt idx="18770">
                  <c:v>5.2323399999999998</c:v>
                </c:pt>
                <c:pt idx="18771">
                  <c:v>5.2326499999999996</c:v>
                </c:pt>
                <c:pt idx="18772">
                  <c:v>5.2329499999999998</c:v>
                </c:pt>
                <c:pt idx="18773">
                  <c:v>5.2332599999999996</c:v>
                </c:pt>
                <c:pt idx="18774">
                  <c:v>5.2335599999999998</c:v>
                </c:pt>
                <c:pt idx="18775">
                  <c:v>5.2338699999999996</c:v>
                </c:pt>
                <c:pt idx="18776">
                  <c:v>5.2341800000000003</c:v>
                </c:pt>
                <c:pt idx="18777">
                  <c:v>5.2344799999999996</c:v>
                </c:pt>
                <c:pt idx="18778">
                  <c:v>5.2347900000000003</c:v>
                </c:pt>
                <c:pt idx="18779">
                  <c:v>5.2350899999999996</c:v>
                </c:pt>
                <c:pt idx="18780">
                  <c:v>5.2354000000000003</c:v>
                </c:pt>
                <c:pt idx="18781">
                  <c:v>5.2356999999999996</c:v>
                </c:pt>
                <c:pt idx="18782">
                  <c:v>5.2360100000000003</c:v>
                </c:pt>
                <c:pt idx="18783">
                  <c:v>5.2363099999999996</c:v>
                </c:pt>
                <c:pt idx="18784">
                  <c:v>5.2366200000000003</c:v>
                </c:pt>
                <c:pt idx="18785">
                  <c:v>5.2369199999999996</c:v>
                </c:pt>
                <c:pt idx="18786">
                  <c:v>5.2372300000000003</c:v>
                </c:pt>
                <c:pt idx="18787">
                  <c:v>5.2375299999999996</c:v>
                </c:pt>
                <c:pt idx="18788">
                  <c:v>5.2378400000000003</c:v>
                </c:pt>
                <c:pt idx="18789">
                  <c:v>5.2381500000000001</c:v>
                </c:pt>
                <c:pt idx="18790">
                  <c:v>5.2384500000000003</c:v>
                </c:pt>
                <c:pt idx="18791">
                  <c:v>5.2387600000000001</c:v>
                </c:pt>
                <c:pt idx="18792">
                  <c:v>5.2390600000000003</c:v>
                </c:pt>
                <c:pt idx="18793">
                  <c:v>5.2393700000000001</c:v>
                </c:pt>
                <c:pt idx="18794">
                  <c:v>5.2396700000000003</c:v>
                </c:pt>
                <c:pt idx="18795">
                  <c:v>5.2399800000000001</c:v>
                </c:pt>
                <c:pt idx="18796">
                  <c:v>5.2402800000000003</c:v>
                </c:pt>
                <c:pt idx="18797">
                  <c:v>5.2405900000000001</c:v>
                </c:pt>
                <c:pt idx="18798">
                  <c:v>5.2408900000000003</c:v>
                </c:pt>
                <c:pt idx="18799">
                  <c:v>5.2412000000000001</c:v>
                </c:pt>
                <c:pt idx="18800">
                  <c:v>5.2415000000000003</c:v>
                </c:pt>
                <c:pt idx="18801">
                  <c:v>5.2418100000000001</c:v>
                </c:pt>
                <c:pt idx="18802">
                  <c:v>5.2421199999999999</c:v>
                </c:pt>
                <c:pt idx="18803">
                  <c:v>5.2424200000000001</c:v>
                </c:pt>
                <c:pt idx="18804">
                  <c:v>5.2427299999999999</c:v>
                </c:pt>
                <c:pt idx="18805">
                  <c:v>5.2430300000000001</c:v>
                </c:pt>
                <c:pt idx="18806">
                  <c:v>5.2433399999999999</c:v>
                </c:pt>
                <c:pt idx="18807">
                  <c:v>5.2436400000000001</c:v>
                </c:pt>
                <c:pt idx="18808">
                  <c:v>5.2439499999999999</c:v>
                </c:pt>
                <c:pt idx="18809">
                  <c:v>5.2442500000000001</c:v>
                </c:pt>
                <c:pt idx="18810">
                  <c:v>5.2445599999999999</c:v>
                </c:pt>
                <c:pt idx="18811">
                  <c:v>5.2448600000000001</c:v>
                </c:pt>
                <c:pt idx="18812">
                  <c:v>5.2451699999999999</c:v>
                </c:pt>
                <c:pt idx="18813">
                  <c:v>5.2454700000000001</c:v>
                </c:pt>
                <c:pt idx="18814">
                  <c:v>5.2457799999999999</c:v>
                </c:pt>
                <c:pt idx="18815">
                  <c:v>5.2460899999999997</c:v>
                </c:pt>
                <c:pt idx="18816">
                  <c:v>5.2463899999999999</c:v>
                </c:pt>
                <c:pt idx="18817">
                  <c:v>5.2466999999999997</c:v>
                </c:pt>
                <c:pt idx="18818">
                  <c:v>5.2469999999999999</c:v>
                </c:pt>
                <c:pt idx="18819">
                  <c:v>5.2473099999999997</c:v>
                </c:pt>
                <c:pt idx="18820">
                  <c:v>5.2476099999999999</c:v>
                </c:pt>
                <c:pt idx="18821">
                  <c:v>5.2479199999999997</c:v>
                </c:pt>
                <c:pt idx="18822">
                  <c:v>5.2482199999999999</c:v>
                </c:pt>
                <c:pt idx="18823">
                  <c:v>5.2485299999999997</c:v>
                </c:pt>
                <c:pt idx="18824">
                  <c:v>5.2488299999999999</c:v>
                </c:pt>
                <c:pt idx="18825">
                  <c:v>5.2491399999999997</c:v>
                </c:pt>
                <c:pt idx="18826">
                  <c:v>5.2494500000000004</c:v>
                </c:pt>
                <c:pt idx="18827">
                  <c:v>5.2497499999999997</c:v>
                </c:pt>
                <c:pt idx="18828">
                  <c:v>5.2500600000000004</c:v>
                </c:pt>
                <c:pt idx="18829">
                  <c:v>5.2503599999999997</c:v>
                </c:pt>
                <c:pt idx="18830">
                  <c:v>5.2506700000000004</c:v>
                </c:pt>
                <c:pt idx="18831">
                  <c:v>5.2509699999999997</c:v>
                </c:pt>
                <c:pt idx="18832">
                  <c:v>5.2512800000000004</c:v>
                </c:pt>
                <c:pt idx="18833">
                  <c:v>5.2515799999999997</c:v>
                </c:pt>
                <c:pt idx="18834">
                  <c:v>5.2518900000000004</c:v>
                </c:pt>
                <c:pt idx="18835">
                  <c:v>5.2521899999999997</c:v>
                </c:pt>
                <c:pt idx="18836">
                  <c:v>5.2525000000000004</c:v>
                </c:pt>
                <c:pt idx="18837">
                  <c:v>5.2527999999999997</c:v>
                </c:pt>
                <c:pt idx="18838">
                  <c:v>5.2531100000000004</c:v>
                </c:pt>
                <c:pt idx="18839">
                  <c:v>5.2534200000000002</c:v>
                </c:pt>
                <c:pt idx="18840">
                  <c:v>5.2537200000000004</c:v>
                </c:pt>
                <c:pt idx="18841">
                  <c:v>5.2540300000000002</c:v>
                </c:pt>
                <c:pt idx="18842">
                  <c:v>5.2543300000000004</c:v>
                </c:pt>
                <c:pt idx="18843">
                  <c:v>5.2546400000000002</c:v>
                </c:pt>
                <c:pt idx="18844">
                  <c:v>5.2549400000000004</c:v>
                </c:pt>
                <c:pt idx="18845">
                  <c:v>5.2552500000000002</c:v>
                </c:pt>
                <c:pt idx="18846">
                  <c:v>5.2555500000000004</c:v>
                </c:pt>
                <c:pt idx="18847">
                  <c:v>5.2558600000000002</c:v>
                </c:pt>
                <c:pt idx="18848">
                  <c:v>5.2561600000000004</c:v>
                </c:pt>
                <c:pt idx="18849">
                  <c:v>5.2564700000000002</c:v>
                </c:pt>
                <c:pt idx="18850">
                  <c:v>5.2567700000000004</c:v>
                </c:pt>
                <c:pt idx="18851">
                  <c:v>5.2570800000000002</c:v>
                </c:pt>
                <c:pt idx="18852">
                  <c:v>5.25739</c:v>
                </c:pt>
                <c:pt idx="18853">
                  <c:v>5.2576900000000002</c:v>
                </c:pt>
                <c:pt idx="18854">
                  <c:v>5.258</c:v>
                </c:pt>
                <c:pt idx="18855">
                  <c:v>5.2583000000000002</c:v>
                </c:pt>
                <c:pt idx="18856">
                  <c:v>5.25861</c:v>
                </c:pt>
                <c:pt idx="18857">
                  <c:v>5.2589100000000002</c:v>
                </c:pt>
                <c:pt idx="18858">
                  <c:v>5.25922</c:v>
                </c:pt>
                <c:pt idx="18859">
                  <c:v>5.2595200000000002</c:v>
                </c:pt>
                <c:pt idx="18860">
                  <c:v>5.25983</c:v>
                </c:pt>
                <c:pt idx="18861">
                  <c:v>5.2601300000000002</c:v>
                </c:pt>
                <c:pt idx="18862">
                  <c:v>5.26044</c:v>
                </c:pt>
                <c:pt idx="18863">
                  <c:v>5.2607400000000002</c:v>
                </c:pt>
                <c:pt idx="18864">
                  <c:v>5.26105</c:v>
                </c:pt>
                <c:pt idx="18865">
                  <c:v>5.2613599999999998</c:v>
                </c:pt>
                <c:pt idx="18866">
                  <c:v>5.26166</c:v>
                </c:pt>
                <c:pt idx="18867">
                  <c:v>5.2619699999999998</c:v>
                </c:pt>
                <c:pt idx="18868">
                  <c:v>5.26227</c:v>
                </c:pt>
                <c:pt idx="18869">
                  <c:v>5.2625799999999998</c:v>
                </c:pt>
                <c:pt idx="18870">
                  <c:v>5.26288</c:v>
                </c:pt>
                <c:pt idx="18871">
                  <c:v>5.2631899999999998</c:v>
                </c:pt>
                <c:pt idx="18872">
                  <c:v>5.26349</c:v>
                </c:pt>
                <c:pt idx="18873">
                  <c:v>5.2637999999999998</c:v>
                </c:pt>
                <c:pt idx="18874">
                  <c:v>5.2641</c:v>
                </c:pt>
                <c:pt idx="18875">
                  <c:v>5.2644099999999998</c:v>
                </c:pt>
                <c:pt idx="18876">
                  <c:v>5.2647199999999996</c:v>
                </c:pt>
                <c:pt idx="18877">
                  <c:v>5.2650199999999998</c:v>
                </c:pt>
                <c:pt idx="18878">
                  <c:v>5.2653299999999996</c:v>
                </c:pt>
                <c:pt idx="18879">
                  <c:v>5.2656299999999998</c:v>
                </c:pt>
                <c:pt idx="18880">
                  <c:v>5.2659399999999996</c:v>
                </c:pt>
                <c:pt idx="18881">
                  <c:v>5.2662399999999998</c:v>
                </c:pt>
                <c:pt idx="18882">
                  <c:v>5.2665499999999996</c:v>
                </c:pt>
                <c:pt idx="18883">
                  <c:v>5.2668499999999998</c:v>
                </c:pt>
                <c:pt idx="18884">
                  <c:v>5.2671599999999996</c:v>
                </c:pt>
                <c:pt idx="18885">
                  <c:v>5.2674599999999998</c:v>
                </c:pt>
                <c:pt idx="18886">
                  <c:v>5.2677699999999996</c:v>
                </c:pt>
                <c:pt idx="18887">
                  <c:v>5.2680699999999998</c:v>
                </c:pt>
                <c:pt idx="18888">
                  <c:v>5.2683799999999996</c:v>
                </c:pt>
                <c:pt idx="18889">
                  <c:v>5.2686900000000003</c:v>
                </c:pt>
                <c:pt idx="18890">
                  <c:v>5.2689899999999996</c:v>
                </c:pt>
                <c:pt idx="18891">
                  <c:v>5.2693000000000003</c:v>
                </c:pt>
                <c:pt idx="18892">
                  <c:v>5.2695999999999996</c:v>
                </c:pt>
                <c:pt idx="18893">
                  <c:v>5.2699100000000003</c:v>
                </c:pt>
                <c:pt idx="18894">
                  <c:v>5.2702099999999996</c:v>
                </c:pt>
                <c:pt idx="18895">
                  <c:v>5.2705200000000003</c:v>
                </c:pt>
                <c:pt idx="18896">
                  <c:v>5.2708199999999996</c:v>
                </c:pt>
                <c:pt idx="18897">
                  <c:v>5.2711300000000003</c:v>
                </c:pt>
                <c:pt idx="18898">
                  <c:v>5.2714299999999996</c:v>
                </c:pt>
                <c:pt idx="18899">
                  <c:v>5.2717400000000003</c:v>
                </c:pt>
                <c:pt idx="18900">
                  <c:v>5.2720399999999996</c:v>
                </c:pt>
                <c:pt idx="18901">
                  <c:v>5.2723500000000003</c:v>
                </c:pt>
                <c:pt idx="18902">
                  <c:v>5.2726600000000001</c:v>
                </c:pt>
                <c:pt idx="18903">
                  <c:v>5.2729600000000003</c:v>
                </c:pt>
                <c:pt idx="18904">
                  <c:v>5.2732700000000001</c:v>
                </c:pt>
                <c:pt idx="18905">
                  <c:v>5.2735700000000003</c:v>
                </c:pt>
                <c:pt idx="18906">
                  <c:v>5.2738800000000001</c:v>
                </c:pt>
                <c:pt idx="18907">
                  <c:v>5.2741800000000003</c:v>
                </c:pt>
                <c:pt idx="18908">
                  <c:v>5.2744900000000001</c:v>
                </c:pt>
                <c:pt idx="18909">
                  <c:v>5.2747900000000003</c:v>
                </c:pt>
                <c:pt idx="18910">
                  <c:v>5.2751000000000001</c:v>
                </c:pt>
                <c:pt idx="18911">
                  <c:v>5.2754000000000003</c:v>
                </c:pt>
                <c:pt idx="18912">
                  <c:v>5.2757100000000001</c:v>
                </c:pt>
                <c:pt idx="18913">
                  <c:v>5.2760100000000003</c:v>
                </c:pt>
                <c:pt idx="18914">
                  <c:v>5.2763200000000001</c:v>
                </c:pt>
                <c:pt idx="18915">
                  <c:v>5.2766299999999999</c:v>
                </c:pt>
                <c:pt idx="18916">
                  <c:v>5.2769300000000001</c:v>
                </c:pt>
                <c:pt idx="18917">
                  <c:v>5.2772399999999999</c:v>
                </c:pt>
                <c:pt idx="18918">
                  <c:v>5.2775400000000001</c:v>
                </c:pt>
                <c:pt idx="18919">
                  <c:v>5.2778499999999999</c:v>
                </c:pt>
                <c:pt idx="18920">
                  <c:v>5.2781500000000001</c:v>
                </c:pt>
                <c:pt idx="18921">
                  <c:v>5.2784599999999999</c:v>
                </c:pt>
                <c:pt idx="18922">
                  <c:v>5.2787600000000001</c:v>
                </c:pt>
                <c:pt idx="18923">
                  <c:v>5.2790699999999999</c:v>
                </c:pt>
                <c:pt idx="18924">
                  <c:v>5.2793700000000001</c:v>
                </c:pt>
                <c:pt idx="18925">
                  <c:v>5.2796799999999999</c:v>
                </c:pt>
                <c:pt idx="18926">
                  <c:v>5.2799800000000001</c:v>
                </c:pt>
                <c:pt idx="18927">
                  <c:v>5.2802899999999999</c:v>
                </c:pt>
                <c:pt idx="18928">
                  <c:v>5.2805999999999997</c:v>
                </c:pt>
                <c:pt idx="18929">
                  <c:v>5.2808999999999999</c:v>
                </c:pt>
                <c:pt idx="18930">
                  <c:v>5.2812099999999997</c:v>
                </c:pt>
                <c:pt idx="18931">
                  <c:v>5.2815099999999999</c:v>
                </c:pt>
                <c:pt idx="18932">
                  <c:v>5.2818199999999997</c:v>
                </c:pt>
                <c:pt idx="18933">
                  <c:v>5.2821199999999999</c:v>
                </c:pt>
                <c:pt idx="18934">
                  <c:v>5.2824299999999997</c:v>
                </c:pt>
                <c:pt idx="18935">
                  <c:v>5.2827299999999999</c:v>
                </c:pt>
                <c:pt idx="18936">
                  <c:v>5.2830399999999997</c:v>
                </c:pt>
                <c:pt idx="18937">
                  <c:v>5.2833399999999999</c:v>
                </c:pt>
                <c:pt idx="18938">
                  <c:v>5.2836499999999997</c:v>
                </c:pt>
                <c:pt idx="18939">
                  <c:v>5.2839600000000004</c:v>
                </c:pt>
                <c:pt idx="18940">
                  <c:v>5.2842599999999997</c:v>
                </c:pt>
                <c:pt idx="18941">
                  <c:v>5.2845700000000004</c:v>
                </c:pt>
                <c:pt idx="18942">
                  <c:v>5.2848699999999997</c:v>
                </c:pt>
                <c:pt idx="18943">
                  <c:v>5.2851800000000004</c:v>
                </c:pt>
                <c:pt idx="18944">
                  <c:v>5.2854799999999997</c:v>
                </c:pt>
                <c:pt idx="18945">
                  <c:v>5.2857900000000004</c:v>
                </c:pt>
                <c:pt idx="18946">
                  <c:v>5.2860899999999997</c:v>
                </c:pt>
                <c:pt idx="18947">
                  <c:v>5.2864000000000004</c:v>
                </c:pt>
                <c:pt idx="18948">
                  <c:v>5.2866999999999997</c:v>
                </c:pt>
                <c:pt idx="18949">
                  <c:v>5.2870100000000004</c:v>
                </c:pt>
                <c:pt idx="18950">
                  <c:v>5.2873099999999997</c:v>
                </c:pt>
                <c:pt idx="18951">
                  <c:v>5.2876200000000004</c:v>
                </c:pt>
                <c:pt idx="18952">
                  <c:v>5.2879300000000002</c:v>
                </c:pt>
                <c:pt idx="18953">
                  <c:v>5.2882300000000004</c:v>
                </c:pt>
                <c:pt idx="18954">
                  <c:v>5.2885400000000002</c:v>
                </c:pt>
                <c:pt idx="18955">
                  <c:v>5.2888400000000004</c:v>
                </c:pt>
                <c:pt idx="18956">
                  <c:v>5.2891500000000002</c:v>
                </c:pt>
                <c:pt idx="18957">
                  <c:v>5.2894500000000004</c:v>
                </c:pt>
                <c:pt idx="18958">
                  <c:v>5.2897600000000002</c:v>
                </c:pt>
                <c:pt idx="18959">
                  <c:v>5.2900600000000004</c:v>
                </c:pt>
                <c:pt idx="18960">
                  <c:v>5.2903700000000002</c:v>
                </c:pt>
                <c:pt idx="18961">
                  <c:v>5.2906700000000004</c:v>
                </c:pt>
                <c:pt idx="18962">
                  <c:v>5.2909800000000002</c:v>
                </c:pt>
                <c:pt idx="18963">
                  <c:v>5.2912800000000004</c:v>
                </c:pt>
                <c:pt idx="18964">
                  <c:v>5.2915900000000002</c:v>
                </c:pt>
                <c:pt idx="18965">
                  <c:v>5.2919</c:v>
                </c:pt>
                <c:pt idx="18966">
                  <c:v>5.2922000000000002</c:v>
                </c:pt>
                <c:pt idx="18967">
                  <c:v>5.29251</c:v>
                </c:pt>
                <c:pt idx="18968">
                  <c:v>5.2928100000000002</c:v>
                </c:pt>
                <c:pt idx="18969">
                  <c:v>5.29312</c:v>
                </c:pt>
                <c:pt idx="18970">
                  <c:v>5.2934200000000002</c:v>
                </c:pt>
                <c:pt idx="18971">
                  <c:v>5.29373</c:v>
                </c:pt>
                <c:pt idx="18972">
                  <c:v>5.2940300000000002</c:v>
                </c:pt>
                <c:pt idx="18973">
                  <c:v>5.29434</c:v>
                </c:pt>
                <c:pt idx="18974">
                  <c:v>5.2946400000000002</c:v>
                </c:pt>
                <c:pt idx="18975">
                  <c:v>5.29495</c:v>
                </c:pt>
                <c:pt idx="18976">
                  <c:v>5.2952500000000002</c:v>
                </c:pt>
                <c:pt idx="18977">
                  <c:v>5.29556</c:v>
                </c:pt>
                <c:pt idx="18978">
                  <c:v>5.2958699999999999</c:v>
                </c:pt>
                <c:pt idx="18979">
                  <c:v>5.29617</c:v>
                </c:pt>
                <c:pt idx="18980">
                  <c:v>5.2964799999999999</c:v>
                </c:pt>
                <c:pt idx="18981">
                  <c:v>5.29678</c:v>
                </c:pt>
                <c:pt idx="18982">
                  <c:v>5.2970899999999999</c:v>
                </c:pt>
                <c:pt idx="18983">
                  <c:v>5.29739</c:v>
                </c:pt>
                <c:pt idx="18984">
                  <c:v>5.2976999999999999</c:v>
                </c:pt>
                <c:pt idx="18985">
                  <c:v>5.298</c:v>
                </c:pt>
                <c:pt idx="18986">
                  <c:v>5.2983099999999999</c:v>
                </c:pt>
                <c:pt idx="18987">
                  <c:v>5.29861</c:v>
                </c:pt>
                <c:pt idx="18988">
                  <c:v>5.2989199999999999</c:v>
                </c:pt>
                <c:pt idx="18989">
                  <c:v>5.29922</c:v>
                </c:pt>
                <c:pt idx="18990">
                  <c:v>5.2995299999999999</c:v>
                </c:pt>
                <c:pt idx="18991">
                  <c:v>5.2998399999999997</c:v>
                </c:pt>
                <c:pt idx="18992">
                  <c:v>5.3001399999999999</c:v>
                </c:pt>
                <c:pt idx="18993">
                  <c:v>5.3004499999999997</c:v>
                </c:pt>
                <c:pt idx="18994">
                  <c:v>5.3007499999999999</c:v>
                </c:pt>
                <c:pt idx="18995">
                  <c:v>5.3010599999999997</c:v>
                </c:pt>
                <c:pt idx="18996">
                  <c:v>5.3013599999999999</c:v>
                </c:pt>
                <c:pt idx="18997">
                  <c:v>5.3016699999999997</c:v>
                </c:pt>
                <c:pt idx="18998">
                  <c:v>5.3019699999999998</c:v>
                </c:pt>
                <c:pt idx="18999">
                  <c:v>5.3022799999999997</c:v>
                </c:pt>
                <c:pt idx="19000">
                  <c:v>5.3025799999999998</c:v>
                </c:pt>
                <c:pt idx="19001">
                  <c:v>5.3028899999999997</c:v>
                </c:pt>
                <c:pt idx="19002">
                  <c:v>5.3032000000000004</c:v>
                </c:pt>
                <c:pt idx="19003">
                  <c:v>5.3034999999999997</c:v>
                </c:pt>
                <c:pt idx="19004">
                  <c:v>5.3038100000000004</c:v>
                </c:pt>
                <c:pt idx="19005">
                  <c:v>5.3041099999999997</c:v>
                </c:pt>
                <c:pt idx="19006">
                  <c:v>5.3044200000000004</c:v>
                </c:pt>
                <c:pt idx="19007">
                  <c:v>5.3047199999999997</c:v>
                </c:pt>
                <c:pt idx="19008">
                  <c:v>5.3050300000000004</c:v>
                </c:pt>
                <c:pt idx="19009">
                  <c:v>5.3053299999999997</c:v>
                </c:pt>
                <c:pt idx="19010">
                  <c:v>5.3056400000000004</c:v>
                </c:pt>
                <c:pt idx="19011">
                  <c:v>5.3059399999999997</c:v>
                </c:pt>
                <c:pt idx="19012">
                  <c:v>5.3062500000000004</c:v>
                </c:pt>
                <c:pt idx="19013">
                  <c:v>5.3065499999999997</c:v>
                </c:pt>
                <c:pt idx="19014">
                  <c:v>5.3068600000000004</c:v>
                </c:pt>
                <c:pt idx="19015">
                  <c:v>5.3071700000000002</c:v>
                </c:pt>
                <c:pt idx="19016">
                  <c:v>5.3074700000000004</c:v>
                </c:pt>
                <c:pt idx="19017">
                  <c:v>5.3077800000000002</c:v>
                </c:pt>
                <c:pt idx="19018">
                  <c:v>5.3080800000000004</c:v>
                </c:pt>
                <c:pt idx="19019">
                  <c:v>5.3083900000000002</c:v>
                </c:pt>
                <c:pt idx="19020">
                  <c:v>5.3086900000000004</c:v>
                </c:pt>
                <c:pt idx="19021">
                  <c:v>5.3090000000000002</c:v>
                </c:pt>
                <c:pt idx="19022">
                  <c:v>5.3093000000000004</c:v>
                </c:pt>
                <c:pt idx="19023">
                  <c:v>5.3096100000000002</c:v>
                </c:pt>
                <c:pt idx="19024">
                  <c:v>5.3099100000000004</c:v>
                </c:pt>
                <c:pt idx="19025">
                  <c:v>5.3102200000000002</c:v>
                </c:pt>
                <c:pt idx="19026">
                  <c:v>5.3105200000000004</c:v>
                </c:pt>
                <c:pt idx="19027">
                  <c:v>5.3108300000000002</c:v>
                </c:pt>
                <c:pt idx="19028">
                  <c:v>5.31114</c:v>
                </c:pt>
                <c:pt idx="19029">
                  <c:v>5.3114400000000002</c:v>
                </c:pt>
                <c:pt idx="19030">
                  <c:v>5.31175</c:v>
                </c:pt>
                <c:pt idx="19031">
                  <c:v>5.3120500000000002</c:v>
                </c:pt>
                <c:pt idx="19032">
                  <c:v>5.31236</c:v>
                </c:pt>
                <c:pt idx="19033">
                  <c:v>5.3126600000000002</c:v>
                </c:pt>
                <c:pt idx="19034">
                  <c:v>5.31297</c:v>
                </c:pt>
                <c:pt idx="19035">
                  <c:v>5.3132700000000002</c:v>
                </c:pt>
                <c:pt idx="19036">
                  <c:v>5.31358</c:v>
                </c:pt>
                <c:pt idx="19037">
                  <c:v>5.3138800000000002</c:v>
                </c:pt>
                <c:pt idx="19038">
                  <c:v>5.31419</c:v>
                </c:pt>
                <c:pt idx="19039">
                  <c:v>5.3144900000000002</c:v>
                </c:pt>
                <c:pt idx="19040">
                  <c:v>5.3148</c:v>
                </c:pt>
                <c:pt idx="19041">
                  <c:v>5.3151099999999998</c:v>
                </c:pt>
                <c:pt idx="19042">
                  <c:v>5.31541</c:v>
                </c:pt>
                <c:pt idx="19043">
                  <c:v>5.3157199999999998</c:v>
                </c:pt>
                <c:pt idx="19044">
                  <c:v>5.31602</c:v>
                </c:pt>
                <c:pt idx="19045">
                  <c:v>5.3163299999999998</c:v>
                </c:pt>
                <c:pt idx="19046">
                  <c:v>5.31663</c:v>
                </c:pt>
                <c:pt idx="19047">
                  <c:v>5.3169399999999998</c:v>
                </c:pt>
                <c:pt idx="19048">
                  <c:v>5.31724</c:v>
                </c:pt>
                <c:pt idx="19049">
                  <c:v>5.3175499999999998</c:v>
                </c:pt>
                <c:pt idx="19050">
                  <c:v>5.31785</c:v>
                </c:pt>
                <c:pt idx="19051">
                  <c:v>5.3181599999999998</c:v>
                </c:pt>
                <c:pt idx="19052">
                  <c:v>5.31846</c:v>
                </c:pt>
                <c:pt idx="19053">
                  <c:v>5.3187699999999998</c:v>
                </c:pt>
                <c:pt idx="19054">
                  <c:v>5.3190799999999996</c:v>
                </c:pt>
                <c:pt idx="19055">
                  <c:v>5.3193799999999998</c:v>
                </c:pt>
                <c:pt idx="19056">
                  <c:v>5.3196899999999996</c:v>
                </c:pt>
                <c:pt idx="19057">
                  <c:v>5.3199899999999998</c:v>
                </c:pt>
                <c:pt idx="19058">
                  <c:v>5.3202999999999996</c:v>
                </c:pt>
                <c:pt idx="19059">
                  <c:v>5.3205999999999998</c:v>
                </c:pt>
                <c:pt idx="19060">
                  <c:v>5.3209099999999996</c:v>
                </c:pt>
                <c:pt idx="19061">
                  <c:v>5.3212099999999998</c:v>
                </c:pt>
                <c:pt idx="19062">
                  <c:v>5.3215199999999996</c:v>
                </c:pt>
                <c:pt idx="19063">
                  <c:v>5.3218199999999998</c:v>
                </c:pt>
                <c:pt idx="19064">
                  <c:v>5.3221299999999996</c:v>
                </c:pt>
                <c:pt idx="19065">
                  <c:v>5.3224400000000003</c:v>
                </c:pt>
                <c:pt idx="19066">
                  <c:v>5.3227399999999996</c:v>
                </c:pt>
                <c:pt idx="19067">
                  <c:v>5.3230500000000003</c:v>
                </c:pt>
                <c:pt idx="19068">
                  <c:v>5.3233499999999996</c:v>
                </c:pt>
                <c:pt idx="19069">
                  <c:v>5.3236600000000003</c:v>
                </c:pt>
                <c:pt idx="19070">
                  <c:v>5.3239599999999996</c:v>
                </c:pt>
                <c:pt idx="19071">
                  <c:v>5.3242700000000003</c:v>
                </c:pt>
                <c:pt idx="19072">
                  <c:v>5.3245699999999996</c:v>
                </c:pt>
                <c:pt idx="19073">
                  <c:v>5.3248800000000003</c:v>
                </c:pt>
                <c:pt idx="19074">
                  <c:v>5.3251799999999996</c:v>
                </c:pt>
                <c:pt idx="19075">
                  <c:v>5.3254900000000003</c:v>
                </c:pt>
                <c:pt idx="19076">
                  <c:v>5.3257899999999996</c:v>
                </c:pt>
                <c:pt idx="19077">
                  <c:v>5.3261000000000003</c:v>
                </c:pt>
                <c:pt idx="19078">
                  <c:v>5.3264100000000001</c:v>
                </c:pt>
                <c:pt idx="19079">
                  <c:v>5.3267100000000003</c:v>
                </c:pt>
                <c:pt idx="19080">
                  <c:v>5.3270200000000001</c:v>
                </c:pt>
                <c:pt idx="19081">
                  <c:v>5.3273200000000003</c:v>
                </c:pt>
                <c:pt idx="19082">
                  <c:v>5.3276300000000001</c:v>
                </c:pt>
                <c:pt idx="19083">
                  <c:v>5.3279300000000003</c:v>
                </c:pt>
                <c:pt idx="19084">
                  <c:v>5.3282400000000001</c:v>
                </c:pt>
                <c:pt idx="19085">
                  <c:v>5.3285400000000003</c:v>
                </c:pt>
                <c:pt idx="19086">
                  <c:v>5.3288500000000001</c:v>
                </c:pt>
                <c:pt idx="19087">
                  <c:v>5.3291500000000003</c:v>
                </c:pt>
                <c:pt idx="19088">
                  <c:v>5.3294600000000001</c:v>
                </c:pt>
                <c:pt idx="19089">
                  <c:v>5.3297600000000003</c:v>
                </c:pt>
                <c:pt idx="19090">
                  <c:v>5.3300700000000001</c:v>
                </c:pt>
                <c:pt idx="19091">
                  <c:v>5.3303799999999999</c:v>
                </c:pt>
                <c:pt idx="19092">
                  <c:v>5.3306800000000001</c:v>
                </c:pt>
                <c:pt idx="19093">
                  <c:v>5.3309899999999999</c:v>
                </c:pt>
                <c:pt idx="19094">
                  <c:v>5.3312900000000001</c:v>
                </c:pt>
                <c:pt idx="19095">
                  <c:v>5.3315999999999999</c:v>
                </c:pt>
                <c:pt idx="19096">
                  <c:v>5.3319000000000001</c:v>
                </c:pt>
                <c:pt idx="19097">
                  <c:v>5.3322099999999999</c:v>
                </c:pt>
                <c:pt idx="19098">
                  <c:v>5.3325100000000001</c:v>
                </c:pt>
                <c:pt idx="19099">
                  <c:v>5.3328199999999999</c:v>
                </c:pt>
                <c:pt idx="19100">
                  <c:v>5.3331200000000001</c:v>
                </c:pt>
                <c:pt idx="19101">
                  <c:v>5.3334299999999999</c:v>
                </c:pt>
                <c:pt idx="19102">
                  <c:v>5.3337300000000001</c:v>
                </c:pt>
                <c:pt idx="19103">
                  <c:v>5.3340399999999999</c:v>
                </c:pt>
                <c:pt idx="19104">
                  <c:v>5.3343499999999997</c:v>
                </c:pt>
                <c:pt idx="19105">
                  <c:v>5.3346499999999999</c:v>
                </c:pt>
                <c:pt idx="19106">
                  <c:v>5.3349599999999997</c:v>
                </c:pt>
                <c:pt idx="19107">
                  <c:v>5.3352599999999999</c:v>
                </c:pt>
                <c:pt idx="19108">
                  <c:v>5.3355699999999997</c:v>
                </c:pt>
                <c:pt idx="19109">
                  <c:v>5.3358699999999999</c:v>
                </c:pt>
                <c:pt idx="19110">
                  <c:v>5.3361799999999997</c:v>
                </c:pt>
                <c:pt idx="19111">
                  <c:v>5.3364799999999999</c:v>
                </c:pt>
                <c:pt idx="19112">
                  <c:v>5.3367899999999997</c:v>
                </c:pt>
                <c:pt idx="19113">
                  <c:v>5.3370899999999999</c:v>
                </c:pt>
                <c:pt idx="19114">
                  <c:v>5.3373999999999997</c:v>
                </c:pt>
                <c:pt idx="19115">
                  <c:v>5.3377100000000004</c:v>
                </c:pt>
                <c:pt idx="19116">
                  <c:v>5.3380099999999997</c:v>
                </c:pt>
                <c:pt idx="19117">
                  <c:v>5.3383200000000004</c:v>
                </c:pt>
                <c:pt idx="19118">
                  <c:v>5.3386199999999997</c:v>
                </c:pt>
                <c:pt idx="19119">
                  <c:v>5.3389300000000004</c:v>
                </c:pt>
                <c:pt idx="19120">
                  <c:v>5.3392299999999997</c:v>
                </c:pt>
                <c:pt idx="19121">
                  <c:v>5.3395400000000004</c:v>
                </c:pt>
                <c:pt idx="19122">
                  <c:v>5.3398399999999997</c:v>
                </c:pt>
                <c:pt idx="19123">
                  <c:v>5.3401500000000004</c:v>
                </c:pt>
                <c:pt idx="19124">
                  <c:v>5.3404499999999997</c:v>
                </c:pt>
                <c:pt idx="19125">
                  <c:v>5.3407600000000004</c:v>
                </c:pt>
                <c:pt idx="19126">
                  <c:v>5.3410599999999997</c:v>
                </c:pt>
                <c:pt idx="19127">
                  <c:v>5.3413700000000004</c:v>
                </c:pt>
                <c:pt idx="19128">
                  <c:v>5.3416800000000002</c:v>
                </c:pt>
                <c:pt idx="19129">
                  <c:v>5.3419800000000004</c:v>
                </c:pt>
                <c:pt idx="19130">
                  <c:v>5.3422900000000002</c:v>
                </c:pt>
                <c:pt idx="19131">
                  <c:v>5.3425900000000004</c:v>
                </c:pt>
                <c:pt idx="19132">
                  <c:v>5.3429000000000002</c:v>
                </c:pt>
                <c:pt idx="19133">
                  <c:v>5.3432000000000004</c:v>
                </c:pt>
                <c:pt idx="19134">
                  <c:v>5.3435100000000002</c:v>
                </c:pt>
                <c:pt idx="19135">
                  <c:v>5.3438100000000004</c:v>
                </c:pt>
                <c:pt idx="19136">
                  <c:v>5.3441200000000002</c:v>
                </c:pt>
                <c:pt idx="19137">
                  <c:v>5.3444200000000004</c:v>
                </c:pt>
                <c:pt idx="19138">
                  <c:v>5.3447300000000002</c:v>
                </c:pt>
                <c:pt idx="19139">
                  <c:v>5.3450300000000004</c:v>
                </c:pt>
                <c:pt idx="19140">
                  <c:v>5.3453400000000002</c:v>
                </c:pt>
                <c:pt idx="19141">
                  <c:v>5.34565</c:v>
                </c:pt>
                <c:pt idx="19142">
                  <c:v>5.3459500000000002</c:v>
                </c:pt>
                <c:pt idx="19143">
                  <c:v>5.34626</c:v>
                </c:pt>
                <c:pt idx="19144">
                  <c:v>5.3465600000000002</c:v>
                </c:pt>
                <c:pt idx="19145">
                  <c:v>5.34687</c:v>
                </c:pt>
                <c:pt idx="19146">
                  <c:v>5.3471700000000002</c:v>
                </c:pt>
                <c:pt idx="19147">
                  <c:v>5.34748</c:v>
                </c:pt>
                <c:pt idx="19148">
                  <c:v>5.3477800000000002</c:v>
                </c:pt>
                <c:pt idx="19149">
                  <c:v>5.34809</c:v>
                </c:pt>
                <c:pt idx="19150">
                  <c:v>5.3483900000000002</c:v>
                </c:pt>
                <c:pt idx="19151">
                  <c:v>5.3487</c:v>
                </c:pt>
                <c:pt idx="19152">
                  <c:v>5.3490000000000002</c:v>
                </c:pt>
                <c:pt idx="19153">
                  <c:v>5.34931</c:v>
                </c:pt>
                <c:pt idx="19154">
                  <c:v>5.3496199999999998</c:v>
                </c:pt>
                <c:pt idx="19155">
                  <c:v>5.34992</c:v>
                </c:pt>
                <c:pt idx="19156">
                  <c:v>5.3502299999999998</c:v>
                </c:pt>
                <c:pt idx="19157">
                  <c:v>5.35053</c:v>
                </c:pt>
                <c:pt idx="19158">
                  <c:v>5.3508399999999998</c:v>
                </c:pt>
                <c:pt idx="19159">
                  <c:v>5.35114</c:v>
                </c:pt>
                <c:pt idx="19160">
                  <c:v>5.3514499999999998</c:v>
                </c:pt>
                <c:pt idx="19161">
                  <c:v>5.35175</c:v>
                </c:pt>
                <c:pt idx="19162">
                  <c:v>5.3520599999999998</c:v>
                </c:pt>
                <c:pt idx="19163">
                  <c:v>5.35236</c:v>
                </c:pt>
                <c:pt idx="19164">
                  <c:v>5.3526699999999998</c:v>
                </c:pt>
                <c:pt idx="19165">
                  <c:v>5.35297</c:v>
                </c:pt>
                <c:pt idx="19166">
                  <c:v>5.3532799999999998</c:v>
                </c:pt>
                <c:pt idx="19167">
                  <c:v>5.3535899999999996</c:v>
                </c:pt>
                <c:pt idx="19168">
                  <c:v>5.3538899999999998</c:v>
                </c:pt>
                <c:pt idx="19169">
                  <c:v>5.3541999999999996</c:v>
                </c:pt>
                <c:pt idx="19170">
                  <c:v>5.3544999999999998</c:v>
                </c:pt>
                <c:pt idx="19171">
                  <c:v>5.3548099999999996</c:v>
                </c:pt>
                <c:pt idx="19172">
                  <c:v>5.3551099999999998</c:v>
                </c:pt>
                <c:pt idx="19173">
                  <c:v>5.3554199999999996</c:v>
                </c:pt>
                <c:pt idx="19174">
                  <c:v>5.3557199999999998</c:v>
                </c:pt>
                <c:pt idx="19175">
                  <c:v>5.3560299999999996</c:v>
                </c:pt>
                <c:pt idx="19176">
                  <c:v>5.3563299999999998</c:v>
                </c:pt>
                <c:pt idx="19177">
                  <c:v>5.3566399999999996</c:v>
                </c:pt>
                <c:pt idx="19178">
                  <c:v>5.3569500000000003</c:v>
                </c:pt>
                <c:pt idx="19179">
                  <c:v>5.3572499999999996</c:v>
                </c:pt>
                <c:pt idx="19180">
                  <c:v>5.3575600000000003</c:v>
                </c:pt>
                <c:pt idx="19181">
                  <c:v>5.3578599999999996</c:v>
                </c:pt>
                <c:pt idx="19182">
                  <c:v>5.3581700000000003</c:v>
                </c:pt>
                <c:pt idx="19183">
                  <c:v>5.3584699999999996</c:v>
                </c:pt>
                <c:pt idx="19184">
                  <c:v>5.3587800000000003</c:v>
                </c:pt>
                <c:pt idx="19185">
                  <c:v>5.3590799999999996</c:v>
                </c:pt>
                <c:pt idx="19186">
                  <c:v>5.3593900000000003</c:v>
                </c:pt>
                <c:pt idx="19187">
                  <c:v>5.3596899999999996</c:v>
                </c:pt>
                <c:pt idx="19188">
                  <c:v>5.36</c:v>
                </c:pt>
                <c:pt idx="19189">
                  <c:v>5.3602999999999996</c:v>
                </c:pt>
                <c:pt idx="19190">
                  <c:v>5.3606100000000003</c:v>
                </c:pt>
                <c:pt idx="19191">
                  <c:v>5.3609200000000001</c:v>
                </c:pt>
                <c:pt idx="19192">
                  <c:v>5.3612200000000003</c:v>
                </c:pt>
                <c:pt idx="19193">
                  <c:v>5.3615300000000001</c:v>
                </c:pt>
                <c:pt idx="19194">
                  <c:v>5.3618300000000003</c:v>
                </c:pt>
                <c:pt idx="19195">
                  <c:v>5.3621400000000001</c:v>
                </c:pt>
                <c:pt idx="19196">
                  <c:v>5.3624400000000003</c:v>
                </c:pt>
                <c:pt idx="19197">
                  <c:v>5.3627500000000001</c:v>
                </c:pt>
                <c:pt idx="19198">
                  <c:v>5.3630500000000003</c:v>
                </c:pt>
                <c:pt idx="19199">
                  <c:v>5.3633600000000001</c:v>
                </c:pt>
                <c:pt idx="19200">
                  <c:v>5.3636600000000003</c:v>
                </c:pt>
                <c:pt idx="19201">
                  <c:v>5.3639700000000001</c:v>
                </c:pt>
                <c:pt idx="19202">
                  <c:v>5.3642700000000003</c:v>
                </c:pt>
                <c:pt idx="19203">
                  <c:v>5.3645800000000001</c:v>
                </c:pt>
                <c:pt idx="19204">
                  <c:v>5.3648899999999999</c:v>
                </c:pt>
                <c:pt idx="19205">
                  <c:v>5.3651900000000001</c:v>
                </c:pt>
                <c:pt idx="19206">
                  <c:v>5.3654999999999999</c:v>
                </c:pt>
                <c:pt idx="19207">
                  <c:v>5.3658000000000001</c:v>
                </c:pt>
                <c:pt idx="19208">
                  <c:v>5.3661099999999999</c:v>
                </c:pt>
                <c:pt idx="19209">
                  <c:v>5.3664100000000001</c:v>
                </c:pt>
                <c:pt idx="19210">
                  <c:v>5.3667199999999999</c:v>
                </c:pt>
                <c:pt idx="19211">
                  <c:v>5.3670200000000001</c:v>
                </c:pt>
                <c:pt idx="19212">
                  <c:v>5.3673299999999999</c:v>
                </c:pt>
                <c:pt idx="19213">
                  <c:v>5.3676300000000001</c:v>
                </c:pt>
                <c:pt idx="19214">
                  <c:v>5.3679399999999999</c:v>
                </c:pt>
                <c:pt idx="19215">
                  <c:v>5.3682400000000001</c:v>
                </c:pt>
                <c:pt idx="19216">
                  <c:v>5.3685499999999999</c:v>
                </c:pt>
                <c:pt idx="19217">
                  <c:v>5.3688599999999997</c:v>
                </c:pt>
                <c:pt idx="19218">
                  <c:v>5.3691599999999999</c:v>
                </c:pt>
                <c:pt idx="19219">
                  <c:v>5.3694699999999997</c:v>
                </c:pt>
                <c:pt idx="19220">
                  <c:v>5.3697699999999999</c:v>
                </c:pt>
                <c:pt idx="19221">
                  <c:v>5.3700799999999997</c:v>
                </c:pt>
                <c:pt idx="19222">
                  <c:v>5.3703799999999999</c:v>
                </c:pt>
                <c:pt idx="19223">
                  <c:v>5.3706899999999997</c:v>
                </c:pt>
                <c:pt idx="19224">
                  <c:v>5.3709899999999999</c:v>
                </c:pt>
                <c:pt idx="19225">
                  <c:v>5.3712999999999997</c:v>
                </c:pt>
                <c:pt idx="19226">
                  <c:v>5.3715999999999999</c:v>
                </c:pt>
                <c:pt idx="19227">
                  <c:v>5.3719099999999997</c:v>
                </c:pt>
                <c:pt idx="19228">
                  <c:v>5.3722099999999999</c:v>
                </c:pt>
                <c:pt idx="19229">
                  <c:v>5.3725199999999997</c:v>
                </c:pt>
                <c:pt idx="19230">
                  <c:v>5.3728300000000004</c:v>
                </c:pt>
                <c:pt idx="19231">
                  <c:v>5.3731299999999997</c:v>
                </c:pt>
                <c:pt idx="19232">
                  <c:v>5.3734400000000004</c:v>
                </c:pt>
                <c:pt idx="19233">
                  <c:v>5.3737399999999997</c:v>
                </c:pt>
                <c:pt idx="19234">
                  <c:v>5.3740500000000004</c:v>
                </c:pt>
                <c:pt idx="19235">
                  <c:v>5.3743499999999997</c:v>
                </c:pt>
                <c:pt idx="19236">
                  <c:v>5.3746600000000004</c:v>
                </c:pt>
                <c:pt idx="19237">
                  <c:v>5.3749599999999997</c:v>
                </c:pt>
                <c:pt idx="19238">
                  <c:v>5.3752700000000004</c:v>
                </c:pt>
                <c:pt idx="19239">
                  <c:v>5.3755699999999997</c:v>
                </c:pt>
                <c:pt idx="19240">
                  <c:v>5.3758800000000004</c:v>
                </c:pt>
                <c:pt idx="19241">
                  <c:v>5.3761900000000002</c:v>
                </c:pt>
                <c:pt idx="19242">
                  <c:v>5.3764900000000004</c:v>
                </c:pt>
                <c:pt idx="19243">
                  <c:v>5.3768000000000002</c:v>
                </c:pt>
                <c:pt idx="19244">
                  <c:v>5.3771000000000004</c:v>
                </c:pt>
                <c:pt idx="19245">
                  <c:v>5.3774100000000002</c:v>
                </c:pt>
                <c:pt idx="19246">
                  <c:v>5.3777100000000004</c:v>
                </c:pt>
                <c:pt idx="19247">
                  <c:v>5.3780200000000002</c:v>
                </c:pt>
                <c:pt idx="19248">
                  <c:v>5.3783200000000004</c:v>
                </c:pt>
                <c:pt idx="19249">
                  <c:v>5.3786300000000002</c:v>
                </c:pt>
                <c:pt idx="19250">
                  <c:v>5.3789300000000004</c:v>
                </c:pt>
                <c:pt idx="19251">
                  <c:v>5.3792400000000002</c:v>
                </c:pt>
                <c:pt idx="19252">
                  <c:v>5.3795400000000004</c:v>
                </c:pt>
                <c:pt idx="19253">
                  <c:v>5.3798500000000002</c:v>
                </c:pt>
                <c:pt idx="19254">
                  <c:v>5.3801600000000001</c:v>
                </c:pt>
                <c:pt idx="19255">
                  <c:v>5.3804600000000002</c:v>
                </c:pt>
                <c:pt idx="19256">
                  <c:v>5.3807700000000001</c:v>
                </c:pt>
                <c:pt idx="19257">
                  <c:v>5.3810700000000002</c:v>
                </c:pt>
                <c:pt idx="19258">
                  <c:v>5.3813800000000001</c:v>
                </c:pt>
                <c:pt idx="19259">
                  <c:v>5.3816800000000002</c:v>
                </c:pt>
                <c:pt idx="19260">
                  <c:v>5.3819900000000001</c:v>
                </c:pt>
                <c:pt idx="19261">
                  <c:v>5.3822900000000002</c:v>
                </c:pt>
                <c:pt idx="19262">
                  <c:v>5.3826000000000001</c:v>
                </c:pt>
                <c:pt idx="19263">
                  <c:v>5.3829000000000002</c:v>
                </c:pt>
                <c:pt idx="19264">
                  <c:v>5.3832100000000001</c:v>
                </c:pt>
                <c:pt idx="19265">
                  <c:v>5.3835100000000002</c:v>
                </c:pt>
                <c:pt idx="19266">
                  <c:v>5.3838200000000001</c:v>
                </c:pt>
                <c:pt idx="19267">
                  <c:v>5.3841299999999999</c:v>
                </c:pt>
                <c:pt idx="19268">
                  <c:v>5.38443</c:v>
                </c:pt>
                <c:pt idx="19269">
                  <c:v>5.3847399999999999</c:v>
                </c:pt>
                <c:pt idx="19270">
                  <c:v>5.38504</c:v>
                </c:pt>
                <c:pt idx="19271">
                  <c:v>5.3853499999999999</c:v>
                </c:pt>
                <c:pt idx="19272">
                  <c:v>5.38565</c:v>
                </c:pt>
                <c:pt idx="19273">
                  <c:v>5.3859599999999999</c:v>
                </c:pt>
                <c:pt idx="19274">
                  <c:v>5.38626</c:v>
                </c:pt>
                <c:pt idx="19275">
                  <c:v>5.3865699999999999</c:v>
                </c:pt>
                <c:pt idx="19276">
                  <c:v>5.38687</c:v>
                </c:pt>
                <c:pt idx="19277">
                  <c:v>5.3871799999999999</c:v>
                </c:pt>
                <c:pt idx="19278">
                  <c:v>5.38748</c:v>
                </c:pt>
                <c:pt idx="19279">
                  <c:v>5.3877899999999999</c:v>
                </c:pt>
                <c:pt idx="19280">
                  <c:v>5.3880999999999997</c:v>
                </c:pt>
                <c:pt idx="19281">
                  <c:v>5.3883999999999999</c:v>
                </c:pt>
                <c:pt idx="19282">
                  <c:v>5.3887099999999997</c:v>
                </c:pt>
                <c:pt idx="19283">
                  <c:v>5.3890099999999999</c:v>
                </c:pt>
                <c:pt idx="19284">
                  <c:v>5.3893199999999997</c:v>
                </c:pt>
                <c:pt idx="19285">
                  <c:v>5.3896199999999999</c:v>
                </c:pt>
                <c:pt idx="19286">
                  <c:v>5.3899299999999997</c:v>
                </c:pt>
                <c:pt idx="19287">
                  <c:v>5.3902299999999999</c:v>
                </c:pt>
                <c:pt idx="19288">
                  <c:v>5.3905399999999997</c:v>
                </c:pt>
                <c:pt idx="19289">
                  <c:v>5.3908399999999999</c:v>
                </c:pt>
                <c:pt idx="19290">
                  <c:v>5.3911499999999997</c:v>
                </c:pt>
                <c:pt idx="19291">
                  <c:v>5.3914600000000004</c:v>
                </c:pt>
                <c:pt idx="19292">
                  <c:v>5.3917599999999997</c:v>
                </c:pt>
                <c:pt idx="19293">
                  <c:v>5.3920700000000004</c:v>
                </c:pt>
                <c:pt idx="19294">
                  <c:v>5.3923699999999997</c:v>
                </c:pt>
                <c:pt idx="19295">
                  <c:v>5.3926800000000004</c:v>
                </c:pt>
                <c:pt idx="19296">
                  <c:v>5.3929799999999997</c:v>
                </c:pt>
                <c:pt idx="19297">
                  <c:v>5.3932900000000004</c:v>
                </c:pt>
                <c:pt idx="19298">
                  <c:v>5.3935899999999997</c:v>
                </c:pt>
                <c:pt idx="19299">
                  <c:v>5.3939000000000004</c:v>
                </c:pt>
                <c:pt idx="19300">
                  <c:v>5.3941999999999997</c:v>
                </c:pt>
                <c:pt idx="19301">
                  <c:v>5.3945100000000004</c:v>
                </c:pt>
                <c:pt idx="19302">
                  <c:v>5.3948099999999997</c:v>
                </c:pt>
                <c:pt idx="19303">
                  <c:v>5.3951200000000004</c:v>
                </c:pt>
                <c:pt idx="19304">
                  <c:v>5.3954300000000002</c:v>
                </c:pt>
                <c:pt idx="19305">
                  <c:v>5.3957300000000004</c:v>
                </c:pt>
                <c:pt idx="19306">
                  <c:v>5.3960400000000002</c:v>
                </c:pt>
                <c:pt idx="19307">
                  <c:v>5.3963400000000004</c:v>
                </c:pt>
                <c:pt idx="19308">
                  <c:v>5.3966500000000002</c:v>
                </c:pt>
                <c:pt idx="19309">
                  <c:v>5.3969500000000004</c:v>
                </c:pt>
                <c:pt idx="19310">
                  <c:v>5.3972600000000002</c:v>
                </c:pt>
                <c:pt idx="19311">
                  <c:v>5.3975600000000004</c:v>
                </c:pt>
                <c:pt idx="19312">
                  <c:v>5.3978700000000002</c:v>
                </c:pt>
                <c:pt idx="19313">
                  <c:v>5.3981700000000004</c:v>
                </c:pt>
                <c:pt idx="19314">
                  <c:v>5.3984800000000002</c:v>
                </c:pt>
                <c:pt idx="19315">
                  <c:v>5.3987800000000004</c:v>
                </c:pt>
                <c:pt idx="19316">
                  <c:v>5.3990900000000002</c:v>
                </c:pt>
                <c:pt idx="19317">
                  <c:v>5.3994</c:v>
                </c:pt>
                <c:pt idx="19318">
                  <c:v>5.3997000000000002</c:v>
                </c:pt>
                <c:pt idx="19319">
                  <c:v>5.40001</c:v>
                </c:pt>
                <c:pt idx="19320">
                  <c:v>5.4003100000000002</c:v>
                </c:pt>
                <c:pt idx="19321">
                  <c:v>5.40062</c:v>
                </c:pt>
                <c:pt idx="19322">
                  <c:v>5.4009200000000002</c:v>
                </c:pt>
                <c:pt idx="19323">
                  <c:v>5.40123</c:v>
                </c:pt>
                <c:pt idx="19324">
                  <c:v>5.4015300000000002</c:v>
                </c:pt>
                <c:pt idx="19325">
                  <c:v>5.40184</c:v>
                </c:pt>
                <c:pt idx="19326">
                  <c:v>5.4021400000000002</c:v>
                </c:pt>
                <c:pt idx="19327">
                  <c:v>5.40245</c:v>
                </c:pt>
                <c:pt idx="19328">
                  <c:v>5.4027500000000002</c:v>
                </c:pt>
                <c:pt idx="19329">
                  <c:v>5.40306</c:v>
                </c:pt>
                <c:pt idx="19330">
                  <c:v>5.4033699999999998</c:v>
                </c:pt>
                <c:pt idx="19331">
                  <c:v>5.40367</c:v>
                </c:pt>
                <c:pt idx="19332">
                  <c:v>5.4039799999999998</c:v>
                </c:pt>
                <c:pt idx="19333">
                  <c:v>5.40428</c:v>
                </c:pt>
                <c:pt idx="19334">
                  <c:v>5.4045899999999998</c:v>
                </c:pt>
                <c:pt idx="19335">
                  <c:v>5.40489</c:v>
                </c:pt>
                <c:pt idx="19336">
                  <c:v>5.4051999999999998</c:v>
                </c:pt>
                <c:pt idx="19337">
                  <c:v>5.4055</c:v>
                </c:pt>
                <c:pt idx="19338">
                  <c:v>5.4058099999999998</c:v>
                </c:pt>
                <c:pt idx="19339">
                  <c:v>5.40611</c:v>
                </c:pt>
                <c:pt idx="19340">
                  <c:v>5.4064199999999998</c:v>
                </c:pt>
                <c:pt idx="19341">
                  <c:v>5.40672</c:v>
                </c:pt>
                <c:pt idx="19342">
                  <c:v>5.4070299999999998</c:v>
                </c:pt>
                <c:pt idx="19343">
                  <c:v>5.4073399999999996</c:v>
                </c:pt>
                <c:pt idx="19344">
                  <c:v>5.4076399999999998</c:v>
                </c:pt>
                <c:pt idx="19345">
                  <c:v>5.4079499999999996</c:v>
                </c:pt>
                <c:pt idx="19346">
                  <c:v>5.4082499999999998</c:v>
                </c:pt>
                <c:pt idx="19347">
                  <c:v>5.4085599999999996</c:v>
                </c:pt>
                <c:pt idx="19348">
                  <c:v>5.4088599999999998</c:v>
                </c:pt>
                <c:pt idx="19349">
                  <c:v>5.4091699999999996</c:v>
                </c:pt>
                <c:pt idx="19350">
                  <c:v>5.4094699999999998</c:v>
                </c:pt>
                <c:pt idx="19351">
                  <c:v>5.4097799999999996</c:v>
                </c:pt>
                <c:pt idx="19352">
                  <c:v>5.4100799999999998</c:v>
                </c:pt>
                <c:pt idx="19353">
                  <c:v>5.4103899999999996</c:v>
                </c:pt>
                <c:pt idx="19354">
                  <c:v>5.4107000000000003</c:v>
                </c:pt>
                <c:pt idx="19355">
                  <c:v>5.4109999999999996</c:v>
                </c:pt>
                <c:pt idx="19356">
                  <c:v>5.4113100000000003</c:v>
                </c:pt>
                <c:pt idx="19357">
                  <c:v>5.4116099999999996</c:v>
                </c:pt>
                <c:pt idx="19358">
                  <c:v>5.4119200000000003</c:v>
                </c:pt>
                <c:pt idx="19359">
                  <c:v>5.4122199999999996</c:v>
                </c:pt>
                <c:pt idx="19360">
                  <c:v>5.4125300000000003</c:v>
                </c:pt>
                <c:pt idx="19361">
                  <c:v>5.4128299999999996</c:v>
                </c:pt>
                <c:pt idx="19362">
                  <c:v>5.4131400000000003</c:v>
                </c:pt>
                <c:pt idx="19363">
                  <c:v>5.4134399999999996</c:v>
                </c:pt>
                <c:pt idx="19364">
                  <c:v>5.4137500000000003</c:v>
                </c:pt>
                <c:pt idx="19365">
                  <c:v>5.4140499999999996</c:v>
                </c:pt>
                <c:pt idx="19366">
                  <c:v>5.4143600000000003</c:v>
                </c:pt>
                <c:pt idx="19367">
                  <c:v>5.4146700000000001</c:v>
                </c:pt>
                <c:pt idx="19368">
                  <c:v>5.4149700000000003</c:v>
                </c:pt>
                <c:pt idx="19369">
                  <c:v>5.4152800000000001</c:v>
                </c:pt>
                <c:pt idx="19370">
                  <c:v>5.4155800000000003</c:v>
                </c:pt>
                <c:pt idx="19371">
                  <c:v>5.4158900000000001</c:v>
                </c:pt>
                <c:pt idx="19372">
                  <c:v>5.4161900000000003</c:v>
                </c:pt>
                <c:pt idx="19373">
                  <c:v>5.4165000000000001</c:v>
                </c:pt>
                <c:pt idx="19374">
                  <c:v>5.4168000000000003</c:v>
                </c:pt>
                <c:pt idx="19375">
                  <c:v>5.4171100000000001</c:v>
                </c:pt>
                <c:pt idx="19376">
                  <c:v>5.4174100000000003</c:v>
                </c:pt>
                <c:pt idx="19377">
                  <c:v>5.4177200000000001</c:v>
                </c:pt>
                <c:pt idx="19378">
                  <c:v>5.4180200000000003</c:v>
                </c:pt>
                <c:pt idx="19379">
                  <c:v>5.4183300000000001</c:v>
                </c:pt>
                <c:pt idx="19380">
                  <c:v>5.4186399999999999</c:v>
                </c:pt>
                <c:pt idx="19381">
                  <c:v>5.4189400000000001</c:v>
                </c:pt>
                <c:pt idx="19382">
                  <c:v>5.4192499999999999</c:v>
                </c:pt>
                <c:pt idx="19383">
                  <c:v>5.4195500000000001</c:v>
                </c:pt>
                <c:pt idx="19384">
                  <c:v>5.4198599999999999</c:v>
                </c:pt>
                <c:pt idx="19385">
                  <c:v>5.4201600000000001</c:v>
                </c:pt>
                <c:pt idx="19386">
                  <c:v>5.4204699999999999</c:v>
                </c:pt>
                <c:pt idx="19387">
                  <c:v>5.4207700000000001</c:v>
                </c:pt>
                <c:pt idx="19388">
                  <c:v>5.4210799999999999</c:v>
                </c:pt>
                <c:pt idx="19389">
                  <c:v>5.4213800000000001</c:v>
                </c:pt>
                <c:pt idx="19390">
                  <c:v>5.4216899999999999</c:v>
                </c:pt>
                <c:pt idx="19391">
                  <c:v>5.4219900000000001</c:v>
                </c:pt>
                <c:pt idx="19392">
                  <c:v>5.4222999999999999</c:v>
                </c:pt>
                <c:pt idx="19393">
                  <c:v>5.4226099999999997</c:v>
                </c:pt>
                <c:pt idx="19394">
                  <c:v>5.4229099999999999</c:v>
                </c:pt>
                <c:pt idx="19395">
                  <c:v>5.4232199999999997</c:v>
                </c:pt>
                <c:pt idx="19396">
                  <c:v>5.4235199999999999</c:v>
                </c:pt>
                <c:pt idx="19397">
                  <c:v>5.4238299999999997</c:v>
                </c:pt>
                <c:pt idx="19398">
                  <c:v>5.4241299999999999</c:v>
                </c:pt>
                <c:pt idx="19399">
                  <c:v>5.4244399999999997</c:v>
                </c:pt>
                <c:pt idx="19400">
                  <c:v>5.4247399999999999</c:v>
                </c:pt>
                <c:pt idx="19401">
                  <c:v>5.4250499999999997</c:v>
                </c:pt>
                <c:pt idx="19402">
                  <c:v>5.4253499999999999</c:v>
                </c:pt>
                <c:pt idx="19403">
                  <c:v>5.4256599999999997</c:v>
                </c:pt>
                <c:pt idx="19404">
                  <c:v>5.4259599999999999</c:v>
                </c:pt>
                <c:pt idx="19405">
                  <c:v>5.4262699999999997</c:v>
                </c:pt>
                <c:pt idx="19406">
                  <c:v>5.4265800000000004</c:v>
                </c:pt>
                <c:pt idx="19407">
                  <c:v>5.4268799999999997</c:v>
                </c:pt>
                <c:pt idx="19408">
                  <c:v>5.4271900000000004</c:v>
                </c:pt>
                <c:pt idx="19409">
                  <c:v>5.4274899999999997</c:v>
                </c:pt>
                <c:pt idx="19410">
                  <c:v>5.4278000000000004</c:v>
                </c:pt>
                <c:pt idx="19411">
                  <c:v>5.4280999999999997</c:v>
                </c:pt>
                <c:pt idx="19412">
                  <c:v>5.4284100000000004</c:v>
                </c:pt>
                <c:pt idx="19413">
                  <c:v>5.4287099999999997</c:v>
                </c:pt>
                <c:pt idx="19414">
                  <c:v>5.4290200000000004</c:v>
                </c:pt>
                <c:pt idx="19415">
                  <c:v>5.4293199999999997</c:v>
                </c:pt>
                <c:pt idx="19416">
                  <c:v>5.4296300000000004</c:v>
                </c:pt>
                <c:pt idx="19417">
                  <c:v>5.4299400000000002</c:v>
                </c:pt>
                <c:pt idx="19418">
                  <c:v>5.4302400000000004</c:v>
                </c:pt>
                <c:pt idx="19419">
                  <c:v>5.4305500000000002</c:v>
                </c:pt>
                <c:pt idx="19420">
                  <c:v>5.4308500000000004</c:v>
                </c:pt>
                <c:pt idx="19421">
                  <c:v>5.4311600000000002</c:v>
                </c:pt>
                <c:pt idx="19422">
                  <c:v>5.4314600000000004</c:v>
                </c:pt>
                <c:pt idx="19423">
                  <c:v>5.4317700000000002</c:v>
                </c:pt>
                <c:pt idx="19424">
                  <c:v>5.4320700000000004</c:v>
                </c:pt>
                <c:pt idx="19425">
                  <c:v>5.4323800000000002</c:v>
                </c:pt>
                <c:pt idx="19426">
                  <c:v>5.4326800000000004</c:v>
                </c:pt>
                <c:pt idx="19427">
                  <c:v>5.4329900000000002</c:v>
                </c:pt>
                <c:pt idx="19428">
                  <c:v>5.4332900000000004</c:v>
                </c:pt>
                <c:pt idx="19429">
                  <c:v>5.4336000000000002</c:v>
                </c:pt>
                <c:pt idx="19430">
                  <c:v>5.43391</c:v>
                </c:pt>
                <c:pt idx="19431">
                  <c:v>5.4342100000000002</c:v>
                </c:pt>
                <c:pt idx="19432">
                  <c:v>5.43452</c:v>
                </c:pt>
                <c:pt idx="19433">
                  <c:v>5.4348200000000002</c:v>
                </c:pt>
                <c:pt idx="19434">
                  <c:v>5.43513</c:v>
                </c:pt>
                <c:pt idx="19435">
                  <c:v>5.4354300000000002</c:v>
                </c:pt>
                <c:pt idx="19436">
                  <c:v>5.43574</c:v>
                </c:pt>
                <c:pt idx="19437">
                  <c:v>5.4360400000000002</c:v>
                </c:pt>
                <c:pt idx="19438">
                  <c:v>5.43635</c:v>
                </c:pt>
                <c:pt idx="19439">
                  <c:v>5.4366500000000002</c:v>
                </c:pt>
                <c:pt idx="19440">
                  <c:v>5.43696</c:v>
                </c:pt>
                <c:pt idx="19441">
                  <c:v>5.4372600000000002</c:v>
                </c:pt>
                <c:pt idx="19442">
                  <c:v>5.43757</c:v>
                </c:pt>
                <c:pt idx="19443">
                  <c:v>5.4378799999999998</c:v>
                </c:pt>
                <c:pt idx="19444">
                  <c:v>5.43818</c:v>
                </c:pt>
                <c:pt idx="19445">
                  <c:v>5.4384899999999998</c:v>
                </c:pt>
                <c:pt idx="19446">
                  <c:v>5.43879</c:v>
                </c:pt>
                <c:pt idx="19447">
                  <c:v>5.4390999999999998</c:v>
                </c:pt>
                <c:pt idx="19448">
                  <c:v>5.4394</c:v>
                </c:pt>
                <c:pt idx="19449">
                  <c:v>5.4397099999999998</c:v>
                </c:pt>
                <c:pt idx="19450">
                  <c:v>5.44001</c:v>
                </c:pt>
                <c:pt idx="19451">
                  <c:v>5.4403199999999998</c:v>
                </c:pt>
                <c:pt idx="19452">
                  <c:v>5.44062</c:v>
                </c:pt>
                <c:pt idx="19453">
                  <c:v>5.4409299999999998</c:v>
                </c:pt>
                <c:pt idx="19454">
                  <c:v>5.44123</c:v>
                </c:pt>
                <c:pt idx="19455">
                  <c:v>5.4415399999999998</c:v>
                </c:pt>
                <c:pt idx="19456">
                  <c:v>5.4418499999999996</c:v>
                </c:pt>
                <c:pt idx="19457">
                  <c:v>5.4421499999999998</c:v>
                </c:pt>
                <c:pt idx="19458">
                  <c:v>5.4424599999999996</c:v>
                </c:pt>
                <c:pt idx="19459">
                  <c:v>5.4427599999999998</c:v>
                </c:pt>
                <c:pt idx="19460">
                  <c:v>5.4430699999999996</c:v>
                </c:pt>
                <c:pt idx="19461">
                  <c:v>5.4433699999999998</c:v>
                </c:pt>
                <c:pt idx="19462">
                  <c:v>5.4436799999999996</c:v>
                </c:pt>
                <c:pt idx="19463">
                  <c:v>5.4439799999999998</c:v>
                </c:pt>
                <c:pt idx="19464">
                  <c:v>5.4442899999999996</c:v>
                </c:pt>
                <c:pt idx="19465">
                  <c:v>5.4445899999999998</c:v>
                </c:pt>
                <c:pt idx="19466">
                  <c:v>5.4448999999999996</c:v>
                </c:pt>
                <c:pt idx="19467">
                  <c:v>5.4452100000000003</c:v>
                </c:pt>
                <c:pt idx="19468">
                  <c:v>5.4455099999999996</c:v>
                </c:pt>
                <c:pt idx="19469">
                  <c:v>5.4458200000000003</c:v>
                </c:pt>
                <c:pt idx="19470">
                  <c:v>5.4461199999999996</c:v>
                </c:pt>
                <c:pt idx="19471">
                  <c:v>5.4464300000000003</c:v>
                </c:pt>
                <c:pt idx="19472">
                  <c:v>5.4467299999999996</c:v>
                </c:pt>
                <c:pt idx="19473">
                  <c:v>5.4470400000000003</c:v>
                </c:pt>
                <c:pt idx="19474">
                  <c:v>5.4473399999999996</c:v>
                </c:pt>
                <c:pt idx="19475">
                  <c:v>5.4476500000000003</c:v>
                </c:pt>
                <c:pt idx="19476">
                  <c:v>5.4479499999999996</c:v>
                </c:pt>
                <c:pt idx="19477">
                  <c:v>5.4482600000000003</c:v>
                </c:pt>
                <c:pt idx="19478">
                  <c:v>5.4485599999999996</c:v>
                </c:pt>
                <c:pt idx="19479">
                  <c:v>5.4488700000000003</c:v>
                </c:pt>
                <c:pt idx="19480">
                  <c:v>5.4491800000000001</c:v>
                </c:pt>
                <c:pt idx="19481">
                  <c:v>5.4494800000000003</c:v>
                </c:pt>
                <c:pt idx="19482">
                  <c:v>5.4497900000000001</c:v>
                </c:pt>
                <c:pt idx="19483">
                  <c:v>5.4500900000000003</c:v>
                </c:pt>
                <c:pt idx="19484">
                  <c:v>5.4504000000000001</c:v>
                </c:pt>
                <c:pt idx="19485">
                  <c:v>5.4507000000000003</c:v>
                </c:pt>
                <c:pt idx="19486">
                  <c:v>5.4510100000000001</c:v>
                </c:pt>
                <c:pt idx="19487">
                  <c:v>5.4513100000000003</c:v>
                </c:pt>
                <c:pt idx="19488">
                  <c:v>5.4516200000000001</c:v>
                </c:pt>
                <c:pt idx="19489">
                  <c:v>5.4519200000000003</c:v>
                </c:pt>
                <c:pt idx="19490">
                  <c:v>5.4522300000000001</c:v>
                </c:pt>
                <c:pt idx="19491">
                  <c:v>5.4525300000000003</c:v>
                </c:pt>
                <c:pt idx="19492">
                  <c:v>5.4528400000000001</c:v>
                </c:pt>
                <c:pt idx="19493">
                  <c:v>5.4531499999999999</c:v>
                </c:pt>
                <c:pt idx="19494">
                  <c:v>5.4534500000000001</c:v>
                </c:pt>
                <c:pt idx="19495">
                  <c:v>5.4537599999999999</c:v>
                </c:pt>
                <c:pt idx="19496">
                  <c:v>5.4540600000000001</c:v>
                </c:pt>
                <c:pt idx="19497">
                  <c:v>5.4543699999999999</c:v>
                </c:pt>
                <c:pt idx="19498">
                  <c:v>5.4546700000000001</c:v>
                </c:pt>
                <c:pt idx="19499">
                  <c:v>5.4549799999999999</c:v>
                </c:pt>
                <c:pt idx="19500">
                  <c:v>5.4552800000000001</c:v>
                </c:pt>
                <c:pt idx="19501">
                  <c:v>5.4555899999999999</c:v>
                </c:pt>
                <c:pt idx="19502">
                  <c:v>5.4558900000000001</c:v>
                </c:pt>
                <c:pt idx="19503">
                  <c:v>5.4561999999999999</c:v>
                </c:pt>
                <c:pt idx="19504">
                  <c:v>5.4565000000000001</c:v>
                </c:pt>
                <c:pt idx="19505">
                  <c:v>5.4568099999999999</c:v>
                </c:pt>
                <c:pt idx="19506">
                  <c:v>5.4571199999999997</c:v>
                </c:pt>
                <c:pt idx="19507">
                  <c:v>5.4574199999999999</c:v>
                </c:pt>
                <c:pt idx="19508">
                  <c:v>5.4577299999999997</c:v>
                </c:pt>
                <c:pt idx="19509">
                  <c:v>5.4580299999999999</c:v>
                </c:pt>
                <c:pt idx="19510">
                  <c:v>5.4583399999999997</c:v>
                </c:pt>
                <c:pt idx="19511">
                  <c:v>5.4586399999999999</c:v>
                </c:pt>
                <c:pt idx="19512">
                  <c:v>5.4589499999999997</c:v>
                </c:pt>
                <c:pt idx="19513">
                  <c:v>5.4592499999999999</c:v>
                </c:pt>
                <c:pt idx="19514">
                  <c:v>5.4595599999999997</c:v>
                </c:pt>
                <c:pt idx="19515">
                  <c:v>5.4598599999999999</c:v>
                </c:pt>
                <c:pt idx="19516">
                  <c:v>5.4601699999999997</c:v>
                </c:pt>
                <c:pt idx="19517">
                  <c:v>5.4604699999999999</c:v>
                </c:pt>
                <c:pt idx="19518">
                  <c:v>5.4607799999999997</c:v>
                </c:pt>
                <c:pt idx="19519">
                  <c:v>5.4610900000000004</c:v>
                </c:pt>
                <c:pt idx="19520">
                  <c:v>5.4613899999999997</c:v>
                </c:pt>
                <c:pt idx="19521">
                  <c:v>5.4617000000000004</c:v>
                </c:pt>
                <c:pt idx="19522">
                  <c:v>5.4619999999999997</c:v>
                </c:pt>
                <c:pt idx="19523">
                  <c:v>5.4623100000000004</c:v>
                </c:pt>
                <c:pt idx="19524">
                  <c:v>5.4626099999999997</c:v>
                </c:pt>
                <c:pt idx="19525">
                  <c:v>5.4629200000000004</c:v>
                </c:pt>
                <c:pt idx="19526">
                  <c:v>5.4632199999999997</c:v>
                </c:pt>
                <c:pt idx="19527">
                  <c:v>5.4635300000000004</c:v>
                </c:pt>
                <c:pt idx="19528">
                  <c:v>5.4638299999999997</c:v>
                </c:pt>
                <c:pt idx="19529">
                  <c:v>5.4641400000000004</c:v>
                </c:pt>
                <c:pt idx="19530">
                  <c:v>5.4644500000000003</c:v>
                </c:pt>
                <c:pt idx="19531">
                  <c:v>5.4647500000000004</c:v>
                </c:pt>
                <c:pt idx="19532">
                  <c:v>5.4650600000000003</c:v>
                </c:pt>
                <c:pt idx="19533">
                  <c:v>5.4653600000000004</c:v>
                </c:pt>
                <c:pt idx="19534">
                  <c:v>5.4656700000000003</c:v>
                </c:pt>
                <c:pt idx="19535">
                  <c:v>5.4659700000000004</c:v>
                </c:pt>
                <c:pt idx="19536">
                  <c:v>5.4662800000000002</c:v>
                </c:pt>
                <c:pt idx="19537">
                  <c:v>5.4665800000000004</c:v>
                </c:pt>
                <c:pt idx="19538">
                  <c:v>5.4668900000000002</c:v>
                </c:pt>
                <c:pt idx="19539">
                  <c:v>5.4671900000000004</c:v>
                </c:pt>
                <c:pt idx="19540">
                  <c:v>5.4675000000000002</c:v>
                </c:pt>
                <c:pt idx="19541">
                  <c:v>5.4678000000000004</c:v>
                </c:pt>
                <c:pt idx="19542">
                  <c:v>5.4681100000000002</c:v>
                </c:pt>
                <c:pt idx="19543">
                  <c:v>5.4684200000000001</c:v>
                </c:pt>
                <c:pt idx="19544">
                  <c:v>5.4687200000000002</c:v>
                </c:pt>
                <c:pt idx="19545">
                  <c:v>5.4690300000000001</c:v>
                </c:pt>
                <c:pt idx="19546">
                  <c:v>5.4693300000000002</c:v>
                </c:pt>
                <c:pt idx="19547">
                  <c:v>5.4696400000000001</c:v>
                </c:pt>
                <c:pt idx="19548">
                  <c:v>5.4699400000000002</c:v>
                </c:pt>
                <c:pt idx="19549">
                  <c:v>5.4702500000000001</c:v>
                </c:pt>
                <c:pt idx="19550">
                  <c:v>5.4705500000000002</c:v>
                </c:pt>
                <c:pt idx="19551">
                  <c:v>5.4708600000000001</c:v>
                </c:pt>
                <c:pt idx="19552">
                  <c:v>5.4711600000000002</c:v>
                </c:pt>
                <c:pt idx="19553">
                  <c:v>5.4714700000000001</c:v>
                </c:pt>
                <c:pt idx="19554">
                  <c:v>5.4717700000000002</c:v>
                </c:pt>
                <c:pt idx="19555">
                  <c:v>5.4720800000000001</c:v>
                </c:pt>
                <c:pt idx="19556">
                  <c:v>5.4723899999999999</c:v>
                </c:pt>
                <c:pt idx="19557">
                  <c:v>5.4726900000000001</c:v>
                </c:pt>
                <c:pt idx="19558">
                  <c:v>5.4729999999999999</c:v>
                </c:pt>
                <c:pt idx="19559">
                  <c:v>5.4733000000000001</c:v>
                </c:pt>
                <c:pt idx="19560">
                  <c:v>5.4736099999999999</c:v>
                </c:pt>
                <c:pt idx="19561">
                  <c:v>5.4739100000000001</c:v>
                </c:pt>
                <c:pt idx="19562">
                  <c:v>5.4742199999999999</c:v>
                </c:pt>
                <c:pt idx="19563">
                  <c:v>5.4745200000000001</c:v>
                </c:pt>
                <c:pt idx="19564">
                  <c:v>5.4748299999999999</c:v>
                </c:pt>
                <c:pt idx="19565">
                  <c:v>5.4751300000000001</c:v>
                </c:pt>
                <c:pt idx="19566">
                  <c:v>5.4754399999999999</c:v>
                </c:pt>
                <c:pt idx="19567">
                  <c:v>5.4757400000000001</c:v>
                </c:pt>
                <c:pt idx="19568">
                  <c:v>5.4760499999999999</c:v>
                </c:pt>
                <c:pt idx="19569">
                  <c:v>5.4763599999999997</c:v>
                </c:pt>
                <c:pt idx="19570">
                  <c:v>5.4766599999999999</c:v>
                </c:pt>
                <c:pt idx="19571">
                  <c:v>5.4769699999999997</c:v>
                </c:pt>
                <c:pt idx="19572">
                  <c:v>5.4772699999999999</c:v>
                </c:pt>
                <c:pt idx="19573">
                  <c:v>5.4775799999999997</c:v>
                </c:pt>
                <c:pt idx="19574">
                  <c:v>5.4778799999999999</c:v>
                </c:pt>
                <c:pt idx="19575">
                  <c:v>5.4781899999999997</c:v>
                </c:pt>
                <c:pt idx="19576">
                  <c:v>5.4784899999999999</c:v>
                </c:pt>
                <c:pt idx="19577">
                  <c:v>5.4787999999999997</c:v>
                </c:pt>
                <c:pt idx="19578">
                  <c:v>5.4790999999999999</c:v>
                </c:pt>
                <c:pt idx="19579">
                  <c:v>5.4794099999999997</c:v>
                </c:pt>
                <c:pt idx="19580">
                  <c:v>5.4797099999999999</c:v>
                </c:pt>
                <c:pt idx="19581">
                  <c:v>5.4800199999999997</c:v>
                </c:pt>
                <c:pt idx="19582">
                  <c:v>5.4803300000000004</c:v>
                </c:pt>
                <c:pt idx="19583">
                  <c:v>5.4806299999999997</c:v>
                </c:pt>
                <c:pt idx="19584">
                  <c:v>5.4809400000000004</c:v>
                </c:pt>
                <c:pt idx="19585">
                  <c:v>5.4812399999999997</c:v>
                </c:pt>
                <c:pt idx="19586">
                  <c:v>5.4815500000000004</c:v>
                </c:pt>
                <c:pt idx="19587">
                  <c:v>5.4818499999999997</c:v>
                </c:pt>
                <c:pt idx="19588">
                  <c:v>5.4821600000000004</c:v>
                </c:pt>
                <c:pt idx="19589">
                  <c:v>5.4824599999999997</c:v>
                </c:pt>
                <c:pt idx="19590">
                  <c:v>5.4827700000000004</c:v>
                </c:pt>
                <c:pt idx="19591">
                  <c:v>5.4830699999999997</c:v>
                </c:pt>
                <c:pt idx="19592">
                  <c:v>5.4833800000000004</c:v>
                </c:pt>
                <c:pt idx="19593">
                  <c:v>5.4836900000000002</c:v>
                </c:pt>
                <c:pt idx="19594">
                  <c:v>5.4839900000000004</c:v>
                </c:pt>
                <c:pt idx="19595">
                  <c:v>5.4843000000000002</c:v>
                </c:pt>
                <c:pt idx="19596">
                  <c:v>5.4846000000000004</c:v>
                </c:pt>
                <c:pt idx="19597">
                  <c:v>5.4849100000000002</c:v>
                </c:pt>
                <c:pt idx="19598">
                  <c:v>5.4852100000000004</c:v>
                </c:pt>
                <c:pt idx="19599">
                  <c:v>5.4855200000000002</c:v>
                </c:pt>
                <c:pt idx="19600">
                  <c:v>5.4858200000000004</c:v>
                </c:pt>
                <c:pt idx="19601">
                  <c:v>5.4861300000000002</c:v>
                </c:pt>
                <c:pt idx="19602">
                  <c:v>5.4864300000000004</c:v>
                </c:pt>
                <c:pt idx="19603">
                  <c:v>5.4867400000000002</c:v>
                </c:pt>
                <c:pt idx="19604">
                  <c:v>5.4870400000000004</c:v>
                </c:pt>
                <c:pt idx="19605">
                  <c:v>5.4873500000000002</c:v>
                </c:pt>
                <c:pt idx="19606">
                  <c:v>5.48766</c:v>
                </c:pt>
                <c:pt idx="19607">
                  <c:v>5.4879600000000002</c:v>
                </c:pt>
                <c:pt idx="19608">
                  <c:v>5.48827</c:v>
                </c:pt>
                <c:pt idx="19609">
                  <c:v>5.4885700000000002</c:v>
                </c:pt>
                <c:pt idx="19610">
                  <c:v>5.48888</c:v>
                </c:pt>
                <c:pt idx="19611">
                  <c:v>5.4891800000000002</c:v>
                </c:pt>
                <c:pt idx="19612">
                  <c:v>5.48949</c:v>
                </c:pt>
                <c:pt idx="19613">
                  <c:v>5.4897900000000002</c:v>
                </c:pt>
                <c:pt idx="19614">
                  <c:v>5.4901</c:v>
                </c:pt>
                <c:pt idx="19615">
                  <c:v>5.4904000000000002</c:v>
                </c:pt>
                <c:pt idx="19616">
                  <c:v>5.49071</c:v>
                </c:pt>
                <c:pt idx="19617">
                  <c:v>5.4910100000000002</c:v>
                </c:pt>
                <c:pt idx="19618">
                  <c:v>5.49132</c:v>
                </c:pt>
                <c:pt idx="19619">
                  <c:v>5.4916299999999998</c:v>
                </c:pt>
                <c:pt idx="19620">
                  <c:v>5.49193</c:v>
                </c:pt>
                <c:pt idx="19621">
                  <c:v>5.4922399999999998</c:v>
                </c:pt>
                <c:pt idx="19622">
                  <c:v>5.49254</c:v>
                </c:pt>
                <c:pt idx="19623">
                  <c:v>5.4928499999999998</c:v>
                </c:pt>
                <c:pt idx="19624">
                  <c:v>5.49315</c:v>
                </c:pt>
                <c:pt idx="19625">
                  <c:v>5.4934599999999998</c:v>
                </c:pt>
                <c:pt idx="19626">
                  <c:v>5.49376</c:v>
                </c:pt>
                <c:pt idx="19627">
                  <c:v>5.4940699999999998</c:v>
                </c:pt>
                <c:pt idx="19628">
                  <c:v>5.49437</c:v>
                </c:pt>
                <c:pt idx="19629">
                  <c:v>5.4946799999999998</c:v>
                </c:pt>
                <c:pt idx="19630">
                  <c:v>5.49498</c:v>
                </c:pt>
                <c:pt idx="19631">
                  <c:v>5.4952899999999998</c:v>
                </c:pt>
                <c:pt idx="19632">
                  <c:v>5.4955999999999996</c:v>
                </c:pt>
                <c:pt idx="19633">
                  <c:v>5.4958999999999998</c:v>
                </c:pt>
                <c:pt idx="19634">
                  <c:v>5.4962099999999996</c:v>
                </c:pt>
                <c:pt idx="19635">
                  <c:v>5.4965099999999998</c:v>
                </c:pt>
                <c:pt idx="19636">
                  <c:v>5.4968199999999996</c:v>
                </c:pt>
                <c:pt idx="19637">
                  <c:v>5.4971199999999998</c:v>
                </c:pt>
                <c:pt idx="19638">
                  <c:v>5.4974299999999996</c:v>
                </c:pt>
                <c:pt idx="19639">
                  <c:v>5.4977299999999998</c:v>
                </c:pt>
                <c:pt idx="19640">
                  <c:v>5.4980399999999996</c:v>
                </c:pt>
                <c:pt idx="19641">
                  <c:v>5.4983399999999998</c:v>
                </c:pt>
                <c:pt idx="19642">
                  <c:v>5.4986499999999996</c:v>
                </c:pt>
                <c:pt idx="19643">
                  <c:v>5.4989499999999998</c:v>
                </c:pt>
                <c:pt idx="19644">
                  <c:v>5.4992599999999996</c:v>
                </c:pt>
                <c:pt idx="19645">
                  <c:v>5.4995700000000003</c:v>
                </c:pt>
                <c:pt idx="19646">
                  <c:v>5.4998699999999996</c:v>
                </c:pt>
                <c:pt idx="19647">
                  <c:v>5.5001800000000003</c:v>
                </c:pt>
                <c:pt idx="19648">
                  <c:v>5.5004799999999996</c:v>
                </c:pt>
                <c:pt idx="19649">
                  <c:v>5.5007900000000003</c:v>
                </c:pt>
                <c:pt idx="19650">
                  <c:v>5.5010899999999996</c:v>
                </c:pt>
                <c:pt idx="19651">
                  <c:v>5.5014000000000003</c:v>
                </c:pt>
                <c:pt idx="19652">
                  <c:v>5.5016999999999996</c:v>
                </c:pt>
                <c:pt idx="19653">
                  <c:v>5.5020100000000003</c:v>
                </c:pt>
                <c:pt idx="19654">
                  <c:v>5.5023099999999996</c:v>
                </c:pt>
                <c:pt idx="19655">
                  <c:v>5.5026200000000003</c:v>
                </c:pt>
                <c:pt idx="19656">
                  <c:v>5.5029300000000001</c:v>
                </c:pt>
                <c:pt idx="19657">
                  <c:v>5.5032300000000003</c:v>
                </c:pt>
                <c:pt idx="19658">
                  <c:v>5.5035400000000001</c:v>
                </c:pt>
                <c:pt idx="19659">
                  <c:v>5.5038400000000003</c:v>
                </c:pt>
                <c:pt idx="19660">
                  <c:v>5.5041500000000001</c:v>
                </c:pt>
                <c:pt idx="19661">
                  <c:v>5.5044500000000003</c:v>
                </c:pt>
                <c:pt idx="19662">
                  <c:v>5.5047600000000001</c:v>
                </c:pt>
                <c:pt idx="19663">
                  <c:v>5.5050600000000003</c:v>
                </c:pt>
                <c:pt idx="19664">
                  <c:v>5.5053700000000001</c:v>
                </c:pt>
                <c:pt idx="19665">
                  <c:v>5.5056700000000003</c:v>
                </c:pt>
                <c:pt idx="19666">
                  <c:v>5.5059800000000001</c:v>
                </c:pt>
                <c:pt idx="19667">
                  <c:v>5.5062800000000003</c:v>
                </c:pt>
                <c:pt idx="19668">
                  <c:v>5.5065900000000001</c:v>
                </c:pt>
                <c:pt idx="19669">
                  <c:v>5.5068999999999999</c:v>
                </c:pt>
                <c:pt idx="19670">
                  <c:v>5.5072000000000001</c:v>
                </c:pt>
                <c:pt idx="19671">
                  <c:v>5.5075099999999999</c:v>
                </c:pt>
                <c:pt idx="19672">
                  <c:v>5.5078100000000001</c:v>
                </c:pt>
                <c:pt idx="19673">
                  <c:v>5.5081199999999999</c:v>
                </c:pt>
                <c:pt idx="19674">
                  <c:v>5.5084200000000001</c:v>
                </c:pt>
                <c:pt idx="19675">
                  <c:v>5.5087299999999999</c:v>
                </c:pt>
                <c:pt idx="19676">
                  <c:v>5.5090300000000001</c:v>
                </c:pt>
                <c:pt idx="19677">
                  <c:v>5.5093399999999999</c:v>
                </c:pt>
                <c:pt idx="19678">
                  <c:v>5.5096400000000001</c:v>
                </c:pt>
                <c:pt idx="19679">
                  <c:v>5.5099499999999999</c:v>
                </c:pt>
                <c:pt idx="19680">
                  <c:v>5.5102500000000001</c:v>
                </c:pt>
                <c:pt idx="19681">
                  <c:v>5.5105599999999999</c:v>
                </c:pt>
                <c:pt idx="19682">
                  <c:v>5.5108699999999997</c:v>
                </c:pt>
                <c:pt idx="19683">
                  <c:v>5.5111699999999999</c:v>
                </c:pt>
                <c:pt idx="19684">
                  <c:v>5.5114799999999997</c:v>
                </c:pt>
                <c:pt idx="19685">
                  <c:v>5.5117799999999999</c:v>
                </c:pt>
                <c:pt idx="19686">
                  <c:v>5.5120899999999997</c:v>
                </c:pt>
                <c:pt idx="19687">
                  <c:v>5.5123899999999999</c:v>
                </c:pt>
                <c:pt idx="19688">
                  <c:v>5.5126999999999997</c:v>
                </c:pt>
                <c:pt idx="19689">
                  <c:v>5.5129999999999999</c:v>
                </c:pt>
                <c:pt idx="19690">
                  <c:v>5.5133099999999997</c:v>
                </c:pt>
                <c:pt idx="19691">
                  <c:v>5.5136099999999999</c:v>
                </c:pt>
                <c:pt idx="19692">
                  <c:v>5.5139199999999997</c:v>
                </c:pt>
                <c:pt idx="19693">
                  <c:v>5.5142199999999999</c:v>
                </c:pt>
                <c:pt idx="19694">
                  <c:v>5.5145299999999997</c:v>
                </c:pt>
                <c:pt idx="19695">
                  <c:v>5.5148400000000004</c:v>
                </c:pt>
                <c:pt idx="19696">
                  <c:v>5.5151399999999997</c:v>
                </c:pt>
                <c:pt idx="19697">
                  <c:v>5.5154500000000004</c:v>
                </c:pt>
                <c:pt idx="19698">
                  <c:v>5.5157499999999997</c:v>
                </c:pt>
                <c:pt idx="19699">
                  <c:v>5.5160600000000004</c:v>
                </c:pt>
                <c:pt idx="19700">
                  <c:v>5.5163599999999997</c:v>
                </c:pt>
                <c:pt idx="19701">
                  <c:v>5.5166700000000004</c:v>
                </c:pt>
                <c:pt idx="19702">
                  <c:v>5.5169699999999997</c:v>
                </c:pt>
                <c:pt idx="19703">
                  <c:v>5.5172800000000004</c:v>
                </c:pt>
                <c:pt idx="19704">
                  <c:v>5.5175799999999997</c:v>
                </c:pt>
                <c:pt idx="19705">
                  <c:v>5.5178900000000004</c:v>
                </c:pt>
                <c:pt idx="19706">
                  <c:v>5.5182000000000002</c:v>
                </c:pt>
                <c:pt idx="19707">
                  <c:v>5.5185000000000004</c:v>
                </c:pt>
                <c:pt idx="19708">
                  <c:v>5.5188100000000002</c:v>
                </c:pt>
                <c:pt idx="19709">
                  <c:v>5.5191100000000004</c:v>
                </c:pt>
                <c:pt idx="19710">
                  <c:v>5.5194200000000002</c:v>
                </c:pt>
                <c:pt idx="19711">
                  <c:v>5.5197200000000004</c:v>
                </c:pt>
                <c:pt idx="19712">
                  <c:v>5.5200300000000002</c:v>
                </c:pt>
                <c:pt idx="19713">
                  <c:v>5.5203300000000004</c:v>
                </c:pt>
                <c:pt idx="19714">
                  <c:v>5.5206400000000002</c:v>
                </c:pt>
                <c:pt idx="19715">
                  <c:v>5.5209400000000004</c:v>
                </c:pt>
                <c:pt idx="19716">
                  <c:v>5.5212500000000002</c:v>
                </c:pt>
                <c:pt idx="19717">
                  <c:v>5.5215500000000004</c:v>
                </c:pt>
                <c:pt idx="19718">
                  <c:v>5.5218600000000002</c:v>
                </c:pt>
                <c:pt idx="19719">
                  <c:v>5.52217</c:v>
                </c:pt>
                <c:pt idx="19720">
                  <c:v>5.5224700000000002</c:v>
                </c:pt>
                <c:pt idx="19721">
                  <c:v>5.52278</c:v>
                </c:pt>
                <c:pt idx="19722">
                  <c:v>5.5230800000000002</c:v>
                </c:pt>
                <c:pt idx="19723">
                  <c:v>5.52339</c:v>
                </c:pt>
                <c:pt idx="19724">
                  <c:v>5.5236900000000002</c:v>
                </c:pt>
                <c:pt idx="19725">
                  <c:v>5.524</c:v>
                </c:pt>
                <c:pt idx="19726">
                  <c:v>5.5243000000000002</c:v>
                </c:pt>
                <c:pt idx="19727">
                  <c:v>5.52461</c:v>
                </c:pt>
                <c:pt idx="19728">
                  <c:v>5.5249100000000002</c:v>
                </c:pt>
                <c:pt idx="19729">
                  <c:v>5.52522</c:v>
                </c:pt>
                <c:pt idx="19730">
                  <c:v>5.5255200000000002</c:v>
                </c:pt>
                <c:pt idx="19731">
                  <c:v>5.52583</c:v>
                </c:pt>
                <c:pt idx="19732">
                  <c:v>5.5261399999999998</c:v>
                </c:pt>
                <c:pt idx="19733">
                  <c:v>5.52644</c:v>
                </c:pt>
                <c:pt idx="19734">
                  <c:v>5.5267499999999998</c:v>
                </c:pt>
                <c:pt idx="19735">
                  <c:v>5.52705</c:v>
                </c:pt>
                <c:pt idx="19736">
                  <c:v>5.5273599999999998</c:v>
                </c:pt>
                <c:pt idx="19737">
                  <c:v>5.52766</c:v>
                </c:pt>
                <c:pt idx="19738">
                  <c:v>5.5279699999999998</c:v>
                </c:pt>
                <c:pt idx="19739">
                  <c:v>5.52827</c:v>
                </c:pt>
                <c:pt idx="19740">
                  <c:v>5.5285799999999998</c:v>
                </c:pt>
                <c:pt idx="19741">
                  <c:v>5.52888</c:v>
                </c:pt>
                <c:pt idx="19742">
                  <c:v>5.5291899999999998</c:v>
                </c:pt>
                <c:pt idx="19743">
                  <c:v>5.52949</c:v>
                </c:pt>
                <c:pt idx="19744">
                  <c:v>5.5297999999999998</c:v>
                </c:pt>
                <c:pt idx="19745">
                  <c:v>5.5301099999999996</c:v>
                </c:pt>
                <c:pt idx="19746">
                  <c:v>5.5304099999999998</c:v>
                </c:pt>
                <c:pt idx="19747">
                  <c:v>5.5307199999999996</c:v>
                </c:pt>
                <c:pt idx="19748">
                  <c:v>5.5310199999999998</c:v>
                </c:pt>
                <c:pt idx="19749">
                  <c:v>5.5313299999999996</c:v>
                </c:pt>
                <c:pt idx="19750">
                  <c:v>5.5316299999999998</c:v>
                </c:pt>
                <c:pt idx="19751">
                  <c:v>5.5319399999999996</c:v>
                </c:pt>
                <c:pt idx="19752">
                  <c:v>5.5322399999999998</c:v>
                </c:pt>
                <c:pt idx="19753">
                  <c:v>5.5325499999999996</c:v>
                </c:pt>
                <c:pt idx="19754">
                  <c:v>5.5328499999999998</c:v>
                </c:pt>
                <c:pt idx="19755">
                  <c:v>5.5331599999999996</c:v>
                </c:pt>
                <c:pt idx="19756">
                  <c:v>5.5334599999999998</c:v>
                </c:pt>
                <c:pt idx="19757">
                  <c:v>5.5337699999999996</c:v>
                </c:pt>
                <c:pt idx="19758">
                  <c:v>5.5340800000000003</c:v>
                </c:pt>
                <c:pt idx="19759">
                  <c:v>5.5343799999999996</c:v>
                </c:pt>
                <c:pt idx="19760">
                  <c:v>5.5346900000000003</c:v>
                </c:pt>
                <c:pt idx="19761">
                  <c:v>5.5349899999999996</c:v>
                </c:pt>
                <c:pt idx="19762">
                  <c:v>5.5353000000000003</c:v>
                </c:pt>
                <c:pt idx="19763">
                  <c:v>5.5355999999999996</c:v>
                </c:pt>
                <c:pt idx="19764">
                  <c:v>5.5359100000000003</c:v>
                </c:pt>
                <c:pt idx="19765">
                  <c:v>5.5362099999999996</c:v>
                </c:pt>
                <c:pt idx="19766">
                  <c:v>5.5365200000000003</c:v>
                </c:pt>
                <c:pt idx="19767">
                  <c:v>5.5368199999999996</c:v>
                </c:pt>
                <c:pt idx="19768">
                  <c:v>5.5371300000000003</c:v>
                </c:pt>
                <c:pt idx="19769">
                  <c:v>5.5374400000000001</c:v>
                </c:pt>
                <c:pt idx="19770">
                  <c:v>5.5377400000000003</c:v>
                </c:pt>
                <c:pt idx="19771">
                  <c:v>5.5380500000000001</c:v>
                </c:pt>
                <c:pt idx="19772">
                  <c:v>5.5383500000000003</c:v>
                </c:pt>
                <c:pt idx="19773">
                  <c:v>5.5386600000000001</c:v>
                </c:pt>
                <c:pt idx="19774">
                  <c:v>5.5389600000000003</c:v>
                </c:pt>
                <c:pt idx="19775">
                  <c:v>5.5392700000000001</c:v>
                </c:pt>
                <c:pt idx="19776">
                  <c:v>5.5395700000000003</c:v>
                </c:pt>
                <c:pt idx="19777">
                  <c:v>5.5398800000000001</c:v>
                </c:pt>
                <c:pt idx="19778">
                  <c:v>5.5401800000000003</c:v>
                </c:pt>
                <c:pt idx="19779">
                  <c:v>5.5404900000000001</c:v>
                </c:pt>
                <c:pt idx="19780">
                  <c:v>5.5407900000000003</c:v>
                </c:pt>
                <c:pt idx="19781">
                  <c:v>5.5411000000000001</c:v>
                </c:pt>
                <c:pt idx="19782">
                  <c:v>5.5414099999999999</c:v>
                </c:pt>
                <c:pt idx="19783">
                  <c:v>5.5417100000000001</c:v>
                </c:pt>
                <c:pt idx="19784">
                  <c:v>5.5420199999999999</c:v>
                </c:pt>
                <c:pt idx="19785">
                  <c:v>5.5423200000000001</c:v>
                </c:pt>
                <c:pt idx="19786">
                  <c:v>5.5426299999999999</c:v>
                </c:pt>
                <c:pt idx="19787">
                  <c:v>5.5429300000000001</c:v>
                </c:pt>
                <c:pt idx="19788">
                  <c:v>5.5432399999999999</c:v>
                </c:pt>
                <c:pt idx="19789">
                  <c:v>5.5435400000000001</c:v>
                </c:pt>
                <c:pt idx="19790">
                  <c:v>5.5438499999999999</c:v>
                </c:pt>
                <c:pt idx="19791">
                  <c:v>5.5441500000000001</c:v>
                </c:pt>
                <c:pt idx="19792">
                  <c:v>5.5444599999999999</c:v>
                </c:pt>
                <c:pt idx="19793">
                  <c:v>5.5447600000000001</c:v>
                </c:pt>
                <c:pt idx="19794">
                  <c:v>5.5450699999999999</c:v>
                </c:pt>
                <c:pt idx="19795">
                  <c:v>5.5453799999999998</c:v>
                </c:pt>
                <c:pt idx="19796">
                  <c:v>5.5456799999999999</c:v>
                </c:pt>
                <c:pt idx="19797">
                  <c:v>5.5459899999999998</c:v>
                </c:pt>
                <c:pt idx="19798">
                  <c:v>5.5462899999999999</c:v>
                </c:pt>
                <c:pt idx="19799">
                  <c:v>5.5465999999999998</c:v>
                </c:pt>
                <c:pt idx="19800">
                  <c:v>5.5468999999999999</c:v>
                </c:pt>
                <c:pt idx="19801">
                  <c:v>5.5472099999999998</c:v>
                </c:pt>
                <c:pt idx="19802">
                  <c:v>5.5475099999999999</c:v>
                </c:pt>
                <c:pt idx="19803">
                  <c:v>5.5478199999999998</c:v>
                </c:pt>
                <c:pt idx="19804">
                  <c:v>5.5481199999999999</c:v>
                </c:pt>
                <c:pt idx="19805">
                  <c:v>5.5484299999999998</c:v>
                </c:pt>
                <c:pt idx="19806">
                  <c:v>5.5487299999999999</c:v>
                </c:pt>
                <c:pt idx="19807">
                  <c:v>5.5490399999999998</c:v>
                </c:pt>
                <c:pt idx="19808">
                  <c:v>5.5493499999999996</c:v>
                </c:pt>
                <c:pt idx="19809">
                  <c:v>5.5496499999999997</c:v>
                </c:pt>
                <c:pt idx="19810">
                  <c:v>5.5499599999999996</c:v>
                </c:pt>
                <c:pt idx="19811">
                  <c:v>5.5502599999999997</c:v>
                </c:pt>
                <c:pt idx="19812">
                  <c:v>5.5505699999999996</c:v>
                </c:pt>
                <c:pt idx="19813">
                  <c:v>5.5508699999999997</c:v>
                </c:pt>
                <c:pt idx="19814">
                  <c:v>5.5511799999999996</c:v>
                </c:pt>
                <c:pt idx="19815">
                  <c:v>5.5514799999999997</c:v>
                </c:pt>
                <c:pt idx="19816">
                  <c:v>5.5517899999999996</c:v>
                </c:pt>
                <c:pt idx="19817">
                  <c:v>5.5520899999999997</c:v>
                </c:pt>
                <c:pt idx="19818">
                  <c:v>5.5523999999999996</c:v>
                </c:pt>
                <c:pt idx="19819">
                  <c:v>5.5526999999999997</c:v>
                </c:pt>
                <c:pt idx="19820">
                  <c:v>5.5530099999999996</c:v>
                </c:pt>
                <c:pt idx="19821">
                  <c:v>5.5533200000000003</c:v>
                </c:pt>
                <c:pt idx="19822">
                  <c:v>5.5536199999999996</c:v>
                </c:pt>
                <c:pt idx="19823">
                  <c:v>5.5539300000000003</c:v>
                </c:pt>
                <c:pt idx="19824">
                  <c:v>5.5542299999999996</c:v>
                </c:pt>
                <c:pt idx="19825">
                  <c:v>5.5545400000000003</c:v>
                </c:pt>
                <c:pt idx="19826">
                  <c:v>5.5548400000000004</c:v>
                </c:pt>
                <c:pt idx="19827">
                  <c:v>5.5551500000000003</c:v>
                </c:pt>
                <c:pt idx="19828">
                  <c:v>5.5554500000000004</c:v>
                </c:pt>
                <c:pt idx="19829">
                  <c:v>5.5557600000000003</c:v>
                </c:pt>
                <c:pt idx="19830">
                  <c:v>5.5560600000000004</c:v>
                </c:pt>
                <c:pt idx="19831">
                  <c:v>5.5563700000000003</c:v>
                </c:pt>
                <c:pt idx="19832">
                  <c:v>5.5566800000000001</c:v>
                </c:pt>
                <c:pt idx="19833">
                  <c:v>5.5569800000000003</c:v>
                </c:pt>
                <c:pt idx="19834">
                  <c:v>5.5572900000000001</c:v>
                </c:pt>
                <c:pt idx="19835">
                  <c:v>5.5575900000000003</c:v>
                </c:pt>
                <c:pt idx="19836">
                  <c:v>5.5579000000000001</c:v>
                </c:pt>
                <c:pt idx="19837">
                  <c:v>5.5582000000000003</c:v>
                </c:pt>
                <c:pt idx="19838">
                  <c:v>5.5585100000000001</c:v>
                </c:pt>
                <c:pt idx="19839">
                  <c:v>5.5588100000000003</c:v>
                </c:pt>
                <c:pt idx="19840">
                  <c:v>5.5591200000000001</c:v>
                </c:pt>
                <c:pt idx="19841">
                  <c:v>5.5594200000000003</c:v>
                </c:pt>
                <c:pt idx="19842">
                  <c:v>5.5597300000000001</c:v>
                </c:pt>
                <c:pt idx="19843">
                  <c:v>5.5600300000000002</c:v>
                </c:pt>
                <c:pt idx="19844">
                  <c:v>5.5603400000000001</c:v>
                </c:pt>
                <c:pt idx="19845">
                  <c:v>5.5606499999999999</c:v>
                </c:pt>
                <c:pt idx="19846">
                  <c:v>5.5609500000000001</c:v>
                </c:pt>
                <c:pt idx="19847">
                  <c:v>5.5612599999999999</c:v>
                </c:pt>
                <c:pt idx="19848">
                  <c:v>5.5615600000000001</c:v>
                </c:pt>
                <c:pt idx="19849">
                  <c:v>5.5618699999999999</c:v>
                </c:pt>
                <c:pt idx="19850">
                  <c:v>5.5621700000000001</c:v>
                </c:pt>
                <c:pt idx="19851">
                  <c:v>5.5624799999999999</c:v>
                </c:pt>
                <c:pt idx="19852">
                  <c:v>5.5627800000000001</c:v>
                </c:pt>
                <c:pt idx="19853">
                  <c:v>5.5630899999999999</c:v>
                </c:pt>
                <c:pt idx="19854">
                  <c:v>5.5633900000000001</c:v>
                </c:pt>
                <c:pt idx="19855">
                  <c:v>5.5636999999999999</c:v>
                </c:pt>
                <c:pt idx="19856">
                  <c:v>5.5640000000000001</c:v>
                </c:pt>
                <c:pt idx="19857">
                  <c:v>5.5643099999999999</c:v>
                </c:pt>
                <c:pt idx="19858">
                  <c:v>5.5646199999999997</c:v>
                </c:pt>
                <c:pt idx="19859">
                  <c:v>5.5649199999999999</c:v>
                </c:pt>
                <c:pt idx="19860">
                  <c:v>5.5652299999999997</c:v>
                </c:pt>
                <c:pt idx="19861">
                  <c:v>5.5655299999999999</c:v>
                </c:pt>
                <c:pt idx="19862">
                  <c:v>5.5658399999999997</c:v>
                </c:pt>
                <c:pt idx="19863">
                  <c:v>5.5661399999999999</c:v>
                </c:pt>
                <c:pt idx="19864">
                  <c:v>5.5664499999999997</c:v>
                </c:pt>
                <c:pt idx="19865">
                  <c:v>5.5667499999999999</c:v>
                </c:pt>
                <c:pt idx="19866">
                  <c:v>5.5670599999999997</c:v>
                </c:pt>
                <c:pt idx="19867">
                  <c:v>5.5673599999999999</c:v>
                </c:pt>
                <c:pt idx="19868">
                  <c:v>5.5676699999999997</c:v>
                </c:pt>
                <c:pt idx="19869">
                  <c:v>5.5679699999999999</c:v>
                </c:pt>
                <c:pt idx="19870">
                  <c:v>5.5682799999999997</c:v>
                </c:pt>
                <c:pt idx="19871">
                  <c:v>5.5685900000000004</c:v>
                </c:pt>
                <c:pt idx="19872">
                  <c:v>5.5688899999999997</c:v>
                </c:pt>
                <c:pt idx="19873">
                  <c:v>5.5692000000000004</c:v>
                </c:pt>
                <c:pt idx="19874">
                  <c:v>5.5694999999999997</c:v>
                </c:pt>
                <c:pt idx="19875">
                  <c:v>5.5698100000000004</c:v>
                </c:pt>
                <c:pt idx="19876">
                  <c:v>5.5701099999999997</c:v>
                </c:pt>
                <c:pt idx="19877">
                  <c:v>5.5704200000000004</c:v>
                </c:pt>
                <c:pt idx="19878">
                  <c:v>5.5707199999999997</c:v>
                </c:pt>
                <c:pt idx="19879">
                  <c:v>5.5710300000000004</c:v>
                </c:pt>
                <c:pt idx="19880">
                  <c:v>5.5713299999999997</c:v>
                </c:pt>
                <c:pt idx="19881">
                  <c:v>5.5716400000000004</c:v>
                </c:pt>
                <c:pt idx="19882">
                  <c:v>5.5719500000000002</c:v>
                </c:pt>
                <c:pt idx="19883">
                  <c:v>5.5722500000000004</c:v>
                </c:pt>
                <c:pt idx="19884">
                  <c:v>5.5725600000000002</c:v>
                </c:pt>
                <c:pt idx="19885">
                  <c:v>5.5728600000000004</c:v>
                </c:pt>
                <c:pt idx="19886">
                  <c:v>5.5731700000000002</c:v>
                </c:pt>
                <c:pt idx="19887">
                  <c:v>5.5734700000000004</c:v>
                </c:pt>
                <c:pt idx="19888">
                  <c:v>5.5737800000000002</c:v>
                </c:pt>
                <c:pt idx="19889">
                  <c:v>5.5740800000000004</c:v>
                </c:pt>
                <c:pt idx="19890">
                  <c:v>5.5743900000000002</c:v>
                </c:pt>
                <c:pt idx="19891">
                  <c:v>5.5746900000000004</c:v>
                </c:pt>
                <c:pt idx="19892">
                  <c:v>5.5750000000000002</c:v>
                </c:pt>
                <c:pt idx="19893">
                  <c:v>5.5753000000000004</c:v>
                </c:pt>
                <c:pt idx="19894">
                  <c:v>5.5756100000000002</c:v>
                </c:pt>
                <c:pt idx="19895">
                  <c:v>5.57592</c:v>
                </c:pt>
                <c:pt idx="19896">
                  <c:v>5.5762200000000002</c:v>
                </c:pt>
                <c:pt idx="19897">
                  <c:v>5.57653</c:v>
                </c:pt>
                <c:pt idx="19898">
                  <c:v>5.5768300000000002</c:v>
                </c:pt>
                <c:pt idx="19899">
                  <c:v>5.57714</c:v>
                </c:pt>
                <c:pt idx="19900">
                  <c:v>5.5774400000000002</c:v>
                </c:pt>
                <c:pt idx="19901">
                  <c:v>5.57775</c:v>
                </c:pt>
                <c:pt idx="19902">
                  <c:v>5.5780500000000002</c:v>
                </c:pt>
                <c:pt idx="19903">
                  <c:v>5.57836</c:v>
                </c:pt>
                <c:pt idx="19904">
                  <c:v>5.5786600000000002</c:v>
                </c:pt>
                <c:pt idx="19905">
                  <c:v>5.57897</c:v>
                </c:pt>
                <c:pt idx="19906">
                  <c:v>5.5792700000000002</c:v>
                </c:pt>
                <c:pt idx="19907">
                  <c:v>5.57958</c:v>
                </c:pt>
                <c:pt idx="19908">
                  <c:v>5.5798899999999998</c:v>
                </c:pt>
                <c:pt idx="19909">
                  <c:v>5.58019</c:v>
                </c:pt>
                <c:pt idx="19910">
                  <c:v>5.5804999999999998</c:v>
                </c:pt>
                <c:pt idx="19911">
                  <c:v>5.5808</c:v>
                </c:pt>
                <c:pt idx="19912">
                  <c:v>5.5811099999999998</c:v>
                </c:pt>
                <c:pt idx="19913">
                  <c:v>5.58141</c:v>
                </c:pt>
                <c:pt idx="19914">
                  <c:v>5.5817199999999998</c:v>
                </c:pt>
                <c:pt idx="19915">
                  <c:v>5.58202</c:v>
                </c:pt>
                <c:pt idx="19916">
                  <c:v>5.5823299999999998</c:v>
                </c:pt>
                <c:pt idx="19917">
                  <c:v>5.58263</c:v>
                </c:pt>
                <c:pt idx="19918">
                  <c:v>5.5829399999999998</c:v>
                </c:pt>
                <c:pt idx="19919">
                  <c:v>5.58324</c:v>
                </c:pt>
                <c:pt idx="19920">
                  <c:v>5.5835499999999998</c:v>
                </c:pt>
                <c:pt idx="19921">
                  <c:v>5.5838599999999996</c:v>
                </c:pt>
                <c:pt idx="19922">
                  <c:v>5.5841599999999998</c:v>
                </c:pt>
                <c:pt idx="19923">
                  <c:v>5.5844699999999996</c:v>
                </c:pt>
                <c:pt idx="19924">
                  <c:v>5.5847699999999998</c:v>
                </c:pt>
                <c:pt idx="19925">
                  <c:v>5.5850799999999996</c:v>
                </c:pt>
                <c:pt idx="19926">
                  <c:v>5.5853799999999998</c:v>
                </c:pt>
                <c:pt idx="19927">
                  <c:v>5.5856899999999996</c:v>
                </c:pt>
                <c:pt idx="19928">
                  <c:v>5.5859899999999998</c:v>
                </c:pt>
                <c:pt idx="19929">
                  <c:v>5.5862999999999996</c:v>
                </c:pt>
                <c:pt idx="19930">
                  <c:v>5.5865999999999998</c:v>
                </c:pt>
                <c:pt idx="19931">
                  <c:v>5.5869099999999996</c:v>
                </c:pt>
                <c:pt idx="19932">
                  <c:v>5.5872099999999998</c:v>
                </c:pt>
                <c:pt idx="19933">
                  <c:v>5.5875199999999996</c:v>
                </c:pt>
                <c:pt idx="19934">
                  <c:v>5.5878300000000003</c:v>
                </c:pt>
                <c:pt idx="19935">
                  <c:v>5.5881299999999996</c:v>
                </c:pt>
                <c:pt idx="19936">
                  <c:v>5.5884400000000003</c:v>
                </c:pt>
                <c:pt idx="19937">
                  <c:v>5.5887399999999996</c:v>
                </c:pt>
                <c:pt idx="19938">
                  <c:v>5.5890500000000003</c:v>
                </c:pt>
                <c:pt idx="19939">
                  <c:v>5.5893499999999996</c:v>
                </c:pt>
                <c:pt idx="19940">
                  <c:v>5.5896600000000003</c:v>
                </c:pt>
                <c:pt idx="19941">
                  <c:v>5.5899599999999996</c:v>
                </c:pt>
                <c:pt idx="19942">
                  <c:v>5.5902700000000003</c:v>
                </c:pt>
                <c:pt idx="19943">
                  <c:v>5.5905699999999996</c:v>
                </c:pt>
                <c:pt idx="19944">
                  <c:v>5.5908800000000003</c:v>
                </c:pt>
                <c:pt idx="19945">
                  <c:v>5.5911900000000001</c:v>
                </c:pt>
                <c:pt idx="19946">
                  <c:v>5.5914900000000003</c:v>
                </c:pt>
                <c:pt idx="19947">
                  <c:v>5.5918000000000001</c:v>
                </c:pt>
                <c:pt idx="19948">
                  <c:v>5.5921000000000003</c:v>
                </c:pt>
                <c:pt idx="19949">
                  <c:v>5.5924100000000001</c:v>
                </c:pt>
                <c:pt idx="19950">
                  <c:v>5.5927100000000003</c:v>
                </c:pt>
                <c:pt idx="19951">
                  <c:v>5.5930200000000001</c:v>
                </c:pt>
                <c:pt idx="19952">
                  <c:v>5.5933200000000003</c:v>
                </c:pt>
                <c:pt idx="19953">
                  <c:v>5.5936300000000001</c:v>
                </c:pt>
                <c:pt idx="19954">
                  <c:v>5.5939300000000003</c:v>
                </c:pt>
                <c:pt idx="19955">
                  <c:v>5.5942400000000001</c:v>
                </c:pt>
                <c:pt idx="19956">
                  <c:v>5.5945400000000003</c:v>
                </c:pt>
                <c:pt idx="19957">
                  <c:v>5.5948500000000001</c:v>
                </c:pt>
                <c:pt idx="19958">
                  <c:v>5.5951599999999999</c:v>
                </c:pt>
                <c:pt idx="19959">
                  <c:v>5.5954600000000001</c:v>
                </c:pt>
                <c:pt idx="19960">
                  <c:v>5.5957699999999999</c:v>
                </c:pt>
                <c:pt idx="19961">
                  <c:v>5.5960700000000001</c:v>
                </c:pt>
                <c:pt idx="19962">
                  <c:v>5.5963799999999999</c:v>
                </c:pt>
                <c:pt idx="19963">
                  <c:v>5.5966800000000001</c:v>
                </c:pt>
                <c:pt idx="19964">
                  <c:v>5.5969899999999999</c:v>
                </c:pt>
                <c:pt idx="19965">
                  <c:v>5.5972900000000001</c:v>
                </c:pt>
                <c:pt idx="19966">
                  <c:v>5.5975999999999999</c:v>
                </c:pt>
                <c:pt idx="19967">
                  <c:v>5.5979000000000001</c:v>
                </c:pt>
                <c:pt idx="19968">
                  <c:v>5.5982099999999999</c:v>
                </c:pt>
                <c:pt idx="19969">
                  <c:v>5.5985100000000001</c:v>
                </c:pt>
                <c:pt idx="19970">
                  <c:v>5.5988199999999999</c:v>
                </c:pt>
                <c:pt idx="19971">
                  <c:v>5.5991299999999997</c:v>
                </c:pt>
                <c:pt idx="19972">
                  <c:v>5.5994299999999999</c:v>
                </c:pt>
                <c:pt idx="19973">
                  <c:v>5.5997399999999997</c:v>
                </c:pt>
                <c:pt idx="19974">
                  <c:v>5.6000399999999999</c:v>
                </c:pt>
                <c:pt idx="19975">
                  <c:v>5.6003499999999997</c:v>
                </c:pt>
                <c:pt idx="19976">
                  <c:v>5.6006499999999999</c:v>
                </c:pt>
                <c:pt idx="19977">
                  <c:v>5.6009599999999997</c:v>
                </c:pt>
                <c:pt idx="19978">
                  <c:v>5.6012599999999999</c:v>
                </c:pt>
                <c:pt idx="19979">
                  <c:v>5.6015699999999997</c:v>
                </c:pt>
                <c:pt idx="19980">
                  <c:v>5.6018699999999999</c:v>
                </c:pt>
                <c:pt idx="19981">
                  <c:v>5.6021799999999997</c:v>
                </c:pt>
                <c:pt idx="19982">
                  <c:v>5.6024799999999999</c:v>
                </c:pt>
                <c:pt idx="19983">
                  <c:v>5.6027899999999997</c:v>
                </c:pt>
                <c:pt idx="19984">
                  <c:v>5.6031000000000004</c:v>
                </c:pt>
                <c:pt idx="19985">
                  <c:v>5.6033999999999997</c:v>
                </c:pt>
                <c:pt idx="19986">
                  <c:v>5.6037100000000004</c:v>
                </c:pt>
                <c:pt idx="19987">
                  <c:v>5.6040099999999997</c:v>
                </c:pt>
                <c:pt idx="19988">
                  <c:v>5.6043200000000004</c:v>
                </c:pt>
                <c:pt idx="19989">
                  <c:v>5.6046199999999997</c:v>
                </c:pt>
                <c:pt idx="19990">
                  <c:v>5.6049300000000004</c:v>
                </c:pt>
                <c:pt idx="19991">
                  <c:v>5.6052299999999997</c:v>
                </c:pt>
                <c:pt idx="19992">
                  <c:v>5.6055400000000004</c:v>
                </c:pt>
                <c:pt idx="19993">
                  <c:v>5.6058399999999997</c:v>
                </c:pt>
                <c:pt idx="19994">
                  <c:v>5.6061500000000004</c:v>
                </c:pt>
                <c:pt idx="19995">
                  <c:v>5.6064499999999997</c:v>
                </c:pt>
                <c:pt idx="19996">
                  <c:v>5.6067600000000004</c:v>
                </c:pt>
                <c:pt idx="19997">
                  <c:v>5.6070700000000002</c:v>
                </c:pt>
                <c:pt idx="19998">
                  <c:v>5.6073700000000004</c:v>
                </c:pt>
                <c:pt idx="19999">
                  <c:v>5.6076800000000002</c:v>
                </c:pt>
                <c:pt idx="20000">
                  <c:v>5.6079800000000004</c:v>
                </c:pt>
                <c:pt idx="20001">
                  <c:v>5.6082900000000002</c:v>
                </c:pt>
                <c:pt idx="20002">
                  <c:v>5.6085900000000004</c:v>
                </c:pt>
                <c:pt idx="20003">
                  <c:v>5.6089000000000002</c:v>
                </c:pt>
                <c:pt idx="20004">
                  <c:v>5.6092000000000004</c:v>
                </c:pt>
                <c:pt idx="20005">
                  <c:v>5.6095100000000002</c:v>
                </c:pt>
                <c:pt idx="20006">
                  <c:v>5.6098100000000004</c:v>
                </c:pt>
                <c:pt idx="20007">
                  <c:v>5.6101200000000002</c:v>
                </c:pt>
                <c:pt idx="20008">
                  <c:v>5.61043</c:v>
                </c:pt>
                <c:pt idx="20009">
                  <c:v>5.6107300000000002</c:v>
                </c:pt>
                <c:pt idx="20010">
                  <c:v>5.61104</c:v>
                </c:pt>
                <c:pt idx="20011">
                  <c:v>5.6113400000000002</c:v>
                </c:pt>
                <c:pt idx="20012">
                  <c:v>5.61165</c:v>
                </c:pt>
                <c:pt idx="20013">
                  <c:v>5.6119500000000002</c:v>
                </c:pt>
                <c:pt idx="20014">
                  <c:v>5.61226</c:v>
                </c:pt>
                <c:pt idx="20015">
                  <c:v>5.6125600000000002</c:v>
                </c:pt>
                <c:pt idx="20016">
                  <c:v>5.61287</c:v>
                </c:pt>
                <c:pt idx="20017">
                  <c:v>5.6131700000000002</c:v>
                </c:pt>
                <c:pt idx="20018">
                  <c:v>5.61348</c:v>
                </c:pt>
                <c:pt idx="20019">
                  <c:v>5.6137800000000002</c:v>
                </c:pt>
                <c:pt idx="20020">
                  <c:v>5.61409</c:v>
                </c:pt>
                <c:pt idx="20021">
                  <c:v>5.6143999999999998</c:v>
                </c:pt>
                <c:pt idx="20022">
                  <c:v>5.6147</c:v>
                </c:pt>
                <c:pt idx="20023">
                  <c:v>5.6150099999999998</c:v>
                </c:pt>
                <c:pt idx="20024">
                  <c:v>5.61531</c:v>
                </c:pt>
                <c:pt idx="20025">
                  <c:v>5.6156199999999998</c:v>
                </c:pt>
                <c:pt idx="20026">
                  <c:v>5.61592</c:v>
                </c:pt>
                <c:pt idx="20027">
                  <c:v>5.6162299999999998</c:v>
                </c:pt>
                <c:pt idx="20028">
                  <c:v>5.61653</c:v>
                </c:pt>
                <c:pt idx="20029">
                  <c:v>5.6168399999999998</c:v>
                </c:pt>
                <c:pt idx="20030">
                  <c:v>5.61714</c:v>
                </c:pt>
                <c:pt idx="20031">
                  <c:v>5.6174499999999998</c:v>
                </c:pt>
                <c:pt idx="20032">
                  <c:v>5.61775</c:v>
                </c:pt>
                <c:pt idx="20033">
                  <c:v>5.6180599999999998</c:v>
                </c:pt>
                <c:pt idx="20034">
                  <c:v>5.6183699999999996</c:v>
                </c:pt>
                <c:pt idx="20035">
                  <c:v>5.6186699999999998</c:v>
                </c:pt>
                <c:pt idx="20036">
                  <c:v>5.6189799999999996</c:v>
                </c:pt>
                <c:pt idx="20037">
                  <c:v>5.6192799999999998</c:v>
                </c:pt>
                <c:pt idx="20038">
                  <c:v>5.6195899999999996</c:v>
                </c:pt>
                <c:pt idx="20039">
                  <c:v>5.6198899999999998</c:v>
                </c:pt>
                <c:pt idx="20040">
                  <c:v>5.6201999999999996</c:v>
                </c:pt>
                <c:pt idx="20041">
                  <c:v>5.6204999999999998</c:v>
                </c:pt>
                <c:pt idx="20042">
                  <c:v>5.6208099999999996</c:v>
                </c:pt>
                <c:pt idx="20043">
                  <c:v>5.6211099999999998</c:v>
                </c:pt>
                <c:pt idx="20044">
                  <c:v>5.6214199999999996</c:v>
                </c:pt>
                <c:pt idx="20045">
                  <c:v>5.6217199999999998</c:v>
                </c:pt>
                <c:pt idx="20046">
                  <c:v>5.6220299999999996</c:v>
                </c:pt>
                <c:pt idx="20047">
                  <c:v>5.6223400000000003</c:v>
                </c:pt>
                <c:pt idx="20048">
                  <c:v>5.6226399999999996</c:v>
                </c:pt>
                <c:pt idx="20049">
                  <c:v>5.6229500000000003</c:v>
                </c:pt>
                <c:pt idx="20050">
                  <c:v>5.6232499999999996</c:v>
                </c:pt>
                <c:pt idx="20051">
                  <c:v>5.6235600000000003</c:v>
                </c:pt>
                <c:pt idx="20052">
                  <c:v>5.6238599999999996</c:v>
                </c:pt>
                <c:pt idx="20053">
                  <c:v>5.6241700000000003</c:v>
                </c:pt>
                <c:pt idx="20054">
                  <c:v>5.6244699999999996</c:v>
                </c:pt>
                <c:pt idx="20055">
                  <c:v>5.6247800000000003</c:v>
                </c:pt>
                <c:pt idx="20056">
                  <c:v>5.6250799999999996</c:v>
                </c:pt>
                <c:pt idx="20057">
                  <c:v>5.6253900000000003</c:v>
                </c:pt>
                <c:pt idx="20058">
                  <c:v>5.6256899999999996</c:v>
                </c:pt>
                <c:pt idx="20059">
                  <c:v>5.6260000000000003</c:v>
                </c:pt>
                <c:pt idx="20060">
                  <c:v>5.6263100000000001</c:v>
                </c:pt>
                <c:pt idx="20061">
                  <c:v>5.6266100000000003</c:v>
                </c:pt>
                <c:pt idx="20062">
                  <c:v>5.6269200000000001</c:v>
                </c:pt>
                <c:pt idx="20063">
                  <c:v>5.6272200000000003</c:v>
                </c:pt>
                <c:pt idx="20064">
                  <c:v>5.6275300000000001</c:v>
                </c:pt>
                <c:pt idx="20065">
                  <c:v>5.6278300000000003</c:v>
                </c:pt>
                <c:pt idx="20066">
                  <c:v>5.6281400000000001</c:v>
                </c:pt>
                <c:pt idx="20067">
                  <c:v>5.6284400000000003</c:v>
                </c:pt>
                <c:pt idx="20068">
                  <c:v>5.6287500000000001</c:v>
                </c:pt>
                <c:pt idx="20069">
                  <c:v>5.6290500000000003</c:v>
                </c:pt>
                <c:pt idx="20070">
                  <c:v>5.6293600000000001</c:v>
                </c:pt>
                <c:pt idx="20071">
                  <c:v>5.62967</c:v>
                </c:pt>
                <c:pt idx="20072">
                  <c:v>5.6299700000000001</c:v>
                </c:pt>
                <c:pt idx="20073">
                  <c:v>5.63028</c:v>
                </c:pt>
                <c:pt idx="20074">
                  <c:v>5.6305800000000001</c:v>
                </c:pt>
                <c:pt idx="20075">
                  <c:v>5.63089</c:v>
                </c:pt>
                <c:pt idx="20076">
                  <c:v>5.6311900000000001</c:v>
                </c:pt>
                <c:pt idx="20077">
                  <c:v>5.6315</c:v>
                </c:pt>
                <c:pt idx="20078">
                  <c:v>5.6318000000000001</c:v>
                </c:pt>
                <c:pt idx="20079">
                  <c:v>5.6321099999999999</c:v>
                </c:pt>
                <c:pt idx="20080">
                  <c:v>5.6324100000000001</c:v>
                </c:pt>
                <c:pt idx="20081">
                  <c:v>5.6327199999999999</c:v>
                </c:pt>
                <c:pt idx="20082">
                  <c:v>5.6330200000000001</c:v>
                </c:pt>
                <c:pt idx="20083">
                  <c:v>5.6333299999999999</c:v>
                </c:pt>
                <c:pt idx="20084">
                  <c:v>5.6336399999999998</c:v>
                </c:pt>
                <c:pt idx="20085">
                  <c:v>5.6339399999999999</c:v>
                </c:pt>
                <c:pt idx="20086">
                  <c:v>5.6342499999999998</c:v>
                </c:pt>
                <c:pt idx="20087">
                  <c:v>5.6345499999999999</c:v>
                </c:pt>
                <c:pt idx="20088">
                  <c:v>5.6348599999999998</c:v>
                </c:pt>
                <c:pt idx="20089">
                  <c:v>5.6351599999999999</c:v>
                </c:pt>
                <c:pt idx="20090">
                  <c:v>5.6354699999999998</c:v>
                </c:pt>
                <c:pt idx="20091">
                  <c:v>5.6357699999999999</c:v>
                </c:pt>
                <c:pt idx="20092">
                  <c:v>5.6360799999999998</c:v>
                </c:pt>
                <c:pt idx="20093">
                  <c:v>5.6363799999999999</c:v>
                </c:pt>
                <c:pt idx="20094">
                  <c:v>5.6366899999999998</c:v>
                </c:pt>
                <c:pt idx="20095">
                  <c:v>5.6369899999999999</c:v>
                </c:pt>
                <c:pt idx="20096">
                  <c:v>5.6372999999999998</c:v>
                </c:pt>
                <c:pt idx="20097">
                  <c:v>5.6376099999999996</c:v>
                </c:pt>
                <c:pt idx="20098">
                  <c:v>5.6379099999999998</c:v>
                </c:pt>
                <c:pt idx="20099">
                  <c:v>5.6382199999999996</c:v>
                </c:pt>
                <c:pt idx="20100">
                  <c:v>5.6385199999999998</c:v>
                </c:pt>
                <c:pt idx="20101">
                  <c:v>5.6388299999999996</c:v>
                </c:pt>
                <c:pt idx="20102">
                  <c:v>5.6391299999999998</c:v>
                </c:pt>
                <c:pt idx="20103">
                  <c:v>5.6394399999999996</c:v>
                </c:pt>
                <c:pt idx="20104">
                  <c:v>5.6397399999999998</c:v>
                </c:pt>
                <c:pt idx="20105">
                  <c:v>5.6400499999999996</c:v>
                </c:pt>
                <c:pt idx="20106">
                  <c:v>5.6403499999999998</c:v>
                </c:pt>
                <c:pt idx="20107">
                  <c:v>5.6406599999999996</c:v>
                </c:pt>
                <c:pt idx="20108">
                  <c:v>5.6409599999999998</c:v>
                </c:pt>
                <c:pt idx="20109">
                  <c:v>5.6412699999999996</c:v>
                </c:pt>
                <c:pt idx="20110">
                  <c:v>5.6415800000000003</c:v>
                </c:pt>
                <c:pt idx="20111">
                  <c:v>5.6418799999999996</c:v>
                </c:pt>
                <c:pt idx="20112">
                  <c:v>5.6421900000000003</c:v>
                </c:pt>
                <c:pt idx="20113">
                  <c:v>5.6424899999999996</c:v>
                </c:pt>
                <c:pt idx="20114">
                  <c:v>5.6428000000000003</c:v>
                </c:pt>
                <c:pt idx="20115">
                  <c:v>5.6430999999999996</c:v>
                </c:pt>
                <c:pt idx="20116">
                  <c:v>5.6434100000000003</c:v>
                </c:pt>
                <c:pt idx="20117">
                  <c:v>5.6437099999999996</c:v>
                </c:pt>
                <c:pt idx="20118">
                  <c:v>5.6440200000000003</c:v>
                </c:pt>
                <c:pt idx="20119">
                  <c:v>5.6443199999999996</c:v>
                </c:pt>
                <c:pt idx="20120">
                  <c:v>5.6446300000000003</c:v>
                </c:pt>
                <c:pt idx="20121">
                  <c:v>5.6449400000000001</c:v>
                </c:pt>
                <c:pt idx="20122">
                  <c:v>5.6452400000000003</c:v>
                </c:pt>
                <c:pt idx="20123">
                  <c:v>5.6455500000000001</c:v>
                </c:pt>
                <c:pt idx="20124">
                  <c:v>5.6458500000000003</c:v>
                </c:pt>
                <c:pt idx="20125">
                  <c:v>5.6461600000000001</c:v>
                </c:pt>
                <c:pt idx="20126">
                  <c:v>5.6464600000000003</c:v>
                </c:pt>
                <c:pt idx="20127">
                  <c:v>5.6467700000000001</c:v>
                </c:pt>
                <c:pt idx="20128">
                  <c:v>5.6470700000000003</c:v>
                </c:pt>
                <c:pt idx="20129">
                  <c:v>5.6473800000000001</c:v>
                </c:pt>
                <c:pt idx="20130">
                  <c:v>5.6476800000000003</c:v>
                </c:pt>
                <c:pt idx="20131">
                  <c:v>5.6479900000000001</c:v>
                </c:pt>
                <c:pt idx="20132">
                  <c:v>5.6482900000000003</c:v>
                </c:pt>
                <c:pt idx="20133">
                  <c:v>5.6486000000000001</c:v>
                </c:pt>
                <c:pt idx="20134">
                  <c:v>5.6489099999999999</c:v>
                </c:pt>
                <c:pt idx="20135">
                  <c:v>5.6492100000000001</c:v>
                </c:pt>
                <c:pt idx="20136">
                  <c:v>5.6495199999999999</c:v>
                </c:pt>
                <c:pt idx="20137">
                  <c:v>5.6498200000000001</c:v>
                </c:pt>
                <c:pt idx="20138">
                  <c:v>5.6501299999999999</c:v>
                </c:pt>
                <c:pt idx="20139">
                  <c:v>5.6504300000000001</c:v>
                </c:pt>
                <c:pt idx="20140">
                  <c:v>5.6507399999999999</c:v>
                </c:pt>
                <c:pt idx="20141">
                  <c:v>5.6510400000000001</c:v>
                </c:pt>
                <c:pt idx="20142">
                  <c:v>5.6513499999999999</c:v>
                </c:pt>
                <c:pt idx="20143">
                  <c:v>5.6516500000000001</c:v>
                </c:pt>
                <c:pt idx="20144">
                  <c:v>5.6519599999999999</c:v>
                </c:pt>
                <c:pt idx="20145">
                  <c:v>5.6522600000000001</c:v>
                </c:pt>
                <c:pt idx="20146">
                  <c:v>5.6525699999999999</c:v>
                </c:pt>
                <c:pt idx="20147">
                  <c:v>5.6528799999999997</c:v>
                </c:pt>
                <c:pt idx="20148">
                  <c:v>5.6531799999999999</c:v>
                </c:pt>
                <c:pt idx="20149">
                  <c:v>5.6534899999999997</c:v>
                </c:pt>
                <c:pt idx="20150">
                  <c:v>5.6537899999999999</c:v>
                </c:pt>
                <c:pt idx="20151">
                  <c:v>5.6540999999999997</c:v>
                </c:pt>
                <c:pt idx="20152">
                  <c:v>5.6543999999999999</c:v>
                </c:pt>
                <c:pt idx="20153">
                  <c:v>5.6547099999999997</c:v>
                </c:pt>
                <c:pt idx="20154">
                  <c:v>5.6550099999999999</c:v>
                </c:pt>
                <c:pt idx="20155">
                  <c:v>5.6553199999999997</c:v>
                </c:pt>
                <c:pt idx="20156">
                  <c:v>5.6556199999999999</c:v>
                </c:pt>
                <c:pt idx="20157">
                  <c:v>5.6559299999999997</c:v>
                </c:pt>
                <c:pt idx="20158">
                  <c:v>5.6562299999999999</c:v>
                </c:pt>
                <c:pt idx="20159">
                  <c:v>5.6565399999999997</c:v>
                </c:pt>
                <c:pt idx="20160">
                  <c:v>5.6568500000000004</c:v>
                </c:pt>
                <c:pt idx="20161">
                  <c:v>5.6571499999999997</c:v>
                </c:pt>
                <c:pt idx="20162">
                  <c:v>5.6574600000000004</c:v>
                </c:pt>
                <c:pt idx="20163">
                  <c:v>5.6577599999999997</c:v>
                </c:pt>
                <c:pt idx="20164">
                  <c:v>5.6580700000000004</c:v>
                </c:pt>
                <c:pt idx="20165">
                  <c:v>5.6583699999999997</c:v>
                </c:pt>
                <c:pt idx="20166">
                  <c:v>5.6586800000000004</c:v>
                </c:pt>
                <c:pt idx="20167">
                  <c:v>5.6589799999999997</c:v>
                </c:pt>
                <c:pt idx="20168">
                  <c:v>5.6592900000000004</c:v>
                </c:pt>
                <c:pt idx="20169">
                  <c:v>5.6595899999999997</c:v>
                </c:pt>
                <c:pt idx="20170">
                  <c:v>5.6599000000000004</c:v>
                </c:pt>
                <c:pt idx="20171">
                  <c:v>5.6601999999999997</c:v>
                </c:pt>
                <c:pt idx="20172">
                  <c:v>5.6605100000000004</c:v>
                </c:pt>
                <c:pt idx="20173">
                  <c:v>5.6608200000000002</c:v>
                </c:pt>
                <c:pt idx="20174">
                  <c:v>5.6611200000000004</c:v>
                </c:pt>
                <c:pt idx="20175">
                  <c:v>5.6614300000000002</c:v>
                </c:pt>
                <c:pt idx="20176">
                  <c:v>5.6617300000000004</c:v>
                </c:pt>
                <c:pt idx="20177">
                  <c:v>5.6620400000000002</c:v>
                </c:pt>
                <c:pt idx="20178">
                  <c:v>5.6623400000000004</c:v>
                </c:pt>
                <c:pt idx="20179">
                  <c:v>5.6626500000000002</c:v>
                </c:pt>
                <c:pt idx="20180">
                  <c:v>5.6629500000000004</c:v>
                </c:pt>
                <c:pt idx="20181">
                  <c:v>5.6632600000000002</c:v>
                </c:pt>
                <c:pt idx="20182">
                  <c:v>5.6635600000000004</c:v>
                </c:pt>
                <c:pt idx="20183">
                  <c:v>5.6638700000000002</c:v>
                </c:pt>
                <c:pt idx="20184">
                  <c:v>5.66418</c:v>
                </c:pt>
                <c:pt idx="20185">
                  <c:v>5.6644800000000002</c:v>
                </c:pt>
                <c:pt idx="20186">
                  <c:v>5.66479</c:v>
                </c:pt>
                <c:pt idx="20187">
                  <c:v>5.6650900000000002</c:v>
                </c:pt>
                <c:pt idx="20188">
                  <c:v>5.6654</c:v>
                </c:pt>
                <c:pt idx="20189">
                  <c:v>5.6657000000000002</c:v>
                </c:pt>
                <c:pt idx="20190">
                  <c:v>5.66601</c:v>
                </c:pt>
                <c:pt idx="20191">
                  <c:v>5.6663100000000002</c:v>
                </c:pt>
                <c:pt idx="20192">
                  <c:v>5.66662</c:v>
                </c:pt>
                <c:pt idx="20193">
                  <c:v>5.6669200000000002</c:v>
                </c:pt>
                <c:pt idx="20194">
                  <c:v>5.66723</c:v>
                </c:pt>
                <c:pt idx="20195">
                  <c:v>5.6675300000000002</c:v>
                </c:pt>
                <c:pt idx="20196">
                  <c:v>5.66784</c:v>
                </c:pt>
                <c:pt idx="20197">
                  <c:v>5.6681499999999998</c:v>
                </c:pt>
                <c:pt idx="20198">
                  <c:v>5.66845</c:v>
                </c:pt>
                <c:pt idx="20199">
                  <c:v>5.6687599999999998</c:v>
                </c:pt>
                <c:pt idx="20200">
                  <c:v>5.66906</c:v>
                </c:pt>
                <c:pt idx="20201">
                  <c:v>5.6693699999999998</c:v>
                </c:pt>
                <c:pt idx="20202">
                  <c:v>5.66967</c:v>
                </c:pt>
                <c:pt idx="20203">
                  <c:v>5.6699799999999998</c:v>
                </c:pt>
                <c:pt idx="20204">
                  <c:v>5.67028</c:v>
                </c:pt>
                <c:pt idx="20205">
                  <c:v>5.6705899999999998</c:v>
                </c:pt>
                <c:pt idx="20206">
                  <c:v>5.67089</c:v>
                </c:pt>
                <c:pt idx="20207">
                  <c:v>5.6711999999999998</c:v>
                </c:pt>
                <c:pt idx="20208">
                  <c:v>5.6715</c:v>
                </c:pt>
                <c:pt idx="20209">
                  <c:v>5.6718099999999998</c:v>
                </c:pt>
                <c:pt idx="20210">
                  <c:v>5.6721199999999996</c:v>
                </c:pt>
                <c:pt idx="20211">
                  <c:v>5.6724199999999998</c:v>
                </c:pt>
                <c:pt idx="20212">
                  <c:v>5.6727299999999996</c:v>
                </c:pt>
                <c:pt idx="20213">
                  <c:v>5.6730299999999998</c:v>
                </c:pt>
                <c:pt idx="20214">
                  <c:v>5.6733399999999996</c:v>
                </c:pt>
                <c:pt idx="20215">
                  <c:v>5.6736399999999998</c:v>
                </c:pt>
                <c:pt idx="20216">
                  <c:v>5.6739499999999996</c:v>
                </c:pt>
                <c:pt idx="20217">
                  <c:v>5.6742499999999998</c:v>
                </c:pt>
                <c:pt idx="20218">
                  <c:v>5.6745599999999996</c:v>
                </c:pt>
                <c:pt idx="20219">
                  <c:v>5.6748599999999998</c:v>
                </c:pt>
                <c:pt idx="20220">
                  <c:v>5.6751699999999996</c:v>
                </c:pt>
                <c:pt idx="20221">
                  <c:v>5.6754699999999998</c:v>
                </c:pt>
                <c:pt idx="20222">
                  <c:v>5.6757799999999996</c:v>
                </c:pt>
                <c:pt idx="20223">
                  <c:v>5.6760900000000003</c:v>
                </c:pt>
                <c:pt idx="20224">
                  <c:v>5.6763899999999996</c:v>
                </c:pt>
                <c:pt idx="20225">
                  <c:v>5.6767000000000003</c:v>
                </c:pt>
                <c:pt idx="20226">
                  <c:v>5.6769999999999996</c:v>
                </c:pt>
                <c:pt idx="20227">
                  <c:v>5.6773100000000003</c:v>
                </c:pt>
                <c:pt idx="20228">
                  <c:v>5.6776099999999996</c:v>
                </c:pt>
                <c:pt idx="20229">
                  <c:v>5.6779200000000003</c:v>
                </c:pt>
                <c:pt idx="20230">
                  <c:v>5.6782199999999996</c:v>
                </c:pt>
                <c:pt idx="20231">
                  <c:v>5.6785300000000003</c:v>
                </c:pt>
                <c:pt idx="20232">
                  <c:v>5.6788299999999996</c:v>
                </c:pt>
                <c:pt idx="20233">
                  <c:v>5.6791400000000003</c:v>
                </c:pt>
                <c:pt idx="20234">
                  <c:v>5.6794399999999996</c:v>
                </c:pt>
                <c:pt idx="20235">
                  <c:v>5.6797500000000003</c:v>
                </c:pt>
                <c:pt idx="20236">
                  <c:v>5.6800600000000001</c:v>
                </c:pt>
                <c:pt idx="20237">
                  <c:v>5.6803600000000003</c:v>
                </c:pt>
                <c:pt idx="20238">
                  <c:v>5.6806700000000001</c:v>
                </c:pt>
                <c:pt idx="20239">
                  <c:v>5.6809700000000003</c:v>
                </c:pt>
                <c:pt idx="20240">
                  <c:v>5.6812800000000001</c:v>
                </c:pt>
                <c:pt idx="20241">
                  <c:v>5.6815800000000003</c:v>
                </c:pt>
                <c:pt idx="20242">
                  <c:v>5.6818900000000001</c:v>
                </c:pt>
                <c:pt idx="20243">
                  <c:v>5.6821900000000003</c:v>
                </c:pt>
                <c:pt idx="20244">
                  <c:v>5.6825000000000001</c:v>
                </c:pt>
                <c:pt idx="20245">
                  <c:v>5.6828000000000003</c:v>
                </c:pt>
                <c:pt idx="20246">
                  <c:v>5.6831100000000001</c:v>
                </c:pt>
                <c:pt idx="20247">
                  <c:v>5.6834199999999999</c:v>
                </c:pt>
                <c:pt idx="20248">
                  <c:v>5.6837200000000001</c:v>
                </c:pt>
                <c:pt idx="20249">
                  <c:v>5.6840299999999999</c:v>
                </c:pt>
                <c:pt idx="20250">
                  <c:v>5.6843300000000001</c:v>
                </c:pt>
                <c:pt idx="20251">
                  <c:v>5.6846399999999999</c:v>
                </c:pt>
                <c:pt idx="20252">
                  <c:v>5.6849400000000001</c:v>
                </c:pt>
                <c:pt idx="20253">
                  <c:v>5.6852499999999999</c:v>
                </c:pt>
                <c:pt idx="20254">
                  <c:v>5.6855500000000001</c:v>
                </c:pt>
                <c:pt idx="20255">
                  <c:v>5.6858599999999999</c:v>
                </c:pt>
                <c:pt idx="20256">
                  <c:v>5.6861600000000001</c:v>
                </c:pt>
                <c:pt idx="20257">
                  <c:v>5.6864699999999999</c:v>
                </c:pt>
                <c:pt idx="20258">
                  <c:v>5.6867700000000001</c:v>
                </c:pt>
                <c:pt idx="20259">
                  <c:v>5.6870799999999999</c:v>
                </c:pt>
                <c:pt idx="20260">
                  <c:v>5.6873899999999997</c:v>
                </c:pt>
                <c:pt idx="20261">
                  <c:v>5.6876899999999999</c:v>
                </c:pt>
                <c:pt idx="20262">
                  <c:v>5.6879999999999997</c:v>
                </c:pt>
                <c:pt idx="20263">
                  <c:v>5.6882999999999999</c:v>
                </c:pt>
                <c:pt idx="20264">
                  <c:v>5.6886099999999997</c:v>
                </c:pt>
                <c:pt idx="20265">
                  <c:v>5.6889099999999999</c:v>
                </c:pt>
                <c:pt idx="20266">
                  <c:v>5.6892199999999997</c:v>
                </c:pt>
                <c:pt idx="20267">
                  <c:v>5.6895199999999999</c:v>
                </c:pt>
                <c:pt idx="20268">
                  <c:v>5.6898299999999997</c:v>
                </c:pt>
                <c:pt idx="20269">
                  <c:v>5.6901299999999999</c:v>
                </c:pt>
                <c:pt idx="20270">
                  <c:v>5.6904399999999997</c:v>
                </c:pt>
                <c:pt idx="20271">
                  <c:v>5.6907399999999999</c:v>
                </c:pt>
                <c:pt idx="20272">
                  <c:v>5.6910499999999997</c:v>
                </c:pt>
                <c:pt idx="20273">
                  <c:v>5.6913600000000004</c:v>
                </c:pt>
                <c:pt idx="20274">
                  <c:v>5.6916599999999997</c:v>
                </c:pt>
                <c:pt idx="20275">
                  <c:v>5.6919700000000004</c:v>
                </c:pt>
                <c:pt idx="20276">
                  <c:v>5.6922699999999997</c:v>
                </c:pt>
                <c:pt idx="20277">
                  <c:v>5.6925800000000004</c:v>
                </c:pt>
                <c:pt idx="20278">
                  <c:v>5.6928799999999997</c:v>
                </c:pt>
                <c:pt idx="20279">
                  <c:v>5.6931900000000004</c:v>
                </c:pt>
                <c:pt idx="20280">
                  <c:v>5.6934899999999997</c:v>
                </c:pt>
                <c:pt idx="20281">
                  <c:v>5.6938000000000004</c:v>
                </c:pt>
                <c:pt idx="20282">
                  <c:v>5.6940999999999997</c:v>
                </c:pt>
                <c:pt idx="20283">
                  <c:v>5.6944100000000004</c:v>
                </c:pt>
                <c:pt idx="20284">
                  <c:v>5.6947099999999997</c:v>
                </c:pt>
                <c:pt idx="20285">
                  <c:v>5.6950200000000004</c:v>
                </c:pt>
                <c:pt idx="20286">
                  <c:v>5.6953300000000002</c:v>
                </c:pt>
                <c:pt idx="20287">
                  <c:v>5.6956300000000004</c:v>
                </c:pt>
                <c:pt idx="20288">
                  <c:v>5.6959400000000002</c:v>
                </c:pt>
                <c:pt idx="20289">
                  <c:v>5.6962400000000004</c:v>
                </c:pt>
                <c:pt idx="20290">
                  <c:v>5.6965500000000002</c:v>
                </c:pt>
                <c:pt idx="20291">
                  <c:v>5.6968500000000004</c:v>
                </c:pt>
                <c:pt idx="20292">
                  <c:v>5.6971600000000002</c:v>
                </c:pt>
                <c:pt idx="20293">
                  <c:v>5.6974600000000004</c:v>
                </c:pt>
                <c:pt idx="20294">
                  <c:v>5.6977700000000002</c:v>
                </c:pt>
                <c:pt idx="20295">
                  <c:v>5.6980700000000004</c:v>
                </c:pt>
                <c:pt idx="20296">
                  <c:v>5.6983800000000002</c:v>
                </c:pt>
                <c:pt idx="20297">
                  <c:v>5.69869</c:v>
                </c:pt>
                <c:pt idx="20298">
                  <c:v>5.6989900000000002</c:v>
                </c:pt>
                <c:pt idx="20299">
                  <c:v>5.6993</c:v>
                </c:pt>
                <c:pt idx="20300">
                  <c:v>5.6996000000000002</c:v>
                </c:pt>
                <c:pt idx="20301">
                  <c:v>5.69991</c:v>
                </c:pt>
                <c:pt idx="20302">
                  <c:v>5.7002100000000002</c:v>
                </c:pt>
                <c:pt idx="20303">
                  <c:v>5.70052</c:v>
                </c:pt>
                <c:pt idx="20304">
                  <c:v>5.7008200000000002</c:v>
                </c:pt>
                <c:pt idx="20305">
                  <c:v>5.70113</c:v>
                </c:pt>
                <c:pt idx="20306">
                  <c:v>5.7014300000000002</c:v>
                </c:pt>
                <c:pt idx="20307">
                  <c:v>5.70174</c:v>
                </c:pt>
                <c:pt idx="20308">
                  <c:v>5.7020400000000002</c:v>
                </c:pt>
                <c:pt idx="20309">
                  <c:v>5.70235</c:v>
                </c:pt>
                <c:pt idx="20310">
                  <c:v>5.7026599999999998</c:v>
                </c:pt>
                <c:pt idx="20311">
                  <c:v>5.70296</c:v>
                </c:pt>
                <c:pt idx="20312">
                  <c:v>5.7032699999999998</c:v>
                </c:pt>
                <c:pt idx="20313">
                  <c:v>5.70357</c:v>
                </c:pt>
                <c:pt idx="20314">
                  <c:v>5.7038799999999998</c:v>
                </c:pt>
                <c:pt idx="20315">
                  <c:v>5.70418</c:v>
                </c:pt>
                <c:pt idx="20316">
                  <c:v>5.7044899999999998</c:v>
                </c:pt>
                <c:pt idx="20317">
                  <c:v>5.70479</c:v>
                </c:pt>
                <c:pt idx="20318">
                  <c:v>5.7050999999999998</c:v>
                </c:pt>
                <c:pt idx="20319">
                  <c:v>5.7054</c:v>
                </c:pt>
                <c:pt idx="20320">
                  <c:v>5.7057099999999998</c:v>
                </c:pt>
                <c:pt idx="20321">
                  <c:v>5.70601</c:v>
                </c:pt>
                <c:pt idx="20322">
                  <c:v>5.7063199999999998</c:v>
                </c:pt>
                <c:pt idx="20323">
                  <c:v>5.7066299999999996</c:v>
                </c:pt>
                <c:pt idx="20324">
                  <c:v>5.7069299999999998</c:v>
                </c:pt>
                <c:pt idx="20325">
                  <c:v>5.7072399999999996</c:v>
                </c:pt>
                <c:pt idx="20326">
                  <c:v>5.7075399999999998</c:v>
                </c:pt>
                <c:pt idx="20327">
                  <c:v>5.7078499999999996</c:v>
                </c:pt>
                <c:pt idx="20328">
                  <c:v>5.7081499999999998</c:v>
                </c:pt>
                <c:pt idx="20329">
                  <c:v>5.7084599999999996</c:v>
                </c:pt>
                <c:pt idx="20330">
                  <c:v>5.7087599999999998</c:v>
                </c:pt>
                <c:pt idx="20331">
                  <c:v>5.7090699999999996</c:v>
                </c:pt>
                <c:pt idx="20332">
                  <c:v>5.7093699999999998</c:v>
                </c:pt>
                <c:pt idx="20333">
                  <c:v>5.7096799999999996</c:v>
                </c:pt>
                <c:pt idx="20334">
                  <c:v>5.7099799999999998</c:v>
                </c:pt>
                <c:pt idx="20335">
                  <c:v>5.7102899999999996</c:v>
                </c:pt>
                <c:pt idx="20336">
                  <c:v>5.7106000000000003</c:v>
                </c:pt>
                <c:pt idx="20337">
                  <c:v>5.7108999999999996</c:v>
                </c:pt>
                <c:pt idx="20338">
                  <c:v>5.7112100000000003</c:v>
                </c:pt>
                <c:pt idx="20339">
                  <c:v>5.7115099999999996</c:v>
                </c:pt>
                <c:pt idx="20340">
                  <c:v>5.7118200000000003</c:v>
                </c:pt>
                <c:pt idx="20341">
                  <c:v>5.7121199999999996</c:v>
                </c:pt>
                <c:pt idx="20342">
                  <c:v>5.7124300000000003</c:v>
                </c:pt>
                <c:pt idx="20343">
                  <c:v>5.7127299999999996</c:v>
                </c:pt>
                <c:pt idx="20344">
                  <c:v>5.7130400000000003</c:v>
                </c:pt>
                <c:pt idx="20345">
                  <c:v>5.7133399999999996</c:v>
                </c:pt>
                <c:pt idx="20346">
                  <c:v>5.7136500000000003</c:v>
                </c:pt>
                <c:pt idx="20347">
                  <c:v>5.7139499999999996</c:v>
                </c:pt>
                <c:pt idx="20348">
                  <c:v>5.7142600000000003</c:v>
                </c:pt>
                <c:pt idx="20349">
                  <c:v>5.7145700000000001</c:v>
                </c:pt>
                <c:pt idx="20350">
                  <c:v>5.7148700000000003</c:v>
                </c:pt>
                <c:pt idx="20351">
                  <c:v>5.7151800000000001</c:v>
                </c:pt>
                <c:pt idx="20352">
                  <c:v>5.7154800000000003</c:v>
                </c:pt>
                <c:pt idx="20353">
                  <c:v>5.7157900000000001</c:v>
                </c:pt>
                <c:pt idx="20354">
                  <c:v>5.7160900000000003</c:v>
                </c:pt>
                <c:pt idx="20355">
                  <c:v>5.7164000000000001</c:v>
                </c:pt>
                <c:pt idx="20356">
                  <c:v>5.7167000000000003</c:v>
                </c:pt>
                <c:pt idx="20357">
                  <c:v>5.7170100000000001</c:v>
                </c:pt>
                <c:pt idx="20358">
                  <c:v>5.7173100000000003</c:v>
                </c:pt>
                <c:pt idx="20359">
                  <c:v>5.7176200000000001</c:v>
                </c:pt>
                <c:pt idx="20360">
                  <c:v>5.71793</c:v>
                </c:pt>
                <c:pt idx="20361">
                  <c:v>5.7182300000000001</c:v>
                </c:pt>
                <c:pt idx="20362">
                  <c:v>5.71854</c:v>
                </c:pt>
                <c:pt idx="20363">
                  <c:v>5.7188400000000001</c:v>
                </c:pt>
                <c:pt idx="20364">
                  <c:v>5.71915</c:v>
                </c:pt>
                <c:pt idx="20365">
                  <c:v>5.7194500000000001</c:v>
                </c:pt>
                <c:pt idx="20366">
                  <c:v>5.71976</c:v>
                </c:pt>
                <c:pt idx="20367">
                  <c:v>5.7200600000000001</c:v>
                </c:pt>
                <c:pt idx="20368">
                  <c:v>5.72037</c:v>
                </c:pt>
                <c:pt idx="20369">
                  <c:v>5.7206700000000001</c:v>
                </c:pt>
                <c:pt idx="20370">
                  <c:v>5.72098</c:v>
                </c:pt>
                <c:pt idx="20371">
                  <c:v>5.7212800000000001</c:v>
                </c:pt>
                <c:pt idx="20372">
                  <c:v>5.72159</c:v>
                </c:pt>
                <c:pt idx="20373">
                  <c:v>5.7218999999999998</c:v>
                </c:pt>
                <c:pt idx="20374">
                  <c:v>5.7222</c:v>
                </c:pt>
                <c:pt idx="20375">
                  <c:v>5.7225099999999998</c:v>
                </c:pt>
                <c:pt idx="20376">
                  <c:v>5.72281</c:v>
                </c:pt>
                <c:pt idx="20377">
                  <c:v>5.7231199999999998</c:v>
                </c:pt>
                <c:pt idx="20378">
                  <c:v>5.72342</c:v>
                </c:pt>
                <c:pt idx="20379">
                  <c:v>5.7237299999999998</c:v>
                </c:pt>
                <c:pt idx="20380">
                  <c:v>5.72403</c:v>
                </c:pt>
                <c:pt idx="20381">
                  <c:v>5.7243399999999998</c:v>
                </c:pt>
                <c:pt idx="20382">
                  <c:v>5.72464</c:v>
                </c:pt>
                <c:pt idx="20383">
                  <c:v>5.7249499999999998</c:v>
                </c:pt>
                <c:pt idx="20384">
                  <c:v>5.72525</c:v>
                </c:pt>
                <c:pt idx="20385">
                  <c:v>5.7255599999999998</c:v>
                </c:pt>
                <c:pt idx="20386">
                  <c:v>5.7258699999999996</c:v>
                </c:pt>
                <c:pt idx="20387">
                  <c:v>5.7261699999999998</c:v>
                </c:pt>
                <c:pt idx="20388">
                  <c:v>5.7264799999999996</c:v>
                </c:pt>
                <c:pt idx="20389">
                  <c:v>5.7267799999999998</c:v>
                </c:pt>
                <c:pt idx="20390">
                  <c:v>5.7270899999999996</c:v>
                </c:pt>
                <c:pt idx="20391">
                  <c:v>5.7273899999999998</c:v>
                </c:pt>
                <c:pt idx="20392">
                  <c:v>5.7276999999999996</c:v>
                </c:pt>
                <c:pt idx="20393">
                  <c:v>5.7279999999999998</c:v>
                </c:pt>
                <c:pt idx="20394">
                  <c:v>5.7283099999999996</c:v>
                </c:pt>
                <c:pt idx="20395">
                  <c:v>5.7286099999999998</c:v>
                </c:pt>
                <c:pt idx="20396">
                  <c:v>5.7289199999999996</c:v>
                </c:pt>
                <c:pt idx="20397">
                  <c:v>5.7292199999999998</c:v>
                </c:pt>
                <c:pt idx="20398">
                  <c:v>5.7295299999999996</c:v>
                </c:pt>
                <c:pt idx="20399">
                  <c:v>5.7298400000000003</c:v>
                </c:pt>
                <c:pt idx="20400">
                  <c:v>5.7301399999999996</c:v>
                </c:pt>
                <c:pt idx="20401">
                  <c:v>5.7304500000000003</c:v>
                </c:pt>
                <c:pt idx="20402">
                  <c:v>5.7307499999999996</c:v>
                </c:pt>
                <c:pt idx="20403">
                  <c:v>5.7310600000000003</c:v>
                </c:pt>
                <c:pt idx="20404">
                  <c:v>5.7313599999999996</c:v>
                </c:pt>
                <c:pt idx="20405">
                  <c:v>5.7316700000000003</c:v>
                </c:pt>
                <c:pt idx="20406">
                  <c:v>5.7319699999999996</c:v>
                </c:pt>
                <c:pt idx="20407">
                  <c:v>5.7322800000000003</c:v>
                </c:pt>
                <c:pt idx="20408">
                  <c:v>5.7325799999999996</c:v>
                </c:pt>
                <c:pt idx="20409">
                  <c:v>5.7328900000000003</c:v>
                </c:pt>
                <c:pt idx="20410">
                  <c:v>5.7331899999999996</c:v>
                </c:pt>
                <c:pt idx="20411">
                  <c:v>5.7335000000000003</c:v>
                </c:pt>
                <c:pt idx="20412">
                  <c:v>5.7338100000000001</c:v>
                </c:pt>
                <c:pt idx="20413">
                  <c:v>5.7341100000000003</c:v>
                </c:pt>
                <c:pt idx="20414">
                  <c:v>5.7344200000000001</c:v>
                </c:pt>
                <c:pt idx="20415">
                  <c:v>5.7347200000000003</c:v>
                </c:pt>
                <c:pt idx="20416">
                  <c:v>5.7350300000000001</c:v>
                </c:pt>
                <c:pt idx="20417">
                  <c:v>5.7353300000000003</c:v>
                </c:pt>
                <c:pt idx="20418">
                  <c:v>5.7356400000000001</c:v>
                </c:pt>
                <c:pt idx="20419">
                  <c:v>5.7359400000000003</c:v>
                </c:pt>
                <c:pt idx="20420">
                  <c:v>5.7362500000000001</c:v>
                </c:pt>
                <c:pt idx="20421">
                  <c:v>5.7365500000000003</c:v>
                </c:pt>
                <c:pt idx="20422">
                  <c:v>5.7368600000000001</c:v>
                </c:pt>
                <c:pt idx="20423">
                  <c:v>5.7371699999999999</c:v>
                </c:pt>
                <c:pt idx="20424">
                  <c:v>5.7374700000000001</c:v>
                </c:pt>
                <c:pt idx="20425">
                  <c:v>5.7377799999999999</c:v>
                </c:pt>
                <c:pt idx="20426">
                  <c:v>5.7380800000000001</c:v>
                </c:pt>
                <c:pt idx="20427">
                  <c:v>5.7383899999999999</c:v>
                </c:pt>
                <c:pt idx="20428">
                  <c:v>5.7386900000000001</c:v>
                </c:pt>
                <c:pt idx="20429">
                  <c:v>5.7389999999999999</c:v>
                </c:pt>
                <c:pt idx="20430">
                  <c:v>5.7393000000000001</c:v>
                </c:pt>
                <c:pt idx="20431">
                  <c:v>5.7396099999999999</c:v>
                </c:pt>
                <c:pt idx="20432">
                  <c:v>5.7399100000000001</c:v>
                </c:pt>
                <c:pt idx="20433">
                  <c:v>5.7402199999999999</c:v>
                </c:pt>
                <c:pt idx="20434">
                  <c:v>5.7405200000000001</c:v>
                </c:pt>
                <c:pt idx="20435">
                  <c:v>5.7408299999999999</c:v>
                </c:pt>
                <c:pt idx="20436">
                  <c:v>5.7411399999999997</c:v>
                </c:pt>
                <c:pt idx="20437">
                  <c:v>5.7414399999999999</c:v>
                </c:pt>
                <c:pt idx="20438">
                  <c:v>5.7417499999999997</c:v>
                </c:pt>
                <c:pt idx="20439">
                  <c:v>5.7420499999999999</c:v>
                </c:pt>
                <c:pt idx="20440">
                  <c:v>5.7423599999999997</c:v>
                </c:pt>
                <c:pt idx="20441">
                  <c:v>5.7426599999999999</c:v>
                </c:pt>
                <c:pt idx="20442">
                  <c:v>5.7429699999999997</c:v>
                </c:pt>
                <c:pt idx="20443">
                  <c:v>5.7432699999999999</c:v>
                </c:pt>
                <c:pt idx="20444">
                  <c:v>5.7435799999999997</c:v>
                </c:pt>
                <c:pt idx="20445">
                  <c:v>5.7438799999999999</c:v>
                </c:pt>
                <c:pt idx="20446">
                  <c:v>5.7441899999999997</c:v>
                </c:pt>
                <c:pt idx="20447">
                  <c:v>5.7444899999999999</c:v>
                </c:pt>
                <c:pt idx="20448">
                  <c:v>5.7447999999999997</c:v>
                </c:pt>
                <c:pt idx="20449">
                  <c:v>5.7451100000000004</c:v>
                </c:pt>
                <c:pt idx="20450">
                  <c:v>5.7454099999999997</c:v>
                </c:pt>
                <c:pt idx="20451">
                  <c:v>5.7457200000000004</c:v>
                </c:pt>
                <c:pt idx="20452">
                  <c:v>5.7460199999999997</c:v>
                </c:pt>
                <c:pt idx="20453">
                  <c:v>5.7463300000000004</c:v>
                </c:pt>
                <c:pt idx="20454">
                  <c:v>5.7466299999999997</c:v>
                </c:pt>
                <c:pt idx="20455">
                  <c:v>5.7469400000000004</c:v>
                </c:pt>
                <c:pt idx="20456">
                  <c:v>5.7472399999999997</c:v>
                </c:pt>
                <c:pt idx="20457">
                  <c:v>5.7475500000000004</c:v>
                </c:pt>
                <c:pt idx="20458">
                  <c:v>5.7478499999999997</c:v>
                </c:pt>
                <c:pt idx="20459">
                  <c:v>5.7481600000000004</c:v>
                </c:pt>
                <c:pt idx="20460">
                  <c:v>5.7484599999999997</c:v>
                </c:pt>
                <c:pt idx="20461">
                  <c:v>5.7487700000000004</c:v>
                </c:pt>
                <c:pt idx="20462">
                  <c:v>5.7490800000000002</c:v>
                </c:pt>
                <c:pt idx="20463">
                  <c:v>5.7493800000000004</c:v>
                </c:pt>
                <c:pt idx="20464">
                  <c:v>5.7496900000000002</c:v>
                </c:pt>
                <c:pt idx="20465">
                  <c:v>5.7499900000000004</c:v>
                </c:pt>
                <c:pt idx="20466">
                  <c:v>5.7503000000000002</c:v>
                </c:pt>
                <c:pt idx="20467">
                  <c:v>5.7506000000000004</c:v>
                </c:pt>
                <c:pt idx="20468">
                  <c:v>5.7509100000000002</c:v>
                </c:pt>
                <c:pt idx="20469">
                  <c:v>5.7512100000000004</c:v>
                </c:pt>
                <c:pt idx="20470">
                  <c:v>5.7515200000000002</c:v>
                </c:pt>
                <c:pt idx="20471">
                  <c:v>5.7518200000000004</c:v>
                </c:pt>
                <c:pt idx="20472">
                  <c:v>5.7521300000000002</c:v>
                </c:pt>
                <c:pt idx="20473">
                  <c:v>5.75244</c:v>
                </c:pt>
                <c:pt idx="20474">
                  <c:v>5.7527400000000002</c:v>
                </c:pt>
                <c:pt idx="20475">
                  <c:v>5.75305</c:v>
                </c:pt>
                <c:pt idx="20476">
                  <c:v>5.7533500000000002</c:v>
                </c:pt>
                <c:pt idx="20477">
                  <c:v>5.75366</c:v>
                </c:pt>
                <c:pt idx="20478">
                  <c:v>5.7539600000000002</c:v>
                </c:pt>
                <c:pt idx="20479">
                  <c:v>5.75427</c:v>
                </c:pt>
                <c:pt idx="20480">
                  <c:v>5.7545700000000002</c:v>
                </c:pt>
                <c:pt idx="20481">
                  <c:v>5.75488</c:v>
                </c:pt>
                <c:pt idx="20482">
                  <c:v>5.7551800000000002</c:v>
                </c:pt>
                <c:pt idx="20483">
                  <c:v>5.75549</c:v>
                </c:pt>
                <c:pt idx="20484">
                  <c:v>5.7557900000000002</c:v>
                </c:pt>
                <c:pt idx="20485">
                  <c:v>5.7561</c:v>
                </c:pt>
                <c:pt idx="20486">
                  <c:v>5.7564099999999998</c:v>
                </c:pt>
                <c:pt idx="20487">
                  <c:v>5.75671</c:v>
                </c:pt>
                <c:pt idx="20488">
                  <c:v>5.7570199999999998</c:v>
                </c:pt>
                <c:pt idx="20489">
                  <c:v>5.75732</c:v>
                </c:pt>
                <c:pt idx="20490">
                  <c:v>5.7576299999999998</c:v>
                </c:pt>
                <c:pt idx="20491">
                  <c:v>5.75793</c:v>
                </c:pt>
                <c:pt idx="20492">
                  <c:v>5.7582399999999998</c:v>
                </c:pt>
                <c:pt idx="20493">
                  <c:v>5.75854</c:v>
                </c:pt>
                <c:pt idx="20494">
                  <c:v>5.7588499999999998</c:v>
                </c:pt>
                <c:pt idx="20495">
                  <c:v>5.75915</c:v>
                </c:pt>
                <c:pt idx="20496">
                  <c:v>5.7594599999999998</c:v>
                </c:pt>
                <c:pt idx="20497">
                  <c:v>5.75976</c:v>
                </c:pt>
                <c:pt idx="20498">
                  <c:v>5.7600699999999998</c:v>
                </c:pt>
                <c:pt idx="20499">
                  <c:v>5.7603799999999996</c:v>
                </c:pt>
                <c:pt idx="20500">
                  <c:v>5.7606799999999998</c:v>
                </c:pt>
                <c:pt idx="20501">
                  <c:v>5.7609899999999996</c:v>
                </c:pt>
                <c:pt idx="20502">
                  <c:v>5.7612899999999998</c:v>
                </c:pt>
                <c:pt idx="20503">
                  <c:v>5.7615999999999996</c:v>
                </c:pt>
                <c:pt idx="20504">
                  <c:v>5.7618999999999998</c:v>
                </c:pt>
                <c:pt idx="20505">
                  <c:v>5.7622099999999996</c:v>
                </c:pt>
                <c:pt idx="20506">
                  <c:v>5.7625099999999998</c:v>
                </c:pt>
                <c:pt idx="20507">
                  <c:v>5.7628199999999996</c:v>
                </c:pt>
                <c:pt idx="20508">
                  <c:v>5.7631199999999998</c:v>
                </c:pt>
                <c:pt idx="20509">
                  <c:v>5.7634299999999996</c:v>
                </c:pt>
                <c:pt idx="20510">
                  <c:v>5.7637299999999998</c:v>
                </c:pt>
                <c:pt idx="20511">
                  <c:v>5.7640399999999996</c:v>
                </c:pt>
                <c:pt idx="20512">
                  <c:v>5.7643500000000003</c:v>
                </c:pt>
                <c:pt idx="20513">
                  <c:v>5.7646499999999996</c:v>
                </c:pt>
                <c:pt idx="20514">
                  <c:v>5.7649600000000003</c:v>
                </c:pt>
                <c:pt idx="20515">
                  <c:v>5.7652599999999996</c:v>
                </c:pt>
                <c:pt idx="20516">
                  <c:v>5.7655700000000003</c:v>
                </c:pt>
                <c:pt idx="20517">
                  <c:v>5.7658699999999996</c:v>
                </c:pt>
                <c:pt idx="20518">
                  <c:v>5.7661800000000003</c:v>
                </c:pt>
                <c:pt idx="20519">
                  <c:v>5.7664799999999996</c:v>
                </c:pt>
                <c:pt idx="20520">
                  <c:v>5.7667900000000003</c:v>
                </c:pt>
                <c:pt idx="20521">
                  <c:v>5.7670899999999996</c:v>
                </c:pt>
                <c:pt idx="20522">
                  <c:v>5.7674000000000003</c:v>
                </c:pt>
                <c:pt idx="20523">
                  <c:v>5.7676999999999996</c:v>
                </c:pt>
                <c:pt idx="20524">
                  <c:v>5.7680100000000003</c:v>
                </c:pt>
                <c:pt idx="20525">
                  <c:v>5.7683200000000001</c:v>
                </c:pt>
                <c:pt idx="20526">
                  <c:v>5.7686200000000003</c:v>
                </c:pt>
                <c:pt idx="20527">
                  <c:v>5.7689300000000001</c:v>
                </c:pt>
                <c:pt idx="20528">
                  <c:v>5.7692300000000003</c:v>
                </c:pt>
                <c:pt idx="20529">
                  <c:v>5.7695400000000001</c:v>
                </c:pt>
                <c:pt idx="20530">
                  <c:v>5.7698400000000003</c:v>
                </c:pt>
                <c:pt idx="20531">
                  <c:v>5.7701500000000001</c:v>
                </c:pt>
                <c:pt idx="20532">
                  <c:v>5.7704500000000003</c:v>
                </c:pt>
                <c:pt idx="20533">
                  <c:v>5.7707600000000001</c:v>
                </c:pt>
                <c:pt idx="20534">
                  <c:v>5.7710600000000003</c:v>
                </c:pt>
                <c:pt idx="20535">
                  <c:v>5.7713700000000001</c:v>
                </c:pt>
                <c:pt idx="20536">
                  <c:v>5.7716799999999999</c:v>
                </c:pt>
                <c:pt idx="20537">
                  <c:v>5.7719800000000001</c:v>
                </c:pt>
                <c:pt idx="20538">
                  <c:v>5.7722899999999999</c:v>
                </c:pt>
                <c:pt idx="20539">
                  <c:v>5.7725900000000001</c:v>
                </c:pt>
                <c:pt idx="20540">
                  <c:v>5.7728999999999999</c:v>
                </c:pt>
                <c:pt idx="20541">
                  <c:v>5.7732000000000001</c:v>
                </c:pt>
                <c:pt idx="20542">
                  <c:v>5.7735099999999999</c:v>
                </c:pt>
                <c:pt idx="20543">
                  <c:v>5.7738100000000001</c:v>
                </c:pt>
                <c:pt idx="20544">
                  <c:v>5.7741199999999999</c:v>
                </c:pt>
                <c:pt idx="20545">
                  <c:v>5.7744200000000001</c:v>
                </c:pt>
                <c:pt idx="20546">
                  <c:v>5.7747299999999999</c:v>
                </c:pt>
                <c:pt idx="20547">
                  <c:v>5.7750300000000001</c:v>
                </c:pt>
                <c:pt idx="20548">
                  <c:v>5.7753399999999999</c:v>
                </c:pt>
                <c:pt idx="20549">
                  <c:v>5.7756499999999997</c:v>
                </c:pt>
                <c:pt idx="20550">
                  <c:v>5.7759499999999999</c:v>
                </c:pt>
                <c:pt idx="20551">
                  <c:v>5.7762599999999997</c:v>
                </c:pt>
                <c:pt idx="20552">
                  <c:v>5.7765599999999999</c:v>
                </c:pt>
                <c:pt idx="20553">
                  <c:v>5.7768699999999997</c:v>
                </c:pt>
                <c:pt idx="20554">
                  <c:v>5.7771699999999999</c:v>
                </c:pt>
                <c:pt idx="20555">
                  <c:v>5.7774799999999997</c:v>
                </c:pt>
                <c:pt idx="20556">
                  <c:v>5.7777799999999999</c:v>
                </c:pt>
                <c:pt idx="20557">
                  <c:v>5.7780899999999997</c:v>
                </c:pt>
                <c:pt idx="20558">
                  <c:v>5.7783899999999999</c:v>
                </c:pt>
                <c:pt idx="20559">
                  <c:v>5.7786999999999997</c:v>
                </c:pt>
                <c:pt idx="20560">
                  <c:v>5.7789999999999999</c:v>
                </c:pt>
                <c:pt idx="20561">
                  <c:v>5.7793099999999997</c:v>
                </c:pt>
                <c:pt idx="20562">
                  <c:v>5.7796200000000004</c:v>
                </c:pt>
                <c:pt idx="20563">
                  <c:v>5.7799199999999997</c:v>
                </c:pt>
                <c:pt idx="20564">
                  <c:v>5.7802300000000004</c:v>
                </c:pt>
                <c:pt idx="20565">
                  <c:v>5.7805299999999997</c:v>
                </c:pt>
                <c:pt idx="20566">
                  <c:v>5.7808400000000004</c:v>
                </c:pt>
                <c:pt idx="20567">
                  <c:v>5.7811399999999997</c:v>
                </c:pt>
                <c:pt idx="20568">
                  <c:v>5.7814500000000004</c:v>
                </c:pt>
                <c:pt idx="20569">
                  <c:v>5.7817499999999997</c:v>
                </c:pt>
                <c:pt idx="20570">
                  <c:v>5.7820600000000004</c:v>
                </c:pt>
                <c:pt idx="20571">
                  <c:v>5.7823599999999997</c:v>
                </c:pt>
                <c:pt idx="20572">
                  <c:v>5.7826700000000004</c:v>
                </c:pt>
                <c:pt idx="20573">
                  <c:v>5.7829699999999997</c:v>
                </c:pt>
                <c:pt idx="20574">
                  <c:v>5.7832800000000004</c:v>
                </c:pt>
                <c:pt idx="20575">
                  <c:v>5.7835900000000002</c:v>
                </c:pt>
                <c:pt idx="20576">
                  <c:v>5.7838900000000004</c:v>
                </c:pt>
                <c:pt idx="20577">
                  <c:v>5.7842000000000002</c:v>
                </c:pt>
                <c:pt idx="20578">
                  <c:v>5.7845000000000004</c:v>
                </c:pt>
                <c:pt idx="20579">
                  <c:v>5.7848100000000002</c:v>
                </c:pt>
                <c:pt idx="20580">
                  <c:v>5.7851100000000004</c:v>
                </c:pt>
                <c:pt idx="20581">
                  <c:v>5.7854200000000002</c:v>
                </c:pt>
                <c:pt idx="20582">
                  <c:v>5.7857200000000004</c:v>
                </c:pt>
                <c:pt idx="20583">
                  <c:v>5.7860300000000002</c:v>
                </c:pt>
                <c:pt idx="20584">
                  <c:v>5.7863300000000004</c:v>
                </c:pt>
                <c:pt idx="20585">
                  <c:v>5.7866400000000002</c:v>
                </c:pt>
                <c:pt idx="20586">
                  <c:v>5.7869400000000004</c:v>
                </c:pt>
                <c:pt idx="20587">
                  <c:v>5.7872500000000002</c:v>
                </c:pt>
                <c:pt idx="20588">
                  <c:v>5.78756</c:v>
                </c:pt>
                <c:pt idx="20589">
                  <c:v>5.7878600000000002</c:v>
                </c:pt>
                <c:pt idx="20590">
                  <c:v>5.78817</c:v>
                </c:pt>
                <c:pt idx="20591">
                  <c:v>5.7884700000000002</c:v>
                </c:pt>
                <c:pt idx="20592">
                  <c:v>5.78878</c:v>
                </c:pt>
                <c:pt idx="20593">
                  <c:v>5.7890800000000002</c:v>
                </c:pt>
                <c:pt idx="20594">
                  <c:v>5.78939</c:v>
                </c:pt>
                <c:pt idx="20595">
                  <c:v>5.7896900000000002</c:v>
                </c:pt>
                <c:pt idx="20596">
                  <c:v>5.79</c:v>
                </c:pt>
                <c:pt idx="20597">
                  <c:v>5.7903000000000002</c:v>
                </c:pt>
                <c:pt idx="20598">
                  <c:v>5.79061</c:v>
                </c:pt>
                <c:pt idx="20599">
                  <c:v>5.7909199999999998</c:v>
                </c:pt>
                <c:pt idx="20600">
                  <c:v>5.79122</c:v>
                </c:pt>
                <c:pt idx="20601">
                  <c:v>5.7915299999999998</c:v>
                </c:pt>
                <c:pt idx="20602">
                  <c:v>5.79183</c:v>
                </c:pt>
                <c:pt idx="20603">
                  <c:v>5.7921399999999998</c:v>
                </c:pt>
                <c:pt idx="20604">
                  <c:v>5.79244</c:v>
                </c:pt>
                <c:pt idx="20605">
                  <c:v>5.7927499999999998</c:v>
                </c:pt>
                <c:pt idx="20606">
                  <c:v>5.79305</c:v>
                </c:pt>
                <c:pt idx="20607">
                  <c:v>5.7933599999999998</c:v>
                </c:pt>
                <c:pt idx="20608">
                  <c:v>5.79366</c:v>
                </c:pt>
                <c:pt idx="20609">
                  <c:v>5.7939699999999998</c:v>
                </c:pt>
                <c:pt idx="20610">
                  <c:v>5.79427</c:v>
                </c:pt>
                <c:pt idx="20611">
                  <c:v>5.7945799999999998</c:v>
                </c:pt>
                <c:pt idx="20612">
                  <c:v>5.7948899999999997</c:v>
                </c:pt>
                <c:pt idx="20613">
                  <c:v>5.7951899999999998</c:v>
                </c:pt>
                <c:pt idx="20614">
                  <c:v>5.7954999999999997</c:v>
                </c:pt>
                <c:pt idx="20615">
                  <c:v>5.7957999999999998</c:v>
                </c:pt>
                <c:pt idx="20616">
                  <c:v>5.7961099999999997</c:v>
                </c:pt>
                <c:pt idx="20617">
                  <c:v>5.7964099999999998</c:v>
                </c:pt>
                <c:pt idx="20618">
                  <c:v>5.7967199999999997</c:v>
                </c:pt>
                <c:pt idx="20619">
                  <c:v>5.7970199999999998</c:v>
                </c:pt>
                <c:pt idx="20620">
                  <c:v>5.7973299999999997</c:v>
                </c:pt>
                <c:pt idx="20621">
                  <c:v>5.7976299999999998</c:v>
                </c:pt>
                <c:pt idx="20622">
                  <c:v>5.7979399999999996</c:v>
                </c:pt>
                <c:pt idx="20623">
                  <c:v>5.7982399999999998</c:v>
                </c:pt>
                <c:pt idx="20624">
                  <c:v>5.7985499999999996</c:v>
                </c:pt>
                <c:pt idx="20625">
                  <c:v>5.7988600000000003</c:v>
                </c:pt>
                <c:pt idx="20626">
                  <c:v>5.7991599999999996</c:v>
                </c:pt>
                <c:pt idx="20627">
                  <c:v>5.7994700000000003</c:v>
                </c:pt>
                <c:pt idx="20628">
                  <c:v>5.7997699999999996</c:v>
                </c:pt>
                <c:pt idx="20629">
                  <c:v>5.8000800000000003</c:v>
                </c:pt>
                <c:pt idx="20630">
                  <c:v>5.8003799999999996</c:v>
                </c:pt>
                <c:pt idx="20631">
                  <c:v>5.8006900000000003</c:v>
                </c:pt>
                <c:pt idx="20632">
                  <c:v>5.8009899999999996</c:v>
                </c:pt>
                <c:pt idx="20633">
                  <c:v>5.8013000000000003</c:v>
                </c:pt>
                <c:pt idx="20634">
                  <c:v>5.8015999999999996</c:v>
                </c:pt>
                <c:pt idx="20635">
                  <c:v>5.8019100000000003</c:v>
                </c:pt>
                <c:pt idx="20636">
                  <c:v>5.8022099999999996</c:v>
                </c:pt>
                <c:pt idx="20637">
                  <c:v>5.8025200000000003</c:v>
                </c:pt>
                <c:pt idx="20638">
                  <c:v>5.8028300000000002</c:v>
                </c:pt>
                <c:pt idx="20639">
                  <c:v>5.8031300000000003</c:v>
                </c:pt>
                <c:pt idx="20640">
                  <c:v>5.8034400000000002</c:v>
                </c:pt>
                <c:pt idx="20641">
                  <c:v>5.8037400000000003</c:v>
                </c:pt>
                <c:pt idx="20642">
                  <c:v>5.8040500000000002</c:v>
                </c:pt>
                <c:pt idx="20643">
                  <c:v>5.8043500000000003</c:v>
                </c:pt>
                <c:pt idx="20644">
                  <c:v>5.8046600000000002</c:v>
                </c:pt>
                <c:pt idx="20645">
                  <c:v>5.8049600000000003</c:v>
                </c:pt>
                <c:pt idx="20646">
                  <c:v>5.8052700000000002</c:v>
                </c:pt>
                <c:pt idx="20647">
                  <c:v>5.8055700000000003</c:v>
                </c:pt>
                <c:pt idx="20648">
                  <c:v>5.8058800000000002</c:v>
                </c:pt>
                <c:pt idx="20649">
                  <c:v>5.8061800000000003</c:v>
                </c:pt>
                <c:pt idx="20650">
                  <c:v>5.8064900000000002</c:v>
                </c:pt>
                <c:pt idx="20651">
                  <c:v>5.8068</c:v>
                </c:pt>
                <c:pt idx="20652">
                  <c:v>5.8071000000000002</c:v>
                </c:pt>
                <c:pt idx="20653">
                  <c:v>5.80741</c:v>
                </c:pt>
                <c:pt idx="20654">
                  <c:v>5.8077100000000002</c:v>
                </c:pt>
                <c:pt idx="20655">
                  <c:v>5.80802</c:v>
                </c:pt>
                <c:pt idx="20656">
                  <c:v>5.8083200000000001</c:v>
                </c:pt>
                <c:pt idx="20657">
                  <c:v>5.80863</c:v>
                </c:pt>
                <c:pt idx="20658">
                  <c:v>5.8089300000000001</c:v>
                </c:pt>
                <c:pt idx="20659">
                  <c:v>5.80924</c:v>
                </c:pt>
                <c:pt idx="20660">
                  <c:v>5.8095400000000001</c:v>
                </c:pt>
                <c:pt idx="20661">
                  <c:v>5.80985</c:v>
                </c:pt>
                <c:pt idx="20662">
                  <c:v>5.8101599999999998</c:v>
                </c:pt>
                <c:pt idx="20663">
                  <c:v>5.81046</c:v>
                </c:pt>
                <c:pt idx="20664">
                  <c:v>5.8107699999999998</c:v>
                </c:pt>
                <c:pt idx="20665">
                  <c:v>5.81107</c:v>
                </c:pt>
                <c:pt idx="20666">
                  <c:v>5.8113799999999998</c:v>
                </c:pt>
                <c:pt idx="20667">
                  <c:v>5.81168</c:v>
                </c:pt>
                <c:pt idx="20668">
                  <c:v>5.8119899999999998</c:v>
                </c:pt>
                <c:pt idx="20669">
                  <c:v>5.81229</c:v>
                </c:pt>
                <c:pt idx="20670">
                  <c:v>5.8125999999999998</c:v>
                </c:pt>
                <c:pt idx="20671">
                  <c:v>5.8129</c:v>
                </c:pt>
                <c:pt idx="20672">
                  <c:v>5.8132099999999998</c:v>
                </c:pt>
                <c:pt idx="20673">
                  <c:v>5.81351</c:v>
                </c:pt>
                <c:pt idx="20674">
                  <c:v>5.8138199999999998</c:v>
                </c:pt>
                <c:pt idx="20675">
                  <c:v>5.8141299999999996</c:v>
                </c:pt>
                <c:pt idx="20676">
                  <c:v>5.8144299999999998</c:v>
                </c:pt>
                <c:pt idx="20677">
                  <c:v>5.8147399999999996</c:v>
                </c:pt>
                <c:pt idx="20678">
                  <c:v>5.8150399999999998</c:v>
                </c:pt>
                <c:pt idx="20679">
                  <c:v>5.8153499999999996</c:v>
                </c:pt>
                <c:pt idx="20680">
                  <c:v>5.8156499999999998</c:v>
                </c:pt>
                <c:pt idx="20681">
                  <c:v>5.8159599999999996</c:v>
                </c:pt>
                <c:pt idx="20682">
                  <c:v>5.8162599999999998</c:v>
                </c:pt>
                <c:pt idx="20683">
                  <c:v>5.8165699999999996</c:v>
                </c:pt>
                <c:pt idx="20684">
                  <c:v>5.8168699999999998</c:v>
                </c:pt>
                <c:pt idx="20685">
                  <c:v>5.8171799999999996</c:v>
                </c:pt>
                <c:pt idx="20686">
                  <c:v>5.8174799999999998</c:v>
                </c:pt>
                <c:pt idx="20687">
                  <c:v>5.8177899999999996</c:v>
                </c:pt>
                <c:pt idx="20688">
                  <c:v>5.8181000000000003</c:v>
                </c:pt>
                <c:pt idx="20689">
                  <c:v>5.8183999999999996</c:v>
                </c:pt>
                <c:pt idx="20690">
                  <c:v>5.8187100000000003</c:v>
                </c:pt>
                <c:pt idx="20691">
                  <c:v>5.8190099999999996</c:v>
                </c:pt>
                <c:pt idx="20692">
                  <c:v>5.8193200000000003</c:v>
                </c:pt>
                <c:pt idx="20693">
                  <c:v>5.8196199999999996</c:v>
                </c:pt>
                <c:pt idx="20694">
                  <c:v>5.8199300000000003</c:v>
                </c:pt>
                <c:pt idx="20695">
                  <c:v>5.8202299999999996</c:v>
                </c:pt>
                <c:pt idx="20696">
                  <c:v>5.8205400000000003</c:v>
                </c:pt>
                <c:pt idx="20697">
                  <c:v>5.8208399999999996</c:v>
                </c:pt>
                <c:pt idx="20698">
                  <c:v>5.8211500000000003</c:v>
                </c:pt>
                <c:pt idx="20699">
                  <c:v>5.8214499999999996</c:v>
                </c:pt>
                <c:pt idx="20700">
                  <c:v>5.8217600000000003</c:v>
                </c:pt>
                <c:pt idx="20701">
                  <c:v>5.8220700000000001</c:v>
                </c:pt>
                <c:pt idx="20702">
                  <c:v>5.8223700000000003</c:v>
                </c:pt>
                <c:pt idx="20703">
                  <c:v>5.8226800000000001</c:v>
                </c:pt>
                <c:pt idx="20704">
                  <c:v>5.8229800000000003</c:v>
                </c:pt>
                <c:pt idx="20705">
                  <c:v>5.8232900000000001</c:v>
                </c:pt>
                <c:pt idx="20706">
                  <c:v>5.8235900000000003</c:v>
                </c:pt>
                <c:pt idx="20707">
                  <c:v>5.8239000000000001</c:v>
                </c:pt>
                <c:pt idx="20708">
                  <c:v>5.8242000000000003</c:v>
                </c:pt>
                <c:pt idx="20709">
                  <c:v>5.8245100000000001</c:v>
                </c:pt>
                <c:pt idx="20710">
                  <c:v>5.8248100000000003</c:v>
                </c:pt>
                <c:pt idx="20711">
                  <c:v>5.8251200000000001</c:v>
                </c:pt>
                <c:pt idx="20712">
                  <c:v>5.8254299999999999</c:v>
                </c:pt>
                <c:pt idx="20713">
                  <c:v>5.8257300000000001</c:v>
                </c:pt>
                <c:pt idx="20714">
                  <c:v>5.8260399999999999</c:v>
                </c:pt>
                <c:pt idx="20715">
                  <c:v>5.8263400000000001</c:v>
                </c:pt>
                <c:pt idx="20716">
                  <c:v>5.8266499999999999</c:v>
                </c:pt>
                <c:pt idx="20717">
                  <c:v>5.8269500000000001</c:v>
                </c:pt>
                <c:pt idx="20718">
                  <c:v>5.8272599999999999</c:v>
                </c:pt>
                <c:pt idx="20719">
                  <c:v>5.8275600000000001</c:v>
                </c:pt>
                <c:pt idx="20720">
                  <c:v>5.8278699999999999</c:v>
                </c:pt>
                <c:pt idx="20721">
                  <c:v>5.8281700000000001</c:v>
                </c:pt>
                <c:pt idx="20722">
                  <c:v>5.8284799999999999</c:v>
                </c:pt>
                <c:pt idx="20723">
                  <c:v>5.8287800000000001</c:v>
                </c:pt>
                <c:pt idx="20724">
                  <c:v>5.8290899999999999</c:v>
                </c:pt>
                <c:pt idx="20725">
                  <c:v>5.8293999999999997</c:v>
                </c:pt>
                <c:pt idx="20726">
                  <c:v>5.8296999999999999</c:v>
                </c:pt>
                <c:pt idx="20727">
                  <c:v>5.8300099999999997</c:v>
                </c:pt>
                <c:pt idx="20728">
                  <c:v>5.8303099999999999</c:v>
                </c:pt>
                <c:pt idx="20729">
                  <c:v>5.8306199999999997</c:v>
                </c:pt>
                <c:pt idx="20730">
                  <c:v>5.8309199999999999</c:v>
                </c:pt>
                <c:pt idx="20731">
                  <c:v>5.8312299999999997</c:v>
                </c:pt>
                <c:pt idx="20732">
                  <c:v>5.8315299999999999</c:v>
                </c:pt>
                <c:pt idx="20733">
                  <c:v>5.8318399999999997</c:v>
                </c:pt>
                <c:pt idx="20734">
                  <c:v>5.8321399999999999</c:v>
                </c:pt>
                <c:pt idx="20735">
                  <c:v>5.8324499999999997</c:v>
                </c:pt>
                <c:pt idx="20736">
                  <c:v>5.8327499999999999</c:v>
                </c:pt>
                <c:pt idx="20737">
                  <c:v>5.8330599999999997</c:v>
                </c:pt>
                <c:pt idx="20738">
                  <c:v>5.8333700000000004</c:v>
                </c:pt>
                <c:pt idx="20739">
                  <c:v>5.8336699999999997</c:v>
                </c:pt>
                <c:pt idx="20740">
                  <c:v>5.8339800000000004</c:v>
                </c:pt>
                <c:pt idx="20741">
                  <c:v>5.8342799999999997</c:v>
                </c:pt>
                <c:pt idx="20742">
                  <c:v>5.8345900000000004</c:v>
                </c:pt>
                <c:pt idx="20743">
                  <c:v>5.8348899999999997</c:v>
                </c:pt>
                <c:pt idx="20744">
                  <c:v>5.8352000000000004</c:v>
                </c:pt>
                <c:pt idx="20745">
                  <c:v>5.8354999999999997</c:v>
                </c:pt>
                <c:pt idx="20746">
                  <c:v>5.8358100000000004</c:v>
                </c:pt>
                <c:pt idx="20747">
                  <c:v>5.8361099999999997</c:v>
                </c:pt>
                <c:pt idx="20748">
                  <c:v>5.8364200000000004</c:v>
                </c:pt>
                <c:pt idx="20749">
                  <c:v>5.8367199999999997</c:v>
                </c:pt>
                <c:pt idx="20750">
                  <c:v>5.8370300000000004</c:v>
                </c:pt>
                <c:pt idx="20751">
                  <c:v>5.8373400000000002</c:v>
                </c:pt>
                <c:pt idx="20752">
                  <c:v>5.8376400000000004</c:v>
                </c:pt>
                <c:pt idx="20753">
                  <c:v>5.8379500000000002</c:v>
                </c:pt>
                <c:pt idx="20754">
                  <c:v>5.8382500000000004</c:v>
                </c:pt>
                <c:pt idx="20755">
                  <c:v>5.8385600000000002</c:v>
                </c:pt>
                <c:pt idx="20756">
                  <c:v>5.8388600000000004</c:v>
                </c:pt>
                <c:pt idx="20757">
                  <c:v>5.8391700000000002</c:v>
                </c:pt>
                <c:pt idx="20758">
                  <c:v>5.8394700000000004</c:v>
                </c:pt>
                <c:pt idx="20759">
                  <c:v>5.8397800000000002</c:v>
                </c:pt>
                <c:pt idx="20760">
                  <c:v>5.8400800000000004</c:v>
                </c:pt>
                <c:pt idx="20761">
                  <c:v>5.8403900000000002</c:v>
                </c:pt>
                <c:pt idx="20762">
                  <c:v>5.8406900000000004</c:v>
                </c:pt>
                <c:pt idx="20763">
                  <c:v>5.8410000000000002</c:v>
                </c:pt>
                <c:pt idx="20764">
                  <c:v>5.84131</c:v>
                </c:pt>
                <c:pt idx="20765">
                  <c:v>5.8416100000000002</c:v>
                </c:pt>
                <c:pt idx="20766">
                  <c:v>5.84192</c:v>
                </c:pt>
                <c:pt idx="20767">
                  <c:v>5.8422200000000002</c:v>
                </c:pt>
                <c:pt idx="20768">
                  <c:v>5.84253</c:v>
                </c:pt>
                <c:pt idx="20769">
                  <c:v>5.8428300000000002</c:v>
                </c:pt>
                <c:pt idx="20770">
                  <c:v>5.84314</c:v>
                </c:pt>
                <c:pt idx="20771">
                  <c:v>5.8434400000000002</c:v>
                </c:pt>
                <c:pt idx="20772">
                  <c:v>5.84375</c:v>
                </c:pt>
                <c:pt idx="20773">
                  <c:v>5.8440500000000002</c:v>
                </c:pt>
                <c:pt idx="20774">
                  <c:v>5.84436</c:v>
                </c:pt>
                <c:pt idx="20775">
                  <c:v>5.8446699999999998</c:v>
                </c:pt>
                <c:pt idx="20776">
                  <c:v>5.84497</c:v>
                </c:pt>
                <c:pt idx="20777">
                  <c:v>5.8452799999999998</c:v>
                </c:pt>
                <c:pt idx="20778">
                  <c:v>5.84558</c:v>
                </c:pt>
                <c:pt idx="20779">
                  <c:v>5.8458899999999998</c:v>
                </c:pt>
                <c:pt idx="20780">
                  <c:v>5.84619</c:v>
                </c:pt>
                <c:pt idx="20781">
                  <c:v>5.8464999999999998</c:v>
                </c:pt>
                <c:pt idx="20782">
                  <c:v>5.8468</c:v>
                </c:pt>
                <c:pt idx="20783">
                  <c:v>5.8471099999999998</c:v>
                </c:pt>
                <c:pt idx="20784">
                  <c:v>5.84741</c:v>
                </c:pt>
                <c:pt idx="20785">
                  <c:v>5.8477199999999998</c:v>
                </c:pt>
                <c:pt idx="20786">
                  <c:v>5.84802</c:v>
                </c:pt>
                <c:pt idx="20787">
                  <c:v>5.8483299999999998</c:v>
                </c:pt>
                <c:pt idx="20788">
                  <c:v>5.8486399999999996</c:v>
                </c:pt>
                <c:pt idx="20789">
                  <c:v>5.8489399999999998</c:v>
                </c:pt>
                <c:pt idx="20790">
                  <c:v>5.8492499999999996</c:v>
                </c:pt>
                <c:pt idx="20791">
                  <c:v>5.8495499999999998</c:v>
                </c:pt>
                <c:pt idx="20792">
                  <c:v>5.8498599999999996</c:v>
                </c:pt>
                <c:pt idx="20793">
                  <c:v>5.8501599999999998</c:v>
                </c:pt>
                <c:pt idx="20794">
                  <c:v>5.8504699999999996</c:v>
                </c:pt>
                <c:pt idx="20795">
                  <c:v>5.8507699999999998</c:v>
                </c:pt>
                <c:pt idx="20796">
                  <c:v>5.8510799999999996</c:v>
                </c:pt>
                <c:pt idx="20797">
                  <c:v>5.8513799999999998</c:v>
                </c:pt>
                <c:pt idx="20798">
                  <c:v>5.8516899999999996</c:v>
                </c:pt>
                <c:pt idx="20799">
                  <c:v>5.8519899999999998</c:v>
                </c:pt>
                <c:pt idx="20800">
                  <c:v>5.8522999999999996</c:v>
                </c:pt>
                <c:pt idx="20801">
                  <c:v>5.8526100000000003</c:v>
                </c:pt>
                <c:pt idx="20802">
                  <c:v>5.8529099999999996</c:v>
                </c:pt>
                <c:pt idx="20803">
                  <c:v>5.8532200000000003</c:v>
                </c:pt>
                <c:pt idx="20804">
                  <c:v>5.8535199999999996</c:v>
                </c:pt>
                <c:pt idx="20805">
                  <c:v>5.8538300000000003</c:v>
                </c:pt>
                <c:pt idx="20806">
                  <c:v>5.8541299999999996</c:v>
                </c:pt>
                <c:pt idx="20807">
                  <c:v>5.8544400000000003</c:v>
                </c:pt>
                <c:pt idx="20808">
                  <c:v>5.8547399999999996</c:v>
                </c:pt>
                <c:pt idx="20809">
                  <c:v>5.8550500000000003</c:v>
                </c:pt>
                <c:pt idx="20810">
                  <c:v>5.8553499999999996</c:v>
                </c:pt>
                <c:pt idx="20811">
                  <c:v>5.8556600000000003</c:v>
                </c:pt>
                <c:pt idx="20812">
                  <c:v>5.8559599999999996</c:v>
                </c:pt>
                <c:pt idx="20813">
                  <c:v>5.8562700000000003</c:v>
                </c:pt>
                <c:pt idx="20814">
                  <c:v>5.8565800000000001</c:v>
                </c:pt>
                <c:pt idx="20815">
                  <c:v>5.8568800000000003</c:v>
                </c:pt>
                <c:pt idx="20816">
                  <c:v>5.8571900000000001</c:v>
                </c:pt>
                <c:pt idx="20817">
                  <c:v>5.8574900000000003</c:v>
                </c:pt>
                <c:pt idx="20818">
                  <c:v>5.8578000000000001</c:v>
                </c:pt>
                <c:pt idx="20819">
                  <c:v>5.8581000000000003</c:v>
                </c:pt>
                <c:pt idx="20820">
                  <c:v>5.8584100000000001</c:v>
                </c:pt>
                <c:pt idx="20821">
                  <c:v>5.8587100000000003</c:v>
                </c:pt>
                <c:pt idx="20822">
                  <c:v>5.8590200000000001</c:v>
                </c:pt>
                <c:pt idx="20823">
                  <c:v>5.8593200000000003</c:v>
                </c:pt>
                <c:pt idx="20824">
                  <c:v>5.8596300000000001</c:v>
                </c:pt>
                <c:pt idx="20825">
                  <c:v>5.8599300000000003</c:v>
                </c:pt>
                <c:pt idx="20826">
                  <c:v>5.8602400000000001</c:v>
                </c:pt>
                <c:pt idx="20827">
                  <c:v>5.8605499999999999</c:v>
                </c:pt>
                <c:pt idx="20828">
                  <c:v>5.8608500000000001</c:v>
                </c:pt>
                <c:pt idx="20829">
                  <c:v>5.8611599999999999</c:v>
                </c:pt>
                <c:pt idx="20830">
                  <c:v>5.8614600000000001</c:v>
                </c:pt>
                <c:pt idx="20831">
                  <c:v>5.8617699999999999</c:v>
                </c:pt>
                <c:pt idx="20832">
                  <c:v>5.8620700000000001</c:v>
                </c:pt>
                <c:pt idx="20833">
                  <c:v>5.8623799999999999</c:v>
                </c:pt>
                <c:pt idx="20834">
                  <c:v>5.8626800000000001</c:v>
                </c:pt>
                <c:pt idx="20835">
                  <c:v>5.8629899999999999</c:v>
                </c:pt>
                <c:pt idx="20836">
                  <c:v>5.8632900000000001</c:v>
                </c:pt>
                <c:pt idx="20837">
                  <c:v>5.8635999999999999</c:v>
                </c:pt>
                <c:pt idx="20838">
                  <c:v>5.8639099999999997</c:v>
                </c:pt>
                <c:pt idx="20839">
                  <c:v>5.8642099999999999</c:v>
                </c:pt>
                <c:pt idx="20840">
                  <c:v>5.8645199999999997</c:v>
                </c:pt>
                <c:pt idx="20841">
                  <c:v>5.8648199999999999</c:v>
                </c:pt>
                <c:pt idx="20842">
                  <c:v>5.8651299999999997</c:v>
                </c:pt>
                <c:pt idx="20843">
                  <c:v>5.8654299999999999</c:v>
                </c:pt>
                <c:pt idx="20844">
                  <c:v>5.8657399999999997</c:v>
                </c:pt>
                <c:pt idx="20845">
                  <c:v>5.8660399999999999</c:v>
                </c:pt>
                <c:pt idx="20846">
                  <c:v>5.8663499999999997</c:v>
                </c:pt>
                <c:pt idx="20847">
                  <c:v>5.8666499999999999</c:v>
                </c:pt>
                <c:pt idx="20848">
                  <c:v>5.8669599999999997</c:v>
                </c:pt>
                <c:pt idx="20849">
                  <c:v>5.8672599999999999</c:v>
                </c:pt>
                <c:pt idx="20850">
                  <c:v>5.8675699999999997</c:v>
                </c:pt>
                <c:pt idx="20851">
                  <c:v>5.8678800000000004</c:v>
                </c:pt>
                <c:pt idx="20852">
                  <c:v>5.8681799999999997</c:v>
                </c:pt>
                <c:pt idx="20853">
                  <c:v>5.8684900000000004</c:v>
                </c:pt>
                <c:pt idx="20854">
                  <c:v>5.8687899999999997</c:v>
                </c:pt>
                <c:pt idx="20855">
                  <c:v>5.8691000000000004</c:v>
                </c:pt>
                <c:pt idx="20856">
                  <c:v>5.8693999999999997</c:v>
                </c:pt>
                <c:pt idx="20857">
                  <c:v>5.8697100000000004</c:v>
                </c:pt>
                <c:pt idx="20858">
                  <c:v>5.8700099999999997</c:v>
                </c:pt>
                <c:pt idx="20859">
                  <c:v>5.8703200000000004</c:v>
                </c:pt>
                <c:pt idx="20860">
                  <c:v>5.8706199999999997</c:v>
                </c:pt>
                <c:pt idx="20861">
                  <c:v>5.8709300000000004</c:v>
                </c:pt>
                <c:pt idx="20862">
                  <c:v>5.8712299999999997</c:v>
                </c:pt>
                <c:pt idx="20863">
                  <c:v>5.8715400000000004</c:v>
                </c:pt>
                <c:pt idx="20864">
                  <c:v>5.8718500000000002</c:v>
                </c:pt>
                <c:pt idx="20865">
                  <c:v>5.8721500000000004</c:v>
                </c:pt>
                <c:pt idx="20866">
                  <c:v>5.8724600000000002</c:v>
                </c:pt>
                <c:pt idx="20867">
                  <c:v>5.8727600000000004</c:v>
                </c:pt>
                <c:pt idx="20868">
                  <c:v>5.8730700000000002</c:v>
                </c:pt>
                <c:pt idx="20869">
                  <c:v>5.8733700000000004</c:v>
                </c:pt>
                <c:pt idx="20870">
                  <c:v>5.8736800000000002</c:v>
                </c:pt>
                <c:pt idx="20871">
                  <c:v>5.8739800000000004</c:v>
                </c:pt>
                <c:pt idx="20872">
                  <c:v>5.8742900000000002</c:v>
                </c:pt>
                <c:pt idx="20873">
                  <c:v>5.8745900000000004</c:v>
                </c:pt>
                <c:pt idx="20874">
                  <c:v>5.8749000000000002</c:v>
                </c:pt>
                <c:pt idx="20875">
                  <c:v>5.8752000000000004</c:v>
                </c:pt>
                <c:pt idx="20876">
                  <c:v>5.8755100000000002</c:v>
                </c:pt>
                <c:pt idx="20877">
                  <c:v>5.87582</c:v>
                </c:pt>
                <c:pt idx="20878">
                  <c:v>5.8761200000000002</c:v>
                </c:pt>
                <c:pt idx="20879">
                  <c:v>5.87643</c:v>
                </c:pt>
                <c:pt idx="20880">
                  <c:v>5.8767300000000002</c:v>
                </c:pt>
                <c:pt idx="20881">
                  <c:v>5.87704</c:v>
                </c:pt>
                <c:pt idx="20882">
                  <c:v>5.8773400000000002</c:v>
                </c:pt>
                <c:pt idx="20883">
                  <c:v>5.87765</c:v>
                </c:pt>
                <c:pt idx="20884">
                  <c:v>5.8779500000000002</c:v>
                </c:pt>
                <c:pt idx="20885">
                  <c:v>5.87826</c:v>
                </c:pt>
                <c:pt idx="20886">
                  <c:v>5.8785600000000002</c:v>
                </c:pt>
                <c:pt idx="20887">
                  <c:v>5.87887</c:v>
                </c:pt>
                <c:pt idx="20888">
                  <c:v>5.8791799999999999</c:v>
                </c:pt>
                <c:pt idx="20889">
                  <c:v>5.87948</c:v>
                </c:pt>
                <c:pt idx="20890">
                  <c:v>5.8797899999999998</c:v>
                </c:pt>
                <c:pt idx="20891">
                  <c:v>5.88009</c:v>
                </c:pt>
                <c:pt idx="20892">
                  <c:v>5.8803999999999998</c:v>
                </c:pt>
                <c:pt idx="20893">
                  <c:v>5.8807</c:v>
                </c:pt>
                <c:pt idx="20894">
                  <c:v>5.8810099999999998</c:v>
                </c:pt>
                <c:pt idx="20895">
                  <c:v>5.88131</c:v>
                </c:pt>
                <c:pt idx="20896">
                  <c:v>5.8816199999999998</c:v>
                </c:pt>
                <c:pt idx="20897">
                  <c:v>5.88192</c:v>
                </c:pt>
                <c:pt idx="20898">
                  <c:v>5.8822299999999998</c:v>
                </c:pt>
                <c:pt idx="20899">
                  <c:v>5.88253</c:v>
                </c:pt>
                <c:pt idx="20900">
                  <c:v>5.8828399999999998</c:v>
                </c:pt>
                <c:pt idx="20901">
                  <c:v>5.8831499999999997</c:v>
                </c:pt>
                <c:pt idx="20902">
                  <c:v>5.8834499999999998</c:v>
                </c:pt>
                <c:pt idx="20903">
                  <c:v>5.8837599999999997</c:v>
                </c:pt>
                <c:pt idx="20904">
                  <c:v>5.8840599999999998</c:v>
                </c:pt>
                <c:pt idx="20905">
                  <c:v>5.8843699999999997</c:v>
                </c:pt>
                <c:pt idx="20906">
                  <c:v>5.8846699999999998</c:v>
                </c:pt>
                <c:pt idx="20907">
                  <c:v>5.8849799999999997</c:v>
                </c:pt>
                <c:pt idx="20908">
                  <c:v>5.8852799999999998</c:v>
                </c:pt>
                <c:pt idx="20909">
                  <c:v>5.8855899999999997</c:v>
                </c:pt>
                <c:pt idx="20910">
                  <c:v>5.8858899999999998</c:v>
                </c:pt>
                <c:pt idx="20911">
                  <c:v>5.8861999999999997</c:v>
                </c:pt>
                <c:pt idx="20912">
                  <c:v>5.8864999999999998</c:v>
                </c:pt>
                <c:pt idx="20913">
                  <c:v>5.8868099999999997</c:v>
                </c:pt>
                <c:pt idx="20914">
                  <c:v>5.8871200000000004</c:v>
                </c:pt>
                <c:pt idx="20915">
                  <c:v>5.8874199999999997</c:v>
                </c:pt>
                <c:pt idx="20916">
                  <c:v>5.8877300000000004</c:v>
                </c:pt>
                <c:pt idx="20917">
                  <c:v>5.8880299999999997</c:v>
                </c:pt>
                <c:pt idx="20918">
                  <c:v>5.8883400000000004</c:v>
                </c:pt>
                <c:pt idx="20919">
                  <c:v>5.8886399999999997</c:v>
                </c:pt>
                <c:pt idx="20920">
                  <c:v>5.8889500000000004</c:v>
                </c:pt>
                <c:pt idx="20921">
                  <c:v>5.8892499999999997</c:v>
                </c:pt>
                <c:pt idx="20922">
                  <c:v>5.8895600000000004</c:v>
                </c:pt>
                <c:pt idx="20923">
                  <c:v>5.8898599999999997</c:v>
                </c:pt>
                <c:pt idx="20924">
                  <c:v>5.8901700000000003</c:v>
                </c:pt>
                <c:pt idx="20925">
                  <c:v>5.8904699999999997</c:v>
                </c:pt>
                <c:pt idx="20926">
                  <c:v>5.8907800000000003</c:v>
                </c:pt>
                <c:pt idx="20927">
                  <c:v>5.8910900000000002</c:v>
                </c:pt>
                <c:pt idx="20928">
                  <c:v>5.8913900000000003</c:v>
                </c:pt>
                <c:pt idx="20929">
                  <c:v>5.8917000000000002</c:v>
                </c:pt>
                <c:pt idx="20930">
                  <c:v>5.8920000000000003</c:v>
                </c:pt>
                <c:pt idx="20931">
                  <c:v>5.8923100000000002</c:v>
                </c:pt>
                <c:pt idx="20932">
                  <c:v>5.8926100000000003</c:v>
                </c:pt>
                <c:pt idx="20933">
                  <c:v>5.8929200000000002</c:v>
                </c:pt>
                <c:pt idx="20934">
                  <c:v>5.8932200000000003</c:v>
                </c:pt>
                <c:pt idx="20935">
                  <c:v>5.8935300000000002</c:v>
                </c:pt>
                <c:pt idx="20936">
                  <c:v>5.8938300000000003</c:v>
                </c:pt>
                <c:pt idx="20937">
                  <c:v>5.8941400000000002</c:v>
                </c:pt>
                <c:pt idx="20938">
                  <c:v>5.8944400000000003</c:v>
                </c:pt>
                <c:pt idx="20939">
                  <c:v>5.8947500000000002</c:v>
                </c:pt>
                <c:pt idx="20940">
                  <c:v>5.89506</c:v>
                </c:pt>
                <c:pt idx="20941">
                  <c:v>5.8953600000000002</c:v>
                </c:pt>
                <c:pt idx="20942">
                  <c:v>5.89567</c:v>
                </c:pt>
                <c:pt idx="20943">
                  <c:v>5.8959700000000002</c:v>
                </c:pt>
                <c:pt idx="20944">
                  <c:v>5.89628</c:v>
                </c:pt>
                <c:pt idx="20945">
                  <c:v>5.8965800000000002</c:v>
                </c:pt>
                <c:pt idx="20946">
                  <c:v>5.89689</c:v>
                </c:pt>
                <c:pt idx="20947">
                  <c:v>5.8971900000000002</c:v>
                </c:pt>
                <c:pt idx="20948">
                  <c:v>5.8975</c:v>
                </c:pt>
                <c:pt idx="20949">
                  <c:v>5.8978000000000002</c:v>
                </c:pt>
                <c:pt idx="20950">
                  <c:v>5.89811</c:v>
                </c:pt>
                <c:pt idx="20951">
                  <c:v>5.8984199999999998</c:v>
                </c:pt>
                <c:pt idx="20952">
                  <c:v>5.89872</c:v>
                </c:pt>
                <c:pt idx="20953">
                  <c:v>5.8990299999999998</c:v>
                </c:pt>
                <c:pt idx="20954">
                  <c:v>5.89933</c:v>
                </c:pt>
                <c:pt idx="20955">
                  <c:v>5.8996399999999998</c:v>
                </c:pt>
                <c:pt idx="20956">
                  <c:v>5.89994</c:v>
                </c:pt>
                <c:pt idx="20957">
                  <c:v>5.9002499999999998</c:v>
                </c:pt>
                <c:pt idx="20958">
                  <c:v>5.90055</c:v>
                </c:pt>
                <c:pt idx="20959">
                  <c:v>5.9008599999999998</c:v>
                </c:pt>
                <c:pt idx="20960">
                  <c:v>5.90116</c:v>
                </c:pt>
                <c:pt idx="20961">
                  <c:v>5.9014699999999998</c:v>
                </c:pt>
                <c:pt idx="20962">
                  <c:v>5.90177</c:v>
                </c:pt>
                <c:pt idx="20963">
                  <c:v>5.9020799999999998</c:v>
                </c:pt>
                <c:pt idx="20964">
                  <c:v>5.9023899999999996</c:v>
                </c:pt>
                <c:pt idx="20965">
                  <c:v>5.9026899999999998</c:v>
                </c:pt>
                <c:pt idx="20966">
                  <c:v>5.9029999999999996</c:v>
                </c:pt>
                <c:pt idx="20967">
                  <c:v>5.9032999999999998</c:v>
                </c:pt>
                <c:pt idx="20968">
                  <c:v>5.9036099999999996</c:v>
                </c:pt>
                <c:pt idx="20969">
                  <c:v>5.9039099999999998</c:v>
                </c:pt>
                <c:pt idx="20970">
                  <c:v>5.9042199999999996</c:v>
                </c:pt>
                <c:pt idx="20971">
                  <c:v>5.9045199999999998</c:v>
                </c:pt>
                <c:pt idx="20972">
                  <c:v>5.9048299999999996</c:v>
                </c:pt>
                <c:pt idx="20973">
                  <c:v>5.9051299999999998</c:v>
                </c:pt>
                <c:pt idx="20974">
                  <c:v>5.9054399999999996</c:v>
                </c:pt>
                <c:pt idx="20975">
                  <c:v>5.9057399999999998</c:v>
                </c:pt>
                <c:pt idx="20976">
                  <c:v>5.9060499999999996</c:v>
                </c:pt>
                <c:pt idx="20977">
                  <c:v>5.9063600000000003</c:v>
                </c:pt>
                <c:pt idx="20978">
                  <c:v>5.9066599999999996</c:v>
                </c:pt>
                <c:pt idx="20979">
                  <c:v>5.9069700000000003</c:v>
                </c:pt>
                <c:pt idx="20980">
                  <c:v>5.9072699999999996</c:v>
                </c:pt>
                <c:pt idx="20981">
                  <c:v>5.9075800000000003</c:v>
                </c:pt>
                <c:pt idx="20982">
                  <c:v>5.9078799999999996</c:v>
                </c:pt>
                <c:pt idx="20983">
                  <c:v>5.9081900000000003</c:v>
                </c:pt>
                <c:pt idx="20984">
                  <c:v>5.9084899999999996</c:v>
                </c:pt>
                <c:pt idx="20985">
                  <c:v>5.9088000000000003</c:v>
                </c:pt>
                <c:pt idx="20986">
                  <c:v>5.9090999999999996</c:v>
                </c:pt>
                <c:pt idx="20987">
                  <c:v>5.9094100000000003</c:v>
                </c:pt>
                <c:pt idx="20988">
                  <c:v>5.9097099999999996</c:v>
                </c:pt>
                <c:pt idx="20989">
                  <c:v>5.9100200000000003</c:v>
                </c:pt>
                <c:pt idx="20990">
                  <c:v>5.9103300000000001</c:v>
                </c:pt>
                <c:pt idx="20991">
                  <c:v>5.9106300000000003</c:v>
                </c:pt>
                <c:pt idx="20992">
                  <c:v>5.9109400000000001</c:v>
                </c:pt>
                <c:pt idx="20993">
                  <c:v>5.9112400000000003</c:v>
                </c:pt>
                <c:pt idx="20994">
                  <c:v>5.9115500000000001</c:v>
                </c:pt>
                <c:pt idx="20995">
                  <c:v>5.9118500000000003</c:v>
                </c:pt>
                <c:pt idx="20996">
                  <c:v>5.9121600000000001</c:v>
                </c:pt>
                <c:pt idx="20997">
                  <c:v>5.9124600000000003</c:v>
                </c:pt>
                <c:pt idx="20998">
                  <c:v>5.9127700000000001</c:v>
                </c:pt>
                <c:pt idx="20999">
                  <c:v>5.9130700000000003</c:v>
                </c:pt>
                <c:pt idx="21000">
                  <c:v>5.9133800000000001</c:v>
                </c:pt>
                <c:pt idx="21001">
                  <c:v>5.9136800000000003</c:v>
                </c:pt>
                <c:pt idx="21002">
                  <c:v>5.9139900000000001</c:v>
                </c:pt>
                <c:pt idx="21003">
                  <c:v>5.9142999999999999</c:v>
                </c:pt>
                <c:pt idx="21004">
                  <c:v>5.9146000000000001</c:v>
                </c:pt>
                <c:pt idx="21005">
                  <c:v>5.9149099999999999</c:v>
                </c:pt>
                <c:pt idx="21006">
                  <c:v>5.9152100000000001</c:v>
                </c:pt>
                <c:pt idx="21007">
                  <c:v>5.9155199999999999</c:v>
                </c:pt>
                <c:pt idx="21008">
                  <c:v>5.9158200000000001</c:v>
                </c:pt>
                <c:pt idx="21009">
                  <c:v>5.9161299999999999</c:v>
                </c:pt>
                <c:pt idx="21010">
                  <c:v>5.9164300000000001</c:v>
                </c:pt>
                <c:pt idx="21011">
                  <c:v>5.9167399999999999</c:v>
                </c:pt>
                <c:pt idx="21012">
                  <c:v>5.9170400000000001</c:v>
                </c:pt>
                <c:pt idx="21013">
                  <c:v>5.9173499999999999</c:v>
                </c:pt>
                <c:pt idx="21014">
                  <c:v>5.9176599999999997</c:v>
                </c:pt>
                <c:pt idx="21015">
                  <c:v>5.9179599999999999</c:v>
                </c:pt>
                <c:pt idx="21016">
                  <c:v>5.9182699999999997</c:v>
                </c:pt>
                <c:pt idx="21017">
                  <c:v>5.9185699999999999</c:v>
                </c:pt>
                <c:pt idx="21018">
                  <c:v>5.9188799999999997</c:v>
                </c:pt>
                <c:pt idx="21019">
                  <c:v>5.9191799999999999</c:v>
                </c:pt>
                <c:pt idx="21020">
                  <c:v>5.9194899999999997</c:v>
                </c:pt>
                <c:pt idx="21021">
                  <c:v>5.9197899999999999</c:v>
                </c:pt>
                <c:pt idx="21022">
                  <c:v>5.9200999999999997</c:v>
                </c:pt>
                <c:pt idx="21023">
                  <c:v>5.9203999999999999</c:v>
                </c:pt>
                <c:pt idx="21024">
                  <c:v>5.9207099999999997</c:v>
                </c:pt>
                <c:pt idx="21025">
                  <c:v>5.9210099999999999</c:v>
                </c:pt>
                <c:pt idx="21026">
                  <c:v>5.9213199999999997</c:v>
                </c:pt>
                <c:pt idx="21027">
                  <c:v>5.9216300000000004</c:v>
                </c:pt>
                <c:pt idx="21028">
                  <c:v>5.9219299999999997</c:v>
                </c:pt>
                <c:pt idx="21029">
                  <c:v>5.9222400000000004</c:v>
                </c:pt>
                <c:pt idx="21030">
                  <c:v>5.9225399999999997</c:v>
                </c:pt>
                <c:pt idx="21031">
                  <c:v>5.9228500000000004</c:v>
                </c:pt>
                <c:pt idx="21032">
                  <c:v>5.9231499999999997</c:v>
                </c:pt>
                <c:pt idx="21033">
                  <c:v>5.9234600000000004</c:v>
                </c:pt>
                <c:pt idx="21034">
                  <c:v>5.9237599999999997</c:v>
                </c:pt>
                <c:pt idx="21035">
                  <c:v>5.9240700000000004</c:v>
                </c:pt>
                <c:pt idx="21036">
                  <c:v>5.9243699999999997</c:v>
                </c:pt>
                <c:pt idx="21037">
                  <c:v>5.9246800000000004</c:v>
                </c:pt>
                <c:pt idx="21038">
                  <c:v>5.9249799999999997</c:v>
                </c:pt>
                <c:pt idx="21039">
                  <c:v>5.9252900000000004</c:v>
                </c:pt>
                <c:pt idx="21040">
                  <c:v>5.9256000000000002</c:v>
                </c:pt>
                <c:pt idx="21041">
                  <c:v>5.9259000000000004</c:v>
                </c:pt>
                <c:pt idx="21042">
                  <c:v>5.9262100000000002</c:v>
                </c:pt>
                <c:pt idx="21043">
                  <c:v>5.9265100000000004</c:v>
                </c:pt>
                <c:pt idx="21044">
                  <c:v>5.9268200000000002</c:v>
                </c:pt>
                <c:pt idx="21045">
                  <c:v>5.9271200000000004</c:v>
                </c:pt>
                <c:pt idx="21046">
                  <c:v>5.9274300000000002</c:v>
                </c:pt>
                <c:pt idx="21047">
                  <c:v>5.9277300000000004</c:v>
                </c:pt>
                <c:pt idx="21048">
                  <c:v>5.9280400000000002</c:v>
                </c:pt>
                <c:pt idx="21049">
                  <c:v>5.9283400000000004</c:v>
                </c:pt>
                <c:pt idx="21050">
                  <c:v>5.9286500000000002</c:v>
                </c:pt>
                <c:pt idx="21051">
                  <c:v>5.9289500000000004</c:v>
                </c:pt>
                <c:pt idx="21052">
                  <c:v>5.9292600000000002</c:v>
                </c:pt>
                <c:pt idx="21053">
                  <c:v>5.92957</c:v>
                </c:pt>
                <c:pt idx="21054">
                  <c:v>5.9298700000000002</c:v>
                </c:pt>
                <c:pt idx="21055">
                  <c:v>5.93018</c:v>
                </c:pt>
                <c:pt idx="21056">
                  <c:v>5.9304800000000002</c:v>
                </c:pt>
                <c:pt idx="21057">
                  <c:v>5.93079</c:v>
                </c:pt>
                <c:pt idx="21058">
                  <c:v>5.9310900000000002</c:v>
                </c:pt>
                <c:pt idx="21059">
                  <c:v>5.9314</c:v>
                </c:pt>
                <c:pt idx="21060">
                  <c:v>5.9317000000000002</c:v>
                </c:pt>
                <c:pt idx="21061">
                  <c:v>5.93201</c:v>
                </c:pt>
                <c:pt idx="21062">
                  <c:v>5.9323100000000002</c:v>
                </c:pt>
                <c:pt idx="21063">
                  <c:v>5.93262</c:v>
                </c:pt>
                <c:pt idx="21064">
                  <c:v>5.9329299999999998</c:v>
                </c:pt>
                <c:pt idx="21065">
                  <c:v>5.93323</c:v>
                </c:pt>
                <c:pt idx="21066">
                  <c:v>5.9335399999999998</c:v>
                </c:pt>
                <c:pt idx="21067">
                  <c:v>5.93384</c:v>
                </c:pt>
                <c:pt idx="21068">
                  <c:v>5.9341499999999998</c:v>
                </c:pt>
                <c:pt idx="21069">
                  <c:v>5.93445</c:v>
                </c:pt>
                <c:pt idx="21070">
                  <c:v>5.9347599999999998</c:v>
                </c:pt>
                <c:pt idx="21071">
                  <c:v>5.93506</c:v>
                </c:pt>
                <c:pt idx="21072">
                  <c:v>5.9353699999999998</c:v>
                </c:pt>
                <c:pt idx="21073">
                  <c:v>5.93567</c:v>
                </c:pt>
                <c:pt idx="21074">
                  <c:v>5.9359799999999998</c:v>
                </c:pt>
                <c:pt idx="21075">
                  <c:v>5.93628</c:v>
                </c:pt>
                <c:pt idx="21076">
                  <c:v>5.9365899999999998</c:v>
                </c:pt>
                <c:pt idx="21077">
                  <c:v>5.9368999999999996</c:v>
                </c:pt>
                <c:pt idx="21078">
                  <c:v>5.9371999999999998</c:v>
                </c:pt>
                <c:pt idx="21079">
                  <c:v>5.9375099999999996</c:v>
                </c:pt>
                <c:pt idx="21080">
                  <c:v>5.9378099999999998</c:v>
                </c:pt>
                <c:pt idx="21081">
                  <c:v>5.9381199999999996</c:v>
                </c:pt>
                <c:pt idx="21082">
                  <c:v>5.9384199999999998</c:v>
                </c:pt>
                <c:pt idx="21083">
                  <c:v>5.9387299999999996</c:v>
                </c:pt>
                <c:pt idx="21084">
                  <c:v>5.9390299999999998</c:v>
                </c:pt>
                <c:pt idx="21085">
                  <c:v>5.9393399999999996</c:v>
                </c:pt>
                <c:pt idx="21086">
                  <c:v>5.9396399999999998</c:v>
                </c:pt>
                <c:pt idx="21087">
                  <c:v>5.9399499999999996</c:v>
                </c:pt>
                <c:pt idx="21088">
                  <c:v>5.9402499999999998</c:v>
                </c:pt>
                <c:pt idx="21089">
                  <c:v>5.9405599999999996</c:v>
                </c:pt>
                <c:pt idx="21090">
                  <c:v>5.9408700000000003</c:v>
                </c:pt>
                <c:pt idx="21091">
                  <c:v>5.9411699999999996</c:v>
                </c:pt>
                <c:pt idx="21092">
                  <c:v>5.9414800000000003</c:v>
                </c:pt>
                <c:pt idx="21093">
                  <c:v>5.9417799999999996</c:v>
                </c:pt>
                <c:pt idx="21094">
                  <c:v>5.9420900000000003</c:v>
                </c:pt>
                <c:pt idx="21095">
                  <c:v>5.9423899999999996</c:v>
                </c:pt>
                <c:pt idx="21096">
                  <c:v>5.9427000000000003</c:v>
                </c:pt>
                <c:pt idx="21097">
                  <c:v>5.9429999999999996</c:v>
                </c:pt>
                <c:pt idx="21098">
                  <c:v>5.9433100000000003</c:v>
                </c:pt>
                <c:pt idx="21099">
                  <c:v>5.9436099999999996</c:v>
                </c:pt>
                <c:pt idx="21100">
                  <c:v>5.9439200000000003</c:v>
                </c:pt>
                <c:pt idx="21101">
                  <c:v>5.9442199999999996</c:v>
                </c:pt>
                <c:pt idx="21102">
                  <c:v>5.9445300000000003</c:v>
                </c:pt>
                <c:pt idx="21103">
                  <c:v>5.9448400000000001</c:v>
                </c:pt>
                <c:pt idx="21104">
                  <c:v>5.9451400000000003</c:v>
                </c:pt>
                <c:pt idx="21105">
                  <c:v>5.9454500000000001</c:v>
                </c:pt>
                <c:pt idx="21106">
                  <c:v>5.9457500000000003</c:v>
                </c:pt>
                <c:pt idx="21107">
                  <c:v>5.9460600000000001</c:v>
                </c:pt>
                <c:pt idx="21108">
                  <c:v>5.9463600000000003</c:v>
                </c:pt>
                <c:pt idx="21109">
                  <c:v>5.9466700000000001</c:v>
                </c:pt>
                <c:pt idx="21110">
                  <c:v>5.9469700000000003</c:v>
                </c:pt>
                <c:pt idx="21111">
                  <c:v>5.9472800000000001</c:v>
                </c:pt>
                <c:pt idx="21112">
                  <c:v>5.9475800000000003</c:v>
                </c:pt>
                <c:pt idx="21113">
                  <c:v>5.9478900000000001</c:v>
                </c:pt>
                <c:pt idx="21114">
                  <c:v>5.9481900000000003</c:v>
                </c:pt>
                <c:pt idx="21115">
                  <c:v>5.9485000000000001</c:v>
                </c:pt>
                <c:pt idx="21116">
                  <c:v>5.9488099999999999</c:v>
                </c:pt>
                <c:pt idx="21117">
                  <c:v>5.9491100000000001</c:v>
                </c:pt>
                <c:pt idx="21118">
                  <c:v>5.9494199999999999</c:v>
                </c:pt>
                <c:pt idx="21119">
                  <c:v>5.9497200000000001</c:v>
                </c:pt>
                <c:pt idx="21120">
                  <c:v>5.9500299999999999</c:v>
                </c:pt>
                <c:pt idx="21121">
                  <c:v>5.9503300000000001</c:v>
                </c:pt>
                <c:pt idx="21122">
                  <c:v>5.9506399999999999</c:v>
                </c:pt>
                <c:pt idx="21123">
                  <c:v>5.9509400000000001</c:v>
                </c:pt>
                <c:pt idx="21124">
                  <c:v>5.9512499999999999</c:v>
                </c:pt>
                <c:pt idx="21125">
                  <c:v>5.9515500000000001</c:v>
                </c:pt>
                <c:pt idx="21126">
                  <c:v>5.9518599999999999</c:v>
                </c:pt>
                <c:pt idx="21127">
                  <c:v>5.9521699999999997</c:v>
                </c:pt>
                <c:pt idx="21128">
                  <c:v>5.9524699999999999</c:v>
                </c:pt>
                <c:pt idx="21129">
                  <c:v>5.9527799999999997</c:v>
                </c:pt>
                <c:pt idx="21130">
                  <c:v>5.9530799999999999</c:v>
                </c:pt>
                <c:pt idx="21131">
                  <c:v>5.9533899999999997</c:v>
                </c:pt>
                <c:pt idx="21132">
                  <c:v>5.9536899999999999</c:v>
                </c:pt>
                <c:pt idx="21133">
                  <c:v>5.9539999999999997</c:v>
                </c:pt>
                <c:pt idx="21134">
                  <c:v>5.9542999999999999</c:v>
                </c:pt>
                <c:pt idx="21135">
                  <c:v>5.9546099999999997</c:v>
                </c:pt>
                <c:pt idx="21136">
                  <c:v>5.9549099999999999</c:v>
                </c:pt>
                <c:pt idx="21137">
                  <c:v>5.9552199999999997</c:v>
                </c:pt>
                <c:pt idx="21138">
                  <c:v>5.9555199999999999</c:v>
                </c:pt>
                <c:pt idx="21139">
                  <c:v>5.9558299999999997</c:v>
                </c:pt>
                <c:pt idx="21140">
                  <c:v>5.9561400000000004</c:v>
                </c:pt>
                <c:pt idx="21141">
                  <c:v>5.9564399999999997</c:v>
                </c:pt>
                <c:pt idx="21142">
                  <c:v>5.9567500000000004</c:v>
                </c:pt>
                <c:pt idx="21143">
                  <c:v>5.9570499999999997</c:v>
                </c:pt>
                <c:pt idx="21144">
                  <c:v>5.9573600000000004</c:v>
                </c:pt>
                <c:pt idx="21145">
                  <c:v>5.9576599999999997</c:v>
                </c:pt>
                <c:pt idx="21146">
                  <c:v>5.9579700000000004</c:v>
                </c:pt>
                <c:pt idx="21147">
                  <c:v>5.9582699999999997</c:v>
                </c:pt>
                <c:pt idx="21148">
                  <c:v>5.9585800000000004</c:v>
                </c:pt>
                <c:pt idx="21149">
                  <c:v>5.9588799999999997</c:v>
                </c:pt>
                <c:pt idx="21150">
                  <c:v>5.9591900000000004</c:v>
                </c:pt>
                <c:pt idx="21151">
                  <c:v>5.9594899999999997</c:v>
                </c:pt>
                <c:pt idx="21152">
                  <c:v>5.9598000000000004</c:v>
                </c:pt>
                <c:pt idx="21153">
                  <c:v>5.9601100000000002</c:v>
                </c:pt>
                <c:pt idx="21154">
                  <c:v>5.9604100000000004</c:v>
                </c:pt>
                <c:pt idx="21155">
                  <c:v>5.9607200000000002</c:v>
                </c:pt>
                <c:pt idx="21156">
                  <c:v>5.9610200000000004</c:v>
                </c:pt>
                <c:pt idx="21157">
                  <c:v>5.9613300000000002</c:v>
                </c:pt>
                <c:pt idx="21158">
                  <c:v>5.9616300000000004</c:v>
                </c:pt>
                <c:pt idx="21159">
                  <c:v>5.9619400000000002</c:v>
                </c:pt>
                <c:pt idx="21160">
                  <c:v>5.9622400000000004</c:v>
                </c:pt>
                <c:pt idx="21161">
                  <c:v>5.9625500000000002</c:v>
                </c:pt>
                <c:pt idx="21162">
                  <c:v>5.9628500000000004</c:v>
                </c:pt>
                <c:pt idx="21163">
                  <c:v>5.9631600000000002</c:v>
                </c:pt>
                <c:pt idx="21164">
                  <c:v>5.9634600000000004</c:v>
                </c:pt>
                <c:pt idx="21165">
                  <c:v>5.9637700000000002</c:v>
                </c:pt>
                <c:pt idx="21166">
                  <c:v>5.96408</c:v>
                </c:pt>
                <c:pt idx="21167">
                  <c:v>5.9643800000000002</c:v>
                </c:pt>
                <c:pt idx="21168">
                  <c:v>5.96469</c:v>
                </c:pt>
                <c:pt idx="21169">
                  <c:v>5.9649900000000002</c:v>
                </c:pt>
                <c:pt idx="21170">
                  <c:v>5.9653</c:v>
                </c:pt>
                <c:pt idx="21171">
                  <c:v>5.9656000000000002</c:v>
                </c:pt>
                <c:pt idx="21172">
                  <c:v>5.96591</c:v>
                </c:pt>
                <c:pt idx="21173">
                  <c:v>5.9662100000000002</c:v>
                </c:pt>
                <c:pt idx="21174">
                  <c:v>5.96652</c:v>
                </c:pt>
                <c:pt idx="21175">
                  <c:v>5.9668200000000002</c:v>
                </c:pt>
                <c:pt idx="21176">
                  <c:v>5.96713</c:v>
                </c:pt>
                <c:pt idx="21177">
                  <c:v>5.9674300000000002</c:v>
                </c:pt>
                <c:pt idx="21178">
                  <c:v>5.96774</c:v>
                </c:pt>
                <c:pt idx="21179">
                  <c:v>5.9680499999999999</c:v>
                </c:pt>
                <c:pt idx="21180">
                  <c:v>5.96835</c:v>
                </c:pt>
                <c:pt idx="21181">
                  <c:v>5.9686599999999999</c:v>
                </c:pt>
                <c:pt idx="21182">
                  <c:v>5.96896</c:v>
                </c:pt>
                <c:pt idx="21183">
                  <c:v>5.9692699999999999</c:v>
                </c:pt>
                <c:pt idx="21184">
                  <c:v>5.96957</c:v>
                </c:pt>
                <c:pt idx="21185">
                  <c:v>5.9698799999999999</c:v>
                </c:pt>
                <c:pt idx="21186">
                  <c:v>5.97018</c:v>
                </c:pt>
                <c:pt idx="21187">
                  <c:v>5.9704899999999999</c:v>
                </c:pt>
                <c:pt idx="21188">
                  <c:v>5.97079</c:v>
                </c:pt>
                <c:pt idx="21189">
                  <c:v>5.9710999999999999</c:v>
                </c:pt>
                <c:pt idx="21190">
                  <c:v>5.9714099999999997</c:v>
                </c:pt>
                <c:pt idx="21191">
                  <c:v>5.9717099999999999</c:v>
                </c:pt>
                <c:pt idx="21192">
                  <c:v>5.9720199999999997</c:v>
                </c:pt>
                <c:pt idx="21193">
                  <c:v>5.9723199999999999</c:v>
                </c:pt>
                <c:pt idx="21194">
                  <c:v>5.9726299999999997</c:v>
                </c:pt>
                <c:pt idx="21195">
                  <c:v>5.9729299999999999</c:v>
                </c:pt>
                <c:pt idx="21196">
                  <c:v>5.9732399999999997</c:v>
                </c:pt>
                <c:pt idx="21197">
                  <c:v>5.9735399999999998</c:v>
                </c:pt>
                <c:pt idx="21198">
                  <c:v>5.9738499999999997</c:v>
                </c:pt>
                <c:pt idx="21199">
                  <c:v>5.9741499999999998</c:v>
                </c:pt>
                <c:pt idx="21200">
                  <c:v>5.9744599999999997</c:v>
                </c:pt>
                <c:pt idx="21201">
                  <c:v>5.9747599999999998</c:v>
                </c:pt>
                <c:pt idx="21202">
                  <c:v>5.9750699999999997</c:v>
                </c:pt>
                <c:pt idx="21203">
                  <c:v>5.9753800000000004</c:v>
                </c:pt>
                <c:pt idx="21204">
                  <c:v>5.9756799999999997</c:v>
                </c:pt>
                <c:pt idx="21205">
                  <c:v>5.9759900000000004</c:v>
                </c:pt>
                <c:pt idx="21206">
                  <c:v>5.9762899999999997</c:v>
                </c:pt>
                <c:pt idx="21207">
                  <c:v>5.9766000000000004</c:v>
                </c:pt>
                <c:pt idx="21208">
                  <c:v>5.9768999999999997</c:v>
                </c:pt>
                <c:pt idx="21209">
                  <c:v>5.9772100000000004</c:v>
                </c:pt>
                <c:pt idx="21210">
                  <c:v>5.9775099999999997</c:v>
                </c:pt>
                <c:pt idx="21211">
                  <c:v>5.9778200000000004</c:v>
                </c:pt>
                <c:pt idx="21212">
                  <c:v>5.9781199999999997</c:v>
                </c:pt>
                <c:pt idx="21213">
                  <c:v>5.9784300000000004</c:v>
                </c:pt>
                <c:pt idx="21214">
                  <c:v>5.9787299999999997</c:v>
                </c:pt>
                <c:pt idx="21215">
                  <c:v>5.9790400000000004</c:v>
                </c:pt>
                <c:pt idx="21216">
                  <c:v>5.9793500000000002</c:v>
                </c:pt>
                <c:pt idx="21217">
                  <c:v>5.9796500000000004</c:v>
                </c:pt>
                <c:pt idx="21218">
                  <c:v>5.9799600000000002</c:v>
                </c:pt>
                <c:pt idx="21219">
                  <c:v>5.9802600000000004</c:v>
                </c:pt>
                <c:pt idx="21220">
                  <c:v>5.9805700000000002</c:v>
                </c:pt>
                <c:pt idx="21221">
                  <c:v>5.9808700000000004</c:v>
                </c:pt>
                <c:pt idx="21222">
                  <c:v>5.9811800000000002</c:v>
                </c:pt>
                <c:pt idx="21223">
                  <c:v>5.9814800000000004</c:v>
                </c:pt>
                <c:pt idx="21224">
                  <c:v>5.9817900000000002</c:v>
                </c:pt>
                <c:pt idx="21225">
                  <c:v>5.9820900000000004</c:v>
                </c:pt>
                <c:pt idx="21226">
                  <c:v>5.9824000000000002</c:v>
                </c:pt>
                <c:pt idx="21227">
                  <c:v>5.9827000000000004</c:v>
                </c:pt>
                <c:pt idx="21228">
                  <c:v>5.9830100000000002</c:v>
                </c:pt>
                <c:pt idx="21229">
                  <c:v>5.98332</c:v>
                </c:pt>
                <c:pt idx="21230">
                  <c:v>5.9836200000000002</c:v>
                </c:pt>
                <c:pt idx="21231">
                  <c:v>5.98393</c:v>
                </c:pt>
                <c:pt idx="21232">
                  <c:v>5.9842300000000002</c:v>
                </c:pt>
                <c:pt idx="21233">
                  <c:v>5.98454</c:v>
                </c:pt>
                <c:pt idx="21234">
                  <c:v>5.9848400000000002</c:v>
                </c:pt>
                <c:pt idx="21235">
                  <c:v>5.98515</c:v>
                </c:pt>
                <c:pt idx="21236">
                  <c:v>5.9854500000000002</c:v>
                </c:pt>
                <c:pt idx="21237">
                  <c:v>5.98576</c:v>
                </c:pt>
                <c:pt idx="21238">
                  <c:v>5.9860600000000002</c:v>
                </c:pt>
                <c:pt idx="21239">
                  <c:v>5.98637</c:v>
                </c:pt>
                <c:pt idx="21240">
                  <c:v>5.9866700000000002</c:v>
                </c:pt>
                <c:pt idx="21241">
                  <c:v>5.98698</c:v>
                </c:pt>
                <c:pt idx="21242">
                  <c:v>5.9872899999999998</c:v>
                </c:pt>
                <c:pt idx="21243">
                  <c:v>5.98759</c:v>
                </c:pt>
                <c:pt idx="21244">
                  <c:v>5.9878999999999998</c:v>
                </c:pt>
                <c:pt idx="21245">
                  <c:v>5.9882</c:v>
                </c:pt>
                <c:pt idx="21246">
                  <c:v>5.9885099999999998</c:v>
                </c:pt>
                <c:pt idx="21247">
                  <c:v>5.98881</c:v>
                </c:pt>
                <c:pt idx="21248">
                  <c:v>5.9891199999999998</c:v>
                </c:pt>
                <c:pt idx="21249">
                  <c:v>5.98942</c:v>
                </c:pt>
                <c:pt idx="21250">
                  <c:v>5.9897299999999998</c:v>
                </c:pt>
                <c:pt idx="21251">
                  <c:v>5.99003</c:v>
                </c:pt>
                <c:pt idx="21252">
                  <c:v>5.9903399999999998</c:v>
                </c:pt>
                <c:pt idx="21253">
                  <c:v>5.9906499999999996</c:v>
                </c:pt>
                <c:pt idx="21254">
                  <c:v>5.9909499999999998</c:v>
                </c:pt>
                <c:pt idx="21255">
                  <c:v>5.9912599999999996</c:v>
                </c:pt>
                <c:pt idx="21256">
                  <c:v>5.9915599999999998</c:v>
                </c:pt>
                <c:pt idx="21257">
                  <c:v>5.9918699999999996</c:v>
                </c:pt>
                <c:pt idx="21258">
                  <c:v>5.9921699999999998</c:v>
                </c:pt>
                <c:pt idx="21259">
                  <c:v>5.9924799999999996</c:v>
                </c:pt>
                <c:pt idx="21260">
                  <c:v>5.9927799999999998</c:v>
                </c:pt>
                <c:pt idx="21261">
                  <c:v>5.9930899999999996</c:v>
                </c:pt>
                <c:pt idx="21262">
                  <c:v>5.9933899999999998</c:v>
                </c:pt>
                <c:pt idx="21263">
                  <c:v>5.9936999999999996</c:v>
                </c:pt>
                <c:pt idx="21264">
                  <c:v>5.9939999999999998</c:v>
                </c:pt>
                <c:pt idx="21265">
                  <c:v>5.9943099999999996</c:v>
                </c:pt>
                <c:pt idx="21266">
                  <c:v>5.9946200000000003</c:v>
                </c:pt>
                <c:pt idx="21267">
                  <c:v>5.9949199999999996</c:v>
                </c:pt>
                <c:pt idx="21268">
                  <c:v>5.9952300000000003</c:v>
                </c:pt>
                <c:pt idx="21269">
                  <c:v>5.9955299999999996</c:v>
                </c:pt>
                <c:pt idx="21270">
                  <c:v>5.9958400000000003</c:v>
                </c:pt>
                <c:pt idx="21271">
                  <c:v>5.9961399999999996</c:v>
                </c:pt>
                <c:pt idx="21272">
                  <c:v>5.9964500000000003</c:v>
                </c:pt>
                <c:pt idx="21273">
                  <c:v>5.9967499999999996</c:v>
                </c:pt>
                <c:pt idx="21274">
                  <c:v>5.9970600000000003</c:v>
                </c:pt>
                <c:pt idx="21275">
                  <c:v>5.9973599999999996</c:v>
                </c:pt>
                <c:pt idx="21276">
                  <c:v>5.9976700000000003</c:v>
                </c:pt>
                <c:pt idx="21277">
                  <c:v>5.9979699999999996</c:v>
                </c:pt>
                <c:pt idx="21278">
                  <c:v>5.9982800000000003</c:v>
                </c:pt>
                <c:pt idx="21279">
                  <c:v>5.9985900000000001</c:v>
                </c:pt>
                <c:pt idx="21280">
                  <c:v>5.9988900000000003</c:v>
                </c:pt>
                <c:pt idx="21281">
                  <c:v>5.9992000000000001</c:v>
                </c:pt>
                <c:pt idx="21282">
                  <c:v>5.9995000000000003</c:v>
                </c:pt>
                <c:pt idx="21283">
                  <c:v>5.9998100000000001</c:v>
                </c:pt>
                <c:pt idx="21284">
                  <c:v>6.0001100000000003</c:v>
                </c:pt>
                <c:pt idx="21285">
                  <c:v>6.0004200000000001</c:v>
                </c:pt>
                <c:pt idx="21286">
                  <c:v>6.0007200000000003</c:v>
                </c:pt>
                <c:pt idx="21287">
                  <c:v>6.0010300000000001</c:v>
                </c:pt>
                <c:pt idx="21288">
                  <c:v>6.0013300000000003</c:v>
                </c:pt>
                <c:pt idx="21289">
                  <c:v>6.0016400000000001</c:v>
                </c:pt>
                <c:pt idx="21290">
                  <c:v>6.0019400000000003</c:v>
                </c:pt>
                <c:pt idx="21291">
                  <c:v>6.0022500000000001</c:v>
                </c:pt>
                <c:pt idx="21292">
                  <c:v>6.0025599999999999</c:v>
                </c:pt>
                <c:pt idx="21293">
                  <c:v>6.0028600000000001</c:v>
                </c:pt>
                <c:pt idx="21294">
                  <c:v>6.0031699999999999</c:v>
                </c:pt>
                <c:pt idx="21295">
                  <c:v>6.0034700000000001</c:v>
                </c:pt>
                <c:pt idx="21296">
                  <c:v>6.0037799999999999</c:v>
                </c:pt>
                <c:pt idx="21297">
                  <c:v>6.0040800000000001</c:v>
                </c:pt>
                <c:pt idx="21298">
                  <c:v>6.0043899999999999</c:v>
                </c:pt>
                <c:pt idx="21299">
                  <c:v>6.0046900000000001</c:v>
                </c:pt>
                <c:pt idx="21300">
                  <c:v>6.0049999999999999</c:v>
                </c:pt>
                <c:pt idx="21301">
                  <c:v>6.0053000000000001</c:v>
                </c:pt>
                <c:pt idx="21302">
                  <c:v>6.0056099999999999</c:v>
                </c:pt>
                <c:pt idx="21303">
                  <c:v>6.0059199999999997</c:v>
                </c:pt>
                <c:pt idx="21304">
                  <c:v>6.0062199999999999</c:v>
                </c:pt>
                <c:pt idx="21305">
                  <c:v>6.0065299999999997</c:v>
                </c:pt>
                <c:pt idx="21306">
                  <c:v>6.0068299999999999</c:v>
                </c:pt>
                <c:pt idx="21307">
                  <c:v>6.0071399999999997</c:v>
                </c:pt>
                <c:pt idx="21308">
                  <c:v>6.0074399999999999</c:v>
                </c:pt>
                <c:pt idx="21309">
                  <c:v>6.0077499999999997</c:v>
                </c:pt>
                <c:pt idx="21310">
                  <c:v>6.0080499999999999</c:v>
                </c:pt>
                <c:pt idx="21311">
                  <c:v>6.0083599999999997</c:v>
                </c:pt>
                <c:pt idx="21312">
                  <c:v>6.0086599999999999</c:v>
                </c:pt>
                <c:pt idx="21313">
                  <c:v>6.0089699999999997</c:v>
                </c:pt>
                <c:pt idx="21314">
                  <c:v>6.0092699999999999</c:v>
                </c:pt>
                <c:pt idx="21315">
                  <c:v>6.0095799999999997</c:v>
                </c:pt>
                <c:pt idx="21316">
                  <c:v>6.0098900000000004</c:v>
                </c:pt>
                <c:pt idx="21317">
                  <c:v>6.0101899999999997</c:v>
                </c:pt>
                <c:pt idx="21318">
                  <c:v>6.0105000000000004</c:v>
                </c:pt>
                <c:pt idx="21319">
                  <c:v>6.0107999999999997</c:v>
                </c:pt>
                <c:pt idx="21320">
                  <c:v>6.0111100000000004</c:v>
                </c:pt>
                <c:pt idx="21321">
                  <c:v>6.0114099999999997</c:v>
                </c:pt>
                <c:pt idx="21322">
                  <c:v>6.0117200000000004</c:v>
                </c:pt>
                <c:pt idx="21323">
                  <c:v>6.0120199999999997</c:v>
                </c:pt>
                <c:pt idx="21324">
                  <c:v>6.0123300000000004</c:v>
                </c:pt>
                <c:pt idx="21325">
                  <c:v>6.0126299999999997</c:v>
                </c:pt>
                <c:pt idx="21326">
                  <c:v>6.0129400000000004</c:v>
                </c:pt>
                <c:pt idx="21327">
                  <c:v>6.0132399999999997</c:v>
                </c:pt>
                <c:pt idx="21328">
                  <c:v>6.0135500000000004</c:v>
                </c:pt>
                <c:pt idx="21329">
                  <c:v>6.0138600000000002</c:v>
                </c:pt>
                <c:pt idx="21330">
                  <c:v>6.0141600000000004</c:v>
                </c:pt>
                <c:pt idx="21331">
                  <c:v>6.0144700000000002</c:v>
                </c:pt>
                <c:pt idx="21332">
                  <c:v>6.0147700000000004</c:v>
                </c:pt>
                <c:pt idx="21333">
                  <c:v>6.0150800000000002</c:v>
                </c:pt>
                <c:pt idx="21334">
                  <c:v>6.0153800000000004</c:v>
                </c:pt>
                <c:pt idx="21335">
                  <c:v>6.0156900000000002</c:v>
                </c:pt>
                <c:pt idx="21336">
                  <c:v>6.0159900000000004</c:v>
                </c:pt>
                <c:pt idx="21337">
                  <c:v>6.0163000000000002</c:v>
                </c:pt>
                <c:pt idx="21338">
                  <c:v>6.0166000000000004</c:v>
                </c:pt>
                <c:pt idx="21339">
                  <c:v>6.0169100000000002</c:v>
                </c:pt>
                <c:pt idx="21340">
                  <c:v>6.0172100000000004</c:v>
                </c:pt>
                <c:pt idx="21341">
                  <c:v>6.0175200000000002</c:v>
                </c:pt>
                <c:pt idx="21342">
                  <c:v>6.01783</c:v>
                </c:pt>
                <c:pt idx="21343">
                  <c:v>6.0181300000000002</c:v>
                </c:pt>
                <c:pt idx="21344">
                  <c:v>6.01844</c:v>
                </c:pt>
                <c:pt idx="21345">
                  <c:v>6.0187400000000002</c:v>
                </c:pt>
                <c:pt idx="21346">
                  <c:v>6.01905</c:v>
                </c:pt>
                <c:pt idx="21347">
                  <c:v>6.0193500000000002</c:v>
                </c:pt>
                <c:pt idx="21348">
                  <c:v>6.01966</c:v>
                </c:pt>
                <c:pt idx="21349">
                  <c:v>6.0199600000000002</c:v>
                </c:pt>
                <c:pt idx="21350">
                  <c:v>6.02027</c:v>
                </c:pt>
                <c:pt idx="21351">
                  <c:v>6.0205700000000002</c:v>
                </c:pt>
                <c:pt idx="21352">
                  <c:v>6.02088</c:v>
                </c:pt>
                <c:pt idx="21353">
                  <c:v>6.0211800000000002</c:v>
                </c:pt>
                <c:pt idx="21354">
                  <c:v>6.02149</c:v>
                </c:pt>
                <c:pt idx="21355">
                  <c:v>6.0217999999999998</c:v>
                </c:pt>
                <c:pt idx="21356">
                  <c:v>6.0221</c:v>
                </c:pt>
                <c:pt idx="21357">
                  <c:v>6.0224099999999998</c:v>
                </c:pt>
                <c:pt idx="21358">
                  <c:v>6.02271</c:v>
                </c:pt>
                <c:pt idx="21359">
                  <c:v>6.0230199999999998</c:v>
                </c:pt>
                <c:pt idx="21360">
                  <c:v>6.02332</c:v>
                </c:pt>
                <c:pt idx="21361">
                  <c:v>6.0236299999999998</c:v>
                </c:pt>
                <c:pt idx="21362">
                  <c:v>6.02393</c:v>
                </c:pt>
                <c:pt idx="21363">
                  <c:v>6.0242399999999998</c:v>
                </c:pt>
                <c:pt idx="21364">
                  <c:v>6.02454</c:v>
                </c:pt>
                <c:pt idx="21365">
                  <c:v>6.0248499999999998</c:v>
                </c:pt>
                <c:pt idx="21366">
                  <c:v>6.0251599999999996</c:v>
                </c:pt>
                <c:pt idx="21367">
                  <c:v>6.0254599999999998</c:v>
                </c:pt>
                <c:pt idx="21368">
                  <c:v>6.0257699999999996</c:v>
                </c:pt>
                <c:pt idx="21369">
                  <c:v>6.0260699999999998</c:v>
                </c:pt>
                <c:pt idx="21370">
                  <c:v>6.0263799999999996</c:v>
                </c:pt>
                <c:pt idx="21371">
                  <c:v>6.0266799999999998</c:v>
                </c:pt>
                <c:pt idx="21372">
                  <c:v>6.0269899999999996</c:v>
                </c:pt>
                <c:pt idx="21373">
                  <c:v>6.0272899999999998</c:v>
                </c:pt>
                <c:pt idx="21374">
                  <c:v>6.0275999999999996</c:v>
                </c:pt>
                <c:pt idx="21375">
                  <c:v>6.0278999999999998</c:v>
                </c:pt>
                <c:pt idx="21376">
                  <c:v>6.0282099999999996</c:v>
                </c:pt>
                <c:pt idx="21377">
                  <c:v>6.0285099999999998</c:v>
                </c:pt>
                <c:pt idx="21378">
                  <c:v>6.0288199999999996</c:v>
                </c:pt>
                <c:pt idx="21379">
                  <c:v>6.0291300000000003</c:v>
                </c:pt>
                <c:pt idx="21380">
                  <c:v>6.0294299999999996</c:v>
                </c:pt>
                <c:pt idx="21381">
                  <c:v>6.0297400000000003</c:v>
                </c:pt>
                <c:pt idx="21382">
                  <c:v>6.0300399999999996</c:v>
                </c:pt>
                <c:pt idx="21383">
                  <c:v>6.0303500000000003</c:v>
                </c:pt>
                <c:pt idx="21384">
                  <c:v>6.0306499999999996</c:v>
                </c:pt>
                <c:pt idx="21385">
                  <c:v>6.0309600000000003</c:v>
                </c:pt>
                <c:pt idx="21386">
                  <c:v>6.0312599999999996</c:v>
                </c:pt>
                <c:pt idx="21387">
                  <c:v>6.0315700000000003</c:v>
                </c:pt>
                <c:pt idx="21388">
                  <c:v>6.0318699999999996</c:v>
                </c:pt>
                <c:pt idx="21389">
                  <c:v>6.0321800000000003</c:v>
                </c:pt>
                <c:pt idx="21390">
                  <c:v>6.0324799999999996</c:v>
                </c:pt>
                <c:pt idx="21391">
                  <c:v>6.0327900000000003</c:v>
                </c:pt>
                <c:pt idx="21392">
                  <c:v>6.0331000000000001</c:v>
                </c:pt>
                <c:pt idx="21393">
                  <c:v>6.0334000000000003</c:v>
                </c:pt>
                <c:pt idx="21394">
                  <c:v>6.0337100000000001</c:v>
                </c:pt>
                <c:pt idx="21395">
                  <c:v>6.0340100000000003</c:v>
                </c:pt>
                <c:pt idx="21396">
                  <c:v>6.0343200000000001</c:v>
                </c:pt>
                <c:pt idx="21397">
                  <c:v>6.0346200000000003</c:v>
                </c:pt>
                <c:pt idx="21398">
                  <c:v>6.0349300000000001</c:v>
                </c:pt>
                <c:pt idx="21399">
                  <c:v>6.0352300000000003</c:v>
                </c:pt>
                <c:pt idx="21400">
                  <c:v>6.0355400000000001</c:v>
                </c:pt>
                <c:pt idx="21401">
                  <c:v>6.0358400000000003</c:v>
                </c:pt>
                <c:pt idx="21402">
                  <c:v>6.0361500000000001</c:v>
                </c:pt>
                <c:pt idx="21403">
                  <c:v>6.0364500000000003</c:v>
                </c:pt>
                <c:pt idx="21404">
                  <c:v>6.0367600000000001</c:v>
                </c:pt>
                <c:pt idx="21405">
                  <c:v>6.0370699999999999</c:v>
                </c:pt>
                <c:pt idx="21406">
                  <c:v>6.0373700000000001</c:v>
                </c:pt>
                <c:pt idx="21407">
                  <c:v>6.0376799999999999</c:v>
                </c:pt>
                <c:pt idx="21408">
                  <c:v>6.0379800000000001</c:v>
                </c:pt>
                <c:pt idx="21409">
                  <c:v>6.0382899999999999</c:v>
                </c:pt>
                <c:pt idx="21410">
                  <c:v>6.0385900000000001</c:v>
                </c:pt>
                <c:pt idx="21411">
                  <c:v>6.0388999999999999</c:v>
                </c:pt>
                <c:pt idx="21412">
                  <c:v>6.0392000000000001</c:v>
                </c:pt>
                <c:pt idx="21413">
                  <c:v>6.0395099999999999</c:v>
                </c:pt>
                <c:pt idx="21414">
                  <c:v>6.0398100000000001</c:v>
                </c:pt>
                <c:pt idx="21415">
                  <c:v>6.0401199999999999</c:v>
                </c:pt>
                <c:pt idx="21416">
                  <c:v>6.0404200000000001</c:v>
                </c:pt>
                <c:pt idx="21417">
                  <c:v>6.0407299999999999</c:v>
                </c:pt>
                <c:pt idx="21418">
                  <c:v>6.0410399999999997</c:v>
                </c:pt>
                <c:pt idx="21419">
                  <c:v>6.0413399999999999</c:v>
                </c:pt>
                <c:pt idx="21420">
                  <c:v>6.0416499999999997</c:v>
                </c:pt>
                <c:pt idx="21421">
                  <c:v>6.0419499999999999</c:v>
                </c:pt>
                <c:pt idx="21422">
                  <c:v>6.0422599999999997</c:v>
                </c:pt>
                <c:pt idx="21423">
                  <c:v>6.0425599999999999</c:v>
                </c:pt>
                <c:pt idx="21424">
                  <c:v>6.0428699999999997</c:v>
                </c:pt>
                <c:pt idx="21425">
                  <c:v>6.0431699999999999</c:v>
                </c:pt>
                <c:pt idx="21426">
                  <c:v>6.0434799999999997</c:v>
                </c:pt>
                <c:pt idx="21427">
                  <c:v>6.0437799999999999</c:v>
                </c:pt>
                <c:pt idx="21428">
                  <c:v>6.0440899999999997</c:v>
                </c:pt>
                <c:pt idx="21429">
                  <c:v>6.0444000000000004</c:v>
                </c:pt>
                <c:pt idx="21430">
                  <c:v>6.0446999999999997</c:v>
                </c:pt>
                <c:pt idx="21431">
                  <c:v>6.0450100000000004</c:v>
                </c:pt>
                <c:pt idx="21432">
                  <c:v>6.0453099999999997</c:v>
                </c:pt>
                <c:pt idx="21433">
                  <c:v>6.0456200000000004</c:v>
                </c:pt>
                <c:pt idx="21434">
                  <c:v>6.0459199999999997</c:v>
                </c:pt>
                <c:pt idx="21435">
                  <c:v>6.0462300000000004</c:v>
                </c:pt>
                <c:pt idx="21436">
                  <c:v>6.0465299999999997</c:v>
                </c:pt>
                <c:pt idx="21437">
                  <c:v>6.0468400000000004</c:v>
                </c:pt>
                <c:pt idx="21438">
                  <c:v>6.0471399999999997</c:v>
                </c:pt>
                <c:pt idx="21439">
                  <c:v>6.0474500000000004</c:v>
                </c:pt>
                <c:pt idx="21440">
                  <c:v>6.0477499999999997</c:v>
                </c:pt>
                <c:pt idx="21441">
                  <c:v>6.0480600000000004</c:v>
                </c:pt>
                <c:pt idx="21442">
                  <c:v>6.0483700000000002</c:v>
                </c:pt>
                <c:pt idx="21443">
                  <c:v>6.0486700000000004</c:v>
                </c:pt>
                <c:pt idx="21444">
                  <c:v>6.0489800000000002</c:v>
                </c:pt>
                <c:pt idx="21445">
                  <c:v>6.0492800000000004</c:v>
                </c:pt>
                <c:pt idx="21446">
                  <c:v>6.0495900000000002</c:v>
                </c:pt>
                <c:pt idx="21447">
                  <c:v>6.0498900000000004</c:v>
                </c:pt>
                <c:pt idx="21448">
                  <c:v>6.0502000000000002</c:v>
                </c:pt>
                <c:pt idx="21449">
                  <c:v>6.0505000000000004</c:v>
                </c:pt>
                <c:pt idx="21450">
                  <c:v>6.0508100000000002</c:v>
                </c:pt>
                <c:pt idx="21451">
                  <c:v>6.0511100000000004</c:v>
                </c:pt>
                <c:pt idx="21452">
                  <c:v>6.0514200000000002</c:v>
                </c:pt>
                <c:pt idx="21453">
                  <c:v>6.0517200000000004</c:v>
                </c:pt>
                <c:pt idx="21454">
                  <c:v>6.0520300000000002</c:v>
                </c:pt>
                <c:pt idx="21455">
                  <c:v>6.0523400000000001</c:v>
                </c:pt>
                <c:pt idx="21456">
                  <c:v>6.0526400000000002</c:v>
                </c:pt>
                <c:pt idx="21457">
                  <c:v>6.0529500000000001</c:v>
                </c:pt>
                <c:pt idx="21458">
                  <c:v>6.0532500000000002</c:v>
                </c:pt>
                <c:pt idx="21459">
                  <c:v>6.0535600000000001</c:v>
                </c:pt>
                <c:pt idx="21460">
                  <c:v>6.0538600000000002</c:v>
                </c:pt>
                <c:pt idx="21461">
                  <c:v>6.0541700000000001</c:v>
                </c:pt>
                <c:pt idx="21462">
                  <c:v>6.0544700000000002</c:v>
                </c:pt>
                <c:pt idx="21463">
                  <c:v>6.0547800000000001</c:v>
                </c:pt>
                <c:pt idx="21464">
                  <c:v>6.0550800000000002</c:v>
                </c:pt>
                <c:pt idx="21465">
                  <c:v>6.0553900000000001</c:v>
                </c:pt>
                <c:pt idx="21466">
                  <c:v>6.0556900000000002</c:v>
                </c:pt>
                <c:pt idx="21467">
                  <c:v>6.056</c:v>
                </c:pt>
                <c:pt idx="21468">
                  <c:v>6.0563099999999999</c:v>
                </c:pt>
                <c:pt idx="21469">
                  <c:v>6.05661</c:v>
                </c:pt>
                <c:pt idx="21470">
                  <c:v>6.0569199999999999</c:v>
                </c:pt>
                <c:pt idx="21471">
                  <c:v>6.05722</c:v>
                </c:pt>
                <c:pt idx="21472">
                  <c:v>6.0575299999999999</c:v>
                </c:pt>
                <c:pt idx="21473">
                  <c:v>6.05783</c:v>
                </c:pt>
                <c:pt idx="21474">
                  <c:v>6.0581399999999999</c:v>
                </c:pt>
                <c:pt idx="21475">
                  <c:v>6.05844</c:v>
                </c:pt>
                <c:pt idx="21476">
                  <c:v>6.0587499999999999</c:v>
                </c:pt>
                <c:pt idx="21477">
                  <c:v>6.05905</c:v>
                </c:pt>
                <c:pt idx="21478">
                  <c:v>6.0593599999999999</c:v>
                </c:pt>
                <c:pt idx="21479">
                  <c:v>6.0596699999999997</c:v>
                </c:pt>
                <c:pt idx="21480">
                  <c:v>6.0599699999999999</c:v>
                </c:pt>
                <c:pt idx="21481">
                  <c:v>6.0602799999999997</c:v>
                </c:pt>
                <c:pt idx="21482">
                  <c:v>6.0605799999999999</c:v>
                </c:pt>
                <c:pt idx="21483">
                  <c:v>6.0608899999999997</c:v>
                </c:pt>
                <c:pt idx="21484">
                  <c:v>6.0611899999999999</c:v>
                </c:pt>
                <c:pt idx="21485">
                  <c:v>6.0614999999999997</c:v>
                </c:pt>
                <c:pt idx="21486">
                  <c:v>6.0617999999999999</c:v>
                </c:pt>
                <c:pt idx="21487">
                  <c:v>6.0621099999999997</c:v>
                </c:pt>
                <c:pt idx="21488">
                  <c:v>6.0624099999999999</c:v>
                </c:pt>
                <c:pt idx="21489">
                  <c:v>6.0627199999999997</c:v>
                </c:pt>
                <c:pt idx="21490">
                  <c:v>6.0630199999999999</c:v>
                </c:pt>
                <c:pt idx="21491">
                  <c:v>6.0633299999999997</c:v>
                </c:pt>
                <c:pt idx="21492">
                  <c:v>6.0636400000000004</c:v>
                </c:pt>
                <c:pt idx="21493">
                  <c:v>6.0639399999999997</c:v>
                </c:pt>
                <c:pt idx="21494">
                  <c:v>6.0642500000000004</c:v>
                </c:pt>
                <c:pt idx="21495">
                  <c:v>6.0645499999999997</c:v>
                </c:pt>
                <c:pt idx="21496">
                  <c:v>6.0648600000000004</c:v>
                </c:pt>
                <c:pt idx="21497">
                  <c:v>6.0651599999999997</c:v>
                </c:pt>
                <c:pt idx="21498">
                  <c:v>6.0654700000000004</c:v>
                </c:pt>
                <c:pt idx="21499">
                  <c:v>6.0657699999999997</c:v>
                </c:pt>
                <c:pt idx="21500">
                  <c:v>6.0660800000000004</c:v>
                </c:pt>
                <c:pt idx="21501">
                  <c:v>6.0663799999999997</c:v>
                </c:pt>
                <c:pt idx="21502">
                  <c:v>6.0666900000000004</c:v>
                </c:pt>
                <c:pt idx="21503">
                  <c:v>6.0669899999999997</c:v>
                </c:pt>
                <c:pt idx="21504">
                  <c:v>6.0673000000000004</c:v>
                </c:pt>
                <c:pt idx="21505">
                  <c:v>6.0676100000000002</c:v>
                </c:pt>
                <c:pt idx="21506">
                  <c:v>6.0679100000000004</c:v>
                </c:pt>
                <c:pt idx="21507">
                  <c:v>6.0682200000000002</c:v>
                </c:pt>
                <c:pt idx="21508">
                  <c:v>6.0685200000000004</c:v>
                </c:pt>
                <c:pt idx="21509">
                  <c:v>6.0688300000000002</c:v>
                </c:pt>
                <c:pt idx="21510">
                  <c:v>6.0691300000000004</c:v>
                </c:pt>
                <c:pt idx="21511">
                  <c:v>6.0694400000000002</c:v>
                </c:pt>
                <c:pt idx="21512">
                  <c:v>6.0697400000000004</c:v>
                </c:pt>
                <c:pt idx="21513">
                  <c:v>6.0700500000000002</c:v>
                </c:pt>
                <c:pt idx="21514">
                  <c:v>6.0703500000000004</c:v>
                </c:pt>
                <c:pt idx="21515">
                  <c:v>6.0706600000000002</c:v>
                </c:pt>
                <c:pt idx="21516">
                  <c:v>6.0709600000000004</c:v>
                </c:pt>
                <c:pt idx="21517">
                  <c:v>6.0712700000000002</c:v>
                </c:pt>
                <c:pt idx="21518">
                  <c:v>6.07158</c:v>
                </c:pt>
                <c:pt idx="21519">
                  <c:v>6.0718800000000002</c:v>
                </c:pt>
                <c:pt idx="21520">
                  <c:v>6.07219</c:v>
                </c:pt>
                <c:pt idx="21521">
                  <c:v>6.0724900000000002</c:v>
                </c:pt>
                <c:pt idx="21522">
                  <c:v>6.0728</c:v>
                </c:pt>
                <c:pt idx="21523">
                  <c:v>6.0731000000000002</c:v>
                </c:pt>
                <c:pt idx="21524">
                  <c:v>6.07341</c:v>
                </c:pt>
                <c:pt idx="21525">
                  <c:v>6.0737100000000002</c:v>
                </c:pt>
                <c:pt idx="21526">
                  <c:v>6.07402</c:v>
                </c:pt>
                <c:pt idx="21527">
                  <c:v>6.0743200000000002</c:v>
                </c:pt>
                <c:pt idx="21528">
                  <c:v>6.07463</c:v>
                </c:pt>
                <c:pt idx="21529">
                  <c:v>6.0749300000000002</c:v>
                </c:pt>
                <c:pt idx="21530">
                  <c:v>6.07524</c:v>
                </c:pt>
                <c:pt idx="21531">
                  <c:v>6.0755499999999998</c:v>
                </c:pt>
                <c:pt idx="21532">
                  <c:v>6.07585</c:v>
                </c:pt>
                <c:pt idx="21533">
                  <c:v>6.0761599999999998</c:v>
                </c:pt>
                <c:pt idx="21534">
                  <c:v>6.07646</c:v>
                </c:pt>
                <c:pt idx="21535">
                  <c:v>6.0767699999999998</c:v>
                </c:pt>
                <c:pt idx="21536">
                  <c:v>6.07707</c:v>
                </c:pt>
                <c:pt idx="21537">
                  <c:v>6.0773799999999998</c:v>
                </c:pt>
                <c:pt idx="21538">
                  <c:v>6.07768</c:v>
                </c:pt>
                <c:pt idx="21539">
                  <c:v>6.0779899999999998</c:v>
                </c:pt>
                <c:pt idx="21540">
                  <c:v>6.07829</c:v>
                </c:pt>
                <c:pt idx="21541">
                  <c:v>6.0785999999999998</c:v>
                </c:pt>
                <c:pt idx="21542">
                  <c:v>6.0789099999999996</c:v>
                </c:pt>
                <c:pt idx="21543">
                  <c:v>6.0792099999999998</c:v>
                </c:pt>
                <c:pt idx="21544">
                  <c:v>6.0795199999999996</c:v>
                </c:pt>
                <c:pt idx="21545">
                  <c:v>6.0798199999999998</c:v>
                </c:pt>
                <c:pt idx="21546">
                  <c:v>6.0801299999999996</c:v>
                </c:pt>
                <c:pt idx="21547">
                  <c:v>6.0804299999999998</c:v>
                </c:pt>
                <c:pt idx="21548">
                  <c:v>6.0807399999999996</c:v>
                </c:pt>
                <c:pt idx="21549">
                  <c:v>6.0810399999999998</c:v>
                </c:pt>
                <c:pt idx="21550">
                  <c:v>6.0813499999999996</c:v>
                </c:pt>
                <c:pt idx="21551">
                  <c:v>6.0816499999999998</c:v>
                </c:pt>
                <c:pt idx="21552">
                  <c:v>6.0819599999999996</c:v>
                </c:pt>
                <c:pt idx="21553">
                  <c:v>6.0822599999999998</c:v>
                </c:pt>
                <c:pt idx="21554">
                  <c:v>6.0825699999999996</c:v>
                </c:pt>
                <c:pt idx="21555">
                  <c:v>6.0828800000000003</c:v>
                </c:pt>
                <c:pt idx="21556">
                  <c:v>6.0831799999999996</c:v>
                </c:pt>
                <c:pt idx="21557">
                  <c:v>6.0834900000000003</c:v>
                </c:pt>
                <c:pt idx="21558">
                  <c:v>6.0837899999999996</c:v>
                </c:pt>
                <c:pt idx="21559">
                  <c:v>6.0841000000000003</c:v>
                </c:pt>
                <c:pt idx="21560">
                  <c:v>6.0843999999999996</c:v>
                </c:pt>
                <c:pt idx="21561">
                  <c:v>6.0847100000000003</c:v>
                </c:pt>
                <c:pt idx="21562">
                  <c:v>6.0850099999999996</c:v>
                </c:pt>
                <c:pt idx="21563">
                  <c:v>6.0853200000000003</c:v>
                </c:pt>
                <c:pt idx="21564">
                  <c:v>6.0856199999999996</c:v>
                </c:pt>
                <c:pt idx="21565">
                  <c:v>6.0859300000000003</c:v>
                </c:pt>
                <c:pt idx="21566">
                  <c:v>6.0862299999999996</c:v>
                </c:pt>
                <c:pt idx="21567">
                  <c:v>6.0865400000000003</c:v>
                </c:pt>
                <c:pt idx="21568">
                  <c:v>6.0868500000000001</c:v>
                </c:pt>
                <c:pt idx="21569">
                  <c:v>6.0871500000000003</c:v>
                </c:pt>
                <c:pt idx="21570">
                  <c:v>6.0874600000000001</c:v>
                </c:pt>
                <c:pt idx="21571">
                  <c:v>6.0877600000000003</c:v>
                </c:pt>
                <c:pt idx="21572">
                  <c:v>6.0880700000000001</c:v>
                </c:pt>
                <c:pt idx="21573">
                  <c:v>6.0883700000000003</c:v>
                </c:pt>
                <c:pt idx="21574">
                  <c:v>6.0886800000000001</c:v>
                </c:pt>
                <c:pt idx="21575">
                  <c:v>6.0889800000000003</c:v>
                </c:pt>
                <c:pt idx="21576">
                  <c:v>6.0892900000000001</c:v>
                </c:pt>
                <c:pt idx="21577">
                  <c:v>6.0895900000000003</c:v>
                </c:pt>
                <c:pt idx="21578">
                  <c:v>6.0899000000000001</c:v>
                </c:pt>
                <c:pt idx="21579">
                  <c:v>6.0902000000000003</c:v>
                </c:pt>
                <c:pt idx="21580">
                  <c:v>6.0905100000000001</c:v>
                </c:pt>
                <c:pt idx="21581">
                  <c:v>6.0908199999999999</c:v>
                </c:pt>
                <c:pt idx="21582">
                  <c:v>6.0911200000000001</c:v>
                </c:pt>
                <c:pt idx="21583">
                  <c:v>6.0914299999999999</c:v>
                </c:pt>
                <c:pt idx="21584">
                  <c:v>6.0917300000000001</c:v>
                </c:pt>
                <c:pt idx="21585">
                  <c:v>6.0920399999999999</c:v>
                </c:pt>
                <c:pt idx="21586">
                  <c:v>6.0923400000000001</c:v>
                </c:pt>
                <c:pt idx="21587">
                  <c:v>6.0926499999999999</c:v>
                </c:pt>
                <c:pt idx="21588">
                  <c:v>6.0929500000000001</c:v>
                </c:pt>
                <c:pt idx="21589">
                  <c:v>6.0932599999999999</c:v>
                </c:pt>
                <c:pt idx="21590">
                  <c:v>6.0935600000000001</c:v>
                </c:pt>
                <c:pt idx="21591">
                  <c:v>6.0938699999999999</c:v>
                </c:pt>
                <c:pt idx="21592">
                  <c:v>6.0941700000000001</c:v>
                </c:pt>
                <c:pt idx="21593">
                  <c:v>6.0944799999999999</c:v>
                </c:pt>
                <c:pt idx="21594">
                  <c:v>6.0947899999999997</c:v>
                </c:pt>
                <c:pt idx="21595">
                  <c:v>6.0950899999999999</c:v>
                </c:pt>
                <c:pt idx="21596">
                  <c:v>6.0953999999999997</c:v>
                </c:pt>
                <c:pt idx="21597">
                  <c:v>6.0956999999999999</c:v>
                </c:pt>
                <c:pt idx="21598">
                  <c:v>6.0960099999999997</c:v>
                </c:pt>
                <c:pt idx="21599">
                  <c:v>6.0963099999999999</c:v>
                </c:pt>
                <c:pt idx="21600">
                  <c:v>6.0966199999999997</c:v>
                </c:pt>
                <c:pt idx="21601">
                  <c:v>6.0969199999999999</c:v>
                </c:pt>
                <c:pt idx="21602">
                  <c:v>6.0972299999999997</c:v>
                </c:pt>
                <c:pt idx="21603">
                  <c:v>6.0975299999999999</c:v>
                </c:pt>
                <c:pt idx="21604">
                  <c:v>6.0978399999999997</c:v>
                </c:pt>
                <c:pt idx="21605">
                  <c:v>6.0981500000000004</c:v>
                </c:pt>
                <c:pt idx="21606">
                  <c:v>6.0984499999999997</c:v>
                </c:pt>
                <c:pt idx="21607">
                  <c:v>6.0987600000000004</c:v>
                </c:pt>
                <c:pt idx="21608">
                  <c:v>6.0990599999999997</c:v>
                </c:pt>
                <c:pt idx="21609">
                  <c:v>6.0993700000000004</c:v>
                </c:pt>
                <c:pt idx="21610">
                  <c:v>6.0996699999999997</c:v>
                </c:pt>
                <c:pt idx="21611">
                  <c:v>6.0999800000000004</c:v>
                </c:pt>
                <c:pt idx="21612">
                  <c:v>6.1002799999999997</c:v>
                </c:pt>
                <c:pt idx="21613">
                  <c:v>6.1005900000000004</c:v>
                </c:pt>
                <c:pt idx="21614">
                  <c:v>6.1008899999999997</c:v>
                </c:pt>
                <c:pt idx="21615">
                  <c:v>6.1012000000000004</c:v>
                </c:pt>
                <c:pt idx="21616">
                  <c:v>6.1014999999999997</c:v>
                </c:pt>
                <c:pt idx="21617">
                  <c:v>6.1018100000000004</c:v>
                </c:pt>
                <c:pt idx="21618">
                  <c:v>6.1021200000000002</c:v>
                </c:pt>
                <c:pt idx="21619">
                  <c:v>6.1024200000000004</c:v>
                </c:pt>
                <c:pt idx="21620">
                  <c:v>6.1027300000000002</c:v>
                </c:pt>
                <c:pt idx="21621">
                  <c:v>6.1030300000000004</c:v>
                </c:pt>
                <c:pt idx="21622">
                  <c:v>6.1033400000000002</c:v>
                </c:pt>
                <c:pt idx="21623">
                  <c:v>6.1036400000000004</c:v>
                </c:pt>
                <c:pt idx="21624">
                  <c:v>6.1039500000000002</c:v>
                </c:pt>
                <c:pt idx="21625">
                  <c:v>6.1042500000000004</c:v>
                </c:pt>
                <c:pt idx="21626">
                  <c:v>6.1045600000000002</c:v>
                </c:pt>
                <c:pt idx="21627">
                  <c:v>6.1048600000000004</c:v>
                </c:pt>
                <c:pt idx="21628">
                  <c:v>6.1051700000000002</c:v>
                </c:pt>
                <c:pt idx="21629">
                  <c:v>6.1054700000000004</c:v>
                </c:pt>
                <c:pt idx="21630">
                  <c:v>6.1057800000000002</c:v>
                </c:pt>
                <c:pt idx="21631">
                  <c:v>6.10609</c:v>
                </c:pt>
                <c:pt idx="21632">
                  <c:v>6.1063900000000002</c:v>
                </c:pt>
                <c:pt idx="21633">
                  <c:v>6.1067</c:v>
                </c:pt>
                <c:pt idx="21634">
                  <c:v>6.1070000000000002</c:v>
                </c:pt>
                <c:pt idx="21635">
                  <c:v>6.10731</c:v>
                </c:pt>
                <c:pt idx="21636">
                  <c:v>6.1076100000000002</c:v>
                </c:pt>
                <c:pt idx="21637">
                  <c:v>6.10792</c:v>
                </c:pt>
                <c:pt idx="21638">
                  <c:v>6.1082200000000002</c:v>
                </c:pt>
                <c:pt idx="21639">
                  <c:v>6.10853</c:v>
                </c:pt>
                <c:pt idx="21640">
                  <c:v>6.1088300000000002</c:v>
                </c:pt>
                <c:pt idx="21641">
                  <c:v>6.10914</c:v>
                </c:pt>
                <c:pt idx="21642">
                  <c:v>6.1094400000000002</c:v>
                </c:pt>
                <c:pt idx="21643">
                  <c:v>6.10975</c:v>
                </c:pt>
                <c:pt idx="21644">
                  <c:v>6.1100599999999998</c:v>
                </c:pt>
                <c:pt idx="21645">
                  <c:v>6.11036</c:v>
                </c:pt>
                <c:pt idx="21646">
                  <c:v>6.1106699999999998</c:v>
                </c:pt>
                <c:pt idx="21647">
                  <c:v>6.11097</c:v>
                </c:pt>
                <c:pt idx="21648">
                  <c:v>6.1112799999999998</c:v>
                </c:pt>
                <c:pt idx="21649">
                  <c:v>6.11158</c:v>
                </c:pt>
                <c:pt idx="21650">
                  <c:v>6.1118899999999998</c:v>
                </c:pt>
                <c:pt idx="21651">
                  <c:v>6.11219</c:v>
                </c:pt>
                <c:pt idx="21652">
                  <c:v>6.1124999999999998</c:v>
                </c:pt>
                <c:pt idx="21653">
                  <c:v>6.1128</c:v>
                </c:pt>
                <c:pt idx="21654">
                  <c:v>6.1131099999999998</c:v>
                </c:pt>
                <c:pt idx="21655">
                  <c:v>6.1134199999999996</c:v>
                </c:pt>
                <c:pt idx="21656">
                  <c:v>6.1137199999999998</c:v>
                </c:pt>
                <c:pt idx="21657">
                  <c:v>6.1140299999999996</c:v>
                </c:pt>
                <c:pt idx="21658">
                  <c:v>6.1143299999999998</c:v>
                </c:pt>
                <c:pt idx="21659">
                  <c:v>6.1146399999999996</c:v>
                </c:pt>
                <c:pt idx="21660">
                  <c:v>6.1149399999999998</c:v>
                </c:pt>
                <c:pt idx="21661">
                  <c:v>6.1152499999999996</c:v>
                </c:pt>
                <c:pt idx="21662">
                  <c:v>6.1155499999999998</c:v>
                </c:pt>
                <c:pt idx="21663">
                  <c:v>6.1158599999999996</c:v>
                </c:pt>
                <c:pt idx="21664">
                  <c:v>6.1161599999999998</c:v>
                </c:pt>
                <c:pt idx="21665">
                  <c:v>6.1164699999999996</c:v>
                </c:pt>
                <c:pt idx="21666">
                  <c:v>6.1167699999999998</c:v>
                </c:pt>
                <c:pt idx="21667">
                  <c:v>6.1170799999999996</c:v>
                </c:pt>
                <c:pt idx="21668">
                  <c:v>6.1173900000000003</c:v>
                </c:pt>
                <c:pt idx="21669">
                  <c:v>6.1176899999999996</c:v>
                </c:pt>
                <c:pt idx="21670">
                  <c:v>6.1180000000000003</c:v>
                </c:pt>
                <c:pt idx="21671">
                  <c:v>6.1182999999999996</c:v>
                </c:pt>
                <c:pt idx="21672">
                  <c:v>6.1186100000000003</c:v>
                </c:pt>
                <c:pt idx="21673">
                  <c:v>6.1189099999999996</c:v>
                </c:pt>
                <c:pt idx="21674">
                  <c:v>6.1192200000000003</c:v>
                </c:pt>
                <c:pt idx="21675">
                  <c:v>6.1195199999999996</c:v>
                </c:pt>
                <c:pt idx="21676">
                  <c:v>6.1198300000000003</c:v>
                </c:pt>
                <c:pt idx="21677">
                  <c:v>6.1201299999999996</c:v>
                </c:pt>
                <c:pt idx="21678">
                  <c:v>6.1204400000000003</c:v>
                </c:pt>
                <c:pt idx="21679">
                  <c:v>6.1207399999999996</c:v>
                </c:pt>
                <c:pt idx="21680">
                  <c:v>6.1210500000000003</c:v>
                </c:pt>
                <c:pt idx="21681">
                  <c:v>6.1213600000000001</c:v>
                </c:pt>
                <c:pt idx="21682">
                  <c:v>6.1216600000000003</c:v>
                </c:pt>
                <c:pt idx="21683">
                  <c:v>6.1219700000000001</c:v>
                </c:pt>
                <c:pt idx="21684">
                  <c:v>6.1222700000000003</c:v>
                </c:pt>
                <c:pt idx="21685">
                  <c:v>6.1225800000000001</c:v>
                </c:pt>
                <c:pt idx="21686">
                  <c:v>6.1228800000000003</c:v>
                </c:pt>
                <c:pt idx="21687">
                  <c:v>6.1231900000000001</c:v>
                </c:pt>
                <c:pt idx="21688">
                  <c:v>6.1234900000000003</c:v>
                </c:pt>
                <c:pt idx="21689">
                  <c:v>6.1238000000000001</c:v>
                </c:pt>
                <c:pt idx="21690">
                  <c:v>6.1241000000000003</c:v>
                </c:pt>
                <c:pt idx="21691">
                  <c:v>6.1244100000000001</c:v>
                </c:pt>
                <c:pt idx="21692">
                  <c:v>6.1247100000000003</c:v>
                </c:pt>
                <c:pt idx="21693">
                  <c:v>6.1250200000000001</c:v>
                </c:pt>
                <c:pt idx="21694">
                  <c:v>6.1253299999999999</c:v>
                </c:pt>
                <c:pt idx="21695">
                  <c:v>6.1256300000000001</c:v>
                </c:pt>
                <c:pt idx="21696">
                  <c:v>6.1259399999999999</c:v>
                </c:pt>
                <c:pt idx="21697">
                  <c:v>6.1262400000000001</c:v>
                </c:pt>
                <c:pt idx="21698">
                  <c:v>6.1265499999999999</c:v>
                </c:pt>
                <c:pt idx="21699">
                  <c:v>6.1268500000000001</c:v>
                </c:pt>
                <c:pt idx="21700">
                  <c:v>6.1271599999999999</c:v>
                </c:pt>
                <c:pt idx="21701">
                  <c:v>6.1274600000000001</c:v>
                </c:pt>
                <c:pt idx="21702">
                  <c:v>6.1277699999999999</c:v>
                </c:pt>
                <c:pt idx="21703">
                  <c:v>6.1280700000000001</c:v>
                </c:pt>
                <c:pt idx="21704">
                  <c:v>6.1283799999999999</c:v>
                </c:pt>
                <c:pt idx="21705">
                  <c:v>6.1286800000000001</c:v>
                </c:pt>
                <c:pt idx="21706">
                  <c:v>6.1289899999999999</c:v>
                </c:pt>
                <c:pt idx="21707">
                  <c:v>6.1292999999999997</c:v>
                </c:pt>
                <c:pt idx="21708">
                  <c:v>6.1295999999999999</c:v>
                </c:pt>
                <c:pt idx="21709">
                  <c:v>6.1299099999999997</c:v>
                </c:pt>
                <c:pt idx="21710">
                  <c:v>6.1302099999999999</c:v>
                </c:pt>
                <c:pt idx="21711">
                  <c:v>6.1305199999999997</c:v>
                </c:pt>
                <c:pt idx="21712">
                  <c:v>6.1308199999999999</c:v>
                </c:pt>
                <c:pt idx="21713">
                  <c:v>6.1311299999999997</c:v>
                </c:pt>
                <c:pt idx="21714">
                  <c:v>6.1314299999999999</c:v>
                </c:pt>
                <c:pt idx="21715">
                  <c:v>6.1317399999999997</c:v>
                </c:pt>
                <c:pt idx="21716">
                  <c:v>6.1320399999999999</c:v>
                </c:pt>
                <c:pt idx="21717">
                  <c:v>6.1323499999999997</c:v>
                </c:pt>
                <c:pt idx="21718">
                  <c:v>6.1326599999999996</c:v>
                </c:pt>
                <c:pt idx="21719">
                  <c:v>6.1329599999999997</c:v>
                </c:pt>
                <c:pt idx="21720">
                  <c:v>6.1332700000000004</c:v>
                </c:pt>
                <c:pt idx="21721">
                  <c:v>6.1335699999999997</c:v>
                </c:pt>
                <c:pt idx="21722">
                  <c:v>6.1338800000000004</c:v>
                </c:pt>
                <c:pt idx="21723">
                  <c:v>6.1341799999999997</c:v>
                </c:pt>
                <c:pt idx="21724">
                  <c:v>6.1344900000000004</c:v>
                </c:pt>
                <c:pt idx="21725">
                  <c:v>6.1347899999999997</c:v>
                </c:pt>
                <c:pt idx="21726">
                  <c:v>6.1351000000000004</c:v>
                </c:pt>
                <c:pt idx="21727">
                  <c:v>6.1353999999999997</c:v>
                </c:pt>
                <c:pt idx="21728">
                  <c:v>6.1357100000000004</c:v>
                </c:pt>
                <c:pt idx="21729">
                  <c:v>6.1360099999999997</c:v>
                </c:pt>
                <c:pt idx="21730">
                  <c:v>6.1363200000000004</c:v>
                </c:pt>
                <c:pt idx="21731">
                  <c:v>6.1366300000000003</c:v>
                </c:pt>
                <c:pt idx="21732">
                  <c:v>6.1369300000000004</c:v>
                </c:pt>
                <c:pt idx="21733">
                  <c:v>6.1372400000000003</c:v>
                </c:pt>
                <c:pt idx="21734">
                  <c:v>6.1375400000000004</c:v>
                </c:pt>
                <c:pt idx="21735">
                  <c:v>6.1378500000000003</c:v>
                </c:pt>
                <c:pt idx="21736">
                  <c:v>6.1381500000000004</c:v>
                </c:pt>
                <c:pt idx="21737">
                  <c:v>6.1384600000000002</c:v>
                </c:pt>
                <c:pt idx="21738">
                  <c:v>6.1387600000000004</c:v>
                </c:pt>
                <c:pt idx="21739">
                  <c:v>6.1390700000000002</c:v>
                </c:pt>
                <c:pt idx="21740">
                  <c:v>6.1393700000000004</c:v>
                </c:pt>
                <c:pt idx="21741">
                  <c:v>6.1396800000000002</c:v>
                </c:pt>
                <c:pt idx="21742">
                  <c:v>6.1399800000000004</c:v>
                </c:pt>
                <c:pt idx="21743">
                  <c:v>6.1402900000000002</c:v>
                </c:pt>
                <c:pt idx="21744">
                  <c:v>6.1406000000000001</c:v>
                </c:pt>
                <c:pt idx="21745">
                  <c:v>6.1409000000000002</c:v>
                </c:pt>
                <c:pt idx="21746">
                  <c:v>6.1412100000000001</c:v>
                </c:pt>
                <c:pt idx="21747">
                  <c:v>6.1415100000000002</c:v>
                </c:pt>
                <c:pt idx="21748">
                  <c:v>6.1418200000000001</c:v>
                </c:pt>
                <c:pt idx="21749">
                  <c:v>6.1421200000000002</c:v>
                </c:pt>
                <c:pt idx="21750">
                  <c:v>6.1424300000000001</c:v>
                </c:pt>
                <c:pt idx="21751">
                  <c:v>6.1427300000000002</c:v>
                </c:pt>
                <c:pt idx="21752">
                  <c:v>6.1430400000000001</c:v>
                </c:pt>
                <c:pt idx="21753">
                  <c:v>6.1433400000000002</c:v>
                </c:pt>
                <c:pt idx="21754">
                  <c:v>6.1436500000000001</c:v>
                </c:pt>
                <c:pt idx="21755">
                  <c:v>6.1439500000000002</c:v>
                </c:pt>
                <c:pt idx="21756">
                  <c:v>6.1442600000000001</c:v>
                </c:pt>
                <c:pt idx="21757">
                  <c:v>6.1445699999999999</c:v>
                </c:pt>
                <c:pt idx="21758">
                  <c:v>6.1448700000000001</c:v>
                </c:pt>
                <c:pt idx="21759">
                  <c:v>6.1451799999999999</c:v>
                </c:pt>
                <c:pt idx="21760">
                  <c:v>6.1454800000000001</c:v>
                </c:pt>
                <c:pt idx="21761">
                  <c:v>6.1457899999999999</c:v>
                </c:pt>
                <c:pt idx="21762">
                  <c:v>6.1460900000000001</c:v>
                </c:pt>
                <c:pt idx="21763">
                  <c:v>6.1463999999999999</c:v>
                </c:pt>
                <c:pt idx="21764">
                  <c:v>6.1467000000000001</c:v>
                </c:pt>
                <c:pt idx="21765">
                  <c:v>6.1470099999999999</c:v>
                </c:pt>
                <c:pt idx="21766">
                  <c:v>6.1473100000000001</c:v>
                </c:pt>
                <c:pt idx="21767">
                  <c:v>6.1476199999999999</c:v>
                </c:pt>
                <c:pt idx="21768">
                  <c:v>6.1479200000000001</c:v>
                </c:pt>
                <c:pt idx="21769">
                  <c:v>6.1482299999999999</c:v>
                </c:pt>
                <c:pt idx="21770">
                  <c:v>6.1485399999999997</c:v>
                </c:pt>
                <c:pt idx="21771">
                  <c:v>6.1488399999999999</c:v>
                </c:pt>
                <c:pt idx="21772">
                  <c:v>6.1491499999999997</c:v>
                </c:pt>
                <c:pt idx="21773">
                  <c:v>6.1494499999999999</c:v>
                </c:pt>
                <c:pt idx="21774">
                  <c:v>6.1497599999999997</c:v>
                </c:pt>
                <c:pt idx="21775">
                  <c:v>6.1500599999999999</c:v>
                </c:pt>
                <c:pt idx="21776">
                  <c:v>6.1503699999999997</c:v>
                </c:pt>
                <c:pt idx="21777">
                  <c:v>6.1506699999999999</c:v>
                </c:pt>
                <c:pt idx="21778">
                  <c:v>6.1509799999999997</c:v>
                </c:pt>
                <c:pt idx="21779">
                  <c:v>6.1512799999999999</c:v>
                </c:pt>
                <c:pt idx="21780">
                  <c:v>6.1515899999999997</c:v>
                </c:pt>
                <c:pt idx="21781">
                  <c:v>6.1519000000000004</c:v>
                </c:pt>
                <c:pt idx="21782">
                  <c:v>6.1521999999999997</c:v>
                </c:pt>
                <c:pt idx="21783">
                  <c:v>6.1525100000000004</c:v>
                </c:pt>
                <c:pt idx="21784">
                  <c:v>6.1528099999999997</c:v>
                </c:pt>
                <c:pt idx="21785">
                  <c:v>6.1531200000000004</c:v>
                </c:pt>
                <c:pt idx="21786">
                  <c:v>6.1534199999999997</c:v>
                </c:pt>
                <c:pt idx="21787">
                  <c:v>6.1537300000000004</c:v>
                </c:pt>
                <c:pt idx="21788">
                  <c:v>6.1540299999999997</c:v>
                </c:pt>
                <c:pt idx="21789">
                  <c:v>6.1543400000000004</c:v>
                </c:pt>
                <c:pt idx="21790">
                  <c:v>6.1546399999999997</c:v>
                </c:pt>
                <c:pt idx="21791">
                  <c:v>6.1549500000000004</c:v>
                </c:pt>
                <c:pt idx="21792">
                  <c:v>6.1552499999999997</c:v>
                </c:pt>
                <c:pt idx="21793">
                  <c:v>6.1555600000000004</c:v>
                </c:pt>
                <c:pt idx="21794">
                  <c:v>6.1558700000000002</c:v>
                </c:pt>
                <c:pt idx="21795">
                  <c:v>6.1561700000000004</c:v>
                </c:pt>
                <c:pt idx="21796">
                  <c:v>6.1564800000000002</c:v>
                </c:pt>
                <c:pt idx="21797">
                  <c:v>6.1567800000000004</c:v>
                </c:pt>
                <c:pt idx="21798">
                  <c:v>6.1570900000000002</c:v>
                </c:pt>
                <c:pt idx="21799">
                  <c:v>6.1573900000000004</c:v>
                </c:pt>
                <c:pt idx="21800">
                  <c:v>6.1577000000000002</c:v>
                </c:pt>
                <c:pt idx="21801">
                  <c:v>6.1580000000000004</c:v>
                </c:pt>
                <c:pt idx="21802">
                  <c:v>6.1583100000000002</c:v>
                </c:pt>
                <c:pt idx="21803">
                  <c:v>6.1586100000000004</c:v>
                </c:pt>
                <c:pt idx="21804">
                  <c:v>6.1589200000000002</c:v>
                </c:pt>
                <c:pt idx="21805">
                  <c:v>6.1592200000000004</c:v>
                </c:pt>
                <c:pt idx="21806">
                  <c:v>6.1595300000000002</c:v>
                </c:pt>
                <c:pt idx="21807">
                  <c:v>6.15984</c:v>
                </c:pt>
                <c:pt idx="21808">
                  <c:v>6.1601400000000002</c:v>
                </c:pt>
                <c:pt idx="21809">
                  <c:v>6.16045</c:v>
                </c:pt>
                <c:pt idx="21810">
                  <c:v>6.1607500000000002</c:v>
                </c:pt>
                <c:pt idx="21811">
                  <c:v>6.16106</c:v>
                </c:pt>
                <c:pt idx="21812">
                  <c:v>6.1613600000000002</c:v>
                </c:pt>
                <c:pt idx="21813">
                  <c:v>6.16167</c:v>
                </c:pt>
                <c:pt idx="21814">
                  <c:v>6.1619700000000002</c:v>
                </c:pt>
                <c:pt idx="21815">
                  <c:v>6.16228</c:v>
                </c:pt>
                <c:pt idx="21816">
                  <c:v>6.1625800000000002</c:v>
                </c:pt>
                <c:pt idx="21817">
                  <c:v>6.16289</c:v>
                </c:pt>
                <c:pt idx="21818">
                  <c:v>6.1631900000000002</c:v>
                </c:pt>
                <c:pt idx="21819">
                  <c:v>6.1635</c:v>
                </c:pt>
                <c:pt idx="21820">
                  <c:v>6.1638099999999998</c:v>
                </c:pt>
                <c:pt idx="21821">
                  <c:v>6.16411</c:v>
                </c:pt>
                <c:pt idx="21822">
                  <c:v>6.1644199999999998</c:v>
                </c:pt>
                <c:pt idx="21823">
                  <c:v>6.16472</c:v>
                </c:pt>
                <c:pt idx="21824">
                  <c:v>6.1650299999999998</c:v>
                </c:pt>
                <c:pt idx="21825">
                  <c:v>6.16533</c:v>
                </c:pt>
                <c:pt idx="21826">
                  <c:v>6.1656399999999998</c:v>
                </c:pt>
                <c:pt idx="21827">
                  <c:v>6.16594</c:v>
                </c:pt>
                <c:pt idx="21828">
                  <c:v>6.1662499999999998</c:v>
                </c:pt>
                <c:pt idx="21829">
                  <c:v>6.16655</c:v>
                </c:pt>
                <c:pt idx="21830">
                  <c:v>6.1668599999999998</c:v>
                </c:pt>
                <c:pt idx="21831">
                  <c:v>6.16716</c:v>
                </c:pt>
                <c:pt idx="21832">
                  <c:v>6.1674699999999998</c:v>
                </c:pt>
                <c:pt idx="21833">
                  <c:v>6.1677799999999996</c:v>
                </c:pt>
                <c:pt idx="21834">
                  <c:v>6.1680799999999998</c:v>
                </c:pt>
                <c:pt idx="21835">
                  <c:v>6.1683899999999996</c:v>
                </c:pt>
                <c:pt idx="21836">
                  <c:v>6.1686899999999998</c:v>
                </c:pt>
                <c:pt idx="21837">
                  <c:v>6.1689999999999996</c:v>
                </c:pt>
                <c:pt idx="21838">
                  <c:v>6.1692999999999998</c:v>
                </c:pt>
                <c:pt idx="21839">
                  <c:v>6.1696099999999996</c:v>
                </c:pt>
                <c:pt idx="21840">
                  <c:v>6.1699099999999998</c:v>
                </c:pt>
                <c:pt idx="21841">
                  <c:v>6.1702199999999996</c:v>
                </c:pt>
                <c:pt idx="21842">
                  <c:v>6.1705199999999998</c:v>
                </c:pt>
                <c:pt idx="21843">
                  <c:v>6.1708299999999996</c:v>
                </c:pt>
                <c:pt idx="21844">
                  <c:v>6.1711400000000003</c:v>
                </c:pt>
                <c:pt idx="21845">
                  <c:v>6.1714399999999996</c:v>
                </c:pt>
                <c:pt idx="21846">
                  <c:v>6.1717500000000003</c:v>
                </c:pt>
                <c:pt idx="21847">
                  <c:v>6.1720499999999996</c:v>
                </c:pt>
                <c:pt idx="21848">
                  <c:v>6.1723600000000003</c:v>
                </c:pt>
                <c:pt idx="21849">
                  <c:v>6.1726599999999996</c:v>
                </c:pt>
                <c:pt idx="21850">
                  <c:v>6.1729700000000003</c:v>
                </c:pt>
                <c:pt idx="21851">
                  <c:v>6.1732699999999996</c:v>
                </c:pt>
                <c:pt idx="21852">
                  <c:v>6.1735800000000003</c:v>
                </c:pt>
                <c:pt idx="21853">
                  <c:v>6.1738799999999996</c:v>
                </c:pt>
                <c:pt idx="21854">
                  <c:v>6.1741900000000003</c:v>
                </c:pt>
                <c:pt idx="21855">
                  <c:v>6.1744899999999996</c:v>
                </c:pt>
                <c:pt idx="21856">
                  <c:v>6.1748000000000003</c:v>
                </c:pt>
                <c:pt idx="21857">
                  <c:v>6.1751100000000001</c:v>
                </c:pt>
                <c:pt idx="21858">
                  <c:v>6.1754100000000003</c:v>
                </c:pt>
                <c:pt idx="21859">
                  <c:v>6.1757200000000001</c:v>
                </c:pt>
                <c:pt idx="21860">
                  <c:v>6.1760200000000003</c:v>
                </c:pt>
                <c:pt idx="21861">
                  <c:v>6.1763300000000001</c:v>
                </c:pt>
                <c:pt idx="21862">
                  <c:v>6.1766300000000003</c:v>
                </c:pt>
                <c:pt idx="21863">
                  <c:v>6.1769400000000001</c:v>
                </c:pt>
                <c:pt idx="21864">
                  <c:v>6.1772400000000003</c:v>
                </c:pt>
                <c:pt idx="21865">
                  <c:v>6.1775500000000001</c:v>
                </c:pt>
                <c:pt idx="21866">
                  <c:v>6.1778500000000003</c:v>
                </c:pt>
                <c:pt idx="21867">
                  <c:v>6.1781600000000001</c:v>
                </c:pt>
                <c:pt idx="21868">
                  <c:v>6.1784600000000003</c:v>
                </c:pt>
                <c:pt idx="21869">
                  <c:v>6.1787700000000001</c:v>
                </c:pt>
                <c:pt idx="21870">
                  <c:v>6.1790799999999999</c:v>
                </c:pt>
                <c:pt idx="21871">
                  <c:v>6.1793800000000001</c:v>
                </c:pt>
                <c:pt idx="21872">
                  <c:v>6.1796899999999999</c:v>
                </c:pt>
                <c:pt idx="21873">
                  <c:v>6.1799900000000001</c:v>
                </c:pt>
                <c:pt idx="21874">
                  <c:v>6.1802999999999999</c:v>
                </c:pt>
                <c:pt idx="21875">
                  <c:v>6.1806000000000001</c:v>
                </c:pt>
                <c:pt idx="21876">
                  <c:v>6.1809099999999999</c:v>
                </c:pt>
                <c:pt idx="21877">
                  <c:v>6.1812100000000001</c:v>
                </c:pt>
                <c:pt idx="21878">
                  <c:v>6.1815199999999999</c:v>
                </c:pt>
                <c:pt idx="21879">
                  <c:v>6.1818200000000001</c:v>
                </c:pt>
                <c:pt idx="21880">
                  <c:v>6.1821299999999999</c:v>
                </c:pt>
                <c:pt idx="21881">
                  <c:v>6.1824300000000001</c:v>
                </c:pt>
                <c:pt idx="21882">
                  <c:v>6.1827399999999999</c:v>
                </c:pt>
                <c:pt idx="21883">
                  <c:v>6.1830499999999997</c:v>
                </c:pt>
                <c:pt idx="21884">
                  <c:v>6.1833499999999999</c:v>
                </c:pt>
                <c:pt idx="21885">
                  <c:v>6.1836599999999997</c:v>
                </c:pt>
                <c:pt idx="21886">
                  <c:v>6.1839599999999999</c:v>
                </c:pt>
                <c:pt idx="21887">
                  <c:v>6.1842699999999997</c:v>
                </c:pt>
                <c:pt idx="21888">
                  <c:v>6.1845699999999999</c:v>
                </c:pt>
                <c:pt idx="21889">
                  <c:v>6.1848799999999997</c:v>
                </c:pt>
                <c:pt idx="21890">
                  <c:v>6.1851799999999999</c:v>
                </c:pt>
                <c:pt idx="21891">
                  <c:v>6.1854899999999997</c:v>
                </c:pt>
                <c:pt idx="21892">
                  <c:v>6.1857899999999999</c:v>
                </c:pt>
                <c:pt idx="21893">
                  <c:v>6.1860999999999997</c:v>
                </c:pt>
                <c:pt idx="21894">
                  <c:v>6.1864100000000004</c:v>
                </c:pt>
                <c:pt idx="21895">
                  <c:v>6.1867099999999997</c:v>
                </c:pt>
                <c:pt idx="21896">
                  <c:v>6.1870200000000004</c:v>
                </c:pt>
                <c:pt idx="21897">
                  <c:v>6.1873199999999997</c:v>
                </c:pt>
                <c:pt idx="21898">
                  <c:v>6.1876300000000004</c:v>
                </c:pt>
                <c:pt idx="21899">
                  <c:v>6.1879299999999997</c:v>
                </c:pt>
                <c:pt idx="21900">
                  <c:v>6.1882400000000004</c:v>
                </c:pt>
                <c:pt idx="21901">
                  <c:v>6.1885399999999997</c:v>
                </c:pt>
                <c:pt idx="21902">
                  <c:v>6.1888500000000004</c:v>
                </c:pt>
                <c:pt idx="21903">
                  <c:v>6.1891499999999997</c:v>
                </c:pt>
                <c:pt idx="21904">
                  <c:v>6.1894600000000004</c:v>
                </c:pt>
                <c:pt idx="21905">
                  <c:v>6.1897599999999997</c:v>
                </c:pt>
                <c:pt idx="21906">
                  <c:v>6.1900700000000004</c:v>
                </c:pt>
                <c:pt idx="21907">
                  <c:v>6.1903800000000002</c:v>
                </c:pt>
                <c:pt idx="21908">
                  <c:v>6.1906800000000004</c:v>
                </c:pt>
                <c:pt idx="21909">
                  <c:v>6.1909900000000002</c:v>
                </c:pt>
                <c:pt idx="21910">
                  <c:v>6.1912900000000004</c:v>
                </c:pt>
                <c:pt idx="21911">
                  <c:v>6.1916000000000002</c:v>
                </c:pt>
                <c:pt idx="21912">
                  <c:v>6.1919000000000004</c:v>
                </c:pt>
                <c:pt idx="21913">
                  <c:v>6.1922100000000002</c:v>
                </c:pt>
                <c:pt idx="21914">
                  <c:v>6.1925100000000004</c:v>
                </c:pt>
                <c:pt idx="21915">
                  <c:v>6.1928200000000002</c:v>
                </c:pt>
                <c:pt idx="21916">
                  <c:v>6.1931200000000004</c:v>
                </c:pt>
                <c:pt idx="21917">
                  <c:v>6.1934300000000002</c:v>
                </c:pt>
                <c:pt idx="21918">
                  <c:v>6.1937300000000004</c:v>
                </c:pt>
                <c:pt idx="21919">
                  <c:v>6.1940400000000002</c:v>
                </c:pt>
                <c:pt idx="21920">
                  <c:v>6.19435</c:v>
                </c:pt>
                <c:pt idx="21921">
                  <c:v>6.1946500000000002</c:v>
                </c:pt>
                <c:pt idx="21922">
                  <c:v>6.19496</c:v>
                </c:pt>
                <c:pt idx="21923">
                  <c:v>6.1952600000000002</c:v>
                </c:pt>
                <c:pt idx="21924">
                  <c:v>6.19557</c:v>
                </c:pt>
                <c:pt idx="21925">
                  <c:v>6.1958700000000002</c:v>
                </c:pt>
                <c:pt idx="21926">
                  <c:v>6.19618</c:v>
                </c:pt>
                <c:pt idx="21927">
                  <c:v>6.1964800000000002</c:v>
                </c:pt>
                <c:pt idx="21928">
                  <c:v>6.19679</c:v>
                </c:pt>
                <c:pt idx="21929">
                  <c:v>6.1970900000000002</c:v>
                </c:pt>
                <c:pt idx="21930">
                  <c:v>6.1974</c:v>
                </c:pt>
                <c:pt idx="21931">
                  <c:v>6.1977000000000002</c:v>
                </c:pt>
                <c:pt idx="21932">
                  <c:v>6.19801</c:v>
                </c:pt>
                <c:pt idx="21933">
                  <c:v>6.1983199999999998</c:v>
                </c:pt>
                <c:pt idx="21934">
                  <c:v>6.19862</c:v>
                </c:pt>
                <c:pt idx="21935">
                  <c:v>6.1989299999999998</c:v>
                </c:pt>
                <c:pt idx="21936">
                  <c:v>6.19923</c:v>
                </c:pt>
                <c:pt idx="21937">
                  <c:v>6.1995399999999998</c:v>
                </c:pt>
                <c:pt idx="21938">
                  <c:v>6.19984</c:v>
                </c:pt>
                <c:pt idx="21939">
                  <c:v>6.2001499999999998</c:v>
                </c:pt>
                <c:pt idx="21940">
                  <c:v>6.20045</c:v>
                </c:pt>
                <c:pt idx="21941">
                  <c:v>6.2007599999999998</c:v>
                </c:pt>
                <c:pt idx="21942">
                  <c:v>6.20106</c:v>
                </c:pt>
                <c:pt idx="21943">
                  <c:v>6.2013699999999998</c:v>
                </c:pt>
                <c:pt idx="21944">
                  <c:v>6.20167</c:v>
                </c:pt>
                <c:pt idx="21945">
                  <c:v>6.2019799999999998</c:v>
                </c:pt>
                <c:pt idx="21946">
                  <c:v>6.2022899999999996</c:v>
                </c:pt>
                <c:pt idx="21947">
                  <c:v>6.2025899999999998</c:v>
                </c:pt>
                <c:pt idx="21948">
                  <c:v>6.2028999999999996</c:v>
                </c:pt>
                <c:pt idx="21949">
                  <c:v>6.2031999999999998</c:v>
                </c:pt>
                <c:pt idx="21950">
                  <c:v>6.2035099999999996</c:v>
                </c:pt>
                <c:pt idx="21951">
                  <c:v>6.2038099999999998</c:v>
                </c:pt>
                <c:pt idx="21952">
                  <c:v>6.2041199999999996</c:v>
                </c:pt>
                <c:pt idx="21953">
                  <c:v>6.2044199999999998</c:v>
                </c:pt>
                <c:pt idx="21954">
                  <c:v>6.2047299999999996</c:v>
                </c:pt>
                <c:pt idx="21955">
                  <c:v>6.2050299999999998</c:v>
                </c:pt>
                <c:pt idx="21956">
                  <c:v>6.2053399999999996</c:v>
                </c:pt>
                <c:pt idx="21957">
                  <c:v>6.2056500000000003</c:v>
                </c:pt>
                <c:pt idx="21958">
                  <c:v>6.2059499999999996</c:v>
                </c:pt>
                <c:pt idx="21959">
                  <c:v>6.2062600000000003</c:v>
                </c:pt>
                <c:pt idx="21960">
                  <c:v>6.2065599999999996</c:v>
                </c:pt>
                <c:pt idx="21961">
                  <c:v>6.2068700000000003</c:v>
                </c:pt>
                <c:pt idx="21962">
                  <c:v>6.2071699999999996</c:v>
                </c:pt>
                <c:pt idx="21963">
                  <c:v>6.2074800000000003</c:v>
                </c:pt>
                <c:pt idx="21964">
                  <c:v>6.2077799999999996</c:v>
                </c:pt>
                <c:pt idx="21965">
                  <c:v>6.2080900000000003</c:v>
                </c:pt>
                <c:pt idx="21966">
                  <c:v>6.2083899999999996</c:v>
                </c:pt>
                <c:pt idx="21967">
                  <c:v>6.2087000000000003</c:v>
                </c:pt>
                <c:pt idx="21968">
                  <c:v>6.2089999999999996</c:v>
                </c:pt>
                <c:pt idx="21969">
                  <c:v>6.2093100000000003</c:v>
                </c:pt>
                <c:pt idx="21970">
                  <c:v>6.2096200000000001</c:v>
                </c:pt>
                <c:pt idx="21971">
                  <c:v>6.2099200000000003</c:v>
                </c:pt>
                <c:pt idx="21972">
                  <c:v>6.2102300000000001</c:v>
                </c:pt>
                <c:pt idx="21973">
                  <c:v>6.2105300000000003</c:v>
                </c:pt>
                <c:pt idx="21974">
                  <c:v>6.2108400000000001</c:v>
                </c:pt>
                <c:pt idx="21975">
                  <c:v>6.2111400000000003</c:v>
                </c:pt>
                <c:pt idx="21976">
                  <c:v>6.2114500000000001</c:v>
                </c:pt>
                <c:pt idx="21977">
                  <c:v>6.2117500000000003</c:v>
                </c:pt>
                <c:pt idx="21978">
                  <c:v>6.2120600000000001</c:v>
                </c:pt>
                <c:pt idx="21979">
                  <c:v>6.2123600000000003</c:v>
                </c:pt>
                <c:pt idx="21980">
                  <c:v>6.2126700000000001</c:v>
                </c:pt>
                <c:pt idx="21981">
                  <c:v>6.2129700000000003</c:v>
                </c:pt>
                <c:pt idx="21982">
                  <c:v>6.2132800000000001</c:v>
                </c:pt>
                <c:pt idx="21983">
                  <c:v>6.2135899999999999</c:v>
                </c:pt>
                <c:pt idx="21984">
                  <c:v>6.2138900000000001</c:v>
                </c:pt>
                <c:pt idx="21985">
                  <c:v>6.2141999999999999</c:v>
                </c:pt>
                <c:pt idx="21986">
                  <c:v>6.2145000000000001</c:v>
                </c:pt>
                <c:pt idx="21987">
                  <c:v>6.2148099999999999</c:v>
                </c:pt>
                <c:pt idx="21988">
                  <c:v>6.2151100000000001</c:v>
                </c:pt>
                <c:pt idx="21989">
                  <c:v>6.2154199999999999</c:v>
                </c:pt>
                <c:pt idx="21990">
                  <c:v>6.2157200000000001</c:v>
                </c:pt>
                <c:pt idx="21991">
                  <c:v>6.2160299999999999</c:v>
                </c:pt>
                <c:pt idx="21992">
                  <c:v>6.2163300000000001</c:v>
                </c:pt>
                <c:pt idx="21993">
                  <c:v>6.2166399999999999</c:v>
                </c:pt>
                <c:pt idx="21994">
                  <c:v>6.2169400000000001</c:v>
                </c:pt>
                <c:pt idx="21995">
                  <c:v>6.2172499999999999</c:v>
                </c:pt>
                <c:pt idx="21996">
                  <c:v>6.2175599999999998</c:v>
                </c:pt>
                <c:pt idx="21997">
                  <c:v>6.2178599999999999</c:v>
                </c:pt>
                <c:pt idx="21998">
                  <c:v>6.2181699999999998</c:v>
                </c:pt>
                <c:pt idx="21999">
                  <c:v>6.2184699999999999</c:v>
                </c:pt>
                <c:pt idx="22000">
                  <c:v>6.2187799999999998</c:v>
                </c:pt>
                <c:pt idx="22001">
                  <c:v>6.2190799999999999</c:v>
                </c:pt>
                <c:pt idx="22002">
                  <c:v>6.2193899999999998</c:v>
                </c:pt>
                <c:pt idx="22003">
                  <c:v>6.2196899999999999</c:v>
                </c:pt>
                <c:pt idx="22004">
                  <c:v>6.22</c:v>
                </c:pt>
                <c:pt idx="22005">
                  <c:v>6.2202999999999999</c:v>
                </c:pt>
                <c:pt idx="22006">
                  <c:v>6.2206099999999998</c:v>
                </c:pt>
                <c:pt idx="22007">
                  <c:v>6.2209099999999999</c:v>
                </c:pt>
                <c:pt idx="22008">
                  <c:v>6.2212199999999998</c:v>
                </c:pt>
                <c:pt idx="22009">
                  <c:v>6.2215299999999996</c:v>
                </c:pt>
                <c:pt idx="22010">
                  <c:v>6.2218299999999997</c:v>
                </c:pt>
                <c:pt idx="22011">
                  <c:v>6.2221399999999996</c:v>
                </c:pt>
                <c:pt idx="22012">
                  <c:v>6.2224399999999997</c:v>
                </c:pt>
                <c:pt idx="22013">
                  <c:v>6.2227499999999996</c:v>
                </c:pt>
                <c:pt idx="22014">
                  <c:v>6.2230499999999997</c:v>
                </c:pt>
                <c:pt idx="22015">
                  <c:v>6.2233599999999996</c:v>
                </c:pt>
                <c:pt idx="22016">
                  <c:v>6.2236599999999997</c:v>
                </c:pt>
                <c:pt idx="22017">
                  <c:v>6.2239699999999996</c:v>
                </c:pt>
                <c:pt idx="22018">
                  <c:v>6.2242699999999997</c:v>
                </c:pt>
                <c:pt idx="22019">
                  <c:v>6.2245799999999996</c:v>
                </c:pt>
                <c:pt idx="22020">
                  <c:v>6.2248900000000003</c:v>
                </c:pt>
                <c:pt idx="22021">
                  <c:v>6.2251899999999996</c:v>
                </c:pt>
                <c:pt idx="22022">
                  <c:v>6.2255000000000003</c:v>
                </c:pt>
                <c:pt idx="22023">
                  <c:v>6.2257999999999996</c:v>
                </c:pt>
                <c:pt idx="22024">
                  <c:v>6.2261100000000003</c:v>
                </c:pt>
                <c:pt idx="22025">
                  <c:v>6.2264099999999996</c:v>
                </c:pt>
                <c:pt idx="22026">
                  <c:v>6.2267200000000003</c:v>
                </c:pt>
                <c:pt idx="22027">
                  <c:v>6.2270200000000004</c:v>
                </c:pt>
                <c:pt idx="22028">
                  <c:v>6.2273300000000003</c:v>
                </c:pt>
                <c:pt idx="22029">
                  <c:v>6.2276300000000004</c:v>
                </c:pt>
                <c:pt idx="22030">
                  <c:v>6.2279400000000003</c:v>
                </c:pt>
                <c:pt idx="22031">
                  <c:v>6.2282400000000004</c:v>
                </c:pt>
                <c:pt idx="22032">
                  <c:v>6.2285500000000003</c:v>
                </c:pt>
                <c:pt idx="22033">
                  <c:v>6.2288600000000001</c:v>
                </c:pt>
                <c:pt idx="22034">
                  <c:v>6.2291600000000003</c:v>
                </c:pt>
                <c:pt idx="22035">
                  <c:v>6.2294700000000001</c:v>
                </c:pt>
                <c:pt idx="22036">
                  <c:v>6.2297700000000003</c:v>
                </c:pt>
                <c:pt idx="22037">
                  <c:v>6.2300800000000001</c:v>
                </c:pt>
                <c:pt idx="22038">
                  <c:v>6.2303800000000003</c:v>
                </c:pt>
                <c:pt idx="22039">
                  <c:v>6.2306900000000001</c:v>
                </c:pt>
                <c:pt idx="22040">
                  <c:v>6.2309900000000003</c:v>
                </c:pt>
                <c:pt idx="22041">
                  <c:v>6.2313000000000001</c:v>
                </c:pt>
                <c:pt idx="22042">
                  <c:v>6.2316000000000003</c:v>
                </c:pt>
                <c:pt idx="22043">
                  <c:v>6.2319100000000001</c:v>
                </c:pt>
                <c:pt idx="22044">
                  <c:v>6.2322100000000002</c:v>
                </c:pt>
                <c:pt idx="22045">
                  <c:v>6.2325200000000001</c:v>
                </c:pt>
                <c:pt idx="22046">
                  <c:v>6.2328299999999999</c:v>
                </c:pt>
                <c:pt idx="22047">
                  <c:v>6.2331300000000001</c:v>
                </c:pt>
                <c:pt idx="22048">
                  <c:v>6.2334399999999999</c:v>
                </c:pt>
                <c:pt idx="22049">
                  <c:v>6.2337400000000001</c:v>
                </c:pt>
                <c:pt idx="22050">
                  <c:v>6.2340499999999999</c:v>
                </c:pt>
                <c:pt idx="22051">
                  <c:v>6.2343500000000001</c:v>
                </c:pt>
                <c:pt idx="22052">
                  <c:v>6.2346599999999999</c:v>
                </c:pt>
                <c:pt idx="22053">
                  <c:v>6.2349600000000001</c:v>
                </c:pt>
                <c:pt idx="22054">
                  <c:v>6.2352699999999999</c:v>
                </c:pt>
                <c:pt idx="22055">
                  <c:v>6.2355700000000001</c:v>
                </c:pt>
                <c:pt idx="22056">
                  <c:v>6.2358799999999999</c:v>
                </c:pt>
                <c:pt idx="22057">
                  <c:v>6.2361800000000001</c:v>
                </c:pt>
                <c:pt idx="22058">
                  <c:v>6.2364899999999999</c:v>
                </c:pt>
                <c:pt idx="22059">
                  <c:v>6.2367999999999997</c:v>
                </c:pt>
                <c:pt idx="22060">
                  <c:v>6.2370999999999999</c:v>
                </c:pt>
                <c:pt idx="22061">
                  <c:v>6.2374099999999997</c:v>
                </c:pt>
                <c:pt idx="22062">
                  <c:v>6.2377099999999999</c:v>
                </c:pt>
                <c:pt idx="22063">
                  <c:v>6.2380199999999997</c:v>
                </c:pt>
                <c:pt idx="22064">
                  <c:v>6.2383199999999999</c:v>
                </c:pt>
                <c:pt idx="22065">
                  <c:v>6.2386299999999997</c:v>
                </c:pt>
                <c:pt idx="22066">
                  <c:v>6.2389299999999999</c:v>
                </c:pt>
                <c:pt idx="22067">
                  <c:v>6.2392399999999997</c:v>
                </c:pt>
                <c:pt idx="22068">
                  <c:v>6.2395399999999999</c:v>
                </c:pt>
                <c:pt idx="22069">
                  <c:v>6.2398499999999997</c:v>
                </c:pt>
                <c:pt idx="22070">
                  <c:v>6.2401600000000004</c:v>
                </c:pt>
                <c:pt idx="22071">
                  <c:v>6.2404599999999997</c:v>
                </c:pt>
                <c:pt idx="22072">
                  <c:v>6.2407700000000004</c:v>
                </c:pt>
                <c:pt idx="22073">
                  <c:v>6.2410699999999997</c:v>
                </c:pt>
                <c:pt idx="22074">
                  <c:v>6.2413800000000004</c:v>
                </c:pt>
                <c:pt idx="22075">
                  <c:v>6.2416799999999997</c:v>
                </c:pt>
                <c:pt idx="22076">
                  <c:v>6.2419900000000004</c:v>
                </c:pt>
                <c:pt idx="22077">
                  <c:v>6.2422899999999997</c:v>
                </c:pt>
                <c:pt idx="22078">
                  <c:v>6.2426000000000004</c:v>
                </c:pt>
                <c:pt idx="22079">
                  <c:v>6.2428999999999997</c:v>
                </c:pt>
                <c:pt idx="22080">
                  <c:v>6.2432100000000004</c:v>
                </c:pt>
                <c:pt idx="22081">
                  <c:v>6.2435099999999997</c:v>
                </c:pt>
                <c:pt idx="22082">
                  <c:v>6.2438200000000004</c:v>
                </c:pt>
                <c:pt idx="22083">
                  <c:v>6.2441300000000002</c:v>
                </c:pt>
                <c:pt idx="22084">
                  <c:v>6.2444300000000004</c:v>
                </c:pt>
                <c:pt idx="22085">
                  <c:v>6.2447400000000002</c:v>
                </c:pt>
                <c:pt idx="22086">
                  <c:v>6.2450400000000004</c:v>
                </c:pt>
                <c:pt idx="22087">
                  <c:v>6.2453500000000002</c:v>
                </c:pt>
                <c:pt idx="22088">
                  <c:v>6.2456500000000004</c:v>
                </c:pt>
                <c:pt idx="22089">
                  <c:v>6.2459600000000002</c:v>
                </c:pt>
                <c:pt idx="22090">
                  <c:v>6.2462600000000004</c:v>
                </c:pt>
                <c:pt idx="22091">
                  <c:v>6.2465700000000002</c:v>
                </c:pt>
                <c:pt idx="22092">
                  <c:v>6.2468700000000004</c:v>
                </c:pt>
                <c:pt idx="22093">
                  <c:v>6.2471800000000002</c:v>
                </c:pt>
                <c:pt idx="22094">
                  <c:v>6.2474800000000004</c:v>
                </c:pt>
                <c:pt idx="22095">
                  <c:v>6.2477900000000002</c:v>
                </c:pt>
                <c:pt idx="22096">
                  <c:v>6.2481</c:v>
                </c:pt>
                <c:pt idx="22097">
                  <c:v>6.2484000000000002</c:v>
                </c:pt>
                <c:pt idx="22098">
                  <c:v>6.24871</c:v>
                </c:pt>
                <c:pt idx="22099">
                  <c:v>6.2490100000000002</c:v>
                </c:pt>
                <c:pt idx="22100">
                  <c:v>6.24932</c:v>
                </c:pt>
                <c:pt idx="22101">
                  <c:v>6.2496200000000002</c:v>
                </c:pt>
                <c:pt idx="22102">
                  <c:v>6.24993</c:v>
                </c:pt>
                <c:pt idx="22103">
                  <c:v>6.2502300000000002</c:v>
                </c:pt>
                <c:pt idx="22104">
                  <c:v>6.25054</c:v>
                </c:pt>
                <c:pt idx="22105">
                  <c:v>6.2508400000000002</c:v>
                </c:pt>
                <c:pt idx="22106">
                  <c:v>6.25115</c:v>
                </c:pt>
                <c:pt idx="22107">
                  <c:v>6.2514500000000002</c:v>
                </c:pt>
                <c:pt idx="22108">
                  <c:v>6.25176</c:v>
                </c:pt>
                <c:pt idx="22109">
                  <c:v>6.2520699999999998</c:v>
                </c:pt>
                <c:pt idx="22110">
                  <c:v>6.25237</c:v>
                </c:pt>
                <c:pt idx="22111">
                  <c:v>6.2526799999999998</c:v>
                </c:pt>
                <c:pt idx="22112">
                  <c:v>6.25298</c:v>
                </c:pt>
                <c:pt idx="22113">
                  <c:v>6.2532899999999998</c:v>
                </c:pt>
                <c:pt idx="22114">
                  <c:v>6.25359</c:v>
                </c:pt>
                <c:pt idx="22115">
                  <c:v>6.2538999999999998</c:v>
                </c:pt>
                <c:pt idx="22116">
                  <c:v>6.2542</c:v>
                </c:pt>
                <c:pt idx="22117">
                  <c:v>6.2545099999999998</c:v>
                </c:pt>
                <c:pt idx="22118">
                  <c:v>6.25481</c:v>
                </c:pt>
                <c:pt idx="22119">
                  <c:v>6.2551199999999998</c:v>
                </c:pt>
                <c:pt idx="22120">
                  <c:v>6.25542</c:v>
                </c:pt>
                <c:pt idx="22121">
                  <c:v>6.2557299999999998</c:v>
                </c:pt>
                <c:pt idx="22122">
                  <c:v>6.2560399999999996</c:v>
                </c:pt>
                <c:pt idx="22123">
                  <c:v>6.2563399999999998</c:v>
                </c:pt>
                <c:pt idx="22124">
                  <c:v>6.2566499999999996</c:v>
                </c:pt>
                <c:pt idx="22125">
                  <c:v>6.2569499999999998</c:v>
                </c:pt>
                <c:pt idx="22126">
                  <c:v>6.2572599999999996</c:v>
                </c:pt>
                <c:pt idx="22127">
                  <c:v>6.2575599999999998</c:v>
                </c:pt>
                <c:pt idx="22128">
                  <c:v>6.2578699999999996</c:v>
                </c:pt>
                <c:pt idx="22129">
                  <c:v>6.2581699999999998</c:v>
                </c:pt>
                <c:pt idx="22130">
                  <c:v>6.2584799999999996</c:v>
                </c:pt>
                <c:pt idx="22131">
                  <c:v>6.2587799999999998</c:v>
                </c:pt>
                <c:pt idx="22132">
                  <c:v>6.2590899999999996</c:v>
                </c:pt>
                <c:pt idx="22133">
                  <c:v>6.2594000000000003</c:v>
                </c:pt>
                <c:pt idx="22134">
                  <c:v>6.2596999999999996</c:v>
                </c:pt>
                <c:pt idx="22135">
                  <c:v>6.2600100000000003</c:v>
                </c:pt>
                <c:pt idx="22136">
                  <c:v>6.2603099999999996</c:v>
                </c:pt>
                <c:pt idx="22137">
                  <c:v>6.2606200000000003</c:v>
                </c:pt>
                <c:pt idx="22138">
                  <c:v>6.2609199999999996</c:v>
                </c:pt>
                <c:pt idx="22139">
                  <c:v>6.2612300000000003</c:v>
                </c:pt>
                <c:pt idx="22140">
                  <c:v>6.2615299999999996</c:v>
                </c:pt>
                <c:pt idx="22141">
                  <c:v>6.2618400000000003</c:v>
                </c:pt>
                <c:pt idx="22142">
                  <c:v>6.2621399999999996</c:v>
                </c:pt>
                <c:pt idx="22143">
                  <c:v>6.2624500000000003</c:v>
                </c:pt>
                <c:pt idx="22144">
                  <c:v>6.2627499999999996</c:v>
                </c:pt>
                <c:pt idx="22145">
                  <c:v>6.2630600000000003</c:v>
                </c:pt>
                <c:pt idx="22146">
                  <c:v>6.2633700000000001</c:v>
                </c:pt>
                <c:pt idx="22147">
                  <c:v>6.2636700000000003</c:v>
                </c:pt>
                <c:pt idx="22148">
                  <c:v>6.2639800000000001</c:v>
                </c:pt>
                <c:pt idx="22149">
                  <c:v>6.2642800000000003</c:v>
                </c:pt>
                <c:pt idx="22150">
                  <c:v>6.2645900000000001</c:v>
                </c:pt>
                <c:pt idx="22151">
                  <c:v>6.2648900000000003</c:v>
                </c:pt>
                <c:pt idx="22152">
                  <c:v>6.2652000000000001</c:v>
                </c:pt>
                <c:pt idx="22153">
                  <c:v>6.2655000000000003</c:v>
                </c:pt>
                <c:pt idx="22154">
                  <c:v>6.2658100000000001</c:v>
                </c:pt>
                <c:pt idx="22155">
                  <c:v>6.2661100000000003</c:v>
                </c:pt>
                <c:pt idx="22156">
                  <c:v>6.2664200000000001</c:v>
                </c:pt>
                <c:pt idx="22157">
                  <c:v>6.2667200000000003</c:v>
                </c:pt>
                <c:pt idx="22158">
                  <c:v>6.2670300000000001</c:v>
                </c:pt>
                <c:pt idx="22159">
                  <c:v>6.2673399999999999</c:v>
                </c:pt>
                <c:pt idx="22160">
                  <c:v>6.2676400000000001</c:v>
                </c:pt>
                <c:pt idx="22161">
                  <c:v>6.2679499999999999</c:v>
                </c:pt>
                <c:pt idx="22162">
                  <c:v>6.2682500000000001</c:v>
                </c:pt>
                <c:pt idx="22163">
                  <c:v>6.2685599999999999</c:v>
                </c:pt>
                <c:pt idx="22164">
                  <c:v>6.2688600000000001</c:v>
                </c:pt>
                <c:pt idx="22165">
                  <c:v>6.2691699999999999</c:v>
                </c:pt>
                <c:pt idx="22166">
                  <c:v>6.2694700000000001</c:v>
                </c:pt>
                <c:pt idx="22167">
                  <c:v>6.2697799999999999</c:v>
                </c:pt>
                <c:pt idx="22168">
                  <c:v>6.2700800000000001</c:v>
                </c:pt>
                <c:pt idx="22169">
                  <c:v>6.2703899999999999</c:v>
                </c:pt>
                <c:pt idx="22170">
                  <c:v>6.2706900000000001</c:v>
                </c:pt>
                <c:pt idx="22171">
                  <c:v>6.2709999999999999</c:v>
                </c:pt>
                <c:pt idx="22172">
                  <c:v>6.2713099999999997</c:v>
                </c:pt>
                <c:pt idx="22173">
                  <c:v>6.2716099999999999</c:v>
                </c:pt>
                <c:pt idx="22174">
                  <c:v>6.2719199999999997</c:v>
                </c:pt>
                <c:pt idx="22175">
                  <c:v>6.2722199999999999</c:v>
                </c:pt>
                <c:pt idx="22176">
                  <c:v>6.2725299999999997</c:v>
                </c:pt>
                <c:pt idx="22177">
                  <c:v>6.2728299999999999</c:v>
                </c:pt>
                <c:pt idx="22178">
                  <c:v>6.2731399999999997</c:v>
                </c:pt>
                <c:pt idx="22179">
                  <c:v>6.2734399999999999</c:v>
                </c:pt>
                <c:pt idx="22180">
                  <c:v>6.2737499999999997</c:v>
                </c:pt>
                <c:pt idx="22181">
                  <c:v>6.2740499999999999</c:v>
                </c:pt>
                <c:pt idx="22182">
                  <c:v>6.2743599999999997</c:v>
                </c:pt>
                <c:pt idx="22183">
                  <c:v>6.2746599999999999</c:v>
                </c:pt>
                <c:pt idx="22184">
                  <c:v>6.2749699999999997</c:v>
                </c:pt>
                <c:pt idx="22185">
                  <c:v>6.2752800000000004</c:v>
                </c:pt>
                <c:pt idx="22186">
                  <c:v>6.2755799999999997</c:v>
                </c:pt>
                <c:pt idx="22187">
                  <c:v>6.2758900000000004</c:v>
                </c:pt>
                <c:pt idx="22188">
                  <c:v>6.2761899999999997</c:v>
                </c:pt>
                <c:pt idx="22189">
                  <c:v>6.2765000000000004</c:v>
                </c:pt>
                <c:pt idx="22190">
                  <c:v>6.2767999999999997</c:v>
                </c:pt>
                <c:pt idx="22191">
                  <c:v>6.2771100000000004</c:v>
                </c:pt>
                <c:pt idx="22192">
                  <c:v>6.2774099999999997</c:v>
                </c:pt>
                <c:pt idx="22193">
                  <c:v>6.2777200000000004</c:v>
                </c:pt>
                <c:pt idx="22194">
                  <c:v>6.2780199999999997</c:v>
                </c:pt>
                <c:pt idx="22195">
                  <c:v>6.2783300000000004</c:v>
                </c:pt>
                <c:pt idx="22196">
                  <c:v>6.2786400000000002</c:v>
                </c:pt>
                <c:pt idx="22197">
                  <c:v>6.2789400000000004</c:v>
                </c:pt>
                <c:pt idx="22198">
                  <c:v>6.2792500000000002</c:v>
                </c:pt>
                <c:pt idx="22199">
                  <c:v>6.2795500000000004</c:v>
                </c:pt>
                <c:pt idx="22200">
                  <c:v>6.2798600000000002</c:v>
                </c:pt>
                <c:pt idx="22201">
                  <c:v>6.2801600000000004</c:v>
                </c:pt>
                <c:pt idx="22202">
                  <c:v>6.2804700000000002</c:v>
                </c:pt>
                <c:pt idx="22203">
                  <c:v>6.2807700000000004</c:v>
                </c:pt>
                <c:pt idx="22204">
                  <c:v>6.2810800000000002</c:v>
                </c:pt>
                <c:pt idx="22205">
                  <c:v>6.2813800000000004</c:v>
                </c:pt>
                <c:pt idx="22206">
                  <c:v>6.2816900000000002</c:v>
                </c:pt>
                <c:pt idx="22207">
                  <c:v>6.2819900000000004</c:v>
                </c:pt>
                <c:pt idx="22208">
                  <c:v>6.2823000000000002</c:v>
                </c:pt>
                <c:pt idx="22209">
                  <c:v>6.28261</c:v>
                </c:pt>
                <c:pt idx="22210">
                  <c:v>6.2829100000000002</c:v>
                </c:pt>
                <c:pt idx="22211">
                  <c:v>6.28322</c:v>
                </c:pt>
                <c:pt idx="22212">
                  <c:v>6.2835200000000002</c:v>
                </c:pt>
                <c:pt idx="22213">
                  <c:v>6.28383</c:v>
                </c:pt>
                <c:pt idx="22214">
                  <c:v>6.2841300000000002</c:v>
                </c:pt>
                <c:pt idx="22215">
                  <c:v>6.28444</c:v>
                </c:pt>
                <c:pt idx="22216">
                  <c:v>6.2847400000000002</c:v>
                </c:pt>
                <c:pt idx="22217">
                  <c:v>6.28505</c:v>
                </c:pt>
                <c:pt idx="22218">
                  <c:v>6.2853500000000002</c:v>
                </c:pt>
                <c:pt idx="22219">
                  <c:v>6.28566</c:v>
                </c:pt>
                <c:pt idx="22220">
                  <c:v>6.2859600000000002</c:v>
                </c:pt>
                <c:pt idx="22221">
                  <c:v>6.28627</c:v>
                </c:pt>
                <c:pt idx="22222">
                  <c:v>6.2865799999999998</c:v>
                </c:pt>
                <c:pt idx="22223">
                  <c:v>6.28688</c:v>
                </c:pt>
                <c:pt idx="22224">
                  <c:v>6.2871899999999998</c:v>
                </c:pt>
                <c:pt idx="22225">
                  <c:v>6.28749</c:v>
                </c:pt>
                <c:pt idx="22226">
                  <c:v>6.2877999999999998</c:v>
                </c:pt>
                <c:pt idx="22227">
                  <c:v>6.2881</c:v>
                </c:pt>
                <c:pt idx="22228">
                  <c:v>6.2884099999999998</c:v>
                </c:pt>
                <c:pt idx="22229">
                  <c:v>6.28871</c:v>
                </c:pt>
                <c:pt idx="22230">
                  <c:v>6.2890199999999998</c:v>
                </c:pt>
                <c:pt idx="22231">
                  <c:v>6.28932</c:v>
                </c:pt>
                <c:pt idx="22232">
                  <c:v>6.2896299999999998</c:v>
                </c:pt>
                <c:pt idx="22233">
                  <c:v>6.28993</c:v>
                </c:pt>
                <c:pt idx="22234">
                  <c:v>6.2902399999999998</c:v>
                </c:pt>
                <c:pt idx="22235">
                  <c:v>6.2905499999999996</c:v>
                </c:pt>
                <c:pt idx="22236">
                  <c:v>6.2908499999999998</c:v>
                </c:pt>
                <c:pt idx="22237">
                  <c:v>6.2911599999999996</c:v>
                </c:pt>
                <c:pt idx="22238">
                  <c:v>6.2914599999999998</c:v>
                </c:pt>
                <c:pt idx="22239">
                  <c:v>6.2917699999999996</c:v>
                </c:pt>
                <c:pt idx="22240">
                  <c:v>6.2920699999999998</c:v>
                </c:pt>
                <c:pt idx="22241">
                  <c:v>6.2923799999999996</c:v>
                </c:pt>
                <c:pt idx="22242">
                  <c:v>6.2926799999999998</c:v>
                </c:pt>
                <c:pt idx="22243">
                  <c:v>6.2929899999999996</c:v>
                </c:pt>
                <c:pt idx="22244">
                  <c:v>6.2932899999999998</c:v>
                </c:pt>
                <c:pt idx="22245">
                  <c:v>6.2935999999999996</c:v>
                </c:pt>
                <c:pt idx="22246">
                  <c:v>6.2938999999999998</c:v>
                </c:pt>
                <c:pt idx="22247">
                  <c:v>6.2942099999999996</c:v>
                </c:pt>
                <c:pt idx="22248">
                  <c:v>6.2945200000000003</c:v>
                </c:pt>
                <c:pt idx="22249">
                  <c:v>6.2948199999999996</c:v>
                </c:pt>
                <c:pt idx="22250">
                  <c:v>6.2951300000000003</c:v>
                </c:pt>
                <c:pt idx="22251">
                  <c:v>6.2954299999999996</c:v>
                </c:pt>
                <c:pt idx="22252">
                  <c:v>6.2957400000000003</c:v>
                </c:pt>
                <c:pt idx="22253">
                  <c:v>6.2960399999999996</c:v>
                </c:pt>
                <c:pt idx="22254">
                  <c:v>6.2963500000000003</c:v>
                </c:pt>
                <c:pt idx="22255">
                  <c:v>6.2966499999999996</c:v>
                </c:pt>
                <c:pt idx="22256">
                  <c:v>6.2969600000000003</c:v>
                </c:pt>
                <c:pt idx="22257">
                  <c:v>6.2972599999999996</c:v>
                </c:pt>
                <c:pt idx="22258">
                  <c:v>6.2975700000000003</c:v>
                </c:pt>
                <c:pt idx="22259">
                  <c:v>6.2978800000000001</c:v>
                </c:pt>
                <c:pt idx="22260">
                  <c:v>6.2981800000000003</c:v>
                </c:pt>
                <c:pt idx="22261">
                  <c:v>6.2984900000000001</c:v>
                </c:pt>
                <c:pt idx="22262">
                  <c:v>6.2987900000000003</c:v>
                </c:pt>
                <c:pt idx="22263">
                  <c:v>6.2991000000000001</c:v>
                </c:pt>
                <c:pt idx="22264">
                  <c:v>6.2994000000000003</c:v>
                </c:pt>
                <c:pt idx="22265">
                  <c:v>6.2997100000000001</c:v>
                </c:pt>
                <c:pt idx="22266">
                  <c:v>6.3000100000000003</c:v>
                </c:pt>
                <c:pt idx="22267">
                  <c:v>6.3003200000000001</c:v>
                </c:pt>
                <c:pt idx="22268">
                  <c:v>6.3006200000000003</c:v>
                </c:pt>
                <c:pt idx="22269">
                  <c:v>6.3009300000000001</c:v>
                </c:pt>
                <c:pt idx="22270">
                  <c:v>6.3012300000000003</c:v>
                </c:pt>
                <c:pt idx="22271">
                  <c:v>6.3015400000000001</c:v>
                </c:pt>
                <c:pt idx="22272">
                  <c:v>6.30185</c:v>
                </c:pt>
                <c:pt idx="22273">
                  <c:v>6.3021500000000001</c:v>
                </c:pt>
                <c:pt idx="22274">
                  <c:v>6.30246</c:v>
                </c:pt>
                <c:pt idx="22275">
                  <c:v>6.3027600000000001</c:v>
                </c:pt>
                <c:pt idx="22276">
                  <c:v>6.30307</c:v>
                </c:pt>
                <c:pt idx="22277">
                  <c:v>6.3033700000000001</c:v>
                </c:pt>
                <c:pt idx="22278">
                  <c:v>6.3036799999999999</c:v>
                </c:pt>
                <c:pt idx="22279">
                  <c:v>6.3039800000000001</c:v>
                </c:pt>
                <c:pt idx="22280">
                  <c:v>6.3042899999999999</c:v>
                </c:pt>
                <c:pt idx="22281">
                  <c:v>6.3045900000000001</c:v>
                </c:pt>
                <c:pt idx="22282">
                  <c:v>6.3048999999999999</c:v>
                </c:pt>
                <c:pt idx="22283">
                  <c:v>6.3052000000000001</c:v>
                </c:pt>
                <c:pt idx="22284">
                  <c:v>6.3055099999999999</c:v>
                </c:pt>
                <c:pt idx="22285">
                  <c:v>6.3058199999999998</c:v>
                </c:pt>
                <c:pt idx="22286">
                  <c:v>6.3061199999999999</c:v>
                </c:pt>
                <c:pt idx="22287">
                  <c:v>6.3064299999999998</c:v>
                </c:pt>
                <c:pt idx="22288">
                  <c:v>6.3067299999999999</c:v>
                </c:pt>
                <c:pt idx="22289">
                  <c:v>6.3070399999999998</c:v>
                </c:pt>
                <c:pt idx="22290">
                  <c:v>6.3073399999999999</c:v>
                </c:pt>
                <c:pt idx="22291">
                  <c:v>6.3076499999999998</c:v>
                </c:pt>
                <c:pt idx="22292">
                  <c:v>6.3079499999999999</c:v>
                </c:pt>
                <c:pt idx="22293">
                  <c:v>6.3082599999999998</c:v>
                </c:pt>
                <c:pt idx="22294">
                  <c:v>6.3085599999999999</c:v>
                </c:pt>
                <c:pt idx="22295">
                  <c:v>6.3088699999999998</c:v>
                </c:pt>
                <c:pt idx="22296">
                  <c:v>6.3091699999999999</c:v>
                </c:pt>
                <c:pt idx="22297">
                  <c:v>6.3094799999999998</c:v>
                </c:pt>
                <c:pt idx="22298">
                  <c:v>6.3097899999999996</c:v>
                </c:pt>
                <c:pt idx="22299">
                  <c:v>6.3100899999999998</c:v>
                </c:pt>
                <c:pt idx="22300">
                  <c:v>6.3103999999999996</c:v>
                </c:pt>
                <c:pt idx="22301">
                  <c:v>6.3106999999999998</c:v>
                </c:pt>
                <c:pt idx="22302">
                  <c:v>6.3110099999999996</c:v>
                </c:pt>
                <c:pt idx="22303">
                  <c:v>6.3113099999999998</c:v>
                </c:pt>
                <c:pt idx="22304">
                  <c:v>6.3116199999999996</c:v>
                </c:pt>
                <c:pt idx="22305">
                  <c:v>6.3119199999999998</c:v>
                </c:pt>
                <c:pt idx="22306">
                  <c:v>6.3122299999999996</c:v>
                </c:pt>
                <c:pt idx="22307">
                  <c:v>6.3125299999999998</c:v>
                </c:pt>
                <c:pt idx="22308">
                  <c:v>6.3128399999999996</c:v>
                </c:pt>
                <c:pt idx="22309">
                  <c:v>6.3131500000000003</c:v>
                </c:pt>
                <c:pt idx="22310">
                  <c:v>6.3134499999999996</c:v>
                </c:pt>
                <c:pt idx="22311">
                  <c:v>6.3137600000000003</c:v>
                </c:pt>
                <c:pt idx="22312">
                  <c:v>6.3140599999999996</c:v>
                </c:pt>
                <c:pt idx="22313">
                  <c:v>6.3143700000000003</c:v>
                </c:pt>
                <c:pt idx="22314">
                  <c:v>6.3146699999999996</c:v>
                </c:pt>
                <c:pt idx="22315">
                  <c:v>6.3149800000000003</c:v>
                </c:pt>
                <c:pt idx="22316">
                  <c:v>6.3152799999999996</c:v>
                </c:pt>
                <c:pt idx="22317">
                  <c:v>6.3155900000000003</c:v>
                </c:pt>
                <c:pt idx="22318">
                  <c:v>6.3158899999999996</c:v>
                </c:pt>
                <c:pt idx="22319">
                  <c:v>6.3162000000000003</c:v>
                </c:pt>
                <c:pt idx="22320">
                  <c:v>6.3164999999999996</c:v>
                </c:pt>
                <c:pt idx="22321">
                  <c:v>6.3168100000000003</c:v>
                </c:pt>
                <c:pt idx="22322">
                  <c:v>6.3171200000000001</c:v>
                </c:pt>
                <c:pt idx="22323">
                  <c:v>6.3174200000000003</c:v>
                </c:pt>
                <c:pt idx="22324">
                  <c:v>6.3177300000000001</c:v>
                </c:pt>
                <c:pt idx="22325">
                  <c:v>6.3180300000000003</c:v>
                </c:pt>
                <c:pt idx="22326">
                  <c:v>6.3183400000000001</c:v>
                </c:pt>
                <c:pt idx="22327">
                  <c:v>6.3186400000000003</c:v>
                </c:pt>
                <c:pt idx="22328">
                  <c:v>6.3189500000000001</c:v>
                </c:pt>
                <c:pt idx="22329">
                  <c:v>6.3192500000000003</c:v>
                </c:pt>
                <c:pt idx="22330">
                  <c:v>6.3195600000000001</c:v>
                </c:pt>
                <c:pt idx="22331">
                  <c:v>6.3198600000000003</c:v>
                </c:pt>
                <c:pt idx="22332">
                  <c:v>6.3201700000000001</c:v>
                </c:pt>
                <c:pt idx="22333">
                  <c:v>6.3204700000000003</c:v>
                </c:pt>
                <c:pt idx="22334">
                  <c:v>6.3207800000000001</c:v>
                </c:pt>
                <c:pt idx="22335">
                  <c:v>6.3210899999999999</c:v>
                </c:pt>
                <c:pt idx="22336">
                  <c:v>6.3213900000000001</c:v>
                </c:pt>
                <c:pt idx="22337">
                  <c:v>6.3216999999999999</c:v>
                </c:pt>
                <c:pt idx="22338">
                  <c:v>6.3220000000000001</c:v>
                </c:pt>
                <c:pt idx="22339">
                  <c:v>6.3223099999999999</c:v>
                </c:pt>
                <c:pt idx="22340">
                  <c:v>6.3226100000000001</c:v>
                </c:pt>
                <c:pt idx="22341">
                  <c:v>6.3229199999999999</c:v>
                </c:pt>
                <c:pt idx="22342">
                  <c:v>6.3232200000000001</c:v>
                </c:pt>
                <c:pt idx="22343">
                  <c:v>6.3235299999999999</c:v>
                </c:pt>
                <c:pt idx="22344">
                  <c:v>6.3238300000000001</c:v>
                </c:pt>
                <c:pt idx="22345">
                  <c:v>6.3241399999999999</c:v>
                </c:pt>
                <c:pt idx="22346">
                  <c:v>6.3244400000000001</c:v>
                </c:pt>
                <c:pt idx="22347">
                  <c:v>6.3247499999999999</c:v>
                </c:pt>
                <c:pt idx="22348">
                  <c:v>6.3250599999999997</c:v>
                </c:pt>
                <c:pt idx="22349">
                  <c:v>6.3253599999999999</c:v>
                </c:pt>
                <c:pt idx="22350">
                  <c:v>6.3256699999999997</c:v>
                </c:pt>
                <c:pt idx="22351">
                  <c:v>6.3259699999999999</c:v>
                </c:pt>
                <c:pt idx="22352">
                  <c:v>6.3262799999999997</c:v>
                </c:pt>
                <c:pt idx="22353">
                  <c:v>6.3265799999999999</c:v>
                </c:pt>
                <c:pt idx="22354">
                  <c:v>6.3268899999999997</c:v>
                </c:pt>
                <c:pt idx="22355">
                  <c:v>6.3271899999999999</c:v>
                </c:pt>
                <c:pt idx="22356">
                  <c:v>6.3274999999999997</c:v>
                </c:pt>
                <c:pt idx="22357">
                  <c:v>6.3277999999999999</c:v>
                </c:pt>
                <c:pt idx="22358">
                  <c:v>6.3281099999999997</c:v>
                </c:pt>
                <c:pt idx="22359">
                  <c:v>6.3284099999999999</c:v>
                </c:pt>
                <c:pt idx="22360">
                  <c:v>6.3287199999999997</c:v>
                </c:pt>
                <c:pt idx="22361">
                  <c:v>6.3290300000000004</c:v>
                </c:pt>
                <c:pt idx="22362">
                  <c:v>6.3293299999999997</c:v>
                </c:pt>
                <c:pt idx="22363">
                  <c:v>6.3296400000000004</c:v>
                </c:pt>
                <c:pt idx="22364">
                  <c:v>6.3299399999999997</c:v>
                </c:pt>
                <c:pt idx="22365">
                  <c:v>6.3302500000000004</c:v>
                </c:pt>
                <c:pt idx="22366">
                  <c:v>6.3305499999999997</c:v>
                </c:pt>
                <c:pt idx="22367">
                  <c:v>6.3308600000000004</c:v>
                </c:pt>
                <c:pt idx="22368">
                  <c:v>6.3311599999999997</c:v>
                </c:pt>
                <c:pt idx="22369">
                  <c:v>6.3314700000000004</c:v>
                </c:pt>
                <c:pt idx="22370">
                  <c:v>6.3317699999999997</c:v>
                </c:pt>
                <c:pt idx="22371">
                  <c:v>6.3320800000000004</c:v>
                </c:pt>
                <c:pt idx="22372">
                  <c:v>6.3323900000000002</c:v>
                </c:pt>
                <c:pt idx="22373">
                  <c:v>6.3326900000000004</c:v>
                </c:pt>
                <c:pt idx="22374">
                  <c:v>6.3330000000000002</c:v>
                </c:pt>
                <c:pt idx="22375">
                  <c:v>6.3333000000000004</c:v>
                </c:pt>
                <c:pt idx="22376">
                  <c:v>6.3336100000000002</c:v>
                </c:pt>
                <c:pt idx="22377">
                  <c:v>6.3339100000000004</c:v>
                </c:pt>
                <c:pt idx="22378">
                  <c:v>6.3342200000000002</c:v>
                </c:pt>
                <c:pt idx="22379">
                  <c:v>6.3345200000000004</c:v>
                </c:pt>
                <c:pt idx="22380">
                  <c:v>6.3348300000000002</c:v>
                </c:pt>
                <c:pt idx="22381">
                  <c:v>6.3351300000000004</c:v>
                </c:pt>
                <c:pt idx="22382">
                  <c:v>6.3354400000000002</c:v>
                </c:pt>
                <c:pt idx="22383">
                  <c:v>6.3357400000000004</c:v>
                </c:pt>
                <c:pt idx="22384">
                  <c:v>6.3360500000000002</c:v>
                </c:pt>
                <c:pt idx="22385">
                  <c:v>6.33636</c:v>
                </c:pt>
                <c:pt idx="22386">
                  <c:v>6.3366600000000002</c:v>
                </c:pt>
                <c:pt idx="22387">
                  <c:v>6.33697</c:v>
                </c:pt>
                <c:pt idx="22388">
                  <c:v>6.3372700000000002</c:v>
                </c:pt>
                <c:pt idx="22389">
                  <c:v>6.33758</c:v>
                </c:pt>
                <c:pt idx="22390">
                  <c:v>6.3378800000000002</c:v>
                </c:pt>
                <c:pt idx="22391">
                  <c:v>6.33819</c:v>
                </c:pt>
                <c:pt idx="22392">
                  <c:v>6.3384900000000002</c:v>
                </c:pt>
                <c:pt idx="22393">
                  <c:v>6.3388</c:v>
                </c:pt>
                <c:pt idx="22394">
                  <c:v>6.3391000000000002</c:v>
                </c:pt>
                <c:pt idx="22395">
                  <c:v>6.33941</c:v>
                </c:pt>
                <c:pt idx="22396">
                  <c:v>6.3397100000000002</c:v>
                </c:pt>
                <c:pt idx="22397">
                  <c:v>6.34002</c:v>
                </c:pt>
                <c:pt idx="22398">
                  <c:v>6.3403299999999998</c:v>
                </c:pt>
                <c:pt idx="22399">
                  <c:v>6.34063</c:v>
                </c:pt>
                <c:pt idx="22400">
                  <c:v>6.3409399999999998</c:v>
                </c:pt>
                <c:pt idx="22401">
                  <c:v>6.34124</c:v>
                </c:pt>
                <c:pt idx="22402">
                  <c:v>6.3415499999999998</c:v>
                </c:pt>
                <c:pt idx="22403">
                  <c:v>6.34185</c:v>
                </c:pt>
                <c:pt idx="22404">
                  <c:v>6.3421599999999998</c:v>
                </c:pt>
                <c:pt idx="22405">
                  <c:v>6.34246</c:v>
                </c:pt>
                <c:pt idx="22406">
                  <c:v>6.3427699999999998</c:v>
                </c:pt>
                <c:pt idx="22407">
                  <c:v>6.34307</c:v>
                </c:pt>
                <c:pt idx="22408">
                  <c:v>6.3433799999999998</c:v>
                </c:pt>
                <c:pt idx="22409">
                  <c:v>6.34368</c:v>
                </c:pt>
                <c:pt idx="22410">
                  <c:v>6.3439899999999998</c:v>
                </c:pt>
                <c:pt idx="22411">
                  <c:v>6.3442999999999996</c:v>
                </c:pt>
                <c:pt idx="22412">
                  <c:v>6.3445999999999998</c:v>
                </c:pt>
                <c:pt idx="22413">
                  <c:v>6.3449099999999996</c:v>
                </c:pt>
                <c:pt idx="22414">
                  <c:v>6.3452099999999998</c:v>
                </c:pt>
                <c:pt idx="22415">
                  <c:v>6.3455199999999996</c:v>
                </c:pt>
                <c:pt idx="22416">
                  <c:v>6.3458199999999998</c:v>
                </c:pt>
                <c:pt idx="22417">
                  <c:v>6.3461299999999996</c:v>
                </c:pt>
                <c:pt idx="22418">
                  <c:v>6.3464299999999998</c:v>
                </c:pt>
                <c:pt idx="22419">
                  <c:v>6.3467399999999996</c:v>
                </c:pt>
                <c:pt idx="22420">
                  <c:v>6.3470399999999998</c:v>
                </c:pt>
                <c:pt idx="22421">
                  <c:v>6.3473499999999996</c:v>
                </c:pt>
                <c:pt idx="22422">
                  <c:v>6.3476499999999998</c:v>
                </c:pt>
                <c:pt idx="22423">
                  <c:v>6.3479599999999996</c:v>
                </c:pt>
                <c:pt idx="22424">
                  <c:v>6.3482700000000003</c:v>
                </c:pt>
                <c:pt idx="22425">
                  <c:v>6.3485699999999996</c:v>
                </c:pt>
                <c:pt idx="22426">
                  <c:v>6.3488800000000003</c:v>
                </c:pt>
                <c:pt idx="22427">
                  <c:v>6.3491799999999996</c:v>
                </c:pt>
                <c:pt idx="22428">
                  <c:v>6.3494900000000003</c:v>
                </c:pt>
                <c:pt idx="22429">
                  <c:v>6.3497899999999996</c:v>
                </c:pt>
                <c:pt idx="22430">
                  <c:v>6.3501000000000003</c:v>
                </c:pt>
                <c:pt idx="22431">
                  <c:v>6.3503999999999996</c:v>
                </c:pt>
                <c:pt idx="22432">
                  <c:v>6.3507100000000003</c:v>
                </c:pt>
                <c:pt idx="22433">
                  <c:v>6.3510099999999996</c:v>
                </c:pt>
                <c:pt idx="22434">
                  <c:v>6.3513200000000003</c:v>
                </c:pt>
                <c:pt idx="22435">
                  <c:v>6.3516300000000001</c:v>
                </c:pt>
                <c:pt idx="22436">
                  <c:v>6.3519300000000003</c:v>
                </c:pt>
                <c:pt idx="22437">
                  <c:v>6.3522400000000001</c:v>
                </c:pt>
                <c:pt idx="22438">
                  <c:v>6.3525400000000003</c:v>
                </c:pt>
                <c:pt idx="22439">
                  <c:v>6.3528500000000001</c:v>
                </c:pt>
                <c:pt idx="22440">
                  <c:v>6.3531500000000003</c:v>
                </c:pt>
                <c:pt idx="22441">
                  <c:v>6.3534600000000001</c:v>
                </c:pt>
                <c:pt idx="22442">
                  <c:v>6.3537600000000003</c:v>
                </c:pt>
                <c:pt idx="22443">
                  <c:v>6.3540700000000001</c:v>
                </c:pt>
                <c:pt idx="22444">
                  <c:v>6.3543700000000003</c:v>
                </c:pt>
                <c:pt idx="22445">
                  <c:v>6.3546800000000001</c:v>
                </c:pt>
                <c:pt idx="22446">
                  <c:v>6.3549800000000003</c:v>
                </c:pt>
                <c:pt idx="22447">
                  <c:v>6.3552900000000001</c:v>
                </c:pt>
                <c:pt idx="22448">
                  <c:v>6.3555999999999999</c:v>
                </c:pt>
                <c:pt idx="22449">
                  <c:v>6.3559000000000001</c:v>
                </c:pt>
                <c:pt idx="22450">
                  <c:v>6.3562099999999999</c:v>
                </c:pt>
                <c:pt idx="22451">
                  <c:v>6.3565100000000001</c:v>
                </c:pt>
                <c:pt idx="22452">
                  <c:v>6.3568199999999999</c:v>
                </c:pt>
                <c:pt idx="22453">
                  <c:v>6.3571200000000001</c:v>
                </c:pt>
                <c:pt idx="22454">
                  <c:v>6.3574299999999999</c:v>
                </c:pt>
                <c:pt idx="22455">
                  <c:v>6.3577300000000001</c:v>
                </c:pt>
                <c:pt idx="22456">
                  <c:v>6.3580399999999999</c:v>
                </c:pt>
                <c:pt idx="22457">
                  <c:v>6.3583400000000001</c:v>
                </c:pt>
                <c:pt idx="22458">
                  <c:v>6.3586499999999999</c:v>
                </c:pt>
                <c:pt idx="22459">
                  <c:v>6.3589500000000001</c:v>
                </c:pt>
                <c:pt idx="22460">
                  <c:v>6.3592599999999999</c:v>
                </c:pt>
                <c:pt idx="22461">
                  <c:v>6.3595699999999997</c:v>
                </c:pt>
                <c:pt idx="22462">
                  <c:v>6.3598699999999999</c:v>
                </c:pt>
                <c:pt idx="22463">
                  <c:v>6.3601799999999997</c:v>
                </c:pt>
                <c:pt idx="22464">
                  <c:v>6.3604799999999999</c:v>
                </c:pt>
                <c:pt idx="22465">
                  <c:v>6.3607899999999997</c:v>
                </c:pt>
                <c:pt idx="22466">
                  <c:v>6.3610899999999999</c:v>
                </c:pt>
                <c:pt idx="22467">
                  <c:v>6.3613999999999997</c:v>
                </c:pt>
                <c:pt idx="22468">
                  <c:v>6.3616999999999999</c:v>
                </c:pt>
                <c:pt idx="22469">
                  <c:v>6.3620099999999997</c:v>
                </c:pt>
                <c:pt idx="22470">
                  <c:v>6.3623099999999999</c:v>
                </c:pt>
                <c:pt idx="22471">
                  <c:v>6.3626199999999997</c:v>
                </c:pt>
                <c:pt idx="22472">
                  <c:v>6.3629199999999999</c:v>
                </c:pt>
                <c:pt idx="22473">
                  <c:v>6.3632299999999997</c:v>
                </c:pt>
                <c:pt idx="22474">
                  <c:v>6.3635400000000004</c:v>
                </c:pt>
                <c:pt idx="22475">
                  <c:v>6.3638399999999997</c:v>
                </c:pt>
                <c:pt idx="22476">
                  <c:v>6.3641500000000004</c:v>
                </c:pt>
                <c:pt idx="22477">
                  <c:v>6.3644499999999997</c:v>
                </c:pt>
                <c:pt idx="22478">
                  <c:v>6.3647600000000004</c:v>
                </c:pt>
                <c:pt idx="22479">
                  <c:v>6.3650599999999997</c:v>
                </c:pt>
                <c:pt idx="22480">
                  <c:v>6.3653700000000004</c:v>
                </c:pt>
                <c:pt idx="22481">
                  <c:v>6.3656699999999997</c:v>
                </c:pt>
                <c:pt idx="22482">
                  <c:v>6.3659800000000004</c:v>
                </c:pt>
                <c:pt idx="22483">
                  <c:v>6.3662799999999997</c:v>
                </c:pt>
                <c:pt idx="22484">
                  <c:v>6.3665900000000004</c:v>
                </c:pt>
                <c:pt idx="22485">
                  <c:v>6.3669000000000002</c:v>
                </c:pt>
                <c:pt idx="22486">
                  <c:v>6.3672000000000004</c:v>
                </c:pt>
                <c:pt idx="22487">
                  <c:v>6.3675100000000002</c:v>
                </c:pt>
                <c:pt idx="22488">
                  <c:v>6.3678100000000004</c:v>
                </c:pt>
                <c:pt idx="22489">
                  <c:v>6.3681200000000002</c:v>
                </c:pt>
                <c:pt idx="22490">
                  <c:v>6.3684200000000004</c:v>
                </c:pt>
                <c:pt idx="22491">
                  <c:v>6.3687300000000002</c:v>
                </c:pt>
                <c:pt idx="22492">
                  <c:v>6.3690300000000004</c:v>
                </c:pt>
                <c:pt idx="22493">
                  <c:v>6.3693400000000002</c:v>
                </c:pt>
                <c:pt idx="22494">
                  <c:v>6.3696400000000004</c:v>
                </c:pt>
                <c:pt idx="22495">
                  <c:v>6.3699500000000002</c:v>
                </c:pt>
                <c:pt idx="22496">
                  <c:v>6.3702500000000004</c:v>
                </c:pt>
                <c:pt idx="22497">
                  <c:v>6.3705600000000002</c:v>
                </c:pt>
                <c:pt idx="22498">
                  <c:v>6.37087</c:v>
                </c:pt>
                <c:pt idx="22499">
                  <c:v>6.3711700000000002</c:v>
                </c:pt>
                <c:pt idx="22500">
                  <c:v>6.37148</c:v>
                </c:pt>
                <c:pt idx="22501">
                  <c:v>6.3717800000000002</c:v>
                </c:pt>
                <c:pt idx="22502">
                  <c:v>6.37209</c:v>
                </c:pt>
                <c:pt idx="22503">
                  <c:v>6.3723900000000002</c:v>
                </c:pt>
                <c:pt idx="22504">
                  <c:v>6.3727</c:v>
                </c:pt>
                <c:pt idx="22505">
                  <c:v>6.3730000000000002</c:v>
                </c:pt>
                <c:pt idx="22506">
                  <c:v>6.37331</c:v>
                </c:pt>
                <c:pt idx="22507">
                  <c:v>6.3736100000000002</c:v>
                </c:pt>
                <c:pt idx="22508">
                  <c:v>6.37392</c:v>
                </c:pt>
                <c:pt idx="22509">
                  <c:v>6.3742200000000002</c:v>
                </c:pt>
                <c:pt idx="22510">
                  <c:v>6.37453</c:v>
                </c:pt>
                <c:pt idx="22511">
                  <c:v>6.3748399999999998</c:v>
                </c:pt>
                <c:pt idx="22512">
                  <c:v>6.37514</c:v>
                </c:pt>
                <c:pt idx="22513">
                  <c:v>6.3754499999999998</c:v>
                </c:pt>
                <c:pt idx="22514">
                  <c:v>6.37575</c:v>
                </c:pt>
                <c:pt idx="22515">
                  <c:v>6.3760599999999998</c:v>
                </c:pt>
                <c:pt idx="22516">
                  <c:v>6.37636</c:v>
                </c:pt>
                <c:pt idx="22517">
                  <c:v>6.3766699999999998</c:v>
                </c:pt>
                <c:pt idx="22518">
                  <c:v>6.37697</c:v>
                </c:pt>
                <c:pt idx="22519">
                  <c:v>6.3772799999999998</c:v>
                </c:pt>
                <c:pt idx="22520">
                  <c:v>6.37758</c:v>
                </c:pt>
                <c:pt idx="22521">
                  <c:v>6.3778899999999998</c:v>
                </c:pt>
                <c:pt idx="22522">
                  <c:v>6.37819</c:v>
                </c:pt>
                <c:pt idx="22523">
                  <c:v>6.3784999999999998</c:v>
                </c:pt>
                <c:pt idx="22524">
                  <c:v>6.3788099999999996</c:v>
                </c:pt>
                <c:pt idx="22525">
                  <c:v>6.3791099999999998</c:v>
                </c:pt>
                <c:pt idx="22526">
                  <c:v>6.3794199999999996</c:v>
                </c:pt>
                <c:pt idx="22527">
                  <c:v>6.3797199999999998</c:v>
                </c:pt>
                <c:pt idx="22528">
                  <c:v>6.3800299999999996</c:v>
                </c:pt>
                <c:pt idx="22529">
                  <c:v>6.3803299999999998</c:v>
                </c:pt>
                <c:pt idx="22530">
                  <c:v>6.3806399999999996</c:v>
                </c:pt>
                <c:pt idx="22531">
                  <c:v>6.3809399999999998</c:v>
                </c:pt>
                <c:pt idx="22532">
                  <c:v>6.3812499999999996</c:v>
                </c:pt>
                <c:pt idx="22533">
                  <c:v>6.3815499999999998</c:v>
                </c:pt>
                <c:pt idx="22534">
                  <c:v>6.3818599999999996</c:v>
                </c:pt>
                <c:pt idx="22535">
                  <c:v>6.3821599999999998</c:v>
                </c:pt>
                <c:pt idx="22536">
                  <c:v>6.3824699999999996</c:v>
                </c:pt>
                <c:pt idx="22537">
                  <c:v>6.3827800000000003</c:v>
                </c:pt>
                <c:pt idx="22538">
                  <c:v>6.3830799999999996</c:v>
                </c:pt>
                <c:pt idx="22539">
                  <c:v>6.3833900000000003</c:v>
                </c:pt>
                <c:pt idx="22540">
                  <c:v>6.3836899999999996</c:v>
                </c:pt>
                <c:pt idx="22541">
                  <c:v>6.3840000000000003</c:v>
                </c:pt>
                <c:pt idx="22542">
                  <c:v>6.3842999999999996</c:v>
                </c:pt>
                <c:pt idx="22543">
                  <c:v>6.3846100000000003</c:v>
                </c:pt>
                <c:pt idx="22544">
                  <c:v>6.3849099999999996</c:v>
                </c:pt>
                <c:pt idx="22545">
                  <c:v>6.3852200000000003</c:v>
                </c:pt>
                <c:pt idx="22546">
                  <c:v>6.3855199999999996</c:v>
                </c:pt>
                <c:pt idx="22547">
                  <c:v>6.3858300000000003</c:v>
                </c:pt>
                <c:pt idx="22548">
                  <c:v>6.3861400000000001</c:v>
                </c:pt>
                <c:pt idx="22549">
                  <c:v>6.3864400000000003</c:v>
                </c:pt>
                <c:pt idx="22550">
                  <c:v>6.3867500000000001</c:v>
                </c:pt>
                <c:pt idx="22551">
                  <c:v>6.3870500000000003</c:v>
                </c:pt>
                <c:pt idx="22552">
                  <c:v>6.3873600000000001</c:v>
                </c:pt>
                <c:pt idx="22553">
                  <c:v>6.3876600000000003</c:v>
                </c:pt>
                <c:pt idx="22554">
                  <c:v>6.3879700000000001</c:v>
                </c:pt>
                <c:pt idx="22555">
                  <c:v>6.3882700000000003</c:v>
                </c:pt>
                <c:pt idx="22556">
                  <c:v>6.3885800000000001</c:v>
                </c:pt>
                <c:pt idx="22557">
                  <c:v>6.3888800000000003</c:v>
                </c:pt>
                <c:pt idx="22558">
                  <c:v>6.3891900000000001</c:v>
                </c:pt>
                <c:pt idx="22559">
                  <c:v>6.3894900000000003</c:v>
                </c:pt>
                <c:pt idx="22560">
                  <c:v>6.3898000000000001</c:v>
                </c:pt>
                <c:pt idx="22561">
                  <c:v>6.39011</c:v>
                </c:pt>
                <c:pt idx="22562">
                  <c:v>6.3904100000000001</c:v>
                </c:pt>
                <c:pt idx="22563">
                  <c:v>6.39072</c:v>
                </c:pt>
                <c:pt idx="22564">
                  <c:v>6.3910200000000001</c:v>
                </c:pt>
                <c:pt idx="22565">
                  <c:v>6.39133</c:v>
                </c:pt>
                <c:pt idx="22566">
                  <c:v>6.3916300000000001</c:v>
                </c:pt>
                <c:pt idx="22567">
                  <c:v>6.39194</c:v>
                </c:pt>
                <c:pt idx="22568">
                  <c:v>6.3922400000000001</c:v>
                </c:pt>
                <c:pt idx="22569">
                  <c:v>6.39255</c:v>
                </c:pt>
                <c:pt idx="22570">
                  <c:v>6.3928500000000001</c:v>
                </c:pt>
                <c:pt idx="22571">
                  <c:v>6.39316</c:v>
                </c:pt>
                <c:pt idx="22572">
                  <c:v>6.3934600000000001</c:v>
                </c:pt>
                <c:pt idx="22573">
                  <c:v>6.39377</c:v>
                </c:pt>
                <c:pt idx="22574">
                  <c:v>6.3940799999999998</c:v>
                </c:pt>
                <c:pt idx="22575">
                  <c:v>6.39438</c:v>
                </c:pt>
                <c:pt idx="22576">
                  <c:v>6.3946899999999998</c:v>
                </c:pt>
                <c:pt idx="22577">
                  <c:v>6.39499</c:v>
                </c:pt>
                <c:pt idx="22578">
                  <c:v>6.3952999999999998</c:v>
                </c:pt>
                <c:pt idx="22579">
                  <c:v>6.3956</c:v>
                </c:pt>
                <c:pt idx="22580">
                  <c:v>6.3959099999999998</c:v>
                </c:pt>
                <c:pt idx="22581">
                  <c:v>6.39621</c:v>
                </c:pt>
                <c:pt idx="22582">
                  <c:v>6.3965199999999998</c:v>
                </c:pt>
                <c:pt idx="22583">
                  <c:v>6.39682</c:v>
                </c:pt>
                <c:pt idx="22584">
                  <c:v>6.3971299999999998</c:v>
                </c:pt>
                <c:pt idx="22585">
                  <c:v>6.3974299999999999</c:v>
                </c:pt>
                <c:pt idx="22586">
                  <c:v>6.3977399999999998</c:v>
                </c:pt>
                <c:pt idx="22587">
                  <c:v>6.3980499999999996</c:v>
                </c:pt>
                <c:pt idx="22588">
                  <c:v>6.3983499999999998</c:v>
                </c:pt>
                <c:pt idx="22589">
                  <c:v>6.3986599999999996</c:v>
                </c:pt>
                <c:pt idx="22590">
                  <c:v>6.3989599999999998</c:v>
                </c:pt>
                <c:pt idx="22591">
                  <c:v>6.3992699999999996</c:v>
                </c:pt>
                <c:pt idx="22592">
                  <c:v>6.3995699999999998</c:v>
                </c:pt>
                <c:pt idx="22593">
                  <c:v>6.3998799999999996</c:v>
                </c:pt>
                <c:pt idx="22594">
                  <c:v>6.4001799999999998</c:v>
                </c:pt>
                <c:pt idx="22595">
                  <c:v>6.4004899999999996</c:v>
                </c:pt>
                <c:pt idx="22596">
                  <c:v>6.4007899999999998</c:v>
                </c:pt>
                <c:pt idx="22597">
                  <c:v>6.4010999999999996</c:v>
                </c:pt>
                <c:pt idx="22598">
                  <c:v>6.4013999999999998</c:v>
                </c:pt>
                <c:pt idx="22599">
                  <c:v>6.4017099999999996</c:v>
                </c:pt>
                <c:pt idx="22600">
                  <c:v>6.4020200000000003</c:v>
                </c:pt>
                <c:pt idx="22601">
                  <c:v>6.4023199999999996</c:v>
                </c:pt>
                <c:pt idx="22602">
                  <c:v>6.4026300000000003</c:v>
                </c:pt>
                <c:pt idx="22603">
                  <c:v>6.4029299999999996</c:v>
                </c:pt>
                <c:pt idx="22604">
                  <c:v>6.4032400000000003</c:v>
                </c:pt>
                <c:pt idx="22605">
                  <c:v>6.4035399999999996</c:v>
                </c:pt>
                <c:pt idx="22606">
                  <c:v>6.4038500000000003</c:v>
                </c:pt>
                <c:pt idx="22607">
                  <c:v>6.4041499999999996</c:v>
                </c:pt>
                <c:pt idx="22608">
                  <c:v>6.4044600000000003</c:v>
                </c:pt>
                <c:pt idx="22609">
                  <c:v>6.4047599999999996</c:v>
                </c:pt>
                <c:pt idx="22610">
                  <c:v>6.4050700000000003</c:v>
                </c:pt>
                <c:pt idx="22611">
                  <c:v>6.4053800000000001</c:v>
                </c:pt>
                <c:pt idx="22612">
                  <c:v>6.4056800000000003</c:v>
                </c:pt>
                <c:pt idx="22613">
                  <c:v>6.4059900000000001</c:v>
                </c:pt>
                <c:pt idx="22614">
                  <c:v>6.4062900000000003</c:v>
                </c:pt>
                <c:pt idx="22615">
                  <c:v>6.4066000000000001</c:v>
                </c:pt>
                <c:pt idx="22616">
                  <c:v>6.4069000000000003</c:v>
                </c:pt>
                <c:pt idx="22617">
                  <c:v>6.4072100000000001</c:v>
                </c:pt>
                <c:pt idx="22618">
                  <c:v>6.4075100000000003</c:v>
                </c:pt>
                <c:pt idx="22619">
                  <c:v>6.4078200000000001</c:v>
                </c:pt>
                <c:pt idx="22620">
                  <c:v>6.4081200000000003</c:v>
                </c:pt>
                <c:pt idx="22621">
                  <c:v>6.4084300000000001</c:v>
                </c:pt>
                <c:pt idx="22622">
                  <c:v>6.4087300000000003</c:v>
                </c:pt>
                <c:pt idx="22623">
                  <c:v>6.4090400000000001</c:v>
                </c:pt>
                <c:pt idx="22624">
                  <c:v>6.4093499999999999</c:v>
                </c:pt>
                <c:pt idx="22625">
                  <c:v>6.4096500000000001</c:v>
                </c:pt>
                <c:pt idx="22626">
                  <c:v>6.4099599999999999</c:v>
                </c:pt>
                <c:pt idx="22627">
                  <c:v>6.4102600000000001</c:v>
                </c:pt>
                <c:pt idx="22628">
                  <c:v>6.4105699999999999</c:v>
                </c:pt>
                <c:pt idx="22629">
                  <c:v>6.4108700000000001</c:v>
                </c:pt>
                <c:pt idx="22630">
                  <c:v>6.4111799999999999</c:v>
                </c:pt>
                <c:pt idx="22631">
                  <c:v>6.4114800000000001</c:v>
                </c:pt>
                <c:pt idx="22632">
                  <c:v>6.4117899999999999</c:v>
                </c:pt>
                <c:pt idx="22633">
                  <c:v>6.4120900000000001</c:v>
                </c:pt>
                <c:pt idx="22634">
                  <c:v>6.4123999999999999</c:v>
                </c:pt>
                <c:pt idx="22635">
                  <c:v>6.4127000000000001</c:v>
                </c:pt>
                <c:pt idx="22636">
                  <c:v>6.4130099999999999</c:v>
                </c:pt>
                <c:pt idx="22637">
                  <c:v>6.4133199999999997</c:v>
                </c:pt>
                <c:pt idx="22638">
                  <c:v>6.4136199999999999</c:v>
                </c:pt>
                <c:pt idx="22639">
                  <c:v>6.4139299999999997</c:v>
                </c:pt>
                <c:pt idx="22640">
                  <c:v>6.4142299999999999</c:v>
                </c:pt>
                <c:pt idx="22641">
                  <c:v>6.4145399999999997</c:v>
                </c:pt>
                <c:pt idx="22642">
                  <c:v>6.4148399999999999</c:v>
                </c:pt>
                <c:pt idx="22643">
                  <c:v>6.4151499999999997</c:v>
                </c:pt>
                <c:pt idx="22644">
                  <c:v>6.4154499999999999</c:v>
                </c:pt>
                <c:pt idx="22645">
                  <c:v>6.4157599999999997</c:v>
                </c:pt>
                <c:pt idx="22646">
                  <c:v>6.4160599999999999</c:v>
                </c:pt>
                <c:pt idx="22647">
                  <c:v>6.4163699999999997</c:v>
                </c:pt>
                <c:pt idx="22648">
                  <c:v>6.4166699999999999</c:v>
                </c:pt>
                <c:pt idx="22649">
                  <c:v>6.4169799999999997</c:v>
                </c:pt>
                <c:pt idx="22650">
                  <c:v>6.4172900000000004</c:v>
                </c:pt>
                <c:pt idx="22651">
                  <c:v>6.4175899999999997</c:v>
                </c:pt>
                <c:pt idx="22652">
                  <c:v>6.4179000000000004</c:v>
                </c:pt>
                <c:pt idx="22653">
                  <c:v>6.4181999999999997</c:v>
                </c:pt>
                <c:pt idx="22654">
                  <c:v>6.4185100000000004</c:v>
                </c:pt>
                <c:pt idx="22655">
                  <c:v>6.4188099999999997</c:v>
                </c:pt>
                <c:pt idx="22656">
                  <c:v>6.4191200000000004</c:v>
                </c:pt>
                <c:pt idx="22657">
                  <c:v>6.4194199999999997</c:v>
                </c:pt>
                <c:pt idx="22658">
                  <c:v>6.4197300000000004</c:v>
                </c:pt>
                <c:pt idx="22659">
                  <c:v>6.4200299999999997</c:v>
                </c:pt>
                <c:pt idx="22660">
                  <c:v>6.4203400000000004</c:v>
                </c:pt>
                <c:pt idx="22661">
                  <c:v>6.4206500000000002</c:v>
                </c:pt>
                <c:pt idx="22662">
                  <c:v>6.4209500000000004</c:v>
                </c:pt>
                <c:pt idx="22663">
                  <c:v>6.4212600000000002</c:v>
                </c:pt>
                <c:pt idx="22664">
                  <c:v>6.4215600000000004</c:v>
                </c:pt>
                <c:pt idx="22665">
                  <c:v>6.4218700000000002</c:v>
                </c:pt>
                <c:pt idx="22666">
                  <c:v>6.4221700000000004</c:v>
                </c:pt>
                <c:pt idx="22667">
                  <c:v>6.4224800000000002</c:v>
                </c:pt>
                <c:pt idx="22668">
                  <c:v>6.4227800000000004</c:v>
                </c:pt>
                <c:pt idx="22669">
                  <c:v>6.4230900000000002</c:v>
                </c:pt>
                <c:pt idx="22670">
                  <c:v>6.4233900000000004</c:v>
                </c:pt>
                <c:pt idx="22671">
                  <c:v>6.4237000000000002</c:v>
                </c:pt>
                <c:pt idx="22672">
                  <c:v>6.4240000000000004</c:v>
                </c:pt>
                <c:pt idx="22673">
                  <c:v>6.4243100000000002</c:v>
                </c:pt>
                <c:pt idx="22674">
                  <c:v>6.42462</c:v>
                </c:pt>
                <c:pt idx="22675">
                  <c:v>6.4249200000000002</c:v>
                </c:pt>
                <c:pt idx="22676">
                  <c:v>6.42523</c:v>
                </c:pt>
                <c:pt idx="22677">
                  <c:v>6.4255300000000002</c:v>
                </c:pt>
                <c:pt idx="22678">
                  <c:v>6.42584</c:v>
                </c:pt>
                <c:pt idx="22679">
                  <c:v>6.4261400000000002</c:v>
                </c:pt>
                <c:pt idx="22680">
                  <c:v>6.42645</c:v>
                </c:pt>
                <c:pt idx="22681">
                  <c:v>6.4267500000000002</c:v>
                </c:pt>
                <c:pt idx="22682">
                  <c:v>6.42706</c:v>
                </c:pt>
                <c:pt idx="22683">
                  <c:v>6.4273600000000002</c:v>
                </c:pt>
                <c:pt idx="22684">
                  <c:v>6.42767</c:v>
                </c:pt>
                <c:pt idx="22685">
                  <c:v>6.4279700000000002</c:v>
                </c:pt>
                <c:pt idx="22686">
                  <c:v>6.42828</c:v>
                </c:pt>
                <c:pt idx="22687">
                  <c:v>6.4285899999999998</c:v>
                </c:pt>
                <c:pt idx="22688">
                  <c:v>6.42889</c:v>
                </c:pt>
                <c:pt idx="22689">
                  <c:v>6.4291999999999998</c:v>
                </c:pt>
                <c:pt idx="22690">
                  <c:v>6.4295</c:v>
                </c:pt>
                <c:pt idx="22691">
                  <c:v>6.4298099999999998</c:v>
                </c:pt>
                <c:pt idx="22692">
                  <c:v>6.43011</c:v>
                </c:pt>
                <c:pt idx="22693">
                  <c:v>6.4304199999999998</c:v>
                </c:pt>
                <c:pt idx="22694">
                  <c:v>6.43072</c:v>
                </c:pt>
                <c:pt idx="22695">
                  <c:v>6.4310299999999998</c:v>
                </c:pt>
                <c:pt idx="22696">
                  <c:v>6.43133</c:v>
                </c:pt>
                <c:pt idx="22697">
                  <c:v>6.4316399999999998</c:v>
                </c:pt>
                <c:pt idx="22698">
                  <c:v>6.43194</c:v>
                </c:pt>
                <c:pt idx="22699">
                  <c:v>6.4322499999999998</c:v>
                </c:pt>
                <c:pt idx="22700">
                  <c:v>6.4325599999999996</c:v>
                </c:pt>
                <c:pt idx="22701">
                  <c:v>6.4328599999999998</c:v>
                </c:pt>
                <c:pt idx="22702">
                  <c:v>6.4331699999999996</c:v>
                </c:pt>
                <c:pt idx="22703">
                  <c:v>6.4334699999999998</c:v>
                </c:pt>
                <c:pt idx="22704">
                  <c:v>6.4337799999999996</c:v>
                </c:pt>
                <c:pt idx="22705">
                  <c:v>6.4340799999999998</c:v>
                </c:pt>
                <c:pt idx="22706">
                  <c:v>6.4343899999999996</c:v>
                </c:pt>
                <c:pt idx="22707">
                  <c:v>6.4346899999999998</c:v>
                </c:pt>
                <c:pt idx="22708">
                  <c:v>6.4349999999999996</c:v>
                </c:pt>
                <c:pt idx="22709">
                  <c:v>6.4352999999999998</c:v>
                </c:pt>
                <c:pt idx="22710">
                  <c:v>6.4356099999999996</c:v>
                </c:pt>
                <c:pt idx="22711">
                  <c:v>6.4359099999999998</c:v>
                </c:pt>
                <c:pt idx="22712">
                  <c:v>6.4362199999999996</c:v>
                </c:pt>
                <c:pt idx="22713">
                  <c:v>6.4365300000000003</c:v>
                </c:pt>
                <c:pt idx="22714">
                  <c:v>6.4368299999999996</c:v>
                </c:pt>
                <c:pt idx="22715">
                  <c:v>6.4371400000000003</c:v>
                </c:pt>
                <c:pt idx="22716">
                  <c:v>6.4374399999999996</c:v>
                </c:pt>
                <c:pt idx="22717">
                  <c:v>6.4377500000000003</c:v>
                </c:pt>
                <c:pt idx="22718">
                  <c:v>6.4380499999999996</c:v>
                </c:pt>
                <c:pt idx="22719">
                  <c:v>6.4383600000000003</c:v>
                </c:pt>
                <c:pt idx="22720">
                  <c:v>6.4386599999999996</c:v>
                </c:pt>
                <c:pt idx="22721">
                  <c:v>6.4389700000000003</c:v>
                </c:pt>
                <c:pt idx="22722">
                  <c:v>6.4392699999999996</c:v>
                </c:pt>
                <c:pt idx="22723">
                  <c:v>6.4395800000000003</c:v>
                </c:pt>
                <c:pt idx="22724">
                  <c:v>6.4398900000000001</c:v>
                </c:pt>
                <c:pt idx="22725">
                  <c:v>6.4401900000000003</c:v>
                </c:pt>
                <c:pt idx="22726">
                  <c:v>6.4405000000000001</c:v>
                </c:pt>
                <c:pt idx="22727">
                  <c:v>6.4408000000000003</c:v>
                </c:pt>
                <c:pt idx="22728">
                  <c:v>6.4411100000000001</c:v>
                </c:pt>
                <c:pt idx="22729">
                  <c:v>6.4414100000000003</c:v>
                </c:pt>
                <c:pt idx="22730">
                  <c:v>6.4417200000000001</c:v>
                </c:pt>
                <c:pt idx="22731">
                  <c:v>6.4420200000000003</c:v>
                </c:pt>
                <c:pt idx="22732">
                  <c:v>6.4423300000000001</c:v>
                </c:pt>
                <c:pt idx="22733">
                  <c:v>6.4426300000000003</c:v>
                </c:pt>
                <c:pt idx="22734">
                  <c:v>6.4429400000000001</c:v>
                </c:pt>
                <c:pt idx="22735">
                  <c:v>6.4432400000000003</c:v>
                </c:pt>
                <c:pt idx="22736">
                  <c:v>6.4435500000000001</c:v>
                </c:pt>
                <c:pt idx="22737">
                  <c:v>6.4438599999999999</c:v>
                </c:pt>
                <c:pt idx="22738">
                  <c:v>6.4441600000000001</c:v>
                </c:pt>
                <c:pt idx="22739">
                  <c:v>6.4444699999999999</c:v>
                </c:pt>
                <c:pt idx="22740">
                  <c:v>6.4447700000000001</c:v>
                </c:pt>
                <c:pt idx="22741">
                  <c:v>6.4450799999999999</c:v>
                </c:pt>
                <c:pt idx="22742">
                  <c:v>6.4453800000000001</c:v>
                </c:pt>
                <c:pt idx="22743">
                  <c:v>6.4456899999999999</c:v>
                </c:pt>
                <c:pt idx="22744">
                  <c:v>6.4459900000000001</c:v>
                </c:pt>
                <c:pt idx="22745">
                  <c:v>6.4462999999999999</c:v>
                </c:pt>
                <c:pt idx="22746">
                  <c:v>6.4466000000000001</c:v>
                </c:pt>
                <c:pt idx="22747">
                  <c:v>6.4469099999999999</c:v>
                </c:pt>
                <c:pt idx="22748">
                  <c:v>6.4472100000000001</c:v>
                </c:pt>
                <c:pt idx="22749">
                  <c:v>6.4475199999999999</c:v>
                </c:pt>
                <c:pt idx="22750">
                  <c:v>6.4478299999999997</c:v>
                </c:pt>
                <c:pt idx="22751">
                  <c:v>6.4481299999999999</c:v>
                </c:pt>
                <c:pt idx="22752">
                  <c:v>6.4484399999999997</c:v>
                </c:pt>
                <c:pt idx="22753">
                  <c:v>6.4487399999999999</c:v>
                </c:pt>
                <c:pt idx="22754">
                  <c:v>6.4490499999999997</c:v>
                </c:pt>
                <c:pt idx="22755">
                  <c:v>6.4493499999999999</c:v>
                </c:pt>
                <c:pt idx="22756">
                  <c:v>6.4496599999999997</c:v>
                </c:pt>
                <c:pt idx="22757">
                  <c:v>6.4499599999999999</c:v>
                </c:pt>
                <c:pt idx="22758">
                  <c:v>6.4502699999999997</c:v>
                </c:pt>
                <c:pt idx="22759">
                  <c:v>6.4505699999999999</c:v>
                </c:pt>
                <c:pt idx="22760">
                  <c:v>6.4508799999999997</c:v>
                </c:pt>
                <c:pt idx="22761">
                  <c:v>6.4511799999999999</c:v>
                </c:pt>
                <c:pt idx="22762">
                  <c:v>6.4514899999999997</c:v>
                </c:pt>
                <c:pt idx="22763">
                  <c:v>6.4518000000000004</c:v>
                </c:pt>
                <c:pt idx="22764">
                  <c:v>6.4520999999999997</c:v>
                </c:pt>
                <c:pt idx="22765">
                  <c:v>6.4524100000000004</c:v>
                </c:pt>
                <c:pt idx="22766">
                  <c:v>6.4527099999999997</c:v>
                </c:pt>
                <c:pt idx="22767">
                  <c:v>6.4530200000000004</c:v>
                </c:pt>
                <c:pt idx="22768">
                  <c:v>6.4533199999999997</c:v>
                </c:pt>
                <c:pt idx="22769">
                  <c:v>6.4536300000000004</c:v>
                </c:pt>
                <c:pt idx="22770">
                  <c:v>6.4539299999999997</c:v>
                </c:pt>
                <c:pt idx="22771">
                  <c:v>6.4542400000000004</c:v>
                </c:pt>
                <c:pt idx="22772">
                  <c:v>6.4545399999999997</c:v>
                </c:pt>
                <c:pt idx="22773">
                  <c:v>6.4548500000000004</c:v>
                </c:pt>
                <c:pt idx="22774">
                  <c:v>6.4551499999999997</c:v>
                </c:pt>
                <c:pt idx="22775">
                  <c:v>6.4554600000000004</c:v>
                </c:pt>
                <c:pt idx="22776">
                  <c:v>6.4557700000000002</c:v>
                </c:pt>
                <c:pt idx="22777">
                  <c:v>6.4560700000000004</c:v>
                </c:pt>
                <c:pt idx="22778">
                  <c:v>6.4563800000000002</c:v>
                </c:pt>
                <c:pt idx="22779">
                  <c:v>6.4566800000000004</c:v>
                </c:pt>
                <c:pt idx="22780">
                  <c:v>6.4569900000000002</c:v>
                </c:pt>
                <c:pt idx="22781">
                  <c:v>6.4572900000000004</c:v>
                </c:pt>
                <c:pt idx="22782">
                  <c:v>6.4576000000000002</c:v>
                </c:pt>
                <c:pt idx="22783">
                  <c:v>6.4579000000000004</c:v>
                </c:pt>
                <c:pt idx="22784">
                  <c:v>6.4582100000000002</c:v>
                </c:pt>
                <c:pt idx="22785">
                  <c:v>6.4585100000000004</c:v>
                </c:pt>
                <c:pt idx="22786">
                  <c:v>6.4588200000000002</c:v>
                </c:pt>
                <c:pt idx="22787">
                  <c:v>6.45913</c:v>
                </c:pt>
                <c:pt idx="22788">
                  <c:v>6.4594300000000002</c:v>
                </c:pt>
                <c:pt idx="22789">
                  <c:v>6.45974</c:v>
                </c:pt>
                <c:pt idx="22790">
                  <c:v>6.4600400000000002</c:v>
                </c:pt>
                <c:pt idx="22791">
                  <c:v>6.46035</c:v>
                </c:pt>
                <c:pt idx="22792">
                  <c:v>6.4606500000000002</c:v>
                </c:pt>
                <c:pt idx="22793">
                  <c:v>6.46096</c:v>
                </c:pt>
                <c:pt idx="22794">
                  <c:v>6.4612600000000002</c:v>
                </c:pt>
                <c:pt idx="22795">
                  <c:v>6.46157</c:v>
                </c:pt>
                <c:pt idx="22796">
                  <c:v>6.4618700000000002</c:v>
                </c:pt>
                <c:pt idx="22797">
                  <c:v>6.46218</c:v>
                </c:pt>
                <c:pt idx="22798">
                  <c:v>6.4624800000000002</c:v>
                </c:pt>
                <c:pt idx="22799">
                  <c:v>6.46279</c:v>
                </c:pt>
                <c:pt idx="22800">
                  <c:v>6.4630999999999998</c:v>
                </c:pt>
                <c:pt idx="22801">
                  <c:v>6.4634</c:v>
                </c:pt>
                <c:pt idx="22802">
                  <c:v>6.4637099999999998</c:v>
                </c:pt>
                <c:pt idx="22803">
                  <c:v>6.46401</c:v>
                </c:pt>
                <c:pt idx="22804">
                  <c:v>6.4643199999999998</c:v>
                </c:pt>
                <c:pt idx="22805">
                  <c:v>6.46462</c:v>
                </c:pt>
                <c:pt idx="22806">
                  <c:v>6.4649299999999998</c:v>
                </c:pt>
                <c:pt idx="22807">
                  <c:v>6.46523</c:v>
                </c:pt>
                <c:pt idx="22808">
                  <c:v>6.4655399999999998</c:v>
                </c:pt>
                <c:pt idx="22809">
                  <c:v>6.46584</c:v>
                </c:pt>
                <c:pt idx="22810">
                  <c:v>6.4661499999999998</c:v>
                </c:pt>
                <c:pt idx="22811">
                  <c:v>6.46645</c:v>
                </c:pt>
                <c:pt idx="22812">
                  <c:v>6.4667599999999998</c:v>
                </c:pt>
                <c:pt idx="22813">
                  <c:v>6.4670699999999997</c:v>
                </c:pt>
                <c:pt idx="22814">
                  <c:v>6.4673699999999998</c:v>
                </c:pt>
                <c:pt idx="22815">
                  <c:v>6.4676799999999997</c:v>
                </c:pt>
                <c:pt idx="22816">
                  <c:v>6.4679799999999998</c:v>
                </c:pt>
                <c:pt idx="22817">
                  <c:v>6.4682899999999997</c:v>
                </c:pt>
                <c:pt idx="22818">
                  <c:v>6.4685899999999998</c:v>
                </c:pt>
                <c:pt idx="22819">
                  <c:v>6.4688999999999997</c:v>
                </c:pt>
                <c:pt idx="22820">
                  <c:v>6.4691999999999998</c:v>
                </c:pt>
                <c:pt idx="22821">
                  <c:v>6.4695099999999996</c:v>
                </c:pt>
                <c:pt idx="22822">
                  <c:v>6.4698099999999998</c:v>
                </c:pt>
                <c:pt idx="22823">
                  <c:v>6.4701199999999996</c:v>
                </c:pt>
                <c:pt idx="22824">
                  <c:v>6.4704199999999998</c:v>
                </c:pt>
                <c:pt idx="22825">
                  <c:v>6.4707299999999996</c:v>
                </c:pt>
                <c:pt idx="22826">
                  <c:v>6.4710400000000003</c:v>
                </c:pt>
                <c:pt idx="22827">
                  <c:v>6.4713399999999996</c:v>
                </c:pt>
                <c:pt idx="22828">
                  <c:v>6.4716500000000003</c:v>
                </c:pt>
                <c:pt idx="22829">
                  <c:v>6.4719499999999996</c:v>
                </c:pt>
                <c:pt idx="22830">
                  <c:v>6.4722600000000003</c:v>
                </c:pt>
                <c:pt idx="22831">
                  <c:v>6.4725599999999996</c:v>
                </c:pt>
                <c:pt idx="22832">
                  <c:v>6.4728700000000003</c:v>
                </c:pt>
                <c:pt idx="22833">
                  <c:v>6.4731699999999996</c:v>
                </c:pt>
                <c:pt idx="22834">
                  <c:v>6.4734800000000003</c:v>
                </c:pt>
                <c:pt idx="22835">
                  <c:v>6.4737799999999996</c:v>
                </c:pt>
                <c:pt idx="22836">
                  <c:v>6.4740900000000003</c:v>
                </c:pt>
                <c:pt idx="22837">
                  <c:v>6.4743899999999996</c:v>
                </c:pt>
                <c:pt idx="22838">
                  <c:v>6.4747000000000003</c:v>
                </c:pt>
                <c:pt idx="22839">
                  <c:v>6.4750100000000002</c:v>
                </c:pt>
                <c:pt idx="22840">
                  <c:v>6.4753100000000003</c:v>
                </c:pt>
                <c:pt idx="22841">
                  <c:v>6.4756200000000002</c:v>
                </c:pt>
                <c:pt idx="22842">
                  <c:v>6.4759200000000003</c:v>
                </c:pt>
                <c:pt idx="22843">
                  <c:v>6.4762300000000002</c:v>
                </c:pt>
                <c:pt idx="22844">
                  <c:v>6.4765300000000003</c:v>
                </c:pt>
                <c:pt idx="22845">
                  <c:v>6.4768400000000002</c:v>
                </c:pt>
                <c:pt idx="22846">
                  <c:v>6.4771400000000003</c:v>
                </c:pt>
                <c:pt idx="22847">
                  <c:v>6.4774500000000002</c:v>
                </c:pt>
                <c:pt idx="22848">
                  <c:v>6.4777500000000003</c:v>
                </c:pt>
                <c:pt idx="22849">
                  <c:v>6.4780600000000002</c:v>
                </c:pt>
                <c:pt idx="22850">
                  <c:v>6.47837</c:v>
                </c:pt>
                <c:pt idx="22851">
                  <c:v>6.4786700000000002</c:v>
                </c:pt>
                <c:pt idx="22852">
                  <c:v>6.47898</c:v>
                </c:pt>
                <c:pt idx="22853">
                  <c:v>6.4792800000000002</c:v>
                </c:pt>
                <c:pt idx="22854">
                  <c:v>6.47959</c:v>
                </c:pt>
                <c:pt idx="22855">
                  <c:v>6.4798900000000001</c:v>
                </c:pt>
                <c:pt idx="22856">
                  <c:v>6.4802</c:v>
                </c:pt>
                <c:pt idx="22857">
                  <c:v>6.4805000000000001</c:v>
                </c:pt>
                <c:pt idx="22858">
                  <c:v>6.48081</c:v>
                </c:pt>
                <c:pt idx="22859">
                  <c:v>6.4811100000000001</c:v>
                </c:pt>
                <c:pt idx="22860">
                  <c:v>6.48142</c:v>
                </c:pt>
                <c:pt idx="22861">
                  <c:v>6.4817200000000001</c:v>
                </c:pt>
                <c:pt idx="22862">
                  <c:v>6.48203</c:v>
                </c:pt>
                <c:pt idx="22863">
                  <c:v>6.4823399999999998</c:v>
                </c:pt>
                <c:pt idx="22864">
                  <c:v>6.48264</c:v>
                </c:pt>
                <c:pt idx="22865">
                  <c:v>6.4829499999999998</c:v>
                </c:pt>
                <c:pt idx="22866">
                  <c:v>6.48325</c:v>
                </c:pt>
                <c:pt idx="22867">
                  <c:v>6.4835599999999998</c:v>
                </c:pt>
                <c:pt idx="22868">
                  <c:v>6.48386</c:v>
                </c:pt>
                <c:pt idx="22869">
                  <c:v>6.4841699999999998</c:v>
                </c:pt>
                <c:pt idx="22870">
                  <c:v>6.48447</c:v>
                </c:pt>
                <c:pt idx="22871">
                  <c:v>6.4847799999999998</c:v>
                </c:pt>
                <c:pt idx="22872">
                  <c:v>6.48508</c:v>
                </c:pt>
                <c:pt idx="22873">
                  <c:v>6.4853899999999998</c:v>
                </c:pt>
                <c:pt idx="22874">
                  <c:v>6.48569</c:v>
                </c:pt>
                <c:pt idx="22875">
                  <c:v>6.4859999999999998</c:v>
                </c:pt>
                <c:pt idx="22876">
                  <c:v>6.4863099999999996</c:v>
                </c:pt>
                <c:pt idx="22877">
                  <c:v>6.4866099999999998</c:v>
                </c:pt>
                <c:pt idx="22878">
                  <c:v>6.4869199999999996</c:v>
                </c:pt>
                <c:pt idx="22879">
                  <c:v>6.4872199999999998</c:v>
                </c:pt>
                <c:pt idx="22880">
                  <c:v>6.4875299999999996</c:v>
                </c:pt>
                <c:pt idx="22881">
                  <c:v>6.4878299999999998</c:v>
                </c:pt>
                <c:pt idx="22882">
                  <c:v>6.4881399999999996</c:v>
                </c:pt>
                <c:pt idx="22883">
                  <c:v>6.4884399999999998</c:v>
                </c:pt>
                <c:pt idx="22884">
                  <c:v>6.4887499999999996</c:v>
                </c:pt>
                <c:pt idx="22885">
                  <c:v>6.4890499999999998</c:v>
                </c:pt>
                <c:pt idx="22886">
                  <c:v>6.4893599999999996</c:v>
                </c:pt>
                <c:pt idx="22887">
                  <c:v>6.4896599999999998</c:v>
                </c:pt>
                <c:pt idx="22888">
                  <c:v>6.4899699999999996</c:v>
                </c:pt>
                <c:pt idx="22889">
                  <c:v>6.4902800000000003</c:v>
                </c:pt>
                <c:pt idx="22890">
                  <c:v>6.4905799999999996</c:v>
                </c:pt>
                <c:pt idx="22891">
                  <c:v>6.4908900000000003</c:v>
                </c:pt>
                <c:pt idx="22892">
                  <c:v>6.4911899999999996</c:v>
                </c:pt>
                <c:pt idx="22893">
                  <c:v>6.4915000000000003</c:v>
                </c:pt>
                <c:pt idx="22894">
                  <c:v>6.4917999999999996</c:v>
                </c:pt>
                <c:pt idx="22895">
                  <c:v>6.4921100000000003</c:v>
                </c:pt>
                <c:pt idx="22896">
                  <c:v>6.4924099999999996</c:v>
                </c:pt>
                <c:pt idx="22897">
                  <c:v>6.4927200000000003</c:v>
                </c:pt>
                <c:pt idx="22898">
                  <c:v>6.4930199999999996</c:v>
                </c:pt>
                <c:pt idx="22899">
                  <c:v>6.4933300000000003</c:v>
                </c:pt>
                <c:pt idx="22900">
                  <c:v>6.4936400000000001</c:v>
                </c:pt>
                <c:pt idx="22901">
                  <c:v>6.4939400000000003</c:v>
                </c:pt>
                <c:pt idx="22902">
                  <c:v>6.4942500000000001</c:v>
                </c:pt>
                <c:pt idx="22903">
                  <c:v>6.4945500000000003</c:v>
                </c:pt>
                <c:pt idx="22904">
                  <c:v>6.4948600000000001</c:v>
                </c:pt>
                <c:pt idx="22905">
                  <c:v>6.4951600000000003</c:v>
                </c:pt>
                <c:pt idx="22906">
                  <c:v>6.4954700000000001</c:v>
                </c:pt>
                <c:pt idx="22907">
                  <c:v>6.4957700000000003</c:v>
                </c:pt>
                <c:pt idx="22908">
                  <c:v>6.4960800000000001</c:v>
                </c:pt>
                <c:pt idx="22909">
                  <c:v>6.4963800000000003</c:v>
                </c:pt>
                <c:pt idx="22910">
                  <c:v>6.4966900000000001</c:v>
                </c:pt>
                <c:pt idx="22911">
                  <c:v>6.4969900000000003</c:v>
                </c:pt>
                <c:pt idx="22912">
                  <c:v>6.4973000000000001</c:v>
                </c:pt>
                <c:pt idx="22913">
                  <c:v>6.4976099999999999</c:v>
                </c:pt>
                <c:pt idx="22914">
                  <c:v>6.4979100000000001</c:v>
                </c:pt>
                <c:pt idx="22915">
                  <c:v>6.4982199999999999</c:v>
                </c:pt>
                <c:pt idx="22916">
                  <c:v>6.4985200000000001</c:v>
                </c:pt>
                <c:pt idx="22917">
                  <c:v>6.4988299999999999</c:v>
                </c:pt>
                <c:pt idx="22918">
                  <c:v>6.4991300000000001</c:v>
                </c:pt>
                <c:pt idx="22919">
                  <c:v>6.4994399999999999</c:v>
                </c:pt>
                <c:pt idx="22920">
                  <c:v>6.4997400000000001</c:v>
                </c:pt>
                <c:pt idx="22921">
                  <c:v>6.5000499999999999</c:v>
                </c:pt>
                <c:pt idx="22922">
                  <c:v>6.5003500000000001</c:v>
                </c:pt>
                <c:pt idx="22923">
                  <c:v>6.5006599999999999</c:v>
                </c:pt>
                <c:pt idx="22924">
                  <c:v>6.5009600000000001</c:v>
                </c:pt>
                <c:pt idx="22925">
                  <c:v>6.5012699999999999</c:v>
                </c:pt>
                <c:pt idx="22926">
                  <c:v>6.5015799999999997</c:v>
                </c:pt>
                <c:pt idx="22927">
                  <c:v>6.5018799999999999</c:v>
                </c:pt>
                <c:pt idx="22928">
                  <c:v>6.5021899999999997</c:v>
                </c:pt>
                <c:pt idx="22929">
                  <c:v>6.5024899999999999</c:v>
                </c:pt>
                <c:pt idx="22930">
                  <c:v>6.5027999999999997</c:v>
                </c:pt>
                <c:pt idx="22931">
                  <c:v>6.5030999999999999</c:v>
                </c:pt>
                <c:pt idx="22932">
                  <c:v>6.5034099999999997</c:v>
                </c:pt>
                <c:pt idx="22933">
                  <c:v>6.5037099999999999</c:v>
                </c:pt>
                <c:pt idx="22934">
                  <c:v>6.5040199999999997</c:v>
                </c:pt>
                <c:pt idx="22935">
                  <c:v>6.5043199999999999</c:v>
                </c:pt>
                <c:pt idx="22936">
                  <c:v>6.5046299999999997</c:v>
                </c:pt>
                <c:pt idx="22937">
                  <c:v>6.5049299999999999</c:v>
                </c:pt>
                <c:pt idx="22938">
                  <c:v>6.5052399999999997</c:v>
                </c:pt>
                <c:pt idx="22939">
                  <c:v>6.5055500000000004</c:v>
                </c:pt>
                <c:pt idx="22940">
                  <c:v>6.5058499999999997</c:v>
                </c:pt>
                <c:pt idx="22941">
                  <c:v>6.5061600000000004</c:v>
                </c:pt>
                <c:pt idx="22942">
                  <c:v>6.5064599999999997</c:v>
                </c:pt>
                <c:pt idx="22943">
                  <c:v>6.5067700000000004</c:v>
                </c:pt>
                <c:pt idx="22944">
                  <c:v>6.5070699999999997</c:v>
                </c:pt>
                <c:pt idx="22945">
                  <c:v>6.5073800000000004</c:v>
                </c:pt>
                <c:pt idx="22946">
                  <c:v>6.5076799999999997</c:v>
                </c:pt>
                <c:pt idx="22947">
                  <c:v>6.5079900000000004</c:v>
                </c:pt>
                <c:pt idx="22948">
                  <c:v>6.5082899999999997</c:v>
                </c:pt>
                <c:pt idx="22949">
                  <c:v>6.5086000000000004</c:v>
                </c:pt>
                <c:pt idx="22950">
                  <c:v>6.5088999999999997</c:v>
                </c:pt>
                <c:pt idx="22951">
                  <c:v>6.5092100000000004</c:v>
                </c:pt>
                <c:pt idx="22952">
                  <c:v>6.5095200000000002</c:v>
                </c:pt>
                <c:pt idx="22953">
                  <c:v>6.5098200000000004</c:v>
                </c:pt>
                <c:pt idx="22954">
                  <c:v>6.5101300000000002</c:v>
                </c:pt>
                <c:pt idx="22955">
                  <c:v>6.5104300000000004</c:v>
                </c:pt>
                <c:pt idx="22956">
                  <c:v>6.5107400000000002</c:v>
                </c:pt>
                <c:pt idx="22957">
                  <c:v>6.5110400000000004</c:v>
                </c:pt>
                <c:pt idx="22958">
                  <c:v>6.5113500000000002</c:v>
                </c:pt>
                <c:pt idx="22959">
                  <c:v>6.5116500000000004</c:v>
                </c:pt>
                <c:pt idx="22960">
                  <c:v>6.5119600000000002</c:v>
                </c:pt>
                <c:pt idx="22961">
                  <c:v>6.5122600000000004</c:v>
                </c:pt>
                <c:pt idx="22962">
                  <c:v>6.5125700000000002</c:v>
                </c:pt>
                <c:pt idx="22963">
                  <c:v>6.51288</c:v>
                </c:pt>
                <c:pt idx="22964">
                  <c:v>6.5131800000000002</c:v>
                </c:pt>
                <c:pt idx="22965">
                  <c:v>6.51349</c:v>
                </c:pt>
                <c:pt idx="22966">
                  <c:v>6.5137900000000002</c:v>
                </c:pt>
                <c:pt idx="22967">
                  <c:v>6.5141</c:v>
                </c:pt>
                <c:pt idx="22968">
                  <c:v>6.5144000000000002</c:v>
                </c:pt>
                <c:pt idx="22969">
                  <c:v>6.51471</c:v>
                </c:pt>
                <c:pt idx="22970">
                  <c:v>6.5150100000000002</c:v>
                </c:pt>
                <c:pt idx="22971">
                  <c:v>6.51532</c:v>
                </c:pt>
                <c:pt idx="22972">
                  <c:v>6.5156200000000002</c:v>
                </c:pt>
                <c:pt idx="22973">
                  <c:v>6.51593</c:v>
                </c:pt>
                <c:pt idx="22974">
                  <c:v>6.5162300000000002</c:v>
                </c:pt>
                <c:pt idx="22975">
                  <c:v>6.51654</c:v>
                </c:pt>
                <c:pt idx="22976">
                  <c:v>6.5168499999999998</c:v>
                </c:pt>
                <c:pt idx="22977">
                  <c:v>6.51715</c:v>
                </c:pt>
                <c:pt idx="22978">
                  <c:v>6.5174599999999998</c:v>
                </c:pt>
                <c:pt idx="22979">
                  <c:v>6.51776</c:v>
                </c:pt>
                <c:pt idx="22980">
                  <c:v>6.5180699999999998</c:v>
                </c:pt>
                <c:pt idx="22981">
                  <c:v>6.51837</c:v>
                </c:pt>
                <c:pt idx="22982">
                  <c:v>6.5186799999999998</c:v>
                </c:pt>
                <c:pt idx="22983">
                  <c:v>6.51898</c:v>
                </c:pt>
                <c:pt idx="22984">
                  <c:v>6.5192899999999998</c:v>
                </c:pt>
                <c:pt idx="22985">
                  <c:v>6.51959</c:v>
                </c:pt>
                <c:pt idx="22986">
                  <c:v>6.5198999999999998</c:v>
                </c:pt>
                <c:pt idx="22987">
                  <c:v>6.5202</c:v>
                </c:pt>
                <c:pt idx="22988">
                  <c:v>6.5205099999999998</c:v>
                </c:pt>
                <c:pt idx="22989">
                  <c:v>6.5208199999999996</c:v>
                </c:pt>
                <c:pt idx="22990">
                  <c:v>6.5211199999999998</c:v>
                </c:pt>
                <c:pt idx="22991">
                  <c:v>6.5214299999999996</c:v>
                </c:pt>
                <c:pt idx="22992">
                  <c:v>6.5217299999999998</c:v>
                </c:pt>
                <c:pt idx="22993">
                  <c:v>6.5220399999999996</c:v>
                </c:pt>
                <c:pt idx="22994">
                  <c:v>6.5223399999999998</c:v>
                </c:pt>
                <c:pt idx="22995">
                  <c:v>6.5226499999999996</c:v>
                </c:pt>
                <c:pt idx="22996">
                  <c:v>6.5229499999999998</c:v>
                </c:pt>
                <c:pt idx="22997">
                  <c:v>6.5232599999999996</c:v>
                </c:pt>
                <c:pt idx="22998">
                  <c:v>6.5235599999999998</c:v>
                </c:pt>
                <c:pt idx="22999">
                  <c:v>6.5238699999999996</c:v>
                </c:pt>
                <c:pt idx="23000">
                  <c:v>6.5241699999999998</c:v>
                </c:pt>
                <c:pt idx="23001">
                  <c:v>6.5244799999999996</c:v>
                </c:pt>
                <c:pt idx="23002">
                  <c:v>6.5247900000000003</c:v>
                </c:pt>
                <c:pt idx="23003">
                  <c:v>6.5250899999999996</c:v>
                </c:pt>
                <c:pt idx="23004">
                  <c:v>6.5254000000000003</c:v>
                </c:pt>
                <c:pt idx="23005">
                  <c:v>6.5256999999999996</c:v>
                </c:pt>
                <c:pt idx="23006">
                  <c:v>6.5260100000000003</c:v>
                </c:pt>
                <c:pt idx="23007">
                  <c:v>6.5263099999999996</c:v>
                </c:pt>
                <c:pt idx="23008">
                  <c:v>6.5266200000000003</c:v>
                </c:pt>
                <c:pt idx="23009">
                  <c:v>6.5269199999999996</c:v>
                </c:pt>
                <c:pt idx="23010">
                  <c:v>6.5272300000000003</c:v>
                </c:pt>
                <c:pt idx="23011">
                  <c:v>6.5275299999999996</c:v>
                </c:pt>
                <c:pt idx="23012">
                  <c:v>6.5278400000000003</c:v>
                </c:pt>
                <c:pt idx="23013">
                  <c:v>6.5281399999999996</c:v>
                </c:pt>
                <c:pt idx="23014">
                  <c:v>6.5284500000000003</c:v>
                </c:pt>
                <c:pt idx="23015">
                  <c:v>6.5287600000000001</c:v>
                </c:pt>
                <c:pt idx="23016">
                  <c:v>6.5290600000000003</c:v>
                </c:pt>
                <c:pt idx="23017">
                  <c:v>6.5293700000000001</c:v>
                </c:pt>
                <c:pt idx="23018">
                  <c:v>6.5296700000000003</c:v>
                </c:pt>
                <c:pt idx="23019">
                  <c:v>6.5299800000000001</c:v>
                </c:pt>
                <c:pt idx="23020">
                  <c:v>6.5302800000000003</c:v>
                </c:pt>
                <c:pt idx="23021">
                  <c:v>6.5305900000000001</c:v>
                </c:pt>
                <c:pt idx="23022">
                  <c:v>6.5308900000000003</c:v>
                </c:pt>
                <c:pt idx="23023">
                  <c:v>6.5312000000000001</c:v>
                </c:pt>
                <c:pt idx="23024">
                  <c:v>6.5315000000000003</c:v>
                </c:pt>
                <c:pt idx="23025">
                  <c:v>6.5318100000000001</c:v>
                </c:pt>
                <c:pt idx="23026">
                  <c:v>6.5321199999999999</c:v>
                </c:pt>
                <c:pt idx="23027">
                  <c:v>6.5324200000000001</c:v>
                </c:pt>
                <c:pt idx="23028">
                  <c:v>6.5327299999999999</c:v>
                </c:pt>
                <c:pt idx="23029">
                  <c:v>6.5330300000000001</c:v>
                </c:pt>
                <c:pt idx="23030">
                  <c:v>6.5333399999999999</c:v>
                </c:pt>
                <c:pt idx="23031">
                  <c:v>6.5336400000000001</c:v>
                </c:pt>
                <c:pt idx="23032">
                  <c:v>6.5339499999999999</c:v>
                </c:pt>
                <c:pt idx="23033">
                  <c:v>6.5342500000000001</c:v>
                </c:pt>
                <c:pt idx="23034">
                  <c:v>6.5345599999999999</c:v>
                </c:pt>
                <c:pt idx="23035">
                  <c:v>6.5348600000000001</c:v>
                </c:pt>
                <c:pt idx="23036">
                  <c:v>6.5351699999999999</c:v>
                </c:pt>
                <c:pt idx="23037">
                  <c:v>6.5354700000000001</c:v>
                </c:pt>
                <c:pt idx="23038">
                  <c:v>6.5357799999999999</c:v>
                </c:pt>
                <c:pt idx="23039">
                  <c:v>6.5360899999999997</c:v>
                </c:pt>
                <c:pt idx="23040">
                  <c:v>6.5363899999999999</c:v>
                </c:pt>
                <c:pt idx="23041">
                  <c:v>6.5366999999999997</c:v>
                </c:pt>
                <c:pt idx="23042">
                  <c:v>6.5369999999999999</c:v>
                </c:pt>
                <c:pt idx="23043">
                  <c:v>6.5373099999999997</c:v>
                </c:pt>
                <c:pt idx="23044">
                  <c:v>6.5376099999999999</c:v>
                </c:pt>
                <c:pt idx="23045">
                  <c:v>6.5379199999999997</c:v>
                </c:pt>
                <c:pt idx="23046">
                  <c:v>6.5382199999999999</c:v>
                </c:pt>
                <c:pt idx="23047">
                  <c:v>6.5385299999999997</c:v>
                </c:pt>
                <c:pt idx="23048">
                  <c:v>6.5388299999999999</c:v>
                </c:pt>
                <c:pt idx="23049">
                  <c:v>6.5391399999999997</c:v>
                </c:pt>
                <c:pt idx="23050">
                  <c:v>6.5394399999999999</c:v>
                </c:pt>
                <c:pt idx="23051">
                  <c:v>6.5397499999999997</c:v>
                </c:pt>
                <c:pt idx="23052">
                  <c:v>6.5400600000000004</c:v>
                </c:pt>
                <c:pt idx="23053">
                  <c:v>6.5403599999999997</c:v>
                </c:pt>
                <c:pt idx="23054">
                  <c:v>6.5406700000000004</c:v>
                </c:pt>
                <c:pt idx="23055">
                  <c:v>6.5409699999999997</c:v>
                </c:pt>
                <c:pt idx="23056">
                  <c:v>6.5412800000000004</c:v>
                </c:pt>
                <c:pt idx="23057">
                  <c:v>6.5415799999999997</c:v>
                </c:pt>
                <c:pt idx="23058">
                  <c:v>6.5418900000000004</c:v>
                </c:pt>
                <c:pt idx="23059">
                  <c:v>6.5421899999999997</c:v>
                </c:pt>
                <c:pt idx="23060">
                  <c:v>6.5425000000000004</c:v>
                </c:pt>
                <c:pt idx="23061">
                  <c:v>6.5427999999999997</c:v>
                </c:pt>
                <c:pt idx="23062">
                  <c:v>6.5431100000000004</c:v>
                </c:pt>
                <c:pt idx="23063">
                  <c:v>6.5434099999999997</c:v>
                </c:pt>
                <c:pt idx="23064">
                  <c:v>6.5437200000000004</c:v>
                </c:pt>
                <c:pt idx="23065">
                  <c:v>6.5440300000000002</c:v>
                </c:pt>
                <c:pt idx="23066">
                  <c:v>6.5443300000000004</c:v>
                </c:pt>
                <c:pt idx="23067">
                  <c:v>6.5446400000000002</c:v>
                </c:pt>
                <c:pt idx="23068">
                  <c:v>6.5449400000000004</c:v>
                </c:pt>
                <c:pt idx="23069">
                  <c:v>6.5452500000000002</c:v>
                </c:pt>
                <c:pt idx="23070">
                  <c:v>6.5455500000000004</c:v>
                </c:pt>
                <c:pt idx="23071">
                  <c:v>6.5458600000000002</c:v>
                </c:pt>
                <c:pt idx="23072">
                  <c:v>6.5461600000000004</c:v>
                </c:pt>
                <c:pt idx="23073">
                  <c:v>6.5464700000000002</c:v>
                </c:pt>
                <c:pt idx="23074">
                  <c:v>6.5467700000000004</c:v>
                </c:pt>
                <c:pt idx="23075">
                  <c:v>6.5470800000000002</c:v>
                </c:pt>
                <c:pt idx="23076">
                  <c:v>6.54739</c:v>
                </c:pt>
                <c:pt idx="23077">
                  <c:v>6.5476900000000002</c:v>
                </c:pt>
                <c:pt idx="23078">
                  <c:v>6.548</c:v>
                </c:pt>
                <c:pt idx="23079">
                  <c:v>6.5483000000000002</c:v>
                </c:pt>
                <c:pt idx="23080">
                  <c:v>6.54861</c:v>
                </c:pt>
                <c:pt idx="23081">
                  <c:v>6.5489100000000002</c:v>
                </c:pt>
                <c:pt idx="23082">
                  <c:v>6.54922</c:v>
                </c:pt>
                <c:pt idx="23083">
                  <c:v>6.5495200000000002</c:v>
                </c:pt>
                <c:pt idx="23084">
                  <c:v>6.54983</c:v>
                </c:pt>
                <c:pt idx="23085">
                  <c:v>6.5501300000000002</c:v>
                </c:pt>
                <c:pt idx="23086">
                  <c:v>6.55044</c:v>
                </c:pt>
                <c:pt idx="23087">
                  <c:v>6.5507400000000002</c:v>
                </c:pt>
                <c:pt idx="23088">
                  <c:v>6.55105</c:v>
                </c:pt>
                <c:pt idx="23089">
                  <c:v>6.5513599999999999</c:v>
                </c:pt>
                <c:pt idx="23090">
                  <c:v>6.55166</c:v>
                </c:pt>
                <c:pt idx="23091">
                  <c:v>6.5519699999999998</c:v>
                </c:pt>
                <c:pt idx="23092">
                  <c:v>6.55227</c:v>
                </c:pt>
                <c:pt idx="23093">
                  <c:v>6.5525799999999998</c:v>
                </c:pt>
                <c:pt idx="23094">
                  <c:v>6.55288</c:v>
                </c:pt>
                <c:pt idx="23095">
                  <c:v>6.5531899999999998</c:v>
                </c:pt>
                <c:pt idx="23096">
                  <c:v>6.55349</c:v>
                </c:pt>
                <c:pt idx="23097">
                  <c:v>6.5537999999999998</c:v>
                </c:pt>
                <c:pt idx="23098">
                  <c:v>6.5541</c:v>
                </c:pt>
                <c:pt idx="23099">
                  <c:v>6.5544099999999998</c:v>
                </c:pt>
                <c:pt idx="23100">
                  <c:v>6.55471</c:v>
                </c:pt>
                <c:pt idx="23101">
                  <c:v>6.5550199999999998</c:v>
                </c:pt>
                <c:pt idx="23102">
                  <c:v>6.5553299999999997</c:v>
                </c:pt>
                <c:pt idx="23103">
                  <c:v>6.5556299999999998</c:v>
                </c:pt>
                <c:pt idx="23104">
                  <c:v>6.5559399999999997</c:v>
                </c:pt>
                <c:pt idx="23105">
                  <c:v>6.5562399999999998</c:v>
                </c:pt>
                <c:pt idx="23106">
                  <c:v>6.5565499999999997</c:v>
                </c:pt>
                <c:pt idx="23107">
                  <c:v>6.5568499999999998</c:v>
                </c:pt>
                <c:pt idx="23108">
                  <c:v>6.5571599999999997</c:v>
                </c:pt>
                <c:pt idx="23109">
                  <c:v>6.5574599999999998</c:v>
                </c:pt>
                <c:pt idx="23110">
                  <c:v>6.5577699999999997</c:v>
                </c:pt>
                <c:pt idx="23111">
                  <c:v>6.5580699999999998</c:v>
                </c:pt>
                <c:pt idx="23112">
                  <c:v>6.5583799999999997</c:v>
                </c:pt>
                <c:pt idx="23113">
                  <c:v>6.5586799999999998</c:v>
                </c:pt>
                <c:pt idx="23114">
                  <c:v>6.5589899999999997</c:v>
                </c:pt>
                <c:pt idx="23115">
                  <c:v>6.5593000000000004</c:v>
                </c:pt>
                <c:pt idx="23116">
                  <c:v>6.5595999999999997</c:v>
                </c:pt>
                <c:pt idx="23117">
                  <c:v>6.5599100000000004</c:v>
                </c:pt>
                <c:pt idx="23118">
                  <c:v>6.5602099999999997</c:v>
                </c:pt>
                <c:pt idx="23119">
                  <c:v>6.5605200000000004</c:v>
                </c:pt>
                <c:pt idx="23120">
                  <c:v>6.5608199999999997</c:v>
                </c:pt>
                <c:pt idx="23121">
                  <c:v>6.5611300000000004</c:v>
                </c:pt>
                <c:pt idx="23122">
                  <c:v>6.5614299999999997</c:v>
                </c:pt>
                <c:pt idx="23123">
                  <c:v>6.5617400000000004</c:v>
                </c:pt>
                <c:pt idx="23124">
                  <c:v>6.5620399999999997</c:v>
                </c:pt>
                <c:pt idx="23125">
                  <c:v>6.5623500000000003</c:v>
                </c:pt>
                <c:pt idx="23126">
                  <c:v>6.5626499999999997</c:v>
                </c:pt>
                <c:pt idx="23127">
                  <c:v>6.5629600000000003</c:v>
                </c:pt>
                <c:pt idx="23128">
                  <c:v>6.5632700000000002</c:v>
                </c:pt>
                <c:pt idx="23129">
                  <c:v>6.5635700000000003</c:v>
                </c:pt>
                <c:pt idx="23130">
                  <c:v>6.5638800000000002</c:v>
                </c:pt>
                <c:pt idx="23131">
                  <c:v>6.5641800000000003</c:v>
                </c:pt>
                <c:pt idx="23132">
                  <c:v>6.5644900000000002</c:v>
                </c:pt>
                <c:pt idx="23133">
                  <c:v>6.5647900000000003</c:v>
                </c:pt>
                <c:pt idx="23134">
                  <c:v>6.5651000000000002</c:v>
                </c:pt>
                <c:pt idx="23135">
                  <c:v>6.5654000000000003</c:v>
                </c:pt>
                <c:pt idx="23136">
                  <c:v>6.5657100000000002</c:v>
                </c:pt>
                <c:pt idx="23137">
                  <c:v>6.5660100000000003</c:v>
                </c:pt>
                <c:pt idx="23138">
                  <c:v>6.5663200000000002</c:v>
                </c:pt>
                <c:pt idx="23139">
                  <c:v>6.56663</c:v>
                </c:pt>
                <c:pt idx="23140">
                  <c:v>6.5669300000000002</c:v>
                </c:pt>
                <c:pt idx="23141">
                  <c:v>6.56724</c:v>
                </c:pt>
                <c:pt idx="23142">
                  <c:v>6.5675400000000002</c:v>
                </c:pt>
                <c:pt idx="23143">
                  <c:v>6.56785</c:v>
                </c:pt>
                <c:pt idx="23144">
                  <c:v>6.5681500000000002</c:v>
                </c:pt>
                <c:pt idx="23145">
                  <c:v>6.56846</c:v>
                </c:pt>
                <c:pt idx="23146">
                  <c:v>6.5687600000000002</c:v>
                </c:pt>
                <c:pt idx="23147">
                  <c:v>6.56907</c:v>
                </c:pt>
                <c:pt idx="23148">
                  <c:v>6.5693700000000002</c:v>
                </c:pt>
                <c:pt idx="23149">
                  <c:v>6.56968</c:v>
                </c:pt>
                <c:pt idx="23150">
                  <c:v>6.5699800000000002</c:v>
                </c:pt>
                <c:pt idx="23151">
                  <c:v>6.57029</c:v>
                </c:pt>
                <c:pt idx="23152">
                  <c:v>6.5705999999999998</c:v>
                </c:pt>
                <c:pt idx="23153">
                  <c:v>6.5709</c:v>
                </c:pt>
                <c:pt idx="23154">
                  <c:v>6.5712099999999998</c:v>
                </c:pt>
                <c:pt idx="23155">
                  <c:v>6.57151</c:v>
                </c:pt>
                <c:pt idx="23156">
                  <c:v>6.5718199999999998</c:v>
                </c:pt>
                <c:pt idx="23157">
                  <c:v>6.57212</c:v>
                </c:pt>
                <c:pt idx="23158">
                  <c:v>6.5724299999999998</c:v>
                </c:pt>
                <c:pt idx="23159">
                  <c:v>6.57273</c:v>
                </c:pt>
                <c:pt idx="23160">
                  <c:v>6.5730399999999998</c:v>
                </c:pt>
                <c:pt idx="23161">
                  <c:v>6.57334</c:v>
                </c:pt>
                <c:pt idx="23162">
                  <c:v>6.5736499999999998</c:v>
                </c:pt>
                <c:pt idx="23163">
                  <c:v>6.57395</c:v>
                </c:pt>
                <c:pt idx="23164">
                  <c:v>6.5742599999999998</c:v>
                </c:pt>
                <c:pt idx="23165">
                  <c:v>6.5745699999999996</c:v>
                </c:pt>
                <c:pt idx="23166">
                  <c:v>6.5748699999999998</c:v>
                </c:pt>
                <c:pt idx="23167">
                  <c:v>6.5751799999999996</c:v>
                </c:pt>
                <c:pt idx="23168">
                  <c:v>6.5754799999999998</c:v>
                </c:pt>
                <c:pt idx="23169">
                  <c:v>6.5757899999999996</c:v>
                </c:pt>
                <c:pt idx="23170">
                  <c:v>6.5760899999999998</c:v>
                </c:pt>
                <c:pt idx="23171">
                  <c:v>6.5763999999999996</c:v>
                </c:pt>
                <c:pt idx="23172">
                  <c:v>6.5766999999999998</c:v>
                </c:pt>
                <c:pt idx="23173">
                  <c:v>6.5770099999999996</c:v>
                </c:pt>
                <c:pt idx="23174">
                  <c:v>6.5773099999999998</c:v>
                </c:pt>
                <c:pt idx="23175">
                  <c:v>6.5776199999999996</c:v>
                </c:pt>
                <c:pt idx="23176">
                  <c:v>6.5779199999999998</c:v>
                </c:pt>
                <c:pt idx="23177">
                  <c:v>6.5782299999999996</c:v>
                </c:pt>
                <c:pt idx="23178">
                  <c:v>6.5785400000000003</c:v>
                </c:pt>
                <c:pt idx="23179">
                  <c:v>6.5788399999999996</c:v>
                </c:pt>
                <c:pt idx="23180">
                  <c:v>6.5791500000000003</c:v>
                </c:pt>
                <c:pt idx="23181">
                  <c:v>6.5794499999999996</c:v>
                </c:pt>
                <c:pt idx="23182">
                  <c:v>6.5797600000000003</c:v>
                </c:pt>
                <c:pt idx="23183">
                  <c:v>6.5800599999999996</c:v>
                </c:pt>
                <c:pt idx="23184">
                  <c:v>6.5803700000000003</c:v>
                </c:pt>
                <c:pt idx="23185">
                  <c:v>6.5806699999999996</c:v>
                </c:pt>
                <c:pt idx="23186">
                  <c:v>6.5809800000000003</c:v>
                </c:pt>
                <c:pt idx="23187">
                  <c:v>6.5812799999999996</c:v>
                </c:pt>
                <c:pt idx="23188">
                  <c:v>6.5815900000000003</c:v>
                </c:pt>
                <c:pt idx="23189">
                  <c:v>6.5818899999999996</c:v>
                </c:pt>
                <c:pt idx="23190">
                  <c:v>6.5822000000000003</c:v>
                </c:pt>
                <c:pt idx="23191">
                  <c:v>6.5825100000000001</c:v>
                </c:pt>
                <c:pt idx="23192">
                  <c:v>6.5828100000000003</c:v>
                </c:pt>
                <c:pt idx="23193">
                  <c:v>6.5831200000000001</c:v>
                </c:pt>
                <c:pt idx="23194">
                  <c:v>6.5834200000000003</c:v>
                </c:pt>
                <c:pt idx="23195">
                  <c:v>6.5837300000000001</c:v>
                </c:pt>
                <c:pt idx="23196">
                  <c:v>6.5840300000000003</c:v>
                </c:pt>
                <c:pt idx="23197">
                  <c:v>6.5843400000000001</c:v>
                </c:pt>
                <c:pt idx="23198">
                  <c:v>6.5846400000000003</c:v>
                </c:pt>
                <c:pt idx="23199">
                  <c:v>6.5849500000000001</c:v>
                </c:pt>
                <c:pt idx="23200">
                  <c:v>6.5852500000000003</c:v>
                </c:pt>
                <c:pt idx="23201">
                  <c:v>6.5855600000000001</c:v>
                </c:pt>
                <c:pt idx="23202">
                  <c:v>6.5858699999999999</c:v>
                </c:pt>
                <c:pt idx="23203">
                  <c:v>6.5861700000000001</c:v>
                </c:pt>
                <c:pt idx="23204">
                  <c:v>6.5864799999999999</c:v>
                </c:pt>
                <c:pt idx="23205">
                  <c:v>6.5867800000000001</c:v>
                </c:pt>
                <c:pt idx="23206">
                  <c:v>6.5870899999999999</c:v>
                </c:pt>
                <c:pt idx="23207">
                  <c:v>6.5873900000000001</c:v>
                </c:pt>
                <c:pt idx="23208">
                  <c:v>6.5876999999999999</c:v>
                </c:pt>
                <c:pt idx="23209">
                  <c:v>6.5880000000000001</c:v>
                </c:pt>
                <c:pt idx="23210">
                  <c:v>6.5883099999999999</c:v>
                </c:pt>
                <c:pt idx="23211">
                  <c:v>6.5886100000000001</c:v>
                </c:pt>
                <c:pt idx="23212">
                  <c:v>6.5889199999999999</c:v>
                </c:pt>
                <c:pt idx="23213">
                  <c:v>6.5892200000000001</c:v>
                </c:pt>
                <c:pt idx="23214">
                  <c:v>6.5895299999999999</c:v>
                </c:pt>
                <c:pt idx="23215">
                  <c:v>6.5898399999999997</c:v>
                </c:pt>
                <c:pt idx="23216">
                  <c:v>6.5901399999999999</c:v>
                </c:pt>
                <c:pt idx="23217">
                  <c:v>6.5904499999999997</c:v>
                </c:pt>
                <c:pt idx="23218">
                  <c:v>6.5907499999999999</c:v>
                </c:pt>
                <c:pt idx="23219">
                  <c:v>6.5910599999999997</c:v>
                </c:pt>
                <c:pt idx="23220">
                  <c:v>6.5913599999999999</c:v>
                </c:pt>
                <c:pt idx="23221">
                  <c:v>6.5916699999999997</c:v>
                </c:pt>
                <c:pt idx="23222">
                  <c:v>6.5919699999999999</c:v>
                </c:pt>
                <c:pt idx="23223">
                  <c:v>6.5922799999999997</c:v>
                </c:pt>
                <c:pt idx="23224">
                  <c:v>6.5925799999999999</c:v>
                </c:pt>
                <c:pt idx="23225">
                  <c:v>6.5928899999999997</c:v>
                </c:pt>
                <c:pt idx="23226">
                  <c:v>6.5931899999999999</c:v>
                </c:pt>
                <c:pt idx="23227">
                  <c:v>6.5934999999999997</c:v>
                </c:pt>
                <c:pt idx="23228">
                  <c:v>6.5938100000000004</c:v>
                </c:pt>
                <c:pt idx="23229">
                  <c:v>6.5941099999999997</c:v>
                </c:pt>
                <c:pt idx="23230">
                  <c:v>6.5944200000000004</c:v>
                </c:pt>
                <c:pt idx="23231">
                  <c:v>6.5947199999999997</c:v>
                </c:pt>
                <c:pt idx="23232">
                  <c:v>6.5950300000000004</c:v>
                </c:pt>
                <c:pt idx="23233">
                  <c:v>6.5953299999999997</c:v>
                </c:pt>
                <c:pt idx="23234">
                  <c:v>6.5956400000000004</c:v>
                </c:pt>
                <c:pt idx="23235">
                  <c:v>6.5959399999999997</c:v>
                </c:pt>
                <c:pt idx="23236">
                  <c:v>6.5962500000000004</c:v>
                </c:pt>
                <c:pt idx="23237">
                  <c:v>6.5965499999999997</c:v>
                </c:pt>
                <c:pt idx="23238">
                  <c:v>6.5968600000000004</c:v>
                </c:pt>
                <c:pt idx="23239">
                  <c:v>6.5971599999999997</c:v>
                </c:pt>
                <c:pt idx="23240">
                  <c:v>6.5974700000000004</c:v>
                </c:pt>
                <c:pt idx="23241">
                  <c:v>6.5977800000000002</c:v>
                </c:pt>
                <c:pt idx="23242">
                  <c:v>6.5980800000000004</c:v>
                </c:pt>
                <c:pt idx="23243">
                  <c:v>6.5983900000000002</c:v>
                </c:pt>
                <c:pt idx="23244">
                  <c:v>6.5986900000000004</c:v>
                </c:pt>
                <c:pt idx="23245">
                  <c:v>6.5990000000000002</c:v>
                </c:pt>
                <c:pt idx="23246">
                  <c:v>6.5993000000000004</c:v>
                </c:pt>
                <c:pt idx="23247">
                  <c:v>6.5996100000000002</c:v>
                </c:pt>
                <c:pt idx="23248">
                  <c:v>6.5999100000000004</c:v>
                </c:pt>
                <c:pt idx="23249">
                  <c:v>6.6002200000000002</c:v>
                </c:pt>
                <c:pt idx="23250">
                  <c:v>6.6005200000000004</c:v>
                </c:pt>
                <c:pt idx="23251">
                  <c:v>6.6008300000000002</c:v>
                </c:pt>
                <c:pt idx="23252">
                  <c:v>6.60114</c:v>
                </c:pt>
                <c:pt idx="23253">
                  <c:v>6.6014400000000002</c:v>
                </c:pt>
                <c:pt idx="23254">
                  <c:v>6.60175</c:v>
                </c:pt>
                <c:pt idx="23255">
                  <c:v>6.6020500000000002</c:v>
                </c:pt>
                <c:pt idx="23256">
                  <c:v>6.60236</c:v>
                </c:pt>
                <c:pt idx="23257">
                  <c:v>6.6026600000000002</c:v>
                </c:pt>
                <c:pt idx="23258">
                  <c:v>6.60297</c:v>
                </c:pt>
                <c:pt idx="23259">
                  <c:v>6.6032700000000002</c:v>
                </c:pt>
                <c:pt idx="23260">
                  <c:v>6.60358</c:v>
                </c:pt>
                <c:pt idx="23261">
                  <c:v>6.6038800000000002</c:v>
                </c:pt>
                <c:pt idx="23262">
                  <c:v>6.60419</c:v>
                </c:pt>
                <c:pt idx="23263">
                  <c:v>6.6044900000000002</c:v>
                </c:pt>
                <c:pt idx="23264">
                  <c:v>6.6048</c:v>
                </c:pt>
                <c:pt idx="23265">
                  <c:v>6.6051099999999998</c:v>
                </c:pt>
                <c:pt idx="23266">
                  <c:v>6.60541</c:v>
                </c:pt>
                <c:pt idx="23267">
                  <c:v>6.6057199999999998</c:v>
                </c:pt>
                <c:pt idx="23268">
                  <c:v>6.60602</c:v>
                </c:pt>
                <c:pt idx="23269">
                  <c:v>6.6063299999999998</c:v>
                </c:pt>
                <c:pt idx="23270">
                  <c:v>6.60663</c:v>
                </c:pt>
                <c:pt idx="23271">
                  <c:v>6.6069399999999998</c:v>
                </c:pt>
                <c:pt idx="23272">
                  <c:v>6.60724</c:v>
                </c:pt>
                <c:pt idx="23273">
                  <c:v>6.6075499999999998</c:v>
                </c:pt>
                <c:pt idx="23274">
                  <c:v>6.60785</c:v>
                </c:pt>
                <c:pt idx="23275">
                  <c:v>6.6081599999999998</c:v>
                </c:pt>
                <c:pt idx="23276">
                  <c:v>6.60846</c:v>
                </c:pt>
                <c:pt idx="23277">
                  <c:v>6.6087699999999998</c:v>
                </c:pt>
                <c:pt idx="23278">
                  <c:v>6.6090799999999996</c:v>
                </c:pt>
                <c:pt idx="23279">
                  <c:v>6.6093799999999998</c:v>
                </c:pt>
                <c:pt idx="23280">
                  <c:v>6.6096899999999996</c:v>
                </c:pt>
                <c:pt idx="23281">
                  <c:v>6.6099899999999998</c:v>
                </c:pt>
                <c:pt idx="23282">
                  <c:v>6.6102999999999996</c:v>
                </c:pt>
                <c:pt idx="23283">
                  <c:v>6.6105999999999998</c:v>
                </c:pt>
                <c:pt idx="23284">
                  <c:v>6.6109099999999996</c:v>
                </c:pt>
                <c:pt idx="23285">
                  <c:v>6.6112099999999998</c:v>
                </c:pt>
                <c:pt idx="23286">
                  <c:v>6.6115199999999996</c:v>
                </c:pt>
                <c:pt idx="23287">
                  <c:v>6.6118199999999998</c:v>
                </c:pt>
                <c:pt idx="23288">
                  <c:v>6.6121299999999996</c:v>
                </c:pt>
                <c:pt idx="23289">
                  <c:v>6.6124299999999998</c:v>
                </c:pt>
                <c:pt idx="23290">
                  <c:v>6.6127399999999996</c:v>
                </c:pt>
                <c:pt idx="23291">
                  <c:v>6.6130500000000003</c:v>
                </c:pt>
                <c:pt idx="23292">
                  <c:v>6.6133499999999996</c:v>
                </c:pt>
                <c:pt idx="23293">
                  <c:v>6.6136600000000003</c:v>
                </c:pt>
                <c:pt idx="23294">
                  <c:v>6.6139599999999996</c:v>
                </c:pt>
                <c:pt idx="23295">
                  <c:v>6.6142700000000003</c:v>
                </c:pt>
                <c:pt idx="23296">
                  <c:v>6.6145699999999996</c:v>
                </c:pt>
                <c:pt idx="23297">
                  <c:v>6.6148800000000003</c:v>
                </c:pt>
                <c:pt idx="23298">
                  <c:v>6.6151799999999996</c:v>
                </c:pt>
                <c:pt idx="23299">
                  <c:v>6.6154900000000003</c:v>
                </c:pt>
                <c:pt idx="23300">
                  <c:v>6.6157899999999996</c:v>
                </c:pt>
                <c:pt idx="23301">
                  <c:v>6.6161000000000003</c:v>
                </c:pt>
                <c:pt idx="23302">
                  <c:v>6.6163999999999996</c:v>
                </c:pt>
                <c:pt idx="23303">
                  <c:v>6.6167100000000003</c:v>
                </c:pt>
                <c:pt idx="23304">
                  <c:v>6.6170200000000001</c:v>
                </c:pt>
                <c:pt idx="23305">
                  <c:v>6.6173200000000003</c:v>
                </c:pt>
                <c:pt idx="23306">
                  <c:v>6.6176300000000001</c:v>
                </c:pt>
                <c:pt idx="23307">
                  <c:v>6.6179300000000003</c:v>
                </c:pt>
                <c:pt idx="23308">
                  <c:v>6.6182400000000001</c:v>
                </c:pt>
                <c:pt idx="23309">
                  <c:v>6.6185400000000003</c:v>
                </c:pt>
                <c:pt idx="23310">
                  <c:v>6.6188500000000001</c:v>
                </c:pt>
                <c:pt idx="23311">
                  <c:v>6.6191500000000003</c:v>
                </c:pt>
                <c:pt idx="23312">
                  <c:v>6.6194600000000001</c:v>
                </c:pt>
                <c:pt idx="23313">
                  <c:v>6.6197600000000003</c:v>
                </c:pt>
                <c:pt idx="23314">
                  <c:v>6.6200700000000001</c:v>
                </c:pt>
                <c:pt idx="23315">
                  <c:v>6.6203799999999999</c:v>
                </c:pt>
                <c:pt idx="23316">
                  <c:v>6.6206800000000001</c:v>
                </c:pt>
                <c:pt idx="23317">
                  <c:v>6.6209899999999999</c:v>
                </c:pt>
                <c:pt idx="23318">
                  <c:v>6.6212900000000001</c:v>
                </c:pt>
                <c:pt idx="23319">
                  <c:v>6.6215999999999999</c:v>
                </c:pt>
                <c:pt idx="23320">
                  <c:v>6.6219000000000001</c:v>
                </c:pt>
                <c:pt idx="23321">
                  <c:v>6.6222099999999999</c:v>
                </c:pt>
                <c:pt idx="23322">
                  <c:v>6.6225100000000001</c:v>
                </c:pt>
                <c:pt idx="23323">
                  <c:v>6.6228199999999999</c:v>
                </c:pt>
                <c:pt idx="23324">
                  <c:v>6.6231200000000001</c:v>
                </c:pt>
                <c:pt idx="23325">
                  <c:v>6.6234299999999999</c:v>
                </c:pt>
                <c:pt idx="23326">
                  <c:v>6.6237300000000001</c:v>
                </c:pt>
                <c:pt idx="23327">
                  <c:v>6.6240399999999999</c:v>
                </c:pt>
                <c:pt idx="23328">
                  <c:v>6.6243499999999997</c:v>
                </c:pt>
                <c:pt idx="23329">
                  <c:v>6.6246499999999999</c:v>
                </c:pt>
                <c:pt idx="23330">
                  <c:v>6.6249599999999997</c:v>
                </c:pt>
                <c:pt idx="23331">
                  <c:v>6.6252599999999999</c:v>
                </c:pt>
                <c:pt idx="23332">
                  <c:v>6.6255699999999997</c:v>
                </c:pt>
                <c:pt idx="23333">
                  <c:v>6.6258699999999999</c:v>
                </c:pt>
                <c:pt idx="23334">
                  <c:v>6.6261799999999997</c:v>
                </c:pt>
                <c:pt idx="23335">
                  <c:v>6.6264799999999999</c:v>
                </c:pt>
                <c:pt idx="23336">
                  <c:v>6.6267899999999997</c:v>
                </c:pt>
                <c:pt idx="23337">
                  <c:v>6.6270899999999999</c:v>
                </c:pt>
                <c:pt idx="23338">
                  <c:v>6.6273999999999997</c:v>
                </c:pt>
                <c:pt idx="23339">
                  <c:v>6.6276999999999999</c:v>
                </c:pt>
                <c:pt idx="23340">
                  <c:v>6.6280099999999997</c:v>
                </c:pt>
                <c:pt idx="23341">
                  <c:v>6.6283200000000004</c:v>
                </c:pt>
                <c:pt idx="23342">
                  <c:v>6.6286199999999997</c:v>
                </c:pt>
                <c:pt idx="23343">
                  <c:v>6.6289300000000004</c:v>
                </c:pt>
                <c:pt idx="23344">
                  <c:v>6.6292299999999997</c:v>
                </c:pt>
                <c:pt idx="23345">
                  <c:v>6.6295400000000004</c:v>
                </c:pt>
                <c:pt idx="23346">
                  <c:v>6.6298399999999997</c:v>
                </c:pt>
                <c:pt idx="23347">
                  <c:v>6.6301500000000004</c:v>
                </c:pt>
                <c:pt idx="23348">
                  <c:v>6.6304499999999997</c:v>
                </c:pt>
                <c:pt idx="23349">
                  <c:v>6.6307600000000004</c:v>
                </c:pt>
                <c:pt idx="23350">
                  <c:v>6.6310599999999997</c:v>
                </c:pt>
                <c:pt idx="23351">
                  <c:v>6.6313700000000004</c:v>
                </c:pt>
                <c:pt idx="23352">
                  <c:v>6.6316699999999997</c:v>
                </c:pt>
                <c:pt idx="23353">
                  <c:v>6.6319800000000004</c:v>
                </c:pt>
                <c:pt idx="23354">
                  <c:v>6.6322900000000002</c:v>
                </c:pt>
                <c:pt idx="23355">
                  <c:v>6.6325900000000004</c:v>
                </c:pt>
                <c:pt idx="23356">
                  <c:v>6.6329000000000002</c:v>
                </c:pt>
                <c:pt idx="23357">
                  <c:v>6.6332000000000004</c:v>
                </c:pt>
                <c:pt idx="23358">
                  <c:v>6.6335100000000002</c:v>
                </c:pt>
                <c:pt idx="23359">
                  <c:v>6.6338100000000004</c:v>
                </c:pt>
                <c:pt idx="23360">
                  <c:v>6.6341200000000002</c:v>
                </c:pt>
                <c:pt idx="23361">
                  <c:v>6.6344200000000004</c:v>
                </c:pt>
                <c:pt idx="23362">
                  <c:v>6.6347300000000002</c:v>
                </c:pt>
                <c:pt idx="23363">
                  <c:v>6.6350300000000004</c:v>
                </c:pt>
                <c:pt idx="23364">
                  <c:v>6.6353400000000002</c:v>
                </c:pt>
                <c:pt idx="23365">
                  <c:v>6.6356400000000004</c:v>
                </c:pt>
                <c:pt idx="23366">
                  <c:v>6.6359500000000002</c:v>
                </c:pt>
                <c:pt idx="23367">
                  <c:v>6.63626</c:v>
                </c:pt>
                <c:pt idx="23368">
                  <c:v>6.6365600000000002</c:v>
                </c:pt>
                <c:pt idx="23369">
                  <c:v>6.63687</c:v>
                </c:pt>
                <c:pt idx="23370">
                  <c:v>6.6371700000000002</c:v>
                </c:pt>
                <c:pt idx="23371">
                  <c:v>6.63748</c:v>
                </c:pt>
                <c:pt idx="23372">
                  <c:v>6.6377800000000002</c:v>
                </c:pt>
                <c:pt idx="23373">
                  <c:v>6.63809</c:v>
                </c:pt>
                <c:pt idx="23374">
                  <c:v>6.6383900000000002</c:v>
                </c:pt>
                <c:pt idx="23375">
                  <c:v>6.6387</c:v>
                </c:pt>
                <c:pt idx="23376">
                  <c:v>6.6390000000000002</c:v>
                </c:pt>
                <c:pt idx="23377">
                  <c:v>6.63931</c:v>
                </c:pt>
                <c:pt idx="23378">
                  <c:v>6.6396199999999999</c:v>
                </c:pt>
                <c:pt idx="23379">
                  <c:v>6.63992</c:v>
                </c:pt>
                <c:pt idx="23380">
                  <c:v>6.6402299999999999</c:v>
                </c:pt>
                <c:pt idx="23381">
                  <c:v>6.64053</c:v>
                </c:pt>
                <c:pt idx="23382">
                  <c:v>6.6408399999999999</c:v>
                </c:pt>
                <c:pt idx="23383">
                  <c:v>6.64114</c:v>
                </c:pt>
                <c:pt idx="23384">
                  <c:v>6.6414499999999999</c:v>
                </c:pt>
                <c:pt idx="23385">
                  <c:v>6.64175</c:v>
                </c:pt>
                <c:pt idx="23386">
                  <c:v>6.6420599999999999</c:v>
                </c:pt>
                <c:pt idx="23387">
                  <c:v>6.64236</c:v>
                </c:pt>
                <c:pt idx="23388">
                  <c:v>6.6426699999999999</c:v>
                </c:pt>
                <c:pt idx="23389">
                  <c:v>6.64297</c:v>
                </c:pt>
                <c:pt idx="23390">
                  <c:v>6.6432799999999999</c:v>
                </c:pt>
                <c:pt idx="23391">
                  <c:v>6.6435899999999997</c:v>
                </c:pt>
                <c:pt idx="23392">
                  <c:v>6.6438899999999999</c:v>
                </c:pt>
                <c:pt idx="23393">
                  <c:v>6.6441999999999997</c:v>
                </c:pt>
                <c:pt idx="23394">
                  <c:v>6.6444999999999999</c:v>
                </c:pt>
                <c:pt idx="23395">
                  <c:v>6.6448099999999997</c:v>
                </c:pt>
                <c:pt idx="23396">
                  <c:v>6.6451099999999999</c:v>
                </c:pt>
                <c:pt idx="23397">
                  <c:v>6.6454199999999997</c:v>
                </c:pt>
                <c:pt idx="23398">
                  <c:v>6.6457199999999998</c:v>
                </c:pt>
                <c:pt idx="23399">
                  <c:v>6.6460299999999997</c:v>
                </c:pt>
                <c:pt idx="23400">
                  <c:v>6.6463299999999998</c:v>
                </c:pt>
                <c:pt idx="23401">
                  <c:v>6.6466399999999997</c:v>
                </c:pt>
                <c:pt idx="23402">
                  <c:v>6.6469399999999998</c:v>
                </c:pt>
                <c:pt idx="23403">
                  <c:v>6.6472499999999997</c:v>
                </c:pt>
                <c:pt idx="23404">
                  <c:v>6.6475600000000004</c:v>
                </c:pt>
                <c:pt idx="23405">
                  <c:v>6.6478599999999997</c:v>
                </c:pt>
                <c:pt idx="23406">
                  <c:v>6.6481700000000004</c:v>
                </c:pt>
                <c:pt idx="23407">
                  <c:v>6.6484699999999997</c:v>
                </c:pt>
                <c:pt idx="23408">
                  <c:v>6.6487800000000004</c:v>
                </c:pt>
                <c:pt idx="23409">
                  <c:v>6.6490799999999997</c:v>
                </c:pt>
                <c:pt idx="23410">
                  <c:v>6.6493900000000004</c:v>
                </c:pt>
                <c:pt idx="23411">
                  <c:v>6.6496899999999997</c:v>
                </c:pt>
                <c:pt idx="23412">
                  <c:v>6.65</c:v>
                </c:pt>
                <c:pt idx="23413">
                  <c:v>6.6502999999999997</c:v>
                </c:pt>
                <c:pt idx="23414">
                  <c:v>6.6506100000000004</c:v>
                </c:pt>
                <c:pt idx="23415">
                  <c:v>6.6509099999999997</c:v>
                </c:pt>
                <c:pt idx="23416">
                  <c:v>6.6512200000000004</c:v>
                </c:pt>
                <c:pt idx="23417">
                  <c:v>6.6515300000000002</c:v>
                </c:pt>
                <c:pt idx="23418">
                  <c:v>6.6518300000000004</c:v>
                </c:pt>
                <c:pt idx="23419">
                  <c:v>6.6521400000000002</c:v>
                </c:pt>
                <c:pt idx="23420">
                  <c:v>6.6524400000000004</c:v>
                </c:pt>
                <c:pt idx="23421">
                  <c:v>6.6527500000000002</c:v>
                </c:pt>
                <c:pt idx="23422">
                  <c:v>6.6530500000000004</c:v>
                </c:pt>
                <c:pt idx="23423">
                  <c:v>6.6533600000000002</c:v>
                </c:pt>
                <c:pt idx="23424">
                  <c:v>6.6536600000000004</c:v>
                </c:pt>
                <c:pt idx="23425">
                  <c:v>6.6539700000000002</c:v>
                </c:pt>
                <c:pt idx="23426">
                  <c:v>6.6542700000000004</c:v>
                </c:pt>
                <c:pt idx="23427">
                  <c:v>6.6545800000000002</c:v>
                </c:pt>
                <c:pt idx="23428">
                  <c:v>6.6548800000000004</c:v>
                </c:pt>
                <c:pt idx="23429">
                  <c:v>6.6551900000000002</c:v>
                </c:pt>
                <c:pt idx="23430">
                  <c:v>6.6555</c:v>
                </c:pt>
                <c:pt idx="23431">
                  <c:v>6.6558000000000002</c:v>
                </c:pt>
                <c:pt idx="23432">
                  <c:v>6.65611</c:v>
                </c:pt>
                <c:pt idx="23433">
                  <c:v>6.6564100000000002</c:v>
                </c:pt>
                <c:pt idx="23434">
                  <c:v>6.65672</c:v>
                </c:pt>
                <c:pt idx="23435">
                  <c:v>6.6570200000000002</c:v>
                </c:pt>
                <c:pt idx="23436">
                  <c:v>6.65733</c:v>
                </c:pt>
                <c:pt idx="23437">
                  <c:v>6.6576300000000002</c:v>
                </c:pt>
                <c:pt idx="23438">
                  <c:v>6.65794</c:v>
                </c:pt>
                <c:pt idx="23439">
                  <c:v>6.6582400000000002</c:v>
                </c:pt>
                <c:pt idx="23440">
                  <c:v>6.65855</c:v>
                </c:pt>
                <c:pt idx="23441">
                  <c:v>6.6588599999999998</c:v>
                </c:pt>
                <c:pt idx="23442">
                  <c:v>6.65916</c:v>
                </c:pt>
                <c:pt idx="23443">
                  <c:v>6.6594699999999998</c:v>
                </c:pt>
                <c:pt idx="23444">
                  <c:v>6.65977</c:v>
                </c:pt>
                <c:pt idx="23445">
                  <c:v>6.6600799999999998</c:v>
                </c:pt>
                <c:pt idx="23446">
                  <c:v>6.66038</c:v>
                </c:pt>
                <c:pt idx="23447">
                  <c:v>6.6606899999999998</c:v>
                </c:pt>
                <c:pt idx="23448">
                  <c:v>6.66099</c:v>
                </c:pt>
                <c:pt idx="23449">
                  <c:v>6.6612999999999998</c:v>
                </c:pt>
                <c:pt idx="23450">
                  <c:v>6.6616</c:v>
                </c:pt>
                <c:pt idx="23451">
                  <c:v>6.6619099999999998</c:v>
                </c:pt>
                <c:pt idx="23452">
                  <c:v>6.66221</c:v>
                </c:pt>
                <c:pt idx="23453">
                  <c:v>6.6625199999999998</c:v>
                </c:pt>
                <c:pt idx="23454">
                  <c:v>6.6628299999999996</c:v>
                </c:pt>
                <c:pt idx="23455">
                  <c:v>6.6631299999999998</c:v>
                </c:pt>
                <c:pt idx="23456">
                  <c:v>6.6634399999999996</c:v>
                </c:pt>
                <c:pt idx="23457">
                  <c:v>6.6637399999999998</c:v>
                </c:pt>
                <c:pt idx="23458">
                  <c:v>6.6640499999999996</c:v>
                </c:pt>
                <c:pt idx="23459">
                  <c:v>6.6643499999999998</c:v>
                </c:pt>
                <c:pt idx="23460">
                  <c:v>6.6646599999999996</c:v>
                </c:pt>
                <c:pt idx="23461">
                  <c:v>6.6649599999999998</c:v>
                </c:pt>
                <c:pt idx="23462">
                  <c:v>6.6652699999999996</c:v>
                </c:pt>
                <c:pt idx="23463">
                  <c:v>6.6655699999999998</c:v>
                </c:pt>
                <c:pt idx="23464">
                  <c:v>6.6658799999999996</c:v>
                </c:pt>
                <c:pt idx="23465">
                  <c:v>6.6661799999999998</c:v>
                </c:pt>
                <c:pt idx="23466">
                  <c:v>6.6664899999999996</c:v>
                </c:pt>
                <c:pt idx="23467">
                  <c:v>6.6668000000000003</c:v>
                </c:pt>
                <c:pt idx="23468">
                  <c:v>6.6670999999999996</c:v>
                </c:pt>
                <c:pt idx="23469">
                  <c:v>6.6674100000000003</c:v>
                </c:pt>
                <c:pt idx="23470">
                  <c:v>6.6677099999999996</c:v>
                </c:pt>
                <c:pt idx="23471">
                  <c:v>6.6680200000000003</c:v>
                </c:pt>
                <c:pt idx="23472">
                  <c:v>6.6683199999999996</c:v>
                </c:pt>
                <c:pt idx="23473">
                  <c:v>6.6686300000000003</c:v>
                </c:pt>
                <c:pt idx="23474">
                  <c:v>6.6689299999999996</c:v>
                </c:pt>
                <c:pt idx="23475">
                  <c:v>6.6692400000000003</c:v>
                </c:pt>
                <c:pt idx="23476">
                  <c:v>6.6695399999999996</c:v>
                </c:pt>
                <c:pt idx="23477">
                  <c:v>6.6698500000000003</c:v>
                </c:pt>
                <c:pt idx="23478">
                  <c:v>6.6701499999999996</c:v>
                </c:pt>
                <c:pt idx="23479">
                  <c:v>6.6704600000000003</c:v>
                </c:pt>
                <c:pt idx="23480">
                  <c:v>6.6707700000000001</c:v>
                </c:pt>
                <c:pt idx="23481">
                  <c:v>6.6710700000000003</c:v>
                </c:pt>
                <c:pt idx="23482">
                  <c:v>6.6713800000000001</c:v>
                </c:pt>
                <c:pt idx="23483">
                  <c:v>6.6716800000000003</c:v>
                </c:pt>
                <c:pt idx="23484">
                  <c:v>6.6719900000000001</c:v>
                </c:pt>
                <c:pt idx="23485">
                  <c:v>6.6722900000000003</c:v>
                </c:pt>
                <c:pt idx="23486">
                  <c:v>6.6726000000000001</c:v>
                </c:pt>
                <c:pt idx="23487">
                  <c:v>6.6729000000000003</c:v>
                </c:pt>
                <c:pt idx="23488">
                  <c:v>6.6732100000000001</c:v>
                </c:pt>
                <c:pt idx="23489">
                  <c:v>6.6735100000000003</c:v>
                </c:pt>
                <c:pt idx="23490">
                  <c:v>6.6738200000000001</c:v>
                </c:pt>
                <c:pt idx="23491">
                  <c:v>6.6741299999999999</c:v>
                </c:pt>
                <c:pt idx="23492">
                  <c:v>6.6744300000000001</c:v>
                </c:pt>
                <c:pt idx="23493">
                  <c:v>6.6747399999999999</c:v>
                </c:pt>
                <c:pt idx="23494">
                  <c:v>6.6750400000000001</c:v>
                </c:pt>
                <c:pt idx="23495">
                  <c:v>6.6753499999999999</c:v>
                </c:pt>
                <c:pt idx="23496">
                  <c:v>6.6756500000000001</c:v>
                </c:pt>
                <c:pt idx="23497">
                  <c:v>6.6759599999999999</c:v>
                </c:pt>
                <c:pt idx="23498">
                  <c:v>6.6762600000000001</c:v>
                </c:pt>
                <c:pt idx="23499">
                  <c:v>6.6765699999999999</c:v>
                </c:pt>
                <c:pt idx="23500">
                  <c:v>6.6768700000000001</c:v>
                </c:pt>
                <c:pt idx="23501">
                  <c:v>6.6771799999999999</c:v>
                </c:pt>
                <c:pt idx="23502">
                  <c:v>6.6774800000000001</c:v>
                </c:pt>
                <c:pt idx="23503">
                  <c:v>6.6777899999999999</c:v>
                </c:pt>
                <c:pt idx="23504">
                  <c:v>6.6780999999999997</c:v>
                </c:pt>
                <c:pt idx="23505">
                  <c:v>6.6783999999999999</c:v>
                </c:pt>
                <c:pt idx="23506">
                  <c:v>6.6787099999999997</c:v>
                </c:pt>
                <c:pt idx="23507">
                  <c:v>6.6790099999999999</c:v>
                </c:pt>
                <c:pt idx="23508">
                  <c:v>6.6793199999999997</c:v>
                </c:pt>
                <c:pt idx="23509">
                  <c:v>6.6796199999999999</c:v>
                </c:pt>
                <c:pt idx="23510">
                  <c:v>6.6799299999999997</c:v>
                </c:pt>
                <c:pt idx="23511">
                  <c:v>6.6802299999999999</c:v>
                </c:pt>
                <c:pt idx="23512">
                  <c:v>6.6805399999999997</c:v>
                </c:pt>
                <c:pt idx="23513">
                  <c:v>6.6808399999999999</c:v>
                </c:pt>
                <c:pt idx="23514">
                  <c:v>6.6811499999999997</c:v>
                </c:pt>
                <c:pt idx="23515">
                  <c:v>6.6814499999999999</c:v>
                </c:pt>
                <c:pt idx="23516">
                  <c:v>6.6817599999999997</c:v>
                </c:pt>
                <c:pt idx="23517">
                  <c:v>6.6820700000000004</c:v>
                </c:pt>
                <c:pt idx="23518">
                  <c:v>6.6823699999999997</c:v>
                </c:pt>
                <c:pt idx="23519">
                  <c:v>6.6826800000000004</c:v>
                </c:pt>
                <c:pt idx="23520">
                  <c:v>6.6829799999999997</c:v>
                </c:pt>
                <c:pt idx="23521">
                  <c:v>6.6832900000000004</c:v>
                </c:pt>
                <c:pt idx="23522">
                  <c:v>6.6835899999999997</c:v>
                </c:pt>
                <c:pt idx="23523">
                  <c:v>6.6839000000000004</c:v>
                </c:pt>
                <c:pt idx="23524">
                  <c:v>6.6841999999999997</c:v>
                </c:pt>
                <c:pt idx="23525">
                  <c:v>6.6845100000000004</c:v>
                </c:pt>
                <c:pt idx="23526">
                  <c:v>6.6848099999999997</c:v>
                </c:pt>
                <c:pt idx="23527">
                  <c:v>6.6851200000000004</c:v>
                </c:pt>
                <c:pt idx="23528">
                  <c:v>6.6854199999999997</c:v>
                </c:pt>
                <c:pt idx="23529">
                  <c:v>6.6857300000000004</c:v>
                </c:pt>
                <c:pt idx="23530">
                  <c:v>6.6860400000000002</c:v>
                </c:pt>
                <c:pt idx="23531">
                  <c:v>6.6863400000000004</c:v>
                </c:pt>
                <c:pt idx="23532">
                  <c:v>6.6866500000000002</c:v>
                </c:pt>
                <c:pt idx="23533">
                  <c:v>6.6869500000000004</c:v>
                </c:pt>
                <c:pt idx="23534">
                  <c:v>6.6872600000000002</c:v>
                </c:pt>
                <c:pt idx="23535">
                  <c:v>6.6875600000000004</c:v>
                </c:pt>
                <c:pt idx="23536">
                  <c:v>6.6878700000000002</c:v>
                </c:pt>
                <c:pt idx="23537">
                  <c:v>6.6881700000000004</c:v>
                </c:pt>
                <c:pt idx="23538">
                  <c:v>6.6884800000000002</c:v>
                </c:pt>
                <c:pt idx="23539">
                  <c:v>6.6887800000000004</c:v>
                </c:pt>
                <c:pt idx="23540">
                  <c:v>6.6890900000000002</c:v>
                </c:pt>
                <c:pt idx="23541">
                  <c:v>6.6893900000000004</c:v>
                </c:pt>
                <c:pt idx="23542">
                  <c:v>6.6897000000000002</c:v>
                </c:pt>
                <c:pt idx="23543">
                  <c:v>6.69001</c:v>
                </c:pt>
                <c:pt idx="23544">
                  <c:v>6.6903100000000002</c:v>
                </c:pt>
                <c:pt idx="23545">
                  <c:v>6.69062</c:v>
                </c:pt>
                <c:pt idx="23546">
                  <c:v>6.6909200000000002</c:v>
                </c:pt>
                <c:pt idx="23547">
                  <c:v>6.69123</c:v>
                </c:pt>
                <c:pt idx="23548">
                  <c:v>6.6915300000000002</c:v>
                </c:pt>
                <c:pt idx="23549">
                  <c:v>6.69184</c:v>
                </c:pt>
                <c:pt idx="23550">
                  <c:v>6.6921400000000002</c:v>
                </c:pt>
                <c:pt idx="23551">
                  <c:v>6.69245</c:v>
                </c:pt>
                <c:pt idx="23552">
                  <c:v>6.6927500000000002</c:v>
                </c:pt>
                <c:pt idx="23553">
                  <c:v>6.69306</c:v>
                </c:pt>
                <c:pt idx="23554">
                  <c:v>6.6933699999999998</c:v>
                </c:pt>
                <c:pt idx="23555">
                  <c:v>6.69367</c:v>
                </c:pt>
                <c:pt idx="23556">
                  <c:v>6.6939799999999998</c:v>
                </c:pt>
                <c:pt idx="23557">
                  <c:v>6.69428</c:v>
                </c:pt>
                <c:pt idx="23558">
                  <c:v>6.6945899999999998</c:v>
                </c:pt>
                <c:pt idx="23559">
                  <c:v>6.69489</c:v>
                </c:pt>
                <c:pt idx="23560">
                  <c:v>6.6951999999999998</c:v>
                </c:pt>
                <c:pt idx="23561">
                  <c:v>6.6955</c:v>
                </c:pt>
                <c:pt idx="23562">
                  <c:v>6.6958099999999998</c:v>
                </c:pt>
                <c:pt idx="23563">
                  <c:v>6.69611</c:v>
                </c:pt>
                <c:pt idx="23564">
                  <c:v>6.6964199999999998</c:v>
                </c:pt>
                <c:pt idx="23565">
                  <c:v>6.69672</c:v>
                </c:pt>
                <c:pt idx="23566">
                  <c:v>6.6970299999999998</c:v>
                </c:pt>
                <c:pt idx="23567">
                  <c:v>6.6973399999999996</c:v>
                </c:pt>
                <c:pt idx="23568">
                  <c:v>6.6976399999999998</c:v>
                </c:pt>
                <c:pt idx="23569">
                  <c:v>6.6979499999999996</c:v>
                </c:pt>
                <c:pt idx="23570">
                  <c:v>6.6982499999999998</c:v>
                </c:pt>
                <c:pt idx="23571">
                  <c:v>6.6985599999999996</c:v>
                </c:pt>
                <c:pt idx="23572">
                  <c:v>6.6988599999999998</c:v>
                </c:pt>
                <c:pt idx="23573">
                  <c:v>6.6991699999999996</c:v>
                </c:pt>
                <c:pt idx="23574">
                  <c:v>6.6994699999999998</c:v>
                </c:pt>
                <c:pt idx="23575">
                  <c:v>6.6997799999999996</c:v>
                </c:pt>
                <c:pt idx="23576">
                  <c:v>6.7000799999999998</c:v>
                </c:pt>
                <c:pt idx="23577">
                  <c:v>6.7003899999999996</c:v>
                </c:pt>
                <c:pt idx="23578">
                  <c:v>6.7006899999999998</c:v>
                </c:pt>
                <c:pt idx="23579">
                  <c:v>6.7009999999999996</c:v>
                </c:pt>
                <c:pt idx="23580">
                  <c:v>6.7013100000000003</c:v>
                </c:pt>
                <c:pt idx="23581">
                  <c:v>6.7016099999999996</c:v>
                </c:pt>
                <c:pt idx="23582">
                  <c:v>6.7019200000000003</c:v>
                </c:pt>
                <c:pt idx="23583">
                  <c:v>6.7022199999999996</c:v>
                </c:pt>
                <c:pt idx="23584">
                  <c:v>6.7025300000000003</c:v>
                </c:pt>
                <c:pt idx="23585">
                  <c:v>6.7028299999999996</c:v>
                </c:pt>
                <c:pt idx="23586">
                  <c:v>6.7031400000000003</c:v>
                </c:pt>
                <c:pt idx="23587">
                  <c:v>6.7034399999999996</c:v>
                </c:pt>
                <c:pt idx="23588">
                  <c:v>6.7037500000000003</c:v>
                </c:pt>
                <c:pt idx="23589">
                  <c:v>6.7040499999999996</c:v>
                </c:pt>
                <c:pt idx="23590">
                  <c:v>6.7043600000000003</c:v>
                </c:pt>
                <c:pt idx="23591">
                  <c:v>6.7046599999999996</c:v>
                </c:pt>
                <c:pt idx="23592">
                  <c:v>6.7049700000000003</c:v>
                </c:pt>
                <c:pt idx="23593">
                  <c:v>6.7052800000000001</c:v>
                </c:pt>
                <c:pt idx="23594">
                  <c:v>6.7055800000000003</c:v>
                </c:pt>
                <c:pt idx="23595">
                  <c:v>6.7058900000000001</c:v>
                </c:pt>
                <c:pt idx="23596">
                  <c:v>6.7061900000000003</c:v>
                </c:pt>
                <c:pt idx="23597">
                  <c:v>6.7065000000000001</c:v>
                </c:pt>
                <c:pt idx="23598">
                  <c:v>6.7068000000000003</c:v>
                </c:pt>
                <c:pt idx="23599">
                  <c:v>6.7071100000000001</c:v>
                </c:pt>
                <c:pt idx="23600">
                  <c:v>6.7074100000000003</c:v>
                </c:pt>
                <c:pt idx="23601">
                  <c:v>6.7077200000000001</c:v>
                </c:pt>
                <c:pt idx="23602">
                  <c:v>6.7080200000000003</c:v>
                </c:pt>
                <c:pt idx="23603">
                  <c:v>6.7083300000000001</c:v>
                </c:pt>
                <c:pt idx="23604">
                  <c:v>6.7086300000000003</c:v>
                </c:pt>
                <c:pt idx="23605">
                  <c:v>6.7089400000000001</c:v>
                </c:pt>
                <c:pt idx="23606">
                  <c:v>6.7092499999999999</c:v>
                </c:pt>
                <c:pt idx="23607">
                  <c:v>6.7095500000000001</c:v>
                </c:pt>
                <c:pt idx="23608">
                  <c:v>6.7098599999999999</c:v>
                </c:pt>
                <c:pt idx="23609">
                  <c:v>6.7101600000000001</c:v>
                </c:pt>
                <c:pt idx="23610">
                  <c:v>6.7104699999999999</c:v>
                </c:pt>
                <c:pt idx="23611">
                  <c:v>6.7107700000000001</c:v>
                </c:pt>
                <c:pt idx="23612">
                  <c:v>6.7110799999999999</c:v>
                </c:pt>
                <c:pt idx="23613">
                  <c:v>6.7113800000000001</c:v>
                </c:pt>
                <c:pt idx="23614">
                  <c:v>6.7116899999999999</c:v>
                </c:pt>
                <c:pt idx="23615">
                  <c:v>6.7119900000000001</c:v>
                </c:pt>
                <c:pt idx="23616">
                  <c:v>6.7122999999999999</c:v>
                </c:pt>
                <c:pt idx="23617">
                  <c:v>6.7126099999999997</c:v>
                </c:pt>
                <c:pt idx="23618">
                  <c:v>6.7129099999999999</c:v>
                </c:pt>
                <c:pt idx="23619">
                  <c:v>6.7132199999999997</c:v>
                </c:pt>
                <c:pt idx="23620">
                  <c:v>6.7135199999999999</c:v>
                </c:pt>
                <c:pt idx="23621">
                  <c:v>6.7138299999999997</c:v>
                </c:pt>
                <c:pt idx="23622">
                  <c:v>6.7141299999999999</c:v>
                </c:pt>
                <c:pt idx="23623">
                  <c:v>6.7144399999999997</c:v>
                </c:pt>
                <c:pt idx="23624">
                  <c:v>6.7147399999999999</c:v>
                </c:pt>
                <c:pt idx="23625">
                  <c:v>6.7150499999999997</c:v>
                </c:pt>
                <c:pt idx="23626">
                  <c:v>6.7153499999999999</c:v>
                </c:pt>
                <c:pt idx="23627">
                  <c:v>6.7156599999999997</c:v>
                </c:pt>
                <c:pt idx="23628">
                  <c:v>6.7159599999999999</c:v>
                </c:pt>
                <c:pt idx="23629">
                  <c:v>6.7162699999999997</c:v>
                </c:pt>
                <c:pt idx="23630">
                  <c:v>6.7165800000000004</c:v>
                </c:pt>
                <c:pt idx="23631">
                  <c:v>6.7168799999999997</c:v>
                </c:pt>
                <c:pt idx="23632">
                  <c:v>6.7171900000000004</c:v>
                </c:pt>
                <c:pt idx="23633">
                  <c:v>6.7174899999999997</c:v>
                </c:pt>
                <c:pt idx="23634">
                  <c:v>6.7178000000000004</c:v>
                </c:pt>
                <c:pt idx="23635">
                  <c:v>6.7180999999999997</c:v>
                </c:pt>
                <c:pt idx="23636">
                  <c:v>6.7184100000000004</c:v>
                </c:pt>
                <c:pt idx="23637">
                  <c:v>6.7187099999999997</c:v>
                </c:pt>
                <c:pt idx="23638">
                  <c:v>6.7190200000000004</c:v>
                </c:pt>
                <c:pt idx="23639">
                  <c:v>6.7193199999999997</c:v>
                </c:pt>
                <c:pt idx="23640">
                  <c:v>6.7196300000000004</c:v>
                </c:pt>
                <c:pt idx="23641">
                  <c:v>6.7199299999999997</c:v>
                </c:pt>
                <c:pt idx="23642">
                  <c:v>6.7202400000000004</c:v>
                </c:pt>
                <c:pt idx="23643">
                  <c:v>6.7205500000000002</c:v>
                </c:pt>
                <c:pt idx="23644">
                  <c:v>6.7208500000000004</c:v>
                </c:pt>
                <c:pt idx="23645">
                  <c:v>6.7211600000000002</c:v>
                </c:pt>
                <c:pt idx="23646">
                  <c:v>6.7214600000000004</c:v>
                </c:pt>
                <c:pt idx="23647">
                  <c:v>6.7217700000000002</c:v>
                </c:pt>
                <c:pt idx="23648">
                  <c:v>6.7220700000000004</c:v>
                </c:pt>
                <c:pt idx="23649">
                  <c:v>6.7223800000000002</c:v>
                </c:pt>
                <c:pt idx="23650">
                  <c:v>6.7226800000000004</c:v>
                </c:pt>
                <c:pt idx="23651">
                  <c:v>6.7229900000000002</c:v>
                </c:pt>
                <c:pt idx="23652">
                  <c:v>6.7232900000000004</c:v>
                </c:pt>
                <c:pt idx="23653">
                  <c:v>6.7236000000000002</c:v>
                </c:pt>
                <c:pt idx="23654">
                  <c:v>6.7239000000000004</c:v>
                </c:pt>
                <c:pt idx="23655">
                  <c:v>6.7242100000000002</c:v>
                </c:pt>
                <c:pt idx="23656">
                  <c:v>6.7245200000000001</c:v>
                </c:pt>
                <c:pt idx="23657">
                  <c:v>6.7248200000000002</c:v>
                </c:pt>
                <c:pt idx="23658">
                  <c:v>6.7251300000000001</c:v>
                </c:pt>
                <c:pt idx="23659">
                  <c:v>6.7254300000000002</c:v>
                </c:pt>
                <c:pt idx="23660">
                  <c:v>6.7257400000000001</c:v>
                </c:pt>
                <c:pt idx="23661">
                  <c:v>6.7260400000000002</c:v>
                </c:pt>
                <c:pt idx="23662">
                  <c:v>6.7263500000000001</c:v>
                </c:pt>
                <c:pt idx="23663">
                  <c:v>6.7266500000000002</c:v>
                </c:pt>
                <c:pt idx="23664">
                  <c:v>6.7269600000000001</c:v>
                </c:pt>
                <c:pt idx="23665">
                  <c:v>6.7272600000000002</c:v>
                </c:pt>
                <c:pt idx="23666">
                  <c:v>6.7275700000000001</c:v>
                </c:pt>
                <c:pt idx="23667">
                  <c:v>6.7278799999999999</c:v>
                </c:pt>
                <c:pt idx="23668">
                  <c:v>6.72818</c:v>
                </c:pt>
                <c:pt idx="23669">
                  <c:v>6.7284899999999999</c:v>
                </c:pt>
                <c:pt idx="23670">
                  <c:v>6.72879</c:v>
                </c:pt>
                <c:pt idx="23671">
                  <c:v>6.7290999999999999</c:v>
                </c:pt>
                <c:pt idx="23672">
                  <c:v>6.7294</c:v>
                </c:pt>
                <c:pt idx="23673">
                  <c:v>6.7297099999999999</c:v>
                </c:pt>
                <c:pt idx="23674">
                  <c:v>6.73001</c:v>
                </c:pt>
                <c:pt idx="23675">
                  <c:v>6.7303199999999999</c:v>
                </c:pt>
                <c:pt idx="23676">
                  <c:v>6.73062</c:v>
                </c:pt>
                <c:pt idx="23677">
                  <c:v>6.7309299999999999</c:v>
                </c:pt>
                <c:pt idx="23678">
                  <c:v>6.73123</c:v>
                </c:pt>
                <c:pt idx="23679">
                  <c:v>6.7315399999999999</c:v>
                </c:pt>
                <c:pt idx="23680">
                  <c:v>6.7318499999999997</c:v>
                </c:pt>
                <c:pt idx="23681">
                  <c:v>6.7321499999999999</c:v>
                </c:pt>
                <c:pt idx="23682">
                  <c:v>6.7324599999999997</c:v>
                </c:pt>
                <c:pt idx="23683">
                  <c:v>6.7327599999999999</c:v>
                </c:pt>
                <c:pt idx="23684">
                  <c:v>6.7330699999999997</c:v>
                </c:pt>
                <c:pt idx="23685">
                  <c:v>6.7333699999999999</c:v>
                </c:pt>
                <c:pt idx="23686">
                  <c:v>6.7336799999999997</c:v>
                </c:pt>
                <c:pt idx="23687">
                  <c:v>6.7339799999999999</c:v>
                </c:pt>
                <c:pt idx="23688">
                  <c:v>6.7342899999999997</c:v>
                </c:pt>
                <c:pt idx="23689">
                  <c:v>6.7345899999999999</c:v>
                </c:pt>
                <c:pt idx="23690">
                  <c:v>6.7348999999999997</c:v>
                </c:pt>
                <c:pt idx="23691">
                  <c:v>6.7351999999999999</c:v>
                </c:pt>
                <c:pt idx="23692">
                  <c:v>6.7355099999999997</c:v>
                </c:pt>
                <c:pt idx="23693">
                  <c:v>6.7358200000000004</c:v>
                </c:pt>
                <c:pt idx="23694">
                  <c:v>6.7361199999999997</c:v>
                </c:pt>
                <c:pt idx="23695">
                  <c:v>6.7364300000000004</c:v>
                </c:pt>
                <c:pt idx="23696">
                  <c:v>6.7367299999999997</c:v>
                </c:pt>
                <c:pt idx="23697">
                  <c:v>6.7370400000000004</c:v>
                </c:pt>
                <c:pt idx="23698">
                  <c:v>6.7373399999999997</c:v>
                </c:pt>
                <c:pt idx="23699">
                  <c:v>6.7376500000000004</c:v>
                </c:pt>
                <c:pt idx="23700">
                  <c:v>6.7379499999999997</c:v>
                </c:pt>
                <c:pt idx="23701">
                  <c:v>6.7382600000000004</c:v>
                </c:pt>
                <c:pt idx="23702">
                  <c:v>6.7385599999999997</c:v>
                </c:pt>
                <c:pt idx="23703">
                  <c:v>6.7388700000000004</c:v>
                </c:pt>
                <c:pt idx="23704">
                  <c:v>6.7391699999999997</c:v>
                </c:pt>
                <c:pt idx="23705">
                  <c:v>6.7394800000000004</c:v>
                </c:pt>
                <c:pt idx="23706">
                  <c:v>6.7397900000000002</c:v>
                </c:pt>
                <c:pt idx="23707">
                  <c:v>6.7400900000000004</c:v>
                </c:pt>
                <c:pt idx="23708">
                  <c:v>6.7404000000000002</c:v>
                </c:pt>
                <c:pt idx="23709">
                  <c:v>6.7407000000000004</c:v>
                </c:pt>
                <c:pt idx="23710">
                  <c:v>6.7410100000000002</c:v>
                </c:pt>
                <c:pt idx="23711">
                  <c:v>6.7413100000000004</c:v>
                </c:pt>
                <c:pt idx="23712">
                  <c:v>6.7416200000000002</c:v>
                </c:pt>
                <c:pt idx="23713">
                  <c:v>6.7419200000000004</c:v>
                </c:pt>
                <c:pt idx="23714">
                  <c:v>6.7422300000000002</c:v>
                </c:pt>
                <c:pt idx="23715">
                  <c:v>6.7425300000000004</c:v>
                </c:pt>
                <c:pt idx="23716">
                  <c:v>6.7428400000000002</c:v>
                </c:pt>
                <c:pt idx="23717">
                  <c:v>6.7431400000000004</c:v>
                </c:pt>
                <c:pt idx="23718">
                  <c:v>6.7434500000000002</c:v>
                </c:pt>
                <c:pt idx="23719">
                  <c:v>6.74376</c:v>
                </c:pt>
                <c:pt idx="23720">
                  <c:v>6.7440600000000002</c:v>
                </c:pt>
                <c:pt idx="23721">
                  <c:v>6.74437</c:v>
                </c:pt>
                <c:pt idx="23722">
                  <c:v>6.7446700000000002</c:v>
                </c:pt>
                <c:pt idx="23723">
                  <c:v>6.74498</c:v>
                </c:pt>
                <c:pt idx="23724">
                  <c:v>6.7452800000000002</c:v>
                </c:pt>
                <c:pt idx="23725">
                  <c:v>6.74559</c:v>
                </c:pt>
                <c:pt idx="23726">
                  <c:v>6.7458900000000002</c:v>
                </c:pt>
                <c:pt idx="23727">
                  <c:v>6.7462</c:v>
                </c:pt>
                <c:pt idx="23728">
                  <c:v>6.7465000000000002</c:v>
                </c:pt>
                <c:pt idx="23729">
                  <c:v>6.74681</c:v>
                </c:pt>
                <c:pt idx="23730">
                  <c:v>6.7471199999999998</c:v>
                </c:pt>
                <c:pt idx="23731">
                  <c:v>6.74742</c:v>
                </c:pt>
                <c:pt idx="23732">
                  <c:v>6.7477299999999998</c:v>
                </c:pt>
                <c:pt idx="23733">
                  <c:v>6.74803</c:v>
                </c:pt>
                <c:pt idx="23734">
                  <c:v>6.7483399999999998</c:v>
                </c:pt>
                <c:pt idx="23735">
                  <c:v>6.74864</c:v>
                </c:pt>
                <c:pt idx="23736">
                  <c:v>6.7489499999999998</c:v>
                </c:pt>
                <c:pt idx="23737">
                  <c:v>6.74925</c:v>
                </c:pt>
                <c:pt idx="23738">
                  <c:v>6.7495599999999998</c:v>
                </c:pt>
                <c:pt idx="23739">
                  <c:v>6.74986</c:v>
                </c:pt>
                <c:pt idx="23740">
                  <c:v>6.7501699999999998</c:v>
                </c:pt>
                <c:pt idx="23741">
                  <c:v>6.75047</c:v>
                </c:pt>
                <c:pt idx="23742">
                  <c:v>6.7507799999999998</c:v>
                </c:pt>
                <c:pt idx="23743">
                  <c:v>6.7510899999999996</c:v>
                </c:pt>
                <c:pt idx="23744">
                  <c:v>6.7513899999999998</c:v>
                </c:pt>
                <c:pt idx="23745">
                  <c:v>6.7516999999999996</c:v>
                </c:pt>
                <c:pt idx="23746">
                  <c:v>6.7519999999999998</c:v>
                </c:pt>
                <c:pt idx="23747">
                  <c:v>6.7523099999999996</c:v>
                </c:pt>
                <c:pt idx="23748">
                  <c:v>6.7526099999999998</c:v>
                </c:pt>
                <c:pt idx="23749">
                  <c:v>6.7529199999999996</c:v>
                </c:pt>
                <c:pt idx="23750">
                  <c:v>6.7532199999999998</c:v>
                </c:pt>
                <c:pt idx="23751">
                  <c:v>6.7535299999999996</c:v>
                </c:pt>
                <c:pt idx="23752">
                  <c:v>6.7538299999999998</c:v>
                </c:pt>
                <c:pt idx="23753">
                  <c:v>6.7541399999999996</c:v>
                </c:pt>
                <c:pt idx="23754">
                  <c:v>6.7544399999999998</c:v>
                </c:pt>
                <c:pt idx="23755">
                  <c:v>6.7547499999999996</c:v>
                </c:pt>
                <c:pt idx="23756">
                  <c:v>6.7550600000000003</c:v>
                </c:pt>
                <c:pt idx="23757">
                  <c:v>6.7553599999999996</c:v>
                </c:pt>
                <c:pt idx="23758">
                  <c:v>6.7556700000000003</c:v>
                </c:pt>
                <c:pt idx="23759">
                  <c:v>6.7559699999999996</c:v>
                </c:pt>
                <c:pt idx="23760">
                  <c:v>6.7562800000000003</c:v>
                </c:pt>
                <c:pt idx="23761">
                  <c:v>6.7565799999999996</c:v>
                </c:pt>
                <c:pt idx="23762">
                  <c:v>6.7568900000000003</c:v>
                </c:pt>
                <c:pt idx="23763">
                  <c:v>6.7571899999999996</c:v>
                </c:pt>
                <c:pt idx="23764">
                  <c:v>6.7575000000000003</c:v>
                </c:pt>
                <c:pt idx="23765">
                  <c:v>6.7577999999999996</c:v>
                </c:pt>
                <c:pt idx="23766">
                  <c:v>6.7581100000000003</c:v>
                </c:pt>
                <c:pt idx="23767">
                  <c:v>6.7584099999999996</c:v>
                </c:pt>
                <c:pt idx="23768">
                  <c:v>6.7587200000000003</c:v>
                </c:pt>
                <c:pt idx="23769">
                  <c:v>6.7590300000000001</c:v>
                </c:pt>
                <c:pt idx="23770">
                  <c:v>6.7593300000000003</c:v>
                </c:pt>
                <c:pt idx="23771">
                  <c:v>6.7596400000000001</c:v>
                </c:pt>
                <c:pt idx="23772">
                  <c:v>6.7599400000000003</c:v>
                </c:pt>
                <c:pt idx="23773">
                  <c:v>6.7602500000000001</c:v>
                </c:pt>
                <c:pt idx="23774">
                  <c:v>6.7605500000000003</c:v>
                </c:pt>
                <c:pt idx="23775">
                  <c:v>6.7608600000000001</c:v>
                </c:pt>
                <c:pt idx="23776">
                  <c:v>6.7611600000000003</c:v>
                </c:pt>
                <c:pt idx="23777">
                  <c:v>6.7614700000000001</c:v>
                </c:pt>
                <c:pt idx="23778">
                  <c:v>6.7617700000000003</c:v>
                </c:pt>
                <c:pt idx="23779">
                  <c:v>6.7620800000000001</c:v>
                </c:pt>
                <c:pt idx="23780">
                  <c:v>6.7623800000000003</c:v>
                </c:pt>
                <c:pt idx="23781">
                  <c:v>6.7626900000000001</c:v>
                </c:pt>
                <c:pt idx="23782">
                  <c:v>6.7629999999999999</c:v>
                </c:pt>
                <c:pt idx="23783">
                  <c:v>6.7633000000000001</c:v>
                </c:pt>
                <c:pt idx="23784">
                  <c:v>6.7636099999999999</c:v>
                </c:pt>
                <c:pt idx="23785">
                  <c:v>6.7639100000000001</c:v>
                </c:pt>
                <c:pt idx="23786">
                  <c:v>6.7642199999999999</c:v>
                </c:pt>
                <c:pt idx="23787">
                  <c:v>6.7645200000000001</c:v>
                </c:pt>
                <c:pt idx="23788">
                  <c:v>6.7648299999999999</c:v>
                </c:pt>
                <c:pt idx="23789">
                  <c:v>6.7651300000000001</c:v>
                </c:pt>
                <c:pt idx="23790">
                  <c:v>6.7654399999999999</c:v>
                </c:pt>
                <c:pt idx="23791">
                  <c:v>6.7657400000000001</c:v>
                </c:pt>
                <c:pt idx="23792">
                  <c:v>6.7660499999999999</c:v>
                </c:pt>
                <c:pt idx="23793">
                  <c:v>6.7663599999999997</c:v>
                </c:pt>
                <c:pt idx="23794">
                  <c:v>6.7666599999999999</c:v>
                </c:pt>
                <c:pt idx="23795">
                  <c:v>6.7669699999999997</c:v>
                </c:pt>
                <c:pt idx="23796">
                  <c:v>6.7672699999999999</c:v>
                </c:pt>
                <c:pt idx="23797">
                  <c:v>6.7675799999999997</c:v>
                </c:pt>
                <c:pt idx="23798">
                  <c:v>6.7678799999999999</c:v>
                </c:pt>
                <c:pt idx="23799">
                  <c:v>6.7681899999999997</c:v>
                </c:pt>
                <c:pt idx="23800">
                  <c:v>6.7684899999999999</c:v>
                </c:pt>
                <c:pt idx="23801">
                  <c:v>6.7687999999999997</c:v>
                </c:pt>
                <c:pt idx="23802">
                  <c:v>6.7690999999999999</c:v>
                </c:pt>
                <c:pt idx="23803">
                  <c:v>6.7694099999999997</c:v>
                </c:pt>
                <c:pt idx="23804">
                  <c:v>6.7697099999999999</c:v>
                </c:pt>
                <c:pt idx="23805">
                  <c:v>6.7700199999999997</c:v>
                </c:pt>
                <c:pt idx="23806">
                  <c:v>6.7703300000000004</c:v>
                </c:pt>
                <c:pt idx="23807">
                  <c:v>6.7706299999999997</c:v>
                </c:pt>
                <c:pt idx="23808">
                  <c:v>6.7709400000000004</c:v>
                </c:pt>
                <c:pt idx="23809">
                  <c:v>6.7712399999999997</c:v>
                </c:pt>
                <c:pt idx="23810">
                  <c:v>6.7715500000000004</c:v>
                </c:pt>
                <c:pt idx="23811">
                  <c:v>6.7718499999999997</c:v>
                </c:pt>
                <c:pt idx="23812">
                  <c:v>6.7721600000000004</c:v>
                </c:pt>
                <c:pt idx="23813">
                  <c:v>6.7724599999999997</c:v>
                </c:pt>
                <c:pt idx="23814">
                  <c:v>6.7727700000000004</c:v>
                </c:pt>
                <c:pt idx="23815">
                  <c:v>6.7730699999999997</c:v>
                </c:pt>
                <c:pt idx="23816">
                  <c:v>6.7733800000000004</c:v>
                </c:pt>
                <c:pt idx="23817">
                  <c:v>6.7736799999999997</c:v>
                </c:pt>
                <c:pt idx="23818">
                  <c:v>6.7739900000000004</c:v>
                </c:pt>
                <c:pt idx="23819">
                  <c:v>6.7743000000000002</c:v>
                </c:pt>
                <c:pt idx="23820">
                  <c:v>6.7746000000000004</c:v>
                </c:pt>
                <c:pt idx="23821">
                  <c:v>6.7749100000000002</c:v>
                </c:pt>
                <c:pt idx="23822">
                  <c:v>6.7752100000000004</c:v>
                </c:pt>
                <c:pt idx="23823">
                  <c:v>6.7755200000000002</c:v>
                </c:pt>
                <c:pt idx="23824">
                  <c:v>6.7758200000000004</c:v>
                </c:pt>
                <c:pt idx="23825">
                  <c:v>6.7761300000000002</c:v>
                </c:pt>
                <c:pt idx="23826">
                  <c:v>6.7764300000000004</c:v>
                </c:pt>
                <c:pt idx="23827">
                  <c:v>6.7767400000000002</c:v>
                </c:pt>
                <c:pt idx="23828">
                  <c:v>6.7770400000000004</c:v>
                </c:pt>
                <c:pt idx="23829">
                  <c:v>6.7773500000000002</c:v>
                </c:pt>
                <c:pt idx="23830">
                  <c:v>6.7776500000000004</c:v>
                </c:pt>
                <c:pt idx="23831">
                  <c:v>6.7779600000000002</c:v>
                </c:pt>
                <c:pt idx="23832">
                  <c:v>6.77827</c:v>
                </c:pt>
                <c:pt idx="23833">
                  <c:v>6.7785700000000002</c:v>
                </c:pt>
                <c:pt idx="23834">
                  <c:v>6.77888</c:v>
                </c:pt>
                <c:pt idx="23835">
                  <c:v>6.7791800000000002</c:v>
                </c:pt>
                <c:pt idx="23836">
                  <c:v>6.77949</c:v>
                </c:pt>
                <c:pt idx="23837">
                  <c:v>6.7797900000000002</c:v>
                </c:pt>
                <c:pt idx="23838">
                  <c:v>6.7801</c:v>
                </c:pt>
                <c:pt idx="23839">
                  <c:v>6.7804000000000002</c:v>
                </c:pt>
                <c:pt idx="23840">
                  <c:v>6.78071</c:v>
                </c:pt>
                <c:pt idx="23841">
                  <c:v>6.7810100000000002</c:v>
                </c:pt>
                <c:pt idx="23842">
                  <c:v>6.78132</c:v>
                </c:pt>
                <c:pt idx="23843">
                  <c:v>6.7816200000000002</c:v>
                </c:pt>
                <c:pt idx="23844">
                  <c:v>6.78193</c:v>
                </c:pt>
                <c:pt idx="23845">
                  <c:v>6.7822399999999998</c:v>
                </c:pt>
                <c:pt idx="23846">
                  <c:v>6.78254</c:v>
                </c:pt>
                <c:pt idx="23847">
                  <c:v>6.7828499999999998</c:v>
                </c:pt>
                <c:pt idx="23848">
                  <c:v>6.78315</c:v>
                </c:pt>
                <c:pt idx="23849">
                  <c:v>6.7834599999999998</c:v>
                </c:pt>
                <c:pt idx="23850">
                  <c:v>6.78376</c:v>
                </c:pt>
                <c:pt idx="23851">
                  <c:v>6.7840699999999998</c:v>
                </c:pt>
                <c:pt idx="23852">
                  <c:v>6.78437</c:v>
                </c:pt>
                <c:pt idx="23853">
                  <c:v>6.7846799999999998</c:v>
                </c:pt>
                <c:pt idx="23854">
                  <c:v>6.78498</c:v>
                </c:pt>
                <c:pt idx="23855">
                  <c:v>6.7852899999999998</c:v>
                </c:pt>
                <c:pt idx="23856">
                  <c:v>6.7855999999999996</c:v>
                </c:pt>
                <c:pt idx="23857">
                  <c:v>6.7858999999999998</c:v>
                </c:pt>
                <c:pt idx="23858">
                  <c:v>6.7862099999999996</c:v>
                </c:pt>
                <c:pt idx="23859">
                  <c:v>6.7865099999999998</c:v>
                </c:pt>
                <c:pt idx="23860">
                  <c:v>6.7868199999999996</c:v>
                </c:pt>
                <c:pt idx="23861">
                  <c:v>6.7871199999999998</c:v>
                </c:pt>
                <c:pt idx="23862">
                  <c:v>6.7874299999999996</c:v>
                </c:pt>
                <c:pt idx="23863">
                  <c:v>6.7877299999999998</c:v>
                </c:pt>
                <c:pt idx="23864">
                  <c:v>6.7880399999999996</c:v>
                </c:pt>
                <c:pt idx="23865">
                  <c:v>6.7883399999999998</c:v>
                </c:pt>
                <c:pt idx="23866">
                  <c:v>6.7886499999999996</c:v>
                </c:pt>
                <c:pt idx="23867">
                  <c:v>6.7889499999999998</c:v>
                </c:pt>
                <c:pt idx="23868">
                  <c:v>6.7892599999999996</c:v>
                </c:pt>
                <c:pt idx="23869">
                  <c:v>6.7895700000000003</c:v>
                </c:pt>
                <c:pt idx="23870">
                  <c:v>6.7898699999999996</c:v>
                </c:pt>
                <c:pt idx="23871">
                  <c:v>6.7901800000000003</c:v>
                </c:pt>
                <c:pt idx="23872">
                  <c:v>6.7904799999999996</c:v>
                </c:pt>
                <c:pt idx="23873">
                  <c:v>6.7907900000000003</c:v>
                </c:pt>
                <c:pt idx="23874">
                  <c:v>6.7910899999999996</c:v>
                </c:pt>
                <c:pt idx="23875">
                  <c:v>6.7914000000000003</c:v>
                </c:pt>
                <c:pt idx="23876">
                  <c:v>6.7916999999999996</c:v>
                </c:pt>
                <c:pt idx="23877">
                  <c:v>6.7920100000000003</c:v>
                </c:pt>
                <c:pt idx="23878">
                  <c:v>6.7923099999999996</c:v>
                </c:pt>
                <c:pt idx="23879">
                  <c:v>6.7926200000000003</c:v>
                </c:pt>
                <c:pt idx="23880">
                  <c:v>6.7929199999999996</c:v>
                </c:pt>
                <c:pt idx="23881">
                  <c:v>6.7932300000000003</c:v>
                </c:pt>
                <c:pt idx="23882">
                  <c:v>6.7935400000000001</c:v>
                </c:pt>
                <c:pt idx="23883">
                  <c:v>6.7938400000000003</c:v>
                </c:pt>
                <c:pt idx="23884">
                  <c:v>6.7941500000000001</c:v>
                </c:pt>
                <c:pt idx="23885">
                  <c:v>6.7944500000000003</c:v>
                </c:pt>
                <c:pt idx="23886">
                  <c:v>6.7947600000000001</c:v>
                </c:pt>
                <c:pt idx="23887">
                  <c:v>6.7950600000000003</c:v>
                </c:pt>
                <c:pt idx="23888">
                  <c:v>6.7953700000000001</c:v>
                </c:pt>
                <c:pt idx="23889">
                  <c:v>6.7956700000000003</c:v>
                </c:pt>
                <c:pt idx="23890">
                  <c:v>6.7959800000000001</c:v>
                </c:pt>
                <c:pt idx="23891">
                  <c:v>6.7962800000000003</c:v>
                </c:pt>
                <c:pt idx="23892">
                  <c:v>6.7965900000000001</c:v>
                </c:pt>
                <c:pt idx="23893">
                  <c:v>6.7968900000000003</c:v>
                </c:pt>
                <c:pt idx="23894">
                  <c:v>6.7972000000000001</c:v>
                </c:pt>
                <c:pt idx="23895">
                  <c:v>6.7975099999999999</c:v>
                </c:pt>
                <c:pt idx="23896">
                  <c:v>6.7978100000000001</c:v>
                </c:pt>
                <c:pt idx="23897">
                  <c:v>6.7981199999999999</c:v>
                </c:pt>
                <c:pt idx="23898">
                  <c:v>6.7984200000000001</c:v>
                </c:pt>
                <c:pt idx="23899">
                  <c:v>6.7987299999999999</c:v>
                </c:pt>
                <c:pt idx="23900">
                  <c:v>6.7990300000000001</c:v>
                </c:pt>
                <c:pt idx="23901">
                  <c:v>6.7993399999999999</c:v>
                </c:pt>
                <c:pt idx="23902">
                  <c:v>6.7996400000000001</c:v>
                </c:pt>
                <c:pt idx="23903">
                  <c:v>6.7999499999999999</c:v>
                </c:pt>
                <c:pt idx="23904">
                  <c:v>6.8002500000000001</c:v>
                </c:pt>
                <c:pt idx="23905">
                  <c:v>6.8005599999999999</c:v>
                </c:pt>
                <c:pt idx="23906">
                  <c:v>6.8008699999999997</c:v>
                </c:pt>
                <c:pt idx="23907">
                  <c:v>6.8011699999999999</c:v>
                </c:pt>
                <c:pt idx="23908">
                  <c:v>6.8014799999999997</c:v>
                </c:pt>
                <c:pt idx="23909">
                  <c:v>6.8017799999999999</c:v>
                </c:pt>
                <c:pt idx="23910">
                  <c:v>6.8020899999999997</c:v>
                </c:pt>
                <c:pt idx="23911">
                  <c:v>6.8023899999999999</c:v>
                </c:pt>
                <c:pt idx="23912">
                  <c:v>6.8026999999999997</c:v>
                </c:pt>
                <c:pt idx="23913">
                  <c:v>6.8029999999999999</c:v>
                </c:pt>
                <c:pt idx="23914">
                  <c:v>6.8033099999999997</c:v>
                </c:pt>
                <c:pt idx="23915">
                  <c:v>6.8036099999999999</c:v>
                </c:pt>
                <c:pt idx="23916">
                  <c:v>6.8039199999999997</c:v>
                </c:pt>
                <c:pt idx="23917">
                  <c:v>6.8042199999999999</c:v>
                </c:pt>
                <c:pt idx="23918">
                  <c:v>6.8045299999999997</c:v>
                </c:pt>
                <c:pt idx="23919">
                  <c:v>6.8048400000000004</c:v>
                </c:pt>
                <c:pt idx="23920">
                  <c:v>6.8051399999999997</c:v>
                </c:pt>
                <c:pt idx="23921">
                  <c:v>6.8054500000000004</c:v>
                </c:pt>
                <c:pt idx="23922">
                  <c:v>6.8057499999999997</c:v>
                </c:pt>
                <c:pt idx="23923">
                  <c:v>6.8060600000000004</c:v>
                </c:pt>
                <c:pt idx="23924">
                  <c:v>6.8063599999999997</c:v>
                </c:pt>
                <c:pt idx="23925">
                  <c:v>6.8066700000000004</c:v>
                </c:pt>
                <c:pt idx="23926">
                  <c:v>6.8069699999999997</c:v>
                </c:pt>
                <c:pt idx="23927">
                  <c:v>6.8072800000000004</c:v>
                </c:pt>
                <c:pt idx="23928">
                  <c:v>6.8075799999999997</c:v>
                </c:pt>
                <c:pt idx="23929">
                  <c:v>6.8078900000000004</c:v>
                </c:pt>
                <c:pt idx="23930">
                  <c:v>6.8081899999999997</c:v>
                </c:pt>
                <c:pt idx="23931">
                  <c:v>6.8085000000000004</c:v>
                </c:pt>
                <c:pt idx="23932">
                  <c:v>6.8088100000000003</c:v>
                </c:pt>
                <c:pt idx="23933">
                  <c:v>6.8091100000000004</c:v>
                </c:pt>
                <c:pt idx="23934">
                  <c:v>6.8094200000000003</c:v>
                </c:pt>
                <c:pt idx="23935">
                  <c:v>6.8097200000000004</c:v>
                </c:pt>
                <c:pt idx="23936">
                  <c:v>6.8100300000000002</c:v>
                </c:pt>
                <c:pt idx="23937">
                  <c:v>6.8103300000000004</c:v>
                </c:pt>
                <c:pt idx="23938">
                  <c:v>6.8106400000000002</c:v>
                </c:pt>
                <c:pt idx="23939">
                  <c:v>6.8109400000000004</c:v>
                </c:pt>
                <c:pt idx="23940">
                  <c:v>6.8112500000000002</c:v>
                </c:pt>
                <c:pt idx="23941">
                  <c:v>6.8115500000000004</c:v>
                </c:pt>
                <c:pt idx="23942">
                  <c:v>6.8118600000000002</c:v>
                </c:pt>
                <c:pt idx="23943">
                  <c:v>6.8121600000000004</c:v>
                </c:pt>
                <c:pt idx="23944">
                  <c:v>6.8124700000000002</c:v>
                </c:pt>
                <c:pt idx="23945">
                  <c:v>6.8127800000000001</c:v>
                </c:pt>
                <c:pt idx="23946">
                  <c:v>6.8130800000000002</c:v>
                </c:pt>
                <c:pt idx="23947">
                  <c:v>6.8133900000000001</c:v>
                </c:pt>
                <c:pt idx="23948">
                  <c:v>6.8136900000000002</c:v>
                </c:pt>
                <c:pt idx="23949">
                  <c:v>6.8140000000000001</c:v>
                </c:pt>
                <c:pt idx="23950">
                  <c:v>6.8143000000000002</c:v>
                </c:pt>
                <c:pt idx="23951">
                  <c:v>6.8146100000000001</c:v>
                </c:pt>
                <c:pt idx="23952">
                  <c:v>6.8149100000000002</c:v>
                </c:pt>
                <c:pt idx="23953">
                  <c:v>6.8152200000000001</c:v>
                </c:pt>
                <c:pt idx="23954">
                  <c:v>6.8155200000000002</c:v>
                </c:pt>
                <c:pt idx="23955">
                  <c:v>6.8158300000000001</c:v>
                </c:pt>
                <c:pt idx="23956">
                  <c:v>6.8161300000000002</c:v>
                </c:pt>
                <c:pt idx="23957">
                  <c:v>6.8164400000000001</c:v>
                </c:pt>
                <c:pt idx="23958">
                  <c:v>6.8167499999999999</c:v>
                </c:pt>
                <c:pt idx="23959">
                  <c:v>6.8170500000000001</c:v>
                </c:pt>
                <c:pt idx="23960">
                  <c:v>6.8173599999999999</c:v>
                </c:pt>
                <c:pt idx="23961">
                  <c:v>6.8176600000000001</c:v>
                </c:pt>
                <c:pt idx="23962">
                  <c:v>6.8179699999999999</c:v>
                </c:pt>
                <c:pt idx="23963">
                  <c:v>6.8182700000000001</c:v>
                </c:pt>
                <c:pt idx="23964">
                  <c:v>6.8185799999999999</c:v>
                </c:pt>
                <c:pt idx="23965">
                  <c:v>6.8188800000000001</c:v>
                </c:pt>
                <c:pt idx="23966">
                  <c:v>6.8191899999999999</c:v>
                </c:pt>
                <c:pt idx="23967">
                  <c:v>6.8194900000000001</c:v>
                </c:pt>
                <c:pt idx="23968">
                  <c:v>6.8197999999999999</c:v>
                </c:pt>
                <c:pt idx="23969">
                  <c:v>6.8201099999999997</c:v>
                </c:pt>
                <c:pt idx="23970">
                  <c:v>6.8204099999999999</c:v>
                </c:pt>
                <c:pt idx="23971">
                  <c:v>6.8207199999999997</c:v>
                </c:pt>
                <c:pt idx="23972">
                  <c:v>6.8210199999999999</c:v>
                </c:pt>
                <c:pt idx="23973">
                  <c:v>6.8213299999999997</c:v>
                </c:pt>
                <c:pt idx="23974">
                  <c:v>6.8216299999999999</c:v>
                </c:pt>
                <c:pt idx="23975">
                  <c:v>6.8219399999999997</c:v>
                </c:pt>
                <c:pt idx="23976">
                  <c:v>6.8222399999999999</c:v>
                </c:pt>
                <c:pt idx="23977">
                  <c:v>6.8225499999999997</c:v>
                </c:pt>
                <c:pt idx="23978">
                  <c:v>6.8228499999999999</c:v>
                </c:pt>
                <c:pt idx="23979">
                  <c:v>6.8231599999999997</c:v>
                </c:pt>
                <c:pt idx="23980">
                  <c:v>6.8234599999999999</c:v>
                </c:pt>
                <c:pt idx="23981">
                  <c:v>6.8237699999999997</c:v>
                </c:pt>
                <c:pt idx="23982">
                  <c:v>6.8240800000000004</c:v>
                </c:pt>
                <c:pt idx="23983">
                  <c:v>6.8243799999999997</c:v>
                </c:pt>
                <c:pt idx="23984">
                  <c:v>6.8246900000000004</c:v>
                </c:pt>
                <c:pt idx="23985">
                  <c:v>6.8249899999999997</c:v>
                </c:pt>
                <c:pt idx="23986">
                  <c:v>6.8253000000000004</c:v>
                </c:pt>
                <c:pt idx="23987">
                  <c:v>6.8255999999999997</c:v>
                </c:pt>
                <c:pt idx="23988">
                  <c:v>6.8259100000000004</c:v>
                </c:pt>
                <c:pt idx="23989">
                  <c:v>6.8262099999999997</c:v>
                </c:pt>
                <c:pt idx="23990">
                  <c:v>6.8265200000000004</c:v>
                </c:pt>
                <c:pt idx="23991">
                  <c:v>6.8268199999999997</c:v>
                </c:pt>
                <c:pt idx="23992">
                  <c:v>6.8271300000000004</c:v>
                </c:pt>
                <c:pt idx="23993">
                  <c:v>6.8274299999999997</c:v>
                </c:pt>
                <c:pt idx="23994">
                  <c:v>6.8277400000000004</c:v>
                </c:pt>
                <c:pt idx="23995">
                  <c:v>6.8280500000000002</c:v>
                </c:pt>
                <c:pt idx="23996">
                  <c:v>6.8283500000000004</c:v>
                </c:pt>
                <c:pt idx="23997">
                  <c:v>6.8286600000000002</c:v>
                </c:pt>
                <c:pt idx="23998">
                  <c:v>6.8289600000000004</c:v>
                </c:pt>
                <c:pt idx="23999">
                  <c:v>6.8292700000000002</c:v>
                </c:pt>
                <c:pt idx="24000">
                  <c:v>6.8295700000000004</c:v>
                </c:pt>
                <c:pt idx="24001">
                  <c:v>6.8298800000000002</c:v>
                </c:pt>
                <c:pt idx="24002">
                  <c:v>6.8301800000000004</c:v>
                </c:pt>
                <c:pt idx="24003">
                  <c:v>6.8304900000000002</c:v>
                </c:pt>
                <c:pt idx="24004">
                  <c:v>6.8307900000000004</c:v>
                </c:pt>
                <c:pt idx="24005">
                  <c:v>6.8311000000000002</c:v>
                </c:pt>
                <c:pt idx="24006">
                  <c:v>6.8314000000000004</c:v>
                </c:pt>
                <c:pt idx="24007">
                  <c:v>6.8317100000000002</c:v>
                </c:pt>
                <c:pt idx="24008">
                  <c:v>6.83202</c:v>
                </c:pt>
                <c:pt idx="24009">
                  <c:v>6.8323200000000002</c:v>
                </c:pt>
                <c:pt idx="24010">
                  <c:v>6.83263</c:v>
                </c:pt>
                <c:pt idx="24011">
                  <c:v>6.8329300000000002</c:v>
                </c:pt>
                <c:pt idx="24012">
                  <c:v>6.83324</c:v>
                </c:pt>
                <c:pt idx="24013">
                  <c:v>6.8335400000000002</c:v>
                </c:pt>
                <c:pt idx="24014">
                  <c:v>6.83385</c:v>
                </c:pt>
                <c:pt idx="24015">
                  <c:v>6.8341500000000002</c:v>
                </c:pt>
                <c:pt idx="24016">
                  <c:v>6.83446</c:v>
                </c:pt>
                <c:pt idx="24017">
                  <c:v>6.8347600000000002</c:v>
                </c:pt>
                <c:pt idx="24018">
                  <c:v>6.83507</c:v>
                </c:pt>
                <c:pt idx="24019">
                  <c:v>6.8353700000000002</c:v>
                </c:pt>
                <c:pt idx="24020">
                  <c:v>6.83568</c:v>
                </c:pt>
                <c:pt idx="24021">
                  <c:v>6.8359899999999998</c:v>
                </c:pt>
                <c:pt idx="24022">
                  <c:v>6.83629</c:v>
                </c:pt>
                <c:pt idx="24023">
                  <c:v>6.8365999999999998</c:v>
                </c:pt>
                <c:pt idx="24024">
                  <c:v>6.8369</c:v>
                </c:pt>
                <c:pt idx="24025">
                  <c:v>6.8372099999999998</c:v>
                </c:pt>
                <c:pt idx="24026">
                  <c:v>6.83751</c:v>
                </c:pt>
                <c:pt idx="24027">
                  <c:v>6.8378199999999998</c:v>
                </c:pt>
                <c:pt idx="24028">
                  <c:v>6.83812</c:v>
                </c:pt>
                <c:pt idx="24029">
                  <c:v>6.8384299999999998</c:v>
                </c:pt>
                <c:pt idx="24030">
                  <c:v>6.83873</c:v>
                </c:pt>
                <c:pt idx="24031">
                  <c:v>6.8390399999999998</c:v>
                </c:pt>
                <c:pt idx="24032">
                  <c:v>6.8393499999999996</c:v>
                </c:pt>
                <c:pt idx="24033">
                  <c:v>6.8396499999999998</c:v>
                </c:pt>
                <c:pt idx="24034">
                  <c:v>6.8399599999999996</c:v>
                </c:pt>
                <c:pt idx="24035">
                  <c:v>6.8402599999999998</c:v>
                </c:pt>
                <c:pt idx="24036">
                  <c:v>6.8405699999999996</c:v>
                </c:pt>
                <c:pt idx="24037">
                  <c:v>6.8408699999999998</c:v>
                </c:pt>
                <c:pt idx="24038">
                  <c:v>6.8411799999999996</c:v>
                </c:pt>
                <c:pt idx="24039">
                  <c:v>6.8414799999999998</c:v>
                </c:pt>
                <c:pt idx="24040">
                  <c:v>6.8417899999999996</c:v>
                </c:pt>
                <c:pt idx="24041">
                  <c:v>6.8420899999999998</c:v>
                </c:pt>
                <c:pt idx="24042">
                  <c:v>6.8423999999999996</c:v>
                </c:pt>
                <c:pt idx="24043">
                  <c:v>6.8426999999999998</c:v>
                </c:pt>
                <c:pt idx="24044">
                  <c:v>6.8430099999999996</c:v>
                </c:pt>
                <c:pt idx="24045">
                  <c:v>6.8433200000000003</c:v>
                </c:pt>
                <c:pt idx="24046">
                  <c:v>6.8436199999999996</c:v>
                </c:pt>
                <c:pt idx="24047">
                  <c:v>6.8439300000000003</c:v>
                </c:pt>
                <c:pt idx="24048">
                  <c:v>6.8442299999999996</c:v>
                </c:pt>
                <c:pt idx="24049">
                  <c:v>6.8445400000000003</c:v>
                </c:pt>
                <c:pt idx="24050">
                  <c:v>6.8448399999999996</c:v>
                </c:pt>
                <c:pt idx="24051">
                  <c:v>6.8451500000000003</c:v>
                </c:pt>
                <c:pt idx="24052">
                  <c:v>6.8454499999999996</c:v>
                </c:pt>
                <c:pt idx="24053">
                  <c:v>6.8457600000000003</c:v>
                </c:pt>
                <c:pt idx="24054">
                  <c:v>6.8460599999999996</c:v>
                </c:pt>
                <c:pt idx="24055">
                  <c:v>6.8463700000000003</c:v>
                </c:pt>
                <c:pt idx="24056">
                  <c:v>6.8466699999999996</c:v>
                </c:pt>
                <c:pt idx="24057">
                  <c:v>6.8469800000000003</c:v>
                </c:pt>
                <c:pt idx="24058">
                  <c:v>6.8472900000000001</c:v>
                </c:pt>
                <c:pt idx="24059">
                  <c:v>6.8475900000000003</c:v>
                </c:pt>
                <c:pt idx="24060">
                  <c:v>6.8479000000000001</c:v>
                </c:pt>
                <c:pt idx="24061">
                  <c:v>6.8482000000000003</c:v>
                </c:pt>
                <c:pt idx="24062">
                  <c:v>6.8485100000000001</c:v>
                </c:pt>
                <c:pt idx="24063">
                  <c:v>6.8488100000000003</c:v>
                </c:pt>
                <c:pt idx="24064">
                  <c:v>6.8491200000000001</c:v>
                </c:pt>
                <c:pt idx="24065">
                  <c:v>6.8494200000000003</c:v>
                </c:pt>
                <c:pt idx="24066">
                  <c:v>6.8497300000000001</c:v>
                </c:pt>
                <c:pt idx="24067">
                  <c:v>6.8500300000000003</c:v>
                </c:pt>
                <c:pt idx="24068">
                  <c:v>6.8503400000000001</c:v>
                </c:pt>
                <c:pt idx="24069">
                  <c:v>6.8506400000000003</c:v>
                </c:pt>
                <c:pt idx="24070">
                  <c:v>6.8509500000000001</c:v>
                </c:pt>
                <c:pt idx="24071">
                  <c:v>6.8512599999999999</c:v>
                </c:pt>
                <c:pt idx="24072">
                  <c:v>6.8515600000000001</c:v>
                </c:pt>
                <c:pt idx="24073">
                  <c:v>6.8518699999999999</c:v>
                </c:pt>
                <c:pt idx="24074">
                  <c:v>6.8521700000000001</c:v>
                </c:pt>
                <c:pt idx="24075">
                  <c:v>6.8524799999999999</c:v>
                </c:pt>
                <c:pt idx="24076">
                  <c:v>6.8527800000000001</c:v>
                </c:pt>
                <c:pt idx="24077">
                  <c:v>6.8530899999999999</c:v>
                </c:pt>
                <c:pt idx="24078">
                  <c:v>6.8533900000000001</c:v>
                </c:pt>
                <c:pt idx="24079">
                  <c:v>6.8536999999999999</c:v>
                </c:pt>
                <c:pt idx="24080">
                  <c:v>6.8540000000000001</c:v>
                </c:pt>
                <c:pt idx="24081">
                  <c:v>6.8543099999999999</c:v>
                </c:pt>
                <c:pt idx="24082">
                  <c:v>6.8546199999999997</c:v>
                </c:pt>
                <c:pt idx="24083">
                  <c:v>6.8549199999999999</c:v>
                </c:pt>
                <c:pt idx="24084">
                  <c:v>6.8552299999999997</c:v>
                </c:pt>
                <c:pt idx="24085">
                  <c:v>6.8555299999999999</c:v>
                </c:pt>
                <c:pt idx="24086">
                  <c:v>6.8558399999999997</c:v>
                </c:pt>
                <c:pt idx="24087">
                  <c:v>6.8561399999999999</c:v>
                </c:pt>
                <c:pt idx="24088">
                  <c:v>6.8564499999999997</c:v>
                </c:pt>
                <c:pt idx="24089">
                  <c:v>6.8567499999999999</c:v>
                </c:pt>
                <c:pt idx="24090">
                  <c:v>6.8570599999999997</c:v>
                </c:pt>
                <c:pt idx="24091">
                  <c:v>6.8573599999999999</c:v>
                </c:pt>
                <c:pt idx="24092">
                  <c:v>6.8576699999999997</c:v>
                </c:pt>
                <c:pt idx="24093">
                  <c:v>6.8579699999999999</c:v>
                </c:pt>
                <c:pt idx="24094">
                  <c:v>6.8582799999999997</c:v>
                </c:pt>
                <c:pt idx="24095">
                  <c:v>6.8585900000000004</c:v>
                </c:pt>
                <c:pt idx="24096">
                  <c:v>6.8588899999999997</c:v>
                </c:pt>
                <c:pt idx="24097">
                  <c:v>6.8592000000000004</c:v>
                </c:pt>
                <c:pt idx="24098">
                  <c:v>6.8594999999999997</c:v>
                </c:pt>
                <c:pt idx="24099">
                  <c:v>6.8598100000000004</c:v>
                </c:pt>
                <c:pt idx="24100">
                  <c:v>6.8601099999999997</c:v>
                </c:pt>
                <c:pt idx="24101">
                  <c:v>6.8604200000000004</c:v>
                </c:pt>
                <c:pt idx="24102">
                  <c:v>6.8607199999999997</c:v>
                </c:pt>
                <c:pt idx="24103">
                  <c:v>6.8610300000000004</c:v>
                </c:pt>
                <c:pt idx="24104">
                  <c:v>6.8613299999999997</c:v>
                </c:pt>
                <c:pt idx="24105">
                  <c:v>6.8616400000000004</c:v>
                </c:pt>
                <c:pt idx="24106">
                  <c:v>6.8619399999999997</c:v>
                </c:pt>
                <c:pt idx="24107">
                  <c:v>6.8622500000000004</c:v>
                </c:pt>
                <c:pt idx="24108">
                  <c:v>6.8625600000000002</c:v>
                </c:pt>
                <c:pt idx="24109">
                  <c:v>6.8628600000000004</c:v>
                </c:pt>
                <c:pt idx="24110">
                  <c:v>6.8631700000000002</c:v>
                </c:pt>
                <c:pt idx="24111">
                  <c:v>6.8634700000000004</c:v>
                </c:pt>
                <c:pt idx="24112">
                  <c:v>6.8637800000000002</c:v>
                </c:pt>
                <c:pt idx="24113">
                  <c:v>6.8640800000000004</c:v>
                </c:pt>
                <c:pt idx="24114">
                  <c:v>6.8643900000000002</c:v>
                </c:pt>
                <c:pt idx="24115">
                  <c:v>6.8646900000000004</c:v>
                </c:pt>
                <c:pt idx="24116">
                  <c:v>6.8650000000000002</c:v>
                </c:pt>
                <c:pt idx="24117">
                  <c:v>6.8653000000000004</c:v>
                </c:pt>
                <c:pt idx="24118">
                  <c:v>6.8656100000000002</c:v>
                </c:pt>
                <c:pt idx="24119">
                  <c:v>6.8659100000000004</c:v>
                </c:pt>
                <c:pt idx="24120">
                  <c:v>6.8662200000000002</c:v>
                </c:pt>
                <c:pt idx="24121">
                  <c:v>6.86653</c:v>
                </c:pt>
                <c:pt idx="24122">
                  <c:v>6.8668300000000002</c:v>
                </c:pt>
                <c:pt idx="24123">
                  <c:v>6.86714</c:v>
                </c:pt>
                <c:pt idx="24124">
                  <c:v>6.8674400000000002</c:v>
                </c:pt>
                <c:pt idx="24125">
                  <c:v>6.86775</c:v>
                </c:pt>
                <c:pt idx="24126">
                  <c:v>6.8680500000000002</c:v>
                </c:pt>
                <c:pt idx="24127">
                  <c:v>6.86836</c:v>
                </c:pt>
                <c:pt idx="24128">
                  <c:v>6.8686600000000002</c:v>
                </c:pt>
                <c:pt idx="24129">
                  <c:v>6.86897</c:v>
                </c:pt>
                <c:pt idx="24130">
                  <c:v>6.8692700000000002</c:v>
                </c:pt>
                <c:pt idx="24131">
                  <c:v>6.86958</c:v>
                </c:pt>
                <c:pt idx="24132">
                  <c:v>6.8698800000000002</c:v>
                </c:pt>
                <c:pt idx="24133">
                  <c:v>6.87019</c:v>
                </c:pt>
                <c:pt idx="24134">
                  <c:v>6.8704999999999998</c:v>
                </c:pt>
                <c:pt idx="24135">
                  <c:v>6.8708</c:v>
                </c:pt>
                <c:pt idx="24136">
                  <c:v>6.8711099999999998</c:v>
                </c:pt>
                <c:pt idx="24137">
                  <c:v>6.87141</c:v>
                </c:pt>
                <c:pt idx="24138">
                  <c:v>6.8717199999999998</c:v>
                </c:pt>
                <c:pt idx="24139">
                  <c:v>6.87202</c:v>
                </c:pt>
                <c:pt idx="24140">
                  <c:v>6.8723299999999998</c:v>
                </c:pt>
                <c:pt idx="24141">
                  <c:v>6.87263</c:v>
                </c:pt>
                <c:pt idx="24142">
                  <c:v>6.8729399999999998</c:v>
                </c:pt>
                <c:pt idx="24143">
                  <c:v>6.87324</c:v>
                </c:pt>
                <c:pt idx="24144">
                  <c:v>6.8735499999999998</c:v>
                </c:pt>
                <c:pt idx="24145">
                  <c:v>6.8738599999999996</c:v>
                </c:pt>
                <c:pt idx="24146">
                  <c:v>6.8741599999999998</c:v>
                </c:pt>
                <c:pt idx="24147">
                  <c:v>6.8744699999999996</c:v>
                </c:pt>
                <c:pt idx="24148">
                  <c:v>6.8747699999999998</c:v>
                </c:pt>
                <c:pt idx="24149">
                  <c:v>6.8750799999999996</c:v>
                </c:pt>
                <c:pt idx="24150">
                  <c:v>6.8753799999999998</c:v>
                </c:pt>
                <c:pt idx="24151">
                  <c:v>6.8756899999999996</c:v>
                </c:pt>
                <c:pt idx="24152">
                  <c:v>6.8759899999999998</c:v>
                </c:pt>
                <c:pt idx="24153">
                  <c:v>6.8762999999999996</c:v>
                </c:pt>
                <c:pt idx="24154">
                  <c:v>6.8765999999999998</c:v>
                </c:pt>
                <c:pt idx="24155">
                  <c:v>6.8769099999999996</c:v>
                </c:pt>
                <c:pt idx="24156">
                  <c:v>6.8772099999999998</c:v>
                </c:pt>
                <c:pt idx="24157">
                  <c:v>6.8775199999999996</c:v>
                </c:pt>
                <c:pt idx="24158">
                  <c:v>6.8778300000000003</c:v>
                </c:pt>
                <c:pt idx="24159">
                  <c:v>6.8781299999999996</c:v>
                </c:pt>
                <c:pt idx="24160">
                  <c:v>6.8784400000000003</c:v>
                </c:pt>
                <c:pt idx="24161">
                  <c:v>6.8787399999999996</c:v>
                </c:pt>
                <c:pt idx="24162">
                  <c:v>6.8790500000000003</c:v>
                </c:pt>
                <c:pt idx="24163">
                  <c:v>6.8793499999999996</c:v>
                </c:pt>
                <c:pt idx="24164">
                  <c:v>6.8796600000000003</c:v>
                </c:pt>
                <c:pt idx="24165">
                  <c:v>6.8799599999999996</c:v>
                </c:pt>
                <c:pt idx="24166">
                  <c:v>6.8802700000000003</c:v>
                </c:pt>
                <c:pt idx="24167">
                  <c:v>6.8805699999999996</c:v>
                </c:pt>
                <c:pt idx="24168">
                  <c:v>6.8808800000000003</c:v>
                </c:pt>
                <c:pt idx="24169">
                  <c:v>6.8811799999999996</c:v>
                </c:pt>
                <c:pt idx="24170">
                  <c:v>6.8814900000000003</c:v>
                </c:pt>
                <c:pt idx="24171">
                  <c:v>6.8818000000000001</c:v>
                </c:pt>
                <c:pt idx="24172">
                  <c:v>6.8821000000000003</c:v>
                </c:pt>
                <c:pt idx="24173">
                  <c:v>6.8824100000000001</c:v>
                </c:pt>
                <c:pt idx="24174">
                  <c:v>6.8827100000000003</c:v>
                </c:pt>
                <c:pt idx="24175">
                  <c:v>6.8830200000000001</c:v>
                </c:pt>
                <c:pt idx="24176">
                  <c:v>6.8833200000000003</c:v>
                </c:pt>
                <c:pt idx="24177">
                  <c:v>6.8836300000000001</c:v>
                </c:pt>
                <c:pt idx="24178">
                  <c:v>6.8839300000000003</c:v>
                </c:pt>
                <c:pt idx="24179">
                  <c:v>6.8842400000000001</c:v>
                </c:pt>
                <c:pt idx="24180">
                  <c:v>6.8845400000000003</c:v>
                </c:pt>
                <c:pt idx="24181">
                  <c:v>6.8848500000000001</c:v>
                </c:pt>
                <c:pt idx="24182">
                  <c:v>6.8851500000000003</c:v>
                </c:pt>
                <c:pt idx="24183">
                  <c:v>6.8854600000000001</c:v>
                </c:pt>
                <c:pt idx="24184">
                  <c:v>6.8857699999999999</c:v>
                </c:pt>
                <c:pt idx="24185">
                  <c:v>6.8860700000000001</c:v>
                </c:pt>
                <c:pt idx="24186">
                  <c:v>6.8863799999999999</c:v>
                </c:pt>
                <c:pt idx="24187">
                  <c:v>6.8866800000000001</c:v>
                </c:pt>
                <c:pt idx="24188">
                  <c:v>6.8869899999999999</c:v>
                </c:pt>
                <c:pt idx="24189">
                  <c:v>6.8872900000000001</c:v>
                </c:pt>
                <c:pt idx="24190">
                  <c:v>6.8875999999999999</c:v>
                </c:pt>
                <c:pt idx="24191">
                  <c:v>6.8879000000000001</c:v>
                </c:pt>
                <c:pt idx="24192">
                  <c:v>6.8882099999999999</c:v>
                </c:pt>
                <c:pt idx="24193">
                  <c:v>6.8885100000000001</c:v>
                </c:pt>
                <c:pt idx="24194">
                  <c:v>6.8888199999999999</c:v>
                </c:pt>
                <c:pt idx="24195">
                  <c:v>6.8891200000000001</c:v>
                </c:pt>
                <c:pt idx="24196">
                  <c:v>6.8894299999999999</c:v>
                </c:pt>
                <c:pt idx="24197">
                  <c:v>6.8897399999999998</c:v>
                </c:pt>
                <c:pt idx="24198">
                  <c:v>6.8900399999999999</c:v>
                </c:pt>
                <c:pt idx="24199">
                  <c:v>6.8903499999999998</c:v>
                </c:pt>
                <c:pt idx="24200">
                  <c:v>6.8906499999999999</c:v>
                </c:pt>
                <c:pt idx="24201">
                  <c:v>6.8909599999999998</c:v>
                </c:pt>
                <c:pt idx="24202">
                  <c:v>6.8912599999999999</c:v>
                </c:pt>
                <c:pt idx="24203">
                  <c:v>6.8915699999999998</c:v>
                </c:pt>
                <c:pt idx="24204">
                  <c:v>6.8918699999999999</c:v>
                </c:pt>
                <c:pt idx="24205">
                  <c:v>6.8921799999999998</c:v>
                </c:pt>
                <c:pt idx="24206">
                  <c:v>6.8924799999999999</c:v>
                </c:pt>
                <c:pt idx="24207">
                  <c:v>6.8927899999999998</c:v>
                </c:pt>
                <c:pt idx="24208">
                  <c:v>6.8930999999999996</c:v>
                </c:pt>
                <c:pt idx="24209">
                  <c:v>6.8933999999999997</c:v>
                </c:pt>
                <c:pt idx="24210">
                  <c:v>6.8937099999999996</c:v>
                </c:pt>
                <c:pt idx="24211">
                  <c:v>6.8940099999999997</c:v>
                </c:pt>
                <c:pt idx="24212">
                  <c:v>6.8943199999999996</c:v>
                </c:pt>
                <c:pt idx="24213">
                  <c:v>6.8946199999999997</c:v>
                </c:pt>
                <c:pt idx="24214">
                  <c:v>6.8949299999999996</c:v>
                </c:pt>
                <c:pt idx="24215">
                  <c:v>6.8952299999999997</c:v>
                </c:pt>
                <c:pt idx="24216">
                  <c:v>6.8955399999999996</c:v>
                </c:pt>
                <c:pt idx="24217">
                  <c:v>6.8958399999999997</c:v>
                </c:pt>
                <c:pt idx="24218">
                  <c:v>6.8961499999999996</c:v>
                </c:pt>
                <c:pt idx="24219">
                  <c:v>6.8964499999999997</c:v>
                </c:pt>
                <c:pt idx="24220">
                  <c:v>6.8967599999999996</c:v>
                </c:pt>
                <c:pt idx="24221">
                  <c:v>6.8970700000000003</c:v>
                </c:pt>
                <c:pt idx="24222">
                  <c:v>6.8973699999999996</c:v>
                </c:pt>
                <c:pt idx="24223">
                  <c:v>6.8976800000000003</c:v>
                </c:pt>
                <c:pt idx="24224">
                  <c:v>6.8979799999999996</c:v>
                </c:pt>
                <c:pt idx="24225">
                  <c:v>6.8982900000000003</c:v>
                </c:pt>
                <c:pt idx="24226">
                  <c:v>6.8985900000000004</c:v>
                </c:pt>
                <c:pt idx="24227">
                  <c:v>6.8989000000000003</c:v>
                </c:pt>
                <c:pt idx="24228">
                  <c:v>6.8992000000000004</c:v>
                </c:pt>
                <c:pt idx="24229">
                  <c:v>6.8995100000000003</c:v>
                </c:pt>
                <c:pt idx="24230">
                  <c:v>6.8998100000000004</c:v>
                </c:pt>
                <c:pt idx="24231">
                  <c:v>6.9001200000000003</c:v>
                </c:pt>
                <c:pt idx="24232">
                  <c:v>6.9004200000000004</c:v>
                </c:pt>
                <c:pt idx="24233">
                  <c:v>6.9007300000000003</c:v>
                </c:pt>
                <c:pt idx="24234">
                  <c:v>6.9010400000000001</c:v>
                </c:pt>
                <c:pt idx="24235">
                  <c:v>6.9013400000000003</c:v>
                </c:pt>
                <c:pt idx="24236">
                  <c:v>6.9016500000000001</c:v>
                </c:pt>
                <c:pt idx="24237">
                  <c:v>6.9019500000000003</c:v>
                </c:pt>
                <c:pt idx="24238">
                  <c:v>6.9022600000000001</c:v>
                </c:pt>
                <c:pt idx="24239">
                  <c:v>6.9025600000000003</c:v>
                </c:pt>
                <c:pt idx="24240">
                  <c:v>6.9028700000000001</c:v>
                </c:pt>
                <c:pt idx="24241">
                  <c:v>6.9031700000000003</c:v>
                </c:pt>
                <c:pt idx="24242">
                  <c:v>6.9034800000000001</c:v>
                </c:pt>
                <c:pt idx="24243">
                  <c:v>6.9037800000000002</c:v>
                </c:pt>
                <c:pt idx="24244">
                  <c:v>6.9040900000000001</c:v>
                </c:pt>
                <c:pt idx="24245">
                  <c:v>6.9043900000000002</c:v>
                </c:pt>
                <c:pt idx="24246">
                  <c:v>6.9047000000000001</c:v>
                </c:pt>
                <c:pt idx="24247">
                  <c:v>6.9050099999999999</c:v>
                </c:pt>
                <c:pt idx="24248">
                  <c:v>6.9053100000000001</c:v>
                </c:pt>
                <c:pt idx="24249">
                  <c:v>6.9056199999999999</c:v>
                </c:pt>
                <c:pt idx="24250">
                  <c:v>6.9059200000000001</c:v>
                </c:pt>
                <c:pt idx="24251">
                  <c:v>6.9062299999999999</c:v>
                </c:pt>
                <c:pt idx="24252">
                  <c:v>6.9065300000000001</c:v>
                </c:pt>
                <c:pt idx="24253">
                  <c:v>6.9068399999999999</c:v>
                </c:pt>
                <c:pt idx="24254">
                  <c:v>6.9071400000000001</c:v>
                </c:pt>
                <c:pt idx="24255">
                  <c:v>6.9074499999999999</c:v>
                </c:pt>
                <c:pt idx="24256">
                  <c:v>6.9077500000000001</c:v>
                </c:pt>
                <c:pt idx="24257">
                  <c:v>6.9080599999999999</c:v>
                </c:pt>
                <c:pt idx="24258">
                  <c:v>6.9083699999999997</c:v>
                </c:pt>
                <c:pt idx="24259">
                  <c:v>6.9086699999999999</c:v>
                </c:pt>
                <c:pt idx="24260">
                  <c:v>6.9089799999999997</c:v>
                </c:pt>
                <c:pt idx="24261">
                  <c:v>6.9092799999999999</c:v>
                </c:pt>
                <c:pt idx="24262">
                  <c:v>6.9095899999999997</c:v>
                </c:pt>
                <c:pt idx="24263">
                  <c:v>6.9098899999999999</c:v>
                </c:pt>
                <c:pt idx="24264">
                  <c:v>6.9101999999999997</c:v>
                </c:pt>
                <c:pt idx="24265">
                  <c:v>6.9104999999999999</c:v>
                </c:pt>
                <c:pt idx="24266">
                  <c:v>6.9108099999999997</c:v>
                </c:pt>
                <c:pt idx="24267">
                  <c:v>6.9111099999999999</c:v>
                </c:pt>
                <c:pt idx="24268">
                  <c:v>6.9114199999999997</c:v>
                </c:pt>
                <c:pt idx="24269">
                  <c:v>6.9117199999999999</c:v>
                </c:pt>
                <c:pt idx="24270">
                  <c:v>6.9120299999999997</c:v>
                </c:pt>
                <c:pt idx="24271">
                  <c:v>6.9123400000000004</c:v>
                </c:pt>
                <c:pt idx="24272">
                  <c:v>6.9126399999999997</c:v>
                </c:pt>
                <c:pt idx="24273">
                  <c:v>6.9129500000000004</c:v>
                </c:pt>
                <c:pt idx="24274">
                  <c:v>6.9132499999999997</c:v>
                </c:pt>
                <c:pt idx="24275">
                  <c:v>6.9135600000000004</c:v>
                </c:pt>
                <c:pt idx="24276">
                  <c:v>6.9138599999999997</c:v>
                </c:pt>
                <c:pt idx="24277">
                  <c:v>6.9141700000000004</c:v>
                </c:pt>
                <c:pt idx="24278">
                  <c:v>6.9144699999999997</c:v>
                </c:pt>
                <c:pt idx="24279">
                  <c:v>6.9147800000000004</c:v>
                </c:pt>
                <c:pt idx="24280">
                  <c:v>6.9150799999999997</c:v>
                </c:pt>
                <c:pt idx="24281">
                  <c:v>6.9153900000000004</c:v>
                </c:pt>
                <c:pt idx="24282">
                  <c:v>6.9156899999999997</c:v>
                </c:pt>
                <c:pt idx="24283">
                  <c:v>6.9160000000000004</c:v>
                </c:pt>
                <c:pt idx="24284">
                  <c:v>6.9163100000000002</c:v>
                </c:pt>
                <c:pt idx="24285">
                  <c:v>6.9166100000000004</c:v>
                </c:pt>
                <c:pt idx="24286">
                  <c:v>6.9169200000000002</c:v>
                </c:pt>
                <c:pt idx="24287">
                  <c:v>6.9172200000000004</c:v>
                </c:pt>
                <c:pt idx="24288">
                  <c:v>6.9175300000000002</c:v>
                </c:pt>
                <c:pt idx="24289">
                  <c:v>6.9178300000000004</c:v>
                </c:pt>
                <c:pt idx="24290">
                  <c:v>6.9181400000000002</c:v>
                </c:pt>
                <c:pt idx="24291">
                  <c:v>6.9184400000000004</c:v>
                </c:pt>
                <c:pt idx="24292">
                  <c:v>6.9187500000000002</c:v>
                </c:pt>
                <c:pt idx="24293">
                  <c:v>6.9190500000000004</c:v>
                </c:pt>
                <c:pt idx="24294">
                  <c:v>6.9193600000000002</c:v>
                </c:pt>
                <c:pt idx="24295">
                  <c:v>6.9196600000000004</c:v>
                </c:pt>
                <c:pt idx="24296">
                  <c:v>6.9199700000000002</c:v>
                </c:pt>
                <c:pt idx="24297">
                  <c:v>6.92028</c:v>
                </c:pt>
                <c:pt idx="24298">
                  <c:v>6.9205800000000002</c:v>
                </c:pt>
                <c:pt idx="24299">
                  <c:v>6.92089</c:v>
                </c:pt>
                <c:pt idx="24300">
                  <c:v>6.9211900000000002</c:v>
                </c:pt>
                <c:pt idx="24301">
                  <c:v>6.9215</c:v>
                </c:pt>
                <c:pt idx="24302">
                  <c:v>6.9218000000000002</c:v>
                </c:pt>
                <c:pt idx="24303">
                  <c:v>6.92211</c:v>
                </c:pt>
                <c:pt idx="24304">
                  <c:v>6.9224100000000002</c:v>
                </c:pt>
                <c:pt idx="24305">
                  <c:v>6.92272</c:v>
                </c:pt>
                <c:pt idx="24306">
                  <c:v>6.9230200000000002</c:v>
                </c:pt>
                <c:pt idx="24307">
                  <c:v>6.92333</c:v>
                </c:pt>
                <c:pt idx="24308">
                  <c:v>6.9236300000000002</c:v>
                </c:pt>
                <c:pt idx="24309">
                  <c:v>6.92394</c:v>
                </c:pt>
                <c:pt idx="24310">
                  <c:v>6.9242499999999998</c:v>
                </c:pt>
                <c:pt idx="24311">
                  <c:v>6.92455</c:v>
                </c:pt>
                <c:pt idx="24312">
                  <c:v>6.9248599999999998</c:v>
                </c:pt>
                <c:pt idx="24313">
                  <c:v>6.92516</c:v>
                </c:pt>
                <c:pt idx="24314">
                  <c:v>6.9254699999999998</c:v>
                </c:pt>
                <c:pt idx="24315">
                  <c:v>6.92577</c:v>
                </c:pt>
                <c:pt idx="24316">
                  <c:v>6.9260799999999998</c:v>
                </c:pt>
                <c:pt idx="24317">
                  <c:v>6.92638</c:v>
                </c:pt>
                <c:pt idx="24318">
                  <c:v>6.9266899999999998</c:v>
                </c:pt>
                <c:pt idx="24319">
                  <c:v>6.92699</c:v>
                </c:pt>
                <c:pt idx="24320">
                  <c:v>6.9272999999999998</c:v>
                </c:pt>
                <c:pt idx="24321">
                  <c:v>6.9276099999999996</c:v>
                </c:pt>
                <c:pt idx="24322">
                  <c:v>6.9279099999999998</c:v>
                </c:pt>
                <c:pt idx="24323">
                  <c:v>6.9282199999999996</c:v>
                </c:pt>
                <c:pt idx="24324">
                  <c:v>6.9285199999999998</c:v>
                </c:pt>
                <c:pt idx="24325">
                  <c:v>6.9288299999999996</c:v>
                </c:pt>
                <c:pt idx="24326">
                  <c:v>6.9291299999999998</c:v>
                </c:pt>
                <c:pt idx="24327">
                  <c:v>6.9294399999999996</c:v>
                </c:pt>
                <c:pt idx="24328">
                  <c:v>6.9297399999999998</c:v>
                </c:pt>
                <c:pt idx="24329">
                  <c:v>6.9300499999999996</c:v>
                </c:pt>
                <c:pt idx="24330">
                  <c:v>6.9303499999999998</c:v>
                </c:pt>
                <c:pt idx="24331">
                  <c:v>6.9306599999999996</c:v>
                </c:pt>
                <c:pt idx="24332">
                  <c:v>6.9309599999999998</c:v>
                </c:pt>
                <c:pt idx="24333">
                  <c:v>6.9312699999999996</c:v>
                </c:pt>
                <c:pt idx="24334">
                  <c:v>6.9315800000000003</c:v>
                </c:pt>
                <c:pt idx="24335">
                  <c:v>6.9318799999999996</c:v>
                </c:pt>
                <c:pt idx="24336">
                  <c:v>6.9321900000000003</c:v>
                </c:pt>
                <c:pt idx="24337">
                  <c:v>6.9324899999999996</c:v>
                </c:pt>
                <c:pt idx="24338">
                  <c:v>6.9328000000000003</c:v>
                </c:pt>
                <c:pt idx="24339">
                  <c:v>6.9330999999999996</c:v>
                </c:pt>
                <c:pt idx="24340">
                  <c:v>6.9334100000000003</c:v>
                </c:pt>
                <c:pt idx="24341">
                  <c:v>6.9337099999999996</c:v>
                </c:pt>
                <c:pt idx="24342">
                  <c:v>6.9340200000000003</c:v>
                </c:pt>
                <c:pt idx="24343">
                  <c:v>6.9343199999999996</c:v>
                </c:pt>
                <c:pt idx="24344">
                  <c:v>6.9346300000000003</c:v>
                </c:pt>
                <c:pt idx="24345">
                  <c:v>6.9349299999999996</c:v>
                </c:pt>
                <c:pt idx="24346">
                  <c:v>6.9352400000000003</c:v>
                </c:pt>
                <c:pt idx="24347">
                  <c:v>6.9355500000000001</c:v>
                </c:pt>
                <c:pt idx="24348">
                  <c:v>6.9358500000000003</c:v>
                </c:pt>
                <c:pt idx="24349">
                  <c:v>6.9361600000000001</c:v>
                </c:pt>
                <c:pt idx="24350">
                  <c:v>6.9364600000000003</c:v>
                </c:pt>
                <c:pt idx="24351">
                  <c:v>6.9367700000000001</c:v>
                </c:pt>
                <c:pt idx="24352">
                  <c:v>6.9370700000000003</c:v>
                </c:pt>
                <c:pt idx="24353">
                  <c:v>6.9373800000000001</c:v>
                </c:pt>
                <c:pt idx="24354">
                  <c:v>6.9376800000000003</c:v>
                </c:pt>
                <c:pt idx="24355">
                  <c:v>6.9379900000000001</c:v>
                </c:pt>
                <c:pt idx="24356">
                  <c:v>6.9382900000000003</c:v>
                </c:pt>
                <c:pt idx="24357">
                  <c:v>6.9386000000000001</c:v>
                </c:pt>
                <c:pt idx="24358">
                  <c:v>6.9389000000000003</c:v>
                </c:pt>
                <c:pt idx="24359">
                  <c:v>6.9392100000000001</c:v>
                </c:pt>
                <c:pt idx="24360">
                  <c:v>6.9395199999999999</c:v>
                </c:pt>
                <c:pt idx="24361">
                  <c:v>6.9398200000000001</c:v>
                </c:pt>
                <c:pt idx="24362">
                  <c:v>6.9401299999999999</c:v>
                </c:pt>
                <c:pt idx="24363">
                  <c:v>6.9404300000000001</c:v>
                </c:pt>
                <c:pt idx="24364">
                  <c:v>6.9407399999999999</c:v>
                </c:pt>
                <c:pt idx="24365">
                  <c:v>6.9410400000000001</c:v>
                </c:pt>
                <c:pt idx="24366">
                  <c:v>6.9413499999999999</c:v>
                </c:pt>
                <c:pt idx="24367">
                  <c:v>6.9416500000000001</c:v>
                </c:pt>
                <c:pt idx="24368">
                  <c:v>6.9419599999999999</c:v>
                </c:pt>
                <c:pt idx="24369">
                  <c:v>6.9422600000000001</c:v>
                </c:pt>
                <c:pt idx="24370">
                  <c:v>6.9425699999999999</c:v>
                </c:pt>
                <c:pt idx="24371">
                  <c:v>6.9428700000000001</c:v>
                </c:pt>
                <c:pt idx="24372">
                  <c:v>6.9431799999999999</c:v>
                </c:pt>
                <c:pt idx="24373">
                  <c:v>6.9434899999999997</c:v>
                </c:pt>
                <c:pt idx="24374">
                  <c:v>6.9437899999999999</c:v>
                </c:pt>
                <c:pt idx="24375">
                  <c:v>6.9440999999999997</c:v>
                </c:pt>
                <c:pt idx="24376">
                  <c:v>6.9443999999999999</c:v>
                </c:pt>
                <c:pt idx="24377">
                  <c:v>6.9447099999999997</c:v>
                </c:pt>
                <c:pt idx="24378">
                  <c:v>6.9450099999999999</c:v>
                </c:pt>
                <c:pt idx="24379">
                  <c:v>6.9453199999999997</c:v>
                </c:pt>
                <c:pt idx="24380">
                  <c:v>6.9456199999999999</c:v>
                </c:pt>
                <c:pt idx="24381">
                  <c:v>6.9459299999999997</c:v>
                </c:pt>
                <c:pt idx="24382">
                  <c:v>6.9462299999999999</c:v>
                </c:pt>
                <c:pt idx="24383">
                  <c:v>6.9465399999999997</c:v>
                </c:pt>
                <c:pt idx="24384">
                  <c:v>6.9468500000000004</c:v>
                </c:pt>
                <c:pt idx="24385">
                  <c:v>6.9471499999999997</c:v>
                </c:pt>
                <c:pt idx="24386">
                  <c:v>6.9474600000000004</c:v>
                </c:pt>
                <c:pt idx="24387">
                  <c:v>6.9477599999999997</c:v>
                </c:pt>
                <c:pt idx="24388">
                  <c:v>6.9480700000000004</c:v>
                </c:pt>
                <c:pt idx="24389">
                  <c:v>6.9483699999999997</c:v>
                </c:pt>
                <c:pt idx="24390">
                  <c:v>6.9486800000000004</c:v>
                </c:pt>
                <c:pt idx="24391">
                  <c:v>6.9489799999999997</c:v>
                </c:pt>
                <c:pt idx="24392">
                  <c:v>6.9492900000000004</c:v>
                </c:pt>
                <c:pt idx="24393">
                  <c:v>6.9495899999999997</c:v>
                </c:pt>
                <c:pt idx="24394">
                  <c:v>6.9499000000000004</c:v>
                </c:pt>
                <c:pt idx="24395">
                  <c:v>6.9501999999999997</c:v>
                </c:pt>
                <c:pt idx="24396">
                  <c:v>6.9505100000000004</c:v>
                </c:pt>
                <c:pt idx="24397">
                  <c:v>6.9508200000000002</c:v>
                </c:pt>
                <c:pt idx="24398">
                  <c:v>6.9511200000000004</c:v>
                </c:pt>
                <c:pt idx="24399">
                  <c:v>6.9514300000000002</c:v>
                </c:pt>
                <c:pt idx="24400">
                  <c:v>6.9517300000000004</c:v>
                </c:pt>
                <c:pt idx="24401">
                  <c:v>6.9520400000000002</c:v>
                </c:pt>
                <c:pt idx="24402">
                  <c:v>6.9523400000000004</c:v>
                </c:pt>
                <c:pt idx="24403">
                  <c:v>6.9526500000000002</c:v>
                </c:pt>
                <c:pt idx="24404">
                  <c:v>6.9529500000000004</c:v>
                </c:pt>
                <c:pt idx="24405">
                  <c:v>6.9532600000000002</c:v>
                </c:pt>
                <c:pt idx="24406">
                  <c:v>6.9535600000000004</c:v>
                </c:pt>
                <c:pt idx="24407">
                  <c:v>6.9538700000000002</c:v>
                </c:pt>
                <c:pt idx="24408">
                  <c:v>6.9541700000000004</c:v>
                </c:pt>
                <c:pt idx="24409">
                  <c:v>6.9544800000000002</c:v>
                </c:pt>
                <c:pt idx="24410">
                  <c:v>6.95479</c:v>
                </c:pt>
                <c:pt idx="24411">
                  <c:v>6.9550900000000002</c:v>
                </c:pt>
                <c:pt idx="24412">
                  <c:v>6.9554</c:v>
                </c:pt>
                <c:pt idx="24413">
                  <c:v>6.9557000000000002</c:v>
                </c:pt>
                <c:pt idx="24414">
                  <c:v>6.95601</c:v>
                </c:pt>
                <c:pt idx="24415">
                  <c:v>6.9563100000000002</c:v>
                </c:pt>
                <c:pt idx="24416">
                  <c:v>6.95662</c:v>
                </c:pt>
                <c:pt idx="24417">
                  <c:v>6.9569200000000002</c:v>
                </c:pt>
                <c:pt idx="24418">
                  <c:v>6.95723</c:v>
                </c:pt>
                <c:pt idx="24419">
                  <c:v>6.9575300000000002</c:v>
                </c:pt>
                <c:pt idx="24420">
                  <c:v>6.95784</c:v>
                </c:pt>
                <c:pt idx="24421">
                  <c:v>6.9581400000000002</c:v>
                </c:pt>
                <c:pt idx="24422">
                  <c:v>6.95845</c:v>
                </c:pt>
                <c:pt idx="24423">
                  <c:v>6.9587599999999998</c:v>
                </c:pt>
                <c:pt idx="24424">
                  <c:v>6.95906</c:v>
                </c:pt>
                <c:pt idx="24425">
                  <c:v>6.9593699999999998</c:v>
                </c:pt>
                <c:pt idx="24426">
                  <c:v>6.95967</c:v>
                </c:pt>
                <c:pt idx="24427">
                  <c:v>6.9599799999999998</c:v>
                </c:pt>
                <c:pt idx="24428">
                  <c:v>6.96028</c:v>
                </c:pt>
                <c:pt idx="24429">
                  <c:v>6.9605899999999998</c:v>
                </c:pt>
                <c:pt idx="24430">
                  <c:v>6.96089</c:v>
                </c:pt>
                <c:pt idx="24431">
                  <c:v>6.9611999999999998</c:v>
                </c:pt>
                <c:pt idx="24432">
                  <c:v>6.9615</c:v>
                </c:pt>
                <c:pt idx="24433">
                  <c:v>6.9618099999999998</c:v>
                </c:pt>
                <c:pt idx="24434">
                  <c:v>6.96211</c:v>
                </c:pt>
                <c:pt idx="24435">
                  <c:v>6.9624199999999998</c:v>
                </c:pt>
                <c:pt idx="24436">
                  <c:v>6.9627299999999996</c:v>
                </c:pt>
                <c:pt idx="24437">
                  <c:v>6.9630299999999998</c:v>
                </c:pt>
                <c:pt idx="24438">
                  <c:v>6.9633399999999996</c:v>
                </c:pt>
                <c:pt idx="24439">
                  <c:v>6.9636399999999998</c:v>
                </c:pt>
                <c:pt idx="24440">
                  <c:v>6.9639499999999996</c:v>
                </c:pt>
                <c:pt idx="24441">
                  <c:v>6.9642499999999998</c:v>
                </c:pt>
                <c:pt idx="24442">
                  <c:v>6.9645599999999996</c:v>
                </c:pt>
                <c:pt idx="24443">
                  <c:v>6.9648599999999998</c:v>
                </c:pt>
                <c:pt idx="24444">
                  <c:v>6.9651699999999996</c:v>
                </c:pt>
                <c:pt idx="24445">
                  <c:v>6.9654699999999998</c:v>
                </c:pt>
                <c:pt idx="24446">
                  <c:v>6.9657799999999996</c:v>
                </c:pt>
                <c:pt idx="24447">
                  <c:v>6.9660900000000003</c:v>
                </c:pt>
                <c:pt idx="24448">
                  <c:v>6.9663899999999996</c:v>
                </c:pt>
                <c:pt idx="24449">
                  <c:v>6.9667000000000003</c:v>
                </c:pt>
                <c:pt idx="24450">
                  <c:v>6.9669999999999996</c:v>
                </c:pt>
                <c:pt idx="24451">
                  <c:v>6.9673100000000003</c:v>
                </c:pt>
                <c:pt idx="24452">
                  <c:v>6.9676099999999996</c:v>
                </c:pt>
                <c:pt idx="24453">
                  <c:v>6.9679200000000003</c:v>
                </c:pt>
                <c:pt idx="24454">
                  <c:v>6.9682199999999996</c:v>
                </c:pt>
                <c:pt idx="24455">
                  <c:v>6.9685300000000003</c:v>
                </c:pt>
                <c:pt idx="24456">
                  <c:v>6.9688299999999996</c:v>
                </c:pt>
                <c:pt idx="24457">
                  <c:v>6.9691400000000003</c:v>
                </c:pt>
                <c:pt idx="24458">
                  <c:v>6.9694399999999996</c:v>
                </c:pt>
                <c:pt idx="24459">
                  <c:v>6.9697500000000003</c:v>
                </c:pt>
                <c:pt idx="24460">
                  <c:v>6.9700600000000001</c:v>
                </c:pt>
                <c:pt idx="24461">
                  <c:v>6.9703600000000003</c:v>
                </c:pt>
                <c:pt idx="24462">
                  <c:v>6.9706700000000001</c:v>
                </c:pt>
                <c:pt idx="24463">
                  <c:v>6.9709700000000003</c:v>
                </c:pt>
                <c:pt idx="24464">
                  <c:v>6.9712800000000001</c:v>
                </c:pt>
                <c:pt idx="24465">
                  <c:v>6.9715800000000003</c:v>
                </c:pt>
                <c:pt idx="24466">
                  <c:v>6.9718900000000001</c:v>
                </c:pt>
                <c:pt idx="24467">
                  <c:v>6.9721900000000003</c:v>
                </c:pt>
                <c:pt idx="24468">
                  <c:v>6.9725000000000001</c:v>
                </c:pt>
                <c:pt idx="24469">
                  <c:v>6.9728000000000003</c:v>
                </c:pt>
                <c:pt idx="24470">
                  <c:v>6.9731100000000001</c:v>
                </c:pt>
                <c:pt idx="24471">
                  <c:v>6.9734100000000003</c:v>
                </c:pt>
                <c:pt idx="24472">
                  <c:v>6.9737200000000001</c:v>
                </c:pt>
                <c:pt idx="24473">
                  <c:v>6.97403</c:v>
                </c:pt>
                <c:pt idx="24474">
                  <c:v>6.9743300000000001</c:v>
                </c:pt>
                <c:pt idx="24475">
                  <c:v>6.97464</c:v>
                </c:pt>
                <c:pt idx="24476">
                  <c:v>6.9749400000000001</c:v>
                </c:pt>
                <c:pt idx="24477">
                  <c:v>6.97525</c:v>
                </c:pt>
                <c:pt idx="24478">
                  <c:v>6.9755500000000001</c:v>
                </c:pt>
                <c:pt idx="24479">
                  <c:v>6.9758599999999999</c:v>
                </c:pt>
                <c:pt idx="24480">
                  <c:v>6.9761600000000001</c:v>
                </c:pt>
                <c:pt idx="24481">
                  <c:v>6.9764699999999999</c:v>
                </c:pt>
                <c:pt idx="24482">
                  <c:v>6.9767700000000001</c:v>
                </c:pt>
                <c:pt idx="24483">
                  <c:v>6.9770799999999999</c:v>
                </c:pt>
                <c:pt idx="24484">
                  <c:v>6.9773800000000001</c:v>
                </c:pt>
                <c:pt idx="24485">
                  <c:v>6.9776899999999999</c:v>
                </c:pt>
                <c:pt idx="24486">
                  <c:v>6.9779999999999998</c:v>
                </c:pt>
                <c:pt idx="24487">
                  <c:v>6.9782999999999999</c:v>
                </c:pt>
                <c:pt idx="24488">
                  <c:v>6.9786099999999998</c:v>
                </c:pt>
                <c:pt idx="24489">
                  <c:v>6.9789099999999999</c:v>
                </c:pt>
                <c:pt idx="24490">
                  <c:v>6.9792199999999998</c:v>
                </c:pt>
                <c:pt idx="24491">
                  <c:v>6.9795199999999999</c:v>
                </c:pt>
                <c:pt idx="24492">
                  <c:v>6.9798299999999998</c:v>
                </c:pt>
                <c:pt idx="24493">
                  <c:v>6.9801299999999999</c:v>
                </c:pt>
                <c:pt idx="24494">
                  <c:v>6.9804399999999998</c:v>
                </c:pt>
                <c:pt idx="24495">
                  <c:v>6.9807399999999999</c:v>
                </c:pt>
                <c:pt idx="24496">
                  <c:v>6.9810499999999998</c:v>
                </c:pt>
                <c:pt idx="24497">
                  <c:v>6.9813599999999996</c:v>
                </c:pt>
                <c:pt idx="24498">
                  <c:v>6.9816599999999998</c:v>
                </c:pt>
                <c:pt idx="24499">
                  <c:v>6.9819699999999996</c:v>
                </c:pt>
                <c:pt idx="24500">
                  <c:v>6.9822699999999998</c:v>
                </c:pt>
                <c:pt idx="24501">
                  <c:v>6.9825799999999996</c:v>
                </c:pt>
                <c:pt idx="24502">
                  <c:v>6.9828799999999998</c:v>
                </c:pt>
                <c:pt idx="24503">
                  <c:v>6.9831899999999996</c:v>
                </c:pt>
                <c:pt idx="24504">
                  <c:v>6.9834899999999998</c:v>
                </c:pt>
                <c:pt idx="24505">
                  <c:v>6.9837999999999996</c:v>
                </c:pt>
                <c:pt idx="24506">
                  <c:v>6.9840999999999998</c:v>
                </c:pt>
                <c:pt idx="24507">
                  <c:v>6.9844099999999996</c:v>
                </c:pt>
                <c:pt idx="24508">
                  <c:v>6.9847099999999998</c:v>
                </c:pt>
                <c:pt idx="24509">
                  <c:v>6.9850199999999996</c:v>
                </c:pt>
                <c:pt idx="24510">
                  <c:v>6.9853300000000003</c:v>
                </c:pt>
                <c:pt idx="24511">
                  <c:v>6.9856299999999996</c:v>
                </c:pt>
                <c:pt idx="24512">
                  <c:v>6.9859400000000003</c:v>
                </c:pt>
                <c:pt idx="24513">
                  <c:v>6.9862399999999996</c:v>
                </c:pt>
                <c:pt idx="24514">
                  <c:v>6.9865500000000003</c:v>
                </c:pt>
                <c:pt idx="24515">
                  <c:v>6.9868499999999996</c:v>
                </c:pt>
                <c:pt idx="24516">
                  <c:v>6.9871600000000003</c:v>
                </c:pt>
                <c:pt idx="24517">
                  <c:v>6.9874599999999996</c:v>
                </c:pt>
                <c:pt idx="24518">
                  <c:v>6.9877700000000003</c:v>
                </c:pt>
                <c:pt idx="24519">
                  <c:v>6.9880699999999996</c:v>
                </c:pt>
                <c:pt idx="24520">
                  <c:v>6.9883800000000003</c:v>
                </c:pt>
                <c:pt idx="24521">
                  <c:v>6.9886799999999996</c:v>
                </c:pt>
                <c:pt idx="24522">
                  <c:v>6.9889900000000003</c:v>
                </c:pt>
                <c:pt idx="24523">
                  <c:v>6.9893000000000001</c:v>
                </c:pt>
                <c:pt idx="24524">
                  <c:v>6.9896000000000003</c:v>
                </c:pt>
                <c:pt idx="24525">
                  <c:v>6.9899100000000001</c:v>
                </c:pt>
                <c:pt idx="24526">
                  <c:v>6.9902100000000003</c:v>
                </c:pt>
                <c:pt idx="24527">
                  <c:v>6.9905200000000001</c:v>
                </c:pt>
                <c:pt idx="24528">
                  <c:v>6.9908200000000003</c:v>
                </c:pt>
                <c:pt idx="24529">
                  <c:v>6.9911300000000001</c:v>
                </c:pt>
                <c:pt idx="24530">
                  <c:v>6.9914300000000003</c:v>
                </c:pt>
                <c:pt idx="24531">
                  <c:v>6.9917400000000001</c:v>
                </c:pt>
                <c:pt idx="24532">
                  <c:v>6.9920400000000003</c:v>
                </c:pt>
                <c:pt idx="24533">
                  <c:v>6.9923500000000001</c:v>
                </c:pt>
                <c:pt idx="24534">
                  <c:v>6.9926500000000003</c:v>
                </c:pt>
                <c:pt idx="24535">
                  <c:v>6.9929600000000001</c:v>
                </c:pt>
                <c:pt idx="24536">
                  <c:v>6.9932699999999999</c:v>
                </c:pt>
                <c:pt idx="24537">
                  <c:v>6.9935700000000001</c:v>
                </c:pt>
                <c:pt idx="24538">
                  <c:v>6.9938799999999999</c:v>
                </c:pt>
                <c:pt idx="24539">
                  <c:v>6.9941800000000001</c:v>
                </c:pt>
                <c:pt idx="24540">
                  <c:v>6.9944899999999999</c:v>
                </c:pt>
                <c:pt idx="24541">
                  <c:v>6.9947900000000001</c:v>
                </c:pt>
                <c:pt idx="24542">
                  <c:v>6.9950999999999999</c:v>
                </c:pt>
                <c:pt idx="24543">
                  <c:v>6.9954000000000001</c:v>
                </c:pt>
                <c:pt idx="24544">
                  <c:v>6.9957099999999999</c:v>
                </c:pt>
                <c:pt idx="24545">
                  <c:v>6.9960100000000001</c:v>
                </c:pt>
                <c:pt idx="24546">
                  <c:v>6.9963199999999999</c:v>
                </c:pt>
                <c:pt idx="24547">
                  <c:v>6.9966200000000001</c:v>
                </c:pt>
                <c:pt idx="24548">
                  <c:v>6.9969299999999999</c:v>
                </c:pt>
                <c:pt idx="24549">
                  <c:v>6.9972399999999997</c:v>
                </c:pt>
                <c:pt idx="24550">
                  <c:v>6.9975399999999999</c:v>
                </c:pt>
                <c:pt idx="24551">
                  <c:v>6.9978499999999997</c:v>
                </c:pt>
                <c:pt idx="24552">
                  <c:v>6.9981499999999999</c:v>
                </c:pt>
                <c:pt idx="24553">
                  <c:v>6.9984599999999997</c:v>
                </c:pt>
                <c:pt idx="24554">
                  <c:v>6.9987599999999999</c:v>
                </c:pt>
                <c:pt idx="24555">
                  <c:v>6.9990699999999997</c:v>
                </c:pt>
                <c:pt idx="24556">
                  <c:v>6.9993699999999999</c:v>
                </c:pt>
                <c:pt idx="24557">
                  <c:v>6.9996799999999997</c:v>
                </c:pt>
                <c:pt idx="24558">
                  <c:v>6.9999799999999999</c:v>
                </c:pt>
                <c:pt idx="24559">
                  <c:v>7.0002899999999997</c:v>
                </c:pt>
                <c:pt idx="24560">
                  <c:v>7.0006000000000004</c:v>
                </c:pt>
                <c:pt idx="24561">
                  <c:v>7.0008999999999997</c:v>
                </c:pt>
                <c:pt idx="24562">
                  <c:v>7.0012100000000004</c:v>
                </c:pt>
                <c:pt idx="24563">
                  <c:v>7.0015099999999997</c:v>
                </c:pt>
                <c:pt idx="24564">
                  <c:v>7.0018200000000004</c:v>
                </c:pt>
                <c:pt idx="24565">
                  <c:v>7.0021199999999997</c:v>
                </c:pt>
                <c:pt idx="24566">
                  <c:v>7.0024300000000004</c:v>
                </c:pt>
                <c:pt idx="24567">
                  <c:v>7.0027299999999997</c:v>
                </c:pt>
                <c:pt idx="24568">
                  <c:v>7.0030400000000004</c:v>
                </c:pt>
                <c:pt idx="24569">
                  <c:v>7.0033399999999997</c:v>
                </c:pt>
                <c:pt idx="24570">
                  <c:v>7.0036500000000004</c:v>
                </c:pt>
                <c:pt idx="24571">
                  <c:v>7.0039499999999997</c:v>
                </c:pt>
                <c:pt idx="24572">
                  <c:v>7.0042600000000004</c:v>
                </c:pt>
                <c:pt idx="24573">
                  <c:v>7.0045700000000002</c:v>
                </c:pt>
                <c:pt idx="24574">
                  <c:v>7.0048700000000004</c:v>
                </c:pt>
                <c:pt idx="24575">
                  <c:v>7.0051800000000002</c:v>
                </c:pt>
                <c:pt idx="24576">
                  <c:v>7.0054800000000004</c:v>
                </c:pt>
                <c:pt idx="24577">
                  <c:v>7.0057900000000002</c:v>
                </c:pt>
                <c:pt idx="24578">
                  <c:v>7.0060900000000004</c:v>
                </c:pt>
                <c:pt idx="24579">
                  <c:v>7.0064000000000002</c:v>
                </c:pt>
                <c:pt idx="24580">
                  <c:v>7.0067000000000004</c:v>
                </c:pt>
                <c:pt idx="24581">
                  <c:v>7.0070100000000002</c:v>
                </c:pt>
                <c:pt idx="24582">
                  <c:v>7.0073100000000004</c:v>
                </c:pt>
                <c:pt idx="24583">
                  <c:v>7.0076200000000002</c:v>
                </c:pt>
                <c:pt idx="24584">
                  <c:v>7.0079200000000004</c:v>
                </c:pt>
                <c:pt idx="24585">
                  <c:v>7.0082300000000002</c:v>
                </c:pt>
                <c:pt idx="24586">
                  <c:v>7.00854</c:v>
                </c:pt>
                <c:pt idx="24587">
                  <c:v>7.0088400000000002</c:v>
                </c:pt>
                <c:pt idx="24588">
                  <c:v>7.00915</c:v>
                </c:pt>
                <c:pt idx="24589">
                  <c:v>7.0094500000000002</c:v>
                </c:pt>
                <c:pt idx="24590">
                  <c:v>7.00976</c:v>
                </c:pt>
                <c:pt idx="24591">
                  <c:v>7.0100600000000002</c:v>
                </c:pt>
                <c:pt idx="24592">
                  <c:v>7.01037</c:v>
                </c:pt>
                <c:pt idx="24593">
                  <c:v>7.0106700000000002</c:v>
                </c:pt>
                <c:pt idx="24594">
                  <c:v>7.01098</c:v>
                </c:pt>
                <c:pt idx="24595">
                  <c:v>7.0112800000000002</c:v>
                </c:pt>
                <c:pt idx="24596">
                  <c:v>7.01159</c:v>
                </c:pt>
                <c:pt idx="24597">
                  <c:v>7.0118900000000002</c:v>
                </c:pt>
                <c:pt idx="24598">
                  <c:v>7.0122</c:v>
                </c:pt>
                <c:pt idx="24599">
                  <c:v>7.0125099999999998</c:v>
                </c:pt>
                <c:pt idx="24600">
                  <c:v>7.01281</c:v>
                </c:pt>
                <c:pt idx="24601">
                  <c:v>7.0131199999999998</c:v>
                </c:pt>
                <c:pt idx="24602">
                  <c:v>7.01342</c:v>
                </c:pt>
                <c:pt idx="24603">
                  <c:v>7.0137299999999998</c:v>
                </c:pt>
                <c:pt idx="24604">
                  <c:v>7.01403</c:v>
                </c:pt>
                <c:pt idx="24605">
                  <c:v>7.0143399999999998</c:v>
                </c:pt>
                <c:pt idx="24606">
                  <c:v>7.01464</c:v>
                </c:pt>
                <c:pt idx="24607">
                  <c:v>7.0149499999999998</c:v>
                </c:pt>
                <c:pt idx="24608">
                  <c:v>7.01525</c:v>
                </c:pt>
                <c:pt idx="24609">
                  <c:v>7.0155599999999998</c:v>
                </c:pt>
                <c:pt idx="24610">
                  <c:v>7.01586</c:v>
                </c:pt>
                <c:pt idx="24611">
                  <c:v>7.0161699999999998</c:v>
                </c:pt>
                <c:pt idx="24612">
                  <c:v>7.0164799999999996</c:v>
                </c:pt>
                <c:pt idx="24613">
                  <c:v>7.0167799999999998</c:v>
                </c:pt>
                <c:pt idx="24614">
                  <c:v>7.0170899999999996</c:v>
                </c:pt>
                <c:pt idx="24615">
                  <c:v>7.0173899999999998</c:v>
                </c:pt>
                <c:pt idx="24616">
                  <c:v>7.0176999999999996</c:v>
                </c:pt>
                <c:pt idx="24617">
                  <c:v>7.0179999999999998</c:v>
                </c:pt>
                <c:pt idx="24618">
                  <c:v>7.0183099999999996</c:v>
                </c:pt>
                <c:pt idx="24619">
                  <c:v>7.0186099999999998</c:v>
                </c:pt>
                <c:pt idx="24620">
                  <c:v>7.0189199999999996</c:v>
                </c:pt>
                <c:pt idx="24621">
                  <c:v>7.0192199999999998</c:v>
                </c:pt>
                <c:pt idx="24622">
                  <c:v>7.0195299999999996</c:v>
                </c:pt>
                <c:pt idx="24623">
                  <c:v>7.0198400000000003</c:v>
                </c:pt>
                <c:pt idx="24624">
                  <c:v>7.0201399999999996</c:v>
                </c:pt>
                <c:pt idx="24625">
                  <c:v>7.0204500000000003</c:v>
                </c:pt>
                <c:pt idx="24626">
                  <c:v>7.0207499999999996</c:v>
                </c:pt>
                <c:pt idx="24627">
                  <c:v>7.0210600000000003</c:v>
                </c:pt>
                <c:pt idx="24628">
                  <c:v>7.0213599999999996</c:v>
                </c:pt>
                <c:pt idx="24629">
                  <c:v>7.0216700000000003</c:v>
                </c:pt>
                <c:pt idx="24630">
                  <c:v>7.0219699999999996</c:v>
                </c:pt>
                <c:pt idx="24631">
                  <c:v>7.0222800000000003</c:v>
                </c:pt>
                <c:pt idx="24632">
                  <c:v>7.0225799999999996</c:v>
                </c:pt>
                <c:pt idx="24633">
                  <c:v>7.0228900000000003</c:v>
                </c:pt>
                <c:pt idx="24634">
                  <c:v>7.0231899999999996</c:v>
                </c:pt>
                <c:pt idx="24635">
                  <c:v>7.0235000000000003</c:v>
                </c:pt>
                <c:pt idx="24636">
                  <c:v>7.0238100000000001</c:v>
                </c:pt>
                <c:pt idx="24637">
                  <c:v>7.0241100000000003</c:v>
                </c:pt>
                <c:pt idx="24638">
                  <c:v>7.0244200000000001</c:v>
                </c:pt>
                <c:pt idx="24639">
                  <c:v>7.0247200000000003</c:v>
                </c:pt>
                <c:pt idx="24640">
                  <c:v>7.0250300000000001</c:v>
                </c:pt>
                <c:pt idx="24641">
                  <c:v>7.0253300000000003</c:v>
                </c:pt>
                <c:pt idx="24642">
                  <c:v>7.0256400000000001</c:v>
                </c:pt>
                <c:pt idx="24643">
                  <c:v>7.0259400000000003</c:v>
                </c:pt>
                <c:pt idx="24644">
                  <c:v>7.0262500000000001</c:v>
                </c:pt>
                <c:pt idx="24645">
                  <c:v>7.0265500000000003</c:v>
                </c:pt>
                <c:pt idx="24646">
                  <c:v>7.0268600000000001</c:v>
                </c:pt>
                <c:pt idx="24647">
                  <c:v>7.0271600000000003</c:v>
                </c:pt>
                <c:pt idx="24648">
                  <c:v>7.0274700000000001</c:v>
                </c:pt>
                <c:pt idx="24649">
                  <c:v>7.0277799999999999</c:v>
                </c:pt>
                <c:pt idx="24650">
                  <c:v>7.0280800000000001</c:v>
                </c:pt>
                <c:pt idx="24651">
                  <c:v>7.0283899999999999</c:v>
                </c:pt>
                <c:pt idx="24652">
                  <c:v>7.0286900000000001</c:v>
                </c:pt>
                <c:pt idx="24653">
                  <c:v>7.0289999999999999</c:v>
                </c:pt>
                <c:pt idx="24654">
                  <c:v>7.0293000000000001</c:v>
                </c:pt>
                <c:pt idx="24655">
                  <c:v>7.0296099999999999</c:v>
                </c:pt>
                <c:pt idx="24656">
                  <c:v>7.0299100000000001</c:v>
                </c:pt>
                <c:pt idx="24657">
                  <c:v>7.0302199999999999</c:v>
                </c:pt>
                <c:pt idx="24658">
                  <c:v>7.0305200000000001</c:v>
                </c:pt>
                <c:pt idx="24659">
                  <c:v>7.0308299999999999</c:v>
                </c:pt>
                <c:pt idx="24660">
                  <c:v>7.0311300000000001</c:v>
                </c:pt>
                <c:pt idx="24661">
                  <c:v>7.0314399999999999</c:v>
                </c:pt>
                <c:pt idx="24662">
                  <c:v>7.0317499999999997</c:v>
                </c:pt>
                <c:pt idx="24663">
                  <c:v>7.0320499999999999</c:v>
                </c:pt>
                <c:pt idx="24664">
                  <c:v>7.0323599999999997</c:v>
                </c:pt>
                <c:pt idx="24665">
                  <c:v>7.0326599999999999</c:v>
                </c:pt>
                <c:pt idx="24666">
                  <c:v>7.0329699999999997</c:v>
                </c:pt>
                <c:pt idx="24667">
                  <c:v>7.0332699999999999</c:v>
                </c:pt>
                <c:pt idx="24668">
                  <c:v>7.0335799999999997</c:v>
                </c:pt>
                <c:pt idx="24669">
                  <c:v>7.0338799999999999</c:v>
                </c:pt>
                <c:pt idx="24670">
                  <c:v>7.0341899999999997</c:v>
                </c:pt>
                <c:pt idx="24671">
                  <c:v>7.0344899999999999</c:v>
                </c:pt>
                <c:pt idx="24672">
                  <c:v>7.0347999999999997</c:v>
                </c:pt>
                <c:pt idx="24673">
                  <c:v>7.0351100000000004</c:v>
                </c:pt>
                <c:pt idx="24674">
                  <c:v>7.0354099999999997</c:v>
                </c:pt>
                <c:pt idx="24675">
                  <c:v>7.0357200000000004</c:v>
                </c:pt>
                <c:pt idx="24676">
                  <c:v>7.0360199999999997</c:v>
                </c:pt>
                <c:pt idx="24677">
                  <c:v>7.0363300000000004</c:v>
                </c:pt>
                <c:pt idx="24678">
                  <c:v>7.0366299999999997</c:v>
                </c:pt>
                <c:pt idx="24679">
                  <c:v>7.0369400000000004</c:v>
                </c:pt>
                <c:pt idx="24680">
                  <c:v>7.0372399999999997</c:v>
                </c:pt>
                <c:pt idx="24681">
                  <c:v>7.0375500000000004</c:v>
                </c:pt>
                <c:pt idx="24682">
                  <c:v>7.0378499999999997</c:v>
                </c:pt>
                <c:pt idx="24683">
                  <c:v>7.0381600000000004</c:v>
                </c:pt>
                <c:pt idx="24684">
                  <c:v>7.0384599999999997</c:v>
                </c:pt>
                <c:pt idx="24685">
                  <c:v>7.0387700000000004</c:v>
                </c:pt>
                <c:pt idx="24686">
                  <c:v>7.0390800000000002</c:v>
                </c:pt>
                <c:pt idx="24687">
                  <c:v>7.0393800000000004</c:v>
                </c:pt>
                <c:pt idx="24688">
                  <c:v>7.0396900000000002</c:v>
                </c:pt>
                <c:pt idx="24689">
                  <c:v>7.0399900000000004</c:v>
                </c:pt>
                <c:pt idx="24690">
                  <c:v>7.0403000000000002</c:v>
                </c:pt>
                <c:pt idx="24691">
                  <c:v>7.0406000000000004</c:v>
                </c:pt>
                <c:pt idx="24692">
                  <c:v>7.0409100000000002</c:v>
                </c:pt>
                <c:pt idx="24693">
                  <c:v>7.0412100000000004</c:v>
                </c:pt>
                <c:pt idx="24694">
                  <c:v>7.0415200000000002</c:v>
                </c:pt>
                <c:pt idx="24695">
                  <c:v>7.0418200000000004</c:v>
                </c:pt>
                <c:pt idx="24696">
                  <c:v>7.0421300000000002</c:v>
                </c:pt>
                <c:pt idx="24697">
                  <c:v>7.0424300000000004</c:v>
                </c:pt>
                <c:pt idx="24698">
                  <c:v>7.0427400000000002</c:v>
                </c:pt>
                <c:pt idx="24699">
                  <c:v>7.04305</c:v>
                </c:pt>
                <c:pt idx="24700">
                  <c:v>7.0433500000000002</c:v>
                </c:pt>
                <c:pt idx="24701">
                  <c:v>7.04366</c:v>
                </c:pt>
                <c:pt idx="24702">
                  <c:v>7.0439600000000002</c:v>
                </c:pt>
                <c:pt idx="24703">
                  <c:v>7.04427</c:v>
                </c:pt>
                <c:pt idx="24704">
                  <c:v>7.0445700000000002</c:v>
                </c:pt>
                <c:pt idx="24705">
                  <c:v>7.04488</c:v>
                </c:pt>
                <c:pt idx="24706">
                  <c:v>7.0451800000000002</c:v>
                </c:pt>
                <c:pt idx="24707">
                  <c:v>7.04549</c:v>
                </c:pt>
                <c:pt idx="24708">
                  <c:v>7.0457900000000002</c:v>
                </c:pt>
                <c:pt idx="24709">
                  <c:v>7.0461</c:v>
                </c:pt>
                <c:pt idx="24710">
                  <c:v>7.0464000000000002</c:v>
                </c:pt>
                <c:pt idx="24711">
                  <c:v>7.04671</c:v>
                </c:pt>
                <c:pt idx="24712">
                  <c:v>7.0470199999999998</c:v>
                </c:pt>
                <c:pt idx="24713">
                  <c:v>7.04732</c:v>
                </c:pt>
                <c:pt idx="24714">
                  <c:v>7.0476299999999998</c:v>
                </c:pt>
                <c:pt idx="24715">
                  <c:v>7.04793</c:v>
                </c:pt>
                <c:pt idx="24716">
                  <c:v>7.0482399999999998</c:v>
                </c:pt>
                <c:pt idx="24717">
                  <c:v>7.04854</c:v>
                </c:pt>
                <c:pt idx="24718">
                  <c:v>7.0488499999999998</c:v>
                </c:pt>
                <c:pt idx="24719">
                  <c:v>7.04915</c:v>
                </c:pt>
                <c:pt idx="24720">
                  <c:v>7.0494599999999998</c:v>
                </c:pt>
                <c:pt idx="24721">
                  <c:v>7.04976</c:v>
                </c:pt>
                <c:pt idx="24722">
                  <c:v>7.0500699999999998</c:v>
                </c:pt>
                <c:pt idx="24723">
                  <c:v>7.05037</c:v>
                </c:pt>
                <c:pt idx="24724">
                  <c:v>7.0506799999999998</c:v>
                </c:pt>
                <c:pt idx="24725">
                  <c:v>7.0509899999999996</c:v>
                </c:pt>
                <c:pt idx="24726">
                  <c:v>7.0512899999999998</c:v>
                </c:pt>
                <c:pt idx="24727">
                  <c:v>7.0515999999999996</c:v>
                </c:pt>
                <c:pt idx="24728">
                  <c:v>7.0518999999999998</c:v>
                </c:pt>
                <c:pt idx="24729">
                  <c:v>7.0522099999999996</c:v>
                </c:pt>
                <c:pt idx="24730">
                  <c:v>7.0525099999999998</c:v>
                </c:pt>
                <c:pt idx="24731">
                  <c:v>7.0528199999999996</c:v>
                </c:pt>
                <c:pt idx="24732">
                  <c:v>7.0531199999999998</c:v>
                </c:pt>
                <c:pt idx="24733">
                  <c:v>7.0534299999999996</c:v>
                </c:pt>
                <c:pt idx="24734">
                  <c:v>7.0537299999999998</c:v>
                </c:pt>
                <c:pt idx="24735">
                  <c:v>7.0540399999999996</c:v>
                </c:pt>
                <c:pt idx="24736">
                  <c:v>7.0543500000000003</c:v>
                </c:pt>
                <c:pt idx="24737">
                  <c:v>7.0546499999999996</c:v>
                </c:pt>
                <c:pt idx="24738">
                  <c:v>7.0549600000000003</c:v>
                </c:pt>
                <c:pt idx="24739">
                  <c:v>7.0552599999999996</c:v>
                </c:pt>
                <c:pt idx="24740">
                  <c:v>7.0555700000000003</c:v>
                </c:pt>
                <c:pt idx="24741">
                  <c:v>7.0558699999999996</c:v>
                </c:pt>
                <c:pt idx="24742">
                  <c:v>7.0561800000000003</c:v>
                </c:pt>
                <c:pt idx="24743">
                  <c:v>7.0564799999999996</c:v>
                </c:pt>
                <c:pt idx="24744">
                  <c:v>7.0567900000000003</c:v>
                </c:pt>
                <c:pt idx="24745">
                  <c:v>7.0570899999999996</c:v>
                </c:pt>
                <c:pt idx="24746">
                  <c:v>7.0574000000000003</c:v>
                </c:pt>
                <c:pt idx="24747">
                  <c:v>7.0576999999999996</c:v>
                </c:pt>
                <c:pt idx="24748">
                  <c:v>7.0580100000000003</c:v>
                </c:pt>
                <c:pt idx="24749">
                  <c:v>7.0583200000000001</c:v>
                </c:pt>
                <c:pt idx="24750">
                  <c:v>7.0586200000000003</c:v>
                </c:pt>
                <c:pt idx="24751">
                  <c:v>7.0589300000000001</c:v>
                </c:pt>
                <c:pt idx="24752">
                  <c:v>7.0592300000000003</c:v>
                </c:pt>
                <c:pt idx="24753">
                  <c:v>7.0595400000000001</c:v>
                </c:pt>
                <c:pt idx="24754">
                  <c:v>7.0598400000000003</c:v>
                </c:pt>
                <c:pt idx="24755">
                  <c:v>7.0601500000000001</c:v>
                </c:pt>
                <c:pt idx="24756">
                  <c:v>7.0604500000000003</c:v>
                </c:pt>
                <c:pt idx="24757">
                  <c:v>7.0607600000000001</c:v>
                </c:pt>
                <c:pt idx="24758">
                  <c:v>7.0610600000000003</c:v>
                </c:pt>
                <c:pt idx="24759">
                  <c:v>7.0613700000000001</c:v>
                </c:pt>
                <c:pt idx="24760">
                  <c:v>7.0616700000000003</c:v>
                </c:pt>
                <c:pt idx="24761">
                  <c:v>7.0619800000000001</c:v>
                </c:pt>
                <c:pt idx="24762">
                  <c:v>7.06229</c:v>
                </c:pt>
                <c:pt idx="24763">
                  <c:v>7.0625900000000001</c:v>
                </c:pt>
                <c:pt idx="24764">
                  <c:v>7.0629</c:v>
                </c:pt>
                <c:pt idx="24765">
                  <c:v>7.0632000000000001</c:v>
                </c:pt>
                <c:pt idx="24766">
                  <c:v>7.06351</c:v>
                </c:pt>
                <c:pt idx="24767">
                  <c:v>7.0638100000000001</c:v>
                </c:pt>
                <c:pt idx="24768">
                  <c:v>7.06412</c:v>
                </c:pt>
                <c:pt idx="24769">
                  <c:v>7.0644200000000001</c:v>
                </c:pt>
                <c:pt idx="24770">
                  <c:v>7.06473</c:v>
                </c:pt>
                <c:pt idx="24771">
                  <c:v>7.0650300000000001</c:v>
                </c:pt>
                <c:pt idx="24772">
                  <c:v>7.06534</c:v>
                </c:pt>
                <c:pt idx="24773">
                  <c:v>7.0656400000000001</c:v>
                </c:pt>
                <c:pt idx="24774">
                  <c:v>7.06595</c:v>
                </c:pt>
                <c:pt idx="24775">
                  <c:v>7.0662599999999998</c:v>
                </c:pt>
                <c:pt idx="24776">
                  <c:v>7.06656</c:v>
                </c:pt>
                <c:pt idx="24777">
                  <c:v>7.0668699999999998</c:v>
                </c:pt>
                <c:pt idx="24778">
                  <c:v>7.06717</c:v>
                </c:pt>
                <c:pt idx="24779">
                  <c:v>7.0674799999999998</c:v>
                </c:pt>
                <c:pt idx="24780">
                  <c:v>7.06778</c:v>
                </c:pt>
                <c:pt idx="24781">
                  <c:v>7.0680899999999998</c:v>
                </c:pt>
                <c:pt idx="24782">
                  <c:v>7.06839</c:v>
                </c:pt>
                <c:pt idx="24783">
                  <c:v>7.0686999999999998</c:v>
                </c:pt>
                <c:pt idx="24784">
                  <c:v>7.069</c:v>
                </c:pt>
                <c:pt idx="24785">
                  <c:v>7.0693099999999998</c:v>
                </c:pt>
                <c:pt idx="24786">
                  <c:v>7.0696099999999999</c:v>
                </c:pt>
                <c:pt idx="24787">
                  <c:v>7.0699199999999998</c:v>
                </c:pt>
                <c:pt idx="24788">
                  <c:v>7.0702299999999996</c:v>
                </c:pt>
                <c:pt idx="24789">
                  <c:v>7.0705299999999998</c:v>
                </c:pt>
                <c:pt idx="24790">
                  <c:v>7.0708399999999996</c:v>
                </c:pt>
                <c:pt idx="24791">
                  <c:v>7.0711399999999998</c:v>
                </c:pt>
                <c:pt idx="24792">
                  <c:v>7.0714499999999996</c:v>
                </c:pt>
                <c:pt idx="24793">
                  <c:v>7.0717499999999998</c:v>
                </c:pt>
                <c:pt idx="24794">
                  <c:v>7.0720599999999996</c:v>
                </c:pt>
                <c:pt idx="24795">
                  <c:v>7.0723599999999998</c:v>
                </c:pt>
                <c:pt idx="24796">
                  <c:v>7.0726699999999996</c:v>
                </c:pt>
                <c:pt idx="24797">
                  <c:v>7.0729699999999998</c:v>
                </c:pt>
                <c:pt idx="24798">
                  <c:v>7.0732799999999996</c:v>
                </c:pt>
                <c:pt idx="24799">
                  <c:v>7.0735900000000003</c:v>
                </c:pt>
                <c:pt idx="24800">
                  <c:v>7.0738899999999996</c:v>
                </c:pt>
                <c:pt idx="24801">
                  <c:v>7.0742000000000003</c:v>
                </c:pt>
                <c:pt idx="24802">
                  <c:v>7.0744999999999996</c:v>
                </c:pt>
                <c:pt idx="24803">
                  <c:v>7.0748100000000003</c:v>
                </c:pt>
                <c:pt idx="24804">
                  <c:v>7.0751099999999996</c:v>
                </c:pt>
                <c:pt idx="24805">
                  <c:v>7.0754200000000003</c:v>
                </c:pt>
                <c:pt idx="24806">
                  <c:v>7.0757199999999996</c:v>
                </c:pt>
                <c:pt idx="24807">
                  <c:v>7.0760300000000003</c:v>
                </c:pt>
                <c:pt idx="24808">
                  <c:v>7.0763299999999996</c:v>
                </c:pt>
                <c:pt idx="24809">
                  <c:v>7.0766400000000003</c:v>
                </c:pt>
                <c:pt idx="24810">
                  <c:v>7.0769399999999996</c:v>
                </c:pt>
                <c:pt idx="24811">
                  <c:v>7.0772500000000003</c:v>
                </c:pt>
                <c:pt idx="24812">
                  <c:v>7.0775600000000001</c:v>
                </c:pt>
                <c:pt idx="24813">
                  <c:v>7.0778600000000003</c:v>
                </c:pt>
                <c:pt idx="24814">
                  <c:v>7.0781700000000001</c:v>
                </c:pt>
                <c:pt idx="24815">
                  <c:v>7.0784700000000003</c:v>
                </c:pt>
                <c:pt idx="24816">
                  <c:v>7.0787800000000001</c:v>
                </c:pt>
                <c:pt idx="24817">
                  <c:v>7.0790800000000003</c:v>
                </c:pt>
                <c:pt idx="24818">
                  <c:v>7.0793900000000001</c:v>
                </c:pt>
                <c:pt idx="24819">
                  <c:v>7.0796900000000003</c:v>
                </c:pt>
                <c:pt idx="24820">
                  <c:v>7.08</c:v>
                </c:pt>
                <c:pt idx="24821">
                  <c:v>7.0803000000000003</c:v>
                </c:pt>
                <c:pt idx="24822">
                  <c:v>7.0806100000000001</c:v>
                </c:pt>
                <c:pt idx="24823">
                  <c:v>7.0809100000000003</c:v>
                </c:pt>
                <c:pt idx="24824">
                  <c:v>7.0812200000000001</c:v>
                </c:pt>
                <c:pt idx="24825">
                  <c:v>7.0815299999999999</c:v>
                </c:pt>
                <c:pt idx="24826">
                  <c:v>7.0818300000000001</c:v>
                </c:pt>
                <c:pt idx="24827">
                  <c:v>7.0821399999999999</c:v>
                </c:pt>
                <c:pt idx="24828">
                  <c:v>7.0824400000000001</c:v>
                </c:pt>
                <c:pt idx="24829">
                  <c:v>7.0827499999999999</c:v>
                </c:pt>
                <c:pt idx="24830">
                  <c:v>7.0830500000000001</c:v>
                </c:pt>
                <c:pt idx="24831">
                  <c:v>7.0833599999999999</c:v>
                </c:pt>
                <c:pt idx="24832">
                  <c:v>7.0836600000000001</c:v>
                </c:pt>
                <c:pt idx="24833">
                  <c:v>7.0839699999999999</c:v>
                </c:pt>
                <c:pt idx="24834">
                  <c:v>7.0842700000000001</c:v>
                </c:pt>
                <c:pt idx="24835">
                  <c:v>7.0845799999999999</c:v>
                </c:pt>
                <c:pt idx="24836">
                  <c:v>7.0848800000000001</c:v>
                </c:pt>
                <c:pt idx="24837">
                  <c:v>7.0851899999999999</c:v>
                </c:pt>
                <c:pt idx="24838">
                  <c:v>7.0854999999999997</c:v>
                </c:pt>
                <c:pt idx="24839">
                  <c:v>7.0857999999999999</c:v>
                </c:pt>
                <c:pt idx="24840">
                  <c:v>7.0861099999999997</c:v>
                </c:pt>
                <c:pt idx="24841">
                  <c:v>7.0864099999999999</c:v>
                </c:pt>
                <c:pt idx="24842">
                  <c:v>7.0867199999999997</c:v>
                </c:pt>
                <c:pt idx="24843">
                  <c:v>7.0870199999999999</c:v>
                </c:pt>
                <c:pt idx="24844">
                  <c:v>7.0873299999999997</c:v>
                </c:pt>
                <c:pt idx="24845">
                  <c:v>7.0876299999999999</c:v>
                </c:pt>
                <c:pt idx="24846">
                  <c:v>7.0879399999999997</c:v>
                </c:pt>
                <c:pt idx="24847">
                  <c:v>7.0882399999999999</c:v>
                </c:pt>
                <c:pt idx="24848">
                  <c:v>7.0885499999999997</c:v>
                </c:pt>
                <c:pt idx="24849">
                  <c:v>7.0888600000000004</c:v>
                </c:pt>
                <c:pt idx="24850">
                  <c:v>7.0891599999999997</c:v>
                </c:pt>
                <c:pt idx="24851">
                  <c:v>7.0894700000000004</c:v>
                </c:pt>
                <c:pt idx="24852">
                  <c:v>7.0897699999999997</c:v>
                </c:pt>
                <c:pt idx="24853">
                  <c:v>7.0900800000000004</c:v>
                </c:pt>
                <c:pt idx="24854">
                  <c:v>7.0903799999999997</c:v>
                </c:pt>
                <c:pt idx="24855">
                  <c:v>7.0906900000000004</c:v>
                </c:pt>
                <c:pt idx="24856">
                  <c:v>7.0909899999999997</c:v>
                </c:pt>
                <c:pt idx="24857">
                  <c:v>7.0913000000000004</c:v>
                </c:pt>
                <c:pt idx="24858">
                  <c:v>7.0915999999999997</c:v>
                </c:pt>
                <c:pt idx="24859">
                  <c:v>7.0919100000000004</c:v>
                </c:pt>
                <c:pt idx="24860">
                  <c:v>7.0922099999999997</c:v>
                </c:pt>
                <c:pt idx="24861">
                  <c:v>7.0925200000000004</c:v>
                </c:pt>
                <c:pt idx="24862">
                  <c:v>7.0928300000000002</c:v>
                </c:pt>
                <c:pt idx="24863">
                  <c:v>7.0931300000000004</c:v>
                </c:pt>
                <c:pt idx="24864">
                  <c:v>7.0934400000000002</c:v>
                </c:pt>
                <c:pt idx="24865">
                  <c:v>7.0937400000000004</c:v>
                </c:pt>
                <c:pt idx="24866">
                  <c:v>7.0940500000000002</c:v>
                </c:pt>
                <c:pt idx="24867">
                  <c:v>7.0943500000000004</c:v>
                </c:pt>
                <c:pt idx="24868">
                  <c:v>7.0946600000000002</c:v>
                </c:pt>
                <c:pt idx="24869">
                  <c:v>7.0949600000000004</c:v>
                </c:pt>
                <c:pt idx="24870">
                  <c:v>7.0952700000000002</c:v>
                </c:pt>
                <c:pt idx="24871">
                  <c:v>7.0955700000000004</c:v>
                </c:pt>
                <c:pt idx="24872">
                  <c:v>7.0958800000000002</c:v>
                </c:pt>
                <c:pt idx="24873">
                  <c:v>7.0961800000000004</c:v>
                </c:pt>
                <c:pt idx="24874">
                  <c:v>7.0964900000000002</c:v>
                </c:pt>
                <c:pt idx="24875">
                  <c:v>7.0968</c:v>
                </c:pt>
                <c:pt idx="24876">
                  <c:v>7.0971000000000002</c:v>
                </c:pt>
                <c:pt idx="24877">
                  <c:v>7.09741</c:v>
                </c:pt>
                <c:pt idx="24878">
                  <c:v>7.0977100000000002</c:v>
                </c:pt>
                <c:pt idx="24879">
                  <c:v>7.09802</c:v>
                </c:pt>
                <c:pt idx="24880">
                  <c:v>7.0983200000000002</c:v>
                </c:pt>
                <c:pt idx="24881">
                  <c:v>7.09863</c:v>
                </c:pt>
                <c:pt idx="24882">
                  <c:v>7.0989300000000002</c:v>
                </c:pt>
                <c:pt idx="24883">
                  <c:v>7.09924</c:v>
                </c:pt>
                <c:pt idx="24884">
                  <c:v>7.0995400000000002</c:v>
                </c:pt>
                <c:pt idx="24885">
                  <c:v>7.09985</c:v>
                </c:pt>
                <c:pt idx="24886">
                  <c:v>7.1001500000000002</c:v>
                </c:pt>
                <c:pt idx="24887">
                  <c:v>7.10046</c:v>
                </c:pt>
                <c:pt idx="24888">
                  <c:v>7.1007699999999998</c:v>
                </c:pt>
                <c:pt idx="24889">
                  <c:v>7.10107</c:v>
                </c:pt>
                <c:pt idx="24890">
                  <c:v>7.1013799999999998</c:v>
                </c:pt>
                <c:pt idx="24891">
                  <c:v>7.10168</c:v>
                </c:pt>
                <c:pt idx="24892">
                  <c:v>7.1019899999999998</c:v>
                </c:pt>
                <c:pt idx="24893">
                  <c:v>7.10229</c:v>
                </c:pt>
                <c:pt idx="24894">
                  <c:v>7.1025999999999998</c:v>
                </c:pt>
                <c:pt idx="24895">
                  <c:v>7.1029</c:v>
                </c:pt>
                <c:pt idx="24896">
                  <c:v>7.1032099999999998</c:v>
                </c:pt>
                <c:pt idx="24897">
                  <c:v>7.10351</c:v>
                </c:pt>
                <c:pt idx="24898">
                  <c:v>7.1038199999999998</c:v>
                </c:pt>
                <c:pt idx="24899">
                  <c:v>7.10412</c:v>
                </c:pt>
                <c:pt idx="24900">
                  <c:v>7.1044299999999998</c:v>
                </c:pt>
                <c:pt idx="24901">
                  <c:v>7.1047399999999996</c:v>
                </c:pt>
                <c:pt idx="24902">
                  <c:v>7.1050399999999998</c:v>
                </c:pt>
                <c:pt idx="24903">
                  <c:v>7.1053499999999996</c:v>
                </c:pt>
                <c:pt idx="24904">
                  <c:v>7.1056499999999998</c:v>
                </c:pt>
                <c:pt idx="24905">
                  <c:v>7.1059599999999996</c:v>
                </c:pt>
                <c:pt idx="24906">
                  <c:v>7.1062599999999998</c:v>
                </c:pt>
                <c:pt idx="24907">
                  <c:v>7.1065699999999996</c:v>
                </c:pt>
                <c:pt idx="24908">
                  <c:v>7.1068699999999998</c:v>
                </c:pt>
                <c:pt idx="24909">
                  <c:v>7.1071799999999996</c:v>
                </c:pt>
                <c:pt idx="24910">
                  <c:v>7.1074799999999998</c:v>
                </c:pt>
                <c:pt idx="24911">
                  <c:v>7.1077899999999996</c:v>
                </c:pt>
                <c:pt idx="24912">
                  <c:v>7.1081000000000003</c:v>
                </c:pt>
                <c:pt idx="24913">
                  <c:v>7.1083999999999996</c:v>
                </c:pt>
                <c:pt idx="24914">
                  <c:v>7.1087100000000003</c:v>
                </c:pt>
                <c:pt idx="24915">
                  <c:v>7.1090099999999996</c:v>
                </c:pt>
                <c:pt idx="24916">
                  <c:v>7.1093200000000003</c:v>
                </c:pt>
                <c:pt idx="24917">
                  <c:v>7.1096199999999996</c:v>
                </c:pt>
                <c:pt idx="24918">
                  <c:v>7.1099300000000003</c:v>
                </c:pt>
                <c:pt idx="24919">
                  <c:v>7.1102299999999996</c:v>
                </c:pt>
                <c:pt idx="24920">
                  <c:v>7.1105400000000003</c:v>
                </c:pt>
                <c:pt idx="24921">
                  <c:v>7.1108399999999996</c:v>
                </c:pt>
                <c:pt idx="24922">
                  <c:v>7.1111500000000003</c:v>
                </c:pt>
                <c:pt idx="24923">
                  <c:v>7.1114499999999996</c:v>
                </c:pt>
                <c:pt idx="24924">
                  <c:v>7.1117600000000003</c:v>
                </c:pt>
                <c:pt idx="24925">
                  <c:v>7.1120700000000001</c:v>
                </c:pt>
                <c:pt idx="24926">
                  <c:v>7.1123700000000003</c:v>
                </c:pt>
                <c:pt idx="24927">
                  <c:v>7.1126800000000001</c:v>
                </c:pt>
                <c:pt idx="24928">
                  <c:v>7.1129800000000003</c:v>
                </c:pt>
                <c:pt idx="24929">
                  <c:v>7.1132900000000001</c:v>
                </c:pt>
                <c:pt idx="24930">
                  <c:v>7.1135900000000003</c:v>
                </c:pt>
                <c:pt idx="24931">
                  <c:v>7.1139000000000001</c:v>
                </c:pt>
                <c:pt idx="24932">
                  <c:v>7.1142000000000003</c:v>
                </c:pt>
                <c:pt idx="24933">
                  <c:v>7.1145100000000001</c:v>
                </c:pt>
                <c:pt idx="24934">
                  <c:v>7.1148100000000003</c:v>
                </c:pt>
                <c:pt idx="24935">
                  <c:v>7.1151200000000001</c:v>
                </c:pt>
                <c:pt idx="24936">
                  <c:v>7.1154200000000003</c:v>
                </c:pt>
                <c:pt idx="24937">
                  <c:v>7.1157300000000001</c:v>
                </c:pt>
                <c:pt idx="24938">
                  <c:v>7.1160399999999999</c:v>
                </c:pt>
                <c:pt idx="24939">
                  <c:v>7.1163400000000001</c:v>
                </c:pt>
                <c:pt idx="24940">
                  <c:v>7.1166499999999999</c:v>
                </c:pt>
                <c:pt idx="24941">
                  <c:v>7.1169500000000001</c:v>
                </c:pt>
                <c:pt idx="24942">
                  <c:v>7.1172599999999999</c:v>
                </c:pt>
                <c:pt idx="24943">
                  <c:v>7.1175600000000001</c:v>
                </c:pt>
                <c:pt idx="24944">
                  <c:v>7.1178699999999999</c:v>
                </c:pt>
                <c:pt idx="24945">
                  <c:v>7.1181700000000001</c:v>
                </c:pt>
                <c:pt idx="24946">
                  <c:v>7.1184799999999999</c:v>
                </c:pt>
                <c:pt idx="24947">
                  <c:v>7.1187800000000001</c:v>
                </c:pt>
                <c:pt idx="24948">
                  <c:v>7.1190899999999999</c:v>
                </c:pt>
                <c:pt idx="24949">
                  <c:v>7.1193900000000001</c:v>
                </c:pt>
                <c:pt idx="24950">
                  <c:v>7.1196999999999999</c:v>
                </c:pt>
                <c:pt idx="24951">
                  <c:v>7.1200099999999997</c:v>
                </c:pt>
                <c:pt idx="24952">
                  <c:v>7.1203099999999999</c:v>
                </c:pt>
                <c:pt idx="24953">
                  <c:v>7.1206199999999997</c:v>
                </c:pt>
                <c:pt idx="24954">
                  <c:v>7.1209199999999999</c:v>
                </c:pt>
                <c:pt idx="24955">
                  <c:v>7.1212299999999997</c:v>
                </c:pt>
                <c:pt idx="24956">
                  <c:v>7.1215299999999999</c:v>
                </c:pt>
                <c:pt idx="24957">
                  <c:v>7.1218399999999997</c:v>
                </c:pt>
                <c:pt idx="24958">
                  <c:v>7.1221399999999999</c:v>
                </c:pt>
                <c:pt idx="24959">
                  <c:v>7.1224499999999997</c:v>
                </c:pt>
                <c:pt idx="24960">
                  <c:v>7.1227499999999999</c:v>
                </c:pt>
                <c:pt idx="24961">
                  <c:v>7.1230599999999997</c:v>
                </c:pt>
                <c:pt idx="24962">
                  <c:v>7.1233599999999999</c:v>
                </c:pt>
                <c:pt idx="24963">
                  <c:v>7.1236699999999997</c:v>
                </c:pt>
                <c:pt idx="24964">
                  <c:v>7.1239800000000004</c:v>
                </c:pt>
                <c:pt idx="24965">
                  <c:v>7.1242799999999997</c:v>
                </c:pt>
                <c:pt idx="24966">
                  <c:v>7.1245900000000004</c:v>
                </c:pt>
                <c:pt idx="24967">
                  <c:v>7.1248899999999997</c:v>
                </c:pt>
                <c:pt idx="24968">
                  <c:v>7.1252000000000004</c:v>
                </c:pt>
                <c:pt idx="24969">
                  <c:v>7.1254999999999997</c:v>
                </c:pt>
                <c:pt idx="24970">
                  <c:v>7.1258100000000004</c:v>
                </c:pt>
                <c:pt idx="24971">
                  <c:v>7.1261099999999997</c:v>
                </c:pt>
                <c:pt idx="24972">
                  <c:v>7.1264200000000004</c:v>
                </c:pt>
                <c:pt idx="24973">
                  <c:v>7.1267199999999997</c:v>
                </c:pt>
                <c:pt idx="24974">
                  <c:v>7.1270300000000004</c:v>
                </c:pt>
                <c:pt idx="24975">
                  <c:v>7.1273400000000002</c:v>
                </c:pt>
                <c:pt idx="24976">
                  <c:v>7.1276400000000004</c:v>
                </c:pt>
                <c:pt idx="24977">
                  <c:v>7.1279500000000002</c:v>
                </c:pt>
                <c:pt idx="24978">
                  <c:v>7.1282500000000004</c:v>
                </c:pt>
                <c:pt idx="24979">
                  <c:v>7.1285600000000002</c:v>
                </c:pt>
                <c:pt idx="24980">
                  <c:v>7.1288600000000004</c:v>
                </c:pt>
                <c:pt idx="24981">
                  <c:v>7.1291700000000002</c:v>
                </c:pt>
                <c:pt idx="24982">
                  <c:v>7.1294700000000004</c:v>
                </c:pt>
                <c:pt idx="24983">
                  <c:v>7.1297800000000002</c:v>
                </c:pt>
                <c:pt idx="24984">
                  <c:v>7.1300800000000004</c:v>
                </c:pt>
                <c:pt idx="24985">
                  <c:v>7.1303900000000002</c:v>
                </c:pt>
                <c:pt idx="24986">
                  <c:v>7.1306900000000004</c:v>
                </c:pt>
                <c:pt idx="24987">
                  <c:v>7.1310000000000002</c:v>
                </c:pt>
                <c:pt idx="24988">
                  <c:v>7.13131</c:v>
                </c:pt>
                <c:pt idx="24989">
                  <c:v>7.1316100000000002</c:v>
                </c:pt>
                <c:pt idx="24990">
                  <c:v>7.13192</c:v>
                </c:pt>
                <c:pt idx="24991">
                  <c:v>7.1322200000000002</c:v>
                </c:pt>
                <c:pt idx="24992">
                  <c:v>7.13253</c:v>
                </c:pt>
                <c:pt idx="24993">
                  <c:v>7.1328300000000002</c:v>
                </c:pt>
                <c:pt idx="24994">
                  <c:v>7.13314</c:v>
                </c:pt>
                <c:pt idx="24995">
                  <c:v>7.1334400000000002</c:v>
                </c:pt>
                <c:pt idx="24996">
                  <c:v>7.13375</c:v>
                </c:pt>
                <c:pt idx="24997">
                  <c:v>7.1340500000000002</c:v>
                </c:pt>
                <c:pt idx="24998">
                  <c:v>7.13436</c:v>
                </c:pt>
                <c:pt idx="24999">
                  <c:v>7.1346600000000002</c:v>
                </c:pt>
                <c:pt idx="25000">
                  <c:v>7.13497</c:v>
                </c:pt>
                <c:pt idx="25001">
                  <c:v>7.1352799999999998</c:v>
                </c:pt>
                <c:pt idx="25002">
                  <c:v>7.13558</c:v>
                </c:pt>
                <c:pt idx="25003">
                  <c:v>7.1358899999999998</c:v>
                </c:pt>
                <c:pt idx="25004">
                  <c:v>7.13619</c:v>
                </c:pt>
                <c:pt idx="25005">
                  <c:v>7.1364999999999998</c:v>
                </c:pt>
                <c:pt idx="25006">
                  <c:v>7.1368</c:v>
                </c:pt>
                <c:pt idx="25007">
                  <c:v>7.1371099999999998</c:v>
                </c:pt>
                <c:pt idx="25008">
                  <c:v>7.13741</c:v>
                </c:pt>
                <c:pt idx="25009">
                  <c:v>7.1377199999999998</c:v>
                </c:pt>
                <c:pt idx="25010">
                  <c:v>7.13802</c:v>
                </c:pt>
                <c:pt idx="25011">
                  <c:v>7.1383299999999998</c:v>
                </c:pt>
                <c:pt idx="25012">
                  <c:v>7.13863</c:v>
                </c:pt>
                <c:pt idx="25013">
                  <c:v>7.1389399999999998</c:v>
                </c:pt>
                <c:pt idx="25014">
                  <c:v>7.1392499999999997</c:v>
                </c:pt>
                <c:pt idx="25015">
                  <c:v>7.1395499999999998</c:v>
                </c:pt>
                <c:pt idx="25016">
                  <c:v>7.1398599999999997</c:v>
                </c:pt>
                <c:pt idx="25017">
                  <c:v>7.1401599999999998</c:v>
                </c:pt>
                <c:pt idx="25018">
                  <c:v>7.1404699999999997</c:v>
                </c:pt>
                <c:pt idx="25019">
                  <c:v>7.1407699999999998</c:v>
                </c:pt>
                <c:pt idx="25020">
                  <c:v>7.1410799999999997</c:v>
                </c:pt>
                <c:pt idx="25021">
                  <c:v>7.1413799999999998</c:v>
                </c:pt>
                <c:pt idx="25022">
                  <c:v>7.1416899999999996</c:v>
                </c:pt>
                <c:pt idx="25023">
                  <c:v>7.1419899999999998</c:v>
                </c:pt>
                <c:pt idx="25024">
                  <c:v>7.1422999999999996</c:v>
                </c:pt>
                <c:pt idx="25025">
                  <c:v>7.1425999999999998</c:v>
                </c:pt>
                <c:pt idx="25026">
                  <c:v>7.1429099999999996</c:v>
                </c:pt>
                <c:pt idx="25027">
                  <c:v>7.1432200000000003</c:v>
                </c:pt>
                <c:pt idx="25028">
                  <c:v>7.1435199999999996</c:v>
                </c:pt>
                <c:pt idx="25029">
                  <c:v>7.1438300000000003</c:v>
                </c:pt>
                <c:pt idx="25030">
                  <c:v>7.1441299999999996</c:v>
                </c:pt>
                <c:pt idx="25031">
                  <c:v>7.1444400000000003</c:v>
                </c:pt>
                <c:pt idx="25032">
                  <c:v>7.1447399999999996</c:v>
                </c:pt>
                <c:pt idx="25033">
                  <c:v>7.1450500000000003</c:v>
                </c:pt>
                <c:pt idx="25034">
                  <c:v>7.1453499999999996</c:v>
                </c:pt>
                <c:pt idx="25035">
                  <c:v>7.1456600000000003</c:v>
                </c:pt>
                <c:pt idx="25036">
                  <c:v>7.1459599999999996</c:v>
                </c:pt>
                <c:pt idx="25037">
                  <c:v>7.1462700000000003</c:v>
                </c:pt>
                <c:pt idx="25038">
                  <c:v>7.1465800000000002</c:v>
                </c:pt>
                <c:pt idx="25039">
                  <c:v>7.1468800000000003</c:v>
                </c:pt>
                <c:pt idx="25040">
                  <c:v>7.1471900000000002</c:v>
                </c:pt>
                <c:pt idx="25041">
                  <c:v>7.1474900000000003</c:v>
                </c:pt>
                <c:pt idx="25042">
                  <c:v>7.1478000000000002</c:v>
                </c:pt>
                <c:pt idx="25043">
                  <c:v>7.1481000000000003</c:v>
                </c:pt>
                <c:pt idx="25044">
                  <c:v>7.1484100000000002</c:v>
                </c:pt>
                <c:pt idx="25045">
                  <c:v>7.1487100000000003</c:v>
                </c:pt>
                <c:pt idx="25046">
                  <c:v>7.1490200000000002</c:v>
                </c:pt>
                <c:pt idx="25047">
                  <c:v>7.1493200000000003</c:v>
                </c:pt>
                <c:pt idx="25048">
                  <c:v>7.1496300000000002</c:v>
                </c:pt>
                <c:pt idx="25049">
                  <c:v>7.1499300000000003</c:v>
                </c:pt>
                <c:pt idx="25050">
                  <c:v>7.1502400000000002</c:v>
                </c:pt>
                <c:pt idx="25051">
                  <c:v>7.15055</c:v>
                </c:pt>
                <c:pt idx="25052">
                  <c:v>7.1508500000000002</c:v>
                </c:pt>
                <c:pt idx="25053">
                  <c:v>7.15116</c:v>
                </c:pt>
                <c:pt idx="25054">
                  <c:v>7.1514600000000002</c:v>
                </c:pt>
                <c:pt idx="25055">
                  <c:v>7.15177</c:v>
                </c:pt>
                <c:pt idx="25056">
                  <c:v>7.1520700000000001</c:v>
                </c:pt>
                <c:pt idx="25057">
                  <c:v>7.15238</c:v>
                </c:pt>
                <c:pt idx="25058">
                  <c:v>7.1526800000000001</c:v>
                </c:pt>
                <c:pt idx="25059">
                  <c:v>7.15299</c:v>
                </c:pt>
                <c:pt idx="25060">
                  <c:v>7.1532900000000001</c:v>
                </c:pt>
                <c:pt idx="25061">
                  <c:v>7.1536</c:v>
                </c:pt>
                <c:pt idx="25062">
                  <c:v>7.1539000000000001</c:v>
                </c:pt>
                <c:pt idx="25063">
                  <c:v>7.15421</c:v>
                </c:pt>
                <c:pt idx="25064">
                  <c:v>7.1545199999999998</c:v>
                </c:pt>
                <c:pt idx="25065">
                  <c:v>7.15482</c:v>
                </c:pt>
                <c:pt idx="25066">
                  <c:v>7.1551299999999998</c:v>
                </c:pt>
                <c:pt idx="25067">
                  <c:v>7.15543</c:v>
                </c:pt>
                <c:pt idx="25068">
                  <c:v>7.1557399999999998</c:v>
                </c:pt>
                <c:pt idx="25069">
                  <c:v>7.15604</c:v>
                </c:pt>
                <c:pt idx="25070">
                  <c:v>7.1563499999999998</c:v>
                </c:pt>
                <c:pt idx="25071">
                  <c:v>7.15665</c:v>
                </c:pt>
                <c:pt idx="25072">
                  <c:v>7.1569599999999998</c:v>
                </c:pt>
                <c:pt idx="25073">
                  <c:v>7.15726</c:v>
                </c:pt>
                <c:pt idx="25074">
                  <c:v>7.1575699999999998</c:v>
                </c:pt>
                <c:pt idx="25075">
                  <c:v>7.15787</c:v>
                </c:pt>
                <c:pt idx="25076">
                  <c:v>7.1581799999999998</c:v>
                </c:pt>
                <c:pt idx="25077">
                  <c:v>7.1584899999999996</c:v>
                </c:pt>
                <c:pt idx="25078">
                  <c:v>7.1587899999999998</c:v>
                </c:pt>
                <c:pt idx="25079">
                  <c:v>7.1590999999999996</c:v>
                </c:pt>
                <c:pt idx="25080">
                  <c:v>7.1593999999999998</c:v>
                </c:pt>
                <c:pt idx="25081">
                  <c:v>7.1597099999999996</c:v>
                </c:pt>
                <c:pt idx="25082">
                  <c:v>7.1600099999999998</c:v>
                </c:pt>
                <c:pt idx="25083">
                  <c:v>7.1603199999999996</c:v>
                </c:pt>
                <c:pt idx="25084">
                  <c:v>7.1606199999999998</c:v>
                </c:pt>
                <c:pt idx="25085">
                  <c:v>7.1609299999999996</c:v>
                </c:pt>
                <c:pt idx="25086">
                  <c:v>7.1612299999999998</c:v>
                </c:pt>
                <c:pt idx="25087">
                  <c:v>7.1615399999999996</c:v>
                </c:pt>
                <c:pt idx="25088">
                  <c:v>7.1618500000000003</c:v>
                </c:pt>
                <c:pt idx="25089">
                  <c:v>7.1621499999999996</c:v>
                </c:pt>
                <c:pt idx="25090">
                  <c:v>7.1624600000000003</c:v>
                </c:pt>
                <c:pt idx="25091">
                  <c:v>7.1627599999999996</c:v>
                </c:pt>
                <c:pt idx="25092">
                  <c:v>7.1630700000000003</c:v>
                </c:pt>
                <c:pt idx="25093">
                  <c:v>7.1633699999999996</c:v>
                </c:pt>
                <c:pt idx="25094">
                  <c:v>7.1636800000000003</c:v>
                </c:pt>
                <c:pt idx="25095">
                  <c:v>7.1639799999999996</c:v>
                </c:pt>
                <c:pt idx="25096">
                  <c:v>7.1642900000000003</c:v>
                </c:pt>
                <c:pt idx="25097">
                  <c:v>7.1645899999999996</c:v>
                </c:pt>
                <c:pt idx="25098">
                  <c:v>7.1649000000000003</c:v>
                </c:pt>
                <c:pt idx="25099">
                  <c:v>7.1651999999999996</c:v>
                </c:pt>
                <c:pt idx="25100">
                  <c:v>7.1655100000000003</c:v>
                </c:pt>
                <c:pt idx="25101">
                  <c:v>7.1658200000000001</c:v>
                </c:pt>
                <c:pt idx="25102">
                  <c:v>7.1661200000000003</c:v>
                </c:pt>
                <c:pt idx="25103">
                  <c:v>7.1664300000000001</c:v>
                </c:pt>
                <c:pt idx="25104">
                  <c:v>7.1667300000000003</c:v>
                </c:pt>
                <c:pt idx="25105">
                  <c:v>7.1670400000000001</c:v>
                </c:pt>
                <c:pt idx="25106">
                  <c:v>7.1673400000000003</c:v>
                </c:pt>
                <c:pt idx="25107">
                  <c:v>7.1676500000000001</c:v>
                </c:pt>
                <c:pt idx="25108">
                  <c:v>7.1679500000000003</c:v>
                </c:pt>
                <c:pt idx="25109">
                  <c:v>7.1682600000000001</c:v>
                </c:pt>
                <c:pt idx="25110">
                  <c:v>7.1685600000000003</c:v>
                </c:pt>
                <c:pt idx="25111">
                  <c:v>7.1688700000000001</c:v>
                </c:pt>
                <c:pt idx="25112">
                  <c:v>7.1691700000000003</c:v>
                </c:pt>
                <c:pt idx="25113">
                  <c:v>7.1694800000000001</c:v>
                </c:pt>
                <c:pt idx="25114">
                  <c:v>7.1697899999999999</c:v>
                </c:pt>
                <c:pt idx="25115">
                  <c:v>7.1700900000000001</c:v>
                </c:pt>
                <c:pt idx="25116">
                  <c:v>7.1703999999999999</c:v>
                </c:pt>
                <c:pt idx="25117">
                  <c:v>7.1707000000000001</c:v>
                </c:pt>
                <c:pt idx="25118">
                  <c:v>7.1710099999999999</c:v>
                </c:pt>
                <c:pt idx="25119">
                  <c:v>7.1713100000000001</c:v>
                </c:pt>
                <c:pt idx="25120">
                  <c:v>7.1716199999999999</c:v>
                </c:pt>
                <c:pt idx="25121">
                  <c:v>7.1719200000000001</c:v>
                </c:pt>
                <c:pt idx="25122">
                  <c:v>7.1722299999999999</c:v>
                </c:pt>
                <c:pt idx="25123">
                  <c:v>7.1725300000000001</c:v>
                </c:pt>
                <c:pt idx="25124">
                  <c:v>7.1728399999999999</c:v>
                </c:pt>
                <c:pt idx="25125">
                  <c:v>7.1731400000000001</c:v>
                </c:pt>
                <c:pt idx="25126">
                  <c:v>7.1734499999999999</c:v>
                </c:pt>
                <c:pt idx="25127">
                  <c:v>7.1737599999999997</c:v>
                </c:pt>
                <c:pt idx="25128">
                  <c:v>7.1740599999999999</c:v>
                </c:pt>
                <c:pt idx="25129">
                  <c:v>7.1743699999999997</c:v>
                </c:pt>
                <c:pt idx="25130">
                  <c:v>7.1746699999999999</c:v>
                </c:pt>
                <c:pt idx="25131">
                  <c:v>7.1749799999999997</c:v>
                </c:pt>
                <c:pt idx="25132">
                  <c:v>7.1752799999999999</c:v>
                </c:pt>
                <c:pt idx="25133">
                  <c:v>7.1755899999999997</c:v>
                </c:pt>
                <c:pt idx="25134">
                  <c:v>7.1758899999999999</c:v>
                </c:pt>
                <c:pt idx="25135">
                  <c:v>7.1761999999999997</c:v>
                </c:pt>
                <c:pt idx="25136">
                  <c:v>7.1764999999999999</c:v>
                </c:pt>
                <c:pt idx="25137">
                  <c:v>7.1768099999999997</c:v>
                </c:pt>
                <c:pt idx="25138">
                  <c:v>7.1771099999999999</c:v>
                </c:pt>
                <c:pt idx="25139">
                  <c:v>7.1774199999999997</c:v>
                </c:pt>
                <c:pt idx="25140">
                  <c:v>7.1777300000000004</c:v>
                </c:pt>
                <c:pt idx="25141">
                  <c:v>7.1780299999999997</c:v>
                </c:pt>
                <c:pt idx="25142">
                  <c:v>7.1783400000000004</c:v>
                </c:pt>
                <c:pt idx="25143">
                  <c:v>7.1786399999999997</c:v>
                </c:pt>
                <c:pt idx="25144">
                  <c:v>7.1789500000000004</c:v>
                </c:pt>
                <c:pt idx="25145">
                  <c:v>7.1792499999999997</c:v>
                </c:pt>
                <c:pt idx="25146">
                  <c:v>7.1795600000000004</c:v>
                </c:pt>
                <c:pt idx="25147">
                  <c:v>7.1798599999999997</c:v>
                </c:pt>
                <c:pt idx="25148">
                  <c:v>7.1801700000000004</c:v>
                </c:pt>
                <c:pt idx="25149">
                  <c:v>7.1804699999999997</c:v>
                </c:pt>
                <c:pt idx="25150">
                  <c:v>7.1807800000000004</c:v>
                </c:pt>
                <c:pt idx="25151">
                  <c:v>7.1810900000000002</c:v>
                </c:pt>
                <c:pt idx="25152">
                  <c:v>7.1813900000000004</c:v>
                </c:pt>
                <c:pt idx="25153">
                  <c:v>7.1817000000000002</c:v>
                </c:pt>
                <c:pt idx="25154">
                  <c:v>7.1820000000000004</c:v>
                </c:pt>
                <c:pt idx="25155">
                  <c:v>7.1823100000000002</c:v>
                </c:pt>
                <c:pt idx="25156">
                  <c:v>7.1826100000000004</c:v>
                </c:pt>
                <c:pt idx="25157">
                  <c:v>7.1829200000000002</c:v>
                </c:pt>
                <c:pt idx="25158">
                  <c:v>7.1832200000000004</c:v>
                </c:pt>
                <c:pt idx="25159">
                  <c:v>7.1835300000000002</c:v>
                </c:pt>
                <c:pt idx="25160">
                  <c:v>7.1838300000000004</c:v>
                </c:pt>
                <c:pt idx="25161">
                  <c:v>7.1841400000000002</c:v>
                </c:pt>
                <c:pt idx="25162">
                  <c:v>7.1844400000000004</c:v>
                </c:pt>
                <c:pt idx="25163">
                  <c:v>7.1847500000000002</c:v>
                </c:pt>
                <c:pt idx="25164">
                  <c:v>7.18506</c:v>
                </c:pt>
                <c:pt idx="25165">
                  <c:v>7.1853600000000002</c:v>
                </c:pt>
                <c:pt idx="25166">
                  <c:v>7.18567</c:v>
                </c:pt>
                <c:pt idx="25167">
                  <c:v>7.1859700000000002</c:v>
                </c:pt>
                <c:pt idx="25168">
                  <c:v>7.18628</c:v>
                </c:pt>
                <c:pt idx="25169">
                  <c:v>7.1865800000000002</c:v>
                </c:pt>
                <c:pt idx="25170">
                  <c:v>7.18689</c:v>
                </c:pt>
                <c:pt idx="25171">
                  <c:v>7.1871900000000002</c:v>
                </c:pt>
                <c:pt idx="25172">
                  <c:v>7.1875</c:v>
                </c:pt>
                <c:pt idx="25173">
                  <c:v>7.1878000000000002</c:v>
                </c:pt>
                <c:pt idx="25174">
                  <c:v>7.18811</c:v>
                </c:pt>
                <c:pt idx="25175">
                  <c:v>7.1884100000000002</c:v>
                </c:pt>
                <c:pt idx="25176">
                  <c:v>7.18872</c:v>
                </c:pt>
                <c:pt idx="25177">
                  <c:v>7.1890299999999998</c:v>
                </c:pt>
                <c:pt idx="25178">
                  <c:v>7.18933</c:v>
                </c:pt>
                <c:pt idx="25179">
                  <c:v>7.1896399999999998</c:v>
                </c:pt>
                <c:pt idx="25180">
                  <c:v>7.18994</c:v>
                </c:pt>
                <c:pt idx="25181">
                  <c:v>7.1902499999999998</c:v>
                </c:pt>
                <c:pt idx="25182">
                  <c:v>7.19055</c:v>
                </c:pt>
                <c:pt idx="25183">
                  <c:v>7.1908599999999998</c:v>
                </c:pt>
                <c:pt idx="25184">
                  <c:v>7.19116</c:v>
                </c:pt>
                <c:pt idx="25185">
                  <c:v>7.1914699999999998</c:v>
                </c:pt>
                <c:pt idx="25186">
                  <c:v>7.19177</c:v>
                </c:pt>
                <c:pt idx="25187">
                  <c:v>7.1920799999999998</c:v>
                </c:pt>
                <c:pt idx="25188">
                  <c:v>7.19238</c:v>
                </c:pt>
                <c:pt idx="25189">
                  <c:v>7.1926899999999998</c:v>
                </c:pt>
                <c:pt idx="25190">
                  <c:v>7.1929999999999996</c:v>
                </c:pt>
                <c:pt idx="25191">
                  <c:v>7.1932999999999998</c:v>
                </c:pt>
                <c:pt idx="25192">
                  <c:v>7.1936099999999996</c:v>
                </c:pt>
                <c:pt idx="25193">
                  <c:v>7.1939099999999998</c:v>
                </c:pt>
                <c:pt idx="25194">
                  <c:v>7.1942199999999996</c:v>
                </c:pt>
                <c:pt idx="25195">
                  <c:v>7.1945199999999998</c:v>
                </c:pt>
                <c:pt idx="25196">
                  <c:v>7.1948299999999996</c:v>
                </c:pt>
                <c:pt idx="25197">
                  <c:v>7.1951299999999998</c:v>
                </c:pt>
                <c:pt idx="25198">
                  <c:v>7.1954399999999996</c:v>
                </c:pt>
                <c:pt idx="25199">
                  <c:v>7.1957399999999998</c:v>
                </c:pt>
                <c:pt idx="25200">
                  <c:v>7.1960499999999996</c:v>
                </c:pt>
                <c:pt idx="25201">
                  <c:v>7.1963499999999998</c:v>
                </c:pt>
                <c:pt idx="25202">
                  <c:v>7.1966599999999996</c:v>
                </c:pt>
                <c:pt idx="25203">
                  <c:v>7.1969700000000003</c:v>
                </c:pt>
                <c:pt idx="25204">
                  <c:v>7.1972699999999996</c:v>
                </c:pt>
                <c:pt idx="25205">
                  <c:v>7.1975800000000003</c:v>
                </c:pt>
                <c:pt idx="25206">
                  <c:v>7.1978799999999996</c:v>
                </c:pt>
                <c:pt idx="25207">
                  <c:v>7.1981900000000003</c:v>
                </c:pt>
                <c:pt idx="25208">
                  <c:v>7.1984899999999996</c:v>
                </c:pt>
                <c:pt idx="25209">
                  <c:v>7.1988000000000003</c:v>
                </c:pt>
                <c:pt idx="25210">
                  <c:v>7.1990999999999996</c:v>
                </c:pt>
                <c:pt idx="25211">
                  <c:v>7.1994100000000003</c:v>
                </c:pt>
                <c:pt idx="25212">
                  <c:v>7.1997099999999996</c:v>
                </c:pt>
                <c:pt idx="25213">
                  <c:v>7.2000200000000003</c:v>
                </c:pt>
                <c:pt idx="25214">
                  <c:v>7.2003300000000001</c:v>
                </c:pt>
                <c:pt idx="25215">
                  <c:v>7.2006300000000003</c:v>
                </c:pt>
                <c:pt idx="25216">
                  <c:v>7.2009400000000001</c:v>
                </c:pt>
                <c:pt idx="25217">
                  <c:v>7.2012400000000003</c:v>
                </c:pt>
                <c:pt idx="25218">
                  <c:v>7.2015500000000001</c:v>
                </c:pt>
                <c:pt idx="25219">
                  <c:v>7.2018500000000003</c:v>
                </c:pt>
                <c:pt idx="25220">
                  <c:v>7.2021600000000001</c:v>
                </c:pt>
                <c:pt idx="25221">
                  <c:v>7.2024600000000003</c:v>
                </c:pt>
                <c:pt idx="25222">
                  <c:v>7.2027700000000001</c:v>
                </c:pt>
                <c:pt idx="25223">
                  <c:v>7.2030700000000003</c:v>
                </c:pt>
                <c:pt idx="25224">
                  <c:v>7.2033800000000001</c:v>
                </c:pt>
                <c:pt idx="25225">
                  <c:v>7.2036800000000003</c:v>
                </c:pt>
                <c:pt idx="25226">
                  <c:v>7.2039900000000001</c:v>
                </c:pt>
                <c:pt idx="25227">
                  <c:v>7.2042999999999999</c:v>
                </c:pt>
                <c:pt idx="25228">
                  <c:v>7.2046000000000001</c:v>
                </c:pt>
                <c:pt idx="25229">
                  <c:v>7.2049099999999999</c:v>
                </c:pt>
                <c:pt idx="25230">
                  <c:v>7.2052100000000001</c:v>
                </c:pt>
                <c:pt idx="25231">
                  <c:v>7.2055199999999999</c:v>
                </c:pt>
                <c:pt idx="25232">
                  <c:v>7.2058200000000001</c:v>
                </c:pt>
                <c:pt idx="25233">
                  <c:v>7.2061299999999999</c:v>
                </c:pt>
                <c:pt idx="25234">
                  <c:v>7.2064300000000001</c:v>
                </c:pt>
                <c:pt idx="25235">
                  <c:v>7.2067399999999999</c:v>
                </c:pt>
                <c:pt idx="25236">
                  <c:v>7.2070400000000001</c:v>
                </c:pt>
                <c:pt idx="25237">
                  <c:v>7.2073499999999999</c:v>
                </c:pt>
                <c:pt idx="25238">
                  <c:v>7.2076500000000001</c:v>
                </c:pt>
                <c:pt idx="25239">
                  <c:v>7.2079599999999999</c:v>
                </c:pt>
                <c:pt idx="25240">
                  <c:v>7.2082699999999997</c:v>
                </c:pt>
                <c:pt idx="25241">
                  <c:v>7.2085699999999999</c:v>
                </c:pt>
                <c:pt idx="25242">
                  <c:v>7.2088799999999997</c:v>
                </c:pt>
                <c:pt idx="25243">
                  <c:v>7.2091799999999999</c:v>
                </c:pt>
                <c:pt idx="25244">
                  <c:v>7.2094899999999997</c:v>
                </c:pt>
                <c:pt idx="25245">
                  <c:v>7.2097899999999999</c:v>
                </c:pt>
                <c:pt idx="25246">
                  <c:v>7.2100999999999997</c:v>
                </c:pt>
                <c:pt idx="25247">
                  <c:v>7.2103999999999999</c:v>
                </c:pt>
                <c:pt idx="25248">
                  <c:v>7.2107099999999997</c:v>
                </c:pt>
                <c:pt idx="25249">
                  <c:v>7.2110099999999999</c:v>
                </c:pt>
                <c:pt idx="25250">
                  <c:v>7.2113199999999997</c:v>
                </c:pt>
                <c:pt idx="25251">
                  <c:v>7.2116199999999999</c:v>
                </c:pt>
                <c:pt idx="25252">
                  <c:v>7.2119299999999997</c:v>
                </c:pt>
                <c:pt idx="25253">
                  <c:v>7.2122400000000004</c:v>
                </c:pt>
                <c:pt idx="25254">
                  <c:v>7.2125399999999997</c:v>
                </c:pt>
                <c:pt idx="25255">
                  <c:v>7.2128500000000004</c:v>
                </c:pt>
                <c:pt idx="25256">
                  <c:v>7.2131499999999997</c:v>
                </c:pt>
                <c:pt idx="25257">
                  <c:v>7.2134600000000004</c:v>
                </c:pt>
                <c:pt idx="25258">
                  <c:v>7.2137599999999997</c:v>
                </c:pt>
                <c:pt idx="25259">
                  <c:v>7.2140700000000004</c:v>
                </c:pt>
                <c:pt idx="25260">
                  <c:v>7.2143699999999997</c:v>
                </c:pt>
                <c:pt idx="25261">
                  <c:v>7.2146800000000004</c:v>
                </c:pt>
                <c:pt idx="25262">
                  <c:v>7.2149799999999997</c:v>
                </c:pt>
                <c:pt idx="25263">
                  <c:v>7.2152900000000004</c:v>
                </c:pt>
                <c:pt idx="25264">
                  <c:v>7.2156000000000002</c:v>
                </c:pt>
                <c:pt idx="25265">
                  <c:v>7.2159000000000004</c:v>
                </c:pt>
                <c:pt idx="25266">
                  <c:v>7.2162100000000002</c:v>
                </c:pt>
                <c:pt idx="25267">
                  <c:v>7.2165100000000004</c:v>
                </c:pt>
                <c:pt idx="25268">
                  <c:v>7.2168200000000002</c:v>
                </c:pt>
                <c:pt idx="25269">
                  <c:v>7.2171200000000004</c:v>
                </c:pt>
                <c:pt idx="25270">
                  <c:v>7.2174300000000002</c:v>
                </c:pt>
                <c:pt idx="25271">
                  <c:v>7.2177300000000004</c:v>
                </c:pt>
                <c:pt idx="25272">
                  <c:v>7.2180400000000002</c:v>
                </c:pt>
                <c:pt idx="25273">
                  <c:v>7.2183400000000004</c:v>
                </c:pt>
                <c:pt idx="25274">
                  <c:v>7.2186500000000002</c:v>
                </c:pt>
                <c:pt idx="25275">
                  <c:v>7.2189500000000004</c:v>
                </c:pt>
                <c:pt idx="25276">
                  <c:v>7.2192600000000002</c:v>
                </c:pt>
                <c:pt idx="25277">
                  <c:v>7.21957</c:v>
                </c:pt>
                <c:pt idx="25278">
                  <c:v>7.2198700000000002</c:v>
                </c:pt>
                <c:pt idx="25279">
                  <c:v>7.22018</c:v>
                </c:pt>
                <c:pt idx="25280">
                  <c:v>7.2204800000000002</c:v>
                </c:pt>
                <c:pt idx="25281">
                  <c:v>7.22079</c:v>
                </c:pt>
                <c:pt idx="25282">
                  <c:v>7.2210900000000002</c:v>
                </c:pt>
                <c:pt idx="25283">
                  <c:v>7.2214</c:v>
                </c:pt>
                <c:pt idx="25284">
                  <c:v>7.2217000000000002</c:v>
                </c:pt>
                <c:pt idx="25285">
                  <c:v>7.22201</c:v>
                </c:pt>
                <c:pt idx="25286">
                  <c:v>7.2223100000000002</c:v>
                </c:pt>
                <c:pt idx="25287">
                  <c:v>7.22262</c:v>
                </c:pt>
                <c:pt idx="25288">
                  <c:v>7.2229200000000002</c:v>
                </c:pt>
                <c:pt idx="25289">
                  <c:v>7.22323</c:v>
                </c:pt>
                <c:pt idx="25290">
                  <c:v>7.2235399999999998</c:v>
                </c:pt>
                <c:pt idx="25291">
                  <c:v>7.22384</c:v>
                </c:pt>
                <c:pt idx="25292">
                  <c:v>7.2241499999999998</c:v>
                </c:pt>
                <c:pt idx="25293">
                  <c:v>7.22445</c:v>
                </c:pt>
                <c:pt idx="25294">
                  <c:v>7.2247599999999998</c:v>
                </c:pt>
                <c:pt idx="25295">
                  <c:v>7.22506</c:v>
                </c:pt>
                <c:pt idx="25296">
                  <c:v>7.2253699999999998</c:v>
                </c:pt>
                <c:pt idx="25297">
                  <c:v>7.22567</c:v>
                </c:pt>
                <c:pt idx="25298">
                  <c:v>7.2259799999999998</c:v>
                </c:pt>
                <c:pt idx="25299">
                  <c:v>7.22628</c:v>
                </c:pt>
                <c:pt idx="25300">
                  <c:v>7.2265899999999998</c:v>
                </c:pt>
                <c:pt idx="25301">
                  <c:v>7.22689</c:v>
                </c:pt>
                <c:pt idx="25302">
                  <c:v>7.2271999999999998</c:v>
                </c:pt>
                <c:pt idx="25303">
                  <c:v>7.2275099999999997</c:v>
                </c:pt>
                <c:pt idx="25304">
                  <c:v>7.2278099999999998</c:v>
                </c:pt>
                <c:pt idx="25305">
                  <c:v>7.2281199999999997</c:v>
                </c:pt>
                <c:pt idx="25306">
                  <c:v>7.2284199999999998</c:v>
                </c:pt>
                <c:pt idx="25307">
                  <c:v>7.2287299999999997</c:v>
                </c:pt>
                <c:pt idx="25308">
                  <c:v>7.2290299999999998</c:v>
                </c:pt>
                <c:pt idx="25309">
                  <c:v>7.2293399999999997</c:v>
                </c:pt>
                <c:pt idx="25310">
                  <c:v>7.2296399999999998</c:v>
                </c:pt>
                <c:pt idx="25311">
                  <c:v>7.2299499999999997</c:v>
                </c:pt>
                <c:pt idx="25312">
                  <c:v>7.2302499999999998</c:v>
                </c:pt>
                <c:pt idx="25313">
                  <c:v>7.2305599999999997</c:v>
                </c:pt>
                <c:pt idx="25314">
                  <c:v>7.2308599999999998</c:v>
                </c:pt>
                <c:pt idx="25315">
                  <c:v>7.2311699999999997</c:v>
                </c:pt>
                <c:pt idx="25316">
                  <c:v>7.2314800000000004</c:v>
                </c:pt>
                <c:pt idx="25317">
                  <c:v>7.2317799999999997</c:v>
                </c:pt>
                <c:pt idx="25318">
                  <c:v>7.2320900000000004</c:v>
                </c:pt>
                <c:pt idx="25319">
                  <c:v>7.2323899999999997</c:v>
                </c:pt>
                <c:pt idx="25320">
                  <c:v>7.2327000000000004</c:v>
                </c:pt>
                <c:pt idx="25321">
                  <c:v>7.2329999999999997</c:v>
                </c:pt>
                <c:pt idx="25322">
                  <c:v>7.2333100000000004</c:v>
                </c:pt>
                <c:pt idx="25323">
                  <c:v>7.2336099999999997</c:v>
                </c:pt>
                <c:pt idx="25324">
                  <c:v>7.2339200000000003</c:v>
                </c:pt>
                <c:pt idx="25325">
                  <c:v>7.2342199999999997</c:v>
                </c:pt>
                <c:pt idx="25326">
                  <c:v>7.2345300000000003</c:v>
                </c:pt>
                <c:pt idx="25327">
                  <c:v>7.2348400000000002</c:v>
                </c:pt>
                <c:pt idx="25328">
                  <c:v>7.2351400000000003</c:v>
                </c:pt>
                <c:pt idx="25329">
                  <c:v>7.2354500000000002</c:v>
                </c:pt>
                <c:pt idx="25330">
                  <c:v>7.2357500000000003</c:v>
                </c:pt>
                <c:pt idx="25331">
                  <c:v>7.2360600000000002</c:v>
                </c:pt>
                <c:pt idx="25332">
                  <c:v>7.2363600000000003</c:v>
                </c:pt>
                <c:pt idx="25333">
                  <c:v>7.2366700000000002</c:v>
                </c:pt>
                <c:pt idx="25334">
                  <c:v>7.2369700000000003</c:v>
                </c:pt>
                <c:pt idx="25335">
                  <c:v>7.2372800000000002</c:v>
                </c:pt>
                <c:pt idx="25336">
                  <c:v>7.2375800000000003</c:v>
                </c:pt>
                <c:pt idx="25337">
                  <c:v>7.2378900000000002</c:v>
                </c:pt>
                <c:pt idx="25338">
                  <c:v>7.2381900000000003</c:v>
                </c:pt>
                <c:pt idx="25339">
                  <c:v>7.2385000000000002</c:v>
                </c:pt>
                <c:pt idx="25340">
                  <c:v>7.23881</c:v>
                </c:pt>
                <c:pt idx="25341">
                  <c:v>7.2391100000000002</c:v>
                </c:pt>
                <c:pt idx="25342">
                  <c:v>7.23942</c:v>
                </c:pt>
                <c:pt idx="25343">
                  <c:v>7.2397200000000002</c:v>
                </c:pt>
                <c:pt idx="25344">
                  <c:v>7.24003</c:v>
                </c:pt>
                <c:pt idx="25345">
                  <c:v>7.2403300000000002</c:v>
                </c:pt>
                <c:pt idx="25346">
                  <c:v>7.24064</c:v>
                </c:pt>
                <c:pt idx="25347">
                  <c:v>7.2409400000000002</c:v>
                </c:pt>
                <c:pt idx="25348">
                  <c:v>7.24125</c:v>
                </c:pt>
                <c:pt idx="25349">
                  <c:v>7.2415500000000002</c:v>
                </c:pt>
                <c:pt idx="25350">
                  <c:v>7.24186</c:v>
                </c:pt>
                <c:pt idx="25351">
                  <c:v>7.2421600000000002</c:v>
                </c:pt>
                <c:pt idx="25352">
                  <c:v>7.24247</c:v>
                </c:pt>
                <c:pt idx="25353">
                  <c:v>7.2427799999999998</c:v>
                </c:pt>
                <c:pt idx="25354">
                  <c:v>7.24308</c:v>
                </c:pt>
                <c:pt idx="25355">
                  <c:v>7.2433899999999998</c:v>
                </c:pt>
                <c:pt idx="25356">
                  <c:v>7.24369</c:v>
                </c:pt>
                <c:pt idx="25357">
                  <c:v>7.2439999999999998</c:v>
                </c:pt>
                <c:pt idx="25358">
                  <c:v>7.2443</c:v>
                </c:pt>
                <c:pt idx="25359">
                  <c:v>7.2446099999999998</c:v>
                </c:pt>
                <c:pt idx="25360">
                  <c:v>7.24491</c:v>
                </c:pt>
                <c:pt idx="25361">
                  <c:v>7.2452199999999998</c:v>
                </c:pt>
                <c:pt idx="25362">
                  <c:v>7.24552</c:v>
                </c:pt>
                <c:pt idx="25363">
                  <c:v>7.2458299999999998</c:v>
                </c:pt>
                <c:pt idx="25364">
                  <c:v>7.24613</c:v>
                </c:pt>
                <c:pt idx="25365">
                  <c:v>7.2464399999999998</c:v>
                </c:pt>
                <c:pt idx="25366">
                  <c:v>7.2467499999999996</c:v>
                </c:pt>
                <c:pt idx="25367">
                  <c:v>7.2470499999999998</c:v>
                </c:pt>
                <c:pt idx="25368">
                  <c:v>7.2473599999999996</c:v>
                </c:pt>
                <c:pt idx="25369">
                  <c:v>7.2476599999999998</c:v>
                </c:pt>
                <c:pt idx="25370">
                  <c:v>7.2479699999999996</c:v>
                </c:pt>
                <c:pt idx="25371">
                  <c:v>7.2482699999999998</c:v>
                </c:pt>
                <c:pt idx="25372">
                  <c:v>7.2485799999999996</c:v>
                </c:pt>
                <c:pt idx="25373">
                  <c:v>7.2488799999999998</c:v>
                </c:pt>
                <c:pt idx="25374">
                  <c:v>7.2491899999999996</c:v>
                </c:pt>
                <c:pt idx="25375">
                  <c:v>7.2494899999999998</c:v>
                </c:pt>
                <c:pt idx="25376">
                  <c:v>7.2497999999999996</c:v>
                </c:pt>
                <c:pt idx="25377">
                  <c:v>7.2500999999999998</c:v>
                </c:pt>
                <c:pt idx="25378">
                  <c:v>7.2504099999999996</c:v>
                </c:pt>
                <c:pt idx="25379">
                  <c:v>7.2507200000000003</c:v>
                </c:pt>
                <c:pt idx="25380">
                  <c:v>7.2510199999999996</c:v>
                </c:pt>
              </c:numCache>
            </c:numRef>
          </c:xVal>
          <c:yVal>
            <c:numRef>
              <c:f>'For plotting'!$J$2:$J$25382</c:f>
              <c:numCache>
                <c:formatCode>General</c:formatCode>
                <c:ptCount val="25381"/>
                <c:pt idx="0">
                  <c:v>1.0083883102072333</c:v>
                </c:pt>
                <c:pt idx="1">
                  <c:v>1.0083452837233402</c:v>
                </c:pt>
                <c:pt idx="2">
                  <c:v>1.0084089344722398</c:v>
                </c:pt>
                <c:pt idx="3">
                  <c:v>1.0074881067585106</c:v>
                </c:pt>
                <c:pt idx="4">
                  <c:v>1.0065525474269197</c:v>
                </c:pt>
                <c:pt idx="5">
                  <c:v>1.0067552595685667</c:v>
                </c:pt>
                <c:pt idx="6">
                  <c:v>1.0089775241230243</c:v>
                </c:pt>
                <c:pt idx="7">
                  <c:v>1.010589010721062</c:v>
                </c:pt>
                <c:pt idx="8">
                  <c:v>1.0094598322119523</c:v>
                </c:pt>
                <c:pt idx="9">
                  <c:v>1.009131393331657</c:v>
                </c:pt>
                <c:pt idx="10">
                  <c:v>1.0097080345735832</c:v>
                </c:pt>
                <c:pt idx="11">
                  <c:v>1.0099718067313335</c:v>
                </c:pt>
                <c:pt idx="12">
                  <c:v>1.010133752930449</c:v>
                </c:pt>
                <c:pt idx="13">
                  <c:v>1.0087556100794746</c:v>
                </c:pt>
                <c:pt idx="14">
                  <c:v>1.0069228444214158</c:v>
                </c:pt>
                <c:pt idx="15">
                  <c:v>1.0070224352380299</c:v>
                </c:pt>
                <c:pt idx="16">
                  <c:v>1.0076634892090899</c:v>
                </c:pt>
                <c:pt idx="17">
                  <c:v>1.0084832021457364</c:v>
                </c:pt>
                <c:pt idx="18">
                  <c:v>1.0089540297324688</c:v>
                </c:pt>
                <c:pt idx="19">
                  <c:v>1.0090511568129923</c:v>
                </c:pt>
                <c:pt idx="20">
                  <c:v>1.008356942020924</c:v>
                </c:pt>
                <c:pt idx="21">
                  <c:v>1.0082082034792017</c:v>
                </c:pt>
                <c:pt idx="22">
                  <c:v>1.0099559829418026</c:v>
                </c:pt>
                <c:pt idx="23">
                  <c:v>1.0112010332451977</c:v>
                </c:pt>
                <c:pt idx="24">
                  <c:v>1.010310354549403</c:v>
                </c:pt>
                <c:pt idx="25">
                  <c:v>1.009023903319948</c:v>
                </c:pt>
                <c:pt idx="26">
                  <c:v>1.0090096288902266</c:v>
                </c:pt>
                <c:pt idx="27">
                  <c:v>1.0100171953539525</c:v>
                </c:pt>
                <c:pt idx="28">
                  <c:v>1.0107832140834268</c:v>
                </c:pt>
                <c:pt idx="29">
                  <c:v>1.0099545097800162</c:v>
                </c:pt>
                <c:pt idx="30">
                  <c:v>1.0091789154989319</c:v>
                </c:pt>
                <c:pt idx="31">
                  <c:v>1.0091241799187729</c:v>
                </c:pt>
                <c:pt idx="32">
                  <c:v>1.0099354856735017</c:v>
                </c:pt>
                <c:pt idx="33">
                  <c:v>1.0125302569651344</c:v>
                </c:pt>
                <c:pt idx="34">
                  <c:v>1.0146735295686431</c:v>
                </c:pt>
                <c:pt idx="35">
                  <c:v>1.0128894798468928</c:v>
                </c:pt>
                <c:pt idx="36">
                  <c:v>1.0094941975205163</c:v>
                </c:pt>
                <c:pt idx="37">
                  <c:v>1.0077752463101106</c:v>
                </c:pt>
                <c:pt idx="38">
                  <c:v>1.0079081864616433</c:v>
                </c:pt>
                <c:pt idx="39">
                  <c:v>1.0078344013756284</c:v>
                </c:pt>
                <c:pt idx="40">
                  <c:v>1.007756019008867</c:v>
                </c:pt>
                <c:pt idx="41">
                  <c:v>1.0083325840527697</c:v>
                </c:pt>
                <c:pt idx="42">
                  <c:v>1.0086692523195948</c:v>
                </c:pt>
                <c:pt idx="43">
                  <c:v>1.0089267508400832</c:v>
                </c:pt>
                <c:pt idx="44">
                  <c:v>1.0090930911252163</c:v>
                </c:pt>
                <c:pt idx="45">
                  <c:v>1.0090902971976907</c:v>
                </c:pt>
                <c:pt idx="46">
                  <c:v>1.0092223483722833</c:v>
                </c:pt>
                <c:pt idx="47">
                  <c:v>1.0093491926819418</c:v>
                </c:pt>
                <c:pt idx="48">
                  <c:v>1.0101023847441397</c:v>
                </c:pt>
                <c:pt idx="49">
                  <c:v>1.0110830787049383</c:v>
                </c:pt>
                <c:pt idx="50">
                  <c:v>1.0128854667509926</c:v>
                </c:pt>
                <c:pt idx="51">
                  <c:v>1.0139768256411428</c:v>
                </c:pt>
                <c:pt idx="52">
                  <c:v>1.0137622266078419</c:v>
                </c:pt>
                <c:pt idx="53">
                  <c:v>1.0134134936539747</c:v>
                </c:pt>
                <c:pt idx="54">
                  <c:v>1.0123765655518895</c:v>
                </c:pt>
                <c:pt idx="55">
                  <c:v>1.010573923512424</c:v>
                </c:pt>
                <c:pt idx="56">
                  <c:v>1.0111109671815113</c:v>
                </c:pt>
                <c:pt idx="57">
                  <c:v>1.0102889937035033</c:v>
                </c:pt>
                <c:pt idx="58">
                  <c:v>1.0076603142914473</c:v>
                </c:pt>
                <c:pt idx="59">
                  <c:v>1.0071975128965154</c:v>
                </c:pt>
                <c:pt idx="60">
                  <c:v>1.0071257851571329</c:v>
                </c:pt>
                <c:pt idx="61">
                  <c:v>1.0066876211231082</c:v>
                </c:pt>
                <c:pt idx="62">
                  <c:v>1.0067609998196647</c:v>
                </c:pt>
                <c:pt idx="63">
                  <c:v>1.0078755483082769</c:v>
                </c:pt>
                <c:pt idx="64">
                  <c:v>1.0076728361666298</c:v>
                </c:pt>
                <c:pt idx="65">
                  <c:v>1.0069123290941833</c:v>
                </c:pt>
                <c:pt idx="66">
                  <c:v>1.0067545737863559</c:v>
                </c:pt>
                <c:pt idx="67">
                  <c:v>1.0071914424539827</c:v>
                </c:pt>
                <c:pt idx="68">
                  <c:v>1.0088601791669525</c:v>
                </c:pt>
                <c:pt idx="69">
                  <c:v>1.0106753176822594</c:v>
                </c:pt>
                <c:pt idx="70">
                  <c:v>1.0102961817170462</c:v>
                </c:pt>
                <c:pt idx="71">
                  <c:v>1.0106083396196703</c:v>
                </c:pt>
                <c:pt idx="72">
                  <c:v>1.0102066490395238</c:v>
                </c:pt>
                <c:pt idx="73">
                  <c:v>1.0082912847240744</c:v>
                </c:pt>
                <c:pt idx="74">
                  <c:v>1.0089223059553836</c:v>
                </c:pt>
                <c:pt idx="75">
                  <c:v>1.0087487014586842</c:v>
                </c:pt>
                <c:pt idx="76">
                  <c:v>1.0081385584857929</c:v>
                </c:pt>
                <c:pt idx="77">
                  <c:v>1.0089735364264651</c:v>
                </c:pt>
                <c:pt idx="78">
                  <c:v>1.0107098861855524</c:v>
                </c:pt>
                <c:pt idx="79">
                  <c:v>1.0126555519149834</c:v>
                </c:pt>
                <c:pt idx="80">
                  <c:v>1.0129068275968922</c:v>
                </c:pt>
                <c:pt idx="81">
                  <c:v>1.012785825135696</c:v>
                </c:pt>
                <c:pt idx="82">
                  <c:v>1.0116909865358092</c:v>
                </c:pt>
                <c:pt idx="83">
                  <c:v>1.01044629182319</c:v>
                </c:pt>
                <c:pt idx="84">
                  <c:v>1.0093030928777706</c:v>
                </c:pt>
                <c:pt idx="85">
                  <c:v>1.0098150165984694</c:v>
                </c:pt>
                <c:pt idx="86">
                  <c:v>1.0096499970790758</c:v>
                </c:pt>
                <c:pt idx="87">
                  <c:v>1.009143813609475</c:v>
                </c:pt>
                <c:pt idx="88">
                  <c:v>1.0096845401830277</c:v>
                </c:pt>
                <c:pt idx="89">
                  <c:v>1.0080305350879197</c:v>
                </c:pt>
                <c:pt idx="90">
                  <c:v>1.0071937283946855</c:v>
                </c:pt>
                <c:pt idx="91">
                  <c:v>1.0086899019839426</c:v>
                </c:pt>
                <c:pt idx="92">
                  <c:v>1.0106259413630811</c:v>
                </c:pt>
                <c:pt idx="93">
                  <c:v>1.011780214421238</c:v>
                </c:pt>
                <c:pt idx="94">
                  <c:v>1.0111525459029593</c:v>
                </c:pt>
                <c:pt idx="95">
                  <c:v>1.0102701727917178</c:v>
                </c:pt>
                <c:pt idx="96">
                  <c:v>1.0094909210055092</c:v>
                </c:pt>
                <c:pt idx="97">
                  <c:v>1.0085713632588371</c:v>
                </c:pt>
                <c:pt idx="98">
                  <c:v>1.0080892075659558</c:v>
                </c:pt>
                <c:pt idx="99">
                  <c:v>1.0074351999309137</c:v>
                </c:pt>
                <c:pt idx="100">
                  <c:v>1.0076199293390329</c:v>
                </c:pt>
                <c:pt idx="101">
                  <c:v>1.0091293359850246</c:v>
                </c:pt>
                <c:pt idx="102">
                  <c:v>1.0092110964641576</c:v>
                </c:pt>
                <c:pt idx="103">
                  <c:v>1.0096735930669958</c:v>
                </c:pt>
                <c:pt idx="104">
                  <c:v>1.0095261498916719</c:v>
                </c:pt>
                <c:pt idx="105">
                  <c:v>1.0079206067394613</c:v>
                </c:pt>
                <c:pt idx="106">
                  <c:v>1.0058550053211619</c:v>
                </c:pt>
                <c:pt idx="107">
                  <c:v>1.0053008170968045</c:v>
                </c:pt>
                <c:pt idx="108">
                  <c:v>1.0074613358529481</c:v>
                </c:pt>
                <c:pt idx="109">
                  <c:v>1.0098526076233583</c:v>
                </c:pt>
                <c:pt idx="110">
                  <c:v>1.0104475109915649</c:v>
                </c:pt>
                <c:pt idx="111">
                  <c:v>1.0088518227837171</c:v>
                </c:pt>
                <c:pt idx="112">
                  <c:v>1.007731000657843</c:v>
                </c:pt>
                <c:pt idx="113">
                  <c:v>1.0080928904704212</c:v>
                </c:pt>
                <c:pt idx="114">
                  <c:v>1.0095034174813506</c:v>
                </c:pt>
                <c:pt idx="115">
                  <c:v>1.0115143087188319</c:v>
                </c:pt>
                <c:pt idx="116">
                  <c:v>1.0122415426543836</c:v>
                </c:pt>
                <c:pt idx="117">
                  <c:v>1.0123392793190944</c:v>
                </c:pt>
                <c:pt idx="118">
                  <c:v>1.0114681835153196</c:v>
                </c:pt>
                <c:pt idx="119">
                  <c:v>1.0103955439395902</c:v>
                </c:pt>
                <c:pt idx="120">
                  <c:v>1.0103164503912769</c:v>
                </c:pt>
                <c:pt idx="121">
                  <c:v>1.0104111645343921</c:v>
                </c:pt>
                <c:pt idx="122">
                  <c:v>1.0103794661566479</c:v>
                </c:pt>
                <c:pt idx="123">
                  <c:v>1.0107726733568532</c:v>
                </c:pt>
                <c:pt idx="124">
                  <c:v>1.0105959447411934</c:v>
                </c:pt>
                <c:pt idx="125">
                  <c:v>1.0106543124271357</c:v>
                </c:pt>
                <c:pt idx="126">
                  <c:v>1.0092004287408785</c:v>
                </c:pt>
                <c:pt idx="127">
                  <c:v>1.0094077127639309</c:v>
                </c:pt>
                <c:pt idx="128">
                  <c:v>1.0113421011858952</c:v>
                </c:pt>
                <c:pt idx="129">
                  <c:v>1.009716111564066</c:v>
                </c:pt>
                <c:pt idx="130">
                  <c:v>1.0080661195648586</c:v>
                </c:pt>
                <c:pt idx="131">
                  <c:v>1.0082139437302997</c:v>
                </c:pt>
                <c:pt idx="132">
                  <c:v>1.0092018511039824</c:v>
                </c:pt>
                <c:pt idx="133">
                  <c:v>1.0102218124461853</c:v>
                </c:pt>
                <c:pt idx="134">
                  <c:v>1.0099615453975124</c:v>
                </c:pt>
                <c:pt idx="135">
                  <c:v>1.0097761556065237</c:v>
                </c:pt>
                <c:pt idx="136">
                  <c:v>1.0086870572577347</c:v>
                </c:pt>
                <c:pt idx="137">
                  <c:v>1.0073523980787937</c:v>
                </c:pt>
                <c:pt idx="138">
                  <c:v>1.0083952950260471</c:v>
                </c:pt>
                <c:pt idx="139">
                  <c:v>1.0100279392752551</c:v>
                </c:pt>
                <c:pt idx="140">
                  <c:v>1.0105790287799934</c:v>
                </c:pt>
                <c:pt idx="141">
                  <c:v>1.0099743212661063</c:v>
                </c:pt>
                <c:pt idx="142">
                  <c:v>1.0087019158723023</c:v>
                </c:pt>
                <c:pt idx="143">
                  <c:v>1.0088736408177572</c:v>
                </c:pt>
                <c:pt idx="144">
                  <c:v>1.0102168849740039</c:v>
                </c:pt>
                <c:pt idx="145">
                  <c:v>1.010343119699475</c:v>
                </c:pt>
                <c:pt idx="146">
                  <c:v>1.0097755460223361</c:v>
                </c:pt>
                <c:pt idx="147">
                  <c:v>1.0084615873064253</c:v>
                </c:pt>
                <c:pt idx="148">
                  <c:v>1.0081888491812523</c:v>
                </c:pt>
                <c:pt idx="149">
                  <c:v>1.009750680067359</c:v>
                </c:pt>
                <c:pt idx="150">
                  <c:v>1.01082936468628</c:v>
                </c:pt>
                <c:pt idx="151">
                  <c:v>1.0103958995303661</c:v>
                </c:pt>
                <c:pt idx="152">
                  <c:v>1.010390133879927</c:v>
                </c:pt>
                <c:pt idx="153">
                  <c:v>1.0104857623993233</c:v>
                </c:pt>
                <c:pt idx="154">
                  <c:v>1.0102309562089959</c:v>
                </c:pt>
                <c:pt idx="155">
                  <c:v>1.0102936671822733</c:v>
                </c:pt>
                <c:pt idx="156">
                  <c:v>1.0111245050303395</c:v>
                </c:pt>
                <c:pt idx="157">
                  <c:v>1.0121730914300082</c:v>
                </c:pt>
                <c:pt idx="158">
                  <c:v>1.0106722697613224</c:v>
                </c:pt>
                <c:pt idx="159">
                  <c:v>1.0076016926120936</c:v>
                </c:pt>
                <c:pt idx="160">
                  <c:v>1.0073455148573447</c:v>
                </c:pt>
                <c:pt idx="161">
                  <c:v>1.0082199887734913</c:v>
                </c:pt>
                <c:pt idx="162">
                  <c:v>1.008406826326925</c:v>
                </c:pt>
                <c:pt idx="163">
                  <c:v>1.0083280121713643</c:v>
                </c:pt>
                <c:pt idx="164">
                  <c:v>1.008279194637691</c:v>
                </c:pt>
                <c:pt idx="165">
                  <c:v>1.0079107771944396</c:v>
                </c:pt>
                <c:pt idx="166">
                  <c:v>1.0074003266355271</c:v>
                </c:pt>
                <c:pt idx="167">
                  <c:v>1.0086977249810141</c:v>
                </c:pt>
                <c:pt idx="168">
                  <c:v>1.010511263337829</c:v>
                </c:pt>
                <c:pt idx="169">
                  <c:v>1.0116971839750477</c:v>
                </c:pt>
                <c:pt idx="170">
                  <c:v>1.0113530737012681</c:v>
                </c:pt>
                <c:pt idx="171">
                  <c:v>1.0126932953359189</c:v>
                </c:pt>
                <c:pt idx="172">
                  <c:v>1.0155571472476004</c:v>
                </c:pt>
                <c:pt idx="173">
                  <c:v>1.0145255276078138</c:v>
                </c:pt>
                <c:pt idx="174">
                  <c:v>1.0136089669833965</c:v>
                </c:pt>
                <c:pt idx="175">
                  <c:v>1.0133749120547813</c:v>
                </c:pt>
                <c:pt idx="176">
                  <c:v>1.011560586318391</c:v>
                </c:pt>
                <c:pt idx="177">
                  <c:v>1.0116426261902767</c:v>
                </c:pt>
                <c:pt idx="178">
                  <c:v>1.0127472689358439</c:v>
                </c:pt>
                <c:pt idx="179">
                  <c:v>1.0134479605599032</c:v>
                </c:pt>
                <c:pt idx="180">
                  <c:v>1.013791588246201</c:v>
                </c:pt>
                <c:pt idx="181">
                  <c:v>1.0127367790079524</c:v>
                </c:pt>
                <c:pt idx="182">
                  <c:v>1.0101502879015318</c:v>
                </c:pt>
                <c:pt idx="183">
                  <c:v>1.0086356489912651</c:v>
                </c:pt>
                <c:pt idx="184">
                  <c:v>1.008085092872691</c:v>
                </c:pt>
                <c:pt idx="185">
                  <c:v>1.0083116549956694</c:v>
                </c:pt>
                <c:pt idx="186">
                  <c:v>1.0096453236003058</c:v>
                </c:pt>
                <c:pt idx="187">
                  <c:v>1.009766148266114</c:v>
                </c:pt>
                <c:pt idx="188">
                  <c:v>1.0095626487448917</c:v>
                </c:pt>
                <c:pt idx="189">
                  <c:v>1.0109389374439628</c:v>
                </c:pt>
                <c:pt idx="190">
                  <c:v>1.0110128495266832</c:v>
                </c:pt>
                <c:pt idx="191">
                  <c:v>1.008894290482105</c:v>
                </c:pt>
                <c:pt idx="192">
                  <c:v>1.0075700450330318</c:v>
                </c:pt>
                <c:pt idx="193">
                  <c:v>1.008649847222963</c:v>
                </c:pt>
                <c:pt idx="194">
                  <c:v>1.0101495259212976</c:v>
                </c:pt>
                <c:pt idx="195">
                  <c:v>1.0125924599515888</c:v>
                </c:pt>
                <c:pt idx="196">
                  <c:v>1.0132611484058103</c:v>
                </c:pt>
                <c:pt idx="197">
                  <c:v>1.0123866490903226</c:v>
                </c:pt>
                <c:pt idx="198">
                  <c:v>1.0115985329340558</c:v>
                </c:pt>
                <c:pt idx="199">
                  <c:v>1.0108797315797629</c:v>
                </c:pt>
                <c:pt idx="200">
                  <c:v>1.0115724986093861</c:v>
                </c:pt>
                <c:pt idx="201">
                  <c:v>1.0111968423539093</c:v>
                </c:pt>
                <c:pt idx="202">
                  <c:v>1.0099076225962698</c:v>
                </c:pt>
                <c:pt idx="203">
                  <c:v>1.0094830218104143</c:v>
                </c:pt>
                <c:pt idx="204">
                  <c:v>1.0108112803553875</c:v>
                </c:pt>
                <c:pt idx="205">
                  <c:v>1.0115534237041892</c:v>
                </c:pt>
                <c:pt idx="206">
                  <c:v>1.0124397083139662</c:v>
                </c:pt>
                <c:pt idx="207">
                  <c:v>1.0126253266990255</c:v>
                </c:pt>
                <c:pt idx="208">
                  <c:v>1.0114562712243245</c:v>
                </c:pt>
                <c:pt idx="209">
                  <c:v>1.0096341986888859</c:v>
                </c:pt>
                <c:pt idx="210">
                  <c:v>1.0097728028934929</c:v>
                </c:pt>
                <c:pt idx="211">
                  <c:v>1.0112339253919753</c:v>
                </c:pt>
                <c:pt idx="212">
                  <c:v>1.0116571800127505</c:v>
                </c:pt>
                <c:pt idx="213">
                  <c:v>1.0118506721935634</c:v>
                </c:pt>
                <c:pt idx="214">
                  <c:v>1.0118738617920251</c:v>
                </c:pt>
                <c:pt idx="215">
                  <c:v>1.0099751340450229</c:v>
                </c:pt>
                <c:pt idx="216">
                  <c:v>1.009148664883633</c:v>
                </c:pt>
                <c:pt idx="217">
                  <c:v>1.0100766806109049</c:v>
                </c:pt>
                <c:pt idx="218">
                  <c:v>1.0103398177851266</c:v>
                </c:pt>
                <c:pt idx="219">
                  <c:v>1.0107007170234004</c:v>
                </c:pt>
                <c:pt idx="220">
                  <c:v>1.0104127138942016</c:v>
                </c:pt>
                <c:pt idx="221">
                  <c:v>1.0097651830911507</c:v>
                </c:pt>
                <c:pt idx="222">
                  <c:v>1.0104696338176988</c:v>
                </c:pt>
                <c:pt idx="223">
                  <c:v>1.0122696597250267</c:v>
                </c:pt>
                <c:pt idx="224">
                  <c:v>1.0116929930837595</c:v>
                </c:pt>
                <c:pt idx="225">
                  <c:v>1.0085721760377535</c:v>
                </c:pt>
                <c:pt idx="226">
                  <c:v>1.0068633591644633</c:v>
                </c:pt>
                <c:pt idx="227">
                  <c:v>1.0070998016311457</c:v>
                </c:pt>
                <c:pt idx="228">
                  <c:v>1.007602124400893</c:v>
                </c:pt>
                <c:pt idx="229">
                  <c:v>1.0085342040227476</c:v>
                </c:pt>
                <c:pt idx="230">
                  <c:v>1.0107622596269852</c:v>
                </c:pt>
                <c:pt idx="231">
                  <c:v>1.0112361351346546</c:v>
                </c:pt>
                <c:pt idx="232">
                  <c:v>1.011615144103162</c:v>
                </c:pt>
                <c:pt idx="233">
                  <c:v>1.0118390900940029</c:v>
                </c:pt>
                <c:pt idx="234">
                  <c:v>1.0118539233092294</c:v>
                </c:pt>
                <c:pt idx="235">
                  <c:v>1.0109457190680473</c:v>
                </c:pt>
                <c:pt idx="236">
                  <c:v>1.0104007000058419</c:v>
                </c:pt>
                <c:pt idx="237">
                  <c:v>1.0103638455618462</c:v>
                </c:pt>
                <c:pt idx="238">
                  <c:v>1.0093758873894811</c:v>
                </c:pt>
                <c:pt idx="239">
                  <c:v>1.0090895606167976</c:v>
                </c:pt>
                <c:pt idx="240">
                  <c:v>1.0080987577182248</c:v>
                </c:pt>
                <c:pt idx="241">
                  <c:v>1.0083240752734874</c:v>
                </c:pt>
                <c:pt idx="242">
                  <c:v>1.0090861063064025</c:v>
                </c:pt>
                <c:pt idx="243">
                  <c:v>1.0096599790201441</c:v>
                </c:pt>
                <c:pt idx="244">
                  <c:v>1.0089568998580176</c:v>
                </c:pt>
                <c:pt idx="245">
                  <c:v>1.0065397715583257</c:v>
                </c:pt>
                <c:pt idx="246">
                  <c:v>1.0048695616835699</c:v>
                </c:pt>
                <c:pt idx="247">
                  <c:v>1.0069136244605814</c:v>
                </c:pt>
                <c:pt idx="248">
                  <c:v>1.0089856773115304</c:v>
                </c:pt>
                <c:pt idx="249">
                  <c:v>1.0094731414667104</c:v>
                </c:pt>
                <c:pt idx="250">
                  <c:v>1.0107398574080988</c:v>
                </c:pt>
                <c:pt idx="251">
                  <c:v>1.010707473248144</c:v>
                </c:pt>
                <c:pt idx="252">
                  <c:v>1.0085401728679158</c:v>
                </c:pt>
                <c:pt idx="253">
                  <c:v>1.0087259182496806</c:v>
                </c:pt>
                <c:pt idx="254">
                  <c:v>1.0097563441204336</c:v>
                </c:pt>
                <c:pt idx="255">
                  <c:v>1.0100283964633958</c:v>
                </c:pt>
                <c:pt idx="256">
                  <c:v>1.0117269266035238</c:v>
                </c:pt>
                <c:pt idx="257">
                  <c:v>1.0118614415142071</c:v>
                </c:pt>
                <c:pt idx="258">
                  <c:v>1.0104346081262652</c:v>
                </c:pt>
                <c:pt idx="259">
                  <c:v>1.0087706972881123</c:v>
                </c:pt>
                <c:pt idx="260">
                  <c:v>1.0074782518141479</c:v>
                </c:pt>
                <c:pt idx="261">
                  <c:v>1.0074884877486279</c:v>
                </c:pt>
                <c:pt idx="262">
                  <c:v>1.00809931650373</c:v>
                </c:pt>
                <c:pt idx="263">
                  <c:v>1.0078627216410005</c:v>
                </c:pt>
                <c:pt idx="264">
                  <c:v>1.0077138307032316</c:v>
                </c:pt>
                <c:pt idx="265">
                  <c:v>1.0074189443525834</c:v>
                </c:pt>
                <c:pt idx="266">
                  <c:v>1.0072072408441726</c:v>
                </c:pt>
                <c:pt idx="267">
                  <c:v>1.0075456616655365</c:v>
                </c:pt>
                <c:pt idx="268">
                  <c:v>1.0073305038467302</c:v>
                </c:pt>
                <c:pt idx="269">
                  <c:v>1.0077652135703601</c:v>
                </c:pt>
                <c:pt idx="270">
                  <c:v>1.0079724975934123</c:v>
                </c:pt>
                <c:pt idx="271">
                  <c:v>1.0072779526099094</c:v>
                </c:pt>
                <c:pt idx="272">
                  <c:v>1.0073185153577116</c:v>
                </c:pt>
                <c:pt idx="273">
                  <c:v>1.0068119508979938</c:v>
                </c:pt>
                <c:pt idx="274">
                  <c:v>1.0071710467830464</c:v>
                </c:pt>
                <c:pt idx="275">
                  <c:v>1.0096372974085053</c:v>
                </c:pt>
                <c:pt idx="276">
                  <c:v>1.0115927418842756</c:v>
                </c:pt>
                <c:pt idx="277">
                  <c:v>1.0114125843575619</c:v>
                </c:pt>
                <c:pt idx="278">
                  <c:v>1.0105429363162319</c:v>
                </c:pt>
                <c:pt idx="279">
                  <c:v>1.0097293700201417</c:v>
                </c:pt>
                <c:pt idx="280">
                  <c:v>1.0083974793693851</c:v>
                </c:pt>
                <c:pt idx="281">
                  <c:v>1.0079321380403392</c:v>
                </c:pt>
                <c:pt idx="282">
                  <c:v>1.0075460172563124</c:v>
                </c:pt>
                <c:pt idx="283">
                  <c:v>1.0085346866102294</c:v>
                </c:pt>
                <c:pt idx="284">
                  <c:v>1.0118537455138414</c:v>
                </c:pt>
                <c:pt idx="285">
                  <c:v>1.0138201625049845</c:v>
                </c:pt>
                <c:pt idx="286">
                  <c:v>1.0115731589922556</c:v>
                </c:pt>
                <c:pt idx="287">
                  <c:v>1.0110357851317338</c:v>
                </c:pt>
                <c:pt idx="288">
                  <c:v>1.0114586079637093</c:v>
                </c:pt>
                <c:pt idx="289">
                  <c:v>1.0115330534325939</c:v>
                </c:pt>
                <c:pt idx="290">
                  <c:v>1.0110314164450573</c:v>
                </c:pt>
                <c:pt idx="291">
                  <c:v>1.011605797145622</c:v>
                </c:pt>
                <c:pt idx="292">
                  <c:v>1.0116971585757066</c:v>
                </c:pt>
                <c:pt idx="293">
                  <c:v>1.0121541435215171</c:v>
                </c:pt>
                <c:pt idx="294">
                  <c:v>1.011621824129882</c:v>
                </c:pt>
                <c:pt idx="295">
                  <c:v>1.0094607211888924</c:v>
                </c:pt>
                <c:pt idx="296">
                  <c:v>1.0084778682840967</c:v>
                </c:pt>
                <c:pt idx="297">
                  <c:v>1.0089850931266844</c:v>
                </c:pt>
                <c:pt idx="298">
                  <c:v>1.0088100154681987</c:v>
                </c:pt>
                <c:pt idx="299">
                  <c:v>1.0092191988539818</c:v>
                </c:pt>
                <c:pt idx="300">
                  <c:v>1.00883274787852</c:v>
                </c:pt>
                <c:pt idx="301">
                  <c:v>1.0079905565249638</c:v>
                </c:pt>
                <c:pt idx="302">
                  <c:v>1.0083273009898124</c:v>
                </c:pt>
                <c:pt idx="303">
                  <c:v>1.0076026577870569</c:v>
                </c:pt>
                <c:pt idx="304">
                  <c:v>1.0078749895227719</c:v>
                </c:pt>
                <c:pt idx="305">
                  <c:v>1.0101725123250302</c:v>
                </c:pt>
                <c:pt idx="306">
                  <c:v>1.0125328730972718</c:v>
                </c:pt>
                <c:pt idx="307">
                  <c:v>1.0116257102290767</c:v>
                </c:pt>
                <c:pt idx="308">
                  <c:v>1.0094825900216149</c:v>
                </c:pt>
                <c:pt idx="309">
                  <c:v>1.008784336734305</c:v>
                </c:pt>
                <c:pt idx="310">
                  <c:v>1.0084438077676265</c:v>
                </c:pt>
                <c:pt idx="311">
                  <c:v>1.0080661703635407</c:v>
                </c:pt>
                <c:pt idx="312">
                  <c:v>1.0091152901493736</c:v>
                </c:pt>
                <c:pt idx="313">
                  <c:v>1.0102161483931107</c:v>
                </c:pt>
                <c:pt idx="314">
                  <c:v>1.009786112148251</c:v>
                </c:pt>
                <c:pt idx="315">
                  <c:v>1.0095943471226356</c:v>
                </c:pt>
                <c:pt idx="316">
                  <c:v>1.0106522804798443</c:v>
                </c:pt>
                <c:pt idx="317">
                  <c:v>1.0096822034436426</c:v>
                </c:pt>
                <c:pt idx="318">
                  <c:v>1.0086106560395824</c:v>
                </c:pt>
                <c:pt idx="319">
                  <c:v>1.0093025594916067</c:v>
                </c:pt>
                <c:pt idx="320">
                  <c:v>1.0113841370954837</c:v>
                </c:pt>
                <c:pt idx="321">
                  <c:v>1.0121983637744436</c:v>
                </c:pt>
                <c:pt idx="322">
                  <c:v>1.012537038589219</c:v>
                </c:pt>
                <c:pt idx="323">
                  <c:v>1.012154676907681</c:v>
                </c:pt>
                <c:pt idx="324">
                  <c:v>1.011423810866346</c:v>
                </c:pt>
                <c:pt idx="325">
                  <c:v>1.0107631740032663</c:v>
                </c:pt>
                <c:pt idx="326">
                  <c:v>1.0107068890632978</c:v>
                </c:pt>
                <c:pt idx="327">
                  <c:v>1.0108618250442583</c:v>
                </c:pt>
                <c:pt idx="328">
                  <c:v>1.009718092712675</c:v>
                </c:pt>
                <c:pt idx="329">
                  <c:v>1.0090871222800482</c:v>
                </c:pt>
                <c:pt idx="330">
                  <c:v>1.0084556946592806</c:v>
                </c:pt>
                <c:pt idx="331">
                  <c:v>1.008305279761043</c:v>
                </c:pt>
                <c:pt idx="332">
                  <c:v>1.0085277271907567</c:v>
                </c:pt>
                <c:pt idx="333">
                  <c:v>1.0089675929806381</c:v>
                </c:pt>
                <c:pt idx="334">
                  <c:v>1.0094976518309116</c:v>
                </c:pt>
                <c:pt idx="335">
                  <c:v>1.0090206522042817</c:v>
                </c:pt>
                <c:pt idx="336">
                  <c:v>1.0087479902771321</c:v>
                </c:pt>
                <c:pt idx="337">
                  <c:v>1.009446243564442</c:v>
                </c:pt>
                <c:pt idx="338">
                  <c:v>1.0099244115607642</c:v>
                </c:pt>
                <c:pt idx="339">
                  <c:v>1.0101503387002142</c:v>
                </c:pt>
                <c:pt idx="340">
                  <c:v>1.0095692017749061</c:v>
                </c:pt>
                <c:pt idx="341">
                  <c:v>1.0092431758320188</c:v>
                </c:pt>
                <c:pt idx="342">
                  <c:v>1.008651828371572</c:v>
                </c:pt>
                <c:pt idx="343">
                  <c:v>1.00839135812817</c:v>
                </c:pt>
                <c:pt idx="344">
                  <c:v>1.009357320471107</c:v>
                </c:pt>
                <c:pt idx="345">
                  <c:v>1.0090193822372249</c:v>
                </c:pt>
                <c:pt idx="346">
                  <c:v>1.0087307695238386</c:v>
                </c:pt>
                <c:pt idx="347">
                  <c:v>1.008065509980671</c:v>
                </c:pt>
                <c:pt idx="348">
                  <c:v>1.0082841729085548</c:v>
                </c:pt>
                <c:pt idx="349">
                  <c:v>1.0104210194787546</c:v>
                </c:pt>
                <c:pt idx="350">
                  <c:v>1.0117410740365396</c:v>
                </c:pt>
                <c:pt idx="351">
                  <c:v>1.0129837368018673</c:v>
                </c:pt>
                <c:pt idx="352">
                  <c:v>1.0133668858629807</c:v>
                </c:pt>
                <c:pt idx="353">
                  <c:v>1.0124680285793386</c:v>
                </c:pt>
                <c:pt idx="354">
                  <c:v>1.0105141080640367</c:v>
                </c:pt>
                <c:pt idx="355">
                  <c:v>1.0109258567832751</c:v>
                </c:pt>
                <c:pt idx="356">
                  <c:v>1.0112452534981242</c:v>
                </c:pt>
                <c:pt idx="357">
                  <c:v>1.0098015803470057</c:v>
                </c:pt>
                <c:pt idx="358">
                  <c:v>1.0096608171984018</c:v>
                </c:pt>
                <c:pt idx="359">
                  <c:v>1.0103391828015982</c:v>
                </c:pt>
                <c:pt idx="360">
                  <c:v>1.0117565168359532</c:v>
                </c:pt>
                <c:pt idx="361">
                  <c:v>1.0102543998008691</c:v>
                </c:pt>
                <c:pt idx="362">
                  <c:v>1.0072328179807015</c:v>
                </c:pt>
                <c:pt idx="363">
                  <c:v>1.0053926865137119</c:v>
                </c:pt>
                <c:pt idx="364">
                  <c:v>1.0060873838932618</c:v>
                </c:pt>
                <c:pt idx="365">
                  <c:v>1.0071497875345115</c:v>
                </c:pt>
                <c:pt idx="366">
                  <c:v>1.0078134215198458</c:v>
                </c:pt>
                <c:pt idx="367">
                  <c:v>1.0076184815765878</c:v>
                </c:pt>
                <c:pt idx="368">
                  <c:v>1.0081857758609742</c:v>
                </c:pt>
                <c:pt idx="369">
                  <c:v>1.0093910507961423</c:v>
                </c:pt>
                <c:pt idx="370">
                  <c:v>1.0089275128203175</c:v>
                </c:pt>
                <c:pt idx="371">
                  <c:v>1.0091331458861956</c:v>
                </c:pt>
                <c:pt idx="372">
                  <c:v>1.0094798468927717</c:v>
                </c:pt>
                <c:pt idx="373">
                  <c:v>1.008176225708705</c:v>
                </c:pt>
                <c:pt idx="374">
                  <c:v>1.0080188513909949</c:v>
                </c:pt>
                <c:pt idx="375">
                  <c:v>1.0084501068042295</c:v>
                </c:pt>
                <c:pt idx="376">
                  <c:v>1.0093387027540506</c:v>
                </c:pt>
                <c:pt idx="377">
                  <c:v>1.0105319892002</c:v>
                </c:pt>
                <c:pt idx="378">
                  <c:v>1.0100412993286954</c:v>
                </c:pt>
                <c:pt idx="379">
                  <c:v>1.0091862051098395</c:v>
                </c:pt>
                <c:pt idx="380">
                  <c:v>1.0079136219206475</c:v>
                </c:pt>
                <c:pt idx="381">
                  <c:v>1.0074612850542657</c:v>
                </c:pt>
                <c:pt idx="382">
                  <c:v>1.0088348306244936</c:v>
                </c:pt>
                <c:pt idx="383">
                  <c:v>1.0097681040153819</c:v>
                </c:pt>
                <c:pt idx="384">
                  <c:v>1.0092527005849468</c:v>
                </c:pt>
                <c:pt idx="385">
                  <c:v>1.008130456095969</c:v>
                </c:pt>
                <c:pt idx="386">
                  <c:v>1.0081476514499215</c:v>
                </c:pt>
                <c:pt idx="387">
                  <c:v>1.0081667517544595</c:v>
                </c:pt>
                <c:pt idx="388">
                  <c:v>1.008835440208681</c:v>
                </c:pt>
                <c:pt idx="389">
                  <c:v>1.0099648473118608</c:v>
                </c:pt>
                <c:pt idx="390">
                  <c:v>1.0099878337155934</c:v>
                </c:pt>
                <c:pt idx="391">
                  <c:v>1.0096278742529419</c:v>
                </c:pt>
                <c:pt idx="392">
                  <c:v>1.0087348588177623</c:v>
                </c:pt>
                <c:pt idx="393">
                  <c:v>1.0090750829923472</c:v>
                </c:pt>
                <c:pt idx="394">
                  <c:v>1.0089770161362015</c:v>
                </c:pt>
                <c:pt idx="395">
                  <c:v>1.0076769762592359</c:v>
                </c:pt>
                <c:pt idx="396">
                  <c:v>1.0076130461175836</c:v>
                </c:pt>
                <c:pt idx="397">
                  <c:v>1.0073984724836238</c:v>
                </c:pt>
                <c:pt idx="398">
                  <c:v>1.0066831508390672</c:v>
                </c:pt>
                <c:pt idx="399">
                  <c:v>1.0059564248903383</c:v>
                </c:pt>
                <c:pt idx="400">
                  <c:v>1.0058024032856587</c:v>
                </c:pt>
                <c:pt idx="401">
                  <c:v>1.0063272806703394</c:v>
                </c:pt>
                <c:pt idx="402">
                  <c:v>1.0069259177416938</c:v>
                </c:pt>
                <c:pt idx="403">
                  <c:v>1.0071316778042778</c:v>
                </c:pt>
                <c:pt idx="404">
                  <c:v>1.0074238718247648</c:v>
                </c:pt>
                <c:pt idx="405">
                  <c:v>1.0083264882108958</c:v>
                </c:pt>
                <c:pt idx="406">
                  <c:v>1.007595799964949</c:v>
                </c:pt>
                <c:pt idx="407">
                  <c:v>1.0080300017017558</c:v>
                </c:pt>
                <c:pt idx="408">
                  <c:v>1.0090434862119677</c:v>
                </c:pt>
                <c:pt idx="409">
                  <c:v>1.0085431191914882</c:v>
                </c:pt>
                <c:pt idx="410">
                  <c:v>1.0078353411512506</c:v>
                </c:pt>
                <c:pt idx="411">
                  <c:v>1.0079360241395339</c:v>
                </c:pt>
                <c:pt idx="412">
                  <c:v>1.0076151288635573</c:v>
                </c:pt>
                <c:pt idx="413">
                  <c:v>1.0073004564261603</c:v>
                </c:pt>
                <c:pt idx="414">
                  <c:v>1.0101146272265698</c:v>
                </c:pt>
                <c:pt idx="415">
                  <c:v>1.0118249934596697</c:v>
                </c:pt>
                <c:pt idx="416">
                  <c:v>1.0105810607272847</c:v>
                </c:pt>
                <c:pt idx="417">
                  <c:v>1.0082975583613361</c:v>
                </c:pt>
                <c:pt idx="418">
                  <c:v>1.0068775827955023</c:v>
                </c:pt>
                <c:pt idx="419">
                  <c:v>1.0070727259334893</c:v>
                </c:pt>
                <c:pt idx="420">
                  <c:v>1.0066394131736223</c:v>
                </c:pt>
                <c:pt idx="421">
                  <c:v>1.0054228609309874</c:v>
                </c:pt>
                <c:pt idx="422">
                  <c:v>1.0063691387845399</c:v>
                </c:pt>
                <c:pt idx="423">
                  <c:v>1.0078274927548379</c:v>
                </c:pt>
                <c:pt idx="424">
                  <c:v>1.0092053562130598</c:v>
                </c:pt>
                <c:pt idx="425">
                  <c:v>1.0089686089542838</c:v>
                </c:pt>
                <c:pt idx="426">
                  <c:v>1.0080024942153001</c:v>
                </c:pt>
                <c:pt idx="427">
                  <c:v>1.0083342858086262</c:v>
                </c:pt>
                <c:pt idx="428">
                  <c:v>1.0069697824038444</c:v>
                </c:pt>
                <c:pt idx="429">
                  <c:v>1.0056403554891786</c:v>
                </c:pt>
                <c:pt idx="430">
                  <c:v>1.0068691756135846</c:v>
                </c:pt>
                <c:pt idx="431">
                  <c:v>1.0085239680882678</c:v>
                </c:pt>
                <c:pt idx="432">
                  <c:v>1.0101478241654411</c:v>
                </c:pt>
                <c:pt idx="433">
                  <c:v>1.0093901872185436</c:v>
                </c:pt>
                <c:pt idx="434">
                  <c:v>1.0075516559100457</c:v>
                </c:pt>
                <c:pt idx="435">
                  <c:v>1.0068541646029703</c:v>
                </c:pt>
                <c:pt idx="436">
                  <c:v>1.0061760529931854</c:v>
                </c:pt>
                <c:pt idx="437">
                  <c:v>1.0059390009423155</c:v>
                </c:pt>
                <c:pt idx="438">
                  <c:v>1.0076574441658983</c:v>
                </c:pt>
                <c:pt idx="439">
                  <c:v>1.0090017804938141</c:v>
                </c:pt>
                <c:pt idx="440">
                  <c:v>1.0091306313514228</c:v>
                </c:pt>
                <c:pt idx="441">
                  <c:v>1.0094724048858172</c:v>
                </c:pt>
                <c:pt idx="442">
                  <c:v>1.0094503074590244</c:v>
                </c:pt>
                <c:pt idx="443">
                  <c:v>1.0093133034129094</c:v>
                </c:pt>
                <c:pt idx="444">
                  <c:v>1.0101128746720309</c:v>
                </c:pt>
                <c:pt idx="445">
                  <c:v>1.0108351811354013</c:v>
                </c:pt>
                <c:pt idx="446">
                  <c:v>1.0109573773656311</c:v>
                </c:pt>
                <c:pt idx="447">
                  <c:v>1.0124526365786071</c:v>
                </c:pt>
                <c:pt idx="448">
                  <c:v>1.0125533957649138</c:v>
                </c:pt>
                <c:pt idx="449">
                  <c:v>1.0117675909486907</c:v>
                </c:pt>
                <c:pt idx="450">
                  <c:v>1.012346949920119</c:v>
                </c:pt>
                <c:pt idx="451">
                  <c:v>1.011517407438451</c:v>
                </c:pt>
                <c:pt idx="452">
                  <c:v>1.0100664700757662</c:v>
                </c:pt>
                <c:pt idx="453">
                  <c:v>1.0084936666742865</c:v>
                </c:pt>
                <c:pt idx="454">
                  <c:v>1.0068188341194428</c:v>
                </c:pt>
                <c:pt idx="455">
                  <c:v>1.0052611433259422</c:v>
                </c:pt>
                <c:pt idx="456">
                  <c:v>1.0050114678025253</c:v>
                </c:pt>
                <c:pt idx="457">
                  <c:v>1.0056914589635544</c:v>
                </c:pt>
                <c:pt idx="458">
                  <c:v>1.0062881910843233</c:v>
                </c:pt>
                <c:pt idx="459">
                  <c:v>1.0069143102427922</c:v>
                </c:pt>
                <c:pt idx="460">
                  <c:v>1.0066953933214973</c:v>
                </c:pt>
                <c:pt idx="461">
                  <c:v>1.0075802301688295</c:v>
                </c:pt>
                <c:pt idx="462">
                  <c:v>1.0096181463052849</c:v>
                </c:pt>
                <c:pt idx="463">
                  <c:v>1.0103472851914221</c:v>
                </c:pt>
                <c:pt idx="464">
                  <c:v>1.0093635179103455</c:v>
                </c:pt>
                <c:pt idx="465">
                  <c:v>1.0097909126237266</c:v>
                </c:pt>
                <c:pt idx="466">
                  <c:v>1.0103817266980095</c:v>
                </c:pt>
                <c:pt idx="467">
                  <c:v>1.0109454650746359</c:v>
                </c:pt>
                <c:pt idx="468">
                  <c:v>1.0110799291866368</c:v>
                </c:pt>
                <c:pt idx="469">
                  <c:v>1.0102046678909149</c:v>
                </c:pt>
                <c:pt idx="470">
                  <c:v>1.0101291810490436</c:v>
                </c:pt>
                <c:pt idx="471">
                  <c:v>1.0103540668155069</c:v>
                </c:pt>
                <c:pt idx="472">
                  <c:v>1.0093973498327453</c:v>
                </c:pt>
                <c:pt idx="473">
                  <c:v>1.0093838373832582</c:v>
                </c:pt>
                <c:pt idx="474">
                  <c:v>1.0095938391358128</c:v>
                </c:pt>
                <c:pt idx="475">
                  <c:v>1.0093553647218392</c:v>
                </c:pt>
                <c:pt idx="476">
                  <c:v>1.0093836595878702</c:v>
                </c:pt>
                <c:pt idx="477">
                  <c:v>1.010652051885774</c:v>
                </c:pt>
                <c:pt idx="478">
                  <c:v>1.0103543462082594</c:v>
                </c:pt>
                <c:pt idx="479">
                  <c:v>1.0095270388686117</c:v>
                </c:pt>
                <c:pt idx="480">
                  <c:v>1.0095337696940141</c:v>
                </c:pt>
                <c:pt idx="481">
                  <c:v>1.0111471866419786</c:v>
                </c:pt>
                <c:pt idx="482">
                  <c:v>1.0112572419871428</c:v>
                </c:pt>
                <c:pt idx="483">
                  <c:v>1.0090525791760963</c:v>
                </c:pt>
                <c:pt idx="484">
                  <c:v>1.0069368648577255</c:v>
                </c:pt>
                <c:pt idx="485">
                  <c:v>1.0057803312582072</c:v>
                </c:pt>
                <c:pt idx="486">
                  <c:v>1.0053888512131994</c:v>
                </c:pt>
                <c:pt idx="487">
                  <c:v>1.007276098458006</c:v>
                </c:pt>
                <c:pt idx="488">
                  <c:v>1.0106276177195963</c:v>
                </c:pt>
                <c:pt idx="489">
                  <c:v>1.0127635245141742</c:v>
                </c:pt>
                <c:pt idx="490">
                  <c:v>1.0123499724417149</c:v>
                </c:pt>
                <c:pt idx="491">
                  <c:v>1.0106134194878984</c:v>
                </c:pt>
                <c:pt idx="492">
                  <c:v>1.011238014685899</c:v>
                </c:pt>
                <c:pt idx="493">
                  <c:v>1.0127250953110276</c:v>
                </c:pt>
                <c:pt idx="494">
                  <c:v>1.0131815468706742</c:v>
                </c:pt>
                <c:pt idx="495">
                  <c:v>1.0118100586470786</c:v>
                </c:pt>
                <c:pt idx="496">
                  <c:v>1.0113807843824532</c:v>
                </c:pt>
                <c:pt idx="497">
                  <c:v>1.0117751091536686</c:v>
                </c:pt>
                <c:pt idx="498">
                  <c:v>1.0130035990866397</c:v>
                </c:pt>
                <c:pt idx="499">
                  <c:v>1.0125294187868767</c:v>
                </c:pt>
                <c:pt idx="500">
                  <c:v>1.0101773381998471</c:v>
                </c:pt>
                <c:pt idx="501">
                  <c:v>1.0107827822946274</c:v>
                </c:pt>
                <c:pt idx="502">
                  <c:v>1.0129917375943267</c:v>
                </c:pt>
                <c:pt idx="503">
                  <c:v>1.0134421187114406</c:v>
                </c:pt>
                <c:pt idx="504">
                  <c:v>1.0123542649303676</c:v>
                </c:pt>
                <c:pt idx="505">
                  <c:v>1.0113703452532441</c:v>
                </c:pt>
                <c:pt idx="506">
                  <c:v>1.0116742229706561</c:v>
                </c:pt>
                <c:pt idx="507">
                  <c:v>1.0108846082532619</c:v>
                </c:pt>
                <c:pt idx="508">
                  <c:v>1.009773895065162</c:v>
                </c:pt>
                <c:pt idx="509">
                  <c:v>1.0107353109260346</c:v>
                </c:pt>
                <c:pt idx="510">
                  <c:v>1.0117282219699222</c:v>
                </c:pt>
                <c:pt idx="511">
                  <c:v>1.0125061021917092</c:v>
                </c:pt>
                <c:pt idx="512">
                  <c:v>1.0129759646034782</c:v>
                </c:pt>
                <c:pt idx="513">
                  <c:v>1.0117452395284867</c:v>
                </c:pt>
                <c:pt idx="514">
                  <c:v>1.0096853021632619</c:v>
                </c:pt>
                <c:pt idx="515">
                  <c:v>1.0078652361757736</c:v>
                </c:pt>
                <c:pt idx="516">
                  <c:v>1.0077373504931282</c:v>
                </c:pt>
                <c:pt idx="517">
                  <c:v>1.008327427986518</c:v>
                </c:pt>
                <c:pt idx="518">
                  <c:v>1.0100918948162485</c:v>
                </c:pt>
                <c:pt idx="519">
                  <c:v>1.0103513236866635</c:v>
                </c:pt>
                <c:pt idx="520">
                  <c:v>1.0089941098927895</c:v>
                </c:pt>
                <c:pt idx="521">
                  <c:v>1.0082745973569445</c:v>
                </c:pt>
                <c:pt idx="522">
                  <c:v>1.0077233554561595</c:v>
                </c:pt>
                <c:pt idx="523">
                  <c:v>1.0094227745732276</c:v>
                </c:pt>
                <c:pt idx="524">
                  <c:v>1.0098020375351464</c:v>
                </c:pt>
                <c:pt idx="525">
                  <c:v>1.0087064115556843</c:v>
                </c:pt>
                <c:pt idx="526">
                  <c:v>1.0070679508573548</c:v>
                </c:pt>
                <c:pt idx="527">
                  <c:v>1.0069449672475497</c:v>
                </c:pt>
                <c:pt idx="528">
                  <c:v>1.0090431560205328</c:v>
                </c:pt>
                <c:pt idx="529">
                  <c:v>1.0101715217507259</c:v>
                </c:pt>
                <c:pt idx="530">
                  <c:v>1.0094927497580712</c:v>
                </c:pt>
                <c:pt idx="531">
                  <c:v>1.0082470898704887</c:v>
                </c:pt>
                <c:pt idx="532">
                  <c:v>1.0082119625816905</c:v>
                </c:pt>
                <c:pt idx="533">
                  <c:v>1.0079942394294292</c:v>
                </c:pt>
                <c:pt idx="534">
                  <c:v>1.007190578876384</c:v>
                </c:pt>
                <c:pt idx="535">
                  <c:v>1.0080305096885787</c:v>
                </c:pt>
                <c:pt idx="536">
                  <c:v>1.010684639240458</c:v>
                </c:pt>
                <c:pt idx="537">
                  <c:v>1.011390461531428</c:v>
                </c:pt>
                <c:pt idx="538">
                  <c:v>1.0107681522741301</c:v>
                </c:pt>
                <c:pt idx="539">
                  <c:v>1.0082749275483793</c:v>
                </c:pt>
                <c:pt idx="540">
                  <c:v>1.0085853582958058</c:v>
                </c:pt>
                <c:pt idx="541">
                  <c:v>1.0105340973455148</c:v>
                </c:pt>
                <c:pt idx="542">
                  <c:v>1.011590100352797</c:v>
                </c:pt>
                <c:pt idx="543">
                  <c:v>1.0105348085270669</c:v>
                </c:pt>
                <c:pt idx="544">
                  <c:v>1.0095039762668556</c:v>
                </c:pt>
                <c:pt idx="545">
                  <c:v>1.0096389229663383</c:v>
                </c:pt>
                <c:pt idx="546">
                  <c:v>1.0097257887130409</c:v>
                </c:pt>
                <c:pt idx="547">
                  <c:v>1.0103098973612625</c:v>
                </c:pt>
                <c:pt idx="548">
                  <c:v>1.0094881524773247</c:v>
                </c:pt>
                <c:pt idx="549">
                  <c:v>1.0095081163594617</c:v>
                </c:pt>
                <c:pt idx="550">
                  <c:v>1.0102147768286891</c:v>
                </c:pt>
                <c:pt idx="551">
                  <c:v>1.0100744200695433</c:v>
                </c:pt>
                <c:pt idx="552">
                  <c:v>1.008955325098867</c:v>
                </c:pt>
                <c:pt idx="553">
                  <c:v>1.0094493168847201</c:v>
                </c:pt>
                <c:pt idx="554">
                  <c:v>1.0109019560032613</c:v>
                </c:pt>
                <c:pt idx="555">
                  <c:v>1.0120350206115654</c:v>
                </c:pt>
                <c:pt idx="556">
                  <c:v>1.0117020606485467</c:v>
                </c:pt>
                <c:pt idx="557">
                  <c:v>1.0117535197136986</c:v>
                </c:pt>
                <c:pt idx="558">
                  <c:v>1.0126702581335041</c:v>
                </c:pt>
                <c:pt idx="559">
                  <c:v>1.0130131238395677</c:v>
                </c:pt>
                <c:pt idx="560">
                  <c:v>1.0120695891148583</c:v>
                </c:pt>
                <c:pt idx="561">
                  <c:v>1.0113968113667131</c:v>
                </c:pt>
                <c:pt idx="562">
                  <c:v>1.0119442941650094</c:v>
                </c:pt>
                <c:pt idx="563">
                  <c:v>1.0121769775292029</c:v>
                </c:pt>
                <c:pt idx="564">
                  <c:v>1.0114716886243971</c:v>
                </c:pt>
                <c:pt idx="565">
                  <c:v>1.0125164397235535</c:v>
                </c:pt>
                <c:pt idx="566">
                  <c:v>1.0132496425042734</c:v>
                </c:pt>
                <c:pt idx="567">
                  <c:v>1.01246160254603</c:v>
                </c:pt>
                <c:pt idx="568">
                  <c:v>1.0118897363802384</c:v>
                </c:pt>
                <c:pt idx="569">
                  <c:v>1.0120844223300847</c:v>
                </c:pt>
                <c:pt idx="570">
                  <c:v>1.0115573352027249</c:v>
                </c:pt>
                <c:pt idx="571">
                  <c:v>1.0096967318667753</c:v>
                </c:pt>
                <c:pt idx="572">
                  <c:v>1.0096600298188265</c:v>
                </c:pt>
                <c:pt idx="573">
                  <c:v>1.0100148586145676</c:v>
                </c:pt>
                <c:pt idx="574">
                  <c:v>1.0098110797005926</c:v>
                </c:pt>
                <c:pt idx="575">
                  <c:v>1.0090845569465927</c:v>
                </c:pt>
                <c:pt idx="576">
                  <c:v>1.0091137661889051</c:v>
                </c:pt>
                <c:pt idx="577">
                  <c:v>1.0092791158997336</c:v>
                </c:pt>
                <c:pt idx="578">
                  <c:v>1.0103684682419338</c:v>
                </c:pt>
                <c:pt idx="579">
                  <c:v>1.011724437468092</c:v>
                </c:pt>
                <c:pt idx="580">
                  <c:v>1.0119559016639108</c:v>
                </c:pt>
                <c:pt idx="581">
                  <c:v>1.0110021056053806</c:v>
                </c:pt>
                <c:pt idx="582">
                  <c:v>1.0112067734962955</c:v>
                </c:pt>
                <c:pt idx="583">
                  <c:v>1.0114519279369893</c:v>
                </c:pt>
                <c:pt idx="584">
                  <c:v>1.0113205117459254</c:v>
                </c:pt>
                <c:pt idx="585">
                  <c:v>1.0109895329315157</c:v>
                </c:pt>
                <c:pt idx="586">
                  <c:v>1.0103922420252418</c:v>
                </c:pt>
                <c:pt idx="587">
                  <c:v>1.010752836471422</c:v>
                </c:pt>
                <c:pt idx="588">
                  <c:v>1.010904038749235</c:v>
                </c:pt>
                <c:pt idx="589">
                  <c:v>1.0105297794575208</c:v>
                </c:pt>
                <c:pt idx="590">
                  <c:v>1.0099913642240119</c:v>
                </c:pt>
                <c:pt idx="591">
                  <c:v>1.0102610036295658</c:v>
                </c:pt>
                <c:pt idx="592">
                  <c:v>1.0106173309864341</c:v>
                </c:pt>
                <c:pt idx="593">
                  <c:v>1.0117531387235814</c:v>
                </c:pt>
                <c:pt idx="594">
                  <c:v>1.0108317268250062</c:v>
                </c:pt>
                <c:pt idx="595">
                  <c:v>1.0093724076797448</c:v>
                </c:pt>
                <c:pt idx="596">
                  <c:v>1.0101933651841071</c:v>
                </c:pt>
                <c:pt idx="597">
                  <c:v>1.0121136823710792</c:v>
                </c:pt>
                <c:pt idx="598">
                  <c:v>1.012750570850192</c:v>
                </c:pt>
                <c:pt idx="599">
                  <c:v>1.0121531021485302</c:v>
                </c:pt>
                <c:pt idx="600">
                  <c:v>1.0109999720607248</c:v>
                </c:pt>
                <c:pt idx="601">
                  <c:v>1.0100681464322816</c:v>
                </c:pt>
                <c:pt idx="602">
                  <c:v>1.0095449454041163</c:v>
                </c:pt>
                <c:pt idx="603">
                  <c:v>1.0088587568038485</c:v>
                </c:pt>
                <c:pt idx="604">
                  <c:v>1.0081545092720294</c:v>
                </c:pt>
                <c:pt idx="605">
                  <c:v>1.0085306227156468</c:v>
                </c:pt>
                <c:pt idx="606">
                  <c:v>1.0089720378653377</c:v>
                </c:pt>
                <c:pt idx="607">
                  <c:v>1.0093263078755736</c:v>
                </c:pt>
                <c:pt idx="608">
                  <c:v>1.0106558617869452</c:v>
                </c:pt>
                <c:pt idx="609">
                  <c:v>1.010693783003269</c:v>
                </c:pt>
                <c:pt idx="610">
                  <c:v>1.0105443586793359</c:v>
                </c:pt>
                <c:pt idx="611">
                  <c:v>1.0104622680087678</c:v>
                </c:pt>
                <c:pt idx="612">
                  <c:v>1.0115242906599002</c:v>
                </c:pt>
                <c:pt idx="613">
                  <c:v>1.012631524138264</c:v>
                </c:pt>
                <c:pt idx="614">
                  <c:v>1.0132176139350946</c:v>
                </c:pt>
                <c:pt idx="615">
                  <c:v>1.0123908907802932</c:v>
                </c:pt>
                <c:pt idx="616">
                  <c:v>1.0107520490918465</c:v>
                </c:pt>
                <c:pt idx="617">
                  <c:v>1.0094161707445308</c:v>
                </c:pt>
                <c:pt idx="618">
                  <c:v>1.0087901023847441</c:v>
                </c:pt>
                <c:pt idx="619">
                  <c:v>1.009939701964131</c:v>
                </c:pt>
                <c:pt idx="620">
                  <c:v>1.0111018488180417</c:v>
                </c:pt>
                <c:pt idx="621">
                  <c:v>1.0104926456207726</c:v>
                </c:pt>
                <c:pt idx="622">
                  <c:v>1.0089505246233912</c:v>
                </c:pt>
                <c:pt idx="623">
                  <c:v>1.007724015839029</c:v>
                </c:pt>
                <c:pt idx="624">
                  <c:v>1.0069346043163641</c:v>
                </c:pt>
                <c:pt idx="625">
                  <c:v>1.0069813391040636</c:v>
                </c:pt>
                <c:pt idx="626">
                  <c:v>1.0073321548039045</c:v>
                </c:pt>
                <c:pt idx="627">
                  <c:v>1.0090175534846626</c:v>
                </c:pt>
                <c:pt idx="628">
                  <c:v>1.0106995740530491</c:v>
                </c:pt>
                <c:pt idx="629">
                  <c:v>1.0127005849468265</c:v>
                </c:pt>
                <c:pt idx="630">
                  <c:v>1.01283443947464</c:v>
                </c:pt>
                <c:pt idx="631">
                  <c:v>1.0121682147565092</c:v>
                </c:pt>
                <c:pt idx="632">
                  <c:v>1.0117324636598926</c:v>
                </c:pt>
                <c:pt idx="633">
                  <c:v>1.0112744881397777</c:v>
                </c:pt>
                <c:pt idx="634">
                  <c:v>1.0110723347836357</c:v>
                </c:pt>
                <c:pt idx="635">
                  <c:v>1.0110862790219222</c:v>
                </c:pt>
                <c:pt idx="636">
                  <c:v>1.01007144834663</c:v>
                </c:pt>
                <c:pt idx="637">
                  <c:v>1.0100326127540251</c:v>
                </c:pt>
                <c:pt idx="638">
                  <c:v>1.0101676102521902</c:v>
                </c:pt>
                <c:pt idx="639">
                  <c:v>1.0105249789820452</c:v>
                </c:pt>
                <c:pt idx="640">
                  <c:v>1.0102692330160956</c:v>
                </c:pt>
                <c:pt idx="641">
                  <c:v>1.008264412221147</c:v>
                </c:pt>
                <c:pt idx="642">
                  <c:v>1.0066769026011466</c:v>
                </c:pt>
                <c:pt idx="643">
                  <c:v>1.0065314913731138</c:v>
                </c:pt>
                <c:pt idx="644">
                  <c:v>1.0070574609294636</c:v>
                </c:pt>
                <c:pt idx="645">
                  <c:v>1.0066518334514403</c:v>
                </c:pt>
                <c:pt idx="646">
                  <c:v>1.0070824792804876</c:v>
                </c:pt>
                <c:pt idx="647">
                  <c:v>1.007993477449195</c:v>
                </c:pt>
                <c:pt idx="648">
                  <c:v>1.0079974397464129</c:v>
                </c:pt>
                <c:pt idx="649">
                  <c:v>1.0075726865645105</c:v>
                </c:pt>
                <c:pt idx="650">
                  <c:v>1.0094577494659789</c:v>
                </c:pt>
                <c:pt idx="651">
                  <c:v>1.0124716860844629</c:v>
                </c:pt>
                <c:pt idx="652">
                  <c:v>1.0140013360053439</c:v>
                </c:pt>
                <c:pt idx="653">
                  <c:v>1.0131143656133559</c:v>
                </c:pt>
                <c:pt idx="654">
                  <c:v>1.0114855820640012</c:v>
                </c:pt>
                <c:pt idx="655">
                  <c:v>1.0091902944037632</c:v>
                </c:pt>
                <c:pt idx="656">
                  <c:v>1.0086563748536364</c:v>
                </c:pt>
                <c:pt idx="657">
                  <c:v>1.008816924088989</c:v>
                </c:pt>
                <c:pt idx="658">
                  <c:v>1.0083195795901054</c:v>
                </c:pt>
                <c:pt idx="659">
                  <c:v>1.0079868228218161</c:v>
                </c:pt>
                <c:pt idx="660">
                  <c:v>1.0087499206270589</c:v>
                </c:pt>
                <c:pt idx="661">
                  <c:v>1.0098875317174272</c:v>
                </c:pt>
                <c:pt idx="662">
                  <c:v>1.0110886919593305</c:v>
                </c:pt>
                <c:pt idx="663">
                  <c:v>1.0108101373850362</c:v>
                </c:pt>
                <c:pt idx="664">
                  <c:v>1.0090417844561113</c:v>
                </c:pt>
                <c:pt idx="665">
                  <c:v>1.0066508936758181</c:v>
                </c:pt>
                <c:pt idx="666">
                  <c:v>1.0067024797376756</c:v>
                </c:pt>
                <c:pt idx="667">
                  <c:v>1.0074928056366217</c:v>
                </c:pt>
                <c:pt idx="668">
                  <c:v>1.006718201929842</c:v>
                </c:pt>
                <c:pt idx="669">
                  <c:v>1.0068243711758118</c:v>
                </c:pt>
                <c:pt idx="670">
                  <c:v>1.0081289321355005</c:v>
                </c:pt>
                <c:pt idx="671">
                  <c:v>1.009078283309331</c:v>
                </c:pt>
                <c:pt idx="672">
                  <c:v>1.0089154735326165</c:v>
                </c:pt>
                <c:pt idx="673">
                  <c:v>1.0083820111706303</c:v>
                </c:pt>
                <c:pt idx="674">
                  <c:v>1.0072903474883861</c:v>
                </c:pt>
                <c:pt idx="675">
                  <c:v>1.0075232848459912</c:v>
                </c:pt>
                <c:pt idx="676">
                  <c:v>1.009070739705012</c:v>
                </c:pt>
                <c:pt idx="677">
                  <c:v>1.0090166137090404</c:v>
                </c:pt>
                <c:pt idx="678">
                  <c:v>1.0081410730205658</c:v>
                </c:pt>
                <c:pt idx="679">
                  <c:v>1.0092792936951216</c:v>
                </c:pt>
                <c:pt idx="680">
                  <c:v>1.0111217873008373</c:v>
                </c:pt>
                <c:pt idx="681">
                  <c:v>1.010854560832692</c:v>
                </c:pt>
                <c:pt idx="682">
                  <c:v>1.0111245304296808</c:v>
                </c:pt>
                <c:pt idx="683">
                  <c:v>1.0110684486844412</c:v>
                </c:pt>
                <c:pt idx="684">
                  <c:v>1.0093935399315741</c:v>
                </c:pt>
                <c:pt idx="685">
                  <c:v>1.0093923461625405</c:v>
                </c:pt>
                <c:pt idx="686">
                  <c:v>1.0108501921460158</c:v>
                </c:pt>
                <c:pt idx="687">
                  <c:v>1.0110403062144568</c:v>
                </c:pt>
                <c:pt idx="688">
                  <c:v>1.0093837357858937</c:v>
                </c:pt>
                <c:pt idx="689">
                  <c:v>1.0087355953986554</c:v>
                </c:pt>
                <c:pt idx="690">
                  <c:v>1.0081961387921596</c:v>
                </c:pt>
                <c:pt idx="691">
                  <c:v>1.0083686257178488</c:v>
                </c:pt>
                <c:pt idx="692">
                  <c:v>1.008244981725174</c:v>
                </c:pt>
                <c:pt idx="693">
                  <c:v>1.0086259210436082</c:v>
                </c:pt>
                <c:pt idx="694">
                  <c:v>1.0086080145081036</c:v>
                </c:pt>
                <c:pt idx="695">
                  <c:v>1.008868383154141</c:v>
                </c:pt>
                <c:pt idx="696">
                  <c:v>1.0078258163983227</c:v>
                </c:pt>
                <c:pt idx="697">
                  <c:v>1.0065422860930988</c:v>
                </c:pt>
                <c:pt idx="698">
                  <c:v>1.008293037278613</c:v>
                </c:pt>
                <c:pt idx="699">
                  <c:v>1.0104208162840256</c:v>
                </c:pt>
                <c:pt idx="700">
                  <c:v>1.0104252357693841</c:v>
                </c:pt>
                <c:pt idx="701">
                  <c:v>1.0088402152848155</c:v>
                </c:pt>
                <c:pt idx="702">
                  <c:v>1.0063500130806606</c:v>
                </c:pt>
                <c:pt idx="703">
                  <c:v>1.0061715319104623</c:v>
                </c:pt>
                <c:pt idx="704">
                  <c:v>1.0079235022643513</c:v>
                </c:pt>
                <c:pt idx="705">
                  <c:v>1.0076373024883734</c:v>
                </c:pt>
                <c:pt idx="706">
                  <c:v>1.0057126674134074</c:v>
                </c:pt>
                <c:pt idx="707">
                  <c:v>1.0053373413493654</c:v>
                </c:pt>
                <c:pt idx="708">
                  <c:v>1.0056873442702896</c:v>
                </c:pt>
                <c:pt idx="709">
                  <c:v>1.0059644256827978</c:v>
                </c:pt>
                <c:pt idx="710">
                  <c:v>1.0081863092471381</c:v>
                </c:pt>
                <c:pt idx="711">
                  <c:v>1.0104575183319744</c:v>
                </c:pt>
                <c:pt idx="712">
                  <c:v>1.0103900068832214</c:v>
                </c:pt>
                <c:pt idx="713">
                  <c:v>1.0097774001742394</c:v>
                </c:pt>
                <c:pt idx="714">
                  <c:v>1.0086985885586128</c:v>
                </c:pt>
                <c:pt idx="715">
                  <c:v>1.0100881611131007</c:v>
                </c:pt>
                <c:pt idx="716">
                  <c:v>1.010774984696897</c:v>
                </c:pt>
                <c:pt idx="717">
                  <c:v>1.0094532029839145</c:v>
                </c:pt>
                <c:pt idx="718">
                  <c:v>1.0098357424608406</c:v>
                </c:pt>
                <c:pt idx="719">
                  <c:v>1.0099868939399712</c:v>
                </c:pt>
                <c:pt idx="720">
                  <c:v>1.0099683778202793</c:v>
                </c:pt>
                <c:pt idx="721">
                  <c:v>1.0101085821833782</c:v>
                </c:pt>
                <c:pt idx="722">
                  <c:v>1.009167587392783</c:v>
                </c:pt>
                <c:pt idx="723">
                  <c:v>1.0083666191698988</c:v>
                </c:pt>
                <c:pt idx="724">
                  <c:v>1.0091684255710407</c:v>
                </c:pt>
                <c:pt idx="725">
                  <c:v>1.0101421347130255</c:v>
                </c:pt>
                <c:pt idx="726">
                  <c:v>1.0112251372199406</c:v>
                </c:pt>
                <c:pt idx="727">
                  <c:v>1.0113324748356027</c:v>
                </c:pt>
                <c:pt idx="728">
                  <c:v>1.0115956882078478</c:v>
                </c:pt>
                <c:pt idx="729">
                  <c:v>1.0108778520285184</c:v>
                </c:pt>
                <c:pt idx="730">
                  <c:v>1.010228975060387</c:v>
                </c:pt>
                <c:pt idx="731">
                  <c:v>1.0089216963711962</c:v>
                </c:pt>
                <c:pt idx="732">
                  <c:v>1.0090108226592602</c:v>
                </c:pt>
                <c:pt idx="733">
                  <c:v>1.0116704892675084</c:v>
                </c:pt>
                <c:pt idx="734">
                  <c:v>1.0126568218820404</c:v>
                </c:pt>
                <c:pt idx="735">
                  <c:v>1.0116767375054292</c:v>
                </c:pt>
                <c:pt idx="736">
                  <c:v>1.0115251034388169</c:v>
                </c:pt>
                <c:pt idx="737">
                  <c:v>1.0127495040778642</c:v>
                </c:pt>
                <c:pt idx="738">
                  <c:v>1.0116133153505997</c:v>
                </c:pt>
                <c:pt idx="739">
                  <c:v>1.0096913218071124</c:v>
                </c:pt>
                <c:pt idx="740">
                  <c:v>1.0090633992954223</c:v>
                </c:pt>
                <c:pt idx="741">
                  <c:v>1.0095585086522856</c:v>
                </c:pt>
                <c:pt idx="742">
                  <c:v>1.0099228368016133</c:v>
                </c:pt>
                <c:pt idx="743">
                  <c:v>1.0098165151595968</c:v>
                </c:pt>
                <c:pt idx="744">
                  <c:v>1.0099720099260625</c:v>
                </c:pt>
                <c:pt idx="745">
                  <c:v>1.0083791664444224</c:v>
                </c:pt>
                <c:pt idx="746">
                  <c:v>1.0068145416307901</c:v>
                </c:pt>
                <c:pt idx="747">
                  <c:v>1.0069137514572872</c:v>
                </c:pt>
                <c:pt idx="748">
                  <c:v>1.0072072662435136</c:v>
                </c:pt>
                <c:pt idx="749">
                  <c:v>1.0068970132914752</c:v>
                </c:pt>
                <c:pt idx="750">
                  <c:v>1.0077842376768746</c:v>
                </c:pt>
                <c:pt idx="751">
                  <c:v>1.0097226645940804</c:v>
                </c:pt>
                <c:pt idx="752">
                  <c:v>1.0107192839417745</c:v>
                </c:pt>
                <c:pt idx="753">
                  <c:v>1.0089906301830531</c:v>
                </c:pt>
                <c:pt idx="754">
                  <c:v>1.0078164440414417</c:v>
                </c:pt>
                <c:pt idx="755">
                  <c:v>1.0091610343627686</c:v>
                </c:pt>
                <c:pt idx="756">
                  <c:v>1.0112819047473909</c:v>
                </c:pt>
                <c:pt idx="757">
                  <c:v>1.0106411809677658</c:v>
                </c:pt>
                <c:pt idx="758">
                  <c:v>1.0101927555999197</c:v>
                </c:pt>
                <c:pt idx="759">
                  <c:v>1.0091560052932227</c:v>
                </c:pt>
                <c:pt idx="760">
                  <c:v>1.0105689960402426</c:v>
                </c:pt>
                <c:pt idx="761">
                  <c:v>1.012279413072025</c:v>
                </c:pt>
                <c:pt idx="762">
                  <c:v>1.0106510105127873</c:v>
                </c:pt>
                <c:pt idx="763">
                  <c:v>1.0095097927159769</c:v>
                </c:pt>
                <c:pt idx="764">
                  <c:v>1.0095193174689048</c:v>
                </c:pt>
                <c:pt idx="765">
                  <c:v>1.0098952023184518</c:v>
                </c:pt>
                <c:pt idx="766">
                  <c:v>1.0103971948967643</c:v>
                </c:pt>
                <c:pt idx="767">
                  <c:v>1.0112706020405831</c:v>
                </c:pt>
                <c:pt idx="768">
                  <c:v>1.0117406930464223</c:v>
                </c:pt>
                <c:pt idx="769">
                  <c:v>1.0114672183403564</c:v>
                </c:pt>
                <c:pt idx="770">
                  <c:v>1.0108695972426476</c:v>
                </c:pt>
                <c:pt idx="771">
                  <c:v>1.0099583958792109</c:v>
                </c:pt>
                <c:pt idx="772">
                  <c:v>1.0101179037415768</c:v>
                </c:pt>
                <c:pt idx="773">
                  <c:v>1.0093923207631994</c:v>
                </c:pt>
                <c:pt idx="774">
                  <c:v>1.0082321550578979</c:v>
                </c:pt>
                <c:pt idx="775">
                  <c:v>1.0094134276156876</c:v>
                </c:pt>
                <c:pt idx="776">
                  <c:v>1.0101644861332297</c:v>
                </c:pt>
                <c:pt idx="777">
                  <c:v>1.0088161621087548</c:v>
                </c:pt>
                <c:pt idx="778">
                  <c:v>1.0076684420806123</c:v>
                </c:pt>
                <c:pt idx="779">
                  <c:v>1.0082667235611908</c:v>
                </c:pt>
                <c:pt idx="780">
                  <c:v>1.0097537787869784</c:v>
                </c:pt>
                <c:pt idx="781">
                  <c:v>1.0118541773026408</c:v>
                </c:pt>
                <c:pt idx="782">
                  <c:v>1.0125281996185018</c:v>
                </c:pt>
                <c:pt idx="783">
                  <c:v>1.0122221375577518</c:v>
                </c:pt>
                <c:pt idx="784">
                  <c:v>1.0107839252649786</c:v>
                </c:pt>
                <c:pt idx="785">
                  <c:v>1.0100781537726911</c:v>
                </c:pt>
                <c:pt idx="786">
                  <c:v>1.0076565551889585</c:v>
                </c:pt>
                <c:pt idx="787">
                  <c:v>1.0061856285447957</c:v>
                </c:pt>
                <c:pt idx="788">
                  <c:v>1.0074621994305468</c:v>
                </c:pt>
                <c:pt idx="789">
                  <c:v>1.0095282072383043</c:v>
                </c:pt>
                <c:pt idx="790">
                  <c:v>1.0107812837335</c:v>
                </c:pt>
                <c:pt idx="791">
                  <c:v>1.0115187282041904</c:v>
                </c:pt>
                <c:pt idx="792">
                  <c:v>1.0123190106448638</c:v>
                </c:pt>
                <c:pt idx="793">
                  <c:v>1.0119720810442177</c:v>
                </c:pt>
                <c:pt idx="794">
                  <c:v>1.011752503740053</c:v>
                </c:pt>
                <c:pt idx="795">
                  <c:v>1.0117695466979586</c:v>
                </c:pt>
                <c:pt idx="796">
                  <c:v>1.012524059525896</c:v>
                </c:pt>
                <c:pt idx="797">
                  <c:v>1.0127937751294731</c:v>
                </c:pt>
                <c:pt idx="798">
                  <c:v>1.0122180990625103</c:v>
                </c:pt>
                <c:pt idx="799">
                  <c:v>1.0113043577649596</c:v>
                </c:pt>
                <c:pt idx="800">
                  <c:v>1.0102662104944997</c:v>
                </c:pt>
                <c:pt idx="801">
                  <c:v>1.0085713886581782</c:v>
                </c:pt>
                <c:pt idx="802">
                  <c:v>1.0070961949247037</c:v>
                </c:pt>
                <c:pt idx="803">
                  <c:v>1.0072660657182553</c:v>
                </c:pt>
                <c:pt idx="804">
                  <c:v>1.0084672513594997</c:v>
                </c:pt>
                <c:pt idx="805">
                  <c:v>1.0095608961903528</c:v>
                </c:pt>
                <c:pt idx="806">
                  <c:v>1.0100854433835986</c:v>
                </c:pt>
                <c:pt idx="807">
                  <c:v>1.0106789497880424</c:v>
                </c:pt>
                <c:pt idx="808">
                  <c:v>1.0106339421555406</c:v>
                </c:pt>
                <c:pt idx="809">
                  <c:v>1.0093992293839897</c:v>
                </c:pt>
                <c:pt idx="810">
                  <c:v>1.0083937456662375</c:v>
                </c:pt>
                <c:pt idx="811">
                  <c:v>1.0089812832255132</c:v>
                </c:pt>
                <c:pt idx="812">
                  <c:v>1.0100846560040233</c:v>
                </c:pt>
                <c:pt idx="813">
                  <c:v>1.0108959363594108</c:v>
                </c:pt>
                <c:pt idx="814">
                  <c:v>1.0101429728912832</c:v>
                </c:pt>
                <c:pt idx="815">
                  <c:v>1.0110131289194357</c:v>
                </c:pt>
                <c:pt idx="816">
                  <c:v>1.0123285861964741</c:v>
                </c:pt>
                <c:pt idx="817">
                  <c:v>1.0118405124571068</c:v>
                </c:pt>
                <c:pt idx="818">
                  <c:v>1.0119269210156689</c:v>
                </c:pt>
                <c:pt idx="819">
                  <c:v>1.012284289745524</c:v>
                </c:pt>
                <c:pt idx="820">
                  <c:v>1.0117684291269484</c:v>
                </c:pt>
                <c:pt idx="821">
                  <c:v>1.0110702774370033</c:v>
                </c:pt>
                <c:pt idx="822">
                  <c:v>1.0111131515248495</c:v>
                </c:pt>
                <c:pt idx="823">
                  <c:v>1.0105856580080312</c:v>
                </c:pt>
                <c:pt idx="824">
                  <c:v>1.0093443922064662</c:v>
                </c:pt>
                <c:pt idx="825">
                  <c:v>1.0089053137961601</c:v>
                </c:pt>
                <c:pt idx="826">
                  <c:v>1.0090047014180452</c:v>
                </c:pt>
                <c:pt idx="827">
                  <c:v>1.0087054209813797</c:v>
                </c:pt>
                <c:pt idx="828">
                  <c:v>1.0072590555001004</c:v>
                </c:pt>
                <c:pt idx="829">
                  <c:v>1.0060177896985352</c:v>
                </c:pt>
                <c:pt idx="830">
                  <c:v>1.0068221106344502</c:v>
                </c:pt>
                <c:pt idx="831">
                  <c:v>1.0082115053935501</c:v>
                </c:pt>
                <c:pt idx="832">
                  <c:v>1.0078396082405623</c:v>
                </c:pt>
                <c:pt idx="833">
                  <c:v>1.0052794308515638</c:v>
                </c:pt>
                <c:pt idx="834">
                  <c:v>1.0051028546319509</c:v>
                </c:pt>
                <c:pt idx="835">
                  <c:v>1.0064348976787543</c:v>
                </c:pt>
                <c:pt idx="836">
                  <c:v>1.0068017657621962</c:v>
                </c:pt>
                <c:pt idx="837">
                  <c:v>1.0065884366959521</c:v>
                </c:pt>
                <c:pt idx="838">
                  <c:v>1.0074303232574147</c:v>
                </c:pt>
                <c:pt idx="839">
                  <c:v>1.0080412282105402</c:v>
                </c:pt>
                <c:pt idx="840">
                  <c:v>1.0082518395472821</c:v>
                </c:pt>
                <c:pt idx="841">
                  <c:v>1.0082684507163884</c:v>
                </c:pt>
                <c:pt idx="842">
                  <c:v>1.0091257292785825</c:v>
                </c:pt>
                <c:pt idx="843">
                  <c:v>1.0095470027507487</c:v>
                </c:pt>
                <c:pt idx="844">
                  <c:v>1.0098242365593038</c:v>
                </c:pt>
                <c:pt idx="845">
                  <c:v>1.0091613391548624</c:v>
                </c:pt>
                <c:pt idx="846">
                  <c:v>1.0082453119166088</c:v>
                </c:pt>
                <c:pt idx="847">
                  <c:v>1.007376375056831</c:v>
                </c:pt>
                <c:pt idx="848">
                  <c:v>1.0070518476750714</c:v>
                </c:pt>
                <c:pt idx="849">
                  <c:v>1.0088445839714917</c:v>
                </c:pt>
                <c:pt idx="850">
                  <c:v>1.0105780128063477</c:v>
                </c:pt>
                <c:pt idx="851">
                  <c:v>1.0099416831127401</c:v>
                </c:pt>
                <c:pt idx="852">
                  <c:v>1.0090371363766824</c:v>
                </c:pt>
                <c:pt idx="853">
                  <c:v>1.0100358638696911</c:v>
                </c:pt>
                <c:pt idx="854">
                  <c:v>1.0092139157910245</c:v>
                </c:pt>
                <c:pt idx="855">
                  <c:v>1.0086062111548826</c:v>
                </c:pt>
                <c:pt idx="856">
                  <c:v>1.0087978745831334</c:v>
                </c:pt>
                <c:pt idx="857">
                  <c:v>1.009526175291013</c:v>
                </c:pt>
                <c:pt idx="858">
                  <c:v>1.0096253343188277</c:v>
                </c:pt>
                <c:pt idx="859">
                  <c:v>1.0098278178664046</c:v>
                </c:pt>
                <c:pt idx="860">
                  <c:v>1.0099985268382139</c:v>
                </c:pt>
                <c:pt idx="861">
                  <c:v>1.0106391490204745</c:v>
                </c:pt>
                <c:pt idx="862">
                  <c:v>1.0111231588652589</c:v>
                </c:pt>
                <c:pt idx="863">
                  <c:v>1.0100015493598096</c:v>
                </c:pt>
                <c:pt idx="864">
                  <c:v>1.0094892954476762</c:v>
                </c:pt>
                <c:pt idx="865">
                  <c:v>1.009446624554559</c:v>
                </c:pt>
                <c:pt idx="866">
                  <c:v>1.0094031154831844</c:v>
                </c:pt>
                <c:pt idx="867">
                  <c:v>1.0105729583374607</c:v>
                </c:pt>
                <c:pt idx="868">
                  <c:v>1.0110995374779979</c:v>
                </c:pt>
                <c:pt idx="869">
                  <c:v>1.0106291416800648</c:v>
                </c:pt>
                <c:pt idx="870">
                  <c:v>1.009909451348832</c:v>
                </c:pt>
                <c:pt idx="871">
                  <c:v>1.0094162977412366</c:v>
                </c:pt>
                <c:pt idx="872">
                  <c:v>1.0096547213565281</c:v>
                </c:pt>
                <c:pt idx="873">
                  <c:v>1.0080246678401161</c:v>
                </c:pt>
                <c:pt idx="874">
                  <c:v>1.008283131535568</c:v>
                </c:pt>
                <c:pt idx="875">
                  <c:v>1.0102409889487467</c:v>
                </c:pt>
                <c:pt idx="876">
                  <c:v>1.0104833748612561</c:v>
                </c:pt>
                <c:pt idx="877">
                  <c:v>1.009697189054916</c:v>
                </c:pt>
                <c:pt idx="878">
                  <c:v>1.010392978606135</c:v>
                </c:pt>
                <c:pt idx="879">
                  <c:v>1.0108700798301291</c:v>
                </c:pt>
                <c:pt idx="880">
                  <c:v>1.0114820769549238</c:v>
                </c:pt>
                <c:pt idx="881">
                  <c:v>1.0113003700684005</c:v>
                </c:pt>
                <c:pt idx="882">
                  <c:v>1.0103352205043801</c:v>
                </c:pt>
                <c:pt idx="883">
                  <c:v>1.0095004711577782</c:v>
                </c:pt>
                <c:pt idx="884">
                  <c:v>1.008522037738341</c:v>
                </c:pt>
                <c:pt idx="885">
                  <c:v>1.0062482887193906</c:v>
                </c:pt>
                <c:pt idx="886">
                  <c:v>1.0048934624635837</c:v>
                </c:pt>
                <c:pt idx="887">
                  <c:v>1.0050788014558902</c:v>
                </c:pt>
                <c:pt idx="888">
                  <c:v>1.0067861705667356</c:v>
                </c:pt>
                <c:pt idx="889">
                  <c:v>1.0084022544455198</c:v>
                </c:pt>
                <c:pt idx="890">
                  <c:v>1.0090242081120415</c:v>
                </c:pt>
                <c:pt idx="891">
                  <c:v>1.0084491670286073</c:v>
                </c:pt>
                <c:pt idx="892">
                  <c:v>1.0080888519751798</c:v>
                </c:pt>
                <c:pt idx="893">
                  <c:v>1.0089069647533342</c:v>
                </c:pt>
                <c:pt idx="894">
                  <c:v>1.011167988702373</c:v>
                </c:pt>
                <c:pt idx="895">
                  <c:v>1.0135002578033125</c:v>
                </c:pt>
                <c:pt idx="896">
                  <c:v>1.0139349675269425</c:v>
                </c:pt>
                <c:pt idx="897">
                  <c:v>1.0126580664497562</c:v>
                </c:pt>
                <c:pt idx="898">
                  <c:v>1.0119235429032971</c:v>
                </c:pt>
                <c:pt idx="899">
                  <c:v>1.0126365532078099</c:v>
                </c:pt>
                <c:pt idx="900">
                  <c:v>1.0140163724152995</c:v>
                </c:pt>
                <c:pt idx="901">
                  <c:v>1.014301988006431</c:v>
                </c:pt>
                <c:pt idx="902">
                  <c:v>1.0143892093439095</c:v>
                </c:pt>
                <c:pt idx="903">
                  <c:v>1.014237524478615</c:v>
                </c:pt>
                <c:pt idx="904">
                  <c:v>1.0127914129907469</c:v>
                </c:pt>
                <c:pt idx="905">
                  <c:v>1.0126390423432416</c:v>
                </c:pt>
                <c:pt idx="906">
                  <c:v>1.0119774657045397</c:v>
                </c:pt>
                <c:pt idx="907">
                  <c:v>1.0107423719428719</c:v>
                </c:pt>
                <c:pt idx="908">
                  <c:v>1.0108899167155605</c:v>
                </c:pt>
                <c:pt idx="909">
                  <c:v>1.0116021142411566</c:v>
                </c:pt>
                <c:pt idx="910">
                  <c:v>1.0113728343886759</c:v>
                </c:pt>
                <c:pt idx="911">
                  <c:v>1.0104763900424423</c:v>
                </c:pt>
                <c:pt idx="912">
                  <c:v>1.0105181465592783</c:v>
                </c:pt>
                <c:pt idx="913">
                  <c:v>1.0105748886873875</c:v>
                </c:pt>
                <c:pt idx="914">
                  <c:v>1.0113441839318689</c:v>
                </c:pt>
                <c:pt idx="915">
                  <c:v>1.0117307873033774</c:v>
                </c:pt>
                <c:pt idx="916">
                  <c:v>1.010695433960443</c:v>
                </c:pt>
                <c:pt idx="917">
                  <c:v>1.0094773577573397</c:v>
                </c:pt>
                <c:pt idx="918">
                  <c:v>1.0093383217639333</c:v>
                </c:pt>
                <c:pt idx="919">
                  <c:v>1.0104888865182837</c:v>
                </c:pt>
                <c:pt idx="920">
                  <c:v>1.0105935826024672</c:v>
                </c:pt>
                <c:pt idx="921">
                  <c:v>1.0107132388985829</c:v>
                </c:pt>
                <c:pt idx="922">
                  <c:v>1.010958977524123</c:v>
                </c:pt>
                <c:pt idx="923">
                  <c:v>1.0099891798806739</c:v>
                </c:pt>
                <c:pt idx="924">
                  <c:v>1.0087872576585364</c:v>
                </c:pt>
                <c:pt idx="925">
                  <c:v>1.0089684057595545</c:v>
                </c:pt>
                <c:pt idx="926">
                  <c:v>1.0075129473141466</c:v>
                </c:pt>
                <c:pt idx="927">
                  <c:v>1.006756021548801</c:v>
                </c:pt>
                <c:pt idx="928">
                  <c:v>1.008949026062264</c:v>
                </c:pt>
                <c:pt idx="929">
                  <c:v>1.0099610628100306</c:v>
                </c:pt>
                <c:pt idx="930">
                  <c:v>1.0092537419579337</c:v>
                </c:pt>
                <c:pt idx="931">
                  <c:v>1.0083633426548915</c:v>
                </c:pt>
                <c:pt idx="932">
                  <c:v>1.0087072751332831</c:v>
                </c:pt>
                <c:pt idx="933">
                  <c:v>1.0095096911186123</c:v>
                </c:pt>
                <c:pt idx="934">
                  <c:v>1.0075217354861814</c:v>
                </c:pt>
                <c:pt idx="935">
                  <c:v>1.0058959744584226</c:v>
                </c:pt>
                <c:pt idx="936">
                  <c:v>1.0064529312109645</c:v>
                </c:pt>
                <c:pt idx="937">
                  <c:v>1.0073968215264495</c:v>
                </c:pt>
                <c:pt idx="938">
                  <c:v>1.0085160180944905</c:v>
                </c:pt>
                <c:pt idx="939">
                  <c:v>1.0098200202686742</c:v>
                </c:pt>
                <c:pt idx="940">
                  <c:v>1.0113003954677415</c:v>
                </c:pt>
                <c:pt idx="941">
                  <c:v>1.0113458348890429</c:v>
                </c:pt>
                <c:pt idx="942">
                  <c:v>1.0105260457543732</c:v>
                </c:pt>
                <c:pt idx="943">
                  <c:v>1.0112542702642293</c:v>
                </c:pt>
                <c:pt idx="944">
                  <c:v>1.0119353535969278</c:v>
                </c:pt>
                <c:pt idx="945">
                  <c:v>1.0119477230760634</c:v>
                </c:pt>
                <c:pt idx="946">
                  <c:v>1.0115502233872053</c:v>
                </c:pt>
                <c:pt idx="947">
                  <c:v>1.0105460350358513</c:v>
                </c:pt>
                <c:pt idx="948">
                  <c:v>1.0106733873323326</c:v>
                </c:pt>
                <c:pt idx="949">
                  <c:v>1.010214751429348</c:v>
                </c:pt>
                <c:pt idx="950">
                  <c:v>1.0088849181252237</c:v>
                </c:pt>
                <c:pt idx="951">
                  <c:v>1.0089636560827613</c:v>
                </c:pt>
                <c:pt idx="952">
                  <c:v>1.0099101879297252</c:v>
                </c:pt>
                <c:pt idx="953">
                  <c:v>1.0106094571906805</c:v>
                </c:pt>
                <c:pt idx="954">
                  <c:v>1.0112401736298959</c:v>
                </c:pt>
                <c:pt idx="955">
                  <c:v>1.0127001531580271</c:v>
                </c:pt>
                <c:pt idx="956">
                  <c:v>1.0110347437587468</c:v>
                </c:pt>
                <c:pt idx="957">
                  <c:v>1.0097133938345639</c:v>
                </c:pt>
                <c:pt idx="958">
                  <c:v>1.0107792263868676</c:v>
                </c:pt>
                <c:pt idx="959">
                  <c:v>1.0118613399168426</c:v>
                </c:pt>
                <c:pt idx="960">
                  <c:v>1.0122024276690262</c:v>
                </c:pt>
                <c:pt idx="961">
                  <c:v>1.0120112468282574</c:v>
                </c:pt>
                <c:pt idx="962">
                  <c:v>1.0117549166774613</c:v>
                </c:pt>
                <c:pt idx="963">
                  <c:v>1.0120668205866741</c:v>
                </c:pt>
                <c:pt idx="964">
                  <c:v>1.0131840868047883</c:v>
                </c:pt>
                <c:pt idx="965">
                  <c:v>1.0125183700734803</c:v>
                </c:pt>
                <c:pt idx="966">
                  <c:v>1.0112324522301892</c:v>
                </c:pt>
                <c:pt idx="967">
                  <c:v>1.0106311990266972</c:v>
                </c:pt>
                <c:pt idx="968">
                  <c:v>1.0110044169454244</c:v>
                </c:pt>
                <c:pt idx="969">
                  <c:v>1.0116297741236593</c:v>
                </c:pt>
                <c:pt idx="970">
                  <c:v>1.0118232663044722</c:v>
                </c:pt>
                <c:pt idx="971">
                  <c:v>1.0111921434757982</c:v>
                </c:pt>
                <c:pt idx="972">
                  <c:v>1.0108808999494554</c:v>
                </c:pt>
                <c:pt idx="973">
                  <c:v>1.0095576196753455</c:v>
                </c:pt>
                <c:pt idx="974">
                  <c:v>1.0089096062848131</c:v>
                </c:pt>
                <c:pt idx="975">
                  <c:v>1.0092565866841414</c:v>
                </c:pt>
                <c:pt idx="976">
                  <c:v>1.0092488144857523</c:v>
                </c:pt>
                <c:pt idx="977">
                  <c:v>1.0104404245753864</c:v>
                </c:pt>
                <c:pt idx="978">
                  <c:v>1.0106364058916311</c:v>
                </c:pt>
                <c:pt idx="979">
                  <c:v>1.0095943471226356</c:v>
                </c:pt>
                <c:pt idx="980">
                  <c:v>1.0089088189052375</c:v>
                </c:pt>
                <c:pt idx="981">
                  <c:v>1.0095518540249067</c:v>
                </c:pt>
                <c:pt idx="982">
                  <c:v>1.0092947110951942</c:v>
                </c:pt>
                <c:pt idx="983">
                  <c:v>1.0082918689089204</c:v>
                </c:pt>
                <c:pt idx="984">
                  <c:v>1.0086159137031985</c:v>
                </c:pt>
                <c:pt idx="985">
                  <c:v>1.0076494179740978</c:v>
                </c:pt>
                <c:pt idx="986">
                  <c:v>1.006582112260008</c:v>
                </c:pt>
                <c:pt idx="987">
                  <c:v>1.00658571896645</c:v>
                </c:pt>
                <c:pt idx="988">
                  <c:v>1.006679518733284</c:v>
                </c:pt>
                <c:pt idx="989">
                  <c:v>1.0079256358090072</c:v>
                </c:pt>
                <c:pt idx="990">
                  <c:v>1.0101343879139775</c:v>
                </c:pt>
                <c:pt idx="991">
                  <c:v>1.0111174948121846</c:v>
                </c:pt>
                <c:pt idx="992">
                  <c:v>1.0102663120918642</c:v>
                </c:pt>
                <c:pt idx="993">
                  <c:v>1.0091443977943213</c:v>
                </c:pt>
                <c:pt idx="994">
                  <c:v>1.00871499653299</c:v>
                </c:pt>
                <c:pt idx="995">
                  <c:v>1.009053798344471</c:v>
                </c:pt>
                <c:pt idx="996">
                  <c:v>1.0088221563532642</c:v>
                </c:pt>
                <c:pt idx="997">
                  <c:v>1.0059939651165448</c:v>
                </c:pt>
                <c:pt idx="998">
                  <c:v>1.0048659295777866</c:v>
                </c:pt>
                <c:pt idx="999">
                  <c:v>1.0067751472526802</c:v>
                </c:pt>
                <c:pt idx="1000">
                  <c:v>1.0091209288031069</c:v>
                </c:pt>
                <c:pt idx="1001">
                  <c:v>1.0097543375724833</c:v>
                </c:pt>
                <c:pt idx="1002">
                  <c:v>1.0093344864634211</c:v>
                </c:pt>
                <c:pt idx="1003">
                  <c:v>1.0084461953056938</c:v>
                </c:pt>
                <c:pt idx="1004">
                  <c:v>1.0074884369499455</c:v>
                </c:pt>
                <c:pt idx="1005">
                  <c:v>1.0064411459166749</c:v>
                </c:pt>
                <c:pt idx="1006">
                  <c:v>1.0055312653189776</c:v>
                </c:pt>
                <c:pt idx="1007">
                  <c:v>1.0055964654276868</c:v>
                </c:pt>
                <c:pt idx="1008">
                  <c:v>1.0061012773328659</c:v>
                </c:pt>
                <c:pt idx="1009">
                  <c:v>1.0068463162065575</c:v>
                </c:pt>
                <c:pt idx="1010">
                  <c:v>1.0079881689868966</c:v>
                </c:pt>
                <c:pt idx="1011">
                  <c:v>1.0090264686534032</c:v>
                </c:pt>
                <c:pt idx="1012">
                  <c:v>1.0086272418093474</c:v>
                </c:pt>
                <c:pt idx="1013">
                  <c:v>1.0075179255850104</c:v>
                </c:pt>
                <c:pt idx="1014">
                  <c:v>1.0081698504740788</c:v>
                </c:pt>
                <c:pt idx="1015">
                  <c:v>1.0098552999535193</c:v>
                </c:pt>
                <c:pt idx="1016">
                  <c:v>1.0108942346035543</c:v>
                </c:pt>
                <c:pt idx="1017">
                  <c:v>1.0118351023974439</c:v>
                </c:pt>
                <c:pt idx="1018">
                  <c:v>1.0111418273809978</c:v>
                </c:pt>
                <c:pt idx="1019">
                  <c:v>1.0097952559110617</c:v>
                </c:pt>
                <c:pt idx="1020">
                  <c:v>1.0089214423777848</c:v>
                </c:pt>
                <c:pt idx="1021">
                  <c:v>1.0088464889220774</c:v>
                </c:pt>
                <c:pt idx="1022">
                  <c:v>1.0087268326259617</c:v>
                </c:pt>
                <c:pt idx="1023">
                  <c:v>1.0090219221713388</c:v>
                </c:pt>
                <c:pt idx="1024">
                  <c:v>1.0087849463184926</c:v>
                </c:pt>
                <c:pt idx="1025">
                  <c:v>1.0080067359052707</c:v>
                </c:pt>
                <c:pt idx="1026">
                  <c:v>1.0078283055337545</c:v>
                </c:pt>
                <c:pt idx="1027">
                  <c:v>1.0075976795161934</c:v>
                </c:pt>
                <c:pt idx="1028">
                  <c:v>1.0076107601768811</c:v>
                </c:pt>
                <c:pt idx="1029">
                  <c:v>1.0095519810216123</c:v>
                </c:pt>
                <c:pt idx="1030">
                  <c:v>1.00956973516107</c:v>
                </c:pt>
                <c:pt idx="1031">
                  <c:v>1.0088390469151229</c:v>
                </c:pt>
                <c:pt idx="1032">
                  <c:v>1.0092587964268207</c:v>
                </c:pt>
                <c:pt idx="1033">
                  <c:v>1.0094363632207382</c:v>
                </c:pt>
                <c:pt idx="1034">
                  <c:v>1.0094527711951151</c:v>
                </c:pt>
                <c:pt idx="1035">
                  <c:v>1.0106382346441933</c:v>
                </c:pt>
                <c:pt idx="1036">
                  <c:v>1.0108892055340084</c:v>
                </c:pt>
                <c:pt idx="1037">
                  <c:v>1.0108922280556043</c:v>
                </c:pt>
                <c:pt idx="1038">
                  <c:v>1.0100857989743746</c:v>
                </c:pt>
                <c:pt idx="1039">
                  <c:v>1.009954433581993</c:v>
                </c:pt>
                <c:pt idx="1040">
                  <c:v>1.0101447762445042</c:v>
                </c:pt>
                <c:pt idx="1041">
                  <c:v>1.009719515075779</c:v>
                </c:pt>
                <c:pt idx="1042">
                  <c:v>1.0097690437910041</c:v>
                </c:pt>
                <c:pt idx="1043">
                  <c:v>1.0113032655932905</c:v>
                </c:pt>
                <c:pt idx="1044">
                  <c:v>1.011281371361227</c:v>
                </c:pt>
                <c:pt idx="1045">
                  <c:v>1.0109104647825435</c:v>
                </c:pt>
                <c:pt idx="1046">
                  <c:v>1.0116972093743888</c:v>
                </c:pt>
                <c:pt idx="1047">
                  <c:v>1.0118035564157466</c:v>
                </c:pt>
                <c:pt idx="1048">
                  <c:v>1.0125396547213565</c:v>
                </c:pt>
                <c:pt idx="1049">
                  <c:v>1.0121579788220294</c:v>
                </c:pt>
                <c:pt idx="1050">
                  <c:v>1.0109071882675362</c:v>
                </c:pt>
                <c:pt idx="1051">
                  <c:v>1.0105051166972729</c:v>
                </c:pt>
                <c:pt idx="1052">
                  <c:v>1.0099831348374824</c:v>
                </c:pt>
                <c:pt idx="1053">
                  <c:v>1.0090234207324662</c:v>
                </c:pt>
                <c:pt idx="1054">
                  <c:v>1.0084231073045966</c:v>
                </c:pt>
                <c:pt idx="1055">
                  <c:v>1.0085750461633025</c:v>
                </c:pt>
                <c:pt idx="1056">
                  <c:v>1.0099945645409958</c:v>
                </c:pt>
                <c:pt idx="1057">
                  <c:v>1.0115021170350842</c:v>
                </c:pt>
                <c:pt idx="1058">
                  <c:v>1.0109158494428654</c:v>
                </c:pt>
                <c:pt idx="1059">
                  <c:v>1.0095821300395467</c:v>
                </c:pt>
                <c:pt idx="1060">
                  <c:v>1.0098237285724809</c:v>
                </c:pt>
                <c:pt idx="1061">
                  <c:v>1.0102945561592132</c:v>
                </c:pt>
                <c:pt idx="1062">
                  <c:v>1.0115356949640726</c:v>
                </c:pt>
                <c:pt idx="1063">
                  <c:v>1.0118098300530085</c:v>
                </c:pt>
                <c:pt idx="1064">
                  <c:v>1.010921894486057</c:v>
                </c:pt>
                <c:pt idx="1065">
                  <c:v>1.0094339756826707</c:v>
                </c:pt>
                <c:pt idx="1066">
                  <c:v>1.0087756501596348</c:v>
                </c:pt>
                <c:pt idx="1067">
                  <c:v>1.0083415500201924</c:v>
                </c:pt>
                <c:pt idx="1068">
                  <c:v>1.0078609690864619</c:v>
                </c:pt>
                <c:pt idx="1069">
                  <c:v>1.007964141210177</c:v>
                </c:pt>
                <c:pt idx="1070">
                  <c:v>1.0092047720282136</c:v>
                </c:pt>
                <c:pt idx="1071">
                  <c:v>1.0092175732961488</c:v>
                </c:pt>
                <c:pt idx="1072">
                  <c:v>1.007443149924691</c:v>
                </c:pt>
                <c:pt idx="1073">
                  <c:v>1.0070195651124809</c:v>
                </c:pt>
                <c:pt idx="1074">
                  <c:v>1.0067756552395031</c:v>
                </c:pt>
                <c:pt idx="1075">
                  <c:v>1.0071292648668693</c:v>
                </c:pt>
                <c:pt idx="1076">
                  <c:v>1.0078068430904903</c:v>
                </c:pt>
                <c:pt idx="1077">
                  <c:v>1.0082346441933296</c:v>
                </c:pt>
                <c:pt idx="1078">
                  <c:v>1.0076117253518444</c:v>
                </c:pt>
                <c:pt idx="1079">
                  <c:v>1.0073592305015608</c:v>
                </c:pt>
                <c:pt idx="1080">
                  <c:v>1.0074852366329616</c:v>
                </c:pt>
                <c:pt idx="1081">
                  <c:v>1.0073077714364089</c:v>
                </c:pt>
                <c:pt idx="1082">
                  <c:v>1.0073402571937284</c:v>
                </c:pt>
                <c:pt idx="1083">
                  <c:v>1.0070571307380287</c:v>
                </c:pt>
                <c:pt idx="1084">
                  <c:v>1.0076450746867627</c:v>
                </c:pt>
                <c:pt idx="1085">
                  <c:v>1.0092371307888273</c:v>
                </c:pt>
                <c:pt idx="1086">
                  <c:v>1.010265169121513</c:v>
                </c:pt>
                <c:pt idx="1087">
                  <c:v>1.0107398320087577</c:v>
                </c:pt>
                <c:pt idx="1088">
                  <c:v>1.0106811595307217</c:v>
                </c:pt>
                <c:pt idx="1089">
                  <c:v>1.010330699421657</c:v>
                </c:pt>
                <c:pt idx="1090">
                  <c:v>1.0103317153953026</c:v>
                </c:pt>
                <c:pt idx="1091">
                  <c:v>1.0097750634348546</c:v>
                </c:pt>
                <c:pt idx="1092">
                  <c:v>1.0092672290080795</c:v>
                </c:pt>
                <c:pt idx="1093">
                  <c:v>1.0089935511072843</c:v>
                </c:pt>
                <c:pt idx="1094">
                  <c:v>1.0092694133514177</c:v>
                </c:pt>
                <c:pt idx="1095">
                  <c:v>1.0092276060358993</c:v>
                </c:pt>
                <c:pt idx="1096">
                  <c:v>1.0091477505073518</c:v>
                </c:pt>
                <c:pt idx="1097">
                  <c:v>1.0085087284835832</c:v>
                </c:pt>
                <c:pt idx="1098">
                  <c:v>1.0073052569016361</c:v>
                </c:pt>
                <c:pt idx="1099">
                  <c:v>1.0075185351691978</c:v>
                </c:pt>
                <c:pt idx="1100">
                  <c:v>1.0082854428756118</c:v>
                </c:pt>
                <c:pt idx="1101">
                  <c:v>1.0090967740296817</c:v>
                </c:pt>
                <c:pt idx="1102">
                  <c:v>1.0093797480893345</c:v>
                </c:pt>
                <c:pt idx="1103">
                  <c:v>1.0095912738023576</c:v>
                </c:pt>
                <c:pt idx="1104">
                  <c:v>1.0106669866983651</c:v>
                </c:pt>
                <c:pt idx="1105">
                  <c:v>1.0110987754977636</c:v>
                </c:pt>
                <c:pt idx="1106">
                  <c:v>1.0095737990556526</c:v>
                </c:pt>
                <c:pt idx="1107">
                  <c:v>1.0077964801593047</c:v>
                </c:pt>
                <c:pt idx="1108">
                  <c:v>1.0068404743580952</c:v>
                </c:pt>
                <c:pt idx="1109">
                  <c:v>1.0077740271417359</c:v>
                </c:pt>
                <c:pt idx="1110">
                  <c:v>1.0087786472818896</c:v>
                </c:pt>
                <c:pt idx="1111">
                  <c:v>1.0079354145553465</c:v>
                </c:pt>
                <c:pt idx="1112">
                  <c:v>1.0062058718196849</c:v>
                </c:pt>
                <c:pt idx="1113">
                  <c:v>1.0067600854433836</c:v>
                </c:pt>
                <c:pt idx="1114">
                  <c:v>1.0067626761761801</c:v>
                </c:pt>
                <c:pt idx="1115">
                  <c:v>1.0052333310473927</c:v>
                </c:pt>
                <c:pt idx="1116">
                  <c:v>1.0048143943146115</c:v>
                </c:pt>
                <c:pt idx="1117">
                  <c:v>1.0059067437790663</c:v>
                </c:pt>
                <c:pt idx="1118">
                  <c:v>1.0078321408342668</c:v>
                </c:pt>
                <c:pt idx="1119">
                  <c:v>1.0091931137306298</c:v>
                </c:pt>
                <c:pt idx="1120">
                  <c:v>1.0084843705154287</c:v>
                </c:pt>
                <c:pt idx="1121">
                  <c:v>1.0092147031705998</c:v>
                </c:pt>
                <c:pt idx="1122">
                  <c:v>1.0098872269253336</c:v>
                </c:pt>
                <c:pt idx="1123">
                  <c:v>1.0096364846295887</c:v>
                </c:pt>
                <c:pt idx="1124">
                  <c:v>1.0092786333122519</c:v>
                </c:pt>
                <c:pt idx="1125">
                  <c:v>1.0093243521263058</c:v>
                </c:pt>
                <c:pt idx="1126">
                  <c:v>1.0089750603869336</c:v>
                </c:pt>
                <c:pt idx="1127">
                  <c:v>1.0077839582841221</c:v>
                </c:pt>
                <c:pt idx="1128">
                  <c:v>1.007715684855135</c:v>
                </c:pt>
                <c:pt idx="1129">
                  <c:v>1.0079322142383627</c:v>
                </c:pt>
                <c:pt idx="1130">
                  <c:v>1.0083387560926669</c:v>
                </c:pt>
                <c:pt idx="1131">
                  <c:v>1.008846793714171</c:v>
                </c:pt>
                <c:pt idx="1132">
                  <c:v>1.0109379722689993</c:v>
                </c:pt>
                <c:pt idx="1133">
                  <c:v>1.0117655082027173</c:v>
                </c:pt>
                <c:pt idx="1134">
                  <c:v>1.0103902354772918</c:v>
                </c:pt>
                <c:pt idx="1135">
                  <c:v>1.0094604925948221</c:v>
                </c:pt>
                <c:pt idx="1136">
                  <c:v>1.0089393235139481</c:v>
                </c:pt>
                <c:pt idx="1137">
                  <c:v>1.0078661505520548</c:v>
                </c:pt>
                <c:pt idx="1138">
                  <c:v>1.0071030019481295</c:v>
                </c:pt>
                <c:pt idx="1139">
                  <c:v>1.0066407847380439</c:v>
                </c:pt>
                <c:pt idx="1140">
                  <c:v>1.0068951083408897</c:v>
                </c:pt>
                <c:pt idx="1141">
                  <c:v>1.0090063269758782</c:v>
                </c:pt>
                <c:pt idx="1142">
                  <c:v>1.01019676869582</c:v>
                </c:pt>
                <c:pt idx="1143">
                  <c:v>1.0105464668246507</c:v>
                </c:pt>
                <c:pt idx="1144">
                  <c:v>1.0113373261097607</c:v>
                </c:pt>
                <c:pt idx="1145">
                  <c:v>1.011392087089261</c:v>
                </c:pt>
                <c:pt idx="1146">
                  <c:v>1.0101645623312532</c:v>
                </c:pt>
                <c:pt idx="1147">
                  <c:v>1.0103123356980119</c:v>
                </c:pt>
                <c:pt idx="1148">
                  <c:v>1.0104458092357085</c:v>
                </c:pt>
                <c:pt idx="1149">
                  <c:v>1.010125117154461</c:v>
                </c:pt>
                <c:pt idx="1150">
                  <c:v>1.0106207852968294</c:v>
                </c:pt>
                <c:pt idx="1151">
                  <c:v>1.0101727917177827</c:v>
                </c:pt>
                <c:pt idx="1152">
                  <c:v>1.010599119658836</c:v>
                </c:pt>
                <c:pt idx="1153">
                  <c:v>1.0104552069919306</c:v>
                </c:pt>
                <c:pt idx="1154">
                  <c:v>1.0094575716705909</c:v>
                </c:pt>
                <c:pt idx="1155">
                  <c:v>1.0089411268671691</c:v>
                </c:pt>
                <c:pt idx="1156">
                  <c:v>1.009290901194023</c:v>
                </c:pt>
                <c:pt idx="1157">
                  <c:v>1.0103719733510113</c:v>
                </c:pt>
                <c:pt idx="1158">
                  <c:v>1.0119205203817012</c:v>
                </c:pt>
                <c:pt idx="1159">
                  <c:v>1.0127198376474114</c:v>
                </c:pt>
                <c:pt idx="1160">
                  <c:v>1.0109629652206822</c:v>
                </c:pt>
                <c:pt idx="1161">
                  <c:v>1.0099573799055652</c:v>
                </c:pt>
                <c:pt idx="1162">
                  <c:v>1.0108778266291771</c:v>
                </c:pt>
                <c:pt idx="1163">
                  <c:v>1.0125580184450016</c:v>
                </c:pt>
                <c:pt idx="1164">
                  <c:v>1.0129932615547952</c:v>
                </c:pt>
                <c:pt idx="1165">
                  <c:v>1.0131390791722863</c:v>
                </c:pt>
                <c:pt idx="1166">
                  <c:v>1.0121097962718848</c:v>
                </c:pt>
                <c:pt idx="1167">
                  <c:v>1.0099207032569575</c:v>
                </c:pt>
                <c:pt idx="1168">
                  <c:v>1.0091328918927842</c:v>
                </c:pt>
                <c:pt idx="1169">
                  <c:v>1.0101996134220279</c:v>
                </c:pt>
                <c:pt idx="1170">
                  <c:v>1.0113537340841379</c:v>
                </c:pt>
                <c:pt idx="1171">
                  <c:v>1.0107610404586105</c:v>
                </c:pt>
                <c:pt idx="1172">
                  <c:v>1.0104943981753114</c:v>
                </c:pt>
                <c:pt idx="1173">
                  <c:v>1.0109425949490871</c:v>
                </c:pt>
                <c:pt idx="1174">
                  <c:v>1.0113843148908717</c:v>
                </c:pt>
                <c:pt idx="1175">
                  <c:v>1.011030984656258</c:v>
                </c:pt>
                <c:pt idx="1176">
                  <c:v>1.0098042726771668</c:v>
                </c:pt>
                <c:pt idx="1177">
                  <c:v>1.0090334280728759</c:v>
                </c:pt>
                <c:pt idx="1178">
                  <c:v>1.008637223750416</c:v>
                </c:pt>
                <c:pt idx="1179">
                  <c:v>1.0092569422749174</c:v>
                </c:pt>
                <c:pt idx="1180">
                  <c:v>1.0092621745391925</c:v>
                </c:pt>
                <c:pt idx="1181">
                  <c:v>1.0086589401870916</c:v>
                </c:pt>
                <c:pt idx="1182">
                  <c:v>1.0079434661464881</c:v>
                </c:pt>
                <c:pt idx="1183">
                  <c:v>1.0064465813756791</c:v>
                </c:pt>
                <c:pt idx="1184">
                  <c:v>1.0082595355476478</c:v>
                </c:pt>
                <c:pt idx="1185">
                  <c:v>1.0106689932463151</c:v>
                </c:pt>
                <c:pt idx="1186">
                  <c:v>1.01179139013134</c:v>
                </c:pt>
                <c:pt idx="1187">
                  <c:v>1.0123582526269268</c:v>
                </c:pt>
                <c:pt idx="1188">
                  <c:v>1.011950339208201</c:v>
                </c:pt>
                <c:pt idx="1189">
                  <c:v>1.010439434001082</c:v>
                </c:pt>
                <c:pt idx="1190">
                  <c:v>1.0102907208587009</c:v>
                </c:pt>
                <c:pt idx="1191">
                  <c:v>1.0114289161339154</c:v>
                </c:pt>
                <c:pt idx="1192">
                  <c:v>1.0123430384215832</c:v>
                </c:pt>
                <c:pt idx="1193">
                  <c:v>1.0115275417755663</c:v>
                </c:pt>
                <c:pt idx="1194">
                  <c:v>1.0101421855117079</c:v>
                </c:pt>
                <c:pt idx="1195">
                  <c:v>1.0091715750893422</c:v>
                </c:pt>
                <c:pt idx="1196">
                  <c:v>1.0082945612390815</c:v>
                </c:pt>
                <c:pt idx="1197">
                  <c:v>1.0081931670692463</c:v>
                </c:pt>
                <c:pt idx="1198">
                  <c:v>1.0090308119407383</c:v>
                </c:pt>
                <c:pt idx="1199">
                  <c:v>1.0096503526698517</c:v>
                </c:pt>
                <c:pt idx="1200">
                  <c:v>1.0108720863780793</c:v>
                </c:pt>
                <c:pt idx="1201">
                  <c:v>1.0112037763740409</c:v>
                </c:pt>
                <c:pt idx="1202">
                  <c:v>1.0100846052053409</c:v>
                </c:pt>
                <c:pt idx="1203">
                  <c:v>1.0081560332324979</c:v>
                </c:pt>
                <c:pt idx="1204">
                  <c:v>1.007624450421756</c:v>
                </c:pt>
                <c:pt idx="1205">
                  <c:v>1.0086840601354801</c:v>
                </c:pt>
                <c:pt idx="1206">
                  <c:v>1.0088141047621224</c:v>
                </c:pt>
                <c:pt idx="1207">
                  <c:v>1.0073961103448976</c:v>
                </c:pt>
                <c:pt idx="1208">
                  <c:v>1.00882139437303</c:v>
                </c:pt>
                <c:pt idx="1209">
                  <c:v>1.0115512647601921</c:v>
                </c:pt>
                <c:pt idx="1210">
                  <c:v>1.0125060005943445</c:v>
                </c:pt>
                <c:pt idx="1211">
                  <c:v>1.0116691939011102</c:v>
                </c:pt>
                <c:pt idx="1212">
                  <c:v>1.0121676305716629</c:v>
                </c:pt>
                <c:pt idx="1213">
                  <c:v>1.0136461262194858</c:v>
                </c:pt>
                <c:pt idx="1214">
                  <c:v>1.0143150940664598</c:v>
                </c:pt>
                <c:pt idx="1215">
                  <c:v>1.0142380578647789</c:v>
                </c:pt>
                <c:pt idx="1216">
                  <c:v>1.0138901122904871</c:v>
                </c:pt>
                <c:pt idx="1217">
                  <c:v>1.0136753608611393</c:v>
                </c:pt>
                <c:pt idx="1218">
                  <c:v>1.013867049688731</c:v>
                </c:pt>
                <c:pt idx="1219">
                  <c:v>1.0135821706784927</c:v>
                </c:pt>
                <c:pt idx="1220">
                  <c:v>1.013493653974616</c:v>
                </c:pt>
                <c:pt idx="1221">
                  <c:v>1.0130181275097725</c:v>
                </c:pt>
                <c:pt idx="1222">
                  <c:v>1.0116386638930586</c:v>
                </c:pt>
                <c:pt idx="1223">
                  <c:v>1.0119720302455355</c:v>
                </c:pt>
                <c:pt idx="1224">
                  <c:v>1.0138698690155978</c:v>
                </c:pt>
                <c:pt idx="1225">
                  <c:v>1.015182837157204</c:v>
                </c:pt>
                <c:pt idx="1226">
                  <c:v>1.0131777877681853</c:v>
                </c:pt>
                <c:pt idx="1227">
                  <c:v>1.0114125589582206</c:v>
                </c:pt>
                <c:pt idx="1228">
                  <c:v>1.0116457503092371</c:v>
                </c:pt>
                <c:pt idx="1229">
                  <c:v>1.0126758967872374</c:v>
                </c:pt>
                <c:pt idx="1230">
                  <c:v>1.0143734617524021</c:v>
                </c:pt>
                <c:pt idx="1231">
                  <c:v>1.0159873104891659</c:v>
                </c:pt>
                <c:pt idx="1232">
                  <c:v>1.0164212074338792</c:v>
                </c:pt>
                <c:pt idx="1233">
                  <c:v>1.0172083330158415</c:v>
                </c:pt>
                <c:pt idx="1234">
                  <c:v>1.0207405431903096</c:v>
                </c:pt>
                <c:pt idx="1235">
                  <c:v>1.0260345786630294</c:v>
                </c:pt>
                <c:pt idx="1236">
                  <c:v>1.0319795484505132</c:v>
                </c:pt>
                <c:pt idx="1237">
                  <c:v>1.0378277467482493</c:v>
                </c:pt>
                <c:pt idx="1238">
                  <c:v>1.0435009435855234</c:v>
                </c:pt>
                <c:pt idx="1239">
                  <c:v>1.047587189588302</c:v>
                </c:pt>
                <c:pt idx="1240">
                  <c:v>1.0499785375567359</c:v>
                </c:pt>
                <c:pt idx="1241">
                  <c:v>1.0518817101884377</c:v>
                </c:pt>
                <c:pt idx="1242">
                  <c:v>1.051515959676006</c:v>
                </c:pt>
                <c:pt idx="1243">
                  <c:v>1.0493755571980463</c:v>
                </c:pt>
                <c:pt idx="1244">
                  <c:v>1.0454716784646607</c:v>
                </c:pt>
                <c:pt idx="1245">
                  <c:v>1.0407687364589762</c:v>
                </c:pt>
                <c:pt idx="1246">
                  <c:v>1.0348473880587536</c:v>
                </c:pt>
                <c:pt idx="1247">
                  <c:v>1.0284856150831447</c:v>
                </c:pt>
                <c:pt idx="1248">
                  <c:v>1.0246264645895085</c:v>
                </c:pt>
                <c:pt idx="1249">
                  <c:v>1.0220266134296476</c:v>
                </c:pt>
                <c:pt idx="1250">
                  <c:v>1.0191707369110845</c:v>
                </c:pt>
                <c:pt idx="1251">
                  <c:v>1.0184582599927359</c:v>
                </c:pt>
                <c:pt idx="1252">
                  <c:v>1.0181069109067311</c:v>
                </c:pt>
                <c:pt idx="1253">
                  <c:v>1.0172733807285039</c:v>
                </c:pt>
                <c:pt idx="1254">
                  <c:v>1.0161293944035092</c:v>
                </c:pt>
                <c:pt idx="1255">
                  <c:v>1.0142351369405478</c:v>
                </c:pt>
                <c:pt idx="1256">
                  <c:v>1.0116999271038909</c:v>
                </c:pt>
                <c:pt idx="1257">
                  <c:v>1.010592998417621</c:v>
                </c:pt>
                <c:pt idx="1258">
                  <c:v>1.0105742029051767</c:v>
                </c:pt>
                <c:pt idx="1259">
                  <c:v>1.0117467126902728</c:v>
                </c:pt>
                <c:pt idx="1260">
                  <c:v>1.0128559781159276</c:v>
                </c:pt>
                <c:pt idx="1261">
                  <c:v>1.0115795342268821</c:v>
                </c:pt>
                <c:pt idx="1262">
                  <c:v>1.0104173619736303</c:v>
                </c:pt>
                <c:pt idx="1263">
                  <c:v>1.0108852432367905</c:v>
                </c:pt>
                <c:pt idx="1264">
                  <c:v>1.0128106148926497</c:v>
                </c:pt>
                <c:pt idx="1265">
                  <c:v>1.0140742067150779</c:v>
                </c:pt>
                <c:pt idx="1266">
                  <c:v>1.0129027129036272</c:v>
                </c:pt>
                <c:pt idx="1267">
                  <c:v>1.0124114896459586</c:v>
                </c:pt>
                <c:pt idx="1268">
                  <c:v>1.0126982482074416</c:v>
                </c:pt>
                <c:pt idx="1269">
                  <c:v>1.013517808748041</c:v>
                </c:pt>
                <c:pt idx="1270">
                  <c:v>1.0140740035203486</c:v>
                </c:pt>
                <c:pt idx="1271">
                  <c:v>1.0138091899896116</c:v>
                </c:pt>
                <c:pt idx="1272">
                  <c:v>1.012983660603844</c:v>
                </c:pt>
                <c:pt idx="1273">
                  <c:v>1.0113648335962164</c:v>
                </c:pt>
                <c:pt idx="1274">
                  <c:v>1.009861573590781</c:v>
                </c:pt>
                <c:pt idx="1275">
                  <c:v>1.0090732796391262</c:v>
                </c:pt>
                <c:pt idx="1276">
                  <c:v>1.0076648607735115</c:v>
                </c:pt>
                <c:pt idx="1277">
                  <c:v>1.0070788979733867</c:v>
                </c:pt>
                <c:pt idx="1278">
                  <c:v>1.0078843364803116</c:v>
                </c:pt>
                <c:pt idx="1279">
                  <c:v>1.0075907454960618</c:v>
                </c:pt>
                <c:pt idx="1280">
                  <c:v>1.0062796569056998</c:v>
                </c:pt>
                <c:pt idx="1281">
                  <c:v>1.0065917386103005</c:v>
                </c:pt>
                <c:pt idx="1282">
                  <c:v>1.0076367945015505</c:v>
                </c:pt>
                <c:pt idx="1283">
                  <c:v>1.0080273347709361</c:v>
                </c:pt>
                <c:pt idx="1284">
                  <c:v>1.0089143559616063</c:v>
                </c:pt>
                <c:pt idx="1285">
                  <c:v>1.0092712675033209</c:v>
                </c:pt>
                <c:pt idx="1286">
                  <c:v>1.0095895974458422</c:v>
                </c:pt>
                <c:pt idx="1287">
                  <c:v>1.010439408601741</c:v>
                </c:pt>
                <c:pt idx="1288">
                  <c:v>1.0104944489739935</c:v>
                </c:pt>
                <c:pt idx="1289">
                  <c:v>1.0109356101302731</c:v>
                </c:pt>
                <c:pt idx="1290">
                  <c:v>1.0114000878817204</c:v>
                </c:pt>
                <c:pt idx="1291">
                  <c:v>1.0110795481965198</c:v>
                </c:pt>
                <c:pt idx="1292">
                  <c:v>1.0108606566745659</c:v>
                </c:pt>
                <c:pt idx="1293">
                  <c:v>1.0105427331215029</c:v>
                </c:pt>
                <c:pt idx="1294">
                  <c:v>1.0106109557518077</c:v>
                </c:pt>
                <c:pt idx="1295">
                  <c:v>1.0113390024662761</c:v>
                </c:pt>
                <c:pt idx="1296">
                  <c:v>1.0106629482031235</c:v>
                </c:pt>
                <c:pt idx="1297">
                  <c:v>1.0100362194604673</c:v>
                </c:pt>
                <c:pt idx="1298">
                  <c:v>1.0095961758751979</c:v>
                </c:pt>
                <c:pt idx="1299">
                  <c:v>1.0079027002039567</c:v>
                </c:pt>
                <c:pt idx="1300">
                  <c:v>1.0072054374909516</c:v>
                </c:pt>
                <c:pt idx="1301">
                  <c:v>1.0083596851497671</c:v>
                </c:pt>
                <c:pt idx="1302">
                  <c:v>1.008484751505546</c:v>
                </c:pt>
                <c:pt idx="1303">
                  <c:v>1.0073393428174473</c:v>
                </c:pt>
                <c:pt idx="1304">
                  <c:v>1.0068265301198087</c:v>
                </c:pt>
                <c:pt idx="1305">
                  <c:v>1.0082840713111902</c:v>
                </c:pt>
                <c:pt idx="1306">
                  <c:v>1.0084744901717249</c:v>
                </c:pt>
                <c:pt idx="1307">
                  <c:v>1.0091279644206028</c:v>
                </c:pt>
                <c:pt idx="1308">
                  <c:v>1.0105449682635232</c:v>
                </c:pt>
                <c:pt idx="1309">
                  <c:v>1.0109304794633627</c:v>
                </c:pt>
                <c:pt idx="1310">
                  <c:v>1.0118246378688938</c:v>
                </c:pt>
                <c:pt idx="1311">
                  <c:v>1.0124505538326336</c:v>
                </c:pt>
                <c:pt idx="1312">
                  <c:v>1.0122336942579711</c:v>
                </c:pt>
                <c:pt idx="1313">
                  <c:v>1.0121178478630264</c:v>
                </c:pt>
                <c:pt idx="1314">
                  <c:v>1.010921716690669</c:v>
                </c:pt>
                <c:pt idx="1315">
                  <c:v>1.0085289717584727</c:v>
                </c:pt>
                <c:pt idx="1316">
                  <c:v>1.0081919225015303</c:v>
                </c:pt>
                <c:pt idx="1317">
                  <c:v>1.0098523028312645</c:v>
                </c:pt>
                <c:pt idx="1318">
                  <c:v>1.011131794641247</c:v>
                </c:pt>
                <c:pt idx="1319">
                  <c:v>1.0111762434882439</c:v>
                </c:pt>
                <c:pt idx="1320">
                  <c:v>1.0112201843484181</c:v>
                </c:pt>
                <c:pt idx="1321">
                  <c:v>1.0109068580761016</c:v>
                </c:pt>
                <c:pt idx="1322">
                  <c:v>1.0103174917642637</c:v>
                </c:pt>
                <c:pt idx="1323">
                  <c:v>1.0108701052294704</c:v>
                </c:pt>
                <c:pt idx="1324">
                  <c:v>1.0107755688817432</c:v>
                </c:pt>
                <c:pt idx="1325">
                  <c:v>1.0108149632598531</c:v>
                </c:pt>
                <c:pt idx="1326">
                  <c:v>1.0105450190622056</c:v>
                </c:pt>
                <c:pt idx="1327">
                  <c:v>1.0099182649202079</c:v>
                </c:pt>
                <c:pt idx="1328">
                  <c:v>1.0096089771431329</c:v>
                </c:pt>
                <c:pt idx="1329">
                  <c:v>1.0104331603638201</c:v>
                </c:pt>
                <c:pt idx="1330">
                  <c:v>1.0115292181320816</c:v>
                </c:pt>
                <c:pt idx="1331">
                  <c:v>1.0114601827228602</c:v>
                </c:pt>
                <c:pt idx="1332">
                  <c:v>1.00992565612848</c:v>
                </c:pt>
                <c:pt idx="1333">
                  <c:v>1.0095626233455504</c:v>
                </c:pt>
                <c:pt idx="1334">
                  <c:v>1.0098083111724081</c:v>
                </c:pt>
                <c:pt idx="1335">
                  <c:v>1.0088783142965272</c:v>
                </c:pt>
                <c:pt idx="1336">
                  <c:v>1.0093644830853088</c:v>
                </c:pt>
                <c:pt idx="1337">
                  <c:v>1.0114903571401357</c:v>
                </c:pt>
                <c:pt idx="1338">
                  <c:v>1.01160597494101</c:v>
                </c:pt>
                <c:pt idx="1339">
                  <c:v>1.0101215358473601</c:v>
                </c:pt>
                <c:pt idx="1340">
                  <c:v>1.0106765876493164</c:v>
                </c:pt>
                <c:pt idx="1341">
                  <c:v>1.0128664934431602</c:v>
                </c:pt>
                <c:pt idx="1342">
                  <c:v>1.0132175631364122</c:v>
                </c:pt>
                <c:pt idx="1343">
                  <c:v>1.012258712608995</c:v>
                </c:pt>
                <c:pt idx="1344">
                  <c:v>1.0106460576412648</c:v>
                </c:pt>
                <c:pt idx="1345">
                  <c:v>1.0099438928554194</c:v>
                </c:pt>
                <c:pt idx="1346">
                  <c:v>1.0100008381782577</c:v>
                </c:pt>
                <c:pt idx="1347">
                  <c:v>1.0112677319150341</c:v>
                </c:pt>
                <c:pt idx="1348">
                  <c:v>1.0116774486869811</c:v>
                </c:pt>
                <c:pt idx="1349">
                  <c:v>1.010819814534011</c:v>
                </c:pt>
                <c:pt idx="1350">
                  <c:v>1.010110537932646</c:v>
                </c:pt>
                <c:pt idx="1351">
                  <c:v>1.009659750426074</c:v>
                </c:pt>
                <c:pt idx="1352">
                  <c:v>1.0083086832727559</c:v>
                </c:pt>
                <c:pt idx="1353">
                  <c:v>1.0083267676036483</c:v>
                </c:pt>
                <c:pt idx="1354">
                  <c:v>1.0090202458148236</c:v>
                </c:pt>
                <c:pt idx="1355">
                  <c:v>1.009421403008806</c:v>
                </c:pt>
                <c:pt idx="1356">
                  <c:v>1.0097563949191157</c:v>
                </c:pt>
                <c:pt idx="1357">
                  <c:v>1.0095047636464309</c:v>
                </c:pt>
                <c:pt idx="1358">
                  <c:v>1.0089579412310046</c:v>
                </c:pt>
                <c:pt idx="1359">
                  <c:v>1.0086332360538568</c:v>
                </c:pt>
                <c:pt idx="1360">
                  <c:v>1.0091795504824606</c:v>
                </c:pt>
                <c:pt idx="1361">
                  <c:v>1.0097691453883686</c:v>
                </c:pt>
                <c:pt idx="1362">
                  <c:v>1.0092684989751366</c:v>
                </c:pt>
                <c:pt idx="1363">
                  <c:v>1.0086122561980742</c:v>
                </c:pt>
                <c:pt idx="1364">
                  <c:v>1.0091064003799741</c:v>
                </c:pt>
                <c:pt idx="1365">
                  <c:v>1.0088941888847403</c:v>
                </c:pt>
                <c:pt idx="1366">
                  <c:v>1.0099098831376314</c:v>
                </c:pt>
                <c:pt idx="1367">
                  <c:v>1.0115270337887434</c:v>
                </c:pt>
                <c:pt idx="1368">
                  <c:v>1.0117753377477388</c:v>
                </c:pt>
                <c:pt idx="1369">
                  <c:v>1.0113571883945331</c:v>
                </c:pt>
                <c:pt idx="1370">
                  <c:v>1.0116006664787116</c:v>
                </c:pt>
                <c:pt idx="1371">
                  <c:v>1.0111753037126217</c:v>
                </c:pt>
                <c:pt idx="1372">
                  <c:v>1.0103824378795614</c:v>
                </c:pt>
                <c:pt idx="1373">
                  <c:v>1.0091382003550828</c:v>
                </c:pt>
                <c:pt idx="1374">
                  <c:v>1.0092948634912411</c:v>
                </c:pt>
                <c:pt idx="1375">
                  <c:v>1.0109528308835669</c:v>
                </c:pt>
                <c:pt idx="1376">
                  <c:v>1.0110838914838549</c:v>
                </c:pt>
                <c:pt idx="1377">
                  <c:v>1.0102169611720273</c:v>
                </c:pt>
                <c:pt idx="1378">
                  <c:v>1.0095535049820807</c:v>
                </c:pt>
                <c:pt idx="1379">
                  <c:v>1.0081165626563646</c:v>
                </c:pt>
                <c:pt idx="1380">
                  <c:v>1.0078128627343406</c:v>
                </c:pt>
                <c:pt idx="1381">
                  <c:v>1.0085162212892198</c:v>
                </c:pt>
                <c:pt idx="1382">
                  <c:v>1.0089810038327607</c:v>
                </c:pt>
                <c:pt idx="1383">
                  <c:v>1.0085440589671104</c:v>
                </c:pt>
                <c:pt idx="1384">
                  <c:v>1.0071042973145277</c:v>
                </c:pt>
                <c:pt idx="1385">
                  <c:v>1.0064342118965435</c:v>
                </c:pt>
                <c:pt idx="1386">
                  <c:v>1.0067853069891366</c:v>
                </c:pt>
                <c:pt idx="1387">
                  <c:v>1.0092557231065427</c:v>
                </c:pt>
                <c:pt idx="1388">
                  <c:v>1.0105849976251615</c:v>
                </c:pt>
                <c:pt idx="1389">
                  <c:v>1.0110809451602825</c:v>
                </c:pt>
                <c:pt idx="1390">
                  <c:v>1.0126595396115425</c:v>
                </c:pt>
                <c:pt idx="1391">
                  <c:v>1.012303009059945</c:v>
                </c:pt>
                <c:pt idx="1392">
                  <c:v>1.0110480022148225</c:v>
                </c:pt>
                <c:pt idx="1393">
                  <c:v>1.0106138766760391</c:v>
                </c:pt>
                <c:pt idx="1394">
                  <c:v>1.01113809367785</c:v>
                </c:pt>
                <c:pt idx="1395">
                  <c:v>1.0107821219117576</c:v>
                </c:pt>
                <c:pt idx="1396">
                  <c:v>1.0101465541983841</c:v>
                </c:pt>
                <c:pt idx="1397">
                  <c:v>1.0111150056767528</c:v>
                </c:pt>
                <c:pt idx="1398">
                  <c:v>1.0117172240552079</c:v>
                </c:pt>
                <c:pt idx="1399">
                  <c:v>1.0105441300852656</c:v>
                </c:pt>
                <c:pt idx="1400">
                  <c:v>1.0099545351793575</c:v>
                </c:pt>
                <c:pt idx="1401">
                  <c:v>1.0088884232343014</c:v>
                </c:pt>
                <c:pt idx="1402">
                  <c:v>1.0081005610714457</c:v>
                </c:pt>
                <c:pt idx="1403">
                  <c:v>1.0085993533327746</c:v>
                </c:pt>
                <c:pt idx="1404">
                  <c:v>1.0096782919451068</c:v>
                </c:pt>
                <c:pt idx="1405">
                  <c:v>1.009856696917282</c:v>
                </c:pt>
                <c:pt idx="1406">
                  <c:v>1.0095242449410862</c:v>
                </c:pt>
                <c:pt idx="1407">
                  <c:v>1.0085511199839476</c:v>
                </c:pt>
                <c:pt idx="1408">
                  <c:v>1.0071794539649641</c:v>
                </c:pt>
                <c:pt idx="1409">
                  <c:v>1.0072705614016373</c:v>
                </c:pt>
                <c:pt idx="1410">
                  <c:v>1.0085261016329237</c:v>
                </c:pt>
                <c:pt idx="1411">
                  <c:v>1.0089142035655596</c:v>
                </c:pt>
                <c:pt idx="1412">
                  <c:v>1.0093403283118836</c:v>
                </c:pt>
                <c:pt idx="1413">
                  <c:v>1.0095473583415246</c:v>
                </c:pt>
                <c:pt idx="1414">
                  <c:v>1.0088782380985037</c:v>
                </c:pt>
                <c:pt idx="1415">
                  <c:v>1.0096346558770266</c:v>
                </c:pt>
                <c:pt idx="1416">
                  <c:v>1.0102129226767858</c:v>
                </c:pt>
                <c:pt idx="1417">
                  <c:v>1.0108909580885472</c:v>
                </c:pt>
                <c:pt idx="1418">
                  <c:v>1.0122361071953794</c:v>
                </c:pt>
                <c:pt idx="1419">
                  <c:v>1.0114771494827424</c:v>
                </c:pt>
                <c:pt idx="1420">
                  <c:v>1.009069114147179</c:v>
                </c:pt>
                <c:pt idx="1421">
                  <c:v>1.0092441664063234</c:v>
                </c:pt>
                <c:pt idx="1422">
                  <c:v>1.0094662328459201</c:v>
                </c:pt>
                <c:pt idx="1423">
                  <c:v>1.0092920695637155</c:v>
                </c:pt>
                <c:pt idx="1424">
                  <c:v>1.0091798552745541</c:v>
                </c:pt>
                <c:pt idx="1425">
                  <c:v>1.0101342609172719</c:v>
                </c:pt>
                <c:pt idx="1426">
                  <c:v>1.0106458290471945</c:v>
                </c:pt>
                <c:pt idx="1427">
                  <c:v>1.0088979733865704</c:v>
                </c:pt>
                <c:pt idx="1428">
                  <c:v>1.0075330889916716</c:v>
                </c:pt>
                <c:pt idx="1429">
                  <c:v>1.0066573451084679</c:v>
                </c:pt>
                <c:pt idx="1430">
                  <c:v>1.0078977727317753</c:v>
                </c:pt>
                <c:pt idx="1431">
                  <c:v>1.0094625499414545</c:v>
                </c:pt>
                <c:pt idx="1432">
                  <c:v>1.0097847405838292</c:v>
                </c:pt>
                <c:pt idx="1433">
                  <c:v>1.0101139668437</c:v>
                </c:pt>
                <c:pt idx="1434">
                  <c:v>1.0098409493257745</c:v>
                </c:pt>
                <c:pt idx="1435">
                  <c:v>1.0086613023258177</c:v>
                </c:pt>
                <c:pt idx="1436">
                  <c:v>1.006966277294767</c:v>
                </c:pt>
                <c:pt idx="1437">
                  <c:v>1.0069028043412553</c:v>
                </c:pt>
                <c:pt idx="1438">
                  <c:v>1.006922361833934</c:v>
                </c:pt>
                <c:pt idx="1439">
                  <c:v>1.0064369550253867</c:v>
                </c:pt>
                <c:pt idx="1440">
                  <c:v>1.005935292638509</c:v>
                </c:pt>
                <c:pt idx="1441">
                  <c:v>1.0067795667380388</c:v>
                </c:pt>
                <c:pt idx="1442">
                  <c:v>1.007993299653807</c:v>
                </c:pt>
                <c:pt idx="1443">
                  <c:v>1.0103429927027694</c:v>
                </c:pt>
                <c:pt idx="1444">
                  <c:v>1.010305858866021</c:v>
                </c:pt>
                <c:pt idx="1445">
                  <c:v>1.0093825928155424</c:v>
                </c:pt>
                <c:pt idx="1446">
                  <c:v>1.0094756814008246</c:v>
                </c:pt>
                <c:pt idx="1447">
                  <c:v>1.008381604781172</c:v>
                </c:pt>
                <c:pt idx="1448">
                  <c:v>1.0073462260388966</c:v>
                </c:pt>
                <c:pt idx="1449">
                  <c:v>1.0069835234474018</c:v>
                </c:pt>
                <c:pt idx="1450">
                  <c:v>1.0054135647721298</c:v>
                </c:pt>
                <c:pt idx="1451">
                  <c:v>1.0051218279397833</c:v>
                </c:pt>
                <c:pt idx="1452">
                  <c:v>1.0065624785693059</c:v>
                </c:pt>
                <c:pt idx="1453">
                  <c:v>1.0077041789535979</c:v>
                </c:pt>
                <c:pt idx="1454">
                  <c:v>1.0076301144748305</c:v>
                </c:pt>
                <c:pt idx="1455">
                  <c:v>1.0079952300037338</c:v>
                </c:pt>
                <c:pt idx="1456">
                  <c:v>1.0097845373891001</c:v>
                </c:pt>
                <c:pt idx="1457">
                  <c:v>1.0104751708740676</c:v>
                </c:pt>
                <c:pt idx="1458">
                  <c:v>1.0108723403714908</c:v>
                </c:pt>
                <c:pt idx="1459">
                  <c:v>1.0105908648729651</c:v>
                </c:pt>
                <c:pt idx="1460">
                  <c:v>1.0102342835226854</c:v>
                </c:pt>
                <c:pt idx="1461">
                  <c:v>1.0109154938520895</c:v>
                </c:pt>
                <c:pt idx="1462">
                  <c:v>1.0119355821909979</c:v>
                </c:pt>
                <c:pt idx="1463">
                  <c:v>1.0128698207568496</c:v>
                </c:pt>
                <c:pt idx="1464">
                  <c:v>1.0117900439662595</c:v>
                </c:pt>
                <c:pt idx="1465">
                  <c:v>1.0122966846240009</c:v>
                </c:pt>
                <c:pt idx="1466">
                  <c:v>1.0135774464010403</c:v>
                </c:pt>
                <c:pt idx="1467">
                  <c:v>1.0133744548666408</c:v>
                </c:pt>
                <c:pt idx="1468">
                  <c:v>1.013225995717671</c:v>
                </c:pt>
                <c:pt idx="1469">
                  <c:v>1.0125826558059083</c:v>
                </c:pt>
                <c:pt idx="1470">
                  <c:v>1.0125301045690875</c:v>
                </c:pt>
                <c:pt idx="1471">
                  <c:v>1.0121763425456745</c:v>
                </c:pt>
                <c:pt idx="1472">
                  <c:v>1.0113655193784272</c:v>
                </c:pt>
                <c:pt idx="1473">
                  <c:v>1.0116473758670701</c:v>
                </c:pt>
                <c:pt idx="1474">
                  <c:v>1.0115646756123147</c:v>
                </c:pt>
                <c:pt idx="1475">
                  <c:v>1.0123569064618463</c:v>
                </c:pt>
                <c:pt idx="1476">
                  <c:v>1.0125586026298479</c:v>
                </c:pt>
                <c:pt idx="1477">
                  <c:v>1.0113724533985589</c:v>
                </c:pt>
                <c:pt idx="1478">
                  <c:v>1.0103521364655801</c:v>
                </c:pt>
                <c:pt idx="1479">
                  <c:v>1.0104669668868789</c:v>
                </c:pt>
                <c:pt idx="1480">
                  <c:v>1.0112748945292358</c:v>
                </c:pt>
                <c:pt idx="1481">
                  <c:v>1.0121992019527013</c:v>
                </c:pt>
                <c:pt idx="1482">
                  <c:v>1.0129502858695845</c:v>
                </c:pt>
                <c:pt idx="1483">
                  <c:v>1.01209544564414</c:v>
                </c:pt>
                <c:pt idx="1484">
                  <c:v>1.0116415340186076</c:v>
                </c:pt>
                <c:pt idx="1485">
                  <c:v>1.0128556733238341</c:v>
                </c:pt>
                <c:pt idx="1486">
                  <c:v>1.0141522842897455</c:v>
                </c:pt>
                <c:pt idx="1487">
                  <c:v>1.0138577789292145</c:v>
                </c:pt>
                <c:pt idx="1488">
                  <c:v>1.0133092039592493</c:v>
                </c:pt>
                <c:pt idx="1489">
                  <c:v>1.0134493067249835</c:v>
                </c:pt>
                <c:pt idx="1490">
                  <c:v>1.0120122882012441</c:v>
                </c:pt>
                <c:pt idx="1491">
                  <c:v>1.010109267965589</c:v>
                </c:pt>
                <c:pt idx="1492">
                  <c:v>1.010207182425688</c:v>
                </c:pt>
                <c:pt idx="1493">
                  <c:v>1.010145284231327</c:v>
                </c:pt>
                <c:pt idx="1494">
                  <c:v>1.0100157729908485</c:v>
                </c:pt>
                <c:pt idx="1495">
                  <c:v>1.0102691314187311</c:v>
                </c:pt>
                <c:pt idx="1496">
                  <c:v>1.0094805072756412</c:v>
                </c:pt>
                <c:pt idx="1497">
                  <c:v>1.00768797417395</c:v>
                </c:pt>
                <c:pt idx="1498">
                  <c:v>1.0076622954400563</c:v>
                </c:pt>
                <c:pt idx="1499">
                  <c:v>1.0092236691380225</c:v>
                </c:pt>
                <c:pt idx="1500">
                  <c:v>1.0097939097459812</c:v>
                </c:pt>
                <c:pt idx="1501">
                  <c:v>1.0087336396493876</c:v>
                </c:pt>
                <c:pt idx="1502">
                  <c:v>1.0071977922892681</c:v>
                </c:pt>
                <c:pt idx="1503">
                  <c:v>1.0060007721399706</c:v>
                </c:pt>
                <c:pt idx="1504">
                  <c:v>1.0058392831289957</c:v>
                </c:pt>
                <c:pt idx="1505">
                  <c:v>1.0069236572003322</c:v>
                </c:pt>
                <c:pt idx="1506">
                  <c:v>1.008896297030055</c:v>
                </c:pt>
                <c:pt idx="1507">
                  <c:v>1.0099996952079062</c:v>
                </c:pt>
                <c:pt idx="1508">
                  <c:v>1.0096205592426932</c:v>
                </c:pt>
                <c:pt idx="1509">
                  <c:v>1.0105455778477106</c:v>
                </c:pt>
                <c:pt idx="1510">
                  <c:v>1.0124143343721663</c:v>
                </c:pt>
                <c:pt idx="1511">
                  <c:v>1.0133341461122498</c:v>
                </c:pt>
                <c:pt idx="1512">
                  <c:v>1.0124581228362937</c:v>
                </c:pt>
                <c:pt idx="1513">
                  <c:v>1.0116493062169967</c:v>
                </c:pt>
                <c:pt idx="1514">
                  <c:v>1.011693094681124</c:v>
                </c:pt>
                <c:pt idx="1515">
                  <c:v>1.0123405492861515</c:v>
                </c:pt>
                <c:pt idx="1516">
                  <c:v>1.0126676928000489</c:v>
                </c:pt>
                <c:pt idx="1517">
                  <c:v>1.0127860791291075</c:v>
                </c:pt>
                <c:pt idx="1518">
                  <c:v>1.0121687989413555</c:v>
                </c:pt>
                <c:pt idx="1519">
                  <c:v>1.0116035366042604</c:v>
                </c:pt>
                <c:pt idx="1520">
                  <c:v>1.0117926854977382</c:v>
                </c:pt>
                <c:pt idx="1521">
                  <c:v>1.0115668091569705</c:v>
                </c:pt>
                <c:pt idx="1522">
                  <c:v>1.0114526137192001</c:v>
                </c:pt>
                <c:pt idx="1523">
                  <c:v>1.0128664680438189</c:v>
                </c:pt>
                <c:pt idx="1524">
                  <c:v>1.0141905864961862</c:v>
                </c:pt>
                <c:pt idx="1525">
                  <c:v>1.0133465409907267</c:v>
                </c:pt>
                <c:pt idx="1526">
                  <c:v>1.0133701623779878</c:v>
                </c:pt>
                <c:pt idx="1527">
                  <c:v>1.013974514301099</c:v>
                </c:pt>
                <c:pt idx="1528">
                  <c:v>1.0132803757070541</c:v>
                </c:pt>
                <c:pt idx="1529">
                  <c:v>1.0123095620899594</c:v>
                </c:pt>
                <c:pt idx="1530">
                  <c:v>1.0116020380431332</c:v>
                </c:pt>
                <c:pt idx="1531">
                  <c:v>1.0102774878019665</c:v>
                </c:pt>
                <c:pt idx="1532">
                  <c:v>1.0085476910728937</c:v>
                </c:pt>
                <c:pt idx="1533">
                  <c:v>1.0069560667596282</c:v>
                </c:pt>
                <c:pt idx="1534">
                  <c:v>1.0070886513203847</c:v>
                </c:pt>
                <c:pt idx="1535">
                  <c:v>1.0068369692490178</c:v>
                </c:pt>
                <c:pt idx="1536">
                  <c:v>1.0073237984206689</c:v>
                </c:pt>
                <c:pt idx="1537">
                  <c:v>1.0085981849630821</c:v>
                </c:pt>
                <c:pt idx="1538">
                  <c:v>1.0090719334740457</c:v>
                </c:pt>
                <c:pt idx="1539">
                  <c:v>1.0095429642555072</c:v>
                </c:pt>
                <c:pt idx="1540">
                  <c:v>1.0101255997419427</c:v>
                </c:pt>
                <c:pt idx="1541">
                  <c:v>1.009257780453175</c:v>
                </c:pt>
                <c:pt idx="1542">
                  <c:v>1.0085172118635242</c:v>
                </c:pt>
                <c:pt idx="1543">
                  <c:v>1.0081750319396714</c:v>
                </c:pt>
                <c:pt idx="1544">
                  <c:v>1.0073940275989242</c:v>
                </c:pt>
                <c:pt idx="1545">
                  <c:v>1.0060428334489004</c:v>
                </c:pt>
                <c:pt idx="1546">
                  <c:v>1.0051239106857568</c:v>
                </c:pt>
                <c:pt idx="1547">
                  <c:v>1.0056382473438639</c:v>
                </c:pt>
                <c:pt idx="1548">
                  <c:v>1.0081541028825711</c:v>
                </c:pt>
                <c:pt idx="1549">
                  <c:v>1.0095689985801768</c:v>
                </c:pt>
                <c:pt idx="1550">
                  <c:v>1.0107275895263277</c:v>
                </c:pt>
                <c:pt idx="1551">
                  <c:v>1.0115610689058725</c:v>
                </c:pt>
                <c:pt idx="1552">
                  <c:v>1.01145817617491</c:v>
                </c:pt>
                <c:pt idx="1553">
                  <c:v>1.0132275450774806</c:v>
                </c:pt>
                <c:pt idx="1554">
                  <c:v>1.014162825016319</c:v>
                </c:pt>
                <c:pt idx="1555">
                  <c:v>1.013327135894095</c:v>
                </c:pt>
                <c:pt idx="1556">
                  <c:v>1.0137134090741686</c:v>
                </c:pt>
                <c:pt idx="1557">
                  <c:v>1.0136496567279045</c:v>
                </c:pt>
                <c:pt idx="1558">
                  <c:v>1.0118055883630379</c:v>
                </c:pt>
                <c:pt idx="1559">
                  <c:v>1.0094924957646598</c:v>
                </c:pt>
                <c:pt idx="1560">
                  <c:v>1.0082142739217346</c:v>
                </c:pt>
                <c:pt idx="1561">
                  <c:v>1.0083353017822718</c:v>
                </c:pt>
                <c:pt idx="1562">
                  <c:v>1.0090148103558194</c:v>
                </c:pt>
                <c:pt idx="1563">
                  <c:v>1.00827538473652</c:v>
                </c:pt>
                <c:pt idx="1564">
                  <c:v>1.0080541818745221</c:v>
                </c:pt>
                <c:pt idx="1565">
                  <c:v>1.0078079098628181</c:v>
                </c:pt>
                <c:pt idx="1566">
                  <c:v>1.0069969089001831</c:v>
                </c:pt>
                <c:pt idx="1567">
                  <c:v>1.0078899751340451</c:v>
                </c:pt>
                <c:pt idx="1568">
                  <c:v>1.0096552039440096</c:v>
                </c:pt>
                <c:pt idx="1569">
                  <c:v>1.0098496866991271</c:v>
                </c:pt>
                <c:pt idx="1570">
                  <c:v>1.0102276796939886</c:v>
                </c:pt>
                <c:pt idx="1571">
                  <c:v>1.009345636774182</c:v>
                </c:pt>
                <c:pt idx="1572">
                  <c:v>1.0103711859714359</c:v>
                </c:pt>
                <c:pt idx="1573">
                  <c:v>1.0107682030728122</c:v>
                </c:pt>
                <c:pt idx="1574">
                  <c:v>1.0107032061588321</c:v>
                </c:pt>
                <c:pt idx="1575">
                  <c:v>1.0101356832803756</c:v>
                </c:pt>
                <c:pt idx="1576">
                  <c:v>1.0098395523620118</c:v>
                </c:pt>
                <c:pt idx="1577">
                  <c:v>1.0093152083634951</c:v>
                </c:pt>
                <c:pt idx="1578">
                  <c:v>1.0094206410285718</c:v>
                </c:pt>
                <c:pt idx="1579">
                  <c:v>1.0091678921848768</c:v>
                </c:pt>
                <c:pt idx="1580">
                  <c:v>1.0096147681929131</c:v>
                </c:pt>
                <c:pt idx="1581">
                  <c:v>1.0108534686610229</c:v>
                </c:pt>
                <c:pt idx="1582">
                  <c:v>1.012075278567274</c:v>
                </c:pt>
                <c:pt idx="1583">
                  <c:v>1.0127861045284485</c:v>
                </c:pt>
                <c:pt idx="1584">
                  <c:v>1.0127025914947767</c:v>
                </c:pt>
                <c:pt idx="1585">
                  <c:v>1.0110551902283655</c:v>
                </c:pt>
                <c:pt idx="1586">
                  <c:v>1.0102527742430361</c:v>
                </c:pt>
                <c:pt idx="1587">
                  <c:v>1.0104363098821216</c:v>
                </c:pt>
                <c:pt idx="1588">
                  <c:v>1.0122360055980149</c:v>
                </c:pt>
                <c:pt idx="1589">
                  <c:v>1.0122683135599462</c:v>
                </c:pt>
                <c:pt idx="1590">
                  <c:v>1.0112643030039801</c:v>
                </c:pt>
                <c:pt idx="1591">
                  <c:v>1.0123086223143372</c:v>
                </c:pt>
                <c:pt idx="1592">
                  <c:v>1.0123037710401792</c:v>
                </c:pt>
                <c:pt idx="1593">
                  <c:v>1.0109399534176085</c:v>
                </c:pt>
                <c:pt idx="1594">
                  <c:v>1.0092174970981254</c:v>
                </c:pt>
                <c:pt idx="1595">
                  <c:v>1.008133707211635</c:v>
                </c:pt>
                <c:pt idx="1596">
                  <c:v>1.0072231154323856</c:v>
                </c:pt>
                <c:pt idx="1597">
                  <c:v>1.0062902738302968</c:v>
                </c:pt>
                <c:pt idx="1598">
                  <c:v>1.0059840339741588</c:v>
                </c:pt>
                <c:pt idx="1599">
                  <c:v>1.0084218627368806</c:v>
                </c:pt>
                <c:pt idx="1600">
                  <c:v>1.0115655645892545</c:v>
                </c:pt>
                <c:pt idx="1601">
                  <c:v>1.0110317720358335</c:v>
                </c:pt>
                <c:pt idx="1602">
                  <c:v>1.0106241126105189</c:v>
                </c:pt>
                <c:pt idx="1603">
                  <c:v>1.010558048924211</c:v>
                </c:pt>
                <c:pt idx="1604">
                  <c:v>1.0110701758396388</c:v>
                </c:pt>
                <c:pt idx="1605">
                  <c:v>1.0117107218238759</c:v>
                </c:pt>
                <c:pt idx="1606">
                  <c:v>1.0126187482696698</c:v>
                </c:pt>
                <c:pt idx="1607">
                  <c:v>1.0132026029244801</c:v>
                </c:pt>
                <c:pt idx="1608">
                  <c:v>1.0126721376847485</c:v>
                </c:pt>
                <c:pt idx="1609">
                  <c:v>1.0123380093520373</c:v>
                </c:pt>
                <c:pt idx="1610">
                  <c:v>1.0123686663567948</c:v>
                </c:pt>
                <c:pt idx="1611">
                  <c:v>1.0133788743519994</c:v>
                </c:pt>
                <c:pt idx="1612">
                  <c:v>1.0134482399526556</c:v>
                </c:pt>
                <c:pt idx="1613">
                  <c:v>1.0123809088392246</c:v>
                </c:pt>
                <c:pt idx="1614">
                  <c:v>1.01219048997869</c:v>
                </c:pt>
                <c:pt idx="1615">
                  <c:v>1.0126602761924355</c:v>
                </c:pt>
                <c:pt idx="1616">
                  <c:v>1.0125577898509313</c:v>
                </c:pt>
                <c:pt idx="1617">
                  <c:v>1.0126097315035647</c:v>
                </c:pt>
                <c:pt idx="1618">
                  <c:v>1.0141072512579024</c:v>
                </c:pt>
                <c:pt idx="1619">
                  <c:v>1.0148187122026056</c:v>
                </c:pt>
                <c:pt idx="1620">
                  <c:v>1.0149908689368599</c:v>
                </c:pt>
                <c:pt idx="1621">
                  <c:v>1.0145813553596419</c:v>
                </c:pt>
                <c:pt idx="1622">
                  <c:v>1.0144069380840262</c:v>
                </c:pt>
                <c:pt idx="1623">
                  <c:v>1.0144025693973497</c:v>
                </c:pt>
                <c:pt idx="1624">
                  <c:v>1.0145722369961723</c:v>
                </c:pt>
                <c:pt idx="1625">
                  <c:v>1.0151415632278498</c:v>
                </c:pt>
                <c:pt idx="1626">
                  <c:v>1.0154454155459207</c:v>
                </c:pt>
                <c:pt idx="1627">
                  <c:v>1.0162368590158772</c:v>
                </c:pt>
                <c:pt idx="1628">
                  <c:v>1.0179935282478771</c:v>
                </c:pt>
                <c:pt idx="1629">
                  <c:v>1.0180112569879938</c:v>
                </c:pt>
                <c:pt idx="1630">
                  <c:v>1.0172122699137185</c:v>
                </c:pt>
                <c:pt idx="1631">
                  <c:v>1.0164514580491781</c:v>
                </c:pt>
                <c:pt idx="1632">
                  <c:v>1.0163965954723135</c:v>
                </c:pt>
                <c:pt idx="1633">
                  <c:v>1.0149586371729518</c:v>
                </c:pt>
                <c:pt idx="1634">
                  <c:v>1.0140894971184446</c:v>
                </c:pt>
                <c:pt idx="1635">
                  <c:v>1.0142509353307376</c:v>
                </c:pt>
                <c:pt idx="1636">
                  <c:v>1.0152347788098377</c:v>
                </c:pt>
                <c:pt idx="1637">
                  <c:v>1.0149656473911066</c:v>
                </c:pt>
                <c:pt idx="1638">
                  <c:v>1.014981547378661</c:v>
                </c:pt>
                <c:pt idx="1639">
                  <c:v>1.0157593006037424</c:v>
                </c:pt>
                <c:pt idx="1640">
                  <c:v>1.0177218822943732</c:v>
                </c:pt>
                <c:pt idx="1641">
                  <c:v>1.0195566037016999</c:v>
                </c:pt>
                <c:pt idx="1642">
                  <c:v>1.0212249086258702</c:v>
                </c:pt>
                <c:pt idx="1643">
                  <c:v>1.0214298305101965</c:v>
                </c:pt>
                <c:pt idx="1644">
                  <c:v>1.0203478693762684</c:v>
                </c:pt>
                <c:pt idx="1645">
                  <c:v>1.0191264912588167</c:v>
                </c:pt>
                <c:pt idx="1646">
                  <c:v>1.0173442194909463</c:v>
                </c:pt>
                <c:pt idx="1647">
                  <c:v>1.015416663491749</c:v>
                </c:pt>
                <c:pt idx="1648">
                  <c:v>1.0169209902695124</c:v>
                </c:pt>
                <c:pt idx="1649">
                  <c:v>1.0177524885004483</c:v>
                </c:pt>
                <c:pt idx="1650">
                  <c:v>1.0179383354795777</c:v>
                </c:pt>
                <c:pt idx="1651">
                  <c:v>1.0167836560319625</c:v>
                </c:pt>
                <c:pt idx="1652">
                  <c:v>1.0165139658277265</c:v>
                </c:pt>
                <c:pt idx="1653">
                  <c:v>1.0176854342398358</c:v>
                </c:pt>
                <c:pt idx="1654">
                  <c:v>1.0195052462339127</c:v>
                </c:pt>
                <c:pt idx="1655">
                  <c:v>1.0202081222013102</c:v>
                </c:pt>
                <c:pt idx="1656">
                  <c:v>1.0202215584527736</c:v>
                </c:pt>
                <c:pt idx="1657">
                  <c:v>1.0198631229505906</c:v>
                </c:pt>
                <c:pt idx="1658">
                  <c:v>1.0218797290398287</c:v>
                </c:pt>
                <c:pt idx="1659">
                  <c:v>1.0224950280789715</c:v>
                </c:pt>
                <c:pt idx="1660">
                  <c:v>1.0214322688469462</c:v>
                </c:pt>
                <c:pt idx="1661">
                  <c:v>1.0208679462854733</c:v>
                </c:pt>
                <c:pt idx="1662">
                  <c:v>1.0221867308762012</c:v>
                </c:pt>
                <c:pt idx="1663">
                  <c:v>1.0229440376316639</c:v>
                </c:pt>
                <c:pt idx="1664">
                  <c:v>1.0239426127286257</c:v>
                </c:pt>
                <c:pt idx="1665">
                  <c:v>1.02491296915758</c:v>
                </c:pt>
                <c:pt idx="1666">
                  <c:v>1.0250337684240471</c:v>
                </c:pt>
                <c:pt idx="1667">
                  <c:v>1.0256337770598232</c:v>
                </c:pt>
                <c:pt idx="1668">
                  <c:v>1.0262989858043083</c:v>
                </c:pt>
                <c:pt idx="1669">
                  <c:v>1.0244023916019618</c:v>
                </c:pt>
                <c:pt idx="1670">
                  <c:v>1.0241666857161724</c:v>
                </c:pt>
                <c:pt idx="1671">
                  <c:v>1.0253067859419727</c:v>
                </c:pt>
                <c:pt idx="1672">
                  <c:v>1.0240713111901878</c:v>
                </c:pt>
                <c:pt idx="1673">
                  <c:v>1.0221900073912082</c:v>
                </c:pt>
                <c:pt idx="1674">
                  <c:v>1.0222000909296414</c:v>
                </c:pt>
                <c:pt idx="1675">
                  <c:v>1.0214619098780577</c:v>
                </c:pt>
                <c:pt idx="1676">
                  <c:v>1.0205115681299226</c:v>
                </c:pt>
                <c:pt idx="1677">
                  <c:v>1.0209551676229518</c:v>
                </c:pt>
                <c:pt idx="1678">
                  <c:v>1.0224766643553267</c:v>
                </c:pt>
                <c:pt idx="1679">
                  <c:v>1.0235311942008225</c:v>
                </c:pt>
                <c:pt idx="1680">
                  <c:v>1.0265832044316769</c:v>
                </c:pt>
                <c:pt idx="1681">
                  <c:v>1.0307573321548038</c:v>
                </c:pt>
                <c:pt idx="1682">
                  <c:v>1.0337981412762154</c:v>
                </c:pt>
                <c:pt idx="1683">
                  <c:v>1.0350074039079427</c:v>
                </c:pt>
                <c:pt idx="1684">
                  <c:v>1.0377479928170663</c:v>
                </c:pt>
                <c:pt idx="1685">
                  <c:v>1.0422553598959643</c:v>
                </c:pt>
                <c:pt idx="1686">
                  <c:v>1.0464112000934696</c:v>
                </c:pt>
                <c:pt idx="1687">
                  <c:v>1.0476763412757073</c:v>
                </c:pt>
                <c:pt idx="1688">
                  <c:v>1.049060097381074</c:v>
                </c:pt>
                <c:pt idx="1689">
                  <c:v>1.0510536916672382</c:v>
                </c:pt>
                <c:pt idx="1690">
                  <c:v>1.0537071608362478</c:v>
                </c:pt>
                <c:pt idx="1691">
                  <c:v>1.0563304047892998</c:v>
                </c:pt>
                <c:pt idx="1692">
                  <c:v>1.0602246317730517</c:v>
                </c:pt>
                <c:pt idx="1693">
                  <c:v>1.0662684049975744</c:v>
                </c:pt>
                <c:pt idx="1694">
                  <c:v>1.0746959063881882</c:v>
                </c:pt>
                <c:pt idx="1695">
                  <c:v>1.0853753133643713</c:v>
                </c:pt>
                <c:pt idx="1696">
                  <c:v>1.0987300329429455</c:v>
                </c:pt>
                <c:pt idx="1697">
                  <c:v>1.1174102323785722</c:v>
                </c:pt>
                <c:pt idx="1698">
                  <c:v>1.1456355042150206</c:v>
                </c:pt>
                <c:pt idx="1699">
                  <c:v>1.1809393184340797</c:v>
                </c:pt>
                <c:pt idx="1700">
                  <c:v>1.2255946620744658</c:v>
                </c:pt>
                <c:pt idx="1701">
                  <c:v>1.276860438240232</c:v>
                </c:pt>
                <c:pt idx="1702">
                  <c:v>1.3215200997686121</c:v>
                </c:pt>
                <c:pt idx="1703">
                  <c:v>1.3376664609320035</c:v>
                </c:pt>
                <c:pt idx="1704">
                  <c:v>1.3201612350175638</c:v>
                </c:pt>
                <c:pt idx="1705">
                  <c:v>1.2856562300773917</c:v>
                </c:pt>
                <c:pt idx="1706">
                  <c:v>1.2546614140829186</c:v>
                </c:pt>
                <c:pt idx="1707">
                  <c:v>1.2289654086372999</c:v>
                </c:pt>
                <c:pt idx="1708">
                  <c:v>1.2126651274665936</c:v>
                </c:pt>
                <c:pt idx="1709">
                  <c:v>1.2071727739382441</c:v>
                </c:pt>
                <c:pt idx="1710">
                  <c:v>1.2137260579460569</c:v>
                </c:pt>
                <c:pt idx="1711">
                  <c:v>1.2279768662800887</c:v>
                </c:pt>
                <c:pt idx="1712">
                  <c:v>1.2505548486072271</c:v>
                </c:pt>
                <c:pt idx="1713">
                  <c:v>1.2794562509048515</c:v>
                </c:pt>
                <c:pt idx="1714">
                  <c:v>1.3173495279532448</c:v>
                </c:pt>
                <c:pt idx="1715">
                  <c:v>1.3633756740350156</c:v>
                </c:pt>
                <c:pt idx="1716">
                  <c:v>1.4220176728615659</c:v>
                </c:pt>
                <c:pt idx="1717">
                  <c:v>1.4964936209554724</c:v>
                </c:pt>
                <c:pt idx="1718">
                  <c:v>1.595469773514075</c:v>
                </c:pt>
                <c:pt idx="1719">
                  <c:v>1.7202364170673412</c:v>
                </c:pt>
                <c:pt idx="1720">
                  <c:v>1.8768157353998238</c:v>
                </c:pt>
                <c:pt idx="1721">
                  <c:v>2.0749432959709022</c:v>
                </c:pt>
                <c:pt idx="1722">
                  <c:v>2.3476306224616534</c:v>
                </c:pt>
                <c:pt idx="1723">
                  <c:v>2.7406447876742077</c:v>
                </c:pt>
                <c:pt idx="1724">
                  <c:v>3.3237806411301691</c:v>
                </c:pt>
                <c:pt idx="1725">
                  <c:v>4.1539377868538088</c:v>
                </c:pt>
                <c:pt idx="1726">
                  <c:v>5.2919552666803824</c:v>
                </c:pt>
                <c:pt idx="1727">
                  <c:v>6.7865286974455872</c:v>
                </c:pt>
                <c:pt idx="1728">
                  <c:v>8.6408837954743447</c:v>
                </c:pt>
                <c:pt idx="1729">
                  <c:v>10.40113433457536</c:v>
                </c:pt>
                <c:pt idx="1730">
                  <c:v>11.2109669275179</c:v>
                </c:pt>
                <c:pt idx="1731">
                  <c:v>10.585508151918539</c:v>
                </c:pt>
                <c:pt idx="1732">
                  <c:v>8.9458282852142812</c:v>
                </c:pt>
                <c:pt idx="1733">
                  <c:v>7.1717605045325117</c:v>
                </c:pt>
                <c:pt idx="1734">
                  <c:v>5.6536418845295149</c:v>
                </c:pt>
                <c:pt idx="1735">
                  <c:v>4.4771952015564711</c:v>
                </c:pt>
                <c:pt idx="1736">
                  <c:v>3.630558963300492</c:v>
                </c:pt>
                <c:pt idx="1737">
                  <c:v>3.0498741462646457</c:v>
                </c:pt>
                <c:pt idx="1738">
                  <c:v>2.6437158220115773</c:v>
                </c:pt>
                <c:pt idx="1739">
                  <c:v>2.3489996469491583</c:v>
                </c:pt>
                <c:pt idx="1740">
                  <c:v>2.1233290408446805</c:v>
                </c:pt>
                <c:pt idx="1741">
                  <c:v>1.9474335235743983</c:v>
                </c:pt>
                <c:pt idx="1742">
                  <c:v>1.8120245560830153</c:v>
                </c:pt>
                <c:pt idx="1743">
                  <c:v>1.7073487913723517</c:v>
                </c:pt>
                <c:pt idx="1744">
                  <c:v>1.620874194523394</c:v>
                </c:pt>
                <c:pt idx="1745">
                  <c:v>1.5532687682081527</c:v>
                </c:pt>
                <c:pt idx="1746">
                  <c:v>1.5018325624633295</c:v>
                </c:pt>
                <c:pt idx="1747">
                  <c:v>1.4642897963226833</c:v>
                </c:pt>
                <c:pt idx="1748">
                  <c:v>1.436525776521357</c:v>
                </c:pt>
                <c:pt idx="1749">
                  <c:v>1.4182763499114834</c:v>
                </c:pt>
                <c:pt idx="1750">
                  <c:v>1.4051067915298276</c:v>
                </c:pt>
                <c:pt idx="1751">
                  <c:v>1.3981676915300816</c:v>
                </c:pt>
                <c:pt idx="1752">
                  <c:v>1.3955413996560928</c:v>
                </c:pt>
                <c:pt idx="1753">
                  <c:v>1.4016118421888137</c:v>
                </c:pt>
                <c:pt idx="1754">
                  <c:v>1.4179283789378503</c:v>
                </c:pt>
                <c:pt idx="1755">
                  <c:v>1.4461978456278843</c:v>
                </c:pt>
                <c:pt idx="1756">
                  <c:v>1.4699030507148645</c:v>
                </c:pt>
                <c:pt idx="1757">
                  <c:v>1.467703467772046</c:v>
                </c:pt>
                <c:pt idx="1758">
                  <c:v>1.4308515637104373</c:v>
                </c:pt>
                <c:pt idx="1759">
                  <c:v>1.3773884905425553</c:v>
                </c:pt>
                <c:pt idx="1760">
                  <c:v>1.3260742016352096</c:v>
                </c:pt>
                <c:pt idx="1761">
                  <c:v>1.2834312477934322</c:v>
                </c:pt>
                <c:pt idx="1762">
                  <c:v>1.2492272250457823</c:v>
                </c:pt>
                <c:pt idx="1763">
                  <c:v>1.2239299892560787</c:v>
                </c:pt>
                <c:pt idx="1764">
                  <c:v>1.2043656387553308</c:v>
                </c:pt>
                <c:pt idx="1765">
                  <c:v>1.1890488200736073</c:v>
                </c:pt>
                <c:pt idx="1766">
                  <c:v>1.1747581347739839</c:v>
                </c:pt>
                <c:pt idx="1767">
                  <c:v>1.1615842585043343</c:v>
                </c:pt>
                <c:pt idx="1768">
                  <c:v>1.1487614011292546</c:v>
                </c:pt>
                <c:pt idx="1769">
                  <c:v>1.1384667941713591</c:v>
                </c:pt>
                <c:pt idx="1770">
                  <c:v>1.1307730797463114</c:v>
                </c:pt>
                <c:pt idx="1771">
                  <c:v>1.1256139655737329</c:v>
                </c:pt>
                <c:pt idx="1772">
                  <c:v>1.1220362143805989</c:v>
                </c:pt>
                <c:pt idx="1773">
                  <c:v>1.118204469776054</c:v>
                </c:pt>
                <c:pt idx="1774">
                  <c:v>1.1135530884328861</c:v>
                </c:pt>
                <c:pt idx="1775">
                  <c:v>1.1103410877521838</c:v>
                </c:pt>
                <c:pt idx="1776">
                  <c:v>1.1067112679097104</c:v>
                </c:pt>
                <c:pt idx="1777">
                  <c:v>1.1024035396521814</c:v>
                </c:pt>
                <c:pt idx="1778">
                  <c:v>1.0977341247768033</c:v>
                </c:pt>
                <c:pt idx="1779">
                  <c:v>1.094171105201531</c:v>
                </c:pt>
                <c:pt idx="1780">
                  <c:v>1.0920444183677875</c:v>
                </c:pt>
                <c:pt idx="1781">
                  <c:v>1.0901775667939173</c:v>
                </c:pt>
                <c:pt idx="1782">
                  <c:v>1.0867656732984345</c:v>
                </c:pt>
                <c:pt idx="1783">
                  <c:v>1.0846171430313098</c:v>
                </c:pt>
                <c:pt idx="1784">
                  <c:v>1.0822461145357889</c:v>
                </c:pt>
                <c:pt idx="1785">
                  <c:v>1.0798339391076195</c:v>
                </c:pt>
                <c:pt idx="1786">
                  <c:v>1.0781695202826438</c:v>
                </c:pt>
                <c:pt idx="1787">
                  <c:v>1.0757294055792193</c:v>
                </c:pt>
                <c:pt idx="1788">
                  <c:v>1.07314984849293</c:v>
                </c:pt>
                <c:pt idx="1789">
                  <c:v>1.071030781461529</c:v>
                </c:pt>
                <c:pt idx="1790">
                  <c:v>1.0680821719484597</c:v>
                </c:pt>
                <c:pt idx="1791">
                  <c:v>1.0648379141045081</c:v>
                </c:pt>
                <c:pt idx="1792">
                  <c:v>1.0627551681309386</c:v>
                </c:pt>
                <c:pt idx="1793">
                  <c:v>1.0603815997013037</c:v>
                </c:pt>
                <c:pt idx="1794">
                  <c:v>1.0557266624503761</c:v>
                </c:pt>
                <c:pt idx="1795">
                  <c:v>1.0535733063084343</c:v>
                </c:pt>
                <c:pt idx="1796">
                  <c:v>1.0536058174650949</c:v>
                </c:pt>
                <c:pt idx="1797">
                  <c:v>1.0548056823406</c:v>
                </c:pt>
                <c:pt idx="1798">
                  <c:v>1.054958332380858</c:v>
                </c:pt>
                <c:pt idx="1799">
                  <c:v>1.0535374932374255</c:v>
                </c:pt>
                <c:pt idx="1800">
                  <c:v>1.0523381363487432</c:v>
                </c:pt>
                <c:pt idx="1801">
                  <c:v>1.0507971583217131</c:v>
                </c:pt>
                <c:pt idx="1802">
                  <c:v>1.0501083281899668</c:v>
                </c:pt>
                <c:pt idx="1803">
                  <c:v>1.0487527653532667</c:v>
                </c:pt>
                <c:pt idx="1804">
                  <c:v>1.0464749524397337</c:v>
                </c:pt>
                <c:pt idx="1805">
                  <c:v>1.0451833959427093</c:v>
                </c:pt>
                <c:pt idx="1806">
                  <c:v>1.0458191414514708</c:v>
                </c:pt>
                <c:pt idx="1807">
                  <c:v>1.0466105849214271</c:v>
                </c:pt>
                <c:pt idx="1808">
                  <c:v>1.0466847509975592</c:v>
                </c:pt>
                <c:pt idx="1809">
                  <c:v>1.0480525055180068</c:v>
                </c:pt>
                <c:pt idx="1810">
                  <c:v>1.0475668701153893</c:v>
                </c:pt>
                <c:pt idx="1811">
                  <c:v>1.046598139244268</c:v>
                </c:pt>
                <c:pt idx="1812">
                  <c:v>1.0445875273995393</c:v>
                </c:pt>
                <c:pt idx="1813">
                  <c:v>1.0418944352583495</c:v>
                </c:pt>
                <c:pt idx="1814">
                  <c:v>1.0410405094091859</c:v>
                </c:pt>
                <c:pt idx="1815">
                  <c:v>1.0425474523190867</c:v>
                </c:pt>
                <c:pt idx="1816">
                  <c:v>1.0432370444310675</c:v>
                </c:pt>
                <c:pt idx="1817">
                  <c:v>1.0425073213600839</c:v>
                </c:pt>
                <c:pt idx="1818">
                  <c:v>1.0402406841566529</c:v>
                </c:pt>
                <c:pt idx="1819">
                  <c:v>1.0376093124144359</c:v>
                </c:pt>
                <c:pt idx="1820">
                  <c:v>1.0366568371216451</c:v>
                </c:pt>
                <c:pt idx="1821">
                  <c:v>1.0358930789335326</c:v>
                </c:pt>
                <c:pt idx="1822">
                  <c:v>1.0346817843545137</c:v>
                </c:pt>
                <c:pt idx="1823">
                  <c:v>1.0334963971034592</c:v>
                </c:pt>
                <c:pt idx="1824">
                  <c:v>1.0335238283918915</c:v>
                </c:pt>
                <c:pt idx="1825">
                  <c:v>1.0334410265397715</c:v>
                </c:pt>
                <c:pt idx="1826">
                  <c:v>1.0340023519789896</c:v>
                </c:pt>
                <c:pt idx="1827">
                  <c:v>1.0323869538824162</c:v>
                </c:pt>
                <c:pt idx="1828">
                  <c:v>1.030037260833454</c:v>
                </c:pt>
                <c:pt idx="1829">
                  <c:v>1.0292849323488549</c:v>
                </c:pt>
                <c:pt idx="1830">
                  <c:v>1.0281183406102445</c:v>
                </c:pt>
                <c:pt idx="1831">
                  <c:v>1.0287398624879671</c:v>
                </c:pt>
                <c:pt idx="1832">
                  <c:v>1.0295551813385961</c:v>
                </c:pt>
                <c:pt idx="1833">
                  <c:v>1.0292354036336298</c:v>
                </c:pt>
                <c:pt idx="1834">
                  <c:v>1.029647888933761</c:v>
                </c:pt>
                <c:pt idx="1835">
                  <c:v>1.029910010134337</c:v>
                </c:pt>
                <c:pt idx="1836">
                  <c:v>1.0292981400062482</c:v>
                </c:pt>
                <c:pt idx="1837">
                  <c:v>1.0279921058847734</c:v>
                </c:pt>
                <c:pt idx="1838">
                  <c:v>1.0268671690656344</c:v>
                </c:pt>
                <c:pt idx="1839">
                  <c:v>1.026849643520247</c:v>
                </c:pt>
                <c:pt idx="1840">
                  <c:v>1.0276934096329542</c:v>
                </c:pt>
                <c:pt idx="1841">
                  <c:v>1.029603948073587</c:v>
                </c:pt>
                <c:pt idx="1842">
                  <c:v>1.030957732956407</c:v>
                </c:pt>
                <c:pt idx="1843">
                  <c:v>1.0322317639080443</c:v>
                </c:pt>
                <c:pt idx="1844">
                  <c:v>1.0322558932821282</c:v>
                </c:pt>
                <c:pt idx="1845">
                  <c:v>1.0310435827294639</c:v>
                </c:pt>
                <c:pt idx="1846">
                  <c:v>1.0313158636664965</c:v>
                </c:pt>
                <c:pt idx="1847">
                  <c:v>1.0311891209542023</c:v>
                </c:pt>
                <c:pt idx="1848">
                  <c:v>1.0315591893546281</c:v>
                </c:pt>
                <c:pt idx="1849">
                  <c:v>1.0331314085712617</c:v>
                </c:pt>
                <c:pt idx="1850">
                  <c:v>1.0325411278831427</c:v>
                </c:pt>
                <c:pt idx="1851">
                  <c:v>1.0310699980442508</c:v>
                </c:pt>
                <c:pt idx="1852">
                  <c:v>1.0311477200281425</c:v>
                </c:pt>
                <c:pt idx="1853">
                  <c:v>1.0310268191643108</c:v>
                </c:pt>
                <c:pt idx="1854">
                  <c:v>1.0301629875721023</c:v>
                </c:pt>
                <c:pt idx="1855">
                  <c:v>1.0299961139008054</c:v>
                </c:pt>
                <c:pt idx="1856">
                  <c:v>1.0304487301599397</c:v>
                </c:pt>
                <c:pt idx="1857">
                  <c:v>1.029524194142404</c:v>
                </c:pt>
                <c:pt idx="1858">
                  <c:v>1.0276451508847861</c:v>
                </c:pt>
                <c:pt idx="1859">
                  <c:v>1.0262088181432574</c:v>
                </c:pt>
                <c:pt idx="1860">
                  <c:v>1.0253017568724268</c:v>
                </c:pt>
                <c:pt idx="1861">
                  <c:v>1.0272189499404385</c:v>
                </c:pt>
                <c:pt idx="1862">
                  <c:v>1.0281800610092173</c:v>
                </c:pt>
                <c:pt idx="1863">
                  <c:v>1.0276291492998673</c:v>
                </c:pt>
                <c:pt idx="1864">
                  <c:v>1.0268610732237606</c:v>
                </c:pt>
                <c:pt idx="1865">
                  <c:v>1.0265494233079593</c:v>
                </c:pt>
                <c:pt idx="1866">
                  <c:v>1.0276540406541854</c:v>
                </c:pt>
                <c:pt idx="1867">
                  <c:v>1.0283418548122862</c:v>
                </c:pt>
                <c:pt idx="1868">
                  <c:v>1.0281511057603165</c:v>
                </c:pt>
                <c:pt idx="1869">
                  <c:v>1.0270068654419104</c:v>
                </c:pt>
                <c:pt idx="1870">
                  <c:v>1.0252889302051504</c:v>
                </c:pt>
                <c:pt idx="1871">
                  <c:v>1.0244720873940529</c:v>
                </c:pt>
                <c:pt idx="1872">
                  <c:v>1.0246390372633734</c:v>
                </c:pt>
                <c:pt idx="1873">
                  <c:v>1.0250477888603569</c:v>
                </c:pt>
                <c:pt idx="1874">
                  <c:v>1.0252532949295294</c:v>
                </c:pt>
                <c:pt idx="1875">
                  <c:v>1.0244451386931024</c:v>
                </c:pt>
                <c:pt idx="1876">
                  <c:v>1.0249251100426455</c:v>
                </c:pt>
                <c:pt idx="1877">
                  <c:v>1.0265616149917072</c:v>
                </c:pt>
                <c:pt idx="1878">
                  <c:v>1.025958888626429</c:v>
                </c:pt>
                <c:pt idx="1879">
                  <c:v>1.0261976424331554</c:v>
                </c:pt>
                <c:pt idx="1880">
                  <c:v>1.0271902486849491</c:v>
                </c:pt>
                <c:pt idx="1881">
                  <c:v>1.0265423114924399</c:v>
                </c:pt>
                <c:pt idx="1882">
                  <c:v>1.0255662148123879</c:v>
                </c:pt>
                <c:pt idx="1883">
                  <c:v>1.0258247801052041</c:v>
                </c:pt>
                <c:pt idx="1884">
                  <c:v>1.0263510544536474</c:v>
                </c:pt>
                <c:pt idx="1885">
                  <c:v>1.025776521357036</c:v>
                </c:pt>
                <c:pt idx="1886">
                  <c:v>1.0256335230664118</c:v>
                </c:pt>
                <c:pt idx="1887">
                  <c:v>1.0258941203065193</c:v>
                </c:pt>
                <c:pt idx="1888">
                  <c:v>1.0250218053343696</c:v>
                </c:pt>
                <c:pt idx="1889">
                  <c:v>1.0253998491279137</c:v>
                </c:pt>
                <c:pt idx="1890">
                  <c:v>1.0259967336447293</c:v>
                </c:pt>
                <c:pt idx="1891">
                  <c:v>1.024759760331817</c:v>
                </c:pt>
                <c:pt idx="1892">
                  <c:v>1.0252487738468063</c:v>
                </c:pt>
                <c:pt idx="1893">
                  <c:v>1.0266337491205477</c:v>
                </c:pt>
                <c:pt idx="1894">
                  <c:v>1.0267122330846739</c:v>
                </c:pt>
                <c:pt idx="1895">
                  <c:v>1.0242678258925964</c:v>
                </c:pt>
                <c:pt idx="1896">
                  <c:v>1.0231019961342203</c:v>
                </c:pt>
                <c:pt idx="1897">
                  <c:v>1.0230252139259508</c:v>
                </c:pt>
                <c:pt idx="1898">
                  <c:v>1.02233739976785</c:v>
                </c:pt>
                <c:pt idx="1899">
                  <c:v>1.0227727444750083</c:v>
                </c:pt>
                <c:pt idx="1900">
                  <c:v>1.0236071890295166</c:v>
                </c:pt>
                <c:pt idx="1901">
                  <c:v>1.0229895532509887</c:v>
                </c:pt>
                <c:pt idx="1902">
                  <c:v>1.0214384662861846</c:v>
                </c:pt>
                <c:pt idx="1903">
                  <c:v>1.0221142411565844</c:v>
                </c:pt>
                <c:pt idx="1904">
                  <c:v>1.0218345436119387</c:v>
                </c:pt>
                <c:pt idx="1905">
                  <c:v>1.020921894486057</c:v>
                </c:pt>
                <c:pt idx="1906">
                  <c:v>1.020252571048307</c:v>
                </c:pt>
                <c:pt idx="1907">
                  <c:v>1.0191894054268231</c:v>
                </c:pt>
                <c:pt idx="1908">
                  <c:v>1.0187806792291807</c:v>
                </c:pt>
                <c:pt idx="1909">
                  <c:v>1.0183216115373968</c:v>
                </c:pt>
                <c:pt idx="1910">
                  <c:v>1.0183207733591391</c:v>
                </c:pt>
                <c:pt idx="1911">
                  <c:v>1.0195700907518459</c:v>
                </c:pt>
                <c:pt idx="1912">
                  <c:v>1.0202983914597255</c:v>
                </c:pt>
                <c:pt idx="1913">
                  <c:v>1.019599249195476</c:v>
                </c:pt>
                <c:pt idx="1914">
                  <c:v>1.0205137524732608</c:v>
                </c:pt>
                <c:pt idx="1915">
                  <c:v>1.0211952675947586</c:v>
                </c:pt>
                <c:pt idx="1916">
                  <c:v>1.020987069195425</c:v>
                </c:pt>
                <c:pt idx="1917">
                  <c:v>1.0218334768396107</c:v>
                </c:pt>
                <c:pt idx="1918">
                  <c:v>1.0230551851484972</c:v>
                </c:pt>
                <c:pt idx="1919">
                  <c:v>1.024078550002413</c:v>
                </c:pt>
                <c:pt idx="1920">
                  <c:v>1.0248886365887668</c:v>
                </c:pt>
                <c:pt idx="1921">
                  <c:v>1.0253851683087341</c:v>
                </c:pt>
                <c:pt idx="1922">
                  <c:v>1.0226687341730356</c:v>
                </c:pt>
                <c:pt idx="1923">
                  <c:v>1.0185332134484431</c:v>
                </c:pt>
                <c:pt idx="1924">
                  <c:v>1.0170459296285854</c:v>
                </c:pt>
                <c:pt idx="1925">
                  <c:v>1.0170354651000353</c:v>
                </c:pt>
                <c:pt idx="1926">
                  <c:v>1.0184012638712152</c:v>
                </c:pt>
                <c:pt idx="1927">
                  <c:v>1.0194754020080719</c:v>
                </c:pt>
                <c:pt idx="1928">
                  <c:v>1.0205542136236987</c:v>
                </c:pt>
                <c:pt idx="1929">
                  <c:v>1.0203789835691661</c:v>
                </c:pt>
                <c:pt idx="1930">
                  <c:v>1.0189788194894225</c:v>
                </c:pt>
                <c:pt idx="1931">
                  <c:v>1.0176518055121651</c:v>
                </c:pt>
                <c:pt idx="1932">
                  <c:v>1.0180993673024121</c:v>
                </c:pt>
                <c:pt idx="1933">
                  <c:v>1.0180661703635407</c:v>
                </c:pt>
                <c:pt idx="1934">
                  <c:v>1.0167508654825494</c:v>
                </c:pt>
                <c:pt idx="1935">
                  <c:v>1.0155964146290046</c:v>
                </c:pt>
                <c:pt idx="1936">
                  <c:v>1.0131963038878771</c:v>
                </c:pt>
                <c:pt idx="1937">
                  <c:v>1.0141049907165409</c:v>
                </c:pt>
                <c:pt idx="1938">
                  <c:v>1.0166646601187166</c:v>
                </c:pt>
                <c:pt idx="1939">
                  <c:v>1.0170009219960834</c:v>
                </c:pt>
                <c:pt idx="1940">
                  <c:v>1.0163383547830769</c:v>
                </c:pt>
                <c:pt idx="1941">
                  <c:v>1.0167198020883339</c:v>
                </c:pt>
                <c:pt idx="1942">
                  <c:v>1.0178433165443688</c:v>
                </c:pt>
                <c:pt idx="1943">
                  <c:v>1.01792058134012</c:v>
                </c:pt>
                <c:pt idx="1944">
                  <c:v>1.0172550424041999</c:v>
                </c:pt>
                <c:pt idx="1945">
                  <c:v>1.01564238743647</c:v>
                </c:pt>
                <c:pt idx="1946">
                  <c:v>1.0158164237219687</c:v>
                </c:pt>
                <c:pt idx="1947">
                  <c:v>1.016968969624928</c:v>
                </c:pt>
                <c:pt idx="1948">
                  <c:v>1.0191402323023742</c:v>
                </c:pt>
                <c:pt idx="1949">
                  <c:v>1.0207204269121259</c:v>
                </c:pt>
                <c:pt idx="1950">
                  <c:v>1.0212673001262347</c:v>
                </c:pt>
                <c:pt idx="1951">
                  <c:v>1.0219272258077625</c:v>
                </c:pt>
                <c:pt idx="1952">
                  <c:v>1.0230164003545748</c:v>
                </c:pt>
                <c:pt idx="1953">
                  <c:v>1.024091148075619</c:v>
                </c:pt>
                <c:pt idx="1954">
                  <c:v>1.0247466034731059</c:v>
                </c:pt>
                <c:pt idx="1955">
                  <c:v>1.0251779858830461</c:v>
                </c:pt>
                <c:pt idx="1956">
                  <c:v>1.0258847225502969</c:v>
                </c:pt>
                <c:pt idx="1957">
                  <c:v>1.0252606861378015</c:v>
                </c:pt>
                <c:pt idx="1958">
                  <c:v>1.0242190591576055</c:v>
                </c:pt>
                <c:pt idx="1959">
                  <c:v>1.0243474528270737</c:v>
                </c:pt>
                <c:pt idx="1960">
                  <c:v>1.0235961403161202</c:v>
                </c:pt>
                <c:pt idx="1961">
                  <c:v>1.022044316770423</c:v>
                </c:pt>
                <c:pt idx="1962">
                  <c:v>1.0222011831013103</c:v>
                </c:pt>
                <c:pt idx="1963">
                  <c:v>1.023704671700816</c:v>
                </c:pt>
                <c:pt idx="1964">
                  <c:v>1.0232673966437311</c:v>
                </c:pt>
                <c:pt idx="1965">
                  <c:v>1.0212400974318727</c:v>
                </c:pt>
                <c:pt idx="1966">
                  <c:v>1.020640672980943</c:v>
                </c:pt>
                <c:pt idx="1967">
                  <c:v>1.018227506978469</c:v>
                </c:pt>
                <c:pt idx="1968">
                  <c:v>1.016078951312003</c:v>
                </c:pt>
                <c:pt idx="1969">
                  <c:v>1.0149833253325409</c:v>
                </c:pt>
                <c:pt idx="1970">
                  <c:v>1.0156650436487678</c:v>
                </c:pt>
                <c:pt idx="1971">
                  <c:v>1.0178716622090822</c:v>
                </c:pt>
                <c:pt idx="1972">
                  <c:v>1.0176414933796618</c:v>
                </c:pt>
                <c:pt idx="1973">
                  <c:v>1.0161849681619259</c:v>
                </c:pt>
                <c:pt idx="1974">
                  <c:v>1.0159940667139093</c:v>
                </c:pt>
                <c:pt idx="1975">
                  <c:v>1.0150466458900056</c:v>
                </c:pt>
                <c:pt idx="1976">
                  <c:v>1.0140559191894563</c:v>
                </c:pt>
                <c:pt idx="1977">
                  <c:v>1.0146933918534153</c:v>
                </c:pt>
                <c:pt idx="1978">
                  <c:v>1.015770400115821</c:v>
                </c:pt>
                <c:pt idx="1979">
                  <c:v>1.0163479049353459</c:v>
                </c:pt>
                <c:pt idx="1980">
                  <c:v>1.0175313110377917</c:v>
                </c:pt>
                <c:pt idx="1981">
                  <c:v>1.0175173921988463</c:v>
                </c:pt>
                <c:pt idx="1982">
                  <c:v>1.016841541130423</c:v>
                </c:pt>
                <c:pt idx="1983">
                  <c:v>1.0157762927629657</c:v>
                </c:pt>
                <c:pt idx="1984">
                  <c:v>1.0142705690214395</c:v>
                </c:pt>
                <c:pt idx="1985">
                  <c:v>1.0125175572945637</c:v>
                </c:pt>
                <c:pt idx="1986">
                  <c:v>1.0118919715222587</c:v>
                </c:pt>
                <c:pt idx="1987">
                  <c:v>1.013706475054037</c:v>
                </c:pt>
                <c:pt idx="1988">
                  <c:v>1.0160649816743754</c:v>
                </c:pt>
                <c:pt idx="1989">
                  <c:v>1.0147710376392836</c:v>
                </c:pt>
                <c:pt idx="1990">
                  <c:v>1.0133569039219124</c:v>
                </c:pt>
                <c:pt idx="1991">
                  <c:v>1.0124482170932485</c:v>
                </c:pt>
                <c:pt idx="1992">
                  <c:v>1.0119811740083462</c:v>
                </c:pt>
                <c:pt idx="1993">
                  <c:v>1.0129238197561155</c:v>
                </c:pt>
                <c:pt idx="1994">
                  <c:v>1.01201731727079</c:v>
                </c:pt>
                <c:pt idx="1995">
                  <c:v>1.0107849412386243</c:v>
                </c:pt>
                <c:pt idx="1996">
                  <c:v>1.0120119072111269</c:v>
                </c:pt>
                <c:pt idx="1997">
                  <c:v>1.0132931007769659</c:v>
                </c:pt>
                <c:pt idx="1998">
                  <c:v>1.0157456103588673</c:v>
                </c:pt>
                <c:pt idx="1999">
                  <c:v>1.0183798522266332</c:v>
                </c:pt>
                <c:pt idx="2000">
                  <c:v>1.0192393913301889</c:v>
                </c:pt>
                <c:pt idx="2001">
                  <c:v>1.0188745297946971</c:v>
                </c:pt>
                <c:pt idx="2002">
                  <c:v>1.0180931190644915</c:v>
                </c:pt>
                <c:pt idx="2003">
                  <c:v>1.0159477383156681</c:v>
                </c:pt>
                <c:pt idx="2004">
                  <c:v>1.0148931322721488</c:v>
                </c:pt>
                <c:pt idx="2005">
                  <c:v>1.0158363622047644</c:v>
                </c:pt>
                <c:pt idx="2006">
                  <c:v>1.0175014414126098</c:v>
                </c:pt>
                <c:pt idx="2007">
                  <c:v>1.0179642428075415</c:v>
                </c:pt>
                <c:pt idx="2008">
                  <c:v>1.019267127410715</c:v>
                </c:pt>
                <c:pt idx="2009">
                  <c:v>1.0196695545717545</c:v>
                </c:pt>
                <c:pt idx="2010">
                  <c:v>1.0182442959429632</c:v>
                </c:pt>
                <c:pt idx="2011">
                  <c:v>1.0162145583943551</c:v>
                </c:pt>
                <c:pt idx="2012">
                  <c:v>1.0149040031901573</c:v>
                </c:pt>
                <c:pt idx="2013">
                  <c:v>1.0150506335865648</c:v>
                </c:pt>
                <c:pt idx="2014">
                  <c:v>1.0152337120375097</c:v>
                </c:pt>
                <c:pt idx="2015">
                  <c:v>1.0166092133570055</c:v>
                </c:pt>
                <c:pt idx="2016">
                  <c:v>1.0171802159451984</c:v>
                </c:pt>
                <c:pt idx="2017">
                  <c:v>1.0167307492043656</c:v>
                </c:pt>
                <c:pt idx="2018">
                  <c:v>1.0169468467987941</c:v>
                </c:pt>
                <c:pt idx="2019">
                  <c:v>1.0150121027860537</c:v>
                </c:pt>
                <c:pt idx="2020">
                  <c:v>1.0136015757751244</c:v>
                </c:pt>
                <c:pt idx="2021">
                  <c:v>1.0144424971616237</c:v>
                </c:pt>
                <c:pt idx="2022">
                  <c:v>1.0159721978811869</c:v>
                </c:pt>
                <c:pt idx="2023">
                  <c:v>1.0155084059119506</c:v>
                </c:pt>
                <c:pt idx="2024">
                  <c:v>1.0142667337209272</c:v>
                </c:pt>
                <c:pt idx="2025">
                  <c:v>1.0142409025909869</c:v>
                </c:pt>
                <c:pt idx="2026">
                  <c:v>1.014290431306212</c:v>
                </c:pt>
                <c:pt idx="2027">
                  <c:v>1.0139569887557116</c:v>
                </c:pt>
                <c:pt idx="2028">
                  <c:v>1.0127572762762533</c:v>
                </c:pt>
                <c:pt idx="2029">
                  <c:v>1.0121090088923093</c:v>
                </c:pt>
                <c:pt idx="2030">
                  <c:v>1.0124735402363663</c:v>
                </c:pt>
                <c:pt idx="2031">
                  <c:v>1.012298335581175</c:v>
                </c:pt>
                <c:pt idx="2032">
                  <c:v>1.0122473845028459</c:v>
                </c:pt>
                <c:pt idx="2033">
                  <c:v>1.0120677857616374</c:v>
                </c:pt>
                <c:pt idx="2034">
                  <c:v>1.0121258740548271</c:v>
                </c:pt>
                <c:pt idx="2035">
                  <c:v>1.0131212742341464</c:v>
                </c:pt>
                <c:pt idx="2036">
                  <c:v>1.0140907416861606</c:v>
                </c:pt>
                <c:pt idx="2037">
                  <c:v>1.0146628110466815</c:v>
                </c:pt>
                <c:pt idx="2038">
                  <c:v>1.0152218759445379</c:v>
                </c:pt>
                <c:pt idx="2039">
                  <c:v>1.0138195275214561</c:v>
                </c:pt>
                <c:pt idx="2040">
                  <c:v>1.0132647043135701</c:v>
                </c:pt>
                <c:pt idx="2041">
                  <c:v>1.0145824983299934</c:v>
                </c:pt>
                <c:pt idx="2042">
                  <c:v>1.0141519032996285</c:v>
                </c:pt>
                <c:pt idx="2043">
                  <c:v>1.0134905806543377</c:v>
                </c:pt>
                <c:pt idx="2044">
                  <c:v>1.0156771845338333</c:v>
                </c:pt>
                <c:pt idx="2045">
                  <c:v>1.0172178323694283</c:v>
                </c:pt>
                <c:pt idx="2046">
                  <c:v>1.0164877537076689</c:v>
                </c:pt>
                <c:pt idx="2047">
                  <c:v>1.0165968184785286</c:v>
                </c:pt>
                <c:pt idx="2048">
                  <c:v>1.0176930540421782</c:v>
                </c:pt>
                <c:pt idx="2049">
                  <c:v>1.0176290223031614</c:v>
                </c:pt>
                <c:pt idx="2050">
                  <c:v>1.0162602264097269</c:v>
                </c:pt>
                <c:pt idx="2051">
                  <c:v>1.0155090154961379</c:v>
                </c:pt>
                <c:pt idx="2052">
                  <c:v>1.014295485775099</c:v>
                </c:pt>
                <c:pt idx="2053">
                  <c:v>1.0132354442725755</c:v>
                </c:pt>
                <c:pt idx="2054">
                  <c:v>1.0145026428014456</c:v>
                </c:pt>
                <c:pt idx="2055">
                  <c:v>1.0153459517260122</c:v>
                </c:pt>
                <c:pt idx="2056">
                  <c:v>1.0163863595378335</c:v>
                </c:pt>
                <c:pt idx="2057">
                  <c:v>1.0187225655366501</c:v>
                </c:pt>
                <c:pt idx="2058">
                  <c:v>1.0183663397771461</c:v>
                </c:pt>
                <c:pt idx="2059">
                  <c:v>1.0157263068596001</c:v>
                </c:pt>
                <c:pt idx="2060">
                  <c:v>1.0147006814643229</c:v>
                </c:pt>
                <c:pt idx="2061">
                  <c:v>1.0153900703815744</c:v>
                </c:pt>
                <c:pt idx="2062">
                  <c:v>1.0167231802007055</c:v>
                </c:pt>
                <c:pt idx="2063">
                  <c:v>1.01616302313118</c:v>
                </c:pt>
                <c:pt idx="2064">
                  <c:v>1.0157516808014</c:v>
                </c:pt>
                <c:pt idx="2065">
                  <c:v>1.0165812994810914</c:v>
                </c:pt>
                <c:pt idx="2066">
                  <c:v>1.0168566537384021</c:v>
                </c:pt>
                <c:pt idx="2067">
                  <c:v>1.0164776447698947</c:v>
                </c:pt>
                <c:pt idx="2068">
                  <c:v>1.0140827154943601</c:v>
                </c:pt>
                <c:pt idx="2069">
                  <c:v>1.0125481888999799</c:v>
                </c:pt>
                <c:pt idx="2070">
                  <c:v>1.0116904785489864</c:v>
                </c:pt>
                <c:pt idx="2071">
                  <c:v>1.0121429170127327</c:v>
                </c:pt>
                <c:pt idx="2072">
                  <c:v>1.0131012087546449</c:v>
                </c:pt>
                <c:pt idx="2073">
                  <c:v>1.0136595116722673</c:v>
                </c:pt>
                <c:pt idx="2074">
                  <c:v>1.0139150544434878</c:v>
                </c:pt>
                <c:pt idx="2075">
                  <c:v>1.0140693046422375</c:v>
                </c:pt>
                <c:pt idx="2076">
                  <c:v>1.0154794252637087</c:v>
                </c:pt>
                <c:pt idx="2077">
                  <c:v>1.0158992001747476</c:v>
                </c:pt>
                <c:pt idx="2078">
                  <c:v>1.0159928475455346</c:v>
                </c:pt>
                <c:pt idx="2079">
                  <c:v>1.01536192791159</c:v>
                </c:pt>
                <c:pt idx="2080">
                  <c:v>1.0150546720818061</c:v>
                </c:pt>
                <c:pt idx="2081">
                  <c:v>1.0170817934982765</c:v>
                </c:pt>
                <c:pt idx="2082">
                  <c:v>1.0180234740710825</c:v>
                </c:pt>
                <c:pt idx="2083">
                  <c:v>1.0176103537874228</c:v>
                </c:pt>
                <c:pt idx="2084">
                  <c:v>1.0172183911549335</c:v>
                </c:pt>
                <c:pt idx="2085">
                  <c:v>1.0162469679536512</c:v>
                </c:pt>
                <c:pt idx="2086">
                  <c:v>1.015407316534209</c:v>
                </c:pt>
                <c:pt idx="2087">
                  <c:v>1.0156126702073349</c:v>
                </c:pt>
                <c:pt idx="2088">
                  <c:v>1.0159934063310398</c:v>
                </c:pt>
                <c:pt idx="2089">
                  <c:v>1.0154348494200061</c:v>
                </c:pt>
                <c:pt idx="2090">
                  <c:v>1.0140342789508041</c:v>
                </c:pt>
                <c:pt idx="2091">
                  <c:v>1.0126708931170325</c:v>
                </c:pt>
                <c:pt idx="2092">
                  <c:v>1.0134786683633425</c:v>
                </c:pt>
                <c:pt idx="2093">
                  <c:v>1.0144769386682109</c:v>
                </c:pt>
                <c:pt idx="2094">
                  <c:v>1.0137865845759961</c:v>
                </c:pt>
                <c:pt idx="2095">
                  <c:v>1.0137166347904936</c:v>
                </c:pt>
                <c:pt idx="2096">
                  <c:v>1.0152283019778467</c:v>
                </c:pt>
                <c:pt idx="2097">
                  <c:v>1.015753128563845</c:v>
                </c:pt>
                <c:pt idx="2098">
                  <c:v>1.014931129686496</c:v>
                </c:pt>
                <c:pt idx="2099">
                  <c:v>1.0149112166030414</c:v>
                </c:pt>
                <c:pt idx="2100">
                  <c:v>1.0156147783526495</c:v>
                </c:pt>
                <c:pt idx="2101">
                  <c:v>1.0155474700986256</c:v>
                </c:pt>
                <c:pt idx="2102">
                  <c:v>1.0153024426546375</c:v>
                </c:pt>
                <c:pt idx="2103">
                  <c:v>1.0145558290217951</c:v>
                </c:pt>
                <c:pt idx="2104">
                  <c:v>1.0133858337714721</c:v>
                </c:pt>
                <c:pt idx="2105">
                  <c:v>1.0121496732374762</c:v>
                </c:pt>
                <c:pt idx="2106">
                  <c:v>1.0126078519523203</c:v>
                </c:pt>
                <c:pt idx="2107">
                  <c:v>1.0147581855726662</c:v>
                </c:pt>
                <c:pt idx="2108">
                  <c:v>1.0158703973218934</c:v>
                </c:pt>
                <c:pt idx="2109">
                  <c:v>1.0154990589544106</c:v>
                </c:pt>
                <c:pt idx="2110">
                  <c:v>1.0136214380598967</c:v>
                </c:pt>
                <c:pt idx="2111">
                  <c:v>1.0124180172766319</c:v>
                </c:pt>
                <c:pt idx="2112">
                  <c:v>1.0127744970295471</c:v>
                </c:pt>
                <c:pt idx="2113">
                  <c:v>1.0129695639695107</c:v>
                </c:pt>
                <c:pt idx="2114">
                  <c:v>1.0135426747030183</c:v>
                </c:pt>
                <c:pt idx="2115">
                  <c:v>1.0138590488962715</c:v>
                </c:pt>
                <c:pt idx="2116">
                  <c:v>1.0140449720734244</c:v>
                </c:pt>
                <c:pt idx="2117">
                  <c:v>1.0151326734584505</c:v>
                </c:pt>
                <c:pt idx="2118">
                  <c:v>1.0152020644584479</c:v>
                </c:pt>
                <c:pt idx="2119">
                  <c:v>1.0148784514529694</c:v>
                </c:pt>
                <c:pt idx="2120">
                  <c:v>1.0152215457531031</c:v>
                </c:pt>
                <c:pt idx="2121">
                  <c:v>1.0147807147882584</c:v>
                </c:pt>
                <c:pt idx="2122">
                  <c:v>1.0156956752541839</c:v>
                </c:pt>
                <c:pt idx="2123">
                  <c:v>1.0158606947735775</c:v>
                </c:pt>
                <c:pt idx="2124">
                  <c:v>1.0139881537472919</c:v>
                </c:pt>
                <c:pt idx="2125">
                  <c:v>1.0133061560383123</c:v>
                </c:pt>
                <c:pt idx="2126">
                  <c:v>1.0146408660159356</c:v>
                </c:pt>
                <c:pt idx="2127">
                  <c:v>1.0150150999083083</c:v>
                </c:pt>
                <c:pt idx="2128">
                  <c:v>1.0134296476349403</c:v>
                </c:pt>
                <c:pt idx="2129">
                  <c:v>1.0117736867905647</c:v>
                </c:pt>
                <c:pt idx="2130">
                  <c:v>1.0120893498022661</c:v>
                </c:pt>
                <c:pt idx="2131">
                  <c:v>1.013466324283548</c:v>
                </c:pt>
                <c:pt idx="2132">
                  <c:v>1.0155103616612184</c:v>
                </c:pt>
                <c:pt idx="2133">
                  <c:v>1.0157463469397603</c:v>
                </c:pt>
                <c:pt idx="2134">
                  <c:v>1.015225127060204</c:v>
                </c:pt>
                <c:pt idx="2135">
                  <c:v>1.0152252794562509</c:v>
                </c:pt>
                <c:pt idx="2136">
                  <c:v>1.0150730358054512</c:v>
                </c:pt>
                <c:pt idx="2137">
                  <c:v>1.014481281955546</c:v>
                </c:pt>
                <c:pt idx="2138">
                  <c:v>1.0137273025137727</c:v>
                </c:pt>
                <c:pt idx="2139">
                  <c:v>1.0140069492597361</c:v>
                </c:pt>
                <c:pt idx="2140">
                  <c:v>1.0138906710759923</c:v>
                </c:pt>
                <c:pt idx="2141">
                  <c:v>1.0132162931693551</c:v>
                </c:pt>
                <c:pt idx="2142">
                  <c:v>1.0131932051682579</c:v>
                </c:pt>
                <c:pt idx="2143">
                  <c:v>1.0134399597674437</c:v>
                </c:pt>
                <c:pt idx="2144">
                  <c:v>1.0140422543439223</c:v>
                </c:pt>
                <c:pt idx="2145">
                  <c:v>1.0156482292849323</c:v>
                </c:pt>
                <c:pt idx="2146">
                  <c:v>1.0168606668343023</c:v>
                </c:pt>
                <c:pt idx="2147">
                  <c:v>1.0159292983939996</c:v>
                </c:pt>
                <c:pt idx="2148">
                  <c:v>1.0140958977524124</c:v>
                </c:pt>
                <c:pt idx="2149">
                  <c:v>1.0139159434204277</c:v>
                </c:pt>
                <c:pt idx="2150">
                  <c:v>1.0149250592439631</c:v>
                </c:pt>
                <c:pt idx="2151">
                  <c:v>1.0148680123237603</c:v>
                </c:pt>
                <c:pt idx="2152">
                  <c:v>1.0154218195580007</c:v>
                </c:pt>
                <c:pt idx="2153">
                  <c:v>1.0157100258819287</c:v>
                </c:pt>
                <c:pt idx="2154">
                  <c:v>1.0146336272037104</c:v>
                </c:pt>
                <c:pt idx="2155">
                  <c:v>1.0146249152296989</c:v>
                </c:pt>
                <c:pt idx="2156">
                  <c:v>1.015437897340943</c:v>
                </c:pt>
                <c:pt idx="2157">
                  <c:v>1.015804790823726</c:v>
                </c:pt>
                <c:pt idx="2158">
                  <c:v>1.0149096672432316</c:v>
                </c:pt>
                <c:pt idx="2159">
                  <c:v>1.0151619334994451</c:v>
                </c:pt>
                <c:pt idx="2160">
                  <c:v>1.0155415774514809</c:v>
                </c:pt>
                <c:pt idx="2161">
                  <c:v>1.0152262446312144</c:v>
                </c:pt>
                <c:pt idx="2162">
                  <c:v>1.0143950511923721</c:v>
                </c:pt>
                <c:pt idx="2163">
                  <c:v>1.0125433630251632</c:v>
                </c:pt>
                <c:pt idx="2164">
                  <c:v>1.0104935091983713</c:v>
                </c:pt>
                <c:pt idx="2165">
                  <c:v>1.010672193563299</c:v>
                </c:pt>
                <c:pt idx="2166">
                  <c:v>1.0129793173165087</c:v>
                </c:pt>
                <c:pt idx="2167">
                  <c:v>1.0140202585144942</c:v>
                </c:pt>
                <c:pt idx="2168">
                  <c:v>1.0133485729380181</c:v>
                </c:pt>
                <c:pt idx="2169">
                  <c:v>1.0127273050537069</c:v>
                </c:pt>
                <c:pt idx="2170">
                  <c:v>1.0117129315665552</c:v>
                </c:pt>
                <c:pt idx="2171">
                  <c:v>1.0109223008755153</c:v>
                </c:pt>
                <c:pt idx="2172">
                  <c:v>1.0098108003078401</c:v>
                </c:pt>
                <c:pt idx="2173">
                  <c:v>1.0095688461841299</c:v>
                </c:pt>
                <c:pt idx="2174">
                  <c:v>1.0104379354399546</c:v>
                </c:pt>
                <c:pt idx="2175">
                  <c:v>1.0113034687880196</c:v>
                </c:pt>
                <c:pt idx="2176">
                  <c:v>1.0111907465120356</c:v>
                </c:pt>
                <c:pt idx="2177">
                  <c:v>1.0104629791903199</c:v>
                </c:pt>
                <c:pt idx="2178">
                  <c:v>1.0125649016664509</c:v>
                </c:pt>
                <c:pt idx="2179">
                  <c:v>1.014379379798888</c:v>
                </c:pt>
                <c:pt idx="2180">
                  <c:v>1.0154549656981897</c:v>
                </c:pt>
                <c:pt idx="2181">
                  <c:v>1.0172915412574197</c:v>
                </c:pt>
                <c:pt idx="2182">
                  <c:v>1.0181583953712241</c:v>
                </c:pt>
                <c:pt idx="2183">
                  <c:v>1.0174740101241775</c:v>
                </c:pt>
                <c:pt idx="2184">
                  <c:v>1.0159075311586419</c:v>
                </c:pt>
                <c:pt idx="2185">
                  <c:v>1.0145441199255292</c:v>
                </c:pt>
                <c:pt idx="2186">
                  <c:v>1.0140841632568052</c:v>
                </c:pt>
                <c:pt idx="2187">
                  <c:v>1.0135972832864715</c:v>
                </c:pt>
                <c:pt idx="2188">
                  <c:v>1.0131034438966653</c:v>
                </c:pt>
                <c:pt idx="2189">
                  <c:v>1.0133290916433628</c:v>
                </c:pt>
                <c:pt idx="2190">
                  <c:v>1.0148499787915501</c:v>
                </c:pt>
                <c:pt idx="2191">
                  <c:v>1.0148171628427958</c:v>
                </c:pt>
                <c:pt idx="2192">
                  <c:v>1.0140530998625896</c:v>
                </c:pt>
                <c:pt idx="2193">
                  <c:v>1.0127558285138083</c:v>
                </c:pt>
                <c:pt idx="2194">
                  <c:v>1.0124630503084751</c:v>
                </c:pt>
                <c:pt idx="2195">
                  <c:v>1.0136961121228516</c:v>
                </c:pt>
                <c:pt idx="2196">
                  <c:v>1.0147760667088295</c:v>
                </c:pt>
                <c:pt idx="2197">
                  <c:v>1.0142992194782467</c:v>
                </c:pt>
                <c:pt idx="2198">
                  <c:v>1.0157739306242397</c:v>
                </c:pt>
                <c:pt idx="2199">
                  <c:v>1.0186804788283792</c:v>
                </c:pt>
                <c:pt idx="2200">
                  <c:v>1.0224735402363663</c:v>
                </c:pt>
                <c:pt idx="2201">
                  <c:v>1.0254910327626101</c:v>
                </c:pt>
                <c:pt idx="2202">
                  <c:v>1.0283791918437635</c:v>
                </c:pt>
                <c:pt idx="2203">
                  <c:v>1.0312579531686947</c:v>
                </c:pt>
                <c:pt idx="2204">
                  <c:v>1.0344450624950789</c:v>
                </c:pt>
                <c:pt idx="2205">
                  <c:v>1.0398071174033745</c:v>
                </c:pt>
                <c:pt idx="2206">
                  <c:v>1.0454178318614415</c:v>
                </c:pt>
                <c:pt idx="2207">
                  <c:v>1.0505302112463202</c:v>
                </c:pt>
                <c:pt idx="2208">
                  <c:v>1.0529487365097749</c:v>
                </c:pt>
                <c:pt idx="2209">
                  <c:v>1.0537180825529386</c:v>
                </c:pt>
                <c:pt idx="2210">
                  <c:v>1.0510747731203853</c:v>
                </c:pt>
                <c:pt idx="2211">
                  <c:v>1.0467246279631506</c:v>
                </c:pt>
                <c:pt idx="2212">
                  <c:v>1.0427056902143959</c:v>
                </c:pt>
                <c:pt idx="2213">
                  <c:v>1.0375094930037514</c:v>
                </c:pt>
                <c:pt idx="2214">
                  <c:v>1.032218556250651</c:v>
                </c:pt>
                <c:pt idx="2215">
                  <c:v>1.0289461051380326</c:v>
                </c:pt>
                <c:pt idx="2216">
                  <c:v>1.0264059170305122</c:v>
                </c:pt>
                <c:pt idx="2217">
                  <c:v>1.0232121530767493</c:v>
                </c:pt>
                <c:pt idx="2218">
                  <c:v>1.0209749537097008</c:v>
                </c:pt>
                <c:pt idx="2219">
                  <c:v>1.0180506259667623</c:v>
                </c:pt>
                <c:pt idx="2220">
                  <c:v>1.0163752092270726</c:v>
                </c:pt>
                <c:pt idx="2221">
                  <c:v>1.0161360744302292</c:v>
                </c:pt>
                <c:pt idx="2222">
                  <c:v>1.0174936692142207</c:v>
                </c:pt>
                <c:pt idx="2223">
                  <c:v>1.0200812524923104</c:v>
                </c:pt>
                <c:pt idx="2224">
                  <c:v>1.0199352824787724</c:v>
                </c:pt>
                <c:pt idx="2225">
                  <c:v>1.0176405790033807</c:v>
                </c:pt>
                <c:pt idx="2226">
                  <c:v>1.01629769043791</c:v>
                </c:pt>
                <c:pt idx="2227">
                  <c:v>1.0161130626271555</c:v>
                </c:pt>
                <c:pt idx="2228">
                  <c:v>1.0164906238332179</c:v>
                </c:pt>
                <c:pt idx="2229">
                  <c:v>1.0165126958606694</c:v>
                </c:pt>
                <c:pt idx="2230">
                  <c:v>1.0159094615085684</c:v>
                </c:pt>
                <c:pt idx="2231">
                  <c:v>1.0154225053402115</c:v>
                </c:pt>
                <c:pt idx="2232">
                  <c:v>1.0142179161872542</c:v>
                </c:pt>
                <c:pt idx="2233">
                  <c:v>1.0127897112348905</c:v>
                </c:pt>
                <c:pt idx="2234">
                  <c:v>1.0123585574190206</c:v>
                </c:pt>
                <c:pt idx="2235">
                  <c:v>1.0148123369679791</c:v>
                </c:pt>
                <c:pt idx="2236">
                  <c:v>1.0156968944225586</c:v>
                </c:pt>
                <c:pt idx="2237">
                  <c:v>1.01548056823406</c:v>
                </c:pt>
                <c:pt idx="2238">
                  <c:v>1.0153999761246193</c:v>
                </c:pt>
                <c:pt idx="2239">
                  <c:v>1.0156175468808339</c:v>
                </c:pt>
                <c:pt idx="2240">
                  <c:v>1.016306300814557</c:v>
                </c:pt>
                <c:pt idx="2241">
                  <c:v>1.0162792505162417</c:v>
                </c:pt>
                <c:pt idx="2242">
                  <c:v>1.0155191498332534</c:v>
                </c:pt>
                <c:pt idx="2243">
                  <c:v>1.0161707191315457</c:v>
                </c:pt>
                <c:pt idx="2244">
                  <c:v>1.0160117192560025</c:v>
                </c:pt>
                <c:pt idx="2245">
                  <c:v>1.0167938411677602</c:v>
                </c:pt>
                <c:pt idx="2246">
                  <c:v>1.0164076187863686</c:v>
                </c:pt>
                <c:pt idx="2247">
                  <c:v>1.0158082959328034</c:v>
                </c:pt>
                <c:pt idx="2248">
                  <c:v>1.0165012407578147</c:v>
                </c:pt>
                <c:pt idx="2249">
                  <c:v>1.0161411288991165</c:v>
                </c:pt>
                <c:pt idx="2250">
                  <c:v>1.0158851035404142</c:v>
                </c:pt>
                <c:pt idx="2251">
                  <c:v>1.0163840481977897</c:v>
                </c:pt>
                <c:pt idx="2252">
                  <c:v>1.0165441402450019</c:v>
                </c:pt>
                <c:pt idx="2253">
                  <c:v>1.016404418469385</c:v>
                </c:pt>
                <c:pt idx="2254">
                  <c:v>1.0170775010096238</c:v>
                </c:pt>
                <c:pt idx="2255">
                  <c:v>1.0179254834129603</c:v>
                </c:pt>
                <c:pt idx="2256">
                  <c:v>1.0166867575455092</c:v>
                </c:pt>
                <c:pt idx="2257">
                  <c:v>1.0147141431151276</c:v>
                </c:pt>
                <c:pt idx="2258">
                  <c:v>1.0140317136173487</c:v>
                </c:pt>
                <c:pt idx="2259">
                  <c:v>1.0130608492015718</c:v>
                </c:pt>
                <c:pt idx="2260">
                  <c:v>1.0130960526883932</c:v>
                </c:pt>
                <c:pt idx="2261">
                  <c:v>1.0133083911803329</c:v>
                </c:pt>
                <c:pt idx="2262">
                  <c:v>1.0135074712161967</c:v>
                </c:pt>
                <c:pt idx="2263">
                  <c:v>1.0141400926059978</c:v>
                </c:pt>
                <c:pt idx="2264">
                  <c:v>1.0157104322713868</c:v>
                </c:pt>
                <c:pt idx="2265">
                  <c:v>1.0170083386036965</c:v>
                </c:pt>
                <c:pt idx="2266">
                  <c:v>1.0175638729931347</c:v>
                </c:pt>
                <c:pt idx="2267">
                  <c:v>1.0170539304210449</c:v>
                </c:pt>
                <c:pt idx="2268">
                  <c:v>1.0166349936882637</c:v>
                </c:pt>
                <c:pt idx="2269">
                  <c:v>1.0160027532885796</c:v>
                </c:pt>
                <c:pt idx="2270">
                  <c:v>1.0151512403768246</c:v>
                </c:pt>
                <c:pt idx="2271">
                  <c:v>1.0143841294756815</c:v>
                </c:pt>
                <c:pt idx="2272">
                  <c:v>1.0149033936059699</c:v>
                </c:pt>
                <c:pt idx="2273">
                  <c:v>1.0141081148355011</c:v>
                </c:pt>
                <c:pt idx="2274">
                  <c:v>1.0120590483882848</c:v>
                </c:pt>
                <c:pt idx="2275">
                  <c:v>1.0110839930812194</c:v>
                </c:pt>
                <c:pt idx="2276">
                  <c:v>1.0108021111932357</c:v>
                </c:pt>
                <c:pt idx="2277">
                  <c:v>1.0116884466016951</c:v>
                </c:pt>
                <c:pt idx="2278">
                  <c:v>1.0121970684080455</c:v>
                </c:pt>
                <c:pt idx="2279">
                  <c:v>1.0121838607506521</c:v>
                </c:pt>
                <c:pt idx="2280">
                  <c:v>1.0123228459453761</c:v>
                </c:pt>
                <c:pt idx="2281">
                  <c:v>1.0128667728359126</c:v>
                </c:pt>
                <c:pt idx="2282">
                  <c:v>1.0147785304449202</c:v>
                </c:pt>
                <c:pt idx="2283">
                  <c:v>1.0164709647431747</c:v>
                </c:pt>
                <c:pt idx="2284">
                  <c:v>1.0168905364594842</c:v>
                </c:pt>
                <c:pt idx="2285">
                  <c:v>1.0161978710272255</c:v>
                </c:pt>
                <c:pt idx="2286">
                  <c:v>1.0145822189372409</c:v>
                </c:pt>
                <c:pt idx="2287">
                  <c:v>1.0142956127718048</c:v>
                </c:pt>
                <c:pt idx="2288">
                  <c:v>1.0147131525408231</c:v>
                </c:pt>
                <c:pt idx="2289">
                  <c:v>1.0142212689002847</c:v>
                </c:pt>
                <c:pt idx="2290">
                  <c:v>1.0128687539845216</c:v>
                </c:pt>
                <c:pt idx="2291">
                  <c:v>1.0139295574672793</c:v>
                </c:pt>
                <c:pt idx="2292">
                  <c:v>1.0142898979200479</c:v>
                </c:pt>
                <c:pt idx="2293">
                  <c:v>1.0140721493684455</c:v>
                </c:pt>
                <c:pt idx="2294">
                  <c:v>1.0144063284998388</c:v>
                </c:pt>
                <c:pt idx="2295">
                  <c:v>1.0136154946140696</c:v>
                </c:pt>
                <c:pt idx="2296">
                  <c:v>1.0121199052096588</c:v>
                </c:pt>
                <c:pt idx="2297">
                  <c:v>1.0110073632689969</c:v>
                </c:pt>
                <c:pt idx="2298">
                  <c:v>1.0108163602236158</c:v>
                </c:pt>
                <c:pt idx="2299">
                  <c:v>1.0111367221134284</c:v>
                </c:pt>
                <c:pt idx="2300">
                  <c:v>1.0111022044088176</c:v>
                </c:pt>
                <c:pt idx="2301">
                  <c:v>1.0126830848007802</c:v>
                </c:pt>
                <c:pt idx="2302">
                  <c:v>1.0144758718958831</c:v>
                </c:pt>
                <c:pt idx="2303">
                  <c:v>1.014327869935054</c:v>
                </c:pt>
                <c:pt idx="2304">
                  <c:v>1.0126058962030524</c:v>
                </c:pt>
                <c:pt idx="2305">
                  <c:v>1.0108027461767641</c:v>
                </c:pt>
                <c:pt idx="2306">
                  <c:v>1.011198925099883</c:v>
                </c:pt>
                <c:pt idx="2307">
                  <c:v>1.0119958294281846</c:v>
                </c:pt>
                <c:pt idx="2308">
                  <c:v>1.0123709014988151</c:v>
                </c:pt>
                <c:pt idx="2309">
                  <c:v>1.0118577840090828</c:v>
                </c:pt>
                <c:pt idx="2310">
                  <c:v>1.0123743050105281</c:v>
                </c:pt>
                <c:pt idx="2311">
                  <c:v>1.0135107477312038</c:v>
                </c:pt>
                <c:pt idx="2312">
                  <c:v>1.0139925986319915</c:v>
                </c:pt>
                <c:pt idx="2313">
                  <c:v>1.0143620066495476</c:v>
                </c:pt>
                <c:pt idx="2314">
                  <c:v>1.0151320130755808</c:v>
                </c:pt>
                <c:pt idx="2315">
                  <c:v>1.0149231288940366</c:v>
                </c:pt>
                <c:pt idx="2316">
                  <c:v>1.0137868893680897</c:v>
                </c:pt>
                <c:pt idx="2317">
                  <c:v>1.0134041212970935</c:v>
                </c:pt>
                <c:pt idx="2318">
                  <c:v>1.0137962109262886</c:v>
                </c:pt>
                <c:pt idx="2319">
                  <c:v>1.0128458945774947</c:v>
                </c:pt>
                <c:pt idx="2320">
                  <c:v>1.0130777905621129</c:v>
                </c:pt>
                <c:pt idx="2321">
                  <c:v>1.0135188501210279</c:v>
                </c:pt>
                <c:pt idx="2322">
                  <c:v>1.0132410575269677</c:v>
                </c:pt>
                <c:pt idx="2323">
                  <c:v>1.0135639085522121</c:v>
                </c:pt>
                <c:pt idx="2324">
                  <c:v>1.0132664060694265</c:v>
                </c:pt>
                <c:pt idx="2325">
                  <c:v>1.0132621897787972</c:v>
                </c:pt>
                <c:pt idx="2326">
                  <c:v>1.0120904673732762</c:v>
                </c:pt>
                <c:pt idx="2327">
                  <c:v>1.0113069992964383</c:v>
                </c:pt>
                <c:pt idx="2328">
                  <c:v>1.0122964052312482</c:v>
                </c:pt>
                <c:pt idx="2329">
                  <c:v>1.0124918785606702</c:v>
                </c:pt>
                <c:pt idx="2330">
                  <c:v>1.0117571010207995</c:v>
                </c:pt>
                <c:pt idx="2331">
                  <c:v>1.0113711834315018</c:v>
                </c:pt>
                <c:pt idx="2332">
                  <c:v>1.0122345070368874</c:v>
                </c:pt>
                <c:pt idx="2333">
                  <c:v>1.0139431715141309</c:v>
                </c:pt>
                <c:pt idx="2334">
                  <c:v>1.0141684636700523</c:v>
                </c:pt>
                <c:pt idx="2335">
                  <c:v>1.0133998288084407</c:v>
                </c:pt>
                <c:pt idx="2336">
                  <c:v>1.0119599147598111</c:v>
                </c:pt>
                <c:pt idx="2337">
                  <c:v>1.0103221144443513</c:v>
                </c:pt>
                <c:pt idx="2338">
                  <c:v>1.0093294573938751</c:v>
                </c:pt>
                <c:pt idx="2339">
                  <c:v>1.0093449763913125</c:v>
                </c:pt>
                <c:pt idx="2340">
                  <c:v>1.009019229841178</c:v>
                </c:pt>
                <c:pt idx="2341">
                  <c:v>1.008436137166602</c:v>
                </c:pt>
                <c:pt idx="2342">
                  <c:v>1.0100445250450203</c:v>
                </c:pt>
                <c:pt idx="2343">
                  <c:v>1.0102922956178517</c:v>
                </c:pt>
                <c:pt idx="2344">
                  <c:v>1.0090878842602824</c:v>
                </c:pt>
                <c:pt idx="2345">
                  <c:v>1.0098609132079115</c:v>
                </c:pt>
                <c:pt idx="2346">
                  <c:v>1.0119076429157428</c:v>
                </c:pt>
                <c:pt idx="2347">
                  <c:v>1.0117266980094537</c:v>
                </c:pt>
                <c:pt idx="2348">
                  <c:v>1.0114866234369881</c:v>
                </c:pt>
                <c:pt idx="2349">
                  <c:v>1.0111729923725779</c:v>
                </c:pt>
                <c:pt idx="2350">
                  <c:v>1.0102859203832253</c:v>
                </c:pt>
                <c:pt idx="2351">
                  <c:v>1.0104077356233379</c:v>
                </c:pt>
                <c:pt idx="2352">
                  <c:v>1.0110893523422002</c:v>
                </c:pt>
                <c:pt idx="2353">
                  <c:v>1.0106927670296233</c:v>
                </c:pt>
                <c:pt idx="2354">
                  <c:v>1.0108539766478457</c:v>
                </c:pt>
                <c:pt idx="2355">
                  <c:v>1.0117046513813432</c:v>
                </c:pt>
                <c:pt idx="2356">
                  <c:v>1.0117290601481796</c:v>
                </c:pt>
                <c:pt idx="2357">
                  <c:v>1.0120977569841838</c:v>
                </c:pt>
                <c:pt idx="2358">
                  <c:v>1.0119630388787715</c:v>
                </c:pt>
                <c:pt idx="2359">
                  <c:v>1.0111391350508367</c:v>
                </c:pt>
                <c:pt idx="2360">
                  <c:v>1.0098871761266512</c:v>
                </c:pt>
                <c:pt idx="2361">
                  <c:v>1.0089603287690718</c:v>
                </c:pt>
                <c:pt idx="2362">
                  <c:v>1.009158037240514</c:v>
                </c:pt>
                <c:pt idx="2363">
                  <c:v>1.0101417791222496</c:v>
                </c:pt>
                <c:pt idx="2364">
                  <c:v>1.0111360871298998</c:v>
                </c:pt>
                <c:pt idx="2365">
                  <c:v>1.011320435547902</c:v>
                </c:pt>
                <c:pt idx="2366">
                  <c:v>1.0104989700567166</c:v>
                </c:pt>
                <c:pt idx="2367">
                  <c:v>1.0105820513015893</c:v>
                </c:pt>
                <c:pt idx="2368">
                  <c:v>1.010926034578663</c:v>
                </c:pt>
                <c:pt idx="2369">
                  <c:v>1.0115998029011128</c:v>
                </c:pt>
                <c:pt idx="2370">
                  <c:v>1.0111887145647442</c:v>
                </c:pt>
                <c:pt idx="2371">
                  <c:v>1.009861573590781</c:v>
                </c:pt>
                <c:pt idx="2372">
                  <c:v>1.0099634249487568</c:v>
                </c:pt>
                <c:pt idx="2373">
                  <c:v>1.0105246741899516</c:v>
                </c:pt>
                <c:pt idx="2374">
                  <c:v>1.0111612832763117</c:v>
                </c:pt>
                <c:pt idx="2375">
                  <c:v>1.0113555374373588</c:v>
                </c:pt>
                <c:pt idx="2376">
                  <c:v>1.0113255916141535</c:v>
                </c:pt>
                <c:pt idx="2377">
                  <c:v>1.0118199643901238</c:v>
                </c:pt>
                <c:pt idx="2378">
                  <c:v>1.0109528308835669</c:v>
                </c:pt>
                <c:pt idx="2379">
                  <c:v>1.0095476377342771</c:v>
                </c:pt>
                <c:pt idx="2380">
                  <c:v>1.0095819268448176</c:v>
                </c:pt>
                <c:pt idx="2381">
                  <c:v>1.0102013405772254</c:v>
                </c:pt>
                <c:pt idx="2382">
                  <c:v>1.0105619858220878</c:v>
                </c:pt>
                <c:pt idx="2383">
                  <c:v>1.0112311314644498</c:v>
                </c:pt>
                <c:pt idx="2384">
                  <c:v>1.0105422505340211</c:v>
                </c:pt>
                <c:pt idx="2385">
                  <c:v>1.0111112465742638</c:v>
                </c:pt>
                <c:pt idx="2386">
                  <c:v>1.0117425979970081</c:v>
                </c:pt>
                <c:pt idx="2387">
                  <c:v>1.0114951322162704</c:v>
                </c:pt>
                <c:pt idx="2388">
                  <c:v>1.0109718295907404</c:v>
                </c:pt>
                <c:pt idx="2389">
                  <c:v>1.0119091160775289</c:v>
                </c:pt>
                <c:pt idx="2390">
                  <c:v>1.0130859945493014</c:v>
                </c:pt>
                <c:pt idx="2391">
                  <c:v>1.0119231365138388</c:v>
                </c:pt>
                <c:pt idx="2392">
                  <c:v>1.0110527518916159</c:v>
                </c:pt>
                <c:pt idx="2393">
                  <c:v>1.0107367586884797</c:v>
                </c:pt>
                <c:pt idx="2394">
                  <c:v>1.0114006466672254</c:v>
                </c:pt>
                <c:pt idx="2395">
                  <c:v>1.0140643517707151</c:v>
                </c:pt>
                <c:pt idx="2396">
                  <c:v>1.0155638526736617</c:v>
                </c:pt>
                <c:pt idx="2397">
                  <c:v>1.0162572038881312</c:v>
                </c:pt>
                <c:pt idx="2398">
                  <c:v>1.0171043989118922</c:v>
                </c:pt>
                <c:pt idx="2399">
                  <c:v>1.0157617135411507</c:v>
                </c:pt>
                <c:pt idx="2400">
                  <c:v>1.0147240996568549</c:v>
                </c:pt>
                <c:pt idx="2401">
                  <c:v>1.0155062723672947</c:v>
                </c:pt>
                <c:pt idx="2402">
                  <c:v>1.0164618209803638</c:v>
                </c:pt>
                <c:pt idx="2403">
                  <c:v>1.0155208007904275</c:v>
                </c:pt>
                <c:pt idx="2404">
                  <c:v>1.0137139424603325</c:v>
                </c:pt>
                <c:pt idx="2405">
                  <c:v>1.0118827261620833</c:v>
                </c:pt>
                <c:pt idx="2406">
                  <c:v>1.0112079672653291</c:v>
                </c:pt>
                <c:pt idx="2407">
                  <c:v>1.0116299011203649</c:v>
                </c:pt>
                <c:pt idx="2408">
                  <c:v>1.0127879078816695</c:v>
                </c:pt>
                <c:pt idx="2409">
                  <c:v>1.0136241557893988</c:v>
                </c:pt>
                <c:pt idx="2410">
                  <c:v>1.0122799464581889</c:v>
                </c:pt>
                <c:pt idx="2411">
                  <c:v>1.0115225127060203</c:v>
                </c:pt>
                <c:pt idx="2412">
                  <c:v>1.0131841376034705</c:v>
                </c:pt>
                <c:pt idx="2413">
                  <c:v>1.0141471028241527</c:v>
                </c:pt>
                <c:pt idx="2414">
                  <c:v>1.0129039066726608</c:v>
                </c:pt>
                <c:pt idx="2415">
                  <c:v>1.0104199019077444</c:v>
                </c:pt>
                <c:pt idx="2416">
                  <c:v>1.0092753313979035</c:v>
                </c:pt>
                <c:pt idx="2417">
                  <c:v>1.009078638900107</c:v>
                </c:pt>
                <c:pt idx="2418">
                  <c:v>1.0098170739451018</c:v>
                </c:pt>
                <c:pt idx="2419">
                  <c:v>1.0102863775713657</c:v>
                </c:pt>
                <c:pt idx="2420">
                  <c:v>1.0094156373583669</c:v>
                </c:pt>
                <c:pt idx="2421">
                  <c:v>1.0086493900348226</c:v>
                </c:pt>
                <c:pt idx="2422">
                  <c:v>1.0088513909949175</c:v>
                </c:pt>
                <c:pt idx="2423">
                  <c:v>1.0091081021358306</c:v>
                </c:pt>
                <c:pt idx="2424">
                  <c:v>1.0115243668579237</c:v>
                </c:pt>
                <c:pt idx="2425">
                  <c:v>1.0128460977722238</c:v>
                </c:pt>
                <c:pt idx="2426">
                  <c:v>1.0124639900840973</c:v>
                </c:pt>
                <c:pt idx="2427">
                  <c:v>1.0127577080650527</c:v>
                </c:pt>
                <c:pt idx="2428">
                  <c:v>1.0124433150204084</c:v>
                </c:pt>
                <c:pt idx="2429">
                  <c:v>1.0107098099875289</c:v>
                </c:pt>
                <c:pt idx="2430">
                  <c:v>1.0092369275940982</c:v>
                </c:pt>
                <c:pt idx="2431">
                  <c:v>1.0101795225431853</c:v>
                </c:pt>
                <c:pt idx="2432">
                  <c:v>1.0124649552590606</c:v>
                </c:pt>
                <c:pt idx="2433">
                  <c:v>1.0149304439042852</c:v>
                </c:pt>
                <c:pt idx="2434">
                  <c:v>1.0154098310689821</c:v>
                </c:pt>
                <c:pt idx="2435">
                  <c:v>1.0146971509559042</c:v>
                </c:pt>
                <c:pt idx="2436">
                  <c:v>1.0149901323559667</c:v>
                </c:pt>
                <c:pt idx="2437">
                  <c:v>1.0141173093969942</c:v>
                </c:pt>
                <c:pt idx="2438">
                  <c:v>1.0135523518519929</c:v>
                </c:pt>
                <c:pt idx="2439">
                  <c:v>1.0134519736558034</c:v>
                </c:pt>
                <c:pt idx="2440">
                  <c:v>1.0119486120530032</c:v>
                </c:pt>
                <c:pt idx="2441">
                  <c:v>1.0108005110347438</c:v>
                </c:pt>
                <c:pt idx="2442">
                  <c:v>1.0115902781481849</c:v>
                </c:pt>
                <c:pt idx="2443">
                  <c:v>1.0141000378450182</c:v>
                </c:pt>
                <c:pt idx="2444">
                  <c:v>1.0161654360685883</c:v>
                </c:pt>
                <c:pt idx="2445">
                  <c:v>1.0174034253551463</c:v>
                </c:pt>
                <c:pt idx="2446">
                  <c:v>1.0160327753098084</c:v>
                </c:pt>
                <c:pt idx="2447">
                  <c:v>1.0134139254427741</c:v>
                </c:pt>
                <c:pt idx="2448">
                  <c:v>1.0130085519581622</c:v>
                </c:pt>
                <c:pt idx="2449">
                  <c:v>1.0139735999248181</c:v>
                </c:pt>
                <c:pt idx="2450">
                  <c:v>1.0150268598032568</c:v>
                </c:pt>
                <c:pt idx="2451">
                  <c:v>1.0157558970920295</c:v>
                </c:pt>
                <c:pt idx="2452">
                  <c:v>1.0142559644002835</c:v>
                </c:pt>
                <c:pt idx="2453">
                  <c:v>1.0140483755851373</c:v>
                </c:pt>
                <c:pt idx="2454">
                  <c:v>1.01469260447384</c:v>
                </c:pt>
                <c:pt idx="2455">
                  <c:v>1.0137551909903457</c:v>
                </c:pt>
                <c:pt idx="2456">
                  <c:v>1.0120733482173472</c:v>
                </c:pt>
                <c:pt idx="2457">
                  <c:v>1.0122877694552603</c:v>
                </c:pt>
                <c:pt idx="2458">
                  <c:v>1.0107665013169558</c:v>
                </c:pt>
                <c:pt idx="2459">
                  <c:v>1.0096458569864697</c:v>
                </c:pt>
                <c:pt idx="2460">
                  <c:v>1.0104016651808052</c:v>
                </c:pt>
                <c:pt idx="2461">
                  <c:v>1.0100959841101722</c:v>
                </c:pt>
                <c:pt idx="2462">
                  <c:v>1.0095862955314938</c:v>
                </c:pt>
                <c:pt idx="2463">
                  <c:v>1.0103462438184354</c:v>
                </c:pt>
                <c:pt idx="2464">
                  <c:v>1.0114579221814985</c:v>
                </c:pt>
                <c:pt idx="2465">
                  <c:v>1.0120272738125173</c:v>
                </c:pt>
                <c:pt idx="2466">
                  <c:v>1.012477451734902</c:v>
                </c:pt>
                <c:pt idx="2467">
                  <c:v>1.0129544005628495</c:v>
                </c:pt>
                <c:pt idx="2468">
                  <c:v>1.0131179723197981</c:v>
                </c:pt>
                <c:pt idx="2469">
                  <c:v>1.0123917035592096</c:v>
                </c:pt>
                <c:pt idx="2470">
                  <c:v>1.0122792098772957</c:v>
                </c:pt>
                <c:pt idx="2471">
                  <c:v>1.0121873404603885</c:v>
                </c:pt>
                <c:pt idx="2472">
                  <c:v>1.0116415086192665</c:v>
                </c:pt>
                <c:pt idx="2473">
                  <c:v>1.0114508611646613</c:v>
                </c:pt>
                <c:pt idx="2474">
                  <c:v>1.0119471388912171</c:v>
                </c:pt>
                <c:pt idx="2475">
                  <c:v>1.0116103182283451</c:v>
                </c:pt>
                <c:pt idx="2476">
                  <c:v>1.0107737147298399</c:v>
                </c:pt>
                <c:pt idx="2477">
                  <c:v>1.0105681070633028</c:v>
                </c:pt>
                <c:pt idx="2478">
                  <c:v>1.0118634734614984</c:v>
                </c:pt>
                <c:pt idx="2479">
                  <c:v>1.0121307761276672</c:v>
                </c:pt>
                <c:pt idx="2480">
                  <c:v>1.0140592211038046</c:v>
                </c:pt>
                <c:pt idx="2481">
                  <c:v>1.0147744157516554</c:v>
                </c:pt>
                <c:pt idx="2482">
                  <c:v>1.0138343861360237</c:v>
                </c:pt>
                <c:pt idx="2483">
                  <c:v>1.012684456365202</c:v>
                </c:pt>
                <c:pt idx="2484">
                  <c:v>1.011312536352807</c:v>
                </c:pt>
                <c:pt idx="2485">
                  <c:v>1.010448984153351</c:v>
                </c:pt>
                <c:pt idx="2486">
                  <c:v>1.0094716937042654</c:v>
                </c:pt>
                <c:pt idx="2487">
                  <c:v>1.0084552120717989</c:v>
                </c:pt>
                <c:pt idx="2488">
                  <c:v>1.0086177932544429</c:v>
                </c:pt>
                <c:pt idx="2489">
                  <c:v>1.0088770443294701</c:v>
                </c:pt>
                <c:pt idx="2490">
                  <c:v>1.0079904041289169</c:v>
                </c:pt>
                <c:pt idx="2491">
                  <c:v>1.0085191930121333</c:v>
                </c:pt>
                <c:pt idx="2492">
                  <c:v>1.0090036600450585</c:v>
                </c:pt>
                <c:pt idx="2493">
                  <c:v>1.0082950438265632</c:v>
                </c:pt>
                <c:pt idx="2494">
                  <c:v>1.0088528641567038</c:v>
                </c:pt>
                <c:pt idx="2495">
                  <c:v>1.0090381777496691</c:v>
                </c:pt>
                <c:pt idx="2496">
                  <c:v>1.0069534252281496</c:v>
                </c:pt>
                <c:pt idx="2497">
                  <c:v>1.0061836981948689</c:v>
                </c:pt>
                <c:pt idx="2498">
                  <c:v>1.0072208802903653</c:v>
                </c:pt>
                <c:pt idx="2499">
                  <c:v>1.0073919194536094</c:v>
                </c:pt>
                <c:pt idx="2500">
                  <c:v>1.007249632344537</c:v>
                </c:pt>
                <c:pt idx="2501">
                  <c:v>1.0070592388833433</c:v>
                </c:pt>
                <c:pt idx="2502">
                  <c:v>1.0076989212899818</c:v>
                </c:pt>
                <c:pt idx="2503">
                  <c:v>1.0082943834436935</c:v>
                </c:pt>
                <c:pt idx="2504">
                  <c:v>1.0087034144334297</c:v>
                </c:pt>
                <c:pt idx="2505">
                  <c:v>1.0084676323496169</c:v>
                </c:pt>
                <c:pt idx="2506">
                  <c:v>1.0071527846567661</c:v>
                </c:pt>
                <c:pt idx="2507">
                  <c:v>1.0077007500425439</c:v>
                </c:pt>
                <c:pt idx="2508">
                  <c:v>1.0094146467840623</c:v>
                </c:pt>
                <c:pt idx="2509">
                  <c:v>1.0096416406958404</c:v>
                </c:pt>
                <c:pt idx="2510">
                  <c:v>1.010568157861985</c:v>
                </c:pt>
                <c:pt idx="2511">
                  <c:v>1.0105329543751636</c:v>
                </c:pt>
                <c:pt idx="2512">
                  <c:v>1.0099599198396794</c:v>
                </c:pt>
                <c:pt idx="2513">
                  <c:v>1.0103400209798559</c:v>
                </c:pt>
                <c:pt idx="2514">
                  <c:v>1.0121032686412115</c:v>
                </c:pt>
                <c:pt idx="2515">
                  <c:v>1.0127396745328425</c:v>
                </c:pt>
                <c:pt idx="2516">
                  <c:v>1.0116114357993553</c:v>
                </c:pt>
                <c:pt idx="2517">
                  <c:v>1.0116606343231456</c:v>
                </c:pt>
                <c:pt idx="2518">
                  <c:v>1.0114871060244697</c:v>
                </c:pt>
                <c:pt idx="2519">
                  <c:v>1.0117383817063785</c:v>
                </c:pt>
                <c:pt idx="2520">
                  <c:v>1.0124817950222371</c:v>
                </c:pt>
                <c:pt idx="2521">
                  <c:v>1.0135021881532393</c:v>
                </c:pt>
                <c:pt idx="2522">
                  <c:v>1.0128844253780056</c:v>
                </c:pt>
                <c:pt idx="2523">
                  <c:v>1.0112325284282127</c:v>
                </c:pt>
                <c:pt idx="2524">
                  <c:v>1.010779302584891</c:v>
                </c:pt>
                <c:pt idx="2525">
                  <c:v>1.0095681604019191</c:v>
                </c:pt>
                <c:pt idx="2526">
                  <c:v>1.0092680163876548</c:v>
                </c:pt>
                <c:pt idx="2527">
                  <c:v>1.00993589206296</c:v>
                </c:pt>
                <c:pt idx="2528">
                  <c:v>1.0092800810746969</c:v>
                </c:pt>
                <c:pt idx="2529">
                  <c:v>1.0096312269659724</c:v>
                </c:pt>
                <c:pt idx="2530">
                  <c:v>1.0096782665457658</c:v>
                </c:pt>
                <c:pt idx="2531">
                  <c:v>1.0105575663367292</c:v>
                </c:pt>
                <c:pt idx="2532">
                  <c:v>1.0104745612898802</c:v>
                </c:pt>
                <c:pt idx="2533">
                  <c:v>1.0097404441328792</c:v>
                </c:pt>
                <c:pt idx="2534">
                  <c:v>1.0103936897876868</c:v>
                </c:pt>
                <c:pt idx="2535">
                  <c:v>1.0109071374688541</c:v>
                </c:pt>
                <c:pt idx="2536">
                  <c:v>1.0105200515098638</c:v>
                </c:pt>
                <c:pt idx="2537">
                  <c:v>1.0107081590303548</c:v>
                </c:pt>
                <c:pt idx="2538">
                  <c:v>1.0112163744472469</c:v>
                </c:pt>
                <c:pt idx="2539">
                  <c:v>1.0116135439446701</c:v>
                </c:pt>
                <c:pt idx="2540">
                  <c:v>1.011813182766039</c:v>
                </c:pt>
                <c:pt idx="2541">
                  <c:v>1.0109922252616768</c:v>
                </c:pt>
                <c:pt idx="2542">
                  <c:v>1.0108254277884032</c:v>
                </c:pt>
                <c:pt idx="2543">
                  <c:v>1.0120773613132474</c:v>
                </c:pt>
                <c:pt idx="2544">
                  <c:v>1.0142750901041626</c:v>
                </c:pt>
                <c:pt idx="2545">
                  <c:v>1.0139438064976594</c:v>
                </c:pt>
                <c:pt idx="2546">
                  <c:v>1.011960067155858</c:v>
                </c:pt>
                <c:pt idx="2547">
                  <c:v>1.0104564007609642</c:v>
                </c:pt>
                <c:pt idx="2548">
                  <c:v>1.0104535560347565</c:v>
                </c:pt>
                <c:pt idx="2549">
                  <c:v>1.0108787156061172</c:v>
                </c:pt>
                <c:pt idx="2550">
                  <c:v>1.0093337244831868</c:v>
                </c:pt>
                <c:pt idx="2551">
                  <c:v>1.0084084010860759</c:v>
                </c:pt>
                <c:pt idx="2552">
                  <c:v>1.0090605291698733</c:v>
                </c:pt>
                <c:pt idx="2553">
                  <c:v>1.0108474236178313</c:v>
                </c:pt>
                <c:pt idx="2554">
                  <c:v>1.0122798702601654</c:v>
                </c:pt>
                <c:pt idx="2555">
                  <c:v>1.0127486405002655</c:v>
                </c:pt>
                <c:pt idx="2556">
                  <c:v>1.0126233455504163</c:v>
                </c:pt>
                <c:pt idx="2557">
                  <c:v>1.0129334969050903</c:v>
                </c:pt>
                <c:pt idx="2558">
                  <c:v>1.0137431517026447</c:v>
                </c:pt>
                <c:pt idx="2559">
                  <c:v>1.0154075451282794</c:v>
                </c:pt>
                <c:pt idx="2560">
                  <c:v>1.0140739019229841</c:v>
                </c:pt>
                <c:pt idx="2561">
                  <c:v>1.012460535773702</c:v>
                </c:pt>
                <c:pt idx="2562">
                  <c:v>1.0120028904450218</c:v>
                </c:pt>
                <c:pt idx="2563">
                  <c:v>1.0112311314644498</c:v>
                </c:pt>
                <c:pt idx="2564">
                  <c:v>1.0096162413546992</c:v>
                </c:pt>
                <c:pt idx="2565">
                  <c:v>1.0084193990007899</c:v>
                </c:pt>
                <c:pt idx="2566">
                  <c:v>1.0089871250739755</c:v>
                </c:pt>
                <c:pt idx="2567">
                  <c:v>1.009752305625192</c:v>
                </c:pt>
                <c:pt idx="2568">
                  <c:v>1.0105763110504913</c:v>
                </c:pt>
                <c:pt idx="2569">
                  <c:v>1.0120718750555611</c:v>
                </c:pt>
                <c:pt idx="2570">
                  <c:v>1.0121059609713725</c:v>
                </c:pt>
                <c:pt idx="2571">
                  <c:v>1.0117173002532314</c:v>
                </c:pt>
                <c:pt idx="2572">
                  <c:v>1.0112157394637182</c:v>
                </c:pt>
                <c:pt idx="2573">
                  <c:v>1.0115024726258601</c:v>
                </c:pt>
                <c:pt idx="2574">
                  <c:v>1.0121407326693945</c:v>
                </c:pt>
                <c:pt idx="2575">
                  <c:v>1.0134761538285697</c:v>
                </c:pt>
                <c:pt idx="2576">
                  <c:v>1.0147211533332825</c:v>
                </c:pt>
                <c:pt idx="2577">
                  <c:v>1.0144980963193815</c:v>
                </c:pt>
                <c:pt idx="2578">
                  <c:v>1.0140377078618581</c:v>
                </c:pt>
                <c:pt idx="2579">
                  <c:v>1.0135822722758572</c:v>
                </c:pt>
                <c:pt idx="2580">
                  <c:v>1.0132196458823859</c:v>
                </c:pt>
                <c:pt idx="2581">
                  <c:v>1.010518984737536</c:v>
                </c:pt>
                <c:pt idx="2582">
                  <c:v>1.0082648694092875</c:v>
                </c:pt>
                <c:pt idx="2583">
                  <c:v>1.0083491190238525</c:v>
                </c:pt>
                <c:pt idx="2584">
                  <c:v>1.0094762909850119</c:v>
                </c:pt>
                <c:pt idx="2585">
                  <c:v>1.0093313877438019</c:v>
                </c:pt>
                <c:pt idx="2586">
                  <c:v>1.0084205673704825</c:v>
                </c:pt>
                <c:pt idx="2587">
                  <c:v>1.0099131342532974</c:v>
                </c:pt>
                <c:pt idx="2588">
                  <c:v>1.0127803388780094</c:v>
                </c:pt>
                <c:pt idx="2589">
                  <c:v>1.0143769414621384</c:v>
                </c:pt>
                <c:pt idx="2590">
                  <c:v>1.0131061616261674</c:v>
                </c:pt>
                <c:pt idx="2591">
                  <c:v>1.0127650484746427</c:v>
                </c:pt>
                <c:pt idx="2592">
                  <c:v>1.0130305223882492</c:v>
                </c:pt>
                <c:pt idx="2593">
                  <c:v>1.0131893698677457</c:v>
                </c:pt>
                <c:pt idx="2594">
                  <c:v>1.0124927929369512</c:v>
                </c:pt>
                <c:pt idx="2595">
                  <c:v>1.011139338245566</c:v>
                </c:pt>
                <c:pt idx="2596">
                  <c:v>1.0099935231680091</c:v>
                </c:pt>
                <c:pt idx="2597">
                  <c:v>1.0111714938114504</c:v>
                </c:pt>
                <c:pt idx="2598">
                  <c:v>1.0117473984724836</c:v>
                </c:pt>
                <c:pt idx="2599">
                  <c:v>1.0113925950760838</c:v>
                </c:pt>
                <c:pt idx="2600">
                  <c:v>1.0113738757616628</c:v>
                </c:pt>
                <c:pt idx="2601">
                  <c:v>1.0122135525804461</c:v>
                </c:pt>
                <c:pt idx="2602">
                  <c:v>1.0137223496422503</c:v>
                </c:pt>
                <c:pt idx="2603">
                  <c:v>1.0143664515342472</c:v>
                </c:pt>
                <c:pt idx="2604">
                  <c:v>1.0144380268775828</c:v>
                </c:pt>
                <c:pt idx="2605">
                  <c:v>1.013494238159462</c:v>
                </c:pt>
                <c:pt idx="2606">
                  <c:v>1.0134413313318653</c:v>
                </c:pt>
                <c:pt idx="2607">
                  <c:v>1.0141806807531413</c:v>
                </c:pt>
                <c:pt idx="2608">
                  <c:v>1.0139611034489766</c:v>
                </c:pt>
                <c:pt idx="2609">
                  <c:v>1.0143859582282435</c:v>
                </c:pt>
                <c:pt idx="2610">
                  <c:v>1.0146660875616886</c:v>
                </c:pt>
                <c:pt idx="2611">
                  <c:v>1.0131174389336342</c:v>
                </c:pt>
                <c:pt idx="2612">
                  <c:v>1.012716180142287</c:v>
                </c:pt>
                <c:pt idx="2613">
                  <c:v>1.0134762300265932</c:v>
                </c:pt>
                <c:pt idx="2614">
                  <c:v>1.0118409442459062</c:v>
                </c:pt>
                <c:pt idx="2615">
                  <c:v>1.0100680194355758</c:v>
                </c:pt>
                <c:pt idx="2616">
                  <c:v>1.009187729070308</c:v>
                </c:pt>
                <c:pt idx="2617">
                  <c:v>1.0090183662635792</c:v>
                </c:pt>
                <c:pt idx="2618">
                  <c:v>1.0098536743956861</c:v>
                </c:pt>
                <c:pt idx="2619">
                  <c:v>1.011103906164674</c:v>
                </c:pt>
                <c:pt idx="2620">
                  <c:v>1.0120150313300873</c:v>
                </c:pt>
                <c:pt idx="2621">
                  <c:v>1.0118476750713086</c:v>
                </c:pt>
                <c:pt idx="2622">
                  <c:v>1.012221832765658</c:v>
                </c:pt>
                <c:pt idx="2623">
                  <c:v>1.0144787674207731</c:v>
                </c:pt>
                <c:pt idx="2624">
                  <c:v>1.0157654726436396</c:v>
                </c:pt>
                <c:pt idx="2625">
                  <c:v>1.0147756349200301</c:v>
                </c:pt>
                <c:pt idx="2626">
                  <c:v>1.0127568190881129</c:v>
                </c:pt>
                <c:pt idx="2627">
                  <c:v>1.0117966985936384</c:v>
                </c:pt>
                <c:pt idx="2628">
                  <c:v>1.0127594860189326</c:v>
                </c:pt>
                <c:pt idx="2629">
                  <c:v>1.0138944301784811</c:v>
                </c:pt>
                <c:pt idx="2630">
                  <c:v>1.0144661693475672</c:v>
                </c:pt>
                <c:pt idx="2631">
                  <c:v>1.0145463042688672</c:v>
                </c:pt>
                <c:pt idx="2632">
                  <c:v>1.0143171514130924</c:v>
                </c:pt>
                <c:pt idx="2633">
                  <c:v>1.0151322924683335</c:v>
                </c:pt>
                <c:pt idx="2634">
                  <c:v>1.0145986523109591</c:v>
                </c:pt>
                <c:pt idx="2635">
                  <c:v>1.0128462247689294</c:v>
                </c:pt>
                <c:pt idx="2636">
                  <c:v>1.0123607925610409</c:v>
                </c:pt>
                <c:pt idx="2637">
                  <c:v>1.0128510252444052</c:v>
                </c:pt>
                <c:pt idx="2638">
                  <c:v>1.0133264755112252</c:v>
                </c:pt>
                <c:pt idx="2639">
                  <c:v>1.0128354300489446</c:v>
                </c:pt>
                <c:pt idx="2640">
                  <c:v>1.0133630505624684</c:v>
                </c:pt>
                <c:pt idx="2641">
                  <c:v>1.0165872683262596</c:v>
                </c:pt>
                <c:pt idx="2642">
                  <c:v>1.0184414202295593</c:v>
                </c:pt>
                <c:pt idx="2643">
                  <c:v>1.0161046808445788</c:v>
                </c:pt>
                <c:pt idx="2644">
                  <c:v>1.0137575531290719</c:v>
                </c:pt>
                <c:pt idx="2645">
                  <c:v>1.0127894826408204</c:v>
                </c:pt>
                <c:pt idx="2646">
                  <c:v>1.0121716182682221</c:v>
                </c:pt>
                <c:pt idx="2647">
                  <c:v>1.0112684684959272</c:v>
                </c:pt>
                <c:pt idx="2648">
                  <c:v>1.0100785093634672</c:v>
                </c:pt>
                <c:pt idx="2649">
                  <c:v>1.0101032737210798</c:v>
                </c:pt>
                <c:pt idx="2650">
                  <c:v>1.0125910121891437</c:v>
                </c:pt>
                <c:pt idx="2651">
                  <c:v>1.0144196377545966</c:v>
                </c:pt>
                <c:pt idx="2652">
                  <c:v>1.0137746468856599</c:v>
                </c:pt>
                <c:pt idx="2653">
                  <c:v>1.0131249317392708</c:v>
                </c:pt>
                <c:pt idx="2654">
                  <c:v>1.0130426632733147</c:v>
                </c:pt>
                <c:pt idx="2655">
                  <c:v>1.0129143204025288</c:v>
                </c:pt>
                <c:pt idx="2656">
                  <c:v>1.0141641711813996</c:v>
                </c:pt>
                <c:pt idx="2657">
                  <c:v>1.0146415517981464</c:v>
                </c:pt>
                <c:pt idx="2658">
                  <c:v>1.013851378295247</c:v>
                </c:pt>
                <c:pt idx="2659">
                  <c:v>1.0137700750042544</c:v>
                </c:pt>
                <c:pt idx="2660">
                  <c:v>1.0131001419823169</c:v>
                </c:pt>
                <c:pt idx="2661">
                  <c:v>1.0118574030189658</c:v>
                </c:pt>
                <c:pt idx="2662">
                  <c:v>1.0133264755112252</c:v>
                </c:pt>
                <c:pt idx="2663">
                  <c:v>1.0157388033354415</c:v>
                </c:pt>
                <c:pt idx="2664">
                  <c:v>1.0169185773321041</c:v>
                </c:pt>
                <c:pt idx="2665">
                  <c:v>1.0177015882208016</c:v>
                </c:pt>
                <c:pt idx="2666">
                  <c:v>1.0162826794272957</c:v>
                </c:pt>
                <c:pt idx="2667">
                  <c:v>1.01422472321068</c:v>
                </c:pt>
                <c:pt idx="2668">
                  <c:v>1.0140202585144942</c:v>
                </c:pt>
                <c:pt idx="2669">
                  <c:v>1.0134251011528761</c:v>
                </c:pt>
                <c:pt idx="2670">
                  <c:v>1.0127180088948493</c:v>
                </c:pt>
                <c:pt idx="2671">
                  <c:v>1.0116852208853702</c:v>
                </c:pt>
                <c:pt idx="2672">
                  <c:v>1.0109115569542126</c:v>
                </c:pt>
                <c:pt idx="2673">
                  <c:v>1.0102917368323465</c:v>
                </c:pt>
                <c:pt idx="2674">
                  <c:v>1.0109159510402299</c:v>
                </c:pt>
                <c:pt idx="2675">
                  <c:v>1.0123112130471335</c:v>
                </c:pt>
                <c:pt idx="2676">
                  <c:v>1.012785825135696</c:v>
                </c:pt>
                <c:pt idx="2677">
                  <c:v>1.0130471081580144</c:v>
                </c:pt>
                <c:pt idx="2678">
                  <c:v>1.0136188981257825</c:v>
                </c:pt>
                <c:pt idx="2679">
                  <c:v>1.0145234194624992</c:v>
                </c:pt>
                <c:pt idx="2680">
                  <c:v>1.0148373045203207</c:v>
                </c:pt>
                <c:pt idx="2681">
                  <c:v>1.0135992644350806</c:v>
                </c:pt>
                <c:pt idx="2682">
                  <c:v>1.0122575188399614</c:v>
                </c:pt>
                <c:pt idx="2683">
                  <c:v>1.0120247338784032</c:v>
                </c:pt>
                <c:pt idx="2684">
                  <c:v>1.0133659714866996</c:v>
                </c:pt>
                <c:pt idx="2685">
                  <c:v>1.0132139056312879</c:v>
                </c:pt>
                <c:pt idx="2686">
                  <c:v>1.0125916217733313</c:v>
                </c:pt>
                <c:pt idx="2687">
                  <c:v>1.012126788431108</c:v>
                </c:pt>
                <c:pt idx="2688">
                  <c:v>1.0104158126138207</c:v>
                </c:pt>
                <c:pt idx="2689">
                  <c:v>1.009157834045785</c:v>
                </c:pt>
                <c:pt idx="2690">
                  <c:v>1.0083989525311714</c:v>
                </c:pt>
                <c:pt idx="2691">
                  <c:v>1.0080638590234969</c:v>
                </c:pt>
                <c:pt idx="2692">
                  <c:v>1.0077019946102599</c:v>
                </c:pt>
                <c:pt idx="2693">
                  <c:v>1.0085422048152071</c:v>
                </c:pt>
                <c:pt idx="2694">
                  <c:v>1.0114741523604878</c:v>
                </c:pt>
                <c:pt idx="2695">
                  <c:v>1.0141614026532151</c:v>
                </c:pt>
                <c:pt idx="2696">
                  <c:v>1.0144580669577432</c:v>
                </c:pt>
                <c:pt idx="2697">
                  <c:v>1.0132999585990738</c:v>
                </c:pt>
                <c:pt idx="2698">
                  <c:v>1.0133817190782071</c:v>
                </c:pt>
                <c:pt idx="2699">
                  <c:v>1.0140763910584158</c:v>
                </c:pt>
                <c:pt idx="2700">
                  <c:v>1.0142747599127278</c:v>
                </c:pt>
                <c:pt idx="2701">
                  <c:v>1.0140880747553409</c:v>
                </c:pt>
                <c:pt idx="2702">
                  <c:v>1.013576278031348</c:v>
                </c:pt>
                <c:pt idx="2703">
                  <c:v>1.0149742069690713</c:v>
                </c:pt>
                <c:pt idx="2704">
                  <c:v>1.0163759458079658</c:v>
                </c:pt>
                <c:pt idx="2705">
                  <c:v>1.0166086545715005</c:v>
                </c:pt>
                <c:pt idx="2706">
                  <c:v>1.016114967577741</c:v>
                </c:pt>
                <c:pt idx="2707">
                  <c:v>1.0150270629979858</c:v>
                </c:pt>
                <c:pt idx="2708">
                  <c:v>1.0145932168519549</c:v>
                </c:pt>
                <c:pt idx="2709">
                  <c:v>1.0144219490946405</c:v>
                </c:pt>
                <c:pt idx="2710">
                  <c:v>1.0123010533106771</c:v>
                </c:pt>
                <c:pt idx="2711">
                  <c:v>1.0103956201376136</c:v>
                </c:pt>
                <c:pt idx="2712">
                  <c:v>1.0099158773821406</c:v>
                </c:pt>
                <c:pt idx="2713">
                  <c:v>1.0097418918953243</c:v>
                </c:pt>
                <c:pt idx="2714">
                  <c:v>1.0106989390695205</c:v>
                </c:pt>
                <c:pt idx="2715">
                  <c:v>1.0124283294091352</c:v>
                </c:pt>
                <c:pt idx="2716">
                  <c:v>1.0128035792751535</c:v>
                </c:pt>
                <c:pt idx="2717">
                  <c:v>1.0133176873391905</c:v>
                </c:pt>
                <c:pt idx="2718">
                  <c:v>1.0141682350759822</c:v>
                </c:pt>
                <c:pt idx="2719">
                  <c:v>1.0144445291089148</c:v>
                </c:pt>
                <c:pt idx="2720">
                  <c:v>1.0156165055078472</c:v>
                </c:pt>
                <c:pt idx="2721">
                  <c:v>1.0154965190202967</c:v>
                </c:pt>
                <c:pt idx="2722">
                  <c:v>1.0147308304822573</c:v>
                </c:pt>
                <c:pt idx="2723">
                  <c:v>1.0152994455323829</c:v>
                </c:pt>
                <c:pt idx="2724">
                  <c:v>1.0152280733837764</c:v>
                </c:pt>
                <c:pt idx="2725">
                  <c:v>1.0148039805847435</c:v>
                </c:pt>
                <c:pt idx="2726">
                  <c:v>1.0148416732069969</c:v>
                </c:pt>
                <c:pt idx="2727">
                  <c:v>1.0141976729123647</c:v>
                </c:pt>
                <c:pt idx="2728">
                  <c:v>1.0135596414629005</c:v>
                </c:pt>
                <c:pt idx="2729">
                  <c:v>1.0135856757875701</c:v>
                </c:pt>
                <c:pt idx="2730">
                  <c:v>1.0125751883996128</c:v>
                </c:pt>
                <c:pt idx="2731">
                  <c:v>1.0098756702251144</c:v>
                </c:pt>
                <c:pt idx="2732">
                  <c:v>1.0087486760593429</c:v>
                </c:pt>
                <c:pt idx="2733">
                  <c:v>1.0098770925882183</c:v>
                </c:pt>
                <c:pt idx="2734">
                  <c:v>1.0099087147679389</c:v>
                </c:pt>
                <c:pt idx="2735">
                  <c:v>1.0098323897478099</c:v>
                </c:pt>
                <c:pt idx="2736">
                  <c:v>1.0091455407646726</c:v>
                </c:pt>
                <c:pt idx="2737">
                  <c:v>1.0087403704747899</c:v>
                </c:pt>
                <c:pt idx="2738">
                  <c:v>1.0098219760179421</c:v>
                </c:pt>
                <c:pt idx="2739">
                  <c:v>1.0118326386613532</c:v>
                </c:pt>
                <c:pt idx="2740">
                  <c:v>1.0134479859592442</c:v>
                </c:pt>
                <c:pt idx="2741">
                  <c:v>1.0142977209171193</c:v>
                </c:pt>
                <c:pt idx="2742">
                  <c:v>1.0140460388457524</c:v>
                </c:pt>
                <c:pt idx="2743">
                  <c:v>1.0124588340178455</c:v>
                </c:pt>
                <c:pt idx="2744">
                  <c:v>1.0099225828082019</c:v>
                </c:pt>
                <c:pt idx="2745">
                  <c:v>1.0081684281109748</c:v>
                </c:pt>
                <c:pt idx="2746">
                  <c:v>1.0079932742544659</c:v>
                </c:pt>
                <c:pt idx="2747">
                  <c:v>1.0082004058814715</c:v>
                </c:pt>
                <c:pt idx="2748">
                  <c:v>1.0084301683214338</c:v>
                </c:pt>
                <c:pt idx="2749">
                  <c:v>1.0100625839765716</c:v>
                </c:pt>
                <c:pt idx="2750">
                  <c:v>1.0115698316785662</c:v>
                </c:pt>
                <c:pt idx="2751">
                  <c:v>1.0116363017543324</c:v>
                </c:pt>
                <c:pt idx="2752">
                  <c:v>1.0118773923004438</c:v>
                </c:pt>
                <c:pt idx="2753">
                  <c:v>1.0120434785921653</c:v>
                </c:pt>
                <c:pt idx="2754">
                  <c:v>1.0110517613173113</c:v>
                </c:pt>
                <c:pt idx="2755">
                  <c:v>1.0106825056958022</c:v>
                </c:pt>
                <c:pt idx="2756">
                  <c:v>1.0107436927086111</c:v>
                </c:pt>
                <c:pt idx="2757">
                  <c:v>1.0102142434425252</c:v>
                </c:pt>
                <c:pt idx="2758">
                  <c:v>1.009955881344438</c:v>
                </c:pt>
                <c:pt idx="2759">
                  <c:v>1.0087773519154912</c:v>
                </c:pt>
                <c:pt idx="2760">
                  <c:v>1.0083109184147763</c:v>
                </c:pt>
                <c:pt idx="2761">
                  <c:v>1.0077806817691148</c:v>
                </c:pt>
                <c:pt idx="2762">
                  <c:v>1.0083403816504999</c:v>
                </c:pt>
                <c:pt idx="2763">
                  <c:v>1.0109384040577987</c:v>
                </c:pt>
                <c:pt idx="2764">
                  <c:v>1.0124933517224564</c:v>
                </c:pt>
                <c:pt idx="2765">
                  <c:v>1.0128983188176099</c:v>
                </c:pt>
                <c:pt idx="2766">
                  <c:v>1.0127276098458007</c:v>
                </c:pt>
                <c:pt idx="2767">
                  <c:v>1.0134847388058754</c:v>
                </c:pt>
                <c:pt idx="2768">
                  <c:v>1.0140445148852839</c:v>
                </c:pt>
                <c:pt idx="2769">
                  <c:v>1.0144637056114765</c:v>
                </c:pt>
                <c:pt idx="2770">
                  <c:v>1.0140795913753997</c:v>
                </c:pt>
                <c:pt idx="2771">
                  <c:v>1.014795573402826</c:v>
                </c:pt>
                <c:pt idx="2772">
                  <c:v>1.0152785672739648</c:v>
                </c:pt>
                <c:pt idx="2773">
                  <c:v>1.0150166492681181</c:v>
                </c:pt>
                <c:pt idx="2774">
                  <c:v>1.0144470182443468</c:v>
                </c:pt>
                <c:pt idx="2775">
                  <c:v>1.0145730243757476</c:v>
                </c:pt>
                <c:pt idx="2776">
                  <c:v>1.0150788522545726</c:v>
                </c:pt>
                <c:pt idx="2777">
                  <c:v>1.0154743707948215</c:v>
                </c:pt>
                <c:pt idx="2778">
                  <c:v>1.0124465153373921</c:v>
                </c:pt>
                <c:pt idx="2779">
                  <c:v>1.0092734518466591</c:v>
                </c:pt>
                <c:pt idx="2780">
                  <c:v>1.0107066604692274</c:v>
                </c:pt>
                <c:pt idx="2781">
                  <c:v>1.0122320940994791</c:v>
                </c:pt>
                <c:pt idx="2782">
                  <c:v>1.0135228378175871</c:v>
                </c:pt>
                <c:pt idx="2783">
                  <c:v>1.0154118630162734</c:v>
                </c:pt>
                <c:pt idx="2784">
                  <c:v>1.0163459999847604</c:v>
                </c:pt>
                <c:pt idx="2785">
                  <c:v>1.0149177188343734</c:v>
                </c:pt>
                <c:pt idx="2786">
                  <c:v>1.0129397451430109</c:v>
                </c:pt>
                <c:pt idx="2787">
                  <c:v>1.012580065073112</c:v>
                </c:pt>
                <c:pt idx="2788">
                  <c:v>1.013563883152871</c:v>
                </c:pt>
                <c:pt idx="2789">
                  <c:v>1.0123721968652133</c:v>
                </c:pt>
                <c:pt idx="2790">
                  <c:v>1.0096939379392498</c:v>
                </c:pt>
                <c:pt idx="2791">
                  <c:v>1.0092948126925587</c:v>
                </c:pt>
                <c:pt idx="2792">
                  <c:v>1.0109904727071379</c:v>
                </c:pt>
                <c:pt idx="2793">
                  <c:v>1.0140457086543175</c:v>
                </c:pt>
                <c:pt idx="2794">
                  <c:v>1.0147920428944073</c:v>
                </c:pt>
                <c:pt idx="2795">
                  <c:v>1.0123492358608217</c:v>
                </c:pt>
                <c:pt idx="2796">
                  <c:v>1.0095002679630491</c:v>
                </c:pt>
                <c:pt idx="2797">
                  <c:v>1.0084710612606709</c:v>
                </c:pt>
                <c:pt idx="2798">
                  <c:v>1.0108147600651238</c:v>
                </c:pt>
                <c:pt idx="2799">
                  <c:v>1.0150476872629923</c:v>
                </c:pt>
                <c:pt idx="2800">
                  <c:v>1.0163703071542325</c:v>
                </c:pt>
                <c:pt idx="2801">
                  <c:v>1.0143422205627985</c:v>
                </c:pt>
                <c:pt idx="2802">
                  <c:v>1.0130945033285836</c:v>
                </c:pt>
                <c:pt idx="2803">
                  <c:v>1.0134483161506791</c:v>
                </c:pt>
                <c:pt idx="2804">
                  <c:v>1.014654276868058</c:v>
                </c:pt>
                <c:pt idx="2805">
                  <c:v>1.0156122384185353</c:v>
                </c:pt>
                <c:pt idx="2806">
                  <c:v>1.0148522139335705</c:v>
                </c:pt>
                <c:pt idx="2807">
                  <c:v>1.0136495043318576</c:v>
                </c:pt>
                <c:pt idx="2808">
                  <c:v>1.0133479379544894</c:v>
                </c:pt>
                <c:pt idx="2809">
                  <c:v>1.0131034438966653</c:v>
                </c:pt>
                <c:pt idx="2810">
                  <c:v>1.0123721968652133</c:v>
                </c:pt>
                <c:pt idx="2811">
                  <c:v>1.0122254140727589</c:v>
                </c:pt>
                <c:pt idx="2812">
                  <c:v>1.01140163724153</c:v>
                </c:pt>
                <c:pt idx="2813">
                  <c:v>1.0113722502038298</c:v>
                </c:pt>
                <c:pt idx="2814">
                  <c:v>1.012290233191351</c:v>
                </c:pt>
                <c:pt idx="2815">
                  <c:v>1.0121144443513135</c:v>
                </c:pt>
                <c:pt idx="2816">
                  <c:v>1.0119291561576893</c:v>
                </c:pt>
                <c:pt idx="2817">
                  <c:v>1.0108339873663676</c:v>
                </c:pt>
                <c:pt idx="2818">
                  <c:v>1.01094510948386</c:v>
                </c:pt>
                <c:pt idx="2819">
                  <c:v>1.0123192900376163</c:v>
                </c:pt>
                <c:pt idx="2820">
                  <c:v>1.0132618595873624</c:v>
                </c:pt>
                <c:pt idx="2821">
                  <c:v>1.013626517928125</c:v>
                </c:pt>
                <c:pt idx="2822">
                  <c:v>1.0139774098259891</c:v>
                </c:pt>
                <c:pt idx="2823">
                  <c:v>1.0133410293336991</c:v>
                </c:pt>
                <c:pt idx="2824">
                  <c:v>1.0121533053432594</c:v>
                </c:pt>
                <c:pt idx="2825">
                  <c:v>1.0134060008483381</c:v>
                </c:pt>
                <c:pt idx="2826">
                  <c:v>1.0132637391386068</c:v>
                </c:pt>
                <c:pt idx="2827">
                  <c:v>1.011241240402224</c:v>
                </c:pt>
                <c:pt idx="2828">
                  <c:v>1.0087068179451426</c:v>
                </c:pt>
                <c:pt idx="2829">
                  <c:v>1.0082769848950117</c:v>
                </c:pt>
                <c:pt idx="2830">
                  <c:v>1.0102668708773694</c:v>
                </c:pt>
                <c:pt idx="2831">
                  <c:v>1.0111932356474673</c:v>
                </c:pt>
                <c:pt idx="2832">
                  <c:v>1.0110751033118202</c:v>
                </c:pt>
                <c:pt idx="2833">
                  <c:v>1.0110348961547937</c:v>
                </c:pt>
                <c:pt idx="2834">
                  <c:v>1.0115331296306174</c:v>
                </c:pt>
                <c:pt idx="2835">
                  <c:v>1.01113052467419</c:v>
                </c:pt>
                <c:pt idx="2836">
                  <c:v>1.0104834510592795</c:v>
                </c:pt>
                <c:pt idx="2837">
                  <c:v>1.0105632557891449</c:v>
                </c:pt>
                <c:pt idx="2838">
                  <c:v>1.0105606396570073</c:v>
                </c:pt>
                <c:pt idx="2839">
                  <c:v>1.0106254587755994</c:v>
                </c:pt>
                <c:pt idx="2840">
                  <c:v>1.0120814760065124</c:v>
                </c:pt>
                <c:pt idx="2841">
                  <c:v>1.0125972604270645</c:v>
                </c:pt>
                <c:pt idx="2842">
                  <c:v>1.0137273025137727</c:v>
                </c:pt>
                <c:pt idx="2843">
                  <c:v>1.0142041751436968</c:v>
                </c:pt>
                <c:pt idx="2844">
                  <c:v>1.0129403039285161</c:v>
                </c:pt>
                <c:pt idx="2845">
                  <c:v>1.0119016740705746</c:v>
                </c:pt>
                <c:pt idx="2846">
                  <c:v>1.0104869815676982</c:v>
                </c:pt>
                <c:pt idx="2847">
                  <c:v>1.0116691685017691</c:v>
                </c:pt>
                <c:pt idx="2848">
                  <c:v>1.0131634371404405</c:v>
                </c:pt>
                <c:pt idx="2849">
                  <c:v>1.0132951835229393</c:v>
                </c:pt>
                <c:pt idx="2850">
                  <c:v>1.0115962215940117</c:v>
                </c:pt>
                <c:pt idx="2851">
                  <c:v>1.0103747672785368</c:v>
                </c:pt>
                <c:pt idx="2852">
                  <c:v>1.0101657053016044</c:v>
                </c:pt>
                <c:pt idx="2853">
                  <c:v>1.0096582518649466</c:v>
                </c:pt>
                <c:pt idx="2854">
                  <c:v>1.0097532454008142</c:v>
                </c:pt>
                <c:pt idx="2855">
                  <c:v>1.0109962891562594</c:v>
                </c:pt>
                <c:pt idx="2856">
                  <c:v>1.0125356670247974</c:v>
                </c:pt>
                <c:pt idx="2857">
                  <c:v>1.014047410410174</c:v>
                </c:pt>
                <c:pt idx="2858">
                  <c:v>1.0137900896850736</c:v>
                </c:pt>
                <c:pt idx="2859">
                  <c:v>1.0137060178658965</c:v>
                </c:pt>
                <c:pt idx="2860">
                  <c:v>1.0146414502007819</c:v>
                </c:pt>
                <c:pt idx="2861">
                  <c:v>1.0147002750748646</c:v>
                </c:pt>
                <c:pt idx="2862">
                  <c:v>1.0137930868073282</c:v>
                </c:pt>
                <c:pt idx="2863">
                  <c:v>1.0131718951210407</c:v>
                </c:pt>
                <c:pt idx="2864">
                  <c:v>1.0132284340544206</c:v>
                </c:pt>
                <c:pt idx="2865">
                  <c:v>1.0110898095303409</c:v>
                </c:pt>
                <c:pt idx="2866">
                  <c:v>1.0093724838777682</c:v>
                </c:pt>
                <c:pt idx="2867">
                  <c:v>1.0103457612309537</c:v>
                </c:pt>
                <c:pt idx="2868">
                  <c:v>1.0113883025874308</c:v>
                </c:pt>
                <c:pt idx="2869">
                  <c:v>1.0123794864761209</c:v>
                </c:pt>
                <c:pt idx="2870">
                  <c:v>1.012586745099832</c:v>
                </c:pt>
                <c:pt idx="2871">
                  <c:v>1.0127280670339411</c:v>
                </c:pt>
                <c:pt idx="2872">
                  <c:v>1.0139776892187418</c:v>
                </c:pt>
                <c:pt idx="2873">
                  <c:v>1.0137817333018382</c:v>
                </c:pt>
                <c:pt idx="2874">
                  <c:v>1.0132316597707456</c:v>
                </c:pt>
                <c:pt idx="2875">
                  <c:v>1.0134050356733746</c:v>
                </c:pt>
                <c:pt idx="2876">
                  <c:v>1.0143479354145553</c:v>
                </c:pt>
                <c:pt idx="2877">
                  <c:v>1.0143711758116996</c:v>
                </c:pt>
                <c:pt idx="2878">
                  <c:v>1.013632842364069</c:v>
                </c:pt>
                <c:pt idx="2879">
                  <c:v>1.0127319277337945</c:v>
                </c:pt>
                <c:pt idx="2880">
                  <c:v>1.0132871319317978</c:v>
                </c:pt>
                <c:pt idx="2881">
                  <c:v>1.0129456885888379</c:v>
                </c:pt>
                <c:pt idx="2882">
                  <c:v>1.01291724132676</c:v>
                </c:pt>
                <c:pt idx="2883">
                  <c:v>1.0127991343904539</c:v>
                </c:pt>
                <c:pt idx="2884">
                  <c:v>1.0127516884212024</c:v>
                </c:pt>
                <c:pt idx="2885">
                  <c:v>1.0116870496379324</c:v>
                </c:pt>
                <c:pt idx="2886">
                  <c:v>1.0116396290680221</c:v>
                </c:pt>
                <c:pt idx="2887">
                  <c:v>1.0123691235449352</c:v>
                </c:pt>
                <c:pt idx="2888">
                  <c:v>1.0121293791639046</c:v>
                </c:pt>
                <c:pt idx="2889">
                  <c:v>1.0114823817470175</c:v>
                </c:pt>
                <c:pt idx="2890">
                  <c:v>1.0096205846420343</c:v>
                </c:pt>
                <c:pt idx="2891">
                  <c:v>1.0094039536614421</c:v>
                </c:pt>
                <c:pt idx="2892">
                  <c:v>1.0114330308271804</c:v>
                </c:pt>
                <c:pt idx="2893">
                  <c:v>1.0112871370116658</c:v>
                </c:pt>
                <c:pt idx="2894">
                  <c:v>1.0106101683722324</c:v>
                </c:pt>
                <c:pt idx="2895">
                  <c:v>1.0100602726365278</c:v>
                </c:pt>
                <c:pt idx="2896">
                  <c:v>1.0109876787796124</c:v>
                </c:pt>
                <c:pt idx="2897">
                  <c:v>1.013669900002794</c:v>
                </c:pt>
                <c:pt idx="2898">
                  <c:v>1.0142819225269297</c:v>
                </c:pt>
                <c:pt idx="2899">
                  <c:v>1.0134735630957732</c:v>
                </c:pt>
                <c:pt idx="2900">
                  <c:v>1.0108070640647582</c:v>
                </c:pt>
                <c:pt idx="2901">
                  <c:v>1.0106244936006359</c:v>
                </c:pt>
                <c:pt idx="2902">
                  <c:v>1.0111917116869988</c:v>
                </c:pt>
                <c:pt idx="2903">
                  <c:v>1.0107906814897221</c:v>
                </c:pt>
                <c:pt idx="2904">
                  <c:v>1.0121227753352078</c:v>
                </c:pt>
                <c:pt idx="2905">
                  <c:v>1.0127050806302085</c:v>
                </c:pt>
                <c:pt idx="2906">
                  <c:v>1.0118449065431243</c:v>
                </c:pt>
                <c:pt idx="2907">
                  <c:v>1.0120032206364566</c:v>
                </c:pt>
                <c:pt idx="2908">
                  <c:v>1.014020969696046</c:v>
                </c:pt>
                <c:pt idx="2909">
                  <c:v>1.0147016974379686</c:v>
                </c:pt>
                <c:pt idx="2910">
                  <c:v>1.0144944388142572</c:v>
                </c:pt>
                <c:pt idx="2911">
                  <c:v>1.0139218360675724</c:v>
                </c:pt>
                <c:pt idx="2912">
                  <c:v>1.012594644294927</c:v>
                </c:pt>
                <c:pt idx="2913">
                  <c:v>1.0118099824490552</c:v>
                </c:pt>
                <c:pt idx="2914">
                  <c:v>1.0121519591781789</c:v>
                </c:pt>
                <c:pt idx="2915">
                  <c:v>1.0116565196298808</c:v>
                </c:pt>
                <c:pt idx="2916">
                  <c:v>1.0104468506086952</c:v>
                </c:pt>
                <c:pt idx="2917">
                  <c:v>1.0109667497225121</c:v>
                </c:pt>
                <c:pt idx="2918">
                  <c:v>1.0115064603224193</c:v>
                </c:pt>
                <c:pt idx="2919">
                  <c:v>1.0113800986002424</c:v>
                </c:pt>
                <c:pt idx="2920">
                  <c:v>1.0117354353828061</c:v>
                </c:pt>
                <c:pt idx="2921">
                  <c:v>1.0122454795522604</c:v>
                </c:pt>
                <c:pt idx="2922">
                  <c:v>1.0126053628168885</c:v>
                </c:pt>
                <c:pt idx="2923">
                  <c:v>1.0136525522527946</c:v>
                </c:pt>
                <c:pt idx="2924">
                  <c:v>1.0148821089580937</c:v>
                </c:pt>
                <c:pt idx="2925">
                  <c:v>1.0161356680407709</c:v>
                </c:pt>
                <c:pt idx="2926">
                  <c:v>1.0161210380202736</c:v>
                </c:pt>
                <c:pt idx="2927">
                  <c:v>1.0161200982446514</c:v>
                </c:pt>
                <c:pt idx="2928">
                  <c:v>1.0151017624602818</c:v>
                </c:pt>
                <c:pt idx="2929">
                  <c:v>1.0125851957400225</c:v>
                </c:pt>
                <c:pt idx="2930">
                  <c:v>1.0115568018165608</c:v>
                </c:pt>
                <c:pt idx="2931">
                  <c:v>1.010717759981306</c:v>
                </c:pt>
                <c:pt idx="2932">
                  <c:v>1.0118742935808245</c:v>
                </c:pt>
                <c:pt idx="2933">
                  <c:v>1.0138344877333882</c:v>
                </c:pt>
                <c:pt idx="2934">
                  <c:v>1.0141564243823515</c:v>
                </c:pt>
                <c:pt idx="2935">
                  <c:v>1.0143861360236315</c:v>
                </c:pt>
                <c:pt idx="2936">
                  <c:v>1.0145280167432458</c:v>
                </c:pt>
                <c:pt idx="2937">
                  <c:v>1.0144571525814621</c:v>
                </c:pt>
                <c:pt idx="2938">
                  <c:v>1.013949495950075</c:v>
                </c:pt>
                <c:pt idx="2939">
                  <c:v>1.0127448051997532</c:v>
                </c:pt>
                <c:pt idx="2940">
                  <c:v>1.01293616383591</c:v>
                </c:pt>
                <c:pt idx="2941">
                  <c:v>1.0127389887506317</c:v>
                </c:pt>
                <c:pt idx="2942">
                  <c:v>1.0130885090840744</c:v>
                </c:pt>
                <c:pt idx="2943">
                  <c:v>1.0136884161224857</c:v>
                </c:pt>
                <c:pt idx="2944">
                  <c:v>1.0139213280807495</c:v>
                </c:pt>
                <c:pt idx="2945">
                  <c:v>1.0128902672264681</c:v>
                </c:pt>
                <c:pt idx="2946">
                  <c:v>1.0118313178956138</c:v>
                </c:pt>
                <c:pt idx="2947">
                  <c:v>1.0119656804102501</c:v>
                </c:pt>
                <c:pt idx="2948">
                  <c:v>1.0122474353015283</c:v>
                </c:pt>
                <c:pt idx="2949">
                  <c:v>1.011917574058129</c:v>
                </c:pt>
                <c:pt idx="2950">
                  <c:v>1.012723901541994</c:v>
                </c:pt>
                <c:pt idx="2951">
                  <c:v>1.0127233427564888</c:v>
                </c:pt>
                <c:pt idx="2952">
                  <c:v>1.0123441813919347</c:v>
                </c:pt>
                <c:pt idx="2953">
                  <c:v>1.0121891438136095</c:v>
                </c:pt>
                <c:pt idx="2954">
                  <c:v>1.0118984483542497</c:v>
                </c:pt>
                <c:pt idx="2955">
                  <c:v>1.0120617915171279</c:v>
                </c:pt>
                <c:pt idx="2956">
                  <c:v>1.012959378833713</c:v>
                </c:pt>
                <c:pt idx="2957">
                  <c:v>1.0125475285171102</c:v>
                </c:pt>
                <c:pt idx="2958">
                  <c:v>1.0119357345870448</c:v>
                </c:pt>
                <c:pt idx="2959">
                  <c:v>1.0120044144054903</c:v>
                </c:pt>
                <c:pt idx="2960">
                  <c:v>1.0123882492488145</c:v>
                </c:pt>
                <c:pt idx="2961">
                  <c:v>1.0138999926341912</c:v>
                </c:pt>
                <c:pt idx="2962">
                  <c:v>1.0146779998526838</c:v>
                </c:pt>
                <c:pt idx="2963">
                  <c:v>1.014578129643317</c:v>
                </c:pt>
                <c:pt idx="2964">
                  <c:v>1.0149554876546503</c:v>
                </c:pt>
                <c:pt idx="2965">
                  <c:v>1.0144894351440523</c:v>
                </c:pt>
                <c:pt idx="2966">
                  <c:v>1.0117805446126726</c:v>
                </c:pt>
                <c:pt idx="2967">
                  <c:v>1.0091571482635739</c:v>
                </c:pt>
                <c:pt idx="2968">
                  <c:v>1.0084510973785341</c:v>
                </c:pt>
                <c:pt idx="2969">
                  <c:v>1.010037819618959</c:v>
                </c:pt>
                <c:pt idx="2970">
                  <c:v>1.0116121215815661</c:v>
                </c:pt>
                <c:pt idx="2971">
                  <c:v>1.010682632692508</c:v>
                </c:pt>
                <c:pt idx="2972">
                  <c:v>1.0087534511354777</c:v>
                </c:pt>
                <c:pt idx="2973">
                  <c:v>1.00954903469804</c:v>
                </c:pt>
                <c:pt idx="2974">
                  <c:v>1.0109904219084558</c:v>
                </c:pt>
                <c:pt idx="2975">
                  <c:v>1.01058184810686</c:v>
                </c:pt>
                <c:pt idx="2976">
                  <c:v>1.0105178163678434</c:v>
                </c:pt>
                <c:pt idx="2977">
                  <c:v>1.0108710958037748</c:v>
                </c:pt>
                <c:pt idx="2978">
                  <c:v>1.0122930525182177</c:v>
                </c:pt>
                <c:pt idx="2979">
                  <c:v>1.0142038957509443</c:v>
                </c:pt>
                <c:pt idx="2980">
                  <c:v>1.0152561650550784</c:v>
                </c:pt>
                <c:pt idx="2981">
                  <c:v>1.0161784151319115</c:v>
                </c:pt>
                <c:pt idx="2982">
                  <c:v>1.0162244133387179</c:v>
                </c:pt>
                <c:pt idx="2983">
                  <c:v>1.0145466598596433</c:v>
                </c:pt>
                <c:pt idx="2984">
                  <c:v>1.0137998176327305</c:v>
                </c:pt>
                <c:pt idx="2985">
                  <c:v>1.0142361021155111</c:v>
                </c:pt>
                <c:pt idx="2986">
                  <c:v>1.0146937220448502</c:v>
                </c:pt>
                <c:pt idx="2987">
                  <c:v>1.0142540086510157</c:v>
                </c:pt>
                <c:pt idx="2988">
                  <c:v>1.0128592038322526</c:v>
                </c:pt>
                <c:pt idx="2989">
                  <c:v>1.0122748157912784</c:v>
                </c:pt>
                <c:pt idx="2990">
                  <c:v>1.0123551793066488</c:v>
                </c:pt>
                <c:pt idx="2991">
                  <c:v>1.0110589493308544</c:v>
                </c:pt>
                <c:pt idx="2992">
                  <c:v>1.0108980191053845</c:v>
                </c:pt>
                <c:pt idx="2993">
                  <c:v>1.0127988549977014</c:v>
                </c:pt>
                <c:pt idx="2994">
                  <c:v>1.0130874423117464</c:v>
                </c:pt>
                <c:pt idx="2995">
                  <c:v>1.012611941246244</c:v>
                </c:pt>
                <c:pt idx="2996">
                  <c:v>1.0118218947400504</c:v>
                </c:pt>
                <c:pt idx="2997">
                  <c:v>1.0127529075895771</c:v>
                </c:pt>
                <c:pt idx="2998">
                  <c:v>1.0134534468175895</c:v>
                </c:pt>
                <c:pt idx="2999">
                  <c:v>1.0135753128563845</c:v>
                </c:pt>
                <c:pt idx="3000">
                  <c:v>1.0152289115620341</c:v>
                </c:pt>
                <c:pt idx="3001">
                  <c:v>1.0141728831554109</c:v>
                </c:pt>
                <c:pt idx="3002">
                  <c:v>1.0133522812418245</c:v>
                </c:pt>
                <c:pt idx="3003">
                  <c:v>1.0127334262949219</c:v>
                </c:pt>
                <c:pt idx="3004">
                  <c:v>1.0128650964793973</c:v>
                </c:pt>
                <c:pt idx="3005">
                  <c:v>1.0131496198988599</c:v>
                </c:pt>
                <c:pt idx="3006">
                  <c:v>1.0120092910789895</c:v>
                </c:pt>
                <c:pt idx="3007">
                  <c:v>1.0119622768985372</c:v>
                </c:pt>
                <c:pt idx="3008">
                  <c:v>1.0131122320687</c:v>
                </c:pt>
                <c:pt idx="3009">
                  <c:v>1.013629388053674</c:v>
                </c:pt>
                <c:pt idx="3010">
                  <c:v>1.0137094975756329</c:v>
                </c:pt>
                <c:pt idx="3011">
                  <c:v>1.012887549496966</c:v>
                </c:pt>
                <c:pt idx="3012">
                  <c:v>1.013086807328218</c:v>
                </c:pt>
                <c:pt idx="3013">
                  <c:v>1.0139959767443631</c:v>
                </c:pt>
                <c:pt idx="3014">
                  <c:v>1.0134430076883805</c:v>
                </c:pt>
                <c:pt idx="3015">
                  <c:v>1.0119747733743787</c:v>
                </c:pt>
                <c:pt idx="3016">
                  <c:v>1.0099232685904127</c:v>
                </c:pt>
                <c:pt idx="3017">
                  <c:v>1.0098169215490551</c:v>
                </c:pt>
                <c:pt idx="3018">
                  <c:v>1.0118270762056432</c:v>
                </c:pt>
                <c:pt idx="3019">
                  <c:v>1.0130204642491574</c:v>
                </c:pt>
                <c:pt idx="3020">
                  <c:v>1.0123919829519623</c:v>
                </c:pt>
                <c:pt idx="3021">
                  <c:v>1.0120614105270109</c:v>
                </c:pt>
                <c:pt idx="3022">
                  <c:v>1.0123745590039395</c:v>
                </c:pt>
                <c:pt idx="3023">
                  <c:v>1.01238057864779</c:v>
                </c:pt>
                <c:pt idx="3024">
                  <c:v>1.0122364119874729</c:v>
                </c:pt>
                <c:pt idx="3025">
                  <c:v>1.0122956432510142</c:v>
                </c:pt>
                <c:pt idx="3026">
                  <c:v>1.0134479859592442</c:v>
                </c:pt>
                <c:pt idx="3027">
                  <c:v>1.0143650799698256</c:v>
                </c:pt>
                <c:pt idx="3028">
                  <c:v>1.01406201503133</c:v>
                </c:pt>
                <c:pt idx="3029">
                  <c:v>1.013150534275141</c:v>
                </c:pt>
                <c:pt idx="3030">
                  <c:v>1.0127619243556822</c:v>
                </c:pt>
                <c:pt idx="3031">
                  <c:v>1.0128945343157798</c:v>
                </c:pt>
                <c:pt idx="3032">
                  <c:v>1.0120674555702025</c:v>
                </c:pt>
                <c:pt idx="3033">
                  <c:v>1.010309109981687</c:v>
                </c:pt>
                <c:pt idx="3034">
                  <c:v>1.009741688700595</c:v>
                </c:pt>
                <c:pt idx="3035">
                  <c:v>1.0099494807104703</c:v>
                </c:pt>
                <c:pt idx="3036">
                  <c:v>1.0102131512708561</c:v>
                </c:pt>
                <c:pt idx="3037">
                  <c:v>1.0093701979370655</c:v>
                </c:pt>
                <c:pt idx="3038">
                  <c:v>1.0083981143529137</c:v>
                </c:pt>
                <c:pt idx="3039">
                  <c:v>1.0090465087335634</c:v>
                </c:pt>
                <c:pt idx="3040">
                  <c:v>1.0111072588777048</c:v>
                </c:pt>
                <c:pt idx="3041">
                  <c:v>1.0119572732283324</c:v>
                </c:pt>
                <c:pt idx="3042">
                  <c:v>1.0103764436350522</c:v>
                </c:pt>
                <c:pt idx="3043">
                  <c:v>1.0099889512866036</c:v>
                </c:pt>
                <c:pt idx="3044">
                  <c:v>1.0102807897163149</c:v>
                </c:pt>
                <c:pt idx="3045">
                  <c:v>1.0117219991313426</c:v>
                </c:pt>
                <c:pt idx="3046">
                  <c:v>1.0115043267777635</c:v>
                </c:pt>
                <c:pt idx="3047">
                  <c:v>1.01015915227159</c:v>
                </c:pt>
                <c:pt idx="3048">
                  <c:v>1.0090547889187755</c:v>
                </c:pt>
                <c:pt idx="3049">
                  <c:v>1.0100359400677146</c:v>
                </c:pt>
                <c:pt idx="3050">
                  <c:v>1.0124122262268518</c:v>
                </c:pt>
                <c:pt idx="3051">
                  <c:v>1.0135286288673673</c:v>
                </c:pt>
                <c:pt idx="3052">
                  <c:v>1.0129194256700982</c:v>
                </c:pt>
                <c:pt idx="3053">
                  <c:v>1.0109343401632163</c:v>
                </c:pt>
                <c:pt idx="3054">
                  <c:v>1.0103548795944233</c:v>
                </c:pt>
                <c:pt idx="3055">
                  <c:v>1.0106962213400184</c:v>
                </c:pt>
                <c:pt idx="3056">
                  <c:v>1.0115610181071903</c:v>
                </c:pt>
                <c:pt idx="3057">
                  <c:v>1.0107411019758148</c:v>
                </c:pt>
                <c:pt idx="3058">
                  <c:v>1.0102060140559954</c:v>
                </c:pt>
                <c:pt idx="3059">
                  <c:v>1.0109671307126293</c:v>
                </c:pt>
                <c:pt idx="3060">
                  <c:v>1.0113553850413119</c:v>
                </c:pt>
                <c:pt idx="3061">
                  <c:v>1.0106208360955118</c:v>
                </c:pt>
                <c:pt idx="3062">
                  <c:v>1.0104060592668227</c:v>
                </c:pt>
                <c:pt idx="3063">
                  <c:v>1.0101252949498489</c:v>
                </c:pt>
                <c:pt idx="3064">
                  <c:v>1.0093445954011953</c:v>
                </c:pt>
                <c:pt idx="3065">
                  <c:v>1.0107407209856976</c:v>
                </c:pt>
                <c:pt idx="3066">
                  <c:v>1.0109578345537718</c:v>
                </c:pt>
                <c:pt idx="3067">
                  <c:v>1.0102836090431815</c:v>
                </c:pt>
                <c:pt idx="3068">
                  <c:v>1.0115410542250534</c:v>
                </c:pt>
                <c:pt idx="3069">
                  <c:v>1.014020969696046</c:v>
                </c:pt>
                <c:pt idx="3070">
                  <c:v>1.0139963577344804</c:v>
                </c:pt>
                <c:pt idx="3071">
                  <c:v>1.0119059665592274</c:v>
                </c:pt>
                <c:pt idx="3072">
                  <c:v>1.0121781458988954</c:v>
                </c:pt>
                <c:pt idx="3073">
                  <c:v>1.0126691151631526</c:v>
                </c:pt>
                <c:pt idx="3074">
                  <c:v>1.0138807907322884</c:v>
                </c:pt>
                <c:pt idx="3075">
                  <c:v>1.014723744066079</c:v>
                </c:pt>
                <c:pt idx="3076">
                  <c:v>1.0155988021670719</c:v>
                </c:pt>
                <c:pt idx="3077">
                  <c:v>1.0144802405825593</c:v>
                </c:pt>
                <c:pt idx="3078">
                  <c:v>1.0120244798849918</c:v>
                </c:pt>
                <c:pt idx="3079">
                  <c:v>1.0107436419099289</c:v>
                </c:pt>
                <c:pt idx="3080">
                  <c:v>1.0105489305607414</c:v>
                </c:pt>
                <c:pt idx="3081">
                  <c:v>1.0106585541171063</c:v>
                </c:pt>
                <c:pt idx="3082">
                  <c:v>1.0104426851167481</c:v>
                </c:pt>
                <c:pt idx="3083">
                  <c:v>1.0115554302521392</c:v>
                </c:pt>
                <c:pt idx="3084">
                  <c:v>1.0129676336195839</c:v>
                </c:pt>
                <c:pt idx="3085">
                  <c:v>1.0131318657594022</c:v>
                </c:pt>
                <c:pt idx="3086">
                  <c:v>1.0124996507590593</c:v>
                </c:pt>
                <c:pt idx="3087">
                  <c:v>1.0122408314728315</c:v>
                </c:pt>
                <c:pt idx="3088">
                  <c:v>1.0114900523480421</c:v>
                </c:pt>
                <c:pt idx="3089">
                  <c:v>1.0102487357477947</c:v>
                </c:pt>
                <c:pt idx="3090">
                  <c:v>1.0094822852295211</c:v>
                </c:pt>
                <c:pt idx="3091">
                  <c:v>1.0100316221797208</c:v>
                </c:pt>
                <c:pt idx="3092">
                  <c:v>1.0106061044776498</c:v>
                </c:pt>
                <c:pt idx="3093">
                  <c:v>1.0119402302704268</c:v>
                </c:pt>
                <c:pt idx="3094">
                  <c:v>1.0140921640492646</c:v>
                </c:pt>
                <c:pt idx="3095">
                  <c:v>1.0140495185554887</c:v>
                </c:pt>
                <c:pt idx="3096">
                  <c:v>1.0129299409973305</c:v>
                </c:pt>
                <c:pt idx="3097">
                  <c:v>1.0101557233605361</c:v>
                </c:pt>
                <c:pt idx="3098">
                  <c:v>1.0095684397946718</c:v>
                </c:pt>
                <c:pt idx="3099">
                  <c:v>1.0112105579981254</c:v>
                </c:pt>
                <c:pt idx="3100">
                  <c:v>1.0111755577060331</c:v>
                </c:pt>
                <c:pt idx="3101">
                  <c:v>1.0109722867788808</c:v>
                </c:pt>
                <c:pt idx="3102">
                  <c:v>1.010310532344791</c:v>
                </c:pt>
                <c:pt idx="3103">
                  <c:v>1.010595690747782</c:v>
                </c:pt>
                <c:pt idx="3104">
                  <c:v>1.0120521905661768</c:v>
                </c:pt>
                <c:pt idx="3105">
                  <c:v>1.0132831950339207</c:v>
                </c:pt>
                <c:pt idx="3106">
                  <c:v>1.0153285277779895</c:v>
                </c:pt>
                <c:pt idx="3107">
                  <c:v>1.0171722913507624</c:v>
                </c:pt>
                <c:pt idx="3108">
                  <c:v>1.0173692378419703</c:v>
                </c:pt>
                <c:pt idx="3109">
                  <c:v>1.0155483590755656</c:v>
                </c:pt>
                <c:pt idx="3110">
                  <c:v>1.0155712438819338</c:v>
                </c:pt>
                <c:pt idx="3111">
                  <c:v>1.0164719045187969</c:v>
                </c:pt>
                <c:pt idx="3112">
                  <c:v>1.0159198752384364</c:v>
                </c:pt>
                <c:pt idx="3113">
                  <c:v>1.0149812933852496</c:v>
                </c:pt>
                <c:pt idx="3114">
                  <c:v>1.0137175237674334</c:v>
                </c:pt>
                <c:pt idx="3115">
                  <c:v>1.0113726311939468</c:v>
                </c:pt>
                <c:pt idx="3116">
                  <c:v>1.0096665320501585</c:v>
                </c:pt>
                <c:pt idx="3117">
                  <c:v>1.0093962322617351</c:v>
                </c:pt>
                <c:pt idx="3118">
                  <c:v>1.0094533807793027</c:v>
                </c:pt>
                <c:pt idx="3119">
                  <c:v>1.0114696566771058</c:v>
                </c:pt>
                <c:pt idx="3120">
                  <c:v>1.0121765965390859</c:v>
                </c:pt>
                <c:pt idx="3121">
                  <c:v>1.0101799543319847</c:v>
                </c:pt>
                <c:pt idx="3122">
                  <c:v>1.0113180988085169</c:v>
                </c:pt>
                <c:pt idx="3123">
                  <c:v>1.0129414722982086</c:v>
                </c:pt>
                <c:pt idx="3124">
                  <c:v>1.0129740088542103</c:v>
                </c:pt>
                <c:pt idx="3125">
                  <c:v>1.0131891666730164</c:v>
                </c:pt>
                <c:pt idx="3126">
                  <c:v>1.0128559781159276</c:v>
                </c:pt>
                <c:pt idx="3127">
                  <c:v>1.0126892568406776</c:v>
                </c:pt>
                <c:pt idx="3128">
                  <c:v>1.0129143204025288</c:v>
                </c:pt>
                <c:pt idx="3129">
                  <c:v>1.0122129683955998</c:v>
                </c:pt>
                <c:pt idx="3130">
                  <c:v>1.011754129297886</c:v>
                </c:pt>
                <c:pt idx="3131">
                  <c:v>1.0120859208912121</c:v>
                </c:pt>
                <c:pt idx="3132">
                  <c:v>1.0112693574728671</c:v>
                </c:pt>
                <c:pt idx="3133">
                  <c:v>1.0103226986291975</c:v>
                </c:pt>
                <c:pt idx="3134">
                  <c:v>1.0097622367675783</c:v>
                </c:pt>
                <c:pt idx="3135">
                  <c:v>1.0105298302562031</c:v>
                </c:pt>
                <c:pt idx="3136">
                  <c:v>1.0120274770072464</c:v>
                </c:pt>
                <c:pt idx="3137">
                  <c:v>1.0115966533828114</c:v>
                </c:pt>
                <c:pt idx="3138">
                  <c:v>1.0120146503399703</c:v>
                </c:pt>
                <c:pt idx="3139">
                  <c:v>1.0125824780105204</c:v>
                </c:pt>
                <c:pt idx="3140">
                  <c:v>1.0125614219567145</c:v>
                </c:pt>
                <c:pt idx="3141">
                  <c:v>1.0138633413849245</c:v>
                </c:pt>
                <c:pt idx="3142">
                  <c:v>1.0155582140199284</c:v>
                </c:pt>
                <c:pt idx="3143">
                  <c:v>1.015486867270663</c:v>
                </c:pt>
                <c:pt idx="3144">
                  <c:v>1.014727172977133</c:v>
                </c:pt>
                <c:pt idx="3145">
                  <c:v>1.0144735097571569</c:v>
                </c:pt>
                <c:pt idx="3146">
                  <c:v>1.0147027642102964</c:v>
                </c:pt>
                <c:pt idx="3147">
                  <c:v>1.0148723556110955</c:v>
                </c:pt>
                <c:pt idx="3148">
                  <c:v>1.0157184838625286</c:v>
                </c:pt>
                <c:pt idx="3149">
                  <c:v>1.0160124812362368</c:v>
                </c:pt>
                <c:pt idx="3150">
                  <c:v>1.0157100512812698</c:v>
                </c:pt>
                <c:pt idx="3151">
                  <c:v>1.0156115272369834</c:v>
                </c:pt>
                <c:pt idx="3152">
                  <c:v>1.0150664319767546</c:v>
                </c:pt>
                <c:pt idx="3153">
                  <c:v>1.0146074404829939</c:v>
                </c:pt>
                <c:pt idx="3154">
                  <c:v>1.0140476898029265</c:v>
                </c:pt>
                <c:pt idx="3155">
                  <c:v>1.0134100647429205</c:v>
                </c:pt>
                <c:pt idx="3156">
                  <c:v>1.0116960664040375</c:v>
                </c:pt>
                <c:pt idx="3157">
                  <c:v>1.0106751652862125</c:v>
                </c:pt>
                <c:pt idx="3158">
                  <c:v>1.0106507311200348</c:v>
                </c:pt>
                <c:pt idx="3159">
                  <c:v>1.0111276037499588</c:v>
                </c:pt>
                <c:pt idx="3160">
                  <c:v>1.011975179763837</c:v>
                </c:pt>
                <c:pt idx="3161">
                  <c:v>1.0112736753608611</c:v>
                </c:pt>
                <c:pt idx="3162">
                  <c:v>1.0103833776551836</c:v>
                </c:pt>
                <c:pt idx="3163">
                  <c:v>1.0107522776859168</c:v>
                </c:pt>
                <c:pt idx="3164">
                  <c:v>1.0097846135871236</c:v>
                </c:pt>
                <c:pt idx="3165">
                  <c:v>1.0092155413488575</c:v>
                </c:pt>
                <c:pt idx="3166">
                  <c:v>1.008991722354722</c:v>
                </c:pt>
                <c:pt idx="3167">
                  <c:v>1.0091432802233109</c:v>
                </c:pt>
                <c:pt idx="3168">
                  <c:v>1.0093126430300399</c:v>
                </c:pt>
                <c:pt idx="3169">
                  <c:v>1.0098326437412213</c:v>
                </c:pt>
                <c:pt idx="3170">
                  <c:v>1.0098728000995654</c:v>
                </c:pt>
                <c:pt idx="3171">
                  <c:v>1.0097329513272426</c:v>
                </c:pt>
                <c:pt idx="3172">
                  <c:v>1.0097711773356599</c:v>
                </c:pt>
                <c:pt idx="3173">
                  <c:v>1.0093325561134945</c:v>
                </c:pt>
                <c:pt idx="3174">
                  <c:v>1.0099517158524909</c:v>
                </c:pt>
                <c:pt idx="3175">
                  <c:v>1.0117192560024992</c:v>
                </c:pt>
                <c:pt idx="3176">
                  <c:v>1.0137323315833187</c:v>
                </c:pt>
                <c:pt idx="3177">
                  <c:v>1.0144069380840262</c:v>
                </c:pt>
                <c:pt idx="3178">
                  <c:v>1.0144222030880519</c:v>
                </c:pt>
                <c:pt idx="3179">
                  <c:v>1.0152580446063229</c:v>
                </c:pt>
                <c:pt idx="3180">
                  <c:v>1.0146929346652749</c:v>
                </c:pt>
                <c:pt idx="3181">
                  <c:v>1.0143719631912749</c:v>
                </c:pt>
                <c:pt idx="3182">
                  <c:v>1.0147478734401629</c:v>
                </c:pt>
                <c:pt idx="3183">
                  <c:v>1.0152061537523716</c:v>
                </c:pt>
                <c:pt idx="3184">
                  <c:v>1.0152509073914622</c:v>
                </c:pt>
                <c:pt idx="3185">
                  <c:v>1.0135436398779816</c:v>
                </c:pt>
                <c:pt idx="3186">
                  <c:v>1.0120902895778883</c:v>
                </c:pt>
                <c:pt idx="3187">
                  <c:v>1.0118013466730673</c:v>
                </c:pt>
                <c:pt idx="3188">
                  <c:v>1.0120448755559281</c:v>
                </c:pt>
                <c:pt idx="3189">
                  <c:v>1.0121639730665386</c:v>
                </c:pt>
                <c:pt idx="3190">
                  <c:v>1.0110323308213385</c:v>
                </c:pt>
                <c:pt idx="3191">
                  <c:v>1.0108758708799093</c:v>
                </c:pt>
                <c:pt idx="3192">
                  <c:v>1.0119704554863846</c:v>
                </c:pt>
                <c:pt idx="3193">
                  <c:v>1.0125264216646219</c:v>
                </c:pt>
                <c:pt idx="3194">
                  <c:v>1.0124761055698215</c:v>
                </c:pt>
                <c:pt idx="3195">
                  <c:v>1.0107383588469716</c:v>
                </c:pt>
                <c:pt idx="3196">
                  <c:v>1.0098170231464196</c:v>
                </c:pt>
                <c:pt idx="3197">
                  <c:v>1.0101939747682944</c:v>
                </c:pt>
                <c:pt idx="3198">
                  <c:v>1.0108254023890619</c:v>
                </c:pt>
                <c:pt idx="3199">
                  <c:v>1.0120098498644945</c:v>
                </c:pt>
                <c:pt idx="3200">
                  <c:v>1.0132280276649623</c:v>
                </c:pt>
                <c:pt idx="3201">
                  <c:v>1.0130543215708985</c:v>
                </c:pt>
                <c:pt idx="3202">
                  <c:v>1.0122654434343974</c:v>
                </c:pt>
                <c:pt idx="3203">
                  <c:v>1.0141034413567311</c:v>
                </c:pt>
                <c:pt idx="3204">
                  <c:v>1.0150551800686289</c:v>
                </c:pt>
                <c:pt idx="3205">
                  <c:v>1.0131482483344383</c:v>
                </c:pt>
                <c:pt idx="3206">
                  <c:v>1.010838914838549</c:v>
                </c:pt>
                <c:pt idx="3207">
                  <c:v>1.0107024441785981</c:v>
                </c:pt>
                <c:pt idx="3208">
                  <c:v>1.0119754845559306</c:v>
                </c:pt>
                <c:pt idx="3209">
                  <c:v>1.0123993487608931</c:v>
                </c:pt>
                <c:pt idx="3210">
                  <c:v>1.0119526759475859</c:v>
                </c:pt>
                <c:pt idx="3211">
                  <c:v>1.0117733565991298</c:v>
                </c:pt>
                <c:pt idx="3212">
                  <c:v>1.0114031612019985</c:v>
                </c:pt>
                <c:pt idx="3213">
                  <c:v>1.0109531610750018</c:v>
                </c:pt>
                <c:pt idx="3214">
                  <c:v>1.0110409411979853</c:v>
                </c:pt>
                <c:pt idx="3215">
                  <c:v>1.011076170084148</c:v>
                </c:pt>
                <c:pt idx="3216">
                  <c:v>1.0113781174516332</c:v>
                </c:pt>
                <c:pt idx="3217">
                  <c:v>1.0109818115318088</c:v>
                </c:pt>
                <c:pt idx="3218">
                  <c:v>1.0110026135922034</c:v>
                </c:pt>
                <c:pt idx="3219">
                  <c:v>1.0125858307235511</c:v>
                </c:pt>
                <c:pt idx="3220">
                  <c:v>1.0129506414603606</c:v>
                </c:pt>
                <c:pt idx="3221">
                  <c:v>1.0121424090259099</c:v>
                </c:pt>
                <c:pt idx="3222">
                  <c:v>1.0130425362766089</c:v>
                </c:pt>
                <c:pt idx="3223">
                  <c:v>1.0146827495294772</c:v>
                </c:pt>
                <c:pt idx="3224">
                  <c:v>1.0157678093830247</c:v>
                </c:pt>
                <c:pt idx="3225">
                  <c:v>1.0156501088361769</c:v>
                </c:pt>
                <c:pt idx="3226">
                  <c:v>1.0147842198973358</c:v>
                </c:pt>
                <c:pt idx="3227">
                  <c:v>1.0140010566125914</c:v>
                </c:pt>
                <c:pt idx="3228">
                  <c:v>1.0139435779035892</c:v>
                </c:pt>
                <c:pt idx="3229">
                  <c:v>1.0140543952289878</c:v>
                </c:pt>
                <c:pt idx="3230">
                  <c:v>1.0136503171107742</c:v>
                </c:pt>
                <c:pt idx="3231">
                  <c:v>1.0135504977000898</c:v>
                </c:pt>
                <c:pt idx="3232">
                  <c:v>1.0144374934914189</c:v>
                </c:pt>
                <c:pt idx="3233">
                  <c:v>1.0145643885997597</c:v>
                </c:pt>
                <c:pt idx="3234">
                  <c:v>1.0141154806444321</c:v>
                </c:pt>
                <c:pt idx="3235">
                  <c:v>1.0140633865957518</c:v>
                </c:pt>
                <c:pt idx="3236">
                  <c:v>1.0135666770803966</c:v>
                </c:pt>
                <c:pt idx="3237">
                  <c:v>1.0129357574464519</c:v>
                </c:pt>
                <c:pt idx="3238">
                  <c:v>1.0126015783150586</c:v>
                </c:pt>
                <c:pt idx="3239">
                  <c:v>1.0132260719156945</c:v>
                </c:pt>
                <c:pt idx="3240">
                  <c:v>1.0135099095529463</c:v>
                </c:pt>
                <c:pt idx="3241">
                  <c:v>1.0124199730258998</c:v>
                </c:pt>
                <c:pt idx="3242">
                  <c:v>1.0122105046595091</c:v>
                </c:pt>
                <c:pt idx="3243">
                  <c:v>1.0132033903040556</c:v>
                </c:pt>
                <c:pt idx="3244">
                  <c:v>1.0135537742150968</c:v>
                </c:pt>
                <c:pt idx="3245">
                  <c:v>1.0132604372242584</c:v>
                </c:pt>
                <c:pt idx="3246">
                  <c:v>1.0135735603018459</c:v>
                </c:pt>
                <c:pt idx="3247">
                  <c:v>1.0134524308439439</c:v>
                </c:pt>
                <c:pt idx="3248">
                  <c:v>1.0134535484149541</c:v>
                </c:pt>
                <c:pt idx="3249">
                  <c:v>1.0137823174866845</c:v>
                </c:pt>
                <c:pt idx="3250">
                  <c:v>1.0114344531902844</c:v>
                </c:pt>
                <c:pt idx="3251">
                  <c:v>1.0101187165204935</c:v>
                </c:pt>
                <c:pt idx="3252">
                  <c:v>1.0113085740555889</c:v>
                </c:pt>
                <c:pt idx="3253">
                  <c:v>1.0124624915229699</c:v>
                </c:pt>
                <c:pt idx="3254">
                  <c:v>1.0134118680961415</c:v>
                </c:pt>
                <c:pt idx="3255">
                  <c:v>1.0131560459321685</c:v>
                </c:pt>
                <c:pt idx="3256">
                  <c:v>1.0127618227583177</c:v>
                </c:pt>
                <c:pt idx="3257">
                  <c:v>1.0146679671129331</c:v>
                </c:pt>
                <c:pt idx="3258">
                  <c:v>1.0157843697534485</c:v>
                </c:pt>
                <c:pt idx="3259">
                  <c:v>1.0139777146180828</c:v>
                </c:pt>
                <c:pt idx="3260">
                  <c:v>1.0120008838970718</c:v>
                </c:pt>
                <c:pt idx="3261">
                  <c:v>1.0099330981354344</c:v>
                </c:pt>
                <c:pt idx="3262">
                  <c:v>1.0083539702980104</c:v>
                </c:pt>
                <c:pt idx="3263">
                  <c:v>1.0089701075154109</c:v>
                </c:pt>
                <c:pt idx="3264">
                  <c:v>1.0093775129473141</c:v>
                </c:pt>
                <c:pt idx="3265">
                  <c:v>1.0083994859173353</c:v>
                </c:pt>
                <c:pt idx="3266">
                  <c:v>1.008316252276416</c:v>
                </c:pt>
                <c:pt idx="3267">
                  <c:v>1.0093866059114427</c:v>
                </c:pt>
                <c:pt idx="3268">
                  <c:v>1.0094486311025093</c:v>
                </c:pt>
                <c:pt idx="3269">
                  <c:v>1.0103848000182876</c:v>
                </c:pt>
                <c:pt idx="3270">
                  <c:v>1.0112124883480522</c:v>
                </c:pt>
                <c:pt idx="3271">
                  <c:v>1.011433157823886</c:v>
                </c:pt>
                <c:pt idx="3272">
                  <c:v>1.0119375887389481</c:v>
                </c:pt>
                <c:pt idx="3273">
                  <c:v>1.0135199422926968</c:v>
                </c:pt>
                <c:pt idx="3274">
                  <c:v>1.0146499081813818</c:v>
                </c:pt>
                <c:pt idx="3275">
                  <c:v>1.0149688985067726</c:v>
                </c:pt>
                <c:pt idx="3276">
                  <c:v>1.0140898019105384</c:v>
                </c:pt>
                <c:pt idx="3277">
                  <c:v>1.0131860425540562</c:v>
                </c:pt>
                <c:pt idx="3278">
                  <c:v>1.014528092941269</c:v>
                </c:pt>
                <c:pt idx="3279">
                  <c:v>1.01473979644968</c:v>
                </c:pt>
                <c:pt idx="3280">
                  <c:v>1.01279860100429</c:v>
                </c:pt>
                <c:pt idx="3281">
                  <c:v>1.0110167102265368</c:v>
                </c:pt>
                <c:pt idx="3282">
                  <c:v>1.0101977338707835</c:v>
                </c:pt>
                <c:pt idx="3283">
                  <c:v>1.01129435042455</c:v>
                </c:pt>
                <c:pt idx="3284">
                  <c:v>1.0127226315749369</c:v>
                </c:pt>
                <c:pt idx="3285">
                  <c:v>1.0130507656631387</c:v>
                </c:pt>
                <c:pt idx="3286">
                  <c:v>1.012252769163168</c:v>
                </c:pt>
                <c:pt idx="3287">
                  <c:v>1.0128204444376714</c:v>
                </c:pt>
                <c:pt idx="3288">
                  <c:v>1.0127319531331358</c:v>
                </c:pt>
                <c:pt idx="3289">
                  <c:v>1.0113539372788669</c:v>
                </c:pt>
                <c:pt idx="3290">
                  <c:v>1.0111088844355378</c:v>
                </c:pt>
                <c:pt idx="3291">
                  <c:v>1.0135717315492836</c:v>
                </c:pt>
                <c:pt idx="3292">
                  <c:v>1.0143865170137487</c:v>
                </c:pt>
                <c:pt idx="3293">
                  <c:v>1.012904643253554</c:v>
                </c:pt>
                <c:pt idx="3294">
                  <c:v>1.0108529860735413</c:v>
                </c:pt>
                <c:pt idx="3295">
                  <c:v>1.0102826692675593</c:v>
                </c:pt>
                <c:pt idx="3296">
                  <c:v>1.0106863663956558</c:v>
                </c:pt>
                <c:pt idx="3297">
                  <c:v>1.0103538890201189</c:v>
                </c:pt>
                <c:pt idx="3298">
                  <c:v>1.0107317042195925</c:v>
                </c:pt>
                <c:pt idx="3299">
                  <c:v>1.0123230491401054</c:v>
                </c:pt>
                <c:pt idx="3300">
                  <c:v>1.0136630167813447</c:v>
                </c:pt>
                <c:pt idx="3301">
                  <c:v>1.0144461038680657</c:v>
                </c:pt>
                <c:pt idx="3302">
                  <c:v>1.0136457706287099</c:v>
                </c:pt>
                <c:pt idx="3303">
                  <c:v>1.012644528600928</c:v>
                </c:pt>
                <c:pt idx="3304">
                  <c:v>1.0146844258859926</c:v>
                </c:pt>
                <c:pt idx="3305">
                  <c:v>1.0152458783219163</c:v>
                </c:pt>
                <c:pt idx="3306">
                  <c:v>1.0151675467538372</c:v>
                </c:pt>
                <c:pt idx="3307">
                  <c:v>1.0146222736982202</c:v>
                </c:pt>
                <c:pt idx="3308">
                  <c:v>1.0124287357985935</c:v>
                </c:pt>
                <c:pt idx="3309">
                  <c:v>1.0120910261587814</c:v>
                </c:pt>
                <c:pt idx="3310">
                  <c:v>1.0137927312165522</c:v>
                </c:pt>
                <c:pt idx="3311">
                  <c:v>1.0173022343800402</c:v>
                </c:pt>
                <c:pt idx="3312">
                  <c:v>1.018682231382918</c:v>
                </c:pt>
                <c:pt idx="3313">
                  <c:v>1.0180255060183738</c:v>
                </c:pt>
                <c:pt idx="3314">
                  <c:v>1.0166557195506349</c:v>
                </c:pt>
                <c:pt idx="3315">
                  <c:v>1.0149560972388376</c:v>
                </c:pt>
                <c:pt idx="3316">
                  <c:v>1.0121277536060715</c:v>
                </c:pt>
                <c:pt idx="3317">
                  <c:v>1.0103640741559163</c:v>
                </c:pt>
                <c:pt idx="3318">
                  <c:v>1.0101845008140489</c:v>
                </c:pt>
                <c:pt idx="3319">
                  <c:v>1.0106926654322588</c:v>
                </c:pt>
                <c:pt idx="3320">
                  <c:v>1.0116178872320052</c:v>
                </c:pt>
                <c:pt idx="3321">
                  <c:v>1.0129148791880338</c:v>
                </c:pt>
                <c:pt idx="3322">
                  <c:v>1.0133119978867748</c:v>
                </c:pt>
                <c:pt idx="3323">
                  <c:v>1.0124254846829273</c:v>
                </c:pt>
                <c:pt idx="3324">
                  <c:v>1.0129362146345924</c:v>
                </c:pt>
                <c:pt idx="3325">
                  <c:v>1.0130134286316612</c:v>
                </c:pt>
                <c:pt idx="3326">
                  <c:v>1.0119930355006592</c:v>
                </c:pt>
                <c:pt idx="3327">
                  <c:v>1.0103999380256077</c:v>
                </c:pt>
                <c:pt idx="3328">
                  <c:v>1.0083809697976434</c:v>
                </c:pt>
                <c:pt idx="3329">
                  <c:v>1.007525799380764</c:v>
                </c:pt>
                <c:pt idx="3330">
                  <c:v>1.008050905359515</c:v>
                </c:pt>
                <c:pt idx="3331">
                  <c:v>1.0106113367419249</c:v>
                </c:pt>
                <c:pt idx="3332">
                  <c:v>1.0129913312048686</c:v>
                </c:pt>
                <c:pt idx="3333">
                  <c:v>1.0147606493087569</c:v>
                </c:pt>
                <c:pt idx="3334">
                  <c:v>1.0156904937885911</c:v>
                </c:pt>
                <c:pt idx="3335">
                  <c:v>1.0159677275971462</c:v>
                </c:pt>
                <c:pt idx="3336">
                  <c:v>1.0143841294756815</c:v>
                </c:pt>
                <c:pt idx="3337">
                  <c:v>1.0131343040961518</c:v>
                </c:pt>
                <c:pt idx="3338">
                  <c:v>1.0122953384589204</c:v>
                </c:pt>
                <c:pt idx="3339">
                  <c:v>1.0117620792916631</c:v>
                </c:pt>
                <c:pt idx="3340">
                  <c:v>1.0125427026422935</c:v>
                </c:pt>
                <c:pt idx="3341">
                  <c:v>1.0127716269039981</c:v>
                </c:pt>
                <c:pt idx="3342">
                  <c:v>1.0108810777448434</c:v>
                </c:pt>
                <c:pt idx="3343">
                  <c:v>1.0102843202247334</c:v>
                </c:pt>
                <c:pt idx="3344">
                  <c:v>1.0110793704011318</c:v>
                </c:pt>
                <c:pt idx="3345">
                  <c:v>1.0120712654713737</c:v>
                </c:pt>
                <c:pt idx="3346">
                  <c:v>1.0117656351994229</c:v>
                </c:pt>
                <c:pt idx="3347">
                  <c:v>1.0111410908001046</c:v>
                </c:pt>
                <c:pt idx="3348">
                  <c:v>1.012265392635715</c:v>
                </c:pt>
                <c:pt idx="3349">
                  <c:v>1.0117636032521315</c:v>
                </c:pt>
                <c:pt idx="3350">
                  <c:v>1.0115957898052124</c:v>
                </c:pt>
                <c:pt idx="3351">
                  <c:v>1.0114350119757893</c:v>
                </c:pt>
                <c:pt idx="3352">
                  <c:v>1.0113520831269638</c:v>
                </c:pt>
                <c:pt idx="3353">
                  <c:v>1.0116161092781253</c:v>
                </c:pt>
                <c:pt idx="3354">
                  <c:v>1.0111767768744078</c:v>
                </c:pt>
                <c:pt idx="3355">
                  <c:v>1.0105332591672571</c:v>
                </c:pt>
                <c:pt idx="3356">
                  <c:v>1.0105760570570799</c:v>
                </c:pt>
                <c:pt idx="3357">
                  <c:v>1.0111559494146722</c:v>
                </c:pt>
                <c:pt idx="3358">
                  <c:v>1.0118767573169152</c:v>
                </c:pt>
                <c:pt idx="3359">
                  <c:v>1.0126206278209142</c:v>
                </c:pt>
                <c:pt idx="3360">
                  <c:v>1.013121401230852</c:v>
                </c:pt>
                <c:pt idx="3361">
                  <c:v>1.0132122292747727</c:v>
                </c:pt>
                <c:pt idx="3362">
                  <c:v>1.0146151364833595</c:v>
                </c:pt>
                <c:pt idx="3363">
                  <c:v>1.0159325241103245</c:v>
                </c:pt>
                <c:pt idx="3364">
                  <c:v>1.0154775965111464</c:v>
                </c:pt>
                <c:pt idx="3365">
                  <c:v>1.0143616764581127</c:v>
                </c:pt>
                <c:pt idx="3366">
                  <c:v>1.0133767154080022</c:v>
                </c:pt>
                <c:pt idx="3367">
                  <c:v>1.0140895733164681</c:v>
                </c:pt>
                <c:pt idx="3368">
                  <c:v>1.0148124893640258</c:v>
                </c:pt>
                <c:pt idx="3369">
                  <c:v>1.013854629410913</c:v>
                </c:pt>
                <c:pt idx="3370">
                  <c:v>1.0135441478648044</c:v>
                </c:pt>
                <c:pt idx="3371">
                  <c:v>1.0131899540525919</c:v>
                </c:pt>
                <c:pt idx="3372">
                  <c:v>1.0123819756115526</c:v>
                </c:pt>
                <c:pt idx="3373">
                  <c:v>1.0130598332279261</c:v>
                </c:pt>
                <c:pt idx="3374">
                  <c:v>1.013755978369921</c:v>
                </c:pt>
                <c:pt idx="3375">
                  <c:v>1.0145147582871701</c:v>
                </c:pt>
                <c:pt idx="3376">
                  <c:v>1.0158646824701367</c:v>
                </c:pt>
                <c:pt idx="3377">
                  <c:v>1.0156655262362495</c:v>
                </c:pt>
                <c:pt idx="3378">
                  <c:v>1.0144032297802195</c:v>
                </c:pt>
                <c:pt idx="3379">
                  <c:v>1.0126093505134477</c:v>
                </c:pt>
                <c:pt idx="3380">
                  <c:v>1.0111282133341462</c:v>
                </c:pt>
                <c:pt idx="3381">
                  <c:v>1.0104057290753878</c:v>
                </c:pt>
                <c:pt idx="3382">
                  <c:v>1.0106793053788186</c:v>
                </c:pt>
                <c:pt idx="3383">
                  <c:v>1.0111034489765336</c:v>
                </c:pt>
                <c:pt idx="3384">
                  <c:v>1.0123509884153605</c:v>
                </c:pt>
                <c:pt idx="3385">
                  <c:v>1.0134973368790814</c:v>
                </c:pt>
                <c:pt idx="3386">
                  <c:v>1.0142013812161712</c:v>
                </c:pt>
                <c:pt idx="3387">
                  <c:v>1.013944619276576</c:v>
                </c:pt>
                <c:pt idx="3388">
                  <c:v>1.0142628984204149</c:v>
                </c:pt>
                <c:pt idx="3389">
                  <c:v>1.0143449128929596</c:v>
                </c:pt>
                <c:pt idx="3390">
                  <c:v>1.0144660169515203</c:v>
                </c:pt>
                <c:pt idx="3391">
                  <c:v>1.0149632090543572</c:v>
                </c:pt>
                <c:pt idx="3392">
                  <c:v>1.0155429744152438</c:v>
                </c:pt>
                <c:pt idx="3393">
                  <c:v>1.0161716081084857</c:v>
                </c:pt>
                <c:pt idx="3394">
                  <c:v>1.0169875619426432</c:v>
                </c:pt>
                <c:pt idx="3395">
                  <c:v>1.0168161163899407</c:v>
                </c:pt>
                <c:pt idx="3396">
                  <c:v>1.0155579854258581</c:v>
                </c:pt>
                <c:pt idx="3397">
                  <c:v>1.0147577283845257</c:v>
                </c:pt>
                <c:pt idx="3398">
                  <c:v>1.0140042569295753</c:v>
                </c:pt>
                <c:pt idx="3399">
                  <c:v>1.0114771494827424</c:v>
                </c:pt>
                <c:pt idx="3400">
                  <c:v>1.0102935401855675</c:v>
                </c:pt>
                <c:pt idx="3401">
                  <c:v>1.0110134845102119</c:v>
                </c:pt>
                <c:pt idx="3402">
                  <c:v>1.0113530483019271</c:v>
                </c:pt>
                <c:pt idx="3403">
                  <c:v>1.0111397954337065</c:v>
                </c:pt>
                <c:pt idx="3404">
                  <c:v>1.0123371203750975</c:v>
                </c:pt>
                <c:pt idx="3405">
                  <c:v>1.0138003256195534</c:v>
                </c:pt>
                <c:pt idx="3406">
                  <c:v>1.0136771134156779</c:v>
                </c:pt>
                <c:pt idx="3407">
                  <c:v>1.0124890592338034</c:v>
                </c:pt>
                <c:pt idx="3408">
                  <c:v>1.011350711562542</c:v>
                </c:pt>
                <c:pt idx="3409">
                  <c:v>1.0113226452905812</c:v>
                </c:pt>
                <c:pt idx="3410">
                  <c:v>1.0118095506602558</c:v>
                </c:pt>
                <c:pt idx="3411">
                  <c:v>1.0117170970585023</c:v>
                </c:pt>
                <c:pt idx="3412">
                  <c:v>1.0115176106331802</c:v>
                </c:pt>
                <c:pt idx="3413">
                  <c:v>1.0112301408901454</c:v>
                </c:pt>
                <c:pt idx="3414">
                  <c:v>1.0123846679417137</c:v>
                </c:pt>
                <c:pt idx="3415">
                  <c:v>1.0133518748523662</c:v>
                </c:pt>
                <c:pt idx="3416">
                  <c:v>1.0122458605423774</c:v>
                </c:pt>
                <c:pt idx="3417">
                  <c:v>1.0111474152360487</c:v>
                </c:pt>
                <c:pt idx="3418">
                  <c:v>1.0126786399160805</c:v>
                </c:pt>
                <c:pt idx="3419">
                  <c:v>1.0142345019570191</c:v>
                </c:pt>
                <c:pt idx="3420">
                  <c:v>1.0138409391660381</c:v>
                </c:pt>
                <c:pt idx="3421">
                  <c:v>1.0118275079944425</c:v>
                </c:pt>
                <c:pt idx="3422">
                  <c:v>1.0113551056485595</c:v>
                </c:pt>
                <c:pt idx="3423">
                  <c:v>1.0115373459212469</c:v>
                </c:pt>
                <c:pt idx="3424">
                  <c:v>1.0118276603904894</c:v>
                </c:pt>
                <c:pt idx="3425">
                  <c:v>1.0130201594570636</c:v>
                </c:pt>
                <c:pt idx="3426">
                  <c:v>1.0134794303435768</c:v>
                </c:pt>
                <c:pt idx="3427">
                  <c:v>1.0130613063897123</c:v>
                </c:pt>
                <c:pt idx="3428">
                  <c:v>1.0120373319516092</c:v>
                </c:pt>
                <c:pt idx="3429">
                  <c:v>1.0117360449669937</c:v>
                </c:pt>
                <c:pt idx="3430">
                  <c:v>1.0112306488769682</c:v>
                </c:pt>
                <c:pt idx="3431">
                  <c:v>1.0118618225043243</c:v>
                </c:pt>
                <c:pt idx="3432">
                  <c:v>1.0136394461927658</c:v>
                </c:pt>
                <c:pt idx="3433">
                  <c:v>1.0149631836550159</c:v>
                </c:pt>
                <c:pt idx="3434">
                  <c:v>1.0146889215693744</c:v>
                </c:pt>
                <c:pt idx="3435">
                  <c:v>1.0133261453197904</c:v>
                </c:pt>
                <c:pt idx="3436">
                  <c:v>1.0123437750024764</c:v>
                </c:pt>
                <c:pt idx="3437">
                  <c:v>1.0122093870884989</c:v>
                </c:pt>
                <c:pt idx="3438">
                  <c:v>1.011986177678551</c:v>
                </c:pt>
                <c:pt idx="3439">
                  <c:v>1.0108750073023105</c:v>
                </c:pt>
                <c:pt idx="3440">
                  <c:v>1.0099085369725509</c:v>
                </c:pt>
                <c:pt idx="3441">
                  <c:v>1.010362905786224</c:v>
                </c:pt>
                <c:pt idx="3442">
                  <c:v>1.0119332962502954</c:v>
                </c:pt>
                <c:pt idx="3443">
                  <c:v>1.0125080325416358</c:v>
                </c:pt>
                <c:pt idx="3444">
                  <c:v>1.0108075466522399</c:v>
                </c:pt>
                <c:pt idx="3445">
                  <c:v>1.0104544958103787</c:v>
                </c:pt>
                <c:pt idx="3446">
                  <c:v>1.0108094008041431</c:v>
                </c:pt>
                <c:pt idx="3447">
                  <c:v>1.0103170091767819</c:v>
                </c:pt>
                <c:pt idx="3448">
                  <c:v>1.0107122229249372</c:v>
                </c:pt>
                <c:pt idx="3449">
                  <c:v>1.0117278155804639</c:v>
                </c:pt>
                <c:pt idx="3450">
                  <c:v>1.0126090711206952</c:v>
                </c:pt>
                <c:pt idx="3451">
                  <c:v>1.01262743484434</c:v>
                </c:pt>
                <c:pt idx="3452">
                  <c:v>1.0130479971349544</c:v>
                </c:pt>
                <c:pt idx="3453">
                  <c:v>1.0129615377777101</c:v>
                </c:pt>
                <c:pt idx="3454">
                  <c:v>1.0128734782619739</c:v>
                </c:pt>
                <c:pt idx="3455">
                  <c:v>1.0126496084691563</c:v>
                </c:pt>
                <c:pt idx="3456">
                  <c:v>1.0121869848696126</c:v>
                </c:pt>
                <c:pt idx="3457">
                  <c:v>1.0127773163564138</c:v>
                </c:pt>
                <c:pt idx="3458">
                  <c:v>1.0122829435804435</c:v>
                </c:pt>
                <c:pt idx="3459">
                  <c:v>1.0123674725877612</c:v>
                </c:pt>
                <c:pt idx="3460">
                  <c:v>1.0135266985174405</c:v>
                </c:pt>
                <c:pt idx="3461">
                  <c:v>1.0141047875218117</c:v>
                </c:pt>
                <c:pt idx="3462">
                  <c:v>1.0142168240155851</c:v>
                </c:pt>
                <c:pt idx="3463">
                  <c:v>1.0149315614752954</c:v>
                </c:pt>
                <c:pt idx="3464">
                  <c:v>1.0157342314540361</c:v>
                </c:pt>
                <c:pt idx="3465">
                  <c:v>1.0144049315360759</c:v>
                </c:pt>
                <c:pt idx="3466">
                  <c:v>1.0142338415741496</c:v>
                </c:pt>
                <c:pt idx="3467">
                  <c:v>1.0149852302831264</c:v>
                </c:pt>
                <c:pt idx="3468">
                  <c:v>1.0147741871575851</c:v>
                </c:pt>
                <c:pt idx="3469">
                  <c:v>1.0139348405302366</c:v>
                </c:pt>
                <c:pt idx="3470">
                  <c:v>1.0134482653519967</c:v>
                </c:pt>
                <c:pt idx="3471">
                  <c:v>1.0144725445821936</c:v>
                </c:pt>
                <c:pt idx="3472">
                  <c:v>1.0133922090060983</c:v>
                </c:pt>
                <c:pt idx="3473">
                  <c:v>1.0123099430800766</c:v>
                </c:pt>
                <c:pt idx="3474">
                  <c:v>1.011197324941391</c:v>
                </c:pt>
                <c:pt idx="3475">
                  <c:v>1.0104406277701157</c:v>
                </c:pt>
                <c:pt idx="3476">
                  <c:v>1.0109933428326869</c:v>
                </c:pt>
                <c:pt idx="3477">
                  <c:v>1.0103130214802227</c:v>
                </c:pt>
                <c:pt idx="3478">
                  <c:v>1.0096404215274655</c:v>
                </c:pt>
                <c:pt idx="3479">
                  <c:v>1.0094646326874281</c:v>
                </c:pt>
                <c:pt idx="3480">
                  <c:v>1.008646418311909</c:v>
                </c:pt>
                <c:pt idx="3481">
                  <c:v>1.0090303039539155</c:v>
                </c:pt>
                <c:pt idx="3482">
                  <c:v>1.0099442992448775</c:v>
                </c:pt>
                <c:pt idx="3483">
                  <c:v>1.0100027177295021</c:v>
                </c:pt>
                <c:pt idx="3484">
                  <c:v>1.0104659001145511</c:v>
                </c:pt>
                <c:pt idx="3485">
                  <c:v>1.0109798811818822</c:v>
                </c:pt>
                <c:pt idx="3486">
                  <c:v>1.0110106143846629</c:v>
                </c:pt>
                <c:pt idx="3487">
                  <c:v>1.0114550012572674</c:v>
                </c:pt>
                <c:pt idx="3488">
                  <c:v>1.012341895451232</c:v>
                </c:pt>
                <c:pt idx="3489">
                  <c:v>1.0136133864687551</c:v>
                </c:pt>
                <c:pt idx="3490">
                  <c:v>1.0124535509548882</c:v>
                </c:pt>
                <c:pt idx="3491">
                  <c:v>1.0115022186324487</c:v>
                </c:pt>
                <c:pt idx="3492">
                  <c:v>1.011544940324248</c:v>
                </c:pt>
                <c:pt idx="3493">
                  <c:v>1.0112937408403626</c:v>
                </c:pt>
                <c:pt idx="3494">
                  <c:v>1.0102571175303712</c:v>
                </c:pt>
                <c:pt idx="3495">
                  <c:v>1.0105299064542266</c:v>
                </c:pt>
                <c:pt idx="3496">
                  <c:v>1.0121185082458961</c:v>
                </c:pt>
                <c:pt idx="3497">
                  <c:v>1.0132630025577136</c:v>
                </c:pt>
                <c:pt idx="3498">
                  <c:v>1.0132266814998818</c:v>
                </c:pt>
                <c:pt idx="3499">
                  <c:v>1.012999509792716</c:v>
                </c:pt>
                <c:pt idx="3500">
                  <c:v>1.0120804854322079</c:v>
                </c:pt>
                <c:pt idx="3501">
                  <c:v>1.0109876025815889</c:v>
                </c:pt>
                <c:pt idx="3502">
                  <c:v>1.0099802901112744</c:v>
                </c:pt>
                <c:pt idx="3503">
                  <c:v>1.0097782891511795</c:v>
                </c:pt>
                <c:pt idx="3504">
                  <c:v>1.0105295508634506</c:v>
                </c:pt>
                <c:pt idx="3505">
                  <c:v>1.0119218919461228</c:v>
                </c:pt>
                <c:pt idx="3506">
                  <c:v>1.0135524534493576</c:v>
                </c:pt>
                <c:pt idx="3507">
                  <c:v>1.0149432959709026</c:v>
                </c:pt>
                <c:pt idx="3508">
                  <c:v>1.0156341326505991</c:v>
                </c:pt>
                <c:pt idx="3509">
                  <c:v>1.0140181503691794</c:v>
                </c:pt>
                <c:pt idx="3510">
                  <c:v>1.012679782886432</c:v>
                </c:pt>
                <c:pt idx="3511">
                  <c:v>1.0133507064826739</c:v>
                </c:pt>
                <c:pt idx="3512">
                  <c:v>1.013692429218386</c:v>
                </c:pt>
                <c:pt idx="3513">
                  <c:v>1.0139229028399004</c:v>
                </c:pt>
                <c:pt idx="3514">
                  <c:v>1.0139038533340445</c:v>
                </c:pt>
                <c:pt idx="3515">
                  <c:v>1.0146022844167422</c:v>
                </c:pt>
                <c:pt idx="3516">
                  <c:v>1.0143396298300023</c:v>
                </c:pt>
                <c:pt idx="3517">
                  <c:v>1.0132275196781395</c:v>
                </c:pt>
                <c:pt idx="3518">
                  <c:v>1.0125313237374622</c:v>
                </c:pt>
                <c:pt idx="3519">
                  <c:v>1.0121608489475784</c:v>
                </c:pt>
                <c:pt idx="3520">
                  <c:v>1.0129659572630687</c:v>
                </c:pt>
                <c:pt idx="3521">
                  <c:v>1.0148025582216398</c:v>
                </c:pt>
                <c:pt idx="3522">
                  <c:v>1.014623137275819</c:v>
                </c:pt>
                <c:pt idx="3523">
                  <c:v>1.012944952007945</c:v>
                </c:pt>
                <c:pt idx="3524">
                  <c:v>1.0127064775939711</c:v>
                </c:pt>
                <c:pt idx="3525">
                  <c:v>1.0121087294995568</c:v>
                </c:pt>
                <c:pt idx="3526">
                  <c:v>1.0105259187576674</c:v>
                </c:pt>
                <c:pt idx="3527">
                  <c:v>1.0104387736182123</c:v>
                </c:pt>
                <c:pt idx="3528">
                  <c:v>1.0105856580080312</c:v>
                </c:pt>
                <c:pt idx="3529">
                  <c:v>1.0099952503232066</c:v>
                </c:pt>
                <c:pt idx="3530">
                  <c:v>1.0110999438674562</c:v>
                </c:pt>
                <c:pt idx="3531">
                  <c:v>1.0104403737767043</c:v>
                </c:pt>
                <c:pt idx="3532">
                  <c:v>1.0092985717950476</c:v>
                </c:pt>
                <c:pt idx="3533">
                  <c:v>1.0087398116892847</c:v>
                </c:pt>
                <c:pt idx="3534">
                  <c:v>1.0087435961911149</c:v>
                </c:pt>
                <c:pt idx="3535">
                  <c:v>1.0098359456555697</c:v>
                </c:pt>
                <c:pt idx="3536">
                  <c:v>1.0095984618159004</c:v>
                </c:pt>
                <c:pt idx="3537">
                  <c:v>1.0097512388528642</c:v>
                </c:pt>
                <c:pt idx="3538">
                  <c:v>1.0117710706584271</c:v>
                </c:pt>
                <c:pt idx="3539">
                  <c:v>1.0129378401924254</c:v>
                </c:pt>
                <c:pt idx="3540">
                  <c:v>1.0130428664680438</c:v>
                </c:pt>
                <c:pt idx="3541">
                  <c:v>1.0116522017418867</c:v>
                </c:pt>
                <c:pt idx="3542">
                  <c:v>1.0099510554696212</c:v>
                </c:pt>
                <c:pt idx="3543">
                  <c:v>1.0097533723975201</c:v>
                </c:pt>
                <c:pt idx="3544">
                  <c:v>1.0097563441204336</c:v>
                </c:pt>
                <c:pt idx="3545">
                  <c:v>1.0109800081785878</c:v>
                </c:pt>
                <c:pt idx="3546">
                  <c:v>1.0119858728864572</c:v>
                </c:pt>
                <c:pt idx="3547">
                  <c:v>1.0116773470896165</c:v>
                </c:pt>
                <c:pt idx="3548">
                  <c:v>1.0106705172067836</c:v>
                </c:pt>
                <c:pt idx="3549">
                  <c:v>1.0102297878393034</c:v>
                </c:pt>
                <c:pt idx="3550">
                  <c:v>1.0108026699787407</c:v>
                </c:pt>
                <c:pt idx="3551">
                  <c:v>1.0120794694585622</c:v>
                </c:pt>
                <c:pt idx="3552">
                  <c:v>1.014276944256066</c:v>
                </c:pt>
                <c:pt idx="3553">
                  <c:v>1.0151191610089634</c:v>
                </c:pt>
                <c:pt idx="3554">
                  <c:v>1.0147887663794002</c:v>
                </c:pt>
                <c:pt idx="3555">
                  <c:v>1.014856989009705</c:v>
                </c:pt>
                <c:pt idx="3556">
                  <c:v>1.0137192509226312</c:v>
                </c:pt>
                <c:pt idx="3557">
                  <c:v>1.0131164229599885</c:v>
                </c:pt>
                <c:pt idx="3558">
                  <c:v>1.013865068540122</c:v>
                </c:pt>
                <c:pt idx="3559">
                  <c:v>1.0125339398695998</c:v>
                </c:pt>
                <c:pt idx="3560">
                  <c:v>1.0118091188714564</c:v>
                </c:pt>
                <c:pt idx="3561">
                  <c:v>1.0122418982451595</c:v>
                </c:pt>
                <c:pt idx="3562">
                  <c:v>1.0125676955939762</c:v>
                </c:pt>
                <c:pt idx="3563">
                  <c:v>1.0131802007055937</c:v>
                </c:pt>
                <c:pt idx="3564">
                  <c:v>1.0120619439131748</c:v>
                </c:pt>
                <c:pt idx="3565">
                  <c:v>1.0127926321591219</c:v>
                </c:pt>
                <c:pt idx="3566">
                  <c:v>1.0143880155748759</c:v>
                </c:pt>
                <c:pt idx="3567">
                  <c:v>1.0144019344138213</c:v>
                </c:pt>
                <c:pt idx="3568">
                  <c:v>1.0132853285785766</c:v>
                </c:pt>
                <c:pt idx="3569">
                  <c:v>1.0125573580621319</c:v>
                </c:pt>
                <c:pt idx="3570">
                  <c:v>1.012172151654386</c:v>
                </c:pt>
                <c:pt idx="3571">
                  <c:v>1.0122215787722466</c:v>
                </c:pt>
                <c:pt idx="3572">
                  <c:v>1.0120163012971444</c:v>
                </c:pt>
                <c:pt idx="3573">
                  <c:v>1.013117946920457</c:v>
                </c:pt>
                <c:pt idx="3574">
                  <c:v>1.0137216638600395</c:v>
                </c:pt>
                <c:pt idx="3575">
                  <c:v>1.012896896454506</c:v>
                </c:pt>
                <c:pt idx="3576">
                  <c:v>1.0111681156990788</c:v>
                </c:pt>
                <c:pt idx="3577">
                  <c:v>1.0097673674344887</c:v>
                </c:pt>
                <c:pt idx="3578">
                  <c:v>1.0103356522931795</c:v>
                </c:pt>
                <c:pt idx="3579">
                  <c:v>1.0114651355943827</c:v>
                </c:pt>
                <c:pt idx="3580">
                  <c:v>1.0113137047224996</c:v>
                </c:pt>
                <c:pt idx="3581">
                  <c:v>1.0116777788784159</c:v>
                </c:pt>
                <c:pt idx="3582">
                  <c:v>1.0142491573768577</c:v>
                </c:pt>
                <c:pt idx="3583">
                  <c:v>1.0164277350645525</c:v>
                </c:pt>
                <c:pt idx="3584">
                  <c:v>1.0160286606165436</c:v>
                </c:pt>
                <c:pt idx="3585">
                  <c:v>1.0150215767402992</c:v>
                </c:pt>
                <c:pt idx="3586">
                  <c:v>1.0141179443805228</c:v>
                </c:pt>
                <c:pt idx="3587">
                  <c:v>1.0148963325891327</c:v>
                </c:pt>
                <c:pt idx="3588">
                  <c:v>1.015868517770649</c:v>
                </c:pt>
                <c:pt idx="3589">
                  <c:v>1.0154498604306204</c:v>
                </c:pt>
                <c:pt idx="3590">
                  <c:v>1.0151181450353177</c:v>
                </c:pt>
                <c:pt idx="3591">
                  <c:v>1.0154880102410144</c:v>
                </c:pt>
                <c:pt idx="3592">
                  <c:v>1.0155114538328875</c:v>
                </c:pt>
                <c:pt idx="3593">
                  <c:v>1.0152875078420465</c:v>
                </c:pt>
                <c:pt idx="3594">
                  <c:v>1.0139808641363843</c:v>
                </c:pt>
                <c:pt idx="3595">
                  <c:v>1.012859838815781</c:v>
                </c:pt>
                <c:pt idx="3596">
                  <c:v>1.0118569966295075</c:v>
                </c:pt>
                <c:pt idx="3597">
                  <c:v>1.0109836656837121</c:v>
                </c:pt>
                <c:pt idx="3598">
                  <c:v>1.0110775670479109</c:v>
                </c:pt>
                <c:pt idx="3599">
                  <c:v>1.0106653865398731</c:v>
                </c:pt>
                <c:pt idx="3600">
                  <c:v>1.00904932806043</c:v>
                </c:pt>
                <c:pt idx="3601">
                  <c:v>1.0074588467175161</c:v>
                </c:pt>
                <c:pt idx="3602">
                  <c:v>1.007711189171753</c:v>
                </c:pt>
                <c:pt idx="3603">
                  <c:v>1.0092350988415359</c:v>
                </c:pt>
                <c:pt idx="3604">
                  <c:v>1.0105358752993947</c:v>
                </c:pt>
                <c:pt idx="3605">
                  <c:v>1.0099346728945851</c:v>
                </c:pt>
                <c:pt idx="3606">
                  <c:v>1.009541668889109</c:v>
                </c:pt>
                <c:pt idx="3607">
                  <c:v>1.0092313905377295</c:v>
                </c:pt>
                <c:pt idx="3608">
                  <c:v>1.0106461846379704</c:v>
                </c:pt>
                <c:pt idx="3609">
                  <c:v>1.0114077076840626</c:v>
                </c:pt>
                <c:pt idx="3610">
                  <c:v>1.0114492102074872</c:v>
                </c:pt>
                <c:pt idx="3611">
                  <c:v>1.0114610209011179</c:v>
                </c:pt>
                <c:pt idx="3612">
                  <c:v>1.011841452232729</c:v>
                </c:pt>
                <c:pt idx="3613">
                  <c:v>1.012138827718809</c:v>
                </c:pt>
                <c:pt idx="3614">
                  <c:v>1.0121486318644894</c:v>
                </c:pt>
                <c:pt idx="3615">
                  <c:v>1.0114877410079983</c:v>
                </c:pt>
                <c:pt idx="3616">
                  <c:v>1.0111656519629881</c:v>
                </c:pt>
                <c:pt idx="3617">
                  <c:v>1.0124869510884889</c:v>
                </c:pt>
                <c:pt idx="3618">
                  <c:v>1.0125701339307258</c:v>
                </c:pt>
                <c:pt idx="3619">
                  <c:v>1.0111815773498836</c:v>
                </c:pt>
                <c:pt idx="3620">
                  <c:v>1.0103826664736317</c:v>
                </c:pt>
                <c:pt idx="3621">
                  <c:v>1.0113614046851624</c:v>
                </c:pt>
                <c:pt idx="3622">
                  <c:v>1.0140218332736448</c:v>
                </c:pt>
                <c:pt idx="3623">
                  <c:v>1.0148494200060449</c:v>
                </c:pt>
                <c:pt idx="3624">
                  <c:v>1.0132516998509058</c:v>
                </c:pt>
                <c:pt idx="3625">
                  <c:v>1.0119272512071036</c:v>
                </c:pt>
                <c:pt idx="3626">
                  <c:v>1.0116209097536011</c:v>
                </c:pt>
                <c:pt idx="3627">
                  <c:v>1.0115862650522844</c:v>
                </c:pt>
                <c:pt idx="3628">
                  <c:v>1.0108215924878909</c:v>
                </c:pt>
                <c:pt idx="3629">
                  <c:v>1.0121367449728353</c:v>
                </c:pt>
                <c:pt idx="3630">
                  <c:v>1.0125746296141078</c:v>
                </c:pt>
                <c:pt idx="3631">
                  <c:v>1.0122063899662443</c:v>
                </c:pt>
                <c:pt idx="3632">
                  <c:v>1.0128903180251505</c:v>
                </c:pt>
                <c:pt idx="3633">
                  <c:v>1.0148031170071448</c:v>
                </c:pt>
                <c:pt idx="3634">
                  <c:v>1.0161532189854996</c:v>
                </c:pt>
                <c:pt idx="3635">
                  <c:v>1.0160913207911386</c:v>
                </c:pt>
                <c:pt idx="3636">
                  <c:v>1.0159884788588585</c:v>
                </c:pt>
                <c:pt idx="3637">
                  <c:v>1.0150336160280002</c:v>
                </c:pt>
                <c:pt idx="3638">
                  <c:v>1.0145960107794805</c:v>
                </c:pt>
                <c:pt idx="3639">
                  <c:v>1.0140478929976557</c:v>
                </c:pt>
                <c:pt idx="3640">
                  <c:v>1.0140620404306713</c:v>
                </c:pt>
                <c:pt idx="3641">
                  <c:v>1.0165530554137425</c:v>
                </c:pt>
                <c:pt idx="3642">
                  <c:v>1.018235456972246</c:v>
                </c:pt>
                <c:pt idx="3643">
                  <c:v>1.0179518479290648</c:v>
                </c:pt>
                <c:pt idx="3644">
                  <c:v>1.0165375872149875</c:v>
                </c:pt>
                <c:pt idx="3645">
                  <c:v>1.0170957631359043</c:v>
                </c:pt>
                <c:pt idx="3646">
                  <c:v>1.0166429436820408</c:v>
                </c:pt>
                <c:pt idx="3647">
                  <c:v>1.0147072852930195</c:v>
                </c:pt>
                <c:pt idx="3648">
                  <c:v>1.0134017083596851</c:v>
                </c:pt>
                <c:pt idx="3649">
                  <c:v>1.0131894460657691</c:v>
                </c:pt>
                <c:pt idx="3650">
                  <c:v>1.0133583516843574</c:v>
                </c:pt>
                <c:pt idx="3651">
                  <c:v>1.0124116674413466</c:v>
                </c:pt>
                <c:pt idx="3652">
                  <c:v>1.0115062063290079</c:v>
                </c:pt>
                <c:pt idx="3653">
                  <c:v>1.0128582894559715</c:v>
                </c:pt>
                <c:pt idx="3654">
                  <c:v>1.0141114167498495</c:v>
                </c:pt>
                <c:pt idx="3655">
                  <c:v>1.013826537739611</c:v>
                </c:pt>
                <c:pt idx="3656">
                  <c:v>1.0132316089720632</c:v>
                </c:pt>
                <c:pt idx="3657">
                  <c:v>1.0124818458209195</c:v>
                </c:pt>
                <c:pt idx="3658">
                  <c:v>1.0126549931294782</c:v>
                </c:pt>
                <c:pt idx="3659">
                  <c:v>1.011328385541679</c:v>
                </c:pt>
                <c:pt idx="3660">
                  <c:v>1.0100077975977304</c:v>
                </c:pt>
                <c:pt idx="3661">
                  <c:v>1.0105308462298488</c:v>
                </c:pt>
                <c:pt idx="3662">
                  <c:v>1.0121089326942858</c:v>
                </c:pt>
                <c:pt idx="3663">
                  <c:v>1.0124106260683599</c:v>
                </c:pt>
                <c:pt idx="3664">
                  <c:v>1.0128788121236134</c:v>
                </c:pt>
                <c:pt idx="3665">
                  <c:v>1.0134700325873547</c:v>
                </c:pt>
                <c:pt idx="3666">
                  <c:v>1.0139273731239411</c:v>
                </c:pt>
                <c:pt idx="3667">
                  <c:v>1.0132079113867787</c:v>
                </c:pt>
                <c:pt idx="3668">
                  <c:v>1.0121607219508726</c:v>
                </c:pt>
                <c:pt idx="3669">
                  <c:v>1.0106594430940461</c:v>
                </c:pt>
                <c:pt idx="3670">
                  <c:v>1.010431864997422</c:v>
                </c:pt>
                <c:pt idx="3671">
                  <c:v>1.0102070300296411</c:v>
                </c:pt>
                <c:pt idx="3672">
                  <c:v>1.0098213156350724</c:v>
                </c:pt>
                <c:pt idx="3673">
                  <c:v>1.0095979792284189</c:v>
                </c:pt>
                <c:pt idx="3674">
                  <c:v>1.0099546621760631</c:v>
                </c:pt>
                <c:pt idx="3675">
                  <c:v>1.0105980528865082</c:v>
                </c:pt>
                <c:pt idx="3676">
                  <c:v>1.0109218182880335</c:v>
                </c:pt>
                <c:pt idx="3677">
                  <c:v>1.0107675680892838</c:v>
                </c:pt>
                <c:pt idx="3678">
                  <c:v>1.0107372412759612</c:v>
                </c:pt>
                <c:pt idx="3679">
                  <c:v>1.0106647515563447</c:v>
                </c:pt>
                <c:pt idx="3680">
                  <c:v>1.00962716307139</c:v>
                </c:pt>
                <c:pt idx="3681">
                  <c:v>1.008924185506628</c:v>
                </c:pt>
                <c:pt idx="3682">
                  <c:v>1.0091646664685519</c:v>
                </c:pt>
                <c:pt idx="3683">
                  <c:v>1.0108545354333509</c:v>
                </c:pt>
                <c:pt idx="3684">
                  <c:v>1.0128664426444778</c:v>
                </c:pt>
                <c:pt idx="3685">
                  <c:v>1.0130058850273425</c:v>
                </c:pt>
                <c:pt idx="3686">
                  <c:v>1.0127011691316727</c:v>
                </c:pt>
                <c:pt idx="3687">
                  <c:v>1.011652963722121</c:v>
                </c:pt>
                <c:pt idx="3688">
                  <c:v>1.0115355425680257</c:v>
                </c:pt>
                <c:pt idx="3689">
                  <c:v>1.010990498106479</c:v>
                </c:pt>
                <c:pt idx="3690">
                  <c:v>1.0116151187038209</c:v>
                </c:pt>
                <c:pt idx="3691">
                  <c:v>1.0131568079124027</c:v>
                </c:pt>
                <c:pt idx="3692">
                  <c:v>1.0137481045741674</c:v>
                </c:pt>
                <c:pt idx="3693">
                  <c:v>1.0150050671685575</c:v>
                </c:pt>
                <c:pt idx="3694">
                  <c:v>1.0143606096857847</c:v>
                </c:pt>
                <c:pt idx="3695">
                  <c:v>1.0127138688022432</c:v>
                </c:pt>
                <c:pt idx="3696">
                  <c:v>1.0111199077495929</c:v>
                </c:pt>
                <c:pt idx="3697">
                  <c:v>1.0105076312320458</c:v>
                </c:pt>
                <c:pt idx="3698">
                  <c:v>1.0111845998714792</c:v>
                </c:pt>
                <c:pt idx="3699">
                  <c:v>1.0110171166159949</c:v>
                </c:pt>
                <c:pt idx="3700">
                  <c:v>1.0107734099377461</c:v>
                </c:pt>
                <c:pt idx="3701">
                  <c:v>1.0113457078923374</c:v>
                </c:pt>
                <c:pt idx="3702">
                  <c:v>1.0120819839933353</c:v>
                </c:pt>
                <c:pt idx="3703">
                  <c:v>1.0132647043135701</c:v>
                </c:pt>
                <c:pt idx="3704">
                  <c:v>1.0128474185379632</c:v>
                </c:pt>
                <c:pt idx="3705">
                  <c:v>1.0117257836331726</c:v>
                </c:pt>
                <c:pt idx="3706">
                  <c:v>1.0117846593059376</c:v>
                </c:pt>
                <c:pt idx="3707">
                  <c:v>1.0112482506203788</c:v>
                </c:pt>
                <c:pt idx="3708">
                  <c:v>1.0118385821071803</c:v>
                </c:pt>
                <c:pt idx="3709">
                  <c:v>1.0110353279435931</c:v>
                </c:pt>
                <c:pt idx="3710">
                  <c:v>1.0112787298297483</c:v>
                </c:pt>
                <c:pt idx="3711">
                  <c:v>1.0117197131906399</c:v>
                </c:pt>
                <c:pt idx="3712">
                  <c:v>1.0112500793729411</c:v>
                </c:pt>
                <c:pt idx="3713">
                  <c:v>1.0111116783630634</c:v>
                </c:pt>
                <c:pt idx="3714">
                  <c:v>1.0111255464033262</c:v>
                </c:pt>
                <c:pt idx="3715">
                  <c:v>1.0108906024977713</c:v>
                </c:pt>
                <c:pt idx="3716">
                  <c:v>1.0102052520757612</c:v>
                </c:pt>
                <c:pt idx="3717">
                  <c:v>1.0100435090713746</c:v>
                </c:pt>
                <c:pt idx="3718">
                  <c:v>1.0118266190175027</c:v>
                </c:pt>
                <c:pt idx="3719">
                  <c:v>1.0127846059673211</c:v>
                </c:pt>
                <c:pt idx="3720">
                  <c:v>1.0121779173048251</c:v>
                </c:pt>
                <c:pt idx="3721">
                  <c:v>1.0115646248136323</c:v>
                </c:pt>
                <c:pt idx="3722">
                  <c:v>1.0113776602634927</c:v>
                </c:pt>
                <c:pt idx="3723">
                  <c:v>1.012402752272606</c:v>
                </c:pt>
                <c:pt idx="3724">
                  <c:v>1.0126207040189377</c:v>
                </c:pt>
                <c:pt idx="3725">
                  <c:v>1.013232116958886</c:v>
                </c:pt>
                <c:pt idx="3726">
                  <c:v>1.0126001051532723</c:v>
                </c:pt>
                <c:pt idx="3727">
                  <c:v>1.0120679635570253</c:v>
                </c:pt>
                <c:pt idx="3728">
                  <c:v>1.0121718722616335</c:v>
                </c:pt>
                <c:pt idx="3729">
                  <c:v>1.0118367025559356</c:v>
                </c:pt>
                <c:pt idx="3730">
                  <c:v>1.0111178758023016</c:v>
                </c:pt>
                <c:pt idx="3731">
                  <c:v>1.0106307418385567</c:v>
                </c:pt>
                <c:pt idx="3732">
                  <c:v>1.0108893579300553</c:v>
                </c:pt>
                <c:pt idx="3733">
                  <c:v>1.0114313036719826</c:v>
                </c:pt>
                <c:pt idx="3734">
                  <c:v>1.0138010114017642</c:v>
                </c:pt>
                <c:pt idx="3735">
                  <c:v>1.0156400760964261</c:v>
                </c:pt>
                <c:pt idx="3736">
                  <c:v>1.0173422637416785</c:v>
                </c:pt>
                <c:pt idx="3737">
                  <c:v>1.0165480517435377</c:v>
                </c:pt>
                <c:pt idx="3738">
                  <c:v>1.0137724117436393</c:v>
                </c:pt>
                <c:pt idx="3739">
                  <c:v>1.012061054936235</c:v>
                </c:pt>
                <c:pt idx="3740">
                  <c:v>1.0106409015750131</c:v>
                </c:pt>
                <c:pt idx="3741">
                  <c:v>1.0103701953971314</c:v>
                </c:pt>
                <c:pt idx="3742">
                  <c:v>1.01057516808014</c:v>
                </c:pt>
                <c:pt idx="3743">
                  <c:v>1.0103538382214365</c:v>
                </c:pt>
                <c:pt idx="3744">
                  <c:v>1.0103296072499879</c:v>
                </c:pt>
                <c:pt idx="3745">
                  <c:v>1.0098577382902687</c:v>
                </c:pt>
                <c:pt idx="3746">
                  <c:v>1.0094545745483363</c:v>
                </c:pt>
                <c:pt idx="3747">
                  <c:v>1.0098227125988353</c:v>
                </c:pt>
                <c:pt idx="3748">
                  <c:v>1.0099075463982465</c:v>
                </c:pt>
                <c:pt idx="3749">
                  <c:v>1.0103167043846883</c:v>
                </c:pt>
                <c:pt idx="3750">
                  <c:v>1.0101875741343269</c:v>
                </c:pt>
                <c:pt idx="3751">
                  <c:v>1.0105015861888542</c:v>
                </c:pt>
                <c:pt idx="3752">
                  <c:v>1.0117484906441527</c:v>
                </c:pt>
                <c:pt idx="3753">
                  <c:v>1.0105221850545196</c:v>
                </c:pt>
                <c:pt idx="3754">
                  <c:v>1.0101457922181498</c:v>
                </c:pt>
                <c:pt idx="3755">
                  <c:v>1.0105813655193785</c:v>
                </c:pt>
                <c:pt idx="3756">
                  <c:v>1.0113604141108579</c:v>
                </c:pt>
                <c:pt idx="3757">
                  <c:v>1.0110980389168704</c:v>
                </c:pt>
                <c:pt idx="3758">
                  <c:v>1.011314517501416</c:v>
                </c:pt>
                <c:pt idx="3759">
                  <c:v>1.0114931510676612</c:v>
                </c:pt>
                <c:pt idx="3760">
                  <c:v>1.0115462610899872</c:v>
                </c:pt>
                <c:pt idx="3761">
                  <c:v>1.0114121271694212</c:v>
                </c:pt>
                <c:pt idx="3762">
                  <c:v>1.0124074511507171</c:v>
                </c:pt>
                <c:pt idx="3763">
                  <c:v>1.0122703709065788</c:v>
                </c:pt>
                <c:pt idx="3764">
                  <c:v>1.0129306775782236</c:v>
                </c:pt>
                <c:pt idx="3765">
                  <c:v>1.0129513780412536</c:v>
                </c:pt>
                <c:pt idx="3766">
                  <c:v>1.0128880320844478</c:v>
                </c:pt>
                <c:pt idx="3767">
                  <c:v>1.01289654086373</c:v>
                </c:pt>
                <c:pt idx="3768">
                  <c:v>1.0112495967854593</c:v>
                </c:pt>
                <c:pt idx="3769">
                  <c:v>1.0105512165014439</c:v>
                </c:pt>
                <c:pt idx="3770">
                  <c:v>1.0119131291734293</c:v>
                </c:pt>
                <c:pt idx="3771">
                  <c:v>1.0131452258128424</c:v>
                </c:pt>
                <c:pt idx="3772">
                  <c:v>1.0118753857524936</c:v>
                </c:pt>
                <c:pt idx="3773">
                  <c:v>1.0113939920398465</c:v>
                </c:pt>
                <c:pt idx="3774">
                  <c:v>1.0120466789091491</c:v>
                </c:pt>
                <c:pt idx="3775">
                  <c:v>1.011728552161357</c:v>
                </c:pt>
                <c:pt idx="3776">
                  <c:v>1.0103059350640444</c:v>
                </c:pt>
                <c:pt idx="3777">
                  <c:v>1.0095944741193414</c:v>
                </c:pt>
                <c:pt idx="3778">
                  <c:v>1.0109202181295418</c:v>
                </c:pt>
                <c:pt idx="3779">
                  <c:v>1.0138775142172811</c:v>
                </c:pt>
                <c:pt idx="3780">
                  <c:v>1.0153517681751336</c:v>
                </c:pt>
                <c:pt idx="3781">
                  <c:v>1.0156176992768808</c:v>
                </c:pt>
                <c:pt idx="3782">
                  <c:v>1.015968235583969</c:v>
                </c:pt>
                <c:pt idx="3783">
                  <c:v>1.0149791598405937</c:v>
                </c:pt>
                <c:pt idx="3784">
                  <c:v>1.0145329442154269</c:v>
                </c:pt>
                <c:pt idx="3785">
                  <c:v>1.0152766877227204</c:v>
                </c:pt>
                <c:pt idx="3786">
                  <c:v>1.0145461772721616</c:v>
                </c:pt>
                <c:pt idx="3787">
                  <c:v>1.0132323455529564</c:v>
                </c:pt>
                <c:pt idx="3788">
                  <c:v>1.0122634876851295</c:v>
                </c:pt>
                <c:pt idx="3789">
                  <c:v>1.0113922140859666</c:v>
                </c:pt>
                <c:pt idx="3790">
                  <c:v>1.0095354206511884</c:v>
                </c:pt>
                <c:pt idx="3791">
                  <c:v>1.0082184140143404</c:v>
                </c:pt>
                <c:pt idx="3792">
                  <c:v>1.0075437567149508</c:v>
                </c:pt>
                <c:pt idx="3793">
                  <c:v>1.0079315792548342</c:v>
                </c:pt>
                <c:pt idx="3794">
                  <c:v>1.0088419932386954</c:v>
                </c:pt>
                <c:pt idx="3795">
                  <c:v>1.0087813142127093</c:v>
                </c:pt>
                <c:pt idx="3796">
                  <c:v>1.0095939661325186</c:v>
                </c:pt>
                <c:pt idx="3797">
                  <c:v>1.0102117035084111</c:v>
                </c:pt>
                <c:pt idx="3798">
                  <c:v>1.0111570415863413</c:v>
                </c:pt>
                <c:pt idx="3799">
                  <c:v>1.0133667842656162</c:v>
                </c:pt>
                <c:pt idx="3800">
                  <c:v>1.0139083236180852</c:v>
                </c:pt>
                <c:pt idx="3801">
                  <c:v>1.0139175943776018</c:v>
                </c:pt>
                <c:pt idx="3802">
                  <c:v>1.0136759450459856</c:v>
                </c:pt>
                <c:pt idx="3803">
                  <c:v>1.0131751208373654</c:v>
                </c:pt>
                <c:pt idx="3804">
                  <c:v>1.0128285468274953</c:v>
                </c:pt>
                <c:pt idx="3805">
                  <c:v>1.0122444889779558</c:v>
                </c:pt>
                <c:pt idx="3806">
                  <c:v>1.0117783348699936</c:v>
                </c:pt>
                <c:pt idx="3807">
                  <c:v>1.0121688751393789</c:v>
                </c:pt>
                <c:pt idx="3808">
                  <c:v>1.0122990467627271</c:v>
                </c:pt>
                <c:pt idx="3809">
                  <c:v>1.0123943958893706</c:v>
                </c:pt>
                <c:pt idx="3810">
                  <c:v>1.0126565932879701</c:v>
                </c:pt>
                <c:pt idx="3811">
                  <c:v>1.0115226905014083</c:v>
                </c:pt>
                <c:pt idx="3812">
                  <c:v>1.0119351504021985</c:v>
                </c:pt>
                <c:pt idx="3813">
                  <c:v>1.0143144844822725</c:v>
                </c:pt>
                <c:pt idx="3814">
                  <c:v>1.0148232078859873</c:v>
                </c:pt>
                <c:pt idx="3815">
                  <c:v>1.0127702045408942</c:v>
                </c:pt>
                <c:pt idx="3816">
                  <c:v>1.0115880684055056</c:v>
                </c:pt>
                <c:pt idx="3817">
                  <c:v>1.0116368351404965</c:v>
                </c:pt>
                <c:pt idx="3818">
                  <c:v>1.0132393557711112</c:v>
                </c:pt>
                <c:pt idx="3819">
                  <c:v>1.014989116382321</c:v>
                </c:pt>
                <c:pt idx="3820">
                  <c:v>1.0149142899233194</c:v>
                </c:pt>
                <c:pt idx="3821">
                  <c:v>1.0145519429226006</c:v>
                </c:pt>
                <c:pt idx="3822">
                  <c:v>1.0156228045444502</c:v>
                </c:pt>
                <c:pt idx="3823">
                  <c:v>1.0154185176436523</c:v>
                </c:pt>
                <c:pt idx="3824">
                  <c:v>1.0133281772670817</c:v>
                </c:pt>
                <c:pt idx="3825">
                  <c:v>1.0119238476953907</c:v>
                </c:pt>
                <c:pt idx="3826">
                  <c:v>1.0108462552481388</c:v>
                </c:pt>
                <c:pt idx="3827">
                  <c:v>1.011180027990074</c:v>
                </c:pt>
                <c:pt idx="3828">
                  <c:v>1.0114965291800331</c:v>
                </c:pt>
                <c:pt idx="3829">
                  <c:v>1.0124195412371002</c:v>
                </c:pt>
                <c:pt idx="3830">
                  <c:v>1.0130772317766077</c:v>
                </c:pt>
                <c:pt idx="3831">
                  <c:v>1.0136140214522835</c:v>
                </c:pt>
                <c:pt idx="3832">
                  <c:v>1.0155899885956958</c:v>
                </c:pt>
                <c:pt idx="3833">
                  <c:v>1.0154050559928476</c:v>
                </c:pt>
                <c:pt idx="3834">
                  <c:v>1.0144019090144802</c:v>
                </c:pt>
                <c:pt idx="3835">
                  <c:v>1.0151521293537646</c:v>
                </c:pt>
                <c:pt idx="3836">
                  <c:v>1.0152459545199397</c:v>
                </c:pt>
                <c:pt idx="3837">
                  <c:v>1.0137533368384424</c:v>
                </c:pt>
                <c:pt idx="3838">
                  <c:v>1.0124806520518859</c:v>
                </c:pt>
                <c:pt idx="3839">
                  <c:v>1.0125321365163789</c:v>
                </c:pt>
                <c:pt idx="3840">
                  <c:v>1.0124095084973497</c:v>
                </c:pt>
                <c:pt idx="3841">
                  <c:v>1.0115257130230042</c:v>
                </c:pt>
                <c:pt idx="3842">
                  <c:v>1.0129371798095557</c:v>
                </c:pt>
                <c:pt idx="3843">
                  <c:v>1.0160147163782571</c:v>
                </c:pt>
                <c:pt idx="3844">
                  <c:v>1.0167768490085367</c:v>
                </c:pt>
                <c:pt idx="3845">
                  <c:v>1.0147295605152002</c:v>
                </c:pt>
                <c:pt idx="3846">
                  <c:v>1.0147518865360632</c:v>
                </c:pt>
                <c:pt idx="3847">
                  <c:v>1.0158197510356581</c:v>
                </c:pt>
                <c:pt idx="3848">
                  <c:v>1.0149113689990881</c:v>
                </c:pt>
                <c:pt idx="3849">
                  <c:v>1.0145865876239171</c:v>
                </c:pt>
                <c:pt idx="3850">
                  <c:v>1.0146033003903878</c:v>
                </c:pt>
                <c:pt idx="3851">
                  <c:v>1.0123607925610409</c:v>
                </c:pt>
                <c:pt idx="3852">
                  <c:v>1.0107499409465319</c:v>
                </c:pt>
                <c:pt idx="3853">
                  <c:v>1.0107410257777913</c:v>
                </c:pt>
                <c:pt idx="3854">
                  <c:v>1.0114793084267395</c:v>
                </c:pt>
                <c:pt idx="3855">
                  <c:v>1.0123791054860036</c:v>
                </c:pt>
                <c:pt idx="3856">
                  <c:v>1.0124071463586235</c:v>
                </c:pt>
                <c:pt idx="3857">
                  <c:v>1.0126560091031238</c:v>
                </c:pt>
                <c:pt idx="3858">
                  <c:v>1.0123969612228259</c:v>
                </c:pt>
                <c:pt idx="3859">
                  <c:v>1.0123144641627997</c:v>
                </c:pt>
                <c:pt idx="3860">
                  <c:v>1.0119339820325062</c:v>
                </c:pt>
                <c:pt idx="3861">
                  <c:v>1.0124563194830727</c:v>
                </c:pt>
                <c:pt idx="3862">
                  <c:v>1.0131929765741876</c:v>
                </c:pt>
                <c:pt idx="3863">
                  <c:v>1.0137806411301691</c:v>
                </c:pt>
                <c:pt idx="3864">
                  <c:v>1.0135393219899875</c:v>
                </c:pt>
                <c:pt idx="3865">
                  <c:v>1.01241085466243</c:v>
                </c:pt>
                <c:pt idx="3866">
                  <c:v>1.0111166566339269</c:v>
                </c:pt>
                <c:pt idx="3867">
                  <c:v>1.0102706553791994</c:v>
                </c:pt>
                <c:pt idx="3868">
                  <c:v>1.0108924566496744</c:v>
                </c:pt>
                <c:pt idx="3869">
                  <c:v>1.0117479572579888</c:v>
                </c:pt>
                <c:pt idx="3870">
                  <c:v>1.0125676955939762</c:v>
                </c:pt>
                <c:pt idx="3871">
                  <c:v>1.0126532405749396</c:v>
                </c:pt>
                <c:pt idx="3872">
                  <c:v>1.0125671114091301</c:v>
                </c:pt>
                <c:pt idx="3873">
                  <c:v>1.0131637927312165</c:v>
                </c:pt>
                <c:pt idx="3874">
                  <c:v>1.0120430976020482</c:v>
                </c:pt>
                <c:pt idx="3875">
                  <c:v>1.0111688522799718</c:v>
                </c:pt>
                <c:pt idx="3876">
                  <c:v>1.0123126862089198</c:v>
                </c:pt>
                <c:pt idx="3877">
                  <c:v>1.0142020161996999</c:v>
                </c:pt>
                <c:pt idx="3878">
                  <c:v>1.0163676910220949</c:v>
                </c:pt>
                <c:pt idx="3879">
                  <c:v>1.0176938160224123</c:v>
                </c:pt>
                <c:pt idx="3880">
                  <c:v>1.0168814434953557</c:v>
                </c:pt>
                <c:pt idx="3881">
                  <c:v>1.0154689861344997</c:v>
                </c:pt>
                <c:pt idx="3882">
                  <c:v>1.0142514433175602</c:v>
                </c:pt>
                <c:pt idx="3883">
                  <c:v>1.0131731904874388</c:v>
                </c:pt>
                <c:pt idx="3884">
                  <c:v>1.0123166485061377</c:v>
                </c:pt>
                <c:pt idx="3885">
                  <c:v>1.0127456433780109</c:v>
                </c:pt>
                <c:pt idx="3886">
                  <c:v>1.0139630337989032</c:v>
                </c:pt>
                <c:pt idx="3887">
                  <c:v>1.0143027753860065</c:v>
                </c:pt>
                <c:pt idx="3888">
                  <c:v>1.0146959063881882</c:v>
                </c:pt>
                <c:pt idx="3889">
                  <c:v>1.0138456634434903</c:v>
                </c:pt>
                <c:pt idx="3890">
                  <c:v>1.0127028962868703</c:v>
                </c:pt>
                <c:pt idx="3891">
                  <c:v>1.0120331156609796</c:v>
                </c:pt>
                <c:pt idx="3892">
                  <c:v>1.0129992557993046</c:v>
                </c:pt>
                <c:pt idx="3893">
                  <c:v>1.0148829471363512</c:v>
                </c:pt>
                <c:pt idx="3894">
                  <c:v>1.0151891869924894</c:v>
                </c:pt>
                <c:pt idx="3895">
                  <c:v>1.0143697534485956</c:v>
                </c:pt>
                <c:pt idx="3896">
                  <c:v>1.0134865929577788</c:v>
                </c:pt>
                <c:pt idx="3897">
                  <c:v>1.0119911051507324</c:v>
                </c:pt>
                <c:pt idx="3898">
                  <c:v>1.0130439332403718</c:v>
                </c:pt>
                <c:pt idx="3899">
                  <c:v>1.0143855010401031</c:v>
                </c:pt>
                <c:pt idx="3900">
                  <c:v>1.0133732356982661</c:v>
                </c:pt>
                <c:pt idx="3901">
                  <c:v>1.0123375267645558</c:v>
                </c:pt>
                <c:pt idx="3902">
                  <c:v>1.0117208561609912</c:v>
                </c:pt>
                <c:pt idx="3903">
                  <c:v>1.0110699218462273</c:v>
                </c:pt>
                <c:pt idx="3904">
                  <c:v>1.0114320656522169</c:v>
                </c:pt>
                <c:pt idx="3905">
                  <c:v>1.0109294888890583</c:v>
                </c:pt>
                <c:pt idx="3906">
                  <c:v>1.0083118581903985</c:v>
                </c:pt>
                <c:pt idx="3907">
                  <c:v>1.0068793861487233</c:v>
                </c:pt>
                <c:pt idx="3908">
                  <c:v>1.0089032310501866</c:v>
                </c:pt>
                <c:pt idx="3909">
                  <c:v>1.0112658523637896</c:v>
                </c:pt>
                <c:pt idx="3910">
                  <c:v>1.0113773808707403</c:v>
                </c:pt>
                <c:pt idx="3911">
                  <c:v>1.0119394682901925</c:v>
                </c:pt>
                <c:pt idx="3912">
                  <c:v>1.0139128193014673</c:v>
                </c:pt>
                <c:pt idx="3913">
                  <c:v>1.0162381543822754</c:v>
                </c:pt>
                <c:pt idx="3914">
                  <c:v>1.0177775576501547</c:v>
                </c:pt>
                <c:pt idx="3915">
                  <c:v>1.0173343137479014</c:v>
                </c:pt>
                <c:pt idx="3916">
                  <c:v>1.0155277094112178</c:v>
                </c:pt>
                <c:pt idx="3917">
                  <c:v>1.0151184752267526</c:v>
                </c:pt>
                <c:pt idx="3918">
                  <c:v>1.0160557617135411</c:v>
                </c:pt>
                <c:pt idx="3919">
                  <c:v>1.0175022287921851</c:v>
                </c:pt>
                <c:pt idx="3920">
                  <c:v>1.0163888994719477</c:v>
                </c:pt>
                <c:pt idx="3921">
                  <c:v>1.015963739900587</c:v>
                </c:pt>
                <c:pt idx="3922">
                  <c:v>1.015807457754546</c:v>
                </c:pt>
                <c:pt idx="3923">
                  <c:v>1.0156715966787822</c:v>
                </c:pt>
                <c:pt idx="3924">
                  <c:v>1.0168852025978445</c:v>
                </c:pt>
                <c:pt idx="3925">
                  <c:v>1.0166708575579551</c:v>
                </c:pt>
                <c:pt idx="3926">
                  <c:v>1.0148198805722979</c:v>
                </c:pt>
                <c:pt idx="3927">
                  <c:v>1.0136733543131891</c:v>
                </c:pt>
                <c:pt idx="3928">
                  <c:v>1.0137611090368315</c:v>
                </c:pt>
                <c:pt idx="3929">
                  <c:v>1.0146665955485115</c:v>
                </c:pt>
                <c:pt idx="3930">
                  <c:v>1.0151692739090348</c:v>
                </c:pt>
                <c:pt idx="3931">
                  <c:v>1.0150092326605047</c:v>
                </c:pt>
                <c:pt idx="3932">
                  <c:v>1.0139812197271603</c:v>
                </c:pt>
                <c:pt idx="3933">
                  <c:v>1.0136591560814912</c:v>
                </c:pt>
                <c:pt idx="3934">
                  <c:v>1.0139159180210866</c:v>
                </c:pt>
                <c:pt idx="3935">
                  <c:v>1.0143522279032082</c:v>
                </c:pt>
                <c:pt idx="3936">
                  <c:v>1.0147444445291089</c:v>
                </c:pt>
                <c:pt idx="3937">
                  <c:v>1.0146734025719373</c:v>
                </c:pt>
                <c:pt idx="3938">
                  <c:v>1.0141569069698333</c:v>
                </c:pt>
                <c:pt idx="3939">
                  <c:v>1.0137236704079897</c:v>
                </c:pt>
                <c:pt idx="3940">
                  <c:v>1.0134892852879396</c:v>
                </c:pt>
                <c:pt idx="3941">
                  <c:v>1.0136050554848608</c:v>
                </c:pt>
                <c:pt idx="3942">
                  <c:v>1.0142276949335933</c:v>
                </c:pt>
                <c:pt idx="3943">
                  <c:v>1.0129925757725844</c:v>
                </c:pt>
                <c:pt idx="3944">
                  <c:v>1.0117894597814132</c:v>
                </c:pt>
                <c:pt idx="3945">
                  <c:v>1.0113043323656183</c:v>
                </c:pt>
                <c:pt idx="3946">
                  <c:v>1.0120363667766459</c:v>
                </c:pt>
                <c:pt idx="3947">
                  <c:v>1.0118718044453927</c:v>
                </c:pt>
                <c:pt idx="3948">
                  <c:v>1.0118859264790672</c:v>
                </c:pt>
                <c:pt idx="3949">
                  <c:v>1.0122706248999902</c:v>
                </c:pt>
                <c:pt idx="3950">
                  <c:v>1.0123845155456668</c:v>
                </c:pt>
                <c:pt idx="3951">
                  <c:v>1.0138653987315569</c:v>
                </c:pt>
                <c:pt idx="3952">
                  <c:v>1.0136339599350792</c:v>
                </c:pt>
                <c:pt idx="3953">
                  <c:v>1.0123344280449365</c:v>
                </c:pt>
                <c:pt idx="3954">
                  <c:v>1.0114778606642945</c:v>
                </c:pt>
                <c:pt idx="3955">
                  <c:v>1.0105712565816043</c:v>
                </c:pt>
                <c:pt idx="3956">
                  <c:v>1.0103023283576025</c:v>
                </c:pt>
                <c:pt idx="3957">
                  <c:v>1.0108660413348878</c:v>
                </c:pt>
                <c:pt idx="3958">
                  <c:v>1.0108337587722975</c:v>
                </c:pt>
                <c:pt idx="3959">
                  <c:v>1.0109258821826161</c:v>
                </c:pt>
                <c:pt idx="3960">
                  <c:v>1.0117560342484715</c:v>
                </c:pt>
                <c:pt idx="3961">
                  <c:v>1.0118508753882924</c:v>
                </c:pt>
                <c:pt idx="3962">
                  <c:v>1.0123430384215832</c:v>
                </c:pt>
                <c:pt idx="3963">
                  <c:v>1.0127280670339411</c:v>
                </c:pt>
                <c:pt idx="3964">
                  <c:v>1.0128158725562659</c:v>
                </c:pt>
                <c:pt idx="3965">
                  <c:v>1.0137517874786328</c:v>
                </c:pt>
                <c:pt idx="3966">
                  <c:v>1.0143358453281721</c:v>
                </c:pt>
                <c:pt idx="3967">
                  <c:v>1.013296199496585</c:v>
                </c:pt>
                <c:pt idx="3968">
                  <c:v>1.010435116113088</c:v>
                </c:pt>
                <c:pt idx="3969">
                  <c:v>1.0106605860643976</c:v>
                </c:pt>
                <c:pt idx="3970">
                  <c:v>1.0119766021269407</c:v>
                </c:pt>
                <c:pt idx="3971">
                  <c:v>1.0110449288945444</c:v>
                </c:pt>
                <c:pt idx="3972">
                  <c:v>1.0106121241215003</c:v>
                </c:pt>
                <c:pt idx="3973">
                  <c:v>1.0111667187353159</c:v>
                </c:pt>
                <c:pt idx="3974">
                  <c:v>1.0122899283992572</c:v>
                </c:pt>
                <c:pt idx="3975">
                  <c:v>1.012385277525901</c:v>
                </c:pt>
                <c:pt idx="3976">
                  <c:v>1.0117548404794379</c:v>
                </c:pt>
                <c:pt idx="3977">
                  <c:v>1.0116017078516983</c:v>
                </c:pt>
                <c:pt idx="3978">
                  <c:v>1.0121682147565092</c:v>
                </c:pt>
                <c:pt idx="3979">
                  <c:v>1.0111061159073533</c:v>
                </c:pt>
                <c:pt idx="3980">
                  <c:v>1.0112918866884593</c:v>
                </c:pt>
                <c:pt idx="3981">
                  <c:v>1.0134416361239589</c:v>
                </c:pt>
                <c:pt idx="3982">
                  <c:v>1.0138045165108418</c:v>
                </c:pt>
                <c:pt idx="3983">
                  <c:v>1.0141106801689563</c:v>
                </c:pt>
                <c:pt idx="3984">
                  <c:v>1.014488825559865</c:v>
                </c:pt>
                <c:pt idx="3985">
                  <c:v>1.0139305226422426</c:v>
                </c:pt>
                <c:pt idx="3986">
                  <c:v>1.0123451973655804</c:v>
                </c:pt>
                <c:pt idx="3987">
                  <c:v>1.0121151047341832</c:v>
                </c:pt>
                <c:pt idx="3988">
                  <c:v>1.0119981661675697</c:v>
                </c:pt>
                <c:pt idx="3989">
                  <c:v>1.0111737543528121</c:v>
                </c:pt>
                <c:pt idx="3990">
                  <c:v>1.0121839115493345</c:v>
                </c:pt>
                <c:pt idx="3991">
                  <c:v>1.0141689462575341</c:v>
                </c:pt>
                <c:pt idx="3992">
                  <c:v>1.0152556824675969</c:v>
                </c:pt>
                <c:pt idx="3993">
                  <c:v>1.0151899489727236</c:v>
                </c:pt>
                <c:pt idx="3994">
                  <c:v>1.0145565148040059</c:v>
                </c:pt>
                <c:pt idx="3995">
                  <c:v>1.0122602111701222</c:v>
                </c:pt>
                <c:pt idx="3996">
                  <c:v>1.0107601260823293</c:v>
                </c:pt>
                <c:pt idx="3997">
                  <c:v>1.0110348453561115</c:v>
                </c:pt>
                <c:pt idx="3998">
                  <c:v>1.0116612693066742</c:v>
                </c:pt>
                <c:pt idx="3999">
                  <c:v>1.0114628496536799</c:v>
                </c:pt>
                <c:pt idx="4000">
                  <c:v>1.0110543520501079</c:v>
                </c:pt>
                <c:pt idx="4001">
                  <c:v>1.0104083452075252</c:v>
                </c:pt>
                <c:pt idx="4002">
                  <c:v>1.0106108541544432</c:v>
                </c:pt>
                <c:pt idx="4003">
                  <c:v>1.0112523399143025</c:v>
                </c:pt>
                <c:pt idx="4004">
                  <c:v>1.0117084612825142</c:v>
                </c:pt>
                <c:pt idx="4005">
                  <c:v>1.0125519988011511</c:v>
                </c:pt>
                <c:pt idx="4006">
                  <c:v>1.0131292750266059</c:v>
                </c:pt>
                <c:pt idx="4007">
                  <c:v>1.0132558907421942</c:v>
                </c:pt>
                <c:pt idx="4008">
                  <c:v>1.0125524051906094</c:v>
                </c:pt>
                <c:pt idx="4009">
                  <c:v>1.0120434023941418</c:v>
                </c:pt>
                <c:pt idx="4010">
                  <c:v>1.0122196484223198</c:v>
                </c:pt>
                <c:pt idx="4011">
                  <c:v>1.0128722844929403</c:v>
                </c:pt>
                <c:pt idx="4012">
                  <c:v>1.0134377754241055</c:v>
                </c:pt>
                <c:pt idx="4013">
                  <c:v>1.012680163876549</c:v>
                </c:pt>
                <c:pt idx="4014">
                  <c:v>1.0125099628915626</c:v>
                </c:pt>
                <c:pt idx="4015">
                  <c:v>1.0113306460830407</c:v>
                </c:pt>
                <c:pt idx="4016">
                  <c:v>1.0107061270830635</c:v>
                </c:pt>
                <c:pt idx="4017">
                  <c:v>1.0128969218538471</c:v>
                </c:pt>
                <c:pt idx="4018">
                  <c:v>1.0147673801341592</c:v>
                </c:pt>
                <c:pt idx="4019">
                  <c:v>1.0149886083954982</c:v>
                </c:pt>
                <c:pt idx="4020">
                  <c:v>1.0151530183307045</c:v>
                </c:pt>
                <c:pt idx="4021">
                  <c:v>1.0148990249192935</c:v>
                </c:pt>
                <c:pt idx="4022">
                  <c:v>1.0133531956181057</c:v>
                </c:pt>
                <c:pt idx="4023">
                  <c:v>1.0117953016298757</c:v>
                </c:pt>
                <c:pt idx="4024">
                  <c:v>1.0122739014149973</c:v>
                </c:pt>
                <c:pt idx="4025">
                  <c:v>1.0140440576971432</c:v>
                </c:pt>
                <c:pt idx="4026">
                  <c:v>1.0156783783028669</c:v>
                </c:pt>
                <c:pt idx="4027">
                  <c:v>1.0150680067359052</c:v>
                </c:pt>
                <c:pt idx="4028">
                  <c:v>1.0139110667469287</c:v>
                </c:pt>
                <c:pt idx="4029">
                  <c:v>1.0137347953194094</c:v>
                </c:pt>
                <c:pt idx="4030">
                  <c:v>1.0135430556931353</c:v>
                </c:pt>
                <c:pt idx="4031">
                  <c:v>1.0136378460342739</c:v>
                </c:pt>
                <c:pt idx="4032">
                  <c:v>1.0134073216140773</c:v>
                </c:pt>
                <c:pt idx="4033">
                  <c:v>1.0132043300796778</c:v>
                </c:pt>
                <c:pt idx="4034">
                  <c:v>1.0130177973183376</c:v>
                </c:pt>
                <c:pt idx="4035">
                  <c:v>1.0123431908176301</c:v>
                </c:pt>
                <c:pt idx="4036">
                  <c:v>1.0111613594743352</c:v>
                </c:pt>
                <c:pt idx="4037">
                  <c:v>1.0125105470764089</c:v>
                </c:pt>
                <c:pt idx="4038">
                  <c:v>1.0125484174940502</c:v>
                </c:pt>
                <c:pt idx="4039">
                  <c:v>1.011953590323867</c:v>
                </c:pt>
                <c:pt idx="4040">
                  <c:v>1.0125921297601541</c:v>
                </c:pt>
                <c:pt idx="4041">
                  <c:v>1.0135559585584351</c:v>
                </c:pt>
                <c:pt idx="4042">
                  <c:v>1.0138593536883653</c:v>
                </c:pt>
                <c:pt idx="4043">
                  <c:v>1.0130731678820251</c:v>
                </c:pt>
                <c:pt idx="4044">
                  <c:v>1.0139527216663999</c:v>
                </c:pt>
                <c:pt idx="4045">
                  <c:v>1.0139087808062259</c:v>
                </c:pt>
                <c:pt idx="4046">
                  <c:v>1.0129490413018687</c:v>
                </c:pt>
                <c:pt idx="4047">
                  <c:v>1.0123859887074529</c:v>
                </c:pt>
                <c:pt idx="4048">
                  <c:v>1.0119135101635464</c:v>
                </c:pt>
                <c:pt idx="4049">
                  <c:v>1.0119574764230617</c:v>
                </c:pt>
                <c:pt idx="4050">
                  <c:v>1.0119138657543223</c:v>
                </c:pt>
                <c:pt idx="4051">
                  <c:v>1.0118386075065213</c:v>
                </c:pt>
                <c:pt idx="4052">
                  <c:v>1.0115670631503819</c:v>
                </c:pt>
                <c:pt idx="4053">
                  <c:v>1.0116159060833962</c:v>
                </c:pt>
                <c:pt idx="4054">
                  <c:v>1.0092751536025155</c:v>
                </c:pt>
                <c:pt idx="4055">
                  <c:v>1.0083275549832238</c:v>
                </c:pt>
                <c:pt idx="4056">
                  <c:v>1.0101954225307395</c:v>
                </c:pt>
                <c:pt idx="4057">
                  <c:v>1.0120932867001431</c:v>
                </c:pt>
                <c:pt idx="4058">
                  <c:v>1.012625809286507</c:v>
                </c:pt>
                <c:pt idx="4059">
                  <c:v>1.0144379506795593</c:v>
                </c:pt>
                <c:pt idx="4060">
                  <c:v>1.015077658485539</c:v>
                </c:pt>
                <c:pt idx="4061">
                  <c:v>1.015166962568991</c:v>
                </c:pt>
                <c:pt idx="4062">
                  <c:v>1.0159696071483906</c:v>
                </c:pt>
                <c:pt idx="4063">
                  <c:v>1.0156567888628969</c:v>
                </c:pt>
                <c:pt idx="4064">
                  <c:v>1.0157886368427602</c:v>
                </c:pt>
                <c:pt idx="4065">
                  <c:v>1.0141667365148548</c:v>
                </c:pt>
                <c:pt idx="4066">
                  <c:v>1.012730022783209</c:v>
                </c:pt>
                <c:pt idx="4067">
                  <c:v>1.0120273500105408</c:v>
                </c:pt>
                <c:pt idx="4068">
                  <c:v>1.0121396150983843</c:v>
                </c:pt>
                <c:pt idx="4069">
                  <c:v>1.0132914244204505</c:v>
                </c:pt>
                <c:pt idx="4070">
                  <c:v>1.0143790750067943</c:v>
                </c:pt>
                <c:pt idx="4071">
                  <c:v>1.0151028038332686</c:v>
                </c:pt>
                <c:pt idx="4072">
                  <c:v>1.0155105902552888</c:v>
                </c:pt>
                <c:pt idx="4073">
                  <c:v>1.0145235464592048</c:v>
                </c:pt>
                <c:pt idx="4074">
                  <c:v>1.0127181104922138</c:v>
                </c:pt>
                <c:pt idx="4075">
                  <c:v>1.0125107248717968</c:v>
                </c:pt>
                <c:pt idx="4076">
                  <c:v>1.0119204187843367</c:v>
                </c:pt>
                <c:pt idx="4077">
                  <c:v>1.0113226706899223</c:v>
                </c:pt>
                <c:pt idx="4078">
                  <c:v>1.0109102869871556</c:v>
                </c:pt>
                <c:pt idx="4079">
                  <c:v>1.0102977310768559</c:v>
                </c:pt>
                <c:pt idx="4080">
                  <c:v>1.0104389260142592</c:v>
                </c:pt>
                <c:pt idx="4081">
                  <c:v>1.0111377634864152</c:v>
                </c:pt>
                <c:pt idx="4082">
                  <c:v>1.0127292354036337</c:v>
                </c:pt>
                <c:pt idx="4083">
                  <c:v>1.0137247371803175</c:v>
                </c:pt>
                <c:pt idx="4084">
                  <c:v>1.0149510681692917</c:v>
                </c:pt>
                <c:pt idx="4085">
                  <c:v>1.0148348661835711</c:v>
                </c:pt>
                <c:pt idx="4086">
                  <c:v>1.0148780958621932</c:v>
                </c:pt>
                <c:pt idx="4087">
                  <c:v>1.0141977491103882</c:v>
                </c:pt>
                <c:pt idx="4088">
                  <c:v>1.0137213082692635</c:v>
                </c:pt>
                <c:pt idx="4089">
                  <c:v>1.0138669226920254</c:v>
                </c:pt>
                <c:pt idx="4090">
                  <c:v>1.0127200662414817</c:v>
                </c:pt>
                <c:pt idx="4091">
                  <c:v>1.0116895387733642</c:v>
                </c:pt>
                <c:pt idx="4092">
                  <c:v>1.0116453439197788</c:v>
                </c:pt>
                <c:pt idx="4093">
                  <c:v>1.0117644414303892</c:v>
                </c:pt>
                <c:pt idx="4094">
                  <c:v>1.0120000965174962</c:v>
                </c:pt>
                <c:pt idx="4095">
                  <c:v>1.0131220616137218</c:v>
                </c:pt>
                <c:pt idx="4096">
                  <c:v>1.0148148769020933</c:v>
                </c:pt>
                <c:pt idx="4097">
                  <c:v>1.0165656788862898</c:v>
                </c:pt>
                <c:pt idx="4098">
                  <c:v>1.0150124837761709</c:v>
                </c:pt>
                <c:pt idx="4099">
                  <c:v>1.0136085859932793</c:v>
                </c:pt>
                <c:pt idx="4100">
                  <c:v>1.0131406539314369</c:v>
                </c:pt>
                <c:pt idx="4101">
                  <c:v>1.0145614168768462</c:v>
                </c:pt>
                <c:pt idx="4102">
                  <c:v>1.0153719860506818</c:v>
                </c:pt>
                <c:pt idx="4103">
                  <c:v>1.0145528065001994</c:v>
                </c:pt>
                <c:pt idx="4104">
                  <c:v>1.0129793173165087</c:v>
                </c:pt>
                <c:pt idx="4105">
                  <c:v>1.0119886668139828</c:v>
                </c:pt>
                <c:pt idx="4106">
                  <c:v>1.0122994277528441</c:v>
                </c:pt>
                <c:pt idx="4107">
                  <c:v>1.0126718836913371</c:v>
                </c:pt>
                <c:pt idx="4108">
                  <c:v>1.0127959086741289</c:v>
                </c:pt>
                <c:pt idx="4109">
                  <c:v>1.0130076629812224</c:v>
                </c:pt>
                <c:pt idx="4110">
                  <c:v>1.0132120260800435</c:v>
                </c:pt>
                <c:pt idx="4111">
                  <c:v>1.0133099151408012</c:v>
                </c:pt>
                <c:pt idx="4112">
                  <c:v>1.0123009009146302</c:v>
                </c:pt>
                <c:pt idx="4113">
                  <c:v>1.0121228261338902</c:v>
                </c:pt>
                <c:pt idx="4114">
                  <c:v>1.0125249485028358</c:v>
                </c:pt>
                <c:pt idx="4115">
                  <c:v>1.0130880772952751</c:v>
                </c:pt>
                <c:pt idx="4116">
                  <c:v>1.0141902563047513</c:v>
                </c:pt>
                <c:pt idx="4117">
                  <c:v>1.0159684641780393</c:v>
                </c:pt>
                <c:pt idx="4118">
                  <c:v>1.0167543197929445</c:v>
                </c:pt>
                <c:pt idx="4119">
                  <c:v>1.0167867293522406</c:v>
                </c:pt>
                <c:pt idx="4120">
                  <c:v>1.0166540939928019</c:v>
                </c:pt>
                <c:pt idx="4121">
                  <c:v>1.0166306504009286</c:v>
                </c:pt>
                <c:pt idx="4122">
                  <c:v>1.0165198584748711</c:v>
                </c:pt>
                <c:pt idx="4123">
                  <c:v>1.0157150803508157</c:v>
                </c:pt>
                <c:pt idx="4124">
                  <c:v>1.0146255502132275</c:v>
                </c:pt>
                <c:pt idx="4125">
                  <c:v>1.0136464564109207</c:v>
                </c:pt>
                <c:pt idx="4126">
                  <c:v>1.0132928467835545</c:v>
                </c:pt>
                <c:pt idx="4127">
                  <c:v>1.0119386555112759</c:v>
                </c:pt>
                <c:pt idx="4128">
                  <c:v>1.0120261816408482</c:v>
                </c:pt>
                <c:pt idx="4129">
                  <c:v>1.0119913591441438</c:v>
                </c:pt>
                <c:pt idx="4130">
                  <c:v>1.0126576092616157</c:v>
                </c:pt>
                <c:pt idx="4131">
                  <c:v>1.0132393049724291</c:v>
                </c:pt>
                <c:pt idx="4132">
                  <c:v>1.0121500288282521</c:v>
                </c:pt>
                <c:pt idx="4133">
                  <c:v>1.0114129653476789</c:v>
                </c:pt>
                <c:pt idx="4134">
                  <c:v>1.0120758373527792</c:v>
                </c:pt>
                <c:pt idx="4135">
                  <c:v>1.0141215256876237</c:v>
                </c:pt>
                <c:pt idx="4136">
                  <c:v>1.0154152157293039</c:v>
                </c:pt>
                <c:pt idx="4137">
                  <c:v>1.0152260922351675</c:v>
                </c:pt>
                <c:pt idx="4138">
                  <c:v>1.0145749039269922</c:v>
                </c:pt>
                <c:pt idx="4139">
                  <c:v>1.0142296252835201</c:v>
                </c:pt>
                <c:pt idx="4140">
                  <c:v>1.0117634000574025</c:v>
                </c:pt>
                <c:pt idx="4141">
                  <c:v>1.0100784839641259</c:v>
                </c:pt>
                <c:pt idx="4142">
                  <c:v>1.0107210618956544</c:v>
                </c:pt>
                <c:pt idx="4143">
                  <c:v>1.0127410714966054</c:v>
                </c:pt>
                <c:pt idx="4144">
                  <c:v>1.0124577926448588</c:v>
                </c:pt>
                <c:pt idx="4145">
                  <c:v>1.0121167810906986</c:v>
                </c:pt>
                <c:pt idx="4146">
                  <c:v>1.0130941985364899</c:v>
                </c:pt>
                <c:pt idx="4147">
                  <c:v>1.0148260018135129</c:v>
                </c:pt>
                <c:pt idx="4148">
                  <c:v>1.0157103052746812</c:v>
                </c:pt>
                <c:pt idx="4149">
                  <c:v>1.0147983927296926</c:v>
                </c:pt>
                <c:pt idx="4150">
                  <c:v>1.0137088625921045</c:v>
                </c:pt>
                <c:pt idx="4151">
                  <c:v>1.0124739212264833</c:v>
                </c:pt>
                <c:pt idx="4152">
                  <c:v>1.0116012506635579</c:v>
                </c:pt>
                <c:pt idx="4153">
                  <c:v>1.0130415711016456</c:v>
                </c:pt>
                <c:pt idx="4154">
                  <c:v>1.0147275285679089</c:v>
                </c:pt>
                <c:pt idx="4155">
                  <c:v>1.0149101498307134</c:v>
                </c:pt>
                <c:pt idx="4156">
                  <c:v>1.015031050694545</c:v>
                </c:pt>
                <c:pt idx="4157">
                  <c:v>1.0147328878288897</c:v>
                </c:pt>
                <c:pt idx="4158">
                  <c:v>1.0147561282260338</c:v>
                </c:pt>
                <c:pt idx="4159">
                  <c:v>1.0147262840001929</c:v>
                </c:pt>
                <c:pt idx="4160">
                  <c:v>1.0136020329632649</c:v>
                </c:pt>
                <c:pt idx="4161">
                  <c:v>1.0126773699490235</c:v>
                </c:pt>
                <c:pt idx="4162">
                  <c:v>1.0133186525141538</c:v>
                </c:pt>
                <c:pt idx="4163">
                  <c:v>1.014091351270348</c:v>
                </c:pt>
                <c:pt idx="4164">
                  <c:v>1.0145200921488096</c:v>
                </c:pt>
                <c:pt idx="4165">
                  <c:v>1.014546431265573</c:v>
                </c:pt>
                <c:pt idx="4166">
                  <c:v>1.0146879055957287</c:v>
                </c:pt>
                <c:pt idx="4167">
                  <c:v>1.0149031904112407</c:v>
                </c:pt>
                <c:pt idx="4168">
                  <c:v>1.0148959008003333</c:v>
                </c:pt>
                <c:pt idx="4169">
                  <c:v>1.0135798847377899</c:v>
                </c:pt>
                <c:pt idx="4170">
                  <c:v>1.0129469839552363</c:v>
                </c:pt>
                <c:pt idx="4171">
                  <c:v>1.013238415995489</c:v>
                </c:pt>
                <c:pt idx="4172">
                  <c:v>1.0137952457513253</c:v>
                </c:pt>
                <c:pt idx="4173">
                  <c:v>1.0144355631414921</c:v>
                </c:pt>
                <c:pt idx="4174">
                  <c:v>1.0133998034090996</c:v>
                </c:pt>
                <c:pt idx="4175">
                  <c:v>1.0142000350510907</c:v>
                </c:pt>
                <c:pt idx="4176">
                  <c:v>1.0147423363837942</c:v>
                </c:pt>
                <c:pt idx="4177">
                  <c:v>1.014515291673334</c:v>
                </c:pt>
                <c:pt idx="4178">
                  <c:v>1.0129706561411798</c:v>
                </c:pt>
                <c:pt idx="4179">
                  <c:v>1.0131661294706016</c:v>
                </c:pt>
                <c:pt idx="4180">
                  <c:v>1.0144931180485177</c:v>
                </c:pt>
                <c:pt idx="4181">
                  <c:v>1.0148350947776414</c:v>
                </c:pt>
                <c:pt idx="4182">
                  <c:v>1.0156729174445216</c:v>
                </c:pt>
                <c:pt idx="4183">
                  <c:v>1.0165100035305084</c:v>
                </c:pt>
                <c:pt idx="4184">
                  <c:v>1.0157943008958348</c:v>
                </c:pt>
                <c:pt idx="4185">
                  <c:v>1.0145278135485165</c:v>
                </c:pt>
                <c:pt idx="4186">
                  <c:v>1.0148049965583892</c:v>
                </c:pt>
                <c:pt idx="4187">
                  <c:v>1.0158898278178663</c:v>
                </c:pt>
                <c:pt idx="4188">
                  <c:v>1.0171654843273366</c:v>
                </c:pt>
                <c:pt idx="4189">
                  <c:v>1.0182100830304461</c:v>
                </c:pt>
                <c:pt idx="4190">
                  <c:v>1.0178682078986871</c:v>
                </c:pt>
                <c:pt idx="4191">
                  <c:v>1.0162074719781768</c:v>
                </c:pt>
                <c:pt idx="4192">
                  <c:v>1.0152090238779206</c:v>
                </c:pt>
                <c:pt idx="4193">
                  <c:v>1.0161956866838875</c:v>
                </c:pt>
                <c:pt idx="4194">
                  <c:v>1.0157914053709447</c:v>
                </c:pt>
                <c:pt idx="4195">
                  <c:v>1.0151740489851693</c:v>
                </c:pt>
                <c:pt idx="4196">
                  <c:v>1.01485843677215</c:v>
                </c:pt>
                <c:pt idx="4197">
                  <c:v>1.0143565965898844</c:v>
                </c:pt>
                <c:pt idx="4198">
                  <c:v>1.0147471114599287</c:v>
                </c:pt>
                <c:pt idx="4199">
                  <c:v>1.0147408886213491</c:v>
                </c:pt>
                <c:pt idx="4200">
                  <c:v>1.0157459913489844</c:v>
                </c:pt>
                <c:pt idx="4201">
                  <c:v>1.0170215208617488</c:v>
                </c:pt>
                <c:pt idx="4202">
                  <c:v>1.0165416257102291</c:v>
                </c:pt>
                <c:pt idx="4203">
                  <c:v>1.0157912275755567</c:v>
                </c:pt>
                <c:pt idx="4204">
                  <c:v>1.0148731429906708</c:v>
                </c:pt>
                <c:pt idx="4205">
                  <c:v>1.015042581995423</c:v>
                </c:pt>
                <c:pt idx="4206">
                  <c:v>1.0140151532469248</c:v>
                </c:pt>
                <c:pt idx="4207">
                  <c:v>1.0123919321532799</c:v>
                </c:pt>
                <c:pt idx="4208">
                  <c:v>1.0135269525108519</c:v>
                </c:pt>
                <c:pt idx="4209">
                  <c:v>1.0155756887666334</c:v>
                </c:pt>
                <c:pt idx="4210">
                  <c:v>1.0170889561124785</c:v>
                </c:pt>
                <c:pt idx="4211">
                  <c:v>1.0174803599594626</c:v>
                </c:pt>
                <c:pt idx="4212">
                  <c:v>1.0175301172687581</c:v>
                </c:pt>
                <c:pt idx="4213">
                  <c:v>1.0168140844426496</c:v>
                </c:pt>
                <c:pt idx="4214">
                  <c:v>1.0166290248430956</c:v>
                </c:pt>
                <c:pt idx="4215">
                  <c:v>1.0178196443584253</c:v>
                </c:pt>
                <c:pt idx="4216">
                  <c:v>1.0182368031373266</c:v>
                </c:pt>
                <c:pt idx="4217">
                  <c:v>1.0177699124484711</c:v>
                </c:pt>
                <c:pt idx="4218">
                  <c:v>1.0175026605809845</c:v>
                </c:pt>
                <c:pt idx="4219">
                  <c:v>1.0180474764484608</c:v>
                </c:pt>
                <c:pt idx="4220">
                  <c:v>1.0172003576227233</c:v>
                </c:pt>
                <c:pt idx="4221">
                  <c:v>1.0163029989002086</c:v>
                </c:pt>
                <c:pt idx="4222">
                  <c:v>1.0162967506622878</c:v>
                </c:pt>
                <c:pt idx="4223">
                  <c:v>1.0152530917348004</c:v>
                </c:pt>
                <c:pt idx="4224">
                  <c:v>1.0145433071466126</c:v>
                </c:pt>
                <c:pt idx="4225">
                  <c:v>1.0158398673138418</c:v>
                </c:pt>
                <c:pt idx="4226">
                  <c:v>1.0172504451234534</c:v>
                </c:pt>
                <c:pt idx="4227">
                  <c:v>1.0171619284195768</c:v>
                </c:pt>
                <c:pt idx="4228">
                  <c:v>1.0156843979467172</c:v>
                </c:pt>
                <c:pt idx="4229">
                  <c:v>1.0135045756913066</c:v>
                </c:pt>
                <c:pt idx="4230">
                  <c:v>1.0122633098897416</c:v>
                </c:pt>
                <c:pt idx="4231">
                  <c:v>1.0125455981671836</c:v>
                </c:pt>
                <c:pt idx="4232">
                  <c:v>1.0136396239881538</c:v>
                </c:pt>
                <c:pt idx="4233">
                  <c:v>1.01289097840802</c:v>
                </c:pt>
                <c:pt idx="4234">
                  <c:v>1.012218581649992</c:v>
                </c:pt>
                <c:pt idx="4235">
                  <c:v>1.0125799380764062</c:v>
                </c:pt>
                <c:pt idx="4236">
                  <c:v>1.0140932562209337</c:v>
                </c:pt>
                <c:pt idx="4237">
                  <c:v>1.0158186080653069</c:v>
                </c:pt>
                <c:pt idx="4238">
                  <c:v>1.0159074295612771</c:v>
                </c:pt>
                <c:pt idx="4239">
                  <c:v>1.015696767425853</c:v>
                </c:pt>
                <c:pt idx="4240">
                  <c:v>1.0144311690554746</c:v>
                </c:pt>
                <c:pt idx="4241">
                  <c:v>1.014074435309148</c:v>
                </c:pt>
                <c:pt idx="4242">
                  <c:v>1.014773983962856</c:v>
                </c:pt>
                <c:pt idx="4243">
                  <c:v>1.0145486410082523</c:v>
                </c:pt>
                <c:pt idx="4244">
                  <c:v>1.0144104177937625</c:v>
                </c:pt>
                <c:pt idx="4245">
                  <c:v>1.01417397532708</c:v>
                </c:pt>
                <c:pt idx="4246">
                  <c:v>1.0130612555910299</c:v>
                </c:pt>
                <c:pt idx="4247">
                  <c:v>1.0119940006756225</c:v>
                </c:pt>
                <c:pt idx="4248">
                  <c:v>1.0138608268501514</c:v>
                </c:pt>
                <c:pt idx="4249">
                  <c:v>1.0151110840184805</c:v>
                </c:pt>
                <c:pt idx="4250">
                  <c:v>1.0152772719075667</c:v>
                </c:pt>
                <c:pt idx="4251">
                  <c:v>1.0165843474020284</c:v>
                </c:pt>
                <c:pt idx="4252">
                  <c:v>1.0172357897036151</c:v>
                </c:pt>
                <c:pt idx="4253">
                  <c:v>1.0169851744045759</c:v>
                </c:pt>
                <c:pt idx="4254">
                  <c:v>1.016407847380439</c:v>
                </c:pt>
                <c:pt idx="4255">
                  <c:v>1.0154385831231538</c:v>
                </c:pt>
                <c:pt idx="4256">
                  <c:v>1.0151573108193575</c:v>
                </c:pt>
                <c:pt idx="4257">
                  <c:v>1.0156834835704363</c:v>
                </c:pt>
                <c:pt idx="4258">
                  <c:v>1.0156297385645816</c:v>
                </c:pt>
                <c:pt idx="4259">
                  <c:v>1.0148465752798372</c:v>
                </c:pt>
                <c:pt idx="4260">
                  <c:v>1.0150061847395679</c:v>
                </c:pt>
                <c:pt idx="4261">
                  <c:v>1.0166588182702541</c:v>
                </c:pt>
                <c:pt idx="4262">
                  <c:v>1.0180591601453859</c:v>
                </c:pt>
                <c:pt idx="4263">
                  <c:v>1.0186623182994634</c:v>
                </c:pt>
                <c:pt idx="4264">
                  <c:v>1.0177019438115775</c:v>
                </c:pt>
                <c:pt idx="4265">
                  <c:v>1.0159166749214525</c:v>
                </c:pt>
                <c:pt idx="4266">
                  <c:v>1.0151419188186259</c:v>
                </c:pt>
                <c:pt idx="4267">
                  <c:v>1.0161996997797877</c:v>
                </c:pt>
                <c:pt idx="4268">
                  <c:v>1.0169041759056769</c:v>
                </c:pt>
                <c:pt idx="4269">
                  <c:v>1.0155391645140726</c:v>
                </c:pt>
                <c:pt idx="4270">
                  <c:v>1.0147187657952152</c:v>
                </c:pt>
                <c:pt idx="4271">
                  <c:v>1.0153047285953403</c:v>
                </c:pt>
                <c:pt idx="4272">
                  <c:v>1.0165514298559095</c:v>
                </c:pt>
                <c:pt idx="4273">
                  <c:v>1.0160348580557821</c:v>
                </c:pt>
                <c:pt idx="4274">
                  <c:v>1.015470840286403</c:v>
                </c:pt>
                <c:pt idx="4275">
                  <c:v>1.0163510798529887</c:v>
                </c:pt>
                <c:pt idx="4276">
                  <c:v>1.0177783958284121</c:v>
                </c:pt>
                <c:pt idx="4277">
                  <c:v>1.017711595561211</c:v>
                </c:pt>
                <c:pt idx="4278">
                  <c:v>1.0177123067427631</c:v>
                </c:pt>
                <c:pt idx="4279">
                  <c:v>1.0172542042259425</c:v>
                </c:pt>
                <c:pt idx="4280">
                  <c:v>1.017122000655303</c:v>
                </c:pt>
                <c:pt idx="4281">
                  <c:v>1.0161801422871091</c:v>
                </c:pt>
                <c:pt idx="4282">
                  <c:v>1.0170081608083086</c:v>
                </c:pt>
                <c:pt idx="4283">
                  <c:v>1.0177453512855876</c:v>
                </c:pt>
                <c:pt idx="4284">
                  <c:v>1.0164065774133819</c:v>
                </c:pt>
                <c:pt idx="4285">
                  <c:v>1.0151704168793863</c:v>
                </c:pt>
                <c:pt idx="4286">
                  <c:v>1.0141819507201983</c:v>
                </c:pt>
                <c:pt idx="4287">
                  <c:v>1.015497306399872</c:v>
                </c:pt>
                <c:pt idx="4288">
                  <c:v>1.0165057364411967</c:v>
                </c:pt>
                <c:pt idx="4289">
                  <c:v>1.0167874151344514</c:v>
                </c:pt>
                <c:pt idx="4290">
                  <c:v>1.0157851063343417</c:v>
                </c:pt>
                <c:pt idx="4291">
                  <c:v>1.0154442471762282</c:v>
                </c:pt>
                <c:pt idx="4292">
                  <c:v>1.0157530269664805</c:v>
                </c:pt>
                <c:pt idx="4293">
                  <c:v>1.0164305035927368</c:v>
                </c:pt>
                <c:pt idx="4294">
                  <c:v>1.017352601273523</c:v>
                </c:pt>
                <c:pt idx="4295">
                  <c:v>1.01882807439975</c:v>
                </c:pt>
                <c:pt idx="4296">
                  <c:v>1.0192382737591787</c:v>
                </c:pt>
                <c:pt idx="4297">
                  <c:v>1.0188105234550215</c:v>
                </c:pt>
                <c:pt idx="4298">
                  <c:v>1.0189393489132892</c:v>
                </c:pt>
                <c:pt idx="4299">
                  <c:v>1.0180566456106128</c:v>
                </c:pt>
                <c:pt idx="4300">
                  <c:v>1.0174010886157614</c:v>
                </c:pt>
                <c:pt idx="4301">
                  <c:v>1.0178002138624525</c:v>
                </c:pt>
                <c:pt idx="4302">
                  <c:v>1.0171163620015697</c:v>
                </c:pt>
                <c:pt idx="4303">
                  <c:v>1.0155810480276142</c:v>
                </c:pt>
                <c:pt idx="4304">
                  <c:v>1.014839514263</c:v>
                </c:pt>
                <c:pt idx="4305">
                  <c:v>1.0147300177033407</c:v>
                </c:pt>
                <c:pt idx="4306">
                  <c:v>1.0159624699335299</c:v>
                </c:pt>
                <c:pt idx="4307">
                  <c:v>1.0168602858441853</c:v>
                </c:pt>
                <c:pt idx="4308">
                  <c:v>1.0164703043603049</c:v>
                </c:pt>
                <c:pt idx="4309">
                  <c:v>1.0164169657439086</c:v>
                </c:pt>
                <c:pt idx="4310">
                  <c:v>1.0164886934832911</c:v>
                </c:pt>
                <c:pt idx="4311">
                  <c:v>1.0161939341293487</c:v>
                </c:pt>
                <c:pt idx="4312">
                  <c:v>1.0172796035670835</c:v>
                </c:pt>
                <c:pt idx="4313">
                  <c:v>1.0181920748975772</c:v>
                </c:pt>
                <c:pt idx="4314">
                  <c:v>1.0172237758152554</c:v>
                </c:pt>
                <c:pt idx="4315">
                  <c:v>1.0154125233991431</c:v>
                </c:pt>
                <c:pt idx="4316">
                  <c:v>1.0156798006659706</c:v>
                </c:pt>
                <c:pt idx="4317">
                  <c:v>1.0174422863470922</c:v>
                </c:pt>
                <c:pt idx="4318">
                  <c:v>1.0183771852958134</c:v>
                </c:pt>
                <c:pt idx="4319">
                  <c:v>1.0172578109323844</c:v>
                </c:pt>
                <c:pt idx="4320">
                  <c:v>1.0178020426150145</c:v>
                </c:pt>
                <c:pt idx="4321">
                  <c:v>1.0182436101607524</c:v>
                </c:pt>
                <c:pt idx="4322">
                  <c:v>1.0190349774326855</c:v>
                </c:pt>
                <c:pt idx="4323">
                  <c:v>1.0188875596567024</c:v>
                </c:pt>
                <c:pt idx="4324">
                  <c:v>1.0174532080637828</c:v>
                </c:pt>
                <c:pt idx="4325">
                  <c:v>1.0169768688200229</c:v>
                </c:pt>
                <c:pt idx="4326">
                  <c:v>1.0176935620290011</c:v>
                </c:pt>
                <c:pt idx="4327">
                  <c:v>1.016641699114325</c:v>
                </c:pt>
                <c:pt idx="4328">
                  <c:v>1.0155990815598244</c:v>
                </c:pt>
                <c:pt idx="4329">
                  <c:v>1.014238769046331</c:v>
                </c:pt>
                <c:pt idx="4330">
                  <c:v>1.0149708034573584</c:v>
                </c:pt>
                <c:pt idx="4331">
                  <c:v>1.0164622273698221</c:v>
                </c:pt>
                <c:pt idx="4332">
                  <c:v>1.0170592896820256</c:v>
                </c:pt>
                <c:pt idx="4333">
                  <c:v>1.0179688654876293</c:v>
                </c:pt>
                <c:pt idx="4334">
                  <c:v>1.0183855162797077</c:v>
                </c:pt>
                <c:pt idx="4335">
                  <c:v>1.0172142510623274</c:v>
                </c:pt>
                <c:pt idx="4336">
                  <c:v>1.0171080056183344</c:v>
                </c:pt>
                <c:pt idx="4337">
                  <c:v>1.0186326518690105</c:v>
                </c:pt>
                <c:pt idx="4338">
                  <c:v>1.019761271592615</c:v>
                </c:pt>
                <c:pt idx="4339">
                  <c:v>1.0214245220478981</c:v>
                </c:pt>
                <c:pt idx="4340">
                  <c:v>1.0217767093121604</c:v>
                </c:pt>
                <c:pt idx="4341">
                  <c:v>1.0207970821236898</c:v>
                </c:pt>
                <c:pt idx="4342">
                  <c:v>1.0205633319871683</c:v>
                </c:pt>
                <c:pt idx="4343">
                  <c:v>1.0214231250841352</c:v>
                </c:pt>
                <c:pt idx="4344">
                  <c:v>1.0221199814076822</c:v>
                </c:pt>
                <c:pt idx="4345">
                  <c:v>1.0208733563451364</c:v>
                </c:pt>
                <c:pt idx="4346">
                  <c:v>1.0195548511471613</c:v>
                </c:pt>
                <c:pt idx="4347">
                  <c:v>1.0200602218378456</c:v>
                </c:pt>
                <c:pt idx="4348">
                  <c:v>1.0194088557342822</c:v>
                </c:pt>
                <c:pt idx="4349">
                  <c:v>1.0181397522548266</c:v>
                </c:pt>
                <c:pt idx="4350">
                  <c:v>1.0191631171087423</c:v>
                </c:pt>
                <c:pt idx="4351">
                  <c:v>1.0206179151712804</c:v>
                </c:pt>
                <c:pt idx="4352">
                  <c:v>1.0212661317565421</c:v>
                </c:pt>
                <c:pt idx="4353">
                  <c:v>1.0203845206255351</c:v>
                </c:pt>
                <c:pt idx="4354">
                  <c:v>1.0202502089095808</c:v>
                </c:pt>
                <c:pt idx="4355">
                  <c:v>1.0213963033798903</c:v>
                </c:pt>
                <c:pt idx="4356">
                  <c:v>1.0227540251605873</c:v>
                </c:pt>
                <c:pt idx="4357">
                  <c:v>1.0219769323183756</c:v>
                </c:pt>
                <c:pt idx="4358">
                  <c:v>1.0204290710698964</c:v>
                </c:pt>
                <c:pt idx="4359">
                  <c:v>1.0196478635344199</c:v>
                </c:pt>
                <c:pt idx="4360">
                  <c:v>1.0188587314045074</c:v>
                </c:pt>
                <c:pt idx="4361">
                  <c:v>1.0182469882731242</c:v>
                </c:pt>
                <c:pt idx="4362">
                  <c:v>1.0178338425901232</c:v>
                </c:pt>
                <c:pt idx="4363">
                  <c:v>1.0185434239835818</c:v>
                </c:pt>
                <c:pt idx="4364">
                  <c:v>1.0200382260084173</c:v>
                </c:pt>
                <c:pt idx="4365">
                  <c:v>1.0213949826141511</c:v>
                </c:pt>
                <c:pt idx="4366">
                  <c:v>1.0209908790965962</c:v>
                </c:pt>
                <c:pt idx="4367">
                  <c:v>1.0202724333330793</c:v>
                </c:pt>
                <c:pt idx="4368">
                  <c:v>1.0203222668403982</c:v>
                </c:pt>
                <c:pt idx="4369">
                  <c:v>1.0205680308652794</c:v>
                </c:pt>
                <c:pt idx="4370">
                  <c:v>1.0196434694484025</c:v>
                </c:pt>
                <c:pt idx="4371">
                  <c:v>1.0184324796614777</c:v>
                </c:pt>
                <c:pt idx="4372">
                  <c:v>1.0174049239162737</c:v>
                </c:pt>
                <c:pt idx="4373">
                  <c:v>1.0181963419868889</c:v>
                </c:pt>
                <c:pt idx="4374">
                  <c:v>1.0195156853631218</c:v>
                </c:pt>
                <c:pt idx="4375">
                  <c:v>1.0207698540299865</c:v>
                </c:pt>
                <c:pt idx="4376">
                  <c:v>1.0205568805545184</c:v>
                </c:pt>
                <c:pt idx="4377">
                  <c:v>1.0202101541486013</c:v>
                </c:pt>
                <c:pt idx="4378">
                  <c:v>1.0208770646489429</c:v>
                </c:pt>
                <c:pt idx="4379">
                  <c:v>1.022376286159137</c:v>
                </c:pt>
                <c:pt idx="4380">
                  <c:v>1.0233558117502433</c:v>
                </c:pt>
                <c:pt idx="4381">
                  <c:v>1.0211175710102081</c:v>
                </c:pt>
                <c:pt idx="4382">
                  <c:v>1.0194567334923332</c:v>
                </c:pt>
                <c:pt idx="4383">
                  <c:v>1.0200841480172005</c:v>
                </c:pt>
                <c:pt idx="4384">
                  <c:v>1.0203268895204858</c:v>
                </c:pt>
                <c:pt idx="4385">
                  <c:v>1.0191538971479079</c:v>
                </c:pt>
                <c:pt idx="4386">
                  <c:v>1.0185401728679158</c:v>
                </c:pt>
                <c:pt idx="4387">
                  <c:v>1.0182994887112629</c:v>
                </c:pt>
                <c:pt idx="4388">
                  <c:v>1.0194952134941619</c:v>
                </c:pt>
                <c:pt idx="4389">
                  <c:v>1.0217260630259251</c:v>
                </c:pt>
                <c:pt idx="4390">
                  <c:v>1.0221512225972857</c:v>
                </c:pt>
                <c:pt idx="4391">
                  <c:v>1.0218885680105458</c:v>
                </c:pt>
                <c:pt idx="4392">
                  <c:v>1.0217061245431294</c:v>
                </c:pt>
                <c:pt idx="4393">
                  <c:v>1.020388305127365</c:v>
                </c:pt>
                <c:pt idx="4394">
                  <c:v>1.0209594601116048</c:v>
                </c:pt>
                <c:pt idx="4395">
                  <c:v>1.0228325599233956</c:v>
                </c:pt>
                <c:pt idx="4396">
                  <c:v>1.022609579107518</c:v>
                </c:pt>
                <c:pt idx="4397">
                  <c:v>1.0216524303359571</c:v>
                </c:pt>
                <c:pt idx="4398">
                  <c:v>1.0199153185966356</c:v>
                </c:pt>
                <c:pt idx="4399">
                  <c:v>1.0194158151537549</c:v>
                </c:pt>
                <c:pt idx="4400">
                  <c:v>1.0202303974234908</c:v>
                </c:pt>
                <c:pt idx="4401">
                  <c:v>1.0196785967372006</c:v>
                </c:pt>
                <c:pt idx="4402">
                  <c:v>1.0195112150790808</c:v>
                </c:pt>
                <c:pt idx="4403">
                  <c:v>1.019794595528192</c:v>
                </c:pt>
                <c:pt idx="4404">
                  <c:v>1.0205067930537881</c:v>
                </c:pt>
                <c:pt idx="4405">
                  <c:v>1.0212114215757244</c:v>
                </c:pt>
                <c:pt idx="4406">
                  <c:v>1.0208253515903798</c:v>
                </c:pt>
                <c:pt idx="4407">
                  <c:v>1.0197849437785584</c:v>
                </c:pt>
                <c:pt idx="4408">
                  <c:v>1.0196729326841261</c:v>
                </c:pt>
                <c:pt idx="4409">
                  <c:v>1.0203884321240706</c:v>
                </c:pt>
                <c:pt idx="4410">
                  <c:v>1.022150536815075</c:v>
                </c:pt>
                <c:pt idx="4411">
                  <c:v>1.0221298871507274</c:v>
                </c:pt>
                <c:pt idx="4412">
                  <c:v>1.0212874418037596</c:v>
                </c:pt>
                <c:pt idx="4413">
                  <c:v>1.0216032318121668</c:v>
                </c:pt>
                <c:pt idx="4414">
                  <c:v>1.0211452816913928</c:v>
                </c:pt>
                <c:pt idx="4415">
                  <c:v>1.0222587634076772</c:v>
                </c:pt>
                <c:pt idx="4416">
                  <c:v>1.023748231570873</c:v>
                </c:pt>
                <c:pt idx="4417">
                  <c:v>1.02429261564955</c:v>
                </c:pt>
                <c:pt idx="4418">
                  <c:v>1.0246136633215734</c:v>
                </c:pt>
                <c:pt idx="4419">
                  <c:v>1.0245658363622048</c:v>
                </c:pt>
                <c:pt idx="4420">
                  <c:v>1.0241628758150014</c:v>
                </c:pt>
                <c:pt idx="4421">
                  <c:v>1.0245132851253838</c:v>
                </c:pt>
                <c:pt idx="4422">
                  <c:v>1.0253007916974635</c:v>
                </c:pt>
                <c:pt idx="4423">
                  <c:v>1.02500133346541</c:v>
                </c:pt>
                <c:pt idx="4424">
                  <c:v>1.0245204731389268</c:v>
                </c:pt>
                <c:pt idx="4425">
                  <c:v>1.0244539014657961</c:v>
                </c:pt>
                <c:pt idx="4426">
                  <c:v>1.0242295236861556</c:v>
                </c:pt>
                <c:pt idx="4427">
                  <c:v>1.024064326371374</c:v>
                </c:pt>
                <c:pt idx="4428">
                  <c:v>1.0256800038606999</c:v>
                </c:pt>
                <c:pt idx="4429">
                  <c:v>1.0264628115546683</c:v>
                </c:pt>
                <c:pt idx="4430">
                  <c:v>1.0270233750136522</c:v>
                </c:pt>
                <c:pt idx="4431">
                  <c:v>1.0264346182860016</c:v>
                </c:pt>
                <c:pt idx="4432">
                  <c:v>1.0254801110459195</c:v>
                </c:pt>
                <c:pt idx="4433">
                  <c:v>1.0239364406887286</c:v>
                </c:pt>
                <c:pt idx="4434">
                  <c:v>1.0222506356185121</c:v>
                </c:pt>
                <c:pt idx="4435">
                  <c:v>1.0214119493740332</c:v>
                </c:pt>
                <c:pt idx="4436">
                  <c:v>1.0203157138103838</c:v>
                </c:pt>
                <c:pt idx="4437">
                  <c:v>1.0194844949722004</c:v>
                </c:pt>
                <c:pt idx="4438">
                  <c:v>1.0188287347826197</c:v>
                </c:pt>
                <c:pt idx="4439">
                  <c:v>1.0186485010578825</c:v>
                </c:pt>
                <c:pt idx="4440">
                  <c:v>1.0195507872525786</c:v>
                </c:pt>
                <c:pt idx="4441">
                  <c:v>1.0201385026072423</c:v>
                </c:pt>
                <c:pt idx="4442">
                  <c:v>1.0213602617148112</c:v>
                </c:pt>
                <c:pt idx="4443">
                  <c:v>1.0236597402663374</c:v>
                </c:pt>
                <c:pt idx="4444">
                  <c:v>1.0242855038340306</c:v>
                </c:pt>
                <c:pt idx="4445">
                  <c:v>1.0230251123285863</c:v>
                </c:pt>
                <c:pt idx="4446">
                  <c:v>1.0220851335116368</c:v>
                </c:pt>
                <c:pt idx="4447">
                  <c:v>1.0205439776892187</c:v>
                </c:pt>
                <c:pt idx="4448">
                  <c:v>1.0196994241969364</c:v>
                </c:pt>
                <c:pt idx="4449">
                  <c:v>1.0197034372928366</c:v>
                </c:pt>
                <c:pt idx="4450">
                  <c:v>1.0203311312104564</c:v>
                </c:pt>
                <c:pt idx="4451">
                  <c:v>1.022414969355695</c:v>
                </c:pt>
                <c:pt idx="4452">
                  <c:v>1.0235044232952597</c:v>
                </c:pt>
                <c:pt idx="4453">
                  <c:v>1.0238735773194043</c:v>
                </c:pt>
                <c:pt idx="4454">
                  <c:v>1.0223766925485953</c:v>
                </c:pt>
                <c:pt idx="4455">
                  <c:v>1.0213102504121043</c:v>
                </c:pt>
                <c:pt idx="4456">
                  <c:v>1.0206694250351145</c:v>
                </c:pt>
                <c:pt idx="4457">
                  <c:v>1.0212629314395585</c:v>
                </c:pt>
                <c:pt idx="4458">
                  <c:v>1.0227230633637363</c:v>
                </c:pt>
                <c:pt idx="4459">
                  <c:v>1.0245798821978558</c:v>
                </c:pt>
                <c:pt idx="4460">
                  <c:v>1.0246014716378258</c:v>
                </c:pt>
                <c:pt idx="4461">
                  <c:v>1.0243681786894447</c:v>
                </c:pt>
                <c:pt idx="4462">
                  <c:v>1.0245902197297001</c:v>
                </c:pt>
                <c:pt idx="4463">
                  <c:v>1.0253788184734487</c:v>
                </c:pt>
                <c:pt idx="4464">
                  <c:v>1.0249425847893505</c:v>
                </c:pt>
                <c:pt idx="4465">
                  <c:v>1.0245232924657934</c:v>
                </c:pt>
                <c:pt idx="4466">
                  <c:v>1.0244822979291917</c:v>
                </c:pt>
                <c:pt idx="4467">
                  <c:v>1.0243256855917158</c:v>
                </c:pt>
                <c:pt idx="4468">
                  <c:v>1.0257836331725556</c:v>
                </c:pt>
                <c:pt idx="4469">
                  <c:v>1.0263589282494012</c:v>
                </c:pt>
                <c:pt idx="4470">
                  <c:v>1.0251273395968108</c:v>
                </c:pt>
                <c:pt idx="4471">
                  <c:v>1.0240261765609799</c:v>
                </c:pt>
                <c:pt idx="4472">
                  <c:v>1.0229001729695131</c:v>
                </c:pt>
                <c:pt idx="4473">
                  <c:v>1.0224338156668216</c:v>
                </c:pt>
                <c:pt idx="4474">
                  <c:v>1.0215990155215373</c:v>
                </c:pt>
                <c:pt idx="4475">
                  <c:v>1.0213046879563945</c:v>
                </c:pt>
                <c:pt idx="4476">
                  <c:v>1.0218913365387301</c:v>
                </c:pt>
                <c:pt idx="4477">
                  <c:v>1.0225454457711367</c:v>
                </c:pt>
                <c:pt idx="4478">
                  <c:v>1.0220015188806002</c:v>
                </c:pt>
                <c:pt idx="4479">
                  <c:v>1.0213358275486333</c:v>
                </c:pt>
                <c:pt idx="4480">
                  <c:v>1.0218840215284815</c:v>
                </c:pt>
                <c:pt idx="4481">
                  <c:v>1.0226042706452194</c:v>
                </c:pt>
                <c:pt idx="4482">
                  <c:v>1.0225888024464644</c:v>
                </c:pt>
                <c:pt idx="4483">
                  <c:v>1.0214233790775467</c:v>
                </c:pt>
                <c:pt idx="4484">
                  <c:v>1.0213748917353085</c:v>
                </c:pt>
                <c:pt idx="4485">
                  <c:v>1.0207021139871633</c:v>
                </c:pt>
                <c:pt idx="4486">
                  <c:v>1.0206432637137393</c:v>
                </c:pt>
                <c:pt idx="4487">
                  <c:v>1.0216350825859577</c:v>
                </c:pt>
                <c:pt idx="4488">
                  <c:v>1.0224890338344623</c:v>
                </c:pt>
                <c:pt idx="4489">
                  <c:v>1.023544071666781</c:v>
                </c:pt>
                <c:pt idx="4490">
                  <c:v>1.0246456918907523</c:v>
                </c:pt>
                <c:pt idx="4491">
                  <c:v>1.0250999337077196</c:v>
                </c:pt>
                <c:pt idx="4492">
                  <c:v>1.0248301927048011</c:v>
                </c:pt>
                <c:pt idx="4493">
                  <c:v>1.0246778220572959</c:v>
                </c:pt>
                <c:pt idx="4494">
                  <c:v>1.0249980061517203</c:v>
                </c:pt>
                <c:pt idx="4495">
                  <c:v>1.0253243622860424</c:v>
                </c:pt>
                <c:pt idx="4496">
                  <c:v>1.0245494537871687</c:v>
                </c:pt>
                <c:pt idx="4497">
                  <c:v>1.0247327100335017</c:v>
                </c:pt>
                <c:pt idx="4498">
                  <c:v>1.0254559816718354</c:v>
                </c:pt>
                <c:pt idx="4499">
                  <c:v>1.024454815842077</c:v>
                </c:pt>
                <c:pt idx="4500">
                  <c:v>1.0225325683051782</c:v>
                </c:pt>
                <c:pt idx="4501">
                  <c:v>1.0217204497715329</c:v>
                </c:pt>
                <c:pt idx="4502">
                  <c:v>1.0228614135749319</c:v>
                </c:pt>
                <c:pt idx="4503">
                  <c:v>1.0233527130306239</c:v>
                </c:pt>
                <c:pt idx="4504">
                  <c:v>1.0225666288216484</c:v>
                </c:pt>
                <c:pt idx="4505">
                  <c:v>1.0210870156028153</c:v>
                </c:pt>
                <c:pt idx="4506">
                  <c:v>1.0208431057298373</c:v>
                </c:pt>
                <c:pt idx="4507">
                  <c:v>1.0235462306107779</c:v>
                </c:pt>
                <c:pt idx="4508">
                  <c:v>1.0262014523343264</c:v>
                </c:pt>
                <c:pt idx="4509">
                  <c:v>1.0253579656143719</c:v>
                </c:pt>
                <c:pt idx="4510">
                  <c:v>1.0230312843684835</c:v>
                </c:pt>
                <c:pt idx="4511">
                  <c:v>1.0227823962246418</c:v>
                </c:pt>
                <c:pt idx="4512">
                  <c:v>1.022219140435497</c:v>
                </c:pt>
                <c:pt idx="4513">
                  <c:v>1.0214636370332553</c:v>
                </c:pt>
                <c:pt idx="4514">
                  <c:v>1.0213883533861132</c:v>
                </c:pt>
                <c:pt idx="4515">
                  <c:v>1.0201921206163913</c:v>
                </c:pt>
                <c:pt idx="4516">
                  <c:v>1.0196052434399852</c:v>
                </c:pt>
                <c:pt idx="4517">
                  <c:v>1.0197593158433471</c:v>
                </c:pt>
                <c:pt idx="4518">
                  <c:v>1.0184688261186505</c:v>
                </c:pt>
                <c:pt idx="4519">
                  <c:v>1.0192098264971006</c:v>
                </c:pt>
                <c:pt idx="4520">
                  <c:v>1.0196722215025742</c:v>
                </c:pt>
                <c:pt idx="4521">
                  <c:v>1.0200622537851367</c:v>
                </c:pt>
                <c:pt idx="4522">
                  <c:v>1.0207021393865043</c:v>
                </c:pt>
                <c:pt idx="4523">
                  <c:v>1.0217884184084265</c:v>
                </c:pt>
                <c:pt idx="4524">
                  <c:v>1.0219243048835314</c:v>
                </c:pt>
                <c:pt idx="4525">
                  <c:v>1.0213379864926304</c:v>
                </c:pt>
                <c:pt idx="4526">
                  <c:v>1.0202645595373256</c:v>
                </c:pt>
                <c:pt idx="4527">
                  <c:v>1.0204518542789001</c:v>
                </c:pt>
                <c:pt idx="4528">
                  <c:v>1.0220968426079027</c:v>
                </c:pt>
                <c:pt idx="4529">
                  <c:v>1.0235886221111425</c:v>
                </c:pt>
                <c:pt idx="4530">
                  <c:v>1.0221439329863784</c:v>
                </c:pt>
                <c:pt idx="4531">
                  <c:v>1.0208185191676127</c:v>
                </c:pt>
                <c:pt idx="4532">
                  <c:v>1.0211446975065466</c:v>
                </c:pt>
                <c:pt idx="4533">
                  <c:v>1.0207657647360628</c:v>
                </c:pt>
                <c:pt idx="4534">
                  <c:v>1.0217015018630418</c:v>
                </c:pt>
                <c:pt idx="4535">
                  <c:v>1.0236054872736602</c:v>
                </c:pt>
                <c:pt idx="4536">
                  <c:v>1.0236743194881526</c:v>
                </c:pt>
                <c:pt idx="4537">
                  <c:v>1.0234141286375031</c:v>
                </c:pt>
                <c:pt idx="4538">
                  <c:v>1.0233170015569797</c:v>
                </c:pt>
                <c:pt idx="4539">
                  <c:v>1.0236962899182396</c:v>
                </c:pt>
                <c:pt idx="4540">
                  <c:v>1.0233108549164234</c:v>
                </c:pt>
                <c:pt idx="4541">
                  <c:v>1.021890752353884</c:v>
                </c:pt>
                <c:pt idx="4542">
                  <c:v>1.020796777331596</c:v>
                </c:pt>
                <c:pt idx="4543">
                  <c:v>1.0218221995321441</c:v>
                </c:pt>
                <c:pt idx="4544">
                  <c:v>1.022523195948297</c:v>
                </c:pt>
                <c:pt idx="4545">
                  <c:v>1.0224829379925884</c:v>
                </c:pt>
                <c:pt idx="4546">
                  <c:v>1.0220562036620771</c:v>
                </c:pt>
                <c:pt idx="4547">
                  <c:v>1.0229771075738294</c:v>
                </c:pt>
                <c:pt idx="4548">
                  <c:v>1.0234625905804005</c:v>
                </c:pt>
                <c:pt idx="4549">
                  <c:v>1.0235653817139982</c:v>
                </c:pt>
                <c:pt idx="4550">
                  <c:v>1.0226313463428758</c:v>
                </c:pt>
                <c:pt idx="4551">
                  <c:v>1.0220497776287683</c:v>
                </c:pt>
                <c:pt idx="4552">
                  <c:v>1.0214766160965785</c:v>
                </c:pt>
                <c:pt idx="4553">
                  <c:v>1.0204461902258255</c:v>
                </c:pt>
                <c:pt idx="4554">
                  <c:v>1.0202632895702686</c:v>
                </c:pt>
                <c:pt idx="4555">
                  <c:v>1.0210451828879559</c:v>
                </c:pt>
                <c:pt idx="4556">
                  <c:v>1.0212713894201584</c:v>
                </c:pt>
                <c:pt idx="4557">
                  <c:v>1.0215970597722694</c:v>
                </c:pt>
                <c:pt idx="4558">
                  <c:v>1.022316496110091</c:v>
                </c:pt>
                <c:pt idx="4559">
                  <c:v>1.0226600221990241</c:v>
                </c:pt>
                <c:pt idx="4560">
                  <c:v>1.021573209790938</c:v>
                </c:pt>
                <c:pt idx="4561">
                  <c:v>1.019201597110571</c:v>
                </c:pt>
                <c:pt idx="4562">
                  <c:v>1.0186358775853355</c:v>
                </c:pt>
                <c:pt idx="4563">
                  <c:v>1.0194299625867704</c:v>
                </c:pt>
                <c:pt idx="4564">
                  <c:v>1.0201692104106819</c:v>
                </c:pt>
                <c:pt idx="4565">
                  <c:v>1.0209214880965987</c:v>
                </c:pt>
                <c:pt idx="4566">
                  <c:v>1.0228218668007751</c:v>
                </c:pt>
                <c:pt idx="4567">
                  <c:v>1.0229796983066259</c:v>
                </c:pt>
                <c:pt idx="4568">
                  <c:v>1.0227443226122714</c:v>
                </c:pt>
                <c:pt idx="4569">
                  <c:v>1.0229878006964499</c:v>
                </c:pt>
                <c:pt idx="4570">
                  <c:v>1.0232328281404381</c:v>
                </c:pt>
                <c:pt idx="4571">
                  <c:v>1.0235049058827415</c:v>
                </c:pt>
                <c:pt idx="4572">
                  <c:v>1.0231957959010543</c:v>
                </c:pt>
                <c:pt idx="4573">
                  <c:v>1.0227045218447033</c:v>
                </c:pt>
                <c:pt idx="4574">
                  <c:v>1.0229450536053095</c:v>
                </c:pt>
                <c:pt idx="4575">
                  <c:v>1.022672036087384</c:v>
                </c:pt>
                <c:pt idx="4576">
                  <c:v>1.0244367061118436</c:v>
                </c:pt>
                <c:pt idx="4577">
                  <c:v>1.0251065883350985</c:v>
                </c:pt>
                <c:pt idx="4578">
                  <c:v>1.02466344603021</c:v>
                </c:pt>
                <c:pt idx="4579">
                  <c:v>1.025550975207703</c:v>
                </c:pt>
                <c:pt idx="4580">
                  <c:v>1.0267858911739829</c:v>
                </c:pt>
                <c:pt idx="4581">
                  <c:v>1.0276527706871283</c:v>
                </c:pt>
                <c:pt idx="4582">
                  <c:v>1.0281577095890133</c:v>
                </c:pt>
                <c:pt idx="4583">
                  <c:v>1.0275819065253446</c:v>
                </c:pt>
                <c:pt idx="4584">
                  <c:v>1.0286839839374566</c:v>
                </c:pt>
                <c:pt idx="4585">
                  <c:v>1.02838935158022</c:v>
                </c:pt>
                <c:pt idx="4586">
                  <c:v>1.0266141916278693</c:v>
                </c:pt>
                <c:pt idx="4587">
                  <c:v>1.0247644592099281</c:v>
                </c:pt>
                <c:pt idx="4588">
                  <c:v>1.0237025127568191</c:v>
                </c:pt>
                <c:pt idx="4589">
                  <c:v>1.0249200809730996</c:v>
                </c:pt>
                <c:pt idx="4590">
                  <c:v>1.0253054651762332</c:v>
                </c:pt>
                <c:pt idx="4591">
                  <c:v>1.0254059449697874</c:v>
                </c:pt>
                <c:pt idx="4592">
                  <c:v>1.0256378409544056</c:v>
                </c:pt>
                <c:pt idx="4593">
                  <c:v>1.024843120969442</c:v>
                </c:pt>
                <c:pt idx="4594">
                  <c:v>1.0238941253863876</c:v>
                </c:pt>
                <c:pt idx="4595">
                  <c:v>1.02356385775353</c:v>
                </c:pt>
                <c:pt idx="4596">
                  <c:v>1.0252414080378756</c:v>
                </c:pt>
                <c:pt idx="4597">
                  <c:v>1.0281107208079023</c:v>
                </c:pt>
                <c:pt idx="4598">
                  <c:v>1.0293674802075634</c:v>
                </c:pt>
                <c:pt idx="4599">
                  <c:v>1.0298477817485414</c:v>
                </c:pt>
                <c:pt idx="4600">
                  <c:v>1.0304517780808766</c:v>
                </c:pt>
                <c:pt idx="4601">
                  <c:v>1.0300667240691777</c:v>
                </c:pt>
                <c:pt idx="4602">
                  <c:v>1.0296166477441575</c:v>
                </c:pt>
                <c:pt idx="4603">
                  <c:v>1.0284899329711388</c:v>
                </c:pt>
                <c:pt idx="4604">
                  <c:v>1.0260642958921646</c:v>
                </c:pt>
                <c:pt idx="4605">
                  <c:v>1.0248349169822535</c:v>
                </c:pt>
                <c:pt idx="4606">
                  <c:v>1.0267477921622714</c:v>
                </c:pt>
                <c:pt idx="4607">
                  <c:v>1.0290901194023028</c:v>
                </c:pt>
                <c:pt idx="4608">
                  <c:v>1.0305709009908284</c:v>
                </c:pt>
                <c:pt idx="4609">
                  <c:v>1.0307011996108821</c:v>
                </c:pt>
                <c:pt idx="4610">
                  <c:v>1.0303191935201201</c:v>
                </c:pt>
                <c:pt idx="4611">
                  <c:v>1.0301502879015318</c:v>
                </c:pt>
                <c:pt idx="4612">
                  <c:v>1.0296674464264397</c:v>
                </c:pt>
                <c:pt idx="4613">
                  <c:v>1.0303362110786847</c:v>
                </c:pt>
                <c:pt idx="4614">
                  <c:v>1.0319917401342609</c:v>
                </c:pt>
                <c:pt idx="4615">
                  <c:v>1.0319160500976605</c:v>
                </c:pt>
                <c:pt idx="4616">
                  <c:v>1.0336386334138492</c:v>
                </c:pt>
                <c:pt idx="4617">
                  <c:v>1.0346886421766219</c:v>
                </c:pt>
                <c:pt idx="4618">
                  <c:v>1.0339507913164732</c:v>
                </c:pt>
                <c:pt idx="4619">
                  <c:v>1.0332614531979041</c:v>
                </c:pt>
                <c:pt idx="4620">
                  <c:v>1.0332083685749192</c:v>
                </c:pt>
                <c:pt idx="4621">
                  <c:v>1.0339505373230617</c:v>
                </c:pt>
                <c:pt idx="4622">
                  <c:v>1.0353304835272572</c:v>
                </c:pt>
                <c:pt idx="4623">
                  <c:v>1.0357729400499351</c:v>
                </c:pt>
                <c:pt idx="4624">
                  <c:v>1.0366134042482937</c:v>
                </c:pt>
                <c:pt idx="4625">
                  <c:v>1.0367975494715667</c:v>
                </c:pt>
                <c:pt idx="4626">
                  <c:v>1.0339426635273081</c:v>
                </c:pt>
                <c:pt idx="4627">
                  <c:v>1.0311012392338543</c:v>
                </c:pt>
                <c:pt idx="4628">
                  <c:v>1.0314499721877215</c:v>
                </c:pt>
                <c:pt idx="4629">
                  <c:v>1.0340582305295001</c:v>
                </c:pt>
                <c:pt idx="4630">
                  <c:v>1.0361237049510936</c:v>
                </c:pt>
                <c:pt idx="4631">
                  <c:v>1.0367216054415549</c:v>
                </c:pt>
                <c:pt idx="4632">
                  <c:v>1.0387667603902355</c:v>
                </c:pt>
                <c:pt idx="4633">
                  <c:v>1.0394591464297416</c:v>
                </c:pt>
                <c:pt idx="4634">
                  <c:v>1.038466032191125</c:v>
                </c:pt>
                <c:pt idx="4635">
                  <c:v>1.0371434884979083</c:v>
                </c:pt>
                <c:pt idx="4636">
                  <c:v>1.0364569443068647</c:v>
                </c:pt>
                <c:pt idx="4637">
                  <c:v>1.037375130489115</c:v>
                </c:pt>
                <c:pt idx="4638">
                  <c:v>1.0384624762833652</c:v>
                </c:pt>
                <c:pt idx="4639">
                  <c:v>1.0390032282562591</c:v>
                </c:pt>
                <c:pt idx="4640">
                  <c:v>1.0395990967994291</c:v>
                </c:pt>
                <c:pt idx="4641">
                  <c:v>1.0399577354963412</c:v>
                </c:pt>
                <c:pt idx="4642">
                  <c:v>1.0402437320775899</c:v>
                </c:pt>
                <c:pt idx="4643">
                  <c:v>1.0397433650571104</c:v>
                </c:pt>
                <c:pt idx="4644">
                  <c:v>1.0379552514407777</c:v>
                </c:pt>
                <c:pt idx="4645">
                  <c:v>1.0367190655074408</c:v>
                </c:pt>
                <c:pt idx="4646">
                  <c:v>1.0363530610015976</c:v>
                </c:pt>
                <c:pt idx="4647">
                  <c:v>1.0367454808222274</c:v>
                </c:pt>
                <c:pt idx="4648">
                  <c:v>1.0356931861187522</c:v>
                </c:pt>
                <c:pt idx="4649">
                  <c:v>1.0344481104160157</c:v>
                </c:pt>
                <c:pt idx="4650">
                  <c:v>1.0340909956795721</c:v>
                </c:pt>
                <c:pt idx="4651">
                  <c:v>1.0334067374292311</c:v>
                </c:pt>
                <c:pt idx="4652">
                  <c:v>1.0332848205917537</c:v>
                </c:pt>
                <c:pt idx="4653">
                  <c:v>1.0335708171730025</c:v>
                </c:pt>
                <c:pt idx="4654">
                  <c:v>1.0331529980112315</c:v>
                </c:pt>
                <c:pt idx="4655">
                  <c:v>1.0313036719827489</c:v>
                </c:pt>
                <c:pt idx="4656">
                  <c:v>1.030346370815141</c:v>
                </c:pt>
                <c:pt idx="4657">
                  <c:v>1.0324890592338034</c:v>
                </c:pt>
                <c:pt idx="4658">
                  <c:v>1.0349680349291739</c:v>
                </c:pt>
                <c:pt idx="4659">
                  <c:v>1.0345989825023938</c:v>
                </c:pt>
                <c:pt idx="4660">
                  <c:v>1.0329520892228055</c:v>
                </c:pt>
                <c:pt idx="4661">
                  <c:v>1.0322772287286868</c:v>
                </c:pt>
                <c:pt idx="4662">
                  <c:v>1.0334595680588046</c:v>
                </c:pt>
                <c:pt idx="4663">
                  <c:v>1.0336785103794408</c:v>
                </c:pt>
                <c:pt idx="4664">
                  <c:v>1.0327519424146137</c:v>
                </c:pt>
                <c:pt idx="4665">
                  <c:v>1.0318200405881472</c:v>
                </c:pt>
                <c:pt idx="4666">
                  <c:v>1.029686749925707</c:v>
                </c:pt>
                <c:pt idx="4667">
                  <c:v>1.0296217276123858</c:v>
                </c:pt>
                <c:pt idx="4668">
                  <c:v>1.0304995288422218</c:v>
                </c:pt>
                <c:pt idx="4669">
                  <c:v>1.030989228139422</c:v>
                </c:pt>
                <c:pt idx="4670">
                  <c:v>1.0298038408883674</c:v>
                </c:pt>
                <c:pt idx="4671">
                  <c:v>1.0273144514631289</c:v>
                </c:pt>
                <c:pt idx="4672">
                  <c:v>1.0284157668950067</c:v>
                </c:pt>
                <c:pt idx="4673">
                  <c:v>1.0300527544315501</c:v>
                </c:pt>
                <c:pt idx="4674">
                  <c:v>1.0307555542009241</c:v>
                </c:pt>
                <c:pt idx="4675">
                  <c:v>1.0314862932455533</c:v>
                </c:pt>
                <c:pt idx="4676">
                  <c:v>1.0324270848414192</c:v>
                </c:pt>
                <c:pt idx="4677">
                  <c:v>1.0330033958919105</c:v>
                </c:pt>
                <c:pt idx="4678">
                  <c:v>1.0333958157125405</c:v>
                </c:pt>
                <c:pt idx="4679">
                  <c:v>1.0320275532052698</c:v>
                </c:pt>
                <c:pt idx="4680">
                  <c:v>1.0302308038129491</c:v>
                </c:pt>
                <c:pt idx="4681">
                  <c:v>1.0304273947133811</c:v>
                </c:pt>
                <c:pt idx="4682">
                  <c:v>1.0308129567119029</c:v>
                </c:pt>
                <c:pt idx="4683">
                  <c:v>1.0307382826489482</c:v>
                </c:pt>
                <c:pt idx="4684">
                  <c:v>1.0293867837068307</c:v>
                </c:pt>
                <c:pt idx="4685">
                  <c:v>1.0274650695560956</c:v>
                </c:pt>
                <c:pt idx="4686">
                  <c:v>1.0272080282237479</c:v>
                </c:pt>
                <c:pt idx="4687">
                  <c:v>1.0286555366753787</c:v>
                </c:pt>
                <c:pt idx="4688">
                  <c:v>1.0284957748196011</c:v>
                </c:pt>
                <c:pt idx="4689">
                  <c:v>1.0282918181102383</c:v>
                </c:pt>
                <c:pt idx="4690">
                  <c:v>1.0296059800208783</c:v>
                </c:pt>
                <c:pt idx="4691">
                  <c:v>1.030349418736078</c:v>
                </c:pt>
                <c:pt idx="4692">
                  <c:v>1.0309051563202452</c:v>
                </c:pt>
                <c:pt idx="4693">
                  <c:v>1.0290677679820985</c:v>
                </c:pt>
                <c:pt idx="4694">
                  <c:v>1.0267277266827699</c:v>
                </c:pt>
                <c:pt idx="4695">
                  <c:v>1.0275864784067501</c:v>
                </c:pt>
                <c:pt idx="4696">
                  <c:v>1.0276903617120172</c:v>
                </c:pt>
                <c:pt idx="4697">
                  <c:v>1.0263429266644823</c:v>
                </c:pt>
                <c:pt idx="4698">
                  <c:v>1.0266522906395807</c:v>
                </c:pt>
                <c:pt idx="4699">
                  <c:v>1.02732181727206</c:v>
                </c:pt>
                <c:pt idx="4700">
                  <c:v>1.0281254524257641</c:v>
                </c:pt>
                <c:pt idx="4701">
                  <c:v>1.0284338004272169</c:v>
                </c:pt>
                <c:pt idx="4702">
                  <c:v>1.0267736994902352</c:v>
                </c:pt>
                <c:pt idx="4703">
                  <c:v>1.0251290921513496</c:v>
                </c:pt>
                <c:pt idx="4704">
                  <c:v>1.0242902027121417</c:v>
                </c:pt>
                <c:pt idx="4705">
                  <c:v>1.0243096840067969</c:v>
                </c:pt>
                <c:pt idx="4706">
                  <c:v>1.0241310758398927</c:v>
                </c:pt>
                <c:pt idx="4707">
                  <c:v>1.0242443569013819</c:v>
                </c:pt>
                <c:pt idx="4708">
                  <c:v>1.0242296252835201</c:v>
                </c:pt>
                <c:pt idx="4709">
                  <c:v>1.0229755836133612</c:v>
                </c:pt>
                <c:pt idx="4710">
                  <c:v>1.0228337028937469</c:v>
                </c:pt>
                <c:pt idx="4711">
                  <c:v>1.0234577647055836</c:v>
                </c:pt>
                <c:pt idx="4712">
                  <c:v>1.0235992390357394</c:v>
                </c:pt>
                <c:pt idx="4713">
                  <c:v>1.0236793739570396</c:v>
                </c:pt>
                <c:pt idx="4714">
                  <c:v>1.024016651808052</c:v>
                </c:pt>
                <c:pt idx="4715">
                  <c:v>1.0259068199770898</c:v>
                </c:pt>
                <c:pt idx="4716">
                  <c:v>1.0274795471805462</c:v>
                </c:pt>
                <c:pt idx="4717">
                  <c:v>1.0261567494939181</c:v>
                </c:pt>
                <c:pt idx="4718">
                  <c:v>1.0249420006045042</c:v>
                </c:pt>
                <c:pt idx="4719">
                  <c:v>1.0246511527490978</c:v>
                </c:pt>
                <c:pt idx="4720">
                  <c:v>1.0249426355880329</c:v>
                </c:pt>
                <c:pt idx="4721">
                  <c:v>1.0255596109836911</c:v>
                </c:pt>
                <c:pt idx="4722">
                  <c:v>1.0260924891608312</c:v>
                </c:pt>
                <c:pt idx="4723">
                  <c:v>1.0269169517742709</c:v>
                </c:pt>
                <c:pt idx="4724">
                  <c:v>1.0272001544279941</c:v>
                </c:pt>
                <c:pt idx="4725">
                  <c:v>1.0272900680956336</c:v>
                </c:pt>
                <c:pt idx="4726">
                  <c:v>1.0287619599147597</c:v>
                </c:pt>
                <c:pt idx="4727">
                  <c:v>1.0296428090655327</c:v>
                </c:pt>
                <c:pt idx="4728">
                  <c:v>1.0284279585787544</c:v>
                </c:pt>
                <c:pt idx="4729">
                  <c:v>1.0279768662800888</c:v>
                </c:pt>
                <c:pt idx="4730">
                  <c:v>1.0287439263825497</c:v>
                </c:pt>
                <c:pt idx="4731">
                  <c:v>1.029522924175347</c:v>
                </c:pt>
                <c:pt idx="4732">
                  <c:v>1.029566865035521</c:v>
                </c:pt>
                <c:pt idx="4733">
                  <c:v>1.0281820929565086</c:v>
                </c:pt>
                <c:pt idx="4734">
                  <c:v>1.0267495701161511</c:v>
                </c:pt>
                <c:pt idx="4735">
                  <c:v>1.0280187751929715</c:v>
                </c:pt>
                <c:pt idx="4736">
                  <c:v>1.0285732428100816</c:v>
                </c:pt>
                <c:pt idx="4737">
                  <c:v>1.0286651884250122</c:v>
                </c:pt>
                <c:pt idx="4738">
                  <c:v>1.0291167887105008</c:v>
                </c:pt>
                <c:pt idx="4739">
                  <c:v>1.0274564337801078</c:v>
                </c:pt>
                <c:pt idx="4740">
                  <c:v>1.0267124870780853</c:v>
                </c:pt>
                <c:pt idx="4741">
                  <c:v>1.0275933362288583</c:v>
                </c:pt>
                <c:pt idx="4742">
                  <c:v>1.0284233866973491</c:v>
                </c:pt>
                <c:pt idx="4743">
                  <c:v>1.028338044911115</c:v>
                </c:pt>
                <c:pt idx="4744">
                  <c:v>1.0272326655846546</c:v>
                </c:pt>
                <c:pt idx="4745">
                  <c:v>1.0271684052515677</c:v>
                </c:pt>
                <c:pt idx="4746">
                  <c:v>1.0284965367998353</c:v>
                </c:pt>
                <c:pt idx="4747">
                  <c:v>1.0304858131980057</c:v>
                </c:pt>
                <c:pt idx="4748">
                  <c:v>1.0318850629014684</c:v>
                </c:pt>
                <c:pt idx="4749">
                  <c:v>1.0337204192923235</c:v>
                </c:pt>
                <c:pt idx="4750">
                  <c:v>1.0339998120448755</c:v>
                </c:pt>
                <c:pt idx="4751">
                  <c:v>1.0329302457894243</c:v>
                </c:pt>
                <c:pt idx="4752">
                  <c:v>1.0311235906540583</c:v>
                </c:pt>
                <c:pt idx="4753">
                  <c:v>1.0295028586958455</c:v>
                </c:pt>
                <c:pt idx="4754">
                  <c:v>1.0288808288313001</c:v>
                </c:pt>
                <c:pt idx="4755">
                  <c:v>1.028210032231764</c:v>
                </c:pt>
                <c:pt idx="4756">
                  <c:v>1.0286992235421413</c:v>
                </c:pt>
                <c:pt idx="4757">
                  <c:v>1.0301375882309614</c:v>
                </c:pt>
                <c:pt idx="4758">
                  <c:v>1.0298122226709439</c:v>
                </c:pt>
                <c:pt idx="4759">
                  <c:v>1.0299247417521991</c:v>
                </c:pt>
                <c:pt idx="4760">
                  <c:v>1.030681388124792</c:v>
                </c:pt>
                <c:pt idx="4761">
                  <c:v>1.0305023227697474</c:v>
                </c:pt>
                <c:pt idx="4762">
                  <c:v>1.0313036719827489</c:v>
                </c:pt>
                <c:pt idx="4763">
                  <c:v>1.0328131548267638</c:v>
                </c:pt>
                <c:pt idx="4764">
                  <c:v>1.0329376115983551</c:v>
                </c:pt>
                <c:pt idx="4765">
                  <c:v>1.0314464162799617</c:v>
                </c:pt>
                <c:pt idx="4766">
                  <c:v>1.0313623444607847</c:v>
                </c:pt>
                <c:pt idx="4767">
                  <c:v>1.0327260350866498</c:v>
                </c:pt>
                <c:pt idx="4768">
                  <c:v>1.0338469080112063</c:v>
                </c:pt>
                <c:pt idx="4769">
                  <c:v>1.0355733012285662</c:v>
                </c:pt>
                <c:pt idx="4770">
                  <c:v>1.0351836753354617</c:v>
                </c:pt>
                <c:pt idx="4771">
                  <c:v>1.0348659295777867</c:v>
                </c:pt>
                <c:pt idx="4772">
                  <c:v>1.0358468521326556</c:v>
                </c:pt>
                <c:pt idx="4773">
                  <c:v>1.0355918427475992</c:v>
                </c:pt>
                <c:pt idx="4774">
                  <c:v>1.0355461239335451</c:v>
                </c:pt>
                <c:pt idx="4775">
                  <c:v>1.035533678256386</c:v>
                </c:pt>
                <c:pt idx="4776">
                  <c:v>1.0354889754159777</c:v>
                </c:pt>
                <c:pt idx="4777">
                  <c:v>1.0354587502000199</c:v>
                </c:pt>
                <c:pt idx="4778">
                  <c:v>1.0354704338969447</c:v>
                </c:pt>
                <c:pt idx="4779">
                  <c:v>1.0368310766018729</c:v>
                </c:pt>
                <c:pt idx="4780">
                  <c:v>1.0384157414956656</c:v>
                </c:pt>
                <c:pt idx="4781">
                  <c:v>1.0386732908148362</c:v>
                </c:pt>
                <c:pt idx="4782">
                  <c:v>1.0387753961662234</c:v>
                </c:pt>
                <c:pt idx="4783">
                  <c:v>1.0378554320300932</c:v>
                </c:pt>
                <c:pt idx="4784">
                  <c:v>1.0372661673156198</c:v>
                </c:pt>
                <c:pt idx="4785">
                  <c:v>1.0359426076487577</c:v>
                </c:pt>
                <c:pt idx="4786">
                  <c:v>1.0344196631539377</c:v>
                </c:pt>
                <c:pt idx="4787">
                  <c:v>1.0353487710528788</c:v>
                </c:pt>
                <c:pt idx="4788">
                  <c:v>1.0374454866640759</c:v>
                </c:pt>
                <c:pt idx="4789">
                  <c:v>1.0380250996289155</c:v>
                </c:pt>
                <c:pt idx="4790">
                  <c:v>1.0384264092189448</c:v>
                </c:pt>
                <c:pt idx="4791">
                  <c:v>1.0388581980183433</c:v>
                </c:pt>
                <c:pt idx="4792">
                  <c:v>1.039092887930487</c:v>
                </c:pt>
                <c:pt idx="4793">
                  <c:v>1.0386981821691545</c:v>
                </c:pt>
                <c:pt idx="4794">
                  <c:v>1.0371361226889775</c:v>
                </c:pt>
                <c:pt idx="4795">
                  <c:v>1.0345941566275771</c:v>
                </c:pt>
                <c:pt idx="4796">
                  <c:v>1.0340765180551217</c:v>
                </c:pt>
                <c:pt idx="4797">
                  <c:v>1.0351072233186271</c:v>
                </c:pt>
                <c:pt idx="4798">
                  <c:v>1.0358620917373402</c:v>
                </c:pt>
                <c:pt idx="4799">
                  <c:v>1.0367457348156388</c:v>
                </c:pt>
                <c:pt idx="4800">
                  <c:v>1.0357668442080612</c:v>
                </c:pt>
                <c:pt idx="4801">
                  <c:v>1.0358051972131843</c:v>
                </c:pt>
                <c:pt idx="4802">
                  <c:v>1.0370708463822449</c:v>
                </c:pt>
                <c:pt idx="4803">
                  <c:v>1.0360967816494839</c:v>
                </c:pt>
                <c:pt idx="4804">
                  <c:v>1.0341049653171996</c:v>
                </c:pt>
                <c:pt idx="4805">
                  <c:v>1.0339213280807495</c:v>
                </c:pt>
                <c:pt idx="4806">
                  <c:v>1.0331169309468113</c:v>
                </c:pt>
                <c:pt idx="4807">
                  <c:v>1.0323633324951551</c:v>
                </c:pt>
                <c:pt idx="4808">
                  <c:v>1.0306214456796992</c:v>
                </c:pt>
                <c:pt idx="4809">
                  <c:v>1.0300778997792797</c:v>
                </c:pt>
                <c:pt idx="4810">
                  <c:v>1.0312249340252113</c:v>
                </c:pt>
                <c:pt idx="4811">
                  <c:v>1.0315690950976732</c:v>
                </c:pt>
                <c:pt idx="4812">
                  <c:v>1.031237633695782</c:v>
                </c:pt>
                <c:pt idx="4813">
                  <c:v>1.0294876190911608</c:v>
                </c:pt>
                <c:pt idx="4814">
                  <c:v>1.0293877996804763</c:v>
                </c:pt>
                <c:pt idx="4815">
                  <c:v>1.0295795647060915</c:v>
                </c:pt>
                <c:pt idx="4816">
                  <c:v>1.0290941832968852</c:v>
                </c:pt>
                <c:pt idx="4817">
                  <c:v>1.0279933758518305</c:v>
                </c:pt>
                <c:pt idx="4818">
                  <c:v>1.0281036089923827</c:v>
                </c:pt>
                <c:pt idx="4819">
                  <c:v>1.0292440394096176</c:v>
                </c:pt>
                <c:pt idx="4820">
                  <c:v>1.0296029320999414</c:v>
                </c:pt>
                <c:pt idx="4821">
                  <c:v>1.0286336932419973</c:v>
                </c:pt>
                <c:pt idx="4822">
                  <c:v>1.0281894587654397</c:v>
                </c:pt>
                <c:pt idx="4823">
                  <c:v>1.0278369159104013</c:v>
                </c:pt>
                <c:pt idx="4824">
                  <c:v>1.0274477980041197</c:v>
                </c:pt>
                <c:pt idx="4825">
                  <c:v>1.0271879627442464</c:v>
                </c:pt>
                <c:pt idx="4826">
                  <c:v>1.02705360022961</c:v>
                </c:pt>
                <c:pt idx="4827">
                  <c:v>1.0287898991900151</c:v>
                </c:pt>
                <c:pt idx="4828">
                  <c:v>1.0309450332858365</c:v>
                </c:pt>
                <c:pt idx="4829">
                  <c:v>1.0303199555003544</c:v>
                </c:pt>
                <c:pt idx="4830">
                  <c:v>1.0282407654345447</c:v>
                </c:pt>
                <c:pt idx="4831">
                  <c:v>1.0267985908445536</c:v>
                </c:pt>
                <c:pt idx="4832">
                  <c:v>1.0251052421700182</c:v>
                </c:pt>
                <c:pt idx="4833">
                  <c:v>1.0248203885591207</c:v>
                </c:pt>
                <c:pt idx="4834">
                  <c:v>1.0257589958116486</c:v>
                </c:pt>
                <c:pt idx="4835">
                  <c:v>1.0253932960978993</c:v>
                </c:pt>
                <c:pt idx="4836">
                  <c:v>1.0250125599741944</c:v>
                </c:pt>
                <c:pt idx="4837">
                  <c:v>1.025126450619871</c:v>
                </c:pt>
                <c:pt idx="4838">
                  <c:v>1.0248294307245671</c:v>
                </c:pt>
                <c:pt idx="4839">
                  <c:v>1.0250019684489384</c:v>
                </c:pt>
                <c:pt idx="4840">
                  <c:v>1.0241211446975065</c:v>
                </c:pt>
                <c:pt idx="4841">
                  <c:v>1.0230867565295356</c:v>
                </c:pt>
                <c:pt idx="4842">
                  <c:v>1.0222884806368122</c:v>
                </c:pt>
                <c:pt idx="4843">
                  <c:v>1.0226347498545887</c:v>
                </c:pt>
                <c:pt idx="4844">
                  <c:v>1.024588009987021</c:v>
                </c:pt>
                <c:pt idx="4845">
                  <c:v>1.0266906436447039</c:v>
                </c:pt>
                <c:pt idx="4846">
                  <c:v>1.0271506257127689</c:v>
                </c:pt>
                <c:pt idx="4847">
                  <c:v>1.0261994203870353</c:v>
                </c:pt>
                <c:pt idx="4848">
                  <c:v>1.0254529337508984</c:v>
                </c:pt>
                <c:pt idx="4849">
                  <c:v>1.0255065263607062</c:v>
                </c:pt>
                <c:pt idx="4850">
                  <c:v>1.0261001089631736</c:v>
                </c:pt>
                <c:pt idx="4851">
                  <c:v>1.02645950964032</c:v>
                </c:pt>
                <c:pt idx="4852">
                  <c:v>1.0267706515692983</c:v>
                </c:pt>
                <c:pt idx="4853">
                  <c:v>1.0281285003467011</c:v>
                </c:pt>
                <c:pt idx="4854">
                  <c:v>1.0291701273268972</c:v>
                </c:pt>
                <c:pt idx="4855">
                  <c:v>1.0284932348854872</c:v>
                </c:pt>
                <c:pt idx="4856">
                  <c:v>1.0270652839265348</c:v>
                </c:pt>
                <c:pt idx="4857">
                  <c:v>1.026551709248662</c:v>
                </c:pt>
                <c:pt idx="4858">
                  <c:v>1.0270104213496702</c:v>
                </c:pt>
                <c:pt idx="4859">
                  <c:v>1.0268882505187815</c:v>
                </c:pt>
                <c:pt idx="4860">
                  <c:v>1.0254288043768145</c:v>
                </c:pt>
                <c:pt idx="4861">
                  <c:v>1.0238298396539594</c:v>
                </c:pt>
                <c:pt idx="4862">
                  <c:v>1.0242499701557741</c:v>
                </c:pt>
                <c:pt idx="4863">
                  <c:v>1.0262398053394495</c:v>
                </c:pt>
                <c:pt idx="4864">
                  <c:v>1.0285940702698173</c:v>
                </c:pt>
                <c:pt idx="4865">
                  <c:v>1.0292216879894136</c:v>
                </c:pt>
                <c:pt idx="4866">
                  <c:v>1.0279362273342629</c:v>
                </c:pt>
                <c:pt idx="4867">
                  <c:v>1.0275181541790805</c:v>
                </c:pt>
                <c:pt idx="4868">
                  <c:v>1.0268565013423552</c:v>
                </c:pt>
                <c:pt idx="4869">
                  <c:v>1.0276184815765879</c:v>
                </c:pt>
                <c:pt idx="4870">
                  <c:v>1.0286570606358472</c:v>
                </c:pt>
                <c:pt idx="4871">
                  <c:v>1.0290601481797563</c:v>
                </c:pt>
                <c:pt idx="4872">
                  <c:v>1.0305909664703297</c:v>
                </c:pt>
                <c:pt idx="4873">
                  <c:v>1.0309529070815904</c:v>
                </c:pt>
                <c:pt idx="4874">
                  <c:v>1.0297606620084274</c:v>
                </c:pt>
                <c:pt idx="4875">
                  <c:v>1.0285285399696731</c:v>
                </c:pt>
                <c:pt idx="4876">
                  <c:v>1.0282133341461122</c:v>
                </c:pt>
                <c:pt idx="4877">
                  <c:v>1.0280490004089293</c:v>
                </c:pt>
                <c:pt idx="4878">
                  <c:v>1.0271391960092555</c:v>
                </c:pt>
                <c:pt idx="4879">
                  <c:v>1.0267068992230342</c:v>
                </c:pt>
                <c:pt idx="4880">
                  <c:v>1.0263888994719477</c:v>
                </c:pt>
                <c:pt idx="4881">
                  <c:v>1.0250984097472511</c:v>
                </c:pt>
                <c:pt idx="4882">
                  <c:v>1.024583692099027</c:v>
                </c:pt>
                <c:pt idx="4883">
                  <c:v>1.0247517087406752</c:v>
                </c:pt>
                <c:pt idx="4884">
                  <c:v>1.0247307542842339</c:v>
                </c:pt>
                <c:pt idx="4885">
                  <c:v>1.0248291005331323</c:v>
                </c:pt>
                <c:pt idx="4886">
                  <c:v>1.0250345558036225</c:v>
                </c:pt>
                <c:pt idx="4887">
                  <c:v>1.024899990094257</c:v>
                </c:pt>
                <c:pt idx="4888">
                  <c:v>1.0259827640071018</c:v>
                </c:pt>
                <c:pt idx="4889">
                  <c:v>1.0272519690839219</c:v>
                </c:pt>
                <c:pt idx="4890">
                  <c:v>1.027176533040733</c:v>
                </c:pt>
                <c:pt idx="4891">
                  <c:v>1.0268943463606555</c:v>
                </c:pt>
                <c:pt idx="4892">
                  <c:v>1.0257092131030121</c:v>
                </c:pt>
                <c:pt idx="4893">
                  <c:v>1.0260541361557081</c:v>
                </c:pt>
                <c:pt idx="4894">
                  <c:v>1.0253914927446781</c:v>
                </c:pt>
                <c:pt idx="4895">
                  <c:v>1.023083937202669</c:v>
                </c:pt>
                <c:pt idx="4896">
                  <c:v>1.021908227100589</c:v>
                </c:pt>
                <c:pt idx="4897">
                  <c:v>1.0229324047334212</c:v>
                </c:pt>
                <c:pt idx="4898">
                  <c:v>1.0236784087820763</c:v>
                </c:pt>
                <c:pt idx="4899">
                  <c:v>1.0225543101411949</c:v>
                </c:pt>
                <c:pt idx="4900">
                  <c:v>1.0217658637934932</c:v>
                </c:pt>
                <c:pt idx="4901">
                  <c:v>1.0211765990790198</c:v>
                </c:pt>
                <c:pt idx="4902">
                  <c:v>1.0209287269088241</c:v>
                </c:pt>
                <c:pt idx="4903">
                  <c:v>1.0200029463235725</c:v>
                </c:pt>
                <c:pt idx="4904">
                  <c:v>1.0197375994066713</c:v>
                </c:pt>
                <c:pt idx="4905">
                  <c:v>1.0217772680976656</c:v>
                </c:pt>
                <c:pt idx="4906">
                  <c:v>1.02253706398856</c:v>
                </c:pt>
                <c:pt idx="4907">
                  <c:v>1.0220769803231304</c:v>
                </c:pt>
                <c:pt idx="4908">
                  <c:v>1.0206887031350407</c:v>
                </c:pt>
                <c:pt idx="4909">
                  <c:v>1.0197321893470084</c:v>
                </c:pt>
                <c:pt idx="4910">
                  <c:v>1.0190858523129911</c:v>
                </c:pt>
                <c:pt idx="4911">
                  <c:v>1.019472887473299</c:v>
                </c:pt>
                <c:pt idx="4912">
                  <c:v>1.0211864286240415</c:v>
                </c:pt>
                <c:pt idx="4913">
                  <c:v>1.021908785886094</c:v>
                </c:pt>
                <c:pt idx="4914">
                  <c:v>1.0213711834315018</c:v>
                </c:pt>
                <c:pt idx="4915">
                  <c:v>1.0212017698260907</c:v>
                </c:pt>
                <c:pt idx="4916">
                  <c:v>1.0212651919809199</c:v>
                </c:pt>
                <c:pt idx="4917">
                  <c:v>1.0209309620508444</c:v>
                </c:pt>
                <c:pt idx="4918">
                  <c:v>1.0203300644381286</c:v>
                </c:pt>
                <c:pt idx="4919">
                  <c:v>1.0193052518217678</c:v>
                </c:pt>
                <c:pt idx="4920">
                  <c:v>1.0193693597588078</c:v>
                </c:pt>
                <c:pt idx="4921">
                  <c:v>1.0187477108843797</c:v>
                </c:pt>
                <c:pt idx="4922">
                  <c:v>1.0170798123496676</c:v>
                </c:pt>
                <c:pt idx="4923">
                  <c:v>1.0167044862856258</c:v>
                </c:pt>
                <c:pt idx="4924">
                  <c:v>1.0172035325403659</c:v>
                </c:pt>
                <c:pt idx="4925">
                  <c:v>1.0174794201838404</c:v>
                </c:pt>
                <c:pt idx="4926">
                  <c:v>1.017668899268753</c:v>
                </c:pt>
                <c:pt idx="4927">
                  <c:v>1.0171472729997384</c:v>
                </c:pt>
                <c:pt idx="4928">
                  <c:v>1.0163680974115532</c:v>
                </c:pt>
                <c:pt idx="4929">
                  <c:v>1.015932244717572</c:v>
                </c:pt>
                <c:pt idx="4930">
                  <c:v>1.0163678942168239</c:v>
                </c:pt>
                <c:pt idx="4931">
                  <c:v>1.01682767309016</c:v>
                </c:pt>
                <c:pt idx="4932">
                  <c:v>1.0168669404715642</c:v>
                </c:pt>
                <c:pt idx="4933">
                  <c:v>1.016007299770644</c:v>
                </c:pt>
                <c:pt idx="4934">
                  <c:v>1.016236655821148</c:v>
                </c:pt>
                <c:pt idx="4935">
                  <c:v>1.0167276758840875</c:v>
                </c:pt>
                <c:pt idx="4936">
                  <c:v>1.0164456416000569</c:v>
                </c:pt>
                <c:pt idx="4937">
                  <c:v>1.0163487939122859</c:v>
                </c:pt>
                <c:pt idx="4938">
                  <c:v>1.0169661502980614</c:v>
                </c:pt>
                <c:pt idx="4939">
                  <c:v>1.0167689244141007</c:v>
                </c:pt>
                <c:pt idx="4940">
                  <c:v>1.0174536398525822</c:v>
                </c:pt>
                <c:pt idx="4941">
                  <c:v>1.0171072690374412</c:v>
                </c:pt>
                <c:pt idx="4942">
                  <c:v>1.0156153371381547</c:v>
                </c:pt>
                <c:pt idx="4943">
                  <c:v>1.014510059409059</c:v>
                </c:pt>
                <c:pt idx="4944">
                  <c:v>1.0143804719705571</c:v>
                </c:pt>
                <c:pt idx="4945">
                  <c:v>1.015544295180983</c:v>
                </c:pt>
                <c:pt idx="4946">
                  <c:v>1.0170635313719962</c:v>
                </c:pt>
                <c:pt idx="4947">
                  <c:v>1.017289077521329</c:v>
                </c:pt>
                <c:pt idx="4948">
                  <c:v>1.0183174206461085</c:v>
                </c:pt>
                <c:pt idx="4949">
                  <c:v>1.0196609949937898</c:v>
                </c:pt>
                <c:pt idx="4950">
                  <c:v>1.0198827058426105</c:v>
                </c:pt>
                <c:pt idx="4951">
                  <c:v>1.0199830078407766</c:v>
                </c:pt>
                <c:pt idx="4952">
                  <c:v>1.0205205848960277</c:v>
                </c:pt>
                <c:pt idx="4953">
                  <c:v>1.0209529070815904</c:v>
                </c:pt>
                <c:pt idx="4954">
                  <c:v>1.0197061550223387</c:v>
                </c:pt>
                <c:pt idx="4955">
                  <c:v>1.0184887646014462</c:v>
                </c:pt>
                <c:pt idx="4956">
                  <c:v>1.0180130603412147</c:v>
                </c:pt>
                <c:pt idx="4957">
                  <c:v>1.0174149058573421</c:v>
                </c:pt>
                <c:pt idx="4958">
                  <c:v>1.017606975675051</c:v>
                </c:pt>
                <c:pt idx="4959">
                  <c:v>1.0176047151336893</c:v>
                </c:pt>
                <c:pt idx="4960">
                  <c:v>1.0174555194038266</c:v>
                </c:pt>
                <c:pt idx="4961">
                  <c:v>1.0180657639740824</c:v>
                </c:pt>
                <c:pt idx="4962">
                  <c:v>1.0201727409191006</c:v>
                </c:pt>
                <c:pt idx="4963">
                  <c:v>1.0215659455793717</c:v>
                </c:pt>
                <c:pt idx="4964">
                  <c:v>1.0226558313077359</c:v>
                </c:pt>
                <c:pt idx="4965">
                  <c:v>1.0233311489899952</c:v>
                </c:pt>
                <c:pt idx="4966">
                  <c:v>1.0241294248827186</c:v>
                </c:pt>
                <c:pt idx="4967">
                  <c:v>1.024367518306575</c:v>
                </c:pt>
                <c:pt idx="4968">
                  <c:v>1.0229981128289531</c:v>
                </c:pt>
                <c:pt idx="4969">
                  <c:v>1.0220825173794992</c:v>
                </c:pt>
                <c:pt idx="4970">
                  <c:v>1.0216773724889576</c:v>
                </c:pt>
                <c:pt idx="4971">
                  <c:v>1.0205504545212096</c:v>
                </c:pt>
                <c:pt idx="4972">
                  <c:v>1.019172438666941</c:v>
                </c:pt>
                <c:pt idx="4973">
                  <c:v>1.0181551696548992</c:v>
                </c:pt>
                <c:pt idx="4974">
                  <c:v>1.0163833370162378</c:v>
                </c:pt>
                <c:pt idx="4975">
                  <c:v>1.0163385579778061</c:v>
                </c:pt>
                <c:pt idx="4976">
                  <c:v>1.015430353736624</c:v>
                </c:pt>
                <c:pt idx="4977">
                  <c:v>1.0155606777560191</c:v>
                </c:pt>
                <c:pt idx="4978">
                  <c:v>1.0157897544137704</c:v>
                </c:pt>
                <c:pt idx="4979">
                  <c:v>1.0156857949104801</c:v>
                </c:pt>
                <c:pt idx="4980">
                  <c:v>1.0155249154836923</c:v>
                </c:pt>
                <c:pt idx="4981">
                  <c:v>1.0154831589668565</c:v>
                </c:pt>
                <c:pt idx="4982">
                  <c:v>1.0144045505459589</c:v>
                </c:pt>
                <c:pt idx="4983">
                  <c:v>1.0130146731993772</c:v>
                </c:pt>
                <c:pt idx="4984">
                  <c:v>1.0138226516404165</c:v>
                </c:pt>
                <c:pt idx="4985">
                  <c:v>1.015926504466474</c:v>
                </c:pt>
                <c:pt idx="4986">
                  <c:v>1.0176443381058695</c:v>
                </c:pt>
                <c:pt idx="4987">
                  <c:v>1.0187165966914817</c:v>
                </c:pt>
                <c:pt idx="4988">
                  <c:v>1.0187759295523875</c:v>
                </c:pt>
                <c:pt idx="4989">
                  <c:v>1.0195979030303954</c:v>
                </c:pt>
                <c:pt idx="4990">
                  <c:v>1.0203264577316864</c:v>
                </c:pt>
                <c:pt idx="4991">
                  <c:v>1.0205121269154278</c:v>
                </c:pt>
                <c:pt idx="4992">
                  <c:v>1.0197722949066701</c:v>
                </c:pt>
                <c:pt idx="4993">
                  <c:v>1.0200449314344786</c:v>
                </c:pt>
                <c:pt idx="4994">
                  <c:v>1.0196543911650933</c:v>
                </c:pt>
                <c:pt idx="4995">
                  <c:v>1.0196891120644331</c:v>
                </c:pt>
                <c:pt idx="4996">
                  <c:v>1.0201025625395277</c:v>
                </c:pt>
                <c:pt idx="4997">
                  <c:v>1.019401616922057</c:v>
                </c:pt>
                <c:pt idx="4998">
                  <c:v>1.0179366845224034</c:v>
                </c:pt>
                <c:pt idx="4999">
                  <c:v>1.0159782175250374</c:v>
                </c:pt>
                <c:pt idx="5000">
                  <c:v>1.0144408462044494</c:v>
                </c:pt>
                <c:pt idx="5001">
                  <c:v>1.0143445573021836</c:v>
                </c:pt>
                <c:pt idx="5002">
                  <c:v>1.0152298259383152</c:v>
                </c:pt>
                <c:pt idx="5003">
                  <c:v>1.0153761007439468</c:v>
                </c:pt>
                <c:pt idx="5004">
                  <c:v>1.0156272494291498</c:v>
                </c:pt>
                <c:pt idx="5005">
                  <c:v>1.0158963554485396</c:v>
                </c:pt>
                <c:pt idx="5006">
                  <c:v>1.0161464881600972</c:v>
                </c:pt>
                <c:pt idx="5007">
                  <c:v>1.0165392635715029</c:v>
                </c:pt>
                <c:pt idx="5008">
                  <c:v>1.0163931919606006</c:v>
                </c:pt>
                <c:pt idx="5009">
                  <c:v>1.0177358519320008</c:v>
                </c:pt>
                <c:pt idx="5010">
                  <c:v>1.0186337694400207</c:v>
                </c:pt>
                <c:pt idx="5011">
                  <c:v>1.0172520198826043</c:v>
                </c:pt>
                <c:pt idx="5012">
                  <c:v>1.0167034449126389</c:v>
                </c:pt>
                <c:pt idx="5013">
                  <c:v>1.0157647106634053</c:v>
                </c:pt>
                <c:pt idx="5014">
                  <c:v>1.0150913233310728</c:v>
                </c:pt>
                <c:pt idx="5015">
                  <c:v>1.0153039412157649</c:v>
                </c:pt>
                <c:pt idx="5016">
                  <c:v>1.0152560634577139</c:v>
                </c:pt>
                <c:pt idx="5017">
                  <c:v>1.0150736199902974</c:v>
                </c:pt>
                <c:pt idx="5018">
                  <c:v>1.015268128144756</c:v>
                </c:pt>
                <c:pt idx="5019">
                  <c:v>1.0146092946348972</c:v>
                </c:pt>
                <c:pt idx="5020">
                  <c:v>1.0139314878172061</c:v>
                </c:pt>
                <c:pt idx="5021">
                  <c:v>1.0140316628186665</c:v>
                </c:pt>
                <c:pt idx="5022">
                  <c:v>1.0134239073838425</c:v>
                </c:pt>
                <c:pt idx="5023">
                  <c:v>1.0126633241133725</c:v>
                </c:pt>
                <c:pt idx="5024">
                  <c:v>1.013244156246587</c:v>
                </c:pt>
                <c:pt idx="5025">
                  <c:v>1.0142269583527004</c:v>
                </c:pt>
                <c:pt idx="5026">
                  <c:v>1.0152485706520773</c:v>
                </c:pt>
                <c:pt idx="5027">
                  <c:v>1.0157182044697761</c:v>
                </c:pt>
                <c:pt idx="5028">
                  <c:v>1.0152804976238916</c:v>
                </c:pt>
                <c:pt idx="5029">
                  <c:v>1.0134269045060971</c:v>
                </c:pt>
                <c:pt idx="5030">
                  <c:v>1.0130217596155555</c:v>
                </c:pt>
                <c:pt idx="5031">
                  <c:v>1.0135765574241005</c:v>
                </c:pt>
                <c:pt idx="5032">
                  <c:v>1.0147851850722993</c:v>
                </c:pt>
                <c:pt idx="5033">
                  <c:v>1.0162937535400332</c:v>
                </c:pt>
                <c:pt idx="5034">
                  <c:v>1.0161767133760551</c:v>
                </c:pt>
                <c:pt idx="5035">
                  <c:v>1.0171909344671599</c:v>
                </c:pt>
                <c:pt idx="5036">
                  <c:v>1.0177488817940064</c:v>
                </c:pt>
                <c:pt idx="5037">
                  <c:v>1.0176757316915199</c:v>
                </c:pt>
                <c:pt idx="5038">
                  <c:v>1.0182909799319806</c:v>
                </c:pt>
                <c:pt idx="5039">
                  <c:v>1.0188304873371585</c:v>
                </c:pt>
                <c:pt idx="5040">
                  <c:v>1.0180528611087829</c:v>
                </c:pt>
                <c:pt idx="5041">
                  <c:v>1.0166994572160799</c:v>
                </c:pt>
                <c:pt idx="5042">
                  <c:v>1.0168048898811566</c:v>
                </c:pt>
                <c:pt idx="5043">
                  <c:v>1.0167550309744966</c:v>
                </c:pt>
                <c:pt idx="5044">
                  <c:v>1.017208942600029</c:v>
                </c:pt>
                <c:pt idx="5045">
                  <c:v>1.0185774591007108</c:v>
                </c:pt>
                <c:pt idx="5046">
                  <c:v>1.0200169413605411</c:v>
                </c:pt>
                <c:pt idx="5047">
                  <c:v>1.020474358095151</c:v>
                </c:pt>
                <c:pt idx="5048">
                  <c:v>1.0198156769813391</c:v>
                </c:pt>
                <c:pt idx="5049">
                  <c:v>1.0187192382229604</c:v>
                </c:pt>
                <c:pt idx="5050">
                  <c:v>1.0163663194576733</c:v>
                </c:pt>
                <c:pt idx="5051">
                  <c:v>1.0156875220656776</c:v>
                </c:pt>
                <c:pt idx="5052">
                  <c:v>1.0166198556809436</c:v>
                </c:pt>
                <c:pt idx="5053">
                  <c:v>1.0156346406374219</c:v>
                </c:pt>
                <c:pt idx="5054">
                  <c:v>1.0139175943776018</c:v>
                </c:pt>
                <c:pt idx="5055">
                  <c:v>1.014610716998001</c:v>
                </c:pt>
                <c:pt idx="5056">
                  <c:v>1.016085275747947</c:v>
                </c:pt>
                <c:pt idx="5057">
                  <c:v>1.0164377678043031</c:v>
                </c:pt>
                <c:pt idx="5058">
                  <c:v>1.0159924665554176</c:v>
                </c:pt>
                <c:pt idx="5059">
                  <c:v>1.0160703409353562</c:v>
                </c:pt>
                <c:pt idx="5060">
                  <c:v>1.0159976734203515</c:v>
                </c:pt>
                <c:pt idx="5061">
                  <c:v>1.0157649900561578</c:v>
                </c:pt>
                <c:pt idx="5062">
                  <c:v>1.0156592779983287</c:v>
                </c:pt>
                <c:pt idx="5063">
                  <c:v>1.0152148657263831</c:v>
                </c:pt>
                <c:pt idx="5064">
                  <c:v>1.0153890290085874</c:v>
                </c:pt>
                <c:pt idx="5065">
                  <c:v>1.0167279806761813</c:v>
                </c:pt>
                <c:pt idx="5066">
                  <c:v>1.0199004345827269</c:v>
                </c:pt>
                <c:pt idx="5067">
                  <c:v>1.0218703820822888</c:v>
                </c:pt>
                <c:pt idx="5068">
                  <c:v>1.0217294919369793</c:v>
                </c:pt>
                <c:pt idx="5069">
                  <c:v>1.0204243721917854</c:v>
                </c:pt>
                <c:pt idx="5070">
                  <c:v>1.0177046107423973</c:v>
                </c:pt>
                <c:pt idx="5071">
                  <c:v>1.0168881235220759</c:v>
                </c:pt>
                <c:pt idx="5072">
                  <c:v>1.0169213712596294</c:v>
                </c:pt>
                <c:pt idx="5073">
                  <c:v>1.0177829677098176</c:v>
                </c:pt>
                <c:pt idx="5074">
                  <c:v>1.0188293697661484</c:v>
                </c:pt>
                <c:pt idx="5075">
                  <c:v>1.0203992268440556</c:v>
                </c:pt>
                <c:pt idx="5076">
                  <c:v>1.0204260993469829</c:v>
                </c:pt>
                <c:pt idx="5077">
                  <c:v>1.0189214677771259</c:v>
                </c:pt>
                <c:pt idx="5078">
                  <c:v>1.0189857027108717</c:v>
                </c:pt>
                <c:pt idx="5079">
                  <c:v>1.0197156797752667</c:v>
                </c:pt>
                <c:pt idx="5080">
                  <c:v>1.0206582493250125</c:v>
                </c:pt>
                <c:pt idx="5081">
                  <c:v>1.0216754167396898</c:v>
                </c:pt>
                <c:pt idx="5082">
                  <c:v>1.0201253965472135</c:v>
                </c:pt>
                <c:pt idx="5083">
                  <c:v>1.0184894757829981</c:v>
                </c:pt>
                <c:pt idx="5084">
                  <c:v>1.0184187386179202</c:v>
                </c:pt>
                <c:pt idx="5085">
                  <c:v>1.0189964974308567</c:v>
                </c:pt>
                <c:pt idx="5086">
                  <c:v>1.0189916207573575</c:v>
                </c:pt>
                <c:pt idx="5087">
                  <c:v>1.0195366652189042</c:v>
                </c:pt>
                <c:pt idx="5088">
                  <c:v>1.0192625555293096</c:v>
                </c:pt>
                <c:pt idx="5089">
                  <c:v>1.0182255004305187</c:v>
                </c:pt>
                <c:pt idx="5090">
                  <c:v>1.0172175529766758</c:v>
                </c:pt>
                <c:pt idx="5091">
                  <c:v>1.0158271676432713</c:v>
                </c:pt>
                <c:pt idx="5092">
                  <c:v>1.0159312541432675</c:v>
                </c:pt>
                <c:pt idx="5093">
                  <c:v>1.017788961954327</c:v>
                </c:pt>
                <c:pt idx="5094">
                  <c:v>1.0195838063960621</c:v>
                </c:pt>
                <c:pt idx="5095">
                  <c:v>1.0206006690186455</c:v>
                </c:pt>
                <c:pt idx="5096">
                  <c:v>1.0216211383476712</c:v>
                </c:pt>
                <c:pt idx="5097">
                  <c:v>1.0201589744762021</c:v>
                </c:pt>
                <c:pt idx="5098">
                  <c:v>1.0181433589612685</c:v>
                </c:pt>
                <c:pt idx="5099">
                  <c:v>1.0169432908910343</c:v>
                </c:pt>
                <c:pt idx="5100">
                  <c:v>1.0164062472219471</c:v>
                </c:pt>
                <c:pt idx="5101">
                  <c:v>1.0160549235352836</c:v>
                </c:pt>
                <c:pt idx="5102">
                  <c:v>1.0171323381871473</c:v>
                </c:pt>
                <c:pt idx="5103">
                  <c:v>1.0176119031472324</c:v>
                </c:pt>
                <c:pt idx="5104">
                  <c:v>1.0178647027896097</c:v>
                </c:pt>
                <c:pt idx="5105">
                  <c:v>1.0180306620846256</c:v>
                </c:pt>
                <c:pt idx="5106">
                  <c:v>1.0172018053851684</c:v>
                </c:pt>
                <c:pt idx="5107">
                  <c:v>1.0168516500681972</c:v>
                </c:pt>
                <c:pt idx="5108">
                  <c:v>1.0172898649009046</c:v>
                </c:pt>
                <c:pt idx="5109">
                  <c:v>1.0167530752252287</c:v>
                </c:pt>
                <c:pt idx="5110">
                  <c:v>1.016688510100048</c:v>
                </c:pt>
                <c:pt idx="5111">
                  <c:v>1.0183349207921546</c:v>
                </c:pt>
                <c:pt idx="5112">
                  <c:v>1.0174718511801804</c:v>
                </c:pt>
                <c:pt idx="5113">
                  <c:v>1.016807328217906</c:v>
                </c:pt>
                <c:pt idx="5114">
                  <c:v>1.0184143191325616</c:v>
                </c:pt>
                <c:pt idx="5115">
                  <c:v>1.0205619858220878</c:v>
                </c:pt>
                <c:pt idx="5116">
                  <c:v>1.0210845772660657</c:v>
                </c:pt>
                <c:pt idx="5117">
                  <c:v>1.0202175707562147</c:v>
                </c:pt>
                <c:pt idx="5118">
                  <c:v>1.0190828043920541</c:v>
                </c:pt>
                <c:pt idx="5119">
                  <c:v>1.0189277922130699</c:v>
                </c:pt>
                <c:pt idx="5120">
                  <c:v>1.0183739087808061</c:v>
                </c:pt>
                <c:pt idx="5121">
                  <c:v>1.0187506826072932</c:v>
                </c:pt>
                <c:pt idx="5122">
                  <c:v>1.02031540901829</c:v>
                </c:pt>
                <c:pt idx="5123">
                  <c:v>1.0190591068067694</c:v>
                </c:pt>
                <c:pt idx="5124">
                  <c:v>1.0175139886871334</c:v>
                </c:pt>
                <c:pt idx="5125">
                  <c:v>1.0170209620762438</c:v>
                </c:pt>
                <c:pt idx="5126">
                  <c:v>1.0187765391365748</c:v>
                </c:pt>
                <c:pt idx="5127">
                  <c:v>1.0190844045505461</c:v>
                </c:pt>
                <c:pt idx="5128">
                  <c:v>1.0191286756021549</c:v>
                </c:pt>
                <c:pt idx="5129">
                  <c:v>1.0198842298030788</c:v>
                </c:pt>
                <c:pt idx="5130">
                  <c:v>1.0188968812149013</c:v>
                </c:pt>
                <c:pt idx="5131">
                  <c:v>1.0178729575754806</c:v>
                </c:pt>
                <c:pt idx="5132">
                  <c:v>1.017278968583555</c:v>
                </c:pt>
                <c:pt idx="5133">
                  <c:v>1.0179065101051279</c:v>
                </c:pt>
                <c:pt idx="5134">
                  <c:v>1.0178644487961983</c:v>
                </c:pt>
                <c:pt idx="5135">
                  <c:v>1.0176056549093118</c:v>
                </c:pt>
                <c:pt idx="5136">
                  <c:v>1.0181962911882065</c:v>
                </c:pt>
                <c:pt idx="5137">
                  <c:v>1.0190338090629929</c:v>
                </c:pt>
                <c:pt idx="5138">
                  <c:v>1.0188525847639511</c:v>
                </c:pt>
                <c:pt idx="5139">
                  <c:v>1.0184450777346836</c:v>
                </c:pt>
                <c:pt idx="5140">
                  <c:v>1.0197808290852934</c:v>
                </c:pt>
                <c:pt idx="5141">
                  <c:v>1.0200202432748895</c:v>
                </c:pt>
                <c:pt idx="5142">
                  <c:v>1.0188684847515055</c:v>
                </c:pt>
                <c:pt idx="5143">
                  <c:v>1.0180460032866747</c:v>
                </c:pt>
                <c:pt idx="5144">
                  <c:v>1.0177204345319282</c:v>
                </c:pt>
                <c:pt idx="5145">
                  <c:v>1.01863130570393</c:v>
                </c:pt>
                <c:pt idx="5146">
                  <c:v>1.0199266213034435</c:v>
                </c:pt>
                <c:pt idx="5147">
                  <c:v>1.019887658714133</c:v>
                </c:pt>
                <c:pt idx="5148">
                  <c:v>1.0193852597463622</c:v>
                </c:pt>
                <c:pt idx="5149">
                  <c:v>1.0180661195648586</c:v>
                </c:pt>
                <c:pt idx="5150">
                  <c:v>1.0170125040956437</c:v>
                </c:pt>
                <c:pt idx="5151">
                  <c:v>1.0158561736908545</c:v>
                </c:pt>
                <c:pt idx="5152">
                  <c:v>1.015962139742095</c:v>
                </c:pt>
                <c:pt idx="5153">
                  <c:v>1.0169654391165093</c:v>
                </c:pt>
                <c:pt idx="5154">
                  <c:v>1.0179163904488318</c:v>
                </c:pt>
                <c:pt idx="5155">
                  <c:v>1.017596180955066</c:v>
                </c:pt>
                <c:pt idx="5156">
                  <c:v>1.0187962744246415</c:v>
                </c:pt>
                <c:pt idx="5157">
                  <c:v>1.0197093045406402</c:v>
                </c:pt>
                <c:pt idx="5158">
                  <c:v>1.0188989639608748</c:v>
                </c:pt>
                <c:pt idx="5159">
                  <c:v>1.0181488452189551</c:v>
                </c:pt>
                <c:pt idx="5160">
                  <c:v>1.0188680529627061</c:v>
                </c:pt>
                <c:pt idx="5161">
                  <c:v>1.0179605091043937</c:v>
                </c:pt>
                <c:pt idx="5162">
                  <c:v>1.017757822362088</c:v>
                </c:pt>
                <c:pt idx="5163">
                  <c:v>1.018628257782993</c:v>
                </c:pt>
                <c:pt idx="5164">
                  <c:v>1.0186936102877491</c:v>
                </c:pt>
                <c:pt idx="5165">
                  <c:v>1.0187876132493123</c:v>
                </c:pt>
                <c:pt idx="5166">
                  <c:v>1.0196360274414482</c:v>
                </c:pt>
                <c:pt idx="5167">
                  <c:v>1.0205921602393633</c:v>
                </c:pt>
                <c:pt idx="5168">
                  <c:v>1.0202849044095796</c:v>
                </c:pt>
                <c:pt idx="5169">
                  <c:v>1.0190969518250697</c:v>
                </c:pt>
                <c:pt idx="5170">
                  <c:v>1.0179170762310426</c:v>
                </c:pt>
                <c:pt idx="5171">
                  <c:v>1.0180527595114184</c:v>
                </c:pt>
                <c:pt idx="5172">
                  <c:v>1.0195319663407931</c:v>
                </c:pt>
                <c:pt idx="5173">
                  <c:v>1.0223637134852721</c:v>
                </c:pt>
                <c:pt idx="5174">
                  <c:v>1.0225682797788225</c:v>
                </c:pt>
                <c:pt idx="5175">
                  <c:v>1.0211906449146708</c:v>
                </c:pt>
                <c:pt idx="5176">
                  <c:v>1.0197578426815608</c:v>
                </c:pt>
                <c:pt idx="5177">
                  <c:v>1.019924055969988</c:v>
                </c:pt>
                <c:pt idx="5178">
                  <c:v>1.0204577469260447</c:v>
                </c:pt>
                <c:pt idx="5179">
                  <c:v>1.0197998531918082</c:v>
                </c:pt>
                <c:pt idx="5180">
                  <c:v>1.0191631679074244</c:v>
                </c:pt>
                <c:pt idx="5181">
                  <c:v>1.0192197322401457</c:v>
                </c:pt>
                <c:pt idx="5182">
                  <c:v>1.0205477367917075</c:v>
                </c:pt>
                <c:pt idx="5183">
                  <c:v>1.0210017500146047</c:v>
                </c:pt>
                <c:pt idx="5184">
                  <c:v>1.0197012275501574</c:v>
                </c:pt>
                <c:pt idx="5185">
                  <c:v>1.0182513823591417</c:v>
                </c:pt>
                <c:pt idx="5186">
                  <c:v>1.0175825161095322</c:v>
                </c:pt>
                <c:pt idx="5187">
                  <c:v>1.0185959752204028</c:v>
                </c:pt>
                <c:pt idx="5188">
                  <c:v>1.0203319185900317</c:v>
                </c:pt>
                <c:pt idx="5189">
                  <c:v>1.0214385424842081</c:v>
                </c:pt>
                <c:pt idx="5190">
                  <c:v>1.0213223150991464</c:v>
                </c:pt>
                <c:pt idx="5191">
                  <c:v>1.0206540076350419</c:v>
                </c:pt>
                <c:pt idx="5192">
                  <c:v>1.0203373794483772</c:v>
                </c:pt>
                <c:pt idx="5193">
                  <c:v>1.0194422304685415</c:v>
                </c:pt>
                <c:pt idx="5194">
                  <c:v>1.0188603823616815</c:v>
                </c:pt>
                <c:pt idx="5195">
                  <c:v>1.0191431786259464</c:v>
                </c:pt>
                <c:pt idx="5196">
                  <c:v>1.0191993111698683</c:v>
                </c:pt>
                <c:pt idx="5197">
                  <c:v>1.0197524580212389</c:v>
                </c:pt>
                <c:pt idx="5198">
                  <c:v>1.0200328921467776</c:v>
                </c:pt>
                <c:pt idx="5199">
                  <c:v>1.0209385056551632</c:v>
                </c:pt>
                <c:pt idx="5200">
                  <c:v>1.0225048322246522</c:v>
                </c:pt>
                <c:pt idx="5201">
                  <c:v>1.0235522502546284</c:v>
                </c:pt>
                <c:pt idx="5202">
                  <c:v>1.0228947629098502</c:v>
                </c:pt>
                <c:pt idx="5203">
                  <c:v>1.0213608966983396</c:v>
                </c:pt>
                <c:pt idx="5204">
                  <c:v>1.0202481007642661</c:v>
                </c:pt>
                <c:pt idx="5205">
                  <c:v>1.0197172545344173</c:v>
                </c:pt>
                <c:pt idx="5206">
                  <c:v>1.0191193032452739</c:v>
                </c:pt>
                <c:pt idx="5207">
                  <c:v>1.0178382874748229</c:v>
                </c:pt>
                <c:pt idx="5208">
                  <c:v>1.0180156764733523</c:v>
                </c:pt>
                <c:pt idx="5209">
                  <c:v>1.0187862670842318</c:v>
                </c:pt>
                <c:pt idx="5210">
                  <c:v>1.0184823385681376</c:v>
                </c:pt>
                <c:pt idx="5211">
                  <c:v>1.018429838129999</c:v>
                </c:pt>
                <c:pt idx="5212">
                  <c:v>1.017284404042559</c:v>
                </c:pt>
                <c:pt idx="5213">
                  <c:v>1.0163497844865905</c:v>
                </c:pt>
                <c:pt idx="5214">
                  <c:v>1.0168799449342285</c:v>
                </c:pt>
                <c:pt idx="5215">
                  <c:v>1.0189128066017967</c:v>
                </c:pt>
                <c:pt idx="5216">
                  <c:v>1.0196917535959118</c:v>
                </c:pt>
                <c:pt idx="5217">
                  <c:v>1.0180136191267199</c:v>
                </c:pt>
                <c:pt idx="5218">
                  <c:v>1.0172732791311394</c:v>
                </c:pt>
                <c:pt idx="5219">
                  <c:v>1.0190350536307089</c:v>
                </c:pt>
                <c:pt idx="5220">
                  <c:v>1.020179471744503</c:v>
                </c:pt>
                <c:pt idx="5221">
                  <c:v>1.0205606142576662</c:v>
                </c:pt>
                <c:pt idx="5222">
                  <c:v>1.0204409325622092</c:v>
                </c:pt>
                <c:pt idx="5223">
                  <c:v>1.0214147433015588</c:v>
                </c:pt>
                <c:pt idx="5224">
                  <c:v>1.0223467213260489</c:v>
                </c:pt>
                <c:pt idx="5225">
                  <c:v>1.0223800960603082</c:v>
                </c:pt>
                <c:pt idx="5226">
                  <c:v>1.0211760148941735</c:v>
                </c:pt>
                <c:pt idx="5227">
                  <c:v>1.0205179687638903</c:v>
                </c:pt>
                <c:pt idx="5228">
                  <c:v>1.021307151692485</c:v>
                </c:pt>
                <c:pt idx="5229">
                  <c:v>1.0216111818059439</c:v>
                </c:pt>
                <c:pt idx="5230">
                  <c:v>1.0213306714823818</c:v>
                </c:pt>
                <c:pt idx="5231">
                  <c:v>1.0203833268565012</c:v>
                </c:pt>
                <c:pt idx="5232">
                  <c:v>1.0185454559308731</c:v>
                </c:pt>
                <c:pt idx="5233">
                  <c:v>1.0180506005674212</c:v>
                </c:pt>
                <c:pt idx="5234">
                  <c:v>1.0176496719675092</c:v>
                </c:pt>
                <c:pt idx="5235">
                  <c:v>1.018433292440394</c:v>
                </c:pt>
                <c:pt idx="5236">
                  <c:v>1.0192566628821649</c:v>
                </c:pt>
                <c:pt idx="5237">
                  <c:v>1.0201853389923066</c:v>
                </c:pt>
                <c:pt idx="5238">
                  <c:v>1.0204037987254611</c:v>
                </c:pt>
                <c:pt idx="5239">
                  <c:v>1.0200118868916541</c:v>
                </c:pt>
                <c:pt idx="5240">
                  <c:v>1.0200550403722528</c:v>
                </c:pt>
                <c:pt idx="5241">
                  <c:v>1.0189931701171671</c:v>
                </c:pt>
                <c:pt idx="5242">
                  <c:v>1.0194274480519976</c:v>
                </c:pt>
                <c:pt idx="5243">
                  <c:v>1.0208757184838626</c:v>
                </c:pt>
                <c:pt idx="5244">
                  <c:v>1.0219624546939252</c:v>
                </c:pt>
                <c:pt idx="5245">
                  <c:v>1.0223648056569412</c:v>
                </c:pt>
                <c:pt idx="5246">
                  <c:v>1.0222121048180011</c:v>
                </c:pt>
                <c:pt idx="5247">
                  <c:v>1.0221663606046059</c:v>
                </c:pt>
                <c:pt idx="5248">
                  <c:v>1.0217054387609186</c:v>
                </c:pt>
                <c:pt idx="5249">
                  <c:v>1.0218125731818517</c:v>
                </c:pt>
                <c:pt idx="5250">
                  <c:v>1.0229076403758086</c:v>
                </c:pt>
                <c:pt idx="5251">
                  <c:v>1.0229260294987947</c:v>
                </c:pt>
                <c:pt idx="5252">
                  <c:v>1.0229250389244904</c:v>
                </c:pt>
                <c:pt idx="5253">
                  <c:v>1.0226886472564902</c:v>
                </c:pt>
                <c:pt idx="5254">
                  <c:v>1.0218605017385849</c:v>
                </c:pt>
                <c:pt idx="5255">
                  <c:v>1.0207854746247882</c:v>
                </c:pt>
                <c:pt idx="5256">
                  <c:v>1.0206005928206223</c:v>
                </c:pt>
                <c:pt idx="5257">
                  <c:v>1.0216858304695575</c:v>
                </c:pt>
                <c:pt idx="5258">
                  <c:v>1.022687707480868</c:v>
                </c:pt>
                <c:pt idx="5259">
                  <c:v>1.0223609449570878</c:v>
                </c:pt>
                <c:pt idx="5260">
                  <c:v>1.0221963826258347</c:v>
                </c:pt>
                <c:pt idx="5261">
                  <c:v>1.0227018041152012</c:v>
                </c:pt>
                <c:pt idx="5262">
                  <c:v>1.0219949404512447</c:v>
                </c:pt>
                <c:pt idx="5263">
                  <c:v>1.0206576651401662</c:v>
                </c:pt>
                <c:pt idx="5264">
                  <c:v>1.0209626604285884</c:v>
                </c:pt>
                <c:pt idx="5265">
                  <c:v>1.0215321390563128</c:v>
                </c:pt>
                <c:pt idx="5266">
                  <c:v>1.0214768700899899</c:v>
                </c:pt>
                <c:pt idx="5267">
                  <c:v>1.0216300027177294</c:v>
                </c:pt>
                <c:pt idx="5268">
                  <c:v>1.0222410600669019</c:v>
                </c:pt>
                <c:pt idx="5269">
                  <c:v>1.0235890538999419</c:v>
                </c:pt>
                <c:pt idx="5270">
                  <c:v>1.0242195671444283</c:v>
                </c:pt>
                <c:pt idx="5271">
                  <c:v>1.0239965609292094</c:v>
                </c:pt>
                <c:pt idx="5272">
                  <c:v>1.0243619812502063</c:v>
                </c:pt>
                <c:pt idx="5273">
                  <c:v>1.0254582676125381</c:v>
                </c:pt>
                <c:pt idx="5274">
                  <c:v>1.0264424920817554</c:v>
                </c:pt>
                <c:pt idx="5275">
                  <c:v>1.0276644543840532</c:v>
                </c:pt>
                <c:pt idx="5276">
                  <c:v>1.0282966439850549</c:v>
                </c:pt>
                <c:pt idx="5277">
                  <c:v>1.0271270043255079</c:v>
                </c:pt>
                <c:pt idx="5278">
                  <c:v>1.0276616604565278</c:v>
                </c:pt>
                <c:pt idx="5279">
                  <c:v>1.0279806761812598</c:v>
                </c:pt>
                <c:pt idx="5280">
                  <c:v>1.0279654365765751</c:v>
                </c:pt>
                <c:pt idx="5281">
                  <c:v>1.0289034342449157</c:v>
                </c:pt>
                <c:pt idx="5282">
                  <c:v>1.0301500339081204</c:v>
                </c:pt>
                <c:pt idx="5283">
                  <c:v>1.0295673730223438</c:v>
                </c:pt>
                <c:pt idx="5284">
                  <c:v>1.0290522743840025</c:v>
                </c:pt>
                <c:pt idx="5285">
                  <c:v>1.0292417534689151</c:v>
                </c:pt>
                <c:pt idx="5286">
                  <c:v>1.0299463311921688</c:v>
                </c:pt>
                <c:pt idx="5287">
                  <c:v>1.0309041403465995</c:v>
                </c:pt>
                <c:pt idx="5288">
                  <c:v>1.0319770085163991</c:v>
                </c:pt>
                <c:pt idx="5289">
                  <c:v>1.0325195384431727</c:v>
                </c:pt>
                <c:pt idx="5290">
                  <c:v>1.0314702916606344</c:v>
                </c:pt>
                <c:pt idx="5291">
                  <c:v>1.0302899842778079</c:v>
                </c:pt>
                <c:pt idx="5292">
                  <c:v>1.031088793556695</c:v>
                </c:pt>
                <c:pt idx="5293">
                  <c:v>1.0328791931137307</c:v>
                </c:pt>
                <c:pt idx="5294">
                  <c:v>1.0338309064262874</c:v>
                </c:pt>
                <c:pt idx="5295">
                  <c:v>1.0338126189006658</c:v>
                </c:pt>
                <c:pt idx="5296">
                  <c:v>1.0336566669460594</c:v>
                </c:pt>
                <c:pt idx="5297">
                  <c:v>1.0341395084211515</c:v>
                </c:pt>
                <c:pt idx="5298">
                  <c:v>1.0338583377147197</c:v>
                </c:pt>
                <c:pt idx="5299">
                  <c:v>1.0336571749328822</c:v>
                </c:pt>
                <c:pt idx="5300">
                  <c:v>1.0344361727256794</c:v>
                </c:pt>
                <c:pt idx="5301">
                  <c:v>1.0355570456502359</c:v>
                </c:pt>
                <c:pt idx="5302">
                  <c:v>1.0359225421692562</c:v>
                </c:pt>
                <c:pt idx="5303">
                  <c:v>1.035144814343516</c:v>
                </c:pt>
                <c:pt idx="5304">
                  <c:v>1.0353017822717678</c:v>
                </c:pt>
                <c:pt idx="5305">
                  <c:v>1.0354592581868427</c:v>
                </c:pt>
                <c:pt idx="5306">
                  <c:v>1.0350528687285852</c:v>
                </c:pt>
                <c:pt idx="5307">
                  <c:v>1.0356672787907881</c:v>
                </c:pt>
                <c:pt idx="5308">
                  <c:v>1.0350315332820266</c:v>
                </c:pt>
                <c:pt idx="5309">
                  <c:v>1.0337564863567439</c:v>
                </c:pt>
                <c:pt idx="5310">
                  <c:v>1.0327521964080251</c:v>
                </c:pt>
                <c:pt idx="5311">
                  <c:v>1.0304144410493992</c:v>
                </c:pt>
                <c:pt idx="5312">
                  <c:v>1.0301876249330093</c:v>
                </c:pt>
                <c:pt idx="5313">
                  <c:v>1.031030629065482</c:v>
                </c:pt>
                <c:pt idx="5314">
                  <c:v>1.0306918018546598</c:v>
                </c:pt>
                <c:pt idx="5315">
                  <c:v>1.0300745978649313</c:v>
                </c:pt>
                <c:pt idx="5316">
                  <c:v>1.0302739826928891</c:v>
                </c:pt>
                <c:pt idx="5317">
                  <c:v>1.0308970285310799</c:v>
                </c:pt>
                <c:pt idx="5318">
                  <c:v>1.0307415845632963</c:v>
                </c:pt>
                <c:pt idx="5319">
                  <c:v>1.0309038863531881</c:v>
                </c:pt>
                <c:pt idx="5320">
                  <c:v>1.0311472120413196</c:v>
                </c:pt>
                <c:pt idx="5321">
                  <c:v>1.0323757781723142</c:v>
                </c:pt>
                <c:pt idx="5322">
                  <c:v>1.03319770085164</c:v>
                </c:pt>
                <c:pt idx="5323">
                  <c:v>1.0337321029892486</c:v>
                </c:pt>
                <c:pt idx="5324">
                  <c:v>1.0337503905148699</c:v>
                </c:pt>
                <c:pt idx="5325">
                  <c:v>1.034958129186129</c:v>
                </c:pt>
                <c:pt idx="5326">
                  <c:v>1.0350061339408856</c:v>
                </c:pt>
                <c:pt idx="5327">
                  <c:v>1.0328827490214905</c:v>
                </c:pt>
                <c:pt idx="5328">
                  <c:v>1.0311881049805569</c:v>
                </c:pt>
                <c:pt idx="5329">
                  <c:v>1.0311815011518601</c:v>
                </c:pt>
                <c:pt idx="5330">
                  <c:v>1.031466989746286</c:v>
                </c:pt>
                <c:pt idx="5331">
                  <c:v>1.031542425789475</c:v>
                </c:pt>
                <c:pt idx="5332">
                  <c:v>1.0316168458590185</c:v>
                </c:pt>
                <c:pt idx="5333">
                  <c:v>1.0310659341496682</c:v>
                </c:pt>
                <c:pt idx="5334">
                  <c:v>1.0310049757309296</c:v>
                </c:pt>
                <c:pt idx="5335">
                  <c:v>1.0315035647975292</c:v>
                </c:pt>
                <c:pt idx="5336">
                  <c:v>1.0323183756613354</c:v>
                </c:pt>
                <c:pt idx="5337">
                  <c:v>1.0330392089629195</c:v>
                </c:pt>
                <c:pt idx="5338">
                  <c:v>1.03249921897026</c:v>
                </c:pt>
                <c:pt idx="5339">
                  <c:v>1.0313697102697157</c:v>
                </c:pt>
                <c:pt idx="5340">
                  <c:v>1.0318319782784835</c:v>
                </c:pt>
                <c:pt idx="5341">
                  <c:v>1.033223100192781</c:v>
                </c:pt>
                <c:pt idx="5342">
                  <c:v>1.033408515383111</c:v>
                </c:pt>
                <c:pt idx="5343">
                  <c:v>1.0327120654490223</c:v>
                </c:pt>
                <c:pt idx="5344">
                  <c:v>1.0337155934175069</c:v>
                </c:pt>
                <c:pt idx="5345">
                  <c:v>1.03282687047098</c:v>
                </c:pt>
                <c:pt idx="5346">
                  <c:v>1.0307169472023896</c:v>
                </c:pt>
                <c:pt idx="5347">
                  <c:v>1.0317870214446638</c:v>
                </c:pt>
                <c:pt idx="5348">
                  <c:v>1.0332700889738919</c:v>
                </c:pt>
                <c:pt idx="5349">
                  <c:v>1.033113629032463</c:v>
                </c:pt>
                <c:pt idx="5350">
                  <c:v>1.0327072395742054</c:v>
                </c:pt>
                <c:pt idx="5351">
                  <c:v>1.0340325771949475</c:v>
                </c:pt>
                <c:pt idx="5352">
                  <c:v>1.0354998971326683</c:v>
                </c:pt>
                <c:pt idx="5353">
                  <c:v>1.0355951446619476</c:v>
                </c:pt>
                <c:pt idx="5354">
                  <c:v>1.0359362578134723</c:v>
                </c:pt>
                <c:pt idx="5355">
                  <c:v>1.0347927794753005</c:v>
                </c:pt>
                <c:pt idx="5356">
                  <c:v>1.0320328870669095</c:v>
                </c:pt>
                <c:pt idx="5357">
                  <c:v>1.0305775048195249</c:v>
                </c:pt>
                <c:pt idx="5358">
                  <c:v>1.0309767824622629</c:v>
                </c:pt>
                <c:pt idx="5359">
                  <c:v>1.0319157961042491</c:v>
                </c:pt>
                <c:pt idx="5360">
                  <c:v>1.0350985875426391</c:v>
                </c:pt>
                <c:pt idx="5361">
                  <c:v>1.0368402203646838</c:v>
                </c:pt>
                <c:pt idx="5362">
                  <c:v>1.0355905727805421</c:v>
                </c:pt>
                <c:pt idx="5363">
                  <c:v>1.0347747459430903</c:v>
                </c:pt>
                <c:pt idx="5364">
                  <c:v>1.033718895331855</c:v>
                </c:pt>
                <c:pt idx="5365">
                  <c:v>1.0330260013055261</c:v>
                </c:pt>
                <c:pt idx="5366">
                  <c:v>1.033274406861886</c:v>
                </c:pt>
                <c:pt idx="5367">
                  <c:v>1.0340747401012418</c:v>
                </c:pt>
                <c:pt idx="5368">
                  <c:v>1.0346365735272827</c:v>
                </c:pt>
                <c:pt idx="5369">
                  <c:v>1.0342230722535057</c:v>
                </c:pt>
                <c:pt idx="5370">
                  <c:v>1.0335157006027265</c:v>
                </c:pt>
                <c:pt idx="5371">
                  <c:v>1.0339932082161789</c:v>
                </c:pt>
                <c:pt idx="5372">
                  <c:v>1.0350825859577202</c:v>
                </c:pt>
                <c:pt idx="5373">
                  <c:v>1.0359022226963432</c:v>
                </c:pt>
                <c:pt idx="5374">
                  <c:v>1.0368915270337888</c:v>
                </c:pt>
                <c:pt idx="5375">
                  <c:v>1.0360210916128836</c:v>
                </c:pt>
                <c:pt idx="5376">
                  <c:v>1.0345062749072289</c:v>
                </c:pt>
                <c:pt idx="5377">
                  <c:v>1.0342769188567249</c:v>
                </c:pt>
                <c:pt idx="5378">
                  <c:v>1.0334450904343542</c:v>
                </c:pt>
                <c:pt idx="5379">
                  <c:v>1.0324606119717255</c:v>
                </c:pt>
                <c:pt idx="5380">
                  <c:v>1.0328779231466736</c:v>
                </c:pt>
                <c:pt idx="5381">
                  <c:v>1.0336569209394708</c:v>
                </c:pt>
                <c:pt idx="5382">
                  <c:v>1.0332596752440242</c:v>
                </c:pt>
                <c:pt idx="5383">
                  <c:v>1.0317842275171383</c:v>
                </c:pt>
                <c:pt idx="5384">
                  <c:v>1.0314758795156853</c:v>
                </c:pt>
                <c:pt idx="5385">
                  <c:v>1.0316551988641414</c:v>
                </c:pt>
                <c:pt idx="5386">
                  <c:v>1.0330834038165051</c:v>
                </c:pt>
                <c:pt idx="5387">
                  <c:v>1.0329965380698025</c:v>
                </c:pt>
                <c:pt idx="5388">
                  <c:v>1.0326213898011485</c:v>
                </c:pt>
                <c:pt idx="5389">
                  <c:v>1.0328870669094843</c:v>
                </c:pt>
                <c:pt idx="5390">
                  <c:v>1.0331583318728712</c:v>
                </c:pt>
                <c:pt idx="5391">
                  <c:v>1.0329150061847396</c:v>
                </c:pt>
                <c:pt idx="5392">
                  <c:v>1.0330402249365651</c:v>
                </c:pt>
                <c:pt idx="5393">
                  <c:v>1.0338428441166236</c:v>
                </c:pt>
                <c:pt idx="5394">
                  <c:v>1.0346772124731085</c:v>
                </c:pt>
                <c:pt idx="5395">
                  <c:v>1.0351537041129153</c:v>
                </c:pt>
                <c:pt idx="5396">
                  <c:v>1.034543357945295</c:v>
                </c:pt>
                <c:pt idx="5397">
                  <c:v>1.0334433124804743</c:v>
                </c:pt>
                <c:pt idx="5398">
                  <c:v>1.0336660647022817</c:v>
                </c:pt>
                <c:pt idx="5399">
                  <c:v>1.0348486580258107</c:v>
                </c:pt>
                <c:pt idx="5400">
                  <c:v>1.0342931744350552</c:v>
                </c:pt>
                <c:pt idx="5401">
                  <c:v>1.033408515383111</c:v>
                </c:pt>
                <c:pt idx="5402">
                  <c:v>1.0344707158296313</c:v>
                </c:pt>
                <c:pt idx="5403">
                  <c:v>1.0361404685162467</c:v>
                </c:pt>
                <c:pt idx="5404">
                  <c:v>1.0372875027621784</c:v>
                </c:pt>
                <c:pt idx="5405">
                  <c:v>1.0372494037504667</c:v>
                </c:pt>
                <c:pt idx="5406">
                  <c:v>1.0373449052731571</c:v>
                </c:pt>
                <c:pt idx="5407">
                  <c:v>1.0374746959063881</c:v>
                </c:pt>
                <c:pt idx="5408">
                  <c:v>1.0369875365433021</c:v>
                </c:pt>
                <c:pt idx="5409">
                  <c:v>1.0366428674840176</c:v>
                </c:pt>
                <c:pt idx="5410">
                  <c:v>1.0377888857563036</c:v>
                </c:pt>
                <c:pt idx="5411">
                  <c:v>1.0396867245263657</c:v>
                </c:pt>
                <c:pt idx="5412">
                  <c:v>1.0403318677913496</c:v>
                </c:pt>
                <c:pt idx="5413">
                  <c:v>1.0395950329048464</c:v>
                </c:pt>
                <c:pt idx="5414">
                  <c:v>1.0388627698997488</c:v>
                </c:pt>
                <c:pt idx="5415">
                  <c:v>1.0399097307415845</c:v>
                </c:pt>
                <c:pt idx="5416">
                  <c:v>1.0401101315431878</c:v>
                </c:pt>
                <c:pt idx="5417">
                  <c:v>1.0394847997642942</c:v>
                </c:pt>
                <c:pt idx="5418">
                  <c:v>1.039529248611291</c:v>
                </c:pt>
                <c:pt idx="5419">
                  <c:v>1.039456352502216</c:v>
                </c:pt>
                <c:pt idx="5420">
                  <c:v>1.0390171978938867</c:v>
                </c:pt>
                <c:pt idx="5421">
                  <c:v>1.0381058695337444</c:v>
                </c:pt>
                <c:pt idx="5422">
                  <c:v>1.0372788669861903</c:v>
                </c:pt>
                <c:pt idx="5423">
                  <c:v>1.0374800297680278</c:v>
                </c:pt>
                <c:pt idx="5424">
                  <c:v>1.0385694075095693</c:v>
                </c:pt>
                <c:pt idx="5425">
                  <c:v>1.0398863633477347</c:v>
                </c:pt>
                <c:pt idx="5426">
                  <c:v>1.0407941358001174</c:v>
                </c:pt>
                <c:pt idx="5427">
                  <c:v>1.0411309310636483</c:v>
                </c:pt>
                <c:pt idx="5428">
                  <c:v>1.039659039244522</c:v>
                </c:pt>
                <c:pt idx="5429">
                  <c:v>1.0375224466677335</c:v>
                </c:pt>
                <c:pt idx="5430">
                  <c:v>1.0374155154415294</c:v>
                </c:pt>
                <c:pt idx="5431">
                  <c:v>1.039844454434852</c:v>
                </c:pt>
                <c:pt idx="5432">
                  <c:v>1.041730355514578</c:v>
                </c:pt>
                <c:pt idx="5433">
                  <c:v>1.0413973701522183</c:v>
                </c:pt>
                <c:pt idx="5434">
                  <c:v>1.0404880737393671</c:v>
                </c:pt>
                <c:pt idx="5435">
                  <c:v>1.0405683356573729</c:v>
                </c:pt>
                <c:pt idx="5436">
                  <c:v>1.0401500085087794</c:v>
                </c:pt>
                <c:pt idx="5437">
                  <c:v>1.0383753565432512</c:v>
                </c:pt>
                <c:pt idx="5438">
                  <c:v>1.0367335431318911</c:v>
                </c:pt>
                <c:pt idx="5439">
                  <c:v>1.0344008676414933</c:v>
                </c:pt>
                <c:pt idx="5440">
                  <c:v>1.0327445766056829</c:v>
                </c:pt>
                <c:pt idx="5441">
                  <c:v>1.0339101523706475</c:v>
                </c:pt>
                <c:pt idx="5442">
                  <c:v>1.0334478843618797</c:v>
                </c:pt>
                <c:pt idx="5443">
                  <c:v>1.0336493011371286</c:v>
                </c:pt>
                <c:pt idx="5444">
                  <c:v>1.0368864471655606</c:v>
                </c:pt>
                <c:pt idx="5445">
                  <c:v>1.0368803513236866</c:v>
                </c:pt>
                <c:pt idx="5446">
                  <c:v>1.0350452489262429</c:v>
                </c:pt>
                <c:pt idx="5447">
                  <c:v>1.0351031594240445</c:v>
                </c:pt>
                <c:pt idx="5448">
                  <c:v>1.0343802941751692</c:v>
                </c:pt>
                <c:pt idx="5449">
                  <c:v>1.0332678030331892</c:v>
                </c:pt>
                <c:pt idx="5450">
                  <c:v>1.0331860171547149</c:v>
                </c:pt>
                <c:pt idx="5451">
                  <c:v>1.0334666798743242</c:v>
                </c:pt>
                <c:pt idx="5452">
                  <c:v>1.0320641282565131</c:v>
                </c:pt>
                <c:pt idx="5453">
                  <c:v>1.0305109585457353</c:v>
                </c:pt>
                <c:pt idx="5454">
                  <c:v>1.0299940819535141</c:v>
                </c:pt>
                <c:pt idx="5455">
                  <c:v>1.0314702916606344</c:v>
                </c:pt>
                <c:pt idx="5456">
                  <c:v>1.0321669955881345</c:v>
                </c:pt>
                <c:pt idx="5457">
                  <c:v>1.0315878906101177</c:v>
                </c:pt>
                <c:pt idx="5458">
                  <c:v>1.0314189849915294</c:v>
                </c:pt>
                <c:pt idx="5459">
                  <c:v>1.0309648447719266</c:v>
                </c:pt>
                <c:pt idx="5460">
                  <c:v>1.0299196618839708</c:v>
                </c:pt>
                <c:pt idx="5461">
                  <c:v>1.029043384614603</c:v>
                </c:pt>
                <c:pt idx="5462">
                  <c:v>1.0281592335494818</c:v>
                </c:pt>
                <c:pt idx="5463">
                  <c:v>1.0277884031688218</c:v>
                </c:pt>
                <c:pt idx="5464">
                  <c:v>1.0274671015033869</c:v>
                </c:pt>
                <c:pt idx="5465">
                  <c:v>1.026663466349683</c:v>
                </c:pt>
                <c:pt idx="5466">
                  <c:v>1.0255413234580695</c:v>
                </c:pt>
                <c:pt idx="5467">
                  <c:v>1.0240496963508767</c:v>
                </c:pt>
                <c:pt idx="5468">
                  <c:v>1.0218511293817039</c:v>
                </c:pt>
                <c:pt idx="5469">
                  <c:v>1.0215078318868409</c:v>
                </c:pt>
                <c:pt idx="5470">
                  <c:v>1.0228420084783001</c:v>
                </c:pt>
                <c:pt idx="5471">
                  <c:v>1.0242945967981592</c:v>
                </c:pt>
                <c:pt idx="5472">
                  <c:v>1.0248128957534841</c:v>
                </c:pt>
                <c:pt idx="5473">
                  <c:v>1.0251688421202354</c:v>
                </c:pt>
                <c:pt idx="5474">
                  <c:v>1.0253647726377977</c:v>
                </c:pt>
                <c:pt idx="5475">
                  <c:v>1.0244679981001292</c:v>
                </c:pt>
                <c:pt idx="5476">
                  <c:v>1.0255977099954028</c:v>
                </c:pt>
                <c:pt idx="5477">
                  <c:v>1.0262794283116297</c:v>
                </c:pt>
                <c:pt idx="5478">
                  <c:v>1.0271313222135017</c:v>
                </c:pt>
                <c:pt idx="5479">
                  <c:v>1.0282519411446467</c:v>
                </c:pt>
                <c:pt idx="5480">
                  <c:v>1.0284048451783161</c:v>
                </c:pt>
                <c:pt idx="5481">
                  <c:v>1.0282593069535777</c:v>
                </c:pt>
                <c:pt idx="5482">
                  <c:v>1.0285767987178414</c:v>
                </c:pt>
                <c:pt idx="5483">
                  <c:v>1.0282768324989651</c:v>
                </c:pt>
                <c:pt idx="5484">
                  <c:v>1.0269715603577243</c:v>
                </c:pt>
                <c:pt idx="5485">
                  <c:v>1.0231931289702345</c:v>
                </c:pt>
                <c:pt idx="5486">
                  <c:v>1.0204428121134537</c:v>
                </c:pt>
                <c:pt idx="5487">
                  <c:v>1.0193324545161297</c:v>
                </c:pt>
                <c:pt idx="5488">
                  <c:v>1.0193108142774776</c:v>
                </c:pt>
                <c:pt idx="5489">
                  <c:v>1.0205385422302145</c:v>
                </c:pt>
                <c:pt idx="5490">
                  <c:v>1.0215711524443056</c:v>
                </c:pt>
                <c:pt idx="5491">
                  <c:v>1.0221820065987488</c:v>
                </c:pt>
                <c:pt idx="5492">
                  <c:v>1.022557383461473</c:v>
                </c:pt>
                <c:pt idx="5493">
                  <c:v>1.0235992390357394</c:v>
                </c:pt>
                <c:pt idx="5494">
                  <c:v>1.023977384426648</c:v>
                </c:pt>
                <c:pt idx="5495">
                  <c:v>1.0246604235086141</c:v>
                </c:pt>
                <c:pt idx="5496">
                  <c:v>1.0252592891740389</c:v>
                </c:pt>
                <c:pt idx="5497">
                  <c:v>1.0247966909738362</c:v>
                </c:pt>
                <c:pt idx="5498">
                  <c:v>1.0243963211594291</c:v>
                </c:pt>
                <c:pt idx="5499">
                  <c:v>1.0239556933893135</c:v>
                </c:pt>
                <c:pt idx="5500">
                  <c:v>1.0244246668241426</c:v>
                </c:pt>
                <c:pt idx="5501">
                  <c:v>1.0240938404057798</c:v>
                </c:pt>
                <c:pt idx="5502">
                  <c:v>1.0224452707696763</c:v>
                </c:pt>
                <c:pt idx="5503">
                  <c:v>1.0204573659359277</c:v>
                </c:pt>
                <c:pt idx="5504">
                  <c:v>1.0202209742679276</c:v>
                </c:pt>
                <c:pt idx="5505">
                  <c:v>1.0218944606576905</c:v>
                </c:pt>
                <c:pt idx="5506">
                  <c:v>1.0230136826250726</c:v>
                </c:pt>
                <c:pt idx="5507">
                  <c:v>1.0221879500445759</c:v>
                </c:pt>
                <c:pt idx="5508">
                  <c:v>1.0239477179961951</c:v>
                </c:pt>
                <c:pt idx="5509">
                  <c:v>1.0246514575411914</c:v>
                </c:pt>
                <c:pt idx="5510">
                  <c:v>1.0247605985100747</c:v>
                </c:pt>
                <c:pt idx="5511">
                  <c:v>1.0241746103106086</c:v>
                </c:pt>
                <c:pt idx="5512">
                  <c:v>1.0228573242810082</c:v>
                </c:pt>
                <c:pt idx="5513">
                  <c:v>1.023610871933982</c:v>
                </c:pt>
                <c:pt idx="5514">
                  <c:v>1.0251632542651843</c:v>
                </c:pt>
                <c:pt idx="5515">
                  <c:v>1.0256830517816369</c:v>
                </c:pt>
                <c:pt idx="5516">
                  <c:v>1.0261818948416479</c:v>
                </c:pt>
                <c:pt idx="5517">
                  <c:v>1.0263314969609689</c:v>
                </c:pt>
                <c:pt idx="5518">
                  <c:v>1.0251953844317279</c:v>
                </c:pt>
                <c:pt idx="5519">
                  <c:v>1.0244280195371731</c:v>
                </c:pt>
                <c:pt idx="5520">
                  <c:v>1.0233945711448245</c:v>
                </c:pt>
                <c:pt idx="5521">
                  <c:v>1.023152896413867</c:v>
                </c:pt>
                <c:pt idx="5522">
                  <c:v>1.0235035597176609</c:v>
                </c:pt>
                <c:pt idx="5523">
                  <c:v>1.021961337122915</c:v>
                </c:pt>
                <c:pt idx="5524">
                  <c:v>1.0208454170698813</c:v>
                </c:pt>
                <c:pt idx="5525">
                  <c:v>1.0206947735775733</c:v>
                </c:pt>
                <c:pt idx="5526">
                  <c:v>1.0230035990866397</c:v>
                </c:pt>
                <c:pt idx="5527">
                  <c:v>1.0258875164778225</c:v>
                </c:pt>
                <c:pt idx="5528">
                  <c:v>1.0264691613899535</c:v>
                </c:pt>
                <c:pt idx="5529">
                  <c:v>1.0245073416795569</c:v>
                </c:pt>
                <c:pt idx="5530">
                  <c:v>1.0215869762338365</c:v>
                </c:pt>
                <c:pt idx="5531">
                  <c:v>1.0221181780544613</c:v>
                </c:pt>
                <c:pt idx="5532">
                  <c:v>1.0247344371886993</c:v>
                </c:pt>
                <c:pt idx="5533">
                  <c:v>1.0267615078064876</c:v>
                </c:pt>
                <c:pt idx="5534">
                  <c:v>1.0272918460495135</c:v>
                </c:pt>
                <c:pt idx="5535">
                  <c:v>1.0272682246622522</c:v>
                </c:pt>
                <c:pt idx="5536">
                  <c:v>1.0261892606505787</c:v>
                </c:pt>
                <c:pt idx="5537">
                  <c:v>1.0252423224141565</c:v>
                </c:pt>
                <c:pt idx="5538">
                  <c:v>1.0253421164254999</c:v>
                </c:pt>
                <c:pt idx="5539">
                  <c:v>1.0258110644609879</c:v>
                </c:pt>
                <c:pt idx="5540">
                  <c:v>1.0248270685858409</c:v>
                </c:pt>
                <c:pt idx="5541">
                  <c:v>1.0231091079497399</c:v>
                </c:pt>
                <c:pt idx="5542">
                  <c:v>1.0211083510493737</c:v>
                </c:pt>
                <c:pt idx="5543">
                  <c:v>1.0217900185669184</c:v>
                </c:pt>
                <c:pt idx="5544">
                  <c:v>1.0231732666854623</c:v>
                </c:pt>
                <c:pt idx="5545">
                  <c:v>1.0224912181778005</c:v>
                </c:pt>
                <c:pt idx="5546">
                  <c:v>1.0215615768926953</c:v>
                </c:pt>
                <c:pt idx="5547">
                  <c:v>1.0215242144618768</c:v>
                </c:pt>
                <c:pt idx="5548">
                  <c:v>1.0235714775558722</c:v>
                </c:pt>
                <c:pt idx="5549">
                  <c:v>1.0249134517450618</c:v>
                </c:pt>
                <c:pt idx="5550">
                  <c:v>1.0247528771103678</c:v>
                </c:pt>
                <c:pt idx="5551">
                  <c:v>1.0260637879053418</c:v>
                </c:pt>
                <c:pt idx="5552">
                  <c:v>1.0271803429419042</c:v>
                </c:pt>
                <c:pt idx="5553">
                  <c:v>1.0271714531725047</c:v>
                </c:pt>
                <c:pt idx="5554">
                  <c:v>1.0273759178686905</c:v>
                </c:pt>
                <c:pt idx="5555">
                  <c:v>1.0275239960275431</c:v>
                </c:pt>
                <c:pt idx="5556">
                  <c:v>1.0272265697427809</c:v>
                </c:pt>
                <c:pt idx="5557">
                  <c:v>1.0248622720726623</c:v>
                </c:pt>
                <c:pt idx="5558">
                  <c:v>1.0227379981763274</c:v>
                </c:pt>
                <c:pt idx="5559">
                  <c:v>1.0234869993472369</c:v>
                </c:pt>
                <c:pt idx="5560">
                  <c:v>1.0251683849320949</c:v>
                </c:pt>
                <c:pt idx="5561">
                  <c:v>1.0269428591022349</c:v>
                </c:pt>
                <c:pt idx="5562">
                  <c:v>1.0279402912288456</c:v>
                </c:pt>
                <c:pt idx="5563">
                  <c:v>1.0268476115729559</c:v>
                </c:pt>
                <c:pt idx="5564">
                  <c:v>1.0255187180444538</c:v>
                </c:pt>
                <c:pt idx="5565">
                  <c:v>1.0266558465473405</c:v>
                </c:pt>
                <c:pt idx="5566">
                  <c:v>1.0283085816753914</c:v>
                </c:pt>
                <c:pt idx="5567">
                  <c:v>1.0289776003210476</c:v>
                </c:pt>
                <c:pt idx="5568">
                  <c:v>1.028600166111691</c:v>
                </c:pt>
                <c:pt idx="5569">
                  <c:v>1.0275935902222697</c:v>
                </c:pt>
                <c:pt idx="5570">
                  <c:v>1.02783488396311</c:v>
                </c:pt>
                <c:pt idx="5571">
                  <c:v>1.0283677621402501</c:v>
                </c:pt>
                <c:pt idx="5572">
                  <c:v>1.0274041111373571</c:v>
                </c:pt>
                <c:pt idx="5573">
                  <c:v>1.0258316379273122</c:v>
                </c:pt>
                <c:pt idx="5574">
                  <c:v>1.0259507608372638</c:v>
                </c:pt>
                <c:pt idx="5575">
                  <c:v>1.0270685858408832</c:v>
                </c:pt>
                <c:pt idx="5576">
                  <c:v>1.0279242896439267</c:v>
                </c:pt>
                <c:pt idx="5577">
                  <c:v>1.0271711991790933</c:v>
                </c:pt>
                <c:pt idx="5578">
                  <c:v>1.0264615415876113</c:v>
                </c:pt>
                <c:pt idx="5579">
                  <c:v>1.0267335685312322</c:v>
                </c:pt>
                <c:pt idx="5580">
                  <c:v>1.0274526238789365</c:v>
                </c:pt>
                <c:pt idx="5581">
                  <c:v>1.0277518281175786</c:v>
                </c:pt>
                <c:pt idx="5582">
                  <c:v>1.0268153544097065</c:v>
                </c:pt>
                <c:pt idx="5583">
                  <c:v>1.0267422043072203</c:v>
                </c:pt>
                <c:pt idx="5584">
                  <c:v>1.0261841807823504</c:v>
                </c:pt>
                <c:pt idx="5585">
                  <c:v>1.0271181145561084</c:v>
                </c:pt>
                <c:pt idx="5586">
                  <c:v>1.0286931277002676</c:v>
                </c:pt>
                <c:pt idx="5587">
                  <c:v>1.0284236406907605</c:v>
                </c:pt>
                <c:pt idx="5588">
                  <c:v>1.0270660459067691</c:v>
                </c:pt>
                <c:pt idx="5589">
                  <c:v>1.0261272862581945</c:v>
                </c:pt>
                <c:pt idx="5590">
                  <c:v>1.0253193586158376</c:v>
                </c:pt>
                <c:pt idx="5591">
                  <c:v>1.0254379481396252</c:v>
                </c:pt>
                <c:pt idx="5592">
                  <c:v>1.0254277884031688</c:v>
                </c:pt>
                <c:pt idx="5593">
                  <c:v>1.0261694491644886</c:v>
                </c:pt>
                <c:pt idx="5594">
                  <c:v>1.0250485762399324</c:v>
                </c:pt>
                <c:pt idx="5595">
                  <c:v>1.0234119442941649</c:v>
                </c:pt>
                <c:pt idx="5596">
                  <c:v>1.0235441732641455</c:v>
                </c:pt>
                <c:pt idx="5597">
                  <c:v>1.0238519624800932</c:v>
                </c:pt>
                <c:pt idx="5598">
                  <c:v>1.0232818488688404</c:v>
                </c:pt>
                <c:pt idx="5599">
                  <c:v>1.0214545948678091</c:v>
                </c:pt>
                <c:pt idx="5600">
                  <c:v>1.0213418217931427</c:v>
                </c:pt>
                <c:pt idx="5601">
                  <c:v>1.0222587380083361</c:v>
                </c:pt>
                <c:pt idx="5602">
                  <c:v>1.0236870445580641</c:v>
                </c:pt>
                <c:pt idx="5603">
                  <c:v>1.0254615695268865</c:v>
                </c:pt>
                <c:pt idx="5604">
                  <c:v>1.0268138304492382</c:v>
                </c:pt>
                <c:pt idx="5605">
                  <c:v>1.0262403133262723</c:v>
                </c:pt>
                <c:pt idx="5606">
                  <c:v>1.0263055896330049</c:v>
                </c:pt>
                <c:pt idx="5607">
                  <c:v>1.0262626647464765</c:v>
                </c:pt>
                <c:pt idx="5608">
                  <c:v>1.0261196664558521</c:v>
                </c:pt>
                <c:pt idx="5609">
                  <c:v>1.0262659666608249</c:v>
                </c:pt>
                <c:pt idx="5610">
                  <c:v>1.0263457205920079</c:v>
                </c:pt>
                <c:pt idx="5611">
                  <c:v>1.0264993866059113</c:v>
                </c:pt>
                <c:pt idx="5612">
                  <c:v>1.026529357828458</c:v>
                </c:pt>
                <c:pt idx="5613">
                  <c:v>1.026835419889208</c:v>
                </c:pt>
                <c:pt idx="5614">
                  <c:v>1.0264079489778035</c:v>
                </c:pt>
                <c:pt idx="5615">
                  <c:v>1.026780303318932</c:v>
                </c:pt>
                <c:pt idx="5616">
                  <c:v>1.0278742529418787</c:v>
                </c:pt>
                <c:pt idx="5617">
                  <c:v>1.0277541140582813</c:v>
                </c:pt>
                <c:pt idx="5618">
                  <c:v>1.0260315307420926</c:v>
                </c:pt>
                <c:pt idx="5619">
                  <c:v>1.0244751099156488</c:v>
                </c:pt>
                <c:pt idx="5620">
                  <c:v>1.0245167902344614</c:v>
                </c:pt>
                <c:pt idx="5621">
                  <c:v>1.0251244440719207</c:v>
                </c:pt>
                <c:pt idx="5622">
                  <c:v>1.0251553550700896</c:v>
                </c:pt>
                <c:pt idx="5623">
                  <c:v>1.0253509807955581</c:v>
                </c:pt>
                <c:pt idx="5624">
                  <c:v>1.0252924861129102</c:v>
                </c:pt>
                <c:pt idx="5625">
                  <c:v>1.0258085245268738</c:v>
                </c:pt>
                <c:pt idx="5626">
                  <c:v>1.0258974222208677</c:v>
                </c:pt>
                <c:pt idx="5627">
                  <c:v>1.0262423452735636</c:v>
                </c:pt>
                <c:pt idx="5628">
                  <c:v>1.0259738742377023</c:v>
                </c:pt>
                <c:pt idx="5629">
                  <c:v>1.0262141520048971</c:v>
                </c:pt>
                <c:pt idx="5630">
                  <c:v>1.0262133900246628</c:v>
                </c:pt>
                <c:pt idx="5631">
                  <c:v>1.026761761799899</c:v>
                </c:pt>
                <c:pt idx="5632">
                  <c:v>1.0282565130260521</c:v>
                </c:pt>
                <c:pt idx="5633">
                  <c:v>1.0286832219572224</c:v>
                </c:pt>
                <c:pt idx="5634">
                  <c:v>1.0279021922171339</c:v>
                </c:pt>
                <c:pt idx="5635">
                  <c:v>1.02785647340308</c:v>
                </c:pt>
                <c:pt idx="5636">
                  <c:v>1.0276931556395428</c:v>
                </c:pt>
                <c:pt idx="5637">
                  <c:v>1.0277901811227017</c:v>
                </c:pt>
                <c:pt idx="5638">
                  <c:v>1.0265448514265541</c:v>
                </c:pt>
                <c:pt idx="5639">
                  <c:v>1.025892088359228</c:v>
                </c:pt>
                <c:pt idx="5640">
                  <c:v>1.0246862800378957</c:v>
                </c:pt>
                <c:pt idx="5641">
                  <c:v>1.0234077026041946</c:v>
                </c:pt>
                <c:pt idx="5642">
                  <c:v>1.0234276918856724</c:v>
                </c:pt>
                <c:pt idx="5643">
                  <c:v>1.0234705151748364</c:v>
                </c:pt>
                <c:pt idx="5644">
                  <c:v>1.0241301106649294</c:v>
                </c:pt>
                <c:pt idx="5645">
                  <c:v>1.0255044944134148</c:v>
                </c:pt>
                <c:pt idx="5646">
                  <c:v>1.0270142312508415</c:v>
                </c:pt>
                <c:pt idx="5647">
                  <c:v>1.0290314469242667</c:v>
                </c:pt>
                <c:pt idx="5648">
                  <c:v>1.0301490179344748</c:v>
                </c:pt>
                <c:pt idx="5649">
                  <c:v>1.0300199892814781</c:v>
                </c:pt>
                <c:pt idx="5650">
                  <c:v>1.0285536853174029</c:v>
                </c:pt>
                <c:pt idx="5651">
                  <c:v>1.0274251925905042</c:v>
                </c:pt>
                <c:pt idx="5652">
                  <c:v>1.0266891196842354</c:v>
                </c:pt>
                <c:pt idx="5653">
                  <c:v>1.0255662148123879</c:v>
                </c:pt>
                <c:pt idx="5654">
                  <c:v>1.0247672785367947</c:v>
                </c:pt>
                <c:pt idx="5655">
                  <c:v>1.0248001706835725</c:v>
                </c:pt>
                <c:pt idx="5656">
                  <c:v>1.0258331618877807</c:v>
                </c:pt>
                <c:pt idx="5657">
                  <c:v>1.0266182555224517</c:v>
                </c:pt>
                <c:pt idx="5658">
                  <c:v>1.0268519294609497</c:v>
                </c:pt>
                <c:pt idx="5659">
                  <c:v>1.0274891989301798</c:v>
                </c:pt>
                <c:pt idx="5660">
                  <c:v>1.0284038292046704</c:v>
                </c:pt>
                <c:pt idx="5661">
                  <c:v>1.028111736781548</c:v>
                </c:pt>
                <c:pt idx="5662">
                  <c:v>1.0265646629126441</c:v>
                </c:pt>
                <c:pt idx="5663">
                  <c:v>1.0258428136374143</c:v>
                </c:pt>
                <c:pt idx="5664">
                  <c:v>1.0259621905407774</c:v>
                </c:pt>
                <c:pt idx="5665">
                  <c:v>1.0276654703576988</c:v>
                </c:pt>
                <c:pt idx="5666">
                  <c:v>1.0281015770450914</c:v>
                </c:pt>
                <c:pt idx="5667">
                  <c:v>1.0270891593072076</c:v>
                </c:pt>
                <c:pt idx="5668">
                  <c:v>1.0270891593072076</c:v>
                </c:pt>
                <c:pt idx="5669">
                  <c:v>1.0275222180736632</c:v>
                </c:pt>
                <c:pt idx="5670">
                  <c:v>1.0279481650245992</c:v>
                </c:pt>
                <c:pt idx="5671">
                  <c:v>1.0294972708407943</c:v>
                </c:pt>
                <c:pt idx="5672">
                  <c:v>1.0312762406943163</c:v>
                </c:pt>
                <c:pt idx="5673">
                  <c:v>1.0313196735676677</c:v>
                </c:pt>
                <c:pt idx="5674">
                  <c:v>1.0318307083114264</c:v>
                </c:pt>
                <c:pt idx="5675">
                  <c:v>1.0313641224146646</c:v>
                </c:pt>
                <c:pt idx="5676">
                  <c:v>1.0305528674586182</c:v>
                </c:pt>
                <c:pt idx="5677">
                  <c:v>1.0289814102222188</c:v>
                </c:pt>
                <c:pt idx="5678">
                  <c:v>1.026831609988037</c:v>
                </c:pt>
                <c:pt idx="5679">
                  <c:v>1.0262499650759058</c:v>
                </c:pt>
                <c:pt idx="5680">
                  <c:v>1.0274135088935794</c:v>
                </c:pt>
                <c:pt idx="5681">
                  <c:v>1.028053064303512</c:v>
                </c:pt>
                <c:pt idx="5682">
                  <c:v>1.0284523419462499</c:v>
                </c:pt>
                <c:pt idx="5683">
                  <c:v>1.0285541933042257</c:v>
                </c:pt>
                <c:pt idx="5684">
                  <c:v>1.0274742133189065</c:v>
                </c:pt>
                <c:pt idx="5685">
                  <c:v>1.0277795133994223</c:v>
                </c:pt>
                <c:pt idx="5686">
                  <c:v>1.0294713635128305</c:v>
                </c:pt>
                <c:pt idx="5687">
                  <c:v>1.0298462577880729</c:v>
                </c:pt>
                <c:pt idx="5688">
                  <c:v>1.030040308754391</c:v>
                </c:pt>
                <c:pt idx="5689">
                  <c:v>1.0313780920522921</c:v>
                </c:pt>
                <c:pt idx="5690">
                  <c:v>1.031950339208201</c:v>
                </c:pt>
                <c:pt idx="5691">
                  <c:v>1.0315284561518474</c:v>
                </c:pt>
                <c:pt idx="5692">
                  <c:v>1.0310250412104309</c:v>
                </c:pt>
                <c:pt idx="5693">
                  <c:v>1.0300306570047573</c:v>
                </c:pt>
                <c:pt idx="5694">
                  <c:v>1.0278966043620827</c:v>
                </c:pt>
                <c:pt idx="5695">
                  <c:v>1.0271849148233094</c:v>
                </c:pt>
                <c:pt idx="5696">
                  <c:v>1.0278539334689658</c:v>
                </c:pt>
                <c:pt idx="5697">
                  <c:v>1.0279773742669116</c:v>
                </c:pt>
                <c:pt idx="5698">
                  <c:v>1.0283926534945684</c:v>
                </c:pt>
                <c:pt idx="5699">
                  <c:v>1.0291012951124048</c:v>
                </c:pt>
                <c:pt idx="5700">
                  <c:v>1.0289400092961589</c:v>
                </c:pt>
                <c:pt idx="5701">
                  <c:v>1.0285282859762617</c:v>
                </c:pt>
                <c:pt idx="5702">
                  <c:v>1.0289552489008436</c:v>
                </c:pt>
                <c:pt idx="5703">
                  <c:v>1.0284017972573791</c:v>
                </c:pt>
                <c:pt idx="5704">
                  <c:v>1.0288152985311561</c:v>
                </c:pt>
                <c:pt idx="5705">
                  <c:v>1.0311792152111574</c:v>
                </c:pt>
                <c:pt idx="5706">
                  <c:v>1.0333020921437297</c:v>
                </c:pt>
                <c:pt idx="5707">
                  <c:v>1.0327730238677608</c:v>
                </c:pt>
                <c:pt idx="5708">
                  <c:v>1.0313394850537576</c:v>
                </c:pt>
                <c:pt idx="5709">
                  <c:v>1.0314073012946043</c:v>
                </c:pt>
                <c:pt idx="5710">
                  <c:v>1.0313854578612232</c:v>
                </c:pt>
                <c:pt idx="5711">
                  <c:v>1.0303110657309549</c:v>
                </c:pt>
                <c:pt idx="5712">
                  <c:v>1.030117014764637</c:v>
                </c:pt>
                <c:pt idx="5713">
                  <c:v>1.0300809477002166</c:v>
                </c:pt>
                <c:pt idx="5714">
                  <c:v>1.0310829517082327</c:v>
                </c:pt>
                <c:pt idx="5715">
                  <c:v>1.0321548039043866</c:v>
                </c:pt>
                <c:pt idx="5716">
                  <c:v>1.0316343714044058</c:v>
                </c:pt>
                <c:pt idx="5717">
                  <c:v>1.0299597928429736</c:v>
                </c:pt>
                <c:pt idx="5718">
                  <c:v>1.0287980269791801</c:v>
                </c:pt>
                <c:pt idx="5719">
                  <c:v>1.0287576420267659</c:v>
                </c:pt>
                <c:pt idx="5720">
                  <c:v>1.02873859252091</c:v>
                </c:pt>
                <c:pt idx="5721">
                  <c:v>1.029177493135828</c:v>
                </c:pt>
                <c:pt idx="5722">
                  <c:v>1.0301101569425288</c:v>
                </c:pt>
                <c:pt idx="5723">
                  <c:v>1.0301601936445768</c:v>
                </c:pt>
                <c:pt idx="5724">
                  <c:v>1.0306928178283055</c:v>
                </c:pt>
                <c:pt idx="5725">
                  <c:v>1.0309252217997464</c:v>
                </c:pt>
                <c:pt idx="5726">
                  <c:v>1.0307758736738368</c:v>
                </c:pt>
                <c:pt idx="5727">
                  <c:v>1.0301373342375499</c:v>
                </c:pt>
                <c:pt idx="5728">
                  <c:v>1.0299633487507334</c:v>
                </c:pt>
                <c:pt idx="5729">
                  <c:v>1.0295770247719773</c:v>
                </c:pt>
                <c:pt idx="5730">
                  <c:v>1.029443932224398</c:v>
                </c:pt>
                <c:pt idx="5731">
                  <c:v>1.030221406056727</c:v>
                </c:pt>
                <c:pt idx="5732">
                  <c:v>1.0312300138934396</c:v>
                </c:pt>
                <c:pt idx="5733">
                  <c:v>1.0315198203758595</c:v>
                </c:pt>
                <c:pt idx="5734">
                  <c:v>1.031056028406623</c:v>
                </c:pt>
                <c:pt idx="5735">
                  <c:v>1.03161532189855</c:v>
                </c:pt>
                <c:pt idx="5736">
                  <c:v>1.0325744010200375</c:v>
                </c:pt>
                <c:pt idx="5737">
                  <c:v>1.0329482793216345</c:v>
                </c:pt>
                <c:pt idx="5738">
                  <c:v>1.0328189966752261</c:v>
                </c:pt>
                <c:pt idx="5739">
                  <c:v>1.0333008221766726</c:v>
                </c:pt>
                <c:pt idx="5740">
                  <c:v>1.0343584507417878</c:v>
                </c:pt>
                <c:pt idx="5741">
                  <c:v>1.0337989032564496</c:v>
                </c:pt>
                <c:pt idx="5742">
                  <c:v>1.0340848998376981</c:v>
                </c:pt>
                <c:pt idx="5743">
                  <c:v>1.0353436911846507</c:v>
                </c:pt>
                <c:pt idx="5744">
                  <c:v>1.0350320412688494</c:v>
                </c:pt>
                <c:pt idx="5745">
                  <c:v>1.033746580613699</c:v>
                </c:pt>
                <c:pt idx="5746">
                  <c:v>1.0321662336079003</c:v>
                </c:pt>
                <c:pt idx="5747">
                  <c:v>1.0310847296621126</c:v>
                </c:pt>
                <c:pt idx="5748">
                  <c:v>1.0316417372133366</c:v>
                </c:pt>
                <c:pt idx="5749">
                  <c:v>1.0333371432345044</c:v>
                </c:pt>
                <c:pt idx="5750">
                  <c:v>1.034766618153925</c:v>
                </c:pt>
                <c:pt idx="5751">
                  <c:v>1.0349710828501109</c:v>
                </c:pt>
                <c:pt idx="5752">
                  <c:v>1.0357015679013286</c:v>
                </c:pt>
                <c:pt idx="5753">
                  <c:v>1.0355913347607764</c:v>
                </c:pt>
                <c:pt idx="5754">
                  <c:v>1.0361856793434778</c:v>
                </c:pt>
                <c:pt idx="5755">
                  <c:v>1.0356566110675089</c:v>
                </c:pt>
                <c:pt idx="5756">
                  <c:v>1.0355621255184642</c:v>
                </c:pt>
                <c:pt idx="5757">
                  <c:v>1.0374853636296675</c:v>
                </c:pt>
                <c:pt idx="5758">
                  <c:v>1.0390514870044272</c:v>
                </c:pt>
                <c:pt idx="5759">
                  <c:v>1.0391464805402948</c:v>
                </c:pt>
                <c:pt idx="5760">
                  <c:v>1.037505429109169</c:v>
                </c:pt>
                <c:pt idx="5761">
                  <c:v>1.036326645686811</c:v>
                </c:pt>
                <c:pt idx="5762">
                  <c:v>1.0369428337028936</c:v>
                </c:pt>
                <c:pt idx="5763">
                  <c:v>1.0365948627292607</c:v>
                </c:pt>
                <c:pt idx="5764">
                  <c:v>1.0363284236406907</c:v>
                </c:pt>
                <c:pt idx="5765">
                  <c:v>1.0373819883112232</c:v>
                </c:pt>
                <c:pt idx="5766">
                  <c:v>1.0397740982598911</c:v>
                </c:pt>
                <c:pt idx="5767">
                  <c:v>1.0407946437869402</c:v>
                </c:pt>
                <c:pt idx="5768">
                  <c:v>1.0405652877364362</c:v>
                </c:pt>
                <c:pt idx="5769">
                  <c:v>1.0398566461185996</c:v>
                </c:pt>
                <c:pt idx="5770">
                  <c:v>1.0387228195300613</c:v>
                </c:pt>
                <c:pt idx="5771">
                  <c:v>1.0369870285564793</c:v>
                </c:pt>
                <c:pt idx="5772">
                  <c:v>1.0355613635382299</c:v>
                </c:pt>
                <c:pt idx="5773">
                  <c:v>1.0361892352512376</c:v>
                </c:pt>
                <c:pt idx="5774">
                  <c:v>1.0368115191091942</c:v>
                </c:pt>
                <c:pt idx="5775">
                  <c:v>1.0368851771985035</c:v>
                </c:pt>
                <c:pt idx="5776">
                  <c:v>1.036818122937891</c:v>
                </c:pt>
                <c:pt idx="5777">
                  <c:v>1.0379918264920207</c:v>
                </c:pt>
                <c:pt idx="5778">
                  <c:v>1.0390740924180426</c:v>
                </c:pt>
                <c:pt idx="5779">
                  <c:v>1.0394172375168589</c:v>
                </c:pt>
                <c:pt idx="5780">
                  <c:v>1.0390740924180426</c:v>
                </c:pt>
                <c:pt idx="5781">
                  <c:v>1.0395871591090926</c:v>
                </c:pt>
                <c:pt idx="5782">
                  <c:v>1.0401307050095121</c:v>
                </c:pt>
                <c:pt idx="5783">
                  <c:v>1.0413341257927768</c:v>
                </c:pt>
                <c:pt idx="5784">
                  <c:v>1.0428283690321074</c:v>
                </c:pt>
                <c:pt idx="5785">
                  <c:v>1.0428128754340111</c:v>
                </c:pt>
                <c:pt idx="5786">
                  <c:v>1.042572851660228</c:v>
                </c:pt>
                <c:pt idx="5787">
                  <c:v>1.0431329071323889</c:v>
                </c:pt>
                <c:pt idx="5788">
                  <c:v>1.0446741391528305</c:v>
                </c:pt>
                <c:pt idx="5789">
                  <c:v>1.0451638384500306</c:v>
                </c:pt>
                <c:pt idx="5790">
                  <c:v>1.0441587865210777</c:v>
                </c:pt>
                <c:pt idx="5791">
                  <c:v>1.0441735181389395</c:v>
                </c:pt>
                <c:pt idx="5792">
                  <c:v>1.0448707300532625</c:v>
                </c:pt>
                <c:pt idx="5793">
                  <c:v>1.0451907617516403</c:v>
                </c:pt>
                <c:pt idx="5794">
                  <c:v>1.0444496089771431</c:v>
                </c:pt>
                <c:pt idx="5795">
                  <c:v>1.0448880016052384</c:v>
                </c:pt>
                <c:pt idx="5796">
                  <c:v>1.0452999789185469</c:v>
                </c:pt>
                <c:pt idx="5797">
                  <c:v>1.0449057811440372</c:v>
                </c:pt>
                <c:pt idx="5798">
                  <c:v>1.045352555554709</c:v>
                </c:pt>
                <c:pt idx="5799">
                  <c:v>1.0462753136183647</c:v>
                </c:pt>
                <c:pt idx="5800">
                  <c:v>1.0460022707010981</c:v>
                </c:pt>
                <c:pt idx="5801">
                  <c:v>1.0455450825605583</c:v>
                </c:pt>
                <c:pt idx="5802">
                  <c:v>1.0451841579229435</c:v>
                </c:pt>
                <c:pt idx="5803">
                  <c:v>1.0434641145408687</c:v>
                </c:pt>
                <c:pt idx="5804">
                  <c:v>1.0425101152876095</c:v>
                </c:pt>
                <c:pt idx="5805">
                  <c:v>1.0439875949617867</c:v>
                </c:pt>
                <c:pt idx="5806">
                  <c:v>1.0465707079558357</c:v>
                </c:pt>
                <c:pt idx="5807">
                  <c:v>1.0475821097200739</c:v>
                </c:pt>
                <c:pt idx="5808">
                  <c:v>1.0476471320333951</c:v>
                </c:pt>
                <c:pt idx="5809">
                  <c:v>1.0478526127032264</c:v>
                </c:pt>
                <c:pt idx="5810">
                  <c:v>1.0483786330582585</c:v>
                </c:pt>
                <c:pt idx="5811">
                  <c:v>1.0489282748005517</c:v>
                </c:pt>
                <c:pt idx="5812">
                  <c:v>1.0487278739989485</c:v>
                </c:pt>
                <c:pt idx="5813">
                  <c:v>1.0497199722639194</c:v>
                </c:pt>
                <c:pt idx="5814">
                  <c:v>1.0490677171834162</c:v>
                </c:pt>
                <c:pt idx="5815">
                  <c:v>1.0483623774799282</c:v>
                </c:pt>
                <c:pt idx="5816">
                  <c:v>1.0489264968466718</c:v>
                </c:pt>
                <c:pt idx="5817">
                  <c:v>1.0489811054301252</c:v>
                </c:pt>
                <c:pt idx="5818">
                  <c:v>1.0503397161877621</c:v>
                </c:pt>
                <c:pt idx="5819">
                  <c:v>1.0533048352725731</c:v>
                </c:pt>
                <c:pt idx="5820">
                  <c:v>1.0555915379555054</c:v>
                </c:pt>
                <c:pt idx="5821">
                  <c:v>1.0561693729664652</c:v>
                </c:pt>
                <c:pt idx="5822">
                  <c:v>1.0581248682409179</c:v>
                </c:pt>
                <c:pt idx="5823">
                  <c:v>1.0611504377576446</c:v>
                </c:pt>
                <c:pt idx="5824">
                  <c:v>1.0621178986617088</c:v>
                </c:pt>
                <c:pt idx="5825">
                  <c:v>1.0623398889032818</c:v>
                </c:pt>
                <c:pt idx="5826">
                  <c:v>1.0647035515898717</c:v>
                </c:pt>
                <c:pt idx="5827">
                  <c:v>1.067415439243506</c:v>
                </c:pt>
                <c:pt idx="5828">
                  <c:v>1.0679734627683759</c:v>
                </c:pt>
                <c:pt idx="5829">
                  <c:v>1.0685505357991014</c:v>
                </c:pt>
                <c:pt idx="5830">
                  <c:v>1.0712967125632762</c:v>
                </c:pt>
                <c:pt idx="5831">
                  <c:v>1.0738805875375592</c:v>
                </c:pt>
                <c:pt idx="5832">
                  <c:v>1.075736009407916</c:v>
                </c:pt>
                <c:pt idx="5833">
                  <c:v>1.0766686732146169</c:v>
                </c:pt>
                <c:pt idx="5834">
                  <c:v>1.0781954276106078</c:v>
                </c:pt>
                <c:pt idx="5835">
                  <c:v>1.0811653725702355</c:v>
                </c:pt>
                <c:pt idx="5836">
                  <c:v>1.0812827175263073</c:v>
                </c:pt>
                <c:pt idx="5837">
                  <c:v>1.0794913019956263</c:v>
                </c:pt>
                <c:pt idx="5838">
                  <c:v>1.0785378107291896</c:v>
                </c:pt>
                <c:pt idx="5839">
                  <c:v>1.0790755147811466</c:v>
                </c:pt>
                <c:pt idx="5840">
                  <c:v>1.0802415985329341</c:v>
                </c:pt>
                <c:pt idx="5841">
                  <c:v>1.0802131512708559</c:v>
                </c:pt>
                <c:pt idx="5842">
                  <c:v>1.0794018963148095</c:v>
                </c:pt>
                <c:pt idx="5843">
                  <c:v>1.0789624877130688</c:v>
                </c:pt>
                <c:pt idx="5844">
                  <c:v>1.0768192913075834</c:v>
                </c:pt>
                <c:pt idx="5845">
                  <c:v>1.0749765691077973</c:v>
                </c:pt>
                <c:pt idx="5846">
                  <c:v>1.0746786348362123</c:v>
                </c:pt>
                <c:pt idx="5847">
                  <c:v>1.0753087924899227</c:v>
                </c:pt>
                <c:pt idx="5848">
                  <c:v>1.0764167117504972</c:v>
                </c:pt>
                <c:pt idx="5849">
                  <c:v>1.0761421448727619</c:v>
                </c:pt>
                <c:pt idx="5850">
                  <c:v>1.0759658734452429</c:v>
                </c:pt>
                <c:pt idx="5851">
                  <c:v>1.0758020476948829</c:v>
                </c:pt>
                <c:pt idx="5852">
                  <c:v>1.0754395990967995</c:v>
                </c:pt>
                <c:pt idx="5853">
                  <c:v>1.076216310948894</c:v>
                </c:pt>
                <c:pt idx="5854">
                  <c:v>1.0767072802131512</c:v>
                </c:pt>
                <c:pt idx="5855">
                  <c:v>1.0764730982878303</c:v>
                </c:pt>
                <c:pt idx="5856">
                  <c:v>1.0768426587014333</c:v>
                </c:pt>
                <c:pt idx="5857">
                  <c:v>1.0773592813002431</c:v>
                </c:pt>
                <c:pt idx="5858">
                  <c:v>1.0781814579729803</c:v>
                </c:pt>
                <c:pt idx="5859">
                  <c:v>1.0767471571787428</c:v>
                </c:pt>
                <c:pt idx="5860">
                  <c:v>1.0745587499460263</c:v>
                </c:pt>
                <c:pt idx="5861">
                  <c:v>1.0746613632842363</c:v>
                </c:pt>
                <c:pt idx="5862">
                  <c:v>1.074789629956999</c:v>
                </c:pt>
                <c:pt idx="5863">
                  <c:v>1.0747147019006327</c:v>
                </c:pt>
                <c:pt idx="5864">
                  <c:v>1.0743931462417864</c:v>
                </c:pt>
                <c:pt idx="5865">
                  <c:v>1.0753865144738146</c:v>
                </c:pt>
                <c:pt idx="5866">
                  <c:v>1.0760514692248884</c:v>
                </c:pt>
                <c:pt idx="5867">
                  <c:v>1.0755371325667813</c:v>
                </c:pt>
                <c:pt idx="5868">
                  <c:v>1.0756780989101142</c:v>
                </c:pt>
                <c:pt idx="5869">
                  <c:v>1.0761769419701253</c:v>
                </c:pt>
                <c:pt idx="5870">
                  <c:v>1.0761845617724677</c:v>
                </c:pt>
                <c:pt idx="5871">
                  <c:v>1.075342319620229</c:v>
                </c:pt>
                <c:pt idx="5872">
                  <c:v>1.0751929714943194</c:v>
                </c:pt>
                <c:pt idx="5873">
                  <c:v>1.0766544495835777</c:v>
                </c:pt>
                <c:pt idx="5874">
                  <c:v>1.0771667542943937</c:v>
                </c:pt>
                <c:pt idx="5875">
                  <c:v>1.0767222658244244</c:v>
                </c:pt>
                <c:pt idx="5876">
                  <c:v>1.0764758922153559</c:v>
                </c:pt>
                <c:pt idx="5877">
                  <c:v>1.0770417895359794</c:v>
                </c:pt>
                <c:pt idx="5878">
                  <c:v>1.0778532984854372</c:v>
                </c:pt>
                <c:pt idx="5879">
                  <c:v>1.0785761637343128</c:v>
                </c:pt>
                <c:pt idx="5880">
                  <c:v>1.0782429243785416</c:v>
                </c:pt>
                <c:pt idx="5881">
                  <c:v>1.0784984417504211</c:v>
                </c:pt>
                <c:pt idx="5882">
                  <c:v>1.0792256248872905</c:v>
                </c:pt>
                <c:pt idx="5883">
                  <c:v>1.0791108198653327</c:v>
                </c:pt>
                <c:pt idx="5884">
                  <c:v>1.0802769036171203</c:v>
                </c:pt>
                <c:pt idx="5885">
                  <c:v>1.0804092341844653</c:v>
                </c:pt>
                <c:pt idx="5886">
                  <c:v>1.079283535385092</c:v>
                </c:pt>
                <c:pt idx="5887">
                  <c:v>1.0795042556596082</c:v>
                </c:pt>
                <c:pt idx="5888">
                  <c:v>1.0815463626873518</c:v>
                </c:pt>
                <c:pt idx="5889">
                  <c:v>1.0830395899530365</c:v>
                </c:pt>
                <c:pt idx="5890">
                  <c:v>1.0836164089903508</c:v>
                </c:pt>
                <c:pt idx="5891">
                  <c:v>1.0842615522553345</c:v>
                </c:pt>
                <c:pt idx="5892">
                  <c:v>1.0856105112633379</c:v>
                </c:pt>
                <c:pt idx="5893">
                  <c:v>1.0871100883643079</c:v>
                </c:pt>
                <c:pt idx="5894">
                  <c:v>1.0877819009374896</c:v>
                </c:pt>
                <c:pt idx="5895">
                  <c:v>1.0884344100114043</c:v>
                </c:pt>
                <c:pt idx="5896">
                  <c:v>1.0892756361899973</c:v>
                </c:pt>
                <c:pt idx="5897">
                  <c:v>1.0905019163802891</c:v>
                </c:pt>
                <c:pt idx="5898">
                  <c:v>1.0918943082616437</c:v>
                </c:pt>
                <c:pt idx="5899">
                  <c:v>1.0920832793597335</c:v>
                </c:pt>
                <c:pt idx="5900">
                  <c:v>1.090106194645311</c:v>
                </c:pt>
                <c:pt idx="5901">
                  <c:v>1.0896241151504531</c:v>
                </c:pt>
                <c:pt idx="5902">
                  <c:v>1.0903098973612624</c:v>
                </c:pt>
                <c:pt idx="5903">
                  <c:v>1.0909941556116034</c:v>
                </c:pt>
                <c:pt idx="5904">
                  <c:v>1.0922305955383518</c:v>
                </c:pt>
                <c:pt idx="5905">
                  <c:v>1.0932960978992206</c:v>
                </c:pt>
                <c:pt idx="5906">
                  <c:v>1.0952340676282857</c:v>
                </c:pt>
                <c:pt idx="5907">
                  <c:v>1.0978552796340464</c:v>
                </c:pt>
                <c:pt idx="5908">
                  <c:v>1.0983492968192405</c:v>
                </c:pt>
                <c:pt idx="5909">
                  <c:v>1.0982068065154389</c:v>
                </c:pt>
                <c:pt idx="5910">
                  <c:v>1.0984983909517387</c:v>
                </c:pt>
                <c:pt idx="5911">
                  <c:v>1.0986050681845312</c:v>
                </c:pt>
                <c:pt idx="5912">
                  <c:v>1.0984516561640392</c:v>
                </c:pt>
                <c:pt idx="5913">
                  <c:v>1.0981887729832289</c:v>
                </c:pt>
                <c:pt idx="5914">
                  <c:v>1.1002306260175612</c:v>
                </c:pt>
                <c:pt idx="5915">
                  <c:v>1.1019422876170593</c:v>
                </c:pt>
                <c:pt idx="5916">
                  <c:v>1.1025752391982953</c:v>
                </c:pt>
                <c:pt idx="5917">
                  <c:v>1.1035216186492123</c:v>
                </c:pt>
                <c:pt idx="5918">
                  <c:v>1.103643281493278</c:v>
                </c:pt>
                <c:pt idx="5919">
                  <c:v>1.1038302206440764</c:v>
                </c:pt>
                <c:pt idx="5920">
                  <c:v>1.1049988443299781</c:v>
                </c:pt>
                <c:pt idx="5921">
                  <c:v>1.1066531034184974</c:v>
                </c:pt>
                <c:pt idx="5922">
                  <c:v>1.1080122221629571</c:v>
                </c:pt>
                <c:pt idx="5923">
                  <c:v>1.1095288168224917</c:v>
                </c:pt>
                <c:pt idx="5924">
                  <c:v>1.1098358948568874</c:v>
                </c:pt>
                <c:pt idx="5925">
                  <c:v>1.110360391251451</c:v>
                </c:pt>
                <c:pt idx="5926">
                  <c:v>1.1116991905229978</c:v>
                </c:pt>
                <c:pt idx="5927">
                  <c:v>1.1119051791796521</c:v>
                </c:pt>
                <c:pt idx="5928">
                  <c:v>1.1131677804277758</c:v>
                </c:pt>
                <c:pt idx="5929">
                  <c:v>1.1150630792637239</c:v>
                </c:pt>
                <c:pt idx="5930">
                  <c:v>1.1160953084876979</c:v>
                </c:pt>
                <c:pt idx="5931">
                  <c:v>1.1163833370162377</c:v>
                </c:pt>
                <c:pt idx="5932">
                  <c:v>1.1161143579935537</c:v>
                </c:pt>
                <c:pt idx="5933">
                  <c:v>1.1155723360536027</c:v>
                </c:pt>
                <c:pt idx="5934">
                  <c:v>1.1169162151933778</c:v>
                </c:pt>
                <c:pt idx="5935">
                  <c:v>1.1198297736156724</c:v>
                </c:pt>
                <c:pt idx="5936">
                  <c:v>1.1218843263205753</c:v>
                </c:pt>
                <c:pt idx="5937">
                  <c:v>1.1227992105884774</c:v>
                </c:pt>
                <c:pt idx="5938">
                  <c:v>1.1231977262509811</c:v>
                </c:pt>
                <c:pt idx="5939">
                  <c:v>1.1233839034215451</c:v>
                </c:pt>
                <c:pt idx="5940">
                  <c:v>1.1228307057714924</c:v>
                </c:pt>
                <c:pt idx="5941">
                  <c:v>1.1234761030298874</c:v>
                </c:pt>
                <c:pt idx="5942">
                  <c:v>1.1245484632128642</c:v>
                </c:pt>
                <c:pt idx="5943">
                  <c:v>1.1250871832384668</c:v>
                </c:pt>
                <c:pt idx="5944">
                  <c:v>1.1258740548270179</c:v>
                </c:pt>
                <c:pt idx="5945">
                  <c:v>1.1272212358811413</c:v>
                </c:pt>
                <c:pt idx="5946">
                  <c:v>1.1288384119315944</c:v>
                </c:pt>
                <c:pt idx="5947">
                  <c:v>1.1303044619022582</c:v>
                </c:pt>
                <c:pt idx="5948">
                  <c:v>1.1300169413605412</c:v>
                </c:pt>
                <c:pt idx="5949">
                  <c:v>1.12958108866656</c:v>
                </c:pt>
                <c:pt idx="5950">
                  <c:v>1.1289707424989395</c:v>
                </c:pt>
                <c:pt idx="5951">
                  <c:v>1.1293456367741821</c:v>
                </c:pt>
                <c:pt idx="5952">
                  <c:v>1.1326295175903138</c:v>
                </c:pt>
                <c:pt idx="5953">
                  <c:v>1.1358709815067396</c:v>
                </c:pt>
                <c:pt idx="5954">
                  <c:v>1.1348821851561171</c:v>
                </c:pt>
                <c:pt idx="5955">
                  <c:v>1.1352746049767468</c:v>
                </c:pt>
                <c:pt idx="5956">
                  <c:v>1.1372262903500283</c:v>
                </c:pt>
                <c:pt idx="5957">
                  <c:v>1.1376850024510365</c:v>
                </c:pt>
                <c:pt idx="5958">
                  <c:v>1.1386087764883379</c:v>
                </c:pt>
                <c:pt idx="5959">
                  <c:v>1.1406940623960216</c:v>
                </c:pt>
                <c:pt idx="5960">
                  <c:v>1.1430706787465934</c:v>
                </c:pt>
                <c:pt idx="5961">
                  <c:v>1.1456626815100417</c:v>
                </c:pt>
                <c:pt idx="5962">
                  <c:v>1.1467789825531924</c:v>
                </c:pt>
                <c:pt idx="5963">
                  <c:v>1.1465928053826284</c:v>
                </c:pt>
                <c:pt idx="5964">
                  <c:v>1.1469803993284415</c:v>
                </c:pt>
                <c:pt idx="5965">
                  <c:v>1.1479343985817008</c:v>
                </c:pt>
                <c:pt idx="5966">
                  <c:v>1.1483369781387871</c:v>
                </c:pt>
                <c:pt idx="5967">
                  <c:v>1.1499848873920211</c:v>
                </c:pt>
                <c:pt idx="5968">
                  <c:v>1.1503633375750233</c:v>
                </c:pt>
                <c:pt idx="5969">
                  <c:v>1.1510402300164333</c:v>
                </c:pt>
                <c:pt idx="5970">
                  <c:v>1.1519434305874106</c:v>
                </c:pt>
                <c:pt idx="5971">
                  <c:v>1.1518443731569603</c:v>
                </c:pt>
                <c:pt idx="5972">
                  <c:v>1.1520876988450919</c:v>
                </c:pt>
                <c:pt idx="5973">
                  <c:v>1.1545829301187926</c:v>
                </c:pt>
                <c:pt idx="5974">
                  <c:v>1.1582381493024072</c:v>
                </c:pt>
                <c:pt idx="5975">
                  <c:v>1.1588139523660757</c:v>
                </c:pt>
                <c:pt idx="5976">
                  <c:v>1.1582594847489656</c:v>
                </c:pt>
                <c:pt idx="5977">
                  <c:v>1.157456103588673</c:v>
                </c:pt>
                <c:pt idx="5978">
                  <c:v>1.159401947113492</c:v>
                </c:pt>
                <c:pt idx="5979">
                  <c:v>1.1630787557370761</c:v>
                </c:pt>
                <c:pt idx="5980">
                  <c:v>1.1662470695510159</c:v>
                </c:pt>
                <c:pt idx="5981">
                  <c:v>1.1688304365384763</c:v>
                </c:pt>
                <c:pt idx="5982">
                  <c:v>1.1696142602060902</c:v>
                </c:pt>
                <c:pt idx="5983">
                  <c:v>1.1689114604367163</c:v>
                </c:pt>
                <c:pt idx="5984">
                  <c:v>1.168266063178321</c:v>
                </c:pt>
                <c:pt idx="5985">
                  <c:v>1.1683359113664591</c:v>
                </c:pt>
                <c:pt idx="5986">
                  <c:v>1.1707960915493851</c:v>
                </c:pt>
                <c:pt idx="5987">
                  <c:v>1.1723985359819766</c:v>
                </c:pt>
                <c:pt idx="5988">
                  <c:v>1.1755742156048472</c:v>
                </c:pt>
                <c:pt idx="5989">
                  <c:v>1.1787900261867208</c:v>
                </c:pt>
                <c:pt idx="5990">
                  <c:v>1.1786754751581745</c:v>
                </c:pt>
                <c:pt idx="5991">
                  <c:v>1.1782543540820551</c:v>
                </c:pt>
                <c:pt idx="5992">
                  <c:v>1.1789596937855431</c:v>
                </c:pt>
                <c:pt idx="5993">
                  <c:v>1.1795868035183168</c:v>
                </c:pt>
                <c:pt idx="5994">
                  <c:v>1.1799893830754029</c:v>
                </c:pt>
                <c:pt idx="5995">
                  <c:v>1.1818107698286306</c:v>
                </c:pt>
                <c:pt idx="5996">
                  <c:v>1.1837916644442243</c:v>
                </c:pt>
                <c:pt idx="5997">
                  <c:v>1.1836501901140684</c:v>
                </c:pt>
                <c:pt idx="5998">
                  <c:v>1.1837530574456898</c:v>
                </c:pt>
                <c:pt idx="5999">
                  <c:v>1.1853638836608578</c:v>
                </c:pt>
                <c:pt idx="6000">
                  <c:v>1.1873287766915326</c:v>
                </c:pt>
                <c:pt idx="6001">
                  <c:v>1.1895362334301047</c:v>
                </c:pt>
                <c:pt idx="6002">
                  <c:v>1.1908605550772013</c:v>
                </c:pt>
                <c:pt idx="6003">
                  <c:v>1.1911640772038372</c:v>
                </c:pt>
                <c:pt idx="6004">
                  <c:v>1.191789408982731</c:v>
                </c:pt>
                <c:pt idx="6005">
                  <c:v>1.1929859719438878</c:v>
                </c:pt>
                <c:pt idx="6006">
                  <c:v>1.194554889246173</c:v>
                </c:pt>
                <c:pt idx="6007">
                  <c:v>1.195394337470886</c:v>
                </c:pt>
                <c:pt idx="6008">
                  <c:v>1.1974831792863294</c:v>
                </c:pt>
                <c:pt idx="6009">
                  <c:v>1.1981730253917213</c:v>
                </c:pt>
                <c:pt idx="6010">
                  <c:v>1.1982393176720996</c:v>
                </c:pt>
                <c:pt idx="6011">
                  <c:v>1.1982164582650725</c:v>
                </c:pt>
                <c:pt idx="6012">
                  <c:v>1.1996545689604812</c:v>
                </c:pt>
                <c:pt idx="6013">
                  <c:v>1.2012798728000995</c:v>
                </c:pt>
                <c:pt idx="6014">
                  <c:v>1.2020550606917257</c:v>
                </c:pt>
                <c:pt idx="6015">
                  <c:v>1.203362618773669</c:v>
                </c:pt>
                <c:pt idx="6016">
                  <c:v>1.2056531313577725</c:v>
                </c:pt>
                <c:pt idx="6017">
                  <c:v>1.2081315990663202</c:v>
                </c:pt>
                <c:pt idx="6018">
                  <c:v>1.208889261412559</c:v>
                </c:pt>
                <c:pt idx="6019">
                  <c:v>1.209925300537704</c:v>
                </c:pt>
                <c:pt idx="6020">
                  <c:v>1.2118203453802407</c:v>
                </c:pt>
                <c:pt idx="6021">
                  <c:v>1.213512957473883</c:v>
                </c:pt>
                <c:pt idx="6022">
                  <c:v>1.2143087188318336</c:v>
                </c:pt>
                <c:pt idx="6023">
                  <c:v>1.2156713934840531</c:v>
                </c:pt>
                <c:pt idx="6024">
                  <c:v>1.2185689503214285</c:v>
                </c:pt>
                <c:pt idx="6025">
                  <c:v>1.2203164249919358</c:v>
                </c:pt>
                <c:pt idx="6026">
                  <c:v>1.2211982901163543</c:v>
                </c:pt>
                <c:pt idx="6027">
                  <c:v>1.220942772744475</c:v>
                </c:pt>
                <c:pt idx="6028">
                  <c:v>1.2215574368000894</c:v>
                </c:pt>
                <c:pt idx="6029">
                  <c:v>1.2235502691060194</c:v>
                </c:pt>
                <c:pt idx="6030">
                  <c:v>1.2248898303578004</c:v>
                </c:pt>
                <c:pt idx="6031">
                  <c:v>1.2261460817706389</c:v>
                </c:pt>
                <c:pt idx="6032">
                  <c:v>1.2283837637251689</c:v>
                </c:pt>
                <c:pt idx="6033">
                  <c:v>1.23062703353475</c:v>
                </c:pt>
                <c:pt idx="6034">
                  <c:v>1.2304883531321198</c:v>
                </c:pt>
                <c:pt idx="6035">
                  <c:v>1.2315863666496492</c:v>
                </c:pt>
                <c:pt idx="6036">
                  <c:v>1.2349045365763212</c:v>
                </c:pt>
                <c:pt idx="6037">
                  <c:v>1.2374586943214694</c:v>
                </c:pt>
                <c:pt idx="6038">
                  <c:v>1.2376611270703637</c:v>
                </c:pt>
                <c:pt idx="6039">
                  <c:v>1.2389775749217065</c:v>
                </c:pt>
                <c:pt idx="6040">
                  <c:v>1.241501761444308</c:v>
                </c:pt>
                <c:pt idx="6041">
                  <c:v>1.2412439581317261</c:v>
                </c:pt>
                <c:pt idx="6042">
                  <c:v>1.2411791898118163</c:v>
                </c:pt>
                <c:pt idx="6043">
                  <c:v>1.2410623528425673</c:v>
                </c:pt>
                <c:pt idx="6044">
                  <c:v>1.2430407075240468</c:v>
                </c:pt>
                <c:pt idx="6045">
                  <c:v>1.2454462791235195</c:v>
                </c:pt>
                <c:pt idx="6046">
                  <c:v>1.2463276362611153</c:v>
                </c:pt>
                <c:pt idx="6047">
                  <c:v>1.2486194188122761</c:v>
                </c:pt>
                <c:pt idx="6048">
                  <c:v>1.2502868855581886</c:v>
                </c:pt>
                <c:pt idx="6049">
                  <c:v>1.2505830418758936</c:v>
                </c:pt>
                <c:pt idx="6050">
                  <c:v>1.2513663575566849</c:v>
                </c:pt>
                <c:pt idx="6051">
                  <c:v>1.2527137926042198</c:v>
                </c:pt>
                <c:pt idx="6052">
                  <c:v>1.2536632199760738</c:v>
                </c:pt>
                <c:pt idx="6053">
                  <c:v>1.2529246071356908</c:v>
                </c:pt>
                <c:pt idx="6054">
                  <c:v>1.2522543185229775</c:v>
                </c:pt>
                <c:pt idx="6055">
                  <c:v>1.252168722743332</c:v>
                </c:pt>
                <c:pt idx="6056">
                  <c:v>1.2543642417915679</c:v>
                </c:pt>
                <c:pt idx="6057">
                  <c:v>1.2575696386435735</c:v>
                </c:pt>
                <c:pt idx="6058">
                  <c:v>1.2605108823477118</c:v>
                </c:pt>
                <c:pt idx="6059">
                  <c:v>1.2627561841045845</c:v>
                </c:pt>
                <c:pt idx="6060">
                  <c:v>1.2648846488922076</c:v>
                </c:pt>
                <c:pt idx="6061">
                  <c:v>1.2660860377281813</c:v>
                </c:pt>
                <c:pt idx="6062">
                  <c:v>1.2648541696828384</c:v>
                </c:pt>
                <c:pt idx="6063">
                  <c:v>1.2658295043826562</c:v>
                </c:pt>
                <c:pt idx="6064">
                  <c:v>1.2697613223912971</c:v>
                </c:pt>
                <c:pt idx="6065">
                  <c:v>1.2723926941335142</c:v>
                </c:pt>
                <c:pt idx="6066">
                  <c:v>1.2745414783940505</c:v>
                </c:pt>
                <c:pt idx="6067">
                  <c:v>1.2751002638991544</c:v>
                </c:pt>
                <c:pt idx="6068">
                  <c:v>1.2737617186210191</c:v>
                </c:pt>
                <c:pt idx="6069">
                  <c:v>1.2742747853120691</c:v>
                </c:pt>
                <c:pt idx="6070">
                  <c:v>1.2773963643383091</c:v>
                </c:pt>
                <c:pt idx="6071">
                  <c:v>1.2806906588843086</c:v>
                </c:pt>
                <c:pt idx="6072">
                  <c:v>1.2823593955972783</c:v>
                </c:pt>
                <c:pt idx="6073">
                  <c:v>1.2827454655826227</c:v>
                </c:pt>
                <c:pt idx="6074">
                  <c:v>1.2841068702677854</c:v>
                </c:pt>
                <c:pt idx="6075">
                  <c:v>1.2853184188402151</c:v>
                </c:pt>
                <c:pt idx="6076">
                  <c:v>1.2865223476103029</c:v>
                </c:pt>
                <c:pt idx="6077">
                  <c:v>1.286804280296969</c:v>
                </c:pt>
                <c:pt idx="6078">
                  <c:v>1.2858264056630371</c:v>
                </c:pt>
                <c:pt idx="6079">
                  <c:v>1.2873833852749859</c:v>
                </c:pt>
                <c:pt idx="6080">
                  <c:v>1.2902154118122175</c:v>
                </c:pt>
                <c:pt idx="6081">
                  <c:v>1.2912110659849483</c:v>
                </c:pt>
                <c:pt idx="6082">
                  <c:v>1.2924073749526936</c:v>
                </c:pt>
                <c:pt idx="6083">
                  <c:v>1.2950260470243402</c:v>
                </c:pt>
                <c:pt idx="6084">
                  <c:v>1.2973831058822334</c:v>
                </c:pt>
                <c:pt idx="6085">
                  <c:v>1.2989350056259541</c:v>
                </c:pt>
                <c:pt idx="6086">
                  <c:v>1.3000627363726185</c:v>
                </c:pt>
                <c:pt idx="6087">
                  <c:v>1.3031182771118917</c:v>
                </c:pt>
                <c:pt idx="6088">
                  <c:v>1.3036770626169958</c:v>
                </c:pt>
                <c:pt idx="6089">
                  <c:v>1.3034002097985578</c:v>
                </c:pt>
                <c:pt idx="6090">
                  <c:v>1.3050638666432992</c:v>
                </c:pt>
                <c:pt idx="6091">
                  <c:v>1.3075885611527238</c:v>
                </c:pt>
                <c:pt idx="6092">
                  <c:v>1.3082768832976472</c:v>
                </c:pt>
                <c:pt idx="6093">
                  <c:v>1.3080813083708609</c:v>
                </c:pt>
                <c:pt idx="6094">
                  <c:v>1.3093538153620294</c:v>
                </c:pt>
                <c:pt idx="6095">
                  <c:v>1.3104383672287541</c:v>
                </c:pt>
                <c:pt idx="6096">
                  <c:v>1.3115914973165597</c:v>
                </c:pt>
                <c:pt idx="6097">
                  <c:v>1.3125465125434645</c:v>
                </c:pt>
                <c:pt idx="6098">
                  <c:v>1.3128767039782989</c:v>
                </c:pt>
                <c:pt idx="6099">
                  <c:v>1.3146190987805777</c:v>
                </c:pt>
                <c:pt idx="6100">
                  <c:v>1.3165037298932465</c:v>
                </c:pt>
                <c:pt idx="6101">
                  <c:v>1.3179946712182287</c:v>
                </c:pt>
                <c:pt idx="6102">
                  <c:v>1.3199885194978043</c:v>
                </c:pt>
                <c:pt idx="6103">
                  <c:v>1.321286425830114</c:v>
                </c:pt>
                <c:pt idx="6104">
                  <c:v>1.3235215678505299</c:v>
                </c:pt>
                <c:pt idx="6105">
                  <c:v>1.3260767415693238</c:v>
                </c:pt>
                <c:pt idx="6106">
                  <c:v>1.3275880023672186</c:v>
                </c:pt>
                <c:pt idx="6107">
                  <c:v>1.3295793107126801</c:v>
                </c:pt>
                <c:pt idx="6108">
                  <c:v>1.330021259248535</c:v>
                </c:pt>
                <c:pt idx="6109">
                  <c:v>1.3296428090655328</c:v>
                </c:pt>
                <c:pt idx="6110">
                  <c:v>1.3289976658005491</c:v>
                </c:pt>
                <c:pt idx="6111">
                  <c:v>1.3284109410201899</c:v>
                </c:pt>
                <c:pt idx="6112">
                  <c:v>1.3296326493290764</c:v>
                </c:pt>
                <c:pt idx="6113">
                  <c:v>1.3323960976452272</c:v>
                </c:pt>
                <c:pt idx="6114">
                  <c:v>1.3343874059906886</c:v>
                </c:pt>
                <c:pt idx="6115">
                  <c:v>1.3354541783186145</c:v>
                </c:pt>
                <c:pt idx="6116">
                  <c:v>1.3360815420447993</c:v>
                </c:pt>
                <c:pt idx="6117">
                  <c:v>1.3374531064664184</c:v>
                </c:pt>
                <c:pt idx="6118">
                  <c:v>1.3395739514516993</c:v>
                </c:pt>
                <c:pt idx="6119">
                  <c:v>1.3405238868103762</c:v>
                </c:pt>
                <c:pt idx="6120">
                  <c:v>1.342035147608271</c:v>
                </c:pt>
                <c:pt idx="6121">
                  <c:v>1.3452761035378742</c:v>
                </c:pt>
                <c:pt idx="6122">
                  <c:v>1.3476026831863981</c:v>
                </c:pt>
                <c:pt idx="6123">
                  <c:v>1.3482935452654359</c:v>
                </c:pt>
                <c:pt idx="6124">
                  <c:v>1.3485703980838737</c:v>
                </c:pt>
                <c:pt idx="6125">
                  <c:v>1.3498073459974449</c:v>
                </c:pt>
                <c:pt idx="6126">
                  <c:v>1.3518799322345578</c:v>
                </c:pt>
                <c:pt idx="6127">
                  <c:v>1.3536731257191188</c:v>
                </c:pt>
                <c:pt idx="6128">
                  <c:v>1.3549202333691464</c:v>
                </c:pt>
                <c:pt idx="6129">
                  <c:v>1.3556364947893251</c:v>
                </c:pt>
                <c:pt idx="6130">
                  <c:v>1.3563425964730476</c:v>
                </c:pt>
                <c:pt idx="6131">
                  <c:v>1.3560403443134685</c:v>
                </c:pt>
                <c:pt idx="6132">
                  <c:v>1.3577395602358076</c:v>
                </c:pt>
                <c:pt idx="6133">
                  <c:v>1.3611583115533983</c:v>
                </c:pt>
                <c:pt idx="6134">
                  <c:v>1.3637541242180178</c:v>
                </c:pt>
                <c:pt idx="6135">
                  <c:v>1.3641681334786175</c:v>
                </c:pt>
                <c:pt idx="6136">
                  <c:v>1.3640055776953146</c:v>
                </c:pt>
                <c:pt idx="6137">
                  <c:v>1.3656362153965727</c:v>
                </c:pt>
                <c:pt idx="6138">
                  <c:v>1.366974760674708</c:v>
                </c:pt>
                <c:pt idx="6139">
                  <c:v>1.3670560385663597</c:v>
                </c:pt>
                <c:pt idx="6140">
                  <c:v>1.3688390723144641</c:v>
                </c:pt>
                <c:pt idx="6141">
                  <c:v>1.3701064994374046</c:v>
                </c:pt>
                <c:pt idx="6142">
                  <c:v>1.3712037509746997</c:v>
                </c:pt>
                <c:pt idx="6143">
                  <c:v>1.3734490527315721</c:v>
                </c:pt>
                <c:pt idx="6144">
                  <c:v>1.3740789563918712</c:v>
                </c:pt>
                <c:pt idx="6145">
                  <c:v>1.3737233656158958</c:v>
                </c:pt>
                <c:pt idx="6146">
                  <c:v>1.3743862884196785</c:v>
                </c:pt>
                <c:pt idx="6147">
                  <c:v>1.3757553129071831</c:v>
                </c:pt>
                <c:pt idx="6148">
                  <c:v>1.3769160627973309</c:v>
                </c:pt>
                <c:pt idx="6149">
                  <c:v>1.3782774674824934</c:v>
                </c:pt>
                <c:pt idx="6150">
                  <c:v>1.3813685672993643</c:v>
                </c:pt>
                <c:pt idx="6151">
                  <c:v>1.3843809291586977</c:v>
                </c:pt>
                <c:pt idx="6152">
                  <c:v>1.3852114876140114</c:v>
                </c:pt>
                <c:pt idx="6153">
                  <c:v>1.3852140275481255</c:v>
                </c:pt>
                <c:pt idx="6154">
                  <c:v>1.3851911681410984</c:v>
                </c:pt>
                <c:pt idx="6155">
                  <c:v>1.386110624290406</c:v>
                </c:pt>
                <c:pt idx="6156">
                  <c:v>1.387908897643195</c:v>
                </c:pt>
                <c:pt idx="6157">
                  <c:v>1.3894785769257145</c:v>
                </c:pt>
                <c:pt idx="6158">
                  <c:v>1.3899764040120799</c:v>
                </c:pt>
                <c:pt idx="6159">
                  <c:v>1.3907231446416279</c:v>
                </c:pt>
                <c:pt idx="6160">
                  <c:v>1.3921277282067304</c:v>
                </c:pt>
                <c:pt idx="6161">
                  <c:v>1.3944797071963952</c:v>
                </c:pt>
                <c:pt idx="6162">
                  <c:v>1.3965395937629377</c:v>
                </c:pt>
                <c:pt idx="6163">
                  <c:v>1.3979340175915835</c:v>
                </c:pt>
                <c:pt idx="6164">
                  <c:v>1.3992878024744038</c:v>
                </c:pt>
                <c:pt idx="6165">
                  <c:v>1.4006009484113982</c:v>
                </c:pt>
                <c:pt idx="6166">
                  <c:v>1.4012994302927781</c:v>
                </c:pt>
                <c:pt idx="6167">
                  <c:v>1.4039257221667669</c:v>
                </c:pt>
                <c:pt idx="6168">
                  <c:v>1.4060135480085647</c:v>
                </c:pt>
                <c:pt idx="6169">
                  <c:v>1.4064707361491042</c:v>
                </c:pt>
                <c:pt idx="6170">
                  <c:v>1.406927924289644</c:v>
                </c:pt>
                <c:pt idx="6171">
                  <c:v>1.4061024457025586</c:v>
                </c:pt>
                <c:pt idx="6172">
                  <c:v>1.4059602093921684</c:v>
                </c:pt>
                <c:pt idx="6173">
                  <c:v>1.4082486900289806</c:v>
                </c:pt>
                <c:pt idx="6174">
                  <c:v>1.4094094399191284</c:v>
                </c:pt>
                <c:pt idx="6175">
                  <c:v>1.4103187363319796</c:v>
                </c:pt>
                <c:pt idx="6176">
                  <c:v>1.4113270901752808</c:v>
                </c:pt>
                <c:pt idx="6177">
                  <c:v>1.4126300763758188</c:v>
                </c:pt>
                <c:pt idx="6178">
                  <c:v>1.413516513381643</c:v>
                </c:pt>
                <c:pt idx="6179">
                  <c:v>1.4150734929935918</c:v>
                </c:pt>
                <c:pt idx="6180">
                  <c:v>1.4168311274005552</c:v>
                </c:pt>
                <c:pt idx="6181">
                  <c:v>1.4194015407240337</c:v>
                </c:pt>
                <c:pt idx="6182">
                  <c:v>1.4208340635643912</c:v>
                </c:pt>
                <c:pt idx="6183">
                  <c:v>1.4215960437986239</c:v>
                </c:pt>
                <c:pt idx="6184">
                  <c:v>1.4236686300357368</c:v>
                </c:pt>
                <c:pt idx="6185">
                  <c:v>1.4268105285348898</c:v>
                </c:pt>
                <c:pt idx="6186">
                  <c:v>1.4284564058408324</c:v>
                </c:pt>
                <c:pt idx="6187">
                  <c:v>1.4279306394792119</c:v>
                </c:pt>
                <c:pt idx="6188">
                  <c:v>1.4284513259726044</c:v>
                </c:pt>
                <c:pt idx="6189">
                  <c:v>1.4282862302551873</c:v>
                </c:pt>
                <c:pt idx="6190">
                  <c:v>1.4299168679564453</c:v>
                </c:pt>
                <c:pt idx="6191">
                  <c:v>1.4321774093180022</c:v>
                </c:pt>
                <c:pt idx="6192">
                  <c:v>1.4329063704087517</c:v>
                </c:pt>
                <c:pt idx="6193">
                  <c:v>1.4341687176634639</c:v>
                </c:pt>
                <c:pt idx="6194">
                  <c:v>1.4352177104525907</c:v>
                </c:pt>
                <c:pt idx="6195">
                  <c:v>1.4345827269240636</c:v>
                </c:pt>
                <c:pt idx="6196">
                  <c:v>1.4342372958845448</c:v>
                </c:pt>
                <c:pt idx="6197">
                  <c:v>1.4348291005331322</c:v>
                </c:pt>
                <c:pt idx="6198">
                  <c:v>1.4366857923705458</c:v>
                </c:pt>
                <c:pt idx="6199">
                  <c:v>1.4389158545227336</c:v>
                </c:pt>
                <c:pt idx="6200">
                  <c:v>1.440297578680809</c:v>
                </c:pt>
                <c:pt idx="6201">
                  <c:v>1.4411027377949817</c:v>
                </c:pt>
                <c:pt idx="6202">
                  <c:v>1.4430838864039868</c:v>
                </c:pt>
                <c:pt idx="6203">
                  <c:v>1.4456568396615792</c:v>
                </c:pt>
                <c:pt idx="6204">
                  <c:v>1.4478742021431965</c:v>
                </c:pt>
                <c:pt idx="6205">
                  <c:v>1.4485828437610329</c:v>
                </c:pt>
                <c:pt idx="6206">
                  <c:v>1.4481561348298624</c:v>
                </c:pt>
                <c:pt idx="6207">
                  <c:v>1.4489257348664375</c:v>
                </c:pt>
                <c:pt idx="6208">
                  <c:v>1.4510313402470341</c:v>
                </c:pt>
                <c:pt idx="6209">
                  <c:v>1.4530709073406636</c:v>
                </c:pt>
                <c:pt idx="6210">
                  <c:v>1.4543942130141145</c:v>
                </c:pt>
                <c:pt idx="6211">
                  <c:v>1.4552628704811397</c:v>
                </c:pt>
                <c:pt idx="6212">
                  <c:v>1.457157661330265</c:v>
                </c:pt>
                <c:pt idx="6213">
                  <c:v>1.4588848165278594</c:v>
                </c:pt>
                <c:pt idx="6214">
                  <c:v>1.4583184112204128</c:v>
                </c:pt>
                <c:pt idx="6215">
                  <c:v>1.4581837947123653</c:v>
                </c:pt>
                <c:pt idx="6216">
                  <c:v>1.4590118132335648</c:v>
                </c:pt>
                <c:pt idx="6217">
                  <c:v>1.4612520351222089</c:v>
                </c:pt>
                <c:pt idx="6218">
                  <c:v>1.4626235995438277</c:v>
                </c:pt>
                <c:pt idx="6219">
                  <c:v>1.4645056907223826</c:v>
                </c:pt>
                <c:pt idx="6220">
                  <c:v>1.4663827020327092</c:v>
                </c:pt>
                <c:pt idx="6221">
                  <c:v>1.4681682757149279</c:v>
                </c:pt>
                <c:pt idx="6222">
                  <c:v>1.470477075824653</c:v>
                </c:pt>
                <c:pt idx="6223">
                  <c:v>1.4712593755317986</c:v>
                </c:pt>
                <c:pt idx="6224">
                  <c:v>1.4713228738846515</c:v>
                </c:pt>
                <c:pt idx="6225">
                  <c:v>1.473080508291615</c:v>
                </c:pt>
                <c:pt idx="6226">
                  <c:v>1.475297870773232</c:v>
                </c:pt>
                <c:pt idx="6227">
                  <c:v>1.4762097071201974</c:v>
                </c:pt>
                <c:pt idx="6228">
                  <c:v>1.4761944675155125</c:v>
                </c:pt>
                <c:pt idx="6229">
                  <c:v>1.4771012239942496</c:v>
                </c:pt>
                <c:pt idx="6230">
                  <c:v>1.4780816385622957</c:v>
                </c:pt>
                <c:pt idx="6231">
                  <c:v>1.4787699607072193</c:v>
                </c:pt>
                <c:pt idx="6232">
                  <c:v>1.4801643845358652</c:v>
                </c:pt>
                <c:pt idx="6233">
                  <c:v>1.4812692558755025</c:v>
                </c:pt>
                <c:pt idx="6234">
                  <c:v>1.4816781852678742</c:v>
                </c:pt>
                <c:pt idx="6235">
                  <c:v>1.4838041101213835</c:v>
                </c:pt>
                <c:pt idx="6236">
                  <c:v>1.4869993472369327</c:v>
                </c:pt>
                <c:pt idx="6237">
                  <c:v>1.4888941380860581</c:v>
                </c:pt>
                <c:pt idx="6238">
                  <c:v>1.4907000312411895</c:v>
                </c:pt>
                <c:pt idx="6239">
                  <c:v>1.4925084643304354</c:v>
                </c:pt>
                <c:pt idx="6240">
                  <c:v>1.4930215310214852</c:v>
                </c:pt>
                <c:pt idx="6241">
                  <c:v>1.4921071547404061</c:v>
                </c:pt>
                <c:pt idx="6242">
                  <c:v>1.4913350147697169</c:v>
                </c:pt>
                <c:pt idx="6243">
                  <c:v>1.491009903203111</c:v>
                </c:pt>
                <c:pt idx="6244">
                  <c:v>1.4919623784959017</c:v>
                </c:pt>
                <c:pt idx="6245">
                  <c:v>1.4948325040448451</c:v>
                </c:pt>
                <c:pt idx="6246">
                  <c:v>1.4965367998354122</c:v>
                </c:pt>
                <c:pt idx="6247">
                  <c:v>1.4982156962848383</c:v>
                </c:pt>
                <c:pt idx="6248">
                  <c:v>1.4996812382686793</c:v>
                </c:pt>
                <c:pt idx="6249">
                  <c:v>1.5015963485907176</c:v>
                </c:pt>
                <c:pt idx="6250">
                  <c:v>1.5059955144763544</c:v>
                </c:pt>
                <c:pt idx="6251">
                  <c:v>1.5094345852668583</c:v>
                </c:pt>
                <c:pt idx="6252">
                  <c:v>1.5106664533122012</c:v>
                </c:pt>
                <c:pt idx="6253">
                  <c:v>1.5107274117309397</c:v>
                </c:pt>
                <c:pt idx="6254">
                  <c:v>1.5107375714673961</c:v>
                </c:pt>
                <c:pt idx="6255">
                  <c:v>1.5122158131218075</c:v>
                </c:pt>
                <c:pt idx="6256">
                  <c:v>1.5138921696371197</c:v>
                </c:pt>
                <c:pt idx="6257">
                  <c:v>1.5146160508596407</c:v>
                </c:pt>
                <c:pt idx="6258">
                  <c:v>1.5159545961377763</c:v>
                </c:pt>
                <c:pt idx="6259">
                  <c:v>1.5168029341318885</c:v>
                </c:pt>
                <c:pt idx="6260">
                  <c:v>1.517742709754109</c:v>
                </c:pt>
                <c:pt idx="6261">
                  <c:v>1.5180195625725468</c:v>
                </c:pt>
                <c:pt idx="6262">
                  <c:v>1.5192666702225743</c:v>
                </c:pt>
                <c:pt idx="6263">
                  <c:v>1.5200565897320624</c:v>
                </c:pt>
                <c:pt idx="6264">
                  <c:v>1.521374815537285</c:v>
                </c:pt>
                <c:pt idx="6265">
                  <c:v>1.523935069124307</c:v>
                </c:pt>
                <c:pt idx="6266">
                  <c:v>1.525944157008567</c:v>
                </c:pt>
                <c:pt idx="6267">
                  <c:v>1.5282478772500641</c:v>
                </c:pt>
                <c:pt idx="6268">
                  <c:v>1.5287939630845977</c:v>
                </c:pt>
                <c:pt idx="6269">
                  <c:v>1.5291546337288011</c:v>
                </c:pt>
                <c:pt idx="6270">
                  <c:v>1.5305261981504199</c:v>
                </c:pt>
                <c:pt idx="6271">
                  <c:v>1.531666628567655</c:v>
                </c:pt>
                <c:pt idx="6272">
                  <c:v>1.5320653982235699</c:v>
                </c:pt>
                <c:pt idx="6273">
                  <c:v>1.5334471223816455</c:v>
                </c:pt>
                <c:pt idx="6274">
                  <c:v>1.5353825521765965</c:v>
                </c:pt>
                <c:pt idx="6275">
                  <c:v>1.5368861931721489</c:v>
                </c:pt>
                <c:pt idx="6276">
                  <c:v>1.5371528862541306</c:v>
                </c:pt>
                <c:pt idx="6277">
                  <c:v>1.5351818973815818</c:v>
                </c:pt>
                <c:pt idx="6278">
                  <c:v>1.5333988636334772</c:v>
                </c:pt>
                <c:pt idx="6279">
                  <c:v>1.534788207593895</c:v>
                </c:pt>
                <c:pt idx="6280">
                  <c:v>1.5371579661223587</c:v>
                </c:pt>
                <c:pt idx="6281">
                  <c:v>1.5390552969055982</c:v>
                </c:pt>
                <c:pt idx="6282">
                  <c:v>1.5404471808001299</c:v>
                </c:pt>
                <c:pt idx="6283">
                  <c:v>1.5412726593872155</c:v>
                </c:pt>
                <c:pt idx="6284">
                  <c:v>1.5423902303974235</c:v>
                </c:pt>
                <c:pt idx="6285">
                  <c:v>1.5438964113270903</c:v>
                </c:pt>
                <c:pt idx="6286">
                  <c:v>1.5472440444894859</c:v>
                </c:pt>
                <c:pt idx="6287">
                  <c:v>1.5495426848627547</c:v>
                </c:pt>
                <c:pt idx="6288">
                  <c:v>1.5507466136328425</c:v>
                </c:pt>
                <c:pt idx="6289">
                  <c:v>1.5512317410486371</c:v>
                </c:pt>
                <c:pt idx="6290">
                  <c:v>1.5516914691232908</c:v>
                </c:pt>
                <c:pt idx="6291">
                  <c:v>1.5524636090939801</c:v>
                </c:pt>
                <c:pt idx="6292">
                  <c:v>1.5533652857044888</c:v>
                </c:pt>
                <c:pt idx="6293">
                  <c:v>1.5534719629372815</c:v>
                </c:pt>
                <c:pt idx="6294">
                  <c:v>1.5529842955873725</c:v>
                </c:pt>
                <c:pt idx="6295">
                  <c:v>1.5534389437937981</c:v>
                </c:pt>
                <c:pt idx="6296">
                  <c:v>1.5547038309826244</c:v>
                </c:pt>
                <c:pt idx="6297">
                  <c:v>1.5556664660118718</c:v>
                </c:pt>
                <c:pt idx="6298">
                  <c:v>1.5564792449283864</c:v>
                </c:pt>
                <c:pt idx="6299">
                  <c:v>1.5572894839107874</c:v>
                </c:pt>
                <c:pt idx="6300">
                  <c:v>1.5591410958799727</c:v>
                </c:pt>
                <c:pt idx="6301">
                  <c:v>1.5612162220512</c:v>
                </c:pt>
                <c:pt idx="6302">
                  <c:v>1.5618766049208683</c:v>
                </c:pt>
                <c:pt idx="6303">
                  <c:v>1.5625801666704766</c:v>
                </c:pt>
                <c:pt idx="6304">
                  <c:v>1.5640711079954586</c:v>
                </c:pt>
                <c:pt idx="6305">
                  <c:v>1.5652597971608615</c:v>
                </c:pt>
                <c:pt idx="6306">
                  <c:v>1.5658262024683078</c:v>
                </c:pt>
                <c:pt idx="6307">
                  <c:v>1.5646730723805025</c:v>
                </c:pt>
                <c:pt idx="6308">
                  <c:v>1.5652242380832639</c:v>
                </c:pt>
                <c:pt idx="6309">
                  <c:v>1.5671672876805576</c:v>
                </c:pt>
                <c:pt idx="6310">
                  <c:v>1.5691712956965898</c:v>
                </c:pt>
                <c:pt idx="6311">
                  <c:v>1.5710076680610905</c:v>
                </c:pt>
                <c:pt idx="6312">
                  <c:v>1.5742689434636066</c:v>
                </c:pt>
                <c:pt idx="6313">
                  <c:v>1.5776800749788551</c:v>
                </c:pt>
                <c:pt idx="6314">
                  <c:v>1.5790668790051585</c:v>
                </c:pt>
                <c:pt idx="6315">
                  <c:v>1.5791862559085219</c:v>
                </c:pt>
                <c:pt idx="6316">
                  <c:v>1.5794783483316444</c:v>
                </c:pt>
                <c:pt idx="6317">
                  <c:v>1.5792268948543473</c:v>
                </c:pt>
                <c:pt idx="6318">
                  <c:v>1.5802428684999912</c:v>
                </c:pt>
                <c:pt idx="6319">
                  <c:v>1.5817363497590873</c:v>
                </c:pt>
                <c:pt idx="6320">
                  <c:v>1.5828742402422082</c:v>
                </c:pt>
                <c:pt idx="6321">
                  <c:v>1.5836133610694139</c:v>
                </c:pt>
                <c:pt idx="6322">
                  <c:v>1.5833695273944595</c:v>
                </c:pt>
                <c:pt idx="6323">
                  <c:v>1.5841365874969204</c:v>
                </c:pt>
                <c:pt idx="6324">
                  <c:v>1.586336170439739</c:v>
                </c:pt>
                <c:pt idx="6325">
                  <c:v>1.5874613612522892</c:v>
                </c:pt>
                <c:pt idx="6326">
                  <c:v>1.5884036768086236</c:v>
                </c:pt>
                <c:pt idx="6327">
                  <c:v>1.5879337889975134</c:v>
                </c:pt>
                <c:pt idx="6328">
                  <c:v>1.5870219526505482</c:v>
                </c:pt>
                <c:pt idx="6329">
                  <c:v>1.5874994602640009</c:v>
                </c:pt>
                <c:pt idx="6330">
                  <c:v>1.5896406247221946</c:v>
                </c:pt>
                <c:pt idx="6331">
                  <c:v>1.5911722049930024</c:v>
                </c:pt>
                <c:pt idx="6332">
                  <c:v>1.5908216940852555</c:v>
                </c:pt>
                <c:pt idx="6333">
                  <c:v>1.5899606564205724</c:v>
                </c:pt>
                <c:pt idx="6334">
                  <c:v>1.5886779896929473</c:v>
                </c:pt>
                <c:pt idx="6335">
                  <c:v>1.5882919197076029</c:v>
                </c:pt>
                <c:pt idx="6336">
                  <c:v>1.5894323501248377</c:v>
                </c:pt>
                <c:pt idx="6337">
                  <c:v>1.5908166142170272</c:v>
                </c:pt>
                <c:pt idx="6338">
                  <c:v>1.5925615489534202</c:v>
                </c:pt>
                <c:pt idx="6339">
                  <c:v>1.5929958776869326</c:v>
                </c:pt>
                <c:pt idx="6340">
                  <c:v>1.5935292638508955</c:v>
                </c:pt>
                <c:pt idx="6341">
                  <c:v>1.5960361788215214</c:v>
                </c:pt>
                <c:pt idx="6342">
                  <c:v>1.5968057788580965</c:v>
                </c:pt>
                <c:pt idx="6343">
                  <c:v>1.5968108587263248</c:v>
                </c:pt>
                <c:pt idx="6344">
                  <c:v>1.5976363373134101</c:v>
                </c:pt>
                <c:pt idx="6345">
                  <c:v>1.598238301698454</c:v>
                </c:pt>
                <c:pt idx="6346">
                  <c:v>1.5987361287848194</c:v>
                </c:pt>
                <c:pt idx="6347">
                  <c:v>1.5998790991361684</c:v>
                </c:pt>
                <c:pt idx="6348">
                  <c:v>1.5990942594949087</c:v>
                </c:pt>
                <c:pt idx="6349">
                  <c:v>1.5982281419619975</c:v>
                </c:pt>
                <c:pt idx="6350">
                  <c:v>1.5982357617643399</c:v>
                </c:pt>
                <c:pt idx="6351">
                  <c:v>1.5991602977818755</c:v>
                </c:pt>
                <c:pt idx="6352">
                  <c:v>1.5989063043704645</c:v>
                </c:pt>
                <c:pt idx="6353">
                  <c:v>1.5991171189019355</c:v>
                </c:pt>
                <c:pt idx="6354">
                  <c:v>1.5995235083601931</c:v>
                </c:pt>
                <c:pt idx="6355">
                  <c:v>1.5993609525768901</c:v>
                </c:pt>
                <c:pt idx="6356">
                  <c:v>1.6002524694509423</c:v>
                </c:pt>
                <c:pt idx="6357">
                  <c:v>1.6017713500511797</c:v>
                </c:pt>
                <c:pt idx="6358">
                  <c:v>1.6021828193776653</c:v>
                </c:pt>
                <c:pt idx="6359">
                  <c:v>1.602919400270757</c:v>
                </c:pt>
                <c:pt idx="6360">
                  <c:v>1.6039556933893135</c:v>
                </c:pt>
                <c:pt idx="6361">
                  <c:v>1.6035594636675126</c:v>
                </c:pt>
                <c:pt idx="6362">
                  <c:v>1.6026044484406075</c:v>
                </c:pt>
                <c:pt idx="6363">
                  <c:v>1.6024190332502775</c:v>
                </c:pt>
                <c:pt idx="6364">
                  <c:v>1.6037143996484731</c:v>
                </c:pt>
                <c:pt idx="6365">
                  <c:v>1.6043214439017452</c:v>
                </c:pt>
                <c:pt idx="6366">
                  <c:v>1.6040064920715955</c:v>
                </c:pt>
                <c:pt idx="6367">
                  <c:v>1.6038134570789233</c:v>
                </c:pt>
                <c:pt idx="6368">
                  <c:v>1.603826156749494</c:v>
                </c:pt>
                <c:pt idx="6369">
                  <c:v>1.6040395112150789</c:v>
                </c:pt>
                <c:pt idx="6370">
                  <c:v>1.6047252934258884</c:v>
                </c:pt>
                <c:pt idx="6371">
                  <c:v>1.6057438070056462</c:v>
                </c:pt>
                <c:pt idx="6372">
                  <c:v>1.6069299562369352</c:v>
                </c:pt>
                <c:pt idx="6373">
                  <c:v>1.6067648605195179</c:v>
                </c:pt>
                <c:pt idx="6374">
                  <c:v>1.6054009159002416</c:v>
                </c:pt>
                <c:pt idx="6375">
                  <c:v>1.605291698733335</c:v>
                </c:pt>
                <c:pt idx="6376">
                  <c:v>1.6059800208782584</c:v>
                </c:pt>
                <c:pt idx="6377">
                  <c:v>1.6062619535649245</c:v>
                </c:pt>
                <c:pt idx="6378">
                  <c:v>1.6061882954756155</c:v>
                </c:pt>
                <c:pt idx="6379">
                  <c:v>1.6058657238431235</c:v>
                </c:pt>
                <c:pt idx="6380">
                  <c:v>1.6052256604463679</c:v>
                </c:pt>
                <c:pt idx="6381">
                  <c:v>1.6059190624595199</c:v>
                </c:pt>
                <c:pt idx="6382">
                  <c:v>1.6062213146190989</c:v>
                </c:pt>
                <c:pt idx="6383">
                  <c:v>1.6043773224522555</c:v>
                </c:pt>
                <c:pt idx="6384">
                  <c:v>1.604136028711415</c:v>
                </c:pt>
                <c:pt idx="6385">
                  <c:v>1.6070239337991572</c:v>
                </c:pt>
                <c:pt idx="6386">
                  <c:v>1.6081999232939896</c:v>
                </c:pt>
                <c:pt idx="6387">
                  <c:v>1.6072525278694272</c:v>
                </c:pt>
                <c:pt idx="6388">
                  <c:v>1.6069223364345928</c:v>
                </c:pt>
                <c:pt idx="6389">
                  <c:v>1.6069147166322506</c:v>
                </c:pt>
                <c:pt idx="6390">
                  <c:v>1.6064321291505697</c:v>
                </c:pt>
                <c:pt idx="6391">
                  <c:v>1.6067724803218604</c:v>
                </c:pt>
                <c:pt idx="6392">
                  <c:v>1.608136424941137</c:v>
                </c:pt>
                <c:pt idx="6393">
                  <c:v>1.6083599391431787</c:v>
                </c:pt>
                <c:pt idx="6394">
                  <c:v>1.6082812011856413</c:v>
                </c:pt>
                <c:pt idx="6395">
                  <c:v>1.6065616657903894</c:v>
                </c:pt>
                <c:pt idx="6396">
                  <c:v>1.604179207591355</c:v>
                </c:pt>
                <c:pt idx="6397">
                  <c:v>1.602807643169736</c:v>
                </c:pt>
                <c:pt idx="6398">
                  <c:v>1.6011795454025921</c:v>
                </c:pt>
                <c:pt idx="6399">
                  <c:v>1.6007452166690797</c:v>
                </c:pt>
                <c:pt idx="6400">
                  <c:v>1.6007477566031936</c:v>
                </c:pt>
                <c:pt idx="6401">
                  <c:v>1.6010449288945443</c:v>
                </c:pt>
                <c:pt idx="6402">
                  <c:v>1.6017027718300987</c:v>
                </c:pt>
                <c:pt idx="6403">
                  <c:v>1.6020050239896777</c:v>
                </c:pt>
                <c:pt idx="6404">
                  <c:v>1.6007172773938243</c:v>
                </c:pt>
                <c:pt idx="6405">
                  <c:v>1.5982433815666821</c:v>
                </c:pt>
                <c:pt idx="6406">
                  <c:v>1.5953834157541953</c:v>
                </c:pt>
                <c:pt idx="6407">
                  <c:v>1.5950837035287304</c:v>
                </c:pt>
                <c:pt idx="6408">
                  <c:v>1.5958812428405607</c:v>
                </c:pt>
                <c:pt idx="6409">
                  <c:v>1.597400123440798</c:v>
                </c:pt>
                <c:pt idx="6410">
                  <c:v>1.5975347399488458</c:v>
                </c:pt>
                <c:pt idx="6411">
                  <c:v>1.5961657154613409</c:v>
                </c:pt>
                <c:pt idx="6412">
                  <c:v>1.5948474896561184</c:v>
                </c:pt>
                <c:pt idx="6413">
                  <c:v>1.5926199674380448</c:v>
                </c:pt>
                <c:pt idx="6414">
                  <c:v>1.5913576201833326</c:v>
                </c:pt>
                <c:pt idx="6415">
                  <c:v>1.59116458519066</c:v>
                </c:pt>
                <c:pt idx="6416">
                  <c:v>1.5913703198539029</c:v>
                </c:pt>
                <c:pt idx="6417">
                  <c:v>1.5920662618011687</c:v>
                </c:pt>
                <c:pt idx="6418">
                  <c:v>1.5912407832140834</c:v>
                </c:pt>
                <c:pt idx="6419">
                  <c:v>1.5905854802126433</c:v>
                </c:pt>
                <c:pt idx="6420">
                  <c:v>1.5903797455494004</c:v>
                </c:pt>
                <c:pt idx="6421">
                  <c:v>1.5900216148393111</c:v>
                </c:pt>
                <c:pt idx="6422">
                  <c:v>1.5890386603371507</c:v>
                </c:pt>
                <c:pt idx="6423">
                  <c:v>1.5870905308716292</c:v>
                </c:pt>
                <c:pt idx="6424">
                  <c:v>1.5855411710620226</c:v>
                </c:pt>
                <c:pt idx="6425">
                  <c:v>1.5842407247955987</c:v>
                </c:pt>
                <c:pt idx="6426">
                  <c:v>1.583549862716561</c:v>
                </c:pt>
                <c:pt idx="6427">
                  <c:v>1.5825770679508573</c:v>
                </c:pt>
                <c:pt idx="6428">
                  <c:v>1.5816982507473756</c:v>
                </c:pt>
                <c:pt idx="6429">
                  <c:v>1.5804892421090595</c:v>
                </c:pt>
                <c:pt idx="6430">
                  <c:v>1.5790617991369302</c:v>
                </c:pt>
                <c:pt idx="6431">
                  <c:v>1.5780559852277432</c:v>
                </c:pt>
                <c:pt idx="6432">
                  <c:v>1.578703668426841</c:v>
                </c:pt>
                <c:pt idx="6433">
                  <c:v>1.5791837159744078</c:v>
                </c:pt>
                <c:pt idx="6434">
                  <c:v>1.5793640512965093</c:v>
                </c:pt>
                <c:pt idx="6435">
                  <c:v>1.5789906809817353</c:v>
                </c:pt>
                <c:pt idx="6436">
                  <c:v>1.5772508261135707</c:v>
                </c:pt>
                <c:pt idx="6437">
                  <c:v>1.5759859389247444</c:v>
                </c:pt>
                <c:pt idx="6438">
                  <c:v>1.5742892629365195</c:v>
                </c:pt>
                <c:pt idx="6439">
                  <c:v>1.5735399823728571</c:v>
                </c:pt>
                <c:pt idx="6440">
                  <c:v>1.5731361328487139</c:v>
                </c:pt>
                <c:pt idx="6441">
                  <c:v>1.5730751744299751</c:v>
                </c:pt>
                <c:pt idx="6442">
                  <c:v>1.5726586252352615</c:v>
                </c:pt>
                <c:pt idx="6443">
                  <c:v>1.5717010700742424</c:v>
                </c:pt>
                <c:pt idx="6444">
                  <c:v>1.5695319663407932</c:v>
                </c:pt>
                <c:pt idx="6445">
                  <c:v>1.569321151809322</c:v>
                </c:pt>
                <c:pt idx="6446">
                  <c:v>1.5694786277243968</c:v>
                </c:pt>
                <c:pt idx="6447">
                  <c:v>1.5695395861431356</c:v>
                </c:pt>
                <c:pt idx="6448">
                  <c:v>1.5698545379732849</c:v>
                </c:pt>
                <c:pt idx="6449">
                  <c:v>1.5701948891445756</c:v>
                </c:pt>
                <c:pt idx="6450">
                  <c:v>1.5684397946717261</c:v>
                </c:pt>
                <c:pt idx="6451">
                  <c:v>1.5662148123877668</c:v>
                </c:pt>
                <c:pt idx="6452">
                  <c:v>1.5650820017728742</c:v>
                </c:pt>
                <c:pt idx="6453">
                  <c:v>1.5623515726002069</c:v>
                </c:pt>
                <c:pt idx="6454">
                  <c:v>1.5614981547378661</c:v>
                </c:pt>
                <c:pt idx="6455">
                  <c:v>1.5609698484421313</c:v>
                </c:pt>
                <c:pt idx="6456">
                  <c:v>1.5596287632298818</c:v>
                </c:pt>
                <c:pt idx="6457">
                  <c:v>1.5569694522124096</c:v>
                </c:pt>
                <c:pt idx="6458">
                  <c:v>1.5550416422198008</c:v>
                </c:pt>
                <c:pt idx="6459">
                  <c:v>1.5547241504555371</c:v>
                </c:pt>
                <c:pt idx="6460">
                  <c:v>1.5550975207703113</c:v>
                </c:pt>
                <c:pt idx="6461">
                  <c:v>1.554764789401363</c:v>
                </c:pt>
                <c:pt idx="6462">
                  <c:v>1.5543025213925952</c:v>
                </c:pt>
                <c:pt idx="6463">
                  <c:v>1.5525448869856318</c:v>
                </c:pt>
                <c:pt idx="6464">
                  <c:v>1.5515898717587264</c:v>
                </c:pt>
                <c:pt idx="6465">
                  <c:v>1.5499566941233545</c:v>
                </c:pt>
                <c:pt idx="6466">
                  <c:v>1.5467208180619796</c:v>
                </c:pt>
                <c:pt idx="6467">
                  <c:v>1.5445237750532752</c:v>
                </c:pt>
                <c:pt idx="6468">
                  <c:v>1.5433681050313555</c:v>
                </c:pt>
                <c:pt idx="6469">
                  <c:v>1.5426010449288945</c:v>
                </c:pt>
                <c:pt idx="6470">
                  <c:v>1.5429947347165816</c:v>
                </c:pt>
                <c:pt idx="6471">
                  <c:v>1.5431496706975421</c:v>
                </c:pt>
                <c:pt idx="6472">
                  <c:v>1.5419482818615684</c:v>
                </c:pt>
                <c:pt idx="6473">
                  <c:v>1.5402262065322025</c:v>
                </c:pt>
                <c:pt idx="6474">
                  <c:v>1.5387225655366499</c:v>
                </c:pt>
                <c:pt idx="6475">
                  <c:v>1.5367210974547318</c:v>
                </c:pt>
                <c:pt idx="6476">
                  <c:v>1.5354104914518518</c:v>
                </c:pt>
                <c:pt idx="6477">
                  <c:v>1.5356695647314909</c:v>
                </c:pt>
                <c:pt idx="6478">
                  <c:v>1.5351463383039845</c:v>
                </c:pt>
                <c:pt idx="6479">
                  <c:v>1.5334268029087323</c:v>
                </c:pt>
                <c:pt idx="6480">
                  <c:v>1.5323727302513772</c:v>
                </c:pt>
                <c:pt idx="6481">
                  <c:v>1.5324667078135992</c:v>
                </c:pt>
                <c:pt idx="6482">
                  <c:v>1.5324844873523982</c:v>
                </c:pt>
                <c:pt idx="6483">
                  <c:v>1.5303077638166065</c:v>
                </c:pt>
                <c:pt idx="6484">
                  <c:v>1.5267747154638809</c:v>
                </c:pt>
                <c:pt idx="6485">
                  <c:v>1.5258349398416604</c:v>
                </c:pt>
                <c:pt idx="6486">
                  <c:v>1.525685083728928</c:v>
                </c:pt>
                <c:pt idx="6487">
                  <c:v>1.5239630083995621</c:v>
                </c:pt>
                <c:pt idx="6488">
                  <c:v>1.5230841911960802</c:v>
                </c:pt>
                <c:pt idx="6489">
                  <c:v>1.5232340473088128</c:v>
                </c:pt>
                <c:pt idx="6490">
                  <c:v>1.5232467469793833</c:v>
                </c:pt>
                <c:pt idx="6491">
                  <c:v>1.5216491284216087</c:v>
                </c:pt>
                <c:pt idx="6492">
                  <c:v>1.5189364787877402</c:v>
                </c:pt>
                <c:pt idx="6493">
                  <c:v>1.5168080140001168</c:v>
                </c:pt>
                <c:pt idx="6494">
                  <c:v>1.5157082225287075</c:v>
                </c:pt>
                <c:pt idx="6495">
                  <c:v>1.5157844205521309</c:v>
                </c:pt>
                <c:pt idx="6496">
                  <c:v>1.5150706990660661</c:v>
                </c:pt>
                <c:pt idx="6497">
                  <c:v>1.5125180652813865</c:v>
                </c:pt>
                <c:pt idx="6498">
                  <c:v>1.5107731305449936</c:v>
                </c:pt>
                <c:pt idx="6499">
                  <c:v>1.5089621575216339</c:v>
                </c:pt>
                <c:pt idx="6500">
                  <c:v>1.5067346353035602</c:v>
                </c:pt>
                <c:pt idx="6501">
                  <c:v>1.5038721295569593</c:v>
                </c:pt>
                <c:pt idx="6502">
                  <c:v>1.5001866851573871</c:v>
                </c:pt>
                <c:pt idx="6503">
                  <c:v>1.4984442903551081</c:v>
                </c:pt>
                <c:pt idx="6504">
                  <c:v>1.4993764461749861</c:v>
                </c:pt>
                <c:pt idx="6505">
                  <c:v>1.4989802164531851</c:v>
                </c:pt>
                <c:pt idx="6506">
                  <c:v>1.4969304896230993</c:v>
                </c:pt>
                <c:pt idx="6507">
                  <c:v>1.49652918003307</c:v>
                </c:pt>
                <c:pt idx="6508">
                  <c:v>1.4949290215411812</c:v>
                </c:pt>
                <c:pt idx="6509">
                  <c:v>1.4932094861459293</c:v>
                </c:pt>
                <c:pt idx="6510">
                  <c:v>1.4924856049234083</c:v>
                </c:pt>
                <c:pt idx="6511">
                  <c:v>1.4924906847916364</c:v>
                </c:pt>
                <c:pt idx="6512">
                  <c:v>1.4922290715778832</c:v>
                </c:pt>
                <c:pt idx="6513">
                  <c:v>1.4916779058751217</c:v>
                </c:pt>
                <c:pt idx="6514">
                  <c:v>1.4903749196745837</c:v>
                </c:pt>
                <c:pt idx="6515">
                  <c:v>1.4879188033862401</c:v>
                </c:pt>
                <c:pt idx="6516">
                  <c:v>1.4867605934302064</c:v>
                </c:pt>
                <c:pt idx="6517">
                  <c:v>1.4846219689061266</c:v>
                </c:pt>
                <c:pt idx="6518">
                  <c:v>1.4818889997993452</c:v>
                </c:pt>
                <c:pt idx="6519">
                  <c:v>1.480997482925293</c:v>
                </c:pt>
                <c:pt idx="6520">
                  <c:v>1.4808831858901579</c:v>
                </c:pt>
                <c:pt idx="6521">
                  <c:v>1.4810203423323198</c:v>
                </c:pt>
                <c:pt idx="6522">
                  <c:v>1.4801720043382074</c:v>
                </c:pt>
                <c:pt idx="6523">
                  <c:v>1.4786912227496818</c:v>
                </c:pt>
                <c:pt idx="6524">
                  <c:v>1.4767405533500462</c:v>
                </c:pt>
                <c:pt idx="6525">
                  <c:v>1.4755569440528713</c:v>
                </c:pt>
                <c:pt idx="6526">
                  <c:v>1.4744876317908313</c:v>
                </c:pt>
                <c:pt idx="6527">
                  <c:v>1.473667233071974</c:v>
                </c:pt>
                <c:pt idx="6528">
                  <c:v>1.4729331921129967</c:v>
                </c:pt>
                <c:pt idx="6529">
                  <c:v>1.4717470428817077</c:v>
                </c:pt>
                <c:pt idx="6530">
                  <c:v>1.4712593755317986</c:v>
                </c:pt>
                <c:pt idx="6531">
                  <c:v>1.4715133689432096</c:v>
                </c:pt>
                <c:pt idx="6532">
                  <c:v>1.4715413082184647</c:v>
                </c:pt>
                <c:pt idx="6533">
                  <c:v>1.4688134189799116</c:v>
                </c:pt>
                <c:pt idx="6534">
                  <c:v>1.4670227654294647</c:v>
                </c:pt>
                <c:pt idx="6535">
                  <c:v>1.4661591878306677</c:v>
                </c:pt>
                <c:pt idx="6536">
                  <c:v>1.4656613607443023</c:v>
                </c:pt>
                <c:pt idx="6537">
                  <c:v>1.4661668076330101</c:v>
                </c:pt>
                <c:pt idx="6538">
                  <c:v>1.4653794280576362</c:v>
                </c:pt>
                <c:pt idx="6539">
                  <c:v>1.463741170554036</c:v>
                </c:pt>
                <c:pt idx="6540">
                  <c:v>1.4619124179918774</c:v>
                </c:pt>
                <c:pt idx="6541">
                  <c:v>1.459253106974405</c:v>
                </c:pt>
                <c:pt idx="6542">
                  <c:v>1.4568528692365721</c:v>
                </c:pt>
                <c:pt idx="6543">
                  <c:v>1.4540614816451662</c:v>
                </c:pt>
                <c:pt idx="6544">
                  <c:v>1.4509983211035506</c:v>
                </c:pt>
                <c:pt idx="6545">
                  <c:v>1.4495175395150248</c:v>
                </c:pt>
                <c:pt idx="6546">
                  <c:v>1.4501169639659548</c:v>
                </c:pt>
                <c:pt idx="6547">
                  <c:v>1.4518314194929784</c:v>
                </c:pt>
                <c:pt idx="6548">
                  <c:v>1.4509678418941812</c:v>
                </c:pt>
                <c:pt idx="6549">
                  <c:v>1.4490832107815124</c:v>
                </c:pt>
                <c:pt idx="6550">
                  <c:v>1.448029138124157</c:v>
                </c:pt>
                <c:pt idx="6551">
                  <c:v>1.4473865347932875</c:v>
                </c:pt>
                <c:pt idx="6552">
                  <c:v>1.4468150496176129</c:v>
                </c:pt>
                <c:pt idx="6553">
                  <c:v>1.4445087894420019</c:v>
                </c:pt>
                <c:pt idx="6554">
                  <c:v>1.4402696394055539</c:v>
                </c:pt>
                <c:pt idx="6555">
                  <c:v>1.4391825476047151</c:v>
                </c:pt>
                <c:pt idx="6556">
                  <c:v>1.4403382176266348</c:v>
                </c:pt>
                <c:pt idx="6557">
                  <c:v>1.4398480103426117</c:v>
                </c:pt>
                <c:pt idx="6558">
                  <c:v>1.4384002478975695</c:v>
                </c:pt>
                <c:pt idx="6559">
                  <c:v>1.4366146742153507</c:v>
                </c:pt>
                <c:pt idx="6560">
                  <c:v>1.4352380299255039</c:v>
                </c:pt>
                <c:pt idx="6561">
                  <c:v>1.4347554424438229</c:v>
                </c:pt>
                <c:pt idx="6562">
                  <c:v>1.4349027586224414</c:v>
                </c:pt>
                <c:pt idx="6563">
                  <c:v>1.4343541328537937</c:v>
                </c:pt>
                <c:pt idx="6564">
                  <c:v>1.4332162423706729</c:v>
                </c:pt>
                <c:pt idx="6565">
                  <c:v>1.4331121050719944</c:v>
                </c:pt>
                <c:pt idx="6566">
                  <c:v>1.4313570105991451</c:v>
                </c:pt>
                <c:pt idx="6567">
                  <c:v>1.4303816758993271</c:v>
                </c:pt>
                <c:pt idx="6568">
                  <c:v>1.4303486567558437</c:v>
                </c:pt>
                <c:pt idx="6569">
                  <c:v>1.429281884427918</c:v>
                </c:pt>
                <c:pt idx="6570">
                  <c:v>1.4275318698232968</c:v>
                </c:pt>
                <c:pt idx="6571">
                  <c:v>1.4244458498746542</c:v>
                </c:pt>
                <c:pt idx="6572">
                  <c:v>1.4231809626858278</c:v>
                </c:pt>
                <c:pt idx="6573">
                  <c:v>1.4227567936887717</c:v>
                </c:pt>
                <c:pt idx="6574">
                  <c:v>1.4234984544500915</c:v>
                </c:pt>
                <c:pt idx="6575">
                  <c:v>1.4232393811704525</c:v>
                </c:pt>
                <c:pt idx="6576">
                  <c:v>1.4218220979347795</c:v>
                </c:pt>
                <c:pt idx="6577">
                  <c:v>1.4210931368440303</c:v>
                </c:pt>
                <c:pt idx="6578">
                  <c:v>1.4205267315365839</c:v>
                </c:pt>
                <c:pt idx="6579">
                  <c:v>1.4199501664926812</c:v>
                </c:pt>
                <c:pt idx="6580">
                  <c:v>1.4186548000944856</c:v>
                </c:pt>
                <c:pt idx="6581">
                  <c:v>1.4181188739964086</c:v>
                </c:pt>
                <c:pt idx="6582">
                  <c:v>1.4183804872101617</c:v>
                </c:pt>
                <c:pt idx="6583">
                  <c:v>1.4181468132716637</c:v>
                </c:pt>
                <c:pt idx="6584">
                  <c:v>1.4151446111487869</c:v>
                </c:pt>
                <c:pt idx="6585">
                  <c:v>1.4131329833304123</c:v>
                </c:pt>
                <c:pt idx="6586">
                  <c:v>1.4131634625397818</c:v>
                </c:pt>
                <c:pt idx="6587">
                  <c:v>1.4112940710317974</c:v>
                </c:pt>
                <c:pt idx="6588">
                  <c:v>1.4085357025838749</c:v>
                </c:pt>
                <c:pt idx="6589">
                  <c:v>1.4065291546337289</c:v>
                </c:pt>
                <c:pt idx="6590">
                  <c:v>1.4061888034624381</c:v>
                </c:pt>
                <c:pt idx="6591">
                  <c:v>1.4058916311710874</c:v>
                </c:pt>
                <c:pt idx="6592">
                  <c:v>1.4051499704097676</c:v>
                </c:pt>
                <c:pt idx="6593">
                  <c:v>1.4048883571960142</c:v>
                </c:pt>
                <c:pt idx="6594">
                  <c:v>1.4045276865518108</c:v>
                </c:pt>
                <c:pt idx="6595">
                  <c:v>1.4031002435796815</c:v>
                </c:pt>
                <c:pt idx="6596">
                  <c:v>1.4028437102341567</c:v>
                </c:pt>
                <c:pt idx="6597">
                  <c:v>1.401223232269355</c:v>
                </c:pt>
                <c:pt idx="6598">
                  <c:v>1.3970094815740479</c:v>
                </c:pt>
                <c:pt idx="6599">
                  <c:v>1.3943730299636028</c:v>
                </c:pt>
                <c:pt idx="6600">
                  <c:v>1.3930395645536955</c:v>
                </c:pt>
                <c:pt idx="6601">
                  <c:v>1.3927982708128552</c:v>
                </c:pt>
                <c:pt idx="6602">
                  <c:v>1.3925772965449277</c:v>
                </c:pt>
                <c:pt idx="6603">
                  <c:v>1.3934637335507518</c:v>
                </c:pt>
                <c:pt idx="6604">
                  <c:v>1.3936008899929135</c:v>
                </c:pt>
                <c:pt idx="6605">
                  <c:v>1.3923334628699733</c:v>
                </c:pt>
                <c:pt idx="6606">
                  <c:v>1.3902989756445718</c:v>
                </c:pt>
                <c:pt idx="6607">
                  <c:v>1.3886327788657162</c:v>
                </c:pt>
                <c:pt idx="6608">
                  <c:v>1.3868954639316655</c:v>
                </c:pt>
                <c:pt idx="6609">
                  <c:v>1.3861157041586341</c:v>
                </c:pt>
                <c:pt idx="6610">
                  <c:v>1.3853918229361131</c:v>
                </c:pt>
                <c:pt idx="6611">
                  <c:v>1.3843529898834426</c:v>
                </c:pt>
                <c:pt idx="6612">
                  <c:v>1.3840989964720314</c:v>
                </c:pt>
                <c:pt idx="6613">
                  <c:v>1.383601169385666</c:v>
                </c:pt>
                <c:pt idx="6614">
                  <c:v>1.3834690928117324</c:v>
                </c:pt>
                <c:pt idx="6615">
                  <c:v>1.383083022826388</c:v>
                </c:pt>
                <c:pt idx="6616">
                  <c:v>1.3827934703373794</c:v>
                </c:pt>
                <c:pt idx="6617">
                  <c:v>1.3804770504253119</c:v>
                </c:pt>
                <c:pt idx="6618">
                  <c:v>1.3776628034268792</c:v>
                </c:pt>
                <c:pt idx="6619">
                  <c:v>1.3762048812453807</c:v>
                </c:pt>
                <c:pt idx="6620">
                  <c:v>1.3759483478998553</c:v>
                </c:pt>
                <c:pt idx="6621">
                  <c:v>1.3743634290126514</c:v>
                </c:pt>
                <c:pt idx="6622">
                  <c:v>1.3729766249863478</c:v>
                </c:pt>
                <c:pt idx="6623">
                  <c:v>1.3719530315383619</c:v>
                </c:pt>
                <c:pt idx="6624">
                  <c:v>1.3724076797447875</c:v>
                </c:pt>
                <c:pt idx="6625">
                  <c:v>1.3720266896276709</c:v>
                </c:pt>
                <c:pt idx="6626">
                  <c:v>1.3706906842836497</c:v>
                </c:pt>
                <c:pt idx="6627">
                  <c:v>1.3684911013408312</c:v>
                </c:pt>
                <c:pt idx="6628">
                  <c:v>1.3679373957039553</c:v>
                </c:pt>
                <c:pt idx="6629">
                  <c:v>1.3671474761944675</c:v>
                </c:pt>
                <c:pt idx="6630">
                  <c:v>1.3653949216557324</c:v>
                </c:pt>
                <c:pt idx="6631">
                  <c:v>1.3649047143717092</c:v>
                </c:pt>
                <c:pt idx="6632">
                  <c:v>1.3650520305503275</c:v>
                </c:pt>
                <c:pt idx="6633">
                  <c:v>1.3653365031711078</c:v>
                </c:pt>
                <c:pt idx="6634">
                  <c:v>1.3648310562824</c:v>
                </c:pt>
                <c:pt idx="6635">
                  <c:v>1.363340114957418</c:v>
                </c:pt>
                <c:pt idx="6636">
                  <c:v>1.3620447485592224</c:v>
                </c:pt>
                <c:pt idx="6637">
                  <c:v>1.3595632329297378</c:v>
                </c:pt>
                <c:pt idx="6638">
                  <c:v>1.3581815087716624</c:v>
                </c:pt>
                <c:pt idx="6639">
                  <c:v>1.3581865886398907</c:v>
                </c:pt>
                <c:pt idx="6640">
                  <c:v>1.3580468922636146</c:v>
                </c:pt>
                <c:pt idx="6641">
                  <c:v>1.3559057278054207</c:v>
                </c:pt>
                <c:pt idx="6642">
                  <c:v>1.3550319904701671</c:v>
                </c:pt>
                <c:pt idx="6643">
                  <c:v>1.3556415746575534</c:v>
                </c:pt>
                <c:pt idx="6644">
                  <c:v>1.3557838109679434</c:v>
                </c:pt>
                <c:pt idx="6645">
                  <c:v>1.353464851121762</c:v>
                </c:pt>
                <c:pt idx="6646">
                  <c:v>1.351140811407352</c:v>
                </c:pt>
                <c:pt idx="6647">
                  <c:v>1.3502823136767832</c:v>
                </c:pt>
                <c:pt idx="6648">
                  <c:v>1.349347617922791</c:v>
                </c:pt>
                <c:pt idx="6649">
                  <c:v>1.3486592957778676</c:v>
                </c:pt>
                <c:pt idx="6650">
                  <c:v>1.3470845366271198</c:v>
                </c:pt>
                <c:pt idx="6651">
                  <c:v>1.3462895372494037</c:v>
                </c:pt>
                <c:pt idx="6652">
                  <c:v>1.3468686422274208</c:v>
                </c:pt>
                <c:pt idx="6653">
                  <c:v>1.3457637708877832</c:v>
                </c:pt>
                <c:pt idx="6654">
                  <c:v>1.3439096189844837</c:v>
                </c:pt>
                <c:pt idx="6655">
                  <c:v>1.3420834063564391</c:v>
                </c:pt>
                <c:pt idx="6656">
                  <c:v>1.3417049561734369</c:v>
                </c:pt>
                <c:pt idx="6657">
                  <c:v>1.341991968728331</c:v>
                </c:pt>
                <c:pt idx="6658">
                  <c:v>1.3403003726083345</c:v>
                </c:pt>
                <c:pt idx="6659">
                  <c:v>1.3395307725717593</c:v>
                </c:pt>
                <c:pt idx="6660">
                  <c:v>1.3405797653608866</c:v>
                </c:pt>
                <c:pt idx="6661">
                  <c:v>1.3415551000607044</c:v>
                </c:pt>
                <c:pt idx="6662">
                  <c:v>1.340125117154461</c:v>
                </c:pt>
                <c:pt idx="6663">
                  <c:v>1.3397263474985459</c:v>
                </c:pt>
                <c:pt idx="6664">
                  <c:v>1.3388272108221513</c:v>
                </c:pt>
                <c:pt idx="6665">
                  <c:v>1.3358783473156706</c:v>
                </c:pt>
                <c:pt idx="6666">
                  <c:v>1.3350249294533301</c:v>
                </c:pt>
                <c:pt idx="6667">
                  <c:v>1.3354414786480437</c:v>
                </c:pt>
                <c:pt idx="6668">
                  <c:v>1.3340064158735723</c:v>
                </c:pt>
                <c:pt idx="6669">
                  <c:v>1.3315579193875711</c:v>
                </c:pt>
                <c:pt idx="6670">
                  <c:v>1.3294269146658335</c:v>
                </c:pt>
                <c:pt idx="6671">
                  <c:v>1.3287335126526818</c:v>
                </c:pt>
                <c:pt idx="6672">
                  <c:v>1.3303463708151411</c:v>
                </c:pt>
                <c:pt idx="6673">
                  <c:v>1.3317357147755589</c:v>
                </c:pt>
                <c:pt idx="6674">
                  <c:v>1.3322462415324947</c:v>
                </c:pt>
                <c:pt idx="6675">
                  <c:v>1.3326577108589803</c:v>
                </c:pt>
                <c:pt idx="6676">
                  <c:v>1.330788319350996</c:v>
                </c:pt>
                <c:pt idx="6677">
                  <c:v>1.3303793899586245</c:v>
                </c:pt>
                <c:pt idx="6678">
                  <c:v>1.3306130638971225</c:v>
                </c:pt>
                <c:pt idx="6679">
                  <c:v>1.3307832394827679</c:v>
                </c:pt>
                <c:pt idx="6680">
                  <c:v>1.3287335126526818</c:v>
                </c:pt>
                <c:pt idx="6681">
                  <c:v>1.3261224603833777</c:v>
                </c:pt>
                <c:pt idx="6682">
                  <c:v>1.3267523640436767</c:v>
                </c:pt>
                <c:pt idx="6683">
                  <c:v>1.3279588327478784</c:v>
                </c:pt>
                <c:pt idx="6684">
                  <c:v>1.3285023786482979</c:v>
                </c:pt>
                <c:pt idx="6685">
                  <c:v>1.3282687047097999</c:v>
                </c:pt>
                <c:pt idx="6686">
                  <c:v>1.3272552709982703</c:v>
                </c:pt>
                <c:pt idx="6687">
                  <c:v>1.3266863257567099</c:v>
                </c:pt>
                <c:pt idx="6688">
                  <c:v>1.3269123798928657</c:v>
                </c:pt>
                <c:pt idx="6689">
                  <c:v>1.3275626030260774</c:v>
                </c:pt>
                <c:pt idx="6690">
                  <c:v>1.3261453197904047</c:v>
                </c:pt>
                <c:pt idx="6691">
                  <c:v>1.3249286913497464</c:v>
                </c:pt>
                <c:pt idx="6692">
                  <c:v>1.3236815836997189</c:v>
                </c:pt>
                <c:pt idx="6693">
                  <c:v>1.3215099400321555</c:v>
                </c:pt>
                <c:pt idx="6694">
                  <c:v>1.3197751650322189</c:v>
                </c:pt>
                <c:pt idx="6695">
                  <c:v>1.3181165880557058</c:v>
                </c:pt>
                <c:pt idx="6696">
                  <c:v>1.3171996718405126</c:v>
                </c:pt>
                <c:pt idx="6697">
                  <c:v>1.3183502619942038</c:v>
                </c:pt>
                <c:pt idx="6698">
                  <c:v>1.318957306247476</c:v>
                </c:pt>
                <c:pt idx="6699">
                  <c:v>1.3182715240366665</c:v>
                </c:pt>
                <c:pt idx="6700">
                  <c:v>1.3176720995857367</c:v>
                </c:pt>
                <c:pt idx="6701">
                  <c:v>1.316676445413006</c:v>
                </c:pt>
                <c:pt idx="6702">
                  <c:v>1.3168745602739065</c:v>
                </c:pt>
                <c:pt idx="6703">
                  <c:v>1.316607867191925</c:v>
                </c:pt>
                <c:pt idx="6704">
                  <c:v>1.3158636664964911</c:v>
                </c:pt>
                <c:pt idx="6705">
                  <c:v>1.3153886988171526</c:v>
                </c:pt>
                <c:pt idx="6706">
                  <c:v>1.3160338420821365</c:v>
                </c:pt>
                <c:pt idx="6707">
                  <c:v>1.3166662856765496</c:v>
                </c:pt>
                <c:pt idx="6708">
                  <c:v>1.315886525903518</c:v>
                </c:pt>
                <c:pt idx="6709">
                  <c:v>1.3156731714379328</c:v>
                </c:pt>
                <c:pt idx="6710">
                  <c:v>1.3139282367015399</c:v>
                </c:pt>
                <c:pt idx="6711">
                  <c:v>1.3125414326752365</c:v>
                </c:pt>
                <c:pt idx="6712">
                  <c:v>1.3134278696810604</c:v>
                </c:pt>
                <c:pt idx="6713">
                  <c:v>1.3137352017088677</c:v>
                </c:pt>
                <c:pt idx="6714">
                  <c:v>1.3152490024408767</c:v>
                </c:pt>
                <c:pt idx="6715">
                  <c:v>1.3187134725725214</c:v>
                </c:pt>
                <c:pt idx="6716">
                  <c:v>1.3212229274772613</c:v>
                </c:pt>
                <c:pt idx="6717">
                  <c:v>1.3224166965108926</c:v>
                </c:pt>
                <c:pt idx="6718">
                  <c:v>1.3232142358227228</c:v>
                </c:pt>
                <c:pt idx="6719">
                  <c:v>1.3221703229018238</c:v>
                </c:pt>
                <c:pt idx="6720">
                  <c:v>1.3204482475724579</c:v>
                </c:pt>
                <c:pt idx="6721">
                  <c:v>1.3202120336998457</c:v>
                </c:pt>
                <c:pt idx="6722">
                  <c:v>1.3221398436924545</c:v>
                </c:pt>
                <c:pt idx="6723">
                  <c:v>1.3233183731214013</c:v>
                </c:pt>
                <c:pt idx="6724">
                  <c:v>1.3234783889705901</c:v>
                </c:pt>
                <c:pt idx="6725">
                  <c:v>1.322243980991133</c:v>
                </c:pt>
                <c:pt idx="6726">
                  <c:v>1.3226960892634445</c:v>
                </c:pt>
                <c:pt idx="6727">
                  <c:v>1.3245705606396569</c:v>
                </c:pt>
                <c:pt idx="6728">
                  <c:v>1.3257973488167716</c:v>
                </c:pt>
                <c:pt idx="6729">
                  <c:v>1.3257338504639189</c:v>
                </c:pt>
                <c:pt idx="6730">
                  <c:v>1.3255839943511865</c:v>
                </c:pt>
                <c:pt idx="6731">
                  <c:v>1.3268336419353282</c:v>
                </c:pt>
                <c:pt idx="6732">
                  <c:v>1.3289925859323208</c:v>
                </c:pt>
                <c:pt idx="6733">
                  <c:v>1.3323097398853474</c:v>
                </c:pt>
                <c:pt idx="6734">
                  <c:v>1.3342731089555537</c:v>
                </c:pt>
                <c:pt idx="6735">
                  <c:v>1.3348903129452823</c:v>
                </c:pt>
                <c:pt idx="6736">
                  <c:v>1.3363202958515257</c:v>
                </c:pt>
                <c:pt idx="6737">
                  <c:v>1.3414179436185425</c:v>
                </c:pt>
                <c:pt idx="6738">
                  <c:v>1.3465994092113251</c:v>
                </c:pt>
                <c:pt idx="6739">
                  <c:v>1.3512703480471717</c:v>
                </c:pt>
                <c:pt idx="6740">
                  <c:v>1.3554434597966529</c:v>
                </c:pt>
                <c:pt idx="6741">
                  <c:v>1.3606579445329188</c:v>
                </c:pt>
                <c:pt idx="6742">
                  <c:v>1.3657047936176536</c:v>
                </c:pt>
                <c:pt idx="6743">
                  <c:v>1.3712012110405856</c:v>
                </c:pt>
                <c:pt idx="6744">
                  <c:v>1.3758086515235795</c:v>
                </c:pt>
                <c:pt idx="6745">
                  <c:v>1.3806904048908972</c:v>
                </c:pt>
                <c:pt idx="6746">
                  <c:v>1.3873501121380911</c:v>
                </c:pt>
                <c:pt idx="6747">
                  <c:v>1.3947057613325511</c:v>
                </c:pt>
                <c:pt idx="6748">
                  <c:v>1.4016651808052099</c:v>
                </c:pt>
                <c:pt idx="6749">
                  <c:v>1.4082156708854972</c:v>
                </c:pt>
                <c:pt idx="6750">
                  <c:v>1.4139559219833837</c:v>
                </c:pt>
                <c:pt idx="6751">
                  <c:v>1.421829717737122</c:v>
                </c:pt>
                <c:pt idx="6752">
                  <c:v>1.4335134146620236</c:v>
                </c:pt>
                <c:pt idx="6753">
                  <c:v>1.4458473347201373</c:v>
                </c:pt>
                <c:pt idx="6754">
                  <c:v>1.4573049775088833</c:v>
                </c:pt>
                <c:pt idx="6755">
                  <c:v>1.4704186573400286</c:v>
                </c:pt>
                <c:pt idx="6756">
                  <c:v>1.4868723505312271</c:v>
                </c:pt>
                <c:pt idx="6757">
                  <c:v>1.5048068253109514</c:v>
                </c:pt>
                <c:pt idx="6758">
                  <c:v>1.5239376090584211</c:v>
                </c:pt>
                <c:pt idx="6759">
                  <c:v>1.5462864893284669</c:v>
                </c:pt>
                <c:pt idx="6760">
                  <c:v>1.5706266779439741</c:v>
                </c:pt>
                <c:pt idx="6761">
                  <c:v>1.5962673128259053</c:v>
                </c:pt>
                <c:pt idx="6762">
                  <c:v>1.6248187122026054</c:v>
                </c:pt>
                <c:pt idx="6763">
                  <c:v>1.6574975045147329</c:v>
                </c:pt>
                <c:pt idx="6764">
                  <c:v>1.6946135617242089</c:v>
                </c:pt>
                <c:pt idx="6765">
                  <c:v>1.7355166606978214</c:v>
                </c:pt>
                <c:pt idx="6766">
                  <c:v>1.78177648071809</c:v>
                </c:pt>
                <c:pt idx="6767">
                  <c:v>1.8348966627805674</c:v>
                </c:pt>
                <c:pt idx="6768">
                  <c:v>1.8949153058969652</c:v>
                </c:pt>
                <c:pt idx="6769">
                  <c:v>1.9651571838226516</c:v>
                </c:pt>
                <c:pt idx="6770">
                  <c:v>2.0468490847347418</c:v>
                </c:pt>
                <c:pt idx="6771">
                  <c:v>2.1410958799728732</c:v>
                </c:pt>
                <c:pt idx="6772">
                  <c:v>2.2508057940977011</c:v>
                </c:pt>
                <c:pt idx="6773">
                  <c:v>2.3797785685439319</c:v>
                </c:pt>
                <c:pt idx="6774">
                  <c:v>2.5319790404636904</c:v>
                </c:pt>
                <c:pt idx="6775">
                  <c:v>2.7146866610280131</c:v>
                </c:pt>
                <c:pt idx="6776">
                  <c:v>2.9342715849950851</c:v>
                </c:pt>
                <c:pt idx="6777">
                  <c:v>3.1988971606076539</c:v>
                </c:pt>
                <c:pt idx="6778">
                  <c:v>3.5182456167087026</c:v>
                </c:pt>
                <c:pt idx="6779">
                  <c:v>3.9064974054573023</c:v>
                </c:pt>
                <c:pt idx="6780">
                  <c:v>4.3764106159086236</c:v>
                </c:pt>
                <c:pt idx="6781">
                  <c:v>4.9357295071765837</c:v>
                </c:pt>
                <c:pt idx="6782">
                  <c:v>5.5889243633020156</c:v>
                </c:pt>
                <c:pt idx="6783">
                  <c:v>6.329365956247095</c:v>
                </c:pt>
                <c:pt idx="6784">
                  <c:v>7.1273878555590269</c:v>
                </c:pt>
                <c:pt idx="6785">
                  <c:v>7.9233270088973891</c:v>
                </c:pt>
                <c:pt idx="6786">
                  <c:v>8.6307240590179095</c:v>
                </c:pt>
                <c:pt idx="6787">
                  <c:v>9.1434351592919665</c:v>
                </c:pt>
                <c:pt idx="6788">
                  <c:v>9.3633680542326729</c:v>
                </c:pt>
                <c:pt idx="6789">
                  <c:v>9.2465564843247972</c:v>
                </c:pt>
                <c:pt idx="6790">
                  <c:v>8.8227430780445566</c:v>
                </c:pt>
                <c:pt idx="6791">
                  <c:v>8.1781839979070945</c:v>
                </c:pt>
                <c:pt idx="6792">
                  <c:v>7.4211058365146005</c:v>
                </c:pt>
                <c:pt idx="6793">
                  <c:v>6.6437336015503758</c:v>
                </c:pt>
                <c:pt idx="6794">
                  <c:v>5.9089560616797598</c:v>
                </c:pt>
                <c:pt idx="6795">
                  <c:v>5.2516719116306128</c:v>
                </c:pt>
                <c:pt idx="6796">
                  <c:v>4.6852158055020059</c:v>
                </c:pt>
                <c:pt idx="6797">
                  <c:v>4.2080383834843325</c:v>
                </c:pt>
                <c:pt idx="6798">
                  <c:v>3.8110212821079421</c:v>
                </c:pt>
                <c:pt idx="6799">
                  <c:v>3.4806139528740623</c:v>
                </c:pt>
                <c:pt idx="6800">
                  <c:v>3.2044875555928081</c:v>
                </c:pt>
                <c:pt idx="6801">
                  <c:v>2.9735211868604128</c:v>
                </c:pt>
                <c:pt idx="6802">
                  <c:v>2.7806462100373115</c:v>
                </c:pt>
                <c:pt idx="6803">
                  <c:v>2.6184612571149906</c:v>
                </c:pt>
                <c:pt idx="6804">
                  <c:v>2.4808171476031911</c:v>
                </c:pt>
                <c:pt idx="6805">
                  <c:v>2.364533883991049</c:v>
                </c:pt>
                <c:pt idx="6806">
                  <c:v>2.264145528065002</c:v>
                </c:pt>
                <c:pt idx="6807">
                  <c:v>2.175458648602655</c:v>
                </c:pt>
                <c:pt idx="6808">
                  <c:v>2.0973124957138611</c:v>
                </c:pt>
                <c:pt idx="6809">
                  <c:v>2.0291178046841463</c:v>
                </c:pt>
                <c:pt idx="6810">
                  <c:v>1.967730137080244</c:v>
                </c:pt>
                <c:pt idx="6811">
                  <c:v>1.9117830083487632</c:v>
                </c:pt>
                <c:pt idx="6812">
                  <c:v>1.8628206984310827</c:v>
                </c:pt>
                <c:pt idx="6813">
                  <c:v>1.8176987688939348</c:v>
                </c:pt>
                <c:pt idx="6814">
                  <c:v>1.7759219325850686</c:v>
                </c:pt>
                <c:pt idx="6815">
                  <c:v>1.7369288640652663</c:v>
                </c:pt>
                <c:pt idx="6816">
                  <c:v>1.7014231250841352</c:v>
                </c:pt>
                <c:pt idx="6817">
                  <c:v>1.6699660410808943</c:v>
                </c:pt>
                <c:pt idx="6818">
                  <c:v>1.6410895301375881</c:v>
                </c:pt>
                <c:pt idx="6819">
                  <c:v>1.6139528740624467</c:v>
                </c:pt>
                <c:pt idx="6820">
                  <c:v>1.5886195712083229</c:v>
                </c:pt>
                <c:pt idx="6821">
                  <c:v>1.5658820810188185</c:v>
                </c:pt>
                <c:pt idx="6822">
                  <c:v>1.5474167600092454</c:v>
                </c:pt>
                <c:pt idx="6823">
                  <c:v>1.5304093611811709</c:v>
                </c:pt>
                <c:pt idx="6824">
                  <c:v>1.5123555094980836</c:v>
                </c:pt>
                <c:pt idx="6825">
                  <c:v>1.4936615944182408</c:v>
                </c:pt>
                <c:pt idx="6826">
                  <c:v>1.4770199461025981</c:v>
                </c:pt>
                <c:pt idx="6827">
                  <c:v>1.4617955810226282</c:v>
                </c:pt>
                <c:pt idx="6828">
                  <c:v>1.4470512634902251</c:v>
                </c:pt>
                <c:pt idx="6829">
                  <c:v>1.4326066581832868</c:v>
                </c:pt>
                <c:pt idx="6830">
                  <c:v>1.4198358694575464</c:v>
                </c:pt>
                <c:pt idx="6831">
                  <c:v>1.4092189448605703</c:v>
                </c:pt>
                <c:pt idx="6832">
                  <c:v>1.3996916519985472</c:v>
                </c:pt>
                <c:pt idx="6833">
                  <c:v>1.389930685198026</c:v>
                </c:pt>
                <c:pt idx="6834">
                  <c:v>1.3806980246932394</c:v>
                </c:pt>
                <c:pt idx="6835">
                  <c:v>1.3724838777682107</c:v>
                </c:pt>
                <c:pt idx="6836">
                  <c:v>1.3646837401037817</c:v>
                </c:pt>
                <c:pt idx="6837">
                  <c:v>1.3567693054042178</c:v>
                </c:pt>
                <c:pt idx="6838">
                  <c:v>1.3490936245113803</c:v>
                </c:pt>
                <c:pt idx="6839">
                  <c:v>1.3414128637503144</c:v>
                </c:pt>
                <c:pt idx="6840">
                  <c:v>1.3353652806246206</c:v>
                </c:pt>
                <c:pt idx="6841">
                  <c:v>1.3295589912397672</c:v>
                </c:pt>
                <c:pt idx="6842">
                  <c:v>1.3236155454127521</c:v>
                </c:pt>
                <c:pt idx="6843">
                  <c:v>1.3178117959620128</c:v>
                </c:pt>
                <c:pt idx="6844">
                  <c:v>1.3113756029168604</c:v>
                </c:pt>
                <c:pt idx="6845">
                  <c:v>1.3050079880927887</c:v>
                </c:pt>
                <c:pt idx="6846">
                  <c:v>1.2991153409480558</c:v>
                </c:pt>
                <c:pt idx="6847">
                  <c:v>1.2931541155822419</c:v>
                </c:pt>
                <c:pt idx="6848">
                  <c:v>1.2877719951944446</c:v>
                </c:pt>
                <c:pt idx="6849">
                  <c:v>1.2835150656191978</c:v>
                </c:pt>
                <c:pt idx="6850">
                  <c:v>1.2785240950849734</c:v>
                </c:pt>
                <c:pt idx="6851">
                  <c:v>1.2733959681085874</c:v>
                </c:pt>
                <c:pt idx="6852">
                  <c:v>1.2692355560296766</c:v>
                </c:pt>
                <c:pt idx="6853">
                  <c:v>1.2658549037237974</c:v>
                </c:pt>
                <c:pt idx="6854">
                  <c:v>1.2622024784677086</c:v>
                </c:pt>
                <c:pt idx="6855">
                  <c:v>1.2598911384238694</c:v>
                </c:pt>
                <c:pt idx="6856">
                  <c:v>1.258186842633302</c:v>
                </c:pt>
                <c:pt idx="6857">
                  <c:v>1.254714752699315</c:v>
                </c:pt>
                <c:pt idx="6858">
                  <c:v>1.2498583986731384</c:v>
                </c:pt>
                <c:pt idx="6859">
                  <c:v>1.2463400819382746</c:v>
                </c:pt>
                <c:pt idx="6860">
                  <c:v>1.243425253548923</c:v>
                </c:pt>
                <c:pt idx="6861">
                  <c:v>1.2409902187137265</c:v>
                </c:pt>
                <c:pt idx="6862">
                  <c:v>1.2391429246325349</c:v>
                </c:pt>
                <c:pt idx="6863">
                  <c:v>1.2372994404525146</c:v>
                </c:pt>
                <c:pt idx="6864">
                  <c:v>1.2342091026158781</c:v>
                </c:pt>
                <c:pt idx="6865">
                  <c:v>1.2301137128502886</c:v>
                </c:pt>
                <c:pt idx="6866">
                  <c:v>1.2286400430772826</c:v>
                </c:pt>
                <c:pt idx="6867">
                  <c:v>1.2278483456139146</c:v>
                </c:pt>
                <c:pt idx="6868">
                  <c:v>1.2249558686447672</c:v>
                </c:pt>
                <c:pt idx="6869">
                  <c:v>1.2219656042122267</c:v>
                </c:pt>
                <c:pt idx="6870">
                  <c:v>1.2200093469575399</c:v>
                </c:pt>
                <c:pt idx="6871">
                  <c:v>1.2178011282387335</c:v>
                </c:pt>
                <c:pt idx="6872">
                  <c:v>1.2157384477446656</c:v>
                </c:pt>
                <c:pt idx="6873">
                  <c:v>1.2133724991173729</c:v>
                </c:pt>
                <c:pt idx="6874">
                  <c:v>1.2116006410793705</c:v>
                </c:pt>
                <c:pt idx="6875">
                  <c:v>1.2085913271409741</c:v>
                </c:pt>
                <c:pt idx="6876">
                  <c:v>1.2044459006733366</c:v>
                </c:pt>
                <c:pt idx="6877">
                  <c:v>1.2021533561419417</c:v>
                </c:pt>
                <c:pt idx="6878">
                  <c:v>1.202255461493329</c:v>
                </c:pt>
                <c:pt idx="6879">
                  <c:v>1.2024596721961032</c:v>
                </c:pt>
                <c:pt idx="6880">
                  <c:v>1.201747474670507</c:v>
                </c:pt>
                <c:pt idx="6881">
                  <c:v>1.1998968786749671</c:v>
                </c:pt>
                <c:pt idx="6882">
                  <c:v>1.19776231804547</c:v>
                </c:pt>
                <c:pt idx="6883">
                  <c:v>1.1952548950880213</c:v>
                </c:pt>
                <c:pt idx="6884">
                  <c:v>1.1937332205602587</c:v>
                </c:pt>
                <c:pt idx="6885">
                  <c:v>1.1928472915412573</c:v>
                </c:pt>
                <c:pt idx="6886">
                  <c:v>1.1912633886276991</c:v>
                </c:pt>
                <c:pt idx="6887">
                  <c:v>1.189405934810051</c:v>
                </c:pt>
                <c:pt idx="6888">
                  <c:v>1.1875220656776162</c:v>
                </c:pt>
                <c:pt idx="6889">
                  <c:v>1.1845759960986613</c:v>
                </c:pt>
                <c:pt idx="6890">
                  <c:v>1.1833682574274023</c:v>
                </c:pt>
                <c:pt idx="6891">
                  <c:v>1.1838356053043984</c:v>
                </c:pt>
                <c:pt idx="6892">
                  <c:v>1.1829359606411809</c:v>
                </c:pt>
                <c:pt idx="6893">
                  <c:v>1.1819288767649367</c:v>
                </c:pt>
                <c:pt idx="6894">
                  <c:v>1.1797933001617937</c:v>
                </c:pt>
                <c:pt idx="6895">
                  <c:v>1.1766572435111033</c:v>
                </c:pt>
                <c:pt idx="6896">
                  <c:v>1.1732699873765275</c:v>
                </c:pt>
                <c:pt idx="6897">
                  <c:v>1.1737685764431269</c:v>
                </c:pt>
                <c:pt idx="6898">
                  <c:v>1.1740263797557091</c:v>
                </c:pt>
                <c:pt idx="6899">
                  <c:v>1.1741513445141232</c:v>
                </c:pt>
                <c:pt idx="6900">
                  <c:v>1.1752252286575686</c:v>
                </c:pt>
                <c:pt idx="6901">
                  <c:v>1.1763882644884192</c:v>
                </c:pt>
                <c:pt idx="6902">
                  <c:v>1.1766282882622026</c:v>
                </c:pt>
                <c:pt idx="6903">
                  <c:v>1.1758216051875614</c:v>
                </c:pt>
                <c:pt idx="6904">
                  <c:v>1.1739702472117872</c:v>
                </c:pt>
                <c:pt idx="6905">
                  <c:v>1.1743682548874683</c:v>
                </c:pt>
                <c:pt idx="6906">
                  <c:v>1.1763392437600169</c:v>
                </c:pt>
                <c:pt idx="6907">
                  <c:v>1.17535146338304</c:v>
                </c:pt>
                <c:pt idx="6908">
                  <c:v>1.1745790694189393</c:v>
                </c:pt>
                <c:pt idx="6909">
                  <c:v>1.1736629151839801</c:v>
                </c:pt>
                <c:pt idx="6910">
                  <c:v>1.1721894994043855</c:v>
                </c:pt>
                <c:pt idx="6911">
                  <c:v>1.1699289580428283</c:v>
                </c:pt>
                <c:pt idx="6912">
                  <c:v>1.1676407313994275</c:v>
                </c:pt>
                <c:pt idx="6913">
                  <c:v>1.1677176914030851</c:v>
                </c:pt>
                <c:pt idx="6914">
                  <c:v>1.167035211106624</c:v>
                </c:pt>
                <c:pt idx="6915">
                  <c:v>1.1669341217288824</c:v>
                </c:pt>
                <c:pt idx="6916">
                  <c:v>1.1658005491337555</c:v>
                </c:pt>
                <c:pt idx="6917">
                  <c:v>1.1644741955393676</c:v>
                </c:pt>
                <c:pt idx="6918">
                  <c:v>1.1630546263629922</c:v>
                </c:pt>
                <c:pt idx="6919">
                  <c:v>1.1617460523074032</c:v>
                </c:pt>
                <c:pt idx="6920">
                  <c:v>1.1603181013484509</c:v>
                </c:pt>
                <c:pt idx="6921">
                  <c:v>1.1590151151479131</c:v>
                </c:pt>
                <c:pt idx="6922">
                  <c:v>1.1583435565681426</c:v>
                </c:pt>
                <c:pt idx="6923">
                  <c:v>1.1581243602540949</c:v>
                </c:pt>
                <c:pt idx="6924">
                  <c:v>1.1579018620256991</c:v>
                </c:pt>
                <c:pt idx="6925">
                  <c:v>1.1587562958616853</c:v>
                </c:pt>
                <c:pt idx="6926">
                  <c:v>1.1594509678418943</c:v>
                </c:pt>
                <c:pt idx="6927">
                  <c:v>1.1571254041670158</c:v>
                </c:pt>
                <c:pt idx="6928">
                  <c:v>1.1549306470990142</c:v>
                </c:pt>
                <c:pt idx="6929">
                  <c:v>1.1545019062205526</c:v>
                </c:pt>
                <c:pt idx="6930">
                  <c:v>1.1533322665610055</c:v>
                </c:pt>
                <c:pt idx="6931">
                  <c:v>1.1515091018538979</c:v>
                </c:pt>
                <c:pt idx="6932">
                  <c:v>1.1511479232228716</c:v>
                </c:pt>
                <c:pt idx="6933">
                  <c:v>1.1524514174102323</c:v>
                </c:pt>
                <c:pt idx="6934">
                  <c:v>1.1526335306862139</c:v>
                </c:pt>
                <c:pt idx="6935">
                  <c:v>1.1517897645735069</c:v>
                </c:pt>
                <c:pt idx="6936">
                  <c:v>1.1513173368282827</c:v>
                </c:pt>
                <c:pt idx="6937">
                  <c:v>1.1505086218063503</c:v>
                </c:pt>
                <c:pt idx="6938">
                  <c:v>1.1496704435486944</c:v>
                </c:pt>
                <c:pt idx="6939">
                  <c:v>1.1493925747566107</c:v>
                </c:pt>
                <c:pt idx="6940">
                  <c:v>1.1497672150384419</c:v>
                </c:pt>
                <c:pt idx="6941">
                  <c:v>1.1502774878019664</c:v>
                </c:pt>
                <c:pt idx="6942">
                  <c:v>1.1486349124103721</c:v>
                </c:pt>
                <c:pt idx="6943">
                  <c:v>1.1459806812611282</c:v>
                </c:pt>
                <c:pt idx="6944">
                  <c:v>1.1453116626154718</c:v>
                </c:pt>
                <c:pt idx="6945">
                  <c:v>1.1436276862978174</c:v>
                </c:pt>
                <c:pt idx="6946">
                  <c:v>1.1414496927949689</c:v>
                </c:pt>
                <c:pt idx="6947">
                  <c:v>1.140028599658125</c:v>
                </c:pt>
                <c:pt idx="6948">
                  <c:v>1.1406107525570786</c:v>
                </c:pt>
                <c:pt idx="6949">
                  <c:v>1.1404624204048146</c:v>
                </c:pt>
                <c:pt idx="6950">
                  <c:v>1.1397700343653085</c:v>
                </c:pt>
                <c:pt idx="6951">
                  <c:v>1.1396313539626781</c:v>
                </c:pt>
                <c:pt idx="6952">
                  <c:v>1.139403775866054</c:v>
                </c:pt>
                <c:pt idx="6953">
                  <c:v>1.141004696338177</c:v>
                </c:pt>
                <c:pt idx="6954">
                  <c:v>1.1409724391749279</c:v>
                </c:pt>
                <c:pt idx="6955">
                  <c:v>1.1407415591639554</c:v>
                </c:pt>
                <c:pt idx="6956">
                  <c:v>1.1394032678792312</c:v>
                </c:pt>
                <c:pt idx="6957">
                  <c:v>1.1369115925132902</c:v>
                </c:pt>
                <c:pt idx="6958">
                  <c:v>1.1366812204891406</c:v>
                </c:pt>
                <c:pt idx="6959">
                  <c:v>1.1368214248522392</c:v>
                </c:pt>
                <c:pt idx="6960">
                  <c:v>1.1373677646801843</c:v>
                </c:pt>
                <c:pt idx="6961">
                  <c:v>1.1395792853133391</c:v>
                </c:pt>
                <c:pt idx="6962">
                  <c:v>1.1403372016529891</c:v>
                </c:pt>
                <c:pt idx="6963">
                  <c:v>1.1390705365102829</c:v>
                </c:pt>
                <c:pt idx="6964">
                  <c:v>1.1394456847789369</c:v>
                </c:pt>
                <c:pt idx="6965">
                  <c:v>1.1387761581464577</c:v>
                </c:pt>
                <c:pt idx="6966">
                  <c:v>1.1373339835564664</c:v>
                </c:pt>
                <c:pt idx="6967">
                  <c:v>1.1371201211040585</c:v>
                </c:pt>
                <c:pt idx="6968">
                  <c:v>1.1369136244605815</c:v>
                </c:pt>
                <c:pt idx="6969">
                  <c:v>1.1390304055512801</c:v>
                </c:pt>
                <c:pt idx="6970">
                  <c:v>1.1408093754048021</c:v>
                </c:pt>
                <c:pt idx="6971">
                  <c:v>1.1395719195044081</c:v>
                </c:pt>
                <c:pt idx="6972">
                  <c:v>1.1361485963054119</c:v>
                </c:pt>
                <c:pt idx="6973">
                  <c:v>1.1336282196839813</c:v>
                </c:pt>
                <c:pt idx="6974">
                  <c:v>1.1340396890104671</c:v>
                </c:pt>
                <c:pt idx="6975">
                  <c:v>1.1340394350170557</c:v>
                </c:pt>
                <c:pt idx="6976">
                  <c:v>1.1332769467960002</c:v>
                </c:pt>
                <c:pt idx="6977">
                  <c:v>1.1314690216935772</c:v>
                </c:pt>
                <c:pt idx="6978">
                  <c:v>1.1292247359103504</c:v>
                </c:pt>
                <c:pt idx="6979">
                  <c:v>1.128754086119006</c:v>
                </c:pt>
                <c:pt idx="6980">
                  <c:v>1.128878288897186</c:v>
                </c:pt>
                <c:pt idx="6981">
                  <c:v>1.1276596285092364</c:v>
                </c:pt>
                <c:pt idx="6982">
                  <c:v>1.126091727180597</c:v>
                </c:pt>
                <c:pt idx="6983">
                  <c:v>1.1244090208299997</c:v>
                </c:pt>
                <c:pt idx="6984">
                  <c:v>1.1232642725247708</c:v>
                </c:pt>
                <c:pt idx="6985">
                  <c:v>1.1218299717305333</c:v>
                </c:pt>
                <c:pt idx="6986">
                  <c:v>1.119735542060039</c:v>
                </c:pt>
                <c:pt idx="6987">
                  <c:v>1.1172613922394854</c:v>
                </c:pt>
                <c:pt idx="6988">
                  <c:v>1.1154008905009003</c:v>
                </c:pt>
                <c:pt idx="6989">
                  <c:v>1.1135124494870603</c:v>
                </c:pt>
                <c:pt idx="6990">
                  <c:v>1.1125785157133024</c:v>
                </c:pt>
                <c:pt idx="6991">
                  <c:v>1.112225972858264</c:v>
                </c:pt>
                <c:pt idx="6992">
                  <c:v>1.1109897869249272</c:v>
                </c:pt>
                <c:pt idx="6993">
                  <c:v>1.1111007820457137</c:v>
                </c:pt>
                <c:pt idx="6994">
                  <c:v>1.1110715728034015</c:v>
                </c:pt>
                <c:pt idx="6995">
                  <c:v>1.1101541486013853</c:v>
                </c:pt>
                <c:pt idx="6996">
                  <c:v>1.1093723568810625</c:v>
                </c:pt>
                <c:pt idx="6997">
                  <c:v>1.1083985461417132</c:v>
                </c:pt>
                <c:pt idx="6998">
                  <c:v>1.10605952081603</c:v>
                </c:pt>
                <c:pt idx="6999">
                  <c:v>1.1047186895971919</c:v>
                </c:pt>
                <c:pt idx="7000">
                  <c:v>1.1045256546045195</c:v>
                </c:pt>
                <c:pt idx="7001">
                  <c:v>1.1034515164676628</c:v>
                </c:pt>
                <c:pt idx="7002">
                  <c:v>1.1035099349522874</c:v>
                </c:pt>
                <c:pt idx="7003">
                  <c:v>1.104550037972015</c:v>
                </c:pt>
                <c:pt idx="7004">
                  <c:v>1.1051923873094731</c:v>
                </c:pt>
                <c:pt idx="7005">
                  <c:v>1.1041273929354272</c:v>
                </c:pt>
                <c:pt idx="7006">
                  <c:v>1.1025884468556886</c:v>
                </c:pt>
                <c:pt idx="7007">
                  <c:v>1.1021716436675633</c:v>
                </c:pt>
                <c:pt idx="7008">
                  <c:v>1.1029811206697298</c:v>
                </c:pt>
                <c:pt idx="7009">
                  <c:v>1.1020007061016837</c:v>
                </c:pt>
                <c:pt idx="7010">
                  <c:v>1.0989774225256597</c:v>
                </c:pt>
                <c:pt idx="7011">
                  <c:v>1.0979698306625927</c:v>
                </c:pt>
                <c:pt idx="7012">
                  <c:v>1.0976330353990618</c:v>
                </c:pt>
                <c:pt idx="7013">
                  <c:v>1.0983373591289043</c:v>
                </c:pt>
                <c:pt idx="7014">
                  <c:v>1.0992839925732327</c:v>
                </c:pt>
                <c:pt idx="7015">
                  <c:v>1.10016560370424</c:v>
                </c:pt>
                <c:pt idx="7016">
                  <c:v>1.1000728961090749</c:v>
                </c:pt>
                <c:pt idx="7017">
                  <c:v>1.0978628994363886</c:v>
                </c:pt>
                <c:pt idx="7018">
                  <c:v>1.0960641180967765</c:v>
                </c:pt>
                <c:pt idx="7019">
                  <c:v>1.0942297776795671</c:v>
                </c:pt>
                <c:pt idx="7020">
                  <c:v>1.0912689764827501</c:v>
                </c:pt>
                <c:pt idx="7021">
                  <c:v>1.0912070020903657</c:v>
                </c:pt>
                <c:pt idx="7022">
                  <c:v>1.0921518575808142</c:v>
                </c:pt>
                <c:pt idx="7023">
                  <c:v>1.0924119468340991</c:v>
                </c:pt>
                <c:pt idx="7024">
                  <c:v>1.0923248270939852</c:v>
                </c:pt>
                <c:pt idx="7025">
                  <c:v>1.0915694506884492</c:v>
                </c:pt>
                <c:pt idx="7026">
                  <c:v>1.0900978128627343</c:v>
                </c:pt>
                <c:pt idx="7027">
                  <c:v>1.0891163823210426</c:v>
                </c:pt>
                <c:pt idx="7028">
                  <c:v>1.0868992738328367</c:v>
                </c:pt>
                <c:pt idx="7029">
                  <c:v>1.0843527358900311</c:v>
                </c:pt>
                <c:pt idx="7030">
                  <c:v>1.0836255527531615</c:v>
                </c:pt>
                <c:pt idx="7031">
                  <c:v>1.084208721625761</c:v>
                </c:pt>
                <c:pt idx="7032">
                  <c:v>1.0840669933021938</c:v>
                </c:pt>
                <c:pt idx="7033">
                  <c:v>1.0839562521748185</c:v>
                </c:pt>
                <c:pt idx="7034">
                  <c:v>1.0846184129983669</c:v>
                </c:pt>
                <c:pt idx="7035">
                  <c:v>1.0864174483313902</c:v>
                </c:pt>
                <c:pt idx="7036">
                  <c:v>1.0878647027896096</c:v>
                </c:pt>
                <c:pt idx="7037">
                  <c:v>1.087570070432373</c:v>
                </c:pt>
                <c:pt idx="7038">
                  <c:v>1.088326716804966</c:v>
                </c:pt>
                <c:pt idx="7039">
                  <c:v>1.0879660461607625</c:v>
                </c:pt>
                <c:pt idx="7040">
                  <c:v>1.0862706401395947</c:v>
                </c:pt>
                <c:pt idx="7041">
                  <c:v>1.0858010063218959</c:v>
                </c:pt>
                <c:pt idx="7042">
                  <c:v>1.0856859473065268</c:v>
                </c:pt>
                <c:pt idx="7043">
                  <c:v>1.0860199486425322</c:v>
                </c:pt>
                <c:pt idx="7044">
                  <c:v>1.0863780793526217</c:v>
                </c:pt>
                <c:pt idx="7045">
                  <c:v>1.0850578216001077</c:v>
                </c:pt>
                <c:pt idx="7046">
                  <c:v>1.0830050468490848</c:v>
                </c:pt>
                <c:pt idx="7047">
                  <c:v>1.0819959310255491</c:v>
                </c:pt>
                <c:pt idx="7048">
                  <c:v>1.0840354981191789</c:v>
                </c:pt>
                <c:pt idx="7049">
                  <c:v>1.0853778532984855</c:v>
                </c:pt>
                <c:pt idx="7050">
                  <c:v>1.0853539779178127</c:v>
                </c:pt>
                <c:pt idx="7051">
                  <c:v>1.085976515769181</c:v>
                </c:pt>
                <c:pt idx="7052">
                  <c:v>1.086467993020261</c:v>
                </c:pt>
                <c:pt idx="7053">
                  <c:v>1.0851850722992245</c:v>
                </c:pt>
                <c:pt idx="7054">
                  <c:v>1.0830215564208265</c:v>
                </c:pt>
                <c:pt idx="7055">
                  <c:v>1.0818415030314115</c:v>
                </c:pt>
                <c:pt idx="7056">
                  <c:v>1.0820812728117832</c:v>
                </c:pt>
                <c:pt idx="7057">
                  <c:v>1.0830004749676794</c:v>
                </c:pt>
                <c:pt idx="7058">
                  <c:v>1.0833349842905076</c:v>
                </c:pt>
                <c:pt idx="7059">
                  <c:v>1.0829011635438177</c:v>
                </c:pt>
                <c:pt idx="7060">
                  <c:v>1.0832750418454145</c:v>
                </c:pt>
                <c:pt idx="7061">
                  <c:v>1.0839892713183019</c:v>
                </c:pt>
                <c:pt idx="7062">
                  <c:v>1.083099786391541</c:v>
                </c:pt>
                <c:pt idx="7063">
                  <c:v>1.0815105496163429</c:v>
                </c:pt>
                <c:pt idx="7064">
                  <c:v>1.0810221202861998</c:v>
                </c:pt>
                <c:pt idx="7065">
                  <c:v>1.0788657162233211</c:v>
                </c:pt>
                <c:pt idx="7066">
                  <c:v>1.0781403110403316</c:v>
                </c:pt>
                <c:pt idx="7067">
                  <c:v>1.078092306285575</c:v>
                </c:pt>
                <c:pt idx="7068">
                  <c:v>1.077169548221919</c:v>
                </c:pt>
                <c:pt idx="7069">
                  <c:v>1.0757309295396877</c:v>
                </c:pt>
                <c:pt idx="7070">
                  <c:v>1.0746585693567108</c:v>
                </c:pt>
                <c:pt idx="7071">
                  <c:v>1.0740378094592227</c:v>
                </c:pt>
                <c:pt idx="7072">
                  <c:v>1.072766572435111</c:v>
                </c:pt>
                <c:pt idx="7073">
                  <c:v>1.0715913449205128</c:v>
                </c:pt>
                <c:pt idx="7074">
                  <c:v>1.0711430465493725</c:v>
                </c:pt>
                <c:pt idx="7075">
                  <c:v>1.0721420026364517</c:v>
                </c:pt>
                <c:pt idx="7076">
                  <c:v>1.0727967976510688</c:v>
                </c:pt>
                <c:pt idx="7077">
                  <c:v>1.0729027129036273</c:v>
                </c:pt>
                <c:pt idx="7078">
                  <c:v>1.0724219033758264</c:v>
                </c:pt>
                <c:pt idx="7079">
                  <c:v>1.0720279595947282</c:v>
                </c:pt>
                <c:pt idx="7080">
                  <c:v>1.0733487253340648</c:v>
                </c:pt>
                <c:pt idx="7081">
                  <c:v>1.0741185793640513</c:v>
                </c:pt>
                <c:pt idx="7082">
                  <c:v>1.0725359464175499</c:v>
                </c:pt>
                <c:pt idx="7083">
                  <c:v>1.070085163990846</c:v>
                </c:pt>
                <c:pt idx="7084">
                  <c:v>1.0689500674352508</c:v>
                </c:pt>
                <c:pt idx="7085">
                  <c:v>1.0677806817691149</c:v>
                </c:pt>
                <c:pt idx="7086">
                  <c:v>1.0672818387091039</c:v>
                </c:pt>
                <c:pt idx="7087">
                  <c:v>1.0653644424463629</c:v>
                </c:pt>
                <c:pt idx="7088">
                  <c:v>1.0648607735115352</c:v>
                </c:pt>
                <c:pt idx="7089">
                  <c:v>1.0662158283614123</c:v>
                </c:pt>
                <c:pt idx="7090">
                  <c:v>1.0668487799426483</c:v>
                </c:pt>
                <c:pt idx="7091">
                  <c:v>1.0665000469887811</c:v>
                </c:pt>
                <c:pt idx="7092">
                  <c:v>1.0664268968862947</c:v>
                </c:pt>
                <c:pt idx="7093">
                  <c:v>1.0649702446718532</c:v>
                </c:pt>
                <c:pt idx="7094">
                  <c:v>1.0631143148146738</c:v>
                </c:pt>
                <c:pt idx="7095">
                  <c:v>1.0612294297085934</c:v>
                </c:pt>
                <c:pt idx="7096">
                  <c:v>1.0608027207774231</c:v>
                </c:pt>
                <c:pt idx="7097">
                  <c:v>1.0621438059896726</c:v>
                </c:pt>
                <c:pt idx="7098">
                  <c:v>1.062824000345431</c:v>
                </c:pt>
                <c:pt idx="7099">
                  <c:v>1.0635933463885947</c:v>
                </c:pt>
                <c:pt idx="7100">
                  <c:v>1.0631920367985654</c:v>
                </c:pt>
                <c:pt idx="7101">
                  <c:v>1.0630696119742653</c:v>
                </c:pt>
                <c:pt idx="7102">
                  <c:v>1.063318525517448</c:v>
                </c:pt>
                <c:pt idx="7103">
                  <c:v>1.064537439898809</c:v>
                </c:pt>
                <c:pt idx="7104">
                  <c:v>1.0664769335883426</c:v>
                </c:pt>
                <c:pt idx="7105">
                  <c:v>1.0678652615751147</c:v>
                </c:pt>
                <c:pt idx="7106">
                  <c:v>1.0665353520729672</c:v>
                </c:pt>
                <c:pt idx="7107">
                  <c:v>1.0649125881674628</c:v>
                </c:pt>
                <c:pt idx="7108">
                  <c:v>1.0633195414910936</c:v>
                </c:pt>
                <c:pt idx="7109">
                  <c:v>1.0623269352392999</c:v>
                </c:pt>
                <c:pt idx="7110">
                  <c:v>1.0606015579955856</c:v>
                </c:pt>
                <c:pt idx="7111">
                  <c:v>1.0604674494743607</c:v>
                </c:pt>
                <c:pt idx="7112">
                  <c:v>1.0617795794377094</c:v>
                </c:pt>
                <c:pt idx="7113">
                  <c:v>1.0644401604222387</c:v>
                </c:pt>
                <c:pt idx="7114">
                  <c:v>1.0649405274427182</c:v>
                </c:pt>
                <c:pt idx="7115">
                  <c:v>1.0648663613665861</c:v>
                </c:pt>
                <c:pt idx="7116">
                  <c:v>1.0658216305869026</c:v>
                </c:pt>
                <c:pt idx="7117">
                  <c:v>1.0649047143717092</c:v>
                </c:pt>
                <c:pt idx="7118">
                  <c:v>1.0643271333541608</c:v>
                </c:pt>
                <c:pt idx="7119">
                  <c:v>1.0627813294523141</c:v>
                </c:pt>
                <c:pt idx="7120">
                  <c:v>1.062864131304434</c:v>
                </c:pt>
                <c:pt idx="7121">
                  <c:v>1.0635946163556518</c:v>
                </c:pt>
                <c:pt idx="7122">
                  <c:v>1.0649760865203157</c:v>
                </c:pt>
                <c:pt idx="7123">
                  <c:v>1.0654916931454799</c:v>
                </c:pt>
                <c:pt idx="7124">
                  <c:v>1.0661558859163194</c:v>
                </c:pt>
                <c:pt idx="7125">
                  <c:v>1.0655257282626089</c:v>
                </c:pt>
                <c:pt idx="7126">
                  <c:v>1.0633223354186192</c:v>
                </c:pt>
                <c:pt idx="7127">
                  <c:v>1.0622969640167534</c:v>
                </c:pt>
                <c:pt idx="7128">
                  <c:v>1.0626464589508549</c:v>
                </c:pt>
                <c:pt idx="7129">
                  <c:v>1.06337288010749</c:v>
                </c:pt>
                <c:pt idx="7130">
                  <c:v>1.0627851393534851</c:v>
                </c:pt>
                <c:pt idx="7131">
                  <c:v>1.0625103184823386</c:v>
                </c:pt>
                <c:pt idx="7132">
                  <c:v>1.0628008869449928</c:v>
                </c:pt>
                <c:pt idx="7133">
                  <c:v>1.0637564101587205</c:v>
                </c:pt>
                <c:pt idx="7134">
                  <c:v>1.0647642560151989</c:v>
                </c:pt>
                <c:pt idx="7135">
                  <c:v>1.0648287703416974</c:v>
                </c:pt>
                <c:pt idx="7136">
                  <c:v>1.0647281889507787</c:v>
                </c:pt>
                <c:pt idx="7137">
                  <c:v>1.0653476788812097</c:v>
                </c:pt>
                <c:pt idx="7138">
                  <c:v>1.0657060635847107</c:v>
                </c:pt>
                <c:pt idx="7139">
                  <c:v>1.0653542827099065</c:v>
                </c:pt>
                <c:pt idx="7140">
                  <c:v>1.0639283636982457</c:v>
                </c:pt>
                <c:pt idx="7141">
                  <c:v>1.0631445400306316</c:v>
                </c:pt>
                <c:pt idx="7142">
                  <c:v>1.0628971504479174</c:v>
                </c:pt>
                <c:pt idx="7143">
                  <c:v>1.0620577022232043</c:v>
                </c:pt>
                <c:pt idx="7144">
                  <c:v>1.0619225777283336</c:v>
                </c:pt>
                <c:pt idx="7145">
                  <c:v>1.0631173627356105</c:v>
                </c:pt>
                <c:pt idx="7146">
                  <c:v>1.0644134911140406</c:v>
                </c:pt>
                <c:pt idx="7147">
                  <c:v>1.0650228213080153</c:v>
                </c:pt>
                <c:pt idx="7148">
                  <c:v>1.0661066111945057</c:v>
                </c:pt>
                <c:pt idx="7149">
                  <c:v>1.064919445989571</c:v>
                </c:pt>
                <c:pt idx="7150">
                  <c:v>1.06355829529782</c:v>
                </c:pt>
                <c:pt idx="7151">
                  <c:v>1.0645445517143286</c:v>
                </c:pt>
                <c:pt idx="7152">
                  <c:v>1.0666072322083966</c:v>
                </c:pt>
                <c:pt idx="7153">
                  <c:v>1.0664881092984448</c:v>
                </c:pt>
                <c:pt idx="7154">
                  <c:v>1.0657517823987646</c:v>
                </c:pt>
                <c:pt idx="7155">
                  <c:v>1.065690823980026</c:v>
                </c:pt>
                <c:pt idx="7156">
                  <c:v>1.0658005491337554</c:v>
                </c:pt>
                <c:pt idx="7157">
                  <c:v>1.0667377848218618</c:v>
                </c:pt>
                <c:pt idx="7158">
                  <c:v>1.067527958324761</c:v>
                </c:pt>
                <c:pt idx="7159">
                  <c:v>1.0666092641556877</c:v>
                </c:pt>
                <c:pt idx="7160">
                  <c:v>1.0651962988080088</c:v>
                </c:pt>
                <c:pt idx="7161">
                  <c:v>1.065625293679882</c:v>
                </c:pt>
                <c:pt idx="7162">
                  <c:v>1.0666046922742825</c:v>
                </c:pt>
                <c:pt idx="7163">
                  <c:v>1.0664418824975681</c:v>
                </c:pt>
                <c:pt idx="7164">
                  <c:v>1.0663245375414963</c:v>
                </c:pt>
                <c:pt idx="7165">
                  <c:v>1.0669640929514288</c:v>
                </c:pt>
                <c:pt idx="7166">
                  <c:v>1.0687920835333531</c:v>
                </c:pt>
                <c:pt idx="7167">
                  <c:v>1.0691321807112324</c:v>
                </c:pt>
                <c:pt idx="7168">
                  <c:v>1.067105059294762</c:v>
                </c:pt>
                <c:pt idx="7169">
                  <c:v>1.0656204678050651</c:v>
                </c:pt>
                <c:pt idx="7170">
                  <c:v>1.0648145467106582</c:v>
                </c:pt>
                <c:pt idx="7171">
                  <c:v>1.0643893617399565</c:v>
                </c:pt>
                <c:pt idx="7172">
                  <c:v>1.0659547231344819</c:v>
                </c:pt>
                <c:pt idx="7173">
                  <c:v>1.0667146714214233</c:v>
                </c:pt>
                <c:pt idx="7174">
                  <c:v>1.065970216732578</c:v>
                </c:pt>
                <c:pt idx="7175">
                  <c:v>1.0657995331601098</c:v>
                </c:pt>
                <c:pt idx="7176">
                  <c:v>1.0654365765752036</c:v>
                </c:pt>
                <c:pt idx="7177">
                  <c:v>1.0644726715788992</c:v>
                </c:pt>
                <c:pt idx="7178">
                  <c:v>1.0654078753197143</c:v>
                </c:pt>
                <c:pt idx="7179">
                  <c:v>1.0660964514580491</c:v>
                </c:pt>
                <c:pt idx="7180">
                  <c:v>1.0659079883467824</c:v>
                </c:pt>
                <c:pt idx="7181">
                  <c:v>1.0669145642362037</c:v>
                </c:pt>
                <c:pt idx="7182">
                  <c:v>1.0671403643789481</c:v>
                </c:pt>
                <c:pt idx="7183">
                  <c:v>1.067175669463134</c:v>
                </c:pt>
                <c:pt idx="7184">
                  <c:v>1.0678657695619376</c:v>
                </c:pt>
                <c:pt idx="7185">
                  <c:v>1.069208632728067</c:v>
                </c:pt>
                <c:pt idx="7186">
                  <c:v>1.0721239691042415</c:v>
                </c:pt>
                <c:pt idx="7187">
                  <c:v>1.0737365732732893</c:v>
                </c:pt>
                <c:pt idx="7188">
                  <c:v>1.0736258321459142</c:v>
                </c:pt>
                <c:pt idx="7189">
                  <c:v>1.0724333330793399</c:v>
                </c:pt>
                <c:pt idx="7190">
                  <c:v>1.071674908752867</c:v>
                </c:pt>
                <c:pt idx="7191">
                  <c:v>1.072679452694997</c:v>
                </c:pt>
                <c:pt idx="7192">
                  <c:v>1.0745765294848251</c:v>
                </c:pt>
                <c:pt idx="7193">
                  <c:v>1.0777481452131132</c:v>
                </c:pt>
                <c:pt idx="7194">
                  <c:v>1.0794239937416024</c:v>
                </c:pt>
                <c:pt idx="7195">
                  <c:v>1.0810211043125542</c:v>
                </c:pt>
                <c:pt idx="7196">
                  <c:v>1.0819362425738677</c:v>
                </c:pt>
                <c:pt idx="7197">
                  <c:v>1.0840207665013168</c:v>
                </c:pt>
                <c:pt idx="7198">
                  <c:v>1.0857245543050613</c:v>
                </c:pt>
                <c:pt idx="7199">
                  <c:v>1.0862927375663876</c:v>
                </c:pt>
                <c:pt idx="7200">
                  <c:v>1.0883236688840292</c:v>
                </c:pt>
                <c:pt idx="7201">
                  <c:v>1.0919664423904845</c:v>
                </c:pt>
                <c:pt idx="7202">
                  <c:v>1.0954842511385254</c:v>
                </c:pt>
                <c:pt idx="7203">
                  <c:v>1.0975230562519207</c:v>
                </c:pt>
                <c:pt idx="7204">
                  <c:v>1.1007962693447733</c:v>
                </c:pt>
                <c:pt idx="7205">
                  <c:v>1.1044827297179911</c:v>
                </c:pt>
                <c:pt idx="7206">
                  <c:v>1.107097337895055</c:v>
                </c:pt>
                <c:pt idx="7207">
                  <c:v>1.108574055588998</c:v>
                </c:pt>
                <c:pt idx="7208">
                  <c:v>1.1091882116577896</c:v>
                </c:pt>
                <c:pt idx="7209">
                  <c:v>1.109749791090419</c:v>
                </c:pt>
                <c:pt idx="7210">
                  <c:v>1.1122059073787627</c:v>
                </c:pt>
                <c:pt idx="7211">
                  <c:v>1.1151458811158439</c:v>
                </c:pt>
                <c:pt idx="7212">
                  <c:v>1.1180960145893815</c:v>
                </c:pt>
                <c:pt idx="7213">
                  <c:v>1.1204825366829985</c:v>
                </c:pt>
                <c:pt idx="7214">
                  <c:v>1.1220946328652235</c:v>
                </c:pt>
                <c:pt idx="7215">
                  <c:v>1.1230049452517201</c:v>
                </c:pt>
                <c:pt idx="7216">
                  <c:v>1.1241707750100962</c:v>
                </c:pt>
                <c:pt idx="7217">
                  <c:v>1.1244128307311709</c:v>
                </c:pt>
                <c:pt idx="7218">
                  <c:v>1.1257191188460571</c:v>
                </c:pt>
                <c:pt idx="7219">
                  <c:v>1.1267721755297668</c:v>
                </c:pt>
                <c:pt idx="7220">
                  <c:v>1.1271645953503966</c:v>
                </c:pt>
                <c:pt idx="7221">
                  <c:v>1.1277924670634043</c:v>
                </c:pt>
                <c:pt idx="7222">
                  <c:v>1.1280723678027793</c:v>
                </c:pt>
                <c:pt idx="7223">
                  <c:v>1.127757669966041</c:v>
                </c:pt>
                <c:pt idx="7224">
                  <c:v>1.1264216646220198</c:v>
                </c:pt>
                <c:pt idx="7225">
                  <c:v>1.1276400710165579</c:v>
                </c:pt>
                <c:pt idx="7226">
                  <c:v>1.1279893119572479</c:v>
                </c:pt>
                <c:pt idx="7227">
                  <c:v>1.1263756918145544</c:v>
                </c:pt>
                <c:pt idx="7228">
                  <c:v>1.1242982797026244</c:v>
                </c:pt>
                <c:pt idx="7229">
                  <c:v>1.1221134283776679</c:v>
                </c:pt>
                <c:pt idx="7230">
                  <c:v>1.1215094320453327</c:v>
                </c:pt>
                <c:pt idx="7231">
                  <c:v>1.1221482254750312</c:v>
                </c:pt>
                <c:pt idx="7232">
                  <c:v>1.1207941865987996</c:v>
                </c:pt>
                <c:pt idx="7233">
                  <c:v>1.1184538913060595</c:v>
                </c:pt>
                <c:pt idx="7234">
                  <c:v>1.1174851604349383</c:v>
                </c:pt>
                <c:pt idx="7235">
                  <c:v>1.1168412871370117</c:v>
                </c:pt>
                <c:pt idx="7236">
                  <c:v>1.1143803449738514</c:v>
                </c:pt>
                <c:pt idx="7237">
                  <c:v>1.1111523427082302</c:v>
                </c:pt>
                <c:pt idx="7238">
                  <c:v>1.1087836001534119</c:v>
                </c:pt>
                <c:pt idx="7239">
                  <c:v>1.1068441064638783</c:v>
                </c:pt>
                <c:pt idx="7240">
                  <c:v>1.1054832097655387</c:v>
                </c:pt>
                <c:pt idx="7241">
                  <c:v>1.1060590128292072</c:v>
                </c:pt>
                <c:pt idx="7242">
                  <c:v>1.1062898928401796</c:v>
                </c:pt>
                <c:pt idx="7243">
                  <c:v>1.1043224598753909</c:v>
                </c:pt>
                <c:pt idx="7244">
                  <c:v>1.1015816169728558</c:v>
                </c:pt>
                <c:pt idx="7245">
                  <c:v>1.1003441610724618</c:v>
                </c:pt>
                <c:pt idx="7246">
                  <c:v>1.0998775751757</c:v>
                </c:pt>
                <c:pt idx="7247">
                  <c:v>1.0986340234334322</c:v>
                </c:pt>
                <c:pt idx="7248">
                  <c:v>1.0973447528771103</c:v>
                </c:pt>
                <c:pt idx="7249">
                  <c:v>1.0962690907797852</c:v>
                </c:pt>
                <c:pt idx="7250">
                  <c:v>1.0945221240961009</c:v>
                </c:pt>
                <c:pt idx="7251">
                  <c:v>1.093169101193515</c:v>
                </c:pt>
                <c:pt idx="7252">
                  <c:v>1.0917447061423227</c:v>
                </c:pt>
                <c:pt idx="7253">
                  <c:v>1.0907300024637361</c:v>
                </c:pt>
                <c:pt idx="7254">
                  <c:v>1.0901524214461877</c:v>
                </c:pt>
                <c:pt idx="7255">
                  <c:v>1.0879480126285523</c:v>
                </c:pt>
                <c:pt idx="7256">
                  <c:v>1.0864014467464713</c:v>
                </c:pt>
                <c:pt idx="7257">
                  <c:v>1.0859523863950968</c:v>
                </c:pt>
                <c:pt idx="7258">
                  <c:v>1.0859831195978775</c:v>
                </c:pt>
                <c:pt idx="7259">
                  <c:v>1.0852569524346538</c:v>
                </c:pt>
                <c:pt idx="7260">
                  <c:v>1.0842737439390822</c:v>
                </c:pt>
                <c:pt idx="7261">
                  <c:v>1.0838947857692571</c:v>
                </c:pt>
                <c:pt idx="7262">
                  <c:v>1.0841581769368902</c:v>
                </c:pt>
                <c:pt idx="7263">
                  <c:v>1.0832440546492224</c:v>
                </c:pt>
                <c:pt idx="7264">
                  <c:v>1.082167630571663</c:v>
                </c:pt>
                <c:pt idx="7265">
                  <c:v>1.082985997343229</c:v>
                </c:pt>
                <c:pt idx="7266">
                  <c:v>1.0815453467137062</c:v>
                </c:pt>
                <c:pt idx="7267">
                  <c:v>1.0792644858792362</c:v>
                </c:pt>
                <c:pt idx="7268">
                  <c:v>1.0786373761464627</c:v>
                </c:pt>
                <c:pt idx="7269">
                  <c:v>1.0795428626581427</c:v>
                </c:pt>
                <c:pt idx="7270">
                  <c:v>1.0798019359377817</c:v>
                </c:pt>
                <c:pt idx="7271">
                  <c:v>1.0792144491771882</c:v>
                </c:pt>
                <c:pt idx="7272">
                  <c:v>1.0787841843382582</c:v>
                </c:pt>
                <c:pt idx="7273">
                  <c:v>1.0788847657291769</c:v>
                </c:pt>
                <c:pt idx="7274">
                  <c:v>1.0792911551874345</c:v>
                </c:pt>
                <c:pt idx="7275">
                  <c:v>1.0800272280937033</c:v>
                </c:pt>
                <c:pt idx="7276">
                  <c:v>1.0799258847225504</c:v>
                </c:pt>
                <c:pt idx="7277">
                  <c:v>1.0792782015234526</c:v>
                </c:pt>
                <c:pt idx="7278">
                  <c:v>1.0805121015160866</c:v>
                </c:pt>
                <c:pt idx="7279">
                  <c:v>1.0810559014099175</c:v>
                </c:pt>
                <c:pt idx="7280">
                  <c:v>1.0798778799677937</c:v>
                </c:pt>
                <c:pt idx="7281">
                  <c:v>1.0794234857547795</c:v>
                </c:pt>
                <c:pt idx="7282">
                  <c:v>1.0786637914612496</c:v>
                </c:pt>
                <c:pt idx="7283">
                  <c:v>1.079218005084948</c:v>
                </c:pt>
                <c:pt idx="7284">
                  <c:v>1.0818567426360961</c:v>
                </c:pt>
                <c:pt idx="7285">
                  <c:v>1.0836339345357382</c:v>
                </c:pt>
                <c:pt idx="7286">
                  <c:v>1.0843761032838808</c:v>
                </c:pt>
                <c:pt idx="7287">
                  <c:v>1.0838282394954675</c:v>
                </c:pt>
                <c:pt idx="7288">
                  <c:v>1.0831241697590364</c:v>
                </c:pt>
                <c:pt idx="7289">
                  <c:v>1.0831757304215528</c:v>
                </c:pt>
                <c:pt idx="7290">
                  <c:v>1.0826652036646169</c:v>
                </c:pt>
                <c:pt idx="7291">
                  <c:v>1.0822892934157289</c:v>
                </c:pt>
                <c:pt idx="7292">
                  <c:v>1.0813985385219107</c:v>
                </c:pt>
                <c:pt idx="7293">
                  <c:v>1.0795426086647313</c:v>
                </c:pt>
                <c:pt idx="7294">
                  <c:v>1.0802065474421594</c:v>
                </c:pt>
                <c:pt idx="7295">
                  <c:v>1.0813299603008297</c:v>
                </c:pt>
                <c:pt idx="7296">
                  <c:v>1.0817007906814897</c:v>
                </c:pt>
                <c:pt idx="7297">
                  <c:v>1.0817180622334657</c:v>
                </c:pt>
                <c:pt idx="7298">
                  <c:v>1.0819718016514652</c:v>
                </c:pt>
                <c:pt idx="7299">
                  <c:v>1.0834607110291559</c:v>
                </c:pt>
                <c:pt idx="7300">
                  <c:v>1.0847667451506309</c:v>
                </c:pt>
                <c:pt idx="7301">
                  <c:v>1.085095666618408</c:v>
                </c:pt>
                <c:pt idx="7302">
                  <c:v>1.0838940237890229</c:v>
                </c:pt>
                <c:pt idx="7303">
                  <c:v>1.083371813335162</c:v>
                </c:pt>
                <c:pt idx="7304">
                  <c:v>1.0850761091257293</c:v>
                </c:pt>
                <c:pt idx="7305">
                  <c:v>1.0853153709192784</c:v>
                </c:pt>
                <c:pt idx="7306">
                  <c:v>1.0851055723614529</c:v>
                </c:pt>
                <c:pt idx="7307">
                  <c:v>1.0848431971674655</c:v>
                </c:pt>
                <c:pt idx="7308">
                  <c:v>1.0854075705276205</c:v>
                </c:pt>
                <c:pt idx="7309">
                  <c:v>1.0877674233130392</c:v>
                </c:pt>
                <c:pt idx="7310">
                  <c:v>1.0907988346782285</c:v>
                </c:pt>
                <c:pt idx="7311">
                  <c:v>1.0918125223831694</c:v>
                </c:pt>
                <c:pt idx="7312">
                  <c:v>1.0917812811935659</c:v>
                </c:pt>
                <c:pt idx="7313">
                  <c:v>1.0902131258715149</c:v>
                </c:pt>
                <c:pt idx="7314">
                  <c:v>1.0894994043854502</c:v>
                </c:pt>
                <c:pt idx="7315">
                  <c:v>1.0906616782360665</c:v>
                </c:pt>
                <c:pt idx="7316">
                  <c:v>1.0899781819659597</c:v>
                </c:pt>
                <c:pt idx="7317">
                  <c:v>1.0894529235911621</c:v>
                </c:pt>
                <c:pt idx="7318">
                  <c:v>1.0884372039389298</c:v>
                </c:pt>
                <c:pt idx="7319">
                  <c:v>1.0885291495538605</c:v>
                </c:pt>
                <c:pt idx="7320">
                  <c:v>1.0911290261130626</c:v>
                </c:pt>
                <c:pt idx="7321">
                  <c:v>1.0939105079614235</c:v>
                </c:pt>
                <c:pt idx="7322">
                  <c:v>1.0960049376319179</c:v>
                </c:pt>
                <c:pt idx="7323">
                  <c:v>1.0969312516033334</c:v>
                </c:pt>
                <c:pt idx="7324">
                  <c:v>1.0961504758566563</c:v>
                </c:pt>
                <c:pt idx="7325">
                  <c:v>1.0946161016583229</c:v>
                </c:pt>
                <c:pt idx="7326">
                  <c:v>1.0936699762008173</c:v>
                </c:pt>
                <c:pt idx="7327">
                  <c:v>1.093511484312097</c:v>
                </c:pt>
                <c:pt idx="7328">
                  <c:v>1.0952698806992947</c:v>
                </c:pt>
                <c:pt idx="7329">
                  <c:v>1.0958771789459782</c:v>
                </c:pt>
                <c:pt idx="7330">
                  <c:v>1.0951822529723578</c:v>
                </c:pt>
                <c:pt idx="7331">
                  <c:v>1.094573430765206</c:v>
                </c:pt>
                <c:pt idx="7332">
                  <c:v>1.0950562722402981</c:v>
                </c:pt>
                <c:pt idx="7333">
                  <c:v>1.0972317258090325</c:v>
                </c:pt>
                <c:pt idx="7334">
                  <c:v>1.0986774563067834</c:v>
                </c:pt>
                <c:pt idx="7335">
                  <c:v>1.0990739400219958</c:v>
                </c:pt>
                <c:pt idx="7336">
                  <c:v>1.098510328642075</c:v>
                </c:pt>
                <c:pt idx="7337">
                  <c:v>1.098997995991984</c:v>
                </c:pt>
                <c:pt idx="7338">
                  <c:v>1.1000632443594414</c:v>
                </c:pt>
                <c:pt idx="7339">
                  <c:v>1.100406135464846</c:v>
                </c:pt>
                <c:pt idx="7340">
                  <c:v>1.1001623017898916</c:v>
                </c:pt>
                <c:pt idx="7341">
                  <c:v>1.1001531580270807</c:v>
                </c:pt>
                <c:pt idx="7342">
                  <c:v>1.1001201388835973</c:v>
                </c:pt>
                <c:pt idx="7343">
                  <c:v>1.0994361346266677</c:v>
                </c:pt>
                <c:pt idx="7344">
                  <c:v>1.1000365750512431</c:v>
                </c:pt>
                <c:pt idx="7345">
                  <c:v>1.1011836092971747</c:v>
                </c:pt>
                <c:pt idx="7346">
                  <c:v>1.1036521712626775</c:v>
                </c:pt>
                <c:pt idx="7347">
                  <c:v>1.1046650969873841</c:v>
                </c:pt>
                <c:pt idx="7348">
                  <c:v>1.1044535204756789</c:v>
                </c:pt>
                <c:pt idx="7349">
                  <c:v>1.1045802631879729</c:v>
                </c:pt>
                <c:pt idx="7350">
                  <c:v>1.1036511552890318</c:v>
                </c:pt>
                <c:pt idx="7351">
                  <c:v>1.1041515223095113</c:v>
                </c:pt>
                <c:pt idx="7352">
                  <c:v>1.106012532034919</c:v>
                </c:pt>
                <c:pt idx="7353">
                  <c:v>1.1076584093408617</c:v>
                </c:pt>
                <c:pt idx="7354">
                  <c:v>1.1079416119945849</c:v>
                </c:pt>
                <c:pt idx="7355">
                  <c:v>1.1083025366321997</c:v>
                </c:pt>
                <c:pt idx="7356">
                  <c:v>1.1083203161709985</c:v>
                </c:pt>
                <c:pt idx="7357">
                  <c:v>1.1084206435685058</c:v>
                </c:pt>
                <c:pt idx="7358">
                  <c:v>1.1092854911343599</c:v>
                </c:pt>
                <c:pt idx="7359">
                  <c:v>1.1106369900764774</c:v>
                </c:pt>
                <c:pt idx="7360">
                  <c:v>1.111207205285095</c:v>
                </c:pt>
                <c:pt idx="7361">
                  <c:v>1.1112547020530288</c:v>
                </c:pt>
                <c:pt idx="7362">
                  <c:v>1.1129450282059683</c:v>
                </c:pt>
                <c:pt idx="7363">
                  <c:v>1.1146503399701813</c:v>
                </c:pt>
                <c:pt idx="7364">
                  <c:v>1.1145716020126437</c:v>
                </c:pt>
                <c:pt idx="7365">
                  <c:v>1.1131703203618899</c:v>
                </c:pt>
                <c:pt idx="7366">
                  <c:v>1.1139889411268671</c:v>
                </c:pt>
                <c:pt idx="7367">
                  <c:v>1.1164463273822678</c:v>
                </c:pt>
                <c:pt idx="7368">
                  <c:v>1.1159601839928273</c:v>
                </c:pt>
                <c:pt idx="7369">
                  <c:v>1.1151791542527387</c:v>
                </c:pt>
                <c:pt idx="7370">
                  <c:v>1.1148174676348896</c:v>
                </c:pt>
                <c:pt idx="7371">
                  <c:v>1.1143648513757554</c:v>
                </c:pt>
                <c:pt idx="7372">
                  <c:v>1.1144042203545239</c:v>
                </c:pt>
                <c:pt idx="7373">
                  <c:v>1.1146952968040009</c:v>
                </c:pt>
                <c:pt idx="7374">
                  <c:v>1.1161313755521183</c:v>
                </c:pt>
                <c:pt idx="7375">
                  <c:v>1.1189019356837884</c:v>
                </c:pt>
                <c:pt idx="7376">
                  <c:v>1.1195879718880093</c:v>
                </c:pt>
                <c:pt idx="7377">
                  <c:v>1.1192829258009047</c:v>
                </c:pt>
                <c:pt idx="7378">
                  <c:v>1.1196433424516967</c:v>
                </c:pt>
                <c:pt idx="7379">
                  <c:v>1.1213268107825283</c:v>
                </c:pt>
                <c:pt idx="7380">
                  <c:v>1.1244892827480055</c:v>
                </c:pt>
                <c:pt idx="7381">
                  <c:v>1.1271999004345827</c:v>
                </c:pt>
                <c:pt idx="7382">
                  <c:v>1.1273685520597596</c:v>
                </c:pt>
                <c:pt idx="7383">
                  <c:v>1.1258964062472219</c:v>
                </c:pt>
                <c:pt idx="7384">
                  <c:v>1.1240409843768653</c:v>
                </c:pt>
                <c:pt idx="7385">
                  <c:v>1.1230719995123326</c:v>
                </c:pt>
                <c:pt idx="7386">
                  <c:v>1.1233798395269627</c:v>
                </c:pt>
                <c:pt idx="7387">
                  <c:v>1.1244544856506422</c:v>
                </c:pt>
                <c:pt idx="7388">
                  <c:v>1.1255994879492826</c:v>
                </c:pt>
                <c:pt idx="7389">
                  <c:v>1.1261295721988971</c:v>
                </c:pt>
                <c:pt idx="7390">
                  <c:v>1.1263838196037195</c:v>
                </c:pt>
                <c:pt idx="7391">
                  <c:v>1.127248921162985</c:v>
                </c:pt>
                <c:pt idx="7392">
                  <c:v>1.1284917109250185</c:v>
                </c:pt>
                <c:pt idx="7393">
                  <c:v>1.1283527765289769</c:v>
                </c:pt>
                <c:pt idx="7394">
                  <c:v>1.1278221842925396</c:v>
                </c:pt>
                <c:pt idx="7395">
                  <c:v>1.1271610394426368</c:v>
                </c:pt>
                <c:pt idx="7396">
                  <c:v>1.1273733779345765</c:v>
                </c:pt>
                <c:pt idx="7397">
                  <c:v>1.1289118160274922</c:v>
                </c:pt>
                <c:pt idx="7398">
                  <c:v>1.1318081028978109</c:v>
                </c:pt>
                <c:pt idx="7399">
                  <c:v>1.1343043501451573</c:v>
                </c:pt>
                <c:pt idx="7400">
                  <c:v>1.1356891222241696</c:v>
                </c:pt>
                <c:pt idx="7401">
                  <c:v>1.1377751701120873</c:v>
                </c:pt>
                <c:pt idx="7402">
                  <c:v>1.1393974260307687</c:v>
                </c:pt>
                <c:pt idx="7403">
                  <c:v>1.1385793132526143</c:v>
                </c:pt>
                <c:pt idx="7404">
                  <c:v>1.137857209983973</c:v>
                </c:pt>
                <c:pt idx="7405">
                  <c:v>1.1393880282745465</c:v>
                </c:pt>
                <c:pt idx="7406">
                  <c:v>1.1396346558770265</c:v>
                </c:pt>
                <c:pt idx="7407">
                  <c:v>1.1390133879927156</c:v>
                </c:pt>
                <c:pt idx="7408">
                  <c:v>1.1395543939590207</c:v>
                </c:pt>
                <c:pt idx="7409">
                  <c:v>1.1394162215432131</c:v>
                </c:pt>
                <c:pt idx="7410">
                  <c:v>1.1391292089883189</c:v>
                </c:pt>
                <c:pt idx="7411">
                  <c:v>1.1392054070117421</c:v>
                </c:pt>
                <c:pt idx="7412">
                  <c:v>1.140345837428977</c:v>
                </c:pt>
                <c:pt idx="7413">
                  <c:v>1.142299046762727</c:v>
                </c:pt>
                <c:pt idx="7414">
                  <c:v>1.1438199593102554</c:v>
                </c:pt>
                <c:pt idx="7415">
                  <c:v>1.1449598817406677</c:v>
                </c:pt>
                <c:pt idx="7416">
                  <c:v>1.1461683823921607</c:v>
                </c:pt>
                <c:pt idx="7417">
                  <c:v>1.1469875111439609</c:v>
                </c:pt>
                <c:pt idx="7418">
                  <c:v>1.147188419932387</c:v>
                </c:pt>
                <c:pt idx="7419">
                  <c:v>1.1469443322640211</c:v>
                </c:pt>
                <c:pt idx="7420">
                  <c:v>1.1466542717881898</c:v>
                </c:pt>
                <c:pt idx="7421">
                  <c:v>1.1460540853570258</c:v>
                </c:pt>
                <c:pt idx="7422">
                  <c:v>1.1460705949287675</c:v>
                </c:pt>
                <c:pt idx="7423">
                  <c:v>1.147244044489486</c:v>
                </c:pt>
                <c:pt idx="7424">
                  <c:v>1.1486295785487324</c:v>
                </c:pt>
                <c:pt idx="7425">
                  <c:v>1.1489397045040652</c:v>
                </c:pt>
                <c:pt idx="7426">
                  <c:v>1.1505611984425124</c:v>
                </c:pt>
                <c:pt idx="7427">
                  <c:v>1.1506950529703259</c:v>
                </c:pt>
                <c:pt idx="7428">
                  <c:v>1.1487875624506301</c:v>
                </c:pt>
                <c:pt idx="7429">
                  <c:v>1.1498169977470785</c:v>
                </c:pt>
                <c:pt idx="7430">
                  <c:v>1.1514826865391112</c:v>
                </c:pt>
                <c:pt idx="7431">
                  <c:v>1.1530917348003993</c:v>
                </c:pt>
                <c:pt idx="7432">
                  <c:v>1.1545212097198199</c:v>
                </c:pt>
                <c:pt idx="7433">
                  <c:v>1.1536855713962779</c:v>
                </c:pt>
                <c:pt idx="7434">
                  <c:v>1.1530472859534024</c:v>
                </c:pt>
                <c:pt idx="7435">
                  <c:v>1.1526045754373131</c:v>
                </c:pt>
                <c:pt idx="7436">
                  <c:v>1.1536484883582121</c:v>
                </c:pt>
                <c:pt idx="7437">
                  <c:v>1.1549237892769062</c:v>
                </c:pt>
                <c:pt idx="7438">
                  <c:v>1.1565455372087647</c:v>
                </c:pt>
                <c:pt idx="7439">
                  <c:v>1.1576250092072611</c:v>
                </c:pt>
                <c:pt idx="7440">
                  <c:v>1.1576864756128227</c:v>
                </c:pt>
                <c:pt idx="7441">
                  <c:v>1.1576826657116515</c:v>
                </c:pt>
                <c:pt idx="7442">
                  <c:v>1.1583956252174819</c:v>
                </c:pt>
                <c:pt idx="7443">
                  <c:v>1.1603762658396641</c:v>
                </c:pt>
                <c:pt idx="7444">
                  <c:v>1.1614590397525089</c:v>
                </c:pt>
                <c:pt idx="7445">
                  <c:v>1.162043224598754</c:v>
                </c:pt>
                <c:pt idx="7446">
                  <c:v>1.1629474411433767</c:v>
                </c:pt>
                <c:pt idx="7447">
                  <c:v>1.1626650004698877</c:v>
                </c:pt>
                <c:pt idx="7448">
                  <c:v>1.1612797204040528</c:v>
                </c:pt>
                <c:pt idx="7449">
                  <c:v>1.1602319975819828</c:v>
                </c:pt>
                <c:pt idx="7450">
                  <c:v>1.1603041317108234</c:v>
                </c:pt>
                <c:pt idx="7451">
                  <c:v>1.1622469273147054</c:v>
                </c:pt>
                <c:pt idx="7452">
                  <c:v>1.1652183962348017</c:v>
                </c:pt>
                <c:pt idx="7453">
                  <c:v>1.167249073559032</c:v>
                </c:pt>
                <c:pt idx="7454">
                  <c:v>1.1680293413188862</c:v>
                </c:pt>
                <c:pt idx="7455">
                  <c:v>1.1674296628745451</c:v>
                </c:pt>
                <c:pt idx="7456">
                  <c:v>1.1662813586615564</c:v>
                </c:pt>
                <c:pt idx="7457">
                  <c:v>1.166601898346757</c:v>
                </c:pt>
                <c:pt idx="7458">
                  <c:v>1.1673557507918244</c:v>
                </c:pt>
                <c:pt idx="7459">
                  <c:v>1.1685266604184288</c:v>
                </c:pt>
                <c:pt idx="7460">
                  <c:v>1.1703607468422268</c:v>
                </c:pt>
                <c:pt idx="7461">
                  <c:v>1.1716972601730711</c:v>
                </c:pt>
                <c:pt idx="7462">
                  <c:v>1.172427237237466</c:v>
                </c:pt>
                <c:pt idx="7463">
                  <c:v>1.1734261933245451</c:v>
                </c:pt>
                <c:pt idx="7464">
                  <c:v>1.1750807064064759</c:v>
                </c:pt>
                <c:pt idx="7465">
                  <c:v>1.1758172872995674</c:v>
                </c:pt>
                <c:pt idx="7466">
                  <c:v>1.1765652978961725</c:v>
                </c:pt>
                <c:pt idx="7467">
                  <c:v>1.1767331875411151</c:v>
                </c:pt>
                <c:pt idx="7468">
                  <c:v>1.1768622161941118</c:v>
                </c:pt>
                <c:pt idx="7469">
                  <c:v>1.1768820276802019</c:v>
                </c:pt>
                <c:pt idx="7470">
                  <c:v>1.1758581802388046</c:v>
                </c:pt>
                <c:pt idx="7471">
                  <c:v>1.1772363484891202</c:v>
                </c:pt>
                <c:pt idx="7472">
                  <c:v>1.178991188968558</c:v>
                </c:pt>
                <c:pt idx="7473">
                  <c:v>1.180526579140537</c:v>
                </c:pt>
                <c:pt idx="7474">
                  <c:v>1.1818224535255555</c:v>
                </c:pt>
                <c:pt idx="7475">
                  <c:v>1.1821996337415008</c:v>
                </c:pt>
                <c:pt idx="7476">
                  <c:v>1.1816665015709493</c:v>
                </c:pt>
                <c:pt idx="7477">
                  <c:v>1.1805260711537142</c:v>
                </c:pt>
                <c:pt idx="7478">
                  <c:v>1.1804935599970536</c:v>
                </c:pt>
                <c:pt idx="7479">
                  <c:v>1.1810150084706803</c:v>
                </c:pt>
                <c:pt idx="7480">
                  <c:v>1.180816385622957</c:v>
                </c:pt>
                <c:pt idx="7481">
                  <c:v>1.1814163180607096</c:v>
                </c:pt>
                <c:pt idx="7482">
                  <c:v>1.1833111089098349</c:v>
                </c:pt>
                <c:pt idx="7483">
                  <c:v>1.1846445743197422</c:v>
                </c:pt>
                <c:pt idx="7484">
                  <c:v>1.1843357183314664</c:v>
                </c:pt>
                <c:pt idx="7485">
                  <c:v>1.1847906205313035</c:v>
                </c:pt>
                <c:pt idx="7486">
                  <c:v>1.1857220143709473</c:v>
                </c:pt>
                <c:pt idx="7487">
                  <c:v>1.1850684893233869</c:v>
                </c:pt>
                <c:pt idx="7488">
                  <c:v>1.1848691044954294</c:v>
                </c:pt>
                <c:pt idx="7489">
                  <c:v>1.1862612423833725</c:v>
                </c:pt>
                <c:pt idx="7490">
                  <c:v>1.1869780117903741</c:v>
                </c:pt>
                <c:pt idx="7491">
                  <c:v>1.1874979363035323</c:v>
                </c:pt>
                <c:pt idx="7492">
                  <c:v>1.1898610910032994</c:v>
                </c:pt>
                <c:pt idx="7493">
                  <c:v>1.1910246348209728</c:v>
                </c:pt>
                <c:pt idx="7494">
                  <c:v>1.1913967351686898</c:v>
                </c:pt>
                <c:pt idx="7495">
                  <c:v>1.1922455811496251</c:v>
                </c:pt>
                <c:pt idx="7496">
                  <c:v>1.1916037397989896</c:v>
                </c:pt>
                <c:pt idx="7497">
                  <c:v>1.1910563839973991</c:v>
                </c:pt>
                <c:pt idx="7498">
                  <c:v>1.190770133422739</c:v>
                </c:pt>
                <c:pt idx="7499">
                  <c:v>1.1917604537338302</c:v>
                </c:pt>
                <c:pt idx="7500">
                  <c:v>1.1940839854614171</c:v>
                </c:pt>
                <c:pt idx="7501">
                  <c:v>1.1960016357175696</c:v>
                </c:pt>
                <c:pt idx="7502">
                  <c:v>1.1969401413727327</c:v>
                </c:pt>
                <c:pt idx="7503">
                  <c:v>1.1970993952416875</c:v>
                </c:pt>
                <c:pt idx="7504">
                  <c:v>1.1986411352489517</c:v>
                </c:pt>
                <c:pt idx="7505">
                  <c:v>1.2015648534077026</c:v>
                </c:pt>
                <c:pt idx="7506">
                  <c:v>1.2026755665958024</c:v>
                </c:pt>
                <c:pt idx="7507">
                  <c:v>1.2018516119691856</c:v>
                </c:pt>
                <c:pt idx="7508">
                  <c:v>1.2009773666471091</c:v>
                </c:pt>
                <c:pt idx="7509">
                  <c:v>1.2001628097767143</c:v>
                </c:pt>
                <c:pt idx="7510">
                  <c:v>1.2003797201500592</c:v>
                </c:pt>
                <c:pt idx="7511">
                  <c:v>1.2018010672803148</c:v>
                </c:pt>
                <c:pt idx="7512">
                  <c:v>1.2032694031916811</c:v>
                </c:pt>
                <c:pt idx="7513">
                  <c:v>1.2050450711308549</c:v>
                </c:pt>
                <c:pt idx="7514">
                  <c:v>1.2058893452303847</c:v>
                </c:pt>
                <c:pt idx="7515">
                  <c:v>1.2048583859734678</c:v>
                </c:pt>
                <c:pt idx="7516">
                  <c:v>1.2025668574157187</c:v>
                </c:pt>
                <c:pt idx="7517">
                  <c:v>1.2024881194581813</c:v>
                </c:pt>
                <c:pt idx="7518">
                  <c:v>1.2043956099778772</c:v>
                </c:pt>
                <c:pt idx="7519">
                  <c:v>1.2061093035246666</c:v>
                </c:pt>
                <c:pt idx="7520">
                  <c:v>1.2066637711417765</c:v>
                </c:pt>
                <c:pt idx="7521">
                  <c:v>1.2058880752633276</c:v>
                </c:pt>
                <c:pt idx="7522">
                  <c:v>1.2055088631000912</c:v>
                </c:pt>
                <c:pt idx="7523">
                  <c:v>1.2067130458635904</c:v>
                </c:pt>
                <c:pt idx="7524">
                  <c:v>1.2083142203291246</c:v>
                </c:pt>
                <c:pt idx="7525">
                  <c:v>1.2094416970823776</c:v>
                </c:pt>
                <c:pt idx="7526">
                  <c:v>1.2095709797287859</c:v>
                </c:pt>
                <c:pt idx="7527">
                  <c:v>1.2096809588759267</c:v>
                </c:pt>
                <c:pt idx="7528">
                  <c:v>1.2108996192638763</c:v>
                </c:pt>
                <c:pt idx="7529">
                  <c:v>1.2109397502228791</c:v>
                </c:pt>
                <c:pt idx="7530">
                  <c:v>1.210914858868561</c:v>
                </c:pt>
                <c:pt idx="7531">
                  <c:v>1.2117113822067456</c:v>
                </c:pt>
                <c:pt idx="7532">
                  <c:v>1.2130021767235357</c:v>
                </c:pt>
                <c:pt idx="7533">
                  <c:v>1.2154725166429183</c:v>
                </c:pt>
                <c:pt idx="7534">
                  <c:v>1.2172210072870711</c:v>
                </c:pt>
                <c:pt idx="7535">
                  <c:v>1.2176119031472323</c:v>
                </c:pt>
                <c:pt idx="7536">
                  <c:v>1.216593643560886</c:v>
                </c:pt>
                <c:pt idx="7537">
                  <c:v>1.2139604938647892</c:v>
                </c:pt>
                <c:pt idx="7538">
                  <c:v>1.2143145606802959</c:v>
                </c:pt>
                <c:pt idx="7539">
                  <c:v>1.2161364554203464</c:v>
                </c:pt>
                <c:pt idx="7540">
                  <c:v>1.2163896868515232</c:v>
                </c:pt>
                <c:pt idx="7541">
                  <c:v>1.2161600768076077</c:v>
                </c:pt>
                <c:pt idx="7542">
                  <c:v>1.2147377137037065</c:v>
                </c:pt>
                <c:pt idx="7543">
                  <c:v>1.2155880836451103</c:v>
                </c:pt>
                <c:pt idx="7544">
                  <c:v>1.2180617254788411</c:v>
                </c:pt>
                <c:pt idx="7545">
                  <c:v>1.2192974034253552</c:v>
                </c:pt>
                <c:pt idx="7546">
                  <c:v>1.2195734942635588</c:v>
                </c:pt>
                <c:pt idx="7547">
                  <c:v>1.2185018960608163</c:v>
                </c:pt>
                <c:pt idx="7548">
                  <c:v>1.2177152784656766</c:v>
                </c:pt>
                <c:pt idx="7549">
                  <c:v>1.2184538913060594</c:v>
                </c:pt>
                <c:pt idx="7550">
                  <c:v>1.220996619347694</c:v>
                </c:pt>
                <c:pt idx="7551">
                  <c:v>1.223975962063544</c:v>
                </c:pt>
                <c:pt idx="7552">
                  <c:v>1.2232010281653294</c:v>
                </c:pt>
                <c:pt idx="7553">
                  <c:v>1.2219836377444369</c:v>
                </c:pt>
                <c:pt idx="7554">
                  <c:v>1.2227377441829159</c:v>
                </c:pt>
                <c:pt idx="7555">
                  <c:v>1.2255966940217571</c:v>
                </c:pt>
                <c:pt idx="7556">
                  <c:v>1.2272573029455616</c:v>
                </c:pt>
                <c:pt idx="7557">
                  <c:v>1.2258882784580569</c:v>
                </c:pt>
                <c:pt idx="7558">
                  <c:v>1.2243287589119938</c:v>
                </c:pt>
                <c:pt idx="7559">
                  <c:v>1.2256005039229283</c:v>
                </c:pt>
                <c:pt idx="7560">
                  <c:v>1.2270856033994477</c:v>
                </c:pt>
                <c:pt idx="7561">
                  <c:v>1.2271976144938801</c:v>
                </c:pt>
                <c:pt idx="7562">
                  <c:v>1.2265882842999052</c:v>
                </c:pt>
                <c:pt idx="7563">
                  <c:v>1.2266047938716469</c:v>
                </c:pt>
                <c:pt idx="7564">
                  <c:v>1.2271074468328291</c:v>
                </c:pt>
                <c:pt idx="7565">
                  <c:v>1.2275168842120237</c:v>
                </c:pt>
                <c:pt idx="7566">
                  <c:v>1.2271183685495197</c:v>
                </c:pt>
                <c:pt idx="7567">
                  <c:v>1.2277477642229959</c:v>
                </c:pt>
                <c:pt idx="7568">
                  <c:v>1.2291556497024467</c:v>
                </c:pt>
                <c:pt idx="7569">
                  <c:v>1.229625537513557</c:v>
                </c:pt>
                <c:pt idx="7570">
                  <c:v>1.230350688703135</c:v>
                </c:pt>
                <c:pt idx="7571">
                  <c:v>1.2297052914447399</c:v>
                </c:pt>
                <c:pt idx="7572">
                  <c:v>1.2299442992448775</c:v>
                </c:pt>
                <c:pt idx="7573">
                  <c:v>1.2304195209176274</c:v>
                </c:pt>
                <c:pt idx="7574">
                  <c:v>1.2304461902258255</c:v>
                </c:pt>
                <c:pt idx="7575">
                  <c:v>1.2311957247828991</c:v>
                </c:pt>
                <c:pt idx="7576">
                  <c:v>1.2311708334285809</c:v>
                </c:pt>
                <c:pt idx="7577">
                  <c:v>1.2312683668985627</c:v>
                </c:pt>
                <c:pt idx="7578">
                  <c:v>1.2306651325464617</c:v>
                </c:pt>
                <c:pt idx="7579">
                  <c:v>1.230725328984966</c:v>
                </c:pt>
                <c:pt idx="7580">
                  <c:v>1.2300817096804508</c:v>
                </c:pt>
                <c:pt idx="7581">
                  <c:v>1.2302770306138258</c:v>
                </c:pt>
                <c:pt idx="7582">
                  <c:v>1.2322729108406927</c:v>
                </c:pt>
                <c:pt idx="7583">
                  <c:v>1.2351222089299003</c:v>
                </c:pt>
                <c:pt idx="7584">
                  <c:v>1.2385948068507102</c:v>
                </c:pt>
                <c:pt idx="7585">
                  <c:v>1.2413755267188369</c:v>
                </c:pt>
                <c:pt idx="7586">
                  <c:v>1.2420826443762047</c:v>
                </c:pt>
                <c:pt idx="7587">
                  <c:v>1.2417852180914428</c:v>
                </c:pt>
                <c:pt idx="7588">
                  <c:v>1.2418802116273104</c:v>
                </c:pt>
                <c:pt idx="7589">
                  <c:v>1.2410976579267534</c:v>
                </c:pt>
                <c:pt idx="7590">
                  <c:v>1.2400242817701308</c:v>
                </c:pt>
                <c:pt idx="7591">
                  <c:v>1.2375630856135591</c:v>
                </c:pt>
                <c:pt idx="7592">
                  <c:v>1.2354277630038277</c:v>
                </c:pt>
                <c:pt idx="7593">
                  <c:v>1.2360282034284031</c:v>
                </c:pt>
                <c:pt idx="7594">
                  <c:v>1.2378546700498589</c:v>
                </c:pt>
                <c:pt idx="7595">
                  <c:v>1.2396054466347144</c:v>
                </c:pt>
                <c:pt idx="7596">
                  <c:v>1.2415131911478217</c:v>
                </c:pt>
                <c:pt idx="7597">
                  <c:v>1.241835508786902</c:v>
                </c:pt>
                <c:pt idx="7598">
                  <c:v>1.2416584753791486</c:v>
                </c:pt>
                <c:pt idx="7599">
                  <c:v>1.2417697244933465</c:v>
                </c:pt>
                <c:pt idx="7600">
                  <c:v>1.2425964730474892</c:v>
                </c:pt>
                <c:pt idx="7601">
                  <c:v>1.2441288152985313</c:v>
                </c:pt>
                <c:pt idx="7602">
                  <c:v>1.2449608977143134</c:v>
                </c:pt>
                <c:pt idx="7603">
                  <c:v>1.2442654637538701</c:v>
                </c:pt>
                <c:pt idx="7604">
                  <c:v>1.2437915120481775</c:v>
                </c:pt>
                <c:pt idx="7605">
                  <c:v>1.2447874202143197</c:v>
                </c:pt>
                <c:pt idx="7606">
                  <c:v>1.2459542659463414</c:v>
                </c:pt>
                <c:pt idx="7607">
                  <c:v>1.2454828541747627</c:v>
                </c:pt>
                <c:pt idx="7608">
                  <c:v>1.2468092077691504</c:v>
                </c:pt>
                <c:pt idx="7609">
                  <c:v>1.2484007304850513</c:v>
                </c:pt>
                <c:pt idx="7610">
                  <c:v>1.247004782695937</c:v>
                </c:pt>
                <c:pt idx="7611">
                  <c:v>1.2461521268138305</c:v>
                </c:pt>
                <c:pt idx="7612">
                  <c:v>1.2453185204375798</c:v>
                </c:pt>
                <c:pt idx="7613">
                  <c:v>1.2445316488490288</c:v>
                </c:pt>
                <c:pt idx="7614">
                  <c:v>1.2453624612977539</c:v>
                </c:pt>
                <c:pt idx="7615">
                  <c:v>1.2472930652178882</c:v>
                </c:pt>
                <c:pt idx="7616">
                  <c:v>1.2481949958218084</c:v>
                </c:pt>
                <c:pt idx="7617">
                  <c:v>1.2500471157778166</c:v>
                </c:pt>
                <c:pt idx="7618">
                  <c:v>1.2509010416269801</c:v>
                </c:pt>
                <c:pt idx="7619">
                  <c:v>1.2518215137499333</c:v>
                </c:pt>
                <c:pt idx="7620">
                  <c:v>1.2509409185925717</c:v>
                </c:pt>
                <c:pt idx="7621">
                  <c:v>1.2496897470479615</c:v>
                </c:pt>
                <c:pt idx="7622">
                  <c:v>1.2495962774725624</c:v>
                </c:pt>
                <c:pt idx="7623">
                  <c:v>1.2491373113781428</c:v>
                </c:pt>
                <c:pt idx="7624">
                  <c:v>1.2494235619528029</c:v>
                </c:pt>
                <c:pt idx="7625">
                  <c:v>1.2512589183436582</c:v>
                </c:pt>
                <c:pt idx="7626">
                  <c:v>1.2546563342146904</c:v>
                </c:pt>
                <c:pt idx="7627">
                  <c:v>1.2577956927797294</c:v>
                </c:pt>
                <c:pt idx="7628">
                  <c:v>1.257694095415165</c:v>
                </c:pt>
                <c:pt idx="7629">
                  <c:v>1.2547731711839396</c:v>
                </c:pt>
                <c:pt idx="7630">
                  <c:v>1.2531900302506154</c:v>
                </c:pt>
                <c:pt idx="7631">
                  <c:v>1.2525827320039318</c:v>
                </c:pt>
                <c:pt idx="7632">
                  <c:v>1.2542753440975742</c:v>
                </c:pt>
                <c:pt idx="7633">
                  <c:v>1.2563377705982306</c:v>
                </c:pt>
                <c:pt idx="7634">
                  <c:v>1.2570921310301211</c:v>
                </c:pt>
                <c:pt idx="7635">
                  <c:v>1.2566171633507826</c:v>
                </c:pt>
                <c:pt idx="7636">
                  <c:v>1.255133841828143</c:v>
                </c:pt>
                <c:pt idx="7637">
                  <c:v>1.2547122127652008</c:v>
                </c:pt>
                <c:pt idx="7638">
                  <c:v>1.255017004858894</c:v>
                </c:pt>
                <c:pt idx="7639">
                  <c:v>1.256297131652405</c:v>
                </c:pt>
                <c:pt idx="7640">
                  <c:v>1.2568889363009923</c:v>
                </c:pt>
                <c:pt idx="7641">
                  <c:v>1.2563834894122847</c:v>
                </c:pt>
                <c:pt idx="7642">
                  <c:v>1.2553395764913859</c:v>
                </c:pt>
                <c:pt idx="7643">
                  <c:v>1.2563504702688011</c:v>
                </c:pt>
                <c:pt idx="7644">
                  <c:v>1.2571556293829738</c:v>
                </c:pt>
                <c:pt idx="7645">
                  <c:v>1.2582528809202689</c:v>
                </c:pt>
                <c:pt idx="7646">
                  <c:v>1.2596371450124584</c:v>
                </c:pt>
                <c:pt idx="7647">
                  <c:v>1.260980770158822</c:v>
                </c:pt>
                <c:pt idx="7648">
                  <c:v>1.261074747721044</c:v>
                </c:pt>
                <c:pt idx="7649">
                  <c:v>1.2592891740388255</c:v>
                </c:pt>
                <c:pt idx="7650">
                  <c:v>1.2582579607884972</c:v>
                </c:pt>
                <c:pt idx="7651">
                  <c:v>1.2584281363741425</c:v>
                </c:pt>
                <c:pt idx="7652">
                  <c:v>1.2584738551881964</c:v>
                </c:pt>
                <c:pt idx="7653">
                  <c:v>1.256647642560152</c:v>
                </c:pt>
                <c:pt idx="7654">
                  <c:v>1.2560736174503633</c:v>
                </c:pt>
                <c:pt idx="7655">
                  <c:v>1.2568127382775691</c:v>
                </c:pt>
                <c:pt idx="7656">
                  <c:v>1.257069271623094</c:v>
                </c:pt>
                <c:pt idx="7657">
                  <c:v>1.2586897495878957</c:v>
                </c:pt>
                <c:pt idx="7658">
                  <c:v>1.2610849074575006</c:v>
                </c:pt>
                <c:pt idx="7659">
                  <c:v>1.2626596666082481</c:v>
                </c:pt>
                <c:pt idx="7660">
                  <c:v>1.2634495861177362</c:v>
                </c:pt>
                <c:pt idx="7661">
                  <c:v>1.2631143148146737</c:v>
                </c:pt>
                <c:pt idx="7662">
                  <c:v>1.2616055939508928</c:v>
                </c:pt>
                <c:pt idx="7663">
                  <c:v>1.2611788850197225</c:v>
                </c:pt>
                <c:pt idx="7664">
                  <c:v>1.2626012481236237</c:v>
                </c:pt>
                <c:pt idx="7665">
                  <c:v>1.2639855122158132</c:v>
                </c:pt>
                <c:pt idx="7666">
                  <c:v>1.2652326198658406</c:v>
                </c:pt>
                <c:pt idx="7667">
                  <c:v>1.2658549037237974</c:v>
                </c:pt>
                <c:pt idx="7668">
                  <c:v>1.2658879228672808</c:v>
                </c:pt>
                <c:pt idx="7669">
                  <c:v>1.2653443769668615</c:v>
                </c:pt>
                <c:pt idx="7670">
                  <c:v>1.2653265974280627</c:v>
                </c:pt>
                <c:pt idx="7671">
                  <c:v>1.2660707981234967</c:v>
                </c:pt>
                <c:pt idx="7672">
                  <c:v>1.2664467083723849</c:v>
                </c:pt>
                <c:pt idx="7673">
                  <c:v>1.266426388899472</c:v>
                </c:pt>
                <c:pt idx="7674">
                  <c:v>1.2668200786871588</c:v>
                </c:pt>
                <c:pt idx="7675">
                  <c:v>1.2686285117764045</c:v>
                </c:pt>
                <c:pt idx="7676">
                  <c:v>1.2680214675231325</c:v>
                </c:pt>
                <c:pt idx="7677">
                  <c:v>1.2665813248804327</c:v>
                </c:pt>
                <c:pt idx="7678">
                  <c:v>1.2668276984895011</c:v>
                </c:pt>
                <c:pt idx="7679">
                  <c:v>1.2671604298584493</c:v>
                </c:pt>
                <c:pt idx="7680">
                  <c:v>1.2671858291995906</c:v>
                </c:pt>
                <c:pt idx="7681">
                  <c:v>1.2661673156198328</c:v>
                </c:pt>
                <c:pt idx="7682">
                  <c:v>1.2658320443167703</c:v>
                </c:pt>
                <c:pt idx="7683">
                  <c:v>1.2656390093240981</c:v>
                </c:pt>
                <c:pt idx="7684">
                  <c:v>1.266378130151304</c:v>
                </c:pt>
                <c:pt idx="7685">
                  <c:v>1.2687275692068547</c:v>
                </c:pt>
                <c:pt idx="7686">
                  <c:v>1.2703810663151398</c:v>
                </c:pt>
                <c:pt idx="7687">
                  <c:v>1.2707671363004844</c:v>
                </c:pt>
                <c:pt idx="7688">
                  <c:v>1.2698299006123781</c:v>
                </c:pt>
                <c:pt idx="7689">
                  <c:v>1.269616546146793</c:v>
                </c:pt>
                <c:pt idx="7690">
                  <c:v>1.2690247414982054</c:v>
                </c:pt>
                <c:pt idx="7691">
                  <c:v>1.2678665315421718</c:v>
                </c:pt>
                <c:pt idx="7692">
                  <c:v>1.2673001262347254</c:v>
                </c:pt>
                <c:pt idx="7693">
                  <c:v>1.2673153658394101</c:v>
                </c:pt>
                <c:pt idx="7694">
                  <c:v>1.2676049183284186</c:v>
                </c:pt>
                <c:pt idx="7695">
                  <c:v>1.2683567388261947</c:v>
                </c:pt>
                <c:pt idx="7696">
                  <c:v>1.2691314187309981</c:v>
                </c:pt>
                <c:pt idx="7697">
                  <c:v>1.2693498530648115</c:v>
                </c:pt>
                <c:pt idx="7698">
                  <c:v>1.2691187190604276</c:v>
                </c:pt>
                <c:pt idx="7699">
                  <c:v>1.2692660352390459</c:v>
                </c:pt>
                <c:pt idx="7700">
                  <c:v>1.2692812748437305</c:v>
                </c:pt>
                <c:pt idx="7701">
                  <c:v>1.2674931612273976</c:v>
                </c:pt>
                <c:pt idx="7702">
                  <c:v>1.2651335624353903</c:v>
                </c:pt>
                <c:pt idx="7703">
                  <c:v>1.2657812456344884</c:v>
                </c:pt>
                <c:pt idx="7704">
                  <c:v>1.2661012773328659</c:v>
                </c:pt>
                <c:pt idx="7705">
                  <c:v>1.2663273314690215</c:v>
                </c:pt>
                <c:pt idx="7706">
                  <c:v>1.2666067242215737</c:v>
                </c:pt>
                <c:pt idx="7707">
                  <c:v>1.2661393763445776</c:v>
                </c:pt>
                <c:pt idx="7708">
                  <c:v>1.265171661447102</c:v>
                </c:pt>
                <c:pt idx="7709">
                  <c:v>1.2652072205246996</c:v>
                </c:pt>
                <c:pt idx="7710">
                  <c:v>1.266637203430943</c:v>
                </c:pt>
                <c:pt idx="7711">
                  <c:v>1.2667438806637357</c:v>
                </c:pt>
                <c:pt idx="7712">
                  <c:v>1.2668607176329845</c:v>
                </c:pt>
                <c:pt idx="7713">
                  <c:v>1.2688215467690767</c:v>
                </c:pt>
                <c:pt idx="7714">
                  <c:v>1.2713716406196423</c:v>
                </c:pt>
                <c:pt idx="7715">
                  <c:v>1.2717043719885905</c:v>
                </c:pt>
                <c:pt idx="7716">
                  <c:v>1.2704852036138181</c:v>
                </c:pt>
                <c:pt idx="7717">
                  <c:v>1.2688672655831308</c:v>
                </c:pt>
                <c:pt idx="7718">
                  <c:v>1.2687859876914793</c:v>
                </c:pt>
                <c:pt idx="7719">
                  <c:v>1.2702261303341791</c:v>
                </c:pt>
                <c:pt idx="7720">
                  <c:v>1.271038909250694</c:v>
                </c:pt>
                <c:pt idx="7721">
                  <c:v>1.2716713528451071</c:v>
                </c:pt>
                <c:pt idx="7722">
                  <c:v>1.2719609053341157</c:v>
                </c:pt>
                <c:pt idx="7723">
                  <c:v>1.2693422332624693</c:v>
                </c:pt>
                <c:pt idx="7724">
                  <c:v>1.267310285971182</c:v>
                </c:pt>
                <c:pt idx="7725">
                  <c:v>1.2676303176695596</c:v>
                </c:pt>
                <c:pt idx="7726">
                  <c:v>1.2680925856783274</c:v>
                </c:pt>
                <c:pt idx="7727">
                  <c:v>1.2687224893386266</c:v>
                </c:pt>
                <c:pt idx="7728">
                  <c:v>1.2693574728671537</c:v>
                </c:pt>
                <c:pt idx="7729">
                  <c:v>1.2698959388993449</c:v>
                </c:pt>
                <c:pt idx="7730">
                  <c:v>1.2699695969886542</c:v>
                </c:pt>
                <c:pt idx="7731">
                  <c:v>1.2689942622888362</c:v>
                </c:pt>
                <c:pt idx="7732">
                  <c:v>1.2692736550413883</c:v>
                </c:pt>
                <c:pt idx="7733">
                  <c:v>1.270061034616762</c:v>
                </c:pt>
                <c:pt idx="7734">
                  <c:v>1.2701346927060713</c:v>
                </c:pt>
                <c:pt idx="7735">
                  <c:v>1.2707645963663703</c:v>
                </c:pt>
                <c:pt idx="7736">
                  <c:v>1.2702566095435484</c:v>
                </c:pt>
                <c:pt idx="7737">
                  <c:v>1.2704445646679925</c:v>
                </c:pt>
                <c:pt idx="7738">
                  <c:v>1.2720777423033647</c:v>
                </c:pt>
                <c:pt idx="7739">
                  <c:v>1.2709423917543579</c:v>
                </c:pt>
                <c:pt idx="7740">
                  <c:v>1.2683897579696783</c:v>
                </c:pt>
                <c:pt idx="7741">
                  <c:v>1.2685370741482966</c:v>
                </c:pt>
                <c:pt idx="7742">
                  <c:v>1.2689510834088964</c:v>
                </c:pt>
                <c:pt idx="7743">
                  <c:v>1.2682018028452342</c:v>
                </c:pt>
                <c:pt idx="7744">
                  <c:v>1.2668861169741257</c:v>
                </c:pt>
                <c:pt idx="7745">
                  <c:v>1.2661419162786918</c:v>
                </c:pt>
                <c:pt idx="7746">
                  <c:v>1.2658091849097435</c:v>
                </c:pt>
                <c:pt idx="7747">
                  <c:v>1.2664111492947874</c:v>
                </c:pt>
                <c:pt idx="7748">
                  <c:v>1.2672721869594703</c:v>
                </c:pt>
                <c:pt idx="7749">
                  <c:v>1.2686589909857737</c:v>
                </c:pt>
                <c:pt idx="7750">
                  <c:v>1.2692126966226496</c:v>
                </c:pt>
                <c:pt idx="7751">
                  <c:v>1.2687174094703983</c:v>
                </c:pt>
                <c:pt idx="7752">
                  <c:v>1.2683338794191679</c:v>
                </c:pt>
                <c:pt idx="7753">
                  <c:v>1.2669165961834949</c:v>
                </c:pt>
                <c:pt idx="7754">
                  <c:v>1.2657685459639176</c:v>
                </c:pt>
                <c:pt idx="7755">
                  <c:v>1.2663120918643371</c:v>
                </c:pt>
                <c:pt idx="7756">
                  <c:v>1.2674195031380886</c:v>
                </c:pt>
                <c:pt idx="7757">
                  <c:v>1.2682068827134625</c:v>
                </c:pt>
                <c:pt idx="7758">
                  <c:v>1.2678639916080576</c:v>
                </c:pt>
                <c:pt idx="7759">
                  <c:v>1.2665787849463186</c:v>
                </c:pt>
                <c:pt idx="7760">
                  <c:v>1.2659539611542476</c:v>
                </c:pt>
                <c:pt idx="7761">
                  <c:v>1.2659311017472206</c:v>
                </c:pt>
                <c:pt idx="7762">
                  <c:v>1.2674626820180284</c:v>
                </c:pt>
                <c:pt idx="7763">
                  <c:v>1.2682754609345435</c:v>
                </c:pt>
                <c:pt idx="7764">
                  <c:v>1.2685319942800684</c:v>
                </c:pt>
                <c:pt idx="7765">
                  <c:v>1.2684151573108193</c:v>
                </c:pt>
                <c:pt idx="7766">
                  <c:v>1.267754774441151</c:v>
                </c:pt>
                <c:pt idx="7767">
                  <c:v>1.2673255255758664</c:v>
                </c:pt>
                <c:pt idx="7768">
                  <c:v>1.2678233526622318</c:v>
                </c:pt>
                <c:pt idx="7769">
                  <c:v>1.2681281447559249</c:v>
                </c:pt>
                <c:pt idx="7770">
                  <c:v>1.2664721077135259</c:v>
                </c:pt>
                <c:pt idx="7771">
                  <c:v>1.2651335624353903</c:v>
                </c:pt>
                <c:pt idx="7772">
                  <c:v>1.2650268852025979</c:v>
                </c:pt>
                <c:pt idx="7773">
                  <c:v>1.2640413907663235</c:v>
                </c:pt>
                <c:pt idx="7774">
                  <c:v>1.2634978448659042</c:v>
                </c:pt>
                <c:pt idx="7775">
                  <c:v>1.2626444270035635</c:v>
                </c:pt>
                <c:pt idx="7776">
                  <c:v>1.2620323028820633</c:v>
                </c:pt>
                <c:pt idx="7777">
                  <c:v>1.2626088679259659</c:v>
                </c:pt>
                <c:pt idx="7778">
                  <c:v>1.2629415992949142</c:v>
                </c:pt>
                <c:pt idx="7779">
                  <c:v>1.2633657682919706</c:v>
                </c:pt>
                <c:pt idx="7780">
                  <c:v>1.2632844904003191</c:v>
                </c:pt>
                <c:pt idx="7781">
                  <c:v>1.2617198909860279</c:v>
                </c:pt>
                <c:pt idx="7782">
                  <c:v>1.2617046513813432</c:v>
                </c:pt>
                <c:pt idx="7783">
                  <c:v>1.2634749854588772</c:v>
                </c:pt>
                <c:pt idx="7784">
                  <c:v>1.2636172217692674</c:v>
                </c:pt>
                <c:pt idx="7785">
                  <c:v>1.2625783887165967</c:v>
                </c:pt>
                <c:pt idx="7786">
                  <c:v>1.2611890447561791</c:v>
                </c:pt>
                <c:pt idx="7787">
                  <c:v>1.2616589325672891</c:v>
                </c:pt>
                <c:pt idx="7788">
                  <c:v>1.2625250501002003</c:v>
                </c:pt>
                <c:pt idx="7789">
                  <c:v>1.2619154659128142</c:v>
                </c:pt>
                <c:pt idx="7790">
                  <c:v>1.262446312142663</c:v>
                </c:pt>
                <c:pt idx="7791">
                  <c:v>1.2634699055906489</c:v>
                </c:pt>
                <c:pt idx="7792">
                  <c:v>1.2631117748805596</c:v>
                </c:pt>
                <c:pt idx="7793">
                  <c:v>1.2612576229772601</c:v>
                </c:pt>
                <c:pt idx="7794">
                  <c:v>1.2602264097269318</c:v>
                </c:pt>
                <c:pt idx="7795">
                  <c:v>1.2592764743682547</c:v>
                </c:pt>
                <c:pt idx="7796">
                  <c:v>1.2577448940974472</c:v>
                </c:pt>
                <c:pt idx="7797">
                  <c:v>1.2558780425235769</c:v>
                </c:pt>
                <c:pt idx="7798">
                  <c:v>1.2553700557007552</c:v>
                </c:pt>
                <c:pt idx="7799">
                  <c:v>1.2565816042731852</c:v>
                </c:pt>
                <c:pt idx="7800">
                  <c:v>1.2574350221355259</c:v>
                </c:pt>
                <c:pt idx="7801">
                  <c:v>1.2557332662790728</c:v>
                </c:pt>
                <c:pt idx="7802">
                  <c:v>1.2554741929994335</c:v>
                </c:pt>
                <c:pt idx="7803">
                  <c:v>1.2561218761985313</c:v>
                </c:pt>
                <c:pt idx="7804">
                  <c:v>1.2566095435484403</c:v>
                </c:pt>
                <c:pt idx="7805">
                  <c:v>1.2557942246978113</c:v>
                </c:pt>
                <c:pt idx="7806">
                  <c:v>1.2565003263815337</c:v>
                </c:pt>
                <c:pt idx="7807">
                  <c:v>1.2569219554444757</c:v>
                </c:pt>
                <c:pt idx="7808">
                  <c:v>1.256203154090183</c:v>
                </c:pt>
                <c:pt idx="7809">
                  <c:v>1.2552125797856803</c:v>
                </c:pt>
                <c:pt idx="7810">
                  <c:v>1.2554691131312055</c:v>
                </c:pt>
                <c:pt idx="7811">
                  <c:v>1.2565130260521042</c:v>
                </c:pt>
                <c:pt idx="7812">
                  <c:v>1.2564749270403925</c:v>
                </c:pt>
                <c:pt idx="7813">
                  <c:v>1.2561142563961891</c:v>
                </c:pt>
                <c:pt idx="7814">
                  <c:v>1.2550373243318069</c:v>
                </c:pt>
                <c:pt idx="7815">
                  <c:v>1.2541000886437006</c:v>
                </c:pt>
                <c:pt idx="7816">
                  <c:v>1.2535524788486987</c:v>
                </c:pt>
                <c:pt idx="7817">
                  <c:v>1.2535283494746146</c:v>
                </c:pt>
                <c:pt idx="7818">
                  <c:v>1.2539819817073945</c:v>
                </c:pt>
                <c:pt idx="7819">
                  <c:v>1.2521415454483111</c:v>
                </c:pt>
                <c:pt idx="7820">
                  <c:v>1.2504844924322662</c:v>
                </c:pt>
                <c:pt idx="7821">
                  <c:v>1.2501390613927474</c:v>
                </c:pt>
                <c:pt idx="7822">
                  <c:v>1.2510668993246314</c:v>
                </c:pt>
                <c:pt idx="7823">
                  <c:v>1.250268598032567</c:v>
                </c:pt>
                <c:pt idx="7824">
                  <c:v>1.2509640319930102</c:v>
                </c:pt>
                <c:pt idx="7825">
                  <c:v>1.2532017139475402</c:v>
                </c:pt>
                <c:pt idx="7826">
                  <c:v>1.254089928907244</c:v>
                </c:pt>
                <c:pt idx="7827">
                  <c:v>1.2527694171613188</c:v>
                </c:pt>
                <c:pt idx="7828">
                  <c:v>1.2507212142917012</c:v>
                </c:pt>
                <c:pt idx="7829">
                  <c:v>1.249843921048688</c:v>
                </c:pt>
                <c:pt idx="7830">
                  <c:v>1.2508250975969684</c:v>
                </c:pt>
                <c:pt idx="7831">
                  <c:v>1.2503831490611133</c:v>
                </c:pt>
                <c:pt idx="7832">
                  <c:v>1.2479707196395324</c:v>
                </c:pt>
                <c:pt idx="7833">
                  <c:v>1.2460967562501428</c:v>
                </c:pt>
                <c:pt idx="7834">
                  <c:v>1.2452250508621807</c:v>
                </c:pt>
                <c:pt idx="7835">
                  <c:v>1.2454485650642222</c:v>
                </c:pt>
                <c:pt idx="7836">
                  <c:v>1.2453782088892613</c:v>
                </c:pt>
                <c:pt idx="7837">
                  <c:v>1.2449073051045056</c:v>
                </c:pt>
                <c:pt idx="7838">
                  <c:v>1.2459517260122273</c:v>
                </c:pt>
                <c:pt idx="7839">
                  <c:v>1.2468749920627058</c:v>
                </c:pt>
                <c:pt idx="7840">
                  <c:v>1.2468709281681234</c:v>
                </c:pt>
                <c:pt idx="7841">
                  <c:v>1.2460617051593681</c:v>
                </c:pt>
                <c:pt idx="7842">
                  <c:v>1.2450317618760969</c:v>
                </c:pt>
                <c:pt idx="7843">
                  <c:v>1.2447307796835749</c:v>
                </c:pt>
                <c:pt idx="7844">
                  <c:v>1.2428309089662215</c:v>
                </c:pt>
                <c:pt idx="7845">
                  <c:v>1.2425068133732611</c:v>
                </c:pt>
                <c:pt idx="7846">
                  <c:v>1.2441582785342549</c:v>
                </c:pt>
                <c:pt idx="7847">
                  <c:v>1.2446789650276471</c:v>
                </c:pt>
                <c:pt idx="7848">
                  <c:v>1.2432304406023709</c:v>
                </c:pt>
                <c:pt idx="7849">
                  <c:v>1.2403057064699743</c:v>
                </c:pt>
                <c:pt idx="7850">
                  <c:v>1.2385528979378275</c:v>
                </c:pt>
                <c:pt idx="7851">
                  <c:v>1.2385048931830709</c:v>
                </c:pt>
                <c:pt idx="7852">
                  <c:v>1.2385823611735511</c:v>
                </c:pt>
                <c:pt idx="7853">
                  <c:v>1.2385069251303622</c:v>
                </c:pt>
                <c:pt idx="7854">
                  <c:v>1.2389262682526014</c:v>
                </c:pt>
                <c:pt idx="7855">
                  <c:v>1.2385015912687225</c:v>
                </c:pt>
                <c:pt idx="7856">
                  <c:v>1.2367800239261793</c:v>
                </c:pt>
                <c:pt idx="7857">
                  <c:v>1.2358184048705776</c:v>
                </c:pt>
                <c:pt idx="7858">
                  <c:v>1.2352014548742605</c:v>
                </c:pt>
                <c:pt idx="7859">
                  <c:v>1.2348616116897928</c:v>
                </c:pt>
                <c:pt idx="7860">
                  <c:v>1.2352141545448312</c:v>
                </c:pt>
                <c:pt idx="7861">
                  <c:v>1.2360340452768654</c:v>
                </c:pt>
                <c:pt idx="7862">
                  <c:v>1.2374454866640758</c:v>
                </c:pt>
                <c:pt idx="7863">
                  <c:v>1.2380708184429696</c:v>
                </c:pt>
                <c:pt idx="7864">
                  <c:v>1.2374830776889647</c:v>
                </c:pt>
                <c:pt idx="7865">
                  <c:v>1.2381747017482367</c:v>
                </c:pt>
                <c:pt idx="7866">
                  <c:v>1.2376164242299554</c:v>
                </c:pt>
                <c:pt idx="7867">
                  <c:v>1.2364183373083302</c:v>
                </c:pt>
                <c:pt idx="7868">
                  <c:v>1.237318235964959</c:v>
                </c:pt>
                <c:pt idx="7869">
                  <c:v>1.2375224466677335</c:v>
                </c:pt>
                <c:pt idx="7870">
                  <c:v>1.2354640840616595</c:v>
                </c:pt>
                <c:pt idx="7871">
                  <c:v>1.2332657710858981</c:v>
                </c:pt>
                <c:pt idx="7872">
                  <c:v>1.2328868129160728</c:v>
                </c:pt>
                <c:pt idx="7873">
                  <c:v>1.2324197190324884</c:v>
                </c:pt>
                <c:pt idx="7874">
                  <c:v>1.2315802708077752</c:v>
                </c:pt>
                <c:pt idx="7875">
                  <c:v>1.231013357513506</c:v>
                </c:pt>
                <c:pt idx="7876">
                  <c:v>1.2315670631503819</c:v>
                </c:pt>
                <c:pt idx="7877">
                  <c:v>1.232594466499539</c:v>
                </c:pt>
                <c:pt idx="7878">
                  <c:v>1.2307408225830623</c:v>
                </c:pt>
                <c:pt idx="7879">
                  <c:v>1.2296153777771004</c:v>
                </c:pt>
                <c:pt idx="7880">
                  <c:v>1.2292214339960021</c:v>
                </c:pt>
                <c:pt idx="7881">
                  <c:v>1.2277505581505217</c:v>
                </c:pt>
                <c:pt idx="7882">
                  <c:v>1.2255126222025801</c:v>
                </c:pt>
                <c:pt idx="7883">
                  <c:v>1.2252860600796014</c:v>
                </c:pt>
                <c:pt idx="7884">
                  <c:v>1.226016291137408</c:v>
                </c:pt>
                <c:pt idx="7885">
                  <c:v>1.227083317458745</c:v>
                </c:pt>
                <c:pt idx="7886">
                  <c:v>1.227235205518769</c:v>
                </c:pt>
                <c:pt idx="7887">
                  <c:v>1.2277297306907859</c:v>
                </c:pt>
                <c:pt idx="7888">
                  <c:v>1.2287591659872343</c:v>
                </c:pt>
                <c:pt idx="7889">
                  <c:v>1.2269733383116042</c:v>
                </c:pt>
                <c:pt idx="7890">
                  <c:v>1.2251397598746288</c:v>
                </c:pt>
                <c:pt idx="7891">
                  <c:v>1.2241443596953094</c:v>
                </c:pt>
                <c:pt idx="7892">
                  <c:v>1.2246947634178369</c:v>
                </c:pt>
                <c:pt idx="7893">
                  <c:v>1.2248476674515063</c:v>
                </c:pt>
                <c:pt idx="7894">
                  <c:v>1.2240864491975079</c:v>
                </c:pt>
                <c:pt idx="7895">
                  <c:v>1.2228495012839367</c:v>
                </c:pt>
                <c:pt idx="7896">
                  <c:v>1.2215449911229304</c:v>
                </c:pt>
                <c:pt idx="7897">
                  <c:v>1.2210951687913216</c:v>
                </c:pt>
                <c:pt idx="7898">
                  <c:v>1.2207649773564873</c:v>
                </c:pt>
                <c:pt idx="7899">
                  <c:v>1.2188178638646114</c:v>
                </c:pt>
                <c:pt idx="7900">
                  <c:v>1.2168227456179785</c:v>
                </c:pt>
                <c:pt idx="7901">
                  <c:v>1.2149985649372255</c:v>
                </c:pt>
                <c:pt idx="7902">
                  <c:v>1.2165613863976368</c:v>
                </c:pt>
                <c:pt idx="7903">
                  <c:v>1.2177706490293643</c:v>
                </c:pt>
                <c:pt idx="7904">
                  <c:v>1.2169929212036239</c:v>
                </c:pt>
                <c:pt idx="7905">
                  <c:v>1.2160691471663225</c:v>
                </c:pt>
                <c:pt idx="7906">
                  <c:v>1.214314052693473</c:v>
                </c:pt>
                <c:pt idx="7907">
                  <c:v>1.2133897706693488</c:v>
                </c:pt>
                <c:pt idx="7908">
                  <c:v>1.2121891438136094</c:v>
                </c:pt>
                <c:pt idx="7909">
                  <c:v>1.2116864908524272</c:v>
                </c:pt>
                <c:pt idx="7910">
                  <c:v>1.2135937273787119</c:v>
                </c:pt>
                <c:pt idx="7911">
                  <c:v>1.2138543246188194</c:v>
                </c:pt>
                <c:pt idx="7912">
                  <c:v>1.2136572257315645</c:v>
                </c:pt>
                <c:pt idx="7913">
                  <c:v>1.2138063198640627</c:v>
                </c:pt>
                <c:pt idx="7914">
                  <c:v>1.2135957593260032</c:v>
                </c:pt>
                <c:pt idx="7915">
                  <c:v>1.2125317809256029</c:v>
                </c:pt>
                <c:pt idx="7916">
                  <c:v>1.2119069571335319</c:v>
                </c:pt>
                <c:pt idx="7917">
                  <c:v>1.2116087688685355</c:v>
                </c:pt>
                <c:pt idx="7918">
                  <c:v>1.2106849948312342</c:v>
                </c:pt>
                <c:pt idx="7919">
                  <c:v>1.2099405401423886</c:v>
                </c:pt>
                <c:pt idx="7920">
                  <c:v>1.2105773016247958</c:v>
                </c:pt>
                <c:pt idx="7921">
                  <c:v>1.2114035421921154</c:v>
                </c:pt>
                <c:pt idx="7922">
                  <c:v>1.2099875289234998</c:v>
                </c:pt>
                <c:pt idx="7923">
                  <c:v>1.2097749364381487</c:v>
                </c:pt>
                <c:pt idx="7924">
                  <c:v>1.2092395183268947</c:v>
                </c:pt>
                <c:pt idx="7925">
                  <c:v>1.2083957522141875</c:v>
                </c:pt>
                <c:pt idx="7926">
                  <c:v>1.208961649534811</c:v>
                </c:pt>
                <c:pt idx="7927">
                  <c:v>1.209932666346635</c:v>
                </c:pt>
                <c:pt idx="7928">
                  <c:v>1.2109135889015039</c:v>
                </c:pt>
                <c:pt idx="7929">
                  <c:v>1.2114114159878693</c:v>
                </c:pt>
                <c:pt idx="7930">
                  <c:v>1.2101772620018236</c:v>
                </c:pt>
                <c:pt idx="7931">
                  <c:v>1.2071374688540579</c:v>
                </c:pt>
                <c:pt idx="7932">
                  <c:v>1.2047590745496062</c:v>
                </c:pt>
                <c:pt idx="7933">
                  <c:v>1.2029862005379581</c:v>
                </c:pt>
                <c:pt idx="7934">
                  <c:v>1.2014386186822315</c:v>
                </c:pt>
                <c:pt idx="7935">
                  <c:v>1.2018015752671376</c:v>
                </c:pt>
                <c:pt idx="7936">
                  <c:v>1.2027096017129315</c:v>
                </c:pt>
                <c:pt idx="7937">
                  <c:v>1.2022163465079716</c:v>
                </c:pt>
                <c:pt idx="7938">
                  <c:v>1.2019473674852874</c:v>
                </c:pt>
                <c:pt idx="7939">
                  <c:v>1.2017042957905673</c:v>
                </c:pt>
                <c:pt idx="7940">
                  <c:v>1.200543291907008</c:v>
                </c:pt>
                <c:pt idx="7941">
                  <c:v>1.1995801488909377</c:v>
                </c:pt>
                <c:pt idx="7942">
                  <c:v>1.200491985237903</c:v>
                </c:pt>
                <c:pt idx="7943">
                  <c:v>1.2009806685614575</c:v>
                </c:pt>
                <c:pt idx="7944">
                  <c:v>1.2000807699048286</c:v>
                </c:pt>
                <c:pt idx="7945">
                  <c:v>1.198687108056417</c:v>
                </c:pt>
                <c:pt idx="7946">
                  <c:v>1.1982578591911326</c:v>
                </c:pt>
                <c:pt idx="7947">
                  <c:v>1.1980394248573192</c:v>
                </c:pt>
                <c:pt idx="7948">
                  <c:v>1.1977597781113558</c:v>
                </c:pt>
                <c:pt idx="7949">
                  <c:v>1.1965751528405353</c:v>
                </c:pt>
                <c:pt idx="7950">
                  <c:v>1.1943349309518911</c:v>
                </c:pt>
                <c:pt idx="7951">
                  <c:v>1.1933992192242533</c:v>
                </c:pt>
                <c:pt idx="7952">
                  <c:v>1.1934413821305476</c:v>
                </c:pt>
                <c:pt idx="7953">
                  <c:v>1.1932399653552987</c:v>
                </c:pt>
                <c:pt idx="7954">
                  <c:v>1.1930626779541338</c:v>
                </c:pt>
                <c:pt idx="7955">
                  <c:v>1.1925795824856302</c:v>
                </c:pt>
                <c:pt idx="7956">
                  <c:v>1.193094935117383</c:v>
                </c:pt>
                <c:pt idx="7957">
                  <c:v>1.1927462021635158</c:v>
                </c:pt>
                <c:pt idx="7958">
                  <c:v>1.1918871964461242</c:v>
                </c:pt>
                <c:pt idx="7959">
                  <c:v>1.192898344216951</c:v>
                </c:pt>
                <c:pt idx="7960">
                  <c:v>1.1937525240595259</c:v>
                </c:pt>
                <c:pt idx="7961">
                  <c:v>1.1941850748391587</c:v>
                </c:pt>
                <c:pt idx="7962">
                  <c:v>1.1940550302125164</c:v>
                </c:pt>
                <c:pt idx="7963">
                  <c:v>1.1926113316620568</c:v>
                </c:pt>
                <c:pt idx="7964">
                  <c:v>1.1916172014497943</c:v>
                </c:pt>
                <c:pt idx="7965">
                  <c:v>1.1899893576760618</c:v>
                </c:pt>
                <c:pt idx="7966">
                  <c:v>1.1886330328591277</c:v>
                </c:pt>
                <c:pt idx="7967">
                  <c:v>1.1891483854908804</c:v>
                </c:pt>
                <c:pt idx="7968">
                  <c:v>1.1886058555641066</c:v>
                </c:pt>
                <c:pt idx="7969">
                  <c:v>1.1886426846087612</c:v>
                </c:pt>
                <c:pt idx="7970">
                  <c:v>1.1883074133056988</c:v>
                </c:pt>
                <c:pt idx="7971">
                  <c:v>1.1874207223064634</c:v>
                </c:pt>
                <c:pt idx="7972">
                  <c:v>1.1862175555166099</c:v>
                </c:pt>
                <c:pt idx="7973">
                  <c:v>1.1848129719515077</c:v>
                </c:pt>
                <c:pt idx="7974">
                  <c:v>1.1836087891880085</c:v>
                </c:pt>
                <c:pt idx="7975">
                  <c:v>1.1823713332876145</c:v>
                </c:pt>
                <c:pt idx="7976">
                  <c:v>1.1817404136536698</c:v>
                </c:pt>
                <c:pt idx="7977">
                  <c:v>1.1823342502495486</c:v>
                </c:pt>
                <c:pt idx="7978">
                  <c:v>1.1824861383095722</c:v>
                </c:pt>
                <c:pt idx="7979">
                  <c:v>1.1808072418601461</c:v>
                </c:pt>
                <c:pt idx="7980">
                  <c:v>1.1807869223872334</c:v>
                </c:pt>
                <c:pt idx="7981">
                  <c:v>1.1813858388513401</c:v>
                </c:pt>
                <c:pt idx="7982">
                  <c:v>1.1817675909486909</c:v>
                </c:pt>
                <c:pt idx="7983">
                  <c:v>1.1817604791331713</c:v>
                </c:pt>
                <c:pt idx="7984">
                  <c:v>1.1803056048726095</c:v>
                </c:pt>
                <c:pt idx="7985">
                  <c:v>1.1796914488038179</c:v>
                </c:pt>
                <c:pt idx="7986">
                  <c:v>1.1790953262672366</c:v>
                </c:pt>
                <c:pt idx="7987">
                  <c:v>1.1783958284122109</c:v>
                </c:pt>
                <c:pt idx="7988">
                  <c:v>1.1777804023763623</c:v>
                </c:pt>
                <c:pt idx="7989">
                  <c:v>1.1779714054217434</c:v>
                </c:pt>
                <c:pt idx="7990">
                  <c:v>1.178491583928313</c:v>
                </c:pt>
                <c:pt idx="7991">
                  <c:v>1.1774133818968735</c:v>
                </c:pt>
                <c:pt idx="7992">
                  <c:v>1.1763397517468397</c:v>
                </c:pt>
                <c:pt idx="7993">
                  <c:v>1.1749879988113108</c:v>
                </c:pt>
                <c:pt idx="7994">
                  <c:v>1.1744208315236302</c:v>
                </c:pt>
                <c:pt idx="7995">
                  <c:v>1.1749582815821757</c:v>
                </c:pt>
                <c:pt idx="7996">
                  <c:v>1.1742006192359371</c:v>
                </c:pt>
                <c:pt idx="7997">
                  <c:v>1.17360525867959</c:v>
                </c:pt>
                <c:pt idx="7998">
                  <c:v>1.1747169878413355</c:v>
                </c:pt>
                <c:pt idx="7999">
                  <c:v>1.1752666295836285</c:v>
                </c:pt>
                <c:pt idx="8000">
                  <c:v>1.1759201546311888</c:v>
                </c:pt>
                <c:pt idx="8001">
                  <c:v>1.1755559280792256</c:v>
                </c:pt>
                <c:pt idx="8002">
                  <c:v>1.1737876259489828</c:v>
                </c:pt>
                <c:pt idx="8003">
                  <c:v>1.1736911084526467</c:v>
                </c:pt>
                <c:pt idx="8004">
                  <c:v>1.1738767776363881</c:v>
                </c:pt>
                <c:pt idx="8005">
                  <c:v>1.1732544937784315</c:v>
                </c:pt>
                <c:pt idx="8006">
                  <c:v>1.1732776071788698</c:v>
                </c:pt>
                <c:pt idx="8007">
                  <c:v>1.1729611313882518</c:v>
                </c:pt>
                <c:pt idx="8008">
                  <c:v>1.172212104818001</c:v>
                </c:pt>
                <c:pt idx="8009">
                  <c:v>1.1707910116811571</c:v>
                </c:pt>
                <c:pt idx="8010">
                  <c:v>1.1693993817800366</c:v>
                </c:pt>
                <c:pt idx="8011">
                  <c:v>1.1687262992397978</c:v>
                </c:pt>
                <c:pt idx="8012">
                  <c:v>1.1680387390751084</c:v>
                </c:pt>
                <c:pt idx="8013">
                  <c:v>1.1678919308833129</c:v>
                </c:pt>
                <c:pt idx="8014">
                  <c:v>1.1676882281673613</c:v>
                </c:pt>
                <c:pt idx="8015">
                  <c:v>1.1683397212676303</c:v>
                </c:pt>
                <c:pt idx="8016">
                  <c:v>1.1693922699645172</c:v>
                </c:pt>
                <c:pt idx="8017">
                  <c:v>1.1707945675889166</c:v>
                </c:pt>
                <c:pt idx="8018">
                  <c:v>1.1696404215274656</c:v>
                </c:pt>
                <c:pt idx="8019">
                  <c:v>1.1673397492069055</c:v>
                </c:pt>
                <c:pt idx="8020">
                  <c:v>1.1661246447267157</c:v>
                </c:pt>
                <c:pt idx="8021">
                  <c:v>1.1658112168570347</c:v>
                </c:pt>
                <c:pt idx="8022">
                  <c:v>1.1656222457589451</c:v>
                </c:pt>
                <c:pt idx="8023">
                  <c:v>1.1648775370766882</c:v>
                </c:pt>
                <c:pt idx="8024">
                  <c:v>1.1646326874280881</c:v>
                </c:pt>
                <c:pt idx="8025">
                  <c:v>1.1640779658175666</c:v>
                </c:pt>
                <c:pt idx="8026">
                  <c:v>1.16263299730005</c:v>
                </c:pt>
                <c:pt idx="8027">
                  <c:v>1.1621333922598047</c:v>
                </c:pt>
                <c:pt idx="8028">
                  <c:v>1.1626914157846746</c:v>
                </c:pt>
                <c:pt idx="8029">
                  <c:v>1.1637919692363181</c:v>
                </c:pt>
                <c:pt idx="8030">
                  <c:v>1.1642793825928155</c:v>
                </c:pt>
                <c:pt idx="8031">
                  <c:v>1.1641724513666116</c:v>
                </c:pt>
                <c:pt idx="8032">
                  <c:v>1.1634861611689793</c:v>
                </c:pt>
                <c:pt idx="8033">
                  <c:v>1.1625915963739901</c:v>
                </c:pt>
                <c:pt idx="8034">
                  <c:v>1.1617087152759258</c:v>
                </c:pt>
                <c:pt idx="8035">
                  <c:v>1.1610427445512064</c:v>
                </c:pt>
                <c:pt idx="8036">
                  <c:v>1.1616030540167788</c:v>
                </c:pt>
                <c:pt idx="8037">
                  <c:v>1.1628148565826202</c:v>
                </c:pt>
                <c:pt idx="8038">
                  <c:v>1.1624183728674078</c:v>
                </c:pt>
                <c:pt idx="8039">
                  <c:v>1.1599279674685239</c:v>
                </c:pt>
                <c:pt idx="8040">
                  <c:v>1.1570923850235324</c:v>
                </c:pt>
                <c:pt idx="8041">
                  <c:v>1.1576016418134114</c:v>
                </c:pt>
                <c:pt idx="8042">
                  <c:v>1.1574002250381625</c:v>
                </c:pt>
                <c:pt idx="8043">
                  <c:v>1.1557947326846341</c:v>
                </c:pt>
                <c:pt idx="8044">
                  <c:v>1.1536977630800256</c:v>
                </c:pt>
                <c:pt idx="8045">
                  <c:v>1.1522850517257583</c:v>
                </c:pt>
                <c:pt idx="8046">
                  <c:v>1.1531425334826815</c:v>
                </c:pt>
                <c:pt idx="8047">
                  <c:v>1.1555181338596077</c:v>
                </c:pt>
                <c:pt idx="8048">
                  <c:v>1.1565689046026146</c:v>
                </c:pt>
                <c:pt idx="8049">
                  <c:v>1.1562516668317624</c:v>
                </c:pt>
                <c:pt idx="8050">
                  <c:v>1.1561307659679307</c:v>
                </c:pt>
                <c:pt idx="8051">
                  <c:v>1.155674085814214</c:v>
                </c:pt>
                <c:pt idx="8052">
                  <c:v>1.1538313636144277</c:v>
                </c:pt>
                <c:pt idx="8053">
                  <c:v>1.1521143681532902</c:v>
                </c:pt>
                <c:pt idx="8054">
                  <c:v>1.151102966389052</c:v>
                </c:pt>
                <c:pt idx="8055">
                  <c:v>1.1503945787646268</c:v>
                </c:pt>
                <c:pt idx="8056">
                  <c:v>1.1519660360010262</c:v>
                </c:pt>
                <c:pt idx="8057">
                  <c:v>1.1540482739877729</c:v>
                </c:pt>
                <c:pt idx="8058">
                  <c:v>1.1555577568317879</c:v>
                </c:pt>
                <c:pt idx="8059">
                  <c:v>1.1542583265390096</c:v>
                </c:pt>
                <c:pt idx="8060">
                  <c:v>1.1519383507191823</c:v>
                </c:pt>
                <c:pt idx="8061">
                  <c:v>1.1497585792624538</c:v>
                </c:pt>
                <c:pt idx="8062">
                  <c:v>1.148092128490187</c:v>
                </c:pt>
                <c:pt idx="8063">
                  <c:v>1.1472656339294558</c:v>
                </c:pt>
                <c:pt idx="8064">
                  <c:v>1.1465608022127907</c:v>
                </c:pt>
                <c:pt idx="8065">
                  <c:v>1.1459938889185215</c:v>
                </c:pt>
                <c:pt idx="8066">
                  <c:v>1.1445057415210649</c:v>
                </c:pt>
                <c:pt idx="8067">
                  <c:v>1.1435959371213911</c:v>
                </c:pt>
                <c:pt idx="8068">
                  <c:v>1.1429932107561129</c:v>
                </c:pt>
                <c:pt idx="8069">
                  <c:v>1.1434539548044125</c:v>
                </c:pt>
                <c:pt idx="8070">
                  <c:v>1.143220026872503</c:v>
                </c:pt>
                <c:pt idx="8071">
                  <c:v>1.1427521710086841</c:v>
                </c:pt>
                <c:pt idx="8072">
                  <c:v>1.1417262916199953</c:v>
                </c:pt>
                <c:pt idx="8073">
                  <c:v>1.1405655417298475</c:v>
                </c:pt>
                <c:pt idx="8074">
                  <c:v>1.139586143135447</c:v>
                </c:pt>
                <c:pt idx="8075">
                  <c:v>1.1396382117847863</c:v>
                </c:pt>
                <c:pt idx="8076">
                  <c:v>1.1396229721801017</c:v>
                </c:pt>
                <c:pt idx="8077">
                  <c:v>1.1385432461881939</c:v>
                </c:pt>
                <c:pt idx="8078">
                  <c:v>1.1381317768617083</c:v>
                </c:pt>
                <c:pt idx="8079">
                  <c:v>1.1390304055512801</c:v>
                </c:pt>
                <c:pt idx="8080">
                  <c:v>1.1399678952327976</c:v>
                </c:pt>
                <c:pt idx="8081">
                  <c:v>1.1406005928206222</c:v>
                </c:pt>
                <c:pt idx="8082">
                  <c:v>1.1402716713528451</c:v>
                </c:pt>
                <c:pt idx="8083">
                  <c:v>1.1383690067079659</c:v>
                </c:pt>
                <c:pt idx="8084">
                  <c:v>1.1354546863054371</c:v>
                </c:pt>
                <c:pt idx="8085">
                  <c:v>1.1341356985199804</c:v>
                </c:pt>
                <c:pt idx="8086">
                  <c:v>1.1342339939701964</c:v>
                </c:pt>
                <c:pt idx="8087">
                  <c:v>1.1349169822534804</c:v>
                </c:pt>
                <c:pt idx="8088">
                  <c:v>1.1341334125792777</c:v>
                </c:pt>
                <c:pt idx="8089">
                  <c:v>1.1335642133443058</c:v>
                </c:pt>
                <c:pt idx="8090">
                  <c:v>1.1346048243508564</c:v>
                </c:pt>
                <c:pt idx="8091">
                  <c:v>1.1347879536004837</c:v>
                </c:pt>
                <c:pt idx="8092">
                  <c:v>1.1343775002476435</c:v>
                </c:pt>
                <c:pt idx="8093">
                  <c:v>1.1343025721912774</c:v>
                </c:pt>
                <c:pt idx="8094">
                  <c:v>1.1350432169789515</c:v>
                </c:pt>
                <c:pt idx="8095">
                  <c:v>1.1342550754233436</c:v>
                </c:pt>
                <c:pt idx="8096">
                  <c:v>1.1337475965873445</c:v>
                </c:pt>
                <c:pt idx="8097">
                  <c:v>1.1337359128904196</c:v>
                </c:pt>
                <c:pt idx="8098">
                  <c:v>1.1345723131941958</c:v>
                </c:pt>
                <c:pt idx="8099">
                  <c:v>1.1351219549364888</c:v>
                </c:pt>
                <c:pt idx="8100">
                  <c:v>1.1337209272791464</c:v>
                </c:pt>
                <c:pt idx="8101">
                  <c:v>1.1324027014739237</c:v>
                </c:pt>
                <c:pt idx="8102">
                  <c:v>1.1308132107053144</c:v>
                </c:pt>
                <c:pt idx="8103">
                  <c:v>1.1309762744754401</c:v>
                </c:pt>
                <c:pt idx="8104">
                  <c:v>1.1310202153356141</c:v>
                </c:pt>
                <c:pt idx="8105">
                  <c:v>1.1291848589447591</c:v>
                </c:pt>
                <c:pt idx="8106">
                  <c:v>1.1288140285640991</c:v>
                </c:pt>
                <c:pt idx="8107">
                  <c:v>1.1290830075867833</c:v>
                </c:pt>
                <c:pt idx="8108">
                  <c:v>1.1263756918145544</c:v>
                </c:pt>
                <c:pt idx="8109">
                  <c:v>1.125880404662303</c:v>
                </c:pt>
                <c:pt idx="8110">
                  <c:v>1.1259263774697685</c:v>
                </c:pt>
                <c:pt idx="8111">
                  <c:v>1.1261951024990411</c:v>
                </c:pt>
                <c:pt idx="8112">
                  <c:v>1.1261181424953837</c:v>
                </c:pt>
                <c:pt idx="8113">
                  <c:v>1.1246195813680593</c:v>
                </c:pt>
                <c:pt idx="8114">
                  <c:v>1.1231639451272635</c:v>
                </c:pt>
                <c:pt idx="8115">
                  <c:v>1.1216544622832483</c:v>
                </c:pt>
                <c:pt idx="8116">
                  <c:v>1.1218904221624491</c:v>
                </c:pt>
                <c:pt idx="8117">
                  <c:v>1.1218170180665514</c:v>
                </c:pt>
                <c:pt idx="8118">
                  <c:v>1.1210682454897121</c:v>
                </c:pt>
                <c:pt idx="8119">
                  <c:v>1.1202747700724642</c:v>
                </c:pt>
                <c:pt idx="8120">
                  <c:v>1.1202318451859359</c:v>
                </c:pt>
                <c:pt idx="8121">
                  <c:v>1.1210387822539882</c:v>
                </c:pt>
                <c:pt idx="8122">
                  <c:v>1.1202186375285426</c:v>
                </c:pt>
                <c:pt idx="8123">
                  <c:v>1.1169479643698041</c:v>
                </c:pt>
                <c:pt idx="8124">
                  <c:v>1.1154097802702998</c:v>
                </c:pt>
                <c:pt idx="8125">
                  <c:v>1.115173820391099</c:v>
                </c:pt>
                <c:pt idx="8126">
                  <c:v>1.1138390850141346</c:v>
                </c:pt>
                <c:pt idx="8127">
                  <c:v>1.1141514969101702</c:v>
                </c:pt>
                <c:pt idx="8128">
                  <c:v>1.1146173208266978</c:v>
                </c:pt>
                <c:pt idx="8129">
                  <c:v>1.1149901831546489</c:v>
                </c:pt>
                <c:pt idx="8130">
                  <c:v>1.1143701852373948</c:v>
                </c:pt>
                <c:pt idx="8131">
                  <c:v>1.1134108521224959</c:v>
                </c:pt>
                <c:pt idx="8132">
                  <c:v>1.1132587100690607</c:v>
                </c:pt>
                <c:pt idx="8133">
                  <c:v>1.1133051908633489</c:v>
                </c:pt>
                <c:pt idx="8134">
                  <c:v>1.1134347275031686</c:v>
                </c:pt>
                <c:pt idx="8135">
                  <c:v>1.1133646253216192</c:v>
                </c:pt>
                <c:pt idx="8136">
                  <c:v>1.1131652404936616</c:v>
                </c:pt>
                <c:pt idx="8137">
                  <c:v>1.112193207708192</c:v>
                </c:pt>
                <c:pt idx="8138">
                  <c:v>1.1113265821884579</c:v>
                </c:pt>
                <c:pt idx="8139">
                  <c:v>1.1105404725801413</c:v>
                </c:pt>
                <c:pt idx="8140">
                  <c:v>1.110207741211193</c:v>
                </c:pt>
                <c:pt idx="8141">
                  <c:v>1.1092857451277713</c:v>
                </c:pt>
                <c:pt idx="8142">
                  <c:v>1.1090853443261681</c:v>
                </c:pt>
                <c:pt idx="8143">
                  <c:v>1.1096532735940829</c:v>
                </c:pt>
                <c:pt idx="8144">
                  <c:v>1.1089713012844447</c:v>
                </c:pt>
                <c:pt idx="8145">
                  <c:v>1.107584497258141</c:v>
                </c:pt>
                <c:pt idx="8146">
                  <c:v>1.1065347424887799</c:v>
                </c:pt>
                <c:pt idx="8147">
                  <c:v>1.1050676765444705</c:v>
                </c:pt>
                <c:pt idx="8148">
                  <c:v>1.1048431463687831</c:v>
                </c:pt>
                <c:pt idx="8149">
                  <c:v>1.104222386471295</c:v>
                </c:pt>
                <c:pt idx="8150">
                  <c:v>1.1034852975913805</c:v>
                </c:pt>
                <c:pt idx="8151">
                  <c:v>1.1031995550035432</c:v>
                </c:pt>
                <c:pt idx="8152">
                  <c:v>1.1030032180965226</c:v>
                </c:pt>
                <c:pt idx="8153">
                  <c:v>1.1025539037517367</c:v>
                </c:pt>
                <c:pt idx="8154">
                  <c:v>1.1017401088615761</c:v>
                </c:pt>
                <c:pt idx="8155">
                  <c:v>1.1011307786676015</c:v>
                </c:pt>
                <c:pt idx="8156">
                  <c:v>1.1005283062957347</c:v>
                </c:pt>
                <c:pt idx="8157">
                  <c:v>1.0993098999011965</c:v>
                </c:pt>
                <c:pt idx="8158">
                  <c:v>1.0984031434224597</c:v>
                </c:pt>
                <c:pt idx="8159">
                  <c:v>1.0981504199781058</c:v>
                </c:pt>
                <c:pt idx="8160">
                  <c:v>1.0974234908346476</c:v>
                </c:pt>
                <c:pt idx="8161">
                  <c:v>1.0985621432980028</c:v>
                </c:pt>
                <c:pt idx="8162">
                  <c:v>1.0997429586676521</c:v>
                </c:pt>
                <c:pt idx="8163">
                  <c:v>1.0997868995278262</c:v>
                </c:pt>
                <c:pt idx="8164">
                  <c:v>1.0998168707503728</c:v>
                </c:pt>
                <c:pt idx="8165">
                  <c:v>1.0997305129904931</c:v>
                </c:pt>
                <c:pt idx="8166">
                  <c:v>1.0993317433345779</c:v>
                </c:pt>
                <c:pt idx="8167">
                  <c:v>1.0983812999890783</c:v>
                </c:pt>
                <c:pt idx="8168">
                  <c:v>1.0976266855637764</c:v>
                </c:pt>
                <c:pt idx="8169">
                  <c:v>1.0974433023207377</c:v>
                </c:pt>
                <c:pt idx="8170">
                  <c:v>1.0963775459664575</c:v>
                </c:pt>
                <c:pt idx="8171">
                  <c:v>1.0938597092791413</c:v>
                </c:pt>
                <c:pt idx="8172">
                  <c:v>1.0936961375221927</c:v>
                </c:pt>
                <c:pt idx="8173">
                  <c:v>1.094970930454064</c:v>
                </c:pt>
                <c:pt idx="8174">
                  <c:v>1.0943430587410563</c:v>
                </c:pt>
                <c:pt idx="8175">
                  <c:v>1.0939867059848467</c:v>
                </c:pt>
                <c:pt idx="8176">
                  <c:v>1.0936689602271716</c:v>
                </c:pt>
                <c:pt idx="8177">
                  <c:v>1.0942000604504318</c:v>
                </c:pt>
                <c:pt idx="8178">
                  <c:v>1.0949775342827608</c:v>
                </c:pt>
                <c:pt idx="8179">
                  <c:v>1.0949826141509889</c:v>
                </c:pt>
                <c:pt idx="8180">
                  <c:v>1.0951179926392709</c:v>
                </c:pt>
                <c:pt idx="8181">
                  <c:v>1.0933560403443134</c:v>
                </c:pt>
                <c:pt idx="8182">
                  <c:v>1.0913428885654706</c:v>
                </c:pt>
                <c:pt idx="8183">
                  <c:v>1.0895601088107774</c:v>
                </c:pt>
                <c:pt idx="8184">
                  <c:v>1.0889512866036255</c:v>
                </c:pt>
                <c:pt idx="8185">
                  <c:v>1.0902138878517491</c:v>
                </c:pt>
                <c:pt idx="8186">
                  <c:v>1.0910881331738254</c:v>
                </c:pt>
                <c:pt idx="8187">
                  <c:v>1.0908249959996037</c:v>
                </c:pt>
                <c:pt idx="8188">
                  <c:v>1.0890498360472529</c:v>
                </c:pt>
                <c:pt idx="8189">
                  <c:v>1.087767931299862</c:v>
                </c:pt>
                <c:pt idx="8190">
                  <c:v>1.0887826349784486</c:v>
                </c:pt>
                <c:pt idx="8191">
                  <c:v>1.0889040438291031</c:v>
                </c:pt>
                <c:pt idx="8192">
                  <c:v>1.0886175392610316</c:v>
                </c:pt>
                <c:pt idx="8193">
                  <c:v>1.0891280660179674</c:v>
                </c:pt>
                <c:pt idx="8194">
                  <c:v>1.0893528501870662</c:v>
                </c:pt>
                <c:pt idx="8195">
                  <c:v>1.0895176919110718</c:v>
                </c:pt>
                <c:pt idx="8196">
                  <c:v>1.0904239404029858</c:v>
                </c:pt>
                <c:pt idx="8197">
                  <c:v>1.0894163485399189</c:v>
                </c:pt>
                <c:pt idx="8198">
                  <c:v>1.088093550853291</c:v>
                </c:pt>
                <c:pt idx="8199">
                  <c:v>1.08824823284084</c:v>
                </c:pt>
                <c:pt idx="8200">
                  <c:v>1.0870422721234612</c:v>
                </c:pt>
                <c:pt idx="8201">
                  <c:v>1.0840720731704219</c:v>
                </c:pt>
                <c:pt idx="8202">
                  <c:v>1.0820629852861616</c:v>
                </c:pt>
                <c:pt idx="8203">
                  <c:v>1.0825732580496861</c:v>
                </c:pt>
                <c:pt idx="8204">
                  <c:v>1.0829661858571389</c:v>
                </c:pt>
                <c:pt idx="8205">
                  <c:v>1.0825046798286053</c:v>
                </c:pt>
                <c:pt idx="8206">
                  <c:v>1.0806208106961706</c:v>
                </c:pt>
                <c:pt idx="8207">
                  <c:v>1.0797651068931271</c:v>
                </c:pt>
                <c:pt idx="8208">
                  <c:v>1.0806525598725969</c:v>
                </c:pt>
                <c:pt idx="8209">
                  <c:v>1.0811806121749201</c:v>
                </c:pt>
                <c:pt idx="8210">
                  <c:v>1.0814201279618807</c:v>
                </c:pt>
                <c:pt idx="8211">
                  <c:v>1.0823647294589178</c:v>
                </c:pt>
                <c:pt idx="8212">
                  <c:v>1.0832572623066157</c:v>
                </c:pt>
                <c:pt idx="8213">
                  <c:v>1.0842077056521153</c:v>
                </c:pt>
                <c:pt idx="8214">
                  <c:v>1.0828145517905265</c:v>
                </c:pt>
                <c:pt idx="8215">
                  <c:v>1.081581667771538</c:v>
                </c:pt>
                <c:pt idx="8216">
                  <c:v>1.0805801717503447</c:v>
                </c:pt>
                <c:pt idx="8217">
                  <c:v>1.0795664840454038</c:v>
                </c:pt>
                <c:pt idx="8218">
                  <c:v>1.079286583306029</c:v>
                </c:pt>
                <c:pt idx="8219">
                  <c:v>1.0784009082804391</c:v>
                </c:pt>
                <c:pt idx="8220">
                  <c:v>1.0782507981742953</c:v>
                </c:pt>
                <c:pt idx="8221">
                  <c:v>1.0787316077020961</c:v>
                </c:pt>
                <c:pt idx="8222">
                  <c:v>1.0789759493638735</c:v>
                </c:pt>
                <c:pt idx="8223">
                  <c:v>1.0794839361866952</c:v>
                </c:pt>
                <c:pt idx="8224">
                  <c:v>1.0793907206047075</c:v>
                </c:pt>
                <c:pt idx="8225">
                  <c:v>1.0782330186354967</c:v>
                </c:pt>
                <c:pt idx="8226">
                  <c:v>1.0769602576509165</c:v>
                </c:pt>
                <c:pt idx="8227">
                  <c:v>1.0757055301985465</c:v>
                </c:pt>
                <c:pt idx="8228">
                  <c:v>1.0741914754731263</c:v>
                </c:pt>
                <c:pt idx="8229">
                  <c:v>1.0730507910624798</c:v>
                </c:pt>
                <c:pt idx="8230">
                  <c:v>1.0725067371752377</c:v>
                </c:pt>
                <c:pt idx="8231">
                  <c:v>1.0730594268384679</c:v>
                </c:pt>
                <c:pt idx="8232">
                  <c:v>1.0740355235185199</c:v>
                </c:pt>
                <c:pt idx="8233">
                  <c:v>1.0745008394482247</c:v>
                </c:pt>
                <c:pt idx="8234">
                  <c:v>1.0748851314796894</c:v>
                </c:pt>
                <c:pt idx="8235">
                  <c:v>1.0758160173325104</c:v>
                </c:pt>
                <c:pt idx="8236">
                  <c:v>1.0771035099349522</c:v>
                </c:pt>
                <c:pt idx="8237">
                  <c:v>1.0764939257475661</c:v>
                </c:pt>
                <c:pt idx="8238">
                  <c:v>1.0762584738551881</c:v>
                </c:pt>
                <c:pt idx="8239">
                  <c:v>1.0765208490491758</c:v>
                </c:pt>
                <c:pt idx="8240">
                  <c:v>1.0752008452900732</c:v>
                </c:pt>
                <c:pt idx="8241">
                  <c:v>1.074618438397708</c:v>
                </c:pt>
                <c:pt idx="8242">
                  <c:v>1.0753062525558088</c:v>
                </c:pt>
                <c:pt idx="8243">
                  <c:v>1.0751337910294607</c:v>
                </c:pt>
                <c:pt idx="8244">
                  <c:v>1.0760047344371886</c:v>
                </c:pt>
                <c:pt idx="8245">
                  <c:v>1.0771172255791686</c:v>
                </c:pt>
                <c:pt idx="8246">
                  <c:v>1.0766249863478541</c:v>
                </c:pt>
                <c:pt idx="8247">
                  <c:v>1.0754347732219827</c:v>
                </c:pt>
                <c:pt idx="8248">
                  <c:v>1.0745008394482247</c:v>
                </c:pt>
                <c:pt idx="8249">
                  <c:v>1.0733060544409478</c:v>
                </c:pt>
                <c:pt idx="8250">
                  <c:v>1.0734178115419686</c:v>
                </c:pt>
                <c:pt idx="8251">
                  <c:v>1.0734073978121008</c:v>
                </c:pt>
                <c:pt idx="8252">
                  <c:v>1.0735143290383047</c:v>
                </c:pt>
                <c:pt idx="8253">
                  <c:v>1.0742628476217326</c:v>
                </c:pt>
                <c:pt idx="8254">
                  <c:v>1.0725506780354117</c:v>
                </c:pt>
                <c:pt idx="8255">
                  <c:v>1.0716642410295876</c:v>
                </c:pt>
                <c:pt idx="8256">
                  <c:v>1.0713480192323812</c:v>
                </c:pt>
                <c:pt idx="8257">
                  <c:v>1.0707775500303522</c:v>
                </c:pt>
                <c:pt idx="8258">
                  <c:v>1.0710691344666519</c:v>
                </c:pt>
                <c:pt idx="8259">
                  <c:v>1.0717452649278278</c:v>
                </c:pt>
                <c:pt idx="8260">
                  <c:v>1.0710122399424959</c:v>
                </c:pt>
                <c:pt idx="8261">
                  <c:v>1.0694605941921866</c:v>
                </c:pt>
                <c:pt idx="8262">
                  <c:v>1.0706858584088328</c:v>
                </c:pt>
                <c:pt idx="8263">
                  <c:v>1.0723548491152139</c:v>
                </c:pt>
                <c:pt idx="8264">
                  <c:v>1.073577573397746</c:v>
                </c:pt>
                <c:pt idx="8265">
                  <c:v>1.0736380238296619</c:v>
                </c:pt>
                <c:pt idx="8266">
                  <c:v>1.0728409925046545</c:v>
                </c:pt>
                <c:pt idx="8267">
                  <c:v>1.0725285806086191</c:v>
                </c:pt>
                <c:pt idx="8268">
                  <c:v>1.0724346030463969</c:v>
                </c:pt>
                <c:pt idx="8269">
                  <c:v>1.0735846852132656</c:v>
                </c:pt>
                <c:pt idx="8270">
                  <c:v>1.0727526027974834</c:v>
                </c:pt>
                <c:pt idx="8271">
                  <c:v>1.0712880767872881</c:v>
                </c:pt>
                <c:pt idx="8272">
                  <c:v>1.0720170378780374</c:v>
                </c:pt>
                <c:pt idx="8273">
                  <c:v>1.0714973673582908</c:v>
                </c:pt>
                <c:pt idx="8274">
                  <c:v>1.0697029039066726</c:v>
                </c:pt>
                <c:pt idx="8275">
                  <c:v>1.0692421598583732</c:v>
                </c:pt>
                <c:pt idx="8276">
                  <c:v>1.0703734465127974</c:v>
                </c:pt>
                <c:pt idx="8277">
                  <c:v>1.0705928968202565</c:v>
                </c:pt>
                <c:pt idx="8278">
                  <c:v>1.0701664418824977</c:v>
                </c:pt>
                <c:pt idx="8279">
                  <c:v>1.0713119521679608</c:v>
                </c:pt>
                <c:pt idx="8280">
                  <c:v>1.0724897196166732</c:v>
                </c:pt>
                <c:pt idx="8281">
                  <c:v>1.0731407047301194</c:v>
                </c:pt>
                <c:pt idx="8282">
                  <c:v>1.0730647607001074</c:v>
                </c:pt>
                <c:pt idx="8283">
                  <c:v>1.0709482336028204</c:v>
                </c:pt>
                <c:pt idx="8284">
                  <c:v>1.06968080647988</c:v>
                </c:pt>
                <c:pt idx="8285">
                  <c:v>1.068743824785185</c:v>
                </c:pt>
                <c:pt idx="8286">
                  <c:v>1.0671403643789481</c:v>
                </c:pt>
                <c:pt idx="8287">
                  <c:v>1.0665757370253817</c:v>
                </c:pt>
                <c:pt idx="8288">
                  <c:v>1.0674131533028033</c:v>
                </c:pt>
                <c:pt idx="8289">
                  <c:v>1.0681982469374744</c:v>
                </c:pt>
                <c:pt idx="8290">
                  <c:v>1.0681329706307419</c:v>
                </c:pt>
                <c:pt idx="8291">
                  <c:v>1.0680374691080514</c:v>
                </c:pt>
                <c:pt idx="8292">
                  <c:v>1.0686648328342363</c:v>
                </c:pt>
                <c:pt idx="8293">
                  <c:v>1.0698580938810447</c:v>
                </c:pt>
                <c:pt idx="8294">
                  <c:v>1.0699099085369725</c:v>
                </c:pt>
                <c:pt idx="8295">
                  <c:v>1.0698753654330206</c:v>
                </c:pt>
                <c:pt idx="8296">
                  <c:v>1.0697615763847086</c:v>
                </c:pt>
                <c:pt idx="8297">
                  <c:v>1.0687359509894314</c:v>
                </c:pt>
                <c:pt idx="8298">
                  <c:v>1.0690315993203137</c:v>
                </c:pt>
                <c:pt idx="8299">
                  <c:v>1.0698448862236514</c:v>
                </c:pt>
                <c:pt idx="8300">
                  <c:v>1.0684799256307291</c:v>
                </c:pt>
                <c:pt idx="8301">
                  <c:v>1.0672886965312121</c:v>
                </c:pt>
                <c:pt idx="8302">
                  <c:v>1.06920558480713</c:v>
                </c:pt>
                <c:pt idx="8303">
                  <c:v>1.0711580321606458</c:v>
                </c:pt>
                <c:pt idx="8304">
                  <c:v>1.0723213219849077</c:v>
                </c:pt>
                <c:pt idx="8305">
                  <c:v>1.0728102593018738</c:v>
                </c:pt>
                <c:pt idx="8306">
                  <c:v>1.0728846793714171</c:v>
                </c:pt>
                <c:pt idx="8307">
                  <c:v>1.0722070249497728</c:v>
                </c:pt>
                <c:pt idx="8308">
                  <c:v>1.0729961824790264</c:v>
                </c:pt>
                <c:pt idx="8309">
                  <c:v>1.0738275029145743</c:v>
                </c:pt>
                <c:pt idx="8310">
                  <c:v>1.0736870445580642</c:v>
                </c:pt>
                <c:pt idx="8311">
                  <c:v>1.074414481688345</c:v>
                </c:pt>
                <c:pt idx="8312">
                  <c:v>1.0747357833537798</c:v>
                </c:pt>
                <c:pt idx="8313">
                  <c:v>1.0744868698105972</c:v>
                </c:pt>
                <c:pt idx="8314">
                  <c:v>1.0750395594738273</c:v>
                </c:pt>
                <c:pt idx="8315">
                  <c:v>1.0759409820909245</c:v>
                </c:pt>
                <c:pt idx="8316">
                  <c:v>1.0765528522190135</c:v>
                </c:pt>
                <c:pt idx="8317">
                  <c:v>1.0765825694481486</c:v>
                </c:pt>
                <c:pt idx="8318">
                  <c:v>1.0760570570799393</c:v>
                </c:pt>
                <c:pt idx="8319">
                  <c:v>1.0755102092651716</c:v>
                </c:pt>
                <c:pt idx="8320">
                  <c:v>1.0763029227021852</c:v>
                </c:pt>
                <c:pt idx="8321">
                  <c:v>1.0775975271201466</c:v>
                </c:pt>
                <c:pt idx="8322">
                  <c:v>1.0776752491040382</c:v>
                </c:pt>
                <c:pt idx="8323">
                  <c:v>1.0773181343675944</c:v>
                </c:pt>
                <c:pt idx="8324">
                  <c:v>1.0781004340747402</c:v>
                </c:pt>
                <c:pt idx="8325">
                  <c:v>1.0782076192943555</c:v>
                </c:pt>
                <c:pt idx="8326">
                  <c:v>1.0769234286062619</c:v>
                </c:pt>
                <c:pt idx="8327">
                  <c:v>1.0751116936026679</c:v>
                </c:pt>
                <c:pt idx="8328">
                  <c:v>1.0744662963442728</c:v>
                </c:pt>
                <c:pt idx="8329">
                  <c:v>1.0754329952681028</c:v>
                </c:pt>
                <c:pt idx="8330">
                  <c:v>1.0754901437856701</c:v>
                </c:pt>
                <c:pt idx="8331">
                  <c:v>1.074830522896236</c:v>
                </c:pt>
                <c:pt idx="8332">
                  <c:v>1.0742321144189519</c:v>
                </c:pt>
                <c:pt idx="8333">
                  <c:v>1.0747520389321101</c:v>
                </c:pt>
                <c:pt idx="8334">
                  <c:v>1.0755955510514057</c:v>
                </c:pt>
                <c:pt idx="8335">
                  <c:v>1.0761787199240052</c:v>
                </c:pt>
                <c:pt idx="8336">
                  <c:v>1.0767654447043644</c:v>
                </c:pt>
                <c:pt idx="8337">
                  <c:v>1.0776170846128252</c:v>
                </c:pt>
                <c:pt idx="8338">
                  <c:v>1.0784656766003491</c:v>
                </c:pt>
                <c:pt idx="8339">
                  <c:v>1.0785185072299224</c:v>
                </c:pt>
                <c:pt idx="8340">
                  <c:v>1.0773105145652522</c:v>
                </c:pt>
                <c:pt idx="8341">
                  <c:v>1.0765531062124249</c:v>
                </c:pt>
                <c:pt idx="8342">
                  <c:v>1.0775883833573356</c:v>
                </c:pt>
                <c:pt idx="8343">
                  <c:v>1.078806281765051</c:v>
                </c:pt>
                <c:pt idx="8344">
                  <c:v>1.0803330361610419</c:v>
                </c:pt>
                <c:pt idx="8345">
                  <c:v>1.079956617925331</c:v>
                </c:pt>
                <c:pt idx="8346">
                  <c:v>1.0798240333645746</c:v>
                </c:pt>
                <c:pt idx="8347">
                  <c:v>1.0804618108206272</c:v>
                </c:pt>
                <c:pt idx="8348">
                  <c:v>1.0803889147115524</c:v>
                </c:pt>
                <c:pt idx="8349">
                  <c:v>1.0821655986243717</c:v>
                </c:pt>
                <c:pt idx="8350">
                  <c:v>1.0831122320687001</c:v>
                </c:pt>
                <c:pt idx="8351">
                  <c:v>1.0847746189463845</c:v>
                </c:pt>
                <c:pt idx="8352">
                  <c:v>1.0867656732984345</c:v>
                </c:pt>
                <c:pt idx="8353">
                  <c:v>1.0870851970099895</c:v>
                </c:pt>
                <c:pt idx="8354">
                  <c:v>1.0868893680897918</c:v>
                </c:pt>
                <c:pt idx="8355">
                  <c:v>1.0872045739133527</c:v>
                </c:pt>
                <c:pt idx="8356">
                  <c:v>1.0868121540927229</c:v>
                </c:pt>
                <c:pt idx="8357">
                  <c:v>1.086720208477792</c:v>
                </c:pt>
                <c:pt idx="8358">
                  <c:v>1.0879627442464141</c:v>
                </c:pt>
                <c:pt idx="8359">
                  <c:v>1.0894209204213243</c:v>
                </c:pt>
                <c:pt idx="8360">
                  <c:v>1.0894750210179547</c:v>
                </c:pt>
                <c:pt idx="8361">
                  <c:v>1.0894460657690539</c:v>
                </c:pt>
                <c:pt idx="8362">
                  <c:v>1.0903172631701934</c:v>
                </c:pt>
                <c:pt idx="8363">
                  <c:v>1.0913284109410202</c:v>
                </c:pt>
                <c:pt idx="8364">
                  <c:v>1.0924111848538649</c:v>
                </c:pt>
                <c:pt idx="8365">
                  <c:v>1.0914216265230079</c:v>
                </c:pt>
                <c:pt idx="8366">
                  <c:v>1.0908305838546548</c:v>
                </c:pt>
                <c:pt idx="8367">
                  <c:v>1.091544051347308</c:v>
                </c:pt>
                <c:pt idx="8368">
                  <c:v>1.0915023964278368</c:v>
                </c:pt>
                <c:pt idx="8369">
                  <c:v>1.0912278295501014</c:v>
                </c:pt>
                <c:pt idx="8370">
                  <c:v>1.092285712108628</c:v>
                </c:pt>
                <c:pt idx="8371">
                  <c:v>1.0934063310397728</c:v>
                </c:pt>
                <c:pt idx="8372">
                  <c:v>1.0934944667535325</c:v>
                </c:pt>
                <c:pt idx="8373">
                  <c:v>1.0940049935104683</c:v>
                </c:pt>
                <c:pt idx="8374">
                  <c:v>1.0953260132432165</c:v>
                </c:pt>
                <c:pt idx="8375">
                  <c:v>1.0967989210359883</c:v>
                </c:pt>
                <c:pt idx="8376">
                  <c:v>1.0978291183126709</c:v>
                </c:pt>
                <c:pt idx="8377">
                  <c:v>1.0984668957687238</c:v>
                </c:pt>
                <c:pt idx="8378">
                  <c:v>1.0999420895021983</c:v>
                </c:pt>
                <c:pt idx="8379">
                  <c:v>1.101647401266411</c:v>
                </c:pt>
                <c:pt idx="8380">
                  <c:v>1.1020992555453111</c:v>
                </c:pt>
                <c:pt idx="8381">
                  <c:v>1.102247587697575</c:v>
                </c:pt>
                <c:pt idx="8382">
                  <c:v>1.1034863135650261</c:v>
                </c:pt>
                <c:pt idx="8383">
                  <c:v>1.1050346574009871</c:v>
                </c:pt>
                <c:pt idx="8384">
                  <c:v>1.1074387050399912</c:v>
                </c:pt>
                <c:pt idx="8385">
                  <c:v>1.108974603198793</c:v>
                </c:pt>
                <c:pt idx="8386">
                  <c:v>1.1084353751863676</c:v>
                </c:pt>
                <c:pt idx="8387">
                  <c:v>1.1083713688466921</c:v>
                </c:pt>
                <c:pt idx="8388">
                  <c:v>1.108789188008463</c:v>
                </c:pt>
                <c:pt idx="8389">
                  <c:v>1.1090579130377358</c:v>
                </c:pt>
                <c:pt idx="8390">
                  <c:v>1.1084173416541574</c:v>
                </c:pt>
                <c:pt idx="8391">
                  <c:v>1.1101292572470669</c:v>
                </c:pt>
                <c:pt idx="8392">
                  <c:v>1.1123753209841736</c:v>
                </c:pt>
                <c:pt idx="8393">
                  <c:v>1.1125089215185757</c:v>
                </c:pt>
                <c:pt idx="8394">
                  <c:v>1.1133153505998055</c:v>
                </c:pt>
                <c:pt idx="8395">
                  <c:v>1.114666849541923</c:v>
                </c:pt>
                <c:pt idx="8396">
                  <c:v>1.1156104350653144</c:v>
                </c:pt>
                <c:pt idx="8397">
                  <c:v>1.1157646090660409</c:v>
                </c:pt>
                <c:pt idx="8398">
                  <c:v>1.1159144651787734</c:v>
                </c:pt>
                <c:pt idx="8399">
                  <c:v>1.1191424674443944</c:v>
                </c:pt>
                <c:pt idx="8400">
                  <c:v>1.1219808438169114</c:v>
                </c:pt>
                <c:pt idx="8401">
                  <c:v>1.1230415203029633</c:v>
                </c:pt>
                <c:pt idx="8402">
                  <c:v>1.1228926801638766</c:v>
                </c:pt>
                <c:pt idx="8403">
                  <c:v>1.1241001648417239</c:v>
                </c:pt>
                <c:pt idx="8404">
                  <c:v>1.12555580108252</c:v>
                </c:pt>
                <c:pt idx="8405">
                  <c:v>1.1275659049404259</c:v>
                </c:pt>
                <c:pt idx="8406">
                  <c:v>1.1303997094315372</c:v>
                </c:pt>
                <c:pt idx="8407">
                  <c:v>1.1304406023707745</c:v>
                </c:pt>
                <c:pt idx="8408">
                  <c:v>1.12931464957799</c:v>
                </c:pt>
                <c:pt idx="8409">
                  <c:v>1.1292483572976117</c:v>
                </c:pt>
                <c:pt idx="8410">
                  <c:v>1.1284500560055473</c:v>
                </c:pt>
                <c:pt idx="8411">
                  <c:v>1.1275702228284199</c:v>
                </c:pt>
                <c:pt idx="8412">
                  <c:v>1.1297662498634786</c:v>
                </c:pt>
                <c:pt idx="8413">
                  <c:v>1.1304639697646244</c:v>
                </c:pt>
                <c:pt idx="8414">
                  <c:v>1.1298896906614242</c:v>
                </c:pt>
                <c:pt idx="8415">
                  <c:v>1.1287332586592704</c:v>
                </c:pt>
                <c:pt idx="8416">
                  <c:v>1.1286888098122736</c:v>
                </c:pt>
                <c:pt idx="8417">
                  <c:v>1.1284129729674812</c:v>
                </c:pt>
                <c:pt idx="8418">
                  <c:v>1.1267744614704696</c:v>
                </c:pt>
                <c:pt idx="8419">
                  <c:v>1.1254996685385981</c:v>
                </c:pt>
                <c:pt idx="8420">
                  <c:v>1.1244461038680658</c:v>
                </c:pt>
                <c:pt idx="8421">
                  <c:v>1.1212478188315795</c:v>
                </c:pt>
                <c:pt idx="8422">
                  <c:v>1.1181986279275915</c:v>
                </c:pt>
                <c:pt idx="8423">
                  <c:v>1.1171112821333415</c:v>
                </c:pt>
                <c:pt idx="8424">
                  <c:v>1.1170068908412516</c:v>
                </c:pt>
                <c:pt idx="8425">
                  <c:v>1.1156266906436447</c:v>
                </c:pt>
                <c:pt idx="8426">
                  <c:v>1.1157376857644312</c:v>
                </c:pt>
                <c:pt idx="8427">
                  <c:v>1.1154577850250564</c:v>
                </c:pt>
                <c:pt idx="8428">
                  <c:v>1.1137344397286335</c:v>
                </c:pt>
                <c:pt idx="8429">
                  <c:v>1.1116334062294424</c:v>
                </c:pt>
                <c:pt idx="8430">
                  <c:v>1.110097762064052</c:v>
                </c:pt>
                <c:pt idx="8431">
                  <c:v>1.1093581332500235</c:v>
                </c:pt>
                <c:pt idx="8432">
                  <c:v>1.1086085986929499</c:v>
                </c:pt>
                <c:pt idx="8433">
                  <c:v>1.1078448405048373</c:v>
                </c:pt>
                <c:pt idx="8434">
                  <c:v>1.1080480352339661</c:v>
                </c:pt>
                <c:pt idx="8435">
                  <c:v>1.1087256896556104</c:v>
                </c:pt>
                <c:pt idx="8436">
                  <c:v>1.1097972878583529</c:v>
                </c:pt>
                <c:pt idx="8437">
                  <c:v>1.1095986650106295</c:v>
                </c:pt>
                <c:pt idx="8438">
                  <c:v>1.1093421316651046</c:v>
                </c:pt>
                <c:pt idx="8439">
                  <c:v>1.1085471322873885</c:v>
                </c:pt>
                <c:pt idx="8440">
                  <c:v>1.107925610409666</c:v>
                </c:pt>
                <c:pt idx="8441">
                  <c:v>1.1072835150656193</c:v>
                </c:pt>
                <c:pt idx="8442">
                  <c:v>1.1060917779792792</c:v>
                </c:pt>
                <c:pt idx="8443">
                  <c:v>1.1061021917091471</c:v>
                </c:pt>
                <c:pt idx="8444">
                  <c:v>1.1068133732610976</c:v>
                </c:pt>
                <c:pt idx="8445">
                  <c:v>1.1066175443408999</c:v>
                </c:pt>
                <c:pt idx="8446">
                  <c:v>1.1053132881733048</c:v>
                </c:pt>
                <c:pt idx="8447">
                  <c:v>1.1032109847070566</c:v>
                </c:pt>
                <c:pt idx="8448">
                  <c:v>1.1018201167861705</c:v>
                </c:pt>
                <c:pt idx="8449">
                  <c:v>1.1027532885796942</c:v>
                </c:pt>
                <c:pt idx="8450">
                  <c:v>1.1023481690884938</c:v>
                </c:pt>
                <c:pt idx="8451">
                  <c:v>1.1013959477891144</c:v>
                </c:pt>
                <c:pt idx="8452">
                  <c:v>1.1015115147913064</c:v>
                </c:pt>
                <c:pt idx="8453">
                  <c:v>1.101555201658069</c:v>
                </c:pt>
                <c:pt idx="8454">
                  <c:v>1.1018130049706512</c:v>
                </c:pt>
                <c:pt idx="8455">
                  <c:v>1.1016415594179487</c:v>
                </c:pt>
                <c:pt idx="8456">
                  <c:v>1.0999024665300183</c:v>
                </c:pt>
                <c:pt idx="8457">
                  <c:v>1.098853473740891</c:v>
                </c:pt>
                <c:pt idx="8458">
                  <c:v>1.0986027822438287</c:v>
                </c:pt>
                <c:pt idx="8459">
                  <c:v>1.0997975672511056</c:v>
                </c:pt>
                <c:pt idx="8460">
                  <c:v>1.100701021815494</c:v>
                </c:pt>
                <c:pt idx="8461">
                  <c:v>1.0995268102745415</c:v>
                </c:pt>
                <c:pt idx="8462">
                  <c:v>1.0979342715849951</c:v>
                </c:pt>
                <c:pt idx="8463">
                  <c:v>1.0967448204393577</c:v>
                </c:pt>
                <c:pt idx="8464">
                  <c:v>1.0968535296194417</c:v>
                </c:pt>
                <c:pt idx="8465">
                  <c:v>1.0986446911567114</c:v>
                </c:pt>
                <c:pt idx="8466">
                  <c:v>1.0990726700549387</c:v>
                </c:pt>
                <c:pt idx="8467">
                  <c:v>1.0974552400110742</c:v>
                </c:pt>
                <c:pt idx="8468">
                  <c:v>1.0948929544767609</c:v>
                </c:pt>
                <c:pt idx="8469">
                  <c:v>1.093756333960697</c:v>
                </c:pt>
                <c:pt idx="8470">
                  <c:v>1.0918168402711634</c:v>
                </c:pt>
                <c:pt idx="8471">
                  <c:v>1.0900929869879175</c:v>
                </c:pt>
                <c:pt idx="8472">
                  <c:v>1.0893988229945315</c:v>
                </c:pt>
                <c:pt idx="8473">
                  <c:v>1.089305099425721</c:v>
                </c:pt>
                <c:pt idx="8474">
                  <c:v>1.0898567731153055</c:v>
                </c:pt>
                <c:pt idx="8475">
                  <c:v>1.0901094965596592</c:v>
                </c:pt>
                <c:pt idx="8476">
                  <c:v>1.0905707485947815</c:v>
                </c:pt>
                <c:pt idx="8477">
                  <c:v>1.0912580547660593</c:v>
                </c:pt>
                <c:pt idx="8478">
                  <c:v>1.0911330900076452</c:v>
                </c:pt>
                <c:pt idx="8479">
                  <c:v>1.0906626942097122</c:v>
                </c:pt>
                <c:pt idx="8480">
                  <c:v>1.0918303019219682</c:v>
                </c:pt>
                <c:pt idx="8481">
                  <c:v>1.0928386557652694</c:v>
                </c:pt>
                <c:pt idx="8482">
                  <c:v>1.0906532964534901</c:v>
                </c:pt>
                <c:pt idx="8483">
                  <c:v>1.0890343424491569</c:v>
                </c:pt>
                <c:pt idx="8484">
                  <c:v>1.0886823075809413</c:v>
                </c:pt>
                <c:pt idx="8485">
                  <c:v>1.0880285285399696</c:v>
                </c:pt>
                <c:pt idx="8486">
                  <c:v>1.0878372715011773</c:v>
                </c:pt>
                <c:pt idx="8487">
                  <c:v>1.0868365374602182</c:v>
                </c:pt>
                <c:pt idx="8488">
                  <c:v>1.0857959264536678</c:v>
                </c:pt>
                <c:pt idx="8489">
                  <c:v>1.0848429431740541</c:v>
                </c:pt>
                <c:pt idx="8490">
                  <c:v>1.0854471934998007</c:v>
                </c:pt>
                <c:pt idx="8491">
                  <c:v>1.0872419109448301</c:v>
                </c:pt>
                <c:pt idx="8492">
                  <c:v>1.0890333264755112</c:v>
                </c:pt>
                <c:pt idx="8493">
                  <c:v>1.0897678754213116</c:v>
                </c:pt>
                <c:pt idx="8494">
                  <c:v>1.0882388350846179</c:v>
                </c:pt>
                <c:pt idx="8495">
                  <c:v>1.0876307748577001</c:v>
                </c:pt>
                <c:pt idx="8496">
                  <c:v>1.0859927713475113</c:v>
                </c:pt>
                <c:pt idx="8497">
                  <c:v>1.0833293964354564</c:v>
                </c:pt>
                <c:pt idx="8498">
                  <c:v>1.0821109900409183</c:v>
                </c:pt>
                <c:pt idx="8499">
                  <c:v>1.0821219117576091</c:v>
                </c:pt>
                <c:pt idx="8500">
                  <c:v>1.083219671281727</c:v>
                </c:pt>
                <c:pt idx="8501">
                  <c:v>1.0835917716294439</c:v>
                </c:pt>
                <c:pt idx="8502">
                  <c:v>1.0830522896236072</c:v>
                </c:pt>
                <c:pt idx="8503">
                  <c:v>1.0812339507913165</c:v>
                </c:pt>
                <c:pt idx="8504">
                  <c:v>1.0809479542100677</c:v>
                </c:pt>
                <c:pt idx="8505">
                  <c:v>1.0815740479691958</c:v>
                </c:pt>
                <c:pt idx="8506">
                  <c:v>1.0812748437305537</c:v>
                </c:pt>
                <c:pt idx="8507">
                  <c:v>1.0806830390819662</c:v>
                </c:pt>
                <c:pt idx="8508">
                  <c:v>1.079434915458293</c:v>
                </c:pt>
                <c:pt idx="8509">
                  <c:v>1.0788603823616816</c:v>
                </c:pt>
                <c:pt idx="8510">
                  <c:v>1.0768744078778596</c:v>
                </c:pt>
                <c:pt idx="8511">
                  <c:v>1.0755564360660483</c:v>
                </c:pt>
                <c:pt idx="8512">
                  <c:v>1.0751838277315087</c:v>
                </c:pt>
                <c:pt idx="8513">
                  <c:v>1.075281107208079</c:v>
                </c:pt>
                <c:pt idx="8514">
                  <c:v>1.0768812656999678</c:v>
                </c:pt>
                <c:pt idx="8515">
                  <c:v>1.0787971380022403</c:v>
                </c:pt>
                <c:pt idx="8516">
                  <c:v>1.0791517128045698</c:v>
                </c:pt>
                <c:pt idx="8517">
                  <c:v>1.0784110680168957</c:v>
                </c:pt>
                <c:pt idx="8518">
                  <c:v>1.0774474170140027</c:v>
                </c:pt>
                <c:pt idx="8519">
                  <c:v>1.077602860981786</c:v>
                </c:pt>
                <c:pt idx="8520">
                  <c:v>1.0768871075484301</c:v>
                </c:pt>
                <c:pt idx="8521">
                  <c:v>1.0754345192285713</c:v>
                </c:pt>
                <c:pt idx="8522">
                  <c:v>1.0750454013222897</c:v>
                </c:pt>
                <c:pt idx="8523">
                  <c:v>1.0756026628669253</c:v>
                </c:pt>
                <c:pt idx="8524">
                  <c:v>1.0754921757329614</c:v>
                </c:pt>
                <c:pt idx="8525">
                  <c:v>1.0755615159342766</c:v>
                </c:pt>
                <c:pt idx="8526">
                  <c:v>1.0757865540967868</c:v>
                </c:pt>
                <c:pt idx="8527">
                  <c:v>1.0741767438552643</c:v>
                </c:pt>
                <c:pt idx="8528">
                  <c:v>1.0724937835112558</c:v>
                </c:pt>
                <c:pt idx="8529">
                  <c:v>1.0724213953890036</c:v>
                </c:pt>
                <c:pt idx="8530">
                  <c:v>1.072300494525172</c:v>
                </c:pt>
                <c:pt idx="8531">
                  <c:v>1.0714572363992878</c:v>
                </c:pt>
                <c:pt idx="8532">
                  <c:v>1.0718425444043982</c:v>
                </c:pt>
                <c:pt idx="8533">
                  <c:v>1.0723698347264872</c:v>
                </c:pt>
                <c:pt idx="8534">
                  <c:v>1.0729804348875189</c:v>
                </c:pt>
                <c:pt idx="8535">
                  <c:v>1.0729885626766842</c:v>
                </c:pt>
                <c:pt idx="8536">
                  <c:v>1.0703289976658006</c:v>
                </c:pt>
                <c:pt idx="8537">
                  <c:v>1.0705382882368031</c:v>
                </c:pt>
                <c:pt idx="8538">
                  <c:v>1.0714143115127595</c:v>
                </c:pt>
                <c:pt idx="8539">
                  <c:v>1.070925120202382</c:v>
                </c:pt>
                <c:pt idx="8540">
                  <c:v>1.0697509086614294</c:v>
                </c:pt>
                <c:pt idx="8541">
                  <c:v>1.0689597191848843</c:v>
                </c:pt>
                <c:pt idx="8542">
                  <c:v>1.06812001696676</c:v>
                </c:pt>
                <c:pt idx="8543">
                  <c:v>1.0661858571388658</c:v>
                </c:pt>
                <c:pt idx="8544">
                  <c:v>1.0651279745803395</c:v>
                </c:pt>
                <c:pt idx="8545">
                  <c:v>1.0644343185737761</c:v>
                </c:pt>
                <c:pt idx="8546">
                  <c:v>1.0645646171938299</c:v>
                </c:pt>
                <c:pt idx="8547">
                  <c:v>1.0651282285737509</c:v>
                </c:pt>
                <c:pt idx="8548">
                  <c:v>1.0660451447889441</c:v>
                </c:pt>
                <c:pt idx="8549">
                  <c:v>1.0658244245144282</c:v>
                </c:pt>
                <c:pt idx="8550">
                  <c:v>1.0631795911214064</c:v>
                </c:pt>
                <c:pt idx="8551">
                  <c:v>1.0615710508469409</c:v>
                </c:pt>
                <c:pt idx="8552">
                  <c:v>1.0615774006822263</c:v>
                </c:pt>
                <c:pt idx="8553">
                  <c:v>1.0619309595109103</c:v>
                </c:pt>
                <c:pt idx="8554">
                  <c:v>1.0619327374647902</c:v>
                </c:pt>
                <c:pt idx="8555">
                  <c:v>1.0613325510336262</c:v>
                </c:pt>
                <c:pt idx="8556">
                  <c:v>1.0597539819817074</c:v>
                </c:pt>
                <c:pt idx="8557">
                  <c:v>1.060647530803051</c:v>
                </c:pt>
                <c:pt idx="8558">
                  <c:v>1.0614623416668572</c:v>
                </c:pt>
                <c:pt idx="8559">
                  <c:v>1.0615514933542625</c:v>
                </c:pt>
                <c:pt idx="8560">
                  <c:v>1.0618184404296553</c:v>
                </c:pt>
                <c:pt idx="8561">
                  <c:v>1.0623086477136783</c:v>
                </c:pt>
                <c:pt idx="8562">
                  <c:v>1.0617483382481059</c:v>
                </c:pt>
                <c:pt idx="8563">
                  <c:v>1.0594174407115879</c:v>
                </c:pt>
                <c:pt idx="8564">
                  <c:v>1.0578071224832428</c:v>
                </c:pt>
                <c:pt idx="8565">
                  <c:v>1.0575764964656817</c:v>
                </c:pt>
                <c:pt idx="8566">
                  <c:v>1.057387525367592</c:v>
                </c:pt>
                <c:pt idx="8567">
                  <c:v>1.0572493529517843</c:v>
                </c:pt>
                <c:pt idx="8568">
                  <c:v>1.0559141095879974</c:v>
                </c:pt>
                <c:pt idx="8569">
                  <c:v>1.0564020309313176</c:v>
                </c:pt>
                <c:pt idx="8570">
                  <c:v>1.0572066820586674</c:v>
                </c:pt>
                <c:pt idx="8571">
                  <c:v>1.0575175699942343</c:v>
                </c:pt>
                <c:pt idx="8572">
                  <c:v>1.0575554150125346</c:v>
                </c:pt>
                <c:pt idx="8573">
                  <c:v>1.0568797925381817</c:v>
                </c:pt>
                <c:pt idx="8574">
                  <c:v>1.0560334864913603</c:v>
                </c:pt>
                <c:pt idx="8575">
                  <c:v>1.0547942526370866</c:v>
                </c:pt>
                <c:pt idx="8576">
                  <c:v>1.0544861586290453</c:v>
                </c:pt>
                <c:pt idx="8577">
                  <c:v>1.0547929826700295</c:v>
                </c:pt>
                <c:pt idx="8578">
                  <c:v>1.0554287281787911</c:v>
                </c:pt>
                <c:pt idx="8579">
                  <c:v>1.0561360998295704</c:v>
                </c:pt>
                <c:pt idx="8580">
                  <c:v>1.0564078727797801</c:v>
                </c:pt>
                <c:pt idx="8581">
                  <c:v>1.0555265156421842</c:v>
                </c:pt>
                <c:pt idx="8582">
                  <c:v>1.0551884504115963</c:v>
                </c:pt>
                <c:pt idx="8583">
                  <c:v>1.054747517849387</c:v>
                </c:pt>
                <c:pt idx="8584">
                  <c:v>1.0539832516744516</c:v>
                </c:pt>
                <c:pt idx="8585">
                  <c:v>1.0520793170625153</c:v>
                </c:pt>
                <c:pt idx="8586">
                  <c:v>1.0514737967697119</c:v>
                </c:pt>
                <c:pt idx="8587">
                  <c:v>1.051480146604997</c:v>
                </c:pt>
                <c:pt idx="8588">
                  <c:v>1.0518588507814108</c:v>
                </c:pt>
                <c:pt idx="8589">
                  <c:v>1.0517597933509604</c:v>
                </c:pt>
                <c:pt idx="8590">
                  <c:v>1.0523493120588452</c:v>
                </c:pt>
                <c:pt idx="8591">
                  <c:v>1.0525715562938298</c:v>
                </c:pt>
                <c:pt idx="8592">
                  <c:v>1.0509922252616768</c:v>
                </c:pt>
                <c:pt idx="8593">
                  <c:v>1.0492338288744789</c:v>
                </c:pt>
                <c:pt idx="8594">
                  <c:v>1.0489247188927919</c:v>
                </c:pt>
                <c:pt idx="8595">
                  <c:v>1.0494913781936497</c:v>
                </c:pt>
                <c:pt idx="8596">
                  <c:v>1.0506744795040017</c:v>
                </c:pt>
                <c:pt idx="8597">
                  <c:v>1.0522764159497702</c:v>
                </c:pt>
                <c:pt idx="8598">
                  <c:v>1.0526601999944121</c:v>
                </c:pt>
                <c:pt idx="8599">
                  <c:v>1.051607397304114</c:v>
                </c:pt>
                <c:pt idx="8600">
                  <c:v>1.0509691118612383</c:v>
                </c:pt>
                <c:pt idx="8601">
                  <c:v>1.0500443218502913</c:v>
                </c:pt>
                <c:pt idx="8602">
                  <c:v>1.0511761164915383</c:v>
                </c:pt>
                <c:pt idx="8603">
                  <c:v>1.0521608489475782</c:v>
                </c:pt>
                <c:pt idx="8604">
                  <c:v>1.0520529017477287</c:v>
                </c:pt>
                <c:pt idx="8605">
                  <c:v>1.0512053257338505</c:v>
                </c:pt>
                <c:pt idx="8606">
                  <c:v>1.0509465064476227</c:v>
                </c:pt>
                <c:pt idx="8607">
                  <c:v>1.0518611367221133</c:v>
                </c:pt>
                <c:pt idx="8608">
                  <c:v>1.0502459926189514</c:v>
                </c:pt>
                <c:pt idx="8609">
                  <c:v>1.0476285905143621</c:v>
                </c:pt>
                <c:pt idx="8610">
                  <c:v>1.045724147915603</c:v>
                </c:pt>
                <c:pt idx="8611">
                  <c:v>1.0461968296542388</c:v>
                </c:pt>
                <c:pt idx="8612">
                  <c:v>1.0464614907889289</c:v>
                </c:pt>
                <c:pt idx="8613">
                  <c:v>1.0466550337684239</c:v>
                </c:pt>
                <c:pt idx="8614">
                  <c:v>1.0462748056315418</c:v>
                </c:pt>
                <c:pt idx="8615">
                  <c:v>1.046094978296263</c:v>
                </c:pt>
                <c:pt idx="8616">
                  <c:v>1.0462758216051875</c:v>
                </c:pt>
                <c:pt idx="8617">
                  <c:v>1.044469928450056</c:v>
                </c:pt>
                <c:pt idx="8618">
                  <c:v>1.0420668967846973</c:v>
                </c:pt>
                <c:pt idx="8619">
                  <c:v>1.0427252477070745</c:v>
                </c:pt>
                <c:pt idx="8620">
                  <c:v>1.0435451384391088</c:v>
                </c:pt>
                <c:pt idx="8621">
                  <c:v>1.0439202867077628</c:v>
                </c:pt>
                <c:pt idx="8622">
                  <c:v>1.0435695218066043</c:v>
                </c:pt>
                <c:pt idx="8623">
                  <c:v>1.041886815456007</c:v>
                </c:pt>
                <c:pt idx="8624">
                  <c:v>1.0400527290322088</c:v>
                </c:pt>
                <c:pt idx="8625">
                  <c:v>1.0395145169934292</c:v>
                </c:pt>
                <c:pt idx="8626">
                  <c:v>1.0390136419861269</c:v>
                </c:pt>
                <c:pt idx="8627">
                  <c:v>1.0390458991493761</c:v>
                </c:pt>
                <c:pt idx="8628">
                  <c:v>1.0411837616932216</c:v>
                </c:pt>
                <c:pt idx="8629">
                  <c:v>1.0431717681243349</c:v>
                </c:pt>
                <c:pt idx="8630">
                  <c:v>1.0431331611258003</c:v>
                </c:pt>
                <c:pt idx="8631">
                  <c:v>1.0435001816052891</c:v>
                </c:pt>
                <c:pt idx="8632">
                  <c:v>1.0441011300166874</c:v>
                </c:pt>
                <c:pt idx="8633">
                  <c:v>1.0431374790137944</c:v>
                </c:pt>
                <c:pt idx="8634">
                  <c:v>1.0433162903754276</c:v>
                </c:pt>
                <c:pt idx="8635">
                  <c:v>1.0441252593907715</c:v>
                </c:pt>
                <c:pt idx="8636">
                  <c:v>1.0436848348153849</c:v>
                </c:pt>
                <c:pt idx="8637">
                  <c:v>1.0415457023044823</c:v>
                </c:pt>
                <c:pt idx="8638">
                  <c:v>1.0386476374802838</c:v>
                </c:pt>
                <c:pt idx="8639">
                  <c:v>1.0370838000462268</c:v>
                </c:pt>
                <c:pt idx="8640">
                  <c:v>1.0390855221215562</c:v>
                </c:pt>
                <c:pt idx="8641">
                  <c:v>1.041111627564381</c:v>
                </c:pt>
                <c:pt idx="8642">
                  <c:v>1.0417504209940793</c:v>
                </c:pt>
                <c:pt idx="8643">
                  <c:v>1.0414634084391852</c:v>
                </c:pt>
                <c:pt idx="8644">
                  <c:v>1.0409142746837148</c:v>
                </c:pt>
                <c:pt idx="8645">
                  <c:v>1.0396803746910805</c:v>
                </c:pt>
                <c:pt idx="8646">
                  <c:v>1.039238172161814</c:v>
                </c:pt>
                <c:pt idx="8647">
                  <c:v>1.0385648356281638</c:v>
                </c:pt>
                <c:pt idx="8648">
                  <c:v>1.0375983906977453</c:v>
                </c:pt>
                <c:pt idx="8649">
                  <c:v>1.0351956130257982</c:v>
                </c:pt>
                <c:pt idx="8650">
                  <c:v>1.0332614531979041</c:v>
                </c:pt>
                <c:pt idx="8651">
                  <c:v>1.0348405302366457</c:v>
                </c:pt>
                <c:pt idx="8652">
                  <c:v>1.0355778731099716</c:v>
                </c:pt>
                <c:pt idx="8653">
                  <c:v>1.0347973513567057</c:v>
                </c:pt>
                <c:pt idx="8654">
                  <c:v>1.0342835226854215</c:v>
                </c:pt>
                <c:pt idx="8655">
                  <c:v>1.0343185737761962</c:v>
                </c:pt>
                <c:pt idx="8656">
                  <c:v>1.0349797186260989</c:v>
                </c:pt>
                <c:pt idx="8657">
                  <c:v>1.0352177104525908</c:v>
                </c:pt>
                <c:pt idx="8658">
                  <c:v>1.0344336327915653</c:v>
                </c:pt>
                <c:pt idx="8659">
                  <c:v>1.0356119082271005</c:v>
                </c:pt>
                <c:pt idx="8660">
                  <c:v>1.0365598116384862</c:v>
                </c:pt>
                <c:pt idx="8661">
                  <c:v>1.0364394187614774</c:v>
                </c:pt>
                <c:pt idx="8662">
                  <c:v>1.0366281358661555</c:v>
                </c:pt>
                <c:pt idx="8663">
                  <c:v>1.0370830380659926</c:v>
                </c:pt>
                <c:pt idx="8664">
                  <c:v>1.0376273459466461</c:v>
                </c:pt>
                <c:pt idx="8665">
                  <c:v>1.0365753052365823</c:v>
                </c:pt>
                <c:pt idx="8666">
                  <c:v>1.0362293662102404</c:v>
                </c:pt>
                <c:pt idx="8667">
                  <c:v>1.0363957318947146</c:v>
                </c:pt>
                <c:pt idx="8668">
                  <c:v>1.0360320133295742</c:v>
                </c:pt>
                <c:pt idx="8669">
                  <c:v>1.0359032386699889</c:v>
                </c:pt>
                <c:pt idx="8670">
                  <c:v>1.0361214190103909</c:v>
                </c:pt>
                <c:pt idx="8671">
                  <c:v>1.0360894158405531</c:v>
                </c:pt>
                <c:pt idx="8672">
                  <c:v>1.0366598850425821</c:v>
                </c:pt>
                <c:pt idx="8673">
                  <c:v>1.0379542354671321</c:v>
                </c:pt>
                <c:pt idx="8674">
                  <c:v>1.0384441887577436</c:v>
                </c:pt>
                <c:pt idx="8675">
                  <c:v>1.0363037862797839</c:v>
                </c:pt>
                <c:pt idx="8676">
                  <c:v>1.0343795321949349</c:v>
                </c:pt>
                <c:pt idx="8677">
                  <c:v>1.034530404281313</c:v>
                </c:pt>
                <c:pt idx="8678">
                  <c:v>1.0347188673925798</c:v>
                </c:pt>
                <c:pt idx="8679">
                  <c:v>1.0339835564665452</c:v>
                </c:pt>
                <c:pt idx="8680">
                  <c:v>1.034293682421878</c:v>
                </c:pt>
                <c:pt idx="8681">
                  <c:v>1.0350709022607953</c:v>
                </c:pt>
                <c:pt idx="8682">
                  <c:v>1.0355385041312029</c:v>
                </c:pt>
                <c:pt idx="8683">
                  <c:v>1.0345491997937573</c:v>
                </c:pt>
                <c:pt idx="8684">
                  <c:v>1.0348199567703213</c:v>
                </c:pt>
                <c:pt idx="8685">
                  <c:v>1.0358308505477367</c:v>
                </c:pt>
                <c:pt idx="8686">
                  <c:v>1.0368389503976267</c:v>
                </c:pt>
                <c:pt idx="8687">
                  <c:v>1.0375920408624599</c:v>
                </c:pt>
                <c:pt idx="8688">
                  <c:v>1.0369674710638006</c:v>
                </c:pt>
                <c:pt idx="8689">
                  <c:v>1.0366134042482937</c:v>
                </c:pt>
                <c:pt idx="8690">
                  <c:v>1.0357582084320733</c:v>
                </c:pt>
                <c:pt idx="8691">
                  <c:v>1.0355407900719056</c:v>
                </c:pt>
                <c:pt idx="8692">
                  <c:v>1.037505429109169</c:v>
                </c:pt>
                <c:pt idx="8693">
                  <c:v>1.0391990571764569</c:v>
                </c:pt>
                <c:pt idx="8694">
                  <c:v>1.0382818869678521</c:v>
                </c:pt>
                <c:pt idx="8695">
                  <c:v>1.0362555275316159</c:v>
                </c:pt>
                <c:pt idx="8696">
                  <c:v>1.034114363073422</c:v>
                </c:pt>
                <c:pt idx="8697">
                  <c:v>1.0312627790435116</c:v>
                </c:pt>
                <c:pt idx="8698">
                  <c:v>1.0307652059505577</c:v>
                </c:pt>
                <c:pt idx="8699">
                  <c:v>1.0319086842887295</c:v>
                </c:pt>
                <c:pt idx="8700">
                  <c:v>1.0326203738275028</c:v>
                </c:pt>
                <c:pt idx="8701">
                  <c:v>1.0329256739080188</c:v>
                </c:pt>
                <c:pt idx="8702">
                  <c:v>1.0346043163640335</c:v>
                </c:pt>
                <c:pt idx="8703">
                  <c:v>1.0354757677585844</c:v>
                </c:pt>
                <c:pt idx="8704">
                  <c:v>1.0356279098120196</c:v>
                </c:pt>
                <c:pt idx="8705">
                  <c:v>1.0356053043984039</c:v>
                </c:pt>
                <c:pt idx="8706">
                  <c:v>1.0366634409503417</c:v>
                </c:pt>
                <c:pt idx="8707">
                  <c:v>1.0378823553317027</c:v>
                </c:pt>
                <c:pt idx="8708">
                  <c:v>1.0377678043031564</c:v>
                </c:pt>
                <c:pt idx="8709">
                  <c:v>1.0355509498083619</c:v>
                </c:pt>
                <c:pt idx="8710">
                  <c:v>1.0352271082088131</c:v>
                </c:pt>
                <c:pt idx="8711">
                  <c:v>1.0359471795301629</c:v>
                </c:pt>
                <c:pt idx="8712">
                  <c:v>1.0371772696216259</c:v>
                </c:pt>
                <c:pt idx="8713">
                  <c:v>1.0371884453317282</c:v>
                </c:pt>
                <c:pt idx="8714">
                  <c:v>1.0366657268910444</c:v>
                </c:pt>
                <c:pt idx="8715">
                  <c:v>1.0345961885748685</c:v>
                </c:pt>
                <c:pt idx="8716">
                  <c:v>1.0342436457198301</c:v>
                </c:pt>
                <c:pt idx="8717">
                  <c:v>1.0357208714005959</c:v>
                </c:pt>
                <c:pt idx="8718">
                  <c:v>1.0370185237394942</c:v>
                </c:pt>
                <c:pt idx="8719">
                  <c:v>1.0366817284759633</c:v>
                </c:pt>
                <c:pt idx="8720">
                  <c:v>1.0356797244679472</c:v>
                </c:pt>
                <c:pt idx="8721">
                  <c:v>1.0364998691933931</c:v>
                </c:pt>
                <c:pt idx="8722">
                  <c:v>1.0365943547424379</c:v>
                </c:pt>
                <c:pt idx="8723">
                  <c:v>1.0348562778281531</c:v>
                </c:pt>
                <c:pt idx="8724">
                  <c:v>1.0344028995887846</c:v>
                </c:pt>
                <c:pt idx="8725">
                  <c:v>1.0354457965360377</c:v>
                </c:pt>
                <c:pt idx="8726">
                  <c:v>1.0353279435931433</c:v>
                </c:pt>
                <c:pt idx="8727">
                  <c:v>1.0355786350902059</c:v>
                </c:pt>
                <c:pt idx="8728">
                  <c:v>1.0353139739555155</c:v>
                </c:pt>
                <c:pt idx="8729">
                  <c:v>1.0340468008259867</c:v>
                </c:pt>
                <c:pt idx="8730">
                  <c:v>1.0358519320008839</c:v>
                </c:pt>
                <c:pt idx="8731">
                  <c:v>1.0378798153975886</c:v>
                </c:pt>
                <c:pt idx="8732">
                  <c:v>1.0373154420374335</c:v>
                </c:pt>
                <c:pt idx="8733">
                  <c:v>1.038459936349251</c:v>
                </c:pt>
                <c:pt idx="8734">
                  <c:v>1.0391873734795318</c:v>
                </c:pt>
                <c:pt idx="8735">
                  <c:v>1.0376029625791507</c:v>
                </c:pt>
                <c:pt idx="8736">
                  <c:v>1.0370101419569175</c:v>
                </c:pt>
                <c:pt idx="8737">
                  <c:v>1.037564863567439</c:v>
                </c:pt>
                <c:pt idx="8738">
                  <c:v>1.037036303278293</c:v>
                </c:pt>
                <c:pt idx="8739">
                  <c:v>1.0368087251816689</c:v>
                </c:pt>
                <c:pt idx="8740">
                  <c:v>1.0364457685967625</c:v>
                </c:pt>
                <c:pt idx="8741">
                  <c:v>1.0357973234174305</c:v>
                </c:pt>
                <c:pt idx="8742">
                  <c:v>1.0356700727183137</c:v>
                </c:pt>
                <c:pt idx="8743">
                  <c:v>1.0359009527292862</c:v>
                </c:pt>
                <c:pt idx="8744">
                  <c:v>1.0366974760674708</c:v>
                </c:pt>
                <c:pt idx="8745">
                  <c:v>1.0378389224583515</c:v>
                </c:pt>
                <c:pt idx="8746">
                  <c:v>1.0367444648485817</c:v>
                </c:pt>
                <c:pt idx="8747">
                  <c:v>1.0346109201927303</c:v>
                </c:pt>
                <c:pt idx="8748">
                  <c:v>1.0337026397535247</c:v>
                </c:pt>
                <c:pt idx="8749">
                  <c:v>1.0339741587103231</c:v>
                </c:pt>
                <c:pt idx="8750">
                  <c:v>1.0347549344570002</c:v>
                </c:pt>
                <c:pt idx="8751">
                  <c:v>1.0354470665030948</c:v>
                </c:pt>
                <c:pt idx="8752">
                  <c:v>1.0354838955477494</c:v>
                </c:pt>
                <c:pt idx="8753">
                  <c:v>1.0352880666275517</c:v>
                </c:pt>
                <c:pt idx="8754">
                  <c:v>1.0353182918435095</c:v>
                </c:pt>
                <c:pt idx="8755">
                  <c:v>1.0360500468617844</c:v>
                </c:pt>
                <c:pt idx="8756">
                  <c:v>1.0353248956722063</c:v>
                </c:pt>
                <c:pt idx="8757">
                  <c:v>1.0335964705075551</c:v>
                </c:pt>
                <c:pt idx="8758">
                  <c:v>1.0350462648998886</c:v>
                </c:pt>
                <c:pt idx="8759">
                  <c:v>1.0387919057379651</c:v>
                </c:pt>
                <c:pt idx="8760">
                  <c:v>1.0398452164150862</c:v>
                </c:pt>
                <c:pt idx="8761">
                  <c:v>1.0386783706830645</c:v>
                </c:pt>
                <c:pt idx="8762">
                  <c:v>1.0376532532746101</c:v>
                </c:pt>
                <c:pt idx="8763">
                  <c:v>1.0390923799436642</c:v>
                </c:pt>
                <c:pt idx="8764">
                  <c:v>1.0403478693762684</c:v>
                </c:pt>
                <c:pt idx="8765">
                  <c:v>1.0395386463675131</c:v>
                </c:pt>
                <c:pt idx="8766">
                  <c:v>1.0393720266896276</c:v>
                </c:pt>
                <c:pt idx="8767">
                  <c:v>1.0404037479267787</c:v>
                </c:pt>
                <c:pt idx="8768">
                  <c:v>1.0400913360307433</c:v>
                </c:pt>
                <c:pt idx="8769">
                  <c:v>1.0390641866749977</c:v>
                </c:pt>
                <c:pt idx="8770">
                  <c:v>1.0371686338456381</c:v>
                </c:pt>
                <c:pt idx="8771">
                  <c:v>1.0366365176487322</c:v>
                </c:pt>
                <c:pt idx="8772">
                  <c:v>1.0366885862980715</c:v>
                </c:pt>
                <c:pt idx="8773">
                  <c:v>1.0378000614664056</c:v>
                </c:pt>
                <c:pt idx="8774">
                  <c:v>1.0394136816090991</c:v>
                </c:pt>
                <c:pt idx="8775">
                  <c:v>1.0391358128170156</c:v>
                </c:pt>
                <c:pt idx="8776">
                  <c:v>1.0391266690542047</c:v>
                </c:pt>
                <c:pt idx="8777">
                  <c:v>1.0381830835308132</c:v>
                </c:pt>
                <c:pt idx="8778">
                  <c:v>1.0362677192153635</c:v>
                </c:pt>
                <c:pt idx="8779">
                  <c:v>1.0368165989774225</c:v>
                </c:pt>
                <c:pt idx="8780">
                  <c:v>1.0373012184063946</c:v>
                </c:pt>
                <c:pt idx="8781">
                  <c:v>1.0376275999400575</c:v>
                </c:pt>
                <c:pt idx="8782">
                  <c:v>1.0382206745557021</c:v>
                </c:pt>
                <c:pt idx="8783">
                  <c:v>1.0385330864517375</c:v>
                </c:pt>
                <c:pt idx="8784">
                  <c:v>1.0388614999326917</c:v>
                </c:pt>
                <c:pt idx="8785">
                  <c:v>1.0373291576816497</c:v>
                </c:pt>
                <c:pt idx="8786">
                  <c:v>1.0363830322241441</c:v>
                </c:pt>
                <c:pt idx="8787">
                  <c:v>1.0372019069825329</c:v>
                </c:pt>
                <c:pt idx="8788">
                  <c:v>1.0374901895044844</c:v>
                </c:pt>
                <c:pt idx="8789">
                  <c:v>1.0367576725059753</c:v>
                </c:pt>
                <c:pt idx="8790">
                  <c:v>1.0373090922021482</c:v>
                </c:pt>
                <c:pt idx="8791">
                  <c:v>1.0379476316384353</c:v>
                </c:pt>
                <c:pt idx="8792">
                  <c:v>1.0375889929415232</c:v>
                </c:pt>
                <c:pt idx="8793">
                  <c:v>1.0364571983002762</c:v>
                </c:pt>
                <c:pt idx="8794">
                  <c:v>1.0364734538786065</c:v>
                </c:pt>
                <c:pt idx="8795">
                  <c:v>1.0373730985418239</c:v>
                </c:pt>
                <c:pt idx="8796">
                  <c:v>1.0371803175425629</c:v>
                </c:pt>
                <c:pt idx="8797">
                  <c:v>1.035952767385214</c:v>
                </c:pt>
                <c:pt idx="8798">
                  <c:v>1.0354115074254975</c:v>
                </c:pt>
                <c:pt idx="8799">
                  <c:v>1.0367970414847438</c:v>
                </c:pt>
                <c:pt idx="8800">
                  <c:v>1.0381437145520445</c:v>
                </c:pt>
                <c:pt idx="8801">
                  <c:v>1.0384139635417857</c:v>
                </c:pt>
                <c:pt idx="8802">
                  <c:v>1.0399503696874104</c:v>
                </c:pt>
                <c:pt idx="8803">
                  <c:v>1.042143856788355</c:v>
                </c:pt>
                <c:pt idx="8804">
                  <c:v>1.0418550662795807</c:v>
                </c:pt>
                <c:pt idx="8805">
                  <c:v>1.0403394875936918</c:v>
                </c:pt>
                <c:pt idx="8806">
                  <c:v>1.0398861093543232</c:v>
                </c:pt>
                <c:pt idx="8807">
                  <c:v>1.0414232774801822</c:v>
                </c:pt>
                <c:pt idx="8808">
                  <c:v>1.0411108655841468</c:v>
                </c:pt>
                <c:pt idx="8809">
                  <c:v>1.0398015295483236</c:v>
                </c:pt>
                <c:pt idx="8810">
                  <c:v>1.0398688378023475</c:v>
                </c:pt>
                <c:pt idx="8811">
                  <c:v>1.0417313714882237</c:v>
                </c:pt>
                <c:pt idx="8812">
                  <c:v>1.0441554846067294</c:v>
                </c:pt>
                <c:pt idx="8813">
                  <c:v>1.044593623241413</c:v>
                </c:pt>
                <c:pt idx="8814">
                  <c:v>1.043396298300022</c:v>
                </c:pt>
                <c:pt idx="8815">
                  <c:v>1.0411642042005431</c:v>
                </c:pt>
                <c:pt idx="8816">
                  <c:v>1.0400887960966292</c:v>
                </c:pt>
                <c:pt idx="8817">
                  <c:v>1.0401373088382087</c:v>
                </c:pt>
                <c:pt idx="8818">
                  <c:v>1.0409630414187057</c:v>
                </c:pt>
                <c:pt idx="8819">
                  <c:v>1.0415644978169267</c:v>
                </c:pt>
                <c:pt idx="8820">
                  <c:v>1.0408467124362795</c:v>
                </c:pt>
                <c:pt idx="8821">
                  <c:v>1.0421631602876222</c:v>
                </c:pt>
                <c:pt idx="8822">
                  <c:v>1.044916194873905</c:v>
                </c:pt>
                <c:pt idx="8823">
                  <c:v>1.0464195818760462</c:v>
                </c:pt>
                <c:pt idx="8824">
                  <c:v>1.04644548920401</c:v>
                </c:pt>
                <c:pt idx="8825">
                  <c:v>1.0470992682449818</c:v>
                </c:pt>
                <c:pt idx="8826">
                  <c:v>1.0485305211182823</c:v>
                </c:pt>
                <c:pt idx="8827">
                  <c:v>1.0499414545186698</c:v>
                </c:pt>
                <c:pt idx="8828">
                  <c:v>1.052066109405122</c:v>
                </c:pt>
                <c:pt idx="8829">
                  <c:v>1.054015000850878</c:v>
                </c:pt>
                <c:pt idx="8830">
                  <c:v>1.0571975382958567</c:v>
                </c:pt>
                <c:pt idx="8831">
                  <c:v>1.0629134060262477</c:v>
                </c:pt>
                <c:pt idx="8832">
                  <c:v>1.0721003477169802</c:v>
                </c:pt>
                <c:pt idx="8833">
                  <c:v>1.0850311522919096</c:v>
                </c:pt>
                <c:pt idx="8834">
                  <c:v>1.1026107982758928</c:v>
                </c:pt>
                <c:pt idx="8835">
                  <c:v>1.1265031965070826</c:v>
                </c:pt>
                <c:pt idx="8836">
                  <c:v>1.1607628438118316</c:v>
                </c:pt>
                <c:pt idx="8837">
                  <c:v>1.2060729824668348</c:v>
                </c:pt>
                <c:pt idx="8838">
                  <c:v>1.2575721785776877</c:v>
                </c:pt>
                <c:pt idx="8839">
                  <c:v>1.2997249251354419</c:v>
                </c:pt>
                <c:pt idx="8840">
                  <c:v>1.3092547579315792</c:v>
                </c:pt>
                <c:pt idx="8841">
                  <c:v>1.2786256924495378</c:v>
                </c:pt>
                <c:pt idx="8842">
                  <c:v>1.2294500280662719</c:v>
                </c:pt>
                <c:pt idx="8843">
                  <c:v>1.1841947519881333</c:v>
                </c:pt>
                <c:pt idx="8844">
                  <c:v>1.1472976370992936</c:v>
                </c:pt>
                <c:pt idx="8845">
                  <c:v>1.1200083309838942</c:v>
                </c:pt>
                <c:pt idx="8846">
                  <c:v>1.0997427046742407</c:v>
                </c:pt>
                <c:pt idx="8847">
                  <c:v>1.0835892316953297</c:v>
                </c:pt>
                <c:pt idx="8848">
                  <c:v>1.0728112752755194</c:v>
                </c:pt>
                <c:pt idx="8849">
                  <c:v>1.0665820868606668</c:v>
                </c:pt>
                <c:pt idx="8850">
                  <c:v>1.0634366324537541</c:v>
                </c:pt>
                <c:pt idx="8851">
                  <c:v>1.0616368351404963</c:v>
                </c:pt>
                <c:pt idx="8852">
                  <c:v>1.0615268559933555</c:v>
                </c:pt>
                <c:pt idx="8853">
                  <c:v>1.0611364681200171</c:v>
                </c:pt>
                <c:pt idx="8854">
                  <c:v>1.0596059038228549</c:v>
                </c:pt>
                <c:pt idx="8855">
                  <c:v>1.0585934860849711</c:v>
                </c:pt>
                <c:pt idx="8856">
                  <c:v>1.0565493471099359</c:v>
                </c:pt>
                <c:pt idx="8857">
                  <c:v>1.0541419975565833</c:v>
                </c:pt>
                <c:pt idx="8858">
                  <c:v>1.0531831724285072</c:v>
                </c:pt>
                <c:pt idx="8859">
                  <c:v>1.0525700323333613</c:v>
                </c:pt>
                <c:pt idx="8860">
                  <c:v>1.0514273159754235</c:v>
                </c:pt>
                <c:pt idx="8861">
                  <c:v>1.0507295960742777</c:v>
                </c:pt>
                <c:pt idx="8862">
                  <c:v>1.0500786109608318</c:v>
                </c:pt>
                <c:pt idx="8863">
                  <c:v>1.0508944377982836</c:v>
                </c:pt>
                <c:pt idx="8864">
                  <c:v>1.0516495602104081</c:v>
                </c:pt>
                <c:pt idx="8865">
                  <c:v>1.0534833926407949</c:v>
                </c:pt>
                <c:pt idx="8866">
                  <c:v>1.0546855434570028</c:v>
                </c:pt>
                <c:pt idx="8867">
                  <c:v>1.0541178681824994</c:v>
                </c:pt>
                <c:pt idx="8868">
                  <c:v>1.0519147293319211</c:v>
                </c:pt>
                <c:pt idx="8869">
                  <c:v>1.0484266378130151</c:v>
                </c:pt>
                <c:pt idx="8870">
                  <c:v>1.0463784349433976</c:v>
                </c:pt>
                <c:pt idx="8871">
                  <c:v>1.0449669935561872</c:v>
                </c:pt>
                <c:pt idx="8872">
                  <c:v>1.0446489938051007</c:v>
                </c:pt>
                <c:pt idx="8873">
                  <c:v>1.0434234755950431</c:v>
                </c:pt>
                <c:pt idx="8874">
                  <c:v>1.0408152172532645</c:v>
                </c:pt>
                <c:pt idx="8875">
                  <c:v>1.03937964649197</c:v>
                </c:pt>
                <c:pt idx="8876">
                  <c:v>1.0384238692848307</c:v>
                </c:pt>
                <c:pt idx="8877">
                  <c:v>1.039270175331652</c:v>
                </c:pt>
                <c:pt idx="8878">
                  <c:v>1.0403278038967669</c:v>
                </c:pt>
                <c:pt idx="8879">
                  <c:v>1.0406249761881177</c:v>
                </c:pt>
                <c:pt idx="8880">
                  <c:v>1.041151250536561</c:v>
                </c:pt>
                <c:pt idx="8881">
                  <c:v>1.0403011345885689</c:v>
                </c:pt>
                <c:pt idx="8882">
                  <c:v>1.0387126597936049</c:v>
                </c:pt>
                <c:pt idx="8883">
                  <c:v>1.0408728737576547</c:v>
                </c:pt>
                <c:pt idx="8884">
                  <c:v>1.0427313435489483</c:v>
                </c:pt>
                <c:pt idx="8885">
                  <c:v>1.0414568046104884</c:v>
                </c:pt>
                <c:pt idx="8886">
                  <c:v>1.0408086134245678</c:v>
                </c:pt>
                <c:pt idx="8887">
                  <c:v>1.04176312066465</c:v>
                </c:pt>
                <c:pt idx="8888">
                  <c:v>1.0419533617297967</c:v>
                </c:pt>
                <c:pt idx="8889">
                  <c:v>1.041322442095852</c:v>
                </c:pt>
                <c:pt idx="8890">
                  <c:v>1.0419358361844093</c:v>
                </c:pt>
                <c:pt idx="8891">
                  <c:v>1.0425639618908285</c:v>
                </c:pt>
                <c:pt idx="8892">
                  <c:v>1.0418342388198449</c:v>
                </c:pt>
                <c:pt idx="8893">
                  <c:v>1.0408500143506279</c:v>
                </c:pt>
                <c:pt idx="8894">
                  <c:v>1.0395996047862519</c:v>
                </c:pt>
                <c:pt idx="8895">
                  <c:v>1.0407463850387721</c:v>
                </c:pt>
                <c:pt idx="8896">
                  <c:v>1.0418733538052023</c:v>
                </c:pt>
                <c:pt idx="8897">
                  <c:v>1.0417461031060855</c:v>
                </c:pt>
                <c:pt idx="8898">
                  <c:v>1.0419066269420971</c:v>
                </c:pt>
                <c:pt idx="8899">
                  <c:v>1.0399054128535905</c:v>
                </c:pt>
                <c:pt idx="8900">
                  <c:v>1.0372387360271875</c:v>
                </c:pt>
                <c:pt idx="8901">
                  <c:v>1.0361572320813999</c:v>
                </c:pt>
                <c:pt idx="8902">
                  <c:v>1.0385551838785303</c:v>
                </c:pt>
                <c:pt idx="8903">
                  <c:v>1.0408078514443335</c:v>
                </c:pt>
                <c:pt idx="8904">
                  <c:v>1.0401660100936982</c:v>
                </c:pt>
                <c:pt idx="8905">
                  <c:v>1.0377688202768021</c:v>
                </c:pt>
                <c:pt idx="8906">
                  <c:v>1.0372334021655478</c:v>
                </c:pt>
                <c:pt idx="8907">
                  <c:v>1.0390095780915443</c:v>
                </c:pt>
                <c:pt idx="8908">
                  <c:v>1.0391629901120365</c:v>
                </c:pt>
                <c:pt idx="8909">
                  <c:v>1.0377446909027179</c:v>
                </c:pt>
                <c:pt idx="8910">
                  <c:v>1.0365062190286785</c:v>
                </c:pt>
                <c:pt idx="8911">
                  <c:v>1.0368630797717107</c:v>
                </c:pt>
                <c:pt idx="8912">
                  <c:v>1.0371782855952716</c:v>
                </c:pt>
                <c:pt idx="8913">
                  <c:v>1.0375153348522139</c:v>
                </c:pt>
                <c:pt idx="8914">
                  <c:v>1.0376707788199975</c:v>
                </c:pt>
                <c:pt idx="8915">
                  <c:v>1.037673572747523</c:v>
                </c:pt>
                <c:pt idx="8916">
                  <c:v>1.035712997604842</c:v>
                </c:pt>
                <c:pt idx="8917">
                  <c:v>1.0343167958223163</c:v>
                </c:pt>
                <c:pt idx="8918">
                  <c:v>1.0355021830733711</c:v>
                </c:pt>
                <c:pt idx="8919">
                  <c:v>1.0375267645557273</c:v>
                </c:pt>
                <c:pt idx="8920">
                  <c:v>1.0382854428756119</c:v>
                </c:pt>
                <c:pt idx="8921">
                  <c:v>1.0389064567665114</c:v>
                </c:pt>
                <c:pt idx="8922">
                  <c:v>1.0388076533294726</c:v>
                </c:pt>
                <c:pt idx="8923">
                  <c:v>1.0373421113456316</c:v>
                </c:pt>
                <c:pt idx="8924">
                  <c:v>1.0369047346911822</c:v>
                </c:pt>
                <c:pt idx="8925">
                  <c:v>1.0381602241237862</c:v>
                </c:pt>
                <c:pt idx="8926">
                  <c:v>1.0381216171252519</c:v>
                </c:pt>
                <c:pt idx="8927">
                  <c:v>1.0383634188529149</c:v>
                </c:pt>
                <c:pt idx="8928">
                  <c:v>1.0388216229671001</c:v>
                </c:pt>
                <c:pt idx="8929">
                  <c:v>1.0383121121838099</c:v>
                </c:pt>
                <c:pt idx="8930">
                  <c:v>1.0366263579122759</c:v>
                </c:pt>
                <c:pt idx="8931">
                  <c:v>1.0352578414115938</c:v>
                </c:pt>
                <c:pt idx="8932">
                  <c:v>1.0365120608771408</c:v>
                </c:pt>
                <c:pt idx="8933">
                  <c:v>1.0362816888529911</c:v>
                </c:pt>
                <c:pt idx="8934">
                  <c:v>1.0350764901158465</c:v>
                </c:pt>
                <c:pt idx="8935">
                  <c:v>1.0353993157417496</c:v>
                </c:pt>
                <c:pt idx="8936">
                  <c:v>1.0352169484723566</c:v>
                </c:pt>
                <c:pt idx="8937">
                  <c:v>1.0351735155990054</c:v>
                </c:pt>
                <c:pt idx="8938">
                  <c:v>1.0352464117080802</c:v>
                </c:pt>
                <c:pt idx="8939">
                  <c:v>1.0345395480441237</c:v>
                </c:pt>
                <c:pt idx="8940">
                  <c:v>1.0327369568033404</c:v>
                </c:pt>
                <c:pt idx="8941">
                  <c:v>1.0323087239117017</c:v>
                </c:pt>
                <c:pt idx="8942">
                  <c:v>1.0340925196400406</c:v>
                </c:pt>
                <c:pt idx="8943">
                  <c:v>1.0358016413054245</c:v>
                </c:pt>
                <c:pt idx="8944">
                  <c:v>1.0360226155733521</c:v>
                </c:pt>
                <c:pt idx="8945">
                  <c:v>1.0355026910601939</c:v>
                </c:pt>
                <c:pt idx="8946">
                  <c:v>1.0357305231502294</c:v>
                </c:pt>
                <c:pt idx="8947">
                  <c:v>1.0364861535491769</c:v>
                </c:pt>
                <c:pt idx="8948">
                  <c:v>1.0362761009979402</c:v>
                </c:pt>
                <c:pt idx="8949">
                  <c:v>1.0346680687102976</c:v>
                </c:pt>
                <c:pt idx="8950">
                  <c:v>1.0348006532710541</c:v>
                </c:pt>
                <c:pt idx="8951">
                  <c:v>1.0334438204672971</c:v>
                </c:pt>
                <c:pt idx="8952">
                  <c:v>1.0312607470962203</c:v>
                </c:pt>
                <c:pt idx="8953">
                  <c:v>1.0309356355296144</c:v>
                </c:pt>
                <c:pt idx="8954">
                  <c:v>1.031994280068375</c:v>
                </c:pt>
                <c:pt idx="8955">
                  <c:v>1.0332340219094718</c:v>
                </c:pt>
                <c:pt idx="8956">
                  <c:v>1.0332614531979041</c:v>
                </c:pt>
                <c:pt idx="8957">
                  <c:v>1.0339665389079806</c:v>
                </c:pt>
                <c:pt idx="8958">
                  <c:v>1.036091193794433</c:v>
                </c:pt>
                <c:pt idx="8959">
                  <c:v>1.0364914874108166</c:v>
                </c:pt>
                <c:pt idx="8960">
                  <c:v>1.037848574207985</c:v>
                </c:pt>
                <c:pt idx="8961">
                  <c:v>1.0388162891054606</c:v>
                </c:pt>
                <c:pt idx="8962">
                  <c:v>1.0379478856318467</c:v>
                </c:pt>
                <c:pt idx="8963">
                  <c:v>1.0383735785893713</c:v>
                </c:pt>
                <c:pt idx="8964">
                  <c:v>1.0387632044824757</c:v>
                </c:pt>
                <c:pt idx="8965">
                  <c:v>1.0397382851888821</c:v>
                </c:pt>
                <c:pt idx="8966">
                  <c:v>1.0400481571508036</c:v>
                </c:pt>
                <c:pt idx="8967">
                  <c:v>1.0398934751632543</c:v>
                </c:pt>
                <c:pt idx="8968">
                  <c:v>1.0392320763199403</c:v>
                </c:pt>
                <c:pt idx="8969">
                  <c:v>1.0386400176779413</c:v>
                </c:pt>
                <c:pt idx="8970">
                  <c:v>1.0390298975644572</c:v>
                </c:pt>
                <c:pt idx="8971">
                  <c:v>1.0386196982050286</c:v>
                </c:pt>
                <c:pt idx="8972">
                  <c:v>1.037389862106977</c:v>
                </c:pt>
                <c:pt idx="8973">
                  <c:v>1.0359573392666195</c:v>
                </c:pt>
                <c:pt idx="8974">
                  <c:v>1.0349012346619728</c:v>
                </c:pt>
                <c:pt idx="8975">
                  <c:v>1.0327996931759591</c:v>
                </c:pt>
                <c:pt idx="8976">
                  <c:v>1.0312394116496617</c:v>
                </c:pt>
                <c:pt idx="8977">
                  <c:v>1.0323981295925184</c:v>
                </c:pt>
                <c:pt idx="8978">
                  <c:v>1.0344806215726765</c:v>
                </c:pt>
                <c:pt idx="8979">
                  <c:v>1.0362956584906187</c:v>
                </c:pt>
                <c:pt idx="8980">
                  <c:v>1.0360063599950218</c:v>
                </c:pt>
                <c:pt idx="8981">
                  <c:v>1.0334151192118077</c:v>
                </c:pt>
                <c:pt idx="8982">
                  <c:v>1.0314291447279857</c:v>
                </c:pt>
                <c:pt idx="8983">
                  <c:v>1.0307433625171762</c:v>
                </c:pt>
                <c:pt idx="8984">
                  <c:v>1.0296120758627521</c:v>
                </c:pt>
                <c:pt idx="8985">
                  <c:v>1.0272527310641562</c:v>
                </c:pt>
                <c:pt idx="8986">
                  <c:v>1.0255664688057993</c:v>
                </c:pt>
                <c:pt idx="8987">
                  <c:v>1.0251826847611574</c:v>
                </c:pt>
                <c:pt idx="8988">
                  <c:v>1.026188244676933</c:v>
                </c:pt>
                <c:pt idx="8989">
                  <c:v>1.028093195262515</c:v>
                </c:pt>
                <c:pt idx="8990">
                  <c:v>1.0306506549220114</c:v>
                </c:pt>
                <c:pt idx="8991">
                  <c:v>1.032474581609353</c:v>
                </c:pt>
                <c:pt idx="8992">
                  <c:v>1.0329904422279286</c:v>
                </c:pt>
                <c:pt idx="8993">
                  <c:v>1.0325987843875331</c:v>
                </c:pt>
                <c:pt idx="8994">
                  <c:v>1.0320374589483148</c:v>
                </c:pt>
                <c:pt idx="8995">
                  <c:v>1.0322508134139001</c:v>
                </c:pt>
                <c:pt idx="8996">
                  <c:v>1.0322190642374738</c:v>
                </c:pt>
                <c:pt idx="8997">
                  <c:v>1.0300949173378442</c:v>
                </c:pt>
                <c:pt idx="8998">
                  <c:v>1.0286756021548802</c:v>
                </c:pt>
                <c:pt idx="8999">
                  <c:v>1.0277376044865396</c:v>
                </c:pt>
                <c:pt idx="9000">
                  <c:v>1.028654520701733</c:v>
                </c:pt>
                <c:pt idx="9001">
                  <c:v>1.0306112859432426</c:v>
                </c:pt>
                <c:pt idx="9002">
                  <c:v>1.0307982250940411</c:v>
                </c:pt>
                <c:pt idx="9003">
                  <c:v>1.0305386438275792</c:v>
                </c:pt>
                <c:pt idx="9004">
                  <c:v>1.0321136569717382</c:v>
                </c:pt>
                <c:pt idx="9005">
                  <c:v>1.0328774151598508</c:v>
                </c:pt>
                <c:pt idx="9006">
                  <c:v>1.0326239297352626</c:v>
                </c:pt>
                <c:pt idx="9007">
                  <c:v>1.0314179690178837</c:v>
                </c:pt>
                <c:pt idx="9008">
                  <c:v>1.0310859996291697</c:v>
                </c:pt>
                <c:pt idx="9009">
                  <c:v>1.0315663011701477</c:v>
                </c:pt>
                <c:pt idx="9010">
                  <c:v>1.0311670235274097</c:v>
                </c:pt>
                <c:pt idx="9011">
                  <c:v>1.0308063528832061</c:v>
                </c:pt>
                <c:pt idx="9012">
                  <c:v>1.0304393324037175</c:v>
                </c:pt>
                <c:pt idx="9013">
                  <c:v>1.0300705339703489</c:v>
                </c:pt>
                <c:pt idx="9014">
                  <c:v>1.0312670969315056</c:v>
                </c:pt>
                <c:pt idx="9015">
                  <c:v>1.0301320003759102</c:v>
                </c:pt>
                <c:pt idx="9016">
                  <c:v>1.0290283990033298</c:v>
                </c:pt>
                <c:pt idx="9017">
                  <c:v>1.0289331514740507</c:v>
                </c:pt>
                <c:pt idx="9018">
                  <c:v>1.0285371757456612</c:v>
                </c:pt>
                <c:pt idx="9019">
                  <c:v>1.0278000868657466</c:v>
                </c:pt>
                <c:pt idx="9020">
                  <c:v>1.0275008826271046</c:v>
                </c:pt>
                <c:pt idx="9021">
                  <c:v>1.028166853351824</c:v>
                </c:pt>
                <c:pt idx="9022">
                  <c:v>1.029917375943268</c:v>
                </c:pt>
                <c:pt idx="9023">
                  <c:v>1.0315035647975292</c:v>
                </c:pt>
                <c:pt idx="9024">
                  <c:v>1.0308091468107317</c:v>
                </c:pt>
                <c:pt idx="9025">
                  <c:v>1.0298851187800189</c:v>
                </c:pt>
                <c:pt idx="9026">
                  <c:v>1.0302404555625828</c:v>
                </c:pt>
                <c:pt idx="9027">
                  <c:v>1.0299564909286254</c:v>
                </c:pt>
                <c:pt idx="9028">
                  <c:v>1.0302605210420841</c:v>
                </c:pt>
                <c:pt idx="9029">
                  <c:v>1.0305170543876092</c:v>
                </c:pt>
                <c:pt idx="9030">
                  <c:v>1.0295721988971607</c:v>
                </c:pt>
                <c:pt idx="9031">
                  <c:v>1.0285300639301416</c:v>
                </c:pt>
                <c:pt idx="9032">
                  <c:v>1.0294002453576354</c:v>
                </c:pt>
                <c:pt idx="9033">
                  <c:v>1.0303529746438378</c:v>
                </c:pt>
                <c:pt idx="9034">
                  <c:v>1.0286890638056849</c:v>
                </c:pt>
                <c:pt idx="9035">
                  <c:v>1.0294911749989206</c:v>
                </c:pt>
                <c:pt idx="9036">
                  <c:v>1.0322218581649991</c:v>
                </c:pt>
                <c:pt idx="9037">
                  <c:v>1.0327240031393585</c:v>
                </c:pt>
                <c:pt idx="9038">
                  <c:v>1.031258715148929</c:v>
                </c:pt>
                <c:pt idx="9039">
                  <c:v>1.0290751337910296</c:v>
                </c:pt>
                <c:pt idx="9040">
                  <c:v>1.0267531260239109</c:v>
                </c:pt>
                <c:pt idx="9041">
                  <c:v>1.0266301932127881</c:v>
                </c:pt>
                <c:pt idx="9042">
                  <c:v>1.0278714590143532</c:v>
                </c:pt>
                <c:pt idx="9043">
                  <c:v>1.0292087343254317</c:v>
                </c:pt>
                <c:pt idx="9044">
                  <c:v>1.0302402015691714</c:v>
                </c:pt>
                <c:pt idx="9045">
                  <c:v>1.0295140344059475</c:v>
                </c:pt>
                <c:pt idx="9046">
                  <c:v>1.0257188648526456</c:v>
                </c:pt>
                <c:pt idx="9047">
                  <c:v>1.0243173038091391</c:v>
                </c:pt>
                <c:pt idx="9048">
                  <c:v>1.0268176403504092</c:v>
                </c:pt>
                <c:pt idx="9049">
                  <c:v>1.0264617955810227</c:v>
                </c:pt>
                <c:pt idx="9050">
                  <c:v>1.0254293123636373</c:v>
                </c:pt>
                <c:pt idx="9051">
                  <c:v>1.0254836669536793</c:v>
                </c:pt>
                <c:pt idx="9052">
                  <c:v>1.025364798037139</c:v>
                </c:pt>
                <c:pt idx="9053">
                  <c:v>1.0260574380700564</c:v>
                </c:pt>
                <c:pt idx="9054">
                  <c:v>1.0269111099258086</c:v>
                </c:pt>
                <c:pt idx="9055">
                  <c:v>1.0267485541425057</c:v>
                </c:pt>
                <c:pt idx="9056">
                  <c:v>1.0270680778540604</c:v>
                </c:pt>
                <c:pt idx="9057">
                  <c:v>1.0269055220707575</c:v>
                </c:pt>
                <c:pt idx="9058">
                  <c:v>1.0264384281871728</c:v>
                </c:pt>
                <c:pt idx="9059">
                  <c:v>1.0280652559872596</c:v>
                </c:pt>
                <c:pt idx="9060">
                  <c:v>1.0289801402551617</c:v>
                </c:pt>
                <c:pt idx="9061">
                  <c:v>1.0290703079162127</c:v>
                </c:pt>
                <c:pt idx="9062">
                  <c:v>1.0287070973378951</c:v>
                </c:pt>
                <c:pt idx="9063">
                  <c:v>1.0265321517559836</c:v>
                </c:pt>
                <c:pt idx="9064">
                  <c:v>1.0256139655737331</c:v>
                </c:pt>
                <c:pt idx="9065">
                  <c:v>1.0254973825978955</c:v>
                </c:pt>
                <c:pt idx="9066">
                  <c:v>1.0251117190020091</c:v>
                </c:pt>
                <c:pt idx="9067">
                  <c:v>1.0248588939602907</c:v>
                </c:pt>
                <c:pt idx="9068">
                  <c:v>1.0245206763336558</c:v>
                </c:pt>
                <c:pt idx="9069">
                  <c:v>1.0255118602223459</c:v>
                </c:pt>
                <c:pt idx="9070">
                  <c:v>1.0264907508299235</c:v>
                </c:pt>
                <c:pt idx="9071">
                  <c:v>1.0267818272794003</c:v>
                </c:pt>
                <c:pt idx="9072">
                  <c:v>1.0260526121952396</c:v>
                </c:pt>
                <c:pt idx="9073">
                  <c:v>1.0254376941462138</c:v>
                </c:pt>
                <c:pt idx="9074">
                  <c:v>1.025232696063864</c:v>
                </c:pt>
                <c:pt idx="9075">
                  <c:v>1.0260635339119304</c:v>
                </c:pt>
                <c:pt idx="9076">
                  <c:v>1.0271610394426369</c:v>
                </c:pt>
                <c:pt idx="9077">
                  <c:v>1.0270020395670936</c:v>
                </c:pt>
                <c:pt idx="9078">
                  <c:v>1.0271993924477598</c:v>
                </c:pt>
                <c:pt idx="9079">
                  <c:v>1.0274127469133452</c:v>
                </c:pt>
                <c:pt idx="9080">
                  <c:v>1.0254717292633428</c:v>
                </c:pt>
                <c:pt idx="9081">
                  <c:v>1.024041492363688</c:v>
                </c:pt>
                <c:pt idx="9082">
                  <c:v>1.0227945625090484</c:v>
                </c:pt>
                <c:pt idx="9083">
                  <c:v>1.0224236559303652</c:v>
                </c:pt>
                <c:pt idx="9084">
                  <c:v>1.0227099065050254</c:v>
                </c:pt>
                <c:pt idx="9085">
                  <c:v>1.0229911026107983</c:v>
                </c:pt>
                <c:pt idx="9086">
                  <c:v>1.0237375130489115</c:v>
                </c:pt>
                <c:pt idx="9087">
                  <c:v>1.0251123793848786</c:v>
                </c:pt>
                <c:pt idx="9088">
                  <c:v>1.0235826532659742</c:v>
                </c:pt>
                <c:pt idx="9089">
                  <c:v>1.0197871535212377</c:v>
                </c:pt>
                <c:pt idx="9090">
                  <c:v>1.0186271910106652</c:v>
                </c:pt>
                <c:pt idx="9091">
                  <c:v>1.0200582152898954</c:v>
                </c:pt>
                <c:pt idx="9092">
                  <c:v>1.0212578769706713</c:v>
                </c:pt>
                <c:pt idx="9093">
                  <c:v>1.0214298305101965</c:v>
                </c:pt>
                <c:pt idx="9094">
                  <c:v>1.0208499381526044</c:v>
                </c:pt>
                <c:pt idx="9095">
                  <c:v>1.0206821247056852</c:v>
                </c:pt>
                <c:pt idx="9096">
                  <c:v>1.0214759811130498</c:v>
                </c:pt>
                <c:pt idx="9097">
                  <c:v>1.0233944441481189</c:v>
                </c:pt>
                <c:pt idx="9098">
                  <c:v>1.0237569181455433</c:v>
                </c:pt>
                <c:pt idx="9099">
                  <c:v>1.023355786350902</c:v>
                </c:pt>
                <c:pt idx="9100">
                  <c:v>1.0233321649636409</c:v>
                </c:pt>
                <c:pt idx="9101">
                  <c:v>1.0230539913794636</c:v>
                </c:pt>
                <c:pt idx="9102">
                  <c:v>1.0234521260518503</c:v>
                </c:pt>
                <c:pt idx="9103">
                  <c:v>1.0239788575884341</c:v>
                </c:pt>
                <c:pt idx="9104">
                  <c:v>1.0241346825463347</c:v>
                </c:pt>
                <c:pt idx="9105">
                  <c:v>1.0246287251308701</c:v>
                </c:pt>
                <c:pt idx="9106">
                  <c:v>1.025489762795553</c:v>
                </c:pt>
                <c:pt idx="9107">
                  <c:v>1.0249920881052346</c:v>
                </c:pt>
                <c:pt idx="9108">
                  <c:v>1.0243866440104543</c:v>
                </c:pt>
                <c:pt idx="9109">
                  <c:v>1.0248484294317406</c:v>
                </c:pt>
                <c:pt idx="9110">
                  <c:v>1.0246362687351891</c:v>
                </c:pt>
                <c:pt idx="9111">
                  <c:v>1.0236530348402761</c:v>
                </c:pt>
                <c:pt idx="9112">
                  <c:v>1.0239495213494163</c:v>
                </c:pt>
                <c:pt idx="9113">
                  <c:v>1.0240001422363103</c:v>
                </c:pt>
                <c:pt idx="9114">
                  <c:v>1.0222930779175587</c:v>
                </c:pt>
                <c:pt idx="9115">
                  <c:v>1.0208984508941839</c:v>
                </c:pt>
                <c:pt idx="9116">
                  <c:v>1.021068448684441</c:v>
                </c:pt>
                <c:pt idx="9117">
                  <c:v>1.0225623871316778</c:v>
                </c:pt>
                <c:pt idx="9118">
                  <c:v>1.0238907980726979</c:v>
                </c:pt>
                <c:pt idx="9119">
                  <c:v>1.0240255923761337</c:v>
                </c:pt>
                <c:pt idx="9120">
                  <c:v>1.02323265034505</c:v>
                </c:pt>
                <c:pt idx="9121">
                  <c:v>1.0227864347198834</c:v>
                </c:pt>
                <c:pt idx="9122">
                  <c:v>1.0237199875035241</c:v>
                </c:pt>
                <c:pt idx="9123">
                  <c:v>1.0241931518296414</c:v>
                </c:pt>
                <c:pt idx="9124">
                  <c:v>1.0242638381960372</c:v>
                </c:pt>
                <c:pt idx="9125">
                  <c:v>1.0245233432644758</c:v>
                </c:pt>
                <c:pt idx="9126">
                  <c:v>1.0240209188973639</c:v>
                </c:pt>
                <c:pt idx="9127">
                  <c:v>1.0245812029635952</c:v>
                </c:pt>
                <c:pt idx="9128">
                  <c:v>1.023709167384198</c:v>
                </c:pt>
                <c:pt idx="9129">
                  <c:v>1.0224761817678449</c:v>
                </c:pt>
                <c:pt idx="9130">
                  <c:v>1.0207652059505576</c:v>
                </c:pt>
                <c:pt idx="9131">
                  <c:v>1.0209704072276364</c:v>
                </c:pt>
                <c:pt idx="9132">
                  <c:v>1.0214236838696404</c:v>
                </c:pt>
                <c:pt idx="9133">
                  <c:v>1.0210729951665054</c:v>
                </c:pt>
                <c:pt idx="9134">
                  <c:v>1.0218847073106923</c:v>
                </c:pt>
                <c:pt idx="9135">
                  <c:v>1.0228658584596315</c:v>
                </c:pt>
                <c:pt idx="9136">
                  <c:v>1.0215110068044835</c:v>
                </c:pt>
                <c:pt idx="9137">
                  <c:v>1.0209586981313705</c:v>
                </c:pt>
                <c:pt idx="9138">
                  <c:v>1.0204141362573056</c:v>
                </c:pt>
                <c:pt idx="9139">
                  <c:v>1.0199234209864596</c:v>
                </c:pt>
                <c:pt idx="9140">
                  <c:v>1.0209644383824683</c:v>
                </c:pt>
                <c:pt idx="9141">
                  <c:v>1.0217502431986913</c:v>
                </c:pt>
                <c:pt idx="9142">
                  <c:v>1.0207920530541437</c:v>
                </c:pt>
                <c:pt idx="9143">
                  <c:v>1.0195867781189756</c:v>
                </c:pt>
                <c:pt idx="9144">
                  <c:v>1.0202100271518957</c:v>
                </c:pt>
                <c:pt idx="9145">
                  <c:v>1.021645039127685</c:v>
                </c:pt>
                <c:pt idx="9146">
                  <c:v>1.0227109478780121</c:v>
                </c:pt>
                <c:pt idx="9147">
                  <c:v>1.023250633078578</c:v>
                </c:pt>
                <c:pt idx="9148">
                  <c:v>1.0242643207835189</c:v>
                </c:pt>
                <c:pt idx="9149">
                  <c:v>1.0232583290789437</c:v>
                </c:pt>
                <c:pt idx="9150">
                  <c:v>1.0220166060892379</c:v>
                </c:pt>
                <c:pt idx="9151">
                  <c:v>1.021992273520425</c:v>
                </c:pt>
                <c:pt idx="9152">
                  <c:v>1.0221639222678565</c:v>
                </c:pt>
                <c:pt idx="9153">
                  <c:v>1.0227511296356973</c:v>
                </c:pt>
                <c:pt idx="9154">
                  <c:v>1.0234805733139283</c:v>
                </c:pt>
                <c:pt idx="9155">
                  <c:v>1.0244205267315365</c:v>
                </c:pt>
                <c:pt idx="9156">
                  <c:v>1.023810307560622</c:v>
                </c:pt>
                <c:pt idx="9157">
                  <c:v>1.0214838295094626</c:v>
                </c:pt>
                <c:pt idx="9158">
                  <c:v>1.0199341903071035</c:v>
                </c:pt>
                <c:pt idx="9159">
                  <c:v>1.0196907630216072</c:v>
                </c:pt>
                <c:pt idx="9160">
                  <c:v>1.0194985916065338</c:v>
                </c:pt>
                <c:pt idx="9161">
                  <c:v>1.0211765228809964</c:v>
                </c:pt>
                <c:pt idx="9162">
                  <c:v>1.0231410095222131</c:v>
                </c:pt>
                <c:pt idx="9163">
                  <c:v>1.0233510874727909</c:v>
                </c:pt>
                <c:pt idx="9164">
                  <c:v>1.0212918612891182</c:v>
                </c:pt>
                <c:pt idx="9165">
                  <c:v>1.0192794460911685</c:v>
                </c:pt>
                <c:pt idx="9166">
                  <c:v>1.0186009026925842</c:v>
                </c:pt>
                <c:pt idx="9167">
                  <c:v>1.0195201302478214</c:v>
                </c:pt>
                <c:pt idx="9168">
                  <c:v>1.0206748604941187</c:v>
                </c:pt>
                <c:pt idx="9169">
                  <c:v>1.0199291104388752</c:v>
                </c:pt>
                <c:pt idx="9170">
                  <c:v>1.0192517608093246</c:v>
                </c:pt>
                <c:pt idx="9171">
                  <c:v>1.0194473103367698</c:v>
                </c:pt>
                <c:pt idx="9172">
                  <c:v>1.0197396567533039</c:v>
                </c:pt>
                <c:pt idx="9173">
                  <c:v>1.0211374078956392</c:v>
                </c:pt>
                <c:pt idx="9174">
                  <c:v>1.0210032993744143</c:v>
                </c:pt>
                <c:pt idx="9175">
                  <c:v>1.0199359936603245</c:v>
                </c:pt>
                <c:pt idx="9176">
                  <c:v>1.020015671393484</c:v>
                </c:pt>
                <c:pt idx="9177">
                  <c:v>1.0207486963788159</c:v>
                </c:pt>
                <c:pt idx="9178">
                  <c:v>1.0209118363469651</c:v>
                </c:pt>
                <c:pt idx="9179">
                  <c:v>1.0215565732224907</c:v>
                </c:pt>
                <c:pt idx="9180">
                  <c:v>1.0222091076957465</c:v>
                </c:pt>
                <c:pt idx="9181">
                  <c:v>1.0217248438575504</c:v>
                </c:pt>
                <c:pt idx="9182">
                  <c:v>1.0209836656837121</c:v>
                </c:pt>
                <c:pt idx="9183">
                  <c:v>1.0221519083794965</c:v>
                </c:pt>
                <c:pt idx="9184">
                  <c:v>1.023732763372118</c:v>
                </c:pt>
                <c:pt idx="9185">
                  <c:v>1.0223705459080392</c:v>
                </c:pt>
                <c:pt idx="9186">
                  <c:v>1.021223968850248</c:v>
                </c:pt>
                <c:pt idx="9187">
                  <c:v>1.0226847357579545</c:v>
                </c:pt>
                <c:pt idx="9188">
                  <c:v>1.0234721153333282</c:v>
                </c:pt>
                <c:pt idx="9189">
                  <c:v>1.0224923357488107</c:v>
                </c:pt>
                <c:pt idx="9190">
                  <c:v>1.0224173822931033</c:v>
                </c:pt>
                <c:pt idx="9191">
                  <c:v>1.0228801836880352</c:v>
                </c:pt>
                <c:pt idx="9192">
                  <c:v>1.0235628417798843</c:v>
                </c:pt>
                <c:pt idx="9193">
                  <c:v>1.0246285219361411</c:v>
                </c:pt>
                <c:pt idx="9194">
                  <c:v>1.0241778868256157</c:v>
                </c:pt>
                <c:pt idx="9195">
                  <c:v>1.0215617038894012</c:v>
                </c:pt>
                <c:pt idx="9196">
                  <c:v>1.0191835635783608</c:v>
                </c:pt>
                <c:pt idx="9197">
                  <c:v>1.018668363342655</c:v>
                </c:pt>
                <c:pt idx="9198">
                  <c:v>1.0176366421055039</c:v>
                </c:pt>
                <c:pt idx="9199">
                  <c:v>1.016853580418124</c:v>
                </c:pt>
                <c:pt idx="9200">
                  <c:v>1.0164612875941998</c:v>
                </c:pt>
                <c:pt idx="9201">
                  <c:v>1.0158230529500065</c:v>
                </c:pt>
                <c:pt idx="9202">
                  <c:v>1.0152398840774071</c:v>
                </c:pt>
                <c:pt idx="9203">
                  <c:v>1.0150751947494483</c:v>
                </c:pt>
                <c:pt idx="9204">
                  <c:v>1.0157709843006673</c:v>
                </c:pt>
                <c:pt idx="9205">
                  <c:v>1.016912811681665</c:v>
                </c:pt>
                <c:pt idx="9206">
                  <c:v>1.0185807102163771</c:v>
                </c:pt>
                <c:pt idx="9207">
                  <c:v>1.0196833464139941</c:v>
                </c:pt>
                <c:pt idx="9208">
                  <c:v>1.0209936984234629</c:v>
                </c:pt>
                <c:pt idx="9209">
                  <c:v>1.0207711493963847</c:v>
                </c:pt>
                <c:pt idx="9210">
                  <c:v>1.0198082095750436</c:v>
                </c:pt>
                <c:pt idx="9211">
                  <c:v>1.0194118782558781</c:v>
                </c:pt>
                <c:pt idx="9212">
                  <c:v>1.0189396283060417</c:v>
                </c:pt>
                <c:pt idx="9213">
                  <c:v>1.018796934807511</c:v>
                </c:pt>
                <c:pt idx="9214">
                  <c:v>1.0186321184828466</c:v>
                </c:pt>
                <c:pt idx="9215">
                  <c:v>1.0176744871238039</c:v>
                </c:pt>
                <c:pt idx="9216">
                  <c:v>1.0171558579770441</c:v>
                </c:pt>
                <c:pt idx="9217">
                  <c:v>1.0175613584583616</c:v>
                </c:pt>
                <c:pt idx="9218">
                  <c:v>1.0172317004096914</c:v>
                </c:pt>
                <c:pt idx="9219">
                  <c:v>1.0182510013690245</c:v>
                </c:pt>
                <c:pt idx="9220">
                  <c:v>1.0192226023656947</c:v>
                </c:pt>
                <c:pt idx="9221">
                  <c:v>1.0188215213697356</c:v>
                </c:pt>
                <c:pt idx="9222">
                  <c:v>1.0179194129704277</c:v>
                </c:pt>
                <c:pt idx="9223">
                  <c:v>1.0181640848236397</c:v>
                </c:pt>
                <c:pt idx="9224">
                  <c:v>1.0197794829202131</c:v>
                </c:pt>
                <c:pt idx="9225">
                  <c:v>1.0208811793422079</c:v>
                </c:pt>
                <c:pt idx="9226">
                  <c:v>1.0230789589318052</c:v>
                </c:pt>
                <c:pt idx="9227">
                  <c:v>1.0244736113545214</c:v>
                </c:pt>
                <c:pt idx="9228">
                  <c:v>1.0238548834043244</c:v>
                </c:pt>
                <c:pt idx="9229">
                  <c:v>1.0209144778784438</c:v>
                </c:pt>
                <c:pt idx="9230">
                  <c:v>1.0188300301490179</c:v>
                </c:pt>
                <c:pt idx="9231">
                  <c:v>1.0171482381747017</c:v>
                </c:pt>
                <c:pt idx="9232">
                  <c:v>1.0172780288079326</c:v>
                </c:pt>
                <c:pt idx="9233">
                  <c:v>1.0173921734470208</c:v>
                </c:pt>
                <c:pt idx="9234">
                  <c:v>1.0171653065319486</c:v>
                </c:pt>
                <c:pt idx="9235">
                  <c:v>1.0181972817625111</c:v>
                </c:pt>
                <c:pt idx="9236">
                  <c:v>1.0178297786955406</c:v>
                </c:pt>
                <c:pt idx="9237">
                  <c:v>1.0176939684184592</c:v>
                </c:pt>
                <c:pt idx="9238">
                  <c:v>1.0182040379872546</c:v>
                </c:pt>
                <c:pt idx="9239">
                  <c:v>1.0181063521212259</c:v>
                </c:pt>
                <c:pt idx="9240">
                  <c:v>1.0181780798606084</c:v>
                </c:pt>
                <c:pt idx="9241">
                  <c:v>1.0186665091907516</c:v>
                </c:pt>
                <c:pt idx="9242">
                  <c:v>1.0194404017159795</c:v>
                </c:pt>
                <c:pt idx="9243">
                  <c:v>1.0201003527968484</c:v>
                </c:pt>
                <c:pt idx="9244">
                  <c:v>1.0213911219142975</c:v>
                </c:pt>
                <c:pt idx="9245">
                  <c:v>1.0241042287363067</c:v>
                </c:pt>
                <c:pt idx="9246">
                  <c:v>1.023916553004615</c:v>
                </c:pt>
                <c:pt idx="9247">
                  <c:v>1.0224410544790468</c:v>
                </c:pt>
                <c:pt idx="9248">
                  <c:v>1.0206894651152749</c:v>
                </c:pt>
                <c:pt idx="9249">
                  <c:v>1.0199462041954632</c:v>
                </c:pt>
                <c:pt idx="9250">
                  <c:v>1.0193884854626871</c:v>
                </c:pt>
                <c:pt idx="9251">
                  <c:v>1.0199655076947305</c:v>
                </c:pt>
                <c:pt idx="9252">
                  <c:v>1.0201977592701246</c:v>
                </c:pt>
                <c:pt idx="9253">
                  <c:v>1.0199839730157401</c:v>
                </c:pt>
                <c:pt idx="9254">
                  <c:v>1.0198957103052746</c:v>
                </c:pt>
                <c:pt idx="9255">
                  <c:v>1.0206356439113971</c:v>
                </c:pt>
                <c:pt idx="9256">
                  <c:v>1.0208758454805682</c:v>
                </c:pt>
                <c:pt idx="9257">
                  <c:v>1.0205704438026877</c:v>
                </c:pt>
                <c:pt idx="9258">
                  <c:v>1.0209517895105802</c:v>
                </c:pt>
                <c:pt idx="9259">
                  <c:v>1.0196222609985497</c:v>
                </c:pt>
                <c:pt idx="9260">
                  <c:v>1.0182784834561391</c:v>
                </c:pt>
                <c:pt idx="9261">
                  <c:v>1.0180531151021943</c:v>
                </c:pt>
                <c:pt idx="9262">
                  <c:v>1.0185817261900225</c:v>
                </c:pt>
                <c:pt idx="9263">
                  <c:v>1.0180427013723263</c:v>
                </c:pt>
                <c:pt idx="9264">
                  <c:v>1.0190361204030367</c:v>
                </c:pt>
                <c:pt idx="9265">
                  <c:v>1.020262298995964</c:v>
                </c:pt>
                <c:pt idx="9266">
                  <c:v>1.021113634112331</c:v>
                </c:pt>
                <c:pt idx="9267">
                  <c:v>1.0207129341064893</c:v>
                </c:pt>
                <c:pt idx="9268">
                  <c:v>1.0208098325929424</c:v>
                </c:pt>
                <c:pt idx="9269">
                  <c:v>1.0200980668561457</c:v>
                </c:pt>
                <c:pt idx="9270">
                  <c:v>1.0199120420816283</c:v>
                </c:pt>
                <c:pt idx="9271">
                  <c:v>1.0196348590717557</c:v>
                </c:pt>
                <c:pt idx="9272">
                  <c:v>1.0198761020139138</c:v>
                </c:pt>
                <c:pt idx="9273">
                  <c:v>1.019239035739413</c:v>
                </c:pt>
                <c:pt idx="9274">
                  <c:v>1.0187327252731064</c:v>
                </c:pt>
                <c:pt idx="9275">
                  <c:v>1.0180541056764987</c:v>
                </c:pt>
                <c:pt idx="9276">
                  <c:v>1.0179059005209405</c:v>
                </c:pt>
                <c:pt idx="9277">
                  <c:v>1.0188088216991651</c:v>
                </c:pt>
                <c:pt idx="9278">
                  <c:v>1.0208177317880374</c:v>
                </c:pt>
                <c:pt idx="9279">
                  <c:v>1.0214341991968727</c:v>
                </c:pt>
                <c:pt idx="9280">
                  <c:v>1.0208225576628542</c:v>
                </c:pt>
                <c:pt idx="9281">
                  <c:v>1.020684258250341</c:v>
                </c:pt>
                <c:pt idx="9282">
                  <c:v>1.0202646357353491</c:v>
                </c:pt>
                <c:pt idx="9283">
                  <c:v>1.0192605743807006</c:v>
                </c:pt>
                <c:pt idx="9284">
                  <c:v>1.0186893431984374</c:v>
                </c:pt>
                <c:pt idx="9285">
                  <c:v>1.0198001071852196</c:v>
                </c:pt>
                <c:pt idx="9286">
                  <c:v>1.0215716858304695</c:v>
                </c:pt>
                <c:pt idx="9287">
                  <c:v>1.022940100733787</c:v>
                </c:pt>
                <c:pt idx="9288">
                  <c:v>1.0219594321723295</c:v>
                </c:pt>
                <c:pt idx="9289">
                  <c:v>1.0214428095735197</c:v>
                </c:pt>
                <c:pt idx="9290">
                  <c:v>1.021534501195039</c:v>
                </c:pt>
                <c:pt idx="9291">
                  <c:v>1.0216048573699998</c:v>
                </c:pt>
                <c:pt idx="9292">
                  <c:v>1.0205285856884871</c:v>
                </c:pt>
                <c:pt idx="9293">
                  <c:v>1.0181410984199071</c:v>
                </c:pt>
                <c:pt idx="9294">
                  <c:v>1.0178754721102534</c:v>
                </c:pt>
                <c:pt idx="9295">
                  <c:v>1.0183222719202665</c:v>
                </c:pt>
                <c:pt idx="9296">
                  <c:v>1.0175834304858131</c:v>
                </c:pt>
                <c:pt idx="9297">
                  <c:v>1.0157957994569622</c:v>
                </c:pt>
                <c:pt idx="9298">
                  <c:v>1.015265283418548</c:v>
                </c:pt>
                <c:pt idx="9299">
                  <c:v>1.0151392264884649</c:v>
                </c:pt>
                <c:pt idx="9300">
                  <c:v>1.0159085979309697</c:v>
                </c:pt>
                <c:pt idx="9301">
                  <c:v>1.0169218792464523</c:v>
                </c:pt>
                <c:pt idx="9302">
                  <c:v>1.0180088186512442</c:v>
                </c:pt>
                <c:pt idx="9303">
                  <c:v>1.0177166754294393</c:v>
                </c:pt>
                <c:pt idx="9304">
                  <c:v>1.017811313374531</c:v>
                </c:pt>
                <c:pt idx="9305">
                  <c:v>1.0164994628039348</c:v>
                </c:pt>
                <c:pt idx="9306">
                  <c:v>1.0141775820335222</c:v>
                </c:pt>
                <c:pt idx="9307">
                  <c:v>1.0125409246884136</c:v>
                </c:pt>
                <c:pt idx="9308">
                  <c:v>1.0124382351521801</c:v>
                </c:pt>
                <c:pt idx="9309">
                  <c:v>1.0129914328022331</c:v>
                </c:pt>
                <c:pt idx="9310">
                  <c:v>1.0143123001389345</c:v>
                </c:pt>
                <c:pt idx="9311">
                  <c:v>1.0158069497677231</c:v>
                </c:pt>
                <c:pt idx="9312">
                  <c:v>1.0165220936168915</c:v>
                </c:pt>
                <c:pt idx="9313">
                  <c:v>1.0176760364836137</c:v>
                </c:pt>
                <c:pt idx="9314">
                  <c:v>1.0186068715377523</c:v>
                </c:pt>
                <c:pt idx="9315">
                  <c:v>1.0179909375150809</c:v>
                </c:pt>
                <c:pt idx="9316">
                  <c:v>1.0162733070704146</c:v>
                </c:pt>
                <c:pt idx="9317">
                  <c:v>1.0143306892619206</c:v>
                </c:pt>
                <c:pt idx="9318">
                  <c:v>1.0134512878735926</c:v>
                </c:pt>
                <c:pt idx="9319">
                  <c:v>1.0150521575470333</c:v>
                </c:pt>
                <c:pt idx="9320">
                  <c:v>1.0155964908270279</c:v>
                </c:pt>
                <c:pt idx="9321">
                  <c:v>1.0161269052680773</c:v>
                </c:pt>
                <c:pt idx="9322">
                  <c:v>1.0169285338738314</c:v>
                </c:pt>
                <c:pt idx="9323">
                  <c:v>1.017518408172492</c:v>
                </c:pt>
                <c:pt idx="9324">
                  <c:v>1.0177540124609168</c:v>
                </c:pt>
                <c:pt idx="9325">
                  <c:v>1.0182431275732708</c:v>
                </c:pt>
                <c:pt idx="9326">
                  <c:v>1.0195582546588742</c:v>
                </c:pt>
                <c:pt idx="9327">
                  <c:v>1.0180412536098813</c:v>
                </c:pt>
                <c:pt idx="9328">
                  <c:v>1.0175296854799587</c:v>
                </c:pt>
                <c:pt idx="9329">
                  <c:v>1.0185835549425848</c:v>
                </c:pt>
                <c:pt idx="9330">
                  <c:v>1.0187518001783034</c:v>
                </c:pt>
                <c:pt idx="9331">
                  <c:v>1.019255265918402</c:v>
                </c:pt>
                <c:pt idx="9332">
                  <c:v>1.0200109471160319</c:v>
                </c:pt>
                <c:pt idx="9333">
                  <c:v>1.0208373908780806</c:v>
                </c:pt>
                <c:pt idx="9334">
                  <c:v>1.0208266977554603</c:v>
                </c:pt>
                <c:pt idx="9335">
                  <c:v>1.0206554299981458</c:v>
                </c:pt>
                <c:pt idx="9336">
                  <c:v>1.0213512957473883</c:v>
                </c:pt>
                <c:pt idx="9337">
                  <c:v>1.0213151778842857</c:v>
                </c:pt>
                <c:pt idx="9338">
                  <c:v>1.0202444686584831</c:v>
                </c:pt>
                <c:pt idx="9339">
                  <c:v>1.0201779985827168</c:v>
                </c:pt>
                <c:pt idx="9340">
                  <c:v>1.0211611816789472</c:v>
                </c:pt>
                <c:pt idx="9341">
                  <c:v>1.0210095476123349</c:v>
                </c:pt>
                <c:pt idx="9342">
                  <c:v>1.0196462125772459</c:v>
                </c:pt>
                <c:pt idx="9343">
                  <c:v>1.0191371843814372</c:v>
                </c:pt>
                <c:pt idx="9344">
                  <c:v>1.0187280263949954</c:v>
                </c:pt>
                <c:pt idx="9345">
                  <c:v>1.0184802050234816</c:v>
                </c:pt>
                <c:pt idx="9346">
                  <c:v>1.0176744617244629</c:v>
                </c:pt>
                <c:pt idx="9347">
                  <c:v>1.0160821516289869</c:v>
                </c:pt>
                <c:pt idx="9348">
                  <c:v>1.0155780001066772</c:v>
                </c:pt>
                <c:pt idx="9349">
                  <c:v>1.0159839831754764</c:v>
                </c:pt>
                <c:pt idx="9350">
                  <c:v>1.0163182131055521</c:v>
                </c:pt>
                <c:pt idx="9351">
                  <c:v>1.0167141380352593</c:v>
                </c:pt>
                <c:pt idx="9352">
                  <c:v>1.0185073823185027</c:v>
                </c:pt>
                <c:pt idx="9353">
                  <c:v>1.0200847830007289</c:v>
                </c:pt>
                <c:pt idx="9354">
                  <c:v>1.0198766100007366</c:v>
                </c:pt>
                <c:pt idx="9355">
                  <c:v>1.0195067193956988</c:v>
                </c:pt>
                <c:pt idx="9356">
                  <c:v>1.0194729382719812</c:v>
                </c:pt>
                <c:pt idx="9357">
                  <c:v>1.0184511735765573</c:v>
                </c:pt>
                <c:pt idx="9358">
                  <c:v>1.0184069025249485</c:v>
                </c:pt>
                <c:pt idx="9359">
                  <c:v>1.0190005613254391</c:v>
                </c:pt>
                <c:pt idx="9360">
                  <c:v>1.0195647568902062</c:v>
                </c:pt>
                <c:pt idx="9361">
                  <c:v>1.0202274764992596</c:v>
                </c:pt>
                <c:pt idx="9362">
                  <c:v>1.0193968926446049</c:v>
                </c:pt>
                <c:pt idx="9363">
                  <c:v>1.0181685805070217</c:v>
                </c:pt>
                <c:pt idx="9364">
                  <c:v>1.0167289204518035</c:v>
                </c:pt>
                <c:pt idx="9365">
                  <c:v>1.0168536058174651</c:v>
                </c:pt>
                <c:pt idx="9366">
                  <c:v>1.0182753339378376</c:v>
                </c:pt>
                <c:pt idx="9367">
                  <c:v>1.0172742697054438</c:v>
                </c:pt>
                <c:pt idx="9368">
                  <c:v>1.0160394807358697</c:v>
                </c:pt>
                <c:pt idx="9369">
                  <c:v>1.0173298434638605</c:v>
                </c:pt>
                <c:pt idx="9370">
                  <c:v>1.0184135571523274</c:v>
                </c:pt>
                <c:pt idx="9371">
                  <c:v>1.0191881862584484</c:v>
                </c:pt>
                <c:pt idx="9372">
                  <c:v>1.0197168735443003</c:v>
                </c:pt>
                <c:pt idx="9373">
                  <c:v>1.0187726784367213</c:v>
                </c:pt>
                <c:pt idx="9374">
                  <c:v>1.0174234400359654</c:v>
                </c:pt>
                <c:pt idx="9375">
                  <c:v>1.0168574411179774</c:v>
                </c:pt>
                <c:pt idx="9376">
                  <c:v>1.0174939486069732</c:v>
                </c:pt>
                <c:pt idx="9377">
                  <c:v>1.0177198757464232</c:v>
                </c:pt>
                <c:pt idx="9378">
                  <c:v>1.0166204144664488</c:v>
                </c:pt>
                <c:pt idx="9379">
                  <c:v>1.0162766851827865</c:v>
                </c:pt>
                <c:pt idx="9380">
                  <c:v>1.0158681875792142</c:v>
                </c:pt>
                <c:pt idx="9381">
                  <c:v>1.0159324987109835</c:v>
                </c:pt>
                <c:pt idx="9382">
                  <c:v>1.0162510826469162</c:v>
                </c:pt>
                <c:pt idx="9383">
                  <c:v>1.0157167821066722</c:v>
                </c:pt>
                <c:pt idx="9384">
                  <c:v>1.0157059873866872</c:v>
                </c:pt>
                <c:pt idx="9385">
                  <c:v>1.0169126592856181</c:v>
                </c:pt>
                <c:pt idx="9386">
                  <c:v>1.0182273037837399</c:v>
                </c:pt>
                <c:pt idx="9387">
                  <c:v>1.0186110370296995</c:v>
                </c:pt>
                <c:pt idx="9388">
                  <c:v>1.0177014104254136</c:v>
                </c:pt>
                <c:pt idx="9389">
                  <c:v>1.0180255822163973</c:v>
                </c:pt>
                <c:pt idx="9390">
                  <c:v>1.0187187048367965</c:v>
                </c:pt>
                <c:pt idx="9391">
                  <c:v>1.0196540355743171</c:v>
                </c:pt>
                <c:pt idx="9392">
                  <c:v>1.0196662526574061</c:v>
                </c:pt>
                <c:pt idx="9393">
                  <c:v>1.0194821074341331</c:v>
                </c:pt>
                <c:pt idx="9394">
                  <c:v>1.0201201642829385</c:v>
                </c:pt>
                <c:pt idx="9395">
                  <c:v>1.0210234918506214</c:v>
                </c:pt>
                <c:pt idx="9396">
                  <c:v>1.0206672152924354</c:v>
                </c:pt>
                <c:pt idx="9397">
                  <c:v>1.019727642864944</c:v>
                </c:pt>
                <c:pt idx="9398">
                  <c:v>1.0199065304246009</c:v>
                </c:pt>
                <c:pt idx="9399">
                  <c:v>1.0195727068839835</c:v>
                </c:pt>
                <c:pt idx="9400">
                  <c:v>1.0205794859681341</c:v>
                </c:pt>
                <c:pt idx="9401">
                  <c:v>1.0216967521862483</c:v>
                </c:pt>
                <c:pt idx="9402">
                  <c:v>1.0216114104000142</c:v>
                </c:pt>
                <c:pt idx="9403">
                  <c:v>1.0194474881321578</c:v>
                </c:pt>
                <c:pt idx="9404">
                  <c:v>1.0183223989169721</c:v>
                </c:pt>
                <c:pt idx="9405">
                  <c:v>1.0185250348605956</c:v>
                </c:pt>
                <c:pt idx="9406">
                  <c:v>1.0179757487090786</c:v>
                </c:pt>
                <c:pt idx="9407">
                  <c:v>1.0188257630597062</c:v>
                </c:pt>
                <c:pt idx="9408">
                  <c:v>1.0193078679539054</c:v>
                </c:pt>
                <c:pt idx="9409">
                  <c:v>1.0184824401655022</c:v>
                </c:pt>
                <c:pt idx="9410">
                  <c:v>1.0178513681355106</c:v>
                </c:pt>
                <c:pt idx="9411">
                  <c:v>1.0175190685553617</c:v>
                </c:pt>
                <c:pt idx="9412">
                  <c:v>1.0168136780531913</c:v>
                </c:pt>
                <c:pt idx="9413">
                  <c:v>1.0159178686904862</c:v>
                </c:pt>
                <c:pt idx="9414">
                  <c:v>1.0157682665711651</c:v>
                </c:pt>
                <c:pt idx="9415">
                  <c:v>1.0166332919324073</c:v>
                </c:pt>
                <c:pt idx="9416">
                  <c:v>1.0182151882980155</c:v>
                </c:pt>
                <c:pt idx="9417">
                  <c:v>1.0190840235604288</c:v>
                </c:pt>
                <c:pt idx="9418">
                  <c:v>1.0195395861431353</c:v>
                </c:pt>
                <c:pt idx="9419">
                  <c:v>1.0199862589564426</c:v>
                </c:pt>
                <c:pt idx="9420">
                  <c:v>1.0207854746247882</c:v>
                </c:pt>
                <c:pt idx="9421">
                  <c:v>1.0204031637419326</c:v>
                </c:pt>
                <c:pt idx="9422">
                  <c:v>1.0200608822207151</c:v>
                </c:pt>
                <c:pt idx="9423">
                  <c:v>1.0197839024055717</c:v>
                </c:pt>
                <c:pt idx="9424">
                  <c:v>1.0196828384271712</c:v>
                </c:pt>
                <c:pt idx="9425">
                  <c:v>1.0203806599256815</c:v>
                </c:pt>
                <c:pt idx="9426">
                  <c:v>1.021822910713696</c:v>
                </c:pt>
                <c:pt idx="9427">
                  <c:v>1.0216953044238033</c:v>
                </c:pt>
                <c:pt idx="9428">
                  <c:v>1.0212321728374365</c:v>
                </c:pt>
                <c:pt idx="9429">
                  <c:v>1.0211958009809226</c:v>
                </c:pt>
                <c:pt idx="9430">
                  <c:v>1.0200301490179344</c:v>
                </c:pt>
                <c:pt idx="9431">
                  <c:v>1.0200856211789866</c:v>
                </c:pt>
                <c:pt idx="9432">
                  <c:v>1.0197088727518409</c:v>
                </c:pt>
                <c:pt idx="9433">
                  <c:v>1.018668566537384</c:v>
                </c:pt>
                <c:pt idx="9434">
                  <c:v>1.0182837919184375</c:v>
                </c:pt>
                <c:pt idx="9435">
                  <c:v>1.0174818331212487</c:v>
                </c:pt>
                <c:pt idx="9436">
                  <c:v>1.0167465221952143</c:v>
                </c:pt>
                <c:pt idx="9437">
                  <c:v>1.0168427348994566</c:v>
                </c:pt>
                <c:pt idx="9438">
                  <c:v>1.0167670194635152</c:v>
                </c:pt>
                <c:pt idx="9439">
                  <c:v>1.0169016105722217</c:v>
                </c:pt>
                <c:pt idx="9440">
                  <c:v>1.0164592302475675</c:v>
                </c:pt>
                <c:pt idx="9441">
                  <c:v>1.0162411007058476</c:v>
                </c:pt>
                <c:pt idx="9442">
                  <c:v>1.0164195818760462</c:v>
                </c:pt>
                <c:pt idx="9443">
                  <c:v>1.0172490989583731</c:v>
                </c:pt>
                <c:pt idx="9444">
                  <c:v>1.0173237476219867</c:v>
                </c:pt>
                <c:pt idx="9445">
                  <c:v>1.0169264257285167</c:v>
                </c:pt>
                <c:pt idx="9446">
                  <c:v>1.0164421364909795</c:v>
                </c:pt>
                <c:pt idx="9447">
                  <c:v>1.01560677756019</c:v>
                </c:pt>
                <c:pt idx="9448">
                  <c:v>1.0145862320331411</c:v>
                </c:pt>
                <c:pt idx="9449">
                  <c:v>1.0160648546776696</c:v>
                </c:pt>
                <c:pt idx="9450">
                  <c:v>1.0183858972698248</c:v>
                </c:pt>
                <c:pt idx="9451">
                  <c:v>1.0181799086131706</c:v>
                </c:pt>
                <c:pt idx="9452">
                  <c:v>1.0184774110959562</c:v>
                </c:pt>
                <c:pt idx="9453">
                  <c:v>1.0194762147869885</c:v>
                </c:pt>
                <c:pt idx="9454">
                  <c:v>1.018859036196601</c:v>
                </c:pt>
                <c:pt idx="9455">
                  <c:v>1.0180605825084896</c:v>
                </c:pt>
                <c:pt idx="9456">
                  <c:v>1.0187615535253016</c:v>
                </c:pt>
                <c:pt idx="9457">
                  <c:v>1.018804300616442</c:v>
                </c:pt>
                <c:pt idx="9458">
                  <c:v>1.0187590135911875</c:v>
                </c:pt>
                <c:pt idx="9459">
                  <c:v>1.0196794857141405</c:v>
                </c:pt>
                <c:pt idx="9460">
                  <c:v>1.018051641940408</c:v>
                </c:pt>
                <c:pt idx="9461">
                  <c:v>1.0165645359159383</c:v>
                </c:pt>
                <c:pt idx="9462">
                  <c:v>1.0169905082662156</c:v>
                </c:pt>
                <c:pt idx="9463">
                  <c:v>1.0183055845531368</c:v>
                </c:pt>
                <c:pt idx="9464">
                  <c:v>1.0191692891486395</c:v>
                </c:pt>
                <c:pt idx="9465">
                  <c:v>1.0175936664202931</c:v>
                </c:pt>
                <c:pt idx="9466">
                  <c:v>1.0168483735531901</c:v>
                </c:pt>
                <c:pt idx="9467">
                  <c:v>1.0177517773188964</c:v>
                </c:pt>
                <c:pt idx="9468">
                  <c:v>1.0187399386859906</c:v>
                </c:pt>
                <c:pt idx="9469">
                  <c:v>1.0200396737708624</c:v>
                </c:pt>
                <c:pt idx="9470">
                  <c:v>1.0197294716175063</c:v>
                </c:pt>
                <c:pt idx="9471">
                  <c:v>1.0178318106428319</c:v>
                </c:pt>
                <c:pt idx="9472">
                  <c:v>1.0165334979210638</c:v>
                </c:pt>
                <c:pt idx="9473">
                  <c:v>1.0167024289389934</c:v>
                </c:pt>
                <c:pt idx="9474">
                  <c:v>1.016200461760022</c:v>
                </c:pt>
                <c:pt idx="9475">
                  <c:v>1.0156285701948891</c:v>
                </c:pt>
                <c:pt idx="9476">
                  <c:v>1.0164978118467607</c:v>
                </c:pt>
                <c:pt idx="9477">
                  <c:v>1.0178055731234332</c:v>
                </c:pt>
                <c:pt idx="9478">
                  <c:v>1.0176845198635547</c:v>
                </c:pt>
                <c:pt idx="9479">
                  <c:v>1.0181749049429658</c:v>
                </c:pt>
                <c:pt idx="9480">
                  <c:v>1.0172742697054438</c:v>
                </c:pt>
                <c:pt idx="9481">
                  <c:v>1.0159825862117136</c:v>
                </c:pt>
                <c:pt idx="9482">
                  <c:v>1.016250142871294</c:v>
                </c:pt>
                <c:pt idx="9483">
                  <c:v>1.0147688024972632</c:v>
                </c:pt>
                <c:pt idx="9484">
                  <c:v>1.0127407921038529</c:v>
                </c:pt>
                <c:pt idx="9485">
                  <c:v>1.0123671677956674</c:v>
                </c:pt>
                <c:pt idx="9486">
                  <c:v>1.0136104655445237</c:v>
                </c:pt>
                <c:pt idx="9487">
                  <c:v>1.0136704079896168</c:v>
                </c:pt>
                <c:pt idx="9488">
                  <c:v>1.0135269525108519</c:v>
                </c:pt>
                <c:pt idx="9489">
                  <c:v>1.0161746814287638</c:v>
                </c:pt>
                <c:pt idx="9490">
                  <c:v>1.0189263952493073</c:v>
                </c:pt>
                <c:pt idx="9491">
                  <c:v>1.0207624120230321</c:v>
                </c:pt>
                <c:pt idx="9492">
                  <c:v>1.0213892931617354</c:v>
                </c:pt>
                <c:pt idx="9493">
                  <c:v>1.0205653131357773</c:v>
                </c:pt>
                <c:pt idx="9494">
                  <c:v>1.0196852259652385</c:v>
                </c:pt>
                <c:pt idx="9495">
                  <c:v>1.0183582627866634</c:v>
                </c:pt>
                <c:pt idx="9496">
                  <c:v>1.0166945043445572</c:v>
                </c:pt>
                <c:pt idx="9497">
                  <c:v>1.0151944954547878</c:v>
                </c:pt>
                <c:pt idx="9498">
                  <c:v>1.0153827299719844</c:v>
                </c:pt>
                <c:pt idx="9499">
                  <c:v>1.0162031794895241</c:v>
                </c:pt>
                <c:pt idx="9500">
                  <c:v>1.0162575340795659</c:v>
                </c:pt>
                <c:pt idx="9501">
                  <c:v>1.0162367066198303</c:v>
                </c:pt>
                <c:pt idx="9502">
                  <c:v>1.0165213824353396</c:v>
                </c:pt>
                <c:pt idx="9503">
                  <c:v>1.0163437394433987</c:v>
                </c:pt>
                <c:pt idx="9504">
                  <c:v>1.0168287144631469</c:v>
                </c:pt>
                <c:pt idx="9505">
                  <c:v>1.0160329023065142</c:v>
                </c:pt>
                <c:pt idx="9506">
                  <c:v>1.0148896271630714</c:v>
                </c:pt>
                <c:pt idx="9507">
                  <c:v>1.0150243960671661</c:v>
                </c:pt>
                <c:pt idx="9508">
                  <c:v>1.0141680572805942</c:v>
                </c:pt>
                <c:pt idx="9509">
                  <c:v>1.0126108998732573</c:v>
                </c:pt>
                <c:pt idx="9510">
                  <c:v>1.01268752968548</c:v>
                </c:pt>
                <c:pt idx="9511">
                  <c:v>1.0132851761825299</c:v>
                </c:pt>
                <c:pt idx="9512">
                  <c:v>1.0117836687316331</c:v>
                </c:pt>
                <c:pt idx="9513">
                  <c:v>1.0129217624094831</c:v>
                </c:pt>
                <c:pt idx="9514">
                  <c:v>1.0162490253002836</c:v>
                </c:pt>
                <c:pt idx="9515">
                  <c:v>1.0181861568510913</c:v>
                </c:pt>
                <c:pt idx="9516">
                  <c:v>1.0184244280703358</c:v>
                </c:pt>
                <c:pt idx="9517">
                  <c:v>1.0177196471523529</c:v>
                </c:pt>
                <c:pt idx="9518">
                  <c:v>1.0183416262182159</c:v>
                </c:pt>
                <c:pt idx="9519">
                  <c:v>1.0182929610805895</c:v>
                </c:pt>
                <c:pt idx="9520">
                  <c:v>1.016852513645796</c:v>
                </c:pt>
                <c:pt idx="9521">
                  <c:v>1.0155565630627541</c:v>
                </c:pt>
                <c:pt idx="9522">
                  <c:v>1.0151106776290224</c:v>
                </c:pt>
                <c:pt idx="9523">
                  <c:v>1.0170800917424203</c:v>
                </c:pt>
                <c:pt idx="9524">
                  <c:v>1.020218535931178</c:v>
                </c:pt>
                <c:pt idx="9525">
                  <c:v>1.0201783033748104</c:v>
                </c:pt>
                <c:pt idx="9526">
                  <c:v>1.0193245045223527</c:v>
                </c:pt>
                <c:pt idx="9527">
                  <c:v>1.0185726332258942</c:v>
                </c:pt>
                <c:pt idx="9528">
                  <c:v>1.0177558412134788</c:v>
                </c:pt>
                <c:pt idx="9529">
                  <c:v>1.0174988506798133</c:v>
                </c:pt>
                <c:pt idx="9530">
                  <c:v>1.0168392805890616</c:v>
                </c:pt>
                <c:pt idx="9531">
                  <c:v>1.016205135238792</c:v>
                </c:pt>
                <c:pt idx="9532">
                  <c:v>1.0161201744426749</c:v>
                </c:pt>
                <c:pt idx="9533">
                  <c:v>1.0156582874240243</c:v>
                </c:pt>
                <c:pt idx="9534">
                  <c:v>1.0167120044906035</c:v>
                </c:pt>
                <c:pt idx="9535">
                  <c:v>1.0185409094488089</c:v>
                </c:pt>
                <c:pt idx="9536">
                  <c:v>1.0180024180172766</c:v>
                </c:pt>
                <c:pt idx="9537">
                  <c:v>1.0171089707932977</c:v>
                </c:pt>
                <c:pt idx="9538">
                  <c:v>1.0170924104228736</c:v>
                </c:pt>
                <c:pt idx="9539">
                  <c:v>1.0166253165392889</c:v>
                </c:pt>
                <c:pt idx="9540">
                  <c:v>1.0171773966183317</c:v>
                </c:pt>
                <c:pt idx="9541">
                  <c:v>1.016434872279413</c:v>
                </c:pt>
                <c:pt idx="9542">
                  <c:v>1.0147879536004836</c:v>
                </c:pt>
                <c:pt idx="9543">
                  <c:v>1.0144093002227523</c:v>
                </c:pt>
                <c:pt idx="9544">
                  <c:v>1.0150694798976914</c:v>
                </c:pt>
                <c:pt idx="9545">
                  <c:v>1.0165768799957329</c:v>
                </c:pt>
                <c:pt idx="9546">
                  <c:v>1.0176955939762922</c:v>
                </c:pt>
                <c:pt idx="9547">
                  <c:v>1.0180257346124442</c:v>
                </c:pt>
                <c:pt idx="9548">
                  <c:v>1.0177991470901244</c:v>
                </c:pt>
                <c:pt idx="9549">
                  <c:v>1.0185585111922197</c:v>
                </c:pt>
                <c:pt idx="9550">
                  <c:v>1.0185398426764809</c:v>
                </c:pt>
                <c:pt idx="9551">
                  <c:v>1.0192712929026622</c:v>
                </c:pt>
                <c:pt idx="9552">
                  <c:v>1.0213631064410189</c:v>
                </c:pt>
                <c:pt idx="9553">
                  <c:v>1.0210952957880273</c:v>
                </c:pt>
                <c:pt idx="9554">
                  <c:v>1.0190321073071364</c:v>
                </c:pt>
                <c:pt idx="9555">
                  <c:v>1.0181992121124379</c:v>
                </c:pt>
                <c:pt idx="9556">
                  <c:v>1.0179587819491962</c:v>
                </c:pt>
                <c:pt idx="9557">
                  <c:v>1.0179284805352149</c:v>
                </c:pt>
                <c:pt idx="9558">
                  <c:v>1.0182868906380569</c:v>
                </c:pt>
                <c:pt idx="9559">
                  <c:v>1.0180322368437762</c:v>
                </c:pt>
                <c:pt idx="9560">
                  <c:v>1.0185305973163057</c:v>
                </c:pt>
                <c:pt idx="9561">
                  <c:v>1.0182712446439139</c:v>
                </c:pt>
                <c:pt idx="9562">
                  <c:v>1.0174569163675895</c:v>
                </c:pt>
                <c:pt idx="9563">
                  <c:v>1.0168443604572897</c:v>
                </c:pt>
                <c:pt idx="9564">
                  <c:v>1.0166771057958757</c:v>
                </c:pt>
                <c:pt idx="9565">
                  <c:v>1.0169992710389093</c:v>
                </c:pt>
                <c:pt idx="9566">
                  <c:v>1.0163930141652127</c:v>
                </c:pt>
                <c:pt idx="9567">
                  <c:v>1.0159301111729162</c:v>
                </c:pt>
                <c:pt idx="9568">
                  <c:v>1.0155088631000913</c:v>
                </c:pt>
                <c:pt idx="9569">
                  <c:v>1.01554934964987</c:v>
                </c:pt>
                <c:pt idx="9570">
                  <c:v>1.0160832184013147</c:v>
                </c:pt>
                <c:pt idx="9571">
                  <c:v>1.0170886513203847</c:v>
                </c:pt>
                <c:pt idx="9572">
                  <c:v>1.0185591715750892</c:v>
                </c:pt>
                <c:pt idx="9573">
                  <c:v>1.0203703731925193</c:v>
                </c:pt>
                <c:pt idx="9574">
                  <c:v>1.020175865038061</c:v>
                </c:pt>
                <c:pt idx="9575">
                  <c:v>1.0181226838975797</c:v>
                </c:pt>
                <c:pt idx="9576">
                  <c:v>1.0159246503145709</c:v>
                </c:pt>
                <c:pt idx="9577">
                  <c:v>1.0144784372293383</c:v>
                </c:pt>
                <c:pt idx="9578">
                  <c:v>1.0140202839138353</c:v>
                </c:pt>
                <c:pt idx="9579">
                  <c:v>1.0147657799756675</c:v>
                </c:pt>
                <c:pt idx="9580">
                  <c:v>1.0139390822202072</c:v>
                </c:pt>
                <c:pt idx="9581">
                  <c:v>1.0134050102740335</c:v>
                </c:pt>
                <c:pt idx="9582">
                  <c:v>1.0133372448318692</c:v>
                </c:pt>
                <c:pt idx="9583">
                  <c:v>1.0134012257722034</c:v>
                </c:pt>
                <c:pt idx="9584">
                  <c:v>1.0129196288648272</c:v>
                </c:pt>
                <c:pt idx="9585">
                  <c:v>1.0137582135119414</c:v>
                </c:pt>
                <c:pt idx="9586">
                  <c:v>1.0155387581246142</c:v>
                </c:pt>
                <c:pt idx="9587">
                  <c:v>1.0163862833398101</c:v>
                </c:pt>
                <c:pt idx="9588">
                  <c:v>1.0157034728519143</c:v>
                </c:pt>
                <c:pt idx="9589">
                  <c:v>1.0150642984320988</c:v>
                </c:pt>
                <c:pt idx="9590">
                  <c:v>1.0141718163830831</c:v>
                </c:pt>
                <c:pt idx="9591">
                  <c:v>1.0150314824833444</c:v>
                </c:pt>
                <c:pt idx="9592">
                  <c:v>1.0164870933247991</c:v>
                </c:pt>
                <c:pt idx="9593">
                  <c:v>1.0167312825905297</c:v>
                </c:pt>
                <c:pt idx="9594">
                  <c:v>1.0165847537914867</c:v>
                </c:pt>
                <c:pt idx="9595">
                  <c:v>1.0167187861146882</c:v>
                </c:pt>
                <c:pt idx="9596">
                  <c:v>1.0167270662999002</c:v>
                </c:pt>
                <c:pt idx="9597">
                  <c:v>1.0162124248496993</c:v>
                </c:pt>
                <c:pt idx="9598">
                  <c:v>1.0165548333676224</c:v>
                </c:pt>
                <c:pt idx="9599">
                  <c:v>1.0169903558701687</c:v>
                </c:pt>
                <c:pt idx="9600">
                  <c:v>1.0160198724445089</c:v>
                </c:pt>
                <c:pt idx="9601">
                  <c:v>1.0140629548069524</c:v>
                </c:pt>
                <c:pt idx="9602">
                  <c:v>1.0137332459595998</c:v>
                </c:pt>
                <c:pt idx="9603">
                  <c:v>1.0130293032198745</c:v>
                </c:pt>
                <c:pt idx="9604">
                  <c:v>1.0130103553113832</c:v>
                </c:pt>
                <c:pt idx="9605">
                  <c:v>1.0134676958479698</c:v>
                </c:pt>
                <c:pt idx="9606">
                  <c:v>1.0145625852465388</c:v>
                </c:pt>
                <c:pt idx="9607">
                  <c:v>1.0154839971451139</c:v>
                </c:pt>
                <c:pt idx="9608">
                  <c:v>1.017053219239493</c:v>
                </c:pt>
                <c:pt idx="9609">
                  <c:v>1.0182403844444274</c:v>
                </c:pt>
                <c:pt idx="9610">
                  <c:v>1.0174220430722027</c:v>
                </c:pt>
                <c:pt idx="9611">
                  <c:v>1.0171132632819504</c:v>
                </c:pt>
                <c:pt idx="9612">
                  <c:v>1.0180686594989725</c:v>
                </c:pt>
                <c:pt idx="9613">
                  <c:v>1.0193042866468043</c:v>
                </c:pt>
                <c:pt idx="9614">
                  <c:v>1.0205626462049575</c:v>
                </c:pt>
                <c:pt idx="9615">
                  <c:v>1.0212837588992942</c:v>
                </c:pt>
                <c:pt idx="9616">
                  <c:v>1.0208828049000409</c:v>
                </c:pt>
                <c:pt idx="9617">
                  <c:v>1.0198495343030802</c:v>
                </c:pt>
                <c:pt idx="9618">
                  <c:v>1.0186973185915558</c:v>
                </c:pt>
                <c:pt idx="9619">
                  <c:v>1.0176978545176538</c:v>
                </c:pt>
                <c:pt idx="9620">
                  <c:v>1.0159734678482439</c:v>
                </c:pt>
                <c:pt idx="9621">
                  <c:v>1.0145901435316769</c:v>
                </c:pt>
                <c:pt idx="9622">
                  <c:v>1.014261653852699</c:v>
                </c:pt>
                <c:pt idx="9623">
                  <c:v>1.0147415744035599</c:v>
                </c:pt>
                <c:pt idx="9624">
                  <c:v>1.0147424379811587</c:v>
                </c:pt>
                <c:pt idx="9625">
                  <c:v>1.015514603351189</c:v>
                </c:pt>
                <c:pt idx="9626">
                  <c:v>1.0153142787476093</c:v>
                </c:pt>
                <c:pt idx="9627">
                  <c:v>1.0156190708413024</c:v>
                </c:pt>
                <c:pt idx="9628">
                  <c:v>1.0157499028475201</c:v>
                </c:pt>
                <c:pt idx="9629">
                  <c:v>1.0162032048888652</c:v>
                </c:pt>
                <c:pt idx="9630">
                  <c:v>1.0160143099887988</c:v>
                </c:pt>
                <c:pt idx="9631">
                  <c:v>1.0152548442893392</c:v>
                </c:pt>
                <c:pt idx="9632">
                  <c:v>1.0158345842508845</c:v>
                </c:pt>
                <c:pt idx="9633">
                  <c:v>1.0161013535308894</c:v>
                </c:pt>
                <c:pt idx="9634">
                  <c:v>1.0158485030898299</c:v>
                </c:pt>
                <c:pt idx="9635">
                  <c:v>1.0144720873940529</c:v>
                </c:pt>
                <c:pt idx="9636">
                  <c:v>1.0132236335789451</c:v>
                </c:pt>
                <c:pt idx="9637">
                  <c:v>1.0140246018018293</c:v>
                </c:pt>
                <c:pt idx="9638">
                  <c:v>1.016346812763677</c:v>
                </c:pt>
                <c:pt idx="9639">
                  <c:v>1.0167900058672479</c:v>
                </c:pt>
                <c:pt idx="9640">
                  <c:v>1.0170889561124785</c:v>
                </c:pt>
                <c:pt idx="9641">
                  <c:v>1.0161945945122184</c:v>
                </c:pt>
                <c:pt idx="9642">
                  <c:v>1.015709924284564</c:v>
                </c:pt>
                <c:pt idx="9643">
                  <c:v>1.0168202310832057</c:v>
                </c:pt>
                <c:pt idx="9644">
                  <c:v>1.0170466916088197</c:v>
                </c:pt>
                <c:pt idx="9645">
                  <c:v>1.016713528451072</c:v>
                </c:pt>
                <c:pt idx="9646">
                  <c:v>1.016702555935699</c:v>
                </c:pt>
                <c:pt idx="9647">
                  <c:v>1.0157575226498625</c:v>
                </c:pt>
                <c:pt idx="9648">
                  <c:v>1.0163231405777333</c:v>
                </c:pt>
                <c:pt idx="9649">
                  <c:v>1.0172144034583743</c:v>
                </c:pt>
                <c:pt idx="9650">
                  <c:v>1.0174313138317193</c:v>
                </c:pt>
                <c:pt idx="9651">
                  <c:v>1.0170801933397848</c:v>
                </c:pt>
                <c:pt idx="9652">
                  <c:v>1.016708651777573</c:v>
                </c:pt>
                <c:pt idx="9653">
                  <c:v>1.0172276111157676</c:v>
                </c:pt>
                <c:pt idx="9654">
                  <c:v>1.0167303174155662</c:v>
                </c:pt>
                <c:pt idx="9655">
                  <c:v>1.0158255420854383</c:v>
                </c:pt>
                <c:pt idx="9656">
                  <c:v>1.0164766795949314</c:v>
                </c:pt>
                <c:pt idx="9657">
                  <c:v>1.0164228837903946</c:v>
                </c:pt>
                <c:pt idx="9658">
                  <c:v>1.0159058294027854</c:v>
                </c:pt>
                <c:pt idx="9659">
                  <c:v>1.0145994650898755</c:v>
                </c:pt>
                <c:pt idx="9660">
                  <c:v>1.0129987224131407</c:v>
                </c:pt>
                <c:pt idx="9661">
                  <c:v>1.0149520587435963</c:v>
                </c:pt>
                <c:pt idx="9662">
                  <c:v>1.0178100942061563</c:v>
                </c:pt>
                <c:pt idx="9663">
                  <c:v>1.0184133285582573</c:v>
                </c:pt>
                <c:pt idx="9664">
                  <c:v>1.0167540911988744</c:v>
                </c:pt>
                <c:pt idx="9665">
                  <c:v>1.0162539781718063</c:v>
                </c:pt>
                <c:pt idx="9666">
                  <c:v>1.0176652163642874</c:v>
                </c:pt>
                <c:pt idx="9667">
                  <c:v>1.0186438275791125</c:v>
                </c:pt>
                <c:pt idx="9668">
                  <c:v>1.0186176408583962</c:v>
                </c:pt>
                <c:pt idx="9669">
                  <c:v>1.0178216763057166</c:v>
                </c:pt>
                <c:pt idx="9670">
                  <c:v>1.0182624564718792</c:v>
                </c:pt>
                <c:pt idx="9671">
                  <c:v>1.019064974054573</c:v>
                </c:pt>
                <c:pt idx="9672">
                  <c:v>1.0188952048583859</c:v>
                </c:pt>
                <c:pt idx="9673">
                  <c:v>1.0183077434971337</c:v>
                </c:pt>
                <c:pt idx="9674">
                  <c:v>1.0176806083650189</c:v>
                </c:pt>
                <c:pt idx="9675">
                  <c:v>1.0162902484309557</c:v>
                </c:pt>
                <c:pt idx="9676">
                  <c:v>1.015478764880839</c:v>
                </c:pt>
                <c:pt idx="9677">
                  <c:v>1.0154595883782775</c:v>
                </c:pt>
                <c:pt idx="9678">
                  <c:v>1.015297464383774</c:v>
                </c:pt>
                <c:pt idx="9679">
                  <c:v>1.0141881735587779</c:v>
                </c:pt>
                <c:pt idx="9680">
                  <c:v>1.0141365620975793</c:v>
                </c:pt>
                <c:pt idx="9681">
                  <c:v>1.0150239896777078</c:v>
                </c:pt>
                <c:pt idx="9682">
                  <c:v>1.015726281460259</c:v>
                </c:pt>
                <c:pt idx="9683">
                  <c:v>1.0165406859346069</c:v>
                </c:pt>
                <c:pt idx="9684">
                  <c:v>1.0171222546487144</c:v>
                </c:pt>
                <c:pt idx="9685">
                  <c:v>1.0171327191772646</c:v>
                </c:pt>
                <c:pt idx="9686">
                  <c:v>1.017573143752651</c:v>
                </c:pt>
                <c:pt idx="9687">
                  <c:v>1.0175138362910867</c:v>
                </c:pt>
                <c:pt idx="9688">
                  <c:v>1.0163778507585512</c:v>
                </c:pt>
                <c:pt idx="9689">
                  <c:v>1.015383542750901</c:v>
                </c:pt>
                <c:pt idx="9690">
                  <c:v>1.0158598311959788</c:v>
                </c:pt>
                <c:pt idx="9691">
                  <c:v>1.016766638473398</c:v>
                </c:pt>
                <c:pt idx="9692">
                  <c:v>1.0165523696315317</c:v>
                </c:pt>
                <c:pt idx="9693">
                  <c:v>1.0161934515418669</c:v>
                </c:pt>
                <c:pt idx="9694">
                  <c:v>1.0155076185323753</c:v>
                </c:pt>
                <c:pt idx="9695">
                  <c:v>1.0149802774116039</c:v>
                </c:pt>
                <c:pt idx="9696">
                  <c:v>1.0147360373471912</c:v>
                </c:pt>
                <c:pt idx="9697">
                  <c:v>1.0138129998907828</c:v>
                </c:pt>
                <c:pt idx="9698">
                  <c:v>1.0136541016126042</c:v>
                </c:pt>
                <c:pt idx="9699">
                  <c:v>1.0137303758340508</c:v>
                </c:pt>
                <c:pt idx="9700">
                  <c:v>1.0143395028332964</c:v>
                </c:pt>
                <c:pt idx="9701">
                  <c:v>1.0149223669138023</c:v>
                </c:pt>
                <c:pt idx="9702">
                  <c:v>1.0132756006309196</c:v>
                </c:pt>
                <c:pt idx="9703">
                  <c:v>1.0118028198348534</c:v>
                </c:pt>
                <c:pt idx="9704">
                  <c:v>1.0119548602909241</c:v>
                </c:pt>
                <c:pt idx="9705">
                  <c:v>1.0123684377627244</c:v>
                </c:pt>
                <c:pt idx="9706">
                  <c:v>1.0125034860595716</c:v>
                </c:pt>
                <c:pt idx="9707">
                  <c:v>1.0134959399153185</c:v>
                </c:pt>
                <c:pt idx="9708">
                  <c:v>1.0143533708735595</c:v>
                </c:pt>
                <c:pt idx="9709">
                  <c:v>1.015174912562768</c:v>
                </c:pt>
                <c:pt idx="9710">
                  <c:v>1.0173630912014142</c:v>
                </c:pt>
                <c:pt idx="9711">
                  <c:v>1.0187751675721533</c:v>
                </c:pt>
                <c:pt idx="9712">
                  <c:v>1.0179310966673525</c:v>
                </c:pt>
                <c:pt idx="9713">
                  <c:v>1.0175614600557261</c:v>
                </c:pt>
                <c:pt idx="9714">
                  <c:v>1.0179277947530041</c:v>
                </c:pt>
                <c:pt idx="9715">
                  <c:v>1.0186077351153511</c:v>
                </c:pt>
                <c:pt idx="9716">
                  <c:v>1.0187260706457275</c:v>
                </c:pt>
                <c:pt idx="9717">
                  <c:v>1.0181702822628782</c:v>
                </c:pt>
                <c:pt idx="9718">
                  <c:v>1.0185553870732593</c:v>
                </c:pt>
                <c:pt idx="9719">
                  <c:v>1.01945399036349</c:v>
                </c:pt>
                <c:pt idx="9720">
                  <c:v>1.0201779477840345</c:v>
                </c:pt>
                <c:pt idx="9721">
                  <c:v>1.0201773381998471</c:v>
                </c:pt>
                <c:pt idx="9722">
                  <c:v>1.0198347518865361</c:v>
                </c:pt>
                <c:pt idx="9723">
                  <c:v>1.0190575574469598</c:v>
                </c:pt>
                <c:pt idx="9724">
                  <c:v>1.0176165766260024</c:v>
                </c:pt>
                <c:pt idx="9725">
                  <c:v>1.0144842282791184</c:v>
                </c:pt>
                <c:pt idx="9726">
                  <c:v>1.0119949404512447</c:v>
                </c:pt>
                <c:pt idx="9727">
                  <c:v>1.0123414636624326</c:v>
                </c:pt>
                <c:pt idx="9728">
                  <c:v>1.0130284142429344</c:v>
                </c:pt>
                <c:pt idx="9729">
                  <c:v>1.0132385683915359</c:v>
                </c:pt>
                <c:pt idx="9730">
                  <c:v>1.0149492394167294</c:v>
                </c:pt>
                <c:pt idx="9731">
                  <c:v>1.0150336668266826</c:v>
                </c:pt>
                <c:pt idx="9732">
                  <c:v>1.0135117637048494</c:v>
                </c:pt>
                <c:pt idx="9733">
                  <c:v>1.0147468320671762</c:v>
                </c:pt>
                <c:pt idx="9734">
                  <c:v>1.0152531171341415</c:v>
                </c:pt>
                <c:pt idx="9735">
                  <c:v>1.0145564640053237</c:v>
                </c:pt>
                <c:pt idx="9736">
                  <c:v>1.0141060574888687</c:v>
                </c:pt>
                <c:pt idx="9737">
                  <c:v>1.0149742577677534</c:v>
                </c:pt>
                <c:pt idx="9738">
                  <c:v>1.0155633446868388</c:v>
                </c:pt>
                <c:pt idx="9739">
                  <c:v>1.0159606411809678</c:v>
                </c:pt>
                <c:pt idx="9740">
                  <c:v>1.0158177698870492</c:v>
                </c:pt>
                <c:pt idx="9741">
                  <c:v>1.014962269278735</c:v>
                </c:pt>
                <c:pt idx="9742">
                  <c:v>1.0139068758556402</c:v>
                </c:pt>
                <c:pt idx="9743">
                  <c:v>1.0125684067755283</c:v>
                </c:pt>
                <c:pt idx="9744">
                  <c:v>1.0137374876495704</c:v>
                </c:pt>
                <c:pt idx="9745">
                  <c:v>1.0151076043087441</c:v>
                </c:pt>
                <c:pt idx="9746">
                  <c:v>1.0154934203006774</c:v>
                </c:pt>
                <c:pt idx="9747">
                  <c:v>1.0147669991440422</c:v>
                </c:pt>
                <c:pt idx="9748">
                  <c:v>1.0155652750367656</c:v>
                </c:pt>
                <c:pt idx="9749">
                  <c:v>1.0167770522032658</c:v>
                </c:pt>
                <c:pt idx="9750">
                  <c:v>1.0165395175649143</c:v>
                </c:pt>
                <c:pt idx="9751">
                  <c:v>1.0163748536362966</c:v>
                </c:pt>
                <c:pt idx="9752">
                  <c:v>1.0163501654767075</c:v>
                </c:pt>
                <c:pt idx="9753">
                  <c:v>1.0151585299877321</c:v>
                </c:pt>
                <c:pt idx="9754">
                  <c:v>1.0133027271272583</c:v>
                </c:pt>
                <c:pt idx="9755">
                  <c:v>1.0116647236170693</c:v>
                </c:pt>
                <c:pt idx="9756">
                  <c:v>1.0117799350284853</c:v>
                </c:pt>
                <c:pt idx="9757">
                  <c:v>1.0124239099237766</c:v>
                </c:pt>
                <c:pt idx="9758">
                  <c:v>1.0130917094010581</c:v>
                </c:pt>
                <c:pt idx="9759">
                  <c:v>1.0136219714460606</c:v>
                </c:pt>
                <c:pt idx="9760">
                  <c:v>1.0125396293220155</c:v>
                </c:pt>
                <c:pt idx="9761">
                  <c:v>1.0127350518527549</c:v>
                </c:pt>
                <c:pt idx="9762">
                  <c:v>1.0123407016821984</c:v>
                </c:pt>
                <c:pt idx="9763">
                  <c:v>1.0128246861276418</c:v>
                </c:pt>
                <c:pt idx="9764">
                  <c:v>1.01556425906312</c:v>
                </c:pt>
                <c:pt idx="9765">
                  <c:v>1.0171254041670159</c:v>
                </c:pt>
                <c:pt idx="9766">
                  <c:v>1.017226417346734</c:v>
                </c:pt>
                <c:pt idx="9767">
                  <c:v>1.0173835376710327</c:v>
                </c:pt>
                <c:pt idx="9768">
                  <c:v>1.0175075626538248</c:v>
                </c:pt>
                <c:pt idx="9769">
                  <c:v>1.0178503013631826</c:v>
                </c:pt>
                <c:pt idx="9770">
                  <c:v>1.0170724465407368</c:v>
                </c:pt>
                <c:pt idx="9771">
                  <c:v>1.0166579546926553</c:v>
                </c:pt>
                <c:pt idx="9772">
                  <c:v>1.0166151314034915</c:v>
                </c:pt>
                <c:pt idx="9773">
                  <c:v>1.0162914168006483</c:v>
                </c:pt>
                <c:pt idx="9774">
                  <c:v>1.0166911770308678</c:v>
                </c:pt>
                <c:pt idx="9775">
                  <c:v>1.0190515632024506</c:v>
                </c:pt>
                <c:pt idx="9776">
                  <c:v>1.0188511878001885</c:v>
                </c:pt>
                <c:pt idx="9777">
                  <c:v>1.0167902090619769</c:v>
                </c:pt>
                <c:pt idx="9778">
                  <c:v>1.0167688990147596</c:v>
                </c:pt>
                <c:pt idx="9779">
                  <c:v>1.0168320163774951</c:v>
                </c:pt>
                <c:pt idx="9780">
                  <c:v>1.0161454467871103</c:v>
                </c:pt>
                <c:pt idx="9781">
                  <c:v>1.0165795469265526</c:v>
                </c:pt>
                <c:pt idx="9782">
                  <c:v>1.0178251306161119</c:v>
                </c:pt>
                <c:pt idx="9783">
                  <c:v>1.0179687130915824</c:v>
                </c:pt>
                <c:pt idx="9784">
                  <c:v>1.01613942714326</c:v>
                </c:pt>
                <c:pt idx="9785">
                  <c:v>1.0159428108434867</c:v>
                </c:pt>
                <c:pt idx="9786">
                  <c:v>1.016177424557607</c:v>
                </c:pt>
                <c:pt idx="9787">
                  <c:v>1.0168684390326914</c:v>
                </c:pt>
                <c:pt idx="9788">
                  <c:v>1.0167405025513638</c:v>
                </c:pt>
                <c:pt idx="9789">
                  <c:v>1.0158657746418058</c:v>
                </c:pt>
                <c:pt idx="9790">
                  <c:v>1.0155465557223446</c:v>
                </c:pt>
                <c:pt idx="9791">
                  <c:v>1.0139262555529309</c:v>
                </c:pt>
                <c:pt idx="9792">
                  <c:v>1.0133689686089542</c:v>
                </c:pt>
                <c:pt idx="9793">
                  <c:v>1.0131110890983488</c:v>
                </c:pt>
                <c:pt idx="9794">
                  <c:v>1.0134464619987757</c:v>
                </c:pt>
                <c:pt idx="9795">
                  <c:v>1.014079108787918</c:v>
                </c:pt>
                <c:pt idx="9796">
                  <c:v>1.0138441140836807</c:v>
                </c:pt>
                <c:pt idx="9797">
                  <c:v>1.0145605278999064</c:v>
                </c:pt>
                <c:pt idx="9798">
                  <c:v>1.0157890940309009</c:v>
                </c:pt>
                <c:pt idx="9799">
                  <c:v>1.016266373050283</c:v>
                </c:pt>
                <c:pt idx="9800">
                  <c:v>1.0152950260470244</c:v>
                </c:pt>
                <c:pt idx="9801">
                  <c:v>1.0138487621631096</c:v>
                </c:pt>
                <c:pt idx="9802">
                  <c:v>1.0129999669808565</c:v>
                </c:pt>
                <c:pt idx="9803">
                  <c:v>1.0125393499292628</c:v>
                </c:pt>
                <c:pt idx="9804">
                  <c:v>1.0112377606924876</c:v>
                </c:pt>
                <c:pt idx="9805">
                  <c:v>1.0123578716368098</c:v>
                </c:pt>
                <c:pt idx="9806">
                  <c:v>1.0137846542260693</c:v>
                </c:pt>
                <c:pt idx="9807">
                  <c:v>1.0146884389818929</c:v>
                </c:pt>
                <c:pt idx="9808">
                  <c:v>1.0174241258181762</c:v>
                </c:pt>
                <c:pt idx="9809">
                  <c:v>1.0179523559158876</c:v>
                </c:pt>
                <c:pt idx="9810">
                  <c:v>1.0167810145004839</c:v>
                </c:pt>
                <c:pt idx="9811">
                  <c:v>1.0164364470385638</c:v>
                </c:pt>
                <c:pt idx="9812">
                  <c:v>1.0170422975228022</c:v>
                </c:pt>
                <c:pt idx="9813">
                  <c:v>1.0166828714463148</c:v>
                </c:pt>
                <c:pt idx="9814">
                  <c:v>1.016489049074067</c:v>
                </c:pt>
                <c:pt idx="9815">
                  <c:v>1.0160775543482401</c:v>
                </c:pt>
                <c:pt idx="9816">
                  <c:v>1.0140350663303794</c:v>
                </c:pt>
                <c:pt idx="9817">
                  <c:v>1.0128944327184153</c:v>
                </c:pt>
                <c:pt idx="9818">
                  <c:v>1.0137381734317812</c:v>
                </c:pt>
                <c:pt idx="9819">
                  <c:v>1.0144308134646987</c:v>
                </c:pt>
                <c:pt idx="9820">
                  <c:v>1.0144278671411264</c:v>
                </c:pt>
                <c:pt idx="9821">
                  <c:v>1.0139094665884367</c:v>
                </c:pt>
                <c:pt idx="9822">
                  <c:v>1.0131908430295318</c:v>
                </c:pt>
                <c:pt idx="9823">
                  <c:v>1.0131870839270429</c:v>
                </c:pt>
                <c:pt idx="9824">
                  <c:v>1.0129740088542103</c:v>
                </c:pt>
                <c:pt idx="9825">
                  <c:v>1.013495482727178</c:v>
                </c:pt>
                <c:pt idx="9826">
                  <c:v>1.0148880016052384</c:v>
                </c:pt>
                <c:pt idx="9827">
                  <c:v>1.0150011048713397</c:v>
                </c:pt>
                <c:pt idx="9828">
                  <c:v>1.0149095148471849</c:v>
                </c:pt>
                <c:pt idx="9829">
                  <c:v>1.0154333254595376</c:v>
                </c:pt>
                <c:pt idx="9830">
                  <c:v>1.0155559788779078</c:v>
                </c:pt>
                <c:pt idx="9831">
                  <c:v>1.0152731318149608</c:v>
                </c:pt>
                <c:pt idx="9832">
                  <c:v>1.0164297162131615</c:v>
                </c:pt>
                <c:pt idx="9833">
                  <c:v>1.0172919984455604</c:v>
                </c:pt>
                <c:pt idx="9834">
                  <c:v>1.0180129079451679</c:v>
                </c:pt>
                <c:pt idx="9835">
                  <c:v>1.0191886688459302</c:v>
                </c:pt>
                <c:pt idx="9836">
                  <c:v>1.0199012473616433</c:v>
                </c:pt>
                <c:pt idx="9837">
                  <c:v>1.0200428994871873</c:v>
                </c:pt>
                <c:pt idx="9838">
                  <c:v>1.0190111528506951</c:v>
                </c:pt>
                <c:pt idx="9839">
                  <c:v>1.0172016529891215</c:v>
                </c:pt>
                <c:pt idx="9840">
                  <c:v>1.0163159525641905</c:v>
                </c:pt>
                <c:pt idx="9841">
                  <c:v>1.0165657296849719</c:v>
                </c:pt>
                <c:pt idx="9842">
                  <c:v>1.0157634660956896</c:v>
                </c:pt>
                <c:pt idx="9843">
                  <c:v>1.0149920627058935</c:v>
                </c:pt>
                <c:pt idx="9844">
                  <c:v>1.0140715397842579</c:v>
                </c:pt>
                <c:pt idx="9845">
                  <c:v>1.0143816149409084</c:v>
                </c:pt>
                <c:pt idx="9846">
                  <c:v>1.0161486725034352</c:v>
                </c:pt>
                <c:pt idx="9847">
                  <c:v>1.0170015315802707</c:v>
                </c:pt>
                <c:pt idx="9848">
                  <c:v>1.0167918346198099</c:v>
                </c:pt>
                <c:pt idx="9849">
                  <c:v>1.0153461549207414</c:v>
                </c:pt>
                <c:pt idx="9850">
                  <c:v>1.0147047199595642</c:v>
                </c:pt>
                <c:pt idx="9851">
                  <c:v>1.0152392998925608</c:v>
                </c:pt>
                <c:pt idx="9852">
                  <c:v>1.0158792870912929</c:v>
                </c:pt>
                <c:pt idx="9853">
                  <c:v>1.0159506338405582</c:v>
                </c:pt>
                <c:pt idx="9854">
                  <c:v>1.0158589422190389</c:v>
                </c:pt>
                <c:pt idx="9855">
                  <c:v>1.0149510173706093</c:v>
                </c:pt>
                <c:pt idx="9856">
                  <c:v>1.0150545196857594</c:v>
                </c:pt>
                <c:pt idx="9857">
                  <c:v>1.0171246675861227</c:v>
                </c:pt>
                <c:pt idx="9858">
                  <c:v>1.0179402912288456</c:v>
                </c:pt>
                <c:pt idx="9859">
                  <c:v>1.0172288048848013</c:v>
                </c:pt>
                <c:pt idx="9860">
                  <c:v>1.0162331253127295</c:v>
                </c:pt>
                <c:pt idx="9861">
                  <c:v>1.0147109173988027</c:v>
                </c:pt>
                <c:pt idx="9862">
                  <c:v>1.0144984011114753</c:v>
                </c:pt>
                <c:pt idx="9863">
                  <c:v>1.0142856054313951</c:v>
                </c:pt>
                <c:pt idx="9864">
                  <c:v>1.0134599490489218</c:v>
                </c:pt>
                <c:pt idx="9865">
                  <c:v>1.0138047705042532</c:v>
                </c:pt>
                <c:pt idx="9866">
                  <c:v>1.0148056823406</c:v>
                </c:pt>
                <c:pt idx="9867">
                  <c:v>1.0147579569785961</c:v>
                </c:pt>
                <c:pt idx="9868">
                  <c:v>1.0134882947136352</c:v>
                </c:pt>
                <c:pt idx="9869">
                  <c:v>1.01329007825537</c:v>
                </c:pt>
                <c:pt idx="9870">
                  <c:v>1.0149807853984267</c:v>
                </c:pt>
                <c:pt idx="9871">
                  <c:v>1.0152409254503938</c:v>
                </c:pt>
                <c:pt idx="9872">
                  <c:v>1.0144891049526175</c:v>
                </c:pt>
                <c:pt idx="9873">
                  <c:v>1.0164425682797789</c:v>
                </c:pt>
                <c:pt idx="9874">
                  <c:v>1.0163807208841003</c:v>
                </c:pt>
                <c:pt idx="9875">
                  <c:v>1.0145364493245046</c:v>
                </c:pt>
                <c:pt idx="9876">
                  <c:v>1.0120899593864534</c:v>
                </c:pt>
                <c:pt idx="9877">
                  <c:v>1.0109054357129976</c:v>
                </c:pt>
                <c:pt idx="9878">
                  <c:v>1.0110469862411768</c:v>
                </c:pt>
                <c:pt idx="9879">
                  <c:v>1.0124917515639644</c:v>
                </c:pt>
                <c:pt idx="9880">
                  <c:v>1.0146602457132261</c:v>
                </c:pt>
                <c:pt idx="9881">
                  <c:v>1.0159976480210102</c:v>
                </c:pt>
                <c:pt idx="9882">
                  <c:v>1.0170172537724371</c:v>
                </c:pt>
                <c:pt idx="9883">
                  <c:v>1.0160743540312565</c:v>
                </c:pt>
                <c:pt idx="9884">
                  <c:v>1.0155055357864018</c:v>
                </c:pt>
                <c:pt idx="9885">
                  <c:v>1.0173678662775487</c:v>
                </c:pt>
                <c:pt idx="9886">
                  <c:v>1.0173501121380912</c:v>
                </c:pt>
                <c:pt idx="9887">
                  <c:v>1.0154246388848673</c:v>
                </c:pt>
                <c:pt idx="9888">
                  <c:v>1.0151159860913208</c:v>
                </c:pt>
                <c:pt idx="9889">
                  <c:v>1.0162169459324226</c:v>
                </c:pt>
                <c:pt idx="9890">
                  <c:v>1.0174783280121713</c:v>
                </c:pt>
                <c:pt idx="9891">
                  <c:v>1.0183318728712176</c:v>
                </c:pt>
                <c:pt idx="9892">
                  <c:v>1.0189241601072869</c:v>
                </c:pt>
                <c:pt idx="9893">
                  <c:v>1.0180053643408491</c:v>
                </c:pt>
                <c:pt idx="9894">
                  <c:v>1.0188645732529698</c:v>
                </c:pt>
                <c:pt idx="9895">
                  <c:v>1.020675089088189</c:v>
                </c:pt>
                <c:pt idx="9896">
                  <c:v>1.0193963592584407</c:v>
                </c:pt>
                <c:pt idx="9897">
                  <c:v>1.0172276873137911</c:v>
                </c:pt>
                <c:pt idx="9898">
                  <c:v>1.016554401578823</c:v>
                </c:pt>
                <c:pt idx="9899">
                  <c:v>1.0165681172230392</c:v>
                </c:pt>
                <c:pt idx="9900">
                  <c:v>1.0157645074686763</c:v>
                </c:pt>
                <c:pt idx="9901">
                  <c:v>1.0154255532611485</c:v>
                </c:pt>
                <c:pt idx="9902">
                  <c:v>1.0141711813995544</c:v>
                </c:pt>
                <c:pt idx="9903">
                  <c:v>1.0130813210705314</c:v>
                </c:pt>
                <c:pt idx="9904">
                  <c:v>1.0130256965134325</c:v>
                </c:pt>
                <c:pt idx="9905">
                  <c:v>1.0143557584116267</c:v>
                </c:pt>
                <c:pt idx="9906">
                  <c:v>1.0152403158662064</c:v>
                </c:pt>
                <c:pt idx="9907">
                  <c:v>1.0146466824650568</c:v>
                </c:pt>
                <c:pt idx="9908">
                  <c:v>1.0151858596787999</c:v>
                </c:pt>
                <c:pt idx="9909">
                  <c:v>1.0158340000660382</c:v>
                </c:pt>
                <c:pt idx="9910">
                  <c:v>1.016587141329554</c:v>
                </c:pt>
                <c:pt idx="9911">
                  <c:v>1.0171647477464434</c:v>
                </c:pt>
                <c:pt idx="9912">
                  <c:v>1.0165760164181341</c:v>
                </c:pt>
                <c:pt idx="9913">
                  <c:v>1.016213440823345</c:v>
                </c:pt>
                <c:pt idx="9914">
                  <c:v>1.0149047651703915</c:v>
                </c:pt>
                <c:pt idx="9915">
                  <c:v>1.0126773445496824</c:v>
                </c:pt>
                <c:pt idx="9916">
                  <c:v>1.012723901541994</c:v>
                </c:pt>
                <c:pt idx="9917">
                  <c:v>1.0129925249739022</c:v>
                </c:pt>
                <c:pt idx="9918">
                  <c:v>1.0142838528768563</c:v>
                </c:pt>
                <c:pt idx="9919">
                  <c:v>1.0148821343574348</c:v>
                </c:pt>
                <c:pt idx="9920">
                  <c:v>1.0144427003563528</c:v>
                </c:pt>
                <c:pt idx="9921">
                  <c:v>1.0145243592381215</c:v>
                </c:pt>
                <c:pt idx="9922">
                  <c:v>1.0158155601443699</c:v>
                </c:pt>
                <c:pt idx="9923">
                  <c:v>1.0162297218010166</c:v>
                </c:pt>
                <c:pt idx="9924">
                  <c:v>1.0158402737033001</c:v>
                </c:pt>
                <c:pt idx="9925">
                  <c:v>1.0160035152688138</c:v>
                </c:pt>
                <c:pt idx="9926">
                  <c:v>1.0145595881242842</c:v>
                </c:pt>
                <c:pt idx="9927">
                  <c:v>1.0121298617513861</c:v>
                </c:pt>
                <c:pt idx="9928">
                  <c:v>1.0121249342792047</c:v>
                </c:pt>
                <c:pt idx="9929">
                  <c:v>1.0132579480888266</c:v>
                </c:pt>
                <c:pt idx="9930">
                  <c:v>1.0128696683608027</c:v>
                </c:pt>
                <c:pt idx="9931">
                  <c:v>1.0122127398015295</c:v>
                </c:pt>
                <c:pt idx="9932">
                  <c:v>1.0131541917802651</c:v>
                </c:pt>
                <c:pt idx="9933">
                  <c:v>1.0130493433000347</c:v>
                </c:pt>
                <c:pt idx="9934">
                  <c:v>1.0127636769102208</c:v>
                </c:pt>
                <c:pt idx="9935">
                  <c:v>1.0132016631488578</c:v>
                </c:pt>
                <c:pt idx="9936">
                  <c:v>1.01445733037685</c:v>
                </c:pt>
                <c:pt idx="9937">
                  <c:v>1.0174660347310591</c:v>
                </c:pt>
                <c:pt idx="9938">
                  <c:v>1.0187569816438962</c:v>
                </c:pt>
                <c:pt idx="9939">
                  <c:v>1.0171749074829</c:v>
                </c:pt>
                <c:pt idx="9940">
                  <c:v>1.0156307291388862</c:v>
                </c:pt>
                <c:pt idx="9941">
                  <c:v>1.0151406488515688</c:v>
                </c:pt>
                <c:pt idx="9942">
                  <c:v>1.0147146511019505</c:v>
                </c:pt>
                <c:pt idx="9943">
                  <c:v>1.0150278757769025</c:v>
                </c:pt>
                <c:pt idx="9944">
                  <c:v>1.0153897147907984</c:v>
                </c:pt>
                <c:pt idx="9945">
                  <c:v>1.0164109714993994</c:v>
                </c:pt>
                <c:pt idx="9946">
                  <c:v>1.0171710721823877</c:v>
                </c:pt>
                <c:pt idx="9947">
                  <c:v>1.0173108193573459</c:v>
                </c:pt>
                <c:pt idx="9948">
                  <c:v>1.0176644797833945</c:v>
                </c:pt>
                <c:pt idx="9949">
                  <c:v>1.0172724409528817</c:v>
                </c:pt>
                <c:pt idx="9950">
                  <c:v>1.0164087109580378</c:v>
                </c:pt>
                <c:pt idx="9951">
                  <c:v>1.015055002273241</c:v>
                </c:pt>
                <c:pt idx="9952">
                  <c:v>1.0144211363157241</c:v>
                </c:pt>
                <c:pt idx="9953">
                  <c:v>1.0145326902220155</c:v>
                </c:pt>
                <c:pt idx="9954">
                  <c:v>1.01357810678391</c:v>
                </c:pt>
                <c:pt idx="9955">
                  <c:v>1.0136321057831761</c:v>
                </c:pt>
                <c:pt idx="9956">
                  <c:v>1.0141597008973586</c:v>
                </c:pt>
                <c:pt idx="9957">
                  <c:v>1.0147107904020969</c:v>
                </c:pt>
                <c:pt idx="9958">
                  <c:v>1.0155374627582161</c:v>
                </c:pt>
                <c:pt idx="9959">
                  <c:v>1.0165788865436831</c:v>
                </c:pt>
                <c:pt idx="9960">
                  <c:v>1.0174277071252771</c:v>
                </c:pt>
                <c:pt idx="9961">
                  <c:v>1.0168079886007757</c:v>
                </c:pt>
                <c:pt idx="9962">
                  <c:v>1.0179038685736492</c:v>
                </c:pt>
                <c:pt idx="9963">
                  <c:v>1.0183715466420802</c:v>
                </c:pt>
                <c:pt idx="9964">
                  <c:v>1.0176511705286364</c:v>
                </c:pt>
                <c:pt idx="9965">
                  <c:v>1.0167984892471889</c:v>
                </c:pt>
                <c:pt idx="9966">
                  <c:v>1.0152844599211097</c:v>
                </c:pt>
                <c:pt idx="9967">
                  <c:v>1.0157285420016204</c:v>
                </c:pt>
                <c:pt idx="9968">
                  <c:v>1.0174565861761546</c:v>
                </c:pt>
                <c:pt idx="9969">
                  <c:v>1.0185764685264065</c:v>
                </c:pt>
                <c:pt idx="9970">
                  <c:v>1.0176612032683872</c:v>
                </c:pt>
                <c:pt idx="9971">
                  <c:v>1.0175982891003807</c:v>
                </c:pt>
                <c:pt idx="9972">
                  <c:v>1.0181687075037273</c:v>
                </c:pt>
                <c:pt idx="9973">
                  <c:v>1.0180985291241544</c:v>
                </c:pt>
                <c:pt idx="9974">
                  <c:v>1.0181013738503624</c:v>
                </c:pt>
                <c:pt idx="9975">
                  <c:v>1.0168213486542159</c:v>
                </c:pt>
                <c:pt idx="9976">
                  <c:v>1.0154026938541214</c:v>
                </c:pt>
                <c:pt idx="9977">
                  <c:v>1.0151054199654062</c:v>
                </c:pt>
                <c:pt idx="9978">
                  <c:v>1.0152475546784316</c:v>
                </c:pt>
                <c:pt idx="9979">
                  <c:v>1.0142758266850558</c:v>
                </c:pt>
                <c:pt idx="9980">
                  <c:v>1.0143783638252424</c:v>
                </c:pt>
                <c:pt idx="9981">
                  <c:v>1.01550416422198</c:v>
                </c:pt>
                <c:pt idx="9982">
                  <c:v>1.0163559565264877</c:v>
                </c:pt>
                <c:pt idx="9983">
                  <c:v>1.0163042180685833</c:v>
                </c:pt>
                <c:pt idx="9984">
                  <c:v>1.0145640584083249</c:v>
                </c:pt>
                <c:pt idx="9985">
                  <c:v>1.0140747655005828</c:v>
                </c:pt>
                <c:pt idx="9986">
                  <c:v>1.013661289626147</c:v>
                </c:pt>
                <c:pt idx="9987">
                  <c:v>1.0137134344735097</c:v>
                </c:pt>
                <c:pt idx="9988">
                  <c:v>1.0138261313501529</c:v>
                </c:pt>
                <c:pt idx="9989">
                  <c:v>1.0126826784113221</c:v>
                </c:pt>
                <c:pt idx="9990">
                  <c:v>1.0116549956694123</c:v>
                </c:pt>
                <c:pt idx="9991">
                  <c:v>1.0123142863674117</c:v>
                </c:pt>
                <c:pt idx="9992">
                  <c:v>1.0132127372615953</c:v>
                </c:pt>
                <c:pt idx="9993">
                  <c:v>1.0140728859493384</c:v>
                </c:pt>
                <c:pt idx="9994">
                  <c:v>1.0161129102311086</c:v>
                </c:pt>
                <c:pt idx="9995">
                  <c:v>1.0176804051702899</c:v>
                </c:pt>
                <c:pt idx="9996">
                  <c:v>1.017441524366858</c:v>
                </c:pt>
                <c:pt idx="9997">
                  <c:v>1.0164014975451536</c:v>
                </c:pt>
                <c:pt idx="9998">
                  <c:v>1.0166648887127867</c:v>
                </c:pt>
                <c:pt idx="9999">
                  <c:v>1.0163101869137514</c:v>
                </c:pt>
                <c:pt idx="10000">
                  <c:v>1.0165477977501263</c:v>
                </c:pt>
                <c:pt idx="10001">
                  <c:v>1.0172908554752089</c:v>
                </c:pt>
                <c:pt idx="10002">
                  <c:v>1.0178307438705041</c:v>
                </c:pt>
                <c:pt idx="10003">
                  <c:v>1.0176117507511855</c:v>
                </c:pt>
                <c:pt idx="10004">
                  <c:v>1.0165381713998338</c:v>
                </c:pt>
                <c:pt idx="10005">
                  <c:v>1.0163482351267807</c:v>
                </c:pt>
                <c:pt idx="10006">
                  <c:v>1.0176144938800287</c:v>
                </c:pt>
                <c:pt idx="10007">
                  <c:v>1.0181660151735663</c:v>
                </c:pt>
                <c:pt idx="10008">
                  <c:v>1.0160674454104661</c:v>
                </c:pt>
                <c:pt idx="10009">
                  <c:v>1.0145342649811664</c:v>
                </c:pt>
                <c:pt idx="10010">
                  <c:v>1.0141724259672704</c:v>
                </c:pt>
                <c:pt idx="10011">
                  <c:v>1.0141648315642693</c:v>
                </c:pt>
                <c:pt idx="10012">
                  <c:v>1.0139414697582745</c:v>
                </c:pt>
                <c:pt idx="10013">
                  <c:v>1.0146423391777217</c:v>
                </c:pt>
                <c:pt idx="10014">
                  <c:v>1.0157467025305364</c:v>
                </c:pt>
                <c:pt idx="10015">
                  <c:v>1.0166295582292595</c:v>
                </c:pt>
                <c:pt idx="10016">
                  <c:v>1.0179659699627392</c:v>
                </c:pt>
                <c:pt idx="10017">
                  <c:v>1.0167466237925789</c:v>
                </c:pt>
                <c:pt idx="10018">
                  <c:v>1.0158909961875588</c:v>
                </c:pt>
                <c:pt idx="10019">
                  <c:v>1.0152484690547128</c:v>
                </c:pt>
                <c:pt idx="10020">
                  <c:v>1.01550505319892</c:v>
                </c:pt>
                <c:pt idx="10021">
                  <c:v>1.0166212018460241</c:v>
                </c:pt>
                <c:pt idx="10022">
                  <c:v>1.0174569417669306</c:v>
                </c:pt>
                <c:pt idx="10023">
                  <c:v>1.0171609886439545</c:v>
                </c:pt>
                <c:pt idx="10024">
                  <c:v>1.0167936633723722</c:v>
                </c:pt>
                <c:pt idx="10025">
                  <c:v>1.016660799418863</c:v>
                </c:pt>
                <c:pt idx="10026">
                  <c:v>1.0163703325535736</c:v>
                </c:pt>
                <c:pt idx="10027">
                  <c:v>1.0172747014942431</c:v>
                </c:pt>
                <c:pt idx="10028">
                  <c:v>1.0177587113390278</c:v>
                </c:pt>
                <c:pt idx="10029">
                  <c:v>1.0158517542054959</c:v>
                </c:pt>
                <c:pt idx="10030">
                  <c:v>1.0143964227567936</c:v>
                </c:pt>
                <c:pt idx="10031">
                  <c:v>1.0149125373687806</c:v>
                </c:pt>
                <c:pt idx="10032">
                  <c:v>1.0160235807483153</c:v>
                </c:pt>
                <c:pt idx="10033">
                  <c:v>1.0167998862109517</c:v>
                </c:pt>
                <c:pt idx="10034">
                  <c:v>1.0166660062837969</c:v>
                </c:pt>
                <c:pt idx="10035">
                  <c:v>1.0158586374269452</c:v>
                </c:pt>
                <c:pt idx="10036">
                  <c:v>1.0144009946381991</c:v>
                </c:pt>
                <c:pt idx="10037">
                  <c:v>1.0121889660182215</c:v>
                </c:pt>
                <c:pt idx="10038">
                  <c:v>1.0105528674586182</c:v>
                </c:pt>
                <c:pt idx="10039">
                  <c:v>1.0106428319249399</c:v>
                </c:pt>
                <c:pt idx="10040">
                  <c:v>1.0119416526335308</c:v>
                </c:pt>
                <c:pt idx="10041">
                  <c:v>1.0127465831536331</c:v>
                </c:pt>
                <c:pt idx="10042">
                  <c:v>1.014013400692386</c:v>
                </c:pt>
                <c:pt idx="10043">
                  <c:v>1.0148817025686354</c:v>
                </c:pt>
                <c:pt idx="10044">
                  <c:v>1.0140950849734958</c:v>
                </c:pt>
                <c:pt idx="10045">
                  <c:v>1.0135448336470152</c:v>
                </c:pt>
                <c:pt idx="10046">
                  <c:v>1.0153786406780607</c:v>
                </c:pt>
                <c:pt idx="10047">
                  <c:v>1.0157929801300953</c:v>
                </c:pt>
                <c:pt idx="10048">
                  <c:v>1.013831033422993</c:v>
                </c:pt>
                <c:pt idx="10049">
                  <c:v>1.0114241664571222</c:v>
                </c:pt>
                <c:pt idx="10050">
                  <c:v>1.0110676613048657</c:v>
                </c:pt>
                <c:pt idx="10051">
                  <c:v>1.0128403067224436</c:v>
                </c:pt>
                <c:pt idx="10052">
                  <c:v>1.0138066500554976</c:v>
                </c:pt>
                <c:pt idx="10053">
                  <c:v>1.0148329104343032</c:v>
                </c:pt>
                <c:pt idx="10054">
                  <c:v>1.0165947865312375</c:v>
                </c:pt>
                <c:pt idx="10055">
                  <c:v>1.0167616094038521</c:v>
                </c:pt>
                <c:pt idx="10056">
                  <c:v>1.0148350947776414</c:v>
                </c:pt>
                <c:pt idx="10057">
                  <c:v>1.0148200329683448</c:v>
                </c:pt>
                <c:pt idx="10058">
                  <c:v>1.015664738856674</c:v>
                </c:pt>
                <c:pt idx="10059">
                  <c:v>1.0169196949031143</c:v>
                </c:pt>
                <c:pt idx="10060">
                  <c:v>1.016318924287104</c:v>
                </c:pt>
                <c:pt idx="10061">
                  <c:v>1.0150813921886865</c:v>
                </c:pt>
                <c:pt idx="10062">
                  <c:v>1.0149525921297602</c:v>
                </c:pt>
                <c:pt idx="10063">
                  <c:v>1.0136823964786355</c:v>
                </c:pt>
                <c:pt idx="10064">
                  <c:v>1.0129029160983565</c:v>
                </c:pt>
                <c:pt idx="10065">
                  <c:v>1.0137774662125265</c:v>
                </c:pt>
                <c:pt idx="10066">
                  <c:v>1.0161153485678582</c:v>
                </c:pt>
                <c:pt idx="10067">
                  <c:v>1.0182292849323489</c:v>
                </c:pt>
                <c:pt idx="10068">
                  <c:v>1.0176088044276133</c:v>
                </c:pt>
                <c:pt idx="10069">
                  <c:v>1.0170597722695074</c:v>
                </c:pt>
                <c:pt idx="10070">
                  <c:v>1.0177768464686026</c:v>
                </c:pt>
                <c:pt idx="10071">
                  <c:v>1.0172445524763087</c:v>
                </c:pt>
                <c:pt idx="10072">
                  <c:v>1.0178794852061537</c:v>
                </c:pt>
                <c:pt idx="10073">
                  <c:v>1.0168767192179036</c:v>
                </c:pt>
                <c:pt idx="10074">
                  <c:v>1.0153207301802591</c:v>
                </c:pt>
                <c:pt idx="10075">
                  <c:v>1.0162544861586291</c:v>
                </c:pt>
                <c:pt idx="10076">
                  <c:v>1.0166332157343838</c:v>
                </c:pt>
                <c:pt idx="10077">
                  <c:v>1.0158687463647194</c:v>
                </c:pt>
                <c:pt idx="10078">
                  <c:v>1.0157633390989838</c:v>
                </c:pt>
                <c:pt idx="10079">
                  <c:v>1.0165270464884142</c:v>
                </c:pt>
                <c:pt idx="10080">
                  <c:v>1.0155683229577024</c:v>
                </c:pt>
                <c:pt idx="10081">
                  <c:v>1.0149348887889849</c:v>
                </c:pt>
                <c:pt idx="10082">
                  <c:v>1.0153225589328212</c:v>
                </c:pt>
                <c:pt idx="10083">
                  <c:v>1.0147157178742783</c:v>
                </c:pt>
                <c:pt idx="10084">
                  <c:v>1.0146490954024652</c:v>
                </c:pt>
                <c:pt idx="10085">
                  <c:v>1.0143456494738528</c:v>
                </c:pt>
                <c:pt idx="10086">
                  <c:v>1.0143857042348321</c:v>
                </c:pt>
                <c:pt idx="10087">
                  <c:v>1.0157835823738732</c:v>
                </c:pt>
                <c:pt idx="10088">
                  <c:v>1.0155638272743206</c:v>
                </c:pt>
                <c:pt idx="10089">
                  <c:v>1.0152802436304802</c:v>
                </c:pt>
                <c:pt idx="10090">
                  <c:v>1.0158122328306805</c:v>
                </c:pt>
                <c:pt idx="10091">
                  <c:v>1.0152224855287253</c:v>
                </c:pt>
                <c:pt idx="10092">
                  <c:v>1.0144044235492531</c:v>
                </c:pt>
                <c:pt idx="10093">
                  <c:v>1.0150615807025967</c:v>
                </c:pt>
                <c:pt idx="10094">
                  <c:v>1.0160912953917975</c:v>
                </c:pt>
                <c:pt idx="10095">
                  <c:v>1.0162316267516021</c:v>
                </c:pt>
                <c:pt idx="10096">
                  <c:v>1.0164739618654293</c:v>
                </c:pt>
                <c:pt idx="10097">
                  <c:v>1.0167759600315969</c:v>
                </c:pt>
                <c:pt idx="10098">
                  <c:v>1.0161969058522622</c:v>
                </c:pt>
                <c:pt idx="10099">
                  <c:v>1.0166517318540758</c:v>
                </c:pt>
                <c:pt idx="10100">
                  <c:v>1.0173784578028047</c:v>
                </c:pt>
                <c:pt idx="10101">
                  <c:v>1.0181834391215892</c:v>
                </c:pt>
                <c:pt idx="10102">
                  <c:v>1.0188289125780077</c:v>
                </c:pt>
                <c:pt idx="10103">
                  <c:v>1.0177934322383677</c:v>
                </c:pt>
                <c:pt idx="10104">
                  <c:v>1.016089390441212</c:v>
                </c:pt>
                <c:pt idx="10105">
                  <c:v>1.0161690681743716</c:v>
                </c:pt>
                <c:pt idx="10106">
                  <c:v>1.0163211848284655</c:v>
                </c:pt>
                <c:pt idx="10107">
                  <c:v>1.0158052734112077</c:v>
                </c:pt>
                <c:pt idx="10108">
                  <c:v>1.0157879256612083</c:v>
                </c:pt>
                <c:pt idx="10109">
                  <c:v>1.0172516642918283</c:v>
                </c:pt>
                <c:pt idx="10110">
                  <c:v>1.0195513206387425</c:v>
                </c:pt>
                <c:pt idx="10111">
                  <c:v>1.0196395579498667</c:v>
                </c:pt>
                <c:pt idx="10112">
                  <c:v>1.0188807526332766</c:v>
                </c:pt>
                <c:pt idx="10113">
                  <c:v>1.01765503122849</c:v>
                </c:pt>
                <c:pt idx="10114">
                  <c:v>1.0176854342398358</c:v>
                </c:pt>
                <c:pt idx="10115">
                  <c:v>1.0168754492508465</c:v>
                </c:pt>
                <c:pt idx="10116">
                  <c:v>1.0162232957677078</c:v>
                </c:pt>
                <c:pt idx="10117">
                  <c:v>1.0158807602530791</c:v>
                </c:pt>
                <c:pt idx="10118">
                  <c:v>1.0156713172860297</c:v>
                </c:pt>
                <c:pt idx="10119">
                  <c:v>1.0147646878039984</c:v>
                </c:pt>
                <c:pt idx="10120">
                  <c:v>1.0125088707198935</c:v>
                </c:pt>
                <c:pt idx="10121">
                  <c:v>1.011549994793135</c:v>
                </c:pt>
                <c:pt idx="10122">
                  <c:v>1.0128230605698088</c:v>
                </c:pt>
                <c:pt idx="10123">
                  <c:v>1.0148014914493118</c:v>
                </c:pt>
                <c:pt idx="10124">
                  <c:v>1.0151767921140125</c:v>
                </c:pt>
                <c:pt idx="10125">
                  <c:v>1.0150637650459347</c:v>
                </c:pt>
                <c:pt idx="10126">
                  <c:v>1.0154157999141502</c:v>
                </c:pt>
                <c:pt idx="10127">
                  <c:v>1.0155897600016255</c:v>
                </c:pt>
                <c:pt idx="10128">
                  <c:v>1.015868695566037</c:v>
                </c:pt>
                <c:pt idx="10129">
                  <c:v>1.015919824439754</c:v>
                </c:pt>
                <c:pt idx="10130">
                  <c:v>1.0166910754335032</c:v>
                </c:pt>
                <c:pt idx="10131">
                  <c:v>1.0167126648734732</c:v>
                </c:pt>
                <c:pt idx="10132">
                  <c:v>1.0165148802040076</c:v>
                </c:pt>
                <c:pt idx="10133">
                  <c:v>1.0172366278818727</c:v>
                </c:pt>
                <c:pt idx="10134">
                  <c:v>1.016381584461699</c:v>
                </c:pt>
                <c:pt idx="10135">
                  <c:v>1.0160112874672032</c:v>
                </c:pt>
                <c:pt idx="10136">
                  <c:v>1.0157542715341965</c:v>
                </c:pt>
                <c:pt idx="10137">
                  <c:v>1.0166828714463148</c:v>
                </c:pt>
                <c:pt idx="10138">
                  <c:v>1.0172183657555922</c:v>
                </c:pt>
                <c:pt idx="10139">
                  <c:v>1.0165586432687936</c:v>
                </c:pt>
                <c:pt idx="10140">
                  <c:v>1.0167063150381879</c:v>
                </c:pt>
                <c:pt idx="10141">
                  <c:v>1.016439190167407</c:v>
                </c:pt>
                <c:pt idx="10142">
                  <c:v>1.0160063853943628</c:v>
                </c:pt>
                <c:pt idx="10143">
                  <c:v>1.0165108671081071</c:v>
                </c:pt>
                <c:pt idx="10144">
                  <c:v>1.0171856514042026</c:v>
                </c:pt>
                <c:pt idx="10145">
                  <c:v>1.0169795865495248</c:v>
                </c:pt>
                <c:pt idx="10146">
                  <c:v>1.0157139119811232</c:v>
                </c:pt>
                <c:pt idx="10147">
                  <c:v>1.0151017878596229</c:v>
                </c:pt>
                <c:pt idx="10148">
                  <c:v>1.0157174170902006</c:v>
                </c:pt>
                <c:pt idx="10149">
                  <c:v>1.016629101041119</c:v>
                </c:pt>
                <c:pt idx="10150">
                  <c:v>1.0168554853687095</c:v>
                </c:pt>
                <c:pt idx="10151">
                  <c:v>1.0170981506739716</c:v>
                </c:pt>
                <c:pt idx="10152">
                  <c:v>1.0170076274221447</c:v>
                </c:pt>
                <c:pt idx="10153">
                  <c:v>1.01759960986612</c:v>
                </c:pt>
                <c:pt idx="10154">
                  <c:v>1.018593486084971</c:v>
                </c:pt>
                <c:pt idx="10155">
                  <c:v>1.0192857197284302</c:v>
                </c:pt>
                <c:pt idx="10156">
                  <c:v>1.0188761553525301</c:v>
                </c:pt>
                <c:pt idx="10157">
                  <c:v>1.0178990934975147</c:v>
                </c:pt>
                <c:pt idx="10158">
                  <c:v>1.0179515685363121</c:v>
                </c:pt>
                <c:pt idx="10159">
                  <c:v>1.0183971237786091</c:v>
                </c:pt>
                <c:pt idx="10160">
                  <c:v>1.0186590417844561</c:v>
                </c:pt>
                <c:pt idx="10161">
                  <c:v>1.0181298973104638</c:v>
                </c:pt>
                <c:pt idx="10162">
                  <c:v>1.0177118749539638</c:v>
                </c:pt>
                <c:pt idx="10163">
                  <c:v>1.0164158227735574</c:v>
                </c:pt>
                <c:pt idx="10164">
                  <c:v>1.0152041218050805</c:v>
                </c:pt>
                <c:pt idx="10165">
                  <c:v>1.0147695898768385</c:v>
                </c:pt>
                <c:pt idx="10166">
                  <c:v>1.0146205973417048</c:v>
                </c:pt>
                <c:pt idx="10167">
                  <c:v>1.0161124784423092</c:v>
                </c:pt>
                <c:pt idx="10168">
                  <c:v>1.0179686876922414</c:v>
                </c:pt>
                <c:pt idx="10169">
                  <c:v>1.0181184676069504</c:v>
                </c:pt>
                <c:pt idx="10170">
                  <c:v>1.0172227852409508</c:v>
                </c:pt>
                <c:pt idx="10171">
                  <c:v>1.0155943826817133</c:v>
                </c:pt>
                <c:pt idx="10172">
                  <c:v>1.0141940154072404</c:v>
                </c:pt>
                <c:pt idx="10173">
                  <c:v>1.0138147270459805</c:v>
                </c:pt>
                <c:pt idx="10174">
                  <c:v>1.014390733304378</c:v>
                </c:pt>
                <c:pt idx="10175">
                  <c:v>1.0145924802710617</c:v>
                </c:pt>
                <c:pt idx="10176">
                  <c:v>1.0157612817523514</c:v>
                </c:pt>
                <c:pt idx="10177">
                  <c:v>1.0171372402599876</c:v>
                </c:pt>
                <c:pt idx="10178">
                  <c:v>1.0159551549232813</c:v>
                </c:pt>
                <c:pt idx="10179">
                  <c:v>1.0145436881367298</c:v>
                </c:pt>
                <c:pt idx="10180">
                  <c:v>1.0145808981715014</c:v>
                </c:pt>
                <c:pt idx="10181">
                  <c:v>1.014840962025445</c:v>
                </c:pt>
                <c:pt idx="10182">
                  <c:v>1.015399391939773</c:v>
                </c:pt>
                <c:pt idx="10183">
                  <c:v>1.017672328179807</c:v>
                </c:pt>
                <c:pt idx="10184">
                  <c:v>1.0189506008214146</c:v>
                </c:pt>
                <c:pt idx="10185">
                  <c:v>1.0181470926644163</c:v>
                </c:pt>
                <c:pt idx="10186">
                  <c:v>1.0167439060630767</c:v>
                </c:pt>
                <c:pt idx="10187">
                  <c:v>1.0156039836326645</c:v>
                </c:pt>
                <c:pt idx="10188">
                  <c:v>1.0165248367457349</c:v>
                </c:pt>
                <c:pt idx="10189">
                  <c:v>1.0172540518298956</c:v>
                </c:pt>
                <c:pt idx="10190">
                  <c:v>1.0162333539067996</c:v>
                </c:pt>
                <c:pt idx="10191">
                  <c:v>1.0153337854416056</c:v>
                </c:pt>
                <c:pt idx="10192">
                  <c:v>1.0158588152223331</c:v>
                </c:pt>
                <c:pt idx="10193">
                  <c:v>1.0163926077757544</c:v>
                </c:pt>
                <c:pt idx="10194">
                  <c:v>1.0170309694166533</c:v>
                </c:pt>
                <c:pt idx="10195">
                  <c:v>1.0178471518448811</c:v>
                </c:pt>
                <c:pt idx="10196">
                  <c:v>1.0164695677794118</c:v>
                </c:pt>
                <c:pt idx="10197">
                  <c:v>1.0151905331575699</c:v>
                </c:pt>
                <c:pt idx="10198">
                  <c:v>1.0175098231951862</c:v>
                </c:pt>
                <c:pt idx="10199">
                  <c:v>1.0189639862741962</c:v>
                </c:pt>
                <c:pt idx="10200">
                  <c:v>1.0184975019747988</c:v>
                </c:pt>
                <c:pt idx="10201">
                  <c:v>1.0180374437087103</c:v>
                </c:pt>
                <c:pt idx="10202">
                  <c:v>1.0184980353609627</c:v>
                </c:pt>
                <c:pt idx="10203">
                  <c:v>1.0179676463192544</c:v>
                </c:pt>
                <c:pt idx="10204">
                  <c:v>1.0166416229163016</c:v>
                </c:pt>
                <c:pt idx="10205">
                  <c:v>1.0159033148680123</c:v>
                </c:pt>
                <c:pt idx="10206">
                  <c:v>1.0156914335642133</c:v>
                </c:pt>
                <c:pt idx="10207">
                  <c:v>1.0165848553888512</c:v>
                </c:pt>
                <c:pt idx="10208">
                  <c:v>1.0159831195978777</c:v>
                </c:pt>
                <c:pt idx="10209">
                  <c:v>1.0159797414855058</c:v>
                </c:pt>
                <c:pt idx="10210">
                  <c:v>1.0150198749844428</c:v>
                </c:pt>
                <c:pt idx="10211">
                  <c:v>1.0142832940913513</c:v>
                </c:pt>
                <c:pt idx="10212">
                  <c:v>1.014839311068271</c:v>
                </c:pt>
                <c:pt idx="10213">
                  <c:v>1.0150593963592585</c:v>
                </c:pt>
                <c:pt idx="10214">
                  <c:v>1.0147119079731073</c:v>
                </c:pt>
                <c:pt idx="10215">
                  <c:v>1.0155639796703673</c:v>
                </c:pt>
                <c:pt idx="10216">
                  <c:v>1.0145374652981503</c:v>
                </c:pt>
                <c:pt idx="10217">
                  <c:v>1.0134741472806195</c:v>
                </c:pt>
                <c:pt idx="10218">
                  <c:v>1.0147339292018764</c:v>
                </c:pt>
                <c:pt idx="10219">
                  <c:v>1.0159227453639852</c:v>
                </c:pt>
                <c:pt idx="10220">
                  <c:v>1.0152923591162046</c:v>
                </c:pt>
                <c:pt idx="10221">
                  <c:v>1.0148593765477723</c:v>
                </c:pt>
                <c:pt idx="10222">
                  <c:v>1.0153985791608566</c:v>
                </c:pt>
                <c:pt idx="10223">
                  <c:v>1.0143941876147733</c:v>
                </c:pt>
                <c:pt idx="10224">
                  <c:v>1.0142828115038696</c:v>
                </c:pt>
                <c:pt idx="10225">
                  <c:v>1.0154463299222019</c:v>
                </c:pt>
                <c:pt idx="10226">
                  <c:v>1.0149323488548707</c:v>
                </c:pt>
                <c:pt idx="10227">
                  <c:v>1.0141866241989683</c:v>
                </c:pt>
                <c:pt idx="10228">
                  <c:v>1.013084318192786</c:v>
                </c:pt>
                <c:pt idx="10229">
                  <c:v>1.0129776409599935</c:v>
                </c:pt>
                <c:pt idx="10230">
                  <c:v>1.0136239271953285</c:v>
                </c:pt>
                <c:pt idx="10231">
                  <c:v>1.0146455140953643</c:v>
                </c:pt>
                <c:pt idx="10232">
                  <c:v>1.0134151192118077</c:v>
                </c:pt>
                <c:pt idx="10233">
                  <c:v>1.0133852495866258</c:v>
                </c:pt>
                <c:pt idx="10234">
                  <c:v>1.0137589246934935</c:v>
                </c:pt>
                <c:pt idx="10235">
                  <c:v>1.0135158529987731</c:v>
                </c:pt>
                <c:pt idx="10236">
                  <c:v>1.0147078186791834</c:v>
                </c:pt>
                <c:pt idx="10237">
                  <c:v>1.0153704874895546</c:v>
                </c:pt>
                <c:pt idx="10238">
                  <c:v>1.0143365565097242</c:v>
                </c:pt>
                <c:pt idx="10239">
                  <c:v>1.0150752201487894</c:v>
                </c:pt>
                <c:pt idx="10240">
                  <c:v>1.0170627947911031</c:v>
                </c:pt>
                <c:pt idx="10241">
                  <c:v>1.0177144910861011</c:v>
                </c:pt>
                <c:pt idx="10242">
                  <c:v>1.0180488226135413</c:v>
                </c:pt>
                <c:pt idx="10243">
                  <c:v>1.019193672516135</c:v>
                </c:pt>
                <c:pt idx="10244">
                  <c:v>1.019643012260262</c:v>
                </c:pt>
                <c:pt idx="10245">
                  <c:v>1.0184445189491784</c:v>
                </c:pt>
                <c:pt idx="10246">
                  <c:v>1.0173722349642251</c:v>
                </c:pt>
                <c:pt idx="10247">
                  <c:v>1.0175000444488469</c:v>
                </c:pt>
                <c:pt idx="10248">
                  <c:v>1.0178136247145748</c:v>
                </c:pt>
                <c:pt idx="10249">
                  <c:v>1.0164631163467619</c:v>
                </c:pt>
                <c:pt idx="10250">
                  <c:v>1.0152330770539812</c:v>
                </c:pt>
                <c:pt idx="10251">
                  <c:v>1.0148654723896462</c:v>
                </c:pt>
                <c:pt idx="10252">
                  <c:v>1.014463629413453</c:v>
                </c:pt>
                <c:pt idx="10253">
                  <c:v>1.0143872281953006</c:v>
                </c:pt>
                <c:pt idx="10254">
                  <c:v>1.0155686023504551</c:v>
                </c:pt>
                <c:pt idx="10255">
                  <c:v>1.0171175811699444</c:v>
                </c:pt>
                <c:pt idx="10256">
                  <c:v>1.0182605261219524</c:v>
                </c:pt>
                <c:pt idx="10257">
                  <c:v>1.0153992903424085</c:v>
                </c:pt>
                <c:pt idx="10258">
                  <c:v>1.0156570682556494</c:v>
                </c:pt>
                <c:pt idx="10259">
                  <c:v>1.0180784128459708</c:v>
                </c:pt>
                <c:pt idx="10260">
                  <c:v>1.0198510836628898</c:v>
                </c:pt>
                <c:pt idx="10261">
                  <c:v>1.0212430945541273</c:v>
                </c:pt>
                <c:pt idx="10262">
                  <c:v>1.0221772823212967</c:v>
                </c:pt>
                <c:pt idx="10263">
                  <c:v>1.0220490918465575</c:v>
                </c:pt>
                <c:pt idx="10264">
                  <c:v>1.0230270426785129</c:v>
                </c:pt>
                <c:pt idx="10265">
                  <c:v>1.0235059218563871</c:v>
                </c:pt>
                <c:pt idx="10266">
                  <c:v>1.021868451732362</c:v>
                </c:pt>
                <c:pt idx="10267">
                  <c:v>1.0209723375775632</c:v>
                </c:pt>
                <c:pt idx="10268">
                  <c:v>1.0201911808407691</c:v>
                </c:pt>
                <c:pt idx="10269">
                  <c:v>1.0207252019882604</c:v>
                </c:pt>
                <c:pt idx="10270">
                  <c:v>1.0189342182463788</c:v>
                </c:pt>
                <c:pt idx="10271">
                  <c:v>1.0158041304408563</c:v>
                </c:pt>
                <c:pt idx="10272">
                  <c:v>1.0149400702545777</c:v>
                </c:pt>
                <c:pt idx="10273">
                  <c:v>1.0151023466451281</c:v>
                </c:pt>
                <c:pt idx="10274">
                  <c:v>1.0161009725407724</c:v>
                </c:pt>
                <c:pt idx="10275">
                  <c:v>1.0143755698977168</c:v>
                </c:pt>
                <c:pt idx="10276">
                  <c:v>1.012790320819078</c:v>
                </c:pt>
                <c:pt idx="10277">
                  <c:v>1.0128968710551649</c:v>
                </c:pt>
                <c:pt idx="10278">
                  <c:v>1.012766216844335</c:v>
                </c:pt>
                <c:pt idx="10279">
                  <c:v>1.013514379836987</c:v>
                </c:pt>
                <c:pt idx="10280">
                  <c:v>1.0136407161598229</c:v>
                </c:pt>
                <c:pt idx="10281">
                  <c:v>1.0142413851784684</c:v>
                </c:pt>
                <c:pt idx="10282">
                  <c:v>1.0151660735920509</c:v>
                </c:pt>
                <c:pt idx="10283">
                  <c:v>1.0155102346645128</c:v>
                </c:pt>
                <c:pt idx="10284">
                  <c:v>1.0150392800810748</c:v>
                </c:pt>
                <c:pt idx="10285">
                  <c:v>1.0156244301022832</c:v>
                </c:pt>
                <c:pt idx="10286">
                  <c:v>1.0163022877186565</c:v>
                </c:pt>
                <c:pt idx="10287">
                  <c:v>1.0167810398998249</c:v>
                </c:pt>
                <c:pt idx="10288">
                  <c:v>1.0171496859371467</c:v>
                </c:pt>
                <c:pt idx="10289">
                  <c:v>1.0167370990396509</c:v>
                </c:pt>
                <c:pt idx="10290">
                  <c:v>1.0166272722885568</c:v>
                </c:pt>
                <c:pt idx="10291">
                  <c:v>1.0168630797717106</c:v>
                </c:pt>
                <c:pt idx="10292">
                  <c:v>1.0165585924701113</c:v>
                </c:pt>
                <c:pt idx="10293">
                  <c:v>1.0163285252380554</c:v>
                </c:pt>
                <c:pt idx="10294">
                  <c:v>1.0163070119961088</c:v>
                </c:pt>
                <c:pt idx="10295">
                  <c:v>1.0170602548569889</c:v>
                </c:pt>
                <c:pt idx="10296">
                  <c:v>1.0158913771776761</c:v>
                </c:pt>
                <c:pt idx="10297">
                  <c:v>1.0143436175265614</c:v>
                </c:pt>
                <c:pt idx="10298">
                  <c:v>1.0140562239815498</c:v>
                </c:pt>
                <c:pt idx="10299">
                  <c:v>1.0143871773966184</c:v>
                </c:pt>
                <c:pt idx="10300">
                  <c:v>1.0145503173647676</c:v>
                </c:pt>
                <c:pt idx="10301">
                  <c:v>1.0138506925130362</c:v>
                </c:pt>
                <c:pt idx="10302">
                  <c:v>1.0131194200822431</c:v>
                </c:pt>
                <c:pt idx="10303">
                  <c:v>1.0123344534442777</c:v>
                </c:pt>
                <c:pt idx="10304">
                  <c:v>1.0126926603523905</c:v>
                </c:pt>
                <c:pt idx="10305">
                  <c:v>1.0125545387352652</c:v>
                </c:pt>
                <c:pt idx="10306">
                  <c:v>1.0126089949226718</c:v>
                </c:pt>
                <c:pt idx="10307">
                  <c:v>1.0130486829171652</c:v>
                </c:pt>
                <c:pt idx="10308">
                  <c:v>1.0134208086642233</c:v>
                </c:pt>
                <c:pt idx="10309">
                  <c:v>1.0129646110979882</c:v>
                </c:pt>
                <c:pt idx="10310">
                  <c:v>1.0139154862322872</c:v>
                </c:pt>
                <c:pt idx="10311">
                  <c:v>1.0152627688837752</c:v>
                </c:pt>
                <c:pt idx="10312">
                  <c:v>1.0158246277091572</c:v>
                </c:pt>
                <c:pt idx="10313">
                  <c:v>1.0168414395330585</c:v>
                </c:pt>
                <c:pt idx="10314">
                  <c:v>1.0177840344821456</c:v>
                </c:pt>
                <c:pt idx="10315">
                  <c:v>1.0171824256878776</c:v>
                </c:pt>
                <c:pt idx="10316">
                  <c:v>1.0146291569196695</c:v>
                </c:pt>
                <c:pt idx="10317">
                  <c:v>1.0123300593582603</c:v>
                </c:pt>
                <c:pt idx="10318">
                  <c:v>1.0122340752480881</c:v>
                </c:pt>
                <c:pt idx="10319">
                  <c:v>1.0136107703366175</c:v>
                </c:pt>
                <c:pt idx="10320">
                  <c:v>1.0157971202227014</c:v>
                </c:pt>
                <c:pt idx="10321">
                  <c:v>1.016312803045889</c:v>
                </c:pt>
                <c:pt idx="10322">
                  <c:v>1.0159520562036621</c:v>
                </c:pt>
                <c:pt idx="10323">
                  <c:v>1.0170630487845145</c:v>
                </c:pt>
                <c:pt idx="10324">
                  <c:v>1.0166629075641778</c:v>
                </c:pt>
                <c:pt idx="10325">
                  <c:v>1.015785690519188</c:v>
                </c:pt>
                <c:pt idx="10326">
                  <c:v>1.0152520249624726</c:v>
                </c:pt>
                <c:pt idx="10327">
                  <c:v>1.0155310875235897</c:v>
                </c:pt>
                <c:pt idx="10328">
                  <c:v>1.0155403582831062</c:v>
                </c:pt>
                <c:pt idx="10329">
                  <c:v>1.0153640868555869</c:v>
                </c:pt>
                <c:pt idx="10330">
                  <c:v>1.0153008424961456</c:v>
                </c:pt>
                <c:pt idx="10331">
                  <c:v>1.015124469471262</c:v>
                </c:pt>
                <c:pt idx="10332">
                  <c:v>1.0150655429998146</c:v>
                </c:pt>
                <c:pt idx="10333">
                  <c:v>1.0139860710013182</c:v>
                </c:pt>
                <c:pt idx="10334">
                  <c:v>1.0137809205229216</c:v>
                </c:pt>
                <c:pt idx="10335">
                  <c:v>1.0156079967285649</c:v>
                </c:pt>
                <c:pt idx="10336">
                  <c:v>1.0157710604986907</c:v>
                </c:pt>
                <c:pt idx="10337">
                  <c:v>1.0158800998702093</c:v>
                </c:pt>
                <c:pt idx="10338">
                  <c:v>1.0166418007116895</c:v>
                </c:pt>
                <c:pt idx="10339">
                  <c:v>1.0169505805019419</c:v>
                </c:pt>
                <c:pt idx="10340">
                  <c:v>1.0158012095166251</c:v>
                </c:pt>
                <c:pt idx="10341">
                  <c:v>1.0144658899548147</c:v>
                </c:pt>
                <c:pt idx="10342">
                  <c:v>1.0143755444983757</c:v>
                </c:pt>
                <c:pt idx="10343">
                  <c:v>1.0149128167615331</c:v>
                </c:pt>
                <c:pt idx="10344">
                  <c:v>1.0141844398556301</c:v>
                </c:pt>
                <c:pt idx="10345">
                  <c:v>1.0146115043775765</c:v>
                </c:pt>
                <c:pt idx="10346">
                  <c:v>1.0147367993274254</c:v>
                </c:pt>
                <c:pt idx="10347">
                  <c:v>1.0157541953361731</c:v>
                </c:pt>
                <c:pt idx="10348">
                  <c:v>1.0162671096311762</c:v>
                </c:pt>
                <c:pt idx="10349">
                  <c:v>1.0148889921795428</c:v>
                </c:pt>
                <c:pt idx="10350">
                  <c:v>1.0136540508139218</c:v>
                </c:pt>
                <c:pt idx="10351">
                  <c:v>1.0145959091821157</c:v>
                </c:pt>
                <c:pt idx="10352">
                  <c:v>1.0159116204525656</c:v>
                </c:pt>
                <c:pt idx="10353">
                  <c:v>1.0164181849122833</c:v>
                </c:pt>
                <c:pt idx="10354">
                  <c:v>1.0160034644701317</c:v>
                </c:pt>
                <c:pt idx="10355">
                  <c:v>1.0151441285613052</c:v>
                </c:pt>
                <c:pt idx="10356">
                  <c:v>1.0153761515426289</c:v>
                </c:pt>
                <c:pt idx="10357">
                  <c:v>1.0158958220623757</c:v>
                </c:pt>
                <c:pt idx="10358">
                  <c:v>1.0168350896977731</c:v>
                </c:pt>
                <c:pt idx="10359">
                  <c:v>1.0162259372991864</c:v>
                </c:pt>
                <c:pt idx="10360">
                  <c:v>1.0152553776755031</c:v>
                </c:pt>
                <c:pt idx="10361">
                  <c:v>1.013048301927048</c:v>
                </c:pt>
                <c:pt idx="10362">
                  <c:v>1.0123308721371767</c:v>
                </c:pt>
                <c:pt idx="10363">
                  <c:v>1.013692048228269</c:v>
                </c:pt>
                <c:pt idx="10364">
                  <c:v>1.0141889609383532</c:v>
                </c:pt>
                <c:pt idx="10365">
                  <c:v>1.0156014944972327</c:v>
                </c:pt>
                <c:pt idx="10366">
                  <c:v>1.0170362778789519</c:v>
                </c:pt>
                <c:pt idx="10367">
                  <c:v>1.0163719073127242</c:v>
                </c:pt>
                <c:pt idx="10368">
                  <c:v>1.0161592132300088</c:v>
                </c:pt>
                <c:pt idx="10369">
                  <c:v>1.0176629050242436</c:v>
                </c:pt>
                <c:pt idx="10370">
                  <c:v>1.0188998275384737</c:v>
                </c:pt>
                <c:pt idx="10371">
                  <c:v>1.0200270502983153</c:v>
                </c:pt>
                <c:pt idx="10372">
                  <c:v>1.0183342604092849</c:v>
                </c:pt>
                <c:pt idx="10373">
                  <c:v>1.0163845307852715</c:v>
                </c:pt>
                <c:pt idx="10374">
                  <c:v>1.0166207446578837</c:v>
                </c:pt>
                <c:pt idx="10375">
                  <c:v>1.0186253876574443</c:v>
                </c:pt>
                <c:pt idx="10376">
                  <c:v>1.0200609584187386</c:v>
                </c:pt>
                <c:pt idx="10377">
                  <c:v>1.0192041370446852</c:v>
                </c:pt>
                <c:pt idx="10378">
                  <c:v>1.0185707536746498</c:v>
                </c:pt>
                <c:pt idx="10379">
                  <c:v>1.0189264206486484</c:v>
                </c:pt>
                <c:pt idx="10380">
                  <c:v>1.0183956252174819</c:v>
                </c:pt>
                <c:pt idx="10381">
                  <c:v>1.0157577258445916</c:v>
                </c:pt>
                <c:pt idx="10382">
                  <c:v>1.014448516805474</c:v>
                </c:pt>
                <c:pt idx="10383">
                  <c:v>1.0135590318787131</c:v>
                </c:pt>
                <c:pt idx="10384">
                  <c:v>1.0135646705324464</c:v>
                </c:pt>
                <c:pt idx="10385">
                  <c:v>1.0153125769917528</c:v>
                </c:pt>
                <c:pt idx="10386">
                  <c:v>1.016663466349683</c:v>
                </c:pt>
                <c:pt idx="10387">
                  <c:v>1.0161576130715169</c:v>
                </c:pt>
                <c:pt idx="10388">
                  <c:v>1.0143524564972786</c:v>
                </c:pt>
                <c:pt idx="10389">
                  <c:v>1.0138045165108418</c:v>
                </c:pt>
                <c:pt idx="10390">
                  <c:v>1.0142196433424517</c:v>
                </c:pt>
                <c:pt idx="10391">
                  <c:v>1.0139167054006619</c:v>
                </c:pt>
                <c:pt idx="10392">
                  <c:v>1.0130007289610907</c:v>
                </c:pt>
                <c:pt idx="10393">
                  <c:v>1.0132645265181821</c:v>
                </c:pt>
                <c:pt idx="10394">
                  <c:v>1.013698372664213</c:v>
                </c:pt>
                <c:pt idx="10395">
                  <c:v>1.0145001282666728</c:v>
                </c:pt>
                <c:pt idx="10396">
                  <c:v>1.0147058629299155</c:v>
                </c:pt>
                <c:pt idx="10397">
                  <c:v>1.0155108442487002</c:v>
                </c:pt>
                <c:pt idx="10398">
                  <c:v>1.015282173980407</c:v>
                </c:pt>
                <c:pt idx="10399">
                  <c:v>1.0142561167963302</c:v>
                </c:pt>
                <c:pt idx="10400">
                  <c:v>1.0143552758241452</c:v>
                </c:pt>
                <c:pt idx="10401">
                  <c:v>1.0148597575378895</c:v>
                </c:pt>
                <c:pt idx="10402">
                  <c:v>1.0149434483669493</c:v>
                </c:pt>
                <c:pt idx="10403">
                  <c:v>1.0148629578548733</c:v>
                </c:pt>
                <c:pt idx="10404">
                  <c:v>1.0153641884529516</c:v>
                </c:pt>
                <c:pt idx="10405">
                  <c:v>1.0152335850408041</c:v>
                </c:pt>
                <c:pt idx="10406">
                  <c:v>1.0144794024043016</c:v>
                </c:pt>
                <c:pt idx="10407">
                  <c:v>1.0125811064460988</c:v>
                </c:pt>
                <c:pt idx="10408">
                  <c:v>1.0116395274706573</c:v>
                </c:pt>
                <c:pt idx="10409">
                  <c:v>1.0123845409450078</c:v>
                </c:pt>
                <c:pt idx="10410">
                  <c:v>1.0120581594113449</c:v>
                </c:pt>
                <c:pt idx="10411">
                  <c:v>1.0117727724142835</c:v>
                </c:pt>
                <c:pt idx="10412">
                  <c:v>1.0118799830332401</c:v>
                </c:pt>
                <c:pt idx="10413">
                  <c:v>1.0128734274632916</c:v>
                </c:pt>
                <c:pt idx="10414">
                  <c:v>1.0144763036846824</c:v>
                </c:pt>
                <c:pt idx="10415">
                  <c:v>1.0140708794013884</c:v>
                </c:pt>
                <c:pt idx="10416">
                  <c:v>1.0139814991199128</c:v>
                </c:pt>
                <c:pt idx="10417">
                  <c:v>1.0139932590148613</c:v>
                </c:pt>
                <c:pt idx="10418">
                  <c:v>1.0145407672124984</c:v>
                </c:pt>
                <c:pt idx="10419">
                  <c:v>1.0160917017812559</c:v>
                </c:pt>
                <c:pt idx="10420">
                  <c:v>1.0151581489976149</c:v>
                </c:pt>
                <c:pt idx="10421">
                  <c:v>1.0134719883366226</c:v>
                </c:pt>
                <c:pt idx="10422">
                  <c:v>1.0115552778560923</c:v>
                </c:pt>
                <c:pt idx="10423">
                  <c:v>1.0101859485764939</c:v>
                </c:pt>
                <c:pt idx="10424">
                  <c:v>1.0111132785215551</c:v>
                </c:pt>
                <c:pt idx="10425">
                  <c:v>1.0119449799472202</c:v>
                </c:pt>
                <c:pt idx="10426">
                  <c:v>1.0139414443589334</c:v>
                </c:pt>
                <c:pt idx="10427">
                  <c:v>1.0155321288965764</c:v>
                </c:pt>
                <c:pt idx="10428">
                  <c:v>1.0142880437681447</c:v>
                </c:pt>
                <c:pt idx="10429">
                  <c:v>1.0131976246536165</c:v>
                </c:pt>
                <c:pt idx="10430">
                  <c:v>1.0132478137517114</c:v>
                </c:pt>
                <c:pt idx="10431">
                  <c:v>1.0133336127260859</c:v>
                </c:pt>
                <c:pt idx="10432">
                  <c:v>1.014407446070849</c:v>
                </c:pt>
                <c:pt idx="10433">
                  <c:v>1.0147031959990958</c:v>
                </c:pt>
                <c:pt idx="10434">
                  <c:v>1.0142834972860804</c:v>
                </c:pt>
                <c:pt idx="10435">
                  <c:v>1.0146855180576615</c:v>
                </c:pt>
                <c:pt idx="10436">
                  <c:v>1.0151047595825364</c:v>
                </c:pt>
                <c:pt idx="10437">
                  <c:v>1.0149282341616059</c:v>
                </c:pt>
                <c:pt idx="10438">
                  <c:v>1.0144463070627947</c:v>
                </c:pt>
                <c:pt idx="10439">
                  <c:v>1.0153837967443125</c:v>
                </c:pt>
                <c:pt idx="10440">
                  <c:v>1.0176328322043326</c:v>
                </c:pt>
                <c:pt idx="10441">
                  <c:v>1.0169992710389093</c:v>
                </c:pt>
                <c:pt idx="10442">
                  <c:v>1.0160437224258403</c:v>
                </c:pt>
                <c:pt idx="10443">
                  <c:v>1.0155246868896222</c:v>
                </c:pt>
                <c:pt idx="10444">
                  <c:v>1.0150405246487906</c:v>
                </c:pt>
                <c:pt idx="10445">
                  <c:v>1.0147650179954333</c:v>
                </c:pt>
                <c:pt idx="10446">
                  <c:v>1.0153125515924117</c:v>
                </c:pt>
                <c:pt idx="10447">
                  <c:v>1.0158271168445892</c:v>
                </c:pt>
                <c:pt idx="10448">
                  <c:v>1.0183803856127973</c:v>
                </c:pt>
                <c:pt idx="10449">
                  <c:v>1.0201742902789102</c:v>
                </c:pt>
                <c:pt idx="10450">
                  <c:v>1.0203676808623585</c:v>
                </c:pt>
                <c:pt idx="10451">
                  <c:v>1.020661017853197</c:v>
                </c:pt>
                <c:pt idx="10452">
                  <c:v>1.0186583306029042</c:v>
                </c:pt>
                <c:pt idx="10453">
                  <c:v>1.0164107937040112</c:v>
                </c:pt>
                <c:pt idx="10454">
                  <c:v>1.0144552730302177</c:v>
                </c:pt>
                <c:pt idx="10455">
                  <c:v>1.014591438898075</c:v>
                </c:pt>
                <c:pt idx="10456">
                  <c:v>1.0179667827416556</c:v>
                </c:pt>
                <c:pt idx="10457">
                  <c:v>1.0184849800996163</c:v>
                </c:pt>
                <c:pt idx="10458">
                  <c:v>1.0174878019664171</c:v>
                </c:pt>
                <c:pt idx="10459">
                  <c:v>1.01566887894928</c:v>
                </c:pt>
                <c:pt idx="10460">
                  <c:v>1.0150005714851758</c:v>
                </c:pt>
                <c:pt idx="10461">
                  <c:v>1.0157536873493502</c:v>
                </c:pt>
                <c:pt idx="10462">
                  <c:v>1.0165026377215776</c:v>
                </c:pt>
                <c:pt idx="10463">
                  <c:v>1.0155269728303247</c:v>
                </c:pt>
                <c:pt idx="10464">
                  <c:v>1.0154816096070467</c:v>
                </c:pt>
                <c:pt idx="10465">
                  <c:v>1.0177519805136255</c:v>
                </c:pt>
                <c:pt idx="10466">
                  <c:v>1.0194771037639283</c:v>
                </c:pt>
                <c:pt idx="10467">
                  <c:v>1.019339515532967</c:v>
                </c:pt>
                <c:pt idx="10468">
                  <c:v>1.0167871357416989</c:v>
                </c:pt>
                <c:pt idx="10469">
                  <c:v>1.0150039495975474</c:v>
                </c:pt>
                <c:pt idx="10470">
                  <c:v>1.0151141573387585</c:v>
                </c:pt>
                <c:pt idx="10471">
                  <c:v>1.0168269111099257</c:v>
                </c:pt>
                <c:pt idx="10472">
                  <c:v>1.0173875253675919</c:v>
                </c:pt>
                <c:pt idx="10473">
                  <c:v>1.0161092781253254</c:v>
                </c:pt>
                <c:pt idx="10474">
                  <c:v>1.0145917690895099</c:v>
                </c:pt>
                <c:pt idx="10475">
                  <c:v>1.0137504413135523</c:v>
                </c:pt>
                <c:pt idx="10476">
                  <c:v>1.0141571609632447</c:v>
                </c:pt>
                <c:pt idx="10477">
                  <c:v>1.0156692853387383</c:v>
                </c:pt>
                <c:pt idx="10478">
                  <c:v>1.0168176149510681</c:v>
                </c:pt>
                <c:pt idx="10479">
                  <c:v>1.0169619086080908</c:v>
                </c:pt>
                <c:pt idx="10480">
                  <c:v>1.0174866081973835</c:v>
                </c:pt>
                <c:pt idx="10481">
                  <c:v>1.0175985430937922</c:v>
                </c:pt>
                <c:pt idx="10482">
                  <c:v>1.0167766458138077</c:v>
                </c:pt>
                <c:pt idx="10483">
                  <c:v>1.0143567235865902</c:v>
                </c:pt>
                <c:pt idx="10484">
                  <c:v>1.0134048578779866</c:v>
                </c:pt>
                <c:pt idx="10485">
                  <c:v>1.012232805281031</c:v>
                </c:pt>
                <c:pt idx="10486">
                  <c:v>1.0126454683765502</c:v>
                </c:pt>
                <c:pt idx="10487">
                  <c:v>1.0147179530162989</c:v>
                </c:pt>
                <c:pt idx="10488">
                  <c:v>1.0145335537996145</c:v>
                </c:pt>
                <c:pt idx="10489">
                  <c:v>1.0115895415672918</c:v>
                </c:pt>
                <c:pt idx="10490">
                  <c:v>1.0094197012529496</c:v>
                </c:pt>
                <c:pt idx="10491">
                  <c:v>1.0112531018945368</c:v>
                </c:pt>
                <c:pt idx="10492">
                  <c:v>1.0128608547894267</c:v>
                </c:pt>
                <c:pt idx="10493">
                  <c:v>1.0118702550855831</c:v>
                </c:pt>
                <c:pt idx="10494">
                  <c:v>1.0119846283187415</c:v>
                </c:pt>
                <c:pt idx="10495">
                  <c:v>1.0125558849003458</c:v>
                </c:pt>
                <c:pt idx="10496">
                  <c:v>1.0116636568447415</c:v>
                </c:pt>
                <c:pt idx="10497">
                  <c:v>1.0099331997327989</c:v>
                </c:pt>
                <c:pt idx="10498">
                  <c:v>1.0110239236394207</c:v>
                </c:pt>
                <c:pt idx="10499">
                  <c:v>1.0144766338761173</c:v>
                </c:pt>
                <c:pt idx="10500">
                  <c:v>1.0169369664550902</c:v>
                </c:pt>
                <c:pt idx="10501">
                  <c:v>1.0174836364744699</c:v>
                </c:pt>
                <c:pt idx="10502">
                  <c:v>1.0170512380908838</c:v>
                </c:pt>
                <c:pt idx="10503">
                  <c:v>1.0161354648460419</c:v>
                </c:pt>
                <c:pt idx="10504">
                  <c:v>1.0155481812801777</c:v>
                </c:pt>
                <c:pt idx="10505">
                  <c:v>1.01270823014851</c:v>
                </c:pt>
                <c:pt idx="10506">
                  <c:v>1.0109886439545759</c:v>
                </c:pt>
                <c:pt idx="10507">
                  <c:v>1.0106372440698888</c:v>
                </c:pt>
                <c:pt idx="10508">
                  <c:v>1.0106285574952185</c:v>
                </c:pt>
                <c:pt idx="10509">
                  <c:v>1.0111163772411744</c:v>
                </c:pt>
                <c:pt idx="10510">
                  <c:v>1.0105924650314571</c:v>
                </c:pt>
                <c:pt idx="10511">
                  <c:v>1.0114285605431395</c:v>
                </c:pt>
                <c:pt idx="10512">
                  <c:v>1.0130017195353953</c:v>
                </c:pt>
                <c:pt idx="10513">
                  <c:v>1.0133038954969509</c:v>
                </c:pt>
                <c:pt idx="10514">
                  <c:v>1.014100901422617</c:v>
                </c:pt>
                <c:pt idx="10515">
                  <c:v>1.0153353094020741</c:v>
                </c:pt>
                <c:pt idx="10516">
                  <c:v>1.0150341748135054</c:v>
                </c:pt>
                <c:pt idx="10517">
                  <c:v>1.0154894072047771</c:v>
                </c:pt>
                <c:pt idx="10518">
                  <c:v>1.0160987373987518</c:v>
                </c:pt>
                <c:pt idx="10519">
                  <c:v>1.0152676709566153</c:v>
                </c:pt>
                <c:pt idx="10520">
                  <c:v>1.0155929349192683</c:v>
                </c:pt>
                <c:pt idx="10521">
                  <c:v>1.0144401858215797</c:v>
                </c:pt>
                <c:pt idx="10522">
                  <c:v>1.0124387177396619</c:v>
                </c:pt>
                <c:pt idx="10523">
                  <c:v>1.0120054811778183</c:v>
                </c:pt>
                <c:pt idx="10524">
                  <c:v>1.0138274521158921</c:v>
                </c:pt>
                <c:pt idx="10525">
                  <c:v>1.0150458839097714</c:v>
                </c:pt>
                <c:pt idx="10526">
                  <c:v>1.0142763092725375</c:v>
                </c:pt>
                <c:pt idx="10527">
                  <c:v>1.0132388477842884</c:v>
                </c:pt>
                <c:pt idx="10528">
                  <c:v>1.0127709665211284</c:v>
                </c:pt>
                <c:pt idx="10529">
                  <c:v>1.0123761591624314</c:v>
                </c:pt>
                <c:pt idx="10530">
                  <c:v>1.0107529380687865</c:v>
                </c:pt>
                <c:pt idx="10531">
                  <c:v>1.0098766100007366</c:v>
                </c:pt>
                <c:pt idx="10532">
                  <c:v>1.009839425365306</c:v>
                </c:pt>
                <c:pt idx="10533">
                  <c:v>1.0101586442847672</c:v>
                </c:pt>
                <c:pt idx="10534">
                  <c:v>1.011478521047164</c:v>
                </c:pt>
                <c:pt idx="10535">
                  <c:v>1.0109389628433039</c:v>
                </c:pt>
                <c:pt idx="10536">
                  <c:v>1.0112478442309207</c:v>
                </c:pt>
                <c:pt idx="10537">
                  <c:v>1.0137624806012533</c:v>
                </c:pt>
                <c:pt idx="10538">
                  <c:v>1.0150229991034032</c:v>
                </c:pt>
                <c:pt idx="10539">
                  <c:v>1.0131055012432977</c:v>
                </c:pt>
                <c:pt idx="10540">
                  <c:v>1.0126100362956585</c:v>
                </c:pt>
                <c:pt idx="10541">
                  <c:v>1.0138086312041066</c:v>
                </c:pt>
                <c:pt idx="10542">
                  <c:v>1.0133479379544894</c:v>
                </c:pt>
                <c:pt idx="10543">
                  <c:v>1.0124784169098653</c:v>
                </c:pt>
                <c:pt idx="10544">
                  <c:v>1.0116160330801018</c:v>
                </c:pt>
                <c:pt idx="10545">
                  <c:v>1.0114329292298159</c:v>
                </c:pt>
                <c:pt idx="10546">
                  <c:v>1.0120188920299407</c:v>
                </c:pt>
                <c:pt idx="10547">
                  <c:v>1.013606198455212</c:v>
                </c:pt>
                <c:pt idx="10548">
                  <c:v>1.0147795464185658</c:v>
                </c:pt>
                <c:pt idx="10549">
                  <c:v>1.0153744497867725</c:v>
                </c:pt>
                <c:pt idx="10550">
                  <c:v>1.0150310760938861</c:v>
                </c:pt>
                <c:pt idx="10551">
                  <c:v>1.0144417859800716</c:v>
                </c:pt>
                <c:pt idx="10552">
                  <c:v>1.0149193443922064</c:v>
                </c:pt>
                <c:pt idx="10553">
                  <c:v>1.0160122780415075</c:v>
                </c:pt>
                <c:pt idx="10554">
                  <c:v>1.0176052231205122</c:v>
                </c:pt>
                <c:pt idx="10555">
                  <c:v>1.018259916537765</c:v>
                </c:pt>
                <c:pt idx="10556">
                  <c:v>1.0159153795550544</c:v>
                </c:pt>
                <c:pt idx="10557">
                  <c:v>1.0131542933776299</c:v>
                </c:pt>
                <c:pt idx="10558">
                  <c:v>1.0118936732781152</c:v>
                </c:pt>
                <c:pt idx="10559">
                  <c:v>1.0118042929966398</c:v>
                </c:pt>
                <c:pt idx="10560">
                  <c:v>1.0126374167854086</c:v>
                </c:pt>
                <c:pt idx="10561">
                  <c:v>1.0137109961367603</c:v>
                </c:pt>
                <c:pt idx="10562">
                  <c:v>1.0142971875309554</c:v>
                </c:pt>
                <c:pt idx="10563">
                  <c:v>1.0144119671535721</c:v>
                </c:pt>
                <c:pt idx="10564">
                  <c:v>1.0125672384058357</c:v>
                </c:pt>
                <c:pt idx="10565">
                  <c:v>1.0128666204398658</c:v>
                </c:pt>
                <c:pt idx="10566">
                  <c:v>1.0137587976967877</c:v>
                </c:pt>
                <c:pt idx="10567">
                  <c:v>1.0145570735895111</c:v>
                </c:pt>
                <c:pt idx="10568">
                  <c:v>1.0156715712794411</c:v>
                </c:pt>
                <c:pt idx="10569">
                  <c:v>1.0157126420140661</c:v>
                </c:pt>
                <c:pt idx="10570">
                  <c:v>1.0145993126938286</c:v>
                </c:pt>
                <c:pt idx="10571">
                  <c:v>1.013465943293431</c:v>
                </c:pt>
                <c:pt idx="10572">
                  <c:v>1.0138272743205041</c:v>
                </c:pt>
                <c:pt idx="10573">
                  <c:v>1.0152083126963687</c:v>
                </c:pt>
                <c:pt idx="10574">
                  <c:v>1.0152915717366291</c:v>
                </c:pt>
                <c:pt idx="10575">
                  <c:v>1.0152541331077871</c:v>
                </c:pt>
                <c:pt idx="10576">
                  <c:v>1.0143378264767813</c:v>
                </c:pt>
                <c:pt idx="10577">
                  <c:v>1.0149648346121902</c:v>
                </c:pt>
                <c:pt idx="10578">
                  <c:v>1.0163117870722433</c:v>
                </c:pt>
                <c:pt idx="10579">
                  <c:v>1.0156020532827379</c:v>
                </c:pt>
                <c:pt idx="10580">
                  <c:v>1.0149043841802743</c:v>
                </c:pt>
                <c:pt idx="10581">
                  <c:v>1.0151088488764601</c:v>
                </c:pt>
                <c:pt idx="10582">
                  <c:v>1.0147568140082446</c:v>
                </c:pt>
                <c:pt idx="10583">
                  <c:v>1.0143071948713651</c:v>
                </c:pt>
                <c:pt idx="10584">
                  <c:v>1.0128997411807137</c:v>
                </c:pt>
                <c:pt idx="10585">
                  <c:v>1.0124416894625754</c:v>
                </c:pt>
                <c:pt idx="10586">
                  <c:v>1.012632971900709</c:v>
                </c:pt>
                <c:pt idx="10587">
                  <c:v>1.0119254478538826</c:v>
                </c:pt>
                <c:pt idx="10588">
                  <c:v>1.0114725522019958</c:v>
                </c:pt>
                <c:pt idx="10589">
                  <c:v>1.012861286578226</c:v>
                </c:pt>
                <c:pt idx="10590">
                  <c:v>1.0137848320214573</c:v>
                </c:pt>
                <c:pt idx="10591">
                  <c:v>1.0136449324504522</c:v>
                </c:pt>
                <c:pt idx="10592">
                  <c:v>1.0133023715364824</c:v>
                </c:pt>
                <c:pt idx="10593">
                  <c:v>1.0131658754771902</c:v>
                </c:pt>
                <c:pt idx="10594">
                  <c:v>1.0126622573410446</c:v>
                </c:pt>
                <c:pt idx="10595">
                  <c:v>1.0123557888908361</c:v>
                </c:pt>
                <c:pt idx="10596">
                  <c:v>1.0146216387146918</c:v>
                </c:pt>
                <c:pt idx="10597">
                  <c:v>1.0158126646194798</c:v>
                </c:pt>
                <c:pt idx="10598">
                  <c:v>1.0155815306150959</c:v>
                </c:pt>
                <c:pt idx="10599">
                  <c:v>1.0158986667885834</c:v>
                </c:pt>
                <c:pt idx="10600">
                  <c:v>1.0150305427077222</c:v>
                </c:pt>
                <c:pt idx="10601">
                  <c:v>1.0136166629837622</c:v>
                </c:pt>
                <c:pt idx="10602">
                  <c:v>1.0134775253929913</c:v>
                </c:pt>
                <c:pt idx="10603">
                  <c:v>1.0143919016740706</c:v>
                </c:pt>
                <c:pt idx="10604">
                  <c:v>1.0150554848607227</c:v>
                </c:pt>
                <c:pt idx="10605">
                  <c:v>1.0155901155924014</c:v>
                </c:pt>
                <c:pt idx="10606">
                  <c:v>1.0152383855162797</c:v>
                </c:pt>
                <c:pt idx="10607">
                  <c:v>1.0149717178336395</c:v>
                </c:pt>
                <c:pt idx="10608">
                  <c:v>1.0148072063010685</c:v>
                </c:pt>
                <c:pt idx="10609">
                  <c:v>1.0152964992088105</c:v>
                </c:pt>
                <c:pt idx="10610">
                  <c:v>1.01691603739799</c:v>
                </c:pt>
                <c:pt idx="10611">
                  <c:v>1.0178783168364613</c:v>
                </c:pt>
                <c:pt idx="10612">
                  <c:v>1.0171791491728706</c:v>
                </c:pt>
                <c:pt idx="10613">
                  <c:v>1.0170142566501825</c:v>
                </c:pt>
                <c:pt idx="10614">
                  <c:v>1.0173325865927039</c:v>
                </c:pt>
                <c:pt idx="10615">
                  <c:v>1.0183368257427403</c:v>
                </c:pt>
                <c:pt idx="10616">
                  <c:v>1.0178108815857316</c:v>
                </c:pt>
                <c:pt idx="10617">
                  <c:v>1.0168043564949925</c:v>
                </c:pt>
                <c:pt idx="10618">
                  <c:v>1.0165666694605942</c:v>
                </c:pt>
                <c:pt idx="10619">
                  <c:v>1.0161174313138317</c:v>
                </c:pt>
                <c:pt idx="10620">
                  <c:v>1.0153515141817222</c:v>
                </c:pt>
                <c:pt idx="10621">
                  <c:v>1.0143550218307338</c:v>
                </c:pt>
                <c:pt idx="10622">
                  <c:v>1.0135796053450374</c:v>
                </c:pt>
                <c:pt idx="10623">
                  <c:v>1.0145731767717945</c:v>
                </c:pt>
                <c:pt idx="10624">
                  <c:v>1.0156635704869816</c:v>
                </c:pt>
                <c:pt idx="10625">
                  <c:v>1.0138601156685996</c:v>
                </c:pt>
                <c:pt idx="10626">
                  <c:v>1.0115408256309832</c:v>
                </c:pt>
                <c:pt idx="10627">
                  <c:v>1.0108302790625612</c:v>
                </c:pt>
                <c:pt idx="10628">
                  <c:v>1.0098969802723317</c:v>
                </c:pt>
                <c:pt idx="10629">
                  <c:v>1.0093995849747657</c:v>
                </c:pt>
                <c:pt idx="10630">
                  <c:v>1.0085918351277967</c:v>
                </c:pt>
                <c:pt idx="10631">
                  <c:v>1.0102066998382062</c:v>
                </c:pt>
                <c:pt idx="10632">
                  <c:v>1.0130396407517188</c:v>
                </c:pt>
                <c:pt idx="10633">
                  <c:v>1.0146291315203284</c:v>
                </c:pt>
                <c:pt idx="10634">
                  <c:v>1.015425654858513</c:v>
                </c:pt>
                <c:pt idx="10635">
                  <c:v>1.0145002806627197</c:v>
                </c:pt>
                <c:pt idx="10636">
                  <c:v>1.0133667334669338</c:v>
                </c:pt>
                <c:pt idx="10637">
                  <c:v>1.0140024535763543</c:v>
                </c:pt>
                <c:pt idx="10638">
                  <c:v>1.0140215284815512</c:v>
                </c:pt>
                <c:pt idx="10639">
                  <c:v>1.0143570791773662</c:v>
                </c:pt>
                <c:pt idx="10640">
                  <c:v>1.0155717264694153</c:v>
                </c:pt>
                <c:pt idx="10641">
                  <c:v>1.0149569354170953</c:v>
                </c:pt>
                <c:pt idx="10642">
                  <c:v>1.0144164882362952</c:v>
                </c:pt>
                <c:pt idx="10643">
                  <c:v>1.0145484886122054</c:v>
                </c:pt>
                <c:pt idx="10644">
                  <c:v>1.0128639281097049</c:v>
                </c:pt>
                <c:pt idx="10645">
                  <c:v>1.0115725748074096</c:v>
                </c:pt>
                <c:pt idx="10646">
                  <c:v>1.0123468991214368</c:v>
                </c:pt>
                <c:pt idx="10647">
                  <c:v>1.0114652879904296</c:v>
                </c:pt>
                <c:pt idx="10648">
                  <c:v>1.010081201693628</c:v>
                </c:pt>
                <c:pt idx="10649">
                  <c:v>1.0101256759399662</c:v>
                </c:pt>
                <c:pt idx="10650">
                  <c:v>1.0109705850230244</c:v>
                </c:pt>
                <c:pt idx="10651">
                  <c:v>1.0129791903198031</c:v>
                </c:pt>
                <c:pt idx="10652">
                  <c:v>1.0148572938017988</c:v>
                </c:pt>
                <c:pt idx="10653">
                  <c:v>1.0162264960846916</c:v>
                </c:pt>
                <c:pt idx="10654">
                  <c:v>1.0168298828328393</c:v>
                </c:pt>
                <c:pt idx="10655">
                  <c:v>1.0154079261183966</c:v>
                </c:pt>
                <c:pt idx="10656">
                  <c:v>1.015043826563139</c:v>
                </c:pt>
                <c:pt idx="10657">
                  <c:v>1.0154547879028017</c:v>
                </c:pt>
                <c:pt idx="10658">
                  <c:v>1.0157367205894678</c:v>
                </c:pt>
                <c:pt idx="10659">
                  <c:v>1.0155673831820802</c:v>
                </c:pt>
                <c:pt idx="10660">
                  <c:v>1.0150380609126999</c:v>
                </c:pt>
                <c:pt idx="10661">
                  <c:v>1.0158296567787031</c:v>
                </c:pt>
                <c:pt idx="10662">
                  <c:v>1.0165910528280897</c:v>
                </c:pt>
                <c:pt idx="10663">
                  <c:v>1.0164804132980791</c:v>
                </c:pt>
                <c:pt idx="10664">
                  <c:v>1.0162764311893751</c:v>
                </c:pt>
                <c:pt idx="10665">
                  <c:v>1.0152928925023685</c:v>
                </c:pt>
                <c:pt idx="10666">
                  <c:v>1.0144722143907587</c:v>
                </c:pt>
                <c:pt idx="10667">
                  <c:v>1.0163387865718763</c:v>
                </c:pt>
                <c:pt idx="10668">
                  <c:v>1.0166665904686432</c:v>
                </c:pt>
                <c:pt idx="10669">
                  <c:v>1.0155357356030184</c:v>
                </c:pt>
                <c:pt idx="10670">
                  <c:v>1.0157183060671406</c:v>
                </c:pt>
                <c:pt idx="10671">
                  <c:v>1.0146324334346768</c:v>
                </c:pt>
                <c:pt idx="10672">
                  <c:v>1.0125171001064233</c:v>
                </c:pt>
                <c:pt idx="10673">
                  <c:v>1.0113846958809889</c:v>
                </c:pt>
                <c:pt idx="10674">
                  <c:v>1.0131646309094742</c:v>
                </c:pt>
                <c:pt idx="10675">
                  <c:v>1.0133275422835533</c:v>
                </c:pt>
                <c:pt idx="10676">
                  <c:v>1.0125888278458057</c:v>
                </c:pt>
                <c:pt idx="10677">
                  <c:v>1.0119237714973675</c:v>
                </c:pt>
                <c:pt idx="10678">
                  <c:v>1.0121616109278124</c:v>
                </c:pt>
                <c:pt idx="10679">
                  <c:v>1.0135958101246854</c:v>
                </c:pt>
                <c:pt idx="10680">
                  <c:v>1.0141464678406242</c:v>
                </c:pt>
                <c:pt idx="10681">
                  <c:v>1.0140482739877728</c:v>
                </c:pt>
                <c:pt idx="10682">
                  <c:v>1.0140615578431895</c:v>
                </c:pt>
                <c:pt idx="10683">
                  <c:v>1.0134438204672971</c:v>
                </c:pt>
                <c:pt idx="10684">
                  <c:v>1.0143323402190947</c:v>
                </c:pt>
                <c:pt idx="10685">
                  <c:v>1.0153384843197168</c:v>
                </c:pt>
                <c:pt idx="10686">
                  <c:v>1.0150478396590392</c:v>
                </c:pt>
                <c:pt idx="10687">
                  <c:v>1.0148543474782263</c:v>
                </c:pt>
                <c:pt idx="10688">
                  <c:v>1.0141179189811815</c:v>
                </c:pt>
                <c:pt idx="10689">
                  <c:v>1.0135828564607035</c:v>
                </c:pt>
                <c:pt idx="10690">
                  <c:v>1.014741015618055</c:v>
                </c:pt>
                <c:pt idx="10691">
                  <c:v>1.0148502327849616</c:v>
                </c:pt>
                <c:pt idx="10692">
                  <c:v>1.014158126138208</c:v>
                </c:pt>
                <c:pt idx="10693">
                  <c:v>1.0145471932458072</c:v>
                </c:pt>
                <c:pt idx="10694">
                  <c:v>1.0139995834508053</c:v>
                </c:pt>
                <c:pt idx="10695">
                  <c:v>1.0124612469552541</c:v>
                </c:pt>
                <c:pt idx="10696">
                  <c:v>1.0118057407590848</c:v>
                </c:pt>
                <c:pt idx="10697">
                  <c:v>1.0113772538740344</c:v>
                </c:pt>
                <c:pt idx="10698">
                  <c:v>1.0128315185504089</c:v>
                </c:pt>
                <c:pt idx="10699">
                  <c:v>1.014845813299603</c:v>
                </c:pt>
                <c:pt idx="10700">
                  <c:v>1.015078420465773</c:v>
                </c:pt>
                <c:pt idx="10701">
                  <c:v>1.0150097660466688</c:v>
                </c:pt>
                <c:pt idx="10702">
                  <c:v>1.0141557132007997</c:v>
                </c:pt>
                <c:pt idx="10703">
                  <c:v>1.0135110525232975</c:v>
                </c:pt>
                <c:pt idx="10704">
                  <c:v>1.0135464084061661</c:v>
                </c:pt>
                <c:pt idx="10705">
                  <c:v>1.0139480989863123</c:v>
                </c:pt>
                <c:pt idx="10706">
                  <c:v>1.0141393560251046</c:v>
                </c:pt>
                <c:pt idx="10707">
                  <c:v>1.01428593562283</c:v>
                </c:pt>
                <c:pt idx="10708">
                  <c:v>1.0139249601865328</c:v>
                </c:pt>
                <c:pt idx="10709">
                  <c:v>1.0137155934175068</c:v>
                </c:pt>
                <c:pt idx="10710">
                  <c:v>1.0133551767667146</c:v>
                </c:pt>
                <c:pt idx="10711">
                  <c:v>1.0131362090467373</c:v>
                </c:pt>
                <c:pt idx="10712">
                  <c:v>1.0139497753428277</c:v>
                </c:pt>
                <c:pt idx="10713">
                  <c:v>1.0149526175291013</c:v>
                </c:pt>
                <c:pt idx="10714">
                  <c:v>1.0155981417842022</c:v>
                </c:pt>
                <c:pt idx="10715">
                  <c:v>1.0148427399793249</c:v>
                </c:pt>
                <c:pt idx="10716">
                  <c:v>1.0146188193878252</c:v>
                </c:pt>
                <c:pt idx="10717">
                  <c:v>1.0144552476308764</c:v>
                </c:pt>
                <c:pt idx="10718">
                  <c:v>1.0146609822941193</c:v>
                </c:pt>
                <c:pt idx="10719">
                  <c:v>1.0143649021744376</c:v>
                </c:pt>
                <c:pt idx="10720">
                  <c:v>1.0135771670082878</c:v>
                </c:pt>
                <c:pt idx="10721">
                  <c:v>1.0142228436594354</c:v>
                </c:pt>
                <c:pt idx="10722">
                  <c:v>1.0154633474807664</c:v>
                </c:pt>
                <c:pt idx="10723">
                  <c:v>1.0149232812900832</c:v>
                </c:pt>
                <c:pt idx="10724">
                  <c:v>1.0138777682106925</c:v>
                </c:pt>
                <c:pt idx="10725">
                  <c:v>1.0132888844863364</c:v>
                </c:pt>
                <c:pt idx="10726">
                  <c:v>1.0137253467645049</c:v>
                </c:pt>
                <c:pt idx="10727">
                  <c:v>1.0146620998651295</c:v>
                </c:pt>
                <c:pt idx="10728">
                  <c:v>1.0156537917406423</c:v>
                </c:pt>
                <c:pt idx="10729">
                  <c:v>1.0155927063251979</c:v>
                </c:pt>
                <c:pt idx="10730">
                  <c:v>1.0144336581909066</c:v>
                </c:pt>
                <c:pt idx="10731">
                  <c:v>1.0136103131484768</c:v>
                </c:pt>
                <c:pt idx="10732">
                  <c:v>1.0135261397319353</c:v>
                </c:pt>
                <c:pt idx="10733">
                  <c:v>1.0140353457231319</c:v>
                </c:pt>
                <c:pt idx="10734">
                  <c:v>1.0147848040821821</c:v>
                </c:pt>
                <c:pt idx="10735">
                  <c:v>1.0139774352253303</c:v>
                </c:pt>
                <c:pt idx="10736">
                  <c:v>1.0133907104449711</c:v>
                </c:pt>
                <c:pt idx="10737">
                  <c:v>1.01394337470886</c:v>
                </c:pt>
                <c:pt idx="10738">
                  <c:v>1.0129064720061161</c:v>
                </c:pt>
                <c:pt idx="10739">
                  <c:v>1.0125369369918544</c:v>
                </c:pt>
                <c:pt idx="10740">
                  <c:v>1.0148573699998222</c:v>
                </c:pt>
                <c:pt idx="10741">
                  <c:v>1.0176060358994288</c:v>
                </c:pt>
                <c:pt idx="10742">
                  <c:v>1.0176487829905692</c:v>
                </c:pt>
                <c:pt idx="10743">
                  <c:v>1.0156775147252681</c:v>
                </c:pt>
                <c:pt idx="10744">
                  <c:v>1.0159972670308932</c:v>
                </c:pt>
                <c:pt idx="10745">
                  <c:v>1.0172582427211838</c:v>
                </c:pt>
                <c:pt idx="10746">
                  <c:v>1.0184423854045226</c:v>
                </c:pt>
                <c:pt idx="10747">
                  <c:v>1.018290167153064</c:v>
                </c:pt>
                <c:pt idx="10748">
                  <c:v>1.0175981875030162</c:v>
                </c:pt>
                <c:pt idx="10749">
                  <c:v>1.0174912816761532</c:v>
                </c:pt>
                <c:pt idx="10750">
                  <c:v>1.016377266573705</c:v>
                </c:pt>
                <c:pt idx="10751">
                  <c:v>1.0152556316689145</c:v>
                </c:pt>
                <c:pt idx="10752">
                  <c:v>1.0156915351615778</c:v>
                </c:pt>
                <c:pt idx="10753">
                  <c:v>1.0165755338306524</c:v>
                </c:pt>
                <c:pt idx="10754">
                  <c:v>1.0169777069982804</c:v>
                </c:pt>
                <c:pt idx="10755">
                  <c:v>1.0157771817399057</c:v>
                </c:pt>
                <c:pt idx="10756">
                  <c:v>1.014418799576339</c:v>
                </c:pt>
                <c:pt idx="10757">
                  <c:v>1.0146674083274281</c:v>
                </c:pt>
                <c:pt idx="10758">
                  <c:v>1.0148530267124871</c:v>
                </c:pt>
                <c:pt idx="10759">
                  <c:v>1.0158240943229933</c:v>
                </c:pt>
                <c:pt idx="10760">
                  <c:v>1.0177593971212386</c:v>
                </c:pt>
                <c:pt idx="10761">
                  <c:v>1.0168023245477011</c:v>
                </c:pt>
                <c:pt idx="10762">
                  <c:v>1.0147187657952152</c:v>
                </c:pt>
                <c:pt idx="10763">
                  <c:v>1.0141002410397475</c:v>
                </c:pt>
                <c:pt idx="10764">
                  <c:v>1.014628699731529</c:v>
                </c:pt>
                <c:pt idx="10765">
                  <c:v>1.0153537493237426</c:v>
                </c:pt>
                <c:pt idx="10766">
                  <c:v>1.0162608359939143</c:v>
                </c:pt>
                <c:pt idx="10767">
                  <c:v>1.015909207515157</c:v>
                </c:pt>
                <c:pt idx="10768">
                  <c:v>1.01299625867705</c:v>
                </c:pt>
                <c:pt idx="10769">
                  <c:v>1.0122867788809558</c:v>
                </c:pt>
                <c:pt idx="10770">
                  <c:v>1.01447135081316</c:v>
                </c:pt>
                <c:pt idx="10771">
                  <c:v>1.0157762165649422</c:v>
                </c:pt>
                <c:pt idx="10772">
                  <c:v>1.016216514143623</c:v>
                </c:pt>
                <c:pt idx="10773">
                  <c:v>1.0173757400733026</c:v>
                </c:pt>
                <c:pt idx="10774">
                  <c:v>1.0175177223902812</c:v>
                </c:pt>
                <c:pt idx="10775">
                  <c:v>1.0171090469913211</c:v>
                </c:pt>
                <c:pt idx="10776">
                  <c:v>1.0162067099979426</c:v>
                </c:pt>
                <c:pt idx="10777">
                  <c:v>1.0148431971674654</c:v>
                </c:pt>
                <c:pt idx="10778">
                  <c:v>1.0137929344112813</c:v>
                </c:pt>
                <c:pt idx="10779">
                  <c:v>1.0135541044065317</c:v>
                </c:pt>
                <c:pt idx="10780">
                  <c:v>1.0156829501842721</c:v>
                </c:pt>
                <c:pt idx="10781">
                  <c:v>1.0171239818039119</c:v>
                </c:pt>
                <c:pt idx="10782">
                  <c:v>1.0177573143752652</c:v>
                </c:pt>
                <c:pt idx="10783">
                  <c:v>1.0184737027921495</c:v>
                </c:pt>
                <c:pt idx="10784">
                  <c:v>1.0175469062332523</c:v>
                </c:pt>
                <c:pt idx="10785">
                  <c:v>1.0166099245385574</c:v>
                </c:pt>
                <c:pt idx="10786">
                  <c:v>1.017283997653101</c:v>
                </c:pt>
                <c:pt idx="10787">
                  <c:v>1.0187256896556103</c:v>
                </c:pt>
                <c:pt idx="10788">
                  <c:v>1.0193842945713989</c:v>
                </c:pt>
                <c:pt idx="10789">
                  <c:v>1.0178861144341915</c:v>
                </c:pt>
                <c:pt idx="10790">
                  <c:v>1.015855716502714</c:v>
                </c:pt>
                <c:pt idx="10791">
                  <c:v>1.0145308106707711</c:v>
                </c:pt>
                <c:pt idx="10792">
                  <c:v>1.0141616058479443</c:v>
                </c:pt>
                <c:pt idx="10793">
                  <c:v>1.0149441341491601</c:v>
                </c:pt>
                <c:pt idx="10794">
                  <c:v>1.0161021409104647</c:v>
                </c:pt>
                <c:pt idx="10795">
                  <c:v>1.0159767189639102</c:v>
                </c:pt>
                <c:pt idx="10796">
                  <c:v>1.01528847301701</c:v>
                </c:pt>
                <c:pt idx="10797">
                  <c:v>1.0152061029536894</c:v>
                </c:pt>
                <c:pt idx="10798">
                  <c:v>1.0151946224514936</c:v>
                </c:pt>
                <c:pt idx="10799">
                  <c:v>1.0152692457157662</c:v>
                </c:pt>
                <c:pt idx="10800">
                  <c:v>1.0160227171707166</c:v>
                </c:pt>
                <c:pt idx="10801">
                  <c:v>1.0158025810810467</c:v>
                </c:pt>
                <c:pt idx="10802">
                  <c:v>1.0141241672191024</c:v>
                </c:pt>
                <c:pt idx="10803">
                  <c:v>1.0137054082817092</c:v>
                </c:pt>
                <c:pt idx="10804">
                  <c:v>1.0126364262111041</c:v>
                </c:pt>
                <c:pt idx="10805">
                  <c:v>1.0124509094234095</c:v>
                </c:pt>
                <c:pt idx="10806">
                  <c:v>1.0138137110723349</c:v>
                </c:pt>
                <c:pt idx="10807">
                  <c:v>1.0134455476224946</c:v>
                </c:pt>
                <c:pt idx="10808">
                  <c:v>1.0121999893322766</c:v>
                </c:pt>
                <c:pt idx="10809">
                  <c:v>1.0121441869797898</c:v>
                </c:pt>
                <c:pt idx="10810">
                  <c:v>1.0122863724914977</c:v>
                </c:pt>
                <c:pt idx="10811">
                  <c:v>1.0109250948030408</c:v>
                </c:pt>
                <c:pt idx="10812">
                  <c:v>1.0075391848335453</c:v>
                </c:pt>
                <c:pt idx="10813">
                  <c:v>1.0078695540637677</c:v>
                </c:pt>
                <c:pt idx="10814">
                  <c:v>1.0104273947133811</c:v>
                </c:pt>
                <c:pt idx="10815">
                  <c:v>1.0119126719852887</c:v>
                </c:pt>
                <c:pt idx="10816">
                  <c:v>1.0130423838805622</c:v>
                </c:pt>
                <c:pt idx="10817">
                  <c:v>1.013202577525139</c:v>
                </c:pt>
                <c:pt idx="10818">
                  <c:v>1.0133939869599782</c:v>
                </c:pt>
                <c:pt idx="10819">
                  <c:v>1.014488647764477</c:v>
                </c:pt>
                <c:pt idx="10820">
                  <c:v>1.0150644508281454</c:v>
                </c:pt>
                <c:pt idx="10821">
                  <c:v>1.014937250927711</c:v>
                </c:pt>
                <c:pt idx="10822">
                  <c:v>1.0135030771301792</c:v>
                </c:pt>
                <c:pt idx="10823">
                  <c:v>1.0135155482066796</c:v>
                </c:pt>
                <c:pt idx="10824">
                  <c:v>1.0138017733819984</c:v>
                </c:pt>
                <c:pt idx="10825">
                  <c:v>1.0124266784519609</c:v>
                </c:pt>
                <c:pt idx="10826">
                  <c:v>1.0119193012133265</c:v>
                </c:pt>
                <c:pt idx="10827">
                  <c:v>1.0129695385701696</c:v>
                </c:pt>
                <c:pt idx="10828">
                  <c:v>1.0131545981697234</c:v>
                </c:pt>
                <c:pt idx="10829">
                  <c:v>1.0120665157945803</c:v>
                </c:pt>
                <c:pt idx="10830">
                  <c:v>1.0111190695713352</c:v>
                </c:pt>
                <c:pt idx="10831">
                  <c:v>1.0113230516800393</c:v>
                </c:pt>
                <c:pt idx="10832">
                  <c:v>1.0121245024904053</c:v>
                </c:pt>
                <c:pt idx="10833">
                  <c:v>1.0128446754091198</c:v>
                </c:pt>
                <c:pt idx="10834">
                  <c:v>1.0124306915478611</c:v>
                </c:pt>
                <c:pt idx="10835">
                  <c:v>1.0115755465303231</c:v>
                </c:pt>
                <c:pt idx="10836">
                  <c:v>1.0121079167206402</c:v>
                </c:pt>
                <c:pt idx="10837">
                  <c:v>1.0129760408015016</c:v>
                </c:pt>
                <c:pt idx="10838">
                  <c:v>1.0136506473022089</c:v>
                </c:pt>
                <c:pt idx="10839">
                  <c:v>1.0140161946199115</c:v>
                </c:pt>
                <c:pt idx="10840">
                  <c:v>1.0137556227791451</c:v>
                </c:pt>
                <c:pt idx="10841">
                  <c:v>1.0129585914541377</c:v>
                </c:pt>
                <c:pt idx="10842">
                  <c:v>1.0128438626302034</c:v>
                </c:pt>
                <c:pt idx="10843">
                  <c:v>1.0123946752821231</c:v>
                </c:pt>
                <c:pt idx="10844">
                  <c:v>1.0114947766254943</c:v>
                </c:pt>
                <c:pt idx="10845">
                  <c:v>1.0118221233341207</c:v>
                </c:pt>
                <c:pt idx="10846">
                  <c:v>1.0127459989687868</c:v>
                </c:pt>
                <c:pt idx="10847">
                  <c:v>1.0136117863102632</c:v>
                </c:pt>
                <c:pt idx="10848">
                  <c:v>1.0137371320587945</c:v>
                </c:pt>
                <c:pt idx="10849">
                  <c:v>1.0137299440452514</c:v>
                </c:pt>
                <c:pt idx="10850">
                  <c:v>1.0142898725207068</c:v>
                </c:pt>
                <c:pt idx="10851">
                  <c:v>1.0141360541107565</c:v>
                </c:pt>
                <c:pt idx="10852">
                  <c:v>1.0138080216199192</c:v>
                </c:pt>
                <c:pt idx="10853">
                  <c:v>1.0142727025660954</c:v>
                </c:pt>
                <c:pt idx="10854">
                  <c:v>1.015227616195636</c:v>
                </c:pt>
                <c:pt idx="10855">
                  <c:v>1.0144047537406879</c:v>
                </c:pt>
                <c:pt idx="10856">
                  <c:v>1.0128504410595589</c:v>
                </c:pt>
                <c:pt idx="10857">
                  <c:v>1.0120315663011701</c:v>
                </c:pt>
                <c:pt idx="10858">
                  <c:v>1.0117788936554986</c:v>
                </c:pt>
                <c:pt idx="10859">
                  <c:v>1.0119713952620069</c:v>
                </c:pt>
                <c:pt idx="10860">
                  <c:v>1.0127648706792545</c:v>
                </c:pt>
                <c:pt idx="10861">
                  <c:v>1.0139042089248205</c:v>
                </c:pt>
                <c:pt idx="10862">
                  <c:v>1.0138101551645751</c:v>
                </c:pt>
                <c:pt idx="10863">
                  <c:v>1.0132857857667172</c:v>
                </c:pt>
                <c:pt idx="10864">
                  <c:v>1.0132300342129126</c:v>
                </c:pt>
                <c:pt idx="10865">
                  <c:v>1.013688797112603</c:v>
                </c:pt>
                <c:pt idx="10866">
                  <c:v>1.0129649158900818</c:v>
                </c:pt>
                <c:pt idx="10867">
                  <c:v>1.0124394289212137</c:v>
                </c:pt>
                <c:pt idx="10868">
                  <c:v>1.0115483438359609</c:v>
                </c:pt>
                <c:pt idx="10869">
                  <c:v>1.0108510557236146</c:v>
                </c:pt>
                <c:pt idx="10870">
                  <c:v>1.0117796048370504</c:v>
                </c:pt>
                <c:pt idx="10871">
                  <c:v>1.0138801049500776</c:v>
                </c:pt>
                <c:pt idx="10872">
                  <c:v>1.0164210550378323</c:v>
                </c:pt>
                <c:pt idx="10873">
                  <c:v>1.0173926814338436</c:v>
                </c:pt>
                <c:pt idx="10874">
                  <c:v>1.015703269657185</c:v>
                </c:pt>
                <c:pt idx="10875">
                  <c:v>1.0132313041799696</c:v>
                </c:pt>
                <c:pt idx="10876">
                  <c:v>1.0132219318230886</c:v>
                </c:pt>
                <c:pt idx="10877">
                  <c:v>1.0140932054222513</c:v>
                </c:pt>
                <c:pt idx="10878">
                  <c:v>1.014374884115506</c:v>
                </c:pt>
                <c:pt idx="10879">
                  <c:v>1.0140785246030717</c:v>
                </c:pt>
                <c:pt idx="10880">
                  <c:v>1.0122882774420832</c:v>
                </c:pt>
                <c:pt idx="10881">
                  <c:v>1.0121805334369627</c:v>
                </c:pt>
                <c:pt idx="10882">
                  <c:v>1.0132044062777013</c:v>
                </c:pt>
                <c:pt idx="10883">
                  <c:v>1.0143826817132364</c:v>
                </c:pt>
                <c:pt idx="10884">
                  <c:v>1.014970752658676</c:v>
                </c:pt>
                <c:pt idx="10885">
                  <c:v>1.0149913769236827</c:v>
                </c:pt>
                <c:pt idx="10886">
                  <c:v>1.0158789315005168</c:v>
                </c:pt>
                <c:pt idx="10887">
                  <c:v>1.0175483285963562</c:v>
                </c:pt>
                <c:pt idx="10888">
                  <c:v>1.0195084465508966</c:v>
                </c:pt>
                <c:pt idx="10889">
                  <c:v>1.0183665937705575</c:v>
                </c:pt>
                <c:pt idx="10890">
                  <c:v>1.0155079741231512</c:v>
                </c:pt>
                <c:pt idx="10891">
                  <c:v>1.0131166515540586</c:v>
                </c:pt>
                <c:pt idx="10892">
                  <c:v>1.0115993457129722</c:v>
                </c:pt>
                <c:pt idx="10893">
                  <c:v>1.0102932099941329</c:v>
                </c:pt>
                <c:pt idx="10894">
                  <c:v>1.0099775977811136</c:v>
                </c:pt>
                <c:pt idx="10895">
                  <c:v>1.0110514819245588</c:v>
                </c:pt>
                <c:pt idx="10896">
                  <c:v>1.0124392765251669</c:v>
                </c:pt>
                <c:pt idx="10897">
                  <c:v>1.013888283537925</c:v>
                </c:pt>
                <c:pt idx="10898">
                  <c:v>1.014022214263762</c:v>
                </c:pt>
                <c:pt idx="10899">
                  <c:v>1.0146681195089799</c:v>
                </c:pt>
                <c:pt idx="10900">
                  <c:v>1.0160918033786204</c:v>
                </c:pt>
                <c:pt idx="10901">
                  <c:v>1.0164567665114768</c:v>
                </c:pt>
                <c:pt idx="10902">
                  <c:v>1.0156801562567468</c:v>
                </c:pt>
                <c:pt idx="10903">
                  <c:v>1.0140069492597361</c:v>
                </c:pt>
                <c:pt idx="10904">
                  <c:v>1.0145499109753093</c:v>
                </c:pt>
                <c:pt idx="10905">
                  <c:v>1.0148534585012865</c:v>
                </c:pt>
                <c:pt idx="10906">
                  <c:v>1.0133621361861873</c:v>
                </c:pt>
                <c:pt idx="10907">
                  <c:v>1.0137458440328058</c:v>
                </c:pt>
                <c:pt idx="10908">
                  <c:v>1.0151001369024488</c:v>
                </c:pt>
                <c:pt idx="10909">
                  <c:v>1.0157141659745346</c:v>
                </c:pt>
                <c:pt idx="10910">
                  <c:v>1.0156710886919593</c:v>
                </c:pt>
                <c:pt idx="10911">
                  <c:v>1.0158757057841921</c:v>
                </c:pt>
                <c:pt idx="10912">
                  <c:v>1.0147158448709841</c:v>
                </c:pt>
                <c:pt idx="10913">
                  <c:v>1.0141679556832295</c:v>
                </c:pt>
                <c:pt idx="10914">
                  <c:v>1.015585162720879</c:v>
                </c:pt>
                <c:pt idx="10915">
                  <c:v>1.0158892944317024</c:v>
                </c:pt>
                <c:pt idx="10916">
                  <c:v>1.0146026654068594</c:v>
                </c:pt>
                <c:pt idx="10917">
                  <c:v>1.0146262613947794</c:v>
                </c:pt>
                <c:pt idx="10918">
                  <c:v>1.0156603193713154</c:v>
                </c:pt>
                <c:pt idx="10919">
                  <c:v>1.0167811160978484</c:v>
                </c:pt>
                <c:pt idx="10920">
                  <c:v>1.0165373332215761</c:v>
                </c:pt>
                <c:pt idx="10921">
                  <c:v>1.0157257226747538</c:v>
                </c:pt>
                <c:pt idx="10922">
                  <c:v>1.014808196875373</c:v>
                </c:pt>
                <c:pt idx="10923">
                  <c:v>1.0144025185986676</c:v>
                </c:pt>
                <c:pt idx="10924">
                  <c:v>1.0134216722418221</c:v>
                </c:pt>
                <c:pt idx="10925">
                  <c:v>1.0121017192814019</c:v>
                </c:pt>
                <c:pt idx="10926">
                  <c:v>1.0121944268765668</c:v>
                </c:pt>
                <c:pt idx="10927">
                  <c:v>1.0148109654035575</c:v>
                </c:pt>
                <c:pt idx="10928">
                  <c:v>1.0159404995034429</c:v>
                </c:pt>
                <c:pt idx="10929">
                  <c:v>1.0148253922293256</c:v>
                </c:pt>
                <c:pt idx="10930">
                  <c:v>1.014323374251672</c:v>
                </c:pt>
                <c:pt idx="10931">
                  <c:v>1.0142503257465501</c:v>
                </c:pt>
                <c:pt idx="10932">
                  <c:v>1.0146804127900921</c:v>
                </c:pt>
                <c:pt idx="10933">
                  <c:v>1.0153931183025113</c:v>
                </c:pt>
                <c:pt idx="10934">
                  <c:v>1.0144768878695287</c:v>
                </c:pt>
                <c:pt idx="10935">
                  <c:v>1.0136179583501603</c:v>
                </c:pt>
                <c:pt idx="10936">
                  <c:v>1.0127827264160767</c:v>
                </c:pt>
                <c:pt idx="10937">
                  <c:v>1.0133955871184701</c:v>
                </c:pt>
                <c:pt idx="10938">
                  <c:v>1.0139609256535886</c:v>
                </c:pt>
                <c:pt idx="10939">
                  <c:v>1.012686462913152</c:v>
                </c:pt>
                <c:pt idx="10940">
                  <c:v>1.0116081846836893</c:v>
                </c:pt>
                <c:pt idx="10941">
                  <c:v>1.0114589127558031</c:v>
                </c:pt>
                <c:pt idx="10942">
                  <c:v>1.0118764779241627</c:v>
                </c:pt>
                <c:pt idx="10943">
                  <c:v>1.0126449857890687</c:v>
                </c:pt>
                <c:pt idx="10944">
                  <c:v>1.0117924061049857</c:v>
                </c:pt>
                <c:pt idx="10945">
                  <c:v>1.0106030057580306</c:v>
                </c:pt>
                <c:pt idx="10946">
                  <c:v>1.0128010139416983</c:v>
                </c:pt>
                <c:pt idx="10947">
                  <c:v>1.0158275994320707</c:v>
                </c:pt>
                <c:pt idx="10948">
                  <c:v>1.0170288104726564</c:v>
                </c:pt>
                <c:pt idx="10949">
                  <c:v>1.0149592975558215</c:v>
                </c:pt>
                <c:pt idx="10950">
                  <c:v>1.0133047336752086</c:v>
                </c:pt>
                <c:pt idx="10951">
                  <c:v>1.0138137364716759</c:v>
                </c:pt>
                <c:pt idx="10952">
                  <c:v>1.0142632032125087</c:v>
                </c:pt>
                <c:pt idx="10953">
                  <c:v>1.0140395620137614</c:v>
                </c:pt>
                <c:pt idx="10954">
                  <c:v>1.0136550667875674</c:v>
                </c:pt>
                <c:pt idx="10955">
                  <c:v>1.0142936062238546</c:v>
                </c:pt>
                <c:pt idx="10956">
                  <c:v>1.0143880409742172</c:v>
                </c:pt>
                <c:pt idx="10957">
                  <c:v>1.0131106827088905</c:v>
                </c:pt>
                <c:pt idx="10958">
                  <c:v>1.0135441732641455</c:v>
                </c:pt>
                <c:pt idx="10959">
                  <c:v>1.0137904198765084</c:v>
                </c:pt>
                <c:pt idx="10960">
                  <c:v>1.0127076967623461</c:v>
                </c:pt>
                <c:pt idx="10961">
                  <c:v>1.0116946186415925</c:v>
                </c:pt>
                <c:pt idx="10962">
                  <c:v>1.0114997294970169</c:v>
                </c:pt>
                <c:pt idx="10963">
                  <c:v>1.0125396801206976</c:v>
                </c:pt>
                <c:pt idx="10964">
                  <c:v>1.0130919633944695</c:v>
                </c:pt>
                <c:pt idx="10965">
                  <c:v>1.0125137981920749</c:v>
                </c:pt>
                <c:pt idx="10966">
                  <c:v>1.0121063165621484</c:v>
                </c:pt>
                <c:pt idx="10967">
                  <c:v>1.0129135838216357</c:v>
                </c:pt>
                <c:pt idx="10968">
                  <c:v>1.013070272357135</c:v>
                </c:pt>
                <c:pt idx="10969">
                  <c:v>1.012636223016375</c:v>
                </c:pt>
                <c:pt idx="10970">
                  <c:v>1.0121225975398198</c:v>
                </c:pt>
                <c:pt idx="10971">
                  <c:v>1.0132266561005407</c:v>
                </c:pt>
                <c:pt idx="10972">
                  <c:v>1.0137730467271679</c:v>
                </c:pt>
                <c:pt idx="10973">
                  <c:v>1.0147638750250818</c:v>
                </c:pt>
                <c:pt idx="10974">
                  <c:v>1.0157165789119431</c:v>
                </c:pt>
                <c:pt idx="10975">
                  <c:v>1.0160976452270829</c:v>
                </c:pt>
                <c:pt idx="10976">
                  <c:v>1.0154594105828896</c:v>
                </c:pt>
                <c:pt idx="10977">
                  <c:v>1.0138744408970031</c:v>
                </c:pt>
                <c:pt idx="10978">
                  <c:v>1.0119627848853601</c:v>
                </c:pt>
                <c:pt idx="10979">
                  <c:v>1.0107997998531919</c:v>
                </c:pt>
                <c:pt idx="10980">
                  <c:v>1.0113752727254255</c:v>
                </c:pt>
                <c:pt idx="10981">
                  <c:v>1.0122532009519674</c:v>
                </c:pt>
                <c:pt idx="10982">
                  <c:v>1.0138382468358771</c:v>
                </c:pt>
                <c:pt idx="10983">
                  <c:v>1.015988224865447</c:v>
                </c:pt>
                <c:pt idx="10984">
                  <c:v>1.0165014947512261</c:v>
                </c:pt>
                <c:pt idx="10985">
                  <c:v>1.0157081463306841</c:v>
                </c:pt>
                <c:pt idx="10986">
                  <c:v>1.0151617303047158</c:v>
                </c:pt>
                <c:pt idx="10987">
                  <c:v>1.0143761540825631</c:v>
                </c:pt>
                <c:pt idx="10988">
                  <c:v>1.0138984432743814</c:v>
                </c:pt>
                <c:pt idx="10989">
                  <c:v>1.0140444894859428</c:v>
                </c:pt>
                <c:pt idx="10990">
                  <c:v>1.0143121477428876</c:v>
                </c:pt>
                <c:pt idx="10991">
                  <c:v>1.0146740375554657</c:v>
                </c:pt>
                <c:pt idx="10992">
                  <c:v>1.0137632679808286</c:v>
                </c:pt>
                <c:pt idx="10993">
                  <c:v>1.0126179354907534</c:v>
                </c:pt>
                <c:pt idx="10994">
                  <c:v>1.0125858307235511</c:v>
                </c:pt>
                <c:pt idx="10995">
                  <c:v>1.0122767207418639</c:v>
                </c:pt>
                <c:pt idx="10996">
                  <c:v>1.0118348230046912</c:v>
                </c:pt>
                <c:pt idx="10997">
                  <c:v>1.0126591078227432</c:v>
                </c:pt>
                <c:pt idx="10998">
                  <c:v>1.0138305508355114</c:v>
                </c:pt>
                <c:pt idx="10999">
                  <c:v>1.0132226684039816</c:v>
                </c:pt>
                <c:pt idx="11000">
                  <c:v>1.0131458353970297</c:v>
                </c:pt>
                <c:pt idx="11001">
                  <c:v>1.0128671030273475</c:v>
                </c:pt>
                <c:pt idx="11002">
                  <c:v>1.0122718948670471</c:v>
                </c:pt>
                <c:pt idx="11003">
                  <c:v>1.0140384698420923</c:v>
                </c:pt>
                <c:pt idx="11004">
                  <c:v>1.0154824731846457</c:v>
                </c:pt>
                <c:pt idx="11005">
                  <c:v>1.0156462481363233</c:v>
                </c:pt>
                <c:pt idx="11006">
                  <c:v>1.0155407138738821</c:v>
                </c:pt>
                <c:pt idx="11007">
                  <c:v>1.0145634742234786</c:v>
                </c:pt>
                <c:pt idx="11008">
                  <c:v>1.0140163470159584</c:v>
                </c:pt>
                <c:pt idx="11009">
                  <c:v>1.0162633505286873</c:v>
                </c:pt>
                <c:pt idx="11010">
                  <c:v>1.0180105458064417</c:v>
                </c:pt>
                <c:pt idx="11011">
                  <c:v>1.0183289265476454</c:v>
                </c:pt>
                <c:pt idx="11012">
                  <c:v>1.0194564540995807</c:v>
                </c:pt>
                <c:pt idx="11013">
                  <c:v>1.0196658716672891</c:v>
                </c:pt>
                <c:pt idx="11014">
                  <c:v>1.0197626431570366</c:v>
                </c:pt>
                <c:pt idx="11015">
                  <c:v>1.0181590557540938</c:v>
                </c:pt>
                <c:pt idx="11016">
                  <c:v>1.0154298203504601</c:v>
                </c:pt>
                <c:pt idx="11017">
                  <c:v>1.0147587697575124</c:v>
                </c:pt>
                <c:pt idx="11018">
                  <c:v>1.0146129775393626</c:v>
                </c:pt>
                <c:pt idx="11019">
                  <c:v>1.0143458272692407</c:v>
                </c:pt>
                <c:pt idx="11020">
                  <c:v>1.0136069096367639</c:v>
                </c:pt>
                <c:pt idx="11021">
                  <c:v>1.0117843291145028</c:v>
                </c:pt>
                <c:pt idx="11022">
                  <c:v>1.0106952815643961</c:v>
                </c:pt>
                <c:pt idx="11023">
                  <c:v>1.0108661683315934</c:v>
                </c:pt>
                <c:pt idx="11024">
                  <c:v>1.0116102928290041</c:v>
                </c:pt>
                <c:pt idx="11025">
                  <c:v>1.0122057295833746</c:v>
                </c:pt>
                <c:pt idx="11026">
                  <c:v>1.0132342505035419</c:v>
                </c:pt>
                <c:pt idx="11027">
                  <c:v>1.0129798761020139</c:v>
                </c:pt>
                <c:pt idx="11028">
                  <c:v>1.0127387347572203</c:v>
                </c:pt>
                <c:pt idx="11029">
                  <c:v>1.0131522868296796</c:v>
                </c:pt>
                <c:pt idx="11030">
                  <c:v>1.0138459936349251</c:v>
                </c:pt>
                <c:pt idx="11031">
                  <c:v>1.0141943709980163</c:v>
                </c:pt>
                <c:pt idx="11032">
                  <c:v>1.0137922486290705</c:v>
                </c:pt>
                <c:pt idx="11033">
                  <c:v>1.0129560261206825</c:v>
                </c:pt>
                <c:pt idx="11034">
                  <c:v>1.0124215477850504</c:v>
                </c:pt>
                <c:pt idx="11035">
                  <c:v>1.0122796924647774</c:v>
                </c:pt>
                <c:pt idx="11036">
                  <c:v>1.0133298282242558</c:v>
                </c:pt>
                <c:pt idx="11037">
                  <c:v>1.0147266903896512</c:v>
                </c:pt>
                <c:pt idx="11038">
                  <c:v>1.015068870313504</c:v>
                </c:pt>
                <c:pt idx="11039">
                  <c:v>1.0144222792860753</c:v>
                </c:pt>
                <c:pt idx="11040">
                  <c:v>1.0132507600752836</c:v>
                </c:pt>
                <c:pt idx="11041">
                  <c:v>1.0116505507847127</c:v>
                </c:pt>
                <c:pt idx="11042">
                  <c:v>1.0123340978535016</c:v>
                </c:pt>
                <c:pt idx="11043">
                  <c:v>1.0139116255324336</c:v>
                </c:pt>
                <c:pt idx="11044">
                  <c:v>1.0147386026806464</c:v>
                </c:pt>
                <c:pt idx="11045">
                  <c:v>1.0127281686313057</c:v>
                </c:pt>
                <c:pt idx="11046">
                  <c:v>1.010403595530732</c:v>
                </c:pt>
                <c:pt idx="11047">
                  <c:v>1.0097716853224827</c:v>
                </c:pt>
                <c:pt idx="11048">
                  <c:v>1.00931376060105</c:v>
                </c:pt>
                <c:pt idx="11049">
                  <c:v>1.0083548084762681</c:v>
                </c:pt>
                <c:pt idx="11050">
                  <c:v>1.0096992464015484</c:v>
                </c:pt>
                <c:pt idx="11051">
                  <c:v>1.0107629708085373</c:v>
                </c:pt>
                <c:pt idx="11052">
                  <c:v>1.0102243269809581</c:v>
                </c:pt>
                <c:pt idx="11053">
                  <c:v>1.0097090759465699</c:v>
                </c:pt>
                <c:pt idx="11054">
                  <c:v>1.0094731414667104</c:v>
                </c:pt>
                <c:pt idx="11055">
                  <c:v>1.0092563580900711</c:v>
                </c:pt>
                <c:pt idx="11056">
                  <c:v>1.0099640853316265</c:v>
                </c:pt>
                <c:pt idx="11057">
                  <c:v>1.01204091325871</c:v>
                </c:pt>
                <c:pt idx="11058">
                  <c:v>1.0141831190898909</c:v>
                </c:pt>
                <c:pt idx="11059">
                  <c:v>1.0148054029478475</c:v>
                </c:pt>
                <c:pt idx="11060">
                  <c:v>1.0141561449895991</c:v>
                </c:pt>
                <c:pt idx="11061">
                  <c:v>1.0131683646126219</c:v>
                </c:pt>
                <c:pt idx="11062">
                  <c:v>1.0111829235149641</c:v>
                </c:pt>
                <c:pt idx="11063">
                  <c:v>1.0110015722192167</c:v>
                </c:pt>
                <c:pt idx="11064">
                  <c:v>1.011193896030337</c:v>
                </c:pt>
                <c:pt idx="11065">
                  <c:v>1.0114507595672968</c:v>
                </c:pt>
                <c:pt idx="11066">
                  <c:v>1.0112728371826034</c:v>
                </c:pt>
                <c:pt idx="11067">
                  <c:v>1.0112843176847992</c:v>
                </c:pt>
                <c:pt idx="11068">
                  <c:v>1.0133736420877242</c:v>
                </c:pt>
                <c:pt idx="11069">
                  <c:v>1.0142173320024079</c:v>
                </c:pt>
                <c:pt idx="11070">
                  <c:v>1.0142541864464036</c:v>
                </c:pt>
                <c:pt idx="11071">
                  <c:v>1.0128123166485061</c:v>
                </c:pt>
                <c:pt idx="11072">
                  <c:v>1.0122991229607503</c:v>
                </c:pt>
                <c:pt idx="11073">
                  <c:v>1.0132543921810668</c:v>
                </c:pt>
                <c:pt idx="11074">
                  <c:v>1.0123607925610409</c:v>
                </c:pt>
                <c:pt idx="11075">
                  <c:v>1.0096964270746818</c:v>
                </c:pt>
                <c:pt idx="11076">
                  <c:v>1.0085670453708431</c:v>
                </c:pt>
                <c:pt idx="11077">
                  <c:v>1.0093909745981189</c:v>
                </c:pt>
                <c:pt idx="11078">
                  <c:v>1.0129746946364211</c:v>
                </c:pt>
                <c:pt idx="11079">
                  <c:v>1.0156690821440091</c:v>
                </c:pt>
                <c:pt idx="11080">
                  <c:v>1.0165823662534195</c:v>
                </c:pt>
                <c:pt idx="11081">
                  <c:v>1.0159529959792843</c:v>
                </c:pt>
                <c:pt idx="11082">
                  <c:v>1.0151249266594025</c:v>
                </c:pt>
                <c:pt idx="11083">
                  <c:v>1.0144317786396622</c:v>
                </c:pt>
                <c:pt idx="11084">
                  <c:v>1.0142102963849118</c:v>
                </c:pt>
                <c:pt idx="11085">
                  <c:v>1.0145484124141819</c:v>
                </c:pt>
                <c:pt idx="11086">
                  <c:v>1.0150855576806337</c:v>
                </c:pt>
                <c:pt idx="11087">
                  <c:v>1.0145922262776503</c:v>
                </c:pt>
                <c:pt idx="11088">
                  <c:v>1.013519256510486</c:v>
                </c:pt>
                <c:pt idx="11089">
                  <c:v>1.0125685337722339</c:v>
                </c:pt>
                <c:pt idx="11090">
                  <c:v>1.0117994417224818</c:v>
                </c:pt>
                <c:pt idx="11091">
                  <c:v>1.0117440711587942</c:v>
                </c:pt>
                <c:pt idx="11092">
                  <c:v>1.0117837449296565</c:v>
                </c:pt>
                <c:pt idx="11093">
                  <c:v>1.0126440714127876</c:v>
                </c:pt>
                <c:pt idx="11094">
                  <c:v>1.0130692817828306</c:v>
                </c:pt>
                <c:pt idx="11095">
                  <c:v>1.0121241722989707</c:v>
                </c:pt>
                <c:pt idx="11096">
                  <c:v>1.0117518941558656</c:v>
                </c:pt>
                <c:pt idx="11097">
                  <c:v>1.0128575782744196</c:v>
                </c:pt>
                <c:pt idx="11098">
                  <c:v>1.014666697145876</c:v>
                </c:pt>
                <c:pt idx="11099">
                  <c:v>1.0157050476110649</c:v>
                </c:pt>
                <c:pt idx="11100">
                  <c:v>1.0168141606406729</c:v>
                </c:pt>
                <c:pt idx="11101">
                  <c:v>1.0147083774646886</c:v>
                </c:pt>
                <c:pt idx="11102">
                  <c:v>1.0130382691872972</c:v>
                </c:pt>
                <c:pt idx="11103">
                  <c:v>1.0125317047275795</c:v>
                </c:pt>
                <c:pt idx="11104">
                  <c:v>1.0129568135002578</c:v>
                </c:pt>
                <c:pt idx="11105">
                  <c:v>1.0129313379610934</c:v>
                </c:pt>
                <c:pt idx="11106">
                  <c:v>1.0117644922290716</c:v>
                </c:pt>
                <c:pt idx="11107">
                  <c:v>1.0118019816565957</c:v>
                </c:pt>
                <c:pt idx="11108">
                  <c:v>1.0126059216023937</c:v>
                </c:pt>
                <c:pt idx="11109">
                  <c:v>1.0131943227392681</c:v>
                </c:pt>
                <c:pt idx="11110">
                  <c:v>1.0120041096133967</c:v>
                </c:pt>
                <c:pt idx="11111">
                  <c:v>1.0131028089131369</c:v>
                </c:pt>
                <c:pt idx="11112">
                  <c:v>1.014594486819012</c:v>
                </c:pt>
                <c:pt idx="11113">
                  <c:v>1.0144857268402458</c:v>
                </c:pt>
                <c:pt idx="11114">
                  <c:v>1.0145299470931723</c:v>
                </c:pt>
                <c:pt idx="11115">
                  <c:v>1.0165849569862158</c:v>
                </c:pt>
                <c:pt idx="11116">
                  <c:v>1.0181115589861598</c:v>
                </c:pt>
                <c:pt idx="11117">
                  <c:v>1.0179428819616418</c:v>
                </c:pt>
                <c:pt idx="11118">
                  <c:v>1.018671995448438</c:v>
                </c:pt>
                <c:pt idx="11119">
                  <c:v>1.0188448633642444</c:v>
                </c:pt>
                <c:pt idx="11120">
                  <c:v>1.0181924558876942</c:v>
                </c:pt>
                <c:pt idx="11121">
                  <c:v>1.0190305325479858</c:v>
                </c:pt>
                <c:pt idx="11122">
                  <c:v>1.0186624706955101</c:v>
                </c:pt>
                <c:pt idx="11123">
                  <c:v>1.0179132155311892</c:v>
                </c:pt>
                <c:pt idx="11124">
                  <c:v>1.0176091854177303</c:v>
                </c:pt>
                <c:pt idx="11125">
                  <c:v>1.016958174904943</c:v>
                </c:pt>
                <c:pt idx="11126">
                  <c:v>1.0160497928683729</c:v>
                </c:pt>
                <c:pt idx="11127">
                  <c:v>1.0142520529017478</c:v>
                </c:pt>
                <c:pt idx="11128">
                  <c:v>1.0143589841279517</c:v>
                </c:pt>
                <c:pt idx="11129">
                  <c:v>1.0148482008376702</c:v>
                </c:pt>
                <c:pt idx="11130">
                  <c:v>1.0148308784870121</c:v>
                </c:pt>
                <c:pt idx="11131">
                  <c:v>1.0153276388010495</c:v>
                </c:pt>
                <c:pt idx="11132">
                  <c:v>1.015300537704052</c:v>
                </c:pt>
                <c:pt idx="11133">
                  <c:v>1.0144142022955924</c:v>
                </c:pt>
                <c:pt idx="11134">
                  <c:v>1.0131484261298263</c:v>
                </c:pt>
                <c:pt idx="11135">
                  <c:v>1.0128294866031176</c:v>
                </c:pt>
                <c:pt idx="11136">
                  <c:v>1.0116718608319299</c:v>
                </c:pt>
                <c:pt idx="11137">
                  <c:v>1.0109736837426437</c:v>
                </c:pt>
                <c:pt idx="11138">
                  <c:v>1.0125791506968309</c:v>
                </c:pt>
                <c:pt idx="11139">
                  <c:v>1.015589099618756</c:v>
                </c:pt>
                <c:pt idx="11140">
                  <c:v>1.0163087645506474</c:v>
                </c:pt>
                <c:pt idx="11141">
                  <c:v>1.0164585698646977</c:v>
                </c:pt>
                <c:pt idx="11142">
                  <c:v>1.0168580253028237</c:v>
                </c:pt>
                <c:pt idx="11143">
                  <c:v>1.0177726301779733</c:v>
                </c:pt>
                <c:pt idx="11144">
                  <c:v>1.018469105511403</c:v>
                </c:pt>
                <c:pt idx="11145">
                  <c:v>1.0177151768683121</c:v>
                </c:pt>
                <c:pt idx="11146">
                  <c:v>1.0167485541425056</c:v>
                </c:pt>
                <c:pt idx="11147">
                  <c:v>1.0159516498142038</c:v>
                </c:pt>
                <c:pt idx="11148">
                  <c:v>1.0158644030773842</c:v>
                </c:pt>
                <c:pt idx="11149">
                  <c:v>1.0153400590788675</c:v>
                </c:pt>
                <c:pt idx="11150">
                  <c:v>1.012976091600184</c:v>
                </c:pt>
                <c:pt idx="11151">
                  <c:v>1.0116696002905685</c:v>
                </c:pt>
                <c:pt idx="11152">
                  <c:v>1.0128532095877434</c:v>
                </c:pt>
                <c:pt idx="11153">
                  <c:v>1.01428593562283</c:v>
                </c:pt>
                <c:pt idx="11154">
                  <c:v>1.013148222935097</c:v>
                </c:pt>
                <c:pt idx="11155">
                  <c:v>1.0115848680885218</c:v>
                </c:pt>
                <c:pt idx="11156">
                  <c:v>1.0107463342400897</c:v>
                </c:pt>
                <c:pt idx="11157">
                  <c:v>1.0105579727261875</c:v>
                </c:pt>
                <c:pt idx="11158">
                  <c:v>1.0105772254267724</c:v>
                </c:pt>
                <c:pt idx="11159">
                  <c:v>1.0108202463228104</c:v>
                </c:pt>
                <c:pt idx="11160">
                  <c:v>1.012631727332993</c:v>
                </c:pt>
                <c:pt idx="11161">
                  <c:v>1.0140868047882838</c:v>
                </c:pt>
                <c:pt idx="11162">
                  <c:v>1.015429083769567</c:v>
                </c:pt>
                <c:pt idx="11163">
                  <c:v>1.0153542573105654</c:v>
                </c:pt>
                <c:pt idx="11164">
                  <c:v>1.0147976815481405</c:v>
                </c:pt>
                <c:pt idx="11165">
                  <c:v>1.0138830258743088</c:v>
                </c:pt>
                <c:pt idx="11166">
                  <c:v>1.0149321710594827</c:v>
                </c:pt>
                <c:pt idx="11167">
                  <c:v>1.0138557469819234</c:v>
                </c:pt>
                <c:pt idx="11168">
                  <c:v>1.0123645516635298</c:v>
                </c:pt>
                <c:pt idx="11169">
                  <c:v>1.0130872899156995</c:v>
                </c:pt>
                <c:pt idx="11170">
                  <c:v>1.0129774885639466</c:v>
                </c:pt>
                <c:pt idx="11171">
                  <c:v>1.011500110487134</c:v>
                </c:pt>
                <c:pt idx="11172">
                  <c:v>1.0115309198879381</c:v>
                </c:pt>
                <c:pt idx="11173">
                  <c:v>1.01249655203944</c:v>
                </c:pt>
                <c:pt idx="11174">
                  <c:v>1.0132670156536139</c:v>
                </c:pt>
                <c:pt idx="11175">
                  <c:v>1.012037662143044</c:v>
                </c:pt>
                <c:pt idx="11176">
                  <c:v>1.011507476296065</c:v>
                </c:pt>
                <c:pt idx="11177">
                  <c:v>1.0129413199021617</c:v>
                </c:pt>
                <c:pt idx="11178">
                  <c:v>1.0141421245532891</c:v>
                </c:pt>
                <c:pt idx="11179">
                  <c:v>1.0149902847520136</c:v>
                </c:pt>
                <c:pt idx="11180">
                  <c:v>1.0143367089057709</c:v>
                </c:pt>
                <c:pt idx="11181">
                  <c:v>1.0134967780935762</c:v>
                </c:pt>
                <c:pt idx="11182">
                  <c:v>1.0131289702345121</c:v>
                </c:pt>
                <c:pt idx="11183">
                  <c:v>1.0136703317915934</c:v>
                </c:pt>
                <c:pt idx="11184">
                  <c:v>1.0146532354950712</c:v>
                </c:pt>
                <c:pt idx="11185">
                  <c:v>1.0150298569255114</c:v>
                </c:pt>
                <c:pt idx="11186">
                  <c:v>1.0161820726370359</c:v>
                </c:pt>
                <c:pt idx="11187">
                  <c:v>1.0173810993342833</c:v>
                </c:pt>
                <c:pt idx="11188">
                  <c:v>1.0169440020725862</c:v>
                </c:pt>
                <c:pt idx="11189">
                  <c:v>1.0144072428761197</c:v>
                </c:pt>
                <c:pt idx="11190">
                  <c:v>1.0142009748267129</c:v>
                </c:pt>
                <c:pt idx="11191">
                  <c:v>1.0146467332637392</c:v>
                </c:pt>
                <c:pt idx="11192">
                  <c:v>1.0136258067465731</c:v>
                </c:pt>
                <c:pt idx="11193">
                  <c:v>1.013420402274765</c:v>
                </c:pt>
                <c:pt idx="11194">
                  <c:v>1.0131825628443198</c:v>
                </c:pt>
                <c:pt idx="11195">
                  <c:v>1.0132340473088128</c:v>
                </c:pt>
                <c:pt idx="11196">
                  <c:v>1.0144548666407593</c:v>
                </c:pt>
                <c:pt idx="11197">
                  <c:v>1.0136677918574792</c:v>
                </c:pt>
                <c:pt idx="11198">
                  <c:v>1.0133609424171537</c:v>
                </c:pt>
                <c:pt idx="11199">
                  <c:v>1.0145766564815308</c:v>
                </c:pt>
                <c:pt idx="11200">
                  <c:v>1.0140223412604676</c:v>
                </c:pt>
                <c:pt idx="11201">
                  <c:v>1.0125829097993198</c:v>
                </c:pt>
                <c:pt idx="11202">
                  <c:v>1.0132841602088842</c:v>
                </c:pt>
                <c:pt idx="11203">
                  <c:v>1.0149903101513547</c:v>
                </c:pt>
                <c:pt idx="11204">
                  <c:v>1.0137636235716045</c:v>
                </c:pt>
                <c:pt idx="11205">
                  <c:v>1.0133792553421164</c:v>
                </c:pt>
                <c:pt idx="11206">
                  <c:v>1.0145652267780174</c:v>
                </c:pt>
                <c:pt idx="11207">
                  <c:v>1.014712771550706</c:v>
                </c:pt>
                <c:pt idx="11208">
                  <c:v>1.0147798512106596</c:v>
                </c:pt>
                <c:pt idx="11209">
                  <c:v>1.0159059817988321</c:v>
                </c:pt>
                <c:pt idx="11210">
                  <c:v>1.0151397344752877</c:v>
                </c:pt>
                <c:pt idx="11211">
                  <c:v>1.0140630564043169</c:v>
                </c:pt>
                <c:pt idx="11212">
                  <c:v>1.0117293649402734</c:v>
                </c:pt>
                <c:pt idx="11213">
                  <c:v>1.0099942089502199</c:v>
                </c:pt>
                <c:pt idx="11214">
                  <c:v>1.010070381574302</c:v>
                </c:pt>
                <c:pt idx="11215">
                  <c:v>1.0107658409340861</c:v>
                </c:pt>
                <c:pt idx="11216">
                  <c:v>1.0112093642290918</c:v>
                </c:pt>
                <c:pt idx="11217">
                  <c:v>1.0123566524684349</c:v>
                </c:pt>
                <c:pt idx="11218">
                  <c:v>1.0132760578190603</c:v>
                </c:pt>
                <c:pt idx="11219">
                  <c:v>1.0133241133724991</c:v>
                </c:pt>
                <c:pt idx="11220">
                  <c:v>1.012848663105679</c:v>
                </c:pt>
                <c:pt idx="11221">
                  <c:v>1.0120778946994116</c:v>
                </c:pt>
                <c:pt idx="11222">
                  <c:v>1.0111023822042056</c:v>
                </c:pt>
                <c:pt idx="11223">
                  <c:v>1.011791186936611</c:v>
                </c:pt>
                <c:pt idx="11224">
                  <c:v>1.0127932163439681</c:v>
                </c:pt>
                <c:pt idx="11225">
                  <c:v>1.0132295008267485</c:v>
                </c:pt>
                <c:pt idx="11226">
                  <c:v>1.0144349789566458</c:v>
                </c:pt>
                <c:pt idx="11227">
                  <c:v>1.0153400336795264</c:v>
                </c:pt>
                <c:pt idx="11228">
                  <c:v>1.0153479582739624</c:v>
                </c:pt>
                <c:pt idx="11229">
                  <c:v>1.0148131243475544</c:v>
                </c:pt>
                <c:pt idx="11230">
                  <c:v>1.0129157427656326</c:v>
                </c:pt>
                <c:pt idx="11231">
                  <c:v>1.0132677014358247</c:v>
                </c:pt>
                <c:pt idx="11232">
                  <c:v>1.0127424176616859</c:v>
                </c:pt>
                <c:pt idx="11233">
                  <c:v>1.012113987163173</c:v>
                </c:pt>
                <c:pt idx="11234">
                  <c:v>1.0133919296133458</c:v>
                </c:pt>
                <c:pt idx="11235">
                  <c:v>1.0136402335723411</c:v>
                </c:pt>
                <c:pt idx="11236">
                  <c:v>1.0125452679757487</c:v>
                </c:pt>
                <c:pt idx="11237">
                  <c:v>1.0131520582356093</c:v>
                </c:pt>
                <c:pt idx="11238">
                  <c:v>1.0150472808735342</c:v>
                </c:pt>
                <c:pt idx="11239">
                  <c:v>1.0155343132399146</c:v>
                </c:pt>
                <c:pt idx="11240">
                  <c:v>1.014449583577802</c:v>
                </c:pt>
                <c:pt idx="11241">
                  <c:v>1.0136042427059442</c:v>
                </c:pt>
                <c:pt idx="11242">
                  <c:v>1.0140411367729121</c:v>
                </c:pt>
                <c:pt idx="11243">
                  <c:v>1.0138102821612807</c:v>
                </c:pt>
                <c:pt idx="11244">
                  <c:v>1.0135492785317148</c:v>
                </c:pt>
                <c:pt idx="11245">
                  <c:v>1.0134430584870628</c:v>
                </c:pt>
                <c:pt idx="11246">
                  <c:v>1.0140156612337476</c:v>
                </c:pt>
                <c:pt idx="11247">
                  <c:v>1.0144575843702615</c:v>
                </c:pt>
                <c:pt idx="11248">
                  <c:v>1.0154043702106368</c:v>
                </c:pt>
                <c:pt idx="11249">
                  <c:v>1.0149576719979885</c:v>
                </c:pt>
                <c:pt idx="11250">
                  <c:v>1.0141998572557027</c:v>
                </c:pt>
                <c:pt idx="11251">
                  <c:v>1.0140447688786953</c:v>
                </c:pt>
                <c:pt idx="11252">
                  <c:v>1.0139231314339705</c:v>
                </c:pt>
                <c:pt idx="11253">
                  <c:v>1.0137060432652376</c:v>
                </c:pt>
                <c:pt idx="11254">
                  <c:v>1.0133856305767428</c:v>
                </c:pt>
                <c:pt idx="11255">
                  <c:v>1.0135362232703684</c:v>
                </c:pt>
                <c:pt idx="11256">
                  <c:v>1.0124865954977127</c:v>
                </c:pt>
                <c:pt idx="11257">
                  <c:v>1.0138071072436381</c:v>
                </c:pt>
                <c:pt idx="11258">
                  <c:v>1.0154020842699341</c:v>
                </c:pt>
                <c:pt idx="11259">
                  <c:v>1.0153078781136418</c:v>
                </c:pt>
                <c:pt idx="11260">
                  <c:v>1.0142650573644119</c:v>
                </c:pt>
                <c:pt idx="11261">
                  <c:v>1.0136971280964973</c:v>
                </c:pt>
                <c:pt idx="11262">
                  <c:v>1.0141622662308141</c:v>
                </c:pt>
                <c:pt idx="11263">
                  <c:v>1.0158361336106942</c:v>
                </c:pt>
                <c:pt idx="11264">
                  <c:v>1.0164572236996172</c:v>
                </c:pt>
                <c:pt idx="11265">
                  <c:v>1.0150406770448375</c:v>
                </c:pt>
                <c:pt idx="11266">
                  <c:v>1.0139308782330185</c:v>
                </c:pt>
                <c:pt idx="11267">
                  <c:v>1.0148074856938212</c:v>
                </c:pt>
                <c:pt idx="11268">
                  <c:v>1.0163781047519627</c:v>
                </c:pt>
                <c:pt idx="11269">
                  <c:v>1.0160324451183735</c:v>
                </c:pt>
                <c:pt idx="11270">
                  <c:v>1.0146078214731109</c:v>
                </c:pt>
                <c:pt idx="11271">
                  <c:v>1.0138794445672079</c:v>
                </c:pt>
                <c:pt idx="11272">
                  <c:v>1.0129171397293955</c:v>
                </c:pt>
                <c:pt idx="11273">
                  <c:v>1.0133217004350907</c:v>
                </c:pt>
                <c:pt idx="11274">
                  <c:v>1.0143996484731186</c:v>
                </c:pt>
                <c:pt idx="11275">
                  <c:v>1.0160702647373328</c:v>
                </c:pt>
                <c:pt idx="11276">
                  <c:v>1.0172538486351663</c:v>
                </c:pt>
                <c:pt idx="11277">
                  <c:v>1.0167987686399416</c:v>
                </c:pt>
                <c:pt idx="11278">
                  <c:v>1.0156965134324416</c:v>
                </c:pt>
                <c:pt idx="11279">
                  <c:v>1.0149813949826141</c:v>
                </c:pt>
                <c:pt idx="11280">
                  <c:v>1.0136996426312701</c:v>
                </c:pt>
                <c:pt idx="11281">
                  <c:v>1.0124700351272888</c:v>
                </c:pt>
                <c:pt idx="11282">
                  <c:v>1.0118442715595957</c:v>
                </c:pt>
                <c:pt idx="11283">
                  <c:v>1.0109089916207574</c:v>
                </c:pt>
                <c:pt idx="11284">
                  <c:v>1.0106394030138859</c:v>
                </c:pt>
                <c:pt idx="11285">
                  <c:v>1.0105205340973455</c:v>
                </c:pt>
                <c:pt idx="11286">
                  <c:v>1.0105281792990291</c:v>
                </c:pt>
                <c:pt idx="11287">
                  <c:v>1.0118971275885102</c:v>
                </c:pt>
                <c:pt idx="11288">
                  <c:v>1.0121133775789857</c:v>
                </c:pt>
                <c:pt idx="11289">
                  <c:v>1.0120761167455317</c:v>
                </c:pt>
                <c:pt idx="11290">
                  <c:v>1.0142390484390835</c:v>
                </c:pt>
                <c:pt idx="11291">
                  <c:v>1.0161822758317649</c:v>
                </c:pt>
                <c:pt idx="11292">
                  <c:v>1.0165370792281647</c:v>
                </c:pt>
                <c:pt idx="11293">
                  <c:v>1.0180257854111265</c:v>
                </c:pt>
                <c:pt idx="11294">
                  <c:v>1.0173365234905807</c:v>
                </c:pt>
                <c:pt idx="11295">
                  <c:v>1.0150748899573545</c:v>
                </c:pt>
                <c:pt idx="11296">
                  <c:v>1.0156038312366178</c:v>
                </c:pt>
                <c:pt idx="11297">
                  <c:v>1.0148006786703954</c:v>
                </c:pt>
                <c:pt idx="11298">
                  <c:v>1.013132576940954</c:v>
                </c:pt>
                <c:pt idx="11299">
                  <c:v>1.0138446728691857</c:v>
                </c:pt>
                <c:pt idx="11300">
                  <c:v>1.0145530350942698</c:v>
                </c:pt>
                <c:pt idx="11301">
                  <c:v>1.0148878492091915</c:v>
                </c:pt>
                <c:pt idx="11302">
                  <c:v>1.0153880638336241</c:v>
                </c:pt>
                <c:pt idx="11303">
                  <c:v>1.0152171262677445</c:v>
                </c:pt>
                <c:pt idx="11304">
                  <c:v>1.0152954578358238</c:v>
                </c:pt>
                <c:pt idx="11305">
                  <c:v>1.0166256467307238</c:v>
                </c:pt>
                <c:pt idx="11306">
                  <c:v>1.0166927517900186</c:v>
                </c:pt>
                <c:pt idx="11307">
                  <c:v>1.0163881374917134</c:v>
                </c:pt>
                <c:pt idx="11308">
                  <c:v>1.0167622443873805</c:v>
                </c:pt>
                <c:pt idx="11309">
                  <c:v>1.0157497504514732</c:v>
                </c:pt>
                <c:pt idx="11310">
                  <c:v>1.0132916276151798</c:v>
                </c:pt>
                <c:pt idx="11311">
                  <c:v>1.0106608146584677</c:v>
                </c:pt>
                <c:pt idx="11312">
                  <c:v>1.0104524638630874</c:v>
                </c:pt>
                <c:pt idx="11313">
                  <c:v>1.0117795540383683</c:v>
                </c:pt>
                <c:pt idx="11314">
                  <c:v>1.0142544658391561</c:v>
                </c:pt>
                <c:pt idx="11315">
                  <c:v>1.0165717493288224</c:v>
                </c:pt>
                <c:pt idx="11316">
                  <c:v>1.0167925966000442</c:v>
                </c:pt>
                <c:pt idx="11317">
                  <c:v>1.0164023357234113</c:v>
                </c:pt>
                <c:pt idx="11318">
                  <c:v>1.0158841383654509</c:v>
                </c:pt>
                <c:pt idx="11319">
                  <c:v>1.0136556509724137</c:v>
                </c:pt>
                <c:pt idx="11320">
                  <c:v>1.0130754284233867</c:v>
                </c:pt>
                <c:pt idx="11321">
                  <c:v>1.0136935213900551</c:v>
                </c:pt>
                <c:pt idx="11322">
                  <c:v>1.0133420199080037</c:v>
                </c:pt>
                <c:pt idx="11323">
                  <c:v>1.0132645265181821</c:v>
                </c:pt>
                <c:pt idx="11324">
                  <c:v>1.0128282420354016</c:v>
                </c:pt>
                <c:pt idx="11325">
                  <c:v>1.0131122320687</c:v>
                </c:pt>
                <c:pt idx="11326">
                  <c:v>1.0148035995946265</c:v>
                </c:pt>
                <c:pt idx="11327">
                  <c:v>1.0169992964382504</c:v>
                </c:pt>
                <c:pt idx="11328">
                  <c:v>1.0183872434349053</c:v>
                </c:pt>
                <c:pt idx="11329">
                  <c:v>1.0197146892009621</c:v>
                </c:pt>
                <c:pt idx="11330">
                  <c:v>1.020447714186294</c:v>
                </c:pt>
                <c:pt idx="11331">
                  <c:v>1.0193395663316493</c:v>
                </c:pt>
                <c:pt idx="11332">
                  <c:v>1.0184263076215803</c:v>
                </c:pt>
                <c:pt idx="11333">
                  <c:v>1.0171425995209684</c:v>
                </c:pt>
                <c:pt idx="11334">
                  <c:v>1.0160953592863802</c:v>
                </c:pt>
                <c:pt idx="11335">
                  <c:v>1.0161168217296443</c:v>
                </c:pt>
                <c:pt idx="11336">
                  <c:v>1.014803320201874</c:v>
                </c:pt>
                <c:pt idx="11337">
                  <c:v>1.0146413740027584</c:v>
                </c:pt>
                <c:pt idx="11338">
                  <c:v>1.0145524763087646</c:v>
                </c:pt>
                <c:pt idx="11339">
                  <c:v>1.0151409536436624</c:v>
                </c:pt>
                <c:pt idx="11340">
                  <c:v>1.0162741452486723</c:v>
                </c:pt>
                <c:pt idx="11341">
                  <c:v>1.0172391170173045</c:v>
                </c:pt>
                <c:pt idx="11342">
                  <c:v>1.0169001120110945</c:v>
                </c:pt>
                <c:pt idx="11343">
                  <c:v>1.0159116458519066</c:v>
                </c:pt>
                <c:pt idx="11344">
                  <c:v>1.0153643408489983</c:v>
                </c:pt>
                <c:pt idx="11345">
                  <c:v>1.0151974163790192</c:v>
                </c:pt>
                <c:pt idx="11346">
                  <c:v>1.0149097434412551</c:v>
                </c:pt>
                <c:pt idx="11347">
                  <c:v>1.0142641175887896</c:v>
                </c:pt>
                <c:pt idx="11348">
                  <c:v>1.0144451386931024</c:v>
                </c:pt>
                <c:pt idx="11349">
                  <c:v>1.0144363759204087</c:v>
                </c:pt>
                <c:pt idx="11350">
                  <c:v>1.0137996144380015</c:v>
                </c:pt>
                <c:pt idx="11351">
                  <c:v>1.0136817360957657</c:v>
                </c:pt>
                <c:pt idx="11352">
                  <c:v>1.0147504133742771</c:v>
                </c:pt>
                <c:pt idx="11353">
                  <c:v>1.0133326221517813</c:v>
                </c:pt>
                <c:pt idx="11354">
                  <c:v>1.0126879614742794</c:v>
                </c:pt>
                <c:pt idx="11355">
                  <c:v>1.0128387827619751</c:v>
                </c:pt>
                <c:pt idx="11356">
                  <c:v>1.0137003792121633</c:v>
                </c:pt>
                <c:pt idx="11357">
                  <c:v>1.0142685624734895</c:v>
                </c:pt>
                <c:pt idx="11358">
                  <c:v>1.0132626723662788</c:v>
                </c:pt>
                <c:pt idx="11359">
                  <c:v>1.0117607077272415</c:v>
                </c:pt>
                <c:pt idx="11360">
                  <c:v>1.0120191460233521</c:v>
                </c:pt>
                <c:pt idx="11361">
                  <c:v>1.0124465407367333</c:v>
                </c:pt>
                <c:pt idx="11362">
                  <c:v>1.012729844987821</c:v>
                </c:pt>
                <c:pt idx="11363">
                  <c:v>1.0134058484522912</c:v>
                </c:pt>
                <c:pt idx="11364">
                  <c:v>1.013746402818311</c:v>
                </c:pt>
                <c:pt idx="11365">
                  <c:v>1.0137692876246791</c:v>
                </c:pt>
                <c:pt idx="11366">
                  <c:v>1.0144533172809498</c:v>
                </c:pt>
                <c:pt idx="11367">
                  <c:v>1.0146515083398737</c:v>
                </c:pt>
                <c:pt idx="11368">
                  <c:v>1.0145980173274305</c:v>
                </c:pt>
                <c:pt idx="11369">
                  <c:v>1.0136454150379339</c:v>
                </c:pt>
                <c:pt idx="11370">
                  <c:v>1.0128190982725909</c:v>
                </c:pt>
                <c:pt idx="11371">
                  <c:v>1.0120705796891629</c:v>
                </c:pt>
                <c:pt idx="11372">
                  <c:v>1.0119905971639096</c:v>
                </c:pt>
                <c:pt idx="11373">
                  <c:v>1.0119583654000015</c:v>
                </c:pt>
                <c:pt idx="11374">
                  <c:v>1.0118772145050556</c:v>
                </c:pt>
                <c:pt idx="11375">
                  <c:v>1.0114469242667845</c:v>
                </c:pt>
                <c:pt idx="11376">
                  <c:v>1.0122642750647048</c:v>
                </c:pt>
                <c:pt idx="11377">
                  <c:v>1.0142213958969903</c:v>
                </c:pt>
                <c:pt idx="11378">
                  <c:v>1.0149470550733914</c:v>
                </c:pt>
                <c:pt idx="11379">
                  <c:v>1.0155971258105565</c:v>
                </c:pt>
                <c:pt idx="11380">
                  <c:v>1.0162424976696105</c:v>
                </c:pt>
                <c:pt idx="11381">
                  <c:v>1.0167757314375265</c:v>
                </c:pt>
                <c:pt idx="11382">
                  <c:v>1.0153389669071984</c:v>
                </c:pt>
                <c:pt idx="11383">
                  <c:v>1.012856765495503</c:v>
                </c:pt>
                <c:pt idx="11384">
                  <c:v>1.0119268956163276</c:v>
                </c:pt>
                <c:pt idx="11385">
                  <c:v>1.0148544998742732</c:v>
                </c:pt>
                <c:pt idx="11386">
                  <c:v>1.0174503125388927</c:v>
                </c:pt>
                <c:pt idx="11387">
                  <c:v>1.0173394190154708</c:v>
                </c:pt>
                <c:pt idx="11388">
                  <c:v>1.0167773061966772</c:v>
                </c:pt>
                <c:pt idx="11389">
                  <c:v>1.0170297756476196</c:v>
                </c:pt>
                <c:pt idx="11390">
                  <c:v>1.017295198762544</c:v>
                </c:pt>
                <c:pt idx="11391">
                  <c:v>1.0160309465572464</c:v>
                </c:pt>
                <c:pt idx="11392">
                  <c:v>1.0136161295975983</c:v>
                </c:pt>
                <c:pt idx="11393">
                  <c:v>1.012788009479034</c:v>
                </c:pt>
                <c:pt idx="11394">
                  <c:v>1.0132298310181833</c:v>
                </c:pt>
                <c:pt idx="11395">
                  <c:v>1.0130640495185554</c:v>
                </c:pt>
                <c:pt idx="11396">
                  <c:v>1.0140390032282562</c:v>
                </c:pt>
                <c:pt idx="11397">
                  <c:v>1.0142091280152192</c:v>
                </c:pt>
                <c:pt idx="11398">
                  <c:v>1.0138283156934909</c:v>
                </c:pt>
                <c:pt idx="11399">
                  <c:v>1.0137144758464964</c:v>
                </c:pt>
                <c:pt idx="11400">
                  <c:v>1.0138343607366824</c:v>
                </c:pt>
                <c:pt idx="11401">
                  <c:v>1.0148409112267627</c:v>
                </c:pt>
                <c:pt idx="11402">
                  <c:v>1.0141809855452351</c:v>
                </c:pt>
                <c:pt idx="11403">
                  <c:v>1.0129133806269066</c:v>
                </c:pt>
                <c:pt idx="11404">
                  <c:v>1.0138115267289967</c:v>
                </c:pt>
                <c:pt idx="11405">
                  <c:v>1.0144421923695299</c:v>
                </c:pt>
                <c:pt idx="11406">
                  <c:v>1.0137721577502279</c:v>
                </c:pt>
                <c:pt idx="11407">
                  <c:v>1.0140613292491192</c:v>
                </c:pt>
                <c:pt idx="11408">
                  <c:v>1.013622047644084</c:v>
                </c:pt>
                <c:pt idx="11409">
                  <c:v>1.0132544175804079</c:v>
                </c:pt>
                <c:pt idx="11410">
                  <c:v>1.0130105585061124</c:v>
                </c:pt>
                <c:pt idx="11411">
                  <c:v>1.012951454239277</c:v>
                </c:pt>
                <c:pt idx="11412">
                  <c:v>1.0119488152477325</c:v>
                </c:pt>
                <c:pt idx="11413">
                  <c:v>1.0117771918996421</c:v>
                </c:pt>
                <c:pt idx="11414">
                  <c:v>1.0126531897762572</c:v>
                </c:pt>
                <c:pt idx="11415">
                  <c:v>1.0133826842531706</c:v>
                </c:pt>
                <c:pt idx="11416">
                  <c:v>1.0156559506846392</c:v>
                </c:pt>
                <c:pt idx="11417">
                  <c:v>1.0165166835572286</c:v>
                </c:pt>
                <c:pt idx="11418">
                  <c:v>1.0149260498182677</c:v>
                </c:pt>
                <c:pt idx="11419">
                  <c:v>1.0148615100924283</c:v>
                </c:pt>
                <c:pt idx="11420">
                  <c:v>1.0161222063899662</c:v>
                </c:pt>
                <c:pt idx="11421">
                  <c:v>1.0161193870630996</c:v>
                </c:pt>
                <c:pt idx="11422">
                  <c:v>1.0152373949419753</c:v>
                </c:pt>
                <c:pt idx="11423">
                  <c:v>1.0141717401850596</c:v>
                </c:pt>
                <c:pt idx="11424">
                  <c:v>1.0129643317052355</c:v>
                </c:pt>
                <c:pt idx="11425">
                  <c:v>1.0122655196324208</c:v>
                </c:pt>
                <c:pt idx="11426">
                  <c:v>1.0124186522601604</c:v>
                </c:pt>
                <c:pt idx="11427">
                  <c:v>1.0127747256236173</c:v>
                </c:pt>
                <c:pt idx="11428">
                  <c:v>1.0134094805580742</c:v>
                </c:pt>
                <c:pt idx="11429">
                  <c:v>1.0137028175489127</c:v>
                </c:pt>
                <c:pt idx="11430">
                  <c:v>1.0125282250178431</c:v>
                </c:pt>
                <c:pt idx="11431">
                  <c:v>1.01141299074702</c:v>
                </c:pt>
                <c:pt idx="11432">
                  <c:v>1.0123540617356386</c:v>
                </c:pt>
                <c:pt idx="11433">
                  <c:v>1.01305279761043</c:v>
                </c:pt>
                <c:pt idx="11434">
                  <c:v>1.012750367655463</c:v>
                </c:pt>
                <c:pt idx="11435">
                  <c:v>1.0139618146305285</c:v>
                </c:pt>
                <c:pt idx="11436">
                  <c:v>1.0149016410514311</c:v>
                </c:pt>
                <c:pt idx="11437">
                  <c:v>1.0150773790927863</c:v>
                </c:pt>
                <c:pt idx="11438">
                  <c:v>1.0150572628146026</c:v>
                </c:pt>
                <c:pt idx="11439">
                  <c:v>1.013667207672633</c:v>
                </c:pt>
                <c:pt idx="11440">
                  <c:v>1.011740083462235</c:v>
                </c:pt>
                <c:pt idx="11441">
                  <c:v>1.0134686864222742</c:v>
                </c:pt>
                <c:pt idx="11442">
                  <c:v>1.0158648856648658</c:v>
                </c:pt>
                <c:pt idx="11443">
                  <c:v>1.0160768177673472</c:v>
                </c:pt>
                <c:pt idx="11444">
                  <c:v>1.0154948680631224</c:v>
                </c:pt>
                <c:pt idx="11445">
                  <c:v>1.0143857042348321</c:v>
                </c:pt>
                <c:pt idx="11446">
                  <c:v>1.0141360033120741</c:v>
                </c:pt>
                <c:pt idx="11447">
                  <c:v>1.0146157714668882</c:v>
                </c:pt>
                <c:pt idx="11448">
                  <c:v>1.0138540198267256</c:v>
                </c:pt>
                <c:pt idx="11449">
                  <c:v>1.0128163551437477</c:v>
                </c:pt>
                <c:pt idx="11450">
                  <c:v>1.0138059388739455</c:v>
                </c:pt>
                <c:pt idx="11451">
                  <c:v>1.0156185374551383</c:v>
                </c:pt>
                <c:pt idx="11452">
                  <c:v>1.0167206910652737</c:v>
                </c:pt>
                <c:pt idx="11453">
                  <c:v>1.0156365201886663</c:v>
                </c:pt>
                <c:pt idx="11454">
                  <c:v>1.0139176705756252</c:v>
                </c:pt>
                <c:pt idx="11455">
                  <c:v>1.0134005145906515</c:v>
                </c:pt>
                <c:pt idx="11456">
                  <c:v>1.0130356784545009</c:v>
                </c:pt>
                <c:pt idx="11457">
                  <c:v>1.0133166205668624</c:v>
                </c:pt>
                <c:pt idx="11458">
                  <c:v>1.0131513724533985</c:v>
                </c:pt>
                <c:pt idx="11459">
                  <c:v>1.0134539802037534</c:v>
                </c:pt>
                <c:pt idx="11460">
                  <c:v>1.0144261399859287</c:v>
                </c:pt>
                <c:pt idx="11461">
                  <c:v>1.0152383093182562</c:v>
                </c:pt>
                <c:pt idx="11462">
                  <c:v>1.0139067234595935</c:v>
                </c:pt>
                <c:pt idx="11463">
                  <c:v>1.0114623924655395</c:v>
                </c:pt>
                <c:pt idx="11464">
                  <c:v>1.0108168936097797</c:v>
                </c:pt>
                <c:pt idx="11465">
                  <c:v>1.009561632771246</c:v>
                </c:pt>
                <c:pt idx="11466">
                  <c:v>1.0098567477159643</c:v>
                </c:pt>
                <c:pt idx="11467">
                  <c:v>1.0115203029633411</c:v>
                </c:pt>
                <c:pt idx="11468">
                  <c:v>1.0111372301002512</c:v>
                </c:pt>
                <c:pt idx="11469">
                  <c:v>1.0096766155885917</c:v>
                </c:pt>
                <c:pt idx="11470">
                  <c:v>1.0099867415439243</c:v>
                </c:pt>
                <c:pt idx="11471">
                  <c:v>1.0106295734688642</c:v>
                </c:pt>
                <c:pt idx="11472">
                  <c:v>1.0115871286298834</c:v>
                </c:pt>
                <c:pt idx="11473">
                  <c:v>1.0121755043674168</c:v>
                </c:pt>
                <c:pt idx="11474">
                  <c:v>1.0116398322627511</c:v>
                </c:pt>
                <c:pt idx="11475">
                  <c:v>1.0114648562016302</c:v>
                </c:pt>
                <c:pt idx="11476">
                  <c:v>1.0120630868835263</c:v>
                </c:pt>
                <c:pt idx="11477">
                  <c:v>1.0132778865716223</c:v>
                </c:pt>
                <c:pt idx="11478">
                  <c:v>1.0133044796817972</c:v>
                </c:pt>
                <c:pt idx="11479">
                  <c:v>1.0135556537663413</c:v>
                </c:pt>
                <c:pt idx="11480">
                  <c:v>1.0130800003047922</c:v>
                </c:pt>
                <c:pt idx="11481">
                  <c:v>1.0112730403773327</c:v>
                </c:pt>
                <c:pt idx="11482">
                  <c:v>1.0107756704791078</c:v>
                </c:pt>
                <c:pt idx="11483">
                  <c:v>1.0107397558107343</c:v>
                </c:pt>
                <c:pt idx="11484">
                  <c:v>1.0105207118927335</c:v>
                </c:pt>
                <c:pt idx="11485">
                  <c:v>1.0115815407748323</c:v>
                </c:pt>
                <c:pt idx="11486">
                  <c:v>1.0130221152063315</c:v>
                </c:pt>
                <c:pt idx="11487">
                  <c:v>1.0143713028084052</c:v>
                </c:pt>
                <c:pt idx="11488">
                  <c:v>1.0151484972479814</c:v>
                </c:pt>
                <c:pt idx="11489">
                  <c:v>1.0147133811348934</c:v>
                </c:pt>
                <c:pt idx="11490">
                  <c:v>1.0142660733380575</c:v>
                </c:pt>
                <c:pt idx="11491">
                  <c:v>1.0136479295727068</c:v>
                </c:pt>
                <c:pt idx="11492">
                  <c:v>1.0130051992451317</c:v>
                </c:pt>
                <c:pt idx="11493">
                  <c:v>1.0131317895613787</c:v>
                </c:pt>
                <c:pt idx="11494">
                  <c:v>1.0138905186799454</c:v>
                </c:pt>
                <c:pt idx="11495">
                  <c:v>1.0145444247176227</c:v>
                </c:pt>
                <c:pt idx="11496">
                  <c:v>1.0125432360284574</c:v>
                </c:pt>
                <c:pt idx="11497">
                  <c:v>1.0111958009809225</c:v>
                </c:pt>
                <c:pt idx="11498">
                  <c:v>1.0111465770577912</c:v>
                </c:pt>
                <c:pt idx="11499">
                  <c:v>1.0109345179586042</c:v>
                </c:pt>
                <c:pt idx="11500">
                  <c:v>1.0114411332170044</c:v>
                </c:pt>
                <c:pt idx="11501">
                  <c:v>1.0121853339124383</c:v>
                </c:pt>
                <c:pt idx="11502">
                  <c:v>1.0133928439896269</c:v>
                </c:pt>
                <c:pt idx="11503">
                  <c:v>1.0130092885390554</c:v>
                </c:pt>
                <c:pt idx="11504">
                  <c:v>1.0125910883871672</c:v>
                </c:pt>
                <c:pt idx="11505">
                  <c:v>1.0121207179885754</c:v>
                </c:pt>
                <c:pt idx="11506">
                  <c:v>1.0118101348451021</c:v>
                </c:pt>
                <c:pt idx="11507">
                  <c:v>1.0128506950529703</c:v>
                </c:pt>
                <c:pt idx="11508">
                  <c:v>1.0120678873590019</c:v>
                </c:pt>
                <c:pt idx="11509">
                  <c:v>1.0112765962850923</c:v>
                </c:pt>
                <c:pt idx="11510">
                  <c:v>1.0118971529878515</c:v>
                </c:pt>
                <c:pt idx="11511">
                  <c:v>1.0127648960785958</c:v>
                </c:pt>
                <c:pt idx="11512">
                  <c:v>1.0145083830525436</c:v>
                </c:pt>
                <c:pt idx="11513">
                  <c:v>1.0154591565894782</c:v>
                </c:pt>
                <c:pt idx="11514">
                  <c:v>1.0139871631729873</c:v>
                </c:pt>
                <c:pt idx="11515">
                  <c:v>1.0134925110042645</c:v>
                </c:pt>
                <c:pt idx="11516">
                  <c:v>1.0133593422586618</c:v>
                </c:pt>
                <c:pt idx="11517">
                  <c:v>1.0135242093820087</c:v>
                </c:pt>
                <c:pt idx="11518">
                  <c:v>1.013994503582577</c:v>
                </c:pt>
                <c:pt idx="11519">
                  <c:v>1.0135434620825936</c:v>
                </c:pt>
                <c:pt idx="11520">
                  <c:v>1.0138474413973702</c:v>
                </c:pt>
                <c:pt idx="11521">
                  <c:v>1.0147420315917004</c:v>
                </c:pt>
                <c:pt idx="11522">
                  <c:v>1.0128031982850365</c:v>
                </c:pt>
                <c:pt idx="11523">
                  <c:v>1.0120967410105381</c:v>
                </c:pt>
                <c:pt idx="11524">
                  <c:v>1.0143256347930334</c:v>
                </c:pt>
                <c:pt idx="11525">
                  <c:v>1.0154838955477494</c:v>
                </c:pt>
                <c:pt idx="11526">
                  <c:v>1.0173348471340653</c:v>
                </c:pt>
                <c:pt idx="11527">
                  <c:v>1.017563415804994</c:v>
                </c:pt>
                <c:pt idx="11528">
                  <c:v>1.016673041901293</c:v>
                </c:pt>
                <c:pt idx="11529">
                  <c:v>1.0153859302889683</c:v>
                </c:pt>
                <c:pt idx="11530">
                  <c:v>1.0156432510140687</c:v>
                </c:pt>
                <c:pt idx="11531">
                  <c:v>1.0169107543350326</c:v>
                </c:pt>
                <c:pt idx="11532">
                  <c:v>1.016609111759641</c:v>
                </c:pt>
                <c:pt idx="11533">
                  <c:v>1.0155257028632678</c:v>
                </c:pt>
                <c:pt idx="11534">
                  <c:v>1.01548056823406</c:v>
                </c:pt>
                <c:pt idx="11535">
                  <c:v>1.0150377053219239</c:v>
                </c:pt>
                <c:pt idx="11536">
                  <c:v>1.0131399681492261</c:v>
                </c:pt>
                <c:pt idx="11537">
                  <c:v>1.0112700940537602</c:v>
                </c:pt>
                <c:pt idx="11538">
                  <c:v>1.0107788707960916</c:v>
                </c:pt>
                <c:pt idx="11539">
                  <c:v>1.009982880844071</c:v>
                </c:pt>
                <c:pt idx="11540">
                  <c:v>1.0098759750172082</c:v>
                </c:pt>
                <c:pt idx="11541">
                  <c:v>1.0104828414750922</c:v>
                </c:pt>
                <c:pt idx="11542">
                  <c:v>1.0106884237422882</c:v>
                </c:pt>
                <c:pt idx="11543">
                  <c:v>1.0111286705222866</c:v>
                </c:pt>
                <c:pt idx="11544">
                  <c:v>1.012133087467711</c:v>
                </c:pt>
                <c:pt idx="11545">
                  <c:v>1.0134118426968004</c:v>
                </c:pt>
                <c:pt idx="11546">
                  <c:v>1.0146873722095648</c:v>
                </c:pt>
                <c:pt idx="11547">
                  <c:v>1.0151663529848036</c:v>
                </c:pt>
                <c:pt idx="11548">
                  <c:v>1.0136299214398379</c:v>
                </c:pt>
                <c:pt idx="11549">
                  <c:v>1.0131076601872948</c:v>
                </c:pt>
                <c:pt idx="11550">
                  <c:v>1.0119673059680832</c:v>
                </c:pt>
                <c:pt idx="11551">
                  <c:v>1.0116946694402746</c:v>
                </c:pt>
                <c:pt idx="11552">
                  <c:v>1.0120860478879179</c:v>
                </c:pt>
                <c:pt idx="11553">
                  <c:v>1.0117540784992036</c:v>
                </c:pt>
                <c:pt idx="11554">
                  <c:v>1.0124175854878323</c:v>
                </c:pt>
                <c:pt idx="11555">
                  <c:v>1.0115609419091669</c:v>
                </c:pt>
                <c:pt idx="11556">
                  <c:v>1.0100867895486791</c:v>
                </c:pt>
                <c:pt idx="11557">
                  <c:v>1.010713950080135</c:v>
                </c:pt>
                <c:pt idx="11558">
                  <c:v>1.0107437181079524</c:v>
                </c:pt>
                <c:pt idx="11559">
                  <c:v>1.0116609137158983</c:v>
                </c:pt>
                <c:pt idx="11560">
                  <c:v>1.0130759110108685</c:v>
                </c:pt>
                <c:pt idx="11561">
                  <c:v>1.0145822189372409</c:v>
                </c:pt>
                <c:pt idx="11562">
                  <c:v>1.0156370281754892</c:v>
                </c:pt>
                <c:pt idx="11563">
                  <c:v>1.0160974674316947</c:v>
                </c:pt>
                <c:pt idx="11564">
                  <c:v>1.0169765640279291</c:v>
                </c:pt>
                <c:pt idx="11565">
                  <c:v>1.0167155603983633</c:v>
                </c:pt>
                <c:pt idx="11566">
                  <c:v>1.0153906291670793</c:v>
                </c:pt>
                <c:pt idx="11567">
                  <c:v>1.0136202950895454</c:v>
                </c:pt>
                <c:pt idx="11568">
                  <c:v>1.0133308949965838</c:v>
                </c:pt>
                <c:pt idx="11569">
                  <c:v>1.0138475683940757</c:v>
                </c:pt>
                <c:pt idx="11570">
                  <c:v>1.0136620262070402</c:v>
                </c:pt>
                <c:pt idx="11571">
                  <c:v>1.0130829720277057</c:v>
                </c:pt>
                <c:pt idx="11572">
                  <c:v>1.0141383146521179</c:v>
                </c:pt>
                <c:pt idx="11573">
                  <c:v>1.0148273987772758</c:v>
                </c:pt>
                <c:pt idx="11574">
                  <c:v>1.0138837370558609</c:v>
                </c:pt>
                <c:pt idx="11575">
                  <c:v>1.0141192143475799</c:v>
                </c:pt>
                <c:pt idx="11576">
                  <c:v>1.0138756092666956</c:v>
                </c:pt>
                <c:pt idx="11577">
                  <c:v>1.0128449294025312</c:v>
                </c:pt>
                <c:pt idx="11578">
                  <c:v>1.0141030095679318</c:v>
                </c:pt>
                <c:pt idx="11579">
                  <c:v>1.0145595373256018</c:v>
                </c:pt>
                <c:pt idx="11580">
                  <c:v>1.0129175461188538</c:v>
                </c:pt>
                <c:pt idx="11581">
                  <c:v>1.0111638740091082</c:v>
                </c:pt>
                <c:pt idx="11582">
                  <c:v>1.0111227524758009</c:v>
                </c:pt>
                <c:pt idx="11583">
                  <c:v>1.0119945340617864</c:v>
                </c:pt>
                <c:pt idx="11584">
                  <c:v>1.0135311942008225</c:v>
                </c:pt>
                <c:pt idx="11585">
                  <c:v>1.016183545798822</c:v>
                </c:pt>
                <c:pt idx="11586">
                  <c:v>1.0167658510938227</c:v>
                </c:pt>
                <c:pt idx="11587">
                  <c:v>1.0154428248131244</c:v>
                </c:pt>
                <c:pt idx="11588">
                  <c:v>1.0143279969317596</c:v>
                </c:pt>
                <c:pt idx="11589">
                  <c:v>1.0135708933710259</c:v>
                </c:pt>
                <c:pt idx="11590">
                  <c:v>1.0144527330961035</c:v>
                </c:pt>
                <c:pt idx="11591">
                  <c:v>1.0139758604661795</c:v>
                </c:pt>
                <c:pt idx="11592">
                  <c:v>1.0141591167125126</c:v>
                </c:pt>
                <c:pt idx="11593">
                  <c:v>1.0149366159441824</c:v>
                </c:pt>
                <c:pt idx="11594">
                  <c:v>1.0156343358453281</c:v>
                </c:pt>
                <c:pt idx="11595">
                  <c:v>1.0161411796977986</c:v>
                </c:pt>
                <c:pt idx="11596">
                  <c:v>1.0159696579470729</c:v>
                </c:pt>
                <c:pt idx="11597">
                  <c:v>1.0161493074869639</c:v>
                </c:pt>
                <c:pt idx="11598">
                  <c:v>1.0165415241128646</c:v>
                </c:pt>
                <c:pt idx="11599">
                  <c:v>1.0167588408756676</c:v>
                </c:pt>
                <c:pt idx="11600">
                  <c:v>1.0176654195590167</c:v>
                </c:pt>
                <c:pt idx="11601">
                  <c:v>1.0168437000744202</c:v>
                </c:pt>
                <c:pt idx="11602">
                  <c:v>1.0148021772315226</c:v>
                </c:pt>
                <c:pt idx="11603">
                  <c:v>1.0156969960199231</c:v>
                </c:pt>
                <c:pt idx="11604">
                  <c:v>1.0163321065451563</c:v>
                </c:pt>
                <c:pt idx="11605">
                  <c:v>1.0156938719009629</c:v>
                </c:pt>
                <c:pt idx="11606">
                  <c:v>1.0167719977343788</c:v>
                </c:pt>
                <c:pt idx="11607">
                  <c:v>1.0182785596541626</c:v>
                </c:pt>
                <c:pt idx="11608">
                  <c:v>1.0184753791486649</c:v>
                </c:pt>
                <c:pt idx="11609">
                  <c:v>1.0170415101432269</c:v>
                </c:pt>
                <c:pt idx="11610">
                  <c:v>1.0157857921165525</c:v>
                </c:pt>
                <c:pt idx="11611">
                  <c:v>1.0148342565993838</c:v>
                </c:pt>
                <c:pt idx="11612">
                  <c:v>1.0135378488282014</c:v>
                </c:pt>
                <c:pt idx="11613">
                  <c:v>1.0111965375618157</c:v>
                </c:pt>
                <c:pt idx="11614">
                  <c:v>1.0096587598517694</c:v>
                </c:pt>
                <c:pt idx="11615">
                  <c:v>1.0095474345395481</c:v>
                </c:pt>
                <c:pt idx="11616">
                  <c:v>1.010853138469588</c:v>
                </c:pt>
                <c:pt idx="11617">
                  <c:v>1.0132955645130566</c:v>
                </c:pt>
                <c:pt idx="11618">
                  <c:v>1.0146353289595669</c:v>
                </c:pt>
                <c:pt idx="11619">
                  <c:v>1.0149360825580185</c:v>
                </c:pt>
                <c:pt idx="11620">
                  <c:v>1.0148695362842288</c:v>
                </c:pt>
                <c:pt idx="11621">
                  <c:v>1.0139169593940733</c:v>
                </c:pt>
                <c:pt idx="11622">
                  <c:v>1.0131597288366341</c:v>
                </c:pt>
                <c:pt idx="11623">
                  <c:v>1.0141547226264951</c:v>
                </c:pt>
                <c:pt idx="11624">
                  <c:v>1.0160137258039525</c:v>
                </c:pt>
                <c:pt idx="11625">
                  <c:v>1.0168665086827648</c:v>
                </c:pt>
                <c:pt idx="11626">
                  <c:v>1.0159432426322861</c:v>
                </c:pt>
                <c:pt idx="11627">
                  <c:v>1.0154951474558751</c:v>
                </c:pt>
                <c:pt idx="11628">
                  <c:v>1.014666519350488</c:v>
                </c:pt>
                <c:pt idx="11629">
                  <c:v>1.0133380830101266</c:v>
                </c:pt>
                <c:pt idx="11630">
                  <c:v>1.0122820800028447</c:v>
                </c:pt>
                <c:pt idx="11631">
                  <c:v>1.0124537795489585</c:v>
                </c:pt>
                <c:pt idx="11632">
                  <c:v>1.012915818963656</c:v>
                </c:pt>
                <c:pt idx="11633">
                  <c:v>1.0120652458275232</c:v>
                </c:pt>
                <c:pt idx="11634">
                  <c:v>1.0096350368671436</c:v>
                </c:pt>
                <c:pt idx="11635">
                  <c:v>1.0095027062997985</c:v>
                </c:pt>
                <c:pt idx="11636">
                  <c:v>1.0108989080823243</c:v>
                </c:pt>
                <c:pt idx="11637">
                  <c:v>1.0115601291302503</c:v>
                </c:pt>
                <c:pt idx="11638">
                  <c:v>1.0122150511415733</c:v>
                </c:pt>
                <c:pt idx="11639">
                  <c:v>1.0126705375262566</c:v>
                </c:pt>
                <c:pt idx="11640">
                  <c:v>1.0123045838190958</c:v>
                </c:pt>
                <c:pt idx="11641">
                  <c:v>1.0126731536583942</c:v>
                </c:pt>
                <c:pt idx="11642">
                  <c:v>1.0144509551422236</c:v>
                </c:pt>
                <c:pt idx="11643">
                  <c:v>1.0142920314647037</c:v>
                </c:pt>
                <c:pt idx="11644">
                  <c:v>1.0126358928249402</c:v>
                </c:pt>
                <c:pt idx="11645">
                  <c:v>1.0112208193319465</c:v>
                </c:pt>
                <c:pt idx="11646">
                  <c:v>1.0106262461551747</c:v>
                </c:pt>
                <c:pt idx="11647">
                  <c:v>1.0121862736880605</c:v>
                </c:pt>
                <c:pt idx="11648">
                  <c:v>1.0133091023618848</c:v>
                </c:pt>
                <c:pt idx="11649">
                  <c:v>1.0128029696909662</c:v>
                </c:pt>
                <c:pt idx="11650">
                  <c:v>1.0115422733934283</c:v>
                </c:pt>
                <c:pt idx="11651">
                  <c:v>1.0109521451013561</c:v>
                </c:pt>
                <c:pt idx="11652">
                  <c:v>1.0122200294124371</c:v>
                </c:pt>
                <c:pt idx="11653">
                  <c:v>1.0129724848937418</c:v>
                </c:pt>
                <c:pt idx="11654">
                  <c:v>1.0134185989215441</c:v>
                </c:pt>
                <c:pt idx="11655">
                  <c:v>1.0138534864405617</c:v>
                </c:pt>
                <c:pt idx="11656">
                  <c:v>1.0132223890112291</c:v>
                </c:pt>
                <c:pt idx="11657">
                  <c:v>1.0131942211419036</c:v>
                </c:pt>
                <c:pt idx="11658">
                  <c:v>1.0135203994808375</c:v>
                </c:pt>
                <c:pt idx="11659">
                  <c:v>1.0139160196184511</c:v>
                </c:pt>
                <c:pt idx="11660">
                  <c:v>1.014548056823406</c:v>
                </c:pt>
                <c:pt idx="11661">
                  <c:v>1.0153686333376513</c:v>
                </c:pt>
                <c:pt idx="11662">
                  <c:v>1.0153083099024411</c:v>
                </c:pt>
                <c:pt idx="11663">
                  <c:v>1.0139222424570307</c:v>
                </c:pt>
                <c:pt idx="11664">
                  <c:v>1.0117285267620157</c:v>
                </c:pt>
                <c:pt idx="11665">
                  <c:v>1.0108865640025297</c:v>
                </c:pt>
                <c:pt idx="11666">
                  <c:v>1.0112939186357506</c:v>
                </c:pt>
                <c:pt idx="11667">
                  <c:v>1.0116143821229278</c:v>
                </c:pt>
                <c:pt idx="11668">
                  <c:v>1.0130719741129914</c:v>
                </c:pt>
                <c:pt idx="11669">
                  <c:v>1.0161572574807409</c:v>
                </c:pt>
                <c:pt idx="11670">
                  <c:v>1.016705781652024</c:v>
                </c:pt>
                <c:pt idx="11671">
                  <c:v>1.0147430475653461</c:v>
                </c:pt>
                <c:pt idx="11672">
                  <c:v>1.014496369164184</c:v>
                </c:pt>
                <c:pt idx="11673">
                  <c:v>1.0132366888402915</c:v>
                </c:pt>
                <c:pt idx="11674">
                  <c:v>1.0117234214944464</c:v>
                </c:pt>
                <c:pt idx="11675">
                  <c:v>1.0112050971397801</c:v>
                </c:pt>
                <c:pt idx="11676">
                  <c:v>1.0128435070394275</c:v>
                </c:pt>
                <c:pt idx="11677">
                  <c:v>1.0147539692820369</c:v>
                </c:pt>
                <c:pt idx="11678">
                  <c:v>1.0159086741289931</c:v>
                </c:pt>
                <c:pt idx="11679">
                  <c:v>1.0158790838965637</c:v>
                </c:pt>
                <c:pt idx="11680">
                  <c:v>1.0166148774100801</c:v>
                </c:pt>
                <c:pt idx="11681">
                  <c:v>1.0173795245751325</c:v>
                </c:pt>
                <c:pt idx="11682">
                  <c:v>1.0162966744642643</c:v>
                </c:pt>
                <c:pt idx="11683">
                  <c:v>1.0138855150097406</c:v>
                </c:pt>
                <c:pt idx="11684">
                  <c:v>1.012303009059945</c:v>
                </c:pt>
                <c:pt idx="11685">
                  <c:v>1.011433335619274</c:v>
                </c:pt>
                <c:pt idx="11686">
                  <c:v>1.0119863300745979</c:v>
                </c:pt>
                <c:pt idx="11687">
                  <c:v>1.0138207212904897</c:v>
                </c:pt>
                <c:pt idx="11688">
                  <c:v>1.0139195755262109</c:v>
                </c:pt>
                <c:pt idx="11689">
                  <c:v>1.0138434029021288</c:v>
                </c:pt>
                <c:pt idx="11690">
                  <c:v>1.0139228774405591</c:v>
                </c:pt>
                <c:pt idx="11691">
                  <c:v>1.0119963374150074</c:v>
                </c:pt>
                <c:pt idx="11692">
                  <c:v>1.0109970511364934</c:v>
                </c:pt>
                <c:pt idx="11693">
                  <c:v>1.0114345039889665</c:v>
                </c:pt>
                <c:pt idx="11694">
                  <c:v>1.0123849727338072</c:v>
                </c:pt>
                <c:pt idx="11695">
                  <c:v>1.0130539151814402</c:v>
                </c:pt>
                <c:pt idx="11696">
                  <c:v>1.0134240597798894</c:v>
                </c:pt>
                <c:pt idx="11697">
                  <c:v>1.0134058230529499</c:v>
                </c:pt>
                <c:pt idx="11698">
                  <c:v>1.0120098244651534</c:v>
                </c:pt>
                <c:pt idx="11699">
                  <c:v>1.0112492665940245</c:v>
                </c:pt>
                <c:pt idx="11700">
                  <c:v>1.0127729730690787</c:v>
                </c:pt>
                <c:pt idx="11701">
                  <c:v>1.0133837256261573</c:v>
                </c:pt>
                <c:pt idx="11702">
                  <c:v>1.0128525492048737</c:v>
                </c:pt>
                <c:pt idx="11703">
                  <c:v>1.0126906792037815</c:v>
                </c:pt>
                <c:pt idx="11704">
                  <c:v>1.0133361780595411</c:v>
                </c:pt>
                <c:pt idx="11705">
                  <c:v>1.0142581741429628</c:v>
                </c:pt>
                <c:pt idx="11706">
                  <c:v>1.0148369489295448</c:v>
                </c:pt>
                <c:pt idx="11707">
                  <c:v>1.0145603247051771</c:v>
                </c:pt>
                <c:pt idx="11708">
                  <c:v>1.0141438009098045</c:v>
                </c:pt>
                <c:pt idx="11709">
                  <c:v>1.015074966155378</c:v>
                </c:pt>
                <c:pt idx="11710">
                  <c:v>1.0155625573072635</c:v>
                </c:pt>
                <c:pt idx="11711">
                  <c:v>1.0154698751114397</c:v>
                </c:pt>
                <c:pt idx="11712">
                  <c:v>1.0142553040174138</c:v>
                </c:pt>
                <c:pt idx="11713">
                  <c:v>1.0134134682546334</c:v>
                </c:pt>
                <c:pt idx="11714">
                  <c:v>1.0139025833669875</c:v>
                </c:pt>
                <c:pt idx="11715">
                  <c:v>1.0144975629332176</c:v>
                </c:pt>
                <c:pt idx="11716">
                  <c:v>1.0134340925196401</c:v>
                </c:pt>
                <c:pt idx="11717">
                  <c:v>1.0127811770562671</c:v>
                </c:pt>
                <c:pt idx="11718">
                  <c:v>1.0142316064321291</c:v>
                </c:pt>
                <c:pt idx="11719">
                  <c:v>1.0137551401916634</c:v>
                </c:pt>
                <c:pt idx="11720">
                  <c:v>1.0116581451877138</c:v>
                </c:pt>
                <c:pt idx="11721">
                  <c:v>1.0112338999926342</c:v>
                </c:pt>
                <c:pt idx="11722">
                  <c:v>1.0117027210314165</c:v>
                </c:pt>
                <c:pt idx="11723">
                  <c:v>1.0124840809629398</c:v>
                </c:pt>
                <c:pt idx="11724">
                  <c:v>1.0135397283794458</c:v>
                </c:pt>
                <c:pt idx="11725">
                  <c:v>1.0136411987473044</c:v>
                </c:pt>
                <c:pt idx="11726">
                  <c:v>1.0144377982835124</c:v>
                </c:pt>
                <c:pt idx="11727">
                  <c:v>1.016022971164128</c:v>
                </c:pt>
                <c:pt idx="11728">
                  <c:v>1.0160879172794257</c:v>
                </c:pt>
                <c:pt idx="11729">
                  <c:v>1.01599653045</c:v>
                </c:pt>
                <c:pt idx="11730">
                  <c:v>1.0171341161410272</c:v>
                </c:pt>
                <c:pt idx="11731">
                  <c:v>1.0172721869594703</c:v>
                </c:pt>
                <c:pt idx="11732">
                  <c:v>1.0166616883958031</c:v>
                </c:pt>
                <c:pt idx="11733">
                  <c:v>1.016465656280876</c:v>
                </c:pt>
                <c:pt idx="11734">
                  <c:v>1.0150032384159955</c:v>
                </c:pt>
                <c:pt idx="11735">
                  <c:v>1.0138626810020548</c:v>
                </c:pt>
                <c:pt idx="11736">
                  <c:v>1.0146430503592736</c:v>
                </c:pt>
                <c:pt idx="11737">
                  <c:v>1.0157869350869038</c:v>
                </c:pt>
                <c:pt idx="11738">
                  <c:v>1.0163371864133843</c:v>
                </c:pt>
                <c:pt idx="11739">
                  <c:v>1.0162731546743677</c:v>
                </c:pt>
                <c:pt idx="11740">
                  <c:v>1.0147987991191509</c:v>
                </c:pt>
                <c:pt idx="11741">
                  <c:v>1.0133209638541976</c:v>
                </c:pt>
                <c:pt idx="11742">
                  <c:v>1.0131124352634293</c:v>
                </c:pt>
                <c:pt idx="11743">
                  <c:v>1.0142197449398163</c:v>
                </c:pt>
                <c:pt idx="11744">
                  <c:v>1.0133544655851627</c:v>
                </c:pt>
                <c:pt idx="11745">
                  <c:v>1.01178003662585</c:v>
                </c:pt>
                <c:pt idx="11746">
                  <c:v>1.011874572973577</c:v>
                </c:pt>
                <c:pt idx="11747">
                  <c:v>1.0116367081437907</c:v>
                </c:pt>
                <c:pt idx="11748">
                  <c:v>1.0107615992441157</c:v>
                </c:pt>
                <c:pt idx="11749">
                  <c:v>1.0100503668934828</c:v>
                </c:pt>
                <c:pt idx="11750">
                  <c:v>1.010724947994849</c:v>
                </c:pt>
                <c:pt idx="11751">
                  <c:v>1.012315251542375</c:v>
                </c:pt>
                <c:pt idx="11752">
                  <c:v>1.0133309203959249</c:v>
                </c:pt>
                <c:pt idx="11753">
                  <c:v>1.014704161174059</c:v>
                </c:pt>
                <c:pt idx="11754">
                  <c:v>1.0154212607724955</c:v>
                </c:pt>
                <c:pt idx="11755">
                  <c:v>1.0152768147194262</c:v>
                </c:pt>
                <c:pt idx="11756">
                  <c:v>1.0158541163442221</c:v>
                </c:pt>
                <c:pt idx="11757">
                  <c:v>1.0177275209481067</c:v>
                </c:pt>
                <c:pt idx="11758">
                  <c:v>1.0180786668393822</c:v>
                </c:pt>
                <c:pt idx="11759">
                  <c:v>1.016835216694479</c:v>
                </c:pt>
                <c:pt idx="11760">
                  <c:v>1.0145287025254566</c:v>
                </c:pt>
                <c:pt idx="11761">
                  <c:v>1.0132958947044914</c:v>
                </c:pt>
                <c:pt idx="11762">
                  <c:v>1.0115803724051398</c:v>
                </c:pt>
                <c:pt idx="11763">
                  <c:v>1.0108322602111701</c:v>
                </c:pt>
                <c:pt idx="11764">
                  <c:v>1.0117892311873431</c:v>
                </c:pt>
                <c:pt idx="11765">
                  <c:v>1.0126700803381161</c:v>
                </c:pt>
                <c:pt idx="11766">
                  <c:v>1.0124836237747994</c:v>
                </c:pt>
                <c:pt idx="11767">
                  <c:v>1.013289900459982</c:v>
                </c:pt>
                <c:pt idx="11768">
                  <c:v>1.0152181676407315</c:v>
                </c:pt>
                <c:pt idx="11769">
                  <c:v>1.0141853542319113</c:v>
                </c:pt>
                <c:pt idx="11770">
                  <c:v>1.0131378854032527</c:v>
                </c:pt>
                <c:pt idx="11771">
                  <c:v>1.0147074376890663</c:v>
                </c:pt>
                <c:pt idx="11772">
                  <c:v>1.0166263071135935</c:v>
                </c:pt>
                <c:pt idx="11773">
                  <c:v>1.015021856133052</c:v>
                </c:pt>
                <c:pt idx="11774">
                  <c:v>1.0129256993073599</c:v>
                </c:pt>
                <c:pt idx="11775">
                  <c:v>1.0129259787001126</c:v>
                </c:pt>
                <c:pt idx="11776">
                  <c:v>1.013234987084435</c:v>
                </c:pt>
                <c:pt idx="11777">
                  <c:v>1.0137893785035217</c:v>
                </c:pt>
                <c:pt idx="11778">
                  <c:v>1.0142554056147783</c:v>
                </c:pt>
                <c:pt idx="11779">
                  <c:v>1.0148110162022397</c:v>
                </c:pt>
                <c:pt idx="11780">
                  <c:v>1.0138660337150853</c:v>
                </c:pt>
                <c:pt idx="11781">
                  <c:v>1.0125702609274316</c:v>
                </c:pt>
                <c:pt idx="11782">
                  <c:v>1.0110436589274874</c:v>
                </c:pt>
                <c:pt idx="11783">
                  <c:v>1.0099913134253298</c:v>
                </c:pt>
                <c:pt idx="11784">
                  <c:v>1.0092926029498794</c:v>
                </c:pt>
                <c:pt idx="11785">
                  <c:v>1.0102795197492578</c:v>
                </c:pt>
                <c:pt idx="11786">
                  <c:v>1.0138799017553484</c:v>
                </c:pt>
                <c:pt idx="11787">
                  <c:v>1.0157631867029369</c:v>
                </c:pt>
                <c:pt idx="11788">
                  <c:v>1.0155498830360341</c:v>
                </c:pt>
                <c:pt idx="11789">
                  <c:v>1.0135491007363269</c:v>
                </c:pt>
                <c:pt idx="11790">
                  <c:v>1.0114536042935047</c:v>
                </c:pt>
                <c:pt idx="11791">
                  <c:v>1.0110976579267534</c:v>
                </c:pt>
                <c:pt idx="11792">
                  <c:v>1.012053308137187</c:v>
                </c:pt>
                <c:pt idx="11793">
                  <c:v>1.0124258910723856</c:v>
                </c:pt>
                <c:pt idx="11794">
                  <c:v>1.0138261059508116</c:v>
                </c:pt>
                <c:pt idx="11795">
                  <c:v>1.0165434798621324</c:v>
                </c:pt>
                <c:pt idx="11796">
                  <c:v>1.0172111523427083</c:v>
                </c:pt>
                <c:pt idx="11797">
                  <c:v>1.0163976114459592</c:v>
                </c:pt>
                <c:pt idx="11798">
                  <c:v>1.0155260584540438</c:v>
                </c:pt>
                <c:pt idx="11799">
                  <c:v>1.0150381879094057</c:v>
                </c:pt>
                <c:pt idx="11800">
                  <c:v>1.0147183594057569</c:v>
                </c:pt>
                <c:pt idx="11801">
                  <c:v>1.013985334420425</c:v>
                </c:pt>
                <c:pt idx="11802">
                  <c:v>1.0137582897099648</c:v>
                </c:pt>
                <c:pt idx="11803">
                  <c:v>1.0139599604786251</c:v>
                </c:pt>
                <c:pt idx="11804">
                  <c:v>1.0139304718435604</c:v>
                </c:pt>
                <c:pt idx="11805">
                  <c:v>1.0128664426444778</c:v>
                </c:pt>
                <c:pt idx="11806">
                  <c:v>1.0122782193029913</c:v>
                </c:pt>
                <c:pt idx="11807">
                  <c:v>1.0131621671733835</c:v>
                </c:pt>
                <c:pt idx="11808">
                  <c:v>1.0135209074676603</c:v>
                </c:pt>
                <c:pt idx="11809">
                  <c:v>1.0118558282598149</c:v>
                </c:pt>
                <c:pt idx="11810">
                  <c:v>1.0113184036006106</c:v>
                </c:pt>
                <c:pt idx="11811">
                  <c:v>1.0114865726383058</c:v>
                </c:pt>
                <c:pt idx="11812">
                  <c:v>1.0118134621587915</c:v>
                </c:pt>
                <c:pt idx="11813">
                  <c:v>1.0122881250460363</c:v>
                </c:pt>
                <c:pt idx="11814">
                  <c:v>1.0125257104830701</c:v>
                </c:pt>
                <c:pt idx="11815">
                  <c:v>1.0114885537869147</c:v>
                </c:pt>
                <c:pt idx="11816">
                  <c:v>1.0118293367470048</c:v>
                </c:pt>
                <c:pt idx="11817">
                  <c:v>1.0131972690628406</c:v>
                </c:pt>
                <c:pt idx="11818">
                  <c:v>1.0139483275803827</c:v>
                </c:pt>
                <c:pt idx="11819">
                  <c:v>1.0135772686056523</c:v>
                </c:pt>
                <c:pt idx="11820">
                  <c:v>1.0137572483369781</c:v>
                </c:pt>
                <c:pt idx="11821">
                  <c:v>1.0151914983325332</c:v>
                </c:pt>
                <c:pt idx="11822">
                  <c:v>1.0155836641597518</c:v>
                </c:pt>
                <c:pt idx="11823">
                  <c:v>1.0156458163475239</c:v>
                </c:pt>
                <c:pt idx="11824">
                  <c:v>1.0145733291678414</c:v>
                </c:pt>
                <c:pt idx="11825">
                  <c:v>1.0138669226920254</c:v>
                </c:pt>
                <c:pt idx="11826">
                  <c:v>1.0124482678919309</c:v>
                </c:pt>
                <c:pt idx="11827">
                  <c:v>1.0114496165969455</c:v>
                </c:pt>
                <c:pt idx="11828">
                  <c:v>1.011587255626589</c:v>
                </c:pt>
                <c:pt idx="11829">
                  <c:v>1.0101329401515324</c:v>
                </c:pt>
                <c:pt idx="11830">
                  <c:v>1.0096314809593838</c:v>
                </c:pt>
                <c:pt idx="11831">
                  <c:v>1.0103838856420064</c:v>
                </c:pt>
                <c:pt idx="11832">
                  <c:v>1.011021256708601</c:v>
                </c:pt>
                <c:pt idx="11833">
                  <c:v>1.011282819123672</c:v>
                </c:pt>
                <c:pt idx="11834">
                  <c:v>1.0114372217184686</c:v>
                </c:pt>
                <c:pt idx="11835">
                  <c:v>1.0126943113095646</c:v>
                </c:pt>
                <c:pt idx="11836">
                  <c:v>1.0140211220920929</c:v>
                </c:pt>
                <c:pt idx="11837">
                  <c:v>1.0136341123311261</c:v>
                </c:pt>
                <c:pt idx="11838">
                  <c:v>1.0119117830083488</c:v>
                </c:pt>
                <c:pt idx="11839">
                  <c:v>1.0121894740050443</c:v>
                </c:pt>
                <c:pt idx="11840">
                  <c:v>1.0131985390298976</c:v>
                </c:pt>
                <c:pt idx="11841">
                  <c:v>1.0131717935236759</c:v>
                </c:pt>
                <c:pt idx="11842">
                  <c:v>1.0126568980800639</c:v>
                </c:pt>
                <c:pt idx="11843">
                  <c:v>1.0128957788834958</c:v>
                </c:pt>
                <c:pt idx="11844">
                  <c:v>1.0139339007546144</c:v>
                </c:pt>
                <c:pt idx="11845">
                  <c:v>1.015226016037144</c:v>
                </c:pt>
                <c:pt idx="11846">
                  <c:v>1.0153853969028044</c:v>
                </c:pt>
                <c:pt idx="11847">
                  <c:v>1.0158277772274587</c:v>
                </c:pt>
                <c:pt idx="11848">
                  <c:v>1.0153077003182538</c:v>
                </c:pt>
                <c:pt idx="11849">
                  <c:v>1.014260739476418</c:v>
                </c:pt>
                <c:pt idx="11850">
                  <c:v>1.0143704392308064</c:v>
                </c:pt>
                <c:pt idx="11851">
                  <c:v>1.0151646766282882</c:v>
                </c:pt>
                <c:pt idx="11852">
                  <c:v>1.015039330879757</c:v>
                </c:pt>
                <c:pt idx="11853">
                  <c:v>1.0151431125876595</c:v>
                </c:pt>
                <c:pt idx="11854">
                  <c:v>1.0155231883284948</c:v>
                </c:pt>
                <c:pt idx="11855">
                  <c:v>1.0141807315518236</c:v>
                </c:pt>
                <c:pt idx="11856">
                  <c:v>1.0129627823454259</c:v>
                </c:pt>
                <c:pt idx="11857">
                  <c:v>1.0119838155398249</c:v>
                </c:pt>
                <c:pt idx="11858">
                  <c:v>1.0112806347803338</c:v>
                </c:pt>
                <c:pt idx="11859">
                  <c:v>1.0122430920141932</c:v>
                </c:pt>
                <c:pt idx="11860">
                  <c:v>1.0130099743212662</c:v>
                </c:pt>
                <c:pt idx="11861">
                  <c:v>1.0133467187861147</c:v>
                </c:pt>
                <c:pt idx="11862">
                  <c:v>1.0132345298962946</c:v>
                </c:pt>
                <c:pt idx="11863">
                  <c:v>1.0119762211368237</c:v>
                </c:pt>
                <c:pt idx="11864">
                  <c:v>1.0104332365618436</c:v>
                </c:pt>
                <c:pt idx="11865">
                  <c:v>1.0119337788377769</c:v>
                </c:pt>
                <c:pt idx="11866">
                  <c:v>1.0154318776970925</c:v>
                </c:pt>
                <c:pt idx="11867">
                  <c:v>1.0158942473032249</c:v>
                </c:pt>
                <c:pt idx="11868">
                  <c:v>1.0145909817099343</c:v>
                </c:pt>
                <c:pt idx="11869">
                  <c:v>1.0137823428860255</c:v>
                </c:pt>
                <c:pt idx="11870">
                  <c:v>1.0129443678230987</c:v>
                </c:pt>
                <c:pt idx="11871">
                  <c:v>1.012698679996241</c:v>
                </c:pt>
                <c:pt idx="11872">
                  <c:v>1.0125177350899517</c:v>
                </c:pt>
                <c:pt idx="11873">
                  <c:v>1.0125203512220893</c:v>
                </c:pt>
                <c:pt idx="11874">
                  <c:v>1.0134636827520693</c:v>
                </c:pt>
                <c:pt idx="11875">
                  <c:v>1.0131280304588899</c:v>
                </c:pt>
                <c:pt idx="11876">
                  <c:v>1.0124379049607453</c:v>
                </c:pt>
                <c:pt idx="11877">
                  <c:v>1.01228754086119</c:v>
                </c:pt>
                <c:pt idx="11878">
                  <c:v>1.0116525319333216</c:v>
                </c:pt>
                <c:pt idx="11879">
                  <c:v>1.0106518232917039</c:v>
                </c:pt>
                <c:pt idx="11880">
                  <c:v>1.0111177996042782</c:v>
                </c:pt>
                <c:pt idx="11881">
                  <c:v>1.0124891608311681</c:v>
                </c:pt>
                <c:pt idx="11882">
                  <c:v>1.0135031533282026</c:v>
                </c:pt>
                <c:pt idx="11883">
                  <c:v>1.0138827464815563</c:v>
                </c:pt>
                <c:pt idx="11884">
                  <c:v>1.0146607029013668</c:v>
                </c:pt>
                <c:pt idx="11885">
                  <c:v>1.0140545730243757</c:v>
                </c:pt>
                <c:pt idx="11886">
                  <c:v>1.0138828734782619</c:v>
                </c:pt>
                <c:pt idx="11887">
                  <c:v>1.0142628730210739</c:v>
                </c:pt>
                <c:pt idx="11888">
                  <c:v>1.0150264026151161</c:v>
                </c:pt>
                <c:pt idx="11889">
                  <c:v>1.0171141268595492</c:v>
                </c:pt>
                <c:pt idx="11890">
                  <c:v>1.0172287794854602</c:v>
                </c:pt>
                <c:pt idx="11891">
                  <c:v>1.015834685848249</c:v>
                </c:pt>
                <c:pt idx="11892">
                  <c:v>1.0152363535689883</c:v>
                </c:pt>
                <c:pt idx="11893">
                  <c:v>1.0131638435298989</c:v>
                </c:pt>
                <c:pt idx="11894">
                  <c:v>1.0124401147034245</c:v>
                </c:pt>
                <c:pt idx="11895">
                  <c:v>1.0125976668165229</c:v>
                </c:pt>
                <c:pt idx="11896">
                  <c:v>1.0113143143066869</c:v>
                </c:pt>
                <c:pt idx="11897">
                  <c:v>1.0111446213085233</c:v>
                </c:pt>
                <c:pt idx="11898">
                  <c:v>1.0134359212722022</c:v>
                </c:pt>
                <c:pt idx="11899">
                  <c:v>1.0143402394141896</c:v>
                </c:pt>
                <c:pt idx="11900">
                  <c:v>1.0139223440543952</c:v>
                </c:pt>
                <c:pt idx="11901">
                  <c:v>1.0143408235990359</c:v>
                </c:pt>
                <c:pt idx="11902">
                  <c:v>1.0132053714526645</c:v>
                </c:pt>
                <c:pt idx="11903">
                  <c:v>1.0121254168666864</c:v>
                </c:pt>
                <c:pt idx="11904">
                  <c:v>1.0106796355702532</c:v>
                </c:pt>
                <c:pt idx="11905">
                  <c:v>1.0118019562572547</c:v>
                </c:pt>
                <c:pt idx="11906">
                  <c:v>1.0134534214182485</c:v>
                </c:pt>
                <c:pt idx="11907">
                  <c:v>1.014265793945305</c:v>
                </c:pt>
                <c:pt idx="11908">
                  <c:v>1.0145716274119849</c:v>
                </c:pt>
                <c:pt idx="11909">
                  <c:v>1.0141031873633197</c:v>
                </c:pt>
                <c:pt idx="11910">
                  <c:v>1.012880869470246</c:v>
                </c:pt>
                <c:pt idx="11911">
                  <c:v>1.0121628300961873</c:v>
                </c:pt>
                <c:pt idx="11912">
                  <c:v>1.0122195976236377</c:v>
                </c:pt>
                <c:pt idx="11913">
                  <c:v>1.0126738140412637</c:v>
                </c:pt>
                <c:pt idx="11914">
                  <c:v>1.0142127347216614</c:v>
                </c:pt>
                <c:pt idx="11915">
                  <c:v>1.0146553944390682</c:v>
                </c:pt>
                <c:pt idx="11916">
                  <c:v>1.0133695781931418</c:v>
                </c:pt>
                <c:pt idx="11917">
                  <c:v>1.0136134880661196</c:v>
                </c:pt>
                <c:pt idx="11918">
                  <c:v>1.0148014406506296</c:v>
                </c:pt>
                <c:pt idx="11919">
                  <c:v>1.0137468600064514</c:v>
                </c:pt>
                <c:pt idx="11920">
                  <c:v>1.0131270144852442</c:v>
                </c:pt>
                <c:pt idx="11921">
                  <c:v>1.0139901348959008</c:v>
                </c:pt>
                <c:pt idx="11922">
                  <c:v>1.014064529566103</c:v>
                </c:pt>
                <c:pt idx="11923">
                  <c:v>1.0135820690811281</c:v>
                </c:pt>
                <c:pt idx="11924">
                  <c:v>1.0163962398815374</c:v>
                </c:pt>
                <c:pt idx="11925">
                  <c:v>1.0173785086014868</c:v>
                </c:pt>
                <c:pt idx="11926">
                  <c:v>1.0170472503943249</c:v>
                </c:pt>
                <c:pt idx="11927">
                  <c:v>1.0160513930268649</c:v>
                </c:pt>
                <c:pt idx="11928">
                  <c:v>1.0160529423866744</c:v>
                </c:pt>
                <c:pt idx="11929">
                  <c:v>1.0161933245451613</c:v>
                </c:pt>
                <c:pt idx="11930">
                  <c:v>1.0150627744716303</c:v>
                </c:pt>
                <c:pt idx="11931">
                  <c:v>1.0144575843702615</c:v>
                </c:pt>
                <c:pt idx="11932">
                  <c:v>1.014807815885256</c:v>
                </c:pt>
                <c:pt idx="11933">
                  <c:v>1.0154253754657605</c:v>
                </c:pt>
                <c:pt idx="11934">
                  <c:v>1.0154808476268125</c:v>
                </c:pt>
                <c:pt idx="11935">
                  <c:v>1.014020588705929</c:v>
                </c:pt>
                <c:pt idx="11936">
                  <c:v>1.0146283695400942</c:v>
                </c:pt>
                <c:pt idx="11937">
                  <c:v>1.0161030806860869</c:v>
                </c:pt>
                <c:pt idx="11938">
                  <c:v>1.0157399209064517</c:v>
                </c:pt>
                <c:pt idx="11939">
                  <c:v>1.0169743034865675</c:v>
                </c:pt>
                <c:pt idx="11940">
                  <c:v>1.0182813789810292</c:v>
                </c:pt>
                <c:pt idx="11941">
                  <c:v>1.018068557901608</c:v>
                </c:pt>
                <c:pt idx="11942">
                  <c:v>1.015648889667802</c:v>
                </c:pt>
                <c:pt idx="11943">
                  <c:v>1.0133504524892625</c:v>
                </c:pt>
                <c:pt idx="11944">
                  <c:v>1.0131133750390515</c:v>
                </c:pt>
                <c:pt idx="11945">
                  <c:v>1.0143022673991837</c:v>
                </c:pt>
                <c:pt idx="11946">
                  <c:v>1.014565175979335</c:v>
                </c:pt>
                <c:pt idx="11947">
                  <c:v>1.0152213933570564</c:v>
                </c:pt>
                <c:pt idx="11948">
                  <c:v>1.0157103560733634</c:v>
                </c:pt>
                <c:pt idx="11949">
                  <c:v>1.0151343752143069</c:v>
                </c:pt>
                <c:pt idx="11950">
                  <c:v>1.0145424181696727</c:v>
                </c:pt>
                <c:pt idx="11951">
                  <c:v>1.0139653959376294</c:v>
                </c:pt>
                <c:pt idx="11952">
                  <c:v>1.0121712626774462</c:v>
                </c:pt>
                <c:pt idx="11953">
                  <c:v>1.0118798560365345</c:v>
                </c:pt>
                <c:pt idx="11954">
                  <c:v>1.0130163495558926</c:v>
                </c:pt>
                <c:pt idx="11955">
                  <c:v>1.0134713533530941</c:v>
                </c:pt>
                <c:pt idx="11956">
                  <c:v>1.0134635557553637</c:v>
                </c:pt>
                <c:pt idx="11957">
                  <c:v>1.013139739555156</c:v>
                </c:pt>
                <c:pt idx="11958">
                  <c:v>1.0124264498578908</c:v>
                </c:pt>
                <c:pt idx="11959">
                  <c:v>1.0116657395907149</c:v>
                </c:pt>
                <c:pt idx="11960">
                  <c:v>1.0114647800036067</c:v>
                </c:pt>
                <c:pt idx="11961">
                  <c:v>1.0117997719139165</c:v>
                </c:pt>
                <c:pt idx="11962">
                  <c:v>1.0124172552963977</c:v>
                </c:pt>
                <c:pt idx="11963">
                  <c:v>1.013381515883478</c:v>
                </c:pt>
                <c:pt idx="11964">
                  <c:v>1.0134221040306215</c:v>
                </c:pt>
                <c:pt idx="11965">
                  <c:v>1.0135962419134847</c:v>
                </c:pt>
                <c:pt idx="11966">
                  <c:v>1.0139215566748199</c:v>
                </c:pt>
                <c:pt idx="11967">
                  <c:v>1.0136584702992804</c:v>
                </c:pt>
                <c:pt idx="11968">
                  <c:v>1.0142061054936236</c:v>
                </c:pt>
                <c:pt idx="11969">
                  <c:v>1.0159046356337516</c:v>
                </c:pt>
                <c:pt idx="11970">
                  <c:v>1.015355273284211</c:v>
                </c:pt>
                <c:pt idx="11971">
                  <c:v>1.0136064778479645</c:v>
                </c:pt>
                <c:pt idx="11972">
                  <c:v>1.0123219569684363</c:v>
                </c:pt>
                <c:pt idx="11973">
                  <c:v>1.0116318314702917</c:v>
                </c:pt>
                <c:pt idx="11974">
                  <c:v>1.0123654406404698</c:v>
                </c:pt>
                <c:pt idx="11975">
                  <c:v>1.013771827558793</c:v>
                </c:pt>
                <c:pt idx="11976">
                  <c:v>1.0145956043900222</c:v>
                </c:pt>
                <c:pt idx="11977">
                  <c:v>1.0139014149972949</c:v>
                </c:pt>
                <c:pt idx="11978">
                  <c:v>1.0120871146602457</c:v>
                </c:pt>
                <c:pt idx="11979">
                  <c:v>1.0102677344549682</c:v>
                </c:pt>
                <c:pt idx="11980">
                  <c:v>1.0095990206014056</c:v>
                </c:pt>
                <c:pt idx="11981">
                  <c:v>1.0116968537836128</c:v>
                </c:pt>
                <c:pt idx="11982">
                  <c:v>1.0121260264508738</c:v>
                </c:pt>
                <c:pt idx="11983">
                  <c:v>1.0128941279263215</c:v>
                </c:pt>
                <c:pt idx="11984">
                  <c:v>1.0140913766696893</c:v>
                </c:pt>
                <c:pt idx="11985">
                  <c:v>1.0142281267223929</c:v>
                </c:pt>
                <c:pt idx="11986">
                  <c:v>1.0144657375587678</c:v>
                </c:pt>
                <c:pt idx="11987">
                  <c:v>1.0145902197297003</c:v>
                </c:pt>
                <c:pt idx="11988">
                  <c:v>1.0146613378848952</c:v>
                </c:pt>
                <c:pt idx="11989">
                  <c:v>1.0148687489046535</c:v>
                </c:pt>
                <c:pt idx="11990">
                  <c:v>1.0141717655844007</c:v>
                </c:pt>
                <c:pt idx="11991">
                  <c:v>1.0136606546426186</c:v>
                </c:pt>
                <c:pt idx="11992">
                  <c:v>1.0137576293270953</c:v>
                </c:pt>
                <c:pt idx="11993">
                  <c:v>1.0140111655503656</c:v>
                </c:pt>
                <c:pt idx="11994">
                  <c:v>1.0146166858431693</c:v>
                </c:pt>
                <c:pt idx="11995">
                  <c:v>1.0145675889167436</c:v>
                </c:pt>
                <c:pt idx="11996">
                  <c:v>1.0133171285536853</c:v>
                </c:pt>
                <c:pt idx="11997">
                  <c:v>1.0118668261745289</c:v>
                </c:pt>
                <c:pt idx="11998">
                  <c:v>1.0110099286024521</c:v>
                </c:pt>
                <c:pt idx="11999">
                  <c:v>1.0099278150724771</c:v>
                </c:pt>
                <c:pt idx="12000">
                  <c:v>1.0086094368712075</c:v>
                </c:pt>
                <c:pt idx="12001">
                  <c:v>1.0095224415878652</c:v>
                </c:pt>
                <c:pt idx="12002">
                  <c:v>1.0105665069048109</c:v>
                </c:pt>
                <c:pt idx="12003">
                  <c:v>1.0105817211101544</c:v>
                </c:pt>
                <c:pt idx="12004">
                  <c:v>1.0107301548597829</c:v>
                </c:pt>
                <c:pt idx="12005">
                  <c:v>1.0111286959216277</c:v>
                </c:pt>
                <c:pt idx="12006">
                  <c:v>1.0122234837228323</c:v>
                </c:pt>
                <c:pt idx="12007">
                  <c:v>1.012812646839941</c:v>
                </c:pt>
                <c:pt idx="12008">
                  <c:v>1.01299158519828</c:v>
                </c:pt>
                <c:pt idx="12009">
                  <c:v>1.0117419122147973</c:v>
                </c:pt>
                <c:pt idx="12010">
                  <c:v>1.0113061611181806</c:v>
                </c:pt>
                <c:pt idx="12011">
                  <c:v>1.0117536721097455</c:v>
                </c:pt>
                <c:pt idx="12012">
                  <c:v>1.0123770481393712</c:v>
                </c:pt>
                <c:pt idx="12013">
                  <c:v>1.013088991671556</c:v>
                </c:pt>
                <c:pt idx="12014">
                  <c:v>1.0147593285430176</c:v>
                </c:pt>
                <c:pt idx="12015">
                  <c:v>1.0156072855470129</c:v>
                </c:pt>
                <c:pt idx="12016">
                  <c:v>1.0154966206176612</c:v>
                </c:pt>
                <c:pt idx="12017">
                  <c:v>1.0137445740657487</c:v>
                </c:pt>
                <c:pt idx="12018">
                  <c:v>1.0145429007571543</c:v>
                </c:pt>
                <c:pt idx="12019">
                  <c:v>1.0153796058530242</c:v>
                </c:pt>
                <c:pt idx="12020">
                  <c:v>1.0135533424262975</c:v>
                </c:pt>
                <c:pt idx="12021">
                  <c:v>1.0130358308505478</c:v>
                </c:pt>
                <c:pt idx="12022">
                  <c:v>1.0125860847169625</c:v>
                </c:pt>
                <c:pt idx="12023">
                  <c:v>1.0116683811221936</c:v>
                </c:pt>
                <c:pt idx="12024">
                  <c:v>1.0097249759341242</c:v>
                </c:pt>
                <c:pt idx="12025">
                  <c:v>1.0105140826646957</c:v>
                </c:pt>
                <c:pt idx="12026">
                  <c:v>1.0126677689980721</c:v>
                </c:pt>
                <c:pt idx="12027">
                  <c:v>1.0133593676580031</c:v>
                </c:pt>
                <c:pt idx="12028">
                  <c:v>1.013495101737061</c:v>
                </c:pt>
                <c:pt idx="12029">
                  <c:v>1.0124986347854137</c:v>
                </c:pt>
                <c:pt idx="12030">
                  <c:v>1.0118061725478842</c:v>
                </c:pt>
                <c:pt idx="12031">
                  <c:v>1.0127941561195903</c:v>
                </c:pt>
                <c:pt idx="12032">
                  <c:v>1.0128849841635108</c:v>
                </c:pt>
                <c:pt idx="12033">
                  <c:v>1.0138439108889516</c:v>
                </c:pt>
                <c:pt idx="12034">
                  <c:v>1.0145160536535682</c:v>
                </c:pt>
                <c:pt idx="12035">
                  <c:v>1.0144621308523256</c:v>
                </c:pt>
                <c:pt idx="12036">
                  <c:v>1.0143672135144814</c:v>
                </c:pt>
                <c:pt idx="12037">
                  <c:v>1.0129239467528213</c:v>
                </c:pt>
                <c:pt idx="12038">
                  <c:v>1.0137931376060105</c:v>
                </c:pt>
                <c:pt idx="12039">
                  <c:v>1.0130470065606498</c:v>
                </c:pt>
                <c:pt idx="12040">
                  <c:v>1.0124721178732623</c:v>
                </c:pt>
                <c:pt idx="12041">
                  <c:v>1.012933979492572</c:v>
                </c:pt>
                <c:pt idx="12042">
                  <c:v>1.0131029105105014</c:v>
                </c:pt>
                <c:pt idx="12043">
                  <c:v>1.0131424064859758</c:v>
                </c:pt>
                <c:pt idx="12044">
                  <c:v>1.0132987394306991</c:v>
                </c:pt>
                <c:pt idx="12045">
                  <c:v>1.0141511413193942</c:v>
                </c:pt>
                <c:pt idx="12046">
                  <c:v>1.0161492058895991</c:v>
                </c:pt>
                <c:pt idx="12047">
                  <c:v>1.0171085390044983</c:v>
                </c:pt>
                <c:pt idx="12048">
                  <c:v>1.0160358232307454</c:v>
                </c:pt>
                <c:pt idx="12049">
                  <c:v>1.0150504811905179</c:v>
                </c:pt>
                <c:pt idx="12050">
                  <c:v>1.0141611486598037</c:v>
                </c:pt>
                <c:pt idx="12051">
                  <c:v>1.0139167815986854</c:v>
                </c:pt>
                <c:pt idx="12052">
                  <c:v>1.0140344059475097</c:v>
                </c:pt>
                <c:pt idx="12053">
                  <c:v>1.013743558092103</c:v>
                </c:pt>
                <c:pt idx="12054">
                  <c:v>1.0143396552293433</c:v>
                </c:pt>
                <c:pt idx="12055">
                  <c:v>1.0162228385795673</c:v>
                </c:pt>
                <c:pt idx="12056">
                  <c:v>1.0158957458643523</c:v>
                </c:pt>
                <c:pt idx="12057">
                  <c:v>1.0147372565155659</c:v>
                </c:pt>
                <c:pt idx="12058">
                  <c:v>1.0147579823779371</c:v>
                </c:pt>
                <c:pt idx="12059">
                  <c:v>1.0142634318065789</c:v>
                </c:pt>
                <c:pt idx="12060">
                  <c:v>1.0141360287114152</c:v>
                </c:pt>
                <c:pt idx="12061">
                  <c:v>1.0142080358435501</c:v>
                </c:pt>
                <c:pt idx="12062">
                  <c:v>1.01478498187757</c:v>
                </c:pt>
                <c:pt idx="12063">
                  <c:v>1.0165152611941246</c:v>
                </c:pt>
                <c:pt idx="12064">
                  <c:v>1.0163120410656548</c:v>
                </c:pt>
                <c:pt idx="12065">
                  <c:v>1.0161645470916485</c:v>
                </c:pt>
                <c:pt idx="12066">
                  <c:v>1.0154234197164926</c:v>
                </c:pt>
                <c:pt idx="12067">
                  <c:v>1.0152678741513446</c:v>
                </c:pt>
                <c:pt idx="12068">
                  <c:v>1.0146883627838694</c:v>
                </c:pt>
                <c:pt idx="12069">
                  <c:v>1.0121305475335969</c:v>
                </c:pt>
                <c:pt idx="12070">
                  <c:v>1.0110273017517926</c:v>
                </c:pt>
                <c:pt idx="12071">
                  <c:v>1.0128024871034846</c:v>
                </c:pt>
                <c:pt idx="12072">
                  <c:v>1.0138111965375618</c:v>
                </c:pt>
                <c:pt idx="12073">
                  <c:v>1.0138910520661093</c:v>
                </c:pt>
                <c:pt idx="12074">
                  <c:v>1.0156963356370536</c:v>
                </c:pt>
                <c:pt idx="12075">
                  <c:v>1.0171970557083749</c:v>
                </c:pt>
                <c:pt idx="12076">
                  <c:v>1.0168232790041427</c:v>
                </c:pt>
                <c:pt idx="12077">
                  <c:v>1.0163084597585539</c:v>
                </c:pt>
                <c:pt idx="12078">
                  <c:v>1.016708677176914</c:v>
                </c:pt>
                <c:pt idx="12079">
                  <c:v>1.0155025132648059</c:v>
                </c:pt>
                <c:pt idx="12080">
                  <c:v>1.014360660484467</c:v>
                </c:pt>
                <c:pt idx="12081">
                  <c:v>1.0159403217080549</c:v>
                </c:pt>
                <c:pt idx="12082">
                  <c:v>1.0178700366512492</c:v>
                </c:pt>
                <c:pt idx="12083">
                  <c:v>1.0181349263800097</c:v>
                </c:pt>
                <c:pt idx="12084">
                  <c:v>1.0181297195150758</c:v>
                </c:pt>
                <c:pt idx="12085">
                  <c:v>1.0173253731798197</c:v>
                </c:pt>
                <c:pt idx="12086">
                  <c:v>1.0162871243119953</c:v>
                </c:pt>
                <c:pt idx="12087">
                  <c:v>1.0151147669229461</c:v>
                </c:pt>
                <c:pt idx="12088">
                  <c:v>1.014144258097945</c:v>
                </c:pt>
                <c:pt idx="12089">
                  <c:v>1.0134324161631247</c:v>
                </c:pt>
                <c:pt idx="12090">
                  <c:v>1.0126665752290385</c:v>
                </c:pt>
                <c:pt idx="12091">
                  <c:v>1.0140776102267908</c:v>
                </c:pt>
                <c:pt idx="12092">
                  <c:v>1.0151064359390518</c:v>
                </c:pt>
                <c:pt idx="12093">
                  <c:v>1.0144282481312434</c:v>
                </c:pt>
                <c:pt idx="12094">
                  <c:v>1.0144741447406855</c:v>
                </c:pt>
                <c:pt idx="12095">
                  <c:v>1.0150878690206777</c:v>
                </c:pt>
                <c:pt idx="12096">
                  <c:v>1.0151739219884637</c:v>
                </c:pt>
                <c:pt idx="12097">
                  <c:v>1.0150415660217773</c:v>
                </c:pt>
                <c:pt idx="12098">
                  <c:v>1.0144842028797774</c:v>
                </c:pt>
                <c:pt idx="12099">
                  <c:v>1.0148435527582413</c:v>
                </c:pt>
                <c:pt idx="12100">
                  <c:v>1.0145403862223814</c:v>
                </c:pt>
                <c:pt idx="12101">
                  <c:v>1.0133777059823068</c:v>
                </c:pt>
                <c:pt idx="12102">
                  <c:v>1.0122945002806627</c:v>
                </c:pt>
                <c:pt idx="12103">
                  <c:v>1.011738838894519</c:v>
                </c:pt>
                <c:pt idx="12104">
                  <c:v>1.0136176535580668</c:v>
                </c:pt>
                <c:pt idx="12105">
                  <c:v>1.0135957847253443</c:v>
                </c:pt>
                <c:pt idx="12106">
                  <c:v>1.0126086647312369</c:v>
                </c:pt>
                <c:pt idx="12107">
                  <c:v>1.0117057435530121</c:v>
                </c:pt>
                <c:pt idx="12108">
                  <c:v>1.0115214713330336</c:v>
                </c:pt>
                <c:pt idx="12109">
                  <c:v>1.0128239241474075</c:v>
                </c:pt>
                <c:pt idx="12110">
                  <c:v>1.0143989880902489</c:v>
                </c:pt>
                <c:pt idx="12111">
                  <c:v>1.0149794138340051</c:v>
                </c:pt>
                <c:pt idx="12112">
                  <c:v>1.0151654894072049</c:v>
                </c:pt>
                <c:pt idx="12113">
                  <c:v>1.0154310649181759</c:v>
                </c:pt>
                <c:pt idx="12114">
                  <c:v>1.0155703041063115</c:v>
                </c:pt>
                <c:pt idx="12115">
                  <c:v>1.0153001313145937</c:v>
                </c:pt>
                <c:pt idx="12116">
                  <c:v>1.0138539182293611</c:v>
                </c:pt>
                <c:pt idx="12117">
                  <c:v>1.0142160112366685</c:v>
                </c:pt>
                <c:pt idx="12118">
                  <c:v>1.015347704280551</c:v>
                </c:pt>
                <c:pt idx="12119">
                  <c:v>1.0142384896535783</c:v>
                </c:pt>
                <c:pt idx="12120">
                  <c:v>1.0125898438194514</c:v>
                </c:pt>
                <c:pt idx="12121">
                  <c:v>1.0141172077996297</c:v>
                </c:pt>
                <c:pt idx="12122">
                  <c:v>1.0154505462128312</c:v>
                </c:pt>
                <c:pt idx="12123">
                  <c:v>1.014591438898075</c:v>
                </c:pt>
                <c:pt idx="12124">
                  <c:v>1.0132924911927785</c:v>
                </c:pt>
                <c:pt idx="12125">
                  <c:v>1.0122942462872513</c:v>
                </c:pt>
                <c:pt idx="12126">
                  <c:v>1.0133172047517087</c:v>
                </c:pt>
                <c:pt idx="12127">
                  <c:v>1.0142834464873982</c:v>
                </c:pt>
                <c:pt idx="12128">
                  <c:v>1.0147535120938962</c:v>
                </c:pt>
                <c:pt idx="12129">
                  <c:v>1.0147221439075871</c:v>
                </c:pt>
                <c:pt idx="12130">
                  <c:v>1.0146717516147632</c:v>
                </c:pt>
                <c:pt idx="12131">
                  <c:v>1.0148098986312295</c:v>
                </c:pt>
                <c:pt idx="12132">
                  <c:v>1.0148178740243479</c:v>
                </c:pt>
                <c:pt idx="12133">
                  <c:v>1.0141972411235654</c:v>
                </c:pt>
                <c:pt idx="12134">
                  <c:v>1.0144452148911258</c:v>
                </c:pt>
                <c:pt idx="12135">
                  <c:v>1.0150648826169448</c:v>
                </c:pt>
                <c:pt idx="12136">
                  <c:v>1.0156334722677294</c:v>
                </c:pt>
                <c:pt idx="12137">
                  <c:v>1.0156502612322236</c:v>
                </c:pt>
                <c:pt idx="12138">
                  <c:v>1.0149787280517943</c:v>
                </c:pt>
                <c:pt idx="12139">
                  <c:v>1.0162904516256848</c:v>
                </c:pt>
                <c:pt idx="12140">
                  <c:v>1.0179740469532221</c:v>
                </c:pt>
                <c:pt idx="12141">
                  <c:v>1.0166720259276474</c:v>
                </c:pt>
                <c:pt idx="12142">
                  <c:v>1.0144570001854152</c:v>
                </c:pt>
                <c:pt idx="12143">
                  <c:v>1.0135026453413798</c:v>
                </c:pt>
                <c:pt idx="12144">
                  <c:v>1.0129661604577977</c:v>
                </c:pt>
                <c:pt idx="12145">
                  <c:v>1.0112910739095429</c:v>
                </c:pt>
                <c:pt idx="12146">
                  <c:v>1.0106199471185717</c:v>
                </c:pt>
                <c:pt idx="12147">
                  <c:v>1.0111494979820224</c:v>
                </c:pt>
                <c:pt idx="12148">
                  <c:v>1.0099225828082019</c:v>
                </c:pt>
                <c:pt idx="12149">
                  <c:v>1.008971377482468</c:v>
                </c:pt>
                <c:pt idx="12150">
                  <c:v>1.0094197012529496</c:v>
                </c:pt>
                <c:pt idx="12151">
                  <c:v>1.0114582269735923</c:v>
                </c:pt>
                <c:pt idx="12152">
                  <c:v>1.0134464365994347</c:v>
                </c:pt>
                <c:pt idx="12153">
                  <c:v>1.0139891443215963</c:v>
                </c:pt>
                <c:pt idx="12154">
                  <c:v>1.0139942749885067</c:v>
                </c:pt>
                <c:pt idx="12155">
                  <c:v>1.0128553685317403</c:v>
                </c:pt>
                <c:pt idx="12156">
                  <c:v>1.0127440178201776</c:v>
                </c:pt>
                <c:pt idx="12157">
                  <c:v>1.0125882944596418</c:v>
                </c:pt>
                <c:pt idx="12158">
                  <c:v>1.0139622972180102</c:v>
                </c:pt>
                <c:pt idx="12159">
                  <c:v>1.0146927568698867</c:v>
                </c:pt>
                <c:pt idx="12160">
                  <c:v>1.01394893716457</c:v>
                </c:pt>
                <c:pt idx="12161">
                  <c:v>1.0148027868157099</c:v>
                </c:pt>
                <c:pt idx="12162">
                  <c:v>1.0154442725755695</c:v>
                </c:pt>
                <c:pt idx="12163">
                  <c:v>1.0154982969741766</c:v>
                </c:pt>
                <c:pt idx="12164">
                  <c:v>1.0149164996659987</c:v>
                </c:pt>
                <c:pt idx="12165">
                  <c:v>1.014907736893305</c:v>
                </c:pt>
                <c:pt idx="12166">
                  <c:v>1.0143676961019632</c:v>
                </c:pt>
                <c:pt idx="12167">
                  <c:v>1.0141957933611203</c:v>
                </c:pt>
                <c:pt idx="12168">
                  <c:v>1.014790899924056</c:v>
                </c:pt>
                <c:pt idx="12169">
                  <c:v>1.0148962309917682</c:v>
                </c:pt>
                <c:pt idx="12170">
                  <c:v>1.0150807064064757</c:v>
                </c:pt>
                <c:pt idx="12171">
                  <c:v>1.0142043021404026</c:v>
                </c:pt>
                <c:pt idx="12172">
                  <c:v>1.0132657710858981</c:v>
                </c:pt>
                <c:pt idx="12173">
                  <c:v>1.0126663466349684</c:v>
                </c:pt>
                <c:pt idx="12174">
                  <c:v>1.0119440909702802</c:v>
                </c:pt>
                <c:pt idx="12175">
                  <c:v>1.0122145939534328</c:v>
                </c:pt>
                <c:pt idx="12176">
                  <c:v>1.0107345235464591</c:v>
                </c:pt>
                <c:pt idx="12177">
                  <c:v>1.0108299488711263</c:v>
                </c:pt>
                <c:pt idx="12178">
                  <c:v>1.0121971954047513</c:v>
                </c:pt>
                <c:pt idx="12179">
                  <c:v>1.0138056594811931</c:v>
                </c:pt>
                <c:pt idx="12180">
                  <c:v>1.0152927655056627</c:v>
                </c:pt>
                <c:pt idx="12181">
                  <c:v>1.01573009136143</c:v>
                </c:pt>
                <c:pt idx="12182">
                  <c:v>1.0157918879584265</c:v>
                </c:pt>
                <c:pt idx="12183">
                  <c:v>1.0144298482897354</c:v>
                </c:pt>
                <c:pt idx="12184">
                  <c:v>1.0133632283578564</c:v>
                </c:pt>
                <c:pt idx="12185">
                  <c:v>1.0122530739552615</c:v>
                </c:pt>
                <c:pt idx="12186">
                  <c:v>1.0126001559519546</c:v>
                </c:pt>
                <c:pt idx="12187">
                  <c:v>1.0140065682696191</c:v>
                </c:pt>
                <c:pt idx="12188">
                  <c:v>1.0137226036356617</c:v>
                </c:pt>
                <c:pt idx="12189">
                  <c:v>1.0136083827985503</c:v>
                </c:pt>
                <c:pt idx="12190">
                  <c:v>1.0138859467985399</c:v>
                </c:pt>
                <c:pt idx="12191">
                  <c:v>1.0132708509541262</c:v>
                </c:pt>
                <c:pt idx="12192">
                  <c:v>1.0122486290705619</c:v>
                </c:pt>
                <c:pt idx="12193">
                  <c:v>1.0115780356657549</c:v>
                </c:pt>
                <c:pt idx="12194">
                  <c:v>1.0125389689391457</c:v>
                </c:pt>
                <c:pt idx="12195">
                  <c:v>1.0134321875690544</c:v>
                </c:pt>
                <c:pt idx="12196">
                  <c:v>1.0145049287421484</c:v>
                </c:pt>
                <c:pt idx="12197">
                  <c:v>1.0149041809855452</c:v>
                </c:pt>
                <c:pt idx="12198">
                  <c:v>1.0138816289105461</c:v>
                </c:pt>
                <c:pt idx="12199">
                  <c:v>1.0122820292041625</c:v>
                </c:pt>
                <c:pt idx="12200">
                  <c:v>1.0120961822250332</c:v>
                </c:pt>
                <c:pt idx="12201">
                  <c:v>1.0122276746141206</c:v>
                </c:pt>
                <c:pt idx="12202">
                  <c:v>1.01182900655557</c:v>
                </c:pt>
                <c:pt idx="12203">
                  <c:v>1.012494748686219</c:v>
                </c:pt>
                <c:pt idx="12204">
                  <c:v>1.0138804097421712</c:v>
                </c:pt>
                <c:pt idx="12205">
                  <c:v>1.0147409140206902</c:v>
                </c:pt>
                <c:pt idx="12206">
                  <c:v>1.0148894239683424</c:v>
                </c:pt>
                <c:pt idx="12207">
                  <c:v>1.0137238990020598</c:v>
                </c:pt>
                <c:pt idx="12208">
                  <c:v>1.013447604969127</c:v>
                </c:pt>
                <c:pt idx="12209">
                  <c:v>1.0151664545821681</c:v>
                </c:pt>
                <c:pt idx="12210">
                  <c:v>1.0158187604613536</c:v>
                </c:pt>
                <c:pt idx="12211">
                  <c:v>1.0139645577593717</c:v>
                </c:pt>
                <c:pt idx="12212">
                  <c:v>1.0128519650200274</c:v>
                </c:pt>
                <c:pt idx="12213">
                  <c:v>1.0132200776711853</c:v>
                </c:pt>
                <c:pt idx="12214">
                  <c:v>1.0128901148304212</c:v>
                </c:pt>
                <c:pt idx="12215">
                  <c:v>1.0128925785665119</c:v>
                </c:pt>
                <c:pt idx="12216">
                  <c:v>1.0123790292879802</c:v>
                </c:pt>
                <c:pt idx="12217">
                  <c:v>1.0121105074534367</c:v>
                </c:pt>
                <c:pt idx="12218">
                  <c:v>1.0126590824234019</c:v>
                </c:pt>
                <c:pt idx="12219">
                  <c:v>1.0125046798286053</c:v>
                </c:pt>
                <c:pt idx="12220">
                  <c:v>1.0123751177894444</c:v>
                </c:pt>
                <c:pt idx="12221">
                  <c:v>1.0136128784819323</c:v>
                </c:pt>
                <c:pt idx="12222">
                  <c:v>1.0150338954207527</c:v>
                </c:pt>
                <c:pt idx="12223">
                  <c:v>1.0147352245682748</c:v>
                </c:pt>
                <c:pt idx="12224">
                  <c:v>1.0144655851627209</c:v>
                </c:pt>
                <c:pt idx="12225">
                  <c:v>1.0121098216712259</c:v>
                </c:pt>
                <c:pt idx="12226">
                  <c:v>1.0091345936486407</c:v>
                </c:pt>
                <c:pt idx="12227">
                  <c:v>1.0087836763514355</c:v>
                </c:pt>
                <c:pt idx="12228">
                  <c:v>1.0097174577291466</c:v>
                </c:pt>
                <c:pt idx="12229">
                  <c:v>1.0099653045000012</c:v>
                </c:pt>
                <c:pt idx="12230">
                  <c:v>1.010412942488272</c:v>
                </c:pt>
                <c:pt idx="12231">
                  <c:v>1.0103651409282444</c:v>
                </c:pt>
                <c:pt idx="12232">
                  <c:v>1.0106745557020251</c:v>
                </c:pt>
                <c:pt idx="12233">
                  <c:v>1.0104742310984454</c:v>
                </c:pt>
                <c:pt idx="12234">
                  <c:v>1.0098883444963438</c:v>
                </c:pt>
                <c:pt idx="12235">
                  <c:v>1.009535369852506</c:v>
                </c:pt>
                <c:pt idx="12236">
                  <c:v>1.0093308797569791</c:v>
                </c:pt>
                <c:pt idx="12237">
                  <c:v>1.0107612436533395</c:v>
                </c:pt>
                <c:pt idx="12238">
                  <c:v>1.013049749689493</c:v>
                </c:pt>
                <c:pt idx="12239">
                  <c:v>1.0140039521374815</c:v>
                </c:pt>
                <c:pt idx="12240">
                  <c:v>1.0155900139950369</c:v>
                </c:pt>
                <c:pt idx="12241">
                  <c:v>1.0159534785667659</c:v>
                </c:pt>
                <c:pt idx="12242">
                  <c:v>1.0154206765876492</c:v>
                </c:pt>
                <c:pt idx="12243">
                  <c:v>1.0154900167889644</c:v>
                </c:pt>
                <c:pt idx="12244">
                  <c:v>1.0152381569222095</c:v>
                </c:pt>
                <c:pt idx="12245">
                  <c:v>1.0152116146107171</c:v>
                </c:pt>
                <c:pt idx="12246">
                  <c:v>1.0149700414771241</c:v>
                </c:pt>
                <c:pt idx="12247">
                  <c:v>1.0160007467406296</c:v>
                </c:pt>
                <c:pt idx="12248">
                  <c:v>1.0172947923730857</c:v>
                </c:pt>
                <c:pt idx="12249">
                  <c:v>1.0165249891417816</c:v>
                </c:pt>
                <c:pt idx="12250">
                  <c:v>1.0152759257424862</c:v>
                </c:pt>
                <c:pt idx="12251">
                  <c:v>1.0150757281356122</c:v>
                </c:pt>
                <c:pt idx="12252">
                  <c:v>1.0136257813472318</c:v>
                </c:pt>
                <c:pt idx="12253">
                  <c:v>1.01252281495818</c:v>
                </c:pt>
                <c:pt idx="12254">
                  <c:v>1.0112219369029567</c:v>
                </c:pt>
                <c:pt idx="12255">
                  <c:v>1.0095290962152441</c:v>
                </c:pt>
                <c:pt idx="12256">
                  <c:v>1.0089673389872267</c:v>
                </c:pt>
                <c:pt idx="12257">
                  <c:v>1.0102467545991858</c:v>
                </c:pt>
                <c:pt idx="12258">
                  <c:v>1.0116202239713903</c:v>
                </c:pt>
                <c:pt idx="12259">
                  <c:v>1.012854225561389</c:v>
                </c:pt>
                <c:pt idx="12260">
                  <c:v>1.0136585464973038</c:v>
                </c:pt>
                <c:pt idx="12261">
                  <c:v>1.0137411705540358</c:v>
                </c:pt>
                <c:pt idx="12262">
                  <c:v>1.0131408063274838</c:v>
                </c:pt>
                <c:pt idx="12263">
                  <c:v>1.0127386839585382</c:v>
                </c:pt>
                <c:pt idx="12264">
                  <c:v>1.0120439865789881</c:v>
                </c:pt>
                <c:pt idx="12265">
                  <c:v>1.0121991765533602</c:v>
                </c:pt>
                <c:pt idx="12266">
                  <c:v>1.0116535225076262</c:v>
                </c:pt>
                <c:pt idx="12267">
                  <c:v>1.0126253012996842</c:v>
                </c:pt>
                <c:pt idx="12268">
                  <c:v>1.0139966879259152</c:v>
                </c:pt>
                <c:pt idx="12269">
                  <c:v>1.0151003654965189</c:v>
                </c:pt>
                <c:pt idx="12270">
                  <c:v>1.0146208513351163</c:v>
                </c:pt>
                <c:pt idx="12271">
                  <c:v>1.011620376367437</c:v>
                </c:pt>
                <c:pt idx="12272">
                  <c:v>1.0101920444183679</c:v>
                </c:pt>
                <c:pt idx="12273">
                  <c:v>1.011209745219209</c:v>
                </c:pt>
                <c:pt idx="12274">
                  <c:v>1.0124886528443453</c:v>
                </c:pt>
                <c:pt idx="12275">
                  <c:v>1.0126200944347503</c:v>
                </c:pt>
                <c:pt idx="12276">
                  <c:v>1.0122431428128755</c:v>
                </c:pt>
                <c:pt idx="12277">
                  <c:v>1.0103612040303676</c:v>
                </c:pt>
                <c:pt idx="12278">
                  <c:v>1.0099263165113497</c:v>
                </c:pt>
                <c:pt idx="12279">
                  <c:v>1.0114560426302541</c:v>
                </c:pt>
                <c:pt idx="12280">
                  <c:v>1.0131608718069853</c:v>
                </c:pt>
                <c:pt idx="12281">
                  <c:v>1.0135272319036044</c:v>
                </c:pt>
                <c:pt idx="12282">
                  <c:v>1.0132147184102045</c:v>
                </c:pt>
                <c:pt idx="12283">
                  <c:v>1.0132403209460747</c:v>
                </c:pt>
                <c:pt idx="12284">
                  <c:v>1.0132942945459995</c:v>
                </c:pt>
                <c:pt idx="12285">
                  <c:v>1.0140201823164707</c:v>
                </c:pt>
                <c:pt idx="12286">
                  <c:v>1.0155773905224899</c:v>
                </c:pt>
                <c:pt idx="12287">
                  <c:v>1.0154246134855263</c:v>
                </c:pt>
                <c:pt idx="12288">
                  <c:v>1.0140450736707889</c:v>
                </c:pt>
                <c:pt idx="12289">
                  <c:v>1.0132069970104975</c:v>
                </c:pt>
                <c:pt idx="12290">
                  <c:v>1.0139769780371897</c:v>
                </c:pt>
                <c:pt idx="12291">
                  <c:v>1.0142774014442066</c:v>
                </c:pt>
                <c:pt idx="12292">
                  <c:v>1.0142481160038708</c:v>
                </c:pt>
                <c:pt idx="12293">
                  <c:v>1.0137612106341962</c:v>
                </c:pt>
                <c:pt idx="12294">
                  <c:v>1.0131330595284358</c:v>
                </c:pt>
                <c:pt idx="12295">
                  <c:v>1.0142090772165371</c:v>
                </c:pt>
                <c:pt idx="12296">
                  <c:v>1.014275344097574</c:v>
                </c:pt>
                <c:pt idx="12297">
                  <c:v>1.0135629179779078</c:v>
                </c:pt>
                <c:pt idx="12298">
                  <c:v>1.0141342253581942</c:v>
                </c:pt>
                <c:pt idx="12299">
                  <c:v>1.0150514209661401</c:v>
                </c:pt>
                <c:pt idx="12300">
                  <c:v>1.0159302127702807</c:v>
                </c:pt>
                <c:pt idx="12301">
                  <c:v>1.0149656473911066</c:v>
                </c:pt>
                <c:pt idx="12302">
                  <c:v>1.015051751157575</c:v>
                </c:pt>
                <c:pt idx="12303">
                  <c:v>1.0144385348644056</c:v>
                </c:pt>
                <c:pt idx="12304">
                  <c:v>1.0138232358252628</c:v>
                </c:pt>
                <c:pt idx="12305">
                  <c:v>1.0149701430744886</c:v>
                </c:pt>
                <c:pt idx="12306">
                  <c:v>1.0159593204152284</c:v>
                </c:pt>
                <c:pt idx="12307">
                  <c:v>1.0173820391099055</c:v>
                </c:pt>
                <c:pt idx="12308">
                  <c:v>1.0175297870773232</c:v>
                </c:pt>
                <c:pt idx="12309">
                  <c:v>1.0163302015945705</c:v>
                </c:pt>
                <c:pt idx="12310">
                  <c:v>1.0141815951294224</c:v>
                </c:pt>
                <c:pt idx="12311">
                  <c:v>1.0116796330303193</c:v>
                </c:pt>
                <c:pt idx="12312">
                  <c:v>1.0099683778202793</c:v>
                </c:pt>
                <c:pt idx="12313">
                  <c:v>1.0099367048418764</c:v>
                </c:pt>
                <c:pt idx="12314">
                  <c:v>1.0111416749849509</c:v>
                </c:pt>
                <c:pt idx="12315">
                  <c:v>1.0124847159464683</c:v>
                </c:pt>
                <c:pt idx="12316">
                  <c:v>1.012642699848366</c:v>
                </c:pt>
                <c:pt idx="12317">
                  <c:v>1.0120356809944351</c:v>
                </c:pt>
                <c:pt idx="12318">
                  <c:v>1.0114428349728608</c:v>
                </c:pt>
                <c:pt idx="12319">
                  <c:v>1.0106136226826277</c:v>
                </c:pt>
                <c:pt idx="12320">
                  <c:v>1.0104879721420026</c:v>
                </c:pt>
                <c:pt idx="12321">
                  <c:v>1.0117691149091592</c:v>
                </c:pt>
                <c:pt idx="12322">
                  <c:v>1.0129063958080928</c:v>
                </c:pt>
                <c:pt idx="12323">
                  <c:v>1.0120957250368925</c:v>
                </c:pt>
                <c:pt idx="12324">
                  <c:v>1.0117452141291454</c:v>
                </c:pt>
                <c:pt idx="12325">
                  <c:v>1.0122048914051169</c:v>
                </c:pt>
                <c:pt idx="12326">
                  <c:v>1.0124771723421495</c:v>
                </c:pt>
                <c:pt idx="12327">
                  <c:v>1.013158281074189</c:v>
                </c:pt>
                <c:pt idx="12328">
                  <c:v>1.0128770595690748</c:v>
                </c:pt>
                <c:pt idx="12329">
                  <c:v>1.0136674616660444</c:v>
                </c:pt>
                <c:pt idx="12330">
                  <c:v>1.0145224288881947</c:v>
                </c:pt>
                <c:pt idx="12331">
                  <c:v>1.0151881710188437</c:v>
                </c:pt>
                <c:pt idx="12332">
                  <c:v>1.0150793602413954</c:v>
                </c:pt>
                <c:pt idx="12333">
                  <c:v>1.0141722735712235</c:v>
                </c:pt>
                <c:pt idx="12334">
                  <c:v>1.0132980790478294</c:v>
                </c:pt>
                <c:pt idx="12335">
                  <c:v>1.0134188275156142</c:v>
                </c:pt>
                <c:pt idx="12336">
                  <c:v>1.0130533817952763</c:v>
                </c:pt>
                <c:pt idx="12337">
                  <c:v>1.0128224763849625</c:v>
                </c:pt>
                <c:pt idx="12338">
                  <c:v>1.0124979236038618</c:v>
                </c:pt>
                <c:pt idx="12339">
                  <c:v>1.0117293141415911</c:v>
                </c:pt>
                <c:pt idx="12340">
                  <c:v>1.0103149518301495</c:v>
                </c:pt>
                <c:pt idx="12341">
                  <c:v>1.0099120166822873</c:v>
                </c:pt>
                <c:pt idx="12342">
                  <c:v>1.0114352405698597</c:v>
                </c:pt>
                <c:pt idx="12343">
                  <c:v>1.0122547503117769</c:v>
                </c:pt>
                <c:pt idx="12344">
                  <c:v>1.01308863608078</c:v>
                </c:pt>
                <c:pt idx="12345">
                  <c:v>1.0112575467792366</c:v>
                </c:pt>
                <c:pt idx="12346">
                  <c:v>1.0096667098455465</c:v>
                </c:pt>
                <c:pt idx="12347">
                  <c:v>1.010650045337824</c:v>
                </c:pt>
                <c:pt idx="12348">
                  <c:v>1.0118181356375615</c:v>
                </c:pt>
                <c:pt idx="12349">
                  <c:v>1.0134449888369896</c:v>
                </c:pt>
                <c:pt idx="12350">
                  <c:v>1.0159709025147887</c:v>
                </c:pt>
                <c:pt idx="12351">
                  <c:v>1.0170059256662882</c:v>
                </c:pt>
                <c:pt idx="12352">
                  <c:v>1.0158572404631825</c:v>
                </c:pt>
                <c:pt idx="12353">
                  <c:v>1.0148013644526062</c:v>
                </c:pt>
                <c:pt idx="12354">
                  <c:v>1.013636957057334</c:v>
                </c:pt>
                <c:pt idx="12355">
                  <c:v>1.0119543777034423</c:v>
                </c:pt>
                <c:pt idx="12356">
                  <c:v>1.011462875053021</c:v>
                </c:pt>
                <c:pt idx="12357">
                  <c:v>1.0120992047466288</c:v>
                </c:pt>
                <c:pt idx="12358">
                  <c:v>1.0115715080350816</c:v>
                </c:pt>
                <c:pt idx="12359">
                  <c:v>1.0109095758056037</c:v>
                </c:pt>
                <c:pt idx="12360">
                  <c:v>1.0116251006448893</c:v>
                </c:pt>
                <c:pt idx="12361">
                  <c:v>1.013116346761965</c:v>
                </c:pt>
                <c:pt idx="12362">
                  <c:v>1.0139560235807483</c:v>
                </c:pt>
                <c:pt idx="12363">
                  <c:v>1.0142932760324197</c:v>
                </c:pt>
                <c:pt idx="12364">
                  <c:v>1.0134750108582182</c:v>
                </c:pt>
                <c:pt idx="12365">
                  <c:v>1.0122314083172683</c:v>
                </c:pt>
                <c:pt idx="12366">
                  <c:v>1.0117752615497153</c:v>
                </c:pt>
                <c:pt idx="12367">
                  <c:v>1.0125887262484412</c:v>
                </c:pt>
                <c:pt idx="12368">
                  <c:v>1.0132016123501757</c:v>
                </c:pt>
                <c:pt idx="12369">
                  <c:v>1.0134044768878696</c:v>
                </c:pt>
                <c:pt idx="12370">
                  <c:v>1.0139767494431196</c:v>
                </c:pt>
                <c:pt idx="12371">
                  <c:v>1.0143317052355663</c:v>
                </c:pt>
                <c:pt idx="12372">
                  <c:v>1.0136129546799555</c:v>
                </c:pt>
                <c:pt idx="12373">
                  <c:v>1.0139349929262835</c:v>
                </c:pt>
                <c:pt idx="12374">
                  <c:v>1.0145277627498344</c:v>
                </c:pt>
                <c:pt idx="12375">
                  <c:v>1.0150613267091853</c:v>
                </c:pt>
                <c:pt idx="12376">
                  <c:v>1.0153988839529502</c:v>
                </c:pt>
                <c:pt idx="12377">
                  <c:v>1.0165200870689415</c:v>
                </c:pt>
                <c:pt idx="12378">
                  <c:v>1.0163735328705574</c:v>
                </c:pt>
                <c:pt idx="12379">
                  <c:v>1.0149213001414743</c:v>
                </c:pt>
                <c:pt idx="12380">
                  <c:v>1.0143839262809522</c:v>
                </c:pt>
                <c:pt idx="12381">
                  <c:v>1.0139094919877778</c:v>
                </c:pt>
                <c:pt idx="12382">
                  <c:v>1.014731871855244</c:v>
                </c:pt>
                <c:pt idx="12383">
                  <c:v>1.0158611265623769</c:v>
                </c:pt>
                <c:pt idx="12384">
                  <c:v>1.0159189862614963</c:v>
                </c:pt>
                <c:pt idx="12385">
                  <c:v>1.0143535994676298</c:v>
                </c:pt>
                <c:pt idx="12386">
                  <c:v>1.0121282869922354</c:v>
                </c:pt>
                <c:pt idx="12387">
                  <c:v>1.0109149350665845</c:v>
                </c:pt>
                <c:pt idx="12388">
                  <c:v>1.010970153234225</c:v>
                </c:pt>
                <c:pt idx="12389">
                  <c:v>1.010586343790242</c:v>
                </c:pt>
                <c:pt idx="12390">
                  <c:v>1.0118636512568864</c:v>
                </c:pt>
                <c:pt idx="12391">
                  <c:v>1.0132850491858241</c:v>
                </c:pt>
                <c:pt idx="12392">
                  <c:v>1.0139962561371159</c:v>
                </c:pt>
                <c:pt idx="12393">
                  <c:v>1.0154737358112931</c:v>
                </c:pt>
                <c:pt idx="12394">
                  <c:v>1.0165043902761162</c:v>
                </c:pt>
                <c:pt idx="12395">
                  <c:v>1.0168549265832045</c:v>
                </c:pt>
                <c:pt idx="12396">
                  <c:v>1.0171413295539113</c:v>
                </c:pt>
                <c:pt idx="12397">
                  <c:v>1.0169295244481358</c:v>
                </c:pt>
                <c:pt idx="12398">
                  <c:v>1.0171934998006151</c:v>
                </c:pt>
                <c:pt idx="12399">
                  <c:v>1.016846214609193</c:v>
                </c:pt>
                <c:pt idx="12400">
                  <c:v>1.0160428334489002</c:v>
                </c:pt>
                <c:pt idx="12401">
                  <c:v>1.0160469481421652</c:v>
                </c:pt>
                <c:pt idx="12402">
                  <c:v>1.0142106011770056</c:v>
                </c:pt>
                <c:pt idx="12403">
                  <c:v>1.0133551513673735</c:v>
                </c:pt>
                <c:pt idx="12404">
                  <c:v>1.0134836974328887</c:v>
                </c:pt>
                <c:pt idx="12405">
                  <c:v>1.013330209214373</c:v>
                </c:pt>
                <c:pt idx="12406">
                  <c:v>1.0148650406008468</c:v>
                </c:pt>
                <c:pt idx="12407">
                  <c:v>1.0153708684796716</c:v>
                </c:pt>
                <c:pt idx="12408">
                  <c:v>1.0150224149185569</c:v>
                </c:pt>
                <c:pt idx="12409">
                  <c:v>1.0155892266154616</c:v>
                </c:pt>
                <c:pt idx="12410">
                  <c:v>1.0153671855752062</c:v>
                </c:pt>
                <c:pt idx="12411">
                  <c:v>1.0152304101231615</c:v>
                </c:pt>
                <c:pt idx="12412">
                  <c:v>1.0139333165697682</c:v>
                </c:pt>
                <c:pt idx="12413">
                  <c:v>1.0127422906649801</c:v>
                </c:pt>
                <c:pt idx="12414">
                  <c:v>1.0130247821371514</c:v>
                </c:pt>
                <c:pt idx="12415">
                  <c:v>1.0127584192466048</c:v>
                </c:pt>
                <c:pt idx="12416">
                  <c:v>1.0125744772180609</c:v>
                </c:pt>
                <c:pt idx="12417">
                  <c:v>1.0120895529969953</c:v>
                </c:pt>
                <c:pt idx="12418">
                  <c:v>1.0128054080277158</c:v>
                </c:pt>
                <c:pt idx="12419">
                  <c:v>1.0135898412795172</c:v>
                </c:pt>
                <c:pt idx="12420">
                  <c:v>1.0132023489310686</c:v>
                </c:pt>
                <c:pt idx="12421">
                  <c:v>1.0131806832930754</c:v>
                </c:pt>
                <c:pt idx="12422">
                  <c:v>1.0134441506587319</c:v>
                </c:pt>
                <c:pt idx="12423">
                  <c:v>1.0143672389138225</c:v>
                </c:pt>
                <c:pt idx="12424">
                  <c:v>1.0148921416978443</c:v>
                </c:pt>
                <c:pt idx="12425">
                  <c:v>1.0148872650243452</c:v>
                </c:pt>
                <c:pt idx="12426">
                  <c:v>1.0133819984709596</c:v>
                </c:pt>
                <c:pt idx="12427">
                  <c:v>1.0125877356741366</c:v>
                </c:pt>
                <c:pt idx="12428">
                  <c:v>1.0120348174168363</c:v>
                </c:pt>
                <c:pt idx="12429">
                  <c:v>1.0119223745336046</c:v>
                </c:pt>
                <c:pt idx="12430">
                  <c:v>1.0130041324728036</c:v>
                </c:pt>
                <c:pt idx="12431">
                  <c:v>1.0137857209983974</c:v>
                </c:pt>
                <c:pt idx="12432">
                  <c:v>1.0140999108483126</c:v>
                </c:pt>
                <c:pt idx="12433">
                  <c:v>1.0142170526096552</c:v>
                </c:pt>
                <c:pt idx="12434">
                  <c:v>1.0142251803988205</c:v>
                </c:pt>
                <c:pt idx="12435">
                  <c:v>1.0141560941909167</c:v>
                </c:pt>
                <c:pt idx="12436">
                  <c:v>1.0139512739039549</c:v>
                </c:pt>
                <c:pt idx="12437">
                  <c:v>1.0130258997081616</c:v>
                </c:pt>
                <c:pt idx="12438">
                  <c:v>1.0125839765716478</c:v>
                </c:pt>
                <c:pt idx="12439">
                  <c:v>1.0122403234860087</c:v>
                </c:pt>
                <c:pt idx="12440">
                  <c:v>1.0115711524443056</c:v>
                </c:pt>
                <c:pt idx="12441">
                  <c:v>1.013021480222803</c:v>
                </c:pt>
                <c:pt idx="12442">
                  <c:v>1.014746273281671</c:v>
                </c:pt>
                <c:pt idx="12443">
                  <c:v>1.0145397766381941</c:v>
                </c:pt>
                <c:pt idx="12444">
                  <c:v>1.012288785428906</c:v>
                </c:pt>
                <c:pt idx="12445">
                  <c:v>1.0105849722258204</c:v>
                </c:pt>
                <c:pt idx="12446">
                  <c:v>1.0119397730822863</c:v>
                </c:pt>
                <c:pt idx="12447">
                  <c:v>1.0138936935975882</c:v>
                </c:pt>
                <c:pt idx="12448">
                  <c:v>1.0144716810045948</c:v>
                </c:pt>
                <c:pt idx="12449">
                  <c:v>1.0141029841685907</c:v>
                </c:pt>
                <c:pt idx="12450">
                  <c:v>1.0148882809979909</c:v>
                </c:pt>
                <c:pt idx="12451">
                  <c:v>1.0144003596546705</c:v>
                </c:pt>
                <c:pt idx="12452">
                  <c:v>1.0116397814640687</c:v>
                </c:pt>
                <c:pt idx="12453">
                  <c:v>1.010449517539515</c:v>
                </c:pt>
                <c:pt idx="12454">
                  <c:v>1.0097158321713136</c:v>
                </c:pt>
                <c:pt idx="12455">
                  <c:v>1.0090911353759484</c:v>
                </c:pt>
                <c:pt idx="12456">
                  <c:v>1.0091371589820961</c:v>
                </c:pt>
                <c:pt idx="12457">
                  <c:v>1.0101198086921626</c:v>
                </c:pt>
                <c:pt idx="12458">
                  <c:v>1.0111108909834878</c:v>
                </c:pt>
                <c:pt idx="12459">
                  <c:v>1.0123924147407617</c:v>
                </c:pt>
                <c:pt idx="12460">
                  <c:v>1.0143396298300023</c:v>
                </c:pt>
                <c:pt idx="12461">
                  <c:v>1.0149033682066286</c:v>
                </c:pt>
                <c:pt idx="12462">
                  <c:v>1.0130519594321723</c:v>
                </c:pt>
                <c:pt idx="12463">
                  <c:v>1.0114262746024367</c:v>
                </c:pt>
                <c:pt idx="12464">
                  <c:v>1.0100018795512444</c:v>
                </c:pt>
                <c:pt idx="12465">
                  <c:v>1.0114682851126842</c:v>
                </c:pt>
                <c:pt idx="12466">
                  <c:v>1.0126037372590555</c:v>
                </c:pt>
                <c:pt idx="12467">
                  <c:v>1.0124138517846848</c:v>
                </c:pt>
                <c:pt idx="12468">
                  <c:v>1.0123232523348344</c:v>
                </c:pt>
                <c:pt idx="12469">
                  <c:v>1.0124685365661614</c:v>
                </c:pt>
                <c:pt idx="12470">
                  <c:v>1.0126531643769161</c:v>
                </c:pt>
                <c:pt idx="12471">
                  <c:v>1.0125171763044467</c:v>
                </c:pt>
                <c:pt idx="12472">
                  <c:v>1.01236188473271</c:v>
                </c:pt>
                <c:pt idx="12473">
                  <c:v>1.0123416668571616</c:v>
                </c:pt>
                <c:pt idx="12474">
                  <c:v>1.0117092232627485</c:v>
                </c:pt>
                <c:pt idx="12475">
                  <c:v>1.0111441387210416</c:v>
                </c:pt>
                <c:pt idx="12476">
                  <c:v>1.0107255829783774</c:v>
                </c:pt>
                <c:pt idx="12477">
                  <c:v>1.0104907152708458</c:v>
                </c:pt>
                <c:pt idx="12478">
                  <c:v>1.0111163264424921</c:v>
                </c:pt>
                <c:pt idx="12479">
                  <c:v>1.0129051512403768</c:v>
                </c:pt>
                <c:pt idx="12480">
                  <c:v>1.0126755665958025</c:v>
                </c:pt>
                <c:pt idx="12481">
                  <c:v>1.0115124291675874</c:v>
                </c:pt>
                <c:pt idx="12482">
                  <c:v>1.0114568300098294</c:v>
                </c:pt>
                <c:pt idx="12483">
                  <c:v>1.0115805502005277</c:v>
                </c:pt>
                <c:pt idx="12484">
                  <c:v>1.0127483357081717</c:v>
                </c:pt>
                <c:pt idx="12485">
                  <c:v>1.0141014602081222</c:v>
                </c:pt>
                <c:pt idx="12486">
                  <c:v>1.0155227819390364</c:v>
                </c:pt>
                <c:pt idx="12487">
                  <c:v>1.0160834215960437</c:v>
                </c:pt>
                <c:pt idx="12488">
                  <c:v>1.0157391335268764</c:v>
                </c:pt>
                <c:pt idx="12489">
                  <c:v>1.0155978877907907</c:v>
                </c:pt>
                <c:pt idx="12490">
                  <c:v>1.0153461295214001</c:v>
                </c:pt>
                <c:pt idx="12491">
                  <c:v>1.015225127060204</c:v>
                </c:pt>
                <c:pt idx="12492">
                  <c:v>1.0137998176327305</c:v>
                </c:pt>
                <c:pt idx="12493">
                  <c:v>1.0138224484456873</c:v>
                </c:pt>
                <c:pt idx="12494">
                  <c:v>1.0137556227791451</c:v>
                </c:pt>
                <c:pt idx="12495">
                  <c:v>1.0132580242868501</c:v>
                </c:pt>
                <c:pt idx="12496">
                  <c:v>1.0138982908783347</c:v>
                </c:pt>
                <c:pt idx="12497">
                  <c:v>1.0140493915587829</c:v>
                </c:pt>
                <c:pt idx="12498">
                  <c:v>1.0151127603749959</c:v>
                </c:pt>
                <c:pt idx="12499">
                  <c:v>1.0156714696820766</c:v>
                </c:pt>
                <c:pt idx="12500">
                  <c:v>1.013913301888949</c:v>
                </c:pt>
                <c:pt idx="12501">
                  <c:v>1.0128936199394987</c:v>
                </c:pt>
                <c:pt idx="12502">
                  <c:v>1.012326427252477</c:v>
                </c:pt>
                <c:pt idx="12503">
                  <c:v>1.0105050912979316</c:v>
                </c:pt>
                <c:pt idx="12504">
                  <c:v>1.0113814447653229</c:v>
                </c:pt>
                <c:pt idx="12505">
                  <c:v>1.0124348062411261</c:v>
                </c:pt>
                <c:pt idx="12506">
                  <c:v>1.0132428608801887</c:v>
                </c:pt>
                <c:pt idx="12507">
                  <c:v>1.0133889324910912</c:v>
                </c:pt>
                <c:pt idx="12508">
                  <c:v>1.0124399623073776</c:v>
                </c:pt>
                <c:pt idx="12509">
                  <c:v>1.0112749453279182</c:v>
                </c:pt>
                <c:pt idx="12510">
                  <c:v>1.010212440089304</c:v>
                </c:pt>
                <c:pt idx="12511">
                  <c:v>1.0108813063389135</c:v>
                </c:pt>
                <c:pt idx="12512">
                  <c:v>1.012141875639746</c:v>
                </c:pt>
                <c:pt idx="12513">
                  <c:v>1.0124600277868792</c:v>
                </c:pt>
                <c:pt idx="12514">
                  <c:v>1.0112989477052965</c:v>
                </c:pt>
                <c:pt idx="12515">
                  <c:v>1.0116174554432058</c:v>
                </c:pt>
                <c:pt idx="12516">
                  <c:v>1.011990851157321</c:v>
                </c:pt>
                <c:pt idx="12517">
                  <c:v>1.0115501217898408</c:v>
                </c:pt>
                <c:pt idx="12518">
                  <c:v>1.0123549507125784</c:v>
                </c:pt>
                <c:pt idx="12519">
                  <c:v>1.0135349533033113</c:v>
                </c:pt>
                <c:pt idx="12520">
                  <c:v>1.0136070874321521</c:v>
                </c:pt>
                <c:pt idx="12521">
                  <c:v>1.013777745605279</c:v>
                </c:pt>
                <c:pt idx="12522">
                  <c:v>1.0145238512512986</c:v>
                </c:pt>
                <c:pt idx="12523">
                  <c:v>1.0156306021421804</c:v>
                </c:pt>
                <c:pt idx="12524">
                  <c:v>1.0159555867120806</c:v>
                </c:pt>
                <c:pt idx="12525">
                  <c:v>1.0160567268885046</c:v>
                </c:pt>
                <c:pt idx="12526">
                  <c:v>1.0162402625275901</c:v>
                </c:pt>
                <c:pt idx="12527">
                  <c:v>1.0142540340503567</c:v>
                </c:pt>
                <c:pt idx="12528">
                  <c:v>1.013308441979015</c:v>
                </c:pt>
                <c:pt idx="12529">
                  <c:v>1.0113676783224244</c:v>
                </c:pt>
                <c:pt idx="12530">
                  <c:v>1.0104570103451516</c:v>
                </c:pt>
                <c:pt idx="12531">
                  <c:v>1.0117356893762175</c:v>
                </c:pt>
                <c:pt idx="12532">
                  <c:v>1.0136108211352997</c:v>
                </c:pt>
                <c:pt idx="12533">
                  <c:v>1.0141370954837432</c:v>
                </c:pt>
                <c:pt idx="12534">
                  <c:v>1.0145904991224528</c:v>
                </c:pt>
                <c:pt idx="12535">
                  <c:v>1.0143482910053314</c:v>
                </c:pt>
                <c:pt idx="12536">
                  <c:v>1.0137825714800959</c:v>
                </c:pt>
                <c:pt idx="12537">
                  <c:v>1.0133115152992931</c:v>
                </c:pt>
                <c:pt idx="12538">
                  <c:v>1.0136652519233651</c:v>
                </c:pt>
                <c:pt idx="12539">
                  <c:v>1.0138386278259941</c:v>
                </c:pt>
                <c:pt idx="12540">
                  <c:v>1.0140215792802334</c:v>
                </c:pt>
                <c:pt idx="12541">
                  <c:v>1.0135640863476001</c:v>
                </c:pt>
                <c:pt idx="12542">
                  <c:v>1.013951985085507</c:v>
                </c:pt>
                <c:pt idx="12543">
                  <c:v>1.0160046328398242</c:v>
                </c:pt>
                <c:pt idx="12544">
                  <c:v>1.0184791890498361</c:v>
                </c:pt>
                <c:pt idx="12545">
                  <c:v>1.0199387367891677</c:v>
                </c:pt>
                <c:pt idx="12546">
                  <c:v>1.0202727635245141</c:v>
                </c:pt>
                <c:pt idx="12547">
                  <c:v>1.0187475076896506</c:v>
                </c:pt>
                <c:pt idx="12548">
                  <c:v>1.016289410252698</c:v>
                </c:pt>
                <c:pt idx="12549">
                  <c:v>1.0143724203794153</c:v>
                </c:pt>
                <c:pt idx="12550">
                  <c:v>1.0121851561170503</c:v>
                </c:pt>
                <c:pt idx="12551">
                  <c:v>1.0108358161189299</c:v>
                </c:pt>
                <c:pt idx="12552">
                  <c:v>1.0108726197642433</c:v>
                </c:pt>
                <c:pt idx="12553">
                  <c:v>1.0112640744099097</c:v>
                </c:pt>
                <c:pt idx="12554">
                  <c:v>1.0115617038894011</c:v>
                </c:pt>
                <c:pt idx="12555">
                  <c:v>1.0121226483385022</c:v>
                </c:pt>
                <c:pt idx="12556">
                  <c:v>1.0129934393501832</c:v>
                </c:pt>
                <c:pt idx="12557">
                  <c:v>1.0149179728277848</c:v>
                </c:pt>
                <c:pt idx="12558">
                  <c:v>1.0164426952764845</c:v>
                </c:pt>
                <c:pt idx="12559">
                  <c:v>1.0145300486905369</c:v>
                </c:pt>
                <c:pt idx="12560">
                  <c:v>1.0123928973282432</c:v>
                </c:pt>
                <c:pt idx="12561">
                  <c:v>1.0128162281470419</c:v>
                </c:pt>
                <c:pt idx="12562">
                  <c:v>1.0135906540584336</c:v>
                </c:pt>
                <c:pt idx="12563">
                  <c:v>1.0143390202458149</c:v>
                </c:pt>
                <c:pt idx="12564">
                  <c:v>1.0154122440063904</c:v>
                </c:pt>
                <c:pt idx="12565">
                  <c:v>1.0157569384650162</c:v>
                </c:pt>
                <c:pt idx="12566">
                  <c:v>1.0145124469471263</c:v>
                </c:pt>
                <c:pt idx="12567">
                  <c:v>1.0132730352974644</c:v>
                </c:pt>
                <c:pt idx="12568">
                  <c:v>1.0122157877224665</c:v>
                </c:pt>
                <c:pt idx="12569">
                  <c:v>1.0110465544523775</c:v>
                </c:pt>
                <c:pt idx="12570">
                  <c:v>1.0121584106108288</c:v>
                </c:pt>
                <c:pt idx="12571">
                  <c:v>1.0129025097088982</c:v>
                </c:pt>
                <c:pt idx="12572">
                  <c:v>1.0118805672180864</c:v>
                </c:pt>
                <c:pt idx="12573">
                  <c:v>1.0115773244842028</c:v>
                </c:pt>
                <c:pt idx="12574">
                  <c:v>1.0112052241364859</c:v>
                </c:pt>
                <c:pt idx="12575">
                  <c:v>1.0114992215101941</c:v>
                </c:pt>
                <c:pt idx="12576">
                  <c:v>1.0115195155837657</c:v>
                </c:pt>
                <c:pt idx="12577">
                  <c:v>1.0099615707968534</c:v>
                </c:pt>
                <c:pt idx="12578">
                  <c:v>1.0088984051753698</c:v>
                </c:pt>
                <c:pt idx="12579">
                  <c:v>1.0087142853514379</c:v>
                </c:pt>
                <c:pt idx="12580">
                  <c:v>1.0101172433587073</c:v>
                </c:pt>
                <c:pt idx="12581">
                  <c:v>1.0116578403956202</c:v>
                </c:pt>
                <c:pt idx="12582">
                  <c:v>1.0127139450002667</c:v>
                </c:pt>
                <c:pt idx="12583">
                  <c:v>1.0122169814915001</c:v>
                </c:pt>
                <c:pt idx="12584">
                  <c:v>1.0127707379270581</c:v>
                </c:pt>
                <c:pt idx="12585">
                  <c:v>1.0144813581535694</c:v>
                </c:pt>
                <c:pt idx="12586">
                  <c:v>1.0145950710038583</c:v>
                </c:pt>
                <c:pt idx="12587">
                  <c:v>1.0137395449962028</c:v>
                </c:pt>
                <c:pt idx="12588">
                  <c:v>1.0122203596038719</c:v>
                </c:pt>
                <c:pt idx="12589">
                  <c:v>1.0116111310072617</c:v>
                </c:pt>
                <c:pt idx="12590">
                  <c:v>1.0132000883897072</c:v>
                </c:pt>
                <c:pt idx="12591">
                  <c:v>1.0153798852457767</c:v>
                </c:pt>
                <c:pt idx="12592">
                  <c:v>1.0153017314730857</c:v>
                </c:pt>
                <c:pt idx="12593">
                  <c:v>1.013272781304053</c:v>
                </c:pt>
                <c:pt idx="12594">
                  <c:v>1.0131732158867799</c:v>
                </c:pt>
                <c:pt idx="12595">
                  <c:v>1.0135743984801033</c:v>
                </c:pt>
                <c:pt idx="12596">
                  <c:v>1.0140843410521931</c:v>
                </c:pt>
                <c:pt idx="12597">
                  <c:v>1.0135451892377911</c:v>
                </c:pt>
                <c:pt idx="12598">
                  <c:v>1.0127345438659321</c:v>
                </c:pt>
                <c:pt idx="12599">
                  <c:v>1.0116125025716833</c:v>
                </c:pt>
                <c:pt idx="12600">
                  <c:v>1.0122811656265636</c:v>
                </c:pt>
                <c:pt idx="12601">
                  <c:v>1.013286446149587</c:v>
                </c:pt>
                <c:pt idx="12602">
                  <c:v>1.0140853570258388</c:v>
                </c:pt>
                <c:pt idx="12603">
                  <c:v>1.0136352807008187</c:v>
                </c:pt>
                <c:pt idx="12604">
                  <c:v>1.0149159154811525</c:v>
                </c:pt>
                <c:pt idx="12605">
                  <c:v>1.0157992029686751</c:v>
                </c:pt>
                <c:pt idx="12606">
                  <c:v>1.0147567886089035</c:v>
                </c:pt>
                <c:pt idx="12607">
                  <c:v>1.0149375303204635</c:v>
                </c:pt>
                <c:pt idx="12608">
                  <c:v>1.0145289311195267</c:v>
                </c:pt>
                <c:pt idx="12609">
                  <c:v>1.0147677357249354</c:v>
                </c:pt>
                <c:pt idx="12610">
                  <c:v>1.0143232980536485</c:v>
                </c:pt>
                <c:pt idx="12611">
                  <c:v>1.0142622380375452</c:v>
                </c:pt>
                <c:pt idx="12612">
                  <c:v>1.0139346881341897</c:v>
                </c:pt>
                <c:pt idx="12613">
                  <c:v>1.0146202163515878</c:v>
                </c:pt>
                <c:pt idx="12614">
                  <c:v>1.0151575902121099</c:v>
                </c:pt>
                <c:pt idx="12615">
                  <c:v>1.0160287876132492</c:v>
                </c:pt>
                <c:pt idx="12616">
                  <c:v>1.016989136701794</c:v>
                </c:pt>
                <c:pt idx="12617">
                  <c:v>1.0162483141187317</c:v>
                </c:pt>
                <c:pt idx="12618">
                  <c:v>1.0135543837992842</c:v>
                </c:pt>
                <c:pt idx="12619">
                  <c:v>1.011461249495188</c:v>
                </c:pt>
                <c:pt idx="12620">
                  <c:v>1.0105909918696709</c:v>
                </c:pt>
                <c:pt idx="12621">
                  <c:v>1.0103563527562096</c:v>
                </c:pt>
                <c:pt idx="12622">
                  <c:v>1.0110705568297558</c:v>
                </c:pt>
                <c:pt idx="12623">
                  <c:v>1.0104276995054748</c:v>
                </c:pt>
                <c:pt idx="12624">
                  <c:v>1.0106743525072959</c:v>
                </c:pt>
                <c:pt idx="12625">
                  <c:v>1.0125988351862152</c:v>
                </c:pt>
                <c:pt idx="12626">
                  <c:v>1.0135964197088727</c:v>
                </c:pt>
                <c:pt idx="12627">
                  <c:v>1.014442217768871</c:v>
                </c:pt>
                <c:pt idx="12628">
                  <c:v>1.0138569153516157</c:v>
                </c:pt>
                <c:pt idx="12629">
                  <c:v>1.0146693386773546</c:v>
                </c:pt>
                <c:pt idx="12630">
                  <c:v>1.0140348631356502</c:v>
                </c:pt>
                <c:pt idx="12631">
                  <c:v>1.0130165019519393</c:v>
                </c:pt>
                <c:pt idx="12632">
                  <c:v>1.0142626698263446</c:v>
                </c:pt>
                <c:pt idx="12633">
                  <c:v>1.0143317560342484</c:v>
                </c:pt>
                <c:pt idx="12634">
                  <c:v>1.0136774944057951</c:v>
                </c:pt>
                <c:pt idx="12635">
                  <c:v>1.01424542367371</c:v>
                </c:pt>
                <c:pt idx="12636">
                  <c:v>1.014976696104503</c:v>
                </c:pt>
                <c:pt idx="12637">
                  <c:v>1.0142790778007218</c:v>
                </c:pt>
                <c:pt idx="12638">
                  <c:v>1.0132289166419024</c:v>
                </c:pt>
                <c:pt idx="12639">
                  <c:v>1.012478899497347</c:v>
                </c:pt>
                <c:pt idx="12640">
                  <c:v>1.0116831381393967</c:v>
                </c:pt>
                <c:pt idx="12641">
                  <c:v>1.0126697501466813</c:v>
                </c:pt>
                <c:pt idx="12642">
                  <c:v>1.0131331357264592</c:v>
                </c:pt>
                <c:pt idx="12643">
                  <c:v>1.0128764499848875</c:v>
                </c:pt>
                <c:pt idx="12644">
                  <c:v>1.0130076883805634</c:v>
                </c:pt>
                <c:pt idx="12645">
                  <c:v>1.0109486907909608</c:v>
                </c:pt>
                <c:pt idx="12646">
                  <c:v>1.0094734970574863</c:v>
                </c:pt>
                <c:pt idx="12647">
                  <c:v>1.0119043410013944</c:v>
                </c:pt>
                <c:pt idx="12648">
                  <c:v>1.0142349083464774</c:v>
                </c:pt>
                <c:pt idx="12649">
                  <c:v>1.0141234560375503</c:v>
                </c:pt>
                <c:pt idx="12650">
                  <c:v>1.0131382409940286</c:v>
                </c:pt>
                <c:pt idx="12651">
                  <c:v>1.0130054278392018</c:v>
                </c:pt>
                <c:pt idx="12652">
                  <c:v>1.0145547368501262</c:v>
                </c:pt>
                <c:pt idx="12653">
                  <c:v>1.0150458077117479</c:v>
                </c:pt>
                <c:pt idx="12654">
                  <c:v>1.0146903693318194</c:v>
                </c:pt>
                <c:pt idx="12655">
                  <c:v>1.0146065515060538</c:v>
                </c:pt>
                <c:pt idx="12656">
                  <c:v>1.0141672445016776</c:v>
                </c:pt>
                <c:pt idx="12657">
                  <c:v>1.0139247823911448</c:v>
                </c:pt>
                <c:pt idx="12658">
                  <c:v>1.0136844030265855</c:v>
                </c:pt>
                <c:pt idx="12659">
                  <c:v>1.0140317136173487</c:v>
                </c:pt>
                <c:pt idx="12660">
                  <c:v>1.0139897285064425</c:v>
                </c:pt>
                <c:pt idx="12661">
                  <c:v>1.0123089779051131</c:v>
                </c:pt>
                <c:pt idx="12662">
                  <c:v>1.0115787976459891</c:v>
                </c:pt>
                <c:pt idx="12663">
                  <c:v>1.011500313681863</c:v>
                </c:pt>
                <c:pt idx="12664">
                  <c:v>1.0108620536383286</c:v>
                </c:pt>
                <c:pt idx="12665">
                  <c:v>1.0097931223664058</c:v>
                </c:pt>
                <c:pt idx="12666">
                  <c:v>1.0102429446980146</c:v>
                </c:pt>
                <c:pt idx="12667">
                  <c:v>1.011132353426752</c:v>
                </c:pt>
                <c:pt idx="12668">
                  <c:v>1.0108107723685649</c:v>
                </c:pt>
                <c:pt idx="12669">
                  <c:v>1.0116683811221936</c:v>
                </c:pt>
                <c:pt idx="12670">
                  <c:v>1.0124672158004222</c:v>
                </c:pt>
                <c:pt idx="12671">
                  <c:v>1.0131137052304864</c:v>
                </c:pt>
                <c:pt idx="12672">
                  <c:v>1.0141151758523383</c:v>
                </c:pt>
                <c:pt idx="12673">
                  <c:v>1.013927703315376</c:v>
                </c:pt>
                <c:pt idx="12674">
                  <c:v>1.013734185735222</c:v>
                </c:pt>
                <c:pt idx="12675">
                  <c:v>1.0128039348659297</c:v>
                </c:pt>
                <c:pt idx="12676">
                  <c:v>1.0132232525888278</c:v>
                </c:pt>
                <c:pt idx="12677">
                  <c:v>1.0137635727729222</c:v>
                </c:pt>
                <c:pt idx="12678">
                  <c:v>1.013955236201173</c:v>
                </c:pt>
                <c:pt idx="12679">
                  <c:v>1.0139291002791389</c:v>
                </c:pt>
                <c:pt idx="12680">
                  <c:v>1.0122951098648501</c:v>
                </c:pt>
                <c:pt idx="12681">
                  <c:v>1.0124517984003496</c:v>
                </c:pt>
                <c:pt idx="12682">
                  <c:v>1.0133625171763045</c:v>
                </c:pt>
                <c:pt idx="12683">
                  <c:v>1.014279814381615</c:v>
                </c:pt>
                <c:pt idx="12684">
                  <c:v>1.0135949211477455</c:v>
                </c:pt>
                <c:pt idx="12685">
                  <c:v>1.011885189898174</c:v>
                </c:pt>
                <c:pt idx="12686">
                  <c:v>1.0116171760504533</c:v>
                </c:pt>
                <c:pt idx="12687">
                  <c:v>1.0116823253604801</c:v>
                </c:pt>
                <c:pt idx="12688">
                  <c:v>1.0117100614410062</c:v>
                </c:pt>
                <c:pt idx="12689">
                  <c:v>1.0120439865789881</c:v>
                </c:pt>
                <c:pt idx="12690">
                  <c:v>1.0122733934281745</c:v>
                </c:pt>
                <c:pt idx="12691">
                  <c:v>1.014366934121729</c:v>
                </c:pt>
                <c:pt idx="12692">
                  <c:v>1.0154865878779105</c:v>
                </c:pt>
                <c:pt idx="12693">
                  <c:v>1.0160091539225473</c:v>
                </c:pt>
                <c:pt idx="12694">
                  <c:v>1.0155221977541902</c:v>
                </c:pt>
                <c:pt idx="12695">
                  <c:v>1.0157250114932019</c:v>
                </c:pt>
                <c:pt idx="12696">
                  <c:v>1.0153388399104928</c:v>
                </c:pt>
                <c:pt idx="12697">
                  <c:v>1.014070803203365</c:v>
                </c:pt>
                <c:pt idx="12698">
                  <c:v>1.0138421329350717</c:v>
                </c:pt>
                <c:pt idx="12699">
                  <c:v>1.0142376006766385</c:v>
                </c:pt>
                <c:pt idx="12700">
                  <c:v>1.0142179161872542</c:v>
                </c:pt>
                <c:pt idx="12701">
                  <c:v>1.014384053277658</c:v>
                </c:pt>
                <c:pt idx="12702">
                  <c:v>1.0143874313900298</c:v>
                </c:pt>
                <c:pt idx="12703">
                  <c:v>1.0129350462648998</c:v>
                </c:pt>
                <c:pt idx="12704">
                  <c:v>1.0126830594014391</c:v>
                </c:pt>
                <c:pt idx="12705">
                  <c:v>1.0124551511133801</c:v>
                </c:pt>
                <c:pt idx="12706">
                  <c:v>1.0121528227557777</c:v>
                </c:pt>
                <c:pt idx="12707">
                  <c:v>1.0124850969365855</c:v>
                </c:pt>
                <c:pt idx="12708">
                  <c:v>1.0133896436726431</c:v>
                </c:pt>
                <c:pt idx="12709">
                  <c:v>1.0153855492988513</c:v>
                </c:pt>
                <c:pt idx="12710">
                  <c:v>1.0154098818676645</c:v>
                </c:pt>
                <c:pt idx="12711">
                  <c:v>1.0149990983233894</c:v>
                </c:pt>
                <c:pt idx="12712">
                  <c:v>1.0163391675619935</c:v>
                </c:pt>
                <c:pt idx="12713">
                  <c:v>1.0172504705227947</c:v>
                </c:pt>
                <c:pt idx="12714">
                  <c:v>1.0165103591212843</c:v>
                </c:pt>
                <c:pt idx="12715">
                  <c:v>1.0161984044133896</c:v>
                </c:pt>
                <c:pt idx="12716">
                  <c:v>1.0151346800064007</c:v>
                </c:pt>
                <c:pt idx="12717">
                  <c:v>1.0139077648325803</c:v>
                </c:pt>
                <c:pt idx="12718">
                  <c:v>1.0131552331532521</c:v>
                </c:pt>
                <c:pt idx="12719">
                  <c:v>1.0119929339032945</c:v>
                </c:pt>
                <c:pt idx="12720">
                  <c:v>1.0104636649725307</c:v>
                </c:pt>
                <c:pt idx="12721">
                  <c:v>1.0100497065106131</c:v>
                </c:pt>
                <c:pt idx="12722">
                  <c:v>1.0121704244991885</c:v>
                </c:pt>
                <c:pt idx="12723">
                  <c:v>1.0142535768622163</c:v>
                </c:pt>
                <c:pt idx="12724">
                  <c:v>1.0141547480258362</c:v>
                </c:pt>
                <c:pt idx="12725">
                  <c:v>1.0126399567195228</c:v>
                </c:pt>
                <c:pt idx="12726">
                  <c:v>1.0120892736042426</c:v>
                </c:pt>
                <c:pt idx="12727">
                  <c:v>1.0112737007602022</c:v>
                </c:pt>
                <c:pt idx="12728">
                  <c:v>1.0111644073952721</c:v>
                </c:pt>
                <c:pt idx="12729">
                  <c:v>1.0108798077777863</c:v>
                </c:pt>
                <c:pt idx="12730">
                  <c:v>1.011540241446137</c:v>
                </c:pt>
                <c:pt idx="12731">
                  <c:v>1.012879599503189</c:v>
                </c:pt>
                <c:pt idx="12732">
                  <c:v>1.0122759587616297</c:v>
                </c:pt>
                <c:pt idx="12733">
                  <c:v>1.0115430099743212</c:v>
                </c:pt>
                <c:pt idx="12734">
                  <c:v>1.0127706109303525</c:v>
                </c:pt>
                <c:pt idx="12735">
                  <c:v>1.0134943651561679</c:v>
                </c:pt>
                <c:pt idx="12736">
                  <c:v>1.0132544175804079</c:v>
                </c:pt>
                <c:pt idx="12737">
                  <c:v>1.0131355232645265</c:v>
                </c:pt>
                <c:pt idx="12738">
                  <c:v>1.0137616678223367</c:v>
                </c:pt>
                <c:pt idx="12739">
                  <c:v>1.0150129917629938</c:v>
                </c:pt>
                <c:pt idx="12740">
                  <c:v>1.0149291231385458</c:v>
                </c:pt>
                <c:pt idx="12741">
                  <c:v>1.0137699480075486</c:v>
                </c:pt>
                <c:pt idx="12742">
                  <c:v>1.0141092578058526</c:v>
                </c:pt>
                <c:pt idx="12743">
                  <c:v>1.0140343043501452</c:v>
                </c:pt>
                <c:pt idx="12744">
                  <c:v>1.0142478620104594</c:v>
                </c:pt>
                <c:pt idx="12745">
                  <c:v>1.0137229084277555</c:v>
                </c:pt>
                <c:pt idx="12746">
                  <c:v>1.0138570931470037</c:v>
                </c:pt>
                <c:pt idx="12747">
                  <c:v>1.0144680742981527</c:v>
                </c:pt>
                <c:pt idx="12748">
                  <c:v>1.0143729029668971</c:v>
                </c:pt>
                <c:pt idx="12749">
                  <c:v>1.0139535852439987</c:v>
                </c:pt>
                <c:pt idx="12750">
                  <c:v>1.0132452230189148</c:v>
                </c:pt>
                <c:pt idx="12751">
                  <c:v>1.0131773305800447</c:v>
                </c:pt>
                <c:pt idx="12752">
                  <c:v>1.0141610978611215</c:v>
                </c:pt>
                <c:pt idx="12753">
                  <c:v>1.0145870702113988</c:v>
                </c:pt>
                <c:pt idx="12754">
                  <c:v>1.0139037771360211</c:v>
                </c:pt>
                <c:pt idx="12755">
                  <c:v>1.0142930728376907</c:v>
                </c:pt>
                <c:pt idx="12756">
                  <c:v>1.0138394406049107</c:v>
                </c:pt>
                <c:pt idx="12757">
                  <c:v>1.0140719207743751</c:v>
                </c:pt>
                <c:pt idx="12758">
                  <c:v>1.0154810762208828</c:v>
                </c:pt>
                <c:pt idx="12759">
                  <c:v>1.0161492058895991</c:v>
                </c:pt>
                <c:pt idx="12760">
                  <c:v>1.0155652750367656</c:v>
                </c:pt>
                <c:pt idx="12761">
                  <c:v>1.0153391701019276</c:v>
                </c:pt>
                <c:pt idx="12762">
                  <c:v>1.0164686026044485</c:v>
                </c:pt>
                <c:pt idx="12763">
                  <c:v>1.0164168387472028</c:v>
                </c:pt>
                <c:pt idx="12764">
                  <c:v>1.0158240689236522</c:v>
                </c:pt>
                <c:pt idx="12765">
                  <c:v>1.0149574942026003</c:v>
                </c:pt>
                <c:pt idx="12766">
                  <c:v>1.0140625230181528</c:v>
                </c:pt>
                <c:pt idx="12767">
                  <c:v>1.0140218078743037</c:v>
                </c:pt>
                <c:pt idx="12768">
                  <c:v>1.0140459118490466</c:v>
                </c:pt>
                <c:pt idx="12769">
                  <c:v>1.0126834403915563</c:v>
                </c:pt>
                <c:pt idx="12770">
                  <c:v>1.0132742544658391</c:v>
                </c:pt>
                <c:pt idx="12771">
                  <c:v>1.0153504728087352</c:v>
                </c:pt>
                <c:pt idx="12772">
                  <c:v>1.0162840001930349</c:v>
                </c:pt>
                <c:pt idx="12773">
                  <c:v>1.0157411400748264</c:v>
                </c:pt>
                <c:pt idx="12774">
                  <c:v>1.0154833621615855</c:v>
                </c:pt>
                <c:pt idx="12775">
                  <c:v>1.016338024591642</c:v>
                </c:pt>
                <c:pt idx="12776">
                  <c:v>1.0165724859097156</c:v>
                </c:pt>
                <c:pt idx="12777">
                  <c:v>1.0160472783336001</c:v>
                </c:pt>
                <c:pt idx="12778">
                  <c:v>1.0164882362951504</c:v>
                </c:pt>
                <c:pt idx="12779">
                  <c:v>1.0162941599294915</c:v>
                </c:pt>
                <c:pt idx="12780">
                  <c:v>1.0156918399536716</c:v>
                </c:pt>
                <c:pt idx="12781">
                  <c:v>1.0148353487710529</c:v>
                </c:pt>
                <c:pt idx="12782">
                  <c:v>1.0143483926026959</c:v>
                </c:pt>
                <c:pt idx="12783">
                  <c:v>1.013704290710699</c:v>
                </c:pt>
                <c:pt idx="12784">
                  <c:v>1.0131822580522261</c:v>
                </c:pt>
                <c:pt idx="12785">
                  <c:v>1.0141843382582656</c:v>
                </c:pt>
                <c:pt idx="12786">
                  <c:v>1.0144839234870247</c:v>
                </c:pt>
                <c:pt idx="12787">
                  <c:v>1.0128959566788838</c:v>
                </c:pt>
                <c:pt idx="12788">
                  <c:v>1.0104054496826351</c:v>
                </c:pt>
                <c:pt idx="12789">
                  <c:v>1.009462473743431</c:v>
                </c:pt>
                <c:pt idx="12790">
                  <c:v>1.0104325253802917</c:v>
                </c:pt>
                <c:pt idx="12791">
                  <c:v>1.0113932554589533</c:v>
                </c:pt>
                <c:pt idx="12792">
                  <c:v>1.0123897986086241</c:v>
                </c:pt>
                <c:pt idx="12793">
                  <c:v>1.013722832229732</c:v>
                </c:pt>
                <c:pt idx="12794">
                  <c:v>1.0150072261125547</c:v>
                </c:pt>
                <c:pt idx="12795">
                  <c:v>1.0151680293413188</c:v>
                </c:pt>
                <c:pt idx="12796">
                  <c:v>1.0162667032417179</c:v>
                </c:pt>
                <c:pt idx="12797">
                  <c:v>1.0164208518431033</c:v>
                </c:pt>
                <c:pt idx="12798">
                  <c:v>1.0160082141469251</c:v>
                </c:pt>
                <c:pt idx="12799">
                  <c:v>1.0153017060737444</c:v>
                </c:pt>
                <c:pt idx="12800">
                  <c:v>1.0139250363845562</c:v>
                </c:pt>
                <c:pt idx="12801">
                  <c:v>1.0130452032074289</c:v>
                </c:pt>
                <c:pt idx="12802">
                  <c:v>1.0133184239200834</c:v>
                </c:pt>
                <c:pt idx="12803">
                  <c:v>1.0146537434818941</c:v>
                </c:pt>
                <c:pt idx="12804">
                  <c:v>1.0152168976736744</c:v>
                </c:pt>
                <c:pt idx="12805">
                  <c:v>1.0153641884529516</c:v>
                </c:pt>
                <c:pt idx="12806">
                  <c:v>1.0154580390184678</c:v>
                </c:pt>
                <c:pt idx="12807">
                  <c:v>1.0146286489328467</c:v>
                </c:pt>
                <c:pt idx="12808">
                  <c:v>1.013296021701197</c:v>
                </c:pt>
                <c:pt idx="12809">
                  <c:v>1.012402193487101</c:v>
                </c:pt>
                <c:pt idx="12810">
                  <c:v>1.0117374673300974</c:v>
                </c:pt>
                <c:pt idx="12811">
                  <c:v>1.0105069200504939</c:v>
                </c:pt>
                <c:pt idx="12812">
                  <c:v>1.0095021983129757</c:v>
                </c:pt>
                <c:pt idx="12813">
                  <c:v>1.0093267904630554</c:v>
                </c:pt>
                <c:pt idx="12814">
                  <c:v>1.0098840012090087</c:v>
                </c:pt>
                <c:pt idx="12815">
                  <c:v>1.0109270251529676</c:v>
                </c:pt>
                <c:pt idx="12816">
                  <c:v>1.0124882972535691</c:v>
                </c:pt>
                <c:pt idx="12817">
                  <c:v>1.013398431844678</c:v>
                </c:pt>
                <c:pt idx="12818">
                  <c:v>1.0128775929552387</c:v>
                </c:pt>
                <c:pt idx="12819">
                  <c:v>1.0121421042338161</c:v>
                </c:pt>
                <c:pt idx="12820">
                  <c:v>1.0116034858055782</c:v>
                </c:pt>
                <c:pt idx="12821">
                  <c:v>1.0115022186324487</c:v>
                </c:pt>
                <c:pt idx="12822">
                  <c:v>1.0115499693937939</c:v>
                </c:pt>
                <c:pt idx="12823">
                  <c:v>1.0123457561510854</c:v>
                </c:pt>
                <c:pt idx="12824">
                  <c:v>1.0138469334105473</c:v>
                </c:pt>
                <c:pt idx="12825">
                  <c:v>1.0141373748764957</c:v>
                </c:pt>
                <c:pt idx="12826">
                  <c:v>1.0137973538966398</c:v>
                </c:pt>
                <c:pt idx="12827">
                  <c:v>1.0143418649720226</c:v>
                </c:pt>
                <c:pt idx="12828">
                  <c:v>1.0136215650566025</c:v>
                </c:pt>
                <c:pt idx="12829">
                  <c:v>1.0121361607879891</c:v>
                </c:pt>
                <c:pt idx="12830">
                  <c:v>1.0129914074028921</c:v>
                </c:pt>
                <c:pt idx="12831">
                  <c:v>1.0140003708303806</c:v>
                </c:pt>
                <c:pt idx="12832">
                  <c:v>1.0147060915239858</c:v>
                </c:pt>
                <c:pt idx="12833">
                  <c:v>1.0147061169233269</c:v>
                </c:pt>
                <c:pt idx="12834">
                  <c:v>1.0148454069101447</c:v>
                </c:pt>
                <c:pt idx="12835">
                  <c:v>1.0145515365331423</c:v>
                </c:pt>
                <c:pt idx="12836">
                  <c:v>1.0153030268394838</c:v>
                </c:pt>
                <c:pt idx="12837">
                  <c:v>1.0156591002029407</c:v>
                </c:pt>
                <c:pt idx="12838">
                  <c:v>1.0149299359174624</c:v>
                </c:pt>
                <c:pt idx="12839">
                  <c:v>1.0143762556799276</c:v>
                </c:pt>
                <c:pt idx="12840">
                  <c:v>1.0146896327509265</c:v>
                </c:pt>
                <c:pt idx="12841">
                  <c:v>1.0147945828285214</c:v>
                </c:pt>
                <c:pt idx="12842">
                  <c:v>1.0139017451887298</c:v>
                </c:pt>
                <c:pt idx="12843">
                  <c:v>1.0126504974460961</c:v>
                </c:pt>
                <c:pt idx="12844">
                  <c:v>1.0120602421573184</c:v>
                </c:pt>
                <c:pt idx="12845">
                  <c:v>1.0130727360932257</c:v>
                </c:pt>
                <c:pt idx="12846">
                  <c:v>1.0134534214182485</c:v>
                </c:pt>
                <c:pt idx="12847">
                  <c:v>1.0135594890668536</c:v>
                </c:pt>
                <c:pt idx="12848">
                  <c:v>1.0122456065489662</c:v>
                </c:pt>
                <c:pt idx="12849">
                  <c:v>1.0116555798542586</c:v>
                </c:pt>
                <c:pt idx="12850">
                  <c:v>1.0124291421880516</c:v>
                </c:pt>
                <c:pt idx="12851">
                  <c:v>1.0128938993322514</c:v>
                </c:pt>
                <c:pt idx="12852">
                  <c:v>1.0126009433315299</c:v>
                </c:pt>
                <c:pt idx="12853">
                  <c:v>1.0119681441463408</c:v>
                </c:pt>
                <c:pt idx="12854">
                  <c:v>1.012492564342881</c:v>
                </c:pt>
                <c:pt idx="12855">
                  <c:v>1.0130789589318052</c:v>
                </c:pt>
                <c:pt idx="12856">
                  <c:v>1.0144860062329983</c:v>
                </c:pt>
                <c:pt idx="12857">
                  <c:v>1.0162105198991138</c:v>
                </c:pt>
                <c:pt idx="12858">
                  <c:v>1.0160596732120768</c:v>
                </c:pt>
                <c:pt idx="12859">
                  <c:v>1.0155272522230774</c:v>
                </c:pt>
                <c:pt idx="12860">
                  <c:v>1.0151665815788737</c:v>
                </c:pt>
                <c:pt idx="12861">
                  <c:v>1.0145792726136684</c:v>
                </c:pt>
                <c:pt idx="12862">
                  <c:v>1.0155623541125343</c:v>
                </c:pt>
                <c:pt idx="12863">
                  <c:v>1.0156673041901294</c:v>
                </c:pt>
                <c:pt idx="12864">
                  <c:v>1.0150800206242649</c:v>
                </c:pt>
                <c:pt idx="12865">
                  <c:v>1.015561388937571</c:v>
                </c:pt>
                <c:pt idx="12866">
                  <c:v>1.0149237384782239</c:v>
                </c:pt>
                <c:pt idx="12867">
                  <c:v>1.0138076914284844</c:v>
                </c:pt>
                <c:pt idx="12868">
                  <c:v>1.0120357317931172</c:v>
                </c:pt>
                <c:pt idx="12869">
                  <c:v>1.0105491591548115</c:v>
                </c:pt>
                <c:pt idx="12870">
                  <c:v>1.010411697920556</c:v>
                </c:pt>
                <c:pt idx="12871">
                  <c:v>1.0118032770229941</c:v>
                </c:pt>
                <c:pt idx="12872">
                  <c:v>1.0135231934083631</c:v>
                </c:pt>
                <c:pt idx="12873">
                  <c:v>1.0152439987706718</c:v>
                </c:pt>
                <c:pt idx="12874">
                  <c:v>1.01615834965241</c:v>
                </c:pt>
                <c:pt idx="12875">
                  <c:v>1.0149078892893519</c:v>
                </c:pt>
                <c:pt idx="12876">
                  <c:v>1.0131352184724329</c:v>
                </c:pt>
                <c:pt idx="12877">
                  <c:v>1.0128190982725909</c:v>
                </c:pt>
                <c:pt idx="12878">
                  <c:v>1.0135758208432073</c:v>
                </c:pt>
                <c:pt idx="12879">
                  <c:v>1.0132421750979779</c:v>
                </c:pt>
                <c:pt idx="12880">
                  <c:v>1.0135547647894014</c:v>
                </c:pt>
                <c:pt idx="12881">
                  <c:v>1.0142040227476499</c:v>
                </c:pt>
                <c:pt idx="12882">
                  <c:v>1.0131337453106466</c:v>
                </c:pt>
                <c:pt idx="12883">
                  <c:v>1.012192318731252</c:v>
                </c:pt>
                <c:pt idx="12884">
                  <c:v>1.0130953161075003</c:v>
                </c:pt>
                <c:pt idx="12885">
                  <c:v>1.0142938094185836</c:v>
                </c:pt>
                <c:pt idx="12886">
                  <c:v>1.0158093119064491</c:v>
                </c:pt>
                <c:pt idx="12887">
                  <c:v>1.0170504761106496</c:v>
                </c:pt>
                <c:pt idx="12888">
                  <c:v>1.0172105427585207</c:v>
                </c:pt>
                <c:pt idx="12889">
                  <c:v>1.0175658287424025</c:v>
                </c:pt>
                <c:pt idx="12890">
                  <c:v>1.0173878301596857</c:v>
                </c:pt>
                <c:pt idx="12891">
                  <c:v>1.0152619307055175</c:v>
                </c:pt>
                <c:pt idx="12892">
                  <c:v>1.013606198455212</c:v>
                </c:pt>
                <c:pt idx="12893">
                  <c:v>1.0135204502795196</c:v>
                </c:pt>
                <c:pt idx="12894">
                  <c:v>1.0121386499234211</c:v>
                </c:pt>
                <c:pt idx="12895">
                  <c:v>1.0116567990226333</c:v>
                </c:pt>
                <c:pt idx="12896">
                  <c:v>1.012038043133161</c:v>
                </c:pt>
                <c:pt idx="12897">
                  <c:v>1.0120369001628098</c:v>
                </c:pt>
                <c:pt idx="12898">
                  <c:v>1.012477248540173</c:v>
                </c:pt>
                <c:pt idx="12899">
                  <c:v>1.0130563027195074</c:v>
                </c:pt>
                <c:pt idx="12900">
                  <c:v>1.0141363843021911</c:v>
                </c:pt>
                <c:pt idx="12901">
                  <c:v>1.0147967163731773</c:v>
                </c:pt>
                <c:pt idx="12902">
                  <c:v>1.0140107337615663</c:v>
                </c:pt>
                <c:pt idx="12903">
                  <c:v>1.0136967725057211</c:v>
                </c:pt>
                <c:pt idx="12904">
                  <c:v>1.0136698238047706</c:v>
                </c:pt>
                <c:pt idx="12905">
                  <c:v>1.0141600310887935</c:v>
                </c:pt>
                <c:pt idx="12906">
                  <c:v>1.0139444668805291</c:v>
                </c:pt>
                <c:pt idx="12907">
                  <c:v>1.0130048690536968</c:v>
                </c:pt>
                <c:pt idx="12908">
                  <c:v>1.0120901625811827</c:v>
                </c:pt>
                <c:pt idx="12909">
                  <c:v>1.0117454173238747</c:v>
                </c:pt>
                <c:pt idx="12910">
                  <c:v>1.0112907183187667</c:v>
                </c:pt>
                <c:pt idx="12911">
                  <c:v>1.0103654203209969</c:v>
                </c:pt>
                <c:pt idx="12912">
                  <c:v>1.0101269713063643</c:v>
                </c:pt>
                <c:pt idx="12913">
                  <c:v>1.0120446977605402</c:v>
                </c:pt>
                <c:pt idx="12914">
                  <c:v>1.0154759709533134</c:v>
                </c:pt>
                <c:pt idx="12915">
                  <c:v>1.0178910927050553</c:v>
                </c:pt>
                <c:pt idx="12916">
                  <c:v>1.0175816271325921</c:v>
                </c:pt>
                <c:pt idx="12917">
                  <c:v>1.0170181427493772</c:v>
                </c:pt>
                <c:pt idx="12918">
                  <c:v>1.016453236003058</c:v>
                </c:pt>
                <c:pt idx="12919">
                  <c:v>1.0157172138954715</c:v>
                </c:pt>
                <c:pt idx="12920">
                  <c:v>1.0153063033544909</c:v>
                </c:pt>
                <c:pt idx="12921">
                  <c:v>1.0138936681982469</c:v>
                </c:pt>
                <c:pt idx="12922">
                  <c:v>1.0138791905737965</c:v>
                </c:pt>
                <c:pt idx="12923">
                  <c:v>1.0144134149160171</c:v>
                </c:pt>
                <c:pt idx="12924">
                  <c:v>1.0132590148611544</c:v>
                </c:pt>
                <c:pt idx="12925">
                  <c:v>1.0126925333556847</c:v>
                </c:pt>
                <c:pt idx="12926">
                  <c:v>1.0145879845876797</c:v>
                </c:pt>
                <c:pt idx="12927">
                  <c:v>1.0158317903233589</c:v>
                </c:pt>
                <c:pt idx="12928">
                  <c:v>1.0153620549082958</c:v>
                </c:pt>
                <c:pt idx="12929">
                  <c:v>1.0153402622735965</c:v>
                </c:pt>
                <c:pt idx="12930">
                  <c:v>1.015505408789696</c:v>
                </c:pt>
                <c:pt idx="12931">
                  <c:v>1.0150710546568422</c:v>
                </c:pt>
                <c:pt idx="12932">
                  <c:v>1.0141239640243731</c:v>
                </c:pt>
                <c:pt idx="12933">
                  <c:v>1.0133110073124703</c:v>
                </c:pt>
                <c:pt idx="12934">
                  <c:v>1.0134948985423318</c:v>
                </c:pt>
                <c:pt idx="12935">
                  <c:v>1.0132659234819448</c:v>
                </c:pt>
                <c:pt idx="12936">
                  <c:v>1.0130236391667999</c:v>
                </c:pt>
                <c:pt idx="12937">
                  <c:v>1.012182387588866</c:v>
                </c:pt>
                <c:pt idx="12938">
                  <c:v>1.0124417656605988</c:v>
                </c:pt>
                <c:pt idx="12939">
                  <c:v>1.0138525974636219</c:v>
                </c:pt>
                <c:pt idx="12940">
                  <c:v>1.0140734701341847</c:v>
                </c:pt>
                <c:pt idx="12941">
                  <c:v>1.0139304210448781</c:v>
                </c:pt>
                <c:pt idx="12942">
                  <c:v>1.0130812194731669</c:v>
                </c:pt>
                <c:pt idx="12943">
                  <c:v>1.0131971420661348</c:v>
                </c:pt>
                <c:pt idx="12944">
                  <c:v>1.0145251974163789</c:v>
                </c:pt>
                <c:pt idx="12945">
                  <c:v>1.0150904851528151</c:v>
                </c:pt>
                <c:pt idx="12946">
                  <c:v>1.015333861639629</c:v>
                </c:pt>
                <c:pt idx="12947">
                  <c:v>1.0148633896436727</c:v>
                </c:pt>
                <c:pt idx="12948">
                  <c:v>1.0138098503724813</c:v>
                </c:pt>
                <c:pt idx="12949">
                  <c:v>1.0140937388084152</c:v>
                </c:pt>
                <c:pt idx="12950">
                  <c:v>1.0156186644518441</c:v>
                </c:pt>
                <c:pt idx="12951">
                  <c:v>1.0168408553482122</c:v>
                </c:pt>
                <c:pt idx="12952">
                  <c:v>1.0170435674898592</c:v>
                </c:pt>
                <c:pt idx="12953">
                  <c:v>1.0166019237460979</c:v>
                </c:pt>
                <c:pt idx="12954">
                  <c:v>1.0156327102874951</c:v>
                </c:pt>
                <c:pt idx="12955">
                  <c:v>1.0146887183746454</c:v>
                </c:pt>
                <c:pt idx="12956">
                  <c:v>1.0147096474317456</c:v>
                </c:pt>
                <c:pt idx="12957">
                  <c:v>1.0150626474749245</c:v>
                </c:pt>
                <c:pt idx="12958">
                  <c:v>1.0145463042688672</c:v>
                </c:pt>
                <c:pt idx="12959">
                  <c:v>1.0143146368783194</c:v>
                </c:pt>
                <c:pt idx="12960">
                  <c:v>1.0143157290499885</c:v>
                </c:pt>
                <c:pt idx="12961">
                  <c:v>1.0132840586115197</c:v>
                </c:pt>
                <c:pt idx="12962">
                  <c:v>1.0119700744962676</c:v>
                </c:pt>
                <c:pt idx="12963">
                  <c:v>1.012366939201597</c:v>
                </c:pt>
                <c:pt idx="12964">
                  <c:v>1.0122408568721728</c:v>
                </c:pt>
                <c:pt idx="12965">
                  <c:v>1.0134351338926268</c:v>
                </c:pt>
                <c:pt idx="12966">
                  <c:v>1.0140252113860166</c:v>
                </c:pt>
                <c:pt idx="12967">
                  <c:v>1.0145887973665964</c:v>
                </c:pt>
                <c:pt idx="12968">
                  <c:v>1.0145652267780174</c:v>
                </c:pt>
                <c:pt idx="12969">
                  <c:v>1.013205447650688</c:v>
                </c:pt>
                <c:pt idx="12970">
                  <c:v>1.0138801557487598</c:v>
                </c:pt>
                <c:pt idx="12971">
                  <c:v>1.0149375557198046</c:v>
                </c:pt>
                <c:pt idx="12972">
                  <c:v>1.0145501141700384</c:v>
                </c:pt>
                <c:pt idx="12973">
                  <c:v>1.0144991884910506</c:v>
                </c:pt>
                <c:pt idx="12974">
                  <c:v>1.015842229452568</c:v>
                </c:pt>
                <c:pt idx="12975">
                  <c:v>1.0165136356362916</c:v>
                </c:pt>
                <c:pt idx="12976">
                  <c:v>1.0171674908752868</c:v>
                </c:pt>
                <c:pt idx="12977">
                  <c:v>1.016780125523544</c:v>
                </c:pt>
                <c:pt idx="12978">
                  <c:v>1.0148252398332787</c:v>
                </c:pt>
                <c:pt idx="12979">
                  <c:v>1.0137063988560138</c:v>
                </c:pt>
                <c:pt idx="12980">
                  <c:v>1.0135760748366187</c:v>
                </c:pt>
                <c:pt idx="12981">
                  <c:v>1.0146243310448526</c:v>
                </c:pt>
                <c:pt idx="12982">
                  <c:v>1.0145695954646936</c:v>
                </c:pt>
                <c:pt idx="12983">
                  <c:v>1.0129345890767594</c:v>
                </c:pt>
                <c:pt idx="12984">
                  <c:v>1.0113461142817954</c:v>
                </c:pt>
                <c:pt idx="12985">
                  <c:v>1.0112174158202336</c:v>
                </c:pt>
                <c:pt idx="12986">
                  <c:v>1.0096509114553569</c:v>
                </c:pt>
                <c:pt idx="12987">
                  <c:v>1.0095260482943071</c:v>
                </c:pt>
                <c:pt idx="12988">
                  <c:v>1.0102043884981624</c:v>
                </c:pt>
                <c:pt idx="12989">
                  <c:v>1.0101919428210033</c:v>
                </c:pt>
                <c:pt idx="12990">
                  <c:v>1.0095266832778358</c:v>
                </c:pt>
                <c:pt idx="12991">
                  <c:v>1.0092836877811389</c:v>
                </c:pt>
                <c:pt idx="12992">
                  <c:v>1.0108764550647555</c:v>
                </c:pt>
                <c:pt idx="12993">
                  <c:v>1.0113318398520743</c:v>
                </c:pt>
                <c:pt idx="12994">
                  <c:v>1.0106656659326256</c:v>
                </c:pt>
                <c:pt idx="12995">
                  <c:v>1.0121245786884288</c:v>
                </c:pt>
                <c:pt idx="12996">
                  <c:v>1.0128722844929403</c:v>
                </c:pt>
                <c:pt idx="12997">
                  <c:v>1.0145166886370967</c:v>
                </c:pt>
                <c:pt idx="12998">
                  <c:v>1.0164060186278767</c:v>
                </c:pt>
                <c:pt idx="12999">
                  <c:v>1.0158168809101091</c:v>
                </c:pt>
                <c:pt idx="13000">
                  <c:v>1.0141489315767149</c:v>
                </c:pt>
                <c:pt idx="13001">
                  <c:v>1.0136519680679483</c:v>
                </c:pt>
                <c:pt idx="13002">
                  <c:v>1.0133704163713992</c:v>
                </c:pt>
                <c:pt idx="13003">
                  <c:v>1.0124773501375375</c:v>
                </c:pt>
                <c:pt idx="13004">
                  <c:v>1.0120853113070247</c:v>
                </c:pt>
                <c:pt idx="13005">
                  <c:v>1.0135868695566037</c:v>
                </c:pt>
                <c:pt idx="13006">
                  <c:v>1.0140902844980202</c:v>
                </c:pt>
                <c:pt idx="13007">
                  <c:v>1.0145216669079604</c:v>
                </c:pt>
                <c:pt idx="13008">
                  <c:v>1.0143231456576016</c:v>
                </c:pt>
                <c:pt idx="13009">
                  <c:v>1.0147719012168825</c:v>
                </c:pt>
                <c:pt idx="13010">
                  <c:v>1.014881626370612</c:v>
                </c:pt>
                <c:pt idx="13011">
                  <c:v>1.0149048159690737</c:v>
                </c:pt>
                <c:pt idx="13012">
                  <c:v>1.0148858680605826</c:v>
                </c:pt>
                <c:pt idx="13013">
                  <c:v>1.0156729682432037</c:v>
                </c:pt>
                <c:pt idx="13014">
                  <c:v>1.016178491329935</c:v>
                </c:pt>
                <c:pt idx="13015">
                  <c:v>1.0154627632959201</c:v>
                </c:pt>
                <c:pt idx="13016">
                  <c:v>1.0139300654541021</c:v>
                </c:pt>
                <c:pt idx="13017">
                  <c:v>1.0130855119618196</c:v>
                </c:pt>
                <c:pt idx="13018">
                  <c:v>1.0129681924050891</c:v>
                </c:pt>
                <c:pt idx="13019">
                  <c:v>1.0119489676437794</c:v>
                </c:pt>
                <c:pt idx="13020">
                  <c:v>1.0111623754479808</c:v>
                </c:pt>
                <c:pt idx="13021">
                  <c:v>1.0111078176632098</c:v>
                </c:pt>
                <c:pt idx="13022">
                  <c:v>1.0109969241397878</c:v>
                </c:pt>
                <c:pt idx="13023">
                  <c:v>1.0113422789812831</c:v>
                </c:pt>
                <c:pt idx="13024">
                  <c:v>1.0132950311268927</c:v>
                </c:pt>
                <c:pt idx="13025">
                  <c:v>1.0134206054694941</c:v>
                </c:pt>
                <c:pt idx="13026">
                  <c:v>1.0131848995837047</c:v>
                </c:pt>
                <c:pt idx="13027">
                  <c:v>1.0143184721788316</c:v>
                </c:pt>
                <c:pt idx="13028">
                  <c:v>1.0150128139676058</c:v>
                </c:pt>
                <c:pt idx="13029">
                  <c:v>1.0153536731257191</c:v>
                </c:pt>
                <c:pt idx="13030">
                  <c:v>1.0164181595129422</c:v>
                </c:pt>
                <c:pt idx="13031">
                  <c:v>1.0172998976406551</c:v>
                </c:pt>
                <c:pt idx="13032">
                  <c:v>1.0163601728171172</c:v>
                </c:pt>
                <c:pt idx="13033">
                  <c:v>1.0145650235832882</c:v>
                </c:pt>
                <c:pt idx="13034">
                  <c:v>1.0122025038670497</c:v>
                </c:pt>
                <c:pt idx="13035">
                  <c:v>1.0106967547261825</c:v>
                </c:pt>
                <c:pt idx="13036">
                  <c:v>1.0112104818001022</c:v>
                </c:pt>
                <c:pt idx="13037">
                  <c:v>1.0123504042305143</c:v>
                </c:pt>
                <c:pt idx="13038">
                  <c:v>1.0129107390954279</c:v>
                </c:pt>
                <c:pt idx="13039">
                  <c:v>1.0128415512901596</c:v>
                </c:pt>
                <c:pt idx="13040">
                  <c:v>1.0133905072502418</c:v>
                </c:pt>
                <c:pt idx="13041">
                  <c:v>1.0144627912351953</c:v>
                </c:pt>
                <c:pt idx="13042">
                  <c:v>1.0151631526678198</c:v>
                </c:pt>
                <c:pt idx="13043">
                  <c:v>1.0146384022798449</c:v>
                </c:pt>
                <c:pt idx="13044">
                  <c:v>1.012477273939514</c:v>
                </c:pt>
                <c:pt idx="13045">
                  <c:v>1.0114986119260065</c:v>
                </c:pt>
                <c:pt idx="13046">
                  <c:v>1.0121478952835963</c:v>
                </c:pt>
                <c:pt idx="13047">
                  <c:v>1.0134986576448206</c:v>
                </c:pt>
                <c:pt idx="13048">
                  <c:v>1.0138286204855846</c:v>
                </c:pt>
                <c:pt idx="13049">
                  <c:v>1.0135366550591678</c:v>
                </c:pt>
                <c:pt idx="13050">
                  <c:v>1.0138458412388782</c:v>
                </c:pt>
                <c:pt idx="13051">
                  <c:v>1.013038396184003</c:v>
                </c:pt>
                <c:pt idx="13052">
                  <c:v>1.0127963912616107</c:v>
                </c:pt>
                <c:pt idx="13053">
                  <c:v>1.0117261138246074</c:v>
                </c:pt>
                <c:pt idx="13054">
                  <c:v>1.0112655221723548</c:v>
                </c:pt>
                <c:pt idx="13055">
                  <c:v>1.0123605639669706</c:v>
                </c:pt>
                <c:pt idx="13056">
                  <c:v>1.0134514656689806</c:v>
                </c:pt>
                <c:pt idx="13057">
                  <c:v>1.0142149444643407</c:v>
                </c:pt>
                <c:pt idx="13058">
                  <c:v>1.0150683369273401</c:v>
                </c:pt>
                <c:pt idx="13059">
                  <c:v>1.0163301507958884</c:v>
                </c:pt>
                <c:pt idx="13060">
                  <c:v>1.0167544467896503</c:v>
                </c:pt>
                <c:pt idx="13061">
                  <c:v>1.0159317621300903</c:v>
                </c:pt>
                <c:pt idx="13062">
                  <c:v>1.0141218304797173</c:v>
                </c:pt>
                <c:pt idx="13063">
                  <c:v>1.0129012651411822</c:v>
                </c:pt>
                <c:pt idx="13064">
                  <c:v>1.0142585043343975</c:v>
                </c:pt>
                <c:pt idx="13065">
                  <c:v>1.0156152355407901</c:v>
                </c:pt>
                <c:pt idx="13066">
                  <c:v>1.0144799865891478</c:v>
                </c:pt>
                <c:pt idx="13067">
                  <c:v>1.0121256708600979</c:v>
                </c:pt>
                <c:pt idx="13068">
                  <c:v>1.0118385313084979</c:v>
                </c:pt>
                <c:pt idx="13069">
                  <c:v>1.0101598634531421</c:v>
                </c:pt>
                <c:pt idx="13070">
                  <c:v>1.0080074978855049</c:v>
                </c:pt>
                <c:pt idx="13071">
                  <c:v>1.0093496752694235</c:v>
                </c:pt>
                <c:pt idx="13072">
                  <c:v>1.0113229500826748</c:v>
                </c:pt>
                <c:pt idx="13073">
                  <c:v>1.0115609165098258</c:v>
                </c:pt>
                <c:pt idx="13074">
                  <c:v>1.0099739402759893</c:v>
                </c:pt>
                <c:pt idx="13075">
                  <c:v>1.0090106956625544</c:v>
                </c:pt>
                <c:pt idx="13076">
                  <c:v>1.0099683778202793</c:v>
                </c:pt>
                <c:pt idx="13077">
                  <c:v>1.0109921490636533</c:v>
                </c:pt>
                <c:pt idx="13078">
                  <c:v>1.0113781174516332</c:v>
                </c:pt>
                <c:pt idx="13079">
                  <c:v>1.0116381051075536</c:v>
                </c:pt>
                <c:pt idx="13080">
                  <c:v>1.0125248215061302</c:v>
                </c:pt>
                <c:pt idx="13081">
                  <c:v>1.0134135190533158</c:v>
                </c:pt>
                <c:pt idx="13082">
                  <c:v>1.014698725715055</c:v>
                </c:pt>
                <c:pt idx="13083">
                  <c:v>1.0165435560601559</c:v>
                </c:pt>
                <c:pt idx="13084">
                  <c:v>1.0168574919166598</c:v>
                </c:pt>
                <c:pt idx="13085">
                  <c:v>1.0156860489038915</c:v>
                </c:pt>
                <c:pt idx="13086">
                  <c:v>1.0143684580821974</c:v>
                </c:pt>
                <c:pt idx="13087">
                  <c:v>1.0133823540617357</c:v>
                </c:pt>
                <c:pt idx="13088">
                  <c:v>1.014418621780951</c:v>
                </c:pt>
                <c:pt idx="13089">
                  <c:v>1.0160793831008024</c:v>
                </c:pt>
                <c:pt idx="13090">
                  <c:v>1.0170972870963728</c:v>
                </c:pt>
                <c:pt idx="13091">
                  <c:v>1.0166556179532702</c:v>
                </c:pt>
                <c:pt idx="13092">
                  <c:v>1.016584296603346</c:v>
                </c:pt>
                <c:pt idx="13093">
                  <c:v>1.0170289120700209</c:v>
                </c:pt>
                <c:pt idx="13094">
                  <c:v>1.0161144341915771</c:v>
                </c:pt>
                <c:pt idx="13095">
                  <c:v>1.0142605870803711</c:v>
                </c:pt>
                <c:pt idx="13096">
                  <c:v>1.0125693465511505</c:v>
                </c:pt>
                <c:pt idx="13097">
                  <c:v>1.0123049648092128</c:v>
                </c:pt>
                <c:pt idx="13098">
                  <c:v>1.013854451615525</c:v>
                </c:pt>
                <c:pt idx="13099">
                  <c:v>1.0151872312432215</c:v>
                </c:pt>
                <c:pt idx="13100">
                  <c:v>1.0158930281348502</c:v>
                </c:pt>
                <c:pt idx="13101">
                  <c:v>1.0162362240323486</c:v>
                </c:pt>
                <c:pt idx="13102">
                  <c:v>1.0159547485338229</c:v>
                </c:pt>
                <c:pt idx="13103">
                  <c:v>1.0145921754789682</c:v>
                </c:pt>
                <c:pt idx="13104">
                  <c:v>1.0129092151349595</c:v>
                </c:pt>
                <c:pt idx="13105">
                  <c:v>1.0118823451719663</c:v>
                </c:pt>
                <c:pt idx="13106">
                  <c:v>1.0127680709962383</c:v>
                </c:pt>
                <c:pt idx="13107">
                  <c:v>1.0147960305909665</c:v>
                </c:pt>
                <c:pt idx="13108">
                  <c:v>1.0154650238372818</c:v>
                </c:pt>
                <c:pt idx="13109">
                  <c:v>1.0140414669643469</c:v>
                </c:pt>
                <c:pt idx="13110">
                  <c:v>1.0125903264069329</c:v>
                </c:pt>
                <c:pt idx="13111">
                  <c:v>1.0116730546009636</c:v>
                </c:pt>
                <c:pt idx="13112">
                  <c:v>1.0125490270782376</c:v>
                </c:pt>
                <c:pt idx="13113">
                  <c:v>1.0132661520760151</c:v>
                </c:pt>
                <c:pt idx="13114">
                  <c:v>1.0142835480847627</c:v>
                </c:pt>
                <c:pt idx="13115">
                  <c:v>1.0134707183695655</c:v>
                </c:pt>
                <c:pt idx="13116">
                  <c:v>1.0117455697199214</c:v>
                </c:pt>
                <c:pt idx="13117">
                  <c:v>1.0117742201767286</c:v>
                </c:pt>
                <c:pt idx="13118">
                  <c:v>1.0105505307192331</c:v>
                </c:pt>
                <c:pt idx="13119">
                  <c:v>1.0096949539128954</c:v>
                </c:pt>
                <c:pt idx="13120">
                  <c:v>1.010182545064781</c:v>
                </c:pt>
                <c:pt idx="13121">
                  <c:v>1.0108519193012133</c:v>
                </c:pt>
                <c:pt idx="13122">
                  <c:v>1.0115937578579213</c:v>
                </c:pt>
                <c:pt idx="13123">
                  <c:v>1.0133251293461447</c:v>
                </c:pt>
                <c:pt idx="13124">
                  <c:v>1.0153105450444615</c:v>
                </c:pt>
                <c:pt idx="13125">
                  <c:v>1.0159461381571762</c:v>
                </c:pt>
                <c:pt idx="13126">
                  <c:v>1.015933870275405</c:v>
                </c:pt>
                <c:pt idx="13127">
                  <c:v>1.0163435870473521</c:v>
                </c:pt>
                <c:pt idx="13128">
                  <c:v>1.0178683348953927</c:v>
                </c:pt>
                <c:pt idx="13129">
                  <c:v>1.0180929920677857</c:v>
                </c:pt>
                <c:pt idx="13130">
                  <c:v>1.0169031345326902</c:v>
                </c:pt>
                <c:pt idx="13131">
                  <c:v>1.0170112341285866</c:v>
                </c:pt>
                <c:pt idx="13132">
                  <c:v>1.0167152810056108</c:v>
                </c:pt>
                <c:pt idx="13133">
                  <c:v>1.0164797021165271</c:v>
                </c:pt>
                <c:pt idx="13134">
                  <c:v>1.0167200052830629</c:v>
                </c:pt>
                <c:pt idx="13135">
                  <c:v>1.0151765889192834</c:v>
                </c:pt>
                <c:pt idx="13136">
                  <c:v>1.0152592637746978</c:v>
                </c:pt>
                <c:pt idx="13137">
                  <c:v>1.014898745526541</c:v>
                </c:pt>
                <c:pt idx="13138">
                  <c:v>1.0130440856364187</c:v>
                </c:pt>
                <c:pt idx="13139">
                  <c:v>1.0122391297169751</c:v>
                </c:pt>
                <c:pt idx="13140">
                  <c:v>1.0115676727345693</c:v>
                </c:pt>
                <c:pt idx="13141">
                  <c:v>1.0112111421829717</c:v>
                </c:pt>
                <c:pt idx="13142">
                  <c:v>1.010260292448014</c:v>
                </c:pt>
                <c:pt idx="13143">
                  <c:v>1.0087908389656373</c:v>
                </c:pt>
                <c:pt idx="13144">
                  <c:v>1.0087627726936763</c:v>
                </c:pt>
                <c:pt idx="13145">
                  <c:v>1.0095583816555798</c:v>
                </c:pt>
                <c:pt idx="13146">
                  <c:v>1.0109109473700253</c:v>
                </c:pt>
                <c:pt idx="13147">
                  <c:v>1.0123865728922992</c:v>
                </c:pt>
                <c:pt idx="13148">
                  <c:v>1.0128221461935278</c:v>
                </c:pt>
                <c:pt idx="13149">
                  <c:v>1.0128545557528237</c:v>
                </c:pt>
                <c:pt idx="13150">
                  <c:v>1.011325312221401</c:v>
                </c:pt>
                <c:pt idx="13151">
                  <c:v>1.0110589239315133</c:v>
                </c:pt>
                <c:pt idx="13152">
                  <c:v>1.0120104086499997</c:v>
                </c:pt>
                <c:pt idx="13153">
                  <c:v>1.0132792581360439</c:v>
                </c:pt>
                <c:pt idx="13154">
                  <c:v>1.0131704219592543</c:v>
                </c:pt>
                <c:pt idx="13155">
                  <c:v>1.0128020807140263</c:v>
                </c:pt>
                <c:pt idx="13156">
                  <c:v>1.0126987561942644</c:v>
                </c:pt>
                <c:pt idx="13157">
                  <c:v>1.013710411951914</c:v>
                </c:pt>
                <c:pt idx="13158">
                  <c:v>1.0153898925861864</c:v>
                </c:pt>
                <c:pt idx="13159">
                  <c:v>1.0170425007175314</c:v>
                </c:pt>
                <c:pt idx="13160">
                  <c:v>1.0179834701087853</c:v>
                </c:pt>
                <c:pt idx="13161">
                  <c:v>1.0179183461980996</c:v>
                </c:pt>
                <c:pt idx="13162">
                  <c:v>1.016373837662651</c:v>
                </c:pt>
                <c:pt idx="13163">
                  <c:v>1.0155650718420364</c:v>
                </c:pt>
                <c:pt idx="13164">
                  <c:v>1.0157021012874925</c:v>
                </c:pt>
                <c:pt idx="13165">
                  <c:v>1.0151036420115263</c:v>
                </c:pt>
                <c:pt idx="13166">
                  <c:v>1.0135313211975281</c:v>
                </c:pt>
                <c:pt idx="13167">
                  <c:v>1.0120542225134681</c:v>
                </c:pt>
                <c:pt idx="13168">
                  <c:v>1.0113185559966575</c:v>
                </c:pt>
                <c:pt idx="13169">
                  <c:v>1.0123321929029161</c:v>
                </c:pt>
                <c:pt idx="13170">
                  <c:v>1.0118518405632557</c:v>
                </c:pt>
                <c:pt idx="13171">
                  <c:v>1.0112161204538355</c:v>
                </c:pt>
                <c:pt idx="13172">
                  <c:v>1.0111681410984199</c:v>
                </c:pt>
                <c:pt idx="13173">
                  <c:v>1.0103683158458869</c:v>
                </c:pt>
                <c:pt idx="13174">
                  <c:v>1.0109714739999645</c:v>
                </c:pt>
                <c:pt idx="13175">
                  <c:v>1.0127471673384791</c:v>
                </c:pt>
                <c:pt idx="13176">
                  <c:v>1.0137184381437145</c:v>
                </c:pt>
                <c:pt idx="13177">
                  <c:v>1.0139297606620084</c:v>
                </c:pt>
                <c:pt idx="13178">
                  <c:v>1.0153787422754255</c:v>
                </c:pt>
                <c:pt idx="13179">
                  <c:v>1.0171041449184808</c:v>
                </c:pt>
                <c:pt idx="13180">
                  <c:v>1.0170957631359043</c:v>
                </c:pt>
                <c:pt idx="13181">
                  <c:v>1.016550261486217</c:v>
                </c:pt>
                <c:pt idx="13182">
                  <c:v>1.015288117426234</c:v>
                </c:pt>
                <c:pt idx="13183">
                  <c:v>1.0143812339507914</c:v>
                </c:pt>
                <c:pt idx="13184">
                  <c:v>1.0147752031312307</c:v>
                </c:pt>
                <c:pt idx="13185">
                  <c:v>1.0161677982073145</c:v>
                </c:pt>
                <c:pt idx="13186">
                  <c:v>1.0164448796198227</c:v>
                </c:pt>
                <c:pt idx="13187">
                  <c:v>1.0165692093947083</c:v>
                </c:pt>
                <c:pt idx="13188">
                  <c:v>1.0161858825382069</c:v>
                </c:pt>
                <c:pt idx="13189">
                  <c:v>1.015823154547371</c:v>
                </c:pt>
                <c:pt idx="13190">
                  <c:v>1.0154095262768883</c:v>
                </c:pt>
                <c:pt idx="13191">
                  <c:v>1.0141325236023377</c:v>
                </c:pt>
                <c:pt idx="13192">
                  <c:v>1.0142944952007944</c:v>
                </c:pt>
                <c:pt idx="13193">
                  <c:v>1.0156274526238789</c:v>
                </c:pt>
                <c:pt idx="13194">
                  <c:v>1.0173328659854564</c:v>
                </c:pt>
                <c:pt idx="13195">
                  <c:v>1.0163289062281724</c:v>
                </c:pt>
                <c:pt idx="13196">
                  <c:v>1.015379047067519</c:v>
                </c:pt>
                <c:pt idx="13197">
                  <c:v>1.0152401380708185</c:v>
                </c:pt>
                <c:pt idx="13198">
                  <c:v>1.0149325266502587</c:v>
                </c:pt>
                <c:pt idx="13199">
                  <c:v>1.0133297266268912</c:v>
                </c:pt>
                <c:pt idx="13200">
                  <c:v>1.0130736758688479</c:v>
                </c:pt>
                <c:pt idx="13201">
                  <c:v>1.0131947799274086</c:v>
                </c:pt>
                <c:pt idx="13202">
                  <c:v>1.0141416927644897</c:v>
                </c:pt>
                <c:pt idx="13203">
                  <c:v>1.0155915125561643</c:v>
                </c:pt>
                <c:pt idx="13204">
                  <c:v>1.0158348890429783</c:v>
                </c:pt>
                <c:pt idx="13205">
                  <c:v>1.0151784684705278</c:v>
                </c:pt>
                <c:pt idx="13206">
                  <c:v>1.0149764421110916</c:v>
                </c:pt>
                <c:pt idx="13207">
                  <c:v>1.0144880635796307</c:v>
                </c:pt>
                <c:pt idx="13208">
                  <c:v>1.0146727421890676</c:v>
                </c:pt>
                <c:pt idx="13209">
                  <c:v>1.0141021205909919</c:v>
                </c:pt>
                <c:pt idx="13210">
                  <c:v>1.0140479945950203</c:v>
                </c:pt>
                <c:pt idx="13211">
                  <c:v>1.0130735742714834</c:v>
                </c:pt>
                <c:pt idx="13212">
                  <c:v>1.012591215383873</c:v>
                </c:pt>
                <c:pt idx="13213">
                  <c:v>1.0155083551132684</c:v>
                </c:pt>
                <c:pt idx="13214">
                  <c:v>1.0172046755107174</c:v>
                </c:pt>
                <c:pt idx="13215">
                  <c:v>1.0165961072969767</c:v>
                </c:pt>
                <c:pt idx="13216">
                  <c:v>1.016217580915951</c:v>
                </c:pt>
                <c:pt idx="13217">
                  <c:v>1.0153048555920459</c:v>
                </c:pt>
                <c:pt idx="13218">
                  <c:v>1.0141175125917234</c:v>
                </c:pt>
                <c:pt idx="13219">
                  <c:v>1.0126617493542218</c:v>
                </c:pt>
                <c:pt idx="13220">
                  <c:v>1.010193161989378</c:v>
                </c:pt>
                <c:pt idx="13221">
                  <c:v>1.0083364447526231</c:v>
                </c:pt>
                <c:pt idx="13222">
                  <c:v>1.0105981798832138</c:v>
                </c:pt>
                <c:pt idx="13223">
                  <c:v>1.0134731313069738</c:v>
                </c:pt>
                <c:pt idx="13224">
                  <c:v>1.0138739075108392</c:v>
                </c:pt>
                <c:pt idx="13225">
                  <c:v>1.0126938033227417</c:v>
                </c:pt>
                <c:pt idx="13226">
                  <c:v>1.0112553370365573</c:v>
                </c:pt>
                <c:pt idx="13227">
                  <c:v>1.0099645933184493</c:v>
                </c:pt>
                <c:pt idx="13228">
                  <c:v>1.0110513803271943</c:v>
                </c:pt>
                <c:pt idx="13229">
                  <c:v>1.0130613825877357</c:v>
                </c:pt>
                <c:pt idx="13230">
                  <c:v>1.0131530996085962</c:v>
                </c:pt>
                <c:pt idx="13231">
                  <c:v>1.0110452844853204</c:v>
                </c:pt>
                <c:pt idx="13232">
                  <c:v>1.0105779874070067</c:v>
                </c:pt>
                <c:pt idx="13233">
                  <c:v>1.0119981661675697</c:v>
                </c:pt>
                <c:pt idx="13234">
                  <c:v>1.0133454234197166</c:v>
                </c:pt>
                <c:pt idx="13235">
                  <c:v>1.0129230577758812</c:v>
                </c:pt>
                <c:pt idx="13236">
                  <c:v>1.0121125648000691</c:v>
                </c:pt>
                <c:pt idx="13237">
                  <c:v>1.0117977653659664</c:v>
                </c:pt>
                <c:pt idx="13238">
                  <c:v>1.0129673288274903</c:v>
                </c:pt>
                <c:pt idx="13239">
                  <c:v>1.0144978423259701</c:v>
                </c:pt>
                <c:pt idx="13240">
                  <c:v>1.014109689594652</c:v>
                </c:pt>
                <c:pt idx="13241">
                  <c:v>1.0134870501459192</c:v>
                </c:pt>
                <c:pt idx="13242">
                  <c:v>1.0147438095455803</c:v>
                </c:pt>
                <c:pt idx="13243">
                  <c:v>1.0163111012900325</c:v>
                </c:pt>
                <c:pt idx="13244">
                  <c:v>1.0163197624653617</c:v>
                </c:pt>
                <c:pt idx="13245">
                  <c:v>1.0159379595693288</c:v>
                </c:pt>
                <c:pt idx="13246">
                  <c:v>1.0158665366220401</c:v>
                </c:pt>
                <c:pt idx="13247">
                  <c:v>1.0154895088021416</c:v>
                </c:pt>
                <c:pt idx="13248">
                  <c:v>1.0144291117088422</c:v>
                </c:pt>
                <c:pt idx="13249">
                  <c:v>1.0129713165240493</c:v>
                </c:pt>
                <c:pt idx="13250">
                  <c:v>1.013023283576024</c:v>
                </c:pt>
                <c:pt idx="13251">
                  <c:v>1.0146219943054677</c:v>
                </c:pt>
                <c:pt idx="13252">
                  <c:v>1.0155565630627541</c:v>
                </c:pt>
                <c:pt idx="13253">
                  <c:v>1.0154144537490697</c:v>
                </c:pt>
                <c:pt idx="13254">
                  <c:v>1.0155987513683895</c:v>
                </c:pt>
                <c:pt idx="13255">
                  <c:v>1.0159191640568843</c:v>
                </c:pt>
                <c:pt idx="13256">
                  <c:v>1.015497306399872</c:v>
                </c:pt>
                <c:pt idx="13257">
                  <c:v>1.0141965553413543</c:v>
                </c:pt>
                <c:pt idx="13258">
                  <c:v>1.0140433973142737</c:v>
                </c:pt>
                <c:pt idx="13259">
                  <c:v>1.0156880300525004</c:v>
                </c:pt>
                <c:pt idx="13260">
                  <c:v>1.0170896926933715</c:v>
                </c:pt>
                <c:pt idx="13261">
                  <c:v>1.0156148291513318</c:v>
                </c:pt>
                <c:pt idx="13262">
                  <c:v>1.0134917998227126</c:v>
                </c:pt>
                <c:pt idx="13263">
                  <c:v>1.0137063480573314</c:v>
                </c:pt>
                <c:pt idx="13264">
                  <c:v>1.0142772236488184</c:v>
                </c:pt>
                <c:pt idx="13265">
                  <c:v>1.0140922910459702</c:v>
                </c:pt>
                <c:pt idx="13266">
                  <c:v>1.0132388477842884</c:v>
                </c:pt>
                <c:pt idx="13267">
                  <c:v>1.0124982283959554</c:v>
                </c:pt>
                <c:pt idx="13268">
                  <c:v>1.0111086304421264</c:v>
                </c:pt>
                <c:pt idx="13269">
                  <c:v>1.0095720719004548</c:v>
                </c:pt>
                <c:pt idx="13270">
                  <c:v>1.0105969861141801</c:v>
                </c:pt>
                <c:pt idx="13271">
                  <c:v>1.0120101546565883</c:v>
                </c:pt>
                <c:pt idx="13272">
                  <c:v>1.0117510051789256</c:v>
                </c:pt>
                <c:pt idx="13273">
                  <c:v>1.0115919037060179</c:v>
                </c:pt>
                <c:pt idx="13274">
                  <c:v>1.0135452146371322</c:v>
                </c:pt>
                <c:pt idx="13275">
                  <c:v>1.0155776699152423</c:v>
                </c:pt>
                <c:pt idx="13276">
                  <c:v>1.0154218195580007</c:v>
                </c:pt>
                <c:pt idx="13277">
                  <c:v>1.0141026285778147</c:v>
                </c:pt>
                <c:pt idx="13278">
                  <c:v>1.0138350973175756</c:v>
                </c:pt>
                <c:pt idx="13279">
                  <c:v>1.0148402254445519</c:v>
                </c:pt>
                <c:pt idx="13280">
                  <c:v>1.0155610587461361</c:v>
                </c:pt>
                <c:pt idx="13281">
                  <c:v>1.0149852048837853</c:v>
                </c:pt>
                <c:pt idx="13282">
                  <c:v>1.01506544140245</c:v>
                </c:pt>
                <c:pt idx="13283">
                  <c:v>1.016311380682785</c:v>
                </c:pt>
                <c:pt idx="13284">
                  <c:v>1.0161305881725429</c:v>
                </c:pt>
                <c:pt idx="13285">
                  <c:v>1.0153645186443863</c:v>
                </c:pt>
                <c:pt idx="13286">
                  <c:v>1.0146197337641061</c:v>
                </c:pt>
                <c:pt idx="13287">
                  <c:v>1.013860928447516</c:v>
                </c:pt>
                <c:pt idx="13288">
                  <c:v>1.0138221944522758</c:v>
                </c:pt>
                <c:pt idx="13289">
                  <c:v>1.0140014884013908</c:v>
                </c:pt>
                <c:pt idx="13290">
                  <c:v>1.0141583801316194</c:v>
                </c:pt>
                <c:pt idx="13291">
                  <c:v>1.0141479156030693</c:v>
                </c:pt>
                <c:pt idx="13292">
                  <c:v>1.0144041695558417</c:v>
                </c:pt>
                <c:pt idx="13293">
                  <c:v>1.0138554421898296</c:v>
                </c:pt>
                <c:pt idx="13294">
                  <c:v>1.0124830141906118</c:v>
                </c:pt>
                <c:pt idx="13295">
                  <c:v>1.0114749905387455</c:v>
                </c:pt>
                <c:pt idx="13296">
                  <c:v>1.0117135411507425</c:v>
                </c:pt>
                <c:pt idx="13297">
                  <c:v>1.0132344536982711</c:v>
                </c:pt>
                <c:pt idx="13298">
                  <c:v>1.0143154242578947</c:v>
                </c:pt>
                <c:pt idx="13299">
                  <c:v>1.0137231116224845</c:v>
                </c:pt>
                <c:pt idx="13300">
                  <c:v>1.013255306557348</c:v>
                </c:pt>
                <c:pt idx="13301">
                  <c:v>1.0140776864248142</c:v>
                </c:pt>
                <c:pt idx="13302">
                  <c:v>1.0154770377256415</c:v>
                </c:pt>
                <c:pt idx="13303">
                  <c:v>1.0159698357424609</c:v>
                </c:pt>
                <c:pt idx="13304">
                  <c:v>1.0150755249408829</c:v>
                </c:pt>
                <c:pt idx="13305">
                  <c:v>1.0132870303344332</c:v>
                </c:pt>
                <c:pt idx="13306">
                  <c:v>1.0122372501657306</c:v>
                </c:pt>
                <c:pt idx="13307">
                  <c:v>1.0136554985763668</c:v>
                </c:pt>
                <c:pt idx="13308">
                  <c:v>1.0155980909855198</c:v>
                </c:pt>
                <c:pt idx="13309">
                  <c:v>1.0161563431044598</c:v>
                </c:pt>
                <c:pt idx="13310">
                  <c:v>1.0156896302109923</c:v>
                </c:pt>
                <c:pt idx="13311">
                  <c:v>1.0143158560466941</c:v>
                </c:pt>
                <c:pt idx="13312">
                  <c:v>1.0129577786752211</c:v>
                </c:pt>
                <c:pt idx="13313">
                  <c:v>1.0124107784644065</c:v>
                </c:pt>
                <c:pt idx="13314">
                  <c:v>1.0132442832432926</c:v>
                </c:pt>
                <c:pt idx="13315">
                  <c:v>1.0128088877374521</c:v>
                </c:pt>
                <c:pt idx="13316">
                  <c:v>1.0119682203443643</c:v>
                </c:pt>
                <c:pt idx="13317">
                  <c:v>1.012950209671561</c:v>
                </c:pt>
                <c:pt idx="13318">
                  <c:v>1.0141385432461882</c:v>
                </c:pt>
                <c:pt idx="13319">
                  <c:v>1.0146437615408257</c:v>
                </c:pt>
                <c:pt idx="13320">
                  <c:v>1.0140757052762051</c:v>
                </c:pt>
                <c:pt idx="13321">
                  <c:v>1.0132564495276992</c:v>
                </c:pt>
                <c:pt idx="13322">
                  <c:v>1.0135976388772476</c:v>
                </c:pt>
                <c:pt idx="13323">
                  <c:v>1.0137900388863912</c:v>
                </c:pt>
                <c:pt idx="13324">
                  <c:v>1.0136163327923273</c:v>
                </c:pt>
                <c:pt idx="13325">
                  <c:v>1.0133068672198644</c:v>
                </c:pt>
                <c:pt idx="13326">
                  <c:v>1.0138030941477378</c:v>
                </c:pt>
                <c:pt idx="13327">
                  <c:v>1.0145354079515176</c:v>
                </c:pt>
                <c:pt idx="13328">
                  <c:v>1.0149941200525259</c:v>
                </c:pt>
                <c:pt idx="13329">
                  <c:v>1.0142498685584096</c:v>
                </c:pt>
                <c:pt idx="13330">
                  <c:v>1.0118009148842679</c:v>
                </c:pt>
                <c:pt idx="13331">
                  <c:v>1.0105631795911214</c:v>
                </c:pt>
                <c:pt idx="13332">
                  <c:v>1.0102121352972104</c:v>
                </c:pt>
                <c:pt idx="13333">
                  <c:v>1.0108539766478457</c:v>
                </c:pt>
                <c:pt idx="13334">
                  <c:v>1.0119565366474395</c:v>
                </c:pt>
                <c:pt idx="13335">
                  <c:v>1.0126229899596404</c:v>
                </c:pt>
                <c:pt idx="13336">
                  <c:v>1.0129391101594825</c:v>
                </c:pt>
                <c:pt idx="13337">
                  <c:v>1.0142255359895964</c:v>
                </c:pt>
                <c:pt idx="13338">
                  <c:v>1.0159207388160352</c:v>
                </c:pt>
                <c:pt idx="13339">
                  <c:v>1.0155671291886688</c:v>
                </c:pt>
                <c:pt idx="13340">
                  <c:v>1.0152367599584466</c:v>
                </c:pt>
                <c:pt idx="13341">
                  <c:v>1.0150495414148957</c:v>
                </c:pt>
                <c:pt idx="13342">
                  <c:v>1.0133479887531718</c:v>
                </c:pt>
                <c:pt idx="13343">
                  <c:v>1.0117772426983245</c:v>
                </c:pt>
                <c:pt idx="13344">
                  <c:v>1.011986558668668</c:v>
                </c:pt>
                <c:pt idx="13345">
                  <c:v>1.0131154831843663</c:v>
                </c:pt>
                <c:pt idx="13346">
                  <c:v>1.0141594215046061</c:v>
                </c:pt>
                <c:pt idx="13347">
                  <c:v>1.0136040395112151</c:v>
                </c:pt>
                <c:pt idx="13348">
                  <c:v>1.0113992751028038</c:v>
                </c:pt>
                <c:pt idx="13349">
                  <c:v>1.0111933626441729</c:v>
                </c:pt>
                <c:pt idx="13350">
                  <c:v>1.0114756763209563</c:v>
                </c:pt>
                <c:pt idx="13351">
                  <c:v>1.0137607534460555</c:v>
                </c:pt>
                <c:pt idx="13352">
                  <c:v>1.0137870163647955</c:v>
                </c:pt>
                <c:pt idx="13353">
                  <c:v>1.0120431230013893</c:v>
                </c:pt>
                <c:pt idx="13354">
                  <c:v>1.0101799797313258</c:v>
                </c:pt>
                <c:pt idx="13355">
                  <c:v>1.0121156635196884</c:v>
                </c:pt>
                <c:pt idx="13356">
                  <c:v>1.0152335342421217</c:v>
                </c:pt>
                <c:pt idx="13357">
                  <c:v>1.0174191475473127</c:v>
                </c:pt>
                <c:pt idx="13358">
                  <c:v>1.0186561208602249</c:v>
                </c:pt>
                <c:pt idx="13359">
                  <c:v>1.0171102915590369</c:v>
                </c:pt>
                <c:pt idx="13360">
                  <c:v>1.0151676229518607</c:v>
                </c:pt>
                <c:pt idx="13361">
                  <c:v>1.0146177018168148</c:v>
                </c:pt>
                <c:pt idx="13362">
                  <c:v>1.0144944134149161</c:v>
                </c:pt>
                <c:pt idx="13363">
                  <c:v>1.0145509015496139</c:v>
                </c:pt>
                <c:pt idx="13364">
                  <c:v>1.0143027499866653</c:v>
                </c:pt>
                <c:pt idx="13365">
                  <c:v>1.0157365935927622</c:v>
                </c:pt>
                <c:pt idx="13366">
                  <c:v>1.0159718930890933</c:v>
                </c:pt>
                <c:pt idx="13367">
                  <c:v>1.0149405782414005</c:v>
                </c:pt>
                <c:pt idx="13368">
                  <c:v>1.0145725671876071</c:v>
                </c:pt>
                <c:pt idx="13369">
                  <c:v>1.0143212407070161</c:v>
                </c:pt>
                <c:pt idx="13370">
                  <c:v>1.0129438598362759</c:v>
                </c:pt>
                <c:pt idx="13371">
                  <c:v>1.0128160249523128</c:v>
                </c:pt>
                <c:pt idx="13372">
                  <c:v>1.0154853687095358</c:v>
                </c:pt>
                <c:pt idx="13373">
                  <c:v>1.0154538735265208</c:v>
                </c:pt>
                <c:pt idx="13374">
                  <c:v>1.0146404596264773</c:v>
                </c:pt>
                <c:pt idx="13375">
                  <c:v>1.0154053353856001</c:v>
                </c:pt>
                <c:pt idx="13376">
                  <c:v>1.0159717914917288</c:v>
                </c:pt>
                <c:pt idx="13377">
                  <c:v>1.0161830632113402</c:v>
                </c:pt>
                <c:pt idx="13378">
                  <c:v>1.0163638557215826</c:v>
                </c:pt>
                <c:pt idx="13379">
                  <c:v>1.0159617333526367</c:v>
                </c:pt>
                <c:pt idx="13380">
                  <c:v>1.0150045591817349</c:v>
                </c:pt>
                <c:pt idx="13381">
                  <c:v>1.0154914645514095</c:v>
                </c:pt>
                <c:pt idx="13382">
                  <c:v>1.0159091059177925</c:v>
                </c:pt>
                <c:pt idx="13383">
                  <c:v>1.0156017484906441</c:v>
                </c:pt>
                <c:pt idx="13384">
                  <c:v>1.0151837515334852</c:v>
                </c:pt>
                <c:pt idx="13385">
                  <c:v>1.0167933839796195</c:v>
                </c:pt>
                <c:pt idx="13386">
                  <c:v>1.0169632801725124</c:v>
                </c:pt>
                <c:pt idx="13387">
                  <c:v>1.0159002923464164</c:v>
                </c:pt>
                <c:pt idx="13388">
                  <c:v>1.0142630762158029</c:v>
                </c:pt>
                <c:pt idx="13389">
                  <c:v>1.0131863473461498</c:v>
                </c:pt>
                <c:pt idx="13390">
                  <c:v>1.0129093421316651</c:v>
                </c:pt>
                <c:pt idx="13391">
                  <c:v>1.013474071082596</c:v>
                </c:pt>
                <c:pt idx="13392">
                  <c:v>1.0138088597981769</c:v>
                </c:pt>
                <c:pt idx="13393">
                  <c:v>1.014290812296329</c:v>
                </c:pt>
                <c:pt idx="13394">
                  <c:v>1.0143593397187276</c:v>
                </c:pt>
                <c:pt idx="13395">
                  <c:v>1.0144095034174814</c:v>
                </c:pt>
                <c:pt idx="13396">
                  <c:v>1.0155954748533822</c:v>
                </c:pt>
                <c:pt idx="13397">
                  <c:v>1.0154846067293015</c:v>
                </c:pt>
                <c:pt idx="13398">
                  <c:v>1.0150011048713397</c:v>
                </c:pt>
                <c:pt idx="13399">
                  <c:v>1.0135764558267359</c:v>
                </c:pt>
                <c:pt idx="13400">
                  <c:v>1.0123082921229023</c:v>
                </c:pt>
                <c:pt idx="13401">
                  <c:v>1.0112343825801158</c:v>
                </c:pt>
                <c:pt idx="13402">
                  <c:v>1.0114513691514841</c:v>
                </c:pt>
                <c:pt idx="13403">
                  <c:v>1.01289097840802</c:v>
                </c:pt>
                <c:pt idx="13404">
                  <c:v>1.0140315104226196</c:v>
                </c:pt>
                <c:pt idx="13405">
                  <c:v>1.0138062182666983</c:v>
                </c:pt>
                <c:pt idx="13406">
                  <c:v>1.0121323508868181</c:v>
                </c:pt>
                <c:pt idx="13407">
                  <c:v>1.0114097142320129</c:v>
                </c:pt>
                <c:pt idx="13408">
                  <c:v>1.0115023710284956</c:v>
                </c:pt>
                <c:pt idx="13409">
                  <c:v>1.0121995829428185</c:v>
                </c:pt>
                <c:pt idx="13410">
                  <c:v>1.0125020890958087</c:v>
                </c:pt>
                <c:pt idx="13411">
                  <c:v>1.0126506752414843</c:v>
                </c:pt>
                <c:pt idx="13412">
                  <c:v>1.0117734327971533</c:v>
                </c:pt>
                <c:pt idx="13413">
                  <c:v>1.0110578063605029</c:v>
                </c:pt>
                <c:pt idx="13414">
                  <c:v>1.012677471546388</c:v>
                </c:pt>
                <c:pt idx="13415">
                  <c:v>1.0131160673692123</c:v>
                </c:pt>
                <c:pt idx="13416">
                  <c:v>1.012735940829695</c:v>
                </c:pt>
                <c:pt idx="13417">
                  <c:v>1.0129588962462315</c:v>
                </c:pt>
                <c:pt idx="13418">
                  <c:v>1.0139543218248919</c:v>
                </c:pt>
                <c:pt idx="13419">
                  <c:v>1.0140046633190336</c:v>
                </c:pt>
                <c:pt idx="13420">
                  <c:v>1.013403105323448</c:v>
                </c:pt>
                <c:pt idx="13421">
                  <c:v>1.0144579145616963</c:v>
                </c:pt>
                <c:pt idx="13422">
                  <c:v>1.015688842831417</c:v>
                </c:pt>
                <c:pt idx="13423">
                  <c:v>1.0144583209511546</c:v>
                </c:pt>
                <c:pt idx="13424">
                  <c:v>1.0139156640276752</c:v>
                </c:pt>
                <c:pt idx="13425">
                  <c:v>1.0146388340686443</c:v>
                </c:pt>
                <c:pt idx="13426">
                  <c:v>1.0152827073665709</c:v>
                </c:pt>
                <c:pt idx="13427">
                  <c:v>1.0158903104053481</c:v>
                </c:pt>
                <c:pt idx="13428">
                  <c:v>1.0152067379372178</c:v>
                </c:pt>
                <c:pt idx="13429">
                  <c:v>1.0141904848988217</c:v>
                </c:pt>
                <c:pt idx="13430">
                  <c:v>1.013331453782089</c:v>
                </c:pt>
                <c:pt idx="13431">
                  <c:v>1.0119152881174263</c:v>
                </c:pt>
                <c:pt idx="13432">
                  <c:v>1.0122294271686592</c:v>
                </c:pt>
                <c:pt idx="13433">
                  <c:v>1.0148930814734667</c:v>
                </c:pt>
                <c:pt idx="13434">
                  <c:v>1.0165717239294814</c:v>
                </c:pt>
                <c:pt idx="13435">
                  <c:v>1.0183701496783173</c:v>
                </c:pt>
                <c:pt idx="13436">
                  <c:v>1.0203010329912041</c:v>
                </c:pt>
                <c:pt idx="13437">
                  <c:v>1.020625204782188</c:v>
                </c:pt>
                <c:pt idx="13438">
                  <c:v>1.0188735392203927</c:v>
                </c:pt>
                <c:pt idx="13439">
                  <c:v>1.017292125442266</c:v>
                </c:pt>
                <c:pt idx="13440">
                  <c:v>1.0172276873137911</c:v>
                </c:pt>
                <c:pt idx="13441">
                  <c:v>1.0169098907574337</c:v>
                </c:pt>
                <c:pt idx="13442">
                  <c:v>1.0159137285978801</c:v>
                </c:pt>
                <c:pt idx="13443">
                  <c:v>1.014730424092799</c:v>
                </c:pt>
                <c:pt idx="13444">
                  <c:v>1.0148758099214907</c:v>
                </c:pt>
                <c:pt idx="13445">
                  <c:v>1.0147515055459462</c:v>
                </c:pt>
                <c:pt idx="13446">
                  <c:v>1.014072428761198</c:v>
                </c:pt>
                <c:pt idx="13447">
                  <c:v>1.0147649163980685</c:v>
                </c:pt>
                <c:pt idx="13448">
                  <c:v>1.0145148852838757</c:v>
                </c:pt>
                <c:pt idx="13449">
                  <c:v>1.0136522474607008</c:v>
                </c:pt>
                <c:pt idx="13450">
                  <c:v>1.0132222366151822</c:v>
                </c:pt>
                <c:pt idx="13451">
                  <c:v>1.0144844060745064</c:v>
                </c:pt>
                <c:pt idx="13452">
                  <c:v>1.0153816378003155</c:v>
                </c:pt>
                <c:pt idx="13453">
                  <c:v>1.0145654045734054</c:v>
                </c:pt>
                <c:pt idx="13454">
                  <c:v>1.0131802769036171</c:v>
                </c:pt>
                <c:pt idx="13455">
                  <c:v>1.0119417034322129</c:v>
                </c:pt>
                <c:pt idx="13456">
                  <c:v>1.0117373911320739</c:v>
                </c:pt>
                <c:pt idx="13457">
                  <c:v>1.0120027634483162</c:v>
                </c:pt>
                <c:pt idx="13458">
                  <c:v>1.01247094950357</c:v>
                </c:pt>
                <c:pt idx="13459">
                  <c:v>1.0127465831536331</c:v>
                </c:pt>
                <c:pt idx="13460">
                  <c:v>1.0140999362476537</c:v>
                </c:pt>
                <c:pt idx="13461">
                  <c:v>1.0140381650499986</c:v>
                </c:pt>
                <c:pt idx="13462">
                  <c:v>1.0126918221741328</c:v>
                </c:pt>
                <c:pt idx="13463">
                  <c:v>1.0130621191686289</c:v>
                </c:pt>
                <c:pt idx="13464">
                  <c:v>1.0151481416572055</c:v>
                </c:pt>
                <c:pt idx="13465">
                  <c:v>1.0148964849851796</c:v>
                </c:pt>
                <c:pt idx="13466">
                  <c:v>1.0135204756788609</c:v>
                </c:pt>
                <c:pt idx="13467">
                  <c:v>1.0129842701880314</c:v>
                </c:pt>
                <c:pt idx="13468">
                  <c:v>1.013093665150326</c:v>
                </c:pt>
                <c:pt idx="13469">
                  <c:v>1.0143078044555525</c:v>
                </c:pt>
                <c:pt idx="13470">
                  <c:v>1.0151230979068402</c:v>
                </c:pt>
                <c:pt idx="13471">
                  <c:v>1.0147669229460188</c:v>
                </c:pt>
                <c:pt idx="13472">
                  <c:v>1.0147479496381864</c:v>
                </c:pt>
                <c:pt idx="13473">
                  <c:v>1.0140727081539505</c:v>
                </c:pt>
                <c:pt idx="13474">
                  <c:v>1.0143080076502815</c:v>
                </c:pt>
                <c:pt idx="13475">
                  <c:v>1.0143498149657997</c:v>
                </c:pt>
                <c:pt idx="13476">
                  <c:v>1.0132873097271857</c:v>
                </c:pt>
                <c:pt idx="13477">
                  <c:v>1.0132447912301155</c:v>
                </c:pt>
                <c:pt idx="13478">
                  <c:v>1.0133077815961453</c:v>
                </c:pt>
                <c:pt idx="13479">
                  <c:v>1.0131158133758009</c:v>
                </c:pt>
                <c:pt idx="13480">
                  <c:v>1.0131364376408076</c:v>
                </c:pt>
                <c:pt idx="13481">
                  <c:v>1.0129250135251491</c:v>
                </c:pt>
                <c:pt idx="13482">
                  <c:v>1.0129492444965977</c:v>
                </c:pt>
                <c:pt idx="13483">
                  <c:v>1.0130039038787333</c:v>
                </c:pt>
                <c:pt idx="13484">
                  <c:v>1.012315048347646</c:v>
                </c:pt>
                <c:pt idx="13485">
                  <c:v>1.0123765655518895</c:v>
                </c:pt>
                <c:pt idx="13486">
                  <c:v>1.0121828955756889</c:v>
                </c:pt>
                <c:pt idx="13487">
                  <c:v>1.0121300395467741</c:v>
                </c:pt>
                <c:pt idx="13488">
                  <c:v>1.0125889548425113</c:v>
                </c:pt>
                <c:pt idx="13489">
                  <c:v>1.0130020751261712</c:v>
                </c:pt>
                <c:pt idx="13490">
                  <c:v>1.0138624524079844</c:v>
                </c:pt>
                <c:pt idx="13491">
                  <c:v>1.0143888791524749</c:v>
                </c:pt>
                <c:pt idx="13492">
                  <c:v>1.0149567830210484</c:v>
                </c:pt>
                <c:pt idx="13493">
                  <c:v>1.0143678738973512</c:v>
                </c:pt>
                <c:pt idx="13494">
                  <c:v>1.0122604143648515</c:v>
                </c:pt>
                <c:pt idx="13495">
                  <c:v>1.0102422081171214</c:v>
                </c:pt>
                <c:pt idx="13496">
                  <c:v>1.0094829964110732</c:v>
                </c:pt>
                <c:pt idx="13497">
                  <c:v>1.0106206329007825</c:v>
                </c:pt>
                <c:pt idx="13498">
                  <c:v>1.0127392681433844</c:v>
                </c:pt>
                <c:pt idx="13499">
                  <c:v>1.0147654751835737</c:v>
                </c:pt>
                <c:pt idx="13500">
                  <c:v>1.0151537803109387</c:v>
                </c:pt>
                <c:pt idx="13501">
                  <c:v>1.0159789287065895</c:v>
                </c:pt>
                <c:pt idx="13502">
                  <c:v>1.0166096959444872</c:v>
                </c:pt>
                <c:pt idx="13503">
                  <c:v>1.0156622497212422</c:v>
                </c:pt>
                <c:pt idx="13504">
                  <c:v>1.0152636070620329</c:v>
                </c:pt>
                <c:pt idx="13505">
                  <c:v>1.014754197876107</c:v>
                </c:pt>
                <c:pt idx="13506">
                  <c:v>1.0145986777103002</c:v>
                </c:pt>
                <c:pt idx="13507">
                  <c:v>1.0139925478333092</c:v>
                </c:pt>
                <c:pt idx="13508">
                  <c:v>1.0144526568980801</c:v>
                </c:pt>
                <c:pt idx="13509">
                  <c:v>1.0148213791334253</c:v>
                </c:pt>
                <c:pt idx="13510">
                  <c:v>1.0148182042157827</c:v>
                </c:pt>
                <c:pt idx="13511">
                  <c:v>1.0146004048654977</c:v>
                </c:pt>
                <c:pt idx="13512">
                  <c:v>1.0144786912227497</c:v>
                </c:pt>
                <c:pt idx="13513">
                  <c:v>1.0153139485561744</c:v>
                </c:pt>
                <c:pt idx="13514">
                  <c:v>1.0178270355666974</c:v>
                </c:pt>
                <c:pt idx="13515">
                  <c:v>1.018855607285547</c:v>
                </c:pt>
                <c:pt idx="13516">
                  <c:v>1.0178428847555694</c:v>
                </c:pt>
                <c:pt idx="13517">
                  <c:v>1.0170631757812203</c:v>
                </c:pt>
                <c:pt idx="13518">
                  <c:v>1.0163416820967663</c:v>
                </c:pt>
                <c:pt idx="13519">
                  <c:v>1.0153325662732309</c:v>
                </c:pt>
                <c:pt idx="13520">
                  <c:v>1.015100009905743</c:v>
                </c:pt>
                <c:pt idx="13521">
                  <c:v>1.0138749996825083</c:v>
                </c:pt>
                <c:pt idx="13522">
                  <c:v>1.0114107302056585</c:v>
                </c:pt>
                <c:pt idx="13523">
                  <c:v>1.0103674522682882</c:v>
                </c:pt>
                <c:pt idx="13524">
                  <c:v>1.0097940875413691</c:v>
                </c:pt>
                <c:pt idx="13525">
                  <c:v>1.0096501494751227</c:v>
                </c:pt>
                <c:pt idx="13526">
                  <c:v>1.0104607186489583</c:v>
                </c:pt>
                <c:pt idx="13527">
                  <c:v>1.0117002826946668</c:v>
                </c:pt>
                <c:pt idx="13528">
                  <c:v>1.0129011889431587</c:v>
                </c:pt>
                <c:pt idx="13529">
                  <c:v>1.0144206791275834</c:v>
                </c:pt>
                <c:pt idx="13530">
                  <c:v>1.0145744213395105</c:v>
                </c:pt>
                <c:pt idx="13531">
                  <c:v>1.0143343467670449</c:v>
                </c:pt>
                <c:pt idx="13532">
                  <c:v>1.0162089197406219</c:v>
                </c:pt>
                <c:pt idx="13533">
                  <c:v>1.0159502020517588</c:v>
                </c:pt>
                <c:pt idx="13534">
                  <c:v>1.0136346711166313</c:v>
                </c:pt>
                <c:pt idx="13535">
                  <c:v>1.0124398353106721</c:v>
                </c:pt>
                <c:pt idx="13536">
                  <c:v>1.0127432304406023</c:v>
                </c:pt>
                <c:pt idx="13537">
                  <c:v>1.0133652603051477</c:v>
                </c:pt>
                <c:pt idx="13538">
                  <c:v>1.0144444275115503</c:v>
                </c:pt>
                <c:pt idx="13539">
                  <c:v>1.0151066137344398</c:v>
                </c:pt>
                <c:pt idx="13540">
                  <c:v>1.0157196776315622</c:v>
                </c:pt>
                <c:pt idx="13541">
                  <c:v>1.0163824226399567</c:v>
                </c:pt>
                <c:pt idx="13542">
                  <c:v>1.0162607089972087</c:v>
                </c:pt>
                <c:pt idx="13543">
                  <c:v>1.0161613721740057</c:v>
                </c:pt>
                <c:pt idx="13544">
                  <c:v>1.0163688847911285</c:v>
                </c:pt>
                <c:pt idx="13545">
                  <c:v>1.0171401103855366</c:v>
                </c:pt>
                <c:pt idx="13546">
                  <c:v>1.0173768576443127</c:v>
                </c:pt>
                <c:pt idx="13547">
                  <c:v>1.0163354592581868</c:v>
                </c:pt>
                <c:pt idx="13548">
                  <c:v>1.0165987234291143</c:v>
                </c:pt>
                <c:pt idx="13549">
                  <c:v>1.017675579295473</c:v>
                </c:pt>
                <c:pt idx="13550">
                  <c:v>1.0182199379748089</c:v>
                </c:pt>
                <c:pt idx="13551">
                  <c:v>1.0168346325096327</c:v>
                </c:pt>
                <c:pt idx="13552">
                  <c:v>1.0152323658724294</c:v>
                </c:pt>
                <c:pt idx="13553">
                  <c:v>1.0142361275148524</c:v>
                </c:pt>
                <c:pt idx="13554">
                  <c:v>1.0141053717066579</c:v>
                </c:pt>
                <c:pt idx="13555">
                  <c:v>1.014236635501675</c:v>
                </c:pt>
                <c:pt idx="13556">
                  <c:v>1.0139899063018305</c:v>
                </c:pt>
                <c:pt idx="13557">
                  <c:v>1.0137886419226285</c:v>
                </c:pt>
                <c:pt idx="13558">
                  <c:v>1.0137121645064526</c:v>
                </c:pt>
                <c:pt idx="13559">
                  <c:v>1.0129826192308571</c:v>
                </c:pt>
                <c:pt idx="13560">
                  <c:v>1.0137363954779013</c:v>
                </c:pt>
                <c:pt idx="13561">
                  <c:v>1.0150995781169436</c:v>
                </c:pt>
                <c:pt idx="13562">
                  <c:v>1.0159268092585678</c:v>
                </c:pt>
                <c:pt idx="13563">
                  <c:v>1.0170702113987162</c:v>
                </c:pt>
                <c:pt idx="13564">
                  <c:v>1.0151251552534728</c:v>
                </c:pt>
                <c:pt idx="13565">
                  <c:v>1.0127179580961669</c:v>
                </c:pt>
                <c:pt idx="13566">
                  <c:v>1.0122929255215121</c:v>
                </c:pt>
                <c:pt idx="13567">
                  <c:v>1.0127208790203983</c:v>
                </c:pt>
                <c:pt idx="13568">
                  <c:v>1.0130034466905928</c:v>
                </c:pt>
                <c:pt idx="13569">
                  <c:v>1.0130919633944695</c:v>
                </c:pt>
                <c:pt idx="13570">
                  <c:v>1.0135706393776145</c:v>
                </c:pt>
                <c:pt idx="13571">
                  <c:v>1.0142703658267105</c:v>
                </c:pt>
                <c:pt idx="13572">
                  <c:v>1.0136446022590173</c:v>
                </c:pt>
                <c:pt idx="13573">
                  <c:v>1.0131931289702345</c:v>
                </c:pt>
                <c:pt idx="13574">
                  <c:v>1.0125302061664521</c:v>
                </c:pt>
                <c:pt idx="13575">
                  <c:v>1.0123568048644818</c:v>
                </c:pt>
                <c:pt idx="13576">
                  <c:v>1.012282486392303</c:v>
                </c:pt>
                <c:pt idx="13577">
                  <c:v>1.0128241781408189</c:v>
                </c:pt>
                <c:pt idx="13578">
                  <c:v>1.0118729728150853</c:v>
                </c:pt>
                <c:pt idx="13579">
                  <c:v>1.0123207631994027</c:v>
                </c:pt>
                <c:pt idx="13580">
                  <c:v>1.0130219882096259</c:v>
                </c:pt>
                <c:pt idx="13581">
                  <c:v>1.012557027870697</c:v>
                </c:pt>
                <c:pt idx="13582">
                  <c:v>1.0121610775416485</c:v>
                </c:pt>
                <c:pt idx="13583">
                  <c:v>1.0123153531397395</c:v>
                </c:pt>
                <c:pt idx="13584">
                  <c:v>1.0124866716957361</c:v>
                </c:pt>
                <c:pt idx="13585">
                  <c:v>1.0128930103553113</c:v>
                </c:pt>
                <c:pt idx="13586">
                  <c:v>1.013807462834414</c:v>
                </c:pt>
                <c:pt idx="13587">
                  <c:v>1.0128361158311554</c:v>
                </c:pt>
                <c:pt idx="13588">
                  <c:v>1.0122630050976478</c:v>
                </c:pt>
                <c:pt idx="13589">
                  <c:v>1.0131256175214816</c:v>
                </c:pt>
                <c:pt idx="13590">
                  <c:v>1.01430485813198</c:v>
                </c:pt>
                <c:pt idx="13591">
                  <c:v>1.0144669567271425</c:v>
                </c:pt>
                <c:pt idx="13592">
                  <c:v>1.0130384977813676</c:v>
                </c:pt>
                <c:pt idx="13593">
                  <c:v>1.0116800648191187</c:v>
                </c:pt>
                <c:pt idx="13594">
                  <c:v>1.0126889774479251</c:v>
                </c:pt>
                <c:pt idx="13595">
                  <c:v>1.0134977940672218</c:v>
                </c:pt>
                <c:pt idx="13596">
                  <c:v>1.0132481693424873</c:v>
                </c:pt>
                <c:pt idx="13597">
                  <c:v>1.0122907919768562</c:v>
                </c:pt>
                <c:pt idx="13598">
                  <c:v>1.0128135612162221</c:v>
                </c:pt>
                <c:pt idx="13599">
                  <c:v>1.0143399854207782</c:v>
                </c:pt>
                <c:pt idx="13600">
                  <c:v>1.0151915999298977</c:v>
                </c:pt>
                <c:pt idx="13601">
                  <c:v>1.0159015115147914</c:v>
                </c:pt>
                <c:pt idx="13602">
                  <c:v>1.0172866391845796</c:v>
                </c:pt>
                <c:pt idx="13603">
                  <c:v>1.0172041167252122</c:v>
                </c:pt>
                <c:pt idx="13604">
                  <c:v>1.0158396387197717</c:v>
                </c:pt>
                <c:pt idx="13605">
                  <c:v>1.0142697816418642</c:v>
                </c:pt>
                <c:pt idx="13606">
                  <c:v>1.0125378513681356</c:v>
                </c:pt>
                <c:pt idx="13607">
                  <c:v>1.0121128949915039</c:v>
                </c:pt>
                <c:pt idx="13608">
                  <c:v>1.013397542867738</c:v>
                </c:pt>
                <c:pt idx="13609">
                  <c:v>1.0133883229069038</c:v>
                </c:pt>
                <c:pt idx="13610">
                  <c:v>1.0116304853052112</c:v>
                </c:pt>
                <c:pt idx="13611">
                  <c:v>1.0113467746646652</c:v>
                </c:pt>
                <c:pt idx="13612">
                  <c:v>1.0136439672754889</c:v>
                </c:pt>
                <c:pt idx="13613">
                  <c:v>1.0136426465097494</c:v>
                </c:pt>
                <c:pt idx="13614">
                  <c:v>1.011917777252858</c:v>
                </c:pt>
                <c:pt idx="13615">
                  <c:v>1.0108463314461622</c:v>
                </c:pt>
                <c:pt idx="13616">
                  <c:v>1.0104463934205548</c:v>
                </c:pt>
                <c:pt idx="13617">
                  <c:v>1.0104879213433204</c:v>
                </c:pt>
                <c:pt idx="13618">
                  <c:v>1.0106215472770637</c:v>
                </c:pt>
                <c:pt idx="13619">
                  <c:v>1.009775495223654</c:v>
                </c:pt>
                <c:pt idx="13620">
                  <c:v>1.0095098181153181</c:v>
                </c:pt>
                <c:pt idx="13621">
                  <c:v>1.0110141702924227</c:v>
                </c:pt>
                <c:pt idx="13622">
                  <c:v>1.0127459735694455</c:v>
                </c:pt>
                <c:pt idx="13623">
                  <c:v>1.0129794951118969</c:v>
                </c:pt>
                <c:pt idx="13624">
                  <c:v>1.0120356047964116</c:v>
                </c:pt>
                <c:pt idx="13625">
                  <c:v>1.0113320684461444</c:v>
                </c:pt>
                <c:pt idx="13626">
                  <c:v>1.0109990830837847</c:v>
                </c:pt>
                <c:pt idx="13627">
                  <c:v>1.0109824465153374</c:v>
                </c:pt>
                <c:pt idx="13628">
                  <c:v>1.0107439213026814</c:v>
                </c:pt>
                <c:pt idx="13629">
                  <c:v>1.0112952902001722</c:v>
                </c:pt>
                <c:pt idx="13630">
                  <c:v>1.0124194396397357</c:v>
                </c:pt>
                <c:pt idx="13631">
                  <c:v>1.0138913060595207</c:v>
                </c:pt>
                <c:pt idx="13632">
                  <c:v>1.0153924579196416</c:v>
                </c:pt>
                <c:pt idx="13633">
                  <c:v>1.0136056904683892</c:v>
                </c:pt>
                <c:pt idx="13634">
                  <c:v>1.0106149180490258</c:v>
                </c:pt>
                <c:pt idx="13635">
                  <c:v>1.0103835554505716</c:v>
                </c:pt>
                <c:pt idx="13636">
                  <c:v>1.0112372527056648</c:v>
                </c:pt>
                <c:pt idx="13637">
                  <c:v>1.0134132650599044</c:v>
                </c:pt>
                <c:pt idx="13638">
                  <c:v>1.0149976505609444</c:v>
                </c:pt>
                <c:pt idx="13639">
                  <c:v>1.0153305597252806</c:v>
                </c:pt>
                <c:pt idx="13640">
                  <c:v>1.0158038256487627</c:v>
                </c:pt>
                <c:pt idx="13641">
                  <c:v>1.0167385214027549</c:v>
                </c:pt>
                <c:pt idx="13642">
                  <c:v>1.0167711087574389</c:v>
                </c:pt>
                <c:pt idx="13643">
                  <c:v>1.0155011670997254</c:v>
                </c:pt>
                <c:pt idx="13644">
                  <c:v>1.0147301700993876</c:v>
                </c:pt>
                <c:pt idx="13645">
                  <c:v>1.0153778786978265</c:v>
                </c:pt>
                <c:pt idx="13646">
                  <c:v>1.0151602825422708</c:v>
                </c:pt>
                <c:pt idx="13647">
                  <c:v>1.0148288465397208</c:v>
                </c:pt>
                <c:pt idx="13648">
                  <c:v>1.0149086004709038</c:v>
                </c:pt>
                <c:pt idx="13649">
                  <c:v>1.0146520417260376</c:v>
                </c:pt>
                <c:pt idx="13650">
                  <c:v>1.0135556283670002</c:v>
                </c:pt>
                <c:pt idx="13651">
                  <c:v>1.012563123712571</c:v>
                </c:pt>
                <c:pt idx="13652">
                  <c:v>1.0122111904417199</c:v>
                </c:pt>
                <c:pt idx="13653">
                  <c:v>1.0117428773897605</c:v>
                </c:pt>
                <c:pt idx="13654">
                  <c:v>1.0126787669127864</c:v>
                </c:pt>
                <c:pt idx="13655">
                  <c:v>1.0125344986551048</c:v>
                </c:pt>
                <c:pt idx="13656">
                  <c:v>1.0123169532982315</c:v>
                </c:pt>
                <c:pt idx="13657">
                  <c:v>1.0114119747733743</c:v>
                </c:pt>
                <c:pt idx="13658">
                  <c:v>1.0115149437023603</c:v>
                </c:pt>
                <c:pt idx="13659">
                  <c:v>1.0127971278425039</c:v>
                </c:pt>
                <c:pt idx="13660">
                  <c:v>1.0137843494339758</c:v>
                </c:pt>
                <c:pt idx="13661">
                  <c:v>1.0151172052596955</c:v>
                </c:pt>
                <c:pt idx="13662">
                  <c:v>1.0160731602622228</c:v>
                </c:pt>
                <c:pt idx="13663">
                  <c:v>1.0144586511425893</c:v>
                </c:pt>
                <c:pt idx="13664">
                  <c:v>1.0131123844647469</c:v>
                </c:pt>
                <c:pt idx="13665">
                  <c:v>1.0113803779929949</c:v>
                </c:pt>
                <c:pt idx="13666">
                  <c:v>1.009708745755135</c:v>
                </c:pt>
                <c:pt idx="13667">
                  <c:v>1.011268773288021</c:v>
                </c:pt>
                <c:pt idx="13668">
                  <c:v>1.0144547142447125</c:v>
                </c:pt>
                <c:pt idx="13669">
                  <c:v>1.0162881910843233</c:v>
                </c:pt>
                <c:pt idx="13670">
                  <c:v>1.0155506704156094</c:v>
                </c:pt>
                <c:pt idx="13671">
                  <c:v>1.0150417692165066</c:v>
                </c:pt>
                <c:pt idx="13672">
                  <c:v>1.0142881961641914</c:v>
                </c:pt>
                <c:pt idx="13673">
                  <c:v>1.013926280952272</c:v>
                </c:pt>
                <c:pt idx="13674">
                  <c:v>1.0140497725489002</c:v>
                </c:pt>
                <c:pt idx="13675">
                  <c:v>1.0133185763161303</c:v>
                </c:pt>
                <c:pt idx="13676">
                  <c:v>1.0130720757103562</c:v>
                </c:pt>
                <c:pt idx="13677">
                  <c:v>1.0127406143084647</c:v>
                </c:pt>
                <c:pt idx="13678">
                  <c:v>1.0117329716467154</c:v>
                </c:pt>
                <c:pt idx="13679">
                  <c:v>1.0129315919545048</c:v>
                </c:pt>
                <c:pt idx="13680">
                  <c:v>1.0139095681858012</c:v>
                </c:pt>
                <c:pt idx="13681">
                  <c:v>1.0149405274427181</c:v>
                </c:pt>
                <c:pt idx="13682">
                  <c:v>1.016262563149112</c:v>
                </c:pt>
                <c:pt idx="13683">
                  <c:v>1.016599383811984</c:v>
                </c:pt>
                <c:pt idx="13684">
                  <c:v>1.0158293519866095</c:v>
                </c:pt>
                <c:pt idx="13685">
                  <c:v>1.0139333673684505</c:v>
                </c:pt>
                <c:pt idx="13686">
                  <c:v>1.0118607303326552</c:v>
                </c:pt>
                <c:pt idx="13687">
                  <c:v>1.010915595449454</c:v>
                </c:pt>
                <c:pt idx="13688">
                  <c:v>1.0107249733941901</c:v>
                </c:pt>
                <c:pt idx="13689">
                  <c:v>1.010790833885769</c:v>
                </c:pt>
                <c:pt idx="13690">
                  <c:v>1.0104676018704075</c:v>
                </c:pt>
                <c:pt idx="13691">
                  <c:v>1.0096058784235138</c:v>
                </c:pt>
                <c:pt idx="13692">
                  <c:v>1.0106891603231811</c:v>
                </c:pt>
                <c:pt idx="13693">
                  <c:v>1.0127782307326947</c:v>
                </c:pt>
                <c:pt idx="13694">
                  <c:v>1.0134807003106339</c:v>
                </c:pt>
                <c:pt idx="13695">
                  <c:v>1.0124434674164553</c:v>
                </c:pt>
                <c:pt idx="13696">
                  <c:v>1.0131122828673824</c:v>
                </c:pt>
                <c:pt idx="13697">
                  <c:v>1.0154775965111464</c:v>
                </c:pt>
                <c:pt idx="13698">
                  <c:v>1.0158793378899751</c:v>
                </c:pt>
                <c:pt idx="13699">
                  <c:v>1.0149721496224389</c:v>
                </c:pt>
                <c:pt idx="13700">
                  <c:v>1.0153654330206674</c:v>
                </c:pt>
                <c:pt idx="13701">
                  <c:v>1.0149249322472575</c:v>
                </c:pt>
                <c:pt idx="13702">
                  <c:v>1.0135873521440855</c:v>
                </c:pt>
                <c:pt idx="13703">
                  <c:v>1.0134925364036056</c:v>
                </c:pt>
                <c:pt idx="13704">
                  <c:v>1.0129711641280026</c:v>
                </c:pt>
                <c:pt idx="13705">
                  <c:v>1.013758645300741</c:v>
                </c:pt>
                <c:pt idx="13706">
                  <c:v>1.0141956663644145</c:v>
                </c:pt>
                <c:pt idx="13707">
                  <c:v>1.013461066619932</c:v>
                </c:pt>
                <c:pt idx="13708">
                  <c:v>1.0124423752447862</c:v>
                </c:pt>
                <c:pt idx="13709">
                  <c:v>1.0131529726118904</c:v>
                </c:pt>
                <c:pt idx="13710">
                  <c:v>1.0151780620810695</c:v>
                </c:pt>
                <c:pt idx="13711">
                  <c:v>1.0156859219071857</c:v>
                </c:pt>
                <c:pt idx="13712">
                  <c:v>1.0153742465920435</c:v>
                </c:pt>
                <c:pt idx="13713">
                  <c:v>1.0163941571355639</c:v>
                </c:pt>
                <c:pt idx="13714">
                  <c:v>1.0157275768266572</c:v>
                </c:pt>
                <c:pt idx="13715">
                  <c:v>1.0138846514321418</c:v>
                </c:pt>
                <c:pt idx="13716">
                  <c:v>1.0134810813007511</c:v>
                </c:pt>
                <c:pt idx="13717">
                  <c:v>1.0145812537622774</c:v>
                </c:pt>
                <c:pt idx="13718">
                  <c:v>1.0155480288841308</c:v>
                </c:pt>
                <c:pt idx="13719">
                  <c:v>1.0159679307918752</c:v>
                </c:pt>
                <c:pt idx="13720">
                  <c:v>1.0155791430770287</c:v>
                </c:pt>
                <c:pt idx="13721">
                  <c:v>1.0158664604240166</c:v>
                </c:pt>
                <c:pt idx="13722">
                  <c:v>1.0147862518446271</c:v>
                </c:pt>
                <c:pt idx="13723">
                  <c:v>1.0133172047517087</c:v>
                </c:pt>
                <c:pt idx="13724">
                  <c:v>1.014811600387086</c:v>
                </c:pt>
                <c:pt idx="13725">
                  <c:v>1.0166880529119076</c:v>
                </c:pt>
                <c:pt idx="13726">
                  <c:v>1.0177499739656752</c:v>
                </c:pt>
                <c:pt idx="13727">
                  <c:v>1.0185986421512225</c:v>
                </c:pt>
                <c:pt idx="13728">
                  <c:v>1.0182236970772978</c:v>
                </c:pt>
                <c:pt idx="13729">
                  <c:v>1.0176347625542594</c:v>
                </c:pt>
                <c:pt idx="13730">
                  <c:v>1.0165035774971998</c:v>
                </c:pt>
                <c:pt idx="13731">
                  <c:v>1.0160426556535123</c:v>
                </c:pt>
                <c:pt idx="13732">
                  <c:v>1.0164046724627964</c:v>
                </c:pt>
                <c:pt idx="13733">
                  <c:v>1.016604057290754</c:v>
                </c:pt>
                <c:pt idx="13734">
                  <c:v>1.0162611915846902</c:v>
                </c:pt>
                <c:pt idx="13735">
                  <c:v>1.0148185344072176</c:v>
                </c:pt>
                <c:pt idx="13736">
                  <c:v>1.0130041578721447</c:v>
                </c:pt>
                <c:pt idx="13737">
                  <c:v>1.0111440625230181</c:v>
                </c:pt>
                <c:pt idx="13738">
                  <c:v>1.0092435568221361</c:v>
                </c:pt>
                <c:pt idx="13739">
                  <c:v>1.0099436134626667</c:v>
                </c:pt>
                <c:pt idx="13740">
                  <c:v>1.0114993231075586</c:v>
                </c:pt>
                <c:pt idx="13741">
                  <c:v>1.0120995603374048</c:v>
                </c:pt>
                <c:pt idx="13742">
                  <c:v>1.0119540983106898</c:v>
                </c:pt>
                <c:pt idx="13743">
                  <c:v>1.011832283070577</c:v>
                </c:pt>
                <c:pt idx="13744">
                  <c:v>1.0121220133549735</c:v>
                </c:pt>
                <c:pt idx="13745">
                  <c:v>1.0115740733685368</c:v>
                </c:pt>
                <c:pt idx="13746">
                  <c:v>1.0114772764794482</c:v>
                </c:pt>
                <c:pt idx="13747">
                  <c:v>1.0131312561752148</c:v>
                </c:pt>
                <c:pt idx="13748">
                  <c:v>1.0146394182534906</c:v>
                </c:pt>
                <c:pt idx="13749">
                  <c:v>1.0142485477926702</c:v>
                </c:pt>
                <c:pt idx="13750">
                  <c:v>1.0135934987846416</c:v>
                </c:pt>
                <c:pt idx="13751">
                  <c:v>1.0143796083929584</c:v>
                </c:pt>
                <c:pt idx="13752">
                  <c:v>1.0144596671162349</c:v>
                </c:pt>
                <c:pt idx="13753">
                  <c:v>1.014192313651384</c:v>
                </c:pt>
                <c:pt idx="13754">
                  <c:v>1.0136534158303934</c:v>
                </c:pt>
                <c:pt idx="13755">
                  <c:v>1.0124478869018139</c:v>
                </c:pt>
                <c:pt idx="13756">
                  <c:v>1.0115740225698546</c:v>
                </c:pt>
                <c:pt idx="13757">
                  <c:v>1.0126301271745011</c:v>
                </c:pt>
                <c:pt idx="13758">
                  <c:v>1.0137942297776796</c:v>
                </c:pt>
                <c:pt idx="13759">
                  <c:v>1.0130957986949818</c:v>
                </c:pt>
                <c:pt idx="13760">
                  <c:v>1.0126800114805021</c:v>
                </c:pt>
                <c:pt idx="13761">
                  <c:v>1.0131490865126958</c:v>
                </c:pt>
                <c:pt idx="13762">
                  <c:v>1.0142724739720252</c:v>
                </c:pt>
                <c:pt idx="13763">
                  <c:v>1.0136694428146533</c:v>
                </c:pt>
                <c:pt idx="13764">
                  <c:v>1.0128990553985029</c:v>
                </c:pt>
                <c:pt idx="13765">
                  <c:v>1.0139763938523434</c:v>
                </c:pt>
                <c:pt idx="13766">
                  <c:v>1.0138393390075462</c:v>
                </c:pt>
                <c:pt idx="13767">
                  <c:v>1.0133969586828917</c:v>
                </c:pt>
                <c:pt idx="13768">
                  <c:v>1.0139948845726943</c:v>
                </c:pt>
                <c:pt idx="13769">
                  <c:v>1.0141397624145629</c:v>
                </c:pt>
                <c:pt idx="13770">
                  <c:v>1.0129487873084573</c:v>
                </c:pt>
                <c:pt idx="13771">
                  <c:v>1.0109462016555291</c:v>
                </c:pt>
                <c:pt idx="13772">
                  <c:v>1.0109299714765398</c:v>
                </c:pt>
                <c:pt idx="13773">
                  <c:v>1.0120707066858685</c:v>
                </c:pt>
                <c:pt idx="13774">
                  <c:v>1.0117546118853677</c:v>
                </c:pt>
                <c:pt idx="13775">
                  <c:v>1.011319216379527</c:v>
                </c:pt>
                <c:pt idx="13776">
                  <c:v>1.0118874758388767</c:v>
                </c:pt>
                <c:pt idx="13777">
                  <c:v>1.0121545499109752</c:v>
                </c:pt>
                <c:pt idx="13778">
                  <c:v>1.0122852803198286</c:v>
                </c:pt>
                <c:pt idx="13779">
                  <c:v>1.0122520833809572</c:v>
                </c:pt>
                <c:pt idx="13780">
                  <c:v>1.0120929565087082</c:v>
                </c:pt>
                <c:pt idx="13781">
                  <c:v>1.011858901580093</c:v>
                </c:pt>
                <c:pt idx="13782">
                  <c:v>1.0124769691474202</c:v>
                </c:pt>
                <c:pt idx="13783">
                  <c:v>1.0126422680595666</c:v>
                </c:pt>
                <c:pt idx="13784">
                  <c:v>1.0120111706302339</c:v>
                </c:pt>
                <c:pt idx="13785">
                  <c:v>1.0119644866412165</c:v>
                </c:pt>
                <c:pt idx="13786">
                  <c:v>1.0113309762744755</c:v>
                </c:pt>
                <c:pt idx="13787">
                  <c:v>1.0117969271877088</c:v>
                </c:pt>
                <c:pt idx="13788">
                  <c:v>1.0133021683417531</c:v>
                </c:pt>
                <c:pt idx="13789">
                  <c:v>1.0143479354145553</c:v>
                </c:pt>
                <c:pt idx="13790">
                  <c:v>1.0153185458369209</c:v>
                </c:pt>
                <c:pt idx="13791">
                  <c:v>1.0156876236630421</c:v>
                </c:pt>
                <c:pt idx="13792">
                  <c:v>1.0150192400009144</c:v>
                </c:pt>
                <c:pt idx="13793">
                  <c:v>1.0138528006583509</c:v>
                </c:pt>
                <c:pt idx="13794">
                  <c:v>1.0136018297685359</c:v>
                </c:pt>
                <c:pt idx="13795">
                  <c:v>1.0134543865932117</c:v>
                </c:pt>
                <c:pt idx="13796">
                  <c:v>1.0136806693234377</c:v>
                </c:pt>
                <c:pt idx="13797">
                  <c:v>1.0132168265555193</c:v>
                </c:pt>
                <c:pt idx="13798">
                  <c:v>1.0124091021078914</c:v>
                </c:pt>
                <c:pt idx="13799">
                  <c:v>1.0138685482498584</c:v>
                </c:pt>
                <c:pt idx="13800">
                  <c:v>1.0144192059657973</c:v>
                </c:pt>
                <c:pt idx="13801">
                  <c:v>1.0141990698761274</c:v>
                </c:pt>
                <c:pt idx="13802">
                  <c:v>1.0136537968205104</c:v>
                </c:pt>
                <c:pt idx="13803">
                  <c:v>1.0123353424212176</c:v>
                </c:pt>
                <c:pt idx="13804">
                  <c:v>1.0125294187868767</c:v>
                </c:pt>
                <c:pt idx="13805">
                  <c:v>1.0143181927860792</c:v>
                </c:pt>
                <c:pt idx="13806">
                  <c:v>1.0149468264793211</c:v>
                </c:pt>
                <c:pt idx="13807">
                  <c:v>1.0146444473230365</c:v>
                </c:pt>
                <c:pt idx="13808">
                  <c:v>1.0148029392117568</c:v>
                </c:pt>
                <c:pt idx="13809">
                  <c:v>1.0142036163581916</c:v>
                </c:pt>
                <c:pt idx="13810">
                  <c:v>1.0128306295734688</c:v>
                </c:pt>
                <c:pt idx="13811">
                  <c:v>1.0120692081247413</c:v>
                </c:pt>
                <c:pt idx="13812">
                  <c:v>1.0126496338684974</c:v>
                </c:pt>
                <c:pt idx="13813">
                  <c:v>1.01311957247829</c:v>
                </c:pt>
                <c:pt idx="13814">
                  <c:v>1.0120838381452386</c:v>
                </c:pt>
                <c:pt idx="13815">
                  <c:v>1.0119400524750388</c:v>
                </c:pt>
                <c:pt idx="13816">
                  <c:v>1.01188087201018</c:v>
                </c:pt>
                <c:pt idx="13817">
                  <c:v>1.0137361922831722</c:v>
                </c:pt>
                <c:pt idx="13818">
                  <c:v>1.0150698354884675</c:v>
                </c:pt>
                <c:pt idx="13819">
                  <c:v>1.0136901178783422</c:v>
                </c:pt>
                <c:pt idx="13820">
                  <c:v>1.0136488947476703</c:v>
                </c:pt>
                <c:pt idx="13821">
                  <c:v>1.0128527523996027</c:v>
                </c:pt>
                <c:pt idx="13822">
                  <c:v>1.0130962812824635</c:v>
                </c:pt>
                <c:pt idx="13823">
                  <c:v>1.0141976983117058</c:v>
                </c:pt>
                <c:pt idx="13824">
                  <c:v>1.0139708313966336</c:v>
                </c:pt>
                <c:pt idx="13825">
                  <c:v>1.01302186121292</c:v>
                </c:pt>
                <c:pt idx="13826">
                  <c:v>1.0112599089179626</c:v>
                </c:pt>
                <c:pt idx="13827">
                  <c:v>1.0106969325215704</c:v>
                </c:pt>
                <c:pt idx="13828">
                  <c:v>1.0110257015933006</c:v>
                </c:pt>
                <c:pt idx="13829">
                  <c:v>1.0112015158326793</c:v>
                </c:pt>
                <c:pt idx="13830">
                  <c:v>1.0117878342235802</c:v>
                </c:pt>
                <c:pt idx="13831">
                  <c:v>1.0128355824449913</c:v>
                </c:pt>
                <c:pt idx="13832">
                  <c:v>1.0134426520976045</c:v>
                </c:pt>
                <c:pt idx="13833">
                  <c:v>1.01214063107203</c:v>
                </c:pt>
                <c:pt idx="13834">
                  <c:v>1.0107275641269866</c:v>
                </c:pt>
                <c:pt idx="13835">
                  <c:v>1.0107718097792544</c:v>
                </c:pt>
                <c:pt idx="13836">
                  <c:v>1.0111248098224332</c:v>
                </c:pt>
                <c:pt idx="13837">
                  <c:v>1.0122806068410586</c:v>
                </c:pt>
                <c:pt idx="13838">
                  <c:v>1.0138610554442218</c:v>
                </c:pt>
                <c:pt idx="13839">
                  <c:v>1.014630325289362</c:v>
                </c:pt>
                <c:pt idx="13840">
                  <c:v>1.0145526541041525</c:v>
                </c:pt>
                <c:pt idx="13841">
                  <c:v>1.01372301002512</c:v>
                </c:pt>
                <c:pt idx="13842">
                  <c:v>1.0137958807348537</c:v>
                </c:pt>
                <c:pt idx="13843">
                  <c:v>1.0136976106839788</c:v>
                </c:pt>
                <c:pt idx="13844">
                  <c:v>1.0138344369347059</c:v>
                </c:pt>
                <c:pt idx="13845">
                  <c:v>1.0142682576813957</c:v>
                </c:pt>
                <c:pt idx="13846">
                  <c:v>1.014951855548867</c:v>
                </c:pt>
                <c:pt idx="13847">
                  <c:v>1.0158304695576197</c:v>
                </c:pt>
                <c:pt idx="13848">
                  <c:v>1.0161965756608273</c:v>
                </c:pt>
                <c:pt idx="13849">
                  <c:v>1.0161856285447954</c:v>
                </c:pt>
                <c:pt idx="13850">
                  <c:v>1.0144603528984457</c:v>
                </c:pt>
                <c:pt idx="13851">
                  <c:v>1.0140281831089302</c:v>
                </c:pt>
                <c:pt idx="13852">
                  <c:v>1.0157424862399069</c:v>
                </c:pt>
                <c:pt idx="13853">
                  <c:v>1.0154836923530204</c:v>
                </c:pt>
                <c:pt idx="13854">
                  <c:v>1.0146548356535632</c:v>
                </c:pt>
                <c:pt idx="13855">
                  <c:v>1.0152157801026642</c:v>
                </c:pt>
                <c:pt idx="13856">
                  <c:v>1.0157090353076241</c:v>
                </c:pt>
                <c:pt idx="13857">
                  <c:v>1.0156507438197053</c:v>
                </c:pt>
                <c:pt idx="13858">
                  <c:v>1.0150805032117467</c:v>
                </c:pt>
                <c:pt idx="13859">
                  <c:v>1.0147808417849642</c:v>
                </c:pt>
                <c:pt idx="13860">
                  <c:v>1.0145770120723068</c:v>
                </c:pt>
                <c:pt idx="13861">
                  <c:v>1.0141635615972122</c:v>
                </c:pt>
                <c:pt idx="13862">
                  <c:v>1.0130359832465945</c:v>
                </c:pt>
                <c:pt idx="13863">
                  <c:v>1.0122259474589228</c:v>
                </c:pt>
                <c:pt idx="13864">
                  <c:v>1.0135215170518477</c:v>
                </c:pt>
                <c:pt idx="13865">
                  <c:v>1.0140227476499259</c:v>
                </c:pt>
                <c:pt idx="13866">
                  <c:v>1.0139468036199142</c:v>
                </c:pt>
                <c:pt idx="13867">
                  <c:v>1.0150992733248501</c:v>
                </c:pt>
                <c:pt idx="13868">
                  <c:v>1.0162107230938429</c:v>
                </c:pt>
                <c:pt idx="13869">
                  <c:v>1.0150846687036938</c:v>
                </c:pt>
                <c:pt idx="13870">
                  <c:v>1.0130276268633591</c:v>
                </c:pt>
                <c:pt idx="13871">
                  <c:v>1.0112520859208911</c:v>
                </c:pt>
                <c:pt idx="13872">
                  <c:v>1.0106155022338721</c:v>
                </c:pt>
                <c:pt idx="13873">
                  <c:v>1.0109103885845201</c:v>
                </c:pt>
                <c:pt idx="13874">
                  <c:v>1.0132536556001737</c:v>
                </c:pt>
                <c:pt idx="13875">
                  <c:v>1.0150189352088206</c:v>
                </c:pt>
                <c:pt idx="13876">
                  <c:v>1.0138747202897558</c:v>
                </c:pt>
                <c:pt idx="13877">
                  <c:v>1.0133578690968756</c:v>
                </c:pt>
                <c:pt idx="13878">
                  <c:v>1.0130388025734613</c:v>
                </c:pt>
                <c:pt idx="13879">
                  <c:v>1.0117559580504483</c:v>
                </c:pt>
                <c:pt idx="13880">
                  <c:v>1.0113832735178849</c:v>
                </c:pt>
                <c:pt idx="13881">
                  <c:v>1.0124373461752403</c:v>
                </c:pt>
                <c:pt idx="13882">
                  <c:v>1.0127729984684197</c:v>
                </c:pt>
                <c:pt idx="13883">
                  <c:v>1.0123569064618463</c:v>
                </c:pt>
                <c:pt idx="13884">
                  <c:v>1.013066665650693</c:v>
                </c:pt>
                <c:pt idx="13885">
                  <c:v>1.0144305594712872</c:v>
                </c:pt>
                <c:pt idx="13886">
                  <c:v>1.0143970069416399</c:v>
                </c:pt>
                <c:pt idx="13887">
                  <c:v>1.0143830119046713</c:v>
                </c:pt>
                <c:pt idx="13888">
                  <c:v>1.0143226376707788</c:v>
                </c:pt>
                <c:pt idx="13889">
                  <c:v>1.0139545504189622</c:v>
                </c:pt>
                <c:pt idx="13890">
                  <c:v>1.0134670100657588</c:v>
                </c:pt>
                <c:pt idx="13891">
                  <c:v>1.0138903408845574</c:v>
                </c:pt>
                <c:pt idx="13892">
                  <c:v>1.0126249457089083</c:v>
                </c:pt>
                <c:pt idx="13893">
                  <c:v>1.0110069568795386</c:v>
                </c:pt>
                <c:pt idx="13894">
                  <c:v>1.0113983353271816</c:v>
                </c:pt>
                <c:pt idx="13895">
                  <c:v>1.0122083203161709</c:v>
                </c:pt>
                <c:pt idx="13896">
                  <c:v>1.0128416528875241</c:v>
                </c:pt>
                <c:pt idx="13897">
                  <c:v>1.0144346233658699</c:v>
                </c:pt>
                <c:pt idx="13898">
                  <c:v>1.0149361587560419</c:v>
                </c:pt>
                <c:pt idx="13899">
                  <c:v>1.0141743817165383</c:v>
                </c:pt>
                <c:pt idx="13900">
                  <c:v>1.0148200329683448</c:v>
                </c:pt>
                <c:pt idx="13901">
                  <c:v>1.0159462143551996</c:v>
                </c:pt>
                <c:pt idx="13902">
                  <c:v>1.0167374038317445</c:v>
                </c:pt>
                <c:pt idx="13903">
                  <c:v>1.0178496663796541</c:v>
                </c:pt>
                <c:pt idx="13904">
                  <c:v>1.0174045683254975</c:v>
                </c:pt>
                <c:pt idx="13905">
                  <c:v>1.0158099722893188</c:v>
                </c:pt>
                <c:pt idx="13906">
                  <c:v>1.0151527135386109</c:v>
                </c:pt>
                <c:pt idx="13907">
                  <c:v>1.0141120009346958</c:v>
                </c:pt>
                <c:pt idx="13908">
                  <c:v>1.0132699873765274</c:v>
                </c:pt>
                <c:pt idx="13909">
                  <c:v>1.0135946925536752</c:v>
                </c:pt>
                <c:pt idx="13910">
                  <c:v>1.0145785614321166</c:v>
                </c:pt>
                <c:pt idx="13911">
                  <c:v>1.0159665846267947</c:v>
                </c:pt>
                <c:pt idx="13912">
                  <c:v>1.015904330841658</c:v>
                </c:pt>
                <c:pt idx="13913">
                  <c:v>1.0153263688339924</c:v>
                </c:pt>
                <c:pt idx="13914">
                  <c:v>1.0148406064346691</c:v>
                </c:pt>
                <c:pt idx="13915">
                  <c:v>1.0147575759884788</c:v>
                </c:pt>
                <c:pt idx="13916">
                  <c:v>1.0144347757619168</c:v>
                </c:pt>
                <c:pt idx="13917">
                  <c:v>1.0153384589203756</c:v>
                </c:pt>
                <c:pt idx="13918">
                  <c:v>1.0158396133204304</c:v>
                </c:pt>
                <c:pt idx="13919">
                  <c:v>1.015012331380124</c:v>
                </c:pt>
                <c:pt idx="13920">
                  <c:v>1.0142955365737814</c:v>
                </c:pt>
                <c:pt idx="13921">
                  <c:v>1.0148171882421371</c:v>
                </c:pt>
                <c:pt idx="13922">
                  <c:v>1.0152805230232327</c:v>
                </c:pt>
                <c:pt idx="13923">
                  <c:v>1.0150487286359793</c:v>
                </c:pt>
                <c:pt idx="13924">
                  <c:v>1.015487934042991</c:v>
                </c:pt>
                <c:pt idx="13925">
                  <c:v>1.0174563829814254</c:v>
                </c:pt>
                <c:pt idx="13926">
                  <c:v>1.0186522601603714</c:v>
                </c:pt>
                <c:pt idx="13927">
                  <c:v>1.0183014952592129</c:v>
                </c:pt>
                <c:pt idx="13928">
                  <c:v>1.0172214898745526</c:v>
                </c:pt>
                <c:pt idx="13929">
                  <c:v>1.0161593910253968</c:v>
                </c:pt>
                <c:pt idx="13930">
                  <c:v>1.0165871159302127</c:v>
                </c:pt>
                <c:pt idx="13931">
                  <c:v>1.0175873927830312</c:v>
                </c:pt>
                <c:pt idx="13932">
                  <c:v>1.0182162296710022</c:v>
                </c:pt>
                <c:pt idx="13933">
                  <c:v>1.0178333854019828</c:v>
                </c:pt>
                <c:pt idx="13934">
                  <c:v>1.0171022399678953</c:v>
                </c:pt>
                <c:pt idx="13935">
                  <c:v>1.015334928411957</c:v>
                </c:pt>
                <c:pt idx="13936">
                  <c:v>1.0127072395742054</c:v>
                </c:pt>
                <c:pt idx="13937">
                  <c:v>1.0127258826906029</c:v>
                </c:pt>
                <c:pt idx="13938">
                  <c:v>1.0133782393684707</c:v>
                </c:pt>
                <c:pt idx="13939">
                  <c:v>1.0128339060884761</c:v>
                </c:pt>
                <c:pt idx="13940">
                  <c:v>1.0110450050925679</c:v>
                </c:pt>
                <c:pt idx="13941">
                  <c:v>1.0112244006390474</c:v>
                </c:pt>
                <c:pt idx="13942">
                  <c:v>1.0126726456715713</c:v>
                </c:pt>
                <c:pt idx="13943">
                  <c:v>1.012522637162792</c:v>
                </c:pt>
                <c:pt idx="13944">
                  <c:v>1.0111279085420524</c:v>
                </c:pt>
                <c:pt idx="13945">
                  <c:v>1.011516848652946</c:v>
                </c:pt>
                <c:pt idx="13946">
                  <c:v>1.0143203517300761</c:v>
                </c:pt>
                <c:pt idx="13947">
                  <c:v>1.0144906035137449</c:v>
                </c:pt>
                <c:pt idx="13948">
                  <c:v>1.014226348768513</c:v>
                </c:pt>
                <c:pt idx="13949">
                  <c:v>1.0151158844939563</c:v>
                </c:pt>
                <c:pt idx="13950">
                  <c:v>1.0150004444884699</c:v>
                </c:pt>
                <c:pt idx="13951">
                  <c:v>1.0126551963242074</c:v>
                </c:pt>
                <c:pt idx="13952">
                  <c:v>1.0110307814615289</c:v>
                </c:pt>
                <c:pt idx="13953">
                  <c:v>1.0106002118305051</c:v>
                </c:pt>
                <c:pt idx="13954">
                  <c:v>1.0106347295351159</c:v>
                </c:pt>
                <c:pt idx="13955">
                  <c:v>1.0118207517696991</c:v>
                </c:pt>
                <c:pt idx="13956">
                  <c:v>1.0136486153549178</c:v>
                </c:pt>
                <c:pt idx="13957">
                  <c:v>1.0141726545613408</c:v>
                </c:pt>
                <c:pt idx="13958">
                  <c:v>1.0144016042223865</c:v>
                </c:pt>
                <c:pt idx="13959">
                  <c:v>1.0155965924243926</c:v>
                </c:pt>
                <c:pt idx="13960">
                  <c:v>1.0160165197314781</c:v>
                </c:pt>
                <c:pt idx="13961">
                  <c:v>1.0149459629017223</c:v>
                </c:pt>
                <c:pt idx="13962">
                  <c:v>1.0145466852589844</c:v>
                </c:pt>
                <c:pt idx="13963">
                  <c:v>1.0141260975690292</c:v>
                </c:pt>
                <c:pt idx="13964">
                  <c:v>1.0139076886345568</c:v>
                </c:pt>
                <c:pt idx="13965">
                  <c:v>1.0144478056239221</c:v>
                </c:pt>
                <c:pt idx="13966">
                  <c:v>1.0144593369248001</c:v>
                </c:pt>
                <c:pt idx="13967">
                  <c:v>1.0138735519200632</c:v>
                </c:pt>
                <c:pt idx="13968">
                  <c:v>1.0147965639771304</c:v>
                </c:pt>
                <c:pt idx="13969">
                  <c:v>1.0160842851736427</c:v>
                </c:pt>
                <c:pt idx="13970">
                  <c:v>1.0165152865934657</c:v>
                </c:pt>
                <c:pt idx="13971">
                  <c:v>1.016685462179111</c:v>
                </c:pt>
                <c:pt idx="13972">
                  <c:v>1.0160780877344042</c:v>
                </c:pt>
                <c:pt idx="13973">
                  <c:v>1.0159137285978801</c:v>
                </c:pt>
                <c:pt idx="13974">
                  <c:v>1.0148454069101447</c:v>
                </c:pt>
                <c:pt idx="13975">
                  <c:v>1.0128511522411108</c:v>
                </c:pt>
                <c:pt idx="13976">
                  <c:v>1.0123632308977906</c:v>
                </c:pt>
                <c:pt idx="13977">
                  <c:v>1.0129357320471106</c:v>
                </c:pt>
                <c:pt idx="13978">
                  <c:v>1.0139097713805303</c:v>
                </c:pt>
                <c:pt idx="13979">
                  <c:v>1.013974514301099</c:v>
                </c:pt>
                <c:pt idx="13980">
                  <c:v>1.0137158728102593</c:v>
                </c:pt>
                <c:pt idx="13981">
                  <c:v>1.0130458381909573</c:v>
                </c:pt>
                <c:pt idx="13982">
                  <c:v>1.0128024109054612</c:v>
                </c:pt>
                <c:pt idx="13983">
                  <c:v>1.01386057285674</c:v>
                </c:pt>
                <c:pt idx="13984">
                  <c:v>1.0142032099687335</c:v>
                </c:pt>
                <c:pt idx="13985">
                  <c:v>1.0128155931635134</c:v>
                </c:pt>
                <c:pt idx="13986">
                  <c:v>1.0127593844215681</c:v>
                </c:pt>
                <c:pt idx="13987">
                  <c:v>1.0135460274160488</c:v>
                </c:pt>
                <c:pt idx="13988">
                  <c:v>1.0136568193421063</c:v>
                </c:pt>
                <c:pt idx="13989">
                  <c:v>1.0127972294398684</c:v>
                </c:pt>
                <c:pt idx="13990">
                  <c:v>1.0123983073879064</c:v>
                </c:pt>
                <c:pt idx="13991">
                  <c:v>1.0138932364094475</c:v>
                </c:pt>
                <c:pt idx="13992">
                  <c:v>1.0127447798004119</c:v>
                </c:pt>
                <c:pt idx="13993">
                  <c:v>1.0119160246983194</c:v>
                </c:pt>
                <c:pt idx="13994">
                  <c:v>1.0129755582140199</c:v>
                </c:pt>
                <c:pt idx="13995">
                  <c:v>1.013851022704471</c:v>
                </c:pt>
                <c:pt idx="13996">
                  <c:v>1.0144107479851974</c:v>
                </c:pt>
                <c:pt idx="13997">
                  <c:v>1.0140342535514628</c:v>
                </c:pt>
                <c:pt idx="13998">
                  <c:v>1.0131367424329012</c:v>
                </c:pt>
                <c:pt idx="13999">
                  <c:v>1.0120990015518998</c:v>
                </c:pt>
                <c:pt idx="14000">
                  <c:v>1.0130837340079399</c:v>
                </c:pt>
                <c:pt idx="14001">
                  <c:v>1.0148917099090449</c:v>
                </c:pt>
                <c:pt idx="14002">
                  <c:v>1.0153629692845767</c:v>
                </c:pt>
                <c:pt idx="14003">
                  <c:v>1.013977028835872</c:v>
                </c:pt>
                <c:pt idx="14004">
                  <c:v>1.0139173657835316</c:v>
                </c:pt>
                <c:pt idx="14005">
                  <c:v>1.0142078580481622</c:v>
                </c:pt>
                <c:pt idx="14006">
                  <c:v>1.0145790948182805</c:v>
                </c:pt>
                <c:pt idx="14007">
                  <c:v>1.0143682548874682</c:v>
                </c:pt>
                <c:pt idx="14008">
                  <c:v>1.0136700523988407</c:v>
                </c:pt>
                <c:pt idx="14009">
                  <c:v>1.0123387713322716</c:v>
                </c:pt>
                <c:pt idx="14010">
                  <c:v>1.0129948617132871</c:v>
                </c:pt>
                <c:pt idx="14011">
                  <c:v>1.0133500968984865</c:v>
                </c:pt>
                <c:pt idx="14012">
                  <c:v>1.0136757926499387</c:v>
                </c:pt>
                <c:pt idx="14013">
                  <c:v>1.0130674022315862</c:v>
                </c:pt>
                <c:pt idx="14014">
                  <c:v>1.013481411492186</c:v>
                </c:pt>
                <c:pt idx="14015">
                  <c:v>1.0156078443325181</c:v>
                </c:pt>
                <c:pt idx="14016">
                  <c:v>1.0152137989540551</c:v>
                </c:pt>
                <c:pt idx="14017">
                  <c:v>1.0155837657571163</c:v>
                </c:pt>
                <c:pt idx="14018">
                  <c:v>1.0160085951370421</c:v>
                </c:pt>
                <c:pt idx="14019">
                  <c:v>1.015307014536043</c:v>
                </c:pt>
                <c:pt idx="14020">
                  <c:v>1.0157660822278269</c:v>
                </c:pt>
                <c:pt idx="14021">
                  <c:v>1.015475335969785</c:v>
                </c:pt>
                <c:pt idx="14022">
                  <c:v>1.0144485422048153</c:v>
                </c:pt>
                <c:pt idx="14023">
                  <c:v>1.014295104784982</c:v>
                </c:pt>
                <c:pt idx="14024">
                  <c:v>1.0132018917429282</c:v>
                </c:pt>
                <c:pt idx="14025">
                  <c:v>1.0130109902949118</c:v>
                </c:pt>
                <c:pt idx="14026">
                  <c:v>1.0136446022590173</c:v>
                </c:pt>
                <c:pt idx="14027">
                  <c:v>1.0134743504753487</c:v>
                </c:pt>
                <c:pt idx="14028">
                  <c:v>1.0133804745104913</c:v>
                </c:pt>
                <c:pt idx="14029">
                  <c:v>1.0133962221019988</c:v>
                </c:pt>
                <c:pt idx="14030">
                  <c:v>1.0140211982901164</c:v>
                </c:pt>
                <c:pt idx="14031">
                  <c:v>1.0143015816169729</c:v>
                </c:pt>
                <c:pt idx="14032">
                  <c:v>1.0141941170046049</c:v>
                </c:pt>
                <c:pt idx="14033">
                  <c:v>1.0127115574621994</c:v>
                </c:pt>
                <c:pt idx="14034">
                  <c:v>1.0114082918689089</c:v>
                </c:pt>
                <c:pt idx="14035">
                  <c:v>1.0110095222129938</c:v>
                </c:pt>
                <c:pt idx="14036">
                  <c:v>1.0119661121990495</c:v>
                </c:pt>
                <c:pt idx="14037">
                  <c:v>1.0133119216887514</c:v>
                </c:pt>
                <c:pt idx="14038">
                  <c:v>1.0121348146229088</c:v>
                </c:pt>
                <c:pt idx="14039">
                  <c:v>1.011979853242607</c:v>
                </c:pt>
                <c:pt idx="14040">
                  <c:v>1.012793724330791</c:v>
                </c:pt>
                <c:pt idx="14041">
                  <c:v>1.012957956470609</c:v>
                </c:pt>
                <c:pt idx="14042">
                  <c:v>1.0133722451239615</c:v>
                </c:pt>
                <c:pt idx="14043">
                  <c:v>1.0133449662315759</c:v>
                </c:pt>
                <c:pt idx="14044">
                  <c:v>1.013034078296009</c:v>
                </c:pt>
                <c:pt idx="14045">
                  <c:v>1.0140700158237896</c:v>
                </c:pt>
                <c:pt idx="14046">
                  <c:v>1.0147449017172494</c:v>
                </c:pt>
                <c:pt idx="14047">
                  <c:v>1.0149185824119722</c:v>
                </c:pt>
                <c:pt idx="14048">
                  <c:v>1.0161597466161727</c:v>
                </c:pt>
                <c:pt idx="14049">
                  <c:v>1.0190902209996673</c:v>
                </c:pt>
                <c:pt idx="14050">
                  <c:v>1.018969751924635</c:v>
                </c:pt>
                <c:pt idx="14051">
                  <c:v>1.0170737165077939</c:v>
                </c:pt>
                <c:pt idx="14052">
                  <c:v>1.0158452773735049</c:v>
                </c:pt>
                <c:pt idx="14053">
                  <c:v>1.0163223023994759</c:v>
                </c:pt>
                <c:pt idx="14054">
                  <c:v>1.0170227654294648</c:v>
                </c:pt>
                <c:pt idx="14055">
                  <c:v>1.0171054148855379</c:v>
                </c:pt>
                <c:pt idx="14056">
                  <c:v>1.0161952548950881</c:v>
                </c:pt>
                <c:pt idx="14057">
                  <c:v>1.0155440157882305</c:v>
                </c:pt>
                <c:pt idx="14058">
                  <c:v>1.0159767951619334</c:v>
                </c:pt>
                <c:pt idx="14059">
                  <c:v>1.0158095151011783</c:v>
                </c:pt>
                <c:pt idx="14060">
                  <c:v>1.0156693615367618</c:v>
                </c:pt>
                <c:pt idx="14061">
                  <c:v>1.0157187632552811</c:v>
                </c:pt>
                <c:pt idx="14062">
                  <c:v>1.0157168329053545</c:v>
                </c:pt>
                <c:pt idx="14063">
                  <c:v>1.0146404088277949</c:v>
                </c:pt>
                <c:pt idx="14064">
                  <c:v>1.012882876018196</c:v>
                </c:pt>
                <c:pt idx="14065">
                  <c:v>1.013012666651427</c:v>
                </c:pt>
                <c:pt idx="14066">
                  <c:v>1.014466499539002</c:v>
                </c:pt>
                <c:pt idx="14067">
                  <c:v>1.0160182468866759</c:v>
                </c:pt>
                <c:pt idx="14068">
                  <c:v>1.0169547205945477</c:v>
                </c:pt>
                <c:pt idx="14069">
                  <c:v>1.015447803083988</c:v>
                </c:pt>
                <c:pt idx="14070">
                  <c:v>1.0142205069200505</c:v>
                </c:pt>
                <c:pt idx="14071">
                  <c:v>1.0132903322487814</c:v>
                </c:pt>
                <c:pt idx="14072">
                  <c:v>1.0138173177787768</c:v>
                </c:pt>
                <c:pt idx="14073">
                  <c:v>1.0140761624643457</c:v>
                </c:pt>
                <c:pt idx="14074">
                  <c:v>1.0137274295104786</c:v>
                </c:pt>
                <c:pt idx="14075">
                  <c:v>1.013233336127261</c:v>
                </c:pt>
                <c:pt idx="14076">
                  <c:v>1.0130266362890548</c:v>
                </c:pt>
                <c:pt idx="14077">
                  <c:v>1.0124910911810947</c:v>
                </c:pt>
                <c:pt idx="14078">
                  <c:v>1.012955060945719</c:v>
                </c:pt>
                <c:pt idx="14079">
                  <c:v>1.0124839031675519</c:v>
                </c:pt>
                <c:pt idx="14080">
                  <c:v>1.0115976439571157</c:v>
                </c:pt>
                <c:pt idx="14081">
                  <c:v>1.0125810556474164</c:v>
                </c:pt>
                <c:pt idx="14082">
                  <c:v>1.0144186471802921</c:v>
                </c:pt>
                <c:pt idx="14083">
                  <c:v>1.0149314852772719</c:v>
                </c:pt>
                <c:pt idx="14084">
                  <c:v>1.0152645976363373</c:v>
                </c:pt>
                <c:pt idx="14085">
                  <c:v>1.0163036846824194</c:v>
                </c:pt>
                <c:pt idx="14086">
                  <c:v>1.0162437168379852</c:v>
                </c:pt>
                <c:pt idx="14087">
                  <c:v>1.0150631300624062</c:v>
                </c:pt>
                <c:pt idx="14088">
                  <c:v>1.0144411255972019</c:v>
                </c:pt>
                <c:pt idx="14089">
                  <c:v>1.0141888339416476</c:v>
                </c:pt>
                <c:pt idx="14090">
                  <c:v>1.0142117187480157</c:v>
                </c:pt>
                <c:pt idx="14091">
                  <c:v>1.0143497641671175</c:v>
                </c:pt>
                <c:pt idx="14092">
                  <c:v>1.0150650096136506</c:v>
                </c:pt>
                <c:pt idx="14093">
                  <c:v>1.01457307517443</c:v>
                </c:pt>
                <c:pt idx="14094">
                  <c:v>1.0142192369529934</c:v>
                </c:pt>
                <c:pt idx="14095">
                  <c:v>1.0148707046539214</c:v>
                </c:pt>
                <c:pt idx="14096">
                  <c:v>1.0160275684448745</c:v>
                </c:pt>
                <c:pt idx="14097">
                  <c:v>1.0162347000718801</c:v>
                </c:pt>
                <c:pt idx="14098">
                  <c:v>1.0166750992479254</c:v>
                </c:pt>
                <c:pt idx="14099">
                  <c:v>1.0165428448786038</c:v>
                </c:pt>
                <c:pt idx="14100">
                  <c:v>1.0152239840898527</c:v>
                </c:pt>
                <c:pt idx="14101">
                  <c:v>1.0146838671004874</c:v>
                </c:pt>
                <c:pt idx="14102">
                  <c:v>1.0133046320778438</c:v>
                </c:pt>
                <c:pt idx="14103">
                  <c:v>1.0137858733944443</c:v>
                </c:pt>
                <c:pt idx="14104">
                  <c:v>1.0149441849478424</c:v>
                </c:pt>
                <c:pt idx="14105">
                  <c:v>1.0135931939925478</c:v>
                </c:pt>
                <c:pt idx="14106">
                  <c:v>1.0129817302539172</c:v>
                </c:pt>
                <c:pt idx="14107">
                  <c:v>1.0135371630459906</c:v>
                </c:pt>
                <c:pt idx="14108">
                  <c:v>1.0142365339043105</c:v>
                </c:pt>
                <c:pt idx="14109">
                  <c:v>1.0157140897765111</c:v>
                </c:pt>
                <c:pt idx="14110">
                  <c:v>1.0179518733284059</c:v>
                </c:pt>
                <c:pt idx="14111">
                  <c:v>1.0178265275798746</c:v>
                </c:pt>
                <c:pt idx="14112">
                  <c:v>1.0165707333551768</c:v>
                </c:pt>
                <c:pt idx="14113">
                  <c:v>1.0156362661952549</c:v>
                </c:pt>
                <c:pt idx="14114">
                  <c:v>1.0159994513742314</c:v>
                </c:pt>
                <c:pt idx="14115">
                  <c:v>1.0167483001490942</c:v>
                </c:pt>
                <c:pt idx="14116">
                  <c:v>1.0171929156157689</c:v>
                </c:pt>
                <c:pt idx="14117">
                  <c:v>1.0161763069865968</c:v>
                </c:pt>
                <c:pt idx="14118">
                  <c:v>1.0151843357183314</c:v>
                </c:pt>
                <c:pt idx="14119">
                  <c:v>1.015614143369121</c:v>
                </c:pt>
                <c:pt idx="14120">
                  <c:v>1.0149996571088946</c:v>
                </c:pt>
                <c:pt idx="14121">
                  <c:v>1.0141367652923083</c:v>
                </c:pt>
                <c:pt idx="14122">
                  <c:v>1.0127272796543658</c:v>
                </c:pt>
                <c:pt idx="14123">
                  <c:v>1.0120193492180813</c:v>
                </c:pt>
                <c:pt idx="14124">
                  <c:v>1.0130246805397869</c:v>
                </c:pt>
                <c:pt idx="14125">
                  <c:v>1.013220941248784</c:v>
                </c:pt>
                <c:pt idx="14126">
                  <c:v>1.0130680626144557</c:v>
                </c:pt>
                <c:pt idx="14127">
                  <c:v>1.0124301835610385</c:v>
                </c:pt>
                <c:pt idx="14128">
                  <c:v>1.0103950359527674</c:v>
                </c:pt>
                <c:pt idx="14129">
                  <c:v>1.0107694730398693</c:v>
                </c:pt>
                <c:pt idx="14130">
                  <c:v>1.0129279598487215</c:v>
                </c:pt>
                <c:pt idx="14131">
                  <c:v>1.0126403377096398</c:v>
                </c:pt>
                <c:pt idx="14132">
                  <c:v>1.0108603772818132</c:v>
                </c:pt>
                <c:pt idx="14133">
                  <c:v>1.0103316391972792</c:v>
                </c:pt>
                <c:pt idx="14134">
                  <c:v>1.0111400494271179</c:v>
                </c:pt>
                <c:pt idx="14135">
                  <c:v>1.0113619888700087</c:v>
                </c:pt>
                <c:pt idx="14136">
                  <c:v>1.0105989164641069</c:v>
                </c:pt>
                <c:pt idx="14137">
                  <c:v>1.0111058365146008</c:v>
                </c:pt>
                <c:pt idx="14138">
                  <c:v>1.0111825171255058</c:v>
                </c:pt>
                <c:pt idx="14139">
                  <c:v>1.0123944212887117</c:v>
                </c:pt>
                <c:pt idx="14140">
                  <c:v>1.0146882611865049</c:v>
                </c:pt>
                <c:pt idx="14141">
                  <c:v>1.0154859020956997</c:v>
                </c:pt>
                <c:pt idx="14142">
                  <c:v>1.0142176113951604</c:v>
                </c:pt>
                <c:pt idx="14143">
                  <c:v>1.0126676928000489</c:v>
                </c:pt>
                <c:pt idx="14144">
                  <c:v>1.0119068809355085</c:v>
                </c:pt>
                <c:pt idx="14145">
                  <c:v>1.0122918079505017</c:v>
                </c:pt>
                <c:pt idx="14146">
                  <c:v>1.0127944863110252</c:v>
                </c:pt>
                <c:pt idx="14147">
                  <c:v>1.0119926799098831</c:v>
                </c:pt>
                <c:pt idx="14148">
                  <c:v>1.0118155195054239</c:v>
                </c:pt>
                <c:pt idx="14149">
                  <c:v>1.01218114302115</c:v>
                </c:pt>
                <c:pt idx="14150">
                  <c:v>1.0125847639512231</c:v>
                </c:pt>
                <c:pt idx="14151">
                  <c:v>1.0128194030646844</c:v>
                </c:pt>
                <c:pt idx="14152">
                  <c:v>1.0135844820185365</c:v>
                </c:pt>
                <c:pt idx="14153">
                  <c:v>1.0148851060803483</c:v>
                </c:pt>
                <c:pt idx="14154">
                  <c:v>1.0149256180294683</c:v>
                </c:pt>
                <c:pt idx="14155">
                  <c:v>1.0142284315144865</c:v>
                </c:pt>
                <c:pt idx="14156">
                  <c:v>1.0139201343117159</c:v>
                </c:pt>
                <c:pt idx="14157">
                  <c:v>1.0144550190368062</c:v>
                </c:pt>
                <c:pt idx="14158">
                  <c:v>1.0145490473977106</c:v>
                </c:pt>
                <c:pt idx="14159">
                  <c:v>1.012813027830058</c:v>
                </c:pt>
                <c:pt idx="14160">
                  <c:v>1.0117511575749725</c:v>
                </c:pt>
                <c:pt idx="14161">
                  <c:v>1.013495660522566</c:v>
                </c:pt>
                <c:pt idx="14162">
                  <c:v>1.014124294215808</c:v>
                </c:pt>
                <c:pt idx="14163">
                  <c:v>1.0135736618992104</c:v>
                </c:pt>
                <c:pt idx="14164">
                  <c:v>1.0129969190599195</c:v>
                </c:pt>
                <c:pt idx="14165">
                  <c:v>1.0136986520569657</c:v>
                </c:pt>
                <c:pt idx="14166">
                  <c:v>1.0142307174551892</c:v>
                </c:pt>
                <c:pt idx="14167">
                  <c:v>1.0147471876579521</c:v>
                </c:pt>
                <c:pt idx="14168">
                  <c:v>1.0151509863834132</c:v>
                </c:pt>
                <c:pt idx="14169">
                  <c:v>1.0146665955485115</c:v>
                </c:pt>
                <c:pt idx="14170">
                  <c:v>1.0137739611034491</c:v>
                </c:pt>
                <c:pt idx="14171">
                  <c:v>1.0141155568424556</c:v>
                </c:pt>
                <c:pt idx="14172">
                  <c:v>1.015746448537125</c:v>
                </c:pt>
                <c:pt idx="14173">
                  <c:v>1.0141416165664663</c:v>
                </c:pt>
                <c:pt idx="14174">
                  <c:v>1.0132884018988548</c:v>
                </c:pt>
                <c:pt idx="14175">
                  <c:v>1.0139874425657398</c:v>
                </c:pt>
                <c:pt idx="14176">
                  <c:v>1.0134720391353049</c:v>
                </c:pt>
                <c:pt idx="14177">
                  <c:v>1.0125503986426592</c:v>
                </c:pt>
                <c:pt idx="14178">
                  <c:v>1.0134849927992868</c:v>
                </c:pt>
                <c:pt idx="14179">
                  <c:v>1.0145620772597159</c:v>
                </c:pt>
                <c:pt idx="14180">
                  <c:v>1.0140161184218881</c:v>
                </c:pt>
                <c:pt idx="14181">
                  <c:v>1.0133075784014163</c:v>
                </c:pt>
                <c:pt idx="14182">
                  <c:v>1.0127964166609518</c:v>
                </c:pt>
                <c:pt idx="14183">
                  <c:v>1.0130217850148968</c:v>
                </c:pt>
                <c:pt idx="14184">
                  <c:v>1.0130673260335628</c:v>
                </c:pt>
                <c:pt idx="14185">
                  <c:v>1.012387461869239</c:v>
                </c:pt>
                <c:pt idx="14186">
                  <c:v>1.0116698288846386</c:v>
                </c:pt>
                <c:pt idx="14187">
                  <c:v>1.0118278381858774</c:v>
                </c:pt>
                <c:pt idx="14188">
                  <c:v>1.0114566268151004</c:v>
                </c:pt>
                <c:pt idx="14189">
                  <c:v>1.0137193017213133</c:v>
                </c:pt>
                <c:pt idx="14190">
                  <c:v>1.0160313783460457</c:v>
                </c:pt>
                <c:pt idx="14191">
                  <c:v>1.0137626329973</c:v>
                </c:pt>
                <c:pt idx="14192">
                  <c:v>1.0122494672488196</c:v>
                </c:pt>
                <c:pt idx="14193">
                  <c:v>1.0126116110548093</c:v>
                </c:pt>
                <c:pt idx="14194">
                  <c:v>1.0122947542740741</c:v>
                </c:pt>
                <c:pt idx="14195">
                  <c:v>1.0121464729204925</c:v>
                </c:pt>
                <c:pt idx="14196">
                  <c:v>1.0115674949391813</c:v>
                </c:pt>
                <c:pt idx="14197">
                  <c:v>1.0116795060336135</c:v>
                </c:pt>
                <c:pt idx="14198">
                  <c:v>1.0130918363977639</c:v>
                </c:pt>
                <c:pt idx="14199">
                  <c:v>1.013979898961421</c:v>
                </c:pt>
                <c:pt idx="14200">
                  <c:v>1.0150159888852484</c:v>
                </c:pt>
                <c:pt idx="14201">
                  <c:v>1.0160928955502895</c:v>
                </c:pt>
                <c:pt idx="14202">
                  <c:v>1.0154185430429934</c:v>
                </c:pt>
                <c:pt idx="14203">
                  <c:v>1.0133750390514871</c:v>
                </c:pt>
                <c:pt idx="14204">
                  <c:v>1.0128294358044352</c:v>
                </c:pt>
                <c:pt idx="14205">
                  <c:v>1.0121711102813993</c:v>
                </c:pt>
                <c:pt idx="14206">
                  <c:v>1.0118692137125962</c:v>
                </c:pt>
                <c:pt idx="14207">
                  <c:v>1.0126743474274278</c:v>
                </c:pt>
                <c:pt idx="14208">
                  <c:v>1.0130047928556734</c:v>
                </c:pt>
                <c:pt idx="14209">
                  <c:v>1.0139949861700588</c:v>
                </c:pt>
                <c:pt idx="14210">
                  <c:v>1.0148471848640246</c:v>
                </c:pt>
                <c:pt idx="14211">
                  <c:v>1.0140247541978762</c:v>
                </c:pt>
                <c:pt idx="14212">
                  <c:v>1.0135226092235168</c:v>
                </c:pt>
                <c:pt idx="14213">
                  <c:v>1.0138266139376344</c:v>
                </c:pt>
                <c:pt idx="14214">
                  <c:v>1.0140520584896027</c:v>
                </c:pt>
                <c:pt idx="14215">
                  <c:v>1.0152608385338484</c:v>
                </c:pt>
                <c:pt idx="14216">
                  <c:v>1.0163777999598691</c:v>
                </c:pt>
                <c:pt idx="14217">
                  <c:v>1.0150838559247772</c:v>
                </c:pt>
                <c:pt idx="14218">
                  <c:v>1.0141226432586339</c:v>
                </c:pt>
                <c:pt idx="14219">
                  <c:v>1.013415906591383</c:v>
                </c:pt>
                <c:pt idx="14220">
                  <c:v>1.0138834830624495</c:v>
                </c:pt>
                <c:pt idx="14221">
                  <c:v>1.0160286606165436</c:v>
                </c:pt>
                <c:pt idx="14222">
                  <c:v>1.0165708349525413</c:v>
                </c:pt>
                <c:pt idx="14223">
                  <c:v>1.0156888936300992</c:v>
                </c:pt>
                <c:pt idx="14224">
                  <c:v>1.0161394017439187</c:v>
                </c:pt>
                <c:pt idx="14225">
                  <c:v>1.0160243681278907</c:v>
                </c:pt>
                <c:pt idx="14226">
                  <c:v>1.0144007406447877</c:v>
                </c:pt>
                <c:pt idx="14227">
                  <c:v>1.0141695304423803</c:v>
                </c:pt>
                <c:pt idx="14228">
                  <c:v>1.015678784692325</c:v>
                </c:pt>
                <c:pt idx="14229">
                  <c:v>1.0161484439093651</c:v>
                </c:pt>
                <c:pt idx="14230">
                  <c:v>1.0173622022244744</c:v>
                </c:pt>
                <c:pt idx="14231">
                  <c:v>1.0176680356911543</c:v>
                </c:pt>
                <c:pt idx="14232">
                  <c:v>1.0154518161798882</c:v>
                </c:pt>
                <c:pt idx="14233">
                  <c:v>1.0141365620975793</c:v>
                </c:pt>
                <c:pt idx="14234">
                  <c:v>1.0124728544541555</c:v>
                </c:pt>
                <c:pt idx="14235">
                  <c:v>1.0122906903794915</c:v>
                </c:pt>
                <c:pt idx="14236">
                  <c:v>1.0137458440328058</c:v>
                </c:pt>
                <c:pt idx="14237">
                  <c:v>1.0158486808852178</c:v>
                </c:pt>
                <c:pt idx="14238">
                  <c:v>1.0150088008717053</c:v>
                </c:pt>
                <c:pt idx="14239">
                  <c:v>1.0136374904434979</c:v>
                </c:pt>
                <c:pt idx="14240">
                  <c:v>1.0134872533406483</c:v>
                </c:pt>
                <c:pt idx="14241">
                  <c:v>1.0140242970097355</c:v>
                </c:pt>
                <c:pt idx="14242">
                  <c:v>1.0149888623889096</c:v>
                </c:pt>
                <c:pt idx="14243">
                  <c:v>1.0139355517117885</c:v>
                </c:pt>
                <c:pt idx="14244">
                  <c:v>1.0116939836580638</c:v>
                </c:pt>
                <c:pt idx="14245">
                  <c:v>1.0098673900399024</c:v>
                </c:pt>
                <c:pt idx="14246">
                  <c:v>1.0107321106090508</c:v>
                </c:pt>
                <c:pt idx="14247">
                  <c:v>1.0136618230123111</c:v>
                </c:pt>
                <c:pt idx="14248">
                  <c:v>1.0159562216956093</c:v>
                </c:pt>
                <c:pt idx="14249">
                  <c:v>1.0172822958972445</c:v>
                </c:pt>
                <c:pt idx="14250">
                  <c:v>1.0162191556751017</c:v>
                </c:pt>
                <c:pt idx="14251">
                  <c:v>1.0144007152454466</c:v>
                </c:pt>
                <c:pt idx="14252">
                  <c:v>1.0124954344684298</c:v>
                </c:pt>
                <c:pt idx="14253">
                  <c:v>1.0108590057173916</c:v>
                </c:pt>
                <c:pt idx="14254">
                  <c:v>1.012003271435139</c:v>
                </c:pt>
                <c:pt idx="14255">
                  <c:v>1.0144098082095749</c:v>
                </c:pt>
                <c:pt idx="14256">
                  <c:v>1.0159757283896056</c:v>
                </c:pt>
                <c:pt idx="14257">
                  <c:v>1.016219384269172</c:v>
                </c:pt>
                <c:pt idx="14258">
                  <c:v>1.0173247889949735</c:v>
                </c:pt>
                <c:pt idx="14259">
                  <c:v>1.0175073594590955</c:v>
                </c:pt>
                <c:pt idx="14260">
                  <c:v>1.0161803454818381</c:v>
                </c:pt>
                <c:pt idx="14261">
                  <c:v>1.0157050476110649</c:v>
                </c:pt>
                <c:pt idx="14262">
                  <c:v>1.0151796368402204</c:v>
                </c:pt>
                <c:pt idx="14263">
                  <c:v>1.0161498916718101</c:v>
                </c:pt>
                <c:pt idx="14264">
                  <c:v>1.0168632829664399</c:v>
                </c:pt>
                <c:pt idx="14265">
                  <c:v>1.0183719276321972</c:v>
                </c:pt>
                <c:pt idx="14266">
                  <c:v>1.0174854906263731</c:v>
                </c:pt>
                <c:pt idx="14267">
                  <c:v>1.014717622824864</c:v>
                </c:pt>
                <c:pt idx="14268">
                  <c:v>1.0121987447645608</c:v>
                </c:pt>
                <c:pt idx="14269">
                  <c:v>1.0122514229980875</c:v>
                </c:pt>
                <c:pt idx="14270">
                  <c:v>1.0135553743735888</c:v>
                </c:pt>
                <c:pt idx="14271">
                  <c:v>1.0146607537000489</c:v>
                </c:pt>
                <c:pt idx="14272">
                  <c:v>1.0152538029163523</c:v>
                </c:pt>
                <c:pt idx="14273">
                  <c:v>1.014365892748742</c:v>
                </c:pt>
                <c:pt idx="14274">
                  <c:v>1.0135160561935024</c:v>
                </c:pt>
                <c:pt idx="14275">
                  <c:v>1.0136134626667783</c:v>
                </c:pt>
                <c:pt idx="14276">
                  <c:v>1.0142452966770041</c:v>
                </c:pt>
                <c:pt idx="14277">
                  <c:v>1.0150535799101372</c:v>
                </c:pt>
                <c:pt idx="14278">
                  <c:v>1.0148326310415507</c:v>
                </c:pt>
                <c:pt idx="14279">
                  <c:v>1.0139954941568816</c:v>
                </c:pt>
                <c:pt idx="14280">
                  <c:v>1.0127316737403831</c:v>
                </c:pt>
                <c:pt idx="14281">
                  <c:v>1.0123294243747316</c:v>
                </c:pt>
                <c:pt idx="14282">
                  <c:v>1.0121699165123657</c:v>
                </c:pt>
                <c:pt idx="14283">
                  <c:v>1.0132071748058855</c:v>
                </c:pt>
                <c:pt idx="14284">
                  <c:v>1.014780105204071</c:v>
                </c:pt>
                <c:pt idx="14285">
                  <c:v>1.0152295973442449</c:v>
                </c:pt>
                <c:pt idx="14286">
                  <c:v>1.0140195981316245</c:v>
                </c:pt>
                <c:pt idx="14287">
                  <c:v>1.0108069878667347</c:v>
                </c:pt>
                <c:pt idx="14288">
                  <c:v>1.010609177797928</c:v>
                </c:pt>
                <c:pt idx="14289">
                  <c:v>1.010726929143458</c:v>
                </c:pt>
                <c:pt idx="14290">
                  <c:v>1.0114337420087323</c:v>
                </c:pt>
                <c:pt idx="14291">
                  <c:v>1.0127434082359903</c:v>
                </c:pt>
                <c:pt idx="14292">
                  <c:v>1.0140597544899685</c:v>
                </c:pt>
                <c:pt idx="14293">
                  <c:v>1.01420313377071</c:v>
                </c:pt>
                <c:pt idx="14294">
                  <c:v>1.0146172192293332</c:v>
                </c:pt>
                <c:pt idx="14295">
                  <c:v>1.0140917576598063</c:v>
                </c:pt>
                <c:pt idx="14296">
                  <c:v>1.0142982289039422</c:v>
                </c:pt>
                <c:pt idx="14297">
                  <c:v>1.0155148319452594</c:v>
                </c:pt>
                <c:pt idx="14298">
                  <c:v>1.0154675129727135</c:v>
                </c:pt>
                <c:pt idx="14299">
                  <c:v>1.0159657972472194</c:v>
                </c:pt>
                <c:pt idx="14300">
                  <c:v>1.015343208597169</c:v>
                </c:pt>
                <c:pt idx="14301">
                  <c:v>1.0136088907853731</c:v>
                </c:pt>
                <c:pt idx="14302">
                  <c:v>1.01316676445413</c:v>
                </c:pt>
                <c:pt idx="14303">
                  <c:v>1.0132359268600573</c:v>
                </c:pt>
                <c:pt idx="14304">
                  <c:v>1.0133058512462187</c:v>
                </c:pt>
                <c:pt idx="14305">
                  <c:v>1.0130875693084522</c:v>
                </c:pt>
                <c:pt idx="14306">
                  <c:v>1.0130945287279247</c:v>
                </c:pt>
                <c:pt idx="14307">
                  <c:v>1.0137877529456887</c:v>
                </c:pt>
                <c:pt idx="14308">
                  <c:v>1.0154513335924067</c:v>
                </c:pt>
                <c:pt idx="14309">
                  <c:v>1.0165179535242856</c:v>
                </c:pt>
                <c:pt idx="14310">
                  <c:v>1.0156060155799558</c:v>
                </c:pt>
                <c:pt idx="14311">
                  <c:v>1.014847235662707</c:v>
                </c:pt>
                <c:pt idx="14312">
                  <c:v>1.0145110245840223</c:v>
                </c:pt>
                <c:pt idx="14313">
                  <c:v>1.0156557982885923</c:v>
                </c:pt>
                <c:pt idx="14314">
                  <c:v>1.0156283416008189</c:v>
                </c:pt>
                <c:pt idx="14315">
                  <c:v>1.0159678037951696</c:v>
                </c:pt>
                <c:pt idx="14316">
                  <c:v>1.0155625827066046</c:v>
                </c:pt>
                <c:pt idx="14317">
                  <c:v>1.0151256632402956</c:v>
                </c:pt>
                <c:pt idx="14318">
                  <c:v>1.0158450233800935</c:v>
                </c:pt>
                <c:pt idx="14319">
                  <c:v>1.0167989718346706</c:v>
                </c:pt>
                <c:pt idx="14320">
                  <c:v>1.0147565854141745</c:v>
                </c:pt>
                <c:pt idx="14321">
                  <c:v>1.014247049231543</c:v>
                </c:pt>
                <c:pt idx="14322">
                  <c:v>1.0163270012775869</c:v>
                </c:pt>
                <c:pt idx="14323">
                  <c:v>1.0175582089400601</c:v>
                </c:pt>
                <c:pt idx="14324">
                  <c:v>1.0174115531443115</c:v>
                </c:pt>
                <c:pt idx="14325">
                  <c:v>1.0161247209247393</c:v>
                </c:pt>
                <c:pt idx="14326">
                  <c:v>1.0144224062827811</c:v>
                </c:pt>
                <c:pt idx="14327">
                  <c:v>1.015151113380119</c:v>
                </c:pt>
                <c:pt idx="14328">
                  <c:v>1.0162503968647054</c:v>
                </c:pt>
                <c:pt idx="14329">
                  <c:v>1.0158500524496394</c:v>
                </c:pt>
                <c:pt idx="14330">
                  <c:v>1.0156048980089456</c:v>
                </c:pt>
                <c:pt idx="14331">
                  <c:v>1.0155153145327409</c:v>
                </c:pt>
                <c:pt idx="14332">
                  <c:v>1.0146445743197421</c:v>
                </c:pt>
                <c:pt idx="14333">
                  <c:v>1.0132255639288716</c:v>
                </c:pt>
                <c:pt idx="14334">
                  <c:v>1.0122144415573859</c:v>
                </c:pt>
                <c:pt idx="14335">
                  <c:v>1.0108385846471142</c:v>
                </c:pt>
                <c:pt idx="14336">
                  <c:v>1.0105364340848999</c:v>
                </c:pt>
                <c:pt idx="14337">
                  <c:v>1.0101618954004332</c:v>
                </c:pt>
                <c:pt idx="14338">
                  <c:v>1.0099008663715263</c:v>
                </c:pt>
                <c:pt idx="14339">
                  <c:v>1.0105807305358498</c:v>
                </c:pt>
                <c:pt idx="14340">
                  <c:v>1.0122135017817637</c:v>
                </c:pt>
                <c:pt idx="14341">
                  <c:v>1.0131616337872196</c:v>
                </c:pt>
                <c:pt idx="14342">
                  <c:v>1.0134284792652479</c:v>
                </c:pt>
                <c:pt idx="14343">
                  <c:v>1.015596668622416</c:v>
                </c:pt>
                <c:pt idx="14344">
                  <c:v>1.0177630292270219</c:v>
                </c:pt>
                <c:pt idx="14345">
                  <c:v>1.0185717442489541</c:v>
                </c:pt>
                <c:pt idx="14346">
                  <c:v>1.0171417105440286</c:v>
                </c:pt>
                <c:pt idx="14347">
                  <c:v>1.0144036869683601</c:v>
                </c:pt>
                <c:pt idx="14348">
                  <c:v>1.012593221931823</c:v>
                </c:pt>
                <c:pt idx="14349">
                  <c:v>1.0116632758546242</c:v>
                </c:pt>
                <c:pt idx="14350">
                  <c:v>1.0105455016496872</c:v>
                </c:pt>
                <c:pt idx="14351">
                  <c:v>1.0110844502693601</c:v>
                </c:pt>
                <c:pt idx="14352">
                  <c:v>1.0113165748480484</c:v>
                </c:pt>
                <c:pt idx="14353">
                  <c:v>1.011721186352426</c:v>
                </c:pt>
                <c:pt idx="14354">
                  <c:v>1.0128949407052381</c:v>
                </c:pt>
                <c:pt idx="14355">
                  <c:v>1.0143904285122844</c:v>
                </c:pt>
                <c:pt idx="14356">
                  <c:v>1.0148716190302023</c:v>
                </c:pt>
                <c:pt idx="14357">
                  <c:v>1.0141601580854993</c:v>
                </c:pt>
                <c:pt idx="14358">
                  <c:v>1.0123810866346128</c:v>
                </c:pt>
                <c:pt idx="14359">
                  <c:v>1.0110013436251464</c:v>
                </c:pt>
                <c:pt idx="14360">
                  <c:v>1.0106660469227429</c:v>
                </c:pt>
                <c:pt idx="14361">
                  <c:v>1.0107851190340122</c:v>
                </c:pt>
                <c:pt idx="14362">
                  <c:v>1.0122010307052636</c:v>
                </c:pt>
                <c:pt idx="14363">
                  <c:v>1.0130383453853207</c:v>
                </c:pt>
                <c:pt idx="14364">
                  <c:v>1.0132714605383137</c:v>
                </c:pt>
                <c:pt idx="14365">
                  <c:v>1.0136660393029404</c:v>
                </c:pt>
                <c:pt idx="14366">
                  <c:v>1.0139207946945856</c:v>
                </c:pt>
                <c:pt idx="14367">
                  <c:v>1.0160692487636871</c:v>
                </c:pt>
                <c:pt idx="14368">
                  <c:v>1.016775629840162</c:v>
                </c:pt>
                <c:pt idx="14369">
                  <c:v>1.0179060275176461</c:v>
                </c:pt>
                <c:pt idx="14370">
                  <c:v>1.0194805326749825</c:v>
                </c:pt>
                <c:pt idx="14371">
                  <c:v>1.0176608730769523</c:v>
                </c:pt>
                <c:pt idx="14372">
                  <c:v>1.0148232332853286</c:v>
                </c:pt>
                <c:pt idx="14373">
                  <c:v>1.0130261029028906</c:v>
                </c:pt>
                <c:pt idx="14374">
                  <c:v>1.0125682797788225</c:v>
                </c:pt>
                <c:pt idx="14375">
                  <c:v>1.013313115457785</c:v>
                </c:pt>
                <c:pt idx="14376">
                  <c:v>1.0144046775426645</c:v>
                </c:pt>
                <c:pt idx="14377">
                  <c:v>1.014496572358913</c:v>
                </c:pt>
                <c:pt idx="14378">
                  <c:v>1.0139507913164731</c:v>
                </c:pt>
                <c:pt idx="14379">
                  <c:v>1.013399168425571</c:v>
                </c:pt>
                <c:pt idx="14380">
                  <c:v>1.0130566329109423</c:v>
                </c:pt>
                <c:pt idx="14381">
                  <c:v>1.0127890762513621</c:v>
                </c:pt>
                <c:pt idx="14382">
                  <c:v>1.0117955810226282</c:v>
                </c:pt>
                <c:pt idx="14383">
                  <c:v>1.0120021284647875</c:v>
                </c:pt>
                <c:pt idx="14384">
                  <c:v>1.0136511298896906</c:v>
                </c:pt>
                <c:pt idx="14385">
                  <c:v>1.0136735829072594</c:v>
                </c:pt>
                <c:pt idx="14386">
                  <c:v>1.0123780641130169</c:v>
                </c:pt>
                <c:pt idx="14387">
                  <c:v>1.012179517463317</c:v>
                </c:pt>
                <c:pt idx="14388">
                  <c:v>1.0136370840540396</c:v>
                </c:pt>
                <c:pt idx="14389">
                  <c:v>1.0160108302790625</c:v>
                </c:pt>
                <c:pt idx="14390">
                  <c:v>1.015201175481508</c:v>
                </c:pt>
                <c:pt idx="14391">
                  <c:v>1.0142585805324209</c:v>
                </c:pt>
                <c:pt idx="14392">
                  <c:v>1.0150635110525232</c:v>
                </c:pt>
                <c:pt idx="14393">
                  <c:v>1.0166833794331376</c:v>
                </c:pt>
                <c:pt idx="14394">
                  <c:v>1.0186456563316748</c:v>
                </c:pt>
                <c:pt idx="14395">
                  <c:v>1.018353716304599</c:v>
                </c:pt>
                <c:pt idx="14396">
                  <c:v>1.0169577177168023</c:v>
                </c:pt>
                <c:pt idx="14397">
                  <c:v>1.0156400760964261</c:v>
                </c:pt>
                <c:pt idx="14398">
                  <c:v>1.014704135774718</c:v>
                </c:pt>
                <c:pt idx="14399">
                  <c:v>1.0153380525309172</c:v>
                </c:pt>
                <c:pt idx="14400">
                  <c:v>1.0156094190916687</c:v>
                </c:pt>
                <c:pt idx="14401">
                  <c:v>1.0159959716644951</c:v>
                </c:pt>
                <c:pt idx="14402">
                  <c:v>1.0171651033372195</c:v>
                </c:pt>
                <c:pt idx="14403">
                  <c:v>1.0168542154016524</c:v>
                </c:pt>
                <c:pt idx="14404">
                  <c:v>1.0157668188087201</c:v>
                </c:pt>
                <c:pt idx="14405">
                  <c:v>1.01550972667769</c:v>
                </c:pt>
                <c:pt idx="14406">
                  <c:v>1.0160953846857212</c:v>
                </c:pt>
                <c:pt idx="14407">
                  <c:v>1.0153407448610783</c:v>
                </c:pt>
                <c:pt idx="14408">
                  <c:v>1.0155341354445266</c:v>
                </c:pt>
                <c:pt idx="14409">
                  <c:v>1.0165212300392927</c:v>
                </c:pt>
                <c:pt idx="14410">
                  <c:v>1.0164415523061332</c:v>
                </c:pt>
                <c:pt idx="14411">
                  <c:v>1.0144955563852673</c:v>
                </c:pt>
                <c:pt idx="14412">
                  <c:v>1.0133553545621026</c:v>
                </c:pt>
                <c:pt idx="14413">
                  <c:v>1.013847593793417</c:v>
                </c:pt>
                <c:pt idx="14414">
                  <c:v>1.0147698692695912</c:v>
                </c:pt>
                <c:pt idx="14415">
                  <c:v>1.0151878662267502</c:v>
                </c:pt>
                <c:pt idx="14416">
                  <c:v>1.0150571358178968</c:v>
                </c:pt>
                <c:pt idx="14417">
                  <c:v>1.015656814262238</c:v>
                </c:pt>
                <c:pt idx="14418">
                  <c:v>1.0148244270543623</c:v>
                </c:pt>
                <c:pt idx="14419">
                  <c:v>1.0135528598388157</c:v>
                </c:pt>
                <c:pt idx="14420">
                  <c:v>1.0158080927380744</c:v>
                </c:pt>
                <c:pt idx="14421">
                  <c:v>1.0164586714620623</c:v>
                </c:pt>
                <c:pt idx="14422">
                  <c:v>1.0157546779236546</c:v>
                </c:pt>
                <c:pt idx="14423">
                  <c:v>1.0138649161440751</c:v>
                </c:pt>
                <c:pt idx="14424">
                  <c:v>1.0114526645178823</c:v>
                </c:pt>
                <c:pt idx="14425">
                  <c:v>1.0110650959714105</c:v>
                </c:pt>
                <c:pt idx="14426">
                  <c:v>1.0118456431240173</c:v>
                </c:pt>
                <c:pt idx="14427">
                  <c:v>1.0125789221027606</c:v>
                </c:pt>
                <c:pt idx="14428">
                  <c:v>1.0137777710046201</c:v>
                </c:pt>
                <c:pt idx="14429">
                  <c:v>1.0138159208150141</c:v>
                </c:pt>
                <c:pt idx="14430">
                  <c:v>1.0140478929976557</c:v>
                </c:pt>
                <c:pt idx="14431">
                  <c:v>1.0137495269372712</c:v>
                </c:pt>
                <c:pt idx="14432">
                  <c:v>1.0130781461528888</c:v>
                </c:pt>
                <c:pt idx="14433">
                  <c:v>1.0133017873516361</c:v>
                </c:pt>
                <c:pt idx="14434">
                  <c:v>1.0127667756298402</c:v>
                </c:pt>
                <c:pt idx="14435">
                  <c:v>1.0116815379809048</c:v>
                </c:pt>
                <c:pt idx="14436">
                  <c:v>1.0118236980932716</c:v>
                </c:pt>
                <c:pt idx="14437">
                  <c:v>1.0124278468216534</c:v>
                </c:pt>
                <c:pt idx="14438">
                  <c:v>1.0119843489259888</c:v>
                </c:pt>
                <c:pt idx="14439">
                  <c:v>1.0117662447836102</c:v>
                </c:pt>
                <c:pt idx="14440">
                  <c:v>1.0131249825379529</c:v>
                </c:pt>
                <c:pt idx="14441">
                  <c:v>1.0139479973889478</c:v>
                </c:pt>
                <c:pt idx="14442">
                  <c:v>1.0123687171554769</c:v>
                </c:pt>
                <c:pt idx="14443">
                  <c:v>1.0103888893122113</c:v>
                </c:pt>
                <c:pt idx="14444">
                  <c:v>1.0099563385325785</c:v>
                </c:pt>
                <c:pt idx="14445">
                  <c:v>1.0104174381716537</c:v>
                </c:pt>
                <c:pt idx="14446">
                  <c:v>1.0108261389699551</c:v>
                </c:pt>
                <c:pt idx="14447">
                  <c:v>1.0115167216562402</c:v>
                </c:pt>
                <c:pt idx="14448">
                  <c:v>1.0137691860273144</c:v>
                </c:pt>
                <c:pt idx="14449">
                  <c:v>1.0152554030748442</c:v>
                </c:pt>
                <c:pt idx="14450">
                  <c:v>1.0153902227776213</c:v>
                </c:pt>
                <c:pt idx="14451">
                  <c:v>1.0147254966206176</c:v>
                </c:pt>
                <c:pt idx="14452">
                  <c:v>1.0144255050024003</c:v>
                </c:pt>
                <c:pt idx="14453">
                  <c:v>1.0126924825570025</c:v>
                </c:pt>
                <c:pt idx="14454">
                  <c:v>1.0101028673316215</c:v>
                </c:pt>
                <c:pt idx="14455">
                  <c:v>1.0090088415106513</c:v>
                </c:pt>
                <c:pt idx="14456">
                  <c:v>1.0100395721734978</c:v>
                </c:pt>
                <c:pt idx="14457">
                  <c:v>1.0121085517041688</c:v>
                </c:pt>
                <c:pt idx="14458">
                  <c:v>1.0131520328362682</c:v>
                </c:pt>
                <c:pt idx="14459">
                  <c:v>1.0131408571261662</c:v>
                </c:pt>
                <c:pt idx="14460">
                  <c:v>1.0134275902883079</c:v>
                </c:pt>
                <c:pt idx="14461">
                  <c:v>1.0137126724932755</c:v>
                </c:pt>
                <c:pt idx="14462">
                  <c:v>1.013135802657279</c:v>
                </c:pt>
                <c:pt idx="14463">
                  <c:v>1.0113562232195696</c:v>
                </c:pt>
                <c:pt idx="14464">
                  <c:v>1.0105741775058354</c:v>
                </c:pt>
                <c:pt idx="14465">
                  <c:v>1.0104777616068639</c:v>
                </c:pt>
                <c:pt idx="14466">
                  <c:v>1.0109051309209038</c:v>
                </c:pt>
                <c:pt idx="14467">
                  <c:v>1.011311088590362</c:v>
                </c:pt>
                <c:pt idx="14468">
                  <c:v>1.0112338745932929</c:v>
                </c:pt>
                <c:pt idx="14469">
                  <c:v>1.0110481800102105</c:v>
                </c:pt>
                <c:pt idx="14470">
                  <c:v>1.0116197921825907</c:v>
                </c:pt>
                <c:pt idx="14471">
                  <c:v>1.0112204637411706</c:v>
                </c:pt>
                <c:pt idx="14472">
                  <c:v>1.0114665325581453</c:v>
                </c:pt>
                <c:pt idx="14473">
                  <c:v>1.0114227948927006</c:v>
                </c:pt>
                <c:pt idx="14474">
                  <c:v>1.0114564236203714</c:v>
                </c:pt>
                <c:pt idx="14475">
                  <c:v>1.0115487756247603</c:v>
                </c:pt>
                <c:pt idx="14476">
                  <c:v>1.0119958294281846</c:v>
                </c:pt>
                <c:pt idx="14477">
                  <c:v>1.0133878911181045</c:v>
                </c:pt>
                <c:pt idx="14478">
                  <c:v>1.0157643804719705</c:v>
                </c:pt>
                <c:pt idx="14479">
                  <c:v>1.0160614257666156</c:v>
                </c:pt>
                <c:pt idx="14480">
                  <c:v>1.0150606917256566</c:v>
                </c:pt>
                <c:pt idx="14481">
                  <c:v>1.0148471848640246</c:v>
                </c:pt>
                <c:pt idx="14482">
                  <c:v>1.0151133953585243</c:v>
                </c:pt>
                <c:pt idx="14483">
                  <c:v>1.0150856846773395</c:v>
                </c:pt>
                <c:pt idx="14484">
                  <c:v>1.0135979182700001</c:v>
                </c:pt>
                <c:pt idx="14485">
                  <c:v>1.0119618197103968</c:v>
                </c:pt>
                <c:pt idx="14486">
                  <c:v>1.0118407410511772</c:v>
                </c:pt>
                <c:pt idx="14487">
                  <c:v>1.0133519256510486</c:v>
                </c:pt>
                <c:pt idx="14488">
                  <c:v>1.013652984041594</c:v>
                </c:pt>
                <c:pt idx="14489">
                  <c:v>1.0126026704867275</c:v>
                </c:pt>
                <c:pt idx="14490">
                  <c:v>1.0115893383725627</c:v>
                </c:pt>
                <c:pt idx="14491">
                  <c:v>1.0124002631371742</c:v>
                </c:pt>
                <c:pt idx="14492">
                  <c:v>1.0131948815247733</c:v>
                </c:pt>
                <c:pt idx="14493">
                  <c:v>1.0141535288574615</c:v>
                </c:pt>
                <c:pt idx="14494">
                  <c:v>1.0153803170345761</c:v>
                </c:pt>
                <c:pt idx="14495">
                  <c:v>1.0169820248862744</c:v>
                </c:pt>
                <c:pt idx="14496">
                  <c:v>1.0180967511702745</c:v>
                </c:pt>
                <c:pt idx="14497">
                  <c:v>1.0182787628488916</c:v>
                </c:pt>
                <c:pt idx="14498">
                  <c:v>1.0166401497545154</c:v>
                </c:pt>
                <c:pt idx="14499">
                  <c:v>1.0153501934159828</c:v>
                </c:pt>
                <c:pt idx="14500">
                  <c:v>1.0144391952472753</c:v>
                </c:pt>
                <c:pt idx="14501">
                  <c:v>1.0121721770537273</c:v>
                </c:pt>
                <c:pt idx="14502">
                  <c:v>1.0124922595507873</c:v>
                </c:pt>
                <c:pt idx="14503">
                  <c:v>1.0138158446169907</c:v>
                </c:pt>
                <c:pt idx="14504">
                  <c:v>1.0133075784014163</c:v>
                </c:pt>
                <c:pt idx="14505">
                  <c:v>1.0132918816085912</c:v>
                </c:pt>
                <c:pt idx="14506">
                  <c:v>1.0151663021861212</c:v>
                </c:pt>
                <c:pt idx="14507">
                  <c:v>1.0146503145708401</c:v>
                </c:pt>
                <c:pt idx="14508">
                  <c:v>1.0139837850606155</c:v>
                </c:pt>
                <c:pt idx="14509">
                  <c:v>1.0139394124116421</c:v>
                </c:pt>
                <c:pt idx="14510">
                  <c:v>1.0141346571469936</c:v>
                </c:pt>
                <c:pt idx="14511">
                  <c:v>1.0134118680961415</c:v>
                </c:pt>
                <c:pt idx="14512">
                  <c:v>1.0137174221700689</c:v>
                </c:pt>
                <c:pt idx="14513">
                  <c:v>1.0151131667644542</c:v>
                </c:pt>
                <c:pt idx="14514">
                  <c:v>1.0145831079141807</c:v>
                </c:pt>
                <c:pt idx="14515">
                  <c:v>1.0138353259116459</c:v>
                </c:pt>
                <c:pt idx="14516">
                  <c:v>1.0140548016184461</c:v>
                </c:pt>
                <c:pt idx="14517">
                  <c:v>1.0137851876122332</c:v>
                </c:pt>
                <c:pt idx="14518">
                  <c:v>1.013383522431428</c:v>
                </c:pt>
                <c:pt idx="14519">
                  <c:v>1.0128042396580232</c:v>
                </c:pt>
                <c:pt idx="14520">
                  <c:v>1.0131062886228732</c:v>
                </c:pt>
                <c:pt idx="14521">
                  <c:v>1.0129486603117515</c:v>
                </c:pt>
                <c:pt idx="14522">
                  <c:v>1.0130356022564775</c:v>
                </c:pt>
                <c:pt idx="14523">
                  <c:v>1.0131713617348765</c:v>
                </c:pt>
                <c:pt idx="14524">
                  <c:v>1.0118215391492744</c:v>
                </c:pt>
                <c:pt idx="14525">
                  <c:v>1.0120097990658121</c:v>
                </c:pt>
                <c:pt idx="14526">
                  <c:v>1.012272758444646</c:v>
                </c:pt>
                <c:pt idx="14527">
                  <c:v>1.010879579183716</c:v>
                </c:pt>
                <c:pt idx="14528">
                  <c:v>1.0121204385958229</c:v>
                </c:pt>
                <c:pt idx="14529">
                  <c:v>1.0148934878629248</c:v>
                </c:pt>
                <c:pt idx="14530">
                  <c:v>1.0167809383024604</c:v>
                </c:pt>
                <c:pt idx="14531">
                  <c:v>1.0170099641615296</c:v>
                </c:pt>
                <c:pt idx="14532">
                  <c:v>1.0161443800147825</c:v>
                </c:pt>
                <c:pt idx="14533">
                  <c:v>1.0162468917556278</c:v>
                </c:pt>
                <c:pt idx="14534">
                  <c:v>1.0157617135411507</c:v>
                </c:pt>
                <c:pt idx="14535">
                  <c:v>1.016579597725235</c:v>
                </c:pt>
                <c:pt idx="14536">
                  <c:v>1.0166419277083953</c:v>
                </c:pt>
                <c:pt idx="14537">
                  <c:v>1.0148721270170251</c:v>
                </c:pt>
                <c:pt idx="14538">
                  <c:v>1.0138881311418781</c:v>
                </c:pt>
                <c:pt idx="14539">
                  <c:v>1.0149123595733927</c:v>
                </c:pt>
                <c:pt idx="14540">
                  <c:v>1.0153345982205222</c:v>
                </c:pt>
                <c:pt idx="14541">
                  <c:v>1.0146266169855553</c:v>
                </c:pt>
                <c:pt idx="14542">
                  <c:v>1.0141972157242241</c:v>
                </c:pt>
                <c:pt idx="14543">
                  <c:v>1.0132912212257215</c:v>
                </c:pt>
                <c:pt idx="14544">
                  <c:v>1.0131209694420527</c:v>
                </c:pt>
                <c:pt idx="14545">
                  <c:v>1.0138053292897582</c:v>
                </c:pt>
                <c:pt idx="14546">
                  <c:v>1.0147133557355523</c:v>
                </c:pt>
                <c:pt idx="14547">
                  <c:v>1.0136091701781256</c:v>
                </c:pt>
                <c:pt idx="14548">
                  <c:v>1.0134967018955527</c:v>
                </c:pt>
                <c:pt idx="14549">
                  <c:v>1.0144146086850507</c:v>
                </c:pt>
                <c:pt idx="14550">
                  <c:v>1.0136067826400583</c:v>
                </c:pt>
                <c:pt idx="14551">
                  <c:v>1.0150598535473989</c:v>
                </c:pt>
                <c:pt idx="14552">
                  <c:v>1.0160315561414337</c:v>
                </c:pt>
                <c:pt idx="14553">
                  <c:v>1.0169518504689989</c:v>
                </c:pt>
                <c:pt idx="14554">
                  <c:v>1.0169323183756613</c:v>
                </c:pt>
                <c:pt idx="14555">
                  <c:v>1.0160074013680085</c:v>
                </c:pt>
                <c:pt idx="14556">
                  <c:v>1.0153947946590265</c:v>
                </c:pt>
                <c:pt idx="14557">
                  <c:v>1.0153357157915324</c:v>
                </c:pt>
                <c:pt idx="14558">
                  <c:v>1.0153306359233041</c:v>
                </c:pt>
                <c:pt idx="14559">
                  <c:v>1.0147961067889899</c:v>
                </c:pt>
                <c:pt idx="14560">
                  <c:v>1.0151258156363423</c:v>
                </c:pt>
                <c:pt idx="14561">
                  <c:v>1.0150237864829785</c:v>
                </c:pt>
                <c:pt idx="14562">
                  <c:v>1.0153139993548568</c:v>
                </c:pt>
                <c:pt idx="14563">
                  <c:v>1.0152692457157662</c:v>
                </c:pt>
                <c:pt idx="14564">
                  <c:v>1.0160552283273772</c:v>
                </c:pt>
                <c:pt idx="14565">
                  <c:v>1.0175187383639268</c:v>
                </c:pt>
                <c:pt idx="14566">
                  <c:v>1.0178487266040319</c:v>
                </c:pt>
                <c:pt idx="14567">
                  <c:v>1.0161146627856474</c:v>
                </c:pt>
                <c:pt idx="14568">
                  <c:v>1.0150483984445444</c:v>
                </c:pt>
                <c:pt idx="14569">
                  <c:v>1.0147572965957263</c:v>
                </c:pt>
                <c:pt idx="14570">
                  <c:v>1.0144986805042278</c:v>
                </c:pt>
                <c:pt idx="14571">
                  <c:v>1.0144907559097918</c:v>
                </c:pt>
                <c:pt idx="14572">
                  <c:v>1.0136524506554301</c:v>
                </c:pt>
                <c:pt idx="14573">
                  <c:v>1.01438854896104</c:v>
                </c:pt>
                <c:pt idx="14574">
                  <c:v>1.0152693473131307</c:v>
                </c:pt>
                <c:pt idx="14575">
                  <c:v>1.0145235464592048</c:v>
                </c:pt>
                <c:pt idx="14576">
                  <c:v>1.012238723327517</c:v>
                </c:pt>
                <c:pt idx="14577">
                  <c:v>1.011831521090343</c:v>
                </c:pt>
                <c:pt idx="14578">
                  <c:v>1.0126971306364312</c:v>
                </c:pt>
                <c:pt idx="14579">
                  <c:v>1.0130050722484258</c:v>
                </c:pt>
                <c:pt idx="14580">
                  <c:v>1.0128557241225162</c:v>
                </c:pt>
                <c:pt idx="14581">
                  <c:v>1.0131764162037638</c:v>
                </c:pt>
                <c:pt idx="14582">
                  <c:v>1.0128156439621956</c:v>
                </c:pt>
                <c:pt idx="14583">
                  <c:v>1.0127894064427969</c:v>
                </c:pt>
                <c:pt idx="14584">
                  <c:v>1.0118057661584259</c:v>
                </c:pt>
                <c:pt idx="14585">
                  <c:v>1.0109595109102869</c:v>
                </c:pt>
                <c:pt idx="14586">
                  <c:v>1.0116355651734394</c:v>
                </c:pt>
                <c:pt idx="14587">
                  <c:v>1.0136027949434991</c:v>
                </c:pt>
                <c:pt idx="14588">
                  <c:v>1.0151283555704564</c:v>
                </c:pt>
                <c:pt idx="14589">
                  <c:v>1.014644371125013</c:v>
                </c:pt>
                <c:pt idx="14590">
                  <c:v>1.0139806101429729</c:v>
                </c:pt>
                <c:pt idx="14591">
                  <c:v>1.0143156274526239</c:v>
                </c:pt>
                <c:pt idx="14592">
                  <c:v>1.0146489176070772</c:v>
                </c:pt>
                <c:pt idx="14593">
                  <c:v>1.0154853941088768</c:v>
                </c:pt>
                <c:pt idx="14594">
                  <c:v>1.0171878865462229</c:v>
                </c:pt>
                <c:pt idx="14595">
                  <c:v>1.0180050341494142</c:v>
                </c:pt>
                <c:pt idx="14596">
                  <c:v>1.0177223140831726</c:v>
                </c:pt>
                <c:pt idx="14597">
                  <c:v>1.0168111635184183</c:v>
                </c:pt>
                <c:pt idx="14598">
                  <c:v>1.0158667906154515</c:v>
                </c:pt>
                <c:pt idx="14599">
                  <c:v>1.0169455514323957</c:v>
                </c:pt>
                <c:pt idx="14600">
                  <c:v>1.0184612571149905</c:v>
                </c:pt>
                <c:pt idx="14601">
                  <c:v>1.0176956701743156</c:v>
                </c:pt>
                <c:pt idx="14602">
                  <c:v>1.0167629555689326</c:v>
                </c:pt>
                <c:pt idx="14603">
                  <c:v>1.0168869297530423</c:v>
                </c:pt>
                <c:pt idx="14604">
                  <c:v>1.0182274307804455</c:v>
                </c:pt>
                <c:pt idx="14605">
                  <c:v>1.0197420696907122</c:v>
                </c:pt>
                <c:pt idx="14606">
                  <c:v>1.0197800417057181</c:v>
                </c:pt>
                <c:pt idx="14607">
                  <c:v>1.0192684227771132</c:v>
                </c:pt>
                <c:pt idx="14608">
                  <c:v>1.0200254755391645</c:v>
                </c:pt>
                <c:pt idx="14609">
                  <c:v>1.0203178219556985</c:v>
                </c:pt>
                <c:pt idx="14610">
                  <c:v>1.0199803155106157</c:v>
                </c:pt>
                <c:pt idx="14611">
                  <c:v>1.0201182339330117</c:v>
                </c:pt>
                <c:pt idx="14612">
                  <c:v>1.0186591433818206</c:v>
                </c:pt>
                <c:pt idx="14613">
                  <c:v>1.0176201071344209</c:v>
                </c:pt>
                <c:pt idx="14614">
                  <c:v>1.0165773117845323</c:v>
                </c:pt>
                <c:pt idx="14615">
                  <c:v>1.0153625374957773</c:v>
                </c:pt>
                <c:pt idx="14616">
                  <c:v>1.0148930052754432</c:v>
                </c:pt>
                <c:pt idx="14617">
                  <c:v>1.0146749773310881</c:v>
                </c:pt>
                <c:pt idx="14618">
                  <c:v>1.0142234278442817</c:v>
                </c:pt>
                <c:pt idx="14619">
                  <c:v>1.0141538590488963</c:v>
                </c:pt>
                <c:pt idx="14620">
                  <c:v>1.0145023380093521</c:v>
                </c:pt>
                <c:pt idx="14621">
                  <c:v>1.0149465978852508</c:v>
                </c:pt>
                <c:pt idx="14622">
                  <c:v>1.0152455989291638</c:v>
                </c:pt>
                <c:pt idx="14623">
                  <c:v>1.01619596607664</c:v>
                </c:pt>
                <c:pt idx="14624">
                  <c:v>1.0177588383357337</c:v>
                </c:pt>
                <c:pt idx="14625">
                  <c:v>1.0187354176032675</c:v>
                </c:pt>
                <c:pt idx="14626">
                  <c:v>1.0185483514557632</c:v>
                </c:pt>
                <c:pt idx="14627">
                  <c:v>1.0195625725468682</c:v>
                </c:pt>
                <c:pt idx="14628">
                  <c:v>1.0200162555783303</c:v>
                </c:pt>
                <c:pt idx="14629">
                  <c:v>1.0194870857049969</c:v>
                </c:pt>
                <c:pt idx="14630">
                  <c:v>1.0189663484129221</c:v>
                </c:pt>
                <c:pt idx="14631">
                  <c:v>1.0196908392196307</c:v>
                </c:pt>
                <c:pt idx="14632">
                  <c:v>1.0206233760296257</c:v>
                </c:pt>
                <c:pt idx="14633">
                  <c:v>1.0201034769158088</c:v>
                </c:pt>
                <c:pt idx="14634">
                  <c:v>1.0181031518042423</c:v>
                </c:pt>
                <c:pt idx="14635">
                  <c:v>1.014617905011544</c:v>
                </c:pt>
                <c:pt idx="14636">
                  <c:v>1.0133401911554414</c:v>
                </c:pt>
                <c:pt idx="14637">
                  <c:v>1.0130274744673122</c:v>
                </c:pt>
                <c:pt idx="14638">
                  <c:v>1.0140023011803074</c:v>
                </c:pt>
                <c:pt idx="14639">
                  <c:v>1.0159697849437785</c:v>
                </c:pt>
                <c:pt idx="14640">
                  <c:v>1.0155747743903523</c:v>
                </c:pt>
                <c:pt idx="14641">
                  <c:v>1.0152765099273324</c:v>
                </c:pt>
                <c:pt idx="14642">
                  <c:v>1.0148474642567771</c:v>
                </c:pt>
                <c:pt idx="14643">
                  <c:v>1.0136063762506</c:v>
                </c:pt>
                <c:pt idx="14644">
                  <c:v>1.0131204614552298</c:v>
                </c:pt>
                <c:pt idx="14645">
                  <c:v>1.0147714440287419</c:v>
                </c:pt>
                <c:pt idx="14646">
                  <c:v>1.0165938467556153</c:v>
                </c:pt>
                <c:pt idx="14647">
                  <c:v>1.0167490113306461</c:v>
                </c:pt>
                <c:pt idx="14648">
                  <c:v>1.0164042152746557</c:v>
                </c:pt>
                <c:pt idx="14649">
                  <c:v>1.0179652587811872</c:v>
                </c:pt>
                <c:pt idx="14650">
                  <c:v>1.0186247526739156</c:v>
                </c:pt>
                <c:pt idx="14651">
                  <c:v>1.0181710696424535</c:v>
                </c:pt>
                <c:pt idx="14652">
                  <c:v>1.0188100154681987</c:v>
                </c:pt>
                <c:pt idx="14653">
                  <c:v>1.0198142800175762</c:v>
                </c:pt>
                <c:pt idx="14654">
                  <c:v>1.0199652537013191</c:v>
                </c:pt>
                <c:pt idx="14655">
                  <c:v>1.0202561269560668</c:v>
                </c:pt>
                <c:pt idx="14656">
                  <c:v>1.0211351981529599</c:v>
                </c:pt>
                <c:pt idx="14657">
                  <c:v>1.0217535959117221</c:v>
                </c:pt>
                <c:pt idx="14658">
                  <c:v>1.0217332256401268</c:v>
                </c:pt>
                <c:pt idx="14659">
                  <c:v>1.022586719700491</c:v>
                </c:pt>
                <c:pt idx="14660">
                  <c:v>1.0240871857784009</c:v>
                </c:pt>
                <c:pt idx="14661">
                  <c:v>1.0247357325550974</c:v>
                </c:pt>
                <c:pt idx="14662">
                  <c:v>1.0232499472963672</c:v>
                </c:pt>
                <c:pt idx="14663">
                  <c:v>1.0223115432385683</c:v>
                </c:pt>
                <c:pt idx="14664">
                  <c:v>1.0219466055050532</c:v>
                </c:pt>
                <c:pt idx="14665">
                  <c:v>1.0222741554084087</c:v>
                </c:pt>
                <c:pt idx="14666">
                  <c:v>1.0233095087513431</c:v>
                </c:pt>
                <c:pt idx="14667">
                  <c:v>1.0244862094277274</c:v>
                </c:pt>
                <c:pt idx="14668">
                  <c:v>1.0245231654690878</c:v>
                </c:pt>
                <c:pt idx="14669">
                  <c:v>1.0239765716477314</c:v>
                </c:pt>
                <c:pt idx="14670">
                  <c:v>1.0240427877300862</c:v>
                </c:pt>
                <c:pt idx="14671">
                  <c:v>1.0239802291528557</c:v>
                </c:pt>
                <c:pt idx="14672">
                  <c:v>1.0232247003512729</c:v>
                </c:pt>
                <c:pt idx="14673">
                  <c:v>1.0230674784296094</c:v>
                </c:pt>
                <c:pt idx="14674">
                  <c:v>1.0249955678149709</c:v>
                </c:pt>
                <c:pt idx="14675">
                  <c:v>1.0255588490034568</c:v>
                </c:pt>
                <c:pt idx="14676">
                  <c:v>1.0242332827886445</c:v>
                </c:pt>
                <c:pt idx="14677">
                  <c:v>1.0239094157897544</c:v>
                </c:pt>
                <c:pt idx="14678">
                  <c:v>1.0241708766074609</c:v>
                </c:pt>
                <c:pt idx="14679">
                  <c:v>1.022279616266754</c:v>
                </c:pt>
                <c:pt idx="14680">
                  <c:v>1.0224571322619891</c:v>
                </c:pt>
                <c:pt idx="14681">
                  <c:v>1.0238067770522032</c:v>
                </c:pt>
                <c:pt idx="14682">
                  <c:v>1.023484307017076</c:v>
                </c:pt>
                <c:pt idx="14683">
                  <c:v>1.0235658135027976</c:v>
                </c:pt>
                <c:pt idx="14684">
                  <c:v>1.0242176875931839</c:v>
                </c:pt>
                <c:pt idx="14685">
                  <c:v>1.0251178148438829</c:v>
                </c:pt>
                <c:pt idx="14686">
                  <c:v>1.0258257960788497</c:v>
                </c:pt>
                <c:pt idx="14687">
                  <c:v>1.0263342908884943</c:v>
                </c:pt>
                <c:pt idx="14688">
                  <c:v>1.0270599500648954</c:v>
                </c:pt>
                <c:pt idx="14689">
                  <c:v>1.0268887585056043</c:v>
                </c:pt>
                <c:pt idx="14690">
                  <c:v>1.0277581779528639</c:v>
                </c:pt>
                <c:pt idx="14691">
                  <c:v>1.0286354711958772</c:v>
                </c:pt>
                <c:pt idx="14692">
                  <c:v>1.0296384911775389</c:v>
                </c:pt>
                <c:pt idx="14693">
                  <c:v>1.0312836065032474</c:v>
                </c:pt>
                <c:pt idx="14694">
                  <c:v>1.0327735318545836</c:v>
                </c:pt>
                <c:pt idx="14695">
                  <c:v>1.0316905039483275</c:v>
                </c:pt>
                <c:pt idx="14696">
                  <c:v>1.0296227435860315</c:v>
                </c:pt>
                <c:pt idx="14697">
                  <c:v>1.0285783226783096</c:v>
                </c:pt>
                <c:pt idx="14698">
                  <c:v>1.0281373901161004</c:v>
                </c:pt>
                <c:pt idx="14699">
                  <c:v>1.0289920779454982</c:v>
                </c:pt>
                <c:pt idx="14700">
                  <c:v>1.0295071765838395</c:v>
                </c:pt>
                <c:pt idx="14701">
                  <c:v>1.0290299229637982</c:v>
                </c:pt>
                <c:pt idx="14702">
                  <c:v>1.0283316950758297</c:v>
                </c:pt>
                <c:pt idx="14703">
                  <c:v>1.028376905903061</c:v>
                </c:pt>
                <c:pt idx="14704">
                  <c:v>1.0292529291790171</c:v>
                </c:pt>
                <c:pt idx="14705">
                  <c:v>1.0292321017192814</c:v>
                </c:pt>
                <c:pt idx="14706">
                  <c:v>1.0302292798524806</c:v>
                </c:pt>
                <c:pt idx="14707">
                  <c:v>1.0314423523853791</c:v>
                </c:pt>
                <c:pt idx="14708">
                  <c:v>1.0323778101196055</c:v>
                </c:pt>
                <c:pt idx="14709">
                  <c:v>1.0333379052147387</c:v>
                </c:pt>
                <c:pt idx="14710">
                  <c:v>1.0335030009321557</c:v>
                </c:pt>
                <c:pt idx="14711">
                  <c:v>1.0323110098524044</c:v>
                </c:pt>
                <c:pt idx="14712">
                  <c:v>1.0322612271437679</c:v>
                </c:pt>
                <c:pt idx="14713">
                  <c:v>1.0332891384797478</c:v>
                </c:pt>
                <c:pt idx="14714">
                  <c:v>1.034544627912352</c:v>
                </c:pt>
                <c:pt idx="14715">
                  <c:v>1.0344806215726765</c:v>
                </c:pt>
                <c:pt idx="14716">
                  <c:v>1.0338065230587918</c:v>
                </c:pt>
                <c:pt idx="14717">
                  <c:v>1.0336442212689003</c:v>
                </c:pt>
                <c:pt idx="14718">
                  <c:v>1.0321918869424527</c:v>
                </c:pt>
                <c:pt idx="14719">
                  <c:v>1.0305160384139636</c:v>
                </c:pt>
                <c:pt idx="14720">
                  <c:v>1.0304527940545223</c:v>
                </c:pt>
                <c:pt idx="14721">
                  <c:v>1.0319711666679365</c:v>
                </c:pt>
                <c:pt idx="14722">
                  <c:v>1.0337989032564496</c:v>
                </c:pt>
                <c:pt idx="14723">
                  <c:v>1.0342756488896678</c:v>
                </c:pt>
                <c:pt idx="14724">
                  <c:v>1.0341994508662444</c:v>
                </c:pt>
                <c:pt idx="14725">
                  <c:v>1.0324369905844641</c:v>
                </c:pt>
                <c:pt idx="14726">
                  <c:v>1.0317994671218229</c:v>
                </c:pt>
                <c:pt idx="14727">
                  <c:v>1.0340239414189596</c:v>
                </c:pt>
                <c:pt idx="14728">
                  <c:v>1.0368473321802032</c:v>
                </c:pt>
                <c:pt idx="14729">
                  <c:v>1.0367975494715667</c:v>
                </c:pt>
                <c:pt idx="14730">
                  <c:v>1.0368907650535546</c:v>
                </c:pt>
                <c:pt idx="14731">
                  <c:v>1.0373845282453373</c:v>
                </c:pt>
                <c:pt idx="14732">
                  <c:v>1.0374686000645144</c:v>
                </c:pt>
                <c:pt idx="14733">
                  <c:v>1.0387799680476288</c:v>
                </c:pt>
                <c:pt idx="14734">
                  <c:v>1.039038533340445</c:v>
                </c:pt>
                <c:pt idx="14735">
                  <c:v>1.0382554716530654</c:v>
                </c:pt>
                <c:pt idx="14736">
                  <c:v>1.0379506795593723</c:v>
                </c:pt>
                <c:pt idx="14737">
                  <c:v>1.0391279390212618</c:v>
                </c:pt>
                <c:pt idx="14738">
                  <c:v>1.0390184678609438</c:v>
                </c:pt>
                <c:pt idx="14739">
                  <c:v>1.0386153803170346</c:v>
                </c:pt>
                <c:pt idx="14740">
                  <c:v>1.0387111358331365</c:v>
                </c:pt>
                <c:pt idx="14741">
                  <c:v>1.0402051250790554</c:v>
                </c:pt>
                <c:pt idx="14742">
                  <c:v>1.0416554274582117</c:v>
                </c:pt>
                <c:pt idx="14743">
                  <c:v>1.0424773501375375</c:v>
                </c:pt>
                <c:pt idx="14744">
                  <c:v>1.042876373786864</c:v>
                </c:pt>
                <c:pt idx="14745">
                  <c:v>1.0429076149764676</c:v>
                </c:pt>
                <c:pt idx="14746">
                  <c:v>1.044916194873905</c:v>
                </c:pt>
                <c:pt idx="14747">
                  <c:v>1.0465592782523221</c:v>
                </c:pt>
                <c:pt idx="14748">
                  <c:v>1.0446492477985121</c:v>
                </c:pt>
                <c:pt idx="14749">
                  <c:v>1.0418164592810462</c:v>
                </c:pt>
                <c:pt idx="14750">
                  <c:v>1.0408296948777149</c:v>
                </c:pt>
                <c:pt idx="14751">
                  <c:v>1.0401741378828633</c:v>
                </c:pt>
                <c:pt idx="14752">
                  <c:v>1.0402038551119983</c:v>
                </c:pt>
                <c:pt idx="14753">
                  <c:v>1.0406104985636673</c:v>
                </c:pt>
                <c:pt idx="14754">
                  <c:v>1.0413427615687649</c:v>
                </c:pt>
                <c:pt idx="14755">
                  <c:v>1.0429195526668038</c:v>
                </c:pt>
                <c:pt idx="14756">
                  <c:v>1.0434699563893313</c:v>
                </c:pt>
                <c:pt idx="14757">
                  <c:v>1.0426807988600775</c:v>
                </c:pt>
                <c:pt idx="14758">
                  <c:v>1.0418781796800192</c:v>
                </c:pt>
                <c:pt idx="14759">
                  <c:v>1.040620912293535</c:v>
                </c:pt>
                <c:pt idx="14760">
                  <c:v>1.0395399163345702</c:v>
                </c:pt>
                <c:pt idx="14761">
                  <c:v>1.0392798270812855</c:v>
                </c:pt>
                <c:pt idx="14762">
                  <c:v>1.0390634246947634</c:v>
                </c:pt>
                <c:pt idx="14763">
                  <c:v>1.040249319932641</c:v>
                </c:pt>
                <c:pt idx="14764">
                  <c:v>1.0436543556060156</c:v>
                </c:pt>
                <c:pt idx="14765">
                  <c:v>1.0449098450386196</c:v>
                </c:pt>
                <c:pt idx="14766">
                  <c:v>1.0457490392699214</c:v>
                </c:pt>
                <c:pt idx="14767">
                  <c:v>1.0472542042259423</c:v>
                </c:pt>
                <c:pt idx="14768">
                  <c:v>1.0481210837390877</c:v>
                </c:pt>
                <c:pt idx="14769">
                  <c:v>1.0478841078862415</c:v>
                </c:pt>
                <c:pt idx="14770">
                  <c:v>1.0485973213854833</c:v>
                </c:pt>
                <c:pt idx="14771">
                  <c:v>1.0497578172822197</c:v>
                </c:pt>
                <c:pt idx="14772">
                  <c:v>1.0492084295333379</c:v>
                </c:pt>
                <c:pt idx="14773">
                  <c:v>1.0476189387647286</c:v>
                </c:pt>
                <c:pt idx="14774">
                  <c:v>1.0464350754741423</c:v>
                </c:pt>
                <c:pt idx="14775">
                  <c:v>1.0466016951520278</c:v>
                </c:pt>
                <c:pt idx="14776">
                  <c:v>1.0480105966051241</c:v>
                </c:pt>
                <c:pt idx="14777">
                  <c:v>1.0497527374139914</c:v>
                </c:pt>
                <c:pt idx="14778">
                  <c:v>1.0499404385450242</c:v>
                </c:pt>
                <c:pt idx="14779">
                  <c:v>1.0504717927616958</c:v>
                </c:pt>
                <c:pt idx="14780">
                  <c:v>1.050468236853936</c:v>
                </c:pt>
                <c:pt idx="14781">
                  <c:v>1.0495825618283461</c:v>
                </c:pt>
                <c:pt idx="14782">
                  <c:v>1.0488439489879633</c:v>
                </c:pt>
                <c:pt idx="14783">
                  <c:v>1.0501187419198346</c:v>
                </c:pt>
                <c:pt idx="14784">
                  <c:v>1.0512797458033938</c:v>
                </c:pt>
                <c:pt idx="14785">
                  <c:v>1.0507953803678332</c:v>
                </c:pt>
                <c:pt idx="14786">
                  <c:v>1.0500994384205673</c:v>
                </c:pt>
                <c:pt idx="14787">
                  <c:v>1.0489315767149001</c:v>
                </c:pt>
                <c:pt idx="14788">
                  <c:v>1.0494802024835477</c:v>
                </c:pt>
                <c:pt idx="14789">
                  <c:v>1.050679051385407</c:v>
                </c:pt>
                <c:pt idx="14790">
                  <c:v>1.0521631348882809</c:v>
                </c:pt>
                <c:pt idx="14791">
                  <c:v>1.053492790397017</c:v>
                </c:pt>
                <c:pt idx="14792">
                  <c:v>1.0533904310522184</c:v>
                </c:pt>
                <c:pt idx="14793">
                  <c:v>1.0521550070991159</c:v>
                </c:pt>
                <c:pt idx="14794">
                  <c:v>1.0523145149614819</c:v>
                </c:pt>
                <c:pt idx="14795">
                  <c:v>1.0544254542037179</c:v>
                </c:pt>
                <c:pt idx="14796">
                  <c:v>1.0548475912534829</c:v>
                </c:pt>
                <c:pt idx="14797">
                  <c:v>1.0544752369123545</c:v>
                </c:pt>
                <c:pt idx="14798">
                  <c:v>1.0546672559313812</c:v>
                </c:pt>
                <c:pt idx="14799">
                  <c:v>1.0540533538560011</c:v>
                </c:pt>
                <c:pt idx="14800">
                  <c:v>1.0535913398406445</c:v>
                </c:pt>
                <c:pt idx="14801">
                  <c:v>1.0537775170112087</c:v>
                </c:pt>
                <c:pt idx="14802">
                  <c:v>1.0537846288267283</c:v>
                </c:pt>
                <c:pt idx="14803">
                  <c:v>1.0536462024175093</c:v>
                </c:pt>
                <c:pt idx="14804">
                  <c:v>1.0539169593940734</c:v>
                </c:pt>
                <c:pt idx="14805">
                  <c:v>1.0551015846648939</c:v>
                </c:pt>
                <c:pt idx="14806">
                  <c:v>1.0556397967036735</c:v>
                </c:pt>
                <c:pt idx="14807">
                  <c:v>1.0544795548003485</c:v>
                </c:pt>
                <c:pt idx="14808">
                  <c:v>1.0546697958654954</c:v>
                </c:pt>
                <c:pt idx="14809">
                  <c:v>1.0567383182080257</c:v>
                </c:pt>
                <c:pt idx="14810">
                  <c:v>1.0570479361765355</c:v>
                </c:pt>
                <c:pt idx="14811">
                  <c:v>1.0569989154481332</c:v>
                </c:pt>
                <c:pt idx="14812">
                  <c:v>1.0574373080762285</c:v>
                </c:pt>
                <c:pt idx="14813">
                  <c:v>1.0600211830505117</c:v>
                </c:pt>
                <c:pt idx="14814">
                  <c:v>1.0613249312312838</c:v>
                </c:pt>
                <c:pt idx="14815">
                  <c:v>1.0618542535006641</c:v>
                </c:pt>
                <c:pt idx="14816">
                  <c:v>1.0621374561543873</c:v>
                </c:pt>
                <c:pt idx="14817">
                  <c:v>1.0610048995329062</c:v>
                </c:pt>
                <c:pt idx="14818">
                  <c:v>1.0617170970585024</c:v>
                </c:pt>
                <c:pt idx="14819">
                  <c:v>1.06265280878614</c:v>
                </c:pt>
                <c:pt idx="14820">
                  <c:v>1.0625626411250892</c:v>
                </c:pt>
                <c:pt idx="14821">
                  <c:v>1.0633017619522949</c:v>
                </c:pt>
                <c:pt idx="14822">
                  <c:v>1.063623825597964</c:v>
                </c:pt>
                <c:pt idx="14823">
                  <c:v>1.0642616030540168</c:v>
                </c:pt>
                <c:pt idx="14824">
                  <c:v>1.0648696632809345</c:v>
                </c:pt>
                <c:pt idx="14825">
                  <c:v>1.0662633251293461</c:v>
                </c:pt>
                <c:pt idx="14826">
                  <c:v>1.0669168501769064</c:v>
                </c:pt>
                <c:pt idx="14827">
                  <c:v>1.0667306730063422</c:v>
                </c:pt>
                <c:pt idx="14828">
                  <c:v>1.0655948144705127</c:v>
                </c:pt>
                <c:pt idx="14829">
                  <c:v>1.0645285501294097</c:v>
                </c:pt>
                <c:pt idx="14830">
                  <c:v>1.0638351481162578</c:v>
                </c:pt>
                <c:pt idx="14831">
                  <c:v>1.0638595314837533</c:v>
                </c:pt>
                <c:pt idx="14832">
                  <c:v>1.0639065202648643</c:v>
                </c:pt>
                <c:pt idx="14833">
                  <c:v>1.0641754992875485</c:v>
                </c:pt>
                <c:pt idx="14834">
                  <c:v>1.0652524313519307</c:v>
                </c:pt>
                <c:pt idx="14835">
                  <c:v>1.0664329927281686</c:v>
                </c:pt>
                <c:pt idx="14836">
                  <c:v>1.0678688174828745</c:v>
                </c:pt>
                <c:pt idx="14837">
                  <c:v>1.0691908531892682</c:v>
                </c:pt>
                <c:pt idx="14838">
                  <c:v>1.068012577753733</c:v>
                </c:pt>
                <c:pt idx="14839">
                  <c:v>1.0665724351110333</c:v>
                </c:pt>
                <c:pt idx="14840">
                  <c:v>1.0669866983650445</c:v>
                </c:pt>
                <c:pt idx="14841">
                  <c:v>1.0678050651366104</c:v>
                </c:pt>
                <c:pt idx="14842">
                  <c:v>1.0681804673986757</c:v>
                </c:pt>
                <c:pt idx="14843">
                  <c:v>1.0670857557954947</c:v>
                </c:pt>
                <c:pt idx="14844">
                  <c:v>1.0650654922011322</c:v>
                </c:pt>
                <c:pt idx="14845">
                  <c:v>1.0644767354734819</c:v>
                </c:pt>
                <c:pt idx="14846">
                  <c:v>1.0634978448659043</c:v>
                </c:pt>
                <c:pt idx="14847">
                  <c:v>1.0649245258577993</c:v>
                </c:pt>
                <c:pt idx="14848">
                  <c:v>1.067314095872353</c:v>
                </c:pt>
                <c:pt idx="14849">
                  <c:v>1.0678916768899014</c:v>
                </c:pt>
                <c:pt idx="14850">
                  <c:v>1.0677916034858055</c:v>
                </c:pt>
                <c:pt idx="14851">
                  <c:v>1.0683788362529876</c:v>
                </c:pt>
                <c:pt idx="14852">
                  <c:v>1.0682411718240028</c:v>
                </c:pt>
                <c:pt idx="14853">
                  <c:v>1.0688505020179777</c:v>
                </c:pt>
                <c:pt idx="14854">
                  <c:v>1.0698103431196995</c:v>
                </c:pt>
                <c:pt idx="14855">
                  <c:v>1.0692944825011239</c:v>
                </c:pt>
                <c:pt idx="14856">
                  <c:v>1.0692007589323134</c:v>
                </c:pt>
                <c:pt idx="14857">
                  <c:v>1.0701862533685875</c:v>
                </c:pt>
                <c:pt idx="14858">
                  <c:v>1.070059764649705</c:v>
                </c:pt>
                <c:pt idx="14859">
                  <c:v>1.0694837075926251</c:v>
                </c:pt>
                <c:pt idx="14860">
                  <c:v>1.0682965423876905</c:v>
                </c:pt>
                <c:pt idx="14861">
                  <c:v>1.0669341217288824</c:v>
                </c:pt>
                <c:pt idx="14862">
                  <c:v>1.0668678294485041</c:v>
                </c:pt>
                <c:pt idx="14863">
                  <c:v>1.0672107205539088</c:v>
                </c:pt>
                <c:pt idx="14864">
                  <c:v>1.0682353299755405</c:v>
                </c:pt>
                <c:pt idx="14865">
                  <c:v>1.0688139269667345</c:v>
                </c:pt>
                <c:pt idx="14866">
                  <c:v>1.0686457833283804</c:v>
                </c:pt>
                <c:pt idx="14867">
                  <c:v>1.068721473364981</c:v>
                </c:pt>
                <c:pt idx="14868">
                  <c:v>1.0687481426731791</c:v>
                </c:pt>
                <c:pt idx="14869">
                  <c:v>1.0682531095143393</c:v>
                </c:pt>
                <c:pt idx="14870">
                  <c:v>1.0684265870143328</c:v>
                </c:pt>
                <c:pt idx="14871">
                  <c:v>1.0673910558760107</c:v>
                </c:pt>
                <c:pt idx="14872">
                  <c:v>1.0667776617874531</c:v>
                </c:pt>
                <c:pt idx="14873">
                  <c:v>1.067356004785236</c:v>
                </c:pt>
                <c:pt idx="14874">
                  <c:v>1.0664622019704808</c:v>
                </c:pt>
                <c:pt idx="14875">
                  <c:v>1.0650058037494508</c:v>
                </c:pt>
                <c:pt idx="14876">
                  <c:v>1.0643578665569415</c:v>
                </c:pt>
                <c:pt idx="14877">
                  <c:v>1.0639974499061495</c:v>
                </c:pt>
                <c:pt idx="14878">
                  <c:v>1.0645216923073015</c:v>
                </c:pt>
                <c:pt idx="14879">
                  <c:v>1.0660045058431185</c:v>
                </c:pt>
                <c:pt idx="14880">
                  <c:v>1.0670966775121853</c:v>
                </c:pt>
                <c:pt idx="14881">
                  <c:v>1.0669132942691466</c:v>
                </c:pt>
                <c:pt idx="14882">
                  <c:v>1.0674888433394039</c:v>
                </c:pt>
                <c:pt idx="14883">
                  <c:v>1.0673151118459987</c:v>
                </c:pt>
                <c:pt idx="14884">
                  <c:v>1.0664655038848292</c:v>
                </c:pt>
                <c:pt idx="14885">
                  <c:v>1.0666755564360662</c:v>
                </c:pt>
                <c:pt idx="14886">
                  <c:v>1.0663816860590636</c:v>
                </c:pt>
                <c:pt idx="14887">
                  <c:v>1.066258245261118</c:v>
                </c:pt>
                <c:pt idx="14888">
                  <c:v>1.0677773798547665</c:v>
                </c:pt>
                <c:pt idx="14889">
                  <c:v>1.0678784692325081</c:v>
                </c:pt>
                <c:pt idx="14890">
                  <c:v>1.0678342743789226</c:v>
                </c:pt>
                <c:pt idx="14891">
                  <c:v>1.0672401837896326</c:v>
                </c:pt>
                <c:pt idx="14892">
                  <c:v>1.0671487461615246</c:v>
                </c:pt>
                <c:pt idx="14893">
                  <c:v>1.0666506650817478</c:v>
                </c:pt>
                <c:pt idx="14894">
                  <c:v>1.0673885159418965</c:v>
                </c:pt>
                <c:pt idx="14895">
                  <c:v>1.0683229577024771</c:v>
                </c:pt>
                <c:pt idx="14896">
                  <c:v>1.0682571734089217</c:v>
                </c:pt>
                <c:pt idx="14897">
                  <c:v>1.0661520760151482</c:v>
                </c:pt>
                <c:pt idx="14898">
                  <c:v>1.0659316097340434</c:v>
                </c:pt>
                <c:pt idx="14899">
                  <c:v>1.0674492203672237</c:v>
                </c:pt>
                <c:pt idx="14900">
                  <c:v>1.0676127921241723</c:v>
                </c:pt>
                <c:pt idx="14901">
                  <c:v>1.067862975634412</c:v>
                </c:pt>
                <c:pt idx="14902">
                  <c:v>1.0684471604806571</c:v>
                </c:pt>
                <c:pt idx="14903">
                  <c:v>1.0687923375267645</c:v>
                </c:pt>
                <c:pt idx="14904">
                  <c:v>1.0686648328342363</c:v>
                </c:pt>
                <c:pt idx="14905">
                  <c:v>1.0683305775048195</c:v>
                </c:pt>
                <c:pt idx="14906">
                  <c:v>1.0691227829550101</c:v>
                </c:pt>
                <c:pt idx="14907">
                  <c:v>1.0692353020362653</c:v>
                </c:pt>
                <c:pt idx="14908">
                  <c:v>1.069951563456444</c:v>
                </c:pt>
                <c:pt idx="14909">
                  <c:v>1.0713767204878706</c:v>
                </c:pt>
                <c:pt idx="14910">
                  <c:v>1.0703030903378365</c:v>
                </c:pt>
                <c:pt idx="14911">
                  <c:v>1.0691517382039111</c:v>
                </c:pt>
                <c:pt idx="14912">
                  <c:v>1.0681873252207839</c:v>
                </c:pt>
                <c:pt idx="14913">
                  <c:v>1.0697788479366845</c:v>
                </c:pt>
                <c:pt idx="14914">
                  <c:v>1.0715819471642907</c:v>
                </c:pt>
                <c:pt idx="14915">
                  <c:v>1.0732374762198669</c:v>
                </c:pt>
                <c:pt idx="14916">
                  <c:v>1.0730065962088944</c:v>
                </c:pt>
                <c:pt idx="14917">
                  <c:v>1.0722969386174122</c:v>
                </c:pt>
                <c:pt idx="14918">
                  <c:v>1.0718651498180136</c:v>
                </c:pt>
                <c:pt idx="14919">
                  <c:v>1.0711481264176008</c:v>
                </c:pt>
                <c:pt idx="14920">
                  <c:v>1.0709441697082378</c:v>
                </c:pt>
                <c:pt idx="14921">
                  <c:v>1.0713421773839187</c:v>
                </c:pt>
                <c:pt idx="14922">
                  <c:v>1.0708992128744179</c:v>
                </c:pt>
                <c:pt idx="14923">
                  <c:v>1.0710394172375168</c:v>
                </c:pt>
                <c:pt idx="14924">
                  <c:v>1.0711471104439552</c:v>
                </c:pt>
                <c:pt idx="14925">
                  <c:v>1.0718016514651609</c:v>
                </c:pt>
                <c:pt idx="14926">
                  <c:v>1.0707346251438237</c:v>
                </c:pt>
                <c:pt idx="14927">
                  <c:v>1.0706505533246466</c:v>
                </c:pt>
                <c:pt idx="14928">
                  <c:v>1.0704295790567193</c:v>
                </c:pt>
                <c:pt idx="14929">
                  <c:v>1.0708667017177573</c:v>
                </c:pt>
                <c:pt idx="14930">
                  <c:v>1.0719283941774551</c:v>
                </c:pt>
                <c:pt idx="14931">
                  <c:v>1.0713787524351619</c:v>
                </c:pt>
                <c:pt idx="14932">
                  <c:v>1.0707668823070731</c:v>
                </c:pt>
                <c:pt idx="14933">
                  <c:v>1.0704544704110375</c:v>
                </c:pt>
                <c:pt idx="14934">
                  <c:v>1.0704824096862928</c:v>
                </c:pt>
                <c:pt idx="14935">
                  <c:v>1.0708915930720757</c:v>
                </c:pt>
                <c:pt idx="14936">
                  <c:v>1.0728635979182699</c:v>
                </c:pt>
                <c:pt idx="14937">
                  <c:v>1.0732593196532483</c:v>
                </c:pt>
                <c:pt idx="14938">
                  <c:v>1.0731508644665757</c:v>
                </c:pt>
                <c:pt idx="14939">
                  <c:v>1.0724241893165292</c:v>
                </c:pt>
                <c:pt idx="14940">
                  <c:v>1.0728862033318856</c:v>
                </c:pt>
                <c:pt idx="14941">
                  <c:v>1.0748462704877435</c:v>
                </c:pt>
                <c:pt idx="14942">
                  <c:v>1.0763222262014522</c:v>
                </c:pt>
                <c:pt idx="14943">
                  <c:v>1.0757507410257778</c:v>
                </c:pt>
                <c:pt idx="14944">
                  <c:v>1.0720851081122955</c:v>
                </c:pt>
                <c:pt idx="14945">
                  <c:v>1.0698375204147204</c:v>
                </c:pt>
                <c:pt idx="14946">
                  <c:v>1.0698619037822159</c:v>
                </c:pt>
                <c:pt idx="14947">
                  <c:v>1.071068626479829</c:v>
                </c:pt>
                <c:pt idx="14948">
                  <c:v>1.0710627846313667</c:v>
                </c:pt>
                <c:pt idx="14949">
                  <c:v>1.0701971750852783</c:v>
                </c:pt>
                <c:pt idx="14950">
                  <c:v>1.0705484479732597</c:v>
                </c:pt>
                <c:pt idx="14951">
                  <c:v>1.0705012051987373</c:v>
                </c:pt>
                <c:pt idx="14952">
                  <c:v>1.0703767484271458</c:v>
                </c:pt>
                <c:pt idx="14953">
                  <c:v>1.0696221340018439</c:v>
                </c:pt>
                <c:pt idx="14954">
                  <c:v>1.0687953854477015</c:v>
                </c:pt>
                <c:pt idx="14955">
                  <c:v>1.0688550738993832</c:v>
                </c:pt>
                <c:pt idx="14956">
                  <c:v>1.0691806934528119</c:v>
                </c:pt>
                <c:pt idx="14957">
                  <c:v>1.0690854459235328</c:v>
                </c:pt>
                <c:pt idx="14958">
                  <c:v>1.0691720576768238</c:v>
                </c:pt>
                <c:pt idx="14959">
                  <c:v>1.0685815229952935</c:v>
                </c:pt>
                <c:pt idx="14960">
                  <c:v>1.0679140283101056</c:v>
                </c:pt>
                <c:pt idx="14961">
                  <c:v>1.0684151573108194</c:v>
                </c:pt>
                <c:pt idx="14962">
                  <c:v>1.0687933535004102</c:v>
                </c:pt>
                <c:pt idx="14963">
                  <c:v>1.0683958538115521</c:v>
                </c:pt>
                <c:pt idx="14964">
                  <c:v>1.0678330044118656</c:v>
                </c:pt>
                <c:pt idx="14965">
                  <c:v>1.0684072835150655</c:v>
                </c:pt>
                <c:pt idx="14966">
                  <c:v>1.0697745300486905</c:v>
                </c:pt>
                <c:pt idx="14967">
                  <c:v>1.0708451122777876</c:v>
                </c:pt>
                <c:pt idx="14968">
                  <c:v>1.0715606117177321</c:v>
                </c:pt>
                <c:pt idx="14969">
                  <c:v>1.0713594489358946</c:v>
                </c:pt>
                <c:pt idx="14970">
                  <c:v>1.0705118729220164</c:v>
                </c:pt>
                <c:pt idx="14971">
                  <c:v>1.0697018879330269</c:v>
                </c:pt>
                <c:pt idx="14972">
                  <c:v>1.0698111050999337</c:v>
                </c:pt>
                <c:pt idx="14973">
                  <c:v>1.0694544983503127</c:v>
                </c:pt>
                <c:pt idx="14974">
                  <c:v>1.0690884938444696</c:v>
                </c:pt>
                <c:pt idx="14975">
                  <c:v>1.0688695515238336</c:v>
                </c:pt>
                <c:pt idx="14976">
                  <c:v>1.067862975634412</c:v>
                </c:pt>
                <c:pt idx="14977">
                  <c:v>1.0677148974755595</c:v>
                </c:pt>
                <c:pt idx="14978">
                  <c:v>1.0680379770948742</c:v>
                </c:pt>
                <c:pt idx="14979">
                  <c:v>1.068099697493847</c:v>
                </c:pt>
                <c:pt idx="14980">
                  <c:v>1.0687489046534133</c:v>
                </c:pt>
                <c:pt idx="14981">
                  <c:v>1.0672724409528818</c:v>
                </c:pt>
                <c:pt idx="14982">
                  <c:v>1.0660763859785478</c:v>
                </c:pt>
                <c:pt idx="14983">
                  <c:v>1.0648429939727364</c:v>
                </c:pt>
                <c:pt idx="14984">
                  <c:v>1.0645303280832896</c:v>
                </c:pt>
                <c:pt idx="14985">
                  <c:v>1.0657284150049149</c:v>
                </c:pt>
                <c:pt idx="14986">
                  <c:v>1.0666488871278679</c:v>
                </c:pt>
                <c:pt idx="14987">
                  <c:v>1.0664144512091356</c:v>
                </c:pt>
                <c:pt idx="14988">
                  <c:v>1.0649509411725859</c:v>
                </c:pt>
                <c:pt idx="14989">
                  <c:v>1.0637978110847806</c:v>
                </c:pt>
                <c:pt idx="14990">
                  <c:v>1.0640010058139091</c:v>
                </c:pt>
                <c:pt idx="14991">
                  <c:v>1.0636997696279757</c:v>
                </c:pt>
                <c:pt idx="14992">
                  <c:v>1.064403331377584</c:v>
                </c:pt>
                <c:pt idx="14993">
                  <c:v>1.0644119671535721</c:v>
                </c:pt>
                <c:pt idx="14994">
                  <c:v>1.0652458275232339</c:v>
                </c:pt>
                <c:pt idx="14995">
                  <c:v>1.0662089705393043</c:v>
                </c:pt>
                <c:pt idx="14996">
                  <c:v>1.0660233013555629</c:v>
                </c:pt>
                <c:pt idx="14997">
                  <c:v>1.0655506196169271</c:v>
                </c:pt>
                <c:pt idx="14998">
                  <c:v>1.0661850951586316</c:v>
                </c:pt>
                <c:pt idx="14999">
                  <c:v>1.0669041505063359</c:v>
                </c:pt>
                <c:pt idx="15000">
                  <c:v>1.0651480400598408</c:v>
                </c:pt>
                <c:pt idx="15001">
                  <c:v>1.0638633413849246</c:v>
                </c:pt>
                <c:pt idx="15002">
                  <c:v>1.0634620317948953</c:v>
                </c:pt>
                <c:pt idx="15003">
                  <c:v>1.0615923862934995</c:v>
                </c:pt>
                <c:pt idx="15004">
                  <c:v>1.0600102613338209</c:v>
                </c:pt>
                <c:pt idx="15005">
                  <c:v>1.0609360673184138</c:v>
                </c:pt>
                <c:pt idx="15006">
                  <c:v>1.0610729697671641</c:v>
                </c:pt>
                <c:pt idx="15007">
                  <c:v>1.0588195402211267</c:v>
                </c:pt>
                <c:pt idx="15008">
                  <c:v>1.0585152561142563</c:v>
                </c:pt>
                <c:pt idx="15009">
                  <c:v>1.0593775637459963</c:v>
                </c:pt>
                <c:pt idx="15010">
                  <c:v>1.0607727495548764</c:v>
                </c:pt>
                <c:pt idx="15011">
                  <c:v>1.0607216968791831</c:v>
                </c:pt>
                <c:pt idx="15012">
                  <c:v>1.0616162616741722</c:v>
                </c:pt>
                <c:pt idx="15013">
                  <c:v>1.0622725806492579</c:v>
                </c:pt>
                <c:pt idx="15014">
                  <c:v>1.0624425022414918</c:v>
                </c:pt>
                <c:pt idx="15015">
                  <c:v>1.0615301579077039</c:v>
                </c:pt>
                <c:pt idx="15016">
                  <c:v>1.0608735849392066</c:v>
                </c:pt>
                <c:pt idx="15017">
                  <c:v>1.0596803238923982</c:v>
                </c:pt>
                <c:pt idx="15018">
                  <c:v>1.058458107596689</c:v>
                </c:pt>
                <c:pt idx="15019">
                  <c:v>1.0589998755432284</c:v>
                </c:pt>
                <c:pt idx="15020">
                  <c:v>1.0589005641193667</c:v>
                </c:pt>
                <c:pt idx="15021">
                  <c:v>1.0581632212460408</c:v>
                </c:pt>
                <c:pt idx="15022">
                  <c:v>1.0583806396062085</c:v>
                </c:pt>
                <c:pt idx="15023">
                  <c:v>1.0588848165278593</c:v>
                </c:pt>
                <c:pt idx="15024">
                  <c:v>1.0588170002870125</c:v>
                </c:pt>
                <c:pt idx="15025">
                  <c:v>1.0582775182811759</c:v>
                </c:pt>
                <c:pt idx="15026">
                  <c:v>1.0563855213595759</c:v>
                </c:pt>
                <c:pt idx="15027">
                  <c:v>1.0556517343940097</c:v>
                </c:pt>
                <c:pt idx="15028">
                  <c:v>1.0550111630104315</c:v>
                </c:pt>
                <c:pt idx="15029">
                  <c:v>1.0533160109826751</c:v>
                </c:pt>
                <c:pt idx="15030">
                  <c:v>1.0531849503823871</c:v>
                </c:pt>
                <c:pt idx="15031">
                  <c:v>1.0538019003787042</c:v>
                </c:pt>
                <c:pt idx="15032">
                  <c:v>1.0547157686729607</c:v>
                </c:pt>
                <c:pt idx="15033">
                  <c:v>1.0533802713157621</c:v>
                </c:pt>
                <c:pt idx="15034">
                  <c:v>1.051283555704565</c:v>
                </c:pt>
                <c:pt idx="15035">
                  <c:v>1.0515962215940118</c:v>
                </c:pt>
                <c:pt idx="15036">
                  <c:v>1.0525707943135956</c:v>
                </c:pt>
                <c:pt idx="15037">
                  <c:v>1.0532710541488555</c:v>
                </c:pt>
                <c:pt idx="15038">
                  <c:v>1.0544384078676998</c:v>
                </c:pt>
                <c:pt idx="15039">
                  <c:v>1.0549339490133627</c:v>
                </c:pt>
                <c:pt idx="15040">
                  <c:v>1.0542212435009435</c:v>
                </c:pt>
                <c:pt idx="15041">
                  <c:v>1.0527214124065623</c:v>
                </c:pt>
                <c:pt idx="15042">
                  <c:v>1.0522540645295662</c:v>
                </c:pt>
                <c:pt idx="15043">
                  <c:v>1.0523129910010134</c:v>
                </c:pt>
                <c:pt idx="15044">
                  <c:v>1.0516386384937175</c:v>
                </c:pt>
                <c:pt idx="15045">
                  <c:v>1.0508896119234667</c:v>
                </c:pt>
                <c:pt idx="15046">
                  <c:v>1.0510557236145295</c:v>
                </c:pt>
                <c:pt idx="15047">
                  <c:v>1.0503856889952274</c:v>
                </c:pt>
                <c:pt idx="15048">
                  <c:v>1.0489658658254406</c:v>
                </c:pt>
                <c:pt idx="15049">
                  <c:v>1.0493610795735959</c:v>
                </c:pt>
                <c:pt idx="15050">
                  <c:v>1.0492945332998063</c:v>
                </c:pt>
                <c:pt idx="15051">
                  <c:v>1.0485498246175493</c:v>
                </c:pt>
                <c:pt idx="15052">
                  <c:v>1.048293037278613</c:v>
                </c:pt>
                <c:pt idx="15053">
                  <c:v>1.0473583415246208</c:v>
                </c:pt>
                <c:pt idx="15054">
                  <c:v>1.0458160935305338</c:v>
                </c:pt>
                <c:pt idx="15055">
                  <c:v>1.0443429317443504</c:v>
                </c:pt>
                <c:pt idx="15056">
                  <c:v>1.0439611796469999</c:v>
                </c:pt>
                <c:pt idx="15057">
                  <c:v>1.0437554449837572</c:v>
                </c:pt>
                <c:pt idx="15058">
                  <c:v>1.0434343973117337</c:v>
                </c:pt>
                <c:pt idx="15059">
                  <c:v>1.0449194967882534</c:v>
                </c:pt>
                <c:pt idx="15060">
                  <c:v>1.0459695055510261</c:v>
                </c:pt>
                <c:pt idx="15061">
                  <c:v>1.0455410186659757</c:v>
                </c:pt>
                <c:pt idx="15062">
                  <c:v>1.044301784811702</c:v>
                </c:pt>
                <c:pt idx="15063">
                  <c:v>1.0431666882561066</c:v>
                </c:pt>
                <c:pt idx="15064">
                  <c:v>1.0429205686404495</c:v>
                </c:pt>
                <c:pt idx="15065">
                  <c:v>1.0435263429266646</c:v>
                </c:pt>
                <c:pt idx="15066">
                  <c:v>1.0444374172933955</c:v>
                </c:pt>
                <c:pt idx="15067">
                  <c:v>1.0453096306681804</c:v>
                </c:pt>
                <c:pt idx="15068">
                  <c:v>1.0449243226630702</c:v>
                </c:pt>
                <c:pt idx="15069">
                  <c:v>1.0450309998958627</c:v>
                </c:pt>
                <c:pt idx="15070">
                  <c:v>1.0448537124946979</c:v>
                </c:pt>
                <c:pt idx="15071">
                  <c:v>1.0446032749910468</c:v>
                </c:pt>
                <c:pt idx="15072">
                  <c:v>1.0442253327948674</c:v>
                </c:pt>
                <c:pt idx="15073">
                  <c:v>1.0428682459976988</c:v>
                </c:pt>
                <c:pt idx="15074">
                  <c:v>1.042329271978685</c:v>
                </c:pt>
                <c:pt idx="15075">
                  <c:v>1.0400585708806713</c:v>
                </c:pt>
                <c:pt idx="15076">
                  <c:v>1.0380776762650776</c:v>
                </c:pt>
                <c:pt idx="15077">
                  <c:v>1.0379618552694743</c:v>
                </c:pt>
                <c:pt idx="15078">
                  <c:v>1.0379392498558588</c:v>
                </c:pt>
                <c:pt idx="15079">
                  <c:v>1.0387921597313765</c:v>
                </c:pt>
                <c:pt idx="15080">
                  <c:v>1.0376212501047724</c:v>
                </c:pt>
                <c:pt idx="15081">
                  <c:v>1.0361988870008711</c:v>
                </c:pt>
                <c:pt idx="15082">
                  <c:v>1.0350518527549395</c:v>
                </c:pt>
                <c:pt idx="15083">
                  <c:v>1.0352621592995879</c:v>
                </c:pt>
                <c:pt idx="15084">
                  <c:v>1.0360889078537303</c:v>
                </c:pt>
                <c:pt idx="15085">
                  <c:v>1.0365242525608886</c:v>
                </c:pt>
                <c:pt idx="15086">
                  <c:v>1.0376570631757813</c:v>
                </c:pt>
                <c:pt idx="15087">
                  <c:v>1.0382186426084108</c:v>
                </c:pt>
                <c:pt idx="15088">
                  <c:v>1.0387398370886258</c:v>
                </c:pt>
                <c:pt idx="15089">
                  <c:v>1.0381950212211495</c:v>
                </c:pt>
                <c:pt idx="15090">
                  <c:v>1.0384162494824885</c:v>
                </c:pt>
                <c:pt idx="15091">
                  <c:v>1.0376679848924719</c:v>
                </c:pt>
                <c:pt idx="15092">
                  <c:v>1.0365537157966123</c:v>
                </c:pt>
                <c:pt idx="15093">
                  <c:v>1.035628925785665</c:v>
                </c:pt>
                <c:pt idx="15094">
                  <c:v>1.035115859094615</c:v>
                </c:pt>
                <c:pt idx="15095">
                  <c:v>1.0328024871034844</c:v>
                </c:pt>
                <c:pt idx="15096">
                  <c:v>1.0320684461445071</c:v>
                </c:pt>
                <c:pt idx="15097">
                  <c:v>1.0335024929453329</c:v>
                </c:pt>
                <c:pt idx="15098">
                  <c:v>1.0337950933552784</c:v>
                </c:pt>
                <c:pt idx="15099">
                  <c:v>1.0331961768911715</c:v>
                </c:pt>
                <c:pt idx="15100">
                  <c:v>1.0314941670413069</c:v>
                </c:pt>
                <c:pt idx="15101">
                  <c:v>1.0326231677550284</c:v>
                </c:pt>
                <c:pt idx="15102">
                  <c:v>1.0345281183406103</c:v>
                </c:pt>
                <c:pt idx="15103">
                  <c:v>1.0353195618105666</c:v>
                </c:pt>
                <c:pt idx="15104">
                  <c:v>1.035828564607034</c:v>
                </c:pt>
                <c:pt idx="15105">
                  <c:v>1.0362496856831533</c:v>
                </c:pt>
                <c:pt idx="15106">
                  <c:v>1.0360642704928233</c:v>
                </c:pt>
                <c:pt idx="15107">
                  <c:v>1.0346667987432405</c:v>
                </c:pt>
                <c:pt idx="15108">
                  <c:v>1.0328428720558989</c:v>
                </c:pt>
                <c:pt idx="15109">
                  <c:v>1.0331316625646731</c:v>
                </c:pt>
                <c:pt idx="15110">
                  <c:v>1.0332492615141564</c:v>
                </c:pt>
                <c:pt idx="15111">
                  <c:v>1.0323186296547469</c:v>
                </c:pt>
                <c:pt idx="15112">
                  <c:v>1.030943509325368</c:v>
                </c:pt>
                <c:pt idx="15113">
                  <c:v>1.0293931335421158</c:v>
                </c:pt>
                <c:pt idx="15114">
                  <c:v>1.0290558302917623</c:v>
                </c:pt>
                <c:pt idx="15115">
                  <c:v>1.0299437912580547</c:v>
                </c:pt>
                <c:pt idx="15116">
                  <c:v>1.0306661485201074</c:v>
                </c:pt>
                <c:pt idx="15117">
                  <c:v>1.0307100893802814</c:v>
                </c:pt>
                <c:pt idx="15118">
                  <c:v>1.030905664307068</c:v>
                </c:pt>
                <c:pt idx="15119">
                  <c:v>1.0304822572902459</c:v>
                </c:pt>
                <c:pt idx="15120">
                  <c:v>1.0302427415032853</c:v>
                </c:pt>
                <c:pt idx="15121">
                  <c:v>1.0311774372572775</c:v>
                </c:pt>
                <c:pt idx="15122">
                  <c:v>1.0315137245339856</c:v>
                </c:pt>
                <c:pt idx="15123">
                  <c:v>1.0305965543253808</c:v>
                </c:pt>
                <c:pt idx="15124">
                  <c:v>1.0286578226160814</c:v>
                </c:pt>
                <c:pt idx="15125">
                  <c:v>1.0276690262654586</c:v>
                </c:pt>
                <c:pt idx="15126">
                  <c:v>1.0274091910055854</c:v>
                </c:pt>
                <c:pt idx="15127">
                  <c:v>1.0280444285275241</c:v>
                </c:pt>
                <c:pt idx="15128">
                  <c:v>1.0295277500501636</c:v>
                </c:pt>
                <c:pt idx="15129">
                  <c:v>1.0307842554564135</c:v>
                </c:pt>
                <c:pt idx="15130">
                  <c:v>1.0333455250170811</c:v>
                </c:pt>
                <c:pt idx="15131">
                  <c:v>1.0354701799035333</c:v>
                </c:pt>
                <c:pt idx="15132">
                  <c:v>1.0361422464701266</c:v>
                </c:pt>
                <c:pt idx="15133">
                  <c:v>1.0347021038274267</c:v>
                </c:pt>
                <c:pt idx="15134">
                  <c:v>1.0322548773084825</c:v>
                </c:pt>
                <c:pt idx="15135">
                  <c:v>1.0312455074915357</c:v>
                </c:pt>
                <c:pt idx="15136">
                  <c:v>1.03017517925585</c:v>
                </c:pt>
                <c:pt idx="15137">
                  <c:v>1.0289014022976244</c:v>
                </c:pt>
                <c:pt idx="15138">
                  <c:v>1.0275298378760056</c:v>
                </c:pt>
                <c:pt idx="15139">
                  <c:v>1.0274894529235912</c:v>
                </c:pt>
                <c:pt idx="15140">
                  <c:v>1.0266980094536349</c:v>
                </c:pt>
                <c:pt idx="15141">
                  <c:v>1.0264056630371008</c:v>
                </c:pt>
                <c:pt idx="15142">
                  <c:v>1.0272458732420482</c:v>
                </c:pt>
                <c:pt idx="15143">
                  <c:v>1.028192760679788</c:v>
                </c:pt>
                <c:pt idx="15144">
                  <c:v>1.0289298495597023</c:v>
                </c:pt>
                <c:pt idx="15145">
                  <c:v>1.0284508179857814</c:v>
                </c:pt>
                <c:pt idx="15146">
                  <c:v>1.0273314690216935</c:v>
                </c:pt>
                <c:pt idx="15147">
                  <c:v>1.0266700701783795</c:v>
                </c:pt>
                <c:pt idx="15148">
                  <c:v>1.0245079766630854</c:v>
                </c:pt>
                <c:pt idx="15149">
                  <c:v>1.0228658838589726</c:v>
                </c:pt>
                <c:pt idx="15150">
                  <c:v>1.0231768733919042</c:v>
                </c:pt>
                <c:pt idx="15151">
                  <c:v>1.0226288318081029</c:v>
                </c:pt>
                <c:pt idx="15152">
                  <c:v>1.0220674809695436</c:v>
                </c:pt>
                <c:pt idx="15153">
                  <c:v>1.0222180228644868</c:v>
                </c:pt>
                <c:pt idx="15154">
                  <c:v>1.0228656552649025</c:v>
                </c:pt>
                <c:pt idx="15155">
                  <c:v>1.0230472605540613</c:v>
                </c:pt>
                <c:pt idx="15156">
                  <c:v>1.0223360790021108</c:v>
                </c:pt>
                <c:pt idx="15157">
                  <c:v>1.0211268417697246</c:v>
                </c:pt>
                <c:pt idx="15158">
                  <c:v>1.02048479722436</c:v>
                </c:pt>
                <c:pt idx="15159">
                  <c:v>1.0201210278605373</c:v>
                </c:pt>
                <c:pt idx="15160">
                  <c:v>1.0213461142817954</c:v>
                </c:pt>
                <c:pt idx="15161">
                  <c:v>1.0228302231840105</c:v>
                </c:pt>
                <c:pt idx="15162">
                  <c:v>1.0212825905296017</c:v>
                </c:pt>
                <c:pt idx="15163">
                  <c:v>1.0194508662445296</c:v>
                </c:pt>
                <c:pt idx="15164">
                  <c:v>1.0188642684608762</c:v>
                </c:pt>
                <c:pt idx="15165">
                  <c:v>1.0193195008521478</c:v>
                </c:pt>
                <c:pt idx="15166">
                  <c:v>1.0205367642763348</c:v>
                </c:pt>
                <c:pt idx="15167">
                  <c:v>1.0211603435006895</c:v>
                </c:pt>
                <c:pt idx="15168">
                  <c:v>1.0217491002283401</c:v>
                </c:pt>
                <c:pt idx="15169">
                  <c:v>1.0217430297858074</c:v>
                </c:pt>
                <c:pt idx="15170">
                  <c:v>1.0209655559534785</c:v>
                </c:pt>
                <c:pt idx="15171">
                  <c:v>1.0200957555161019</c:v>
                </c:pt>
                <c:pt idx="15172">
                  <c:v>1.0181579889817658</c:v>
                </c:pt>
                <c:pt idx="15173">
                  <c:v>1.0168335657373049</c:v>
                </c:pt>
                <c:pt idx="15174">
                  <c:v>1.0174730195498729</c:v>
                </c:pt>
                <c:pt idx="15175">
                  <c:v>1.0174332187823047</c:v>
                </c:pt>
                <c:pt idx="15176">
                  <c:v>1.0164891252720905</c:v>
                </c:pt>
                <c:pt idx="15177">
                  <c:v>1.0179573849854335</c:v>
                </c:pt>
                <c:pt idx="15178">
                  <c:v>1.0184014162672621</c:v>
                </c:pt>
                <c:pt idx="15179">
                  <c:v>1.0182867636413511</c:v>
                </c:pt>
                <c:pt idx="15180">
                  <c:v>1.0182792708357145</c:v>
                </c:pt>
                <c:pt idx="15181">
                  <c:v>1.017084739821849</c:v>
                </c:pt>
                <c:pt idx="15182">
                  <c:v>1.017279324174331</c:v>
                </c:pt>
                <c:pt idx="15183">
                  <c:v>1.0178731099715272</c:v>
                </c:pt>
                <c:pt idx="15184">
                  <c:v>1.0185843423221601</c:v>
                </c:pt>
                <c:pt idx="15185">
                  <c:v>1.0195098435146592</c:v>
                </c:pt>
                <c:pt idx="15186">
                  <c:v>1.0193681151910921</c:v>
                </c:pt>
                <c:pt idx="15187">
                  <c:v>1.0175279329254199</c:v>
                </c:pt>
                <c:pt idx="15188">
                  <c:v>1.0167283362669572</c:v>
                </c:pt>
                <c:pt idx="15189">
                  <c:v>1.0169912194477675</c:v>
                </c:pt>
                <c:pt idx="15190">
                  <c:v>1.0160774273515345</c:v>
                </c:pt>
                <c:pt idx="15191">
                  <c:v>1.0149955678149709</c:v>
                </c:pt>
                <c:pt idx="15192">
                  <c:v>1.0143566473885668</c:v>
                </c:pt>
                <c:pt idx="15193">
                  <c:v>1.0151253076495195</c:v>
                </c:pt>
                <c:pt idx="15194">
                  <c:v>1.0156681423683869</c:v>
                </c:pt>
                <c:pt idx="15195">
                  <c:v>1.0164040374792678</c:v>
                </c:pt>
                <c:pt idx="15196">
                  <c:v>1.0178628486377064</c:v>
                </c:pt>
                <c:pt idx="15197">
                  <c:v>1.019315563954271</c:v>
                </c:pt>
                <c:pt idx="15198">
                  <c:v>1.0182428989792005</c:v>
                </c:pt>
                <c:pt idx="15199">
                  <c:v>1.0158563006875601</c:v>
                </c:pt>
                <c:pt idx="15200">
                  <c:v>1.0148712888387674</c:v>
                </c:pt>
                <c:pt idx="15201">
                  <c:v>1.0141731371488223</c:v>
                </c:pt>
                <c:pt idx="15202">
                  <c:v>1.0145346459712834</c:v>
                </c:pt>
                <c:pt idx="15203">
                  <c:v>1.0151714074536906</c:v>
                </c:pt>
                <c:pt idx="15204">
                  <c:v>1.0154517653812061</c:v>
                </c:pt>
                <c:pt idx="15205">
                  <c:v>1.0163790699269262</c:v>
                </c:pt>
                <c:pt idx="15206">
                  <c:v>1.0173084572186197</c:v>
                </c:pt>
                <c:pt idx="15207">
                  <c:v>1.0177855838419552</c:v>
                </c:pt>
                <c:pt idx="15208">
                  <c:v>1.0167390547889188</c:v>
                </c:pt>
                <c:pt idx="15209">
                  <c:v>1.0144827551173323</c:v>
                </c:pt>
                <c:pt idx="15210">
                  <c:v>1.0143476814211438</c:v>
                </c:pt>
                <c:pt idx="15211">
                  <c:v>1.0150485508405911</c:v>
                </c:pt>
                <c:pt idx="15212">
                  <c:v>1.0158757311835331</c:v>
                </c:pt>
                <c:pt idx="15213">
                  <c:v>1.0154678685634895</c:v>
                </c:pt>
                <c:pt idx="15214">
                  <c:v>1.0145073924782391</c:v>
                </c:pt>
                <c:pt idx="15215">
                  <c:v>1.0153274864050026</c:v>
                </c:pt>
                <c:pt idx="15216">
                  <c:v>1.0165669742526879</c:v>
                </c:pt>
                <c:pt idx="15217">
                  <c:v>1.0177995788789238</c:v>
                </c:pt>
                <c:pt idx="15218">
                  <c:v>1.0159311525459029</c:v>
                </c:pt>
                <c:pt idx="15219">
                  <c:v>1.0141211446975065</c:v>
                </c:pt>
                <c:pt idx="15220">
                  <c:v>1.0156369519774657</c:v>
                </c:pt>
                <c:pt idx="15221">
                  <c:v>1.0158066957743117</c:v>
                </c:pt>
                <c:pt idx="15222">
                  <c:v>1.0155104378592419</c:v>
                </c:pt>
                <c:pt idx="15223">
                  <c:v>1.0152326198658406</c:v>
                </c:pt>
                <c:pt idx="15224">
                  <c:v>1.015578304898771</c:v>
                </c:pt>
                <c:pt idx="15225">
                  <c:v>1.0170815649042064</c:v>
                </c:pt>
                <c:pt idx="15226">
                  <c:v>1.0179480380278936</c:v>
                </c:pt>
                <c:pt idx="15227">
                  <c:v>1.0177451480908586</c:v>
                </c:pt>
                <c:pt idx="15228">
                  <c:v>1.0169980518705344</c:v>
                </c:pt>
                <c:pt idx="15229">
                  <c:v>1.0150963777999598</c:v>
                </c:pt>
                <c:pt idx="15230">
                  <c:v>1.013855518387853</c:v>
                </c:pt>
                <c:pt idx="15231">
                  <c:v>1.0138964113270901</c:v>
                </c:pt>
                <c:pt idx="15232">
                  <c:v>1.013576862216194</c:v>
                </c:pt>
                <c:pt idx="15233">
                  <c:v>1.0139251379819207</c:v>
                </c:pt>
                <c:pt idx="15234">
                  <c:v>1.0147099268244981</c:v>
                </c:pt>
                <c:pt idx="15235">
                  <c:v>1.01529604202067</c:v>
                </c:pt>
                <c:pt idx="15236">
                  <c:v>1.0158472585221139</c:v>
                </c:pt>
                <c:pt idx="15237">
                  <c:v>1.015366245799584</c:v>
                </c:pt>
                <c:pt idx="15238">
                  <c:v>1.0149199793757351</c:v>
                </c:pt>
                <c:pt idx="15239">
                  <c:v>1.0155029704529464</c:v>
                </c:pt>
                <c:pt idx="15240">
                  <c:v>1.0173376918602732</c:v>
                </c:pt>
                <c:pt idx="15241">
                  <c:v>1.0187978491837921</c:v>
                </c:pt>
                <c:pt idx="15242">
                  <c:v>1.0172621034210372</c:v>
                </c:pt>
                <c:pt idx="15243">
                  <c:v>1.0148674535382551</c:v>
                </c:pt>
                <c:pt idx="15244">
                  <c:v>1.0135856249888877</c:v>
                </c:pt>
                <c:pt idx="15245">
                  <c:v>1.0132059302381695</c:v>
                </c:pt>
                <c:pt idx="15246">
                  <c:v>1.0125996225657907</c:v>
                </c:pt>
                <c:pt idx="15247">
                  <c:v>1.0129462727736842</c:v>
                </c:pt>
                <c:pt idx="15248">
                  <c:v>1.0148844710968197</c:v>
                </c:pt>
                <c:pt idx="15249">
                  <c:v>1.0168488053419895</c:v>
                </c:pt>
                <c:pt idx="15250">
                  <c:v>1.0164862297472004</c:v>
                </c:pt>
                <c:pt idx="15251">
                  <c:v>1.0141354445265689</c:v>
                </c:pt>
                <c:pt idx="15252">
                  <c:v>1.0122798702601654</c:v>
                </c:pt>
                <c:pt idx="15253">
                  <c:v>1.0129376623970374</c:v>
                </c:pt>
                <c:pt idx="15254">
                  <c:v>1.0150969873841473</c:v>
                </c:pt>
                <c:pt idx="15255">
                  <c:v>1.0158369463896106</c:v>
                </c:pt>
                <c:pt idx="15256">
                  <c:v>1.0157291515858078</c:v>
                </c:pt>
                <c:pt idx="15257">
                  <c:v>1.0147252172278651</c:v>
                </c:pt>
                <c:pt idx="15258">
                  <c:v>1.0148487342238341</c:v>
                </c:pt>
                <c:pt idx="15259">
                  <c:v>1.0166794933339429</c:v>
                </c:pt>
                <c:pt idx="15260">
                  <c:v>1.0162556545283215</c:v>
                </c:pt>
                <c:pt idx="15261">
                  <c:v>1.0168015117687847</c:v>
                </c:pt>
                <c:pt idx="15262">
                  <c:v>1.0185141131439051</c:v>
                </c:pt>
                <c:pt idx="15263">
                  <c:v>1.0193399219224253</c:v>
                </c:pt>
                <c:pt idx="15264">
                  <c:v>1.0191693145479805</c:v>
                </c:pt>
                <c:pt idx="15265">
                  <c:v>1.0181993899078259</c:v>
                </c:pt>
                <c:pt idx="15266">
                  <c:v>1.015765167851546</c:v>
                </c:pt>
                <c:pt idx="15267">
                  <c:v>1.0128779739453559</c:v>
                </c:pt>
                <c:pt idx="15268">
                  <c:v>1.0124752165928816</c:v>
                </c:pt>
                <c:pt idx="15269">
                  <c:v>1.0130864517374418</c:v>
                </c:pt>
                <c:pt idx="15270">
                  <c:v>1.0137520414720442</c:v>
                </c:pt>
                <c:pt idx="15271">
                  <c:v>1.014108064036819</c:v>
                </c:pt>
                <c:pt idx="15272">
                  <c:v>1.0135379250262249</c:v>
                </c:pt>
                <c:pt idx="15273">
                  <c:v>1.0131138830258744</c:v>
                </c:pt>
                <c:pt idx="15274">
                  <c:v>1.0125322635130845</c:v>
                </c:pt>
                <c:pt idx="15275">
                  <c:v>1.0133691718036835</c:v>
                </c:pt>
                <c:pt idx="15276">
                  <c:v>1.0150331842392009</c:v>
                </c:pt>
                <c:pt idx="15277">
                  <c:v>1.0159210944068111</c:v>
                </c:pt>
                <c:pt idx="15278">
                  <c:v>1.0151977719697951</c:v>
                </c:pt>
                <c:pt idx="15279">
                  <c:v>1.0140349139343325</c:v>
                </c:pt>
                <c:pt idx="15280">
                  <c:v>1.0141756262842543</c:v>
                </c:pt>
                <c:pt idx="15281">
                  <c:v>1.0141045589277413</c:v>
                </c:pt>
                <c:pt idx="15282">
                  <c:v>1.0139186103512474</c:v>
                </c:pt>
                <c:pt idx="15283">
                  <c:v>1.0154041670159075</c:v>
                </c:pt>
                <c:pt idx="15284">
                  <c:v>1.0159883518621526</c:v>
                </c:pt>
                <c:pt idx="15285">
                  <c:v>1.0163111012900325</c:v>
                </c:pt>
                <c:pt idx="15286">
                  <c:v>1.0176603396907884</c:v>
                </c:pt>
                <c:pt idx="15287">
                  <c:v>1.018196545181618</c:v>
                </c:pt>
                <c:pt idx="15288">
                  <c:v>1.0194634389183945</c:v>
                </c:pt>
                <c:pt idx="15289">
                  <c:v>1.0192003779421961</c:v>
                </c:pt>
                <c:pt idx="15290">
                  <c:v>1.018243356167341</c:v>
                </c:pt>
                <c:pt idx="15291">
                  <c:v>1.0173128767039783</c:v>
                </c:pt>
                <c:pt idx="15292">
                  <c:v>1.0157916085656737</c:v>
                </c:pt>
                <c:pt idx="15293">
                  <c:v>1.0148932846681957</c:v>
                </c:pt>
                <c:pt idx="15294">
                  <c:v>1.0140176677816977</c:v>
                </c:pt>
                <c:pt idx="15295">
                  <c:v>1.0139922176418743</c:v>
                </c:pt>
                <c:pt idx="15296">
                  <c:v>1.0144801135858537</c:v>
                </c:pt>
                <c:pt idx="15297">
                  <c:v>1.0143349563512323</c:v>
                </c:pt>
                <c:pt idx="15298">
                  <c:v>1.013539017197894</c:v>
                </c:pt>
                <c:pt idx="15299">
                  <c:v>1.014117995179205</c:v>
                </c:pt>
                <c:pt idx="15300">
                  <c:v>1.0139232838300174</c:v>
                </c:pt>
                <c:pt idx="15301">
                  <c:v>1.012806550998067</c:v>
                </c:pt>
                <c:pt idx="15302">
                  <c:v>1.0129909248154103</c:v>
                </c:pt>
                <c:pt idx="15303">
                  <c:v>1.0143774748483025</c:v>
                </c:pt>
                <c:pt idx="15304">
                  <c:v>1.0148582081780799</c:v>
                </c:pt>
                <c:pt idx="15305">
                  <c:v>1.0144762528860001</c:v>
                </c:pt>
                <c:pt idx="15306">
                  <c:v>1.0132761340170835</c:v>
                </c:pt>
                <c:pt idx="15307">
                  <c:v>1.0136461516188271</c:v>
                </c:pt>
                <c:pt idx="15308">
                  <c:v>1.0133942409533896</c:v>
                </c:pt>
                <c:pt idx="15309">
                  <c:v>1.0133605614270367</c:v>
                </c:pt>
                <c:pt idx="15310">
                  <c:v>1.0141850494398175</c:v>
                </c:pt>
                <c:pt idx="15311">
                  <c:v>1.0152391220971728</c:v>
                </c:pt>
                <c:pt idx="15312">
                  <c:v>1.0148562270294708</c:v>
                </c:pt>
                <c:pt idx="15313">
                  <c:v>1.014354920233369</c:v>
                </c:pt>
                <c:pt idx="15314">
                  <c:v>1.0143734871517434</c:v>
                </c:pt>
                <c:pt idx="15315">
                  <c:v>1.014555422632337</c:v>
                </c:pt>
                <c:pt idx="15316">
                  <c:v>1.0144640358029113</c:v>
                </c:pt>
                <c:pt idx="15317">
                  <c:v>1.0141460106524838</c:v>
                </c:pt>
                <c:pt idx="15318">
                  <c:v>1.0129767773823948</c:v>
                </c:pt>
                <c:pt idx="15319">
                  <c:v>1.0111245558290218</c:v>
                </c:pt>
                <c:pt idx="15320">
                  <c:v>1.0103552351851992</c:v>
                </c:pt>
                <c:pt idx="15321">
                  <c:v>1.010863933189573</c:v>
                </c:pt>
                <c:pt idx="15322">
                  <c:v>1.012558831223918</c:v>
                </c:pt>
                <c:pt idx="15323">
                  <c:v>1.0138189687359509</c:v>
                </c:pt>
                <c:pt idx="15324">
                  <c:v>1.0148232586846697</c:v>
                </c:pt>
                <c:pt idx="15325">
                  <c:v>1.0164115810835868</c:v>
                </c:pt>
                <c:pt idx="15326">
                  <c:v>1.0161919275813984</c:v>
                </c:pt>
                <c:pt idx="15327">
                  <c:v>1.015665602434273</c:v>
                </c:pt>
                <c:pt idx="15328">
                  <c:v>1.014961202506407</c:v>
                </c:pt>
                <c:pt idx="15329">
                  <c:v>1.0130905156320245</c:v>
                </c:pt>
                <c:pt idx="15330">
                  <c:v>1.0112888895662047</c:v>
                </c:pt>
                <c:pt idx="15331">
                  <c:v>1.0117513099710194</c:v>
                </c:pt>
                <c:pt idx="15332">
                  <c:v>1.0138673290814837</c:v>
                </c:pt>
                <c:pt idx="15333">
                  <c:v>1.0137627853933469</c:v>
                </c:pt>
                <c:pt idx="15334">
                  <c:v>1.0122844675409119</c:v>
                </c:pt>
                <c:pt idx="15335">
                  <c:v>1.0124020410910541</c:v>
                </c:pt>
                <c:pt idx="15336">
                  <c:v>1.0140658757311836</c:v>
                </c:pt>
                <c:pt idx="15337">
                  <c:v>1.0148485564284462</c:v>
                </c:pt>
                <c:pt idx="15338">
                  <c:v>1.0152171262677445</c:v>
                </c:pt>
                <c:pt idx="15339">
                  <c:v>1.0154890008153188</c:v>
                </c:pt>
                <c:pt idx="15340">
                  <c:v>1.014772917190528</c:v>
                </c:pt>
                <c:pt idx="15341">
                  <c:v>1.0154654302267399</c:v>
                </c:pt>
                <c:pt idx="15342">
                  <c:v>1.0169197203024554</c:v>
                </c:pt>
                <c:pt idx="15343">
                  <c:v>1.0160802466784011</c:v>
                </c:pt>
                <c:pt idx="15344">
                  <c:v>1.0147901633431629</c:v>
                </c:pt>
                <c:pt idx="15345">
                  <c:v>1.014858411372809</c:v>
                </c:pt>
                <c:pt idx="15346">
                  <c:v>1.0157962566451026</c:v>
                </c:pt>
                <c:pt idx="15347">
                  <c:v>1.0152908859544183</c:v>
                </c:pt>
                <c:pt idx="15348">
                  <c:v>1.0138900106931226</c:v>
                </c:pt>
                <c:pt idx="15349">
                  <c:v>1.0134633525606345</c:v>
                </c:pt>
                <c:pt idx="15350">
                  <c:v>1.0138353259116459</c:v>
                </c:pt>
                <c:pt idx="15351">
                  <c:v>1.0147504895723005</c:v>
                </c:pt>
                <c:pt idx="15352">
                  <c:v>1.0148611545016522</c:v>
                </c:pt>
                <c:pt idx="15353">
                  <c:v>1.0144588797366596</c:v>
                </c:pt>
                <c:pt idx="15354">
                  <c:v>1.014144639088062</c:v>
                </c:pt>
                <c:pt idx="15355">
                  <c:v>1.0146443965243541</c:v>
                </c:pt>
                <c:pt idx="15356">
                  <c:v>1.0161748084254694</c:v>
                </c:pt>
                <c:pt idx="15357">
                  <c:v>1.0176564027929116</c:v>
                </c:pt>
                <c:pt idx="15358">
                  <c:v>1.0186115958152047</c:v>
                </c:pt>
                <c:pt idx="15359">
                  <c:v>1.0180243630480226</c:v>
                </c:pt>
                <c:pt idx="15360">
                  <c:v>1.0172873757654726</c:v>
                </c:pt>
                <c:pt idx="15361">
                  <c:v>1.0171275123123307</c:v>
                </c:pt>
                <c:pt idx="15362">
                  <c:v>1.0166137598390699</c:v>
                </c:pt>
                <c:pt idx="15363">
                  <c:v>1.017003919118338</c:v>
                </c:pt>
                <c:pt idx="15364">
                  <c:v>1.0167385976007783</c:v>
                </c:pt>
                <c:pt idx="15365">
                  <c:v>1.0162376209961113</c:v>
                </c:pt>
                <c:pt idx="15366">
                  <c:v>1.0162906040217317</c:v>
                </c:pt>
                <c:pt idx="15367">
                  <c:v>1.0143051375247325</c:v>
                </c:pt>
                <c:pt idx="15368">
                  <c:v>1.0136819646898358</c:v>
                </c:pt>
                <c:pt idx="15369">
                  <c:v>1.0143811069540856</c:v>
                </c:pt>
                <c:pt idx="15370">
                  <c:v>1.014071184193482</c:v>
                </c:pt>
                <c:pt idx="15371">
                  <c:v>1.014783153125008</c:v>
                </c:pt>
                <c:pt idx="15372">
                  <c:v>1.0150288663512068</c:v>
                </c:pt>
                <c:pt idx="15373">
                  <c:v>1.0151188562168698</c:v>
                </c:pt>
                <c:pt idx="15374">
                  <c:v>1.0150285869584543</c:v>
                </c:pt>
                <c:pt idx="15375">
                  <c:v>1.013785467004986</c:v>
                </c:pt>
                <c:pt idx="15376">
                  <c:v>1.0122117492272251</c:v>
                </c:pt>
                <c:pt idx="15377">
                  <c:v>1.0129364432286627</c:v>
                </c:pt>
                <c:pt idx="15378">
                  <c:v>1.013687577944228</c:v>
                </c:pt>
                <c:pt idx="15379">
                  <c:v>1.014545186697857</c:v>
                </c:pt>
                <c:pt idx="15380">
                  <c:v>1.0156451051659721</c:v>
                </c:pt>
                <c:pt idx="15381">
                  <c:v>1.0171634523800452</c:v>
                </c:pt>
                <c:pt idx="15382">
                  <c:v>1.0186647820355541</c:v>
                </c:pt>
                <c:pt idx="15383">
                  <c:v>1.0171829590740415</c:v>
                </c:pt>
                <c:pt idx="15384">
                  <c:v>1.0155145271531656</c:v>
                </c:pt>
                <c:pt idx="15385">
                  <c:v>1.0149695588896424</c:v>
                </c:pt>
                <c:pt idx="15386">
                  <c:v>1.01443284541199</c:v>
                </c:pt>
                <c:pt idx="15387">
                  <c:v>1.0133931741810618</c:v>
                </c:pt>
                <c:pt idx="15388">
                  <c:v>1.0123956658564277</c:v>
                </c:pt>
                <c:pt idx="15389">
                  <c:v>1.0133528654266708</c:v>
                </c:pt>
                <c:pt idx="15390">
                  <c:v>1.013922648846489</c:v>
                </c:pt>
                <c:pt idx="15391">
                  <c:v>1.0132862937535401</c:v>
                </c:pt>
                <c:pt idx="15392">
                  <c:v>1.0134742488779842</c:v>
                </c:pt>
                <c:pt idx="15393">
                  <c:v>1.0142588599251736</c:v>
                </c:pt>
                <c:pt idx="15394">
                  <c:v>1.01384165034759</c:v>
                </c:pt>
                <c:pt idx="15395">
                  <c:v>1.0139844962421676</c:v>
                </c:pt>
                <c:pt idx="15396">
                  <c:v>1.0148938942523831</c:v>
                </c:pt>
                <c:pt idx="15397">
                  <c:v>1.0147090632468994</c:v>
                </c:pt>
                <c:pt idx="15398">
                  <c:v>1.015264013451491</c:v>
                </c:pt>
                <c:pt idx="15399">
                  <c:v>1.0172505467208182</c:v>
                </c:pt>
                <c:pt idx="15400">
                  <c:v>1.0190461785421285</c:v>
                </c:pt>
                <c:pt idx="15401">
                  <c:v>1.0189569760560411</c:v>
                </c:pt>
                <c:pt idx="15402">
                  <c:v>1.0167519830535596</c:v>
                </c:pt>
                <c:pt idx="15403">
                  <c:v>1.0152816151949018</c:v>
                </c:pt>
                <c:pt idx="15404">
                  <c:v>1.0159922125620062</c:v>
                </c:pt>
                <c:pt idx="15405">
                  <c:v>1.017798334311208</c:v>
                </c:pt>
                <c:pt idx="15406">
                  <c:v>1.0171004874133565</c:v>
                </c:pt>
                <c:pt idx="15407">
                  <c:v>1.0153018076711091</c:v>
                </c:pt>
                <c:pt idx="15408">
                  <c:v>1.014643126557297</c:v>
                </c:pt>
                <c:pt idx="15409">
                  <c:v>1.0148958500016509</c:v>
                </c:pt>
                <c:pt idx="15410">
                  <c:v>1.0160417920759135</c:v>
                </c:pt>
                <c:pt idx="15411">
                  <c:v>1.0174159726296699</c:v>
                </c:pt>
                <c:pt idx="15412">
                  <c:v>1.0183738325827827</c:v>
                </c:pt>
                <c:pt idx="15413">
                  <c:v>1.0183427691885671</c:v>
                </c:pt>
                <c:pt idx="15414">
                  <c:v>1.0170205556867855</c:v>
                </c:pt>
                <c:pt idx="15415">
                  <c:v>1.014416996223118</c:v>
                </c:pt>
                <c:pt idx="15416">
                  <c:v>1.0132024505284334</c:v>
                </c:pt>
                <c:pt idx="15417">
                  <c:v>1.013281417080041</c:v>
                </c:pt>
                <c:pt idx="15418">
                  <c:v>1.0143765604720214</c:v>
                </c:pt>
                <c:pt idx="15419">
                  <c:v>1.0153155487146663</c:v>
                </c:pt>
                <c:pt idx="15420">
                  <c:v>1.0158194462435644</c:v>
                </c:pt>
                <c:pt idx="15421">
                  <c:v>1.0147646624046571</c:v>
                </c:pt>
                <c:pt idx="15422">
                  <c:v>1.0144571525814621</c:v>
                </c:pt>
                <c:pt idx="15423">
                  <c:v>1.0138483049749689</c:v>
                </c:pt>
                <c:pt idx="15424">
                  <c:v>1.0129246325350321</c:v>
                </c:pt>
                <c:pt idx="15425">
                  <c:v>1.0116331014373487</c:v>
                </c:pt>
                <c:pt idx="15426">
                  <c:v>1.010438545024142</c:v>
                </c:pt>
                <c:pt idx="15427">
                  <c:v>1.0123567540657996</c:v>
                </c:pt>
                <c:pt idx="15428">
                  <c:v>1.0150289933479126</c:v>
                </c:pt>
                <c:pt idx="15429">
                  <c:v>1.015705936588005</c:v>
                </c:pt>
                <c:pt idx="15430">
                  <c:v>1.0154404118757159</c:v>
                </c:pt>
                <c:pt idx="15431">
                  <c:v>1.0154000523226427</c:v>
                </c:pt>
                <c:pt idx="15432">
                  <c:v>1.0150804016143822</c:v>
                </c:pt>
                <c:pt idx="15433">
                  <c:v>1.0140485787798665</c:v>
                </c:pt>
                <c:pt idx="15434">
                  <c:v>1.0139890427242317</c:v>
                </c:pt>
                <c:pt idx="15435">
                  <c:v>1.0138334971590837</c:v>
                </c:pt>
                <c:pt idx="15436">
                  <c:v>1.0155416536495043</c:v>
                </c:pt>
                <c:pt idx="15437">
                  <c:v>1.0178255878042524</c:v>
                </c:pt>
                <c:pt idx="15438">
                  <c:v>1.0179769170787709</c:v>
                </c:pt>
                <c:pt idx="15439">
                  <c:v>1.0177948038027893</c:v>
                </c:pt>
                <c:pt idx="15440">
                  <c:v>1.0186993505388471</c:v>
                </c:pt>
                <c:pt idx="15441">
                  <c:v>1.0177384426647973</c:v>
                </c:pt>
                <c:pt idx="15442">
                  <c:v>1.0155751299811282</c:v>
                </c:pt>
                <c:pt idx="15443">
                  <c:v>1.015815407748323</c:v>
                </c:pt>
                <c:pt idx="15444">
                  <c:v>1.0166945551432396</c:v>
                </c:pt>
                <c:pt idx="15445">
                  <c:v>1.0179009222500768</c:v>
                </c:pt>
                <c:pt idx="15446">
                  <c:v>1.0182383778964774</c:v>
                </c:pt>
                <c:pt idx="15447">
                  <c:v>1.0169119481040663</c:v>
                </c:pt>
                <c:pt idx="15448">
                  <c:v>1.0155159241169285</c:v>
                </c:pt>
                <c:pt idx="15449">
                  <c:v>1.0143429825430328</c:v>
                </c:pt>
                <c:pt idx="15450">
                  <c:v>1.0135349279039703</c:v>
                </c:pt>
                <c:pt idx="15451">
                  <c:v>1.0140678314804514</c:v>
                </c:pt>
                <c:pt idx="15452">
                  <c:v>1.0141481695964807</c:v>
                </c:pt>
                <c:pt idx="15453">
                  <c:v>1.0141801727663184</c:v>
                </c:pt>
                <c:pt idx="15454">
                  <c:v>1.0150614283065498</c:v>
                </c:pt>
                <c:pt idx="15455">
                  <c:v>1.0162259118998453</c:v>
                </c:pt>
                <c:pt idx="15456">
                  <c:v>1.0164666214558393</c:v>
                </c:pt>
                <c:pt idx="15457">
                  <c:v>1.0161479867212244</c:v>
                </c:pt>
                <c:pt idx="15458">
                  <c:v>1.0161455737838161</c:v>
                </c:pt>
                <c:pt idx="15459">
                  <c:v>1.0160486498980217</c:v>
                </c:pt>
                <c:pt idx="15460">
                  <c:v>1.0166322251600795</c:v>
                </c:pt>
                <c:pt idx="15461">
                  <c:v>1.0163105171051863</c:v>
                </c:pt>
                <c:pt idx="15462">
                  <c:v>1.0160680041959711</c:v>
                </c:pt>
                <c:pt idx="15463">
                  <c:v>1.0148318182626344</c:v>
                </c:pt>
                <c:pt idx="15464">
                  <c:v>1.0140651391502904</c:v>
                </c:pt>
                <c:pt idx="15465">
                  <c:v>1.0158617869452466</c:v>
                </c:pt>
                <c:pt idx="15466">
                  <c:v>1.0167065436322582</c:v>
                </c:pt>
                <c:pt idx="15467">
                  <c:v>1.0151417918219201</c:v>
                </c:pt>
                <c:pt idx="15468">
                  <c:v>1.0144127545331474</c:v>
                </c:pt>
                <c:pt idx="15469">
                  <c:v>1.0128156185628545</c:v>
                </c:pt>
                <c:pt idx="15470">
                  <c:v>1.010915036663949</c:v>
                </c:pt>
                <c:pt idx="15471">
                  <c:v>1.0107472994150533</c:v>
                </c:pt>
                <c:pt idx="15472">
                  <c:v>1.0111115513663576</c:v>
                </c:pt>
                <c:pt idx="15473">
                  <c:v>1.0118950448425368</c:v>
                </c:pt>
                <c:pt idx="15474">
                  <c:v>1.0113853562638586</c:v>
                </c:pt>
                <c:pt idx="15475">
                  <c:v>1.0098724445087894</c:v>
                </c:pt>
                <c:pt idx="15476">
                  <c:v>1.010248075364925</c:v>
                </c:pt>
                <c:pt idx="15477">
                  <c:v>1.0111556954212608</c:v>
                </c:pt>
                <c:pt idx="15478">
                  <c:v>1.012078351887552</c:v>
                </c:pt>
                <c:pt idx="15479">
                  <c:v>1.0133153759991467</c:v>
                </c:pt>
                <c:pt idx="15480">
                  <c:v>1.0147783780488735</c:v>
                </c:pt>
                <c:pt idx="15481">
                  <c:v>1.0153360205836262</c:v>
                </c:pt>
                <c:pt idx="15482">
                  <c:v>1.0156991549639203</c:v>
                </c:pt>
                <c:pt idx="15483">
                  <c:v>1.0160696805524865</c:v>
                </c:pt>
                <c:pt idx="15484">
                  <c:v>1.0171106725491541</c:v>
                </c:pt>
                <c:pt idx="15485">
                  <c:v>1.0172160544155484</c:v>
                </c:pt>
                <c:pt idx="15486">
                  <c:v>1.0160711029155904</c:v>
                </c:pt>
                <c:pt idx="15487">
                  <c:v>1.0146408406165943</c:v>
                </c:pt>
                <c:pt idx="15488">
                  <c:v>1.0137549877956167</c:v>
                </c:pt>
                <c:pt idx="15489">
                  <c:v>1.0140428893274509</c:v>
                </c:pt>
                <c:pt idx="15490">
                  <c:v>1.0125632507092766</c:v>
                </c:pt>
                <c:pt idx="15491">
                  <c:v>1.0108194589432351</c:v>
                </c:pt>
                <c:pt idx="15492">
                  <c:v>1.0110402046170923</c:v>
                </c:pt>
                <c:pt idx="15493">
                  <c:v>1.0124995745610359</c:v>
                </c:pt>
                <c:pt idx="15494">
                  <c:v>1.0158670192095216</c:v>
                </c:pt>
                <c:pt idx="15495">
                  <c:v>1.0179395800472937</c:v>
                </c:pt>
                <c:pt idx="15496">
                  <c:v>1.0174807663489209</c:v>
                </c:pt>
                <c:pt idx="15497">
                  <c:v>1.0151342990162835</c:v>
                </c:pt>
                <c:pt idx="15498">
                  <c:v>1.0151648544236762</c:v>
                </c:pt>
                <c:pt idx="15499">
                  <c:v>1.0158228751546186</c:v>
                </c:pt>
                <c:pt idx="15500">
                  <c:v>1.0151779858830461</c:v>
                </c:pt>
                <c:pt idx="15501">
                  <c:v>1.0160748874174204</c:v>
                </c:pt>
                <c:pt idx="15502">
                  <c:v>1.0184563550421502</c:v>
                </c:pt>
                <c:pt idx="15503">
                  <c:v>1.0191633711021537</c:v>
                </c:pt>
                <c:pt idx="15504">
                  <c:v>1.0178552796340463</c:v>
                </c:pt>
                <c:pt idx="15505">
                  <c:v>1.0155325098866936</c:v>
                </c:pt>
                <c:pt idx="15506">
                  <c:v>1.0141607930690277</c:v>
                </c:pt>
                <c:pt idx="15507">
                  <c:v>1.0144310928574514</c:v>
                </c:pt>
                <c:pt idx="15508">
                  <c:v>1.0138210260825835</c:v>
                </c:pt>
                <c:pt idx="15509">
                  <c:v>1.0132434704643762</c:v>
                </c:pt>
                <c:pt idx="15510">
                  <c:v>1.0146326620287469</c:v>
                </c:pt>
                <c:pt idx="15511">
                  <c:v>1.0151220565338535</c:v>
                </c:pt>
                <c:pt idx="15512">
                  <c:v>1.0153382049269641</c:v>
                </c:pt>
                <c:pt idx="15513">
                  <c:v>1.0161999029745168</c:v>
                </c:pt>
                <c:pt idx="15514">
                  <c:v>1.0170812855114539</c:v>
                </c:pt>
                <c:pt idx="15515">
                  <c:v>1.0163479049353459</c:v>
                </c:pt>
                <c:pt idx="15516">
                  <c:v>1.014232825600504</c:v>
                </c:pt>
                <c:pt idx="15517">
                  <c:v>1.0133345779010492</c:v>
                </c:pt>
                <c:pt idx="15518">
                  <c:v>1.0127467863483621</c:v>
                </c:pt>
                <c:pt idx="15519">
                  <c:v>1.0134308922026563</c:v>
                </c:pt>
                <c:pt idx="15520">
                  <c:v>1.0143812085514501</c:v>
                </c:pt>
                <c:pt idx="15521">
                  <c:v>1.0150356479752916</c:v>
                </c:pt>
                <c:pt idx="15522">
                  <c:v>1.0161928927563619</c:v>
                </c:pt>
                <c:pt idx="15523">
                  <c:v>1.0152282003804822</c:v>
                </c:pt>
                <c:pt idx="15524">
                  <c:v>1.0124913451745061</c:v>
                </c:pt>
                <c:pt idx="15525">
                  <c:v>1.0108643649783724</c:v>
                </c:pt>
                <c:pt idx="15526">
                  <c:v>1.0105278237082531</c:v>
                </c:pt>
                <c:pt idx="15527">
                  <c:v>1.0114447907221287</c:v>
                </c:pt>
                <c:pt idx="15528">
                  <c:v>1.0126469415383366</c:v>
                </c:pt>
                <c:pt idx="15529">
                  <c:v>1.0130117522751461</c:v>
                </c:pt>
                <c:pt idx="15530">
                  <c:v>1.0136533142330288</c:v>
                </c:pt>
                <c:pt idx="15531">
                  <c:v>1.0139409871707927</c:v>
                </c:pt>
                <c:pt idx="15532">
                  <c:v>1.0128672554233944</c:v>
                </c:pt>
                <c:pt idx="15533">
                  <c:v>1.0113928236701539</c:v>
                </c:pt>
                <c:pt idx="15534">
                  <c:v>1.0113518545328934</c:v>
                </c:pt>
                <c:pt idx="15535">
                  <c:v>1.0121277790054126</c:v>
                </c:pt>
                <c:pt idx="15536">
                  <c:v>1.0122233567261265</c:v>
                </c:pt>
                <c:pt idx="15537">
                  <c:v>1.0132940405525881</c:v>
                </c:pt>
                <c:pt idx="15538">
                  <c:v>1.0145510031469784</c:v>
                </c:pt>
                <c:pt idx="15539">
                  <c:v>1.0141515223095112</c:v>
                </c:pt>
                <c:pt idx="15540">
                  <c:v>1.0145460502754557</c:v>
                </c:pt>
                <c:pt idx="15541">
                  <c:v>1.0154293631623195</c:v>
                </c:pt>
                <c:pt idx="15542">
                  <c:v>1.0154741422007514</c:v>
                </c:pt>
                <c:pt idx="15543">
                  <c:v>1.0148755813274204</c:v>
                </c:pt>
                <c:pt idx="15544">
                  <c:v>1.0130634399343681</c:v>
                </c:pt>
                <c:pt idx="15545">
                  <c:v>1.0125524813886329</c:v>
                </c:pt>
                <c:pt idx="15546">
                  <c:v>1.0135291876528723</c:v>
                </c:pt>
                <c:pt idx="15547">
                  <c:v>1.0145599437150601</c:v>
                </c:pt>
                <c:pt idx="15548">
                  <c:v>1.0162258865005043</c:v>
                </c:pt>
                <c:pt idx="15549">
                  <c:v>1.0167817002826947</c:v>
                </c:pt>
                <c:pt idx="15550">
                  <c:v>1.0163876295048906</c:v>
                </c:pt>
                <c:pt idx="15551">
                  <c:v>1.0159243709218182</c:v>
                </c:pt>
                <c:pt idx="15552">
                  <c:v>1.0154147077424811</c:v>
                </c:pt>
                <c:pt idx="15553">
                  <c:v>1.014662023667106</c:v>
                </c:pt>
                <c:pt idx="15554">
                  <c:v>1.0137896832956153</c:v>
                </c:pt>
                <c:pt idx="15555">
                  <c:v>1.0131021485302671</c:v>
                </c:pt>
                <c:pt idx="15556">
                  <c:v>1.0147208485411889</c:v>
                </c:pt>
                <c:pt idx="15557">
                  <c:v>1.0159612253658139</c:v>
                </c:pt>
                <c:pt idx="15558">
                  <c:v>1.0152320610803356</c:v>
                </c:pt>
                <c:pt idx="15559">
                  <c:v>1.0142538054562864</c:v>
                </c:pt>
                <c:pt idx="15560">
                  <c:v>1.0139315640152295</c:v>
                </c:pt>
                <c:pt idx="15561">
                  <c:v>1.0136024901514056</c:v>
                </c:pt>
                <c:pt idx="15562">
                  <c:v>1.0135172753618771</c:v>
                </c:pt>
                <c:pt idx="15563">
                  <c:v>1.0129437836382524</c:v>
                </c:pt>
                <c:pt idx="15564">
                  <c:v>1.0115754703322997</c:v>
                </c:pt>
                <c:pt idx="15565">
                  <c:v>1.0114355453619532</c:v>
                </c:pt>
                <c:pt idx="15566">
                  <c:v>1.0126381025676194</c:v>
                </c:pt>
                <c:pt idx="15567">
                  <c:v>1.0135353850921107</c:v>
                </c:pt>
                <c:pt idx="15568">
                  <c:v>1.0128541239640243</c:v>
                </c:pt>
                <c:pt idx="15569">
                  <c:v>1.0108418103634391</c:v>
                </c:pt>
                <c:pt idx="15570">
                  <c:v>1.0096802984930571</c:v>
                </c:pt>
                <c:pt idx="15571">
                  <c:v>1.0088838005542136</c:v>
                </c:pt>
                <c:pt idx="15572">
                  <c:v>1.009811511489392</c:v>
                </c:pt>
                <c:pt idx="15573">
                  <c:v>1.0116394512726339</c:v>
                </c:pt>
                <c:pt idx="15574">
                  <c:v>1.0133681558300378</c:v>
                </c:pt>
                <c:pt idx="15575">
                  <c:v>1.0135895618867647</c:v>
                </c:pt>
                <c:pt idx="15576">
                  <c:v>1.0133784933618821</c:v>
                </c:pt>
                <c:pt idx="15577">
                  <c:v>1.0148532045078751</c:v>
                </c:pt>
                <c:pt idx="15578">
                  <c:v>1.0167620665919925</c:v>
                </c:pt>
                <c:pt idx="15579">
                  <c:v>1.0167993020261055</c:v>
                </c:pt>
                <c:pt idx="15580">
                  <c:v>1.0151219041378066</c:v>
                </c:pt>
                <c:pt idx="15581">
                  <c:v>1.0141354191272278</c:v>
                </c:pt>
                <c:pt idx="15582">
                  <c:v>1.0137202668962768</c:v>
                </c:pt>
                <c:pt idx="15583">
                  <c:v>1.0141810109445761</c:v>
                </c:pt>
                <c:pt idx="15584">
                  <c:v>1.0162272072662435</c:v>
                </c:pt>
                <c:pt idx="15585">
                  <c:v>1.0164708123471278</c:v>
                </c:pt>
                <c:pt idx="15586">
                  <c:v>1.0143263205752442</c:v>
                </c:pt>
                <c:pt idx="15587">
                  <c:v>1.0136700523988407</c:v>
                </c:pt>
                <c:pt idx="15588">
                  <c:v>1.0160551013306716</c:v>
                </c:pt>
                <c:pt idx="15589">
                  <c:v>1.017093553393225</c:v>
                </c:pt>
                <c:pt idx="15590">
                  <c:v>1.015172017037878</c:v>
                </c:pt>
                <c:pt idx="15591">
                  <c:v>1.014477649849763</c:v>
                </c:pt>
                <c:pt idx="15592">
                  <c:v>1.0137189715298784</c:v>
                </c:pt>
                <c:pt idx="15593">
                  <c:v>1.0120790122704217</c:v>
                </c:pt>
                <c:pt idx="15594">
                  <c:v>1.0126643654863592</c:v>
                </c:pt>
                <c:pt idx="15595">
                  <c:v>1.0131656214837788</c:v>
                </c:pt>
                <c:pt idx="15596">
                  <c:v>1.0136314961989885</c:v>
                </c:pt>
                <c:pt idx="15597">
                  <c:v>1.015046899883417</c:v>
                </c:pt>
                <c:pt idx="15598">
                  <c:v>1.0162312965601672</c:v>
                </c:pt>
                <c:pt idx="15599">
                  <c:v>1.0157393113222644</c:v>
                </c:pt>
                <c:pt idx="15600">
                  <c:v>1.0139236394207933</c:v>
                </c:pt>
                <c:pt idx="15601">
                  <c:v>1.0127456433780109</c:v>
                </c:pt>
                <c:pt idx="15602">
                  <c:v>1.0129860989405934</c:v>
                </c:pt>
                <c:pt idx="15603">
                  <c:v>1.012433714069457</c:v>
                </c:pt>
                <c:pt idx="15604">
                  <c:v>1.0123968850248024</c:v>
                </c:pt>
                <c:pt idx="15605">
                  <c:v>1.0139895761103956</c:v>
                </c:pt>
                <c:pt idx="15606">
                  <c:v>1.013674573481564</c:v>
                </c:pt>
                <c:pt idx="15607">
                  <c:v>1.0134542849958472</c:v>
                </c:pt>
                <c:pt idx="15608">
                  <c:v>1.0139720505650083</c:v>
                </c:pt>
                <c:pt idx="15609">
                  <c:v>1.0133888562930677</c:v>
                </c:pt>
                <c:pt idx="15610">
                  <c:v>1.0138705293984673</c:v>
                </c:pt>
                <c:pt idx="15611">
                  <c:v>1.0152599495569086</c:v>
                </c:pt>
                <c:pt idx="15612">
                  <c:v>1.0146765774895798</c:v>
                </c:pt>
                <c:pt idx="15613">
                  <c:v>1.0154168666864782</c:v>
                </c:pt>
                <c:pt idx="15614">
                  <c:v>1.0150708260627719</c:v>
                </c:pt>
                <c:pt idx="15615">
                  <c:v>1.0141450454775203</c:v>
                </c:pt>
                <c:pt idx="15616">
                  <c:v>1.0147608525034861</c:v>
                </c:pt>
                <c:pt idx="15617">
                  <c:v>1.0141431151275937</c:v>
                </c:pt>
                <c:pt idx="15618">
                  <c:v>1.0126321591217924</c:v>
                </c:pt>
                <c:pt idx="15619">
                  <c:v>1.0109907774992317</c:v>
                </c:pt>
                <c:pt idx="15620">
                  <c:v>1.0121261280482385</c:v>
                </c:pt>
                <c:pt idx="15621">
                  <c:v>1.0140250589899698</c:v>
                </c:pt>
                <c:pt idx="15622">
                  <c:v>1.0138792667718199</c:v>
                </c:pt>
                <c:pt idx="15623">
                  <c:v>1.0137721069515457</c:v>
                </c:pt>
                <c:pt idx="15624">
                  <c:v>1.0132769467960001</c:v>
                </c:pt>
                <c:pt idx="15625">
                  <c:v>1.0127127512312331</c:v>
                </c:pt>
                <c:pt idx="15626">
                  <c:v>1.0137261341440802</c:v>
                </c:pt>
                <c:pt idx="15627">
                  <c:v>1.0136567431440828</c:v>
                </c:pt>
                <c:pt idx="15628">
                  <c:v>1.0125379529655001</c:v>
                </c:pt>
                <c:pt idx="15629">
                  <c:v>1.0128835364010658</c:v>
                </c:pt>
                <c:pt idx="15630">
                  <c:v>1.0139003736243082</c:v>
                </c:pt>
                <c:pt idx="15631">
                  <c:v>1.0144559588124284</c:v>
                </c:pt>
                <c:pt idx="15632">
                  <c:v>1.0140939928018267</c:v>
                </c:pt>
                <c:pt idx="15633">
                  <c:v>1.013804592708865</c:v>
                </c:pt>
                <c:pt idx="15634">
                  <c:v>1.0149170076528216</c:v>
                </c:pt>
                <c:pt idx="15635">
                  <c:v>1.0146511527490978</c:v>
                </c:pt>
                <c:pt idx="15636">
                  <c:v>1.0127085857392859</c:v>
                </c:pt>
                <c:pt idx="15637">
                  <c:v>1.0102058616599485</c:v>
                </c:pt>
                <c:pt idx="15638">
                  <c:v>1.0097337133074769</c:v>
                </c:pt>
                <c:pt idx="15639">
                  <c:v>1.0105765650439027</c:v>
                </c:pt>
                <c:pt idx="15640">
                  <c:v>1.0109094996075803</c:v>
                </c:pt>
                <c:pt idx="15641">
                  <c:v>1.0121461173297164</c:v>
                </c:pt>
                <c:pt idx="15642">
                  <c:v>1.0129896040496709</c:v>
                </c:pt>
                <c:pt idx="15643">
                  <c:v>1.0123783943044518</c:v>
                </c:pt>
                <c:pt idx="15644">
                  <c:v>1.0131392823670153</c:v>
                </c:pt>
                <c:pt idx="15645">
                  <c:v>1.0146201147542233</c:v>
                </c:pt>
                <c:pt idx="15646">
                  <c:v>1.0145409704072277</c:v>
                </c:pt>
                <c:pt idx="15647">
                  <c:v>1.015277881491754</c:v>
                </c:pt>
                <c:pt idx="15648">
                  <c:v>1.016435735857012</c:v>
                </c:pt>
                <c:pt idx="15649">
                  <c:v>1.016606241634092</c:v>
                </c:pt>
                <c:pt idx="15650">
                  <c:v>1.0163338590996949</c:v>
                </c:pt>
                <c:pt idx="15651">
                  <c:v>1.0155471145078496</c:v>
                </c:pt>
                <c:pt idx="15652">
                  <c:v>1.0141014348087811</c:v>
                </c:pt>
                <c:pt idx="15653">
                  <c:v>1.0138837116565196</c:v>
                </c:pt>
                <c:pt idx="15654">
                  <c:v>1.0147059645272802</c:v>
                </c:pt>
                <c:pt idx="15655">
                  <c:v>1.0143849168552568</c:v>
                </c:pt>
                <c:pt idx="15656">
                  <c:v>1.013821483270724</c:v>
                </c:pt>
                <c:pt idx="15657">
                  <c:v>1.0143846374625043</c:v>
                </c:pt>
                <c:pt idx="15658">
                  <c:v>1.0147981895349634</c:v>
                </c:pt>
                <c:pt idx="15659">
                  <c:v>1.0146628872447048</c:v>
                </c:pt>
                <c:pt idx="15660">
                  <c:v>1.0142899487187302</c:v>
                </c:pt>
                <c:pt idx="15661">
                  <c:v>1.0134393501832561</c:v>
                </c:pt>
                <c:pt idx="15662">
                  <c:v>1.0120680905537309</c:v>
                </c:pt>
                <c:pt idx="15663">
                  <c:v>1.01313849498744</c:v>
                </c:pt>
                <c:pt idx="15664">
                  <c:v>1.0135343691184651</c:v>
                </c:pt>
                <c:pt idx="15665">
                  <c:v>1.0134825036638551</c:v>
                </c:pt>
                <c:pt idx="15666">
                  <c:v>1.0131518550408802</c:v>
                </c:pt>
                <c:pt idx="15667">
                  <c:v>1.0132613769998806</c:v>
                </c:pt>
                <c:pt idx="15668">
                  <c:v>1.0146239754540767</c:v>
                </c:pt>
                <c:pt idx="15669">
                  <c:v>1.0160650324730576</c:v>
                </c:pt>
                <c:pt idx="15670">
                  <c:v>1.0177271653573305</c:v>
                </c:pt>
                <c:pt idx="15671">
                  <c:v>1.0187122280048055</c:v>
                </c:pt>
                <c:pt idx="15672">
                  <c:v>1.0166666412673255</c:v>
                </c:pt>
                <c:pt idx="15673">
                  <c:v>1.0157044126275365</c:v>
                </c:pt>
                <c:pt idx="15674">
                  <c:v>1.0154309125221292</c:v>
                </c:pt>
                <c:pt idx="15675">
                  <c:v>1.0156482800836146</c:v>
                </c:pt>
                <c:pt idx="15676">
                  <c:v>1.0150611997124794</c:v>
                </c:pt>
                <c:pt idx="15677">
                  <c:v>1.0152304101231615</c:v>
                </c:pt>
                <c:pt idx="15678">
                  <c:v>1.0165657804836543</c:v>
                </c:pt>
                <c:pt idx="15679">
                  <c:v>1.0169958929265375</c:v>
                </c:pt>
                <c:pt idx="15680">
                  <c:v>1.0150901041626981</c:v>
                </c:pt>
                <c:pt idx="15681">
                  <c:v>1.0139373296656684</c:v>
                </c:pt>
                <c:pt idx="15682">
                  <c:v>1.0138055832831696</c:v>
                </c:pt>
                <c:pt idx="15683">
                  <c:v>1.0135418619241017</c:v>
                </c:pt>
                <c:pt idx="15684">
                  <c:v>1.0135742714833977</c:v>
                </c:pt>
                <c:pt idx="15685">
                  <c:v>1.0144446561056206</c:v>
                </c:pt>
                <c:pt idx="15686">
                  <c:v>1.0149634376484273</c:v>
                </c:pt>
                <c:pt idx="15687">
                  <c:v>1.0145768342769188</c:v>
                </c:pt>
                <c:pt idx="15688">
                  <c:v>1.0145128025379022</c:v>
                </c:pt>
                <c:pt idx="15689">
                  <c:v>1.0156789624877132</c:v>
                </c:pt>
                <c:pt idx="15690">
                  <c:v>1.0157535603526444</c:v>
                </c:pt>
                <c:pt idx="15691">
                  <c:v>1.0148287957410385</c:v>
                </c:pt>
                <c:pt idx="15692">
                  <c:v>1.0148803056048725</c:v>
                </c:pt>
                <c:pt idx="15693">
                  <c:v>1.0150032892146779</c:v>
                </c:pt>
                <c:pt idx="15694">
                  <c:v>1.0145454406912684</c:v>
                </c:pt>
                <c:pt idx="15695">
                  <c:v>1.0124389971324144</c:v>
                </c:pt>
                <c:pt idx="15696">
                  <c:v>1.0111518601207485</c:v>
                </c:pt>
                <c:pt idx="15697">
                  <c:v>1.011145840476898</c:v>
                </c:pt>
                <c:pt idx="15698">
                  <c:v>1.0115040727843521</c:v>
                </c:pt>
                <c:pt idx="15699">
                  <c:v>1.0120787328776693</c:v>
                </c:pt>
                <c:pt idx="15700">
                  <c:v>1.0125673146038592</c:v>
                </c:pt>
                <c:pt idx="15701">
                  <c:v>1.0125507796327764</c:v>
                </c:pt>
                <c:pt idx="15702">
                  <c:v>1.0120469583019016</c:v>
                </c:pt>
                <c:pt idx="15703">
                  <c:v>1.0117495066177984</c:v>
                </c:pt>
                <c:pt idx="15704">
                  <c:v>1.0124644218728966</c:v>
                </c:pt>
                <c:pt idx="15705">
                  <c:v>1.0146505939635926</c:v>
                </c:pt>
                <c:pt idx="15706">
                  <c:v>1.0157640502805356</c:v>
                </c:pt>
                <c:pt idx="15707">
                  <c:v>1.0137276327052076</c:v>
                </c:pt>
                <c:pt idx="15708">
                  <c:v>1.0134519736558034</c:v>
                </c:pt>
                <c:pt idx="15709">
                  <c:v>1.0140489343706425</c:v>
                </c:pt>
                <c:pt idx="15710">
                  <c:v>1.015269398111813</c:v>
                </c:pt>
                <c:pt idx="15711">
                  <c:v>1.0162588040466229</c:v>
                </c:pt>
                <c:pt idx="15712">
                  <c:v>1.0162597946209275</c:v>
                </c:pt>
                <c:pt idx="15713">
                  <c:v>1.0151053691667238</c:v>
                </c:pt>
                <c:pt idx="15714">
                  <c:v>1.0143504245499873</c:v>
                </c:pt>
                <c:pt idx="15715">
                  <c:v>1.0128470629471871</c:v>
                </c:pt>
                <c:pt idx="15716">
                  <c:v>1.0137059416678731</c:v>
                </c:pt>
                <c:pt idx="15717">
                  <c:v>1.0152290131593986</c:v>
                </c:pt>
                <c:pt idx="15718">
                  <c:v>1.0158578754467109</c:v>
                </c:pt>
                <c:pt idx="15719">
                  <c:v>1.0170008965967423</c:v>
                </c:pt>
                <c:pt idx="15720">
                  <c:v>1.016214685391061</c:v>
                </c:pt>
                <c:pt idx="15721">
                  <c:v>1.0162553497362279</c:v>
                </c:pt>
                <c:pt idx="15722">
                  <c:v>1.0157946310872696</c:v>
                </c:pt>
                <c:pt idx="15723">
                  <c:v>1.0157842173574017</c:v>
                </c:pt>
                <c:pt idx="15724">
                  <c:v>1.0159981814071743</c:v>
                </c:pt>
                <c:pt idx="15725">
                  <c:v>1.0155124698065332</c:v>
                </c:pt>
                <c:pt idx="15726">
                  <c:v>1.0144368331085492</c:v>
                </c:pt>
                <c:pt idx="15727">
                  <c:v>1.0131259985115986</c:v>
                </c:pt>
                <c:pt idx="15728">
                  <c:v>1.0129583882594086</c:v>
                </c:pt>
                <c:pt idx="15729">
                  <c:v>1.014981191787885</c:v>
                </c:pt>
                <c:pt idx="15730">
                  <c:v>1.0156330658782711</c:v>
                </c:pt>
                <c:pt idx="15731">
                  <c:v>1.014733853003853</c:v>
                </c:pt>
                <c:pt idx="15732">
                  <c:v>1.0136390906019899</c:v>
                </c:pt>
                <c:pt idx="15733">
                  <c:v>1.0141851764365233</c:v>
                </c:pt>
                <c:pt idx="15734">
                  <c:v>1.0150279519749257</c:v>
                </c:pt>
                <c:pt idx="15735">
                  <c:v>1.0151459319145262</c:v>
                </c:pt>
                <c:pt idx="15736">
                  <c:v>1.0151212945536192</c:v>
                </c:pt>
                <c:pt idx="15737">
                  <c:v>1.0159885042581995</c:v>
                </c:pt>
                <c:pt idx="15738">
                  <c:v>1.0169206092793952</c:v>
                </c:pt>
                <c:pt idx="15739">
                  <c:v>1.017751904315602</c:v>
                </c:pt>
                <c:pt idx="15740">
                  <c:v>1.0188025734612445</c:v>
                </c:pt>
                <c:pt idx="15741">
                  <c:v>1.0176837324839794</c:v>
                </c:pt>
                <c:pt idx="15742">
                  <c:v>1.0152400110741127</c:v>
                </c:pt>
                <c:pt idx="15743">
                  <c:v>1.0147202389570014</c:v>
                </c:pt>
                <c:pt idx="15744">
                  <c:v>1.0154279661985568</c:v>
                </c:pt>
                <c:pt idx="15745">
                  <c:v>1.0166016189540044</c:v>
                </c:pt>
                <c:pt idx="15746">
                  <c:v>1.0162149139851313</c:v>
                </c:pt>
                <c:pt idx="15747">
                  <c:v>1.0155929603186094</c:v>
                </c:pt>
                <c:pt idx="15748">
                  <c:v>1.0161220793932606</c:v>
                </c:pt>
                <c:pt idx="15749">
                  <c:v>1.0167517544594893</c:v>
                </c:pt>
                <c:pt idx="15750">
                  <c:v>1.0165580590839474</c:v>
                </c:pt>
                <c:pt idx="15751">
                  <c:v>1.0160696551531454</c:v>
                </c:pt>
                <c:pt idx="15752">
                  <c:v>1.0144904257183569</c:v>
                </c:pt>
                <c:pt idx="15753">
                  <c:v>1.0135383822143653</c:v>
                </c:pt>
                <c:pt idx="15754">
                  <c:v>1.0141938630111935</c:v>
                </c:pt>
                <c:pt idx="15755">
                  <c:v>1.0156912557688254</c:v>
                </c:pt>
                <c:pt idx="15756">
                  <c:v>1.0156715204807587</c:v>
                </c:pt>
                <c:pt idx="15757">
                  <c:v>1.0137301218406394</c:v>
                </c:pt>
                <c:pt idx="15758">
                  <c:v>1.0127088905313797</c:v>
                </c:pt>
                <c:pt idx="15759">
                  <c:v>1.013577725793793</c:v>
                </c:pt>
                <c:pt idx="15760">
                  <c:v>1.0134368102491422</c:v>
                </c:pt>
                <c:pt idx="15761">
                  <c:v>1.0116564434318573</c:v>
                </c:pt>
                <c:pt idx="15762">
                  <c:v>1.0122138573725397</c:v>
                </c:pt>
                <c:pt idx="15763">
                  <c:v>1.0136453896385929</c:v>
                </c:pt>
                <c:pt idx="15764">
                  <c:v>1.0158852305371198</c:v>
                </c:pt>
                <c:pt idx="15765">
                  <c:v>1.0173561571812828</c:v>
                </c:pt>
                <c:pt idx="15766">
                  <c:v>1.0167269139038533</c:v>
                </c:pt>
                <c:pt idx="15767">
                  <c:v>1.0164931637673318</c:v>
                </c:pt>
                <c:pt idx="15768">
                  <c:v>1.0171348781212615</c:v>
                </c:pt>
                <c:pt idx="15769">
                  <c:v>1.0177993248855124</c:v>
                </c:pt>
                <c:pt idx="15770">
                  <c:v>1.017139475402008</c:v>
                </c:pt>
                <c:pt idx="15771">
                  <c:v>1.0169432908910343</c:v>
                </c:pt>
                <c:pt idx="15772">
                  <c:v>1.0151490052348042</c:v>
                </c:pt>
                <c:pt idx="15773">
                  <c:v>1.0123560682835888</c:v>
                </c:pt>
                <c:pt idx="15774">
                  <c:v>1.0130806352883206</c:v>
                </c:pt>
                <c:pt idx="15775">
                  <c:v>1.0149670443548695</c:v>
                </c:pt>
                <c:pt idx="15776">
                  <c:v>1.0150271899946914</c:v>
                </c:pt>
                <c:pt idx="15777">
                  <c:v>1.0156785560982549</c:v>
                </c:pt>
                <c:pt idx="15778">
                  <c:v>1.0159033910660358</c:v>
                </c:pt>
                <c:pt idx="15779">
                  <c:v>1.0149651140049427</c:v>
                </c:pt>
                <c:pt idx="15780">
                  <c:v>1.0143123509376166</c:v>
                </c:pt>
                <c:pt idx="15781">
                  <c:v>1.0150997813116727</c:v>
                </c:pt>
                <c:pt idx="15782">
                  <c:v>1.0158100992860246</c:v>
                </c:pt>
                <c:pt idx="15783">
                  <c:v>1.0155940016915961</c:v>
                </c:pt>
                <c:pt idx="15784">
                  <c:v>1.017426259362832</c:v>
                </c:pt>
                <c:pt idx="15785">
                  <c:v>1.0180310176754015</c:v>
                </c:pt>
                <c:pt idx="15786">
                  <c:v>1.0170758754517908</c:v>
                </c:pt>
                <c:pt idx="15787">
                  <c:v>1.0175812461424751</c:v>
                </c:pt>
                <c:pt idx="15788">
                  <c:v>1.0169701887933027</c:v>
                </c:pt>
                <c:pt idx="15789">
                  <c:v>1.0159686673727684</c:v>
                </c:pt>
                <c:pt idx="15790">
                  <c:v>1.0149816997747079</c:v>
                </c:pt>
                <c:pt idx="15791">
                  <c:v>1.0162029254961127</c:v>
                </c:pt>
                <c:pt idx="15792">
                  <c:v>1.0178428339568872</c:v>
                </c:pt>
                <c:pt idx="15793">
                  <c:v>1.0167424075019493</c:v>
                </c:pt>
                <c:pt idx="15794">
                  <c:v>1.0151584791890498</c:v>
                </c:pt>
                <c:pt idx="15795">
                  <c:v>1.0138914838549089</c:v>
                </c:pt>
                <c:pt idx="15796">
                  <c:v>1.0126098077015881</c:v>
                </c:pt>
                <c:pt idx="15797">
                  <c:v>1.0133427818882379</c:v>
                </c:pt>
                <c:pt idx="15798">
                  <c:v>1.0145070114881221</c:v>
                </c:pt>
                <c:pt idx="15799">
                  <c:v>1.0149353967758077</c:v>
                </c:pt>
                <c:pt idx="15800">
                  <c:v>1.0154240547000211</c:v>
                </c:pt>
                <c:pt idx="15801">
                  <c:v>1.0150951078329029</c:v>
                </c:pt>
                <c:pt idx="15802">
                  <c:v>1.0146649191919961</c:v>
                </c:pt>
                <c:pt idx="15803">
                  <c:v>1.0122790320819077</c:v>
                </c:pt>
                <c:pt idx="15804">
                  <c:v>1.0101388327986771</c:v>
                </c:pt>
                <c:pt idx="15805">
                  <c:v>1.0105178163678434</c:v>
                </c:pt>
                <c:pt idx="15806">
                  <c:v>1.0112469298546396</c:v>
                </c:pt>
                <c:pt idx="15807">
                  <c:v>1.011341161410273</c:v>
                </c:pt>
                <c:pt idx="15808">
                  <c:v>1.0117330986434212</c:v>
                </c:pt>
                <c:pt idx="15809">
                  <c:v>1.012733070704146</c:v>
                </c:pt>
                <c:pt idx="15810">
                  <c:v>1.0131733682828268</c:v>
                </c:pt>
                <c:pt idx="15811">
                  <c:v>1.0147575759884788</c:v>
                </c:pt>
                <c:pt idx="15812">
                  <c:v>1.0142223356726126</c:v>
                </c:pt>
                <c:pt idx="15813">
                  <c:v>1.0124183728674079</c:v>
                </c:pt>
                <c:pt idx="15814">
                  <c:v>1.0124220303725322</c:v>
                </c:pt>
                <c:pt idx="15815">
                  <c:v>1.0123048886111894</c:v>
                </c:pt>
                <c:pt idx="15816">
                  <c:v>1.0124071209592824</c:v>
                </c:pt>
                <c:pt idx="15817">
                  <c:v>1.0117438171653828</c:v>
                </c:pt>
                <c:pt idx="15818">
                  <c:v>1.0101662386877683</c:v>
                </c:pt>
                <c:pt idx="15819">
                  <c:v>1.0091882370571308</c:v>
                </c:pt>
                <c:pt idx="15820">
                  <c:v>1.0096042782650219</c:v>
                </c:pt>
                <c:pt idx="15821">
                  <c:v>1.0109371594900829</c:v>
                </c:pt>
                <c:pt idx="15822">
                  <c:v>1.0115088224611453</c:v>
                </c:pt>
                <c:pt idx="15823">
                  <c:v>1.0114099682254243</c:v>
                </c:pt>
                <c:pt idx="15824">
                  <c:v>1.0120940486803773</c:v>
                </c:pt>
                <c:pt idx="15825">
                  <c:v>1.0140550810111986</c:v>
                </c:pt>
                <c:pt idx="15826">
                  <c:v>1.0139094411890957</c:v>
                </c:pt>
                <c:pt idx="15827">
                  <c:v>1.0126234979464632</c:v>
                </c:pt>
                <c:pt idx="15828">
                  <c:v>1.0121993543487482</c:v>
                </c:pt>
                <c:pt idx="15829">
                  <c:v>1.0128500346701006</c:v>
                </c:pt>
                <c:pt idx="15830">
                  <c:v>1.013860369662011</c:v>
                </c:pt>
                <c:pt idx="15831">
                  <c:v>1.0139302940481725</c:v>
                </c:pt>
                <c:pt idx="15832">
                  <c:v>1.015422225947459</c:v>
                </c:pt>
                <c:pt idx="15833">
                  <c:v>1.0151510117827545</c:v>
                </c:pt>
                <c:pt idx="15834">
                  <c:v>1.0144587273406127</c:v>
                </c:pt>
                <c:pt idx="15835">
                  <c:v>1.014355783810968</c:v>
                </c:pt>
                <c:pt idx="15836">
                  <c:v>1.0129190954786633</c:v>
                </c:pt>
                <c:pt idx="15837">
                  <c:v>1.0120175712642014</c:v>
                </c:pt>
                <c:pt idx="15838">
                  <c:v>1.0142805001638258</c:v>
                </c:pt>
                <c:pt idx="15839">
                  <c:v>1.0163475239452289</c:v>
                </c:pt>
                <c:pt idx="15840">
                  <c:v>1.0162116882688064</c:v>
                </c:pt>
                <c:pt idx="15841">
                  <c:v>1.0156990279672145</c:v>
                </c:pt>
                <c:pt idx="15842">
                  <c:v>1.0143876853834413</c:v>
                </c:pt>
                <c:pt idx="15843">
                  <c:v>1.0125148649644029</c:v>
                </c:pt>
                <c:pt idx="15844">
                  <c:v>1.0133501730965098</c:v>
                </c:pt>
                <c:pt idx="15845">
                  <c:v>1.0154557784771063</c:v>
                </c:pt>
                <c:pt idx="15846">
                  <c:v>1.0155918681469402</c:v>
                </c:pt>
                <c:pt idx="15847">
                  <c:v>1.0146100820144726</c:v>
                </c:pt>
                <c:pt idx="15848">
                  <c:v>1.0115133689432096</c:v>
                </c:pt>
                <c:pt idx="15849">
                  <c:v>1.0094344836694935</c:v>
                </c:pt>
                <c:pt idx="15850">
                  <c:v>1.0106668597016593</c:v>
                </c:pt>
                <c:pt idx="15851">
                  <c:v>1.0120642806525599</c:v>
                </c:pt>
                <c:pt idx="15852">
                  <c:v>1.012433891864845</c:v>
                </c:pt>
                <c:pt idx="15853">
                  <c:v>1.0125958380639606</c:v>
                </c:pt>
                <c:pt idx="15854">
                  <c:v>1.0124160615273641</c:v>
                </c:pt>
                <c:pt idx="15855">
                  <c:v>1.0125682543794814</c:v>
                </c:pt>
                <c:pt idx="15856">
                  <c:v>1.0131146196067673</c:v>
                </c:pt>
                <c:pt idx="15857">
                  <c:v>1.0132236081796038</c:v>
                </c:pt>
                <c:pt idx="15858">
                  <c:v>1.0124341966569388</c:v>
                </c:pt>
                <c:pt idx="15859">
                  <c:v>1.0112865274274785</c:v>
                </c:pt>
                <c:pt idx="15860">
                  <c:v>1.0100701021815495</c:v>
                </c:pt>
                <c:pt idx="15861">
                  <c:v>1.0098847631892429</c:v>
                </c:pt>
                <c:pt idx="15862">
                  <c:v>1.0093680643924097</c:v>
                </c:pt>
                <c:pt idx="15863">
                  <c:v>1.0096871055164829</c:v>
                </c:pt>
                <c:pt idx="15864">
                  <c:v>1.0106912430691548</c:v>
                </c:pt>
                <c:pt idx="15865">
                  <c:v>1.0110836374904435</c:v>
                </c:pt>
                <c:pt idx="15866">
                  <c:v>1.0106372440698888</c:v>
                </c:pt>
                <c:pt idx="15867">
                  <c:v>1.0117450617330987</c:v>
                </c:pt>
                <c:pt idx="15868">
                  <c:v>1.013123001389344</c:v>
                </c:pt>
                <c:pt idx="15869">
                  <c:v>1.0137930106093047</c:v>
                </c:pt>
                <c:pt idx="15870">
                  <c:v>1.0150491096260963</c:v>
                </c:pt>
                <c:pt idx="15871">
                  <c:v>1.0162405419203426</c:v>
                </c:pt>
                <c:pt idx="15872">
                  <c:v>1.0162218734046038</c:v>
                </c:pt>
                <c:pt idx="15873">
                  <c:v>1.015251237582897</c:v>
                </c:pt>
                <c:pt idx="15874">
                  <c:v>1.014632306437971</c:v>
                </c:pt>
                <c:pt idx="15875">
                  <c:v>1.0138570423483215</c:v>
                </c:pt>
                <c:pt idx="15876">
                  <c:v>1.0134270315028029</c:v>
                </c:pt>
                <c:pt idx="15877">
                  <c:v>1.0130192450807827</c:v>
                </c:pt>
                <c:pt idx="15878">
                  <c:v>1.0132705715613737</c:v>
                </c:pt>
                <c:pt idx="15879">
                  <c:v>1.0117506749874907</c:v>
                </c:pt>
                <c:pt idx="15880">
                  <c:v>1.0113975733469474</c:v>
                </c:pt>
                <c:pt idx="15881">
                  <c:v>1.0126931175405309</c:v>
                </c:pt>
                <c:pt idx="15882">
                  <c:v>1.0124600785855615</c:v>
                </c:pt>
                <c:pt idx="15883">
                  <c:v>1.0121849529223212</c:v>
                </c:pt>
                <c:pt idx="15884">
                  <c:v>1.0116232972916683</c:v>
                </c:pt>
                <c:pt idx="15885">
                  <c:v>1.009947270967791</c:v>
                </c:pt>
                <c:pt idx="15886">
                  <c:v>1.0106123273162295</c:v>
                </c:pt>
                <c:pt idx="15887">
                  <c:v>1.0113623444607847</c:v>
                </c:pt>
                <c:pt idx="15888">
                  <c:v>1.0111621468539107</c:v>
                </c:pt>
                <c:pt idx="15889">
                  <c:v>1.0115002120844985</c:v>
                </c:pt>
                <c:pt idx="15890">
                  <c:v>1.0129442154270518</c:v>
                </c:pt>
                <c:pt idx="15891">
                  <c:v>1.0146601441158616</c:v>
                </c:pt>
                <c:pt idx="15892">
                  <c:v>1.0141706734127316</c:v>
                </c:pt>
                <c:pt idx="15893">
                  <c:v>1.0135803419259304</c:v>
                </c:pt>
                <c:pt idx="15894">
                  <c:v>1.0136228350236596</c:v>
                </c:pt>
                <c:pt idx="15895">
                  <c:v>1.013286852539045</c:v>
                </c:pt>
                <c:pt idx="15896">
                  <c:v>1.0118185166276787</c:v>
                </c:pt>
                <c:pt idx="15897">
                  <c:v>1.0125239579285312</c:v>
                </c:pt>
                <c:pt idx="15898">
                  <c:v>1.0136134626667783</c:v>
                </c:pt>
                <c:pt idx="15899">
                  <c:v>1.0134394009819385</c:v>
                </c:pt>
                <c:pt idx="15900">
                  <c:v>1.013759407280975</c:v>
                </c:pt>
                <c:pt idx="15901">
                  <c:v>1.013500156205948</c:v>
                </c:pt>
                <c:pt idx="15902">
                  <c:v>1.0133080101902157</c:v>
                </c:pt>
                <c:pt idx="15903">
                  <c:v>1.0131557411400749</c:v>
                </c:pt>
                <c:pt idx="15904">
                  <c:v>1.0127424938597094</c:v>
                </c:pt>
                <c:pt idx="15905">
                  <c:v>1.0129954712974745</c:v>
                </c:pt>
                <c:pt idx="15906">
                  <c:v>1.0130862485427128</c:v>
                </c:pt>
                <c:pt idx="15907">
                  <c:v>1.0116108008158269</c:v>
                </c:pt>
                <c:pt idx="15908">
                  <c:v>1.0120092148809661</c:v>
                </c:pt>
                <c:pt idx="15909">
                  <c:v>1.0142720675825669</c:v>
                </c:pt>
                <c:pt idx="15910">
                  <c:v>1.0163324621359322</c:v>
                </c:pt>
                <c:pt idx="15911">
                  <c:v>1.0159734170495618</c:v>
                </c:pt>
                <c:pt idx="15912">
                  <c:v>1.0146584677593464</c:v>
                </c:pt>
                <c:pt idx="15913">
                  <c:v>1.0133626695723512</c:v>
                </c:pt>
                <c:pt idx="15914">
                  <c:v>1.0139257475661081</c:v>
                </c:pt>
                <c:pt idx="15915">
                  <c:v>1.015687217273584</c:v>
                </c:pt>
                <c:pt idx="15916">
                  <c:v>1.0157629073101844</c:v>
                </c:pt>
                <c:pt idx="15917">
                  <c:v>1.0130753268260222</c:v>
                </c:pt>
                <c:pt idx="15918">
                  <c:v>1.0109520943026737</c:v>
                </c:pt>
                <c:pt idx="15919">
                  <c:v>1.0126563138952176</c:v>
                </c:pt>
                <c:pt idx="15920">
                  <c:v>1.014824223859633</c:v>
                </c:pt>
                <c:pt idx="15921">
                  <c:v>1.0140893193230567</c:v>
                </c:pt>
                <c:pt idx="15922">
                  <c:v>1.0123985359819767</c:v>
                </c:pt>
                <c:pt idx="15923">
                  <c:v>1.0119962866163252</c:v>
                </c:pt>
                <c:pt idx="15924">
                  <c:v>1.0131002943783638</c:v>
                </c:pt>
                <c:pt idx="15925">
                  <c:v>1.0154794760623909</c:v>
                </c:pt>
                <c:pt idx="15926">
                  <c:v>1.0157917863610617</c:v>
                </c:pt>
                <c:pt idx="15927">
                  <c:v>1.0132680824259419</c:v>
                </c:pt>
                <c:pt idx="15928">
                  <c:v>1.0111853618517135</c:v>
                </c:pt>
                <c:pt idx="15929">
                  <c:v>1.0110722331862712</c:v>
                </c:pt>
                <c:pt idx="15930">
                  <c:v>1.011198569509107</c:v>
                </c:pt>
                <c:pt idx="15931">
                  <c:v>1.0108933456266145</c:v>
                </c:pt>
                <c:pt idx="15932">
                  <c:v>1.0115799406163404</c:v>
                </c:pt>
                <c:pt idx="15933">
                  <c:v>1.0123770481393712</c:v>
                </c:pt>
                <c:pt idx="15934">
                  <c:v>1.0127654548641007</c:v>
                </c:pt>
                <c:pt idx="15935">
                  <c:v>1.0127044710460211</c:v>
                </c:pt>
                <c:pt idx="15936">
                  <c:v>1.0127760463893567</c:v>
                </c:pt>
                <c:pt idx="15937">
                  <c:v>1.0127488944936769</c:v>
                </c:pt>
                <c:pt idx="15938">
                  <c:v>1.0130722535057441</c:v>
                </c:pt>
                <c:pt idx="15939">
                  <c:v>1.0137365224746071</c:v>
                </c:pt>
                <c:pt idx="15940">
                  <c:v>1.0136434846880071</c:v>
                </c:pt>
                <c:pt idx="15941">
                  <c:v>1.012806906588843</c:v>
                </c:pt>
                <c:pt idx="15942">
                  <c:v>1.0137429993065981</c:v>
                </c:pt>
                <c:pt idx="15943">
                  <c:v>1.0171674908752868</c:v>
                </c:pt>
                <c:pt idx="15944">
                  <c:v>1.0193395409323083</c:v>
                </c:pt>
                <c:pt idx="15945">
                  <c:v>1.0182298183185128</c:v>
                </c:pt>
                <c:pt idx="15946">
                  <c:v>1.0167631587636616</c:v>
                </c:pt>
                <c:pt idx="15947">
                  <c:v>1.0150334128332712</c:v>
                </c:pt>
                <c:pt idx="15948">
                  <c:v>1.0141430643289113</c:v>
                </c:pt>
                <c:pt idx="15949">
                  <c:v>1.0145328934167448</c:v>
                </c:pt>
                <c:pt idx="15950">
                  <c:v>1.0150529449266086</c:v>
                </c:pt>
                <c:pt idx="15951">
                  <c:v>1.0140217316762803</c:v>
                </c:pt>
                <c:pt idx="15952">
                  <c:v>1.012766216844335</c:v>
                </c:pt>
                <c:pt idx="15953">
                  <c:v>1.0133157823886048</c:v>
                </c:pt>
                <c:pt idx="15954">
                  <c:v>1.0157726098585003</c:v>
                </c:pt>
                <c:pt idx="15955">
                  <c:v>1.0168398393745666</c:v>
                </c:pt>
                <c:pt idx="15956">
                  <c:v>1.0159004955411457</c:v>
                </c:pt>
                <c:pt idx="15957">
                  <c:v>1.0148733969840822</c:v>
                </c:pt>
                <c:pt idx="15958">
                  <c:v>1.014532385429922</c:v>
                </c:pt>
                <c:pt idx="15959">
                  <c:v>1.0151599523508361</c:v>
                </c:pt>
                <c:pt idx="15960">
                  <c:v>1.0146547848548808</c:v>
                </c:pt>
                <c:pt idx="15961">
                  <c:v>1.0142725247707074</c:v>
                </c:pt>
                <c:pt idx="15962">
                  <c:v>1.0156753811806121</c:v>
                </c:pt>
                <c:pt idx="15963">
                  <c:v>1.0149330854357639</c:v>
                </c:pt>
                <c:pt idx="15964">
                  <c:v>1.0129999161821743</c:v>
                </c:pt>
                <c:pt idx="15965">
                  <c:v>1.0127139450002667</c:v>
                </c:pt>
                <c:pt idx="15966">
                  <c:v>1.0126085377345311</c:v>
                </c:pt>
                <c:pt idx="15967">
                  <c:v>1.0112267373784325</c:v>
                </c:pt>
                <c:pt idx="15968">
                  <c:v>1.0108670573085334</c:v>
                </c:pt>
                <c:pt idx="15969">
                  <c:v>1.0109146556738318</c:v>
                </c:pt>
                <c:pt idx="15970">
                  <c:v>1.0103975250881991</c:v>
                </c:pt>
                <c:pt idx="15971">
                  <c:v>1.0116886751957654</c:v>
                </c:pt>
                <c:pt idx="15972">
                  <c:v>1.0128962360716363</c:v>
                </c:pt>
                <c:pt idx="15973">
                  <c:v>1.0120910261587814</c:v>
                </c:pt>
                <c:pt idx="15974">
                  <c:v>1.0119970739959006</c:v>
                </c:pt>
                <c:pt idx="15975">
                  <c:v>1.0112834033085181</c:v>
                </c:pt>
                <c:pt idx="15976">
                  <c:v>1.0114535788941634</c:v>
                </c:pt>
                <c:pt idx="15977">
                  <c:v>1.0136973058918852</c:v>
                </c:pt>
                <c:pt idx="15978">
                  <c:v>1.0138193243267271</c:v>
                </c:pt>
                <c:pt idx="15979">
                  <c:v>1.0112715672155463</c:v>
                </c:pt>
                <c:pt idx="15980">
                  <c:v>1.0110205455270491</c:v>
                </c:pt>
                <c:pt idx="15981">
                  <c:v>1.0117961398081334</c:v>
                </c:pt>
                <c:pt idx="15982">
                  <c:v>1.0102306260175611</c:v>
                </c:pt>
                <c:pt idx="15983">
                  <c:v>1.0095362334301048</c:v>
                </c:pt>
                <c:pt idx="15984">
                  <c:v>1.009732316343714</c:v>
                </c:pt>
                <c:pt idx="15985">
                  <c:v>1.0094135800117345</c:v>
                </c:pt>
                <c:pt idx="15986">
                  <c:v>1.0106569539586143</c:v>
                </c:pt>
                <c:pt idx="15987">
                  <c:v>1.0124932501250918</c:v>
                </c:pt>
                <c:pt idx="15988">
                  <c:v>1.0130505370690683</c:v>
                </c:pt>
                <c:pt idx="15989">
                  <c:v>1.0118033278216763</c:v>
                </c:pt>
                <c:pt idx="15990">
                  <c:v>1.0113456824929961</c:v>
                </c:pt>
                <c:pt idx="15991">
                  <c:v>1.0111426147605731</c:v>
                </c:pt>
                <c:pt idx="15992">
                  <c:v>1.0115565478231494</c:v>
                </c:pt>
                <c:pt idx="15993">
                  <c:v>1.0122306209376928</c:v>
                </c:pt>
                <c:pt idx="15994">
                  <c:v>1.0125311205427332</c:v>
                </c:pt>
                <c:pt idx="15995">
                  <c:v>1.0120149297327228</c:v>
                </c:pt>
                <c:pt idx="15996">
                  <c:v>1.0118343912158918</c:v>
                </c:pt>
                <c:pt idx="15997">
                  <c:v>1.0116886243970831</c:v>
                </c:pt>
                <c:pt idx="15998">
                  <c:v>1.0111402272225058</c:v>
                </c:pt>
                <c:pt idx="15999">
                  <c:v>1.0112814475592504</c:v>
                </c:pt>
                <c:pt idx="16000">
                  <c:v>1.0130672498355393</c:v>
                </c:pt>
                <c:pt idx="16001">
                  <c:v>1.0148139625258121</c:v>
                </c:pt>
                <c:pt idx="16002">
                  <c:v>1.0149961012011348</c:v>
                </c:pt>
                <c:pt idx="16003">
                  <c:v>1.0153201967940952</c:v>
                </c:pt>
                <c:pt idx="16004">
                  <c:v>1.0160460591652252</c:v>
                </c:pt>
                <c:pt idx="16005">
                  <c:v>1.0166223194170343</c:v>
                </c:pt>
                <c:pt idx="16006">
                  <c:v>1.0163570994968389</c:v>
                </c:pt>
                <c:pt idx="16007">
                  <c:v>1.0157705017131855</c:v>
                </c:pt>
                <c:pt idx="16008">
                  <c:v>1.0152187010268954</c:v>
                </c:pt>
                <c:pt idx="16009">
                  <c:v>1.0150077848980597</c:v>
                </c:pt>
                <c:pt idx="16010">
                  <c:v>1.0157607737655285</c:v>
                </c:pt>
                <c:pt idx="16011">
                  <c:v>1.0150946760441033</c:v>
                </c:pt>
                <c:pt idx="16012">
                  <c:v>1.0135639847502356</c:v>
                </c:pt>
                <c:pt idx="16013">
                  <c:v>1.0138952175580564</c:v>
                </c:pt>
                <c:pt idx="16014">
                  <c:v>1.0142478874098007</c:v>
                </c:pt>
                <c:pt idx="16015">
                  <c:v>1.0144168946257535</c:v>
                </c:pt>
                <c:pt idx="16016">
                  <c:v>1.0144765830774349</c:v>
                </c:pt>
                <c:pt idx="16017">
                  <c:v>1.0129284932348854</c:v>
                </c:pt>
                <c:pt idx="16018">
                  <c:v>1.0106128099037111</c:v>
                </c:pt>
                <c:pt idx="16019">
                  <c:v>1.0115272115841316</c:v>
                </c:pt>
                <c:pt idx="16020">
                  <c:v>1.0122894204124344</c:v>
                </c:pt>
                <c:pt idx="16021">
                  <c:v>1.0124073749526936</c:v>
                </c:pt>
                <c:pt idx="16022">
                  <c:v>1.0113567058070514</c:v>
                </c:pt>
                <c:pt idx="16023">
                  <c:v>1.0099908054385069</c:v>
                </c:pt>
                <c:pt idx="16024">
                  <c:v>1.0097845373891001</c:v>
                </c:pt>
                <c:pt idx="16025">
                  <c:v>1.0104395101991055</c:v>
                </c:pt>
                <c:pt idx="16026">
                  <c:v>1.0107060000863577</c:v>
                </c:pt>
                <c:pt idx="16027">
                  <c:v>1.0093521390055142</c:v>
                </c:pt>
                <c:pt idx="16028">
                  <c:v>1.0086912227496818</c:v>
                </c:pt>
                <c:pt idx="16029">
                  <c:v>1.0092448267891931</c:v>
                </c:pt>
                <c:pt idx="16030">
                  <c:v>1.0106193883330667</c:v>
                </c:pt>
                <c:pt idx="16031">
                  <c:v>1.0101525738422346</c:v>
                </c:pt>
                <c:pt idx="16032">
                  <c:v>1.0098840012090087</c:v>
                </c:pt>
                <c:pt idx="16033">
                  <c:v>1.0108382290563382</c:v>
                </c:pt>
                <c:pt idx="16034">
                  <c:v>1.0118537963125236</c:v>
                </c:pt>
                <c:pt idx="16035">
                  <c:v>1.0129385259746362</c:v>
                </c:pt>
                <c:pt idx="16036">
                  <c:v>1.0120403798725461</c:v>
                </c:pt>
                <c:pt idx="16037">
                  <c:v>1.0108607074732481</c:v>
                </c:pt>
                <c:pt idx="16038">
                  <c:v>1.0116210113509656</c:v>
                </c:pt>
                <c:pt idx="16039">
                  <c:v>1.0116267008033812</c:v>
                </c:pt>
                <c:pt idx="16040">
                  <c:v>1.0105921856387046</c:v>
                </c:pt>
                <c:pt idx="16041">
                  <c:v>1.0103472343927398</c:v>
                </c:pt>
                <c:pt idx="16042">
                  <c:v>1.0122922905379834</c:v>
                </c:pt>
                <c:pt idx="16043">
                  <c:v>1.0134122490862587</c:v>
                </c:pt>
                <c:pt idx="16044">
                  <c:v>1.0130914046089645</c:v>
                </c:pt>
                <c:pt idx="16045">
                  <c:v>1.0116192841957679</c:v>
                </c:pt>
                <c:pt idx="16046">
                  <c:v>1.0092836877811389</c:v>
                </c:pt>
                <c:pt idx="16047">
                  <c:v>1.0097347038817812</c:v>
                </c:pt>
                <c:pt idx="16048">
                  <c:v>1.0111777420493713</c:v>
                </c:pt>
                <c:pt idx="16049">
                  <c:v>1.011182034538024</c:v>
                </c:pt>
                <c:pt idx="16050">
                  <c:v>1.011878332076066</c:v>
                </c:pt>
                <c:pt idx="16051">
                  <c:v>1.0123999075463983</c:v>
                </c:pt>
                <c:pt idx="16052">
                  <c:v>1.0127337310870157</c:v>
                </c:pt>
                <c:pt idx="16053">
                  <c:v>1.0121538133300823</c:v>
                </c:pt>
                <c:pt idx="16054">
                  <c:v>1.0112481490230143</c:v>
                </c:pt>
                <c:pt idx="16055">
                  <c:v>1.0114788766379401</c:v>
                </c:pt>
                <c:pt idx="16056">
                  <c:v>1.0113590933451186</c:v>
                </c:pt>
                <c:pt idx="16057">
                  <c:v>1.0115074254973826</c:v>
                </c:pt>
                <c:pt idx="16058">
                  <c:v>1.0113035195867019</c:v>
                </c:pt>
                <c:pt idx="16059">
                  <c:v>1.0114916525065341</c:v>
                </c:pt>
                <c:pt idx="16060">
                  <c:v>1.0110340071778539</c:v>
                </c:pt>
                <c:pt idx="16061">
                  <c:v>1.0098661962708688</c:v>
                </c:pt>
                <c:pt idx="16062">
                  <c:v>1.0091914373741144</c:v>
                </c:pt>
                <c:pt idx="16063">
                  <c:v>1.0097500704831717</c:v>
                </c:pt>
                <c:pt idx="16064">
                  <c:v>1.0120527493516818</c:v>
                </c:pt>
                <c:pt idx="16065">
                  <c:v>1.0134153986045602</c:v>
                </c:pt>
                <c:pt idx="16066">
                  <c:v>1.0125456997645481</c:v>
                </c:pt>
                <c:pt idx="16067">
                  <c:v>1.0119890732034411</c:v>
                </c:pt>
                <c:pt idx="16068">
                  <c:v>1.0142334859833735</c:v>
                </c:pt>
                <c:pt idx="16069">
                  <c:v>1.0175454330714662</c:v>
                </c:pt>
                <c:pt idx="16070">
                  <c:v>1.0178989665008089</c:v>
                </c:pt>
                <c:pt idx="16071">
                  <c:v>1.0171282742925649</c:v>
                </c:pt>
                <c:pt idx="16072">
                  <c:v>1.0163357386509393</c:v>
                </c:pt>
                <c:pt idx="16073">
                  <c:v>1.0153353856000975</c:v>
                </c:pt>
                <c:pt idx="16074">
                  <c:v>1.0147085552600765</c:v>
                </c:pt>
                <c:pt idx="16075">
                  <c:v>1.0136624325964985</c:v>
                </c:pt>
                <c:pt idx="16076">
                  <c:v>1.0131485277271908</c:v>
                </c:pt>
                <c:pt idx="16077">
                  <c:v>1.0128490186964549</c:v>
                </c:pt>
                <c:pt idx="16078">
                  <c:v>1.0137823682853666</c:v>
                </c:pt>
                <c:pt idx="16079">
                  <c:v>1.0150672193563299</c:v>
                </c:pt>
                <c:pt idx="16080">
                  <c:v>1.0157720764723364</c:v>
                </c:pt>
                <c:pt idx="16081">
                  <c:v>1.0154014492864054</c:v>
                </c:pt>
                <c:pt idx="16082">
                  <c:v>1.0136553715796612</c:v>
                </c:pt>
                <c:pt idx="16083">
                  <c:v>1.01161821742344</c:v>
                </c:pt>
                <c:pt idx="16084">
                  <c:v>1.0118963148095939</c:v>
                </c:pt>
                <c:pt idx="16085">
                  <c:v>1.0126820434277934</c:v>
                </c:pt>
                <c:pt idx="16086">
                  <c:v>1.0133630251631274</c:v>
                </c:pt>
                <c:pt idx="16087">
                  <c:v>1.0150694544983503</c:v>
                </c:pt>
                <c:pt idx="16088">
                  <c:v>1.0161514664309608</c:v>
                </c:pt>
                <c:pt idx="16089">
                  <c:v>1.0162037636743704</c:v>
                </c:pt>
                <c:pt idx="16090">
                  <c:v>1.0146361671378243</c:v>
                </c:pt>
                <c:pt idx="16091">
                  <c:v>1.014386237620996</c:v>
                </c:pt>
                <c:pt idx="16092">
                  <c:v>1.0146064499086893</c:v>
                </c:pt>
                <c:pt idx="16093">
                  <c:v>1.013464520930327</c:v>
                </c:pt>
                <c:pt idx="16094">
                  <c:v>1.0122729870387162</c:v>
                </c:pt>
                <c:pt idx="16095">
                  <c:v>1.0124548717206276</c:v>
                </c:pt>
                <c:pt idx="16096">
                  <c:v>1.0112668429380942</c:v>
                </c:pt>
                <c:pt idx="16097">
                  <c:v>1.0104958459377564</c:v>
                </c:pt>
                <c:pt idx="16098">
                  <c:v>1.0107500933425786</c:v>
                </c:pt>
                <c:pt idx="16099">
                  <c:v>1.0105538072342404</c:v>
                </c:pt>
                <c:pt idx="16100">
                  <c:v>1.0103182537444979</c:v>
                </c:pt>
                <c:pt idx="16101">
                  <c:v>1.0110011658297584</c:v>
                </c:pt>
                <c:pt idx="16102">
                  <c:v>1.0123671931950085</c:v>
                </c:pt>
                <c:pt idx="16103">
                  <c:v>1.0121270424245195</c:v>
                </c:pt>
                <c:pt idx="16104">
                  <c:v>1.0121448727620006</c:v>
                </c:pt>
                <c:pt idx="16105">
                  <c:v>1.0122980815877636</c:v>
                </c:pt>
                <c:pt idx="16106">
                  <c:v>1.0128028934929427</c:v>
                </c:pt>
                <c:pt idx="16107">
                  <c:v>1.014184414456289</c:v>
                </c:pt>
                <c:pt idx="16108">
                  <c:v>1.0143220788852738</c:v>
                </c:pt>
                <c:pt idx="16109">
                  <c:v>1.0136991092451062</c:v>
                </c:pt>
                <c:pt idx="16110">
                  <c:v>1.0115507059746871</c:v>
                </c:pt>
                <c:pt idx="16111">
                  <c:v>1.0109798811818822</c:v>
                </c:pt>
                <c:pt idx="16112">
                  <c:v>1.0115190583956253</c:v>
                </c:pt>
                <c:pt idx="16113">
                  <c:v>1.0117264948147244</c:v>
                </c:pt>
                <c:pt idx="16114">
                  <c:v>1.0126277650357749</c:v>
                </c:pt>
                <c:pt idx="16115">
                  <c:v>1.0123492866595041</c:v>
                </c:pt>
                <c:pt idx="16116">
                  <c:v>1.0119198853981728</c:v>
                </c:pt>
                <c:pt idx="16117">
                  <c:v>1.0124782899131597</c:v>
                </c:pt>
                <c:pt idx="16118">
                  <c:v>1.0127686551810846</c:v>
                </c:pt>
                <c:pt idx="16119">
                  <c:v>1.0129648904907407</c:v>
                </c:pt>
                <c:pt idx="16120">
                  <c:v>1.0126604539878235</c:v>
                </c:pt>
                <c:pt idx="16121">
                  <c:v>1.0125557071049578</c:v>
                </c:pt>
                <c:pt idx="16122">
                  <c:v>1.0126082329424375</c:v>
                </c:pt>
                <c:pt idx="16123">
                  <c:v>1.012251727790181</c:v>
                </c:pt>
                <c:pt idx="16124">
                  <c:v>1.0121461173297164</c:v>
                </c:pt>
                <c:pt idx="16125">
                  <c:v>1.0122510166086292</c:v>
                </c:pt>
                <c:pt idx="16126">
                  <c:v>1.0115964501880821</c:v>
                </c:pt>
                <c:pt idx="16127">
                  <c:v>1.0115550492620222</c:v>
                </c:pt>
                <c:pt idx="16128">
                  <c:v>1.0118568950321429</c:v>
                </c:pt>
                <c:pt idx="16129">
                  <c:v>1.0130755046214102</c:v>
                </c:pt>
                <c:pt idx="16130">
                  <c:v>1.0144538506671137</c:v>
                </c:pt>
                <c:pt idx="16131">
                  <c:v>1.0163104155078218</c:v>
                </c:pt>
                <c:pt idx="16132">
                  <c:v>1.0168262253277149</c:v>
                </c:pt>
                <c:pt idx="16133">
                  <c:v>1.0154149871352338</c:v>
                </c:pt>
                <c:pt idx="16134">
                  <c:v>1.0127931147466034</c:v>
                </c:pt>
                <c:pt idx="16135">
                  <c:v>1.0106076538374595</c:v>
                </c:pt>
                <c:pt idx="16136">
                  <c:v>1.0112726085885333</c:v>
                </c:pt>
                <c:pt idx="16137">
                  <c:v>1.0132384667941714</c:v>
                </c:pt>
                <c:pt idx="16138">
                  <c:v>1.0133057750481953</c:v>
                </c:pt>
                <c:pt idx="16139">
                  <c:v>1.013364218932161</c:v>
                </c:pt>
                <c:pt idx="16140">
                  <c:v>1.0145016014284589</c:v>
                </c:pt>
                <c:pt idx="16141">
                  <c:v>1.0143224852747319</c:v>
                </c:pt>
                <c:pt idx="16142">
                  <c:v>1.0135880633256373</c:v>
                </c:pt>
                <c:pt idx="16143">
                  <c:v>1.0136174757626788</c:v>
                </c:pt>
                <c:pt idx="16144">
                  <c:v>1.012778637122153</c:v>
                </c:pt>
                <c:pt idx="16145">
                  <c:v>1.012151603587403</c:v>
                </c:pt>
                <c:pt idx="16146">
                  <c:v>1.0127911081986534</c:v>
                </c:pt>
                <c:pt idx="16147">
                  <c:v>1.013447046183622</c:v>
                </c:pt>
                <c:pt idx="16148">
                  <c:v>1.0124305645511555</c:v>
                </c:pt>
                <c:pt idx="16149">
                  <c:v>1.0118433571833148</c:v>
                </c:pt>
                <c:pt idx="16150">
                  <c:v>1.0134205546708119</c:v>
                </c:pt>
                <c:pt idx="16151">
                  <c:v>1.0144487961982267</c:v>
                </c:pt>
                <c:pt idx="16152">
                  <c:v>1.0139092633937075</c:v>
                </c:pt>
                <c:pt idx="16153">
                  <c:v>1.0121379641412103</c:v>
                </c:pt>
                <c:pt idx="16154">
                  <c:v>1.0108708418103634</c:v>
                </c:pt>
                <c:pt idx="16155">
                  <c:v>1.0114397616525828</c:v>
                </c:pt>
                <c:pt idx="16156">
                  <c:v>1.0137523208647967</c:v>
                </c:pt>
                <c:pt idx="16157">
                  <c:v>1.0144505995514477</c:v>
                </c:pt>
                <c:pt idx="16158">
                  <c:v>1.0135664484863263</c:v>
                </c:pt>
                <c:pt idx="16159">
                  <c:v>1.0140572653545368</c:v>
                </c:pt>
                <c:pt idx="16160">
                  <c:v>1.0145981951228185</c:v>
                </c:pt>
                <c:pt idx="16161">
                  <c:v>1.0151441031619639</c:v>
                </c:pt>
                <c:pt idx="16162">
                  <c:v>1.0161952548950881</c:v>
                </c:pt>
                <c:pt idx="16163">
                  <c:v>1.0168093093665149</c:v>
                </c:pt>
                <c:pt idx="16164">
                  <c:v>1.0164457685967625</c:v>
                </c:pt>
                <c:pt idx="16165">
                  <c:v>1.0157869350869038</c:v>
                </c:pt>
                <c:pt idx="16166">
                  <c:v>1.0169342995242703</c:v>
                </c:pt>
                <c:pt idx="16167">
                  <c:v>1.0178168250315587</c:v>
                </c:pt>
                <c:pt idx="16168">
                  <c:v>1.0171764314433684</c:v>
                </c:pt>
                <c:pt idx="16169">
                  <c:v>1.0151949018442461</c:v>
                </c:pt>
                <c:pt idx="16170">
                  <c:v>1.0145862320331411</c:v>
                </c:pt>
                <c:pt idx="16171">
                  <c:v>1.0146471396531973</c:v>
                </c:pt>
                <c:pt idx="16172">
                  <c:v>1.0142099661934769</c:v>
                </c:pt>
                <c:pt idx="16173">
                  <c:v>1.0153668553837714</c:v>
                </c:pt>
                <c:pt idx="16174">
                  <c:v>1.0161546667479446</c:v>
                </c:pt>
                <c:pt idx="16175">
                  <c:v>1.0161045030491909</c:v>
                </c:pt>
                <c:pt idx="16176">
                  <c:v>1.0164235949719465</c:v>
                </c:pt>
                <c:pt idx="16177">
                  <c:v>1.0151469224888305</c:v>
                </c:pt>
                <c:pt idx="16178">
                  <c:v>1.0145819649438295</c:v>
                </c:pt>
                <c:pt idx="16179">
                  <c:v>1.0158041304408563</c:v>
                </c:pt>
                <c:pt idx="16180">
                  <c:v>1.0152696521052245</c:v>
                </c:pt>
                <c:pt idx="16181">
                  <c:v>1.0131846963889757</c:v>
                </c:pt>
                <c:pt idx="16182">
                  <c:v>1.0129905438252931</c:v>
                </c:pt>
                <c:pt idx="16183">
                  <c:v>1.0136358394863236</c:v>
                </c:pt>
                <c:pt idx="16184">
                  <c:v>1.0138940491883641</c:v>
                </c:pt>
                <c:pt idx="16185">
                  <c:v>1.0139540424321394</c:v>
                </c:pt>
                <c:pt idx="16186">
                  <c:v>1.0133660730840641</c:v>
                </c:pt>
                <c:pt idx="16187">
                  <c:v>1.0118205485749701</c:v>
                </c:pt>
                <c:pt idx="16188">
                  <c:v>1.0113236358648856</c:v>
                </c:pt>
                <c:pt idx="16189">
                  <c:v>1.0123766163505719</c:v>
                </c:pt>
                <c:pt idx="16190">
                  <c:v>1.0127380489750095</c:v>
                </c:pt>
                <c:pt idx="16191">
                  <c:v>1.0132311771832638</c:v>
                </c:pt>
                <c:pt idx="16192">
                  <c:v>1.0141536050554849</c:v>
                </c:pt>
                <c:pt idx="16193">
                  <c:v>1.0142037941535798</c:v>
                </c:pt>
                <c:pt idx="16194">
                  <c:v>1.014267394103797</c:v>
                </c:pt>
                <c:pt idx="16195">
                  <c:v>1.0137306298274622</c:v>
                </c:pt>
                <c:pt idx="16196">
                  <c:v>1.0139027611623754</c:v>
                </c:pt>
                <c:pt idx="16197">
                  <c:v>1.0149711082494519</c:v>
                </c:pt>
                <c:pt idx="16198">
                  <c:v>1.0146701514562713</c:v>
                </c:pt>
                <c:pt idx="16199">
                  <c:v>1.0130249853318805</c:v>
                </c:pt>
                <c:pt idx="16200">
                  <c:v>1.0109872215914719</c:v>
                </c:pt>
                <c:pt idx="16201">
                  <c:v>1.0095076083726389</c:v>
                </c:pt>
                <c:pt idx="16202">
                  <c:v>1.0088824797884743</c:v>
                </c:pt>
                <c:pt idx="16203">
                  <c:v>1.0099371366306757</c:v>
                </c:pt>
                <c:pt idx="16204">
                  <c:v>1.0115883223989171</c:v>
                </c:pt>
                <c:pt idx="16205">
                  <c:v>1.0134396041766676</c:v>
                </c:pt>
                <c:pt idx="16206">
                  <c:v>1.0140505853278166</c:v>
                </c:pt>
                <c:pt idx="16207">
                  <c:v>1.0125569770720146</c:v>
                </c:pt>
                <c:pt idx="16208">
                  <c:v>1.0110038327605781</c:v>
                </c:pt>
                <c:pt idx="16209">
                  <c:v>1.0109002796467459</c:v>
                </c:pt>
                <c:pt idx="16210">
                  <c:v>1.0109006098381808</c:v>
                </c:pt>
                <c:pt idx="16211">
                  <c:v>1.0115898971580677</c:v>
                </c:pt>
                <c:pt idx="16212">
                  <c:v>1.0127518408172491</c:v>
                </c:pt>
                <c:pt idx="16213">
                  <c:v>1.0139785527963405</c:v>
                </c:pt>
                <c:pt idx="16214">
                  <c:v>1.0145188475810938</c:v>
                </c:pt>
                <c:pt idx="16215">
                  <c:v>1.0149314598779309</c:v>
                </c:pt>
                <c:pt idx="16216">
                  <c:v>1.0142764108699021</c:v>
                </c:pt>
                <c:pt idx="16217">
                  <c:v>1.0138585917081311</c:v>
                </c:pt>
                <c:pt idx="16218">
                  <c:v>1.0140730129460442</c:v>
                </c:pt>
                <c:pt idx="16219">
                  <c:v>1.0146653509807955</c:v>
                </c:pt>
                <c:pt idx="16220">
                  <c:v>1.0160044042457539</c:v>
                </c:pt>
                <c:pt idx="16221">
                  <c:v>1.0157683427691886</c:v>
                </c:pt>
                <c:pt idx="16222">
                  <c:v>1.013575033463632</c:v>
                </c:pt>
                <c:pt idx="16223">
                  <c:v>1.0127466085529742</c:v>
                </c:pt>
                <c:pt idx="16224">
                  <c:v>1.0117725692195545</c:v>
                </c:pt>
                <c:pt idx="16225">
                  <c:v>1.0108831096921347</c:v>
                </c:pt>
                <c:pt idx="16226">
                  <c:v>1.0100292854403357</c:v>
                </c:pt>
                <c:pt idx="16227">
                  <c:v>1.0085546504923661</c:v>
                </c:pt>
                <c:pt idx="16228">
                  <c:v>1.0086918577332105</c:v>
                </c:pt>
                <c:pt idx="16229">
                  <c:v>1.0111020520127707</c:v>
                </c:pt>
                <c:pt idx="16230">
                  <c:v>1.0133732102989248</c:v>
                </c:pt>
                <c:pt idx="16231">
                  <c:v>1.0139369994742335</c:v>
                </c:pt>
                <c:pt idx="16232">
                  <c:v>1.0139673008882149</c:v>
                </c:pt>
                <c:pt idx="16233">
                  <c:v>1.0157075875451791</c:v>
                </c:pt>
                <c:pt idx="16234">
                  <c:v>1.0166301678134468</c:v>
                </c:pt>
                <c:pt idx="16235">
                  <c:v>1.0150439281605035</c:v>
                </c:pt>
                <c:pt idx="16236">
                  <c:v>1.0135918732268085</c:v>
                </c:pt>
                <c:pt idx="16237">
                  <c:v>1.0128363952239079</c:v>
                </c:pt>
                <c:pt idx="16238">
                  <c:v>1.0124523063871722</c:v>
                </c:pt>
                <c:pt idx="16239">
                  <c:v>1.0118897363802384</c:v>
                </c:pt>
                <c:pt idx="16240">
                  <c:v>1.0122216041715877</c:v>
                </c:pt>
                <c:pt idx="16241">
                  <c:v>1.0130344084874439</c:v>
                </c:pt>
                <c:pt idx="16242">
                  <c:v>1.0139700694163993</c:v>
                </c:pt>
                <c:pt idx="16243">
                  <c:v>1.0139235124240877</c:v>
                </c:pt>
                <c:pt idx="16244">
                  <c:v>1.0127798054918455</c:v>
                </c:pt>
                <c:pt idx="16245">
                  <c:v>1.0128136628135866</c:v>
                </c:pt>
                <c:pt idx="16246">
                  <c:v>1.0138590996949539</c:v>
                </c:pt>
                <c:pt idx="16247">
                  <c:v>1.0133188049102007</c:v>
                </c:pt>
                <c:pt idx="16248">
                  <c:v>1.0130693579808541</c:v>
                </c:pt>
                <c:pt idx="16249">
                  <c:v>1.0142004922392314</c:v>
                </c:pt>
                <c:pt idx="16250">
                  <c:v>1.014813048149531</c:v>
                </c:pt>
                <c:pt idx="16251">
                  <c:v>1.0147289255316716</c:v>
                </c:pt>
                <c:pt idx="16252">
                  <c:v>1.0151694009057406</c:v>
                </c:pt>
                <c:pt idx="16253">
                  <c:v>1.0150939902618925</c:v>
                </c:pt>
                <c:pt idx="16254">
                  <c:v>1.0149010060679027</c:v>
                </c:pt>
                <c:pt idx="16255">
                  <c:v>1.0148434765602181</c:v>
                </c:pt>
                <c:pt idx="16256">
                  <c:v>1.0139556933893135</c:v>
                </c:pt>
                <c:pt idx="16257">
                  <c:v>1.0118585205899759</c:v>
                </c:pt>
                <c:pt idx="16258">
                  <c:v>1.0113428631661294</c:v>
                </c:pt>
                <c:pt idx="16259">
                  <c:v>1.0137823936847079</c:v>
                </c:pt>
                <c:pt idx="16260">
                  <c:v>1.015634285046646</c:v>
                </c:pt>
                <c:pt idx="16261">
                  <c:v>1.0166480489496101</c:v>
                </c:pt>
                <c:pt idx="16262">
                  <c:v>1.0172506737175238</c:v>
                </c:pt>
                <c:pt idx="16263">
                  <c:v>1.0169227936227334</c:v>
                </c:pt>
                <c:pt idx="16264">
                  <c:v>1.0159935841264278</c:v>
                </c:pt>
                <c:pt idx="16265">
                  <c:v>1.0158083213321447</c:v>
                </c:pt>
                <c:pt idx="16266">
                  <c:v>1.0140977011056334</c:v>
                </c:pt>
                <c:pt idx="16267">
                  <c:v>1.0130176957209729</c:v>
                </c:pt>
                <c:pt idx="16268">
                  <c:v>1.0146215625166684</c:v>
                </c:pt>
                <c:pt idx="16269">
                  <c:v>1.0158155093456875</c:v>
                </c:pt>
                <c:pt idx="16270">
                  <c:v>1.0161070683826461</c:v>
                </c:pt>
                <c:pt idx="16271">
                  <c:v>1.0162143551996261</c:v>
                </c:pt>
                <c:pt idx="16272">
                  <c:v>1.0157257988727773</c:v>
                </c:pt>
                <c:pt idx="16273">
                  <c:v>1.0148437051542882</c:v>
                </c:pt>
                <c:pt idx="16274">
                  <c:v>1.014867580534961</c:v>
                </c:pt>
                <c:pt idx="16275">
                  <c:v>1.0145298708951489</c:v>
                </c:pt>
                <c:pt idx="16276">
                  <c:v>1.0150398896652622</c:v>
                </c:pt>
                <c:pt idx="16277">
                  <c:v>1.015868873361425</c:v>
                </c:pt>
                <c:pt idx="16278">
                  <c:v>1.0152762813332623</c:v>
                </c:pt>
                <c:pt idx="16279">
                  <c:v>1.0132806804991479</c:v>
                </c:pt>
                <c:pt idx="16280">
                  <c:v>1.0114680565186138</c:v>
                </c:pt>
                <c:pt idx="16281">
                  <c:v>1.0104934837990303</c:v>
                </c:pt>
                <c:pt idx="16282">
                  <c:v>1.0106780608111026</c:v>
                </c:pt>
                <c:pt idx="16283">
                  <c:v>1.0108098071936014</c:v>
                </c:pt>
                <c:pt idx="16284">
                  <c:v>1.0105150732390002</c:v>
                </c:pt>
                <c:pt idx="16285">
                  <c:v>1.0104956681423685</c:v>
                </c:pt>
                <c:pt idx="16286">
                  <c:v>1.0106223854553213</c:v>
                </c:pt>
                <c:pt idx="16287">
                  <c:v>1.0105498957357046</c:v>
                </c:pt>
                <c:pt idx="16288">
                  <c:v>1.0113566042096869</c:v>
                </c:pt>
                <c:pt idx="16289">
                  <c:v>1.0124362794029123</c:v>
                </c:pt>
                <c:pt idx="16290">
                  <c:v>1.0121889406188804</c:v>
                </c:pt>
                <c:pt idx="16291">
                  <c:v>1.0112248832265291</c:v>
                </c:pt>
                <c:pt idx="16292">
                  <c:v>1.0108804935599971</c:v>
                </c:pt>
                <c:pt idx="16293">
                  <c:v>1.0117070389194105</c:v>
                </c:pt>
                <c:pt idx="16294">
                  <c:v>1.0133863417582949</c:v>
                </c:pt>
                <c:pt idx="16295">
                  <c:v>1.0129727896858356</c:v>
                </c:pt>
                <c:pt idx="16296">
                  <c:v>1.0114978499457723</c:v>
                </c:pt>
                <c:pt idx="16297">
                  <c:v>1.0105914998564938</c:v>
                </c:pt>
                <c:pt idx="16298">
                  <c:v>1.0114360533487761</c:v>
                </c:pt>
                <c:pt idx="16299">
                  <c:v>1.0129275788586045</c:v>
                </c:pt>
                <c:pt idx="16300">
                  <c:v>1.0137000236213873</c:v>
                </c:pt>
                <c:pt idx="16301">
                  <c:v>1.0140620658300123</c:v>
                </c:pt>
                <c:pt idx="16302">
                  <c:v>1.0141308980445047</c:v>
                </c:pt>
                <c:pt idx="16303">
                  <c:v>1.0139248585891683</c:v>
                </c:pt>
                <c:pt idx="16304">
                  <c:v>1.0128554955284459</c:v>
                </c:pt>
                <c:pt idx="16305">
                  <c:v>1.0122834261679252</c:v>
                </c:pt>
                <c:pt idx="16306">
                  <c:v>1.0117680989355136</c:v>
                </c:pt>
                <c:pt idx="16307">
                  <c:v>1.0115555826481861</c:v>
                </c:pt>
                <c:pt idx="16308">
                  <c:v>1.0120872416569515</c:v>
                </c:pt>
                <c:pt idx="16309">
                  <c:v>1.0118595619629627</c:v>
                </c:pt>
                <c:pt idx="16310">
                  <c:v>1.0118572760222599</c:v>
                </c:pt>
                <c:pt idx="16311">
                  <c:v>1.0120410148560746</c:v>
                </c:pt>
                <c:pt idx="16312">
                  <c:v>1.0121258232561448</c:v>
                </c:pt>
                <c:pt idx="16313">
                  <c:v>1.0116641394322232</c:v>
                </c:pt>
                <c:pt idx="16314">
                  <c:v>1.0105255885662325</c:v>
                </c:pt>
                <c:pt idx="16315">
                  <c:v>1.0085867044608863</c:v>
                </c:pt>
                <c:pt idx="16316">
                  <c:v>1.0080844832885034</c:v>
                </c:pt>
                <c:pt idx="16317">
                  <c:v>1.0097108539004498</c:v>
                </c:pt>
                <c:pt idx="16318">
                  <c:v>1.0109309112521621</c:v>
                </c:pt>
                <c:pt idx="16319">
                  <c:v>1.0107744005120507</c:v>
                </c:pt>
                <c:pt idx="16320">
                  <c:v>1.0103690270274388</c:v>
                </c:pt>
                <c:pt idx="16321">
                  <c:v>1.0104166253927374</c:v>
                </c:pt>
                <c:pt idx="16322">
                  <c:v>1.0105158606185756</c:v>
                </c:pt>
                <c:pt idx="16323">
                  <c:v>1.0098085905651608</c:v>
                </c:pt>
                <c:pt idx="16324">
                  <c:v>1.0092007335329722</c:v>
                </c:pt>
                <c:pt idx="16325">
                  <c:v>1.0093422332624691</c:v>
                </c:pt>
                <c:pt idx="16326">
                  <c:v>1.0102009087884261</c:v>
                </c:pt>
                <c:pt idx="16327">
                  <c:v>1.0110942798143816</c:v>
                </c:pt>
                <c:pt idx="16328">
                  <c:v>1.0120428690079779</c:v>
                </c:pt>
                <c:pt idx="16329">
                  <c:v>1.0123416414578206</c:v>
                </c:pt>
                <c:pt idx="16330">
                  <c:v>1.0117036354076976</c:v>
                </c:pt>
                <c:pt idx="16331">
                  <c:v>1.0126418362707672</c:v>
                </c:pt>
                <c:pt idx="16332">
                  <c:v>1.0144667027337311</c:v>
                </c:pt>
                <c:pt idx="16333">
                  <c:v>1.0148340026059723</c:v>
                </c:pt>
                <c:pt idx="16334">
                  <c:v>1.0149166012633632</c:v>
                </c:pt>
                <c:pt idx="16335">
                  <c:v>1.0153140501535389</c:v>
                </c:pt>
                <c:pt idx="16336">
                  <c:v>1.0148543982769087</c:v>
                </c:pt>
                <c:pt idx="16337">
                  <c:v>1.013024909133857</c:v>
                </c:pt>
                <c:pt idx="16338">
                  <c:v>1.010631503818791</c:v>
                </c:pt>
                <c:pt idx="16339">
                  <c:v>1.0096735676676547</c:v>
                </c:pt>
                <c:pt idx="16340">
                  <c:v>1.0096613505845657</c:v>
                </c:pt>
                <c:pt idx="16341">
                  <c:v>1.0092430234359722</c:v>
                </c:pt>
                <c:pt idx="16342">
                  <c:v>1.0082299453152186</c:v>
                </c:pt>
                <c:pt idx="16343">
                  <c:v>1.0095899276372771</c:v>
                </c:pt>
                <c:pt idx="16344">
                  <c:v>1.0108838716723689</c:v>
                </c:pt>
                <c:pt idx="16345">
                  <c:v>1.0113214007228652</c:v>
                </c:pt>
                <c:pt idx="16346">
                  <c:v>1.0120454089420921</c:v>
                </c:pt>
                <c:pt idx="16347">
                  <c:v>1.0123460101444968</c:v>
                </c:pt>
                <c:pt idx="16348">
                  <c:v>1.0132654916931454</c:v>
                </c:pt>
                <c:pt idx="16349">
                  <c:v>1.0133826334544882</c:v>
                </c:pt>
                <c:pt idx="16350">
                  <c:v>1.0132665584654734</c:v>
                </c:pt>
                <c:pt idx="16351">
                  <c:v>1.0132737210796752</c:v>
                </c:pt>
                <c:pt idx="16352">
                  <c:v>1.0138959287396085</c:v>
                </c:pt>
                <c:pt idx="16353">
                  <c:v>1.0138070056462736</c:v>
                </c:pt>
                <c:pt idx="16354">
                  <c:v>1.0121417232436991</c:v>
                </c:pt>
                <c:pt idx="16355">
                  <c:v>1.0116932216778296</c:v>
                </c:pt>
                <c:pt idx="16356">
                  <c:v>1.0108454678685634</c:v>
                </c:pt>
                <c:pt idx="16357">
                  <c:v>1.0113335416079308</c:v>
                </c:pt>
                <c:pt idx="16358">
                  <c:v>1.0114948274241766</c:v>
                </c:pt>
                <c:pt idx="16359">
                  <c:v>1.0104629791903199</c:v>
                </c:pt>
                <c:pt idx="16360">
                  <c:v>1.0093971720373573</c:v>
                </c:pt>
                <c:pt idx="16361">
                  <c:v>1.0081558300377689</c:v>
                </c:pt>
                <c:pt idx="16362">
                  <c:v>1.0079818191516112</c:v>
                </c:pt>
                <c:pt idx="16363">
                  <c:v>1.0090562112818793</c:v>
                </c:pt>
                <c:pt idx="16364">
                  <c:v>1.0106190581416319</c:v>
                </c:pt>
                <c:pt idx="16365">
                  <c:v>1.0114721204131965</c:v>
                </c:pt>
                <c:pt idx="16366">
                  <c:v>1.0117442997528645</c:v>
                </c:pt>
                <c:pt idx="16367">
                  <c:v>1.0112601121126918</c:v>
                </c:pt>
                <c:pt idx="16368">
                  <c:v>1.0111932610468084</c:v>
                </c:pt>
                <c:pt idx="16369">
                  <c:v>1.0104758566562784</c:v>
                </c:pt>
                <c:pt idx="16370">
                  <c:v>1.0094662836446022</c:v>
                </c:pt>
                <c:pt idx="16371">
                  <c:v>1.010858853321345</c:v>
                </c:pt>
                <c:pt idx="16372">
                  <c:v>1.0119214855566647</c:v>
                </c:pt>
                <c:pt idx="16373">
                  <c:v>1.0116800394197774</c:v>
                </c:pt>
                <c:pt idx="16374">
                  <c:v>1.0110889205534008</c:v>
                </c:pt>
                <c:pt idx="16375">
                  <c:v>1.011512530764952</c:v>
                </c:pt>
                <c:pt idx="16376">
                  <c:v>1.0117666765724098</c:v>
                </c:pt>
                <c:pt idx="16377">
                  <c:v>1.0129546545562609</c:v>
                </c:pt>
                <c:pt idx="16378">
                  <c:v>1.0143863900170429</c:v>
                </c:pt>
                <c:pt idx="16379">
                  <c:v>1.0135711727637786</c:v>
                </c:pt>
                <c:pt idx="16380">
                  <c:v>1.0125934505258933</c:v>
                </c:pt>
                <c:pt idx="16381">
                  <c:v>1.0130220390083082</c:v>
                </c:pt>
                <c:pt idx="16382">
                  <c:v>1.0134672640591702</c:v>
                </c:pt>
                <c:pt idx="16383">
                  <c:v>1.0141291962886483</c:v>
                </c:pt>
                <c:pt idx="16384">
                  <c:v>1.013812314108572</c:v>
                </c:pt>
                <c:pt idx="16385">
                  <c:v>1.0135793767509671</c:v>
                </c:pt>
                <c:pt idx="16386">
                  <c:v>1.014046343637846</c:v>
                </c:pt>
                <c:pt idx="16387">
                  <c:v>1.0136796025511099</c:v>
                </c:pt>
                <c:pt idx="16388">
                  <c:v>1.0134065850331841</c:v>
                </c:pt>
                <c:pt idx="16389">
                  <c:v>1.0140527696711548</c:v>
                </c:pt>
                <c:pt idx="16390">
                  <c:v>1.0134050610727159</c:v>
                </c:pt>
                <c:pt idx="16391">
                  <c:v>1.0113841116961426</c:v>
                </c:pt>
                <c:pt idx="16392">
                  <c:v>1.0114616050859642</c:v>
                </c:pt>
                <c:pt idx="16393">
                  <c:v>1.0117972573791436</c:v>
                </c:pt>
                <c:pt idx="16394">
                  <c:v>1.0125365306023961</c:v>
                </c:pt>
                <c:pt idx="16395">
                  <c:v>1.0131798451148177</c:v>
                </c:pt>
                <c:pt idx="16396">
                  <c:v>1.0142556342088487</c:v>
                </c:pt>
                <c:pt idx="16397">
                  <c:v>1.0139115239350691</c:v>
                </c:pt>
                <c:pt idx="16398">
                  <c:v>1.0134535484149541</c:v>
                </c:pt>
                <c:pt idx="16399">
                  <c:v>1.0137782027934195</c:v>
                </c:pt>
                <c:pt idx="16400">
                  <c:v>1.015038772094252</c:v>
                </c:pt>
                <c:pt idx="16401">
                  <c:v>1.0156137115803217</c:v>
                </c:pt>
                <c:pt idx="16402">
                  <c:v>1.0152318832849476</c:v>
                </c:pt>
                <c:pt idx="16403">
                  <c:v>1.0156777179199972</c:v>
                </c:pt>
                <c:pt idx="16404">
                  <c:v>1.0151078837014968</c:v>
                </c:pt>
                <c:pt idx="16405">
                  <c:v>1.0138735773194043</c:v>
                </c:pt>
                <c:pt idx="16406">
                  <c:v>1.0134692198084381</c:v>
                </c:pt>
                <c:pt idx="16407">
                  <c:v>1.0145910833072991</c:v>
                </c:pt>
                <c:pt idx="16408">
                  <c:v>1.0158713116981746</c:v>
                </c:pt>
                <c:pt idx="16409">
                  <c:v>1.0161435418365248</c:v>
                </c:pt>
                <c:pt idx="16410">
                  <c:v>1.0145467360576668</c:v>
                </c:pt>
                <c:pt idx="16411">
                  <c:v>1.0133311489899952</c:v>
                </c:pt>
                <c:pt idx="16412">
                  <c:v>1.0130977544442497</c:v>
                </c:pt>
                <c:pt idx="16413">
                  <c:v>1.0136964423142865</c:v>
                </c:pt>
                <c:pt idx="16414">
                  <c:v>1.0132237351763096</c:v>
                </c:pt>
                <c:pt idx="16415">
                  <c:v>1.0120568894442878</c:v>
                </c:pt>
                <c:pt idx="16416">
                  <c:v>1.012113987163173</c:v>
                </c:pt>
                <c:pt idx="16417">
                  <c:v>1.0138089613955414</c:v>
                </c:pt>
                <c:pt idx="16418">
                  <c:v>1.015114233536782</c:v>
                </c:pt>
                <c:pt idx="16419">
                  <c:v>1.0139939701964131</c:v>
                </c:pt>
                <c:pt idx="16420">
                  <c:v>1.0134035879109295</c:v>
                </c:pt>
                <c:pt idx="16421">
                  <c:v>1.0124815664281668</c:v>
                </c:pt>
                <c:pt idx="16422">
                  <c:v>1.0105457302437575</c:v>
                </c:pt>
                <c:pt idx="16423">
                  <c:v>1.0115040219856697</c:v>
                </c:pt>
                <c:pt idx="16424">
                  <c:v>1.0142957905671928</c:v>
                </c:pt>
                <c:pt idx="16425">
                  <c:v>1.0157040570367604</c:v>
                </c:pt>
                <c:pt idx="16426">
                  <c:v>1.0150912217337082</c:v>
                </c:pt>
                <c:pt idx="16427">
                  <c:v>1.0140621674273769</c:v>
                </c:pt>
                <c:pt idx="16428">
                  <c:v>1.0144942356195281</c:v>
                </c:pt>
                <c:pt idx="16429">
                  <c:v>1.0144348011612578</c:v>
                </c:pt>
                <c:pt idx="16430">
                  <c:v>1.0141184269680044</c:v>
                </c:pt>
                <c:pt idx="16431">
                  <c:v>1.0141340729621473</c:v>
                </c:pt>
                <c:pt idx="16432">
                  <c:v>1.0141156076411377</c:v>
                </c:pt>
                <c:pt idx="16433">
                  <c:v>1.0143722425840274</c:v>
                </c:pt>
                <c:pt idx="16434">
                  <c:v>1.0145048271447838</c:v>
                </c:pt>
                <c:pt idx="16435">
                  <c:v>1.0150688957128453</c:v>
                </c:pt>
                <c:pt idx="16436">
                  <c:v>1.0152736398017836</c:v>
                </c:pt>
                <c:pt idx="16437">
                  <c:v>1.0151142589361233</c:v>
                </c:pt>
                <c:pt idx="16438">
                  <c:v>1.0153265212300393</c:v>
                </c:pt>
                <c:pt idx="16439">
                  <c:v>1.0164747492450046</c:v>
                </c:pt>
                <c:pt idx="16440">
                  <c:v>1.0158614821531529</c:v>
                </c:pt>
                <c:pt idx="16441">
                  <c:v>1.014886680839499</c:v>
                </c:pt>
                <c:pt idx="16442">
                  <c:v>1.0155841467472333</c:v>
                </c:pt>
                <c:pt idx="16443">
                  <c:v>1.0160570316805981</c:v>
                </c:pt>
                <c:pt idx="16444">
                  <c:v>1.0152939338753553</c:v>
                </c:pt>
                <c:pt idx="16445">
                  <c:v>1.0146985733190081</c:v>
                </c:pt>
                <c:pt idx="16446">
                  <c:v>1.0139038787333856</c:v>
                </c:pt>
                <c:pt idx="16447">
                  <c:v>1.012682145025158</c:v>
                </c:pt>
                <c:pt idx="16448">
                  <c:v>1.0136476247806132</c:v>
                </c:pt>
                <c:pt idx="16449">
                  <c:v>1.0151127349756548</c:v>
                </c:pt>
                <c:pt idx="16450">
                  <c:v>1.0149626248695109</c:v>
                </c:pt>
                <c:pt idx="16451">
                  <c:v>1.0135356898842045</c:v>
                </c:pt>
                <c:pt idx="16452">
                  <c:v>1.0127087889340149</c:v>
                </c:pt>
                <c:pt idx="16453">
                  <c:v>1.012773785847995</c:v>
                </c:pt>
                <c:pt idx="16454">
                  <c:v>1.0124381589541567</c:v>
                </c:pt>
                <c:pt idx="16455">
                  <c:v>1.0109332733908882</c:v>
                </c:pt>
                <c:pt idx="16456">
                  <c:v>1.0099651267046132</c:v>
                </c:pt>
                <c:pt idx="16457">
                  <c:v>1.0102962833144109</c:v>
                </c:pt>
                <c:pt idx="16458">
                  <c:v>1.009654365765752</c:v>
                </c:pt>
                <c:pt idx="16459">
                  <c:v>1.0105300842496145</c:v>
                </c:pt>
                <c:pt idx="16460">
                  <c:v>1.0121911757609008</c:v>
                </c:pt>
                <c:pt idx="16461">
                  <c:v>1.0135793767509671</c:v>
                </c:pt>
                <c:pt idx="16462">
                  <c:v>1.0158471823240904</c:v>
                </c:pt>
                <c:pt idx="16463">
                  <c:v>1.0158976254155967</c:v>
                </c:pt>
                <c:pt idx="16464">
                  <c:v>1.0144542824559131</c:v>
                </c:pt>
                <c:pt idx="16465">
                  <c:v>1.0142845640584084</c:v>
                </c:pt>
                <c:pt idx="16466">
                  <c:v>1.0139836580639099</c:v>
                </c:pt>
                <c:pt idx="16467">
                  <c:v>1.01238347417268</c:v>
                </c:pt>
                <c:pt idx="16468">
                  <c:v>1.0115614498959897</c:v>
                </c:pt>
                <c:pt idx="16469">
                  <c:v>1.0121423328278865</c:v>
                </c:pt>
                <c:pt idx="16470">
                  <c:v>1.0131688979987858</c:v>
                </c:pt>
                <c:pt idx="16471">
                  <c:v>1.0132914752191329</c:v>
                </c:pt>
                <c:pt idx="16472">
                  <c:v>1.0126346482572242</c:v>
                </c:pt>
                <c:pt idx="16473">
                  <c:v>1.0116428801836881</c:v>
                </c:pt>
                <c:pt idx="16474">
                  <c:v>1.0116469694776118</c:v>
                </c:pt>
                <c:pt idx="16475">
                  <c:v>1.0117783856686757</c:v>
                </c:pt>
                <c:pt idx="16476">
                  <c:v>1.0110799037872957</c:v>
                </c:pt>
                <c:pt idx="16477">
                  <c:v>1.0107840522616844</c:v>
                </c:pt>
                <c:pt idx="16478">
                  <c:v>1.0111895273436606</c:v>
                </c:pt>
                <c:pt idx="16479">
                  <c:v>1.0095403735227109</c:v>
                </c:pt>
                <c:pt idx="16480">
                  <c:v>1.010196209910315</c:v>
                </c:pt>
                <c:pt idx="16481">
                  <c:v>1.0117219737320013</c:v>
                </c:pt>
                <c:pt idx="16482">
                  <c:v>1.0122079139267128</c:v>
                </c:pt>
                <c:pt idx="16483">
                  <c:v>1.0129317951492338</c:v>
                </c:pt>
                <c:pt idx="16484">
                  <c:v>1.0123686409574535</c:v>
                </c:pt>
                <c:pt idx="16485">
                  <c:v>1.010793704011318</c:v>
                </c:pt>
                <c:pt idx="16486">
                  <c:v>1.0090213379864927</c:v>
                </c:pt>
                <c:pt idx="16487">
                  <c:v>1.0084501068042295</c:v>
                </c:pt>
                <c:pt idx="16488">
                  <c:v>1.01053666267897</c:v>
                </c:pt>
                <c:pt idx="16489">
                  <c:v>1.0115271099867669</c:v>
                </c:pt>
                <c:pt idx="16490">
                  <c:v>1.0115796612235879</c:v>
                </c:pt>
                <c:pt idx="16491">
                  <c:v>1.0123776069248764</c:v>
                </c:pt>
                <c:pt idx="16492">
                  <c:v>1.0142894407319074</c:v>
                </c:pt>
                <c:pt idx="16493">
                  <c:v>1.0157929293314132</c:v>
                </c:pt>
                <c:pt idx="16494">
                  <c:v>1.0170789741714099</c:v>
                </c:pt>
                <c:pt idx="16495">
                  <c:v>1.0159301365722573</c:v>
                </c:pt>
                <c:pt idx="16496">
                  <c:v>1.0138289506770195</c:v>
                </c:pt>
                <c:pt idx="16497">
                  <c:v>1.013796287124312</c:v>
                </c:pt>
                <c:pt idx="16498">
                  <c:v>1.012411718240029</c:v>
                </c:pt>
                <c:pt idx="16499">
                  <c:v>1.0120110690328692</c:v>
                </c:pt>
                <c:pt idx="16500">
                  <c:v>1.0128776945526032</c:v>
                </c:pt>
                <c:pt idx="16501">
                  <c:v>1.0135049566814236</c:v>
                </c:pt>
                <c:pt idx="16502">
                  <c:v>1.0132082923768957</c:v>
                </c:pt>
                <c:pt idx="16503">
                  <c:v>1.0123711808915676</c:v>
                </c:pt>
                <c:pt idx="16504">
                  <c:v>1.012733629489651</c:v>
                </c:pt>
                <c:pt idx="16505">
                  <c:v>1.0138238962081323</c:v>
                </c:pt>
                <c:pt idx="16506">
                  <c:v>1.0148718730236137</c:v>
                </c:pt>
                <c:pt idx="16507">
                  <c:v>1.0152418144273339</c:v>
                </c:pt>
                <c:pt idx="16508">
                  <c:v>1.0145588007447086</c:v>
                </c:pt>
                <c:pt idx="16509">
                  <c:v>1.0140547508197637</c:v>
                </c:pt>
                <c:pt idx="16510">
                  <c:v>1.0143519231111144</c:v>
                </c:pt>
                <c:pt idx="16511">
                  <c:v>1.0151871550451981</c:v>
                </c:pt>
                <c:pt idx="16512">
                  <c:v>1.0144788690181377</c:v>
                </c:pt>
                <c:pt idx="16513">
                  <c:v>1.0122110634450143</c:v>
                </c:pt>
                <c:pt idx="16514">
                  <c:v>1.0103939437810983</c:v>
                </c:pt>
                <c:pt idx="16515">
                  <c:v>1.0108870465900115</c:v>
                </c:pt>
                <c:pt idx="16516">
                  <c:v>1.0118195072019831</c:v>
                </c:pt>
                <c:pt idx="16517">
                  <c:v>1.011532901036547</c:v>
                </c:pt>
                <c:pt idx="16518">
                  <c:v>1.0123889350310253</c:v>
                </c:pt>
                <c:pt idx="16519">
                  <c:v>1.0148892207736131</c:v>
                </c:pt>
                <c:pt idx="16520">
                  <c:v>1.0160477101223995</c:v>
                </c:pt>
                <c:pt idx="16521">
                  <c:v>1.0154421390309136</c:v>
                </c:pt>
                <c:pt idx="16522">
                  <c:v>1.0157117022384439</c:v>
                </c:pt>
                <c:pt idx="16523">
                  <c:v>1.0154928869145134</c:v>
                </c:pt>
                <c:pt idx="16524">
                  <c:v>1.0142028797772986</c:v>
                </c:pt>
                <c:pt idx="16525">
                  <c:v>1.011786513457841</c:v>
                </c:pt>
                <c:pt idx="16526">
                  <c:v>1.010540955167623</c:v>
                </c:pt>
                <c:pt idx="16527">
                  <c:v>1.0117846085072553</c:v>
                </c:pt>
                <c:pt idx="16528">
                  <c:v>1.0135189771177335</c:v>
                </c:pt>
                <c:pt idx="16529">
                  <c:v>1.0142090010185136</c:v>
                </c:pt>
                <c:pt idx="16530">
                  <c:v>1.0136955787366875</c:v>
                </c:pt>
                <c:pt idx="16531">
                  <c:v>1.011194073825725</c:v>
                </c:pt>
                <c:pt idx="16532">
                  <c:v>1.0108669557111689</c:v>
                </c:pt>
                <c:pt idx="16533">
                  <c:v>1.0134243899713242</c:v>
                </c:pt>
                <c:pt idx="16534">
                  <c:v>1.0138819337026397</c:v>
                </c:pt>
                <c:pt idx="16535">
                  <c:v>1.0129195526668038</c:v>
                </c:pt>
                <c:pt idx="16536">
                  <c:v>1.0120330394629564</c:v>
                </c:pt>
                <c:pt idx="16537">
                  <c:v>1.0118661403923181</c:v>
                </c:pt>
                <c:pt idx="16538">
                  <c:v>1.011986736464056</c:v>
                </c:pt>
                <c:pt idx="16539">
                  <c:v>1.0128077193677596</c:v>
                </c:pt>
                <c:pt idx="16540">
                  <c:v>1.0140153310423128</c:v>
                </c:pt>
                <c:pt idx="16541">
                  <c:v>1.014379176604159</c:v>
                </c:pt>
                <c:pt idx="16542">
                  <c:v>1.0131875411151834</c:v>
                </c:pt>
                <c:pt idx="16543">
                  <c:v>1.0117738899852937</c:v>
                </c:pt>
                <c:pt idx="16544">
                  <c:v>1.0129816286565527</c:v>
                </c:pt>
                <c:pt idx="16545">
                  <c:v>1.0139095427864602</c:v>
                </c:pt>
                <c:pt idx="16546">
                  <c:v>1.0128452849933072</c:v>
                </c:pt>
                <c:pt idx="16547">
                  <c:v>1.0117895613787777</c:v>
                </c:pt>
                <c:pt idx="16548">
                  <c:v>1.0112438057356792</c:v>
                </c:pt>
                <c:pt idx="16549">
                  <c:v>1.0120630868835263</c:v>
                </c:pt>
                <c:pt idx="16550">
                  <c:v>1.0126991879830638</c:v>
                </c:pt>
                <c:pt idx="16551">
                  <c:v>1.0143525072959607</c:v>
                </c:pt>
                <c:pt idx="16552">
                  <c:v>1.01487713068723</c:v>
                </c:pt>
                <c:pt idx="16553">
                  <c:v>1.0144881651769952</c:v>
                </c:pt>
                <c:pt idx="16554">
                  <c:v>1.0142890343424491</c:v>
                </c:pt>
                <c:pt idx="16555">
                  <c:v>1.014819347186134</c:v>
                </c:pt>
                <c:pt idx="16556">
                  <c:v>1.0141181729745929</c:v>
                </c:pt>
                <c:pt idx="16557">
                  <c:v>1.0135103159424044</c:v>
                </c:pt>
                <c:pt idx="16558">
                  <c:v>1.011522080917221</c:v>
                </c:pt>
                <c:pt idx="16559">
                  <c:v>1.0101757126420141</c:v>
                </c:pt>
                <c:pt idx="16560">
                  <c:v>1.0105054214893665</c:v>
                </c:pt>
                <c:pt idx="16561">
                  <c:v>1.0117923045076211</c:v>
                </c:pt>
                <c:pt idx="16562">
                  <c:v>1.0128365730192959</c:v>
                </c:pt>
                <c:pt idx="16563">
                  <c:v>1.0119406620592262</c:v>
                </c:pt>
                <c:pt idx="16564">
                  <c:v>1.0117721882294373</c:v>
                </c:pt>
                <c:pt idx="16565">
                  <c:v>1.0115340186075574</c:v>
                </c:pt>
                <c:pt idx="16566">
                  <c:v>1.0108685050709785</c:v>
                </c:pt>
                <c:pt idx="16567">
                  <c:v>1.0103923436226063</c:v>
                </c:pt>
                <c:pt idx="16568">
                  <c:v>1.0099731782957551</c:v>
                </c:pt>
                <c:pt idx="16569">
                  <c:v>1.0104226196372466</c:v>
                </c:pt>
                <c:pt idx="16570">
                  <c:v>1.0099014251570315</c:v>
                </c:pt>
                <c:pt idx="16571">
                  <c:v>1.0092902154118122</c:v>
                </c:pt>
                <c:pt idx="16572">
                  <c:v>1.0102920670237814</c:v>
                </c:pt>
                <c:pt idx="16573">
                  <c:v>1.0095100721087296</c:v>
                </c:pt>
                <c:pt idx="16574">
                  <c:v>1.0095392813510418</c:v>
                </c:pt>
                <c:pt idx="16575">
                  <c:v>1.0104317126013751</c:v>
                </c:pt>
                <c:pt idx="16576">
                  <c:v>1.0101168623685901</c:v>
                </c:pt>
                <c:pt idx="16577">
                  <c:v>1.0103058842653621</c:v>
                </c:pt>
                <c:pt idx="16578">
                  <c:v>1.0111375602916861</c:v>
                </c:pt>
                <c:pt idx="16579">
                  <c:v>1.0114634846372086</c:v>
                </c:pt>
                <c:pt idx="16580">
                  <c:v>1.0128980902235396</c:v>
                </c:pt>
                <c:pt idx="16581">
                  <c:v>1.0140096923885795</c:v>
                </c:pt>
                <c:pt idx="16582">
                  <c:v>1.0141085212249594</c:v>
                </c:pt>
                <c:pt idx="16583">
                  <c:v>1.0133698067872119</c:v>
                </c:pt>
                <c:pt idx="16584">
                  <c:v>1.0115173566397688</c:v>
                </c:pt>
                <c:pt idx="16585">
                  <c:v>1.0111346139681137</c:v>
                </c:pt>
                <c:pt idx="16586">
                  <c:v>1.0118541011046174</c:v>
                </c:pt>
                <c:pt idx="16587">
                  <c:v>1.0134177861426275</c:v>
                </c:pt>
                <c:pt idx="16588">
                  <c:v>1.0142449664855693</c:v>
                </c:pt>
                <c:pt idx="16589">
                  <c:v>1.0140549032158106</c:v>
                </c:pt>
                <c:pt idx="16590">
                  <c:v>1.0133564467337717</c:v>
                </c:pt>
                <c:pt idx="16591">
                  <c:v>1.0139949607707177</c:v>
                </c:pt>
                <c:pt idx="16592">
                  <c:v>1.0147906205313033</c:v>
                </c:pt>
                <c:pt idx="16593">
                  <c:v>1.0154121932077083</c:v>
                </c:pt>
                <c:pt idx="16594">
                  <c:v>1.0143817673369553</c:v>
                </c:pt>
                <c:pt idx="16595">
                  <c:v>1.0118388614999327</c:v>
                </c:pt>
                <c:pt idx="16596">
                  <c:v>1.0107674156932369</c:v>
                </c:pt>
                <c:pt idx="16597">
                  <c:v>1.0106434923078096</c:v>
                </c:pt>
                <c:pt idx="16598">
                  <c:v>1.0119857458897517</c:v>
                </c:pt>
                <c:pt idx="16599">
                  <c:v>1.0131909700262376</c:v>
                </c:pt>
                <c:pt idx="16600">
                  <c:v>1.0123132449944248</c:v>
                </c:pt>
                <c:pt idx="16601">
                  <c:v>1.0100282948660311</c:v>
                </c:pt>
                <c:pt idx="16602">
                  <c:v>1.010959155319511</c:v>
                </c:pt>
                <c:pt idx="16603">
                  <c:v>1.0128360904318141</c:v>
                </c:pt>
                <c:pt idx="16604">
                  <c:v>1.0144048299387114</c:v>
                </c:pt>
                <c:pt idx="16605">
                  <c:v>1.0165705047611064</c:v>
                </c:pt>
                <c:pt idx="16606">
                  <c:v>1.016099296184257</c:v>
                </c:pt>
                <c:pt idx="16607">
                  <c:v>1.0151142589361233</c:v>
                </c:pt>
                <c:pt idx="16608">
                  <c:v>1.0149860176627019</c:v>
                </c:pt>
                <c:pt idx="16609">
                  <c:v>1.0157197792289268</c:v>
                </c:pt>
                <c:pt idx="16610">
                  <c:v>1.0150641460360519</c:v>
                </c:pt>
                <c:pt idx="16611">
                  <c:v>1.0136003312074084</c:v>
                </c:pt>
                <c:pt idx="16612">
                  <c:v>1.0131064664182612</c:v>
                </c:pt>
                <c:pt idx="16613">
                  <c:v>1.0130518578348078</c:v>
                </c:pt>
                <c:pt idx="16614">
                  <c:v>1.0114262746024367</c:v>
                </c:pt>
                <c:pt idx="16615">
                  <c:v>1.0107617516401624</c:v>
                </c:pt>
                <c:pt idx="16616">
                  <c:v>1.0121967636159519</c:v>
                </c:pt>
                <c:pt idx="16617">
                  <c:v>1.014123557634915</c:v>
                </c:pt>
                <c:pt idx="16618">
                  <c:v>1.0154861814884522</c:v>
                </c:pt>
                <c:pt idx="16619">
                  <c:v>1.0162577372742951</c:v>
                </c:pt>
                <c:pt idx="16620">
                  <c:v>1.0153683285455575</c:v>
                </c:pt>
                <c:pt idx="16621">
                  <c:v>1.0140803025569516</c:v>
                </c:pt>
                <c:pt idx="16622">
                  <c:v>1.0138304492381467</c:v>
                </c:pt>
                <c:pt idx="16623">
                  <c:v>1.0149609993116779</c:v>
                </c:pt>
                <c:pt idx="16624">
                  <c:v>1.0161552255334496</c:v>
                </c:pt>
                <c:pt idx="16625">
                  <c:v>1.0167615332058286</c:v>
                </c:pt>
                <c:pt idx="16626">
                  <c:v>1.0172407425751375</c:v>
                </c:pt>
                <c:pt idx="16627">
                  <c:v>1.0160545425451664</c:v>
                </c:pt>
                <c:pt idx="16628">
                  <c:v>1.0137170411799519</c:v>
                </c:pt>
                <c:pt idx="16629">
                  <c:v>1.0134840022249822</c:v>
                </c:pt>
                <c:pt idx="16630">
                  <c:v>1.0127657596561945</c:v>
                </c:pt>
                <c:pt idx="16631">
                  <c:v>1.0119884636192538</c:v>
                </c:pt>
                <c:pt idx="16632">
                  <c:v>1.0121464475211512</c:v>
                </c:pt>
                <c:pt idx="16633">
                  <c:v>1.0115569288132666</c:v>
                </c:pt>
                <c:pt idx="16634">
                  <c:v>1.0109201419315184</c:v>
                </c:pt>
                <c:pt idx="16635">
                  <c:v>1.010034187513176</c:v>
                </c:pt>
                <c:pt idx="16636">
                  <c:v>1.0098493057090099</c:v>
                </c:pt>
                <c:pt idx="16637">
                  <c:v>1.0110873711935913</c:v>
                </c:pt>
                <c:pt idx="16638">
                  <c:v>1.0117828559527167</c:v>
                </c:pt>
                <c:pt idx="16639">
                  <c:v>1.011272202199075</c:v>
                </c:pt>
                <c:pt idx="16640">
                  <c:v>1.0108766582594848</c:v>
                </c:pt>
                <c:pt idx="16641">
                  <c:v>1.0100417057181537</c:v>
                </c:pt>
                <c:pt idx="16642">
                  <c:v>1.0106292432774293</c:v>
                </c:pt>
                <c:pt idx="16643">
                  <c:v>1.0128844253780056</c:v>
                </c:pt>
                <c:pt idx="16644">
                  <c:v>1.0138529784537389</c:v>
                </c:pt>
                <c:pt idx="16645">
                  <c:v>1.0134678990426988</c:v>
                </c:pt>
                <c:pt idx="16646">
                  <c:v>1.0136642359497194</c:v>
                </c:pt>
                <c:pt idx="16647">
                  <c:v>1.0152867966604946</c:v>
                </c:pt>
                <c:pt idx="16648">
                  <c:v>1.0152428558003206</c:v>
                </c:pt>
                <c:pt idx="16649">
                  <c:v>1.0141614280525564</c:v>
                </c:pt>
                <c:pt idx="16650">
                  <c:v>1.012356119082271</c:v>
                </c:pt>
                <c:pt idx="16651">
                  <c:v>1.0116317552722682</c:v>
                </c:pt>
                <c:pt idx="16652">
                  <c:v>1.0128072875789602</c:v>
                </c:pt>
                <c:pt idx="16653">
                  <c:v>1.0136489201470114</c:v>
                </c:pt>
                <c:pt idx="16654">
                  <c:v>1.0153607087432153</c:v>
                </c:pt>
                <c:pt idx="16655">
                  <c:v>1.0164706599510809</c:v>
                </c:pt>
                <c:pt idx="16656">
                  <c:v>1.015800295140344</c:v>
                </c:pt>
                <c:pt idx="16657">
                  <c:v>1.0148763687069957</c:v>
                </c:pt>
                <c:pt idx="16658">
                  <c:v>1.0129118566664381</c:v>
                </c:pt>
                <c:pt idx="16659">
                  <c:v>1.010981125749598</c:v>
                </c:pt>
                <c:pt idx="16660">
                  <c:v>1.0108430549311551</c:v>
                </c:pt>
                <c:pt idx="16661">
                  <c:v>1.0114391774677365</c:v>
                </c:pt>
                <c:pt idx="16662">
                  <c:v>1.0116987841335396</c:v>
                </c:pt>
                <c:pt idx="16663">
                  <c:v>1.0119037568165481</c:v>
                </c:pt>
                <c:pt idx="16664">
                  <c:v>1.0118463797049104</c:v>
                </c:pt>
                <c:pt idx="16665">
                  <c:v>1.0117376451254854</c:v>
                </c:pt>
                <c:pt idx="16666">
                  <c:v>1.0105410059663051</c:v>
                </c:pt>
                <c:pt idx="16667">
                  <c:v>1.0098526330226993</c:v>
                </c:pt>
                <c:pt idx="16668">
                  <c:v>1.0089867948825408</c:v>
                </c:pt>
                <c:pt idx="16669">
                  <c:v>1.0092099534938064</c:v>
                </c:pt>
                <c:pt idx="16670">
                  <c:v>1.0103151296255375</c:v>
                </c:pt>
                <c:pt idx="16671">
                  <c:v>1.0107972345197365</c:v>
                </c:pt>
                <c:pt idx="16672">
                  <c:v>1.0112445423165723</c:v>
                </c:pt>
                <c:pt idx="16673">
                  <c:v>1.0106653611405321</c:v>
                </c:pt>
                <c:pt idx="16674">
                  <c:v>1.0096176637178031</c:v>
                </c:pt>
                <c:pt idx="16675">
                  <c:v>1.0098308403880003</c:v>
                </c:pt>
                <c:pt idx="16676">
                  <c:v>1.011212996334875</c:v>
                </c:pt>
                <c:pt idx="16677">
                  <c:v>1.0130402503359064</c:v>
                </c:pt>
                <c:pt idx="16678">
                  <c:v>1.0139084506147911</c:v>
                </c:pt>
                <c:pt idx="16679">
                  <c:v>1.0126114332594212</c:v>
                </c:pt>
                <c:pt idx="16680">
                  <c:v>1.0115509599680985</c:v>
                </c:pt>
                <c:pt idx="16681">
                  <c:v>1.0105102727635245</c:v>
                </c:pt>
                <c:pt idx="16682">
                  <c:v>1.0096404977254889</c:v>
                </c:pt>
                <c:pt idx="16683">
                  <c:v>1.0093715695014871</c:v>
                </c:pt>
                <c:pt idx="16684">
                  <c:v>1.0104594486819012</c:v>
                </c:pt>
                <c:pt idx="16685">
                  <c:v>1.0112074592785063</c:v>
                </c:pt>
                <c:pt idx="16686">
                  <c:v>1.0124161377253873</c:v>
                </c:pt>
                <c:pt idx="16687">
                  <c:v>1.0132201284698674</c:v>
                </c:pt>
                <c:pt idx="16688">
                  <c:v>1.0134784905679546</c:v>
                </c:pt>
                <c:pt idx="16689">
                  <c:v>1.0127283464266936</c:v>
                </c:pt>
                <c:pt idx="16690">
                  <c:v>1.0121628046968463</c:v>
                </c:pt>
                <c:pt idx="16691">
                  <c:v>1.0129975032447658</c:v>
                </c:pt>
                <c:pt idx="16692">
                  <c:v>1.0150477634610158</c:v>
                </c:pt>
                <c:pt idx="16693">
                  <c:v>1.0148200583676859</c:v>
                </c:pt>
                <c:pt idx="16694">
                  <c:v>1.01455148573446</c:v>
                </c:pt>
                <c:pt idx="16695">
                  <c:v>1.0153818155957035</c:v>
                </c:pt>
                <c:pt idx="16696">
                  <c:v>1.0154887214225663</c:v>
                </c:pt>
                <c:pt idx="16697">
                  <c:v>1.0148278559654162</c:v>
                </c:pt>
                <c:pt idx="16698">
                  <c:v>1.014819550380863</c:v>
                </c:pt>
                <c:pt idx="16699">
                  <c:v>1.0146197337641061</c:v>
                </c:pt>
                <c:pt idx="16700">
                  <c:v>1.0134017083596851</c:v>
                </c:pt>
                <c:pt idx="16701">
                  <c:v>1.01192694641501</c:v>
                </c:pt>
                <c:pt idx="16702">
                  <c:v>1.0117396262740945</c:v>
                </c:pt>
                <c:pt idx="16703">
                  <c:v>1.011920647378407</c:v>
                </c:pt>
                <c:pt idx="16704">
                  <c:v>1.012503714653642</c:v>
                </c:pt>
                <c:pt idx="16705">
                  <c:v>1.0137648935386616</c:v>
                </c:pt>
                <c:pt idx="16706">
                  <c:v>1.0138014685899048</c:v>
                </c:pt>
                <c:pt idx="16707">
                  <c:v>1.0134186751195673</c:v>
                </c:pt>
                <c:pt idx="16708">
                  <c:v>1.0135557045650236</c:v>
                </c:pt>
                <c:pt idx="16709">
                  <c:v>1.0131418223011295</c:v>
                </c:pt>
                <c:pt idx="16710">
                  <c:v>1.0134629715705175</c:v>
                </c:pt>
                <c:pt idx="16711">
                  <c:v>1.014660220313885</c:v>
                </c:pt>
                <c:pt idx="16712">
                  <c:v>1.0154521971700055</c:v>
                </c:pt>
                <c:pt idx="16713">
                  <c:v>1.015227641594977</c:v>
                </c:pt>
                <c:pt idx="16714">
                  <c:v>1.0143974641297804</c:v>
                </c:pt>
                <c:pt idx="16715">
                  <c:v>1.0147433015587575</c:v>
                </c:pt>
                <c:pt idx="16716">
                  <c:v>1.0131149243988611</c:v>
                </c:pt>
                <c:pt idx="16717">
                  <c:v>1.0120483298663232</c:v>
                </c:pt>
                <c:pt idx="16718">
                  <c:v>1.0120519111734241</c:v>
                </c:pt>
                <c:pt idx="16719">
                  <c:v>1.0120203397923857</c:v>
                </c:pt>
                <c:pt idx="16720">
                  <c:v>1.0116276913776856</c:v>
                </c:pt>
                <c:pt idx="16721">
                  <c:v>1.0116305107045522</c:v>
                </c:pt>
                <c:pt idx="16722">
                  <c:v>1.0112317918473195</c:v>
                </c:pt>
                <c:pt idx="16723">
                  <c:v>1.0111981377203076</c:v>
                </c:pt>
                <c:pt idx="16724">
                  <c:v>1.0130166543479862</c:v>
                </c:pt>
                <c:pt idx="16725">
                  <c:v>1.0150283075657018</c:v>
                </c:pt>
                <c:pt idx="16726">
                  <c:v>1.0160230473621514</c:v>
                </c:pt>
                <c:pt idx="16727">
                  <c:v>1.0160052932226937</c:v>
                </c:pt>
                <c:pt idx="16728">
                  <c:v>1.0160195168537327</c:v>
                </c:pt>
                <c:pt idx="16729">
                  <c:v>1.0168597270586801</c:v>
                </c:pt>
                <c:pt idx="16730">
                  <c:v>1.015636113799208</c:v>
                </c:pt>
                <c:pt idx="16731">
                  <c:v>1.0140985138845497</c:v>
                </c:pt>
                <c:pt idx="16732">
                  <c:v>1.0136994140371998</c:v>
                </c:pt>
                <c:pt idx="16733">
                  <c:v>1.012438565343615</c:v>
                </c:pt>
                <c:pt idx="16734">
                  <c:v>1.0121631094889398</c:v>
                </c:pt>
                <c:pt idx="16735">
                  <c:v>1.012931109367023</c:v>
                </c:pt>
                <c:pt idx="16736">
                  <c:v>1.0117346480032308</c:v>
                </c:pt>
                <c:pt idx="16737">
                  <c:v>1.0101147796226166</c:v>
                </c:pt>
                <c:pt idx="16738">
                  <c:v>1.0097205310494246</c:v>
                </c:pt>
                <c:pt idx="16739">
                  <c:v>1.0108653047539946</c:v>
                </c:pt>
                <c:pt idx="16740">
                  <c:v>1.0115830393359597</c:v>
                </c:pt>
                <c:pt idx="16741">
                  <c:v>1.0121579788220294</c:v>
                </c:pt>
                <c:pt idx="16742">
                  <c:v>1.0123794610767796</c:v>
                </c:pt>
                <c:pt idx="16743">
                  <c:v>1.0120123897986086</c:v>
                </c:pt>
                <c:pt idx="16744">
                  <c:v>1.0118887458059338</c:v>
                </c:pt>
                <c:pt idx="16745">
                  <c:v>1.011831521090343</c:v>
                </c:pt>
                <c:pt idx="16746">
                  <c:v>1.0128254735072173</c:v>
                </c:pt>
                <c:pt idx="16747">
                  <c:v>1.012177891905484</c:v>
                </c:pt>
                <c:pt idx="16748">
                  <c:v>1.0113607951009751</c:v>
                </c:pt>
                <c:pt idx="16749">
                  <c:v>1.0111864540233826</c:v>
                </c:pt>
                <c:pt idx="16750">
                  <c:v>1.0108237768312289</c:v>
                </c:pt>
                <c:pt idx="16751">
                  <c:v>1.0113026052104208</c:v>
                </c:pt>
                <c:pt idx="16752">
                  <c:v>1.0116685335182405</c:v>
                </c:pt>
                <c:pt idx="16753">
                  <c:v>1.0118690105178672</c:v>
                </c:pt>
                <c:pt idx="16754">
                  <c:v>1.0113053737386053</c:v>
                </c:pt>
                <c:pt idx="16755">
                  <c:v>1.0117571010207995</c:v>
                </c:pt>
                <c:pt idx="16756">
                  <c:v>1.0127232919578066</c:v>
                </c:pt>
                <c:pt idx="16757">
                  <c:v>1.0134649781184677</c:v>
                </c:pt>
                <c:pt idx="16758">
                  <c:v>1.0145517905265538</c:v>
                </c:pt>
                <c:pt idx="16759">
                  <c:v>1.014123938625032</c:v>
                </c:pt>
                <c:pt idx="16760">
                  <c:v>1.0131875919138658</c:v>
                </c:pt>
                <c:pt idx="16761">
                  <c:v>1.0128325345240545</c:v>
                </c:pt>
                <c:pt idx="16762">
                  <c:v>1.0124953328710653</c:v>
                </c:pt>
                <c:pt idx="16763">
                  <c:v>1.0136891527033789</c:v>
                </c:pt>
                <c:pt idx="16764">
                  <c:v>1.0164061202252415</c:v>
                </c:pt>
                <c:pt idx="16765">
                  <c:v>1.0165604466220146</c:v>
                </c:pt>
                <c:pt idx="16766">
                  <c:v>1.0155591029968682</c:v>
                </c:pt>
                <c:pt idx="16767">
                  <c:v>1.014693341054733</c:v>
                </c:pt>
                <c:pt idx="16768">
                  <c:v>1.0141933296250296</c:v>
                </c:pt>
                <c:pt idx="16769">
                  <c:v>1.0127329437074402</c:v>
                </c:pt>
                <c:pt idx="16770">
                  <c:v>1.0129685987945474</c:v>
                </c:pt>
                <c:pt idx="16771">
                  <c:v>1.0139845978395321</c:v>
                </c:pt>
                <c:pt idx="16772">
                  <c:v>1.0151025752391982</c:v>
                </c:pt>
                <c:pt idx="16773">
                  <c:v>1.0144547142447125</c:v>
                </c:pt>
                <c:pt idx="16774">
                  <c:v>1.0125956094698902</c:v>
                </c:pt>
                <c:pt idx="16775">
                  <c:v>1.0122426348260527</c:v>
                </c:pt>
                <c:pt idx="16776">
                  <c:v>1.0123848711364427</c:v>
                </c:pt>
                <c:pt idx="16777">
                  <c:v>1.0122241441057018</c:v>
                </c:pt>
                <c:pt idx="16778">
                  <c:v>1.0126978672173244</c:v>
                </c:pt>
                <c:pt idx="16779">
                  <c:v>1.0129284424362033</c:v>
                </c:pt>
                <c:pt idx="16780">
                  <c:v>1.0133964506960689</c:v>
                </c:pt>
                <c:pt idx="16781">
                  <c:v>1.013867049688731</c:v>
                </c:pt>
                <c:pt idx="16782">
                  <c:v>1.01445644139991</c:v>
                </c:pt>
                <c:pt idx="16783">
                  <c:v>1.0155132063874264</c:v>
                </c:pt>
                <c:pt idx="16784">
                  <c:v>1.0155274554178064</c:v>
                </c:pt>
                <c:pt idx="16785">
                  <c:v>1.0158596534005908</c:v>
                </c:pt>
                <c:pt idx="16786">
                  <c:v>1.0165325073467595</c:v>
                </c:pt>
                <c:pt idx="16787">
                  <c:v>1.0159719946864578</c:v>
                </c:pt>
                <c:pt idx="16788">
                  <c:v>1.0146334748076635</c:v>
                </c:pt>
                <c:pt idx="16789">
                  <c:v>1.0139577507359459</c:v>
                </c:pt>
                <c:pt idx="16790">
                  <c:v>1.0133886784976798</c:v>
                </c:pt>
                <c:pt idx="16791">
                  <c:v>1.0129457393875203</c:v>
                </c:pt>
                <c:pt idx="16792">
                  <c:v>1.0138842196433424</c:v>
                </c:pt>
                <c:pt idx="16793">
                  <c:v>1.0146605251059788</c:v>
                </c:pt>
                <c:pt idx="16794">
                  <c:v>1.0150109090170201</c:v>
                </c:pt>
                <c:pt idx="16795">
                  <c:v>1.01583537163046</c:v>
                </c:pt>
                <c:pt idx="16796">
                  <c:v>1.0156260302607751</c:v>
                </c:pt>
                <c:pt idx="16797">
                  <c:v>1.0145795266070798</c:v>
                </c:pt>
                <c:pt idx="16798">
                  <c:v>1.014430661068652</c:v>
                </c:pt>
                <c:pt idx="16799">
                  <c:v>1.0141175633904056</c:v>
                </c:pt>
                <c:pt idx="16800">
                  <c:v>1.0134195386971663</c:v>
                </c:pt>
                <c:pt idx="16801">
                  <c:v>1.0135844312198541</c:v>
                </c:pt>
                <c:pt idx="16802">
                  <c:v>1.0139745904991224</c:v>
                </c:pt>
                <c:pt idx="16803">
                  <c:v>1.0137785329848543</c:v>
                </c:pt>
                <c:pt idx="16804">
                  <c:v>1.012945332998062</c:v>
                </c:pt>
                <c:pt idx="16805">
                  <c:v>1.0119816565958279</c:v>
                </c:pt>
                <c:pt idx="16806">
                  <c:v>1.0119186662297981</c:v>
                </c:pt>
                <c:pt idx="16807">
                  <c:v>1.0136171963699261</c:v>
                </c:pt>
                <c:pt idx="16808">
                  <c:v>1.0142201259299333</c:v>
                </c:pt>
                <c:pt idx="16809">
                  <c:v>1.0138326335814849</c:v>
                </c:pt>
                <c:pt idx="16810">
                  <c:v>1.0132929737802601</c:v>
                </c:pt>
                <c:pt idx="16811">
                  <c:v>1.0131627513582298</c:v>
                </c:pt>
                <c:pt idx="16812">
                  <c:v>1.0132873351265268</c:v>
                </c:pt>
                <c:pt idx="16813">
                  <c:v>1.0135492277330327</c:v>
                </c:pt>
                <c:pt idx="16814">
                  <c:v>1.0143493323783181</c:v>
                </c:pt>
                <c:pt idx="16815">
                  <c:v>1.0135590572780542</c:v>
                </c:pt>
                <c:pt idx="16816">
                  <c:v>1.013508258595772</c:v>
                </c:pt>
                <c:pt idx="16817">
                  <c:v>1.0130449492140174</c:v>
                </c:pt>
                <c:pt idx="16818">
                  <c:v>1.0125455981671836</c:v>
                </c:pt>
                <c:pt idx="16819">
                  <c:v>1.0129934139508421</c:v>
                </c:pt>
                <c:pt idx="16820">
                  <c:v>1.0136786373761464</c:v>
                </c:pt>
                <c:pt idx="16821">
                  <c:v>1.0149691017015019</c:v>
                </c:pt>
                <c:pt idx="16822">
                  <c:v>1.0167430678848191</c:v>
                </c:pt>
                <c:pt idx="16823">
                  <c:v>1.0178666331395363</c:v>
                </c:pt>
                <c:pt idx="16824">
                  <c:v>1.0178541366636948</c:v>
                </c:pt>
                <c:pt idx="16825">
                  <c:v>1.016395808092738</c:v>
                </c:pt>
                <c:pt idx="16826">
                  <c:v>1.0155618207263704</c:v>
                </c:pt>
                <c:pt idx="16827">
                  <c:v>1.0157962058464203</c:v>
                </c:pt>
                <c:pt idx="16828">
                  <c:v>1.0147871916202493</c:v>
                </c:pt>
                <c:pt idx="16829">
                  <c:v>1.0131778639662088</c:v>
                </c:pt>
                <c:pt idx="16830">
                  <c:v>1.0141954885690265</c:v>
                </c:pt>
                <c:pt idx="16831">
                  <c:v>1.0158748676059344</c:v>
                </c:pt>
                <c:pt idx="16832">
                  <c:v>1.0149489346246359</c:v>
                </c:pt>
                <c:pt idx="16833">
                  <c:v>1.0125725722674754</c:v>
                </c:pt>
                <c:pt idx="16834">
                  <c:v>1.0113542166716196</c:v>
                </c:pt>
                <c:pt idx="16835">
                  <c:v>1.0101275046925282</c:v>
                </c:pt>
                <c:pt idx="16836">
                  <c:v>1.008521656748224</c:v>
                </c:pt>
                <c:pt idx="16837">
                  <c:v>1.0090425210370042</c:v>
                </c:pt>
                <c:pt idx="16838">
                  <c:v>1.0102413191401816</c:v>
                </c:pt>
                <c:pt idx="16839">
                  <c:v>1.0104011063953</c:v>
                </c:pt>
                <c:pt idx="16840">
                  <c:v>1.0113740789563919</c:v>
                </c:pt>
                <c:pt idx="16841">
                  <c:v>1.0129973762480602</c:v>
                </c:pt>
                <c:pt idx="16842">
                  <c:v>1.0140779150188843</c:v>
                </c:pt>
                <c:pt idx="16843">
                  <c:v>1.0147230074851858</c:v>
                </c:pt>
                <c:pt idx="16844">
                  <c:v>1.0144313976495449</c:v>
                </c:pt>
                <c:pt idx="16845">
                  <c:v>1.0130912014142353</c:v>
                </c:pt>
                <c:pt idx="16846">
                  <c:v>1.012718847073107</c:v>
                </c:pt>
                <c:pt idx="16847">
                  <c:v>1.0109483098008438</c:v>
                </c:pt>
                <c:pt idx="16848">
                  <c:v>1.0114938622492133</c:v>
                </c:pt>
                <c:pt idx="16849">
                  <c:v>1.0126417346734025</c:v>
                </c:pt>
                <c:pt idx="16850">
                  <c:v>1.0118645656331675</c:v>
                </c:pt>
                <c:pt idx="16851">
                  <c:v>1.0105292206720158</c:v>
                </c:pt>
                <c:pt idx="16852">
                  <c:v>1.0096657192712422</c:v>
                </c:pt>
                <c:pt idx="16853">
                  <c:v>1.0100149856112732</c:v>
                </c:pt>
                <c:pt idx="16854">
                  <c:v>1.0109639811943278</c:v>
                </c:pt>
                <c:pt idx="16855">
                  <c:v>1.0108241578213462</c:v>
                </c:pt>
                <c:pt idx="16856">
                  <c:v>1.0108721879754439</c:v>
                </c:pt>
                <c:pt idx="16857">
                  <c:v>1.0112643030039801</c:v>
                </c:pt>
                <c:pt idx="16858">
                  <c:v>1.0122360817960383</c:v>
                </c:pt>
                <c:pt idx="16859">
                  <c:v>1.0133116930946811</c:v>
                </c:pt>
                <c:pt idx="16860">
                  <c:v>1.013241082926309</c:v>
                </c:pt>
                <c:pt idx="16861">
                  <c:v>1.0131279034621843</c:v>
                </c:pt>
                <c:pt idx="16862">
                  <c:v>1.0129782251448398</c:v>
                </c:pt>
                <c:pt idx="16863">
                  <c:v>1.012733451694263</c:v>
                </c:pt>
                <c:pt idx="16864">
                  <c:v>1.0129948617132871</c:v>
                </c:pt>
                <c:pt idx="16865">
                  <c:v>1.0132331583318728</c:v>
                </c:pt>
                <c:pt idx="16866">
                  <c:v>1.014105219310611</c:v>
                </c:pt>
                <c:pt idx="16867">
                  <c:v>1.0148728635979183</c:v>
                </c:pt>
                <c:pt idx="16868">
                  <c:v>1.0159603617882151</c:v>
                </c:pt>
                <c:pt idx="16869">
                  <c:v>1.0150682861286577</c:v>
                </c:pt>
                <c:pt idx="16870">
                  <c:v>1.0132066668190627</c:v>
                </c:pt>
                <c:pt idx="16871">
                  <c:v>1.0132421750979779</c:v>
                </c:pt>
                <c:pt idx="16872">
                  <c:v>1.0137013189877855</c:v>
                </c:pt>
                <c:pt idx="16873">
                  <c:v>1.0142662003347633</c:v>
                </c:pt>
                <c:pt idx="16874">
                  <c:v>1.0131584080708946</c:v>
                </c:pt>
                <c:pt idx="16875">
                  <c:v>1.0116056701489162</c:v>
                </c:pt>
                <c:pt idx="16876">
                  <c:v>1.0118291335522756</c:v>
                </c:pt>
                <c:pt idx="16877">
                  <c:v>1.0130580806733873</c:v>
                </c:pt>
                <c:pt idx="16878">
                  <c:v>1.0131875411151834</c:v>
                </c:pt>
                <c:pt idx="16879">
                  <c:v>1.0128497806766892</c:v>
                </c:pt>
                <c:pt idx="16880">
                  <c:v>1.0124334854753867</c:v>
                </c:pt>
                <c:pt idx="16881">
                  <c:v>1.0103087797902521</c:v>
                </c:pt>
                <c:pt idx="16882">
                  <c:v>1.0100059688451681</c:v>
                </c:pt>
                <c:pt idx="16883">
                  <c:v>1.0105403709827767</c:v>
                </c:pt>
                <c:pt idx="16884">
                  <c:v>1.0109535420651188</c:v>
                </c:pt>
                <c:pt idx="16885">
                  <c:v>1.0121397420950899</c:v>
                </c:pt>
                <c:pt idx="16886">
                  <c:v>1.0132678030331894</c:v>
                </c:pt>
                <c:pt idx="16887">
                  <c:v>1.0137936963915155</c:v>
                </c:pt>
                <c:pt idx="16888">
                  <c:v>1.0138444188757743</c:v>
                </c:pt>
                <c:pt idx="16889">
                  <c:v>1.0133600534402138</c:v>
                </c:pt>
                <c:pt idx="16890">
                  <c:v>1.0127212854098564</c:v>
                </c:pt>
                <c:pt idx="16891">
                  <c:v>1.0124980506005674</c:v>
                </c:pt>
                <c:pt idx="16892">
                  <c:v>1.0134139254427741</c:v>
                </c:pt>
                <c:pt idx="16893">
                  <c:v>1.0154518669785706</c:v>
                </c:pt>
                <c:pt idx="16894">
                  <c:v>1.015837174983681</c:v>
                </c:pt>
                <c:pt idx="16895">
                  <c:v>1.0151032102227269</c:v>
                </c:pt>
                <c:pt idx="16896">
                  <c:v>1.0150469252827581</c:v>
                </c:pt>
                <c:pt idx="16897">
                  <c:v>1.0149678317344448</c:v>
                </c:pt>
                <c:pt idx="16898">
                  <c:v>1.0131863219468087</c:v>
                </c:pt>
                <c:pt idx="16899">
                  <c:v>1.0102149038253947</c:v>
                </c:pt>
                <c:pt idx="16900">
                  <c:v>1.0085071029257502</c:v>
                </c:pt>
                <c:pt idx="16901">
                  <c:v>1.0094033694765958</c:v>
                </c:pt>
                <c:pt idx="16902">
                  <c:v>1.0109710676105061</c:v>
                </c:pt>
                <c:pt idx="16903">
                  <c:v>1.0117004096913726</c:v>
                </c:pt>
                <c:pt idx="16904">
                  <c:v>1.0124269578447136</c:v>
                </c:pt>
                <c:pt idx="16905">
                  <c:v>1.0134984544500916</c:v>
                </c:pt>
                <c:pt idx="16906">
                  <c:v>1.0134281998724952</c:v>
                </c:pt>
                <c:pt idx="16907">
                  <c:v>1.0130824132422005</c:v>
                </c:pt>
                <c:pt idx="16908">
                  <c:v>1.0129710117319557</c:v>
                </c:pt>
                <c:pt idx="16909">
                  <c:v>1.0137393164021324</c:v>
                </c:pt>
                <c:pt idx="16910">
                  <c:v>1.0134684070295217</c:v>
                </c:pt>
                <c:pt idx="16911">
                  <c:v>1.0123179184731947</c:v>
                </c:pt>
                <c:pt idx="16912">
                  <c:v>1.0113302142942413</c:v>
                </c:pt>
                <c:pt idx="16913">
                  <c:v>1.0106832422766954</c:v>
                </c:pt>
                <c:pt idx="16914">
                  <c:v>1.0110818087378814</c:v>
                </c:pt>
                <c:pt idx="16915">
                  <c:v>1.0112187619853141</c:v>
                </c:pt>
                <c:pt idx="16916">
                  <c:v>1.0112285915303356</c:v>
                </c:pt>
                <c:pt idx="16917">
                  <c:v>1.011847370279215</c:v>
                </c:pt>
                <c:pt idx="16918">
                  <c:v>1.0125063815844617</c:v>
                </c:pt>
                <c:pt idx="16919">
                  <c:v>1.0125127568190881</c:v>
                </c:pt>
                <c:pt idx="16920">
                  <c:v>1.0125419406620593</c:v>
                </c:pt>
                <c:pt idx="16921">
                  <c:v>1.0122492132554082</c:v>
                </c:pt>
                <c:pt idx="16922">
                  <c:v>1.0128157963582425</c:v>
                </c:pt>
                <c:pt idx="16923">
                  <c:v>1.0125833161887781</c:v>
                </c:pt>
                <c:pt idx="16924">
                  <c:v>1.0122138319731986</c:v>
                </c:pt>
                <c:pt idx="16925">
                  <c:v>1.0133606122257188</c:v>
                </c:pt>
                <c:pt idx="16926">
                  <c:v>1.0136769610196312</c:v>
                </c:pt>
                <c:pt idx="16927">
                  <c:v>1.0118840469278227</c:v>
                </c:pt>
                <c:pt idx="16928">
                  <c:v>1.0100503668934828</c:v>
                </c:pt>
                <c:pt idx="16929">
                  <c:v>1.009721140633612</c:v>
                </c:pt>
                <c:pt idx="16930">
                  <c:v>1.0092064229853877</c:v>
                </c:pt>
                <c:pt idx="16931">
                  <c:v>1.0098354630680879</c:v>
                </c:pt>
                <c:pt idx="16932">
                  <c:v>1.0110307306628465</c:v>
                </c:pt>
                <c:pt idx="16933">
                  <c:v>1.0122615573352027</c:v>
                </c:pt>
                <c:pt idx="16934">
                  <c:v>1.0126117888501973</c:v>
                </c:pt>
                <c:pt idx="16935">
                  <c:v>1.011964385043852</c:v>
                </c:pt>
                <c:pt idx="16936">
                  <c:v>1.0106170515936816</c:v>
                </c:pt>
                <c:pt idx="16937">
                  <c:v>1.0115838521148761</c:v>
                </c:pt>
                <c:pt idx="16938">
                  <c:v>1.0135626385851551</c:v>
                </c:pt>
                <c:pt idx="16939">
                  <c:v>1.0138491685525677</c:v>
                </c:pt>
                <c:pt idx="16940">
                  <c:v>1.0139098221792127</c:v>
                </c:pt>
                <c:pt idx="16941">
                  <c:v>1.0129505652623372</c:v>
                </c:pt>
                <c:pt idx="16942">
                  <c:v>1.0122188356434034</c:v>
                </c:pt>
                <c:pt idx="16943">
                  <c:v>1.0114980277411605</c:v>
                </c:pt>
                <c:pt idx="16944">
                  <c:v>1.012600206750637</c:v>
                </c:pt>
                <c:pt idx="16945">
                  <c:v>1.0143879393768525</c:v>
                </c:pt>
                <c:pt idx="16946">
                  <c:v>1.0132430640749179</c:v>
                </c:pt>
                <c:pt idx="16947">
                  <c:v>1.0134661718875013</c:v>
                </c:pt>
                <c:pt idx="16948">
                  <c:v>1.0149084480748569</c:v>
                </c:pt>
                <c:pt idx="16949">
                  <c:v>1.0139444668805291</c:v>
                </c:pt>
                <c:pt idx="16950">
                  <c:v>1.0138128220953948</c:v>
                </c:pt>
                <c:pt idx="16951">
                  <c:v>1.013937075672257</c:v>
                </c:pt>
                <c:pt idx="16952">
                  <c:v>1.0137282676887363</c:v>
                </c:pt>
                <c:pt idx="16953">
                  <c:v>1.0122132223890112</c:v>
                </c:pt>
                <c:pt idx="16954">
                  <c:v>1.0112133773249923</c:v>
                </c:pt>
                <c:pt idx="16955">
                  <c:v>1.0115617800874246</c:v>
                </c:pt>
                <c:pt idx="16956">
                  <c:v>1.0122853819171931</c:v>
                </c:pt>
                <c:pt idx="16957">
                  <c:v>1.013824175600885</c:v>
                </c:pt>
                <c:pt idx="16958">
                  <c:v>1.0145735323625704</c:v>
                </c:pt>
                <c:pt idx="16959">
                  <c:v>1.0148685711092653</c:v>
                </c:pt>
                <c:pt idx="16960">
                  <c:v>1.0143025467919362</c:v>
                </c:pt>
                <c:pt idx="16961">
                  <c:v>1.0132976980577124</c:v>
                </c:pt>
                <c:pt idx="16962">
                  <c:v>1.014633551005687</c:v>
                </c:pt>
                <c:pt idx="16963">
                  <c:v>1.0148199821696626</c:v>
                </c:pt>
                <c:pt idx="16964">
                  <c:v>1.014211413955922</c:v>
                </c:pt>
                <c:pt idx="16965">
                  <c:v>1.0151303113197243</c:v>
                </c:pt>
                <c:pt idx="16966">
                  <c:v>1.0148075110931623</c:v>
                </c:pt>
                <c:pt idx="16967">
                  <c:v>1.0138888169240889</c:v>
                </c:pt>
                <c:pt idx="16968">
                  <c:v>1.0126973846298426</c:v>
                </c:pt>
                <c:pt idx="16969">
                  <c:v>1.012163846069833</c:v>
                </c:pt>
                <c:pt idx="16970">
                  <c:v>1.0130016179380308</c:v>
                </c:pt>
                <c:pt idx="16971">
                  <c:v>1.0129040590687077</c:v>
                </c:pt>
                <c:pt idx="16972">
                  <c:v>1.0136369062586517</c:v>
                </c:pt>
                <c:pt idx="16973">
                  <c:v>1.0144122465463246</c:v>
                </c:pt>
                <c:pt idx="16974">
                  <c:v>1.0139591730990498</c:v>
                </c:pt>
                <c:pt idx="16975">
                  <c:v>1.0137786599815601</c:v>
                </c:pt>
                <c:pt idx="16976">
                  <c:v>1.0141525636824982</c:v>
                </c:pt>
                <c:pt idx="16977">
                  <c:v>1.0136032013329574</c:v>
                </c:pt>
                <c:pt idx="16978">
                  <c:v>1.0136219206473784</c:v>
                </c:pt>
                <c:pt idx="16979">
                  <c:v>1.013689000307332</c:v>
                </c:pt>
                <c:pt idx="16980">
                  <c:v>1.0131093619431513</c:v>
                </c:pt>
                <c:pt idx="16981">
                  <c:v>1.0128915371935252</c:v>
                </c:pt>
                <c:pt idx="16982">
                  <c:v>1.0121378117451634</c:v>
                </c:pt>
                <c:pt idx="16983">
                  <c:v>1.0127261874826967</c:v>
                </c:pt>
                <c:pt idx="16984">
                  <c:v>1.0126978672173244</c:v>
                </c:pt>
                <c:pt idx="16985">
                  <c:v>1.0139094411890957</c:v>
                </c:pt>
                <c:pt idx="16986">
                  <c:v>1.0142235802403285</c:v>
                </c:pt>
                <c:pt idx="16987">
                  <c:v>1.0142063086883526</c:v>
                </c:pt>
                <c:pt idx="16988">
                  <c:v>1.0138620206191851</c:v>
                </c:pt>
                <c:pt idx="16989">
                  <c:v>1.0112957473883128</c:v>
                </c:pt>
                <c:pt idx="16990">
                  <c:v>1.0103180505497686</c:v>
                </c:pt>
                <c:pt idx="16991">
                  <c:v>1.011828828760182</c:v>
                </c:pt>
                <c:pt idx="16992">
                  <c:v>1.0128560543139511</c:v>
                </c:pt>
                <c:pt idx="16993">
                  <c:v>1.0119099796551279</c:v>
                </c:pt>
                <c:pt idx="16994">
                  <c:v>1.0113696086723509</c:v>
                </c:pt>
                <c:pt idx="16995">
                  <c:v>1.0113574169886033</c:v>
                </c:pt>
                <c:pt idx="16996">
                  <c:v>1.0113592457411655</c:v>
                </c:pt>
                <c:pt idx="16997">
                  <c:v>1.0127395221367959</c:v>
                </c:pt>
                <c:pt idx="16998">
                  <c:v>1.0132405241408038</c:v>
                </c:pt>
                <c:pt idx="16999">
                  <c:v>1.0141315584273745</c:v>
                </c:pt>
                <c:pt idx="17000">
                  <c:v>1.0158983619964899</c:v>
                </c:pt>
                <c:pt idx="17001">
                  <c:v>1.016595091323331</c:v>
                </c:pt>
                <c:pt idx="17002">
                  <c:v>1.015839359327019</c:v>
                </c:pt>
                <c:pt idx="17003">
                  <c:v>1.0142834972860804</c:v>
                </c:pt>
                <c:pt idx="17004">
                  <c:v>1.0133923614021452</c:v>
                </c:pt>
                <c:pt idx="17005">
                  <c:v>1.0124258148743621</c:v>
                </c:pt>
                <c:pt idx="17006">
                  <c:v>1.0120787836763514</c:v>
                </c:pt>
                <c:pt idx="17007">
                  <c:v>1.0124294215808043</c:v>
                </c:pt>
                <c:pt idx="17008">
                  <c:v>1.0125848401492465</c:v>
                </c:pt>
                <c:pt idx="17009">
                  <c:v>1.0126542565485852</c:v>
                </c:pt>
                <c:pt idx="17010">
                  <c:v>1.012334174051525</c:v>
                </c:pt>
                <c:pt idx="17011">
                  <c:v>1.0119628610833835</c:v>
                </c:pt>
                <c:pt idx="17012">
                  <c:v>1.0125712769010773</c:v>
                </c:pt>
                <c:pt idx="17013">
                  <c:v>1.0126563138952176</c:v>
                </c:pt>
                <c:pt idx="17014">
                  <c:v>1.012112539400728</c:v>
                </c:pt>
                <c:pt idx="17015">
                  <c:v>1.0114173594336964</c:v>
                </c:pt>
                <c:pt idx="17016">
                  <c:v>1.0116034096075548</c:v>
                </c:pt>
                <c:pt idx="17017">
                  <c:v>1.0124791534907585</c:v>
                </c:pt>
                <c:pt idx="17018">
                  <c:v>1.0143705154288298</c:v>
                </c:pt>
                <c:pt idx="17019">
                  <c:v>1.0150234562915439</c:v>
                </c:pt>
                <c:pt idx="17020">
                  <c:v>1.0127958832747879</c:v>
                </c:pt>
                <c:pt idx="17021">
                  <c:v>1.010450584311843</c:v>
                </c:pt>
                <c:pt idx="17022">
                  <c:v>1.0075143442779095</c:v>
                </c:pt>
                <c:pt idx="17023">
                  <c:v>1.0074666189159054</c:v>
                </c:pt>
                <c:pt idx="17024">
                  <c:v>1.0089444541808585</c:v>
                </c:pt>
                <c:pt idx="17025">
                  <c:v>1.0100327905494131</c:v>
                </c:pt>
                <c:pt idx="17026">
                  <c:v>1.0116067369212443</c:v>
                </c:pt>
                <c:pt idx="17027">
                  <c:v>1.0117585741825856</c:v>
                </c:pt>
                <c:pt idx="17028">
                  <c:v>1.0121470571053386</c:v>
                </c:pt>
                <c:pt idx="17029">
                  <c:v>1.0129414468988673</c:v>
                </c:pt>
                <c:pt idx="17030">
                  <c:v>1.0133898722667134</c:v>
                </c:pt>
                <c:pt idx="17031">
                  <c:v>1.0170430341036953</c:v>
                </c:pt>
                <c:pt idx="17032">
                  <c:v>1.0197864677390269</c:v>
                </c:pt>
                <c:pt idx="17033">
                  <c:v>1.0192033750644509</c:v>
                </c:pt>
                <c:pt idx="17034">
                  <c:v>1.0156722316623106</c:v>
                </c:pt>
                <c:pt idx="17035">
                  <c:v>1.0120171140760608</c:v>
                </c:pt>
                <c:pt idx="17036">
                  <c:v>1.0106595700907519</c:v>
                </c:pt>
                <c:pt idx="17037">
                  <c:v>1.0118852914955385</c:v>
                </c:pt>
                <c:pt idx="17038">
                  <c:v>1.0144362489237029</c:v>
                </c:pt>
                <c:pt idx="17039">
                  <c:v>1.0147153622835023</c:v>
                </c:pt>
                <c:pt idx="17040">
                  <c:v>1.0132115942912441</c:v>
                </c:pt>
                <c:pt idx="17041">
                  <c:v>1.0112612550830431</c:v>
                </c:pt>
                <c:pt idx="17042">
                  <c:v>1.0109191513572138</c:v>
                </c:pt>
                <c:pt idx="17043">
                  <c:v>1.01310466306504</c:v>
                </c:pt>
                <c:pt idx="17044">
                  <c:v>1.0154126503958487</c:v>
                </c:pt>
                <c:pt idx="17045">
                  <c:v>1.0166065210268445</c:v>
                </c:pt>
                <c:pt idx="17046">
                  <c:v>1.0173954753613692</c:v>
                </c:pt>
                <c:pt idx="17047">
                  <c:v>1.018389910365725</c:v>
                </c:pt>
                <c:pt idx="17048">
                  <c:v>1.0178558130202102</c:v>
                </c:pt>
                <c:pt idx="17049">
                  <c:v>1.0164341610978611</c:v>
                </c:pt>
                <c:pt idx="17050">
                  <c:v>1.0162157775627301</c:v>
                </c:pt>
                <c:pt idx="17051">
                  <c:v>1.0166759374261831</c:v>
                </c:pt>
                <c:pt idx="17052">
                  <c:v>1.0178114149718955</c:v>
                </c:pt>
                <c:pt idx="17053">
                  <c:v>1.0176004226450366</c:v>
                </c:pt>
                <c:pt idx="17054">
                  <c:v>1.0162230417742963</c:v>
                </c:pt>
                <c:pt idx="17055">
                  <c:v>1.0165418797036405</c:v>
                </c:pt>
                <c:pt idx="17056">
                  <c:v>1.0159573900653016</c:v>
                </c:pt>
                <c:pt idx="17057">
                  <c:v>1.0153577878189839</c:v>
                </c:pt>
                <c:pt idx="17058">
                  <c:v>1.0160505294492661</c:v>
                </c:pt>
                <c:pt idx="17059">
                  <c:v>1.015755109712454</c:v>
                </c:pt>
                <c:pt idx="17060">
                  <c:v>1.0152224093307021</c:v>
                </c:pt>
                <c:pt idx="17061">
                  <c:v>1.0141508111279594</c:v>
                </c:pt>
                <c:pt idx="17062">
                  <c:v>1.0128888448633642</c:v>
                </c:pt>
                <c:pt idx="17063">
                  <c:v>1.0139214296781141</c:v>
                </c:pt>
                <c:pt idx="17064">
                  <c:v>1.014825468427349</c:v>
                </c:pt>
                <c:pt idx="17065">
                  <c:v>1.0152429065990027</c:v>
                </c:pt>
                <c:pt idx="17066">
                  <c:v>1.0143175324032094</c:v>
                </c:pt>
                <c:pt idx="17067">
                  <c:v>1.0131926463827527</c:v>
                </c:pt>
                <c:pt idx="17068">
                  <c:v>1.0119621499018316</c:v>
                </c:pt>
                <c:pt idx="17069">
                  <c:v>1.0128593562282995</c:v>
                </c:pt>
                <c:pt idx="17070">
                  <c:v>1.0138781999994919</c:v>
                </c:pt>
                <c:pt idx="17071">
                  <c:v>1.0134484431473847</c:v>
                </c:pt>
                <c:pt idx="17072">
                  <c:v>1.0136251463637034</c:v>
                </c:pt>
                <c:pt idx="17073">
                  <c:v>1.0141849224431119</c:v>
                </c:pt>
                <c:pt idx="17074">
                  <c:v>1.0149248814485752</c:v>
                </c:pt>
                <c:pt idx="17075">
                  <c:v>1.0164809720835841</c:v>
                </c:pt>
                <c:pt idx="17076">
                  <c:v>1.0167517036608071</c:v>
                </c:pt>
                <c:pt idx="17077">
                  <c:v>1.0164403585370996</c:v>
                </c:pt>
                <c:pt idx="17078">
                  <c:v>1.0149508649745627</c:v>
                </c:pt>
                <c:pt idx="17079">
                  <c:v>1.0142678258925963</c:v>
                </c:pt>
                <c:pt idx="17080">
                  <c:v>1.0147109173988027</c:v>
                </c:pt>
                <c:pt idx="17081">
                  <c:v>1.0149949582307836</c:v>
                </c:pt>
                <c:pt idx="17082">
                  <c:v>1.0154677415667837</c:v>
                </c:pt>
                <c:pt idx="17083">
                  <c:v>1.0153411258511955</c:v>
                </c:pt>
                <c:pt idx="17084">
                  <c:v>1.0131362598454197</c:v>
                </c:pt>
                <c:pt idx="17085">
                  <c:v>1.0115550238626809</c:v>
                </c:pt>
                <c:pt idx="17086">
                  <c:v>1.0123986629786823</c:v>
                </c:pt>
                <c:pt idx="17087">
                  <c:v>1.0133099659394835</c:v>
                </c:pt>
                <c:pt idx="17088">
                  <c:v>1.0135322863724916</c:v>
                </c:pt>
                <c:pt idx="17089">
                  <c:v>1.0144278925404675</c:v>
                </c:pt>
                <c:pt idx="17090">
                  <c:v>1.0140489851693246</c:v>
                </c:pt>
                <c:pt idx="17091">
                  <c:v>1.0126980196133712</c:v>
                </c:pt>
                <c:pt idx="17092">
                  <c:v>1.0127252731064156</c:v>
                </c:pt>
                <c:pt idx="17093">
                  <c:v>1.0143041469504281</c:v>
                </c:pt>
                <c:pt idx="17094">
                  <c:v>1.0168898760766145</c:v>
                </c:pt>
                <c:pt idx="17095">
                  <c:v>1.0168650863196609</c:v>
                </c:pt>
                <c:pt idx="17096">
                  <c:v>1.0155373611608516</c:v>
                </c:pt>
                <c:pt idx="17097">
                  <c:v>1.0153326678705954</c:v>
                </c:pt>
                <c:pt idx="17098">
                  <c:v>1.0147295097165179</c:v>
                </c:pt>
                <c:pt idx="17099">
                  <c:v>1.0142068674738578</c:v>
                </c:pt>
                <c:pt idx="17100">
                  <c:v>1.0133187287121772</c:v>
                </c:pt>
                <c:pt idx="17101">
                  <c:v>1.0126362992143985</c:v>
                </c:pt>
                <c:pt idx="17102">
                  <c:v>1.0130268140844427</c:v>
                </c:pt>
                <c:pt idx="17103">
                  <c:v>1.0144065570939089</c:v>
                </c:pt>
                <c:pt idx="17104">
                  <c:v>1.0137470632011805</c:v>
                </c:pt>
                <c:pt idx="17105">
                  <c:v>1.0125882182616184</c:v>
                </c:pt>
                <c:pt idx="17106">
                  <c:v>1.0131555379453456</c:v>
                </c:pt>
                <c:pt idx="17107">
                  <c:v>1.0127925559610984</c:v>
                </c:pt>
                <c:pt idx="17108">
                  <c:v>1.0114130923443845</c:v>
                </c:pt>
                <c:pt idx="17109">
                  <c:v>1.0108727721602901</c:v>
                </c:pt>
                <c:pt idx="17110">
                  <c:v>1.012029737548608</c:v>
                </c:pt>
                <c:pt idx="17111">
                  <c:v>1.01425967270409</c:v>
                </c:pt>
                <c:pt idx="17112">
                  <c:v>1.0165062698273606</c:v>
                </c:pt>
                <c:pt idx="17113">
                  <c:v>1.0170670110817326</c:v>
                </c:pt>
                <c:pt idx="17114">
                  <c:v>1.0172070630487846</c:v>
                </c:pt>
                <c:pt idx="17115">
                  <c:v>1.0183311362903247</c:v>
                </c:pt>
                <c:pt idx="17116">
                  <c:v>1.019117703086782</c:v>
                </c:pt>
                <c:pt idx="17117">
                  <c:v>1.0185669691728196</c:v>
                </c:pt>
                <c:pt idx="17118">
                  <c:v>1.0166932597768414</c:v>
                </c:pt>
                <c:pt idx="17119">
                  <c:v>1.0141708258087785</c:v>
                </c:pt>
                <c:pt idx="17120">
                  <c:v>1.012881606051139</c:v>
                </c:pt>
                <c:pt idx="17121">
                  <c:v>1.0137926296191877</c:v>
                </c:pt>
                <c:pt idx="17122">
                  <c:v>1.0155851373215379</c:v>
                </c:pt>
                <c:pt idx="17123">
                  <c:v>1.0160867489097334</c:v>
                </c:pt>
                <c:pt idx="17124">
                  <c:v>1.0166582340854078</c:v>
                </c:pt>
                <c:pt idx="17125">
                  <c:v>1.0168480433617553</c:v>
                </c:pt>
                <c:pt idx="17126">
                  <c:v>1.0166801029181303</c:v>
                </c:pt>
                <c:pt idx="17127">
                  <c:v>1.0156406094825901</c:v>
                </c:pt>
                <c:pt idx="17128">
                  <c:v>1.0148535854979921</c:v>
                </c:pt>
                <c:pt idx="17129">
                  <c:v>1.0151331814452733</c:v>
                </c:pt>
                <c:pt idx="17130">
                  <c:v>1.0153778532984854</c:v>
                </c:pt>
                <c:pt idx="17131">
                  <c:v>1.0150124837761709</c:v>
                </c:pt>
                <c:pt idx="17132">
                  <c:v>1.014437341095372</c:v>
                </c:pt>
                <c:pt idx="17133">
                  <c:v>1.0141969363314716</c:v>
                </c:pt>
                <c:pt idx="17134">
                  <c:v>1.0128729448758098</c:v>
                </c:pt>
                <c:pt idx="17135">
                  <c:v>1.0121769775292029</c:v>
                </c:pt>
                <c:pt idx="17136">
                  <c:v>1.0125516940090573</c:v>
                </c:pt>
                <c:pt idx="17137">
                  <c:v>1.0139564807688888</c:v>
                </c:pt>
                <c:pt idx="17138">
                  <c:v>1.0145306836740655</c:v>
                </c:pt>
                <c:pt idx="17139">
                  <c:v>1.0157588180162607</c:v>
                </c:pt>
                <c:pt idx="17140">
                  <c:v>1.0171387642204561</c:v>
                </c:pt>
                <c:pt idx="17141">
                  <c:v>1.0171388404184796</c:v>
                </c:pt>
                <c:pt idx="17142">
                  <c:v>1.014675891707369</c:v>
                </c:pt>
                <c:pt idx="17143">
                  <c:v>1.0143777796403961</c:v>
                </c:pt>
                <c:pt idx="17144">
                  <c:v>1.0145410720045922</c:v>
                </c:pt>
                <c:pt idx="17145">
                  <c:v>1.0128390113560455</c:v>
                </c:pt>
                <c:pt idx="17146">
                  <c:v>1.011314339706028</c:v>
                </c:pt>
                <c:pt idx="17147">
                  <c:v>1.0120357317931172</c:v>
                </c:pt>
                <c:pt idx="17148">
                  <c:v>1.0129850829669478</c:v>
                </c:pt>
                <c:pt idx="17149">
                  <c:v>1.0135072934208087</c:v>
                </c:pt>
                <c:pt idx="17150">
                  <c:v>1.0140307230430443</c:v>
                </c:pt>
                <c:pt idx="17151">
                  <c:v>1.0137132566781217</c:v>
                </c:pt>
                <c:pt idx="17152">
                  <c:v>1.0124507062286805</c:v>
                </c:pt>
                <c:pt idx="17153">
                  <c:v>1.0115934276664864</c:v>
                </c:pt>
                <c:pt idx="17154">
                  <c:v>1.0116632758546242</c:v>
                </c:pt>
                <c:pt idx="17155">
                  <c:v>1.012955924523318</c:v>
                </c:pt>
                <c:pt idx="17156">
                  <c:v>1.0137431517026447</c:v>
                </c:pt>
                <c:pt idx="17157">
                  <c:v>1.013436607054413</c:v>
                </c:pt>
                <c:pt idx="17158">
                  <c:v>1.0127450591931646</c:v>
                </c:pt>
                <c:pt idx="17159">
                  <c:v>1.0118032516236528</c:v>
                </c:pt>
                <c:pt idx="17160">
                  <c:v>1.0109381754637285</c:v>
                </c:pt>
                <c:pt idx="17161">
                  <c:v>1.0114234044768879</c:v>
                </c:pt>
                <c:pt idx="17162">
                  <c:v>1.0119224761309691</c:v>
                </c:pt>
                <c:pt idx="17163">
                  <c:v>1.0111341821793143</c:v>
                </c:pt>
                <c:pt idx="17164">
                  <c:v>1.0117305587093071</c:v>
                </c:pt>
                <c:pt idx="17165">
                  <c:v>1.0124245957059874</c:v>
                </c:pt>
                <c:pt idx="17166">
                  <c:v>1.0131371234230184</c:v>
                </c:pt>
                <c:pt idx="17167">
                  <c:v>1.0145000266693083</c:v>
                </c:pt>
                <c:pt idx="17168">
                  <c:v>1.015539240712096</c:v>
                </c:pt>
                <c:pt idx="17169">
                  <c:v>1.0153940326787922</c:v>
                </c:pt>
                <c:pt idx="17170">
                  <c:v>1.0142388452443543</c:v>
                </c:pt>
                <c:pt idx="17171">
                  <c:v>1.0126749570116151</c:v>
                </c:pt>
                <c:pt idx="17172">
                  <c:v>1.0117873008374163</c:v>
                </c:pt>
                <c:pt idx="17173">
                  <c:v>1.0115821249596786</c:v>
                </c:pt>
                <c:pt idx="17174">
                  <c:v>1.011789586778119</c:v>
                </c:pt>
                <c:pt idx="17175">
                  <c:v>1.0098674154392435</c:v>
                </c:pt>
                <c:pt idx="17176">
                  <c:v>1.009103479455743</c:v>
                </c:pt>
                <c:pt idx="17177">
                  <c:v>1.009481193057852</c:v>
                </c:pt>
                <c:pt idx="17178">
                  <c:v>1.0085293527485897</c:v>
                </c:pt>
                <c:pt idx="17179">
                  <c:v>1.0076547772350786</c:v>
                </c:pt>
                <c:pt idx="17180">
                  <c:v>1.0073500867387499</c:v>
                </c:pt>
                <c:pt idx="17181">
                  <c:v>1.0096248517313462</c:v>
                </c:pt>
                <c:pt idx="17182">
                  <c:v>1.0124973902176977</c:v>
                </c:pt>
                <c:pt idx="17183">
                  <c:v>1.0126390169439006</c:v>
                </c:pt>
                <c:pt idx="17184">
                  <c:v>1.0131893190690633</c:v>
                </c:pt>
                <c:pt idx="17185">
                  <c:v>1.0143615748607482</c:v>
                </c:pt>
                <c:pt idx="17186">
                  <c:v>1.0141419721572422</c:v>
                </c:pt>
                <c:pt idx="17187">
                  <c:v>1.0113792096233023</c:v>
                </c:pt>
                <c:pt idx="17188">
                  <c:v>1.0092150079626934</c:v>
                </c:pt>
                <c:pt idx="17189">
                  <c:v>1.009493791131058</c:v>
                </c:pt>
                <c:pt idx="17190">
                  <c:v>1.0108150394578765</c:v>
                </c:pt>
                <c:pt idx="17191">
                  <c:v>1.0106579445329189</c:v>
                </c:pt>
                <c:pt idx="17192">
                  <c:v>1.0100004571881405</c:v>
                </c:pt>
                <c:pt idx="17193">
                  <c:v>1.0105176385724555</c:v>
                </c:pt>
                <c:pt idx="17194">
                  <c:v>1.0110315180424221</c:v>
                </c:pt>
                <c:pt idx="17195">
                  <c:v>1.0112583849574941</c:v>
                </c:pt>
                <c:pt idx="17196">
                  <c:v>1.0114255634208849</c:v>
                </c:pt>
                <c:pt idx="17197">
                  <c:v>1.0126091219193774</c:v>
                </c:pt>
                <c:pt idx="17198">
                  <c:v>1.0128324075273487</c:v>
                </c:pt>
                <c:pt idx="17199">
                  <c:v>1.0121978049889386</c:v>
                </c:pt>
                <c:pt idx="17200">
                  <c:v>1.0126243361247209</c:v>
                </c:pt>
                <c:pt idx="17201">
                  <c:v>1.0115134959399152</c:v>
                </c:pt>
                <c:pt idx="17202">
                  <c:v>1.0109534658670953</c:v>
                </c:pt>
                <c:pt idx="17203">
                  <c:v>1.0121596043798624</c:v>
                </c:pt>
                <c:pt idx="17204">
                  <c:v>1.0122825625903265</c:v>
                </c:pt>
                <c:pt idx="17205">
                  <c:v>1.0122449715654376</c:v>
                </c:pt>
                <c:pt idx="17206">
                  <c:v>1.0130672244361982</c:v>
                </c:pt>
                <c:pt idx="17207">
                  <c:v>1.013135066076386</c:v>
                </c:pt>
                <c:pt idx="17208">
                  <c:v>1.0133674192491446</c:v>
                </c:pt>
                <c:pt idx="17209">
                  <c:v>1.0132863445522222</c:v>
                </c:pt>
                <c:pt idx="17210">
                  <c:v>1.0127992359878184</c:v>
                </c:pt>
                <c:pt idx="17211">
                  <c:v>1.012979901501355</c:v>
                </c:pt>
                <c:pt idx="17212">
                  <c:v>1.0125419914607414</c:v>
                </c:pt>
                <c:pt idx="17213">
                  <c:v>1.0113790064285733</c:v>
                </c:pt>
                <c:pt idx="17214">
                  <c:v>1.0110576031657739</c:v>
                </c:pt>
                <c:pt idx="17215">
                  <c:v>1.0116962695987666</c:v>
                </c:pt>
                <c:pt idx="17216">
                  <c:v>1.0139921160445098</c:v>
                </c:pt>
                <c:pt idx="17217">
                  <c:v>1.0139510707092259</c:v>
                </c:pt>
                <c:pt idx="17218">
                  <c:v>1.011856539441367</c:v>
                </c:pt>
                <c:pt idx="17219">
                  <c:v>1.010891821666146</c:v>
                </c:pt>
                <c:pt idx="17220">
                  <c:v>1.0106215980757458</c:v>
                </c:pt>
                <c:pt idx="17221">
                  <c:v>1.0112804569849458</c:v>
                </c:pt>
                <c:pt idx="17222">
                  <c:v>1.0120660078077575</c:v>
                </c:pt>
                <c:pt idx="17223">
                  <c:v>1.0119976835800879</c:v>
                </c:pt>
                <c:pt idx="17224">
                  <c:v>1.0112774344633499</c:v>
                </c:pt>
                <c:pt idx="17225">
                  <c:v>1.0124330282872462</c:v>
                </c:pt>
                <c:pt idx="17226">
                  <c:v>1.0143570537780251</c:v>
                </c:pt>
                <c:pt idx="17227">
                  <c:v>1.0149526683277836</c:v>
                </c:pt>
                <c:pt idx="17228">
                  <c:v>1.0151101188435172</c:v>
                </c:pt>
                <c:pt idx="17229">
                  <c:v>1.0139962307377746</c:v>
                </c:pt>
                <c:pt idx="17230">
                  <c:v>1.0148549062637315</c:v>
                </c:pt>
                <c:pt idx="17231">
                  <c:v>1.0158670192095216</c:v>
                </c:pt>
                <c:pt idx="17232">
                  <c:v>1.0166628821648367</c:v>
                </c:pt>
                <c:pt idx="17233">
                  <c:v>1.0173899637043415</c:v>
                </c:pt>
                <c:pt idx="17234">
                  <c:v>1.0172439682914625</c:v>
                </c:pt>
                <c:pt idx="17235">
                  <c:v>1.016435939051741</c:v>
                </c:pt>
                <c:pt idx="17236">
                  <c:v>1.0155604999606309</c:v>
                </c:pt>
                <c:pt idx="17237">
                  <c:v>1.0150275709848087</c:v>
                </c:pt>
                <c:pt idx="17238">
                  <c:v>1.0143898697267792</c:v>
                </c:pt>
                <c:pt idx="17239">
                  <c:v>1.0135866155631923</c:v>
                </c:pt>
                <c:pt idx="17240">
                  <c:v>1.0130082471660684</c:v>
                </c:pt>
                <c:pt idx="17241">
                  <c:v>1.0122718186690238</c:v>
                </c:pt>
                <c:pt idx="17242">
                  <c:v>1.0131832232271896</c:v>
                </c:pt>
                <c:pt idx="17243">
                  <c:v>1.0158568340737242</c:v>
                </c:pt>
                <c:pt idx="17244">
                  <c:v>1.017157458135536</c:v>
                </c:pt>
                <c:pt idx="17245">
                  <c:v>1.017143412299885</c:v>
                </c:pt>
                <c:pt idx="17246">
                  <c:v>1.0161069413859405</c:v>
                </c:pt>
                <c:pt idx="17247">
                  <c:v>1.0147807909862818</c:v>
                </c:pt>
                <c:pt idx="17248">
                  <c:v>1.0137368272667007</c:v>
                </c:pt>
                <c:pt idx="17249">
                  <c:v>1.0133829636459231</c:v>
                </c:pt>
                <c:pt idx="17250">
                  <c:v>1.0131674248369997</c:v>
                </c:pt>
                <c:pt idx="17251">
                  <c:v>1.0134649527191264</c:v>
                </c:pt>
                <c:pt idx="17252">
                  <c:v>1.0126759475859197</c:v>
                </c:pt>
                <c:pt idx="17253">
                  <c:v>1.0138527752590099</c:v>
                </c:pt>
                <c:pt idx="17254">
                  <c:v>1.0134424235035344</c:v>
                </c:pt>
                <c:pt idx="17255">
                  <c:v>1.0120326584728392</c:v>
                </c:pt>
                <c:pt idx="17256">
                  <c:v>1.0125753407956597</c:v>
                </c:pt>
                <c:pt idx="17257">
                  <c:v>1.0129498794801264</c:v>
                </c:pt>
                <c:pt idx="17258">
                  <c:v>1.0141826619017502</c:v>
                </c:pt>
                <c:pt idx="17259">
                  <c:v>1.0149827665470357</c:v>
                </c:pt>
                <c:pt idx="17260">
                  <c:v>1.0141276723281798</c:v>
                </c:pt>
                <c:pt idx="17261">
                  <c:v>1.0140365394921655</c:v>
                </c:pt>
                <c:pt idx="17262">
                  <c:v>1.0146716754167397</c:v>
                </c:pt>
                <c:pt idx="17263">
                  <c:v>1.0147486100210561</c:v>
                </c:pt>
                <c:pt idx="17264">
                  <c:v>1.0150974191729467</c:v>
                </c:pt>
                <c:pt idx="17265">
                  <c:v>1.0156434796081391</c:v>
                </c:pt>
                <c:pt idx="17266">
                  <c:v>1.0158566308789949</c:v>
                </c:pt>
                <c:pt idx="17267">
                  <c:v>1.0147292811224478</c:v>
                </c:pt>
                <c:pt idx="17268">
                  <c:v>1.013470616772201</c:v>
                </c:pt>
                <c:pt idx="17269">
                  <c:v>1.0133560149449723</c:v>
                </c:pt>
                <c:pt idx="17270">
                  <c:v>1.0142456776671214</c:v>
                </c:pt>
                <c:pt idx="17271">
                  <c:v>1.014933110835105</c:v>
                </c:pt>
                <c:pt idx="17272">
                  <c:v>1.0146487652110305</c:v>
                </c:pt>
                <c:pt idx="17273">
                  <c:v>1.0139153084368993</c:v>
                </c:pt>
                <c:pt idx="17274">
                  <c:v>1.0143835960895173</c:v>
                </c:pt>
                <c:pt idx="17275">
                  <c:v>1.0149248560492341</c:v>
                </c:pt>
                <c:pt idx="17276">
                  <c:v>1.0152702870887529</c:v>
                </c:pt>
                <c:pt idx="17277">
                  <c:v>1.0168909174496013</c:v>
                </c:pt>
                <c:pt idx="17278">
                  <c:v>1.0177204853306105</c:v>
                </c:pt>
                <c:pt idx="17279">
                  <c:v>1.0173667487065385</c:v>
                </c:pt>
                <c:pt idx="17280">
                  <c:v>1.0169954865370792</c:v>
                </c:pt>
                <c:pt idx="17281">
                  <c:v>1.0149532017139475</c:v>
                </c:pt>
                <c:pt idx="17282">
                  <c:v>1.0127209044197394</c:v>
                </c:pt>
                <c:pt idx="17283">
                  <c:v>1.0133268819006835</c:v>
                </c:pt>
                <c:pt idx="17284">
                  <c:v>1.0144457482772897</c:v>
                </c:pt>
                <c:pt idx="17285">
                  <c:v>1.0135731285130463</c:v>
                </c:pt>
                <c:pt idx="17286">
                  <c:v>1.0136334773475977</c:v>
                </c:pt>
                <c:pt idx="17287">
                  <c:v>1.0138372054628904</c:v>
                </c:pt>
                <c:pt idx="17288">
                  <c:v>1.013138113997323</c:v>
                </c:pt>
                <c:pt idx="17289">
                  <c:v>1.0130971702594034</c:v>
                </c:pt>
                <c:pt idx="17290">
                  <c:v>1.0141404735961148</c:v>
                </c:pt>
                <c:pt idx="17291">
                  <c:v>1.0158666128200635</c:v>
                </c:pt>
                <c:pt idx="17292">
                  <c:v>1.016076970163394</c:v>
                </c:pt>
                <c:pt idx="17293">
                  <c:v>1.0143171260137511</c:v>
                </c:pt>
                <c:pt idx="17294">
                  <c:v>1.0135421413168542</c:v>
                </c:pt>
                <c:pt idx="17295">
                  <c:v>1.0139883061433386</c:v>
                </c:pt>
                <c:pt idx="17296">
                  <c:v>1.0140020979855782</c:v>
                </c:pt>
                <c:pt idx="17297">
                  <c:v>1.0135523010533107</c:v>
                </c:pt>
                <c:pt idx="17298">
                  <c:v>1.0137619218157481</c:v>
                </c:pt>
                <c:pt idx="17299">
                  <c:v>1.0142255359895964</c:v>
                </c:pt>
                <c:pt idx="17300">
                  <c:v>1.0148701966670985</c:v>
                </c:pt>
                <c:pt idx="17301">
                  <c:v>1.0149953138215595</c:v>
                </c:pt>
                <c:pt idx="17302">
                  <c:v>1.0151605111363411</c:v>
                </c:pt>
                <c:pt idx="17303">
                  <c:v>1.0160622131461909</c:v>
                </c:pt>
                <c:pt idx="17304">
                  <c:v>1.0165510996644747</c:v>
                </c:pt>
                <c:pt idx="17305">
                  <c:v>1.015354562102659</c:v>
                </c:pt>
                <c:pt idx="17306">
                  <c:v>1.0144863110250919</c:v>
                </c:pt>
                <c:pt idx="17307">
                  <c:v>1.0152816659935842</c:v>
                </c:pt>
                <c:pt idx="17308">
                  <c:v>1.0164770859843895</c:v>
                </c:pt>
                <c:pt idx="17309">
                  <c:v>1.0166305488035641</c:v>
                </c:pt>
                <c:pt idx="17310">
                  <c:v>1.0167338225246436</c:v>
                </c:pt>
                <c:pt idx="17311">
                  <c:v>1.0174875479730057</c:v>
                </c:pt>
                <c:pt idx="17312">
                  <c:v>1.0181881887983826</c:v>
                </c:pt>
                <c:pt idx="17313">
                  <c:v>1.0171132886812917</c:v>
                </c:pt>
                <c:pt idx="17314">
                  <c:v>1.016361036394716</c:v>
                </c:pt>
                <c:pt idx="17315">
                  <c:v>1.0171890549159155</c:v>
                </c:pt>
                <c:pt idx="17316">
                  <c:v>1.0178245210319243</c:v>
                </c:pt>
                <c:pt idx="17317">
                  <c:v>1.0179021160191104</c:v>
                </c:pt>
                <c:pt idx="17318">
                  <c:v>1.0178409798049839</c:v>
                </c:pt>
                <c:pt idx="17319">
                  <c:v>1.0178283563324366</c:v>
                </c:pt>
                <c:pt idx="17320">
                  <c:v>1.0170693732204588</c:v>
                </c:pt>
                <c:pt idx="17321">
                  <c:v>1.0177834502972993</c:v>
                </c:pt>
                <c:pt idx="17322">
                  <c:v>1.0185317148873159</c:v>
                </c:pt>
                <c:pt idx="17323">
                  <c:v>1.0180102410143481</c:v>
                </c:pt>
                <c:pt idx="17324">
                  <c:v>1.016431621163747</c:v>
                </c:pt>
                <c:pt idx="17325">
                  <c:v>1.0140606434669084</c:v>
                </c:pt>
                <c:pt idx="17326">
                  <c:v>1.0133268819006835</c:v>
                </c:pt>
                <c:pt idx="17327">
                  <c:v>1.0132982822425587</c:v>
                </c:pt>
                <c:pt idx="17328">
                  <c:v>1.0142183479760536</c:v>
                </c:pt>
                <c:pt idx="17329">
                  <c:v>1.0145903213270648</c:v>
                </c:pt>
                <c:pt idx="17330">
                  <c:v>1.01496371704118</c:v>
                </c:pt>
                <c:pt idx="17331">
                  <c:v>1.0146073388856294</c:v>
                </c:pt>
                <c:pt idx="17332">
                  <c:v>1.014510795989952</c:v>
                </c:pt>
                <c:pt idx="17333">
                  <c:v>1.0145211081224552</c:v>
                </c:pt>
                <c:pt idx="17334">
                  <c:v>1.013969104241436</c:v>
                </c:pt>
                <c:pt idx="17335">
                  <c:v>1.0142021939950878</c:v>
                </c:pt>
                <c:pt idx="17336">
                  <c:v>1.0143255839943512</c:v>
                </c:pt>
                <c:pt idx="17337">
                  <c:v>1.01234296222356</c:v>
                </c:pt>
                <c:pt idx="17338">
                  <c:v>1.0117201449794393</c:v>
                </c:pt>
                <c:pt idx="17339">
                  <c:v>1.0124279230196769</c:v>
                </c:pt>
                <c:pt idx="17340">
                  <c:v>1.0126136684014417</c:v>
                </c:pt>
                <c:pt idx="17341">
                  <c:v>1.0139398695997826</c:v>
                </c:pt>
                <c:pt idx="17342">
                  <c:v>1.0134792525481888</c:v>
                </c:pt>
                <c:pt idx="17343">
                  <c:v>1.0138756346660367</c:v>
                </c:pt>
                <c:pt idx="17344">
                  <c:v>1.0171371894613053</c:v>
                </c:pt>
                <c:pt idx="17345">
                  <c:v>1.0200227832090036</c:v>
                </c:pt>
                <c:pt idx="17346">
                  <c:v>1.0191266436548636</c:v>
                </c:pt>
                <c:pt idx="17347">
                  <c:v>1.0179492571962683</c:v>
                </c:pt>
                <c:pt idx="17348">
                  <c:v>1.0163938269441291</c:v>
                </c:pt>
                <c:pt idx="17349">
                  <c:v>1.0147181054123455</c:v>
                </c:pt>
                <c:pt idx="17350">
                  <c:v>1.0147892489668817</c:v>
                </c:pt>
                <c:pt idx="17351">
                  <c:v>1.0158753755927572</c:v>
                </c:pt>
                <c:pt idx="17352">
                  <c:v>1.0153213651637876</c:v>
                </c:pt>
                <c:pt idx="17353">
                  <c:v>1.0158569356710887</c:v>
                </c:pt>
                <c:pt idx="17354">
                  <c:v>1.0173256525725722</c:v>
                </c:pt>
                <c:pt idx="17355">
                  <c:v>1.016822618621273</c:v>
                </c:pt>
                <c:pt idx="17356">
                  <c:v>1.0171264709393439</c:v>
                </c:pt>
                <c:pt idx="17357">
                  <c:v>1.017235764304274</c:v>
                </c:pt>
                <c:pt idx="17358">
                  <c:v>1.0170724719400779</c:v>
                </c:pt>
                <c:pt idx="17359">
                  <c:v>1.0171058466743372</c:v>
                </c:pt>
                <c:pt idx="17360">
                  <c:v>1.0166970188793303</c:v>
                </c:pt>
                <c:pt idx="17361">
                  <c:v>1.0161713541150743</c:v>
                </c:pt>
                <c:pt idx="17362">
                  <c:v>1.0149415688157049</c:v>
                </c:pt>
                <c:pt idx="17363">
                  <c:v>1.0145929882578846</c:v>
                </c:pt>
                <c:pt idx="17364">
                  <c:v>1.0145587753453675</c:v>
                </c:pt>
                <c:pt idx="17365">
                  <c:v>1.0146731485785259</c:v>
                </c:pt>
                <c:pt idx="17366">
                  <c:v>1.0134089217725692</c:v>
                </c:pt>
                <c:pt idx="17367">
                  <c:v>1.0112438057356792</c:v>
                </c:pt>
                <c:pt idx="17368">
                  <c:v>1.0100049528715225</c:v>
                </c:pt>
                <c:pt idx="17369">
                  <c:v>1.0106110065504901</c:v>
                </c:pt>
                <c:pt idx="17370">
                  <c:v>1.0120564322561472</c:v>
                </c:pt>
                <c:pt idx="17371">
                  <c:v>1.0127575048703237</c:v>
                </c:pt>
                <c:pt idx="17372">
                  <c:v>1.0129087579468188</c:v>
                </c:pt>
                <c:pt idx="17373">
                  <c:v>1.0133330285412396</c:v>
                </c:pt>
                <c:pt idx="17374">
                  <c:v>1.0137978364841216</c:v>
                </c:pt>
                <c:pt idx="17375">
                  <c:v>1.0136068588380818</c:v>
                </c:pt>
                <c:pt idx="17376">
                  <c:v>1.0129177239142417</c:v>
                </c:pt>
                <c:pt idx="17377">
                  <c:v>1.0128595340236874</c:v>
                </c:pt>
                <c:pt idx="17378">
                  <c:v>1.0143462336586988</c:v>
                </c:pt>
                <c:pt idx="17379">
                  <c:v>1.0143531422794894</c:v>
                </c:pt>
                <c:pt idx="17380">
                  <c:v>1.0133454742183987</c:v>
                </c:pt>
                <c:pt idx="17381">
                  <c:v>1.013651917269266</c:v>
                </c:pt>
                <c:pt idx="17382">
                  <c:v>1.0160150973683744</c:v>
                </c:pt>
                <c:pt idx="17383">
                  <c:v>1.0180439205407013</c:v>
                </c:pt>
                <c:pt idx="17384">
                  <c:v>1.0186430909982196</c:v>
                </c:pt>
                <c:pt idx="17385">
                  <c:v>1.0175710102079951</c:v>
                </c:pt>
                <c:pt idx="17386">
                  <c:v>1.0157835315751909</c:v>
                </c:pt>
                <c:pt idx="17387">
                  <c:v>1.0144498121718724</c:v>
                </c:pt>
                <c:pt idx="17388">
                  <c:v>1.0141069464658086</c:v>
                </c:pt>
                <c:pt idx="17389">
                  <c:v>1.0132749656473912</c:v>
                </c:pt>
                <c:pt idx="17390">
                  <c:v>1.0125343462590581</c:v>
                </c:pt>
                <c:pt idx="17391">
                  <c:v>1.0122523881730507</c:v>
                </c:pt>
                <c:pt idx="17392">
                  <c:v>1.0132456294083731</c:v>
                </c:pt>
                <c:pt idx="17393">
                  <c:v>1.01325246183114</c:v>
                </c:pt>
                <c:pt idx="17394">
                  <c:v>1.012282664187691</c:v>
                </c:pt>
                <c:pt idx="17395">
                  <c:v>1.0111509711438085</c:v>
                </c:pt>
                <c:pt idx="17396">
                  <c:v>1.0101004289948718</c:v>
                </c:pt>
                <c:pt idx="17397">
                  <c:v>1.011548369235302</c:v>
                </c:pt>
                <c:pt idx="17398">
                  <c:v>1.013646507209603</c:v>
                </c:pt>
                <c:pt idx="17399">
                  <c:v>1.0128227811770563</c:v>
                </c:pt>
                <c:pt idx="17400">
                  <c:v>1.0100705085710078</c:v>
                </c:pt>
                <c:pt idx="17401">
                  <c:v>1.0098769401921714</c:v>
                </c:pt>
                <c:pt idx="17402">
                  <c:v>1.0115970851716107</c:v>
                </c:pt>
                <c:pt idx="17403">
                  <c:v>1.012196992210022</c:v>
                </c:pt>
                <c:pt idx="17404">
                  <c:v>1.0142067658764931</c:v>
                </c:pt>
                <c:pt idx="17405">
                  <c:v>1.01578083924503</c:v>
                </c:pt>
                <c:pt idx="17406">
                  <c:v>1.0145042683592789</c:v>
                </c:pt>
                <c:pt idx="17407">
                  <c:v>1.0131312815745559</c:v>
                </c:pt>
                <c:pt idx="17408">
                  <c:v>1.0133907358443122</c:v>
                </c:pt>
                <c:pt idx="17409">
                  <c:v>1.0146778474566369</c:v>
                </c:pt>
                <c:pt idx="17410">
                  <c:v>1.0150075563039895</c:v>
                </c:pt>
                <c:pt idx="17411">
                  <c:v>1.01556425906312</c:v>
                </c:pt>
                <c:pt idx="17412">
                  <c:v>1.0156025612695607</c:v>
                </c:pt>
                <c:pt idx="17413">
                  <c:v>1.0152137481553729</c:v>
                </c:pt>
                <c:pt idx="17414">
                  <c:v>1.0146053323376791</c:v>
                </c:pt>
                <c:pt idx="17415">
                  <c:v>1.012412302424875</c:v>
                </c:pt>
                <c:pt idx="17416">
                  <c:v>1.0102832788517466</c:v>
                </c:pt>
                <c:pt idx="17417">
                  <c:v>1.0090132355966686</c:v>
                </c:pt>
                <c:pt idx="17418">
                  <c:v>1.0084027878316837</c:v>
                </c:pt>
                <c:pt idx="17419">
                  <c:v>1.0099071908074704</c:v>
                </c:pt>
                <c:pt idx="17420">
                  <c:v>1.0124379811587687</c:v>
                </c:pt>
                <c:pt idx="17421">
                  <c:v>1.0144568223900272</c:v>
                </c:pt>
                <c:pt idx="17422">
                  <c:v>1.013895827142244</c:v>
                </c:pt>
                <c:pt idx="17423">
                  <c:v>1.0135293654482602</c:v>
                </c:pt>
                <c:pt idx="17424">
                  <c:v>1.0117894597814132</c:v>
                </c:pt>
                <c:pt idx="17425">
                  <c:v>1.0102515804740024</c:v>
                </c:pt>
                <c:pt idx="17426">
                  <c:v>1.0118237234926126</c:v>
                </c:pt>
                <c:pt idx="17427">
                  <c:v>1.014117995179205</c:v>
                </c:pt>
                <c:pt idx="17428">
                  <c:v>1.013750034924094</c:v>
                </c:pt>
                <c:pt idx="17429">
                  <c:v>1.0130985418238252</c:v>
                </c:pt>
                <c:pt idx="17430">
                  <c:v>1.0133983810459957</c:v>
                </c:pt>
                <c:pt idx="17431">
                  <c:v>1.0125894882286754</c:v>
                </c:pt>
                <c:pt idx="17432">
                  <c:v>1.0128090655328401</c:v>
                </c:pt>
                <c:pt idx="17433">
                  <c:v>1.0139931320181554</c:v>
                </c:pt>
                <c:pt idx="17434">
                  <c:v>1.0140058062893849</c:v>
                </c:pt>
                <c:pt idx="17435">
                  <c:v>1.0136813297063074</c:v>
                </c:pt>
                <c:pt idx="17436">
                  <c:v>1.0138790381777496</c:v>
                </c:pt>
                <c:pt idx="17437">
                  <c:v>1.0148596051418426</c:v>
                </c:pt>
                <c:pt idx="17438">
                  <c:v>1.0152786434719883</c:v>
                </c:pt>
                <c:pt idx="17439">
                  <c:v>1.015035927368044</c:v>
                </c:pt>
                <c:pt idx="17440">
                  <c:v>1.0140786262004364</c:v>
                </c:pt>
                <c:pt idx="17441">
                  <c:v>1.0132147184102045</c:v>
                </c:pt>
                <c:pt idx="17442">
                  <c:v>1.0123458831477912</c:v>
                </c:pt>
                <c:pt idx="17443">
                  <c:v>1.0126767857641772</c:v>
                </c:pt>
                <c:pt idx="17444">
                  <c:v>1.0139636687824318</c:v>
                </c:pt>
                <c:pt idx="17445">
                  <c:v>1.0155501116301042</c:v>
                </c:pt>
                <c:pt idx="17446">
                  <c:v>1.0149489346246359</c:v>
                </c:pt>
                <c:pt idx="17447">
                  <c:v>1.0127947657037777</c:v>
                </c:pt>
                <c:pt idx="17448">
                  <c:v>1.0126511324296248</c:v>
                </c:pt>
                <c:pt idx="17449">
                  <c:v>1.0138110441415149</c:v>
                </c:pt>
                <c:pt idx="17450">
                  <c:v>1.0143044517425217</c:v>
                </c:pt>
                <c:pt idx="17451">
                  <c:v>1.0138474159980291</c:v>
                </c:pt>
                <c:pt idx="17452">
                  <c:v>1.0134608634252027</c:v>
                </c:pt>
                <c:pt idx="17453">
                  <c:v>1.0116679747327355</c:v>
                </c:pt>
                <c:pt idx="17454">
                  <c:v>1.0109343401632163</c:v>
                </c:pt>
                <c:pt idx="17455">
                  <c:v>1.0118740649867541</c:v>
                </c:pt>
                <c:pt idx="17456">
                  <c:v>1.0123983835859298</c:v>
                </c:pt>
                <c:pt idx="17457">
                  <c:v>1.0130825402389061</c:v>
                </c:pt>
                <c:pt idx="17458">
                  <c:v>1.0120884608253262</c:v>
                </c:pt>
                <c:pt idx="17459">
                  <c:v>1.010078331568079</c:v>
                </c:pt>
                <c:pt idx="17460">
                  <c:v>1.0098090477533013</c:v>
                </c:pt>
                <c:pt idx="17461">
                  <c:v>1.0104699386097924</c:v>
                </c:pt>
                <c:pt idx="17462">
                  <c:v>1.0111951659973941</c:v>
                </c:pt>
                <c:pt idx="17463">
                  <c:v>1.0112426119666456</c:v>
                </c:pt>
                <c:pt idx="17464">
                  <c:v>1.0116363779523558</c:v>
                </c:pt>
                <c:pt idx="17465">
                  <c:v>1.0125071181653549</c:v>
                </c:pt>
                <c:pt idx="17466">
                  <c:v>1.0139145210573237</c:v>
                </c:pt>
                <c:pt idx="17467">
                  <c:v>1.0144721381927353</c:v>
                </c:pt>
                <c:pt idx="17468">
                  <c:v>1.0142267805573124</c:v>
                </c:pt>
                <c:pt idx="17469">
                  <c:v>1.0130138858198019</c:v>
                </c:pt>
                <c:pt idx="17470">
                  <c:v>1.012476003972457</c:v>
                </c:pt>
                <c:pt idx="17471">
                  <c:v>1.0134704135774717</c:v>
                </c:pt>
                <c:pt idx="17472">
                  <c:v>1.0135582190997965</c:v>
                </c:pt>
                <c:pt idx="17473">
                  <c:v>1.0147761683061942</c:v>
                </c:pt>
                <c:pt idx="17474">
                  <c:v>1.0155674339807625</c:v>
                </c:pt>
                <c:pt idx="17475">
                  <c:v>1.0147074630884074</c:v>
                </c:pt>
                <c:pt idx="17476">
                  <c:v>1.0141702924226146</c:v>
                </c:pt>
                <c:pt idx="17477">
                  <c:v>1.0134395279786443</c:v>
                </c:pt>
                <c:pt idx="17478">
                  <c:v>1.0136088907853731</c:v>
                </c:pt>
                <c:pt idx="17479">
                  <c:v>1.0123439781972057</c:v>
                </c:pt>
                <c:pt idx="17480">
                  <c:v>1.010535214916525</c:v>
                </c:pt>
                <c:pt idx="17481">
                  <c:v>1.0114990437148061</c:v>
                </c:pt>
                <c:pt idx="17482">
                  <c:v>1.0130446698212647</c:v>
                </c:pt>
                <c:pt idx="17483">
                  <c:v>1.0143733855543786</c:v>
                </c:pt>
                <c:pt idx="17484">
                  <c:v>1.0149886083954982</c:v>
                </c:pt>
                <c:pt idx="17485">
                  <c:v>1.0130231311799771</c:v>
                </c:pt>
                <c:pt idx="17486">
                  <c:v>1.0101936699762009</c:v>
                </c:pt>
                <c:pt idx="17487">
                  <c:v>1.0101158463949444</c:v>
                </c:pt>
                <c:pt idx="17488">
                  <c:v>1.0120092148809661</c:v>
                </c:pt>
                <c:pt idx="17489">
                  <c:v>1.013449916309171</c:v>
                </c:pt>
                <c:pt idx="17490">
                  <c:v>1.0143176593999153</c:v>
                </c:pt>
                <c:pt idx="17491">
                  <c:v>1.0157486074811219</c:v>
                </c:pt>
                <c:pt idx="17492">
                  <c:v>1.0145923024756738</c:v>
                </c:pt>
                <c:pt idx="17493">
                  <c:v>1.0128307565701746</c:v>
                </c:pt>
                <c:pt idx="17494">
                  <c:v>1.0130240963549406</c:v>
                </c:pt>
                <c:pt idx="17495">
                  <c:v>1.0133651079091008</c:v>
                </c:pt>
                <c:pt idx="17496">
                  <c:v>1.0127529075895771</c:v>
                </c:pt>
                <c:pt idx="17497">
                  <c:v>1.0127711443165164</c:v>
                </c:pt>
                <c:pt idx="17498">
                  <c:v>1.0148286179456505</c:v>
                </c:pt>
                <c:pt idx="17499">
                  <c:v>1.0159139571919504</c:v>
                </c:pt>
                <c:pt idx="17500">
                  <c:v>1.0140561985822087</c:v>
                </c:pt>
                <c:pt idx="17501">
                  <c:v>1.0116331268366898</c:v>
                </c:pt>
                <c:pt idx="17502">
                  <c:v>1.012178450690989</c:v>
                </c:pt>
                <c:pt idx="17503">
                  <c:v>1.0139955703549051</c:v>
                </c:pt>
                <c:pt idx="17504">
                  <c:v>1.0150512177714111</c:v>
                </c:pt>
                <c:pt idx="17505">
                  <c:v>1.0148048441623425</c:v>
                </c:pt>
                <c:pt idx="17506">
                  <c:v>1.0136872223534521</c:v>
                </c:pt>
                <c:pt idx="17507">
                  <c:v>1.0131750192400009</c:v>
                </c:pt>
                <c:pt idx="17508">
                  <c:v>1.0143911904925187</c:v>
                </c:pt>
                <c:pt idx="17509">
                  <c:v>1.0161399351300828</c:v>
                </c:pt>
                <c:pt idx="17510">
                  <c:v>1.0167234341941169</c:v>
                </c:pt>
                <c:pt idx="17511">
                  <c:v>1.016030717963176</c:v>
                </c:pt>
                <c:pt idx="17512">
                  <c:v>1.0161114878680046</c:v>
                </c:pt>
                <c:pt idx="17513">
                  <c:v>1.0145521715166708</c:v>
                </c:pt>
                <c:pt idx="17514">
                  <c:v>1.0130727868919081</c:v>
                </c:pt>
                <c:pt idx="17515">
                  <c:v>1.0130522134255837</c:v>
                </c:pt>
                <c:pt idx="17516">
                  <c:v>1.014855160257143</c:v>
                </c:pt>
                <c:pt idx="17517">
                  <c:v>1.015923608941584</c:v>
                </c:pt>
                <c:pt idx="17518">
                  <c:v>1.0150108074196555</c:v>
                </c:pt>
                <c:pt idx="17519">
                  <c:v>1.0151071979192861</c:v>
                </c:pt>
                <c:pt idx="17520">
                  <c:v>1.0149381145053098</c:v>
                </c:pt>
                <c:pt idx="17521">
                  <c:v>1.0147107142040734</c:v>
                </c:pt>
                <c:pt idx="17522">
                  <c:v>1.0162610645879846</c:v>
                </c:pt>
                <c:pt idx="17523">
                  <c:v>1.0162658904628015</c:v>
                </c:pt>
                <c:pt idx="17524">
                  <c:v>1.0154132599800361</c:v>
                </c:pt>
                <c:pt idx="17525">
                  <c:v>1.013498352852727</c:v>
                </c:pt>
                <c:pt idx="17526">
                  <c:v>1.0117542562945918</c:v>
                </c:pt>
                <c:pt idx="17527">
                  <c:v>1.0113898519472404</c:v>
                </c:pt>
                <c:pt idx="17528">
                  <c:v>1.0098051108554245</c:v>
                </c:pt>
                <c:pt idx="17529">
                  <c:v>1.0095920103832507</c:v>
                </c:pt>
                <c:pt idx="17530">
                  <c:v>1.0108486427862062</c:v>
                </c:pt>
                <c:pt idx="17531">
                  <c:v>1.011984729916106</c:v>
                </c:pt>
                <c:pt idx="17532">
                  <c:v>1.0115029552133417</c:v>
                </c:pt>
                <c:pt idx="17533">
                  <c:v>1.0116060511390335</c:v>
                </c:pt>
                <c:pt idx="17534">
                  <c:v>1.0127607051873075</c:v>
                </c:pt>
                <c:pt idx="17535">
                  <c:v>1.0128779231466736</c:v>
                </c:pt>
                <c:pt idx="17536">
                  <c:v>1.0128774151598507</c:v>
                </c:pt>
                <c:pt idx="17537">
                  <c:v>1.0131892428710398</c:v>
                </c:pt>
                <c:pt idx="17538">
                  <c:v>1.0133305394058079</c:v>
                </c:pt>
                <c:pt idx="17539">
                  <c:v>1.013414839819055</c:v>
                </c:pt>
                <c:pt idx="17540">
                  <c:v>1.0140955167622951</c:v>
                </c:pt>
                <c:pt idx="17541">
                  <c:v>1.0136162057956217</c:v>
                </c:pt>
                <c:pt idx="17542">
                  <c:v>1.012719405858612</c:v>
                </c:pt>
                <c:pt idx="17543">
                  <c:v>1.0112001696675987</c:v>
                </c:pt>
                <c:pt idx="17544">
                  <c:v>1.0110199105435205</c:v>
                </c:pt>
                <c:pt idx="17545">
                  <c:v>1.0115601291302503</c:v>
                </c:pt>
                <c:pt idx="17546">
                  <c:v>1.0111801295874385</c:v>
                </c:pt>
                <c:pt idx="17547">
                  <c:v>1.0112591723370696</c:v>
                </c:pt>
                <c:pt idx="17548">
                  <c:v>1.0138066246561563</c:v>
                </c:pt>
                <c:pt idx="17549">
                  <c:v>1.0142988892868119</c:v>
                </c:pt>
                <c:pt idx="17550">
                  <c:v>1.0129295346078722</c:v>
                </c:pt>
                <c:pt idx="17551">
                  <c:v>1.0113098948213284</c:v>
                </c:pt>
                <c:pt idx="17552">
                  <c:v>1.0108186207649774</c:v>
                </c:pt>
                <c:pt idx="17553">
                  <c:v>1.0110082268465956</c:v>
                </c:pt>
                <c:pt idx="17554">
                  <c:v>1.0106890841251579</c:v>
                </c:pt>
                <c:pt idx="17555">
                  <c:v>1.0104560197708472</c:v>
                </c:pt>
                <c:pt idx="17556">
                  <c:v>1.0127507994442624</c:v>
                </c:pt>
                <c:pt idx="17557">
                  <c:v>1.0143015816169729</c:v>
                </c:pt>
                <c:pt idx="17558">
                  <c:v>1.0131536583941012</c:v>
                </c:pt>
                <c:pt idx="17559">
                  <c:v>1.0126783859226691</c:v>
                </c:pt>
                <c:pt idx="17560">
                  <c:v>1.0132495409069089</c:v>
                </c:pt>
                <c:pt idx="17561">
                  <c:v>1.0140009550152269</c:v>
                </c:pt>
                <c:pt idx="17562">
                  <c:v>1.0158538369514696</c:v>
                </c:pt>
                <c:pt idx="17563">
                  <c:v>1.0154934964987008</c:v>
                </c:pt>
                <c:pt idx="17564">
                  <c:v>1.0146601187165205</c:v>
                </c:pt>
                <c:pt idx="17565">
                  <c:v>1.0138632905862421</c:v>
                </c:pt>
                <c:pt idx="17566">
                  <c:v>1.0121505114157339</c:v>
                </c:pt>
                <c:pt idx="17567">
                  <c:v>1.011314136511299</c:v>
                </c:pt>
                <c:pt idx="17568">
                  <c:v>1.0110262349794645</c:v>
                </c:pt>
                <c:pt idx="17569">
                  <c:v>1.0098690663964176</c:v>
                </c:pt>
                <c:pt idx="17570">
                  <c:v>1.0095736466596057</c:v>
                </c:pt>
                <c:pt idx="17571">
                  <c:v>1.0121992781507247</c:v>
                </c:pt>
                <c:pt idx="17572">
                  <c:v>1.0144497105745076</c:v>
                </c:pt>
                <c:pt idx="17573">
                  <c:v>1.0131593732458579</c:v>
                </c:pt>
                <c:pt idx="17574">
                  <c:v>1.0135359184782746</c:v>
                </c:pt>
                <c:pt idx="17575">
                  <c:v>1.0151981529599121</c:v>
                </c:pt>
                <c:pt idx="17576">
                  <c:v>1.0154346208259357</c:v>
                </c:pt>
                <c:pt idx="17577">
                  <c:v>1.0145431293512246</c:v>
                </c:pt>
                <c:pt idx="17578">
                  <c:v>1.0132617579899978</c:v>
                </c:pt>
                <c:pt idx="17579">
                  <c:v>1.0124759277744335</c:v>
                </c:pt>
                <c:pt idx="17580">
                  <c:v>1.0135389663992116</c:v>
                </c:pt>
                <c:pt idx="17581">
                  <c:v>1.015218828023601</c:v>
                </c:pt>
                <c:pt idx="17582">
                  <c:v>1.0151195673984217</c:v>
                </c:pt>
                <c:pt idx="17583">
                  <c:v>1.0134186243208851</c:v>
                </c:pt>
                <c:pt idx="17584">
                  <c:v>1.0122113428377668</c:v>
                </c:pt>
                <c:pt idx="17585">
                  <c:v>1.0126607079812349</c:v>
                </c:pt>
                <c:pt idx="17586">
                  <c:v>1.0128743926382551</c:v>
                </c:pt>
                <c:pt idx="17587">
                  <c:v>1.0130551851484972</c:v>
                </c:pt>
                <c:pt idx="17588">
                  <c:v>1.0130609761982774</c:v>
                </c:pt>
                <c:pt idx="17589">
                  <c:v>1.0121742090010186</c:v>
                </c:pt>
                <c:pt idx="17590">
                  <c:v>1.0117296697323672</c:v>
                </c:pt>
                <c:pt idx="17591">
                  <c:v>1.0113480954304046</c:v>
                </c:pt>
                <c:pt idx="17592">
                  <c:v>1.011111424369652</c:v>
                </c:pt>
                <c:pt idx="17593">
                  <c:v>1.0111351219549365</c:v>
                </c:pt>
                <c:pt idx="17594">
                  <c:v>1.0116827063505973</c:v>
                </c:pt>
                <c:pt idx="17595">
                  <c:v>1.0130676308256563</c:v>
                </c:pt>
                <c:pt idx="17596">
                  <c:v>1.0133524082385303</c:v>
                </c:pt>
                <c:pt idx="17597">
                  <c:v>1.0117664225789984</c:v>
                </c:pt>
                <c:pt idx="17598">
                  <c:v>1.0109975337239752</c:v>
                </c:pt>
                <c:pt idx="17599">
                  <c:v>1.0114757017202973</c:v>
                </c:pt>
                <c:pt idx="17600">
                  <c:v>1.0112767740804804</c:v>
                </c:pt>
                <c:pt idx="17601">
                  <c:v>1.0113388246708881</c:v>
                </c:pt>
                <c:pt idx="17602">
                  <c:v>1.0119898605830164</c:v>
                </c:pt>
                <c:pt idx="17603">
                  <c:v>1.0120722560456781</c:v>
                </c:pt>
                <c:pt idx="17604">
                  <c:v>1.0127941815189314</c:v>
                </c:pt>
                <c:pt idx="17605">
                  <c:v>1.013407956597606</c:v>
                </c:pt>
                <c:pt idx="17606">
                  <c:v>1.0130861215460072</c:v>
                </c:pt>
                <c:pt idx="17607">
                  <c:v>1.0118690105178672</c:v>
                </c:pt>
                <c:pt idx="17608">
                  <c:v>1.0106465910274287</c:v>
                </c:pt>
                <c:pt idx="17609">
                  <c:v>1.0118521199560084</c:v>
                </c:pt>
                <c:pt idx="17610">
                  <c:v>1.0128133834208342</c:v>
                </c:pt>
                <c:pt idx="17611">
                  <c:v>1.0124206080094282</c:v>
                </c:pt>
                <c:pt idx="17612">
                  <c:v>1.0121206925892343</c:v>
                </c:pt>
                <c:pt idx="17613">
                  <c:v>1.0131458099976887</c:v>
                </c:pt>
                <c:pt idx="17614">
                  <c:v>1.0135290098574843</c:v>
                </c:pt>
                <c:pt idx="17615">
                  <c:v>1.0136005090027964</c:v>
                </c:pt>
                <c:pt idx="17616">
                  <c:v>1.0141821031162452</c:v>
                </c:pt>
                <c:pt idx="17617">
                  <c:v>1.0153463835148115</c:v>
                </c:pt>
                <c:pt idx="17618">
                  <c:v>1.0155797018625337</c:v>
                </c:pt>
                <c:pt idx="17619">
                  <c:v>1.0143604318903967</c:v>
                </c:pt>
                <c:pt idx="17620">
                  <c:v>1.0138525466649395</c:v>
                </c:pt>
                <c:pt idx="17621">
                  <c:v>1.0129166063432316</c:v>
                </c:pt>
                <c:pt idx="17622">
                  <c:v>1.011153384081217</c:v>
                </c:pt>
                <c:pt idx="17623">
                  <c:v>1.0111726367818019</c:v>
                </c:pt>
                <c:pt idx="17624">
                  <c:v>1.012516338126189</c:v>
                </c:pt>
                <c:pt idx="17625">
                  <c:v>1.0128118594603657</c:v>
                </c:pt>
                <c:pt idx="17626">
                  <c:v>1.0128914101968194</c:v>
                </c:pt>
                <c:pt idx="17627">
                  <c:v>1.0121289981737873</c:v>
                </c:pt>
                <c:pt idx="17628">
                  <c:v>1.0117482366507413</c:v>
                </c:pt>
                <c:pt idx="17629">
                  <c:v>1.0118922001163291</c:v>
                </c:pt>
                <c:pt idx="17630">
                  <c:v>1.0116629202638483</c:v>
                </c:pt>
                <c:pt idx="17631">
                  <c:v>1.0118825991653777</c:v>
                </c:pt>
                <c:pt idx="17632">
                  <c:v>1.0126224565734765</c:v>
                </c:pt>
                <c:pt idx="17633">
                  <c:v>1.0142570057732703</c:v>
                </c:pt>
                <c:pt idx="17634">
                  <c:v>1.0144689886744338</c:v>
                </c:pt>
                <c:pt idx="17635">
                  <c:v>1.0148466768772018</c:v>
                </c:pt>
                <c:pt idx="17636">
                  <c:v>1.0155362943885236</c:v>
                </c:pt>
                <c:pt idx="17637">
                  <c:v>1.0131547251664292</c:v>
                </c:pt>
                <c:pt idx="17638">
                  <c:v>1.0106961197426538</c:v>
                </c:pt>
                <c:pt idx="17639">
                  <c:v>1.0113449967107853</c:v>
                </c:pt>
                <c:pt idx="17640">
                  <c:v>1.0105399899926595</c:v>
                </c:pt>
                <c:pt idx="17641">
                  <c:v>1.008950829415485</c:v>
                </c:pt>
                <c:pt idx="17642">
                  <c:v>1.0084380675165285</c:v>
                </c:pt>
                <c:pt idx="17643">
                  <c:v>1.0098222046120124</c:v>
                </c:pt>
                <c:pt idx="17644">
                  <c:v>1.0108160808308633</c:v>
                </c:pt>
                <c:pt idx="17645">
                  <c:v>1.0122059073787626</c:v>
                </c:pt>
                <c:pt idx="17646">
                  <c:v>1.0129151839801276</c:v>
                </c:pt>
                <c:pt idx="17647">
                  <c:v>1.0129959792842973</c:v>
                </c:pt>
                <c:pt idx="17648">
                  <c:v>1.013037151616287</c:v>
                </c:pt>
                <c:pt idx="17649">
                  <c:v>1.0138935920002234</c:v>
                </c:pt>
                <c:pt idx="17650">
                  <c:v>1.0144275369496916</c:v>
                </c:pt>
                <c:pt idx="17651">
                  <c:v>1.0130292524211921</c:v>
                </c:pt>
                <c:pt idx="17652">
                  <c:v>1.0121697133176366</c:v>
                </c:pt>
                <c:pt idx="17653">
                  <c:v>1.0118222249314852</c:v>
                </c:pt>
                <c:pt idx="17654">
                  <c:v>1.0118058931551315</c:v>
                </c:pt>
                <c:pt idx="17655">
                  <c:v>1.0111698174549353</c:v>
                </c:pt>
                <c:pt idx="17656">
                  <c:v>1.0111641280025196</c:v>
                </c:pt>
                <c:pt idx="17657">
                  <c:v>1.012108043717346</c:v>
                </c:pt>
                <c:pt idx="17658">
                  <c:v>1.0121782220969189</c:v>
                </c:pt>
                <c:pt idx="17659">
                  <c:v>1.012493300923774</c:v>
                </c:pt>
                <c:pt idx="17660">
                  <c:v>1.013107152200472</c:v>
                </c:pt>
                <c:pt idx="17661">
                  <c:v>1.0122966084259775</c:v>
                </c:pt>
                <c:pt idx="17662">
                  <c:v>1.011314136511299</c:v>
                </c:pt>
                <c:pt idx="17663">
                  <c:v>1.0121135807737147</c:v>
                </c:pt>
                <c:pt idx="17664">
                  <c:v>1.0132094099479059</c:v>
                </c:pt>
                <c:pt idx="17665">
                  <c:v>1.0140457594529997</c:v>
                </c:pt>
                <c:pt idx="17666">
                  <c:v>1.0127429256485088</c:v>
                </c:pt>
                <c:pt idx="17667">
                  <c:v>1.012173777212219</c:v>
                </c:pt>
                <c:pt idx="17668">
                  <c:v>1.0115007962693447</c:v>
                </c:pt>
                <c:pt idx="17669">
                  <c:v>1.0112483014190612</c:v>
                </c:pt>
                <c:pt idx="17670">
                  <c:v>1.011927124210398</c:v>
                </c:pt>
                <c:pt idx="17671">
                  <c:v>1.0126884694611022</c:v>
                </c:pt>
                <c:pt idx="17672">
                  <c:v>1.0135730777143641</c:v>
                </c:pt>
                <c:pt idx="17673">
                  <c:v>1.0139034723439273</c:v>
                </c:pt>
                <c:pt idx="17674">
                  <c:v>1.0142093820086306</c:v>
                </c:pt>
                <c:pt idx="17675">
                  <c:v>1.0150742295744848</c:v>
                </c:pt>
                <c:pt idx="17676">
                  <c:v>1.0148462196890613</c:v>
                </c:pt>
                <c:pt idx="17677">
                  <c:v>1.0139556679899724</c:v>
                </c:pt>
                <c:pt idx="17678">
                  <c:v>1.0139767748424606</c:v>
                </c:pt>
                <c:pt idx="17679">
                  <c:v>1.0141139820833047</c:v>
                </c:pt>
                <c:pt idx="17680">
                  <c:v>1.0135147608271042</c:v>
                </c:pt>
                <c:pt idx="17681">
                  <c:v>1.0136130054786379</c:v>
                </c:pt>
                <c:pt idx="17682">
                  <c:v>1.0155149335426239</c:v>
                </c:pt>
                <c:pt idx="17683">
                  <c:v>1.01591817348258</c:v>
                </c:pt>
                <c:pt idx="17684">
                  <c:v>1.0151512149774835</c:v>
                </c:pt>
                <c:pt idx="17685">
                  <c:v>1.0134038165049999</c:v>
                </c:pt>
                <c:pt idx="17686">
                  <c:v>1.0126517928124945</c:v>
                </c:pt>
                <c:pt idx="17687">
                  <c:v>1.0123958690511567</c:v>
                </c:pt>
                <c:pt idx="17688">
                  <c:v>1.0138937443962703</c:v>
                </c:pt>
                <c:pt idx="17689">
                  <c:v>1.0158563514862424</c:v>
                </c:pt>
                <c:pt idx="17690">
                  <c:v>1.0160981024152234</c:v>
                </c:pt>
                <c:pt idx="17691">
                  <c:v>1.0153666013903599</c:v>
                </c:pt>
                <c:pt idx="17692">
                  <c:v>1.014166050732644</c:v>
                </c:pt>
                <c:pt idx="17693">
                  <c:v>1.013300136394462</c:v>
                </c:pt>
                <c:pt idx="17694">
                  <c:v>1.0126230407583228</c:v>
                </c:pt>
                <c:pt idx="17695">
                  <c:v>1.0109147572711963</c:v>
                </c:pt>
                <c:pt idx="17696">
                  <c:v>1.0098260145131834</c:v>
                </c:pt>
                <c:pt idx="17697">
                  <c:v>1.0100180589315513</c:v>
                </c:pt>
                <c:pt idx="17698">
                  <c:v>1.0110753573052316</c:v>
                </c:pt>
                <c:pt idx="17699">
                  <c:v>1.0116449375303205</c:v>
                </c:pt>
                <c:pt idx="17700">
                  <c:v>1.0112044621562517</c:v>
                </c:pt>
                <c:pt idx="17701">
                  <c:v>1.0103488345512317</c:v>
                </c:pt>
                <c:pt idx="17702">
                  <c:v>1.0102856663898139</c:v>
                </c:pt>
                <c:pt idx="17703">
                  <c:v>1.0113750695306964</c:v>
                </c:pt>
                <c:pt idx="17704">
                  <c:v>1.0123598527854187</c:v>
                </c:pt>
                <c:pt idx="17705">
                  <c:v>1.012838935158022</c:v>
                </c:pt>
                <c:pt idx="17706">
                  <c:v>1.0134171257597577</c:v>
                </c:pt>
                <c:pt idx="17707">
                  <c:v>1.0141331331865251</c:v>
                </c:pt>
                <c:pt idx="17708">
                  <c:v>1.0147752031312307</c:v>
                </c:pt>
                <c:pt idx="17709">
                  <c:v>1.0157601895806823</c:v>
                </c:pt>
                <c:pt idx="17710">
                  <c:v>1.0143403918102365</c:v>
                </c:pt>
                <c:pt idx="17711">
                  <c:v>1.0138642557612056</c:v>
                </c:pt>
                <c:pt idx="17712">
                  <c:v>1.0144380522769239</c:v>
                </c:pt>
                <c:pt idx="17713">
                  <c:v>1.014676069502757</c:v>
                </c:pt>
                <c:pt idx="17714">
                  <c:v>1.0154220735514121</c:v>
                </c:pt>
                <c:pt idx="17715">
                  <c:v>1.0150508875799762</c:v>
                </c:pt>
                <c:pt idx="17716">
                  <c:v>1.0142845386590671</c:v>
                </c:pt>
                <c:pt idx="17717">
                  <c:v>1.0137738341067433</c:v>
                </c:pt>
                <c:pt idx="17718">
                  <c:v>1.0131776861708208</c:v>
                </c:pt>
                <c:pt idx="17719">
                  <c:v>1.0134744520727132</c:v>
                </c:pt>
                <c:pt idx="17720">
                  <c:v>1.0140790071905534</c:v>
                </c:pt>
                <c:pt idx="17721">
                  <c:v>1.0137519906733619</c:v>
                </c:pt>
                <c:pt idx="17722">
                  <c:v>1.0131541155822419</c:v>
                </c:pt>
                <c:pt idx="17723">
                  <c:v>1.0122287159871073</c:v>
                </c:pt>
                <c:pt idx="17724">
                  <c:v>1.0123865728922992</c:v>
                </c:pt>
                <c:pt idx="17725">
                  <c:v>1.0129537655793208</c:v>
                </c:pt>
                <c:pt idx="17726">
                  <c:v>1.0125558595010045</c:v>
                </c:pt>
                <c:pt idx="17727">
                  <c:v>1.0123010533106771</c:v>
                </c:pt>
                <c:pt idx="17728">
                  <c:v>1.0119068555361674</c:v>
                </c:pt>
                <c:pt idx="17729">
                  <c:v>1.0123799690636024</c:v>
                </c:pt>
                <c:pt idx="17730">
                  <c:v>1.0120563306587826</c:v>
                </c:pt>
                <c:pt idx="17731">
                  <c:v>1.0122436254003571</c:v>
                </c:pt>
                <c:pt idx="17732">
                  <c:v>1.0121184574472137</c:v>
                </c:pt>
                <c:pt idx="17733">
                  <c:v>1.0122293001719536</c:v>
                </c:pt>
                <c:pt idx="17734">
                  <c:v>1.0120210763732789</c:v>
                </c:pt>
                <c:pt idx="17735">
                  <c:v>1.0114051677499485</c:v>
                </c:pt>
                <c:pt idx="17736">
                  <c:v>1.0121028876510942</c:v>
                </c:pt>
                <c:pt idx="17737">
                  <c:v>1.0127823200266186</c:v>
                </c:pt>
                <c:pt idx="17738">
                  <c:v>1.0136817614951068</c:v>
                </c:pt>
                <c:pt idx="17739">
                  <c:v>1.0138530800511034</c:v>
                </c:pt>
                <c:pt idx="17740">
                  <c:v>1.0134579171016305</c:v>
                </c:pt>
                <c:pt idx="17741">
                  <c:v>1.0125693719504916</c:v>
                </c:pt>
                <c:pt idx="17742">
                  <c:v>1.0127782307326947</c:v>
                </c:pt>
                <c:pt idx="17743">
                  <c:v>1.0121437805903315</c:v>
                </c:pt>
                <c:pt idx="17744">
                  <c:v>1.0103285658770012</c:v>
                </c:pt>
                <c:pt idx="17745">
                  <c:v>1.0095925437694147</c:v>
                </c:pt>
                <c:pt idx="17746">
                  <c:v>1.0093121604425581</c:v>
                </c:pt>
                <c:pt idx="17747">
                  <c:v>1.010093418776717</c:v>
                </c:pt>
                <c:pt idx="17748">
                  <c:v>1.0116161854761487</c:v>
                </c:pt>
                <c:pt idx="17749">
                  <c:v>1.0119606259413632</c:v>
                </c:pt>
                <c:pt idx="17750">
                  <c:v>1.0112143678992966</c:v>
                </c:pt>
                <c:pt idx="17751">
                  <c:v>1.0109655051547963</c:v>
                </c:pt>
                <c:pt idx="17752">
                  <c:v>1.0116154996939379</c:v>
                </c:pt>
                <c:pt idx="17753">
                  <c:v>1.0124908371876833</c:v>
                </c:pt>
                <c:pt idx="17754">
                  <c:v>1.0122344562382051</c:v>
                </c:pt>
                <c:pt idx="17755">
                  <c:v>1.0121721262550449</c:v>
                </c:pt>
                <c:pt idx="17756">
                  <c:v>1.0123799436642613</c:v>
                </c:pt>
                <c:pt idx="17757">
                  <c:v>1.0140395620137614</c:v>
                </c:pt>
                <c:pt idx="17758">
                  <c:v>1.0145488442029813</c:v>
                </c:pt>
                <c:pt idx="17759">
                  <c:v>1.0136895336934959</c:v>
                </c:pt>
                <c:pt idx="17760">
                  <c:v>1.0129630871375197</c:v>
                </c:pt>
                <c:pt idx="17761">
                  <c:v>1.0132372730251378</c:v>
                </c:pt>
                <c:pt idx="17762">
                  <c:v>1.0152409508497349</c:v>
                </c:pt>
                <c:pt idx="17763">
                  <c:v>1.016086494916322</c:v>
                </c:pt>
                <c:pt idx="17764">
                  <c:v>1.0157789596937856</c:v>
                </c:pt>
                <c:pt idx="17765">
                  <c:v>1.0148053775485064</c:v>
                </c:pt>
                <c:pt idx="17766">
                  <c:v>1.0146070340935356</c:v>
                </c:pt>
                <c:pt idx="17767">
                  <c:v>1.015081290591322</c:v>
                </c:pt>
                <c:pt idx="17768">
                  <c:v>1.0150701656799022</c:v>
                </c:pt>
                <c:pt idx="17769">
                  <c:v>1.0144412779932488</c:v>
                </c:pt>
                <c:pt idx="17770">
                  <c:v>1.013052975405818</c:v>
                </c:pt>
                <c:pt idx="17771">
                  <c:v>1.0130541691748516</c:v>
                </c:pt>
                <c:pt idx="17772">
                  <c:v>1.0147574743911143</c:v>
                </c:pt>
                <c:pt idx="17773">
                  <c:v>1.0156923225411534</c:v>
                </c:pt>
                <c:pt idx="17774">
                  <c:v>1.0149791090419114</c:v>
                </c:pt>
                <c:pt idx="17775">
                  <c:v>1.0129826446301984</c:v>
                </c:pt>
                <c:pt idx="17776">
                  <c:v>1.0109951969845903</c:v>
                </c:pt>
                <c:pt idx="17777">
                  <c:v>1.0108647713678307</c:v>
                </c:pt>
                <c:pt idx="17778">
                  <c:v>1.0111248860204567</c:v>
                </c:pt>
                <c:pt idx="17779">
                  <c:v>1.0117120933882975</c:v>
                </c:pt>
                <c:pt idx="17780">
                  <c:v>1.0129637729197305</c:v>
                </c:pt>
                <c:pt idx="17781">
                  <c:v>1.0140603386748148</c:v>
                </c:pt>
                <c:pt idx="17782">
                  <c:v>1.0138091391909294</c:v>
                </c:pt>
                <c:pt idx="17783">
                  <c:v>1.0140170835968514</c:v>
                </c:pt>
                <c:pt idx="17784">
                  <c:v>1.0137457678347823</c:v>
                </c:pt>
                <c:pt idx="17785">
                  <c:v>1.0127913875914059</c:v>
                </c:pt>
                <c:pt idx="17786">
                  <c:v>1.0134877105287889</c:v>
                </c:pt>
                <c:pt idx="17787">
                  <c:v>1.0137791425690417</c:v>
                </c:pt>
                <c:pt idx="17788">
                  <c:v>1.0138866071814097</c:v>
                </c:pt>
                <c:pt idx="17789">
                  <c:v>1.0153811044141514</c:v>
                </c:pt>
                <c:pt idx="17790">
                  <c:v>1.0159236597402663</c:v>
                </c:pt>
                <c:pt idx="17791">
                  <c:v>1.0156876236630421</c:v>
                </c:pt>
                <c:pt idx="17792">
                  <c:v>1.0150012826667276</c:v>
                </c:pt>
                <c:pt idx="17793">
                  <c:v>1.0141874877765671</c:v>
                </c:pt>
                <c:pt idx="17794">
                  <c:v>1.0131786005471017</c:v>
                </c:pt>
                <c:pt idx="17795">
                  <c:v>1.0134009463794509</c:v>
                </c:pt>
                <c:pt idx="17796">
                  <c:v>1.0147057105338688</c:v>
                </c:pt>
                <c:pt idx="17797">
                  <c:v>1.0129055576298351</c:v>
                </c:pt>
                <c:pt idx="17798">
                  <c:v>1.0105318622034944</c:v>
                </c:pt>
                <c:pt idx="17799">
                  <c:v>1.0104636395731894</c:v>
                </c:pt>
                <c:pt idx="17800">
                  <c:v>1.0115058253388907</c:v>
                </c:pt>
                <c:pt idx="17801">
                  <c:v>1.0131111398970312</c:v>
                </c:pt>
                <c:pt idx="17802">
                  <c:v>1.0143177355979387</c:v>
                </c:pt>
                <c:pt idx="17803">
                  <c:v>1.0150547736791709</c:v>
                </c:pt>
                <c:pt idx="17804">
                  <c:v>1.0151431125876595</c:v>
                </c:pt>
                <c:pt idx="17805">
                  <c:v>1.0147119333724484</c:v>
                </c:pt>
                <c:pt idx="17806">
                  <c:v>1.0141053209079756</c:v>
                </c:pt>
                <c:pt idx="17807">
                  <c:v>1.0138885883300188</c:v>
                </c:pt>
                <c:pt idx="17808">
                  <c:v>1.012948203123611</c:v>
                </c:pt>
                <c:pt idx="17809">
                  <c:v>1.0125313999354857</c:v>
                </c:pt>
                <c:pt idx="17810">
                  <c:v>1.0130823624435181</c:v>
                </c:pt>
                <c:pt idx="17811">
                  <c:v>1.0139332911704271</c:v>
                </c:pt>
                <c:pt idx="17812">
                  <c:v>1.0134530150287901</c:v>
                </c:pt>
                <c:pt idx="17813">
                  <c:v>1.0106650309490972</c:v>
                </c:pt>
                <c:pt idx="17814">
                  <c:v>1.0084806622116222</c:v>
                </c:pt>
                <c:pt idx="17815">
                  <c:v>1.0087831683646127</c:v>
                </c:pt>
                <c:pt idx="17816">
                  <c:v>1.0112787552290894</c:v>
                </c:pt>
                <c:pt idx="17817">
                  <c:v>1.0128490440957962</c:v>
                </c:pt>
                <c:pt idx="17818">
                  <c:v>1.0120605469494122</c:v>
                </c:pt>
                <c:pt idx="17819">
                  <c:v>1.0118457701207231</c:v>
                </c:pt>
                <c:pt idx="17820">
                  <c:v>1.012315251542375</c:v>
                </c:pt>
                <c:pt idx="17821">
                  <c:v>1.0123040504329317</c:v>
                </c:pt>
                <c:pt idx="17822">
                  <c:v>1.0118006354915154</c:v>
                </c:pt>
                <c:pt idx="17823">
                  <c:v>1.0118189738158192</c:v>
                </c:pt>
                <c:pt idx="17824">
                  <c:v>1.0119914607415084</c:v>
                </c:pt>
                <c:pt idx="17825">
                  <c:v>1.0131370218256539</c:v>
                </c:pt>
                <c:pt idx="17826">
                  <c:v>1.0116546908773187</c:v>
                </c:pt>
                <c:pt idx="17827">
                  <c:v>1.0098460799926849</c:v>
                </c:pt>
                <c:pt idx="17828">
                  <c:v>1.0097863661416624</c:v>
                </c:pt>
                <c:pt idx="17829">
                  <c:v>1.0106418413506353</c:v>
                </c:pt>
                <c:pt idx="17830">
                  <c:v>1.0115448133275422</c:v>
                </c:pt>
                <c:pt idx="17831">
                  <c:v>1.013628524476075</c:v>
                </c:pt>
                <c:pt idx="17832">
                  <c:v>1.0140485279811842</c:v>
                </c:pt>
                <c:pt idx="17833">
                  <c:v>1.0133731595002426</c:v>
                </c:pt>
                <c:pt idx="17834">
                  <c:v>1.0136406399617994</c:v>
                </c:pt>
                <c:pt idx="17835">
                  <c:v>1.0141605136762752</c:v>
                </c:pt>
                <c:pt idx="17836">
                  <c:v>1.013986578988141</c:v>
                </c:pt>
                <c:pt idx="17837">
                  <c:v>1.0109029465775659</c:v>
                </c:pt>
                <c:pt idx="17838">
                  <c:v>1.0100646921218863</c:v>
                </c:pt>
                <c:pt idx="17839">
                  <c:v>1.0110969213458603</c:v>
                </c:pt>
                <c:pt idx="17840">
                  <c:v>1.0115099654314967</c:v>
                </c:pt>
                <c:pt idx="17841">
                  <c:v>1.0102440876683658</c:v>
                </c:pt>
                <c:pt idx="17842">
                  <c:v>1.0109239264333483</c:v>
                </c:pt>
                <c:pt idx="17843">
                  <c:v>1.0129681924050891</c:v>
                </c:pt>
                <c:pt idx="17844">
                  <c:v>1.0141398894112688</c:v>
                </c:pt>
                <c:pt idx="17845">
                  <c:v>1.0132834998260145</c:v>
                </c:pt>
                <c:pt idx="17846">
                  <c:v>1.0123178168758302</c:v>
                </c:pt>
                <c:pt idx="17847">
                  <c:v>1.0127378711796216</c:v>
                </c:pt>
                <c:pt idx="17848">
                  <c:v>1.0133826842531706</c:v>
                </c:pt>
                <c:pt idx="17849">
                  <c:v>1.0141587103230543</c:v>
                </c:pt>
                <c:pt idx="17850">
                  <c:v>1.0135235235997979</c:v>
                </c:pt>
                <c:pt idx="17851">
                  <c:v>1.0120876226470685</c:v>
                </c:pt>
                <c:pt idx="17852">
                  <c:v>1.0120677603622963</c:v>
                </c:pt>
                <c:pt idx="17853">
                  <c:v>1.0124753943882696</c:v>
                </c:pt>
                <c:pt idx="17854">
                  <c:v>1.0120754055639796</c:v>
                </c:pt>
                <c:pt idx="17855">
                  <c:v>1.010325822748158</c:v>
                </c:pt>
                <c:pt idx="17856">
                  <c:v>1.0108202209234693</c:v>
                </c:pt>
                <c:pt idx="17857">
                  <c:v>1.0128548859442585</c:v>
                </c:pt>
                <c:pt idx="17858">
                  <c:v>1.0141462900452363</c:v>
                </c:pt>
                <c:pt idx="17859">
                  <c:v>1.0146458950854815</c:v>
                </c:pt>
                <c:pt idx="17860">
                  <c:v>1.0142374228812505</c:v>
                </c:pt>
                <c:pt idx="17861">
                  <c:v>1.0142085692297143</c:v>
                </c:pt>
                <c:pt idx="17862">
                  <c:v>1.0150535545107959</c:v>
                </c:pt>
                <c:pt idx="17863">
                  <c:v>1.0151771477047886</c:v>
                </c:pt>
                <c:pt idx="17864">
                  <c:v>1.0142541356477213</c:v>
                </c:pt>
                <c:pt idx="17865">
                  <c:v>1.0128940771276393</c:v>
                </c:pt>
                <c:pt idx="17866">
                  <c:v>1.0124451183736294</c:v>
                </c:pt>
                <c:pt idx="17867">
                  <c:v>1.0143175070038684</c:v>
                </c:pt>
                <c:pt idx="17868">
                  <c:v>1.0150364861535492</c:v>
                </c:pt>
                <c:pt idx="17869">
                  <c:v>1.0150097406473275</c:v>
                </c:pt>
                <c:pt idx="17870">
                  <c:v>1.0145642108043718</c:v>
                </c:pt>
                <c:pt idx="17871">
                  <c:v>1.0141112643538026</c:v>
                </c:pt>
                <c:pt idx="17872">
                  <c:v>1.0143475544244382</c:v>
                </c:pt>
                <c:pt idx="17873">
                  <c:v>1.0146518131319673</c:v>
                </c:pt>
                <c:pt idx="17874">
                  <c:v>1.0142986352934005</c:v>
                </c:pt>
                <c:pt idx="17875">
                  <c:v>1.0134483161506791</c:v>
                </c:pt>
                <c:pt idx="17876">
                  <c:v>1.0136240287926932</c:v>
                </c:pt>
                <c:pt idx="17877">
                  <c:v>1.0142035655595094</c:v>
                </c:pt>
                <c:pt idx="17878">
                  <c:v>1.0131769241905866</c:v>
                </c:pt>
                <c:pt idx="17879">
                  <c:v>1.0107059238883342</c:v>
                </c:pt>
                <c:pt idx="17880">
                  <c:v>1.0101909014480164</c:v>
                </c:pt>
                <c:pt idx="17881">
                  <c:v>1.0119746717770142</c:v>
                </c:pt>
                <c:pt idx="17882">
                  <c:v>1.0122344054395229</c:v>
                </c:pt>
                <c:pt idx="17883">
                  <c:v>1.0119512027857998</c:v>
                </c:pt>
                <c:pt idx="17884">
                  <c:v>1.013505032879447</c:v>
                </c:pt>
                <c:pt idx="17885">
                  <c:v>1.0150331842392009</c:v>
                </c:pt>
                <c:pt idx="17886">
                  <c:v>1.0153674903672998</c:v>
                </c:pt>
                <c:pt idx="17887">
                  <c:v>1.0168803767230279</c:v>
                </c:pt>
                <c:pt idx="17888">
                  <c:v>1.0179214957164011</c:v>
                </c:pt>
                <c:pt idx="17889">
                  <c:v>1.0161195394591465</c:v>
                </c:pt>
                <c:pt idx="17890">
                  <c:v>1.0149354729738311</c:v>
                </c:pt>
                <c:pt idx="17891">
                  <c:v>1.0140190647454606</c:v>
                </c:pt>
                <c:pt idx="17892">
                  <c:v>1.012549281071649</c:v>
                </c:pt>
                <c:pt idx="17893">
                  <c:v>1.0114631036470914</c:v>
                </c:pt>
                <c:pt idx="17894">
                  <c:v>1.01061278450437</c:v>
                </c:pt>
                <c:pt idx="17895">
                  <c:v>1.0109439411141674</c:v>
                </c:pt>
                <c:pt idx="17896">
                  <c:v>1.0116077528948899</c:v>
                </c:pt>
                <c:pt idx="17897">
                  <c:v>1.0136447546550642</c:v>
                </c:pt>
                <c:pt idx="17898">
                  <c:v>1.0153140501535389</c:v>
                </c:pt>
                <c:pt idx="17899">
                  <c:v>1.0159578726527834</c:v>
                </c:pt>
                <c:pt idx="17900">
                  <c:v>1.0162607851952321</c:v>
                </c:pt>
                <c:pt idx="17901">
                  <c:v>1.0158847987483204</c:v>
                </c:pt>
                <c:pt idx="17902">
                  <c:v>1.0141755754855719</c:v>
                </c:pt>
                <c:pt idx="17903">
                  <c:v>1.0137192255232899</c:v>
                </c:pt>
                <c:pt idx="17904">
                  <c:v>1.0143511865302215</c:v>
                </c:pt>
                <c:pt idx="17905">
                  <c:v>1.0143659435474244</c:v>
                </c:pt>
                <c:pt idx="17906">
                  <c:v>1.0154283979873562</c:v>
                </c:pt>
                <c:pt idx="17907">
                  <c:v>1.0160360264254744</c:v>
                </c:pt>
                <c:pt idx="17908">
                  <c:v>1.0158750708006634</c:v>
                </c:pt>
                <c:pt idx="17909">
                  <c:v>1.0148014660499707</c:v>
                </c:pt>
                <c:pt idx="17910">
                  <c:v>1.0146924774771342</c:v>
                </c:pt>
                <c:pt idx="17911">
                  <c:v>1.0144783610313148</c:v>
                </c:pt>
                <c:pt idx="17912">
                  <c:v>1.0137305536294388</c:v>
                </c:pt>
                <c:pt idx="17913">
                  <c:v>1.0123434956097239</c:v>
                </c:pt>
                <c:pt idx="17914">
                  <c:v>1.0128902926258092</c:v>
                </c:pt>
                <c:pt idx="17915">
                  <c:v>1.0144423447655768</c:v>
                </c:pt>
                <c:pt idx="17916">
                  <c:v>1.0146981161308675</c:v>
                </c:pt>
                <c:pt idx="17917">
                  <c:v>1.0140800485635402</c:v>
                </c:pt>
                <c:pt idx="17918">
                  <c:v>1.0137387830159685</c:v>
                </c:pt>
                <c:pt idx="17919">
                  <c:v>1.013367470047827</c:v>
                </c:pt>
                <c:pt idx="17920">
                  <c:v>1.0135377472308369</c:v>
                </c:pt>
                <c:pt idx="17921">
                  <c:v>1.0131706505533247</c:v>
                </c:pt>
                <c:pt idx="17922">
                  <c:v>1.0134427536949691</c:v>
                </c:pt>
                <c:pt idx="17923">
                  <c:v>1.0145713226198911</c:v>
                </c:pt>
                <c:pt idx="17924">
                  <c:v>1.0150882754101358</c:v>
                </c:pt>
                <c:pt idx="17925">
                  <c:v>1.0150489318307083</c:v>
                </c:pt>
                <c:pt idx="17926">
                  <c:v>1.0141657967392326</c:v>
                </c:pt>
                <c:pt idx="17927">
                  <c:v>1.012937205208897</c:v>
                </c:pt>
                <c:pt idx="17928">
                  <c:v>1.0129121106598495</c:v>
                </c:pt>
                <c:pt idx="17929">
                  <c:v>1.0131718189230172</c:v>
                </c:pt>
                <c:pt idx="17930">
                  <c:v>1.0120803838348433</c:v>
                </c:pt>
                <c:pt idx="17931">
                  <c:v>1.0121649636408432</c:v>
                </c:pt>
                <c:pt idx="17932">
                  <c:v>1.0122523119750273</c:v>
                </c:pt>
                <c:pt idx="17933">
                  <c:v>1.0111065222968116</c:v>
                </c:pt>
                <c:pt idx="17934">
                  <c:v>1.0099529858195477</c:v>
                </c:pt>
                <c:pt idx="17935">
                  <c:v>1.0096892644604798</c:v>
                </c:pt>
                <c:pt idx="17936">
                  <c:v>1.0096737454630427</c:v>
                </c:pt>
                <c:pt idx="17937">
                  <c:v>1.0093637719037569</c:v>
                </c:pt>
                <c:pt idx="17938">
                  <c:v>1.0098535981976628</c:v>
                </c:pt>
                <c:pt idx="17939">
                  <c:v>1.011687151235297</c:v>
                </c:pt>
                <c:pt idx="17940">
                  <c:v>1.0124486742813892</c:v>
                </c:pt>
                <c:pt idx="17941">
                  <c:v>1.0127095255149081</c:v>
                </c:pt>
                <c:pt idx="17942">
                  <c:v>1.0139686470532954</c:v>
                </c:pt>
                <c:pt idx="17943">
                  <c:v>1.0143180403900323</c:v>
                </c:pt>
                <c:pt idx="17944">
                  <c:v>1.0126333274914849</c:v>
                </c:pt>
                <c:pt idx="17945">
                  <c:v>1.0118962386115704</c:v>
                </c:pt>
                <c:pt idx="17946">
                  <c:v>1.0114068441064639</c:v>
                </c:pt>
                <c:pt idx="17947">
                  <c:v>1.0111363919219936</c:v>
                </c:pt>
                <c:pt idx="17948">
                  <c:v>1.0120145995412879</c:v>
                </c:pt>
                <c:pt idx="17949">
                  <c:v>1.0129107898941101</c:v>
                </c:pt>
                <c:pt idx="17950">
                  <c:v>1.0130347132795374</c:v>
                </c:pt>
                <c:pt idx="17951">
                  <c:v>1.0122287667857897</c:v>
                </c:pt>
                <c:pt idx="17952">
                  <c:v>1.0102879269311753</c:v>
                </c:pt>
                <c:pt idx="17953">
                  <c:v>1.0104060846661638</c:v>
                </c:pt>
                <c:pt idx="17954">
                  <c:v>1.011785446685513</c:v>
                </c:pt>
                <c:pt idx="17955">
                  <c:v>1.011886612261278</c:v>
                </c:pt>
                <c:pt idx="17956">
                  <c:v>1.0129520892228057</c:v>
                </c:pt>
                <c:pt idx="17957">
                  <c:v>1.0144897653354872</c:v>
                </c:pt>
                <c:pt idx="17958">
                  <c:v>1.0135341913230771</c:v>
                </c:pt>
                <c:pt idx="17959">
                  <c:v>1.0106593922953639</c:v>
                </c:pt>
                <c:pt idx="17960">
                  <c:v>1.0084185100238501</c:v>
                </c:pt>
                <c:pt idx="17961">
                  <c:v>1.0080591601453859</c:v>
                </c:pt>
                <c:pt idx="17962">
                  <c:v>1.0099176807353618</c:v>
                </c:pt>
                <c:pt idx="17963">
                  <c:v>1.0128766531796165</c:v>
                </c:pt>
                <c:pt idx="17964">
                  <c:v>1.0145532128896577</c:v>
                </c:pt>
                <c:pt idx="17965">
                  <c:v>1.0144494311817551</c:v>
                </c:pt>
                <c:pt idx="17966">
                  <c:v>1.0134274124929199</c:v>
                </c:pt>
                <c:pt idx="17967">
                  <c:v>1.0125784141159377</c:v>
                </c:pt>
                <c:pt idx="17968">
                  <c:v>1.0124192872436888</c:v>
                </c:pt>
                <c:pt idx="17969">
                  <c:v>1.0110925018605017</c:v>
                </c:pt>
                <c:pt idx="17970">
                  <c:v>1.0107583481284494</c:v>
                </c:pt>
                <c:pt idx="17971">
                  <c:v>1.010307128833078</c:v>
                </c:pt>
                <c:pt idx="17972">
                  <c:v>1.0087014840835029</c:v>
                </c:pt>
                <c:pt idx="17973">
                  <c:v>1.007643169736177</c:v>
                </c:pt>
                <c:pt idx="17974">
                  <c:v>1.008362885466751</c:v>
                </c:pt>
                <c:pt idx="17975">
                  <c:v>1.0104734691182111</c:v>
                </c:pt>
                <c:pt idx="17976">
                  <c:v>1.0116214939384471</c:v>
                </c:pt>
                <c:pt idx="17977">
                  <c:v>1.0104441328791931</c:v>
                </c:pt>
                <c:pt idx="17978">
                  <c:v>1.0084346894041569</c:v>
                </c:pt>
                <c:pt idx="17979">
                  <c:v>1.0078358745374145</c:v>
                </c:pt>
                <c:pt idx="17980">
                  <c:v>1.0085865012661572</c:v>
                </c:pt>
                <c:pt idx="17981">
                  <c:v>1.0087133201764746</c:v>
                </c:pt>
                <c:pt idx="17982">
                  <c:v>1.0084717724422227</c:v>
                </c:pt>
                <c:pt idx="17983">
                  <c:v>1.0082255512292011</c:v>
                </c:pt>
                <c:pt idx="17984">
                  <c:v>1.008655943064837</c:v>
                </c:pt>
                <c:pt idx="17985">
                  <c:v>1.0089713012844448</c:v>
                </c:pt>
                <c:pt idx="17986">
                  <c:v>1.0090336058682638</c:v>
                </c:pt>
                <c:pt idx="17987">
                  <c:v>1.0094923179692719</c:v>
                </c:pt>
                <c:pt idx="17988">
                  <c:v>1.0096376275999401</c:v>
                </c:pt>
                <c:pt idx="17989">
                  <c:v>1.0108086896225912</c:v>
                </c:pt>
                <c:pt idx="17990">
                  <c:v>1.0114957164011165</c:v>
                </c:pt>
                <c:pt idx="17991">
                  <c:v>1.0117338860229965</c:v>
                </c:pt>
                <c:pt idx="17992">
                  <c:v>1.0131385203867811</c:v>
                </c:pt>
                <c:pt idx="17993">
                  <c:v>1.0145052335342422</c:v>
                </c:pt>
                <c:pt idx="17994">
                  <c:v>1.0156159213230009</c:v>
                </c:pt>
                <c:pt idx="17995">
                  <c:v>1.0158129440122323</c:v>
                </c:pt>
                <c:pt idx="17996">
                  <c:v>1.0161503742592917</c:v>
                </c:pt>
                <c:pt idx="17997">
                  <c:v>1.0160660738460445</c:v>
                </c:pt>
                <c:pt idx="17998">
                  <c:v>1.0144581939544488</c:v>
                </c:pt>
                <c:pt idx="17999">
                  <c:v>1.013120131263795</c:v>
                </c:pt>
                <c:pt idx="18000">
                  <c:v>1.0128289278176124</c:v>
                </c:pt>
                <c:pt idx="18001">
                  <c:v>1.0118354833875609</c:v>
                </c:pt>
                <c:pt idx="18002">
                  <c:v>1.0115166962568991</c:v>
                </c:pt>
                <c:pt idx="18003">
                  <c:v>1.0132228461993695</c:v>
                </c:pt>
                <c:pt idx="18004">
                  <c:v>1.0142429345382782</c:v>
                </c:pt>
                <c:pt idx="18005">
                  <c:v>1.0136072652275401</c:v>
                </c:pt>
                <c:pt idx="18006">
                  <c:v>1.0133751660481927</c:v>
                </c:pt>
                <c:pt idx="18007">
                  <c:v>1.0138997132414385</c:v>
                </c:pt>
                <c:pt idx="18008">
                  <c:v>1.0143824531191661</c:v>
                </c:pt>
                <c:pt idx="18009">
                  <c:v>1.0153700811000963</c:v>
                </c:pt>
                <c:pt idx="18010">
                  <c:v>1.0153161328995126</c:v>
                </c:pt>
                <c:pt idx="18011">
                  <c:v>1.0149018442461601</c:v>
                </c:pt>
                <c:pt idx="18012">
                  <c:v>1.0140151024482424</c:v>
                </c:pt>
                <c:pt idx="18013">
                  <c:v>1.0136158756041869</c:v>
                </c:pt>
                <c:pt idx="18014">
                  <c:v>1.0124457787564991</c:v>
                </c:pt>
                <c:pt idx="18015">
                  <c:v>1.011637495523366</c:v>
                </c:pt>
                <c:pt idx="18016">
                  <c:v>1.0116753151423252</c:v>
                </c:pt>
                <c:pt idx="18017">
                  <c:v>1.0119632166741594</c:v>
                </c:pt>
                <c:pt idx="18018">
                  <c:v>1.0123536045474981</c:v>
                </c:pt>
                <c:pt idx="18019">
                  <c:v>1.0141035175547546</c:v>
                </c:pt>
                <c:pt idx="18020">
                  <c:v>1.0146741137534891</c:v>
                </c:pt>
                <c:pt idx="18021">
                  <c:v>1.0140256685741571</c:v>
                </c:pt>
                <c:pt idx="18022">
                  <c:v>1.0132779373703047</c:v>
                </c:pt>
                <c:pt idx="18023">
                  <c:v>1.0125073721587663</c:v>
                </c:pt>
                <c:pt idx="18024">
                  <c:v>1.0113824861383096</c:v>
                </c:pt>
                <c:pt idx="18025">
                  <c:v>1.0108842526624859</c:v>
                </c:pt>
                <c:pt idx="18026">
                  <c:v>1.0110295368938129</c:v>
                </c:pt>
                <c:pt idx="18027">
                  <c:v>1.0120289247696914</c:v>
                </c:pt>
                <c:pt idx="18028">
                  <c:v>1.0133533988128347</c:v>
                </c:pt>
                <c:pt idx="18029">
                  <c:v>1.0133550751693501</c:v>
                </c:pt>
                <c:pt idx="18030">
                  <c:v>1.0111314898491532</c:v>
                </c:pt>
                <c:pt idx="18031">
                  <c:v>1.0101734774999938</c:v>
                </c:pt>
                <c:pt idx="18032">
                  <c:v>1.011120999921262</c:v>
                </c:pt>
                <c:pt idx="18033">
                  <c:v>1.0110386806566238</c:v>
                </c:pt>
                <c:pt idx="18034">
                  <c:v>1.0113046117583711</c:v>
                </c:pt>
                <c:pt idx="18035">
                  <c:v>1.0119007850936346</c:v>
                </c:pt>
                <c:pt idx="18036">
                  <c:v>1.0129450790046506</c:v>
                </c:pt>
                <c:pt idx="18037">
                  <c:v>1.0137342365339044</c:v>
                </c:pt>
                <c:pt idx="18038">
                  <c:v>1.0157821854101106</c:v>
                </c:pt>
                <c:pt idx="18039">
                  <c:v>1.0164396727548888</c:v>
                </c:pt>
                <c:pt idx="18040">
                  <c:v>1.015377599305074</c:v>
                </c:pt>
                <c:pt idx="18041">
                  <c:v>1.0134117157000948</c:v>
                </c:pt>
                <c:pt idx="18042">
                  <c:v>1.0138326843801673</c:v>
                </c:pt>
                <c:pt idx="18043">
                  <c:v>1.0143170244163866</c:v>
                </c:pt>
                <c:pt idx="18044">
                  <c:v>1.0133405721455586</c:v>
                </c:pt>
                <c:pt idx="18045">
                  <c:v>1.0125889040438292</c:v>
                </c:pt>
                <c:pt idx="18046">
                  <c:v>1.0116017586503807</c:v>
                </c:pt>
                <c:pt idx="18047">
                  <c:v>1.010478498187757</c:v>
                </c:pt>
                <c:pt idx="18048">
                  <c:v>1.0098089969546189</c:v>
                </c:pt>
                <c:pt idx="18049">
                  <c:v>1.0086327788657161</c:v>
                </c:pt>
                <c:pt idx="18050">
                  <c:v>1.0102308800109725</c:v>
                </c:pt>
                <c:pt idx="18051">
                  <c:v>1.0116784900599678</c:v>
                </c:pt>
                <c:pt idx="18052">
                  <c:v>1.0122857883066514</c:v>
                </c:pt>
                <c:pt idx="18053">
                  <c:v>1.0141335141766423</c:v>
                </c:pt>
                <c:pt idx="18054">
                  <c:v>1.0147206707458007</c:v>
                </c:pt>
                <c:pt idx="18055">
                  <c:v>1.0143598985042328</c:v>
                </c:pt>
                <c:pt idx="18056">
                  <c:v>1.0150557388541341</c:v>
                </c:pt>
                <c:pt idx="18057">
                  <c:v>1.0141600310887935</c:v>
                </c:pt>
                <c:pt idx="18058">
                  <c:v>1.0127628895306455</c:v>
                </c:pt>
                <c:pt idx="18059">
                  <c:v>1.0129056338278586</c:v>
                </c:pt>
                <c:pt idx="18060">
                  <c:v>1.0153909339591731</c:v>
                </c:pt>
                <c:pt idx="18061">
                  <c:v>1.0167281584715693</c:v>
                </c:pt>
                <c:pt idx="18062">
                  <c:v>1.0162526320067258</c:v>
                </c:pt>
                <c:pt idx="18063">
                  <c:v>1.0147750253358427</c:v>
                </c:pt>
                <c:pt idx="18064">
                  <c:v>1.014193964608558</c:v>
                </c:pt>
                <c:pt idx="18065">
                  <c:v>1.0147303224954345</c:v>
                </c:pt>
                <c:pt idx="18066">
                  <c:v>1.015023126100109</c:v>
                </c:pt>
                <c:pt idx="18067">
                  <c:v>1.0148946308332762</c:v>
                </c:pt>
                <c:pt idx="18068">
                  <c:v>1.0148991519159993</c:v>
                </c:pt>
                <c:pt idx="18069">
                  <c:v>1.0140005740251097</c:v>
                </c:pt>
                <c:pt idx="18070">
                  <c:v>1.0129599122198769</c:v>
                </c:pt>
                <c:pt idx="18071">
                  <c:v>1.0127439416221544</c:v>
                </c:pt>
                <c:pt idx="18072">
                  <c:v>1.0119826471701323</c:v>
                </c:pt>
                <c:pt idx="18073">
                  <c:v>1.0102707823759052</c:v>
                </c:pt>
                <c:pt idx="18074">
                  <c:v>1.0097715837251182</c:v>
                </c:pt>
                <c:pt idx="18075">
                  <c:v>1.0105061072715773</c:v>
                </c:pt>
                <c:pt idx="18076">
                  <c:v>1.0102412429421581</c:v>
                </c:pt>
                <c:pt idx="18077">
                  <c:v>1.0099805695040271</c:v>
                </c:pt>
                <c:pt idx="18078">
                  <c:v>1.0107371396785967</c:v>
                </c:pt>
                <c:pt idx="18079">
                  <c:v>1.0105665577034932</c:v>
                </c:pt>
                <c:pt idx="18080">
                  <c:v>1.0107152708458742</c:v>
                </c:pt>
                <c:pt idx="18081">
                  <c:v>1.0120703510950926</c:v>
                </c:pt>
                <c:pt idx="18082">
                  <c:v>1.0142460586572384</c:v>
                </c:pt>
                <c:pt idx="18083">
                  <c:v>1.016027847837627</c:v>
                </c:pt>
                <c:pt idx="18084">
                  <c:v>1.0161318327402586</c:v>
                </c:pt>
                <c:pt idx="18085">
                  <c:v>1.0158778139295066</c:v>
                </c:pt>
                <c:pt idx="18086">
                  <c:v>1.0159201038325065</c:v>
                </c:pt>
                <c:pt idx="18087">
                  <c:v>1.0161082113529976</c:v>
                </c:pt>
                <c:pt idx="18088">
                  <c:v>1.0142683084800781</c:v>
                </c:pt>
                <c:pt idx="18089">
                  <c:v>1.013444353853461</c:v>
                </c:pt>
                <c:pt idx="18090">
                  <c:v>1.0136721351448144</c:v>
                </c:pt>
                <c:pt idx="18091">
                  <c:v>1.0134268283080736</c:v>
                </c:pt>
                <c:pt idx="18092">
                  <c:v>1.0132233033875102</c:v>
                </c:pt>
                <c:pt idx="18093">
                  <c:v>1.0136207014790037</c:v>
                </c:pt>
                <c:pt idx="18094">
                  <c:v>1.0141999080543851</c:v>
                </c:pt>
                <c:pt idx="18095">
                  <c:v>1.014609980417108</c:v>
                </c:pt>
                <c:pt idx="18096">
                  <c:v>1.014906670120977</c:v>
                </c:pt>
                <c:pt idx="18097">
                  <c:v>1.0155558264818612</c:v>
                </c:pt>
                <c:pt idx="18098">
                  <c:v>1.0143589079299282</c:v>
                </c:pt>
                <c:pt idx="18099">
                  <c:v>1.013108599962917</c:v>
                </c:pt>
                <c:pt idx="18100">
                  <c:v>1.0121810922224677</c:v>
                </c:pt>
                <c:pt idx="18101">
                  <c:v>1.0112763168923398</c:v>
                </c:pt>
                <c:pt idx="18102">
                  <c:v>1.0121838607506521</c:v>
                </c:pt>
                <c:pt idx="18103">
                  <c:v>1.0128015981265446</c:v>
                </c:pt>
                <c:pt idx="18104">
                  <c:v>1.0126518182118356</c:v>
                </c:pt>
                <c:pt idx="18105">
                  <c:v>1.0125482650980033</c:v>
                </c:pt>
                <c:pt idx="18106">
                  <c:v>1.0123600813794891</c:v>
                </c:pt>
                <c:pt idx="18107">
                  <c:v>1.0125124012283122</c:v>
                </c:pt>
                <c:pt idx="18108">
                  <c:v>1.0139650911455358</c:v>
                </c:pt>
                <c:pt idx="18109">
                  <c:v>1.0151297779335604</c:v>
                </c:pt>
                <c:pt idx="18110">
                  <c:v>1.0143064328911309</c:v>
                </c:pt>
                <c:pt idx="18111">
                  <c:v>1.0141123819248128</c:v>
                </c:pt>
                <c:pt idx="18112">
                  <c:v>1.0140545222256934</c:v>
                </c:pt>
                <c:pt idx="18113">
                  <c:v>1.0132439022531756</c:v>
                </c:pt>
                <c:pt idx="18114">
                  <c:v>1.0120673031741556</c:v>
                </c:pt>
                <c:pt idx="18115">
                  <c:v>1.0118116842049116</c:v>
                </c:pt>
                <c:pt idx="18116">
                  <c:v>1.01360170277183</c:v>
                </c:pt>
                <c:pt idx="18117">
                  <c:v>1.0156618179324428</c:v>
                </c:pt>
                <c:pt idx="18118">
                  <c:v>1.0165865063460253</c:v>
                </c:pt>
                <c:pt idx="18119">
                  <c:v>1.017494278798408</c:v>
                </c:pt>
                <c:pt idx="18120">
                  <c:v>1.0163858515510107</c:v>
                </c:pt>
                <c:pt idx="18121">
                  <c:v>1.0152128083797507</c:v>
                </c:pt>
                <c:pt idx="18122">
                  <c:v>1.0151217009430775</c:v>
                </c:pt>
                <c:pt idx="18123">
                  <c:v>1.0136381508263677</c:v>
                </c:pt>
                <c:pt idx="18124">
                  <c:v>1.0121181018564378</c:v>
                </c:pt>
                <c:pt idx="18125">
                  <c:v>1.0128510252444052</c:v>
                </c:pt>
                <c:pt idx="18126">
                  <c:v>1.0131112160950544</c:v>
                </c:pt>
                <c:pt idx="18127">
                  <c:v>1.0115880430061643</c:v>
                </c:pt>
                <c:pt idx="18128">
                  <c:v>1.0122594999885703</c:v>
                </c:pt>
                <c:pt idx="18129">
                  <c:v>1.0130684436045729</c:v>
                </c:pt>
                <c:pt idx="18130">
                  <c:v>1.0132326249457089</c:v>
                </c:pt>
                <c:pt idx="18131">
                  <c:v>1.0137522446667733</c:v>
                </c:pt>
                <c:pt idx="18132">
                  <c:v>1.0133368384424108</c:v>
                </c:pt>
                <c:pt idx="18133">
                  <c:v>1.0126440968121286</c:v>
                </c:pt>
                <c:pt idx="18134">
                  <c:v>1.0112064179055196</c:v>
                </c:pt>
                <c:pt idx="18135">
                  <c:v>1.0108151156559</c:v>
                </c:pt>
                <c:pt idx="18136">
                  <c:v>1.0110357089337103</c:v>
                </c:pt>
                <c:pt idx="18137">
                  <c:v>1.0100090167661051</c:v>
                </c:pt>
                <c:pt idx="18138">
                  <c:v>1.0097136478279753</c:v>
                </c:pt>
                <c:pt idx="18139">
                  <c:v>1.0116626154717547</c:v>
                </c:pt>
                <c:pt idx="18140">
                  <c:v>1.0132499218970259</c:v>
                </c:pt>
                <c:pt idx="18141">
                  <c:v>1.0137860003911499</c:v>
                </c:pt>
                <c:pt idx="18142">
                  <c:v>1.0144582955518133</c:v>
                </c:pt>
                <c:pt idx="18143">
                  <c:v>1.0139065456642056</c:v>
                </c:pt>
                <c:pt idx="18144">
                  <c:v>1.0145164346436852</c:v>
                </c:pt>
                <c:pt idx="18145">
                  <c:v>1.0140924688413582</c:v>
                </c:pt>
                <c:pt idx="18146">
                  <c:v>1.0127624577418461</c:v>
                </c:pt>
                <c:pt idx="18147">
                  <c:v>1.0132395081671581</c:v>
                </c:pt>
                <c:pt idx="18148">
                  <c:v>1.0147393900602217</c:v>
                </c:pt>
                <c:pt idx="18149">
                  <c:v>1.0160121002461195</c:v>
                </c:pt>
                <c:pt idx="18150">
                  <c:v>1.0165065746194544</c:v>
                </c:pt>
                <c:pt idx="18151">
                  <c:v>1.0174149058573421</c:v>
                </c:pt>
                <c:pt idx="18152">
                  <c:v>1.0169644231428636</c:v>
                </c:pt>
                <c:pt idx="18153">
                  <c:v>1.0159648574715971</c:v>
                </c:pt>
                <c:pt idx="18154">
                  <c:v>1.015369471515909</c:v>
                </c:pt>
                <c:pt idx="18155">
                  <c:v>1.0145068590920752</c:v>
                </c:pt>
                <c:pt idx="18156">
                  <c:v>1.014156678375763</c:v>
                </c:pt>
                <c:pt idx="18157">
                  <c:v>1.014797021165271</c:v>
                </c:pt>
                <c:pt idx="18158">
                  <c:v>1.0146794984138112</c:v>
                </c:pt>
                <c:pt idx="18159">
                  <c:v>1.0150791316473251</c:v>
                </c:pt>
                <c:pt idx="18160">
                  <c:v>1.0140057046920203</c:v>
                </c:pt>
                <c:pt idx="18161">
                  <c:v>1.0130982624310725</c:v>
                </c:pt>
                <c:pt idx="18162">
                  <c:v>1.0117364513564517</c:v>
                </c:pt>
                <c:pt idx="18163">
                  <c:v>1.0108929392371562</c:v>
                </c:pt>
                <c:pt idx="18164">
                  <c:v>1.0109000510526758</c:v>
                </c:pt>
                <c:pt idx="18165">
                  <c:v>1.0124488266774361</c:v>
                </c:pt>
                <c:pt idx="18166">
                  <c:v>1.0137145012458377</c:v>
                </c:pt>
                <c:pt idx="18167">
                  <c:v>1.0134159827894065</c:v>
                </c:pt>
                <c:pt idx="18168">
                  <c:v>1.0131292750266059</c:v>
                </c:pt>
                <c:pt idx="18169">
                  <c:v>1.0138914076568855</c:v>
                </c:pt>
                <c:pt idx="18170">
                  <c:v>1.0141267325525576</c:v>
                </c:pt>
                <c:pt idx="18171">
                  <c:v>1.0137863813812669</c:v>
                </c:pt>
                <c:pt idx="18172">
                  <c:v>1.0145724401909015</c:v>
                </c:pt>
                <c:pt idx="18173">
                  <c:v>1.0151788748599861</c:v>
                </c:pt>
                <c:pt idx="18174">
                  <c:v>1.014768929493969</c:v>
                </c:pt>
                <c:pt idx="18175">
                  <c:v>1.0152627688837752</c:v>
                </c:pt>
                <c:pt idx="18176">
                  <c:v>1.0160608669811104</c:v>
                </c:pt>
                <c:pt idx="18177">
                  <c:v>1.0146920710876759</c:v>
                </c:pt>
                <c:pt idx="18178">
                  <c:v>1.0137587468981055</c:v>
                </c:pt>
                <c:pt idx="18179">
                  <c:v>1.0145261117926601</c:v>
                </c:pt>
                <c:pt idx="18180">
                  <c:v>1.0155984465762957</c:v>
                </c:pt>
                <c:pt idx="18181">
                  <c:v>1.0147353515649804</c:v>
                </c:pt>
                <c:pt idx="18182">
                  <c:v>1.0144680234994705</c:v>
                </c:pt>
                <c:pt idx="18183">
                  <c:v>1.0165214078346807</c:v>
                </c:pt>
                <c:pt idx="18184">
                  <c:v>1.0181506485721761</c:v>
                </c:pt>
                <c:pt idx="18185">
                  <c:v>1.0169821010842979</c:v>
                </c:pt>
                <c:pt idx="18186">
                  <c:v>1.0159174115023457</c:v>
                </c:pt>
                <c:pt idx="18187">
                  <c:v>1.0153520729672272</c:v>
                </c:pt>
                <c:pt idx="18188">
                  <c:v>1.0151205071740439</c:v>
                </c:pt>
                <c:pt idx="18189">
                  <c:v>1.0157901354038876</c:v>
                </c:pt>
                <c:pt idx="18190">
                  <c:v>1.0150271391960093</c:v>
                </c:pt>
                <c:pt idx="18191">
                  <c:v>1.0134546151872821</c:v>
                </c:pt>
                <c:pt idx="18192">
                  <c:v>1.0127611877747891</c:v>
                </c:pt>
                <c:pt idx="18193">
                  <c:v>1.013379712530257</c:v>
                </c:pt>
                <c:pt idx="18194">
                  <c:v>1.0136705857850048</c:v>
                </c:pt>
                <c:pt idx="18195">
                  <c:v>1.0132830934365562</c:v>
                </c:pt>
                <c:pt idx="18196">
                  <c:v>1.0128292580090472</c:v>
                </c:pt>
                <c:pt idx="18197">
                  <c:v>1.0125810810467577</c:v>
                </c:pt>
                <c:pt idx="18198">
                  <c:v>1.0123143879647762</c:v>
                </c:pt>
                <c:pt idx="18199">
                  <c:v>1.0140493153607595</c:v>
                </c:pt>
                <c:pt idx="18200">
                  <c:v>1.0130364150353939</c:v>
                </c:pt>
                <c:pt idx="18201">
                  <c:v>1.0116101404329572</c:v>
                </c:pt>
                <c:pt idx="18202">
                  <c:v>1.0118421126155988</c:v>
                </c:pt>
                <c:pt idx="18203">
                  <c:v>1.0118274317964191</c:v>
                </c:pt>
                <c:pt idx="18204">
                  <c:v>1.0131401713439554</c:v>
                </c:pt>
                <c:pt idx="18205">
                  <c:v>1.0130411901115286</c:v>
                </c:pt>
                <c:pt idx="18206">
                  <c:v>1.0128147803845968</c:v>
                </c:pt>
                <c:pt idx="18207">
                  <c:v>1.0127931909446268</c:v>
                </c:pt>
                <c:pt idx="18208">
                  <c:v>1.0130323003421291</c:v>
                </c:pt>
                <c:pt idx="18209">
                  <c:v>1.0138353005123046</c:v>
                </c:pt>
                <c:pt idx="18210">
                  <c:v>1.0140462674398225</c:v>
                </c:pt>
                <c:pt idx="18211">
                  <c:v>1.0140179471744504</c:v>
                </c:pt>
                <c:pt idx="18212">
                  <c:v>1.0130500798809279</c:v>
                </c:pt>
                <c:pt idx="18213">
                  <c:v>1.0116633266533066</c:v>
                </c:pt>
                <c:pt idx="18214">
                  <c:v>1.0125068387726022</c:v>
                </c:pt>
                <c:pt idx="18215">
                  <c:v>1.0145674111213556</c:v>
                </c:pt>
                <c:pt idx="18216">
                  <c:v>1.0148814231758829</c:v>
                </c:pt>
                <c:pt idx="18217">
                  <c:v>1.0143886251590635</c:v>
                </c:pt>
                <c:pt idx="18218">
                  <c:v>1.0132080891821666</c:v>
                </c:pt>
                <c:pt idx="18219">
                  <c:v>1.0120141677524885</c:v>
                </c:pt>
                <c:pt idx="18220">
                  <c:v>1.011784202117797</c:v>
                </c:pt>
                <c:pt idx="18221">
                  <c:v>1.0118334260409285</c:v>
                </c:pt>
                <c:pt idx="18222">
                  <c:v>1.0124750387974937</c:v>
                </c:pt>
                <c:pt idx="18223">
                  <c:v>1.0130042340701682</c:v>
                </c:pt>
                <c:pt idx="18224">
                  <c:v>1.0123586082177027</c:v>
                </c:pt>
                <c:pt idx="18225">
                  <c:v>1.0116405942429854</c:v>
                </c:pt>
                <c:pt idx="18226">
                  <c:v>1.0115644470182443</c:v>
                </c:pt>
                <c:pt idx="18227">
                  <c:v>1.0125662986302135</c:v>
                </c:pt>
                <c:pt idx="18228">
                  <c:v>1.0137752056711649</c:v>
                </c:pt>
                <c:pt idx="18229">
                  <c:v>1.0146456918907523</c:v>
                </c:pt>
                <c:pt idx="18230">
                  <c:v>1.0141908658889389</c:v>
                </c:pt>
                <c:pt idx="18231">
                  <c:v>1.0138492701499322</c:v>
                </c:pt>
                <c:pt idx="18232">
                  <c:v>1.0133479887531718</c:v>
                </c:pt>
                <c:pt idx="18233">
                  <c:v>1.0116169982550653</c:v>
                </c:pt>
                <c:pt idx="18234">
                  <c:v>1.0108471950237612</c:v>
                </c:pt>
                <c:pt idx="18235">
                  <c:v>1.0108609106679773</c:v>
                </c:pt>
                <c:pt idx="18236">
                  <c:v>1.0107975901105126</c:v>
                </c:pt>
                <c:pt idx="18237">
                  <c:v>1.0104917058451504</c:v>
                </c:pt>
                <c:pt idx="18238">
                  <c:v>1.0105293476687214</c:v>
                </c:pt>
                <c:pt idx="18239">
                  <c:v>1.011061768657721</c:v>
                </c:pt>
                <c:pt idx="18240">
                  <c:v>1.0114739491657587</c:v>
                </c:pt>
                <c:pt idx="18241">
                  <c:v>1.0114914493118048</c:v>
                </c:pt>
                <c:pt idx="18242">
                  <c:v>1.0112884831767464</c:v>
                </c:pt>
                <c:pt idx="18243">
                  <c:v>1.0102712395640456</c:v>
                </c:pt>
                <c:pt idx="18244">
                  <c:v>1.0109044705380343</c:v>
                </c:pt>
                <c:pt idx="18245">
                  <c:v>1.0126369087985858</c:v>
                </c:pt>
                <c:pt idx="18246">
                  <c:v>1.0138577281305323</c:v>
                </c:pt>
                <c:pt idx="18247">
                  <c:v>1.0140296054720341</c:v>
                </c:pt>
                <c:pt idx="18248">
                  <c:v>1.0129491174998921</c:v>
                </c:pt>
                <c:pt idx="18249">
                  <c:v>1.011741709020068</c:v>
                </c:pt>
                <c:pt idx="18250">
                  <c:v>1.0114302115003138</c:v>
                </c:pt>
                <c:pt idx="18251">
                  <c:v>1.0110826469161389</c:v>
                </c:pt>
                <c:pt idx="18252">
                  <c:v>1.0108790965962342</c:v>
                </c:pt>
                <c:pt idx="18253">
                  <c:v>1.0110375630856137</c:v>
                </c:pt>
                <c:pt idx="18254">
                  <c:v>1.0114194167803288</c:v>
                </c:pt>
                <c:pt idx="18255">
                  <c:v>1.0121354750057783</c:v>
                </c:pt>
                <c:pt idx="18256">
                  <c:v>1.0117245644647979</c:v>
                </c:pt>
                <c:pt idx="18257">
                  <c:v>1.0124231733428835</c:v>
                </c:pt>
                <c:pt idx="18258">
                  <c:v>1.0137975570913691</c:v>
                </c:pt>
                <c:pt idx="18259">
                  <c:v>1.0153349538112981</c:v>
                </c:pt>
                <c:pt idx="18260">
                  <c:v>1.0148725842051658</c:v>
                </c:pt>
                <c:pt idx="18261">
                  <c:v>1.0132650345050049</c:v>
                </c:pt>
                <c:pt idx="18262">
                  <c:v>1.0115680537246863</c:v>
                </c:pt>
                <c:pt idx="18263">
                  <c:v>1.0109265679648269</c:v>
                </c:pt>
                <c:pt idx="18264">
                  <c:v>1.0112532034919015</c:v>
                </c:pt>
                <c:pt idx="18265">
                  <c:v>1.0105726027466848</c:v>
                </c:pt>
                <c:pt idx="18266">
                  <c:v>1.010645194063666</c:v>
                </c:pt>
                <c:pt idx="18267">
                  <c:v>1.0115599005361802</c:v>
                </c:pt>
                <c:pt idx="18268">
                  <c:v>1.012310374868876</c:v>
                </c:pt>
                <c:pt idx="18269">
                  <c:v>1.0132000883897072</c:v>
                </c:pt>
                <c:pt idx="18270">
                  <c:v>1.0132109593077157</c:v>
                </c:pt>
                <c:pt idx="18271">
                  <c:v>1.0137176253647979</c:v>
                </c:pt>
                <c:pt idx="18272">
                  <c:v>1.0146497049866527</c:v>
                </c:pt>
                <c:pt idx="18273">
                  <c:v>1.0144956833819732</c:v>
                </c:pt>
                <c:pt idx="18274">
                  <c:v>1.0151679531432956</c:v>
                </c:pt>
                <c:pt idx="18275">
                  <c:v>1.0157243511103322</c:v>
                </c:pt>
                <c:pt idx="18276">
                  <c:v>1.0166199826776494</c:v>
                </c:pt>
                <c:pt idx="18277">
                  <c:v>1.0149807853984267</c:v>
                </c:pt>
                <c:pt idx="18278">
                  <c:v>1.0130535595906642</c:v>
                </c:pt>
                <c:pt idx="18279">
                  <c:v>1.0120809934190307</c:v>
                </c:pt>
                <c:pt idx="18280">
                  <c:v>1.0119844759226946</c:v>
                </c:pt>
                <c:pt idx="18281">
                  <c:v>1.0121154603249591</c:v>
                </c:pt>
                <c:pt idx="18282">
                  <c:v>1.0126804686686428</c:v>
                </c:pt>
                <c:pt idx="18283">
                  <c:v>1.0129976302414716</c:v>
                </c:pt>
                <c:pt idx="18284">
                  <c:v>1.0136478533746835</c:v>
                </c:pt>
                <c:pt idx="18285">
                  <c:v>1.0135576095156091</c:v>
                </c:pt>
                <c:pt idx="18286">
                  <c:v>1.0131913256170135</c:v>
                </c:pt>
                <c:pt idx="18287">
                  <c:v>1.0128411956993835</c:v>
                </c:pt>
                <c:pt idx="18288">
                  <c:v>1.012604016651808</c:v>
                </c:pt>
                <c:pt idx="18289">
                  <c:v>1.0129975540434482</c:v>
                </c:pt>
                <c:pt idx="18290">
                  <c:v>1.0140672218962641</c:v>
                </c:pt>
                <c:pt idx="18291">
                  <c:v>1.0158254404880738</c:v>
                </c:pt>
                <c:pt idx="18292">
                  <c:v>1.0162216702098748</c:v>
                </c:pt>
                <c:pt idx="18293">
                  <c:v>1.0148329358336445</c:v>
                </c:pt>
                <c:pt idx="18294">
                  <c:v>1.0132923895954138</c:v>
                </c:pt>
                <c:pt idx="18295">
                  <c:v>1.0140526934731313</c:v>
                </c:pt>
                <c:pt idx="18296">
                  <c:v>1.0150559420488632</c:v>
                </c:pt>
                <c:pt idx="18297">
                  <c:v>1.0147671007414067</c:v>
                </c:pt>
                <c:pt idx="18298">
                  <c:v>1.014596315571574</c:v>
                </c:pt>
                <c:pt idx="18299">
                  <c:v>1.0147038055832831</c:v>
                </c:pt>
                <c:pt idx="18300">
                  <c:v>1.0150305681070633</c:v>
                </c:pt>
                <c:pt idx="18301">
                  <c:v>1.0154225053402115</c:v>
                </c:pt>
                <c:pt idx="18302">
                  <c:v>1.0165459943969053</c:v>
                </c:pt>
                <c:pt idx="18303">
                  <c:v>1.0159445633980255</c:v>
                </c:pt>
                <c:pt idx="18304">
                  <c:v>1.0153662965982662</c:v>
                </c:pt>
                <c:pt idx="18305">
                  <c:v>1.0152007690920497</c:v>
                </c:pt>
                <c:pt idx="18306">
                  <c:v>1.0143297748856395</c:v>
                </c:pt>
                <c:pt idx="18307">
                  <c:v>1.0133879419167866</c:v>
                </c:pt>
                <c:pt idx="18308">
                  <c:v>1.014645615692729</c:v>
                </c:pt>
                <c:pt idx="18309">
                  <c:v>1.0135876823355203</c:v>
                </c:pt>
                <c:pt idx="18310">
                  <c:v>1.0124160107286817</c:v>
                </c:pt>
                <c:pt idx="18311">
                  <c:v>1.0116006410793703</c:v>
                </c:pt>
                <c:pt idx="18312">
                  <c:v>1.0120227781291353</c:v>
                </c:pt>
                <c:pt idx="18313">
                  <c:v>1.0139503087289916</c:v>
                </c:pt>
                <c:pt idx="18314">
                  <c:v>1.0143036897622875</c:v>
                </c:pt>
                <c:pt idx="18315">
                  <c:v>1.0134302064204455</c:v>
                </c:pt>
                <c:pt idx="18316">
                  <c:v>1.0121464983198336</c:v>
                </c:pt>
                <c:pt idx="18317">
                  <c:v>1.0108719085826914</c:v>
                </c:pt>
                <c:pt idx="18318">
                  <c:v>1.0110321022272681</c:v>
                </c:pt>
                <c:pt idx="18319">
                  <c:v>1.011616591865607</c:v>
                </c:pt>
                <c:pt idx="18320">
                  <c:v>1.0111231334659179</c:v>
                </c:pt>
                <c:pt idx="18321">
                  <c:v>1.0117115092034512</c:v>
                </c:pt>
                <c:pt idx="18322">
                  <c:v>1.0127981946148317</c:v>
                </c:pt>
                <c:pt idx="18323">
                  <c:v>1.013472623320151</c:v>
                </c:pt>
                <c:pt idx="18324">
                  <c:v>1.0136040649105562</c:v>
                </c:pt>
                <c:pt idx="18325">
                  <c:v>1.0123956150577453</c:v>
                </c:pt>
                <c:pt idx="18326">
                  <c:v>1.0117261138246074</c:v>
                </c:pt>
                <c:pt idx="18327">
                  <c:v>1.0131308497857565</c:v>
                </c:pt>
                <c:pt idx="18328">
                  <c:v>1.0129377639944019</c:v>
                </c:pt>
                <c:pt idx="18329">
                  <c:v>1.0122932049142646</c:v>
                </c:pt>
                <c:pt idx="18330">
                  <c:v>1.0117101630383707</c:v>
                </c:pt>
                <c:pt idx="18331">
                  <c:v>1.0123949546748758</c:v>
                </c:pt>
                <c:pt idx="18332">
                  <c:v>1.013318169926672</c:v>
                </c:pt>
                <c:pt idx="18333">
                  <c:v>1.0131542933776299</c:v>
                </c:pt>
                <c:pt idx="18334">
                  <c:v>1.0126835419889209</c:v>
                </c:pt>
                <c:pt idx="18335">
                  <c:v>1.0134180909347212</c:v>
                </c:pt>
                <c:pt idx="18336">
                  <c:v>1.0149062637315187</c:v>
                </c:pt>
                <c:pt idx="18337">
                  <c:v>1.0163261884986703</c:v>
                </c:pt>
                <c:pt idx="18338">
                  <c:v>1.0168169799675397</c:v>
                </c:pt>
                <c:pt idx="18339">
                  <c:v>1.0159751696041004</c:v>
                </c:pt>
                <c:pt idx="18340">
                  <c:v>1.0135015531697107</c:v>
                </c:pt>
                <c:pt idx="18341">
                  <c:v>1.0124862653062781</c:v>
                </c:pt>
                <c:pt idx="18342">
                  <c:v>1.0125337112755295</c:v>
                </c:pt>
                <c:pt idx="18343">
                  <c:v>1.0133519002517075</c:v>
                </c:pt>
                <c:pt idx="18344">
                  <c:v>1.0156802070554289</c:v>
                </c:pt>
                <c:pt idx="18345">
                  <c:v>1.0168285112684177</c:v>
                </c:pt>
                <c:pt idx="18346">
                  <c:v>1.0173388348306245</c:v>
                </c:pt>
                <c:pt idx="18347">
                  <c:v>1.0171822478924897</c:v>
                </c:pt>
                <c:pt idx="18348">
                  <c:v>1.0171918234440998</c:v>
                </c:pt>
                <c:pt idx="18349">
                  <c:v>1.0167505860897967</c:v>
                </c:pt>
                <c:pt idx="18350">
                  <c:v>1.0156401776937907</c:v>
                </c:pt>
                <c:pt idx="18351">
                  <c:v>1.0162613947794195</c:v>
                </c:pt>
                <c:pt idx="18352">
                  <c:v>1.0166831000403849</c:v>
                </c:pt>
                <c:pt idx="18353">
                  <c:v>1.0156384505385931</c:v>
                </c:pt>
                <c:pt idx="18354">
                  <c:v>1.0154699259101219</c:v>
                </c:pt>
                <c:pt idx="18355">
                  <c:v>1.0156556458925456</c:v>
                </c:pt>
                <c:pt idx="18356">
                  <c:v>1.0149947296367132</c:v>
                </c:pt>
                <c:pt idx="18357">
                  <c:v>1.0144892827480054</c:v>
                </c:pt>
                <c:pt idx="18358">
                  <c:v>1.0151551264760192</c:v>
                </c:pt>
                <c:pt idx="18359">
                  <c:v>1.0158689495594484</c:v>
                </c:pt>
                <c:pt idx="18360">
                  <c:v>1.0155992339558713</c:v>
                </c:pt>
                <c:pt idx="18361">
                  <c:v>1.0151109062230925</c:v>
                </c:pt>
                <c:pt idx="18362">
                  <c:v>1.0143876599841</c:v>
                </c:pt>
                <c:pt idx="18363">
                  <c:v>1.0141677778878415</c:v>
                </c:pt>
                <c:pt idx="18364">
                  <c:v>1.0141184015686633</c:v>
                </c:pt>
                <c:pt idx="18365">
                  <c:v>1.0133667080675928</c:v>
                </c:pt>
                <c:pt idx="18366">
                  <c:v>1.0128276070518731</c:v>
                </c:pt>
                <c:pt idx="18367">
                  <c:v>1.0134432362824508</c:v>
                </c:pt>
                <c:pt idx="18368">
                  <c:v>1.0145054113296301</c:v>
                </c:pt>
                <c:pt idx="18369">
                  <c:v>1.0155403582831062</c:v>
                </c:pt>
                <c:pt idx="18370">
                  <c:v>1.0151256632402956</c:v>
                </c:pt>
                <c:pt idx="18371">
                  <c:v>1.0144221776887108</c:v>
                </c:pt>
                <c:pt idx="18372">
                  <c:v>1.0139779686114943</c:v>
                </c:pt>
                <c:pt idx="18373">
                  <c:v>1.0139017959874121</c:v>
                </c:pt>
                <c:pt idx="18374">
                  <c:v>1.0143362009189483</c:v>
                </c:pt>
                <c:pt idx="18375">
                  <c:v>1.0136183647396186</c:v>
                </c:pt>
                <c:pt idx="18376">
                  <c:v>1.0137307314248269</c:v>
                </c:pt>
                <c:pt idx="18377">
                  <c:v>1.0138857182044698</c:v>
                </c:pt>
                <c:pt idx="18378">
                  <c:v>1.0135537996144379</c:v>
                </c:pt>
                <c:pt idx="18379">
                  <c:v>1.0126312193461702</c:v>
                </c:pt>
                <c:pt idx="18380">
                  <c:v>1.0133900500621014</c:v>
                </c:pt>
                <c:pt idx="18381">
                  <c:v>1.0147342593933113</c:v>
                </c:pt>
                <c:pt idx="18382">
                  <c:v>1.0153260894412399</c:v>
                </c:pt>
                <c:pt idx="18383">
                  <c:v>1.0141783694130975</c:v>
                </c:pt>
                <c:pt idx="18384">
                  <c:v>1.0131829184350958</c:v>
                </c:pt>
                <c:pt idx="18385">
                  <c:v>1.0120833555577569</c:v>
                </c:pt>
                <c:pt idx="18386">
                  <c:v>1.0122194706269318</c:v>
                </c:pt>
                <c:pt idx="18387">
                  <c:v>1.0129526734076517</c:v>
                </c:pt>
                <c:pt idx="18388">
                  <c:v>1.0139553631978786</c:v>
                </c:pt>
                <c:pt idx="18389">
                  <c:v>1.0151874598372919</c:v>
                </c:pt>
                <c:pt idx="18390">
                  <c:v>1.0159237105389487</c:v>
                </c:pt>
                <c:pt idx="18391">
                  <c:v>1.0149921389039169</c:v>
                </c:pt>
                <c:pt idx="18392">
                  <c:v>1.0137626075979589</c:v>
                </c:pt>
                <c:pt idx="18393">
                  <c:v>1.0133040986916799</c:v>
                </c:pt>
                <c:pt idx="18394">
                  <c:v>1.0141303392589995</c:v>
                </c:pt>
                <c:pt idx="18395">
                  <c:v>1.0140997584522657</c:v>
                </c:pt>
                <c:pt idx="18396">
                  <c:v>1.0138179781616465</c:v>
                </c:pt>
                <c:pt idx="18397">
                  <c:v>1.0145388114632305</c:v>
                </c:pt>
                <c:pt idx="18398">
                  <c:v>1.0146822415426544</c:v>
                </c:pt>
                <c:pt idx="18399">
                  <c:v>1.0147814259698102</c:v>
                </c:pt>
                <c:pt idx="18400">
                  <c:v>1.0144867936125737</c:v>
                </c:pt>
                <c:pt idx="18401">
                  <c:v>1.0141058796934808</c:v>
                </c:pt>
                <c:pt idx="18402">
                  <c:v>1.0144536474723846</c:v>
                </c:pt>
                <c:pt idx="18403">
                  <c:v>1.0143281493278065</c:v>
                </c:pt>
                <c:pt idx="18404">
                  <c:v>1.0143876091854178</c:v>
                </c:pt>
                <c:pt idx="18405">
                  <c:v>1.0148991519159993</c:v>
                </c:pt>
                <c:pt idx="18406">
                  <c:v>1.0151430363896361</c:v>
                </c:pt>
                <c:pt idx="18407">
                  <c:v>1.0159417440711589</c:v>
                </c:pt>
                <c:pt idx="18408">
                  <c:v>1.0160533995748151</c:v>
                </c:pt>
                <c:pt idx="18409">
                  <c:v>1.0166475663621286</c:v>
                </c:pt>
                <c:pt idx="18410">
                  <c:v>1.0163279664525502</c:v>
                </c:pt>
                <c:pt idx="18411">
                  <c:v>1.015791633965015</c:v>
                </c:pt>
                <c:pt idx="18412">
                  <c:v>1.016331725555039</c:v>
                </c:pt>
                <c:pt idx="18413">
                  <c:v>1.0161521776125126</c:v>
                </c:pt>
                <c:pt idx="18414">
                  <c:v>1.0153441991714736</c:v>
                </c:pt>
                <c:pt idx="18415">
                  <c:v>1.0147450795126374</c:v>
                </c:pt>
                <c:pt idx="18416">
                  <c:v>1.0152472244869968</c:v>
                </c:pt>
                <c:pt idx="18417">
                  <c:v>1.0169357472867153</c:v>
                </c:pt>
                <c:pt idx="18418">
                  <c:v>1.0164210042391499</c:v>
                </c:pt>
                <c:pt idx="18419">
                  <c:v>1.0145131327293371</c:v>
                </c:pt>
                <c:pt idx="18420">
                  <c:v>1.0139387520287724</c:v>
                </c:pt>
                <c:pt idx="18421">
                  <c:v>1.0141124835221775</c:v>
                </c:pt>
                <c:pt idx="18422">
                  <c:v>1.0150582787882483</c:v>
                </c:pt>
                <c:pt idx="18423">
                  <c:v>1.0163266202874697</c:v>
                </c:pt>
                <c:pt idx="18424">
                  <c:v>1.0177917050831702</c:v>
                </c:pt>
                <c:pt idx="18425">
                  <c:v>1.0181116097848422</c:v>
                </c:pt>
                <c:pt idx="18426">
                  <c:v>1.0165116036890003</c:v>
                </c:pt>
                <c:pt idx="18427">
                  <c:v>1.0154635506754954</c:v>
                </c:pt>
                <c:pt idx="18428">
                  <c:v>1.0153653568226439</c:v>
                </c:pt>
                <c:pt idx="18429">
                  <c:v>1.0159515736161804</c:v>
                </c:pt>
                <c:pt idx="18430">
                  <c:v>1.0167588662750089</c:v>
                </c:pt>
                <c:pt idx="18431">
                  <c:v>1.0155943318830309</c:v>
                </c:pt>
                <c:pt idx="18432">
                  <c:v>1.0145643124017363</c:v>
                </c:pt>
                <c:pt idx="18433">
                  <c:v>1.0151678769452721</c:v>
                </c:pt>
                <c:pt idx="18434">
                  <c:v>1.0155045452120972</c:v>
                </c:pt>
                <c:pt idx="18435">
                  <c:v>1.0157149025554277</c:v>
                </c:pt>
                <c:pt idx="18436">
                  <c:v>1.0154119646136379</c:v>
                </c:pt>
                <c:pt idx="18437">
                  <c:v>1.0142024987871814</c:v>
                </c:pt>
                <c:pt idx="18438">
                  <c:v>1.0149480202483547</c:v>
                </c:pt>
                <c:pt idx="18439">
                  <c:v>1.0174640789817913</c:v>
                </c:pt>
                <c:pt idx="18440">
                  <c:v>1.0174284945048526</c:v>
                </c:pt>
                <c:pt idx="18441">
                  <c:v>1.0153747545788663</c:v>
                </c:pt>
                <c:pt idx="18442">
                  <c:v>1.0149947550360543</c:v>
                </c:pt>
                <c:pt idx="18443">
                  <c:v>1.0148000182875256</c:v>
                </c:pt>
                <c:pt idx="18444">
                  <c:v>1.0152800912344333</c:v>
                </c:pt>
                <c:pt idx="18445">
                  <c:v>1.0168477893683439</c:v>
                </c:pt>
                <c:pt idx="18446">
                  <c:v>1.0174750260978229</c:v>
                </c:pt>
                <c:pt idx="18447">
                  <c:v>1.0173309102361885</c:v>
                </c:pt>
                <c:pt idx="18448">
                  <c:v>1.0166726101124937</c:v>
                </c:pt>
                <c:pt idx="18449">
                  <c:v>1.016916240592719</c:v>
                </c:pt>
                <c:pt idx="18450">
                  <c:v>1.0193505896457047</c:v>
                </c:pt>
                <c:pt idx="18451">
                  <c:v>1.0211745671317285</c:v>
                </c:pt>
                <c:pt idx="18452">
                  <c:v>1.021824536271529</c:v>
                </c:pt>
                <c:pt idx="18453">
                  <c:v>1.0209375150808588</c:v>
                </c:pt>
                <c:pt idx="18454">
                  <c:v>1.0206088222071519</c:v>
                </c:pt>
                <c:pt idx="18455">
                  <c:v>1.0212868576189134</c:v>
                </c:pt>
                <c:pt idx="18456">
                  <c:v>1.0214664309607808</c:v>
                </c:pt>
                <c:pt idx="18457">
                  <c:v>1.0212630076375819</c:v>
                </c:pt>
                <c:pt idx="18458">
                  <c:v>1.0221423582272275</c:v>
                </c:pt>
                <c:pt idx="18459">
                  <c:v>1.0217200941807569</c:v>
                </c:pt>
                <c:pt idx="18460">
                  <c:v>1.0198957357046159</c:v>
                </c:pt>
                <c:pt idx="18461">
                  <c:v>1.0205284840911226</c:v>
                </c:pt>
                <c:pt idx="18462">
                  <c:v>1.0214063107203</c:v>
                </c:pt>
                <c:pt idx="18463">
                  <c:v>1.0219732494139102</c:v>
                </c:pt>
                <c:pt idx="18464">
                  <c:v>1.0210763224801949</c:v>
                </c:pt>
                <c:pt idx="18465">
                  <c:v>1.0212273723619609</c:v>
                </c:pt>
                <c:pt idx="18466">
                  <c:v>1.020990117116362</c:v>
                </c:pt>
                <c:pt idx="18467">
                  <c:v>1.0193336228858223</c:v>
                </c:pt>
                <c:pt idx="18468">
                  <c:v>1.0175559229993574</c:v>
                </c:pt>
                <c:pt idx="18469">
                  <c:v>1.0165123910685756</c:v>
                </c:pt>
                <c:pt idx="18470">
                  <c:v>1.0174232114418953</c:v>
                </c:pt>
                <c:pt idx="18471">
                  <c:v>1.0186421766219385</c:v>
                </c:pt>
                <c:pt idx="18472">
                  <c:v>1.0193525961936547</c:v>
                </c:pt>
                <c:pt idx="18473">
                  <c:v>1.0199025173287004</c:v>
                </c:pt>
                <c:pt idx="18474">
                  <c:v>1.0207217222785241</c:v>
                </c:pt>
                <c:pt idx="18475">
                  <c:v>1.0213000144776245</c:v>
                </c:pt>
                <c:pt idx="18476">
                  <c:v>1.0216279199717559</c:v>
                </c:pt>
                <c:pt idx="18477">
                  <c:v>1.0214135495325252</c:v>
                </c:pt>
                <c:pt idx="18478">
                  <c:v>1.0206571063546612</c:v>
                </c:pt>
                <c:pt idx="18479">
                  <c:v>1.0198569509106934</c:v>
                </c:pt>
                <c:pt idx="18480">
                  <c:v>1.0181641102229808</c:v>
                </c:pt>
                <c:pt idx="18481">
                  <c:v>1.016487804506351</c:v>
                </c:pt>
                <c:pt idx="18482">
                  <c:v>1.0159305429617156</c:v>
                </c:pt>
                <c:pt idx="18483">
                  <c:v>1.015046341097912</c:v>
                </c:pt>
                <c:pt idx="18484">
                  <c:v>1.0152053409734552</c:v>
                </c:pt>
                <c:pt idx="18485">
                  <c:v>1.0167871865403812</c:v>
                </c:pt>
                <c:pt idx="18486">
                  <c:v>1.0188982273799818</c:v>
                </c:pt>
                <c:pt idx="18487">
                  <c:v>1.0199905768444366</c:v>
                </c:pt>
                <c:pt idx="18488">
                  <c:v>1.0201666196778856</c:v>
                </c:pt>
                <c:pt idx="18489">
                  <c:v>1.020494321977288</c:v>
                </c:pt>
                <c:pt idx="18490">
                  <c:v>1.0199631709553454</c:v>
                </c:pt>
                <c:pt idx="18491">
                  <c:v>1.0185686963280172</c:v>
                </c:pt>
                <c:pt idx="18492">
                  <c:v>1.0168954893310067</c:v>
                </c:pt>
                <c:pt idx="18493">
                  <c:v>1.0151560154529591</c:v>
                </c:pt>
                <c:pt idx="18494">
                  <c:v>1.0151495640203092</c:v>
                </c:pt>
                <c:pt idx="18495">
                  <c:v>1.0167982352537774</c:v>
                </c:pt>
                <c:pt idx="18496">
                  <c:v>1.0181423429876229</c:v>
                </c:pt>
                <c:pt idx="18497">
                  <c:v>1.0199125246691101</c:v>
                </c:pt>
                <c:pt idx="18498">
                  <c:v>1.0209933174333459</c:v>
                </c:pt>
                <c:pt idx="18499">
                  <c:v>1.0220357063937762</c:v>
                </c:pt>
                <c:pt idx="18500">
                  <c:v>1.0223575922440571</c:v>
                </c:pt>
                <c:pt idx="18501">
                  <c:v>1.0216851192880056</c:v>
                </c:pt>
                <c:pt idx="18502">
                  <c:v>1.0223162421166796</c:v>
                </c:pt>
                <c:pt idx="18503">
                  <c:v>1.0234088455745458</c:v>
                </c:pt>
                <c:pt idx="18504">
                  <c:v>1.0231189628941024</c:v>
                </c:pt>
                <c:pt idx="18505">
                  <c:v>1.0230310557744131</c:v>
                </c:pt>
                <c:pt idx="18506">
                  <c:v>1.0236604514478895</c:v>
                </c:pt>
                <c:pt idx="18507">
                  <c:v>1.0231239919636486</c:v>
                </c:pt>
                <c:pt idx="18508">
                  <c:v>1.0240511949120039</c:v>
                </c:pt>
                <c:pt idx="18509">
                  <c:v>1.0249146455140954</c:v>
                </c:pt>
                <c:pt idx="18510">
                  <c:v>1.0248030662084626</c:v>
                </c:pt>
                <c:pt idx="18511">
                  <c:v>1.0245082052571557</c:v>
                </c:pt>
                <c:pt idx="18512">
                  <c:v>1.0232559669402175</c:v>
                </c:pt>
                <c:pt idx="18513">
                  <c:v>1.0226227105668879</c:v>
                </c:pt>
                <c:pt idx="18514">
                  <c:v>1.0223608941584055</c:v>
                </c:pt>
                <c:pt idx="18515">
                  <c:v>1.0218946638524196</c:v>
                </c:pt>
                <c:pt idx="18516">
                  <c:v>1.0224848683425152</c:v>
                </c:pt>
                <c:pt idx="18517">
                  <c:v>1.0231974976569107</c:v>
                </c:pt>
                <c:pt idx="18518">
                  <c:v>1.022652250000635</c:v>
                </c:pt>
                <c:pt idx="18519">
                  <c:v>1.0217911107385875</c:v>
                </c:pt>
                <c:pt idx="18520">
                  <c:v>1.0220713162700559</c:v>
                </c:pt>
                <c:pt idx="18521">
                  <c:v>1.022279413072025</c:v>
                </c:pt>
                <c:pt idx="18522">
                  <c:v>1.0213942206339168</c:v>
                </c:pt>
                <c:pt idx="18523">
                  <c:v>1.0205725265486614</c:v>
                </c:pt>
                <c:pt idx="18524">
                  <c:v>1.0199034825036639</c:v>
                </c:pt>
                <c:pt idx="18525">
                  <c:v>1.0201775667939175</c:v>
                </c:pt>
                <c:pt idx="18526">
                  <c:v>1.0199416831127401</c:v>
                </c:pt>
                <c:pt idx="18527">
                  <c:v>1.0198036122942971</c:v>
                </c:pt>
                <c:pt idx="18528">
                  <c:v>1.0212356525471729</c:v>
                </c:pt>
                <c:pt idx="18529">
                  <c:v>1.0235104175397691</c:v>
                </c:pt>
                <c:pt idx="18530">
                  <c:v>1.0244191551671149</c:v>
                </c:pt>
                <c:pt idx="18531">
                  <c:v>1.0230726852945435</c:v>
                </c:pt>
                <c:pt idx="18532">
                  <c:v>1.0218620256990534</c:v>
                </c:pt>
                <c:pt idx="18533">
                  <c:v>1.0217206275669208</c:v>
                </c:pt>
                <c:pt idx="18534">
                  <c:v>1.0225352606353391</c:v>
                </c:pt>
                <c:pt idx="18535">
                  <c:v>1.0239649895481711</c:v>
                </c:pt>
                <c:pt idx="18536">
                  <c:v>1.0251336640327551</c:v>
                </c:pt>
                <c:pt idx="18537">
                  <c:v>1.0252791768581524</c:v>
                </c:pt>
                <c:pt idx="18538">
                  <c:v>1.0247480258362098</c:v>
                </c:pt>
                <c:pt idx="18539">
                  <c:v>1.0232145406148165</c:v>
                </c:pt>
                <c:pt idx="18540">
                  <c:v>1.0214128383509731</c:v>
                </c:pt>
                <c:pt idx="18541">
                  <c:v>1.0219493486338964</c:v>
                </c:pt>
                <c:pt idx="18542">
                  <c:v>1.0221011858952378</c:v>
                </c:pt>
                <c:pt idx="18543">
                  <c:v>1.0210202915336377</c:v>
                </c:pt>
                <c:pt idx="18544">
                  <c:v>1.0189325926885457</c:v>
                </c:pt>
                <c:pt idx="18545">
                  <c:v>1.018364892014701</c:v>
                </c:pt>
                <c:pt idx="18546">
                  <c:v>1.0193135320069797</c:v>
                </c:pt>
                <c:pt idx="18547">
                  <c:v>1.0189039168323974</c:v>
                </c:pt>
                <c:pt idx="18548">
                  <c:v>1.0172136668774812</c:v>
                </c:pt>
                <c:pt idx="18549">
                  <c:v>1.0169715603577243</c:v>
                </c:pt>
                <c:pt idx="18550">
                  <c:v>1.0178803233844114</c:v>
                </c:pt>
                <c:pt idx="18551">
                  <c:v>1.0185358041812396</c:v>
                </c:pt>
                <c:pt idx="18552">
                  <c:v>1.0184937174729687</c:v>
                </c:pt>
                <c:pt idx="18553">
                  <c:v>1.0182862556545282</c:v>
                </c:pt>
                <c:pt idx="18554">
                  <c:v>1.0179656397713044</c:v>
                </c:pt>
                <c:pt idx="18555">
                  <c:v>1.0191831571889025</c:v>
                </c:pt>
                <c:pt idx="18556">
                  <c:v>1.0198336343155259</c:v>
                </c:pt>
                <c:pt idx="18557">
                  <c:v>1.0189025452679759</c:v>
                </c:pt>
                <c:pt idx="18558">
                  <c:v>1.0185428905974179</c:v>
                </c:pt>
                <c:pt idx="18559">
                  <c:v>1.0188198704125615</c:v>
                </c:pt>
                <c:pt idx="18560">
                  <c:v>1.0190597671896391</c:v>
                </c:pt>
                <c:pt idx="18561">
                  <c:v>1.0196631031391046</c:v>
                </c:pt>
                <c:pt idx="18562">
                  <c:v>1.0200591296661765</c:v>
                </c:pt>
                <c:pt idx="18563">
                  <c:v>1.0194299117880883</c:v>
                </c:pt>
                <c:pt idx="18564">
                  <c:v>1.0188748345867908</c:v>
                </c:pt>
                <c:pt idx="18565">
                  <c:v>1.0178211683188938</c:v>
                </c:pt>
                <c:pt idx="18566">
                  <c:v>1.0180974877511677</c:v>
                </c:pt>
                <c:pt idx="18567">
                  <c:v>1.0180864136384302</c:v>
                </c:pt>
                <c:pt idx="18568">
                  <c:v>1.0175423851505292</c:v>
                </c:pt>
                <c:pt idx="18569">
                  <c:v>1.0179867974224748</c:v>
                </c:pt>
                <c:pt idx="18570">
                  <c:v>1.0185118018038612</c:v>
                </c:pt>
                <c:pt idx="18571">
                  <c:v>1.0195842889835438</c:v>
                </c:pt>
                <c:pt idx="18572">
                  <c:v>1.0198896398627419</c:v>
                </c:pt>
                <c:pt idx="18573">
                  <c:v>1.0196777585589429</c:v>
                </c:pt>
                <c:pt idx="18574">
                  <c:v>1.020395670936296</c:v>
                </c:pt>
                <c:pt idx="18575">
                  <c:v>1.0197206326467891</c:v>
                </c:pt>
                <c:pt idx="18576">
                  <c:v>1.0188538293316671</c:v>
                </c:pt>
                <c:pt idx="18577">
                  <c:v>1.0168328545557528</c:v>
                </c:pt>
                <c:pt idx="18578">
                  <c:v>1.0137044431067459</c:v>
                </c:pt>
                <c:pt idx="18579">
                  <c:v>1.0141655427458212</c:v>
                </c:pt>
                <c:pt idx="18580">
                  <c:v>1.0159141603866795</c:v>
                </c:pt>
                <c:pt idx="18581">
                  <c:v>1.0174579831399173</c:v>
                </c:pt>
                <c:pt idx="18582">
                  <c:v>1.0185174150582534</c:v>
                </c:pt>
                <c:pt idx="18583">
                  <c:v>1.0182306310974294</c:v>
                </c:pt>
                <c:pt idx="18584">
                  <c:v>1.0173534394517807</c:v>
                </c:pt>
                <c:pt idx="18585">
                  <c:v>1.0169229968174625</c:v>
                </c:pt>
                <c:pt idx="18586">
                  <c:v>1.0163059452237808</c:v>
                </c:pt>
                <c:pt idx="18587">
                  <c:v>1.0164419586955915</c:v>
                </c:pt>
                <c:pt idx="18588">
                  <c:v>1.0184789096570834</c:v>
                </c:pt>
                <c:pt idx="18589">
                  <c:v>1.0202719253462564</c:v>
                </c:pt>
                <c:pt idx="18590">
                  <c:v>1.0191459725534719</c:v>
                </c:pt>
                <c:pt idx="18591">
                  <c:v>1.0166017713500513</c:v>
                </c:pt>
                <c:pt idx="18592">
                  <c:v>1.0159990703841142</c:v>
                </c:pt>
                <c:pt idx="18593">
                  <c:v>1.0163495304931791</c:v>
                </c:pt>
                <c:pt idx="18594">
                  <c:v>1.0157549573164073</c:v>
                </c:pt>
                <c:pt idx="18595">
                  <c:v>1.0140627516122231</c:v>
                </c:pt>
                <c:pt idx="18596">
                  <c:v>1.0138096217784112</c:v>
                </c:pt>
                <c:pt idx="18597">
                  <c:v>1.0138242263995672</c:v>
                </c:pt>
                <c:pt idx="18598">
                  <c:v>1.0131509406645991</c:v>
                </c:pt>
                <c:pt idx="18599">
                  <c:v>1.0139273985232824</c:v>
                </c:pt>
                <c:pt idx="18600">
                  <c:v>1.0145616708702576</c:v>
                </c:pt>
                <c:pt idx="18601">
                  <c:v>1.0147391614661516</c:v>
                </c:pt>
                <c:pt idx="18602">
                  <c:v>1.0149408322348119</c:v>
                </c:pt>
                <c:pt idx="18603">
                  <c:v>1.0146412470060526</c:v>
                </c:pt>
                <c:pt idx="18604">
                  <c:v>1.0138469080112062</c:v>
                </c:pt>
                <c:pt idx="18605">
                  <c:v>1.0135540282085083</c:v>
                </c:pt>
                <c:pt idx="18606">
                  <c:v>1.0131636657345109</c:v>
                </c:pt>
                <c:pt idx="18607">
                  <c:v>1.0133612218099062</c:v>
                </c:pt>
                <c:pt idx="18608">
                  <c:v>1.0142061308929646</c:v>
                </c:pt>
                <c:pt idx="18609">
                  <c:v>1.0149002186883271</c:v>
                </c:pt>
                <c:pt idx="18610">
                  <c:v>1.0150388228929341</c:v>
                </c:pt>
                <c:pt idx="18611">
                  <c:v>1.015447066503095</c:v>
                </c:pt>
                <c:pt idx="18612">
                  <c:v>1.0143350579485968</c:v>
                </c:pt>
                <c:pt idx="18613">
                  <c:v>1.012782955010147</c:v>
                </c:pt>
                <c:pt idx="18614">
                  <c:v>1.0130670720401513</c:v>
                </c:pt>
                <c:pt idx="18615">
                  <c:v>1.0140937642077565</c:v>
                </c:pt>
                <c:pt idx="18616">
                  <c:v>1.0143190309643368</c:v>
                </c:pt>
                <c:pt idx="18617">
                  <c:v>1.0140437021063673</c:v>
                </c:pt>
                <c:pt idx="18618">
                  <c:v>1.0144020360111858</c:v>
                </c:pt>
                <c:pt idx="18619">
                  <c:v>1.0157348410382234</c:v>
                </c:pt>
                <c:pt idx="18620">
                  <c:v>1.015895161679506</c:v>
                </c:pt>
                <c:pt idx="18621">
                  <c:v>1.0155490448577764</c:v>
                </c:pt>
                <c:pt idx="18622">
                  <c:v>1.0159202562285534</c:v>
                </c:pt>
                <c:pt idx="18623">
                  <c:v>1.015335106207345</c:v>
                </c:pt>
                <c:pt idx="18624">
                  <c:v>1.0135805705200007</c:v>
                </c:pt>
                <c:pt idx="18625">
                  <c:v>1.0134552501708105</c:v>
                </c:pt>
                <c:pt idx="18626">
                  <c:v>1.0153877336421893</c:v>
                </c:pt>
                <c:pt idx="18627">
                  <c:v>1.0160223869792817</c:v>
                </c:pt>
                <c:pt idx="18628">
                  <c:v>1.0150423026026705</c:v>
                </c:pt>
                <c:pt idx="18629">
                  <c:v>1.0144845838698944</c:v>
                </c:pt>
                <c:pt idx="18630">
                  <c:v>1.0141946249914278</c:v>
                </c:pt>
                <c:pt idx="18631">
                  <c:v>1.0142053435133893</c:v>
                </c:pt>
                <c:pt idx="18632">
                  <c:v>1.0143222058819794</c:v>
                </c:pt>
                <c:pt idx="18633">
                  <c:v>1.0146601441158616</c:v>
                </c:pt>
                <c:pt idx="18634">
                  <c:v>1.0142865706063584</c:v>
                </c:pt>
                <c:pt idx="18635">
                  <c:v>1.0140084224215224</c:v>
                </c:pt>
                <c:pt idx="18636">
                  <c:v>1.014463426218724</c:v>
                </c:pt>
                <c:pt idx="18637">
                  <c:v>1.0162460789767114</c:v>
                </c:pt>
                <c:pt idx="18638">
                  <c:v>1.0161918767827163</c:v>
                </c:pt>
                <c:pt idx="18639">
                  <c:v>1.0166400481571507</c:v>
                </c:pt>
                <c:pt idx="18640">
                  <c:v>1.0176027339850804</c:v>
                </c:pt>
                <c:pt idx="18641">
                  <c:v>1.018077930258489</c:v>
                </c:pt>
                <c:pt idx="18642">
                  <c:v>1.0182009900663176</c:v>
                </c:pt>
                <c:pt idx="18643">
                  <c:v>1.0163049546494765</c:v>
                </c:pt>
                <c:pt idx="18644">
                  <c:v>1.0145170188285315</c:v>
                </c:pt>
                <c:pt idx="18645">
                  <c:v>1.0146934934507799</c:v>
                </c:pt>
                <c:pt idx="18646">
                  <c:v>1.0149770770946203</c:v>
                </c:pt>
                <c:pt idx="18647">
                  <c:v>1.015405132190871</c:v>
                </c:pt>
                <c:pt idx="18648">
                  <c:v>1.016077147958782</c:v>
                </c:pt>
                <c:pt idx="18649">
                  <c:v>1.0173257541699368</c:v>
                </c:pt>
                <c:pt idx="18650">
                  <c:v>1.0178566511984679</c:v>
                </c:pt>
                <c:pt idx="18651">
                  <c:v>1.0181117875802301</c:v>
                </c:pt>
                <c:pt idx="18652">
                  <c:v>1.0184043625908343</c:v>
                </c:pt>
                <c:pt idx="18653">
                  <c:v>1.0172979926900696</c:v>
                </c:pt>
                <c:pt idx="18654">
                  <c:v>1.0162083609551169</c:v>
                </c:pt>
                <c:pt idx="18655">
                  <c:v>1.0158082959328034</c:v>
                </c:pt>
                <c:pt idx="18656">
                  <c:v>1.0142992702769291</c:v>
                </c:pt>
                <c:pt idx="18657">
                  <c:v>1.0133374480265982</c:v>
                </c:pt>
                <c:pt idx="18658">
                  <c:v>1.0130248075364925</c:v>
                </c:pt>
                <c:pt idx="18659">
                  <c:v>1.0126795542923617</c:v>
                </c:pt>
                <c:pt idx="18660">
                  <c:v>1.0121710594827169</c:v>
                </c:pt>
                <c:pt idx="18661">
                  <c:v>1.0127252223077334</c:v>
                </c:pt>
                <c:pt idx="18662">
                  <c:v>1.0136620262070402</c:v>
                </c:pt>
                <c:pt idx="18663">
                  <c:v>1.0137892515068159</c:v>
                </c:pt>
                <c:pt idx="18664">
                  <c:v>1.0137909024639902</c:v>
                </c:pt>
                <c:pt idx="18665">
                  <c:v>1.0139082728194031</c:v>
                </c:pt>
                <c:pt idx="18666">
                  <c:v>1.014762630457366</c:v>
                </c:pt>
                <c:pt idx="18667">
                  <c:v>1.0144131355232646</c:v>
                </c:pt>
                <c:pt idx="18668">
                  <c:v>1.0142689434636065</c:v>
                </c:pt>
                <c:pt idx="18669">
                  <c:v>1.0142947745935471</c:v>
                </c:pt>
                <c:pt idx="18670">
                  <c:v>1.0127808722641736</c:v>
                </c:pt>
                <c:pt idx="18671">
                  <c:v>1.0119567652415096</c:v>
                </c:pt>
                <c:pt idx="18672">
                  <c:v>1.0130642019146023</c:v>
                </c:pt>
                <c:pt idx="18673">
                  <c:v>1.0146773902684965</c:v>
                </c:pt>
                <c:pt idx="18674">
                  <c:v>1.0158551577172088</c:v>
                </c:pt>
                <c:pt idx="18675">
                  <c:v>1.016320905435713</c:v>
                </c:pt>
                <c:pt idx="18676">
                  <c:v>1.0163093233361526</c:v>
                </c:pt>
                <c:pt idx="18677">
                  <c:v>1.0155123428098276</c:v>
                </c:pt>
                <c:pt idx="18678">
                  <c:v>1.0143436683252436</c:v>
                </c:pt>
                <c:pt idx="18679">
                  <c:v>1.0138436314961989</c:v>
                </c:pt>
                <c:pt idx="18680">
                  <c:v>1.0130710089380282</c:v>
                </c:pt>
                <c:pt idx="18681">
                  <c:v>1.0113199783597613</c:v>
                </c:pt>
                <c:pt idx="18682">
                  <c:v>1.0104370210636735</c:v>
                </c:pt>
                <c:pt idx="18683">
                  <c:v>1.0116178364333228</c:v>
                </c:pt>
                <c:pt idx="18684">
                  <c:v>1.0131371996210419</c:v>
                </c:pt>
                <c:pt idx="18685">
                  <c:v>1.0137434056960561</c:v>
                </c:pt>
                <c:pt idx="18686">
                  <c:v>1.0137249657743879</c:v>
                </c:pt>
                <c:pt idx="18687">
                  <c:v>1.0137658587136249</c:v>
                </c:pt>
                <c:pt idx="18688">
                  <c:v>1.0131442352385378</c:v>
                </c:pt>
                <c:pt idx="18689">
                  <c:v>1.0121886612261277</c:v>
                </c:pt>
                <c:pt idx="18690">
                  <c:v>1.0118361691697717</c:v>
                </c:pt>
                <c:pt idx="18691">
                  <c:v>1.0128061954072911</c:v>
                </c:pt>
                <c:pt idx="18692">
                  <c:v>1.0145703828442689</c:v>
                </c:pt>
                <c:pt idx="18693">
                  <c:v>1.0158617615459056</c:v>
                </c:pt>
                <c:pt idx="18694">
                  <c:v>1.0154450091564624</c:v>
                </c:pt>
                <c:pt idx="18695">
                  <c:v>1.0128588990401588</c:v>
                </c:pt>
                <c:pt idx="18696">
                  <c:v>1.0120971981986788</c:v>
                </c:pt>
                <c:pt idx="18697">
                  <c:v>1.0131372758190653</c:v>
                </c:pt>
                <c:pt idx="18698">
                  <c:v>1.0128918165862777</c:v>
                </c:pt>
                <c:pt idx="18699">
                  <c:v>1.0125080833403182</c:v>
                </c:pt>
                <c:pt idx="18700">
                  <c:v>1.013091684001717</c:v>
                </c:pt>
                <c:pt idx="18701">
                  <c:v>1.0131185565046443</c:v>
                </c:pt>
                <c:pt idx="18702">
                  <c:v>1.0129763709929365</c:v>
                </c:pt>
                <c:pt idx="18703">
                  <c:v>1.0132301866089595</c:v>
                </c:pt>
                <c:pt idx="18704">
                  <c:v>1.0141453756689551</c:v>
                </c:pt>
                <c:pt idx="18705">
                  <c:v>1.0151417156238967</c:v>
                </c:pt>
                <c:pt idx="18706">
                  <c:v>1.0153072685294544</c:v>
                </c:pt>
                <c:pt idx="18707">
                  <c:v>1.0142694768497704</c:v>
                </c:pt>
                <c:pt idx="18708">
                  <c:v>1.0144102653977156</c:v>
                </c:pt>
                <c:pt idx="18709">
                  <c:v>1.015659684387787</c:v>
                </c:pt>
                <c:pt idx="18710">
                  <c:v>1.0167303174155662</c:v>
                </c:pt>
                <c:pt idx="18711">
                  <c:v>1.0165711143452938</c:v>
                </c:pt>
                <c:pt idx="18712">
                  <c:v>1.0158408578881464</c:v>
                </c:pt>
                <c:pt idx="18713">
                  <c:v>1.0137466822110635</c:v>
                </c:pt>
                <c:pt idx="18714">
                  <c:v>1.0134205546708119</c:v>
                </c:pt>
                <c:pt idx="18715">
                  <c:v>1.0144155484606729</c:v>
                </c:pt>
                <c:pt idx="18716">
                  <c:v>1.0146493239965355</c:v>
                </c:pt>
                <c:pt idx="18717">
                  <c:v>1.0134329241499476</c:v>
                </c:pt>
                <c:pt idx="18718">
                  <c:v>1.0128136882129277</c:v>
                </c:pt>
                <c:pt idx="18719">
                  <c:v>1.0134033085181771</c:v>
                </c:pt>
                <c:pt idx="18720">
                  <c:v>1.0135434874819347</c:v>
                </c:pt>
                <c:pt idx="18721">
                  <c:v>1.0134505766920405</c:v>
                </c:pt>
                <c:pt idx="18722">
                  <c:v>1.0138940237890228</c:v>
                </c:pt>
                <c:pt idx="18723">
                  <c:v>1.0133400133600534</c:v>
                </c:pt>
                <c:pt idx="18724">
                  <c:v>1.0140951103728368</c:v>
                </c:pt>
                <c:pt idx="18725">
                  <c:v>1.0151243932732386</c:v>
                </c:pt>
                <c:pt idx="18726">
                  <c:v>1.0154024906593924</c:v>
                </c:pt>
                <c:pt idx="18727">
                  <c:v>1.0151813639954179</c:v>
                </c:pt>
                <c:pt idx="18728">
                  <c:v>1.0145582927578858</c:v>
                </c:pt>
                <c:pt idx="18729">
                  <c:v>1.0143390964438384</c:v>
                </c:pt>
                <c:pt idx="18730">
                  <c:v>1.0145811521649128</c:v>
                </c:pt>
                <c:pt idx="18731">
                  <c:v>1.0151494370236036</c:v>
                </c:pt>
                <c:pt idx="18732">
                  <c:v>1.0150069721191433</c:v>
                </c:pt>
                <c:pt idx="18733">
                  <c:v>1.014035167927744</c:v>
                </c:pt>
                <c:pt idx="18734">
                  <c:v>1.0137675096707992</c:v>
                </c:pt>
                <c:pt idx="18735">
                  <c:v>1.0122307733337397</c:v>
                </c:pt>
                <c:pt idx="18736">
                  <c:v>1.0108652539553125</c:v>
                </c:pt>
                <c:pt idx="18737">
                  <c:v>1.0111916100896343</c:v>
                </c:pt>
                <c:pt idx="18738">
                  <c:v>1.012863775713658</c:v>
                </c:pt>
                <c:pt idx="18739">
                  <c:v>1.0148974501601429</c:v>
                </c:pt>
                <c:pt idx="18740">
                  <c:v>1.0155857977044076</c:v>
                </c:pt>
                <c:pt idx="18741">
                  <c:v>1.0160829390085622</c:v>
                </c:pt>
                <c:pt idx="18742">
                  <c:v>1.0157526713757046</c:v>
                </c:pt>
                <c:pt idx="18743">
                  <c:v>1.0144622070503491</c:v>
                </c:pt>
                <c:pt idx="18744">
                  <c:v>1.0118942574629615</c:v>
                </c:pt>
                <c:pt idx="18745">
                  <c:v>1.0090656090381016</c:v>
                </c:pt>
                <c:pt idx="18746">
                  <c:v>1.0078032617833894</c:v>
                </c:pt>
                <c:pt idx="18747">
                  <c:v>1.0091617455443205</c:v>
                </c:pt>
                <c:pt idx="18748">
                  <c:v>1.0107559097917</c:v>
                </c:pt>
                <c:pt idx="18749">
                  <c:v>1.0116926628923246</c:v>
                </c:pt>
                <c:pt idx="18750">
                  <c:v>1.011306211916863</c:v>
                </c:pt>
                <c:pt idx="18751">
                  <c:v>1.0120024840555637</c:v>
                </c:pt>
                <c:pt idx="18752">
                  <c:v>1.0122623955134604</c:v>
                </c:pt>
                <c:pt idx="18753">
                  <c:v>1.0119779228926802</c:v>
                </c:pt>
                <c:pt idx="18754">
                  <c:v>1.0109493765731716</c:v>
                </c:pt>
                <c:pt idx="18755">
                  <c:v>1.0114577443861106</c:v>
                </c:pt>
                <c:pt idx="18756">
                  <c:v>1.0125400103121325</c:v>
                </c:pt>
                <c:pt idx="18757">
                  <c:v>1.0121187114406252</c:v>
                </c:pt>
                <c:pt idx="18758">
                  <c:v>1.0132525888278459</c:v>
                </c:pt>
                <c:pt idx="18759">
                  <c:v>1.0162581944624356</c:v>
                </c:pt>
                <c:pt idx="18760">
                  <c:v>1.017820279341954</c:v>
                </c:pt>
                <c:pt idx="18761">
                  <c:v>1.0167835036359156</c:v>
                </c:pt>
                <c:pt idx="18762">
                  <c:v>1.0163748536362966</c:v>
                </c:pt>
                <c:pt idx="18763">
                  <c:v>1.0171003096179685</c:v>
                </c:pt>
                <c:pt idx="18764">
                  <c:v>1.0168184023306435</c:v>
                </c:pt>
                <c:pt idx="18765">
                  <c:v>1.015238817305079</c:v>
                </c:pt>
                <c:pt idx="18766">
                  <c:v>1.0139520612835302</c:v>
                </c:pt>
                <c:pt idx="18767">
                  <c:v>1.01447602429193</c:v>
                </c:pt>
                <c:pt idx="18768">
                  <c:v>1.0167341781154198</c:v>
                </c:pt>
                <c:pt idx="18769">
                  <c:v>1.0161471993416491</c:v>
                </c:pt>
                <c:pt idx="18770">
                  <c:v>1.0143378518761224</c:v>
                </c:pt>
                <c:pt idx="18771">
                  <c:v>1.0137623536045475</c:v>
                </c:pt>
                <c:pt idx="18772">
                  <c:v>1.0133229196034654</c:v>
                </c:pt>
                <c:pt idx="18773">
                  <c:v>1.0115529665160485</c:v>
                </c:pt>
                <c:pt idx="18774">
                  <c:v>1.0107652059505576</c:v>
                </c:pt>
                <c:pt idx="18775">
                  <c:v>1.0115981011452564</c:v>
                </c:pt>
                <c:pt idx="18776">
                  <c:v>1.0114678279245437</c:v>
                </c:pt>
                <c:pt idx="18777">
                  <c:v>1.0109475224212683</c:v>
                </c:pt>
                <c:pt idx="18778">
                  <c:v>1.0107834426774969</c:v>
                </c:pt>
                <c:pt idx="18779">
                  <c:v>1.0101084297873313</c:v>
                </c:pt>
                <c:pt idx="18780">
                  <c:v>1.0097824038444443</c:v>
                </c:pt>
                <c:pt idx="18781">
                  <c:v>1.0113760093063187</c:v>
                </c:pt>
                <c:pt idx="18782">
                  <c:v>1.0125606599764803</c:v>
                </c:pt>
                <c:pt idx="18783">
                  <c:v>1.0135212122597539</c:v>
                </c:pt>
                <c:pt idx="18784">
                  <c:v>1.0145220478980774</c:v>
                </c:pt>
                <c:pt idx="18785">
                  <c:v>1.015843499419625</c:v>
                </c:pt>
                <c:pt idx="18786">
                  <c:v>1.0171435138972496</c:v>
                </c:pt>
                <c:pt idx="18787">
                  <c:v>1.01663090439434</c:v>
                </c:pt>
                <c:pt idx="18788">
                  <c:v>1.0156100794745384</c:v>
                </c:pt>
                <c:pt idx="18789">
                  <c:v>1.0151571838226516</c:v>
                </c:pt>
                <c:pt idx="18790">
                  <c:v>1.0147145495045859</c:v>
                </c:pt>
                <c:pt idx="18791">
                  <c:v>1.0145219970993953</c:v>
                </c:pt>
                <c:pt idx="18792">
                  <c:v>1.014897119968708</c:v>
                </c:pt>
                <c:pt idx="18793">
                  <c:v>1.0142393786305184</c:v>
                </c:pt>
                <c:pt idx="18794">
                  <c:v>1.0137161522030118</c:v>
                </c:pt>
                <c:pt idx="18795">
                  <c:v>1.0133441788520006</c:v>
                </c:pt>
                <c:pt idx="18796">
                  <c:v>1.0121809906251031</c:v>
                </c:pt>
                <c:pt idx="18797">
                  <c:v>1.0112501047722822</c:v>
                </c:pt>
                <c:pt idx="18798">
                  <c:v>1.0113460888824544</c:v>
                </c:pt>
                <c:pt idx="18799">
                  <c:v>1.0129194764687803</c:v>
                </c:pt>
                <c:pt idx="18800">
                  <c:v>1.0146624554559054</c:v>
                </c:pt>
                <c:pt idx="18801">
                  <c:v>1.0151404710561809</c:v>
                </c:pt>
                <c:pt idx="18802">
                  <c:v>1.0144256827977882</c:v>
                </c:pt>
                <c:pt idx="18803">
                  <c:v>1.014686305437237</c:v>
                </c:pt>
                <c:pt idx="18804">
                  <c:v>1.0138982654789934</c:v>
                </c:pt>
                <c:pt idx="18805">
                  <c:v>1.0132750418454146</c:v>
                </c:pt>
                <c:pt idx="18806">
                  <c:v>1.0141553322106824</c:v>
                </c:pt>
                <c:pt idx="18807">
                  <c:v>1.0139159180210866</c:v>
                </c:pt>
                <c:pt idx="18808">
                  <c:v>1.0127058426104427</c:v>
                </c:pt>
                <c:pt idx="18809">
                  <c:v>1.0119628864827246</c:v>
                </c:pt>
                <c:pt idx="18810">
                  <c:v>1.0122534295460375</c:v>
                </c:pt>
                <c:pt idx="18811">
                  <c:v>1.0124933263231153</c:v>
                </c:pt>
                <c:pt idx="18812">
                  <c:v>1.0123695299343936</c:v>
                </c:pt>
                <c:pt idx="18813">
                  <c:v>1.0122638178765644</c:v>
                </c:pt>
                <c:pt idx="18814">
                  <c:v>1.0105569059538595</c:v>
                </c:pt>
                <c:pt idx="18815">
                  <c:v>1.0095340744861079</c:v>
                </c:pt>
                <c:pt idx="18816">
                  <c:v>1.0111928800566914</c:v>
                </c:pt>
                <c:pt idx="18817">
                  <c:v>1.0129255977099954</c:v>
                </c:pt>
                <c:pt idx="18818">
                  <c:v>1.013153785390807</c:v>
                </c:pt>
                <c:pt idx="18819">
                  <c:v>1.0127175771060499</c:v>
                </c:pt>
                <c:pt idx="18820">
                  <c:v>1.0132834744266734</c:v>
                </c:pt>
                <c:pt idx="18821">
                  <c:v>1.0132343013022242</c:v>
                </c:pt>
                <c:pt idx="18822">
                  <c:v>1.0123627991089912</c:v>
                </c:pt>
                <c:pt idx="18823">
                  <c:v>1.0113673481309895</c:v>
                </c:pt>
                <c:pt idx="18824">
                  <c:v>1.01148733461854</c:v>
                </c:pt>
                <c:pt idx="18825">
                  <c:v>1.0135413539372788</c:v>
                </c:pt>
                <c:pt idx="18826">
                  <c:v>1.0147364691359906</c:v>
                </c:pt>
                <c:pt idx="18827">
                  <c:v>1.0143229170635313</c:v>
                </c:pt>
                <c:pt idx="18828">
                  <c:v>1.0124545415291928</c:v>
                </c:pt>
                <c:pt idx="18829">
                  <c:v>1.0120984681657357</c:v>
                </c:pt>
                <c:pt idx="18830">
                  <c:v>1.0124478615024726</c:v>
                </c:pt>
                <c:pt idx="18831">
                  <c:v>1.0127873744955056</c:v>
                </c:pt>
                <c:pt idx="18832">
                  <c:v>1.0130303445928612</c:v>
                </c:pt>
                <c:pt idx="18833">
                  <c:v>1.0136668012831747</c:v>
                </c:pt>
                <c:pt idx="18834">
                  <c:v>1.0139170609914379</c:v>
                </c:pt>
                <c:pt idx="18835">
                  <c:v>1.0134339147242521</c:v>
                </c:pt>
                <c:pt idx="18836">
                  <c:v>1.0125398071174034</c:v>
                </c:pt>
                <c:pt idx="18837">
                  <c:v>1.0131047138637224</c:v>
                </c:pt>
                <c:pt idx="18838">
                  <c:v>1.0147065487121265</c:v>
                </c:pt>
                <c:pt idx="18839">
                  <c:v>1.0146596361290388</c:v>
                </c:pt>
                <c:pt idx="18840">
                  <c:v>1.0133795855335512</c:v>
                </c:pt>
                <c:pt idx="18841">
                  <c:v>1.0126002575493191</c:v>
                </c:pt>
                <c:pt idx="18842">
                  <c:v>1.0120372049549036</c:v>
                </c:pt>
                <c:pt idx="18843">
                  <c:v>1.0129155903695859</c:v>
                </c:pt>
                <c:pt idx="18844">
                  <c:v>1.0138184861484694</c:v>
                </c:pt>
                <c:pt idx="18845">
                  <c:v>1.0140809121411392</c:v>
                </c:pt>
                <c:pt idx="18846">
                  <c:v>1.0140459118490466</c:v>
                </c:pt>
                <c:pt idx="18847">
                  <c:v>1.0132300088135713</c:v>
                </c:pt>
                <c:pt idx="18848">
                  <c:v>1.0128516348285925</c:v>
                </c:pt>
                <c:pt idx="18849">
                  <c:v>1.0122971164128003</c:v>
                </c:pt>
                <c:pt idx="18850">
                  <c:v>1.0106555061961693</c:v>
                </c:pt>
                <c:pt idx="18851">
                  <c:v>1.0110012674271229</c:v>
                </c:pt>
                <c:pt idx="18852">
                  <c:v>1.012691136391922</c:v>
                </c:pt>
                <c:pt idx="18853">
                  <c:v>1.0134444046521434</c:v>
                </c:pt>
                <c:pt idx="18854">
                  <c:v>1.0133281264683993</c:v>
                </c:pt>
                <c:pt idx="18855">
                  <c:v>1.0132016631488578</c:v>
                </c:pt>
                <c:pt idx="18856">
                  <c:v>1.0134316541828905</c:v>
                </c:pt>
                <c:pt idx="18857">
                  <c:v>1.0128868891140963</c:v>
                </c:pt>
                <c:pt idx="18858">
                  <c:v>1.0123287893912032</c:v>
                </c:pt>
                <c:pt idx="18859">
                  <c:v>1.0121884834307397</c:v>
                </c:pt>
                <c:pt idx="18860">
                  <c:v>1.0135240569859618</c:v>
                </c:pt>
                <c:pt idx="18861">
                  <c:v>1.0147177752209107</c:v>
                </c:pt>
                <c:pt idx="18862">
                  <c:v>1.0133211924482679</c:v>
                </c:pt>
                <c:pt idx="18863">
                  <c:v>1.0127525519988012</c:v>
                </c:pt>
                <c:pt idx="18864">
                  <c:v>1.0139538646367514</c:v>
                </c:pt>
                <c:pt idx="18865">
                  <c:v>1.0145799075971969</c:v>
                </c:pt>
                <c:pt idx="18866">
                  <c:v>1.0132151247996628</c:v>
                </c:pt>
                <c:pt idx="18867">
                  <c:v>1.0124103974742895</c:v>
                </c:pt>
                <c:pt idx="18868">
                  <c:v>1.0128811488629985</c:v>
                </c:pt>
                <c:pt idx="18869">
                  <c:v>1.0111601403059605</c:v>
                </c:pt>
                <c:pt idx="18870">
                  <c:v>1.0098120448755559</c:v>
                </c:pt>
                <c:pt idx="18871">
                  <c:v>1.0105662021127173</c:v>
                </c:pt>
                <c:pt idx="18872">
                  <c:v>1.0128172695200286</c:v>
                </c:pt>
                <c:pt idx="18873">
                  <c:v>1.013877107827823</c:v>
                </c:pt>
                <c:pt idx="18874">
                  <c:v>1.0142351369405478</c:v>
                </c:pt>
                <c:pt idx="18875">
                  <c:v>1.0148580049833507</c:v>
                </c:pt>
                <c:pt idx="18876">
                  <c:v>1.0152308419119609</c:v>
                </c:pt>
                <c:pt idx="18877">
                  <c:v>1.0150837289280716</c:v>
                </c:pt>
                <c:pt idx="18878">
                  <c:v>1.0129531559951335</c:v>
                </c:pt>
                <c:pt idx="18879">
                  <c:v>1.0122399678952327</c:v>
                </c:pt>
                <c:pt idx="18880">
                  <c:v>1.0148620688779333</c:v>
                </c:pt>
                <c:pt idx="18881">
                  <c:v>1.0153385605177401</c:v>
                </c:pt>
                <c:pt idx="18882">
                  <c:v>1.0153011218888981</c:v>
                </c:pt>
                <c:pt idx="18883">
                  <c:v>1.0154980683801063</c:v>
                </c:pt>
                <c:pt idx="18884">
                  <c:v>1.0152363281696473</c:v>
                </c:pt>
                <c:pt idx="18885">
                  <c:v>1.0147162258611011</c:v>
                </c:pt>
                <c:pt idx="18886">
                  <c:v>1.0139188135459767</c:v>
                </c:pt>
                <c:pt idx="18887">
                  <c:v>1.013528425672638</c:v>
                </c:pt>
                <c:pt idx="18888">
                  <c:v>1.0135839232330313</c:v>
                </c:pt>
                <c:pt idx="18889">
                  <c:v>1.0128340330851817</c:v>
                </c:pt>
                <c:pt idx="18890">
                  <c:v>1.0121655224263482</c:v>
                </c:pt>
                <c:pt idx="18891">
                  <c:v>1.0126718582919958</c:v>
                </c:pt>
                <c:pt idx="18892">
                  <c:v>1.0138671258867544</c:v>
                </c:pt>
                <c:pt idx="18893">
                  <c:v>1.013289519469865</c:v>
                </c:pt>
                <c:pt idx="18894">
                  <c:v>1.0116954568198502</c:v>
                </c:pt>
                <c:pt idx="18895">
                  <c:v>1.0116231702949625</c:v>
                </c:pt>
                <c:pt idx="18896">
                  <c:v>1.0111869874095465</c:v>
                </c:pt>
                <c:pt idx="18897">
                  <c:v>1.0108597422982848</c:v>
                </c:pt>
                <c:pt idx="18898">
                  <c:v>1.0110992834845864</c:v>
                </c:pt>
                <c:pt idx="18899">
                  <c:v>1.0114782416544115</c:v>
                </c:pt>
                <c:pt idx="18900">
                  <c:v>1.0123912463710691</c:v>
                </c:pt>
                <c:pt idx="18901">
                  <c:v>1.0139170609914379</c:v>
                </c:pt>
                <c:pt idx="18902">
                  <c:v>1.0146192765759656</c:v>
                </c:pt>
                <c:pt idx="18903">
                  <c:v>1.013060722204866</c:v>
                </c:pt>
                <c:pt idx="18904">
                  <c:v>1.0124727020581086</c:v>
                </c:pt>
                <c:pt idx="18905">
                  <c:v>1.0128376397916239</c:v>
                </c:pt>
                <c:pt idx="18906">
                  <c:v>1.0133312505873597</c:v>
                </c:pt>
                <c:pt idx="18907">
                  <c:v>1.0129439614336404</c:v>
                </c:pt>
                <c:pt idx="18908">
                  <c:v>1.0117577614036692</c:v>
                </c:pt>
                <c:pt idx="18909">
                  <c:v>1.0124660728300707</c:v>
                </c:pt>
                <c:pt idx="18910">
                  <c:v>1.0153266228274038</c:v>
                </c:pt>
                <c:pt idx="18911">
                  <c:v>1.0162827048266367</c:v>
                </c:pt>
                <c:pt idx="18912">
                  <c:v>1.0153239558965841</c:v>
                </c:pt>
                <c:pt idx="18913">
                  <c:v>1.015391264150608</c:v>
                </c:pt>
                <c:pt idx="18914">
                  <c:v>1.0129993827960102</c:v>
                </c:pt>
                <c:pt idx="18915">
                  <c:v>1.0103985918605272</c:v>
                </c:pt>
                <c:pt idx="18916">
                  <c:v>1.0113335924066129</c:v>
                </c:pt>
                <c:pt idx="18917">
                  <c:v>1.0122306209376928</c:v>
                </c:pt>
                <c:pt idx="18918">
                  <c:v>1.0115468198754924</c:v>
                </c:pt>
                <c:pt idx="18919">
                  <c:v>1.0106652087444852</c:v>
                </c:pt>
                <c:pt idx="18920">
                  <c:v>1.0110989278938105</c:v>
                </c:pt>
                <c:pt idx="18921">
                  <c:v>1.0117356893762175</c:v>
                </c:pt>
                <c:pt idx="18922">
                  <c:v>1.0133783663651765</c:v>
                </c:pt>
                <c:pt idx="18923">
                  <c:v>1.0152058743596191</c:v>
                </c:pt>
                <c:pt idx="18924">
                  <c:v>1.0153176568599811</c:v>
                </c:pt>
                <c:pt idx="18925">
                  <c:v>1.0141898753146343</c:v>
                </c:pt>
                <c:pt idx="18926">
                  <c:v>1.0129490667012098</c:v>
                </c:pt>
                <c:pt idx="18927">
                  <c:v>1.0116315774768803</c:v>
                </c:pt>
                <c:pt idx="18928">
                  <c:v>1.0126276634384104</c:v>
                </c:pt>
                <c:pt idx="18929">
                  <c:v>1.0136274323044061</c:v>
                </c:pt>
                <c:pt idx="18930">
                  <c:v>1.0139350437249657</c:v>
                </c:pt>
                <c:pt idx="18931">
                  <c:v>1.0134402645595373</c:v>
                </c:pt>
                <c:pt idx="18932">
                  <c:v>1.0120084275013905</c:v>
                </c:pt>
                <c:pt idx="18933">
                  <c:v>1.0109526276888376</c:v>
                </c:pt>
                <c:pt idx="18934">
                  <c:v>1.0124780867184304</c:v>
                </c:pt>
                <c:pt idx="18935">
                  <c:v>1.0140425845353571</c:v>
                </c:pt>
                <c:pt idx="18936">
                  <c:v>1.012457310057377</c:v>
                </c:pt>
                <c:pt idx="18937">
                  <c:v>1.010697034118935</c:v>
                </c:pt>
                <c:pt idx="18938">
                  <c:v>1.0116502967913013</c:v>
                </c:pt>
                <c:pt idx="18939">
                  <c:v>1.013754149617359</c:v>
                </c:pt>
                <c:pt idx="18940">
                  <c:v>1.014556870394782</c:v>
                </c:pt>
                <c:pt idx="18941">
                  <c:v>1.0133653619025123</c:v>
                </c:pt>
                <c:pt idx="18942">
                  <c:v>1.0118891013967097</c:v>
                </c:pt>
                <c:pt idx="18943">
                  <c:v>1.0123957420544512</c:v>
                </c:pt>
                <c:pt idx="18944">
                  <c:v>1.0121044116115627</c:v>
                </c:pt>
                <c:pt idx="18945">
                  <c:v>1.0121612807363778</c:v>
                </c:pt>
                <c:pt idx="18946">
                  <c:v>1.0132450198241858</c:v>
                </c:pt>
                <c:pt idx="18947">
                  <c:v>1.0142100931901827</c:v>
                </c:pt>
                <c:pt idx="18948">
                  <c:v>1.0142245708146331</c:v>
                </c:pt>
                <c:pt idx="18949">
                  <c:v>1.0147553662457995</c:v>
                </c:pt>
                <c:pt idx="18950">
                  <c:v>1.0145022872106697</c:v>
                </c:pt>
                <c:pt idx="18951">
                  <c:v>1.0136443736649472</c:v>
                </c:pt>
                <c:pt idx="18952">
                  <c:v>1.0133983556466546</c:v>
                </c:pt>
                <c:pt idx="18953">
                  <c:v>1.0130154097802704</c:v>
                </c:pt>
                <c:pt idx="18954">
                  <c:v>1.0129735008673875</c:v>
                </c:pt>
                <c:pt idx="18955">
                  <c:v>1.0129391101594825</c:v>
                </c:pt>
                <c:pt idx="18956">
                  <c:v>1.011732362062528</c:v>
                </c:pt>
                <c:pt idx="18957">
                  <c:v>1.0118544312960522</c:v>
                </c:pt>
                <c:pt idx="18958">
                  <c:v>1.0120330394629564</c:v>
                </c:pt>
                <c:pt idx="18959">
                  <c:v>1.0133233005935827</c:v>
                </c:pt>
                <c:pt idx="18960">
                  <c:v>1.0146736565653487</c:v>
                </c:pt>
                <c:pt idx="18961">
                  <c:v>1.0130824894402239</c:v>
                </c:pt>
                <c:pt idx="18962">
                  <c:v>1.0116364541503793</c:v>
                </c:pt>
                <c:pt idx="18963">
                  <c:v>1.0105752696775046</c:v>
                </c:pt>
                <c:pt idx="18964">
                  <c:v>1.0095183014952591</c:v>
                </c:pt>
                <c:pt idx="18965">
                  <c:v>1.0098220014172832</c:v>
                </c:pt>
                <c:pt idx="18966">
                  <c:v>1.0105511149040793</c:v>
                </c:pt>
                <c:pt idx="18967">
                  <c:v>1.0102479737675605</c:v>
                </c:pt>
                <c:pt idx="18968">
                  <c:v>1.0099381018056393</c:v>
                </c:pt>
                <c:pt idx="18969">
                  <c:v>1.0114312782726416</c:v>
                </c:pt>
                <c:pt idx="18970">
                  <c:v>1.0135827040646566</c:v>
                </c:pt>
                <c:pt idx="18971">
                  <c:v>1.0152820469837012</c:v>
                </c:pt>
                <c:pt idx="18972">
                  <c:v>1.0144106209884916</c:v>
                </c:pt>
                <c:pt idx="18973">
                  <c:v>1.0120009600950952</c:v>
                </c:pt>
                <c:pt idx="18974">
                  <c:v>1.0108771662463076</c:v>
                </c:pt>
                <c:pt idx="18975">
                  <c:v>1.0104404245753864</c:v>
                </c:pt>
                <c:pt idx="18976">
                  <c:v>1.0110228314677516</c:v>
                </c:pt>
                <c:pt idx="18977">
                  <c:v>1.0120493712393102</c:v>
                </c:pt>
                <c:pt idx="18978">
                  <c:v>1.0130482765277069</c:v>
                </c:pt>
                <c:pt idx="18979">
                  <c:v>1.0127372615954342</c:v>
                </c:pt>
                <c:pt idx="18980">
                  <c:v>1.0127079507557575</c:v>
                </c:pt>
                <c:pt idx="18981">
                  <c:v>1.0134776523896971</c:v>
                </c:pt>
                <c:pt idx="18982">
                  <c:v>1.0149486806312245</c:v>
                </c:pt>
                <c:pt idx="18983">
                  <c:v>1.0164138416249482</c:v>
                </c:pt>
                <c:pt idx="18984">
                  <c:v>1.0165065746194544</c:v>
                </c:pt>
                <c:pt idx="18985">
                  <c:v>1.0160197962464854</c:v>
                </c:pt>
                <c:pt idx="18986">
                  <c:v>1.0156937957029395</c:v>
                </c:pt>
                <c:pt idx="18987">
                  <c:v>1.0137938995862448</c:v>
                </c:pt>
                <c:pt idx="18988">
                  <c:v>1.011543314766415</c:v>
                </c:pt>
                <c:pt idx="18989">
                  <c:v>1.0106718125731819</c:v>
                </c:pt>
                <c:pt idx="18990">
                  <c:v>1.0114966307773976</c:v>
                </c:pt>
                <c:pt idx="18991">
                  <c:v>1.012990137435835</c:v>
                </c:pt>
                <c:pt idx="18992">
                  <c:v>1.01498441750421</c:v>
                </c:pt>
                <c:pt idx="18993">
                  <c:v>1.0154160031088793</c:v>
                </c:pt>
                <c:pt idx="18994">
                  <c:v>1.0129577786752211</c:v>
                </c:pt>
                <c:pt idx="18995">
                  <c:v>1.0109291332982822</c:v>
                </c:pt>
                <c:pt idx="18996">
                  <c:v>1.0108133885007022</c:v>
                </c:pt>
                <c:pt idx="18997">
                  <c:v>1.0113148476928508</c:v>
                </c:pt>
                <c:pt idx="18998">
                  <c:v>1.0132085463703071</c:v>
                </c:pt>
                <c:pt idx="18999">
                  <c:v>1.0148680631224427</c:v>
                </c:pt>
                <c:pt idx="19000">
                  <c:v>1.0142488017860816</c:v>
                </c:pt>
                <c:pt idx="19001">
                  <c:v>1.0141631044090715</c:v>
                </c:pt>
                <c:pt idx="19002">
                  <c:v>1.013428682459977</c:v>
                </c:pt>
                <c:pt idx="19003">
                  <c:v>1.0136684268410077</c:v>
                </c:pt>
                <c:pt idx="19004">
                  <c:v>1.014577596257153</c:v>
                </c:pt>
                <c:pt idx="19005">
                  <c:v>1.0153767357274752</c:v>
                </c:pt>
                <c:pt idx="19006">
                  <c:v>1.015600478523587</c:v>
                </c:pt>
                <c:pt idx="19007">
                  <c:v>1.0148785530503339</c:v>
                </c:pt>
                <c:pt idx="19008">
                  <c:v>1.0137375892469349</c:v>
                </c:pt>
                <c:pt idx="19009">
                  <c:v>1.0130570646997417</c:v>
                </c:pt>
                <c:pt idx="19010">
                  <c:v>1.0120872924556337</c:v>
                </c:pt>
                <c:pt idx="19011">
                  <c:v>1.0109118363469651</c:v>
                </c:pt>
                <c:pt idx="19012">
                  <c:v>1.0107067366672509</c:v>
                </c:pt>
                <c:pt idx="19013">
                  <c:v>1.0115999298978184</c:v>
                </c:pt>
                <c:pt idx="19014">
                  <c:v>1.0150874626312194</c:v>
                </c:pt>
                <c:pt idx="19015">
                  <c:v>1.0167239167815987</c:v>
                </c:pt>
                <c:pt idx="19016">
                  <c:v>1.0157048444163359</c:v>
                </c:pt>
                <c:pt idx="19017">
                  <c:v>1.0139550076071027</c:v>
                </c:pt>
                <c:pt idx="19018">
                  <c:v>1.0134644193329625</c:v>
                </c:pt>
                <c:pt idx="19019">
                  <c:v>1.0149350919837139</c:v>
                </c:pt>
                <c:pt idx="19020">
                  <c:v>1.0171027225553768</c:v>
                </c:pt>
                <c:pt idx="19021">
                  <c:v>1.0162382559796399</c:v>
                </c:pt>
                <c:pt idx="19022">
                  <c:v>1.015394896256391</c:v>
                </c:pt>
                <c:pt idx="19023">
                  <c:v>1.0144411255972019</c:v>
                </c:pt>
                <c:pt idx="19024">
                  <c:v>1.0134357942754966</c:v>
                </c:pt>
                <c:pt idx="19025">
                  <c:v>1.0126332512934615</c:v>
                </c:pt>
                <c:pt idx="19026">
                  <c:v>1.0134769920068274</c:v>
                </c:pt>
                <c:pt idx="19027">
                  <c:v>1.0146879563944111</c:v>
                </c:pt>
                <c:pt idx="19028">
                  <c:v>1.0142617808494048</c:v>
                </c:pt>
                <c:pt idx="19029">
                  <c:v>1.0129235911620453</c:v>
                </c:pt>
                <c:pt idx="19030">
                  <c:v>1.0129701227550156</c:v>
                </c:pt>
                <c:pt idx="19031">
                  <c:v>1.014764992596092</c:v>
                </c:pt>
                <c:pt idx="19032">
                  <c:v>1.0163358910469862</c:v>
                </c:pt>
                <c:pt idx="19033">
                  <c:v>1.0169416907325424</c:v>
                </c:pt>
                <c:pt idx="19034">
                  <c:v>1.0170286072779273</c:v>
                </c:pt>
                <c:pt idx="19035">
                  <c:v>1.0167659018925048</c:v>
                </c:pt>
                <c:pt idx="19036">
                  <c:v>1.0161185488848419</c:v>
                </c:pt>
                <c:pt idx="19037">
                  <c:v>1.0162876322988181</c:v>
                </c:pt>
                <c:pt idx="19038">
                  <c:v>1.0160187548734987</c:v>
                </c:pt>
                <c:pt idx="19039">
                  <c:v>1.0160827104144918</c:v>
                </c:pt>
                <c:pt idx="19040">
                  <c:v>1.0163143524056986</c:v>
                </c:pt>
                <c:pt idx="19041">
                  <c:v>1.0157008821191178</c:v>
                </c:pt>
                <c:pt idx="19042">
                  <c:v>1.0158655968464179</c:v>
                </c:pt>
                <c:pt idx="19043">
                  <c:v>1.0137496793333181</c:v>
                </c:pt>
                <c:pt idx="19044">
                  <c:v>1.0119140181503692</c:v>
                </c:pt>
                <c:pt idx="19045">
                  <c:v>1.010874346919441</c:v>
                </c:pt>
                <c:pt idx="19046">
                  <c:v>1.0120075639237918</c:v>
                </c:pt>
                <c:pt idx="19047">
                  <c:v>1.0124625677209933</c:v>
                </c:pt>
                <c:pt idx="19048">
                  <c:v>1.0119910797513914</c:v>
                </c:pt>
                <c:pt idx="19049">
                  <c:v>1.0135581683011143</c:v>
                </c:pt>
                <c:pt idx="19050">
                  <c:v>1.014332949803282</c:v>
                </c:pt>
                <c:pt idx="19051">
                  <c:v>1.0147088600521703</c:v>
                </c:pt>
                <c:pt idx="19052">
                  <c:v>1.0149986919339313</c:v>
                </c:pt>
                <c:pt idx="19053">
                  <c:v>1.0144085890412002</c:v>
                </c:pt>
                <c:pt idx="19054">
                  <c:v>1.0138643573585702</c:v>
                </c:pt>
                <c:pt idx="19055">
                  <c:v>1.0133217512337729</c:v>
                </c:pt>
                <c:pt idx="19056">
                  <c:v>1.0135619782022853</c:v>
                </c:pt>
                <c:pt idx="19057">
                  <c:v>1.0140438291030731</c:v>
                </c:pt>
                <c:pt idx="19058">
                  <c:v>1.0145686302897303</c:v>
                </c:pt>
                <c:pt idx="19059">
                  <c:v>1.0150022478416909</c:v>
                </c:pt>
                <c:pt idx="19060">
                  <c:v>1.0133937837652491</c:v>
                </c:pt>
                <c:pt idx="19061">
                  <c:v>1.0118642608410737</c:v>
                </c:pt>
                <c:pt idx="19062">
                  <c:v>1.011218914381361</c:v>
                </c:pt>
                <c:pt idx="19063">
                  <c:v>1.0124385907429561</c:v>
                </c:pt>
                <c:pt idx="19064">
                  <c:v>1.015063815844617</c:v>
                </c:pt>
                <c:pt idx="19065">
                  <c:v>1.0162998239825658</c:v>
                </c:pt>
                <c:pt idx="19066">
                  <c:v>1.0159366896022717</c:v>
                </c:pt>
                <c:pt idx="19067">
                  <c:v>1.0138903408845574</c:v>
                </c:pt>
                <c:pt idx="19068">
                  <c:v>1.0130129206448384</c:v>
                </c:pt>
                <c:pt idx="19069">
                  <c:v>1.013140120545273</c:v>
                </c:pt>
                <c:pt idx="19070">
                  <c:v>1.0140789817912124</c:v>
                </c:pt>
                <c:pt idx="19071">
                  <c:v>1.0143332799947169</c:v>
                </c:pt>
                <c:pt idx="19072">
                  <c:v>1.0134334321367704</c:v>
                </c:pt>
                <c:pt idx="19073">
                  <c:v>1.0118176784494211</c:v>
                </c:pt>
                <c:pt idx="19074">
                  <c:v>1.0111866572181119</c:v>
                </c:pt>
                <c:pt idx="19075">
                  <c:v>1.0120260800434837</c:v>
                </c:pt>
                <c:pt idx="19076">
                  <c:v>1.0120959282316218</c:v>
                </c:pt>
                <c:pt idx="19077">
                  <c:v>1.0115562430310558</c:v>
                </c:pt>
                <c:pt idx="19078">
                  <c:v>1.0116018348484039</c:v>
                </c:pt>
                <c:pt idx="19079">
                  <c:v>1.0121374307550461</c:v>
                </c:pt>
                <c:pt idx="19080">
                  <c:v>1.0111653471708943</c:v>
                </c:pt>
                <c:pt idx="19081">
                  <c:v>1.0113960493864789</c:v>
                </c:pt>
                <c:pt idx="19082">
                  <c:v>1.01241842366609</c:v>
                </c:pt>
                <c:pt idx="19083">
                  <c:v>1.0140198267256948</c:v>
                </c:pt>
                <c:pt idx="19084">
                  <c:v>1.0136939277795134</c:v>
                </c:pt>
                <c:pt idx="19085">
                  <c:v>1.0129991796012812</c:v>
                </c:pt>
                <c:pt idx="19086">
                  <c:v>1.0131362598454197</c:v>
                </c:pt>
                <c:pt idx="19087">
                  <c:v>1.0125157539413427</c:v>
                </c:pt>
                <c:pt idx="19088">
                  <c:v>1.0112841652887523</c:v>
                </c:pt>
                <c:pt idx="19089">
                  <c:v>1.0113319160500978</c:v>
                </c:pt>
                <c:pt idx="19090">
                  <c:v>1.0123926687341731</c:v>
                </c:pt>
                <c:pt idx="19091">
                  <c:v>1.0132774293834819</c:v>
                </c:pt>
                <c:pt idx="19092">
                  <c:v>1.0137945599691145</c:v>
                </c:pt>
                <c:pt idx="19093">
                  <c:v>1.0143863392183607</c:v>
                </c:pt>
                <c:pt idx="19094">
                  <c:v>1.0141637647919413</c:v>
                </c:pt>
                <c:pt idx="19095">
                  <c:v>1.0133052924607135</c:v>
                </c:pt>
                <c:pt idx="19096">
                  <c:v>1.01289097840802</c:v>
                </c:pt>
                <c:pt idx="19097">
                  <c:v>1.0130354498604306</c:v>
                </c:pt>
                <c:pt idx="19098">
                  <c:v>1.0141838302714428</c:v>
                </c:pt>
                <c:pt idx="19099">
                  <c:v>1.0141786996045323</c:v>
                </c:pt>
                <c:pt idx="19100">
                  <c:v>1.0132533508080801</c:v>
                </c:pt>
                <c:pt idx="19101">
                  <c:v>1.0119117068103254</c:v>
                </c:pt>
                <c:pt idx="19102">
                  <c:v>1.0107041967331367</c:v>
                </c:pt>
                <c:pt idx="19103">
                  <c:v>1.0110938480255822</c:v>
                </c:pt>
                <c:pt idx="19104">
                  <c:v>1.0114197215724223</c:v>
                </c:pt>
                <c:pt idx="19105">
                  <c:v>1.0105859120014427</c:v>
                </c:pt>
                <c:pt idx="19106">
                  <c:v>1.009733941901547</c:v>
                </c:pt>
                <c:pt idx="19107">
                  <c:v>1.0120186380365293</c:v>
                </c:pt>
                <c:pt idx="19108">
                  <c:v>1.0130926237773392</c:v>
                </c:pt>
                <c:pt idx="19109">
                  <c:v>1.0131301640035457</c:v>
                </c:pt>
                <c:pt idx="19110">
                  <c:v>1.0127284480240581</c:v>
                </c:pt>
                <c:pt idx="19111">
                  <c:v>1.0118738617920251</c:v>
                </c:pt>
                <c:pt idx="19112">
                  <c:v>1.0113342273901416</c:v>
                </c:pt>
                <c:pt idx="19113">
                  <c:v>1.0125210624036411</c:v>
                </c:pt>
                <c:pt idx="19114">
                  <c:v>1.0135561871525052</c:v>
                </c:pt>
                <c:pt idx="19115">
                  <c:v>1.0128354554482857</c:v>
                </c:pt>
                <c:pt idx="19116">
                  <c:v>1.0131158895738244</c:v>
                </c:pt>
                <c:pt idx="19117">
                  <c:v>1.0146093454335794</c:v>
                </c:pt>
                <c:pt idx="19118">
                  <c:v>1.0154626870978967</c:v>
                </c:pt>
                <c:pt idx="19119">
                  <c:v>1.0160174341077592</c:v>
                </c:pt>
                <c:pt idx="19120">
                  <c:v>1.0178014330308272</c:v>
                </c:pt>
                <c:pt idx="19121">
                  <c:v>1.0187515461848919</c:v>
                </c:pt>
                <c:pt idx="19122">
                  <c:v>1.0177998836710176</c:v>
                </c:pt>
                <c:pt idx="19123">
                  <c:v>1.0160017119155929</c:v>
                </c:pt>
                <c:pt idx="19124">
                  <c:v>1.0132881987041256</c:v>
                </c:pt>
                <c:pt idx="19125">
                  <c:v>1.0129123138545786</c:v>
                </c:pt>
                <c:pt idx="19126">
                  <c:v>1.0147306526868693</c:v>
                </c:pt>
                <c:pt idx="19127">
                  <c:v>1.0160491070861621</c:v>
                </c:pt>
                <c:pt idx="19128">
                  <c:v>1.0150449695334902</c:v>
                </c:pt>
                <c:pt idx="19129">
                  <c:v>1.0131481467370735</c:v>
                </c:pt>
                <c:pt idx="19130">
                  <c:v>1.0113250836273306</c:v>
                </c:pt>
                <c:pt idx="19131">
                  <c:v>1.0115891605771745</c:v>
                </c:pt>
                <c:pt idx="19132">
                  <c:v>1.012489668817991</c:v>
                </c:pt>
                <c:pt idx="19133">
                  <c:v>1.0134323145657602</c:v>
                </c:pt>
                <c:pt idx="19134">
                  <c:v>1.0138035513358783</c:v>
                </c:pt>
                <c:pt idx="19135">
                  <c:v>1.012283908755407</c:v>
                </c:pt>
                <c:pt idx="19136">
                  <c:v>1.011108198653327</c:v>
                </c:pt>
                <c:pt idx="19137">
                  <c:v>1.0117415820233624</c:v>
                </c:pt>
                <c:pt idx="19138">
                  <c:v>1.0123756257762673</c:v>
                </c:pt>
                <c:pt idx="19139">
                  <c:v>1.0121024050636127</c:v>
                </c:pt>
                <c:pt idx="19140">
                  <c:v>1.0125196146411961</c:v>
                </c:pt>
                <c:pt idx="19141">
                  <c:v>1.0128284706294719</c:v>
                </c:pt>
                <c:pt idx="19142">
                  <c:v>1.0141647553662458</c:v>
                </c:pt>
                <c:pt idx="19143">
                  <c:v>1.0147111967915552</c:v>
                </c:pt>
                <c:pt idx="19144">
                  <c:v>1.0149864748508424</c:v>
                </c:pt>
                <c:pt idx="19145">
                  <c:v>1.0139327577842632</c:v>
                </c:pt>
                <c:pt idx="19146">
                  <c:v>1.0115451435189771</c:v>
                </c:pt>
                <c:pt idx="19147">
                  <c:v>1.0106681550680576</c:v>
                </c:pt>
                <c:pt idx="19148">
                  <c:v>1.0108115597481402</c:v>
                </c:pt>
                <c:pt idx="19149">
                  <c:v>1.0111907719113766</c:v>
                </c:pt>
                <c:pt idx="19150">
                  <c:v>1.0110859488304873</c:v>
                </c:pt>
                <c:pt idx="19151">
                  <c:v>1.0111974519380966</c:v>
                </c:pt>
                <c:pt idx="19152">
                  <c:v>1.0120713924680793</c:v>
                </c:pt>
                <c:pt idx="19153">
                  <c:v>1.0133076799987808</c:v>
                </c:pt>
                <c:pt idx="19154">
                  <c:v>1.0127095763135905</c:v>
                </c:pt>
                <c:pt idx="19155">
                  <c:v>1.0124129374084037</c:v>
                </c:pt>
                <c:pt idx="19156">
                  <c:v>1.0132181727205996</c:v>
                </c:pt>
                <c:pt idx="19157">
                  <c:v>1.0137534892344893</c:v>
                </c:pt>
                <c:pt idx="19158">
                  <c:v>1.0132533508080801</c:v>
                </c:pt>
                <c:pt idx="19159">
                  <c:v>1.0113819527521457</c:v>
                </c:pt>
                <c:pt idx="19160">
                  <c:v>1.0104269375252406</c:v>
                </c:pt>
                <c:pt idx="19161">
                  <c:v>1.0114105016115882</c:v>
                </c:pt>
                <c:pt idx="19162">
                  <c:v>1.0122593729918645</c:v>
                </c:pt>
                <c:pt idx="19163">
                  <c:v>1.011347460446876</c:v>
                </c:pt>
                <c:pt idx="19164">
                  <c:v>1.0098283258532275</c:v>
                </c:pt>
                <c:pt idx="19165">
                  <c:v>1.0094398683298156</c:v>
                </c:pt>
                <c:pt idx="19166">
                  <c:v>1.0098124004663318</c:v>
                </c:pt>
                <c:pt idx="19167">
                  <c:v>1.0106583001236948</c:v>
                </c:pt>
                <c:pt idx="19168">
                  <c:v>1.011626497608652</c:v>
                </c:pt>
                <c:pt idx="19169">
                  <c:v>1.0126515134197418</c:v>
                </c:pt>
                <c:pt idx="19170">
                  <c:v>1.0119376649369716</c:v>
                </c:pt>
                <c:pt idx="19171">
                  <c:v>1.0117064039358818</c:v>
                </c:pt>
                <c:pt idx="19172">
                  <c:v>1.0128537175745662</c:v>
                </c:pt>
                <c:pt idx="19173">
                  <c:v>1.0122370215716605</c:v>
                </c:pt>
                <c:pt idx="19174">
                  <c:v>1.0114479910391125</c:v>
                </c:pt>
                <c:pt idx="19175">
                  <c:v>1.0110981913129173</c:v>
                </c:pt>
                <c:pt idx="19176">
                  <c:v>1.0107487725768394</c:v>
                </c:pt>
                <c:pt idx="19177">
                  <c:v>1.0116175316412293</c:v>
                </c:pt>
                <c:pt idx="19178">
                  <c:v>1.0133727785101254</c:v>
                </c:pt>
                <c:pt idx="19179">
                  <c:v>1.0149874400258057</c:v>
                </c:pt>
                <c:pt idx="19180">
                  <c:v>1.0149965837886166</c:v>
                </c:pt>
                <c:pt idx="19181">
                  <c:v>1.0136868921620172</c:v>
                </c:pt>
                <c:pt idx="19182">
                  <c:v>1.0125758233831414</c:v>
                </c:pt>
                <c:pt idx="19183">
                  <c:v>1.0117796302363917</c:v>
                </c:pt>
                <c:pt idx="19184">
                  <c:v>1.0116380543088712</c:v>
                </c:pt>
                <c:pt idx="19185">
                  <c:v>1.0118378709256282</c:v>
                </c:pt>
                <c:pt idx="19186">
                  <c:v>1.012335774210017</c:v>
                </c:pt>
                <c:pt idx="19187">
                  <c:v>1.013114721204132</c:v>
                </c:pt>
                <c:pt idx="19188">
                  <c:v>1.0138769300324351</c:v>
                </c:pt>
                <c:pt idx="19189">
                  <c:v>1.0157338504639191</c:v>
                </c:pt>
                <c:pt idx="19190">
                  <c:v>1.0157619675345622</c:v>
                </c:pt>
                <c:pt idx="19191">
                  <c:v>1.0155490956564586</c:v>
                </c:pt>
                <c:pt idx="19192">
                  <c:v>1.0157406574873449</c:v>
                </c:pt>
                <c:pt idx="19193">
                  <c:v>1.0151434173797531</c:v>
                </c:pt>
                <c:pt idx="19194">
                  <c:v>1.0150475856656278</c:v>
                </c:pt>
                <c:pt idx="19195">
                  <c:v>1.015728465803597</c:v>
                </c:pt>
                <c:pt idx="19196">
                  <c:v>1.0161698047552647</c:v>
                </c:pt>
                <c:pt idx="19197">
                  <c:v>1.0146149840873129</c:v>
                </c:pt>
                <c:pt idx="19198">
                  <c:v>1.0129187652872285</c:v>
                </c:pt>
                <c:pt idx="19199">
                  <c:v>1.0124201762206289</c:v>
                </c:pt>
                <c:pt idx="19200">
                  <c:v>1.0129804094881778</c:v>
                </c:pt>
                <c:pt idx="19201">
                  <c:v>1.011948358059592</c:v>
                </c:pt>
                <c:pt idx="19202">
                  <c:v>1.0108552720142439</c:v>
                </c:pt>
                <c:pt idx="19203">
                  <c:v>1.0095126120428437</c:v>
                </c:pt>
                <c:pt idx="19204">
                  <c:v>1.0096944205267315</c:v>
                </c:pt>
                <c:pt idx="19205">
                  <c:v>1.0115065365204428</c:v>
                </c:pt>
                <c:pt idx="19206">
                  <c:v>1.0128249909197355</c:v>
                </c:pt>
                <c:pt idx="19207">
                  <c:v>1.0140718191770106</c:v>
                </c:pt>
                <c:pt idx="19208">
                  <c:v>1.0147068535042201</c:v>
                </c:pt>
                <c:pt idx="19209">
                  <c:v>1.0153661188028782</c:v>
                </c:pt>
                <c:pt idx="19210">
                  <c:v>1.0157668950067436</c:v>
                </c:pt>
                <c:pt idx="19211">
                  <c:v>1.0156379425517703</c:v>
                </c:pt>
                <c:pt idx="19212">
                  <c:v>1.0154701545041922</c:v>
                </c:pt>
                <c:pt idx="19213">
                  <c:v>1.0154306331293765</c:v>
                </c:pt>
                <c:pt idx="19214">
                  <c:v>1.0158944250986131</c:v>
                </c:pt>
                <c:pt idx="19215">
                  <c:v>1.0170741482965933</c:v>
                </c:pt>
                <c:pt idx="19216">
                  <c:v>1.015690823980026</c:v>
                </c:pt>
                <c:pt idx="19217">
                  <c:v>1.0133577928988522</c:v>
                </c:pt>
                <c:pt idx="19218">
                  <c:v>1.0120054049797949</c:v>
                </c:pt>
                <c:pt idx="19219">
                  <c:v>1.011426300001778</c:v>
                </c:pt>
                <c:pt idx="19220">
                  <c:v>1.0119801580347005</c:v>
                </c:pt>
                <c:pt idx="19221">
                  <c:v>1.0124376763666751</c:v>
                </c:pt>
                <c:pt idx="19222">
                  <c:v>1.0135650261232223</c:v>
                </c:pt>
                <c:pt idx="19223">
                  <c:v>1.0135508786902068</c:v>
                </c:pt>
                <c:pt idx="19224">
                  <c:v>1.0135862599724164</c:v>
                </c:pt>
                <c:pt idx="19225">
                  <c:v>1.0130862231433717</c:v>
                </c:pt>
                <c:pt idx="19226">
                  <c:v>1.0115616276913777</c:v>
                </c:pt>
                <c:pt idx="19227">
                  <c:v>1.0102294576478685</c:v>
                </c:pt>
                <c:pt idx="19228">
                  <c:v>1.01055624557099</c:v>
                </c:pt>
                <c:pt idx="19229">
                  <c:v>1.0120195270134693</c:v>
                </c:pt>
                <c:pt idx="19230">
                  <c:v>1.0136223524361778</c:v>
                </c:pt>
                <c:pt idx="19231">
                  <c:v>1.0137055352784148</c:v>
                </c:pt>
                <c:pt idx="19232">
                  <c:v>1.0134758236371348</c:v>
                </c:pt>
                <c:pt idx="19233">
                  <c:v>1.0118569712301664</c:v>
                </c:pt>
                <c:pt idx="19234">
                  <c:v>1.0106366598850425</c:v>
                </c:pt>
                <c:pt idx="19235">
                  <c:v>1.0108327427986519</c:v>
                </c:pt>
                <c:pt idx="19236">
                  <c:v>1.0109786874128486</c:v>
                </c:pt>
                <c:pt idx="19237">
                  <c:v>1.0114847438857435</c:v>
                </c:pt>
                <c:pt idx="19238">
                  <c:v>1.0116681017294411</c:v>
                </c:pt>
                <c:pt idx="19239">
                  <c:v>1.0120799266467029</c:v>
                </c:pt>
                <c:pt idx="19240">
                  <c:v>1.0132603356268939</c:v>
                </c:pt>
                <c:pt idx="19241">
                  <c:v>1.0138872929636205</c:v>
                </c:pt>
                <c:pt idx="19242">
                  <c:v>1.0130755046214102</c:v>
                </c:pt>
                <c:pt idx="19243">
                  <c:v>1.0124684095694558</c:v>
                </c:pt>
                <c:pt idx="19244">
                  <c:v>1.013851200499859</c:v>
                </c:pt>
                <c:pt idx="19245">
                  <c:v>1.0147020784280856</c:v>
                </c:pt>
                <c:pt idx="19246">
                  <c:v>1.0152930956970976</c:v>
                </c:pt>
                <c:pt idx="19247">
                  <c:v>1.0153962170221305</c:v>
                </c:pt>
                <c:pt idx="19248">
                  <c:v>1.0151892123918305</c:v>
                </c:pt>
                <c:pt idx="19249">
                  <c:v>1.0133496905090282</c:v>
                </c:pt>
                <c:pt idx="19250">
                  <c:v>1.0126042960445607</c:v>
                </c:pt>
                <c:pt idx="19251">
                  <c:v>1.0134811828981156</c:v>
                </c:pt>
                <c:pt idx="19252">
                  <c:v>1.0135600224530175</c:v>
                </c:pt>
                <c:pt idx="19253">
                  <c:v>1.0132200014731618</c:v>
                </c:pt>
                <c:pt idx="19254">
                  <c:v>1.0148405048373046</c:v>
                </c:pt>
                <c:pt idx="19255">
                  <c:v>1.0160191612629568</c:v>
                </c:pt>
                <c:pt idx="19256">
                  <c:v>1.015325937045193</c:v>
                </c:pt>
                <c:pt idx="19257">
                  <c:v>1.0146931124606628</c:v>
                </c:pt>
                <c:pt idx="19258">
                  <c:v>1.0142372704852036</c:v>
                </c:pt>
                <c:pt idx="19259">
                  <c:v>1.0140471310174215</c:v>
                </c:pt>
                <c:pt idx="19260">
                  <c:v>1.0145312424595705</c:v>
                </c:pt>
                <c:pt idx="19261">
                  <c:v>1.0145633726261141</c:v>
                </c:pt>
                <c:pt idx="19262">
                  <c:v>1.0133273136894829</c:v>
                </c:pt>
                <c:pt idx="19263">
                  <c:v>1.0124511380174799</c:v>
                </c:pt>
                <c:pt idx="19264">
                  <c:v>1.0128283436327661</c:v>
                </c:pt>
                <c:pt idx="19265">
                  <c:v>1.0128545557528237</c:v>
                </c:pt>
                <c:pt idx="19266">
                  <c:v>1.0131468259713343</c:v>
                </c:pt>
                <c:pt idx="19267">
                  <c:v>1.0139746666971459</c:v>
                </c:pt>
                <c:pt idx="19268">
                  <c:v>1.0131051202531807</c:v>
                </c:pt>
                <c:pt idx="19269">
                  <c:v>1.0135861075763695</c:v>
                </c:pt>
                <c:pt idx="19270">
                  <c:v>1.0145082814551791</c:v>
                </c:pt>
                <c:pt idx="19271">
                  <c:v>1.0132824584530278</c:v>
                </c:pt>
                <c:pt idx="19272">
                  <c:v>1.011322264300464</c:v>
                </c:pt>
                <c:pt idx="19273">
                  <c:v>1.0114927700775442</c:v>
                </c:pt>
                <c:pt idx="19274">
                  <c:v>1.0123210679914962</c:v>
                </c:pt>
                <c:pt idx="19275">
                  <c:v>1.0125250754995416</c:v>
                </c:pt>
                <c:pt idx="19276">
                  <c:v>1.0117941078608421</c:v>
                </c:pt>
                <c:pt idx="19277">
                  <c:v>1.0104877943466146</c:v>
                </c:pt>
                <c:pt idx="19278">
                  <c:v>1.011379666811443</c:v>
                </c:pt>
                <c:pt idx="19279">
                  <c:v>1.0127558539131496</c:v>
                </c:pt>
                <c:pt idx="19280">
                  <c:v>1.0140304690496329</c:v>
                </c:pt>
                <c:pt idx="19281">
                  <c:v>1.0139349675269425</c:v>
                </c:pt>
                <c:pt idx="19282">
                  <c:v>1.0135976642765887</c:v>
                </c:pt>
                <c:pt idx="19283">
                  <c:v>1.0118962894102528</c:v>
                </c:pt>
                <c:pt idx="19284">
                  <c:v>1.0099423688949509</c:v>
                </c:pt>
                <c:pt idx="19285">
                  <c:v>1.0107132896972653</c:v>
                </c:pt>
                <c:pt idx="19286">
                  <c:v>1.0119679663509529</c:v>
                </c:pt>
                <c:pt idx="19287">
                  <c:v>1.0140552334072455</c:v>
                </c:pt>
                <c:pt idx="19288">
                  <c:v>1.0160525613965574</c:v>
                </c:pt>
                <c:pt idx="19289">
                  <c:v>1.0164117842783158</c:v>
                </c:pt>
                <c:pt idx="19290">
                  <c:v>1.0153226351308446</c:v>
                </c:pt>
                <c:pt idx="19291">
                  <c:v>1.0145576577743574</c:v>
                </c:pt>
                <c:pt idx="19292">
                  <c:v>1.0148327072395742</c:v>
                </c:pt>
                <c:pt idx="19293">
                  <c:v>1.0143300796777333</c:v>
                </c:pt>
                <c:pt idx="19294">
                  <c:v>1.012065372824229</c:v>
                </c:pt>
                <c:pt idx="19295">
                  <c:v>1.0113380626906538</c:v>
                </c:pt>
                <c:pt idx="19296">
                  <c:v>1.0119654010174977</c:v>
                </c:pt>
                <c:pt idx="19297">
                  <c:v>1.0119829773615672</c:v>
                </c:pt>
                <c:pt idx="19298">
                  <c:v>1.0130953669061824</c:v>
                </c:pt>
                <c:pt idx="19299">
                  <c:v>1.0141341491601708</c:v>
                </c:pt>
                <c:pt idx="19300">
                  <c:v>1.0147661863651256</c:v>
                </c:pt>
                <c:pt idx="19301">
                  <c:v>1.0156289765843474</c:v>
                </c:pt>
                <c:pt idx="19302">
                  <c:v>1.014510440399176</c:v>
                </c:pt>
                <c:pt idx="19303">
                  <c:v>1.0130033450932283</c:v>
                </c:pt>
                <c:pt idx="19304">
                  <c:v>1.0120677857616374</c:v>
                </c:pt>
                <c:pt idx="19305">
                  <c:v>1.0118027944355124</c:v>
                </c:pt>
                <c:pt idx="19306">
                  <c:v>1.0114693518850122</c:v>
                </c:pt>
                <c:pt idx="19307">
                  <c:v>1.0129215846140951</c:v>
                </c:pt>
                <c:pt idx="19308">
                  <c:v>1.0147302716967521</c:v>
                </c:pt>
                <c:pt idx="19309">
                  <c:v>1.0153978679793045</c:v>
                </c:pt>
                <c:pt idx="19310">
                  <c:v>1.0146376402996107</c:v>
                </c:pt>
                <c:pt idx="19311">
                  <c:v>1.0130006273637262</c:v>
                </c:pt>
                <c:pt idx="19312">
                  <c:v>1.0119889970054177</c:v>
                </c:pt>
                <c:pt idx="19313">
                  <c:v>1.0131916812077895</c:v>
                </c:pt>
                <c:pt idx="19314">
                  <c:v>1.0136830314621639</c:v>
                </c:pt>
                <c:pt idx="19315">
                  <c:v>1.0144376712868068</c:v>
                </c:pt>
                <c:pt idx="19316">
                  <c:v>1.0138696658208686</c:v>
                </c:pt>
                <c:pt idx="19317">
                  <c:v>1.0135206280749078</c:v>
                </c:pt>
                <c:pt idx="19318">
                  <c:v>1.0125767123600813</c:v>
                </c:pt>
                <c:pt idx="19319">
                  <c:v>1.0130081455687039</c:v>
                </c:pt>
                <c:pt idx="19320">
                  <c:v>1.0142748107114101</c:v>
                </c:pt>
                <c:pt idx="19321">
                  <c:v>1.014887747611827</c:v>
                </c:pt>
                <c:pt idx="19322">
                  <c:v>1.0147293319211299</c:v>
                </c:pt>
                <c:pt idx="19323">
                  <c:v>1.0141299328695415</c:v>
                </c:pt>
                <c:pt idx="19324">
                  <c:v>1.0136888733106264</c:v>
                </c:pt>
                <c:pt idx="19325">
                  <c:v>1.014181722126128</c:v>
                </c:pt>
                <c:pt idx="19326">
                  <c:v>1.014432464421873</c:v>
                </c:pt>
                <c:pt idx="19327">
                  <c:v>1.0135128304771774</c:v>
                </c:pt>
                <c:pt idx="19328">
                  <c:v>1.0124754451869518</c:v>
                </c:pt>
                <c:pt idx="19329">
                  <c:v>1.0129749486298325</c:v>
                </c:pt>
                <c:pt idx="19330">
                  <c:v>1.0132791819380205</c:v>
                </c:pt>
                <c:pt idx="19331">
                  <c:v>1.0133000093977562</c:v>
                </c:pt>
                <c:pt idx="19332">
                  <c:v>1.0137053574830268</c:v>
                </c:pt>
                <c:pt idx="19333">
                  <c:v>1.0132023489310686</c:v>
                </c:pt>
                <c:pt idx="19334">
                  <c:v>1.0120620455105394</c:v>
                </c:pt>
                <c:pt idx="19335">
                  <c:v>1.0123237603216573</c:v>
                </c:pt>
                <c:pt idx="19336">
                  <c:v>1.0134467159921872</c:v>
                </c:pt>
                <c:pt idx="19337">
                  <c:v>1.015614702154626</c:v>
                </c:pt>
                <c:pt idx="19338">
                  <c:v>1.0158055274046192</c:v>
                </c:pt>
                <c:pt idx="19339">
                  <c:v>1.0138026623589385</c:v>
                </c:pt>
                <c:pt idx="19340">
                  <c:v>1.0128446246104377</c:v>
                </c:pt>
                <c:pt idx="19341">
                  <c:v>1.0124322409076709</c:v>
                </c:pt>
                <c:pt idx="19342">
                  <c:v>1.011438898074984</c:v>
                </c:pt>
                <c:pt idx="19343">
                  <c:v>1.0117694704999352</c:v>
                </c:pt>
                <c:pt idx="19344">
                  <c:v>1.0130024053176061</c:v>
                </c:pt>
                <c:pt idx="19345">
                  <c:v>1.0136853428022077</c:v>
                </c:pt>
                <c:pt idx="19346">
                  <c:v>1.0148375839130732</c:v>
                </c:pt>
                <c:pt idx="19347">
                  <c:v>1.0152691949170838</c:v>
                </c:pt>
                <c:pt idx="19348">
                  <c:v>1.0140538364434826</c:v>
                </c:pt>
                <c:pt idx="19349">
                  <c:v>1.0116885481990596</c:v>
                </c:pt>
                <c:pt idx="19350">
                  <c:v>1.0103753260640418</c:v>
                </c:pt>
                <c:pt idx="19351">
                  <c:v>1.0106598240841633</c:v>
                </c:pt>
                <c:pt idx="19352">
                  <c:v>1.0117694451005941</c:v>
                </c:pt>
                <c:pt idx="19353">
                  <c:v>1.0132407019361918</c:v>
                </c:pt>
                <c:pt idx="19354">
                  <c:v>1.0139131494929021</c:v>
                </c:pt>
                <c:pt idx="19355">
                  <c:v>1.0135760240379366</c:v>
                </c:pt>
                <c:pt idx="19356">
                  <c:v>1.0118765033235038</c:v>
                </c:pt>
                <c:pt idx="19357">
                  <c:v>1.0104976238916363</c:v>
                </c:pt>
                <c:pt idx="19358">
                  <c:v>1.0107235764304274</c:v>
                </c:pt>
                <c:pt idx="19359">
                  <c:v>1.0129172667261011</c:v>
                </c:pt>
                <c:pt idx="19360">
                  <c:v>1.0134487987381606</c:v>
                </c:pt>
                <c:pt idx="19361">
                  <c:v>1.012579176096172</c:v>
                </c:pt>
                <c:pt idx="19362">
                  <c:v>1.0134011495741801</c:v>
                </c:pt>
                <c:pt idx="19363">
                  <c:v>1.0144342169764116</c:v>
                </c:pt>
                <c:pt idx="19364">
                  <c:v>1.0155395963028719</c:v>
                </c:pt>
                <c:pt idx="19365">
                  <c:v>1.015640787277978</c:v>
                </c:pt>
                <c:pt idx="19366">
                  <c:v>1.0161384619682965</c:v>
                </c:pt>
                <c:pt idx="19367">
                  <c:v>1.0161352870506539</c:v>
                </c:pt>
                <c:pt idx="19368">
                  <c:v>1.0154837177523615</c:v>
                </c:pt>
                <c:pt idx="19369">
                  <c:v>1.0145291851129381</c:v>
                </c:pt>
                <c:pt idx="19370">
                  <c:v>1.0146893787575151</c:v>
                </c:pt>
                <c:pt idx="19371">
                  <c:v>1.0127852409508498</c:v>
                </c:pt>
                <c:pt idx="19372">
                  <c:v>1.0117156492960573</c:v>
                </c:pt>
                <c:pt idx="19373">
                  <c:v>1.0124096862927376</c:v>
                </c:pt>
                <c:pt idx="19374">
                  <c:v>1.0122313321192449</c:v>
                </c:pt>
                <c:pt idx="19375">
                  <c:v>1.0120141169538062</c:v>
                </c:pt>
                <c:pt idx="19376">
                  <c:v>1.0133652603051477</c:v>
                </c:pt>
                <c:pt idx="19377">
                  <c:v>1.0141290946912838</c:v>
                </c:pt>
                <c:pt idx="19378">
                  <c:v>1.01469461102179</c:v>
                </c:pt>
                <c:pt idx="19379">
                  <c:v>1.0151192626063279</c:v>
                </c:pt>
                <c:pt idx="19380">
                  <c:v>1.0141949551828626</c:v>
                </c:pt>
                <c:pt idx="19381">
                  <c:v>1.0136896098915193</c:v>
                </c:pt>
                <c:pt idx="19382">
                  <c:v>1.0135385346104122</c:v>
                </c:pt>
                <c:pt idx="19383">
                  <c:v>1.0135581683011143</c:v>
                </c:pt>
                <c:pt idx="19384">
                  <c:v>1.0148481246396468</c:v>
                </c:pt>
                <c:pt idx="19385">
                  <c:v>1.0148962055924269</c:v>
                </c:pt>
                <c:pt idx="19386">
                  <c:v>1.0141261229683702</c:v>
                </c:pt>
                <c:pt idx="19387">
                  <c:v>1.0130702469577939</c:v>
                </c:pt>
                <c:pt idx="19388">
                  <c:v>1.0137496793333181</c:v>
                </c:pt>
                <c:pt idx="19389">
                  <c:v>1.016159949810902</c:v>
                </c:pt>
                <c:pt idx="19390">
                  <c:v>1.0171895883020794</c:v>
                </c:pt>
                <c:pt idx="19391">
                  <c:v>1.0160671406183723</c:v>
                </c:pt>
                <c:pt idx="19392">
                  <c:v>1.0140311548318437</c:v>
                </c:pt>
                <c:pt idx="19393">
                  <c:v>1.0128276578505553</c:v>
                </c:pt>
                <c:pt idx="19394">
                  <c:v>1.0136283974793694</c:v>
                </c:pt>
                <c:pt idx="19395">
                  <c:v>1.0131682884145985</c:v>
                </c:pt>
                <c:pt idx="19396">
                  <c:v>1.0116344984011114</c:v>
                </c:pt>
                <c:pt idx="19397">
                  <c:v>1.0130994562001061</c:v>
                </c:pt>
                <c:pt idx="19398">
                  <c:v>1.0142883231608972</c:v>
                </c:pt>
                <c:pt idx="19399">
                  <c:v>1.0148277289687107</c:v>
                </c:pt>
                <c:pt idx="19400">
                  <c:v>1.0156647642560153</c:v>
                </c:pt>
                <c:pt idx="19401">
                  <c:v>1.0158264310623784</c:v>
                </c:pt>
                <c:pt idx="19402">
                  <c:v>1.0148040059840848</c:v>
                </c:pt>
                <c:pt idx="19403">
                  <c:v>1.0141634092011653</c:v>
                </c:pt>
                <c:pt idx="19404">
                  <c:v>1.0160929463489716</c:v>
                </c:pt>
                <c:pt idx="19405">
                  <c:v>1.0166220654236229</c:v>
                </c:pt>
                <c:pt idx="19406">
                  <c:v>1.0158780171242359</c:v>
                </c:pt>
                <c:pt idx="19407">
                  <c:v>1.0150753725448363</c:v>
                </c:pt>
                <c:pt idx="19408">
                  <c:v>1.0137428469105512</c:v>
                </c:pt>
                <c:pt idx="19409">
                  <c:v>1.0127827772147591</c:v>
                </c:pt>
                <c:pt idx="19410">
                  <c:v>1.0136843776272444</c:v>
                </c:pt>
                <c:pt idx="19411">
                  <c:v>1.0148810421857657</c:v>
                </c:pt>
                <c:pt idx="19412">
                  <c:v>1.0144850664573761</c:v>
                </c:pt>
                <c:pt idx="19413">
                  <c:v>1.0128747990277132</c:v>
                </c:pt>
                <c:pt idx="19414">
                  <c:v>1.0122628273022598</c:v>
                </c:pt>
                <c:pt idx="19415">
                  <c:v>1.0116244656613607</c:v>
                </c:pt>
                <c:pt idx="19416">
                  <c:v>1.0109818623304911</c:v>
                </c:pt>
                <c:pt idx="19417">
                  <c:v>1.0112506381584461</c:v>
                </c:pt>
                <c:pt idx="19418">
                  <c:v>1.0127120908483633</c:v>
                </c:pt>
                <c:pt idx="19419">
                  <c:v>1.0141047875218117</c:v>
                </c:pt>
                <c:pt idx="19420">
                  <c:v>1.0131995804028844</c:v>
                </c:pt>
                <c:pt idx="19421">
                  <c:v>1.012143323402191</c:v>
                </c:pt>
                <c:pt idx="19422">
                  <c:v>1.012533431882777</c:v>
                </c:pt>
                <c:pt idx="19423">
                  <c:v>1.0120835587524859</c:v>
                </c:pt>
                <c:pt idx="19424">
                  <c:v>1.011527465577543</c:v>
                </c:pt>
                <c:pt idx="19425">
                  <c:v>1.0111536888733106</c:v>
                </c:pt>
                <c:pt idx="19426">
                  <c:v>1.011425055434062</c:v>
                </c:pt>
                <c:pt idx="19427">
                  <c:v>1.0127026168941178</c:v>
                </c:pt>
                <c:pt idx="19428">
                  <c:v>1.0127131322213503</c:v>
                </c:pt>
                <c:pt idx="19429">
                  <c:v>1.0117546626840499</c:v>
                </c:pt>
                <c:pt idx="19430">
                  <c:v>1.0120387035160308</c:v>
                </c:pt>
                <c:pt idx="19431">
                  <c:v>1.0122824101942796</c:v>
                </c:pt>
                <c:pt idx="19432">
                  <c:v>1.0118269746082786</c:v>
                </c:pt>
                <c:pt idx="19433">
                  <c:v>1.0104475617902471</c:v>
                </c:pt>
                <c:pt idx="19434">
                  <c:v>1.0093645084846499</c:v>
                </c:pt>
                <c:pt idx="19435">
                  <c:v>1.009067844180122</c:v>
                </c:pt>
                <c:pt idx="19436">
                  <c:v>1.0098422446921727</c:v>
                </c:pt>
                <c:pt idx="19437">
                  <c:v>1.0116906055456922</c:v>
                </c:pt>
                <c:pt idx="19438">
                  <c:v>1.0138362402879268</c:v>
                </c:pt>
                <c:pt idx="19439">
                  <c:v>1.016266550845671</c:v>
                </c:pt>
                <c:pt idx="19440">
                  <c:v>1.0164383011904672</c:v>
                </c:pt>
                <c:pt idx="19441">
                  <c:v>1.0149173886429386</c:v>
                </c:pt>
                <c:pt idx="19442">
                  <c:v>1.0136134118680962</c:v>
                </c:pt>
                <c:pt idx="19443">
                  <c:v>1.0121079675193225</c:v>
                </c:pt>
                <c:pt idx="19444">
                  <c:v>1.0105130412917089</c:v>
                </c:pt>
                <c:pt idx="19445">
                  <c:v>1.0095197746570455</c:v>
                </c:pt>
                <c:pt idx="19446">
                  <c:v>1.0096475333429851</c:v>
                </c:pt>
                <c:pt idx="19447">
                  <c:v>1.0105270109293365</c:v>
                </c:pt>
                <c:pt idx="19448">
                  <c:v>1.0109854182382509</c:v>
                </c:pt>
                <c:pt idx="19449">
                  <c:v>1.011614966307774</c:v>
                </c:pt>
                <c:pt idx="19450">
                  <c:v>1.0112029889944656</c:v>
                </c:pt>
                <c:pt idx="19451">
                  <c:v>1.0103819806914209</c:v>
                </c:pt>
                <c:pt idx="19452">
                  <c:v>1.0095325251262983</c:v>
                </c:pt>
                <c:pt idx="19453">
                  <c:v>1.0090133879927154</c:v>
                </c:pt>
                <c:pt idx="19454">
                  <c:v>1.0095704717419629</c:v>
                </c:pt>
                <c:pt idx="19455">
                  <c:v>1.0089458257452801</c:v>
                </c:pt>
                <c:pt idx="19456">
                  <c:v>1.0067858403753007</c:v>
                </c:pt>
                <c:pt idx="19457">
                  <c:v>1.0060865965136865</c:v>
                </c:pt>
                <c:pt idx="19458">
                  <c:v>1.0084747949638186</c:v>
                </c:pt>
                <c:pt idx="19459">
                  <c:v>1.010560233267549</c:v>
                </c:pt>
                <c:pt idx="19460">
                  <c:v>1.0105537818348993</c:v>
                </c:pt>
                <c:pt idx="19461">
                  <c:v>1.0117287045574037</c:v>
                </c:pt>
                <c:pt idx="19462">
                  <c:v>1.0123410572729743</c:v>
                </c:pt>
                <c:pt idx="19463">
                  <c:v>1.0123299577608957</c:v>
                </c:pt>
                <c:pt idx="19464">
                  <c:v>1.011598228141962</c:v>
                </c:pt>
                <c:pt idx="19465">
                  <c:v>1.0110247872170195</c:v>
                </c:pt>
                <c:pt idx="19466">
                  <c:v>1.0129047956496009</c:v>
                </c:pt>
                <c:pt idx="19467">
                  <c:v>1.0133612218099062</c:v>
                </c:pt>
                <c:pt idx="19468">
                  <c:v>1.0121427646166858</c:v>
                </c:pt>
                <c:pt idx="19469">
                  <c:v>1.0123740510171166</c:v>
                </c:pt>
                <c:pt idx="19470">
                  <c:v>1.0132576686960739</c:v>
                </c:pt>
                <c:pt idx="19471">
                  <c:v>1.0133297266268912</c:v>
                </c:pt>
                <c:pt idx="19472">
                  <c:v>1.012694006517471</c:v>
                </c:pt>
                <c:pt idx="19473">
                  <c:v>1.012847240742575</c:v>
                </c:pt>
                <c:pt idx="19474">
                  <c:v>1.0129011127451355</c:v>
                </c:pt>
                <c:pt idx="19475">
                  <c:v>1.0121139109651496</c:v>
                </c:pt>
                <c:pt idx="19476">
                  <c:v>1.0118067313333892</c:v>
                </c:pt>
                <c:pt idx="19477">
                  <c:v>1.012276365151088</c:v>
                </c:pt>
                <c:pt idx="19478">
                  <c:v>1.0121095168791321</c:v>
                </c:pt>
                <c:pt idx="19479">
                  <c:v>1.0115582495790059</c:v>
                </c:pt>
                <c:pt idx="19480">
                  <c:v>1.0123999329457394</c:v>
                </c:pt>
                <c:pt idx="19481">
                  <c:v>1.0138549342030068</c:v>
                </c:pt>
                <c:pt idx="19482">
                  <c:v>1.0131464957798995</c:v>
                </c:pt>
                <c:pt idx="19483">
                  <c:v>1.0123473055108951</c:v>
                </c:pt>
                <c:pt idx="19484">
                  <c:v>1.0123642722707773</c:v>
                </c:pt>
                <c:pt idx="19485">
                  <c:v>1.012484995339221</c:v>
                </c:pt>
                <c:pt idx="19486">
                  <c:v>1.0116589833659715</c:v>
                </c:pt>
                <c:pt idx="19487">
                  <c:v>1.0107008440201062</c:v>
                </c:pt>
                <c:pt idx="19488">
                  <c:v>1.0119404080658148</c:v>
                </c:pt>
                <c:pt idx="19489">
                  <c:v>1.0124714066917104</c:v>
                </c:pt>
                <c:pt idx="19490">
                  <c:v>1.0122873122671199</c:v>
                </c:pt>
                <c:pt idx="19491">
                  <c:v>1.0133965522934336</c:v>
                </c:pt>
                <c:pt idx="19492">
                  <c:v>1.0138223214489817</c:v>
                </c:pt>
                <c:pt idx="19493">
                  <c:v>1.0137623282052064</c:v>
                </c:pt>
                <c:pt idx="19494">
                  <c:v>1.0112844192821637</c:v>
                </c:pt>
                <c:pt idx="19495">
                  <c:v>1.0084603427387093</c:v>
                </c:pt>
                <c:pt idx="19496">
                  <c:v>1.0087620615121244</c:v>
                </c:pt>
                <c:pt idx="19497">
                  <c:v>1.0105356721046657</c:v>
                </c:pt>
                <c:pt idx="19498">
                  <c:v>1.0121864768827897</c:v>
                </c:pt>
                <c:pt idx="19499">
                  <c:v>1.0133590882652503</c:v>
                </c:pt>
                <c:pt idx="19500">
                  <c:v>1.0142331557919388</c:v>
                </c:pt>
                <c:pt idx="19501">
                  <c:v>1.0143539042597236</c:v>
                </c:pt>
                <c:pt idx="19502">
                  <c:v>1.0131011071572804</c:v>
                </c:pt>
                <c:pt idx="19503">
                  <c:v>1.0115882462008936</c:v>
                </c:pt>
                <c:pt idx="19504">
                  <c:v>1.0122556900873991</c:v>
                </c:pt>
                <c:pt idx="19505">
                  <c:v>1.0133392767791602</c:v>
                </c:pt>
                <c:pt idx="19506">
                  <c:v>1.013269733383116</c:v>
                </c:pt>
                <c:pt idx="19507">
                  <c:v>1.0126796558897262</c:v>
                </c:pt>
                <c:pt idx="19508">
                  <c:v>1.0119951690453151</c:v>
                </c:pt>
                <c:pt idx="19509">
                  <c:v>1.011639984658798</c:v>
                </c:pt>
                <c:pt idx="19510">
                  <c:v>1.0112018968227965</c:v>
                </c:pt>
                <c:pt idx="19511">
                  <c:v>1.0120412180508038</c:v>
                </c:pt>
                <c:pt idx="19512">
                  <c:v>1.0124765627579622</c:v>
                </c:pt>
                <c:pt idx="19513">
                  <c:v>1.0124592912059862</c:v>
                </c:pt>
                <c:pt idx="19514">
                  <c:v>1.0126678197967545</c:v>
                </c:pt>
                <c:pt idx="19515">
                  <c:v>1.0130432728575021</c:v>
                </c:pt>
                <c:pt idx="19516">
                  <c:v>1.0129110692868628</c:v>
                </c:pt>
                <c:pt idx="19517">
                  <c:v>1.0115015328502379</c:v>
                </c:pt>
                <c:pt idx="19518">
                  <c:v>1.0109689086665092</c:v>
                </c:pt>
                <c:pt idx="19519">
                  <c:v>1.0113901821386753</c:v>
                </c:pt>
                <c:pt idx="19520">
                  <c:v>1.0136945373637007</c:v>
                </c:pt>
                <c:pt idx="19521">
                  <c:v>1.0140966597326466</c:v>
                </c:pt>
                <c:pt idx="19522">
                  <c:v>1.0132016885481991</c:v>
                </c:pt>
                <c:pt idx="19523">
                  <c:v>1.0140448450767188</c:v>
                </c:pt>
                <c:pt idx="19524">
                  <c:v>1.0135500405119491</c:v>
                </c:pt>
                <c:pt idx="19525">
                  <c:v>1.0121847751269333</c:v>
                </c:pt>
                <c:pt idx="19526">
                  <c:v>1.0111360617305587</c:v>
                </c:pt>
                <c:pt idx="19527">
                  <c:v>1.0116688637096753</c:v>
                </c:pt>
                <c:pt idx="19528">
                  <c:v>1.0129746184383976</c:v>
                </c:pt>
                <c:pt idx="19529">
                  <c:v>1.0140597798893096</c:v>
                </c:pt>
                <c:pt idx="19530">
                  <c:v>1.0137018015752672</c:v>
                </c:pt>
                <c:pt idx="19531">
                  <c:v>1.0117554754629665</c:v>
                </c:pt>
                <c:pt idx="19532">
                  <c:v>1.0120206699838206</c:v>
                </c:pt>
                <c:pt idx="19533">
                  <c:v>1.0131418730998119</c:v>
                </c:pt>
                <c:pt idx="19534">
                  <c:v>1.0141784202117796</c:v>
                </c:pt>
                <c:pt idx="19535">
                  <c:v>1.0142969589368851</c:v>
                </c:pt>
                <c:pt idx="19536">
                  <c:v>1.0141044827297181</c:v>
                </c:pt>
                <c:pt idx="19537">
                  <c:v>1.0141488553786915</c:v>
                </c:pt>
                <c:pt idx="19538">
                  <c:v>1.0138476953907816</c:v>
                </c:pt>
                <c:pt idx="19539">
                  <c:v>1.0125249231034947</c:v>
                </c:pt>
                <c:pt idx="19540">
                  <c:v>1.0115074000980415</c:v>
                </c:pt>
                <c:pt idx="19541">
                  <c:v>1.0098312721767997</c:v>
                </c:pt>
                <c:pt idx="19542">
                  <c:v>1.008319325596694</c:v>
                </c:pt>
                <c:pt idx="19543">
                  <c:v>1.0098257097210899</c:v>
                </c:pt>
                <c:pt idx="19544">
                  <c:v>1.0114871822224931</c:v>
                </c:pt>
                <c:pt idx="19545">
                  <c:v>1.0122623955134604</c:v>
                </c:pt>
                <c:pt idx="19546">
                  <c:v>1.0123632816964727</c:v>
                </c:pt>
                <c:pt idx="19547">
                  <c:v>1.0136258575452552</c:v>
                </c:pt>
                <c:pt idx="19548">
                  <c:v>1.015913322208422</c:v>
                </c:pt>
                <c:pt idx="19549">
                  <c:v>1.0161169741256912</c:v>
                </c:pt>
                <c:pt idx="19550">
                  <c:v>1.0152395792853133</c:v>
                </c:pt>
                <c:pt idx="19551">
                  <c:v>1.014936006359995</c:v>
                </c:pt>
                <c:pt idx="19552">
                  <c:v>1.0143774748483025</c:v>
                </c:pt>
                <c:pt idx="19553">
                  <c:v>1.0146932140580274</c:v>
                </c:pt>
                <c:pt idx="19554">
                  <c:v>1.0151985593493704</c:v>
                </c:pt>
                <c:pt idx="19555">
                  <c:v>1.015062749072289</c:v>
                </c:pt>
                <c:pt idx="19556">
                  <c:v>1.0148119559778619</c:v>
                </c:pt>
                <c:pt idx="19557">
                  <c:v>1.0138904678812632</c:v>
                </c:pt>
                <c:pt idx="19558">
                  <c:v>1.0139797973640563</c:v>
                </c:pt>
                <c:pt idx="19559">
                  <c:v>1.0139324783915105</c:v>
                </c:pt>
                <c:pt idx="19560">
                  <c:v>1.0139639227758432</c:v>
                </c:pt>
                <c:pt idx="19561">
                  <c:v>1.0145480822227471</c:v>
                </c:pt>
                <c:pt idx="19562">
                  <c:v>1.0139420031444384</c:v>
                </c:pt>
                <c:pt idx="19563">
                  <c:v>1.0119908765566621</c:v>
                </c:pt>
                <c:pt idx="19564">
                  <c:v>1.0107530904648334</c:v>
                </c:pt>
                <c:pt idx="19565">
                  <c:v>1.01128032998824</c:v>
                </c:pt>
                <c:pt idx="19566">
                  <c:v>1.0129662874545033</c:v>
                </c:pt>
                <c:pt idx="19567">
                  <c:v>1.0146227054870196</c:v>
                </c:pt>
                <c:pt idx="19568">
                  <c:v>1.0152642928442437</c:v>
                </c:pt>
                <c:pt idx="19569">
                  <c:v>1.0153672109745473</c:v>
                </c:pt>
                <c:pt idx="19570">
                  <c:v>1.0157248844964961</c:v>
                </c:pt>
                <c:pt idx="19571">
                  <c:v>1.0153795550543419</c:v>
                </c:pt>
                <c:pt idx="19572">
                  <c:v>1.0150885548028885</c:v>
                </c:pt>
                <c:pt idx="19573">
                  <c:v>1.0150412612296837</c:v>
                </c:pt>
                <c:pt idx="19574">
                  <c:v>1.0150309490971805</c:v>
                </c:pt>
                <c:pt idx="19575">
                  <c:v>1.0147752031312307</c:v>
                </c:pt>
                <c:pt idx="19576">
                  <c:v>1.013969459832212</c:v>
                </c:pt>
                <c:pt idx="19577">
                  <c:v>1.013078019156183</c:v>
                </c:pt>
                <c:pt idx="19578">
                  <c:v>1.0130907696254359</c:v>
                </c:pt>
                <c:pt idx="19579">
                  <c:v>1.0136163835910097</c:v>
                </c:pt>
                <c:pt idx="19580">
                  <c:v>1.0139034723439273</c:v>
                </c:pt>
                <c:pt idx="19581">
                  <c:v>1.0151384645082306</c:v>
                </c:pt>
                <c:pt idx="19582">
                  <c:v>1.0155811242256376</c:v>
                </c:pt>
                <c:pt idx="19583">
                  <c:v>1.0153934992926283</c:v>
                </c:pt>
                <c:pt idx="19584">
                  <c:v>1.014783330920396</c:v>
                </c:pt>
                <c:pt idx="19585">
                  <c:v>1.0138569915496392</c:v>
                </c:pt>
                <c:pt idx="19586">
                  <c:v>1.012367294792373</c:v>
                </c:pt>
                <c:pt idx="19587">
                  <c:v>1.0116378257148009</c:v>
                </c:pt>
                <c:pt idx="19588">
                  <c:v>1.0117794778403448</c:v>
                </c:pt>
                <c:pt idx="19589">
                  <c:v>1.0123310245332235</c:v>
                </c:pt>
                <c:pt idx="19590">
                  <c:v>1.0128159233549481</c:v>
                </c:pt>
                <c:pt idx="19591">
                  <c:v>1.0124446357861476</c:v>
                </c:pt>
                <c:pt idx="19592">
                  <c:v>1.0124360000101598</c:v>
                </c:pt>
                <c:pt idx="19593">
                  <c:v>1.0118279651825832</c:v>
                </c:pt>
                <c:pt idx="19594">
                  <c:v>1.0109622032404479</c:v>
                </c:pt>
                <c:pt idx="19595">
                  <c:v>1.0104042051149194</c:v>
                </c:pt>
                <c:pt idx="19596">
                  <c:v>1.0098145594103289</c:v>
                </c:pt>
                <c:pt idx="19597">
                  <c:v>1.0106647261570034</c:v>
                </c:pt>
                <c:pt idx="19598">
                  <c:v>1.0115090256558745</c:v>
                </c:pt>
                <c:pt idx="19599">
                  <c:v>1.0119115036155961</c:v>
                </c:pt>
                <c:pt idx="19600">
                  <c:v>1.0117949714384409</c:v>
                </c:pt>
                <c:pt idx="19601">
                  <c:v>1.0104052464879061</c:v>
                </c:pt>
                <c:pt idx="19602">
                  <c:v>1.0108866148012121</c:v>
                </c:pt>
                <c:pt idx="19603">
                  <c:v>1.0118074171156</c:v>
                </c:pt>
                <c:pt idx="19604">
                  <c:v>1.0107986060841583</c:v>
                </c:pt>
                <c:pt idx="19605">
                  <c:v>1.0123746860006451</c:v>
                </c:pt>
                <c:pt idx="19606">
                  <c:v>1.0137078466184588</c:v>
                </c:pt>
                <c:pt idx="19607">
                  <c:v>1.0127646674845254</c:v>
                </c:pt>
                <c:pt idx="19608">
                  <c:v>1.0114202549585865</c:v>
                </c:pt>
                <c:pt idx="19609">
                  <c:v>1.010838889439208</c:v>
                </c:pt>
                <c:pt idx="19610">
                  <c:v>1.0100338573217411</c:v>
                </c:pt>
                <c:pt idx="19611">
                  <c:v>1.0116351841833222</c:v>
                </c:pt>
                <c:pt idx="19612">
                  <c:v>1.0133852495866258</c:v>
                </c:pt>
                <c:pt idx="19613">
                  <c:v>1.0138691324347047</c:v>
                </c:pt>
                <c:pt idx="19614">
                  <c:v>1.013618593333689</c:v>
                </c:pt>
                <c:pt idx="19615">
                  <c:v>1.0129912042081628</c:v>
                </c:pt>
                <c:pt idx="19616">
                  <c:v>1.0121658780171243</c:v>
                </c:pt>
                <c:pt idx="19617">
                  <c:v>1.0122141367652924</c:v>
                </c:pt>
                <c:pt idx="19618">
                  <c:v>1.0125933997272112</c:v>
                </c:pt>
                <c:pt idx="19619">
                  <c:v>1.0132408289328976</c:v>
                </c:pt>
                <c:pt idx="19620">
                  <c:v>1.014432464421873</c:v>
                </c:pt>
                <c:pt idx="19621">
                  <c:v>1.0157534587552799</c:v>
                </c:pt>
                <c:pt idx="19622">
                  <c:v>1.0160417666765724</c:v>
                </c:pt>
                <c:pt idx="19623">
                  <c:v>1.0150416676191421</c:v>
                </c:pt>
                <c:pt idx="19624">
                  <c:v>1.0127397761302073</c:v>
                </c:pt>
                <c:pt idx="19625">
                  <c:v>1.0115711778436467</c:v>
                </c:pt>
                <c:pt idx="19626">
                  <c:v>1.0119233905072502</c:v>
                </c:pt>
                <c:pt idx="19627">
                  <c:v>1.0132507854746249</c:v>
                </c:pt>
                <c:pt idx="19628">
                  <c:v>1.0141957425624379</c:v>
                </c:pt>
                <c:pt idx="19629">
                  <c:v>1.0151886536063255</c:v>
                </c:pt>
                <c:pt idx="19630">
                  <c:v>1.0152809802113734</c:v>
                </c:pt>
                <c:pt idx="19631">
                  <c:v>1.0139079172286272</c:v>
                </c:pt>
                <c:pt idx="19632">
                  <c:v>1.0136041411085797</c:v>
                </c:pt>
                <c:pt idx="19633">
                  <c:v>1.0133455250170811</c:v>
                </c:pt>
                <c:pt idx="19634">
                  <c:v>1.0122989959640447</c:v>
                </c:pt>
                <c:pt idx="19635">
                  <c:v>1.0127970770438215</c:v>
                </c:pt>
                <c:pt idx="19636">
                  <c:v>1.0133097119460721</c:v>
                </c:pt>
                <c:pt idx="19637">
                  <c:v>1.0129409135127034</c:v>
                </c:pt>
                <c:pt idx="19638">
                  <c:v>1.0115916751119476</c:v>
                </c:pt>
                <c:pt idx="19639">
                  <c:v>1.0100632951581237</c:v>
                </c:pt>
                <c:pt idx="19640">
                  <c:v>1.0097009227580636</c:v>
                </c:pt>
                <c:pt idx="19641">
                  <c:v>1.0095138566105595</c:v>
                </c:pt>
                <c:pt idx="19642">
                  <c:v>1.0089504992240501</c:v>
                </c:pt>
                <c:pt idx="19643">
                  <c:v>1.0083063719327121</c:v>
                </c:pt>
                <c:pt idx="19644">
                  <c:v>1.010184170622614</c:v>
                </c:pt>
                <c:pt idx="19645">
                  <c:v>1.0111629596328271</c:v>
                </c:pt>
                <c:pt idx="19646">
                  <c:v>1.01176223168771</c:v>
                </c:pt>
                <c:pt idx="19647">
                  <c:v>1.0125841543670357</c:v>
                </c:pt>
                <c:pt idx="19648">
                  <c:v>1.0130576234852469</c:v>
                </c:pt>
                <c:pt idx="19649">
                  <c:v>1.0136581401078455</c:v>
                </c:pt>
                <c:pt idx="19650">
                  <c:v>1.0132048888651828</c:v>
                </c:pt>
                <c:pt idx="19651">
                  <c:v>1.0128773643611684</c:v>
                </c:pt>
                <c:pt idx="19652">
                  <c:v>1.0137601692612093</c:v>
                </c:pt>
                <c:pt idx="19653">
                  <c:v>1.0131428636741162</c:v>
                </c:pt>
                <c:pt idx="19654">
                  <c:v>1.0140999108483126</c:v>
                </c:pt>
                <c:pt idx="19655">
                  <c:v>1.0144426241583293</c:v>
                </c:pt>
                <c:pt idx="19656">
                  <c:v>1.0143053407194618</c:v>
                </c:pt>
                <c:pt idx="19657">
                  <c:v>1.0116809537960585</c:v>
                </c:pt>
                <c:pt idx="19658">
                  <c:v>1.0092697943415347</c:v>
                </c:pt>
                <c:pt idx="19659">
                  <c:v>1.0101295620391606</c:v>
                </c:pt>
                <c:pt idx="19660">
                  <c:v>1.0133232243955592</c:v>
                </c:pt>
                <c:pt idx="19661">
                  <c:v>1.0152116654093992</c:v>
                </c:pt>
                <c:pt idx="19662">
                  <c:v>1.0154144029503875</c:v>
                </c:pt>
                <c:pt idx="19663">
                  <c:v>1.0144476024291931</c:v>
                </c:pt>
                <c:pt idx="19664">
                  <c:v>1.0133584024830395</c:v>
                </c:pt>
                <c:pt idx="19665">
                  <c:v>1.0135404903596801</c:v>
                </c:pt>
                <c:pt idx="19666">
                  <c:v>1.013971466380162</c:v>
                </c:pt>
                <c:pt idx="19667">
                  <c:v>1.0139888649288438</c:v>
                </c:pt>
                <c:pt idx="19668">
                  <c:v>1.0139303194475136</c:v>
                </c:pt>
                <c:pt idx="19669">
                  <c:v>1.0142102455862294</c:v>
                </c:pt>
                <c:pt idx="19670">
                  <c:v>1.0150349113943984</c:v>
                </c:pt>
                <c:pt idx="19671">
                  <c:v>1.0144382554716531</c:v>
                </c:pt>
                <c:pt idx="19672">
                  <c:v>1.0135578889083616</c:v>
                </c:pt>
                <c:pt idx="19673">
                  <c:v>1.0136800597392503</c:v>
                </c:pt>
                <c:pt idx="19674">
                  <c:v>1.0129382211825426</c:v>
                </c:pt>
                <c:pt idx="19675">
                  <c:v>1.0119704046877025</c:v>
                </c:pt>
                <c:pt idx="19676">
                  <c:v>1.0107050349113944</c:v>
                </c:pt>
                <c:pt idx="19677">
                  <c:v>1.0110612352715571</c:v>
                </c:pt>
                <c:pt idx="19678">
                  <c:v>1.0133374988252806</c:v>
                </c:pt>
                <c:pt idx="19679">
                  <c:v>1.0148568620129994</c:v>
                </c:pt>
                <c:pt idx="19680">
                  <c:v>1.0155805146414503</c:v>
                </c:pt>
                <c:pt idx="19681">
                  <c:v>1.0161244415319866</c:v>
                </c:pt>
                <c:pt idx="19682">
                  <c:v>1.0153716812585882</c:v>
                </c:pt>
                <c:pt idx="19683">
                  <c:v>1.0136918958322221</c:v>
                </c:pt>
                <c:pt idx="19684">
                  <c:v>1.0122385201327877</c:v>
                </c:pt>
                <c:pt idx="19685">
                  <c:v>1.012818590285768</c:v>
                </c:pt>
                <c:pt idx="19686">
                  <c:v>1.013953813838069</c:v>
                </c:pt>
                <c:pt idx="19687">
                  <c:v>1.0147713424313773</c:v>
                </c:pt>
                <c:pt idx="19688">
                  <c:v>1.0143627178310994</c:v>
                </c:pt>
                <c:pt idx="19689">
                  <c:v>1.0151193896030337</c:v>
                </c:pt>
                <c:pt idx="19690">
                  <c:v>1.0172097299796043</c:v>
                </c:pt>
                <c:pt idx="19691">
                  <c:v>1.0173844774466549</c:v>
                </c:pt>
                <c:pt idx="19692">
                  <c:v>1.0162790473215124</c:v>
                </c:pt>
                <c:pt idx="19693">
                  <c:v>1.0159373499851414</c:v>
                </c:pt>
                <c:pt idx="19694">
                  <c:v>1.0142887549496966</c:v>
                </c:pt>
                <c:pt idx="19695">
                  <c:v>1.0131778639662088</c:v>
                </c:pt>
                <c:pt idx="19696">
                  <c:v>1.0134631747652465</c:v>
                </c:pt>
                <c:pt idx="19697">
                  <c:v>1.0138201371056434</c:v>
                </c:pt>
                <c:pt idx="19698">
                  <c:v>1.0125014541122803</c:v>
                </c:pt>
                <c:pt idx="19699">
                  <c:v>1.0108629426152687</c:v>
                </c:pt>
                <c:pt idx="19700">
                  <c:v>1.0107935516152711</c:v>
                </c:pt>
                <c:pt idx="19701">
                  <c:v>1.0128551145383289</c:v>
                </c:pt>
                <c:pt idx="19702">
                  <c:v>1.0143055693135321</c:v>
                </c:pt>
                <c:pt idx="19703">
                  <c:v>1.0140499249449468</c:v>
                </c:pt>
                <c:pt idx="19704">
                  <c:v>1.0137864829786316</c:v>
                </c:pt>
                <c:pt idx="19705">
                  <c:v>1.0153591847827468</c:v>
                </c:pt>
                <c:pt idx="19706">
                  <c:v>1.016475206433145</c:v>
                </c:pt>
                <c:pt idx="19707">
                  <c:v>1.0172825244913146</c:v>
                </c:pt>
                <c:pt idx="19708">
                  <c:v>1.0174896307189791</c:v>
                </c:pt>
                <c:pt idx="19709">
                  <c:v>1.0162526828054079</c:v>
                </c:pt>
                <c:pt idx="19710">
                  <c:v>1.0154031510422619</c:v>
                </c:pt>
                <c:pt idx="19711">
                  <c:v>1.0149342792047975</c:v>
                </c:pt>
                <c:pt idx="19712">
                  <c:v>1.0147989007165155</c:v>
                </c:pt>
                <c:pt idx="19713">
                  <c:v>1.013755978369921</c:v>
                </c:pt>
                <c:pt idx="19714">
                  <c:v>1.0126614699614691</c:v>
                </c:pt>
                <c:pt idx="19715">
                  <c:v>1.0118014990691142</c:v>
                </c:pt>
                <c:pt idx="19716">
                  <c:v>1.0123614783432517</c:v>
                </c:pt>
                <c:pt idx="19717">
                  <c:v>1.0133544909845038</c:v>
                </c:pt>
                <c:pt idx="19718">
                  <c:v>1.0134827830566076</c:v>
                </c:pt>
                <c:pt idx="19719">
                  <c:v>1.0133801189197151</c:v>
                </c:pt>
                <c:pt idx="19720">
                  <c:v>1.0130461175837098</c:v>
                </c:pt>
                <c:pt idx="19721">
                  <c:v>1.0117270789995707</c:v>
                </c:pt>
                <c:pt idx="19722">
                  <c:v>1.0130712375320985</c:v>
                </c:pt>
                <c:pt idx="19723">
                  <c:v>1.0154330206674438</c:v>
                </c:pt>
                <c:pt idx="19724">
                  <c:v>1.0162115104734184</c:v>
                </c:pt>
                <c:pt idx="19725">
                  <c:v>1.017035947687517</c:v>
                </c:pt>
                <c:pt idx="19726">
                  <c:v>1.0166281866648379</c:v>
                </c:pt>
                <c:pt idx="19727">
                  <c:v>1.0154135139734475</c:v>
                </c:pt>
                <c:pt idx="19728">
                  <c:v>1.0145216669079604</c:v>
                </c:pt>
                <c:pt idx="19729">
                  <c:v>1.013236231652151</c:v>
                </c:pt>
                <c:pt idx="19730">
                  <c:v>1.0126358928249402</c:v>
                </c:pt>
                <c:pt idx="19731">
                  <c:v>1.0122974974029173</c:v>
                </c:pt>
                <c:pt idx="19732">
                  <c:v>1.0113411360109319</c:v>
                </c:pt>
                <c:pt idx="19733">
                  <c:v>1.0115871032305421</c:v>
                </c:pt>
                <c:pt idx="19734">
                  <c:v>1.0115112099992125</c:v>
                </c:pt>
                <c:pt idx="19735">
                  <c:v>1.0117966985936384</c:v>
                </c:pt>
                <c:pt idx="19736">
                  <c:v>1.0121724310471387</c:v>
                </c:pt>
                <c:pt idx="19737">
                  <c:v>1.012452788974654</c:v>
                </c:pt>
                <c:pt idx="19738">
                  <c:v>1.0129379671891312</c:v>
                </c:pt>
                <c:pt idx="19739">
                  <c:v>1.0136822440825886</c:v>
                </c:pt>
                <c:pt idx="19740">
                  <c:v>1.0134173543538281</c:v>
                </c:pt>
                <c:pt idx="19741">
                  <c:v>1.0133865957517063</c:v>
                </c:pt>
                <c:pt idx="19742">
                  <c:v>1.0146533878911181</c:v>
                </c:pt>
                <c:pt idx="19743">
                  <c:v>1.0142120235401093</c:v>
                </c:pt>
                <c:pt idx="19744">
                  <c:v>1.013411588703389</c:v>
                </c:pt>
                <c:pt idx="19745">
                  <c:v>1.0132934055690594</c:v>
                </c:pt>
                <c:pt idx="19746">
                  <c:v>1.013409963145556</c:v>
                </c:pt>
                <c:pt idx="19747">
                  <c:v>1.013278546954492</c:v>
                </c:pt>
                <c:pt idx="19748">
                  <c:v>1.0134099885448971</c:v>
                </c:pt>
                <c:pt idx="19749">
                  <c:v>1.0127691885672485</c:v>
                </c:pt>
                <c:pt idx="19750">
                  <c:v>1.0136625087945219</c:v>
                </c:pt>
                <c:pt idx="19751">
                  <c:v>1.0152545648965865</c:v>
                </c:pt>
                <c:pt idx="19752">
                  <c:v>1.0147179022176165</c:v>
                </c:pt>
                <c:pt idx="19753">
                  <c:v>1.0148636436370841</c:v>
                </c:pt>
                <c:pt idx="19754">
                  <c:v>1.0137591278882225</c:v>
                </c:pt>
                <c:pt idx="19755">
                  <c:v>1.0125842051657179</c:v>
                </c:pt>
                <c:pt idx="19756">
                  <c:v>1.0132991712194985</c:v>
                </c:pt>
                <c:pt idx="19757">
                  <c:v>1.0126079281503437</c:v>
                </c:pt>
                <c:pt idx="19758">
                  <c:v>1.0096204068466463</c:v>
                </c:pt>
                <c:pt idx="19759">
                  <c:v>1.0096363830322241</c:v>
                </c:pt>
                <c:pt idx="19760">
                  <c:v>1.0108530622715646</c:v>
                </c:pt>
                <c:pt idx="19761">
                  <c:v>1.011641610216631</c:v>
                </c:pt>
                <c:pt idx="19762">
                  <c:v>1.012656567888629</c:v>
                </c:pt>
                <c:pt idx="19763">
                  <c:v>1.0120456121368211</c:v>
                </c:pt>
                <c:pt idx="19764">
                  <c:v>1.0110500849607962</c:v>
                </c:pt>
                <c:pt idx="19765">
                  <c:v>1.0106967801255236</c:v>
                </c:pt>
                <c:pt idx="19766">
                  <c:v>1.0109220214827628</c:v>
                </c:pt>
                <c:pt idx="19767">
                  <c:v>1.0115922846961349</c:v>
                </c:pt>
                <c:pt idx="19768">
                  <c:v>1.011807036125483</c:v>
                </c:pt>
                <c:pt idx="19769">
                  <c:v>1.0116249736481835</c:v>
                </c:pt>
                <c:pt idx="19770">
                  <c:v>1.0113203339505372</c:v>
                </c:pt>
                <c:pt idx="19771">
                  <c:v>1.0104571881405395</c:v>
                </c:pt>
                <c:pt idx="19772">
                  <c:v>1.0101212818539487</c:v>
                </c:pt>
                <c:pt idx="19773">
                  <c:v>1.0107706160102208</c:v>
                </c:pt>
                <c:pt idx="19774">
                  <c:v>1.0109013464190739</c:v>
                </c:pt>
                <c:pt idx="19775">
                  <c:v>1.0112184317938793</c:v>
                </c:pt>
                <c:pt idx="19776">
                  <c:v>1.0125401373088383</c:v>
                </c:pt>
                <c:pt idx="19777">
                  <c:v>1.0136941563735837</c:v>
                </c:pt>
                <c:pt idx="19778">
                  <c:v>1.0138405581759209</c:v>
                </c:pt>
                <c:pt idx="19779">
                  <c:v>1.0138487367637683</c:v>
                </c:pt>
                <c:pt idx="19780">
                  <c:v>1.0133846908011206</c:v>
                </c:pt>
                <c:pt idx="19781">
                  <c:v>1.0123826867931045</c:v>
                </c:pt>
                <c:pt idx="19782">
                  <c:v>1.0124469217268504</c:v>
                </c:pt>
                <c:pt idx="19783">
                  <c:v>1.0127034042736931</c:v>
                </c:pt>
                <c:pt idx="19784">
                  <c:v>1.0128902926258092</c:v>
                </c:pt>
                <c:pt idx="19785">
                  <c:v>1.0132442070452692</c:v>
                </c:pt>
                <c:pt idx="19786">
                  <c:v>1.0139506389204265</c:v>
                </c:pt>
                <c:pt idx="19787">
                  <c:v>1.0149217319302737</c:v>
                </c:pt>
                <c:pt idx="19788">
                  <c:v>1.0154212099738134</c:v>
                </c:pt>
                <c:pt idx="19789">
                  <c:v>1.0157998633515446</c:v>
                </c:pt>
                <c:pt idx="19790">
                  <c:v>1.0156571698530139</c:v>
                </c:pt>
                <c:pt idx="19791">
                  <c:v>1.015808905516991</c:v>
                </c:pt>
                <c:pt idx="19792">
                  <c:v>1.0162543845612644</c:v>
                </c:pt>
                <c:pt idx="19793">
                  <c:v>1.0153618263142254</c:v>
                </c:pt>
                <c:pt idx="19794">
                  <c:v>1.0140642501733506</c:v>
                </c:pt>
                <c:pt idx="19795">
                  <c:v>1.0139845470408497</c:v>
                </c:pt>
                <c:pt idx="19796">
                  <c:v>1.014086119006073</c:v>
                </c:pt>
                <c:pt idx="19797">
                  <c:v>1.0130369230222167</c:v>
                </c:pt>
                <c:pt idx="19798">
                  <c:v>1.0137539972213121</c:v>
                </c:pt>
                <c:pt idx="19799">
                  <c:v>1.0149412132249289</c:v>
                </c:pt>
                <c:pt idx="19800">
                  <c:v>1.0151322924683335</c:v>
                </c:pt>
                <c:pt idx="19801">
                  <c:v>1.016334951271364</c:v>
                </c:pt>
                <c:pt idx="19802">
                  <c:v>1.0170896672940304</c:v>
                </c:pt>
                <c:pt idx="19803">
                  <c:v>1.0163315477596511</c:v>
                </c:pt>
                <c:pt idx="19804">
                  <c:v>1.0153356141941678</c:v>
                </c:pt>
                <c:pt idx="19805">
                  <c:v>1.014733472013736</c:v>
                </c:pt>
                <c:pt idx="19806">
                  <c:v>1.0151799670316553</c:v>
                </c:pt>
                <c:pt idx="19807">
                  <c:v>1.015834127062744</c:v>
                </c:pt>
                <c:pt idx="19808">
                  <c:v>1.0162322871344718</c:v>
                </c:pt>
                <c:pt idx="19809">
                  <c:v>1.0157204396117965</c:v>
                </c:pt>
                <c:pt idx="19810">
                  <c:v>1.0152483674573483</c:v>
                </c:pt>
                <c:pt idx="19811">
                  <c:v>1.0140827916923836</c:v>
                </c:pt>
                <c:pt idx="19812">
                  <c:v>1.0118771637063735</c:v>
                </c:pt>
                <c:pt idx="19813">
                  <c:v>1.0104558419754592</c:v>
                </c:pt>
                <c:pt idx="19814">
                  <c:v>1.0094115480644432</c:v>
                </c:pt>
                <c:pt idx="19815">
                  <c:v>1.0097918016006664</c:v>
                </c:pt>
                <c:pt idx="19816">
                  <c:v>1.0123801214596493</c:v>
                </c:pt>
                <c:pt idx="19817">
                  <c:v>1.0128988522037738</c:v>
                </c:pt>
                <c:pt idx="19818">
                  <c:v>1.0116179126313463</c:v>
                </c:pt>
                <c:pt idx="19819">
                  <c:v>1.0121374815537285</c:v>
                </c:pt>
                <c:pt idx="19820">
                  <c:v>1.0118404108597423</c:v>
                </c:pt>
                <c:pt idx="19821">
                  <c:v>1.0109039879505526</c:v>
                </c:pt>
                <c:pt idx="19822">
                  <c:v>1.012176266347651</c:v>
                </c:pt>
                <c:pt idx="19823">
                  <c:v>1.0132532238113743</c:v>
                </c:pt>
                <c:pt idx="19824">
                  <c:v>1.0149012854606552</c:v>
                </c:pt>
                <c:pt idx="19825">
                  <c:v>1.0144213649097942</c:v>
                </c:pt>
                <c:pt idx="19826">
                  <c:v>1.0143554536195332</c:v>
                </c:pt>
                <c:pt idx="19827">
                  <c:v>1.0152446591535416</c:v>
                </c:pt>
                <c:pt idx="19828">
                  <c:v>1.0147892997655641</c:v>
                </c:pt>
                <c:pt idx="19829">
                  <c:v>1.0138918648450259</c:v>
                </c:pt>
                <c:pt idx="19830">
                  <c:v>1.0140759084709343</c:v>
                </c:pt>
                <c:pt idx="19831">
                  <c:v>1.0140825122996309</c:v>
                </c:pt>
                <c:pt idx="19832">
                  <c:v>1.0140240938150065</c:v>
                </c:pt>
                <c:pt idx="19833">
                  <c:v>1.0119335248443655</c:v>
                </c:pt>
                <c:pt idx="19834">
                  <c:v>1.0107020377891398</c:v>
                </c:pt>
                <c:pt idx="19835">
                  <c:v>1.0111907465120356</c:v>
                </c:pt>
                <c:pt idx="19836">
                  <c:v>1.012235853201968</c:v>
                </c:pt>
                <c:pt idx="19837">
                  <c:v>1.0132312787806284</c:v>
                </c:pt>
                <c:pt idx="19838">
                  <c:v>1.0133870275405057</c:v>
                </c:pt>
                <c:pt idx="19839">
                  <c:v>1.0140379364559284</c:v>
                </c:pt>
                <c:pt idx="19840">
                  <c:v>1.0138949127659629</c:v>
                </c:pt>
                <c:pt idx="19841">
                  <c:v>1.0129652206821755</c:v>
                </c:pt>
                <c:pt idx="19842">
                  <c:v>1.01190335042709</c:v>
                </c:pt>
                <c:pt idx="19843">
                  <c:v>1.0110744683282915</c:v>
                </c:pt>
                <c:pt idx="19844">
                  <c:v>1.010885700424931</c:v>
                </c:pt>
                <c:pt idx="19845">
                  <c:v>1.0119239746920965</c:v>
                </c:pt>
                <c:pt idx="19846">
                  <c:v>1.0125417882660124</c:v>
                </c:pt>
                <c:pt idx="19847">
                  <c:v>1.0122113682371079</c:v>
                </c:pt>
                <c:pt idx="19848">
                  <c:v>1.0115134197418918</c:v>
                </c:pt>
                <c:pt idx="19849">
                  <c:v>1.011664825214434</c:v>
                </c:pt>
                <c:pt idx="19850">
                  <c:v>1.0121804572389392</c:v>
                </c:pt>
                <c:pt idx="19851">
                  <c:v>1.0127087889340149</c:v>
                </c:pt>
                <c:pt idx="19852">
                  <c:v>1.0129976048421303</c:v>
                </c:pt>
                <c:pt idx="19853">
                  <c:v>1.0116391464805403</c:v>
                </c:pt>
                <c:pt idx="19854">
                  <c:v>1.0104115963231914</c:v>
                </c:pt>
                <c:pt idx="19855">
                  <c:v>1.0109151128619724</c:v>
                </c:pt>
                <c:pt idx="19856">
                  <c:v>1.0119268194183042</c:v>
                </c:pt>
                <c:pt idx="19857">
                  <c:v>1.0133521542451189</c:v>
                </c:pt>
                <c:pt idx="19858">
                  <c:v>1.0131577476880249</c:v>
                </c:pt>
                <c:pt idx="19859">
                  <c:v>1.0130102791133597</c:v>
                </c:pt>
                <c:pt idx="19860">
                  <c:v>1.0137061702619434</c:v>
                </c:pt>
                <c:pt idx="19861">
                  <c:v>1.0134575107121722</c:v>
                </c:pt>
                <c:pt idx="19862">
                  <c:v>1.0130696373736066</c:v>
                </c:pt>
                <c:pt idx="19863">
                  <c:v>1.0112800251961465</c:v>
                </c:pt>
                <c:pt idx="19864">
                  <c:v>1.0101259299333776</c:v>
                </c:pt>
                <c:pt idx="19865">
                  <c:v>1.0098773465816298</c:v>
                </c:pt>
                <c:pt idx="19866">
                  <c:v>1.0090124228177522</c:v>
                </c:pt>
                <c:pt idx="19867">
                  <c:v>1.0087565244557557</c:v>
                </c:pt>
                <c:pt idx="19868">
                  <c:v>1.0090623833217767</c:v>
                </c:pt>
                <c:pt idx="19869">
                  <c:v>1.011155365229826</c:v>
                </c:pt>
                <c:pt idx="19870">
                  <c:v>1.0131081935734587</c:v>
                </c:pt>
                <c:pt idx="19871">
                  <c:v>1.0142174335997725</c:v>
                </c:pt>
                <c:pt idx="19872">
                  <c:v>1.0141636377952357</c:v>
                </c:pt>
                <c:pt idx="19873">
                  <c:v>1.0124438484065723</c:v>
                </c:pt>
                <c:pt idx="19874">
                  <c:v>1.0136959597268047</c:v>
                </c:pt>
                <c:pt idx="19875">
                  <c:v>1.0141557893988229</c:v>
                </c:pt>
                <c:pt idx="19876">
                  <c:v>1.014148779180668</c:v>
                </c:pt>
                <c:pt idx="19877">
                  <c:v>1.0142793317941332</c:v>
                </c:pt>
                <c:pt idx="19878">
                  <c:v>1.0146959571868706</c:v>
                </c:pt>
                <c:pt idx="19879">
                  <c:v>1.0152923337168633</c:v>
                </c:pt>
                <c:pt idx="19880">
                  <c:v>1.014881448575224</c:v>
                </c:pt>
                <c:pt idx="19881">
                  <c:v>1.0148418256030438</c:v>
                </c:pt>
                <c:pt idx="19882">
                  <c:v>1.0136044713000145</c:v>
                </c:pt>
                <c:pt idx="19883">
                  <c:v>1.0124046064245094</c:v>
                </c:pt>
                <c:pt idx="19884">
                  <c:v>1.0120728402305244</c:v>
                </c:pt>
                <c:pt idx="19885">
                  <c:v>1.0119271496097391</c:v>
                </c:pt>
                <c:pt idx="19886">
                  <c:v>1.0123142609680704</c:v>
                </c:pt>
                <c:pt idx="19887">
                  <c:v>1.0144525807000566</c:v>
                </c:pt>
                <c:pt idx="19888">
                  <c:v>1.0152626926857518</c:v>
                </c:pt>
                <c:pt idx="19889">
                  <c:v>1.0147004020715702</c:v>
                </c:pt>
                <c:pt idx="19890">
                  <c:v>1.0137792949650886</c:v>
                </c:pt>
                <c:pt idx="19891">
                  <c:v>1.0118713472572523</c:v>
                </c:pt>
                <c:pt idx="19892">
                  <c:v>1.0106896429106629</c:v>
                </c:pt>
                <c:pt idx="19893">
                  <c:v>1.0103079924106768</c:v>
                </c:pt>
                <c:pt idx="19894">
                  <c:v>1.0100823954626617</c:v>
                </c:pt>
                <c:pt idx="19895">
                  <c:v>1.0100867641493381</c:v>
                </c:pt>
                <c:pt idx="19896">
                  <c:v>1.0109947397964496</c:v>
                </c:pt>
                <c:pt idx="19897">
                  <c:v>1.0136686300357369</c:v>
                </c:pt>
                <c:pt idx="19898">
                  <c:v>1.0146498319833583</c:v>
                </c:pt>
                <c:pt idx="19899">
                  <c:v>1.0143846628618454</c:v>
                </c:pt>
                <c:pt idx="19900">
                  <c:v>1.0145848350693782</c:v>
                </c:pt>
                <c:pt idx="19901">
                  <c:v>1.0143914952846123</c:v>
                </c:pt>
                <c:pt idx="19902">
                  <c:v>1.0147175974255227</c:v>
                </c:pt>
                <c:pt idx="19903">
                  <c:v>1.0153406178643727</c:v>
                </c:pt>
                <c:pt idx="19904">
                  <c:v>1.0157149025554277</c:v>
                </c:pt>
                <c:pt idx="19905">
                  <c:v>1.0153286547746951</c:v>
                </c:pt>
                <c:pt idx="19906">
                  <c:v>1.0166842430107363</c:v>
                </c:pt>
                <c:pt idx="19907">
                  <c:v>1.0173959071501686</c:v>
                </c:pt>
                <c:pt idx="19908">
                  <c:v>1.0160619083540974</c:v>
                </c:pt>
                <c:pt idx="19909">
                  <c:v>1.0140158390291356</c:v>
                </c:pt>
                <c:pt idx="19910">
                  <c:v>1.0120988237565118</c:v>
                </c:pt>
                <c:pt idx="19911">
                  <c:v>1.0119626070899721</c:v>
                </c:pt>
                <c:pt idx="19912">
                  <c:v>1.0127691885672485</c:v>
                </c:pt>
                <c:pt idx="19913">
                  <c:v>1.0120543495101737</c:v>
                </c:pt>
                <c:pt idx="19914">
                  <c:v>1.0121420280357927</c:v>
                </c:pt>
                <c:pt idx="19915">
                  <c:v>1.0143917492780237</c:v>
                </c:pt>
                <c:pt idx="19916">
                  <c:v>1.0144880889789718</c:v>
                </c:pt>
                <c:pt idx="19917">
                  <c:v>1.0142520021030654</c:v>
                </c:pt>
                <c:pt idx="19918">
                  <c:v>1.0137578325218244</c:v>
                </c:pt>
                <c:pt idx="19919">
                  <c:v>1.0142372450858625</c:v>
                </c:pt>
                <c:pt idx="19920">
                  <c:v>1.0149407814361295</c:v>
                </c:pt>
                <c:pt idx="19921">
                  <c:v>1.0139506389204265</c:v>
                </c:pt>
                <c:pt idx="19922">
                  <c:v>1.0142041497443557</c:v>
                </c:pt>
                <c:pt idx="19923">
                  <c:v>1.0139015165946594</c:v>
                </c:pt>
                <c:pt idx="19924">
                  <c:v>1.0129657540683394</c:v>
                </c:pt>
                <c:pt idx="19925">
                  <c:v>1.0129837368018673</c:v>
                </c:pt>
                <c:pt idx="19926">
                  <c:v>1.0132708255547851</c:v>
                </c:pt>
                <c:pt idx="19927">
                  <c:v>1.0128761451927937</c:v>
                </c:pt>
                <c:pt idx="19928">
                  <c:v>1.01292859483225</c:v>
                </c:pt>
                <c:pt idx="19929">
                  <c:v>1.0135097825562405</c:v>
                </c:pt>
                <c:pt idx="19930">
                  <c:v>1.0136310390108481</c:v>
                </c:pt>
                <c:pt idx="19931">
                  <c:v>1.0142637111993316</c:v>
                </c:pt>
                <c:pt idx="19932">
                  <c:v>1.015461467929522</c:v>
                </c:pt>
                <c:pt idx="19933">
                  <c:v>1.0138954969508092</c:v>
                </c:pt>
                <c:pt idx="19934">
                  <c:v>1.0125408992890725</c:v>
                </c:pt>
                <c:pt idx="19935">
                  <c:v>1.0131011579559626</c:v>
                </c:pt>
                <c:pt idx="19936">
                  <c:v>1.0138933888054944</c:v>
                </c:pt>
                <c:pt idx="19937">
                  <c:v>1.0146736311660076</c:v>
                </c:pt>
                <c:pt idx="19938">
                  <c:v>1.0143987848955198</c:v>
                </c:pt>
                <c:pt idx="19939">
                  <c:v>1.0148103304200289</c:v>
                </c:pt>
                <c:pt idx="19940">
                  <c:v>1.0155121396150983</c:v>
                </c:pt>
                <c:pt idx="19941">
                  <c:v>1.0162278676491132</c:v>
                </c:pt>
                <c:pt idx="19942">
                  <c:v>1.0155371833654634</c:v>
                </c:pt>
                <c:pt idx="19943">
                  <c:v>1.0151768937113772</c:v>
                </c:pt>
                <c:pt idx="19944">
                  <c:v>1.0148833281264684</c:v>
                </c:pt>
                <c:pt idx="19945">
                  <c:v>1.0140361839013896</c:v>
                </c:pt>
                <c:pt idx="19946">
                  <c:v>1.0138009860024231</c:v>
                </c:pt>
                <c:pt idx="19947">
                  <c:v>1.0155698215188298</c:v>
                </c:pt>
                <c:pt idx="19948">
                  <c:v>1.0177660009499354</c:v>
                </c:pt>
                <c:pt idx="19949">
                  <c:v>1.0170366080703868</c:v>
                </c:pt>
                <c:pt idx="19950">
                  <c:v>1.0156261572574807</c:v>
                </c:pt>
                <c:pt idx="19951">
                  <c:v>1.0135509040895478</c:v>
                </c:pt>
                <c:pt idx="19952">
                  <c:v>1.0124910403824126</c:v>
                </c:pt>
                <c:pt idx="19953">
                  <c:v>1.0127502660580985</c:v>
                </c:pt>
                <c:pt idx="19954">
                  <c:v>1.0130939699424197</c:v>
                </c:pt>
                <c:pt idx="19955">
                  <c:v>1.0138516322886584</c:v>
                </c:pt>
                <c:pt idx="19956">
                  <c:v>1.0152012008808491</c:v>
                </c:pt>
                <c:pt idx="19957">
                  <c:v>1.0131150513955669</c:v>
                </c:pt>
                <c:pt idx="19958">
                  <c:v>1.0114410316196398</c:v>
                </c:pt>
                <c:pt idx="19959">
                  <c:v>1.0114754223275448</c:v>
                </c:pt>
                <c:pt idx="19960">
                  <c:v>1.012199659140842</c:v>
                </c:pt>
                <c:pt idx="19961">
                  <c:v>1.0127306577667374</c:v>
                </c:pt>
                <c:pt idx="19962">
                  <c:v>1.0124987109834371</c:v>
                </c:pt>
                <c:pt idx="19963">
                  <c:v>1.0123675233864433</c:v>
                </c:pt>
                <c:pt idx="19964">
                  <c:v>1.0128200634475542</c:v>
                </c:pt>
                <c:pt idx="19965">
                  <c:v>1.0133225894120306</c:v>
                </c:pt>
                <c:pt idx="19966">
                  <c:v>1.0140904876927492</c:v>
                </c:pt>
                <c:pt idx="19967">
                  <c:v>1.0149873130291001</c:v>
                </c:pt>
                <c:pt idx="19968">
                  <c:v>1.0136637533622377</c:v>
                </c:pt>
                <c:pt idx="19969">
                  <c:v>1.0120160219043919</c:v>
                </c:pt>
                <c:pt idx="19970">
                  <c:v>1.0116417372133366</c:v>
                </c:pt>
                <c:pt idx="19971">
                  <c:v>1.0118820403798725</c:v>
                </c:pt>
                <c:pt idx="19972">
                  <c:v>1.0118897363802384</c:v>
                </c:pt>
                <c:pt idx="19973">
                  <c:v>1.0126986291975586</c:v>
                </c:pt>
                <c:pt idx="19974">
                  <c:v>1.011637495523366</c:v>
                </c:pt>
                <c:pt idx="19975">
                  <c:v>1.0109881105684118</c:v>
                </c:pt>
                <c:pt idx="19976">
                  <c:v>1.0104923916273612</c:v>
                </c:pt>
                <c:pt idx="19977">
                  <c:v>1.0097867979304618</c:v>
                </c:pt>
                <c:pt idx="19978">
                  <c:v>1.009750857862747</c:v>
                </c:pt>
                <c:pt idx="19979">
                  <c:v>1.0110867108107215</c:v>
                </c:pt>
                <c:pt idx="19980">
                  <c:v>1.0127496564739111</c:v>
                </c:pt>
                <c:pt idx="19981">
                  <c:v>1.01265169121513</c:v>
                </c:pt>
                <c:pt idx="19982">
                  <c:v>1.0122305701390106</c:v>
                </c:pt>
                <c:pt idx="19983">
                  <c:v>1.0129694877714872</c:v>
                </c:pt>
                <c:pt idx="19984">
                  <c:v>1.0119815549984634</c:v>
                </c:pt>
                <c:pt idx="19985">
                  <c:v>1.0109342639651928</c:v>
                </c:pt>
                <c:pt idx="19986">
                  <c:v>1.0107590847093426</c:v>
                </c:pt>
                <c:pt idx="19987">
                  <c:v>1.0120015188806002</c:v>
                </c:pt>
                <c:pt idx="19988">
                  <c:v>1.0131658754771902</c:v>
                </c:pt>
                <c:pt idx="19989">
                  <c:v>1.0132381874014189</c:v>
                </c:pt>
                <c:pt idx="19990">
                  <c:v>1.0117221261280482</c:v>
                </c:pt>
                <c:pt idx="19991">
                  <c:v>1.0103484281617734</c:v>
                </c:pt>
                <c:pt idx="19992">
                  <c:v>1.0108827541013585</c:v>
                </c:pt>
                <c:pt idx="19993">
                  <c:v>1.0112162982492234</c:v>
                </c:pt>
                <c:pt idx="19994">
                  <c:v>1.0104101739600875</c:v>
                </c:pt>
                <c:pt idx="19995">
                  <c:v>1.0083530051230472</c:v>
                </c:pt>
                <c:pt idx="19996">
                  <c:v>1.008205917538499</c:v>
                </c:pt>
                <c:pt idx="19997">
                  <c:v>1.0094580288587314</c:v>
                </c:pt>
                <c:pt idx="19998">
                  <c:v>1.0097253315249002</c:v>
                </c:pt>
                <c:pt idx="19999">
                  <c:v>1.010146528799043</c:v>
                </c:pt>
                <c:pt idx="20000">
                  <c:v>1.0112052749351681</c:v>
                </c:pt>
                <c:pt idx="20001">
                  <c:v>1.0117541800965684</c:v>
                </c:pt>
                <c:pt idx="20002">
                  <c:v>1.0126982228081003</c:v>
                </c:pt>
                <c:pt idx="20003">
                  <c:v>1.0132810106905827</c:v>
                </c:pt>
                <c:pt idx="20004">
                  <c:v>1.0126995943725219</c:v>
                </c:pt>
                <c:pt idx="20005">
                  <c:v>1.0132003169837775</c:v>
                </c:pt>
                <c:pt idx="20006">
                  <c:v>1.0129739834548692</c:v>
                </c:pt>
                <c:pt idx="20007">
                  <c:v>1.0114541884783508</c:v>
                </c:pt>
                <c:pt idx="20008">
                  <c:v>1.0109421631602875</c:v>
                </c:pt>
                <c:pt idx="20009">
                  <c:v>1.0114939130478955</c:v>
                </c:pt>
                <c:pt idx="20010">
                  <c:v>1.0120731450226181</c:v>
                </c:pt>
                <c:pt idx="20011">
                  <c:v>1.0133219544285021</c:v>
                </c:pt>
                <c:pt idx="20012">
                  <c:v>1.0153393732966567</c:v>
                </c:pt>
                <c:pt idx="20013">
                  <c:v>1.0150552562666524</c:v>
                </c:pt>
                <c:pt idx="20014">
                  <c:v>1.0130000177795389</c:v>
                </c:pt>
                <c:pt idx="20015">
                  <c:v>1.0128345664713458</c:v>
                </c:pt>
                <c:pt idx="20016">
                  <c:v>1.0128947375105091</c:v>
                </c:pt>
                <c:pt idx="20017">
                  <c:v>1.0132951835229393</c:v>
                </c:pt>
                <c:pt idx="20018">
                  <c:v>1.0140949833761312</c:v>
                </c:pt>
                <c:pt idx="20019">
                  <c:v>1.0127382013710564</c:v>
                </c:pt>
                <c:pt idx="20020">
                  <c:v>1.0107025965746448</c:v>
                </c:pt>
                <c:pt idx="20021">
                  <c:v>1.0097846135871236</c:v>
                </c:pt>
                <c:pt idx="20022">
                  <c:v>1.0099636281434861</c:v>
                </c:pt>
                <c:pt idx="20023">
                  <c:v>1.0113876930032435</c:v>
                </c:pt>
                <c:pt idx="20024">
                  <c:v>1.0118250950570342</c:v>
                </c:pt>
                <c:pt idx="20025">
                  <c:v>1.0107496869531205</c:v>
                </c:pt>
                <c:pt idx="20026">
                  <c:v>1.0118262634267268</c:v>
                </c:pt>
                <c:pt idx="20027">
                  <c:v>1.0130587664555981</c:v>
                </c:pt>
                <c:pt idx="20028">
                  <c:v>1.0127717031020216</c:v>
                </c:pt>
                <c:pt idx="20029">
                  <c:v>1.0132215508329714</c:v>
                </c:pt>
                <c:pt idx="20030">
                  <c:v>1.0133930979830383</c:v>
                </c:pt>
                <c:pt idx="20031">
                  <c:v>1.0122605413615571</c:v>
                </c:pt>
                <c:pt idx="20032">
                  <c:v>1.0121073833344763</c:v>
                </c:pt>
                <c:pt idx="20033">
                  <c:v>1.0115672409457699</c:v>
                </c:pt>
                <c:pt idx="20034">
                  <c:v>1.010848261796089</c:v>
                </c:pt>
                <c:pt idx="20035">
                  <c:v>1.0115809819893271</c:v>
                </c:pt>
                <c:pt idx="20036">
                  <c:v>1.0118855962876323</c:v>
                </c:pt>
                <c:pt idx="20037">
                  <c:v>1.0131558173380983</c:v>
                </c:pt>
                <c:pt idx="20038">
                  <c:v>1.0151996007223572</c:v>
                </c:pt>
                <c:pt idx="20039">
                  <c:v>1.0159057024060796</c:v>
                </c:pt>
                <c:pt idx="20040">
                  <c:v>1.0139576491385813</c:v>
                </c:pt>
                <c:pt idx="20041">
                  <c:v>1.0126653306613227</c:v>
                </c:pt>
                <c:pt idx="20042">
                  <c:v>1.0117319556730699</c:v>
                </c:pt>
                <c:pt idx="20043">
                  <c:v>1.0113523371203752</c:v>
                </c:pt>
                <c:pt idx="20044">
                  <c:v>1.0124458041558402</c:v>
                </c:pt>
                <c:pt idx="20045">
                  <c:v>1.012007944913909</c:v>
                </c:pt>
                <c:pt idx="20046">
                  <c:v>1.0106063330717201</c:v>
                </c:pt>
                <c:pt idx="20047">
                  <c:v>1.011637495523366</c:v>
                </c:pt>
                <c:pt idx="20048">
                  <c:v>1.0114926938795208</c:v>
                </c:pt>
                <c:pt idx="20049">
                  <c:v>1.0097855533627458</c:v>
                </c:pt>
                <c:pt idx="20050">
                  <c:v>1.0094247811211776</c:v>
                </c:pt>
                <c:pt idx="20051">
                  <c:v>1.0108695972426476</c:v>
                </c:pt>
                <c:pt idx="20052">
                  <c:v>1.0127022105046595</c:v>
                </c:pt>
                <c:pt idx="20053">
                  <c:v>1.0129106628974045</c:v>
                </c:pt>
                <c:pt idx="20054">
                  <c:v>1.0131226203992267</c:v>
                </c:pt>
                <c:pt idx="20055">
                  <c:v>1.0136295404497206</c:v>
                </c:pt>
                <c:pt idx="20056">
                  <c:v>1.0139642529672781</c:v>
                </c:pt>
                <c:pt idx="20057">
                  <c:v>1.0140160422238647</c:v>
                </c:pt>
                <c:pt idx="20058">
                  <c:v>1.0138205942937841</c:v>
                </c:pt>
                <c:pt idx="20059">
                  <c:v>1.0132120768787258</c:v>
                </c:pt>
                <c:pt idx="20060">
                  <c:v>1.0139549822077616</c:v>
                </c:pt>
                <c:pt idx="20061">
                  <c:v>1.0140688728534382</c:v>
                </c:pt>
                <c:pt idx="20062">
                  <c:v>1.0121955190482359</c:v>
                </c:pt>
                <c:pt idx="20063">
                  <c:v>1.0117520973505947</c:v>
                </c:pt>
                <c:pt idx="20064">
                  <c:v>1.0116036890003073</c:v>
                </c:pt>
                <c:pt idx="20065">
                  <c:v>1.0127814056503375</c:v>
                </c:pt>
                <c:pt idx="20066">
                  <c:v>1.0118053597689676</c:v>
                </c:pt>
                <c:pt idx="20067">
                  <c:v>1.0098295704209432</c:v>
                </c:pt>
                <c:pt idx="20068">
                  <c:v>1.0094489866932852</c:v>
                </c:pt>
                <c:pt idx="20069">
                  <c:v>1.0107603292770586</c:v>
                </c:pt>
                <c:pt idx="20070">
                  <c:v>1.0135920510221965</c:v>
                </c:pt>
                <c:pt idx="20071">
                  <c:v>1.0146365989266239</c:v>
                </c:pt>
                <c:pt idx="20072">
                  <c:v>1.0140611006550491</c:v>
                </c:pt>
                <c:pt idx="20073">
                  <c:v>1.0137375638475938</c:v>
                </c:pt>
                <c:pt idx="20074">
                  <c:v>1.0132508616726481</c:v>
                </c:pt>
                <c:pt idx="20075">
                  <c:v>1.0124609421631603</c:v>
                </c:pt>
                <c:pt idx="20076">
                  <c:v>1.012709855706343</c:v>
                </c:pt>
                <c:pt idx="20077">
                  <c:v>1.0127726936763259</c:v>
                </c:pt>
                <c:pt idx="20078">
                  <c:v>1.0137704051956893</c:v>
                </c:pt>
                <c:pt idx="20079">
                  <c:v>1.0154959602347915</c:v>
                </c:pt>
                <c:pt idx="20080">
                  <c:v>1.0158724546685258</c:v>
                </c:pt>
                <c:pt idx="20081">
                  <c:v>1.0140282085082712</c:v>
                </c:pt>
                <c:pt idx="20082">
                  <c:v>1.0135992644350806</c:v>
                </c:pt>
                <c:pt idx="20083">
                  <c:v>1.013495279532449</c:v>
                </c:pt>
                <c:pt idx="20084">
                  <c:v>1.0130123618593334</c:v>
                </c:pt>
                <c:pt idx="20085">
                  <c:v>1.0124574116547416</c:v>
                </c:pt>
                <c:pt idx="20086">
                  <c:v>1.0117210339563791</c:v>
                </c:pt>
                <c:pt idx="20087">
                  <c:v>1.0107371396785967</c:v>
                </c:pt>
                <c:pt idx="20088">
                  <c:v>1.0109379976683406</c:v>
                </c:pt>
                <c:pt idx="20089">
                  <c:v>1.0112934868469512</c:v>
                </c:pt>
                <c:pt idx="20090">
                  <c:v>1.0106867219864317</c:v>
                </c:pt>
                <c:pt idx="20091">
                  <c:v>1.0112094912257976</c:v>
                </c:pt>
                <c:pt idx="20092">
                  <c:v>1.0126432332345299</c:v>
                </c:pt>
                <c:pt idx="20093">
                  <c:v>1.0132358506620338</c:v>
                </c:pt>
                <c:pt idx="20094">
                  <c:v>1.0122361071953794</c:v>
                </c:pt>
                <c:pt idx="20095">
                  <c:v>1.0123583796236326</c:v>
                </c:pt>
                <c:pt idx="20096">
                  <c:v>1.0138635699789948</c:v>
                </c:pt>
                <c:pt idx="20097">
                  <c:v>1.013797912682145</c:v>
                </c:pt>
                <c:pt idx="20098">
                  <c:v>1.0140140356759146</c:v>
                </c:pt>
                <c:pt idx="20099">
                  <c:v>1.0147168100459474</c:v>
                </c:pt>
                <c:pt idx="20100">
                  <c:v>1.0149769500979144</c:v>
                </c:pt>
                <c:pt idx="20101">
                  <c:v>1.0148166040572908</c:v>
                </c:pt>
                <c:pt idx="20102">
                  <c:v>1.0151041499983491</c:v>
                </c:pt>
                <c:pt idx="20103">
                  <c:v>1.0152834947461462</c:v>
                </c:pt>
                <c:pt idx="20104">
                  <c:v>1.0156549855096759</c:v>
                </c:pt>
                <c:pt idx="20105">
                  <c:v>1.0158983619964899</c:v>
                </c:pt>
                <c:pt idx="20106">
                  <c:v>1.0160141067940698</c:v>
                </c:pt>
                <c:pt idx="20107">
                  <c:v>1.0143873297926651</c:v>
                </c:pt>
                <c:pt idx="20108">
                  <c:v>1.0125343208597168</c:v>
                </c:pt>
                <c:pt idx="20109">
                  <c:v>1.0119751289651546</c:v>
                </c:pt>
                <c:pt idx="20110">
                  <c:v>1.0115069937085832</c:v>
                </c:pt>
                <c:pt idx="20111">
                  <c:v>1.0124985331880492</c:v>
                </c:pt>
                <c:pt idx="20112">
                  <c:v>1.0139957735496341</c:v>
                </c:pt>
                <c:pt idx="20113">
                  <c:v>1.0153108752358964</c:v>
                </c:pt>
                <c:pt idx="20114">
                  <c:v>1.0157901100045466</c:v>
                </c:pt>
                <c:pt idx="20115">
                  <c:v>1.0156291035810532</c:v>
                </c:pt>
                <c:pt idx="20116">
                  <c:v>1.0157793660832437</c:v>
                </c:pt>
                <c:pt idx="20117">
                  <c:v>1.0140814963259852</c:v>
                </c:pt>
                <c:pt idx="20118">
                  <c:v>1.0139340785500024</c:v>
                </c:pt>
                <c:pt idx="20119">
                  <c:v>1.0145393448493947</c:v>
                </c:pt>
                <c:pt idx="20120">
                  <c:v>1.0139060376773827</c:v>
                </c:pt>
                <c:pt idx="20121">
                  <c:v>1.0129770059764649</c:v>
                </c:pt>
                <c:pt idx="20122">
                  <c:v>1.0136411225492812</c:v>
                </c:pt>
                <c:pt idx="20123">
                  <c:v>1.0132784199577862</c:v>
                </c:pt>
                <c:pt idx="20124">
                  <c:v>1.0131190136927848</c:v>
                </c:pt>
                <c:pt idx="20125">
                  <c:v>1.0133516462582961</c:v>
                </c:pt>
                <c:pt idx="20126">
                  <c:v>1.0131306719903685</c:v>
                </c:pt>
                <c:pt idx="20127">
                  <c:v>1.0122393329117043</c:v>
                </c:pt>
                <c:pt idx="20128">
                  <c:v>1.0105644749575196</c:v>
                </c:pt>
                <c:pt idx="20129">
                  <c:v>1.011138652463355</c:v>
                </c:pt>
                <c:pt idx="20130">
                  <c:v>1.0133393275778426</c:v>
                </c:pt>
                <c:pt idx="20131">
                  <c:v>1.0148387776821068</c:v>
                </c:pt>
                <c:pt idx="20132">
                  <c:v>1.0158701687278231</c:v>
                </c:pt>
                <c:pt idx="20133">
                  <c:v>1.0156555950938633</c:v>
                </c:pt>
                <c:pt idx="20134">
                  <c:v>1.0148193217867929</c:v>
                </c:pt>
                <c:pt idx="20135">
                  <c:v>1.0128398495343032</c:v>
                </c:pt>
                <c:pt idx="20136">
                  <c:v>1.0116630980592363</c:v>
                </c:pt>
                <c:pt idx="20137">
                  <c:v>1.0126230153589817</c:v>
                </c:pt>
                <c:pt idx="20138">
                  <c:v>1.0141498459529961</c:v>
                </c:pt>
                <c:pt idx="20139">
                  <c:v>1.0154621029130504</c:v>
                </c:pt>
                <c:pt idx="20140">
                  <c:v>1.0169664042914728</c:v>
                </c:pt>
                <c:pt idx="20141">
                  <c:v>1.0189256586684141</c:v>
                </c:pt>
                <c:pt idx="20142">
                  <c:v>1.0187834223580241</c:v>
                </c:pt>
                <c:pt idx="20143">
                  <c:v>1.0170726497354659</c:v>
                </c:pt>
                <c:pt idx="20144">
                  <c:v>1.0143641909928856</c:v>
                </c:pt>
                <c:pt idx="20145">
                  <c:v>1.0138480001828754</c:v>
                </c:pt>
                <c:pt idx="20146">
                  <c:v>1.0135817896883754</c:v>
                </c:pt>
                <c:pt idx="20147">
                  <c:v>1.0120026364516104</c:v>
                </c:pt>
                <c:pt idx="20148">
                  <c:v>1.0118491990317771</c:v>
                </c:pt>
                <c:pt idx="20149">
                  <c:v>1.0118427729984685</c:v>
                </c:pt>
                <c:pt idx="20150">
                  <c:v>1.0124859605141843</c:v>
                </c:pt>
                <c:pt idx="20151">
                  <c:v>1.011875639745905</c:v>
                </c:pt>
                <c:pt idx="20152">
                  <c:v>1.0124235289336594</c:v>
                </c:pt>
                <c:pt idx="20153">
                  <c:v>1.0133542115917513</c:v>
                </c:pt>
                <c:pt idx="20154">
                  <c:v>1.0135906540584336</c:v>
                </c:pt>
                <c:pt idx="20155">
                  <c:v>1.0109335527836407</c:v>
                </c:pt>
                <c:pt idx="20156">
                  <c:v>1.0079581215663265</c:v>
                </c:pt>
                <c:pt idx="20157">
                  <c:v>1.0090391429246326</c:v>
                </c:pt>
                <c:pt idx="20158">
                  <c:v>1.0110394680361992</c:v>
                </c:pt>
                <c:pt idx="20159">
                  <c:v>1.0124084417250216</c:v>
                </c:pt>
                <c:pt idx="20160">
                  <c:v>1.0124708987048876</c:v>
                </c:pt>
                <c:pt idx="20161">
                  <c:v>1.0118856470863147</c:v>
                </c:pt>
                <c:pt idx="20162">
                  <c:v>1.0112811681664977</c:v>
                </c:pt>
                <c:pt idx="20163">
                  <c:v>1.0112717958096167</c:v>
                </c:pt>
                <c:pt idx="20164">
                  <c:v>1.0116550972667768</c:v>
                </c:pt>
                <c:pt idx="20165">
                  <c:v>1.0120981633736421</c:v>
                </c:pt>
                <c:pt idx="20166">
                  <c:v>1.0108115597481402</c:v>
                </c:pt>
                <c:pt idx="20167">
                  <c:v>1.0102113987163173</c:v>
                </c:pt>
                <c:pt idx="20168">
                  <c:v>1.0100016001584919</c:v>
                </c:pt>
                <c:pt idx="20169">
                  <c:v>1.0107767880501179</c:v>
                </c:pt>
                <c:pt idx="20170">
                  <c:v>1.0117203227748273</c:v>
                </c:pt>
                <c:pt idx="20171">
                  <c:v>1.0125477317118394</c:v>
                </c:pt>
                <c:pt idx="20172">
                  <c:v>1.0130953923055237</c:v>
                </c:pt>
                <c:pt idx="20173">
                  <c:v>1.012294906670121</c:v>
                </c:pt>
                <c:pt idx="20174">
                  <c:v>1.0122273444226857</c:v>
                </c:pt>
                <c:pt idx="20175">
                  <c:v>1.0116836715255606</c:v>
                </c:pt>
                <c:pt idx="20176">
                  <c:v>1.0107310946354051</c:v>
                </c:pt>
                <c:pt idx="20177">
                  <c:v>1.0104653413290459</c:v>
                </c:pt>
                <c:pt idx="20178">
                  <c:v>1.0102543490021869</c:v>
                </c:pt>
                <c:pt idx="20179">
                  <c:v>1.0106972881123464</c:v>
                </c:pt>
                <c:pt idx="20180">
                  <c:v>1.011044471706404</c:v>
                </c:pt>
                <c:pt idx="20181">
                  <c:v>1.0108549926214914</c:v>
                </c:pt>
                <c:pt idx="20182">
                  <c:v>1.0112366177221364</c:v>
                </c:pt>
                <c:pt idx="20183">
                  <c:v>1.0122323988915727</c:v>
                </c:pt>
                <c:pt idx="20184">
                  <c:v>1.0125548435273588</c:v>
                </c:pt>
                <c:pt idx="20185">
                  <c:v>1.0120082751053439</c:v>
                </c:pt>
                <c:pt idx="20186">
                  <c:v>1.0120537399259864</c:v>
                </c:pt>
                <c:pt idx="20187">
                  <c:v>1.011763679450155</c:v>
                </c:pt>
                <c:pt idx="20188">
                  <c:v>1.0111349441595485</c:v>
                </c:pt>
                <c:pt idx="20189">
                  <c:v>1.0119796246485366</c:v>
                </c:pt>
                <c:pt idx="20190">
                  <c:v>1.0134550723754225</c:v>
                </c:pt>
                <c:pt idx="20191">
                  <c:v>1.0130377358011333</c:v>
                </c:pt>
                <c:pt idx="20192">
                  <c:v>1.0130324273388349</c:v>
                </c:pt>
                <c:pt idx="20193">
                  <c:v>1.0129310585683406</c:v>
                </c:pt>
                <c:pt idx="20194">
                  <c:v>1.0119671281726952</c:v>
                </c:pt>
                <c:pt idx="20195">
                  <c:v>1.0110551394296832</c:v>
                </c:pt>
                <c:pt idx="20196">
                  <c:v>1.0094944515139277</c:v>
                </c:pt>
                <c:pt idx="20197">
                  <c:v>1.0100140712349921</c:v>
                </c:pt>
                <c:pt idx="20198">
                  <c:v>1.012379156284686</c:v>
                </c:pt>
                <c:pt idx="20199">
                  <c:v>1.0155321288965764</c:v>
                </c:pt>
                <c:pt idx="20200">
                  <c:v>1.0167280568742048</c:v>
                </c:pt>
                <c:pt idx="20201">
                  <c:v>1.0148029646110981</c:v>
                </c:pt>
                <c:pt idx="20202">
                  <c:v>1.0124938343099381</c:v>
                </c:pt>
                <c:pt idx="20203">
                  <c:v>1.0113823337422627</c:v>
                </c:pt>
                <c:pt idx="20204">
                  <c:v>1.0114161148659804</c:v>
                </c:pt>
                <c:pt idx="20205">
                  <c:v>1.0137989794544731</c:v>
                </c:pt>
                <c:pt idx="20206">
                  <c:v>1.0150394832758038</c:v>
                </c:pt>
                <c:pt idx="20207">
                  <c:v>1.0144615212681383</c:v>
                </c:pt>
                <c:pt idx="20208">
                  <c:v>1.0143023435972072</c:v>
                </c:pt>
                <c:pt idx="20209">
                  <c:v>1.0133394545745484</c:v>
                </c:pt>
                <c:pt idx="20210">
                  <c:v>1.0117218467352957</c:v>
                </c:pt>
                <c:pt idx="20211">
                  <c:v>1.0105985354739897</c:v>
                </c:pt>
                <c:pt idx="20212">
                  <c:v>1.0109220722814449</c:v>
                </c:pt>
                <c:pt idx="20213">
                  <c:v>1.0123114162418627</c:v>
                </c:pt>
                <c:pt idx="20214">
                  <c:v>1.0128976330353991</c:v>
                </c:pt>
                <c:pt idx="20215">
                  <c:v>1.0120252926639084</c:v>
                </c:pt>
                <c:pt idx="20216">
                  <c:v>1.0121476920888672</c:v>
                </c:pt>
                <c:pt idx="20217">
                  <c:v>1.0141569323691744</c:v>
                </c:pt>
                <c:pt idx="20218">
                  <c:v>1.0170808029239722</c:v>
                </c:pt>
                <c:pt idx="20219">
                  <c:v>1.0162573562841779</c:v>
                </c:pt>
                <c:pt idx="20220">
                  <c:v>1.013283220433262</c:v>
                </c:pt>
                <c:pt idx="20221">
                  <c:v>1.0125481888999799</c:v>
                </c:pt>
                <c:pt idx="20222">
                  <c:v>1.0128319757385493</c:v>
                </c:pt>
                <c:pt idx="20223">
                  <c:v>1.0130721519083794</c:v>
                </c:pt>
                <c:pt idx="20224">
                  <c:v>1.0137895055002273</c:v>
                </c:pt>
                <c:pt idx="20225">
                  <c:v>1.013310600923012</c:v>
                </c:pt>
                <c:pt idx="20226">
                  <c:v>1.0130402249365651</c:v>
                </c:pt>
                <c:pt idx="20227">
                  <c:v>1.0140428893274509</c:v>
                </c:pt>
                <c:pt idx="20228">
                  <c:v>1.0132122038754314</c:v>
                </c:pt>
                <c:pt idx="20229">
                  <c:v>1.0118353817901964</c:v>
                </c:pt>
                <c:pt idx="20230">
                  <c:v>1.0118613399168426</c:v>
                </c:pt>
                <c:pt idx="20231">
                  <c:v>1.0128944073190742</c:v>
                </c:pt>
                <c:pt idx="20232">
                  <c:v>1.014482170932486</c:v>
                </c:pt>
                <c:pt idx="20233">
                  <c:v>1.0134874565353775</c:v>
                </c:pt>
                <c:pt idx="20234">
                  <c:v>1.0117589805720439</c:v>
                </c:pt>
                <c:pt idx="20235">
                  <c:v>1.0133787219559525</c:v>
                </c:pt>
                <c:pt idx="20236">
                  <c:v>1.0158160681311927</c:v>
                </c:pt>
                <c:pt idx="20237">
                  <c:v>1.0160949274975808</c:v>
                </c:pt>
                <c:pt idx="20238">
                  <c:v>1.0141421753519713</c:v>
                </c:pt>
                <c:pt idx="20239">
                  <c:v>1.0136188727264415</c:v>
                </c:pt>
                <c:pt idx="20240">
                  <c:v>1.0138140666631108</c:v>
                </c:pt>
                <c:pt idx="20241">
                  <c:v>1.0133360764621766</c:v>
                </c:pt>
                <c:pt idx="20242">
                  <c:v>1.0125369115925134</c:v>
                </c:pt>
                <c:pt idx="20243">
                  <c:v>1.0130954939028882</c:v>
                </c:pt>
                <c:pt idx="20244">
                  <c:v>1.0128046968461639</c:v>
                </c:pt>
                <c:pt idx="20245">
                  <c:v>1.0125443789988087</c:v>
                </c:pt>
                <c:pt idx="20246">
                  <c:v>1.0122724028538699</c:v>
                </c:pt>
                <c:pt idx="20247">
                  <c:v>1.0105223374505665</c:v>
                </c:pt>
                <c:pt idx="20248">
                  <c:v>1.0088453459517259</c:v>
                </c:pt>
                <c:pt idx="20249">
                  <c:v>1.0093866567101248</c:v>
                </c:pt>
                <c:pt idx="20250">
                  <c:v>1.0097815910655277</c:v>
                </c:pt>
                <c:pt idx="20251">
                  <c:v>1.0088642176621938</c:v>
                </c:pt>
                <c:pt idx="20252">
                  <c:v>1.0090326914919827</c:v>
                </c:pt>
                <c:pt idx="20253">
                  <c:v>1.0116924342982543</c:v>
                </c:pt>
                <c:pt idx="20254">
                  <c:v>1.0138389072187468</c:v>
                </c:pt>
                <c:pt idx="20255">
                  <c:v>1.0157090607069652</c:v>
                </c:pt>
                <c:pt idx="20256">
                  <c:v>1.0161151707724703</c:v>
                </c:pt>
                <c:pt idx="20257">
                  <c:v>1.0155702787069703</c:v>
                </c:pt>
                <c:pt idx="20258">
                  <c:v>1.0147513531498993</c:v>
                </c:pt>
                <c:pt idx="20259">
                  <c:v>1.0127754876038515</c:v>
                </c:pt>
                <c:pt idx="20260">
                  <c:v>1.0125992669750146</c:v>
                </c:pt>
                <c:pt idx="20261">
                  <c:v>1.0137068052454719</c:v>
                </c:pt>
                <c:pt idx="20262">
                  <c:v>1.0143359469255369</c:v>
                </c:pt>
                <c:pt idx="20263">
                  <c:v>1.0143639369994741</c:v>
                </c:pt>
                <c:pt idx="20264">
                  <c:v>1.0120192476207168</c:v>
                </c:pt>
                <c:pt idx="20265">
                  <c:v>1.0099892560786974</c:v>
                </c:pt>
                <c:pt idx="20266">
                  <c:v>1.0095941439279066</c:v>
                </c:pt>
                <c:pt idx="20267">
                  <c:v>1.009254884928285</c:v>
                </c:pt>
                <c:pt idx="20268">
                  <c:v>1.0099262911120086</c:v>
                </c:pt>
                <c:pt idx="20269">
                  <c:v>1.0106648277543679</c:v>
                </c:pt>
                <c:pt idx="20270">
                  <c:v>1.0112862226353849</c:v>
                </c:pt>
                <c:pt idx="20271">
                  <c:v>1.0126104934837989</c:v>
                </c:pt>
                <c:pt idx="20272">
                  <c:v>1.0134946699482617</c:v>
                </c:pt>
                <c:pt idx="20273">
                  <c:v>1.0138352243142812</c:v>
                </c:pt>
                <c:pt idx="20274">
                  <c:v>1.0143192087597248</c:v>
                </c:pt>
                <c:pt idx="20275">
                  <c:v>1.0148477436495298</c:v>
                </c:pt>
                <c:pt idx="20276">
                  <c:v>1.0156672025927647</c:v>
                </c:pt>
                <c:pt idx="20277">
                  <c:v>1.0154707132896972</c:v>
                </c:pt>
                <c:pt idx="20278">
                  <c:v>1.0149972949701684</c:v>
                </c:pt>
                <c:pt idx="20279">
                  <c:v>1.0145662427516631</c:v>
                </c:pt>
                <c:pt idx="20280">
                  <c:v>1.0136212348651676</c:v>
                </c:pt>
                <c:pt idx="20281">
                  <c:v>1.0132348092890471</c:v>
                </c:pt>
                <c:pt idx="20282">
                  <c:v>1.0144367061118436</c:v>
                </c:pt>
                <c:pt idx="20283">
                  <c:v>1.0155432284086552</c:v>
                </c:pt>
                <c:pt idx="20284">
                  <c:v>1.0167617364005577</c:v>
                </c:pt>
                <c:pt idx="20285">
                  <c:v>1.0167914282303516</c:v>
                </c:pt>
                <c:pt idx="20286">
                  <c:v>1.0154156729174446</c:v>
                </c:pt>
                <c:pt idx="20287">
                  <c:v>1.0151818211835586</c:v>
                </c:pt>
                <c:pt idx="20288">
                  <c:v>1.015867070008204</c:v>
                </c:pt>
                <c:pt idx="20289">
                  <c:v>1.0156248110924002</c:v>
                </c:pt>
                <c:pt idx="20290">
                  <c:v>1.015665627833614</c:v>
                </c:pt>
                <c:pt idx="20291">
                  <c:v>1.015609647685739</c:v>
                </c:pt>
                <c:pt idx="20292">
                  <c:v>1.0146703800503416</c:v>
                </c:pt>
                <c:pt idx="20293">
                  <c:v>1.0135444526568982</c:v>
                </c:pt>
                <c:pt idx="20294">
                  <c:v>1.0113854070625408</c:v>
                </c:pt>
                <c:pt idx="20295">
                  <c:v>1.0110937464282177</c:v>
                </c:pt>
                <c:pt idx="20296">
                  <c:v>1.0125430582330694</c:v>
                </c:pt>
                <c:pt idx="20297">
                  <c:v>1.0131876173132068</c:v>
                </c:pt>
                <c:pt idx="20298">
                  <c:v>1.0138372816609138</c:v>
                </c:pt>
                <c:pt idx="20299">
                  <c:v>1.0157544239302432</c:v>
                </c:pt>
                <c:pt idx="20300">
                  <c:v>1.0154041670159075</c:v>
                </c:pt>
                <c:pt idx="20301">
                  <c:v>1.0137952711506664</c:v>
                </c:pt>
                <c:pt idx="20302">
                  <c:v>1.0124774263355609</c:v>
                </c:pt>
                <c:pt idx="20303">
                  <c:v>1.0111069032869286</c:v>
                </c:pt>
                <c:pt idx="20304">
                  <c:v>1.0098843314004435</c:v>
                </c:pt>
                <c:pt idx="20305">
                  <c:v>1.0108337587722975</c:v>
                </c:pt>
                <c:pt idx="20306">
                  <c:v>1.0116058987429866</c:v>
                </c:pt>
                <c:pt idx="20307">
                  <c:v>1.0118614415142071</c:v>
                </c:pt>
                <c:pt idx="20308">
                  <c:v>1.0127020581086126</c:v>
                </c:pt>
                <c:pt idx="20309">
                  <c:v>1.0127831836042174</c:v>
                </c:pt>
                <c:pt idx="20310">
                  <c:v>1.0119537427199139</c:v>
                </c:pt>
                <c:pt idx="20311">
                  <c:v>1.0111650677781419</c:v>
                </c:pt>
                <c:pt idx="20312">
                  <c:v>1.010561503234606</c:v>
                </c:pt>
                <c:pt idx="20313">
                  <c:v>1.0105568297558361</c:v>
                </c:pt>
                <c:pt idx="20314">
                  <c:v>1.0124878400654287</c:v>
                </c:pt>
                <c:pt idx="20315">
                  <c:v>1.0132452484182561</c:v>
                </c:pt>
                <c:pt idx="20316">
                  <c:v>1.0110385028612359</c:v>
                </c:pt>
                <c:pt idx="20317">
                  <c:v>1.0098593130494196</c:v>
                </c:pt>
                <c:pt idx="20318">
                  <c:v>1.0108231164483594</c:v>
                </c:pt>
                <c:pt idx="20319">
                  <c:v>1.0128017505225915</c:v>
                </c:pt>
                <c:pt idx="20320">
                  <c:v>1.014424743022166</c:v>
                </c:pt>
                <c:pt idx="20321">
                  <c:v>1.0146788380309415</c:v>
                </c:pt>
                <c:pt idx="20322">
                  <c:v>1.0143857296341734</c:v>
                </c:pt>
                <c:pt idx="20323">
                  <c:v>1.0127068331847471</c:v>
                </c:pt>
                <c:pt idx="20324">
                  <c:v>1.0111737797521532</c:v>
                </c:pt>
                <c:pt idx="20325">
                  <c:v>1.011414057519348</c:v>
                </c:pt>
                <c:pt idx="20326">
                  <c:v>1.0125750106042248</c:v>
                </c:pt>
                <c:pt idx="20327">
                  <c:v>1.0143320608263422</c:v>
                </c:pt>
                <c:pt idx="20328">
                  <c:v>1.0131948053267499</c:v>
                </c:pt>
                <c:pt idx="20329">
                  <c:v>1.0126263680720122</c:v>
                </c:pt>
                <c:pt idx="20330">
                  <c:v>1.0137317473984724</c:v>
                </c:pt>
                <c:pt idx="20331">
                  <c:v>1.0133297774255736</c:v>
                </c:pt>
                <c:pt idx="20332">
                  <c:v>1.0128410433033368</c:v>
                </c:pt>
                <c:pt idx="20333">
                  <c:v>1.0119249398670598</c:v>
                </c:pt>
                <c:pt idx="20334">
                  <c:v>1.0119715730573948</c:v>
                </c:pt>
                <c:pt idx="20335">
                  <c:v>1.0121100502652962</c:v>
                </c:pt>
                <c:pt idx="20336">
                  <c:v>1.0129739580555281</c:v>
                </c:pt>
                <c:pt idx="20337">
                  <c:v>1.0126590062253784</c:v>
                </c:pt>
                <c:pt idx="20338">
                  <c:v>1.0124985585873902</c:v>
                </c:pt>
                <c:pt idx="20339">
                  <c:v>1.013978628994364</c:v>
                </c:pt>
                <c:pt idx="20340">
                  <c:v>1.0159986385953148</c:v>
                </c:pt>
                <c:pt idx="20341">
                  <c:v>1.0161126562376972</c:v>
                </c:pt>
                <c:pt idx="20342">
                  <c:v>1.0137119867110647</c:v>
                </c:pt>
                <c:pt idx="20343">
                  <c:v>1.0131663580646717</c:v>
                </c:pt>
                <c:pt idx="20344">
                  <c:v>1.0138883851352896</c:v>
                </c:pt>
                <c:pt idx="20345">
                  <c:v>1.0142999306597986</c:v>
                </c:pt>
                <c:pt idx="20346">
                  <c:v>1.0142690704603123</c:v>
                </c:pt>
                <c:pt idx="20347">
                  <c:v>1.0138583631140607</c:v>
                </c:pt>
                <c:pt idx="20348">
                  <c:v>1.0127634229168094</c:v>
                </c:pt>
                <c:pt idx="20349">
                  <c:v>1.0118710424651585</c:v>
                </c:pt>
                <c:pt idx="20350">
                  <c:v>1.0119974803853589</c:v>
                </c:pt>
                <c:pt idx="20351">
                  <c:v>1.0131995042048609</c:v>
                </c:pt>
                <c:pt idx="20352">
                  <c:v>1.0133473791689844</c:v>
                </c:pt>
                <c:pt idx="20353">
                  <c:v>1.0130968146686274</c:v>
                </c:pt>
                <c:pt idx="20354">
                  <c:v>1.014427613147715</c:v>
                </c:pt>
                <c:pt idx="20355">
                  <c:v>1.0148791880338623</c:v>
                </c:pt>
                <c:pt idx="20356">
                  <c:v>1.0138961319343376</c:v>
                </c:pt>
                <c:pt idx="20357">
                  <c:v>1.0128653504728087</c:v>
                </c:pt>
                <c:pt idx="20358">
                  <c:v>1.0126551709248661</c:v>
                </c:pt>
                <c:pt idx="20359">
                  <c:v>1.0130206928432277</c:v>
                </c:pt>
                <c:pt idx="20360">
                  <c:v>1.0123495660522566</c:v>
                </c:pt>
                <c:pt idx="20361">
                  <c:v>1.0127084841419214</c:v>
                </c:pt>
                <c:pt idx="20362">
                  <c:v>1.0143739697392249</c:v>
                </c:pt>
                <c:pt idx="20363">
                  <c:v>1.0156148291513318</c:v>
                </c:pt>
                <c:pt idx="20364">
                  <c:v>1.0158909707882178</c:v>
                </c:pt>
                <c:pt idx="20365">
                  <c:v>1.015799736354839</c:v>
                </c:pt>
                <c:pt idx="20366">
                  <c:v>1.0153379001348706</c:v>
                </c:pt>
                <c:pt idx="20367">
                  <c:v>1.014040933578183</c:v>
                </c:pt>
                <c:pt idx="20368">
                  <c:v>1.0124624661236288</c:v>
                </c:pt>
                <c:pt idx="20369">
                  <c:v>1.0121696117202719</c:v>
                </c:pt>
                <c:pt idx="20370">
                  <c:v>1.0135337849336188</c:v>
                </c:pt>
                <c:pt idx="20371">
                  <c:v>1.0146128251433157</c:v>
                </c:pt>
                <c:pt idx="20372">
                  <c:v>1.0136406907604816</c:v>
                </c:pt>
                <c:pt idx="20373">
                  <c:v>1.0124316313234836</c:v>
                </c:pt>
                <c:pt idx="20374">
                  <c:v>1.0120329378655917</c:v>
                </c:pt>
                <c:pt idx="20375">
                  <c:v>1.0128888702627055</c:v>
                </c:pt>
                <c:pt idx="20376">
                  <c:v>1.0134450396356718</c:v>
                </c:pt>
                <c:pt idx="20377">
                  <c:v>1.0134304350145158</c:v>
                </c:pt>
                <c:pt idx="20378">
                  <c:v>1.0148915575129982</c:v>
                </c:pt>
                <c:pt idx="20379">
                  <c:v>1.0150626728742655</c:v>
                </c:pt>
                <c:pt idx="20380">
                  <c:v>1.0137394433988383</c:v>
                </c:pt>
                <c:pt idx="20381">
                  <c:v>1.0114266301932129</c:v>
                </c:pt>
                <c:pt idx="20382">
                  <c:v>1.0111337249911738</c:v>
                </c:pt>
                <c:pt idx="20383">
                  <c:v>1.013344077254636</c:v>
                </c:pt>
                <c:pt idx="20384">
                  <c:v>1.0135094015661235</c:v>
                </c:pt>
                <c:pt idx="20385">
                  <c:v>1.0129574484837864</c:v>
                </c:pt>
                <c:pt idx="20386">
                  <c:v>1.0144551968321942</c:v>
                </c:pt>
                <c:pt idx="20387">
                  <c:v>1.0143531676788304</c:v>
                </c:pt>
                <c:pt idx="20388">
                  <c:v>1.0139254173746732</c:v>
                </c:pt>
                <c:pt idx="20389">
                  <c:v>1.0149993777161421</c:v>
                </c:pt>
                <c:pt idx="20390">
                  <c:v>1.015536548381935</c:v>
                </c:pt>
                <c:pt idx="20391">
                  <c:v>1.0161574860748113</c:v>
                </c:pt>
                <c:pt idx="20392">
                  <c:v>1.0149895735704615</c:v>
                </c:pt>
                <c:pt idx="20393">
                  <c:v>1.0139545250196209</c:v>
                </c:pt>
                <c:pt idx="20394">
                  <c:v>1.0138136348743114</c:v>
                </c:pt>
                <c:pt idx="20395">
                  <c:v>1.0146374625042227</c:v>
                </c:pt>
                <c:pt idx="20396">
                  <c:v>1.0148991519159993</c:v>
                </c:pt>
                <c:pt idx="20397">
                  <c:v>1.0138588203022014</c:v>
                </c:pt>
                <c:pt idx="20398">
                  <c:v>1.0130258743088205</c:v>
                </c:pt>
                <c:pt idx="20399">
                  <c:v>1.013222922397393</c:v>
                </c:pt>
                <c:pt idx="20400">
                  <c:v>1.0149313328812251</c:v>
                </c:pt>
                <c:pt idx="20401">
                  <c:v>1.0175157158423311</c:v>
                </c:pt>
                <c:pt idx="20402">
                  <c:v>1.0171398055934429</c:v>
                </c:pt>
                <c:pt idx="20403">
                  <c:v>1.0158299615707969</c:v>
                </c:pt>
                <c:pt idx="20404">
                  <c:v>1.0162869465166073</c:v>
                </c:pt>
                <c:pt idx="20405">
                  <c:v>1.0180677959213738</c:v>
                </c:pt>
                <c:pt idx="20406">
                  <c:v>1.0176955685769511</c:v>
                </c:pt>
                <c:pt idx="20407">
                  <c:v>1.0153732814170799</c:v>
                </c:pt>
                <c:pt idx="20408">
                  <c:v>1.0145536954771393</c:v>
                </c:pt>
                <c:pt idx="20409">
                  <c:v>1.0139647101554186</c:v>
                </c:pt>
                <c:pt idx="20410">
                  <c:v>1.0132155057897798</c:v>
                </c:pt>
                <c:pt idx="20411">
                  <c:v>1.013230288206324</c:v>
                </c:pt>
                <c:pt idx="20412">
                  <c:v>1.0143126557297104</c:v>
                </c:pt>
                <c:pt idx="20413">
                  <c:v>1.014622756285702</c:v>
                </c:pt>
                <c:pt idx="20414">
                  <c:v>1.0133922344054396</c:v>
                </c:pt>
                <c:pt idx="20415">
                  <c:v>1.0113432695555877</c:v>
                </c:pt>
                <c:pt idx="20416">
                  <c:v>1.0102677090556271</c:v>
                </c:pt>
                <c:pt idx="20417">
                  <c:v>1.0112955187942425</c:v>
                </c:pt>
                <c:pt idx="20418">
                  <c:v>1.0119514567792112</c:v>
                </c:pt>
                <c:pt idx="20419">
                  <c:v>1.0125436424179157</c:v>
                </c:pt>
                <c:pt idx="20420">
                  <c:v>1.0126045754373132</c:v>
                </c:pt>
                <c:pt idx="20421">
                  <c:v>1.0114181468132717</c:v>
                </c:pt>
                <c:pt idx="20422">
                  <c:v>1.0105612492411946</c:v>
                </c:pt>
                <c:pt idx="20423">
                  <c:v>1.0120461709223263</c:v>
                </c:pt>
                <c:pt idx="20424">
                  <c:v>1.0134090233699338</c:v>
                </c:pt>
                <c:pt idx="20425">
                  <c:v>1.0139769526378486</c:v>
                </c:pt>
                <c:pt idx="20426">
                  <c:v>1.0130595792345147</c:v>
                </c:pt>
                <c:pt idx="20427">
                  <c:v>1.0116880910109192</c:v>
                </c:pt>
                <c:pt idx="20428">
                  <c:v>1.0126194594512219</c:v>
                </c:pt>
                <c:pt idx="20429">
                  <c:v>1.0145834381056156</c:v>
                </c:pt>
                <c:pt idx="20430">
                  <c:v>1.0146022844167422</c:v>
                </c:pt>
                <c:pt idx="20431">
                  <c:v>1.0146061959152779</c:v>
                </c:pt>
                <c:pt idx="20432">
                  <c:v>1.0154993637465044</c:v>
                </c:pt>
                <c:pt idx="20433">
                  <c:v>1.0168748650660002</c:v>
                </c:pt>
                <c:pt idx="20434">
                  <c:v>1.0172754380751363</c:v>
                </c:pt>
                <c:pt idx="20435">
                  <c:v>1.0164754350272154</c:v>
                </c:pt>
                <c:pt idx="20436">
                  <c:v>1.0154631950847195</c:v>
                </c:pt>
                <c:pt idx="20437">
                  <c:v>1.0153975377878697</c:v>
                </c:pt>
                <c:pt idx="20438">
                  <c:v>1.013955058405785</c:v>
                </c:pt>
                <c:pt idx="20439">
                  <c:v>1.0127379727769861</c:v>
                </c:pt>
                <c:pt idx="20440">
                  <c:v>1.012856587700115</c:v>
                </c:pt>
                <c:pt idx="20441">
                  <c:v>1.012884095186571</c:v>
                </c:pt>
                <c:pt idx="20442">
                  <c:v>1.0127271272583189</c:v>
                </c:pt>
                <c:pt idx="20443">
                  <c:v>1.0129883086832727</c:v>
                </c:pt>
                <c:pt idx="20444">
                  <c:v>1.0137491967458365</c:v>
                </c:pt>
                <c:pt idx="20445">
                  <c:v>1.0140129943029277</c:v>
                </c:pt>
                <c:pt idx="20446">
                  <c:v>1.014515469468722</c:v>
                </c:pt>
                <c:pt idx="20447">
                  <c:v>1.0156394665122386</c:v>
                </c:pt>
                <c:pt idx="20448">
                  <c:v>1.0168308226084615</c:v>
                </c:pt>
                <c:pt idx="20449">
                  <c:v>1.0175585899301771</c:v>
                </c:pt>
                <c:pt idx="20450">
                  <c:v>1.0177733413595251</c:v>
                </c:pt>
                <c:pt idx="20451">
                  <c:v>1.0175198813342783</c:v>
                </c:pt>
                <c:pt idx="20452">
                  <c:v>1.0170698304085992</c:v>
                </c:pt>
                <c:pt idx="20453">
                  <c:v>1.0153441737721323</c:v>
                </c:pt>
                <c:pt idx="20454">
                  <c:v>1.0146606267033433</c:v>
                </c:pt>
                <c:pt idx="20455">
                  <c:v>1.0150285107604309</c:v>
                </c:pt>
                <c:pt idx="20456">
                  <c:v>1.0156113240422544</c:v>
                </c:pt>
                <c:pt idx="20457">
                  <c:v>1.0160311243526343</c:v>
                </c:pt>
                <c:pt idx="20458">
                  <c:v>1.0163375674035016</c:v>
                </c:pt>
                <c:pt idx="20459">
                  <c:v>1.0163150635872507</c:v>
                </c:pt>
                <c:pt idx="20460">
                  <c:v>1.016942325716071</c:v>
                </c:pt>
                <c:pt idx="20461">
                  <c:v>1.0165178519269211</c:v>
                </c:pt>
                <c:pt idx="20462">
                  <c:v>1.0170194889144575</c:v>
                </c:pt>
                <c:pt idx="20463">
                  <c:v>1.0169683854400817</c:v>
                </c:pt>
                <c:pt idx="20464">
                  <c:v>1.0146984971209847</c:v>
                </c:pt>
                <c:pt idx="20465">
                  <c:v>1.0133146140189124</c:v>
                </c:pt>
                <c:pt idx="20466">
                  <c:v>1.0138502861235779</c:v>
                </c:pt>
                <c:pt idx="20467">
                  <c:v>1.0129696401675341</c:v>
                </c:pt>
                <c:pt idx="20468">
                  <c:v>1.012683008602757</c:v>
                </c:pt>
                <c:pt idx="20469">
                  <c:v>1.013244511837363</c:v>
                </c:pt>
                <c:pt idx="20470">
                  <c:v>1.0127964420602931</c:v>
                </c:pt>
                <c:pt idx="20471">
                  <c:v>1.0117241072766572</c:v>
                </c:pt>
                <c:pt idx="20472">
                  <c:v>1.0112497999801886</c:v>
                </c:pt>
                <c:pt idx="20473">
                  <c:v>1.0105873851632288</c:v>
                </c:pt>
                <c:pt idx="20474">
                  <c:v>1.0101886917053371</c:v>
                </c:pt>
                <c:pt idx="20475">
                  <c:v>1.0105186291467598</c:v>
                </c:pt>
                <c:pt idx="20476">
                  <c:v>1.0124673173977867</c:v>
                </c:pt>
                <c:pt idx="20477">
                  <c:v>1.0141189603541685</c:v>
                </c:pt>
                <c:pt idx="20478">
                  <c:v>1.0148817025686354</c:v>
                </c:pt>
                <c:pt idx="20479">
                  <c:v>1.0141748897033611</c:v>
                </c:pt>
                <c:pt idx="20480">
                  <c:v>1.0127904224164426</c:v>
                </c:pt>
                <c:pt idx="20481">
                  <c:v>1.0118326132620119</c:v>
                </c:pt>
                <c:pt idx="20482">
                  <c:v>1.0117845069098907</c:v>
                </c:pt>
                <c:pt idx="20483">
                  <c:v>1.0115686125101915</c:v>
                </c:pt>
                <c:pt idx="20484">
                  <c:v>1.0102949371493304</c:v>
                </c:pt>
                <c:pt idx="20485">
                  <c:v>1.0094552349312058</c:v>
                </c:pt>
                <c:pt idx="20486">
                  <c:v>1.0102911272481592</c:v>
                </c:pt>
                <c:pt idx="20487">
                  <c:v>1.0114271127806944</c:v>
                </c:pt>
                <c:pt idx="20488">
                  <c:v>1.0114941924406482</c:v>
                </c:pt>
                <c:pt idx="20489">
                  <c:v>1.0118980673641327</c:v>
                </c:pt>
                <c:pt idx="20490">
                  <c:v>1.0128705065390604</c:v>
                </c:pt>
                <c:pt idx="20491">
                  <c:v>1.0137836128530826</c:v>
                </c:pt>
                <c:pt idx="20492">
                  <c:v>1.015557096448918</c:v>
                </c:pt>
                <c:pt idx="20493">
                  <c:v>1.0169735923050156</c:v>
                </c:pt>
                <c:pt idx="20494">
                  <c:v>1.0169143102427922</c:v>
                </c:pt>
                <c:pt idx="20495">
                  <c:v>1.0169244445799075</c:v>
                </c:pt>
                <c:pt idx="20496">
                  <c:v>1.0160507072446541</c:v>
                </c:pt>
                <c:pt idx="20497">
                  <c:v>1.0143553520221686</c:v>
                </c:pt>
                <c:pt idx="20498">
                  <c:v>1.013869538824163</c:v>
                </c:pt>
                <c:pt idx="20499">
                  <c:v>1.0138878517491257</c:v>
                </c:pt>
                <c:pt idx="20500">
                  <c:v>1.0146445997190834</c:v>
                </c:pt>
                <c:pt idx="20501">
                  <c:v>1.0155328400781283</c:v>
                </c:pt>
                <c:pt idx="20502">
                  <c:v>1.0162189778797137</c:v>
                </c:pt>
                <c:pt idx="20503">
                  <c:v>1.0170025475539164</c:v>
                </c:pt>
                <c:pt idx="20504">
                  <c:v>1.0183105374246593</c:v>
                </c:pt>
                <c:pt idx="20505">
                  <c:v>1.0166615613990972</c:v>
                </c:pt>
                <c:pt idx="20506">
                  <c:v>1.0154882896337669</c:v>
                </c:pt>
                <c:pt idx="20507">
                  <c:v>1.0150246246612362</c:v>
                </c:pt>
                <c:pt idx="20508">
                  <c:v>1.0136982202681661</c:v>
                </c:pt>
                <c:pt idx="20509">
                  <c:v>1.0138033735404903</c:v>
                </c:pt>
                <c:pt idx="20510">
                  <c:v>1.0140918338578297</c:v>
                </c:pt>
                <c:pt idx="20511">
                  <c:v>1.0144279179398086</c:v>
                </c:pt>
                <c:pt idx="20512">
                  <c:v>1.0144363251217263</c:v>
                </c:pt>
                <c:pt idx="20513">
                  <c:v>1.013456393141162</c:v>
                </c:pt>
                <c:pt idx="20514">
                  <c:v>1.0130451778080876</c:v>
                </c:pt>
                <c:pt idx="20515">
                  <c:v>1.0147677103255941</c:v>
                </c:pt>
                <c:pt idx="20516">
                  <c:v>1.0138798509566662</c:v>
                </c:pt>
                <c:pt idx="20517">
                  <c:v>1.0132291706353138</c:v>
                </c:pt>
                <c:pt idx="20518">
                  <c:v>1.0124861129102312</c:v>
                </c:pt>
                <c:pt idx="20519">
                  <c:v>1.0124493092649176</c:v>
                </c:pt>
                <c:pt idx="20520">
                  <c:v>1.0126778779358463</c:v>
                </c:pt>
                <c:pt idx="20521">
                  <c:v>1.0129247087330555</c:v>
                </c:pt>
                <c:pt idx="20522">
                  <c:v>1.0130791875258756</c:v>
                </c:pt>
                <c:pt idx="20523">
                  <c:v>1.0127824470233242</c:v>
                </c:pt>
                <c:pt idx="20524">
                  <c:v>1.0130607984028894</c:v>
                </c:pt>
                <c:pt idx="20525">
                  <c:v>1.0118188976177958</c:v>
                </c:pt>
                <c:pt idx="20526">
                  <c:v>1.009758604661795</c:v>
                </c:pt>
                <c:pt idx="20527">
                  <c:v>1.0103219366489633</c:v>
                </c:pt>
                <c:pt idx="20528">
                  <c:v>1.0128730972718567</c:v>
                </c:pt>
                <c:pt idx="20529">
                  <c:v>1.0135381790196363</c:v>
                </c:pt>
                <c:pt idx="20530">
                  <c:v>1.0130465239731681</c:v>
                </c:pt>
                <c:pt idx="20531">
                  <c:v>1.0123786990965455</c:v>
                </c:pt>
                <c:pt idx="20532">
                  <c:v>1.0130085773575033</c:v>
                </c:pt>
                <c:pt idx="20533">
                  <c:v>1.0144219998933228</c:v>
                </c:pt>
                <c:pt idx="20534">
                  <c:v>1.0141253863874771</c:v>
                </c:pt>
                <c:pt idx="20535">
                  <c:v>1.0140276751221073</c:v>
                </c:pt>
                <c:pt idx="20536">
                  <c:v>1.0140790579892358</c:v>
                </c:pt>
                <c:pt idx="20537">
                  <c:v>1.0134725725214688</c:v>
                </c:pt>
                <c:pt idx="20538">
                  <c:v>1.0134657400987019</c:v>
                </c:pt>
                <c:pt idx="20539">
                  <c:v>1.0143907587037193</c:v>
                </c:pt>
                <c:pt idx="20540">
                  <c:v>1.0150376799225829</c:v>
                </c:pt>
                <c:pt idx="20541">
                  <c:v>1.0133158839859695</c:v>
                </c:pt>
                <c:pt idx="20542">
                  <c:v>1.0114225154999479</c:v>
                </c:pt>
                <c:pt idx="20543">
                  <c:v>1.010920268928224</c:v>
                </c:pt>
                <c:pt idx="20544">
                  <c:v>1.0104572897379043</c:v>
                </c:pt>
                <c:pt idx="20545">
                  <c:v>1.0116278437737325</c:v>
                </c:pt>
                <c:pt idx="20546">
                  <c:v>1.0140577733413596</c:v>
                </c:pt>
                <c:pt idx="20547">
                  <c:v>1.0143632512172633</c:v>
                </c:pt>
                <c:pt idx="20548">
                  <c:v>1.0120186126371882</c:v>
                </c:pt>
                <c:pt idx="20549">
                  <c:v>1.0104840098447847</c:v>
                </c:pt>
                <c:pt idx="20550">
                  <c:v>1.0112441867257964</c:v>
                </c:pt>
                <c:pt idx="20551">
                  <c:v>1.0123958690511567</c:v>
                </c:pt>
                <c:pt idx="20552">
                  <c:v>1.0129789109270506</c:v>
                </c:pt>
                <c:pt idx="20553">
                  <c:v>1.0142451696802985</c:v>
                </c:pt>
                <c:pt idx="20554">
                  <c:v>1.0143419665693871</c:v>
                </c:pt>
                <c:pt idx="20555">
                  <c:v>1.0130153843809291</c:v>
                </c:pt>
                <c:pt idx="20556">
                  <c:v>1.012621999385336</c:v>
                </c:pt>
                <c:pt idx="20557">
                  <c:v>1.0118426206024216</c:v>
                </c:pt>
                <c:pt idx="20558">
                  <c:v>1.0103363634747315</c:v>
                </c:pt>
                <c:pt idx="20559">
                  <c:v>1.0111171392214087</c:v>
                </c:pt>
                <c:pt idx="20560">
                  <c:v>1.0130780953542065</c:v>
                </c:pt>
                <c:pt idx="20561">
                  <c:v>1.0131026057184076</c:v>
                </c:pt>
                <c:pt idx="20562">
                  <c:v>1.0123928719289021</c:v>
                </c:pt>
                <c:pt idx="20563">
                  <c:v>1.0113297063074185</c:v>
                </c:pt>
                <c:pt idx="20564">
                  <c:v>1.0111162756438099</c:v>
                </c:pt>
                <c:pt idx="20565">
                  <c:v>1.0109397502228792</c:v>
                </c:pt>
                <c:pt idx="20566">
                  <c:v>1.012162220512</c:v>
                </c:pt>
                <c:pt idx="20567">
                  <c:v>1.0136313438029418</c:v>
                </c:pt>
                <c:pt idx="20568">
                  <c:v>1.0135975372798829</c:v>
                </c:pt>
                <c:pt idx="20569">
                  <c:v>1.0118343658165507</c:v>
                </c:pt>
                <c:pt idx="20570">
                  <c:v>1.0103572671324905</c:v>
                </c:pt>
                <c:pt idx="20571">
                  <c:v>1.010163622555631</c:v>
                </c:pt>
                <c:pt idx="20572">
                  <c:v>1.0106601796749393</c:v>
                </c:pt>
                <c:pt idx="20573">
                  <c:v>1.0112006776544216</c:v>
                </c:pt>
                <c:pt idx="20574">
                  <c:v>1.0108412261785928</c:v>
                </c:pt>
                <c:pt idx="20575">
                  <c:v>1.010495591944345</c:v>
                </c:pt>
                <c:pt idx="20576">
                  <c:v>1.011025574596595</c:v>
                </c:pt>
                <c:pt idx="20577">
                  <c:v>1.0121700435090715</c:v>
                </c:pt>
                <c:pt idx="20578">
                  <c:v>1.0127835645943344</c:v>
                </c:pt>
                <c:pt idx="20579">
                  <c:v>1.0135646959317874</c:v>
                </c:pt>
                <c:pt idx="20580">
                  <c:v>1.0135408205511149</c:v>
                </c:pt>
                <c:pt idx="20581">
                  <c:v>1.0130960780877345</c:v>
                </c:pt>
                <c:pt idx="20582">
                  <c:v>1.0153974361905052</c:v>
                </c:pt>
                <c:pt idx="20583">
                  <c:v>1.0159738234390201</c:v>
                </c:pt>
                <c:pt idx="20584">
                  <c:v>1.01528379953824</c:v>
                </c:pt>
                <c:pt idx="20585">
                  <c:v>1.0149824617549421</c:v>
                </c:pt>
                <c:pt idx="20586">
                  <c:v>1.0144852696521052</c:v>
                </c:pt>
                <c:pt idx="20587">
                  <c:v>1.0128917657875955</c:v>
                </c:pt>
                <c:pt idx="20588">
                  <c:v>1.011068270889053</c:v>
                </c:pt>
                <c:pt idx="20589">
                  <c:v>1.012155032498457</c:v>
                </c:pt>
                <c:pt idx="20590">
                  <c:v>1.0127364488165176</c:v>
                </c:pt>
                <c:pt idx="20591">
                  <c:v>1.0130568869043537</c:v>
                </c:pt>
                <c:pt idx="20592">
                  <c:v>1.0128896322429397</c:v>
                </c:pt>
                <c:pt idx="20593">
                  <c:v>1.0112916834937302</c:v>
                </c:pt>
                <c:pt idx="20594">
                  <c:v>1.0112845208795285</c:v>
                </c:pt>
                <c:pt idx="20595">
                  <c:v>1.0139755048754036</c:v>
                </c:pt>
                <c:pt idx="20596">
                  <c:v>1.0151135477545712</c:v>
                </c:pt>
                <c:pt idx="20597">
                  <c:v>1.0145637790155724</c:v>
                </c:pt>
                <c:pt idx="20598">
                  <c:v>1.0129578548732445</c:v>
                </c:pt>
                <c:pt idx="20599">
                  <c:v>1.0116141281295163</c:v>
                </c:pt>
                <c:pt idx="20600">
                  <c:v>1.0113987163172988</c:v>
                </c:pt>
                <c:pt idx="20601">
                  <c:v>1.0103671728755357</c:v>
                </c:pt>
                <c:pt idx="20602">
                  <c:v>1.010744911876986</c:v>
                </c:pt>
                <c:pt idx="20603">
                  <c:v>1.0120945820665412</c:v>
                </c:pt>
                <c:pt idx="20604">
                  <c:v>1.012929864799307</c:v>
                </c:pt>
                <c:pt idx="20605">
                  <c:v>1.0137233402165549</c:v>
                </c:pt>
                <c:pt idx="20606">
                  <c:v>1.0123662534193862</c:v>
                </c:pt>
                <c:pt idx="20607">
                  <c:v>1.0118344166152331</c:v>
                </c:pt>
                <c:pt idx="20608">
                  <c:v>1.0136938515814899</c:v>
                </c:pt>
                <c:pt idx="20609">
                  <c:v>1.015136026171481</c:v>
                </c:pt>
                <c:pt idx="20610">
                  <c:v>1.0156999169441545</c:v>
                </c:pt>
                <c:pt idx="20611">
                  <c:v>1.0154650492366228</c:v>
                </c:pt>
                <c:pt idx="20612">
                  <c:v>1.0158696607410003</c:v>
                </c:pt>
                <c:pt idx="20613">
                  <c:v>1.0153997221312079</c:v>
                </c:pt>
                <c:pt idx="20614">
                  <c:v>1.0157353236257052</c:v>
                </c:pt>
                <c:pt idx="20615">
                  <c:v>1.0154366019745449</c:v>
                </c:pt>
                <c:pt idx="20616">
                  <c:v>1.0136431290972312</c:v>
                </c:pt>
                <c:pt idx="20617">
                  <c:v>1.0124175600884913</c:v>
                </c:pt>
                <c:pt idx="20618">
                  <c:v>1.0116238052784912</c:v>
                </c:pt>
                <c:pt idx="20619">
                  <c:v>1.0105061834696007</c:v>
                </c:pt>
                <c:pt idx="20620">
                  <c:v>1.0111269941657712</c:v>
                </c:pt>
                <c:pt idx="20621">
                  <c:v>1.0126558059083948</c:v>
                </c:pt>
                <c:pt idx="20622">
                  <c:v>1.01233272628908</c:v>
                </c:pt>
                <c:pt idx="20623">
                  <c:v>1.0123734922316114</c:v>
                </c:pt>
                <c:pt idx="20624">
                  <c:v>1.0120725100390895</c:v>
                </c:pt>
                <c:pt idx="20625">
                  <c:v>1.0104973698982249</c:v>
                </c:pt>
                <c:pt idx="20626">
                  <c:v>1.0091765279608647</c:v>
                </c:pt>
                <c:pt idx="20627">
                  <c:v>1.0092269710523709</c:v>
                </c:pt>
                <c:pt idx="20628">
                  <c:v>1.0098609640065936</c:v>
                </c:pt>
                <c:pt idx="20629">
                  <c:v>1.0105449174648409</c:v>
                </c:pt>
                <c:pt idx="20630">
                  <c:v>1.0113701928571972</c:v>
                </c:pt>
                <c:pt idx="20631">
                  <c:v>1.0111458912755804</c:v>
                </c:pt>
                <c:pt idx="20632">
                  <c:v>1.0107363522990214</c:v>
                </c:pt>
                <c:pt idx="20633">
                  <c:v>1.0104056782767055</c:v>
                </c:pt>
                <c:pt idx="20634">
                  <c:v>1.0088985067727343</c:v>
                </c:pt>
                <c:pt idx="20635">
                  <c:v>1.0073801849580022</c:v>
                </c:pt>
                <c:pt idx="20636">
                  <c:v>1.0073091176014894</c:v>
                </c:pt>
                <c:pt idx="20637">
                  <c:v>1.0077764908778266</c:v>
                </c:pt>
                <c:pt idx="20638">
                  <c:v>1.0081347739839628</c:v>
                </c:pt>
                <c:pt idx="20639">
                  <c:v>1.0081197121746661</c:v>
                </c:pt>
                <c:pt idx="20640">
                  <c:v>1.0083891991841731</c:v>
                </c:pt>
                <c:pt idx="20641">
                  <c:v>1.0101220438341829</c:v>
                </c:pt>
                <c:pt idx="20642">
                  <c:v>1.0125878118721601</c:v>
                </c:pt>
                <c:pt idx="20643">
                  <c:v>1.0132935833644476</c:v>
                </c:pt>
                <c:pt idx="20644">
                  <c:v>1.0122251600793475</c:v>
                </c:pt>
                <c:pt idx="20645">
                  <c:v>1.011379870006172</c:v>
                </c:pt>
                <c:pt idx="20646">
                  <c:v>1.0119744177836028</c:v>
                </c:pt>
                <c:pt idx="20647">
                  <c:v>1.0128929341572879</c:v>
                </c:pt>
                <c:pt idx="20648">
                  <c:v>1.012653494568351</c:v>
                </c:pt>
                <c:pt idx="20649">
                  <c:v>1.0120222701423125</c:v>
                </c:pt>
                <c:pt idx="20650">
                  <c:v>1.0128965662630711</c:v>
                </c:pt>
                <c:pt idx="20651">
                  <c:v>1.0135291622535312</c:v>
                </c:pt>
                <c:pt idx="20652">
                  <c:v>1.0130862993413952</c:v>
                </c:pt>
                <c:pt idx="20653">
                  <c:v>1.0143113603633123</c:v>
                </c:pt>
                <c:pt idx="20654">
                  <c:v>1.015971105709518</c:v>
                </c:pt>
                <c:pt idx="20655">
                  <c:v>1.0174526238789365</c:v>
                </c:pt>
                <c:pt idx="20656">
                  <c:v>1.0175734485447447</c:v>
                </c:pt>
                <c:pt idx="20657">
                  <c:v>1.0161143325942126</c:v>
                </c:pt>
                <c:pt idx="20658">
                  <c:v>1.0144551714328531</c:v>
                </c:pt>
                <c:pt idx="20659">
                  <c:v>1.0128905720185619</c:v>
                </c:pt>
                <c:pt idx="20660">
                  <c:v>1.0123812390306595</c:v>
                </c:pt>
                <c:pt idx="20661">
                  <c:v>1.0126588030306494</c:v>
                </c:pt>
                <c:pt idx="20662">
                  <c:v>1.012024175092898</c:v>
                </c:pt>
                <c:pt idx="20663">
                  <c:v>1.0109347719520156</c:v>
                </c:pt>
                <c:pt idx="20664">
                  <c:v>1.0115755211309818</c:v>
                </c:pt>
                <c:pt idx="20665">
                  <c:v>1.0126700295394337</c:v>
                </c:pt>
                <c:pt idx="20666">
                  <c:v>1.012044138975035</c:v>
                </c:pt>
                <c:pt idx="20667">
                  <c:v>1.0110643339911762</c:v>
                </c:pt>
                <c:pt idx="20668">
                  <c:v>1.0119451069439258</c:v>
                </c:pt>
                <c:pt idx="20669">
                  <c:v>1.0120201365976567</c:v>
                </c:pt>
                <c:pt idx="20670">
                  <c:v>1.0114180452159072</c:v>
                </c:pt>
                <c:pt idx="20671">
                  <c:v>1.0104551307939071</c:v>
                </c:pt>
                <c:pt idx="20672">
                  <c:v>1.0106577159388486</c:v>
                </c:pt>
                <c:pt idx="20673">
                  <c:v>1.0111624008473221</c:v>
                </c:pt>
                <c:pt idx="20674">
                  <c:v>1.0112181778004679</c:v>
                </c:pt>
                <c:pt idx="20675">
                  <c:v>1.0110174976061121</c:v>
                </c:pt>
                <c:pt idx="20676">
                  <c:v>1.0121732946247375</c:v>
                </c:pt>
                <c:pt idx="20677">
                  <c:v>1.0135554505716122</c:v>
                </c:pt>
                <c:pt idx="20678">
                  <c:v>1.0132425814874362</c:v>
                </c:pt>
                <c:pt idx="20679">
                  <c:v>1.0127813548516551</c:v>
                </c:pt>
                <c:pt idx="20680">
                  <c:v>1.0132780389676692</c:v>
                </c:pt>
                <c:pt idx="20681">
                  <c:v>1.0137598390697746</c:v>
                </c:pt>
                <c:pt idx="20682">
                  <c:v>1.0145315980503467</c:v>
                </c:pt>
                <c:pt idx="20683">
                  <c:v>1.0148365171407454</c:v>
                </c:pt>
                <c:pt idx="20684">
                  <c:v>1.0135225584248344</c:v>
                </c:pt>
                <c:pt idx="20685">
                  <c:v>1.0129387799680476</c:v>
                </c:pt>
                <c:pt idx="20686">
                  <c:v>1.0126564408919232</c:v>
                </c:pt>
                <c:pt idx="20687">
                  <c:v>1.01286070239338</c:v>
                </c:pt>
                <c:pt idx="20688">
                  <c:v>1.0137745706876364</c:v>
                </c:pt>
                <c:pt idx="20689">
                  <c:v>1.0134334067374293</c:v>
                </c:pt>
                <c:pt idx="20690">
                  <c:v>1.0121468285112685</c:v>
                </c:pt>
                <c:pt idx="20691">
                  <c:v>1.0105217532657202</c:v>
                </c:pt>
                <c:pt idx="20692">
                  <c:v>1.0091154425454203</c:v>
                </c:pt>
                <c:pt idx="20693">
                  <c:v>1.0083233386925943</c:v>
                </c:pt>
                <c:pt idx="20694">
                  <c:v>1.0089778289151179</c:v>
                </c:pt>
                <c:pt idx="20695">
                  <c:v>1.009268752968548</c:v>
                </c:pt>
                <c:pt idx="20696">
                  <c:v>1.0094732430640749</c:v>
                </c:pt>
                <c:pt idx="20697">
                  <c:v>1.0098787181460513</c:v>
                </c:pt>
                <c:pt idx="20698">
                  <c:v>1.011596602584129</c:v>
                </c:pt>
                <c:pt idx="20699">
                  <c:v>1.0130202864537694</c:v>
                </c:pt>
                <c:pt idx="20700">
                  <c:v>1.0126377215775022</c:v>
                </c:pt>
                <c:pt idx="20701">
                  <c:v>1.01084539167054</c:v>
                </c:pt>
                <c:pt idx="20702">
                  <c:v>1.0108737373352534</c:v>
                </c:pt>
                <c:pt idx="20703">
                  <c:v>1.0111104591946884</c:v>
                </c:pt>
                <c:pt idx="20704">
                  <c:v>1.0104586105036435</c:v>
                </c:pt>
                <c:pt idx="20705">
                  <c:v>1.010951230725075</c:v>
                </c:pt>
                <c:pt idx="20706">
                  <c:v>1.0104282582909798</c:v>
                </c:pt>
                <c:pt idx="20707">
                  <c:v>1.0101142462364525</c:v>
                </c:pt>
                <c:pt idx="20708">
                  <c:v>1.0116699558813445</c:v>
                </c:pt>
                <c:pt idx="20709">
                  <c:v>1.0129690813820289</c:v>
                </c:pt>
                <c:pt idx="20710">
                  <c:v>1.0126803162725959</c:v>
                </c:pt>
                <c:pt idx="20711">
                  <c:v>1.0121116758231292</c:v>
                </c:pt>
                <c:pt idx="20712">
                  <c:v>1.0120254958586374</c:v>
                </c:pt>
                <c:pt idx="20713">
                  <c:v>1.0116212399450357</c:v>
                </c:pt>
                <c:pt idx="20714">
                  <c:v>1.0117304825112836</c:v>
                </c:pt>
                <c:pt idx="20715">
                  <c:v>1.0111699444516409</c:v>
                </c:pt>
                <c:pt idx="20716">
                  <c:v>1.0111675061148915</c:v>
                </c:pt>
                <c:pt idx="20717">
                  <c:v>1.0117951238344878</c:v>
                </c:pt>
                <c:pt idx="20718">
                  <c:v>1.0117477794626006</c:v>
                </c:pt>
                <c:pt idx="20719">
                  <c:v>1.0113209943334069</c:v>
                </c:pt>
                <c:pt idx="20720">
                  <c:v>1.0100247135589302</c:v>
                </c:pt>
                <c:pt idx="20721">
                  <c:v>1.0107067366672509</c:v>
                </c:pt>
                <c:pt idx="20722">
                  <c:v>1.012603280070915</c:v>
                </c:pt>
                <c:pt idx="20723">
                  <c:v>1.0138859975972223</c:v>
                </c:pt>
                <c:pt idx="20724">
                  <c:v>1.0149193697915475</c:v>
                </c:pt>
                <c:pt idx="20725">
                  <c:v>1.0143613716660189</c:v>
                </c:pt>
                <c:pt idx="20726">
                  <c:v>1.0144074714701901</c:v>
                </c:pt>
                <c:pt idx="20727">
                  <c:v>1.0152831391553703</c:v>
                </c:pt>
                <c:pt idx="20728">
                  <c:v>1.0145013474350475</c:v>
                </c:pt>
                <c:pt idx="20729">
                  <c:v>1.0138905186799454</c:v>
                </c:pt>
                <c:pt idx="20730">
                  <c:v>1.0128796503018711</c:v>
                </c:pt>
                <c:pt idx="20731">
                  <c:v>1.011669701887933</c:v>
                </c:pt>
                <c:pt idx="20732">
                  <c:v>1.0116402894508916</c:v>
                </c:pt>
                <c:pt idx="20733">
                  <c:v>1.0118117096042529</c:v>
                </c:pt>
                <c:pt idx="20734">
                  <c:v>1.0118087886800216</c:v>
                </c:pt>
                <c:pt idx="20735">
                  <c:v>1.0110784560248507</c:v>
                </c:pt>
                <c:pt idx="20736">
                  <c:v>1.0108129567119029</c:v>
                </c:pt>
                <c:pt idx="20737">
                  <c:v>1.0101847548074603</c:v>
                </c:pt>
                <c:pt idx="20738">
                  <c:v>1.0093234377500249</c:v>
                </c:pt>
                <c:pt idx="20739">
                  <c:v>1.0105402185867298</c:v>
                </c:pt>
                <c:pt idx="20740">
                  <c:v>1.0126305843626415</c:v>
                </c:pt>
                <c:pt idx="20741">
                  <c:v>1.0124542113377579</c:v>
                </c:pt>
                <c:pt idx="20742">
                  <c:v>1.0121731676280317</c:v>
                </c:pt>
                <c:pt idx="20743">
                  <c:v>1.0126779541338697</c:v>
                </c:pt>
                <c:pt idx="20744">
                  <c:v>1.0124713050943459</c:v>
                </c:pt>
                <c:pt idx="20745">
                  <c:v>1.0112441613264551</c:v>
                </c:pt>
                <c:pt idx="20746">
                  <c:v>1.0105441554846066</c:v>
                </c:pt>
                <c:pt idx="20747">
                  <c:v>1.0113155080757206</c:v>
                </c:pt>
                <c:pt idx="20748">
                  <c:v>1.0118681723396095</c:v>
                </c:pt>
                <c:pt idx="20749">
                  <c:v>1.0110455384787318</c:v>
                </c:pt>
                <c:pt idx="20750">
                  <c:v>1.0106201757126421</c:v>
                </c:pt>
                <c:pt idx="20751">
                  <c:v>1.0098328469359505</c:v>
                </c:pt>
                <c:pt idx="20752">
                  <c:v>1.007739661833172</c:v>
                </c:pt>
                <c:pt idx="20753">
                  <c:v>1.008037240513981</c:v>
                </c:pt>
                <c:pt idx="20754">
                  <c:v>1.0088909631684153</c:v>
                </c:pt>
                <c:pt idx="20755">
                  <c:v>1.0097680786160408</c:v>
                </c:pt>
                <c:pt idx="20756">
                  <c:v>1.0093939717203735</c:v>
                </c:pt>
                <c:pt idx="20757">
                  <c:v>1.0098633515446609</c:v>
                </c:pt>
                <c:pt idx="20758">
                  <c:v>1.0113637414245475</c:v>
                </c:pt>
                <c:pt idx="20759">
                  <c:v>1.0124716352857808</c:v>
                </c:pt>
                <c:pt idx="20760">
                  <c:v>1.0137286740781943</c:v>
                </c:pt>
                <c:pt idx="20761">
                  <c:v>1.0133209384548565</c:v>
                </c:pt>
                <c:pt idx="20762">
                  <c:v>1.0125757725844591</c:v>
                </c:pt>
                <c:pt idx="20763">
                  <c:v>1.0117117631968626</c:v>
                </c:pt>
                <c:pt idx="20764">
                  <c:v>1.0121309539230552</c:v>
                </c:pt>
                <c:pt idx="20765">
                  <c:v>1.012837665190965</c:v>
                </c:pt>
                <c:pt idx="20766">
                  <c:v>1.01394804818763</c:v>
                </c:pt>
                <c:pt idx="20767">
                  <c:v>1.0144286291213607</c:v>
                </c:pt>
                <c:pt idx="20768">
                  <c:v>1.0139846994368966</c:v>
                </c:pt>
                <c:pt idx="20769">
                  <c:v>1.0143989372915667</c:v>
                </c:pt>
                <c:pt idx="20770">
                  <c:v>1.0146942046323317</c:v>
                </c:pt>
                <c:pt idx="20771">
                  <c:v>1.0136115323168517</c:v>
                </c:pt>
                <c:pt idx="20772">
                  <c:v>1.01266505126857</c:v>
                </c:pt>
                <c:pt idx="20773">
                  <c:v>1.012242177637912</c:v>
                </c:pt>
                <c:pt idx="20774">
                  <c:v>1.0116536241049907</c:v>
                </c:pt>
                <c:pt idx="20775">
                  <c:v>1.0121354750057783</c:v>
                </c:pt>
                <c:pt idx="20776">
                  <c:v>1.0129449012092626</c:v>
                </c:pt>
                <c:pt idx="20777">
                  <c:v>1.0147508197637354</c:v>
                </c:pt>
                <c:pt idx="20778">
                  <c:v>1.0160726268760589</c:v>
                </c:pt>
                <c:pt idx="20779">
                  <c:v>1.0147983927296926</c:v>
                </c:pt>
                <c:pt idx="20780">
                  <c:v>1.0149600595360557</c:v>
                </c:pt>
                <c:pt idx="20781">
                  <c:v>1.0155415520521398</c:v>
                </c:pt>
                <c:pt idx="20782">
                  <c:v>1.0135706139782734</c:v>
                </c:pt>
                <c:pt idx="20783">
                  <c:v>1.0117487954362463</c:v>
                </c:pt>
                <c:pt idx="20784">
                  <c:v>1.0112303440848744</c:v>
                </c:pt>
                <c:pt idx="20785">
                  <c:v>1.0111224984823894</c:v>
                </c:pt>
                <c:pt idx="20786">
                  <c:v>1.0110841962759487</c:v>
                </c:pt>
                <c:pt idx="20787">
                  <c:v>1.0115871540292245</c:v>
                </c:pt>
                <c:pt idx="20788">
                  <c:v>1.012447759905108</c:v>
                </c:pt>
                <c:pt idx="20789">
                  <c:v>1.0126619779482919</c:v>
                </c:pt>
                <c:pt idx="20790">
                  <c:v>1.0124674189951512</c:v>
                </c:pt>
                <c:pt idx="20791">
                  <c:v>1.0134440744607085</c:v>
                </c:pt>
                <c:pt idx="20792">
                  <c:v>1.0140737749262785</c:v>
                </c:pt>
                <c:pt idx="20793">
                  <c:v>1.0133566245291596</c:v>
                </c:pt>
                <c:pt idx="20794">
                  <c:v>1.0121664622019704</c:v>
                </c:pt>
                <c:pt idx="20795">
                  <c:v>1.0126877328802091</c:v>
                </c:pt>
                <c:pt idx="20796">
                  <c:v>1.0116869988392501</c:v>
                </c:pt>
                <c:pt idx="20797">
                  <c:v>1.0114893665658313</c:v>
                </c:pt>
                <c:pt idx="20798">
                  <c:v>1.0126120428436087</c:v>
                </c:pt>
                <c:pt idx="20799">
                  <c:v>1.0126852945434595</c:v>
                </c:pt>
                <c:pt idx="20800">
                  <c:v>1.0121960778337411</c:v>
                </c:pt>
                <c:pt idx="20801">
                  <c:v>1.0116643934256346</c:v>
                </c:pt>
                <c:pt idx="20802">
                  <c:v>1.0116144075222688</c:v>
                </c:pt>
                <c:pt idx="20803">
                  <c:v>1.0127066553893591</c:v>
                </c:pt>
                <c:pt idx="20804">
                  <c:v>1.0154504446154666</c:v>
                </c:pt>
                <c:pt idx="20805">
                  <c:v>1.0177369695030112</c:v>
                </c:pt>
                <c:pt idx="20806">
                  <c:v>1.017861350076579</c:v>
                </c:pt>
                <c:pt idx="20807">
                  <c:v>1.0171432345044971</c:v>
                </c:pt>
                <c:pt idx="20808">
                  <c:v>1.0168545455930873</c:v>
                </c:pt>
                <c:pt idx="20809">
                  <c:v>1.0163881120923723</c:v>
                </c:pt>
                <c:pt idx="20810">
                  <c:v>1.0150115440005487</c:v>
                </c:pt>
                <c:pt idx="20811">
                  <c:v>1.0144344455704819</c:v>
                </c:pt>
                <c:pt idx="20812">
                  <c:v>1.0148579795840096</c:v>
                </c:pt>
                <c:pt idx="20813">
                  <c:v>1.0150820017728741</c:v>
                </c:pt>
                <c:pt idx="20814">
                  <c:v>1.0143615748607482</c:v>
                </c:pt>
                <c:pt idx="20815">
                  <c:v>1.0152053917721375</c:v>
                </c:pt>
                <c:pt idx="20816">
                  <c:v>1.0149917579137997</c:v>
                </c:pt>
                <c:pt idx="20817">
                  <c:v>1.0136045982967201</c:v>
                </c:pt>
                <c:pt idx="20818">
                  <c:v>1.0129367988194387</c:v>
                </c:pt>
                <c:pt idx="20819">
                  <c:v>1.0110771352591115</c:v>
                </c:pt>
                <c:pt idx="20820">
                  <c:v>1.0100028447262077</c:v>
                </c:pt>
                <c:pt idx="20821">
                  <c:v>1.0121313349131724</c:v>
                </c:pt>
                <c:pt idx="20822">
                  <c:v>1.0135926606063839</c:v>
                </c:pt>
                <c:pt idx="20823">
                  <c:v>1.0136181107462072</c:v>
                </c:pt>
                <c:pt idx="20824">
                  <c:v>1.0131629545529588</c:v>
                </c:pt>
                <c:pt idx="20825">
                  <c:v>1.0135819928831047</c:v>
                </c:pt>
                <c:pt idx="20826">
                  <c:v>1.0140038251407759</c:v>
                </c:pt>
                <c:pt idx="20827">
                  <c:v>1.0140211728907753</c:v>
                </c:pt>
                <c:pt idx="20828">
                  <c:v>1.0136463294142151</c:v>
                </c:pt>
                <c:pt idx="20829">
                  <c:v>1.0125387657444165</c:v>
                </c:pt>
                <c:pt idx="20830">
                  <c:v>1.0117070135200692</c:v>
                </c:pt>
                <c:pt idx="20831">
                  <c:v>1.0129344112813714</c:v>
                </c:pt>
                <c:pt idx="20832">
                  <c:v>1.0124545923278749</c:v>
                </c:pt>
                <c:pt idx="20833">
                  <c:v>1.0119450561452437</c:v>
                </c:pt>
                <c:pt idx="20834">
                  <c:v>1.0122821816002092</c:v>
                </c:pt>
                <c:pt idx="20835">
                  <c:v>1.0126418870694494</c:v>
                </c:pt>
                <c:pt idx="20836">
                  <c:v>1.0125789475021019</c:v>
                </c:pt>
                <c:pt idx="20837">
                  <c:v>1.0119016740705746</c:v>
                </c:pt>
                <c:pt idx="20838">
                  <c:v>1.0120633662762788</c:v>
                </c:pt>
                <c:pt idx="20839">
                  <c:v>1.0125947712916328</c:v>
                </c:pt>
                <c:pt idx="20840">
                  <c:v>1.0125137981920749</c:v>
                </c:pt>
                <c:pt idx="20841">
                  <c:v>1.0123013581027709</c:v>
                </c:pt>
                <c:pt idx="20842">
                  <c:v>1.0119791928597373</c:v>
                </c:pt>
                <c:pt idx="20843">
                  <c:v>1.0123866490903226</c:v>
                </c:pt>
                <c:pt idx="20844">
                  <c:v>1.0120342840306722</c:v>
                </c:pt>
                <c:pt idx="20845">
                  <c:v>1.0123614529439107</c:v>
                </c:pt>
                <c:pt idx="20846">
                  <c:v>1.0133475823637135</c:v>
                </c:pt>
                <c:pt idx="20847">
                  <c:v>1.0128118594603657</c:v>
                </c:pt>
                <c:pt idx="20848">
                  <c:v>1.0125992669750146</c:v>
                </c:pt>
                <c:pt idx="20849">
                  <c:v>1.013057496488541</c:v>
                </c:pt>
                <c:pt idx="20850">
                  <c:v>1.0126219231873126</c:v>
                </c:pt>
                <c:pt idx="20851">
                  <c:v>1.0112114469750655</c:v>
                </c:pt>
                <c:pt idx="20852">
                  <c:v>1.0093599112039033</c:v>
                </c:pt>
                <c:pt idx="20853">
                  <c:v>1.0107388414344531</c:v>
                </c:pt>
                <c:pt idx="20854">
                  <c:v>1.0130140382158488</c:v>
                </c:pt>
                <c:pt idx="20855">
                  <c:v>1.0140091590024154</c:v>
                </c:pt>
                <c:pt idx="20856">
                  <c:v>1.0129065736034808</c:v>
                </c:pt>
                <c:pt idx="20857">
                  <c:v>1.0123832963772921</c:v>
                </c:pt>
                <c:pt idx="20858">
                  <c:v>1.0133531702187646</c:v>
                </c:pt>
                <c:pt idx="20859">
                  <c:v>1.0128836633977714</c:v>
                </c:pt>
                <c:pt idx="20860">
                  <c:v>1.0127544315500456</c:v>
                </c:pt>
                <c:pt idx="20861">
                  <c:v>1.0122075075372545</c:v>
                </c:pt>
                <c:pt idx="20862">
                  <c:v>1.0116323648564556</c:v>
                </c:pt>
                <c:pt idx="20863">
                  <c:v>1.0107782104132219</c:v>
                </c:pt>
                <c:pt idx="20864">
                  <c:v>1.0106350089278684</c:v>
                </c:pt>
                <c:pt idx="20865">
                  <c:v>1.0113123585574191</c:v>
                </c:pt>
                <c:pt idx="20866">
                  <c:v>1.0110474942279997</c:v>
                </c:pt>
                <c:pt idx="20867">
                  <c:v>1.0114842358989207</c:v>
                </c:pt>
                <c:pt idx="20868">
                  <c:v>1.0118197103967124</c:v>
                </c:pt>
                <c:pt idx="20869">
                  <c:v>1.012608690130578</c:v>
                </c:pt>
                <c:pt idx="20870">
                  <c:v>1.0136485391568943</c:v>
                </c:pt>
                <c:pt idx="20871">
                  <c:v>1.0147808925836463</c:v>
                </c:pt>
                <c:pt idx="20872">
                  <c:v>1.0153492536403605</c:v>
                </c:pt>
                <c:pt idx="20873">
                  <c:v>1.0145112277787514</c:v>
                </c:pt>
                <c:pt idx="20874">
                  <c:v>1.0152606861378015</c:v>
                </c:pt>
                <c:pt idx="20875">
                  <c:v>1.0166494967120552</c:v>
                </c:pt>
                <c:pt idx="20876">
                  <c:v>1.0152586795898515</c:v>
                </c:pt>
                <c:pt idx="20877">
                  <c:v>1.0143946194035727</c:v>
                </c:pt>
                <c:pt idx="20878">
                  <c:v>1.0140839854614172</c:v>
                </c:pt>
                <c:pt idx="20879">
                  <c:v>1.0141907896909155</c:v>
                </c:pt>
                <c:pt idx="20880">
                  <c:v>1.0145574799789694</c:v>
                </c:pt>
                <c:pt idx="20881">
                  <c:v>1.0141311012392338</c:v>
                </c:pt>
                <c:pt idx="20882">
                  <c:v>1.0129204416437438</c:v>
                </c:pt>
                <c:pt idx="20883">
                  <c:v>1.011514181722126</c:v>
                </c:pt>
                <c:pt idx="20884">
                  <c:v>1.0118910825453187</c:v>
                </c:pt>
                <c:pt idx="20885">
                  <c:v>1.0142915488772222</c:v>
                </c:pt>
                <c:pt idx="20886">
                  <c:v>1.0157441879957634</c:v>
                </c:pt>
                <c:pt idx="20887">
                  <c:v>1.0149058065433783</c:v>
                </c:pt>
                <c:pt idx="20888">
                  <c:v>1.0127220219907496</c:v>
                </c:pt>
                <c:pt idx="20889">
                  <c:v>1.0118039628052049</c:v>
                </c:pt>
                <c:pt idx="20890">
                  <c:v>1.0123678027791958</c:v>
                </c:pt>
                <c:pt idx="20891">
                  <c:v>1.0125263962652808</c:v>
                </c:pt>
                <c:pt idx="20892">
                  <c:v>1.0120525715562938</c:v>
                </c:pt>
                <c:pt idx="20893">
                  <c:v>1.0115445593341308</c:v>
                </c:pt>
                <c:pt idx="20894">
                  <c:v>1.0100458712101008</c:v>
                </c:pt>
                <c:pt idx="20895">
                  <c:v>1.0103103037507206</c:v>
                </c:pt>
                <c:pt idx="20896">
                  <c:v>1.0118926827038106</c:v>
                </c:pt>
                <c:pt idx="20897">
                  <c:v>1.0116093530533818</c:v>
                </c:pt>
                <c:pt idx="20898">
                  <c:v>1.01086030108379</c:v>
                </c:pt>
                <c:pt idx="20899">
                  <c:v>1.0101405599538749</c:v>
                </c:pt>
                <c:pt idx="20900">
                  <c:v>1.0098388157811187</c:v>
                </c:pt>
                <c:pt idx="20901">
                  <c:v>1.0105998308403881</c:v>
                </c:pt>
                <c:pt idx="20902">
                  <c:v>1.0125842051657179</c:v>
                </c:pt>
                <c:pt idx="20903">
                  <c:v>1.0157921165524966</c:v>
                </c:pt>
                <c:pt idx="20904">
                  <c:v>1.0176172878075542</c:v>
                </c:pt>
                <c:pt idx="20905">
                  <c:v>1.0171231944243366</c:v>
                </c:pt>
                <c:pt idx="20906">
                  <c:v>1.0161581718570221</c:v>
                </c:pt>
                <c:pt idx="20907">
                  <c:v>1.0147841436993124</c:v>
                </c:pt>
                <c:pt idx="20908">
                  <c:v>1.0130144446053069</c:v>
                </c:pt>
                <c:pt idx="20909">
                  <c:v>1.012809776714392</c:v>
                </c:pt>
                <c:pt idx="20910">
                  <c:v>1.0145738371546642</c:v>
                </c:pt>
                <c:pt idx="20911">
                  <c:v>1.0155618207263704</c:v>
                </c:pt>
                <c:pt idx="20912">
                  <c:v>1.0151760301337784</c:v>
                </c:pt>
                <c:pt idx="20913">
                  <c:v>1.0143398838234137</c:v>
                </c:pt>
                <c:pt idx="20914">
                  <c:v>1.0139424349332378</c:v>
                </c:pt>
                <c:pt idx="20915">
                  <c:v>1.0140136800851387</c:v>
                </c:pt>
                <c:pt idx="20916">
                  <c:v>1.0143239838358593</c:v>
                </c:pt>
                <c:pt idx="20917">
                  <c:v>1.0134318573776195</c:v>
                </c:pt>
                <c:pt idx="20918">
                  <c:v>1.0131241951583776</c:v>
                </c:pt>
                <c:pt idx="20919">
                  <c:v>1.0146164064504166</c:v>
                </c:pt>
                <c:pt idx="20920">
                  <c:v>1.0134045022872107</c:v>
                </c:pt>
                <c:pt idx="20921">
                  <c:v>1.0123244715032091</c:v>
                </c:pt>
                <c:pt idx="20922">
                  <c:v>1.0134539548044124</c:v>
                </c:pt>
                <c:pt idx="20923">
                  <c:v>1.0136871461554287</c:v>
                </c:pt>
                <c:pt idx="20924">
                  <c:v>1.0142570057732703</c:v>
                </c:pt>
                <c:pt idx="20925">
                  <c:v>1.0150056767527451</c:v>
                </c:pt>
                <c:pt idx="20926">
                  <c:v>1.0157267640477405</c:v>
                </c:pt>
                <c:pt idx="20927">
                  <c:v>1.0138210768812657</c:v>
                </c:pt>
                <c:pt idx="20928">
                  <c:v>1.011707521506892</c:v>
                </c:pt>
                <c:pt idx="20929">
                  <c:v>1.0105564741650601</c:v>
                </c:pt>
                <c:pt idx="20930">
                  <c:v>1.0103962551211421</c:v>
                </c:pt>
                <c:pt idx="20931">
                  <c:v>1.0115187790028726</c:v>
                </c:pt>
                <c:pt idx="20932">
                  <c:v>1.0111831775083755</c:v>
                </c:pt>
                <c:pt idx="20933">
                  <c:v>1.0110805133714831</c:v>
                </c:pt>
                <c:pt idx="20934">
                  <c:v>1.0108392196306428</c:v>
                </c:pt>
                <c:pt idx="20935">
                  <c:v>1.0100192273012438</c:v>
                </c:pt>
                <c:pt idx="20936">
                  <c:v>1.0101758142393786</c:v>
                </c:pt>
                <c:pt idx="20937">
                  <c:v>1.0109404614044313</c:v>
                </c:pt>
                <c:pt idx="20938">
                  <c:v>1.0129643825039178</c:v>
                </c:pt>
                <c:pt idx="20939">
                  <c:v>1.0146381482864335</c:v>
                </c:pt>
                <c:pt idx="20940">
                  <c:v>1.0148997107015043</c:v>
                </c:pt>
                <c:pt idx="20941">
                  <c:v>1.014002047186896</c:v>
                </c:pt>
                <c:pt idx="20942">
                  <c:v>1.0139593000957554</c:v>
                </c:pt>
                <c:pt idx="20943">
                  <c:v>1.0137012681891031</c:v>
                </c:pt>
                <c:pt idx="20944">
                  <c:v>1.0126147859724519</c:v>
                </c:pt>
                <c:pt idx="20945">
                  <c:v>1.0127441194175424</c:v>
                </c:pt>
                <c:pt idx="20946">
                  <c:v>1.0136070112341287</c:v>
                </c:pt>
                <c:pt idx="20947">
                  <c:v>1.0133128360650325</c:v>
                </c:pt>
                <c:pt idx="20948">
                  <c:v>1.0132437498571287</c:v>
                </c:pt>
                <c:pt idx="20949">
                  <c:v>1.0131435240569859</c:v>
                </c:pt>
                <c:pt idx="20950">
                  <c:v>1.0132977996550769</c:v>
                </c:pt>
                <c:pt idx="20951">
                  <c:v>1.0118073917162589</c:v>
                </c:pt>
                <c:pt idx="20952">
                  <c:v>1.0107849412386243</c:v>
                </c:pt>
                <c:pt idx="20953">
                  <c:v>1.0113943222312813</c:v>
                </c:pt>
                <c:pt idx="20954">
                  <c:v>1.0122935351056994</c:v>
                </c:pt>
                <c:pt idx="20955">
                  <c:v>1.012028111990775</c:v>
                </c:pt>
                <c:pt idx="20956">
                  <c:v>1.0108021619919179</c:v>
                </c:pt>
                <c:pt idx="20957">
                  <c:v>1.0101885901079726</c:v>
                </c:pt>
                <c:pt idx="20958">
                  <c:v>1.0106146386562733</c:v>
                </c:pt>
                <c:pt idx="20959">
                  <c:v>1.0106261445578102</c:v>
                </c:pt>
                <c:pt idx="20960">
                  <c:v>1.0109236216412547</c:v>
                </c:pt>
                <c:pt idx="20961">
                  <c:v>1.0102249365651454</c:v>
                </c:pt>
                <c:pt idx="20962">
                  <c:v>1.0107784644066333</c:v>
                </c:pt>
                <c:pt idx="20963">
                  <c:v>1.0123412858670446</c:v>
                </c:pt>
                <c:pt idx="20964">
                  <c:v>1.0120838127458973</c:v>
                </c:pt>
                <c:pt idx="20965">
                  <c:v>1.0104673478769961</c:v>
                </c:pt>
                <c:pt idx="20966">
                  <c:v>1.0105425553261149</c:v>
                </c:pt>
                <c:pt idx="20967">
                  <c:v>1.0098864903444404</c:v>
                </c:pt>
                <c:pt idx="20968">
                  <c:v>1.0091776455318748</c:v>
                </c:pt>
                <c:pt idx="20969">
                  <c:v>1.009541287898992</c:v>
                </c:pt>
                <c:pt idx="20970">
                  <c:v>1.0113170828348712</c:v>
                </c:pt>
                <c:pt idx="20971">
                  <c:v>1.012632286118498</c:v>
                </c:pt>
                <c:pt idx="20972">
                  <c:v>1.0118683247356564</c:v>
                </c:pt>
                <c:pt idx="20973">
                  <c:v>1.010691293867837</c:v>
                </c:pt>
                <c:pt idx="20974">
                  <c:v>1.0107476296064881</c:v>
                </c:pt>
                <c:pt idx="20975">
                  <c:v>1.0124046826225328</c:v>
                </c:pt>
                <c:pt idx="20976">
                  <c:v>1.0140057046920203</c:v>
                </c:pt>
                <c:pt idx="20977">
                  <c:v>1.0144459006733366</c:v>
                </c:pt>
                <c:pt idx="20978">
                  <c:v>1.0134176083472395</c:v>
                </c:pt>
                <c:pt idx="20979">
                  <c:v>1.012667362608614</c:v>
                </c:pt>
                <c:pt idx="20980">
                  <c:v>1.013075834812845</c:v>
                </c:pt>
                <c:pt idx="20981">
                  <c:v>1.0144427765543762</c:v>
                </c:pt>
                <c:pt idx="20982">
                  <c:v>1.0151084932856842</c:v>
                </c:pt>
                <c:pt idx="20983">
                  <c:v>1.0135807229160476</c:v>
                </c:pt>
                <c:pt idx="20984">
                  <c:v>1.0112237402561777</c:v>
                </c:pt>
                <c:pt idx="20985">
                  <c:v>1.0109151890599959</c:v>
                </c:pt>
                <c:pt idx="20986">
                  <c:v>1.0113715898209601</c:v>
                </c:pt>
                <c:pt idx="20987">
                  <c:v>1.0120157933103215</c:v>
                </c:pt>
                <c:pt idx="20988">
                  <c:v>1.0109329431994534</c:v>
                </c:pt>
                <c:pt idx="20989">
                  <c:v>1.0094265844743988</c:v>
                </c:pt>
                <c:pt idx="20990">
                  <c:v>1.009426076487576</c:v>
                </c:pt>
                <c:pt idx="20991">
                  <c:v>1.009920601659593</c:v>
                </c:pt>
                <c:pt idx="20992">
                  <c:v>1.0125391975332161</c:v>
                </c:pt>
                <c:pt idx="20993">
                  <c:v>1.0140107083622252</c:v>
                </c:pt>
                <c:pt idx="20994">
                  <c:v>1.012876754776981</c:v>
                </c:pt>
                <c:pt idx="20995">
                  <c:v>1.0113495939915318</c:v>
                </c:pt>
                <c:pt idx="20996">
                  <c:v>1.0102642039465497</c:v>
                </c:pt>
                <c:pt idx="20997">
                  <c:v>1.0104492381467625</c:v>
                </c:pt>
                <c:pt idx="20998">
                  <c:v>1.0109027179834955</c:v>
                </c:pt>
                <c:pt idx="20999">
                  <c:v>1.011904975984923</c:v>
                </c:pt>
                <c:pt idx="21000">
                  <c:v>1.0135534948223444</c:v>
                </c:pt>
                <c:pt idx="21001">
                  <c:v>1.0138080724186014</c:v>
                </c:pt>
                <c:pt idx="21002">
                  <c:v>1.0129805110855425</c:v>
                </c:pt>
                <c:pt idx="21003">
                  <c:v>1.012002026867423</c:v>
                </c:pt>
                <c:pt idx="21004">
                  <c:v>1.0105699104165238</c:v>
                </c:pt>
                <c:pt idx="21005">
                  <c:v>1.010897942907361</c:v>
                </c:pt>
                <c:pt idx="21006">
                  <c:v>1.0107647741617583</c:v>
                </c:pt>
                <c:pt idx="21007">
                  <c:v>1.0101503894988964</c:v>
                </c:pt>
                <c:pt idx="21008">
                  <c:v>1.0101413981321326</c:v>
                </c:pt>
                <c:pt idx="21009">
                  <c:v>1.0098729778949533</c:v>
                </c:pt>
                <c:pt idx="21010">
                  <c:v>1.0102215838521149</c:v>
                </c:pt>
                <c:pt idx="21011">
                  <c:v>1.0110242030321734</c:v>
                </c:pt>
                <c:pt idx="21012">
                  <c:v>1.0113889629703006</c:v>
                </c:pt>
                <c:pt idx="21013">
                  <c:v>1.0116090736606291</c:v>
                </c:pt>
                <c:pt idx="21014">
                  <c:v>1.0120693097221058</c:v>
                </c:pt>
                <c:pt idx="21015">
                  <c:v>1.0115754703322997</c:v>
                </c:pt>
                <c:pt idx="21016">
                  <c:v>1.0115056475435027</c:v>
                </c:pt>
                <c:pt idx="21017">
                  <c:v>1.0111893495482727</c:v>
                </c:pt>
                <c:pt idx="21018">
                  <c:v>1.0092389341420485</c:v>
                </c:pt>
                <c:pt idx="21019">
                  <c:v>1.009080086662552</c:v>
                </c:pt>
                <c:pt idx="21020">
                  <c:v>1.0109590283228054</c:v>
                </c:pt>
                <c:pt idx="21021">
                  <c:v>1.0104438534864406</c:v>
                </c:pt>
                <c:pt idx="21022">
                  <c:v>1.0093054550164968</c:v>
                </c:pt>
                <c:pt idx="21023">
                  <c:v>1.0090153183426422</c:v>
                </c:pt>
                <c:pt idx="21024">
                  <c:v>1.0093875964857471</c:v>
                </c:pt>
                <c:pt idx="21025">
                  <c:v>1.0107307390446292</c:v>
                </c:pt>
                <c:pt idx="21026">
                  <c:v>1.0117757441371971</c:v>
                </c:pt>
                <c:pt idx="21027">
                  <c:v>1.0124050890119911</c:v>
                </c:pt>
                <c:pt idx="21028">
                  <c:v>1.0133622631828931</c:v>
                </c:pt>
                <c:pt idx="21029">
                  <c:v>1.0126460017627144</c:v>
                </c:pt>
                <c:pt idx="21030">
                  <c:v>1.0117036608070387</c:v>
                </c:pt>
                <c:pt idx="21031">
                  <c:v>1.0127612893721536</c:v>
                </c:pt>
                <c:pt idx="21032">
                  <c:v>1.0136903718717536</c:v>
                </c:pt>
                <c:pt idx="21033">
                  <c:v>1.013265237699734</c:v>
                </c:pt>
                <c:pt idx="21034">
                  <c:v>1.0122335164625829</c:v>
                </c:pt>
                <c:pt idx="21035">
                  <c:v>1.011221276520087</c:v>
                </c:pt>
                <c:pt idx="21036">
                  <c:v>1.0126966734482907</c:v>
                </c:pt>
                <c:pt idx="21037">
                  <c:v>1.0151593681659898</c:v>
                </c:pt>
                <c:pt idx="21038">
                  <c:v>1.0148320976553868</c:v>
                </c:pt>
                <c:pt idx="21039">
                  <c:v>1.0144395000393689</c:v>
                </c:pt>
                <c:pt idx="21040">
                  <c:v>1.0146724627963151</c:v>
                </c:pt>
                <c:pt idx="21041">
                  <c:v>1.0131836296166477</c:v>
                </c:pt>
                <c:pt idx="21042">
                  <c:v>1.0118756905445874</c:v>
                </c:pt>
                <c:pt idx="21043">
                  <c:v>1.0127488690943356</c:v>
                </c:pt>
                <c:pt idx="21044">
                  <c:v>1.0131085491642347</c:v>
                </c:pt>
                <c:pt idx="21045">
                  <c:v>1.0143218756905445</c:v>
                </c:pt>
                <c:pt idx="21046">
                  <c:v>1.0156207979965</c:v>
                </c:pt>
                <c:pt idx="21047">
                  <c:v>1.0152112590199409</c:v>
                </c:pt>
                <c:pt idx="21048">
                  <c:v>1.013902303974235</c:v>
                </c:pt>
                <c:pt idx="21049">
                  <c:v>1.0133002125924853</c:v>
                </c:pt>
                <c:pt idx="21050">
                  <c:v>1.0136203204888865</c:v>
                </c:pt>
                <c:pt idx="21051">
                  <c:v>1.0121751233772995</c:v>
                </c:pt>
                <c:pt idx="21052">
                  <c:v>1.0104095135772178</c:v>
                </c:pt>
                <c:pt idx="21053">
                  <c:v>1.0100652763067326</c:v>
                </c:pt>
                <c:pt idx="21054">
                  <c:v>1.0116241862686082</c:v>
                </c:pt>
                <c:pt idx="21055">
                  <c:v>1.0139505373230617</c:v>
                </c:pt>
                <c:pt idx="21056">
                  <c:v>1.0147145495045859</c:v>
                </c:pt>
                <c:pt idx="21057">
                  <c:v>1.0143491037842478</c:v>
                </c:pt>
                <c:pt idx="21058">
                  <c:v>1.0154185684423347</c:v>
                </c:pt>
                <c:pt idx="21059">
                  <c:v>1.0164020817299999</c:v>
                </c:pt>
                <c:pt idx="21060">
                  <c:v>1.0161664266428929</c:v>
                </c:pt>
                <c:pt idx="21061">
                  <c:v>1.0149749435499644</c:v>
                </c:pt>
                <c:pt idx="21062">
                  <c:v>1.014582269735923</c:v>
                </c:pt>
                <c:pt idx="21063">
                  <c:v>1.0139603414687424</c:v>
                </c:pt>
                <c:pt idx="21064">
                  <c:v>1.013480370119199</c:v>
                </c:pt>
                <c:pt idx="21065">
                  <c:v>1.0130141398132133</c:v>
                </c:pt>
                <c:pt idx="21066">
                  <c:v>1.013083937202669</c:v>
                </c:pt>
                <c:pt idx="21067">
                  <c:v>1.014409630414187</c:v>
                </c:pt>
                <c:pt idx="21068">
                  <c:v>1.0144899685302162</c:v>
                </c:pt>
                <c:pt idx="21069">
                  <c:v>1.0132137786345823</c:v>
                </c:pt>
                <c:pt idx="21070">
                  <c:v>1.0130085519581622</c:v>
                </c:pt>
                <c:pt idx="21071">
                  <c:v>1.0139885347374089</c:v>
                </c:pt>
                <c:pt idx="21072">
                  <c:v>1.0133136996426313</c:v>
                </c:pt>
                <c:pt idx="21073">
                  <c:v>1.0116406196423264</c:v>
                </c:pt>
                <c:pt idx="21074">
                  <c:v>1.0111872922016403</c:v>
                </c:pt>
                <c:pt idx="21075">
                  <c:v>1.0130364658340762</c:v>
                </c:pt>
                <c:pt idx="21076">
                  <c:v>1.0154980683801063</c:v>
                </c:pt>
                <c:pt idx="21077">
                  <c:v>1.0164732252845361</c:v>
                </c:pt>
                <c:pt idx="21078">
                  <c:v>1.015957821854101</c:v>
                </c:pt>
                <c:pt idx="21079">
                  <c:v>1.0154668779891849</c:v>
                </c:pt>
                <c:pt idx="21080">
                  <c:v>1.0148928274800553</c:v>
                </c:pt>
                <c:pt idx="21081">
                  <c:v>1.013110606510867</c:v>
                </c:pt>
                <c:pt idx="21082">
                  <c:v>1.0120789360723983</c:v>
                </c:pt>
                <c:pt idx="21083">
                  <c:v>1.0133433406737429</c:v>
                </c:pt>
                <c:pt idx="21084">
                  <c:v>1.0140554366019745</c:v>
                </c:pt>
                <c:pt idx="21085">
                  <c:v>1.0139502325309682</c:v>
                </c:pt>
                <c:pt idx="21086">
                  <c:v>1.0136104147458416</c:v>
                </c:pt>
                <c:pt idx="21087">
                  <c:v>1.0136804407293676</c:v>
                </c:pt>
                <c:pt idx="21088">
                  <c:v>1.0118870948487597</c:v>
                </c:pt>
                <c:pt idx="21089">
                  <c:v>1.0119183106390219</c:v>
                </c:pt>
                <c:pt idx="21090">
                  <c:v>1.0116484172400568</c:v>
                </c:pt>
                <c:pt idx="21091">
                  <c:v>1.0102069030329353</c:v>
                </c:pt>
                <c:pt idx="21092">
                  <c:v>1.0096479651317845</c:v>
                </c:pt>
                <c:pt idx="21093">
                  <c:v>1.00847215343234</c:v>
                </c:pt>
                <c:pt idx="21094">
                  <c:v>1.0083426929905439</c:v>
                </c:pt>
                <c:pt idx="21095">
                  <c:v>1.0095902578287119</c:v>
                </c:pt>
                <c:pt idx="21096">
                  <c:v>1.0116187762089452</c:v>
                </c:pt>
                <c:pt idx="21097">
                  <c:v>1.0133044288831148</c:v>
                </c:pt>
                <c:pt idx="21098">
                  <c:v>1.0149879480126285</c:v>
                </c:pt>
                <c:pt idx="21099">
                  <c:v>1.0154296425550722</c:v>
                </c:pt>
                <c:pt idx="21100">
                  <c:v>1.0140828932897481</c:v>
                </c:pt>
                <c:pt idx="21101">
                  <c:v>1.0129495492886915</c:v>
                </c:pt>
                <c:pt idx="21102">
                  <c:v>1.0130744886477645</c:v>
                </c:pt>
                <c:pt idx="21103">
                  <c:v>1.0124367873897351</c:v>
                </c:pt>
                <c:pt idx="21104">
                  <c:v>1.012062477299339</c:v>
                </c:pt>
                <c:pt idx="21105">
                  <c:v>1.0117810018008133</c:v>
                </c:pt>
                <c:pt idx="21106">
                  <c:v>1.0111287721196511</c:v>
                </c:pt>
                <c:pt idx="21107">
                  <c:v>1.0105409043689406</c:v>
                </c:pt>
                <c:pt idx="21108">
                  <c:v>1.0107972599190778</c:v>
                </c:pt>
                <c:pt idx="21109">
                  <c:v>1.0111905941159887</c:v>
                </c:pt>
                <c:pt idx="21110">
                  <c:v>1.0126588284299904</c:v>
                </c:pt>
                <c:pt idx="21111">
                  <c:v>1.0144907813091328</c:v>
                </c:pt>
                <c:pt idx="21112">
                  <c:v>1.0142193639496992</c:v>
                </c:pt>
                <c:pt idx="21113">
                  <c:v>1.0135276636924038</c:v>
                </c:pt>
                <c:pt idx="21114">
                  <c:v>1.0143273111495488</c:v>
                </c:pt>
                <c:pt idx="21115">
                  <c:v>1.0139672246901916</c:v>
                </c:pt>
                <c:pt idx="21116">
                  <c:v>1.011652582732004</c:v>
                </c:pt>
                <c:pt idx="21117">
                  <c:v>1.0120305249281834</c:v>
                </c:pt>
                <c:pt idx="21118">
                  <c:v>1.0125621585376074</c:v>
                </c:pt>
                <c:pt idx="21119">
                  <c:v>1.0131118002799007</c:v>
                </c:pt>
                <c:pt idx="21120">
                  <c:v>1.0148290751337909</c:v>
                </c:pt>
                <c:pt idx="21121">
                  <c:v>1.0135446812509683</c:v>
                </c:pt>
                <c:pt idx="21122">
                  <c:v>1.0130660560665057</c:v>
                </c:pt>
                <c:pt idx="21123">
                  <c:v>1.0136191013205118</c:v>
                </c:pt>
                <c:pt idx="21124">
                  <c:v>1.0137253721638462</c:v>
                </c:pt>
                <c:pt idx="21125">
                  <c:v>1.0136756910525742</c:v>
                </c:pt>
                <c:pt idx="21126">
                  <c:v>1.013404908676669</c:v>
                </c:pt>
                <c:pt idx="21127">
                  <c:v>1.0139044629182319</c:v>
                </c:pt>
                <c:pt idx="21128">
                  <c:v>1.0137739611034491</c:v>
                </c:pt>
                <c:pt idx="21129">
                  <c:v>1.0130186862952775</c:v>
                </c:pt>
                <c:pt idx="21130">
                  <c:v>1.0127138688022432</c:v>
                </c:pt>
                <c:pt idx="21131">
                  <c:v>1.0135517168684645</c:v>
                </c:pt>
                <c:pt idx="21132">
                  <c:v>1.0138345639314117</c:v>
                </c:pt>
                <c:pt idx="21133">
                  <c:v>1.0146732755752317</c:v>
                </c:pt>
                <c:pt idx="21134">
                  <c:v>1.0154821429932108</c:v>
                </c:pt>
                <c:pt idx="21135">
                  <c:v>1.0148748447465272</c:v>
                </c:pt>
                <c:pt idx="21136">
                  <c:v>1.013947311606737</c:v>
                </c:pt>
                <c:pt idx="21137">
                  <c:v>1.0137970491045463</c:v>
                </c:pt>
                <c:pt idx="21138">
                  <c:v>1.0122426094267114</c:v>
                </c:pt>
                <c:pt idx="21139">
                  <c:v>1.0104147458414929</c:v>
                </c:pt>
                <c:pt idx="21140">
                  <c:v>1.0101707851698327</c:v>
                </c:pt>
                <c:pt idx="21141">
                  <c:v>1.0111622738506163</c:v>
                </c:pt>
                <c:pt idx="21142">
                  <c:v>1.0115300563103393</c:v>
                </c:pt>
                <c:pt idx="21143">
                  <c:v>1.0113379610932893</c:v>
                </c:pt>
                <c:pt idx="21144">
                  <c:v>1.0115112607978949</c:v>
                </c:pt>
                <c:pt idx="21145">
                  <c:v>1.0105926682261863</c:v>
                </c:pt>
                <c:pt idx="21146">
                  <c:v>1.0092728168631306</c:v>
                </c:pt>
                <c:pt idx="21147">
                  <c:v>1.0094683155918935</c:v>
                </c:pt>
                <c:pt idx="21148">
                  <c:v>1.0097333577167009</c:v>
                </c:pt>
                <c:pt idx="21149">
                  <c:v>1.0109563613919854</c:v>
                </c:pt>
                <c:pt idx="21150">
                  <c:v>1.011863219468087</c:v>
                </c:pt>
                <c:pt idx="21151">
                  <c:v>1.0113177432177409</c:v>
                </c:pt>
                <c:pt idx="21152">
                  <c:v>1.0108625870244925</c:v>
                </c:pt>
                <c:pt idx="21153">
                  <c:v>1.0109875009842244</c:v>
                </c:pt>
                <c:pt idx="21154">
                  <c:v>1.0101426680991894</c:v>
                </c:pt>
                <c:pt idx="21155">
                  <c:v>1.0105258171603029</c:v>
                </c:pt>
                <c:pt idx="21156">
                  <c:v>1.0101079471998495</c:v>
                </c:pt>
                <c:pt idx="21157">
                  <c:v>1.0093918381757176</c:v>
                </c:pt>
                <c:pt idx="21158">
                  <c:v>1.0112241720449771</c:v>
                </c:pt>
                <c:pt idx="21159">
                  <c:v>1.0127499358666636</c:v>
                </c:pt>
                <c:pt idx="21160">
                  <c:v>1.0128100815064858</c:v>
                </c:pt>
                <c:pt idx="21161">
                  <c:v>1.0128811996616807</c:v>
                </c:pt>
                <c:pt idx="21162">
                  <c:v>1.0131540647835595</c:v>
                </c:pt>
                <c:pt idx="21163">
                  <c:v>1.0126669054204733</c:v>
                </c:pt>
                <c:pt idx="21164">
                  <c:v>1.0125996733644729</c:v>
                </c:pt>
                <c:pt idx="21165">
                  <c:v>1.0133388703897022</c:v>
                </c:pt>
                <c:pt idx="21166">
                  <c:v>1.0145720846001254</c:v>
                </c:pt>
                <c:pt idx="21167">
                  <c:v>1.0152722936367031</c:v>
                </c:pt>
                <c:pt idx="21168">
                  <c:v>1.0154445011696396</c:v>
                </c:pt>
                <c:pt idx="21169">
                  <c:v>1.0159681339866045</c:v>
                </c:pt>
                <c:pt idx="21170">
                  <c:v>1.0163939285414936</c:v>
                </c:pt>
                <c:pt idx="21171">
                  <c:v>1.0151891869924894</c:v>
                </c:pt>
                <c:pt idx="21172">
                  <c:v>1.0131309005844389</c:v>
                </c:pt>
                <c:pt idx="21173">
                  <c:v>1.0122731902334454</c:v>
                </c:pt>
                <c:pt idx="21174">
                  <c:v>1.0124888814384154</c:v>
                </c:pt>
                <c:pt idx="21175">
                  <c:v>1.0129536639819563</c:v>
                </c:pt>
                <c:pt idx="21176">
                  <c:v>1.0127387855559027</c:v>
                </c:pt>
                <c:pt idx="21177">
                  <c:v>1.011384543484942</c:v>
                </c:pt>
                <c:pt idx="21178">
                  <c:v>1.0106745303026838</c:v>
                </c:pt>
                <c:pt idx="21179">
                  <c:v>1.0100007873795753</c:v>
                </c:pt>
                <c:pt idx="21180">
                  <c:v>1.0084836085351947</c:v>
                </c:pt>
                <c:pt idx="21181">
                  <c:v>1.0065671520480759</c:v>
                </c:pt>
                <c:pt idx="21182">
                  <c:v>1.0074932628247624</c:v>
                </c:pt>
                <c:pt idx="21183">
                  <c:v>1.0102423859125094</c:v>
                </c:pt>
                <c:pt idx="21184">
                  <c:v>1.0111563812034716</c:v>
                </c:pt>
                <c:pt idx="21185">
                  <c:v>1.0100828780501434</c:v>
                </c:pt>
                <c:pt idx="21186">
                  <c:v>1.0089708694956452</c:v>
                </c:pt>
                <c:pt idx="21187">
                  <c:v>1.008815654121932</c:v>
                </c:pt>
                <c:pt idx="21188">
                  <c:v>1.0101493227265685</c:v>
                </c:pt>
                <c:pt idx="21189">
                  <c:v>1.0096316841541131</c:v>
                </c:pt>
                <c:pt idx="21190">
                  <c:v>1.0093404553085894</c:v>
                </c:pt>
                <c:pt idx="21191">
                  <c:v>1.0092524719908766</c:v>
                </c:pt>
                <c:pt idx="21192">
                  <c:v>1.0096459331844931</c:v>
                </c:pt>
                <c:pt idx="21193">
                  <c:v>1.0099440706508074</c:v>
                </c:pt>
                <c:pt idx="21194">
                  <c:v>1.0095068463924046</c:v>
                </c:pt>
                <c:pt idx="21195">
                  <c:v>1.0083257770293439</c:v>
                </c:pt>
                <c:pt idx="21196">
                  <c:v>1.0092009367277013</c:v>
                </c:pt>
                <c:pt idx="21197">
                  <c:v>1.0108870211906704</c:v>
                </c:pt>
                <c:pt idx="21198">
                  <c:v>1.0115707714541884</c:v>
                </c:pt>
                <c:pt idx="21199">
                  <c:v>1.0129778187553815</c:v>
                </c:pt>
                <c:pt idx="21200">
                  <c:v>1.0126328449040032</c:v>
                </c:pt>
                <c:pt idx="21201">
                  <c:v>1.0125844845584706</c:v>
                </c:pt>
                <c:pt idx="21202">
                  <c:v>1.0122919095478664</c:v>
                </c:pt>
                <c:pt idx="21203">
                  <c:v>1.0127196598520234</c:v>
                </c:pt>
                <c:pt idx="21204">
                  <c:v>1.013104282074923</c:v>
                </c:pt>
                <c:pt idx="21205">
                  <c:v>1.0137725641396862</c:v>
                </c:pt>
                <c:pt idx="21206">
                  <c:v>1.014700706863664</c:v>
                </c:pt>
                <c:pt idx="21207">
                  <c:v>1.0150171572549409</c:v>
                </c:pt>
                <c:pt idx="21208">
                  <c:v>1.0147136351283048</c:v>
                </c:pt>
                <c:pt idx="21209">
                  <c:v>1.0150596503526699</c:v>
                </c:pt>
                <c:pt idx="21210">
                  <c:v>1.0160506056472896</c:v>
                </c:pt>
                <c:pt idx="21211">
                  <c:v>1.0150819509741917</c:v>
                </c:pt>
                <c:pt idx="21212">
                  <c:v>1.0147713678307184</c:v>
                </c:pt>
                <c:pt idx="21213">
                  <c:v>1.0146583407626406</c:v>
                </c:pt>
                <c:pt idx="21214">
                  <c:v>1.0145924294723794</c:v>
                </c:pt>
                <c:pt idx="21215">
                  <c:v>1.014309150620633</c:v>
                </c:pt>
                <c:pt idx="21216">
                  <c:v>1.0128433800427217</c:v>
                </c:pt>
                <c:pt idx="21217">
                  <c:v>1.0126325909105918</c:v>
                </c:pt>
                <c:pt idx="21218">
                  <c:v>1.0134384104076339</c:v>
                </c:pt>
                <c:pt idx="21219">
                  <c:v>1.014020588705929</c:v>
                </c:pt>
                <c:pt idx="21220">
                  <c:v>1.0150205861659949</c:v>
                </c:pt>
                <c:pt idx="21221">
                  <c:v>1.0147676595269119</c:v>
                </c:pt>
                <c:pt idx="21222">
                  <c:v>1.0149959742044292</c:v>
                </c:pt>
                <c:pt idx="21223">
                  <c:v>1.015196298808009</c:v>
                </c:pt>
                <c:pt idx="21224">
                  <c:v>1.0134935523772513</c:v>
                </c:pt>
                <c:pt idx="21225">
                  <c:v>1.0109169924132169</c:v>
                </c:pt>
                <c:pt idx="21226">
                  <c:v>1.0093405315066126</c:v>
                </c:pt>
                <c:pt idx="21227">
                  <c:v>1.0092151349593992</c:v>
                </c:pt>
                <c:pt idx="21228">
                  <c:v>1.010305858866021</c:v>
                </c:pt>
                <c:pt idx="21229">
                  <c:v>1.0109651241646791</c:v>
                </c:pt>
                <c:pt idx="21230">
                  <c:v>1.0127678678015093</c:v>
                </c:pt>
                <c:pt idx="21231">
                  <c:v>1.0150597773493755</c:v>
                </c:pt>
                <c:pt idx="21232">
                  <c:v>1.0157319963120157</c:v>
                </c:pt>
                <c:pt idx="21233">
                  <c:v>1.0149484520371541</c:v>
                </c:pt>
                <c:pt idx="21234">
                  <c:v>1.0136870191587231</c:v>
                </c:pt>
                <c:pt idx="21235">
                  <c:v>1.0142417153699033</c:v>
                </c:pt>
                <c:pt idx="21236">
                  <c:v>1.0144132879193113</c:v>
                </c:pt>
                <c:pt idx="21237">
                  <c:v>1.0146184383977079</c:v>
                </c:pt>
                <c:pt idx="21238">
                  <c:v>1.0129944299244877</c:v>
                </c:pt>
                <c:pt idx="21239">
                  <c:v>1.011841071242612</c:v>
                </c:pt>
                <c:pt idx="21240">
                  <c:v>1.0123055997927415</c:v>
                </c:pt>
                <c:pt idx="21241">
                  <c:v>1.0120807648249603</c:v>
                </c:pt>
                <c:pt idx="21242">
                  <c:v>1.0126974100291839</c:v>
                </c:pt>
                <c:pt idx="21243">
                  <c:v>1.0144652041726037</c:v>
                </c:pt>
                <c:pt idx="21244">
                  <c:v>1.0130760888062564</c:v>
                </c:pt>
                <c:pt idx="21245">
                  <c:v>1.011507476296065</c:v>
                </c:pt>
                <c:pt idx="21246">
                  <c:v>1.0108166396163683</c:v>
                </c:pt>
                <c:pt idx="21247">
                  <c:v>1.0109407915958659</c:v>
                </c:pt>
                <c:pt idx="21248">
                  <c:v>1.0106613226452905</c:v>
                </c:pt>
                <c:pt idx="21249">
                  <c:v>1.0102174437595088</c:v>
                </c:pt>
                <c:pt idx="21250">
                  <c:v>1.0102802309308097</c:v>
                </c:pt>
                <c:pt idx="21251">
                  <c:v>1.0110873965929323</c:v>
                </c:pt>
                <c:pt idx="21252">
                  <c:v>1.0121862990874018</c:v>
                </c:pt>
                <c:pt idx="21253">
                  <c:v>1.0128731988692212</c:v>
                </c:pt>
                <c:pt idx="21254">
                  <c:v>1.014004231530234</c:v>
                </c:pt>
                <c:pt idx="21255">
                  <c:v>1.0151366357556686</c:v>
                </c:pt>
                <c:pt idx="21256">
                  <c:v>1.0147111713922141</c:v>
                </c:pt>
                <c:pt idx="21257">
                  <c:v>1.0139627290068096</c:v>
                </c:pt>
                <c:pt idx="21258">
                  <c:v>1.0145968235583969</c:v>
                </c:pt>
                <c:pt idx="21259">
                  <c:v>1.0146844766846748</c:v>
                </c:pt>
                <c:pt idx="21260">
                  <c:v>1.0154709164844264</c:v>
                </c:pt>
                <c:pt idx="21261">
                  <c:v>1.0160297019895304</c:v>
                </c:pt>
                <c:pt idx="21262">
                  <c:v>1.0149837317219992</c:v>
                </c:pt>
                <c:pt idx="21263">
                  <c:v>1.0130605952081604</c:v>
                </c:pt>
                <c:pt idx="21264">
                  <c:v>1.011553245908801</c:v>
                </c:pt>
                <c:pt idx="21265">
                  <c:v>1.010227527297942</c:v>
                </c:pt>
                <c:pt idx="21266">
                  <c:v>1.0094594258224943</c:v>
                </c:pt>
                <c:pt idx="21267">
                  <c:v>1.0098733842844116</c:v>
                </c:pt>
                <c:pt idx="21268">
                  <c:v>1.0107435911112466</c:v>
                </c:pt>
                <c:pt idx="21269">
                  <c:v>1.0113340241954123</c:v>
                </c:pt>
                <c:pt idx="21270">
                  <c:v>1.011032254623315</c:v>
                </c:pt>
                <c:pt idx="21271">
                  <c:v>1.0100319777704967</c:v>
                </c:pt>
                <c:pt idx="21272">
                  <c:v>1.0114930494702967</c:v>
                </c:pt>
                <c:pt idx="21273">
                  <c:v>1.013040580527341</c:v>
                </c:pt>
                <c:pt idx="21274">
                  <c:v>1.0130427140719969</c:v>
                </c:pt>
                <c:pt idx="21275">
                  <c:v>1.013485043597969</c:v>
                </c:pt>
                <c:pt idx="21276">
                  <c:v>1.014016651808052</c:v>
                </c:pt>
                <c:pt idx="21277">
                  <c:v>1.0138969955119363</c:v>
                </c:pt>
                <c:pt idx="21278">
                  <c:v>1.0129790125244151</c:v>
                </c:pt>
                <c:pt idx="21279">
                  <c:v>1.012637848574208</c:v>
                </c:pt>
                <c:pt idx="21280">
                  <c:v>1.0118917175288473</c:v>
                </c:pt>
                <c:pt idx="21281">
                  <c:v>1.0111981631196487</c:v>
                </c:pt>
                <c:pt idx="21282">
                  <c:v>1.0117604029351479</c:v>
                </c:pt>
                <c:pt idx="21283">
                  <c:v>1.0122864232901798</c:v>
                </c:pt>
                <c:pt idx="21284">
                  <c:v>1.0116935264699234</c:v>
                </c:pt>
                <c:pt idx="21285">
                  <c:v>1.0120918135383568</c:v>
                </c:pt>
                <c:pt idx="21286">
                  <c:v>1.0136833870529398</c:v>
                </c:pt>
                <c:pt idx="21287">
                  <c:v>1.0149286659504053</c:v>
                </c:pt>
                <c:pt idx="21288">
                  <c:v>1.0134721661320105</c:v>
                </c:pt>
                <c:pt idx="21289">
                  <c:v>1.0103578259179957</c:v>
                </c:pt>
                <c:pt idx="21290">
                  <c:v>1.0096344018836152</c:v>
                </c:pt>
                <c:pt idx="21291">
                  <c:v>1.0098195630805338</c:v>
                </c:pt>
                <c:pt idx="21292">
                  <c:v>1.0106341453502696</c:v>
                </c:pt>
                <c:pt idx="21293">
                  <c:v>1.0110623274432262</c:v>
                </c:pt>
                <c:pt idx="21294">
                  <c:v>1.0115386666869861</c:v>
                </c:pt>
                <c:pt idx="21295">
                  <c:v>1.0127368552059759</c:v>
                </c:pt>
                <c:pt idx="21296">
                  <c:v>1.0139902872919477</c:v>
                </c:pt>
                <c:pt idx="21297">
                  <c:v>1.0148817025686354</c:v>
                </c:pt>
                <c:pt idx="21298">
                  <c:v>1.0150798936275593</c:v>
                </c:pt>
                <c:pt idx="21299">
                  <c:v>1.0142600536942072</c:v>
                </c:pt>
                <c:pt idx="21300">
                  <c:v>1.0143636576067216</c:v>
                </c:pt>
                <c:pt idx="21301">
                  <c:v>1.0153909085598321</c:v>
                </c:pt>
                <c:pt idx="21302">
                  <c:v>1.0147481020342333</c:v>
                </c:pt>
                <c:pt idx="21303">
                  <c:v>1.0134044006898462</c:v>
                </c:pt>
                <c:pt idx="21304">
                  <c:v>1.0119905717645685</c:v>
                </c:pt>
                <c:pt idx="21305">
                  <c:v>1.0120072083330158</c:v>
                </c:pt>
                <c:pt idx="21306">
                  <c:v>1.0131695837809966</c:v>
                </c:pt>
                <c:pt idx="21307">
                  <c:v>1.0137153648234365</c:v>
                </c:pt>
                <c:pt idx="21308">
                  <c:v>1.013325535735603</c:v>
                </c:pt>
                <c:pt idx="21309">
                  <c:v>1.0124052414080378</c:v>
                </c:pt>
                <c:pt idx="21310">
                  <c:v>1.0122957194490374</c:v>
                </c:pt>
                <c:pt idx="21311">
                  <c:v>1.0120293565584908</c:v>
                </c:pt>
                <c:pt idx="21312">
                  <c:v>1.0116975395658236</c:v>
                </c:pt>
                <c:pt idx="21313">
                  <c:v>1.0117708420643567</c:v>
                </c:pt>
                <c:pt idx="21314">
                  <c:v>1.0122396631031392</c:v>
                </c:pt>
                <c:pt idx="21315">
                  <c:v>1.0118768335149386</c:v>
                </c:pt>
                <c:pt idx="21316">
                  <c:v>1.010578419195806</c:v>
                </c:pt>
                <c:pt idx="21317">
                  <c:v>1.0110591017269013</c:v>
                </c:pt>
                <c:pt idx="21318">
                  <c:v>1.014025998765592</c:v>
                </c:pt>
                <c:pt idx="21319">
                  <c:v>1.0153313471048562</c:v>
                </c:pt>
                <c:pt idx="21320">
                  <c:v>1.0155723106542616</c:v>
                </c:pt>
                <c:pt idx="21321">
                  <c:v>1.0149037491967459</c:v>
                </c:pt>
                <c:pt idx="21322">
                  <c:v>1.0135725697275413</c:v>
                </c:pt>
                <c:pt idx="21323">
                  <c:v>1.0135678454500889</c:v>
                </c:pt>
                <c:pt idx="21324">
                  <c:v>1.0134212404530227</c:v>
                </c:pt>
                <c:pt idx="21325">
                  <c:v>1.0135080046023606</c:v>
                </c:pt>
                <c:pt idx="21326">
                  <c:v>1.0131824612469553</c:v>
                </c:pt>
                <c:pt idx="21327">
                  <c:v>1.0129516828333474</c:v>
                </c:pt>
                <c:pt idx="21328">
                  <c:v>1.013063592330415</c:v>
                </c:pt>
                <c:pt idx="21329">
                  <c:v>1.0148286179456505</c:v>
                </c:pt>
                <c:pt idx="21330">
                  <c:v>1.0158953648742353</c:v>
                </c:pt>
                <c:pt idx="21331">
                  <c:v>1.0151825577644515</c:v>
                </c:pt>
                <c:pt idx="21332">
                  <c:v>1.0130380913919093</c:v>
                </c:pt>
                <c:pt idx="21333">
                  <c:v>1.011312714148195</c:v>
                </c:pt>
                <c:pt idx="21334">
                  <c:v>1.0114753969282038</c:v>
                </c:pt>
                <c:pt idx="21335">
                  <c:v>1.0114935574571196</c:v>
                </c:pt>
                <c:pt idx="21336">
                  <c:v>1.0117491510270225</c:v>
                </c:pt>
                <c:pt idx="21337">
                  <c:v>1.0128417798842297</c:v>
                </c:pt>
                <c:pt idx="21338">
                  <c:v>1.0124713050943459</c:v>
                </c:pt>
                <c:pt idx="21339">
                  <c:v>1.0111688268806307</c:v>
                </c:pt>
                <c:pt idx="21340">
                  <c:v>1.0116725974128231</c:v>
                </c:pt>
                <c:pt idx="21341">
                  <c:v>1.0125432868271398</c:v>
                </c:pt>
                <c:pt idx="21342">
                  <c:v>1.0129621219625562</c:v>
                </c:pt>
                <c:pt idx="21343">
                  <c:v>1.0133110581111526</c:v>
                </c:pt>
                <c:pt idx="21344">
                  <c:v>1.0125275646349734</c:v>
                </c:pt>
                <c:pt idx="21345">
                  <c:v>1.0113219849077115</c:v>
                </c:pt>
                <c:pt idx="21346">
                  <c:v>1.0116913167272441</c:v>
                </c:pt>
                <c:pt idx="21347">
                  <c:v>1.01415794834282</c:v>
                </c:pt>
                <c:pt idx="21348">
                  <c:v>1.01397253315249</c:v>
                </c:pt>
                <c:pt idx="21349">
                  <c:v>1.0118041659999339</c:v>
                </c:pt>
                <c:pt idx="21350">
                  <c:v>1.010218739125907</c:v>
                </c:pt>
                <c:pt idx="21351">
                  <c:v>1.0114417174018506</c:v>
                </c:pt>
                <c:pt idx="21352">
                  <c:v>1.0127823708253008</c:v>
                </c:pt>
                <c:pt idx="21353">
                  <c:v>1.0123749399940565</c:v>
                </c:pt>
                <c:pt idx="21354">
                  <c:v>1.0114210931368441</c:v>
                </c:pt>
                <c:pt idx="21355">
                  <c:v>1.0112897023451213</c:v>
                </c:pt>
                <c:pt idx="21356">
                  <c:v>1.0115976947557981</c:v>
                </c:pt>
                <c:pt idx="21357">
                  <c:v>1.0114992469095352</c:v>
                </c:pt>
                <c:pt idx="21358">
                  <c:v>1.0117286537587216</c:v>
                </c:pt>
                <c:pt idx="21359">
                  <c:v>1.0121728374365968</c:v>
                </c:pt>
                <c:pt idx="21360">
                  <c:v>1.0123687425548182</c:v>
                </c:pt>
                <c:pt idx="21361">
                  <c:v>1.012206542362291</c:v>
                </c:pt>
                <c:pt idx="21362">
                  <c:v>1.0120918897363802</c:v>
                </c:pt>
                <c:pt idx="21363">
                  <c:v>1.0128136882129277</c:v>
                </c:pt>
                <c:pt idx="21364">
                  <c:v>1.0129653222795401</c:v>
                </c:pt>
                <c:pt idx="21365">
                  <c:v>1.0130690277894192</c:v>
                </c:pt>
                <c:pt idx="21366">
                  <c:v>1.0140198013263535</c:v>
                </c:pt>
                <c:pt idx="21367">
                  <c:v>1.0130485559204594</c:v>
                </c:pt>
                <c:pt idx="21368">
                  <c:v>1.0113681101112237</c:v>
                </c:pt>
                <c:pt idx="21369">
                  <c:v>1.0115612467012605</c:v>
                </c:pt>
                <c:pt idx="21370">
                  <c:v>1.0123310245332235</c:v>
                </c:pt>
                <c:pt idx="21371">
                  <c:v>1.0114028564099047</c:v>
                </c:pt>
                <c:pt idx="21372">
                  <c:v>1.0111324550241167</c:v>
                </c:pt>
                <c:pt idx="21373">
                  <c:v>1.0113602871141523</c:v>
                </c:pt>
                <c:pt idx="21374">
                  <c:v>1.0118742681814834</c:v>
                </c:pt>
                <c:pt idx="21375">
                  <c:v>1.0140848998376981</c:v>
                </c:pt>
                <c:pt idx="21376">
                  <c:v>1.0158750708006634</c:v>
                </c:pt>
                <c:pt idx="21377">
                  <c:v>1.0160234283522684</c:v>
                </c:pt>
                <c:pt idx="21378">
                  <c:v>1.0164669770466155</c:v>
                </c:pt>
                <c:pt idx="21379">
                  <c:v>1.0169150976223678</c:v>
                </c:pt>
                <c:pt idx="21380">
                  <c:v>1.0170172029737548</c:v>
                </c:pt>
                <c:pt idx="21381">
                  <c:v>1.0159638922966339</c:v>
                </c:pt>
                <c:pt idx="21382">
                  <c:v>1.0135360454749804</c:v>
                </c:pt>
                <c:pt idx="21383">
                  <c:v>1.011901928063986</c:v>
                </c:pt>
                <c:pt idx="21384">
                  <c:v>1.0132667616602025</c:v>
                </c:pt>
                <c:pt idx="21385">
                  <c:v>1.0146230356784545</c:v>
                </c:pt>
                <c:pt idx="21386">
                  <c:v>1.0136705603856635</c:v>
                </c:pt>
                <c:pt idx="21387">
                  <c:v>1.0132352410778465</c:v>
                </c:pt>
                <c:pt idx="21388">
                  <c:v>1.0140380888519751</c:v>
                </c:pt>
                <c:pt idx="21389">
                  <c:v>1.0141875131759082</c:v>
                </c:pt>
                <c:pt idx="21390">
                  <c:v>1.0138542230214549</c:v>
                </c:pt>
                <c:pt idx="21391">
                  <c:v>1.0127976866280088</c:v>
                </c:pt>
                <c:pt idx="21392">
                  <c:v>1.0112812951632035</c:v>
                </c:pt>
                <c:pt idx="21393">
                  <c:v>1.0105974179029795</c:v>
                </c:pt>
                <c:pt idx="21394">
                  <c:v>1.0109467604410343</c:v>
                </c:pt>
                <c:pt idx="21395">
                  <c:v>1.0127658612535591</c:v>
                </c:pt>
                <c:pt idx="21396">
                  <c:v>1.0133082133849447</c:v>
                </c:pt>
                <c:pt idx="21397">
                  <c:v>1.0146830289222297</c:v>
                </c:pt>
                <c:pt idx="21398">
                  <c:v>1.0146737581627132</c:v>
                </c:pt>
                <c:pt idx="21399">
                  <c:v>1.0138960557363141</c:v>
                </c:pt>
                <c:pt idx="21400">
                  <c:v>1.0125799888750886</c:v>
                </c:pt>
                <c:pt idx="21401">
                  <c:v>1.0104289694725319</c:v>
                </c:pt>
                <c:pt idx="21402">
                  <c:v>1.0098384601903427</c:v>
                </c:pt>
                <c:pt idx="21403">
                  <c:v>1.0121206925892343</c:v>
                </c:pt>
                <c:pt idx="21404">
                  <c:v>1.013680694722779</c:v>
                </c:pt>
                <c:pt idx="21405">
                  <c:v>1.0145437135360709</c:v>
                </c:pt>
                <c:pt idx="21406">
                  <c:v>1.0162821460411318</c:v>
                </c:pt>
                <c:pt idx="21407">
                  <c:v>1.0168959973178295</c:v>
                </c:pt>
                <c:pt idx="21408">
                  <c:v>1.0149998603036237</c:v>
                </c:pt>
                <c:pt idx="21409">
                  <c:v>1.0116333554307602</c:v>
                </c:pt>
                <c:pt idx="21410">
                  <c:v>1.0104125868974958</c:v>
                </c:pt>
                <c:pt idx="21411">
                  <c:v>1.010686442593679</c:v>
                </c:pt>
                <c:pt idx="21412">
                  <c:v>1.0129911280101394</c:v>
                </c:pt>
                <c:pt idx="21413">
                  <c:v>1.0149352697791019</c:v>
                </c:pt>
                <c:pt idx="21414">
                  <c:v>1.0159933555323575</c:v>
                </c:pt>
                <c:pt idx="21415">
                  <c:v>1.0159782429243784</c:v>
                </c:pt>
                <c:pt idx="21416">
                  <c:v>1.015417552468689</c:v>
                </c:pt>
                <c:pt idx="21417">
                  <c:v>1.0137697194134785</c:v>
                </c:pt>
                <c:pt idx="21418">
                  <c:v>1.0128867875167318</c:v>
                </c:pt>
                <c:pt idx="21419">
                  <c:v>1.0128585434493829</c:v>
                </c:pt>
                <c:pt idx="21420">
                  <c:v>1.0123528425672639</c:v>
                </c:pt>
                <c:pt idx="21421">
                  <c:v>1.01088389707171</c:v>
                </c:pt>
                <c:pt idx="21422">
                  <c:v>1.0105089265984439</c:v>
                </c:pt>
                <c:pt idx="21423">
                  <c:v>1.0104850766171125</c:v>
                </c:pt>
                <c:pt idx="21424">
                  <c:v>1.0114170546416026</c:v>
                </c:pt>
                <c:pt idx="21425">
                  <c:v>1.012976294794913</c:v>
                </c:pt>
                <c:pt idx="21426">
                  <c:v>1.0119294863491242</c:v>
                </c:pt>
                <c:pt idx="21427">
                  <c:v>1.0114629004523623</c:v>
                </c:pt>
                <c:pt idx="21428">
                  <c:v>1.0127076459636637</c:v>
                </c:pt>
                <c:pt idx="21429">
                  <c:v>1.0120481012722531</c:v>
                </c:pt>
                <c:pt idx="21430">
                  <c:v>1.0126117126521739</c:v>
                </c:pt>
                <c:pt idx="21431">
                  <c:v>1.0131387743801925</c:v>
                </c:pt>
                <c:pt idx="21432">
                  <c:v>1.0121777903081195</c:v>
                </c:pt>
                <c:pt idx="21433">
                  <c:v>1.0136502409127508</c:v>
                </c:pt>
                <c:pt idx="21434">
                  <c:v>1.0140147976561489</c:v>
                </c:pt>
                <c:pt idx="21435">
                  <c:v>1.0131933829636459</c:v>
                </c:pt>
                <c:pt idx="21436">
                  <c:v>1.0138743900983209</c:v>
                </c:pt>
                <c:pt idx="21437">
                  <c:v>1.0143071440726827</c:v>
                </c:pt>
                <c:pt idx="21438">
                  <c:v>1.0121627538981639</c:v>
                </c:pt>
                <c:pt idx="21439">
                  <c:v>1.0107722669673949</c:v>
                </c:pt>
                <c:pt idx="21440">
                  <c:v>1.0118091950694799</c:v>
                </c:pt>
                <c:pt idx="21441">
                  <c:v>1.012530002971723</c:v>
                </c:pt>
                <c:pt idx="21442">
                  <c:v>1.0126885710584668</c:v>
                </c:pt>
                <c:pt idx="21443">
                  <c:v>1.0141107055682976</c:v>
                </c:pt>
                <c:pt idx="21444">
                  <c:v>1.0151513419741891</c:v>
                </c:pt>
                <c:pt idx="21445">
                  <c:v>1.015664738856674</c:v>
                </c:pt>
                <c:pt idx="21446">
                  <c:v>1.0158742072230647</c:v>
                </c:pt>
                <c:pt idx="21447">
                  <c:v>1.0146093454335794</c:v>
                </c:pt>
                <c:pt idx="21448">
                  <c:v>1.0137572737363192</c:v>
                </c:pt>
                <c:pt idx="21449">
                  <c:v>1.0143244918226821</c:v>
                </c:pt>
                <c:pt idx="21450">
                  <c:v>1.0146372593094934</c:v>
                </c:pt>
                <c:pt idx="21451">
                  <c:v>1.0148041583801317</c:v>
                </c:pt>
                <c:pt idx="21452">
                  <c:v>1.0148504359796906</c:v>
                </c:pt>
                <c:pt idx="21453">
                  <c:v>1.0132326503450499</c:v>
                </c:pt>
                <c:pt idx="21454">
                  <c:v>1.0104537084308034</c:v>
                </c:pt>
                <c:pt idx="21455">
                  <c:v>1.009290520203906</c:v>
                </c:pt>
                <c:pt idx="21456">
                  <c:v>1.0105668624955868</c:v>
                </c:pt>
                <c:pt idx="21457">
                  <c:v>1.0132236335789451</c:v>
                </c:pt>
                <c:pt idx="21458">
                  <c:v>1.0140537602454591</c:v>
                </c:pt>
                <c:pt idx="21459">
                  <c:v>1.0123725778553305</c:v>
                </c:pt>
                <c:pt idx="21460">
                  <c:v>1.0116720640266592</c:v>
                </c:pt>
                <c:pt idx="21461">
                  <c:v>1.0122020466789092</c:v>
                </c:pt>
                <c:pt idx="21462">
                  <c:v>1.0120891212081959</c:v>
                </c:pt>
                <c:pt idx="21463">
                  <c:v>1.0124287103992522</c:v>
                </c:pt>
                <c:pt idx="21464">
                  <c:v>1.0113937380464351</c:v>
                </c:pt>
                <c:pt idx="21465">
                  <c:v>1.0116914437239497</c:v>
                </c:pt>
                <c:pt idx="21466">
                  <c:v>1.0125339398695998</c:v>
                </c:pt>
                <c:pt idx="21467">
                  <c:v>1.0126910347945575</c:v>
                </c:pt>
                <c:pt idx="21468">
                  <c:v>1.013791613645542</c:v>
                </c:pt>
                <c:pt idx="21469">
                  <c:v>1.0131619639786544</c:v>
                </c:pt>
                <c:pt idx="21470">
                  <c:v>1.0131192168875138</c:v>
                </c:pt>
                <c:pt idx="21471">
                  <c:v>1.013905936080018</c:v>
                </c:pt>
                <c:pt idx="21472">
                  <c:v>1.0118807958121567</c:v>
                </c:pt>
                <c:pt idx="21473">
                  <c:v>1.0104962015285324</c:v>
                </c:pt>
                <c:pt idx="21474">
                  <c:v>1.0116431087777582</c:v>
                </c:pt>
                <c:pt idx="21475">
                  <c:v>1.0129590486422781</c:v>
                </c:pt>
                <c:pt idx="21476">
                  <c:v>1.0133624409782811</c:v>
                </c:pt>
                <c:pt idx="21477">
                  <c:v>1.0136696714087237</c:v>
                </c:pt>
                <c:pt idx="21478">
                  <c:v>1.0142171034083376</c:v>
                </c:pt>
                <c:pt idx="21479">
                  <c:v>1.0128001249647585</c:v>
                </c:pt>
                <c:pt idx="21480">
                  <c:v>1.012474200619236</c:v>
                </c:pt>
                <c:pt idx="21481">
                  <c:v>1.0127602225998258</c:v>
                </c:pt>
                <c:pt idx="21482">
                  <c:v>1.0134094805580742</c:v>
                </c:pt>
                <c:pt idx="21483">
                  <c:v>1.0145064781019579</c:v>
                </c:pt>
                <c:pt idx="21484">
                  <c:v>1.0148710856440384</c:v>
                </c:pt>
                <c:pt idx="21485">
                  <c:v>1.0158630061136213</c:v>
                </c:pt>
                <c:pt idx="21486">
                  <c:v>1.0173882111498027</c:v>
                </c:pt>
                <c:pt idx="21487">
                  <c:v>1.0175282631168547</c:v>
                </c:pt>
                <c:pt idx="21488">
                  <c:v>1.0185848249096419</c:v>
                </c:pt>
                <c:pt idx="21489">
                  <c:v>1.0189721394627023</c:v>
                </c:pt>
                <c:pt idx="21490">
                  <c:v>1.0164873727175516</c:v>
                </c:pt>
                <c:pt idx="21491">
                  <c:v>1.0145368557139627</c:v>
                </c:pt>
                <c:pt idx="21492">
                  <c:v>1.0143535232696064</c:v>
                </c:pt>
                <c:pt idx="21493">
                  <c:v>1.0138881819405605</c:v>
                </c:pt>
                <c:pt idx="21494">
                  <c:v>1.0147679389196644</c:v>
                </c:pt>
                <c:pt idx="21495">
                  <c:v>1.0165351488782381</c:v>
                </c:pt>
                <c:pt idx="21496">
                  <c:v>1.0168693280096315</c:v>
                </c:pt>
                <c:pt idx="21497">
                  <c:v>1.016540355743172</c:v>
                </c:pt>
                <c:pt idx="21498">
                  <c:v>1.0172754126757952</c:v>
                </c:pt>
                <c:pt idx="21499">
                  <c:v>1.0171257597577918</c:v>
                </c:pt>
                <c:pt idx="21500">
                  <c:v>1.0168911460436716</c:v>
                </c:pt>
                <c:pt idx="21501">
                  <c:v>1.0177212473108448</c:v>
                </c:pt>
                <c:pt idx="21502">
                  <c:v>1.0165708349525413</c:v>
                </c:pt>
                <c:pt idx="21503">
                  <c:v>1.0150404738501084</c:v>
                </c:pt>
                <c:pt idx="21504">
                  <c:v>1.013554333000602</c:v>
                </c:pt>
                <c:pt idx="21505">
                  <c:v>1.0132247765492963</c:v>
                </c:pt>
                <c:pt idx="21506">
                  <c:v>1.0147393392615396</c:v>
                </c:pt>
                <c:pt idx="21507">
                  <c:v>1.0166981872490228</c:v>
                </c:pt>
                <c:pt idx="21508">
                  <c:v>1.0163973066538654</c:v>
                </c:pt>
                <c:pt idx="21509">
                  <c:v>1.0153096560675217</c:v>
                </c:pt>
                <c:pt idx="21510">
                  <c:v>1.0148869602322517</c:v>
                </c:pt>
                <c:pt idx="21511">
                  <c:v>1.0145945376176941</c:v>
                </c:pt>
                <c:pt idx="21512">
                  <c:v>1.0138464508230656</c:v>
                </c:pt>
                <c:pt idx="21513">
                  <c:v>1.0130381675899327</c:v>
                </c:pt>
                <c:pt idx="21514">
                  <c:v>1.0119280131873378</c:v>
                </c:pt>
                <c:pt idx="21515">
                  <c:v>1.0114747619446751</c:v>
                </c:pt>
                <c:pt idx="21516">
                  <c:v>1.0121431202074618</c:v>
                </c:pt>
                <c:pt idx="21517">
                  <c:v>1.0121972970021158</c:v>
                </c:pt>
                <c:pt idx="21518">
                  <c:v>1.0124074511507171</c:v>
                </c:pt>
                <c:pt idx="21519">
                  <c:v>1.0131952371155493</c:v>
                </c:pt>
                <c:pt idx="21520">
                  <c:v>1.0146897089489499</c:v>
                </c:pt>
                <c:pt idx="21521">
                  <c:v>1.0149848746923504</c:v>
                </c:pt>
                <c:pt idx="21522">
                  <c:v>1.0135884189164133</c:v>
                </c:pt>
                <c:pt idx="21523">
                  <c:v>1.0135077760082905</c:v>
                </c:pt>
                <c:pt idx="21524">
                  <c:v>1.0133807285039027</c:v>
                </c:pt>
                <c:pt idx="21525">
                  <c:v>1.0133452202249873</c:v>
                </c:pt>
                <c:pt idx="21526">
                  <c:v>1.0140649613549024</c:v>
                </c:pt>
                <c:pt idx="21527">
                  <c:v>1.0149287675477698</c:v>
                </c:pt>
                <c:pt idx="21528">
                  <c:v>1.0155736060206597</c:v>
                </c:pt>
                <c:pt idx="21529">
                  <c:v>1.014655902425891</c:v>
                </c:pt>
                <c:pt idx="21530">
                  <c:v>1.0130129206448384</c:v>
                </c:pt>
                <c:pt idx="21531">
                  <c:v>1.0120478218795004</c:v>
                </c:pt>
                <c:pt idx="21532">
                  <c:v>1.013462895372494</c:v>
                </c:pt>
                <c:pt idx="21533">
                  <c:v>1.0146493747952179</c:v>
                </c:pt>
                <c:pt idx="21534">
                  <c:v>1.0134834688388183</c:v>
                </c:pt>
                <c:pt idx="21535">
                  <c:v>1.0123866490903226</c:v>
                </c:pt>
                <c:pt idx="21536">
                  <c:v>1.0121690275354258</c:v>
                </c:pt>
                <c:pt idx="21537">
                  <c:v>1.0124478869018139</c:v>
                </c:pt>
                <c:pt idx="21538">
                  <c:v>1.0142801699723909</c:v>
                </c:pt>
                <c:pt idx="21539">
                  <c:v>1.0141465440386477</c:v>
                </c:pt>
                <c:pt idx="21540">
                  <c:v>1.014038063452634</c:v>
                </c:pt>
                <c:pt idx="21541">
                  <c:v>1.0136658361082114</c:v>
                </c:pt>
                <c:pt idx="21542">
                  <c:v>1.0128893020515048</c:v>
                </c:pt>
                <c:pt idx="21543">
                  <c:v>1.0127077983597106</c:v>
                </c:pt>
                <c:pt idx="21544">
                  <c:v>1.0128050270375986</c:v>
                </c:pt>
                <c:pt idx="21545">
                  <c:v>1.0126869962993159</c:v>
                </c:pt>
                <c:pt idx="21546">
                  <c:v>1.012360233775536</c:v>
                </c:pt>
                <c:pt idx="21547">
                  <c:v>1.0119377665343361</c:v>
                </c:pt>
                <c:pt idx="21548">
                  <c:v>1.0117656351994229</c:v>
                </c:pt>
                <c:pt idx="21549">
                  <c:v>1.0127265430734727</c:v>
                </c:pt>
                <c:pt idx="21550">
                  <c:v>1.0144314484482273</c:v>
                </c:pt>
                <c:pt idx="21551">
                  <c:v>1.014612342555834</c:v>
                </c:pt>
                <c:pt idx="21552">
                  <c:v>1.0147903665378919</c:v>
                </c:pt>
                <c:pt idx="21553">
                  <c:v>1.0141497951543137</c:v>
                </c:pt>
                <c:pt idx="21554">
                  <c:v>1.0130094663344433</c:v>
                </c:pt>
                <c:pt idx="21555">
                  <c:v>1.0140720223717397</c:v>
                </c:pt>
                <c:pt idx="21556">
                  <c:v>1.0156630625001588</c:v>
                </c:pt>
                <c:pt idx="21557">
                  <c:v>1.0148844456974786</c:v>
                </c:pt>
                <c:pt idx="21558">
                  <c:v>1.0140690252494851</c:v>
                </c:pt>
                <c:pt idx="21559">
                  <c:v>1.0140958215543889</c:v>
                </c:pt>
                <c:pt idx="21560">
                  <c:v>1.0143527612893721</c:v>
                </c:pt>
                <c:pt idx="21561">
                  <c:v>1.0141654157491156</c:v>
                </c:pt>
                <c:pt idx="21562">
                  <c:v>1.0140071270551241</c:v>
                </c:pt>
                <c:pt idx="21563">
                  <c:v>1.0142148428669759</c:v>
                </c:pt>
                <c:pt idx="21564">
                  <c:v>1.013997754698243</c:v>
                </c:pt>
                <c:pt idx="21565">
                  <c:v>1.0134477573651739</c:v>
                </c:pt>
                <c:pt idx="21566">
                  <c:v>1.0134853229907217</c:v>
                </c:pt>
                <c:pt idx="21567">
                  <c:v>1.0133044796817972</c:v>
                </c:pt>
                <c:pt idx="21568">
                  <c:v>1.0142342987622901</c:v>
                </c:pt>
                <c:pt idx="21569">
                  <c:v>1.0154100596630524</c:v>
                </c:pt>
                <c:pt idx="21570">
                  <c:v>1.0150898501692867</c:v>
                </c:pt>
                <c:pt idx="21571">
                  <c:v>1.0135307878113642</c:v>
                </c:pt>
                <c:pt idx="21572">
                  <c:v>1.0121818796020432</c:v>
                </c:pt>
                <c:pt idx="21573">
                  <c:v>1.0112323506328247</c:v>
                </c:pt>
                <c:pt idx="21574">
                  <c:v>1.0119160754970016</c:v>
                </c:pt>
                <c:pt idx="21575">
                  <c:v>1.0124201000226054</c:v>
                </c:pt>
                <c:pt idx="21576">
                  <c:v>1.012882672823467</c:v>
                </c:pt>
                <c:pt idx="21577">
                  <c:v>1.014650644762275</c:v>
                </c:pt>
                <c:pt idx="21578">
                  <c:v>1.0138909504687448</c:v>
                </c:pt>
                <c:pt idx="21579">
                  <c:v>1.0140018947908491</c:v>
                </c:pt>
                <c:pt idx="21580">
                  <c:v>1.0150854814826102</c:v>
                </c:pt>
                <c:pt idx="21581">
                  <c:v>1.0136889241093086</c:v>
                </c:pt>
                <c:pt idx="21582">
                  <c:v>1.0132669394555904</c:v>
                </c:pt>
                <c:pt idx="21583">
                  <c:v>1.0150410072362723</c:v>
                </c:pt>
                <c:pt idx="21584">
                  <c:v>1.01550883770075</c:v>
                </c:pt>
                <c:pt idx="21585">
                  <c:v>1.0159741028317726</c:v>
                </c:pt>
                <c:pt idx="21586">
                  <c:v>1.0149220367223675</c:v>
                </c:pt>
                <c:pt idx="21587">
                  <c:v>1.0140839600620759</c:v>
                </c:pt>
                <c:pt idx="21588">
                  <c:v>1.0145425451663783</c:v>
                </c:pt>
                <c:pt idx="21589">
                  <c:v>1.0152858568848724</c:v>
                </c:pt>
                <c:pt idx="21590">
                  <c:v>1.0152534473255763</c:v>
                </c:pt>
                <c:pt idx="21591">
                  <c:v>1.0147507943643941</c:v>
                </c:pt>
                <c:pt idx="21592">
                  <c:v>1.0145400306316055</c:v>
                </c:pt>
                <c:pt idx="21593">
                  <c:v>1.0135724173314944</c:v>
                </c:pt>
                <c:pt idx="21594">
                  <c:v>1.0127244857268403</c:v>
                </c:pt>
                <c:pt idx="21595">
                  <c:v>1.0122797178641185</c:v>
                </c:pt>
                <c:pt idx="21596">
                  <c:v>1.0126173005072248</c:v>
                </c:pt>
                <c:pt idx="21597">
                  <c:v>1.0134577139069012</c:v>
                </c:pt>
                <c:pt idx="21598">
                  <c:v>1.0135435890792992</c:v>
                </c:pt>
                <c:pt idx="21599">
                  <c:v>1.0136451864438636</c:v>
                </c:pt>
                <c:pt idx="21600">
                  <c:v>1.0142473794229778</c:v>
                </c:pt>
                <c:pt idx="21601">
                  <c:v>1.0148919385031152</c:v>
                </c:pt>
                <c:pt idx="21602">
                  <c:v>1.015202801039341</c:v>
                </c:pt>
                <c:pt idx="21603">
                  <c:v>1.0154988811590226</c:v>
                </c:pt>
                <c:pt idx="21604">
                  <c:v>1.0134735884951145</c:v>
                </c:pt>
                <c:pt idx="21605">
                  <c:v>1.0121000683242276</c:v>
                </c:pt>
                <c:pt idx="21606">
                  <c:v>1.0106229442408263</c:v>
                </c:pt>
                <c:pt idx="21607">
                  <c:v>1.0115039457876462</c:v>
                </c:pt>
                <c:pt idx="21608">
                  <c:v>1.0145184411916355</c:v>
                </c:pt>
                <c:pt idx="21609">
                  <c:v>1.0156697933255612</c:v>
                </c:pt>
                <c:pt idx="21610">
                  <c:v>1.0154636268735189</c:v>
                </c:pt>
                <c:pt idx="21611">
                  <c:v>1.0165530554137425</c:v>
                </c:pt>
                <c:pt idx="21612">
                  <c:v>1.017194033186779</c:v>
                </c:pt>
                <c:pt idx="21613">
                  <c:v>1.0156674057874939</c:v>
                </c:pt>
                <c:pt idx="21614">
                  <c:v>1.0139809403344078</c:v>
                </c:pt>
                <c:pt idx="21615">
                  <c:v>1.0124059525895899</c:v>
                </c:pt>
                <c:pt idx="21616">
                  <c:v>1.0118876536342647</c:v>
                </c:pt>
                <c:pt idx="21617">
                  <c:v>1.0109204213242708</c:v>
                </c:pt>
                <c:pt idx="21618">
                  <c:v>1.0115234270823015</c:v>
                </c:pt>
                <c:pt idx="21619">
                  <c:v>1.0128871939061901</c:v>
                </c:pt>
                <c:pt idx="21620">
                  <c:v>1.0125134933999813</c:v>
                </c:pt>
                <c:pt idx="21621">
                  <c:v>1.0128344902733224</c:v>
                </c:pt>
                <c:pt idx="21622">
                  <c:v>1.0128288262202478</c:v>
                </c:pt>
                <c:pt idx="21623">
                  <c:v>1.0130415203029632</c:v>
                </c:pt>
                <c:pt idx="21624">
                  <c:v>1.0129364178293214</c:v>
                </c:pt>
                <c:pt idx="21625">
                  <c:v>1.0130835054138696</c:v>
                </c:pt>
                <c:pt idx="21626">
                  <c:v>1.0134787699607073</c:v>
                </c:pt>
                <c:pt idx="21627">
                  <c:v>1.0145948424097879</c:v>
                </c:pt>
                <c:pt idx="21628">
                  <c:v>1.0149720988237565</c:v>
                </c:pt>
                <c:pt idx="21629">
                  <c:v>1.0143563171971319</c:v>
                </c:pt>
                <c:pt idx="21630">
                  <c:v>1.0137245593849296</c:v>
                </c:pt>
                <c:pt idx="21631">
                  <c:v>1.0137272771144317</c:v>
                </c:pt>
                <c:pt idx="21632">
                  <c:v>1.0151355943826816</c:v>
                </c:pt>
                <c:pt idx="21633">
                  <c:v>1.0152954832351648</c:v>
                </c:pt>
                <c:pt idx="21634">
                  <c:v>1.0137253975631872</c:v>
                </c:pt>
                <c:pt idx="21635">
                  <c:v>1.013843072710694</c:v>
                </c:pt>
                <c:pt idx="21636">
                  <c:v>1.0153885210217648</c:v>
                </c:pt>
                <c:pt idx="21637">
                  <c:v>1.0157261798628943</c:v>
                </c:pt>
                <c:pt idx="21638">
                  <c:v>1.0148883825953554</c:v>
                </c:pt>
                <c:pt idx="21639">
                  <c:v>1.0142920060653626</c:v>
                </c:pt>
                <c:pt idx="21640">
                  <c:v>1.0153524285580031</c:v>
                </c:pt>
                <c:pt idx="21641">
                  <c:v>1.0165880811051762</c:v>
                </c:pt>
                <c:pt idx="21642">
                  <c:v>1.0162597946209275</c:v>
                </c:pt>
                <c:pt idx="21643">
                  <c:v>1.0151280507783629</c:v>
                </c:pt>
                <c:pt idx="21644">
                  <c:v>1.0137156950148714</c:v>
                </c:pt>
                <c:pt idx="21645">
                  <c:v>1.0143433381338087</c:v>
                </c:pt>
                <c:pt idx="21646">
                  <c:v>1.0140012344079794</c:v>
                </c:pt>
                <c:pt idx="21647">
                  <c:v>1.012620729418279</c:v>
                </c:pt>
                <c:pt idx="21648">
                  <c:v>1.0134310953973853</c:v>
                </c:pt>
                <c:pt idx="21649">
                  <c:v>1.0133563451364072</c:v>
                </c:pt>
                <c:pt idx="21650">
                  <c:v>1.0138926522246012</c:v>
                </c:pt>
                <c:pt idx="21651">
                  <c:v>1.0148175946315952</c:v>
                </c:pt>
                <c:pt idx="21652">
                  <c:v>1.0162996207878368</c:v>
                </c:pt>
                <c:pt idx="21653">
                  <c:v>1.0162819428464025</c:v>
                </c:pt>
                <c:pt idx="21654">
                  <c:v>1.0148760131162198</c:v>
                </c:pt>
                <c:pt idx="21655">
                  <c:v>1.0139168323973675</c:v>
                </c:pt>
                <c:pt idx="21656">
                  <c:v>1.0125162873275066</c:v>
                </c:pt>
                <c:pt idx="21657">
                  <c:v>1.0111322772287288</c:v>
                </c:pt>
                <c:pt idx="21658">
                  <c:v>1.0120544511075382</c:v>
                </c:pt>
                <c:pt idx="21659">
                  <c:v>1.0123027296671925</c:v>
                </c:pt>
                <c:pt idx="21660">
                  <c:v>1.0122299605548233</c:v>
                </c:pt>
                <c:pt idx="21661">
                  <c:v>1.0148563540261766</c:v>
                </c:pt>
                <c:pt idx="21662">
                  <c:v>1.0170580705136509</c:v>
                </c:pt>
                <c:pt idx="21663">
                  <c:v>1.0167474111721542</c:v>
                </c:pt>
                <c:pt idx="21664">
                  <c:v>1.0150752455481304</c:v>
                </c:pt>
                <c:pt idx="21665">
                  <c:v>1.0148363393453574</c:v>
                </c:pt>
                <c:pt idx="21666">
                  <c:v>1.0142864182103115</c:v>
                </c:pt>
                <c:pt idx="21667">
                  <c:v>1.0147089870488759</c:v>
                </c:pt>
                <c:pt idx="21668">
                  <c:v>1.0144701824434674</c:v>
                </c:pt>
                <c:pt idx="21669">
                  <c:v>1.0134231200042672</c:v>
                </c:pt>
                <c:pt idx="21670">
                  <c:v>1.0132290944372904</c:v>
                </c:pt>
                <c:pt idx="21671">
                  <c:v>1.0126984514021706</c:v>
                </c:pt>
                <c:pt idx="21672">
                  <c:v>1.0126094521108122</c:v>
                </c:pt>
                <c:pt idx="21673">
                  <c:v>1.0138091391909294</c:v>
                </c:pt>
                <c:pt idx="21674">
                  <c:v>1.0153800630411647</c:v>
                </c:pt>
                <c:pt idx="21675">
                  <c:v>1.0159366134042482</c:v>
                </c:pt>
                <c:pt idx="21676">
                  <c:v>1.0152089476798971</c:v>
                </c:pt>
                <c:pt idx="21677">
                  <c:v>1.0139890173248907</c:v>
                </c:pt>
                <c:pt idx="21678">
                  <c:v>1.0139220900609838</c:v>
                </c:pt>
                <c:pt idx="21679">
                  <c:v>1.0135969276956955</c:v>
                </c:pt>
                <c:pt idx="21680">
                  <c:v>1.0128118086616833</c:v>
                </c:pt>
                <c:pt idx="21681">
                  <c:v>1.0109266187635093</c:v>
                </c:pt>
                <c:pt idx="21682">
                  <c:v>1.0111481010182597</c:v>
                </c:pt>
                <c:pt idx="21683">
                  <c:v>1.0122114190357903</c:v>
                </c:pt>
                <c:pt idx="21684">
                  <c:v>1.0124860621115488</c:v>
                </c:pt>
                <c:pt idx="21685">
                  <c:v>1.0114167498495088</c:v>
                </c:pt>
                <c:pt idx="21686">
                  <c:v>1.0112828445230131</c:v>
                </c:pt>
                <c:pt idx="21687">
                  <c:v>1.0114280017576345</c:v>
                </c:pt>
                <c:pt idx="21688">
                  <c:v>1.0119840949325773</c:v>
                </c:pt>
                <c:pt idx="21689">
                  <c:v>1.013023283576024</c:v>
                </c:pt>
                <c:pt idx="21690">
                  <c:v>1.0139103555653766</c:v>
                </c:pt>
                <c:pt idx="21691">
                  <c:v>1.0145202699441978</c:v>
                </c:pt>
                <c:pt idx="21692">
                  <c:v>1.0146621252644707</c:v>
                </c:pt>
                <c:pt idx="21693">
                  <c:v>1.0144525045020332</c:v>
                </c:pt>
                <c:pt idx="21694">
                  <c:v>1.0142985082966949</c:v>
                </c:pt>
                <c:pt idx="21695">
                  <c:v>1.0139292272758444</c:v>
                </c:pt>
                <c:pt idx="21696">
                  <c:v>1.0130905664307068</c:v>
                </c:pt>
                <c:pt idx="21697">
                  <c:v>1.0124055969988139</c:v>
                </c:pt>
                <c:pt idx="21698">
                  <c:v>1.012016047303733</c:v>
                </c:pt>
                <c:pt idx="21699">
                  <c:v>1.0130008813571376</c:v>
                </c:pt>
                <c:pt idx="21700">
                  <c:v>1.0146666463471938</c:v>
                </c:pt>
                <c:pt idx="21701">
                  <c:v>1.0151263998211886</c:v>
                </c:pt>
                <c:pt idx="21702">
                  <c:v>1.0152071443266761</c:v>
                </c:pt>
                <c:pt idx="21703">
                  <c:v>1.0147275031685679</c:v>
                </c:pt>
                <c:pt idx="21704">
                  <c:v>1.015363578868764</c:v>
                </c:pt>
                <c:pt idx="21705">
                  <c:v>1.0157582084320733</c:v>
                </c:pt>
                <c:pt idx="21706">
                  <c:v>1.0150204591692891</c:v>
                </c:pt>
                <c:pt idx="21707">
                  <c:v>1.014063081803658</c:v>
                </c:pt>
                <c:pt idx="21708">
                  <c:v>1.0152938322779907</c:v>
                </c:pt>
                <c:pt idx="21709">
                  <c:v>1.0155920967410106</c:v>
                </c:pt>
                <c:pt idx="21710">
                  <c:v>1.0141876655719551</c:v>
                </c:pt>
                <c:pt idx="21711">
                  <c:v>1.0144022138065738</c:v>
                </c:pt>
                <c:pt idx="21712">
                  <c:v>1.0148229030938938</c:v>
                </c:pt>
                <c:pt idx="21713">
                  <c:v>1.014234628953725</c:v>
                </c:pt>
                <c:pt idx="21714">
                  <c:v>1.0129615377777101</c:v>
                </c:pt>
                <c:pt idx="21715">
                  <c:v>1.0127025406960943</c:v>
                </c:pt>
                <c:pt idx="21716">
                  <c:v>1.0126022640972694</c:v>
                </c:pt>
                <c:pt idx="21717">
                  <c:v>1.0128342616792521</c:v>
                </c:pt>
                <c:pt idx="21718">
                  <c:v>1.0125519226031277</c:v>
                </c:pt>
                <c:pt idx="21719">
                  <c:v>1.0126138461968297</c:v>
                </c:pt>
                <c:pt idx="21720">
                  <c:v>1.0134979464632687</c:v>
                </c:pt>
                <c:pt idx="21721">
                  <c:v>1.015436652773227</c:v>
                </c:pt>
                <c:pt idx="21722">
                  <c:v>1.0159402201106904</c:v>
                </c:pt>
                <c:pt idx="21723">
                  <c:v>1.01575635428017</c:v>
                </c:pt>
                <c:pt idx="21724">
                  <c:v>1.0147651449921389</c:v>
                </c:pt>
                <c:pt idx="21725">
                  <c:v>1.0139821595027825</c:v>
                </c:pt>
                <c:pt idx="21726">
                  <c:v>1.0132043554790189</c:v>
                </c:pt>
                <c:pt idx="21727">
                  <c:v>1.0114654403864765</c:v>
                </c:pt>
                <c:pt idx="21728">
                  <c:v>1.0095679572071901</c:v>
                </c:pt>
                <c:pt idx="21729">
                  <c:v>1.010641942948</c:v>
                </c:pt>
                <c:pt idx="21730">
                  <c:v>1.0125000317491764</c:v>
                </c:pt>
                <c:pt idx="21731">
                  <c:v>1.012861261178885</c:v>
                </c:pt>
                <c:pt idx="21732">
                  <c:v>1.0124422736474217</c:v>
                </c:pt>
                <c:pt idx="21733">
                  <c:v>1.0117608093246062</c:v>
                </c:pt>
                <c:pt idx="21734">
                  <c:v>1.0106882459469002</c:v>
                </c:pt>
                <c:pt idx="21735">
                  <c:v>1.0100801095219589</c:v>
                </c:pt>
                <c:pt idx="21736">
                  <c:v>1.0087107294436781</c:v>
                </c:pt>
                <c:pt idx="21737">
                  <c:v>1.0074604722753491</c:v>
                </c:pt>
                <c:pt idx="21738">
                  <c:v>1.008743469194409</c:v>
                </c:pt>
                <c:pt idx="21739">
                  <c:v>1.0097672150384418</c:v>
                </c:pt>
                <c:pt idx="21740">
                  <c:v>1.0106482927832852</c:v>
                </c:pt>
                <c:pt idx="21741">
                  <c:v>1.0107163884168844</c:v>
                </c:pt>
                <c:pt idx="21742">
                  <c:v>1.0119348456101049</c:v>
                </c:pt>
                <c:pt idx="21743">
                  <c:v>1.0125576120555433</c:v>
                </c:pt>
                <c:pt idx="21744">
                  <c:v>1.0116952536251209</c:v>
                </c:pt>
                <c:pt idx="21745">
                  <c:v>1.0124164679168222</c:v>
                </c:pt>
                <c:pt idx="21746">
                  <c:v>1.0149063399295422</c:v>
                </c:pt>
                <c:pt idx="21747">
                  <c:v>1.0153739417999497</c:v>
                </c:pt>
                <c:pt idx="21748">
                  <c:v>1.0151530183307045</c:v>
                </c:pt>
                <c:pt idx="21749">
                  <c:v>1.0156035010451829</c:v>
                </c:pt>
                <c:pt idx="21750">
                  <c:v>1.0152024708479062</c:v>
                </c:pt>
                <c:pt idx="21751">
                  <c:v>1.0156977833994987</c:v>
                </c:pt>
                <c:pt idx="21752">
                  <c:v>1.0147418283969714</c:v>
                </c:pt>
                <c:pt idx="21753">
                  <c:v>1.0149723528171679</c:v>
                </c:pt>
                <c:pt idx="21754">
                  <c:v>1.0172638051768936</c:v>
                </c:pt>
                <c:pt idx="21755">
                  <c:v>1.0173840964565379</c:v>
                </c:pt>
                <c:pt idx="21756">
                  <c:v>1.01606040979297</c:v>
                </c:pt>
                <c:pt idx="21757">
                  <c:v>1.0152396300839956</c:v>
                </c:pt>
                <c:pt idx="21758">
                  <c:v>1.0145750309236978</c:v>
                </c:pt>
                <c:pt idx="21759">
                  <c:v>1.0143200215386412</c:v>
                </c:pt>
                <c:pt idx="21760">
                  <c:v>1.0145287533241387</c:v>
                </c:pt>
                <c:pt idx="21761">
                  <c:v>1.0153288579694242</c:v>
                </c:pt>
                <c:pt idx="21762">
                  <c:v>1.0160940893193231</c:v>
                </c:pt>
                <c:pt idx="21763">
                  <c:v>1.015918376677309</c:v>
                </c:pt>
                <c:pt idx="21764">
                  <c:v>1.016101988514418</c:v>
                </c:pt>
                <c:pt idx="21765">
                  <c:v>1.0149580783874466</c:v>
                </c:pt>
                <c:pt idx="21766">
                  <c:v>1.0126830594014391</c:v>
                </c:pt>
                <c:pt idx="21767">
                  <c:v>1.0124793312861464</c:v>
                </c:pt>
                <c:pt idx="21768">
                  <c:v>1.013629591248403</c:v>
                </c:pt>
                <c:pt idx="21769">
                  <c:v>1.0136088145873496</c:v>
                </c:pt>
                <c:pt idx="21770">
                  <c:v>1.0139902618926064</c:v>
                </c:pt>
                <c:pt idx="21771">
                  <c:v>1.0147769048870872</c:v>
                </c:pt>
                <c:pt idx="21772">
                  <c:v>1.0139978308962665</c:v>
                </c:pt>
                <c:pt idx="21773">
                  <c:v>1.0132175885357533</c:v>
                </c:pt>
                <c:pt idx="21774">
                  <c:v>1.0129781489468164</c:v>
                </c:pt>
                <c:pt idx="21775">
                  <c:v>1.01303387510128</c:v>
                </c:pt>
                <c:pt idx="21776">
                  <c:v>1.01268664070854</c:v>
                </c:pt>
                <c:pt idx="21777">
                  <c:v>1.0110926034578662</c:v>
                </c:pt>
                <c:pt idx="21778">
                  <c:v>1.0110497039706789</c:v>
                </c:pt>
                <c:pt idx="21779">
                  <c:v>1.0115228936961376</c:v>
                </c:pt>
                <c:pt idx="21780">
                  <c:v>1.0121448727620006</c:v>
                </c:pt>
                <c:pt idx="21781">
                  <c:v>1.0126165639263318</c:v>
                </c:pt>
                <c:pt idx="21782">
                  <c:v>1.012964052312483</c:v>
                </c:pt>
                <c:pt idx="21783">
                  <c:v>1.0132725019113005</c:v>
                </c:pt>
                <c:pt idx="21784">
                  <c:v>1.0149840111147517</c:v>
                </c:pt>
                <c:pt idx="21785">
                  <c:v>1.015921805588363</c:v>
                </c:pt>
                <c:pt idx="21786">
                  <c:v>1.0159603871875564</c:v>
                </c:pt>
                <c:pt idx="21787">
                  <c:v>1.0164253475264851</c:v>
                </c:pt>
                <c:pt idx="21788">
                  <c:v>1.0170547939986436</c:v>
                </c:pt>
                <c:pt idx="21789">
                  <c:v>1.0171745264927827</c:v>
                </c:pt>
                <c:pt idx="21790">
                  <c:v>1.0162480855246614</c:v>
                </c:pt>
                <c:pt idx="21791">
                  <c:v>1.0148453561114625</c:v>
                </c:pt>
                <c:pt idx="21792">
                  <c:v>1.0145522477146942</c:v>
                </c:pt>
                <c:pt idx="21793">
                  <c:v>1.0147263855975577</c:v>
                </c:pt>
                <c:pt idx="21794">
                  <c:v>1.0146296649064923</c:v>
                </c:pt>
                <c:pt idx="21795">
                  <c:v>1.0140489597699835</c:v>
                </c:pt>
                <c:pt idx="21796">
                  <c:v>1.0136466342063086</c:v>
                </c:pt>
                <c:pt idx="21797">
                  <c:v>1.0142720167838846</c:v>
                </c:pt>
                <c:pt idx="21798">
                  <c:v>1.0141406005928206</c:v>
                </c:pt>
                <c:pt idx="21799">
                  <c:v>1.0144421923695299</c:v>
                </c:pt>
                <c:pt idx="21800">
                  <c:v>1.0138446474698446</c:v>
                </c:pt>
                <c:pt idx="21801">
                  <c:v>1.0123194932323456</c:v>
                </c:pt>
                <c:pt idx="21802">
                  <c:v>1.0120904419739352</c:v>
                </c:pt>
                <c:pt idx="21803">
                  <c:v>1.0126633241133725</c:v>
                </c:pt>
                <c:pt idx="21804">
                  <c:v>1.0143840278783169</c:v>
                </c:pt>
                <c:pt idx="21805">
                  <c:v>1.0150693529009858</c:v>
                </c:pt>
                <c:pt idx="21806">
                  <c:v>1.0136143516437184</c:v>
                </c:pt>
                <c:pt idx="21807">
                  <c:v>1.0121858926979435</c:v>
                </c:pt>
                <c:pt idx="21808">
                  <c:v>1.0128794471071421</c:v>
                </c:pt>
                <c:pt idx="21809">
                  <c:v>1.0142180685833009</c:v>
                </c:pt>
                <c:pt idx="21810">
                  <c:v>1.0151757507410257</c:v>
                </c:pt>
                <c:pt idx="21811">
                  <c:v>1.0147462986810123</c:v>
                </c:pt>
                <c:pt idx="21812">
                  <c:v>1.0143107253797836</c:v>
                </c:pt>
                <c:pt idx="21813">
                  <c:v>1.0130138858198019</c:v>
                </c:pt>
                <c:pt idx="21814">
                  <c:v>1.0118190754131837</c:v>
                </c:pt>
                <c:pt idx="21815">
                  <c:v>1.0117290855475209</c:v>
                </c:pt>
                <c:pt idx="21816">
                  <c:v>1.0127872982974822</c:v>
                </c:pt>
                <c:pt idx="21817">
                  <c:v>1.0145995158885579</c:v>
                </c:pt>
                <c:pt idx="21818">
                  <c:v>1.015007454706625</c:v>
                </c:pt>
                <c:pt idx="21819">
                  <c:v>1.0143573077714365</c:v>
                </c:pt>
                <c:pt idx="21820">
                  <c:v>1.0159959716644951</c:v>
                </c:pt>
                <c:pt idx="21821">
                  <c:v>1.0176285905143621</c:v>
                </c:pt>
                <c:pt idx="21822">
                  <c:v>1.0187192890216428</c:v>
                </c:pt>
                <c:pt idx="21823">
                  <c:v>1.0183220941248785</c:v>
                </c:pt>
                <c:pt idx="21824">
                  <c:v>1.0170907086670171</c:v>
                </c:pt>
                <c:pt idx="21825">
                  <c:v>1.0169812883053813</c:v>
                </c:pt>
                <c:pt idx="21826">
                  <c:v>1.0168395091831317</c:v>
                </c:pt>
                <c:pt idx="21827">
                  <c:v>1.0154017540784992</c:v>
                </c:pt>
                <c:pt idx="21828">
                  <c:v>1.0144739161466152</c:v>
                </c:pt>
                <c:pt idx="21829">
                  <c:v>1.0135023659486273</c:v>
                </c:pt>
                <c:pt idx="21830">
                  <c:v>1.012475648381681</c:v>
                </c:pt>
                <c:pt idx="21831">
                  <c:v>1.0131643515167217</c:v>
                </c:pt>
                <c:pt idx="21832">
                  <c:v>1.0138037799299486</c:v>
                </c:pt>
                <c:pt idx="21833">
                  <c:v>1.0158349652410017</c:v>
                </c:pt>
                <c:pt idx="21834">
                  <c:v>1.0170624138009861</c:v>
                </c:pt>
                <c:pt idx="21835">
                  <c:v>1.0176291492998673</c:v>
                </c:pt>
                <c:pt idx="21836">
                  <c:v>1.0174342601552915</c:v>
                </c:pt>
                <c:pt idx="21837">
                  <c:v>1.0170639631607956</c:v>
                </c:pt>
                <c:pt idx="21838">
                  <c:v>1.0163973066538654</c:v>
                </c:pt>
                <c:pt idx="21839">
                  <c:v>1.0158332126864629</c:v>
                </c:pt>
                <c:pt idx="21840">
                  <c:v>1.0159933301330164</c:v>
                </c:pt>
                <c:pt idx="21841">
                  <c:v>1.0154301759412361</c:v>
                </c:pt>
                <c:pt idx="21842">
                  <c:v>1.0137449550558659</c:v>
                </c:pt>
                <c:pt idx="21843">
                  <c:v>1.0135238537912326</c:v>
                </c:pt>
                <c:pt idx="21844">
                  <c:v>1.0134305366118803</c:v>
                </c:pt>
                <c:pt idx="21845">
                  <c:v>1.0151336132340727</c:v>
                </c:pt>
                <c:pt idx="21846">
                  <c:v>1.0175762424722703</c:v>
                </c:pt>
                <c:pt idx="21847">
                  <c:v>1.0184994831234078</c:v>
                </c:pt>
                <c:pt idx="21848">
                  <c:v>1.0178817203481743</c:v>
                </c:pt>
                <c:pt idx="21849">
                  <c:v>1.0156106382600436</c:v>
                </c:pt>
                <c:pt idx="21850">
                  <c:v>1.0140418225551229</c:v>
                </c:pt>
                <c:pt idx="21851">
                  <c:v>1.0139566077655946</c:v>
                </c:pt>
                <c:pt idx="21852">
                  <c:v>1.0135338865309833</c:v>
                </c:pt>
                <c:pt idx="21853">
                  <c:v>1.0146413740027584</c:v>
                </c:pt>
                <c:pt idx="21854">
                  <c:v>1.0161260670898198</c:v>
                </c:pt>
                <c:pt idx="21855">
                  <c:v>1.0168959719184885</c:v>
                </c:pt>
                <c:pt idx="21856">
                  <c:v>1.0173365488899218</c:v>
                </c:pt>
                <c:pt idx="21857">
                  <c:v>1.017756374599643</c:v>
                </c:pt>
                <c:pt idx="21858">
                  <c:v>1.0177187327760717</c:v>
                </c:pt>
                <c:pt idx="21859">
                  <c:v>1.0185083728928073</c:v>
                </c:pt>
                <c:pt idx="21860">
                  <c:v>1.019256510486118</c:v>
                </c:pt>
                <c:pt idx="21861">
                  <c:v>1.0178306676724806</c:v>
                </c:pt>
                <c:pt idx="21862">
                  <c:v>1.015904534036387</c:v>
                </c:pt>
                <c:pt idx="21863">
                  <c:v>1.0155377167516275</c:v>
                </c:pt>
                <c:pt idx="21864">
                  <c:v>1.015612898801405</c:v>
                </c:pt>
                <c:pt idx="21865">
                  <c:v>1.0162630711359348</c:v>
                </c:pt>
                <c:pt idx="21866">
                  <c:v>1.0154996431392569</c:v>
                </c:pt>
                <c:pt idx="21867">
                  <c:v>1.0132964280906553</c:v>
                </c:pt>
                <c:pt idx="21868">
                  <c:v>1.0137266675302443</c:v>
                </c:pt>
                <c:pt idx="21869">
                  <c:v>1.0166502586922894</c:v>
                </c:pt>
                <c:pt idx="21870">
                  <c:v>1.0180033069942165</c:v>
                </c:pt>
                <c:pt idx="21871">
                  <c:v>1.0170509586981313</c:v>
                </c:pt>
                <c:pt idx="21872">
                  <c:v>1.0170369382618214</c:v>
                </c:pt>
                <c:pt idx="21873">
                  <c:v>1.017403018965688</c:v>
                </c:pt>
                <c:pt idx="21874">
                  <c:v>1.0160447891981681</c:v>
                </c:pt>
                <c:pt idx="21875">
                  <c:v>1.0156680661703636</c:v>
                </c:pt>
                <c:pt idx="21876">
                  <c:v>1.01600387085959</c:v>
                </c:pt>
                <c:pt idx="21877">
                  <c:v>1.0157399717051339</c:v>
                </c:pt>
                <c:pt idx="21878">
                  <c:v>1.0152501454112279</c:v>
                </c:pt>
                <c:pt idx="21879">
                  <c:v>1.0143031817754646</c:v>
                </c:pt>
                <c:pt idx="21880">
                  <c:v>1.0132910942290156</c:v>
                </c:pt>
                <c:pt idx="21881">
                  <c:v>1.0135004609980418</c:v>
                </c:pt>
                <c:pt idx="21882">
                  <c:v>1.0138936935975882</c:v>
                </c:pt>
                <c:pt idx="21883">
                  <c:v>1.0146502637721577</c:v>
                </c:pt>
                <c:pt idx="21884">
                  <c:v>1.015282732765912</c:v>
                </c:pt>
                <c:pt idx="21885">
                  <c:v>1.0169090779785173</c:v>
                </c:pt>
                <c:pt idx="21886">
                  <c:v>1.0180963193814752</c:v>
                </c:pt>
                <c:pt idx="21887">
                  <c:v>1.0177344803675792</c:v>
                </c:pt>
                <c:pt idx="21888">
                  <c:v>1.01738681418604</c:v>
                </c:pt>
                <c:pt idx="21889">
                  <c:v>1.0166685970165934</c:v>
                </c:pt>
                <c:pt idx="21890">
                  <c:v>1.0145147582871701</c:v>
                </c:pt>
                <c:pt idx="21891">
                  <c:v>1.0137178285595272</c:v>
                </c:pt>
                <c:pt idx="21892">
                  <c:v>1.0141470520254705</c:v>
                </c:pt>
                <c:pt idx="21893">
                  <c:v>1.0142739979324937</c:v>
                </c:pt>
                <c:pt idx="21894">
                  <c:v>1.0135585746905724</c:v>
                </c:pt>
                <c:pt idx="21895">
                  <c:v>1.0132931007769659</c:v>
                </c:pt>
                <c:pt idx="21896">
                  <c:v>1.0143688644716555</c:v>
                </c:pt>
                <c:pt idx="21897">
                  <c:v>1.014674266149536</c:v>
                </c:pt>
                <c:pt idx="21898">
                  <c:v>1.0152091508746264</c:v>
                </c:pt>
                <c:pt idx="21899">
                  <c:v>1.0156827723888842</c:v>
                </c:pt>
                <c:pt idx="21900">
                  <c:v>1.0152486722494418</c:v>
                </c:pt>
                <c:pt idx="21901">
                  <c:v>1.0141713845942837</c:v>
                </c:pt>
                <c:pt idx="21902">
                  <c:v>1.0149033682066286</c:v>
                </c:pt>
                <c:pt idx="21903">
                  <c:v>1.0155526515642184</c:v>
                </c:pt>
                <c:pt idx="21904">
                  <c:v>1.0141407529888675</c:v>
                </c:pt>
                <c:pt idx="21905">
                  <c:v>1.0129728912832001</c:v>
                </c:pt>
                <c:pt idx="21906">
                  <c:v>1.0134741980793018</c:v>
                </c:pt>
                <c:pt idx="21907">
                  <c:v>1.0164570459042293</c:v>
                </c:pt>
                <c:pt idx="21908">
                  <c:v>1.0182719304261247</c:v>
                </c:pt>
                <c:pt idx="21909">
                  <c:v>1.0182317740677806</c:v>
                </c:pt>
                <c:pt idx="21910">
                  <c:v>1.0179017604283345</c:v>
                </c:pt>
                <c:pt idx="21911">
                  <c:v>1.0173937736055128</c:v>
                </c:pt>
                <c:pt idx="21912">
                  <c:v>1.0178772500641333</c:v>
                </c:pt>
                <c:pt idx="21913">
                  <c:v>1.0179342715849951</c:v>
                </c:pt>
                <c:pt idx="21914">
                  <c:v>1.0155438633921836</c:v>
                </c:pt>
                <c:pt idx="21915">
                  <c:v>1.01429728912832</c:v>
                </c:pt>
                <c:pt idx="21916">
                  <c:v>1.0152619815041999</c:v>
                </c:pt>
                <c:pt idx="21917">
                  <c:v>1.0158089563156731</c:v>
                </c:pt>
                <c:pt idx="21918">
                  <c:v>1.0166906690440449</c:v>
                </c:pt>
                <c:pt idx="21919">
                  <c:v>1.0170911150564754</c:v>
                </c:pt>
                <c:pt idx="21920">
                  <c:v>1.016507387398371</c:v>
                </c:pt>
                <c:pt idx="21921">
                  <c:v>1.0169428591022349</c:v>
                </c:pt>
                <c:pt idx="21922">
                  <c:v>1.0172879345509778</c:v>
                </c:pt>
                <c:pt idx="21923">
                  <c:v>1.016851091282692</c:v>
                </c:pt>
                <c:pt idx="21924">
                  <c:v>1.0164527788149176</c:v>
                </c:pt>
                <c:pt idx="21925">
                  <c:v>1.0175912788822259</c:v>
                </c:pt>
                <c:pt idx="21926">
                  <c:v>1.0173667741058796</c:v>
                </c:pt>
                <c:pt idx="21927">
                  <c:v>1.0172833118708902</c:v>
                </c:pt>
                <c:pt idx="21928">
                  <c:v>1.0183381211091385</c:v>
                </c:pt>
                <c:pt idx="21929">
                  <c:v>1.0169760306417652</c:v>
                </c:pt>
                <c:pt idx="21930">
                  <c:v>1.0154718054613663</c:v>
                </c:pt>
                <c:pt idx="21931">
                  <c:v>1.0153420910261588</c:v>
                </c:pt>
                <c:pt idx="21932">
                  <c:v>1.0146628618453637</c:v>
                </c:pt>
                <c:pt idx="21933">
                  <c:v>1.012767283616663</c:v>
                </c:pt>
                <c:pt idx="21934">
                  <c:v>1.0125698291386322</c:v>
                </c:pt>
                <c:pt idx="21935">
                  <c:v>1.014954903469804</c:v>
                </c:pt>
                <c:pt idx="21936">
                  <c:v>1.0161208602248857</c:v>
                </c:pt>
                <c:pt idx="21937">
                  <c:v>1.0160351374485346</c:v>
                </c:pt>
                <c:pt idx="21938">
                  <c:v>1.0170279722943987</c:v>
                </c:pt>
                <c:pt idx="21939">
                  <c:v>1.0191854939282874</c:v>
                </c:pt>
                <c:pt idx="21940">
                  <c:v>1.0199929643825039</c:v>
                </c:pt>
                <c:pt idx="21941">
                  <c:v>1.019546723357996</c:v>
                </c:pt>
                <c:pt idx="21942">
                  <c:v>1.0194373283957014</c:v>
                </c:pt>
                <c:pt idx="21943">
                  <c:v>1.0208072164608051</c:v>
                </c:pt>
                <c:pt idx="21944">
                  <c:v>1.0212117771665004</c:v>
                </c:pt>
                <c:pt idx="21945">
                  <c:v>1.0204232292214339</c:v>
                </c:pt>
                <c:pt idx="21946">
                  <c:v>1.0178895687445868</c:v>
                </c:pt>
                <c:pt idx="21947">
                  <c:v>1.0160969594448721</c:v>
                </c:pt>
                <c:pt idx="21948">
                  <c:v>1.0156946846798793</c:v>
                </c:pt>
                <c:pt idx="21949">
                  <c:v>1.0161760529931854</c:v>
                </c:pt>
                <c:pt idx="21950">
                  <c:v>1.0174128739100508</c:v>
                </c:pt>
                <c:pt idx="21951">
                  <c:v>1.0170373446512797</c:v>
                </c:pt>
                <c:pt idx="21952">
                  <c:v>1.0167611014170292</c:v>
                </c:pt>
                <c:pt idx="21953">
                  <c:v>1.0163269504789045</c:v>
                </c:pt>
                <c:pt idx="21954">
                  <c:v>1.0152730810162784</c:v>
                </c:pt>
                <c:pt idx="21955">
                  <c:v>1.0140109623556366</c:v>
                </c:pt>
                <c:pt idx="21956">
                  <c:v>1.013603328329663</c:v>
                </c:pt>
                <c:pt idx="21957">
                  <c:v>1.0148601385280065</c:v>
                </c:pt>
                <c:pt idx="21958">
                  <c:v>1.0170981252746303</c:v>
                </c:pt>
                <c:pt idx="21959">
                  <c:v>1.0189430064184135</c:v>
                </c:pt>
                <c:pt idx="21960">
                  <c:v>1.0179540576717441</c:v>
                </c:pt>
                <c:pt idx="21961">
                  <c:v>1.0160261968804529</c:v>
                </c:pt>
                <c:pt idx="21962">
                  <c:v>1.0158000665462739</c:v>
                </c:pt>
                <c:pt idx="21963">
                  <c:v>1.0151097124540589</c:v>
                </c:pt>
                <c:pt idx="21964">
                  <c:v>1.0154184414456289</c:v>
                </c:pt>
                <c:pt idx="21965">
                  <c:v>1.0163692911805868</c:v>
                </c:pt>
                <c:pt idx="21966">
                  <c:v>1.017962134662227</c:v>
                </c:pt>
                <c:pt idx="21967">
                  <c:v>1.0178672681230649</c:v>
                </c:pt>
                <c:pt idx="21968">
                  <c:v>1.0181991359144145</c:v>
                </c:pt>
                <c:pt idx="21969">
                  <c:v>1.0186134245677667</c:v>
                </c:pt>
                <c:pt idx="21970">
                  <c:v>1.0187330808638824</c:v>
                </c:pt>
                <c:pt idx="21971">
                  <c:v>1.017963582424672</c:v>
                </c:pt>
                <c:pt idx="21972">
                  <c:v>1.0168547487878163</c:v>
                </c:pt>
                <c:pt idx="21973">
                  <c:v>1.0164287002395158</c:v>
                </c:pt>
                <c:pt idx="21974">
                  <c:v>1.018258290979932</c:v>
                </c:pt>
                <c:pt idx="21975">
                  <c:v>1.0205304906390729</c:v>
                </c:pt>
                <c:pt idx="21976">
                  <c:v>1.0204290710698964</c:v>
                </c:pt>
                <c:pt idx="21977">
                  <c:v>1.0195997317829575</c:v>
                </c:pt>
                <c:pt idx="21978">
                  <c:v>1.019894338740853</c:v>
                </c:pt>
                <c:pt idx="21979">
                  <c:v>1.0205467208180621</c:v>
                </c:pt>
                <c:pt idx="21980">
                  <c:v>1.0198685584095948</c:v>
                </c:pt>
                <c:pt idx="21981">
                  <c:v>1.0200014731617861</c:v>
                </c:pt>
                <c:pt idx="21982">
                  <c:v>1.0187560926669563</c:v>
                </c:pt>
                <c:pt idx="21983">
                  <c:v>1.0173782292087343</c:v>
                </c:pt>
                <c:pt idx="21984">
                  <c:v>1.0171631221886104</c:v>
                </c:pt>
                <c:pt idx="21985">
                  <c:v>1.015882004820795</c:v>
                </c:pt>
                <c:pt idx="21986">
                  <c:v>1.0161402399221764</c:v>
                </c:pt>
                <c:pt idx="21987">
                  <c:v>1.0185915049363619</c:v>
                </c:pt>
                <c:pt idx="21988">
                  <c:v>1.0207375206687139</c:v>
                </c:pt>
                <c:pt idx="21989">
                  <c:v>1.0209311144468913</c:v>
                </c:pt>
                <c:pt idx="21990">
                  <c:v>1.0210006832422767</c:v>
                </c:pt>
                <c:pt idx="21991">
                  <c:v>1.0193380931698632</c:v>
                </c:pt>
                <c:pt idx="21992">
                  <c:v>1.0194856125432106</c:v>
                </c:pt>
                <c:pt idx="21993">
                  <c:v>1.0201162781837438</c:v>
                </c:pt>
                <c:pt idx="21994">
                  <c:v>1.0183920185110398</c:v>
                </c:pt>
                <c:pt idx="21995">
                  <c:v>1.0174788359989941</c:v>
                </c:pt>
                <c:pt idx="21996">
                  <c:v>1.0177663565407113</c:v>
                </c:pt>
                <c:pt idx="21997">
                  <c:v>1.0183823159627239</c:v>
                </c:pt>
                <c:pt idx="21998">
                  <c:v>1.0194723794864762</c:v>
                </c:pt>
                <c:pt idx="21999">
                  <c:v>1.0199286532507346</c:v>
                </c:pt>
                <c:pt idx="22000">
                  <c:v>1.0196119742653875</c:v>
                </c:pt>
                <c:pt idx="22001">
                  <c:v>1.0191988539817276</c:v>
                </c:pt>
                <c:pt idx="22002">
                  <c:v>1.0195791583166334</c:v>
                </c:pt>
                <c:pt idx="22003">
                  <c:v>1.0199769119989028</c:v>
                </c:pt>
                <c:pt idx="22004">
                  <c:v>1.0192303237654015</c:v>
                </c:pt>
                <c:pt idx="22005">
                  <c:v>1.0183674827474976</c:v>
                </c:pt>
                <c:pt idx="22006">
                  <c:v>1.0180326686325756</c:v>
                </c:pt>
                <c:pt idx="22007">
                  <c:v>1.0176302668708774</c:v>
                </c:pt>
                <c:pt idx="22008">
                  <c:v>1.0175299140740288</c:v>
                </c:pt>
                <c:pt idx="22009">
                  <c:v>1.0170662745008394</c:v>
                </c:pt>
                <c:pt idx="22010">
                  <c:v>1.0169910416523795</c:v>
                </c:pt>
                <c:pt idx="22011">
                  <c:v>1.0179679003126658</c:v>
                </c:pt>
                <c:pt idx="22012">
                  <c:v>1.0183051527643372</c:v>
                </c:pt>
                <c:pt idx="22013">
                  <c:v>1.017159642478874</c:v>
                </c:pt>
                <c:pt idx="22014">
                  <c:v>1.0168433698829853</c:v>
                </c:pt>
                <c:pt idx="22015">
                  <c:v>1.0170186507361998</c:v>
                </c:pt>
                <c:pt idx="22016">
                  <c:v>1.018401771858038</c:v>
                </c:pt>
                <c:pt idx="22017">
                  <c:v>1.019161466151568</c:v>
                </c:pt>
                <c:pt idx="22018">
                  <c:v>1.0202639753524794</c:v>
                </c:pt>
                <c:pt idx="22019">
                  <c:v>1.0214753461295214</c:v>
                </c:pt>
                <c:pt idx="22020">
                  <c:v>1.0220668713853562</c:v>
                </c:pt>
                <c:pt idx="22021">
                  <c:v>1.0219082524999301</c:v>
                </c:pt>
                <c:pt idx="22022">
                  <c:v>1.0208439185087539</c:v>
                </c:pt>
                <c:pt idx="22023">
                  <c:v>1.0208064544805708</c:v>
                </c:pt>
                <c:pt idx="22024">
                  <c:v>1.0215192869896954</c:v>
                </c:pt>
                <c:pt idx="22025">
                  <c:v>1.0209581139465242</c:v>
                </c:pt>
                <c:pt idx="22026">
                  <c:v>1.0209183639776385</c:v>
                </c:pt>
                <c:pt idx="22027">
                  <c:v>1.0224904053988839</c:v>
                </c:pt>
                <c:pt idx="22028">
                  <c:v>1.0227161293436049</c:v>
                </c:pt>
                <c:pt idx="22029">
                  <c:v>1.0221971954047513</c:v>
                </c:pt>
                <c:pt idx="22030">
                  <c:v>1.0201396455775937</c:v>
                </c:pt>
                <c:pt idx="22031">
                  <c:v>1.0180884201863805</c:v>
                </c:pt>
                <c:pt idx="22032">
                  <c:v>1.0190962406435178</c:v>
                </c:pt>
                <c:pt idx="22033">
                  <c:v>1.0202843964227568</c:v>
                </c:pt>
                <c:pt idx="22034">
                  <c:v>1.0195797425014794</c:v>
                </c:pt>
                <c:pt idx="22035">
                  <c:v>1.0187455773397238</c:v>
                </c:pt>
                <c:pt idx="22036">
                  <c:v>1.018520031190391</c:v>
                </c:pt>
                <c:pt idx="22037">
                  <c:v>1.0190255034784397</c:v>
                </c:pt>
                <c:pt idx="22038">
                  <c:v>1.0195664332467216</c:v>
                </c:pt>
                <c:pt idx="22039">
                  <c:v>1.0195626233455504</c:v>
                </c:pt>
                <c:pt idx="22040">
                  <c:v>1.0191391147313638</c:v>
                </c:pt>
                <c:pt idx="22041">
                  <c:v>1.0196702911526474</c:v>
                </c:pt>
                <c:pt idx="22042">
                  <c:v>1.0200319777704967</c:v>
                </c:pt>
                <c:pt idx="22043">
                  <c:v>1.0202831010563587</c:v>
                </c:pt>
                <c:pt idx="22044">
                  <c:v>1.0194971946427709</c:v>
                </c:pt>
                <c:pt idx="22045">
                  <c:v>1.018394406049107</c:v>
                </c:pt>
                <c:pt idx="22046">
                  <c:v>1.0197698565699205</c:v>
                </c:pt>
                <c:pt idx="22047">
                  <c:v>1.0211746179304109</c:v>
                </c:pt>
                <c:pt idx="22048">
                  <c:v>1.0208874783788109</c:v>
                </c:pt>
                <c:pt idx="22049">
                  <c:v>1.0207043999278658</c:v>
                </c:pt>
                <c:pt idx="22050">
                  <c:v>1.020007721399707</c:v>
                </c:pt>
                <c:pt idx="22051">
                  <c:v>1.0198581954784094</c:v>
                </c:pt>
                <c:pt idx="22052">
                  <c:v>1.0199695969886542</c:v>
                </c:pt>
                <c:pt idx="22053">
                  <c:v>1.0209806431621165</c:v>
                </c:pt>
                <c:pt idx="22054">
                  <c:v>1.0204972429015191</c:v>
                </c:pt>
                <c:pt idx="22055">
                  <c:v>1.0186102242507828</c:v>
                </c:pt>
                <c:pt idx="22056">
                  <c:v>1.0183331428382747</c:v>
                </c:pt>
                <c:pt idx="22057">
                  <c:v>1.0177991978888068</c:v>
                </c:pt>
                <c:pt idx="22058">
                  <c:v>1.0190445783836368</c:v>
                </c:pt>
                <c:pt idx="22059">
                  <c:v>1.0219216379527114</c:v>
                </c:pt>
                <c:pt idx="22060">
                  <c:v>1.0227796784951397</c:v>
                </c:pt>
                <c:pt idx="22061">
                  <c:v>1.0218749285643531</c:v>
                </c:pt>
                <c:pt idx="22062">
                  <c:v>1.0211829235149641</c:v>
                </c:pt>
                <c:pt idx="22063">
                  <c:v>1.0209911330900077</c:v>
                </c:pt>
                <c:pt idx="22064">
                  <c:v>1.0208721117774204</c:v>
                </c:pt>
                <c:pt idx="22065">
                  <c:v>1.0206344501423632</c:v>
                </c:pt>
                <c:pt idx="22066">
                  <c:v>1.0219211299658886</c:v>
                </c:pt>
                <c:pt idx="22067">
                  <c:v>1.0230484035244125</c:v>
                </c:pt>
                <c:pt idx="22068">
                  <c:v>1.0244303562765582</c:v>
                </c:pt>
                <c:pt idx="22069">
                  <c:v>1.0266317171732566</c:v>
                </c:pt>
                <c:pt idx="22070">
                  <c:v>1.0268095125612442</c:v>
                </c:pt>
                <c:pt idx="22071">
                  <c:v>1.0249392828750021</c:v>
                </c:pt>
                <c:pt idx="22072">
                  <c:v>1.0227731254651253</c:v>
                </c:pt>
                <c:pt idx="22073">
                  <c:v>1.0222977259969876</c:v>
                </c:pt>
                <c:pt idx="22074">
                  <c:v>1.022201462494063</c:v>
                </c:pt>
                <c:pt idx="22075">
                  <c:v>1.0224010251174085</c:v>
                </c:pt>
                <c:pt idx="22076">
                  <c:v>1.0231263287030334</c:v>
                </c:pt>
                <c:pt idx="22077">
                  <c:v>1.0241338951667593</c:v>
                </c:pt>
                <c:pt idx="22078">
                  <c:v>1.0244600481063522</c:v>
                </c:pt>
                <c:pt idx="22079">
                  <c:v>1.0230949859160654</c:v>
                </c:pt>
                <c:pt idx="22080">
                  <c:v>1.0229081737619725</c:v>
                </c:pt>
                <c:pt idx="22081">
                  <c:v>1.0240226968512436</c:v>
                </c:pt>
                <c:pt idx="22082">
                  <c:v>1.0238599632725527</c:v>
                </c:pt>
                <c:pt idx="22083">
                  <c:v>1.02260383885642</c:v>
                </c:pt>
                <c:pt idx="22084">
                  <c:v>1.0222390281196105</c:v>
                </c:pt>
                <c:pt idx="22085">
                  <c:v>1.02306971357163</c:v>
                </c:pt>
                <c:pt idx="22086">
                  <c:v>1.023111825679242</c:v>
                </c:pt>
                <c:pt idx="22087">
                  <c:v>1.0224610691598659</c:v>
                </c:pt>
                <c:pt idx="22088">
                  <c:v>1.0232934817670829</c:v>
                </c:pt>
                <c:pt idx="22089">
                  <c:v>1.0255448793658293</c:v>
                </c:pt>
                <c:pt idx="22090">
                  <c:v>1.0248357043618288</c:v>
                </c:pt>
                <c:pt idx="22091">
                  <c:v>1.023704646301475</c:v>
                </c:pt>
                <c:pt idx="22092">
                  <c:v>1.0229724594944007</c:v>
                </c:pt>
                <c:pt idx="22093">
                  <c:v>1.0222996055482321</c:v>
                </c:pt>
                <c:pt idx="22094">
                  <c:v>1.0212361605339957</c:v>
                </c:pt>
                <c:pt idx="22095">
                  <c:v>1.0222338466540177</c:v>
                </c:pt>
                <c:pt idx="22096">
                  <c:v>1.024528092941269</c:v>
                </c:pt>
                <c:pt idx="22097">
                  <c:v>1.0247726885964579</c:v>
                </c:pt>
                <c:pt idx="22098">
                  <c:v>1.0231665358600597</c:v>
                </c:pt>
                <c:pt idx="22099">
                  <c:v>1.0226266220654237</c:v>
                </c:pt>
                <c:pt idx="22100">
                  <c:v>1.0225211132023235</c:v>
                </c:pt>
                <c:pt idx="22101">
                  <c:v>1.0221513495939916</c:v>
                </c:pt>
                <c:pt idx="22102">
                  <c:v>1.0214114159878693</c:v>
                </c:pt>
                <c:pt idx="22103">
                  <c:v>1.0218003306994217</c:v>
                </c:pt>
                <c:pt idx="22104">
                  <c:v>1.0232967836814313</c:v>
                </c:pt>
                <c:pt idx="22105">
                  <c:v>1.0244795548003485</c:v>
                </c:pt>
                <c:pt idx="22106">
                  <c:v>1.0243702106367361</c:v>
                </c:pt>
                <c:pt idx="22107">
                  <c:v>1.024227263144794</c:v>
                </c:pt>
                <c:pt idx="22108">
                  <c:v>1.0249985395378844</c:v>
                </c:pt>
                <c:pt idx="22109">
                  <c:v>1.0242915742765633</c:v>
                </c:pt>
                <c:pt idx="22110">
                  <c:v>1.0244111289753144</c:v>
                </c:pt>
                <c:pt idx="22111">
                  <c:v>1.0251892885898539</c:v>
                </c:pt>
                <c:pt idx="22112">
                  <c:v>1.024735300766298</c:v>
                </c:pt>
                <c:pt idx="22113">
                  <c:v>1.0239195247275286</c:v>
                </c:pt>
                <c:pt idx="22114">
                  <c:v>1.02280528103101</c:v>
                </c:pt>
                <c:pt idx="22115">
                  <c:v>1.0223732382382</c:v>
                </c:pt>
                <c:pt idx="22116">
                  <c:v>1.023416262182159</c:v>
                </c:pt>
                <c:pt idx="22117">
                  <c:v>1.0236644645437898</c:v>
                </c:pt>
                <c:pt idx="22118">
                  <c:v>1.0233299552209616</c:v>
                </c:pt>
                <c:pt idx="22119">
                  <c:v>1.0231765685998104</c:v>
                </c:pt>
                <c:pt idx="22120">
                  <c:v>1.0217399564655292</c:v>
                </c:pt>
                <c:pt idx="22121">
                  <c:v>1.0201147542232754</c:v>
                </c:pt>
                <c:pt idx="22122">
                  <c:v>1.0208991874750768</c:v>
                </c:pt>
                <c:pt idx="22123">
                  <c:v>1.0217171986558669</c:v>
                </c:pt>
                <c:pt idx="22124">
                  <c:v>1.0219467579011001</c:v>
                </c:pt>
                <c:pt idx="22125">
                  <c:v>1.0210242792301967</c:v>
                </c:pt>
                <c:pt idx="22126">
                  <c:v>1.0197677230252646</c:v>
                </c:pt>
                <c:pt idx="22127">
                  <c:v>1.019845343411792</c:v>
                </c:pt>
                <c:pt idx="22128">
                  <c:v>1.0209289809022355</c:v>
                </c:pt>
                <c:pt idx="22129">
                  <c:v>1.0205981290845316</c:v>
                </c:pt>
                <c:pt idx="22130">
                  <c:v>1.020311776912507</c:v>
                </c:pt>
                <c:pt idx="22131">
                  <c:v>1.0217636286514729</c:v>
                </c:pt>
                <c:pt idx="22132">
                  <c:v>1.0218018292605491</c:v>
                </c:pt>
                <c:pt idx="22133">
                  <c:v>1.0218248918623052</c:v>
                </c:pt>
                <c:pt idx="22134">
                  <c:v>1.0211207205285096</c:v>
                </c:pt>
                <c:pt idx="22135">
                  <c:v>1.021403262799363</c:v>
                </c:pt>
                <c:pt idx="22136">
                  <c:v>1.0223963770379796</c:v>
                </c:pt>
                <c:pt idx="22137">
                  <c:v>1.0226840499757437</c:v>
                </c:pt>
                <c:pt idx="22138">
                  <c:v>1.0226651020672524</c:v>
                </c:pt>
                <c:pt idx="22139">
                  <c:v>1.0220152345248164</c:v>
                </c:pt>
                <c:pt idx="22140">
                  <c:v>1.0232678792312127</c:v>
                </c:pt>
                <c:pt idx="22141">
                  <c:v>1.025347882075939</c:v>
                </c:pt>
                <c:pt idx="22142">
                  <c:v>1.0262992397977198</c:v>
                </c:pt>
                <c:pt idx="22143">
                  <c:v>1.0263754378211429</c:v>
                </c:pt>
                <c:pt idx="22144">
                  <c:v>1.0259492368767955</c:v>
                </c:pt>
                <c:pt idx="22145">
                  <c:v>1.025564436858508</c:v>
                </c:pt>
                <c:pt idx="22146">
                  <c:v>1.0241423785467005</c:v>
                </c:pt>
                <c:pt idx="22147">
                  <c:v>1.0231757050222117</c:v>
                </c:pt>
                <c:pt idx="22148">
                  <c:v>1.0242273647421585</c:v>
                </c:pt>
                <c:pt idx="22149">
                  <c:v>1.0236439418761478</c:v>
                </c:pt>
                <c:pt idx="22150">
                  <c:v>1.0240883795474345</c:v>
                </c:pt>
                <c:pt idx="22151">
                  <c:v>1.0268097665546556</c:v>
                </c:pt>
                <c:pt idx="22152">
                  <c:v>1.0282862302551872</c:v>
                </c:pt>
                <c:pt idx="22153">
                  <c:v>1.0276929016461314</c:v>
                </c:pt>
                <c:pt idx="22154">
                  <c:v>1.0265494233079593</c:v>
                </c:pt>
                <c:pt idx="22155">
                  <c:v>1.0268592952698807</c:v>
                </c:pt>
                <c:pt idx="22156">
                  <c:v>1.0274764992596093</c:v>
                </c:pt>
                <c:pt idx="22157">
                  <c:v>1.0267035973086858</c:v>
                </c:pt>
                <c:pt idx="22158">
                  <c:v>1.0250100962381037</c:v>
                </c:pt>
                <c:pt idx="22159">
                  <c:v>1.0246850862688621</c:v>
                </c:pt>
                <c:pt idx="22160">
                  <c:v>1.0241017142015336</c:v>
                </c:pt>
                <c:pt idx="22161">
                  <c:v>1.0232801217136427</c:v>
                </c:pt>
                <c:pt idx="22162">
                  <c:v>1.0234538532070478</c:v>
                </c:pt>
                <c:pt idx="22163">
                  <c:v>1.0241027047758382</c:v>
                </c:pt>
                <c:pt idx="22164">
                  <c:v>1.0245391670540067</c:v>
                </c:pt>
                <c:pt idx="22165">
                  <c:v>1.0248108892055341</c:v>
                </c:pt>
                <c:pt idx="22166">
                  <c:v>1.0245578609690864</c:v>
                </c:pt>
                <c:pt idx="22167">
                  <c:v>1.0232867001429984</c:v>
                </c:pt>
                <c:pt idx="22168">
                  <c:v>1.0237665952945181</c:v>
                </c:pt>
                <c:pt idx="22169">
                  <c:v>1.0263053356395935</c:v>
                </c:pt>
                <c:pt idx="22170">
                  <c:v>1.0286456309323335</c:v>
                </c:pt>
                <c:pt idx="22171">
                  <c:v>1.027999979680527</c:v>
                </c:pt>
                <c:pt idx="22172">
                  <c:v>1.0262560609177798</c:v>
                </c:pt>
                <c:pt idx="22173">
                  <c:v>1.0255875502589462</c:v>
                </c:pt>
                <c:pt idx="22174">
                  <c:v>1.0235895110880824</c:v>
                </c:pt>
                <c:pt idx="22175">
                  <c:v>1.0224155789398823</c:v>
                </c:pt>
                <c:pt idx="22176">
                  <c:v>1.0237954235467133</c:v>
                </c:pt>
                <c:pt idx="22177">
                  <c:v>1.0237506699076226</c:v>
                </c:pt>
                <c:pt idx="22178">
                  <c:v>1.0242058768995532</c:v>
                </c:pt>
                <c:pt idx="22179">
                  <c:v>1.0253455707358952</c:v>
                </c:pt>
                <c:pt idx="22180">
                  <c:v>1.0247952686107322</c:v>
                </c:pt>
                <c:pt idx="22181">
                  <c:v>1.0233267295046367</c:v>
                </c:pt>
                <c:pt idx="22182">
                  <c:v>1.0216399338601156</c:v>
                </c:pt>
                <c:pt idx="22183">
                  <c:v>1.0221294045632456</c:v>
                </c:pt>
                <c:pt idx="22184">
                  <c:v>1.022794308515637</c:v>
                </c:pt>
                <c:pt idx="22185">
                  <c:v>1.0232798169215491</c:v>
                </c:pt>
                <c:pt idx="22186">
                  <c:v>1.0234570281246904</c:v>
                </c:pt>
                <c:pt idx="22187">
                  <c:v>1.0240697872297193</c:v>
                </c:pt>
                <c:pt idx="22188">
                  <c:v>1.0253891560052932</c:v>
                </c:pt>
                <c:pt idx="22189">
                  <c:v>1.0258750708006634</c:v>
                </c:pt>
                <c:pt idx="22190">
                  <c:v>1.0255928841205859</c:v>
                </c:pt>
                <c:pt idx="22191">
                  <c:v>1.0256614623416669</c:v>
                </c:pt>
                <c:pt idx="22192">
                  <c:v>1.0249146201147543</c:v>
                </c:pt>
                <c:pt idx="22193">
                  <c:v>1.0246744693442653</c:v>
                </c:pt>
                <c:pt idx="22194">
                  <c:v>1.0260772495561465</c:v>
                </c:pt>
                <c:pt idx="22195">
                  <c:v>1.0276306732603355</c:v>
                </c:pt>
                <c:pt idx="22196">
                  <c:v>1.0290987551782906</c:v>
                </c:pt>
                <c:pt idx="22197">
                  <c:v>1.0290383047463749</c:v>
                </c:pt>
                <c:pt idx="22198">
                  <c:v>1.0281490738130252</c:v>
                </c:pt>
                <c:pt idx="22199">
                  <c:v>1.0269067920378145</c:v>
                </c:pt>
                <c:pt idx="22200">
                  <c:v>1.0262151679785427</c:v>
                </c:pt>
                <c:pt idx="22201">
                  <c:v>1.0251213453523016</c:v>
                </c:pt>
                <c:pt idx="22202">
                  <c:v>1.0223128894036488</c:v>
                </c:pt>
                <c:pt idx="22203">
                  <c:v>1.0205280269029822</c:v>
                </c:pt>
                <c:pt idx="22204">
                  <c:v>1.020700107439213</c:v>
                </c:pt>
                <c:pt idx="22205">
                  <c:v>1.0221520099768613</c:v>
                </c:pt>
                <c:pt idx="22206">
                  <c:v>1.0231840106067649</c:v>
                </c:pt>
                <c:pt idx="22207">
                  <c:v>1.0243382582655807</c:v>
                </c:pt>
                <c:pt idx="22208">
                  <c:v>1.0233023207378</c:v>
                </c:pt>
                <c:pt idx="22209">
                  <c:v>1.0212586643502468</c:v>
                </c:pt>
                <c:pt idx="22210">
                  <c:v>1.0218036326137701</c:v>
                </c:pt>
                <c:pt idx="22211">
                  <c:v>1.0240045109229867</c:v>
                </c:pt>
                <c:pt idx="22212">
                  <c:v>1.0255997419426941</c:v>
                </c:pt>
                <c:pt idx="22213">
                  <c:v>1.0278427577588638</c:v>
                </c:pt>
                <c:pt idx="22214">
                  <c:v>1.0278679031065934</c:v>
                </c:pt>
                <c:pt idx="22215">
                  <c:v>1.0269921338240486</c:v>
                </c:pt>
                <c:pt idx="22216">
                  <c:v>1.0262260896952333</c:v>
                </c:pt>
                <c:pt idx="22217">
                  <c:v>1.0259200276344831</c:v>
                </c:pt>
                <c:pt idx="22218">
                  <c:v>1.0259672704090055</c:v>
                </c:pt>
                <c:pt idx="22219">
                  <c:v>1.0266583864814547</c:v>
                </c:pt>
                <c:pt idx="22220">
                  <c:v>1.0270756976564028</c:v>
                </c:pt>
                <c:pt idx="22221">
                  <c:v>1.0250066419277084</c:v>
                </c:pt>
                <c:pt idx="22222">
                  <c:v>1.0252932226938034</c:v>
                </c:pt>
                <c:pt idx="22223">
                  <c:v>1.0273685520597595</c:v>
                </c:pt>
                <c:pt idx="22224">
                  <c:v>1.0288142825575104</c:v>
                </c:pt>
                <c:pt idx="22225">
                  <c:v>1.0300210052551237</c:v>
                </c:pt>
                <c:pt idx="22226">
                  <c:v>1.0311111449768993</c:v>
                </c:pt>
                <c:pt idx="22227">
                  <c:v>1.0317014256650183</c:v>
                </c:pt>
                <c:pt idx="22228">
                  <c:v>1.0316333554307602</c:v>
                </c:pt>
                <c:pt idx="22229">
                  <c:v>1.031418730998118</c:v>
                </c:pt>
                <c:pt idx="22230">
                  <c:v>1.0303148756321261</c:v>
                </c:pt>
                <c:pt idx="22231">
                  <c:v>1.0296351892631905</c:v>
                </c:pt>
                <c:pt idx="22232">
                  <c:v>1.0301441920596579</c:v>
                </c:pt>
                <c:pt idx="22233">
                  <c:v>1.0295290200172207</c:v>
                </c:pt>
                <c:pt idx="22234">
                  <c:v>1.0288203783993843</c:v>
                </c:pt>
                <c:pt idx="22235">
                  <c:v>1.0303103037507206</c:v>
                </c:pt>
                <c:pt idx="22236">
                  <c:v>1.0315731589922557</c:v>
                </c:pt>
                <c:pt idx="22237">
                  <c:v>1.0312945282199379</c:v>
                </c:pt>
                <c:pt idx="22238">
                  <c:v>1.0304639697646243</c:v>
                </c:pt>
                <c:pt idx="22239">
                  <c:v>1.0292181320816538</c:v>
                </c:pt>
                <c:pt idx="22240">
                  <c:v>1.0302379156284687</c:v>
                </c:pt>
                <c:pt idx="22241">
                  <c:v>1.0307779056211281</c:v>
                </c:pt>
                <c:pt idx="22242">
                  <c:v>1.0282072383042384</c:v>
                </c:pt>
                <c:pt idx="22243">
                  <c:v>1.0273065776673753</c:v>
                </c:pt>
                <c:pt idx="22244">
                  <c:v>1.0283316950758297</c:v>
                </c:pt>
                <c:pt idx="22245">
                  <c:v>1.0279392752551999</c:v>
                </c:pt>
                <c:pt idx="22246">
                  <c:v>1.0288434917998228</c:v>
                </c:pt>
                <c:pt idx="22247">
                  <c:v>1.0294408843034613</c:v>
                </c:pt>
                <c:pt idx="22248">
                  <c:v>1.0292501352514916</c:v>
                </c:pt>
                <c:pt idx="22249">
                  <c:v>1.0305515974915611</c:v>
                </c:pt>
                <c:pt idx="22250">
                  <c:v>1.0314276207675173</c:v>
                </c:pt>
                <c:pt idx="22251">
                  <c:v>1.0303613564264142</c:v>
                </c:pt>
                <c:pt idx="22252">
                  <c:v>1.0300243071694721</c:v>
                </c:pt>
                <c:pt idx="22253">
                  <c:v>1.0307730797463113</c:v>
                </c:pt>
                <c:pt idx="22254">
                  <c:v>1.0316399592594567</c:v>
                </c:pt>
                <c:pt idx="22255">
                  <c:v>1.032671172509785</c:v>
                </c:pt>
                <c:pt idx="22256">
                  <c:v>1.0325515416130107</c:v>
                </c:pt>
                <c:pt idx="22257">
                  <c:v>1.0326638067008542</c:v>
                </c:pt>
                <c:pt idx="22258">
                  <c:v>1.0335060488530927</c:v>
                </c:pt>
                <c:pt idx="22259">
                  <c:v>1.0334295968362581</c:v>
                </c:pt>
                <c:pt idx="22260">
                  <c:v>1.0339002466276024</c:v>
                </c:pt>
                <c:pt idx="22261">
                  <c:v>1.0356969960199232</c:v>
                </c:pt>
                <c:pt idx="22262">
                  <c:v>1.0379057227255526</c:v>
                </c:pt>
                <c:pt idx="22263">
                  <c:v>1.0381221251120747</c:v>
                </c:pt>
                <c:pt idx="22264">
                  <c:v>1.037792949650886</c:v>
                </c:pt>
                <c:pt idx="22265">
                  <c:v>1.0373136640835536</c:v>
                </c:pt>
                <c:pt idx="22266">
                  <c:v>1.0371285028866351</c:v>
                </c:pt>
                <c:pt idx="22267">
                  <c:v>1.0383143981245126</c:v>
                </c:pt>
                <c:pt idx="22268">
                  <c:v>1.0392305523594718</c:v>
                </c:pt>
                <c:pt idx="22269">
                  <c:v>1.0374439627036074</c:v>
                </c:pt>
                <c:pt idx="22270">
                  <c:v>1.0354201432014853</c:v>
                </c:pt>
                <c:pt idx="22271">
                  <c:v>1.0350899517666512</c:v>
                </c:pt>
                <c:pt idx="22272">
                  <c:v>1.0348603417227358</c:v>
                </c:pt>
                <c:pt idx="22273">
                  <c:v>1.0353787422754255</c:v>
                </c:pt>
                <c:pt idx="22274">
                  <c:v>1.0365339043105222</c:v>
                </c:pt>
                <c:pt idx="22275">
                  <c:v>1.038873437623028</c:v>
                </c:pt>
                <c:pt idx="22276">
                  <c:v>1.03940123593194</c:v>
                </c:pt>
                <c:pt idx="22277">
                  <c:v>1.0390944118909555</c:v>
                </c:pt>
                <c:pt idx="22278">
                  <c:v>1.0390923799436642</c:v>
                </c:pt>
                <c:pt idx="22279">
                  <c:v>1.0378079352621592</c:v>
                </c:pt>
                <c:pt idx="22280">
                  <c:v>1.0370286834759506</c:v>
                </c:pt>
                <c:pt idx="22281">
                  <c:v>1.0373891001267428</c:v>
                </c:pt>
                <c:pt idx="22282">
                  <c:v>1.0370248735747796</c:v>
                </c:pt>
                <c:pt idx="22283">
                  <c:v>1.0353640106575634</c:v>
                </c:pt>
                <c:pt idx="22284">
                  <c:v>1.0352479356685487</c:v>
                </c:pt>
                <c:pt idx="22285">
                  <c:v>1.036632707747561</c:v>
                </c:pt>
                <c:pt idx="22286">
                  <c:v>1.0373492231611512</c:v>
                </c:pt>
                <c:pt idx="22287">
                  <c:v>1.0384784778682841</c:v>
                </c:pt>
                <c:pt idx="22288">
                  <c:v>1.0402350963016018</c:v>
                </c:pt>
                <c:pt idx="22289">
                  <c:v>1.0410260317847355</c:v>
                </c:pt>
                <c:pt idx="22290">
                  <c:v>1.0412594517298221</c:v>
                </c:pt>
                <c:pt idx="22291">
                  <c:v>1.0410580349545733</c:v>
                </c:pt>
                <c:pt idx="22292">
                  <c:v>1.0397888298777529</c:v>
                </c:pt>
                <c:pt idx="22293">
                  <c:v>1.038698436162566</c:v>
                </c:pt>
                <c:pt idx="22294">
                  <c:v>1.0384840657233352</c:v>
                </c:pt>
                <c:pt idx="22295">
                  <c:v>1.0400766044128815</c:v>
                </c:pt>
                <c:pt idx="22296">
                  <c:v>1.0403085003974997</c:v>
                </c:pt>
                <c:pt idx="22297">
                  <c:v>1.0385026072423682</c:v>
                </c:pt>
                <c:pt idx="22298">
                  <c:v>1.0391251450937362</c:v>
                </c:pt>
                <c:pt idx="22299">
                  <c:v>1.0403697128096496</c:v>
                </c:pt>
                <c:pt idx="22300">
                  <c:v>1.0411144214919066</c:v>
                </c:pt>
                <c:pt idx="22301">
                  <c:v>1.0425878372715012</c:v>
                </c:pt>
                <c:pt idx="22302">
                  <c:v>1.0448422827911843</c:v>
                </c:pt>
                <c:pt idx="22303">
                  <c:v>1.0440627770115642</c:v>
                </c:pt>
                <c:pt idx="22304">
                  <c:v>1.0424704923154293</c:v>
                </c:pt>
                <c:pt idx="22305">
                  <c:v>1.0430028625057466</c:v>
                </c:pt>
                <c:pt idx="22306">
                  <c:v>1.04293326831102</c:v>
                </c:pt>
                <c:pt idx="22307">
                  <c:v>1.0406366598850425</c:v>
                </c:pt>
                <c:pt idx="22308">
                  <c:v>1.0392991305805528</c:v>
                </c:pt>
                <c:pt idx="22309">
                  <c:v>1.041016380035102</c:v>
                </c:pt>
                <c:pt idx="22310">
                  <c:v>1.0424308693432491</c:v>
                </c:pt>
                <c:pt idx="22311">
                  <c:v>1.043326958098707</c:v>
                </c:pt>
                <c:pt idx="22312">
                  <c:v>1.0441184015686633</c:v>
                </c:pt>
                <c:pt idx="22313">
                  <c:v>1.0421811938198322</c:v>
                </c:pt>
                <c:pt idx="22314">
                  <c:v>1.0403501553169712</c:v>
                </c:pt>
                <c:pt idx="22315">
                  <c:v>1.0418342388198449</c:v>
                </c:pt>
                <c:pt idx="22316">
                  <c:v>1.0445598421176954</c:v>
                </c:pt>
                <c:pt idx="22317">
                  <c:v>1.0460469735415063</c:v>
                </c:pt>
                <c:pt idx="22318">
                  <c:v>1.0444437671286806</c:v>
                </c:pt>
                <c:pt idx="22319">
                  <c:v>1.0442746075166811</c:v>
                </c:pt>
                <c:pt idx="22320">
                  <c:v>1.0455128253973092</c:v>
                </c:pt>
                <c:pt idx="22321">
                  <c:v>1.0462369606132418</c:v>
                </c:pt>
                <c:pt idx="22322">
                  <c:v>1.0478272133620854</c:v>
                </c:pt>
                <c:pt idx="22323">
                  <c:v>1.0496127870443042</c:v>
                </c:pt>
                <c:pt idx="22324">
                  <c:v>1.0508532908656349</c:v>
                </c:pt>
                <c:pt idx="22325">
                  <c:v>1.0506376504593471</c:v>
                </c:pt>
                <c:pt idx="22326">
                  <c:v>1.0473382760451193</c:v>
                </c:pt>
                <c:pt idx="22327">
                  <c:v>1.0452926131096159</c:v>
                </c:pt>
                <c:pt idx="22328">
                  <c:v>1.0455760697567504</c:v>
                </c:pt>
                <c:pt idx="22329">
                  <c:v>1.0460495134756205</c:v>
                </c:pt>
                <c:pt idx="22330">
                  <c:v>1.0469915750385435</c:v>
                </c:pt>
                <c:pt idx="22331">
                  <c:v>1.0466131248555413</c:v>
                </c:pt>
                <c:pt idx="22332">
                  <c:v>1.0440493153607595</c:v>
                </c:pt>
                <c:pt idx="22333">
                  <c:v>1.0433935043724967</c:v>
                </c:pt>
                <c:pt idx="22334">
                  <c:v>1.0449255926301271</c:v>
                </c:pt>
                <c:pt idx="22335">
                  <c:v>1.0467452014294749</c:v>
                </c:pt>
                <c:pt idx="22336">
                  <c:v>1.048311578797646</c:v>
                </c:pt>
                <c:pt idx="22337">
                  <c:v>1.0486684395406782</c:v>
                </c:pt>
                <c:pt idx="22338">
                  <c:v>1.0490766069528157</c:v>
                </c:pt>
                <c:pt idx="22339">
                  <c:v>1.050421248072825</c:v>
                </c:pt>
                <c:pt idx="22340">
                  <c:v>1.0521989479592899</c:v>
                </c:pt>
                <c:pt idx="22341">
                  <c:v>1.0525446329922201</c:v>
                </c:pt>
                <c:pt idx="22342">
                  <c:v>1.0516681017294411</c:v>
                </c:pt>
                <c:pt idx="22343">
                  <c:v>1.0509970511364934</c:v>
                </c:pt>
                <c:pt idx="22344">
                  <c:v>1.0508027461767642</c:v>
                </c:pt>
                <c:pt idx="22345">
                  <c:v>1.050385435001816</c:v>
                </c:pt>
                <c:pt idx="22346">
                  <c:v>1.0501324575640507</c:v>
                </c:pt>
                <c:pt idx="22347">
                  <c:v>1.0513597537279884</c:v>
                </c:pt>
                <c:pt idx="22348">
                  <c:v>1.0532304152030296</c:v>
                </c:pt>
                <c:pt idx="22349">
                  <c:v>1.0536728717257073</c:v>
                </c:pt>
                <c:pt idx="22350">
                  <c:v>1.0532370190317264</c:v>
                </c:pt>
                <c:pt idx="22351">
                  <c:v>1.0524343998516679</c:v>
                </c:pt>
                <c:pt idx="22352">
                  <c:v>1.0524636090939801</c:v>
                </c:pt>
                <c:pt idx="22353">
                  <c:v>1.052746049767469</c:v>
                </c:pt>
                <c:pt idx="22354">
                  <c:v>1.0520224225383594</c:v>
                </c:pt>
                <c:pt idx="22355">
                  <c:v>1.0518372613414408</c:v>
                </c:pt>
                <c:pt idx="22356">
                  <c:v>1.0528837141964538</c:v>
                </c:pt>
                <c:pt idx="22357">
                  <c:v>1.055075169350107</c:v>
                </c:pt>
                <c:pt idx="22358">
                  <c:v>1.0549961773991583</c:v>
                </c:pt>
                <c:pt idx="22359">
                  <c:v>1.054448313610745</c:v>
                </c:pt>
                <c:pt idx="22360">
                  <c:v>1.0537737071100375</c:v>
                </c:pt>
                <c:pt idx="22361">
                  <c:v>1.0542458808618504</c:v>
                </c:pt>
                <c:pt idx="22362">
                  <c:v>1.0555724884496496</c:v>
                </c:pt>
                <c:pt idx="22363">
                  <c:v>1.0548204139584618</c:v>
                </c:pt>
                <c:pt idx="22364">
                  <c:v>1.0552679503493678</c:v>
                </c:pt>
                <c:pt idx="22365">
                  <c:v>1.0555280396026527</c:v>
                </c:pt>
                <c:pt idx="22366">
                  <c:v>1.0554800348478961</c:v>
                </c:pt>
                <c:pt idx="22367">
                  <c:v>1.055718026674388</c:v>
                </c:pt>
                <c:pt idx="22368">
                  <c:v>1.0558302917622318</c:v>
                </c:pt>
                <c:pt idx="22369">
                  <c:v>1.0555460731348629</c:v>
                </c:pt>
                <c:pt idx="22370">
                  <c:v>1.0547881567952127</c:v>
                </c:pt>
                <c:pt idx="22371">
                  <c:v>1.0547063709167384</c:v>
                </c:pt>
                <c:pt idx="22372">
                  <c:v>1.0569016359715628</c:v>
                </c:pt>
                <c:pt idx="22373">
                  <c:v>1.0578685888888042</c:v>
                </c:pt>
                <c:pt idx="22374">
                  <c:v>1.0591154425454203</c:v>
                </c:pt>
                <c:pt idx="22375">
                  <c:v>1.0595954900929869</c:v>
                </c:pt>
                <c:pt idx="22376">
                  <c:v>1.0575378894671472</c:v>
                </c:pt>
                <c:pt idx="22377">
                  <c:v>1.0560070711765737</c:v>
                </c:pt>
                <c:pt idx="22378">
                  <c:v>1.0571419137387577</c:v>
                </c:pt>
                <c:pt idx="22379">
                  <c:v>1.0587504540132229</c:v>
                </c:pt>
                <c:pt idx="22380">
                  <c:v>1.05971664495023</c:v>
                </c:pt>
                <c:pt idx="22381">
                  <c:v>1.0596940395366143</c:v>
                </c:pt>
                <c:pt idx="22382">
                  <c:v>1.0598350058799475</c:v>
                </c:pt>
                <c:pt idx="22383">
                  <c:v>1.0605309478272134</c:v>
                </c:pt>
                <c:pt idx="22384">
                  <c:v>1.0600493763191783</c:v>
                </c:pt>
                <c:pt idx="22385">
                  <c:v>1.0599381272049804</c:v>
                </c:pt>
                <c:pt idx="22386">
                  <c:v>1.0616944916448867</c:v>
                </c:pt>
                <c:pt idx="22387">
                  <c:v>1.0625799126770652</c:v>
                </c:pt>
                <c:pt idx="22388">
                  <c:v>1.063325891326379</c:v>
                </c:pt>
                <c:pt idx="22389">
                  <c:v>1.0653664743936542</c:v>
                </c:pt>
                <c:pt idx="22390">
                  <c:v>1.0668749412640235</c:v>
                </c:pt>
                <c:pt idx="22391">
                  <c:v>1.0674609040641485</c:v>
                </c:pt>
                <c:pt idx="22392">
                  <c:v>1.0665818328672554</c:v>
                </c:pt>
                <c:pt idx="22393">
                  <c:v>1.065046188701865</c:v>
                </c:pt>
                <c:pt idx="22394">
                  <c:v>1.0653133897706693</c:v>
                </c:pt>
                <c:pt idx="22395">
                  <c:v>1.0665317961652074</c:v>
                </c:pt>
                <c:pt idx="22396">
                  <c:v>1.0665645613152794</c:v>
                </c:pt>
                <c:pt idx="22397">
                  <c:v>1.0655711930832514</c:v>
                </c:pt>
                <c:pt idx="22398">
                  <c:v>1.0657027616703623</c:v>
                </c:pt>
                <c:pt idx="22399">
                  <c:v>1.067011843712774</c:v>
                </c:pt>
                <c:pt idx="22400">
                  <c:v>1.0691618979403674</c:v>
                </c:pt>
                <c:pt idx="22401">
                  <c:v>1.0713050943458526</c:v>
                </c:pt>
                <c:pt idx="22402">
                  <c:v>1.0722128667982354</c:v>
                </c:pt>
                <c:pt idx="22403">
                  <c:v>1.0733461853999506</c:v>
                </c:pt>
                <c:pt idx="22404">
                  <c:v>1.0730995577974707</c:v>
                </c:pt>
                <c:pt idx="22405">
                  <c:v>1.0718270508063021</c:v>
                </c:pt>
                <c:pt idx="22406">
                  <c:v>1.0713162700559546</c:v>
                </c:pt>
                <c:pt idx="22407">
                  <c:v>1.0707168456050251</c:v>
                </c:pt>
                <c:pt idx="22408">
                  <c:v>1.0695972426475258</c:v>
                </c:pt>
                <c:pt idx="22409">
                  <c:v>1.06855028180569</c:v>
                </c:pt>
                <c:pt idx="22410">
                  <c:v>1.0689744508027461</c:v>
                </c:pt>
                <c:pt idx="22411">
                  <c:v>1.0697943415347806</c:v>
                </c:pt>
                <c:pt idx="22412">
                  <c:v>1.0708811793422079</c:v>
                </c:pt>
                <c:pt idx="22413">
                  <c:v>1.0716022666372034</c:v>
                </c:pt>
                <c:pt idx="22414">
                  <c:v>1.0708298726731029</c:v>
                </c:pt>
                <c:pt idx="22415">
                  <c:v>1.0703013123839566</c:v>
                </c:pt>
                <c:pt idx="22416">
                  <c:v>1.0704252611687253</c:v>
                </c:pt>
                <c:pt idx="22417">
                  <c:v>1.0716931962784886</c:v>
                </c:pt>
                <c:pt idx="22418">
                  <c:v>1.074495505586585</c:v>
                </c:pt>
                <c:pt idx="22419">
                  <c:v>1.0750139061392747</c:v>
                </c:pt>
                <c:pt idx="22420">
                  <c:v>1.0748450005206864</c:v>
                </c:pt>
                <c:pt idx="22421">
                  <c:v>1.0753197142066135</c:v>
                </c:pt>
                <c:pt idx="22422">
                  <c:v>1.0759590156231347</c:v>
                </c:pt>
                <c:pt idx="22423">
                  <c:v>1.0775284409122428</c:v>
                </c:pt>
                <c:pt idx="22424">
                  <c:v>1.0790379237562577</c:v>
                </c:pt>
                <c:pt idx="22425">
                  <c:v>1.0804740025043751</c:v>
                </c:pt>
                <c:pt idx="22426">
                  <c:v>1.0821508670065099</c:v>
                </c:pt>
                <c:pt idx="22427">
                  <c:v>1.0833113629032463</c:v>
                </c:pt>
                <c:pt idx="22428">
                  <c:v>1.0832643741221353</c:v>
                </c:pt>
                <c:pt idx="22429">
                  <c:v>1.0824742006192358</c:v>
                </c:pt>
                <c:pt idx="22430">
                  <c:v>1.0825641142868754</c:v>
                </c:pt>
                <c:pt idx="22431">
                  <c:v>1.0831785243490784</c:v>
                </c:pt>
                <c:pt idx="22432">
                  <c:v>1.0837616932216778</c:v>
                </c:pt>
                <c:pt idx="22433">
                  <c:v>1.0826268506594938</c:v>
                </c:pt>
                <c:pt idx="22434">
                  <c:v>1.0824937581119145</c:v>
                </c:pt>
                <c:pt idx="22435">
                  <c:v>1.0833271104947537</c:v>
                </c:pt>
                <c:pt idx="22436">
                  <c:v>1.0839087554068847</c:v>
                </c:pt>
                <c:pt idx="22437">
                  <c:v>1.0849107594149008</c:v>
                </c:pt>
                <c:pt idx="22438">
                  <c:v>1.0864204962523272</c:v>
                </c:pt>
                <c:pt idx="22439">
                  <c:v>1.0871032305421997</c:v>
                </c:pt>
                <c:pt idx="22440">
                  <c:v>1.0887242164938242</c:v>
                </c:pt>
                <c:pt idx="22441">
                  <c:v>1.08884410138401</c:v>
                </c:pt>
                <c:pt idx="22442">
                  <c:v>1.0875972477273939</c:v>
                </c:pt>
                <c:pt idx="22443">
                  <c:v>1.0857636692904187</c:v>
                </c:pt>
                <c:pt idx="22444">
                  <c:v>1.0855018020832539</c:v>
                </c:pt>
                <c:pt idx="22445">
                  <c:v>1.0861522792098772</c:v>
                </c:pt>
                <c:pt idx="22446">
                  <c:v>1.0872401329909502</c:v>
                </c:pt>
                <c:pt idx="22447">
                  <c:v>1.0882919197076029</c:v>
                </c:pt>
                <c:pt idx="22448">
                  <c:v>1.0894910226028738</c:v>
                </c:pt>
                <c:pt idx="22449">
                  <c:v>1.090938785047916</c:v>
                </c:pt>
                <c:pt idx="22450">
                  <c:v>1.0909652003627026</c:v>
                </c:pt>
                <c:pt idx="22451">
                  <c:v>1.0903624739974245</c:v>
                </c:pt>
                <c:pt idx="22452">
                  <c:v>1.0901077186057793</c:v>
                </c:pt>
                <c:pt idx="22453">
                  <c:v>1.0910634958129186</c:v>
                </c:pt>
                <c:pt idx="22454">
                  <c:v>1.0916847636972298</c:v>
                </c:pt>
                <c:pt idx="22455">
                  <c:v>1.0931800229102058</c:v>
                </c:pt>
                <c:pt idx="22456">
                  <c:v>1.0959582028442183</c:v>
                </c:pt>
                <c:pt idx="22457">
                  <c:v>1.0980488226135414</c:v>
                </c:pt>
                <c:pt idx="22458">
                  <c:v>1.0986535809261109</c:v>
                </c:pt>
                <c:pt idx="22459">
                  <c:v>1.0979154760725507</c:v>
                </c:pt>
                <c:pt idx="22460">
                  <c:v>1.0972472194071285</c:v>
                </c:pt>
                <c:pt idx="22461">
                  <c:v>1.0988326462811555</c:v>
                </c:pt>
                <c:pt idx="22462">
                  <c:v>1.1005948525695244</c:v>
                </c:pt>
                <c:pt idx="22463">
                  <c:v>1.1021558960760558</c:v>
                </c:pt>
                <c:pt idx="22464">
                  <c:v>1.1031439304464441</c:v>
                </c:pt>
                <c:pt idx="22465">
                  <c:v>1.104283598883445</c:v>
                </c:pt>
                <c:pt idx="22466">
                  <c:v>1.1064717521227498</c:v>
                </c:pt>
                <c:pt idx="22467">
                  <c:v>1.1065860491578849</c:v>
                </c:pt>
                <c:pt idx="22468">
                  <c:v>1.106728285468275</c:v>
                </c:pt>
                <c:pt idx="22469">
                  <c:v>1.1074399750070483</c:v>
                </c:pt>
                <c:pt idx="22470">
                  <c:v>1.1073642849704479</c:v>
                </c:pt>
                <c:pt idx="22471">
                  <c:v>1.1075522400948918</c:v>
                </c:pt>
                <c:pt idx="22472">
                  <c:v>1.1062843049851288</c:v>
                </c:pt>
                <c:pt idx="22473">
                  <c:v>1.1054435867933585</c:v>
                </c:pt>
                <c:pt idx="22474">
                  <c:v>1.1056018246886676</c:v>
                </c:pt>
                <c:pt idx="22475">
                  <c:v>1.1067740042823289</c:v>
                </c:pt>
                <c:pt idx="22476">
                  <c:v>1.107922562488729</c:v>
                </c:pt>
                <c:pt idx="22477">
                  <c:v>1.1082555478510887</c:v>
                </c:pt>
                <c:pt idx="22478">
                  <c:v>1.1073653009440936</c:v>
                </c:pt>
                <c:pt idx="22479">
                  <c:v>1.1063424694763417</c:v>
                </c:pt>
                <c:pt idx="22480">
                  <c:v>1.1061344488723963</c:v>
                </c:pt>
                <c:pt idx="22481">
                  <c:v>1.1061209872215914</c:v>
                </c:pt>
                <c:pt idx="22482">
                  <c:v>1.1064933415627198</c:v>
                </c:pt>
                <c:pt idx="22483">
                  <c:v>1.1070379034367848</c:v>
                </c:pt>
                <c:pt idx="22484">
                  <c:v>1.1062797331037233</c:v>
                </c:pt>
                <c:pt idx="22485">
                  <c:v>1.1062271564675612</c:v>
                </c:pt>
                <c:pt idx="22486">
                  <c:v>1.1080094282354316</c:v>
                </c:pt>
                <c:pt idx="22487">
                  <c:v>1.1099738132792836</c:v>
                </c:pt>
                <c:pt idx="22488">
                  <c:v>1.1123745590039393</c:v>
                </c:pt>
                <c:pt idx="22489">
                  <c:v>1.1143996484731187</c:v>
                </c:pt>
                <c:pt idx="22490">
                  <c:v>1.1137539972213122</c:v>
                </c:pt>
                <c:pt idx="22491">
                  <c:v>1.1115975931584334</c:v>
                </c:pt>
                <c:pt idx="22492">
                  <c:v>1.1116742991686797</c:v>
                </c:pt>
                <c:pt idx="22493">
                  <c:v>1.1126679213941191</c:v>
                </c:pt>
                <c:pt idx="22494">
                  <c:v>1.1141893419284703</c:v>
                </c:pt>
                <c:pt idx="22495">
                  <c:v>1.1159772015513918</c:v>
                </c:pt>
                <c:pt idx="22496">
                  <c:v>1.1180408980191054</c:v>
                </c:pt>
                <c:pt idx="22497">
                  <c:v>1.1190500138426409</c:v>
                </c:pt>
                <c:pt idx="22498">
                  <c:v>1.1176398424224876</c:v>
                </c:pt>
                <c:pt idx="22499">
                  <c:v>1.1166421563024655</c:v>
                </c:pt>
                <c:pt idx="22500">
                  <c:v>1.1170833428580862</c:v>
                </c:pt>
                <c:pt idx="22501">
                  <c:v>1.118600699497855</c:v>
                </c:pt>
                <c:pt idx="22502">
                  <c:v>1.1186327026676928</c:v>
                </c:pt>
                <c:pt idx="22503">
                  <c:v>1.1187518255776445</c:v>
                </c:pt>
                <c:pt idx="22504">
                  <c:v>1.1187028048492422</c:v>
                </c:pt>
                <c:pt idx="22505">
                  <c:v>1.1184216341428104</c:v>
                </c:pt>
                <c:pt idx="22506">
                  <c:v>1.1194975502335469</c:v>
                </c:pt>
                <c:pt idx="22507">
                  <c:v>1.1202549585863744</c:v>
                </c:pt>
                <c:pt idx="22508">
                  <c:v>1.120056335738651</c:v>
                </c:pt>
                <c:pt idx="22509">
                  <c:v>1.1194162723418954</c:v>
                </c:pt>
                <c:pt idx="22510">
                  <c:v>1.1178643725981747</c:v>
                </c:pt>
                <c:pt idx="22511">
                  <c:v>1.1171029003507649</c:v>
                </c:pt>
                <c:pt idx="22512">
                  <c:v>1.1192565104861181</c:v>
                </c:pt>
                <c:pt idx="22513">
                  <c:v>1.1215828361412306</c:v>
                </c:pt>
                <c:pt idx="22514">
                  <c:v>1.1228373096001889</c:v>
                </c:pt>
                <c:pt idx="22515">
                  <c:v>1.1232370952297497</c:v>
                </c:pt>
                <c:pt idx="22516">
                  <c:v>1.1239998374442166</c:v>
                </c:pt>
                <c:pt idx="22517">
                  <c:v>1.1263848355773651</c:v>
                </c:pt>
                <c:pt idx="22518">
                  <c:v>1.1270116913167272</c:v>
                </c:pt>
                <c:pt idx="22519">
                  <c:v>1.1263777237618455</c:v>
                </c:pt>
                <c:pt idx="22520">
                  <c:v>1.1256241253101895</c:v>
                </c:pt>
                <c:pt idx="22521">
                  <c:v>1.1243213931030629</c:v>
                </c:pt>
                <c:pt idx="22522">
                  <c:v>1.1247465780737649</c:v>
                </c:pt>
                <c:pt idx="22523">
                  <c:v>1.1263871215180679</c:v>
                </c:pt>
                <c:pt idx="22524">
                  <c:v>1.1263378467962541</c:v>
                </c:pt>
                <c:pt idx="22525">
                  <c:v>1.1278900005333861</c:v>
                </c:pt>
                <c:pt idx="22526">
                  <c:v>1.1301134588568773</c:v>
                </c:pt>
                <c:pt idx="22527">
                  <c:v>1.1311822631320942</c:v>
                </c:pt>
                <c:pt idx="22528">
                  <c:v>1.132046856704537</c:v>
                </c:pt>
                <c:pt idx="22529">
                  <c:v>1.1313377070998778</c:v>
                </c:pt>
                <c:pt idx="22530">
                  <c:v>1.1295935343437191</c:v>
                </c:pt>
                <c:pt idx="22531">
                  <c:v>1.1283901135604542</c:v>
                </c:pt>
                <c:pt idx="22532">
                  <c:v>1.1283233132932531</c:v>
                </c:pt>
                <c:pt idx="22533">
                  <c:v>1.1287035414301352</c:v>
                </c:pt>
                <c:pt idx="22534">
                  <c:v>1.1283812237910549</c:v>
                </c:pt>
                <c:pt idx="22535">
                  <c:v>1.1289824261958645</c:v>
                </c:pt>
                <c:pt idx="22536">
                  <c:v>1.1293075377624704</c:v>
                </c:pt>
                <c:pt idx="22537">
                  <c:v>1.1294744114337674</c:v>
                </c:pt>
                <c:pt idx="22538">
                  <c:v>1.1294987948012629</c:v>
                </c:pt>
                <c:pt idx="22539">
                  <c:v>1.1297083393656768</c:v>
                </c:pt>
                <c:pt idx="22540">
                  <c:v>1.1289011483042131</c:v>
                </c:pt>
                <c:pt idx="22541">
                  <c:v>1.1296748122353706</c:v>
                </c:pt>
                <c:pt idx="22542">
                  <c:v>1.1316734863897631</c:v>
                </c:pt>
                <c:pt idx="22543">
                  <c:v>1.1323003421291251</c:v>
                </c:pt>
                <c:pt idx="22544">
                  <c:v>1.1317275869863936</c:v>
                </c:pt>
                <c:pt idx="22545">
                  <c:v>1.1329376115983552</c:v>
                </c:pt>
                <c:pt idx="22546">
                  <c:v>1.1339444414811879</c:v>
                </c:pt>
                <c:pt idx="22547">
                  <c:v>1.1321649636408431</c:v>
                </c:pt>
                <c:pt idx="22548">
                  <c:v>1.131777877681853</c:v>
                </c:pt>
                <c:pt idx="22549">
                  <c:v>1.1318647434285554</c:v>
                </c:pt>
                <c:pt idx="22550">
                  <c:v>1.1315078826855232</c:v>
                </c:pt>
                <c:pt idx="22551">
                  <c:v>1.1327140973963135</c:v>
                </c:pt>
                <c:pt idx="22552">
                  <c:v>1.1339495213494162</c:v>
                </c:pt>
                <c:pt idx="22553">
                  <c:v>1.1342456776671213</c:v>
                </c:pt>
                <c:pt idx="22554">
                  <c:v>1.1345497077805802</c:v>
                </c:pt>
                <c:pt idx="22555">
                  <c:v>1.1358910469862411</c:v>
                </c:pt>
                <c:pt idx="22556">
                  <c:v>1.1378884511735765</c:v>
                </c:pt>
                <c:pt idx="22557">
                  <c:v>1.1384406328499839</c:v>
                </c:pt>
                <c:pt idx="22558">
                  <c:v>1.1371683798522265</c:v>
                </c:pt>
                <c:pt idx="22559">
                  <c:v>1.1365488899217955</c:v>
                </c:pt>
                <c:pt idx="22560">
                  <c:v>1.1362766089847629</c:v>
                </c:pt>
                <c:pt idx="22561">
                  <c:v>1.1362522256172676</c:v>
                </c:pt>
                <c:pt idx="22562">
                  <c:v>1.1374081496325985</c:v>
                </c:pt>
                <c:pt idx="22563">
                  <c:v>1.1387929217116108</c:v>
                </c:pt>
                <c:pt idx="22564">
                  <c:v>1.1399511316676445</c:v>
                </c:pt>
                <c:pt idx="22565">
                  <c:v>1.1413320938454856</c:v>
                </c:pt>
                <c:pt idx="22566">
                  <c:v>1.1423620371287568</c:v>
                </c:pt>
                <c:pt idx="22567">
                  <c:v>1.1416541574911547</c:v>
                </c:pt>
                <c:pt idx="22568">
                  <c:v>1.1402386522093617</c:v>
                </c:pt>
                <c:pt idx="22569">
                  <c:v>1.1391604501779224</c:v>
                </c:pt>
                <c:pt idx="22570">
                  <c:v>1.1392508718323846</c:v>
                </c:pt>
                <c:pt idx="22571">
                  <c:v>1.1401903934611937</c:v>
                </c:pt>
                <c:pt idx="22572">
                  <c:v>1.1392851609429251</c:v>
                </c:pt>
                <c:pt idx="22573">
                  <c:v>1.1387703162979952</c:v>
                </c:pt>
                <c:pt idx="22574">
                  <c:v>1.1395772533660478</c:v>
                </c:pt>
                <c:pt idx="22575">
                  <c:v>1.1409640573923512</c:v>
                </c:pt>
                <c:pt idx="22576">
                  <c:v>1.1417732804011065</c:v>
                </c:pt>
                <c:pt idx="22577">
                  <c:v>1.1411979853242606</c:v>
                </c:pt>
                <c:pt idx="22578">
                  <c:v>1.1410717505987895</c:v>
                </c:pt>
                <c:pt idx="22579">
                  <c:v>1.141656189438446</c:v>
                </c:pt>
                <c:pt idx="22580">
                  <c:v>1.1412023032122547</c:v>
                </c:pt>
                <c:pt idx="22581">
                  <c:v>1.140884811447991</c:v>
                </c:pt>
                <c:pt idx="22582">
                  <c:v>1.1399971044751098</c:v>
                </c:pt>
                <c:pt idx="22583">
                  <c:v>1.1381023136259845</c:v>
                </c:pt>
                <c:pt idx="22584">
                  <c:v>1.1369331819532602</c:v>
                </c:pt>
                <c:pt idx="22585">
                  <c:v>1.1374358349144422</c:v>
                </c:pt>
                <c:pt idx="22586">
                  <c:v>1.1384403788565725</c:v>
                </c:pt>
                <c:pt idx="22587">
                  <c:v>1.1383616408990351</c:v>
                </c:pt>
                <c:pt idx="22588">
                  <c:v>1.1392574756610814</c:v>
                </c:pt>
                <c:pt idx="22589">
                  <c:v>1.139680120697669</c:v>
                </c:pt>
                <c:pt idx="22590">
                  <c:v>1.1401855675863768</c:v>
                </c:pt>
                <c:pt idx="22591">
                  <c:v>1.1387802220410403</c:v>
                </c:pt>
                <c:pt idx="22592">
                  <c:v>1.1372016529891216</c:v>
                </c:pt>
                <c:pt idx="22593">
                  <c:v>1.1360279494349916</c:v>
                </c:pt>
                <c:pt idx="22594">
                  <c:v>1.1369613752219268</c:v>
                </c:pt>
                <c:pt idx="22595">
                  <c:v>1.1386268100205481</c:v>
                </c:pt>
                <c:pt idx="22596">
                  <c:v>1.1406823786990965</c:v>
                </c:pt>
                <c:pt idx="22597">
                  <c:v>1.1411327090175281</c:v>
                </c:pt>
                <c:pt idx="22598">
                  <c:v>1.1399968504816984</c:v>
                </c:pt>
                <c:pt idx="22599">
                  <c:v>1.1391568942701626</c:v>
                </c:pt>
                <c:pt idx="22600">
                  <c:v>1.1390585988199466</c:v>
                </c:pt>
                <c:pt idx="22601">
                  <c:v>1.1387456789370884</c:v>
                </c:pt>
                <c:pt idx="22602">
                  <c:v>1.138635445796536</c:v>
                </c:pt>
                <c:pt idx="22603">
                  <c:v>1.139167054006619</c:v>
                </c:pt>
                <c:pt idx="22604">
                  <c:v>1.1401286730622209</c:v>
                </c:pt>
                <c:pt idx="22605">
                  <c:v>1.1404550545958838</c:v>
                </c:pt>
                <c:pt idx="22606">
                  <c:v>1.1399280182672062</c:v>
                </c:pt>
                <c:pt idx="22607">
                  <c:v>1.1403874923484485</c:v>
                </c:pt>
                <c:pt idx="22608">
                  <c:v>1.1410303496727294</c:v>
                </c:pt>
                <c:pt idx="22609">
                  <c:v>1.1406468196214989</c:v>
                </c:pt>
                <c:pt idx="22610">
                  <c:v>1.1414197215724224</c:v>
                </c:pt>
                <c:pt idx="22611">
                  <c:v>1.1432306945957822</c:v>
                </c:pt>
                <c:pt idx="22612">
                  <c:v>1.1434806241126105</c:v>
                </c:pt>
                <c:pt idx="22613">
                  <c:v>1.1436726431316371</c:v>
                </c:pt>
                <c:pt idx="22614">
                  <c:v>1.1442240628278102</c:v>
                </c:pt>
                <c:pt idx="22615">
                  <c:v>1.1446489938051008</c:v>
                </c:pt>
                <c:pt idx="22616">
                  <c:v>1.1452946450569073</c:v>
                </c:pt>
                <c:pt idx="22617">
                  <c:v>1.1467617110012167</c:v>
                </c:pt>
                <c:pt idx="22618">
                  <c:v>1.146538196799175</c:v>
                </c:pt>
                <c:pt idx="22619">
                  <c:v>1.1457523411842696</c:v>
                </c:pt>
                <c:pt idx="22620">
                  <c:v>1.1454594867809129</c:v>
                </c:pt>
                <c:pt idx="22621">
                  <c:v>1.1462201970480885</c:v>
                </c:pt>
                <c:pt idx="22622">
                  <c:v>1.1461059000129536</c:v>
                </c:pt>
                <c:pt idx="22623">
                  <c:v>1.1448641262245658</c:v>
                </c:pt>
                <c:pt idx="22624">
                  <c:v>1.1450627490722891</c:v>
                </c:pt>
                <c:pt idx="22625">
                  <c:v>1.1438369768688199</c:v>
                </c:pt>
                <c:pt idx="22626">
                  <c:v>1.1427001023593448</c:v>
                </c:pt>
                <c:pt idx="22627">
                  <c:v>1.1427757923959452</c:v>
                </c:pt>
                <c:pt idx="22628">
                  <c:v>1.1445301248885604</c:v>
                </c:pt>
                <c:pt idx="22629">
                  <c:v>1.1446929346652748</c:v>
                </c:pt>
                <c:pt idx="22630">
                  <c:v>1.1437968459098171</c:v>
                </c:pt>
                <c:pt idx="22631">
                  <c:v>1.1435494563271029</c:v>
                </c:pt>
                <c:pt idx="22632">
                  <c:v>1.1437264897348562</c:v>
                </c:pt>
                <c:pt idx="22633">
                  <c:v>1.1444292895042303</c:v>
                </c:pt>
                <c:pt idx="22634">
                  <c:v>1.1445306328753833</c:v>
                </c:pt>
                <c:pt idx="22635">
                  <c:v>1.1445057415210649</c:v>
                </c:pt>
                <c:pt idx="22636">
                  <c:v>1.1449314344785897</c:v>
                </c:pt>
                <c:pt idx="22637">
                  <c:v>1.1449598817406677</c:v>
                </c:pt>
                <c:pt idx="22638">
                  <c:v>1.1448229792919171</c:v>
                </c:pt>
                <c:pt idx="22639">
                  <c:v>1.1447851342736168</c:v>
                </c:pt>
                <c:pt idx="22640">
                  <c:v>1.1460685629814762</c:v>
                </c:pt>
                <c:pt idx="22641">
                  <c:v>1.1475318190246144</c:v>
                </c:pt>
                <c:pt idx="22642">
                  <c:v>1.1477853044492026</c:v>
                </c:pt>
                <c:pt idx="22643">
                  <c:v>1.1476395122310528</c:v>
                </c:pt>
                <c:pt idx="22644">
                  <c:v>1.1470223082413242</c:v>
                </c:pt>
                <c:pt idx="22645">
                  <c:v>1.1465354028716495</c:v>
                </c:pt>
                <c:pt idx="22646">
                  <c:v>1.1464767303936136</c:v>
                </c:pt>
                <c:pt idx="22647">
                  <c:v>1.1472486163708913</c:v>
                </c:pt>
                <c:pt idx="22648">
                  <c:v>1.1476682134865421</c:v>
                </c:pt>
                <c:pt idx="22649">
                  <c:v>1.1487395576958734</c:v>
                </c:pt>
                <c:pt idx="22650">
                  <c:v>1.1497550233546943</c:v>
                </c:pt>
                <c:pt idx="22651">
                  <c:v>1.1488497908364257</c:v>
                </c:pt>
                <c:pt idx="22652">
                  <c:v>1.14827627371346</c:v>
                </c:pt>
                <c:pt idx="22653">
                  <c:v>1.1482193791893038</c:v>
                </c:pt>
                <c:pt idx="22654">
                  <c:v>1.1481777242698326</c:v>
                </c:pt>
                <c:pt idx="22655">
                  <c:v>1.1475902375092391</c:v>
                </c:pt>
                <c:pt idx="22656">
                  <c:v>1.1468186055253726</c:v>
                </c:pt>
                <c:pt idx="22657">
                  <c:v>1.1463586234573075</c:v>
                </c:pt>
                <c:pt idx="22658">
                  <c:v>1.1460215742003652</c:v>
                </c:pt>
                <c:pt idx="22659">
                  <c:v>1.144857522395869</c:v>
                </c:pt>
                <c:pt idx="22660">
                  <c:v>1.1446406120225241</c:v>
                </c:pt>
                <c:pt idx="22661">
                  <c:v>1.1446771870737673</c:v>
                </c:pt>
                <c:pt idx="22662">
                  <c:v>1.1445247910269207</c:v>
                </c:pt>
                <c:pt idx="22663">
                  <c:v>1.1453660172055136</c:v>
                </c:pt>
                <c:pt idx="22664">
                  <c:v>1.1464716505253854</c:v>
                </c:pt>
                <c:pt idx="22665">
                  <c:v>1.1459933809316987</c:v>
                </c:pt>
                <c:pt idx="22666">
                  <c:v>1.145465074635964</c:v>
                </c:pt>
                <c:pt idx="22667">
                  <c:v>1.1448044377728841</c:v>
                </c:pt>
                <c:pt idx="22668">
                  <c:v>1.1441730101521166</c:v>
                </c:pt>
                <c:pt idx="22669">
                  <c:v>1.1453761769419701</c:v>
                </c:pt>
                <c:pt idx="22670">
                  <c:v>1.1460858345334521</c:v>
                </c:pt>
                <c:pt idx="22671">
                  <c:v>1.1467396135744239</c:v>
                </c:pt>
                <c:pt idx="22672">
                  <c:v>1.1490755909791699</c:v>
                </c:pt>
                <c:pt idx="22673">
                  <c:v>1.1505098917734073</c:v>
                </c:pt>
                <c:pt idx="22674">
                  <c:v>1.1497791527287782</c:v>
                </c:pt>
                <c:pt idx="22675">
                  <c:v>1.1490590814074282</c:v>
                </c:pt>
                <c:pt idx="22676">
                  <c:v>1.1484002224982284</c:v>
                </c:pt>
                <c:pt idx="22677">
                  <c:v>1.1486458341270627</c:v>
                </c:pt>
                <c:pt idx="22678">
                  <c:v>1.1479219529045417</c:v>
                </c:pt>
                <c:pt idx="22679">
                  <c:v>1.1468302892222977</c:v>
                </c:pt>
                <c:pt idx="22680">
                  <c:v>1.1485193454081801</c:v>
                </c:pt>
                <c:pt idx="22681">
                  <c:v>1.1491274056350977</c:v>
                </c:pt>
                <c:pt idx="22682">
                  <c:v>1.1471297474543509</c:v>
                </c:pt>
                <c:pt idx="22683">
                  <c:v>1.1476095410085063</c:v>
                </c:pt>
                <c:pt idx="22684">
                  <c:v>1.149266594024551</c:v>
                </c:pt>
                <c:pt idx="22685">
                  <c:v>1.1504723007485187</c:v>
                </c:pt>
                <c:pt idx="22686">
                  <c:v>1.1499663458729881</c:v>
                </c:pt>
                <c:pt idx="22687">
                  <c:v>1.1501888441013839</c:v>
                </c:pt>
                <c:pt idx="22688">
                  <c:v>1.1498982756387299</c:v>
                </c:pt>
                <c:pt idx="22689">
                  <c:v>1.1506320626042961</c:v>
                </c:pt>
                <c:pt idx="22690">
                  <c:v>1.1541000886437005</c:v>
                </c:pt>
                <c:pt idx="22691">
                  <c:v>1.1560192628603214</c:v>
                </c:pt>
                <c:pt idx="22692">
                  <c:v>1.1567599076479955</c:v>
                </c:pt>
                <c:pt idx="22693">
                  <c:v>1.1563700277614799</c:v>
                </c:pt>
                <c:pt idx="22694">
                  <c:v>1.1552270574101309</c:v>
                </c:pt>
                <c:pt idx="22695">
                  <c:v>1.1544295180983006</c:v>
                </c:pt>
                <c:pt idx="22696">
                  <c:v>1.1538460952322898</c:v>
                </c:pt>
                <c:pt idx="22697">
                  <c:v>1.1537610074394671</c:v>
                </c:pt>
                <c:pt idx="22698">
                  <c:v>1.1540236366268659</c:v>
                </c:pt>
                <c:pt idx="22699">
                  <c:v>1.154912613566804</c:v>
                </c:pt>
                <c:pt idx="22700">
                  <c:v>1.1551843865170137</c:v>
                </c:pt>
                <c:pt idx="22701">
                  <c:v>1.1545562608105946</c:v>
                </c:pt>
                <c:pt idx="22702">
                  <c:v>1.1553504982080764</c:v>
                </c:pt>
                <c:pt idx="22703">
                  <c:v>1.1564535915938341</c:v>
                </c:pt>
                <c:pt idx="22704">
                  <c:v>1.1560893650418709</c:v>
                </c:pt>
                <c:pt idx="22705">
                  <c:v>1.1569275432995267</c:v>
                </c:pt>
                <c:pt idx="22706">
                  <c:v>1.1580311446721072</c:v>
                </c:pt>
                <c:pt idx="22707">
                  <c:v>1.1580984529261311</c:v>
                </c:pt>
                <c:pt idx="22708">
                  <c:v>1.1581561094305213</c:v>
                </c:pt>
                <c:pt idx="22709">
                  <c:v>1.1578043285557174</c:v>
                </c:pt>
                <c:pt idx="22710">
                  <c:v>1.1588802446464539</c:v>
                </c:pt>
                <c:pt idx="22711">
                  <c:v>1.159210436081288</c:v>
                </c:pt>
                <c:pt idx="22712">
                  <c:v>1.1598197662752627</c:v>
                </c:pt>
                <c:pt idx="22713">
                  <c:v>1.1624171029003507</c:v>
                </c:pt>
                <c:pt idx="22714">
                  <c:v>1.1641523858871101</c:v>
                </c:pt>
                <c:pt idx="22715">
                  <c:v>1.1656252936798819</c:v>
                </c:pt>
                <c:pt idx="22716">
                  <c:v>1.1654119392142968</c:v>
                </c:pt>
                <c:pt idx="22717">
                  <c:v>1.164732760832184</c:v>
                </c:pt>
                <c:pt idx="22718">
                  <c:v>1.1633680542326732</c:v>
                </c:pt>
                <c:pt idx="22719">
                  <c:v>1.1634709215642947</c:v>
                </c:pt>
                <c:pt idx="22720">
                  <c:v>1.1639098221792126</c:v>
                </c:pt>
                <c:pt idx="22721">
                  <c:v>1.1649560210408141</c:v>
                </c:pt>
                <c:pt idx="22722">
                  <c:v>1.1667751218533391</c:v>
                </c:pt>
                <c:pt idx="22723">
                  <c:v>1.1676351435443764</c:v>
                </c:pt>
                <c:pt idx="22724">
                  <c:v>1.168380868200279</c:v>
                </c:pt>
                <c:pt idx="22725">
                  <c:v>1.1699063526292128</c:v>
                </c:pt>
                <c:pt idx="22726">
                  <c:v>1.1721724818458208</c:v>
                </c:pt>
                <c:pt idx="22727">
                  <c:v>1.172688596457808</c:v>
                </c:pt>
                <c:pt idx="22728">
                  <c:v>1.1726444016042223</c:v>
                </c:pt>
                <c:pt idx="22729">
                  <c:v>1.1726842785698139</c:v>
                </c:pt>
                <c:pt idx="22730">
                  <c:v>1.1720226257330886</c:v>
                </c:pt>
                <c:pt idx="22731">
                  <c:v>1.1727241555354053</c:v>
                </c:pt>
                <c:pt idx="22732">
                  <c:v>1.1754365511758624</c:v>
                </c:pt>
                <c:pt idx="22733">
                  <c:v>1.1781357391589262</c:v>
                </c:pt>
                <c:pt idx="22734">
                  <c:v>1.1816271325921806</c:v>
                </c:pt>
                <c:pt idx="22735">
                  <c:v>1.184298381299989</c:v>
                </c:pt>
                <c:pt idx="22736">
                  <c:v>1.1846435583460966</c:v>
                </c:pt>
                <c:pt idx="22737">
                  <c:v>1.1832633581484897</c:v>
                </c:pt>
                <c:pt idx="22738">
                  <c:v>1.1843189547663133</c:v>
                </c:pt>
                <c:pt idx="22739">
                  <c:v>1.1855449809631939</c:v>
                </c:pt>
                <c:pt idx="22740">
                  <c:v>1.1859838815781119</c:v>
                </c:pt>
                <c:pt idx="22741">
                  <c:v>1.1857369999822205</c:v>
                </c:pt>
                <c:pt idx="22742">
                  <c:v>1.1870250005714851</c:v>
                </c:pt>
                <c:pt idx="22743">
                  <c:v>1.1898092763473715</c:v>
                </c:pt>
                <c:pt idx="22744">
                  <c:v>1.1901529294330104</c:v>
                </c:pt>
                <c:pt idx="22745">
                  <c:v>1.1923283830017448</c:v>
                </c:pt>
                <c:pt idx="22746">
                  <c:v>1.1955165083017747</c:v>
                </c:pt>
                <c:pt idx="22747">
                  <c:v>1.1987213971669575</c:v>
                </c:pt>
                <c:pt idx="22748">
                  <c:v>1.2020614105270109</c:v>
                </c:pt>
                <c:pt idx="22749">
                  <c:v>1.2041355207245923</c:v>
                </c:pt>
                <c:pt idx="22750">
                  <c:v>1.2064521946300713</c:v>
                </c:pt>
                <c:pt idx="22751">
                  <c:v>1.2080203499521223</c:v>
                </c:pt>
                <c:pt idx="22752">
                  <c:v>1.2075227768591683</c:v>
                </c:pt>
                <c:pt idx="22753">
                  <c:v>1.2083012666651427</c:v>
                </c:pt>
                <c:pt idx="22754">
                  <c:v>1.2093604191907261</c:v>
                </c:pt>
                <c:pt idx="22755">
                  <c:v>1.2113118505705962</c:v>
                </c:pt>
                <c:pt idx="22756">
                  <c:v>1.2141481949958217</c:v>
                </c:pt>
                <c:pt idx="22757">
                  <c:v>1.2168638925506272</c:v>
                </c:pt>
                <c:pt idx="22758">
                  <c:v>1.2195935597430603</c:v>
                </c:pt>
                <c:pt idx="22759">
                  <c:v>1.2216638600394707</c:v>
                </c:pt>
                <c:pt idx="22760">
                  <c:v>1.2230118030738282</c:v>
                </c:pt>
                <c:pt idx="22761">
                  <c:v>1.2239558965840427</c:v>
                </c:pt>
                <c:pt idx="22762">
                  <c:v>1.2267422043072203</c:v>
                </c:pt>
                <c:pt idx="22763">
                  <c:v>1.2292379435677439</c:v>
                </c:pt>
                <c:pt idx="22764">
                  <c:v>1.2315401398487724</c:v>
                </c:pt>
                <c:pt idx="22765">
                  <c:v>1.2333239355771111</c:v>
                </c:pt>
                <c:pt idx="22766">
                  <c:v>1.233802967151032</c:v>
                </c:pt>
                <c:pt idx="22767">
                  <c:v>1.2346937220448502</c:v>
                </c:pt>
                <c:pt idx="22768">
                  <c:v>1.2383580849912752</c:v>
                </c:pt>
                <c:pt idx="22769">
                  <c:v>1.24194853585498</c:v>
                </c:pt>
                <c:pt idx="22770">
                  <c:v>1.2451440269639407</c:v>
                </c:pt>
                <c:pt idx="22771">
                  <c:v>1.2478902037281152</c:v>
                </c:pt>
                <c:pt idx="22772">
                  <c:v>1.2498860839549821</c:v>
                </c:pt>
                <c:pt idx="22773">
                  <c:v>1.2523574398480104</c:v>
                </c:pt>
                <c:pt idx="22774">
                  <c:v>1.2557281864108445</c:v>
                </c:pt>
                <c:pt idx="22775">
                  <c:v>1.2587176888631508</c:v>
                </c:pt>
                <c:pt idx="22776">
                  <c:v>1.2603356268938384</c:v>
                </c:pt>
                <c:pt idx="22777">
                  <c:v>1.2634064072377962</c:v>
                </c:pt>
                <c:pt idx="22778">
                  <c:v>1.2667845196095613</c:v>
                </c:pt>
                <c:pt idx="22779">
                  <c:v>1.2705029831526171</c:v>
                </c:pt>
                <c:pt idx="22780">
                  <c:v>1.2734899456708093</c:v>
                </c:pt>
                <c:pt idx="22781">
                  <c:v>1.2749808869957913</c:v>
                </c:pt>
                <c:pt idx="22782">
                  <c:v>1.2761289372153686</c:v>
                </c:pt>
                <c:pt idx="22783">
                  <c:v>1.277322706249</c:v>
                </c:pt>
                <c:pt idx="22784">
                  <c:v>1.2796315063587249</c:v>
                </c:pt>
                <c:pt idx="22785">
                  <c:v>1.2821358813952366</c:v>
                </c:pt>
                <c:pt idx="22786">
                  <c:v>1.2847367739280844</c:v>
                </c:pt>
                <c:pt idx="22787">
                  <c:v>1.2878634328225527</c:v>
                </c:pt>
                <c:pt idx="22788">
                  <c:v>1.2892578566511985</c:v>
                </c:pt>
                <c:pt idx="22789">
                  <c:v>1.2916784138619444</c:v>
                </c:pt>
                <c:pt idx="22790">
                  <c:v>1.2958616853478819</c:v>
                </c:pt>
                <c:pt idx="22791">
                  <c:v>1.301193007053397</c:v>
                </c:pt>
                <c:pt idx="22792">
                  <c:v>1.3056937703035985</c:v>
                </c:pt>
                <c:pt idx="22793">
                  <c:v>1.3090033044542824</c:v>
                </c:pt>
                <c:pt idx="22794">
                  <c:v>1.3114543408743977</c:v>
                </c:pt>
                <c:pt idx="22795">
                  <c:v>1.3152439225726484</c:v>
                </c:pt>
                <c:pt idx="22796">
                  <c:v>1.3176670197175087</c:v>
                </c:pt>
                <c:pt idx="22797">
                  <c:v>1.3190462039414697</c:v>
                </c:pt>
                <c:pt idx="22798">
                  <c:v>1.322429396181463</c:v>
                </c:pt>
                <c:pt idx="22799">
                  <c:v>1.3251166464741906</c:v>
                </c:pt>
                <c:pt idx="22800">
                  <c:v>1.3277480182164074</c:v>
                </c:pt>
                <c:pt idx="22801">
                  <c:v>1.3299679206321389</c:v>
                </c:pt>
                <c:pt idx="22802">
                  <c:v>1.3318093728648679</c:v>
                </c:pt>
                <c:pt idx="22803">
                  <c:v>1.3340114957418003</c:v>
                </c:pt>
                <c:pt idx="22804">
                  <c:v>1.3386595751706201</c:v>
                </c:pt>
                <c:pt idx="22805">
                  <c:v>1.3432593958512715</c:v>
                </c:pt>
                <c:pt idx="22806">
                  <c:v>1.345504697608144</c:v>
                </c:pt>
                <c:pt idx="22807">
                  <c:v>1.3453700811000964</c:v>
                </c:pt>
                <c:pt idx="22808">
                  <c:v>1.3453726210342103</c:v>
                </c:pt>
                <c:pt idx="22809">
                  <c:v>1.3492764997675961</c:v>
                </c:pt>
                <c:pt idx="22810">
                  <c:v>1.3531600590280688</c:v>
                </c:pt>
                <c:pt idx="22811">
                  <c:v>1.3549507125785156</c:v>
                </c:pt>
                <c:pt idx="22812">
                  <c:v>1.3569217014510644</c:v>
                </c:pt>
                <c:pt idx="22813">
                  <c:v>1.3596953095036715</c:v>
                </c:pt>
                <c:pt idx="22814">
                  <c:v>1.3618821927759193</c:v>
                </c:pt>
                <c:pt idx="22815">
                  <c:v>1.3629362654332746</c:v>
                </c:pt>
                <c:pt idx="22816">
                  <c:v>1.3645694430686468</c:v>
                </c:pt>
                <c:pt idx="22817">
                  <c:v>1.367858657746418</c:v>
                </c:pt>
                <c:pt idx="22818">
                  <c:v>1.3708760994739797</c:v>
                </c:pt>
                <c:pt idx="22819">
                  <c:v>1.3728343886759578</c:v>
                </c:pt>
                <c:pt idx="22820">
                  <c:v>1.3742237326363753</c:v>
                </c:pt>
                <c:pt idx="22821">
                  <c:v>1.3765985710330675</c:v>
                </c:pt>
                <c:pt idx="22822">
                  <c:v>1.3804440312818285</c:v>
                </c:pt>
                <c:pt idx="22823">
                  <c:v>1.3834259139317926</c:v>
                </c:pt>
                <c:pt idx="22824">
                  <c:v>1.3856000975334699</c:v>
                </c:pt>
                <c:pt idx="22825">
                  <c:v>1.3882416290121433</c:v>
                </c:pt>
                <c:pt idx="22826">
                  <c:v>1.3901288000589265</c:v>
                </c:pt>
                <c:pt idx="22827">
                  <c:v>1.3918102364424667</c:v>
                </c:pt>
                <c:pt idx="22828">
                  <c:v>1.3908603010837899</c:v>
                </c:pt>
                <c:pt idx="22829">
                  <c:v>1.3917645176284128</c:v>
                </c:pt>
                <c:pt idx="22830">
                  <c:v>1.3944339883823413</c:v>
                </c:pt>
                <c:pt idx="22831">
                  <c:v>1.3968774050001143</c:v>
                </c:pt>
                <c:pt idx="22832">
                  <c:v>1.398899192554945</c:v>
                </c:pt>
                <c:pt idx="22833">
                  <c:v>1.4006923860395062</c:v>
                </c:pt>
                <c:pt idx="22834">
                  <c:v>1.4019293339530772</c:v>
                </c:pt>
                <c:pt idx="22835">
                  <c:v>1.4026887742531959</c:v>
                </c:pt>
                <c:pt idx="22836">
                  <c:v>1.4042584535357152</c:v>
                </c:pt>
                <c:pt idx="22837">
                  <c:v>1.4059551295239401</c:v>
                </c:pt>
                <c:pt idx="22838">
                  <c:v>1.4068949051461606</c:v>
                </c:pt>
                <c:pt idx="22839">
                  <c:v>1.4071793777669408</c:v>
                </c:pt>
                <c:pt idx="22840">
                  <c:v>1.4081699520714432</c:v>
                </c:pt>
                <c:pt idx="22841">
                  <c:v>1.4086957184330637</c:v>
                </c:pt>
                <c:pt idx="22842">
                  <c:v>1.4089217725692196</c:v>
                </c:pt>
                <c:pt idx="22843">
                  <c:v>1.4098107495091576</c:v>
                </c:pt>
                <c:pt idx="22844">
                  <c:v>1.4108699020347413</c:v>
                </c:pt>
                <c:pt idx="22845">
                  <c:v>1.4129323285353976</c:v>
                </c:pt>
                <c:pt idx="22846">
                  <c:v>1.4143394520346142</c:v>
                </c:pt>
                <c:pt idx="22847">
                  <c:v>1.4147407616246435</c:v>
                </c:pt>
                <c:pt idx="22848">
                  <c:v>1.4159904092087852</c:v>
                </c:pt>
                <c:pt idx="22849">
                  <c:v>1.4192745440183281</c:v>
                </c:pt>
                <c:pt idx="22850">
                  <c:v>1.421829717737122</c:v>
                </c:pt>
                <c:pt idx="22851">
                  <c:v>1.422744094018201</c:v>
                </c:pt>
                <c:pt idx="22852">
                  <c:v>1.4225028002773608</c:v>
                </c:pt>
                <c:pt idx="22853">
                  <c:v>1.4221345098308151</c:v>
                </c:pt>
                <c:pt idx="22854">
                  <c:v>1.4220100530592237</c:v>
                </c:pt>
                <c:pt idx="22855">
                  <c:v>1.4221040306214456</c:v>
                </c:pt>
                <c:pt idx="22856">
                  <c:v>1.421809398264209</c:v>
                </c:pt>
                <c:pt idx="22857">
                  <c:v>1.4202422589158037</c:v>
                </c:pt>
                <c:pt idx="22858">
                  <c:v>1.4199730258997083</c:v>
                </c:pt>
                <c:pt idx="22859">
                  <c:v>1.4213522101236693</c:v>
                </c:pt>
                <c:pt idx="22860">
                  <c:v>1.4229066498015042</c:v>
                </c:pt>
                <c:pt idx="22861">
                  <c:v>1.4230844451894917</c:v>
                </c:pt>
                <c:pt idx="22862">
                  <c:v>1.4239759620635442</c:v>
                </c:pt>
                <c:pt idx="22863">
                  <c:v>1.4264422380883439</c:v>
                </c:pt>
                <c:pt idx="22864">
                  <c:v>1.4274099529858195</c:v>
                </c:pt>
                <c:pt idx="22865">
                  <c:v>1.4270391226051595</c:v>
                </c:pt>
                <c:pt idx="22866">
                  <c:v>1.4263457205920078</c:v>
                </c:pt>
                <c:pt idx="22867">
                  <c:v>1.4247608017048039</c:v>
                </c:pt>
                <c:pt idx="22868">
                  <c:v>1.4229269692744171</c:v>
                </c:pt>
                <c:pt idx="22869">
                  <c:v>1.4219440147722568</c:v>
                </c:pt>
                <c:pt idx="22870">
                  <c:v>1.4217585995819269</c:v>
                </c:pt>
                <c:pt idx="22871">
                  <c:v>1.420691827254001</c:v>
                </c:pt>
                <c:pt idx="22872">
                  <c:v>1.420061923593702</c:v>
                </c:pt>
                <c:pt idx="22873">
                  <c:v>1.4200339843184469</c:v>
                </c:pt>
                <c:pt idx="22874">
                  <c:v>1.4200136648455339</c:v>
                </c:pt>
                <c:pt idx="22875">
                  <c:v>1.4201686008264947</c:v>
                </c:pt>
                <c:pt idx="22876">
                  <c:v>1.4196758536083574</c:v>
                </c:pt>
                <c:pt idx="22877">
                  <c:v>1.4196275948601893</c:v>
                </c:pt>
                <c:pt idx="22878">
                  <c:v>1.4195132978250544</c:v>
                </c:pt>
                <c:pt idx="22879">
                  <c:v>1.4190713492891995</c:v>
                </c:pt>
                <c:pt idx="22880">
                  <c:v>1.4177963023639166</c:v>
                </c:pt>
                <c:pt idx="22881">
                  <c:v>1.4151496910170152</c:v>
                </c:pt>
                <c:pt idx="22882">
                  <c:v>1.4137832064636244</c:v>
                </c:pt>
                <c:pt idx="22883">
                  <c:v>1.4125056196042274</c:v>
                </c:pt>
                <c:pt idx="22884">
                  <c:v>1.4116725212147996</c:v>
                </c:pt>
                <c:pt idx="22885">
                  <c:v>1.411796977986391</c:v>
                </c:pt>
                <c:pt idx="22886">
                  <c:v>1.4121373291576815</c:v>
                </c:pt>
                <c:pt idx="22887">
                  <c:v>1.4119011152850693</c:v>
                </c:pt>
                <c:pt idx="22888">
                  <c:v>1.4110908763026688</c:v>
                </c:pt>
                <c:pt idx="22889">
                  <c:v>1.4098285290479566</c:v>
                </c:pt>
                <c:pt idx="22890">
                  <c:v>1.4091351270348047</c:v>
                </c:pt>
                <c:pt idx="22891">
                  <c:v>1.4094348392602696</c:v>
                </c:pt>
                <c:pt idx="22892">
                  <c:v>1.4099529858195479</c:v>
                </c:pt>
                <c:pt idx="22893">
                  <c:v>1.4104787521811684</c:v>
                </c:pt>
                <c:pt idx="22894">
                  <c:v>1.4102603178473549</c:v>
                </c:pt>
                <c:pt idx="22895">
                  <c:v>1.4087058781695203</c:v>
                </c:pt>
                <c:pt idx="22896">
                  <c:v>1.4067729883086832</c:v>
                </c:pt>
                <c:pt idx="22897">
                  <c:v>1.4053963440188362</c:v>
                </c:pt>
                <c:pt idx="22898">
                  <c:v>1.4051372707391971</c:v>
                </c:pt>
                <c:pt idx="22899">
                  <c:v>1.4048375585137323</c:v>
                </c:pt>
                <c:pt idx="22900">
                  <c:v>1.4032653392970986</c:v>
                </c:pt>
                <c:pt idx="22901">
                  <c:v>1.4018759953366811</c:v>
                </c:pt>
                <c:pt idx="22902">
                  <c:v>1.4017693181038884</c:v>
                </c:pt>
                <c:pt idx="22903">
                  <c:v>1.4009489193850311</c:v>
                </c:pt>
                <c:pt idx="22904">
                  <c:v>1.4009920982649711</c:v>
                </c:pt>
                <c:pt idx="22905">
                  <c:v>1.4029453075987208</c:v>
                </c:pt>
                <c:pt idx="22906">
                  <c:v>1.4028894290482106</c:v>
                </c:pt>
                <c:pt idx="22907">
                  <c:v>1.4014391266690542</c:v>
                </c:pt>
                <c:pt idx="22908">
                  <c:v>1.3999278658711591</c:v>
                </c:pt>
                <c:pt idx="22909">
                  <c:v>1.3994376585871362</c:v>
                </c:pt>
                <c:pt idx="22910">
                  <c:v>1.3997424506808294</c:v>
                </c:pt>
                <c:pt idx="22911">
                  <c:v>1.399826268506595</c:v>
                </c:pt>
                <c:pt idx="22912">
                  <c:v>1.3986756783529035</c:v>
                </c:pt>
                <c:pt idx="22913">
                  <c:v>1.3979670367350669</c:v>
                </c:pt>
                <c:pt idx="22914">
                  <c:v>1.3962398815374728</c:v>
                </c:pt>
                <c:pt idx="22915">
                  <c:v>1.3946219435067855</c:v>
                </c:pt>
                <c:pt idx="22916">
                  <c:v>1.3953915435433604</c:v>
                </c:pt>
                <c:pt idx="22917">
                  <c:v>1.3967656478990935</c:v>
                </c:pt>
                <c:pt idx="22918">
                  <c:v>1.3966107119181328</c:v>
                </c:pt>
                <c:pt idx="22919">
                  <c:v>1.3960595462153711</c:v>
                </c:pt>
                <c:pt idx="22920">
                  <c:v>1.3954194828186157</c:v>
                </c:pt>
                <c:pt idx="22921">
                  <c:v>1.3943222312813206</c:v>
                </c:pt>
                <c:pt idx="22922">
                  <c:v>1.3940707778040238</c:v>
                </c:pt>
                <c:pt idx="22923">
                  <c:v>1.3948022788288872</c:v>
                </c:pt>
                <c:pt idx="22924">
                  <c:v>1.3943781098318309</c:v>
                </c:pt>
                <c:pt idx="22925">
                  <c:v>1.3931843407981996</c:v>
                </c:pt>
                <c:pt idx="22926">
                  <c:v>1.3907104449710574</c:v>
                </c:pt>
                <c:pt idx="22927">
                  <c:v>1.3890544079286584</c:v>
                </c:pt>
                <c:pt idx="22928">
                  <c:v>1.3892017241072767</c:v>
                </c:pt>
                <c:pt idx="22929">
                  <c:v>1.3905555089900967</c:v>
                </c:pt>
                <c:pt idx="22930">
                  <c:v>1.3915587829651699</c:v>
                </c:pt>
                <c:pt idx="22931">
                  <c:v>1.3918026166401243</c:v>
                </c:pt>
                <c:pt idx="22932">
                  <c:v>1.3920210509739377</c:v>
                </c:pt>
                <c:pt idx="22933">
                  <c:v>1.3924249004980811</c:v>
                </c:pt>
                <c:pt idx="22934">
                  <c:v>1.3928947883091913</c:v>
                </c:pt>
                <c:pt idx="22935">
                  <c:v>1.3930040054760979</c:v>
                </c:pt>
                <c:pt idx="22936">
                  <c:v>1.3925823764131557</c:v>
                </c:pt>
                <c:pt idx="22937">
                  <c:v>1.3935907302564572</c:v>
                </c:pt>
                <c:pt idx="22938">
                  <c:v>1.3952137481553728</c:v>
                </c:pt>
                <c:pt idx="22939">
                  <c:v>1.3945228860763352</c:v>
                </c:pt>
                <c:pt idx="22940">
                  <c:v>1.3926026958860687</c:v>
                </c:pt>
                <c:pt idx="22941">
                  <c:v>1.3933976952637848</c:v>
                </c:pt>
                <c:pt idx="22942">
                  <c:v>1.3946295633091277</c:v>
                </c:pt>
                <c:pt idx="22943">
                  <c:v>1.3944060491070862</c:v>
                </c:pt>
                <c:pt idx="22944">
                  <c:v>1.3940072794511711</c:v>
                </c:pt>
                <c:pt idx="22945">
                  <c:v>1.3929760662008428</c:v>
                </c:pt>
                <c:pt idx="22946">
                  <c:v>1.3922521849783216</c:v>
                </c:pt>
                <c:pt idx="22947">
                  <c:v>1.3934611936166377</c:v>
                </c:pt>
                <c:pt idx="22948">
                  <c:v>1.3938167843926128</c:v>
                </c:pt>
                <c:pt idx="22949">
                  <c:v>1.3924045810251682</c:v>
                </c:pt>
                <c:pt idx="22950">
                  <c:v>1.3920947090632469</c:v>
                </c:pt>
                <c:pt idx="22951">
                  <c:v>1.3934078550002413</c:v>
                </c:pt>
                <c:pt idx="22952">
                  <c:v>1.3928922483750772</c:v>
                </c:pt>
                <c:pt idx="22953">
                  <c:v>1.3915562430310557</c:v>
                </c:pt>
                <c:pt idx="22954">
                  <c:v>1.3917873770354396</c:v>
                </c:pt>
                <c:pt idx="22955">
                  <c:v>1.3911015948246304</c:v>
                </c:pt>
                <c:pt idx="22956">
                  <c:v>1.3906164674088353</c:v>
                </c:pt>
                <c:pt idx="22957">
                  <c:v>1.3906367868817484</c:v>
                </c:pt>
                <c:pt idx="22958">
                  <c:v>1.3909618984483543</c:v>
                </c:pt>
                <c:pt idx="22959">
                  <c:v>1.3920134311715955</c:v>
                </c:pt>
                <c:pt idx="22960">
                  <c:v>1.3926788939094921</c:v>
                </c:pt>
                <c:pt idx="22961">
                  <c:v>1.3920820093926762</c:v>
                </c:pt>
                <c:pt idx="22962">
                  <c:v>1.3912489110032484</c:v>
                </c:pt>
                <c:pt idx="22963">
                  <c:v>1.3933976952637848</c:v>
                </c:pt>
                <c:pt idx="22964">
                  <c:v>1.3958004729357321</c:v>
                </c:pt>
                <c:pt idx="22965">
                  <c:v>1.3958538115521284</c:v>
                </c:pt>
                <c:pt idx="22966">
                  <c:v>1.395122310527265</c:v>
                </c:pt>
                <c:pt idx="22967">
                  <c:v>1.3942434933237831</c:v>
                </c:pt>
                <c:pt idx="22968">
                  <c:v>1.3941520556956752</c:v>
                </c:pt>
                <c:pt idx="22969">
                  <c:v>1.3951350101978355</c:v>
                </c:pt>
                <c:pt idx="22970">
                  <c:v>1.3957420544511074</c:v>
                </c:pt>
                <c:pt idx="22971">
                  <c:v>1.3953102656517089</c:v>
                </c:pt>
                <c:pt idx="22972">
                  <c:v>1.3949597547439621</c:v>
                </c:pt>
                <c:pt idx="22973">
                  <c:v>1.3949292755345926</c:v>
                </c:pt>
                <c:pt idx="22974">
                  <c:v>1.3960163673354313</c:v>
                </c:pt>
                <c:pt idx="22975">
                  <c:v>1.3963414789020372</c:v>
                </c:pt>
                <c:pt idx="22976">
                  <c:v>1.3952747065741113</c:v>
                </c:pt>
                <c:pt idx="22977">
                  <c:v>1.394355250424804</c:v>
                </c:pt>
                <c:pt idx="22978">
                  <c:v>1.3927931909446269</c:v>
                </c:pt>
                <c:pt idx="22979">
                  <c:v>1.3931818008640855</c:v>
                </c:pt>
                <c:pt idx="22980">
                  <c:v>1.3949470550733913</c:v>
                </c:pt>
                <c:pt idx="22981">
                  <c:v>1.3941622154321318</c:v>
                </c:pt>
                <c:pt idx="22982">
                  <c:v>1.3923995011569399</c:v>
                </c:pt>
                <c:pt idx="22983">
                  <c:v>1.3931741810617433</c:v>
                </c:pt>
                <c:pt idx="22984">
                  <c:v>1.394263812796696</c:v>
                </c:pt>
                <c:pt idx="22985">
                  <c:v>1.3935196121012621</c:v>
                </c:pt>
                <c:pt idx="22986">
                  <c:v>1.3936008899929135</c:v>
                </c:pt>
                <c:pt idx="22987">
                  <c:v>1.3941901547073869</c:v>
                </c:pt>
                <c:pt idx="22988">
                  <c:v>1.3924985585873904</c:v>
                </c:pt>
                <c:pt idx="22989">
                  <c:v>1.390232937357605</c:v>
                </c:pt>
                <c:pt idx="22990">
                  <c:v>1.3899764040120799</c:v>
                </c:pt>
                <c:pt idx="22991">
                  <c:v>1.3899408449344823</c:v>
                </c:pt>
                <c:pt idx="22992">
                  <c:v>1.3897655894806089</c:v>
                </c:pt>
                <c:pt idx="22993">
                  <c:v>1.3905885281335801</c:v>
                </c:pt>
                <c:pt idx="22994">
                  <c:v>1.3920540701174211</c:v>
                </c:pt>
                <c:pt idx="22995">
                  <c:v>1.3903218350515987</c:v>
                </c:pt>
                <c:pt idx="22996">
                  <c:v>1.3887775551102204</c:v>
                </c:pt>
                <c:pt idx="22997">
                  <c:v>1.3879596963254772</c:v>
                </c:pt>
                <c:pt idx="22998">
                  <c:v>1.3879368369184504</c:v>
                </c:pt>
                <c:pt idx="22999">
                  <c:v>1.3879571563913631</c:v>
                </c:pt>
                <c:pt idx="23000">
                  <c:v>1.3883406864425938</c:v>
                </c:pt>
                <c:pt idx="23001">
                  <c:v>1.3881400316475792</c:v>
                </c:pt>
                <c:pt idx="23002">
                  <c:v>1.3900780013766443</c:v>
                </c:pt>
                <c:pt idx="23003">
                  <c:v>1.3922902839900333</c:v>
                </c:pt>
                <c:pt idx="23004">
                  <c:v>1.3907333043780845</c:v>
                </c:pt>
                <c:pt idx="23005">
                  <c:v>1.3892220435801894</c:v>
                </c:pt>
                <c:pt idx="23006">
                  <c:v>1.3876549042317843</c:v>
                </c:pt>
                <c:pt idx="23007">
                  <c:v>1.3862655602713665</c:v>
                </c:pt>
                <c:pt idx="23008">
                  <c:v>1.3849092354544323</c:v>
                </c:pt>
                <c:pt idx="23009">
                  <c:v>1.3843479100152143</c:v>
                </c:pt>
                <c:pt idx="23010">
                  <c:v>1.3842590123212204</c:v>
                </c:pt>
                <c:pt idx="23011">
                  <c:v>1.382432799693176</c:v>
                </c:pt>
                <c:pt idx="23012">
                  <c:v>1.3788514925922821</c:v>
                </c:pt>
                <c:pt idx="23013">
                  <c:v>1.3768474845762499</c:v>
                </c:pt>
                <c:pt idx="23014">
                  <c:v>1.3763293380169719</c:v>
                </c:pt>
                <c:pt idx="23015">
                  <c:v>1.3770989380535468</c:v>
                </c:pt>
                <c:pt idx="23016">
                  <c:v>1.3771827558793124</c:v>
                </c:pt>
                <c:pt idx="23017">
                  <c:v>1.3764309353815363</c:v>
                </c:pt>
                <c:pt idx="23018">
                  <c:v>1.3766214304400943</c:v>
                </c:pt>
                <c:pt idx="23019">
                  <c:v>1.3754429010111477</c:v>
                </c:pt>
                <c:pt idx="23020">
                  <c:v>1.3733703147740348</c:v>
                </c:pt>
                <c:pt idx="23021">
                  <c:v>1.3739417999497092</c:v>
                </c:pt>
                <c:pt idx="23022">
                  <c:v>1.3745564640053236</c:v>
                </c:pt>
                <c:pt idx="23023">
                  <c:v>1.3756918145543304</c:v>
                </c:pt>
                <c:pt idx="23024">
                  <c:v>1.3758289709964924</c:v>
                </c:pt>
                <c:pt idx="23025">
                  <c:v>1.3739697392249646</c:v>
                </c:pt>
                <c:pt idx="23026">
                  <c:v>1.3730071041957173</c:v>
                </c:pt>
                <c:pt idx="23027">
                  <c:v>1.3736065286466468</c:v>
                </c:pt>
                <c:pt idx="23028">
                  <c:v>1.374378668617336</c:v>
                </c:pt>
                <c:pt idx="23029">
                  <c:v>1.3741805537564356</c:v>
                </c:pt>
                <c:pt idx="23030">
                  <c:v>1.3718819133831668</c:v>
                </c:pt>
                <c:pt idx="23031">
                  <c:v>1.3703173139688756</c:v>
                </c:pt>
                <c:pt idx="23032">
                  <c:v>1.3700684004256929</c:v>
                </c:pt>
                <c:pt idx="23033">
                  <c:v>1.369626451889838</c:v>
                </c:pt>
                <c:pt idx="23034">
                  <c:v>1.36916418388107</c:v>
                </c:pt>
                <c:pt idx="23035">
                  <c:v>1.3677646801841961</c:v>
                </c:pt>
                <c:pt idx="23036">
                  <c:v>1.3674954471681005</c:v>
                </c:pt>
                <c:pt idx="23037">
                  <c:v>1.3667131474609548</c:v>
                </c:pt>
                <c:pt idx="23038">
                  <c:v>1.365831790323359</c:v>
                </c:pt>
                <c:pt idx="23039">
                  <c:v>1.3646735803673251</c:v>
                </c:pt>
                <c:pt idx="23040">
                  <c:v>1.3637744436909307</c:v>
                </c:pt>
                <c:pt idx="23041">
                  <c:v>1.3627686297817434</c:v>
                </c:pt>
                <c:pt idx="23042">
                  <c:v>1.36148088318589</c:v>
                </c:pt>
                <c:pt idx="23043">
                  <c:v>1.3603099735592858</c:v>
                </c:pt>
                <c:pt idx="23044">
                  <c:v>1.3598985042328002</c:v>
                </c:pt>
                <c:pt idx="23045">
                  <c:v>1.3587682335520217</c:v>
                </c:pt>
                <c:pt idx="23046">
                  <c:v>1.3573788895916041</c:v>
                </c:pt>
                <c:pt idx="23047">
                  <c:v>1.3575287457043363</c:v>
                </c:pt>
                <c:pt idx="23048">
                  <c:v>1.3571756948624754</c:v>
                </c:pt>
                <c:pt idx="23049">
                  <c:v>1.3560809832592944</c:v>
                </c:pt>
                <c:pt idx="23050">
                  <c:v>1.3564467337717259</c:v>
                </c:pt>
                <c:pt idx="23051">
                  <c:v>1.3564137146282427</c:v>
                </c:pt>
                <c:pt idx="23052">
                  <c:v>1.3562409991084832</c:v>
                </c:pt>
                <c:pt idx="23053">
                  <c:v>1.3570969569049378</c:v>
                </c:pt>
                <c:pt idx="23054">
                  <c:v>1.3555679165682442</c:v>
                </c:pt>
                <c:pt idx="23055">
                  <c:v>1.35449606437209</c:v>
                </c:pt>
                <c:pt idx="23056">
                  <c:v>1.3563705357483027</c:v>
                </c:pt>
                <c:pt idx="23057">
                  <c:v>1.3561343218756905</c:v>
                </c:pt>
                <c:pt idx="23058">
                  <c:v>1.354120154123202</c:v>
                </c:pt>
                <c:pt idx="23059">
                  <c:v>1.3524336378714337</c:v>
                </c:pt>
                <c:pt idx="23060">
                  <c:v>1.3521491652506534</c:v>
                </c:pt>
                <c:pt idx="23061">
                  <c:v>1.3521872642623651</c:v>
                </c:pt>
                <c:pt idx="23062">
                  <c:v>1.3514760827104144</c:v>
                </c:pt>
                <c:pt idx="23063">
                  <c:v>1.3504956681423683</c:v>
                </c:pt>
                <c:pt idx="23064">
                  <c:v>1.3507598212902359</c:v>
                </c:pt>
                <c:pt idx="23065">
                  <c:v>1.3499318027690361</c:v>
                </c:pt>
                <c:pt idx="23066">
                  <c:v>1.3503966107119181</c:v>
                </c:pt>
                <c:pt idx="23067">
                  <c:v>1.3505058278788247</c:v>
                </c:pt>
                <c:pt idx="23068">
                  <c:v>1.3489310687280771</c:v>
                </c:pt>
                <c:pt idx="23069">
                  <c:v>1.3466984666417754</c:v>
                </c:pt>
                <c:pt idx="23070">
                  <c:v>1.3457713906901254</c:v>
                </c:pt>
                <c:pt idx="23071">
                  <c:v>1.3471150158364893</c:v>
                </c:pt>
                <c:pt idx="23072">
                  <c:v>1.349162202732461</c:v>
                </c:pt>
                <c:pt idx="23073">
                  <c:v>1.3483976825641144</c:v>
                </c:pt>
                <c:pt idx="23074">
                  <c:v>1.3461473009390137</c:v>
                </c:pt>
                <c:pt idx="23075">
                  <c:v>1.3457002725349305</c:v>
                </c:pt>
                <c:pt idx="23076">
                  <c:v>1.347252172278651</c:v>
                </c:pt>
                <c:pt idx="23077">
                  <c:v>1.3474452072713234</c:v>
                </c:pt>
                <c:pt idx="23078">
                  <c:v>1.3464012943504247</c:v>
                </c:pt>
                <c:pt idx="23079">
                  <c:v>1.3461752402142688</c:v>
                </c:pt>
                <c:pt idx="23080">
                  <c:v>1.3476738013415932</c:v>
                </c:pt>
                <c:pt idx="23081">
                  <c:v>1.3488040720223717</c:v>
                </c:pt>
                <c:pt idx="23082">
                  <c:v>1.3480319320516827</c:v>
                </c:pt>
                <c:pt idx="23083">
                  <c:v>1.3468838818321052</c:v>
                </c:pt>
                <c:pt idx="23084">
                  <c:v>1.3456189946432791</c:v>
                </c:pt>
                <c:pt idx="23085">
                  <c:v>1.3448773338819591</c:v>
                </c:pt>
                <c:pt idx="23086">
                  <c:v>1.3448392348702474</c:v>
                </c:pt>
                <c:pt idx="23087">
                  <c:v>1.3457561510854408</c:v>
                </c:pt>
                <c:pt idx="23088">
                  <c:v>1.3467873643357691</c:v>
                </c:pt>
                <c:pt idx="23089">
                  <c:v>1.3464622527691632</c:v>
                </c:pt>
                <c:pt idx="23090">
                  <c:v>1.3463022369199742</c:v>
                </c:pt>
                <c:pt idx="23091">
                  <c:v>1.34564439398442</c:v>
                </c:pt>
                <c:pt idx="23092">
                  <c:v>1.3437775424105498</c:v>
                </c:pt>
                <c:pt idx="23093">
                  <c:v>1.3423018406902525</c:v>
                </c:pt>
                <c:pt idx="23094">
                  <c:v>1.3436784849800996</c:v>
                </c:pt>
                <c:pt idx="23095">
                  <c:v>1.3463276362611154</c:v>
                </c:pt>
                <c:pt idx="23096">
                  <c:v>1.3457891702289242</c:v>
                </c:pt>
                <c:pt idx="23097">
                  <c:v>1.3449611517077247</c:v>
                </c:pt>
                <c:pt idx="23098">
                  <c:v>1.3445319028424403</c:v>
                </c:pt>
                <c:pt idx="23099">
                  <c:v>1.3443490275862244</c:v>
                </c:pt>
                <c:pt idx="23100">
                  <c:v>1.3441763120664649</c:v>
                </c:pt>
                <c:pt idx="23101">
                  <c:v>1.3455656560268827</c:v>
                </c:pt>
                <c:pt idx="23102">
                  <c:v>1.3469676996578708</c:v>
                </c:pt>
                <c:pt idx="23103">
                  <c:v>1.3475417247676595</c:v>
                </c:pt>
                <c:pt idx="23104">
                  <c:v>1.3481233696797905</c:v>
                </c:pt>
                <c:pt idx="23105">
                  <c:v>1.3495609723883764</c:v>
                </c:pt>
                <c:pt idx="23106">
                  <c:v>1.3514151242916759</c:v>
                </c:pt>
                <c:pt idx="23107">
                  <c:v>1.3527181104922139</c:v>
                </c:pt>
                <c:pt idx="23108">
                  <c:v>1.3538915600529322</c:v>
                </c:pt>
                <c:pt idx="23109">
                  <c:v>1.353210857710351</c:v>
                </c:pt>
                <c:pt idx="23110">
                  <c:v>1.3506633037938995</c:v>
                </c:pt>
                <c:pt idx="23111">
                  <c:v>1.3494974740355234</c:v>
                </c:pt>
                <c:pt idx="23112">
                  <c:v>1.3506480641892149</c:v>
                </c:pt>
                <c:pt idx="23113">
                  <c:v>1.3508334793795449</c:v>
                </c:pt>
                <c:pt idx="23114">
                  <c:v>1.3520272484131761</c:v>
                </c:pt>
                <c:pt idx="23115">
                  <c:v>1.3547322782447022</c:v>
                </c:pt>
                <c:pt idx="23116">
                  <c:v>1.3575592249137056</c:v>
                </c:pt>
                <c:pt idx="23117">
                  <c:v>1.360033120740848</c:v>
                </c:pt>
                <c:pt idx="23118">
                  <c:v>1.360917017812558</c:v>
                </c:pt>
                <c:pt idx="23119">
                  <c:v>1.3592127220219907</c:v>
                </c:pt>
                <c:pt idx="23120">
                  <c:v>1.35979944680235</c:v>
                </c:pt>
                <c:pt idx="23121">
                  <c:v>1.3615850204845685</c:v>
                </c:pt>
                <c:pt idx="23122">
                  <c:v>1.363667766458138</c:v>
                </c:pt>
                <c:pt idx="23123">
                  <c:v>1.3654431804039002</c:v>
                </c:pt>
                <c:pt idx="23124">
                  <c:v>1.3655346180320083</c:v>
                </c:pt>
                <c:pt idx="23125">
                  <c:v>1.3658470299280436</c:v>
                </c:pt>
                <c:pt idx="23126">
                  <c:v>1.3658927487420978</c:v>
                </c:pt>
                <c:pt idx="23127">
                  <c:v>1.365620975791888</c:v>
                </c:pt>
                <c:pt idx="23128">
                  <c:v>1.3654203209968734</c:v>
                </c:pt>
                <c:pt idx="23129">
                  <c:v>1.3677596003159678</c:v>
                </c:pt>
                <c:pt idx="23130">
                  <c:v>1.3710310354549402</c:v>
                </c:pt>
                <c:pt idx="23131">
                  <c:v>1.3734566725339143</c:v>
                </c:pt>
                <c:pt idx="23132">
                  <c:v>1.3754835399569734</c:v>
                </c:pt>
                <c:pt idx="23133">
                  <c:v>1.3767890660916255</c:v>
                </c:pt>
                <c:pt idx="23134">
                  <c:v>1.3782241288660972</c:v>
                </c:pt>
                <c:pt idx="23135">
                  <c:v>1.3789556298909607</c:v>
                </c:pt>
                <c:pt idx="23136">
                  <c:v>1.3783866846494002</c:v>
                </c:pt>
                <c:pt idx="23137">
                  <c:v>1.3788032338441141</c:v>
                </c:pt>
                <c:pt idx="23138">
                  <c:v>1.3813761871017065</c:v>
                </c:pt>
                <c:pt idx="23139">
                  <c:v>1.3822880234486719</c:v>
                </c:pt>
                <c:pt idx="23140">
                  <c:v>1.3822778637122153</c:v>
                </c:pt>
                <c:pt idx="23141">
                  <c:v>1.3835554505716121</c:v>
                </c:pt>
                <c:pt idx="23142">
                  <c:v>1.3871316778042777</c:v>
                </c:pt>
                <c:pt idx="23143">
                  <c:v>1.389232203316646</c:v>
                </c:pt>
                <c:pt idx="23144">
                  <c:v>1.3896335129066753</c:v>
                </c:pt>
                <c:pt idx="23145">
                  <c:v>1.3906063076723789</c:v>
                </c:pt>
                <c:pt idx="23146">
                  <c:v>1.3917416582213857</c:v>
                </c:pt>
                <c:pt idx="23147">
                  <c:v>1.394634643177356</c:v>
                </c:pt>
                <c:pt idx="23148">
                  <c:v>1.397476829451044</c:v>
                </c:pt>
                <c:pt idx="23149">
                  <c:v>1.3999227860029311</c:v>
                </c:pt>
                <c:pt idx="23150">
                  <c:v>1.4013934078550001</c:v>
                </c:pt>
                <c:pt idx="23151">
                  <c:v>1.4027395729354781</c:v>
                </c:pt>
                <c:pt idx="23152">
                  <c:v>1.4040577987407006</c:v>
                </c:pt>
                <c:pt idx="23153">
                  <c:v>1.4051702898826806</c:v>
                </c:pt>
                <c:pt idx="23154">
                  <c:v>1.4076010068298828</c:v>
                </c:pt>
                <c:pt idx="23155">
                  <c:v>1.4109968987404466</c:v>
                </c:pt>
                <c:pt idx="23156">
                  <c:v>1.4136358902850059</c:v>
                </c:pt>
                <c:pt idx="23157">
                  <c:v>1.4145172474226018</c:v>
                </c:pt>
                <c:pt idx="23158">
                  <c:v>1.4149845952995979</c:v>
                </c:pt>
                <c:pt idx="23159">
                  <c:v>1.4181188739964086</c:v>
                </c:pt>
                <c:pt idx="23160">
                  <c:v>1.4218906761558605</c:v>
                </c:pt>
                <c:pt idx="23161">
                  <c:v>1.4235822722758571</c:v>
                </c:pt>
                <c:pt idx="23162">
                  <c:v>1.4249563766315902</c:v>
                </c:pt>
                <c:pt idx="23163">
                  <c:v>1.4264244585495454</c:v>
                </c:pt>
                <c:pt idx="23164">
                  <c:v>1.427001023593448</c:v>
                </c:pt>
                <c:pt idx="23165">
                  <c:v>1.4272931160165705</c:v>
                </c:pt>
                <c:pt idx="23166">
                  <c:v>1.4288704151014322</c:v>
                </c:pt>
                <c:pt idx="23167">
                  <c:v>1.4302521392595076</c:v>
                </c:pt>
                <c:pt idx="23168">
                  <c:v>1.4312579531686949</c:v>
                </c:pt>
                <c:pt idx="23169">
                  <c:v>1.4339960021437044</c:v>
                </c:pt>
                <c:pt idx="23170">
                  <c:v>1.4378338425901231</c:v>
                </c:pt>
                <c:pt idx="23171">
                  <c:v>1.440785246030718</c:v>
                </c:pt>
                <c:pt idx="23172">
                  <c:v>1.4424641424801441</c:v>
                </c:pt>
                <c:pt idx="23173">
                  <c:v>1.4438712659793604</c:v>
                </c:pt>
                <c:pt idx="23174">
                  <c:v>1.4454561848665646</c:v>
                </c:pt>
                <c:pt idx="23175">
                  <c:v>1.4480392978606136</c:v>
                </c:pt>
                <c:pt idx="23176">
                  <c:v>1.451615525093279</c:v>
                </c:pt>
                <c:pt idx="23177">
                  <c:v>1.4533553799614438</c:v>
                </c:pt>
                <c:pt idx="23178">
                  <c:v>1.4546583661619819</c:v>
                </c:pt>
                <c:pt idx="23179">
                  <c:v>1.4557454579628204</c:v>
                </c:pt>
                <c:pt idx="23180">
                  <c:v>1.4575157920403545</c:v>
                </c:pt>
                <c:pt idx="23181">
                  <c:v>1.4611047189435906</c:v>
                </c:pt>
                <c:pt idx="23182">
                  <c:v>1.4640408827795008</c:v>
                </c:pt>
                <c:pt idx="23183">
                  <c:v>1.4642034385628038</c:v>
                </c:pt>
                <c:pt idx="23184">
                  <c:v>1.4642288379039448</c:v>
                </c:pt>
                <c:pt idx="23185">
                  <c:v>1.4655038848292274</c:v>
                </c:pt>
                <c:pt idx="23186">
                  <c:v>1.4683511509711438</c:v>
                </c:pt>
                <c:pt idx="23187">
                  <c:v>1.4711247590237508</c:v>
                </c:pt>
                <c:pt idx="23188">
                  <c:v>1.4719019788626684</c:v>
                </c:pt>
                <c:pt idx="23189">
                  <c:v>1.4723261478597245</c:v>
                </c:pt>
                <c:pt idx="23190">
                  <c:v>1.4734056198582208</c:v>
                </c:pt>
                <c:pt idx="23191">
                  <c:v>1.4748406826326925</c:v>
                </c:pt>
                <c:pt idx="23192">
                  <c:v>1.4750997559123316</c:v>
                </c:pt>
                <c:pt idx="23193">
                  <c:v>1.4756255222739521</c:v>
                </c:pt>
                <c:pt idx="23194">
                  <c:v>1.4777793864027167</c:v>
                </c:pt>
                <c:pt idx="23195">
                  <c:v>1.4802583620980871</c:v>
                </c:pt>
                <c:pt idx="23196">
                  <c:v>1.4831157879764598</c:v>
                </c:pt>
                <c:pt idx="23197">
                  <c:v>1.4848099240305705</c:v>
                </c:pt>
                <c:pt idx="23198">
                  <c:v>1.4862983254214386</c:v>
                </c:pt>
                <c:pt idx="23199">
                  <c:v>1.489267508400832</c:v>
                </c:pt>
                <c:pt idx="23200">
                  <c:v>1.4930469303626264</c:v>
                </c:pt>
                <c:pt idx="23201">
                  <c:v>1.4950560182468866</c:v>
                </c:pt>
                <c:pt idx="23202">
                  <c:v>1.495967854593852</c:v>
                </c:pt>
                <c:pt idx="23203">
                  <c:v>1.4966891958822588</c:v>
                </c:pt>
                <c:pt idx="23204">
                  <c:v>1.4954801872439429</c:v>
                </c:pt>
                <c:pt idx="23205">
                  <c:v>1.4937174729687512</c:v>
                </c:pt>
                <c:pt idx="23206">
                  <c:v>1.4953557304723515</c:v>
                </c:pt>
                <c:pt idx="23207">
                  <c:v>1.496831432192649</c:v>
                </c:pt>
                <c:pt idx="23208">
                  <c:v>1.4986347854136663</c:v>
                </c:pt>
                <c:pt idx="23209">
                  <c:v>1.5005981544838727</c:v>
                </c:pt>
                <c:pt idx="23210">
                  <c:v>1.5015684093154624</c:v>
                </c:pt>
                <c:pt idx="23211">
                  <c:v>1.5021017954794251</c:v>
                </c:pt>
                <c:pt idx="23212">
                  <c:v>1.5028307565701744</c:v>
                </c:pt>
                <c:pt idx="23213">
                  <c:v>1.501863041672699</c:v>
                </c:pt>
                <c:pt idx="23214">
                  <c:v>1.5017385849011076</c:v>
                </c:pt>
                <c:pt idx="23215">
                  <c:v>1.5033895420752785</c:v>
                </c:pt>
                <c:pt idx="23216">
                  <c:v>1.5058456583636222</c:v>
                </c:pt>
                <c:pt idx="23217">
                  <c:v>1.5076693310575524</c:v>
                </c:pt>
                <c:pt idx="23218">
                  <c:v>1.5084694103034968</c:v>
                </c:pt>
                <c:pt idx="23219">
                  <c:v>1.5088173812771295</c:v>
                </c:pt>
                <c:pt idx="23220">
                  <c:v>1.50873102351725</c:v>
                </c:pt>
                <c:pt idx="23221">
                  <c:v>1.5096149205889597</c:v>
                </c:pt>
                <c:pt idx="23222">
                  <c:v>1.5111617404644524</c:v>
                </c:pt>
                <c:pt idx="23223">
                  <c:v>1.5123809088392246</c:v>
                </c:pt>
                <c:pt idx="23224">
                  <c:v>1.5131733682828268</c:v>
                </c:pt>
                <c:pt idx="23225">
                  <c:v>1.5135137194541173</c:v>
                </c:pt>
                <c:pt idx="23226">
                  <c:v>1.5141944217966985</c:v>
                </c:pt>
                <c:pt idx="23227">
                  <c:v>1.5148649644028234</c:v>
                </c:pt>
                <c:pt idx="23228">
                  <c:v>1.5153805710279875</c:v>
                </c:pt>
                <c:pt idx="23229">
                  <c:v>1.5154415294467261</c:v>
                </c:pt>
                <c:pt idx="23230">
                  <c:v>1.5152180152446846</c:v>
                </c:pt>
                <c:pt idx="23231">
                  <c:v>1.5149005234804209</c:v>
                </c:pt>
                <c:pt idx="23232">
                  <c:v>1.5138032719431258</c:v>
                </c:pt>
                <c:pt idx="23233">
                  <c:v>1.5140344059475097</c:v>
                </c:pt>
                <c:pt idx="23234">
                  <c:v>1.5144992138903917</c:v>
                </c:pt>
                <c:pt idx="23235">
                  <c:v>1.5157133023969358</c:v>
                </c:pt>
                <c:pt idx="23236">
                  <c:v>1.5174379176604158</c:v>
                </c:pt>
                <c:pt idx="23237">
                  <c:v>1.5182684761157295</c:v>
                </c:pt>
                <c:pt idx="23238">
                  <c:v>1.518347214073267</c:v>
                </c:pt>
                <c:pt idx="23239">
                  <c:v>1.518415792294348</c:v>
                </c:pt>
                <c:pt idx="23240">
                  <c:v>1.517717310412968</c:v>
                </c:pt>
                <c:pt idx="23241">
                  <c:v>1.5169451704422787</c:v>
                </c:pt>
                <c:pt idx="23242">
                  <c:v>1.5161501710645626</c:v>
                </c:pt>
                <c:pt idx="23243">
                  <c:v>1.5160841327775958</c:v>
                </c:pt>
                <c:pt idx="23244">
                  <c:v>1.5166454582168138</c:v>
                </c:pt>
                <c:pt idx="23245">
                  <c:v>1.5179027256032978</c:v>
                </c:pt>
                <c:pt idx="23246">
                  <c:v>1.5189644180629953</c:v>
                </c:pt>
                <c:pt idx="23247">
                  <c:v>1.518933938853626</c:v>
                </c:pt>
                <c:pt idx="23248">
                  <c:v>1.5182811757863002</c:v>
                </c:pt>
                <c:pt idx="23249">
                  <c:v>1.517623332850746</c:v>
                </c:pt>
                <c:pt idx="23250">
                  <c:v>1.5170670872797558</c:v>
                </c:pt>
                <c:pt idx="23251">
                  <c:v>1.5161984298127307</c:v>
                </c:pt>
                <c:pt idx="23252">
                  <c:v>1.516208589549187</c:v>
                </c:pt>
                <c:pt idx="23253">
                  <c:v>1.5169858093881046</c:v>
                </c:pt>
                <c:pt idx="23254">
                  <c:v>1.5167216562402372</c:v>
                </c:pt>
                <c:pt idx="23255">
                  <c:v>1.5170670872797558</c:v>
                </c:pt>
                <c:pt idx="23256">
                  <c:v>1.5165616403910482</c:v>
                </c:pt>
                <c:pt idx="23257">
                  <c:v>1.5153958106326721</c:v>
                </c:pt>
                <c:pt idx="23258">
                  <c:v>1.5143442779094309</c:v>
                </c:pt>
                <c:pt idx="23259">
                  <c:v>1.5133206844614451</c:v>
                </c:pt>
                <c:pt idx="23260">
                  <c:v>1.5129346144761004</c:v>
                </c:pt>
                <c:pt idx="23261">
                  <c:v>1.5125460045566417</c:v>
                </c:pt>
                <c:pt idx="23262">
                  <c:v>1.5121396150983843</c:v>
                </c:pt>
                <c:pt idx="23263">
                  <c:v>1.5124545669285339</c:v>
                </c:pt>
                <c:pt idx="23264">
                  <c:v>1.5129422342784427</c:v>
                </c:pt>
                <c:pt idx="23265">
                  <c:v>1.5129498540807851</c:v>
                </c:pt>
                <c:pt idx="23266">
                  <c:v>1.5119618197103968</c:v>
                </c:pt>
                <c:pt idx="23267">
                  <c:v>1.5107070922580268</c:v>
                </c:pt>
                <c:pt idx="23268">
                  <c:v>1.5090205760062583</c:v>
                </c:pt>
                <c:pt idx="23269">
                  <c:v>1.5071435646959319</c:v>
                </c:pt>
                <c:pt idx="23270">
                  <c:v>1.5055891250180971</c:v>
                </c:pt>
                <c:pt idx="23271">
                  <c:v>1.5060031342786968</c:v>
                </c:pt>
                <c:pt idx="23272">
                  <c:v>1.5070394273972534</c:v>
                </c:pt>
                <c:pt idx="23273">
                  <c:v>1.5066533574119088</c:v>
                </c:pt>
                <c:pt idx="23274">
                  <c:v>1.5050709784588188</c:v>
                </c:pt>
                <c:pt idx="23275">
                  <c:v>1.5043674167092105</c:v>
                </c:pt>
                <c:pt idx="23276">
                  <c:v>1.5033514430635671</c:v>
                </c:pt>
                <c:pt idx="23277">
                  <c:v>1.503539398188011</c:v>
                </c:pt>
                <c:pt idx="23278">
                  <c:v>1.5039280081074695</c:v>
                </c:pt>
                <c:pt idx="23279">
                  <c:v>1.5030136318263905</c:v>
                </c:pt>
                <c:pt idx="23280">
                  <c:v>1.5028790153183427</c:v>
                </c:pt>
                <c:pt idx="23281">
                  <c:v>1.5015328502378649</c:v>
                </c:pt>
                <c:pt idx="23282">
                  <c:v>1.4990233953331251</c:v>
                </c:pt>
                <c:pt idx="23283">
                  <c:v>1.498835440208681</c:v>
                </c:pt>
                <c:pt idx="23284">
                  <c:v>1.4985027088397327</c:v>
                </c:pt>
                <c:pt idx="23285">
                  <c:v>1.4970498665264622</c:v>
                </c:pt>
                <c:pt idx="23286">
                  <c:v>1.4966434770682049</c:v>
                </c:pt>
                <c:pt idx="23287">
                  <c:v>1.4969660487006968</c:v>
                </c:pt>
                <c:pt idx="23288">
                  <c:v>1.4969457292277837</c:v>
                </c:pt>
                <c:pt idx="23289">
                  <c:v>1.4965164803624993</c:v>
                </c:pt>
                <c:pt idx="23290">
                  <c:v>1.4952287337666461</c:v>
                </c:pt>
                <c:pt idx="23291">
                  <c:v>1.4932196458823859</c:v>
                </c:pt>
                <c:pt idx="23292">
                  <c:v>1.4924652854504954</c:v>
                </c:pt>
                <c:pt idx="23293">
                  <c:v>1.4919623784959017</c:v>
                </c:pt>
                <c:pt idx="23294">
                  <c:v>1.4923789276906156</c:v>
                </c:pt>
                <c:pt idx="23295">
                  <c:v>1.4915432893670739</c:v>
                </c:pt>
                <c:pt idx="23296">
                  <c:v>1.4883607519220952</c:v>
                </c:pt>
                <c:pt idx="23297">
                  <c:v>1.4869333089499659</c:v>
                </c:pt>
                <c:pt idx="23298">
                  <c:v>1.4861433894404779</c:v>
                </c:pt>
                <c:pt idx="23299">
                  <c:v>1.4855134857801788</c:v>
                </c:pt>
                <c:pt idx="23300">
                  <c:v>1.4832275450774808</c:v>
                </c:pt>
                <c:pt idx="23301">
                  <c:v>1.4803955185402491</c:v>
                </c:pt>
                <c:pt idx="23302">
                  <c:v>1.4784575488111837</c:v>
                </c:pt>
                <c:pt idx="23303">
                  <c:v>1.4779114629766503</c:v>
                </c:pt>
                <c:pt idx="23304">
                  <c:v>1.477202821358814</c:v>
                </c:pt>
                <c:pt idx="23305">
                  <c:v>1.4765246589503467</c:v>
                </c:pt>
                <c:pt idx="23306">
                  <c:v>1.4760928701509484</c:v>
                </c:pt>
                <c:pt idx="23307">
                  <c:v>1.4738882073399016</c:v>
                </c:pt>
                <c:pt idx="23308">
                  <c:v>1.4729128726400837</c:v>
                </c:pt>
                <c:pt idx="23309">
                  <c:v>1.4736773928084306</c:v>
                </c:pt>
                <c:pt idx="23310">
                  <c:v>1.4727376171862101</c:v>
                </c:pt>
                <c:pt idx="23311">
                  <c:v>1.4709952223839313</c:v>
                </c:pt>
                <c:pt idx="23312">
                  <c:v>1.4713304936869938</c:v>
                </c:pt>
                <c:pt idx="23313">
                  <c:v>1.4725572818641084</c:v>
                </c:pt>
                <c:pt idx="23314">
                  <c:v>1.4725801412711355</c:v>
                </c:pt>
                <c:pt idx="23315">
                  <c:v>1.470588832925674</c:v>
                </c:pt>
                <c:pt idx="23316">
                  <c:v>1.4692909265933642</c:v>
                </c:pt>
                <c:pt idx="23317">
                  <c:v>1.4691994889652562</c:v>
                </c:pt>
                <c:pt idx="23318">
                  <c:v>1.4687118216153472</c:v>
                </c:pt>
                <c:pt idx="23319">
                  <c:v>1.4678431641483218</c:v>
                </c:pt>
                <c:pt idx="23320">
                  <c:v>1.4662760247999167</c:v>
                </c:pt>
                <c:pt idx="23321">
                  <c:v>1.4639164260079094</c:v>
                </c:pt>
                <c:pt idx="23322">
                  <c:v>1.4612291757151818</c:v>
                </c:pt>
                <c:pt idx="23323">
                  <c:v>1.4599896878674967</c:v>
                </c:pt>
                <c:pt idx="23324">
                  <c:v>1.4592175478968077</c:v>
                </c:pt>
                <c:pt idx="23325">
                  <c:v>1.4571449616596945</c:v>
                </c:pt>
                <c:pt idx="23326">
                  <c:v>1.4555219437607789</c:v>
                </c:pt>
                <c:pt idx="23327">
                  <c:v>1.4525680003860699</c:v>
                </c:pt>
                <c:pt idx="23328">
                  <c:v>1.4497486735194089</c:v>
                </c:pt>
                <c:pt idx="23329">
                  <c:v>1.4480850166746675</c:v>
                </c:pt>
                <c:pt idx="23330">
                  <c:v>1.4478538826702834</c:v>
                </c:pt>
                <c:pt idx="23331">
                  <c:v>1.447838643065599</c:v>
                </c:pt>
                <c:pt idx="23332">
                  <c:v>1.4469572859280031</c:v>
                </c:pt>
                <c:pt idx="23333">
                  <c:v>1.4462334047054819</c:v>
                </c:pt>
                <c:pt idx="23334">
                  <c:v>1.445722877948546</c:v>
                </c:pt>
                <c:pt idx="23335">
                  <c:v>1.4435690138197814</c:v>
                </c:pt>
                <c:pt idx="23336">
                  <c:v>1.4406252301815292</c:v>
                </c:pt>
                <c:pt idx="23337">
                  <c:v>1.4396143364041136</c:v>
                </c:pt>
                <c:pt idx="23338">
                  <c:v>1.4389666532050158</c:v>
                </c:pt>
                <c:pt idx="23339">
                  <c:v>1.4373461752402141</c:v>
                </c:pt>
                <c:pt idx="23340">
                  <c:v>1.4348138609284475</c:v>
                </c:pt>
                <c:pt idx="23341">
                  <c:v>1.4337318489958371</c:v>
                </c:pt>
                <c:pt idx="23342">
                  <c:v>1.4336175519607022</c:v>
                </c:pt>
                <c:pt idx="23343">
                  <c:v>1.433683590247669</c:v>
                </c:pt>
                <c:pt idx="23344">
                  <c:v>1.4322713868802244</c:v>
                </c:pt>
                <c:pt idx="23345">
                  <c:v>1.431402729413199</c:v>
                </c:pt>
                <c:pt idx="23346">
                  <c:v>1.4306305894425098</c:v>
                </c:pt>
                <c:pt idx="23347">
                  <c:v>1.4289135939813722</c:v>
                </c:pt>
                <c:pt idx="23348">
                  <c:v>1.4273083556212551</c:v>
                </c:pt>
                <c:pt idx="23349">
                  <c:v>1.4249766961045029</c:v>
                </c:pt>
                <c:pt idx="23350">
                  <c:v>1.4238261059508117</c:v>
                </c:pt>
                <c:pt idx="23351">
                  <c:v>1.4227821930299127</c:v>
                </c:pt>
                <c:pt idx="23352">
                  <c:v>1.4213572899918976</c:v>
                </c:pt>
                <c:pt idx="23353">
                  <c:v>1.4206969071222293</c:v>
                </c:pt>
                <c:pt idx="23354">
                  <c:v>1.4197012529494986</c:v>
                </c:pt>
                <c:pt idx="23355">
                  <c:v>1.4174991300725659</c:v>
                </c:pt>
                <c:pt idx="23356">
                  <c:v>1.4151573108193574</c:v>
                </c:pt>
                <c:pt idx="23357">
                  <c:v>1.4122262268516754</c:v>
                </c:pt>
                <c:pt idx="23358">
                  <c:v>1.4101434808781059</c:v>
                </c:pt>
                <c:pt idx="23359">
                  <c:v>1.4088531943481386</c:v>
                </c:pt>
                <c:pt idx="23360">
                  <c:v>1.4062726212882037</c:v>
                </c:pt>
                <c:pt idx="23361">
                  <c:v>1.4028716495094118</c:v>
                </c:pt>
                <c:pt idx="23362">
                  <c:v>1.4010530566837096</c:v>
                </c:pt>
                <c:pt idx="23363">
                  <c:v>1.4004841114421491</c:v>
                </c:pt>
                <c:pt idx="23364">
                  <c:v>1.3997449906149435</c:v>
                </c:pt>
                <c:pt idx="23365">
                  <c:v>1.3997957892972255</c:v>
                </c:pt>
                <c:pt idx="23366">
                  <c:v>1.3992776427379474</c:v>
                </c:pt>
                <c:pt idx="23367">
                  <c:v>1.3974869891875006</c:v>
                </c:pt>
                <c:pt idx="23368">
                  <c:v>1.3949343554028208</c:v>
                </c:pt>
                <c:pt idx="23369">
                  <c:v>1.3915537030969416</c:v>
                </c:pt>
                <c:pt idx="23370">
                  <c:v>1.3885438811717223</c:v>
                </c:pt>
                <c:pt idx="23371">
                  <c:v>1.3888004145172475</c:v>
                </c:pt>
                <c:pt idx="23372">
                  <c:v>1.388861372935986</c:v>
                </c:pt>
                <c:pt idx="23373">
                  <c:v>1.3879139775114233</c:v>
                </c:pt>
                <c:pt idx="23374">
                  <c:v>1.3882695682873987</c:v>
                </c:pt>
                <c:pt idx="23375">
                  <c:v>1.3866186111132277</c:v>
                </c:pt>
                <c:pt idx="23376">
                  <c:v>1.3836164089903509</c:v>
                </c:pt>
                <c:pt idx="23377">
                  <c:v>1.3805176893711377</c:v>
                </c:pt>
                <c:pt idx="23378">
                  <c:v>1.3769897208866402</c:v>
                </c:pt>
                <c:pt idx="23379">
                  <c:v>1.3750593709599173</c:v>
                </c:pt>
                <c:pt idx="23380">
                  <c:v>1.3755648178486251</c:v>
                </c:pt>
                <c:pt idx="23381">
                  <c:v>1.3754022620653221</c:v>
                </c:pt>
                <c:pt idx="23382">
                  <c:v>1.3741551544152943</c:v>
                </c:pt>
                <c:pt idx="23383">
                  <c:v>1.3718488942396834</c:v>
                </c:pt>
                <c:pt idx="23384">
                  <c:v>1.36990584464239</c:v>
                </c:pt>
                <c:pt idx="23385">
                  <c:v>1.3690905257917609</c:v>
                </c:pt>
                <c:pt idx="23386">
                  <c:v>1.3682777468752461</c:v>
                </c:pt>
                <c:pt idx="23387">
                  <c:v>1.3659714866996349</c:v>
                </c:pt>
                <c:pt idx="23388">
                  <c:v>1.3633528146279885</c:v>
                </c:pt>
                <c:pt idx="23389">
                  <c:v>1.3592076421537627</c:v>
                </c:pt>
                <c:pt idx="23390">
                  <c:v>1.3544046267439822</c:v>
                </c:pt>
                <c:pt idx="23391">
                  <c:v>1.3510188945698749</c:v>
                </c:pt>
                <c:pt idx="23392">
                  <c:v>1.3486694555143239</c:v>
                </c:pt>
                <c:pt idx="23393">
                  <c:v>1.348390062761772</c:v>
                </c:pt>
                <c:pt idx="23394">
                  <c:v>1.3499699017807478</c:v>
                </c:pt>
                <c:pt idx="23395">
                  <c:v>1.351369405477622</c:v>
                </c:pt>
                <c:pt idx="23396">
                  <c:v>1.3495127136402081</c:v>
                </c:pt>
                <c:pt idx="23397">
                  <c:v>1.347203913530483</c:v>
                </c:pt>
                <c:pt idx="23398">
                  <c:v>1.3455504164221979</c:v>
                </c:pt>
                <c:pt idx="23399">
                  <c:v>1.3427641086990203</c:v>
                </c:pt>
                <c:pt idx="23400">
                  <c:v>1.3410648927766813</c:v>
                </c:pt>
                <c:pt idx="23401">
                  <c:v>1.3407016821983637</c:v>
                </c:pt>
                <c:pt idx="23402">
                  <c:v>1.339589191056384</c:v>
                </c:pt>
                <c:pt idx="23403">
                  <c:v>1.3370848160198725</c:v>
                </c:pt>
                <c:pt idx="23404">
                  <c:v>1.3368155830037769</c:v>
                </c:pt>
                <c:pt idx="23405">
                  <c:v>1.3366911262321854</c:v>
                </c:pt>
                <c:pt idx="23406">
                  <c:v>1.3345550416422198</c:v>
                </c:pt>
                <c:pt idx="23407">
                  <c:v>1.3326653306613225</c:v>
                </c:pt>
                <c:pt idx="23408">
                  <c:v>1.3314817213641479</c:v>
                </c:pt>
                <c:pt idx="23409">
                  <c:v>1.3294929529528003</c:v>
                </c:pt>
                <c:pt idx="23410">
                  <c:v>1.3273670280992911</c:v>
                </c:pt>
                <c:pt idx="23411">
                  <c:v>1.326107220778693</c:v>
                </c:pt>
                <c:pt idx="23412">
                  <c:v>1.3258354478284833</c:v>
                </c:pt>
                <c:pt idx="23413">
                  <c:v>1.3253401606762321</c:v>
                </c:pt>
                <c:pt idx="23414">
                  <c:v>1.323290433846146</c:v>
                </c:pt>
                <c:pt idx="23415">
                  <c:v>1.3208800363718565</c:v>
                </c:pt>
                <c:pt idx="23416">
                  <c:v>1.3174511253178092</c:v>
                </c:pt>
                <c:pt idx="23417">
                  <c:v>1.3150305681070633</c:v>
                </c:pt>
                <c:pt idx="23418">
                  <c:v>1.3131611765990789</c:v>
                </c:pt>
                <c:pt idx="23419">
                  <c:v>1.3110073124703145</c:v>
                </c:pt>
                <c:pt idx="23420">
                  <c:v>1.3106999804425072</c:v>
                </c:pt>
                <c:pt idx="23421">
                  <c:v>1.3120156663136158</c:v>
                </c:pt>
                <c:pt idx="23422">
                  <c:v>1.3122341006474292</c:v>
                </c:pt>
                <c:pt idx="23423">
                  <c:v>1.3108091976094141</c:v>
                </c:pt>
                <c:pt idx="23424">
                  <c:v>1.3089550457061143</c:v>
                </c:pt>
                <c:pt idx="23425">
                  <c:v>1.3064278112625758</c:v>
                </c:pt>
                <c:pt idx="23426">
                  <c:v>1.3053457993299653</c:v>
                </c:pt>
                <c:pt idx="23427">
                  <c:v>1.3039742349083465</c:v>
                </c:pt>
                <c:pt idx="23428">
                  <c:v>1.3004335667532785</c:v>
                </c:pt>
                <c:pt idx="23429">
                  <c:v>1.2980104696084185</c:v>
                </c:pt>
                <c:pt idx="23430">
                  <c:v>1.2972789685835551</c:v>
                </c:pt>
                <c:pt idx="23431">
                  <c:v>1.2963391929613346</c:v>
                </c:pt>
                <c:pt idx="23432">
                  <c:v>1.2950362067607966</c:v>
                </c:pt>
                <c:pt idx="23433">
                  <c:v>1.2923083175222434</c:v>
                </c:pt>
                <c:pt idx="23434">
                  <c:v>1.2888895662046527</c:v>
                </c:pt>
                <c:pt idx="23435">
                  <c:v>1.2892730962558832</c:v>
                </c:pt>
                <c:pt idx="23436">
                  <c:v>1.2895143899967234</c:v>
                </c:pt>
                <c:pt idx="23437">
                  <c:v>1.2881504453774468</c:v>
                </c:pt>
                <c:pt idx="23438">
                  <c:v>1.2858441852018359</c:v>
                </c:pt>
                <c:pt idx="23439">
                  <c:v>1.2833753692429219</c:v>
                </c:pt>
                <c:pt idx="23440">
                  <c:v>1.2814678787232259</c:v>
                </c:pt>
                <c:pt idx="23441">
                  <c:v>1.2801598126544598</c:v>
                </c:pt>
                <c:pt idx="23442">
                  <c:v>1.2794892700483349</c:v>
                </c:pt>
                <c:pt idx="23443">
                  <c:v>1.2798677202313371</c:v>
                </c:pt>
                <c:pt idx="23444">
                  <c:v>1.2802233110073125</c:v>
                </c:pt>
                <c:pt idx="23445">
                  <c:v>1.2801725123250303</c:v>
                </c:pt>
                <c:pt idx="23446">
                  <c:v>1.2796746852386649</c:v>
                </c:pt>
                <c:pt idx="23447">
                  <c:v>1.2779754693163259</c:v>
                </c:pt>
                <c:pt idx="23448">
                  <c:v>1.2742925648508678</c:v>
                </c:pt>
                <c:pt idx="23449">
                  <c:v>1.2717018320544766</c:v>
                </c:pt>
                <c:pt idx="23450">
                  <c:v>1.2696470253561623</c:v>
                </c:pt>
                <c:pt idx="23451">
                  <c:v>1.2675312602391093</c:v>
                </c:pt>
                <c:pt idx="23452">
                  <c:v>1.2668810371058974</c:v>
                </c:pt>
                <c:pt idx="23453">
                  <c:v>1.2664594080429554</c:v>
                </c:pt>
                <c:pt idx="23454">
                  <c:v>1.2649405274427181</c:v>
                </c:pt>
                <c:pt idx="23455">
                  <c:v>1.2629009603490886</c:v>
                </c:pt>
                <c:pt idx="23456">
                  <c:v>1.2588904043829103</c:v>
                </c:pt>
                <c:pt idx="23457">
                  <c:v>1.2567365402541457</c:v>
                </c:pt>
                <c:pt idx="23458">
                  <c:v>1.2564596874357079</c:v>
                </c:pt>
                <c:pt idx="23459">
                  <c:v>1.2576839356787084</c:v>
                </c:pt>
                <c:pt idx="23460">
                  <c:v>1.2580268267841133</c:v>
                </c:pt>
                <c:pt idx="23461">
                  <c:v>1.2580065073112003</c:v>
                </c:pt>
                <c:pt idx="23462">
                  <c:v>1.2572216676699406</c:v>
                </c:pt>
                <c:pt idx="23463">
                  <c:v>1.2560075791633964</c:v>
                </c:pt>
                <c:pt idx="23464">
                  <c:v>1.2561879144854982</c:v>
                </c:pt>
                <c:pt idx="23465">
                  <c:v>1.2552836979408755</c:v>
                </c:pt>
                <c:pt idx="23466">
                  <c:v>1.2526568980800639</c:v>
                </c:pt>
                <c:pt idx="23467">
                  <c:v>1.2502622481972818</c:v>
                </c:pt>
                <c:pt idx="23468">
                  <c:v>1.2476184307779057</c:v>
                </c:pt>
                <c:pt idx="23469">
                  <c:v>1.2451732362062529</c:v>
                </c:pt>
                <c:pt idx="23470">
                  <c:v>1.2444361473263383</c:v>
                </c:pt>
                <c:pt idx="23471">
                  <c:v>1.2425538021543721</c:v>
                </c:pt>
                <c:pt idx="23472">
                  <c:v>1.2415340186075574</c:v>
                </c:pt>
                <c:pt idx="23473">
                  <c:v>1.2406651071471206</c:v>
                </c:pt>
                <c:pt idx="23474">
                  <c:v>1.2391370827840726</c:v>
                </c:pt>
                <c:pt idx="23475">
                  <c:v>1.2376499513602617</c:v>
                </c:pt>
                <c:pt idx="23476">
                  <c:v>1.2372412759613016</c:v>
                </c:pt>
                <c:pt idx="23477">
                  <c:v>1.2371711737797522</c:v>
                </c:pt>
                <c:pt idx="23478">
                  <c:v>1.2378274927548381</c:v>
                </c:pt>
                <c:pt idx="23479">
                  <c:v>1.2378140311040331</c:v>
                </c:pt>
                <c:pt idx="23480">
                  <c:v>1.2369489295447675</c:v>
                </c:pt>
                <c:pt idx="23481">
                  <c:v>1.2366080703866542</c:v>
                </c:pt>
                <c:pt idx="23482">
                  <c:v>1.2352753669569811</c:v>
                </c:pt>
                <c:pt idx="23483">
                  <c:v>1.2337534384358069</c:v>
                </c:pt>
                <c:pt idx="23484">
                  <c:v>1.2320582864080505</c:v>
                </c:pt>
                <c:pt idx="23485">
                  <c:v>1.2301495259212976</c:v>
                </c:pt>
                <c:pt idx="23486">
                  <c:v>1.227817612411134</c:v>
                </c:pt>
                <c:pt idx="23487">
                  <c:v>1.2251301081249952</c:v>
                </c:pt>
                <c:pt idx="23488">
                  <c:v>1.2233140552334072</c:v>
                </c:pt>
                <c:pt idx="23489">
                  <c:v>1.221981859790557</c:v>
                </c:pt>
                <c:pt idx="23490">
                  <c:v>1.2206915732605896</c:v>
                </c:pt>
                <c:pt idx="23491">
                  <c:v>1.2217613935094525</c:v>
                </c:pt>
                <c:pt idx="23492">
                  <c:v>1.2228195300613902</c:v>
                </c:pt>
                <c:pt idx="23493">
                  <c:v>1.2221583852114877</c:v>
                </c:pt>
                <c:pt idx="23494">
                  <c:v>1.2202483547576777</c:v>
                </c:pt>
                <c:pt idx="23495">
                  <c:v>1.2189341928470374</c:v>
                </c:pt>
                <c:pt idx="23496">
                  <c:v>1.2188219277591938</c:v>
                </c:pt>
                <c:pt idx="23497">
                  <c:v>1.2199247671515401</c:v>
                </c:pt>
                <c:pt idx="23498">
                  <c:v>1.2202125416866687</c:v>
                </c:pt>
                <c:pt idx="23499">
                  <c:v>1.2187975443916985</c:v>
                </c:pt>
                <c:pt idx="23500">
                  <c:v>1.2178389732570336</c:v>
                </c:pt>
                <c:pt idx="23501">
                  <c:v>1.2159558661048333</c:v>
                </c:pt>
                <c:pt idx="23502">
                  <c:v>1.213752727254255</c:v>
                </c:pt>
                <c:pt idx="23503">
                  <c:v>1.2124502490405398</c:v>
                </c:pt>
                <c:pt idx="23504">
                  <c:v>1.2124220557718732</c:v>
                </c:pt>
                <c:pt idx="23505">
                  <c:v>1.2132592180558837</c:v>
                </c:pt>
                <c:pt idx="23506">
                  <c:v>1.2123633832938374</c:v>
                </c:pt>
                <c:pt idx="23507">
                  <c:v>1.2103121325032828</c:v>
                </c:pt>
                <c:pt idx="23508">
                  <c:v>1.209117347496006</c:v>
                </c:pt>
                <c:pt idx="23509">
                  <c:v>1.2093472115333328</c:v>
                </c:pt>
                <c:pt idx="23510">
                  <c:v>1.2106753430816004</c:v>
                </c:pt>
                <c:pt idx="23511">
                  <c:v>1.2103769008231926</c:v>
                </c:pt>
                <c:pt idx="23512">
                  <c:v>1.2085933590882654</c:v>
                </c:pt>
                <c:pt idx="23513">
                  <c:v>1.2064900396483715</c:v>
                </c:pt>
                <c:pt idx="23514">
                  <c:v>1.2047720282135881</c:v>
                </c:pt>
                <c:pt idx="23515">
                  <c:v>1.2024449405782414</c:v>
                </c:pt>
                <c:pt idx="23516">
                  <c:v>1.2009583171412535</c:v>
                </c:pt>
                <c:pt idx="23517">
                  <c:v>1.2022864486895211</c:v>
                </c:pt>
                <c:pt idx="23518">
                  <c:v>1.2036953501426173</c:v>
                </c:pt>
                <c:pt idx="23519">
                  <c:v>1.2026974100291838</c:v>
                </c:pt>
                <c:pt idx="23520">
                  <c:v>1.2009539992532594</c:v>
                </c:pt>
                <c:pt idx="23521">
                  <c:v>1.2008277645277881</c:v>
                </c:pt>
                <c:pt idx="23522">
                  <c:v>1.2016039683930599</c:v>
                </c:pt>
                <c:pt idx="23523">
                  <c:v>1.2008643395790313</c:v>
                </c:pt>
                <c:pt idx="23524">
                  <c:v>1.1996405993228536</c:v>
                </c:pt>
                <c:pt idx="23525">
                  <c:v>1.1981582937738595</c:v>
                </c:pt>
                <c:pt idx="23526">
                  <c:v>1.1972495053478314</c:v>
                </c:pt>
                <c:pt idx="23527">
                  <c:v>1.1984496242167477</c:v>
                </c:pt>
                <c:pt idx="23528">
                  <c:v>1.2004241689970563</c:v>
                </c:pt>
                <c:pt idx="23529">
                  <c:v>1.2012704750438774</c:v>
                </c:pt>
                <c:pt idx="23530">
                  <c:v>1.1986088780857025</c:v>
                </c:pt>
                <c:pt idx="23531">
                  <c:v>1.1955721328588735</c:v>
                </c:pt>
                <c:pt idx="23532">
                  <c:v>1.1952218759445379</c:v>
                </c:pt>
                <c:pt idx="23533">
                  <c:v>1.1959422012592993</c:v>
                </c:pt>
                <c:pt idx="23534">
                  <c:v>1.1954123710030962</c:v>
                </c:pt>
                <c:pt idx="23535">
                  <c:v>1.1943141034921554</c:v>
                </c:pt>
                <c:pt idx="23536">
                  <c:v>1.1925783125185734</c:v>
                </c:pt>
                <c:pt idx="23537">
                  <c:v>1.1916606343231457</c:v>
                </c:pt>
                <c:pt idx="23538">
                  <c:v>1.1906728539461686</c:v>
                </c:pt>
                <c:pt idx="23539">
                  <c:v>1.1891796266804839</c:v>
                </c:pt>
                <c:pt idx="23540">
                  <c:v>1.1884897805750918</c:v>
                </c:pt>
                <c:pt idx="23541">
                  <c:v>1.1882355331702696</c:v>
                </c:pt>
                <c:pt idx="23542">
                  <c:v>1.1879871276139098</c:v>
                </c:pt>
                <c:pt idx="23543">
                  <c:v>1.1880290365267925</c:v>
                </c:pt>
                <c:pt idx="23544">
                  <c:v>1.1886934832910434</c:v>
                </c:pt>
                <c:pt idx="23545">
                  <c:v>1.1891560052932226</c:v>
                </c:pt>
                <c:pt idx="23546">
                  <c:v>1.1895095641219067</c:v>
                </c:pt>
                <c:pt idx="23547">
                  <c:v>1.1898072444000802</c:v>
                </c:pt>
                <c:pt idx="23548">
                  <c:v>1.1871530132508363</c:v>
                </c:pt>
                <c:pt idx="23549">
                  <c:v>1.1843923588622112</c:v>
                </c:pt>
                <c:pt idx="23550">
                  <c:v>1.1834444554508257</c:v>
                </c:pt>
                <c:pt idx="23551">
                  <c:v>1.1828038840672472</c:v>
                </c:pt>
                <c:pt idx="23552">
                  <c:v>1.182207253543843</c:v>
                </c:pt>
                <c:pt idx="23553">
                  <c:v>1.182589259634605</c:v>
                </c:pt>
                <c:pt idx="23554">
                  <c:v>1.1833903548541951</c:v>
                </c:pt>
                <c:pt idx="23555">
                  <c:v>1.1835915176360325</c:v>
                </c:pt>
                <c:pt idx="23556">
                  <c:v>1.1834177861426274</c:v>
                </c:pt>
                <c:pt idx="23557">
                  <c:v>1.1844843044771418</c:v>
                </c:pt>
                <c:pt idx="23558">
                  <c:v>1.185142655399519</c:v>
                </c:pt>
                <c:pt idx="23559">
                  <c:v>1.1839402505898997</c:v>
                </c:pt>
                <c:pt idx="23560">
                  <c:v>1.181100096263503</c:v>
                </c:pt>
                <c:pt idx="23561">
                  <c:v>1.180769396841846</c:v>
                </c:pt>
                <c:pt idx="23562">
                  <c:v>1.1799279166698415</c:v>
                </c:pt>
                <c:pt idx="23563">
                  <c:v>1.1782929610805897</c:v>
                </c:pt>
                <c:pt idx="23564">
                  <c:v>1.1771083358097691</c:v>
                </c:pt>
                <c:pt idx="23565">
                  <c:v>1.1767011843712774</c:v>
                </c:pt>
                <c:pt idx="23566">
                  <c:v>1.176763920743896</c:v>
                </c:pt>
                <c:pt idx="23567">
                  <c:v>1.1762094531267859</c:v>
                </c:pt>
                <c:pt idx="23568">
                  <c:v>1.1750672447556711</c:v>
                </c:pt>
                <c:pt idx="23569">
                  <c:v>1.1730548549570625</c:v>
                </c:pt>
                <c:pt idx="23570">
                  <c:v>1.1715435941591674</c:v>
                </c:pt>
                <c:pt idx="23571">
                  <c:v>1.1706477593971212</c:v>
                </c:pt>
                <c:pt idx="23572">
                  <c:v>1.1705001892250915</c:v>
                </c:pt>
                <c:pt idx="23573">
                  <c:v>1.1700018541519033</c:v>
                </c:pt>
                <c:pt idx="23574">
                  <c:v>1.1697191594850029</c:v>
                </c:pt>
                <c:pt idx="23575">
                  <c:v>1.1683409912346874</c:v>
                </c:pt>
                <c:pt idx="23576">
                  <c:v>1.1673996916519984</c:v>
                </c:pt>
                <c:pt idx="23577">
                  <c:v>1.1668350642984322</c:v>
                </c:pt>
                <c:pt idx="23578">
                  <c:v>1.1660949274975807</c:v>
                </c:pt>
                <c:pt idx="23579">
                  <c:v>1.1643311972487433</c:v>
                </c:pt>
                <c:pt idx="23580">
                  <c:v>1.162604550037972</c:v>
                </c:pt>
                <c:pt idx="23581">
                  <c:v>1.1614671675416739</c:v>
                </c:pt>
                <c:pt idx="23582">
                  <c:v>1.1614067171097582</c:v>
                </c:pt>
                <c:pt idx="23583">
                  <c:v>1.1599950217291364</c:v>
                </c:pt>
                <c:pt idx="23584">
                  <c:v>1.1582716764327134</c:v>
                </c:pt>
                <c:pt idx="23585">
                  <c:v>1.1569067158397912</c:v>
                </c:pt>
                <c:pt idx="23586">
                  <c:v>1.1565335995184285</c:v>
                </c:pt>
                <c:pt idx="23587">
                  <c:v>1.1571027987534004</c:v>
                </c:pt>
                <c:pt idx="23588">
                  <c:v>1.1577741033397593</c:v>
                </c:pt>
                <c:pt idx="23589">
                  <c:v>1.1582737083800045</c:v>
                </c:pt>
                <c:pt idx="23590">
                  <c:v>1.1590229889436667</c:v>
                </c:pt>
                <c:pt idx="23591">
                  <c:v>1.1590737876259489</c:v>
                </c:pt>
                <c:pt idx="23592">
                  <c:v>1.1571048307006917</c:v>
                </c:pt>
                <c:pt idx="23593">
                  <c:v>1.1545588007447087</c:v>
                </c:pt>
                <c:pt idx="23594">
                  <c:v>1.1534122744855999</c:v>
                </c:pt>
                <c:pt idx="23595">
                  <c:v>1.1529756598113845</c:v>
                </c:pt>
                <c:pt idx="23596">
                  <c:v>1.1533983048479723</c:v>
                </c:pt>
                <c:pt idx="23597">
                  <c:v>1.1531661548699428</c:v>
                </c:pt>
                <c:pt idx="23598">
                  <c:v>1.1523452481642626</c:v>
                </c:pt>
                <c:pt idx="23599">
                  <c:v>1.150580755935191</c:v>
                </c:pt>
                <c:pt idx="23600">
                  <c:v>1.1497545153678714</c:v>
                </c:pt>
                <c:pt idx="23601">
                  <c:v>1.1488779841050922</c:v>
                </c:pt>
                <c:pt idx="23602">
                  <c:v>1.1480870486219588</c:v>
                </c:pt>
                <c:pt idx="23603">
                  <c:v>1.1485960514184261</c:v>
                </c:pt>
                <c:pt idx="23604">
                  <c:v>1.1496125330508926</c:v>
                </c:pt>
                <c:pt idx="23605">
                  <c:v>1.1488934777031883</c:v>
                </c:pt>
                <c:pt idx="23606">
                  <c:v>1.1471007922054501</c:v>
                </c:pt>
                <c:pt idx="23607">
                  <c:v>1.1449685175166555</c:v>
                </c:pt>
                <c:pt idx="23608">
                  <c:v>1.1423897224106008</c:v>
                </c:pt>
                <c:pt idx="23609">
                  <c:v>1.1401299430292777</c:v>
                </c:pt>
                <c:pt idx="23610">
                  <c:v>1.1402950387466948</c:v>
                </c:pt>
                <c:pt idx="23611">
                  <c:v>1.1411070556829757</c:v>
                </c:pt>
                <c:pt idx="23612">
                  <c:v>1.1411101036039124</c:v>
                </c:pt>
                <c:pt idx="23613">
                  <c:v>1.1407773722349641</c:v>
                </c:pt>
                <c:pt idx="23614">
                  <c:v>1.1398909352291402</c:v>
                </c:pt>
                <c:pt idx="23615">
                  <c:v>1.1395726814846423</c:v>
                </c:pt>
                <c:pt idx="23616">
                  <c:v>1.1398304847972243</c:v>
                </c:pt>
                <c:pt idx="23617">
                  <c:v>1.1386400176779414</c:v>
                </c:pt>
                <c:pt idx="23618">
                  <c:v>1.1378876891933423</c:v>
                </c:pt>
                <c:pt idx="23619">
                  <c:v>1.1389288081867157</c:v>
                </c:pt>
                <c:pt idx="23620">
                  <c:v>1.1385579778060557</c:v>
                </c:pt>
                <c:pt idx="23621">
                  <c:v>1.1365407621326302</c:v>
                </c:pt>
                <c:pt idx="23622">
                  <c:v>1.1338588457015426</c:v>
                </c:pt>
                <c:pt idx="23623">
                  <c:v>1.1320666681906271</c:v>
                </c:pt>
                <c:pt idx="23624">
                  <c:v>1.1324131152037915</c:v>
                </c:pt>
                <c:pt idx="23625">
                  <c:v>1.1329500572755142</c:v>
                </c:pt>
                <c:pt idx="23626">
                  <c:v>1.1327204472315988</c:v>
                </c:pt>
                <c:pt idx="23627">
                  <c:v>1.1333810840946785</c:v>
                </c:pt>
                <c:pt idx="23628">
                  <c:v>1.1317928632931262</c:v>
                </c:pt>
                <c:pt idx="23629">
                  <c:v>1.1302112463202705</c:v>
                </c:pt>
                <c:pt idx="23630">
                  <c:v>1.1302445194571653</c:v>
                </c:pt>
                <c:pt idx="23631">
                  <c:v>1.1304291726672611</c:v>
                </c:pt>
                <c:pt idx="23632">
                  <c:v>1.1288706690948436</c:v>
                </c:pt>
                <c:pt idx="23633">
                  <c:v>1.1275123123306181</c:v>
                </c:pt>
                <c:pt idx="23634">
                  <c:v>1.126692675591995</c:v>
                </c:pt>
                <c:pt idx="23635">
                  <c:v>1.1274795471805461</c:v>
                </c:pt>
                <c:pt idx="23636">
                  <c:v>1.1266129216608121</c:v>
                </c:pt>
                <c:pt idx="23637">
                  <c:v>1.1246856196550261</c:v>
                </c:pt>
                <c:pt idx="23638">
                  <c:v>1.1236572003322234</c:v>
                </c:pt>
                <c:pt idx="23639">
                  <c:v>1.1238052784910759</c:v>
                </c:pt>
                <c:pt idx="23640">
                  <c:v>1.1239411649661808</c:v>
                </c:pt>
                <c:pt idx="23641">
                  <c:v>1.1237554957824394</c:v>
                </c:pt>
                <c:pt idx="23642">
                  <c:v>1.1224197444318293</c:v>
                </c:pt>
                <c:pt idx="23643">
                  <c:v>1.1198958119026392</c:v>
                </c:pt>
                <c:pt idx="23644">
                  <c:v>1.1184737027921496</c:v>
                </c:pt>
                <c:pt idx="23645">
                  <c:v>1.1181633228434054</c:v>
                </c:pt>
                <c:pt idx="23646">
                  <c:v>1.1167440076604414</c:v>
                </c:pt>
                <c:pt idx="23647">
                  <c:v>1.1156978087988398</c:v>
                </c:pt>
                <c:pt idx="23648">
                  <c:v>1.115617038894011</c:v>
                </c:pt>
                <c:pt idx="23649">
                  <c:v>1.115861126562377</c:v>
                </c:pt>
                <c:pt idx="23650">
                  <c:v>1.1158768741538845</c:v>
                </c:pt>
                <c:pt idx="23651">
                  <c:v>1.1146970747578808</c:v>
                </c:pt>
                <c:pt idx="23652">
                  <c:v>1.1138553405924649</c:v>
                </c:pt>
                <c:pt idx="23653">
                  <c:v>1.113751457287198</c:v>
                </c:pt>
                <c:pt idx="23654">
                  <c:v>1.1134065342345019</c:v>
                </c:pt>
                <c:pt idx="23655">
                  <c:v>1.1115219031218331</c:v>
                </c:pt>
                <c:pt idx="23656">
                  <c:v>1.1104851020164537</c:v>
                </c:pt>
                <c:pt idx="23657">
                  <c:v>1.1112521621189146</c:v>
                </c:pt>
                <c:pt idx="23658">
                  <c:v>1.111032965804867</c:v>
                </c:pt>
                <c:pt idx="23659">
                  <c:v>1.1104828160757509</c:v>
                </c:pt>
                <c:pt idx="23660">
                  <c:v>1.1106646753583211</c:v>
                </c:pt>
                <c:pt idx="23661">
                  <c:v>1.1105442824813125</c:v>
                </c:pt>
                <c:pt idx="23662">
                  <c:v>1.1102306006182199</c:v>
                </c:pt>
                <c:pt idx="23663">
                  <c:v>1.1085971689894365</c:v>
                </c:pt>
                <c:pt idx="23664">
                  <c:v>1.1070706685868568</c:v>
                </c:pt>
                <c:pt idx="23665">
                  <c:v>1.1052591875766742</c:v>
                </c:pt>
                <c:pt idx="23666">
                  <c:v>1.1030466509698738</c:v>
                </c:pt>
                <c:pt idx="23667">
                  <c:v>1.1018886950072515</c:v>
                </c:pt>
                <c:pt idx="23668">
                  <c:v>1.1006608908564912</c:v>
                </c:pt>
                <c:pt idx="23669">
                  <c:v>1.0997825816398323</c:v>
                </c:pt>
                <c:pt idx="23670">
                  <c:v>1.0994198790483374</c:v>
                </c:pt>
                <c:pt idx="23671">
                  <c:v>1.0992705309224278</c:v>
                </c:pt>
                <c:pt idx="23672">
                  <c:v>1.099668030611286</c:v>
                </c:pt>
                <c:pt idx="23673">
                  <c:v>1.0992438616142297</c:v>
                </c:pt>
                <c:pt idx="23674">
                  <c:v>1.0992334478843619</c:v>
                </c:pt>
                <c:pt idx="23675">
                  <c:v>1.0983952696267059</c:v>
                </c:pt>
                <c:pt idx="23676">
                  <c:v>1.0969439512739039</c:v>
                </c:pt>
                <c:pt idx="23677">
                  <c:v>1.0963371610140433</c:v>
                </c:pt>
                <c:pt idx="23678">
                  <c:v>1.0971347003258736</c:v>
                </c:pt>
                <c:pt idx="23679">
                  <c:v>1.0965494995059828</c:v>
                </c:pt>
                <c:pt idx="23680">
                  <c:v>1.0949135279430851</c:v>
                </c:pt>
                <c:pt idx="23681">
                  <c:v>1.0937400783823668</c:v>
                </c:pt>
                <c:pt idx="23682">
                  <c:v>1.0936557525697783</c:v>
                </c:pt>
                <c:pt idx="23683">
                  <c:v>1.0940832234811828</c:v>
                </c:pt>
                <c:pt idx="23684">
                  <c:v>1.0941177665851347</c:v>
                </c:pt>
                <c:pt idx="23685">
                  <c:v>1.0943448366949362</c:v>
                </c:pt>
                <c:pt idx="23686">
                  <c:v>1.0936146056371299</c:v>
                </c:pt>
                <c:pt idx="23687">
                  <c:v>1.091369049886846</c:v>
                </c:pt>
                <c:pt idx="23688">
                  <c:v>1.089273604242706</c:v>
                </c:pt>
                <c:pt idx="23689">
                  <c:v>1.0889787178920578</c:v>
                </c:pt>
                <c:pt idx="23690">
                  <c:v>1.0887541877163707</c:v>
                </c:pt>
                <c:pt idx="23691">
                  <c:v>1.0890836171709706</c:v>
                </c:pt>
                <c:pt idx="23692">
                  <c:v>1.0883503381922273</c:v>
                </c:pt>
                <c:pt idx="23693">
                  <c:v>1.0860151227677155</c:v>
                </c:pt>
                <c:pt idx="23694">
                  <c:v>1.0846100312157902</c:v>
                </c:pt>
                <c:pt idx="23695">
                  <c:v>1.0853593117794524</c:v>
                </c:pt>
                <c:pt idx="23696">
                  <c:v>1.0853471200957048</c:v>
                </c:pt>
                <c:pt idx="23697">
                  <c:v>1.0850748391586722</c:v>
                </c:pt>
                <c:pt idx="23698">
                  <c:v>1.0852691441184015</c:v>
                </c:pt>
                <c:pt idx="23699">
                  <c:v>1.0849470804727326</c:v>
                </c:pt>
                <c:pt idx="23700">
                  <c:v>1.0844291879068657</c:v>
                </c:pt>
                <c:pt idx="23701">
                  <c:v>1.084609269235556</c:v>
                </c:pt>
                <c:pt idx="23702">
                  <c:v>1.0841607168710043</c:v>
                </c:pt>
                <c:pt idx="23703">
                  <c:v>1.0829385005752949</c:v>
                </c:pt>
                <c:pt idx="23704">
                  <c:v>1.0829847273761719</c:v>
                </c:pt>
                <c:pt idx="23705">
                  <c:v>1.0828046460474816</c:v>
                </c:pt>
                <c:pt idx="23706">
                  <c:v>1.0829854893564062</c:v>
                </c:pt>
                <c:pt idx="23707">
                  <c:v>1.0819613879215972</c:v>
                </c:pt>
                <c:pt idx="23708">
                  <c:v>1.0801935937781775</c:v>
                </c:pt>
                <c:pt idx="23709">
                  <c:v>1.0793069027789419</c:v>
                </c:pt>
                <c:pt idx="23710">
                  <c:v>1.0789637576801259</c:v>
                </c:pt>
                <c:pt idx="23711">
                  <c:v>1.0789386123323961</c:v>
                </c:pt>
                <c:pt idx="23712">
                  <c:v>1.0793630353228638</c:v>
                </c:pt>
                <c:pt idx="23713">
                  <c:v>1.0794979058243228</c:v>
                </c:pt>
                <c:pt idx="23714">
                  <c:v>1.0800137664428984</c:v>
                </c:pt>
                <c:pt idx="23715">
                  <c:v>1.0807229160475578</c:v>
                </c:pt>
                <c:pt idx="23716">
                  <c:v>1.0796111868858123</c:v>
                </c:pt>
                <c:pt idx="23717">
                  <c:v>1.0781616464868902</c:v>
                </c:pt>
                <c:pt idx="23718">
                  <c:v>1.0775256469847172</c:v>
                </c:pt>
                <c:pt idx="23719">
                  <c:v>1.0770341697336372</c:v>
                </c:pt>
                <c:pt idx="23720">
                  <c:v>1.0757375333683845</c:v>
                </c:pt>
                <c:pt idx="23721">
                  <c:v>1.0740830202864537</c:v>
                </c:pt>
                <c:pt idx="23722">
                  <c:v>1.073380982497314</c:v>
                </c:pt>
                <c:pt idx="23723">
                  <c:v>1.0719179804475871</c:v>
                </c:pt>
                <c:pt idx="23724">
                  <c:v>1.0708509541262499</c:v>
                </c:pt>
                <c:pt idx="23725">
                  <c:v>1.0720528509490463</c:v>
                </c:pt>
                <c:pt idx="23726">
                  <c:v>1.0736464056122383</c:v>
                </c:pt>
                <c:pt idx="23727">
                  <c:v>1.0742227166627298</c:v>
                </c:pt>
                <c:pt idx="23728">
                  <c:v>1.0740289196898232</c:v>
                </c:pt>
                <c:pt idx="23729">
                  <c:v>1.0741734419409161</c:v>
                </c:pt>
                <c:pt idx="23730">
                  <c:v>1.0739110667469285</c:v>
                </c:pt>
                <c:pt idx="23731">
                  <c:v>1.0729433518494531</c:v>
                </c:pt>
                <c:pt idx="23732">
                  <c:v>1.0725770933501986</c:v>
                </c:pt>
                <c:pt idx="23733">
                  <c:v>1.0726322099204746</c:v>
                </c:pt>
                <c:pt idx="23734">
                  <c:v>1.0717978415639897</c:v>
                </c:pt>
                <c:pt idx="23735">
                  <c:v>1.0714183754073419</c:v>
                </c:pt>
                <c:pt idx="23736">
                  <c:v>1.0715870270325187</c:v>
                </c:pt>
                <c:pt idx="23737">
                  <c:v>1.0714999072924047</c:v>
                </c:pt>
                <c:pt idx="23738">
                  <c:v>1.0710546568422015</c:v>
                </c:pt>
                <c:pt idx="23739">
                  <c:v>1.069733383116042</c:v>
                </c:pt>
                <c:pt idx="23740">
                  <c:v>1.0682792708357145</c:v>
                </c:pt>
                <c:pt idx="23741">
                  <c:v>1.0696028305025767</c:v>
                </c:pt>
                <c:pt idx="23742">
                  <c:v>1.0712177206123272</c:v>
                </c:pt>
                <c:pt idx="23743">
                  <c:v>1.071533434422711</c:v>
                </c:pt>
                <c:pt idx="23744">
                  <c:v>1.071718849613041</c:v>
                </c:pt>
                <c:pt idx="23745">
                  <c:v>1.0719959564248904</c:v>
                </c:pt>
                <c:pt idx="23746">
                  <c:v>1.0723700887198986</c:v>
                </c:pt>
                <c:pt idx="23747">
                  <c:v>1.0719936704841877</c:v>
                </c:pt>
                <c:pt idx="23748">
                  <c:v>1.0710157958502557</c:v>
                </c:pt>
                <c:pt idx="23749">
                  <c:v>1.0704872355611095</c:v>
                </c:pt>
                <c:pt idx="23750">
                  <c:v>1.0707399590054634</c:v>
                </c:pt>
                <c:pt idx="23751">
                  <c:v>1.0719230603158154</c:v>
                </c:pt>
                <c:pt idx="23752">
                  <c:v>1.0709914124827602</c:v>
                </c:pt>
                <c:pt idx="23753">
                  <c:v>1.0692802588700849</c:v>
                </c:pt>
                <c:pt idx="23754">
                  <c:v>1.0699106705172068</c:v>
                </c:pt>
                <c:pt idx="23755">
                  <c:v>1.0706238840164486</c:v>
                </c:pt>
                <c:pt idx="23756">
                  <c:v>1.0704752978707732</c:v>
                </c:pt>
                <c:pt idx="23757">
                  <c:v>1.0691260848693585</c:v>
                </c:pt>
                <c:pt idx="23758">
                  <c:v>1.0676798463847847</c:v>
                </c:pt>
                <c:pt idx="23759">
                  <c:v>1.067149000154936</c:v>
                </c:pt>
                <c:pt idx="23760">
                  <c:v>1.0664007355649194</c:v>
                </c:pt>
                <c:pt idx="23761">
                  <c:v>1.0659463413519052</c:v>
                </c:pt>
                <c:pt idx="23762">
                  <c:v>1.0663171717325652</c:v>
                </c:pt>
                <c:pt idx="23763">
                  <c:v>1.0667532784199578</c:v>
                </c:pt>
                <c:pt idx="23764">
                  <c:v>1.0670532446388341</c:v>
                </c:pt>
                <c:pt idx="23765">
                  <c:v>1.067305968083188</c:v>
                </c:pt>
                <c:pt idx="23766">
                  <c:v>1.0682960344008676</c:v>
                </c:pt>
                <c:pt idx="23767">
                  <c:v>1.0673303514506833</c:v>
                </c:pt>
                <c:pt idx="23768">
                  <c:v>1.0672259601585934</c:v>
                </c:pt>
                <c:pt idx="23769">
                  <c:v>1.0679556832295771</c:v>
                </c:pt>
                <c:pt idx="23770">
                  <c:v>1.0673173977867014</c:v>
                </c:pt>
                <c:pt idx="23771">
                  <c:v>1.0663669544412018</c:v>
                </c:pt>
                <c:pt idx="23772">
                  <c:v>1.066833794331375</c:v>
                </c:pt>
                <c:pt idx="23773">
                  <c:v>1.0660365090129562</c:v>
                </c:pt>
                <c:pt idx="23774">
                  <c:v>1.0644383824683588</c:v>
                </c:pt>
                <c:pt idx="23775">
                  <c:v>1.0647769556857696</c:v>
                </c:pt>
                <c:pt idx="23776">
                  <c:v>1.0661675696132442</c:v>
                </c:pt>
                <c:pt idx="23777">
                  <c:v>1.0672554233943172</c:v>
                </c:pt>
                <c:pt idx="23778">
                  <c:v>1.0662704369448657</c:v>
                </c:pt>
                <c:pt idx="23779">
                  <c:v>1.0650197733870783</c:v>
                </c:pt>
                <c:pt idx="23780">
                  <c:v>1.0655755109712455</c:v>
                </c:pt>
                <c:pt idx="23781">
                  <c:v>1.0667301650195193</c:v>
                </c:pt>
                <c:pt idx="23782">
                  <c:v>1.0665081747779463</c:v>
                </c:pt>
                <c:pt idx="23783">
                  <c:v>1.0658302663628905</c:v>
                </c:pt>
                <c:pt idx="23784">
                  <c:v>1.0656961578416655</c:v>
                </c:pt>
                <c:pt idx="23785">
                  <c:v>1.0661409003050462</c:v>
                </c:pt>
                <c:pt idx="23786">
                  <c:v>1.066556179532703</c:v>
                </c:pt>
                <c:pt idx="23787">
                  <c:v>1.0661820472376946</c:v>
                </c:pt>
                <c:pt idx="23788">
                  <c:v>1.0661955088884993</c:v>
                </c:pt>
                <c:pt idx="23789">
                  <c:v>1.0655526515642184</c:v>
                </c:pt>
                <c:pt idx="23790">
                  <c:v>1.0644096812128694</c:v>
                </c:pt>
                <c:pt idx="23791">
                  <c:v>1.0639395394083477</c:v>
                </c:pt>
                <c:pt idx="23792">
                  <c:v>1.0637459964288527</c:v>
                </c:pt>
                <c:pt idx="23793">
                  <c:v>1.0643967275488875</c:v>
                </c:pt>
                <c:pt idx="23794">
                  <c:v>1.065851601809449</c:v>
                </c:pt>
                <c:pt idx="23795">
                  <c:v>1.0663009161542349</c:v>
                </c:pt>
                <c:pt idx="23796">
                  <c:v>1.0653205015861889</c:v>
                </c:pt>
                <c:pt idx="23797">
                  <c:v>1.0656072601476718</c:v>
                </c:pt>
                <c:pt idx="23798">
                  <c:v>1.0676320956234395</c:v>
                </c:pt>
                <c:pt idx="23799">
                  <c:v>1.0671964969228698</c:v>
                </c:pt>
                <c:pt idx="23800">
                  <c:v>1.067006763844546</c:v>
                </c:pt>
                <c:pt idx="23801">
                  <c:v>1.0664347706820485</c:v>
                </c:pt>
                <c:pt idx="23802">
                  <c:v>1.0658792870912928</c:v>
                </c:pt>
                <c:pt idx="23803">
                  <c:v>1.064980658401721</c:v>
                </c:pt>
                <c:pt idx="23804">
                  <c:v>1.0632728067033941</c:v>
                </c:pt>
                <c:pt idx="23805">
                  <c:v>1.0615334598220523</c:v>
                </c:pt>
                <c:pt idx="23806">
                  <c:v>1.061287848193218</c:v>
                </c:pt>
                <c:pt idx="23807">
                  <c:v>1.0627335786909688</c:v>
                </c:pt>
                <c:pt idx="23808">
                  <c:v>1.0640137054844798</c:v>
                </c:pt>
                <c:pt idx="23809">
                  <c:v>1.0650205353673126</c:v>
                </c:pt>
                <c:pt idx="23810">
                  <c:v>1.0661924609675626</c:v>
                </c:pt>
                <c:pt idx="23811">
                  <c:v>1.068065662376718</c:v>
                </c:pt>
                <c:pt idx="23812">
                  <c:v>1.0686005725011494</c:v>
                </c:pt>
                <c:pt idx="23813">
                  <c:v>1.0687788758759598</c:v>
                </c:pt>
                <c:pt idx="23814">
                  <c:v>1.0673013962017825</c:v>
                </c:pt>
                <c:pt idx="23815">
                  <c:v>1.0667758838335732</c:v>
                </c:pt>
                <c:pt idx="23816">
                  <c:v>1.0689627671058213</c:v>
                </c:pt>
                <c:pt idx="23817">
                  <c:v>1.0708354605281538</c:v>
                </c:pt>
                <c:pt idx="23818">
                  <c:v>1.0709235962419135</c:v>
                </c:pt>
                <c:pt idx="23819">
                  <c:v>1.0704554863846831</c:v>
                </c:pt>
                <c:pt idx="23820">
                  <c:v>1.0709378198729524</c:v>
                </c:pt>
                <c:pt idx="23821">
                  <c:v>1.0711308548656249</c:v>
                </c:pt>
                <c:pt idx="23822">
                  <c:v>1.0706848424351871</c:v>
                </c:pt>
                <c:pt idx="23823">
                  <c:v>1.0721107614468481</c:v>
                </c:pt>
                <c:pt idx="23824">
                  <c:v>1.0738816035112049</c:v>
                </c:pt>
                <c:pt idx="23825">
                  <c:v>1.0731960752938068</c:v>
                </c:pt>
                <c:pt idx="23826">
                  <c:v>1.0711399986284356</c:v>
                </c:pt>
                <c:pt idx="23827">
                  <c:v>1.0699066066226242</c:v>
                </c:pt>
                <c:pt idx="23828">
                  <c:v>1.0688977447925001</c:v>
                </c:pt>
                <c:pt idx="23829">
                  <c:v>1.0675561515934278</c:v>
                </c:pt>
                <c:pt idx="23830">
                  <c:v>1.0674718257808393</c:v>
                </c:pt>
                <c:pt idx="23831">
                  <c:v>1.0680615984821353</c:v>
                </c:pt>
                <c:pt idx="23832">
                  <c:v>1.0676638447998659</c:v>
                </c:pt>
                <c:pt idx="23833">
                  <c:v>1.0677197233503763</c:v>
                </c:pt>
                <c:pt idx="23834">
                  <c:v>1.0680527087127361</c:v>
                </c:pt>
                <c:pt idx="23835">
                  <c:v>1.0686696587090532</c:v>
                </c:pt>
                <c:pt idx="23836">
                  <c:v>1.0687781138957255</c:v>
                </c:pt>
                <c:pt idx="23837">
                  <c:v>1.0696383895801742</c:v>
                </c:pt>
                <c:pt idx="23838">
                  <c:v>1.0707054159015115</c:v>
                </c:pt>
                <c:pt idx="23839">
                  <c:v>1.0708753374937454</c:v>
                </c:pt>
                <c:pt idx="23840">
                  <c:v>1.0727843519739098</c:v>
                </c:pt>
                <c:pt idx="23841">
                  <c:v>1.0730949859160654</c:v>
                </c:pt>
                <c:pt idx="23842">
                  <c:v>1.0712530256965134</c:v>
                </c:pt>
                <c:pt idx="23843">
                  <c:v>1.0705334623619862</c:v>
                </c:pt>
                <c:pt idx="23844">
                  <c:v>1.0701595840603895</c:v>
                </c:pt>
                <c:pt idx="23845">
                  <c:v>1.0686757545509269</c:v>
                </c:pt>
                <c:pt idx="23846">
                  <c:v>1.0679678749133248</c:v>
                </c:pt>
                <c:pt idx="23847">
                  <c:v>1.0681477022486037</c:v>
                </c:pt>
                <c:pt idx="23848">
                  <c:v>1.0696584550596757</c:v>
                </c:pt>
                <c:pt idx="23849">
                  <c:v>1.0706833184747189</c:v>
                </c:pt>
                <c:pt idx="23850">
                  <c:v>1.0712372781050059</c:v>
                </c:pt>
                <c:pt idx="23851">
                  <c:v>1.0715837251181703</c:v>
                </c:pt>
                <c:pt idx="23852">
                  <c:v>1.072333259675244</c:v>
                </c:pt>
                <c:pt idx="23853">
                  <c:v>1.0730170099387621</c:v>
                </c:pt>
                <c:pt idx="23854">
                  <c:v>1.0728450563992369</c:v>
                </c:pt>
                <c:pt idx="23855">
                  <c:v>1.0733063084343593</c:v>
                </c:pt>
                <c:pt idx="23856">
                  <c:v>1.0725941109087631</c:v>
                </c:pt>
                <c:pt idx="23857">
                  <c:v>1.0695284104330334</c:v>
                </c:pt>
                <c:pt idx="23858">
                  <c:v>1.0690856999169442</c:v>
                </c:pt>
                <c:pt idx="23859">
                  <c:v>1.0701235169959691</c:v>
                </c:pt>
                <c:pt idx="23860">
                  <c:v>1.0705748632880463</c:v>
                </c:pt>
                <c:pt idx="23861">
                  <c:v>1.0712687732880208</c:v>
                </c:pt>
                <c:pt idx="23862">
                  <c:v>1.0719634452682296</c:v>
                </c:pt>
                <c:pt idx="23863">
                  <c:v>1.0724391749278024</c:v>
                </c:pt>
                <c:pt idx="23864">
                  <c:v>1.0734010479768155</c:v>
                </c:pt>
                <c:pt idx="23865">
                  <c:v>1.073824708987049</c:v>
                </c:pt>
                <c:pt idx="23866">
                  <c:v>1.0727660644482881</c:v>
                </c:pt>
                <c:pt idx="23867">
                  <c:v>1.0735999248179502</c:v>
                </c:pt>
                <c:pt idx="23868">
                  <c:v>1.0725598217982226</c:v>
                </c:pt>
                <c:pt idx="23869">
                  <c:v>1.0710787862162856</c:v>
                </c:pt>
                <c:pt idx="23870">
                  <c:v>1.0710709124205318</c:v>
                </c:pt>
                <c:pt idx="23871">
                  <c:v>1.0718427983978096</c:v>
                </c:pt>
                <c:pt idx="23872">
                  <c:v>1.0718892791920978</c:v>
                </c:pt>
                <c:pt idx="23873">
                  <c:v>1.0710993596826097</c:v>
                </c:pt>
                <c:pt idx="23874">
                  <c:v>1.0707077018422142</c:v>
                </c:pt>
                <c:pt idx="23875">
                  <c:v>1.0701265649169061</c:v>
                </c:pt>
                <c:pt idx="23876">
                  <c:v>1.0696955380977418</c:v>
                </c:pt>
                <c:pt idx="23877">
                  <c:v>1.0703706525852719</c:v>
                </c:pt>
                <c:pt idx="23878">
                  <c:v>1.0702644833393022</c:v>
                </c:pt>
                <c:pt idx="23879">
                  <c:v>1.0694120814506072</c:v>
                </c:pt>
                <c:pt idx="23880">
                  <c:v>1.0693257236907274</c:v>
                </c:pt>
                <c:pt idx="23881">
                  <c:v>1.0695832730098982</c:v>
                </c:pt>
                <c:pt idx="23882">
                  <c:v>1.0696221340018439</c:v>
                </c:pt>
                <c:pt idx="23883">
                  <c:v>1.0697704661541079</c:v>
                </c:pt>
                <c:pt idx="23884">
                  <c:v>1.070612962299758</c:v>
                </c:pt>
                <c:pt idx="23885">
                  <c:v>1.0700821160699092</c:v>
                </c:pt>
                <c:pt idx="23886">
                  <c:v>1.0694804056782767</c:v>
                </c:pt>
                <c:pt idx="23887">
                  <c:v>1.0699728989030024</c:v>
                </c:pt>
                <c:pt idx="23888">
                  <c:v>1.0713589409490718</c:v>
                </c:pt>
                <c:pt idx="23889">
                  <c:v>1.0715115909893298</c:v>
                </c:pt>
                <c:pt idx="23890">
                  <c:v>1.0717572026181641</c:v>
                </c:pt>
                <c:pt idx="23891">
                  <c:v>1.0713221119044172</c:v>
                </c:pt>
                <c:pt idx="23892">
                  <c:v>1.0711554922265316</c:v>
                </c:pt>
                <c:pt idx="23893">
                  <c:v>1.0711407606086698</c:v>
                </c:pt>
                <c:pt idx="23894">
                  <c:v>1.0705126349022507</c:v>
                </c:pt>
                <c:pt idx="23895">
                  <c:v>1.0696046084564566</c:v>
                </c:pt>
                <c:pt idx="23896">
                  <c:v>1.0709820147265381</c:v>
                </c:pt>
                <c:pt idx="23897">
                  <c:v>1.0727421890676156</c:v>
                </c:pt>
                <c:pt idx="23898">
                  <c:v>1.0736712969665567</c:v>
                </c:pt>
                <c:pt idx="23899">
                  <c:v>1.073720317694959</c:v>
                </c:pt>
                <c:pt idx="23900">
                  <c:v>1.0731033676986419</c:v>
                </c:pt>
                <c:pt idx="23901">
                  <c:v>1.0742346543530661</c:v>
                </c:pt>
                <c:pt idx="23902">
                  <c:v>1.0746113265821884</c:v>
                </c:pt>
                <c:pt idx="23903">
                  <c:v>1.0730937159490084</c:v>
                </c:pt>
                <c:pt idx="23904">
                  <c:v>1.0722893188150699</c:v>
                </c:pt>
                <c:pt idx="23905">
                  <c:v>1.0717345972045484</c:v>
                </c:pt>
                <c:pt idx="23906">
                  <c:v>1.0704755518641846</c:v>
                </c:pt>
                <c:pt idx="23907">
                  <c:v>1.0687296011541461</c:v>
                </c:pt>
                <c:pt idx="23908">
                  <c:v>1.0682482836395224</c:v>
                </c:pt>
                <c:pt idx="23909">
                  <c:v>1.0692700991336284</c:v>
                </c:pt>
                <c:pt idx="23910">
                  <c:v>1.0711278069446879</c:v>
                </c:pt>
                <c:pt idx="23911">
                  <c:v>1.0716459535039662</c:v>
                </c:pt>
                <c:pt idx="23912">
                  <c:v>1.0706264239505627</c:v>
                </c:pt>
                <c:pt idx="23913">
                  <c:v>1.071079040209697</c:v>
                </c:pt>
                <c:pt idx="23914">
                  <c:v>1.0717384071057197</c:v>
                </c:pt>
                <c:pt idx="23915">
                  <c:v>1.0707198935259619</c:v>
                </c:pt>
                <c:pt idx="23916">
                  <c:v>1.0691222749681872</c:v>
                </c:pt>
                <c:pt idx="23917">
                  <c:v>1.0688639636687824</c:v>
                </c:pt>
                <c:pt idx="23918">
                  <c:v>1.0673590527061727</c:v>
                </c:pt>
                <c:pt idx="23919">
                  <c:v>1.0658419500598155</c:v>
                </c:pt>
                <c:pt idx="23920">
                  <c:v>1.0658676033943679</c:v>
                </c:pt>
                <c:pt idx="23921">
                  <c:v>1.067055022592714</c:v>
                </c:pt>
                <c:pt idx="23922">
                  <c:v>1.0688510100048005</c:v>
                </c:pt>
                <c:pt idx="23923">
                  <c:v>1.0692223483722831</c:v>
                </c:pt>
                <c:pt idx="23924">
                  <c:v>1.0689267000414009</c:v>
                </c:pt>
                <c:pt idx="23925">
                  <c:v>1.0689396537053828</c:v>
                </c:pt>
                <c:pt idx="23926">
                  <c:v>1.0688731074315931</c:v>
                </c:pt>
                <c:pt idx="23927">
                  <c:v>1.0685500278122786</c:v>
                </c:pt>
                <c:pt idx="23928">
                  <c:v>1.0681093492434806</c:v>
                </c:pt>
                <c:pt idx="23929">
                  <c:v>1.0674761436688331</c:v>
                </c:pt>
                <c:pt idx="23930">
                  <c:v>1.0678233526622321</c:v>
                </c:pt>
                <c:pt idx="23931">
                  <c:v>1.0675718991849352</c:v>
                </c:pt>
                <c:pt idx="23932">
                  <c:v>1.0684024576402489</c:v>
                </c:pt>
                <c:pt idx="23933">
                  <c:v>1.0695698113590932</c:v>
                </c:pt>
                <c:pt idx="23934">
                  <c:v>1.0682358379623633</c:v>
                </c:pt>
                <c:pt idx="23935">
                  <c:v>1.0649471312714147</c:v>
                </c:pt>
                <c:pt idx="23936">
                  <c:v>1.0639319196060053</c:v>
                </c:pt>
                <c:pt idx="23937">
                  <c:v>1.0643568505832959</c:v>
                </c:pt>
                <c:pt idx="23938">
                  <c:v>1.0644424463629414</c:v>
                </c:pt>
                <c:pt idx="23939">
                  <c:v>1.0654977889873536</c:v>
                </c:pt>
                <c:pt idx="23940">
                  <c:v>1.065658058829954</c:v>
                </c:pt>
                <c:pt idx="23941">
                  <c:v>1.0657774357333172</c:v>
                </c:pt>
                <c:pt idx="23942">
                  <c:v>1.0675152586541905</c:v>
                </c:pt>
                <c:pt idx="23943">
                  <c:v>1.0678662775487604</c:v>
                </c:pt>
                <c:pt idx="23944">
                  <c:v>1.06565374094196</c:v>
                </c:pt>
                <c:pt idx="23945">
                  <c:v>1.0642031845693922</c:v>
                </c:pt>
                <c:pt idx="23946">
                  <c:v>1.0654932171059484</c:v>
                </c:pt>
                <c:pt idx="23947">
                  <c:v>1.0669033885261017</c:v>
                </c:pt>
                <c:pt idx="23948">
                  <c:v>1.0663661924609675</c:v>
                </c:pt>
                <c:pt idx="23949">
                  <c:v>1.0666587928709128</c:v>
                </c:pt>
                <c:pt idx="23950">
                  <c:v>1.0672866645839207</c:v>
                </c:pt>
                <c:pt idx="23951">
                  <c:v>1.0663801620985951</c:v>
                </c:pt>
                <c:pt idx="23952">
                  <c:v>1.0661205808321332</c:v>
                </c:pt>
                <c:pt idx="23953">
                  <c:v>1.0661612197779589</c:v>
                </c:pt>
                <c:pt idx="23954">
                  <c:v>1.0649001424903037</c:v>
                </c:pt>
                <c:pt idx="23955">
                  <c:v>1.065705047611065</c:v>
                </c:pt>
                <c:pt idx="23956">
                  <c:v>1.067080421933855</c:v>
                </c:pt>
                <c:pt idx="23957">
                  <c:v>1.0664589000561326</c:v>
                </c:pt>
                <c:pt idx="23958">
                  <c:v>1.0657883574500078</c:v>
                </c:pt>
                <c:pt idx="23959">
                  <c:v>1.0650545704844416</c:v>
                </c:pt>
                <c:pt idx="23960">
                  <c:v>1.0643596445108214</c:v>
                </c:pt>
                <c:pt idx="23961">
                  <c:v>1.0658724292691848</c:v>
                </c:pt>
                <c:pt idx="23962">
                  <c:v>1.0671169969850982</c:v>
                </c:pt>
                <c:pt idx="23963">
                  <c:v>1.068121286933817</c:v>
                </c:pt>
                <c:pt idx="23964">
                  <c:v>1.0687489046534133</c:v>
                </c:pt>
                <c:pt idx="23965">
                  <c:v>1.0667121314873091</c:v>
                </c:pt>
                <c:pt idx="23966">
                  <c:v>1.0646702784529769</c:v>
                </c:pt>
                <c:pt idx="23967">
                  <c:v>1.0648089588556073</c:v>
                </c:pt>
                <c:pt idx="23968">
                  <c:v>1.0649732925927902</c:v>
                </c:pt>
                <c:pt idx="23969">
                  <c:v>1.0650723500232404</c:v>
                </c:pt>
                <c:pt idx="23970">
                  <c:v>1.0661629977318388</c:v>
                </c:pt>
                <c:pt idx="23971">
                  <c:v>1.0671812573181851</c:v>
                </c:pt>
                <c:pt idx="23972">
                  <c:v>1.0668548757845222</c:v>
                </c:pt>
                <c:pt idx="23973">
                  <c:v>1.0661685855868899</c:v>
                </c:pt>
                <c:pt idx="23974">
                  <c:v>1.0640149754515367</c:v>
                </c:pt>
                <c:pt idx="23975">
                  <c:v>1.0632019425416104</c:v>
                </c:pt>
                <c:pt idx="23976">
                  <c:v>1.0631646055101331</c:v>
                </c:pt>
                <c:pt idx="23977">
                  <c:v>1.0619688045292106</c:v>
                </c:pt>
                <c:pt idx="23978">
                  <c:v>1.0626296953857017</c:v>
                </c:pt>
                <c:pt idx="23979">
                  <c:v>1.0637713957699937</c:v>
                </c:pt>
                <c:pt idx="23980">
                  <c:v>1.0656108160554316</c:v>
                </c:pt>
                <c:pt idx="23981">
                  <c:v>1.067312825905296</c:v>
                </c:pt>
                <c:pt idx="23982">
                  <c:v>1.065293324291168</c:v>
                </c:pt>
                <c:pt idx="23983">
                  <c:v>1.0627744716302059</c:v>
                </c:pt>
                <c:pt idx="23984">
                  <c:v>1.0624651076551075</c:v>
                </c:pt>
                <c:pt idx="23985">
                  <c:v>1.0633205574647393</c:v>
                </c:pt>
                <c:pt idx="23986">
                  <c:v>1.0644597179149173</c:v>
                </c:pt>
                <c:pt idx="23987">
                  <c:v>1.0643202755320527</c:v>
                </c:pt>
                <c:pt idx="23988">
                  <c:v>1.0651053691667238</c:v>
                </c:pt>
                <c:pt idx="23989">
                  <c:v>1.0641518779002872</c:v>
                </c:pt>
                <c:pt idx="23990">
                  <c:v>1.0633101437348715</c:v>
                </c:pt>
                <c:pt idx="23991">
                  <c:v>1.0633446868388234</c:v>
                </c:pt>
                <c:pt idx="23992">
                  <c:v>1.0621846989289099</c:v>
                </c:pt>
                <c:pt idx="23993">
                  <c:v>1.0611006550490081</c:v>
                </c:pt>
                <c:pt idx="23994">
                  <c:v>1.0615931482737337</c:v>
                </c:pt>
                <c:pt idx="23995">
                  <c:v>1.0606962975380418</c:v>
                </c:pt>
                <c:pt idx="23996">
                  <c:v>1.0604047131017422</c:v>
                </c:pt>
                <c:pt idx="23997">
                  <c:v>1.0611979345255784</c:v>
                </c:pt>
                <c:pt idx="23998">
                  <c:v>1.0618517135665502</c:v>
                </c:pt>
                <c:pt idx="23999">
                  <c:v>1.061470215462611</c:v>
                </c:pt>
                <c:pt idx="24000">
                  <c:v>1.0612235878601308</c:v>
                </c:pt>
                <c:pt idx="24001">
                  <c:v>1.0626157257480742</c:v>
                </c:pt>
                <c:pt idx="24002">
                  <c:v>1.0639890681235729</c:v>
                </c:pt>
                <c:pt idx="24003">
                  <c:v>1.0641546718278128</c:v>
                </c:pt>
                <c:pt idx="24004">
                  <c:v>1.0630584362641633</c:v>
                </c:pt>
                <c:pt idx="24005">
                  <c:v>1.0622545471170477</c:v>
                </c:pt>
                <c:pt idx="24006">
                  <c:v>1.0642133443058488</c:v>
                </c:pt>
                <c:pt idx="24007">
                  <c:v>1.0649484012384718</c:v>
                </c:pt>
                <c:pt idx="24008">
                  <c:v>1.0640995552575365</c:v>
                </c:pt>
                <c:pt idx="24009">
                  <c:v>1.0653108498365553</c:v>
                </c:pt>
                <c:pt idx="24010">
                  <c:v>1.0647507943643941</c:v>
                </c:pt>
                <c:pt idx="24011">
                  <c:v>1.0633208114581507</c:v>
                </c:pt>
                <c:pt idx="24012">
                  <c:v>1.0624138009860025</c:v>
                </c:pt>
                <c:pt idx="24013">
                  <c:v>1.0624292945840985</c:v>
                </c:pt>
                <c:pt idx="24014">
                  <c:v>1.0622687707480867</c:v>
                </c:pt>
                <c:pt idx="24015">
                  <c:v>1.0610871933982033</c:v>
                </c:pt>
                <c:pt idx="24016">
                  <c:v>1.0624544399318281</c:v>
                </c:pt>
                <c:pt idx="24017">
                  <c:v>1.0639634147890205</c:v>
                </c:pt>
                <c:pt idx="24018">
                  <c:v>1.0629578548732446</c:v>
                </c:pt>
                <c:pt idx="24019">
                  <c:v>1.0620127453893846</c:v>
                </c:pt>
                <c:pt idx="24020">
                  <c:v>1.061787453233463</c:v>
                </c:pt>
                <c:pt idx="24021">
                  <c:v>1.0626340132736958</c:v>
                </c:pt>
                <c:pt idx="24022">
                  <c:v>1.0623411588703389</c:v>
                </c:pt>
                <c:pt idx="24023">
                  <c:v>1.0615728288008208</c:v>
                </c:pt>
                <c:pt idx="24024">
                  <c:v>1.0623386189362247</c:v>
                </c:pt>
                <c:pt idx="24025">
                  <c:v>1.0636527808468648</c:v>
                </c:pt>
                <c:pt idx="24026">
                  <c:v>1.0627495802758877</c:v>
                </c:pt>
                <c:pt idx="24027">
                  <c:v>1.0620099514618591</c:v>
                </c:pt>
                <c:pt idx="24028">
                  <c:v>1.0627086873366505</c:v>
                </c:pt>
                <c:pt idx="24029">
                  <c:v>1.0636385572158258</c:v>
                </c:pt>
                <c:pt idx="24030">
                  <c:v>1.064715489280208</c:v>
                </c:pt>
                <c:pt idx="24031">
                  <c:v>1.0647520643314512</c:v>
                </c:pt>
                <c:pt idx="24032">
                  <c:v>1.0638186385445161</c:v>
                </c:pt>
                <c:pt idx="24033">
                  <c:v>1.0645026428014457</c:v>
                </c:pt>
                <c:pt idx="24034">
                  <c:v>1.0647452065093432</c:v>
                </c:pt>
                <c:pt idx="24035">
                  <c:v>1.0634081851916761</c:v>
                </c:pt>
                <c:pt idx="24036">
                  <c:v>1.0622819784054802</c:v>
                </c:pt>
                <c:pt idx="24037">
                  <c:v>1.0615443815387429</c:v>
                </c:pt>
                <c:pt idx="24038">
                  <c:v>1.0621311063191021</c:v>
                </c:pt>
                <c:pt idx="24039">
                  <c:v>1.0638981384822879</c:v>
                </c:pt>
                <c:pt idx="24040">
                  <c:v>1.0643395790313199</c:v>
                </c:pt>
                <c:pt idx="24041">
                  <c:v>1.0641579737421611</c:v>
                </c:pt>
                <c:pt idx="24042">
                  <c:v>1.0638877247524199</c:v>
                </c:pt>
                <c:pt idx="24043">
                  <c:v>1.064889728760436</c:v>
                </c:pt>
                <c:pt idx="24044">
                  <c:v>1.0663473969485231</c:v>
                </c:pt>
                <c:pt idx="24045">
                  <c:v>1.0664860773511535</c:v>
                </c:pt>
                <c:pt idx="24046">
                  <c:v>1.0664898872523247</c:v>
                </c:pt>
                <c:pt idx="24047">
                  <c:v>1.066276786780151</c:v>
                </c:pt>
                <c:pt idx="24048">
                  <c:v>1.0668604636395731</c:v>
                </c:pt>
                <c:pt idx="24049">
                  <c:v>1.067137824444834</c:v>
                </c:pt>
                <c:pt idx="24050">
                  <c:v>1.0661523300085596</c:v>
                </c:pt>
                <c:pt idx="24051">
                  <c:v>1.0654985509675878</c:v>
                </c:pt>
                <c:pt idx="24052">
                  <c:v>1.0652684329368496</c:v>
                </c:pt>
                <c:pt idx="24053">
                  <c:v>1.0644053633248753</c:v>
                </c:pt>
                <c:pt idx="24054">
                  <c:v>1.0623957674537923</c:v>
                </c:pt>
                <c:pt idx="24055">
                  <c:v>1.061673664185151</c:v>
                </c:pt>
                <c:pt idx="24056">
                  <c:v>1.0630099235225838</c:v>
                </c:pt>
                <c:pt idx="24057">
                  <c:v>1.0635631211726368</c:v>
                </c:pt>
                <c:pt idx="24058">
                  <c:v>1.0630056056345898</c:v>
                </c:pt>
                <c:pt idx="24059">
                  <c:v>1.0629837622012084</c:v>
                </c:pt>
                <c:pt idx="24060">
                  <c:v>1.0633225894120306</c:v>
                </c:pt>
                <c:pt idx="24061">
                  <c:v>1.0648816009712707</c:v>
                </c:pt>
                <c:pt idx="24062">
                  <c:v>1.0661043252538029</c:v>
                </c:pt>
                <c:pt idx="24063">
                  <c:v>1.0655137905722725</c:v>
                </c:pt>
                <c:pt idx="24064">
                  <c:v>1.0641846430503592</c:v>
                </c:pt>
                <c:pt idx="24065">
                  <c:v>1.0632766166045653</c:v>
                </c:pt>
                <c:pt idx="24066">
                  <c:v>1.0640177693790622</c:v>
                </c:pt>
                <c:pt idx="24067">
                  <c:v>1.0650941934566218</c:v>
                </c:pt>
                <c:pt idx="24068">
                  <c:v>1.0647797496132951</c:v>
                </c:pt>
                <c:pt idx="24069">
                  <c:v>1.0643418649720227</c:v>
                </c:pt>
                <c:pt idx="24070">
                  <c:v>1.064450320158695</c:v>
                </c:pt>
                <c:pt idx="24071">
                  <c:v>1.0641483219925276</c:v>
                </c:pt>
                <c:pt idx="24072">
                  <c:v>1.0634475541704449</c:v>
                </c:pt>
                <c:pt idx="24073">
                  <c:v>1.0648198805722979</c:v>
                </c:pt>
                <c:pt idx="24074">
                  <c:v>1.0665757370253817</c:v>
                </c:pt>
                <c:pt idx="24075">
                  <c:v>1.0688444061761038</c:v>
                </c:pt>
                <c:pt idx="24076">
                  <c:v>1.071161842061817</c:v>
                </c:pt>
                <c:pt idx="24077">
                  <c:v>1.0713233818714742</c:v>
                </c:pt>
                <c:pt idx="24078">
                  <c:v>1.0705781652023947</c:v>
                </c:pt>
                <c:pt idx="24079">
                  <c:v>1.0703180759491098</c:v>
                </c:pt>
                <c:pt idx="24080">
                  <c:v>1.069942927680456</c:v>
                </c:pt>
                <c:pt idx="24081">
                  <c:v>1.0700219196314047</c:v>
                </c:pt>
                <c:pt idx="24082">
                  <c:v>1.069670392750012</c:v>
                </c:pt>
                <c:pt idx="24083">
                  <c:v>1.0685274223986629</c:v>
                </c:pt>
                <c:pt idx="24084">
                  <c:v>1.0661815392508718</c:v>
                </c:pt>
                <c:pt idx="24085">
                  <c:v>1.0651841071242611</c:v>
                </c:pt>
                <c:pt idx="24086">
                  <c:v>1.0647403806345264</c:v>
                </c:pt>
                <c:pt idx="24087">
                  <c:v>1.0641897229185875</c:v>
                </c:pt>
                <c:pt idx="24088">
                  <c:v>1.0650985113446156</c:v>
                </c:pt>
                <c:pt idx="24089">
                  <c:v>1.0674563321827433</c:v>
                </c:pt>
                <c:pt idx="24090">
                  <c:v>1.0674540462420405</c:v>
                </c:pt>
                <c:pt idx="24091">
                  <c:v>1.0647177752209107</c:v>
                </c:pt>
                <c:pt idx="24092">
                  <c:v>1.0638724851477352</c:v>
                </c:pt>
                <c:pt idx="24093">
                  <c:v>1.064696947761175</c:v>
                </c:pt>
                <c:pt idx="24094">
                  <c:v>1.0664881092984448</c:v>
                </c:pt>
                <c:pt idx="24095">
                  <c:v>1.0669775546022335</c:v>
                </c:pt>
                <c:pt idx="24096">
                  <c:v>1.0664378186029855</c:v>
                </c:pt>
                <c:pt idx="24097">
                  <c:v>1.0664119112750214</c:v>
                </c:pt>
                <c:pt idx="24098">
                  <c:v>1.0671314746095486</c:v>
                </c:pt>
                <c:pt idx="24099">
                  <c:v>1.0678878669887304</c:v>
                </c:pt>
                <c:pt idx="24100">
                  <c:v>1.0678589117398294</c:v>
                </c:pt>
                <c:pt idx="24101">
                  <c:v>1.0679810825707181</c:v>
                </c:pt>
                <c:pt idx="24102">
                  <c:v>1.0691235449352443</c:v>
                </c:pt>
                <c:pt idx="24103">
                  <c:v>1.0700727183136869</c:v>
                </c:pt>
                <c:pt idx="24104">
                  <c:v>1.0701387566006537</c:v>
                </c:pt>
                <c:pt idx="24105">
                  <c:v>1.0700026161321374</c:v>
                </c:pt>
                <c:pt idx="24106">
                  <c:v>1.0682772388884232</c:v>
                </c:pt>
                <c:pt idx="24107">
                  <c:v>1.0667987432406003</c:v>
                </c:pt>
                <c:pt idx="24108">
                  <c:v>1.0670486727574287</c:v>
                </c:pt>
                <c:pt idx="24109">
                  <c:v>1.0683435311688014</c:v>
                </c:pt>
                <c:pt idx="24110">
                  <c:v>1.0706767146460221</c:v>
                </c:pt>
                <c:pt idx="24111">
                  <c:v>1.0712024810076426</c:v>
                </c:pt>
                <c:pt idx="24112">
                  <c:v>1.0712001950669399</c:v>
                </c:pt>
                <c:pt idx="24113">
                  <c:v>1.0700600186431164</c:v>
                </c:pt>
                <c:pt idx="24114">
                  <c:v>1.0690415050633586</c:v>
                </c:pt>
                <c:pt idx="24115">
                  <c:v>1.0695121548547031</c:v>
                </c:pt>
                <c:pt idx="24116">
                  <c:v>1.0691641838810702</c:v>
                </c:pt>
                <c:pt idx="24117">
                  <c:v>1.0692482557002472</c:v>
                </c:pt>
                <c:pt idx="24118">
                  <c:v>1.0701336767324257</c:v>
                </c:pt>
                <c:pt idx="24119">
                  <c:v>1.0713150000888978</c:v>
                </c:pt>
                <c:pt idx="24120">
                  <c:v>1.0711473644373666</c:v>
                </c:pt>
                <c:pt idx="24121">
                  <c:v>1.0690905257917609</c:v>
                </c:pt>
                <c:pt idx="24122">
                  <c:v>1.0677395348364662</c:v>
                </c:pt>
                <c:pt idx="24123">
                  <c:v>1.068638163526038</c:v>
                </c:pt>
                <c:pt idx="24124">
                  <c:v>1.070195143137987</c:v>
                </c:pt>
                <c:pt idx="24125">
                  <c:v>1.0710043661467421</c:v>
                </c:pt>
                <c:pt idx="24126">
                  <c:v>1.0705360022961004</c:v>
                </c:pt>
                <c:pt idx="24127">
                  <c:v>1.069750654668018</c:v>
                </c:pt>
                <c:pt idx="24128">
                  <c:v>1.0700193796972906</c:v>
                </c:pt>
                <c:pt idx="24129">
                  <c:v>1.0704534544373918</c:v>
                </c:pt>
                <c:pt idx="24130">
                  <c:v>1.0714803497997263</c:v>
                </c:pt>
                <c:pt idx="24131">
                  <c:v>1.0741609962637568</c:v>
                </c:pt>
                <c:pt idx="24132">
                  <c:v>1.0741650601583395</c:v>
                </c:pt>
                <c:pt idx="24133">
                  <c:v>1.0734681022374279</c:v>
                </c:pt>
                <c:pt idx="24134">
                  <c:v>1.073483595835524</c:v>
                </c:pt>
                <c:pt idx="24135">
                  <c:v>1.0729362400339335</c:v>
                </c:pt>
                <c:pt idx="24136">
                  <c:v>1.0723258938663132</c:v>
                </c:pt>
                <c:pt idx="24137">
                  <c:v>1.071479587819492</c:v>
                </c:pt>
                <c:pt idx="24138">
                  <c:v>1.0711542222594745</c:v>
                </c:pt>
                <c:pt idx="24139">
                  <c:v>1.0712639474132042</c:v>
                </c:pt>
                <c:pt idx="24140">
                  <c:v>1.0704471046021067</c:v>
                </c:pt>
                <c:pt idx="24141">
                  <c:v>1.0697153495838319</c:v>
                </c:pt>
                <c:pt idx="24142">
                  <c:v>1.0710899619263876</c:v>
                </c:pt>
                <c:pt idx="24143">
                  <c:v>1.0727112018714235</c:v>
                </c:pt>
                <c:pt idx="24144">
                  <c:v>1.0720853621057069</c:v>
                </c:pt>
                <c:pt idx="24145">
                  <c:v>1.0707841538590488</c:v>
                </c:pt>
                <c:pt idx="24146">
                  <c:v>1.0696096883246848</c:v>
                </c:pt>
                <c:pt idx="24147">
                  <c:v>1.0686414654403864</c:v>
                </c:pt>
                <c:pt idx="24148">
                  <c:v>1.0676615588591631</c:v>
                </c:pt>
                <c:pt idx="24149">
                  <c:v>1.0681563380245915</c:v>
                </c:pt>
                <c:pt idx="24150">
                  <c:v>1.0695487299059463</c:v>
                </c:pt>
                <c:pt idx="24151">
                  <c:v>1.0704890135149894</c:v>
                </c:pt>
                <c:pt idx="24152">
                  <c:v>1.0702858187858606</c:v>
                </c:pt>
                <c:pt idx="24153">
                  <c:v>1.0697399869447386</c:v>
                </c:pt>
                <c:pt idx="24154">
                  <c:v>1.0699579132917292</c:v>
                </c:pt>
                <c:pt idx="24155">
                  <c:v>1.0692464777463673</c:v>
                </c:pt>
                <c:pt idx="24156">
                  <c:v>1.0678309724645743</c:v>
                </c:pt>
                <c:pt idx="24157">
                  <c:v>1.0683483570436183</c:v>
                </c:pt>
                <c:pt idx="24158">
                  <c:v>1.0696929981636276</c:v>
                </c:pt>
                <c:pt idx="24159">
                  <c:v>1.0698370124278975</c:v>
                </c:pt>
                <c:pt idx="24160">
                  <c:v>1.0696206100413754</c:v>
                </c:pt>
                <c:pt idx="24161">
                  <c:v>1.0691316727244096</c:v>
                </c:pt>
                <c:pt idx="24162">
                  <c:v>1.0692073627610099</c:v>
                </c:pt>
                <c:pt idx="24163">
                  <c:v>1.0697719901145764</c:v>
                </c:pt>
                <c:pt idx="24164">
                  <c:v>1.0719177264541757</c:v>
                </c:pt>
                <c:pt idx="24165">
                  <c:v>1.0720063701547582</c:v>
                </c:pt>
                <c:pt idx="24166">
                  <c:v>1.070318837929344</c:v>
                </c:pt>
                <c:pt idx="24167">
                  <c:v>1.0695223145911594</c:v>
                </c:pt>
                <c:pt idx="24168">
                  <c:v>1.0696035924828109</c:v>
                </c:pt>
                <c:pt idx="24169">
                  <c:v>1.0704384688261186</c:v>
                </c:pt>
                <c:pt idx="24170">
                  <c:v>1.0702180025450141</c:v>
                </c:pt>
                <c:pt idx="24171">
                  <c:v>1.0690049300121154</c:v>
                </c:pt>
                <c:pt idx="24172">
                  <c:v>1.0696157841665588</c:v>
                </c:pt>
                <c:pt idx="24173">
                  <c:v>1.0712004490603513</c:v>
                </c:pt>
                <c:pt idx="24174">
                  <c:v>1.0715019392396961</c:v>
                </c:pt>
                <c:pt idx="24175">
                  <c:v>1.0721554642872564</c:v>
                </c:pt>
                <c:pt idx="24176">
                  <c:v>1.0732143628194284</c:v>
                </c:pt>
                <c:pt idx="24177">
                  <c:v>1.0730596808318793</c:v>
                </c:pt>
                <c:pt idx="24178">
                  <c:v>1.0736662170983284</c:v>
                </c:pt>
                <c:pt idx="24179">
                  <c:v>1.0738683958538116</c:v>
                </c:pt>
                <c:pt idx="24180">
                  <c:v>1.073589257094671</c:v>
                </c:pt>
                <c:pt idx="24181">
                  <c:v>1.0732478899497346</c:v>
                </c:pt>
                <c:pt idx="24182">
                  <c:v>1.0729649412894229</c:v>
                </c:pt>
                <c:pt idx="24183">
                  <c:v>1.0731432446642335</c:v>
                </c:pt>
                <c:pt idx="24184">
                  <c:v>1.0731422286905878</c:v>
                </c:pt>
                <c:pt idx="24185">
                  <c:v>1.0726388137491714</c:v>
                </c:pt>
                <c:pt idx="24186">
                  <c:v>1.072078504283599</c:v>
                </c:pt>
                <c:pt idx="24187">
                  <c:v>1.0717660923875634</c:v>
                </c:pt>
                <c:pt idx="24188">
                  <c:v>1.072752348804072</c:v>
                </c:pt>
                <c:pt idx="24189">
                  <c:v>1.0744685822849755</c:v>
                </c:pt>
                <c:pt idx="24190">
                  <c:v>1.0764822420506412</c:v>
                </c:pt>
                <c:pt idx="24191">
                  <c:v>1.0775929552387411</c:v>
                </c:pt>
                <c:pt idx="24192">
                  <c:v>1.0762787933281011</c:v>
                </c:pt>
                <c:pt idx="24193">
                  <c:v>1.0754896357988475</c:v>
                </c:pt>
                <c:pt idx="24194">
                  <c:v>1.0748648120067765</c:v>
                </c:pt>
                <c:pt idx="24195">
                  <c:v>1.0747921698911129</c:v>
                </c:pt>
                <c:pt idx="24196">
                  <c:v>1.0753819425924092</c:v>
                </c:pt>
                <c:pt idx="24197">
                  <c:v>1.0764880838991036</c:v>
                </c:pt>
                <c:pt idx="24198">
                  <c:v>1.0776838848800263</c:v>
                </c:pt>
                <c:pt idx="24199">
                  <c:v>1.0780559852277432</c:v>
                </c:pt>
                <c:pt idx="24200">
                  <c:v>1.0779421961794311</c:v>
                </c:pt>
                <c:pt idx="24201">
                  <c:v>1.0780282999458994</c:v>
                </c:pt>
                <c:pt idx="24202">
                  <c:v>1.0785533043272857</c:v>
                </c:pt>
                <c:pt idx="24203">
                  <c:v>1.0801506688916489</c:v>
                </c:pt>
                <c:pt idx="24204">
                  <c:v>1.0813185305973163</c:v>
                </c:pt>
                <c:pt idx="24205">
                  <c:v>1.0813957445943851</c:v>
                </c:pt>
                <c:pt idx="24206">
                  <c:v>1.0805164194040806</c:v>
                </c:pt>
                <c:pt idx="24207">
                  <c:v>1.0793577014612241</c:v>
                </c:pt>
                <c:pt idx="24208">
                  <c:v>1.0805603602642548</c:v>
                </c:pt>
                <c:pt idx="24209">
                  <c:v>1.0830073327897873</c:v>
                </c:pt>
                <c:pt idx="24210">
                  <c:v>1.0837251181704346</c:v>
                </c:pt>
                <c:pt idx="24211">
                  <c:v>1.0829537401799798</c:v>
                </c:pt>
                <c:pt idx="24212">
                  <c:v>1.0819695157107625</c:v>
                </c:pt>
                <c:pt idx="24213">
                  <c:v>1.0808519447005545</c:v>
                </c:pt>
                <c:pt idx="24214">
                  <c:v>1.0807239320212034</c:v>
                </c:pt>
                <c:pt idx="24215">
                  <c:v>1.0799649997079075</c:v>
                </c:pt>
                <c:pt idx="24216">
                  <c:v>1.080367071278171</c:v>
                </c:pt>
                <c:pt idx="24217">
                  <c:v>1.0809802113733169</c:v>
                </c:pt>
                <c:pt idx="24218">
                  <c:v>1.0811554668271905</c:v>
                </c:pt>
                <c:pt idx="24219">
                  <c:v>1.0825392229325572</c:v>
                </c:pt>
                <c:pt idx="24220">
                  <c:v>1.082931642753187</c:v>
                </c:pt>
                <c:pt idx="24221">
                  <c:v>1.0837622012085006</c:v>
                </c:pt>
                <c:pt idx="24222">
                  <c:v>1.0842811097480132</c:v>
                </c:pt>
                <c:pt idx="24223">
                  <c:v>1.0833789251506816</c:v>
                </c:pt>
                <c:pt idx="24224">
                  <c:v>1.0824777565269956</c:v>
                </c:pt>
                <c:pt idx="24225">
                  <c:v>1.0823639674786836</c:v>
                </c:pt>
                <c:pt idx="24226">
                  <c:v>1.0827068585840884</c:v>
                </c:pt>
                <c:pt idx="24227">
                  <c:v>1.083678383382735</c:v>
                </c:pt>
                <c:pt idx="24228">
                  <c:v>1.0856608019587972</c:v>
                </c:pt>
                <c:pt idx="24229">
                  <c:v>1.0857042348321484</c:v>
                </c:pt>
                <c:pt idx="24230">
                  <c:v>1.0855653004361068</c:v>
                </c:pt>
                <c:pt idx="24231">
                  <c:v>1.084995593214312</c:v>
                </c:pt>
                <c:pt idx="24232">
                  <c:v>1.0842582503409861</c:v>
                </c:pt>
                <c:pt idx="24233">
                  <c:v>1.0838902138878517</c:v>
                </c:pt>
                <c:pt idx="24234">
                  <c:v>1.084397184737028</c:v>
                </c:pt>
                <c:pt idx="24235">
                  <c:v>1.0856663898138483</c:v>
                </c:pt>
                <c:pt idx="24236">
                  <c:v>1.0862185714902555</c:v>
                </c:pt>
                <c:pt idx="24237">
                  <c:v>1.085692805128635</c:v>
                </c:pt>
                <c:pt idx="24238">
                  <c:v>1.0854096024749118</c:v>
                </c:pt>
                <c:pt idx="24239">
                  <c:v>1.08584672513595</c:v>
                </c:pt>
                <c:pt idx="24240">
                  <c:v>1.0868637147552391</c:v>
                </c:pt>
                <c:pt idx="24241">
                  <c:v>1.0883135091475726</c:v>
                </c:pt>
                <c:pt idx="24242">
                  <c:v>1.0894155865596846</c:v>
                </c:pt>
                <c:pt idx="24243">
                  <c:v>1.0890589798100638</c:v>
                </c:pt>
                <c:pt idx="24244">
                  <c:v>1.0888946460728808</c:v>
                </c:pt>
                <c:pt idx="24245">
                  <c:v>1.0901999182141215</c:v>
                </c:pt>
                <c:pt idx="24246">
                  <c:v>1.0905806543378265</c:v>
                </c:pt>
                <c:pt idx="24247">
                  <c:v>1.0910596859117474</c:v>
                </c:pt>
                <c:pt idx="24248">
                  <c:v>1.0926860057250114</c:v>
                </c:pt>
                <c:pt idx="24249">
                  <c:v>1.0946712182285991</c:v>
                </c:pt>
                <c:pt idx="24250">
                  <c:v>1.0940880493559997</c:v>
                </c:pt>
                <c:pt idx="24251">
                  <c:v>1.0944995186824853</c:v>
                </c:pt>
                <c:pt idx="24252">
                  <c:v>1.0947794194218603</c:v>
                </c:pt>
                <c:pt idx="24253">
                  <c:v>1.094916575864022</c:v>
                </c:pt>
                <c:pt idx="24254">
                  <c:v>1.0965294340264813</c:v>
                </c:pt>
                <c:pt idx="24255">
                  <c:v>1.0974417783602692</c:v>
                </c:pt>
                <c:pt idx="24256">
                  <c:v>1.0981148609005082</c:v>
                </c:pt>
                <c:pt idx="24257">
                  <c:v>1.0991110230600618</c:v>
                </c:pt>
                <c:pt idx="24258">
                  <c:v>1.1003731163213626</c:v>
                </c:pt>
                <c:pt idx="24259">
                  <c:v>1.1016870242385912</c:v>
                </c:pt>
                <c:pt idx="24260">
                  <c:v>1.1019905463652273</c:v>
                </c:pt>
                <c:pt idx="24261">
                  <c:v>1.1014271889787179</c:v>
                </c:pt>
                <c:pt idx="24262">
                  <c:v>1.1026829324047334</c:v>
                </c:pt>
                <c:pt idx="24263">
                  <c:v>1.1052325182684761</c:v>
                </c:pt>
                <c:pt idx="24264">
                  <c:v>1.1061860095349128</c:v>
                </c:pt>
                <c:pt idx="24265">
                  <c:v>1.1066749468518786</c:v>
                </c:pt>
                <c:pt idx="24266">
                  <c:v>1.1071163874009109</c:v>
                </c:pt>
                <c:pt idx="24267">
                  <c:v>1.1073368536820154</c:v>
                </c:pt>
                <c:pt idx="24268">
                  <c:v>1.107117657367968</c:v>
                </c:pt>
                <c:pt idx="24269">
                  <c:v>1.1092377403730147</c:v>
                </c:pt>
                <c:pt idx="24270">
                  <c:v>1.1114444351313526</c:v>
                </c:pt>
                <c:pt idx="24271">
                  <c:v>1.1118592063721866</c:v>
                </c:pt>
                <c:pt idx="24272">
                  <c:v>1.1119125449885829</c:v>
                </c:pt>
                <c:pt idx="24273">
                  <c:v>1.1128185394870858</c:v>
                </c:pt>
                <c:pt idx="24274">
                  <c:v>1.1137611090368316</c:v>
                </c:pt>
                <c:pt idx="24275">
                  <c:v>1.1146815811597848</c:v>
                </c:pt>
                <c:pt idx="24276">
                  <c:v>1.11567266345111</c:v>
                </c:pt>
                <c:pt idx="24277">
                  <c:v>1.1166502840916306</c:v>
                </c:pt>
                <c:pt idx="24278">
                  <c:v>1.1167780427775704</c:v>
                </c:pt>
                <c:pt idx="24279">
                  <c:v>1.1174617930410886</c:v>
                </c:pt>
                <c:pt idx="24280">
                  <c:v>1.1171917980447588</c:v>
                </c:pt>
                <c:pt idx="24281">
                  <c:v>1.1176888631508899</c:v>
                </c:pt>
                <c:pt idx="24282">
                  <c:v>1.1178283055337546</c:v>
                </c:pt>
                <c:pt idx="24283">
                  <c:v>1.1179662239561505</c:v>
                </c:pt>
                <c:pt idx="24284">
                  <c:v>1.1190134387913977</c:v>
                </c:pt>
                <c:pt idx="24285">
                  <c:v>1.1215124799662697</c:v>
                </c:pt>
                <c:pt idx="24286">
                  <c:v>1.1236610102333946</c:v>
                </c:pt>
                <c:pt idx="24287">
                  <c:v>1.1229927535679725</c:v>
                </c:pt>
                <c:pt idx="24288">
                  <c:v>1.1223211949882019</c:v>
                </c:pt>
                <c:pt idx="24289">
                  <c:v>1.1228535651785192</c:v>
                </c:pt>
                <c:pt idx="24290">
                  <c:v>1.1252759003431452</c:v>
                </c:pt>
                <c:pt idx="24291">
                  <c:v>1.1274841190619516</c:v>
                </c:pt>
                <c:pt idx="24292">
                  <c:v>1.1280543342705691</c:v>
                </c:pt>
                <c:pt idx="24293">
                  <c:v>1.1277033153759992</c:v>
                </c:pt>
                <c:pt idx="24294">
                  <c:v>1.1282372095267847</c:v>
                </c:pt>
                <c:pt idx="24295">
                  <c:v>1.1291901928063985</c:v>
                </c:pt>
                <c:pt idx="24296">
                  <c:v>1.1297817434615747</c:v>
                </c:pt>
                <c:pt idx="24297">
                  <c:v>1.1308035589556806</c:v>
                </c:pt>
                <c:pt idx="24298">
                  <c:v>1.1331080411774119</c:v>
                </c:pt>
                <c:pt idx="24299">
                  <c:v>1.134489003355253</c:v>
                </c:pt>
                <c:pt idx="24300">
                  <c:v>1.134513132729337</c:v>
                </c:pt>
                <c:pt idx="24301">
                  <c:v>1.1355326622827404</c:v>
                </c:pt>
                <c:pt idx="24302">
                  <c:v>1.1353571528354554</c:v>
                </c:pt>
                <c:pt idx="24303">
                  <c:v>1.1352527615433656</c:v>
                </c:pt>
                <c:pt idx="24304">
                  <c:v>1.1363040402731954</c:v>
                </c:pt>
                <c:pt idx="24305">
                  <c:v>1.1389752889810039</c:v>
                </c:pt>
                <c:pt idx="24306">
                  <c:v>1.1411136595116722</c:v>
                </c:pt>
                <c:pt idx="24307">
                  <c:v>1.1426757189918493</c:v>
                </c:pt>
                <c:pt idx="24308">
                  <c:v>1.1445519683219416</c:v>
                </c:pt>
                <c:pt idx="24309">
                  <c:v>1.1463456697933256</c:v>
                </c:pt>
                <c:pt idx="24310">
                  <c:v>1.1480359959462652</c:v>
                </c:pt>
                <c:pt idx="24311">
                  <c:v>1.1494548031424066</c:v>
                </c:pt>
                <c:pt idx="24312">
                  <c:v>1.149611517077247</c:v>
                </c:pt>
                <c:pt idx="24313">
                  <c:v>1.1497047326592349</c:v>
                </c:pt>
                <c:pt idx="24314">
                  <c:v>1.1510148306752923</c:v>
                </c:pt>
                <c:pt idx="24315">
                  <c:v>1.1520927787133202</c:v>
                </c:pt>
                <c:pt idx="24316">
                  <c:v>1.1532822298589576</c:v>
                </c:pt>
                <c:pt idx="24317">
                  <c:v>1.1545166378384144</c:v>
                </c:pt>
                <c:pt idx="24318">
                  <c:v>1.15558874402798</c:v>
                </c:pt>
                <c:pt idx="24319">
                  <c:v>1.1563558041304409</c:v>
                </c:pt>
                <c:pt idx="24320">
                  <c:v>1.1576234852467926</c:v>
                </c:pt>
                <c:pt idx="24321">
                  <c:v>1.1581893825674161</c:v>
                </c:pt>
                <c:pt idx="24322">
                  <c:v>1.1591370319853902</c:v>
                </c:pt>
                <c:pt idx="24323">
                  <c:v>1.1603480725709976</c:v>
                </c:pt>
                <c:pt idx="24324">
                  <c:v>1.1622375295584833</c:v>
                </c:pt>
                <c:pt idx="24325">
                  <c:v>1.1642100423915003</c:v>
                </c:pt>
                <c:pt idx="24326">
                  <c:v>1.1670923596241913</c:v>
                </c:pt>
                <c:pt idx="24327">
                  <c:v>1.1694875174937962</c:v>
                </c:pt>
                <c:pt idx="24328">
                  <c:v>1.171840512457107</c:v>
                </c:pt>
                <c:pt idx="24329">
                  <c:v>1.1725918249680602</c:v>
                </c:pt>
                <c:pt idx="24330">
                  <c:v>1.1737068560441541</c:v>
                </c:pt>
                <c:pt idx="24331">
                  <c:v>1.1755940270909373</c:v>
                </c:pt>
                <c:pt idx="24332">
                  <c:v>1.1760227679693989</c:v>
                </c:pt>
                <c:pt idx="24333">
                  <c:v>1.1757832521824385</c:v>
                </c:pt>
                <c:pt idx="24334">
                  <c:v>1.176149510681693</c:v>
                </c:pt>
                <c:pt idx="24335">
                  <c:v>1.1790242081120414</c:v>
                </c:pt>
                <c:pt idx="24336">
                  <c:v>1.1816819951690454</c:v>
                </c:pt>
                <c:pt idx="24337">
                  <c:v>1.18393491672826</c:v>
                </c:pt>
                <c:pt idx="24338">
                  <c:v>1.1862467647589221</c:v>
                </c:pt>
                <c:pt idx="24339">
                  <c:v>1.1891440676028864</c:v>
                </c:pt>
                <c:pt idx="24340">
                  <c:v>1.1906588843085411</c:v>
                </c:pt>
                <c:pt idx="24341">
                  <c:v>1.1905443332799948</c:v>
                </c:pt>
                <c:pt idx="24342">
                  <c:v>1.19110515073239</c:v>
                </c:pt>
                <c:pt idx="24343">
                  <c:v>1.1936326391693399</c:v>
                </c:pt>
                <c:pt idx="24344">
                  <c:v>1.1937926550185287</c:v>
                </c:pt>
                <c:pt idx="24345">
                  <c:v>1.1953605563471683</c:v>
                </c:pt>
                <c:pt idx="24346">
                  <c:v>1.1986012582833601</c:v>
                </c:pt>
                <c:pt idx="24347">
                  <c:v>1.2002727889238554</c:v>
                </c:pt>
                <c:pt idx="24348">
                  <c:v>1.2009849864494515</c:v>
                </c:pt>
                <c:pt idx="24349">
                  <c:v>1.200757154359416</c:v>
                </c:pt>
                <c:pt idx="24350">
                  <c:v>1.2012554894326042</c:v>
                </c:pt>
                <c:pt idx="24351">
                  <c:v>1.2030212516287329</c:v>
                </c:pt>
                <c:pt idx="24352">
                  <c:v>1.2043130621191687</c:v>
                </c:pt>
                <c:pt idx="24353">
                  <c:v>1.2061118434587808</c:v>
                </c:pt>
                <c:pt idx="24354">
                  <c:v>1.209435093253681</c:v>
                </c:pt>
                <c:pt idx="24355">
                  <c:v>1.2116562656364693</c:v>
                </c:pt>
                <c:pt idx="24356">
                  <c:v>1.2123806548458134</c:v>
                </c:pt>
                <c:pt idx="24357">
                  <c:v>1.2126552217235484</c:v>
                </c:pt>
                <c:pt idx="24358">
                  <c:v>1.2131459369943944</c:v>
                </c:pt>
                <c:pt idx="24359">
                  <c:v>1.214058027334771</c:v>
                </c:pt>
                <c:pt idx="24360">
                  <c:v>1.2155004559181735</c:v>
                </c:pt>
                <c:pt idx="24361">
                  <c:v>1.2169652359217802</c:v>
                </c:pt>
                <c:pt idx="24362">
                  <c:v>1.2194259240915291</c:v>
                </c:pt>
                <c:pt idx="24363">
                  <c:v>1.2224347300431027</c:v>
                </c:pt>
                <c:pt idx="24364">
                  <c:v>1.2258712608994922</c:v>
                </c:pt>
                <c:pt idx="24365">
                  <c:v>1.2276001940509662</c:v>
                </c:pt>
                <c:pt idx="24366">
                  <c:v>1.2277980549184555</c:v>
                </c:pt>
                <c:pt idx="24367">
                  <c:v>1.2289824261958644</c:v>
                </c:pt>
                <c:pt idx="24368">
                  <c:v>1.2310042137506954</c:v>
                </c:pt>
                <c:pt idx="24369">
                  <c:v>1.2350317872754379</c:v>
                </c:pt>
                <c:pt idx="24370">
                  <c:v>1.2366309297936811</c:v>
                </c:pt>
                <c:pt idx="24371">
                  <c:v>1.2367459888090502</c:v>
                </c:pt>
                <c:pt idx="24372">
                  <c:v>1.2376245520191207</c:v>
                </c:pt>
                <c:pt idx="24373">
                  <c:v>1.2378335885967118</c:v>
                </c:pt>
                <c:pt idx="24374">
                  <c:v>1.2395881750827384</c:v>
                </c:pt>
                <c:pt idx="24375">
                  <c:v>1.2432454262136441</c:v>
                </c:pt>
                <c:pt idx="24376">
                  <c:v>1.2464254237245085</c:v>
                </c:pt>
                <c:pt idx="24377">
                  <c:v>1.2490961644454943</c:v>
                </c:pt>
                <c:pt idx="24378">
                  <c:v>1.2510178785962291</c:v>
                </c:pt>
                <c:pt idx="24379">
                  <c:v>1.2534821226737378</c:v>
                </c:pt>
                <c:pt idx="24380">
                  <c:v>1.2549433467695847</c:v>
                </c:pt>
                <c:pt idx="24381">
                  <c:v>1.2543667817256821</c:v>
                </c:pt>
                <c:pt idx="24382">
                  <c:v>1.2546106154006365</c:v>
                </c:pt>
                <c:pt idx="24383">
                  <c:v>1.2558374035777513</c:v>
                </c:pt>
                <c:pt idx="24384">
                  <c:v>1.2581995423038728</c:v>
                </c:pt>
                <c:pt idx="24385">
                  <c:v>1.2591596373990059</c:v>
                </c:pt>
                <c:pt idx="24386">
                  <c:v>1.2596473047489147</c:v>
                </c:pt>
                <c:pt idx="24387">
                  <c:v>1.2612830223184011</c:v>
                </c:pt>
                <c:pt idx="24388">
                  <c:v>1.263398787435454</c:v>
                </c:pt>
                <c:pt idx="24389">
                  <c:v>1.2663705103489615</c:v>
                </c:pt>
                <c:pt idx="24390">
                  <c:v>1.2692406358979049</c:v>
                </c:pt>
                <c:pt idx="24391">
                  <c:v>1.2699848365933388</c:v>
                </c:pt>
                <c:pt idx="24392">
                  <c:v>1.2693092141189857</c:v>
                </c:pt>
                <c:pt idx="24393">
                  <c:v>1.2704293250633079</c:v>
                </c:pt>
                <c:pt idx="24394">
                  <c:v>1.2736728209270252</c:v>
                </c:pt>
                <c:pt idx="24395">
                  <c:v>1.2758825636063</c:v>
                </c:pt>
                <c:pt idx="24396">
                  <c:v>1.2765505662783108</c:v>
                </c:pt>
                <c:pt idx="24397">
                  <c:v>1.27765035774972</c:v>
                </c:pt>
                <c:pt idx="24398">
                  <c:v>1.2798016819443703</c:v>
                </c:pt>
                <c:pt idx="24399">
                  <c:v>1.2818818879838256</c:v>
                </c:pt>
                <c:pt idx="24400">
                  <c:v>1.2847367739280844</c:v>
                </c:pt>
                <c:pt idx="24401">
                  <c:v>1.28742910408904</c:v>
                </c:pt>
                <c:pt idx="24402">
                  <c:v>1.2875103819806915</c:v>
                </c:pt>
                <c:pt idx="24403">
                  <c:v>1.2877008770392495</c:v>
                </c:pt>
                <c:pt idx="24404">
                  <c:v>1.2890876810655532</c:v>
                </c:pt>
                <c:pt idx="24405">
                  <c:v>1.2897734632763627</c:v>
                </c:pt>
                <c:pt idx="24406">
                  <c:v>1.2916707940596022</c:v>
                </c:pt>
                <c:pt idx="24407">
                  <c:v>1.2935198660946736</c:v>
                </c:pt>
                <c:pt idx="24408">
                  <c:v>1.2949727084079439</c:v>
                </c:pt>
                <c:pt idx="24409">
                  <c:v>1.2954502160213965</c:v>
                </c:pt>
                <c:pt idx="24410">
                  <c:v>1.2958210464020563</c:v>
                </c:pt>
                <c:pt idx="24411">
                  <c:v>1.2981730253917214</c:v>
                </c:pt>
                <c:pt idx="24412">
                  <c:v>1.3006520010870917</c:v>
                </c:pt>
                <c:pt idx="24413">
                  <c:v>1.3019194282100321</c:v>
                </c:pt>
                <c:pt idx="24414">
                  <c:v>1.3032706731587382</c:v>
                </c:pt>
                <c:pt idx="24415">
                  <c:v>1.3044771418629399</c:v>
                </c:pt>
                <c:pt idx="24416">
                  <c:v>1.3047209755378946</c:v>
                </c:pt>
                <c:pt idx="24417">
                  <c:v>1.3047844738907473</c:v>
                </c:pt>
                <c:pt idx="24418">
                  <c:v>1.3063744726461795</c:v>
                </c:pt>
                <c:pt idx="24419">
                  <c:v>1.3089220265626309</c:v>
                </c:pt>
                <c:pt idx="24420">
                  <c:v>1.3104409071628682</c:v>
                </c:pt>
                <c:pt idx="24421">
                  <c:v>1.3106847408378226</c:v>
                </c:pt>
                <c:pt idx="24422">
                  <c:v>1.3114010022580014</c:v>
                </c:pt>
                <c:pt idx="24423">
                  <c:v>1.3129910010134336</c:v>
                </c:pt>
                <c:pt idx="24424">
                  <c:v>1.3153404400689845</c:v>
                </c:pt>
                <c:pt idx="24425">
                  <c:v>1.3181165880557058</c:v>
                </c:pt>
                <c:pt idx="24426">
                  <c:v>1.3199478805519784</c:v>
                </c:pt>
                <c:pt idx="24427">
                  <c:v>1.3204939663865121</c:v>
                </c:pt>
                <c:pt idx="24428">
                  <c:v>1.3205422251346799</c:v>
                </c:pt>
                <c:pt idx="24429">
                  <c:v>1.3214820007569004</c:v>
                </c:pt>
                <c:pt idx="24430">
                  <c:v>1.323501248377617</c:v>
                </c:pt>
                <c:pt idx="24431">
                  <c:v>1.3243064074917896</c:v>
                </c:pt>
                <c:pt idx="24432">
                  <c:v>1.3242657685459638</c:v>
                </c:pt>
                <c:pt idx="24433">
                  <c:v>1.3239050979017604</c:v>
                </c:pt>
                <c:pt idx="24434">
                  <c:v>1.324778835237014</c:v>
                </c:pt>
                <c:pt idx="24435">
                  <c:v>1.3274965647391106</c:v>
                </c:pt>
                <c:pt idx="24436">
                  <c:v>1.3290154453393479</c:v>
                </c:pt>
                <c:pt idx="24437">
                  <c:v>1.3299577608956823</c:v>
                </c:pt>
                <c:pt idx="24438">
                  <c:v>1.3316137979380815</c:v>
                </c:pt>
                <c:pt idx="24439">
                  <c:v>1.3338565597608398</c:v>
                </c:pt>
                <c:pt idx="24440">
                  <c:v>1.3353856000975335</c:v>
                </c:pt>
                <c:pt idx="24441">
                  <c:v>1.3352001849072035</c:v>
                </c:pt>
                <c:pt idx="24442">
                  <c:v>1.3358300885675025</c:v>
                </c:pt>
                <c:pt idx="24443">
                  <c:v>1.3377299592848562</c:v>
                </c:pt>
                <c:pt idx="24444">
                  <c:v>1.3385173388602301</c:v>
                </c:pt>
                <c:pt idx="24445">
                  <c:v>1.3385071791237735</c:v>
                </c:pt>
                <c:pt idx="24446">
                  <c:v>1.3396552293433508</c:v>
                </c:pt>
                <c:pt idx="24447">
                  <c:v>1.340125117154461</c:v>
                </c:pt>
                <c:pt idx="24448">
                  <c:v>1.3410039343579427</c:v>
                </c:pt>
                <c:pt idx="24449">
                  <c:v>1.3427361694237652</c:v>
                </c:pt>
                <c:pt idx="24450">
                  <c:v>1.343871519972772</c:v>
                </c:pt>
                <c:pt idx="24451">
                  <c:v>1.3453218223519281</c:v>
                </c:pt>
                <c:pt idx="24452">
                  <c:v>1.3466273484865803</c:v>
                </c:pt>
                <c:pt idx="24453">
                  <c:v>1.3460685629814764</c:v>
                </c:pt>
                <c:pt idx="24454">
                  <c:v>1.3447681167150525</c:v>
                </c:pt>
                <c:pt idx="24455">
                  <c:v>1.3449560718394964</c:v>
                </c:pt>
                <c:pt idx="24456">
                  <c:v>1.3466146488160098</c:v>
                </c:pt>
                <c:pt idx="24457">
                  <c:v>1.3485551584791891</c:v>
                </c:pt>
                <c:pt idx="24458">
                  <c:v>1.3496549499505983</c:v>
                </c:pt>
                <c:pt idx="24459">
                  <c:v>1.3491545829301188</c:v>
                </c:pt>
                <c:pt idx="24460">
                  <c:v>1.3489818674103593</c:v>
                </c:pt>
                <c:pt idx="24461">
                  <c:v>1.3489971070150439</c:v>
                </c:pt>
                <c:pt idx="24462">
                  <c:v>1.3494238159462144</c:v>
                </c:pt>
                <c:pt idx="24463">
                  <c:v>1.349601611334202</c:v>
                </c:pt>
                <c:pt idx="24464">
                  <c:v>1.3487354938012908</c:v>
                </c:pt>
                <c:pt idx="24465">
                  <c:v>1.3478287373225539</c:v>
                </c:pt>
                <c:pt idx="24466">
                  <c:v>1.3479684336988298</c:v>
                </c:pt>
                <c:pt idx="24467">
                  <c:v>1.3477804785743859</c:v>
                </c:pt>
                <c:pt idx="24468">
                  <c:v>1.3482351267808113</c:v>
                </c:pt>
                <c:pt idx="24469">
                  <c:v>1.3493323783181064</c:v>
                </c:pt>
                <c:pt idx="24470">
                  <c:v>1.3496600298188266</c:v>
                </c:pt>
                <c:pt idx="24471">
                  <c:v>1.3494060364074156</c:v>
                </c:pt>
                <c:pt idx="24472">
                  <c:v>1.349347617922791</c:v>
                </c:pt>
                <c:pt idx="24473">
                  <c:v>1.3505540866269929</c:v>
                </c:pt>
                <c:pt idx="24474">
                  <c:v>1.35174531572651</c:v>
                </c:pt>
                <c:pt idx="24475">
                  <c:v>1.3509604760852503</c:v>
                </c:pt>
                <c:pt idx="24476">
                  <c:v>1.3498606846138412</c:v>
                </c:pt>
                <c:pt idx="24477">
                  <c:v>1.3498860839549822</c:v>
                </c:pt>
                <c:pt idx="24478">
                  <c:v>1.34997752158309</c:v>
                </c:pt>
                <c:pt idx="24479">
                  <c:v>1.3505159876152812</c:v>
                </c:pt>
                <c:pt idx="24480">
                  <c:v>1.3520450279519749</c:v>
                </c:pt>
                <c:pt idx="24481">
                  <c:v>1.3527485897015832</c:v>
                </c:pt>
                <c:pt idx="24482">
                  <c:v>1.3528324075273486</c:v>
                </c:pt>
                <c:pt idx="24483">
                  <c:v>1.3528806662755168</c:v>
                </c:pt>
                <c:pt idx="24484">
                  <c:v>1.3523929989256078</c:v>
                </c:pt>
                <c:pt idx="24485">
                  <c:v>1.3529492444965978</c:v>
                </c:pt>
                <c:pt idx="24486">
                  <c:v>1.3531092603457866</c:v>
                </c:pt>
                <c:pt idx="24487">
                  <c:v>1.3539474386034427</c:v>
                </c:pt>
                <c:pt idx="24488">
                  <c:v>1.3553621819050012</c:v>
                </c:pt>
                <c:pt idx="24489">
                  <c:v>1.3554383799284246</c:v>
                </c:pt>
                <c:pt idx="24490">
                  <c:v>1.3548719746209783</c:v>
                </c:pt>
                <c:pt idx="24491">
                  <c:v>1.3558803284642797</c:v>
                </c:pt>
                <c:pt idx="24492">
                  <c:v>1.3568429634935271</c:v>
                </c:pt>
                <c:pt idx="24493">
                  <c:v>1.3580418123953866</c:v>
                </c:pt>
                <c:pt idx="24494">
                  <c:v>1.3599924817950222</c:v>
                </c:pt>
                <c:pt idx="24495">
                  <c:v>1.360195676524151</c:v>
                </c:pt>
                <c:pt idx="24496">
                  <c:v>1.3602312356017485</c:v>
                </c:pt>
                <c:pt idx="24497">
                  <c:v>1.3600864593572444</c:v>
                </c:pt>
                <c:pt idx="24498">
                  <c:v>1.3592254216925612</c:v>
                </c:pt>
                <c:pt idx="24499">
                  <c:v>1.3598096065388063</c:v>
                </c:pt>
                <c:pt idx="24500">
                  <c:v>1.36273561063826</c:v>
                </c:pt>
                <c:pt idx="24501">
                  <c:v>1.364577062870989</c:v>
                </c:pt>
                <c:pt idx="24502">
                  <c:v>1.3655498576366929</c:v>
                </c:pt>
                <c:pt idx="24503">
                  <c:v>1.36534412297345</c:v>
                </c:pt>
                <c:pt idx="24504">
                  <c:v>1.3648462958870846</c:v>
                </c:pt>
                <c:pt idx="24505">
                  <c:v>1.3649351935810785</c:v>
                </c:pt>
                <c:pt idx="24506">
                  <c:v>1.3651561678490061</c:v>
                </c:pt>
                <c:pt idx="24507">
                  <c:v>1.3664108953013758</c:v>
                </c:pt>
                <c:pt idx="24508">
                  <c:v>1.3676884821607729</c:v>
                </c:pt>
                <c:pt idx="24509">
                  <c:v>1.3678967567581297</c:v>
                </c:pt>
                <c:pt idx="24510">
                  <c:v>1.3686104782441944</c:v>
                </c:pt>
                <c:pt idx="24511">
                  <c:v>1.3706475054037099</c:v>
                </c:pt>
                <c:pt idx="24512">
                  <c:v>1.373075682416798</c:v>
                </c:pt>
                <c:pt idx="24513">
                  <c:v>1.3725575358575199</c:v>
                </c:pt>
                <c:pt idx="24514">
                  <c:v>1.3708507001328385</c:v>
                </c:pt>
                <c:pt idx="24515">
                  <c:v>1.3700658604915787</c:v>
                </c:pt>
                <c:pt idx="24516">
                  <c:v>1.3703630327829295</c:v>
                </c:pt>
                <c:pt idx="24517">
                  <c:v>1.3712393100522973</c:v>
                </c:pt>
                <c:pt idx="24518">
                  <c:v>1.3730934619555968</c:v>
                </c:pt>
                <c:pt idx="24519">
                  <c:v>1.3743837484855643</c:v>
                </c:pt>
                <c:pt idx="24520">
                  <c:v>1.3743024705939129</c:v>
                </c:pt>
                <c:pt idx="24521">
                  <c:v>1.3745234448618402</c:v>
                </c:pt>
                <c:pt idx="24522">
                  <c:v>1.3763496574898846</c:v>
                </c:pt>
                <c:pt idx="24523">
                  <c:v>1.378125071435647</c:v>
                </c:pt>
                <c:pt idx="24524">
                  <c:v>1.3790419876508404</c:v>
                </c:pt>
                <c:pt idx="24525">
                  <c:v>1.3793036008645936</c:v>
                </c:pt>
                <c:pt idx="24526">
                  <c:v>1.3789683295615311</c:v>
                </c:pt>
                <c:pt idx="24527">
                  <c:v>1.3807158042320382</c:v>
                </c:pt>
                <c:pt idx="24528">
                  <c:v>1.3831947799274087</c:v>
                </c:pt>
                <c:pt idx="24529">
                  <c:v>1.3844901463256043</c:v>
                </c:pt>
                <c:pt idx="24530">
                  <c:v>1.3855772381264431</c:v>
                </c:pt>
                <c:pt idx="24531">
                  <c:v>1.3846933410547331</c:v>
                </c:pt>
                <c:pt idx="24532">
                  <c:v>1.3824607389684311</c:v>
                </c:pt>
                <c:pt idx="24533">
                  <c:v>1.3816631996566009</c:v>
                </c:pt>
                <c:pt idx="24534">
                  <c:v>1.3815971613696341</c:v>
                </c:pt>
                <c:pt idx="24535">
                  <c:v>1.3821915059523358</c:v>
                </c:pt>
                <c:pt idx="24536">
                  <c:v>1.382199125754678</c:v>
                </c:pt>
                <c:pt idx="24537">
                  <c:v>1.3828595086243463</c:v>
                </c:pt>
                <c:pt idx="24538">
                  <c:v>1.3845917436901687</c:v>
                </c:pt>
                <c:pt idx="24539">
                  <c:v>1.3860598256081238</c:v>
                </c:pt>
                <c:pt idx="24540">
                  <c:v>1.3871545372113048</c:v>
                </c:pt>
                <c:pt idx="24541">
                  <c:v>1.3866236909814558</c:v>
                </c:pt>
                <c:pt idx="24542">
                  <c:v>1.3860064869917275</c:v>
                </c:pt>
                <c:pt idx="24543">
                  <c:v>1.3868218058423565</c:v>
                </c:pt>
                <c:pt idx="24544">
                  <c:v>1.388046054085357</c:v>
                </c:pt>
                <c:pt idx="24545">
                  <c:v>1.3900780013766443</c:v>
                </c:pt>
                <c:pt idx="24546">
                  <c:v>1.3926357150295521</c:v>
                </c:pt>
                <c:pt idx="24547">
                  <c:v>1.3935704107835443</c:v>
                </c:pt>
                <c:pt idx="24548">
                  <c:v>1.3929049480456477</c:v>
                </c:pt>
                <c:pt idx="24549">
                  <c:v>1.3920566100515352</c:v>
                </c:pt>
                <c:pt idx="24550">
                  <c:v>1.3915537030969416</c:v>
                </c:pt>
                <c:pt idx="24551">
                  <c:v>1.3923410826723155</c:v>
                </c:pt>
                <c:pt idx="24552">
                  <c:v>1.3943755698977169</c:v>
                </c:pt>
                <c:pt idx="24553">
                  <c:v>1.3962754406150704</c:v>
                </c:pt>
                <c:pt idx="24554">
                  <c:v>1.3971034591362699</c:v>
                </c:pt>
                <c:pt idx="24555">
                  <c:v>1.3975073086604133</c:v>
                </c:pt>
                <c:pt idx="24556">
                  <c:v>1.3995062368082172</c:v>
                </c:pt>
                <c:pt idx="24557">
                  <c:v>1.3998846869912194</c:v>
                </c:pt>
                <c:pt idx="24558">
                  <c:v>1.3994198790483374</c:v>
                </c:pt>
                <c:pt idx="24559">
                  <c:v>1.4002326579648523</c:v>
                </c:pt>
                <c:pt idx="24560">
                  <c:v>1.4010352771449108</c:v>
                </c:pt>
                <c:pt idx="24561">
                  <c:v>1.4008651015592655</c:v>
                </c:pt>
                <c:pt idx="24562">
                  <c:v>1.4017413788286333</c:v>
                </c:pt>
                <c:pt idx="24563">
                  <c:v>1.4031383425913933</c:v>
                </c:pt>
                <c:pt idx="24564">
                  <c:v>1.4037809459222628</c:v>
                </c:pt>
                <c:pt idx="24565">
                  <c:v>1.4057798740700667</c:v>
                </c:pt>
                <c:pt idx="24566">
                  <c:v>1.4075603678840571</c:v>
                </c:pt>
                <c:pt idx="24567">
                  <c:v>1.409282443213423</c:v>
                </c:pt>
                <c:pt idx="24568">
                  <c:v>1.4113220103070527</c:v>
                </c:pt>
                <c:pt idx="24569">
                  <c:v>1.4135952513391803</c:v>
                </c:pt>
                <c:pt idx="24570">
                  <c:v>1.4151496910170152</c:v>
                </c:pt>
                <c:pt idx="24571">
                  <c:v>1.41643235774464</c:v>
                </c:pt>
                <c:pt idx="24572">
                  <c:v>1.4194294799992888</c:v>
                </c:pt>
                <c:pt idx="24573">
                  <c:v>1.4223250048893732</c:v>
                </c:pt>
                <c:pt idx="24574">
                  <c:v>1.42448648882048</c:v>
                </c:pt>
                <c:pt idx="24575">
                  <c:v>1.4267902090619771</c:v>
                </c:pt>
                <c:pt idx="24576">
                  <c:v>1.4300819636738624</c:v>
                </c:pt>
                <c:pt idx="24577">
                  <c:v>1.4307601260823293</c:v>
                </c:pt>
                <c:pt idx="24578">
                  <c:v>1.4332568813164985</c:v>
                </c:pt>
                <c:pt idx="24579">
                  <c:v>1.4364343388932492</c:v>
                </c:pt>
                <c:pt idx="24580">
                  <c:v>1.4387990175534846</c:v>
                </c:pt>
                <c:pt idx="24581">
                  <c:v>1.4408462044494565</c:v>
                </c:pt>
                <c:pt idx="24582">
                  <c:v>1.4424641424801441</c:v>
                </c:pt>
                <c:pt idx="24583">
                  <c:v>1.4453749069749131</c:v>
                </c:pt>
                <c:pt idx="24584">
                  <c:v>1.450378577179708</c:v>
                </c:pt>
                <c:pt idx="24585">
                  <c:v>1.4537668492879294</c:v>
                </c:pt>
                <c:pt idx="24586">
                  <c:v>1.4554254262644428</c:v>
                </c:pt>
                <c:pt idx="24587">
                  <c:v>1.4600125472745238</c:v>
                </c:pt>
                <c:pt idx="24588">
                  <c:v>1.464025643174816</c:v>
                </c:pt>
                <c:pt idx="24589">
                  <c:v>1.4670989634528879</c:v>
                </c:pt>
                <c:pt idx="24590">
                  <c:v>1.469821772823213</c:v>
                </c:pt>
                <c:pt idx="24591">
                  <c:v>1.4716302059124586</c:v>
                </c:pt>
                <c:pt idx="24592">
                  <c:v>1.4731414667103535</c:v>
                </c:pt>
                <c:pt idx="24593">
                  <c:v>1.4773729969444593</c:v>
                </c:pt>
                <c:pt idx="24594">
                  <c:v>1.4832046856704537</c:v>
                </c:pt>
                <c:pt idx="24595">
                  <c:v>1.4866666158679844</c:v>
                </c:pt>
                <c:pt idx="24596">
                  <c:v>1.4895469011533842</c:v>
                </c:pt>
                <c:pt idx="24597">
                  <c:v>1.4937530320463486</c:v>
                </c:pt>
                <c:pt idx="24598">
                  <c:v>1.4977788276172115</c:v>
                </c:pt>
                <c:pt idx="24599">
                  <c:v>1.5001511260797895</c:v>
                </c:pt>
                <c:pt idx="24600">
                  <c:v>1.5033920820093927</c:v>
                </c:pt>
                <c:pt idx="24601">
                  <c:v>1.5080858802522661</c:v>
                </c:pt>
                <c:pt idx="24602">
                  <c:v>1.5127669788245695</c:v>
                </c:pt>
                <c:pt idx="24603">
                  <c:v>1.5184081724920055</c:v>
                </c:pt>
                <c:pt idx="24604">
                  <c:v>1.5242728803614836</c:v>
                </c:pt>
                <c:pt idx="24605">
                  <c:v>1.5294391063495811</c:v>
                </c:pt>
                <c:pt idx="24606">
                  <c:v>1.5342827607051874</c:v>
                </c:pt>
                <c:pt idx="24607">
                  <c:v>1.5379351859612762</c:v>
                </c:pt>
                <c:pt idx="24608">
                  <c:v>1.5417222277254128</c:v>
                </c:pt>
                <c:pt idx="24609">
                  <c:v>1.5461747322274459</c:v>
                </c:pt>
                <c:pt idx="24610">
                  <c:v>1.5506704156094191</c:v>
                </c:pt>
                <c:pt idx="24611">
                  <c:v>1.5546174732227445</c:v>
                </c:pt>
                <c:pt idx="24612">
                  <c:v>1.5587143869488025</c:v>
                </c:pt>
                <c:pt idx="24613">
                  <c:v>1.5626563646938998</c:v>
                </c:pt>
                <c:pt idx="24614">
                  <c:v>1.5688258646570707</c:v>
                </c:pt>
                <c:pt idx="24615">
                  <c:v>1.5745178570067893</c:v>
                </c:pt>
                <c:pt idx="24616">
                  <c:v>1.5788459047372312</c:v>
                </c:pt>
                <c:pt idx="24617">
                  <c:v>1.5845810759668895</c:v>
                </c:pt>
                <c:pt idx="24618">
                  <c:v>1.5907251765889192</c:v>
                </c:pt>
                <c:pt idx="24619">
                  <c:v>1.5956094698903511</c:v>
                </c:pt>
                <c:pt idx="24620">
                  <c:v>1.5996784443411538</c:v>
                </c:pt>
                <c:pt idx="24621">
                  <c:v>1.603970932993998</c:v>
                </c:pt>
                <c:pt idx="24622">
                  <c:v>1.6066480235502691</c:v>
                </c:pt>
                <c:pt idx="24623">
                  <c:v>1.6101328131548267</c:v>
                </c:pt>
                <c:pt idx="24624">
                  <c:v>1.6158197256363169</c:v>
                </c:pt>
                <c:pt idx="24625">
                  <c:v>1.6218368295526413</c:v>
                </c:pt>
                <c:pt idx="24626">
                  <c:v>1.6278920324806774</c:v>
                </c:pt>
                <c:pt idx="24627">
                  <c:v>1.6334062294424081</c:v>
                </c:pt>
                <c:pt idx="24628">
                  <c:v>1.6403402495739261</c:v>
                </c:pt>
                <c:pt idx="24629">
                  <c:v>1.6485493166307266</c:v>
                </c:pt>
                <c:pt idx="24630">
                  <c:v>1.6553969790023646</c:v>
                </c:pt>
                <c:pt idx="24631">
                  <c:v>1.6609797541851763</c:v>
                </c:pt>
                <c:pt idx="24632">
                  <c:v>1.663626365532078</c:v>
                </c:pt>
                <c:pt idx="24633">
                  <c:v>1.6635704869815675</c:v>
                </c:pt>
                <c:pt idx="24634">
                  <c:v>1.6641191127502153</c:v>
                </c:pt>
                <c:pt idx="24635">
                  <c:v>1.6656125940093114</c:v>
                </c:pt>
                <c:pt idx="24636">
                  <c:v>1.6674032475597582</c:v>
                </c:pt>
                <c:pt idx="24637">
                  <c:v>1.670214954624077</c:v>
                </c:pt>
                <c:pt idx="24638">
                  <c:v>1.6730800003047921</c:v>
                </c:pt>
                <c:pt idx="24639">
                  <c:v>1.6759806050631045</c:v>
                </c:pt>
                <c:pt idx="24640">
                  <c:v>1.6795695319663406</c:v>
                </c:pt>
                <c:pt idx="24641">
                  <c:v>1.682719050267836</c:v>
                </c:pt>
                <c:pt idx="24642">
                  <c:v>1.6855104378592418</c:v>
                </c:pt>
                <c:pt idx="24643">
                  <c:v>1.6888021924711274</c:v>
                </c:pt>
                <c:pt idx="24644">
                  <c:v>1.6932216778296771</c:v>
                </c:pt>
                <c:pt idx="24645">
                  <c:v>1.6985402998646215</c:v>
                </c:pt>
                <c:pt idx="24646">
                  <c:v>1.7027210314164449</c:v>
                </c:pt>
                <c:pt idx="24647">
                  <c:v>1.7073437115041235</c:v>
                </c:pt>
                <c:pt idx="24648">
                  <c:v>1.7121365671774473</c:v>
                </c:pt>
                <c:pt idx="24649">
                  <c:v>1.7156645356619449</c:v>
                </c:pt>
                <c:pt idx="24650">
                  <c:v>1.7186819773895063</c:v>
                </c:pt>
                <c:pt idx="24651">
                  <c:v>1.7221489874552653</c:v>
                </c:pt>
                <c:pt idx="24652">
                  <c:v>1.7259639684946571</c:v>
                </c:pt>
                <c:pt idx="24653">
                  <c:v>1.7290525283774139</c:v>
                </c:pt>
                <c:pt idx="24654">
                  <c:v>1.7313791080259378</c:v>
                </c:pt>
                <c:pt idx="24655">
                  <c:v>1.7343228916641902</c:v>
                </c:pt>
                <c:pt idx="24656">
                  <c:v>1.7393646608806967</c:v>
                </c:pt>
                <c:pt idx="24657">
                  <c:v>1.7433193382963648</c:v>
                </c:pt>
                <c:pt idx="24658">
                  <c:v>1.7457424354412248</c:v>
                </c:pt>
                <c:pt idx="24659">
                  <c:v>1.7497936303532287</c:v>
                </c:pt>
                <c:pt idx="24660">
                  <c:v>1.7546499843794052</c:v>
                </c:pt>
                <c:pt idx="24661">
                  <c:v>1.7587341984348925</c:v>
                </c:pt>
                <c:pt idx="24662">
                  <c:v>1.7623536045474979</c:v>
                </c:pt>
                <c:pt idx="24663">
                  <c:v>1.7659882502647881</c:v>
                </c:pt>
                <c:pt idx="24664">
                  <c:v>1.7696711547302462</c:v>
                </c:pt>
                <c:pt idx="24665">
                  <c:v>1.7732372222264554</c:v>
                </c:pt>
                <c:pt idx="24666">
                  <c:v>1.7762241847446476</c:v>
                </c:pt>
                <c:pt idx="24667">
                  <c:v>1.7792035274604978</c:v>
                </c:pt>
                <c:pt idx="24668">
                  <c:v>1.7823733652349056</c:v>
                </c:pt>
                <c:pt idx="24669">
                  <c:v>1.7855482828775422</c:v>
                </c:pt>
                <c:pt idx="24670">
                  <c:v>1.7882202935655849</c:v>
                </c:pt>
                <c:pt idx="24671">
                  <c:v>1.7916441247514039</c:v>
                </c:pt>
                <c:pt idx="24672">
                  <c:v>1.7960991691875512</c:v>
                </c:pt>
                <c:pt idx="24673">
                  <c:v>1.7994645818887456</c:v>
                </c:pt>
                <c:pt idx="24674">
                  <c:v>1.8021442123791309</c:v>
                </c:pt>
                <c:pt idx="24675">
                  <c:v>1.8063249439309543</c:v>
                </c:pt>
                <c:pt idx="24676">
                  <c:v>1.8096166985428397</c:v>
                </c:pt>
                <c:pt idx="24677">
                  <c:v>1.8120575752264987</c:v>
                </c:pt>
                <c:pt idx="24678">
                  <c:v>1.8164135622321957</c:v>
                </c:pt>
                <c:pt idx="24679">
                  <c:v>1.8205790541793347</c:v>
                </c:pt>
                <c:pt idx="24680">
                  <c:v>1.8237641315584274</c:v>
                </c:pt>
                <c:pt idx="24681">
                  <c:v>1.825902756082507</c:v>
                </c:pt>
                <c:pt idx="24682">
                  <c:v>1.8285646070340933</c:v>
                </c:pt>
                <c:pt idx="24683">
                  <c:v>1.832415147151083</c:v>
                </c:pt>
                <c:pt idx="24684">
                  <c:v>1.8371038655257284</c:v>
                </c:pt>
                <c:pt idx="24685">
                  <c:v>1.8422650116455979</c:v>
                </c:pt>
                <c:pt idx="24686">
                  <c:v>1.8463060468211454</c:v>
                </c:pt>
                <c:pt idx="24687">
                  <c:v>1.848947578299819</c:v>
                </c:pt>
                <c:pt idx="24688">
                  <c:v>1.8507356919161517</c:v>
                </c:pt>
                <c:pt idx="24689">
                  <c:v>1.8530622715646756</c:v>
                </c:pt>
                <c:pt idx="24690">
                  <c:v>1.8562778281531376</c:v>
                </c:pt>
                <c:pt idx="24691">
                  <c:v>1.861383095722497</c:v>
                </c:pt>
                <c:pt idx="24692">
                  <c:v>1.8652793546535404</c:v>
                </c:pt>
                <c:pt idx="24693">
                  <c:v>1.8687590643898697</c:v>
                </c:pt>
                <c:pt idx="24694">
                  <c:v>1.8733893642798907</c:v>
                </c:pt>
                <c:pt idx="24695">
                  <c:v>1.8766328601436078</c:v>
                </c:pt>
                <c:pt idx="24696">
                  <c:v>1.8791677143894887</c:v>
                </c:pt>
                <c:pt idx="24697">
                  <c:v>1.8815476326544089</c:v>
                </c:pt>
                <c:pt idx="24698">
                  <c:v>1.8846996908900182</c:v>
                </c:pt>
                <c:pt idx="24699">
                  <c:v>1.8872853438181814</c:v>
                </c:pt>
                <c:pt idx="24700">
                  <c:v>1.8901529294330106</c:v>
                </c:pt>
                <c:pt idx="24701">
                  <c:v>1.8939552108018316</c:v>
                </c:pt>
                <c:pt idx="24702">
                  <c:v>1.8959287396084945</c:v>
                </c:pt>
                <c:pt idx="24703">
                  <c:v>1.899266213034434</c:v>
                </c:pt>
                <c:pt idx="24704">
                  <c:v>1.9043867202084779</c:v>
                </c:pt>
                <c:pt idx="24705">
                  <c:v>1.9088976431951354</c:v>
                </c:pt>
                <c:pt idx="24706">
                  <c:v>1.9118744459768713</c:v>
                </c:pt>
                <c:pt idx="24707">
                  <c:v>1.9143661213428123</c:v>
                </c:pt>
                <c:pt idx="24708">
                  <c:v>1.9169009755886934</c:v>
                </c:pt>
                <c:pt idx="24709">
                  <c:v>1.9184681149370983</c:v>
                </c:pt>
                <c:pt idx="24710">
                  <c:v>1.9195425070673666</c:v>
                </c:pt>
                <c:pt idx="24711">
                  <c:v>1.9208150140585354</c:v>
                </c:pt>
                <c:pt idx="24712">
                  <c:v>1.9234286062619534</c:v>
                </c:pt>
                <c:pt idx="24713">
                  <c:v>1.9263292110202661</c:v>
                </c:pt>
                <c:pt idx="24714">
                  <c:v>1.9288234263203212</c:v>
                </c:pt>
                <c:pt idx="24715">
                  <c:v>1.9320974013934078</c:v>
                </c:pt>
                <c:pt idx="24716">
                  <c:v>1.9345408180111807</c:v>
                </c:pt>
                <c:pt idx="24717">
                  <c:v>1.9366769026011466</c:v>
                </c:pt>
                <c:pt idx="24718">
                  <c:v>1.939158418230631</c:v>
                </c:pt>
                <c:pt idx="24719">
                  <c:v>1.9415180170226383</c:v>
                </c:pt>
                <c:pt idx="24720">
                  <c:v>1.9449875670225114</c:v>
                </c:pt>
                <c:pt idx="24721">
                  <c:v>1.9495569084937936</c:v>
                </c:pt>
                <c:pt idx="24722">
                  <c:v>1.9525311713414153</c:v>
                </c:pt>
                <c:pt idx="24723">
                  <c:v>1.9545859780397297</c:v>
                </c:pt>
                <c:pt idx="24724">
                  <c:v>1.957341806553538</c:v>
                </c:pt>
                <c:pt idx="24725">
                  <c:v>1.9593178752943148</c:v>
                </c:pt>
                <c:pt idx="24726">
                  <c:v>1.9614285605431394</c:v>
                </c:pt>
                <c:pt idx="24727">
                  <c:v>1.9641056510994104</c:v>
                </c:pt>
                <c:pt idx="24728">
                  <c:v>1.9644231428636743</c:v>
                </c:pt>
                <c:pt idx="24729">
                  <c:v>1.9645933184493194</c:v>
                </c:pt>
                <c:pt idx="24730">
                  <c:v>1.9669427575048704</c:v>
                </c:pt>
                <c:pt idx="24731">
                  <c:v>1.9708593359088264</c:v>
                </c:pt>
                <c:pt idx="24732">
                  <c:v>1.9727007881415557</c:v>
                </c:pt>
                <c:pt idx="24733">
                  <c:v>1.9738031195470789</c:v>
                </c:pt>
                <c:pt idx="24734">
                  <c:v>1.9751086456817308</c:v>
                </c:pt>
                <c:pt idx="24735">
                  <c:v>1.9761982774166837</c:v>
                </c:pt>
                <c:pt idx="24736">
                  <c:v>1.9778873336025664</c:v>
                </c:pt>
                <c:pt idx="24737">
                  <c:v>1.9813086248542713</c:v>
                </c:pt>
                <c:pt idx="24738">
                  <c:v>1.9827055886170313</c:v>
                </c:pt>
                <c:pt idx="24739">
                  <c:v>1.9836047252934259</c:v>
                </c:pt>
                <c:pt idx="24740">
                  <c:v>1.9869294990487947</c:v>
                </c:pt>
                <c:pt idx="24741">
                  <c:v>1.9893475163254264</c:v>
                </c:pt>
                <c:pt idx="24742">
                  <c:v>1.9899393209740139</c:v>
                </c:pt>
                <c:pt idx="24743">
                  <c:v>1.9915242398612181</c:v>
                </c:pt>
                <c:pt idx="24744">
                  <c:v>1.9935638069548476</c:v>
                </c:pt>
                <c:pt idx="24745">
                  <c:v>1.9934495099197127</c:v>
                </c:pt>
                <c:pt idx="24746">
                  <c:v>1.9933453726210342</c:v>
                </c:pt>
                <c:pt idx="24747">
                  <c:v>1.9943613462666778</c:v>
                </c:pt>
                <c:pt idx="24748">
                  <c:v>1.9957278308200683</c:v>
                </c:pt>
                <c:pt idx="24749">
                  <c:v>1.9968073028185649</c:v>
                </c:pt>
                <c:pt idx="24750">
                  <c:v>1.9993980356149561</c:v>
                </c:pt>
                <c:pt idx="24751">
                  <c:v>2.00200908788426</c:v>
                </c:pt>
                <c:pt idx="24752">
                  <c:v>2.0022097426792751</c:v>
                </c:pt>
                <c:pt idx="24753">
                  <c:v>2.0029031446924268</c:v>
                </c:pt>
                <c:pt idx="24754">
                  <c:v>2.0047395170569278</c:v>
                </c:pt>
                <c:pt idx="24755">
                  <c:v>2.0063015765371048</c:v>
                </c:pt>
                <c:pt idx="24756">
                  <c:v>2.0077874379938585</c:v>
                </c:pt>
                <c:pt idx="24757">
                  <c:v>2.0074572465590244</c:v>
                </c:pt>
                <c:pt idx="24758">
                  <c:v>2.006682566654221</c:v>
                </c:pt>
                <c:pt idx="24759">
                  <c:v>2.0075639237918166</c:v>
                </c:pt>
                <c:pt idx="24760">
                  <c:v>2.0092809192529546</c:v>
                </c:pt>
                <c:pt idx="24761">
                  <c:v>2.0113535054900673</c:v>
                </c:pt>
                <c:pt idx="24762">
                  <c:v>2.0123085207169726</c:v>
                </c:pt>
                <c:pt idx="24763">
                  <c:v>2.0126463319541488</c:v>
                </c:pt>
                <c:pt idx="24764">
                  <c:v>2.0115516203509678</c:v>
                </c:pt>
                <c:pt idx="24765">
                  <c:v>2.0112392084549326</c:v>
                </c:pt>
                <c:pt idx="24766">
                  <c:v>2.0105178671665254</c:v>
                </c:pt>
                <c:pt idx="24767">
                  <c:v>2.0098117654828034</c:v>
                </c:pt>
                <c:pt idx="24768">
                  <c:v>2.011528760943941</c:v>
                </c:pt>
                <c:pt idx="24769">
                  <c:v>2.0128444468150493</c:v>
                </c:pt>
                <c:pt idx="24770">
                  <c:v>2.0127276098458005</c:v>
                </c:pt>
                <c:pt idx="24771">
                  <c:v>2.0118259332352917</c:v>
                </c:pt>
                <c:pt idx="24772">
                  <c:v>2.0111858698385365</c:v>
                </c:pt>
                <c:pt idx="24773">
                  <c:v>2.0108378988649034</c:v>
                </c:pt>
                <c:pt idx="24774">
                  <c:v>2.0117675147506673</c:v>
                </c:pt>
                <c:pt idx="24775">
                  <c:v>2.0127961880668819</c:v>
                </c:pt>
                <c:pt idx="24776">
                  <c:v>2.0130857405558897</c:v>
                </c:pt>
                <c:pt idx="24777">
                  <c:v>2.0129765233889829</c:v>
                </c:pt>
                <c:pt idx="24778">
                  <c:v>2.0127479293187136</c:v>
                </c:pt>
                <c:pt idx="24779">
                  <c:v>2.0122958210464024</c:v>
                </c:pt>
                <c:pt idx="24780">
                  <c:v>2.0103476915808804</c:v>
                </c:pt>
                <c:pt idx="24781">
                  <c:v>2.0095577720713926</c:v>
                </c:pt>
                <c:pt idx="24782">
                  <c:v>2.0102740334915712</c:v>
                </c:pt>
                <c:pt idx="24783">
                  <c:v>2.0113611252924102</c:v>
                </c:pt>
                <c:pt idx="24784">
                  <c:v>2.011737035541298</c:v>
                </c:pt>
                <c:pt idx="24785">
                  <c:v>2.0102156150069468</c:v>
                </c:pt>
                <c:pt idx="24786">
                  <c:v>2.0074978855048498</c:v>
                </c:pt>
                <c:pt idx="24787">
                  <c:v>2.0065352504756024</c:v>
                </c:pt>
                <c:pt idx="24788">
                  <c:v>2.0074140676790844</c:v>
                </c:pt>
                <c:pt idx="24789">
                  <c:v>2.0072642115663522</c:v>
                </c:pt>
                <c:pt idx="24790">
                  <c:v>2.0058494682647932</c:v>
                </c:pt>
                <c:pt idx="24791">
                  <c:v>2.0041527922765683</c:v>
                </c:pt>
                <c:pt idx="24792">
                  <c:v>2.0029615631770512</c:v>
                </c:pt>
                <c:pt idx="24793">
                  <c:v>2.0024688159589141</c:v>
                </c:pt>
                <c:pt idx="24794">
                  <c:v>2.0024307169472024</c:v>
                </c:pt>
                <c:pt idx="24795">
                  <c:v>2.00209544564414</c:v>
                </c:pt>
                <c:pt idx="24796">
                  <c:v>2.001087091800839</c:v>
                </c:pt>
                <c:pt idx="24797">
                  <c:v>2.0001727155197591</c:v>
                </c:pt>
                <c:pt idx="24798">
                  <c:v>1.9996444092240249</c:v>
                </c:pt>
                <c:pt idx="24799">
                  <c:v>1.9987147933382607</c:v>
                </c:pt>
                <c:pt idx="24800">
                  <c:v>1.9982423655930366</c:v>
                </c:pt>
                <c:pt idx="24801">
                  <c:v>1.998023931259223</c:v>
                </c:pt>
                <c:pt idx="24802">
                  <c:v>1.9971044751099156</c:v>
                </c:pt>
                <c:pt idx="24803">
                  <c:v>1.9956186136531617</c:v>
                </c:pt>
                <c:pt idx="24804">
                  <c:v>1.9932615547952686</c:v>
                </c:pt>
                <c:pt idx="24805">
                  <c:v>1.9913540642755727</c:v>
                </c:pt>
                <c:pt idx="24806">
                  <c:v>1.9910645117865642</c:v>
                </c:pt>
                <c:pt idx="24807">
                  <c:v>1.9894491136899908</c:v>
                </c:pt>
                <c:pt idx="24808">
                  <c:v>1.9881461274894527</c:v>
                </c:pt>
                <c:pt idx="24809">
                  <c:v>1.9879022938144983</c:v>
                </c:pt>
                <c:pt idx="24810">
                  <c:v>1.9876584601395439</c:v>
                </c:pt>
                <c:pt idx="24811">
                  <c:v>1.9880673895319154</c:v>
                </c:pt>
                <c:pt idx="24812">
                  <c:v>1.9865053300517386</c:v>
                </c:pt>
                <c:pt idx="24813">
                  <c:v>1.9843260665818327</c:v>
                </c:pt>
                <c:pt idx="24814">
                  <c:v>1.9825049338220166</c:v>
                </c:pt>
                <c:pt idx="24815">
                  <c:v>1.9804399673872459</c:v>
                </c:pt>
                <c:pt idx="24816">
                  <c:v>1.9791039620432245</c:v>
                </c:pt>
                <c:pt idx="24817">
                  <c:v>1.9789871250739757</c:v>
                </c:pt>
                <c:pt idx="24818">
                  <c:v>1.9778670141296535</c:v>
                </c:pt>
                <c:pt idx="24819">
                  <c:v>1.9758553863112791</c:v>
                </c:pt>
                <c:pt idx="24820">
                  <c:v>1.9759392041370445</c:v>
                </c:pt>
                <c:pt idx="24821">
                  <c:v>1.9768307210110969</c:v>
                </c:pt>
                <c:pt idx="24822">
                  <c:v>1.9753423196202289</c:v>
                </c:pt>
                <c:pt idx="24823">
                  <c:v>1.9724747340054001</c:v>
                </c:pt>
                <c:pt idx="24824">
                  <c:v>1.9725991907769913</c:v>
                </c:pt>
                <c:pt idx="24825">
                  <c:v>1.9723756765749496</c:v>
                </c:pt>
                <c:pt idx="24826">
                  <c:v>1.971265725367084</c:v>
                </c:pt>
                <c:pt idx="24827">
                  <c:v>1.969541110103604</c:v>
                </c:pt>
                <c:pt idx="24828">
                  <c:v>1.9673059680831879</c:v>
                </c:pt>
                <c:pt idx="24829">
                  <c:v>1.9664627099573035</c:v>
                </c:pt>
                <c:pt idx="24830">
                  <c:v>1.9658709053087162</c:v>
                </c:pt>
                <c:pt idx="24831">
                  <c:v>1.9649133501476972</c:v>
                </c:pt>
                <c:pt idx="24832">
                  <c:v>1.9647838135078777</c:v>
                </c:pt>
                <c:pt idx="24833">
                  <c:v>1.9650581263922013</c:v>
                </c:pt>
                <c:pt idx="24834">
                  <c:v>1.965030187116946</c:v>
                </c:pt>
                <c:pt idx="24835">
                  <c:v>1.9642682068827133</c:v>
                </c:pt>
                <c:pt idx="24836">
                  <c:v>1.9636891019046967</c:v>
                </c:pt>
                <c:pt idx="24837">
                  <c:v>1.9638491177538855</c:v>
                </c:pt>
                <c:pt idx="24838">
                  <c:v>1.9629322015386921</c:v>
                </c:pt>
                <c:pt idx="24839">
                  <c:v>1.9620432245987538</c:v>
                </c:pt>
                <c:pt idx="24840">
                  <c:v>1.9612710846280648</c:v>
                </c:pt>
                <c:pt idx="24841">
                  <c:v>1.9601027149355745</c:v>
                </c:pt>
                <c:pt idx="24842">
                  <c:v>1.9583882594085509</c:v>
                </c:pt>
                <c:pt idx="24843">
                  <c:v>1.9573748256970214</c:v>
                </c:pt>
                <c:pt idx="24844">
                  <c:v>1.9573138672782826</c:v>
                </c:pt>
                <c:pt idx="24845">
                  <c:v>1.957666918120144</c:v>
                </c:pt>
                <c:pt idx="24846">
                  <c:v>1.958182524745308</c:v>
                </c:pt>
                <c:pt idx="24847">
                  <c:v>1.9576262791743182</c:v>
                </c:pt>
                <c:pt idx="24848">
                  <c:v>1.9578802725857289</c:v>
                </c:pt>
                <c:pt idx="24849">
                  <c:v>1.9604456060409792</c:v>
                </c:pt>
                <c:pt idx="24850">
                  <c:v>1.9613269631785752</c:v>
                </c:pt>
                <c:pt idx="24851">
                  <c:v>1.9609434331273445</c:v>
                </c:pt>
                <c:pt idx="24852">
                  <c:v>1.9619441671683036</c:v>
                </c:pt>
                <c:pt idx="24853">
                  <c:v>1.9650759059310001</c:v>
                </c:pt>
                <c:pt idx="24854">
                  <c:v>1.9683016222559186</c:v>
                </c:pt>
                <c:pt idx="24855">
                  <c:v>1.9687207113847467</c:v>
                </c:pt>
                <c:pt idx="24856">
                  <c:v>1.9675269423511152</c:v>
                </c:pt>
                <c:pt idx="24857">
                  <c:v>1.9663204736469138</c:v>
                </c:pt>
                <c:pt idx="24858">
                  <c:v>1.9656448511725606</c:v>
                </c:pt>
                <c:pt idx="24859">
                  <c:v>1.9659217039909984</c:v>
                </c:pt>
                <c:pt idx="24860">
                  <c:v>1.9673643865678123</c:v>
                </c:pt>
                <c:pt idx="24861">
                  <c:v>1.9702573715237826</c:v>
                </c:pt>
                <c:pt idx="24862">
                  <c:v>1.9728989030024562</c:v>
                </c:pt>
                <c:pt idx="24863">
                  <c:v>1.974504141362573</c:v>
                </c:pt>
                <c:pt idx="24864">
                  <c:v>1.9748825915455752</c:v>
                </c:pt>
                <c:pt idx="24865">
                  <c:v>1.975482015996505</c:v>
                </c:pt>
                <c:pt idx="24866">
                  <c:v>1.9764116318822689</c:v>
                </c:pt>
                <c:pt idx="24867">
                  <c:v>1.9765792675338001</c:v>
                </c:pt>
                <c:pt idx="24868">
                  <c:v>1.976086520315663</c:v>
                </c:pt>
                <c:pt idx="24869">
                  <c:v>1.9775723817724167</c:v>
                </c:pt>
                <c:pt idx="24870">
                  <c:v>1.9791090419114528</c:v>
                </c:pt>
                <c:pt idx="24871">
                  <c:v>1.9798253033316313</c:v>
                </c:pt>
                <c:pt idx="24872">
                  <c:v>1.9807396796127108</c:v>
                </c:pt>
                <c:pt idx="24873">
                  <c:v>1.9814051423506074</c:v>
                </c:pt>
                <c:pt idx="24874">
                  <c:v>1.9819867872627386</c:v>
                </c:pt>
                <c:pt idx="24875">
                  <c:v>1.9820477456814769</c:v>
                </c:pt>
                <c:pt idx="24876">
                  <c:v>1.9818801100299459</c:v>
                </c:pt>
                <c:pt idx="24877">
                  <c:v>1.9838155398248969</c:v>
                </c:pt>
                <c:pt idx="24878">
                  <c:v>1.9851464653006901</c:v>
                </c:pt>
                <c:pt idx="24879">
                  <c:v>1.9852785418746239</c:v>
                </c:pt>
                <c:pt idx="24880">
                  <c:v>1.9853217207545635</c:v>
                </c:pt>
                <c:pt idx="24881">
                  <c:v>1.9860659214499976</c:v>
                </c:pt>
                <c:pt idx="24882">
                  <c:v>1.9864596112376844</c:v>
                </c:pt>
                <c:pt idx="24883">
                  <c:v>1.9854791966696386</c:v>
                </c:pt>
                <c:pt idx="24884">
                  <c:v>1.9855350752201488</c:v>
                </c:pt>
                <c:pt idx="24885">
                  <c:v>1.9860456019770847</c:v>
                </c:pt>
                <c:pt idx="24886">
                  <c:v>1.9876660799418864</c:v>
                </c:pt>
                <c:pt idx="24887">
                  <c:v>1.9883290027456688</c:v>
                </c:pt>
                <c:pt idx="24888">
                  <c:v>1.99059208404134</c:v>
                </c:pt>
                <c:pt idx="24889">
                  <c:v>1.992738328367762</c:v>
                </c:pt>
                <c:pt idx="24890">
                  <c:v>1.9938025607615737</c:v>
                </c:pt>
                <c:pt idx="24891">
                  <c:v>1.9940235350295015</c:v>
                </c:pt>
                <c:pt idx="24892">
                  <c:v>1.9958446677893176</c:v>
                </c:pt>
                <c:pt idx="24893">
                  <c:v>1.9964847311860729</c:v>
                </c:pt>
                <c:pt idx="24894">
                  <c:v>1.9954331984628317</c:v>
                </c:pt>
                <c:pt idx="24895">
                  <c:v>1.9953570004394086</c:v>
                </c:pt>
                <c:pt idx="24896">
                  <c:v>1.9964847311860729</c:v>
                </c:pt>
                <c:pt idx="24897">
                  <c:v>1.9999619009882883</c:v>
                </c:pt>
                <c:pt idx="24898">
                  <c:v>2.0017296951317083</c:v>
                </c:pt>
                <c:pt idx="24899">
                  <c:v>2.0019100304538098</c:v>
                </c:pt>
                <c:pt idx="24900">
                  <c:v>2.0021259248535093</c:v>
                </c:pt>
                <c:pt idx="24901">
                  <c:v>2.0032841348095429</c:v>
                </c:pt>
                <c:pt idx="24902">
                  <c:v>2.0027786879208351</c:v>
                </c:pt>
                <c:pt idx="24903">
                  <c:v>2.0008686574670254</c:v>
                </c:pt>
                <c:pt idx="24904">
                  <c:v>1.9994843933748356</c:v>
                </c:pt>
                <c:pt idx="24905">
                  <c:v>2.0008534178623405</c:v>
                </c:pt>
                <c:pt idx="24906">
                  <c:v>2.0015899987554322</c:v>
                </c:pt>
                <c:pt idx="24907">
                  <c:v>2.0005079868228215</c:v>
                </c:pt>
                <c:pt idx="24908">
                  <c:v>2.0011429703513492</c:v>
                </c:pt>
                <c:pt idx="24909">
                  <c:v>2.0010464528550127</c:v>
                </c:pt>
                <c:pt idx="24910">
                  <c:v>1.9995555115300307</c:v>
                </c:pt>
                <c:pt idx="24911">
                  <c:v>2.0002285940702698</c:v>
                </c:pt>
                <c:pt idx="24912">
                  <c:v>2.0006578429355546</c:v>
                </c:pt>
                <c:pt idx="24913">
                  <c:v>2.0007772198389171</c:v>
                </c:pt>
                <c:pt idx="24914">
                  <c:v>1.9994412144948961</c:v>
                </c:pt>
                <c:pt idx="24915">
                  <c:v>1.9992659590410224</c:v>
                </c:pt>
                <c:pt idx="24916">
                  <c:v>2.0000736580893093</c:v>
                </c:pt>
                <c:pt idx="24917">
                  <c:v>2.0014020436309883</c:v>
                </c:pt>
                <c:pt idx="24918">
                  <c:v>2.0013487050145917</c:v>
                </c:pt>
                <c:pt idx="24919">
                  <c:v>2.0001117571010205</c:v>
                </c:pt>
                <c:pt idx="24920">
                  <c:v>1.9991694415446863</c:v>
                </c:pt>
                <c:pt idx="24921">
                  <c:v>1.9995859907394002</c:v>
                </c:pt>
                <c:pt idx="24922">
                  <c:v>1.9993421570644458</c:v>
                </c:pt>
                <c:pt idx="24923">
                  <c:v>1.9984049213763395</c:v>
                </c:pt>
                <c:pt idx="24924">
                  <c:v>1.9985446177526154</c:v>
                </c:pt>
                <c:pt idx="24925">
                  <c:v>2</c:v>
                </c:pt>
                <c:pt idx="24926">
                  <c:v>2.0009600950951332</c:v>
                </c:pt>
                <c:pt idx="24927">
                  <c:v>2.001137890483121</c:v>
                </c:pt>
                <c:pt idx="24928">
                  <c:v>2.0007645201683468</c:v>
                </c:pt>
                <c:pt idx="24929">
                  <c:v>2.0005079868228215</c:v>
                </c:pt>
                <c:pt idx="24930">
                  <c:v>1.9994107352855266</c:v>
                </c:pt>
                <c:pt idx="24931">
                  <c:v>1.9992278600293107</c:v>
                </c:pt>
                <c:pt idx="24932">
                  <c:v>1.9984557200586217</c:v>
                </c:pt>
                <c:pt idx="24933">
                  <c:v>1.9972441714861917</c:v>
                </c:pt>
                <c:pt idx="24934">
                  <c:v>1.9975286441069717</c:v>
                </c:pt>
                <c:pt idx="24935">
                  <c:v>1.9962916961934005</c:v>
                </c:pt>
                <c:pt idx="24936">
                  <c:v>1.9947245568449956</c:v>
                </c:pt>
                <c:pt idx="24937">
                  <c:v>1.9943943654101612</c:v>
                </c:pt>
                <c:pt idx="24938">
                  <c:v>1.9944731033676986</c:v>
                </c:pt>
                <c:pt idx="24939">
                  <c:v>1.99282976599587</c:v>
                </c:pt>
                <c:pt idx="24940">
                  <c:v>1.9918036326137698</c:v>
                </c:pt>
                <c:pt idx="24941">
                  <c:v>1.9904828668744332</c:v>
                </c:pt>
                <c:pt idx="24942">
                  <c:v>1.9889690661424242</c:v>
                </c:pt>
                <c:pt idx="24943">
                  <c:v>1.9879099136168408</c:v>
                </c:pt>
                <c:pt idx="24944">
                  <c:v>1.9875492429726374</c:v>
                </c:pt>
                <c:pt idx="24945">
                  <c:v>1.9868075822113174</c:v>
                </c:pt>
                <c:pt idx="24946">
                  <c:v>1.9844276639463971</c:v>
                </c:pt>
                <c:pt idx="24947">
                  <c:v>1.9828452849933074</c:v>
                </c:pt>
                <c:pt idx="24948">
                  <c:v>1.9812705258425596</c:v>
                </c:pt>
                <c:pt idx="24949">
                  <c:v>1.9801300954253245</c:v>
                </c:pt>
                <c:pt idx="24950">
                  <c:v>1.9782200649715147</c:v>
                </c:pt>
                <c:pt idx="24951">
                  <c:v>1.9734424489028755</c:v>
                </c:pt>
                <c:pt idx="24952">
                  <c:v>1.9700668764652245</c:v>
                </c:pt>
                <c:pt idx="24953">
                  <c:v>1.9684590981709933</c:v>
                </c:pt>
                <c:pt idx="24954">
                  <c:v>1.9666328855429489</c:v>
                </c:pt>
                <c:pt idx="24955">
                  <c:v>1.9651114650085977</c:v>
                </c:pt>
                <c:pt idx="24956">
                  <c:v>1.9626477289179118</c:v>
                </c:pt>
                <c:pt idx="24957">
                  <c:v>1.9606792799794772</c:v>
                </c:pt>
                <c:pt idx="24958">
                  <c:v>1.957786295023507</c:v>
                </c:pt>
                <c:pt idx="24959">
                  <c:v>1.9552641404481967</c:v>
                </c:pt>
                <c:pt idx="24960">
                  <c:v>1.952990899416069</c:v>
                </c:pt>
                <c:pt idx="24961">
                  <c:v>1.9502045916928914</c:v>
                </c:pt>
                <c:pt idx="24962">
                  <c:v>1.9475681400824461</c:v>
                </c:pt>
                <c:pt idx="24963">
                  <c:v>1.9443348039551855</c:v>
                </c:pt>
                <c:pt idx="24964">
                  <c:v>1.9418202691822173</c:v>
                </c:pt>
                <c:pt idx="24965">
                  <c:v>1.940250589899698</c:v>
                </c:pt>
                <c:pt idx="24966">
                  <c:v>1.9384954954268485</c:v>
                </c:pt>
                <c:pt idx="24967">
                  <c:v>1.9364660880696754</c:v>
                </c:pt>
                <c:pt idx="24968">
                  <c:v>1.9320567624475822</c:v>
                </c:pt>
                <c:pt idx="24969">
                  <c:v>1.9293695121548549</c:v>
                </c:pt>
                <c:pt idx="24970">
                  <c:v>1.9275636189997232</c:v>
                </c:pt>
                <c:pt idx="24971">
                  <c:v>1.9234108267231549</c:v>
                </c:pt>
                <c:pt idx="24972">
                  <c:v>1.920761675442139</c:v>
                </c:pt>
                <c:pt idx="24973">
                  <c:v>1.9197076027847837</c:v>
                </c:pt>
                <c:pt idx="24974">
                  <c:v>1.917660415888812</c:v>
                </c:pt>
                <c:pt idx="24975">
                  <c:v>1.9150493636195076</c:v>
                </c:pt>
                <c:pt idx="24976">
                  <c:v>1.9109803891687049</c:v>
                </c:pt>
                <c:pt idx="24977">
                  <c:v>1.9058446423899764</c:v>
                </c:pt>
                <c:pt idx="24978">
                  <c:v>1.901227042170526</c:v>
                </c:pt>
                <c:pt idx="24979">
                  <c:v>1.8970412307504745</c:v>
                </c:pt>
                <c:pt idx="24980">
                  <c:v>1.8952251778588862</c:v>
                </c:pt>
                <c:pt idx="24981">
                  <c:v>1.8937367764680184</c:v>
                </c:pt>
                <c:pt idx="24982">
                  <c:v>1.8909453888766126</c:v>
                </c:pt>
                <c:pt idx="24983">
                  <c:v>1.8874301200626857</c:v>
                </c:pt>
                <c:pt idx="24984">
                  <c:v>1.8843110809705597</c:v>
                </c:pt>
                <c:pt idx="24985">
                  <c:v>1.8817457475153094</c:v>
                </c:pt>
                <c:pt idx="24986">
                  <c:v>1.878499711717478</c:v>
                </c:pt>
                <c:pt idx="24987">
                  <c:v>1.87440279799142</c:v>
                </c:pt>
                <c:pt idx="24988">
                  <c:v>1.8708443502975531</c:v>
                </c:pt>
                <c:pt idx="24989">
                  <c:v>1.8662902484309556</c:v>
                </c:pt>
                <c:pt idx="24990">
                  <c:v>1.8605855564106668</c:v>
                </c:pt>
                <c:pt idx="24991">
                  <c:v>1.8549875416231703</c:v>
                </c:pt>
                <c:pt idx="24992">
                  <c:v>1.8513224166965108</c:v>
                </c:pt>
                <c:pt idx="24993">
                  <c:v>1.8478401670260673</c:v>
                </c:pt>
                <c:pt idx="24994">
                  <c:v>1.8445230130730408</c:v>
                </c:pt>
                <c:pt idx="24995">
                  <c:v>1.8410636228096244</c:v>
                </c:pt>
                <c:pt idx="24996">
                  <c:v>1.8363418852914954</c:v>
                </c:pt>
                <c:pt idx="24997">
                  <c:v>1.8310461226635781</c:v>
                </c:pt>
                <c:pt idx="24998">
                  <c:v>1.8266113977003435</c:v>
                </c:pt>
                <c:pt idx="24999">
                  <c:v>1.8219175994574701</c:v>
                </c:pt>
                <c:pt idx="25000">
                  <c:v>1.8167691530081709</c:v>
                </c:pt>
                <c:pt idx="25001">
                  <c:v>1.8139650657461943</c:v>
                </c:pt>
                <c:pt idx="25002">
                  <c:v>1.8112828953216953</c:v>
                </c:pt>
                <c:pt idx="25003">
                  <c:v>1.8083391116834431</c:v>
                </c:pt>
                <c:pt idx="25004">
                  <c:v>1.8040390032282563</c:v>
                </c:pt>
                <c:pt idx="25005">
                  <c:v>1.798260653118658</c:v>
                </c:pt>
                <c:pt idx="25006">
                  <c:v>1.7933763598172263</c:v>
                </c:pt>
                <c:pt idx="25007">
                  <c:v>1.7874964123430637</c:v>
                </c:pt>
                <c:pt idx="25008">
                  <c:v>1.7798918496054212</c:v>
                </c:pt>
                <c:pt idx="25009">
                  <c:v>1.7727927337564864</c:v>
                </c:pt>
                <c:pt idx="25010">
                  <c:v>1.7703594768751698</c:v>
                </c:pt>
                <c:pt idx="25011">
                  <c:v>1.767405533500461</c:v>
                </c:pt>
                <c:pt idx="25012">
                  <c:v>1.7633365590496584</c:v>
                </c:pt>
                <c:pt idx="25013">
                  <c:v>1.7594707793279842</c:v>
                </c:pt>
                <c:pt idx="25014">
                  <c:v>1.7545636266195255</c:v>
                </c:pt>
                <c:pt idx="25015">
                  <c:v>1.7484373055362945</c:v>
                </c:pt>
                <c:pt idx="25016">
                  <c:v>1.7424456009611111</c:v>
                </c:pt>
                <c:pt idx="25017">
                  <c:v>1.7385391822936112</c:v>
                </c:pt>
                <c:pt idx="25018">
                  <c:v>1.7340815979233499</c:v>
                </c:pt>
                <c:pt idx="25019">
                  <c:v>1.7286512187873846</c:v>
                </c:pt>
                <c:pt idx="25020">
                  <c:v>1.72378978489298</c:v>
                </c:pt>
                <c:pt idx="25021">
                  <c:v>1.7188800922504071</c:v>
                </c:pt>
                <c:pt idx="25022">
                  <c:v>1.7153495838317956</c:v>
                </c:pt>
                <c:pt idx="25023">
                  <c:v>1.7116057209475986</c:v>
                </c:pt>
                <c:pt idx="25024">
                  <c:v>1.7071760758525922</c:v>
                </c:pt>
                <c:pt idx="25025">
                  <c:v>1.7024238591250942</c:v>
                </c:pt>
                <c:pt idx="25026">
                  <c:v>1.6976919618705091</c:v>
                </c:pt>
                <c:pt idx="25027">
                  <c:v>1.6915783404578484</c:v>
                </c:pt>
                <c:pt idx="25028">
                  <c:v>1.6857060127860284</c:v>
                </c:pt>
                <c:pt idx="25029">
                  <c:v>1.6799429022811148</c:v>
                </c:pt>
                <c:pt idx="25030">
                  <c:v>1.6739003990236494</c:v>
                </c:pt>
                <c:pt idx="25031">
                  <c:v>1.6679366337237211</c:v>
                </c:pt>
                <c:pt idx="25032">
                  <c:v>1.6618636512568865</c:v>
                </c:pt>
                <c:pt idx="25033">
                  <c:v>1.6567863229627824</c:v>
                </c:pt>
                <c:pt idx="25034">
                  <c:v>1.6511832283070578</c:v>
                </c:pt>
                <c:pt idx="25035">
                  <c:v>1.647116793790369</c:v>
                </c:pt>
                <c:pt idx="25036">
                  <c:v>1.6434948477436495</c:v>
                </c:pt>
                <c:pt idx="25037">
                  <c:v>1.6384733980000559</c:v>
                </c:pt>
                <c:pt idx="25038">
                  <c:v>1.6334621079929188</c:v>
                </c:pt>
                <c:pt idx="25039">
                  <c:v>1.6278945724147915</c:v>
                </c:pt>
                <c:pt idx="25040">
                  <c:v>1.6217352321880769</c:v>
                </c:pt>
                <c:pt idx="25041">
                  <c:v>1.6162159553581179</c:v>
                </c:pt>
                <c:pt idx="25042">
                  <c:v>1.6099804171079803</c:v>
                </c:pt>
                <c:pt idx="25043">
                  <c:v>1.6024393527231904</c:v>
                </c:pt>
                <c:pt idx="25044">
                  <c:v>1.5959650606663263</c:v>
                </c:pt>
                <c:pt idx="25045">
                  <c:v>1.5916090736606292</c:v>
                </c:pt>
                <c:pt idx="25046">
                  <c:v>1.5875654985509675</c:v>
                </c:pt>
                <c:pt idx="25047">
                  <c:v>1.5822671959889361</c:v>
                </c:pt>
                <c:pt idx="25048">
                  <c:v>1.5766183825191575</c:v>
                </c:pt>
                <c:pt idx="25049">
                  <c:v>1.5703193459161668</c:v>
                </c:pt>
                <c:pt idx="25050">
                  <c:v>1.564078727797801</c:v>
                </c:pt>
                <c:pt idx="25051">
                  <c:v>1.5571218482592561</c:v>
                </c:pt>
                <c:pt idx="25052">
                  <c:v>1.5505840578495393</c:v>
                </c:pt>
                <c:pt idx="25053">
                  <c:v>1.5433782647678118</c:v>
                </c:pt>
                <c:pt idx="25054">
                  <c:v>1.5383237958807348</c:v>
                </c:pt>
                <c:pt idx="25055">
                  <c:v>1.535326673626086</c:v>
                </c:pt>
                <c:pt idx="25056">
                  <c:v>1.5295584832529445</c:v>
                </c:pt>
                <c:pt idx="25057">
                  <c:v>1.523452481642626</c:v>
                </c:pt>
                <c:pt idx="25058">
                  <c:v>1.5172194833266026</c:v>
                </c:pt>
                <c:pt idx="25059">
                  <c:v>1.5124621867308763</c:v>
                </c:pt>
                <c:pt idx="25060">
                  <c:v>1.5067752742493861</c:v>
                </c:pt>
                <c:pt idx="25061">
                  <c:v>1.4998387141837541</c:v>
                </c:pt>
                <c:pt idx="25062">
                  <c:v>1.4934558597549978</c:v>
                </c:pt>
                <c:pt idx="25063">
                  <c:v>1.4889220773613132</c:v>
                </c:pt>
                <c:pt idx="25064">
                  <c:v>1.4852188534229422</c:v>
                </c:pt>
                <c:pt idx="25065">
                  <c:v>1.4820642552532188</c:v>
                </c:pt>
                <c:pt idx="25066">
                  <c:v>1.4788461587306425</c:v>
                </c:pt>
                <c:pt idx="25067">
                  <c:v>1.4741599802901113</c:v>
                </c:pt>
                <c:pt idx="25068">
                  <c:v>1.4686051443825547</c:v>
                </c:pt>
                <c:pt idx="25069">
                  <c:v>1.4628394939435272</c:v>
                </c:pt>
                <c:pt idx="25070">
                  <c:v>1.4561112084752521</c:v>
                </c:pt>
                <c:pt idx="25071">
                  <c:v>1.4479656397713043</c:v>
                </c:pt>
                <c:pt idx="25072">
                  <c:v>1.4411738559501766</c:v>
                </c:pt>
                <c:pt idx="25073">
                  <c:v>1.4357764959576949</c:v>
                </c:pt>
                <c:pt idx="25074">
                  <c:v>1.4319716746547595</c:v>
                </c:pt>
                <c:pt idx="25075">
                  <c:v>1.4283649682127244</c:v>
                </c:pt>
                <c:pt idx="25076">
                  <c:v>1.4241969363314715</c:v>
                </c:pt>
                <c:pt idx="25077">
                  <c:v>1.4192618443477576</c:v>
                </c:pt>
                <c:pt idx="25078">
                  <c:v>1.4148118797798386</c:v>
                </c:pt>
                <c:pt idx="25079">
                  <c:v>1.4112534320859718</c:v>
                </c:pt>
                <c:pt idx="25080">
                  <c:v>1.4069965025107249</c:v>
                </c:pt>
                <c:pt idx="25081">
                  <c:v>1.4015915227159006</c:v>
                </c:pt>
                <c:pt idx="25082">
                  <c:v>1.3962271818669023</c:v>
                </c:pt>
                <c:pt idx="25083">
                  <c:v>1.3912539908714767</c:v>
                </c:pt>
                <c:pt idx="25084">
                  <c:v>1.387835239553886</c:v>
                </c:pt>
                <c:pt idx="25085">
                  <c:v>1.3840735971308904</c:v>
                </c:pt>
                <c:pt idx="25086">
                  <c:v>1.3795931533536019</c:v>
                </c:pt>
                <c:pt idx="25087">
                  <c:v>1.3759432680316273</c:v>
                </c:pt>
                <c:pt idx="25088">
                  <c:v>1.3725880150668892</c:v>
                </c:pt>
                <c:pt idx="25089">
                  <c:v>1.3675386260480402</c:v>
                </c:pt>
                <c:pt idx="25090">
                  <c:v>1.3626924317583202</c:v>
                </c:pt>
                <c:pt idx="25091">
                  <c:v>1.3582678665315422</c:v>
                </c:pt>
                <c:pt idx="25092">
                  <c:v>1.3543995468757539</c:v>
                </c:pt>
                <c:pt idx="25093">
                  <c:v>1.3505515466928788</c:v>
                </c:pt>
                <c:pt idx="25094">
                  <c:v>1.346320016458773</c:v>
                </c:pt>
                <c:pt idx="25095">
                  <c:v>1.3425126552217235</c:v>
                </c:pt>
                <c:pt idx="25096">
                  <c:v>1.3386494154341637</c:v>
                </c:pt>
                <c:pt idx="25097">
                  <c:v>1.333765122132732</c:v>
                </c:pt>
                <c:pt idx="25098">
                  <c:v>1.3294675536116594</c:v>
                </c:pt>
                <c:pt idx="25099">
                  <c:v>1.3252334834434394</c:v>
                </c:pt>
                <c:pt idx="25100">
                  <c:v>1.3223201790145565</c:v>
                </c:pt>
                <c:pt idx="25101">
                  <c:v>1.3191960600542023</c:v>
                </c:pt>
                <c:pt idx="25102">
                  <c:v>1.3176873391904214</c:v>
                </c:pt>
                <c:pt idx="25103">
                  <c:v>1.3152261430338497</c:v>
                </c:pt>
                <c:pt idx="25104">
                  <c:v>1.3116575356035265</c:v>
                </c:pt>
                <c:pt idx="25105">
                  <c:v>1.3087010522947033</c:v>
                </c:pt>
                <c:pt idx="25106">
                  <c:v>1.3062779551498434</c:v>
                </c:pt>
                <c:pt idx="25107">
                  <c:v>1.3029303219874477</c:v>
                </c:pt>
                <c:pt idx="25108">
                  <c:v>1.2991864591032509</c:v>
                </c:pt>
                <c:pt idx="25109">
                  <c:v>1.2949955678149709</c:v>
                </c:pt>
                <c:pt idx="25110">
                  <c:v>1.2920467043084902</c:v>
                </c:pt>
                <c:pt idx="25111">
                  <c:v>1.2900147570172029</c:v>
                </c:pt>
                <c:pt idx="25112">
                  <c:v>1.2862607343965498</c:v>
                </c:pt>
                <c:pt idx="25113">
                  <c:v>1.284030672244362</c:v>
                </c:pt>
                <c:pt idx="25114">
                  <c:v>1.2822400186939151</c:v>
                </c:pt>
                <c:pt idx="25115">
                  <c:v>1.2795832476105571</c:v>
                </c:pt>
                <c:pt idx="25116">
                  <c:v>1.2757936659123061</c:v>
                </c:pt>
                <c:pt idx="25117">
                  <c:v>1.2723622149241449</c:v>
                </c:pt>
                <c:pt idx="25118">
                  <c:v>1.2698679996240898</c:v>
                </c:pt>
                <c:pt idx="25119">
                  <c:v>1.268267841132201</c:v>
                </c:pt>
                <c:pt idx="25120">
                  <c:v>1.265197060788243</c:v>
                </c:pt>
                <c:pt idx="25121">
                  <c:v>1.2616741721719738</c:v>
                </c:pt>
                <c:pt idx="25122">
                  <c:v>1.2603788057737781</c:v>
                </c:pt>
                <c:pt idx="25123">
                  <c:v>1.2590631199026698</c:v>
                </c:pt>
                <c:pt idx="25124">
                  <c:v>1.2561650550784713</c:v>
                </c:pt>
                <c:pt idx="25125">
                  <c:v>1.253620041096134</c:v>
                </c:pt>
                <c:pt idx="25126">
                  <c:v>1.2525047560266287</c:v>
                </c:pt>
                <c:pt idx="25127">
                  <c:v>1.2524844365537158</c:v>
                </c:pt>
                <c:pt idx="25128">
                  <c:v>1.2507138484827705</c:v>
                </c:pt>
                <c:pt idx="25129">
                  <c:v>1.2470113865246335</c:v>
                </c:pt>
                <c:pt idx="25130">
                  <c:v>1.2436190505218294</c:v>
                </c:pt>
                <c:pt idx="25131">
                  <c:v>1.240701174211541</c:v>
                </c:pt>
                <c:pt idx="25132">
                  <c:v>1.238200863069612</c:v>
                </c:pt>
                <c:pt idx="25133">
                  <c:v>1.2367795159393564</c:v>
                </c:pt>
                <c:pt idx="25134">
                  <c:v>1.2353586767959239</c:v>
                </c:pt>
                <c:pt idx="25135">
                  <c:v>1.2320011378904832</c:v>
                </c:pt>
                <c:pt idx="25136">
                  <c:v>1.2300301490179344</c:v>
                </c:pt>
                <c:pt idx="25137">
                  <c:v>1.2286154057163756</c:v>
                </c:pt>
                <c:pt idx="25138">
                  <c:v>1.2288569534506275</c:v>
                </c:pt>
                <c:pt idx="25139">
                  <c:v>1.2292399755150352</c:v>
                </c:pt>
                <c:pt idx="25140">
                  <c:v>1.2275145982713209</c:v>
                </c:pt>
                <c:pt idx="25141">
                  <c:v>1.2245642108043717</c:v>
                </c:pt>
                <c:pt idx="25142">
                  <c:v>1.2209252471990877</c:v>
                </c:pt>
                <c:pt idx="25143">
                  <c:v>1.2185293273492486</c:v>
                </c:pt>
                <c:pt idx="25144">
                  <c:v>1.2179847654751836</c:v>
                </c:pt>
                <c:pt idx="25145">
                  <c:v>1.2163490479056973</c:v>
                </c:pt>
                <c:pt idx="25146">
                  <c:v>1.2144636548127941</c:v>
                </c:pt>
                <c:pt idx="25147">
                  <c:v>1.2136366522652402</c:v>
                </c:pt>
                <c:pt idx="25148">
                  <c:v>1.212795172093236</c:v>
                </c:pt>
                <c:pt idx="25149">
                  <c:v>1.2123595733926662</c:v>
                </c:pt>
                <c:pt idx="25150">
                  <c:v>1.2116354381767338</c:v>
                </c:pt>
                <c:pt idx="25151">
                  <c:v>1.2114525629205177</c:v>
                </c:pt>
                <c:pt idx="25152">
                  <c:v>1.209271267503321</c:v>
                </c:pt>
                <c:pt idx="25153">
                  <c:v>1.206934782111752</c:v>
                </c:pt>
                <c:pt idx="25154">
                  <c:v>1.2054100596630524</c:v>
                </c:pt>
                <c:pt idx="25155">
                  <c:v>1.2040849760357215</c:v>
                </c:pt>
                <c:pt idx="25156">
                  <c:v>1.2036503933087976</c:v>
                </c:pt>
                <c:pt idx="25157">
                  <c:v>1.204056782767055</c:v>
                </c:pt>
                <c:pt idx="25158">
                  <c:v>1.2041253609881359</c:v>
                </c:pt>
                <c:pt idx="25159">
                  <c:v>1.205071740439053</c:v>
                </c:pt>
                <c:pt idx="25160">
                  <c:v>1.2043526850913486</c:v>
                </c:pt>
                <c:pt idx="25161">
                  <c:v>1.2011477962261659</c:v>
                </c:pt>
                <c:pt idx="25162">
                  <c:v>1.1980173274305264</c:v>
                </c:pt>
                <c:pt idx="25163">
                  <c:v>1.1956158197256364</c:v>
                </c:pt>
                <c:pt idx="25164">
                  <c:v>1.1928625311459422</c:v>
                </c:pt>
                <c:pt idx="25165">
                  <c:v>1.1923514964021833</c:v>
                </c:pt>
                <c:pt idx="25166">
                  <c:v>1.192753059985624</c:v>
                </c:pt>
                <c:pt idx="25167">
                  <c:v>1.1927832852015818</c:v>
                </c:pt>
                <c:pt idx="25168">
                  <c:v>1.1927675376100744</c:v>
                </c:pt>
                <c:pt idx="25169">
                  <c:v>1.1913167272440952</c:v>
                </c:pt>
                <c:pt idx="25170">
                  <c:v>1.1899522746379958</c:v>
                </c:pt>
                <c:pt idx="25171">
                  <c:v>1.1892395691255768</c:v>
                </c:pt>
                <c:pt idx="25172">
                  <c:v>1.1887130407837221</c:v>
                </c:pt>
                <c:pt idx="25173">
                  <c:v>1.1888748345867908</c:v>
                </c:pt>
                <c:pt idx="25174">
                  <c:v>1.1886434465889955</c:v>
                </c:pt>
                <c:pt idx="25175">
                  <c:v>1.1880978687412849</c:v>
                </c:pt>
                <c:pt idx="25176">
                  <c:v>1.1880300525004381</c:v>
                </c:pt>
                <c:pt idx="25177">
                  <c:v>1.1863798573065014</c:v>
                </c:pt>
                <c:pt idx="25178">
                  <c:v>1.1856387045320045</c:v>
                </c:pt>
                <c:pt idx="25179">
                  <c:v>1.1843588317319049</c:v>
                </c:pt>
                <c:pt idx="25180">
                  <c:v>1.183028668236346</c:v>
                </c:pt>
                <c:pt idx="25181">
                  <c:v>1.1826197388439743</c:v>
                </c:pt>
                <c:pt idx="25182">
                  <c:v>1.1820144725445823</c:v>
                </c:pt>
                <c:pt idx="25183">
                  <c:v>1.1824899482107434</c:v>
                </c:pt>
                <c:pt idx="25184">
                  <c:v>1.1821193718234948</c:v>
                </c:pt>
                <c:pt idx="25185">
                  <c:v>1.1818978895687446</c:v>
                </c:pt>
                <c:pt idx="25186">
                  <c:v>1.1818232155057897</c:v>
                </c:pt>
                <c:pt idx="25187">
                  <c:v>1.179751391248911</c:v>
                </c:pt>
                <c:pt idx="25188">
                  <c:v>1.1795187332840587</c:v>
                </c:pt>
                <c:pt idx="25189">
                  <c:v>1.1796482699238782</c:v>
                </c:pt>
                <c:pt idx="25190">
                  <c:v>1.1803246543784653</c:v>
                </c:pt>
                <c:pt idx="25191">
                  <c:v>1.1813970145614423</c:v>
                </c:pt>
                <c:pt idx="25192">
                  <c:v>1.1809715755973289</c:v>
                </c:pt>
                <c:pt idx="25193">
                  <c:v>1.179709990322851</c:v>
                </c:pt>
                <c:pt idx="25194">
                  <c:v>1.1780719868126621</c:v>
                </c:pt>
                <c:pt idx="25195">
                  <c:v>1.1761914195945757</c:v>
                </c:pt>
                <c:pt idx="25196">
                  <c:v>1.1760161641407021</c:v>
                </c:pt>
                <c:pt idx="25197">
                  <c:v>1.1764794481231156</c:v>
                </c:pt>
                <c:pt idx="25198">
                  <c:v>1.1770308678192887</c:v>
                </c:pt>
                <c:pt idx="25199">
                  <c:v>1.1756397459049912</c:v>
                </c:pt>
                <c:pt idx="25200">
                  <c:v>1.1746976843420682</c:v>
                </c:pt>
                <c:pt idx="25201">
                  <c:v>1.1745178570067893</c:v>
                </c:pt>
                <c:pt idx="25202">
                  <c:v>1.1753603531524393</c:v>
                </c:pt>
                <c:pt idx="25203">
                  <c:v>1.1761182694920893</c:v>
                </c:pt>
                <c:pt idx="25204">
                  <c:v>1.1777105541882245</c:v>
                </c:pt>
                <c:pt idx="25205">
                  <c:v>1.1792492462745516</c:v>
                </c:pt>
                <c:pt idx="25206">
                  <c:v>1.1793914825849416</c:v>
                </c:pt>
                <c:pt idx="25207">
                  <c:v>1.1799197888806765</c:v>
                </c:pt>
                <c:pt idx="25208">
                  <c:v>1.1795979792284188</c:v>
                </c:pt>
                <c:pt idx="25209">
                  <c:v>1.1788880676435254</c:v>
                </c:pt>
                <c:pt idx="25210">
                  <c:v>1.1785665119846791</c:v>
                </c:pt>
                <c:pt idx="25211">
                  <c:v>1.1794077381632722</c:v>
                </c:pt>
                <c:pt idx="25212">
                  <c:v>1.1795984872152416</c:v>
                </c:pt>
                <c:pt idx="25213">
                  <c:v>1.1795840095907912</c:v>
                </c:pt>
                <c:pt idx="25214">
                  <c:v>1.1793670992174463</c:v>
                </c:pt>
                <c:pt idx="25215">
                  <c:v>1.1796612235878601</c:v>
                </c:pt>
                <c:pt idx="25216">
                  <c:v>1.1811389572554487</c:v>
                </c:pt>
                <c:pt idx="25217">
                  <c:v>1.1820744149896751</c:v>
                </c:pt>
                <c:pt idx="25218">
                  <c:v>1.1827988041990189</c:v>
                </c:pt>
                <c:pt idx="25219">
                  <c:v>1.1836994648358821</c:v>
                </c:pt>
                <c:pt idx="25220">
                  <c:v>1.1842925394515267</c:v>
                </c:pt>
                <c:pt idx="25221">
                  <c:v>1.185465989012245</c:v>
                </c:pt>
                <c:pt idx="25222">
                  <c:v>1.1854230641257166</c:v>
                </c:pt>
                <c:pt idx="25223">
                  <c:v>1.1862566705019673</c:v>
                </c:pt>
                <c:pt idx="25224">
                  <c:v>1.1858568848724065</c:v>
                </c:pt>
                <c:pt idx="25225">
                  <c:v>1.1862874037047479</c:v>
                </c:pt>
                <c:pt idx="25226">
                  <c:v>1.1873841472552202</c:v>
                </c:pt>
                <c:pt idx="25227">
                  <c:v>1.1875220656776162</c:v>
                </c:pt>
                <c:pt idx="25228">
                  <c:v>1.187154029224482</c:v>
                </c:pt>
                <c:pt idx="25229">
                  <c:v>1.187322172862836</c:v>
                </c:pt>
                <c:pt idx="25230">
                  <c:v>1.1873396984082234</c:v>
                </c:pt>
                <c:pt idx="25231">
                  <c:v>1.1878453992903424</c:v>
                </c:pt>
                <c:pt idx="25232">
                  <c:v>1.1873927830312081</c:v>
                </c:pt>
                <c:pt idx="25233">
                  <c:v>1.1863763013987416</c:v>
                </c:pt>
                <c:pt idx="25234">
                  <c:v>1.1871499653298994</c:v>
                </c:pt>
                <c:pt idx="25235">
                  <c:v>1.1888357196014336</c:v>
                </c:pt>
                <c:pt idx="25236">
                  <c:v>1.1901237201906982</c:v>
                </c:pt>
                <c:pt idx="25237">
                  <c:v>1.1906047837119105</c:v>
                </c:pt>
                <c:pt idx="25238">
                  <c:v>1.1898143562155998</c:v>
                </c:pt>
                <c:pt idx="25239">
                  <c:v>1.1889550965047966</c:v>
                </c:pt>
                <c:pt idx="25240">
                  <c:v>1.1897566997112095</c:v>
                </c:pt>
                <c:pt idx="25241">
                  <c:v>1.1911137865083781</c:v>
                </c:pt>
                <c:pt idx="25242">
                  <c:v>1.1923032376540152</c:v>
                </c:pt>
                <c:pt idx="25243">
                  <c:v>1.1931965324819473</c:v>
                </c:pt>
                <c:pt idx="25244">
                  <c:v>1.1930248329358335</c:v>
                </c:pt>
                <c:pt idx="25245">
                  <c:v>1.1928345918706869</c:v>
                </c:pt>
                <c:pt idx="25246">
                  <c:v>1.1943120715448641</c:v>
                </c:pt>
                <c:pt idx="25247">
                  <c:v>1.1965713429393641</c:v>
                </c:pt>
                <c:pt idx="25248">
                  <c:v>1.198381807975901</c:v>
                </c:pt>
                <c:pt idx="25249">
                  <c:v>1.1993830500036828</c:v>
                </c:pt>
                <c:pt idx="25250">
                  <c:v>1.2010799799853191</c:v>
                </c:pt>
                <c:pt idx="25251">
                  <c:v>1.2022691771375451</c:v>
                </c:pt>
                <c:pt idx="25252">
                  <c:v>1.2029216862114596</c:v>
                </c:pt>
                <c:pt idx="25253">
                  <c:v>1.2028218668007753</c:v>
                </c:pt>
                <c:pt idx="25254">
                  <c:v>1.2036328677634103</c:v>
                </c:pt>
                <c:pt idx="25255">
                  <c:v>1.2021371005636114</c:v>
                </c:pt>
                <c:pt idx="25256">
                  <c:v>1.2022699391177794</c:v>
                </c:pt>
                <c:pt idx="25257">
                  <c:v>1.2049254402340803</c:v>
                </c:pt>
                <c:pt idx="25258">
                  <c:v>1.2055845531366916</c:v>
                </c:pt>
                <c:pt idx="25259">
                  <c:v>1.2043191579610424</c:v>
                </c:pt>
                <c:pt idx="25260">
                  <c:v>1.2034517704610743</c:v>
                </c:pt>
                <c:pt idx="25261">
                  <c:v>1.2042056229061417</c:v>
                </c:pt>
                <c:pt idx="25262">
                  <c:v>1.2054280931952626</c:v>
                </c:pt>
                <c:pt idx="25263">
                  <c:v>1.2071285790846584</c:v>
                </c:pt>
                <c:pt idx="25264">
                  <c:v>1.2080366055304526</c:v>
                </c:pt>
                <c:pt idx="25265">
                  <c:v>1.2091196334367087</c:v>
                </c:pt>
                <c:pt idx="25266">
                  <c:v>1.2096761330011099</c:v>
                </c:pt>
                <c:pt idx="25267">
                  <c:v>1.2096522576204374</c:v>
                </c:pt>
                <c:pt idx="25268">
                  <c:v>1.2107172519944833</c:v>
                </c:pt>
                <c:pt idx="25269">
                  <c:v>1.2115843855010402</c:v>
                </c:pt>
                <c:pt idx="25270">
                  <c:v>1.2126534437696685</c:v>
                </c:pt>
                <c:pt idx="25271">
                  <c:v>1.2139800513574679</c:v>
                </c:pt>
                <c:pt idx="25272">
                  <c:v>1.2148654723896462</c:v>
                </c:pt>
                <c:pt idx="25273">
                  <c:v>1.2154552450909424</c:v>
                </c:pt>
                <c:pt idx="25274">
                  <c:v>1.2172997452446084</c:v>
                </c:pt>
                <c:pt idx="25275">
                  <c:v>1.2201376136303024</c:v>
                </c:pt>
                <c:pt idx="25276">
                  <c:v>1.2215404192415249</c:v>
                </c:pt>
                <c:pt idx="25277">
                  <c:v>1.2206748096954365</c:v>
                </c:pt>
                <c:pt idx="25278">
                  <c:v>1.2197688151969337</c:v>
                </c:pt>
                <c:pt idx="25279">
                  <c:v>1.2202574985204884</c:v>
                </c:pt>
                <c:pt idx="25280">
                  <c:v>1.2206593160973405</c:v>
                </c:pt>
                <c:pt idx="25281">
                  <c:v>1.2218683247356563</c:v>
                </c:pt>
                <c:pt idx="25282">
                  <c:v>1.2244283243292668</c:v>
                </c:pt>
                <c:pt idx="25283">
                  <c:v>1.2256101556725618</c:v>
                </c:pt>
                <c:pt idx="25284">
                  <c:v>1.2252934258885324</c:v>
                </c:pt>
                <c:pt idx="25285">
                  <c:v>1.2245540510679154</c:v>
                </c:pt>
                <c:pt idx="25286">
                  <c:v>1.2239411649661807</c:v>
                </c:pt>
                <c:pt idx="25287">
                  <c:v>1.2239701202150817</c:v>
                </c:pt>
                <c:pt idx="25288">
                  <c:v>1.2251395058812173</c:v>
                </c:pt>
                <c:pt idx="25289">
                  <c:v>1.2260378805773777</c:v>
                </c:pt>
                <c:pt idx="25290">
                  <c:v>1.2264996405993229</c:v>
                </c:pt>
                <c:pt idx="25291">
                  <c:v>1.2284752013532769</c:v>
                </c:pt>
                <c:pt idx="25292">
                  <c:v>1.2311080970559622</c:v>
                </c:pt>
                <c:pt idx="25293">
                  <c:v>1.2321903629819841</c:v>
                </c:pt>
                <c:pt idx="25294">
                  <c:v>1.2310278351379564</c:v>
                </c:pt>
                <c:pt idx="25295">
                  <c:v>1.2299636027441447</c:v>
                </c:pt>
                <c:pt idx="25296">
                  <c:v>1.2285661309945619</c:v>
                </c:pt>
                <c:pt idx="25297">
                  <c:v>1.2291028190728732</c:v>
                </c:pt>
                <c:pt idx="25298">
                  <c:v>1.2314489562140758</c:v>
                </c:pt>
                <c:pt idx="25299">
                  <c:v>1.2334242629746184</c:v>
                </c:pt>
                <c:pt idx="25300">
                  <c:v>1.2355156447241757</c:v>
                </c:pt>
                <c:pt idx="25301">
                  <c:v>1.2360599526048295</c:v>
                </c:pt>
                <c:pt idx="25302">
                  <c:v>1.2352634292666449</c:v>
                </c:pt>
                <c:pt idx="25303">
                  <c:v>1.2342403438054816</c:v>
                </c:pt>
                <c:pt idx="25304">
                  <c:v>1.233198970818697</c:v>
                </c:pt>
                <c:pt idx="25305">
                  <c:v>1.2334001336005345</c:v>
                </c:pt>
                <c:pt idx="25306">
                  <c:v>1.2338806891349239</c:v>
                </c:pt>
                <c:pt idx="25307">
                  <c:v>1.2360238855404091</c:v>
                </c:pt>
                <c:pt idx="25308">
                  <c:v>1.2390565668726554</c:v>
                </c:pt>
                <c:pt idx="25309">
                  <c:v>1.2407872779780091</c:v>
                </c:pt>
                <c:pt idx="25310">
                  <c:v>1.2418062995445898</c:v>
                </c:pt>
                <c:pt idx="25311">
                  <c:v>1.2405345545336555</c:v>
                </c:pt>
                <c:pt idx="25312">
                  <c:v>1.2389514136003312</c:v>
                </c:pt>
                <c:pt idx="25313">
                  <c:v>1.2391345428499585</c:v>
                </c:pt>
                <c:pt idx="25314">
                  <c:v>1.2412482760197201</c:v>
                </c:pt>
                <c:pt idx="25315">
                  <c:v>1.2426101886917054</c:v>
                </c:pt>
                <c:pt idx="25316">
                  <c:v>1.2431842138014939</c:v>
                </c:pt>
                <c:pt idx="25317">
                  <c:v>1.243459288666052</c:v>
                </c:pt>
                <c:pt idx="25318">
                  <c:v>1.2428319249398672</c:v>
                </c:pt>
                <c:pt idx="25319">
                  <c:v>1.2419840949325773</c:v>
                </c:pt>
                <c:pt idx="25320">
                  <c:v>1.2421242992956762</c:v>
                </c:pt>
                <c:pt idx="25321">
                  <c:v>1.2425652318578857</c:v>
                </c:pt>
                <c:pt idx="25322">
                  <c:v>1.2422876170592134</c:v>
                </c:pt>
                <c:pt idx="25323">
                  <c:v>1.2415738955731488</c:v>
                </c:pt>
                <c:pt idx="25324">
                  <c:v>1.2409719311881049</c:v>
                </c:pt>
                <c:pt idx="25325">
                  <c:v>1.2397057740322215</c:v>
                </c:pt>
                <c:pt idx="25326">
                  <c:v>1.2386214761589085</c:v>
                </c:pt>
                <c:pt idx="25327">
                  <c:v>1.2374891735308386</c:v>
                </c:pt>
                <c:pt idx="25328">
                  <c:v>1.2364571983002761</c:v>
                </c:pt>
                <c:pt idx="25329">
                  <c:v>1.235625115884494</c:v>
                </c:pt>
                <c:pt idx="25330">
                  <c:v>1.2356248618910826</c:v>
                </c:pt>
                <c:pt idx="25331">
                  <c:v>1.235458242213197</c:v>
                </c:pt>
                <c:pt idx="25332">
                  <c:v>1.2352128845777741</c:v>
                </c:pt>
                <c:pt idx="25333">
                  <c:v>1.2327933433406737</c:v>
                </c:pt>
                <c:pt idx="25334">
                  <c:v>1.2304850512177714</c:v>
                </c:pt>
                <c:pt idx="25335">
                  <c:v>1.2302130242741502</c:v>
                </c:pt>
                <c:pt idx="25336">
                  <c:v>1.2295744848378634</c:v>
                </c:pt>
                <c:pt idx="25337">
                  <c:v>1.2274221446695672</c:v>
                </c:pt>
                <c:pt idx="25338">
                  <c:v>1.2245779264485879</c:v>
                </c:pt>
                <c:pt idx="25339">
                  <c:v>1.2229617663717802</c:v>
                </c:pt>
                <c:pt idx="25340">
                  <c:v>1.2221936902956738</c:v>
                </c:pt>
                <c:pt idx="25341">
                  <c:v>1.2210674835094777</c:v>
                </c:pt>
                <c:pt idx="25342">
                  <c:v>1.2199196872833118</c:v>
                </c:pt>
                <c:pt idx="25343">
                  <c:v>1.2190743972101363</c:v>
                </c:pt>
                <c:pt idx="25344">
                  <c:v>1.2183710894539395</c:v>
                </c:pt>
                <c:pt idx="25345">
                  <c:v>1.216601009369817</c:v>
                </c:pt>
                <c:pt idx="25346">
                  <c:v>1.2138903916832398</c:v>
                </c:pt>
                <c:pt idx="25347">
                  <c:v>1.2127281178326235</c:v>
                </c:pt>
                <c:pt idx="25348">
                  <c:v>1.2113656971738154</c:v>
                </c:pt>
                <c:pt idx="25349">
                  <c:v>1.2104825620823396</c:v>
                </c:pt>
                <c:pt idx="25350">
                  <c:v>1.2101450048385745</c:v>
                </c:pt>
                <c:pt idx="25351">
                  <c:v>1.2083878784184339</c:v>
                </c:pt>
                <c:pt idx="25352">
                  <c:v>1.2057831759844149</c:v>
                </c:pt>
                <c:pt idx="25353">
                  <c:v>1.2040504329317698</c:v>
                </c:pt>
                <c:pt idx="25354">
                  <c:v>1.2016562910358106</c:v>
                </c:pt>
                <c:pt idx="25355">
                  <c:v>1.1994447704026558</c:v>
                </c:pt>
                <c:pt idx="25356">
                  <c:v>1.1973917416582214</c:v>
                </c:pt>
                <c:pt idx="25357">
                  <c:v>1.1946478508347493</c:v>
                </c:pt>
                <c:pt idx="25358">
                  <c:v>1.1925361496122791</c:v>
                </c:pt>
                <c:pt idx="25359">
                  <c:v>1.1921610013436252</c:v>
                </c:pt>
                <c:pt idx="25360">
                  <c:v>1.1921864006847662</c:v>
                </c:pt>
                <c:pt idx="25361">
                  <c:v>1.1907251765889193</c:v>
                </c:pt>
                <c:pt idx="25362">
                  <c:v>1.1888710246856196</c:v>
                </c:pt>
                <c:pt idx="25363">
                  <c:v>1.1883759915267798</c:v>
                </c:pt>
                <c:pt idx="25364">
                  <c:v>1.1882492488144858</c:v>
                </c:pt>
                <c:pt idx="25365">
                  <c:v>1.1866782995649092</c:v>
                </c:pt>
                <c:pt idx="25366">
                  <c:v>1.1852732080129842</c:v>
                </c:pt>
                <c:pt idx="25367">
                  <c:v>1.1842262471711484</c:v>
                </c:pt>
                <c:pt idx="25368">
                  <c:v>1.1806561157803566</c:v>
                </c:pt>
                <c:pt idx="25369">
                  <c:v>1.1779594677314069</c:v>
                </c:pt>
                <c:pt idx="25370">
                  <c:v>1.1770773486135768</c:v>
                </c:pt>
                <c:pt idx="25371">
                  <c:v>1.1761858317395246</c:v>
                </c:pt>
                <c:pt idx="25372">
                  <c:v>1.1768914254364242</c:v>
                </c:pt>
                <c:pt idx="25373">
                  <c:v>1.1759833989906303</c:v>
                </c:pt>
                <c:pt idx="25374">
                  <c:v>1.1749178966297613</c:v>
                </c:pt>
                <c:pt idx="25375">
                  <c:v>1.1744360711283148</c:v>
                </c:pt>
                <c:pt idx="25376">
                  <c:v>1.1711255210039853</c:v>
                </c:pt>
                <c:pt idx="25377">
                  <c:v>1.1685586635882665</c:v>
                </c:pt>
                <c:pt idx="25378">
                  <c:v>1.1675137346937221</c:v>
                </c:pt>
                <c:pt idx="25379">
                  <c:v>1.1657512744119418</c:v>
                </c:pt>
                <c:pt idx="25380">
                  <c:v>1.1640599322853564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8-FC34-4E50-8FBC-CFB495C70B4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922555520"/>
        <c:axId val="922557920"/>
      </c:scatterChart>
      <c:valAx>
        <c:axId val="922555520"/>
        <c:scaling>
          <c:orientation val="maxMin"/>
          <c:max val="8"/>
          <c:min val="-1"/>
        </c:scaling>
        <c:delete val="0"/>
        <c:axPos val="b"/>
        <c:numFmt formatCode="General" sourceLinked="1"/>
        <c:majorTickMark val="out"/>
        <c:minorTickMark val="out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ysClr val="windowText" lastClr="000000"/>
                </a:solidFill>
                <a:latin typeface="Avenir LT Std 65 Medium" panose="020B0803020203020204" pitchFamily="34" charset="0"/>
                <a:ea typeface="+mn-ea"/>
                <a:cs typeface="+mn-cs"/>
              </a:defRPr>
            </a:pPr>
            <a:endParaRPr lang="en-US"/>
          </a:p>
        </c:txPr>
        <c:crossAx val="922557920"/>
        <c:crosses val="autoZero"/>
        <c:crossBetween val="midCat"/>
        <c:minorUnit val="0.5"/>
      </c:valAx>
      <c:valAx>
        <c:axId val="922557920"/>
        <c:scaling>
          <c:orientation val="minMax"/>
          <c:max val="10"/>
          <c:min val="0.5"/>
        </c:scaling>
        <c:delete val="1"/>
        <c:axPos val="r"/>
        <c:numFmt formatCode="General" sourceLinked="1"/>
        <c:majorTickMark val="out"/>
        <c:minorTickMark val="none"/>
        <c:tickLblPos val="nextTo"/>
        <c:crossAx val="922555520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'For plotting'!$V$1</c:f>
              <c:strCache>
                <c:ptCount val="1"/>
                <c:pt idx="0">
                  <c:v>0.3% w/w R1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'For plotting'!$U$2:$U$1149</c:f>
              <c:numCache>
                <c:formatCode>General</c:formatCode>
                <c:ptCount val="1148"/>
                <c:pt idx="0">
                  <c:v>3.8998900000000001</c:v>
                </c:pt>
                <c:pt idx="1">
                  <c:v>3.9001999999999999</c:v>
                </c:pt>
                <c:pt idx="2">
                  <c:v>3.9005000000000001</c:v>
                </c:pt>
                <c:pt idx="3">
                  <c:v>3.9008099999999999</c:v>
                </c:pt>
                <c:pt idx="4">
                  <c:v>3.9011100000000001</c:v>
                </c:pt>
                <c:pt idx="5">
                  <c:v>3.9014199999999999</c:v>
                </c:pt>
                <c:pt idx="6">
                  <c:v>3.9017300000000001</c:v>
                </c:pt>
                <c:pt idx="7">
                  <c:v>3.9020299999999999</c:v>
                </c:pt>
                <c:pt idx="8">
                  <c:v>3.9023400000000001</c:v>
                </c:pt>
                <c:pt idx="9">
                  <c:v>3.9026399999999999</c:v>
                </c:pt>
                <c:pt idx="10">
                  <c:v>3.9029500000000001</c:v>
                </c:pt>
                <c:pt idx="11">
                  <c:v>3.9032499999999999</c:v>
                </c:pt>
                <c:pt idx="12">
                  <c:v>3.9035600000000001</c:v>
                </c:pt>
                <c:pt idx="13">
                  <c:v>3.9038599999999999</c:v>
                </c:pt>
                <c:pt idx="14">
                  <c:v>3.9041700000000001</c:v>
                </c:pt>
                <c:pt idx="15">
                  <c:v>3.9044699999999999</c:v>
                </c:pt>
                <c:pt idx="16">
                  <c:v>3.9047800000000001</c:v>
                </c:pt>
                <c:pt idx="17">
                  <c:v>3.9050799999999999</c:v>
                </c:pt>
                <c:pt idx="18">
                  <c:v>3.9053900000000001</c:v>
                </c:pt>
                <c:pt idx="19">
                  <c:v>3.9056999999999999</c:v>
                </c:pt>
                <c:pt idx="20">
                  <c:v>3.9060000000000001</c:v>
                </c:pt>
                <c:pt idx="21">
                  <c:v>3.9063099999999999</c:v>
                </c:pt>
                <c:pt idx="22">
                  <c:v>3.9066100000000001</c:v>
                </c:pt>
                <c:pt idx="23">
                  <c:v>3.9069199999999999</c:v>
                </c:pt>
                <c:pt idx="24">
                  <c:v>3.9072200000000001</c:v>
                </c:pt>
                <c:pt idx="25">
                  <c:v>3.9075299999999999</c:v>
                </c:pt>
                <c:pt idx="26">
                  <c:v>3.9078300000000001</c:v>
                </c:pt>
                <c:pt idx="27">
                  <c:v>3.9081399999999999</c:v>
                </c:pt>
                <c:pt idx="28">
                  <c:v>3.9084400000000001</c:v>
                </c:pt>
                <c:pt idx="29">
                  <c:v>3.9087499999999999</c:v>
                </c:pt>
                <c:pt idx="30">
                  <c:v>3.9090500000000001</c:v>
                </c:pt>
                <c:pt idx="31">
                  <c:v>3.9093599999999999</c:v>
                </c:pt>
                <c:pt idx="32">
                  <c:v>3.9096700000000002</c:v>
                </c:pt>
                <c:pt idx="33">
                  <c:v>3.9099699999999999</c:v>
                </c:pt>
                <c:pt idx="34">
                  <c:v>3.9102800000000002</c:v>
                </c:pt>
                <c:pt idx="35">
                  <c:v>3.9105799999999999</c:v>
                </c:pt>
                <c:pt idx="36">
                  <c:v>3.9108900000000002</c:v>
                </c:pt>
                <c:pt idx="37">
                  <c:v>3.9111899999999999</c:v>
                </c:pt>
                <c:pt idx="38">
                  <c:v>3.9115000000000002</c:v>
                </c:pt>
                <c:pt idx="39">
                  <c:v>3.9117999999999999</c:v>
                </c:pt>
                <c:pt idx="40">
                  <c:v>3.9121100000000002</c:v>
                </c:pt>
                <c:pt idx="41">
                  <c:v>3.9124099999999999</c:v>
                </c:pt>
                <c:pt idx="42">
                  <c:v>3.9127200000000002</c:v>
                </c:pt>
                <c:pt idx="43">
                  <c:v>3.91303</c:v>
                </c:pt>
                <c:pt idx="44">
                  <c:v>3.9133300000000002</c:v>
                </c:pt>
                <c:pt idx="45">
                  <c:v>3.91364</c:v>
                </c:pt>
                <c:pt idx="46">
                  <c:v>3.9139400000000002</c:v>
                </c:pt>
                <c:pt idx="47">
                  <c:v>3.91425</c:v>
                </c:pt>
                <c:pt idx="48">
                  <c:v>3.9145500000000002</c:v>
                </c:pt>
                <c:pt idx="49">
                  <c:v>3.91486</c:v>
                </c:pt>
                <c:pt idx="50">
                  <c:v>3.9151600000000002</c:v>
                </c:pt>
                <c:pt idx="51">
                  <c:v>3.91547</c:v>
                </c:pt>
                <c:pt idx="52">
                  <c:v>3.9157700000000002</c:v>
                </c:pt>
                <c:pt idx="53">
                  <c:v>3.91608</c:v>
                </c:pt>
                <c:pt idx="54">
                  <c:v>3.9163800000000002</c:v>
                </c:pt>
                <c:pt idx="55">
                  <c:v>3.91669</c:v>
                </c:pt>
                <c:pt idx="56">
                  <c:v>3.9169999999999998</c:v>
                </c:pt>
                <c:pt idx="57">
                  <c:v>3.9173</c:v>
                </c:pt>
                <c:pt idx="58">
                  <c:v>3.9176099999999998</c:v>
                </c:pt>
                <c:pt idx="59">
                  <c:v>3.91791</c:v>
                </c:pt>
                <c:pt idx="60">
                  <c:v>3.9182199999999998</c:v>
                </c:pt>
                <c:pt idx="61">
                  <c:v>3.91852</c:v>
                </c:pt>
                <c:pt idx="62">
                  <c:v>3.9188299999999998</c:v>
                </c:pt>
                <c:pt idx="63">
                  <c:v>3.91913</c:v>
                </c:pt>
                <c:pt idx="64">
                  <c:v>3.9194399999999998</c:v>
                </c:pt>
                <c:pt idx="65">
                  <c:v>3.91974</c:v>
                </c:pt>
                <c:pt idx="66">
                  <c:v>3.9200499999999998</c:v>
                </c:pt>
                <c:pt idx="67">
                  <c:v>3.92035</c:v>
                </c:pt>
                <c:pt idx="68">
                  <c:v>3.9206599999999998</c:v>
                </c:pt>
                <c:pt idx="69">
                  <c:v>3.9209700000000001</c:v>
                </c:pt>
                <c:pt idx="70">
                  <c:v>3.9212699999999998</c:v>
                </c:pt>
                <c:pt idx="71">
                  <c:v>3.9215800000000001</c:v>
                </c:pt>
                <c:pt idx="72">
                  <c:v>3.9218799999999998</c:v>
                </c:pt>
                <c:pt idx="73">
                  <c:v>3.9221900000000001</c:v>
                </c:pt>
                <c:pt idx="74">
                  <c:v>3.9224899999999998</c:v>
                </c:pt>
                <c:pt idx="75">
                  <c:v>3.9228000000000001</c:v>
                </c:pt>
                <c:pt idx="76">
                  <c:v>3.9230999999999998</c:v>
                </c:pt>
                <c:pt idx="77">
                  <c:v>3.9234100000000001</c:v>
                </c:pt>
                <c:pt idx="78">
                  <c:v>3.9237099999999998</c:v>
                </c:pt>
                <c:pt idx="79">
                  <c:v>3.9240200000000001</c:v>
                </c:pt>
                <c:pt idx="80">
                  <c:v>3.9243199999999998</c:v>
                </c:pt>
                <c:pt idx="81">
                  <c:v>3.9246300000000001</c:v>
                </c:pt>
                <c:pt idx="82">
                  <c:v>3.9249399999999999</c:v>
                </c:pt>
                <c:pt idx="83">
                  <c:v>3.9252400000000001</c:v>
                </c:pt>
                <c:pt idx="84">
                  <c:v>3.9255499999999999</c:v>
                </c:pt>
                <c:pt idx="85">
                  <c:v>3.9258500000000001</c:v>
                </c:pt>
                <c:pt idx="86">
                  <c:v>3.9261599999999999</c:v>
                </c:pt>
                <c:pt idx="87">
                  <c:v>3.9264600000000001</c:v>
                </c:pt>
                <c:pt idx="88">
                  <c:v>3.9267699999999999</c:v>
                </c:pt>
                <c:pt idx="89">
                  <c:v>3.9270700000000001</c:v>
                </c:pt>
                <c:pt idx="90">
                  <c:v>3.9273799999999999</c:v>
                </c:pt>
                <c:pt idx="91">
                  <c:v>3.9276800000000001</c:v>
                </c:pt>
                <c:pt idx="92">
                  <c:v>3.9279899999999999</c:v>
                </c:pt>
                <c:pt idx="93">
                  <c:v>3.9283000000000001</c:v>
                </c:pt>
                <c:pt idx="94">
                  <c:v>3.9285999999999999</c:v>
                </c:pt>
                <c:pt idx="95">
                  <c:v>3.9289100000000001</c:v>
                </c:pt>
                <c:pt idx="96">
                  <c:v>3.9292099999999999</c:v>
                </c:pt>
                <c:pt idx="97">
                  <c:v>3.9295200000000001</c:v>
                </c:pt>
                <c:pt idx="98">
                  <c:v>3.9298199999999999</c:v>
                </c:pt>
                <c:pt idx="99">
                  <c:v>3.9301300000000001</c:v>
                </c:pt>
                <c:pt idx="100">
                  <c:v>3.9304299999999999</c:v>
                </c:pt>
                <c:pt idx="101">
                  <c:v>3.9307400000000001</c:v>
                </c:pt>
                <c:pt idx="102">
                  <c:v>3.9310399999999999</c:v>
                </c:pt>
                <c:pt idx="103">
                  <c:v>3.9313500000000001</c:v>
                </c:pt>
                <c:pt idx="104">
                  <c:v>3.9316499999999999</c:v>
                </c:pt>
                <c:pt idx="105">
                  <c:v>3.9319600000000001</c:v>
                </c:pt>
                <c:pt idx="106">
                  <c:v>3.9322699999999999</c:v>
                </c:pt>
                <c:pt idx="107">
                  <c:v>3.9325700000000001</c:v>
                </c:pt>
                <c:pt idx="108">
                  <c:v>3.9328799999999999</c:v>
                </c:pt>
                <c:pt idx="109">
                  <c:v>3.9331800000000001</c:v>
                </c:pt>
                <c:pt idx="110">
                  <c:v>3.9334899999999999</c:v>
                </c:pt>
                <c:pt idx="111">
                  <c:v>3.9337900000000001</c:v>
                </c:pt>
                <c:pt idx="112">
                  <c:v>3.9340999999999999</c:v>
                </c:pt>
                <c:pt idx="113">
                  <c:v>3.9344000000000001</c:v>
                </c:pt>
                <c:pt idx="114">
                  <c:v>3.9347099999999999</c:v>
                </c:pt>
                <c:pt idx="115">
                  <c:v>3.9350100000000001</c:v>
                </c:pt>
                <c:pt idx="116">
                  <c:v>3.9353199999999999</c:v>
                </c:pt>
                <c:pt idx="117">
                  <c:v>3.9356200000000001</c:v>
                </c:pt>
                <c:pt idx="118">
                  <c:v>3.9359299999999999</c:v>
                </c:pt>
                <c:pt idx="119">
                  <c:v>3.9362400000000002</c:v>
                </c:pt>
                <c:pt idx="120">
                  <c:v>3.9365399999999999</c:v>
                </c:pt>
                <c:pt idx="121">
                  <c:v>3.9368500000000002</c:v>
                </c:pt>
                <c:pt idx="122">
                  <c:v>3.9371499999999999</c:v>
                </c:pt>
                <c:pt idx="123">
                  <c:v>3.9374600000000002</c:v>
                </c:pt>
                <c:pt idx="124">
                  <c:v>3.9377599999999999</c:v>
                </c:pt>
                <c:pt idx="125">
                  <c:v>3.9380700000000002</c:v>
                </c:pt>
                <c:pt idx="126">
                  <c:v>3.9383699999999999</c:v>
                </c:pt>
                <c:pt idx="127">
                  <c:v>3.9386800000000002</c:v>
                </c:pt>
                <c:pt idx="128">
                  <c:v>3.9389799999999999</c:v>
                </c:pt>
                <c:pt idx="129">
                  <c:v>3.9392900000000002</c:v>
                </c:pt>
                <c:pt idx="130">
                  <c:v>3.9395899999999999</c:v>
                </c:pt>
                <c:pt idx="131">
                  <c:v>3.9399000000000002</c:v>
                </c:pt>
                <c:pt idx="132">
                  <c:v>3.94021</c:v>
                </c:pt>
                <c:pt idx="133">
                  <c:v>3.9405100000000002</c:v>
                </c:pt>
                <c:pt idx="134">
                  <c:v>3.94082</c:v>
                </c:pt>
                <c:pt idx="135">
                  <c:v>3.9411200000000002</c:v>
                </c:pt>
                <c:pt idx="136">
                  <c:v>3.94143</c:v>
                </c:pt>
                <c:pt idx="137">
                  <c:v>3.9417300000000002</c:v>
                </c:pt>
                <c:pt idx="138">
                  <c:v>3.94204</c:v>
                </c:pt>
                <c:pt idx="139">
                  <c:v>3.9423400000000002</c:v>
                </c:pt>
                <c:pt idx="140">
                  <c:v>3.94265</c:v>
                </c:pt>
                <c:pt idx="141">
                  <c:v>3.9429500000000002</c:v>
                </c:pt>
                <c:pt idx="142">
                  <c:v>3.94326</c:v>
                </c:pt>
                <c:pt idx="143">
                  <c:v>3.9435600000000002</c:v>
                </c:pt>
                <c:pt idx="144">
                  <c:v>3.94387</c:v>
                </c:pt>
                <c:pt idx="145">
                  <c:v>3.9441799999999998</c:v>
                </c:pt>
                <c:pt idx="146">
                  <c:v>3.94448</c:v>
                </c:pt>
                <c:pt idx="147">
                  <c:v>3.9447899999999998</c:v>
                </c:pt>
                <c:pt idx="148">
                  <c:v>3.94509</c:v>
                </c:pt>
                <c:pt idx="149">
                  <c:v>3.9453999999999998</c:v>
                </c:pt>
                <c:pt idx="150">
                  <c:v>3.9457</c:v>
                </c:pt>
                <c:pt idx="151">
                  <c:v>3.9460099999999998</c:v>
                </c:pt>
                <c:pt idx="152">
                  <c:v>3.94631</c:v>
                </c:pt>
                <c:pt idx="153">
                  <c:v>3.9466199999999998</c:v>
                </c:pt>
                <c:pt idx="154">
                  <c:v>3.94692</c:v>
                </c:pt>
                <c:pt idx="155">
                  <c:v>3.9472299999999998</c:v>
                </c:pt>
                <c:pt idx="156">
                  <c:v>3.94754</c:v>
                </c:pt>
                <c:pt idx="157">
                  <c:v>3.9478399999999998</c:v>
                </c:pt>
                <c:pt idx="158">
                  <c:v>3.94815</c:v>
                </c:pt>
                <c:pt idx="159">
                  <c:v>3.9484499999999998</c:v>
                </c:pt>
                <c:pt idx="160">
                  <c:v>3.94876</c:v>
                </c:pt>
                <c:pt idx="161">
                  <c:v>3.9490599999999998</c:v>
                </c:pt>
                <c:pt idx="162">
                  <c:v>3.94937</c:v>
                </c:pt>
                <c:pt idx="163">
                  <c:v>3.9496699999999998</c:v>
                </c:pt>
                <c:pt idx="164">
                  <c:v>3.94998</c:v>
                </c:pt>
                <c:pt idx="165">
                  <c:v>3.9502799999999998</c:v>
                </c:pt>
                <c:pt idx="166">
                  <c:v>3.95059</c:v>
                </c:pt>
                <c:pt idx="167">
                  <c:v>3.9508899999999998</c:v>
                </c:pt>
                <c:pt idx="168">
                  <c:v>3.9512</c:v>
                </c:pt>
                <c:pt idx="169">
                  <c:v>3.9515099999999999</c:v>
                </c:pt>
                <c:pt idx="170">
                  <c:v>3.95181</c:v>
                </c:pt>
                <c:pt idx="171">
                  <c:v>3.9521199999999999</c:v>
                </c:pt>
                <c:pt idx="172">
                  <c:v>3.95242</c:v>
                </c:pt>
                <c:pt idx="173">
                  <c:v>3.9527299999999999</c:v>
                </c:pt>
                <c:pt idx="174">
                  <c:v>3.95303</c:v>
                </c:pt>
                <c:pt idx="175">
                  <c:v>3.9533399999999999</c:v>
                </c:pt>
                <c:pt idx="176">
                  <c:v>3.95364</c:v>
                </c:pt>
                <c:pt idx="177">
                  <c:v>3.9539499999999999</c:v>
                </c:pt>
                <c:pt idx="178">
                  <c:v>3.95425</c:v>
                </c:pt>
                <c:pt idx="179">
                  <c:v>3.9545599999999999</c:v>
                </c:pt>
                <c:pt idx="180">
                  <c:v>3.95486</c:v>
                </c:pt>
                <c:pt idx="181">
                  <c:v>3.9551699999999999</c:v>
                </c:pt>
                <c:pt idx="182">
                  <c:v>3.9554800000000001</c:v>
                </c:pt>
                <c:pt idx="183">
                  <c:v>3.9557799999999999</c:v>
                </c:pt>
                <c:pt idx="184">
                  <c:v>3.9560900000000001</c:v>
                </c:pt>
                <c:pt idx="185">
                  <c:v>3.9563899999999999</c:v>
                </c:pt>
                <c:pt idx="186">
                  <c:v>3.9567000000000001</c:v>
                </c:pt>
                <c:pt idx="187">
                  <c:v>3.9569999999999999</c:v>
                </c:pt>
                <c:pt idx="188">
                  <c:v>3.9573100000000001</c:v>
                </c:pt>
                <c:pt idx="189">
                  <c:v>3.9576099999999999</c:v>
                </c:pt>
                <c:pt idx="190">
                  <c:v>3.9579200000000001</c:v>
                </c:pt>
                <c:pt idx="191">
                  <c:v>3.9582199999999998</c:v>
                </c:pt>
                <c:pt idx="192">
                  <c:v>3.9585300000000001</c:v>
                </c:pt>
                <c:pt idx="193">
                  <c:v>3.9588299999999998</c:v>
                </c:pt>
                <c:pt idx="194">
                  <c:v>3.9591400000000001</c:v>
                </c:pt>
                <c:pt idx="195">
                  <c:v>3.9594499999999999</c:v>
                </c:pt>
                <c:pt idx="196">
                  <c:v>3.9597500000000001</c:v>
                </c:pt>
                <c:pt idx="197">
                  <c:v>3.9600599999999999</c:v>
                </c:pt>
                <c:pt idx="198">
                  <c:v>3.9603600000000001</c:v>
                </c:pt>
                <c:pt idx="199">
                  <c:v>3.9606699999999999</c:v>
                </c:pt>
                <c:pt idx="200">
                  <c:v>3.9609700000000001</c:v>
                </c:pt>
                <c:pt idx="201">
                  <c:v>3.9612799999999999</c:v>
                </c:pt>
                <c:pt idx="202">
                  <c:v>3.9615800000000001</c:v>
                </c:pt>
                <c:pt idx="203">
                  <c:v>3.9618899999999999</c:v>
                </c:pt>
                <c:pt idx="204">
                  <c:v>3.9621900000000001</c:v>
                </c:pt>
                <c:pt idx="205">
                  <c:v>3.9624999999999999</c:v>
                </c:pt>
                <c:pt idx="206">
                  <c:v>3.9628000000000001</c:v>
                </c:pt>
                <c:pt idx="207">
                  <c:v>3.9631099999999999</c:v>
                </c:pt>
                <c:pt idx="208">
                  <c:v>3.9634200000000002</c:v>
                </c:pt>
                <c:pt idx="209">
                  <c:v>3.9637199999999999</c:v>
                </c:pt>
                <c:pt idx="210">
                  <c:v>3.9640300000000002</c:v>
                </c:pt>
                <c:pt idx="211">
                  <c:v>3.9643299999999999</c:v>
                </c:pt>
                <c:pt idx="212">
                  <c:v>3.9646400000000002</c:v>
                </c:pt>
                <c:pt idx="213">
                  <c:v>3.9649399999999999</c:v>
                </c:pt>
                <c:pt idx="214">
                  <c:v>3.9652500000000002</c:v>
                </c:pt>
                <c:pt idx="215">
                  <c:v>3.9655499999999999</c:v>
                </c:pt>
                <c:pt idx="216">
                  <c:v>3.9658600000000002</c:v>
                </c:pt>
                <c:pt idx="217">
                  <c:v>3.9661599999999999</c:v>
                </c:pt>
                <c:pt idx="218">
                  <c:v>3.9664700000000002</c:v>
                </c:pt>
                <c:pt idx="219">
                  <c:v>3.96678</c:v>
                </c:pt>
                <c:pt idx="220">
                  <c:v>3.9670800000000002</c:v>
                </c:pt>
                <c:pt idx="221">
                  <c:v>3.96739</c:v>
                </c:pt>
                <c:pt idx="222">
                  <c:v>3.9676900000000002</c:v>
                </c:pt>
                <c:pt idx="223">
                  <c:v>3.968</c:v>
                </c:pt>
                <c:pt idx="224">
                  <c:v>3.9683000000000002</c:v>
                </c:pt>
                <c:pt idx="225">
                  <c:v>3.96861</c:v>
                </c:pt>
                <c:pt idx="226">
                  <c:v>3.9689100000000002</c:v>
                </c:pt>
                <c:pt idx="227">
                  <c:v>3.96922</c:v>
                </c:pt>
                <c:pt idx="228">
                  <c:v>3.9695200000000002</c:v>
                </c:pt>
                <c:pt idx="229">
                  <c:v>3.96983</c:v>
                </c:pt>
                <c:pt idx="230">
                  <c:v>3.9701300000000002</c:v>
                </c:pt>
                <c:pt idx="231">
                  <c:v>3.97044</c:v>
                </c:pt>
                <c:pt idx="232">
                  <c:v>3.9707499999999998</c:v>
                </c:pt>
                <c:pt idx="233">
                  <c:v>3.97105</c:v>
                </c:pt>
                <c:pt idx="234">
                  <c:v>3.9713599999999998</c:v>
                </c:pt>
                <c:pt idx="235">
                  <c:v>3.97166</c:v>
                </c:pt>
                <c:pt idx="236">
                  <c:v>3.9719699999999998</c:v>
                </c:pt>
                <c:pt idx="237">
                  <c:v>3.97227</c:v>
                </c:pt>
                <c:pt idx="238">
                  <c:v>3.9725799999999998</c:v>
                </c:pt>
                <c:pt idx="239">
                  <c:v>3.97288</c:v>
                </c:pt>
                <c:pt idx="240">
                  <c:v>3.9731900000000002</c:v>
                </c:pt>
                <c:pt idx="241">
                  <c:v>3.97349</c:v>
                </c:pt>
                <c:pt idx="242">
                  <c:v>3.9738000000000002</c:v>
                </c:pt>
                <c:pt idx="243">
                  <c:v>3.9741</c:v>
                </c:pt>
                <c:pt idx="244">
                  <c:v>3.9744100000000002</c:v>
                </c:pt>
                <c:pt idx="245">
                  <c:v>3.97472</c:v>
                </c:pt>
                <c:pt idx="246">
                  <c:v>3.9750200000000002</c:v>
                </c:pt>
                <c:pt idx="247">
                  <c:v>3.97533</c:v>
                </c:pt>
                <c:pt idx="248">
                  <c:v>3.9756300000000002</c:v>
                </c:pt>
                <c:pt idx="249">
                  <c:v>3.97594</c:v>
                </c:pt>
                <c:pt idx="250">
                  <c:v>3.9762400000000002</c:v>
                </c:pt>
                <c:pt idx="251">
                  <c:v>3.97655</c:v>
                </c:pt>
                <c:pt idx="252">
                  <c:v>3.9768500000000002</c:v>
                </c:pt>
                <c:pt idx="253">
                  <c:v>3.97716</c:v>
                </c:pt>
                <c:pt idx="254">
                  <c:v>3.9774600000000002</c:v>
                </c:pt>
                <c:pt idx="255">
                  <c:v>3.97777</c:v>
                </c:pt>
                <c:pt idx="256">
                  <c:v>3.9780700000000002</c:v>
                </c:pt>
                <c:pt idx="257">
                  <c:v>3.97838</c:v>
                </c:pt>
                <c:pt idx="258">
                  <c:v>3.9786899999999998</c:v>
                </c:pt>
                <c:pt idx="259">
                  <c:v>3.97899</c:v>
                </c:pt>
                <c:pt idx="260">
                  <c:v>3.9792999999999998</c:v>
                </c:pt>
                <c:pt idx="261">
                  <c:v>3.9796</c:v>
                </c:pt>
                <c:pt idx="262">
                  <c:v>3.9799099999999998</c:v>
                </c:pt>
                <c:pt idx="263">
                  <c:v>3.98021</c:v>
                </c:pt>
                <c:pt idx="264">
                  <c:v>3.9805199999999998</c:v>
                </c:pt>
                <c:pt idx="265">
                  <c:v>3.98082</c:v>
                </c:pt>
                <c:pt idx="266">
                  <c:v>3.9811299999999998</c:v>
                </c:pt>
                <c:pt idx="267">
                  <c:v>3.98143</c:v>
                </c:pt>
                <c:pt idx="268">
                  <c:v>3.9817399999999998</c:v>
                </c:pt>
                <c:pt idx="269">
                  <c:v>3.98204</c:v>
                </c:pt>
                <c:pt idx="270">
                  <c:v>3.9823499999999998</c:v>
                </c:pt>
                <c:pt idx="271">
                  <c:v>3.9826600000000001</c:v>
                </c:pt>
                <c:pt idx="272">
                  <c:v>3.9829599999999998</c:v>
                </c:pt>
                <c:pt idx="273">
                  <c:v>3.9832700000000001</c:v>
                </c:pt>
                <c:pt idx="274">
                  <c:v>3.9835699999999998</c:v>
                </c:pt>
                <c:pt idx="275">
                  <c:v>3.9838800000000001</c:v>
                </c:pt>
                <c:pt idx="276">
                  <c:v>3.9841799999999998</c:v>
                </c:pt>
                <c:pt idx="277">
                  <c:v>3.9844900000000001</c:v>
                </c:pt>
                <c:pt idx="278">
                  <c:v>3.9847899999999998</c:v>
                </c:pt>
                <c:pt idx="279">
                  <c:v>3.9851000000000001</c:v>
                </c:pt>
                <c:pt idx="280">
                  <c:v>3.9853999999999998</c:v>
                </c:pt>
                <c:pt idx="281">
                  <c:v>3.9857100000000001</c:v>
                </c:pt>
                <c:pt idx="282">
                  <c:v>3.9860199999999999</c:v>
                </c:pt>
                <c:pt idx="283">
                  <c:v>3.9863200000000001</c:v>
                </c:pt>
                <c:pt idx="284">
                  <c:v>3.9866299999999999</c:v>
                </c:pt>
                <c:pt idx="285">
                  <c:v>3.9869300000000001</c:v>
                </c:pt>
                <c:pt idx="286">
                  <c:v>3.9872399999999999</c:v>
                </c:pt>
                <c:pt idx="287">
                  <c:v>3.9875400000000001</c:v>
                </c:pt>
                <c:pt idx="288">
                  <c:v>3.9878499999999999</c:v>
                </c:pt>
                <c:pt idx="289">
                  <c:v>3.9881500000000001</c:v>
                </c:pt>
                <c:pt idx="290">
                  <c:v>3.9884599999999999</c:v>
                </c:pt>
                <c:pt idx="291">
                  <c:v>3.9887600000000001</c:v>
                </c:pt>
                <c:pt idx="292">
                  <c:v>3.9890699999999999</c:v>
                </c:pt>
                <c:pt idx="293">
                  <c:v>3.9893700000000001</c:v>
                </c:pt>
                <c:pt idx="294">
                  <c:v>3.9896799999999999</c:v>
                </c:pt>
                <c:pt idx="295">
                  <c:v>3.9899900000000001</c:v>
                </c:pt>
                <c:pt idx="296">
                  <c:v>3.9902899999999999</c:v>
                </c:pt>
                <c:pt idx="297">
                  <c:v>3.9906000000000001</c:v>
                </c:pt>
                <c:pt idx="298">
                  <c:v>3.9908999999999999</c:v>
                </c:pt>
                <c:pt idx="299">
                  <c:v>3.9912100000000001</c:v>
                </c:pt>
                <c:pt idx="300">
                  <c:v>3.9915099999999999</c:v>
                </c:pt>
                <c:pt idx="301">
                  <c:v>3.9918200000000001</c:v>
                </c:pt>
                <c:pt idx="302">
                  <c:v>3.9921199999999999</c:v>
                </c:pt>
                <c:pt idx="303">
                  <c:v>3.9924300000000001</c:v>
                </c:pt>
                <c:pt idx="304">
                  <c:v>3.9927299999999999</c:v>
                </c:pt>
                <c:pt idx="305">
                  <c:v>3.9930400000000001</c:v>
                </c:pt>
                <c:pt idx="306">
                  <c:v>3.9933399999999999</c:v>
                </c:pt>
                <c:pt idx="307">
                  <c:v>3.9936500000000001</c:v>
                </c:pt>
                <c:pt idx="308">
                  <c:v>3.99396</c:v>
                </c:pt>
                <c:pt idx="309">
                  <c:v>3.9942600000000001</c:v>
                </c:pt>
                <c:pt idx="310">
                  <c:v>3.99457</c:v>
                </c:pt>
                <c:pt idx="311">
                  <c:v>3.9948700000000001</c:v>
                </c:pt>
                <c:pt idx="312">
                  <c:v>3.99518</c:v>
                </c:pt>
                <c:pt idx="313">
                  <c:v>3.9954800000000001</c:v>
                </c:pt>
                <c:pt idx="314">
                  <c:v>3.99579</c:v>
                </c:pt>
                <c:pt idx="315">
                  <c:v>3.9960900000000001</c:v>
                </c:pt>
                <c:pt idx="316">
                  <c:v>3.9964</c:v>
                </c:pt>
                <c:pt idx="317">
                  <c:v>3.9967000000000001</c:v>
                </c:pt>
                <c:pt idx="318">
                  <c:v>3.99701</c:v>
                </c:pt>
                <c:pt idx="319">
                  <c:v>3.9973100000000001</c:v>
                </c:pt>
                <c:pt idx="320">
                  <c:v>3.99762</c:v>
                </c:pt>
                <c:pt idx="321">
                  <c:v>3.9979300000000002</c:v>
                </c:pt>
                <c:pt idx="322">
                  <c:v>3.99823</c:v>
                </c:pt>
                <c:pt idx="323">
                  <c:v>3.9985400000000002</c:v>
                </c:pt>
                <c:pt idx="324">
                  <c:v>3.99884</c:v>
                </c:pt>
                <c:pt idx="325">
                  <c:v>3.9991500000000002</c:v>
                </c:pt>
                <c:pt idx="326">
                  <c:v>3.9994499999999999</c:v>
                </c:pt>
                <c:pt idx="327">
                  <c:v>3.9997600000000002</c:v>
                </c:pt>
                <c:pt idx="328">
                  <c:v>4.0000600000000004</c:v>
                </c:pt>
                <c:pt idx="329">
                  <c:v>4.0003700000000002</c:v>
                </c:pt>
                <c:pt idx="330">
                  <c:v>4.0006700000000004</c:v>
                </c:pt>
                <c:pt idx="331">
                  <c:v>4.0009800000000002</c:v>
                </c:pt>
                <c:pt idx="332">
                  <c:v>4.00129</c:v>
                </c:pt>
                <c:pt idx="333">
                  <c:v>4.0015900000000002</c:v>
                </c:pt>
                <c:pt idx="334">
                  <c:v>4.0019</c:v>
                </c:pt>
                <c:pt idx="335">
                  <c:v>4.0022000000000002</c:v>
                </c:pt>
                <c:pt idx="336">
                  <c:v>4.00251</c:v>
                </c:pt>
                <c:pt idx="337">
                  <c:v>4.0028100000000002</c:v>
                </c:pt>
                <c:pt idx="338">
                  <c:v>4.00312</c:v>
                </c:pt>
                <c:pt idx="339">
                  <c:v>4.0034200000000002</c:v>
                </c:pt>
                <c:pt idx="340">
                  <c:v>4.00373</c:v>
                </c:pt>
                <c:pt idx="341">
                  <c:v>4.0040300000000002</c:v>
                </c:pt>
                <c:pt idx="342">
                  <c:v>4.00434</c:v>
                </c:pt>
                <c:pt idx="343">
                  <c:v>4.0046400000000002</c:v>
                </c:pt>
                <c:pt idx="344">
                  <c:v>4.00495</c:v>
                </c:pt>
                <c:pt idx="345">
                  <c:v>4.0052599999999998</c:v>
                </c:pt>
                <c:pt idx="346">
                  <c:v>4.00556</c:v>
                </c:pt>
                <c:pt idx="347">
                  <c:v>4.0058699999999998</c:v>
                </c:pt>
                <c:pt idx="348">
                  <c:v>4.00617</c:v>
                </c:pt>
                <c:pt idx="349">
                  <c:v>4.0064799999999998</c:v>
                </c:pt>
                <c:pt idx="350">
                  <c:v>4.00678</c:v>
                </c:pt>
                <c:pt idx="351">
                  <c:v>4.0070899999999998</c:v>
                </c:pt>
                <c:pt idx="352">
                  <c:v>4.00739</c:v>
                </c:pt>
                <c:pt idx="353">
                  <c:v>4.0076999999999998</c:v>
                </c:pt>
                <c:pt idx="354">
                  <c:v>4.008</c:v>
                </c:pt>
                <c:pt idx="355">
                  <c:v>4.0083099999999998</c:v>
                </c:pt>
                <c:pt idx="356">
                  <c:v>4.00861</c:v>
                </c:pt>
                <c:pt idx="357">
                  <c:v>4.0089199999999998</c:v>
                </c:pt>
                <c:pt idx="358">
                  <c:v>4.0092299999999996</c:v>
                </c:pt>
                <c:pt idx="359">
                  <c:v>4.0095299999999998</c:v>
                </c:pt>
                <c:pt idx="360">
                  <c:v>4.0098399999999996</c:v>
                </c:pt>
                <c:pt idx="361">
                  <c:v>4.0101399999999998</c:v>
                </c:pt>
                <c:pt idx="362">
                  <c:v>4.0104499999999996</c:v>
                </c:pt>
                <c:pt idx="363">
                  <c:v>4.0107499999999998</c:v>
                </c:pt>
                <c:pt idx="364">
                  <c:v>4.0110599999999996</c:v>
                </c:pt>
                <c:pt idx="365">
                  <c:v>4.0113599999999998</c:v>
                </c:pt>
                <c:pt idx="366">
                  <c:v>4.0116699999999996</c:v>
                </c:pt>
                <c:pt idx="367">
                  <c:v>4.0119699999999998</c:v>
                </c:pt>
                <c:pt idx="368">
                  <c:v>4.0122799999999996</c:v>
                </c:pt>
                <c:pt idx="369">
                  <c:v>4.0125799999999998</c:v>
                </c:pt>
                <c:pt idx="370">
                  <c:v>4.0128899999999996</c:v>
                </c:pt>
                <c:pt idx="371">
                  <c:v>4.0132000000000003</c:v>
                </c:pt>
                <c:pt idx="372">
                  <c:v>4.0134999999999996</c:v>
                </c:pt>
                <c:pt idx="373">
                  <c:v>4.0138100000000003</c:v>
                </c:pt>
                <c:pt idx="374">
                  <c:v>4.0141099999999996</c:v>
                </c:pt>
                <c:pt idx="375">
                  <c:v>4.0144200000000003</c:v>
                </c:pt>
                <c:pt idx="376">
                  <c:v>4.0147199999999996</c:v>
                </c:pt>
                <c:pt idx="377">
                  <c:v>4.0150300000000003</c:v>
                </c:pt>
                <c:pt idx="378">
                  <c:v>4.0153299999999996</c:v>
                </c:pt>
                <c:pt idx="379">
                  <c:v>4.0156400000000003</c:v>
                </c:pt>
                <c:pt idx="380">
                  <c:v>4.0159399999999996</c:v>
                </c:pt>
                <c:pt idx="381">
                  <c:v>4.0162500000000003</c:v>
                </c:pt>
                <c:pt idx="382">
                  <c:v>4.0165499999999996</c:v>
                </c:pt>
                <c:pt idx="383">
                  <c:v>4.0168600000000003</c:v>
                </c:pt>
                <c:pt idx="384">
                  <c:v>4.0171700000000001</c:v>
                </c:pt>
                <c:pt idx="385">
                  <c:v>4.0174700000000003</c:v>
                </c:pt>
                <c:pt idx="386">
                  <c:v>4.0177800000000001</c:v>
                </c:pt>
                <c:pt idx="387">
                  <c:v>4.0180800000000003</c:v>
                </c:pt>
                <c:pt idx="388">
                  <c:v>4.0183900000000001</c:v>
                </c:pt>
                <c:pt idx="389">
                  <c:v>4.0186900000000003</c:v>
                </c:pt>
                <c:pt idx="390">
                  <c:v>4.0190000000000001</c:v>
                </c:pt>
                <c:pt idx="391">
                  <c:v>4.0193000000000003</c:v>
                </c:pt>
                <c:pt idx="392">
                  <c:v>4.0196100000000001</c:v>
                </c:pt>
                <c:pt idx="393">
                  <c:v>4.0199100000000003</c:v>
                </c:pt>
                <c:pt idx="394">
                  <c:v>4.0202200000000001</c:v>
                </c:pt>
                <c:pt idx="395">
                  <c:v>4.0205299999999999</c:v>
                </c:pt>
                <c:pt idx="396">
                  <c:v>4.0208300000000001</c:v>
                </c:pt>
                <c:pt idx="397">
                  <c:v>4.0211399999999999</c:v>
                </c:pt>
                <c:pt idx="398">
                  <c:v>4.0214400000000001</c:v>
                </c:pt>
                <c:pt idx="399">
                  <c:v>4.0217499999999999</c:v>
                </c:pt>
                <c:pt idx="400">
                  <c:v>4.0220500000000001</c:v>
                </c:pt>
                <c:pt idx="401">
                  <c:v>4.0223599999999999</c:v>
                </c:pt>
                <c:pt idx="402">
                  <c:v>4.0226600000000001</c:v>
                </c:pt>
                <c:pt idx="403">
                  <c:v>4.0229699999999999</c:v>
                </c:pt>
                <c:pt idx="404">
                  <c:v>4.0232700000000001</c:v>
                </c:pt>
                <c:pt idx="405">
                  <c:v>4.0235799999999999</c:v>
                </c:pt>
                <c:pt idx="406">
                  <c:v>4.0238800000000001</c:v>
                </c:pt>
                <c:pt idx="407">
                  <c:v>4.0241899999999999</c:v>
                </c:pt>
                <c:pt idx="408">
                  <c:v>4.0244999999999997</c:v>
                </c:pt>
                <c:pt idx="409">
                  <c:v>4.0247999999999999</c:v>
                </c:pt>
                <c:pt idx="410">
                  <c:v>4.0251099999999997</c:v>
                </c:pt>
                <c:pt idx="411">
                  <c:v>4.0254099999999999</c:v>
                </c:pt>
                <c:pt idx="412">
                  <c:v>4.0257199999999997</c:v>
                </c:pt>
                <c:pt idx="413">
                  <c:v>4.0260199999999999</c:v>
                </c:pt>
                <c:pt idx="414">
                  <c:v>4.0263299999999997</c:v>
                </c:pt>
                <c:pt idx="415">
                  <c:v>4.0266299999999999</c:v>
                </c:pt>
                <c:pt idx="416">
                  <c:v>4.0269399999999997</c:v>
                </c:pt>
                <c:pt idx="417">
                  <c:v>4.0272399999999999</c:v>
                </c:pt>
                <c:pt idx="418">
                  <c:v>4.0275499999999997</c:v>
                </c:pt>
                <c:pt idx="419">
                  <c:v>4.0278499999999999</c:v>
                </c:pt>
                <c:pt idx="420">
                  <c:v>4.0281599999999997</c:v>
                </c:pt>
                <c:pt idx="421">
                  <c:v>4.0284700000000004</c:v>
                </c:pt>
                <c:pt idx="422">
                  <c:v>4.0287699999999997</c:v>
                </c:pt>
                <c:pt idx="423">
                  <c:v>4.0290800000000004</c:v>
                </c:pt>
                <c:pt idx="424">
                  <c:v>4.0293799999999997</c:v>
                </c:pt>
                <c:pt idx="425">
                  <c:v>4.0296900000000004</c:v>
                </c:pt>
                <c:pt idx="426">
                  <c:v>4.0299899999999997</c:v>
                </c:pt>
                <c:pt idx="427">
                  <c:v>4.0303000000000004</c:v>
                </c:pt>
                <c:pt idx="428">
                  <c:v>4.0305999999999997</c:v>
                </c:pt>
                <c:pt idx="429">
                  <c:v>4.0309100000000004</c:v>
                </c:pt>
                <c:pt idx="430">
                  <c:v>4.0312099999999997</c:v>
                </c:pt>
                <c:pt idx="431">
                  <c:v>4.0315200000000004</c:v>
                </c:pt>
                <c:pt idx="432">
                  <c:v>4.0318199999999997</c:v>
                </c:pt>
                <c:pt idx="433">
                  <c:v>4.0321300000000004</c:v>
                </c:pt>
                <c:pt idx="434">
                  <c:v>4.0324400000000002</c:v>
                </c:pt>
                <c:pt idx="435">
                  <c:v>4.0327400000000004</c:v>
                </c:pt>
                <c:pt idx="436">
                  <c:v>4.0330500000000002</c:v>
                </c:pt>
                <c:pt idx="437">
                  <c:v>4.0333500000000004</c:v>
                </c:pt>
                <c:pt idx="438">
                  <c:v>4.0336600000000002</c:v>
                </c:pt>
                <c:pt idx="439">
                  <c:v>4.0339600000000004</c:v>
                </c:pt>
                <c:pt idx="440">
                  <c:v>4.0342700000000002</c:v>
                </c:pt>
                <c:pt idx="441">
                  <c:v>4.0345700000000004</c:v>
                </c:pt>
                <c:pt idx="442">
                  <c:v>4.0348800000000002</c:v>
                </c:pt>
                <c:pt idx="443">
                  <c:v>4.0351800000000004</c:v>
                </c:pt>
                <c:pt idx="444">
                  <c:v>4.0354900000000002</c:v>
                </c:pt>
                <c:pt idx="445">
                  <c:v>4.0357900000000004</c:v>
                </c:pt>
                <c:pt idx="446">
                  <c:v>4.0361000000000002</c:v>
                </c:pt>
                <c:pt idx="447">
                  <c:v>4.0364100000000001</c:v>
                </c:pt>
                <c:pt idx="448">
                  <c:v>4.0367100000000002</c:v>
                </c:pt>
                <c:pt idx="449">
                  <c:v>4.0370200000000001</c:v>
                </c:pt>
                <c:pt idx="450">
                  <c:v>4.0373200000000002</c:v>
                </c:pt>
                <c:pt idx="451">
                  <c:v>4.0376300000000001</c:v>
                </c:pt>
                <c:pt idx="452">
                  <c:v>4.0379300000000002</c:v>
                </c:pt>
                <c:pt idx="453">
                  <c:v>4.0382400000000001</c:v>
                </c:pt>
                <c:pt idx="454">
                  <c:v>4.0385400000000002</c:v>
                </c:pt>
                <c:pt idx="455">
                  <c:v>4.0388500000000001</c:v>
                </c:pt>
                <c:pt idx="456">
                  <c:v>4.0391500000000002</c:v>
                </c:pt>
                <c:pt idx="457">
                  <c:v>4.0394600000000001</c:v>
                </c:pt>
                <c:pt idx="458">
                  <c:v>4.0397699999999999</c:v>
                </c:pt>
                <c:pt idx="459">
                  <c:v>4.0400700000000001</c:v>
                </c:pt>
                <c:pt idx="460">
                  <c:v>4.0403799999999999</c:v>
                </c:pt>
                <c:pt idx="461">
                  <c:v>4.04068</c:v>
                </c:pt>
                <c:pt idx="462">
                  <c:v>4.0409899999999999</c:v>
                </c:pt>
                <c:pt idx="463">
                  <c:v>4.04129</c:v>
                </c:pt>
                <c:pt idx="464">
                  <c:v>4.0415999999999999</c:v>
                </c:pt>
                <c:pt idx="465">
                  <c:v>4.0419</c:v>
                </c:pt>
                <c:pt idx="466">
                  <c:v>4.0422099999999999</c:v>
                </c:pt>
                <c:pt idx="467">
                  <c:v>4.04251</c:v>
                </c:pt>
                <c:pt idx="468">
                  <c:v>4.0428199999999999</c:v>
                </c:pt>
                <c:pt idx="469">
                  <c:v>4.04312</c:v>
                </c:pt>
                <c:pt idx="470">
                  <c:v>4.0434299999999999</c:v>
                </c:pt>
                <c:pt idx="471">
                  <c:v>4.0437399999999997</c:v>
                </c:pt>
                <c:pt idx="472">
                  <c:v>4.0440399999999999</c:v>
                </c:pt>
                <c:pt idx="473">
                  <c:v>4.0443499999999997</c:v>
                </c:pt>
                <c:pt idx="474">
                  <c:v>4.0446499999999999</c:v>
                </c:pt>
                <c:pt idx="475">
                  <c:v>4.0449599999999997</c:v>
                </c:pt>
                <c:pt idx="476">
                  <c:v>4.0452599999999999</c:v>
                </c:pt>
                <c:pt idx="477">
                  <c:v>4.0455699999999997</c:v>
                </c:pt>
                <c:pt idx="478">
                  <c:v>4.0458699999999999</c:v>
                </c:pt>
                <c:pt idx="479">
                  <c:v>4.0461799999999997</c:v>
                </c:pt>
                <c:pt idx="480">
                  <c:v>4.0464799999999999</c:v>
                </c:pt>
                <c:pt idx="481">
                  <c:v>4.0467899999999997</c:v>
                </c:pt>
                <c:pt idx="482">
                  <c:v>4.0470899999999999</c:v>
                </c:pt>
                <c:pt idx="483">
                  <c:v>4.0473999999999997</c:v>
                </c:pt>
                <c:pt idx="484">
                  <c:v>4.0477100000000004</c:v>
                </c:pt>
                <c:pt idx="485">
                  <c:v>4.0480099999999997</c:v>
                </c:pt>
                <c:pt idx="486">
                  <c:v>4.0483200000000004</c:v>
                </c:pt>
                <c:pt idx="487">
                  <c:v>4.0486199999999997</c:v>
                </c:pt>
                <c:pt idx="488">
                  <c:v>4.0489300000000004</c:v>
                </c:pt>
                <c:pt idx="489">
                  <c:v>4.0492299999999997</c:v>
                </c:pt>
                <c:pt idx="490">
                  <c:v>4.0495400000000004</c:v>
                </c:pt>
                <c:pt idx="491">
                  <c:v>4.0498399999999997</c:v>
                </c:pt>
                <c:pt idx="492">
                  <c:v>4.0501500000000004</c:v>
                </c:pt>
                <c:pt idx="493">
                  <c:v>4.0504499999999997</c:v>
                </c:pt>
                <c:pt idx="494">
                  <c:v>4.0507600000000004</c:v>
                </c:pt>
                <c:pt idx="495">
                  <c:v>4.0510599999999997</c:v>
                </c:pt>
                <c:pt idx="496">
                  <c:v>4.0513700000000004</c:v>
                </c:pt>
                <c:pt idx="497">
                  <c:v>4.0516800000000002</c:v>
                </c:pt>
                <c:pt idx="498">
                  <c:v>4.0519800000000004</c:v>
                </c:pt>
                <c:pt idx="499">
                  <c:v>4.0522900000000002</c:v>
                </c:pt>
                <c:pt idx="500">
                  <c:v>4.0525900000000004</c:v>
                </c:pt>
                <c:pt idx="501">
                  <c:v>4.0529000000000002</c:v>
                </c:pt>
                <c:pt idx="502">
                  <c:v>4.0532000000000004</c:v>
                </c:pt>
                <c:pt idx="503">
                  <c:v>4.0535100000000002</c:v>
                </c:pt>
                <c:pt idx="504">
                  <c:v>4.0538100000000004</c:v>
                </c:pt>
                <c:pt idx="505">
                  <c:v>4.0541200000000002</c:v>
                </c:pt>
                <c:pt idx="506">
                  <c:v>4.0544200000000004</c:v>
                </c:pt>
                <c:pt idx="507">
                  <c:v>4.0547300000000002</c:v>
                </c:pt>
                <c:pt idx="508">
                  <c:v>4.05504</c:v>
                </c:pt>
                <c:pt idx="509">
                  <c:v>4.0553400000000002</c:v>
                </c:pt>
                <c:pt idx="510">
                  <c:v>4.05565</c:v>
                </c:pt>
                <c:pt idx="511">
                  <c:v>4.0559500000000002</c:v>
                </c:pt>
                <c:pt idx="512">
                  <c:v>4.05626</c:v>
                </c:pt>
                <c:pt idx="513">
                  <c:v>4.0565600000000002</c:v>
                </c:pt>
                <c:pt idx="514">
                  <c:v>4.05687</c:v>
                </c:pt>
                <c:pt idx="515">
                  <c:v>4.0571700000000002</c:v>
                </c:pt>
                <c:pt idx="516">
                  <c:v>4.05748</c:v>
                </c:pt>
                <c:pt idx="517">
                  <c:v>4.0577800000000002</c:v>
                </c:pt>
                <c:pt idx="518">
                  <c:v>4.05809</c:v>
                </c:pt>
                <c:pt idx="519">
                  <c:v>4.0583900000000002</c:v>
                </c:pt>
                <c:pt idx="520">
                  <c:v>4.0587</c:v>
                </c:pt>
                <c:pt idx="521">
                  <c:v>4.0590099999999998</c:v>
                </c:pt>
                <c:pt idx="522">
                  <c:v>4.05931</c:v>
                </c:pt>
                <c:pt idx="523">
                  <c:v>4.0596199999999998</c:v>
                </c:pt>
                <c:pt idx="524">
                  <c:v>4.05992</c:v>
                </c:pt>
                <c:pt idx="525">
                  <c:v>4.0602299999999998</c:v>
                </c:pt>
                <c:pt idx="526">
                  <c:v>4.06053</c:v>
                </c:pt>
                <c:pt idx="527">
                  <c:v>4.0608399999999998</c:v>
                </c:pt>
                <c:pt idx="528">
                  <c:v>4.06114</c:v>
                </c:pt>
                <c:pt idx="529">
                  <c:v>4.0614499999999998</c:v>
                </c:pt>
                <c:pt idx="530">
                  <c:v>4.06175</c:v>
                </c:pt>
                <c:pt idx="531">
                  <c:v>4.0620599999999998</c:v>
                </c:pt>
                <c:pt idx="532">
                  <c:v>4.06236</c:v>
                </c:pt>
                <c:pt idx="533">
                  <c:v>4.0626699999999998</c:v>
                </c:pt>
                <c:pt idx="534">
                  <c:v>4.0629799999999996</c:v>
                </c:pt>
                <c:pt idx="535">
                  <c:v>4.0632799999999998</c:v>
                </c:pt>
                <c:pt idx="536">
                  <c:v>4.0635899999999996</c:v>
                </c:pt>
                <c:pt idx="537">
                  <c:v>4.0638899999999998</c:v>
                </c:pt>
                <c:pt idx="538">
                  <c:v>4.0641999999999996</c:v>
                </c:pt>
                <c:pt idx="539">
                  <c:v>4.0644999999999998</c:v>
                </c:pt>
                <c:pt idx="540">
                  <c:v>4.0648099999999996</c:v>
                </c:pt>
                <c:pt idx="541">
                  <c:v>4.0651099999999998</c:v>
                </c:pt>
                <c:pt idx="542">
                  <c:v>4.0654199999999996</c:v>
                </c:pt>
                <c:pt idx="543">
                  <c:v>4.0657199999999998</c:v>
                </c:pt>
                <c:pt idx="544">
                  <c:v>4.0660299999999996</c:v>
                </c:pt>
                <c:pt idx="545">
                  <c:v>4.0663299999999998</c:v>
                </c:pt>
                <c:pt idx="546">
                  <c:v>4.0666399999999996</c:v>
                </c:pt>
                <c:pt idx="547">
                  <c:v>4.0669500000000003</c:v>
                </c:pt>
                <c:pt idx="548">
                  <c:v>4.0672499999999996</c:v>
                </c:pt>
                <c:pt idx="549">
                  <c:v>4.0675600000000003</c:v>
                </c:pt>
                <c:pt idx="550">
                  <c:v>4.0678599999999996</c:v>
                </c:pt>
                <c:pt idx="551">
                  <c:v>4.0681700000000003</c:v>
                </c:pt>
                <c:pt idx="552">
                  <c:v>4.0684699999999996</c:v>
                </c:pt>
                <c:pt idx="553">
                  <c:v>4.0687800000000003</c:v>
                </c:pt>
                <c:pt idx="554">
                  <c:v>4.0690799999999996</c:v>
                </c:pt>
                <c:pt idx="555">
                  <c:v>4.0693900000000003</c:v>
                </c:pt>
                <c:pt idx="556">
                  <c:v>4.0696899999999996</c:v>
                </c:pt>
                <c:pt idx="557">
                  <c:v>4.07</c:v>
                </c:pt>
                <c:pt idx="558">
                  <c:v>4.0702999999999996</c:v>
                </c:pt>
                <c:pt idx="559">
                  <c:v>4.0706100000000003</c:v>
                </c:pt>
                <c:pt idx="560">
                  <c:v>4.0709200000000001</c:v>
                </c:pt>
                <c:pt idx="561">
                  <c:v>4.0712200000000003</c:v>
                </c:pt>
                <c:pt idx="562">
                  <c:v>4.0715300000000001</c:v>
                </c:pt>
                <c:pt idx="563">
                  <c:v>4.0718300000000003</c:v>
                </c:pt>
                <c:pt idx="564">
                  <c:v>4.0721400000000001</c:v>
                </c:pt>
                <c:pt idx="565">
                  <c:v>4.0724400000000003</c:v>
                </c:pt>
                <c:pt idx="566">
                  <c:v>4.0727500000000001</c:v>
                </c:pt>
                <c:pt idx="567">
                  <c:v>4.0730500000000003</c:v>
                </c:pt>
                <c:pt idx="568">
                  <c:v>4.0733600000000001</c:v>
                </c:pt>
                <c:pt idx="569">
                  <c:v>4.0736600000000003</c:v>
                </c:pt>
                <c:pt idx="570">
                  <c:v>4.0739700000000001</c:v>
                </c:pt>
                <c:pt idx="571">
                  <c:v>4.0742799999999999</c:v>
                </c:pt>
                <c:pt idx="572">
                  <c:v>4.0745800000000001</c:v>
                </c:pt>
                <c:pt idx="573">
                  <c:v>4.0748899999999999</c:v>
                </c:pt>
                <c:pt idx="574">
                  <c:v>4.0751900000000001</c:v>
                </c:pt>
                <c:pt idx="575">
                  <c:v>4.0754999999999999</c:v>
                </c:pt>
                <c:pt idx="576">
                  <c:v>4.0758000000000001</c:v>
                </c:pt>
                <c:pt idx="577">
                  <c:v>4.0761099999999999</c:v>
                </c:pt>
                <c:pt idx="578">
                  <c:v>4.0764100000000001</c:v>
                </c:pt>
                <c:pt idx="579">
                  <c:v>4.0767199999999999</c:v>
                </c:pt>
                <c:pt idx="580">
                  <c:v>4.0770200000000001</c:v>
                </c:pt>
                <c:pt idx="581">
                  <c:v>4.0773299999999999</c:v>
                </c:pt>
                <c:pt idx="582">
                  <c:v>4.0776300000000001</c:v>
                </c:pt>
                <c:pt idx="583">
                  <c:v>4.0779399999999999</c:v>
                </c:pt>
                <c:pt idx="584">
                  <c:v>4.0782499999999997</c:v>
                </c:pt>
                <c:pt idx="585">
                  <c:v>4.0785499999999999</c:v>
                </c:pt>
                <c:pt idx="586">
                  <c:v>4.0788599999999997</c:v>
                </c:pt>
                <c:pt idx="587">
                  <c:v>4.0791599999999999</c:v>
                </c:pt>
                <c:pt idx="588">
                  <c:v>4.0794699999999997</c:v>
                </c:pt>
                <c:pt idx="589">
                  <c:v>4.0797699999999999</c:v>
                </c:pt>
                <c:pt idx="590">
                  <c:v>4.0800799999999997</c:v>
                </c:pt>
                <c:pt idx="591">
                  <c:v>4.0803799999999999</c:v>
                </c:pt>
                <c:pt idx="592">
                  <c:v>4.0806899999999997</c:v>
                </c:pt>
                <c:pt idx="593">
                  <c:v>4.0809899999999999</c:v>
                </c:pt>
                <c:pt idx="594">
                  <c:v>4.0812999999999997</c:v>
                </c:pt>
                <c:pt idx="595">
                  <c:v>4.0815999999999999</c:v>
                </c:pt>
                <c:pt idx="596">
                  <c:v>4.0819099999999997</c:v>
                </c:pt>
                <c:pt idx="597">
                  <c:v>4.0822200000000004</c:v>
                </c:pt>
                <c:pt idx="598">
                  <c:v>4.0825199999999997</c:v>
                </c:pt>
                <c:pt idx="599">
                  <c:v>4.0828300000000004</c:v>
                </c:pt>
                <c:pt idx="600">
                  <c:v>4.0831299999999997</c:v>
                </c:pt>
                <c:pt idx="601">
                  <c:v>4.0834400000000004</c:v>
                </c:pt>
                <c:pt idx="602">
                  <c:v>4.0837399999999997</c:v>
                </c:pt>
                <c:pt idx="603">
                  <c:v>4.0840500000000004</c:v>
                </c:pt>
                <c:pt idx="604">
                  <c:v>4.0843499999999997</c:v>
                </c:pt>
                <c:pt idx="605">
                  <c:v>4.0846600000000004</c:v>
                </c:pt>
                <c:pt idx="606">
                  <c:v>4.0849599999999997</c:v>
                </c:pt>
                <c:pt idx="607">
                  <c:v>4.0852700000000004</c:v>
                </c:pt>
                <c:pt idx="608">
                  <c:v>4.0855699999999997</c:v>
                </c:pt>
                <c:pt idx="609">
                  <c:v>4.0858800000000004</c:v>
                </c:pt>
                <c:pt idx="610">
                  <c:v>4.0861900000000002</c:v>
                </c:pt>
                <c:pt idx="611">
                  <c:v>4.0864900000000004</c:v>
                </c:pt>
                <c:pt idx="612">
                  <c:v>4.0868000000000002</c:v>
                </c:pt>
                <c:pt idx="613">
                  <c:v>4.0871000000000004</c:v>
                </c:pt>
                <c:pt idx="614">
                  <c:v>4.0874100000000002</c:v>
                </c:pt>
                <c:pt idx="615">
                  <c:v>4.0877100000000004</c:v>
                </c:pt>
                <c:pt idx="616">
                  <c:v>4.0880200000000002</c:v>
                </c:pt>
                <c:pt idx="617">
                  <c:v>4.0883200000000004</c:v>
                </c:pt>
                <c:pt idx="618">
                  <c:v>4.0886300000000002</c:v>
                </c:pt>
                <c:pt idx="619">
                  <c:v>4.0889300000000004</c:v>
                </c:pt>
                <c:pt idx="620">
                  <c:v>4.0892400000000002</c:v>
                </c:pt>
                <c:pt idx="621">
                  <c:v>4.0895400000000004</c:v>
                </c:pt>
                <c:pt idx="622">
                  <c:v>4.0898500000000002</c:v>
                </c:pt>
                <c:pt idx="623">
                  <c:v>4.09016</c:v>
                </c:pt>
                <c:pt idx="624">
                  <c:v>4.0904600000000002</c:v>
                </c:pt>
                <c:pt idx="625">
                  <c:v>4.09077</c:v>
                </c:pt>
                <c:pt idx="626">
                  <c:v>4.0910700000000002</c:v>
                </c:pt>
                <c:pt idx="627">
                  <c:v>4.09138</c:v>
                </c:pt>
                <c:pt idx="628">
                  <c:v>4.0916800000000002</c:v>
                </c:pt>
                <c:pt idx="629">
                  <c:v>4.09199</c:v>
                </c:pt>
                <c:pt idx="630">
                  <c:v>4.0922900000000002</c:v>
                </c:pt>
                <c:pt idx="631">
                  <c:v>4.0926</c:v>
                </c:pt>
                <c:pt idx="632">
                  <c:v>4.0929000000000002</c:v>
                </c:pt>
                <c:pt idx="633">
                  <c:v>4.09321</c:v>
                </c:pt>
                <c:pt idx="634">
                  <c:v>4.0935199999999998</c:v>
                </c:pt>
                <c:pt idx="635">
                  <c:v>4.09382</c:v>
                </c:pt>
                <c:pt idx="636">
                  <c:v>4.0941299999999998</c:v>
                </c:pt>
                <c:pt idx="637">
                  <c:v>4.09443</c:v>
                </c:pt>
                <c:pt idx="638">
                  <c:v>4.0947399999999998</c:v>
                </c:pt>
                <c:pt idx="639">
                  <c:v>4.09504</c:v>
                </c:pt>
                <c:pt idx="640">
                  <c:v>4.0953499999999998</c:v>
                </c:pt>
                <c:pt idx="641">
                  <c:v>4.09565</c:v>
                </c:pt>
                <c:pt idx="642">
                  <c:v>4.0959599999999998</c:v>
                </c:pt>
                <c:pt idx="643">
                  <c:v>4.09626</c:v>
                </c:pt>
                <c:pt idx="644">
                  <c:v>4.0965699999999998</c:v>
                </c:pt>
                <c:pt idx="645">
                  <c:v>4.09687</c:v>
                </c:pt>
                <c:pt idx="646">
                  <c:v>4.0971799999999998</c:v>
                </c:pt>
                <c:pt idx="647">
                  <c:v>4.0974899999999996</c:v>
                </c:pt>
                <c:pt idx="648">
                  <c:v>4.0977899999999998</c:v>
                </c:pt>
                <c:pt idx="649">
                  <c:v>4.0980999999999996</c:v>
                </c:pt>
                <c:pt idx="650">
                  <c:v>4.0983999999999998</c:v>
                </c:pt>
                <c:pt idx="651">
                  <c:v>4.0987099999999996</c:v>
                </c:pt>
                <c:pt idx="652">
                  <c:v>4.0990099999999998</c:v>
                </c:pt>
                <c:pt idx="653">
                  <c:v>4.0993199999999996</c:v>
                </c:pt>
                <c:pt idx="654">
                  <c:v>4.0996199999999998</c:v>
                </c:pt>
                <c:pt idx="655">
                  <c:v>4.0999299999999996</c:v>
                </c:pt>
                <c:pt idx="656">
                  <c:v>4.1002299999999998</c:v>
                </c:pt>
                <c:pt idx="657">
                  <c:v>4.1005399999999996</c:v>
                </c:pt>
                <c:pt idx="658">
                  <c:v>4.1008399999999998</c:v>
                </c:pt>
                <c:pt idx="659">
                  <c:v>4.1011499999999996</c:v>
                </c:pt>
                <c:pt idx="660">
                  <c:v>4.1014600000000003</c:v>
                </c:pt>
                <c:pt idx="661">
                  <c:v>4.1017599999999996</c:v>
                </c:pt>
                <c:pt idx="662">
                  <c:v>4.1020700000000003</c:v>
                </c:pt>
                <c:pt idx="663">
                  <c:v>4.1023699999999996</c:v>
                </c:pt>
                <c:pt idx="664">
                  <c:v>4.1026800000000003</c:v>
                </c:pt>
                <c:pt idx="665">
                  <c:v>4.1029799999999996</c:v>
                </c:pt>
                <c:pt idx="666">
                  <c:v>4.1032900000000003</c:v>
                </c:pt>
                <c:pt idx="667">
                  <c:v>4.1035899999999996</c:v>
                </c:pt>
                <c:pt idx="668">
                  <c:v>4.1039000000000003</c:v>
                </c:pt>
                <c:pt idx="669">
                  <c:v>4.1041999999999996</c:v>
                </c:pt>
                <c:pt idx="670">
                  <c:v>4.1045100000000003</c:v>
                </c:pt>
                <c:pt idx="671">
                  <c:v>4.1048099999999996</c:v>
                </c:pt>
                <c:pt idx="672">
                  <c:v>4.1051200000000003</c:v>
                </c:pt>
                <c:pt idx="673">
                  <c:v>4.1054300000000001</c:v>
                </c:pt>
                <c:pt idx="674">
                  <c:v>4.1057300000000003</c:v>
                </c:pt>
                <c:pt idx="675">
                  <c:v>4.1060400000000001</c:v>
                </c:pt>
                <c:pt idx="676">
                  <c:v>4.1063400000000003</c:v>
                </c:pt>
                <c:pt idx="677">
                  <c:v>4.1066500000000001</c:v>
                </c:pt>
                <c:pt idx="678">
                  <c:v>4.1069500000000003</c:v>
                </c:pt>
                <c:pt idx="679">
                  <c:v>4.1072600000000001</c:v>
                </c:pt>
                <c:pt idx="680">
                  <c:v>4.1075600000000003</c:v>
                </c:pt>
                <c:pt idx="681">
                  <c:v>4.1078700000000001</c:v>
                </c:pt>
                <c:pt idx="682">
                  <c:v>4.1081700000000003</c:v>
                </c:pt>
                <c:pt idx="683">
                  <c:v>4.1084800000000001</c:v>
                </c:pt>
                <c:pt idx="684">
                  <c:v>4.1087899999999999</c:v>
                </c:pt>
                <c:pt idx="685">
                  <c:v>4.1090900000000001</c:v>
                </c:pt>
                <c:pt idx="686">
                  <c:v>4.1093999999999999</c:v>
                </c:pt>
                <c:pt idx="687">
                  <c:v>4.1097000000000001</c:v>
                </c:pt>
                <c:pt idx="688">
                  <c:v>4.1100099999999999</c:v>
                </c:pt>
                <c:pt idx="689">
                  <c:v>4.1103100000000001</c:v>
                </c:pt>
                <c:pt idx="690">
                  <c:v>4.1106199999999999</c:v>
                </c:pt>
                <c:pt idx="691">
                  <c:v>4.1109200000000001</c:v>
                </c:pt>
                <c:pt idx="692">
                  <c:v>4.1112299999999999</c:v>
                </c:pt>
                <c:pt idx="693">
                  <c:v>4.1115300000000001</c:v>
                </c:pt>
                <c:pt idx="694">
                  <c:v>4.1118399999999999</c:v>
                </c:pt>
                <c:pt idx="695">
                  <c:v>4.1121400000000001</c:v>
                </c:pt>
                <c:pt idx="696">
                  <c:v>4.1124499999999999</c:v>
                </c:pt>
                <c:pt idx="697">
                  <c:v>4.1127599999999997</c:v>
                </c:pt>
                <c:pt idx="698">
                  <c:v>4.1130599999999999</c:v>
                </c:pt>
                <c:pt idx="699">
                  <c:v>4.1133699999999997</c:v>
                </c:pt>
                <c:pt idx="700">
                  <c:v>4.1136699999999999</c:v>
                </c:pt>
                <c:pt idx="701">
                  <c:v>4.1139799999999997</c:v>
                </c:pt>
                <c:pt idx="702">
                  <c:v>4.1142799999999999</c:v>
                </c:pt>
                <c:pt idx="703">
                  <c:v>4.1145899999999997</c:v>
                </c:pt>
                <c:pt idx="704">
                  <c:v>4.1148899999999999</c:v>
                </c:pt>
                <c:pt idx="705">
                  <c:v>4.1151999999999997</c:v>
                </c:pt>
                <c:pt idx="706">
                  <c:v>4.1154999999999999</c:v>
                </c:pt>
                <c:pt idx="707">
                  <c:v>4.1158099999999997</c:v>
                </c:pt>
                <c:pt idx="708">
                  <c:v>4.1161099999999999</c:v>
                </c:pt>
                <c:pt idx="709">
                  <c:v>4.1164199999999997</c:v>
                </c:pt>
                <c:pt idx="710">
                  <c:v>4.1167299999999996</c:v>
                </c:pt>
                <c:pt idx="711">
                  <c:v>4.1170299999999997</c:v>
                </c:pt>
                <c:pt idx="712">
                  <c:v>4.1173400000000004</c:v>
                </c:pt>
                <c:pt idx="713">
                  <c:v>4.1176399999999997</c:v>
                </c:pt>
                <c:pt idx="714">
                  <c:v>4.1179500000000004</c:v>
                </c:pt>
                <c:pt idx="715">
                  <c:v>4.1182499999999997</c:v>
                </c:pt>
                <c:pt idx="716">
                  <c:v>4.1185600000000004</c:v>
                </c:pt>
                <c:pt idx="717">
                  <c:v>4.1188599999999997</c:v>
                </c:pt>
                <c:pt idx="718">
                  <c:v>4.1191700000000004</c:v>
                </c:pt>
                <c:pt idx="719">
                  <c:v>4.1194699999999997</c:v>
                </c:pt>
                <c:pt idx="720">
                  <c:v>4.1197800000000004</c:v>
                </c:pt>
                <c:pt idx="721">
                  <c:v>4.1200799999999997</c:v>
                </c:pt>
                <c:pt idx="722">
                  <c:v>4.1203900000000004</c:v>
                </c:pt>
                <c:pt idx="723">
                  <c:v>4.1207000000000003</c:v>
                </c:pt>
                <c:pt idx="724">
                  <c:v>4.1210000000000004</c:v>
                </c:pt>
                <c:pt idx="725">
                  <c:v>4.1213100000000003</c:v>
                </c:pt>
                <c:pt idx="726">
                  <c:v>4.1216100000000004</c:v>
                </c:pt>
                <c:pt idx="727">
                  <c:v>4.1219200000000003</c:v>
                </c:pt>
                <c:pt idx="728">
                  <c:v>4.1222200000000004</c:v>
                </c:pt>
                <c:pt idx="729">
                  <c:v>4.1225300000000002</c:v>
                </c:pt>
                <c:pt idx="730">
                  <c:v>4.1228300000000004</c:v>
                </c:pt>
                <c:pt idx="731">
                  <c:v>4.1231400000000002</c:v>
                </c:pt>
                <c:pt idx="732">
                  <c:v>4.1234400000000004</c:v>
                </c:pt>
                <c:pt idx="733">
                  <c:v>4.1237500000000002</c:v>
                </c:pt>
                <c:pt idx="734">
                  <c:v>4.1240500000000004</c:v>
                </c:pt>
                <c:pt idx="735">
                  <c:v>4.1243600000000002</c:v>
                </c:pt>
                <c:pt idx="736">
                  <c:v>4.1246700000000001</c:v>
                </c:pt>
                <c:pt idx="737">
                  <c:v>4.1249700000000002</c:v>
                </c:pt>
                <c:pt idx="738">
                  <c:v>4.1252800000000001</c:v>
                </c:pt>
                <c:pt idx="739">
                  <c:v>4.1255800000000002</c:v>
                </c:pt>
                <c:pt idx="740">
                  <c:v>4.1258900000000001</c:v>
                </c:pt>
                <c:pt idx="741">
                  <c:v>4.1261900000000002</c:v>
                </c:pt>
                <c:pt idx="742">
                  <c:v>4.1265000000000001</c:v>
                </c:pt>
                <c:pt idx="743">
                  <c:v>4.1268000000000002</c:v>
                </c:pt>
                <c:pt idx="744">
                  <c:v>4.1271100000000001</c:v>
                </c:pt>
                <c:pt idx="745">
                  <c:v>4.1274100000000002</c:v>
                </c:pt>
                <c:pt idx="746">
                  <c:v>4.1277200000000001</c:v>
                </c:pt>
                <c:pt idx="747">
                  <c:v>4.1280299999999999</c:v>
                </c:pt>
                <c:pt idx="748">
                  <c:v>4.1283300000000001</c:v>
                </c:pt>
                <c:pt idx="749">
                  <c:v>4.1286399999999999</c:v>
                </c:pt>
                <c:pt idx="750">
                  <c:v>4.1289400000000001</c:v>
                </c:pt>
                <c:pt idx="751">
                  <c:v>4.1292499999999999</c:v>
                </c:pt>
                <c:pt idx="752">
                  <c:v>4.1295500000000001</c:v>
                </c:pt>
                <c:pt idx="753">
                  <c:v>4.1298599999999999</c:v>
                </c:pt>
                <c:pt idx="754">
                  <c:v>4.1301600000000001</c:v>
                </c:pt>
                <c:pt idx="755">
                  <c:v>4.1304699999999999</c:v>
                </c:pt>
                <c:pt idx="756">
                  <c:v>4.1307700000000001</c:v>
                </c:pt>
                <c:pt idx="757">
                  <c:v>4.1310799999999999</c:v>
                </c:pt>
                <c:pt idx="758">
                  <c:v>4.1313800000000001</c:v>
                </c:pt>
                <c:pt idx="759">
                  <c:v>4.1316899999999999</c:v>
                </c:pt>
                <c:pt idx="760">
                  <c:v>4.1319999999999997</c:v>
                </c:pt>
                <c:pt idx="761">
                  <c:v>4.1322999999999999</c:v>
                </c:pt>
                <c:pt idx="762">
                  <c:v>4.1326099999999997</c:v>
                </c:pt>
                <c:pt idx="763">
                  <c:v>4.1329099999999999</c:v>
                </c:pt>
                <c:pt idx="764">
                  <c:v>4.1332199999999997</c:v>
                </c:pt>
                <c:pt idx="765">
                  <c:v>4.1335199999999999</c:v>
                </c:pt>
                <c:pt idx="766">
                  <c:v>4.1338299999999997</c:v>
                </c:pt>
                <c:pt idx="767">
                  <c:v>4.1341299999999999</c:v>
                </c:pt>
                <c:pt idx="768">
                  <c:v>4.1344399999999997</c:v>
                </c:pt>
                <c:pt idx="769">
                  <c:v>4.1347399999999999</c:v>
                </c:pt>
                <c:pt idx="770">
                  <c:v>4.1350499999999997</c:v>
                </c:pt>
                <c:pt idx="771">
                  <c:v>4.1353499999999999</c:v>
                </c:pt>
                <c:pt idx="772">
                  <c:v>4.1356599999999997</c:v>
                </c:pt>
                <c:pt idx="773">
                  <c:v>4.1359700000000004</c:v>
                </c:pt>
                <c:pt idx="774">
                  <c:v>4.1362699999999997</c:v>
                </c:pt>
                <c:pt idx="775">
                  <c:v>4.1365800000000004</c:v>
                </c:pt>
                <c:pt idx="776">
                  <c:v>4.1368799999999997</c:v>
                </c:pt>
                <c:pt idx="777">
                  <c:v>4.1371900000000004</c:v>
                </c:pt>
                <c:pt idx="778">
                  <c:v>4.1374899999999997</c:v>
                </c:pt>
                <c:pt idx="779">
                  <c:v>4.1378000000000004</c:v>
                </c:pt>
                <c:pt idx="780">
                  <c:v>4.1380999999999997</c:v>
                </c:pt>
                <c:pt idx="781">
                  <c:v>4.1384100000000004</c:v>
                </c:pt>
                <c:pt idx="782">
                  <c:v>4.1387099999999997</c:v>
                </c:pt>
                <c:pt idx="783">
                  <c:v>4.1390200000000004</c:v>
                </c:pt>
                <c:pt idx="784">
                  <c:v>4.1393199999999997</c:v>
                </c:pt>
                <c:pt idx="785">
                  <c:v>4.1396300000000004</c:v>
                </c:pt>
                <c:pt idx="786">
                  <c:v>4.1399400000000002</c:v>
                </c:pt>
                <c:pt idx="787">
                  <c:v>4.1402400000000004</c:v>
                </c:pt>
                <c:pt idx="788">
                  <c:v>4.1405500000000002</c:v>
                </c:pt>
                <c:pt idx="789">
                  <c:v>4.1408500000000004</c:v>
                </c:pt>
                <c:pt idx="790">
                  <c:v>4.1411600000000002</c:v>
                </c:pt>
                <c:pt idx="791">
                  <c:v>4.1414600000000004</c:v>
                </c:pt>
                <c:pt idx="792">
                  <c:v>4.1417700000000002</c:v>
                </c:pt>
                <c:pt idx="793">
                  <c:v>4.1420700000000004</c:v>
                </c:pt>
                <c:pt idx="794">
                  <c:v>4.1423800000000002</c:v>
                </c:pt>
                <c:pt idx="795">
                  <c:v>4.1426800000000004</c:v>
                </c:pt>
                <c:pt idx="796">
                  <c:v>4.1429900000000002</c:v>
                </c:pt>
                <c:pt idx="797">
                  <c:v>4.1432900000000004</c:v>
                </c:pt>
                <c:pt idx="798">
                  <c:v>4.1436000000000002</c:v>
                </c:pt>
                <c:pt idx="799">
                  <c:v>4.14391</c:v>
                </c:pt>
                <c:pt idx="800">
                  <c:v>4.1442100000000002</c:v>
                </c:pt>
                <c:pt idx="801">
                  <c:v>4.14452</c:v>
                </c:pt>
                <c:pt idx="802">
                  <c:v>4.1448200000000002</c:v>
                </c:pt>
                <c:pt idx="803">
                  <c:v>4.14513</c:v>
                </c:pt>
                <c:pt idx="804">
                  <c:v>4.1454300000000002</c:v>
                </c:pt>
                <c:pt idx="805">
                  <c:v>4.14574</c:v>
                </c:pt>
                <c:pt idx="806">
                  <c:v>4.1460400000000002</c:v>
                </c:pt>
                <c:pt idx="807">
                  <c:v>4.14635</c:v>
                </c:pt>
                <c:pt idx="808">
                  <c:v>4.1466500000000002</c:v>
                </c:pt>
                <c:pt idx="809">
                  <c:v>4.14696</c:v>
                </c:pt>
                <c:pt idx="810">
                  <c:v>4.1472699999999998</c:v>
                </c:pt>
                <c:pt idx="811">
                  <c:v>4.14757</c:v>
                </c:pt>
                <c:pt idx="812">
                  <c:v>4.1478799999999998</c:v>
                </c:pt>
                <c:pt idx="813">
                  <c:v>4.14818</c:v>
                </c:pt>
                <c:pt idx="814">
                  <c:v>4.1484899999999998</c:v>
                </c:pt>
                <c:pt idx="815">
                  <c:v>4.14879</c:v>
                </c:pt>
                <c:pt idx="816">
                  <c:v>4.1490999999999998</c:v>
                </c:pt>
                <c:pt idx="817">
                  <c:v>4.1494</c:v>
                </c:pt>
                <c:pt idx="818">
                  <c:v>4.1497099999999998</c:v>
                </c:pt>
                <c:pt idx="819">
                  <c:v>4.15001</c:v>
                </c:pt>
                <c:pt idx="820">
                  <c:v>4.1503199999999998</c:v>
                </c:pt>
                <c:pt idx="821">
                  <c:v>4.15062</c:v>
                </c:pt>
                <c:pt idx="822">
                  <c:v>4.1509299999999998</c:v>
                </c:pt>
                <c:pt idx="823">
                  <c:v>4.1512399999999996</c:v>
                </c:pt>
                <c:pt idx="824">
                  <c:v>4.1515399999999998</c:v>
                </c:pt>
                <c:pt idx="825">
                  <c:v>4.1518499999999996</c:v>
                </c:pt>
                <c:pt idx="826">
                  <c:v>4.1521499999999998</c:v>
                </c:pt>
                <c:pt idx="827">
                  <c:v>4.1524599999999996</c:v>
                </c:pt>
                <c:pt idx="828">
                  <c:v>4.1527599999999998</c:v>
                </c:pt>
                <c:pt idx="829">
                  <c:v>4.1530699999999996</c:v>
                </c:pt>
                <c:pt idx="830">
                  <c:v>4.1533699999999998</c:v>
                </c:pt>
                <c:pt idx="831">
                  <c:v>4.1536799999999996</c:v>
                </c:pt>
                <c:pt idx="832">
                  <c:v>4.1539799999999998</c:v>
                </c:pt>
                <c:pt idx="833">
                  <c:v>4.1542899999999996</c:v>
                </c:pt>
                <c:pt idx="834">
                  <c:v>4.1545899999999998</c:v>
                </c:pt>
                <c:pt idx="835">
                  <c:v>4.1548999999999996</c:v>
                </c:pt>
                <c:pt idx="836">
                  <c:v>4.1552100000000003</c:v>
                </c:pt>
                <c:pt idx="837">
                  <c:v>4.1555099999999996</c:v>
                </c:pt>
                <c:pt idx="838">
                  <c:v>4.1558200000000003</c:v>
                </c:pt>
                <c:pt idx="839">
                  <c:v>4.1561199999999996</c:v>
                </c:pt>
                <c:pt idx="840">
                  <c:v>4.1564300000000003</c:v>
                </c:pt>
                <c:pt idx="841">
                  <c:v>4.1567299999999996</c:v>
                </c:pt>
                <c:pt idx="842">
                  <c:v>4.1570400000000003</c:v>
                </c:pt>
                <c:pt idx="843">
                  <c:v>4.1573399999999996</c:v>
                </c:pt>
                <c:pt idx="844">
                  <c:v>4.1576500000000003</c:v>
                </c:pt>
                <c:pt idx="845">
                  <c:v>4.1579499999999996</c:v>
                </c:pt>
                <c:pt idx="846">
                  <c:v>4.1582600000000003</c:v>
                </c:pt>
                <c:pt idx="847">
                  <c:v>4.1585599999999996</c:v>
                </c:pt>
                <c:pt idx="848">
                  <c:v>4.1588700000000003</c:v>
                </c:pt>
                <c:pt idx="849">
                  <c:v>4.1591800000000001</c:v>
                </c:pt>
                <c:pt idx="850">
                  <c:v>4.1594800000000003</c:v>
                </c:pt>
                <c:pt idx="851">
                  <c:v>4.1597900000000001</c:v>
                </c:pt>
                <c:pt idx="852">
                  <c:v>4.1600900000000003</c:v>
                </c:pt>
                <c:pt idx="853">
                  <c:v>4.1604000000000001</c:v>
                </c:pt>
                <c:pt idx="854">
                  <c:v>4.1607000000000003</c:v>
                </c:pt>
                <c:pt idx="855">
                  <c:v>4.1610100000000001</c:v>
                </c:pt>
                <c:pt idx="856">
                  <c:v>4.1613100000000003</c:v>
                </c:pt>
                <c:pt idx="857">
                  <c:v>4.1616200000000001</c:v>
                </c:pt>
                <c:pt idx="858">
                  <c:v>4.1619200000000003</c:v>
                </c:pt>
                <c:pt idx="859">
                  <c:v>4.1622300000000001</c:v>
                </c:pt>
                <c:pt idx="860">
                  <c:v>4.1625300000000003</c:v>
                </c:pt>
                <c:pt idx="861">
                  <c:v>4.1628400000000001</c:v>
                </c:pt>
                <c:pt idx="862">
                  <c:v>4.1631499999999999</c:v>
                </c:pt>
                <c:pt idx="863">
                  <c:v>4.1634500000000001</c:v>
                </c:pt>
                <c:pt idx="864">
                  <c:v>4.1637599999999999</c:v>
                </c:pt>
                <c:pt idx="865">
                  <c:v>4.1640600000000001</c:v>
                </c:pt>
                <c:pt idx="866">
                  <c:v>4.1643699999999999</c:v>
                </c:pt>
                <c:pt idx="867">
                  <c:v>4.1646700000000001</c:v>
                </c:pt>
                <c:pt idx="868">
                  <c:v>4.1649799999999999</c:v>
                </c:pt>
                <c:pt idx="869">
                  <c:v>4.1652800000000001</c:v>
                </c:pt>
                <c:pt idx="870">
                  <c:v>4.1655899999999999</c:v>
                </c:pt>
                <c:pt idx="871">
                  <c:v>4.1658900000000001</c:v>
                </c:pt>
                <c:pt idx="872">
                  <c:v>4.1661999999999999</c:v>
                </c:pt>
                <c:pt idx="873">
                  <c:v>4.1665099999999997</c:v>
                </c:pt>
                <c:pt idx="874">
                  <c:v>4.1668099999999999</c:v>
                </c:pt>
                <c:pt idx="875">
                  <c:v>4.1671199999999997</c:v>
                </c:pt>
                <c:pt idx="876">
                  <c:v>4.1674199999999999</c:v>
                </c:pt>
                <c:pt idx="877">
                  <c:v>4.1677299999999997</c:v>
                </c:pt>
                <c:pt idx="878">
                  <c:v>4.1680299999999999</c:v>
                </c:pt>
                <c:pt idx="879">
                  <c:v>4.1683399999999997</c:v>
                </c:pt>
                <c:pt idx="880">
                  <c:v>4.1686399999999999</c:v>
                </c:pt>
                <c:pt idx="881">
                  <c:v>4.1689499999999997</c:v>
                </c:pt>
                <c:pt idx="882">
                  <c:v>4.1692499999999999</c:v>
                </c:pt>
                <c:pt idx="883">
                  <c:v>4.1695599999999997</c:v>
                </c:pt>
                <c:pt idx="884">
                  <c:v>4.1698599999999999</c:v>
                </c:pt>
                <c:pt idx="885">
                  <c:v>4.1701699999999997</c:v>
                </c:pt>
                <c:pt idx="886">
                  <c:v>4.1704800000000004</c:v>
                </c:pt>
                <c:pt idx="887">
                  <c:v>4.1707799999999997</c:v>
                </c:pt>
                <c:pt idx="888">
                  <c:v>4.1710900000000004</c:v>
                </c:pt>
                <c:pt idx="889">
                  <c:v>4.1713899999999997</c:v>
                </c:pt>
                <c:pt idx="890">
                  <c:v>4.1717000000000004</c:v>
                </c:pt>
                <c:pt idx="891">
                  <c:v>4.1719999999999997</c:v>
                </c:pt>
                <c:pt idx="892">
                  <c:v>4.1723100000000004</c:v>
                </c:pt>
                <c:pt idx="893">
                  <c:v>4.1726099999999997</c:v>
                </c:pt>
                <c:pt idx="894">
                  <c:v>4.1729200000000004</c:v>
                </c:pt>
                <c:pt idx="895">
                  <c:v>4.1732199999999997</c:v>
                </c:pt>
                <c:pt idx="896">
                  <c:v>4.1735300000000004</c:v>
                </c:pt>
                <c:pt idx="897">
                  <c:v>4.1738299999999997</c:v>
                </c:pt>
                <c:pt idx="898">
                  <c:v>4.1741400000000004</c:v>
                </c:pt>
                <c:pt idx="899">
                  <c:v>4.1744500000000002</c:v>
                </c:pt>
                <c:pt idx="900">
                  <c:v>4.1747500000000004</c:v>
                </c:pt>
                <c:pt idx="901">
                  <c:v>4.1750600000000002</c:v>
                </c:pt>
                <c:pt idx="902">
                  <c:v>4.1753600000000004</c:v>
                </c:pt>
                <c:pt idx="903">
                  <c:v>4.1756700000000002</c:v>
                </c:pt>
                <c:pt idx="904">
                  <c:v>4.1759700000000004</c:v>
                </c:pt>
                <c:pt idx="905">
                  <c:v>4.1762800000000002</c:v>
                </c:pt>
                <c:pt idx="906">
                  <c:v>4.1765800000000004</c:v>
                </c:pt>
                <c:pt idx="907">
                  <c:v>4.1768900000000002</c:v>
                </c:pt>
                <c:pt idx="908">
                  <c:v>4.1771900000000004</c:v>
                </c:pt>
                <c:pt idx="909">
                  <c:v>4.1775000000000002</c:v>
                </c:pt>
                <c:pt idx="910">
                  <c:v>4.1778000000000004</c:v>
                </c:pt>
                <c:pt idx="911">
                  <c:v>4.1781100000000002</c:v>
                </c:pt>
                <c:pt idx="912">
                  <c:v>4.17842</c:v>
                </c:pt>
                <c:pt idx="913">
                  <c:v>4.1787200000000002</c:v>
                </c:pt>
                <c:pt idx="914">
                  <c:v>4.17903</c:v>
                </c:pt>
                <c:pt idx="915">
                  <c:v>4.1793300000000002</c:v>
                </c:pt>
                <c:pt idx="916">
                  <c:v>4.17964</c:v>
                </c:pt>
                <c:pt idx="917">
                  <c:v>4.1799400000000002</c:v>
                </c:pt>
                <c:pt idx="918">
                  <c:v>4.18025</c:v>
                </c:pt>
                <c:pt idx="919">
                  <c:v>4.1805500000000002</c:v>
                </c:pt>
                <c:pt idx="920">
                  <c:v>4.18086</c:v>
                </c:pt>
                <c:pt idx="921">
                  <c:v>4.1811600000000002</c:v>
                </c:pt>
                <c:pt idx="922">
                  <c:v>4.18147</c:v>
                </c:pt>
                <c:pt idx="923">
                  <c:v>4.1817799999999998</c:v>
                </c:pt>
                <c:pt idx="924">
                  <c:v>4.18208</c:v>
                </c:pt>
                <c:pt idx="925">
                  <c:v>4.1823899999999998</c:v>
                </c:pt>
                <c:pt idx="926">
                  <c:v>4.18269</c:v>
                </c:pt>
                <c:pt idx="927">
                  <c:v>4.1829999999999998</c:v>
                </c:pt>
                <c:pt idx="928">
                  <c:v>4.1833</c:v>
                </c:pt>
                <c:pt idx="929">
                  <c:v>4.1836099999999998</c:v>
                </c:pt>
                <c:pt idx="930">
                  <c:v>4.18391</c:v>
                </c:pt>
                <c:pt idx="931">
                  <c:v>4.1842199999999998</c:v>
                </c:pt>
                <c:pt idx="932">
                  <c:v>4.18452</c:v>
                </c:pt>
                <c:pt idx="933">
                  <c:v>4.1848299999999998</c:v>
                </c:pt>
                <c:pt idx="934">
                  <c:v>4.18513</c:v>
                </c:pt>
                <c:pt idx="935">
                  <c:v>4.1854399999999998</c:v>
                </c:pt>
                <c:pt idx="936">
                  <c:v>4.1857499999999996</c:v>
                </c:pt>
                <c:pt idx="937">
                  <c:v>4.1860499999999998</c:v>
                </c:pt>
                <c:pt idx="938">
                  <c:v>4.1863599999999996</c:v>
                </c:pt>
                <c:pt idx="939">
                  <c:v>4.1866599999999998</c:v>
                </c:pt>
                <c:pt idx="940">
                  <c:v>4.1869699999999996</c:v>
                </c:pt>
                <c:pt idx="941">
                  <c:v>4.1872699999999998</c:v>
                </c:pt>
                <c:pt idx="942">
                  <c:v>4.1875799999999996</c:v>
                </c:pt>
                <c:pt idx="943">
                  <c:v>4.1878799999999998</c:v>
                </c:pt>
                <c:pt idx="944">
                  <c:v>4.1881899999999996</c:v>
                </c:pt>
                <c:pt idx="945">
                  <c:v>4.1884899999999998</c:v>
                </c:pt>
                <c:pt idx="946">
                  <c:v>4.1887999999999996</c:v>
                </c:pt>
                <c:pt idx="947">
                  <c:v>4.1890999999999998</c:v>
                </c:pt>
                <c:pt idx="948">
                  <c:v>4.1894099999999996</c:v>
                </c:pt>
                <c:pt idx="949">
                  <c:v>4.1897200000000003</c:v>
                </c:pt>
                <c:pt idx="950">
                  <c:v>4.1900199999999996</c:v>
                </c:pt>
                <c:pt idx="951">
                  <c:v>4.1903300000000003</c:v>
                </c:pt>
                <c:pt idx="952">
                  <c:v>4.1906299999999996</c:v>
                </c:pt>
                <c:pt idx="953">
                  <c:v>4.1909400000000003</c:v>
                </c:pt>
                <c:pt idx="954">
                  <c:v>4.1912399999999996</c:v>
                </c:pt>
                <c:pt idx="955">
                  <c:v>4.1915500000000003</c:v>
                </c:pt>
                <c:pt idx="956">
                  <c:v>4.1918499999999996</c:v>
                </c:pt>
                <c:pt idx="957">
                  <c:v>4.1921600000000003</c:v>
                </c:pt>
                <c:pt idx="958">
                  <c:v>4.1924599999999996</c:v>
                </c:pt>
                <c:pt idx="959">
                  <c:v>4.1927700000000003</c:v>
                </c:pt>
                <c:pt idx="960">
                  <c:v>4.1930699999999996</c:v>
                </c:pt>
                <c:pt idx="961">
                  <c:v>4.1933800000000003</c:v>
                </c:pt>
                <c:pt idx="962">
                  <c:v>4.1936900000000001</c:v>
                </c:pt>
                <c:pt idx="963">
                  <c:v>4.1939900000000003</c:v>
                </c:pt>
                <c:pt idx="964">
                  <c:v>4.1943000000000001</c:v>
                </c:pt>
                <c:pt idx="965">
                  <c:v>4.1946000000000003</c:v>
                </c:pt>
                <c:pt idx="966">
                  <c:v>4.1949100000000001</c:v>
                </c:pt>
                <c:pt idx="967">
                  <c:v>4.1952100000000003</c:v>
                </c:pt>
                <c:pt idx="968">
                  <c:v>4.1955200000000001</c:v>
                </c:pt>
                <c:pt idx="969">
                  <c:v>4.1958200000000003</c:v>
                </c:pt>
                <c:pt idx="970">
                  <c:v>4.1961300000000001</c:v>
                </c:pt>
                <c:pt idx="971">
                  <c:v>4.1964300000000003</c:v>
                </c:pt>
                <c:pt idx="972">
                  <c:v>4.1967400000000001</c:v>
                </c:pt>
                <c:pt idx="973">
                  <c:v>4.1970400000000003</c:v>
                </c:pt>
                <c:pt idx="974">
                  <c:v>4.1973500000000001</c:v>
                </c:pt>
                <c:pt idx="975">
                  <c:v>4.1976599999999999</c:v>
                </c:pt>
                <c:pt idx="976">
                  <c:v>4.1979600000000001</c:v>
                </c:pt>
                <c:pt idx="977">
                  <c:v>4.1982699999999999</c:v>
                </c:pt>
                <c:pt idx="978">
                  <c:v>4.1985700000000001</c:v>
                </c:pt>
                <c:pt idx="979">
                  <c:v>4.1988799999999999</c:v>
                </c:pt>
                <c:pt idx="980">
                  <c:v>4.1991800000000001</c:v>
                </c:pt>
                <c:pt idx="981">
                  <c:v>4.1994899999999999</c:v>
                </c:pt>
                <c:pt idx="982">
                  <c:v>4.1997900000000001</c:v>
                </c:pt>
                <c:pt idx="983">
                  <c:v>4.2000999999999999</c:v>
                </c:pt>
                <c:pt idx="984">
                  <c:v>4.2004000000000001</c:v>
                </c:pt>
                <c:pt idx="985">
                  <c:v>4.2007099999999999</c:v>
                </c:pt>
                <c:pt idx="986">
                  <c:v>4.2010199999999998</c:v>
                </c:pt>
                <c:pt idx="987">
                  <c:v>4.2013199999999999</c:v>
                </c:pt>
                <c:pt idx="988">
                  <c:v>4.2016299999999998</c:v>
                </c:pt>
                <c:pt idx="989">
                  <c:v>4.2019299999999999</c:v>
                </c:pt>
                <c:pt idx="990">
                  <c:v>4.2022399999999998</c:v>
                </c:pt>
                <c:pt idx="991">
                  <c:v>4.2025399999999999</c:v>
                </c:pt>
                <c:pt idx="992">
                  <c:v>4.2028499999999998</c:v>
                </c:pt>
                <c:pt idx="993">
                  <c:v>4.2031499999999999</c:v>
                </c:pt>
                <c:pt idx="994">
                  <c:v>4.2034599999999998</c:v>
                </c:pt>
                <c:pt idx="995">
                  <c:v>4.2037599999999999</c:v>
                </c:pt>
                <c:pt idx="996">
                  <c:v>4.2040699999999998</c:v>
                </c:pt>
                <c:pt idx="997">
                  <c:v>4.2043699999999999</c:v>
                </c:pt>
                <c:pt idx="998">
                  <c:v>4.2046799999999998</c:v>
                </c:pt>
                <c:pt idx="999">
                  <c:v>4.2049899999999996</c:v>
                </c:pt>
                <c:pt idx="1000">
                  <c:v>4.2052899999999998</c:v>
                </c:pt>
                <c:pt idx="1001">
                  <c:v>4.2055999999999996</c:v>
                </c:pt>
                <c:pt idx="1002">
                  <c:v>4.2058999999999997</c:v>
                </c:pt>
                <c:pt idx="1003">
                  <c:v>4.2062099999999996</c:v>
                </c:pt>
                <c:pt idx="1004">
                  <c:v>4.2065099999999997</c:v>
                </c:pt>
                <c:pt idx="1005">
                  <c:v>4.2068199999999996</c:v>
                </c:pt>
                <c:pt idx="1006">
                  <c:v>4.2071199999999997</c:v>
                </c:pt>
                <c:pt idx="1007">
                  <c:v>4.2074299999999996</c:v>
                </c:pt>
                <c:pt idx="1008">
                  <c:v>4.2077299999999997</c:v>
                </c:pt>
                <c:pt idx="1009">
                  <c:v>4.2080399999999996</c:v>
                </c:pt>
                <c:pt idx="1010">
                  <c:v>4.2083399999999997</c:v>
                </c:pt>
                <c:pt idx="1011">
                  <c:v>4.2086499999999996</c:v>
                </c:pt>
                <c:pt idx="1012">
                  <c:v>4.2089600000000003</c:v>
                </c:pt>
                <c:pt idx="1013">
                  <c:v>4.2092599999999996</c:v>
                </c:pt>
                <c:pt idx="1014">
                  <c:v>4.2095700000000003</c:v>
                </c:pt>
                <c:pt idx="1015">
                  <c:v>4.2098699999999996</c:v>
                </c:pt>
                <c:pt idx="1016">
                  <c:v>4.2101800000000003</c:v>
                </c:pt>
                <c:pt idx="1017">
                  <c:v>4.2104799999999996</c:v>
                </c:pt>
                <c:pt idx="1018">
                  <c:v>4.2107900000000003</c:v>
                </c:pt>
                <c:pt idx="1019">
                  <c:v>4.2110900000000004</c:v>
                </c:pt>
                <c:pt idx="1020">
                  <c:v>4.2114000000000003</c:v>
                </c:pt>
                <c:pt idx="1021">
                  <c:v>4.2117000000000004</c:v>
                </c:pt>
                <c:pt idx="1022">
                  <c:v>4.2120100000000003</c:v>
                </c:pt>
                <c:pt idx="1023">
                  <c:v>4.2123100000000004</c:v>
                </c:pt>
                <c:pt idx="1024">
                  <c:v>4.2126200000000003</c:v>
                </c:pt>
                <c:pt idx="1025">
                  <c:v>4.2129300000000001</c:v>
                </c:pt>
                <c:pt idx="1026">
                  <c:v>4.2132300000000003</c:v>
                </c:pt>
                <c:pt idx="1027">
                  <c:v>4.2135400000000001</c:v>
                </c:pt>
                <c:pt idx="1028">
                  <c:v>4.2138400000000003</c:v>
                </c:pt>
                <c:pt idx="1029">
                  <c:v>4.2141500000000001</c:v>
                </c:pt>
                <c:pt idx="1030">
                  <c:v>4.2144500000000003</c:v>
                </c:pt>
                <c:pt idx="1031">
                  <c:v>4.2147600000000001</c:v>
                </c:pt>
                <c:pt idx="1032">
                  <c:v>4.2150600000000003</c:v>
                </c:pt>
                <c:pt idx="1033">
                  <c:v>4.2153700000000001</c:v>
                </c:pt>
                <c:pt idx="1034">
                  <c:v>4.2156700000000003</c:v>
                </c:pt>
                <c:pt idx="1035">
                  <c:v>4.2159800000000001</c:v>
                </c:pt>
                <c:pt idx="1036">
                  <c:v>4.2162800000000002</c:v>
                </c:pt>
                <c:pt idx="1037">
                  <c:v>4.2165900000000001</c:v>
                </c:pt>
                <c:pt idx="1038">
                  <c:v>4.2168999999999999</c:v>
                </c:pt>
                <c:pt idx="1039">
                  <c:v>4.2172000000000001</c:v>
                </c:pt>
                <c:pt idx="1040">
                  <c:v>4.2175099999999999</c:v>
                </c:pt>
                <c:pt idx="1041">
                  <c:v>4.2178100000000001</c:v>
                </c:pt>
                <c:pt idx="1042">
                  <c:v>4.2181199999999999</c:v>
                </c:pt>
                <c:pt idx="1043">
                  <c:v>4.2184200000000001</c:v>
                </c:pt>
                <c:pt idx="1044">
                  <c:v>4.2187299999999999</c:v>
                </c:pt>
                <c:pt idx="1045">
                  <c:v>4.2190300000000001</c:v>
                </c:pt>
                <c:pt idx="1046">
                  <c:v>4.2193399999999999</c:v>
                </c:pt>
                <c:pt idx="1047">
                  <c:v>4.2196400000000001</c:v>
                </c:pt>
                <c:pt idx="1048">
                  <c:v>4.2199499999999999</c:v>
                </c:pt>
                <c:pt idx="1049">
                  <c:v>4.2202599999999997</c:v>
                </c:pt>
                <c:pt idx="1050">
                  <c:v>4.2205599999999999</c:v>
                </c:pt>
                <c:pt idx="1051">
                  <c:v>4.2208699999999997</c:v>
                </c:pt>
                <c:pt idx="1052">
                  <c:v>4.2211699999999999</c:v>
                </c:pt>
                <c:pt idx="1053">
                  <c:v>4.2214799999999997</c:v>
                </c:pt>
                <c:pt idx="1054">
                  <c:v>4.2217799999999999</c:v>
                </c:pt>
                <c:pt idx="1055">
                  <c:v>4.2220899999999997</c:v>
                </c:pt>
                <c:pt idx="1056">
                  <c:v>4.2223899999999999</c:v>
                </c:pt>
                <c:pt idx="1057">
                  <c:v>4.2226999999999997</c:v>
                </c:pt>
                <c:pt idx="1058">
                  <c:v>4.2229999999999999</c:v>
                </c:pt>
                <c:pt idx="1059">
                  <c:v>4.2233099999999997</c:v>
                </c:pt>
                <c:pt idx="1060">
                  <c:v>4.2236099999999999</c:v>
                </c:pt>
                <c:pt idx="1061">
                  <c:v>4.2239199999999997</c:v>
                </c:pt>
                <c:pt idx="1062">
                  <c:v>4.2242300000000004</c:v>
                </c:pt>
                <c:pt idx="1063">
                  <c:v>4.2245299999999997</c:v>
                </c:pt>
                <c:pt idx="1064">
                  <c:v>4.2248400000000004</c:v>
                </c:pt>
                <c:pt idx="1065">
                  <c:v>4.2251399999999997</c:v>
                </c:pt>
                <c:pt idx="1066">
                  <c:v>4.2254500000000004</c:v>
                </c:pt>
                <c:pt idx="1067">
                  <c:v>4.2257499999999997</c:v>
                </c:pt>
                <c:pt idx="1068">
                  <c:v>4.2260600000000004</c:v>
                </c:pt>
                <c:pt idx="1069">
                  <c:v>4.2263599999999997</c:v>
                </c:pt>
                <c:pt idx="1070">
                  <c:v>4.2266700000000004</c:v>
                </c:pt>
                <c:pt idx="1071">
                  <c:v>4.2269699999999997</c:v>
                </c:pt>
                <c:pt idx="1072">
                  <c:v>4.2272800000000004</c:v>
                </c:pt>
                <c:pt idx="1073">
                  <c:v>4.2275799999999997</c:v>
                </c:pt>
                <c:pt idx="1074">
                  <c:v>4.2278900000000004</c:v>
                </c:pt>
                <c:pt idx="1075">
                  <c:v>4.2282000000000002</c:v>
                </c:pt>
                <c:pt idx="1076">
                  <c:v>4.2285000000000004</c:v>
                </c:pt>
                <c:pt idx="1077">
                  <c:v>4.2288100000000002</c:v>
                </c:pt>
                <c:pt idx="1078">
                  <c:v>4.2291100000000004</c:v>
                </c:pt>
                <c:pt idx="1079">
                  <c:v>4.2294200000000002</c:v>
                </c:pt>
                <c:pt idx="1080">
                  <c:v>4.2297200000000004</c:v>
                </c:pt>
                <c:pt idx="1081">
                  <c:v>4.2300300000000002</c:v>
                </c:pt>
                <c:pt idx="1082">
                  <c:v>4.2303300000000004</c:v>
                </c:pt>
                <c:pt idx="1083">
                  <c:v>4.2306400000000002</c:v>
                </c:pt>
                <c:pt idx="1084">
                  <c:v>4.2309400000000004</c:v>
                </c:pt>
                <c:pt idx="1085">
                  <c:v>4.2312500000000002</c:v>
                </c:pt>
                <c:pt idx="1086">
                  <c:v>4.2315500000000004</c:v>
                </c:pt>
                <c:pt idx="1087">
                  <c:v>4.2318600000000002</c:v>
                </c:pt>
                <c:pt idx="1088">
                  <c:v>4.23217</c:v>
                </c:pt>
                <c:pt idx="1089">
                  <c:v>4.2324700000000002</c:v>
                </c:pt>
                <c:pt idx="1090">
                  <c:v>4.23278</c:v>
                </c:pt>
                <c:pt idx="1091">
                  <c:v>4.2330800000000002</c:v>
                </c:pt>
                <c:pt idx="1092">
                  <c:v>4.23339</c:v>
                </c:pt>
                <c:pt idx="1093">
                  <c:v>4.2336900000000002</c:v>
                </c:pt>
                <c:pt idx="1094">
                  <c:v>4.234</c:v>
                </c:pt>
                <c:pt idx="1095">
                  <c:v>4.2343000000000002</c:v>
                </c:pt>
                <c:pt idx="1096">
                  <c:v>4.23461</c:v>
                </c:pt>
                <c:pt idx="1097">
                  <c:v>4.2349100000000002</c:v>
                </c:pt>
                <c:pt idx="1098">
                  <c:v>4.23522</c:v>
                </c:pt>
                <c:pt idx="1099">
                  <c:v>4.2355299999999998</c:v>
                </c:pt>
                <c:pt idx="1100">
                  <c:v>4.23583</c:v>
                </c:pt>
                <c:pt idx="1101">
                  <c:v>4.2361399999999998</c:v>
                </c:pt>
                <c:pt idx="1102">
                  <c:v>4.23644</c:v>
                </c:pt>
                <c:pt idx="1103">
                  <c:v>4.2367499999999998</c:v>
                </c:pt>
                <c:pt idx="1104">
                  <c:v>4.23705</c:v>
                </c:pt>
                <c:pt idx="1105">
                  <c:v>4.2373599999999998</c:v>
                </c:pt>
                <c:pt idx="1106">
                  <c:v>4.23766</c:v>
                </c:pt>
                <c:pt idx="1107">
                  <c:v>4.2379699999999998</c:v>
                </c:pt>
                <c:pt idx="1108">
                  <c:v>4.23827</c:v>
                </c:pt>
                <c:pt idx="1109">
                  <c:v>4.2385799999999998</c:v>
                </c:pt>
                <c:pt idx="1110">
                  <c:v>4.23888</c:v>
                </c:pt>
                <c:pt idx="1111">
                  <c:v>4.2391899999999998</c:v>
                </c:pt>
                <c:pt idx="1112">
                  <c:v>4.2394999999999996</c:v>
                </c:pt>
                <c:pt idx="1113">
                  <c:v>4.2397999999999998</c:v>
                </c:pt>
                <c:pt idx="1114">
                  <c:v>4.2401099999999996</c:v>
                </c:pt>
                <c:pt idx="1115">
                  <c:v>4.2404099999999998</c:v>
                </c:pt>
                <c:pt idx="1116">
                  <c:v>4.2407199999999996</c:v>
                </c:pt>
                <c:pt idx="1117">
                  <c:v>4.2410199999999998</c:v>
                </c:pt>
                <c:pt idx="1118">
                  <c:v>4.2413299999999996</c:v>
                </c:pt>
                <c:pt idx="1119">
                  <c:v>4.2416299999999998</c:v>
                </c:pt>
                <c:pt idx="1120">
                  <c:v>4.2419399999999996</c:v>
                </c:pt>
                <c:pt idx="1121">
                  <c:v>4.2422399999999998</c:v>
                </c:pt>
                <c:pt idx="1122">
                  <c:v>4.2425499999999996</c:v>
                </c:pt>
                <c:pt idx="1123">
                  <c:v>4.2428499999999998</c:v>
                </c:pt>
                <c:pt idx="1124">
                  <c:v>4.2431599999999996</c:v>
                </c:pt>
                <c:pt idx="1125">
                  <c:v>4.2434700000000003</c:v>
                </c:pt>
                <c:pt idx="1126">
                  <c:v>4.2437699999999996</c:v>
                </c:pt>
                <c:pt idx="1127">
                  <c:v>4.2440800000000003</c:v>
                </c:pt>
                <c:pt idx="1128">
                  <c:v>4.2443799999999996</c:v>
                </c:pt>
                <c:pt idx="1129">
                  <c:v>4.2446900000000003</c:v>
                </c:pt>
                <c:pt idx="1130">
                  <c:v>4.2449899999999996</c:v>
                </c:pt>
                <c:pt idx="1131">
                  <c:v>4.2453000000000003</c:v>
                </c:pt>
                <c:pt idx="1132">
                  <c:v>4.2455999999999996</c:v>
                </c:pt>
                <c:pt idx="1133">
                  <c:v>4.2459100000000003</c:v>
                </c:pt>
                <c:pt idx="1134">
                  <c:v>4.2462099999999996</c:v>
                </c:pt>
                <c:pt idx="1135">
                  <c:v>4.2465200000000003</c:v>
                </c:pt>
                <c:pt idx="1136">
                  <c:v>4.2468199999999996</c:v>
                </c:pt>
                <c:pt idx="1137">
                  <c:v>4.2471300000000003</c:v>
                </c:pt>
                <c:pt idx="1138">
                  <c:v>4.2474400000000001</c:v>
                </c:pt>
                <c:pt idx="1139">
                  <c:v>4.2477400000000003</c:v>
                </c:pt>
                <c:pt idx="1140">
                  <c:v>4.2480500000000001</c:v>
                </c:pt>
                <c:pt idx="1141">
                  <c:v>4.2483500000000003</c:v>
                </c:pt>
                <c:pt idx="1142">
                  <c:v>4.2486600000000001</c:v>
                </c:pt>
                <c:pt idx="1143">
                  <c:v>4.2489600000000003</c:v>
                </c:pt>
                <c:pt idx="1144">
                  <c:v>4.2492700000000001</c:v>
                </c:pt>
                <c:pt idx="1145">
                  <c:v>4.2495700000000003</c:v>
                </c:pt>
                <c:pt idx="1146">
                  <c:v>4.2498800000000001</c:v>
                </c:pt>
                <c:pt idx="1147">
                  <c:v>4.2501800000000003</c:v>
                </c:pt>
              </c:numCache>
            </c:numRef>
          </c:xVal>
          <c:yVal>
            <c:numRef>
              <c:f>'For plotting'!$V$2:$V$1149</c:f>
              <c:numCache>
                <c:formatCode>General</c:formatCode>
                <c:ptCount val="1148"/>
                <c:pt idx="0">
                  <c:v>1.8223496431144548</c:v>
                </c:pt>
                <c:pt idx="1">
                  <c:v>1.8259846815676155</c:v>
                </c:pt>
                <c:pt idx="2">
                  <c:v>1.8289969505554347</c:v>
                </c:pt>
                <c:pt idx="3">
                  <c:v>1.8293340440326391</c:v>
                </c:pt>
                <c:pt idx="4">
                  <c:v>1.8300540983194544</c:v>
                </c:pt>
                <c:pt idx="5">
                  <c:v>1.8305494236214668</c:v>
                </c:pt>
                <c:pt idx="6">
                  <c:v>1.8323350032672621</c:v>
                </c:pt>
                <c:pt idx="7">
                  <c:v>1.8301194435601429</c:v>
                </c:pt>
                <c:pt idx="8">
                  <c:v>1.826509747331736</c:v>
                </c:pt>
                <c:pt idx="9">
                  <c:v>1.8263261732821743</c:v>
                </c:pt>
                <c:pt idx="10">
                  <c:v>1.8271871806041922</c:v>
                </c:pt>
                <c:pt idx="11">
                  <c:v>1.8274820719467855</c:v>
                </c:pt>
                <c:pt idx="12">
                  <c:v>1.8250725709163413</c:v>
                </c:pt>
                <c:pt idx="13">
                  <c:v>1.8253428530737397</c:v>
                </c:pt>
                <c:pt idx="14">
                  <c:v>1.8283728197309117</c:v>
                </c:pt>
                <c:pt idx="15">
                  <c:v>1.8284374319320409</c:v>
                </c:pt>
                <c:pt idx="16">
                  <c:v>1.824765217901245</c:v>
                </c:pt>
                <c:pt idx="17">
                  <c:v>1.8244095889951912</c:v>
                </c:pt>
                <c:pt idx="18">
                  <c:v>1.8253588752241008</c:v>
                </c:pt>
                <c:pt idx="19">
                  <c:v>1.8252339443392591</c:v>
                </c:pt>
                <c:pt idx="20">
                  <c:v>1.8256129257912639</c:v>
                </c:pt>
                <c:pt idx="21">
                  <c:v>1.826732277197862</c:v>
                </c:pt>
                <c:pt idx="22">
                  <c:v>1.8288087688286447</c:v>
                </c:pt>
                <c:pt idx="23">
                  <c:v>1.8265309007590103</c:v>
                </c:pt>
                <c:pt idx="24">
                  <c:v>1.8248324481007994</c:v>
                </c:pt>
                <c:pt idx="25">
                  <c:v>1.826295071460885</c:v>
                </c:pt>
                <c:pt idx="26">
                  <c:v>1.8275429142301829</c:v>
                </c:pt>
                <c:pt idx="27">
                  <c:v>1.8284053876313189</c:v>
                </c:pt>
                <c:pt idx="28">
                  <c:v>1.8277683762545449</c:v>
                </c:pt>
                <c:pt idx="29">
                  <c:v>1.8273346262754888</c:v>
                </c:pt>
                <c:pt idx="30">
                  <c:v>1.8270999488966708</c:v>
                </c:pt>
                <c:pt idx="31">
                  <c:v>1.8251537288675168</c:v>
                </c:pt>
                <c:pt idx="32">
                  <c:v>1.825407151115058</c:v>
                </c:pt>
                <c:pt idx="33">
                  <c:v>1.826273813313674</c:v>
                </c:pt>
                <c:pt idx="34">
                  <c:v>1.8287250975989813</c:v>
                </c:pt>
                <c:pt idx="35">
                  <c:v>1.8300087545867332</c:v>
                </c:pt>
                <c:pt idx="36">
                  <c:v>1.8321634720104554</c:v>
                </c:pt>
                <c:pt idx="37">
                  <c:v>1.8297276862758241</c:v>
                </c:pt>
                <c:pt idx="38">
                  <c:v>1.8263893194041856</c:v>
                </c:pt>
                <c:pt idx="39">
                  <c:v>1.8247113918536266</c:v>
                </c:pt>
                <c:pt idx="40">
                  <c:v>1.8236691143206609</c:v>
                </c:pt>
                <c:pt idx="41">
                  <c:v>1.8215452892783539</c:v>
                </c:pt>
                <c:pt idx="42">
                  <c:v>1.8218639520466464</c:v>
                </c:pt>
                <c:pt idx="43">
                  <c:v>1.8243148174522059</c:v>
                </c:pt>
                <c:pt idx="44">
                  <c:v>1.8256905232645813</c:v>
                </c:pt>
                <c:pt idx="45">
                  <c:v>1.8266385528542466</c:v>
                </c:pt>
                <c:pt idx="46">
                  <c:v>1.8267627506995292</c:v>
                </c:pt>
                <c:pt idx="47">
                  <c:v>1.822630083105742</c:v>
                </c:pt>
                <c:pt idx="48">
                  <c:v>1.81872800881323</c:v>
                </c:pt>
                <c:pt idx="49">
                  <c:v>1.8191904520550242</c:v>
                </c:pt>
                <c:pt idx="50">
                  <c:v>1.8207514074359534</c:v>
                </c:pt>
                <c:pt idx="51">
                  <c:v>1.8210025258448805</c:v>
                </c:pt>
                <c:pt idx="52">
                  <c:v>1.8234798853945009</c:v>
                </c:pt>
                <c:pt idx="53">
                  <c:v>1.826910824690448</c:v>
                </c:pt>
                <c:pt idx="54">
                  <c:v>1.8261889901647035</c:v>
                </c:pt>
                <c:pt idx="55">
                  <c:v>1.822631758624734</c:v>
                </c:pt>
                <c:pt idx="56">
                  <c:v>1.8211820158168994</c:v>
                </c:pt>
                <c:pt idx="57">
                  <c:v>1.8228347058626411</c:v>
                </c:pt>
                <c:pt idx="58">
                  <c:v>1.8246077191159962</c:v>
                </c:pt>
                <c:pt idx="59">
                  <c:v>1.8246707605180705</c:v>
                </c:pt>
                <c:pt idx="60">
                  <c:v>1.8215981728465394</c:v>
                </c:pt>
                <c:pt idx="61">
                  <c:v>1.8195512122379907</c:v>
                </c:pt>
                <c:pt idx="62">
                  <c:v>1.8186408818256456</c:v>
                </c:pt>
                <c:pt idx="63">
                  <c:v>1.817887736038738</c:v>
                </c:pt>
                <c:pt idx="64">
                  <c:v>1.8196488112192752</c:v>
                </c:pt>
                <c:pt idx="65">
                  <c:v>1.8189787083424092</c:v>
                </c:pt>
                <c:pt idx="66">
                  <c:v>1.8152064867717776</c:v>
                </c:pt>
                <c:pt idx="67">
                  <c:v>1.8169823274634318</c:v>
                </c:pt>
                <c:pt idx="68">
                  <c:v>1.821303805103631</c:v>
                </c:pt>
                <c:pt idx="69">
                  <c:v>1.821785935693581</c:v>
                </c:pt>
                <c:pt idx="70">
                  <c:v>1.8209348767655782</c:v>
                </c:pt>
                <c:pt idx="71">
                  <c:v>1.8210212707136035</c:v>
                </c:pt>
                <c:pt idx="72">
                  <c:v>1.8226538545314412</c:v>
                </c:pt>
                <c:pt idx="73">
                  <c:v>1.8227307189651996</c:v>
                </c:pt>
                <c:pt idx="74">
                  <c:v>1.8218506526146474</c:v>
                </c:pt>
                <c:pt idx="75">
                  <c:v>1.8214653879664227</c:v>
                </c:pt>
                <c:pt idx="76">
                  <c:v>1.8222760249987433</c:v>
                </c:pt>
                <c:pt idx="77">
                  <c:v>1.8244498014509996</c:v>
                </c:pt>
                <c:pt idx="78">
                  <c:v>1.8227113457768545</c:v>
                </c:pt>
                <c:pt idx="79">
                  <c:v>1.8208671229663389</c:v>
                </c:pt>
                <c:pt idx="80">
                  <c:v>1.8219754787795519</c:v>
                </c:pt>
                <c:pt idx="81">
                  <c:v>1.8213101930197879</c:v>
                </c:pt>
                <c:pt idx="82">
                  <c:v>1.821322549972354</c:v>
                </c:pt>
                <c:pt idx="83">
                  <c:v>1.8223622095068948</c:v>
                </c:pt>
                <c:pt idx="84">
                  <c:v>1.8218690833235596</c:v>
                </c:pt>
                <c:pt idx="85">
                  <c:v>1.8233111815759933</c:v>
                </c:pt>
                <c:pt idx="86">
                  <c:v>1.8247046897776587</c:v>
                </c:pt>
                <c:pt idx="87">
                  <c:v>1.8238718521186938</c:v>
                </c:pt>
                <c:pt idx="88">
                  <c:v>1.8238136278337216</c:v>
                </c:pt>
                <c:pt idx="89">
                  <c:v>1.8222292151869042</c:v>
                </c:pt>
                <c:pt idx="90">
                  <c:v>1.8221981133656151</c:v>
                </c:pt>
                <c:pt idx="91">
                  <c:v>1.821305480622623</c:v>
                </c:pt>
                <c:pt idx="92">
                  <c:v>1.8196218981954662</c:v>
                </c:pt>
                <c:pt idx="93">
                  <c:v>1.8196564557746762</c:v>
                </c:pt>
                <c:pt idx="94">
                  <c:v>1.8236214667493256</c:v>
                </c:pt>
                <c:pt idx="95">
                  <c:v>1.8289355846723523</c:v>
                </c:pt>
                <c:pt idx="96">
                  <c:v>1.8306137216627851</c:v>
                </c:pt>
                <c:pt idx="97">
                  <c:v>1.8291671204530604</c:v>
                </c:pt>
                <c:pt idx="98">
                  <c:v>1.8260730651944441</c:v>
                </c:pt>
                <c:pt idx="99">
                  <c:v>1.8250185354288491</c:v>
                </c:pt>
                <c:pt idx="100">
                  <c:v>1.8232964160648761</c:v>
                </c:pt>
                <c:pt idx="101">
                  <c:v>1.8214985841864517</c:v>
                </c:pt>
                <c:pt idx="102">
                  <c:v>1.8221993700048591</c:v>
                </c:pt>
                <c:pt idx="103">
                  <c:v>1.8238588668465057</c:v>
                </c:pt>
                <c:pt idx="104">
                  <c:v>1.8271235108824959</c:v>
                </c:pt>
                <c:pt idx="105">
                  <c:v>1.8287604929376875</c:v>
                </c:pt>
                <c:pt idx="106">
                  <c:v>1.8286035177521238</c:v>
                </c:pt>
                <c:pt idx="107">
                  <c:v>1.8274465718881423</c:v>
                </c:pt>
                <c:pt idx="108">
                  <c:v>1.8272414255315585</c:v>
                </c:pt>
                <c:pt idx="109">
                  <c:v>1.8274112812693732</c:v>
                </c:pt>
                <c:pt idx="110">
                  <c:v>1.8255581572642126</c:v>
                </c:pt>
                <c:pt idx="111">
                  <c:v>1.8253779342526348</c:v>
                </c:pt>
                <c:pt idx="112">
                  <c:v>1.827367927215455</c:v>
                </c:pt>
                <c:pt idx="113">
                  <c:v>1.8291639788549503</c:v>
                </c:pt>
                <c:pt idx="114">
                  <c:v>1.8278905844210245</c:v>
                </c:pt>
                <c:pt idx="115">
                  <c:v>1.8268492493674917</c:v>
                </c:pt>
                <c:pt idx="116">
                  <c:v>1.82713628671481</c:v>
                </c:pt>
                <c:pt idx="117">
                  <c:v>1.8285610014577016</c:v>
                </c:pt>
                <c:pt idx="118">
                  <c:v>1.8262507749275338</c:v>
                </c:pt>
                <c:pt idx="119">
                  <c:v>1.825007016235779</c:v>
                </c:pt>
                <c:pt idx="120">
                  <c:v>1.8277569617814118</c:v>
                </c:pt>
                <c:pt idx="121">
                  <c:v>1.8259797597305767</c:v>
                </c:pt>
                <c:pt idx="122">
                  <c:v>1.8225262009282375</c:v>
                </c:pt>
                <c:pt idx="123">
                  <c:v>1.8214553348524707</c:v>
                </c:pt>
                <c:pt idx="124">
                  <c:v>1.8194622002915404</c:v>
                </c:pt>
                <c:pt idx="125">
                  <c:v>1.8178355855101118</c:v>
                </c:pt>
                <c:pt idx="126">
                  <c:v>1.8207301492887422</c:v>
                </c:pt>
                <c:pt idx="127">
                  <c:v>1.8234532865305029</c:v>
                </c:pt>
                <c:pt idx="128">
                  <c:v>1.8233146373339142</c:v>
                </c:pt>
                <c:pt idx="129">
                  <c:v>1.8230003728029758</c:v>
                </c:pt>
                <c:pt idx="130">
                  <c:v>1.8225959444062798</c:v>
                </c:pt>
                <c:pt idx="131">
                  <c:v>1.8240111296349044</c:v>
                </c:pt>
                <c:pt idx="132">
                  <c:v>1.8239124834542499</c:v>
                </c:pt>
                <c:pt idx="133">
                  <c:v>1.8210677663656318</c:v>
                </c:pt>
                <c:pt idx="134">
                  <c:v>1.8193127649414407</c:v>
                </c:pt>
                <c:pt idx="135">
                  <c:v>1.8234577894877939</c:v>
                </c:pt>
                <c:pt idx="136">
                  <c:v>1.8289650109746494</c:v>
                </c:pt>
                <c:pt idx="137">
                  <c:v>1.8306987542516295</c:v>
                </c:pt>
                <c:pt idx="138">
                  <c:v>1.8314002731095957</c:v>
                </c:pt>
                <c:pt idx="139">
                  <c:v>1.8329639512088871</c:v>
                </c:pt>
                <c:pt idx="140">
                  <c:v>1.8320197962568907</c:v>
                </c:pt>
                <c:pt idx="141">
                  <c:v>1.8301825896821542</c:v>
                </c:pt>
                <c:pt idx="142">
                  <c:v>1.8286016327932577</c:v>
                </c:pt>
                <c:pt idx="143">
                  <c:v>1.826727774240571</c:v>
                </c:pt>
                <c:pt idx="144">
                  <c:v>1.8241447522745171</c:v>
                </c:pt>
                <c:pt idx="145">
                  <c:v>1.8212938567096157</c:v>
                </c:pt>
                <c:pt idx="146">
                  <c:v>1.8192251143541713</c:v>
                </c:pt>
                <c:pt idx="147">
                  <c:v>1.8193440762026039</c:v>
                </c:pt>
                <c:pt idx="148">
                  <c:v>1.8186906237957208</c:v>
                </c:pt>
                <c:pt idx="149">
                  <c:v>1.8184050525275204</c:v>
                </c:pt>
                <c:pt idx="150">
                  <c:v>1.8212809761573647</c:v>
                </c:pt>
                <c:pt idx="151">
                  <c:v>1.8245445729939849</c:v>
                </c:pt>
                <c:pt idx="152">
                  <c:v>1.8271290610391568</c:v>
                </c:pt>
                <c:pt idx="153">
                  <c:v>1.8306346656501853</c:v>
                </c:pt>
                <c:pt idx="154">
                  <c:v>1.8348088023390245</c:v>
                </c:pt>
                <c:pt idx="155">
                  <c:v>1.8348270236080626</c:v>
                </c:pt>
                <c:pt idx="156">
                  <c:v>1.8335128931186435</c:v>
                </c:pt>
                <c:pt idx="157">
                  <c:v>1.8350746862590688</c:v>
                </c:pt>
                <c:pt idx="158">
                  <c:v>1.8365648509625858</c:v>
                </c:pt>
                <c:pt idx="159">
                  <c:v>1.834015129936498</c:v>
                </c:pt>
                <c:pt idx="160">
                  <c:v>1.8282881013018784</c:v>
                </c:pt>
                <c:pt idx="161">
                  <c:v>1.8247060511368396</c:v>
                </c:pt>
                <c:pt idx="162">
                  <c:v>1.8250730945160263</c:v>
                </c:pt>
                <c:pt idx="163">
                  <c:v>1.8271941968399712</c:v>
                </c:pt>
                <c:pt idx="164">
                  <c:v>1.8294001223128864</c:v>
                </c:pt>
                <c:pt idx="165">
                  <c:v>1.8269873749643952</c:v>
                </c:pt>
                <c:pt idx="166">
                  <c:v>1.8246369359784194</c:v>
                </c:pt>
                <c:pt idx="167">
                  <c:v>1.8261682556171774</c:v>
                </c:pt>
                <c:pt idx="168">
                  <c:v>1.825426733743277</c:v>
                </c:pt>
                <c:pt idx="169">
                  <c:v>1.8239559422281053</c:v>
                </c:pt>
                <c:pt idx="170">
                  <c:v>1.8254726010756832</c:v>
                </c:pt>
                <c:pt idx="171">
                  <c:v>1.8276420840105223</c:v>
                </c:pt>
                <c:pt idx="172">
                  <c:v>1.8300040421895682</c:v>
                </c:pt>
                <c:pt idx="173">
                  <c:v>1.829728942915068</c:v>
                </c:pt>
                <c:pt idx="174">
                  <c:v>1.8268066283531323</c:v>
                </c:pt>
                <c:pt idx="175">
                  <c:v>1.8249747624951829</c:v>
                </c:pt>
                <c:pt idx="176">
                  <c:v>1.825620151466917</c:v>
                </c:pt>
                <c:pt idx="177">
                  <c:v>1.8248201958681702</c:v>
                </c:pt>
                <c:pt idx="178">
                  <c:v>1.824784067489905</c:v>
                </c:pt>
                <c:pt idx="179">
                  <c:v>1.8262998885779871</c:v>
                </c:pt>
                <c:pt idx="180">
                  <c:v>1.8266428463716637</c:v>
                </c:pt>
                <c:pt idx="181">
                  <c:v>1.8291624080558953</c:v>
                </c:pt>
                <c:pt idx="182">
                  <c:v>1.8329389231439439</c:v>
                </c:pt>
                <c:pt idx="183">
                  <c:v>1.8322941624918319</c:v>
                </c:pt>
                <c:pt idx="184">
                  <c:v>1.8295890370792354</c:v>
                </c:pt>
                <c:pt idx="185">
                  <c:v>1.8292160246636395</c:v>
                </c:pt>
                <c:pt idx="186">
                  <c:v>1.825204203877151</c:v>
                </c:pt>
                <c:pt idx="187">
                  <c:v>1.8224692332825092</c:v>
                </c:pt>
                <c:pt idx="188">
                  <c:v>1.8219010229043446</c:v>
                </c:pt>
                <c:pt idx="189">
                  <c:v>1.8217860404135182</c:v>
                </c:pt>
                <c:pt idx="190">
                  <c:v>1.823683042072282</c:v>
                </c:pt>
                <c:pt idx="191">
                  <c:v>1.8240542742489487</c:v>
                </c:pt>
                <c:pt idx="192">
                  <c:v>1.824344662634251</c:v>
                </c:pt>
                <c:pt idx="193">
                  <c:v>1.8249601017040029</c:v>
                </c:pt>
                <c:pt idx="194">
                  <c:v>1.8272123133890723</c:v>
                </c:pt>
                <c:pt idx="195">
                  <c:v>1.8252569827253993</c:v>
                </c:pt>
                <c:pt idx="196">
                  <c:v>1.8242836109109797</c:v>
                </c:pt>
                <c:pt idx="197">
                  <c:v>1.8266699688353467</c:v>
                </c:pt>
                <c:pt idx="198">
                  <c:v>1.8271472823081951</c:v>
                </c:pt>
                <c:pt idx="199">
                  <c:v>1.8260995593385052</c:v>
                </c:pt>
                <c:pt idx="200">
                  <c:v>1.8236311009835298</c:v>
                </c:pt>
                <c:pt idx="201">
                  <c:v>1.8233882554496255</c:v>
                </c:pt>
                <c:pt idx="202">
                  <c:v>1.8232989293433641</c:v>
                </c:pt>
                <c:pt idx="203">
                  <c:v>1.8239857874101504</c:v>
                </c:pt>
                <c:pt idx="204">
                  <c:v>1.8256805748705662</c:v>
                </c:pt>
                <c:pt idx="205">
                  <c:v>1.825644865372049</c:v>
                </c:pt>
                <c:pt idx="206">
                  <c:v>1.8236127749945545</c:v>
                </c:pt>
                <c:pt idx="207">
                  <c:v>1.8234046964797346</c:v>
                </c:pt>
                <c:pt idx="208">
                  <c:v>1.8220368446626343</c:v>
                </c:pt>
                <c:pt idx="209">
                  <c:v>1.8225315416450245</c:v>
                </c:pt>
                <c:pt idx="210">
                  <c:v>1.8256006735586348</c:v>
                </c:pt>
                <c:pt idx="211">
                  <c:v>1.8261401906740613</c:v>
                </c:pt>
                <c:pt idx="212">
                  <c:v>1.8275387254327029</c:v>
                </c:pt>
                <c:pt idx="213">
                  <c:v>1.8298162793425263</c:v>
                </c:pt>
                <c:pt idx="214">
                  <c:v>1.8322609662718028</c:v>
                </c:pt>
                <c:pt idx="215">
                  <c:v>1.8305771744047719</c:v>
                </c:pt>
                <c:pt idx="216">
                  <c:v>1.8280524814436272</c:v>
                </c:pt>
                <c:pt idx="217">
                  <c:v>1.8266295469396645</c:v>
                </c:pt>
                <c:pt idx="218">
                  <c:v>1.8255988933197058</c:v>
                </c:pt>
                <c:pt idx="219">
                  <c:v>1.825003246318047</c:v>
                </c:pt>
                <c:pt idx="220">
                  <c:v>1.8220693078431045</c:v>
                </c:pt>
                <c:pt idx="221">
                  <c:v>1.8201265435718714</c:v>
                </c:pt>
                <c:pt idx="222">
                  <c:v>1.8220547517718613</c:v>
                </c:pt>
                <c:pt idx="223">
                  <c:v>1.8248927667845116</c:v>
                </c:pt>
                <c:pt idx="224">
                  <c:v>1.8261691980966104</c:v>
                </c:pt>
                <c:pt idx="225">
                  <c:v>1.8262239666236617</c:v>
                </c:pt>
                <c:pt idx="226">
                  <c:v>1.8257693773771426</c:v>
                </c:pt>
                <c:pt idx="227">
                  <c:v>1.827144559589833</c:v>
                </c:pt>
                <c:pt idx="228">
                  <c:v>1.8281469388268017</c:v>
                </c:pt>
                <c:pt idx="229">
                  <c:v>1.8283580542197946</c:v>
                </c:pt>
                <c:pt idx="230">
                  <c:v>1.8292548757602667</c:v>
                </c:pt>
                <c:pt idx="231">
                  <c:v>1.8274010187155472</c:v>
                </c:pt>
                <c:pt idx="232">
                  <c:v>1.8263965450798385</c:v>
                </c:pt>
                <c:pt idx="233">
                  <c:v>1.825397621600791</c:v>
                </c:pt>
                <c:pt idx="234">
                  <c:v>1.82391038905551</c:v>
                </c:pt>
                <c:pt idx="235">
                  <c:v>1.825016545750046</c:v>
                </c:pt>
                <c:pt idx="236">
                  <c:v>1.8252732143156343</c:v>
                </c:pt>
                <c:pt idx="237">
                  <c:v>1.8271737764522562</c:v>
                </c:pt>
                <c:pt idx="238">
                  <c:v>1.8271986997972622</c:v>
                </c:pt>
                <c:pt idx="239">
                  <c:v>1.82539521304224</c:v>
                </c:pt>
                <c:pt idx="240">
                  <c:v>1.8281856852034919</c:v>
                </c:pt>
                <c:pt idx="241">
                  <c:v>1.8320881783757519</c:v>
                </c:pt>
                <c:pt idx="242">
                  <c:v>1.8308524831191462</c:v>
                </c:pt>
                <c:pt idx="243">
                  <c:v>1.8272063443526634</c:v>
                </c:pt>
                <c:pt idx="244">
                  <c:v>1.8263015640969791</c:v>
                </c:pt>
                <c:pt idx="245">
                  <c:v>1.8270178484660624</c:v>
                </c:pt>
                <c:pt idx="246">
                  <c:v>1.8266735293132048</c:v>
                </c:pt>
                <c:pt idx="247">
                  <c:v>1.8255028651374763</c:v>
                </c:pt>
                <c:pt idx="248">
                  <c:v>1.8253073530150965</c:v>
                </c:pt>
                <c:pt idx="249">
                  <c:v>1.8258964026607243</c:v>
                </c:pt>
                <c:pt idx="250">
                  <c:v>1.8247925498048021</c:v>
                </c:pt>
                <c:pt idx="251">
                  <c:v>1.8238833713117639</c:v>
                </c:pt>
                <c:pt idx="252">
                  <c:v>1.8243074870566158</c:v>
                </c:pt>
                <c:pt idx="253">
                  <c:v>1.8261324413987232</c:v>
                </c:pt>
                <c:pt idx="254">
                  <c:v>1.8271173324062129</c:v>
                </c:pt>
                <c:pt idx="255">
                  <c:v>1.8276766415897325</c:v>
                </c:pt>
                <c:pt idx="256">
                  <c:v>1.8277914146406851</c:v>
                </c:pt>
                <c:pt idx="257">
                  <c:v>1.8269739708124593</c:v>
                </c:pt>
                <c:pt idx="258">
                  <c:v>1.8245529505889451</c:v>
                </c:pt>
                <c:pt idx="259">
                  <c:v>1.8246964169026356</c:v>
                </c:pt>
                <c:pt idx="260">
                  <c:v>1.8264906883032019</c:v>
                </c:pt>
                <c:pt idx="261">
                  <c:v>1.829273934788801</c:v>
                </c:pt>
                <c:pt idx="262">
                  <c:v>1.8310173122999849</c:v>
                </c:pt>
                <c:pt idx="263">
                  <c:v>1.8304632391133153</c:v>
                </c:pt>
                <c:pt idx="264">
                  <c:v>1.829709465006786</c:v>
                </c:pt>
                <c:pt idx="265">
                  <c:v>1.8285771283279997</c:v>
                </c:pt>
                <c:pt idx="266">
                  <c:v>1.827379236968651</c:v>
                </c:pt>
                <c:pt idx="267">
                  <c:v>1.8274567297220314</c:v>
                </c:pt>
                <c:pt idx="268">
                  <c:v>1.8283215069617815</c:v>
                </c:pt>
                <c:pt idx="269">
                  <c:v>1.8281665214550207</c:v>
                </c:pt>
                <c:pt idx="270">
                  <c:v>1.8263322470385202</c:v>
                </c:pt>
                <c:pt idx="271">
                  <c:v>1.8236478561734497</c:v>
                </c:pt>
                <c:pt idx="272">
                  <c:v>1.8226818147546202</c:v>
                </c:pt>
                <c:pt idx="273">
                  <c:v>1.8218990332255416</c:v>
                </c:pt>
                <c:pt idx="274">
                  <c:v>1.8239955263642913</c:v>
                </c:pt>
                <c:pt idx="275">
                  <c:v>1.8254031717574519</c:v>
                </c:pt>
                <c:pt idx="276">
                  <c:v>1.826939413233249</c:v>
                </c:pt>
                <c:pt idx="277">
                  <c:v>1.8261059472546621</c:v>
                </c:pt>
                <c:pt idx="278">
                  <c:v>1.8242304131829834</c:v>
                </c:pt>
                <c:pt idx="279">
                  <c:v>1.8256103077928389</c:v>
                </c:pt>
                <c:pt idx="280">
                  <c:v>1.8256296809811841</c:v>
                </c:pt>
                <c:pt idx="281">
                  <c:v>1.8270698942747516</c:v>
                </c:pt>
                <c:pt idx="282">
                  <c:v>1.8318078431044016</c:v>
                </c:pt>
                <c:pt idx="283">
                  <c:v>1.832507791163313</c:v>
                </c:pt>
                <c:pt idx="284">
                  <c:v>1.8310961664125462</c:v>
                </c:pt>
                <c:pt idx="285">
                  <c:v>1.8283398329507565</c:v>
                </c:pt>
                <c:pt idx="286">
                  <c:v>1.8285157624449173</c:v>
                </c:pt>
                <c:pt idx="287">
                  <c:v>1.8267317535981771</c:v>
                </c:pt>
                <c:pt idx="288">
                  <c:v>1.828440573530151</c:v>
                </c:pt>
                <c:pt idx="289">
                  <c:v>1.8321200132366</c:v>
                </c:pt>
                <c:pt idx="290">
                  <c:v>1.8330451091600624</c:v>
                </c:pt>
                <c:pt idx="291">
                  <c:v>1.831010400784143</c:v>
                </c:pt>
                <c:pt idx="292">
                  <c:v>1.8296279928957995</c:v>
                </c:pt>
                <c:pt idx="293">
                  <c:v>1.8309809744818457</c:v>
                </c:pt>
                <c:pt idx="294">
                  <c:v>1.8314034147077058</c:v>
                </c:pt>
                <c:pt idx="295">
                  <c:v>1.8303037506492636</c:v>
                </c:pt>
                <c:pt idx="296">
                  <c:v>1.8314216359767439</c:v>
                </c:pt>
                <c:pt idx="297">
                  <c:v>1.8314996523298093</c:v>
                </c:pt>
                <c:pt idx="298">
                  <c:v>1.829074129149004</c:v>
                </c:pt>
                <c:pt idx="299">
                  <c:v>1.8286434160481209</c:v>
                </c:pt>
                <c:pt idx="300">
                  <c:v>1.829525157917665</c:v>
                </c:pt>
                <c:pt idx="301">
                  <c:v>1.8311176339996313</c:v>
                </c:pt>
                <c:pt idx="302">
                  <c:v>1.8304770621449995</c:v>
                </c:pt>
                <c:pt idx="303">
                  <c:v>1.8295487199034901</c:v>
                </c:pt>
                <c:pt idx="304">
                  <c:v>1.8286856181827322</c:v>
                </c:pt>
                <c:pt idx="305">
                  <c:v>1.8265965601595096</c:v>
                </c:pt>
                <c:pt idx="306">
                  <c:v>1.825839853894744</c:v>
                </c:pt>
                <c:pt idx="307">
                  <c:v>1.8270320903774944</c:v>
                </c:pt>
                <c:pt idx="308">
                  <c:v>1.8293763508871874</c:v>
                </c:pt>
                <c:pt idx="309">
                  <c:v>1.8294959410552418</c:v>
                </c:pt>
                <c:pt idx="310">
                  <c:v>1.8273901278420992</c:v>
                </c:pt>
                <c:pt idx="311">
                  <c:v>1.8275349555149709</c:v>
                </c:pt>
                <c:pt idx="312">
                  <c:v>1.8304727686275823</c:v>
                </c:pt>
                <c:pt idx="313">
                  <c:v>1.8358654265033594</c:v>
                </c:pt>
                <c:pt idx="314">
                  <c:v>1.8373154834710053</c:v>
                </c:pt>
                <c:pt idx="315">
                  <c:v>1.8345582075297824</c:v>
                </c:pt>
                <c:pt idx="316">
                  <c:v>1.8329205971549687</c:v>
                </c:pt>
                <c:pt idx="317">
                  <c:v>1.8304297287334752</c:v>
                </c:pt>
                <c:pt idx="318">
                  <c:v>1.8293680780121644</c:v>
                </c:pt>
                <c:pt idx="319">
                  <c:v>1.8283737622103446</c:v>
                </c:pt>
                <c:pt idx="320">
                  <c:v>1.8290440745270848</c:v>
                </c:pt>
                <c:pt idx="321">
                  <c:v>1.832769067406129</c:v>
                </c:pt>
                <c:pt idx="322">
                  <c:v>1.8327957709900642</c:v>
                </c:pt>
                <c:pt idx="323">
                  <c:v>1.8324030712263124</c:v>
                </c:pt>
                <c:pt idx="324">
                  <c:v>1.8317384137861703</c:v>
                </c:pt>
                <c:pt idx="325">
                  <c:v>1.8311160632005765</c:v>
                </c:pt>
                <c:pt idx="326">
                  <c:v>1.8320808479801618</c:v>
                </c:pt>
                <c:pt idx="327">
                  <c:v>1.8347878583516244</c:v>
                </c:pt>
                <c:pt idx="328">
                  <c:v>1.8346326634049896</c:v>
                </c:pt>
                <c:pt idx="329">
                  <c:v>1.827801572474574</c:v>
                </c:pt>
                <c:pt idx="330">
                  <c:v>1.8257060218152574</c:v>
                </c:pt>
                <c:pt idx="331">
                  <c:v>1.8270216183837944</c:v>
                </c:pt>
                <c:pt idx="332">
                  <c:v>1.8285808982457317</c:v>
                </c:pt>
                <c:pt idx="333">
                  <c:v>1.830386374679557</c:v>
                </c:pt>
                <c:pt idx="334">
                  <c:v>1.8325613030511201</c:v>
                </c:pt>
                <c:pt idx="335">
                  <c:v>1.8347497402945563</c:v>
                </c:pt>
                <c:pt idx="336">
                  <c:v>1.8346767504984669</c:v>
                </c:pt>
                <c:pt idx="337">
                  <c:v>1.8315978796307157</c:v>
                </c:pt>
                <c:pt idx="338">
                  <c:v>1.8299352411909589</c:v>
                </c:pt>
                <c:pt idx="339">
                  <c:v>1.8310167887002999</c:v>
                </c:pt>
                <c:pt idx="340">
                  <c:v>1.8297487349831612</c:v>
                </c:pt>
                <c:pt idx="341">
                  <c:v>1.8283348063937805</c:v>
                </c:pt>
                <c:pt idx="342">
                  <c:v>1.8294660958731968</c:v>
                </c:pt>
                <c:pt idx="343">
                  <c:v>1.8310558492368012</c:v>
                </c:pt>
                <c:pt idx="344">
                  <c:v>1.8336383476031701</c:v>
                </c:pt>
                <c:pt idx="345">
                  <c:v>1.834705757921016</c:v>
                </c:pt>
                <c:pt idx="346">
                  <c:v>1.835339418259806</c:v>
                </c:pt>
                <c:pt idx="347">
                  <c:v>1.8368030888192619</c:v>
                </c:pt>
                <c:pt idx="348">
                  <c:v>1.8335235745522176</c:v>
                </c:pt>
                <c:pt idx="349">
                  <c:v>1.8292107886667897</c:v>
                </c:pt>
                <c:pt idx="350">
                  <c:v>1.8287877201213076</c:v>
                </c:pt>
                <c:pt idx="351">
                  <c:v>1.8301723271283281</c:v>
                </c:pt>
                <c:pt idx="352">
                  <c:v>1.8300716912688706</c:v>
                </c:pt>
                <c:pt idx="353">
                  <c:v>1.8315638456511905</c:v>
                </c:pt>
                <c:pt idx="354">
                  <c:v>1.833629865288273</c:v>
                </c:pt>
                <c:pt idx="355">
                  <c:v>1.8336046277834559</c:v>
                </c:pt>
                <c:pt idx="356">
                  <c:v>1.8312984853308312</c:v>
                </c:pt>
                <c:pt idx="357">
                  <c:v>1.8301276117152288</c:v>
                </c:pt>
                <c:pt idx="358">
                  <c:v>1.8289127557260862</c:v>
                </c:pt>
                <c:pt idx="359">
                  <c:v>1.8278733056314194</c:v>
                </c:pt>
                <c:pt idx="360">
                  <c:v>1.8274564155622204</c:v>
                </c:pt>
                <c:pt idx="361">
                  <c:v>1.8267034792151871</c:v>
                </c:pt>
                <c:pt idx="362">
                  <c:v>1.8252076596350719</c:v>
                </c:pt>
                <c:pt idx="363">
                  <c:v>1.8257425690732705</c:v>
                </c:pt>
                <c:pt idx="364">
                  <c:v>1.8253833796893588</c:v>
                </c:pt>
                <c:pt idx="365">
                  <c:v>1.8270434001306906</c:v>
                </c:pt>
                <c:pt idx="366">
                  <c:v>1.8282490407653771</c:v>
                </c:pt>
                <c:pt idx="367">
                  <c:v>1.8280138397868739</c:v>
                </c:pt>
                <c:pt idx="368">
                  <c:v>1.8287866729219375</c:v>
                </c:pt>
                <c:pt idx="369">
                  <c:v>1.829927910795369</c:v>
                </c:pt>
                <c:pt idx="370">
                  <c:v>1.830611941423856</c:v>
                </c:pt>
                <c:pt idx="371">
                  <c:v>1.8311067431261834</c:v>
                </c:pt>
                <c:pt idx="372">
                  <c:v>1.832972014644036</c:v>
                </c:pt>
                <c:pt idx="373">
                  <c:v>1.8340355503242129</c:v>
                </c:pt>
                <c:pt idx="374">
                  <c:v>1.8341664502454635</c:v>
                </c:pt>
                <c:pt idx="375">
                  <c:v>1.8342932660891711</c:v>
                </c:pt>
                <c:pt idx="376">
                  <c:v>1.8355728389993802</c:v>
                </c:pt>
                <c:pt idx="377">
                  <c:v>1.8352269490474675</c:v>
                </c:pt>
                <c:pt idx="378">
                  <c:v>1.8330174630966942</c:v>
                </c:pt>
                <c:pt idx="379">
                  <c:v>1.8344711852621349</c:v>
                </c:pt>
                <c:pt idx="380">
                  <c:v>1.8377096493138749</c:v>
                </c:pt>
                <c:pt idx="381">
                  <c:v>1.8364236884875091</c:v>
                </c:pt>
                <c:pt idx="382">
                  <c:v>1.8316498207194678</c:v>
                </c:pt>
                <c:pt idx="383">
                  <c:v>1.8273814360873282</c:v>
                </c:pt>
                <c:pt idx="384">
                  <c:v>1.8267683008561904</c:v>
                </c:pt>
                <c:pt idx="385">
                  <c:v>1.8264654507983848</c:v>
                </c:pt>
                <c:pt idx="386">
                  <c:v>1.8250058643164722</c:v>
                </c:pt>
                <c:pt idx="387">
                  <c:v>1.8255100908131294</c:v>
                </c:pt>
                <c:pt idx="388">
                  <c:v>1.8269805681684903</c:v>
                </c:pt>
                <c:pt idx="389">
                  <c:v>1.8287808086054655</c:v>
                </c:pt>
                <c:pt idx="390">
                  <c:v>1.8291710998106665</c:v>
                </c:pt>
                <c:pt idx="391">
                  <c:v>1.828849923763886</c:v>
                </c:pt>
                <c:pt idx="392">
                  <c:v>1.8281841144044368</c:v>
                </c:pt>
                <c:pt idx="393">
                  <c:v>1.8272564004825496</c:v>
                </c:pt>
                <c:pt idx="394">
                  <c:v>1.8259867759663557</c:v>
                </c:pt>
                <c:pt idx="395">
                  <c:v>1.8236102617160665</c:v>
                </c:pt>
                <c:pt idx="396">
                  <c:v>1.8223873422917749</c:v>
                </c:pt>
                <c:pt idx="397">
                  <c:v>1.8269542834643031</c:v>
                </c:pt>
                <c:pt idx="398">
                  <c:v>1.8296925003769917</c:v>
                </c:pt>
                <c:pt idx="399">
                  <c:v>1.8289392498701473</c:v>
                </c:pt>
                <c:pt idx="400">
                  <c:v>1.8264685923964949</c:v>
                </c:pt>
                <c:pt idx="401">
                  <c:v>1.8231865648509626</c:v>
                </c:pt>
                <c:pt idx="402">
                  <c:v>1.8221063787008027</c:v>
                </c:pt>
                <c:pt idx="403">
                  <c:v>1.8264441926511736</c:v>
                </c:pt>
                <c:pt idx="404">
                  <c:v>1.8309846396796408</c:v>
                </c:pt>
                <c:pt idx="405">
                  <c:v>1.835351879932309</c:v>
                </c:pt>
                <c:pt idx="406">
                  <c:v>1.8372291942429169</c:v>
                </c:pt>
                <c:pt idx="407">
                  <c:v>1.8341087495601762</c:v>
                </c:pt>
                <c:pt idx="408">
                  <c:v>1.8311804659618318</c:v>
                </c:pt>
                <c:pt idx="409">
                  <c:v>1.8306708987483873</c:v>
                </c:pt>
                <c:pt idx="410">
                  <c:v>1.8324792026205117</c:v>
                </c:pt>
                <c:pt idx="411">
                  <c:v>1.8334980228875895</c:v>
                </c:pt>
                <c:pt idx="412">
                  <c:v>1.8319023004875761</c:v>
                </c:pt>
                <c:pt idx="413">
                  <c:v>1.8307228398371396</c:v>
                </c:pt>
                <c:pt idx="414">
                  <c:v>1.8324335447279796</c:v>
                </c:pt>
                <c:pt idx="415">
                  <c:v>1.8324087261029105</c:v>
                </c:pt>
                <c:pt idx="416">
                  <c:v>1.8306200048590051</c:v>
                </c:pt>
                <c:pt idx="417">
                  <c:v>1.8306491170014914</c:v>
                </c:pt>
                <c:pt idx="418">
                  <c:v>1.8294432669269307</c:v>
                </c:pt>
                <c:pt idx="419">
                  <c:v>1.8298643457936097</c:v>
                </c:pt>
                <c:pt idx="420">
                  <c:v>1.8319335070288023</c:v>
                </c:pt>
                <c:pt idx="421">
                  <c:v>1.8283774274081397</c:v>
                </c:pt>
                <c:pt idx="422">
                  <c:v>1.8267774114907094</c:v>
                </c:pt>
                <c:pt idx="423">
                  <c:v>1.8279869267630648</c:v>
                </c:pt>
                <c:pt idx="424">
                  <c:v>1.827807332071109</c:v>
                </c:pt>
                <c:pt idx="425">
                  <c:v>1.8263712028550845</c:v>
                </c:pt>
                <c:pt idx="426">
                  <c:v>1.82498324481008</c:v>
                </c:pt>
                <c:pt idx="427">
                  <c:v>1.8257358669973025</c:v>
                </c:pt>
                <c:pt idx="428">
                  <c:v>1.8291750791682724</c:v>
                </c:pt>
                <c:pt idx="429">
                  <c:v>1.830609323425431</c:v>
                </c:pt>
                <c:pt idx="430">
                  <c:v>1.8321223170752141</c:v>
                </c:pt>
                <c:pt idx="431">
                  <c:v>1.8323961597104703</c:v>
                </c:pt>
                <c:pt idx="432">
                  <c:v>1.8323773101218104</c:v>
                </c:pt>
                <c:pt idx="433">
                  <c:v>1.8324993088484158</c:v>
                </c:pt>
                <c:pt idx="434">
                  <c:v>1.8330173583767573</c:v>
                </c:pt>
                <c:pt idx="435">
                  <c:v>1.8339590000502657</c:v>
                </c:pt>
                <c:pt idx="436">
                  <c:v>1.832099592848885</c:v>
                </c:pt>
                <c:pt idx="437">
                  <c:v>1.8324040137057453</c:v>
                </c:pt>
                <c:pt idx="438">
                  <c:v>1.8338289378885111</c:v>
                </c:pt>
                <c:pt idx="439">
                  <c:v>1.8310729185865322</c:v>
                </c:pt>
                <c:pt idx="440">
                  <c:v>1.8303850133203761</c:v>
                </c:pt>
                <c:pt idx="441">
                  <c:v>1.8277596844997739</c:v>
                </c:pt>
                <c:pt idx="442">
                  <c:v>1.8240648509625856</c:v>
                </c:pt>
                <c:pt idx="443">
                  <c:v>1.8244778663941157</c:v>
                </c:pt>
                <c:pt idx="444">
                  <c:v>1.8265744642528023</c:v>
                </c:pt>
                <c:pt idx="445">
                  <c:v>1.8296359516110114</c:v>
                </c:pt>
                <c:pt idx="446">
                  <c:v>1.8346079494998577</c:v>
                </c:pt>
                <c:pt idx="447">
                  <c:v>1.8384167183285023</c:v>
                </c:pt>
                <c:pt idx="448">
                  <c:v>1.8387368471759127</c:v>
                </c:pt>
                <c:pt idx="449">
                  <c:v>1.8365861091097968</c:v>
                </c:pt>
                <c:pt idx="450">
                  <c:v>1.8355233064691789</c:v>
                </c:pt>
                <c:pt idx="451">
                  <c:v>1.8324469488799155</c:v>
                </c:pt>
                <c:pt idx="452">
                  <c:v>1.8316326466497999</c:v>
                </c:pt>
                <c:pt idx="453">
                  <c:v>1.8353775363168743</c:v>
                </c:pt>
                <c:pt idx="454">
                  <c:v>1.8352324992041285</c:v>
                </c:pt>
                <c:pt idx="455">
                  <c:v>1.8346706767421208</c:v>
                </c:pt>
                <c:pt idx="456">
                  <c:v>1.8339686342844697</c:v>
                </c:pt>
                <c:pt idx="457">
                  <c:v>1.8358046889398991</c:v>
                </c:pt>
                <c:pt idx="458">
                  <c:v>1.8375549779669254</c:v>
                </c:pt>
                <c:pt idx="459">
                  <c:v>1.8386125446106931</c:v>
                </c:pt>
                <c:pt idx="460">
                  <c:v>1.8382116766918553</c:v>
                </c:pt>
                <c:pt idx="461">
                  <c:v>1.8375953998626076</c:v>
                </c:pt>
                <c:pt idx="462">
                  <c:v>1.8365113390747785</c:v>
                </c:pt>
                <c:pt idx="463">
                  <c:v>1.8356430013571705</c:v>
                </c:pt>
                <c:pt idx="464">
                  <c:v>1.8353042323609738</c:v>
                </c:pt>
                <c:pt idx="465">
                  <c:v>1.8348884942110819</c:v>
                </c:pt>
                <c:pt idx="466">
                  <c:v>1.8341008955649012</c:v>
                </c:pt>
                <c:pt idx="467">
                  <c:v>1.8326487441985155</c:v>
                </c:pt>
                <c:pt idx="468">
                  <c:v>1.827368764974951</c:v>
                </c:pt>
                <c:pt idx="469">
                  <c:v>1.8264567590436138</c:v>
                </c:pt>
                <c:pt idx="470">
                  <c:v>1.8290401998894157</c:v>
                </c:pt>
                <c:pt idx="471">
                  <c:v>1.8277942420789841</c:v>
                </c:pt>
                <c:pt idx="472">
                  <c:v>1.8272863503845316</c:v>
                </c:pt>
                <c:pt idx="473">
                  <c:v>1.8252910167049243</c:v>
                </c:pt>
                <c:pt idx="474">
                  <c:v>1.824969526498333</c:v>
                </c:pt>
                <c:pt idx="475">
                  <c:v>1.8272215287435283</c:v>
                </c:pt>
                <c:pt idx="476">
                  <c:v>1.8314113734229178</c:v>
                </c:pt>
                <c:pt idx="477">
                  <c:v>1.8346457533971148</c:v>
                </c:pt>
                <c:pt idx="478">
                  <c:v>1.8346358050030998</c:v>
                </c:pt>
                <c:pt idx="479">
                  <c:v>1.8333527763349697</c:v>
                </c:pt>
                <c:pt idx="480">
                  <c:v>1.833816999815693</c:v>
                </c:pt>
                <c:pt idx="481">
                  <c:v>1.8356484467938945</c:v>
                </c:pt>
                <c:pt idx="482">
                  <c:v>1.8382716812157567</c:v>
                </c:pt>
                <c:pt idx="483">
                  <c:v>1.8386216552452121</c:v>
                </c:pt>
                <c:pt idx="484">
                  <c:v>1.8348383333612588</c:v>
                </c:pt>
                <c:pt idx="485">
                  <c:v>1.8327894877938442</c:v>
                </c:pt>
                <c:pt idx="486">
                  <c:v>1.8324884179749679</c:v>
                </c:pt>
                <c:pt idx="487">
                  <c:v>1.8328770336611766</c:v>
                </c:pt>
                <c:pt idx="488">
                  <c:v>1.8312137669017978</c:v>
                </c:pt>
                <c:pt idx="489">
                  <c:v>1.8325379505051691</c:v>
                </c:pt>
                <c:pt idx="490">
                  <c:v>1.8341681257644555</c:v>
                </c:pt>
                <c:pt idx="491">
                  <c:v>1.8352199328116885</c:v>
                </c:pt>
                <c:pt idx="492">
                  <c:v>1.8355105306368649</c:v>
                </c:pt>
                <c:pt idx="493">
                  <c:v>1.8331569500527789</c:v>
                </c:pt>
                <c:pt idx="494">
                  <c:v>1.8342300152472228</c:v>
                </c:pt>
                <c:pt idx="495">
                  <c:v>1.8361338237018918</c:v>
                </c:pt>
                <c:pt idx="496">
                  <c:v>1.832520148115879</c:v>
                </c:pt>
                <c:pt idx="497">
                  <c:v>1.8299810038034281</c:v>
                </c:pt>
                <c:pt idx="498">
                  <c:v>1.8312895841361863</c:v>
                </c:pt>
                <c:pt idx="499">
                  <c:v>1.8328620587101856</c:v>
                </c:pt>
                <c:pt idx="500">
                  <c:v>1.8324851716569208</c:v>
                </c:pt>
                <c:pt idx="501">
                  <c:v>1.829502747851147</c:v>
                </c:pt>
                <c:pt idx="502">
                  <c:v>1.8288792453462461</c:v>
                </c:pt>
                <c:pt idx="503">
                  <c:v>1.8321832640785485</c:v>
                </c:pt>
                <c:pt idx="504">
                  <c:v>1.8331918217918</c:v>
                </c:pt>
                <c:pt idx="505">
                  <c:v>1.8310914540153813</c:v>
                </c:pt>
                <c:pt idx="506">
                  <c:v>1.8321939455121223</c:v>
                </c:pt>
                <c:pt idx="507">
                  <c:v>1.8332461714391033</c:v>
                </c:pt>
                <c:pt idx="508">
                  <c:v>1.8339483186166916</c:v>
                </c:pt>
                <c:pt idx="509">
                  <c:v>1.834240173081112</c:v>
                </c:pt>
                <c:pt idx="510">
                  <c:v>1.8361712087194009</c:v>
                </c:pt>
                <c:pt idx="511">
                  <c:v>1.8363632650838597</c:v>
                </c:pt>
                <c:pt idx="512">
                  <c:v>1.8331873188345091</c:v>
                </c:pt>
                <c:pt idx="513">
                  <c:v>1.8297770093661512</c:v>
                </c:pt>
                <c:pt idx="514">
                  <c:v>1.8306493264413652</c:v>
                </c:pt>
                <c:pt idx="515">
                  <c:v>1.8343964152271166</c:v>
                </c:pt>
                <c:pt idx="516">
                  <c:v>1.8364633773436323</c:v>
                </c:pt>
                <c:pt idx="517">
                  <c:v>1.8358635415444935</c:v>
                </c:pt>
                <c:pt idx="518">
                  <c:v>1.8361313104234036</c:v>
                </c:pt>
                <c:pt idx="519">
                  <c:v>1.8364891384481343</c:v>
                </c:pt>
                <c:pt idx="520">
                  <c:v>1.8332494177571503</c:v>
                </c:pt>
                <c:pt idx="521">
                  <c:v>1.8280921702997504</c:v>
                </c:pt>
                <c:pt idx="522">
                  <c:v>1.8264278563410017</c:v>
                </c:pt>
                <c:pt idx="523">
                  <c:v>1.8279543588626577</c:v>
                </c:pt>
                <c:pt idx="524">
                  <c:v>1.8277161210059816</c:v>
                </c:pt>
                <c:pt idx="525">
                  <c:v>1.8277668054554899</c:v>
                </c:pt>
                <c:pt idx="526">
                  <c:v>1.8275771576495821</c:v>
                </c:pt>
                <c:pt idx="527">
                  <c:v>1.8272792294288156</c:v>
                </c:pt>
                <c:pt idx="528">
                  <c:v>1.8270952364995057</c:v>
                </c:pt>
                <c:pt idx="529">
                  <c:v>1.8274635365179366</c:v>
                </c:pt>
                <c:pt idx="530">
                  <c:v>1.830595605113684</c:v>
                </c:pt>
                <c:pt idx="531">
                  <c:v>1.8322245237337265</c:v>
                </c:pt>
                <c:pt idx="532">
                  <c:v>1.8313201623577904</c:v>
                </c:pt>
                <c:pt idx="533">
                  <c:v>1.8313519972186385</c:v>
                </c:pt>
                <c:pt idx="534">
                  <c:v>1.8309573077760837</c:v>
                </c:pt>
                <c:pt idx="535">
                  <c:v>1.8311322947908115</c:v>
                </c:pt>
                <c:pt idx="536">
                  <c:v>1.8328373448050534</c:v>
                </c:pt>
                <c:pt idx="537">
                  <c:v>1.8381051765159258</c:v>
                </c:pt>
                <c:pt idx="538">
                  <c:v>1.8416297354355513</c:v>
                </c:pt>
                <c:pt idx="539">
                  <c:v>1.8420992996330614</c:v>
                </c:pt>
                <c:pt idx="540">
                  <c:v>1.8398631100983529</c:v>
                </c:pt>
                <c:pt idx="541">
                  <c:v>1.8373699378382455</c:v>
                </c:pt>
                <c:pt idx="542">
                  <c:v>1.8376631536618468</c:v>
                </c:pt>
                <c:pt idx="543">
                  <c:v>1.835322767789823</c:v>
                </c:pt>
                <c:pt idx="544">
                  <c:v>1.8330142167786472</c:v>
                </c:pt>
                <c:pt idx="545">
                  <c:v>1.8323478838195131</c:v>
                </c:pt>
                <c:pt idx="546">
                  <c:v>1.8356370323207614</c:v>
                </c:pt>
                <c:pt idx="547">
                  <c:v>1.8365579394467437</c:v>
                </c:pt>
                <c:pt idx="548">
                  <c:v>1.8340457081581021</c:v>
                </c:pt>
                <c:pt idx="549">
                  <c:v>1.829511439605918</c:v>
                </c:pt>
                <c:pt idx="550">
                  <c:v>1.8270440284503124</c:v>
                </c:pt>
                <c:pt idx="551">
                  <c:v>1.8252844193488933</c:v>
                </c:pt>
                <c:pt idx="552">
                  <c:v>1.8234740210780289</c:v>
                </c:pt>
                <c:pt idx="553">
                  <c:v>1.8275999865958481</c:v>
                </c:pt>
                <c:pt idx="554">
                  <c:v>1.8298823576227736</c:v>
                </c:pt>
                <c:pt idx="555">
                  <c:v>1.8308538444783271</c:v>
                </c:pt>
                <c:pt idx="556">
                  <c:v>1.830821067138046</c:v>
                </c:pt>
                <c:pt idx="557">
                  <c:v>1.8319387430256522</c:v>
                </c:pt>
                <c:pt idx="558">
                  <c:v>1.8329186074761659</c:v>
                </c:pt>
                <c:pt idx="559">
                  <c:v>1.8329019570061826</c:v>
                </c:pt>
                <c:pt idx="560">
                  <c:v>1.8325224519544929</c:v>
                </c:pt>
                <c:pt idx="561">
                  <c:v>1.8319680646080123</c:v>
                </c:pt>
                <c:pt idx="562">
                  <c:v>1.8318133932610627</c:v>
                </c:pt>
                <c:pt idx="563">
                  <c:v>1.8343080316002882</c:v>
                </c:pt>
                <c:pt idx="564">
                  <c:v>1.8370593385051019</c:v>
                </c:pt>
                <c:pt idx="565">
                  <c:v>1.8386506626677614</c:v>
                </c:pt>
                <c:pt idx="566">
                  <c:v>1.8374834542499539</c:v>
                </c:pt>
                <c:pt idx="567">
                  <c:v>1.8340622539081481</c:v>
                </c:pt>
                <c:pt idx="568">
                  <c:v>1.8332995786069735</c:v>
                </c:pt>
                <c:pt idx="569">
                  <c:v>1.8349030502823249</c:v>
                </c:pt>
                <c:pt idx="570">
                  <c:v>1.8368073823366788</c:v>
                </c:pt>
                <c:pt idx="571">
                  <c:v>1.8396267572005429</c:v>
                </c:pt>
                <c:pt idx="572">
                  <c:v>1.8415254343782987</c:v>
                </c:pt>
                <c:pt idx="573">
                  <c:v>1.8404164502454636</c:v>
                </c:pt>
                <c:pt idx="574">
                  <c:v>1.8391938449809828</c:v>
                </c:pt>
                <c:pt idx="575">
                  <c:v>1.8387309828594407</c:v>
                </c:pt>
                <c:pt idx="576">
                  <c:v>1.8386655328988155</c:v>
                </c:pt>
                <c:pt idx="577">
                  <c:v>1.8372371529581288</c:v>
                </c:pt>
                <c:pt idx="578">
                  <c:v>1.8369751436757535</c:v>
                </c:pt>
                <c:pt idx="579">
                  <c:v>1.834465216225726</c:v>
                </c:pt>
                <c:pt idx="580">
                  <c:v>1.8336071410619439</c:v>
                </c:pt>
                <c:pt idx="581">
                  <c:v>1.8364709171790963</c:v>
                </c:pt>
                <c:pt idx="582">
                  <c:v>1.8351676775631252</c:v>
                </c:pt>
                <c:pt idx="583">
                  <c:v>1.8344296114471459</c:v>
                </c:pt>
                <c:pt idx="584">
                  <c:v>1.8346288934872577</c:v>
                </c:pt>
                <c:pt idx="585">
                  <c:v>1.8359481552535899</c:v>
                </c:pt>
                <c:pt idx="586">
                  <c:v>1.8345108741182581</c:v>
                </c:pt>
                <c:pt idx="587">
                  <c:v>1.8300258239364644</c:v>
                </c:pt>
                <c:pt idx="588">
                  <c:v>1.8299369167099508</c:v>
                </c:pt>
                <c:pt idx="589">
                  <c:v>1.8339128185580484</c:v>
                </c:pt>
                <c:pt idx="590">
                  <c:v>1.8365147948326994</c:v>
                </c:pt>
                <c:pt idx="591">
                  <c:v>1.8358460533150143</c:v>
                </c:pt>
                <c:pt idx="592">
                  <c:v>1.8314532613977179</c:v>
                </c:pt>
                <c:pt idx="593">
                  <c:v>1.8279648308563579</c:v>
                </c:pt>
                <c:pt idx="594">
                  <c:v>1.827167493256036</c:v>
                </c:pt>
                <c:pt idx="595">
                  <c:v>1.8288646892750029</c:v>
                </c:pt>
                <c:pt idx="596">
                  <c:v>1.8305242908365866</c:v>
                </c:pt>
                <c:pt idx="597">
                  <c:v>1.831239213846489</c:v>
                </c:pt>
                <c:pt idx="598">
                  <c:v>1.8314300135717039</c:v>
                </c:pt>
                <c:pt idx="599">
                  <c:v>1.8305579059363639</c:v>
                </c:pt>
                <c:pt idx="600">
                  <c:v>1.8314942068930851</c:v>
                </c:pt>
                <c:pt idx="601">
                  <c:v>1.8303383082284739</c:v>
                </c:pt>
                <c:pt idx="602">
                  <c:v>1.8280847351842233</c:v>
                </c:pt>
                <c:pt idx="603">
                  <c:v>1.8299775480455072</c:v>
                </c:pt>
                <c:pt idx="604">
                  <c:v>1.8337111279593854</c:v>
                </c:pt>
                <c:pt idx="605">
                  <c:v>1.8332143365782552</c:v>
                </c:pt>
                <c:pt idx="606">
                  <c:v>1.8317883651961195</c:v>
                </c:pt>
                <c:pt idx="607">
                  <c:v>1.833622325452809</c:v>
                </c:pt>
                <c:pt idx="608">
                  <c:v>1.8354162826935643</c:v>
                </c:pt>
                <c:pt idx="609">
                  <c:v>1.8349472420957391</c:v>
                </c:pt>
                <c:pt idx="610">
                  <c:v>1.8330274114907092</c:v>
                </c:pt>
                <c:pt idx="611">
                  <c:v>1.8321336268284101</c:v>
                </c:pt>
                <c:pt idx="612">
                  <c:v>1.8320658730291708</c:v>
                </c:pt>
                <c:pt idx="613">
                  <c:v>1.8309788800831057</c:v>
                </c:pt>
                <c:pt idx="614">
                  <c:v>1.8320042977062145</c:v>
                </c:pt>
                <c:pt idx="615">
                  <c:v>1.8332949709297455</c:v>
                </c:pt>
                <c:pt idx="616">
                  <c:v>1.833610177940117</c:v>
                </c:pt>
                <c:pt idx="617">
                  <c:v>1.8343821733156846</c:v>
                </c:pt>
                <c:pt idx="618">
                  <c:v>1.8335487073370977</c:v>
                </c:pt>
                <c:pt idx="619">
                  <c:v>1.8315637409312535</c:v>
                </c:pt>
                <c:pt idx="620">
                  <c:v>1.8300104301057254</c:v>
                </c:pt>
                <c:pt idx="621">
                  <c:v>1.8308721704673023</c:v>
                </c:pt>
                <c:pt idx="622">
                  <c:v>1.8300990231724277</c:v>
                </c:pt>
                <c:pt idx="623">
                  <c:v>1.8312017241090428</c:v>
                </c:pt>
                <c:pt idx="624">
                  <c:v>1.8345502488145704</c:v>
                </c:pt>
                <c:pt idx="625">
                  <c:v>1.8345648048858134</c:v>
                </c:pt>
                <c:pt idx="626">
                  <c:v>1.830355168138331</c:v>
                </c:pt>
                <c:pt idx="627">
                  <c:v>1.8300628947941626</c:v>
                </c:pt>
                <c:pt idx="628">
                  <c:v>1.8310709289077292</c:v>
                </c:pt>
                <c:pt idx="629">
                  <c:v>1.8321924794330045</c:v>
                </c:pt>
                <c:pt idx="630">
                  <c:v>1.8341072834810583</c:v>
                </c:pt>
                <c:pt idx="631">
                  <c:v>1.8352096702578624</c:v>
                </c:pt>
                <c:pt idx="632">
                  <c:v>1.8349410636194561</c:v>
                </c:pt>
                <c:pt idx="633">
                  <c:v>1.8315043647269742</c:v>
                </c:pt>
                <c:pt idx="634">
                  <c:v>1.8301084479667578</c:v>
                </c:pt>
                <c:pt idx="635">
                  <c:v>1.8294740545884087</c:v>
                </c:pt>
                <c:pt idx="636">
                  <c:v>1.8295329071930031</c:v>
                </c:pt>
                <c:pt idx="637">
                  <c:v>1.8310548020374311</c:v>
                </c:pt>
                <c:pt idx="638">
                  <c:v>1.8273959921585712</c:v>
                </c:pt>
                <c:pt idx="639">
                  <c:v>1.8255743888544478</c:v>
                </c:pt>
                <c:pt idx="640">
                  <c:v>1.8259609101419165</c:v>
                </c:pt>
                <c:pt idx="641">
                  <c:v>1.8252778219928623</c:v>
                </c:pt>
                <c:pt idx="642">
                  <c:v>1.8262317158989998</c:v>
                </c:pt>
                <c:pt idx="643">
                  <c:v>1.8249322462007607</c:v>
                </c:pt>
                <c:pt idx="644">
                  <c:v>1.8247158948109177</c:v>
                </c:pt>
                <c:pt idx="645">
                  <c:v>1.8245742087361561</c:v>
                </c:pt>
                <c:pt idx="646">
                  <c:v>1.8256233977849639</c:v>
                </c:pt>
                <c:pt idx="647">
                  <c:v>1.824780297572173</c:v>
                </c:pt>
                <c:pt idx="648">
                  <c:v>1.8222906857899235</c:v>
                </c:pt>
                <c:pt idx="649">
                  <c:v>1.8232394484191479</c:v>
                </c:pt>
                <c:pt idx="650">
                  <c:v>1.8269505135465711</c:v>
                </c:pt>
                <c:pt idx="651">
                  <c:v>1.8286782877871421</c:v>
                </c:pt>
                <c:pt idx="652">
                  <c:v>1.8304160104217282</c:v>
                </c:pt>
                <c:pt idx="653">
                  <c:v>1.832559732252065</c:v>
                </c:pt>
                <c:pt idx="654">
                  <c:v>1.8300147236231423</c:v>
                </c:pt>
                <c:pt idx="655">
                  <c:v>1.8270406774123285</c:v>
                </c:pt>
                <c:pt idx="656">
                  <c:v>1.826514669168775</c:v>
                </c:pt>
                <c:pt idx="657">
                  <c:v>1.8238759361962369</c:v>
                </c:pt>
                <c:pt idx="658">
                  <c:v>1.8228329256237119</c:v>
                </c:pt>
                <c:pt idx="659">
                  <c:v>1.8242372199788885</c:v>
                </c:pt>
                <c:pt idx="660">
                  <c:v>1.824979474892348</c:v>
                </c:pt>
                <c:pt idx="661">
                  <c:v>1.8265204287653101</c:v>
                </c:pt>
                <c:pt idx="662">
                  <c:v>1.8300453018447465</c:v>
                </c:pt>
                <c:pt idx="663">
                  <c:v>1.8330218613340483</c:v>
                </c:pt>
                <c:pt idx="664">
                  <c:v>1.8331260576713637</c:v>
                </c:pt>
                <c:pt idx="665">
                  <c:v>1.8316043722668096</c:v>
                </c:pt>
                <c:pt idx="666">
                  <c:v>1.8287978779551968</c:v>
                </c:pt>
                <c:pt idx="667">
                  <c:v>1.828854531441114</c:v>
                </c:pt>
                <c:pt idx="668">
                  <c:v>1.8280458840875962</c:v>
                </c:pt>
                <c:pt idx="669">
                  <c:v>1.8276203022636262</c:v>
                </c:pt>
                <c:pt idx="670">
                  <c:v>1.8277244986009418</c:v>
                </c:pt>
                <c:pt idx="671">
                  <c:v>1.8265567665834492</c:v>
                </c:pt>
                <c:pt idx="672">
                  <c:v>1.825623083625153</c:v>
                </c:pt>
                <c:pt idx="673">
                  <c:v>1.8297731347284822</c:v>
                </c:pt>
                <c:pt idx="674">
                  <c:v>1.8310616088333362</c:v>
                </c:pt>
                <c:pt idx="675">
                  <c:v>1.8321428421828663</c:v>
                </c:pt>
                <c:pt idx="676">
                  <c:v>1.8333166479567047</c:v>
                </c:pt>
                <c:pt idx="677">
                  <c:v>1.8303542256588978</c:v>
                </c:pt>
                <c:pt idx="678">
                  <c:v>1.8290990524940101</c:v>
                </c:pt>
                <c:pt idx="679">
                  <c:v>1.8318714081061609</c:v>
                </c:pt>
                <c:pt idx="680">
                  <c:v>1.8349006417237739</c:v>
                </c:pt>
                <c:pt idx="681">
                  <c:v>1.8387365330161018</c:v>
                </c:pt>
                <c:pt idx="682">
                  <c:v>1.838573693514066</c:v>
                </c:pt>
                <c:pt idx="683">
                  <c:v>1.8338471591575491</c:v>
                </c:pt>
                <c:pt idx="684">
                  <c:v>1.8297897851984652</c:v>
                </c:pt>
                <c:pt idx="685">
                  <c:v>1.8276851239046294</c:v>
                </c:pt>
                <c:pt idx="686">
                  <c:v>1.8257141899703433</c:v>
                </c:pt>
                <c:pt idx="687">
                  <c:v>1.8246133739925943</c:v>
                </c:pt>
                <c:pt idx="688">
                  <c:v>1.8262776879513429</c:v>
                </c:pt>
                <c:pt idx="689">
                  <c:v>1.8293369761908751</c:v>
                </c:pt>
                <c:pt idx="690">
                  <c:v>1.8284932476584623</c:v>
                </c:pt>
                <c:pt idx="691">
                  <c:v>1.8248456428128614</c:v>
                </c:pt>
                <c:pt idx="692">
                  <c:v>1.822835334182263</c:v>
                </c:pt>
                <c:pt idx="693">
                  <c:v>1.8233816580935944</c:v>
                </c:pt>
                <c:pt idx="694">
                  <c:v>1.8255340716787025</c:v>
                </c:pt>
                <c:pt idx="695">
                  <c:v>1.8275491974264029</c:v>
                </c:pt>
                <c:pt idx="696">
                  <c:v>1.826092019503041</c:v>
                </c:pt>
                <c:pt idx="697">
                  <c:v>1.8253234798853946</c:v>
                </c:pt>
                <c:pt idx="698">
                  <c:v>1.8266693405157248</c:v>
                </c:pt>
                <c:pt idx="699">
                  <c:v>1.8268308186585795</c:v>
                </c:pt>
                <c:pt idx="700">
                  <c:v>1.8265534155454652</c:v>
                </c:pt>
                <c:pt idx="701">
                  <c:v>1.8250988556205285</c:v>
                </c:pt>
                <c:pt idx="702">
                  <c:v>1.8253127984518205</c:v>
                </c:pt>
                <c:pt idx="703">
                  <c:v>1.8256469597707889</c:v>
                </c:pt>
                <c:pt idx="704">
                  <c:v>1.8274373565336863</c:v>
                </c:pt>
                <c:pt idx="705">
                  <c:v>1.8281294505973225</c:v>
                </c:pt>
                <c:pt idx="706">
                  <c:v>1.8259773511720256</c:v>
                </c:pt>
                <c:pt idx="707">
                  <c:v>1.8246785097934086</c:v>
                </c:pt>
                <c:pt idx="708">
                  <c:v>1.8254513429284722</c:v>
                </c:pt>
                <c:pt idx="709">
                  <c:v>1.8257852948075668</c:v>
                </c:pt>
                <c:pt idx="710">
                  <c:v>1.8250141371914952</c:v>
                </c:pt>
                <c:pt idx="711">
                  <c:v>1.8233636462644305</c:v>
                </c:pt>
                <c:pt idx="712">
                  <c:v>1.8233294028450313</c:v>
                </c:pt>
                <c:pt idx="713">
                  <c:v>1.8260332716183838</c:v>
                </c:pt>
                <c:pt idx="714">
                  <c:v>1.8284221428212388</c:v>
                </c:pt>
                <c:pt idx="715">
                  <c:v>1.8300090687465442</c:v>
                </c:pt>
                <c:pt idx="716">
                  <c:v>1.8323382495853091</c:v>
                </c:pt>
                <c:pt idx="717">
                  <c:v>1.8316124357019588</c:v>
                </c:pt>
                <c:pt idx="718">
                  <c:v>1.831262985272188</c:v>
                </c:pt>
                <c:pt idx="719">
                  <c:v>1.8307045138481646</c:v>
                </c:pt>
                <c:pt idx="720">
                  <c:v>1.827785236164402</c:v>
                </c:pt>
                <c:pt idx="721">
                  <c:v>1.8244221553876314</c:v>
                </c:pt>
                <c:pt idx="722">
                  <c:v>1.8242444456545415</c:v>
                </c:pt>
                <c:pt idx="723">
                  <c:v>1.8276118199487292</c:v>
                </c:pt>
                <c:pt idx="724">
                  <c:v>1.8305920446358259</c:v>
                </c:pt>
                <c:pt idx="725">
                  <c:v>1.8325968031097633</c:v>
                </c:pt>
                <c:pt idx="726">
                  <c:v>1.8314129442219729</c:v>
                </c:pt>
                <c:pt idx="727">
                  <c:v>1.829072977229697</c:v>
                </c:pt>
                <c:pt idx="728">
                  <c:v>1.8320733081446978</c:v>
                </c:pt>
                <c:pt idx="729">
                  <c:v>1.8337820233567348</c:v>
                </c:pt>
                <c:pt idx="730">
                  <c:v>1.8332449147998593</c:v>
                </c:pt>
                <c:pt idx="731">
                  <c:v>1.8317648032102944</c:v>
                </c:pt>
                <c:pt idx="732">
                  <c:v>1.8300279183352044</c:v>
                </c:pt>
                <c:pt idx="733">
                  <c:v>1.8302266767756312</c:v>
                </c:pt>
                <c:pt idx="734">
                  <c:v>1.8305379044283967</c:v>
                </c:pt>
                <c:pt idx="735">
                  <c:v>1.8297528190607042</c:v>
                </c:pt>
                <c:pt idx="736">
                  <c:v>1.8303592522158738</c:v>
                </c:pt>
                <c:pt idx="737">
                  <c:v>1.8312863378181392</c:v>
                </c:pt>
                <c:pt idx="738">
                  <c:v>1.8310585719551631</c:v>
                </c:pt>
                <c:pt idx="739">
                  <c:v>1.8308961513328754</c:v>
                </c:pt>
                <c:pt idx="740">
                  <c:v>1.8262591525224938</c:v>
                </c:pt>
                <c:pt idx="741">
                  <c:v>1.823289085669286</c:v>
                </c:pt>
                <c:pt idx="742">
                  <c:v>1.8246910761858486</c:v>
                </c:pt>
                <c:pt idx="743">
                  <c:v>1.8284585853593152</c:v>
                </c:pt>
                <c:pt idx="744">
                  <c:v>1.8283727150109748</c:v>
                </c:pt>
                <c:pt idx="745">
                  <c:v>1.8255112427324365</c:v>
                </c:pt>
                <c:pt idx="746">
                  <c:v>1.8278420990901931</c:v>
                </c:pt>
                <c:pt idx="747">
                  <c:v>1.8273213268434898</c:v>
                </c:pt>
                <c:pt idx="748">
                  <c:v>1.8266490248479468</c:v>
                </c:pt>
                <c:pt idx="749">
                  <c:v>1.8261668942579965</c:v>
                </c:pt>
                <c:pt idx="750">
                  <c:v>1.8261797748102475</c:v>
                </c:pt>
                <c:pt idx="751">
                  <c:v>1.8279621081379958</c:v>
                </c:pt>
                <c:pt idx="752">
                  <c:v>1.8281059933314345</c:v>
                </c:pt>
                <c:pt idx="753">
                  <c:v>1.8253301819613625</c:v>
                </c:pt>
                <c:pt idx="754">
                  <c:v>1.824769825578473</c:v>
                </c:pt>
                <c:pt idx="755">
                  <c:v>1.8249447078732637</c:v>
                </c:pt>
                <c:pt idx="756">
                  <c:v>1.823920337449525</c:v>
                </c:pt>
                <c:pt idx="757">
                  <c:v>1.8243557629475731</c:v>
                </c:pt>
                <c:pt idx="758">
                  <c:v>1.8254957441817603</c:v>
                </c:pt>
                <c:pt idx="759">
                  <c:v>1.8250800060318684</c:v>
                </c:pt>
                <c:pt idx="760">
                  <c:v>1.8225987718445789</c:v>
                </c:pt>
                <c:pt idx="761">
                  <c:v>1.8230218403900609</c:v>
                </c:pt>
                <c:pt idx="762">
                  <c:v>1.8239926989259925</c:v>
                </c:pt>
                <c:pt idx="763">
                  <c:v>1.822836067221822</c:v>
                </c:pt>
                <c:pt idx="764">
                  <c:v>1.8201719920245296</c:v>
                </c:pt>
                <c:pt idx="765">
                  <c:v>1.8194432459829433</c:v>
                </c:pt>
                <c:pt idx="766">
                  <c:v>1.82281030611732</c:v>
                </c:pt>
                <c:pt idx="767">
                  <c:v>1.8244265536249853</c:v>
                </c:pt>
                <c:pt idx="768">
                  <c:v>1.8251354028785416</c:v>
                </c:pt>
                <c:pt idx="769">
                  <c:v>1.8262081539131747</c:v>
                </c:pt>
                <c:pt idx="770">
                  <c:v>1.8271162852068428</c:v>
                </c:pt>
                <c:pt idx="771">
                  <c:v>1.8232047861200007</c:v>
                </c:pt>
                <c:pt idx="772">
                  <c:v>1.8181245078162962</c:v>
                </c:pt>
                <c:pt idx="773">
                  <c:v>1.8214588953303286</c:v>
                </c:pt>
                <c:pt idx="774">
                  <c:v>1.8256578506442371</c:v>
                </c:pt>
                <c:pt idx="775">
                  <c:v>1.8253033736574904</c:v>
                </c:pt>
                <c:pt idx="776">
                  <c:v>1.8256020349178159</c:v>
                </c:pt>
                <c:pt idx="777">
                  <c:v>1.8252378189769281</c:v>
                </c:pt>
                <c:pt idx="778">
                  <c:v>1.8255295687214115</c:v>
                </c:pt>
                <c:pt idx="779">
                  <c:v>1.8231373464805725</c:v>
                </c:pt>
                <c:pt idx="780">
                  <c:v>1.822184080894057</c:v>
                </c:pt>
                <c:pt idx="781">
                  <c:v>1.823279975034767</c:v>
                </c:pt>
                <c:pt idx="782">
                  <c:v>1.823490880987886</c:v>
                </c:pt>
                <c:pt idx="783">
                  <c:v>1.8235833486922575</c:v>
                </c:pt>
                <c:pt idx="784">
                  <c:v>1.8228993180637703</c:v>
                </c:pt>
                <c:pt idx="785">
                  <c:v>1.8246035303185162</c:v>
                </c:pt>
                <c:pt idx="786">
                  <c:v>1.8268012876363453</c:v>
                </c:pt>
                <c:pt idx="787">
                  <c:v>1.8280611731983982</c:v>
                </c:pt>
                <c:pt idx="788">
                  <c:v>1.8298029799105273</c:v>
                </c:pt>
                <c:pt idx="789">
                  <c:v>1.8322856801769349</c:v>
                </c:pt>
                <c:pt idx="790">
                  <c:v>1.8350603396276997</c:v>
                </c:pt>
                <c:pt idx="791">
                  <c:v>1.8327664494077041</c:v>
                </c:pt>
                <c:pt idx="792">
                  <c:v>1.8301120084446159</c:v>
                </c:pt>
                <c:pt idx="793">
                  <c:v>1.8285823643248498</c:v>
                </c:pt>
                <c:pt idx="794">
                  <c:v>1.8263501541477474</c:v>
                </c:pt>
                <c:pt idx="795">
                  <c:v>1.8268777331903558</c:v>
                </c:pt>
                <c:pt idx="796">
                  <c:v>1.8288406036894929</c:v>
                </c:pt>
                <c:pt idx="797">
                  <c:v>1.8296692525509777</c:v>
                </c:pt>
                <c:pt idx="798">
                  <c:v>1.828875370708577</c:v>
                </c:pt>
                <c:pt idx="799">
                  <c:v>1.8281626468173517</c:v>
                </c:pt>
                <c:pt idx="800">
                  <c:v>1.8263385302347404</c:v>
                </c:pt>
                <c:pt idx="801">
                  <c:v>1.8243954518036962</c:v>
                </c:pt>
                <c:pt idx="802">
                  <c:v>1.8250337198197142</c:v>
                </c:pt>
                <c:pt idx="803">
                  <c:v>1.82627674547191</c:v>
                </c:pt>
                <c:pt idx="804">
                  <c:v>1.8268354263358075</c:v>
                </c:pt>
                <c:pt idx="805">
                  <c:v>1.8274450010890875</c:v>
                </c:pt>
                <c:pt idx="806">
                  <c:v>1.8261720255349094</c:v>
                </c:pt>
                <c:pt idx="807">
                  <c:v>1.8266010631168004</c:v>
                </c:pt>
                <c:pt idx="808">
                  <c:v>1.829278018866344</c:v>
                </c:pt>
                <c:pt idx="809">
                  <c:v>1.8282594080391401</c:v>
                </c:pt>
                <c:pt idx="810">
                  <c:v>1.826301668816916</c:v>
                </c:pt>
                <c:pt idx="811">
                  <c:v>1.8238442060553257</c:v>
                </c:pt>
                <c:pt idx="812">
                  <c:v>1.8227589933481896</c:v>
                </c:pt>
                <c:pt idx="813">
                  <c:v>1.8229290585258784</c:v>
                </c:pt>
                <c:pt idx="814">
                  <c:v>1.8253296583616776</c:v>
                </c:pt>
                <c:pt idx="815">
                  <c:v>1.8288154709046127</c:v>
                </c:pt>
                <c:pt idx="816">
                  <c:v>1.8293580248982122</c:v>
                </c:pt>
                <c:pt idx="817">
                  <c:v>1.8270704178744366</c:v>
                </c:pt>
                <c:pt idx="818">
                  <c:v>1.8246412294958363</c:v>
                </c:pt>
                <c:pt idx="819">
                  <c:v>1.8242454928539116</c:v>
                </c:pt>
                <c:pt idx="820">
                  <c:v>1.8241093569358109</c:v>
                </c:pt>
                <c:pt idx="821">
                  <c:v>1.8227937603672739</c:v>
                </c:pt>
                <c:pt idx="822">
                  <c:v>1.8224458807365582</c:v>
                </c:pt>
                <c:pt idx="823">
                  <c:v>1.8201454978804685</c:v>
                </c:pt>
                <c:pt idx="824">
                  <c:v>1.820037322185547</c:v>
                </c:pt>
                <c:pt idx="825">
                  <c:v>1.8234059531189786</c:v>
                </c:pt>
                <c:pt idx="826">
                  <c:v>1.8247371529581289</c:v>
                </c:pt>
                <c:pt idx="827">
                  <c:v>1.8243518883099041</c:v>
                </c:pt>
                <c:pt idx="828">
                  <c:v>1.8265667149774643</c:v>
                </c:pt>
                <c:pt idx="829">
                  <c:v>1.8260152597892199</c:v>
                </c:pt>
                <c:pt idx="830">
                  <c:v>1.8244020491597273</c:v>
                </c:pt>
                <c:pt idx="831">
                  <c:v>1.8238175024713905</c:v>
                </c:pt>
                <c:pt idx="832">
                  <c:v>1.8233196638908902</c:v>
                </c:pt>
                <c:pt idx="833">
                  <c:v>1.8217104326190037</c:v>
                </c:pt>
                <c:pt idx="834">
                  <c:v>1.8206574736524639</c:v>
                </c:pt>
                <c:pt idx="835">
                  <c:v>1.8228030804416668</c:v>
                </c:pt>
                <c:pt idx="836">
                  <c:v>1.8259648894995226</c:v>
                </c:pt>
                <c:pt idx="837">
                  <c:v>1.8267203391250439</c:v>
                </c:pt>
                <c:pt idx="838">
                  <c:v>1.8277549721026087</c:v>
                </c:pt>
                <c:pt idx="839">
                  <c:v>1.8280727971114052</c:v>
                </c:pt>
                <c:pt idx="840">
                  <c:v>1.8283427651089925</c:v>
                </c:pt>
                <c:pt idx="841">
                  <c:v>1.8295377243101052</c:v>
                </c:pt>
                <c:pt idx="842">
                  <c:v>1.8305361241894678</c:v>
                </c:pt>
                <c:pt idx="843">
                  <c:v>1.8303540162190239</c:v>
                </c:pt>
                <c:pt idx="844">
                  <c:v>1.82733598763467</c:v>
                </c:pt>
                <c:pt idx="845">
                  <c:v>1.8246762059547945</c:v>
                </c:pt>
                <c:pt idx="846">
                  <c:v>1.822619296952231</c:v>
                </c:pt>
                <c:pt idx="847">
                  <c:v>1.8210584462912387</c:v>
                </c:pt>
                <c:pt idx="848">
                  <c:v>1.8219282500879648</c:v>
                </c:pt>
                <c:pt idx="849">
                  <c:v>1.8215045532228609</c:v>
                </c:pt>
                <c:pt idx="850">
                  <c:v>1.8206883660338791</c:v>
                </c:pt>
                <c:pt idx="851">
                  <c:v>1.8202639361292161</c:v>
                </c:pt>
                <c:pt idx="852">
                  <c:v>1.8190217482365163</c:v>
                </c:pt>
                <c:pt idx="853">
                  <c:v>1.8185439111639832</c:v>
                </c:pt>
                <c:pt idx="854">
                  <c:v>1.8241816136923412</c:v>
                </c:pt>
                <c:pt idx="855">
                  <c:v>1.8276451208886952</c:v>
                </c:pt>
                <c:pt idx="856">
                  <c:v>1.8261839636077275</c:v>
                </c:pt>
                <c:pt idx="857">
                  <c:v>1.825006492636094</c:v>
                </c:pt>
                <c:pt idx="858">
                  <c:v>1.8269148040480538</c:v>
                </c:pt>
                <c:pt idx="859">
                  <c:v>1.8313027788482483</c:v>
                </c:pt>
                <c:pt idx="860">
                  <c:v>1.8301127414841747</c:v>
                </c:pt>
                <c:pt idx="861">
                  <c:v>1.824567611380125</c:v>
                </c:pt>
                <c:pt idx="862">
                  <c:v>1.8220958019871656</c:v>
                </c:pt>
                <c:pt idx="863">
                  <c:v>1.8220292001072333</c:v>
                </c:pt>
                <c:pt idx="864">
                  <c:v>1.8232984057436792</c:v>
                </c:pt>
                <c:pt idx="865">
                  <c:v>1.8245165080508687</c:v>
                </c:pt>
                <c:pt idx="866">
                  <c:v>1.8257642461002297</c:v>
                </c:pt>
                <c:pt idx="867">
                  <c:v>1.8263523532664243</c:v>
                </c:pt>
                <c:pt idx="868">
                  <c:v>1.8236551865690398</c:v>
                </c:pt>
                <c:pt idx="869">
                  <c:v>1.8218951585878727</c:v>
                </c:pt>
                <c:pt idx="870">
                  <c:v>1.8244124164334903</c:v>
                </c:pt>
                <c:pt idx="871">
                  <c:v>1.827557784461237</c:v>
                </c:pt>
                <c:pt idx="872">
                  <c:v>1.8306053440678252</c:v>
                </c:pt>
                <c:pt idx="873">
                  <c:v>1.8315192349580283</c:v>
                </c:pt>
                <c:pt idx="874">
                  <c:v>1.8293416885880402</c:v>
                </c:pt>
                <c:pt idx="875">
                  <c:v>1.8290195700618268</c:v>
                </c:pt>
                <c:pt idx="876">
                  <c:v>1.8271800596484762</c:v>
                </c:pt>
                <c:pt idx="877">
                  <c:v>1.8247273092840508</c:v>
                </c:pt>
                <c:pt idx="878">
                  <c:v>1.8250286932627382</c:v>
                </c:pt>
                <c:pt idx="879">
                  <c:v>1.826290882663405</c:v>
                </c:pt>
                <c:pt idx="880">
                  <c:v>1.8289580994588075</c:v>
                </c:pt>
                <c:pt idx="881">
                  <c:v>1.8303881549184859</c:v>
                </c:pt>
                <c:pt idx="882">
                  <c:v>1.8288099207479518</c:v>
                </c:pt>
                <c:pt idx="883">
                  <c:v>1.8251593837441147</c:v>
                </c:pt>
                <c:pt idx="884">
                  <c:v>1.8234559045289278</c:v>
                </c:pt>
                <c:pt idx="885">
                  <c:v>1.8278584354003653</c:v>
                </c:pt>
                <c:pt idx="886">
                  <c:v>1.8311638154918486</c:v>
                </c:pt>
                <c:pt idx="887">
                  <c:v>1.8299050818491027</c:v>
                </c:pt>
                <c:pt idx="888">
                  <c:v>1.8271005772162927</c:v>
                </c:pt>
                <c:pt idx="889">
                  <c:v>1.8261425992326124</c:v>
                </c:pt>
                <c:pt idx="890">
                  <c:v>1.8292695365514469</c:v>
                </c:pt>
                <c:pt idx="891">
                  <c:v>1.8302576738769833</c:v>
                </c:pt>
                <c:pt idx="892">
                  <c:v>1.8283198314427895</c:v>
                </c:pt>
                <c:pt idx="893">
                  <c:v>1.827987973962435</c:v>
                </c:pt>
                <c:pt idx="894">
                  <c:v>1.8278488011661613</c:v>
                </c:pt>
                <c:pt idx="895">
                  <c:v>1.825193731883451</c:v>
                </c:pt>
                <c:pt idx="896">
                  <c:v>1.823057864048389</c:v>
                </c:pt>
                <c:pt idx="897">
                  <c:v>1.8224282877871421</c:v>
                </c:pt>
                <c:pt idx="898">
                  <c:v>1.8267989837977314</c:v>
                </c:pt>
                <c:pt idx="899">
                  <c:v>1.8294124792654525</c:v>
                </c:pt>
                <c:pt idx="900">
                  <c:v>1.8257030896570212</c:v>
                </c:pt>
                <c:pt idx="901">
                  <c:v>1.8244583884858336</c:v>
                </c:pt>
                <c:pt idx="902">
                  <c:v>1.8278008394350151</c:v>
                </c:pt>
                <c:pt idx="903">
                  <c:v>1.829751038821775</c:v>
                </c:pt>
                <c:pt idx="904">
                  <c:v>1.8283897843607058</c:v>
                </c:pt>
                <c:pt idx="905">
                  <c:v>1.8290220833403148</c:v>
                </c:pt>
                <c:pt idx="906">
                  <c:v>1.8293903833587455</c:v>
                </c:pt>
                <c:pt idx="907">
                  <c:v>1.8285263391585544</c:v>
                </c:pt>
                <c:pt idx="908">
                  <c:v>1.8283010865740663</c:v>
                </c:pt>
                <c:pt idx="909">
                  <c:v>1.827377142569911</c:v>
                </c:pt>
                <c:pt idx="910">
                  <c:v>1.8247036425782888</c:v>
                </c:pt>
                <c:pt idx="911">
                  <c:v>1.8263780096509894</c:v>
                </c:pt>
                <c:pt idx="912">
                  <c:v>1.8261070991739692</c:v>
                </c:pt>
                <c:pt idx="913">
                  <c:v>1.8231177638523532</c:v>
                </c:pt>
                <c:pt idx="914">
                  <c:v>1.8272534683243136</c:v>
                </c:pt>
                <c:pt idx="915">
                  <c:v>1.8320405308044168</c:v>
                </c:pt>
                <c:pt idx="916">
                  <c:v>1.8313726270462276</c:v>
                </c:pt>
                <c:pt idx="917">
                  <c:v>1.8293706960105893</c:v>
                </c:pt>
                <c:pt idx="918">
                  <c:v>1.8293371856307492</c:v>
                </c:pt>
                <c:pt idx="919">
                  <c:v>1.8307075507263375</c:v>
                </c:pt>
                <c:pt idx="920">
                  <c:v>1.8291966514752944</c:v>
                </c:pt>
                <c:pt idx="921">
                  <c:v>1.8276145426670911</c:v>
                </c:pt>
                <c:pt idx="922">
                  <c:v>1.8300229964981654</c:v>
                </c:pt>
                <c:pt idx="923">
                  <c:v>1.8315976701908416</c:v>
                </c:pt>
                <c:pt idx="924">
                  <c:v>1.8288266759378717</c:v>
                </c:pt>
                <c:pt idx="925">
                  <c:v>1.8259670886181996</c:v>
                </c:pt>
                <c:pt idx="926">
                  <c:v>1.8252687113583432</c:v>
                </c:pt>
                <c:pt idx="927">
                  <c:v>1.8257814201698976</c:v>
                </c:pt>
                <c:pt idx="928">
                  <c:v>1.8266197032655866</c:v>
                </c:pt>
                <c:pt idx="929">
                  <c:v>1.8264260761020727</c:v>
                </c:pt>
                <c:pt idx="930">
                  <c:v>1.8242623527637687</c:v>
                </c:pt>
                <c:pt idx="931">
                  <c:v>1.8257379613960425</c:v>
                </c:pt>
                <c:pt idx="932">
                  <c:v>1.827994885478277</c:v>
                </c:pt>
                <c:pt idx="933">
                  <c:v>1.8281680922540757</c:v>
                </c:pt>
                <c:pt idx="934">
                  <c:v>1.8283814067657458</c:v>
                </c:pt>
                <c:pt idx="935">
                  <c:v>1.8265373933951041</c:v>
                </c:pt>
                <c:pt idx="936">
                  <c:v>1.8238048313590134</c:v>
                </c:pt>
                <c:pt idx="937">
                  <c:v>1.8243823618115711</c:v>
                </c:pt>
                <c:pt idx="938">
                  <c:v>1.8246230082267982</c:v>
                </c:pt>
                <c:pt idx="939">
                  <c:v>1.8231624792654526</c:v>
                </c:pt>
                <c:pt idx="940">
                  <c:v>1.8216503233751655</c:v>
                </c:pt>
                <c:pt idx="941">
                  <c:v>1.8218662558852605</c:v>
                </c:pt>
                <c:pt idx="942">
                  <c:v>1.8216354531441115</c:v>
                </c:pt>
                <c:pt idx="943">
                  <c:v>1.8199533367960725</c:v>
                </c:pt>
                <c:pt idx="944">
                  <c:v>1.8213805648174521</c:v>
                </c:pt>
                <c:pt idx="945">
                  <c:v>1.8242438173349196</c:v>
                </c:pt>
                <c:pt idx="946">
                  <c:v>1.8260179825075817</c:v>
                </c:pt>
                <c:pt idx="947">
                  <c:v>1.8296053733894073</c:v>
                </c:pt>
                <c:pt idx="948">
                  <c:v>1.8300989184524907</c:v>
                </c:pt>
                <c:pt idx="949">
                  <c:v>1.8297837114421192</c:v>
                </c:pt>
                <c:pt idx="950">
                  <c:v>1.8302091885461522</c:v>
                </c:pt>
                <c:pt idx="951">
                  <c:v>1.8302509718010154</c:v>
                </c:pt>
                <c:pt idx="952">
                  <c:v>1.8301077149271987</c:v>
                </c:pt>
                <c:pt idx="953">
                  <c:v>1.8293524747415513</c:v>
                </c:pt>
                <c:pt idx="954">
                  <c:v>1.828871914950656</c:v>
                </c:pt>
                <c:pt idx="955">
                  <c:v>1.8283345969539064</c:v>
                </c:pt>
                <c:pt idx="956">
                  <c:v>1.8264899552636429</c:v>
                </c:pt>
                <c:pt idx="957">
                  <c:v>1.8254854816279342</c:v>
                </c:pt>
                <c:pt idx="958">
                  <c:v>1.8222719409212005</c:v>
                </c:pt>
                <c:pt idx="959">
                  <c:v>1.822215287435283</c:v>
                </c:pt>
                <c:pt idx="960">
                  <c:v>1.826098197979324</c:v>
                </c:pt>
                <c:pt idx="961">
                  <c:v>1.8290960156158371</c:v>
                </c:pt>
                <c:pt idx="962">
                  <c:v>1.8284290543370809</c:v>
                </c:pt>
                <c:pt idx="963">
                  <c:v>1.8269804634485531</c:v>
                </c:pt>
                <c:pt idx="964">
                  <c:v>1.8241826608917113</c:v>
                </c:pt>
                <c:pt idx="965">
                  <c:v>1.8228849714324011</c:v>
                </c:pt>
                <c:pt idx="966">
                  <c:v>1.8245299122028049</c:v>
                </c:pt>
                <c:pt idx="967">
                  <c:v>1.8269854900055293</c:v>
                </c:pt>
                <c:pt idx="968">
                  <c:v>1.8276213494629963</c:v>
                </c:pt>
                <c:pt idx="969">
                  <c:v>1.8256358594574671</c:v>
                </c:pt>
                <c:pt idx="970">
                  <c:v>1.8251297480019437</c:v>
                </c:pt>
                <c:pt idx="971">
                  <c:v>1.8215252877703869</c:v>
                </c:pt>
                <c:pt idx="972">
                  <c:v>1.8218284519880033</c:v>
                </c:pt>
                <c:pt idx="973">
                  <c:v>1.8262281554211417</c:v>
                </c:pt>
                <c:pt idx="974">
                  <c:v>1.8254567883651962</c:v>
                </c:pt>
                <c:pt idx="975">
                  <c:v>1.8238141514334065</c:v>
                </c:pt>
                <c:pt idx="976">
                  <c:v>1.8225653661846757</c:v>
                </c:pt>
                <c:pt idx="977">
                  <c:v>1.81919233701389</c:v>
                </c:pt>
                <c:pt idx="978">
                  <c:v>1.815051605984954</c:v>
                </c:pt>
                <c:pt idx="979">
                  <c:v>1.8121208091081213</c:v>
                </c:pt>
                <c:pt idx="980">
                  <c:v>1.8119971348625237</c:v>
                </c:pt>
                <c:pt idx="981">
                  <c:v>1.8155020064339931</c:v>
                </c:pt>
                <c:pt idx="982">
                  <c:v>1.8200779535211031</c:v>
                </c:pt>
                <c:pt idx="983">
                  <c:v>1.8233401889985423</c:v>
                </c:pt>
                <c:pt idx="984">
                  <c:v>1.8234268971063787</c:v>
                </c:pt>
                <c:pt idx="985">
                  <c:v>1.8209334106864601</c:v>
                </c:pt>
                <c:pt idx="986">
                  <c:v>1.8203748345424995</c:v>
                </c:pt>
                <c:pt idx="987">
                  <c:v>1.8183655731112713</c:v>
                </c:pt>
                <c:pt idx="988">
                  <c:v>1.8176265645158589</c:v>
                </c:pt>
                <c:pt idx="989">
                  <c:v>1.8222379069416752</c:v>
                </c:pt>
                <c:pt idx="990">
                  <c:v>1.8256883241459043</c:v>
                </c:pt>
                <c:pt idx="991">
                  <c:v>1.8268409764924687</c:v>
                </c:pt>
                <c:pt idx="992">
                  <c:v>1.8299410007874939</c:v>
                </c:pt>
                <c:pt idx="993">
                  <c:v>1.8352806703751487</c:v>
                </c:pt>
                <c:pt idx="994">
                  <c:v>1.8365190883501166</c:v>
                </c:pt>
                <c:pt idx="995">
                  <c:v>1.833395920949014</c:v>
                </c:pt>
                <c:pt idx="996">
                  <c:v>1.8296038025903525</c:v>
                </c:pt>
                <c:pt idx="997">
                  <c:v>1.8272758783908316</c:v>
                </c:pt>
                <c:pt idx="998">
                  <c:v>1.8278897466615285</c:v>
                </c:pt>
                <c:pt idx="999">
                  <c:v>1.8301216426788198</c:v>
                </c:pt>
                <c:pt idx="1000">
                  <c:v>1.8299025685706147</c:v>
                </c:pt>
                <c:pt idx="1001">
                  <c:v>1.8288306552954778</c:v>
                </c:pt>
                <c:pt idx="1002">
                  <c:v>1.8265765586515423</c:v>
                </c:pt>
                <c:pt idx="1003">
                  <c:v>1.824118362850393</c:v>
                </c:pt>
                <c:pt idx="1004">
                  <c:v>1.8231233140090144</c:v>
                </c:pt>
                <c:pt idx="1005">
                  <c:v>1.8223064985004105</c:v>
                </c:pt>
                <c:pt idx="1006">
                  <c:v>1.8227738635792436</c:v>
                </c:pt>
                <c:pt idx="1007">
                  <c:v>1.8244971348625236</c:v>
                </c:pt>
                <c:pt idx="1008">
                  <c:v>1.8263357027964413</c:v>
                </c:pt>
                <c:pt idx="1009">
                  <c:v>1.8261535948259975</c:v>
                </c:pt>
                <c:pt idx="1010">
                  <c:v>1.8230032002412748</c:v>
                </c:pt>
                <c:pt idx="1011">
                  <c:v>1.8168158227636011</c:v>
                </c:pt>
                <c:pt idx="1012">
                  <c:v>1.8138801040497294</c:v>
                </c:pt>
                <c:pt idx="1013">
                  <c:v>1.8153318365363671</c:v>
                </c:pt>
                <c:pt idx="1014">
                  <c:v>1.8175670835916427</c:v>
                </c:pt>
                <c:pt idx="1015">
                  <c:v>1.8195733081446979</c:v>
                </c:pt>
                <c:pt idx="1016">
                  <c:v>1.8203003786672922</c:v>
                </c:pt>
                <c:pt idx="1017">
                  <c:v>1.8203332607275104</c:v>
                </c:pt>
                <c:pt idx="1018">
                  <c:v>1.8219104476986747</c:v>
                </c:pt>
                <c:pt idx="1019">
                  <c:v>1.8259619573412864</c:v>
                </c:pt>
                <c:pt idx="1020">
                  <c:v>1.8279016847343466</c:v>
                </c:pt>
                <c:pt idx="1021">
                  <c:v>1.8271695876547762</c:v>
                </c:pt>
                <c:pt idx="1022">
                  <c:v>1.8261618677010205</c:v>
                </c:pt>
                <c:pt idx="1023">
                  <c:v>1.8253956319219879</c:v>
                </c:pt>
                <c:pt idx="1024">
                  <c:v>1.8248654348809543</c:v>
                </c:pt>
                <c:pt idx="1025">
                  <c:v>1.8254094549536719</c:v>
                </c:pt>
                <c:pt idx="1026">
                  <c:v>1.8254492485297322</c:v>
                </c:pt>
                <c:pt idx="1027">
                  <c:v>1.8258072859943368</c:v>
                </c:pt>
                <c:pt idx="1028">
                  <c:v>1.8241330236415729</c:v>
                </c:pt>
                <c:pt idx="1029">
                  <c:v>1.82282810850661</c:v>
                </c:pt>
                <c:pt idx="1030">
                  <c:v>1.8224394928204011</c:v>
                </c:pt>
                <c:pt idx="1031">
                  <c:v>1.8229568093091835</c:v>
                </c:pt>
                <c:pt idx="1032">
                  <c:v>1.8231202771308412</c:v>
                </c:pt>
                <c:pt idx="1033">
                  <c:v>1.8223238820099525</c:v>
                </c:pt>
                <c:pt idx="1034">
                  <c:v>1.8234259546269458</c:v>
                </c:pt>
                <c:pt idx="1035">
                  <c:v>1.8229875969706617</c:v>
                </c:pt>
                <c:pt idx="1036">
                  <c:v>1.820673914682573</c:v>
                </c:pt>
                <c:pt idx="1037">
                  <c:v>1.8201938784913627</c:v>
                </c:pt>
                <c:pt idx="1038">
                  <c:v>1.8222762344386174</c:v>
                </c:pt>
                <c:pt idx="1039">
                  <c:v>1.8235077408977431</c:v>
                </c:pt>
                <c:pt idx="1040">
                  <c:v>1.8246658386810315</c:v>
                </c:pt>
                <c:pt idx="1041">
                  <c:v>1.825411025752727</c:v>
                </c:pt>
                <c:pt idx="1042">
                  <c:v>1.8244312660221504</c:v>
                </c:pt>
                <c:pt idx="1043">
                  <c:v>1.8238012708811555</c:v>
                </c:pt>
                <c:pt idx="1044">
                  <c:v>1.8255622413417556</c:v>
                </c:pt>
                <c:pt idx="1045">
                  <c:v>1.8257392180352865</c:v>
                </c:pt>
                <c:pt idx="1046">
                  <c:v>1.824567716100062</c:v>
                </c:pt>
                <c:pt idx="1047">
                  <c:v>1.8254152145502069</c:v>
                </c:pt>
                <c:pt idx="1048">
                  <c:v>1.8260925431027262</c:v>
                </c:pt>
                <c:pt idx="1049">
                  <c:v>1.826939099073438</c:v>
                </c:pt>
                <c:pt idx="1050">
                  <c:v>1.8286821624248111</c:v>
                </c:pt>
                <c:pt idx="1051">
                  <c:v>1.8293751989678804</c:v>
                </c:pt>
                <c:pt idx="1052">
                  <c:v>1.8276487860864903</c:v>
                </c:pt>
                <c:pt idx="1053">
                  <c:v>1.826285856106429</c:v>
                </c:pt>
                <c:pt idx="1054">
                  <c:v>1.8248892063066535</c:v>
                </c:pt>
                <c:pt idx="1055">
                  <c:v>1.8252771936732404</c:v>
                </c:pt>
                <c:pt idx="1056">
                  <c:v>1.8283777415679507</c:v>
                </c:pt>
                <c:pt idx="1057">
                  <c:v>1.8293451443459612</c:v>
                </c:pt>
                <c:pt idx="1058">
                  <c:v>1.8287020592128411</c:v>
                </c:pt>
                <c:pt idx="1059">
                  <c:v>1.8300242531374094</c:v>
                </c:pt>
                <c:pt idx="1060">
                  <c:v>1.8321942596719334</c:v>
                </c:pt>
                <c:pt idx="1061">
                  <c:v>1.8281020139738284</c:v>
                </c:pt>
                <c:pt idx="1062">
                  <c:v>1.8248748596752844</c:v>
                </c:pt>
                <c:pt idx="1063">
                  <c:v>1.8250626225223263</c:v>
                </c:pt>
                <c:pt idx="1064">
                  <c:v>1.8265495409077963</c:v>
                </c:pt>
                <c:pt idx="1065">
                  <c:v>1.8252968810213965</c:v>
                </c:pt>
                <c:pt idx="1066">
                  <c:v>1.82415616674765</c:v>
                </c:pt>
                <c:pt idx="1067">
                  <c:v>1.8244334651408274</c:v>
                </c:pt>
                <c:pt idx="1068">
                  <c:v>1.8228895791096293</c:v>
                </c:pt>
                <c:pt idx="1069">
                  <c:v>1.8250306829415412</c:v>
                </c:pt>
                <c:pt idx="1070">
                  <c:v>1.8247924450848652</c:v>
                </c:pt>
                <c:pt idx="1071">
                  <c:v>1.8229805807348827</c:v>
                </c:pt>
                <c:pt idx="1072">
                  <c:v>1.8234874252299651</c:v>
                </c:pt>
                <c:pt idx="1073">
                  <c:v>1.8256768049528342</c:v>
                </c:pt>
                <c:pt idx="1074">
                  <c:v>1.8245421644354338</c:v>
                </c:pt>
                <c:pt idx="1075">
                  <c:v>1.8263262780021112</c:v>
                </c:pt>
                <c:pt idx="1076">
                  <c:v>1.8269540740244292</c:v>
                </c:pt>
                <c:pt idx="1077">
                  <c:v>1.8245912780858871</c:v>
                </c:pt>
                <c:pt idx="1078">
                  <c:v>1.8243714709381231</c:v>
                </c:pt>
                <c:pt idx="1079">
                  <c:v>1.8248191486688001</c:v>
                </c:pt>
                <c:pt idx="1080">
                  <c:v>1.8242752333160197</c:v>
                </c:pt>
                <c:pt idx="1081">
                  <c:v>1.8266104879111305</c:v>
                </c:pt>
                <c:pt idx="1082">
                  <c:v>1.8286912730593301</c:v>
                </c:pt>
                <c:pt idx="1083">
                  <c:v>1.8290414565286599</c:v>
                </c:pt>
                <c:pt idx="1084">
                  <c:v>1.8267784586900793</c:v>
                </c:pt>
                <c:pt idx="1085">
                  <c:v>1.8252328971398892</c:v>
                </c:pt>
                <c:pt idx="1086">
                  <c:v>1.8241244366067391</c:v>
                </c:pt>
                <c:pt idx="1087">
                  <c:v>1.82520284251797</c:v>
                </c:pt>
                <c:pt idx="1088">
                  <c:v>1.8254156334299549</c:v>
                </c:pt>
                <c:pt idx="1089">
                  <c:v>1.8224032597221991</c:v>
                </c:pt>
                <c:pt idx="1090">
                  <c:v>1.8234400918184408</c:v>
                </c:pt>
                <c:pt idx="1091">
                  <c:v>1.8264514183268268</c:v>
                </c:pt>
                <c:pt idx="1092">
                  <c:v>1.8280866201430894</c:v>
                </c:pt>
                <c:pt idx="1093">
                  <c:v>1.8288508662433189</c:v>
                </c:pt>
                <c:pt idx="1094">
                  <c:v>1.8272370272942045</c:v>
                </c:pt>
                <c:pt idx="1095">
                  <c:v>1.8247276234438619</c:v>
                </c:pt>
                <c:pt idx="1096">
                  <c:v>1.8261551656250523</c:v>
                </c:pt>
                <c:pt idx="1097">
                  <c:v>1.8279313204765177</c:v>
                </c:pt>
                <c:pt idx="1098">
                  <c:v>1.8256029773972489</c:v>
                </c:pt>
                <c:pt idx="1099">
                  <c:v>1.8241686284201533</c:v>
                </c:pt>
                <c:pt idx="1100">
                  <c:v>1.8241310339627701</c:v>
                </c:pt>
                <c:pt idx="1101">
                  <c:v>1.8205755826617296</c:v>
                </c:pt>
                <c:pt idx="1102">
                  <c:v>1.8168318449139622</c:v>
                </c:pt>
                <c:pt idx="1103">
                  <c:v>1.8177770470653285</c:v>
                </c:pt>
                <c:pt idx="1104">
                  <c:v>1.8185878935375233</c:v>
                </c:pt>
                <c:pt idx="1105">
                  <c:v>1.8170792981250943</c:v>
                </c:pt>
                <c:pt idx="1106">
                  <c:v>1.8194617814117924</c:v>
                </c:pt>
                <c:pt idx="1107">
                  <c:v>1.8224788675167134</c:v>
                </c:pt>
                <c:pt idx="1108">
                  <c:v>1.825224100665181</c:v>
                </c:pt>
                <c:pt idx="1109">
                  <c:v>1.8288139001055577</c:v>
                </c:pt>
                <c:pt idx="1110">
                  <c:v>1.8308722751872393</c:v>
                </c:pt>
                <c:pt idx="1111">
                  <c:v>1.8310971088919794</c:v>
                </c:pt>
                <c:pt idx="1112">
                  <c:v>1.8322403364442137</c:v>
                </c:pt>
                <c:pt idx="1113">
                  <c:v>1.8327085392825428</c:v>
                </c:pt>
                <c:pt idx="1114">
                  <c:v>1.8309125923629845</c:v>
                </c:pt>
                <c:pt idx="1115">
                  <c:v>1.8284682195935191</c:v>
                </c:pt>
                <c:pt idx="1116">
                  <c:v>1.8273757812107301</c:v>
                </c:pt>
                <c:pt idx="1117">
                  <c:v>1.827806180151802</c:v>
                </c:pt>
                <c:pt idx="1118">
                  <c:v>1.8254984669001224</c:v>
                </c:pt>
                <c:pt idx="1119">
                  <c:v>1.8250936196236784</c:v>
                </c:pt>
                <c:pt idx="1120">
                  <c:v>1.8243584856659352</c:v>
                </c:pt>
                <c:pt idx="1121">
                  <c:v>1.8242939781847427</c:v>
                </c:pt>
                <c:pt idx="1122">
                  <c:v>1.8264272280213796</c:v>
                </c:pt>
                <c:pt idx="1123">
                  <c:v>1.8244976584622088</c:v>
                </c:pt>
                <c:pt idx="1124">
                  <c:v>1.8236828326324079</c:v>
                </c:pt>
                <c:pt idx="1125">
                  <c:v>1.8253449474724797</c:v>
                </c:pt>
                <c:pt idx="1126">
                  <c:v>1.8266557269239148</c:v>
                </c:pt>
                <c:pt idx="1127">
                  <c:v>1.8285473878658915</c:v>
                </c:pt>
                <c:pt idx="1128">
                  <c:v>1.8297209841998558</c:v>
                </c:pt>
                <c:pt idx="1129">
                  <c:v>1.829490286178644</c:v>
                </c:pt>
                <c:pt idx="1130">
                  <c:v>1.8275436472697419</c:v>
                </c:pt>
                <c:pt idx="1131">
                  <c:v>1.8271260241609839</c:v>
                </c:pt>
                <c:pt idx="1132">
                  <c:v>1.8277152832464856</c:v>
                </c:pt>
                <c:pt idx="1133">
                  <c:v>1.8256882194259672</c:v>
                </c:pt>
                <c:pt idx="1134">
                  <c:v>1.8246554714072685</c:v>
                </c:pt>
                <c:pt idx="1135">
                  <c:v>1.8216527319337166</c:v>
                </c:pt>
                <c:pt idx="1136">
                  <c:v>1.8214593142100766</c:v>
                </c:pt>
                <c:pt idx="1137">
                  <c:v>1.8226643265251412</c:v>
                </c:pt>
                <c:pt idx="1138">
                  <c:v>1.8212895631921988</c:v>
                </c:pt>
                <c:pt idx="1139">
                  <c:v>1.8217353559640099</c:v>
                </c:pt>
                <c:pt idx="1140">
                  <c:v>1.8242989000217817</c:v>
                </c:pt>
                <c:pt idx="1141">
                  <c:v>1.8249776946534189</c:v>
                </c:pt>
                <c:pt idx="1142">
                  <c:v>1.8250376991773203</c:v>
                </c:pt>
                <c:pt idx="1143">
                  <c:v>1.828244642528023</c:v>
                </c:pt>
                <c:pt idx="1144">
                  <c:v>1.8279785491681049</c:v>
                </c:pt>
                <c:pt idx="1145">
                  <c:v>1.8261218646850863</c:v>
                </c:pt>
                <c:pt idx="1146">
                  <c:v>1.8248426059346883</c:v>
                </c:pt>
                <c:pt idx="1147">
                  <c:v>1.8240169939513764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1D70-4A85-AB80-5FAF78EA7150}"/>
            </c:ext>
          </c:extLst>
        </c:ser>
        <c:ser>
          <c:idx val="1"/>
          <c:order val="1"/>
          <c:tx>
            <c:strRef>
              <c:f>'For plotting'!$W$1</c:f>
              <c:strCache>
                <c:ptCount val="1"/>
                <c:pt idx="0">
                  <c:v>0.3% w/w R2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'For plotting'!$U$2:$U$1149</c:f>
              <c:numCache>
                <c:formatCode>General</c:formatCode>
                <c:ptCount val="1148"/>
                <c:pt idx="0">
                  <c:v>3.8998900000000001</c:v>
                </c:pt>
                <c:pt idx="1">
                  <c:v>3.9001999999999999</c:v>
                </c:pt>
                <c:pt idx="2">
                  <c:v>3.9005000000000001</c:v>
                </c:pt>
                <c:pt idx="3">
                  <c:v>3.9008099999999999</c:v>
                </c:pt>
                <c:pt idx="4">
                  <c:v>3.9011100000000001</c:v>
                </c:pt>
                <c:pt idx="5">
                  <c:v>3.9014199999999999</c:v>
                </c:pt>
                <c:pt idx="6">
                  <c:v>3.9017300000000001</c:v>
                </c:pt>
                <c:pt idx="7">
                  <c:v>3.9020299999999999</c:v>
                </c:pt>
                <c:pt idx="8">
                  <c:v>3.9023400000000001</c:v>
                </c:pt>
                <c:pt idx="9">
                  <c:v>3.9026399999999999</c:v>
                </c:pt>
                <c:pt idx="10">
                  <c:v>3.9029500000000001</c:v>
                </c:pt>
                <c:pt idx="11">
                  <c:v>3.9032499999999999</c:v>
                </c:pt>
                <c:pt idx="12">
                  <c:v>3.9035600000000001</c:v>
                </c:pt>
                <c:pt idx="13">
                  <c:v>3.9038599999999999</c:v>
                </c:pt>
                <c:pt idx="14">
                  <c:v>3.9041700000000001</c:v>
                </c:pt>
                <c:pt idx="15">
                  <c:v>3.9044699999999999</c:v>
                </c:pt>
                <c:pt idx="16">
                  <c:v>3.9047800000000001</c:v>
                </c:pt>
                <c:pt idx="17">
                  <c:v>3.9050799999999999</c:v>
                </c:pt>
                <c:pt idx="18">
                  <c:v>3.9053900000000001</c:v>
                </c:pt>
                <c:pt idx="19">
                  <c:v>3.9056999999999999</c:v>
                </c:pt>
                <c:pt idx="20">
                  <c:v>3.9060000000000001</c:v>
                </c:pt>
                <c:pt idx="21">
                  <c:v>3.9063099999999999</c:v>
                </c:pt>
                <c:pt idx="22">
                  <c:v>3.9066100000000001</c:v>
                </c:pt>
                <c:pt idx="23">
                  <c:v>3.9069199999999999</c:v>
                </c:pt>
                <c:pt idx="24">
                  <c:v>3.9072200000000001</c:v>
                </c:pt>
                <c:pt idx="25">
                  <c:v>3.9075299999999999</c:v>
                </c:pt>
                <c:pt idx="26">
                  <c:v>3.9078300000000001</c:v>
                </c:pt>
                <c:pt idx="27">
                  <c:v>3.9081399999999999</c:v>
                </c:pt>
                <c:pt idx="28">
                  <c:v>3.9084400000000001</c:v>
                </c:pt>
                <c:pt idx="29">
                  <c:v>3.9087499999999999</c:v>
                </c:pt>
                <c:pt idx="30">
                  <c:v>3.9090500000000001</c:v>
                </c:pt>
                <c:pt idx="31">
                  <c:v>3.9093599999999999</c:v>
                </c:pt>
                <c:pt idx="32">
                  <c:v>3.9096700000000002</c:v>
                </c:pt>
                <c:pt idx="33">
                  <c:v>3.9099699999999999</c:v>
                </c:pt>
                <c:pt idx="34">
                  <c:v>3.9102800000000002</c:v>
                </c:pt>
                <c:pt idx="35">
                  <c:v>3.9105799999999999</c:v>
                </c:pt>
                <c:pt idx="36">
                  <c:v>3.9108900000000002</c:v>
                </c:pt>
                <c:pt idx="37">
                  <c:v>3.9111899999999999</c:v>
                </c:pt>
                <c:pt idx="38">
                  <c:v>3.9115000000000002</c:v>
                </c:pt>
                <c:pt idx="39">
                  <c:v>3.9117999999999999</c:v>
                </c:pt>
                <c:pt idx="40">
                  <c:v>3.9121100000000002</c:v>
                </c:pt>
                <c:pt idx="41">
                  <c:v>3.9124099999999999</c:v>
                </c:pt>
                <c:pt idx="42">
                  <c:v>3.9127200000000002</c:v>
                </c:pt>
                <c:pt idx="43">
                  <c:v>3.91303</c:v>
                </c:pt>
                <c:pt idx="44">
                  <c:v>3.9133300000000002</c:v>
                </c:pt>
                <c:pt idx="45">
                  <c:v>3.91364</c:v>
                </c:pt>
                <c:pt idx="46">
                  <c:v>3.9139400000000002</c:v>
                </c:pt>
                <c:pt idx="47">
                  <c:v>3.91425</c:v>
                </c:pt>
                <c:pt idx="48">
                  <c:v>3.9145500000000002</c:v>
                </c:pt>
                <c:pt idx="49">
                  <c:v>3.91486</c:v>
                </c:pt>
                <c:pt idx="50">
                  <c:v>3.9151600000000002</c:v>
                </c:pt>
                <c:pt idx="51">
                  <c:v>3.91547</c:v>
                </c:pt>
                <c:pt idx="52">
                  <c:v>3.9157700000000002</c:v>
                </c:pt>
                <c:pt idx="53">
                  <c:v>3.91608</c:v>
                </c:pt>
                <c:pt idx="54">
                  <c:v>3.9163800000000002</c:v>
                </c:pt>
                <c:pt idx="55">
                  <c:v>3.91669</c:v>
                </c:pt>
                <c:pt idx="56">
                  <c:v>3.9169999999999998</c:v>
                </c:pt>
                <c:pt idx="57">
                  <c:v>3.9173</c:v>
                </c:pt>
                <c:pt idx="58">
                  <c:v>3.9176099999999998</c:v>
                </c:pt>
                <c:pt idx="59">
                  <c:v>3.91791</c:v>
                </c:pt>
                <c:pt idx="60">
                  <c:v>3.9182199999999998</c:v>
                </c:pt>
                <c:pt idx="61">
                  <c:v>3.91852</c:v>
                </c:pt>
                <c:pt idx="62">
                  <c:v>3.9188299999999998</c:v>
                </c:pt>
                <c:pt idx="63">
                  <c:v>3.91913</c:v>
                </c:pt>
                <c:pt idx="64">
                  <c:v>3.9194399999999998</c:v>
                </c:pt>
                <c:pt idx="65">
                  <c:v>3.91974</c:v>
                </c:pt>
                <c:pt idx="66">
                  <c:v>3.9200499999999998</c:v>
                </c:pt>
                <c:pt idx="67">
                  <c:v>3.92035</c:v>
                </c:pt>
                <c:pt idx="68">
                  <c:v>3.9206599999999998</c:v>
                </c:pt>
                <c:pt idx="69">
                  <c:v>3.9209700000000001</c:v>
                </c:pt>
                <c:pt idx="70">
                  <c:v>3.9212699999999998</c:v>
                </c:pt>
                <c:pt idx="71">
                  <c:v>3.9215800000000001</c:v>
                </c:pt>
                <c:pt idx="72">
                  <c:v>3.9218799999999998</c:v>
                </c:pt>
                <c:pt idx="73">
                  <c:v>3.9221900000000001</c:v>
                </c:pt>
                <c:pt idx="74">
                  <c:v>3.9224899999999998</c:v>
                </c:pt>
                <c:pt idx="75">
                  <c:v>3.9228000000000001</c:v>
                </c:pt>
                <c:pt idx="76">
                  <c:v>3.9230999999999998</c:v>
                </c:pt>
                <c:pt idx="77">
                  <c:v>3.9234100000000001</c:v>
                </c:pt>
                <c:pt idx="78">
                  <c:v>3.9237099999999998</c:v>
                </c:pt>
                <c:pt idx="79">
                  <c:v>3.9240200000000001</c:v>
                </c:pt>
                <c:pt idx="80">
                  <c:v>3.9243199999999998</c:v>
                </c:pt>
                <c:pt idx="81">
                  <c:v>3.9246300000000001</c:v>
                </c:pt>
                <c:pt idx="82">
                  <c:v>3.9249399999999999</c:v>
                </c:pt>
                <c:pt idx="83">
                  <c:v>3.9252400000000001</c:v>
                </c:pt>
                <c:pt idx="84">
                  <c:v>3.9255499999999999</c:v>
                </c:pt>
                <c:pt idx="85">
                  <c:v>3.9258500000000001</c:v>
                </c:pt>
                <c:pt idx="86">
                  <c:v>3.9261599999999999</c:v>
                </c:pt>
                <c:pt idx="87">
                  <c:v>3.9264600000000001</c:v>
                </c:pt>
                <c:pt idx="88">
                  <c:v>3.9267699999999999</c:v>
                </c:pt>
                <c:pt idx="89">
                  <c:v>3.9270700000000001</c:v>
                </c:pt>
                <c:pt idx="90">
                  <c:v>3.9273799999999999</c:v>
                </c:pt>
                <c:pt idx="91">
                  <c:v>3.9276800000000001</c:v>
                </c:pt>
                <c:pt idx="92">
                  <c:v>3.9279899999999999</c:v>
                </c:pt>
                <c:pt idx="93">
                  <c:v>3.9283000000000001</c:v>
                </c:pt>
                <c:pt idx="94">
                  <c:v>3.9285999999999999</c:v>
                </c:pt>
                <c:pt idx="95">
                  <c:v>3.9289100000000001</c:v>
                </c:pt>
                <c:pt idx="96">
                  <c:v>3.9292099999999999</c:v>
                </c:pt>
                <c:pt idx="97">
                  <c:v>3.9295200000000001</c:v>
                </c:pt>
                <c:pt idx="98">
                  <c:v>3.9298199999999999</c:v>
                </c:pt>
                <c:pt idx="99">
                  <c:v>3.9301300000000001</c:v>
                </c:pt>
                <c:pt idx="100">
                  <c:v>3.9304299999999999</c:v>
                </c:pt>
                <c:pt idx="101">
                  <c:v>3.9307400000000001</c:v>
                </c:pt>
                <c:pt idx="102">
                  <c:v>3.9310399999999999</c:v>
                </c:pt>
                <c:pt idx="103">
                  <c:v>3.9313500000000001</c:v>
                </c:pt>
                <c:pt idx="104">
                  <c:v>3.9316499999999999</c:v>
                </c:pt>
                <c:pt idx="105">
                  <c:v>3.9319600000000001</c:v>
                </c:pt>
                <c:pt idx="106">
                  <c:v>3.9322699999999999</c:v>
                </c:pt>
                <c:pt idx="107">
                  <c:v>3.9325700000000001</c:v>
                </c:pt>
                <c:pt idx="108">
                  <c:v>3.9328799999999999</c:v>
                </c:pt>
                <c:pt idx="109">
                  <c:v>3.9331800000000001</c:v>
                </c:pt>
                <c:pt idx="110">
                  <c:v>3.9334899999999999</c:v>
                </c:pt>
                <c:pt idx="111">
                  <c:v>3.9337900000000001</c:v>
                </c:pt>
                <c:pt idx="112">
                  <c:v>3.9340999999999999</c:v>
                </c:pt>
                <c:pt idx="113">
                  <c:v>3.9344000000000001</c:v>
                </c:pt>
                <c:pt idx="114">
                  <c:v>3.9347099999999999</c:v>
                </c:pt>
                <c:pt idx="115">
                  <c:v>3.9350100000000001</c:v>
                </c:pt>
                <c:pt idx="116">
                  <c:v>3.9353199999999999</c:v>
                </c:pt>
                <c:pt idx="117">
                  <c:v>3.9356200000000001</c:v>
                </c:pt>
                <c:pt idx="118">
                  <c:v>3.9359299999999999</c:v>
                </c:pt>
                <c:pt idx="119">
                  <c:v>3.9362400000000002</c:v>
                </c:pt>
                <c:pt idx="120">
                  <c:v>3.9365399999999999</c:v>
                </c:pt>
                <c:pt idx="121">
                  <c:v>3.9368500000000002</c:v>
                </c:pt>
                <c:pt idx="122">
                  <c:v>3.9371499999999999</c:v>
                </c:pt>
                <c:pt idx="123">
                  <c:v>3.9374600000000002</c:v>
                </c:pt>
                <c:pt idx="124">
                  <c:v>3.9377599999999999</c:v>
                </c:pt>
                <c:pt idx="125">
                  <c:v>3.9380700000000002</c:v>
                </c:pt>
                <c:pt idx="126">
                  <c:v>3.9383699999999999</c:v>
                </c:pt>
                <c:pt idx="127">
                  <c:v>3.9386800000000002</c:v>
                </c:pt>
                <c:pt idx="128">
                  <c:v>3.9389799999999999</c:v>
                </c:pt>
                <c:pt idx="129">
                  <c:v>3.9392900000000002</c:v>
                </c:pt>
                <c:pt idx="130">
                  <c:v>3.9395899999999999</c:v>
                </c:pt>
                <c:pt idx="131">
                  <c:v>3.9399000000000002</c:v>
                </c:pt>
                <c:pt idx="132">
                  <c:v>3.94021</c:v>
                </c:pt>
                <c:pt idx="133">
                  <c:v>3.9405100000000002</c:v>
                </c:pt>
                <c:pt idx="134">
                  <c:v>3.94082</c:v>
                </c:pt>
                <c:pt idx="135">
                  <c:v>3.9411200000000002</c:v>
                </c:pt>
                <c:pt idx="136">
                  <c:v>3.94143</c:v>
                </c:pt>
                <c:pt idx="137">
                  <c:v>3.9417300000000002</c:v>
                </c:pt>
                <c:pt idx="138">
                  <c:v>3.94204</c:v>
                </c:pt>
                <c:pt idx="139">
                  <c:v>3.9423400000000002</c:v>
                </c:pt>
                <c:pt idx="140">
                  <c:v>3.94265</c:v>
                </c:pt>
                <c:pt idx="141">
                  <c:v>3.9429500000000002</c:v>
                </c:pt>
                <c:pt idx="142">
                  <c:v>3.94326</c:v>
                </c:pt>
                <c:pt idx="143">
                  <c:v>3.9435600000000002</c:v>
                </c:pt>
                <c:pt idx="144">
                  <c:v>3.94387</c:v>
                </c:pt>
                <c:pt idx="145">
                  <c:v>3.9441799999999998</c:v>
                </c:pt>
                <c:pt idx="146">
                  <c:v>3.94448</c:v>
                </c:pt>
                <c:pt idx="147">
                  <c:v>3.9447899999999998</c:v>
                </c:pt>
                <c:pt idx="148">
                  <c:v>3.94509</c:v>
                </c:pt>
                <c:pt idx="149">
                  <c:v>3.9453999999999998</c:v>
                </c:pt>
                <c:pt idx="150">
                  <c:v>3.9457</c:v>
                </c:pt>
                <c:pt idx="151">
                  <c:v>3.9460099999999998</c:v>
                </c:pt>
                <c:pt idx="152">
                  <c:v>3.94631</c:v>
                </c:pt>
                <c:pt idx="153">
                  <c:v>3.9466199999999998</c:v>
                </c:pt>
                <c:pt idx="154">
                  <c:v>3.94692</c:v>
                </c:pt>
                <c:pt idx="155">
                  <c:v>3.9472299999999998</c:v>
                </c:pt>
                <c:pt idx="156">
                  <c:v>3.94754</c:v>
                </c:pt>
                <c:pt idx="157">
                  <c:v>3.9478399999999998</c:v>
                </c:pt>
                <c:pt idx="158">
                  <c:v>3.94815</c:v>
                </c:pt>
                <c:pt idx="159">
                  <c:v>3.9484499999999998</c:v>
                </c:pt>
                <c:pt idx="160">
                  <c:v>3.94876</c:v>
                </c:pt>
                <c:pt idx="161">
                  <c:v>3.9490599999999998</c:v>
                </c:pt>
                <c:pt idx="162">
                  <c:v>3.94937</c:v>
                </c:pt>
                <c:pt idx="163">
                  <c:v>3.9496699999999998</c:v>
                </c:pt>
                <c:pt idx="164">
                  <c:v>3.94998</c:v>
                </c:pt>
                <c:pt idx="165">
                  <c:v>3.9502799999999998</c:v>
                </c:pt>
                <c:pt idx="166">
                  <c:v>3.95059</c:v>
                </c:pt>
                <c:pt idx="167">
                  <c:v>3.9508899999999998</c:v>
                </c:pt>
                <c:pt idx="168">
                  <c:v>3.9512</c:v>
                </c:pt>
                <c:pt idx="169">
                  <c:v>3.9515099999999999</c:v>
                </c:pt>
                <c:pt idx="170">
                  <c:v>3.95181</c:v>
                </c:pt>
                <c:pt idx="171">
                  <c:v>3.9521199999999999</c:v>
                </c:pt>
                <c:pt idx="172">
                  <c:v>3.95242</c:v>
                </c:pt>
                <c:pt idx="173">
                  <c:v>3.9527299999999999</c:v>
                </c:pt>
                <c:pt idx="174">
                  <c:v>3.95303</c:v>
                </c:pt>
                <c:pt idx="175">
                  <c:v>3.9533399999999999</c:v>
                </c:pt>
                <c:pt idx="176">
                  <c:v>3.95364</c:v>
                </c:pt>
                <c:pt idx="177">
                  <c:v>3.9539499999999999</c:v>
                </c:pt>
                <c:pt idx="178">
                  <c:v>3.95425</c:v>
                </c:pt>
                <c:pt idx="179">
                  <c:v>3.9545599999999999</c:v>
                </c:pt>
                <c:pt idx="180">
                  <c:v>3.95486</c:v>
                </c:pt>
                <c:pt idx="181">
                  <c:v>3.9551699999999999</c:v>
                </c:pt>
                <c:pt idx="182">
                  <c:v>3.9554800000000001</c:v>
                </c:pt>
                <c:pt idx="183">
                  <c:v>3.9557799999999999</c:v>
                </c:pt>
                <c:pt idx="184">
                  <c:v>3.9560900000000001</c:v>
                </c:pt>
                <c:pt idx="185">
                  <c:v>3.9563899999999999</c:v>
                </c:pt>
                <c:pt idx="186">
                  <c:v>3.9567000000000001</c:v>
                </c:pt>
                <c:pt idx="187">
                  <c:v>3.9569999999999999</c:v>
                </c:pt>
                <c:pt idx="188">
                  <c:v>3.9573100000000001</c:v>
                </c:pt>
                <c:pt idx="189">
                  <c:v>3.9576099999999999</c:v>
                </c:pt>
                <c:pt idx="190">
                  <c:v>3.9579200000000001</c:v>
                </c:pt>
                <c:pt idx="191">
                  <c:v>3.9582199999999998</c:v>
                </c:pt>
                <c:pt idx="192">
                  <c:v>3.9585300000000001</c:v>
                </c:pt>
                <c:pt idx="193">
                  <c:v>3.9588299999999998</c:v>
                </c:pt>
                <c:pt idx="194">
                  <c:v>3.9591400000000001</c:v>
                </c:pt>
                <c:pt idx="195">
                  <c:v>3.9594499999999999</c:v>
                </c:pt>
                <c:pt idx="196">
                  <c:v>3.9597500000000001</c:v>
                </c:pt>
                <c:pt idx="197">
                  <c:v>3.9600599999999999</c:v>
                </c:pt>
                <c:pt idx="198">
                  <c:v>3.9603600000000001</c:v>
                </c:pt>
                <c:pt idx="199">
                  <c:v>3.9606699999999999</c:v>
                </c:pt>
                <c:pt idx="200">
                  <c:v>3.9609700000000001</c:v>
                </c:pt>
                <c:pt idx="201">
                  <c:v>3.9612799999999999</c:v>
                </c:pt>
                <c:pt idx="202">
                  <c:v>3.9615800000000001</c:v>
                </c:pt>
                <c:pt idx="203">
                  <c:v>3.9618899999999999</c:v>
                </c:pt>
                <c:pt idx="204">
                  <c:v>3.9621900000000001</c:v>
                </c:pt>
                <c:pt idx="205">
                  <c:v>3.9624999999999999</c:v>
                </c:pt>
                <c:pt idx="206">
                  <c:v>3.9628000000000001</c:v>
                </c:pt>
                <c:pt idx="207">
                  <c:v>3.9631099999999999</c:v>
                </c:pt>
                <c:pt idx="208">
                  <c:v>3.9634200000000002</c:v>
                </c:pt>
                <c:pt idx="209">
                  <c:v>3.9637199999999999</c:v>
                </c:pt>
                <c:pt idx="210">
                  <c:v>3.9640300000000002</c:v>
                </c:pt>
                <c:pt idx="211">
                  <c:v>3.9643299999999999</c:v>
                </c:pt>
                <c:pt idx="212">
                  <c:v>3.9646400000000002</c:v>
                </c:pt>
                <c:pt idx="213">
                  <c:v>3.9649399999999999</c:v>
                </c:pt>
                <c:pt idx="214">
                  <c:v>3.9652500000000002</c:v>
                </c:pt>
                <c:pt idx="215">
                  <c:v>3.9655499999999999</c:v>
                </c:pt>
                <c:pt idx="216">
                  <c:v>3.9658600000000002</c:v>
                </c:pt>
                <c:pt idx="217">
                  <c:v>3.9661599999999999</c:v>
                </c:pt>
                <c:pt idx="218">
                  <c:v>3.9664700000000002</c:v>
                </c:pt>
                <c:pt idx="219">
                  <c:v>3.96678</c:v>
                </c:pt>
                <c:pt idx="220">
                  <c:v>3.9670800000000002</c:v>
                </c:pt>
                <c:pt idx="221">
                  <c:v>3.96739</c:v>
                </c:pt>
                <c:pt idx="222">
                  <c:v>3.9676900000000002</c:v>
                </c:pt>
                <c:pt idx="223">
                  <c:v>3.968</c:v>
                </c:pt>
                <c:pt idx="224">
                  <c:v>3.9683000000000002</c:v>
                </c:pt>
                <c:pt idx="225">
                  <c:v>3.96861</c:v>
                </c:pt>
                <c:pt idx="226">
                  <c:v>3.9689100000000002</c:v>
                </c:pt>
                <c:pt idx="227">
                  <c:v>3.96922</c:v>
                </c:pt>
                <c:pt idx="228">
                  <c:v>3.9695200000000002</c:v>
                </c:pt>
                <c:pt idx="229">
                  <c:v>3.96983</c:v>
                </c:pt>
                <c:pt idx="230">
                  <c:v>3.9701300000000002</c:v>
                </c:pt>
                <c:pt idx="231">
                  <c:v>3.97044</c:v>
                </c:pt>
                <c:pt idx="232">
                  <c:v>3.9707499999999998</c:v>
                </c:pt>
                <c:pt idx="233">
                  <c:v>3.97105</c:v>
                </c:pt>
                <c:pt idx="234">
                  <c:v>3.9713599999999998</c:v>
                </c:pt>
                <c:pt idx="235">
                  <c:v>3.97166</c:v>
                </c:pt>
                <c:pt idx="236">
                  <c:v>3.9719699999999998</c:v>
                </c:pt>
                <c:pt idx="237">
                  <c:v>3.97227</c:v>
                </c:pt>
                <c:pt idx="238">
                  <c:v>3.9725799999999998</c:v>
                </c:pt>
                <c:pt idx="239">
                  <c:v>3.97288</c:v>
                </c:pt>
                <c:pt idx="240">
                  <c:v>3.9731900000000002</c:v>
                </c:pt>
                <c:pt idx="241">
                  <c:v>3.97349</c:v>
                </c:pt>
                <c:pt idx="242">
                  <c:v>3.9738000000000002</c:v>
                </c:pt>
                <c:pt idx="243">
                  <c:v>3.9741</c:v>
                </c:pt>
                <c:pt idx="244">
                  <c:v>3.9744100000000002</c:v>
                </c:pt>
                <c:pt idx="245">
                  <c:v>3.97472</c:v>
                </c:pt>
                <c:pt idx="246">
                  <c:v>3.9750200000000002</c:v>
                </c:pt>
                <c:pt idx="247">
                  <c:v>3.97533</c:v>
                </c:pt>
                <c:pt idx="248">
                  <c:v>3.9756300000000002</c:v>
                </c:pt>
                <c:pt idx="249">
                  <c:v>3.97594</c:v>
                </c:pt>
                <c:pt idx="250">
                  <c:v>3.9762400000000002</c:v>
                </c:pt>
                <c:pt idx="251">
                  <c:v>3.97655</c:v>
                </c:pt>
                <c:pt idx="252">
                  <c:v>3.9768500000000002</c:v>
                </c:pt>
                <c:pt idx="253">
                  <c:v>3.97716</c:v>
                </c:pt>
                <c:pt idx="254">
                  <c:v>3.9774600000000002</c:v>
                </c:pt>
                <c:pt idx="255">
                  <c:v>3.97777</c:v>
                </c:pt>
                <c:pt idx="256">
                  <c:v>3.9780700000000002</c:v>
                </c:pt>
                <c:pt idx="257">
                  <c:v>3.97838</c:v>
                </c:pt>
                <c:pt idx="258">
                  <c:v>3.9786899999999998</c:v>
                </c:pt>
                <c:pt idx="259">
                  <c:v>3.97899</c:v>
                </c:pt>
                <c:pt idx="260">
                  <c:v>3.9792999999999998</c:v>
                </c:pt>
                <c:pt idx="261">
                  <c:v>3.9796</c:v>
                </c:pt>
                <c:pt idx="262">
                  <c:v>3.9799099999999998</c:v>
                </c:pt>
                <c:pt idx="263">
                  <c:v>3.98021</c:v>
                </c:pt>
                <c:pt idx="264">
                  <c:v>3.9805199999999998</c:v>
                </c:pt>
                <c:pt idx="265">
                  <c:v>3.98082</c:v>
                </c:pt>
                <c:pt idx="266">
                  <c:v>3.9811299999999998</c:v>
                </c:pt>
                <c:pt idx="267">
                  <c:v>3.98143</c:v>
                </c:pt>
                <c:pt idx="268">
                  <c:v>3.9817399999999998</c:v>
                </c:pt>
                <c:pt idx="269">
                  <c:v>3.98204</c:v>
                </c:pt>
                <c:pt idx="270">
                  <c:v>3.9823499999999998</c:v>
                </c:pt>
                <c:pt idx="271">
                  <c:v>3.9826600000000001</c:v>
                </c:pt>
                <c:pt idx="272">
                  <c:v>3.9829599999999998</c:v>
                </c:pt>
                <c:pt idx="273">
                  <c:v>3.9832700000000001</c:v>
                </c:pt>
                <c:pt idx="274">
                  <c:v>3.9835699999999998</c:v>
                </c:pt>
                <c:pt idx="275">
                  <c:v>3.9838800000000001</c:v>
                </c:pt>
                <c:pt idx="276">
                  <c:v>3.9841799999999998</c:v>
                </c:pt>
                <c:pt idx="277">
                  <c:v>3.9844900000000001</c:v>
                </c:pt>
                <c:pt idx="278">
                  <c:v>3.9847899999999998</c:v>
                </c:pt>
                <c:pt idx="279">
                  <c:v>3.9851000000000001</c:v>
                </c:pt>
                <c:pt idx="280">
                  <c:v>3.9853999999999998</c:v>
                </c:pt>
                <c:pt idx="281">
                  <c:v>3.9857100000000001</c:v>
                </c:pt>
                <c:pt idx="282">
                  <c:v>3.9860199999999999</c:v>
                </c:pt>
                <c:pt idx="283">
                  <c:v>3.9863200000000001</c:v>
                </c:pt>
                <c:pt idx="284">
                  <c:v>3.9866299999999999</c:v>
                </c:pt>
                <c:pt idx="285">
                  <c:v>3.9869300000000001</c:v>
                </c:pt>
                <c:pt idx="286">
                  <c:v>3.9872399999999999</c:v>
                </c:pt>
                <c:pt idx="287">
                  <c:v>3.9875400000000001</c:v>
                </c:pt>
                <c:pt idx="288">
                  <c:v>3.9878499999999999</c:v>
                </c:pt>
                <c:pt idx="289">
                  <c:v>3.9881500000000001</c:v>
                </c:pt>
                <c:pt idx="290">
                  <c:v>3.9884599999999999</c:v>
                </c:pt>
                <c:pt idx="291">
                  <c:v>3.9887600000000001</c:v>
                </c:pt>
                <c:pt idx="292">
                  <c:v>3.9890699999999999</c:v>
                </c:pt>
                <c:pt idx="293">
                  <c:v>3.9893700000000001</c:v>
                </c:pt>
                <c:pt idx="294">
                  <c:v>3.9896799999999999</c:v>
                </c:pt>
                <c:pt idx="295">
                  <c:v>3.9899900000000001</c:v>
                </c:pt>
                <c:pt idx="296">
                  <c:v>3.9902899999999999</c:v>
                </c:pt>
                <c:pt idx="297">
                  <c:v>3.9906000000000001</c:v>
                </c:pt>
                <c:pt idx="298">
                  <c:v>3.9908999999999999</c:v>
                </c:pt>
                <c:pt idx="299">
                  <c:v>3.9912100000000001</c:v>
                </c:pt>
                <c:pt idx="300">
                  <c:v>3.9915099999999999</c:v>
                </c:pt>
                <c:pt idx="301">
                  <c:v>3.9918200000000001</c:v>
                </c:pt>
                <c:pt idx="302">
                  <c:v>3.9921199999999999</c:v>
                </c:pt>
                <c:pt idx="303">
                  <c:v>3.9924300000000001</c:v>
                </c:pt>
                <c:pt idx="304">
                  <c:v>3.9927299999999999</c:v>
                </c:pt>
                <c:pt idx="305">
                  <c:v>3.9930400000000001</c:v>
                </c:pt>
                <c:pt idx="306">
                  <c:v>3.9933399999999999</c:v>
                </c:pt>
                <c:pt idx="307">
                  <c:v>3.9936500000000001</c:v>
                </c:pt>
                <c:pt idx="308">
                  <c:v>3.99396</c:v>
                </c:pt>
                <c:pt idx="309">
                  <c:v>3.9942600000000001</c:v>
                </c:pt>
                <c:pt idx="310">
                  <c:v>3.99457</c:v>
                </c:pt>
                <c:pt idx="311">
                  <c:v>3.9948700000000001</c:v>
                </c:pt>
                <c:pt idx="312">
                  <c:v>3.99518</c:v>
                </c:pt>
                <c:pt idx="313">
                  <c:v>3.9954800000000001</c:v>
                </c:pt>
                <c:pt idx="314">
                  <c:v>3.99579</c:v>
                </c:pt>
                <c:pt idx="315">
                  <c:v>3.9960900000000001</c:v>
                </c:pt>
                <c:pt idx="316">
                  <c:v>3.9964</c:v>
                </c:pt>
                <c:pt idx="317">
                  <c:v>3.9967000000000001</c:v>
                </c:pt>
                <c:pt idx="318">
                  <c:v>3.99701</c:v>
                </c:pt>
                <c:pt idx="319">
                  <c:v>3.9973100000000001</c:v>
                </c:pt>
                <c:pt idx="320">
                  <c:v>3.99762</c:v>
                </c:pt>
                <c:pt idx="321">
                  <c:v>3.9979300000000002</c:v>
                </c:pt>
                <c:pt idx="322">
                  <c:v>3.99823</c:v>
                </c:pt>
                <c:pt idx="323">
                  <c:v>3.9985400000000002</c:v>
                </c:pt>
                <c:pt idx="324">
                  <c:v>3.99884</c:v>
                </c:pt>
                <c:pt idx="325">
                  <c:v>3.9991500000000002</c:v>
                </c:pt>
                <c:pt idx="326">
                  <c:v>3.9994499999999999</c:v>
                </c:pt>
                <c:pt idx="327">
                  <c:v>3.9997600000000002</c:v>
                </c:pt>
                <c:pt idx="328">
                  <c:v>4.0000600000000004</c:v>
                </c:pt>
                <c:pt idx="329">
                  <c:v>4.0003700000000002</c:v>
                </c:pt>
                <c:pt idx="330">
                  <c:v>4.0006700000000004</c:v>
                </c:pt>
                <c:pt idx="331">
                  <c:v>4.0009800000000002</c:v>
                </c:pt>
                <c:pt idx="332">
                  <c:v>4.00129</c:v>
                </c:pt>
                <c:pt idx="333">
                  <c:v>4.0015900000000002</c:v>
                </c:pt>
                <c:pt idx="334">
                  <c:v>4.0019</c:v>
                </c:pt>
                <c:pt idx="335">
                  <c:v>4.0022000000000002</c:v>
                </c:pt>
                <c:pt idx="336">
                  <c:v>4.00251</c:v>
                </c:pt>
                <c:pt idx="337">
                  <c:v>4.0028100000000002</c:v>
                </c:pt>
                <c:pt idx="338">
                  <c:v>4.00312</c:v>
                </c:pt>
                <c:pt idx="339">
                  <c:v>4.0034200000000002</c:v>
                </c:pt>
                <c:pt idx="340">
                  <c:v>4.00373</c:v>
                </c:pt>
                <c:pt idx="341">
                  <c:v>4.0040300000000002</c:v>
                </c:pt>
                <c:pt idx="342">
                  <c:v>4.00434</c:v>
                </c:pt>
                <c:pt idx="343">
                  <c:v>4.0046400000000002</c:v>
                </c:pt>
                <c:pt idx="344">
                  <c:v>4.00495</c:v>
                </c:pt>
                <c:pt idx="345">
                  <c:v>4.0052599999999998</c:v>
                </c:pt>
                <c:pt idx="346">
                  <c:v>4.00556</c:v>
                </c:pt>
                <c:pt idx="347">
                  <c:v>4.0058699999999998</c:v>
                </c:pt>
                <c:pt idx="348">
                  <c:v>4.00617</c:v>
                </c:pt>
                <c:pt idx="349">
                  <c:v>4.0064799999999998</c:v>
                </c:pt>
                <c:pt idx="350">
                  <c:v>4.00678</c:v>
                </c:pt>
                <c:pt idx="351">
                  <c:v>4.0070899999999998</c:v>
                </c:pt>
                <c:pt idx="352">
                  <c:v>4.00739</c:v>
                </c:pt>
                <c:pt idx="353">
                  <c:v>4.0076999999999998</c:v>
                </c:pt>
                <c:pt idx="354">
                  <c:v>4.008</c:v>
                </c:pt>
                <c:pt idx="355">
                  <c:v>4.0083099999999998</c:v>
                </c:pt>
                <c:pt idx="356">
                  <c:v>4.00861</c:v>
                </c:pt>
                <c:pt idx="357">
                  <c:v>4.0089199999999998</c:v>
                </c:pt>
                <c:pt idx="358">
                  <c:v>4.0092299999999996</c:v>
                </c:pt>
                <c:pt idx="359">
                  <c:v>4.0095299999999998</c:v>
                </c:pt>
                <c:pt idx="360">
                  <c:v>4.0098399999999996</c:v>
                </c:pt>
                <c:pt idx="361">
                  <c:v>4.0101399999999998</c:v>
                </c:pt>
                <c:pt idx="362">
                  <c:v>4.0104499999999996</c:v>
                </c:pt>
                <c:pt idx="363">
                  <c:v>4.0107499999999998</c:v>
                </c:pt>
                <c:pt idx="364">
                  <c:v>4.0110599999999996</c:v>
                </c:pt>
                <c:pt idx="365">
                  <c:v>4.0113599999999998</c:v>
                </c:pt>
                <c:pt idx="366">
                  <c:v>4.0116699999999996</c:v>
                </c:pt>
                <c:pt idx="367">
                  <c:v>4.0119699999999998</c:v>
                </c:pt>
                <c:pt idx="368">
                  <c:v>4.0122799999999996</c:v>
                </c:pt>
                <c:pt idx="369">
                  <c:v>4.0125799999999998</c:v>
                </c:pt>
                <c:pt idx="370">
                  <c:v>4.0128899999999996</c:v>
                </c:pt>
                <c:pt idx="371">
                  <c:v>4.0132000000000003</c:v>
                </c:pt>
                <c:pt idx="372">
                  <c:v>4.0134999999999996</c:v>
                </c:pt>
                <c:pt idx="373">
                  <c:v>4.0138100000000003</c:v>
                </c:pt>
                <c:pt idx="374">
                  <c:v>4.0141099999999996</c:v>
                </c:pt>
                <c:pt idx="375">
                  <c:v>4.0144200000000003</c:v>
                </c:pt>
                <c:pt idx="376">
                  <c:v>4.0147199999999996</c:v>
                </c:pt>
                <c:pt idx="377">
                  <c:v>4.0150300000000003</c:v>
                </c:pt>
                <c:pt idx="378">
                  <c:v>4.0153299999999996</c:v>
                </c:pt>
                <c:pt idx="379">
                  <c:v>4.0156400000000003</c:v>
                </c:pt>
                <c:pt idx="380">
                  <c:v>4.0159399999999996</c:v>
                </c:pt>
                <c:pt idx="381">
                  <c:v>4.0162500000000003</c:v>
                </c:pt>
                <c:pt idx="382">
                  <c:v>4.0165499999999996</c:v>
                </c:pt>
                <c:pt idx="383">
                  <c:v>4.0168600000000003</c:v>
                </c:pt>
                <c:pt idx="384">
                  <c:v>4.0171700000000001</c:v>
                </c:pt>
                <c:pt idx="385">
                  <c:v>4.0174700000000003</c:v>
                </c:pt>
                <c:pt idx="386">
                  <c:v>4.0177800000000001</c:v>
                </c:pt>
                <c:pt idx="387">
                  <c:v>4.0180800000000003</c:v>
                </c:pt>
                <c:pt idx="388">
                  <c:v>4.0183900000000001</c:v>
                </c:pt>
                <c:pt idx="389">
                  <c:v>4.0186900000000003</c:v>
                </c:pt>
                <c:pt idx="390">
                  <c:v>4.0190000000000001</c:v>
                </c:pt>
                <c:pt idx="391">
                  <c:v>4.0193000000000003</c:v>
                </c:pt>
                <c:pt idx="392">
                  <c:v>4.0196100000000001</c:v>
                </c:pt>
                <c:pt idx="393">
                  <c:v>4.0199100000000003</c:v>
                </c:pt>
                <c:pt idx="394">
                  <c:v>4.0202200000000001</c:v>
                </c:pt>
                <c:pt idx="395">
                  <c:v>4.0205299999999999</c:v>
                </c:pt>
                <c:pt idx="396">
                  <c:v>4.0208300000000001</c:v>
                </c:pt>
                <c:pt idx="397">
                  <c:v>4.0211399999999999</c:v>
                </c:pt>
                <c:pt idx="398">
                  <c:v>4.0214400000000001</c:v>
                </c:pt>
                <c:pt idx="399">
                  <c:v>4.0217499999999999</c:v>
                </c:pt>
                <c:pt idx="400">
                  <c:v>4.0220500000000001</c:v>
                </c:pt>
                <c:pt idx="401">
                  <c:v>4.0223599999999999</c:v>
                </c:pt>
                <c:pt idx="402">
                  <c:v>4.0226600000000001</c:v>
                </c:pt>
                <c:pt idx="403">
                  <c:v>4.0229699999999999</c:v>
                </c:pt>
                <c:pt idx="404">
                  <c:v>4.0232700000000001</c:v>
                </c:pt>
                <c:pt idx="405">
                  <c:v>4.0235799999999999</c:v>
                </c:pt>
                <c:pt idx="406">
                  <c:v>4.0238800000000001</c:v>
                </c:pt>
                <c:pt idx="407">
                  <c:v>4.0241899999999999</c:v>
                </c:pt>
                <c:pt idx="408">
                  <c:v>4.0244999999999997</c:v>
                </c:pt>
                <c:pt idx="409">
                  <c:v>4.0247999999999999</c:v>
                </c:pt>
                <c:pt idx="410">
                  <c:v>4.0251099999999997</c:v>
                </c:pt>
                <c:pt idx="411">
                  <c:v>4.0254099999999999</c:v>
                </c:pt>
                <c:pt idx="412">
                  <c:v>4.0257199999999997</c:v>
                </c:pt>
                <c:pt idx="413">
                  <c:v>4.0260199999999999</c:v>
                </c:pt>
                <c:pt idx="414">
                  <c:v>4.0263299999999997</c:v>
                </c:pt>
                <c:pt idx="415">
                  <c:v>4.0266299999999999</c:v>
                </c:pt>
                <c:pt idx="416">
                  <c:v>4.0269399999999997</c:v>
                </c:pt>
                <c:pt idx="417">
                  <c:v>4.0272399999999999</c:v>
                </c:pt>
                <c:pt idx="418">
                  <c:v>4.0275499999999997</c:v>
                </c:pt>
                <c:pt idx="419">
                  <c:v>4.0278499999999999</c:v>
                </c:pt>
                <c:pt idx="420">
                  <c:v>4.0281599999999997</c:v>
                </c:pt>
                <c:pt idx="421">
                  <c:v>4.0284700000000004</c:v>
                </c:pt>
                <c:pt idx="422">
                  <c:v>4.0287699999999997</c:v>
                </c:pt>
                <c:pt idx="423">
                  <c:v>4.0290800000000004</c:v>
                </c:pt>
                <c:pt idx="424">
                  <c:v>4.0293799999999997</c:v>
                </c:pt>
                <c:pt idx="425">
                  <c:v>4.0296900000000004</c:v>
                </c:pt>
                <c:pt idx="426">
                  <c:v>4.0299899999999997</c:v>
                </c:pt>
                <c:pt idx="427">
                  <c:v>4.0303000000000004</c:v>
                </c:pt>
                <c:pt idx="428">
                  <c:v>4.0305999999999997</c:v>
                </c:pt>
                <c:pt idx="429">
                  <c:v>4.0309100000000004</c:v>
                </c:pt>
                <c:pt idx="430">
                  <c:v>4.0312099999999997</c:v>
                </c:pt>
                <c:pt idx="431">
                  <c:v>4.0315200000000004</c:v>
                </c:pt>
                <c:pt idx="432">
                  <c:v>4.0318199999999997</c:v>
                </c:pt>
                <c:pt idx="433">
                  <c:v>4.0321300000000004</c:v>
                </c:pt>
                <c:pt idx="434">
                  <c:v>4.0324400000000002</c:v>
                </c:pt>
                <c:pt idx="435">
                  <c:v>4.0327400000000004</c:v>
                </c:pt>
                <c:pt idx="436">
                  <c:v>4.0330500000000002</c:v>
                </c:pt>
                <c:pt idx="437">
                  <c:v>4.0333500000000004</c:v>
                </c:pt>
                <c:pt idx="438">
                  <c:v>4.0336600000000002</c:v>
                </c:pt>
                <c:pt idx="439">
                  <c:v>4.0339600000000004</c:v>
                </c:pt>
                <c:pt idx="440">
                  <c:v>4.0342700000000002</c:v>
                </c:pt>
                <c:pt idx="441">
                  <c:v>4.0345700000000004</c:v>
                </c:pt>
                <c:pt idx="442">
                  <c:v>4.0348800000000002</c:v>
                </c:pt>
                <c:pt idx="443">
                  <c:v>4.0351800000000004</c:v>
                </c:pt>
                <c:pt idx="444">
                  <c:v>4.0354900000000002</c:v>
                </c:pt>
                <c:pt idx="445">
                  <c:v>4.0357900000000004</c:v>
                </c:pt>
                <c:pt idx="446">
                  <c:v>4.0361000000000002</c:v>
                </c:pt>
                <c:pt idx="447">
                  <c:v>4.0364100000000001</c:v>
                </c:pt>
                <c:pt idx="448">
                  <c:v>4.0367100000000002</c:v>
                </c:pt>
                <c:pt idx="449">
                  <c:v>4.0370200000000001</c:v>
                </c:pt>
                <c:pt idx="450">
                  <c:v>4.0373200000000002</c:v>
                </c:pt>
                <c:pt idx="451">
                  <c:v>4.0376300000000001</c:v>
                </c:pt>
                <c:pt idx="452">
                  <c:v>4.0379300000000002</c:v>
                </c:pt>
                <c:pt idx="453">
                  <c:v>4.0382400000000001</c:v>
                </c:pt>
                <c:pt idx="454">
                  <c:v>4.0385400000000002</c:v>
                </c:pt>
                <c:pt idx="455">
                  <c:v>4.0388500000000001</c:v>
                </c:pt>
                <c:pt idx="456">
                  <c:v>4.0391500000000002</c:v>
                </c:pt>
                <c:pt idx="457">
                  <c:v>4.0394600000000001</c:v>
                </c:pt>
                <c:pt idx="458">
                  <c:v>4.0397699999999999</c:v>
                </c:pt>
                <c:pt idx="459">
                  <c:v>4.0400700000000001</c:v>
                </c:pt>
                <c:pt idx="460">
                  <c:v>4.0403799999999999</c:v>
                </c:pt>
                <c:pt idx="461">
                  <c:v>4.04068</c:v>
                </c:pt>
                <c:pt idx="462">
                  <c:v>4.0409899999999999</c:v>
                </c:pt>
                <c:pt idx="463">
                  <c:v>4.04129</c:v>
                </c:pt>
                <c:pt idx="464">
                  <c:v>4.0415999999999999</c:v>
                </c:pt>
                <c:pt idx="465">
                  <c:v>4.0419</c:v>
                </c:pt>
                <c:pt idx="466">
                  <c:v>4.0422099999999999</c:v>
                </c:pt>
                <c:pt idx="467">
                  <c:v>4.04251</c:v>
                </c:pt>
                <c:pt idx="468">
                  <c:v>4.0428199999999999</c:v>
                </c:pt>
                <c:pt idx="469">
                  <c:v>4.04312</c:v>
                </c:pt>
                <c:pt idx="470">
                  <c:v>4.0434299999999999</c:v>
                </c:pt>
                <c:pt idx="471">
                  <c:v>4.0437399999999997</c:v>
                </c:pt>
                <c:pt idx="472">
                  <c:v>4.0440399999999999</c:v>
                </c:pt>
                <c:pt idx="473">
                  <c:v>4.0443499999999997</c:v>
                </c:pt>
                <c:pt idx="474">
                  <c:v>4.0446499999999999</c:v>
                </c:pt>
                <c:pt idx="475">
                  <c:v>4.0449599999999997</c:v>
                </c:pt>
                <c:pt idx="476">
                  <c:v>4.0452599999999999</c:v>
                </c:pt>
                <c:pt idx="477">
                  <c:v>4.0455699999999997</c:v>
                </c:pt>
                <c:pt idx="478">
                  <c:v>4.0458699999999999</c:v>
                </c:pt>
                <c:pt idx="479">
                  <c:v>4.0461799999999997</c:v>
                </c:pt>
                <c:pt idx="480">
                  <c:v>4.0464799999999999</c:v>
                </c:pt>
                <c:pt idx="481">
                  <c:v>4.0467899999999997</c:v>
                </c:pt>
                <c:pt idx="482">
                  <c:v>4.0470899999999999</c:v>
                </c:pt>
                <c:pt idx="483">
                  <c:v>4.0473999999999997</c:v>
                </c:pt>
                <c:pt idx="484">
                  <c:v>4.0477100000000004</c:v>
                </c:pt>
                <c:pt idx="485">
                  <c:v>4.0480099999999997</c:v>
                </c:pt>
                <c:pt idx="486">
                  <c:v>4.0483200000000004</c:v>
                </c:pt>
                <c:pt idx="487">
                  <c:v>4.0486199999999997</c:v>
                </c:pt>
                <c:pt idx="488">
                  <c:v>4.0489300000000004</c:v>
                </c:pt>
                <c:pt idx="489">
                  <c:v>4.0492299999999997</c:v>
                </c:pt>
                <c:pt idx="490">
                  <c:v>4.0495400000000004</c:v>
                </c:pt>
                <c:pt idx="491">
                  <c:v>4.0498399999999997</c:v>
                </c:pt>
                <c:pt idx="492">
                  <c:v>4.0501500000000004</c:v>
                </c:pt>
                <c:pt idx="493">
                  <c:v>4.0504499999999997</c:v>
                </c:pt>
                <c:pt idx="494">
                  <c:v>4.0507600000000004</c:v>
                </c:pt>
                <c:pt idx="495">
                  <c:v>4.0510599999999997</c:v>
                </c:pt>
                <c:pt idx="496">
                  <c:v>4.0513700000000004</c:v>
                </c:pt>
                <c:pt idx="497">
                  <c:v>4.0516800000000002</c:v>
                </c:pt>
                <c:pt idx="498">
                  <c:v>4.0519800000000004</c:v>
                </c:pt>
                <c:pt idx="499">
                  <c:v>4.0522900000000002</c:v>
                </c:pt>
                <c:pt idx="500">
                  <c:v>4.0525900000000004</c:v>
                </c:pt>
                <c:pt idx="501">
                  <c:v>4.0529000000000002</c:v>
                </c:pt>
                <c:pt idx="502">
                  <c:v>4.0532000000000004</c:v>
                </c:pt>
                <c:pt idx="503">
                  <c:v>4.0535100000000002</c:v>
                </c:pt>
                <c:pt idx="504">
                  <c:v>4.0538100000000004</c:v>
                </c:pt>
                <c:pt idx="505">
                  <c:v>4.0541200000000002</c:v>
                </c:pt>
                <c:pt idx="506">
                  <c:v>4.0544200000000004</c:v>
                </c:pt>
                <c:pt idx="507">
                  <c:v>4.0547300000000002</c:v>
                </c:pt>
                <c:pt idx="508">
                  <c:v>4.05504</c:v>
                </c:pt>
                <c:pt idx="509">
                  <c:v>4.0553400000000002</c:v>
                </c:pt>
                <c:pt idx="510">
                  <c:v>4.05565</c:v>
                </c:pt>
                <c:pt idx="511">
                  <c:v>4.0559500000000002</c:v>
                </c:pt>
                <c:pt idx="512">
                  <c:v>4.05626</c:v>
                </c:pt>
                <c:pt idx="513">
                  <c:v>4.0565600000000002</c:v>
                </c:pt>
                <c:pt idx="514">
                  <c:v>4.05687</c:v>
                </c:pt>
                <c:pt idx="515">
                  <c:v>4.0571700000000002</c:v>
                </c:pt>
                <c:pt idx="516">
                  <c:v>4.05748</c:v>
                </c:pt>
                <c:pt idx="517">
                  <c:v>4.0577800000000002</c:v>
                </c:pt>
                <c:pt idx="518">
                  <c:v>4.05809</c:v>
                </c:pt>
                <c:pt idx="519">
                  <c:v>4.0583900000000002</c:v>
                </c:pt>
                <c:pt idx="520">
                  <c:v>4.0587</c:v>
                </c:pt>
                <c:pt idx="521">
                  <c:v>4.0590099999999998</c:v>
                </c:pt>
                <c:pt idx="522">
                  <c:v>4.05931</c:v>
                </c:pt>
                <c:pt idx="523">
                  <c:v>4.0596199999999998</c:v>
                </c:pt>
                <c:pt idx="524">
                  <c:v>4.05992</c:v>
                </c:pt>
                <c:pt idx="525">
                  <c:v>4.0602299999999998</c:v>
                </c:pt>
                <c:pt idx="526">
                  <c:v>4.06053</c:v>
                </c:pt>
                <c:pt idx="527">
                  <c:v>4.0608399999999998</c:v>
                </c:pt>
                <c:pt idx="528">
                  <c:v>4.06114</c:v>
                </c:pt>
                <c:pt idx="529">
                  <c:v>4.0614499999999998</c:v>
                </c:pt>
                <c:pt idx="530">
                  <c:v>4.06175</c:v>
                </c:pt>
                <c:pt idx="531">
                  <c:v>4.0620599999999998</c:v>
                </c:pt>
                <c:pt idx="532">
                  <c:v>4.06236</c:v>
                </c:pt>
                <c:pt idx="533">
                  <c:v>4.0626699999999998</c:v>
                </c:pt>
                <c:pt idx="534">
                  <c:v>4.0629799999999996</c:v>
                </c:pt>
                <c:pt idx="535">
                  <c:v>4.0632799999999998</c:v>
                </c:pt>
                <c:pt idx="536">
                  <c:v>4.0635899999999996</c:v>
                </c:pt>
                <c:pt idx="537">
                  <c:v>4.0638899999999998</c:v>
                </c:pt>
                <c:pt idx="538">
                  <c:v>4.0641999999999996</c:v>
                </c:pt>
                <c:pt idx="539">
                  <c:v>4.0644999999999998</c:v>
                </c:pt>
                <c:pt idx="540">
                  <c:v>4.0648099999999996</c:v>
                </c:pt>
                <c:pt idx="541">
                  <c:v>4.0651099999999998</c:v>
                </c:pt>
                <c:pt idx="542">
                  <c:v>4.0654199999999996</c:v>
                </c:pt>
                <c:pt idx="543">
                  <c:v>4.0657199999999998</c:v>
                </c:pt>
                <c:pt idx="544">
                  <c:v>4.0660299999999996</c:v>
                </c:pt>
                <c:pt idx="545">
                  <c:v>4.0663299999999998</c:v>
                </c:pt>
                <c:pt idx="546">
                  <c:v>4.0666399999999996</c:v>
                </c:pt>
                <c:pt idx="547">
                  <c:v>4.0669500000000003</c:v>
                </c:pt>
                <c:pt idx="548">
                  <c:v>4.0672499999999996</c:v>
                </c:pt>
                <c:pt idx="549">
                  <c:v>4.0675600000000003</c:v>
                </c:pt>
                <c:pt idx="550">
                  <c:v>4.0678599999999996</c:v>
                </c:pt>
                <c:pt idx="551">
                  <c:v>4.0681700000000003</c:v>
                </c:pt>
                <c:pt idx="552">
                  <c:v>4.0684699999999996</c:v>
                </c:pt>
                <c:pt idx="553">
                  <c:v>4.0687800000000003</c:v>
                </c:pt>
                <c:pt idx="554">
                  <c:v>4.0690799999999996</c:v>
                </c:pt>
                <c:pt idx="555">
                  <c:v>4.0693900000000003</c:v>
                </c:pt>
                <c:pt idx="556">
                  <c:v>4.0696899999999996</c:v>
                </c:pt>
                <c:pt idx="557">
                  <c:v>4.07</c:v>
                </c:pt>
                <c:pt idx="558">
                  <c:v>4.0702999999999996</c:v>
                </c:pt>
                <c:pt idx="559">
                  <c:v>4.0706100000000003</c:v>
                </c:pt>
                <c:pt idx="560">
                  <c:v>4.0709200000000001</c:v>
                </c:pt>
                <c:pt idx="561">
                  <c:v>4.0712200000000003</c:v>
                </c:pt>
                <c:pt idx="562">
                  <c:v>4.0715300000000001</c:v>
                </c:pt>
                <c:pt idx="563">
                  <c:v>4.0718300000000003</c:v>
                </c:pt>
                <c:pt idx="564">
                  <c:v>4.0721400000000001</c:v>
                </c:pt>
                <c:pt idx="565">
                  <c:v>4.0724400000000003</c:v>
                </c:pt>
                <c:pt idx="566">
                  <c:v>4.0727500000000001</c:v>
                </c:pt>
                <c:pt idx="567">
                  <c:v>4.0730500000000003</c:v>
                </c:pt>
                <c:pt idx="568">
                  <c:v>4.0733600000000001</c:v>
                </c:pt>
                <c:pt idx="569">
                  <c:v>4.0736600000000003</c:v>
                </c:pt>
                <c:pt idx="570">
                  <c:v>4.0739700000000001</c:v>
                </c:pt>
                <c:pt idx="571">
                  <c:v>4.0742799999999999</c:v>
                </c:pt>
                <c:pt idx="572">
                  <c:v>4.0745800000000001</c:v>
                </c:pt>
                <c:pt idx="573">
                  <c:v>4.0748899999999999</c:v>
                </c:pt>
                <c:pt idx="574">
                  <c:v>4.0751900000000001</c:v>
                </c:pt>
                <c:pt idx="575">
                  <c:v>4.0754999999999999</c:v>
                </c:pt>
                <c:pt idx="576">
                  <c:v>4.0758000000000001</c:v>
                </c:pt>
                <c:pt idx="577">
                  <c:v>4.0761099999999999</c:v>
                </c:pt>
                <c:pt idx="578">
                  <c:v>4.0764100000000001</c:v>
                </c:pt>
                <c:pt idx="579">
                  <c:v>4.0767199999999999</c:v>
                </c:pt>
                <c:pt idx="580">
                  <c:v>4.0770200000000001</c:v>
                </c:pt>
                <c:pt idx="581">
                  <c:v>4.0773299999999999</c:v>
                </c:pt>
                <c:pt idx="582">
                  <c:v>4.0776300000000001</c:v>
                </c:pt>
                <c:pt idx="583">
                  <c:v>4.0779399999999999</c:v>
                </c:pt>
                <c:pt idx="584">
                  <c:v>4.0782499999999997</c:v>
                </c:pt>
                <c:pt idx="585">
                  <c:v>4.0785499999999999</c:v>
                </c:pt>
                <c:pt idx="586">
                  <c:v>4.0788599999999997</c:v>
                </c:pt>
                <c:pt idx="587">
                  <c:v>4.0791599999999999</c:v>
                </c:pt>
                <c:pt idx="588">
                  <c:v>4.0794699999999997</c:v>
                </c:pt>
                <c:pt idx="589">
                  <c:v>4.0797699999999999</c:v>
                </c:pt>
                <c:pt idx="590">
                  <c:v>4.0800799999999997</c:v>
                </c:pt>
                <c:pt idx="591">
                  <c:v>4.0803799999999999</c:v>
                </c:pt>
                <c:pt idx="592">
                  <c:v>4.0806899999999997</c:v>
                </c:pt>
                <c:pt idx="593">
                  <c:v>4.0809899999999999</c:v>
                </c:pt>
                <c:pt idx="594">
                  <c:v>4.0812999999999997</c:v>
                </c:pt>
                <c:pt idx="595">
                  <c:v>4.0815999999999999</c:v>
                </c:pt>
                <c:pt idx="596">
                  <c:v>4.0819099999999997</c:v>
                </c:pt>
                <c:pt idx="597">
                  <c:v>4.0822200000000004</c:v>
                </c:pt>
                <c:pt idx="598">
                  <c:v>4.0825199999999997</c:v>
                </c:pt>
                <c:pt idx="599">
                  <c:v>4.0828300000000004</c:v>
                </c:pt>
                <c:pt idx="600">
                  <c:v>4.0831299999999997</c:v>
                </c:pt>
                <c:pt idx="601">
                  <c:v>4.0834400000000004</c:v>
                </c:pt>
                <c:pt idx="602">
                  <c:v>4.0837399999999997</c:v>
                </c:pt>
                <c:pt idx="603">
                  <c:v>4.0840500000000004</c:v>
                </c:pt>
                <c:pt idx="604">
                  <c:v>4.0843499999999997</c:v>
                </c:pt>
                <c:pt idx="605">
                  <c:v>4.0846600000000004</c:v>
                </c:pt>
                <c:pt idx="606">
                  <c:v>4.0849599999999997</c:v>
                </c:pt>
                <c:pt idx="607">
                  <c:v>4.0852700000000004</c:v>
                </c:pt>
                <c:pt idx="608">
                  <c:v>4.0855699999999997</c:v>
                </c:pt>
                <c:pt idx="609">
                  <c:v>4.0858800000000004</c:v>
                </c:pt>
                <c:pt idx="610">
                  <c:v>4.0861900000000002</c:v>
                </c:pt>
                <c:pt idx="611">
                  <c:v>4.0864900000000004</c:v>
                </c:pt>
                <c:pt idx="612">
                  <c:v>4.0868000000000002</c:v>
                </c:pt>
                <c:pt idx="613">
                  <c:v>4.0871000000000004</c:v>
                </c:pt>
                <c:pt idx="614">
                  <c:v>4.0874100000000002</c:v>
                </c:pt>
                <c:pt idx="615">
                  <c:v>4.0877100000000004</c:v>
                </c:pt>
                <c:pt idx="616">
                  <c:v>4.0880200000000002</c:v>
                </c:pt>
                <c:pt idx="617">
                  <c:v>4.0883200000000004</c:v>
                </c:pt>
                <c:pt idx="618">
                  <c:v>4.0886300000000002</c:v>
                </c:pt>
                <c:pt idx="619">
                  <c:v>4.0889300000000004</c:v>
                </c:pt>
                <c:pt idx="620">
                  <c:v>4.0892400000000002</c:v>
                </c:pt>
                <c:pt idx="621">
                  <c:v>4.0895400000000004</c:v>
                </c:pt>
                <c:pt idx="622">
                  <c:v>4.0898500000000002</c:v>
                </c:pt>
                <c:pt idx="623">
                  <c:v>4.09016</c:v>
                </c:pt>
                <c:pt idx="624">
                  <c:v>4.0904600000000002</c:v>
                </c:pt>
                <c:pt idx="625">
                  <c:v>4.09077</c:v>
                </c:pt>
                <c:pt idx="626">
                  <c:v>4.0910700000000002</c:v>
                </c:pt>
                <c:pt idx="627">
                  <c:v>4.09138</c:v>
                </c:pt>
                <c:pt idx="628">
                  <c:v>4.0916800000000002</c:v>
                </c:pt>
                <c:pt idx="629">
                  <c:v>4.09199</c:v>
                </c:pt>
                <c:pt idx="630">
                  <c:v>4.0922900000000002</c:v>
                </c:pt>
                <c:pt idx="631">
                  <c:v>4.0926</c:v>
                </c:pt>
                <c:pt idx="632">
                  <c:v>4.0929000000000002</c:v>
                </c:pt>
                <c:pt idx="633">
                  <c:v>4.09321</c:v>
                </c:pt>
                <c:pt idx="634">
                  <c:v>4.0935199999999998</c:v>
                </c:pt>
                <c:pt idx="635">
                  <c:v>4.09382</c:v>
                </c:pt>
                <c:pt idx="636">
                  <c:v>4.0941299999999998</c:v>
                </c:pt>
                <c:pt idx="637">
                  <c:v>4.09443</c:v>
                </c:pt>
                <c:pt idx="638">
                  <c:v>4.0947399999999998</c:v>
                </c:pt>
                <c:pt idx="639">
                  <c:v>4.09504</c:v>
                </c:pt>
                <c:pt idx="640">
                  <c:v>4.0953499999999998</c:v>
                </c:pt>
                <c:pt idx="641">
                  <c:v>4.09565</c:v>
                </c:pt>
                <c:pt idx="642">
                  <c:v>4.0959599999999998</c:v>
                </c:pt>
                <c:pt idx="643">
                  <c:v>4.09626</c:v>
                </c:pt>
                <c:pt idx="644">
                  <c:v>4.0965699999999998</c:v>
                </c:pt>
                <c:pt idx="645">
                  <c:v>4.09687</c:v>
                </c:pt>
                <c:pt idx="646">
                  <c:v>4.0971799999999998</c:v>
                </c:pt>
                <c:pt idx="647">
                  <c:v>4.0974899999999996</c:v>
                </c:pt>
                <c:pt idx="648">
                  <c:v>4.0977899999999998</c:v>
                </c:pt>
                <c:pt idx="649">
                  <c:v>4.0980999999999996</c:v>
                </c:pt>
                <c:pt idx="650">
                  <c:v>4.0983999999999998</c:v>
                </c:pt>
                <c:pt idx="651">
                  <c:v>4.0987099999999996</c:v>
                </c:pt>
                <c:pt idx="652">
                  <c:v>4.0990099999999998</c:v>
                </c:pt>
                <c:pt idx="653">
                  <c:v>4.0993199999999996</c:v>
                </c:pt>
                <c:pt idx="654">
                  <c:v>4.0996199999999998</c:v>
                </c:pt>
                <c:pt idx="655">
                  <c:v>4.0999299999999996</c:v>
                </c:pt>
                <c:pt idx="656">
                  <c:v>4.1002299999999998</c:v>
                </c:pt>
                <c:pt idx="657">
                  <c:v>4.1005399999999996</c:v>
                </c:pt>
                <c:pt idx="658">
                  <c:v>4.1008399999999998</c:v>
                </c:pt>
                <c:pt idx="659">
                  <c:v>4.1011499999999996</c:v>
                </c:pt>
                <c:pt idx="660">
                  <c:v>4.1014600000000003</c:v>
                </c:pt>
                <c:pt idx="661">
                  <c:v>4.1017599999999996</c:v>
                </c:pt>
                <c:pt idx="662">
                  <c:v>4.1020700000000003</c:v>
                </c:pt>
                <c:pt idx="663">
                  <c:v>4.1023699999999996</c:v>
                </c:pt>
                <c:pt idx="664">
                  <c:v>4.1026800000000003</c:v>
                </c:pt>
                <c:pt idx="665">
                  <c:v>4.1029799999999996</c:v>
                </c:pt>
                <c:pt idx="666">
                  <c:v>4.1032900000000003</c:v>
                </c:pt>
                <c:pt idx="667">
                  <c:v>4.1035899999999996</c:v>
                </c:pt>
                <c:pt idx="668">
                  <c:v>4.1039000000000003</c:v>
                </c:pt>
                <c:pt idx="669">
                  <c:v>4.1041999999999996</c:v>
                </c:pt>
                <c:pt idx="670">
                  <c:v>4.1045100000000003</c:v>
                </c:pt>
                <c:pt idx="671">
                  <c:v>4.1048099999999996</c:v>
                </c:pt>
                <c:pt idx="672">
                  <c:v>4.1051200000000003</c:v>
                </c:pt>
                <c:pt idx="673">
                  <c:v>4.1054300000000001</c:v>
                </c:pt>
                <c:pt idx="674">
                  <c:v>4.1057300000000003</c:v>
                </c:pt>
                <c:pt idx="675">
                  <c:v>4.1060400000000001</c:v>
                </c:pt>
                <c:pt idx="676">
                  <c:v>4.1063400000000003</c:v>
                </c:pt>
                <c:pt idx="677">
                  <c:v>4.1066500000000001</c:v>
                </c:pt>
                <c:pt idx="678">
                  <c:v>4.1069500000000003</c:v>
                </c:pt>
                <c:pt idx="679">
                  <c:v>4.1072600000000001</c:v>
                </c:pt>
                <c:pt idx="680">
                  <c:v>4.1075600000000003</c:v>
                </c:pt>
                <c:pt idx="681">
                  <c:v>4.1078700000000001</c:v>
                </c:pt>
                <c:pt idx="682">
                  <c:v>4.1081700000000003</c:v>
                </c:pt>
                <c:pt idx="683">
                  <c:v>4.1084800000000001</c:v>
                </c:pt>
                <c:pt idx="684">
                  <c:v>4.1087899999999999</c:v>
                </c:pt>
                <c:pt idx="685">
                  <c:v>4.1090900000000001</c:v>
                </c:pt>
                <c:pt idx="686">
                  <c:v>4.1093999999999999</c:v>
                </c:pt>
                <c:pt idx="687">
                  <c:v>4.1097000000000001</c:v>
                </c:pt>
                <c:pt idx="688">
                  <c:v>4.1100099999999999</c:v>
                </c:pt>
                <c:pt idx="689">
                  <c:v>4.1103100000000001</c:v>
                </c:pt>
                <c:pt idx="690">
                  <c:v>4.1106199999999999</c:v>
                </c:pt>
                <c:pt idx="691">
                  <c:v>4.1109200000000001</c:v>
                </c:pt>
                <c:pt idx="692">
                  <c:v>4.1112299999999999</c:v>
                </c:pt>
                <c:pt idx="693">
                  <c:v>4.1115300000000001</c:v>
                </c:pt>
                <c:pt idx="694">
                  <c:v>4.1118399999999999</c:v>
                </c:pt>
                <c:pt idx="695">
                  <c:v>4.1121400000000001</c:v>
                </c:pt>
                <c:pt idx="696">
                  <c:v>4.1124499999999999</c:v>
                </c:pt>
                <c:pt idx="697">
                  <c:v>4.1127599999999997</c:v>
                </c:pt>
                <c:pt idx="698">
                  <c:v>4.1130599999999999</c:v>
                </c:pt>
                <c:pt idx="699">
                  <c:v>4.1133699999999997</c:v>
                </c:pt>
                <c:pt idx="700">
                  <c:v>4.1136699999999999</c:v>
                </c:pt>
                <c:pt idx="701">
                  <c:v>4.1139799999999997</c:v>
                </c:pt>
                <c:pt idx="702">
                  <c:v>4.1142799999999999</c:v>
                </c:pt>
                <c:pt idx="703">
                  <c:v>4.1145899999999997</c:v>
                </c:pt>
                <c:pt idx="704">
                  <c:v>4.1148899999999999</c:v>
                </c:pt>
                <c:pt idx="705">
                  <c:v>4.1151999999999997</c:v>
                </c:pt>
                <c:pt idx="706">
                  <c:v>4.1154999999999999</c:v>
                </c:pt>
                <c:pt idx="707">
                  <c:v>4.1158099999999997</c:v>
                </c:pt>
                <c:pt idx="708">
                  <c:v>4.1161099999999999</c:v>
                </c:pt>
                <c:pt idx="709">
                  <c:v>4.1164199999999997</c:v>
                </c:pt>
                <c:pt idx="710">
                  <c:v>4.1167299999999996</c:v>
                </c:pt>
                <c:pt idx="711">
                  <c:v>4.1170299999999997</c:v>
                </c:pt>
                <c:pt idx="712">
                  <c:v>4.1173400000000004</c:v>
                </c:pt>
                <c:pt idx="713">
                  <c:v>4.1176399999999997</c:v>
                </c:pt>
                <c:pt idx="714">
                  <c:v>4.1179500000000004</c:v>
                </c:pt>
                <c:pt idx="715">
                  <c:v>4.1182499999999997</c:v>
                </c:pt>
                <c:pt idx="716">
                  <c:v>4.1185600000000004</c:v>
                </c:pt>
                <c:pt idx="717">
                  <c:v>4.1188599999999997</c:v>
                </c:pt>
                <c:pt idx="718">
                  <c:v>4.1191700000000004</c:v>
                </c:pt>
                <c:pt idx="719">
                  <c:v>4.1194699999999997</c:v>
                </c:pt>
                <c:pt idx="720">
                  <c:v>4.1197800000000004</c:v>
                </c:pt>
                <c:pt idx="721">
                  <c:v>4.1200799999999997</c:v>
                </c:pt>
                <c:pt idx="722">
                  <c:v>4.1203900000000004</c:v>
                </c:pt>
                <c:pt idx="723">
                  <c:v>4.1207000000000003</c:v>
                </c:pt>
                <c:pt idx="724">
                  <c:v>4.1210000000000004</c:v>
                </c:pt>
                <c:pt idx="725">
                  <c:v>4.1213100000000003</c:v>
                </c:pt>
                <c:pt idx="726">
                  <c:v>4.1216100000000004</c:v>
                </c:pt>
                <c:pt idx="727">
                  <c:v>4.1219200000000003</c:v>
                </c:pt>
                <c:pt idx="728">
                  <c:v>4.1222200000000004</c:v>
                </c:pt>
                <c:pt idx="729">
                  <c:v>4.1225300000000002</c:v>
                </c:pt>
                <c:pt idx="730">
                  <c:v>4.1228300000000004</c:v>
                </c:pt>
                <c:pt idx="731">
                  <c:v>4.1231400000000002</c:v>
                </c:pt>
                <c:pt idx="732">
                  <c:v>4.1234400000000004</c:v>
                </c:pt>
                <c:pt idx="733">
                  <c:v>4.1237500000000002</c:v>
                </c:pt>
                <c:pt idx="734">
                  <c:v>4.1240500000000004</c:v>
                </c:pt>
                <c:pt idx="735">
                  <c:v>4.1243600000000002</c:v>
                </c:pt>
                <c:pt idx="736">
                  <c:v>4.1246700000000001</c:v>
                </c:pt>
                <c:pt idx="737">
                  <c:v>4.1249700000000002</c:v>
                </c:pt>
                <c:pt idx="738">
                  <c:v>4.1252800000000001</c:v>
                </c:pt>
                <c:pt idx="739">
                  <c:v>4.1255800000000002</c:v>
                </c:pt>
                <c:pt idx="740">
                  <c:v>4.1258900000000001</c:v>
                </c:pt>
                <c:pt idx="741">
                  <c:v>4.1261900000000002</c:v>
                </c:pt>
                <c:pt idx="742">
                  <c:v>4.1265000000000001</c:v>
                </c:pt>
                <c:pt idx="743">
                  <c:v>4.1268000000000002</c:v>
                </c:pt>
                <c:pt idx="744">
                  <c:v>4.1271100000000001</c:v>
                </c:pt>
                <c:pt idx="745">
                  <c:v>4.1274100000000002</c:v>
                </c:pt>
                <c:pt idx="746">
                  <c:v>4.1277200000000001</c:v>
                </c:pt>
                <c:pt idx="747">
                  <c:v>4.1280299999999999</c:v>
                </c:pt>
                <c:pt idx="748">
                  <c:v>4.1283300000000001</c:v>
                </c:pt>
                <c:pt idx="749">
                  <c:v>4.1286399999999999</c:v>
                </c:pt>
                <c:pt idx="750">
                  <c:v>4.1289400000000001</c:v>
                </c:pt>
                <c:pt idx="751">
                  <c:v>4.1292499999999999</c:v>
                </c:pt>
                <c:pt idx="752">
                  <c:v>4.1295500000000001</c:v>
                </c:pt>
                <c:pt idx="753">
                  <c:v>4.1298599999999999</c:v>
                </c:pt>
                <c:pt idx="754">
                  <c:v>4.1301600000000001</c:v>
                </c:pt>
                <c:pt idx="755">
                  <c:v>4.1304699999999999</c:v>
                </c:pt>
                <c:pt idx="756">
                  <c:v>4.1307700000000001</c:v>
                </c:pt>
                <c:pt idx="757">
                  <c:v>4.1310799999999999</c:v>
                </c:pt>
                <c:pt idx="758">
                  <c:v>4.1313800000000001</c:v>
                </c:pt>
                <c:pt idx="759">
                  <c:v>4.1316899999999999</c:v>
                </c:pt>
                <c:pt idx="760">
                  <c:v>4.1319999999999997</c:v>
                </c:pt>
                <c:pt idx="761">
                  <c:v>4.1322999999999999</c:v>
                </c:pt>
                <c:pt idx="762">
                  <c:v>4.1326099999999997</c:v>
                </c:pt>
                <c:pt idx="763">
                  <c:v>4.1329099999999999</c:v>
                </c:pt>
                <c:pt idx="764">
                  <c:v>4.1332199999999997</c:v>
                </c:pt>
                <c:pt idx="765">
                  <c:v>4.1335199999999999</c:v>
                </c:pt>
                <c:pt idx="766">
                  <c:v>4.1338299999999997</c:v>
                </c:pt>
                <c:pt idx="767">
                  <c:v>4.1341299999999999</c:v>
                </c:pt>
                <c:pt idx="768">
                  <c:v>4.1344399999999997</c:v>
                </c:pt>
                <c:pt idx="769">
                  <c:v>4.1347399999999999</c:v>
                </c:pt>
                <c:pt idx="770">
                  <c:v>4.1350499999999997</c:v>
                </c:pt>
                <c:pt idx="771">
                  <c:v>4.1353499999999999</c:v>
                </c:pt>
                <c:pt idx="772">
                  <c:v>4.1356599999999997</c:v>
                </c:pt>
                <c:pt idx="773">
                  <c:v>4.1359700000000004</c:v>
                </c:pt>
                <c:pt idx="774">
                  <c:v>4.1362699999999997</c:v>
                </c:pt>
                <c:pt idx="775">
                  <c:v>4.1365800000000004</c:v>
                </c:pt>
                <c:pt idx="776">
                  <c:v>4.1368799999999997</c:v>
                </c:pt>
                <c:pt idx="777">
                  <c:v>4.1371900000000004</c:v>
                </c:pt>
                <c:pt idx="778">
                  <c:v>4.1374899999999997</c:v>
                </c:pt>
                <c:pt idx="779">
                  <c:v>4.1378000000000004</c:v>
                </c:pt>
                <c:pt idx="780">
                  <c:v>4.1380999999999997</c:v>
                </c:pt>
                <c:pt idx="781">
                  <c:v>4.1384100000000004</c:v>
                </c:pt>
                <c:pt idx="782">
                  <c:v>4.1387099999999997</c:v>
                </c:pt>
                <c:pt idx="783">
                  <c:v>4.1390200000000004</c:v>
                </c:pt>
                <c:pt idx="784">
                  <c:v>4.1393199999999997</c:v>
                </c:pt>
                <c:pt idx="785">
                  <c:v>4.1396300000000004</c:v>
                </c:pt>
                <c:pt idx="786">
                  <c:v>4.1399400000000002</c:v>
                </c:pt>
                <c:pt idx="787">
                  <c:v>4.1402400000000004</c:v>
                </c:pt>
                <c:pt idx="788">
                  <c:v>4.1405500000000002</c:v>
                </c:pt>
                <c:pt idx="789">
                  <c:v>4.1408500000000004</c:v>
                </c:pt>
                <c:pt idx="790">
                  <c:v>4.1411600000000002</c:v>
                </c:pt>
                <c:pt idx="791">
                  <c:v>4.1414600000000004</c:v>
                </c:pt>
                <c:pt idx="792">
                  <c:v>4.1417700000000002</c:v>
                </c:pt>
                <c:pt idx="793">
                  <c:v>4.1420700000000004</c:v>
                </c:pt>
                <c:pt idx="794">
                  <c:v>4.1423800000000002</c:v>
                </c:pt>
                <c:pt idx="795">
                  <c:v>4.1426800000000004</c:v>
                </c:pt>
                <c:pt idx="796">
                  <c:v>4.1429900000000002</c:v>
                </c:pt>
                <c:pt idx="797">
                  <c:v>4.1432900000000004</c:v>
                </c:pt>
                <c:pt idx="798">
                  <c:v>4.1436000000000002</c:v>
                </c:pt>
                <c:pt idx="799">
                  <c:v>4.14391</c:v>
                </c:pt>
                <c:pt idx="800">
                  <c:v>4.1442100000000002</c:v>
                </c:pt>
                <c:pt idx="801">
                  <c:v>4.14452</c:v>
                </c:pt>
                <c:pt idx="802">
                  <c:v>4.1448200000000002</c:v>
                </c:pt>
                <c:pt idx="803">
                  <c:v>4.14513</c:v>
                </c:pt>
                <c:pt idx="804">
                  <c:v>4.1454300000000002</c:v>
                </c:pt>
                <c:pt idx="805">
                  <c:v>4.14574</c:v>
                </c:pt>
                <c:pt idx="806">
                  <c:v>4.1460400000000002</c:v>
                </c:pt>
                <c:pt idx="807">
                  <c:v>4.14635</c:v>
                </c:pt>
                <c:pt idx="808">
                  <c:v>4.1466500000000002</c:v>
                </c:pt>
                <c:pt idx="809">
                  <c:v>4.14696</c:v>
                </c:pt>
                <c:pt idx="810">
                  <c:v>4.1472699999999998</c:v>
                </c:pt>
                <c:pt idx="811">
                  <c:v>4.14757</c:v>
                </c:pt>
                <c:pt idx="812">
                  <c:v>4.1478799999999998</c:v>
                </c:pt>
                <c:pt idx="813">
                  <c:v>4.14818</c:v>
                </c:pt>
                <c:pt idx="814">
                  <c:v>4.1484899999999998</c:v>
                </c:pt>
                <c:pt idx="815">
                  <c:v>4.14879</c:v>
                </c:pt>
                <c:pt idx="816">
                  <c:v>4.1490999999999998</c:v>
                </c:pt>
                <c:pt idx="817">
                  <c:v>4.1494</c:v>
                </c:pt>
                <c:pt idx="818">
                  <c:v>4.1497099999999998</c:v>
                </c:pt>
                <c:pt idx="819">
                  <c:v>4.15001</c:v>
                </c:pt>
                <c:pt idx="820">
                  <c:v>4.1503199999999998</c:v>
                </c:pt>
                <c:pt idx="821">
                  <c:v>4.15062</c:v>
                </c:pt>
                <c:pt idx="822">
                  <c:v>4.1509299999999998</c:v>
                </c:pt>
                <c:pt idx="823">
                  <c:v>4.1512399999999996</c:v>
                </c:pt>
                <c:pt idx="824">
                  <c:v>4.1515399999999998</c:v>
                </c:pt>
                <c:pt idx="825">
                  <c:v>4.1518499999999996</c:v>
                </c:pt>
                <c:pt idx="826">
                  <c:v>4.1521499999999998</c:v>
                </c:pt>
                <c:pt idx="827">
                  <c:v>4.1524599999999996</c:v>
                </c:pt>
                <c:pt idx="828">
                  <c:v>4.1527599999999998</c:v>
                </c:pt>
                <c:pt idx="829">
                  <c:v>4.1530699999999996</c:v>
                </c:pt>
                <c:pt idx="830">
                  <c:v>4.1533699999999998</c:v>
                </c:pt>
                <c:pt idx="831">
                  <c:v>4.1536799999999996</c:v>
                </c:pt>
                <c:pt idx="832">
                  <c:v>4.1539799999999998</c:v>
                </c:pt>
                <c:pt idx="833">
                  <c:v>4.1542899999999996</c:v>
                </c:pt>
                <c:pt idx="834">
                  <c:v>4.1545899999999998</c:v>
                </c:pt>
                <c:pt idx="835">
                  <c:v>4.1548999999999996</c:v>
                </c:pt>
                <c:pt idx="836">
                  <c:v>4.1552100000000003</c:v>
                </c:pt>
                <c:pt idx="837">
                  <c:v>4.1555099999999996</c:v>
                </c:pt>
                <c:pt idx="838">
                  <c:v>4.1558200000000003</c:v>
                </c:pt>
                <c:pt idx="839">
                  <c:v>4.1561199999999996</c:v>
                </c:pt>
                <c:pt idx="840">
                  <c:v>4.1564300000000003</c:v>
                </c:pt>
                <c:pt idx="841">
                  <c:v>4.1567299999999996</c:v>
                </c:pt>
                <c:pt idx="842">
                  <c:v>4.1570400000000003</c:v>
                </c:pt>
                <c:pt idx="843">
                  <c:v>4.1573399999999996</c:v>
                </c:pt>
                <c:pt idx="844">
                  <c:v>4.1576500000000003</c:v>
                </c:pt>
                <c:pt idx="845">
                  <c:v>4.1579499999999996</c:v>
                </c:pt>
                <c:pt idx="846">
                  <c:v>4.1582600000000003</c:v>
                </c:pt>
                <c:pt idx="847">
                  <c:v>4.1585599999999996</c:v>
                </c:pt>
                <c:pt idx="848">
                  <c:v>4.1588700000000003</c:v>
                </c:pt>
                <c:pt idx="849">
                  <c:v>4.1591800000000001</c:v>
                </c:pt>
                <c:pt idx="850">
                  <c:v>4.1594800000000003</c:v>
                </c:pt>
                <c:pt idx="851">
                  <c:v>4.1597900000000001</c:v>
                </c:pt>
                <c:pt idx="852">
                  <c:v>4.1600900000000003</c:v>
                </c:pt>
                <c:pt idx="853">
                  <c:v>4.1604000000000001</c:v>
                </c:pt>
                <c:pt idx="854">
                  <c:v>4.1607000000000003</c:v>
                </c:pt>
                <c:pt idx="855">
                  <c:v>4.1610100000000001</c:v>
                </c:pt>
                <c:pt idx="856">
                  <c:v>4.1613100000000003</c:v>
                </c:pt>
                <c:pt idx="857">
                  <c:v>4.1616200000000001</c:v>
                </c:pt>
                <c:pt idx="858">
                  <c:v>4.1619200000000003</c:v>
                </c:pt>
                <c:pt idx="859">
                  <c:v>4.1622300000000001</c:v>
                </c:pt>
                <c:pt idx="860">
                  <c:v>4.1625300000000003</c:v>
                </c:pt>
                <c:pt idx="861">
                  <c:v>4.1628400000000001</c:v>
                </c:pt>
                <c:pt idx="862">
                  <c:v>4.1631499999999999</c:v>
                </c:pt>
                <c:pt idx="863">
                  <c:v>4.1634500000000001</c:v>
                </c:pt>
                <c:pt idx="864">
                  <c:v>4.1637599999999999</c:v>
                </c:pt>
                <c:pt idx="865">
                  <c:v>4.1640600000000001</c:v>
                </c:pt>
                <c:pt idx="866">
                  <c:v>4.1643699999999999</c:v>
                </c:pt>
                <c:pt idx="867">
                  <c:v>4.1646700000000001</c:v>
                </c:pt>
                <c:pt idx="868">
                  <c:v>4.1649799999999999</c:v>
                </c:pt>
                <c:pt idx="869">
                  <c:v>4.1652800000000001</c:v>
                </c:pt>
                <c:pt idx="870">
                  <c:v>4.1655899999999999</c:v>
                </c:pt>
                <c:pt idx="871">
                  <c:v>4.1658900000000001</c:v>
                </c:pt>
                <c:pt idx="872">
                  <c:v>4.1661999999999999</c:v>
                </c:pt>
                <c:pt idx="873">
                  <c:v>4.1665099999999997</c:v>
                </c:pt>
                <c:pt idx="874">
                  <c:v>4.1668099999999999</c:v>
                </c:pt>
                <c:pt idx="875">
                  <c:v>4.1671199999999997</c:v>
                </c:pt>
                <c:pt idx="876">
                  <c:v>4.1674199999999999</c:v>
                </c:pt>
                <c:pt idx="877">
                  <c:v>4.1677299999999997</c:v>
                </c:pt>
                <c:pt idx="878">
                  <c:v>4.1680299999999999</c:v>
                </c:pt>
                <c:pt idx="879">
                  <c:v>4.1683399999999997</c:v>
                </c:pt>
                <c:pt idx="880">
                  <c:v>4.1686399999999999</c:v>
                </c:pt>
                <c:pt idx="881">
                  <c:v>4.1689499999999997</c:v>
                </c:pt>
                <c:pt idx="882">
                  <c:v>4.1692499999999999</c:v>
                </c:pt>
                <c:pt idx="883">
                  <c:v>4.1695599999999997</c:v>
                </c:pt>
                <c:pt idx="884">
                  <c:v>4.1698599999999999</c:v>
                </c:pt>
                <c:pt idx="885">
                  <c:v>4.1701699999999997</c:v>
                </c:pt>
                <c:pt idx="886">
                  <c:v>4.1704800000000004</c:v>
                </c:pt>
                <c:pt idx="887">
                  <c:v>4.1707799999999997</c:v>
                </c:pt>
                <c:pt idx="888">
                  <c:v>4.1710900000000004</c:v>
                </c:pt>
                <c:pt idx="889">
                  <c:v>4.1713899999999997</c:v>
                </c:pt>
                <c:pt idx="890">
                  <c:v>4.1717000000000004</c:v>
                </c:pt>
                <c:pt idx="891">
                  <c:v>4.1719999999999997</c:v>
                </c:pt>
                <c:pt idx="892">
                  <c:v>4.1723100000000004</c:v>
                </c:pt>
                <c:pt idx="893">
                  <c:v>4.1726099999999997</c:v>
                </c:pt>
                <c:pt idx="894">
                  <c:v>4.1729200000000004</c:v>
                </c:pt>
                <c:pt idx="895">
                  <c:v>4.1732199999999997</c:v>
                </c:pt>
                <c:pt idx="896">
                  <c:v>4.1735300000000004</c:v>
                </c:pt>
                <c:pt idx="897">
                  <c:v>4.1738299999999997</c:v>
                </c:pt>
                <c:pt idx="898">
                  <c:v>4.1741400000000004</c:v>
                </c:pt>
                <c:pt idx="899">
                  <c:v>4.1744500000000002</c:v>
                </c:pt>
                <c:pt idx="900">
                  <c:v>4.1747500000000004</c:v>
                </c:pt>
                <c:pt idx="901">
                  <c:v>4.1750600000000002</c:v>
                </c:pt>
                <c:pt idx="902">
                  <c:v>4.1753600000000004</c:v>
                </c:pt>
                <c:pt idx="903">
                  <c:v>4.1756700000000002</c:v>
                </c:pt>
                <c:pt idx="904">
                  <c:v>4.1759700000000004</c:v>
                </c:pt>
                <c:pt idx="905">
                  <c:v>4.1762800000000002</c:v>
                </c:pt>
                <c:pt idx="906">
                  <c:v>4.1765800000000004</c:v>
                </c:pt>
                <c:pt idx="907">
                  <c:v>4.1768900000000002</c:v>
                </c:pt>
                <c:pt idx="908">
                  <c:v>4.1771900000000004</c:v>
                </c:pt>
                <c:pt idx="909">
                  <c:v>4.1775000000000002</c:v>
                </c:pt>
                <c:pt idx="910">
                  <c:v>4.1778000000000004</c:v>
                </c:pt>
                <c:pt idx="911">
                  <c:v>4.1781100000000002</c:v>
                </c:pt>
                <c:pt idx="912">
                  <c:v>4.17842</c:v>
                </c:pt>
                <c:pt idx="913">
                  <c:v>4.1787200000000002</c:v>
                </c:pt>
                <c:pt idx="914">
                  <c:v>4.17903</c:v>
                </c:pt>
                <c:pt idx="915">
                  <c:v>4.1793300000000002</c:v>
                </c:pt>
                <c:pt idx="916">
                  <c:v>4.17964</c:v>
                </c:pt>
                <c:pt idx="917">
                  <c:v>4.1799400000000002</c:v>
                </c:pt>
                <c:pt idx="918">
                  <c:v>4.18025</c:v>
                </c:pt>
                <c:pt idx="919">
                  <c:v>4.1805500000000002</c:v>
                </c:pt>
                <c:pt idx="920">
                  <c:v>4.18086</c:v>
                </c:pt>
                <c:pt idx="921">
                  <c:v>4.1811600000000002</c:v>
                </c:pt>
                <c:pt idx="922">
                  <c:v>4.18147</c:v>
                </c:pt>
                <c:pt idx="923">
                  <c:v>4.1817799999999998</c:v>
                </c:pt>
                <c:pt idx="924">
                  <c:v>4.18208</c:v>
                </c:pt>
                <c:pt idx="925">
                  <c:v>4.1823899999999998</c:v>
                </c:pt>
                <c:pt idx="926">
                  <c:v>4.18269</c:v>
                </c:pt>
                <c:pt idx="927">
                  <c:v>4.1829999999999998</c:v>
                </c:pt>
                <c:pt idx="928">
                  <c:v>4.1833</c:v>
                </c:pt>
                <c:pt idx="929">
                  <c:v>4.1836099999999998</c:v>
                </c:pt>
                <c:pt idx="930">
                  <c:v>4.18391</c:v>
                </c:pt>
                <c:pt idx="931">
                  <c:v>4.1842199999999998</c:v>
                </c:pt>
                <c:pt idx="932">
                  <c:v>4.18452</c:v>
                </c:pt>
                <c:pt idx="933">
                  <c:v>4.1848299999999998</c:v>
                </c:pt>
                <c:pt idx="934">
                  <c:v>4.18513</c:v>
                </c:pt>
                <c:pt idx="935">
                  <c:v>4.1854399999999998</c:v>
                </c:pt>
                <c:pt idx="936">
                  <c:v>4.1857499999999996</c:v>
                </c:pt>
                <c:pt idx="937">
                  <c:v>4.1860499999999998</c:v>
                </c:pt>
                <c:pt idx="938">
                  <c:v>4.1863599999999996</c:v>
                </c:pt>
                <c:pt idx="939">
                  <c:v>4.1866599999999998</c:v>
                </c:pt>
                <c:pt idx="940">
                  <c:v>4.1869699999999996</c:v>
                </c:pt>
                <c:pt idx="941">
                  <c:v>4.1872699999999998</c:v>
                </c:pt>
                <c:pt idx="942">
                  <c:v>4.1875799999999996</c:v>
                </c:pt>
                <c:pt idx="943">
                  <c:v>4.1878799999999998</c:v>
                </c:pt>
                <c:pt idx="944">
                  <c:v>4.1881899999999996</c:v>
                </c:pt>
                <c:pt idx="945">
                  <c:v>4.1884899999999998</c:v>
                </c:pt>
                <c:pt idx="946">
                  <c:v>4.1887999999999996</c:v>
                </c:pt>
                <c:pt idx="947">
                  <c:v>4.1890999999999998</c:v>
                </c:pt>
                <c:pt idx="948">
                  <c:v>4.1894099999999996</c:v>
                </c:pt>
                <c:pt idx="949">
                  <c:v>4.1897200000000003</c:v>
                </c:pt>
                <c:pt idx="950">
                  <c:v>4.1900199999999996</c:v>
                </c:pt>
                <c:pt idx="951">
                  <c:v>4.1903300000000003</c:v>
                </c:pt>
                <c:pt idx="952">
                  <c:v>4.1906299999999996</c:v>
                </c:pt>
                <c:pt idx="953">
                  <c:v>4.1909400000000003</c:v>
                </c:pt>
                <c:pt idx="954">
                  <c:v>4.1912399999999996</c:v>
                </c:pt>
                <c:pt idx="955">
                  <c:v>4.1915500000000003</c:v>
                </c:pt>
                <c:pt idx="956">
                  <c:v>4.1918499999999996</c:v>
                </c:pt>
                <c:pt idx="957">
                  <c:v>4.1921600000000003</c:v>
                </c:pt>
                <c:pt idx="958">
                  <c:v>4.1924599999999996</c:v>
                </c:pt>
                <c:pt idx="959">
                  <c:v>4.1927700000000003</c:v>
                </c:pt>
                <c:pt idx="960">
                  <c:v>4.1930699999999996</c:v>
                </c:pt>
                <c:pt idx="961">
                  <c:v>4.1933800000000003</c:v>
                </c:pt>
                <c:pt idx="962">
                  <c:v>4.1936900000000001</c:v>
                </c:pt>
                <c:pt idx="963">
                  <c:v>4.1939900000000003</c:v>
                </c:pt>
                <c:pt idx="964">
                  <c:v>4.1943000000000001</c:v>
                </c:pt>
                <c:pt idx="965">
                  <c:v>4.1946000000000003</c:v>
                </c:pt>
                <c:pt idx="966">
                  <c:v>4.1949100000000001</c:v>
                </c:pt>
                <c:pt idx="967">
                  <c:v>4.1952100000000003</c:v>
                </c:pt>
                <c:pt idx="968">
                  <c:v>4.1955200000000001</c:v>
                </c:pt>
                <c:pt idx="969">
                  <c:v>4.1958200000000003</c:v>
                </c:pt>
                <c:pt idx="970">
                  <c:v>4.1961300000000001</c:v>
                </c:pt>
                <c:pt idx="971">
                  <c:v>4.1964300000000003</c:v>
                </c:pt>
                <c:pt idx="972">
                  <c:v>4.1967400000000001</c:v>
                </c:pt>
                <c:pt idx="973">
                  <c:v>4.1970400000000003</c:v>
                </c:pt>
                <c:pt idx="974">
                  <c:v>4.1973500000000001</c:v>
                </c:pt>
                <c:pt idx="975">
                  <c:v>4.1976599999999999</c:v>
                </c:pt>
                <c:pt idx="976">
                  <c:v>4.1979600000000001</c:v>
                </c:pt>
                <c:pt idx="977">
                  <c:v>4.1982699999999999</c:v>
                </c:pt>
                <c:pt idx="978">
                  <c:v>4.1985700000000001</c:v>
                </c:pt>
                <c:pt idx="979">
                  <c:v>4.1988799999999999</c:v>
                </c:pt>
                <c:pt idx="980">
                  <c:v>4.1991800000000001</c:v>
                </c:pt>
                <c:pt idx="981">
                  <c:v>4.1994899999999999</c:v>
                </c:pt>
                <c:pt idx="982">
                  <c:v>4.1997900000000001</c:v>
                </c:pt>
                <c:pt idx="983">
                  <c:v>4.2000999999999999</c:v>
                </c:pt>
                <c:pt idx="984">
                  <c:v>4.2004000000000001</c:v>
                </c:pt>
                <c:pt idx="985">
                  <c:v>4.2007099999999999</c:v>
                </c:pt>
                <c:pt idx="986">
                  <c:v>4.2010199999999998</c:v>
                </c:pt>
                <c:pt idx="987">
                  <c:v>4.2013199999999999</c:v>
                </c:pt>
                <c:pt idx="988">
                  <c:v>4.2016299999999998</c:v>
                </c:pt>
                <c:pt idx="989">
                  <c:v>4.2019299999999999</c:v>
                </c:pt>
                <c:pt idx="990">
                  <c:v>4.2022399999999998</c:v>
                </c:pt>
                <c:pt idx="991">
                  <c:v>4.2025399999999999</c:v>
                </c:pt>
                <c:pt idx="992">
                  <c:v>4.2028499999999998</c:v>
                </c:pt>
                <c:pt idx="993">
                  <c:v>4.2031499999999999</c:v>
                </c:pt>
                <c:pt idx="994">
                  <c:v>4.2034599999999998</c:v>
                </c:pt>
                <c:pt idx="995">
                  <c:v>4.2037599999999999</c:v>
                </c:pt>
                <c:pt idx="996">
                  <c:v>4.2040699999999998</c:v>
                </c:pt>
                <c:pt idx="997">
                  <c:v>4.2043699999999999</c:v>
                </c:pt>
                <c:pt idx="998">
                  <c:v>4.2046799999999998</c:v>
                </c:pt>
                <c:pt idx="999">
                  <c:v>4.2049899999999996</c:v>
                </c:pt>
                <c:pt idx="1000">
                  <c:v>4.2052899999999998</c:v>
                </c:pt>
                <c:pt idx="1001">
                  <c:v>4.2055999999999996</c:v>
                </c:pt>
                <c:pt idx="1002">
                  <c:v>4.2058999999999997</c:v>
                </c:pt>
                <c:pt idx="1003">
                  <c:v>4.2062099999999996</c:v>
                </c:pt>
                <c:pt idx="1004">
                  <c:v>4.2065099999999997</c:v>
                </c:pt>
                <c:pt idx="1005">
                  <c:v>4.2068199999999996</c:v>
                </c:pt>
                <c:pt idx="1006">
                  <c:v>4.2071199999999997</c:v>
                </c:pt>
                <c:pt idx="1007">
                  <c:v>4.2074299999999996</c:v>
                </c:pt>
                <c:pt idx="1008">
                  <c:v>4.2077299999999997</c:v>
                </c:pt>
                <c:pt idx="1009">
                  <c:v>4.2080399999999996</c:v>
                </c:pt>
                <c:pt idx="1010">
                  <c:v>4.2083399999999997</c:v>
                </c:pt>
                <c:pt idx="1011">
                  <c:v>4.2086499999999996</c:v>
                </c:pt>
                <c:pt idx="1012">
                  <c:v>4.2089600000000003</c:v>
                </c:pt>
                <c:pt idx="1013">
                  <c:v>4.2092599999999996</c:v>
                </c:pt>
                <c:pt idx="1014">
                  <c:v>4.2095700000000003</c:v>
                </c:pt>
                <c:pt idx="1015">
                  <c:v>4.2098699999999996</c:v>
                </c:pt>
                <c:pt idx="1016">
                  <c:v>4.2101800000000003</c:v>
                </c:pt>
                <c:pt idx="1017">
                  <c:v>4.2104799999999996</c:v>
                </c:pt>
                <c:pt idx="1018">
                  <c:v>4.2107900000000003</c:v>
                </c:pt>
                <c:pt idx="1019">
                  <c:v>4.2110900000000004</c:v>
                </c:pt>
                <c:pt idx="1020">
                  <c:v>4.2114000000000003</c:v>
                </c:pt>
                <c:pt idx="1021">
                  <c:v>4.2117000000000004</c:v>
                </c:pt>
                <c:pt idx="1022">
                  <c:v>4.2120100000000003</c:v>
                </c:pt>
                <c:pt idx="1023">
                  <c:v>4.2123100000000004</c:v>
                </c:pt>
                <c:pt idx="1024">
                  <c:v>4.2126200000000003</c:v>
                </c:pt>
                <c:pt idx="1025">
                  <c:v>4.2129300000000001</c:v>
                </c:pt>
                <c:pt idx="1026">
                  <c:v>4.2132300000000003</c:v>
                </c:pt>
                <c:pt idx="1027">
                  <c:v>4.2135400000000001</c:v>
                </c:pt>
                <c:pt idx="1028">
                  <c:v>4.2138400000000003</c:v>
                </c:pt>
                <c:pt idx="1029">
                  <c:v>4.2141500000000001</c:v>
                </c:pt>
                <c:pt idx="1030">
                  <c:v>4.2144500000000003</c:v>
                </c:pt>
                <c:pt idx="1031">
                  <c:v>4.2147600000000001</c:v>
                </c:pt>
                <c:pt idx="1032">
                  <c:v>4.2150600000000003</c:v>
                </c:pt>
                <c:pt idx="1033">
                  <c:v>4.2153700000000001</c:v>
                </c:pt>
                <c:pt idx="1034">
                  <c:v>4.2156700000000003</c:v>
                </c:pt>
                <c:pt idx="1035">
                  <c:v>4.2159800000000001</c:v>
                </c:pt>
                <c:pt idx="1036">
                  <c:v>4.2162800000000002</c:v>
                </c:pt>
                <c:pt idx="1037">
                  <c:v>4.2165900000000001</c:v>
                </c:pt>
                <c:pt idx="1038">
                  <c:v>4.2168999999999999</c:v>
                </c:pt>
                <c:pt idx="1039">
                  <c:v>4.2172000000000001</c:v>
                </c:pt>
                <c:pt idx="1040">
                  <c:v>4.2175099999999999</c:v>
                </c:pt>
                <c:pt idx="1041">
                  <c:v>4.2178100000000001</c:v>
                </c:pt>
                <c:pt idx="1042">
                  <c:v>4.2181199999999999</c:v>
                </c:pt>
                <c:pt idx="1043">
                  <c:v>4.2184200000000001</c:v>
                </c:pt>
                <c:pt idx="1044">
                  <c:v>4.2187299999999999</c:v>
                </c:pt>
                <c:pt idx="1045">
                  <c:v>4.2190300000000001</c:v>
                </c:pt>
                <c:pt idx="1046">
                  <c:v>4.2193399999999999</c:v>
                </c:pt>
                <c:pt idx="1047">
                  <c:v>4.2196400000000001</c:v>
                </c:pt>
                <c:pt idx="1048">
                  <c:v>4.2199499999999999</c:v>
                </c:pt>
                <c:pt idx="1049">
                  <c:v>4.2202599999999997</c:v>
                </c:pt>
                <c:pt idx="1050">
                  <c:v>4.2205599999999999</c:v>
                </c:pt>
                <c:pt idx="1051">
                  <c:v>4.2208699999999997</c:v>
                </c:pt>
                <c:pt idx="1052">
                  <c:v>4.2211699999999999</c:v>
                </c:pt>
                <c:pt idx="1053">
                  <c:v>4.2214799999999997</c:v>
                </c:pt>
                <c:pt idx="1054">
                  <c:v>4.2217799999999999</c:v>
                </c:pt>
                <c:pt idx="1055">
                  <c:v>4.2220899999999997</c:v>
                </c:pt>
                <c:pt idx="1056">
                  <c:v>4.2223899999999999</c:v>
                </c:pt>
                <c:pt idx="1057">
                  <c:v>4.2226999999999997</c:v>
                </c:pt>
                <c:pt idx="1058">
                  <c:v>4.2229999999999999</c:v>
                </c:pt>
                <c:pt idx="1059">
                  <c:v>4.2233099999999997</c:v>
                </c:pt>
                <c:pt idx="1060">
                  <c:v>4.2236099999999999</c:v>
                </c:pt>
                <c:pt idx="1061">
                  <c:v>4.2239199999999997</c:v>
                </c:pt>
                <c:pt idx="1062">
                  <c:v>4.2242300000000004</c:v>
                </c:pt>
                <c:pt idx="1063">
                  <c:v>4.2245299999999997</c:v>
                </c:pt>
                <c:pt idx="1064">
                  <c:v>4.2248400000000004</c:v>
                </c:pt>
                <c:pt idx="1065">
                  <c:v>4.2251399999999997</c:v>
                </c:pt>
                <c:pt idx="1066">
                  <c:v>4.2254500000000004</c:v>
                </c:pt>
                <c:pt idx="1067">
                  <c:v>4.2257499999999997</c:v>
                </c:pt>
                <c:pt idx="1068">
                  <c:v>4.2260600000000004</c:v>
                </c:pt>
                <c:pt idx="1069">
                  <c:v>4.2263599999999997</c:v>
                </c:pt>
                <c:pt idx="1070">
                  <c:v>4.2266700000000004</c:v>
                </c:pt>
                <c:pt idx="1071">
                  <c:v>4.2269699999999997</c:v>
                </c:pt>
                <c:pt idx="1072">
                  <c:v>4.2272800000000004</c:v>
                </c:pt>
                <c:pt idx="1073">
                  <c:v>4.2275799999999997</c:v>
                </c:pt>
                <c:pt idx="1074">
                  <c:v>4.2278900000000004</c:v>
                </c:pt>
                <c:pt idx="1075">
                  <c:v>4.2282000000000002</c:v>
                </c:pt>
                <c:pt idx="1076">
                  <c:v>4.2285000000000004</c:v>
                </c:pt>
                <c:pt idx="1077">
                  <c:v>4.2288100000000002</c:v>
                </c:pt>
                <c:pt idx="1078">
                  <c:v>4.2291100000000004</c:v>
                </c:pt>
                <c:pt idx="1079">
                  <c:v>4.2294200000000002</c:v>
                </c:pt>
                <c:pt idx="1080">
                  <c:v>4.2297200000000004</c:v>
                </c:pt>
                <c:pt idx="1081">
                  <c:v>4.2300300000000002</c:v>
                </c:pt>
                <c:pt idx="1082">
                  <c:v>4.2303300000000004</c:v>
                </c:pt>
                <c:pt idx="1083">
                  <c:v>4.2306400000000002</c:v>
                </c:pt>
                <c:pt idx="1084">
                  <c:v>4.2309400000000004</c:v>
                </c:pt>
                <c:pt idx="1085">
                  <c:v>4.2312500000000002</c:v>
                </c:pt>
                <c:pt idx="1086">
                  <c:v>4.2315500000000004</c:v>
                </c:pt>
                <c:pt idx="1087">
                  <c:v>4.2318600000000002</c:v>
                </c:pt>
                <c:pt idx="1088">
                  <c:v>4.23217</c:v>
                </c:pt>
                <c:pt idx="1089">
                  <c:v>4.2324700000000002</c:v>
                </c:pt>
                <c:pt idx="1090">
                  <c:v>4.23278</c:v>
                </c:pt>
                <c:pt idx="1091">
                  <c:v>4.2330800000000002</c:v>
                </c:pt>
                <c:pt idx="1092">
                  <c:v>4.23339</c:v>
                </c:pt>
                <c:pt idx="1093">
                  <c:v>4.2336900000000002</c:v>
                </c:pt>
                <c:pt idx="1094">
                  <c:v>4.234</c:v>
                </c:pt>
                <c:pt idx="1095">
                  <c:v>4.2343000000000002</c:v>
                </c:pt>
                <c:pt idx="1096">
                  <c:v>4.23461</c:v>
                </c:pt>
                <c:pt idx="1097">
                  <c:v>4.2349100000000002</c:v>
                </c:pt>
                <c:pt idx="1098">
                  <c:v>4.23522</c:v>
                </c:pt>
                <c:pt idx="1099">
                  <c:v>4.2355299999999998</c:v>
                </c:pt>
                <c:pt idx="1100">
                  <c:v>4.23583</c:v>
                </c:pt>
                <c:pt idx="1101">
                  <c:v>4.2361399999999998</c:v>
                </c:pt>
                <c:pt idx="1102">
                  <c:v>4.23644</c:v>
                </c:pt>
                <c:pt idx="1103">
                  <c:v>4.2367499999999998</c:v>
                </c:pt>
                <c:pt idx="1104">
                  <c:v>4.23705</c:v>
                </c:pt>
                <c:pt idx="1105">
                  <c:v>4.2373599999999998</c:v>
                </c:pt>
                <c:pt idx="1106">
                  <c:v>4.23766</c:v>
                </c:pt>
                <c:pt idx="1107">
                  <c:v>4.2379699999999998</c:v>
                </c:pt>
                <c:pt idx="1108">
                  <c:v>4.23827</c:v>
                </c:pt>
                <c:pt idx="1109">
                  <c:v>4.2385799999999998</c:v>
                </c:pt>
                <c:pt idx="1110">
                  <c:v>4.23888</c:v>
                </c:pt>
                <c:pt idx="1111">
                  <c:v>4.2391899999999998</c:v>
                </c:pt>
                <c:pt idx="1112">
                  <c:v>4.2394999999999996</c:v>
                </c:pt>
                <c:pt idx="1113">
                  <c:v>4.2397999999999998</c:v>
                </c:pt>
                <c:pt idx="1114">
                  <c:v>4.2401099999999996</c:v>
                </c:pt>
                <c:pt idx="1115">
                  <c:v>4.2404099999999998</c:v>
                </c:pt>
                <c:pt idx="1116">
                  <c:v>4.2407199999999996</c:v>
                </c:pt>
                <c:pt idx="1117">
                  <c:v>4.2410199999999998</c:v>
                </c:pt>
                <c:pt idx="1118">
                  <c:v>4.2413299999999996</c:v>
                </c:pt>
                <c:pt idx="1119">
                  <c:v>4.2416299999999998</c:v>
                </c:pt>
                <c:pt idx="1120">
                  <c:v>4.2419399999999996</c:v>
                </c:pt>
                <c:pt idx="1121">
                  <c:v>4.2422399999999998</c:v>
                </c:pt>
                <c:pt idx="1122">
                  <c:v>4.2425499999999996</c:v>
                </c:pt>
                <c:pt idx="1123">
                  <c:v>4.2428499999999998</c:v>
                </c:pt>
                <c:pt idx="1124">
                  <c:v>4.2431599999999996</c:v>
                </c:pt>
                <c:pt idx="1125">
                  <c:v>4.2434700000000003</c:v>
                </c:pt>
                <c:pt idx="1126">
                  <c:v>4.2437699999999996</c:v>
                </c:pt>
                <c:pt idx="1127">
                  <c:v>4.2440800000000003</c:v>
                </c:pt>
                <c:pt idx="1128">
                  <c:v>4.2443799999999996</c:v>
                </c:pt>
                <c:pt idx="1129">
                  <c:v>4.2446900000000003</c:v>
                </c:pt>
                <c:pt idx="1130">
                  <c:v>4.2449899999999996</c:v>
                </c:pt>
                <c:pt idx="1131">
                  <c:v>4.2453000000000003</c:v>
                </c:pt>
                <c:pt idx="1132">
                  <c:v>4.2455999999999996</c:v>
                </c:pt>
                <c:pt idx="1133">
                  <c:v>4.2459100000000003</c:v>
                </c:pt>
                <c:pt idx="1134">
                  <c:v>4.2462099999999996</c:v>
                </c:pt>
                <c:pt idx="1135">
                  <c:v>4.2465200000000003</c:v>
                </c:pt>
                <c:pt idx="1136">
                  <c:v>4.2468199999999996</c:v>
                </c:pt>
                <c:pt idx="1137">
                  <c:v>4.2471300000000003</c:v>
                </c:pt>
                <c:pt idx="1138">
                  <c:v>4.2474400000000001</c:v>
                </c:pt>
                <c:pt idx="1139">
                  <c:v>4.2477400000000003</c:v>
                </c:pt>
                <c:pt idx="1140">
                  <c:v>4.2480500000000001</c:v>
                </c:pt>
                <c:pt idx="1141">
                  <c:v>4.2483500000000003</c:v>
                </c:pt>
                <c:pt idx="1142">
                  <c:v>4.2486600000000001</c:v>
                </c:pt>
                <c:pt idx="1143">
                  <c:v>4.2489600000000003</c:v>
                </c:pt>
                <c:pt idx="1144">
                  <c:v>4.2492700000000001</c:v>
                </c:pt>
                <c:pt idx="1145">
                  <c:v>4.2495700000000003</c:v>
                </c:pt>
                <c:pt idx="1146">
                  <c:v>4.2498800000000001</c:v>
                </c:pt>
                <c:pt idx="1147">
                  <c:v>4.2501800000000003</c:v>
                </c:pt>
              </c:numCache>
            </c:numRef>
          </c:xVal>
          <c:yVal>
            <c:numRef>
              <c:f>'For plotting'!$W$2:$W$1149</c:f>
              <c:numCache>
                <c:formatCode>General</c:formatCode>
                <c:ptCount val="1148"/>
                <c:pt idx="0">
                  <c:v>1.6193893154847454</c:v>
                </c:pt>
                <c:pt idx="1">
                  <c:v>1.6191913111320988</c:v>
                </c:pt>
                <c:pt idx="2">
                  <c:v>1.6223044388781671</c:v>
                </c:pt>
                <c:pt idx="3">
                  <c:v>1.622438056912906</c:v>
                </c:pt>
                <c:pt idx="4">
                  <c:v>1.6220372849340945</c:v>
                </c:pt>
                <c:pt idx="5">
                  <c:v>1.6234403974869627</c:v>
                </c:pt>
                <c:pt idx="6">
                  <c:v>1.6246921529175051</c:v>
                </c:pt>
                <c:pt idx="7">
                  <c:v>1.6249806594670062</c:v>
                </c:pt>
                <c:pt idx="8">
                  <c:v>1.6254321849464133</c:v>
                </c:pt>
                <c:pt idx="9">
                  <c:v>1.626051821130867</c:v>
                </c:pt>
                <c:pt idx="10">
                  <c:v>1.6266198825606701</c:v>
                </c:pt>
                <c:pt idx="11">
                  <c:v>1.6235320494394943</c:v>
                </c:pt>
                <c:pt idx="12">
                  <c:v>1.6181230238574305</c:v>
                </c:pt>
                <c:pt idx="13">
                  <c:v>1.6159721594875376</c:v>
                </c:pt>
                <c:pt idx="14">
                  <c:v>1.6154256149139736</c:v>
                </c:pt>
                <c:pt idx="15">
                  <c:v>1.6172081468402251</c:v>
                </c:pt>
                <c:pt idx="16">
                  <c:v>1.6175216195129964</c:v>
                </c:pt>
                <c:pt idx="17">
                  <c:v>1.6178534061511929</c:v>
                </c:pt>
                <c:pt idx="18">
                  <c:v>1.6180864780519855</c:v>
                </c:pt>
                <c:pt idx="19">
                  <c:v>1.6205484334578903</c:v>
                </c:pt>
                <c:pt idx="20">
                  <c:v>1.6235664599843962</c:v>
                </c:pt>
                <c:pt idx="21">
                  <c:v>1.6244114482815259</c:v>
                </c:pt>
                <c:pt idx="22">
                  <c:v>1.6251118958649859</c:v>
                </c:pt>
                <c:pt idx="23">
                  <c:v>1.6273585184576849</c:v>
                </c:pt>
                <c:pt idx="24">
                  <c:v>1.6261603087915248</c:v>
                </c:pt>
                <c:pt idx="25">
                  <c:v>1.6263472262144296</c:v>
                </c:pt>
                <c:pt idx="26">
                  <c:v>1.6284649119205028</c:v>
                </c:pt>
                <c:pt idx="27">
                  <c:v>1.6305421098016672</c:v>
                </c:pt>
                <c:pt idx="28">
                  <c:v>1.6293823348252783</c:v>
                </c:pt>
                <c:pt idx="29">
                  <c:v>1.6272211226542932</c:v>
                </c:pt>
                <c:pt idx="30">
                  <c:v>1.6250374081222028</c:v>
                </c:pt>
                <c:pt idx="31">
                  <c:v>1.6235103683324437</c:v>
                </c:pt>
                <c:pt idx="32">
                  <c:v>1.624077608508192</c:v>
                </c:pt>
                <c:pt idx="33">
                  <c:v>1.6242365211678234</c:v>
                </c:pt>
                <c:pt idx="34">
                  <c:v>1.6239974541124298</c:v>
                </c:pt>
                <c:pt idx="35">
                  <c:v>1.6245835010060363</c:v>
                </c:pt>
                <c:pt idx="36">
                  <c:v>1.6274979673962142</c:v>
                </c:pt>
                <c:pt idx="37">
                  <c:v>1.6277096866915781</c:v>
                </c:pt>
                <c:pt idx="38">
                  <c:v>1.6273108857224983</c:v>
                </c:pt>
                <c:pt idx="39">
                  <c:v>1.6260350675481461</c:v>
                </c:pt>
                <c:pt idx="40">
                  <c:v>1.6239786473945717</c:v>
                </c:pt>
                <c:pt idx="41">
                  <c:v>1.6251545189504375</c:v>
                </c:pt>
                <c:pt idx="42">
                  <c:v>1.6242742167289452</c:v>
                </c:pt>
                <c:pt idx="43">
                  <c:v>1.6210501375600543</c:v>
                </c:pt>
                <c:pt idx="44">
                  <c:v>1.6199995893729726</c:v>
                </c:pt>
                <c:pt idx="45">
                  <c:v>1.6197254547694331</c:v>
                </c:pt>
                <c:pt idx="46">
                  <c:v>1.6207477518170248</c:v>
                </c:pt>
                <c:pt idx="47">
                  <c:v>1.6215791894222478</c:v>
                </c:pt>
                <c:pt idx="48">
                  <c:v>1.621236562230526</c:v>
                </c:pt>
                <c:pt idx="49">
                  <c:v>1.6236549090461134</c:v>
                </c:pt>
                <c:pt idx="50">
                  <c:v>1.6263243132262966</c:v>
                </c:pt>
                <c:pt idx="51">
                  <c:v>1.6266506795877305</c:v>
                </c:pt>
                <c:pt idx="52">
                  <c:v>1.6262614051656881</c:v>
                </c:pt>
                <c:pt idx="53">
                  <c:v>1.6282306081386277</c:v>
                </c:pt>
                <c:pt idx="54">
                  <c:v>1.6290299347103028</c:v>
                </c:pt>
                <c:pt idx="55">
                  <c:v>1.6283609411571471</c:v>
                </c:pt>
                <c:pt idx="56">
                  <c:v>1.6274802283086274</c:v>
                </c:pt>
                <c:pt idx="57">
                  <c:v>1.6264433129388578</c:v>
                </c:pt>
                <c:pt idx="58">
                  <c:v>1.6276171313595862</c:v>
                </c:pt>
                <c:pt idx="59">
                  <c:v>1.6251764464337044</c:v>
                </c:pt>
                <c:pt idx="60">
                  <c:v>1.622178458506139</c:v>
                </c:pt>
                <c:pt idx="61">
                  <c:v>1.6222756128608387</c:v>
                </c:pt>
                <c:pt idx="62">
                  <c:v>1.6227034862234633</c:v>
                </c:pt>
                <c:pt idx="63">
                  <c:v>1.6200587196649285</c:v>
                </c:pt>
                <c:pt idx="64">
                  <c:v>1.616693959676426</c:v>
                </c:pt>
                <c:pt idx="65">
                  <c:v>1.6160030386400033</c:v>
                </c:pt>
                <c:pt idx="66">
                  <c:v>1.6168641235166099</c:v>
                </c:pt>
                <c:pt idx="67">
                  <c:v>1.6186897712807458</c:v>
                </c:pt>
                <c:pt idx="68">
                  <c:v>1.6219388165729069</c:v>
                </c:pt>
                <c:pt idx="69">
                  <c:v>1.6238638360776907</c:v>
                </c:pt>
                <c:pt idx="70">
                  <c:v>1.6230553114606003</c:v>
                </c:pt>
                <c:pt idx="71">
                  <c:v>1.6224973514556729</c:v>
                </c:pt>
                <c:pt idx="72">
                  <c:v>1.622254096004599</c:v>
                </c:pt>
                <c:pt idx="73">
                  <c:v>1.6237728411284031</c:v>
                </c:pt>
                <c:pt idx="74">
                  <c:v>1.6254729191475383</c:v>
                </c:pt>
                <c:pt idx="75">
                  <c:v>1.6257893483349075</c:v>
                </c:pt>
                <c:pt idx="76">
                  <c:v>1.6257692276105613</c:v>
                </c:pt>
                <c:pt idx="77">
                  <c:v>1.6254955857594549</c:v>
                </c:pt>
                <c:pt idx="78">
                  <c:v>1.6257065659261694</c:v>
                </c:pt>
                <c:pt idx="79">
                  <c:v>1.625364842113908</c:v>
                </c:pt>
                <c:pt idx="80">
                  <c:v>1.6260752268714327</c:v>
                </c:pt>
                <c:pt idx="81">
                  <c:v>1.6273245185398104</c:v>
                </c:pt>
                <c:pt idx="82">
                  <c:v>1.6276046482979512</c:v>
                </c:pt>
                <c:pt idx="83">
                  <c:v>1.6262739703527287</c:v>
                </c:pt>
                <c:pt idx="84">
                  <c:v>1.6245481870816738</c:v>
                </c:pt>
                <c:pt idx="85">
                  <c:v>1.6240009033794605</c:v>
                </c:pt>
                <c:pt idx="86">
                  <c:v>1.6231376011169056</c:v>
                </c:pt>
                <c:pt idx="87">
                  <c:v>1.6231209296595903</c:v>
                </c:pt>
                <c:pt idx="88">
                  <c:v>1.6252987311624851</c:v>
                </c:pt>
                <c:pt idx="89">
                  <c:v>1.6276816819283046</c:v>
                </c:pt>
                <c:pt idx="90">
                  <c:v>1.6295044553032481</c:v>
                </c:pt>
                <c:pt idx="91">
                  <c:v>1.6293154026198005</c:v>
                </c:pt>
                <c:pt idx="92">
                  <c:v>1.6280477148605923</c:v>
                </c:pt>
                <c:pt idx="93">
                  <c:v>1.6274829384470086</c:v>
                </c:pt>
                <c:pt idx="94">
                  <c:v>1.626715887159693</c:v>
                </c:pt>
                <c:pt idx="95">
                  <c:v>1.625639223093664</c:v>
                </c:pt>
                <c:pt idx="96">
                  <c:v>1.6257917299716669</c:v>
                </c:pt>
                <c:pt idx="97">
                  <c:v>1.6259080195458466</c:v>
                </c:pt>
                <c:pt idx="98">
                  <c:v>1.6242534390013552</c:v>
                </c:pt>
                <c:pt idx="99">
                  <c:v>1.6254543588058967</c:v>
                </c:pt>
                <c:pt idx="100">
                  <c:v>1.6267769884613805</c:v>
                </c:pt>
                <c:pt idx="101">
                  <c:v>1.6267008582104876</c:v>
                </c:pt>
                <c:pt idx="102">
                  <c:v>1.6249758140680821</c:v>
                </c:pt>
                <c:pt idx="103">
                  <c:v>1.622144212212048</c:v>
                </c:pt>
                <c:pt idx="104">
                  <c:v>1.6230948959060487</c:v>
                </c:pt>
                <c:pt idx="105">
                  <c:v>1.6251572290888188</c:v>
                </c:pt>
                <c:pt idx="106">
                  <c:v>1.6253291996879236</c:v>
                </c:pt>
                <c:pt idx="107">
                  <c:v>1.6260839321644152</c:v>
                </c:pt>
                <c:pt idx="108">
                  <c:v>1.6270946495298322</c:v>
                </c:pt>
                <c:pt idx="109">
                  <c:v>1.6252870693549051</c:v>
                </c:pt>
                <c:pt idx="110">
                  <c:v>1.6232856732230116</c:v>
                </c:pt>
                <c:pt idx="111">
                  <c:v>1.6224997330924322</c:v>
                </c:pt>
                <c:pt idx="112">
                  <c:v>1.6225225639551597</c:v>
                </c:pt>
                <c:pt idx="113">
                  <c:v>1.6227646696505564</c:v>
                </c:pt>
                <c:pt idx="114">
                  <c:v>1.6244866751529587</c:v>
                </c:pt>
                <c:pt idx="115">
                  <c:v>1.6260698065946702</c:v>
                </c:pt>
                <c:pt idx="116">
                  <c:v>1.6253992526588101</c:v>
                </c:pt>
                <c:pt idx="117">
                  <c:v>1.6243684966944525</c:v>
                </c:pt>
                <c:pt idx="118">
                  <c:v>1.6239429228431816</c:v>
                </c:pt>
                <c:pt idx="119">
                  <c:v>1.6260083767913605</c:v>
                </c:pt>
                <c:pt idx="120">
                  <c:v>1.6284469264566994</c:v>
                </c:pt>
                <c:pt idx="121">
                  <c:v>1.6269461667966987</c:v>
                </c:pt>
                <c:pt idx="122">
                  <c:v>1.6244271342339753</c:v>
                </c:pt>
                <c:pt idx="123">
                  <c:v>1.6223446803268593</c:v>
                </c:pt>
                <c:pt idx="124">
                  <c:v>1.6220845070422536</c:v>
                </c:pt>
                <c:pt idx="125">
                  <c:v>1.6215915903584774</c:v>
                </c:pt>
                <c:pt idx="126">
                  <c:v>1.6222719993429968</c:v>
                </c:pt>
                <c:pt idx="127">
                  <c:v>1.6216347061963619</c:v>
                </c:pt>
                <c:pt idx="128">
                  <c:v>1.6191596107255781</c:v>
                </c:pt>
                <c:pt idx="129">
                  <c:v>1.6202905596846384</c:v>
                </c:pt>
                <c:pt idx="130">
                  <c:v>1.620807292736008</c:v>
                </c:pt>
                <c:pt idx="131">
                  <c:v>1.6228334086149552</c:v>
                </c:pt>
                <c:pt idx="132">
                  <c:v>1.6262837432759825</c:v>
                </c:pt>
                <c:pt idx="133">
                  <c:v>1.626228308627274</c:v>
                </c:pt>
                <c:pt idx="134">
                  <c:v>1.6272000985504866</c:v>
                </c:pt>
                <c:pt idx="135">
                  <c:v>1.6279115509382829</c:v>
                </c:pt>
                <c:pt idx="136">
                  <c:v>1.6265237137108366</c:v>
                </c:pt>
                <c:pt idx="137">
                  <c:v>1.6239434155956145</c:v>
                </c:pt>
                <c:pt idx="138">
                  <c:v>1.6218311501663041</c:v>
                </c:pt>
                <c:pt idx="139">
                  <c:v>1.6208246211965673</c:v>
                </c:pt>
                <c:pt idx="140">
                  <c:v>1.6195385373465283</c:v>
                </c:pt>
                <c:pt idx="141">
                  <c:v>1.6194865519648505</c:v>
                </c:pt>
                <c:pt idx="142">
                  <c:v>1.6195658029811524</c:v>
                </c:pt>
                <c:pt idx="143">
                  <c:v>1.6199330677945223</c:v>
                </c:pt>
                <c:pt idx="144">
                  <c:v>1.6265310228719254</c:v>
                </c:pt>
                <c:pt idx="145">
                  <c:v>1.6305853077649572</c:v>
                </c:pt>
                <c:pt idx="146">
                  <c:v>1.6276332279390631</c:v>
                </c:pt>
                <c:pt idx="147">
                  <c:v>1.6243089557754693</c:v>
                </c:pt>
                <c:pt idx="148">
                  <c:v>1.6230650843838543</c:v>
                </c:pt>
                <c:pt idx="149">
                  <c:v>1.6228254424506221</c:v>
                </c:pt>
                <c:pt idx="150">
                  <c:v>1.6249469880507537</c:v>
                </c:pt>
                <c:pt idx="151">
                  <c:v>1.6262849751570649</c:v>
                </c:pt>
                <c:pt idx="152">
                  <c:v>1.6264897959183675</c:v>
                </c:pt>
                <c:pt idx="153">
                  <c:v>1.6257361310721472</c:v>
                </c:pt>
                <c:pt idx="154">
                  <c:v>1.62523138832998</c:v>
                </c:pt>
                <c:pt idx="155">
                  <c:v>1.6266899355315567</c:v>
                </c:pt>
                <c:pt idx="156">
                  <c:v>1.6283125692933109</c:v>
                </c:pt>
                <c:pt idx="157">
                  <c:v>1.6272982384100523</c:v>
                </c:pt>
                <c:pt idx="158">
                  <c:v>1.6265162402989366</c:v>
                </c:pt>
                <c:pt idx="159">
                  <c:v>1.6278214593684557</c:v>
                </c:pt>
                <c:pt idx="160">
                  <c:v>1.6268410462776661</c:v>
                </c:pt>
                <c:pt idx="161">
                  <c:v>1.6244493902188644</c:v>
                </c:pt>
                <c:pt idx="162">
                  <c:v>1.6238761548885148</c:v>
                </c:pt>
                <c:pt idx="163">
                  <c:v>1.6242593520305508</c:v>
                </c:pt>
                <c:pt idx="164">
                  <c:v>1.6263762986079744</c:v>
                </c:pt>
                <c:pt idx="165">
                  <c:v>1.6258245801338644</c:v>
                </c:pt>
                <c:pt idx="166">
                  <c:v>1.6263432020695603</c:v>
                </c:pt>
                <c:pt idx="167">
                  <c:v>1.6272237506672691</c:v>
                </c:pt>
                <c:pt idx="168">
                  <c:v>1.627457068944278</c:v>
                </c:pt>
                <c:pt idx="169">
                  <c:v>1.6271252823060816</c:v>
                </c:pt>
                <c:pt idx="170">
                  <c:v>1.6257551020408165</c:v>
                </c:pt>
                <c:pt idx="171">
                  <c:v>1.6248626452593111</c:v>
                </c:pt>
                <c:pt idx="172">
                  <c:v>1.6221446228390755</c:v>
                </c:pt>
                <c:pt idx="173">
                  <c:v>1.6208136163922311</c:v>
                </c:pt>
                <c:pt idx="174">
                  <c:v>1.6210698476573728</c:v>
                </c:pt>
                <c:pt idx="175">
                  <c:v>1.622473617213485</c:v>
                </c:pt>
                <c:pt idx="176">
                  <c:v>1.6244805978729522</c:v>
                </c:pt>
                <c:pt idx="177">
                  <c:v>1.6260616761795261</c:v>
                </c:pt>
                <c:pt idx="178">
                  <c:v>1.6266239888309448</c:v>
                </c:pt>
                <c:pt idx="179">
                  <c:v>1.625322465404673</c:v>
                </c:pt>
                <c:pt idx="180">
                  <c:v>1.6233065330760073</c:v>
                </c:pt>
                <c:pt idx="181">
                  <c:v>1.6207517759618939</c:v>
                </c:pt>
                <c:pt idx="182">
                  <c:v>1.6191032726974091</c:v>
                </c:pt>
                <c:pt idx="183">
                  <c:v>1.6194966533897261</c:v>
                </c:pt>
                <c:pt idx="184">
                  <c:v>1.6208918819036671</c:v>
                </c:pt>
                <c:pt idx="185">
                  <c:v>1.6223100234057406</c:v>
                </c:pt>
                <c:pt idx="186">
                  <c:v>1.6234114893442286</c:v>
                </c:pt>
                <c:pt idx="187">
                  <c:v>1.6236362665790662</c:v>
                </c:pt>
                <c:pt idx="188">
                  <c:v>1.6227816696094939</c:v>
                </c:pt>
                <c:pt idx="189">
                  <c:v>1.6217031166591387</c:v>
                </c:pt>
                <c:pt idx="190">
                  <c:v>1.6202072023980618</c:v>
                </c:pt>
                <c:pt idx="191">
                  <c:v>1.6201759126185686</c:v>
                </c:pt>
                <c:pt idx="192">
                  <c:v>1.6197695561121834</c:v>
                </c:pt>
                <c:pt idx="193">
                  <c:v>1.6208872828809593</c:v>
                </c:pt>
                <c:pt idx="194">
                  <c:v>1.622362912166879</c:v>
                </c:pt>
                <c:pt idx="195">
                  <c:v>1.6222511394900012</c:v>
                </c:pt>
                <c:pt idx="196">
                  <c:v>1.6215487208968096</c:v>
                </c:pt>
                <c:pt idx="197">
                  <c:v>1.6223225885927812</c:v>
                </c:pt>
                <c:pt idx="198">
                  <c:v>1.6215211267605634</c:v>
                </c:pt>
                <c:pt idx="199">
                  <c:v>1.6218551307847084</c:v>
                </c:pt>
                <c:pt idx="200">
                  <c:v>1.6246444380569129</c:v>
                </c:pt>
                <c:pt idx="201">
                  <c:v>1.6256185274914796</c:v>
                </c:pt>
                <c:pt idx="202">
                  <c:v>1.6248531187122737</c:v>
                </c:pt>
                <c:pt idx="203">
                  <c:v>1.6251826879645219</c:v>
                </c:pt>
                <c:pt idx="204">
                  <c:v>1.6238218699954832</c:v>
                </c:pt>
                <c:pt idx="205">
                  <c:v>1.6222246129840268</c:v>
                </c:pt>
                <c:pt idx="206">
                  <c:v>1.6241901203137192</c:v>
                </c:pt>
                <c:pt idx="207">
                  <c:v>1.6276515419044881</c:v>
                </c:pt>
                <c:pt idx="208">
                  <c:v>1.6303871391614997</c:v>
                </c:pt>
                <c:pt idx="209">
                  <c:v>1.629946289984807</c:v>
                </c:pt>
                <c:pt idx="210">
                  <c:v>1.6280232414897549</c:v>
                </c:pt>
                <c:pt idx="211">
                  <c:v>1.6257547735391944</c:v>
                </c:pt>
                <c:pt idx="212">
                  <c:v>1.6242985258489715</c:v>
                </c:pt>
                <c:pt idx="213">
                  <c:v>1.6270640167535828</c:v>
                </c:pt>
                <c:pt idx="214">
                  <c:v>1.6279171354658564</c:v>
                </c:pt>
                <c:pt idx="215">
                  <c:v>1.6254419578696671</c:v>
                </c:pt>
                <c:pt idx="216">
                  <c:v>1.6247083316223874</c:v>
                </c:pt>
                <c:pt idx="217">
                  <c:v>1.6254076294501705</c:v>
                </c:pt>
                <c:pt idx="218">
                  <c:v>1.624680655360736</c:v>
                </c:pt>
                <c:pt idx="219">
                  <c:v>1.6263170040652077</c:v>
                </c:pt>
                <c:pt idx="220">
                  <c:v>1.6269147127663943</c:v>
                </c:pt>
                <c:pt idx="221">
                  <c:v>1.622199236233729</c:v>
                </c:pt>
                <c:pt idx="222">
                  <c:v>1.6210374081222028</c:v>
                </c:pt>
                <c:pt idx="223">
                  <c:v>1.619300702172217</c:v>
                </c:pt>
                <c:pt idx="224">
                  <c:v>1.621422986900998</c:v>
                </c:pt>
                <c:pt idx="225">
                  <c:v>1.6257509136451362</c:v>
                </c:pt>
                <c:pt idx="226">
                  <c:v>1.6283590522728206</c:v>
                </c:pt>
                <c:pt idx="227">
                  <c:v>1.6264907814232334</c:v>
                </c:pt>
                <c:pt idx="228">
                  <c:v>1.6256598365704431</c:v>
                </c:pt>
                <c:pt idx="229">
                  <c:v>1.6257877879522031</c:v>
                </c:pt>
                <c:pt idx="230">
                  <c:v>1.6248085246170905</c:v>
                </c:pt>
                <c:pt idx="231">
                  <c:v>1.6242031782531927</c:v>
                </c:pt>
                <c:pt idx="232">
                  <c:v>1.6251248716790541</c:v>
                </c:pt>
                <c:pt idx="233">
                  <c:v>1.6275159528600174</c:v>
                </c:pt>
                <c:pt idx="234">
                  <c:v>1.6284610520264444</c:v>
                </c:pt>
                <c:pt idx="235">
                  <c:v>1.627584199071983</c:v>
                </c:pt>
                <c:pt idx="236">
                  <c:v>1.6229772923253809</c:v>
                </c:pt>
                <c:pt idx="237">
                  <c:v>1.6215274504167865</c:v>
                </c:pt>
                <c:pt idx="238">
                  <c:v>1.6240096086724429</c:v>
                </c:pt>
                <c:pt idx="239">
                  <c:v>1.6249282634583009</c:v>
                </c:pt>
                <c:pt idx="240">
                  <c:v>1.625463721102123</c:v>
                </c:pt>
                <c:pt idx="241">
                  <c:v>1.6279840676713342</c:v>
                </c:pt>
                <c:pt idx="242">
                  <c:v>1.6270327269740896</c:v>
                </c:pt>
                <c:pt idx="243">
                  <c:v>1.6227006118342711</c:v>
                </c:pt>
                <c:pt idx="244">
                  <c:v>1.6189800024637622</c:v>
                </c:pt>
                <c:pt idx="245">
                  <c:v>1.619264977620827</c:v>
                </c:pt>
                <c:pt idx="246">
                  <c:v>1.6205145156654213</c:v>
                </c:pt>
                <c:pt idx="247">
                  <c:v>1.6218430583501007</c:v>
                </c:pt>
                <c:pt idx="248">
                  <c:v>1.6251077074693057</c:v>
                </c:pt>
                <c:pt idx="249">
                  <c:v>1.6272526588100029</c:v>
                </c:pt>
                <c:pt idx="250">
                  <c:v>1.6266473124461054</c:v>
                </c:pt>
                <c:pt idx="251">
                  <c:v>1.6252369728575535</c:v>
                </c:pt>
                <c:pt idx="252">
                  <c:v>1.6237243050137562</c:v>
                </c:pt>
                <c:pt idx="253">
                  <c:v>1.623338890485772</c:v>
                </c:pt>
                <c:pt idx="254">
                  <c:v>1.6238751693836488</c:v>
                </c:pt>
                <c:pt idx="255">
                  <c:v>1.6249699010388865</c:v>
                </c:pt>
                <c:pt idx="256">
                  <c:v>1.6261147291914755</c:v>
                </c:pt>
                <c:pt idx="257">
                  <c:v>1.6264429023118303</c:v>
                </c:pt>
                <c:pt idx="258">
                  <c:v>1.6244667186794235</c:v>
                </c:pt>
                <c:pt idx="259">
                  <c:v>1.6221058596476821</c:v>
                </c:pt>
                <c:pt idx="260">
                  <c:v>1.6213887406069067</c:v>
                </c:pt>
                <c:pt idx="261">
                  <c:v>1.6209505194431899</c:v>
                </c:pt>
                <c:pt idx="262">
                  <c:v>1.6220932123352361</c:v>
                </c:pt>
                <c:pt idx="263">
                  <c:v>1.6243767092350019</c:v>
                </c:pt>
                <c:pt idx="264">
                  <c:v>1.6235280252946249</c:v>
                </c:pt>
                <c:pt idx="265">
                  <c:v>1.6221394489385292</c:v>
                </c:pt>
                <c:pt idx="266">
                  <c:v>1.6234681558740198</c:v>
                </c:pt>
                <c:pt idx="267">
                  <c:v>1.6259763478832177</c:v>
                </c:pt>
                <c:pt idx="268">
                  <c:v>1.6278789471523016</c:v>
                </c:pt>
                <c:pt idx="269">
                  <c:v>1.6284424095593972</c:v>
                </c:pt>
                <c:pt idx="270">
                  <c:v>1.6281946372110214</c:v>
                </c:pt>
                <c:pt idx="271">
                  <c:v>1.6255084794481174</c:v>
                </c:pt>
                <c:pt idx="272">
                  <c:v>1.62519566377859</c:v>
                </c:pt>
                <c:pt idx="273">
                  <c:v>1.6236461216277256</c:v>
                </c:pt>
                <c:pt idx="274">
                  <c:v>1.6233687020079663</c:v>
                </c:pt>
                <c:pt idx="275">
                  <c:v>1.6247062784872501</c:v>
                </c:pt>
                <c:pt idx="276">
                  <c:v>1.6213582720814685</c:v>
                </c:pt>
                <c:pt idx="277">
                  <c:v>1.6187488194472961</c:v>
                </c:pt>
                <c:pt idx="278">
                  <c:v>1.6217086190613066</c:v>
                </c:pt>
                <c:pt idx="279">
                  <c:v>1.6256783969120849</c:v>
                </c:pt>
                <c:pt idx="280">
                  <c:v>1.6262954050835627</c:v>
                </c:pt>
                <c:pt idx="281">
                  <c:v>1.6244484047139984</c:v>
                </c:pt>
                <c:pt idx="282">
                  <c:v>1.6221048741428161</c:v>
                </c:pt>
                <c:pt idx="283">
                  <c:v>1.6226623413953107</c:v>
                </c:pt>
                <c:pt idx="284">
                  <c:v>1.6239025171436785</c:v>
                </c:pt>
                <c:pt idx="285">
                  <c:v>1.6257587976840637</c:v>
                </c:pt>
                <c:pt idx="286">
                  <c:v>1.6283401634295571</c:v>
                </c:pt>
                <c:pt idx="287">
                  <c:v>1.6301695068369402</c:v>
                </c:pt>
                <c:pt idx="288">
                  <c:v>1.630185767667228</c:v>
                </c:pt>
                <c:pt idx="289">
                  <c:v>1.6301888884326368</c:v>
                </c:pt>
                <c:pt idx="290">
                  <c:v>1.6301525068780027</c:v>
                </c:pt>
                <c:pt idx="291">
                  <c:v>1.6291522194390835</c:v>
                </c:pt>
                <c:pt idx="292">
                  <c:v>1.6265991048330801</c:v>
                </c:pt>
                <c:pt idx="293">
                  <c:v>1.6249796739621403</c:v>
                </c:pt>
                <c:pt idx="294">
                  <c:v>1.6258836283004148</c:v>
                </c:pt>
                <c:pt idx="295">
                  <c:v>1.6286617665174723</c:v>
                </c:pt>
                <c:pt idx="296">
                  <c:v>1.6293361803473905</c:v>
                </c:pt>
                <c:pt idx="297">
                  <c:v>1.6315359093335524</c:v>
                </c:pt>
                <c:pt idx="298">
                  <c:v>1.6347249209542973</c:v>
                </c:pt>
                <c:pt idx="299">
                  <c:v>1.6338753336344598</c:v>
                </c:pt>
                <c:pt idx="300">
                  <c:v>1.6331564078347638</c:v>
                </c:pt>
                <c:pt idx="301">
                  <c:v>1.6325555783681682</c:v>
                </c:pt>
                <c:pt idx="302">
                  <c:v>1.6310767461914344</c:v>
                </c:pt>
                <c:pt idx="303">
                  <c:v>1.6295717160103478</c:v>
                </c:pt>
                <c:pt idx="304">
                  <c:v>1.6274097647107133</c:v>
                </c:pt>
                <c:pt idx="305">
                  <c:v>1.625902763519895</c:v>
                </c:pt>
                <c:pt idx="306">
                  <c:v>1.624991910647559</c:v>
                </c:pt>
                <c:pt idx="307">
                  <c:v>1.6262712602143474</c:v>
                </c:pt>
                <c:pt idx="308">
                  <c:v>1.6271377653677166</c:v>
                </c:pt>
                <c:pt idx="309">
                  <c:v>1.6271913932575044</c:v>
                </c:pt>
                <c:pt idx="310">
                  <c:v>1.6243565063852503</c:v>
                </c:pt>
                <c:pt idx="311">
                  <c:v>1.6227055393586007</c:v>
                </c:pt>
                <c:pt idx="312">
                  <c:v>1.6235674454892621</c:v>
                </c:pt>
                <c:pt idx="313">
                  <c:v>1.6242098304110377</c:v>
                </c:pt>
                <c:pt idx="314">
                  <c:v>1.6232967601527533</c:v>
                </c:pt>
                <c:pt idx="315">
                  <c:v>1.6250714080400772</c:v>
                </c:pt>
                <c:pt idx="316">
                  <c:v>1.6254136246047717</c:v>
                </c:pt>
                <c:pt idx="317">
                  <c:v>1.6242449800845893</c:v>
                </c:pt>
                <c:pt idx="318">
                  <c:v>1.6229235823101877</c:v>
                </c:pt>
                <c:pt idx="319">
                  <c:v>1.6221148113168811</c:v>
                </c:pt>
                <c:pt idx="320">
                  <c:v>1.6254579723237383</c:v>
                </c:pt>
                <c:pt idx="321">
                  <c:v>1.6257823676754404</c:v>
                </c:pt>
                <c:pt idx="322">
                  <c:v>1.6248192009198046</c:v>
                </c:pt>
                <c:pt idx="323">
                  <c:v>1.6259514638853529</c:v>
                </c:pt>
                <c:pt idx="324">
                  <c:v>1.6269601281156327</c:v>
                </c:pt>
                <c:pt idx="325">
                  <c:v>1.6276108077033631</c:v>
                </c:pt>
                <c:pt idx="326">
                  <c:v>1.6276237013920256</c:v>
                </c:pt>
                <c:pt idx="327">
                  <c:v>1.6264282018642469</c:v>
                </c:pt>
                <c:pt idx="328">
                  <c:v>1.6287676261651542</c:v>
                </c:pt>
                <c:pt idx="329">
                  <c:v>1.6298780437728413</c:v>
                </c:pt>
                <c:pt idx="330">
                  <c:v>1.628299757730054</c:v>
                </c:pt>
                <c:pt idx="331">
                  <c:v>1.6258596476820104</c:v>
                </c:pt>
                <c:pt idx="332">
                  <c:v>1.6234835133248471</c:v>
                </c:pt>
                <c:pt idx="333">
                  <c:v>1.6214996920297295</c:v>
                </c:pt>
                <c:pt idx="334">
                  <c:v>1.6215525807908677</c:v>
                </c:pt>
                <c:pt idx="335">
                  <c:v>1.6190749394325135</c:v>
                </c:pt>
                <c:pt idx="336">
                  <c:v>1.6166570853693591</c:v>
                </c:pt>
                <c:pt idx="337">
                  <c:v>1.6172937215127501</c:v>
                </c:pt>
                <c:pt idx="338">
                  <c:v>1.617168398143966</c:v>
                </c:pt>
                <c:pt idx="339">
                  <c:v>1.6176455467498871</c:v>
                </c:pt>
                <c:pt idx="340">
                  <c:v>1.6202678109473165</c:v>
                </c:pt>
                <c:pt idx="341">
                  <c:v>1.6231417073871803</c:v>
                </c:pt>
                <c:pt idx="342">
                  <c:v>1.6272714655278611</c:v>
                </c:pt>
                <c:pt idx="343">
                  <c:v>1.6281980043526465</c:v>
                </c:pt>
                <c:pt idx="344">
                  <c:v>1.6260337535416582</c:v>
                </c:pt>
                <c:pt idx="345">
                  <c:v>1.6243798300004106</c:v>
                </c:pt>
                <c:pt idx="346">
                  <c:v>1.6250397897589621</c:v>
                </c:pt>
                <c:pt idx="347">
                  <c:v>1.6263997043485403</c:v>
                </c:pt>
                <c:pt idx="348">
                  <c:v>1.627846261240915</c:v>
                </c:pt>
                <c:pt idx="349">
                  <c:v>1.6275556194308711</c:v>
                </c:pt>
                <c:pt idx="350">
                  <c:v>1.629379624686897</c:v>
                </c:pt>
                <c:pt idx="351">
                  <c:v>1.6330274709481378</c:v>
                </c:pt>
                <c:pt idx="352">
                  <c:v>1.6325058924978444</c:v>
                </c:pt>
                <c:pt idx="353">
                  <c:v>1.6325193610643454</c:v>
                </c:pt>
                <c:pt idx="354">
                  <c:v>1.633930357656141</c:v>
                </c:pt>
                <c:pt idx="355">
                  <c:v>1.632545230567076</c:v>
                </c:pt>
                <c:pt idx="356">
                  <c:v>1.6300951012195624</c:v>
                </c:pt>
                <c:pt idx="357">
                  <c:v>1.6273694411366157</c:v>
                </c:pt>
                <c:pt idx="358">
                  <c:v>1.6276129429639059</c:v>
                </c:pt>
                <c:pt idx="359">
                  <c:v>1.6268624810085002</c:v>
                </c:pt>
                <c:pt idx="360">
                  <c:v>1.6260746519935942</c:v>
                </c:pt>
                <c:pt idx="361">
                  <c:v>1.624193076828317</c:v>
                </c:pt>
                <c:pt idx="362">
                  <c:v>1.6203431199441549</c:v>
                </c:pt>
                <c:pt idx="363">
                  <c:v>1.619527039789759</c:v>
                </c:pt>
                <c:pt idx="364">
                  <c:v>1.6220199564735351</c:v>
                </c:pt>
                <c:pt idx="365">
                  <c:v>1.6264417525561534</c:v>
                </c:pt>
                <c:pt idx="366">
                  <c:v>1.6293436537592905</c:v>
                </c:pt>
                <c:pt idx="367">
                  <c:v>1.6281479078552952</c:v>
                </c:pt>
                <c:pt idx="368">
                  <c:v>1.626936229622634</c:v>
                </c:pt>
                <c:pt idx="369">
                  <c:v>1.6263146224284484</c:v>
                </c:pt>
                <c:pt idx="370">
                  <c:v>1.6271160021352606</c:v>
                </c:pt>
                <c:pt idx="371">
                  <c:v>1.6294644602307724</c:v>
                </c:pt>
                <c:pt idx="372">
                  <c:v>1.6312766394284073</c:v>
                </c:pt>
                <c:pt idx="373">
                  <c:v>1.629620744877428</c:v>
                </c:pt>
                <c:pt idx="374">
                  <c:v>1.6294303781874924</c:v>
                </c:pt>
                <c:pt idx="375">
                  <c:v>1.6313305136944114</c:v>
                </c:pt>
                <c:pt idx="376">
                  <c:v>1.6325003079702707</c:v>
                </c:pt>
                <c:pt idx="377">
                  <c:v>1.6318712273641851</c:v>
                </c:pt>
                <c:pt idx="378">
                  <c:v>1.6310113743686609</c:v>
                </c:pt>
                <c:pt idx="379">
                  <c:v>1.6290094854843347</c:v>
                </c:pt>
                <c:pt idx="380">
                  <c:v>1.6267323943661973</c:v>
                </c:pt>
                <c:pt idx="381">
                  <c:v>1.6260904200714492</c:v>
                </c:pt>
                <c:pt idx="382">
                  <c:v>1.6271840019710098</c:v>
                </c:pt>
                <c:pt idx="383">
                  <c:v>1.628553525233031</c:v>
                </c:pt>
                <c:pt idx="384">
                  <c:v>1.6288892538906912</c:v>
                </c:pt>
                <c:pt idx="385">
                  <c:v>1.6300105120519033</c:v>
                </c:pt>
                <c:pt idx="386">
                  <c:v>1.6293165523754773</c:v>
                </c:pt>
                <c:pt idx="387">
                  <c:v>1.6273934217550201</c:v>
                </c:pt>
                <c:pt idx="388">
                  <c:v>1.6274501704102164</c:v>
                </c:pt>
                <c:pt idx="389">
                  <c:v>1.6271181373958035</c:v>
                </c:pt>
                <c:pt idx="390">
                  <c:v>1.6273392189873939</c:v>
                </c:pt>
                <c:pt idx="391">
                  <c:v>1.6281337822855502</c:v>
                </c:pt>
                <c:pt idx="392">
                  <c:v>1.6283153615570978</c:v>
                </c:pt>
                <c:pt idx="393">
                  <c:v>1.6305750420892704</c:v>
                </c:pt>
                <c:pt idx="394">
                  <c:v>1.6329677657783437</c:v>
                </c:pt>
                <c:pt idx="395">
                  <c:v>1.6309552827167084</c:v>
                </c:pt>
                <c:pt idx="396">
                  <c:v>1.6292000985504866</c:v>
                </c:pt>
                <c:pt idx="397">
                  <c:v>1.6295240832751612</c:v>
                </c:pt>
                <c:pt idx="398">
                  <c:v>1.6312264608056504</c:v>
                </c:pt>
                <c:pt idx="399">
                  <c:v>1.6332062579558988</c:v>
                </c:pt>
                <c:pt idx="400">
                  <c:v>1.634438056912906</c:v>
                </c:pt>
                <c:pt idx="401">
                  <c:v>1.6324158830534228</c:v>
                </c:pt>
                <c:pt idx="402">
                  <c:v>1.6289408286453415</c:v>
                </c:pt>
                <c:pt idx="403">
                  <c:v>1.6296872664558781</c:v>
                </c:pt>
                <c:pt idx="404">
                  <c:v>1.6332274463105163</c:v>
                </c:pt>
                <c:pt idx="405">
                  <c:v>1.6330621278692565</c:v>
                </c:pt>
                <c:pt idx="406">
                  <c:v>1.6291284030714903</c:v>
                </c:pt>
                <c:pt idx="407">
                  <c:v>1.6276135999671499</c:v>
                </c:pt>
                <c:pt idx="408">
                  <c:v>1.6296984355110253</c:v>
                </c:pt>
                <c:pt idx="409">
                  <c:v>1.6312858374738226</c:v>
                </c:pt>
                <c:pt idx="410">
                  <c:v>1.6347396214018808</c:v>
                </c:pt>
                <c:pt idx="411">
                  <c:v>1.638377201987435</c:v>
                </c:pt>
                <c:pt idx="412">
                  <c:v>1.638107009403359</c:v>
                </c:pt>
                <c:pt idx="413">
                  <c:v>1.6364897959183675</c:v>
                </c:pt>
                <c:pt idx="414">
                  <c:v>1.6339633720691498</c:v>
                </c:pt>
                <c:pt idx="415">
                  <c:v>1.6328343941198211</c:v>
                </c:pt>
                <c:pt idx="416">
                  <c:v>1.6327834763684146</c:v>
                </c:pt>
                <c:pt idx="417">
                  <c:v>1.6331141953763397</c:v>
                </c:pt>
                <c:pt idx="418">
                  <c:v>1.6363590522728206</c:v>
                </c:pt>
                <c:pt idx="419">
                  <c:v>1.6391095963536322</c:v>
                </c:pt>
                <c:pt idx="420">
                  <c:v>1.6390722292941322</c:v>
                </c:pt>
                <c:pt idx="421">
                  <c:v>1.6367335441218742</c:v>
                </c:pt>
                <c:pt idx="422">
                  <c:v>1.6364863466513366</c:v>
                </c:pt>
                <c:pt idx="423">
                  <c:v>1.6350855336098222</c:v>
                </c:pt>
                <c:pt idx="424">
                  <c:v>1.6319427585923707</c:v>
                </c:pt>
                <c:pt idx="425">
                  <c:v>1.6312432965137766</c:v>
                </c:pt>
                <c:pt idx="426">
                  <c:v>1.6323620087874184</c:v>
                </c:pt>
                <c:pt idx="427">
                  <c:v>1.6321950478380487</c:v>
                </c:pt>
                <c:pt idx="428">
                  <c:v>1.6312003449267032</c:v>
                </c:pt>
                <c:pt idx="429">
                  <c:v>1.6304300086231676</c:v>
                </c:pt>
                <c:pt idx="430">
                  <c:v>1.6305340615119288</c:v>
                </c:pt>
                <c:pt idx="431">
                  <c:v>1.6306157762903954</c:v>
                </c:pt>
                <c:pt idx="432">
                  <c:v>1.6292745862932698</c:v>
                </c:pt>
                <c:pt idx="433">
                  <c:v>1.6261231881082414</c:v>
                </c:pt>
                <c:pt idx="434">
                  <c:v>1.6241695889623455</c:v>
                </c:pt>
                <c:pt idx="435">
                  <c:v>1.6264358395269578</c:v>
                </c:pt>
                <c:pt idx="436">
                  <c:v>1.6273860304685255</c:v>
                </c:pt>
                <c:pt idx="437">
                  <c:v>1.6251281566952738</c:v>
                </c:pt>
                <c:pt idx="438">
                  <c:v>1.6275221122654293</c:v>
                </c:pt>
                <c:pt idx="439">
                  <c:v>1.6322729027224572</c:v>
                </c:pt>
                <c:pt idx="440">
                  <c:v>1.6316867737034453</c:v>
                </c:pt>
                <c:pt idx="441">
                  <c:v>1.6268564037284936</c:v>
                </c:pt>
                <c:pt idx="442">
                  <c:v>1.6261552170163842</c:v>
                </c:pt>
                <c:pt idx="443">
                  <c:v>1.6283175789430462</c:v>
                </c:pt>
                <c:pt idx="444">
                  <c:v>1.6301390383115018</c:v>
                </c:pt>
                <c:pt idx="445">
                  <c:v>1.6287383895207983</c:v>
                </c:pt>
                <c:pt idx="446">
                  <c:v>1.6265356218946332</c:v>
                </c:pt>
                <c:pt idx="447">
                  <c:v>1.6274115714696342</c:v>
                </c:pt>
                <c:pt idx="448">
                  <c:v>1.6274159241161255</c:v>
                </c:pt>
                <c:pt idx="449">
                  <c:v>1.6283424629409109</c:v>
                </c:pt>
                <c:pt idx="450">
                  <c:v>1.6264467622058885</c:v>
                </c:pt>
                <c:pt idx="451">
                  <c:v>1.6233670594998564</c:v>
                </c:pt>
                <c:pt idx="452">
                  <c:v>1.6220182318400198</c:v>
                </c:pt>
                <c:pt idx="453">
                  <c:v>1.6232744220424589</c:v>
                </c:pt>
                <c:pt idx="454">
                  <c:v>1.6250530119492466</c:v>
                </c:pt>
                <c:pt idx="455">
                  <c:v>1.6256314211801421</c:v>
                </c:pt>
                <c:pt idx="456">
                  <c:v>1.6275979961401061</c:v>
                </c:pt>
                <c:pt idx="457">
                  <c:v>1.6296518704061103</c:v>
                </c:pt>
                <c:pt idx="458">
                  <c:v>1.6298148072106107</c:v>
                </c:pt>
                <c:pt idx="459">
                  <c:v>1.6297126432061759</c:v>
                </c:pt>
                <c:pt idx="460">
                  <c:v>1.6272816490781423</c:v>
                </c:pt>
                <c:pt idx="461">
                  <c:v>1.6242039995072477</c:v>
                </c:pt>
                <c:pt idx="462">
                  <c:v>1.6252859195992282</c:v>
                </c:pt>
                <c:pt idx="463">
                  <c:v>1.6286636554017986</c:v>
                </c:pt>
                <c:pt idx="464">
                  <c:v>1.6322347144089024</c:v>
                </c:pt>
                <c:pt idx="465">
                  <c:v>1.6362741346035397</c:v>
                </c:pt>
                <c:pt idx="466">
                  <c:v>1.6388940171642099</c:v>
                </c:pt>
                <c:pt idx="467">
                  <c:v>1.6397346528148484</c:v>
                </c:pt>
                <c:pt idx="468">
                  <c:v>1.6380309612778714</c:v>
                </c:pt>
                <c:pt idx="469">
                  <c:v>1.6366414815423151</c:v>
                </c:pt>
                <c:pt idx="470">
                  <c:v>1.6333040693138423</c:v>
                </c:pt>
                <c:pt idx="471">
                  <c:v>1.6315013345378393</c:v>
                </c:pt>
                <c:pt idx="472">
                  <c:v>1.6336195951217509</c:v>
                </c:pt>
                <c:pt idx="473">
                  <c:v>1.6333763396706773</c:v>
                </c:pt>
                <c:pt idx="474">
                  <c:v>1.630900505071244</c:v>
                </c:pt>
                <c:pt idx="475">
                  <c:v>1.6311904077526385</c:v>
                </c:pt>
                <c:pt idx="476">
                  <c:v>1.6305416991746398</c:v>
                </c:pt>
                <c:pt idx="477">
                  <c:v>1.6310972775428079</c:v>
                </c:pt>
                <c:pt idx="478">
                  <c:v>1.6324061922555744</c:v>
                </c:pt>
                <c:pt idx="479">
                  <c:v>1.6323390957992856</c:v>
                </c:pt>
                <c:pt idx="480">
                  <c:v>1.6302927770705868</c:v>
                </c:pt>
                <c:pt idx="481">
                  <c:v>1.6295664599843962</c:v>
                </c:pt>
                <c:pt idx="482">
                  <c:v>1.630764259023529</c:v>
                </c:pt>
                <c:pt idx="483">
                  <c:v>1.6328173120354783</c:v>
                </c:pt>
                <c:pt idx="484">
                  <c:v>1.6335673633638568</c:v>
                </c:pt>
                <c:pt idx="485">
                  <c:v>1.6338361598160391</c:v>
                </c:pt>
                <c:pt idx="486">
                  <c:v>1.6341781300045171</c:v>
                </c:pt>
                <c:pt idx="487">
                  <c:v>1.6313567116987642</c:v>
                </c:pt>
                <c:pt idx="488">
                  <c:v>1.6309735145567281</c:v>
                </c:pt>
                <c:pt idx="489">
                  <c:v>1.6304654046729357</c:v>
                </c:pt>
                <c:pt idx="490">
                  <c:v>1.6297262760234879</c:v>
                </c:pt>
                <c:pt idx="491">
                  <c:v>1.6295437933724799</c:v>
                </c:pt>
                <c:pt idx="492">
                  <c:v>1.6278266332690019</c:v>
                </c:pt>
                <c:pt idx="493">
                  <c:v>1.6273087504619554</c:v>
                </c:pt>
                <c:pt idx="494">
                  <c:v>1.6283819652609535</c:v>
                </c:pt>
                <c:pt idx="495">
                  <c:v>1.632405453126925</c:v>
                </c:pt>
                <c:pt idx="496">
                  <c:v>1.6344397815464216</c:v>
                </c:pt>
                <c:pt idx="497">
                  <c:v>1.6350760891881904</c:v>
                </c:pt>
                <c:pt idx="498">
                  <c:v>1.6318295897835997</c:v>
                </c:pt>
                <c:pt idx="499">
                  <c:v>1.6285769309735967</c:v>
                </c:pt>
                <c:pt idx="500">
                  <c:v>1.6283783517431119</c:v>
                </c:pt>
                <c:pt idx="501">
                  <c:v>1.6302082700283334</c:v>
                </c:pt>
                <c:pt idx="502">
                  <c:v>1.629204122695356</c:v>
                </c:pt>
                <c:pt idx="503">
                  <c:v>1.6272868229786885</c:v>
                </c:pt>
                <c:pt idx="504">
                  <c:v>1.6259416088366938</c:v>
                </c:pt>
                <c:pt idx="505">
                  <c:v>1.627139982753665</c:v>
                </c:pt>
                <c:pt idx="506">
                  <c:v>1.6282592699051452</c:v>
                </c:pt>
                <c:pt idx="507">
                  <c:v>1.6286980659467007</c:v>
                </c:pt>
                <c:pt idx="508">
                  <c:v>1.6281882314293927</c:v>
                </c:pt>
                <c:pt idx="509">
                  <c:v>1.6261171108282348</c:v>
                </c:pt>
                <c:pt idx="510">
                  <c:v>1.6260203671005626</c:v>
                </c:pt>
                <c:pt idx="511">
                  <c:v>1.6252846055927401</c:v>
                </c:pt>
                <c:pt idx="512">
                  <c:v>1.6251224900422947</c:v>
                </c:pt>
                <c:pt idx="513">
                  <c:v>1.6291454851558331</c:v>
                </c:pt>
                <c:pt idx="514">
                  <c:v>1.6315713875087259</c:v>
                </c:pt>
                <c:pt idx="515">
                  <c:v>1.6341324682790621</c:v>
                </c:pt>
                <c:pt idx="516">
                  <c:v>1.6351390793742044</c:v>
                </c:pt>
                <c:pt idx="517">
                  <c:v>1.6336237835174312</c:v>
                </c:pt>
                <c:pt idx="518">
                  <c:v>1.6326511723401635</c:v>
                </c:pt>
                <c:pt idx="519">
                  <c:v>1.6327420030386401</c:v>
                </c:pt>
                <c:pt idx="520">
                  <c:v>1.6328418675317211</c:v>
                </c:pt>
                <c:pt idx="521">
                  <c:v>1.6328472878084836</c:v>
                </c:pt>
                <c:pt idx="522">
                  <c:v>1.6324891389151235</c:v>
                </c:pt>
                <c:pt idx="523">
                  <c:v>1.6311918860099373</c:v>
                </c:pt>
                <c:pt idx="524">
                  <c:v>1.6278024883997866</c:v>
                </c:pt>
                <c:pt idx="525">
                  <c:v>1.6280835215373877</c:v>
                </c:pt>
                <c:pt idx="526">
                  <c:v>1.6287354330062005</c:v>
                </c:pt>
                <c:pt idx="527">
                  <c:v>1.6311794850737076</c:v>
                </c:pt>
                <c:pt idx="528">
                  <c:v>1.6313076007062786</c:v>
                </c:pt>
                <c:pt idx="529">
                  <c:v>1.6313011127992445</c:v>
                </c:pt>
                <c:pt idx="530">
                  <c:v>1.6313859483431201</c:v>
                </c:pt>
                <c:pt idx="531">
                  <c:v>1.6304006898534062</c:v>
                </c:pt>
                <c:pt idx="532">
                  <c:v>1.6298318071695479</c:v>
                </c:pt>
                <c:pt idx="533">
                  <c:v>1.6315345953270646</c:v>
                </c:pt>
                <c:pt idx="534">
                  <c:v>1.6338693384798588</c:v>
                </c:pt>
                <c:pt idx="535">
                  <c:v>1.634023569991377</c:v>
                </c:pt>
                <c:pt idx="536">
                  <c:v>1.634595244939022</c:v>
                </c:pt>
                <c:pt idx="537">
                  <c:v>1.635769145485156</c:v>
                </c:pt>
                <c:pt idx="538">
                  <c:v>1.6355017451648668</c:v>
                </c:pt>
                <c:pt idx="539">
                  <c:v>1.6334380158502033</c:v>
                </c:pt>
                <c:pt idx="540">
                  <c:v>1.6324254917258654</c:v>
                </c:pt>
                <c:pt idx="541">
                  <c:v>1.6313700160144542</c:v>
                </c:pt>
                <c:pt idx="542">
                  <c:v>1.6304152260501787</c:v>
                </c:pt>
                <c:pt idx="543">
                  <c:v>1.6314398226091242</c:v>
                </c:pt>
                <c:pt idx="544">
                  <c:v>1.6321559561450336</c:v>
                </c:pt>
                <c:pt idx="545">
                  <c:v>1.6329386112593931</c:v>
                </c:pt>
                <c:pt idx="546">
                  <c:v>1.633160103478011</c:v>
                </c:pt>
                <c:pt idx="547">
                  <c:v>1.6306418921693426</c:v>
                </c:pt>
                <c:pt idx="548">
                  <c:v>1.6296211555044553</c:v>
                </c:pt>
                <c:pt idx="549">
                  <c:v>1.6300474684843758</c:v>
                </c:pt>
                <c:pt idx="550">
                  <c:v>1.6305991048330801</c:v>
                </c:pt>
                <c:pt idx="551">
                  <c:v>1.6303173325668296</c:v>
                </c:pt>
                <c:pt idx="552">
                  <c:v>1.6300578984108736</c:v>
                </c:pt>
                <c:pt idx="553">
                  <c:v>1.630834886872254</c:v>
                </c:pt>
                <c:pt idx="554">
                  <c:v>1.6304838007637663</c:v>
                </c:pt>
                <c:pt idx="555">
                  <c:v>1.6296365129552828</c:v>
                </c:pt>
                <c:pt idx="556">
                  <c:v>1.6304295158707347</c:v>
                </c:pt>
                <c:pt idx="557">
                  <c:v>1.6303020572414078</c:v>
                </c:pt>
                <c:pt idx="558">
                  <c:v>1.6287151480310436</c:v>
                </c:pt>
                <c:pt idx="559">
                  <c:v>1.6279430870939926</c:v>
                </c:pt>
                <c:pt idx="560">
                  <c:v>1.627767502977046</c:v>
                </c:pt>
                <c:pt idx="561">
                  <c:v>1.6278318892949535</c:v>
                </c:pt>
                <c:pt idx="562">
                  <c:v>1.6294303781874924</c:v>
                </c:pt>
                <c:pt idx="563">
                  <c:v>1.6298633433252578</c:v>
                </c:pt>
                <c:pt idx="564">
                  <c:v>1.6285969695725373</c:v>
                </c:pt>
                <c:pt idx="565">
                  <c:v>1.6255299141789514</c:v>
                </c:pt>
                <c:pt idx="566">
                  <c:v>1.6238428119738841</c:v>
                </c:pt>
                <c:pt idx="567">
                  <c:v>1.6256807785488441</c:v>
                </c:pt>
                <c:pt idx="568">
                  <c:v>1.6292818954543589</c:v>
                </c:pt>
                <c:pt idx="569">
                  <c:v>1.6284429844372357</c:v>
                </c:pt>
                <c:pt idx="570">
                  <c:v>1.6280670964562889</c:v>
                </c:pt>
                <c:pt idx="571">
                  <c:v>1.6287682831683983</c:v>
                </c:pt>
                <c:pt idx="572">
                  <c:v>1.6312569293310886</c:v>
                </c:pt>
                <c:pt idx="573">
                  <c:v>1.6337353919434978</c:v>
                </c:pt>
                <c:pt idx="574">
                  <c:v>1.6329579928550899</c:v>
                </c:pt>
                <c:pt idx="575">
                  <c:v>1.6309524083275162</c:v>
                </c:pt>
                <c:pt idx="576">
                  <c:v>1.6296893195910156</c:v>
                </c:pt>
                <c:pt idx="577">
                  <c:v>1.6297771937748944</c:v>
                </c:pt>
                <c:pt idx="578">
                  <c:v>1.6301103765449843</c:v>
                </c:pt>
                <c:pt idx="579">
                  <c:v>1.6309784420810578</c:v>
                </c:pt>
                <c:pt idx="580">
                  <c:v>1.6348610848766068</c:v>
                </c:pt>
                <c:pt idx="581">
                  <c:v>1.6366841867531723</c:v>
                </c:pt>
                <c:pt idx="582">
                  <c:v>1.6360886133125283</c:v>
                </c:pt>
                <c:pt idx="583">
                  <c:v>1.6365108200221739</c:v>
                </c:pt>
                <c:pt idx="584">
                  <c:v>1.6346261240914879</c:v>
                </c:pt>
                <c:pt idx="585">
                  <c:v>1.6342088449061718</c:v>
                </c:pt>
                <c:pt idx="586">
                  <c:v>1.633893811850696</c:v>
                </c:pt>
                <c:pt idx="587">
                  <c:v>1.6314970640167537</c:v>
                </c:pt>
                <c:pt idx="588">
                  <c:v>1.6320238984929989</c:v>
                </c:pt>
                <c:pt idx="589">
                  <c:v>1.6329225146799162</c:v>
                </c:pt>
                <c:pt idx="590">
                  <c:v>1.630205067137519</c:v>
                </c:pt>
                <c:pt idx="591">
                  <c:v>1.6275308175584118</c:v>
                </c:pt>
                <c:pt idx="592">
                  <c:v>1.6262166468196937</c:v>
                </c:pt>
                <c:pt idx="593">
                  <c:v>1.6261796082618158</c:v>
                </c:pt>
                <c:pt idx="594">
                  <c:v>1.6274542766804911</c:v>
                </c:pt>
                <c:pt idx="595">
                  <c:v>1.629124378926621</c:v>
                </c:pt>
                <c:pt idx="596">
                  <c:v>1.629775797643001</c:v>
                </c:pt>
                <c:pt idx="597">
                  <c:v>1.6290539153287069</c:v>
                </c:pt>
                <c:pt idx="598">
                  <c:v>1.6291363692358232</c:v>
                </c:pt>
                <c:pt idx="599">
                  <c:v>1.6285097523919025</c:v>
                </c:pt>
                <c:pt idx="600">
                  <c:v>1.6300691495914261</c:v>
                </c:pt>
                <c:pt idx="601">
                  <c:v>1.6329200509177515</c:v>
                </c:pt>
                <c:pt idx="602">
                  <c:v>1.6304351003983084</c:v>
                </c:pt>
                <c:pt idx="603">
                  <c:v>1.6292751611711083</c:v>
                </c:pt>
                <c:pt idx="604">
                  <c:v>1.629286576602472</c:v>
                </c:pt>
                <c:pt idx="605">
                  <c:v>1.6261214634747261</c:v>
                </c:pt>
                <c:pt idx="606">
                  <c:v>1.623974541124297</c:v>
                </c:pt>
                <c:pt idx="607">
                  <c:v>1.6261094731655239</c:v>
                </c:pt>
                <c:pt idx="608">
                  <c:v>1.6298469182441588</c:v>
                </c:pt>
                <c:pt idx="609">
                  <c:v>1.6305784913563011</c:v>
                </c:pt>
                <c:pt idx="610">
                  <c:v>1.6291487701720528</c:v>
                </c:pt>
                <c:pt idx="611">
                  <c:v>1.6267137518991501</c:v>
                </c:pt>
                <c:pt idx="612">
                  <c:v>1.6258242516322425</c:v>
                </c:pt>
                <c:pt idx="613">
                  <c:v>1.6282443230813453</c:v>
                </c:pt>
                <c:pt idx="614">
                  <c:v>1.6314233154026199</c:v>
                </c:pt>
                <c:pt idx="615">
                  <c:v>1.6338212951176447</c:v>
                </c:pt>
                <c:pt idx="616">
                  <c:v>1.6347548967273027</c:v>
                </c:pt>
                <c:pt idx="617">
                  <c:v>1.6328844084917671</c:v>
                </c:pt>
                <c:pt idx="618">
                  <c:v>1.62966845973802</c:v>
                </c:pt>
                <c:pt idx="619">
                  <c:v>1.6274056584404386</c:v>
                </c:pt>
                <c:pt idx="620">
                  <c:v>1.6268730751858089</c:v>
                </c:pt>
                <c:pt idx="621">
                  <c:v>1.6295944647476697</c:v>
                </c:pt>
                <c:pt idx="622">
                  <c:v>1.6325314334989529</c:v>
                </c:pt>
                <c:pt idx="623">
                  <c:v>1.6338109473165525</c:v>
                </c:pt>
                <c:pt idx="624">
                  <c:v>1.6315248224038108</c:v>
                </c:pt>
                <c:pt idx="625">
                  <c:v>1.6274671703691539</c:v>
                </c:pt>
                <c:pt idx="626">
                  <c:v>1.6254813780643043</c:v>
                </c:pt>
                <c:pt idx="627">
                  <c:v>1.6246589742536854</c:v>
                </c:pt>
                <c:pt idx="628">
                  <c:v>1.625259803720281</c:v>
                </c:pt>
                <c:pt idx="629">
                  <c:v>1.6280250482486758</c:v>
                </c:pt>
                <c:pt idx="630">
                  <c:v>1.629229088818626</c:v>
                </c:pt>
                <c:pt idx="631">
                  <c:v>1.6284040569950315</c:v>
                </c:pt>
                <c:pt idx="632">
                  <c:v>1.6303252166057571</c:v>
                </c:pt>
                <c:pt idx="633">
                  <c:v>1.6313558083193036</c:v>
                </c:pt>
                <c:pt idx="634">
                  <c:v>1.6280794973925186</c:v>
                </c:pt>
                <c:pt idx="635">
                  <c:v>1.6280726809838624</c:v>
                </c:pt>
                <c:pt idx="636">
                  <c:v>1.6303706319549953</c:v>
                </c:pt>
                <c:pt idx="637">
                  <c:v>1.6332258038024063</c:v>
                </c:pt>
                <c:pt idx="638">
                  <c:v>1.6319852174270111</c:v>
                </c:pt>
                <c:pt idx="639">
                  <c:v>1.6290208187902928</c:v>
                </c:pt>
                <c:pt idx="640">
                  <c:v>1.6279476861167004</c:v>
                </c:pt>
                <c:pt idx="641">
                  <c:v>1.6272340984683613</c:v>
                </c:pt>
                <c:pt idx="642">
                  <c:v>1.6254403153615571</c:v>
                </c:pt>
                <c:pt idx="643">
                  <c:v>1.6224597380199566</c:v>
                </c:pt>
                <c:pt idx="644">
                  <c:v>1.6237583870570362</c:v>
                </c:pt>
                <c:pt idx="645">
                  <c:v>1.6261090625384964</c:v>
                </c:pt>
                <c:pt idx="646">
                  <c:v>1.6284343612696588</c:v>
                </c:pt>
                <c:pt idx="647">
                  <c:v>1.6275354987065249</c:v>
                </c:pt>
                <c:pt idx="648">
                  <c:v>1.6251320987147375</c:v>
                </c:pt>
                <c:pt idx="649">
                  <c:v>1.6229371330020943</c:v>
                </c:pt>
                <c:pt idx="650">
                  <c:v>1.6238894592042048</c:v>
                </c:pt>
                <c:pt idx="651">
                  <c:v>1.6265156654210982</c:v>
                </c:pt>
                <c:pt idx="652">
                  <c:v>1.6282444873321562</c:v>
                </c:pt>
                <c:pt idx="653">
                  <c:v>1.6295253151562437</c:v>
                </c:pt>
                <c:pt idx="654">
                  <c:v>1.6305141050383938</c:v>
                </c:pt>
                <c:pt idx="655">
                  <c:v>1.6317416334743153</c:v>
                </c:pt>
                <c:pt idx="656">
                  <c:v>1.6300257873773252</c:v>
                </c:pt>
                <c:pt idx="657">
                  <c:v>1.6274144458588264</c:v>
                </c:pt>
                <c:pt idx="658">
                  <c:v>1.6272196443969944</c:v>
                </c:pt>
                <c:pt idx="659">
                  <c:v>1.6270778959471113</c:v>
                </c:pt>
                <c:pt idx="660">
                  <c:v>1.6302380815505277</c:v>
                </c:pt>
                <c:pt idx="661">
                  <c:v>1.6324205642015359</c:v>
                </c:pt>
                <c:pt idx="662">
                  <c:v>1.6317181456083441</c:v>
                </c:pt>
                <c:pt idx="663">
                  <c:v>1.6309951956637787</c:v>
                </c:pt>
                <c:pt idx="664">
                  <c:v>1.630122448979592</c:v>
                </c:pt>
                <c:pt idx="665">
                  <c:v>1.6274046729355727</c:v>
                </c:pt>
                <c:pt idx="666">
                  <c:v>1.6259566377858992</c:v>
                </c:pt>
                <c:pt idx="667">
                  <c:v>1.6265879357779329</c:v>
                </c:pt>
                <c:pt idx="668">
                  <c:v>1.627604319796329</c:v>
                </c:pt>
                <c:pt idx="669">
                  <c:v>1.6289634131318524</c:v>
                </c:pt>
                <c:pt idx="670">
                  <c:v>1.6320588017903339</c:v>
                </c:pt>
                <c:pt idx="671">
                  <c:v>1.6312764751775963</c:v>
                </c:pt>
                <c:pt idx="672">
                  <c:v>1.6280399129470702</c:v>
                </c:pt>
                <c:pt idx="673">
                  <c:v>1.6295596435757402</c:v>
                </c:pt>
                <c:pt idx="674">
                  <c:v>1.630889746643124</c:v>
                </c:pt>
                <c:pt idx="675">
                  <c:v>1.6307622880137971</c:v>
                </c:pt>
                <c:pt idx="676">
                  <c:v>1.6299306861577629</c:v>
                </c:pt>
                <c:pt idx="677">
                  <c:v>1.6273282141830576</c:v>
                </c:pt>
                <c:pt idx="678">
                  <c:v>1.6230254178130006</c:v>
                </c:pt>
                <c:pt idx="679">
                  <c:v>1.621342257627397</c:v>
                </c:pt>
                <c:pt idx="680">
                  <c:v>1.6230543259557344</c:v>
                </c:pt>
                <c:pt idx="681">
                  <c:v>1.6237319426764671</c:v>
                </c:pt>
                <c:pt idx="682">
                  <c:v>1.6234544409313021</c:v>
                </c:pt>
                <c:pt idx="683">
                  <c:v>1.6233850449636595</c:v>
                </c:pt>
                <c:pt idx="684">
                  <c:v>1.6204041391204369</c:v>
                </c:pt>
                <c:pt idx="685">
                  <c:v>1.6190398718843675</c:v>
                </c:pt>
                <c:pt idx="686">
                  <c:v>1.6214798176815999</c:v>
                </c:pt>
                <c:pt idx="687">
                  <c:v>1.6219285508972201</c:v>
                </c:pt>
                <c:pt idx="688">
                  <c:v>1.6242779123721924</c:v>
                </c:pt>
                <c:pt idx="689">
                  <c:v>1.6259642754486101</c:v>
                </c:pt>
                <c:pt idx="690">
                  <c:v>1.6259344639264157</c:v>
                </c:pt>
                <c:pt idx="691">
                  <c:v>1.6244184289409931</c:v>
                </c:pt>
                <c:pt idx="692">
                  <c:v>1.6222866997905803</c:v>
                </c:pt>
                <c:pt idx="693">
                  <c:v>1.6222529462489221</c:v>
                </c:pt>
                <c:pt idx="694">
                  <c:v>1.6209944565351293</c:v>
                </c:pt>
                <c:pt idx="695">
                  <c:v>1.6217344885640375</c:v>
                </c:pt>
                <c:pt idx="696">
                  <c:v>1.623048412926539</c:v>
                </c:pt>
                <c:pt idx="697">
                  <c:v>1.6257642179608263</c:v>
                </c:pt>
                <c:pt idx="698">
                  <c:v>1.6276391409682587</c:v>
                </c:pt>
                <c:pt idx="699">
                  <c:v>1.6268124666365542</c:v>
                </c:pt>
                <c:pt idx="700">
                  <c:v>1.6262686322013715</c:v>
                </c:pt>
                <c:pt idx="701">
                  <c:v>1.6265076992567651</c:v>
                </c:pt>
                <c:pt idx="702">
                  <c:v>1.6245132837843388</c:v>
                </c:pt>
                <c:pt idx="703">
                  <c:v>1.6208426066603705</c:v>
                </c:pt>
                <c:pt idx="704">
                  <c:v>1.6203235740976472</c:v>
                </c:pt>
                <c:pt idx="705">
                  <c:v>1.6215855130784709</c:v>
                </c:pt>
                <c:pt idx="706">
                  <c:v>1.6235138997248799</c:v>
                </c:pt>
                <c:pt idx="707">
                  <c:v>1.6235732763930524</c:v>
                </c:pt>
                <c:pt idx="708">
                  <c:v>1.6221401059417733</c:v>
                </c:pt>
                <c:pt idx="709">
                  <c:v>1.6223778589906788</c:v>
                </c:pt>
                <c:pt idx="710">
                  <c:v>1.6235989816449719</c:v>
                </c:pt>
                <c:pt idx="711">
                  <c:v>1.6234723442696999</c:v>
                </c:pt>
                <c:pt idx="712">
                  <c:v>1.624589249784421</c:v>
                </c:pt>
                <c:pt idx="713">
                  <c:v>1.6242749558575946</c:v>
                </c:pt>
                <c:pt idx="714">
                  <c:v>1.6230862727384718</c:v>
                </c:pt>
                <c:pt idx="715">
                  <c:v>1.6236485853898905</c:v>
                </c:pt>
                <c:pt idx="716">
                  <c:v>1.6240544491438427</c:v>
                </c:pt>
                <c:pt idx="717">
                  <c:v>1.6260036956432473</c:v>
                </c:pt>
                <c:pt idx="718">
                  <c:v>1.6271299634541947</c:v>
                </c:pt>
                <c:pt idx="719">
                  <c:v>1.625825483513325</c:v>
                </c:pt>
                <c:pt idx="720">
                  <c:v>1.624950355192379</c:v>
                </c:pt>
                <c:pt idx="721">
                  <c:v>1.6248880220096087</c:v>
                </c:pt>
                <c:pt idx="722">
                  <c:v>1.6226009937174066</c:v>
                </c:pt>
                <c:pt idx="723">
                  <c:v>1.6202412844413421</c:v>
                </c:pt>
                <c:pt idx="724">
                  <c:v>1.6190474274216731</c:v>
                </c:pt>
                <c:pt idx="725">
                  <c:v>1.6197478750051328</c:v>
                </c:pt>
                <c:pt idx="726">
                  <c:v>1.622282347144089</c:v>
                </c:pt>
                <c:pt idx="727">
                  <c:v>1.6245041678643288</c:v>
                </c:pt>
                <c:pt idx="728">
                  <c:v>1.6258853529339301</c:v>
                </c:pt>
                <c:pt idx="729">
                  <c:v>1.6269451812918327</c:v>
                </c:pt>
                <c:pt idx="730">
                  <c:v>1.628015275325422</c:v>
                </c:pt>
                <c:pt idx="731">
                  <c:v>1.6252147989980701</c:v>
                </c:pt>
                <c:pt idx="732">
                  <c:v>1.6226304767379789</c:v>
                </c:pt>
                <c:pt idx="733">
                  <c:v>1.6234596969572539</c:v>
                </c:pt>
                <c:pt idx="734">
                  <c:v>1.624961359996715</c:v>
                </c:pt>
                <c:pt idx="735">
                  <c:v>1.6246016507206504</c:v>
                </c:pt>
                <c:pt idx="736">
                  <c:v>1.6227464378105367</c:v>
                </c:pt>
                <c:pt idx="737">
                  <c:v>1.623676590153164</c:v>
                </c:pt>
                <c:pt idx="738">
                  <c:v>1.6277740730094856</c:v>
                </c:pt>
                <c:pt idx="739">
                  <c:v>1.6312637457397448</c:v>
                </c:pt>
                <c:pt idx="740">
                  <c:v>1.6299962222313473</c:v>
                </c:pt>
                <c:pt idx="741">
                  <c:v>1.6252847698435513</c:v>
                </c:pt>
                <c:pt idx="742">
                  <c:v>1.6244138299182853</c:v>
                </c:pt>
                <c:pt idx="743">
                  <c:v>1.6281332074077117</c:v>
                </c:pt>
                <c:pt idx="744">
                  <c:v>1.6314103395885518</c:v>
                </c:pt>
                <c:pt idx="745">
                  <c:v>1.6293290354371126</c:v>
                </c:pt>
                <c:pt idx="746">
                  <c:v>1.6266460805650229</c:v>
                </c:pt>
                <c:pt idx="747">
                  <c:v>1.623210774853201</c:v>
                </c:pt>
                <c:pt idx="748">
                  <c:v>1.6221171108282348</c:v>
                </c:pt>
                <c:pt idx="749">
                  <c:v>1.6239007103847576</c:v>
                </c:pt>
                <c:pt idx="750">
                  <c:v>1.6252967601527533</c:v>
                </c:pt>
                <c:pt idx="751">
                  <c:v>1.6280645505687186</c:v>
                </c:pt>
                <c:pt idx="752">
                  <c:v>1.6277067301769803</c:v>
                </c:pt>
                <c:pt idx="753">
                  <c:v>1.6226981480721061</c:v>
                </c:pt>
                <c:pt idx="754">
                  <c:v>1.6207526793413543</c:v>
                </c:pt>
                <c:pt idx="755">
                  <c:v>1.620674167453702</c:v>
                </c:pt>
                <c:pt idx="756">
                  <c:v>1.6216241941444587</c:v>
                </c:pt>
                <c:pt idx="757">
                  <c:v>1.623317127253316</c:v>
                </c:pt>
                <c:pt idx="758">
                  <c:v>1.6247201576807786</c:v>
                </c:pt>
                <c:pt idx="759">
                  <c:v>1.6272749147948919</c:v>
                </c:pt>
                <c:pt idx="760">
                  <c:v>1.6291571469634132</c:v>
                </c:pt>
                <c:pt idx="761">
                  <c:v>1.630883751488523</c:v>
                </c:pt>
                <c:pt idx="762">
                  <c:v>1.6299549952777892</c:v>
                </c:pt>
                <c:pt idx="763">
                  <c:v>1.6259817681599804</c:v>
                </c:pt>
                <c:pt idx="764">
                  <c:v>1.621442943374533</c:v>
                </c:pt>
                <c:pt idx="765">
                  <c:v>1.6190341231059828</c:v>
                </c:pt>
                <c:pt idx="766">
                  <c:v>1.6206202931876976</c:v>
                </c:pt>
                <c:pt idx="767">
                  <c:v>1.624566993799532</c:v>
                </c:pt>
                <c:pt idx="768">
                  <c:v>1.627074364554675</c:v>
                </c:pt>
                <c:pt idx="769">
                  <c:v>1.6263208639592659</c:v>
                </c:pt>
                <c:pt idx="770">
                  <c:v>1.6246739210774854</c:v>
                </c:pt>
                <c:pt idx="771">
                  <c:v>1.6249942922843181</c:v>
                </c:pt>
                <c:pt idx="772">
                  <c:v>1.6233824169506839</c:v>
                </c:pt>
                <c:pt idx="773">
                  <c:v>1.6211347267277132</c:v>
                </c:pt>
                <c:pt idx="774">
                  <c:v>1.6191213402866178</c:v>
                </c:pt>
                <c:pt idx="775">
                  <c:v>1.6178647394571513</c:v>
                </c:pt>
                <c:pt idx="776">
                  <c:v>1.6180694780930482</c:v>
                </c:pt>
                <c:pt idx="777">
                  <c:v>1.6196512955282718</c:v>
                </c:pt>
                <c:pt idx="778">
                  <c:v>1.6213631174803926</c:v>
                </c:pt>
                <c:pt idx="779">
                  <c:v>1.6213316634500883</c:v>
                </c:pt>
                <c:pt idx="780">
                  <c:v>1.621152630066111</c:v>
                </c:pt>
                <c:pt idx="781">
                  <c:v>1.6231998521742701</c:v>
                </c:pt>
                <c:pt idx="782">
                  <c:v>1.6254656099864493</c:v>
                </c:pt>
                <c:pt idx="783">
                  <c:v>1.6240338356670636</c:v>
                </c:pt>
                <c:pt idx="784">
                  <c:v>1.6217433581078307</c:v>
                </c:pt>
                <c:pt idx="785">
                  <c:v>1.6210893935038806</c:v>
                </c:pt>
                <c:pt idx="786">
                  <c:v>1.6215862522071203</c:v>
                </c:pt>
                <c:pt idx="787">
                  <c:v>1.6225649406643947</c:v>
                </c:pt>
                <c:pt idx="788">
                  <c:v>1.6246237424547285</c:v>
                </c:pt>
                <c:pt idx="789">
                  <c:v>1.6245597667638485</c:v>
                </c:pt>
                <c:pt idx="790">
                  <c:v>1.6248030222149223</c:v>
                </c:pt>
                <c:pt idx="791">
                  <c:v>1.6248148482733134</c:v>
                </c:pt>
                <c:pt idx="792">
                  <c:v>1.6251512339342176</c:v>
                </c:pt>
                <c:pt idx="793">
                  <c:v>1.6231134562476903</c:v>
                </c:pt>
                <c:pt idx="794">
                  <c:v>1.6203390957992856</c:v>
                </c:pt>
                <c:pt idx="795">
                  <c:v>1.6209492875621074</c:v>
                </c:pt>
                <c:pt idx="796">
                  <c:v>1.6234468032685911</c:v>
                </c:pt>
                <c:pt idx="797">
                  <c:v>1.6267693507986696</c:v>
                </c:pt>
                <c:pt idx="798">
                  <c:v>1.6266092883833614</c:v>
                </c:pt>
                <c:pt idx="799">
                  <c:v>1.6260119903092023</c:v>
                </c:pt>
                <c:pt idx="800">
                  <c:v>1.6240213526054286</c:v>
                </c:pt>
                <c:pt idx="801">
                  <c:v>1.6224657331745576</c:v>
                </c:pt>
                <c:pt idx="802">
                  <c:v>1.6215608754568227</c:v>
                </c:pt>
                <c:pt idx="803">
                  <c:v>1.6209197224161296</c:v>
                </c:pt>
                <c:pt idx="804">
                  <c:v>1.6229550363404921</c:v>
                </c:pt>
                <c:pt idx="805">
                  <c:v>1.6251040118260585</c:v>
                </c:pt>
                <c:pt idx="806">
                  <c:v>1.6255488030222149</c:v>
                </c:pt>
                <c:pt idx="807">
                  <c:v>1.6254032768036792</c:v>
                </c:pt>
                <c:pt idx="808">
                  <c:v>1.6240190530940748</c:v>
                </c:pt>
                <c:pt idx="809">
                  <c:v>1.6226482158255657</c:v>
                </c:pt>
                <c:pt idx="810">
                  <c:v>1.6233391368619883</c:v>
                </c:pt>
                <c:pt idx="811">
                  <c:v>1.6257546092883834</c:v>
                </c:pt>
                <c:pt idx="812">
                  <c:v>1.6270869297417156</c:v>
                </c:pt>
                <c:pt idx="813">
                  <c:v>1.6275847739498215</c:v>
                </c:pt>
                <c:pt idx="814">
                  <c:v>1.6294927113702624</c:v>
                </c:pt>
                <c:pt idx="815">
                  <c:v>1.6276703486223465</c:v>
                </c:pt>
                <c:pt idx="816">
                  <c:v>1.6254298854350595</c:v>
                </c:pt>
                <c:pt idx="817">
                  <c:v>1.6258262226419744</c:v>
                </c:pt>
                <c:pt idx="818">
                  <c:v>1.6263385209214472</c:v>
                </c:pt>
                <c:pt idx="819">
                  <c:v>1.6277016384018397</c:v>
                </c:pt>
                <c:pt idx="820">
                  <c:v>1.62899043239026</c:v>
                </c:pt>
                <c:pt idx="821">
                  <c:v>1.6280358888022011</c:v>
                </c:pt>
                <c:pt idx="822">
                  <c:v>1.6286651336590976</c:v>
                </c:pt>
                <c:pt idx="823">
                  <c:v>1.6284794481172751</c:v>
                </c:pt>
                <c:pt idx="824">
                  <c:v>1.6255198127540755</c:v>
                </c:pt>
                <c:pt idx="825">
                  <c:v>1.62381883135548</c:v>
                </c:pt>
                <c:pt idx="826">
                  <c:v>1.6226145444093132</c:v>
                </c:pt>
                <c:pt idx="827">
                  <c:v>1.6233687841333717</c:v>
                </c:pt>
                <c:pt idx="828">
                  <c:v>1.6225563996222232</c:v>
                </c:pt>
                <c:pt idx="829">
                  <c:v>1.6211840840964153</c:v>
                </c:pt>
                <c:pt idx="830">
                  <c:v>1.6203059992608715</c:v>
                </c:pt>
                <c:pt idx="831">
                  <c:v>1.6198239231306206</c:v>
                </c:pt>
                <c:pt idx="832">
                  <c:v>1.6194535375518417</c:v>
                </c:pt>
                <c:pt idx="833">
                  <c:v>1.6197560875456825</c:v>
                </c:pt>
                <c:pt idx="834">
                  <c:v>1.6198796041555457</c:v>
                </c:pt>
                <c:pt idx="835">
                  <c:v>1.6204199071982919</c:v>
                </c:pt>
                <c:pt idx="836">
                  <c:v>1.6238070874224941</c:v>
                </c:pt>
                <c:pt idx="837">
                  <c:v>1.6252386153656635</c:v>
                </c:pt>
                <c:pt idx="838">
                  <c:v>1.6263792551225722</c:v>
                </c:pt>
                <c:pt idx="839">
                  <c:v>1.6263243132262966</c:v>
                </c:pt>
                <c:pt idx="840">
                  <c:v>1.6253910401182607</c:v>
                </c:pt>
                <c:pt idx="841">
                  <c:v>1.6261693425861292</c:v>
                </c:pt>
                <c:pt idx="842">
                  <c:v>1.6265926990514517</c:v>
                </c:pt>
                <c:pt idx="843">
                  <c:v>1.6254285714285714</c:v>
                </c:pt>
                <c:pt idx="844">
                  <c:v>1.6258737732517554</c:v>
                </c:pt>
                <c:pt idx="845">
                  <c:v>1.6259476039912948</c:v>
                </c:pt>
                <c:pt idx="846">
                  <c:v>1.6272032193158954</c:v>
                </c:pt>
                <c:pt idx="847">
                  <c:v>1.6262493327310805</c:v>
                </c:pt>
                <c:pt idx="848">
                  <c:v>1.6241373958033918</c:v>
                </c:pt>
                <c:pt idx="849">
                  <c:v>1.6229898575124215</c:v>
                </c:pt>
                <c:pt idx="850">
                  <c:v>1.6212712191516447</c:v>
                </c:pt>
                <c:pt idx="851">
                  <c:v>1.620724017574837</c:v>
                </c:pt>
                <c:pt idx="852">
                  <c:v>1.6207131770213117</c:v>
                </c:pt>
                <c:pt idx="853">
                  <c:v>1.6211920502607482</c:v>
                </c:pt>
                <c:pt idx="854">
                  <c:v>1.6226416457931261</c:v>
                </c:pt>
                <c:pt idx="855">
                  <c:v>1.6240725167330514</c:v>
                </c:pt>
                <c:pt idx="856">
                  <c:v>1.6233070258284401</c:v>
                </c:pt>
                <c:pt idx="857">
                  <c:v>1.6226129019012032</c:v>
                </c:pt>
                <c:pt idx="858">
                  <c:v>1.6211403933806925</c:v>
                </c:pt>
                <c:pt idx="859">
                  <c:v>1.6210248429351621</c:v>
                </c:pt>
                <c:pt idx="860">
                  <c:v>1.6238852708085247</c:v>
                </c:pt>
                <c:pt idx="861">
                  <c:v>1.6274829384470086</c:v>
                </c:pt>
                <c:pt idx="862">
                  <c:v>1.6279517102615695</c:v>
                </c:pt>
                <c:pt idx="863">
                  <c:v>1.6273079292079005</c:v>
                </c:pt>
                <c:pt idx="864">
                  <c:v>1.6237522276516241</c:v>
                </c:pt>
                <c:pt idx="865">
                  <c:v>1.6216907978483144</c:v>
                </c:pt>
                <c:pt idx="866">
                  <c:v>1.621803063277625</c:v>
                </c:pt>
                <c:pt idx="867">
                  <c:v>1.6233991705334045</c:v>
                </c:pt>
                <c:pt idx="868">
                  <c:v>1.6236471892579971</c:v>
                </c:pt>
                <c:pt idx="869">
                  <c:v>1.6251578039666572</c:v>
                </c:pt>
                <c:pt idx="870">
                  <c:v>1.6266014864698395</c:v>
                </c:pt>
                <c:pt idx="871">
                  <c:v>1.6272533158132469</c:v>
                </c:pt>
                <c:pt idx="872">
                  <c:v>1.6262173038229377</c:v>
                </c:pt>
                <c:pt idx="873">
                  <c:v>1.6245725783271057</c:v>
                </c:pt>
                <c:pt idx="874">
                  <c:v>1.6244242598447831</c:v>
                </c:pt>
                <c:pt idx="875">
                  <c:v>1.626716544162937</c:v>
                </c:pt>
                <c:pt idx="876">
                  <c:v>1.6297959183673469</c:v>
                </c:pt>
                <c:pt idx="877">
                  <c:v>1.6317958362419416</c:v>
                </c:pt>
                <c:pt idx="878">
                  <c:v>1.6268561573522771</c:v>
                </c:pt>
                <c:pt idx="879">
                  <c:v>1.6228624810085002</c:v>
                </c:pt>
                <c:pt idx="880">
                  <c:v>1.6234449143842649</c:v>
                </c:pt>
                <c:pt idx="881">
                  <c:v>1.6249800024637622</c:v>
                </c:pt>
                <c:pt idx="882">
                  <c:v>1.6274918901162074</c:v>
                </c:pt>
                <c:pt idx="883">
                  <c:v>1.628250728862974</c:v>
                </c:pt>
                <c:pt idx="884">
                  <c:v>1.6263412310598284</c:v>
                </c:pt>
                <c:pt idx="885">
                  <c:v>1.6256114647066071</c:v>
                </c:pt>
                <c:pt idx="886">
                  <c:v>1.6256013632817312</c:v>
                </c:pt>
                <c:pt idx="887">
                  <c:v>1.6264094772717941</c:v>
                </c:pt>
                <c:pt idx="888">
                  <c:v>1.6250667268919641</c:v>
                </c:pt>
                <c:pt idx="889">
                  <c:v>1.6216695273682915</c:v>
                </c:pt>
                <c:pt idx="890">
                  <c:v>1.6212826345830083</c:v>
                </c:pt>
                <c:pt idx="891">
                  <c:v>1.6227951381759949</c:v>
                </c:pt>
                <c:pt idx="892">
                  <c:v>1.6242657578121793</c:v>
                </c:pt>
                <c:pt idx="893">
                  <c:v>1.6261570237753049</c:v>
                </c:pt>
                <c:pt idx="894">
                  <c:v>1.6285552498665463</c:v>
                </c:pt>
                <c:pt idx="895">
                  <c:v>1.6291403933806925</c:v>
                </c:pt>
                <c:pt idx="896">
                  <c:v>1.6297206093705088</c:v>
                </c:pt>
                <c:pt idx="897">
                  <c:v>1.6292622674824457</c:v>
                </c:pt>
                <c:pt idx="898">
                  <c:v>1.6289116741263912</c:v>
                </c:pt>
                <c:pt idx="899">
                  <c:v>1.6264474192091325</c:v>
                </c:pt>
                <c:pt idx="900">
                  <c:v>1.6238924978442082</c:v>
                </c:pt>
                <c:pt idx="901">
                  <c:v>1.6230008623167578</c:v>
                </c:pt>
                <c:pt idx="902">
                  <c:v>1.6232647312446107</c:v>
                </c:pt>
                <c:pt idx="903">
                  <c:v>1.6204741099659181</c:v>
                </c:pt>
                <c:pt idx="904">
                  <c:v>1.6198529955241654</c:v>
                </c:pt>
                <c:pt idx="905">
                  <c:v>1.6197353919434978</c:v>
                </c:pt>
                <c:pt idx="906">
                  <c:v>1.6237362131975528</c:v>
                </c:pt>
                <c:pt idx="907">
                  <c:v>1.6293958855171848</c:v>
                </c:pt>
                <c:pt idx="908">
                  <c:v>1.630411448281526</c:v>
                </c:pt>
                <c:pt idx="909">
                  <c:v>1.630288999301934</c:v>
                </c:pt>
                <c:pt idx="910">
                  <c:v>1.6298503675111897</c:v>
                </c:pt>
                <c:pt idx="911">
                  <c:v>1.6284518539810291</c:v>
                </c:pt>
                <c:pt idx="912">
                  <c:v>1.62641629368045</c:v>
                </c:pt>
                <c:pt idx="913">
                  <c:v>1.6268513119533528</c:v>
                </c:pt>
                <c:pt idx="914">
                  <c:v>1.6287107953845523</c:v>
                </c:pt>
                <c:pt idx="915">
                  <c:v>1.6273010306738391</c:v>
                </c:pt>
                <c:pt idx="916">
                  <c:v>1.6250071859729809</c:v>
                </c:pt>
                <c:pt idx="917">
                  <c:v>1.6233809386933848</c:v>
                </c:pt>
                <c:pt idx="918">
                  <c:v>1.6227759208311092</c:v>
                </c:pt>
                <c:pt idx="919">
                  <c:v>1.6226764669650557</c:v>
                </c:pt>
                <c:pt idx="920">
                  <c:v>1.6225420276762617</c:v>
                </c:pt>
                <c:pt idx="921">
                  <c:v>1.6199252658810004</c:v>
                </c:pt>
                <c:pt idx="922">
                  <c:v>1.6181961154683202</c:v>
                </c:pt>
                <c:pt idx="923">
                  <c:v>1.6165029359832466</c:v>
                </c:pt>
                <c:pt idx="924">
                  <c:v>1.6175684309941281</c:v>
                </c:pt>
                <c:pt idx="925">
                  <c:v>1.6188892538906912</c:v>
                </c:pt>
                <c:pt idx="926">
                  <c:v>1.6183420523138834</c:v>
                </c:pt>
                <c:pt idx="927">
                  <c:v>1.6178294255327887</c:v>
                </c:pt>
                <c:pt idx="928">
                  <c:v>1.6183340861495505</c:v>
                </c:pt>
                <c:pt idx="929">
                  <c:v>1.6190369153697697</c:v>
                </c:pt>
                <c:pt idx="930">
                  <c:v>1.6187519402127049</c:v>
                </c:pt>
                <c:pt idx="931">
                  <c:v>1.6174359627150661</c:v>
                </c:pt>
                <c:pt idx="932">
                  <c:v>1.6188003942019464</c:v>
                </c:pt>
                <c:pt idx="933">
                  <c:v>1.6177629860797438</c:v>
                </c:pt>
                <c:pt idx="934">
                  <c:v>1.6176149960990434</c:v>
                </c:pt>
                <c:pt idx="935">
                  <c:v>1.6191213402866178</c:v>
                </c:pt>
                <c:pt idx="936">
                  <c:v>1.622897220055024</c:v>
                </c:pt>
                <c:pt idx="937">
                  <c:v>1.6255074939432514</c:v>
                </c:pt>
                <c:pt idx="938">
                  <c:v>1.6244572742577916</c:v>
                </c:pt>
                <c:pt idx="939">
                  <c:v>1.6235182523713712</c:v>
                </c:pt>
                <c:pt idx="940">
                  <c:v>1.6243149509300703</c:v>
                </c:pt>
                <c:pt idx="941">
                  <c:v>1.6275593971995237</c:v>
                </c:pt>
                <c:pt idx="942">
                  <c:v>1.6274114072188233</c:v>
                </c:pt>
                <c:pt idx="943">
                  <c:v>1.6238291791565722</c:v>
                </c:pt>
                <c:pt idx="944">
                  <c:v>1.6209253890691087</c:v>
                </c:pt>
                <c:pt idx="945">
                  <c:v>1.6187754280786761</c:v>
                </c:pt>
                <c:pt idx="946">
                  <c:v>1.6182176323245596</c:v>
                </c:pt>
                <c:pt idx="947">
                  <c:v>1.6173472672771323</c:v>
                </c:pt>
                <c:pt idx="948">
                  <c:v>1.6172657167494766</c:v>
                </c:pt>
                <c:pt idx="949">
                  <c:v>1.6197362953229582</c:v>
                </c:pt>
                <c:pt idx="950">
                  <c:v>1.6223972405863756</c:v>
                </c:pt>
                <c:pt idx="951">
                  <c:v>1.624065946700612</c:v>
                </c:pt>
                <c:pt idx="952">
                  <c:v>1.624446351578861</c:v>
                </c:pt>
                <c:pt idx="953">
                  <c:v>1.6242561491397365</c:v>
                </c:pt>
                <c:pt idx="954">
                  <c:v>1.6260625795589867</c:v>
                </c:pt>
                <c:pt idx="955">
                  <c:v>1.6262154149386114</c:v>
                </c:pt>
                <c:pt idx="956">
                  <c:v>1.6270277173243544</c:v>
                </c:pt>
                <c:pt idx="957">
                  <c:v>1.6281687677082906</c:v>
                </c:pt>
                <c:pt idx="958">
                  <c:v>1.6253484170328092</c:v>
                </c:pt>
                <c:pt idx="959">
                  <c:v>1.6242189463310477</c:v>
                </c:pt>
                <c:pt idx="960">
                  <c:v>1.6236614790785531</c:v>
                </c:pt>
                <c:pt idx="961">
                  <c:v>1.623442943374533</c:v>
                </c:pt>
                <c:pt idx="962">
                  <c:v>1.6233111320987148</c:v>
                </c:pt>
                <c:pt idx="963">
                  <c:v>1.6214367839691208</c:v>
                </c:pt>
                <c:pt idx="964">
                  <c:v>1.6210139202562313</c:v>
                </c:pt>
                <c:pt idx="965">
                  <c:v>1.6233669773744508</c:v>
                </c:pt>
                <c:pt idx="966">
                  <c:v>1.6229813985956556</c:v>
                </c:pt>
                <c:pt idx="967">
                  <c:v>1.623463885352934</c:v>
                </c:pt>
                <c:pt idx="968">
                  <c:v>1.6259503962550816</c:v>
                </c:pt>
                <c:pt idx="969">
                  <c:v>1.6281580914055764</c:v>
                </c:pt>
                <c:pt idx="970">
                  <c:v>1.6289965917956721</c:v>
                </c:pt>
                <c:pt idx="971">
                  <c:v>1.6289895290107996</c:v>
                </c:pt>
                <c:pt idx="972">
                  <c:v>1.6277296431651131</c:v>
                </c:pt>
                <c:pt idx="973">
                  <c:v>1.6273071079538457</c:v>
                </c:pt>
                <c:pt idx="974">
                  <c:v>1.6289055968463846</c:v>
                </c:pt>
                <c:pt idx="975">
                  <c:v>1.6269722826756459</c:v>
                </c:pt>
                <c:pt idx="976">
                  <c:v>1.6240497679957295</c:v>
                </c:pt>
                <c:pt idx="977">
                  <c:v>1.6234270110458671</c:v>
                </c:pt>
                <c:pt idx="978">
                  <c:v>1.6237417977251263</c:v>
                </c:pt>
                <c:pt idx="979">
                  <c:v>1.6255666242352071</c:v>
                </c:pt>
                <c:pt idx="980">
                  <c:v>1.6276857881985793</c:v>
                </c:pt>
                <c:pt idx="981">
                  <c:v>1.6256640249661234</c:v>
                </c:pt>
                <c:pt idx="982">
                  <c:v>1.6227662300332608</c:v>
                </c:pt>
                <c:pt idx="983">
                  <c:v>1.6229508479448118</c:v>
                </c:pt>
                <c:pt idx="984">
                  <c:v>1.6221626083028786</c:v>
                </c:pt>
                <c:pt idx="985">
                  <c:v>1.6208191187943992</c:v>
                </c:pt>
                <c:pt idx="986">
                  <c:v>1.6235844454481996</c:v>
                </c:pt>
                <c:pt idx="987">
                  <c:v>1.6263886995442041</c:v>
                </c:pt>
                <c:pt idx="988">
                  <c:v>1.6273636102328257</c:v>
                </c:pt>
                <c:pt idx="989">
                  <c:v>1.6243744097236481</c:v>
                </c:pt>
                <c:pt idx="990">
                  <c:v>1.6224757524740279</c:v>
                </c:pt>
                <c:pt idx="991">
                  <c:v>1.6218064304192503</c:v>
                </c:pt>
                <c:pt idx="992">
                  <c:v>1.6236083439411984</c:v>
                </c:pt>
                <c:pt idx="993">
                  <c:v>1.6234293105572211</c:v>
                </c:pt>
                <c:pt idx="994">
                  <c:v>1.6206208680655361</c:v>
                </c:pt>
                <c:pt idx="995">
                  <c:v>1.61903363035355</c:v>
                </c:pt>
                <c:pt idx="996">
                  <c:v>1.6187107132591467</c:v>
                </c:pt>
                <c:pt idx="997">
                  <c:v>1.6185951628136164</c:v>
                </c:pt>
                <c:pt idx="998">
                  <c:v>1.6179058021598982</c:v>
                </c:pt>
                <c:pt idx="999">
                  <c:v>1.6204508684761632</c:v>
                </c:pt>
                <c:pt idx="1000">
                  <c:v>1.6224654867983412</c:v>
                </c:pt>
                <c:pt idx="1001">
                  <c:v>1.6230893935038806</c:v>
                </c:pt>
                <c:pt idx="1002">
                  <c:v>1.6221212170985095</c:v>
                </c:pt>
                <c:pt idx="1003">
                  <c:v>1.6250135917546094</c:v>
                </c:pt>
                <c:pt idx="1004">
                  <c:v>1.6270604853611466</c:v>
                </c:pt>
                <c:pt idx="1005">
                  <c:v>1.626162690428284</c:v>
                </c:pt>
                <c:pt idx="1006">
                  <c:v>1.623549460025459</c:v>
                </c:pt>
                <c:pt idx="1007">
                  <c:v>1.6225615735227694</c:v>
                </c:pt>
                <c:pt idx="1008">
                  <c:v>1.6233028374327598</c:v>
                </c:pt>
                <c:pt idx="1009">
                  <c:v>1.6233716585225642</c:v>
                </c:pt>
                <c:pt idx="1010">
                  <c:v>1.6218386235782041</c:v>
                </c:pt>
                <c:pt idx="1011">
                  <c:v>1.6231105818584981</c:v>
                </c:pt>
                <c:pt idx="1012">
                  <c:v>1.624593438180101</c:v>
                </c:pt>
                <c:pt idx="1013">
                  <c:v>1.6244764094772719</c:v>
                </c:pt>
                <c:pt idx="1014">
                  <c:v>1.6233916971215046</c:v>
                </c:pt>
                <c:pt idx="1015">
                  <c:v>1.6217592904364966</c:v>
                </c:pt>
                <c:pt idx="1016">
                  <c:v>1.6187493943251345</c:v>
                </c:pt>
                <c:pt idx="1017">
                  <c:v>1.6165671580503429</c:v>
                </c:pt>
                <c:pt idx="1018">
                  <c:v>1.6175037983000042</c:v>
                </c:pt>
                <c:pt idx="1019">
                  <c:v>1.6199895700735023</c:v>
                </c:pt>
                <c:pt idx="1020">
                  <c:v>1.6222306081386277</c:v>
                </c:pt>
                <c:pt idx="1021">
                  <c:v>1.6216085903174147</c:v>
                </c:pt>
                <c:pt idx="1022">
                  <c:v>1.6206666119163964</c:v>
                </c:pt>
                <c:pt idx="1023">
                  <c:v>1.6244029072393547</c:v>
                </c:pt>
                <c:pt idx="1024">
                  <c:v>1.6271229827947276</c:v>
                </c:pt>
                <c:pt idx="1025">
                  <c:v>1.6279688744713179</c:v>
                </c:pt>
                <c:pt idx="1026">
                  <c:v>1.627815710590071</c:v>
                </c:pt>
                <c:pt idx="1027">
                  <c:v>1.6272754896727304</c:v>
                </c:pt>
                <c:pt idx="1028">
                  <c:v>1.6267401141543136</c:v>
                </c:pt>
                <c:pt idx="1029">
                  <c:v>1.6251965671580504</c:v>
                </c:pt>
                <c:pt idx="1030">
                  <c:v>1.6231579682174682</c:v>
                </c:pt>
                <c:pt idx="1031">
                  <c:v>1.623300702172217</c:v>
                </c:pt>
                <c:pt idx="1032">
                  <c:v>1.6270514515665422</c:v>
                </c:pt>
                <c:pt idx="1033">
                  <c:v>1.6285760275941363</c:v>
                </c:pt>
                <c:pt idx="1034">
                  <c:v>1.6281879850531762</c:v>
                </c:pt>
                <c:pt idx="1035">
                  <c:v>1.6286583172504414</c:v>
                </c:pt>
                <c:pt idx="1036">
                  <c:v>1.6275098755800108</c:v>
                </c:pt>
                <c:pt idx="1037">
                  <c:v>1.6262236274791608</c:v>
                </c:pt>
                <c:pt idx="1038">
                  <c:v>1.6243707140804009</c:v>
                </c:pt>
                <c:pt idx="1039">
                  <c:v>1.6231341518498748</c:v>
                </c:pt>
                <c:pt idx="1040">
                  <c:v>1.6210373259967972</c:v>
                </c:pt>
                <c:pt idx="1041">
                  <c:v>1.6176650104709893</c:v>
                </c:pt>
                <c:pt idx="1042">
                  <c:v>1.6158461791155094</c:v>
                </c:pt>
                <c:pt idx="1043">
                  <c:v>1.6199815217837639</c:v>
                </c:pt>
                <c:pt idx="1044">
                  <c:v>1.6243007432349199</c:v>
                </c:pt>
                <c:pt idx="1045">
                  <c:v>1.627398924157188</c:v>
                </c:pt>
                <c:pt idx="1046">
                  <c:v>1.6288711863014824</c:v>
                </c:pt>
                <c:pt idx="1047">
                  <c:v>1.6263550281279515</c:v>
                </c:pt>
                <c:pt idx="1048">
                  <c:v>1.6250387221286906</c:v>
                </c:pt>
                <c:pt idx="1049">
                  <c:v>1.6242307723894387</c:v>
                </c:pt>
                <c:pt idx="1050">
                  <c:v>1.6242447337083727</c:v>
                </c:pt>
                <c:pt idx="1051">
                  <c:v>1.6224502114729193</c:v>
                </c:pt>
                <c:pt idx="1052">
                  <c:v>1.6241389561860962</c:v>
                </c:pt>
                <c:pt idx="1053">
                  <c:v>1.6259544203999508</c:v>
                </c:pt>
                <c:pt idx="1054">
                  <c:v>1.6240413912043692</c:v>
                </c:pt>
                <c:pt idx="1055">
                  <c:v>1.6251486880466472</c:v>
                </c:pt>
                <c:pt idx="1056">
                  <c:v>1.6258015850203262</c:v>
                </c:pt>
                <c:pt idx="1057">
                  <c:v>1.6263716995852668</c:v>
                </c:pt>
                <c:pt idx="1058">
                  <c:v>1.6257788362830041</c:v>
                </c:pt>
                <c:pt idx="1059">
                  <c:v>1.6237018847780562</c:v>
                </c:pt>
                <c:pt idx="1060">
                  <c:v>1.6233130209830411</c:v>
                </c:pt>
                <c:pt idx="1061">
                  <c:v>1.6226357327639307</c:v>
                </c:pt>
                <c:pt idx="1062">
                  <c:v>1.6221091446639018</c:v>
                </c:pt>
                <c:pt idx="1063">
                  <c:v>1.6219839855459288</c:v>
                </c:pt>
                <c:pt idx="1064">
                  <c:v>1.6225090953886585</c:v>
                </c:pt>
                <c:pt idx="1065">
                  <c:v>1.6220669322054779</c:v>
                </c:pt>
                <c:pt idx="1066">
                  <c:v>1.622241448692153</c:v>
                </c:pt>
                <c:pt idx="1067">
                  <c:v>1.6217352276926869</c:v>
                </c:pt>
                <c:pt idx="1068">
                  <c:v>1.6196390588428531</c:v>
                </c:pt>
                <c:pt idx="1069">
                  <c:v>1.6205143514146101</c:v>
                </c:pt>
                <c:pt idx="1070">
                  <c:v>1.6209524083275162</c:v>
                </c:pt>
                <c:pt idx="1071">
                  <c:v>1.6221024103806514</c:v>
                </c:pt>
                <c:pt idx="1072">
                  <c:v>1.6247209789348336</c:v>
                </c:pt>
                <c:pt idx="1073">
                  <c:v>1.6264638442902313</c:v>
                </c:pt>
                <c:pt idx="1074">
                  <c:v>1.6266593848807129</c:v>
                </c:pt>
                <c:pt idx="1075">
                  <c:v>1.6263153615570978</c:v>
                </c:pt>
                <c:pt idx="1076">
                  <c:v>1.6259804541534926</c:v>
                </c:pt>
                <c:pt idx="1077">
                  <c:v>1.6262200960867246</c:v>
                </c:pt>
                <c:pt idx="1078">
                  <c:v>1.6280344926703076</c:v>
                </c:pt>
                <c:pt idx="1079">
                  <c:v>1.6268561573522771</c:v>
                </c:pt>
                <c:pt idx="1080">
                  <c:v>1.6227701720527246</c:v>
                </c:pt>
                <c:pt idx="1081">
                  <c:v>1.6217461503716175</c:v>
                </c:pt>
                <c:pt idx="1082">
                  <c:v>1.623541986613559</c:v>
                </c:pt>
                <c:pt idx="1083">
                  <c:v>1.6240248839978648</c:v>
                </c:pt>
                <c:pt idx="1084">
                  <c:v>1.623265634624071</c:v>
                </c:pt>
                <c:pt idx="1085">
                  <c:v>1.6228142733954749</c:v>
                </c:pt>
                <c:pt idx="1086">
                  <c:v>1.6232106927277954</c:v>
                </c:pt>
                <c:pt idx="1087">
                  <c:v>1.6226580708742251</c:v>
                </c:pt>
                <c:pt idx="1088">
                  <c:v>1.6238660534636391</c:v>
                </c:pt>
                <c:pt idx="1089">
                  <c:v>1.6265421919270728</c:v>
                </c:pt>
                <c:pt idx="1090">
                  <c:v>1.6275014987886505</c:v>
                </c:pt>
                <c:pt idx="1091">
                  <c:v>1.6304008541042172</c:v>
                </c:pt>
                <c:pt idx="1092">
                  <c:v>1.6301189997125611</c:v>
                </c:pt>
                <c:pt idx="1093">
                  <c:v>1.628510984272985</c:v>
                </c:pt>
                <c:pt idx="1094">
                  <c:v>1.6277876237013922</c:v>
                </c:pt>
                <c:pt idx="1095">
                  <c:v>1.6270528476984356</c:v>
                </c:pt>
                <c:pt idx="1096">
                  <c:v>1.6264947234426972</c:v>
                </c:pt>
                <c:pt idx="1097">
                  <c:v>1.6260528887611383</c:v>
                </c:pt>
                <c:pt idx="1098">
                  <c:v>1.6251888473699341</c:v>
                </c:pt>
                <c:pt idx="1099">
                  <c:v>1.6244027429885435</c:v>
                </c:pt>
                <c:pt idx="1100">
                  <c:v>1.6236164743563422</c:v>
                </c:pt>
                <c:pt idx="1101">
                  <c:v>1.6250291955816534</c:v>
                </c:pt>
                <c:pt idx="1102">
                  <c:v>1.624800476327352</c:v>
                </c:pt>
                <c:pt idx="1103">
                  <c:v>1.6234920543670186</c:v>
                </c:pt>
                <c:pt idx="1104">
                  <c:v>1.6232740114154314</c:v>
                </c:pt>
                <c:pt idx="1105">
                  <c:v>1.6232987311624851</c:v>
                </c:pt>
                <c:pt idx="1106">
                  <c:v>1.6261186712109392</c:v>
                </c:pt>
                <c:pt idx="1107">
                  <c:v>1.6290283743275984</c:v>
                </c:pt>
                <c:pt idx="1108">
                  <c:v>1.6301800188888433</c:v>
                </c:pt>
                <c:pt idx="1109">
                  <c:v>1.6320240627438098</c:v>
                </c:pt>
                <c:pt idx="1110">
                  <c:v>1.6351633063688253</c:v>
                </c:pt>
                <c:pt idx="1111">
                  <c:v>1.6361388740606908</c:v>
                </c:pt>
                <c:pt idx="1112">
                  <c:v>1.6337827783024679</c:v>
                </c:pt>
                <c:pt idx="1113">
                  <c:v>1.6314867983410668</c:v>
                </c:pt>
                <c:pt idx="1114">
                  <c:v>1.6313834845809552</c:v>
                </c:pt>
                <c:pt idx="1115">
                  <c:v>1.6321847821623621</c:v>
                </c:pt>
                <c:pt idx="1116">
                  <c:v>1.6311739826715395</c:v>
                </c:pt>
                <c:pt idx="1117">
                  <c:v>1.6290843838541453</c:v>
                </c:pt>
                <c:pt idx="1118">
                  <c:v>1.6288786597133824</c:v>
                </c:pt>
                <c:pt idx="1119">
                  <c:v>1.6275635034697984</c:v>
                </c:pt>
                <c:pt idx="1120">
                  <c:v>1.6238017492711372</c:v>
                </c:pt>
                <c:pt idx="1121">
                  <c:v>1.6198905268344763</c:v>
                </c:pt>
                <c:pt idx="1122">
                  <c:v>1.619299880918162</c:v>
                </c:pt>
                <c:pt idx="1123">
                  <c:v>1.620551061470866</c:v>
                </c:pt>
                <c:pt idx="1124">
                  <c:v>1.6210936640249662</c:v>
                </c:pt>
                <c:pt idx="1125">
                  <c:v>1.6202279801256521</c:v>
                </c:pt>
                <c:pt idx="1126">
                  <c:v>1.6203768734858128</c:v>
                </c:pt>
                <c:pt idx="1127">
                  <c:v>1.6256813534266827</c:v>
                </c:pt>
                <c:pt idx="1128">
                  <c:v>1.6286717858169426</c:v>
                </c:pt>
                <c:pt idx="1129">
                  <c:v>1.6280130579394736</c:v>
                </c:pt>
                <c:pt idx="1130">
                  <c:v>1.6294648708577999</c:v>
                </c:pt>
                <c:pt idx="1131">
                  <c:v>1.6285491725865398</c:v>
                </c:pt>
                <c:pt idx="1132">
                  <c:v>1.6269073214798999</c:v>
                </c:pt>
                <c:pt idx="1133">
                  <c:v>1.6271168233893156</c:v>
                </c:pt>
                <c:pt idx="1134">
                  <c:v>1.6291612532336879</c:v>
                </c:pt>
                <c:pt idx="1135">
                  <c:v>1.6311076253439003</c:v>
                </c:pt>
                <c:pt idx="1136">
                  <c:v>1.630664230279637</c:v>
                </c:pt>
                <c:pt idx="1137">
                  <c:v>1.6304921775551269</c:v>
                </c:pt>
                <c:pt idx="1138">
                  <c:v>1.6303518252371372</c:v>
                </c:pt>
                <c:pt idx="1139">
                  <c:v>1.6283403276803681</c:v>
                </c:pt>
                <c:pt idx="1140">
                  <c:v>1.6265568923746563</c:v>
                </c:pt>
                <c:pt idx="1141">
                  <c:v>1.6241146470660699</c:v>
                </c:pt>
                <c:pt idx="1142">
                  <c:v>1.6223781053668953</c:v>
                </c:pt>
                <c:pt idx="1143">
                  <c:v>1.6227937420441014</c:v>
                </c:pt>
                <c:pt idx="1144">
                  <c:v>1.6244841292653884</c:v>
                </c:pt>
                <c:pt idx="1145">
                  <c:v>1.6270717365416993</c:v>
                </c:pt>
                <c:pt idx="1146">
                  <c:v>1.6273252576684598</c:v>
                </c:pt>
                <c:pt idx="1147">
                  <c:v>1.6259942512216154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1D70-4A85-AB80-5FAF78EA7150}"/>
            </c:ext>
          </c:extLst>
        </c:ser>
        <c:ser>
          <c:idx val="2"/>
          <c:order val="2"/>
          <c:tx>
            <c:strRef>
              <c:f>'For plotting'!$X$1</c:f>
              <c:strCache>
                <c:ptCount val="1"/>
                <c:pt idx="0">
                  <c:v>0.3% w/w R3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'For plotting'!$U$2:$U$1149</c:f>
              <c:numCache>
                <c:formatCode>General</c:formatCode>
                <c:ptCount val="1148"/>
                <c:pt idx="0">
                  <c:v>3.8998900000000001</c:v>
                </c:pt>
                <c:pt idx="1">
                  <c:v>3.9001999999999999</c:v>
                </c:pt>
                <c:pt idx="2">
                  <c:v>3.9005000000000001</c:v>
                </c:pt>
                <c:pt idx="3">
                  <c:v>3.9008099999999999</c:v>
                </c:pt>
                <c:pt idx="4">
                  <c:v>3.9011100000000001</c:v>
                </c:pt>
                <c:pt idx="5">
                  <c:v>3.9014199999999999</c:v>
                </c:pt>
                <c:pt idx="6">
                  <c:v>3.9017300000000001</c:v>
                </c:pt>
                <c:pt idx="7">
                  <c:v>3.9020299999999999</c:v>
                </c:pt>
                <c:pt idx="8">
                  <c:v>3.9023400000000001</c:v>
                </c:pt>
                <c:pt idx="9">
                  <c:v>3.9026399999999999</c:v>
                </c:pt>
                <c:pt idx="10">
                  <c:v>3.9029500000000001</c:v>
                </c:pt>
                <c:pt idx="11">
                  <c:v>3.9032499999999999</c:v>
                </c:pt>
                <c:pt idx="12">
                  <c:v>3.9035600000000001</c:v>
                </c:pt>
                <c:pt idx="13">
                  <c:v>3.9038599999999999</c:v>
                </c:pt>
                <c:pt idx="14">
                  <c:v>3.9041700000000001</c:v>
                </c:pt>
                <c:pt idx="15">
                  <c:v>3.9044699999999999</c:v>
                </c:pt>
                <c:pt idx="16">
                  <c:v>3.9047800000000001</c:v>
                </c:pt>
                <c:pt idx="17">
                  <c:v>3.9050799999999999</c:v>
                </c:pt>
                <c:pt idx="18">
                  <c:v>3.9053900000000001</c:v>
                </c:pt>
                <c:pt idx="19">
                  <c:v>3.9056999999999999</c:v>
                </c:pt>
                <c:pt idx="20">
                  <c:v>3.9060000000000001</c:v>
                </c:pt>
                <c:pt idx="21">
                  <c:v>3.9063099999999999</c:v>
                </c:pt>
                <c:pt idx="22">
                  <c:v>3.9066100000000001</c:v>
                </c:pt>
                <c:pt idx="23">
                  <c:v>3.9069199999999999</c:v>
                </c:pt>
                <c:pt idx="24">
                  <c:v>3.9072200000000001</c:v>
                </c:pt>
                <c:pt idx="25">
                  <c:v>3.9075299999999999</c:v>
                </c:pt>
                <c:pt idx="26">
                  <c:v>3.9078300000000001</c:v>
                </c:pt>
                <c:pt idx="27">
                  <c:v>3.9081399999999999</c:v>
                </c:pt>
                <c:pt idx="28">
                  <c:v>3.9084400000000001</c:v>
                </c:pt>
                <c:pt idx="29">
                  <c:v>3.9087499999999999</c:v>
                </c:pt>
                <c:pt idx="30">
                  <c:v>3.9090500000000001</c:v>
                </c:pt>
                <c:pt idx="31">
                  <c:v>3.9093599999999999</c:v>
                </c:pt>
                <c:pt idx="32">
                  <c:v>3.9096700000000002</c:v>
                </c:pt>
                <c:pt idx="33">
                  <c:v>3.9099699999999999</c:v>
                </c:pt>
                <c:pt idx="34">
                  <c:v>3.9102800000000002</c:v>
                </c:pt>
                <c:pt idx="35">
                  <c:v>3.9105799999999999</c:v>
                </c:pt>
                <c:pt idx="36">
                  <c:v>3.9108900000000002</c:v>
                </c:pt>
                <c:pt idx="37">
                  <c:v>3.9111899999999999</c:v>
                </c:pt>
                <c:pt idx="38">
                  <c:v>3.9115000000000002</c:v>
                </c:pt>
                <c:pt idx="39">
                  <c:v>3.9117999999999999</c:v>
                </c:pt>
                <c:pt idx="40">
                  <c:v>3.9121100000000002</c:v>
                </c:pt>
                <c:pt idx="41">
                  <c:v>3.9124099999999999</c:v>
                </c:pt>
                <c:pt idx="42">
                  <c:v>3.9127200000000002</c:v>
                </c:pt>
                <c:pt idx="43">
                  <c:v>3.91303</c:v>
                </c:pt>
                <c:pt idx="44">
                  <c:v>3.9133300000000002</c:v>
                </c:pt>
                <c:pt idx="45">
                  <c:v>3.91364</c:v>
                </c:pt>
                <c:pt idx="46">
                  <c:v>3.9139400000000002</c:v>
                </c:pt>
                <c:pt idx="47">
                  <c:v>3.91425</c:v>
                </c:pt>
                <c:pt idx="48">
                  <c:v>3.9145500000000002</c:v>
                </c:pt>
                <c:pt idx="49">
                  <c:v>3.91486</c:v>
                </c:pt>
                <c:pt idx="50">
                  <c:v>3.9151600000000002</c:v>
                </c:pt>
                <c:pt idx="51">
                  <c:v>3.91547</c:v>
                </c:pt>
                <c:pt idx="52">
                  <c:v>3.9157700000000002</c:v>
                </c:pt>
                <c:pt idx="53">
                  <c:v>3.91608</c:v>
                </c:pt>
                <c:pt idx="54">
                  <c:v>3.9163800000000002</c:v>
                </c:pt>
                <c:pt idx="55">
                  <c:v>3.91669</c:v>
                </c:pt>
                <c:pt idx="56">
                  <c:v>3.9169999999999998</c:v>
                </c:pt>
                <c:pt idx="57">
                  <c:v>3.9173</c:v>
                </c:pt>
                <c:pt idx="58">
                  <c:v>3.9176099999999998</c:v>
                </c:pt>
                <c:pt idx="59">
                  <c:v>3.91791</c:v>
                </c:pt>
                <c:pt idx="60">
                  <c:v>3.9182199999999998</c:v>
                </c:pt>
                <c:pt idx="61">
                  <c:v>3.91852</c:v>
                </c:pt>
                <c:pt idx="62">
                  <c:v>3.9188299999999998</c:v>
                </c:pt>
                <c:pt idx="63">
                  <c:v>3.91913</c:v>
                </c:pt>
                <c:pt idx="64">
                  <c:v>3.9194399999999998</c:v>
                </c:pt>
                <c:pt idx="65">
                  <c:v>3.91974</c:v>
                </c:pt>
                <c:pt idx="66">
                  <c:v>3.9200499999999998</c:v>
                </c:pt>
                <c:pt idx="67">
                  <c:v>3.92035</c:v>
                </c:pt>
                <c:pt idx="68">
                  <c:v>3.9206599999999998</c:v>
                </c:pt>
                <c:pt idx="69">
                  <c:v>3.9209700000000001</c:v>
                </c:pt>
                <c:pt idx="70">
                  <c:v>3.9212699999999998</c:v>
                </c:pt>
                <c:pt idx="71">
                  <c:v>3.9215800000000001</c:v>
                </c:pt>
                <c:pt idx="72">
                  <c:v>3.9218799999999998</c:v>
                </c:pt>
                <c:pt idx="73">
                  <c:v>3.9221900000000001</c:v>
                </c:pt>
                <c:pt idx="74">
                  <c:v>3.9224899999999998</c:v>
                </c:pt>
                <c:pt idx="75">
                  <c:v>3.9228000000000001</c:v>
                </c:pt>
                <c:pt idx="76">
                  <c:v>3.9230999999999998</c:v>
                </c:pt>
                <c:pt idx="77">
                  <c:v>3.9234100000000001</c:v>
                </c:pt>
                <c:pt idx="78">
                  <c:v>3.9237099999999998</c:v>
                </c:pt>
                <c:pt idx="79">
                  <c:v>3.9240200000000001</c:v>
                </c:pt>
                <c:pt idx="80">
                  <c:v>3.9243199999999998</c:v>
                </c:pt>
                <c:pt idx="81">
                  <c:v>3.9246300000000001</c:v>
                </c:pt>
                <c:pt idx="82">
                  <c:v>3.9249399999999999</c:v>
                </c:pt>
                <c:pt idx="83">
                  <c:v>3.9252400000000001</c:v>
                </c:pt>
                <c:pt idx="84">
                  <c:v>3.9255499999999999</c:v>
                </c:pt>
                <c:pt idx="85">
                  <c:v>3.9258500000000001</c:v>
                </c:pt>
                <c:pt idx="86">
                  <c:v>3.9261599999999999</c:v>
                </c:pt>
                <c:pt idx="87">
                  <c:v>3.9264600000000001</c:v>
                </c:pt>
                <c:pt idx="88">
                  <c:v>3.9267699999999999</c:v>
                </c:pt>
                <c:pt idx="89">
                  <c:v>3.9270700000000001</c:v>
                </c:pt>
                <c:pt idx="90">
                  <c:v>3.9273799999999999</c:v>
                </c:pt>
                <c:pt idx="91">
                  <c:v>3.9276800000000001</c:v>
                </c:pt>
                <c:pt idx="92">
                  <c:v>3.9279899999999999</c:v>
                </c:pt>
                <c:pt idx="93">
                  <c:v>3.9283000000000001</c:v>
                </c:pt>
                <c:pt idx="94">
                  <c:v>3.9285999999999999</c:v>
                </c:pt>
                <c:pt idx="95">
                  <c:v>3.9289100000000001</c:v>
                </c:pt>
                <c:pt idx="96">
                  <c:v>3.9292099999999999</c:v>
                </c:pt>
                <c:pt idx="97">
                  <c:v>3.9295200000000001</c:v>
                </c:pt>
                <c:pt idx="98">
                  <c:v>3.9298199999999999</c:v>
                </c:pt>
                <c:pt idx="99">
                  <c:v>3.9301300000000001</c:v>
                </c:pt>
                <c:pt idx="100">
                  <c:v>3.9304299999999999</c:v>
                </c:pt>
                <c:pt idx="101">
                  <c:v>3.9307400000000001</c:v>
                </c:pt>
                <c:pt idx="102">
                  <c:v>3.9310399999999999</c:v>
                </c:pt>
                <c:pt idx="103">
                  <c:v>3.9313500000000001</c:v>
                </c:pt>
                <c:pt idx="104">
                  <c:v>3.9316499999999999</c:v>
                </c:pt>
                <c:pt idx="105">
                  <c:v>3.9319600000000001</c:v>
                </c:pt>
                <c:pt idx="106">
                  <c:v>3.9322699999999999</c:v>
                </c:pt>
                <c:pt idx="107">
                  <c:v>3.9325700000000001</c:v>
                </c:pt>
                <c:pt idx="108">
                  <c:v>3.9328799999999999</c:v>
                </c:pt>
                <c:pt idx="109">
                  <c:v>3.9331800000000001</c:v>
                </c:pt>
                <c:pt idx="110">
                  <c:v>3.9334899999999999</c:v>
                </c:pt>
                <c:pt idx="111">
                  <c:v>3.9337900000000001</c:v>
                </c:pt>
                <c:pt idx="112">
                  <c:v>3.9340999999999999</c:v>
                </c:pt>
                <c:pt idx="113">
                  <c:v>3.9344000000000001</c:v>
                </c:pt>
                <c:pt idx="114">
                  <c:v>3.9347099999999999</c:v>
                </c:pt>
                <c:pt idx="115">
                  <c:v>3.9350100000000001</c:v>
                </c:pt>
                <c:pt idx="116">
                  <c:v>3.9353199999999999</c:v>
                </c:pt>
                <c:pt idx="117">
                  <c:v>3.9356200000000001</c:v>
                </c:pt>
                <c:pt idx="118">
                  <c:v>3.9359299999999999</c:v>
                </c:pt>
                <c:pt idx="119">
                  <c:v>3.9362400000000002</c:v>
                </c:pt>
                <c:pt idx="120">
                  <c:v>3.9365399999999999</c:v>
                </c:pt>
                <c:pt idx="121">
                  <c:v>3.9368500000000002</c:v>
                </c:pt>
                <c:pt idx="122">
                  <c:v>3.9371499999999999</c:v>
                </c:pt>
                <c:pt idx="123">
                  <c:v>3.9374600000000002</c:v>
                </c:pt>
                <c:pt idx="124">
                  <c:v>3.9377599999999999</c:v>
                </c:pt>
                <c:pt idx="125">
                  <c:v>3.9380700000000002</c:v>
                </c:pt>
                <c:pt idx="126">
                  <c:v>3.9383699999999999</c:v>
                </c:pt>
                <c:pt idx="127">
                  <c:v>3.9386800000000002</c:v>
                </c:pt>
                <c:pt idx="128">
                  <c:v>3.9389799999999999</c:v>
                </c:pt>
                <c:pt idx="129">
                  <c:v>3.9392900000000002</c:v>
                </c:pt>
                <c:pt idx="130">
                  <c:v>3.9395899999999999</c:v>
                </c:pt>
                <c:pt idx="131">
                  <c:v>3.9399000000000002</c:v>
                </c:pt>
                <c:pt idx="132">
                  <c:v>3.94021</c:v>
                </c:pt>
                <c:pt idx="133">
                  <c:v>3.9405100000000002</c:v>
                </c:pt>
                <c:pt idx="134">
                  <c:v>3.94082</c:v>
                </c:pt>
                <c:pt idx="135">
                  <c:v>3.9411200000000002</c:v>
                </c:pt>
                <c:pt idx="136">
                  <c:v>3.94143</c:v>
                </c:pt>
                <c:pt idx="137">
                  <c:v>3.9417300000000002</c:v>
                </c:pt>
                <c:pt idx="138">
                  <c:v>3.94204</c:v>
                </c:pt>
                <c:pt idx="139">
                  <c:v>3.9423400000000002</c:v>
                </c:pt>
                <c:pt idx="140">
                  <c:v>3.94265</c:v>
                </c:pt>
                <c:pt idx="141">
                  <c:v>3.9429500000000002</c:v>
                </c:pt>
                <c:pt idx="142">
                  <c:v>3.94326</c:v>
                </c:pt>
                <c:pt idx="143">
                  <c:v>3.9435600000000002</c:v>
                </c:pt>
                <c:pt idx="144">
                  <c:v>3.94387</c:v>
                </c:pt>
                <c:pt idx="145">
                  <c:v>3.9441799999999998</c:v>
                </c:pt>
                <c:pt idx="146">
                  <c:v>3.94448</c:v>
                </c:pt>
                <c:pt idx="147">
                  <c:v>3.9447899999999998</c:v>
                </c:pt>
                <c:pt idx="148">
                  <c:v>3.94509</c:v>
                </c:pt>
                <c:pt idx="149">
                  <c:v>3.9453999999999998</c:v>
                </c:pt>
                <c:pt idx="150">
                  <c:v>3.9457</c:v>
                </c:pt>
                <c:pt idx="151">
                  <c:v>3.9460099999999998</c:v>
                </c:pt>
                <c:pt idx="152">
                  <c:v>3.94631</c:v>
                </c:pt>
                <c:pt idx="153">
                  <c:v>3.9466199999999998</c:v>
                </c:pt>
                <c:pt idx="154">
                  <c:v>3.94692</c:v>
                </c:pt>
                <c:pt idx="155">
                  <c:v>3.9472299999999998</c:v>
                </c:pt>
                <c:pt idx="156">
                  <c:v>3.94754</c:v>
                </c:pt>
                <c:pt idx="157">
                  <c:v>3.9478399999999998</c:v>
                </c:pt>
                <c:pt idx="158">
                  <c:v>3.94815</c:v>
                </c:pt>
                <c:pt idx="159">
                  <c:v>3.9484499999999998</c:v>
                </c:pt>
                <c:pt idx="160">
                  <c:v>3.94876</c:v>
                </c:pt>
                <c:pt idx="161">
                  <c:v>3.9490599999999998</c:v>
                </c:pt>
                <c:pt idx="162">
                  <c:v>3.94937</c:v>
                </c:pt>
                <c:pt idx="163">
                  <c:v>3.9496699999999998</c:v>
                </c:pt>
                <c:pt idx="164">
                  <c:v>3.94998</c:v>
                </c:pt>
                <c:pt idx="165">
                  <c:v>3.9502799999999998</c:v>
                </c:pt>
                <c:pt idx="166">
                  <c:v>3.95059</c:v>
                </c:pt>
                <c:pt idx="167">
                  <c:v>3.9508899999999998</c:v>
                </c:pt>
                <c:pt idx="168">
                  <c:v>3.9512</c:v>
                </c:pt>
                <c:pt idx="169">
                  <c:v>3.9515099999999999</c:v>
                </c:pt>
                <c:pt idx="170">
                  <c:v>3.95181</c:v>
                </c:pt>
                <c:pt idx="171">
                  <c:v>3.9521199999999999</c:v>
                </c:pt>
                <c:pt idx="172">
                  <c:v>3.95242</c:v>
                </c:pt>
                <c:pt idx="173">
                  <c:v>3.9527299999999999</c:v>
                </c:pt>
                <c:pt idx="174">
                  <c:v>3.95303</c:v>
                </c:pt>
                <c:pt idx="175">
                  <c:v>3.9533399999999999</c:v>
                </c:pt>
                <c:pt idx="176">
                  <c:v>3.95364</c:v>
                </c:pt>
                <c:pt idx="177">
                  <c:v>3.9539499999999999</c:v>
                </c:pt>
                <c:pt idx="178">
                  <c:v>3.95425</c:v>
                </c:pt>
                <c:pt idx="179">
                  <c:v>3.9545599999999999</c:v>
                </c:pt>
                <c:pt idx="180">
                  <c:v>3.95486</c:v>
                </c:pt>
                <c:pt idx="181">
                  <c:v>3.9551699999999999</c:v>
                </c:pt>
                <c:pt idx="182">
                  <c:v>3.9554800000000001</c:v>
                </c:pt>
                <c:pt idx="183">
                  <c:v>3.9557799999999999</c:v>
                </c:pt>
                <c:pt idx="184">
                  <c:v>3.9560900000000001</c:v>
                </c:pt>
                <c:pt idx="185">
                  <c:v>3.9563899999999999</c:v>
                </c:pt>
                <c:pt idx="186">
                  <c:v>3.9567000000000001</c:v>
                </c:pt>
                <c:pt idx="187">
                  <c:v>3.9569999999999999</c:v>
                </c:pt>
                <c:pt idx="188">
                  <c:v>3.9573100000000001</c:v>
                </c:pt>
                <c:pt idx="189">
                  <c:v>3.9576099999999999</c:v>
                </c:pt>
                <c:pt idx="190">
                  <c:v>3.9579200000000001</c:v>
                </c:pt>
                <c:pt idx="191">
                  <c:v>3.9582199999999998</c:v>
                </c:pt>
                <c:pt idx="192">
                  <c:v>3.9585300000000001</c:v>
                </c:pt>
                <c:pt idx="193">
                  <c:v>3.9588299999999998</c:v>
                </c:pt>
                <c:pt idx="194">
                  <c:v>3.9591400000000001</c:v>
                </c:pt>
                <c:pt idx="195">
                  <c:v>3.9594499999999999</c:v>
                </c:pt>
                <c:pt idx="196">
                  <c:v>3.9597500000000001</c:v>
                </c:pt>
                <c:pt idx="197">
                  <c:v>3.9600599999999999</c:v>
                </c:pt>
                <c:pt idx="198">
                  <c:v>3.9603600000000001</c:v>
                </c:pt>
                <c:pt idx="199">
                  <c:v>3.9606699999999999</c:v>
                </c:pt>
                <c:pt idx="200">
                  <c:v>3.9609700000000001</c:v>
                </c:pt>
                <c:pt idx="201">
                  <c:v>3.9612799999999999</c:v>
                </c:pt>
                <c:pt idx="202">
                  <c:v>3.9615800000000001</c:v>
                </c:pt>
                <c:pt idx="203">
                  <c:v>3.9618899999999999</c:v>
                </c:pt>
                <c:pt idx="204">
                  <c:v>3.9621900000000001</c:v>
                </c:pt>
                <c:pt idx="205">
                  <c:v>3.9624999999999999</c:v>
                </c:pt>
                <c:pt idx="206">
                  <c:v>3.9628000000000001</c:v>
                </c:pt>
                <c:pt idx="207">
                  <c:v>3.9631099999999999</c:v>
                </c:pt>
                <c:pt idx="208">
                  <c:v>3.9634200000000002</c:v>
                </c:pt>
                <c:pt idx="209">
                  <c:v>3.9637199999999999</c:v>
                </c:pt>
                <c:pt idx="210">
                  <c:v>3.9640300000000002</c:v>
                </c:pt>
                <c:pt idx="211">
                  <c:v>3.9643299999999999</c:v>
                </c:pt>
                <c:pt idx="212">
                  <c:v>3.9646400000000002</c:v>
                </c:pt>
                <c:pt idx="213">
                  <c:v>3.9649399999999999</c:v>
                </c:pt>
                <c:pt idx="214">
                  <c:v>3.9652500000000002</c:v>
                </c:pt>
                <c:pt idx="215">
                  <c:v>3.9655499999999999</c:v>
                </c:pt>
                <c:pt idx="216">
                  <c:v>3.9658600000000002</c:v>
                </c:pt>
                <c:pt idx="217">
                  <c:v>3.9661599999999999</c:v>
                </c:pt>
                <c:pt idx="218">
                  <c:v>3.9664700000000002</c:v>
                </c:pt>
                <c:pt idx="219">
                  <c:v>3.96678</c:v>
                </c:pt>
                <c:pt idx="220">
                  <c:v>3.9670800000000002</c:v>
                </c:pt>
                <c:pt idx="221">
                  <c:v>3.96739</c:v>
                </c:pt>
                <c:pt idx="222">
                  <c:v>3.9676900000000002</c:v>
                </c:pt>
                <c:pt idx="223">
                  <c:v>3.968</c:v>
                </c:pt>
                <c:pt idx="224">
                  <c:v>3.9683000000000002</c:v>
                </c:pt>
                <c:pt idx="225">
                  <c:v>3.96861</c:v>
                </c:pt>
                <c:pt idx="226">
                  <c:v>3.9689100000000002</c:v>
                </c:pt>
                <c:pt idx="227">
                  <c:v>3.96922</c:v>
                </c:pt>
                <c:pt idx="228">
                  <c:v>3.9695200000000002</c:v>
                </c:pt>
                <c:pt idx="229">
                  <c:v>3.96983</c:v>
                </c:pt>
                <c:pt idx="230">
                  <c:v>3.9701300000000002</c:v>
                </c:pt>
                <c:pt idx="231">
                  <c:v>3.97044</c:v>
                </c:pt>
                <c:pt idx="232">
                  <c:v>3.9707499999999998</c:v>
                </c:pt>
                <c:pt idx="233">
                  <c:v>3.97105</c:v>
                </c:pt>
                <c:pt idx="234">
                  <c:v>3.9713599999999998</c:v>
                </c:pt>
                <c:pt idx="235">
                  <c:v>3.97166</c:v>
                </c:pt>
                <c:pt idx="236">
                  <c:v>3.9719699999999998</c:v>
                </c:pt>
                <c:pt idx="237">
                  <c:v>3.97227</c:v>
                </c:pt>
                <c:pt idx="238">
                  <c:v>3.9725799999999998</c:v>
                </c:pt>
                <c:pt idx="239">
                  <c:v>3.97288</c:v>
                </c:pt>
                <c:pt idx="240">
                  <c:v>3.9731900000000002</c:v>
                </c:pt>
                <c:pt idx="241">
                  <c:v>3.97349</c:v>
                </c:pt>
                <c:pt idx="242">
                  <c:v>3.9738000000000002</c:v>
                </c:pt>
                <c:pt idx="243">
                  <c:v>3.9741</c:v>
                </c:pt>
                <c:pt idx="244">
                  <c:v>3.9744100000000002</c:v>
                </c:pt>
                <c:pt idx="245">
                  <c:v>3.97472</c:v>
                </c:pt>
                <c:pt idx="246">
                  <c:v>3.9750200000000002</c:v>
                </c:pt>
                <c:pt idx="247">
                  <c:v>3.97533</c:v>
                </c:pt>
                <c:pt idx="248">
                  <c:v>3.9756300000000002</c:v>
                </c:pt>
                <c:pt idx="249">
                  <c:v>3.97594</c:v>
                </c:pt>
                <c:pt idx="250">
                  <c:v>3.9762400000000002</c:v>
                </c:pt>
                <c:pt idx="251">
                  <c:v>3.97655</c:v>
                </c:pt>
                <c:pt idx="252">
                  <c:v>3.9768500000000002</c:v>
                </c:pt>
                <c:pt idx="253">
                  <c:v>3.97716</c:v>
                </c:pt>
                <c:pt idx="254">
                  <c:v>3.9774600000000002</c:v>
                </c:pt>
                <c:pt idx="255">
                  <c:v>3.97777</c:v>
                </c:pt>
                <c:pt idx="256">
                  <c:v>3.9780700000000002</c:v>
                </c:pt>
                <c:pt idx="257">
                  <c:v>3.97838</c:v>
                </c:pt>
                <c:pt idx="258">
                  <c:v>3.9786899999999998</c:v>
                </c:pt>
                <c:pt idx="259">
                  <c:v>3.97899</c:v>
                </c:pt>
                <c:pt idx="260">
                  <c:v>3.9792999999999998</c:v>
                </c:pt>
                <c:pt idx="261">
                  <c:v>3.9796</c:v>
                </c:pt>
                <c:pt idx="262">
                  <c:v>3.9799099999999998</c:v>
                </c:pt>
                <c:pt idx="263">
                  <c:v>3.98021</c:v>
                </c:pt>
                <c:pt idx="264">
                  <c:v>3.9805199999999998</c:v>
                </c:pt>
                <c:pt idx="265">
                  <c:v>3.98082</c:v>
                </c:pt>
                <c:pt idx="266">
                  <c:v>3.9811299999999998</c:v>
                </c:pt>
                <c:pt idx="267">
                  <c:v>3.98143</c:v>
                </c:pt>
                <c:pt idx="268">
                  <c:v>3.9817399999999998</c:v>
                </c:pt>
                <c:pt idx="269">
                  <c:v>3.98204</c:v>
                </c:pt>
                <c:pt idx="270">
                  <c:v>3.9823499999999998</c:v>
                </c:pt>
                <c:pt idx="271">
                  <c:v>3.9826600000000001</c:v>
                </c:pt>
                <c:pt idx="272">
                  <c:v>3.9829599999999998</c:v>
                </c:pt>
                <c:pt idx="273">
                  <c:v>3.9832700000000001</c:v>
                </c:pt>
                <c:pt idx="274">
                  <c:v>3.9835699999999998</c:v>
                </c:pt>
                <c:pt idx="275">
                  <c:v>3.9838800000000001</c:v>
                </c:pt>
                <c:pt idx="276">
                  <c:v>3.9841799999999998</c:v>
                </c:pt>
                <c:pt idx="277">
                  <c:v>3.9844900000000001</c:v>
                </c:pt>
                <c:pt idx="278">
                  <c:v>3.9847899999999998</c:v>
                </c:pt>
                <c:pt idx="279">
                  <c:v>3.9851000000000001</c:v>
                </c:pt>
                <c:pt idx="280">
                  <c:v>3.9853999999999998</c:v>
                </c:pt>
                <c:pt idx="281">
                  <c:v>3.9857100000000001</c:v>
                </c:pt>
                <c:pt idx="282">
                  <c:v>3.9860199999999999</c:v>
                </c:pt>
                <c:pt idx="283">
                  <c:v>3.9863200000000001</c:v>
                </c:pt>
                <c:pt idx="284">
                  <c:v>3.9866299999999999</c:v>
                </c:pt>
                <c:pt idx="285">
                  <c:v>3.9869300000000001</c:v>
                </c:pt>
                <c:pt idx="286">
                  <c:v>3.9872399999999999</c:v>
                </c:pt>
                <c:pt idx="287">
                  <c:v>3.9875400000000001</c:v>
                </c:pt>
                <c:pt idx="288">
                  <c:v>3.9878499999999999</c:v>
                </c:pt>
                <c:pt idx="289">
                  <c:v>3.9881500000000001</c:v>
                </c:pt>
                <c:pt idx="290">
                  <c:v>3.9884599999999999</c:v>
                </c:pt>
                <c:pt idx="291">
                  <c:v>3.9887600000000001</c:v>
                </c:pt>
                <c:pt idx="292">
                  <c:v>3.9890699999999999</c:v>
                </c:pt>
                <c:pt idx="293">
                  <c:v>3.9893700000000001</c:v>
                </c:pt>
                <c:pt idx="294">
                  <c:v>3.9896799999999999</c:v>
                </c:pt>
                <c:pt idx="295">
                  <c:v>3.9899900000000001</c:v>
                </c:pt>
                <c:pt idx="296">
                  <c:v>3.9902899999999999</c:v>
                </c:pt>
                <c:pt idx="297">
                  <c:v>3.9906000000000001</c:v>
                </c:pt>
                <c:pt idx="298">
                  <c:v>3.9908999999999999</c:v>
                </c:pt>
                <c:pt idx="299">
                  <c:v>3.9912100000000001</c:v>
                </c:pt>
                <c:pt idx="300">
                  <c:v>3.9915099999999999</c:v>
                </c:pt>
                <c:pt idx="301">
                  <c:v>3.9918200000000001</c:v>
                </c:pt>
                <c:pt idx="302">
                  <c:v>3.9921199999999999</c:v>
                </c:pt>
                <c:pt idx="303">
                  <c:v>3.9924300000000001</c:v>
                </c:pt>
                <c:pt idx="304">
                  <c:v>3.9927299999999999</c:v>
                </c:pt>
                <c:pt idx="305">
                  <c:v>3.9930400000000001</c:v>
                </c:pt>
                <c:pt idx="306">
                  <c:v>3.9933399999999999</c:v>
                </c:pt>
                <c:pt idx="307">
                  <c:v>3.9936500000000001</c:v>
                </c:pt>
                <c:pt idx="308">
                  <c:v>3.99396</c:v>
                </c:pt>
                <c:pt idx="309">
                  <c:v>3.9942600000000001</c:v>
                </c:pt>
                <c:pt idx="310">
                  <c:v>3.99457</c:v>
                </c:pt>
                <c:pt idx="311">
                  <c:v>3.9948700000000001</c:v>
                </c:pt>
                <c:pt idx="312">
                  <c:v>3.99518</c:v>
                </c:pt>
                <c:pt idx="313">
                  <c:v>3.9954800000000001</c:v>
                </c:pt>
                <c:pt idx="314">
                  <c:v>3.99579</c:v>
                </c:pt>
                <c:pt idx="315">
                  <c:v>3.9960900000000001</c:v>
                </c:pt>
                <c:pt idx="316">
                  <c:v>3.9964</c:v>
                </c:pt>
                <c:pt idx="317">
                  <c:v>3.9967000000000001</c:v>
                </c:pt>
                <c:pt idx="318">
                  <c:v>3.99701</c:v>
                </c:pt>
                <c:pt idx="319">
                  <c:v>3.9973100000000001</c:v>
                </c:pt>
                <c:pt idx="320">
                  <c:v>3.99762</c:v>
                </c:pt>
                <c:pt idx="321">
                  <c:v>3.9979300000000002</c:v>
                </c:pt>
                <c:pt idx="322">
                  <c:v>3.99823</c:v>
                </c:pt>
                <c:pt idx="323">
                  <c:v>3.9985400000000002</c:v>
                </c:pt>
                <c:pt idx="324">
                  <c:v>3.99884</c:v>
                </c:pt>
                <c:pt idx="325">
                  <c:v>3.9991500000000002</c:v>
                </c:pt>
                <c:pt idx="326">
                  <c:v>3.9994499999999999</c:v>
                </c:pt>
                <c:pt idx="327">
                  <c:v>3.9997600000000002</c:v>
                </c:pt>
                <c:pt idx="328">
                  <c:v>4.0000600000000004</c:v>
                </c:pt>
                <c:pt idx="329">
                  <c:v>4.0003700000000002</c:v>
                </c:pt>
                <c:pt idx="330">
                  <c:v>4.0006700000000004</c:v>
                </c:pt>
                <c:pt idx="331">
                  <c:v>4.0009800000000002</c:v>
                </c:pt>
                <c:pt idx="332">
                  <c:v>4.00129</c:v>
                </c:pt>
                <c:pt idx="333">
                  <c:v>4.0015900000000002</c:v>
                </c:pt>
                <c:pt idx="334">
                  <c:v>4.0019</c:v>
                </c:pt>
                <c:pt idx="335">
                  <c:v>4.0022000000000002</c:v>
                </c:pt>
                <c:pt idx="336">
                  <c:v>4.00251</c:v>
                </c:pt>
                <c:pt idx="337">
                  <c:v>4.0028100000000002</c:v>
                </c:pt>
                <c:pt idx="338">
                  <c:v>4.00312</c:v>
                </c:pt>
                <c:pt idx="339">
                  <c:v>4.0034200000000002</c:v>
                </c:pt>
                <c:pt idx="340">
                  <c:v>4.00373</c:v>
                </c:pt>
                <c:pt idx="341">
                  <c:v>4.0040300000000002</c:v>
                </c:pt>
                <c:pt idx="342">
                  <c:v>4.00434</c:v>
                </c:pt>
                <c:pt idx="343">
                  <c:v>4.0046400000000002</c:v>
                </c:pt>
                <c:pt idx="344">
                  <c:v>4.00495</c:v>
                </c:pt>
                <c:pt idx="345">
                  <c:v>4.0052599999999998</c:v>
                </c:pt>
                <c:pt idx="346">
                  <c:v>4.00556</c:v>
                </c:pt>
                <c:pt idx="347">
                  <c:v>4.0058699999999998</c:v>
                </c:pt>
                <c:pt idx="348">
                  <c:v>4.00617</c:v>
                </c:pt>
                <c:pt idx="349">
                  <c:v>4.0064799999999998</c:v>
                </c:pt>
                <c:pt idx="350">
                  <c:v>4.00678</c:v>
                </c:pt>
                <c:pt idx="351">
                  <c:v>4.0070899999999998</c:v>
                </c:pt>
                <c:pt idx="352">
                  <c:v>4.00739</c:v>
                </c:pt>
                <c:pt idx="353">
                  <c:v>4.0076999999999998</c:v>
                </c:pt>
                <c:pt idx="354">
                  <c:v>4.008</c:v>
                </c:pt>
                <c:pt idx="355">
                  <c:v>4.0083099999999998</c:v>
                </c:pt>
                <c:pt idx="356">
                  <c:v>4.00861</c:v>
                </c:pt>
                <c:pt idx="357">
                  <c:v>4.0089199999999998</c:v>
                </c:pt>
                <c:pt idx="358">
                  <c:v>4.0092299999999996</c:v>
                </c:pt>
                <c:pt idx="359">
                  <c:v>4.0095299999999998</c:v>
                </c:pt>
                <c:pt idx="360">
                  <c:v>4.0098399999999996</c:v>
                </c:pt>
                <c:pt idx="361">
                  <c:v>4.0101399999999998</c:v>
                </c:pt>
                <c:pt idx="362">
                  <c:v>4.0104499999999996</c:v>
                </c:pt>
                <c:pt idx="363">
                  <c:v>4.0107499999999998</c:v>
                </c:pt>
                <c:pt idx="364">
                  <c:v>4.0110599999999996</c:v>
                </c:pt>
                <c:pt idx="365">
                  <c:v>4.0113599999999998</c:v>
                </c:pt>
                <c:pt idx="366">
                  <c:v>4.0116699999999996</c:v>
                </c:pt>
                <c:pt idx="367">
                  <c:v>4.0119699999999998</c:v>
                </c:pt>
                <c:pt idx="368">
                  <c:v>4.0122799999999996</c:v>
                </c:pt>
                <c:pt idx="369">
                  <c:v>4.0125799999999998</c:v>
                </c:pt>
                <c:pt idx="370">
                  <c:v>4.0128899999999996</c:v>
                </c:pt>
                <c:pt idx="371">
                  <c:v>4.0132000000000003</c:v>
                </c:pt>
                <c:pt idx="372">
                  <c:v>4.0134999999999996</c:v>
                </c:pt>
                <c:pt idx="373">
                  <c:v>4.0138100000000003</c:v>
                </c:pt>
                <c:pt idx="374">
                  <c:v>4.0141099999999996</c:v>
                </c:pt>
                <c:pt idx="375">
                  <c:v>4.0144200000000003</c:v>
                </c:pt>
                <c:pt idx="376">
                  <c:v>4.0147199999999996</c:v>
                </c:pt>
                <c:pt idx="377">
                  <c:v>4.0150300000000003</c:v>
                </c:pt>
                <c:pt idx="378">
                  <c:v>4.0153299999999996</c:v>
                </c:pt>
                <c:pt idx="379">
                  <c:v>4.0156400000000003</c:v>
                </c:pt>
                <c:pt idx="380">
                  <c:v>4.0159399999999996</c:v>
                </c:pt>
                <c:pt idx="381">
                  <c:v>4.0162500000000003</c:v>
                </c:pt>
                <c:pt idx="382">
                  <c:v>4.0165499999999996</c:v>
                </c:pt>
                <c:pt idx="383">
                  <c:v>4.0168600000000003</c:v>
                </c:pt>
                <c:pt idx="384">
                  <c:v>4.0171700000000001</c:v>
                </c:pt>
                <c:pt idx="385">
                  <c:v>4.0174700000000003</c:v>
                </c:pt>
                <c:pt idx="386">
                  <c:v>4.0177800000000001</c:v>
                </c:pt>
                <c:pt idx="387">
                  <c:v>4.0180800000000003</c:v>
                </c:pt>
                <c:pt idx="388">
                  <c:v>4.0183900000000001</c:v>
                </c:pt>
                <c:pt idx="389">
                  <c:v>4.0186900000000003</c:v>
                </c:pt>
                <c:pt idx="390">
                  <c:v>4.0190000000000001</c:v>
                </c:pt>
                <c:pt idx="391">
                  <c:v>4.0193000000000003</c:v>
                </c:pt>
                <c:pt idx="392">
                  <c:v>4.0196100000000001</c:v>
                </c:pt>
                <c:pt idx="393">
                  <c:v>4.0199100000000003</c:v>
                </c:pt>
                <c:pt idx="394">
                  <c:v>4.0202200000000001</c:v>
                </c:pt>
                <c:pt idx="395">
                  <c:v>4.0205299999999999</c:v>
                </c:pt>
                <c:pt idx="396">
                  <c:v>4.0208300000000001</c:v>
                </c:pt>
                <c:pt idx="397">
                  <c:v>4.0211399999999999</c:v>
                </c:pt>
                <c:pt idx="398">
                  <c:v>4.0214400000000001</c:v>
                </c:pt>
                <c:pt idx="399">
                  <c:v>4.0217499999999999</c:v>
                </c:pt>
                <c:pt idx="400">
                  <c:v>4.0220500000000001</c:v>
                </c:pt>
                <c:pt idx="401">
                  <c:v>4.0223599999999999</c:v>
                </c:pt>
                <c:pt idx="402">
                  <c:v>4.0226600000000001</c:v>
                </c:pt>
                <c:pt idx="403">
                  <c:v>4.0229699999999999</c:v>
                </c:pt>
                <c:pt idx="404">
                  <c:v>4.0232700000000001</c:v>
                </c:pt>
                <c:pt idx="405">
                  <c:v>4.0235799999999999</c:v>
                </c:pt>
                <c:pt idx="406">
                  <c:v>4.0238800000000001</c:v>
                </c:pt>
                <c:pt idx="407">
                  <c:v>4.0241899999999999</c:v>
                </c:pt>
                <c:pt idx="408">
                  <c:v>4.0244999999999997</c:v>
                </c:pt>
                <c:pt idx="409">
                  <c:v>4.0247999999999999</c:v>
                </c:pt>
                <c:pt idx="410">
                  <c:v>4.0251099999999997</c:v>
                </c:pt>
                <c:pt idx="411">
                  <c:v>4.0254099999999999</c:v>
                </c:pt>
                <c:pt idx="412">
                  <c:v>4.0257199999999997</c:v>
                </c:pt>
                <c:pt idx="413">
                  <c:v>4.0260199999999999</c:v>
                </c:pt>
                <c:pt idx="414">
                  <c:v>4.0263299999999997</c:v>
                </c:pt>
                <c:pt idx="415">
                  <c:v>4.0266299999999999</c:v>
                </c:pt>
                <c:pt idx="416">
                  <c:v>4.0269399999999997</c:v>
                </c:pt>
                <c:pt idx="417">
                  <c:v>4.0272399999999999</c:v>
                </c:pt>
                <c:pt idx="418">
                  <c:v>4.0275499999999997</c:v>
                </c:pt>
                <c:pt idx="419">
                  <c:v>4.0278499999999999</c:v>
                </c:pt>
                <c:pt idx="420">
                  <c:v>4.0281599999999997</c:v>
                </c:pt>
                <c:pt idx="421">
                  <c:v>4.0284700000000004</c:v>
                </c:pt>
                <c:pt idx="422">
                  <c:v>4.0287699999999997</c:v>
                </c:pt>
                <c:pt idx="423">
                  <c:v>4.0290800000000004</c:v>
                </c:pt>
                <c:pt idx="424">
                  <c:v>4.0293799999999997</c:v>
                </c:pt>
                <c:pt idx="425">
                  <c:v>4.0296900000000004</c:v>
                </c:pt>
                <c:pt idx="426">
                  <c:v>4.0299899999999997</c:v>
                </c:pt>
                <c:pt idx="427">
                  <c:v>4.0303000000000004</c:v>
                </c:pt>
                <c:pt idx="428">
                  <c:v>4.0305999999999997</c:v>
                </c:pt>
                <c:pt idx="429">
                  <c:v>4.0309100000000004</c:v>
                </c:pt>
                <c:pt idx="430">
                  <c:v>4.0312099999999997</c:v>
                </c:pt>
                <c:pt idx="431">
                  <c:v>4.0315200000000004</c:v>
                </c:pt>
                <c:pt idx="432">
                  <c:v>4.0318199999999997</c:v>
                </c:pt>
                <c:pt idx="433">
                  <c:v>4.0321300000000004</c:v>
                </c:pt>
                <c:pt idx="434">
                  <c:v>4.0324400000000002</c:v>
                </c:pt>
                <c:pt idx="435">
                  <c:v>4.0327400000000004</c:v>
                </c:pt>
                <c:pt idx="436">
                  <c:v>4.0330500000000002</c:v>
                </c:pt>
                <c:pt idx="437">
                  <c:v>4.0333500000000004</c:v>
                </c:pt>
                <c:pt idx="438">
                  <c:v>4.0336600000000002</c:v>
                </c:pt>
                <c:pt idx="439">
                  <c:v>4.0339600000000004</c:v>
                </c:pt>
                <c:pt idx="440">
                  <c:v>4.0342700000000002</c:v>
                </c:pt>
                <c:pt idx="441">
                  <c:v>4.0345700000000004</c:v>
                </c:pt>
                <c:pt idx="442">
                  <c:v>4.0348800000000002</c:v>
                </c:pt>
                <c:pt idx="443">
                  <c:v>4.0351800000000004</c:v>
                </c:pt>
                <c:pt idx="444">
                  <c:v>4.0354900000000002</c:v>
                </c:pt>
                <c:pt idx="445">
                  <c:v>4.0357900000000004</c:v>
                </c:pt>
                <c:pt idx="446">
                  <c:v>4.0361000000000002</c:v>
                </c:pt>
                <c:pt idx="447">
                  <c:v>4.0364100000000001</c:v>
                </c:pt>
                <c:pt idx="448">
                  <c:v>4.0367100000000002</c:v>
                </c:pt>
                <c:pt idx="449">
                  <c:v>4.0370200000000001</c:v>
                </c:pt>
                <c:pt idx="450">
                  <c:v>4.0373200000000002</c:v>
                </c:pt>
                <c:pt idx="451">
                  <c:v>4.0376300000000001</c:v>
                </c:pt>
                <c:pt idx="452">
                  <c:v>4.0379300000000002</c:v>
                </c:pt>
                <c:pt idx="453">
                  <c:v>4.0382400000000001</c:v>
                </c:pt>
                <c:pt idx="454">
                  <c:v>4.0385400000000002</c:v>
                </c:pt>
                <c:pt idx="455">
                  <c:v>4.0388500000000001</c:v>
                </c:pt>
                <c:pt idx="456">
                  <c:v>4.0391500000000002</c:v>
                </c:pt>
                <c:pt idx="457">
                  <c:v>4.0394600000000001</c:v>
                </c:pt>
                <c:pt idx="458">
                  <c:v>4.0397699999999999</c:v>
                </c:pt>
                <c:pt idx="459">
                  <c:v>4.0400700000000001</c:v>
                </c:pt>
                <c:pt idx="460">
                  <c:v>4.0403799999999999</c:v>
                </c:pt>
                <c:pt idx="461">
                  <c:v>4.04068</c:v>
                </c:pt>
                <c:pt idx="462">
                  <c:v>4.0409899999999999</c:v>
                </c:pt>
                <c:pt idx="463">
                  <c:v>4.04129</c:v>
                </c:pt>
                <c:pt idx="464">
                  <c:v>4.0415999999999999</c:v>
                </c:pt>
                <c:pt idx="465">
                  <c:v>4.0419</c:v>
                </c:pt>
                <c:pt idx="466">
                  <c:v>4.0422099999999999</c:v>
                </c:pt>
                <c:pt idx="467">
                  <c:v>4.04251</c:v>
                </c:pt>
                <c:pt idx="468">
                  <c:v>4.0428199999999999</c:v>
                </c:pt>
                <c:pt idx="469">
                  <c:v>4.04312</c:v>
                </c:pt>
                <c:pt idx="470">
                  <c:v>4.0434299999999999</c:v>
                </c:pt>
                <c:pt idx="471">
                  <c:v>4.0437399999999997</c:v>
                </c:pt>
                <c:pt idx="472">
                  <c:v>4.0440399999999999</c:v>
                </c:pt>
                <c:pt idx="473">
                  <c:v>4.0443499999999997</c:v>
                </c:pt>
                <c:pt idx="474">
                  <c:v>4.0446499999999999</c:v>
                </c:pt>
                <c:pt idx="475">
                  <c:v>4.0449599999999997</c:v>
                </c:pt>
                <c:pt idx="476">
                  <c:v>4.0452599999999999</c:v>
                </c:pt>
                <c:pt idx="477">
                  <c:v>4.0455699999999997</c:v>
                </c:pt>
                <c:pt idx="478">
                  <c:v>4.0458699999999999</c:v>
                </c:pt>
                <c:pt idx="479">
                  <c:v>4.0461799999999997</c:v>
                </c:pt>
                <c:pt idx="480">
                  <c:v>4.0464799999999999</c:v>
                </c:pt>
                <c:pt idx="481">
                  <c:v>4.0467899999999997</c:v>
                </c:pt>
                <c:pt idx="482">
                  <c:v>4.0470899999999999</c:v>
                </c:pt>
                <c:pt idx="483">
                  <c:v>4.0473999999999997</c:v>
                </c:pt>
                <c:pt idx="484">
                  <c:v>4.0477100000000004</c:v>
                </c:pt>
                <c:pt idx="485">
                  <c:v>4.0480099999999997</c:v>
                </c:pt>
                <c:pt idx="486">
                  <c:v>4.0483200000000004</c:v>
                </c:pt>
                <c:pt idx="487">
                  <c:v>4.0486199999999997</c:v>
                </c:pt>
                <c:pt idx="488">
                  <c:v>4.0489300000000004</c:v>
                </c:pt>
                <c:pt idx="489">
                  <c:v>4.0492299999999997</c:v>
                </c:pt>
                <c:pt idx="490">
                  <c:v>4.0495400000000004</c:v>
                </c:pt>
                <c:pt idx="491">
                  <c:v>4.0498399999999997</c:v>
                </c:pt>
                <c:pt idx="492">
                  <c:v>4.0501500000000004</c:v>
                </c:pt>
                <c:pt idx="493">
                  <c:v>4.0504499999999997</c:v>
                </c:pt>
                <c:pt idx="494">
                  <c:v>4.0507600000000004</c:v>
                </c:pt>
                <c:pt idx="495">
                  <c:v>4.0510599999999997</c:v>
                </c:pt>
                <c:pt idx="496">
                  <c:v>4.0513700000000004</c:v>
                </c:pt>
                <c:pt idx="497">
                  <c:v>4.0516800000000002</c:v>
                </c:pt>
                <c:pt idx="498">
                  <c:v>4.0519800000000004</c:v>
                </c:pt>
                <c:pt idx="499">
                  <c:v>4.0522900000000002</c:v>
                </c:pt>
                <c:pt idx="500">
                  <c:v>4.0525900000000004</c:v>
                </c:pt>
                <c:pt idx="501">
                  <c:v>4.0529000000000002</c:v>
                </c:pt>
                <c:pt idx="502">
                  <c:v>4.0532000000000004</c:v>
                </c:pt>
                <c:pt idx="503">
                  <c:v>4.0535100000000002</c:v>
                </c:pt>
                <c:pt idx="504">
                  <c:v>4.0538100000000004</c:v>
                </c:pt>
                <c:pt idx="505">
                  <c:v>4.0541200000000002</c:v>
                </c:pt>
                <c:pt idx="506">
                  <c:v>4.0544200000000004</c:v>
                </c:pt>
                <c:pt idx="507">
                  <c:v>4.0547300000000002</c:v>
                </c:pt>
                <c:pt idx="508">
                  <c:v>4.05504</c:v>
                </c:pt>
                <c:pt idx="509">
                  <c:v>4.0553400000000002</c:v>
                </c:pt>
                <c:pt idx="510">
                  <c:v>4.05565</c:v>
                </c:pt>
                <c:pt idx="511">
                  <c:v>4.0559500000000002</c:v>
                </c:pt>
                <c:pt idx="512">
                  <c:v>4.05626</c:v>
                </c:pt>
                <c:pt idx="513">
                  <c:v>4.0565600000000002</c:v>
                </c:pt>
                <c:pt idx="514">
                  <c:v>4.05687</c:v>
                </c:pt>
                <c:pt idx="515">
                  <c:v>4.0571700000000002</c:v>
                </c:pt>
                <c:pt idx="516">
                  <c:v>4.05748</c:v>
                </c:pt>
                <c:pt idx="517">
                  <c:v>4.0577800000000002</c:v>
                </c:pt>
                <c:pt idx="518">
                  <c:v>4.05809</c:v>
                </c:pt>
                <c:pt idx="519">
                  <c:v>4.0583900000000002</c:v>
                </c:pt>
                <c:pt idx="520">
                  <c:v>4.0587</c:v>
                </c:pt>
                <c:pt idx="521">
                  <c:v>4.0590099999999998</c:v>
                </c:pt>
                <c:pt idx="522">
                  <c:v>4.05931</c:v>
                </c:pt>
                <c:pt idx="523">
                  <c:v>4.0596199999999998</c:v>
                </c:pt>
                <c:pt idx="524">
                  <c:v>4.05992</c:v>
                </c:pt>
                <c:pt idx="525">
                  <c:v>4.0602299999999998</c:v>
                </c:pt>
                <c:pt idx="526">
                  <c:v>4.06053</c:v>
                </c:pt>
                <c:pt idx="527">
                  <c:v>4.0608399999999998</c:v>
                </c:pt>
                <c:pt idx="528">
                  <c:v>4.06114</c:v>
                </c:pt>
                <c:pt idx="529">
                  <c:v>4.0614499999999998</c:v>
                </c:pt>
                <c:pt idx="530">
                  <c:v>4.06175</c:v>
                </c:pt>
                <c:pt idx="531">
                  <c:v>4.0620599999999998</c:v>
                </c:pt>
                <c:pt idx="532">
                  <c:v>4.06236</c:v>
                </c:pt>
                <c:pt idx="533">
                  <c:v>4.0626699999999998</c:v>
                </c:pt>
                <c:pt idx="534">
                  <c:v>4.0629799999999996</c:v>
                </c:pt>
                <c:pt idx="535">
                  <c:v>4.0632799999999998</c:v>
                </c:pt>
                <c:pt idx="536">
                  <c:v>4.0635899999999996</c:v>
                </c:pt>
                <c:pt idx="537">
                  <c:v>4.0638899999999998</c:v>
                </c:pt>
                <c:pt idx="538">
                  <c:v>4.0641999999999996</c:v>
                </c:pt>
                <c:pt idx="539">
                  <c:v>4.0644999999999998</c:v>
                </c:pt>
                <c:pt idx="540">
                  <c:v>4.0648099999999996</c:v>
                </c:pt>
                <c:pt idx="541">
                  <c:v>4.0651099999999998</c:v>
                </c:pt>
                <c:pt idx="542">
                  <c:v>4.0654199999999996</c:v>
                </c:pt>
                <c:pt idx="543">
                  <c:v>4.0657199999999998</c:v>
                </c:pt>
                <c:pt idx="544">
                  <c:v>4.0660299999999996</c:v>
                </c:pt>
                <c:pt idx="545">
                  <c:v>4.0663299999999998</c:v>
                </c:pt>
                <c:pt idx="546">
                  <c:v>4.0666399999999996</c:v>
                </c:pt>
                <c:pt idx="547">
                  <c:v>4.0669500000000003</c:v>
                </c:pt>
                <c:pt idx="548">
                  <c:v>4.0672499999999996</c:v>
                </c:pt>
                <c:pt idx="549">
                  <c:v>4.0675600000000003</c:v>
                </c:pt>
                <c:pt idx="550">
                  <c:v>4.0678599999999996</c:v>
                </c:pt>
                <c:pt idx="551">
                  <c:v>4.0681700000000003</c:v>
                </c:pt>
                <c:pt idx="552">
                  <c:v>4.0684699999999996</c:v>
                </c:pt>
                <c:pt idx="553">
                  <c:v>4.0687800000000003</c:v>
                </c:pt>
                <c:pt idx="554">
                  <c:v>4.0690799999999996</c:v>
                </c:pt>
                <c:pt idx="555">
                  <c:v>4.0693900000000003</c:v>
                </c:pt>
                <c:pt idx="556">
                  <c:v>4.0696899999999996</c:v>
                </c:pt>
                <c:pt idx="557">
                  <c:v>4.07</c:v>
                </c:pt>
                <c:pt idx="558">
                  <c:v>4.0702999999999996</c:v>
                </c:pt>
                <c:pt idx="559">
                  <c:v>4.0706100000000003</c:v>
                </c:pt>
                <c:pt idx="560">
                  <c:v>4.0709200000000001</c:v>
                </c:pt>
                <c:pt idx="561">
                  <c:v>4.0712200000000003</c:v>
                </c:pt>
                <c:pt idx="562">
                  <c:v>4.0715300000000001</c:v>
                </c:pt>
                <c:pt idx="563">
                  <c:v>4.0718300000000003</c:v>
                </c:pt>
                <c:pt idx="564">
                  <c:v>4.0721400000000001</c:v>
                </c:pt>
                <c:pt idx="565">
                  <c:v>4.0724400000000003</c:v>
                </c:pt>
                <c:pt idx="566">
                  <c:v>4.0727500000000001</c:v>
                </c:pt>
                <c:pt idx="567">
                  <c:v>4.0730500000000003</c:v>
                </c:pt>
                <c:pt idx="568">
                  <c:v>4.0733600000000001</c:v>
                </c:pt>
                <c:pt idx="569">
                  <c:v>4.0736600000000003</c:v>
                </c:pt>
                <c:pt idx="570">
                  <c:v>4.0739700000000001</c:v>
                </c:pt>
                <c:pt idx="571">
                  <c:v>4.0742799999999999</c:v>
                </c:pt>
                <c:pt idx="572">
                  <c:v>4.0745800000000001</c:v>
                </c:pt>
                <c:pt idx="573">
                  <c:v>4.0748899999999999</c:v>
                </c:pt>
                <c:pt idx="574">
                  <c:v>4.0751900000000001</c:v>
                </c:pt>
                <c:pt idx="575">
                  <c:v>4.0754999999999999</c:v>
                </c:pt>
                <c:pt idx="576">
                  <c:v>4.0758000000000001</c:v>
                </c:pt>
                <c:pt idx="577">
                  <c:v>4.0761099999999999</c:v>
                </c:pt>
                <c:pt idx="578">
                  <c:v>4.0764100000000001</c:v>
                </c:pt>
                <c:pt idx="579">
                  <c:v>4.0767199999999999</c:v>
                </c:pt>
                <c:pt idx="580">
                  <c:v>4.0770200000000001</c:v>
                </c:pt>
                <c:pt idx="581">
                  <c:v>4.0773299999999999</c:v>
                </c:pt>
                <c:pt idx="582">
                  <c:v>4.0776300000000001</c:v>
                </c:pt>
                <c:pt idx="583">
                  <c:v>4.0779399999999999</c:v>
                </c:pt>
                <c:pt idx="584">
                  <c:v>4.0782499999999997</c:v>
                </c:pt>
                <c:pt idx="585">
                  <c:v>4.0785499999999999</c:v>
                </c:pt>
                <c:pt idx="586">
                  <c:v>4.0788599999999997</c:v>
                </c:pt>
                <c:pt idx="587">
                  <c:v>4.0791599999999999</c:v>
                </c:pt>
                <c:pt idx="588">
                  <c:v>4.0794699999999997</c:v>
                </c:pt>
                <c:pt idx="589">
                  <c:v>4.0797699999999999</c:v>
                </c:pt>
                <c:pt idx="590">
                  <c:v>4.0800799999999997</c:v>
                </c:pt>
                <c:pt idx="591">
                  <c:v>4.0803799999999999</c:v>
                </c:pt>
                <c:pt idx="592">
                  <c:v>4.0806899999999997</c:v>
                </c:pt>
                <c:pt idx="593">
                  <c:v>4.0809899999999999</c:v>
                </c:pt>
                <c:pt idx="594">
                  <c:v>4.0812999999999997</c:v>
                </c:pt>
                <c:pt idx="595">
                  <c:v>4.0815999999999999</c:v>
                </c:pt>
                <c:pt idx="596">
                  <c:v>4.0819099999999997</c:v>
                </c:pt>
                <c:pt idx="597">
                  <c:v>4.0822200000000004</c:v>
                </c:pt>
                <c:pt idx="598">
                  <c:v>4.0825199999999997</c:v>
                </c:pt>
                <c:pt idx="599">
                  <c:v>4.0828300000000004</c:v>
                </c:pt>
                <c:pt idx="600">
                  <c:v>4.0831299999999997</c:v>
                </c:pt>
                <c:pt idx="601">
                  <c:v>4.0834400000000004</c:v>
                </c:pt>
                <c:pt idx="602">
                  <c:v>4.0837399999999997</c:v>
                </c:pt>
                <c:pt idx="603">
                  <c:v>4.0840500000000004</c:v>
                </c:pt>
                <c:pt idx="604">
                  <c:v>4.0843499999999997</c:v>
                </c:pt>
                <c:pt idx="605">
                  <c:v>4.0846600000000004</c:v>
                </c:pt>
                <c:pt idx="606">
                  <c:v>4.0849599999999997</c:v>
                </c:pt>
                <c:pt idx="607">
                  <c:v>4.0852700000000004</c:v>
                </c:pt>
                <c:pt idx="608">
                  <c:v>4.0855699999999997</c:v>
                </c:pt>
                <c:pt idx="609">
                  <c:v>4.0858800000000004</c:v>
                </c:pt>
                <c:pt idx="610">
                  <c:v>4.0861900000000002</c:v>
                </c:pt>
                <c:pt idx="611">
                  <c:v>4.0864900000000004</c:v>
                </c:pt>
                <c:pt idx="612">
                  <c:v>4.0868000000000002</c:v>
                </c:pt>
                <c:pt idx="613">
                  <c:v>4.0871000000000004</c:v>
                </c:pt>
                <c:pt idx="614">
                  <c:v>4.0874100000000002</c:v>
                </c:pt>
                <c:pt idx="615">
                  <c:v>4.0877100000000004</c:v>
                </c:pt>
                <c:pt idx="616">
                  <c:v>4.0880200000000002</c:v>
                </c:pt>
                <c:pt idx="617">
                  <c:v>4.0883200000000004</c:v>
                </c:pt>
                <c:pt idx="618">
                  <c:v>4.0886300000000002</c:v>
                </c:pt>
                <c:pt idx="619">
                  <c:v>4.0889300000000004</c:v>
                </c:pt>
                <c:pt idx="620">
                  <c:v>4.0892400000000002</c:v>
                </c:pt>
                <c:pt idx="621">
                  <c:v>4.0895400000000004</c:v>
                </c:pt>
                <c:pt idx="622">
                  <c:v>4.0898500000000002</c:v>
                </c:pt>
                <c:pt idx="623">
                  <c:v>4.09016</c:v>
                </c:pt>
                <c:pt idx="624">
                  <c:v>4.0904600000000002</c:v>
                </c:pt>
                <c:pt idx="625">
                  <c:v>4.09077</c:v>
                </c:pt>
                <c:pt idx="626">
                  <c:v>4.0910700000000002</c:v>
                </c:pt>
                <c:pt idx="627">
                  <c:v>4.09138</c:v>
                </c:pt>
                <c:pt idx="628">
                  <c:v>4.0916800000000002</c:v>
                </c:pt>
                <c:pt idx="629">
                  <c:v>4.09199</c:v>
                </c:pt>
                <c:pt idx="630">
                  <c:v>4.0922900000000002</c:v>
                </c:pt>
                <c:pt idx="631">
                  <c:v>4.0926</c:v>
                </c:pt>
                <c:pt idx="632">
                  <c:v>4.0929000000000002</c:v>
                </c:pt>
                <c:pt idx="633">
                  <c:v>4.09321</c:v>
                </c:pt>
                <c:pt idx="634">
                  <c:v>4.0935199999999998</c:v>
                </c:pt>
                <c:pt idx="635">
                  <c:v>4.09382</c:v>
                </c:pt>
                <c:pt idx="636">
                  <c:v>4.0941299999999998</c:v>
                </c:pt>
                <c:pt idx="637">
                  <c:v>4.09443</c:v>
                </c:pt>
                <c:pt idx="638">
                  <c:v>4.0947399999999998</c:v>
                </c:pt>
                <c:pt idx="639">
                  <c:v>4.09504</c:v>
                </c:pt>
                <c:pt idx="640">
                  <c:v>4.0953499999999998</c:v>
                </c:pt>
                <c:pt idx="641">
                  <c:v>4.09565</c:v>
                </c:pt>
                <c:pt idx="642">
                  <c:v>4.0959599999999998</c:v>
                </c:pt>
                <c:pt idx="643">
                  <c:v>4.09626</c:v>
                </c:pt>
                <c:pt idx="644">
                  <c:v>4.0965699999999998</c:v>
                </c:pt>
                <c:pt idx="645">
                  <c:v>4.09687</c:v>
                </c:pt>
                <c:pt idx="646">
                  <c:v>4.0971799999999998</c:v>
                </c:pt>
                <c:pt idx="647">
                  <c:v>4.0974899999999996</c:v>
                </c:pt>
                <c:pt idx="648">
                  <c:v>4.0977899999999998</c:v>
                </c:pt>
                <c:pt idx="649">
                  <c:v>4.0980999999999996</c:v>
                </c:pt>
                <c:pt idx="650">
                  <c:v>4.0983999999999998</c:v>
                </c:pt>
                <c:pt idx="651">
                  <c:v>4.0987099999999996</c:v>
                </c:pt>
                <c:pt idx="652">
                  <c:v>4.0990099999999998</c:v>
                </c:pt>
                <c:pt idx="653">
                  <c:v>4.0993199999999996</c:v>
                </c:pt>
                <c:pt idx="654">
                  <c:v>4.0996199999999998</c:v>
                </c:pt>
                <c:pt idx="655">
                  <c:v>4.0999299999999996</c:v>
                </c:pt>
                <c:pt idx="656">
                  <c:v>4.1002299999999998</c:v>
                </c:pt>
                <c:pt idx="657">
                  <c:v>4.1005399999999996</c:v>
                </c:pt>
                <c:pt idx="658">
                  <c:v>4.1008399999999998</c:v>
                </c:pt>
                <c:pt idx="659">
                  <c:v>4.1011499999999996</c:v>
                </c:pt>
                <c:pt idx="660">
                  <c:v>4.1014600000000003</c:v>
                </c:pt>
                <c:pt idx="661">
                  <c:v>4.1017599999999996</c:v>
                </c:pt>
                <c:pt idx="662">
                  <c:v>4.1020700000000003</c:v>
                </c:pt>
                <c:pt idx="663">
                  <c:v>4.1023699999999996</c:v>
                </c:pt>
                <c:pt idx="664">
                  <c:v>4.1026800000000003</c:v>
                </c:pt>
                <c:pt idx="665">
                  <c:v>4.1029799999999996</c:v>
                </c:pt>
                <c:pt idx="666">
                  <c:v>4.1032900000000003</c:v>
                </c:pt>
                <c:pt idx="667">
                  <c:v>4.1035899999999996</c:v>
                </c:pt>
                <c:pt idx="668">
                  <c:v>4.1039000000000003</c:v>
                </c:pt>
                <c:pt idx="669">
                  <c:v>4.1041999999999996</c:v>
                </c:pt>
                <c:pt idx="670">
                  <c:v>4.1045100000000003</c:v>
                </c:pt>
                <c:pt idx="671">
                  <c:v>4.1048099999999996</c:v>
                </c:pt>
                <c:pt idx="672">
                  <c:v>4.1051200000000003</c:v>
                </c:pt>
                <c:pt idx="673">
                  <c:v>4.1054300000000001</c:v>
                </c:pt>
                <c:pt idx="674">
                  <c:v>4.1057300000000003</c:v>
                </c:pt>
                <c:pt idx="675">
                  <c:v>4.1060400000000001</c:v>
                </c:pt>
                <c:pt idx="676">
                  <c:v>4.1063400000000003</c:v>
                </c:pt>
                <c:pt idx="677">
                  <c:v>4.1066500000000001</c:v>
                </c:pt>
                <c:pt idx="678">
                  <c:v>4.1069500000000003</c:v>
                </c:pt>
                <c:pt idx="679">
                  <c:v>4.1072600000000001</c:v>
                </c:pt>
                <c:pt idx="680">
                  <c:v>4.1075600000000003</c:v>
                </c:pt>
                <c:pt idx="681">
                  <c:v>4.1078700000000001</c:v>
                </c:pt>
                <c:pt idx="682">
                  <c:v>4.1081700000000003</c:v>
                </c:pt>
                <c:pt idx="683">
                  <c:v>4.1084800000000001</c:v>
                </c:pt>
                <c:pt idx="684">
                  <c:v>4.1087899999999999</c:v>
                </c:pt>
                <c:pt idx="685">
                  <c:v>4.1090900000000001</c:v>
                </c:pt>
                <c:pt idx="686">
                  <c:v>4.1093999999999999</c:v>
                </c:pt>
                <c:pt idx="687">
                  <c:v>4.1097000000000001</c:v>
                </c:pt>
                <c:pt idx="688">
                  <c:v>4.1100099999999999</c:v>
                </c:pt>
                <c:pt idx="689">
                  <c:v>4.1103100000000001</c:v>
                </c:pt>
                <c:pt idx="690">
                  <c:v>4.1106199999999999</c:v>
                </c:pt>
                <c:pt idx="691">
                  <c:v>4.1109200000000001</c:v>
                </c:pt>
                <c:pt idx="692">
                  <c:v>4.1112299999999999</c:v>
                </c:pt>
                <c:pt idx="693">
                  <c:v>4.1115300000000001</c:v>
                </c:pt>
                <c:pt idx="694">
                  <c:v>4.1118399999999999</c:v>
                </c:pt>
                <c:pt idx="695">
                  <c:v>4.1121400000000001</c:v>
                </c:pt>
                <c:pt idx="696">
                  <c:v>4.1124499999999999</c:v>
                </c:pt>
                <c:pt idx="697">
                  <c:v>4.1127599999999997</c:v>
                </c:pt>
                <c:pt idx="698">
                  <c:v>4.1130599999999999</c:v>
                </c:pt>
                <c:pt idx="699">
                  <c:v>4.1133699999999997</c:v>
                </c:pt>
                <c:pt idx="700">
                  <c:v>4.1136699999999999</c:v>
                </c:pt>
                <c:pt idx="701">
                  <c:v>4.1139799999999997</c:v>
                </c:pt>
                <c:pt idx="702">
                  <c:v>4.1142799999999999</c:v>
                </c:pt>
                <c:pt idx="703">
                  <c:v>4.1145899999999997</c:v>
                </c:pt>
                <c:pt idx="704">
                  <c:v>4.1148899999999999</c:v>
                </c:pt>
                <c:pt idx="705">
                  <c:v>4.1151999999999997</c:v>
                </c:pt>
                <c:pt idx="706">
                  <c:v>4.1154999999999999</c:v>
                </c:pt>
                <c:pt idx="707">
                  <c:v>4.1158099999999997</c:v>
                </c:pt>
                <c:pt idx="708">
                  <c:v>4.1161099999999999</c:v>
                </c:pt>
                <c:pt idx="709">
                  <c:v>4.1164199999999997</c:v>
                </c:pt>
                <c:pt idx="710">
                  <c:v>4.1167299999999996</c:v>
                </c:pt>
                <c:pt idx="711">
                  <c:v>4.1170299999999997</c:v>
                </c:pt>
                <c:pt idx="712">
                  <c:v>4.1173400000000004</c:v>
                </c:pt>
                <c:pt idx="713">
                  <c:v>4.1176399999999997</c:v>
                </c:pt>
                <c:pt idx="714">
                  <c:v>4.1179500000000004</c:v>
                </c:pt>
                <c:pt idx="715">
                  <c:v>4.1182499999999997</c:v>
                </c:pt>
                <c:pt idx="716">
                  <c:v>4.1185600000000004</c:v>
                </c:pt>
                <c:pt idx="717">
                  <c:v>4.1188599999999997</c:v>
                </c:pt>
                <c:pt idx="718">
                  <c:v>4.1191700000000004</c:v>
                </c:pt>
                <c:pt idx="719">
                  <c:v>4.1194699999999997</c:v>
                </c:pt>
                <c:pt idx="720">
                  <c:v>4.1197800000000004</c:v>
                </c:pt>
                <c:pt idx="721">
                  <c:v>4.1200799999999997</c:v>
                </c:pt>
                <c:pt idx="722">
                  <c:v>4.1203900000000004</c:v>
                </c:pt>
                <c:pt idx="723">
                  <c:v>4.1207000000000003</c:v>
                </c:pt>
                <c:pt idx="724">
                  <c:v>4.1210000000000004</c:v>
                </c:pt>
                <c:pt idx="725">
                  <c:v>4.1213100000000003</c:v>
                </c:pt>
                <c:pt idx="726">
                  <c:v>4.1216100000000004</c:v>
                </c:pt>
                <c:pt idx="727">
                  <c:v>4.1219200000000003</c:v>
                </c:pt>
                <c:pt idx="728">
                  <c:v>4.1222200000000004</c:v>
                </c:pt>
                <c:pt idx="729">
                  <c:v>4.1225300000000002</c:v>
                </c:pt>
                <c:pt idx="730">
                  <c:v>4.1228300000000004</c:v>
                </c:pt>
                <c:pt idx="731">
                  <c:v>4.1231400000000002</c:v>
                </c:pt>
                <c:pt idx="732">
                  <c:v>4.1234400000000004</c:v>
                </c:pt>
                <c:pt idx="733">
                  <c:v>4.1237500000000002</c:v>
                </c:pt>
                <c:pt idx="734">
                  <c:v>4.1240500000000004</c:v>
                </c:pt>
                <c:pt idx="735">
                  <c:v>4.1243600000000002</c:v>
                </c:pt>
                <c:pt idx="736">
                  <c:v>4.1246700000000001</c:v>
                </c:pt>
                <c:pt idx="737">
                  <c:v>4.1249700000000002</c:v>
                </c:pt>
                <c:pt idx="738">
                  <c:v>4.1252800000000001</c:v>
                </c:pt>
                <c:pt idx="739">
                  <c:v>4.1255800000000002</c:v>
                </c:pt>
                <c:pt idx="740">
                  <c:v>4.1258900000000001</c:v>
                </c:pt>
                <c:pt idx="741">
                  <c:v>4.1261900000000002</c:v>
                </c:pt>
                <c:pt idx="742">
                  <c:v>4.1265000000000001</c:v>
                </c:pt>
                <c:pt idx="743">
                  <c:v>4.1268000000000002</c:v>
                </c:pt>
                <c:pt idx="744">
                  <c:v>4.1271100000000001</c:v>
                </c:pt>
                <c:pt idx="745">
                  <c:v>4.1274100000000002</c:v>
                </c:pt>
                <c:pt idx="746">
                  <c:v>4.1277200000000001</c:v>
                </c:pt>
                <c:pt idx="747">
                  <c:v>4.1280299999999999</c:v>
                </c:pt>
                <c:pt idx="748">
                  <c:v>4.1283300000000001</c:v>
                </c:pt>
                <c:pt idx="749">
                  <c:v>4.1286399999999999</c:v>
                </c:pt>
                <c:pt idx="750">
                  <c:v>4.1289400000000001</c:v>
                </c:pt>
                <c:pt idx="751">
                  <c:v>4.1292499999999999</c:v>
                </c:pt>
                <c:pt idx="752">
                  <c:v>4.1295500000000001</c:v>
                </c:pt>
                <c:pt idx="753">
                  <c:v>4.1298599999999999</c:v>
                </c:pt>
                <c:pt idx="754">
                  <c:v>4.1301600000000001</c:v>
                </c:pt>
                <c:pt idx="755">
                  <c:v>4.1304699999999999</c:v>
                </c:pt>
                <c:pt idx="756">
                  <c:v>4.1307700000000001</c:v>
                </c:pt>
                <c:pt idx="757">
                  <c:v>4.1310799999999999</c:v>
                </c:pt>
                <c:pt idx="758">
                  <c:v>4.1313800000000001</c:v>
                </c:pt>
                <c:pt idx="759">
                  <c:v>4.1316899999999999</c:v>
                </c:pt>
                <c:pt idx="760">
                  <c:v>4.1319999999999997</c:v>
                </c:pt>
                <c:pt idx="761">
                  <c:v>4.1322999999999999</c:v>
                </c:pt>
                <c:pt idx="762">
                  <c:v>4.1326099999999997</c:v>
                </c:pt>
                <c:pt idx="763">
                  <c:v>4.1329099999999999</c:v>
                </c:pt>
                <c:pt idx="764">
                  <c:v>4.1332199999999997</c:v>
                </c:pt>
                <c:pt idx="765">
                  <c:v>4.1335199999999999</c:v>
                </c:pt>
                <c:pt idx="766">
                  <c:v>4.1338299999999997</c:v>
                </c:pt>
                <c:pt idx="767">
                  <c:v>4.1341299999999999</c:v>
                </c:pt>
                <c:pt idx="768">
                  <c:v>4.1344399999999997</c:v>
                </c:pt>
                <c:pt idx="769">
                  <c:v>4.1347399999999999</c:v>
                </c:pt>
                <c:pt idx="770">
                  <c:v>4.1350499999999997</c:v>
                </c:pt>
                <c:pt idx="771">
                  <c:v>4.1353499999999999</c:v>
                </c:pt>
                <c:pt idx="772">
                  <c:v>4.1356599999999997</c:v>
                </c:pt>
                <c:pt idx="773">
                  <c:v>4.1359700000000004</c:v>
                </c:pt>
                <c:pt idx="774">
                  <c:v>4.1362699999999997</c:v>
                </c:pt>
                <c:pt idx="775">
                  <c:v>4.1365800000000004</c:v>
                </c:pt>
                <c:pt idx="776">
                  <c:v>4.1368799999999997</c:v>
                </c:pt>
                <c:pt idx="777">
                  <c:v>4.1371900000000004</c:v>
                </c:pt>
                <c:pt idx="778">
                  <c:v>4.1374899999999997</c:v>
                </c:pt>
                <c:pt idx="779">
                  <c:v>4.1378000000000004</c:v>
                </c:pt>
                <c:pt idx="780">
                  <c:v>4.1380999999999997</c:v>
                </c:pt>
                <c:pt idx="781">
                  <c:v>4.1384100000000004</c:v>
                </c:pt>
                <c:pt idx="782">
                  <c:v>4.1387099999999997</c:v>
                </c:pt>
                <c:pt idx="783">
                  <c:v>4.1390200000000004</c:v>
                </c:pt>
                <c:pt idx="784">
                  <c:v>4.1393199999999997</c:v>
                </c:pt>
                <c:pt idx="785">
                  <c:v>4.1396300000000004</c:v>
                </c:pt>
                <c:pt idx="786">
                  <c:v>4.1399400000000002</c:v>
                </c:pt>
                <c:pt idx="787">
                  <c:v>4.1402400000000004</c:v>
                </c:pt>
                <c:pt idx="788">
                  <c:v>4.1405500000000002</c:v>
                </c:pt>
                <c:pt idx="789">
                  <c:v>4.1408500000000004</c:v>
                </c:pt>
                <c:pt idx="790">
                  <c:v>4.1411600000000002</c:v>
                </c:pt>
                <c:pt idx="791">
                  <c:v>4.1414600000000004</c:v>
                </c:pt>
                <c:pt idx="792">
                  <c:v>4.1417700000000002</c:v>
                </c:pt>
                <c:pt idx="793">
                  <c:v>4.1420700000000004</c:v>
                </c:pt>
                <c:pt idx="794">
                  <c:v>4.1423800000000002</c:v>
                </c:pt>
                <c:pt idx="795">
                  <c:v>4.1426800000000004</c:v>
                </c:pt>
                <c:pt idx="796">
                  <c:v>4.1429900000000002</c:v>
                </c:pt>
                <c:pt idx="797">
                  <c:v>4.1432900000000004</c:v>
                </c:pt>
                <c:pt idx="798">
                  <c:v>4.1436000000000002</c:v>
                </c:pt>
                <c:pt idx="799">
                  <c:v>4.14391</c:v>
                </c:pt>
                <c:pt idx="800">
                  <c:v>4.1442100000000002</c:v>
                </c:pt>
                <c:pt idx="801">
                  <c:v>4.14452</c:v>
                </c:pt>
                <c:pt idx="802">
                  <c:v>4.1448200000000002</c:v>
                </c:pt>
                <c:pt idx="803">
                  <c:v>4.14513</c:v>
                </c:pt>
                <c:pt idx="804">
                  <c:v>4.1454300000000002</c:v>
                </c:pt>
                <c:pt idx="805">
                  <c:v>4.14574</c:v>
                </c:pt>
                <c:pt idx="806">
                  <c:v>4.1460400000000002</c:v>
                </c:pt>
                <c:pt idx="807">
                  <c:v>4.14635</c:v>
                </c:pt>
                <c:pt idx="808">
                  <c:v>4.1466500000000002</c:v>
                </c:pt>
                <c:pt idx="809">
                  <c:v>4.14696</c:v>
                </c:pt>
                <c:pt idx="810">
                  <c:v>4.1472699999999998</c:v>
                </c:pt>
                <c:pt idx="811">
                  <c:v>4.14757</c:v>
                </c:pt>
                <c:pt idx="812">
                  <c:v>4.1478799999999998</c:v>
                </c:pt>
                <c:pt idx="813">
                  <c:v>4.14818</c:v>
                </c:pt>
                <c:pt idx="814">
                  <c:v>4.1484899999999998</c:v>
                </c:pt>
                <c:pt idx="815">
                  <c:v>4.14879</c:v>
                </c:pt>
                <c:pt idx="816">
                  <c:v>4.1490999999999998</c:v>
                </c:pt>
                <c:pt idx="817">
                  <c:v>4.1494</c:v>
                </c:pt>
                <c:pt idx="818">
                  <c:v>4.1497099999999998</c:v>
                </c:pt>
                <c:pt idx="819">
                  <c:v>4.15001</c:v>
                </c:pt>
                <c:pt idx="820">
                  <c:v>4.1503199999999998</c:v>
                </c:pt>
                <c:pt idx="821">
                  <c:v>4.15062</c:v>
                </c:pt>
                <c:pt idx="822">
                  <c:v>4.1509299999999998</c:v>
                </c:pt>
                <c:pt idx="823">
                  <c:v>4.1512399999999996</c:v>
                </c:pt>
                <c:pt idx="824">
                  <c:v>4.1515399999999998</c:v>
                </c:pt>
                <c:pt idx="825">
                  <c:v>4.1518499999999996</c:v>
                </c:pt>
                <c:pt idx="826">
                  <c:v>4.1521499999999998</c:v>
                </c:pt>
                <c:pt idx="827">
                  <c:v>4.1524599999999996</c:v>
                </c:pt>
                <c:pt idx="828">
                  <c:v>4.1527599999999998</c:v>
                </c:pt>
                <c:pt idx="829">
                  <c:v>4.1530699999999996</c:v>
                </c:pt>
                <c:pt idx="830">
                  <c:v>4.1533699999999998</c:v>
                </c:pt>
                <c:pt idx="831">
                  <c:v>4.1536799999999996</c:v>
                </c:pt>
                <c:pt idx="832">
                  <c:v>4.1539799999999998</c:v>
                </c:pt>
                <c:pt idx="833">
                  <c:v>4.1542899999999996</c:v>
                </c:pt>
                <c:pt idx="834">
                  <c:v>4.1545899999999998</c:v>
                </c:pt>
                <c:pt idx="835">
                  <c:v>4.1548999999999996</c:v>
                </c:pt>
                <c:pt idx="836">
                  <c:v>4.1552100000000003</c:v>
                </c:pt>
                <c:pt idx="837">
                  <c:v>4.1555099999999996</c:v>
                </c:pt>
                <c:pt idx="838">
                  <c:v>4.1558200000000003</c:v>
                </c:pt>
                <c:pt idx="839">
                  <c:v>4.1561199999999996</c:v>
                </c:pt>
                <c:pt idx="840">
                  <c:v>4.1564300000000003</c:v>
                </c:pt>
                <c:pt idx="841">
                  <c:v>4.1567299999999996</c:v>
                </c:pt>
                <c:pt idx="842">
                  <c:v>4.1570400000000003</c:v>
                </c:pt>
                <c:pt idx="843">
                  <c:v>4.1573399999999996</c:v>
                </c:pt>
                <c:pt idx="844">
                  <c:v>4.1576500000000003</c:v>
                </c:pt>
                <c:pt idx="845">
                  <c:v>4.1579499999999996</c:v>
                </c:pt>
                <c:pt idx="846">
                  <c:v>4.1582600000000003</c:v>
                </c:pt>
                <c:pt idx="847">
                  <c:v>4.1585599999999996</c:v>
                </c:pt>
                <c:pt idx="848">
                  <c:v>4.1588700000000003</c:v>
                </c:pt>
                <c:pt idx="849">
                  <c:v>4.1591800000000001</c:v>
                </c:pt>
                <c:pt idx="850">
                  <c:v>4.1594800000000003</c:v>
                </c:pt>
                <c:pt idx="851">
                  <c:v>4.1597900000000001</c:v>
                </c:pt>
                <c:pt idx="852">
                  <c:v>4.1600900000000003</c:v>
                </c:pt>
                <c:pt idx="853">
                  <c:v>4.1604000000000001</c:v>
                </c:pt>
                <c:pt idx="854">
                  <c:v>4.1607000000000003</c:v>
                </c:pt>
                <c:pt idx="855">
                  <c:v>4.1610100000000001</c:v>
                </c:pt>
                <c:pt idx="856">
                  <c:v>4.1613100000000003</c:v>
                </c:pt>
                <c:pt idx="857">
                  <c:v>4.1616200000000001</c:v>
                </c:pt>
                <c:pt idx="858">
                  <c:v>4.1619200000000003</c:v>
                </c:pt>
                <c:pt idx="859">
                  <c:v>4.1622300000000001</c:v>
                </c:pt>
                <c:pt idx="860">
                  <c:v>4.1625300000000003</c:v>
                </c:pt>
                <c:pt idx="861">
                  <c:v>4.1628400000000001</c:v>
                </c:pt>
                <c:pt idx="862">
                  <c:v>4.1631499999999999</c:v>
                </c:pt>
                <c:pt idx="863">
                  <c:v>4.1634500000000001</c:v>
                </c:pt>
                <c:pt idx="864">
                  <c:v>4.1637599999999999</c:v>
                </c:pt>
                <c:pt idx="865">
                  <c:v>4.1640600000000001</c:v>
                </c:pt>
                <c:pt idx="866">
                  <c:v>4.1643699999999999</c:v>
                </c:pt>
                <c:pt idx="867">
                  <c:v>4.1646700000000001</c:v>
                </c:pt>
                <c:pt idx="868">
                  <c:v>4.1649799999999999</c:v>
                </c:pt>
                <c:pt idx="869">
                  <c:v>4.1652800000000001</c:v>
                </c:pt>
                <c:pt idx="870">
                  <c:v>4.1655899999999999</c:v>
                </c:pt>
                <c:pt idx="871">
                  <c:v>4.1658900000000001</c:v>
                </c:pt>
                <c:pt idx="872">
                  <c:v>4.1661999999999999</c:v>
                </c:pt>
                <c:pt idx="873">
                  <c:v>4.1665099999999997</c:v>
                </c:pt>
                <c:pt idx="874">
                  <c:v>4.1668099999999999</c:v>
                </c:pt>
                <c:pt idx="875">
                  <c:v>4.1671199999999997</c:v>
                </c:pt>
                <c:pt idx="876">
                  <c:v>4.1674199999999999</c:v>
                </c:pt>
                <c:pt idx="877">
                  <c:v>4.1677299999999997</c:v>
                </c:pt>
                <c:pt idx="878">
                  <c:v>4.1680299999999999</c:v>
                </c:pt>
                <c:pt idx="879">
                  <c:v>4.1683399999999997</c:v>
                </c:pt>
                <c:pt idx="880">
                  <c:v>4.1686399999999999</c:v>
                </c:pt>
                <c:pt idx="881">
                  <c:v>4.1689499999999997</c:v>
                </c:pt>
                <c:pt idx="882">
                  <c:v>4.1692499999999999</c:v>
                </c:pt>
                <c:pt idx="883">
                  <c:v>4.1695599999999997</c:v>
                </c:pt>
                <c:pt idx="884">
                  <c:v>4.1698599999999999</c:v>
                </c:pt>
                <c:pt idx="885">
                  <c:v>4.1701699999999997</c:v>
                </c:pt>
                <c:pt idx="886">
                  <c:v>4.1704800000000004</c:v>
                </c:pt>
                <c:pt idx="887">
                  <c:v>4.1707799999999997</c:v>
                </c:pt>
                <c:pt idx="888">
                  <c:v>4.1710900000000004</c:v>
                </c:pt>
                <c:pt idx="889">
                  <c:v>4.1713899999999997</c:v>
                </c:pt>
                <c:pt idx="890">
                  <c:v>4.1717000000000004</c:v>
                </c:pt>
                <c:pt idx="891">
                  <c:v>4.1719999999999997</c:v>
                </c:pt>
                <c:pt idx="892">
                  <c:v>4.1723100000000004</c:v>
                </c:pt>
                <c:pt idx="893">
                  <c:v>4.1726099999999997</c:v>
                </c:pt>
                <c:pt idx="894">
                  <c:v>4.1729200000000004</c:v>
                </c:pt>
                <c:pt idx="895">
                  <c:v>4.1732199999999997</c:v>
                </c:pt>
                <c:pt idx="896">
                  <c:v>4.1735300000000004</c:v>
                </c:pt>
                <c:pt idx="897">
                  <c:v>4.1738299999999997</c:v>
                </c:pt>
                <c:pt idx="898">
                  <c:v>4.1741400000000004</c:v>
                </c:pt>
                <c:pt idx="899">
                  <c:v>4.1744500000000002</c:v>
                </c:pt>
                <c:pt idx="900">
                  <c:v>4.1747500000000004</c:v>
                </c:pt>
                <c:pt idx="901">
                  <c:v>4.1750600000000002</c:v>
                </c:pt>
                <c:pt idx="902">
                  <c:v>4.1753600000000004</c:v>
                </c:pt>
                <c:pt idx="903">
                  <c:v>4.1756700000000002</c:v>
                </c:pt>
                <c:pt idx="904">
                  <c:v>4.1759700000000004</c:v>
                </c:pt>
                <c:pt idx="905">
                  <c:v>4.1762800000000002</c:v>
                </c:pt>
                <c:pt idx="906">
                  <c:v>4.1765800000000004</c:v>
                </c:pt>
                <c:pt idx="907">
                  <c:v>4.1768900000000002</c:v>
                </c:pt>
                <c:pt idx="908">
                  <c:v>4.1771900000000004</c:v>
                </c:pt>
                <c:pt idx="909">
                  <c:v>4.1775000000000002</c:v>
                </c:pt>
                <c:pt idx="910">
                  <c:v>4.1778000000000004</c:v>
                </c:pt>
                <c:pt idx="911">
                  <c:v>4.1781100000000002</c:v>
                </c:pt>
                <c:pt idx="912">
                  <c:v>4.17842</c:v>
                </c:pt>
                <c:pt idx="913">
                  <c:v>4.1787200000000002</c:v>
                </c:pt>
                <c:pt idx="914">
                  <c:v>4.17903</c:v>
                </c:pt>
                <c:pt idx="915">
                  <c:v>4.1793300000000002</c:v>
                </c:pt>
                <c:pt idx="916">
                  <c:v>4.17964</c:v>
                </c:pt>
                <c:pt idx="917">
                  <c:v>4.1799400000000002</c:v>
                </c:pt>
                <c:pt idx="918">
                  <c:v>4.18025</c:v>
                </c:pt>
                <c:pt idx="919">
                  <c:v>4.1805500000000002</c:v>
                </c:pt>
                <c:pt idx="920">
                  <c:v>4.18086</c:v>
                </c:pt>
                <c:pt idx="921">
                  <c:v>4.1811600000000002</c:v>
                </c:pt>
                <c:pt idx="922">
                  <c:v>4.18147</c:v>
                </c:pt>
                <c:pt idx="923">
                  <c:v>4.1817799999999998</c:v>
                </c:pt>
                <c:pt idx="924">
                  <c:v>4.18208</c:v>
                </c:pt>
                <c:pt idx="925">
                  <c:v>4.1823899999999998</c:v>
                </c:pt>
                <c:pt idx="926">
                  <c:v>4.18269</c:v>
                </c:pt>
                <c:pt idx="927">
                  <c:v>4.1829999999999998</c:v>
                </c:pt>
                <c:pt idx="928">
                  <c:v>4.1833</c:v>
                </c:pt>
                <c:pt idx="929">
                  <c:v>4.1836099999999998</c:v>
                </c:pt>
                <c:pt idx="930">
                  <c:v>4.18391</c:v>
                </c:pt>
                <c:pt idx="931">
                  <c:v>4.1842199999999998</c:v>
                </c:pt>
                <c:pt idx="932">
                  <c:v>4.18452</c:v>
                </c:pt>
                <c:pt idx="933">
                  <c:v>4.1848299999999998</c:v>
                </c:pt>
                <c:pt idx="934">
                  <c:v>4.18513</c:v>
                </c:pt>
                <c:pt idx="935">
                  <c:v>4.1854399999999998</c:v>
                </c:pt>
                <c:pt idx="936">
                  <c:v>4.1857499999999996</c:v>
                </c:pt>
                <c:pt idx="937">
                  <c:v>4.1860499999999998</c:v>
                </c:pt>
                <c:pt idx="938">
                  <c:v>4.1863599999999996</c:v>
                </c:pt>
                <c:pt idx="939">
                  <c:v>4.1866599999999998</c:v>
                </c:pt>
                <c:pt idx="940">
                  <c:v>4.1869699999999996</c:v>
                </c:pt>
                <c:pt idx="941">
                  <c:v>4.1872699999999998</c:v>
                </c:pt>
                <c:pt idx="942">
                  <c:v>4.1875799999999996</c:v>
                </c:pt>
                <c:pt idx="943">
                  <c:v>4.1878799999999998</c:v>
                </c:pt>
                <c:pt idx="944">
                  <c:v>4.1881899999999996</c:v>
                </c:pt>
                <c:pt idx="945">
                  <c:v>4.1884899999999998</c:v>
                </c:pt>
                <c:pt idx="946">
                  <c:v>4.1887999999999996</c:v>
                </c:pt>
                <c:pt idx="947">
                  <c:v>4.1890999999999998</c:v>
                </c:pt>
                <c:pt idx="948">
                  <c:v>4.1894099999999996</c:v>
                </c:pt>
                <c:pt idx="949">
                  <c:v>4.1897200000000003</c:v>
                </c:pt>
                <c:pt idx="950">
                  <c:v>4.1900199999999996</c:v>
                </c:pt>
                <c:pt idx="951">
                  <c:v>4.1903300000000003</c:v>
                </c:pt>
                <c:pt idx="952">
                  <c:v>4.1906299999999996</c:v>
                </c:pt>
                <c:pt idx="953">
                  <c:v>4.1909400000000003</c:v>
                </c:pt>
                <c:pt idx="954">
                  <c:v>4.1912399999999996</c:v>
                </c:pt>
                <c:pt idx="955">
                  <c:v>4.1915500000000003</c:v>
                </c:pt>
                <c:pt idx="956">
                  <c:v>4.1918499999999996</c:v>
                </c:pt>
                <c:pt idx="957">
                  <c:v>4.1921600000000003</c:v>
                </c:pt>
                <c:pt idx="958">
                  <c:v>4.1924599999999996</c:v>
                </c:pt>
                <c:pt idx="959">
                  <c:v>4.1927700000000003</c:v>
                </c:pt>
                <c:pt idx="960">
                  <c:v>4.1930699999999996</c:v>
                </c:pt>
                <c:pt idx="961">
                  <c:v>4.1933800000000003</c:v>
                </c:pt>
                <c:pt idx="962">
                  <c:v>4.1936900000000001</c:v>
                </c:pt>
                <c:pt idx="963">
                  <c:v>4.1939900000000003</c:v>
                </c:pt>
                <c:pt idx="964">
                  <c:v>4.1943000000000001</c:v>
                </c:pt>
                <c:pt idx="965">
                  <c:v>4.1946000000000003</c:v>
                </c:pt>
                <c:pt idx="966">
                  <c:v>4.1949100000000001</c:v>
                </c:pt>
                <c:pt idx="967">
                  <c:v>4.1952100000000003</c:v>
                </c:pt>
                <c:pt idx="968">
                  <c:v>4.1955200000000001</c:v>
                </c:pt>
                <c:pt idx="969">
                  <c:v>4.1958200000000003</c:v>
                </c:pt>
                <c:pt idx="970">
                  <c:v>4.1961300000000001</c:v>
                </c:pt>
                <c:pt idx="971">
                  <c:v>4.1964300000000003</c:v>
                </c:pt>
                <c:pt idx="972">
                  <c:v>4.1967400000000001</c:v>
                </c:pt>
                <c:pt idx="973">
                  <c:v>4.1970400000000003</c:v>
                </c:pt>
                <c:pt idx="974">
                  <c:v>4.1973500000000001</c:v>
                </c:pt>
                <c:pt idx="975">
                  <c:v>4.1976599999999999</c:v>
                </c:pt>
                <c:pt idx="976">
                  <c:v>4.1979600000000001</c:v>
                </c:pt>
                <c:pt idx="977">
                  <c:v>4.1982699999999999</c:v>
                </c:pt>
                <c:pt idx="978">
                  <c:v>4.1985700000000001</c:v>
                </c:pt>
                <c:pt idx="979">
                  <c:v>4.1988799999999999</c:v>
                </c:pt>
                <c:pt idx="980">
                  <c:v>4.1991800000000001</c:v>
                </c:pt>
                <c:pt idx="981">
                  <c:v>4.1994899999999999</c:v>
                </c:pt>
                <c:pt idx="982">
                  <c:v>4.1997900000000001</c:v>
                </c:pt>
                <c:pt idx="983">
                  <c:v>4.2000999999999999</c:v>
                </c:pt>
                <c:pt idx="984">
                  <c:v>4.2004000000000001</c:v>
                </c:pt>
                <c:pt idx="985">
                  <c:v>4.2007099999999999</c:v>
                </c:pt>
                <c:pt idx="986">
                  <c:v>4.2010199999999998</c:v>
                </c:pt>
                <c:pt idx="987">
                  <c:v>4.2013199999999999</c:v>
                </c:pt>
                <c:pt idx="988">
                  <c:v>4.2016299999999998</c:v>
                </c:pt>
                <c:pt idx="989">
                  <c:v>4.2019299999999999</c:v>
                </c:pt>
                <c:pt idx="990">
                  <c:v>4.2022399999999998</c:v>
                </c:pt>
                <c:pt idx="991">
                  <c:v>4.2025399999999999</c:v>
                </c:pt>
                <c:pt idx="992">
                  <c:v>4.2028499999999998</c:v>
                </c:pt>
                <c:pt idx="993">
                  <c:v>4.2031499999999999</c:v>
                </c:pt>
                <c:pt idx="994">
                  <c:v>4.2034599999999998</c:v>
                </c:pt>
                <c:pt idx="995">
                  <c:v>4.2037599999999999</c:v>
                </c:pt>
                <c:pt idx="996">
                  <c:v>4.2040699999999998</c:v>
                </c:pt>
                <c:pt idx="997">
                  <c:v>4.2043699999999999</c:v>
                </c:pt>
                <c:pt idx="998">
                  <c:v>4.2046799999999998</c:v>
                </c:pt>
                <c:pt idx="999">
                  <c:v>4.2049899999999996</c:v>
                </c:pt>
                <c:pt idx="1000">
                  <c:v>4.2052899999999998</c:v>
                </c:pt>
                <c:pt idx="1001">
                  <c:v>4.2055999999999996</c:v>
                </c:pt>
                <c:pt idx="1002">
                  <c:v>4.2058999999999997</c:v>
                </c:pt>
                <c:pt idx="1003">
                  <c:v>4.2062099999999996</c:v>
                </c:pt>
                <c:pt idx="1004">
                  <c:v>4.2065099999999997</c:v>
                </c:pt>
                <c:pt idx="1005">
                  <c:v>4.2068199999999996</c:v>
                </c:pt>
                <c:pt idx="1006">
                  <c:v>4.2071199999999997</c:v>
                </c:pt>
                <c:pt idx="1007">
                  <c:v>4.2074299999999996</c:v>
                </c:pt>
                <c:pt idx="1008">
                  <c:v>4.2077299999999997</c:v>
                </c:pt>
                <c:pt idx="1009">
                  <c:v>4.2080399999999996</c:v>
                </c:pt>
                <c:pt idx="1010">
                  <c:v>4.2083399999999997</c:v>
                </c:pt>
                <c:pt idx="1011">
                  <c:v>4.2086499999999996</c:v>
                </c:pt>
                <c:pt idx="1012">
                  <c:v>4.2089600000000003</c:v>
                </c:pt>
                <c:pt idx="1013">
                  <c:v>4.2092599999999996</c:v>
                </c:pt>
                <c:pt idx="1014">
                  <c:v>4.2095700000000003</c:v>
                </c:pt>
                <c:pt idx="1015">
                  <c:v>4.2098699999999996</c:v>
                </c:pt>
                <c:pt idx="1016">
                  <c:v>4.2101800000000003</c:v>
                </c:pt>
                <c:pt idx="1017">
                  <c:v>4.2104799999999996</c:v>
                </c:pt>
                <c:pt idx="1018">
                  <c:v>4.2107900000000003</c:v>
                </c:pt>
                <c:pt idx="1019">
                  <c:v>4.2110900000000004</c:v>
                </c:pt>
                <c:pt idx="1020">
                  <c:v>4.2114000000000003</c:v>
                </c:pt>
                <c:pt idx="1021">
                  <c:v>4.2117000000000004</c:v>
                </c:pt>
                <c:pt idx="1022">
                  <c:v>4.2120100000000003</c:v>
                </c:pt>
                <c:pt idx="1023">
                  <c:v>4.2123100000000004</c:v>
                </c:pt>
                <c:pt idx="1024">
                  <c:v>4.2126200000000003</c:v>
                </c:pt>
                <c:pt idx="1025">
                  <c:v>4.2129300000000001</c:v>
                </c:pt>
                <c:pt idx="1026">
                  <c:v>4.2132300000000003</c:v>
                </c:pt>
                <c:pt idx="1027">
                  <c:v>4.2135400000000001</c:v>
                </c:pt>
                <c:pt idx="1028">
                  <c:v>4.2138400000000003</c:v>
                </c:pt>
                <c:pt idx="1029">
                  <c:v>4.2141500000000001</c:v>
                </c:pt>
                <c:pt idx="1030">
                  <c:v>4.2144500000000003</c:v>
                </c:pt>
                <c:pt idx="1031">
                  <c:v>4.2147600000000001</c:v>
                </c:pt>
                <c:pt idx="1032">
                  <c:v>4.2150600000000003</c:v>
                </c:pt>
                <c:pt idx="1033">
                  <c:v>4.2153700000000001</c:v>
                </c:pt>
                <c:pt idx="1034">
                  <c:v>4.2156700000000003</c:v>
                </c:pt>
                <c:pt idx="1035">
                  <c:v>4.2159800000000001</c:v>
                </c:pt>
                <c:pt idx="1036">
                  <c:v>4.2162800000000002</c:v>
                </c:pt>
                <c:pt idx="1037">
                  <c:v>4.2165900000000001</c:v>
                </c:pt>
                <c:pt idx="1038">
                  <c:v>4.2168999999999999</c:v>
                </c:pt>
                <c:pt idx="1039">
                  <c:v>4.2172000000000001</c:v>
                </c:pt>
                <c:pt idx="1040">
                  <c:v>4.2175099999999999</c:v>
                </c:pt>
                <c:pt idx="1041">
                  <c:v>4.2178100000000001</c:v>
                </c:pt>
                <c:pt idx="1042">
                  <c:v>4.2181199999999999</c:v>
                </c:pt>
                <c:pt idx="1043">
                  <c:v>4.2184200000000001</c:v>
                </c:pt>
                <c:pt idx="1044">
                  <c:v>4.2187299999999999</c:v>
                </c:pt>
                <c:pt idx="1045">
                  <c:v>4.2190300000000001</c:v>
                </c:pt>
                <c:pt idx="1046">
                  <c:v>4.2193399999999999</c:v>
                </c:pt>
                <c:pt idx="1047">
                  <c:v>4.2196400000000001</c:v>
                </c:pt>
                <c:pt idx="1048">
                  <c:v>4.2199499999999999</c:v>
                </c:pt>
                <c:pt idx="1049">
                  <c:v>4.2202599999999997</c:v>
                </c:pt>
                <c:pt idx="1050">
                  <c:v>4.2205599999999999</c:v>
                </c:pt>
                <c:pt idx="1051">
                  <c:v>4.2208699999999997</c:v>
                </c:pt>
                <c:pt idx="1052">
                  <c:v>4.2211699999999999</c:v>
                </c:pt>
                <c:pt idx="1053">
                  <c:v>4.2214799999999997</c:v>
                </c:pt>
                <c:pt idx="1054">
                  <c:v>4.2217799999999999</c:v>
                </c:pt>
                <c:pt idx="1055">
                  <c:v>4.2220899999999997</c:v>
                </c:pt>
                <c:pt idx="1056">
                  <c:v>4.2223899999999999</c:v>
                </c:pt>
                <c:pt idx="1057">
                  <c:v>4.2226999999999997</c:v>
                </c:pt>
                <c:pt idx="1058">
                  <c:v>4.2229999999999999</c:v>
                </c:pt>
                <c:pt idx="1059">
                  <c:v>4.2233099999999997</c:v>
                </c:pt>
                <c:pt idx="1060">
                  <c:v>4.2236099999999999</c:v>
                </c:pt>
                <c:pt idx="1061">
                  <c:v>4.2239199999999997</c:v>
                </c:pt>
                <c:pt idx="1062">
                  <c:v>4.2242300000000004</c:v>
                </c:pt>
                <c:pt idx="1063">
                  <c:v>4.2245299999999997</c:v>
                </c:pt>
                <c:pt idx="1064">
                  <c:v>4.2248400000000004</c:v>
                </c:pt>
                <c:pt idx="1065">
                  <c:v>4.2251399999999997</c:v>
                </c:pt>
                <c:pt idx="1066">
                  <c:v>4.2254500000000004</c:v>
                </c:pt>
                <c:pt idx="1067">
                  <c:v>4.2257499999999997</c:v>
                </c:pt>
                <c:pt idx="1068">
                  <c:v>4.2260600000000004</c:v>
                </c:pt>
                <c:pt idx="1069">
                  <c:v>4.2263599999999997</c:v>
                </c:pt>
                <c:pt idx="1070">
                  <c:v>4.2266700000000004</c:v>
                </c:pt>
                <c:pt idx="1071">
                  <c:v>4.2269699999999997</c:v>
                </c:pt>
                <c:pt idx="1072">
                  <c:v>4.2272800000000004</c:v>
                </c:pt>
                <c:pt idx="1073">
                  <c:v>4.2275799999999997</c:v>
                </c:pt>
                <c:pt idx="1074">
                  <c:v>4.2278900000000004</c:v>
                </c:pt>
                <c:pt idx="1075">
                  <c:v>4.2282000000000002</c:v>
                </c:pt>
                <c:pt idx="1076">
                  <c:v>4.2285000000000004</c:v>
                </c:pt>
                <c:pt idx="1077">
                  <c:v>4.2288100000000002</c:v>
                </c:pt>
                <c:pt idx="1078">
                  <c:v>4.2291100000000004</c:v>
                </c:pt>
                <c:pt idx="1079">
                  <c:v>4.2294200000000002</c:v>
                </c:pt>
                <c:pt idx="1080">
                  <c:v>4.2297200000000004</c:v>
                </c:pt>
                <c:pt idx="1081">
                  <c:v>4.2300300000000002</c:v>
                </c:pt>
                <c:pt idx="1082">
                  <c:v>4.2303300000000004</c:v>
                </c:pt>
                <c:pt idx="1083">
                  <c:v>4.2306400000000002</c:v>
                </c:pt>
                <c:pt idx="1084">
                  <c:v>4.2309400000000004</c:v>
                </c:pt>
                <c:pt idx="1085">
                  <c:v>4.2312500000000002</c:v>
                </c:pt>
                <c:pt idx="1086">
                  <c:v>4.2315500000000004</c:v>
                </c:pt>
                <c:pt idx="1087">
                  <c:v>4.2318600000000002</c:v>
                </c:pt>
                <c:pt idx="1088">
                  <c:v>4.23217</c:v>
                </c:pt>
                <c:pt idx="1089">
                  <c:v>4.2324700000000002</c:v>
                </c:pt>
                <c:pt idx="1090">
                  <c:v>4.23278</c:v>
                </c:pt>
                <c:pt idx="1091">
                  <c:v>4.2330800000000002</c:v>
                </c:pt>
                <c:pt idx="1092">
                  <c:v>4.23339</c:v>
                </c:pt>
                <c:pt idx="1093">
                  <c:v>4.2336900000000002</c:v>
                </c:pt>
                <c:pt idx="1094">
                  <c:v>4.234</c:v>
                </c:pt>
                <c:pt idx="1095">
                  <c:v>4.2343000000000002</c:v>
                </c:pt>
                <c:pt idx="1096">
                  <c:v>4.23461</c:v>
                </c:pt>
                <c:pt idx="1097">
                  <c:v>4.2349100000000002</c:v>
                </c:pt>
                <c:pt idx="1098">
                  <c:v>4.23522</c:v>
                </c:pt>
                <c:pt idx="1099">
                  <c:v>4.2355299999999998</c:v>
                </c:pt>
                <c:pt idx="1100">
                  <c:v>4.23583</c:v>
                </c:pt>
                <c:pt idx="1101">
                  <c:v>4.2361399999999998</c:v>
                </c:pt>
                <c:pt idx="1102">
                  <c:v>4.23644</c:v>
                </c:pt>
                <c:pt idx="1103">
                  <c:v>4.2367499999999998</c:v>
                </c:pt>
                <c:pt idx="1104">
                  <c:v>4.23705</c:v>
                </c:pt>
                <c:pt idx="1105">
                  <c:v>4.2373599999999998</c:v>
                </c:pt>
                <c:pt idx="1106">
                  <c:v>4.23766</c:v>
                </c:pt>
                <c:pt idx="1107">
                  <c:v>4.2379699999999998</c:v>
                </c:pt>
                <c:pt idx="1108">
                  <c:v>4.23827</c:v>
                </c:pt>
                <c:pt idx="1109">
                  <c:v>4.2385799999999998</c:v>
                </c:pt>
                <c:pt idx="1110">
                  <c:v>4.23888</c:v>
                </c:pt>
                <c:pt idx="1111">
                  <c:v>4.2391899999999998</c:v>
                </c:pt>
                <c:pt idx="1112">
                  <c:v>4.2394999999999996</c:v>
                </c:pt>
                <c:pt idx="1113">
                  <c:v>4.2397999999999998</c:v>
                </c:pt>
                <c:pt idx="1114">
                  <c:v>4.2401099999999996</c:v>
                </c:pt>
                <c:pt idx="1115">
                  <c:v>4.2404099999999998</c:v>
                </c:pt>
                <c:pt idx="1116">
                  <c:v>4.2407199999999996</c:v>
                </c:pt>
                <c:pt idx="1117">
                  <c:v>4.2410199999999998</c:v>
                </c:pt>
                <c:pt idx="1118">
                  <c:v>4.2413299999999996</c:v>
                </c:pt>
                <c:pt idx="1119">
                  <c:v>4.2416299999999998</c:v>
                </c:pt>
                <c:pt idx="1120">
                  <c:v>4.2419399999999996</c:v>
                </c:pt>
                <c:pt idx="1121">
                  <c:v>4.2422399999999998</c:v>
                </c:pt>
                <c:pt idx="1122">
                  <c:v>4.2425499999999996</c:v>
                </c:pt>
                <c:pt idx="1123">
                  <c:v>4.2428499999999998</c:v>
                </c:pt>
                <c:pt idx="1124">
                  <c:v>4.2431599999999996</c:v>
                </c:pt>
                <c:pt idx="1125">
                  <c:v>4.2434700000000003</c:v>
                </c:pt>
                <c:pt idx="1126">
                  <c:v>4.2437699999999996</c:v>
                </c:pt>
                <c:pt idx="1127">
                  <c:v>4.2440800000000003</c:v>
                </c:pt>
                <c:pt idx="1128">
                  <c:v>4.2443799999999996</c:v>
                </c:pt>
                <c:pt idx="1129">
                  <c:v>4.2446900000000003</c:v>
                </c:pt>
                <c:pt idx="1130">
                  <c:v>4.2449899999999996</c:v>
                </c:pt>
                <c:pt idx="1131">
                  <c:v>4.2453000000000003</c:v>
                </c:pt>
                <c:pt idx="1132">
                  <c:v>4.2455999999999996</c:v>
                </c:pt>
                <c:pt idx="1133">
                  <c:v>4.2459100000000003</c:v>
                </c:pt>
                <c:pt idx="1134">
                  <c:v>4.2462099999999996</c:v>
                </c:pt>
                <c:pt idx="1135">
                  <c:v>4.2465200000000003</c:v>
                </c:pt>
                <c:pt idx="1136">
                  <c:v>4.2468199999999996</c:v>
                </c:pt>
                <c:pt idx="1137">
                  <c:v>4.2471300000000003</c:v>
                </c:pt>
                <c:pt idx="1138">
                  <c:v>4.2474400000000001</c:v>
                </c:pt>
                <c:pt idx="1139">
                  <c:v>4.2477400000000003</c:v>
                </c:pt>
                <c:pt idx="1140">
                  <c:v>4.2480500000000001</c:v>
                </c:pt>
                <c:pt idx="1141">
                  <c:v>4.2483500000000003</c:v>
                </c:pt>
                <c:pt idx="1142">
                  <c:v>4.2486600000000001</c:v>
                </c:pt>
                <c:pt idx="1143">
                  <c:v>4.2489600000000003</c:v>
                </c:pt>
                <c:pt idx="1144">
                  <c:v>4.2492700000000001</c:v>
                </c:pt>
                <c:pt idx="1145">
                  <c:v>4.2495700000000003</c:v>
                </c:pt>
                <c:pt idx="1146">
                  <c:v>4.2498800000000001</c:v>
                </c:pt>
                <c:pt idx="1147">
                  <c:v>4.2501800000000003</c:v>
                </c:pt>
              </c:numCache>
            </c:numRef>
          </c:xVal>
          <c:yVal>
            <c:numRef>
              <c:f>'For plotting'!$X$2:$X$1149</c:f>
              <c:numCache>
                <c:formatCode>General</c:formatCode>
                <c:ptCount val="1148"/>
                <c:pt idx="0">
                  <c:v>1.414427774010943</c:v>
                </c:pt>
                <c:pt idx="1">
                  <c:v>1.4152525268452671</c:v>
                </c:pt>
                <c:pt idx="2">
                  <c:v>1.4152069569056591</c:v>
                </c:pt>
                <c:pt idx="3">
                  <c:v>1.4138052476387202</c:v>
                </c:pt>
                <c:pt idx="4">
                  <c:v>1.4146058752108988</c:v>
                </c:pt>
                <c:pt idx="5">
                  <c:v>1.4162060265850926</c:v>
                </c:pt>
                <c:pt idx="6">
                  <c:v>1.4155754584588214</c:v>
                </c:pt>
                <c:pt idx="7">
                  <c:v>1.4155369841845502</c:v>
                </c:pt>
                <c:pt idx="8">
                  <c:v>1.4151567353632191</c:v>
                </c:pt>
                <c:pt idx="9">
                  <c:v>1.4156071524306595</c:v>
                </c:pt>
                <c:pt idx="10">
                  <c:v>1.4142206594238318</c:v>
                </c:pt>
                <c:pt idx="11">
                  <c:v>1.4122075403270313</c:v>
                </c:pt>
                <c:pt idx="12">
                  <c:v>1.4134972169223734</c:v>
                </c:pt>
                <c:pt idx="13">
                  <c:v>1.414826313880698</c:v>
                </c:pt>
                <c:pt idx="14">
                  <c:v>1.4146403286081457</c:v>
                </c:pt>
                <c:pt idx="15">
                  <c:v>1.4136669610053769</c:v>
                </c:pt>
                <c:pt idx="16">
                  <c:v>1.4129083555401378</c:v>
                </c:pt>
                <c:pt idx="17">
                  <c:v>1.4126808212050015</c:v>
                </c:pt>
                <c:pt idx="18">
                  <c:v>1.4128032608524259</c:v>
                </c:pt>
                <c:pt idx="19">
                  <c:v>1.4134042637064601</c:v>
                </c:pt>
                <c:pt idx="20">
                  <c:v>1.4140065280121099</c:v>
                </c:pt>
                <c:pt idx="21">
                  <c:v>1.4144597833456849</c:v>
                </c:pt>
                <c:pt idx="22">
                  <c:v>1.4140729907440988</c:v>
                </c:pt>
                <c:pt idx="23">
                  <c:v>1.4127200838865324</c:v>
                </c:pt>
                <c:pt idx="24">
                  <c:v>1.4137860893423106</c:v>
                </c:pt>
                <c:pt idx="25">
                  <c:v>1.4176240558823066</c:v>
                </c:pt>
                <c:pt idx="26">
                  <c:v>1.4193167662687838</c:v>
                </c:pt>
                <c:pt idx="27">
                  <c:v>1.4192956369542249</c:v>
                </c:pt>
                <c:pt idx="28">
                  <c:v>1.4171672527160628</c:v>
                </c:pt>
                <c:pt idx="29">
                  <c:v>1.4153742569261576</c:v>
                </c:pt>
                <c:pt idx="30">
                  <c:v>1.414753543890632</c:v>
                </c:pt>
                <c:pt idx="31">
                  <c:v>1.4129797852378623</c:v>
                </c:pt>
                <c:pt idx="32">
                  <c:v>1.4135521689083712</c:v>
                </c:pt>
                <c:pt idx="33">
                  <c:v>1.4161532821394218</c:v>
                </c:pt>
                <c:pt idx="34">
                  <c:v>1.4182374367303172</c:v>
                </c:pt>
                <c:pt idx="35">
                  <c:v>1.4185032876582726</c:v>
                </c:pt>
                <c:pt idx="36">
                  <c:v>1.4161588009902395</c:v>
                </c:pt>
                <c:pt idx="37">
                  <c:v>1.4151608350809692</c:v>
                </c:pt>
                <c:pt idx="38">
                  <c:v>1.4157634147495228</c:v>
                </c:pt>
                <c:pt idx="39">
                  <c:v>1.4144578123275358</c:v>
                </c:pt>
                <c:pt idx="40">
                  <c:v>1.4127729071729291</c:v>
                </c:pt>
                <c:pt idx="41">
                  <c:v>1.4115009697409293</c:v>
                </c:pt>
                <c:pt idx="42">
                  <c:v>1.4118011163846795</c:v>
                </c:pt>
                <c:pt idx="43">
                  <c:v>1.412422302464561</c:v>
                </c:pt>
                <c:pt idx="44">
                  <c:v>1.4138873208344502</c:v>
                </c:pt>
                <c:pt idx="45">
                  <c:v>1.4143899304624796</c:v>
                </c:pt>
                <c:pt idx="46">
                  <c:v>1.4151315063309102</c:v>
                </c:pt>
                <c:pt idx="47">
                  <c:v>1.4160291868367523</c:v>
                </c:pt>
                <c:pt idx="48">
                  <c:v>1.4160206720383481</c:v>
                </c:pt>
                <c:pt idx="49">
                  <c:v>1.416693104590107</c:v>
                </c:pt>
                <c:pt idx="50">
                  <c:v>1.4172837004683139</c:v>
                </c:pt>
                <c:pt idx="51">
                  <c:v>1.4160291079960263</c:v>
                </c:pt>
                <c:pt idx="52">
                  <c:v>1.4150234156956116</c:v>
                </c:pt>
                <c:pt idx="53">
                  <c:v>1.4136735836263579</c:v>
                </c:pt>
                <c:pt idx="54">
                  <c:v>1.4128746905501506</c:v>
                </c:pt>
                <c:pt idx="55">
                  <c:v>1.412716299531686</c:v>
                </c:pt>
                <c:pt idx="56">
                  <c:v>1.4134527507529289</c:v>
                </c:pt>
                <c:pt idx="57">
                  <c:v>1.4136807581324209</c:v>
                </c:pt>
                <c:pt idx="58">
                  <c:v>1.4150365032561218</c:v>
                </c:pt>
                <c:pt idx="59">
                  <c:v>1.416542518803513</c:v>
                </c:pt>
                <c:pt idx="60">
                  <c:v>1.4175586180797553</c:v>
                </c:pt>
                <c:pt idx="61">
                  <c:v>1.4169219003768585</c:v>
                </c:pt>
                <c:pt idx="62">
                  <c:v>1.4161873413330388</c:v>
                </c:pt>
                <c:pt idx="63">
                  <c:v>1.4156615525315757</c:v>
                </c:pt>
                <c:pt idx="64">
                  <c:v>1.4158290890742522</c:v>
                </c:pt>
                <c:pt idx="65">
                  <c:v>1.4158849083082357</c:v>
                </c:pt>
                <c:pt idx="66">
                  <c:v>1.416665904539649</c:v>
                </c:pt>
                <c:pt idx="67">
                  <c:v>1.4190155158548698</c:v>
                </c:pt>
                <c:pt idx="68">
                  <c:v>1.4194887967328402</c:v>
                </c:pt>
                <c:pt idx="69">
                  <c:v>1.4201851180245666</c:v>
                </c:pt>
                <c:pt idx="70">
                  <c:v>1.4220290449234456</c:v>
                </c:pt>
                <c:pt idx="71">
                  <c:v>1.4207062552231979</c:v>
                </c:pt>
                <c:pt idx="72">
                  <c:v>1.4177068386445701</c:v>
                </c:pt>
                <c:pt idx="73">
                  <c:v>1.4159763635503555</c:v>
                </c:pt>
                <c:pt idx="74">
                  <c:v>1.4153534429745027</c:v>
                </c:pt>
                <c:pt idx="75">
                  <c:v>1.4143030479824656</c:v>
                </c:pt>
                <c:pt idx="76">
                  <c:v>1.4134229489585139</c:v>
                </c:pt>
                <c:pt idx="77">
                  <c:v>1.4151606773995173</c:v>
                </c:pt>
                <c:pt idx="78">
                  <c:v>1.4151928444157114</c:v>
                </c:pt>
                <c:pt idx="79">
                  <c:v>1.4147034800296441</c:v>
                </c:pt>
                <c:pt idx="80">
                  <c:v>1.4154020877024234</c:v>
                </c:pt>
                <c:pt idx="81">
                  <c:v>1.4156371119065263</c:v>
                </c:pt>
                <c:pt idx="82">
                  <c:v>1.4155231082167803</c:v>
                </c:pt>
                <c:pt idx="83">
                  <c:v>1.4163278355067093</c:v>
                </c:pt>
                <c:pt idx="84">
                  <c:v>1.4168924927860735</c:v>
                </c:pt>
                <c:pt idx="85">
                  <c:v>1.4182453996436399</c:v>
                </c:pt>
                <c:pt idx="86">
                  <c:v>1.4192947697062395</c:v>
                </c:pt>
                <c:pt idx="87">
                  <c:v>1.4192293319036882</c:v>
                </c:pt>
                <c:pt idx="88">
                  <c:v>1.4162410318674215</c:v>
                </c:pt>
                <c:pt idx="89">
                  <c:v>1.4143737681136568</c:v>
                </c:pt>
                <c:pt idx="90">
                  <c:v>1.413089925732036</c:v>
                </c:pt>
                <c:pt idx="91">
                  <c:v>1.4129197874454027</c:v>
                </c:pt>
                <c:pt idx="92">
                  <c:v>1.413064854381179</c:v>
                </c:pt>
                <c:pt idx="93">
                  <c:v>1.4126916223844588</c:v>
                </c:pt>
                <c:pt idx="94">
                  <c:v>1.4124066131600939</c:v>
                </c:pt>
                <c:pt idx="95">
                  <c:v>1.4133901512165123</c:v>
                </c:pt>
                <c:pt idx="96">
                  <c:v>1.414669184313849</c:v>
                </c:pt>
                <c:pt idx="97">
                  <c:v>1.4158343714028918</c:v>
                </c:pt>
                <c:pt idx="98">
                  <c:v>1.4177293870921963</c:v>
                </c:pt>
                <c:pt idx="99">
                  <c:v>1.4195800942935082</c:v>
                </c:pt>
                <c:pt idx="100">
                  <c:v>1.4212761948312018</c:v>
                </c:pt>
                <c:pt idx="101">
                  <c:v>1.4217144704268436</c:v>
                </c:pt>
                <c:pt idx="102">
                  <c:v>1.4209825131269809</c:v>
                </c:pt>
                <c:pt idx="103">
                  <c:v>1.421324051151863</c:v>
                </c:pt>
                <c:pt idx="104">
                  <c:v>1.4205089168861067</c:v>
                </c:pt>
                <c:pt idx="105">
                  <c:v>1.4187218341506487</c:v>
                </c:pt>
                <c:pt idx="106">
                  <c:v>1.4181182295526575</c:v>
                </c:pt>
                <c:pt idx="107">
                  <c:v>1.4178703543102225</c:v>
                </c:pt>
                <c:pt idx="108">
                  <c:v>1.4169569844999133</c:v>
                </c:pt>
                <c:pt idx="109">
                  <c:v>1.4164571342972925</c:v>
                </c:pt>
                <c:pt idx="110">
                  <c:v>1.4177368769611629</c:v>
                </c:pt>
                <c:pt idx="111">
                  <c:v>1.4201205474700009</c:v>
                </c:pt>
                <c:pt idx="112">
                  <c:v>1.4213778993676973</c:v>
                </c:pt>
                <c:pt idx="113">
                  <c:v>1.4222810198836311</c:v>
                </c:pt>
                <c:pt idx="114">
                  <c:v>1.4227971901165266</c:v>
                </c:pt>
                <c:pt idx="115">
                  <c:v>1.4205569308882195</c:v>
                </c:pt>
                <c:pt idx="116">
                  <c:v>1.4173969157508002</c:v>
                </c:pt>
                <c:pt idx="117">
                  <c:v>1.4159532632176477</c:v>
                </c:pt>
                <c:pt idx="118">
                  <c:v>1.4167605134108074</c:v>
                </c:pt>
                <c:pt idx="119">
                  <c:v>1.4179562907015246</c:v>
                </c:pt>
                <c:pt idx="120">
                  <c:v>1.4169260000946087</c:v>
                </c:pt>
                <c:pt idx="121">
                  <c:v>1.4168933600340592</c:v>
                </c:pt>
                <c:pt idx="122">
                  <c:v>1.4176033996121036</c:v>
                </c:pt>
                <c:pt idx="123">
                  <c:v>1.4161096832179629</c:v>
                </c:pt>
                <c:pt idx="124">
                  <c:v>1.4142505400589727</c:v>
                </c:pt>
                <c:pt idx="125">
                  <c:v>1.4154291300714297</c:v>
                </c:pt>
                <c:pt idx="126">
                  <c:v>1.4168976962739872</c:v>
                </c:pt>
                <c:pt idx="127">
                  <c:v>1.416936801274066</c:v>
                </c:pt>
                <c:pt idx="128">
                  <c:v>1.4176728582916791</c:v>
                </c:pt>
                <c:pt idx="129">
                  <c:v>1.4188657184755356</c:v>
                </c:pt>
                <c:pt idx="130">
                  <c:v>1.4193472776297322</c:v>
                </c:pt>
                <c:pt idx="131">
                  <c:v>1.4187766284551948</c:v>
                </c:pt>
                <c:pt idx="132">
                  <c:v>1.4195428814708524</c:v>
                </c:pt>
                <c:pt idx="133">
                  <c:v>1.4209978082278181</c:v>
                </c:pt>
                <c:pt idx="134">
                  <c:v>1.4191588482946751</c:v>
                </c:pt>
                <c:pt idx="135">
                  <c:v>1.4181008057522193</c:v>
                </c:pt>
                <c:pt idx="136">
                  <c:v>1.4190319935665967</c:v>
                </c:pt>
                <c:pt idx="137">
                  <c:v>1.4176078146927575</c:v>
                </c:pt>
                <c:pt idx="138">
                  <c:v>1.4160175972500353</c:v>
                </c:pt>
                <c:pt idx="139">
                  <c:v>1.4152801210993551</c:v>
                </c:pt>
                <c:pt idx="140">
                  <c:v>1.4141957457544267</c:v>
                </c:pt>
                <c:pt idx="141">
                  <c:v>1.4141850234156956</c:v>
                </c:pt>
                <c:pt idx="142">
                  <c:v>1.4123771267285827</c:v>
                </c:pt>
                <c:pt idx="143">
                  <c:v>1.412918920197417</c:v>
                </c:pt>
                <c:pt idx="144">
                  <c:v>1.4148755893344265</c:v>
                </c:pt>
                <c:pt idx="145">
                  <c:v>1.41564231539444</c:v>
                </c:pt>
                <c:pt idx="146">
                  <c:v>1.4150752928932968</c:v>
                </c:pt>
                <c:pt idx="147">
                  <c:v>1.4153781989624559</c:v>
                </c:pt>
                <c:pt idx="148">
                  <c:v>1.4152068780649332</c:v>
                </c:pt>
                <c:pt idx="149">
                  <c:v>1.4167542061527301</c:v>
                </c:pt>
                <c:pt idx="150">
                  <c:v>1.4181433797442407</c:v>
                </c:pt>
                <c:pt idx="151">
                  <c:v>1.4174876614263863</c:v>
                </c:pt>
                <c:pt idx="152">
                  <c:v>1.4172160551254356</c:v>
                </c:pt>
                <c:pt idx="153">
                  <c:v>1.4178003437455651</c:v>
                </c:pt>
                <c:pt idx="154">
                  <c:v>1.4200640186694837</c:v>
                </c:pt>
                <c:pt idx="155">
                  <c:v>1.4215367634305176</c:v>
                </c:pt>
                <c:pt idx="156">
                  <c:v>1.4202908434380863</c:v>
                </c:pt>
                <c:pt idx="157">
                  <c:v>1.4183591668112079</c:v>
                </c:pt>
                <c:pt idx="158">
                  <c:v>1.4173775209322126</c:v>
                </c:pt>
                <c:pt idx="159">
                  <c:v>1.4165302196502625</c:v>
                </c:pt>
                <c:pt idx="160">
                  <c:v>1.414646714706949</c:v>
                </c:pt>
                <c:pt idx="161">
                  <c:v>1.4138583074472948</c:v>
                </c:pt>
                <c:pt idx="162">
                  <c:v>1.4156097541746164</c:v>
                </c:pt>
                <c:pt idx="163">
                  <c:v>1.4169679433608224</c:v>
                </c:pt>
                <c:pt idx="164">
                  <c:v>1.4159471924817484</c:v>
                </c:pt>
                <c:pt idx="165">
                  <c:v>1.4133099701982055</c:v>
                </c:pt>
                <c:pt idx="166">
                  <c:v>1.4120546681593844</c:v>
                </c:pt>
                <c:pt idx="167">
                  <c:v>1.4127289928885665</c:v>
                </c:pt>
                <c:pt idx="168">
                  <c:v>1.4131377820526971</c:v>
                </c:pt>
                <c:pt idx="169">
                  <c:v>1.413370362194295</c:v>
                </c:pt>
                <c:pt idx="170">
                  <c:v>1.4141864425487629</c:v>
                </c:pt>
                <c:pt idx="171">
                  <c:v>1.4151838565729513</c:v>
                </c:pt>
                <c:pt idx="172">
                  <c:v>1.4146778567937053</c:v>
                </c:pt>
                <c:pt idx="173">
                  <c:v>1.4147551207051514</c:v>
                </c:pt>
                <c:pt idx="174">
                  <c:v>1.4159538151027293</c:v>
                </c:pt>
                <c:pt idx="175">
                  <c:v>1.4155748277330136</c:v>
                </c:pt>
                <c:pt idx="176">
                  <c:v>1.4148019520963748</c:v>
                </c:pt>
                <c:pt idx="177">
                  <c:v>1.4143462527002948</c:v>
                </c:pt>
                <c:pt idx="178">
                  <c:v>1.4148942745864803</c:v>
                </c:pt>
                <c:pt idx="179">
                  <c:v>1.4157526924107917</c:v>
                </c:pt>
                <c:pt idx="180">
                  <c:v>1.415373310837446</c:v>
                </c:pt>
                <c:pt idx="181">
                  <c:v>1.4135312761159904</c:v>
                </c:pt>
                <c:pt idx="182">
                  <c:v>1.4131029344518204</c:v>
                </c:pt>
                <c:pt idx="183">
                  <c:v>1.4150107223387312</c:v>
                </c:pt>
                <c:pt idx="184">
                  <c:v>1.4163853103959381</c:v>
                </c:pt>
                <c:pt idx="185">
                  <c:v>1.4159617780160518</c:v>
                </c:pt>
                <c:pt idx="186">
                  <c:v>1.4155910689225626</c:v>
                </c:pt>
                <c:pt idx="187">
                  <c:v>1.416314747946199</c:v>
                </c:pt>
                <c:pt idx="188">
                  <c:v>1.4160498431069553</c:v>
                </c:pt>
                <c:pt idx="189">
                  <c:v>1.4148334095460351</c:v>
                </c:pt>
                <c:pt idx="190">
                  <c:v>1.417545293997067</c:v>
                </c:pt>
                <c:pt idx="191">
                  <c:v>1.4190994812280231</c:v>
                </c:pt>
                <c:pt idx="192">
                  <c:v>1.4175001971018149</c:v>
                </c:pt>
                <c:pt idx="193">
                  <c:v>1.4166998060518141</c:v>
                </c:pt>
                <c:pt idx="194">
                  <c:v>1.4173533956700672</c:v>
                </c:pt>
                <c:pt idx="195">
                  <c:v>1.4168258723726328</c:v>
                </c:pt>
                <c:pt idx="196">
                  <c:v>1.416783929106419</c:v>
                </c:pt>
                <c:pt idx="197">
                  <c:v>1.4179932670020026</c:v>
                </c:pt>
                <c:pt idx="198">
                  <c:v>1.4183928318011951</c:v>
                </c:pt>
                <c:pt idx="199">
                  <c:v>1.4175657137450921</c:v>
                </c:pt>
                <c:pt idx="200">
                  <c:v>1.4176536211545434</c:v>
                </c:pt>
                <c:pt idx="201">
                  <c:v>1.4188148662072879</c:v>
                </c:pt>
                <c:pt idx="202">
                  <c:v>1.4190183541210046</c:v>
                </c:pt>
                <c:pt idx="203">
                  <c:v>1.4183287342909852</c:v>
                </c:pt>
                <c:pt idx="204">
                  <c:v>1.4177289928885664</c:v>
                </c:pt>
                <c:pt idx="205">
                  <c:v>1.4148978224191489</c:v>
                </c:pt>
                <c:pt idx="206">
                  <c:v>1.4134352481117645</c:v>
                </c:pt>
                <c:pt idx="207">
                  <c:v>1.4138479004714675</c:v>
                </c:pt>
                <c:pt idx="208">
                  <c:v>1.4137865623866663</c:v>
                </c:pt>
                <c:pt idx="209">
                  <c:v>1.4140758290102335</c:v>
                </c:pt>
                <c:pt idx="210">
                  <c:v>1.4155558271180559</c:v>
                </c:pt>
                <c:pt idx="211">
                  <c:v>1.4159432504454501</c:v>
                </c:pt>
                <c:pt idx="212">
                  <c:v>1.4160677399517494</c:v>
                </c:pt>
                <c:pt idx="213">
                  <c:v>1.4169971932701555</c:v>
                </c:pt>
                <c:pt idx="214">
                  <c:v>1.4175187246724168</c:v>
                </c:pt>
                <c:pt idx="215">
                  <c:v>1.4164304072911902</c:v>
                </c:pt>
                <c:pt idx="216">
                  <c:v>1.4157932953846639</c:v>
                </c:pt>
                <c:pt idx="217">
                  <c:v>1.4151978113814472</c:v>
                </c:pt>
                <c:pt idx="218">
                  <c:v>1.4146693419953009</c:v>
                </c:pt>
                <c:pt idx="219">
                  <c:v>1.4141506488591746</c:v>
                </c:pt>
                <c:pt idx="220">
                  <c:v>1.4132762263674923</c:v>
                </c:pt>
                <c:pt idx="221">
                  <c:v>1.4127133035840993</c:v>
                </c:pt>
                <c:pt idx="222">
                  <c:v>1.4122522430186537</c:v>
                </c:pt>
                <c:pt idx="223">
                  <c:v>1.4125096579889307</c:v>
                </c:pt>
                <c:pt idx="224">
                  <c:v>1.4135226036361341</c:v>
                </c:pt>
                <c:pt idx="225">
                  <c:v>1.414831438527886</c:v>
                </c:pt>
                <c:pt idx="226">
                  <c:v>1.4170622368690771</c:v>
                </c:pt>
                <c:pt idx="227">
                  <c:v>1.4178162695722101</c:v>
                </c:pt>
                <c:pt idx="228">
                  <c:v>1.4181878459136852</c:v>
                </c:pt>
                <c:pt idx="229">
                  <c:v>1.4192023683754078</c:v>
                </c:pt>
                <c:pt idx="230">
                  <c:v>1.4196907866727635</c:v>
                </c:pt>
                <c:pt idx="231">
                  <c:v>1.420765543449124</c:v>
                </c:pt>
                <c:pt idx="232">
                  <c:v>1.4211407464639934</c:v>
                </c:pt>
                <c:pt idx="233">
                  <c:v>1.4201284315425975</c:v>
                </c:pt>
                <c:pt idx="234">
                  <c:v>1.4181023825667385</c:v>
                </c:pt>
                <c:pt idx="235">
                  <c:v>1.418969630552358</c:v>
                </c:pt>
                <c:pt idx="236">
                  <c:v>1.4186414954508901</c:v>
                </c:pt>
                <c:pt idx="237">
                  <c:v>1.4164179504564878</c:v>
                </c:pt>
                <c:pt idx="238">
                  <c:v>1.4151061196171493</c:v>
                </c:pt>
                <c:pt idx="239">
                  <c:v>1.4145733139910752</c:v>
                </c:pt>
                <c:pt idx="240">
                  <c:v>1.4146880272473548</c:v>
                </c:pt>
                <c:pt idx="241">
                  <c:v>1.4147416389410112</c:v>
                </c:pt>
                <c:pt idx="242">
                  <c:v>1.4150218388810922</c:v>
                </c:pt>
                <c:pt idx="243">
                  <c:v>1.4149872278023936</c:v>
                </c:pt>
                <c:pt idx="244">
                  <c:v>1.4149332219051072</c:v>
                </c:pt>
                <c:pt idx="245">
                  <c:v>1.4154686292751382</c:v>
                </c:pt>
                <c:pt idx="246">
                  <c:v>1.4187910563080464</c:v>
                </c:pt>
                <c:pt idx="247">
                  <c:v>1.4206409751020987</c:v>
                </c:pt>
                <c:pt idx="248">
                  <c:v>1.4197332818240589</c:v>
                </c:pt>
                <c:pt idx="249">
                  <c:v>1.419564404989041</c:v>
                </c:pt>
                <c:pt idx="250">
                  <c:v>1.4194587584162475</c:v>
                </c:pt>
                <c:pt idx="251">
                  <c:v>1.4179883000362667</c:v>
                </c:pt>
                <c:pt idx="252">
                  <c:v>1.4157282517857424</c:v>
                </c:pt>
                <c:pt idx="253">
                  <c:v>1.4165814661221399</c:v>
                </c:pt>
                <c:pt idx="254">
                  <c:v>1.41759330799918</c:v>
                </c:pt>
                <c:pt idx="255">
                  <c:v>1.4183538844825683</c:v>
                </c:pt>
                <c:pt idx="256">
                  <c:v>1.41844549740614</c:v>
                </c:pt>
                <c:pt idx="257">
                  <c:v>1.4174160740472097</c:v>
                </c:pt>
                <c:pt idx="258">
                  <c:v>1.4181358110345479</c:v>
                </c:pt>
                <c:pt idx="259">
                  <c:v>1.4193971049685425</c:v>
                </c:pt>
                <c:pt idx="260">
                  <c:v>1.4191368517321306</c:v>
                </c:pt>
                <c:pt idx="261">
                  <c:v>1.4179439127075482</c:v>
                </c:pt>
                <c:pt idx="262">
                  <c:v>1.4177289928885664</c:v>
                </c:pt>
                <c:pt idx="263">
                  <c:v>1.4167247197212192</c:v>
                </c:pt>
                <c:pt idx="264">
                  <c:v>1.4154796669767735</c:v>
                </c:pt>
                <c:pt idx="265">
                  <c:v>1.4156377426323341</c:v>
                </c:pt>
                <c:pt idx="266">
                  <c:v>1.4159264573708195</c:v>
                </c:pt>
                <c:pt idx="267">
                  <c:v>1.4159239344675885</c:v>
                </c:pt>
                <c:pt idx="268">
                  <c:v>1.4152218578028666</c:v>
                </c:pt>
                <c:pt idx="269">
                  <c:v>1.4138031189391191</c:v>
                </c:pt>
                <c:pt idx="270">
                  <c:v>1.4134085211056622</c:v>
                </c:pt>
                <c:pt idx="271">
                  <c:v>1.4149925889717592</c:v>
                </c:pt>
                <c:pt idx="272">
                  <c:v>1.4195334994244626</c:v>
                </c:pt>
                <c:pt idx="273">
                  <c:v>1.4232319178794997</c:v>
                </c:pt>
                <c:pt idx="274">
                  <c:v>1.4235255995837208</c:v>
                </c:pt>
                <c:pt idx="275">
                  <c:v>1.423014869360917</c:v>
                </c:pt>
                <c:pt idx="276">
                  <c:v>1.4223080622526372</c:v>
                </c:pt>
                <c:pt idx="277">
                  <c:v>1.4202949431558365</c:v>
                </c:pt>
                <c:pt idx="278">
                  <c:v>1.4194196534161685</c:v>
                </c:pt>
                <c:pt idx="279">
                  <c:v>1.419717198315962</c:v>
                </c:pt>
                <c:pt idx="280">
                  <c:v>1.4182426402182311</c:v>
                </c:pt>
                <c:pt idx="281">
                  <c:v>1.4184667844021508</c:v>
                </c:pt>
                <c:pt idx="282">
                  <c:v>1.4205252369163814</c:v>
                </c:pt>
                <c:pt idx="283">
                  <c:v>1.420669909648528</c:v>
                </c:pt>
                <c:pt idx="284">
                  <c:v>1.4197322568946213</c:v>
                </c:pt>
                <c:pt idx="285">
                  <c:v>1.4184965073558395</c:v>
                </c:pt>
                <c:pt idx="286">
                  <c:v>1.4172170800548731</c:v>
                </c:pt>
                <c:pt idx="287">
                  <c:v>1.416807187120579</c:v>
                </c:pt>
                <c:pt idx="288">
                  <c:v>1.4180315835948216</c:v>
                </c:pt>
                <c:pt idx="289">
                  <c:v>1.4188246424573077</c:v>
                </c:pt>
                <c:pt idx="290">
                  <c:v>1.4184466011763035</c:v>
                </c:pt>
                <c:pt idx="291">
                  <c:v>1.4180578375565682</c:v>
                </c:pt>
                <c:pt idx="292">
                  <c:v>1.4179701666692945</c:v>
                </c:pt>
                <c:pt idx="293">
                  <c:v>1.4181264289881581</c:v>
                </c:pt>
                <c:pt idx="294">
                  <c:v>1.4190556457843864</c:v>
                </c:pt>
                <c:pt idx="295">
                  <c:v>1.4210067172298522</c:v>
                </c:pt>
                <c:pt idx="296">
                  <c:v>1.4226015074346803</c:v>
                </c:pt>
                <c:pt idx="297">
                  <c:v>1.4221020514356895</c:v>
                </c:pt>
                <c:pt idx="298">
                  <c:v>1.4220583736735046</c:v>
                </c:pt>
                <c:pt idx="299">
                  <c:v>1.4213807376338321</c:v>
                </c:pt>
                <c:pt idx="300">
                  <c:v>1.4209926047399044</c:v>
                </c:pt>
                <c:pt idx="301">
                  <c:v>1.4204606663618158</c:v>
                </c:pt>
                <c:pt idx="302">
                  <c:v>1.4194731074283731</c:v>
                </c:pt>
                <c:pt idx="303">
                  <c:v>1.4192356391617653</c:v>
                </c:pt>
                <c:pt idx="304">
                  <c:v>1.4198008483262112</c:v>
                </c:pt>
                <c:pt idx="305">
                  <c:v>1.4210705782178841</c:v>
                </c:pt>
                <c:pt idx="306">
                  <c:v>1.4208879042558222</c:v>
                </c:pt>
                <c:pt idx="307">
                  <c:v>1.4201104558570774</c:v>
                </c:pt>
                <c:pt idx="308">
                  <c:v>1.4196638231444834</c:v>
                </c:pt>
                <c:pt idx="309">
                  <c:v>1.4201233068954098</c:v>
                </c:pt>
                <c:pt idx="310">
                  <c:v>1.4196315772875636</c:v>
                </c:pt>
                <c:pt idx="311">
                  <c:v>1.4194121635472019</c:v>
                </c:pt>
                <c:pt idx="312">
                  <c:v>1.4196232201706112</c:v>
                </c:pt>
                <c:pt idx="313">
                  <c:v>1.4187607026285498</c:v>
                </c:pt>
                <c:pt idx="314">
                  <c:v>1.4167969378262033</c:v>
                </c:pt>
                <c:pt idx="315">
                  <c:v>1.4169354609817246</c:v>
                </c:pt>
                <c:pt idx="316">
                  <c:v>1.4188402529210489</c:v>
                </c:pt>
                <c:pt idx="317">
                  <c:v>1.4185463346946499</c:v>
                </c:pt>
                <c:pt idx="318">
                  <c:v>1.4172233873129503</c:v>
                </c:pt>
                <c:pt idx="319">
                  <c:v>1.4158205742758478</c:v>
                </c:pt>
                <c:pt idx="320">
                  <c:v>1.4149008183667355</c:v>
                </c:pt>
                <c:pt idx="321">
                  <c:v>1.4139953326290227</c:v>
                </c:pt>
                <c:pt idx="322">
                  <c:v>1.4141856541415032</c:v>
                </c:pt>
                <c:pt idx="323">
                  <c:v>1.4143248868635581</c:v>
                </c:pt>
                <c:pt idx="324">
                  <c:v>1.4150650435989214</c:v>
                </c:pt>
                <c:pt idx="325">
                  <c:v>1.4154748576924896</c:v>
                </c:pt>
                <c:pt idx="326">
                  <c:v>1.4172982071618914</c:v>
                </c:pt>
                <c:pt idx="327">
                  <c:v>1.4185760576483388</c:v>
                </c:pt>
                <c:pt idx="328">
                  <c:v>1.4170995285324586</c:v>
                </c:pt>
                <c:pt idx="329">
                  <c:v>1.4174350746621673</c:v>
                </c:pt>
                <c:pt idx="330">
                  <c:v>1.4191752471656758</c:v>
                </c:pt>
                <c:pt idx="331">
                  <c:v>1.4198219776407701</c:v>
                </c:pt>
                <c:pt idx="332">
                  <c:v>1.419705687569971</c:v>
                </c:pt>
                <c:pt idx="333">
                  <c:v>1.4189078194232012</c:v>
                </c:pt>
                <c:pt idx="334">
                  <c:v>1.4192775035872529</c:v>
                </c:pt>
                <c:pt idx="335">
                  <c:v>1.4206687270376386</c:v>
                </c:pt>
                <c:pt idx="336">
                  <c:v>1.4203444551317428</c:v>
                </c:pt>
                <c:pt idx="337">
                  <c:v>1.4192822340308109</c:v>
                </c:pt>
                <c:pt idx="338">
                  <c:v>1.4185209479808889</c:v>
                </c:pt>
                <c:pt idx="339">
                  <c:v>1.4181432220627888</c:v>
                </c:pt>
                <c:pt idx="340">
                  <c:v>1.417889512606632</c:v>
                </c:pt>
                <c:pt idx="341">
                  <c:v>1.4188497138081646</c:v>
                </c:pt>
                <c:pt idx="342">
                  <c:v>1.4192804206941136</c:v>
                </c:pt>
                <c:pt idx="343">
                  <c:v>1.4215262776139641</c:v>
                </c:pt>
                <c:pt idx="344">
                  <c:v>1.422714170832085</c:v>
                </c:pt>
                <c:pt idx="345">
                  <c:v>1.4235336413377693</c:v>
                </c:pt>
                <c:pt idx="346">
                  <c:v>1.4233482079502988</c:v>
                </c:pt>
                <c:pt idx="347">
                  <c:v>1.4215726359608318</c:v>
                </c:pt>
                <c:pt idx="348">
                  <c:v>1.4210848483892839</c:v>
                </c:pt>
                <c:pt idx="349">
                  <c:v>1.419933616108737</c:v>
                </c:pt>
                <c:pt idx="350">
                  <c:v>1.4182837950771849</c:v>
                </c:pt>
                <c:pt idx="351">
                  <c:v>1.4179258581813021</c:v>
                </c:pt>
                <c:pt idx="352">
                  <c:v>1.4187926331225658</c:v>
                </c:pt>
                <c:pt idx="353">
                  <c:v>1.4206918273703464</c:v>
                </c:pt>
                <c:pt idx="354">
                  <c:v>1.4213419479966571</c:v>
                </c:pt>
                <c:pt idx="355">
                  <c:v>1.421116700042574</c:v>
                </c:pt>
                <c:pt idx="356">
                  <c:v>1.4210256390040839</c:v>
                </c:pt>
                <c:pt idx="357">
                  <c:v>1.4213883063435246</c:v>
                </c:pt>
                <c:pt idx="358">
                  <c:v>1.4226123874548635</c:v>
                </c:pt>
                <c:pt idx="359">
                  <c:v>1.4231643513773473</c:v>
                </c:pt>
                <c:pt idx="360">
                  <c:v>1.423990207981835</c:v>
                </c:pt>
                <c:pt idx="361">
                  <c:v>1.4235920623157097</c:v>
                </c:pt>
                <c:pt idx="362">
                  <c:v>1.4206664406565854</c:v>
                </c:pt>
                <c:pt idx="363">
                  <c:v>1.4197717560983301</c:v>
                </c:pt>
                <c:pt idx="364">
                  <c:v>1.4228566360239043</c:v>
                </c:pt>
                <c:pt idx="365">
                  <c:v>1.4261458711111812</c:v>
                </c:pt>
                <c:pt idx="366">
                  <c:v>1.4251036755546445</c:v>
                </c:pt>
                <c:pt idx="367">
                  <c:v>1.4211789842160867</c:v>
                </c:pt>
                <c:pt idx="368">
                  <c:v>1.4209733676027687</c:v>
                </c:pt>
                <c:pt idx="369">
                  <c:v>1.4227784260237468</c:v>
                </c:pt>
                <c:pt idx="370">
                  <c:v>1.423648433434775</c:v>
                </c:pt>
                <c:pt idx="371">
                  <c:v>1.4227707784733281</c:v>
                </c:pt>
                <c:pt idx="372">
                  <c:v>1.4207210772796794</c:v>
                </c:pt>
                <c:pt idx="373">
                  <c:v>1.4190066068528358</c:v>
                </c:pt>
                <c:pt idx="374">
                  <c:v>1.4201900849903024</c:v>
                </c:pt>
                <c:pt idx="375">
                  <c:v>1.4214426276037149</c:v>
                </c:pt>
                <c:pt idx="376">
                  <c:v>1.4219121241268389</c:v>
                </c:pt>
                <c:pt idx="377">
                  <c:v>1.4210926536211546</c:v>
                </c:pt>
                <c:pt idx="378">
                  <c:v>1.4215729513237356</c:v>
                </c:pt>
                <c:pt idx="379">
                  <c:v>1.4218234283101279</c:v>
                </c:pt>
                <c:pt idx="380">
                  <c:v>1.4208257777637616</c:v>
                </c:pt>
                <c:pt idx="381">
                  <c:v>1.4214284362730412</c:v>
                </c:pt>
                <c:pt idx="382">
                  <c:v>1.4220656270202936</c:v>
                </c:pt>
                <c:pt idx="383">
                  <c:v>1.420972973399139</c:v>
                </c:pt>
                <c:pt idx="384">
                  <c:v>1.4196207761081063</c:v>
                </c:pt>
                <c:pt idx="385">
                  <c:v>1.4196276352512653</c:v>
                </c:pt>
                <c:pt idx="386">
                  <c:v>1.4209606742458885</c:v>
                </c:pt>
                <c:pt idx="387">
                  <c:v>1.4215022311925447</c:v>
                </c:pt>
                <c:pt idx="388">
                  <c:v>1.4211879720588467</c:v>
                </c:pt>
                <c:pt idx="389">
                  <c:v>1.4202100316939716</c:v>
                </c:pt>
                <c:pt idx="390">
                  <c:v>1.4181382550970529</c:v>
                </c:pt>
                <c:pt idx="391">
                  <c:v>1.4170218704173827</c:v>
                </c:pt>
                <c:pt idx="392">
                  <c:v>1.4169099954272377</c:v>
                </c:pt>
                <c:pt idx="393">
                  <c:v>1.4174826156199245</c:v>
                </c:pt>
                <c:pt idx="394">
                  <c:v>1.4163506204765133</c:v>
                </c:pt>
                <c:pt idx="395">
                  <c:v>1.4162620823412542</c:v>
                </c:pt>
                <c:pt idx="396">
                  <c:v>1.4165871426544094</c:v>
                </c:pt>
                <c:pt idx="397">
                  <c:v>1.4163571642567683</c:v>
                </c:pt>
                <c:pt idx="398">
                  <c:v>1.4159713177438937</c:v>
                </c:pt>
                <c:pt idx="399">
                  <c:v>1.4184328828899855</c:v>
                </c:pt>
                <c:pt idx="400">
                  <c:v>1.4201289045869534</c:v>
                </c:pt>
                <c:pt idx="401">
                  <c:v>1.4198101515318753</c:v>
                </c:pt>
                <c:pt idx="402">
                  <c:v>1.4212055535407369</c:v>
                </c:pt>
                <c:pt idx="403">
                  <c:v>1.4233250287768648</c:v>
                </c:pt>
                <c:pt idx="404">
                  <c:v>1.4247887856951387</c:v>
                </c:pt>
                <c:pt idx="405">
                  <c:v>1.4265826487330295</c:v>
                </c:pt>
                <c:pt idx="406">
                  <c:v>1.4281158643308787</c:v>
                </c:pt>
                <c:pt idx="407">
                  <c:v>1.4296499471767135</c:v>
                </c:pt>
                <c:pt idx="408">
                  <c:v>1.4303503681861902</c:v>
                </c:pt>
                <c:pt idx="409">
                  <c:v>1.4287921600782099</c:v>
                </c:pt>
                <c:pt idx="410">
                  <c:v>1.4275392232611677</c:v>
                </c:pt>
                <c:pt idx="411">
                  <c:v>1.4283061070026333</c:v>
                </c:pt>
                <c:pt idx="412">
                  <c:v>1.4273597029281444</c:v>
                </c:pt>
                <c:pt idx="413">
                  <c:v>1.4267536542676484</c:v>
                </c:pt>
                <c:pt idx="414">
                  <c:v>1.4263789242971348</c:v>
                </c:pt>
                <c:pt idx="415">
                  <c:v>1.425220911714155</c:v>
                </c:pt>
                <c:pt idx="416">
                  <c:v>1.4257050726123086</c:v>
                </c:pt>
                <c:pt idx="417">
                  <c:v>1.4255475488418297</c:v>
                </c:pt>
                <c:pt idx="418">
                  <c:v>1.4249398445260884</c:v>
                </c:pt>
                <c:pt idx="419">
                  <c:v>1.4251402576514924</c:v>
                </c:pt>
                <c:pt idx="420">
                  <c:v>1.4254502593859883</c:v>
                </c:pt>
                <c:pt idx="421">
                  <c:v>1.4257771330358409</c:v>
                </c:pt>
                <c:pt idx="422">
                  <c:v>1.4276168025355176</c:v>
                </c:pt>
                <c:pt idx="423">
                  <c:v>1.4271696179378419</c:v>
                </c:pt>
                <c:pt idx="424">
                  <c:v>1.4264946624828521</c:v>
                </c:pt>
                <c:pt idx="425">
                  <c:v>1.4250767120263643</c:v>
                </c:pt>
                <c:pt idx="426">
                  <c:v>1.4247798766931046</c:v>
                </c:pt>
                <c:pt idx="427">
                  <c:v>1.4264732966461153</c:v>
                </c:pt>
                <c:pt idx="428">
                  <c:v>1.4260213816048817</c:v>
                </c:pt>
                <c:pt idx="429">
                  <c:v>1.424676043457008</c:v>
                </c:pt>
                <c:pt idx="430">
                  <c:v>1.4254180923697946</c:v>
                </c:pt>
                <c:pt idx="431">
                  <c:v>1.4254595625916522</c:v>
                </c:pt>
                <c:pt idx="432">
                  <c:v>1.4244033333858936</c:v>
                </c:pt>
                <c:pt idx="433">
                  <c:v>1.4237010201989939</c:v>
                </c:pt>
                <c:pt idx="434">
                  <c:v>1.4233846323656947</c:v>
                </c:pt>
                <c:pt idx="435">
                  <c:v>1.4226570113057599</c:v>
                </c:pt>
                <c:pt idx="436">
                  <c:v>1.4208165533988235</c:v>
                </c:pt>
                <c:pt idx="437">
                  <c:v>1.4204054778536399</c:v>
                </c:pt>
                <c:pt idx="438">
                  <c:v>1.4217992242072564</c:v>
                </c:pt>
                <c:pt idx="439">
                  <c:v>1.4226705719106261</c:v>
                </c:pt>
                <c:pt idx="440">
                  <c:v>1.4238006748766141</c:v>
                </c:pt>
                <c:pt idx="441">
                  <c:v>1.4254509689525221</c:v>
                </c:pt>
                <c:pt idx="442">
                  <c:v>1.4266487961021144</c:v>
                </c:pt>
                <c:pt idx="443">
                  <c:v>1.4262888881880824</c:v>
                </c:pt>
                <c:pt idx="444">
                  <c:v>1.4249100427316734</c:v>
                </c:pt>
                <c:pt idx="445">
                  <c:v>1.4258185244169728</c:v>
                </c:pt>
                <c:pt idx="446">
                  <c:v>1.4264440467367823</c:v>
                </c:pt>
                <c:pt idx="447">
                  <c:v>1.4259415159494788</c:v>
                </c:pt>
                <c:pt idx="448">
                  <c:v>1.4266036203661363</c:v>
                </c:pt>
                <c:pt idx="449">
                  <c:v>1.4293121935066777</c:v>
                </c:pt>
                <c:pt idx="450">
                  <c:v>1.4316973619893092</c:v>
                </c:pt>
                <c:pt idx="451">
                  <c:v>1.4324213563758494</c:v>
                </c:pt>
                <c:pt idx="452">
                  <c:v>1.431164398681783</c:v>
                </c:pt>
                <c:pt idx="453">
                  <c:v>1.4291307021555053</c:v>
                </c:pt>
                <c:pt idx="454">
                  <c:v>1.4266022012330688</c:v>
                </c:pt>
                <c:pt idx="455">
                  <c:v>1.4253303426417949</c:v>
                </c:pt>
                <c:pt idx="456">
                  <c:v>1.4249012914110912</c:v>
                </c:pt>
                <c:pt idx="457">
                  <c:v>1.422495072454627</c:v>
                </c:pt>
                <c:pt idx="458">
                  <c:v>1.4218421924029077</c:v>
                </c:pt>
                <c:pt idx="459">
                  <c:v>1.4218648196912596</c:v>
                </c:pt>
                <c:pt idx="460">
                  <c:v>1.4233989813778205</c:v>
                </c:pt>
                <c:pt idx="461">
                  <c:v>1.4257760292656774</c:v>
                </c:pt>
                <c:pt idx="462">
                  <c:v>1.4270497011936485</c:v>
                </c:pt>
                <c:pt idx="463">
                  <c:v>1.4266169444488244</c:v>
                </c:pt>
                <c:pt idx="464">
                  <c:v>1.4266715810719184</c:v>
                </c:pt>
                <c:pt idx="465">
                  <c:v>1.4276761696021696</c:v>
                </c:pt>
                <c:pt idx="466">
                  <c:v>1.4270267585423926</c:v>
                </c:pt>
                <c:pt idx="467">
                  <c:v>1.4253560447184597</c:v>
                </c:pt>
                <c:pt idx="468">
                  <c:v>1.4249947965120862</c:v>
                </c:pt>
                <c:pt idx="469">
                  <c:v>1.4254821110392784</c:v>
                </c:pt>
                <c:pt idx="470">
                  <c:v>1.4263411595893973</c:v>
                </c:pt>
                <c:pt idx="471">
                  <c:v>1.4277522509027263</c:v>
                </c:pt>
                <c:pt idx="472">
                  <c:v>1.4276116778883299</c:v>
                </c:pt>
                <c:pt idx="473">
                  <c:v>1.4274370456803165</c:v>
                </c:pt>
                <c:pt idx="474">
                  <c:v>1.4282231665589176</c:v>
                </c:pt>
                <c:pt idx="475">
                  <c:v>1.427878317223545</c:v>
                </c:pt>
                <c:pt idx="476">
                  <c:v>1.426483230577587</c:v>
                </c:pt>
                <c:pt idx="477">
                  <c:v>1.4258104038221984</c:v>
                </c:pt>
                <c:pt idx="478">
                  <c:v>1.4253215124804868</c:v>
                </c:pt>
                <c:pt idx="479">
                  <c:v>1.4259868493669088</c:v>
                </c:pt>
                <c:pt idx="480">
                  <c:v>1.4254482095271133</c:v>
                </c:pt>
                <c:pt idx="481">
                  <c:v>1.4233773790189059</c:v>
                </c:pt>
                <c:pt idx="482">
                  <c:v>1.4214222866964159</c:v>
                </c:pt>
                <c:pt idx="483">
                  <c:v>1.4215773664043898</c:v>
                </c:pt>
                <c:pt idx="484">
                  <c:v>1.4237151326889417</c:v>
                </c:pt>
                <c:pt idx="485">
                  <c:v>1.4247056875699711</c:v>
                </c:pt>
                <c:pt idx="486">
                  <c:v>1.4224116589665556</c:v>
                </c:pt>
                <c:pt idx="487">
                  <c:v>1.4203967265330579</c:v>
                </c:pt>
                <c:pt idx="488">
                  <c:v>1.4212790330973366</c:v>
                </c:pt>
                <c:pt idx="489">
                  <c:v>1.4215838313439189</c:v>
                </c:pt>
                <c:pt idx="490">
                  <c:v>1.4221794730285875</c:v>
                </c:pt>
                <c:pt idx="491">
                  <c:v>1.4237478515902173</c:v>
                </c:pt>
                <c:pt idx="492">
                  <c:v>1.4249534051309543</c:v>
                </c:pt>
                <c:pt idx="493">
                  <c:v>1.4241403995647992</c:v>
                </c:pt>
                <c:pt idx="494">
                  <c:v>1.4226052917895267</c:v>
                </c:pt>
                <c:pt idx="495">
                  <c:v>1.4230334757722449</c:v>
                </c:pt>
                <c:pt idx="496">
                  <c:v>1.4251549220265218</c:v>
                </c:pt>
                <c:pt idx="497">
                  <c:v>1.426109525536511</c:v>
                </c:pt>
                <c:pt idx="498">
                  <c:v>1.4263924849020009</c:v>
                </c:pt>
                <c:pt idx="499">
                  <c:v>1.425377962440278</c:v>
                </c:pt>
                <c:pt idx="500">
                  <c:v>1.4250394992037085</c:v>
                </c:pt>
                <c:pt idx="501">
                  <c:v>1.4262241599520646</c:v>
                </c:pt>
                <c:pt idx="502">
                  <c:v>1.4270151689556756</c:v>
                </c:pt>
                <c:pt idx="503">
                  <c:v>1.4264050205774295</c:v>
                </c:pt>
                <c:pt idx="504">
                  <c:v>1.4261137829357131</c:v>
                </c:pt>
                <c:pt idx="505">
                  <c:v>1.4264436525331525</c:v>
                </c:pt>
                <c:pt idx="506">
                  <c:v>1.4285108563679654</c:v>
                </c:pt>
                <c:pt idx="507">
                  <c:v>1.4287155268925715</c:v>
                </c:pt>
                <c:pt idx="508">
                  <c:v>1.427114902474022</c:v>
                </c:pt>
                <c:pt idx="509">
                  <c:v>1.426264605244485</c:v>
                </c:pt>
                <c:pt idx="510">
                  <c:v>1.4262161181980162</c:v>
                </c:pt>
                <c:pt idx="511">
                  <c:v>1.4246718648985319</c:v>
                </c:pt>
                <c:pt idx="512">
                  <c:v>1.4236338479004713</c:v>
                </c:pt>
                <c:pt idx="513">
                  <c:v>1.425270817893691</c:v>
                </c:pt>
                <c:pt idx="514">
                  <c:v>1.4248059729733991</c:v>
                </c:pt>
                <c:pt idx="515">
                  <c:v>1.4221928759520017</c:v>
                </c:pt>
                <c:pt idx="516">
                  <c:v>1.4239897349374793</c:v>
                </c:pt>
                <c:pt idx="517">
                  <c:v>1.4257545057474887</c:v>
                </c:pt>
                <c:pt idx="518">
                  <c:v>1.4252153928633373</c:v>
                </c:pt>
                <c:pt idx="519">
                  <c:v>1.4263152209905547</c:v>
                </c:pt>
                <c:pt idx="520">
                  <c:v>1.4253904192749807</c:v>
                </c:pt>
                <c:pt idx="521">
                  <c:v>1.4244099560068748</c:v>
                </c:pt>
                <c:pt idx="522">
                  <c:v>1.4249445749696463</c:v>
                </c:pt>
                <c:pt idx="523">
                  <c:v>1.4237672464088049</c:v>
                </c:pt>
                <c:pt idx="524">
                  <c:v>1.4232518645831691</c:v>
                </c:pt>
                <c:pt idx="525">
                  <c:v>1.4231746795124489</c:v>
                </c:pt>
                <c:pt idx="526">
                  <c:v>1.4236271464387644</c:v>
                </c:pt>
                <c:pt idx="527">
                  <c:v>1.4253492644160266</c:v>
                </c:pt>
                <c:pt idx="528">
                  <c:v>1.4253079518756209</c:v>
                </c:pt>
                <c:pt idx="529">
                  <c:v>1.4251925290528074</c:v>
                </c:pt>
                <c:pt idx="530">
                  <c:v>1.4271184503066903</c:v>
                </c:pt>
                <c:pt idx="531">
                  <c:v>1.4279677226067897</c:v>
                </c:pt>
                <c:pt idx="532">
                  <c:v>1.4267937053564388</c:v>
                </c:pt>
                <c:pt idx="533">
                  <c:v>1.425729119033728</c:v>
                </c:pt>
                <c:pt idx="534">
                  <c:v>1.4249430769958529</c:v>
                </c:pt>
                <c:pt idx="535">
                  <c:v>1.4250505369053437</c:v>
                </c:pt>
                <c:pt idx="536">
                  <c:v>1.424986281713682</c:v>
                </c:pt>
                <c:pt idx="537">
                  <c:v>1.424448430281146</c:v>
                </c:pt>
                <c:pt idx="538">
                  <c:v>1.4242339046657941</c:v>
                </c:pt>
                <c:pt idx="539">
                  <c:v>1.4243026537788359</c:v>
                </c:pt>
                <c:pt idx="540">
                  <c:v>1.4243814156640753</c:v>
                </c:pt>
                <c:pt idx="541">
                  <c:v>1.4255518062410317</c:v>
                </c:pt>
                <c:pt idx="542">
                  <c:v>1.4273550513253126</c:v>
                </c:pt>
                <c:pt idx="543">
                  <c:v>1.4258505337517147</c:v>
                </c:pt>
                <c:pt idx="544">
                  <c:v>1.424851700594459</c:v>
                </c:pt>
                <c:pt idx="545">
                  <c:v>1.4254015358173417</c:v>
                </c:pt>
                <c:pt idx="546">
                  <c:v>1.4249739037197053</c:v>
                </c:pt>
                <c:pt idx="547">
                  <c:v>1.4247761711789841</c:v>
                </c:pt>
                <c:pt idx="548">
                  <c:v>1.4252928932969613</c:v>
                </c:pt>
                <c:pt idx="549">
                  <c:v>1.4263157728756366</c:v>
                </c:pt>
                <c:pt idx="550">
                  <c:v>1.4255120705151452</c:v>
                </c:pt>
                <c:pt idx="551">
                  <c:v>1.4249047604030336</c:v>
                </c:pt>
                <c:pt idx="552">
                  <c:v>1.4255895709487691</c:v>
                </c:pt>
                <c:pt idx="553">
                  <c:v>1.4261658178148504</c:v>
                </c:pt>
                <c:pt idx="554">
                  <c:v>1.4255539349406328</c:v>
                </c:pt>
                <c:pt idx="555">
                  <c:v>1.4257850959491634</c:v>
                </c:pt>
                <c:pt idx="556">
                  <c:v>1.4260067172298521</c:v>
                </c:pt>
                <c:pt idx="557">
                  <c:v>1.4257196581466121</c:v>
                </c:pt>
                <c:pt idx="558">
                  <c:v>1.4262929090651066</c:v>
                </c:pt>
                <c:pt idx="559">
                  <c:v>1.4265103517873192</c:v>
                </c:pt>
                <c:pt idx="560">
                  <c:v>1.4262546713130133</c:v>
                </c:pt>
                <c:pt idx="561">
                  <c:v>1.4251536605749064</c:v>
                </c:pt>
                <c:pt idx="562">
                  <c:v>1.4243880382850564</c:v>
                </c:pt>
                <c:pt idx="563">
                  <c:v>1.4249227360885539</c:v>
                </c:pt>
                <c:pt idx="564">
                  <c:v>1.4250346899194246</c:v>
                </c:pt>
                <c:pt idx="565">
                  <c:v>1.424101609927624</c:v>
                </c:pt>
                <c:pt idx="566">
                  <c:v>1.4239108153707878</c:v>
                </c:pt>
                <c:pt idx="567">
                  <c:v>1.4260017502641162</c:v>
                </c:pt>
                <c:pt idx="568">
                  <c:v>1.4280137655907534</c:v>
                </c:pt>
                <c:pt idx="569">
                  <c:v>1.4276328860436145</c:v>
                </c:pt>
                <c:pt idx="570">
                  <c:v>1.4253175704441885</c:v>
                </c:pt>
                <c:pt idx="571">
                  <c:v>1.4239859505826329</c:v>
                </c:pt>
                <c:pt idx="572">
                  <c:v>1.4237196266103218</c:v>
                </c:pt>
                <c:pt idx="573">
                  <c:v>1.4233723332124442</c:v>
                </c:pt>
                <c:pt idx="574">
                  <c:v>1.4225081600151372</c:v>
                </c:pt>
                <c:pt idx="575">
                  <c:v>1.4221976063955597</c:v>
                </c:pt>
                <c:pt idx="576">
                  <c:v>1.4228380296125767</c:v>
                </c:pt>
                <c:pt idx="577">
                  <c:v>1.4236485911162269</c:v>
                </c:pt>
                <c:pt idx="578">
                  <c:v>1.4238307131932071</c:v>
                </c:pt>
                <c:pt idx="579">
                  <c:v>1.4235529573156309</c:v>
                </c:pt>
                <c:pt idx="580">
                  <c:v>1.4246327598984529</c:v>
                </c:pt>
                <c:pt idx="581">
                  <c:v>1.4250354783266843</c:v>
                </c:pt>
                <c:pt idx="582">
                  <c:v>1.425325927561141</c:v>
                </c:pt>
                <c:pt idx="583">
                  <c:v>1.4259398602942335</c:v>
                </c:pt>
                <c:pt idx="584">
                  <c:v>1.4257652280862201</c:v>
                </c:pt>
                <c:pt idx="585">
                  <c:v>1.4257303804853434</c:v>
                </c:pt>
                <c:pt idx="586">
                  <c:v>1.425658162380359</c:v>
                </c:pt>
                <c:pt idx="587">
                  <c:v>1.4261581702644317</c:v>
                </c:pt>
                <c:pt idx="588">
                  <c:v>1.4255146722591021</c:v>
                </c:pt>
                <c:pt idx="589">
                  <c:v>1.4237747362777715</c:v>
                </c:pt>
                <c:pt idx="590">
                  <c:v>1.4224364149545088</c:v>
                </c:pt>
                <c:pt idx="591">
                  <c:v>1.4218953310522082</c:v>
                </c:pt>
                <c:pt idx="592">
                  <c:v>1.4218790898626594</c:v>
                </c:pt>
                <c:pt idx="593">
                  <c:v>1.4208899541146973</c:v>
                </c:pt>
                <c:pt idx="594">
                  <c:v>1.4227282044813068</c:v>
                </c:pt>
                <c:pt idx="595">
                  <c:v>1.423814550844384</c:v>
                </c:pt>
                <c:pt idx="596">
                  <c:v>1.422900944511897</c:v>
                </c:pt>
                <c:pt idx="597">
                  <c:v>1.4228612087860104</c:v>
                </c:pt>
                <c:pt idx="598">
                  <c:v>1.4228466232517067</c:v>
                </c:pt>
                <c:pt idx="599">
                  <c:v>1.4230300856210283</c:v>
                </c:pt>
                <c:pt idx="600">
                  <c:v>1.4229272773143695</c:v>
                </c:pt>
                <c:pt idx="601">
                  <c:v>1.4230236206814992</c:v>
                </c:pt>
                <c:pt idx="602">
                  <c:v>1.4227150380800706</c:v>
                </c:pt>
                <c:pt idx="603">
                  <c:v>1.4227684132515492</c:v>
                </c:pt>
                <c:pt idx="604">
                  <c:v>1.4235721156120404</c:v>
                </c:pt>
                <c:pt idx="605">
                  <c:v>1.4237916870338541</c:v>
                </c:pt>
                <c:pt idx="606">
                  <c:v>1.4225982749649158</c:v>
                </c:pt>
                <c:pt idx="607">
                  <c:v>1.4229532947539381</c:v>
                </c:pt>
                <c:pt idx="608">
                  <c:v>1.4227891483624779</c:v>
                </c:pt>
                <c:pt idx="609">
                  <c:v>1.4232156766899509</c:v>
                </c:pt>
                <c:pt idx="610">
                  <c:v>1.4243427048676263</c:v>
                </c:pt>
                <c:pt idx="611">
                  <c:v>1.424655544868257</c:v>
                </c:pt>
                <c:pt idx="612">
                  <c:v>1.4257199735095161</c:v>
                </c:pt>
                <c:pt idx="613">
                  <c:v>1.426305444740535</c:v>
                </c:pt>
                <c:pt idx="614">
                  <c:v>1.4241743010769643</c:v>
                </c:pt>
                <c:pt idx="615">
                  <c:v>1.4219077090461849</c:v>
                </c:pt>
                <c:pt idx="616">
                  <c:v>1.4224182815875368</c:v>
                </c:pt>
                <c:pt idx="617">
                  <c:v>1.4247681294249357</c:v>
                </c:pt>
                <c:pt idx="618">
                  <c:v>1.4269748025039815</c:v>
                </c:pt>
                <c:pt idx="619">
                  <c:v>1.4261701540547784</c:v>
                </c:pt>
                <c:pt idx="620">
                  <c:v>1.4214986045191502</c:v>
                </c:pt>
                <c:pt idx="621">
                  <c:v>1.4198228448887555</c:v>
                </c:pt>
                <c:pt idx="622">
                  <c:v>1.4207980258282218</c:v>
                </c:pt>
                <c:pt idx="623">
                  <c:v>1.4211212728046798</c:v>
                </c:pt>
                <c:pt idx="624">
                  <c:v>1.4218842933505731</c:v>
                </c:pt>
                <c:pt idx="625">
                  <c:v>1.423801226761696</c:v>
                </c:pt>
                <c:pt idx="626">
                  <c:v>1.4244452766521074</c:v>
                </c:pt>
                <c:pt idx="627">
                  <c:v>1.4233765906116462</c:v>
                </c:pt>
                <c:pt idx="628">
                  <c:v>1.422322095901859</c:v>
                </c:pt>
                <c:pt idx="629">
                  <c:v>1.4209951276431352</c:v>
                </c:pt>
                <c:pt idx="630">
                  <c:v>1.4196396190416121</c:v>
                </c:pt>
                <c:pt idx="631">
                  <c:v>1.4190869455525945</c:v>
                </c:pt>
                <c:pt idx="632">
                  <c:v>1.4182871852284016</c:v>
                </c:pt>
                <c:pt idx="633">
                  <c:v>1.4183496270833662</c:v>
                </c:pt>
                <c:pt idx="634">
                  <c:v>1.4189154669736197</c:v>
                </c:pt>
                <c:pt idx="635">
                  <c:v>1.4195910531544174</c:v>
                </c:pt>
                <c:pt idx="636">
                  <c:v>1.4210019079455682</c:v>
                </c:pt>
                <c:pt idx="637">
                  <c:v>1.4218541761932544</c:v>
                </c:pt>
                <c:pt idx="638">
                  <c:v>1.4217332345196234</c:v>
                </c:pt>
                <c:pt idx="639">
                  <c:v>1.4212241599520647</c:v>
                </c:pt>
                <c:pt idx="640">
                  <c:v>1.4206941925921253</c:v>
                </c:pt>
                <c:pt idx="641">
                  <c:v>1.4197667102918683</c:v>
                </c:pt>
                <c:pt idx="642">
                  <c:v>1.4189554392216843</c:v>
                </c:pt>
                <c:pt idx="643">
                  <c:v>1.4192674908150553</c:v>
                </c:pt>
                <c:pt idx="644">
                  <c:v>1.4184648133840017</c:v>
                </c:pt>
                <c:pt idx="645">
                  <c:v>1.4170470206089656</c:v>
                </c:pt>
                <c:pt idx="646">
                  <c:v>1.4165053059808574</c:v>
                </c:pt>
                <c:pt idx="647">
                  <c:v>1.4187019662877054</c:v>
                </c:pt>
                <c:pt idx="648">
                  <c:v>1.4196076885475961</c:v>
                </c:pt>
                <c:pt idx="649">
                  <c:v>1.4173844589160975</c:v>
                </c:pt>
                <c:pt idx="650">
                  <c:v>1.4157396836910074</c:v>
                </c:pt>
                <c:pt idx="651">
                  <c:v>1.4161379081978587</c:v>
                </c:pt>
                <c:pt idx="652">
                  <c:v>1.4182000662262098</c:v>
                </c:pt>
                <c:pt idx="653">
                  <c:v>1.4196004352008071</c:v>
                </c:pt>
                <c:pt idx="654">
                  <c:v>1.4195687412289693</c:v>
                </c:pt>
                <c:pt idx="655">
                  <c:v>1.4188906321449406</c:v>
                </c:pt>
                <c:pt idx="656">
                  <c:v>1.4186037307431525</c:v>
                </c:pt>
                <c:pt idx="657">
                  <c:v>1.4186280925274759</c:v>
                </c:pt>
                <c:pt idx="658">
                  <c:v>1.4177911193806272</c:v>
                </c:pt>
                <c:pt idx="659">
                  <c:v>1.4184527507529288</c:v>
                </c:pt>
                <c:pt idx="660">
                  <c:v>1.4184685977388478</c:v>
                </c:pt>
                <c:pt idx="661">
                  <c:v>1.4181189391191913</c:v>
                </c:pt>
                <c:pt idx="662">
                  <c:v>1.4196956747977734</c:v>
                </c:pt>
                <c:pt idx="663">
                  <c:v>1.4205086803639286</c:v>
                </c:pt>
                <c:pt idx="664">
                  <c:v>1.4210290291553003</c:v>
                </c:pt>
                <c:pt idx="665">
                  <c:v>1.4218886295905011</c:v>
                </c:pt>
                <c:pt idx="666">
                  <c:v>1.4224616439868178</c:v>
                </c:pt>
                <c:pt idx="667">
                  <c:v>1.421925605890979</c:v>
                </c:pt>
                <c:pt idx="668">
                  <c:v>1.4209254324413818</c:v>
                </c:pt>
                <c:pt idx="669">
                  <c:v>1.4196835333259747</c:v>
                </c:pt>
                <c:pt idx="670">
                  <c:v>1.4193843327709361</c:v>
                </c:pt>
                <c:pt idx="671">
                  <c:v>1.4197987196266102</c:v>
                </c:pt>
                <c:pt idx="672">
                  <c:v>1.421615446475031</c:v>
                </c:pt>
                <c:pt idx="673">
                  <c:v>1.4230132137056717</c:v>
                </c:pt>
                <c:pt idx="674">
                  <c:v>1.4226630820416593</c:v>
                </c:pt>
                <c:pt idx="675">
                  <c:v>1.4226290228480423</c:v>
                </c:pt>
                <c:pt idx="676">
                  <c:v>1.4216345259307146</c:v>
                </c:pt>
                <c:pt idx="677">
                  <c:v>1.4208310600924012</c:v>
                </c:pt>
                <c:pt idx="678">
                  <c:v>1.4206266260899729</c:v>
                </c:pt>
                <c:pt idx="679">
                  <c:v>1.4198550907456755</c:v>
                </c:pt>
                <c:pt idx="680">
                  <c:v>1.418719232406692</c:v>
                </c:pt>
                <c:pt idx="681">
                  <c:v>1.4181520522240967</c:v>
                </c:pt>
                <c:pt idx="682">
                  <c:v>1.4208393383686275</c:v>
                </c:pt>
                <c:pt idx="683">
                  <c:v>1.4229381573345528</c:v>
                </c:pt>
                <c:pt idx="684">
                  <c:v>1.4208409151831469</c:v>
                </c:pt>
                <c:pt idx="685">
                  <c:v>1.4192374524984626</c:v>
                </c:pt>
                <c:pt idx="686">
                  <c:v>1.4181711316797805</c:v>
                </c:pt>
                <c:pt idx="687">
                  <c:v>1.4196043772371054</c:v>
                </c:pt>
                <c:pt idx="688">
                  <c:v>1.4218793263848373</c:v>
                </c:pt>
                <c:pt idx="689">
                  <c:v>1.421586117724972</c:v>
                </c:pt>
                <c:pt idx="690">
                  <c:v>1.4199932985382928</c:v>
                </c:pt>
                <c:pt idx="691">
                  <c:v>1.4181917091092573</c:v>
                </c:pt>
                <c:pt idx="692">
                  <c:v>1.4174727605291788</c:v>
                </c:pt>
                <c:pt idx="693">
                  <c:v>1.4179813620523818</c:v>
                </c:pt>
                <c:pt idx="694">
                  <c:v>1.4175340986139799</c:v>
                </c:pt>
                <c:pt idx="695">
                  <c:v>1.4169574575442689</c:v>
                </c:pt>
                <c:pt idx="696">
                  <c:v>1.4175422192087543</c:v>
                </c:pt>
                <c:pt idx="697">
                  <c:v>1.4174259291379554</c:v>
                </c:pt>
                <c:pt idx="698">
                  <c:v>1.4179448587962598</c:v>
                </c:pt>
                <c:pt idx="699">
                  <c:v>1.4187435941910151</c:v>
                </c:pt>
                <c:pt idx="700">
                  <c:v>1.4194274586480391</c:v>
                </c:pt>
                <c:pt idx="701">
                  <c:v>1.4192224727605292</c:v>
                </c:pt>
                <c:pt idx="702">
                  <c:v>1.4177223702675854</c:v>
                </c:pt>
                <c:pt idx="703">
                  <c:v>1.4171497500748986</c:v>
                </c:pt>
                <c:pt idx="704">
                  <c:v>1.4164844920292026</c:v>
                </c:pt>
                <c:pt idx="705">
                  <c:v>1.4178456771629953</c:v>
                </c:pt>
                <c:pt idx="706">
                  <c:v>1.418796575158864</c:v>
                </c:pt>
                <c:pt idx="707">
                  <c:v>1.418995017266119</c:v>
                </c:pt>
                <c:pt idx="708">
                  <c:v>1.4185651776281556</c:v>
                </c:pt>
                <c:pt idx="709">
                  <c:v>1.4189617464797615</c:v>
                </c:pt>
                <c:pt idx="710">
                  <c:v>1.4197129409167599</c:v>
                </c:pt>
                <c:pt idx="711">
                  <c:v>1.4205184566139484</c:v>
                </c:pt>
                <c:pt idx="712">
                  <c:v>1.4191825005124645</c:v>
                </c:pt>
                <c:pt idx="713">
                  <c:v>1.4161662908592061</c:v>
                </c:pt>
                <c:pt idx="714">
                  <c:v>1.4134317791198221</c:v>
                </c:pt>
                <c:pt idx="715">
                  <c:v>1.4121725350447025</c:v>
                </c:pt>
                <c:pt idx="716">
                  <c:v>1.4129116668506283</c:v>
                </c:pt>
                <c:pt idx="717">
                  <c:v>1.4138198331730238</c:v>
                </c:pt>
                <c:pt idx="718">
                  <c:v>1.4153584887809647</c:v>
                </c:pt>
                <c:pt idx="719">
                  <c:v>1.4179495103990916</c:v>
                </c:pt>
                <c:pt idx="720">
                  <c:v>1.4180594143710874</c:v>
                </c:pt>
                <c:pt idx="721">
                  <c:v>1.416946183320456</c:v>
                </c:pt>
                <c:pt idx="722">
                  <c:v>1.4165092480171557</c:v>
                </c:pt>
                <c:pt idx="723">
                  <c:v>1.4178650719815826</c:v>
                </c:pt>
                <c:pt idx="724">
                  <c:v>1.418547990349895</c:v>
                </c:pt>
                <c:pt idx="725">
                  <c:v>1.4178637316892413</c:v>
                </c:pt>
                <c:pt idx="726">
                  <c:v>1.4168096311830838</c:v>
                </c:pt>
                <c:pt idx="727">
                  <c:v>1.4171947681294248</c:v>
                </c:pt>
                <c:pt idx="728">
                  <c:v>1.4197586685378198</c:v>
                </c:pt>
                <c:pt idx="729">
                  <c:v>1.4197370661789053</c:v>
                </c:pt>
                <c:pt idx="730">
                  <c:v>1.4207173717655592</c:v>
                </c:pt>
                <c:pt idx="731">
                  <c:v>1.4215302984909883</c:v>
                </c:pt>
                <c:pt idx="732">
                  <c:v>1.4201192071776596</c:v>
                </c:pt>
                <c:pt idx="733">
                  <c:v>1.4185586338479004</c:v>
                </c:pt>
                <c:pt idx="734">
                  <c:v>1.4178061779592865</c:v>
                </c:pt>
                <c:pt idx="735">
                  <c:v>1.4176473138964663</c:v>
                </c:pt>
                <c:pt idx="736">
                  <c:v>1.4168644254876297</c:v>
                </c:pt>
                <c:pt idx="737">
                  <c:v>1.4151911099197401</c:v>
                </c:pt>
                <c:pt idx="738">
                  <c:v>1.413828347971428</c:v>
                </c:pt>
                <c:pt idx="739">
                  <c:v>1.4133068165691669</c:v>
                </c:pt>
                <c:pt idx="740">
                  <c:v>1.4143356880430153</c:v>
                </c:pt>
                <c:pt idx="741">
                  <c:v>1.4154451347388006</c:v>
                </c:pt>
                <c:pt idx="742">
                  <c:v>1.4155599268358061</c:v>
                </c:pt>
                <c:pt idx="743">
                  <c:v>1.4154504959081662</c:v>
                </c:pt>
                <c:pt idx="744">
                  <c:v>1.4148021886185527</c:v>
                </c:pt>
                <c:pt idx="745">
                  <c:v>1.4149511187499013</c:v>
                </c:pt>
                <c:pt idx="746">
                  <c:v>1.4157561614027341</c:v>
                </c:pt>
                <c:pt idx="747">
                  <c:v>1.4168228764250461</c:v>
                </c:pt>
                <c:pt idx="748">
                  <c:v>1.4179617307116164</c:v>
                </c:pt>
                <c:pt idx="749">
                  <c:v>1.417392500670146</c:v>
                </c:pt>
                <c:pt idx="750">
                  <c:v>1.417641085479115</c:v>
                </c:pt>
                <c:pt idx="751">
                  <c:v>1.4184457339283179</c:v>
                </c:pt>
                <c:pt idx="752">
                  <c:v>1.417946277929327</c:v>
                </c:pt>
                <c:pt idx="753">
                  <c:v>1.4179541620019236</c:v>
                </c:pt>
                <c:pt idx="754">
                  <c:v>1.4178552168908369</c:v>
                </c:pt>
                <c:pt idx="755">
                  <c:v>1.4162103628250209</c:v>
                </c:pt>
                <c:pt idx="756">
                  <c:v>1.4147004052413314</c:v>
                </c:pt>
                <c:pt idx="757">
                  <c:v>1.4135540610857944</c:v>
                </c:pt>
                <c:pt idx="758">
                  <c:v>1.4145364165313232</c:v>
                </c:pt>
                <c:pt idx="759">
                  <c:v>1.4167584635519324</c:v>
                </c:pt>
                <c:pt idx="760">
                  <c:v>1.4189237452498462</c:v>
                </c:pt>
                <c:pt idx="761">
                  <c:v>1.4192691464703007</c:v>
                </c:pt>
                <c:pt idx="762">
                  <c:v>1.4181158643308787</c:v>
                </c:pt>
                <c:pt idx="763">
                  <c:v>1.4166671659912644</c:v>
                </c:pt>
                <c:pt idx="764">
                  <c:v>1.4166184424226178</c:v>
                </c:pt>
                <c:pt idx="765">
                  <c:v>1.4179361863164035</c:v>
                </c:pt>
                <c:pt idx="766">
                  <c:v>1.419097510209874</c:v>
                </c:pt>
                <c:pt idx="767">
                  <c:v>1.4181684510950976</c:v>
                </c:pt>
                <c:pt idx="768">
                  <c:v>1.4166596761222976</c:v>
                </c:pt>
                <c:pt idx="769">
                  <c:v>1.4151238587804915</c:v>
                </c:pt>
                <c:pt idx="770">
                  <c:v>1.4136197354105235</c:v>
                </c:pt>
                <c:pt idx="771">
                  <c:v>1.4141833677604503</c:v>
                </c:pt>
                <c:pt idx="772">
                  <c:v>1.4160304482883677</c:v>
                </c:pt>
                <c:pt idx="773">
                  <c:v>1.4157814692757691</c:v>
                </c:pt>
                <c:pt idx="774">
                  <c:v>1.4152112931455871</c:v>
                </c:pt>
                <c:pt idx="775">
                  <c:v>1.4152087702423564</c:v>
                </c:pt>
                <c:pt idx="776">
                  <c:v>1.4151581544962866</c:v>
                </c:pt>
                <c:pt idx="777">
                  <c:v>1.4154985099102793</c:v>
                </c:pt>
                <c:pt idx="778">
                  <c:v>1.4176954855800312</c:v>
                </c:pt>
                <c:pt idx="779">
                  <c:v>1.4190009303205664</c:v>
                </c:pt>
                <c:pt idx="780">
                  <c:v>1.418044355792428</c:v>
                </c:pt>
                <c:pt idx="781">
                  <c:v>1.4168470805279174</c:v>
                </c:pt>
                <c:pt idx="782">
                  <c:v>1.4159251959192038</c:v>
                </c:pt>
                <c:pt idx="783">
                  <c:v>1.414678329838061</c:v>
                </c:pt>
                <c:pt idx="784">
                  <c:v>1.4135722732934923</c:v>
                </c:pt>
                <c:pt idx="785">
                  <c:v>1.4128135889875273</c:v>
                </c:pt>
                <c:pt idx="786">
                  <c:v>1.4130087197842918</c:v>
                </c:pt>
                <c:pt idx="787">
                  <c:v>1.4139554392216842</c:v>
                </c:pt>
                <c:pt idx="788">
                  <c:v>1.4162292845992526</c:v>
                </c:pt>
                <c:pt idx="789">
                  <c:v>1.4173142906699885</c:v>
                </c:pt>
                <c:pt idx="790">
                  <c:v>1.4163693845692931</c:v>
                </c:pt>
                <c:pt idx="791">
                  <c:v>1.4157034169570633</c:v>
                </c:pt>
                <c:pt idx="792">
                  <c:v>1.4173566281398318</c:v>
                </c:pt>
                <c:pt idx="793">
                  <c:v>1.4188664280420693</c:v>
                </c:pt>
                <c:pt idx="794">
                  <c:v>1.4182465034138034</c:v>
                </c:pt>
                <c:pt idx="795">
                  <c:v>1.4158838045380722</c:v>
                </c:pt>
                <c:pt idx="796">
                  <c:v>1.4138654031126319</c:v>
                </c:pt>
                <c:pt idx="797">
                  <c:v>1.4145007016824609</c:v>
                </c:pt>
                <c:pt idx="798">
                  <c:v>1.4153021176618994</c:v>
                </c:pt>
                <c:pt idx="799">
                  <c:v>1.4156814992352449</c:v>
                </c:pt>
                <c:pt idx="800">
                  <c:v>1.415797158580236</c:v>
                </c:pt>
                <c:pt idx="801">
                  <c:v>1.4141418186978665</c:v>
                </c:pt>
                <c:pt idx="802">
                  <c:v>1.4118384080480613</c:v>
                </c:pt>
                <c:pt idx="803">
                  <c:v>1.4097566186789448</c:v>
                </c:pt>
                <c:pt idx="804">
                  <c:v>1.4109708446995379</c:v>
                </c:pt>
                <c:pt idx="805">
                  <c:v>1.4139316293224427</c:v>
                </c:pt>
                <c:pt idx="806">
                  <c:v>1.4135201595736293</c:v>
                </c:pt>
                <c:pt idx="807">
                  <c:v>1.4134406881218562</c:v>
                </c:pt>
                <c:pt idx="808">
                  <c:v>1.4139123133445812</c:v>
                </c:pt>
                <c:pt idx="809">
                  <c:v>1.4135403427994764</c:v>
                </c:pt>
                <c:pt idx="810">
                  <c:v>1.4124824579384727</c:v>
                </c:pt>
                <c:pt idx="811">
                  <c:v>1.4115261199325122</c:v>
                </c:pt>
                <c:pt idx="812">
                  <c:v>1.4120032640060549</c:v>
                </c:pt>
                <c:pt idx="813">
                  <c:v>1.4135725098156704</c:v>
                </c:pt>
                <c:pt idx="814">
                  <c:v>1.4145495829325596</c:v>
                </c:pt>
                <c:pt idx="815">
                  <c:v>1.4143245715006543</c:v>
                </c:pt>
                <c:pt idx="816">
                  <c:v>1.4147149119349089</c:v>
                </c:pt>
                <c:pt idx="817">
                  <c:v>1.4170036582096848</c:v>
                </c:pt>
                <c:pt idx="818">
                  <c:v>1.4181432220627888</c:v>
                </c:pt>
                <c:pt idx="819">
                  <c:v>1.417561140982986</c:v>
                </c:pt>
                <c:pt idx="820">
                  <c:v>1.4164551632791433</c:v>
                </c:pt>
                <c:pt idx="821">
                  <c:v>1.4156586354247149</c:v>
                </c:pt>
                <c:pt idx="822">
                  <c:v>1.4164149545089011</c:v>
                </c:pt>
                <c:pt idx="823">
                  <c:v>1.4178448099150096</c:v>
                </c:pt>
                <c:pt idx="824">
                  <c:v>1.4188163641810814</c:v>
                </c:pt>
                <c:pt idx="825">
                  <c:v>1.4179865655402955</c:v>
                </c:pt>
                <c:pt idx="826">
                  <c:v>1.4180369447641874</c:v>
                </c:pt>
                <c:pt idx="827">
                  <c:v>1.418488544442517</c:v>
                </c:pt>
                <c:pt idx="828">
                  <c:v>1.416863952443274</c:v>
                </c:pt>
                <c:pt idx="829">
                  <c:v>1.4161288415143727</c:v>
                </c:pt>
                <c:pt idx="830">
                  <c:v>1.4154169097589049</c:v>
                </c:pt>
                <c:pt idx="831">
                  <c:v>1.4128051530298491</c:v>
                </c:pt>
                <c:pt idx="832">
                  <c:v>1.4106820511203266</c:v>
                </c:pt>
                <c:pt idx="833">
                  <c:v>1.4132687364985257</c:v>
                </c:pt>
                <c:pt idx="834">
                  <c:v>1.4157441776123874</c:v>
                </c:pt>
                <c:pt idx="835">
                  <c:v>1.4172784969804002</c:v>
                </c:pt>
                <c:pt idx="836">
                  <c:v>1.418448020309371</c:v>
                </c:pt>
                <c:pt idx="837">
                  <c:v>1.4188553903404342</c:v>
                </c:pt>
                <c:pt idx="838">
                  <c:v>1.4197555149087813</c:v>
                </c:pt>
                <c:pt idx="839">
                  <c:v>1.4200241252621453</c:v>
                </c:pt>
                <c:pt idx="840">
                  <c:v>1.4192327220549046</c:v>
                </c:pt>
                <c:pt idx="841">
                  <c:v>1.4175104463961903</c:v>
                </c:pt>
                <c:pt idx="842">
                  <c:v>1.4164634415553699</c:v>
                </c:pt>
                <c:pt idx="843">
                  <c:v>1.4141724088995411</c:v>
                </c:pt>
                <c:pt idx="844">
                  <c:v>1.4134298869423989</c:v>
                </c:pt>
                <c:pt idx="845">
                  <c:v>1.4145590438196753</c:v>
                </c:pt>
                <c:pt idx="846">
                  <c:v>1.4163917753354671</c:v>
                </c:pt>
                <c:pt idx="847">
                  <c:v>1.4147109698986107</c:v>
                </c:pt>
                <c:pt idx="848">
                  <c:v>1.4121629953168608</c:v>
                </c:pt>
                <c:pt idx="849">
                  <c:v>1.4132167804601143</c:v>
                </c:pt>
                <c:pt idx="850">
                  <c:v>1.4141833677604503</c:v>
                </c:pt>
                <c:pt idx="851">
                  <c:v>1.4161474479257004</c:v>
                </c:pt>
                <c:pt idx="852">
                  <c:v>1.4190887588892918</c:v>
                </c:pt>
                <c:pt idx="853">
                  <c:v>1.421077595042495</c:v>
                </c:pt>
                <c:pt idx="854">
                  <c:v>1.419199924312903</c:v>
                </c:pt>
                <c:pt idx="855">
                  <c:v>1.4167670571910624</c:v>
                </c:pt>
                <c:pt idx="856">
                  <c:v>1.4141317270849429</c:v>
                </c:pt>
                <c:pt idx="857">
                  <c:v>1.4143195256941925</c:v>
                </c:pt>
                <c:pt idx="858">
                  <c:v>1.4170127248931708</c:v>
                </c:pt>
                <c:pt idx="859">
                  <c:v>1.4194696384364307</c:v>
                </c:pt>
                <c:pt idx="860">
                  <c:v>1.4197160157050726</c:v>
                </c:pt>
                <c:pt idx="861">
                  <c:v>1.4177012409530265</c:v>
                </c:pt>
                <c:pt idx="862">
                  <c:v>1.4167454548321481</c:v>
                </c:pt>
                <c:pt idx="863">
                  <c:v>1.4148733029533735</c:v>
                </c:pt>
                <c:pt idx="864">
                  <c:v>1.4145315284063136</c:v>
                </c:pt>
                <c:pt idx="865">
                  <c:v>1.4165799681483466</c:v>
                </c:pt>
                <c:pt idx="866">
                  <c:v>1.4170247086835175</c:v>
                </c:pt>
                <c:pt idx="867">
                  <c:v>1.4169885207902992</c:v>
                </c:pt>
                <c:pt idx="868">
                  <c:v>1.4179525851874044</c:v>
                </c:pt>
                <c:pt idx="869">
                  <c:v>1.4187123732635329</c:v>
                </c:pt>
                <c:pt idx="870">
                  <c:v>1.4181169681010422</c:v>
                </c:pt>
                <c:pt idx="871">
                  <c:v>1.4181022248852866</c:v>
                </c:pt>
                <c:pt idx="872">
                  <c:v>1.4158802567054036</c:v>
                </c:pt>
                <c:pt idx="873">
                  <c:v>1.4164773175231398</c:v>
                </c:pt>
                <c:pt idx="874">
                  <c:v>1.4176451063561393</c:v>
                </c:pt>
                <c:pt idx="875">
                  <c:v>1.4175314180292971</c:v>
                </c:pt>
                <c:pt idx="876">
                  <c:v>1.4166265630173922</c:v>
                </c:pt>
                <c:pt idx="877">
                  <c:v>1.41508656711711</c:v>
                </c:pt>
                <c:pt idx="878">
                  <c:v>1.4151985997887067</c:v>
                </c:pt>
                <c:pt idx="879">
                  <c:v>1.4167330768381714</c:v>
                </c:pt>
                <c:pt idx="880">
                  <c:v>1.416280767593308</c:v>
                </c:pt>
                <c:pt idx="881">
                  <c:v>1.4154027184282312</c:v>
                </c:pt>
                <c:pt idx="882">
                  <c:v>1.4155682051120326</c:v>
                </c:pt>
                <c:pt idx="883">
                  <c:v>1.414639934404516</c:v>
                </c:pt>
                <c:pt idx="884">
                  <c:v>1.4137393367918132</c:v>
                </c:pt>
                <c:pt idx="885">
                  <c:v>1.4150684337501378</c:v>
                </c:pt>
                <c:pt idx="886">
                  <c:v>1.4182295526577209</c:v>
                </c:pt>
                <c:pt idx="887">
                  <c:v>1.4191582964095932</c:v>
                </c:pt>
                <c:pt idx="888">
                  <c:v>1.4193084091518313</c:v>
                </c:pt>
                <c:pt idx="889">
                  <c:v>1.4187243570538797</c:v>
                </c:pt>
                <c:pt idx="890">
                  <c:v>1.4195164698276541</c:v>
                </c:pt>
                <c:pt idx="891">
                  <c:v>1.4207260442454153</c:v>
                </c:pt>
                <c:pt idx="892">
                  <c:v>1.4191311751998612</c:v>
                </c:pt>
                <c:pt idx="893">
                  <c:v>1.4193232312083128</c:v>
                </c:pt>
                <c:pt idx="894">
                  <c:v>1.4195774137088253</c:v>
                </c:pt>
                <c:pt idx="895">
                  <c:v>1.4192442328008956</c:v>
                </c:pt>
                <c:pt idx="896">
                  <c:v>1.4179270407921916</c:v>
                </c:pt>
                <c:pt idx="897">
                  <c:v>1.4173198883615319</c:v>
                </c:pt>
                <c:pt idx="898">
                  <c:v>1.4179278291994513</c:v>
                </c:pt>
                <c:pt idx="899">
                  <c:v>1.4176471562150144</c:v>
                </c:pt>
                <c:pt idx="900">
                  <c:v>1.4165455147510997</c:v>
                </c:pt>
                <c:pt idx="901">
                  <c:v>1.4142925621659124</c:v>
                </c:pt>
                <c:pt idx="902">
                  <c:v>1.4132029044923444</c:v>
                </c:pt>
                <c:pt idx="903">
                  <c:v>1.4120067329979973</c:v>
                </c:pt>
                <c:pt idx="904">
                  <c:v>1.4118097100238098</c:v>
                </c:pt>
                <c:pt idx="905">
                  <c:v>1.4112188776234251</c:v>
                </c:pt>
                <c:pt idx="906">
                  <c:v>1.4121428909317395</c:v>
                </c:pt>
                <c:pt idx="907">
                  <c:v>1.4134425802992794</c:v>
                </c:pt>
                <c:pt idx="908">
                  <c:v>1.4137601507434681</c:v>
                </c:pt>
                <c:pt idx="909">
                  <c:v>1.4136130339488164</c:v>
                </c:pt>
                <c:pt idx="910">
                  <c:v>1.4136765795739445</c:v>
                </c:pt>
                <c:pt idx="911">
                  <c:v>1.4142764786578155</c:v>
                </c:pt>
                <c:pt idx="912">
                  <c:v>1.4142658351598101</c:v>
                </c:pt>
                <c:pt idx="913">
                  <c:v>1.4152891089421151</c:v>
                </c:pt>
                <c:pt idx="914">
                  <c:v>1.4177750358725303</c:v>
                </c:pt>
                <c:pt idx="915">
                  <c:v>1.418705356438922</c:v>
                </c:pt>
                <c:pt idx="916">
                  <c:v>1.4181989624560463</c:v>
                </c:pt>
                <c:pt idx="917">
                  <c:v>1.4168924927860735</c:v>
                </c:pt>
                <c:pt idx="918">
                  <c:v>1.4152459830650119</c:v>
                </c:pt>
                <c:pt idx="919">
                  <c:v>1.4142446270045255</c:v>
                </c:pt>
                <c:pt idx="920">
                  <c:v>1.4135120389788549</c:v>
                </c:pt>
                <c:pt idx="921">
                  <c:v>1.4141343288288997</c:v>
                </c:pt>
                <c:pt idx="922">
                  <c:v>1.4138419874170201</c:v>
                </c:pt>
                <c:pt idx="923">
                  <c:v>1.4142004761979847</c:v>
                </c:pt>
                <c:pt idx="924">
                  <c:v>1.417484113593718</c:v>
                </c:pt>
                <c:pt idx="925">
                  <c:v>1.4191344865103517</c:v>
                </c:pt>
                <c:pt idx="926">
                  <c:v>1.419208912155663</c:v>
                </c:pt>
                <c:pt idx="927">
                  <c:v>1.4194306122770777</c:v>
                </c:pt>
                <c:pt idx="928">
                  <c:v>1.4199616045664547</c:v>
                </c:pt>
                <c:pt idx="929">
                  <c:v>1.4197285513805009</c:v>
                </c:pt>
                <c:pt idx="930">
                  <c:v>1.4188638262981124</c:v>
                </c:pt>
                <c:pt idx="931">
                  <c:v>1.4188231444835142</c:v>
                </c:pt>
                <c:pt idx="932">
                  <c:v>1.419202053012504</c:v>
                </c:pt>
                <c:pt idx="933">
                  <c:v>1.4183825036660938</c:v>
                </c:pt>
                <c:pt idx="934">
                  <c:v>1.4169497311531243</c:v>
                </c:pt>
                <c:pt idx="935">
                  <c:v>1.41490854475788</c:v>
                </c:pt>
                <c:pt idx="936">
                  <c:v>1.4141093363187687</c:v>
                </c:pt>
                <c:pt idx="937">
                  <c:v>1.4139610369132278</c:v>
                </c:pt>
                <c:pt idx="938">
                  <c:v>1.4145085857550574</c:v>
                </c:pt>
                <c:pt idx="939">
                  <c:v>1.4157707469370377</c:v>
                </c:pt>
                <c:pt idx="940">
                  <c:v>1.4153125246377267</c:v>
                </c:pt>
                <c:pt idx="941">
                  <c:v>1.415350447026916</c:v>
                </c:pt>
                <c:pt idx="942">
                  <c:v>1.4152105835790536</c:v>
                </c:pt>
                <c:pt idx="943">
                  <c:v>1.4143402608051214</c:v>
                </c:pt>
                <c:pt idx="944">
                  <c:v>1.4149523013607908</c:v>
                </c:pt>
                <c:pt idx="945">
                  <c:v>1.4152131853230103</c:v>
                </c:pt>
                <c:pt idx="946">
                  <c:v>1.4153361768555164</c:v>
                </c:pt>
                <c:pt idx="947">
                  <c:v>1.4167053249026316</c:v>
                </c:pt>
                <c:pt idx="948">
                  <c:v>1.4186712972453051</c:v>
                </c:pt>
                <c:pt idx="949">
                  <c:v>1.4197332029833329</c:v>
                </c:pt>
                <c:pt idx="950">
                  <c:v>1.419797221652817</c:v>
                </c:pt>
                <c:pt idx="951">
                  <c:v>1.4210393572904019</c:v>
                </c:pt>
                <c:pt idx="952">
                  <c:v>1.420311893911919</c:v>
                </c:pt>
                <c:pt idx="953">
                  <c:v>1.4175310238256673</c:v>
                </c:pt>
                <c:pt idx="954">
                  <c:v>1.4164630473517399</c:v>
                </c:pt>
                <c:pt idx="955">
                  <c:v>1.4177515413361925</c:v>
                </c:pt>
                <c:pt idx="956">
                  <c:v>1.4189868966713444</c:v>
                </c:pt>
                <c:pt idx="957">
                  <c:v>1.4180538955202699</c:v>
                </c:pt>
                <c:pt idx="958">
                  <c:v>1.4158747378545862</c:v>
                </c:pt>
                <c:pt idx="959">
                  <c:v>1.4136644381021459</c:v>
                </c:pt>
                <c:pt idx="960">
                  <c:v>1.4143997067124994</c:v>
                </c:pt>
                <c:pt idx="961">
                  <c:v>1.4157613648906477</c:v>
                </c:pt>
                <c:pt idx="962">
                  <c:v>1.4154584588214887</c:v>
                </c:pt>
                <c:pt idx="963">
                  <c:v>1.4146121824689761</c:v>
                </c:pt>
                <c:pt idx="964">
                  <c:v>1.413913022911115</c:v>
                </c:pt>
                <c:pt idx="965">
                  <c:v>1.4147839764108547</c:v>
                </c:pt>
                <c:pt idx="966">
                  <c:v>1.4144142134060769</c:v>
                </c:pt>
                <c:pt idx="967">
                  <c:v>1.4129272773143695</c:v>
                </c:pt>
                <c:pt idx="968">
                  <c:v>1.4119543827559564</c:v>
                </c:pt>
                <c:pt idx="969">
                  <c:v>1.4129717434838138</c:v>
                </c:pt>
                <c:pt idx="970">
                  <c:v>1.4142907488292151</c:v>
                </c:pt>
                <c:pt idx="971">
                  <c:v>1.4152768097888644</c:v>
                </c:pt>
                <c:pt idx="972">
                  <c:v>1.415147826361185</c:v>
                </c:pt>
                <c:pt idx="973">
                  <c:v>1.4134039483435563</c:v>
                </c:pt>
                <c:pt idx="974">
                  <c:v>1.4144492975291316</c:v>
                </c:pt>
                <c:pt idx="975">
                  <c:v>1.4154010627729858</c:v>
                </c:pt>
                <c:pt idx="976">
                  <c:v>1.4156693577634463</c:v>
                </c:pt>
                <c:pt idx="977">
                  <c:v>1.4138665068827954</c:v>
                </c:pt>
                <c:pt idx="978">
                  <c:v>1.4128921931913148</c:v>
                </c:pt>
                <c:pt idx="979">
                  <c:v>1.4130877970324349</c:v>
                </c:pt>
                <c:pt idx="980">
                  <c:v>1.412331162585345</c:v>
                </c:pt>
                <c:pt idx="981">
                  <c:v>1.4122175530992289</c:v>
                </c:pt>
                <c:pt idx="982">
                  <c:v>1.4143825982749649</c:v>
                </c:pt>
                <c:pt idx="983">
                  <c:v>1.4159314243365553</c:v>
                </c:pt>
                <c:pt idx="984">
                  <c:v>1.4163502262728835</c:v>
                </c:pt>
                <c:pt idx="985">
                  <c:v>1.4155609517652437</c:v>
                </c:pt>
                <c:pt idx="986">
                  <c:v>1.414006449171384</c:v>
                </c:pt>
                <c:pt idx="987">
                  <c:v>1.4130259859032781</c:v>
                </c:pt>
                <c:pt idx="988">
                  <c:v>1.4142369006133808</c:v>
                </c:pt>
                <c:pt idx="989">
                  <c:v>1.415512622400227</c:v>
                </c:pt>
                <c:pt idx="990">
                  <c:v>1.4156196881060881</c:v>
                </c:pt>
                <c:pt idx="991">
                  <c:v>1.4160933631876882</c:v>
                </c:pt>
                <c:pt idx="992">
                  <c:v>1.415961541493874</c:v>
                </c:pt>
                <c:pt idx="993">
                  <c:v>1.4147606395559689</c:v>
                </c:pt>
                <c:pt idx="994">
                  <c:v>1.4163861776439237</c:v>
                </c:pt>
                <c:pt idx="995">
                  <c:v>1.4174945994102712</c:v>
                </c:pt>
                <c:pt idx="996">
                  <c:v>1.4153535218152289</c:v>
                </c:pt>
                <c:pt idx="997">
                  <c:v>1.4137510052192559</c:v>
                </c:pt>
                <c:pt idx="998">
                  <c:v>1.4146683959065893</c:v>
                </c:pt>
                <c:pt idx="999">
                  <c:v>1.4163597660007252</c:v>
                </c:pt>
                <c:pt idx="1000">
                  <c:v>1.4155446317349689</c:v>
                </c:pt>
                <c:pt idx="1001">
                  <c:v>1.4156571374509215</c:v>
                </c:pt>
                <c:pt idx="1002">
                  <c:v>1.4163658367366245</c:v>
                </c:pt>
                <c:pt idx="1003">
                  <c:v>1.4163989498415301</c:v>
                </c:pt>
                <c:pt idx="1004">
                  <c:v>1.4159057222598905</c:v>
                </c:pt>
                <c:pt idx="1005">
                  <c:v>1.4160079786814677</c:v>
                </c:pt>
                <c:pt idx="1006">
                  <c:v>1.4179457260442454</c:v>
                </c:pt>
                <c:pt idx="1007">
                  <c:v>1.4198218988000442</c:v>
                </c:pt>
                <c:pt idx="1008">
                  <c:v>1.4204821110392785</c:v>
                </c:pt>
                <c:pt idx="1009">
                  <c:v>1.4172360018291048</c:v>
                </c:pt>
                <c:pt idx="1010">
                  <c:v>1.4147483404027184</c:v>
                </c:pt>
                <c:pt idx="1011">
                  <c:v>1.4157921916145002</c:v>
                </c:pt>
                <c:pt idx="1012">
                  <c:v>1.4151349753228526</c:v>
                </c:pt>
                <c:pt idx="1013">
                  <c:v>1.4136708242009492</c:v>
                </c:pt>
                <c:pt idx="1014">
                  <c:v>1.4141590059761269</c:v>
                </c:pt>
                <c:pt idx="1015">
                  <c:v>1.4149964521673315</c:v>
                </c:pt>
                <c:pt idx="1016">
                  <c:v>1.4135117236159509</c:v>
                </c:pt>
                <c:pt idx="1017">
                  <c:v>1.4113788454564089</c:v>
                </c:pt>
                <c:pt idx="1018">
                  <c:v>1.4103827717245621</c:v>
                </c:pt>
                <c:pt idx="1019">
                  <c:v>1.4115360538639838</c:v>
                </c:pt>
                <c:pt idx="1020">
                  <c:v>1.4137304277897791</c:v>
                </c:pt>
                <c:pt idx="1021">
                  <c:v>1.4165419669184314</c:v>
                </c:pt>
                <c:pt idx="1022">
                  <c:v>1.4178589224049574</c:v>
                </c:pt>
                <c:pt idx="1023">
                  <c:v>1.4160753086614422</c:v>
                </c:pt>
                <c:pt idx="1024">
                  <c:v>1.4157462274712624</c:v>
                </c:pt>
                <c:pt idx="1025">
                  <c:v>1.4160518141251044</c:v>
                </c:pt>
                <c:pt idx="1026">
                  <c:v>1.4162101263028428</c:v>
                </c:pt>
                <c:pt idx="1027">
                  <c:v>1.4164602090856051</c:v>
                </c:pt>
                <c:pt idx="1028">
                  <c:v>1.4152585975811665</c:v>
                </c:pt>
                <c:pt idx="1029">
                  <c:v>1.4149742979233353</c:v>
                </c:pt>
                <c:pt idx="1030">
                  <c:v>1.4172792853876597</c:v>
                </c:pt>
                <c:pt idx="1031">
                  <c:v>1.4192946908655133</c:v>
                </c:pt>
                <c:pt idx="1032">
                  <c:v>1.4189409325281066</c:v>
                </c:pt>
                <c:pt idx="1033">
                  <c:v>1.4178500922436492</c:v>
                </c:pt>
                <c:pt idx="1034">
                  <c:v>1.4172844888755736</c:v>
                </c:pt>
                <c:pt idx="1035">
                  <c:v>1.4174011731500022</c:v>
                </c:pt>
                <c:pt idx="1036">
                  <c:v>1.4169781926551979</c:v>
                </c:pt>
                <c:pt idx="1037">
                  <c:v>1.4167769911225341</c:v>
                </c:pt>
                <c:pt idx="1038">
                  <c:v>1.4158533720178494</c:v>
                </c:pt>
                <c:pt idx="1039">
                  <c:v>1.413851527144862</c:v>
                </c:pt>
                <c:pt idx="1040">
                  <c:v>1.4131891073653005</c:v>
                </c:pt>
                <c:pt idx="1041">
                  <c:v>1.4131731026979295</c:v>
                </c:pt>
                <c:pt idx="1042">
                  <c:v>1.414081347861051</c:v>
                </c:pt>
                <c:pt idx="1043">
                  <c:v>1.4141593213390309</c:v>
                </c:pt>
                <c:pt idx="1044">
                  <c:v>1.4137590469733043</c:v>
                </c:pt>
                <c:pt idx="1045">
                  <c:v>1.4141167473470095</c:v>
                </c:pt>
                <c:pt idx="1046">
                  <c:v>1.4141903845850612</c:v>
                </c:pt>
                <c:pt idx="1047">
                  <c:v>1.4139295794635676</c:v>
                </c:pt>
                <c:pt idx="1048">
                  <c:v>1.4129500622841735</c:v>
                </c:pt>
                <c:pt idx="1049">
                  <c:v>1.4122367902363644</c:v>
                </c:pt>
                <c:pt idx="1050">
                  <c:v>1.412128384238162</c:v>
                </c:pt>
                <c:pt idx="1051">
                  <c:v>1.4106960059288225</c:v>
                </c:pt>
                <c:pt idx="1052">
                  <c:v>1.4109359970986612</c:v>
                </c:pt>
                <c:pt idx="1053">
                  <c:v>1.4126768791687032</c:v>
                </c:pt>
                <c:pt idx="1054">
                  <c:v>1.4146468723884009</c:v>
                </c:pt>
                <c:pt idx="1055">
                  <c:v>1.4149008183667355</c:v>
                </c:pt>
                <c:pt idx="1056">
                  <c:v>1.4131606458632271</c:v>
                </c:pt>
                <c:pt idx="1057">
                  <c:v>1.4115969189044293</c:v>
                </c:pt>
                <c:pt idx="1058">
                  <c:v>1.4143488544442517</c:v>
                </c:pt>
                <c:pt idx="1059">
                  <c:v>1.4162738296094231</c:v>
                </c:pt>
                <c:pt idx="1060">
                  <c:v>1.4157726391144609</c:v>
                </c:pt>
                <c:pt idx="1061">
                  <c:v>1.4160336019174065</c:v>
                </c:pt>
                <c:pt idx="1062">
                  <c:v>1.4163161670792663</c:v>
                </c:pt>
                <c:pt idx="1063">
                  <c:v>1.4172008388653241</c:v>
                </c:pt>
                <c:pt idx="1064">
                  <c:v>1.4168514167678454</c:v>
                </c:pt>
                <c:pt idx="1065">
                  <c:v>1.416401315063309</c:v>
                </c:pt>
                <c:pt idx="1066">
                  <c:v>1.4147851590217442</c:v>
                </c:pt>
                <c:pt idx="1067">
                  <c:v>1.4149914063608697</c:v>
                </c:pt>
                <c:pt idx="1068">
                  <c:v>1.4165824910515774</c:v>
                </c:pt>
                <c:pt idx="1069">
                  <c:v>1.4178987369715699</c:v>
                </c:pt>
                <c:pt idx="1070">
                  <c:v>1.4179507718507072</c:v>
                </c:pt>
                <c:pt idx="1071">
                  <c:v>1.4165915577350636</c:v>
                </c:pt>
                <c:pt idx="1072">
                  <c:v>1.4166329491161953</c:v>
                </c:pt>
                <c:pt idx="1073">
                  <c:v>1.4155367476623724</c:v>
                </c:pt>
                <c:pt idx="1074">
                  <c:v>1.4142578722464876</c:v>
                </c:pt>
                <c:pt idx="1075">
                  <c:v>1.415993393147164</c:v>
                </c:pt>
                <c:pt idx="1076">
                  <c:v>1.416973304530188</c:v>
                </c:pt>
                <c:pt idx="1077">
                  <c:v>1.417484034752992</c:v>
                </c:pt>
                <c:pt idx="1078">
                  <c:v>1.4167447452656143</c:v>
                </c:pt>
                <c:pt idx="1079">
                  <c:v>1.4153047194058561</c:v>
                </c:pt>
                <c:pt idx="1080">
                  <c:v>1.4143179488796731</c:v>
                </c:pt>
                <c:pt idx="1081">
                  <c:v>1.4136741355114397</c:v>
                </c:pt>
                <c:pt idx="1082">
                  <c:v>1.4125218783014553</c:v>
                </c:pt>
                <c:pt idx="1083">
                  <c:v>1.4121156908812815</c:v>
                </c:pt>
                <c:pt idx="1084">
                  <c:v>1.4123701099039718</c:v>
                </c:pt>
                <c:pt idx="1085">
                  <c:v>1.4137070909348932</c:v>
                </c:pt>
                <c:pt idx="1086">
                  <c:v>1.4147687601507433</c:v>
                </c:pt>
                <c:pt idx="1087">
                  <c:v>1.4150467525504975</c:v>
                </c:pt>
                <c:pt idx="1088">
                  <c:v>1.4139270565603368</c:v>
                </c:pt>
                <c:pt idx="1089">
                  <c:v>1.4140796922058056</c:v>
                </c:pt>
                <c:pt idx="1090">
                  <c:v>1.4147951717939418</c:v>
                </c:pt>
                <c:pt idx="1091">
                  <c:v>1.4151906368753842</c:v>
                </c:pt>
                <c:pt idx="1092">
                  <c:v>1.4145700815213105</c:v>
                </c:pt>
                <c:pt idx="1093">
                  <c:v>1.4132680269319919</c:v>
                </c:pt>
                <c:pt idx="1094">
                  <c:v>1.4146523123984924</c:v>
                </c:pt>
                <c:pt idx="1095">
                  <c:v>1.4156517762815559</c:v>
                </c:pt>
                <c:pt idx="1096">
                  <c:v>1.4167869250540057</c:v>
                </c:pt>
                <c:pt idx="1097">
                  <c:v>1.4179082766994118</c:v>
                </c:pt>
                <c:pt idx="1098">
                  <c:v>1.4166968889449534</c:v>
                </c:pt>
                <c:pt idx="1099">
                  <c:v>1.4144431479525064</c:v>
                </c:pt>
                <c:pt idx="1100">
                  <c:v>1.4135612355918572</c:v>
                </c:pt>
                <c:pt idx="1101">
                  <c:v>1.4145490310474778</c:v>
                </c:pt>
                <c:pt idx="1102">
                  <c:v>1.4169700720604235</c:v>
                </c:pt>
                <c:pt idx="1103">
                  <c:v>1.4173796496318136</c:v>
                </c:pt>
                <c:pt idx="1104">
                  <c:v>1.4167114744792568</c:v>
                </c:pt>
                <c:pt idx="1105">
                  <c:v>1.4166212806887526</c:v>
                </c:pt>
                <c:pt idx="1106">
                  <c:v>1.4163121462022421</c:v>
                </c:pt>
                <c:pt idx="1107">
                  <c:v>1.4159766789132593</c:v>
                </c:pt>
                <c:pt idx="1108">
                  <c:v>1.4166610952553651</c:v>
                </c:pt>
                <c:pt idx="1109">
                  <c:v>1.4168225610621421</c:v>
                </c:pt>
                <c:pt idx="1110">
                  <c:v>1.4174723663255491</c:v>
                </c:pt>
                <c:pt idx="1111">
                  <c:v>1.4152728677525661</c:v>
                </c:pt>
                <c:pt idx="1112">
                  <c:v>1.4139890253709455</c:v>
                </c:pt>
                <c:pt idx="1113">
                  <c:v>1.4147531496870023</c:v>
                </c:pt>
                <c:pt idx="1114">
                  <c:v>1.4145700815213105</c:v>
                </c:pt>
                <c:pt idx="1115">
                  <c:v>1.4142916160772008</c:v>
                </c:pt>
                <c:pt idx="1116">
                  <c:v>1.4143220485974235</c:v>
                </c:pt>
                <c:pt idx="1117">
                  <c:v>1.4155902016745769</c:v>
                </c:pt>
                <c:pt idx="1118">
                  <c:v>1.4162380359198345</c:v>
                </c:pt>
                <c:pt idx="1119">
                  <c:v>1.416408174206468</c:v>
                </c:pt>
                <c:pt idx="1120">
                  <c:v>1.4176590611646351</c:v>
                </c:pt>
                <c:pt idx="1121">
                  <c:v>1.417982938866901</c:v>
                </c:pt>
                <c:pt idx="1122">
                  <c:v>1.4178656238666645</c:v>
                </c:pt>
                <c:pt idx="1123">
                  <c:v>1.417440593512985</c:v>
                </c:pt>
                <c:pt idx="1124">
                  <c:v>1.41665005755373</c:v>
                </c:pt>
                <c:pt idx="1125">
                  <c:v>1.4153617212507292</c:v>
                </c:pt>
                <c:pt idx="1126">
                  <c:v>1.4140088932338888</c:v>
                </c:pt>
                <c:pt idx="1127">
                  <c:v>1.4137953137072485</c:v>
                </c:pt>
                <c:pt idx="1128">
                  <c:v>1.4122998628171368</c:v>
                </c:pt>
                <c:pt idx="1129">
                  <c:v>1.4107709046184895</c:v>
                </c:pt>
                <c:pt idx="1130">
                  <c:v>1.4116044087733959</c:v>
                </c:pt>
                <c:pt idx="1131">
                  <c:v>1.4147050568441633</c:v>
                </c:pt>
                <c:pt idx="1132">
                  <c:v>1.4163675712325958</c:v>
                </c:pt>
                <c:pt idx="1133">
                  <c:v>1.4155643419164603</c:v>
                </c:pt>
                <c:pt idx="1134">
                  <c:v>1.4153923114524039</c:v>
                </c:pt>
                <c:pt idx="1135">
                  <c:v>1.4147078162695721</c:v>
                </c:pt>
                <c:pt idx="1136">
                  <c:v>1.4145539191724876</c:v>
                </c:pt>
                <c:pt idx="1137">
                  <c:v>1.4140878916413062</c:v>
                </c:pt>
                <c:pt idx="1138">
                  <c:v>1.4143125088695816</c:v>
                </c:pt>
                <c:pt idx="1139">
                  <c:v>1.4146673709771518</c:v>
                </c:pt>
                <c:pt idx="1140">
                  <c:v>1.4149921159274033</c:v>
                </c:pt>
                <c:pt idx="1141">
                  <c:v>1.4161718097100238</c:v>
                </c:pt>
                <c:pt idx="1142">
                  <c:v>1.4179644901370252</c:v>
                </c:pt>
                <c:pt idx="1143">
                  <c:v>1.4193512985067565</c:v>
                </c:pt>
                <c:pt idx="1144">
                  <c:v>1.4191113861776439</c:v>
                </c:pt>
                <c:pt idx="1145">
                  <c:v>1.4186955801889023</c:v>
                </c:pt>
                <c:pt idx="1146">
                  <c:v>1.4172428609722638</c:v>
                </c:pt>
                <c:pt idx="1147">
                  <c:v>1.4155872845677162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1D70-4A85-AB80-5FAF78EA7150}"/>
            </c:ext>
          </c:extLst>
        </c:ser>
        <c:ser>
          <c:idx val="3"/>
          <c:order val="3"/>
          <c:tx>
            <c:strRef>
              <c:f>'For plotting'!$Y$1</c:f>
              <c:strCache>
                <c:ptCount val="1"/>
                <c:pt idx="0">
                  <c:v>0.7% w/w R1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'For plotting'!$U$2:$U$1149</c:f>
              <c:numCache>
                <c:formatCode>General</c:formatCode>
                <c:ptCount val="1148"/>
                <c:pt idx="0">
                  <c:v>3.8998900000000001</c:v>
                </c:pt>
                <c:pt idx="1">
                  <c:v>3.9001999999999999</c:v>
                </c:pt>
                <c:pt idx="2">
                  <c:v>3.9005000000000001</c:v>
                </c:pt>
                <c:pt idx="3">
                  <c:v>3.9008099999999999</c:v>
                </c:pt>
                <c:pt idx="4">
                  <c:v>3.9011100000000001</c:v>
                </c:pt>
                <c:pt idx="5">
                  <c:v>3.9014199999999999</c:v>
                </c:pt>
                <c:pt idx="6">
                  <c:v>3.9017300000000001</c:v>
                </c:pt>
                <c:pt idx="7">
                  <c:v>3.9020299999999999</c:v>
                </c:pt>
                <c:pt idx="8">
                  <c:v>3.9023400000000001</c:v>
                </c:pt>
                <c:pt idx="9">
                  <c:v>3.9026399999999999</c:v>
                </c:pt>
                <c:pt idx="10">
                  <c:v>3.9029500000000001</c:v>
                </c:pt>
                <c:pt idx="11">
                  <c:v>3.9032499999999999</c:v>
                </c:pt>
                <c:pt idx="12">
                  <c:v>3.9035600000000001</c:v>
                </c:pt>
                <c:pt idx="13">
                  <c:v>3.9038599999999999</c:v>
                </c:pt>
                <c:pt idx="14">
                  <c:v>3.9041700000000001</c:v>
                </c:pt>
                <c:pt idx="15">
                  <c:v>3.9044699999999999</c:v>
                </c:pt>
                <c:pt idx="16">
                  <c:v>3.9047800000000001</c:v>
                </c:pt>
                <c:pt idx="17">
                  <c:v>3.9050799999999999</c:v>
                </c:pt>
                <c:pt idx="18">
                  <c:v>3.9053900000000001</c:v>
                </c:pt>
                <c:pt idx="19">
                  <c:v>3.9056999999999999</c:v>
                </c:pt>
                <c:pt idx="20">
                  <c:v>3.9060000000000001</c:v>
                </c:pt>
                <c:pt idx="21">
                  <c:v>3.9063099999999999</c:v>
                </c:pt>
                <c:pt idx="22">
                  <c:v>3.9066100000000001</c:v>
                </c:pt>
                <c:pt idx="23">
                  <c:v>3.9069199999999999</c:v>
                </c:pt>
                <c:pt idx="24">
                  <c:v>3.9072200000000001</c:v>
                </c:pt>
                <c:pt idx="25">
                  <c:v>3.9075299999999999</c:v>
                </c:pt>
                <c:pt idx="26">
                  <c:v>3.9078300000000001</c:v>
                </c:pt>
                <c:pt idx="27">
                  <c:v>3.9081399999999999</c:v>
                </c:pt>
                <c:pt idx="28">
                  <c:v>3.9084400000000001</c:v>
                </c:pt>
                <c:pt idx="29">
                  <c:v>3.9087499999999999</c:v>
                </c:pt>
                <c:pt idx="30">
                  <c:v>3.9090500000000001</c:v>
                </c:pt>
                <c:pt idx="31">
                  <c:v>3.9093599999999999</c:v>
                </c:pt>
                <c:pt idx="32">
                  <c:v>3.9096700000000002</c:v>
                </c:pt>
                <c:pt idx="33">
                  <c:v>3.9099699999999999</c:v>
                </c:pt>
                <c:pt idx="34">
                  <c:v>3.9102800000000002</c:v>
                </c:pt>
                <c:pt idx="35">
                  <c:v>3.9105799999999999</c:v>
                </c:pt>
                <c:pt idx="36">
                  <c:v>3.9108900000000002</c:v>
                </c:pt>
                <c:pt idx="37">
                  <c:v>3.9111899999999999</c:v>
                </c:pt>
                <c:pt idx="38">
                  <c:v>3.9115000000000002</c:v>
                </c:pt>
                <c:pt idx="39">
                  <c:v>3.9117999999999999</c:v>
                </c:pt>
                <c:pt idx="40">
                  <c:v>3.9121100000000002</c:v>
                </c:pt>
                <c:pt idx="41">
                  <c:v>3.9124099999999999</c:v>
                </c:pt>
                <c:pt idx="42">
                  <c:v>3.9127200000000002</c:v>
                </c:pt>
                <c:pt idx="43">
                  <c:v>3.91303</c:v>
                </c:pt>
                <c:pt idx="44">
                  <c:v>3.9133300000000002</c:v>
                </c:pt>
                <c:pt idx="45">
                  <c:v>3.91364</c:v>
                </c:pt>
                <c:pt idx="46">
                  <c:v>3.9139400000000002</c:v>
                </c:pt>
                <c:pt idx="47">
                  <c:v>3.91425</c:v>
                </c:pt>
                <c:pt idx="48">
                  <c:v>3.9145500000000002</c:v>
                </c:pt>
                <c:pt idx="49">
                  <c:v>3.91486</c:v>
                </c:pt>
                <c:pt idx="50">
                  <c:v>3.9151600000000002</c:v>
                </c:pt>
                <c:pt idx="51">
                  <c:v>3.91547</c:v>
                </c:pt>
                <c:pt idx="52">
                  <c:v>3.9157700000000002</c:v>
                </c:pt>
                <c:pt idx="53">
                  <c:v>3.91608</c:v>
                </c:pt>
                <c:pt idx="54">
                  <c:v>3.9163800000000002</c:v>
                </c:pt>
                <c:pt idx="55">
                  <c:v>3.91669</c:v>
                </c:pt>
                <c:pt idx="56">
                  <c:v>3.9169999999999998</c:v>
                </c:pt>
                <c:pt idx="57">
                  <c:v>3.9173</c:v>
                </c:pt>
                <c:pt idx="58">
                  <c:v>3.9176099999999998</c:v>
                </c:pt>
                <c:pt idx="59">
                  <c:v>3.91791</c:v>
                </c:pt>
                <c:pt idx="60">
                  <c:v>3.9182199999999998</c:v>
                </c:pt>
                <c:pt idx="61">
                  <c:v>3.91852</c:v>
                </c:pt>
                <c:pt idx="62">
                  <c:v>3.9188299999999998</c:v>
                </c:pt>
                <c:pt idx="63">
                  <c:v>3.91913</c:v>
                </c:pt>
                <c:pt idx="64">
                  <c:v>3.9194399999999998</c:v>
                </c:pt>
                <c:pt idx="65">
                  <c:v>3.91974</c:v>
                </c:pt>
                <c:pt idx="66">
                  <c:v>3.9200499999999998</c:v>
                </c:pt>
                <c:pt idx="67">
                  <c:v>3.92035</c:v>
                </c:pt>
                <c:pt idx="68">
                  <c:v>3.9206599999999998</c:v>
                </c:pt>
                <c:pt idx="69">
                  <c:v>3.9209700000000001</c:v>
                </c:pt>
                <c:pt idx="70">
                  <c:v>3.9212699999999998</c:v>
                </c:pt>
                <c:pt idx="71">
                  <c:v>3.9215800000000001</c:v>
                </c:pt>
                <c:pt idx="72">
                  <c:v>3.9218799999999998</c:v>
                </c:pt>
                <c:pt idx="73">
                  <c:v>3.9221900000000001</c:v>
                </c:pt>
                <c:pt idx="74">
                  <c:v>3.9224899999999998</c:v>
                </c:pt>
                <c:pt idx="75">
                  <c:v>3.9228000000000001</c:v>
                </c:pt>
                <c:pt idx="76">
                  <c:v>3.9230999999999998</c:v>
                </c:pt>
                <c:pt idx="77">
                  <c:v>3.9234100000000001</c:v>
                </c:pt>
                <c:pt idx="78">
                  <c:v>3.9237099999999998</c:v>
                </c:pt>
                <c:pt idx="79">
                  <c:v>3.9240200000000001</c:v>
                </c:pt>
                <c:pt idx="80">
                  <c:v>3.9243199999999998</c:v>
                </c:pt>
                <c:pt idx="81">
                  <c:v>3.9246300000000001</c:v>
                </c:pt>
                <c:pt idx="82">
                  <c:v>3.9249399999999999</c:v>
                </c:pt>
                <c:pt idx="83">
                  <c:v>3.9252400000000001</c:v>
                </c:pt>
                <c:pt idx="84">
                  <c:v>3.9255499999999999</c:v>
                </c:pt>
                <c:pt idx="85">
                  <c:v>3.9258500000000001</c:v>
                </c:pt>
                <c:pt idx="86">
                  <c:v>3.9261599999999999</c:v>
                </c:pt>
                <c:pt idx="87">
                  <c:v>3.9264600000000001</c:v>
                </c:pt>
                <c:pt idx="88">
                  <c:v>3.9267699999999999</c:v>
                </c:pt>
                <c:pt idx="89">
                  <c:v>3.9270700000000001</c:v>
                </c:pt>
                <c:pt idx="90">
                  <c:v>3.9273799999999999</c:v>
                </c:pt>
                <c:pt idx="91">
                  <c:v>3.9276800000000001</c:v>
                </c:pt>
                <c:pt idx="92">
                  <c:v>3.9279899999999999</c:v>
                </c:pt>
                <c:pt idx="93">
                  <c:v>3.9283000000000001</c:v>
                </c:pt>
                <c:pt idx="94">
                  <c:v>3.9285999999999999</c:v>
                </c:pt>
                <c:pt idx="95">
                  <c:v>3.9289100000000001</c:v>
                </c:pt>
                <c:pt idx="96">
                  <c:v>3.9292099999999999</c:v>
                </c:pt>
                <c:pt idx="97">
                  <c:v>3.9295200000000001</c:v>
                </c:pt>
                <c:pt idx="98">
                  <c:v>3.9298199999999999</c:v>
                </c:pt>
                <c:pt idx="99">
                  <c:v>3.9301300000000001</c:v>
                </c:pt>
                <c:pt idx="100">
                  <c:v>3.9304299999999999</c:v>
                </c:pt>
                <c:pt idx="101">
                  <c:v>3.9307400000000001</c:v>
                </c:pt>
                <c:pt idx="102">
                  <c:v>3.9310399999999999</c:v>
                </c:pt>
                <c:pt idx="103">
                  <c:v>3.9313500000000001</c:v>
                </c:pt>
                <c:pt idx="104">
                  <c:v>3.9316499999999999</c:v>
                </c:pt>
                <c:pt idx="105">
                  <c:v>3.9319600000000001</c:v>
                </c:pt>
                <c:pt idx="106">
                  <c:v>3.9322699999999999</c:v>
                </c:pt>
                <c:pt idx="107">
                  <c:v>3.9325700000000001</c:v>
                </c:pt>
                <c:pt idx="108">
                  <c:v>3.9328799999999999</c:v>
                </c:pt>
                <c:pt idx="109">
                  <c:v>3.9331800000000001</c:v>
                </c:pt>
                <c:pt idx="110">
                  <c:v>3.9334899999999999</c:v>
                </c:pt>
                <c:pt idx="111">
                  <c:v>3.9337900000000001</c:v>
                </c:pt>
                <c:pt idx="112">
                  <c:v>3.9340999999999999</c:v>
                </c:pt>
                <c:pt idx="113">
                  <c:v>3.9344000000000001</c:v>
                </c:pt>
                <c:pt idx="114">
                  <c:v>3.9347099999999999</c:v>
                </c:pt>
                <c:pt idx="115">
                  <c:v>3.9350100000000001</c:v>
                </c:pt>
                <c:pt idx="116">
                  <c:v>3.9353199999999999</c:v>
                </c:pt>
                <c:pt idx="117">
                  <c:v>3.9356200000000001</c:v>
                </c:pt>
                <c:pt idx="118">
                  <c:v>3.9359299999999999</c:v>
                </c:pt>
                <c:pt idx="119">
                  <c:v>3.9362400000000002</c:v>
                </c:pt>
                <c:pt idx="120">
                  <c:v>3.9365399999999999</c:v>
                </c:pt>
                <c:pt idx="121">
                  <c:v>3.9368500000000002</c:v>
                </c:pt>
                <c:pt idx="122">
                  <c:v>3.9371499999999999</c:v>
                </c:pt>
                <c:pt idx="123">
                  <c:v>3.9374600000000002</c:v>
                </c:pt>
                <c:pt idx="124">
                  <c:v>3.9377599999999999</c:v>
                </c:pt>
                <c:pt idx="125">
                  <c:v>3.9380700000000002</c:v>
                </c:pt>
                <c:pt idx="126">
                  <c:v>3.9383699999999999</c:v>
                </c:pt>
                <c:pt idx="127">
                  <c:v>3.9386800000000002</c:v>
                </c:pt>
                <c:pt idx="128">
                  <c:v>3.9389799999999999</c:v>
                </c:pt>
                <c:pt idx="129">
                  <c:v>3.9392900000000002</c:v>
                </c:pt>
                <c:pt idx="130">
                  <c:v>3.9395899999999999</c:v>
                </c:pt>
                <c:pt idx="131">
                  <c:v>3.9399000000000002</c:v>
                </c:pt>
                <c:pt idx="132">
                  <c:v>3.94021</c:v>
                </c:pt>
                <c:pt idx="133">
                  <c:v>3.9405100000000002</c:v>
                </c:pt>
                <c:pt idx="134">
                  <c:v>3.94082</c:v>
                </c:pt>
                <c:pt idx="135">
                  <c:v>3.9411200000000002</c:v>
                </c:pt>
                <c:pt idx="136">
                  <c:v>3.94143</c:v>
                </c:pt>
                <c:pt idx="137">
                  <c:v>3.9417300000000002</c:v>
                </c:pt>
                <c:pt idx="138">
                  <c:v>3.94204</c:v>
                </c:pt>
                <c:pt idx="139">
                  <c:v>3.9423400000000002</c:v>
                </c:pt>
                <c:pt idx="140">
                  <c:v>3.94265</c:v>
                </c:pt>
                <c:pt idx="141">
                  <c:v>3.9429500000000002</c:v>
                </c:pt>
                <c:pt idx="142">
                  <c:v>3.94326</c:v>
                </c:pt>
                <c:pt idx="143">
                  <c:v>3.9435600000000002</c:v>
                </c:pt>
                <c:pt idx="144">
                  <c:v>3.94387</c:v>
                </c:pt>
                <c:pt idx="145">
                  <c:v>3.9441799999999998</c:v>
                </c:pt>
                <c:pt idx="146">
                  <c:v>3.94448</c:v>
                </c:pt>
                <c:pt idx="147">
                  <c:v>3.9447899999999998</c:v>
                </c:pt>
                <c:pt idx="148">
                  <c:v>3.94509</c:v>
                </c:pt>
                <c:pt idx="149">
                  <c:v>3.9453999999999998</c:v>
                </c:pt>
                <c:pt idx="150">
                  <c:v>3.9457</c:v>
                </c:pt>
                <c:pt idx="151">
                  <c:v>3.9460099999999998</c:v>
                </c:pt>
                <c:pt idx="152">
                  <c:v>3.94631</c:v>
                </c:pt>
                <c:pt idx="153">
                  <c:v>3.9466199999999998</c:v>
                </c:pt>
                <c:pt idx="154">
                  <c:v>3.94692</c:v>
                </c:pt>
                <c:pt idx="155">
                  <c:v>3.9472299999999998</c:v>
                </c:pt>
                <c:pt idx="156">
                  <c:v>3.94754</c:v>
                </c:pt>
                <c:pt idx="157">
                  <c:v>3.9478399999999998</c:v>
                </c:pt>
                <c:pt idx="158">
                  <c:v>3.94815</c:v>
                </c:pt>
                <c:pt idx="159">
                  <c:v>3.9484499999999998</c:v>
                </c:pt>
                <c:pt idx="160">
                  <c:v>3.94876</c:v>
                </c:pt>
                <c:pt idx="161">
                  <c:v>3.9490599999999998</c:v>
                </c:pt>
                <c:pt idx="162">
                  <c:v>3.94937</c:v>
                </c:pt>
                <c:pt idx="163">
                  <c:v>3.9496699999999998</c:v>
                </c:pt>
                <c:pt idx="164">
                  <c:v>3.94998</c:v>
                </c:pt>
                <c:pt idx="165">
                  <c:v>3.9502799999999998</c:v>
                </c:pt>
                <c:pt idx="166">
                  <c:v>3.95059</c:v>
                </c:pt>
                <c:pt idx="167">
                  <c:v>3.9508899999999998</c:v>
                </c:pt>
                <c:pt idx="168">
                  <c:v>3.9512</c:v>
                </c:pt>
                <c:pt idx="169">
                  <c:v>3.9515099999999999</c:v>
                </c:pt>
                <c:pt idx="170">
                  <c:v>3.95181</c:v>
                </c:pt>
                <c:pt idx="171">
                  <c:v>3.9521199999999999</c:v>
                </c:pt>
                <c:pt idx="172">
                  <c:v>3.95242</c:v>
                </c:pt>
                <c:pt idx="173">
                  <c:v>3.9527299999999999</c:v>
                </c:pt>
                <c:pt idx="174">
                  <c:v>3.95303</c:v>
                </c:pt>
                <c:pt idx="175">
                  <c:v>3.9533399999999999</c:v>
                </c:pt>
                <c:pt idx="176">
                  <c:v>3.95364</c:v>
                </c:pt>
                <c:pt idx="177">
                  <c:v>3.9539499999999999</c:v>
                </c:pt>
                <c:pt idx="178">
                  <c:v>3.95425</c:v>
                </c:pt>
                <c:pt idx="179">
                  <c:v>3.9545599999999999</c:v>
                </c:pt>
                <c:pt idx="180">
                  <c:v>3.95486</c:v>
                </c:pt>
                <c:pt idx="181">
                  <c:v>3.9551699999999999</c:v>
                </c:pt>
                <c:pt idx="182">
                  <c:v>3.9554800000000001</c:v>
                </c:pt>
                <c:pt idx="183">
                  <c:v>3.9557799999999999</c:v>
                </c:pt>
                <c:pt idx="184">
                  <c:v>3.9560900000000001</c:v>
                </c:pt>
                <c:pt idx="185">
                  <c:v>3.9563899999999999</c:v>
                </c:pt>
                <c:pt idx="186">
                  <c:v>3.9567000000000001</c:v>
                </c:pt>
                <c:pt idx="187">
                  <c:v>3.9569999999999999</c:v>
                </c:pt>
                <c:pt idx="188">
                  <c:v>3.9573100000000001</c:v>
                </c:pt>
                <c:pt idx="189">
                  <c:v>3.9576099999999999</c:v>
                </c:pt>
                <c:pt idx="190">
                  <c:v>3.9579200000000001</c:v>
                </c:pt>
                <c:pt idx="191">
                  <c:v>3.9582199999999998</c:v>
                </c:pt>
                <c:pt idx="192">
                  <c:v>3.9585300000000001</c:v>
                </c:pt>
                <c:pt idx="193">
                  <c:v>3.9588299999999998</c:v>
                </c:pt>
                <c:pt idx="194">
                  <c:v>3.9591400000000001</c:v>
                </c:pt>
                <c:pt idx="195">
                  <c:v>3.9594499999999999</c:v>
                </c:pt>
                <c:pt idx="196">
                  <c:v>3.9597500000000001</c:v>
                </c:pt>
                <c:pt idx="197">
                  <c:v>3.9600599999999999</c:v>
                </c:pt>
                <c:pt idx="198">
                  <c:v>3.9603600000000001</c:v>
                </c:pt>
                <c:pt idx="199">
                  <c:v>3.9606699999999999</c:v>
                </c:pt>
                <c:pt idx="200">
                  <c:v>3.9609700000000001</c:v>
                </c:pt>
                <c:pt idx="201">
                  <c:v>3.9612799999999999</c:v>
                </c:pt>
                <c:pt idx="202">
                  <c:v>3.9615800000000001</c:v>
                </c:pt>
                <c:pt idx="203">
                  <c:v>3.9618899999999999</c:v>
                </c:pt>
                <c:pt idx="204">
                  <c:v>3.9621900000000001</c:v>
                </c:pt>
                <c:pt idx="205">
                  <c:v>3.9624999999999999</c:v>
                </c:pt>
                <c:pt idx="206">
                  <c:v>3.9628000000000001</c:v>
                </c:pt>
                <c:pt idx="207">
                  <c:v>3.9631099999999999</c:v>
                </c:pt>
                <c:pt idx="208">
                  <c:v>3.9634200000000002</c:v>
                </c:pt>
                <c:pt idx="209">
                  <c:v>3.9637199999999999</c:v>
                </c:pt>
                <c:pt idx="210">
                  <c:v>3.9640300000000002</c:v>
                </c:pt>
                <c:pt idx="211">
                  <c:v>3.9643299999999999</c:v>
                </c:pt>
                <c:pt idx="212">
                  <c:v>3.9646400000000002</c:v>
                </c:pt>
                <c:pt idx="213">
                  <c:v>3.9649399999999999</c:v>
                </c:pt>
                <c:pt idx="214">
                  <c:v>3.9652500000000002</c:v>
                </c:pt>
                <c:pt idx="215">
                  <c:v>3.9655499999999999</c:v>
                </c:pt>
                <c:pt idx="216">
                  <c:v>3.9658600000000002</c:v>
                </c:pt>
                <c:pt idx="217">
                  <c:v>3.9661599999999999</c:v>
                </c:pt>
                <c:pt idx="218">
                  <c:v>3.9664700000000002</c:v>
                </c:pt>
                <c:pt idx="219">
                  <c:v>3.96678</c:v>
                </c:pt>
                <c:pt idx="220">
                  <c:v>3.9670800000000002</c:v>
                </c:pt>
                <c:pt idx="221">
                  <c:v>3.96739</c:v>
                </c:pt>
                <c:pt idx="222">
                  <c:v>3.9676900000000002</c:v>
                </c:pt>
                <c:pt idx="223">
                  <c:v>3.968</c:v>
                </c:pt>
                <c:pt idx="224">
                  <c:v>3.9683000000000002</c:v>
                </c:pt>
                <c:pt idx="225">
                  <c:v>3.96861</c:v>
                </c:pt>
                <c:pt idx="226">
                  <c:v>3.9689100000000002</c:v>
                </c:pt>
                <c:pt idx="227">
                  <c:v>3.96922</c:v>
                </c:pt>
                <c:pt idx="228">
                  <c:v>3.9695200000000002</c:v>
                </c:pt>
                <c:pt idx="229">
                  <c:v>3.96983</c:v>
                </c:pt>
                <c:pt idx="230">
                  <c:v>3.9701300000000002</c:v>
                </c:pt>
                <c:pt idx="231">
                  <c:v>3.97044</c:v>
                </c:pt>
                <c:pt idx="232">
                  <c:v>3.9707499999999998</c:v>
                </c:pt>
                <c:pt idx="233">
                  <c:v>3.97105</c:v>
                </c:pt>
                <c:pt idx="234">
                  <c:v>3.9713599999999998</c:v>
                </c:pt>
                <c:pt idx="235">
                  <c:v>3.97166</c:v>
                </c:pt>
                <c:pt idx="236">
                  <c:v>3.9719699999999998</c:v>
                </c:pt>
                <c:pt idx="237">
                  <c:v>3.97227</c:v>
                </c:pt>
                <c:pt idx="238">
                  <c:v>3.9725799999999998</c:v>
                </c:pt>
                <c:pt idx="239">
                  <c:v>3.97288</c:v>
                </c:pt>
                <c:pt idx="240">
                  <c:v>3.9731900000000002</c:v>
                </c:pt>
                <c:pt idx="241">
                  <c:v>3.97349</c:v>
                </c:pt>
                <c:pt idx="242">
                  <c:v>3.9738000000000002</c:v>
                </c:pt>
                <c:pt idx="243">
                  <c:v>3.9741</c:v>
                </c:pt>
                <c:pt idx="244">
                  <c:v>3.9744100000000002</c:v>
                </c:pt>
                <c:pt idx="245">
                  <c:v>3.97472</c:v>
                </c:pt>
                <c:pt idx="246">
                  <c:v>3.9750200000000002</c:v>
                </c:pt>
                <c:pt idx="247">
                  <c:v>3.97533</c:v>
                </c:pt>
                <c:pt idx="248">
                  <c:v>3.9756300000000002</c:v>
                </c:pt>
                <c:pt idx="249">
                  <c:v>3.97594</c:v>
                </c:pt>
                <c:pt idx="250">
                  <c:v>3.9762400000000002</c:v>
                </c:pt>
                <c:pt idx="251">
                  <c:v>3.97655</c:v>
                </c:pt>
                <c:pt idx="252">
                  <c:v>3.9768500000000002</c:v>
                </c:pt>
                <c:pt idx="253">
                  <c:v>3.97716</c:v>
                </c:pt>
                <c:pt idx="254">
                  <c:v>3.9774600000000002</c:v>
                </c:pt>
                <c:pt idx="255">
                  <c:v>3.97777</c:v>
                </c:pt>
                <c:pt idx="256">
                  <c:v>3.9780700000000002</c:v>
                </c:pt>
                <c:pt idx="257">
                  <c:v>3.97838</c:v>
                </c:pt>
                <c:pt idx="258">
                  <c:v>3.9786899999999998</c:v>
                </c:pt>
                <c:pt idx="259">
                  <c:v>3.97899</c:v>
                </c:pt>
                <c:pt idx="260">
                  <c:v>3.9792999999999998</c:v>
                </c:pt>
                <c:pt idx="261">
                  <c:v>3.9796</c:v>
                </c:pt>
                <c:pt idx="262">
                  <c:v>3.9799099999999998</c:v>
                </c:pt>
                <c:pt idx="263">
                  <c:v>3.98021</c:v>
                </c:pt>
                <c:pt idx="264">
                  <c:v>3.9805199999999998</c:v>
                </c:pt>
                <c:pt idx="265">
                  <c:v>3.98082</c:v>
                </c:pt>
                <c:pt idx="266">
                  <c:v>3.9811299999999998</c:v>
                </c:pt>
                <c:pt idx="267">
                  <c:v>3.98143</c:v>
                </c:pt>
                <c:pt idx="268">
                  <c:v>3.9817399999999998</c:v>
                </c:pt>
                <c:pt idx="269">
                  <c:v>3.98204</c:v>
                </c:pt>
                <c:pt idx="270">
                  <c:v>3.9823499999999998</c:v>
                </c:pt>
                <c:pt idx="271">
                  <c:v>3.9826600000000001</c:v>
                </c:pt>
                <c:pt idx="272">
                  <c:v>3.9829599999999998</c:v>
                </c:pt>
                <c:pt idx="273">
                  <c:v>3.9832700000000001</c:v>
                </c:pt>
                <c:pt idx="274">
                  <c:v>3.9835699999999998</c:v>
                </c:pt>
                <c:pt idx="275">
                  <c:v>3.9838800000000001</c:v>
                </c:pt>
                <c:pt idx="276">
                  <c:v>3.9841799999999998</c:v>
                </c:pt>
                <c:pt idx="277">
                  <c:v>3.9844900000000001</c:v>
                </c:pt>
                <c:pt idx="278">
                  <c:v>3.9847899999999998</c:v>
                </c:pt>
                <c:pt idx="279">
                  <c:v>3.9851000000000001</c:v>
                </c:pt>
                <c:pt idx="280">
                  <c:v>3.9853999999999998</c:v>
                </c:pt>
                <c:pt idx="281">
                  <c:v>3.9857100000000001</c:v>
                </c:pt>
                <c:pt idx="282">
                  <c:v>3.9860199999999999</c:v>
                </c:pt>
                <c:pt idx="283">
                  <c:v>3.9863200000000001</c:v>
                </c:pt>
                <c:pt idx="284">
                  <c:v>3.9866299999999999</c:v>
                </c:pt>
                <c:pt idx="285">
                  <c:v>3.9869300000000001</c:v>
                </c:pt>
                <c:pt idx="286">
                  <c:v>3.9872399999999999</c:v>
                </c:pt>
                <c:pt idx="287">
                  <c:v>3.9875400000000001</c:v>
                </c:pt>
                <c:pt idx="288">
                  <c:v>3.9878499999999999</c:v>
                </c:pt>
                <c:pt idx="289">
                  <c:v>3.9881500000000001</c:v>
                </c:pt>
                <c:pt idx="290">
                  <c:v>3.9884599999999999</c:v>
                </c:pt>
                <c:pt idx="291">
                  <c:v>3.9887600000000001</c:v>
                </c:pt>
                <c:pt idx="292">
                  <c:v>3.9890699999999999</c:v>
                </c:pt>
                <c:pt idx="293">
                  <c:v>3.9893700000000001</c:v>
                </c:pt>
                <c:pt idx="294">
                  <c:v>3.9896799999999999</c:v>
                </c:pt>
                <c:pt idx="295">
                  <c:v>3.9899900000000001</c:v>
                </c:pt>
                <c:pt idx="296">
                  <c:v>3.9902899999999999</c:v>
                </c:pt>
                <c:pt idx="297">
                  <c:v>3.9906000000000001</c:v>
                </c:pt>
                <c:pt idx="298">
                  <c:v>3.9908999999999999</c:v>
                </c:pt>
                <c:pt idx="299">
                  <c:v>3.9912100000000001</c:v>
                </c:pt>
                <c:pt idx="300">
                  <c:v>3.9915099999999999</c:v>
                </c:pt>
                <c:pt idx="301">
                  <c:v>3.9918200000000001</c:v>
                </c:pt>
                <c:pt idx="302">
                  <c:v>3.9921199999999999</c:v>
                </c:pt>
                <c:pt idx="303">
                  <c:v>3.9924300000000001</c:v>
                </c:pt>
                <c:pt idx="304">
                  <c:v>3.9927299999999999</c:v>
                </c:pt>
                <c:pt idx="305">
                  <c:v>3.9930400000000001</c:v>
                </c:pt>
                <c:pt idx="306">
                  <c:v>3.9933399999999999</c:v>
                </c:pt>
                <c:pt idx="307">
                  <c:v>3.9936500000000001</c:v>
                </c:pt>
                <c:pt idx="308">
                  <c:v>3.99396</c:v>
                </c:pt>
                <c:pt idx="309">
                  <c:v>3.9942600000000001</c:v>
                </c:pt>
                <c:pt idx="310">
                  <c:v>3.99457</c:v>
                </c:pt>
                <c:pt idx="311">
                  <c:v>3.9948700000000001</c:v>
                </c:pt>
                <c:pt idx="312">
                  <c:v>3.99518</c:v>
                </c:pt>
                <c:pt idx="313">
                  <c:v>3.9954800000000001</c:v>
                </c:pt>
                <c:pt idx="314">
                  <c:v>3.99579</c:v>
                </c:pt>
                <c:pt idx="315">
                  <c:v>3.9960900000000001</c:v>
                </c:pt>
                <c:pt idx="316">
                  <c:v>3.9964</c:v>
                </c:pt>
                <c:pt idx="317">
                  <c:v>3.9967000000000001</c:v>
                </c:pt>
                <c:pt idx="318">
                  <c:v>3.99701</c:v>
                </c:pt>
                <c:pt idx="319">
                  <c:v>3.9973100000000001</c:v>
                </c:pt>
                <c:pt idx="320">
                  <c:v>3.99762</c:v>
                </c:pt>
                <c:pt idx="321">
                  <c:v>3.9979300000000002</c:v>
                </c:pt>
                <c:pt idx="322">
                  <c:v>3.99823</c:v>
                </c:pt>
                <c:pt idx="323">
                  <c:v>3.9985400000000002</c:v>
                </c:pt>
                <c:pt idx="324">
                  <c:v>3.99884</c:v>
                </c:pt>
                <c:pt idx="325">
                  <c:v>3.9991500000000002</c:v>
                </c:pt>
                <c:pt idx="326">
                  <c:v>3.9994499999999999</c:v>
                </c:pt>
                <c:pt idx="327">
                  <c:v>3.9997600000000002</c:v>
                </c:pt>
                <c:pt idx="328">
                  <c:v>4.0000600000000004</c:v>
                </c:pt>
                <c:pt idx="329">
                  <c:v>4.0003700000000002</c:v>
                </c:pt>
                <c:pt idx="330">
                  <c:v>4.0006700000000004</c:v>
                </c:pt>
                <c:pt idx="331">
                  <c:v>4.0009800000000002</c:v>
                </c:pt>
                <c:pt idx="332">
                  <c:v>4.00129</c:v>
                </c:pt>
                <c:pt idx="333">
                  <c:v>4.0015900000000002</c:v>
                </c:pt>
                <c:pt idx="334">
                  <c:v>4.0019</c:v>
                </c:pt>
                <c:pt idx="335">
                  <c:v>4.0022000000000002</c:v>
                </c:pt>
                <c:pt idx="336">
                  <c:v>4.00251</c:v>
                </c:pt>
                <c:pt idx="337">
                  <c:v>4.0028100000000002</c:v>
                </c:pt>
                <c:pt idx="338">
                  <c:v>4.00312</c:v>
                </c:pt>
                <c:pt idx="339">
                  <c:v>4.0034200000000002</c:v>
                </c:pt>
                <c:pt idx="340">
                  <c:v>4.00373</c:v>
                </c:pt>
                <c:pt idx="341">
                  <c:v>4.0040300000000002</c:v>
                </c:pt>
                <c:pt idx="342">
                  <c:v>4.00434</c:v>
                </c:pt>
                <c:pt idx="343">
                  <c:v>4.0046400000000002</c:v>
                </c:pt>
                <c:pt idx="344">
                  <c:v>4.00495</c:v>
                </c:pt>
                <c:pt idx="345">
                  <c:v>4.0052599999999998</c:v>
                </c:pt>
                <c:pt idx="346">
                  <c:v>4.00556</c:v>
                </c:pt>
                <c:pt idx="347">
                  <c:v>4.0058699999999998</c:v>
                </c:pt>
                <c:pt idx="348">
                  <c:v>4.00617</c:v>
                </c:pt>
                <c:pt idx="349">
                  <c:v>4.0064799999999998</c:v>
                </c:pt>
                <c:pt idx="350">
                  <c:v>4.00678</c:v>
                </c:pt>
                <c:pt idx="351">
                  <c:v>4.0070899999999998</c:v>
                </c:pt>
                <c:pt idx="352">
                  <c:v>4.00739</c:v>
                </c:pt>
                <c:pt idx="353">
                  <c:v>4.0076999999999998</c:v>
                </c:pt>
                <c:pt idx="354">
                  <c:v>4.008</c:v>
                </c:pt>
                <c:pt idx="355">
                  <c:v>4.0083099999999998</c:v>
                </c:pt>
                <c:pt idx="356">
                  <c:v>4.00861</c:v>
                </c:pt>
                <c:pt idx="357">
                  <c:v>4.0089199999999998</c:v>
                </c:pt>
                <c:pt idx="358">
                  <c:v>4.0092299999999996</c:v>
                </c:pt>
                <c:pt idx="359">
                  <c:v>4.0095299999999998</c:v>
                </c:pt>
                <c:pt idx="360">
                  <c:v>4.0098399999999996</c:v>
                </c:pt>
                <c:pt idx="361">
                  <c:v>4.0101399999999998</c:v>
                </c:pt>
                <c:pt idx="362">
                  <c:v>4.0104499999999996</c:v>
                </c:pt>
                <c:pt idx="363">
                  <c:v>4.0107499999999998</c:v>
                </c:pt>
                <c:pt idx="364">
                  <c:v>4.0110599999999996</c:v>
                </c:pt>
                <c:pt idx="365">
                  <c:v>4.0113599999999998</c:v>
                </c:pt>
                <c:pt idx="366">
                  <c:v>4.0116699999999996</c:v>
                </c:pt>
                <c:pt idx="367">
                  <c:v>4.0119699999999998</c:v>
                </c:pt>
                <c:pt idx="368">
                  <c:v>4.0122799999999996</c:v>
                </c:pt>
                <c:pt idx="369">
                  <c:v>4.0125799999999998</c:v>
                </c:pt>
                <c:pt idx="370">
                  <c:v>4.0128899999999996</c:v>
                </c:pt>
                <c:pt idx="371">
                  <c:v>4.0132000000000003</c:v>
                </c:pt>
                <c:pt idx="372">
                  <c:v>4.0134999999999996</c:v>
                </c:pt>
                <c:pt idx="373">
                  <c:v>4.0138100000000003</c:v>
                </c:pt>
                <c:pt idx="374">
                  <c:v>4.0141099999999996</c:v>
                </c:pt>
                <c:pt idx="375">
                  <c:v>4.0144200000000003</c:v>
                </c:pt>
                <c:pt idx="376">
                  <c:v>4.0147199999999996</c:v>
                </c:pt>
                <c:pt idx="377">
                  <c:v>4.0150300000000003</c:v>
                </c:pt>
                <c:pt idx="378">
                  <c:v>4.0153299999999996</c:v>
                </c:pt>
                <c:pt idx="379">
                  <c:v>4.0156400000000003</c:v>
                </c:pt>
                <c:pt idx="380">
                  <c:v>4.0159399999999996</c:v>
                </c:pt>
                <c:pt idx="381">
                  <c:v>4.0162500000000003</c:v>
                </c:pt>
                <c:pt idx="382">
                  <c:v>4.0165499999999996</c:v>
                </c:pt>
                <c:pt idx="383">
                  <c:v>4.0168600000000003</c:v>
                </c:pt>
                <c:pt idx="384">
                  <c:v>4.0171700000000001</c:v>
                </c:pt>
                <c:pt idx="385">
                  <c:v>4.0174700000000003</c:v>
                </c:pt>
                <c:pt idx="386">
                  <c:v>4.0177800000000001</c:v>
                </c:pt>
                <c:pt idx="387">
                  <c:v>4.0180800000000003</c:v>
                </c:pt>
                <c:pt idx="388">
                  <c:v>4.0183900000000001</c:v>
                </c:pt>
                <c:pt idx="389">
                  <c:v>4.0186900000000003</c:v>
                </c:pt>
                <c:pt idx="390">
                  <c:v>4.0190000000000001</c:v>
                </c:pt>
                <c:pt idx="391">
                  <c:v>4.0193000000000003</c:v>
                </c:pt>
                <c:pt idx="392">
                  <c:v>4.0196100000000001</c:v>
                </c:pt>
                <c:pt idx="393">
                  <c:v>4.0199100000000003</c:v>
                </c:pt>
                <c:pt idx="394">
                  <c:v>4.0202200000000001</c:v>
                </c:pt>
                <c:pt idx="395">
                  <c:v>4.0205299999999999</c:v>
                </c:pt>
                <c:pt idx="396">
                  <c:v>4.0208300000000001</c:v>
                </c:pt>
                <c:pt idx="397">
                  <c:v>4.0211399999999999</c:v>
                </c:pt>
                <c:pt idx="398">
                  <c:v>4.0214400000000001</c:v>
                </c:pt>
                <c:pt idx="399">
                  <c:v>4.0217499999999999</c:v>
                </c:pt>
                <c:pt idx="400">
                  <c:v>4.0220500000000001</c:v>
                </c:pt>
                <c:pt idx="401">
                  <c:v>4.0223599999999999</c:v>
                </c:pt>
                <c:pt idx="402">
                  <c:v>4.0226600000000001</c:v>
                </c:pt>
                <c:pt idx="403">
                  <c:v>4.0229699999999999</c:v>
                </c:pt>
                <c:pt idx="404">
                  <c:v>4.0232700000000001</c:v>
                </c:pt>
                <c:pt idx="405">
                  <c:v>4.0235799999999999</c:v>
                </c:pt>
                <c:pt idx="406">
                  <c:v>4.0238800000000001</c:v>
                </c:pt>
                <c:pt idx="407">
                  <c:v>4.0241899999999999</c:v>
                </c:pt>
                <c:pt idx="408">
                  <c:v>4.0244999999999997</c:v>
                </c:pt>
                <c:pt idx="409">
                  <c:v>4.0247999999999999</c:v>
                </c:pt>
                <c:pt idx="410">
                  <c:v>4.0251099999999997</c:v>
                </c:pt>
                <c:pt idx="411">
                  <c:v>4.0254099999999999</c:v>
                </c:pt>
                <c:pt idx="412">
                  <c:v>4.0257199999999997</c:v>
                </c:pt>
                <c:pt idx="413">
                  <c:v>4.0260199999999999</c:v>
                </c:pt>
                <c:pt idx="414">
                  <c:v>4.0263299999999997</c:v>
                </c:pt>
                <c:pt idx="415">
                  <c:v>4.0266299999999999</c:v>
                </c:pt>
                <c:pt idx="416">
                  <c:v>4.0269399999999997</c:v>
                </c:pt>
                <c:pt idx="417">
                  <c:v>4.0272399999999999</c:v>
                </c:pt>
                <c:pt idx="418">
                  <c:v>4.0275499999999997</c:v>
                </c:pt>
                <c:pt idx="419">
                  <c:v>4.0278499999999999</c:v>
                </c:pt>
                <c:pt idx="420">
                  <c:v>4.0281599999999997</c:v>
                </c:pt>
                <c:pt idx="421">
                  <c:v>4.0284700000000004</c:v>
                </c:pt>
                <c:pt idx="422">
                  <c:v>4.0287699999999997</c:v>
                </c:pt>
                <c:pt idx="423">
                  <c:v>4.0290800000000004</c:v>
                </c:pt>
                <c:pt idx="424">
                  <c:v>4.0293799999999997</c:v>
                </c:pt>
                <c:pt idx="425">
                  <c:v>4.0296900000000004</c:v>
                </c:pt>
                <c:pt idx="426">
                  <c:v>4.0299899999999997</c:v>
                </c:pt>
                <c:pt idx="427">
                  <c:v>4.0303000000000004</c:v>
                </c:pt>
                <c:pt idx="428">
                  <c:v>4.0305999999999997</c:v>
                </c:pt>
                <c:pt idx="429">
                  <c:v>4.0309100000000004</c:v>
                </c:pt>
                <c:pt idx="430">
                  <c:v>4.0312099999999997</c:v>
                </c:pt>
                <c:pt idx="431">
                  <c:v>4.0315200000000004</c:v>
                </c:pt>
                <c:pt idx="432">
                  <c:v>4.0318199999999997</c:v>
                </c:pt>
                <c:pt idx="433">
                  <c:v>4.0321300000000004</c:v>
                </c:pt>
                <c:pt idx="434">
                  <c:v>4.0324400000000002</c:v>
                </c:pt>
                <c:pt idx="435">
                  <c:v>4.0327400000000004</c:v>
                </c:pt>
                <c:pt idx="436">
                  <c:v>4.0330500000000002</c:v>
                </c:pt>
                <c:pt idx="437">
                  <c:v>4.0333500000000004</c:v>
                </c:pt>
                <c:pt idx="438">
                  <c:v>4.0336600000000002</c:v>
                </c:pt>
                <c:pt idx="439">
                  <c:v>4.0339600000000004</c:v>
                </c:pt>
                <c:pt idx="440">
                  <c:v>4.0342700000000002</c:v>
                </c:pt>
                <c:pt idx="441">
                  <c:v>4.0345700000000004</c:v>
                </c:pt>
                <c:pt idx="442">
                  <c:v>4.0348800000000002</c:v>
                </c:pt>
                <c:pt idx="443">
                  <c:v>4.0351800000000004</c:v>
                </c:pt>
                <c:pt idx="444">
                  <c:v>4.0354900000000002</c:v>
                </c:pt>
                <c:pt idx="445">
                  <c:v>4.0357900000000004</c:v>
                </c:pt>
                <c:pt idx="446">
                  <c:v>4.0361000000000002</c:v>
                </c:pt>
                <c:pt idx="447">
                  <c:v>4.0364100000000001</c:v>
                </c:pt>
                <c:pt idx="448">
                  <c:v>4.0367100000000002</c:v>
                </c:pt>
                <c:pt idx="449">
                  <c:v>4.0370200000000001</c:v>
                </c:pt>
                <c:pt idx="450">
                  <c:v>4.0373200000000002</c:v>
                </c:pt>
                <c:pt idx="451">
                  <c:v>4.0376300000000001</c:v>
                </c:pt>
                <c:pt idx="452">
                  <c:v>4.0379300000000002</c:v>
                </c:pt>
                <c:pt idx="453">
                  <c:v>4.0382400000000001</c:v>
                </c:pt>
                <c:pt idx="454">
                  <c:v>4.0385400000000002</c:v>
                </c:pt>
                <c:pt idx="455">
                  <c:v>4.0388500000000001</c:v>
                </c:pt>
                <c:pt idx="456">
                  <c:v>4.0391500000000002</c:v>
                </c:pt>
                <c:pt idx="457">
                  <c:v>4.0394600000000001</c:v>
                </c:pt>
                <c:pt idx="458">
                  <c:v>4.0397699999999999</c:v>
                </c:pt>
                <c:pt idx="459">
                  <c:v>4.0400700000000001</c:v>
                </c:pt>
                <c:pt idx="460">
                  <c:v>4.0403799999999999</c:v>
                </c:pt>
                <c:pt idx="461">
                  <c:v>4.04068</c:v>
                </c:pt>
                <c:pt idx="462">
                  <c:v>4.0409899999999999</c:v>
                </c:pt>
                <c:pt idx="463">
                  <c:v>4.04129</c:v>
                </c:pt>
                <c:pt idx="464">
                  <c:v>4.0415999999999999</c:v>
                </c:pt>
                <c:pt idx="465">
                  <c:v>4.0419</c:v>
                </c:pt>
                <c:pt idx="466">
                  <c:v>4.0422099999999999</c:v>
                </c:pt>
                <c:pt idx="467">
                  <c:v>4.04251</c:v>
                </c:pt>
                <c:pt idx="468">
                  <c:v>4.0428199999999999</c:v>
                </c:pt>
                <c:pt idx="469">
                  <c:v>4.04312</c:v>
                </c:pt>
                <c:pt idx="470">
                  <c:v>4.0434299999999999</c:v>
                </c:pt>
                <c:pt idx="471">
                  <c:v>4.0437399999999997</c:v>
                </c:pt>
                <c:pt idx="472">
                  <c:v>4.0440399999999999</c:v>
                </c:pt>
                <c:pt idx="473">
                  <c:v>4.0443499999999997</c:v>
                </c:pt>
                <c:pt idx="474">
                  <c:v>4.0446499999999999</c:v>
                </c:pt>
                <c:pt idx="475">
                  <c:v>4.0449599999999997</c:v>
                </c:pt>
                <c:pt idx="476">
                  <c:v>4.0452599999999999</c:v>
                </c:pt>
                <c:pt idx="477">
                  <c:v>4.0455699999999997</c:v>
                </c:pt>
                <c:pt idx="478">
                  <c:v>4.0458699999999999</c:v>
                </c:pt>
                <c:pt idx="479">
                  <c:v>4.0461799999999997</c:v>
                </c:pt>
                <c:pt idx="480">
                  <c:v>4.0464799999999999</c:v>
                </c:pt>
                <c:pt idx="481">
                  <c:v>4.0467899999999997</c:v>
                </c:pt>
                <c:pt idx="482">
                  <c:v>4.0470899999999999</c:v>
                </c:pt>
                <c:pt idx="483">
                  <c:v>4.0473999999999997</c:v>
                </c:pt>
                <c:pt idx="484">
                  <c:v>4.0477100000000004</c:v>
                </c:pt>
                <c:pt idx="485">
                  <c:v>4.0480099999999997</c:v>
                </c:pt>
                <c:pt idx="486">
                  <c:v>4.0483200000000004</c:v>
                </c:pt>
                <c:pt idx="487">
                  <c:v>4.0486199999999997</c:v>
                </c:pt>
                <c:pt idx="488">
                  <c:v>4.0489300000000004</c:v>
                </c:pt>
                <c:pt idx="489">
                  <c:v>4.0492299999999997</c:v>
                </c:pt>
                <c:pt idx="490">
                  <c:v>4.0495400000000004</c:v>
                </c:pt>
                <c:pt idx="491">
                  <c:v>4.0498399999999997</c:v>
                </c:pt>
                <c:pt idx="492">
                  <c:v>4.0501500000000004</c:v>
                </c:pt>
                <c:pt idx="493">
                  <c:v>4.0504499999999997</c:v>
                </c:pt>
                <c:pt idx="494">
                  <c:v>4.0507600000000004</c:v>
                </c:pt>
                <c:pt idx="495">
                  <c:v>4.0510599999999997</c:v>
                </c:pt>
                <c:pt idx="496">
                  <c:v>4.0513700000000004</c:v>
                </c:pt>
                <c:pt idx="497">
                  <c:v>4.0516800000000002</c:v>
                </c:pt>
                <c:pt idx="498">
                  <c:v>4.0519800000000004</c:v>
                </c:pt>
                <c:pt idx="499">
                  <c:v>4.0522900000000002</c:v>
                </c:pt>
                <c:pt idx="500">
                  <c:v>4.0525900000000004</c:v>
                </c:pt>
                <c:pt idx="501">
                  <c:v>4.0529000000000002</c:v>
                </c:pt>
                <c:pt idx="502">
                  <c:v>4.0532000000000004</c:v>
                </c:pt>
                <c:pt idx="503">
                  <c:v>4.0535100000000002</c:v>
                </c:pt>
                <c:pt idx="504">
                  <c:v>4.0538100000000004</c:v>
                </c:pt>
                <c:pt idx="505">
                  <c:v>4.0541200000000002</c:v>
                </c:pt>
                <c:pt idx="506">
                  <c:v>4.0544200000000004</c:v>
                </c:pt>
                <c:pt idx="507">
                  <c:v>4.0547300000000002</c:v>
                </c:pt>
                <c:pt idx="508">
                  <c:v>4.05504</c:v>
                </c:pt>
                <c:pt idx="509">
                  <c:v>4.0553400000000002</c:v>
                </c:pt>
                <c:pt idx="510">
                  <c:v>4.05565</c:v>
                </c:pt>
                <c:pt idx="511">
                  <c:v>4.0559500000000002</c:v>
                </c:pt>
                <c:pt idx="512">
                  <c:v>4.05626</c:v>
                </c:pt>
                <c:pt idx="513">
                  <c:v>4.0565600000000002</c:v>
                </c:pt>
                <c:pt idx="514">
                  <c:v>4.05687</c:v>
                </c:pt>
                <c:pt idx="515">
                  <c:v>4.0571700000000002</c:v>
                </c:pt>
                <c:pt idx="516">
                  <c:v>4.05748</c:v>
                </c:pt>
                <c:pt idx="517">
                  <c:v>4.0577800000000002</c:v>
                </c:pt>
                <c:pt idx="518">
                  <c:v>4.05809</c:v>
                </c:pt>
                <c:pt idx="519">
                  <c:v>4.0583900000000002</c:v>
                </c:pt>
                <c:pt idx="520">
                  <c:v>4.0587</c:v>
                </c:pt>
                <c:pt idx="521">
                  <c:v>4.0590099999999998</c:v>
                </c:pt>
                <c:pt idx="522">
                  <c:v>4.05931</c:v>
                </c:pt>
                <c:pt idx="523">
                  <c:v>4.0596199999999998</c:v>
                </c:pt>
                <c:pt idx="524">
                  <c:v>4.05992</c:v>
                </c:pt>
                <c:pt idx="525">
                  <c:v>4.0602299999999998</c:v>
                </c:pt>
                <c:pt idx="526">
                  <c:v>4.06053</c:v>
                </c:pt>
                <c:pt idx="527">
                  <c:v>4.0608399999999998</c:v>
                </c:pt>
                <c:pt idx="528">
                  <c:v>4.06114</c:v>
                </c:pt>
                <c:pt idx="529">
                  <c:v>4.0614499999999998</c:v>
                </c:pt>
                <c:pt idx="530">
                  <c:v>4.06175</c:v>
                </c:pt>
                <c:pt idx="531">
                  <c:v>4.0620599999999998</c:v>
                </c:pt>
                <c:pt idx="532">
                  <c:v>4.06236</c:v>
                </c:pt>
                <c:pt idx="533">
                  <c:v>4.0626699999999998</c:v>
                </c:pt>
                <c:pt idx="534">
                  <c:v>4.0629799999999996</c:v>
                </c:pt>
                <c:pt idx="535">
                  <c:v>4.0632799999999998</c:v>
                </c:pt>
                <c:pt idx="536">
                  <c:v>4.0635899999999996</c:v>
                </c:pt>
                <c:pt idx="537">
                  <c:v>4.0638899999999998</c:v>
                </c:pt>
                <c:pt idx="538">
                  <c:v>4.0641999999999996</c:v>
                </c:pt>
                <c:pt idx="539">
                  <c:v>4.0644999999999998</c:v>
                </c:pt>
                <c:pt idx="540">
                  <c:v>4.0648099999999996</c:v>
                </c:pt>
                <c:pt idx="541">
                  <c:v>4.0651099999999998</c:v>
                </c:pt>
                <c:pt idx="542">
                  <c:v>4.0654199999999996</c:v>
                </c:pt>
                <c:pt idx="543">
                  <c:v>4.0657199999999998</c:v>
                </c:pt>
                <c:pt idx="544">
                  <c:v>4.0660299999999996</c:v>
                </c:pt>
                <c:pt idx="545">
                  <c:v>4.0663299999999998</c:v>
                </c:pt>
                <c:pt idx="546">
                  <c:v>4.0666399999999996</c:v>
                </c:pt>
                <c:pt idx="547">
                  <c:v>4.0669500000000003</c:v>
                </c:pt>
                <c:pt idx="548">
                  <c:v>4.0672499999999996</c:v>
                </c:pt>
                <c:pt idx="549">
                  <c:v>4.0675600000000003</c:v>
                </c:pt>
                <c:pt idx="550">
                  <c:v>4.0678599999999996</c:v>
                </c:pt>
                <c:pt idx="551">
                  <c:v>4.0681700000000003</c:v>
                </c:pt>
                <c:pt idx="552">
                  <c:v>4.0684699999999996</c:v>
                </c:pt>
                <c:pt idx="553">
                  <c:v>4.0687800000000003</c:v>
                </c:pt>
                <c:pt idx="554">
                  <c:v>4.0690799999999996</c:v>
                </c:pt>
                <c:pt idx="555">
                  <c:v>4.0693900000000003</c:v>
                </c:pt>
                <c:pt idx="556">
                  <c:v>4.0696899999999996</c:v>
                </c:pt>
                <c:pt idx="557">
                  <c:v>4.07</c:v>
                </c:pt>
                <c:pt idx="558">
                  <c:v>4.0702999999999996</c:v>
                </c:pt>
                <c:pt idx="559">
                  <c:v>4.0706100000000003</c:v>
                </c:pt>
                <c:pt idx="560">
                  <c:v>4.0709200000000001</c:v>
                </c:pt>
                <c:pt idx="561">
                  <c:v>4.0712200000000003</c:v>
                </c:pt>
                <c:pt idx="562">
                  <c:v>4.0715300000000001</c:v>
                </c:pt>
                <c:pt idx="563">
                  <c:v>4.0718300000000003</c:v>
                </c:pt>
                <c:pt idx="564">
                  <c:v>4.0721400000000001</c:v>
                </c:pt>
                <c:pt idx="565">
                  <c:v>4.0724400000000003</c:v>
                </c:pt>
                <c:pt idx="566">
                  <c:v>4.0727500000000001</c:v>
                </c:pt>
                <c:pt idx="567">
                  <c:v>4.0730500000000003</c:v>
                </c:pt>
                <c:pt idx="568">
                  <c:v>4.0733600000000001</c:v>
                </c:pt>
                <c:pt idx="569">
                  <c:v>4.0736600000000003</c:v>
                </c:pt>
                <c:pt idx="570">
                  <c:v>4.0739700000000001</c:v>
                </c:pt>
                <c:pt idx="571">
                  <c:v>4.0742799999999999</c:v>
                </c:pt>
                <c:pt idx="572">
                  <c:v>4.0745800000000001</c:v>
                </c:pt>
                <c:pt idx="573">
                  <c:v>4.0748899999999999</c:v>
                </c:pt>
                <c:pt idx="574">
                  <c:v>4.0751900000000001</c:v>
                </c:pt>
                <c:pt idx="575">
                  <c:v>4.0754999999999999</c:v>
                </c:pt>
                <c:pt idx="576">
                  <c:v>4.0758000000000001</c:v>
                </c:pt>
                <c:pt idx="577">
                  <c:v>4.0761099999999999</c:v>
                </c:pt>
                <c:pt idx="578">
                  <c:v>4.0764100000000001</c:v>
                </c:pt>
                <c:pt idx="579">
                  <c:v>4.0767199999999999</c:v>
                </c:pt>
                <c:pt idx="580">
                  <c:v>4.0770200000000001</c:v>
                </c:pt>
                <c:pt idx="581">
                  <c:v>4.0773299999999999</c:v>
                </c:pt>
                <c:pt idx="582">
                  <c:v>4.0776300000000001</c:v>
                </c:pt>
                <c:pt idx="583">
                  <c:v>4.0779399999999999</c:v>
                </c:pt>
                <c:pt idx="584">
                  <c:v>4.0782499999999997</c:v>
                </c:pt>
                <c:pt idx="585">
                  <c:v>4.0785499999999999</c:v>
                </c:pt>
                <c:pt idx="586">
                  <c:v>4.0788599999999997</c:v>
                </c:pt>
                <c:pt idx="587">
                  <c:v>4.0791599999999999</c:v>
                </c:pt>
                <c:pt idx="588">
                  <c:v>4.0794699999999997</c:v>
                </c:pt>
                <c:pt idx="589">
                  <c:v>4.0797699999999999</c:v>
                </c:pt>
                <c:pt idx="590">
                  <c:v>4.0800799999999997</c:v>
                </c:pt>
                <c:pt idx="591">
                  <c:v>4.0803799999999999</c:v>
                </c:pt>
                <c:pt idx="592">
                  <c:v>4.0806899999999997</c:v>
                </c:pt>
                <c:pt idx="593">
                  <c:v>4.0809899999999999</c:v>
                </c:pt>
                <c:pt idx="594">
                  <c:v>4.0812999999999997</c:v>
                </c:pt>
                <c:pt idx="595">
                  <c:v>4.0815999999999999</c:v>
                </c:pt>
                <c:pt idx="596">
                  <c:v>4.0819099999999997</c:v>
                </c:pt>
                <c:pt idx="597">
                  <c:v>4.0822200000000004</c:v>
                </c:pt>
                <c:pt idx="598">
                  <c:v>4.0825199999999997</c:v>
                </c:pt>
                <c:pt idx="599">
                  <c:v>4.0828300000000004</c:v>
                </c:pt>
                <c:pt idx="600">
                  <c:v>4.0831299999999997</c:v>
                </c:pt>
                <c:pt idx="601">
                  <c:v>4.0834400000000004</c:v>
                </c:pt>
                <c:pt idx="602">
                  <c:v>4.0837399999999997</c:v>
                </c:pt>
                <c:pt idx="603">
                  <c:v>4.0840500000000004</c:v>
                </c:pt>
                <c:pt idx="604">
                  <c:v>4.0843499999999997</c:v>
                </c:pt>
                <c:pt idx="605">
                  <c:v>4.0846600000000004</c:v>
                </c:pt>
                <c:pt idx="606">
                  <c:v>4.0849599999999997</c:v>
                </c:pt>
                <c:pt idx="607">
                  <c:v>4.0852700000000004</c:v>
                </c:pt>
                <c:pt idx="608">
                  <c:v>4.0855699999999997</c:v>
                </c:pt>
                <c:pt idx="609">
                  <c:v>4.0858800000000004</c:v>
                </c:pt>
                <c:pt idx="610">
                  <c:v>4.0861900000000002</c:v>
                </c:pt>
                <c:pt idx="611">
                  <c:v>4.0864900000000004</c:v>
                </c:pt>
                <c:pt idx="612">
                  <c:v>4.0868000000000002</c:v>
                </c:pt>
                <c:pt idx="613">
                  <c:v>4.0871000000000004</c:v>
                </c:pt>
                <c:pt idx="614">
                  <c:v>4.0874100000000002</c:v>
                </c:pt>
                <c:pt idx="615">
                  <c:v>4.0877100000000004</c:v>
                </c:pt>
                <c:pt idx="616">
                  <c:v>4.0880200000000002</c:v>
                </c:pt>
                <c:pt idx="617">
                  <c:v>4.0883200000000004</c:v>
                </c:pt>
                <c:pt idx="618">
                  <c:v>4.0886300000000002</c:v>
                </c:pt>
                <c:pt idx="619">
                  <c:v>4.0889300000000004</c:v>
                </c:pt>
                <c:pt idx="620">
                  <c:v>4.0892400000000002</c:v>
                </c:pt>
                <c:pt idx="621">
                  <c:v>4.0895400000000004</c:v>
                </c:pt>
                <c:pt idx="622">
                  <c:v>4.0898500000000002</c:v>
                </c:pt>
                <c:pt idx="623">
                  <c:v>4.09016</c:v>
                </c:pt>
                <c:pt idx="624">
                  <c:v>4.0904600000000002</c:v>
                </c:pt>
                <c:pt idx="625">
                  <c:v>4.09077</c:v>
                </c:pt>
                <c:pt idx="626">
                  <c:v>4.0910700000000002</c:v>
                </c:pt>
                <c:pt idx="627">
                  <c:v>4.09138</c:v>
                </c:pt>
                <c:pt idx="628">
                  <c:v>4.0916800000000002</c:v>
                </c:pt>
                <c:pt idx="629">
                  <c:v>4.09199</c:v>
                </c:pt>
                <c:pt idx="630">
                  <c:v>4.0922900000000002</c:v>
                </c:pt>
                <c:pt idx="631">
                  <c:v>4.0926</c:v>
                </c:pt>
                <c:pt idx="632">
                  <c:v>4.0929000000000002</c:v>
                </c:pt>
                <c:pt idx="633">
                  <c:v>4.09321</c:v>
                </c:pt>
                <c:pt idx="634">
                  <c:v>4.0935199999999998</c:v>
                </c:pt>
                <c:pt idx="635">
                  <c:v>4.09382</c:v>
                </c:pt>
                <c:pt idx="636">
                  <c:v>4.0941299999999998</c:v>
                </c:pt>
                <c:pt idx="637">
                  <c:v>4.09443</c:v>
                </c:pt>
                <c:pt idx="638">
                  <c:v>4.0947399999999998</c:v>
                </c:pt>
                <c:pt idx="639">
                  <c:v>4.09504</c:v>
                </c:pt>
                <c:pt idx="640">
                  <c:v>4.0953499999999998</c:v>
                </c:pt>
                <c:pt idx="641">
                  <c:v>4.09565</c:v>
                </c:pt>
                <c:pt idx="642">
                  <c:v>4.0959599999999998</c:v>
                </c:pt>
                <c:pt idx="643">
                  <c:v>4.09626</c:v>
                </c:pt>
                <c:pt idx="644">
                  <c:v>4.0965699999999998</c:v>
                </c:pt>
                <c:pt idx="645">
                  <c:v>4.09687</c:v>
                </c:pt>
                <c:pt idx="646">
                  <c:v>4.0971799999999998</c:v>
                </c:pt>
                <c:pt idx="647">
                  <c:v>4.0974899999999996</c:v>
                </c:pt>
                <c:pt idx="648">
                  <c:v>4.0977899999999998</c:v>
                </c:pt>
                <c:pt idx="649">
                  <c:v>4.0980999999999996</c:v>
                </c:pt>
                <c:pt idx="650">
                  <c:v>4.0983999999999998</c:v>
                </c:pt>
                <c:pt idx="651">
                  <c:v>4.0987099999999996</c:v>
                </c:pt>
                <c:pt idx="652">
                  <c:v>4.0990099999999998</c:v>
                </c:pt>
                <c:pt idx="653">
                  <c:v>4.0993199999999996</c:v>
                </c:pt>
                <c:pt idx="654">
                  <c:v>4.0996199999999998</c:v>
                </c:pt>
                <c:pt idx="655">
                  <c:v>4.0999299999999996</c:v>
                </c:pt>
                <c:pt idx="656">
                  <c:v>4.1002299999999998</c:v>
                </c:pt>
                <c:pt idx="657">
                  <c:v>4.1005399999999996</c:v>
                </c:pt>
                <c:pt idx="658">
                  <c:v>4.1008399999999998</c:v>
                </c:pt>
                <c:pt idx="659">
                  <c:v>4.1011499999999996</c:v>
                </c:pt>
                <c:pt idx="660">
                  <c:v>4.1014600000000003</c:v>
                </c:pt>
                <c:pt idx="661">
                  <c:v>4.1017599999999996</c:v>
                </c:pt>
                <c:pt idx="662">
                  <c:v>4.1020700000000003</c:v>
                </c:pt>
                <c:pt idx="663">
                  <c:v>4.1023699999999996</c:v>
                </c:pt>
                <c:pt idx="664">
                  <c:v>4.1026800000000003</c:v>
                </c:pt>
                <c:pt idx="665">
                  <c:v>4.1029799999999996</c:v>
                </c:pt>
                <c:pt idx="666">
                  <c:v>4.1032900000000003</c:v>
                </c:pt>
                <c:pt idx="667">
                  <c:v>4.1035899999999996</c:v>
                </c:pt>
                <c:pt idx="668">
                  <c:v>4.1039000000000003</c:v>
                </c:pt>
                <c:pt idx="669">
                  <c:v>4.1041999999999996</c:v>
                </c:pt>
                <c:pt idx="670">
                  <c:v>4.1045100000000003</c:v>
                </c:pt>
                <c:pt idx="671">
                  <c:v>4.1048099999999996</c:v>
                </c:pt>
                <c:pt idx="672">
                  <c:v>4.1051200000000003</c:v>
                </c:pt>
                <c:pt idx="673">
                  <c:v>4.1054300000000001</c:v>
                </c:pt>
                <c:pt idx="674">
                  <c:v>4.1057300000000003</c:v>
                </c:pt>
                <c:pt idx="675">
                  <c:v>4.1060400000000001</c:v>
                </c:pt>
                <c:pt idx="676">
                  <c:v>4.1063400000000003</c:v>
                </c:pt>
                <c:pt idx="677">
                  <c:v>4.1066500000000001</c:v>
                </c:pt>
                <c:pt idx="678">
                  <c:v>4.1069500000000003</c:v>
                </c:pt>
                <c:pt idx="679">
                  <c:v>4.1072600000000001</c:v>
                </c:pt>
                <c:pt idx="680">
                  <c:v>4.1075600000000003</c:v>
                </c:pt>
                <c:pt idx="681">
                  <c:v>4.1078700000000001</c:v>
                </c:pt>
                <c:pt idx="682">
                  <c:v>4.1081700000000003</c:v>
                </c:pt>
                <c:pt idx="683">
                  <c:v>4.1084800000000001</c:v>
                </c:pt>
                <c:pt idx="684">
                  <c:v>4.1087899999999999</c:v>
                </c:pt>
                <c:pt idx="685">
                  <c:v>4.1090900000000001</c:v>
                </c:pt>
                <c:pt idx="686">
                  <c:v>4.1093999999999999</c:v>
                </c:pt>
                <c:pt idx="687">
                  <c:v>4.1097000000000001</c:v>
                </c:pt>
                <c:pt idx="688">
                  <c:v>4.1100099999999999</c:v>
                </c:pt>
                <c:pt idx="689">
                  <c:v>4.1103100000000001</c:v>
                </c:pt>
                <c:pt idx="690">
                  <c:v>4.1106199999999999</c:v>
                </c:pt>
                <c:pt idx="691">
                  <c:v>4.1109200000000001</c:v>
                </c:pt>
                <c:pt idx="692">
                  <c:v>4.1112299999999999</c:v>
                </c:pt>
                <c:pt idx="693">
                  <c:v>4.1115300000000001</c:v>
                </c:pt>
                <c:pt idx="694">
                  <c:v>4.1118399999999999</c:v>
                </c:pt>
                <c:pt idx="695">
                  <c:v>4.1121400000000001</c:v>
                </c:pt>
                <c:pt idx="696">
                  <c:v>4.1124499999999999</c:v>
                </c:pt>
                <c:pt idx="697">
                  <c:v>4.1127599999999997</c:v>
                </c:pt>
                <c:pt idx="698">
                  <c:v>4.1130599999999999</c:v>
                </c:pt>
                <c:pt idx="699">
                  <c:v>4.1133699999999997</c:v>
                </c:pt>
                <c:pt idx="700">
                  <c:v>4.1136699999999999</c:v>
                </c:pt>
                <c:pt idx="701">
                  <c:v>4.1139799999999997</c:v>
                </c:pt>
                <c:pt idx="702">
                  <c:v>4.1142799999999999</c:v>
                </c:pt>
                <c:pt idx="703">
                  <c:v>4.1145899999999997</c:v>
                </c:pt>
                <c:pt idx="704">
                  <c:v>4.1148899999999999</c:v>
                </c:pt>
                <c:pt idx="705">
                  <c:v>4.1151999999999997</c:v>
                </c:pt>
                <c:pt idx="706">
                  <c:v>4.1154999999999999</c:v>
                </c:pt>
                <c:pt idx="707">
                  <c:v>4.1158099999999997</c:v>
                </c:pt>
                <c:pt idx="708">
                  <c:v>4.1161099999999999</c:v>
                </c:pt>
                <c:pt idx="709">
                  <c:v>4.1164199999999997</c:v>
                </c:pt>
                <c:pt idx="710">
                  <c:v>4.1167299999999996</c:v>
                </c:pt>
                <c:pt idx="711">
                  <c:v>4.1170299999999997</c:v>
                </c:pt>
                <c:pt idx="712">
                  <c:v>4.1173400000000004</c:v>
                </c:pt>
                <c:pt idx="713">
                  <c:v>4.1176399999999997</c:v>
                </c:pt>
                <c:pt idx="714">
                  <c:v>4.1179500000000004</c:v>
                </c:pt>
                <c:pt idx="715">
                  <c:v>4.1182499999999997</c:v>
                </c:pt>
                <c:pt idx="716">
                  <c:v>4.1185600000000004</c:v>
                </c:pt>
                <c:pt idx="717">
                  <c:v>4.1188599999999997</c:v>
                </c:pt>
                <c:pt idx="718">
                  <c:v>4.1191700000000004</c:v>
                </c:pt>
                <c:pt idx="719">
                  <c:v>4.1194699999999997</c:v>
                </c:pt>
                <c:pt idx="720">
                  <c:v>4.1197800000000004</c:v>
                </c:pt>
                <c:pt idx="721">
                  <c:v>4.1200799999999997</c:v>
                </c:pt>
                <c:pt idx="722">
                  <c:v>4.1203900000000004</c:v>
                </c:pt>
                <c:pt idx="723">
                  <c:v>4.1207000000000003</c:v>
                </c:pt>
                <c:pt idx="724">
                  <c:v>4.1210000000000004</c:v>
                </c:pt>
                <c:pt idx="725">
                  <c:v>4.1213100000000003</c:v>
                </c:pt>
                <c:pt idx="726">
                  <c:v>4.1216100000000004</c:v>
                </c:pt>
                <c:pt idx="727">
                  <c:v>4.1219200000000003</c:v>
                </c:pt>
                <c:pt idx="728">
                  <c:v>4.1222200000000004</c:v>
                </c:pt>
                <c:pt idx="729">
                  <c:v>4.1225300000000002</c:v>
                </c:pt>
                <c:pt idx="730">
                  <c:v>4.1228300000000004</c:v>
                </c:pt>
                <c:pt idx="731">
                  <c:v>4.1231400000000002</c:v>
                </c:pt>
                <c:pt idx="732">
                  <c:v>4.1234400000000004</c:v>
                </c:pt>
                <c:pt idx="733">
                  <c:v>4.1237500000000002</c:v>
                </c:pt>
                <c:pt idx="734">
                  <c:v>4.1240500000000004</c:v>
                </c:pt>
                <c:pt idx="735">
                  <c:v>4.1243600000000002</c:v>
                </c:pt>
                <c:pt idx="736">
                  <c:v>4.1246700000000001</c:v>
                </c:pt>
                <c:pt idx="737">
                  <c:v>4.1249700000000002</c:v>
                </c:pt>
                <c:pt idx="738">
                  <c:v>4.1252800000000001</c:v>
                </c:pt>
                <c:pt idx="739">
                  <c:v>4.1255800000000002</c:v>
                </c:pt>
                <c:pt idx="740">
                  <c:v>4.1258900000000001</c:v>
                </c:pt>
                <c:pt idx="741">
                  <c:v>4.1261900000000002</c:v>
                </c:pt>
                <c:pt idx="742">
                  <c:v>4.1265000000000001</c:v>
                </c:pt>
                <c:pt idx="743">
                  <c:v>4.1268000000000002</c:v>
                </c:pt>
                <c:pt idx="744">
                  <c:v>4.1271100000000001</c:v>
                </c:pt>
                <c:pt idx="745">
                  <c:v>4.1274100000000002</c:v>
                </c:pt>
                <c:pt idx="746">
                  <c:v>4.1277200000000001</c:v>
                </c:pt>
                <c:pt idx="747">
                  <c:v>4.1280299999999999</c:v>
                </c:pt>
                <c:pt idx="748">
                  <c:v>4.1283300000000001</c:v>
                </c:pt>
                <c:pt idx="749">
                  <c:v>4.1286399999999999</c:v>
                </c:pt>
                <c:pt idx="750">
                  <c:v>4.1289400000000001</c:v>
                </c:pt>
                <c:pt idx="751">
                  <c:v>4.1292499999999999</c:v>
                </c:pt>
                <c:pt idx="752">
                  <c:v>4.1295500000000001</c:v>
                </c:pt>
                <c:pt idx="753">
                  <c:v>4.1298599999999999</c:v>
                </c:pt>
                <c:pt idx="754">
                  <c:v>4.1301600000000001</c:v>
                </c:pt>
                <c:pt idx="755">
                  <c:v>4.1304699999999999</c:v>
                </c:pt>
                <c:pt idx="756">
                  <c:v>4.1307700000000001</c:v>
                </c:pt>
                <c:pt idx="757">
                  <c:v>4.1310799999999999</c:v>
                </c:pt>
                <c:pt idx="758">
                  <c:v>4.1313800000000001</c:v>
                </c:pt>
                <c:pt idx="759">
                  <c:v>4.1316899999999999</c:v>
                </c:pt>
                <c:pt idx="760">
                  <c:v>4.1319999999999997</c:v>
                </c:pt>
                <c:pt idx="761">
                  <c:v>4.1322999999999999</c:v>
                </c:pt>
                <c:pt idx="762">
                  <c:v>4.1326099999999997</c:v>
                </c:pt>
                <c:pt idx="763">
                  <c:v>4.1329099999999999</c:v>
                </c:pt>
                <c:pt idx="764">
                  <c:v>4.1332199999999997</c:v>
                </c:pt>
                <c:pt idx="765">
                  <c:v>4.1335199999999999</c:v>
                </c:pt>
                <c:pt idx="766">
                  <c:v>4.1338299999999997</c:v>
                </c:pt>
                <c:pt idx="767">
                  <c:v>4.1341299999999999</c:v>
                </c:pt>
                <c:pt idx="768">
                  <c:v>4.1344399999999997</c:v>
                </c:pt>
                <c:pt idx="769">
                  <c:v>4.1347399999999999</c:v>
                </c:pt>
                <c:pt idx="770">
                  <c:v>4.1350499999999997</c:v>
                </c:pt>
                <c:pt idx="771">
                  <c:v>4.1353499999999999</c:v>
                </c:pt>
                <c:pt idx="772">
                  <c:v>4.1356599999999997</c:v>
                </c:pt>
                <c:pt idx="773">
                  <c:v>4.1359700000000004</c:v>
                </c:pt>
                <c:pt idx="774">
                  <c:v>4.1362699999999997</c:v>
                </c:pt>
                <c:pt idx="775">
                  <c:v>4.1365800000000004</c:v>
                </c:pt>
                <c:pt idx="776">
                  <c:v>4.1368799999999997</c:v>
                </c:pt>
                <c:pt idx="777">
                  <c:v>4.1371900000000004</c:v>
                </c:pt>
                <c:pt idx="778">
                  <c:v>4.1374899999999997</c:v>
                </c:pt>
                <c:pt idx="779">
                  <c:v>4.1378000000000004</c:v>
                </c:pt>
                <c:pt idx="780">
                  <c:v>4.1380999999999997</c:v>
                </c:pt>
                <c:pt idx="781">
                  <c:v>4.1384100000000004</c:v>
                </c:pt>
                <c:pt idx="782">
                  <c:v>4.1387099999999997</c:v>
                </c:pt>
                <c:pt idx="783">
                  <c:v>4.1390200000000004</c:v>
                </c:pt>
                <c:pt idx="784">
                  <c:v>4.1393199999999997</c:v>
                </c:pt>
                <c:pt idx="785">
                  <c:v>4.1396300000000004</c:v>
                </c:pt>
                <c:pt idx="786">
                  <c:v>4.1399400000000002</c:v>
                </c:pt>
                <c:pt idx="787">
                  <c:v>4.1402400000000004</c:v>
                </c:pt>
                <c:pt idx="788">
                  <c:v>4.1405500000000002</c:v>
                </c:pt>
                <c:pt idx="789">
                  <c:v>4.1408500000000004</c:v>
                </c:pt>
                <c:pt idx="790">
                  <c:v>4.1411600000000002</c:v>
                </c:pt>
                <c:pt idx="791">
                  <c:v>4.1414600000000004</c:v>
                </c:pt>
                <c:pt idx="792">
                  <c:v>4.1417700000000002</c:v>
                </c:pt>
                <c:pt idx="793">
                  <c:v>4.1420700000000004</c:v>
                </c:pt>
                <c:pt idx="794">
                  <c:v>4.1423800000000002</c:v>
                </c:pt>
                <c:pt idx="795">
                  <c:v>4.1426800000000004</c:v>
                </c:pt>
                <c:pt idx="796">
                  <c:v>4.1429900000000002</c:v>
                </c:pt>
                <c:pt idx="797">
                  <c:v>4.1432900000000004</c:v>
                </c:pt>
                <c:pt idx="798">
                  <c:v>4.1436000000000002</c:v>
                </c:pt>
                <c:pt idx="799">
                  <c:v>4.14391</c:v>
                </c:pt>
                <c:pt idx="800">
                  <c:v>4.1442100000000002</c:v>
                </c:pt>
                <c:pt idx="801">
                  <c:v>4.14452</c:v>
                </c:pt>
                <c:pt idx="802">
                  <c:v>4.1448200000000002</c:v>
                </c:pt>
                <c:pt idx="803">
                  <c:v>4.14513</c:v>
                </c:pt>
                <c:pt idx="804">
                  <c:v>4.1454300000000002</c:v>
                </c:pt>
                <c:pt idx="805">
                  <c:v>4.14574</c:v>
                </c:pt>
                <c:pt idx="806">
                  <c:v>4.1460400000000002</c:v>
                </c:pt>
                <c:pt idx="807">
                  <c:v>4.14635</c:v>
                </c:pt>
                <c:pt idx="808">
                  <c:v>4.1466500000000002</c:v>
                </c:pt>
                <c:pt idx="809">
                  <c:v>4.14696</c:v>
                </c:pt>
                <c:pt idx="810">
                  <c:v>4.1472699999999998</c:v>
                </c:pt>
                <c:pt idx="811">
                  <c:v>4.14757</c:v>
                </c:pt>
                <c:pt idx="812">
                  <c:v>4.1478799999999998</c:v>
                </c:pt>
                <c:pt idx="813">
                  <c:v>4.14818</c:v>
                </c:pt>
                <c:pt idx="814">
                  <c:v>4.1484899999999998</c:v>
                </c:pt>
                <c:pt idx="815">
                  <c:v>4.14879</c:v>
                </c:pt>
                <c:pt idx="816">
                  <c:v>4.1490999999999998</c:v>
                </c:pt>
                <c:pt idx="817">
                  <c:v>4.1494</c:v>
                </c:pt>
                <c:pt idx="818">
                  <c:v>4.1497099999999998</c:v>
                </c:pt>
                <c:pt idx="819">
                  <c:v>4.15001</c:v>
                </c:pt>
                <c:pt idx="820">
                  <c:v>4.1503199999999998</c:v>
                </c:pt>
                <c:pt idx="821">
                  <c:v>4.15062</c:v>
                </c:pt>
                <c:pt idx="822">
                  <c:v>4.1509299999999998</c:v>
                </c:pt>
                <c:pt idx="823">
                  <c:v>4.1512399999999996</c:v>
                </c:pt>
                <c:pt idx="824">
                  <c:v>4.1515399999999998</c:v>
                </c:pt>
                <c:pt idx="825">
                  <c:v>4.1518499999999996</c:v>
                </c:pt>
                <c:pt idx="826">
                  <c:v>4.1521499999999998</c:v>
                </c:pt>
                <c:pt idx="827">
                  <c:v>4.1524599999999996</c:v>
                </c:pt>
                <c:pt idx="828">
                  <c:v>4.1527599999999998</c:v>
                </c:pt>
                <c:pt idx="829">
                  <c:v>4.1530699999999996</c:v>
                </c:pt>
                <c:pt idx="830">
                  <c:v>4.1533699999999998</c:v>
                </c:pt>
                <c:pt idx="831">
                  <c:v>4.1536799999999996</c:v>
                </c:pt>
                <c:pt idx="832">
                  <c:v>4.1539799999999998</c:v>
                </c:pt>
                <c:pt idx="833">
                  <c:v>4.1542899999999996</c:v>
                </c:pt>
                <c:pt idx="834">
                  <c:v>4.1545899999999998</c:v>
                </c:pt>
                <c:pt idx="835">
                  <c:v>4.1548999999999996</c:v>
                </c:pt>
                <c:pt idx="836">
                  <c:v>4.1552100000000003</c:v>
                </c:pt>
                <c:pt idx="837">
                  <c:v>4.1555099999999996</c:v>
                </c:pt>
                <c:pt idx="838">
                  <c:v>4.1558200000000003</c:v>
                </c:pt>
                <c:pt idx="839">
                  <c:v>4.1561199999999996</c:v>
                </c:pt>
                <c:pt idx="840">
                  <c:v>4.1564300000000003</c:v>
                </c:pt>
                <c:pt idx="841">
                  <c:v>4.1567299999999996</c:v>
                </c:pt>
                <c:pt idx="842">
                  <c:v>4.1570400000000003</c:v>
                </c:pt>
                <c:pt idx="843">
                  <c:v>4.1573399999999996</c:v>
                </c:pt>
                <c:pt idx="844">
                  <c:v>4.1576500000000003</c:v>
                </c:pt>
                <c:pt idx="845">
                  <c:v>4.1579499999999996</c:v>
                </c:pt>
                <c:pt idx="846">
                  <c:v>4.1582600000000003</c:v>
                </c:pt>
                <c:pt idx="847">
                  <c:v>4.1585599999999996</c:v>
                </c:pt>
                <c:pt idx="848">
                  <c:v>4.1588700000000003</c:v>
                </c:pt>
                <c:pt idx="849">
                  <c:v>4.1591800000000001</c:v>
                </c:pt>
                <c:pt idx="850">
                  <c:v>4.1594800000000003</c:v>
                </c:pt>
                <c:pt idx="851">
                  <c:v>4.1597900000000001</c:v>
                </c:pt>
                <c:pt idx="852">
                  <c:v>4.1600900000000003</c:v>
                </c:pt>
                <c:pt idx="853">
                  <c:v>4.1604000000000001</c:v>
                </c:pt>
                <c:pt idx="854">
                  <c:v>4.1607000000000003</c:v>
                </c:pt>
                <c:pt idx="855">
                  <c:v>4.1610100000000001</c:v>
                </c:pt>
                <c:pt idx="856">
                  <c:v>4.1613100000000003</c:v>
                </c:pt>
                <c:pt idx="857">
                  <c:v>4.1616200000000001</c:v>
                </c:pt>
                <c:pt idx="858">
                  <c:v>4.1619200000000003</c:v>
                </c:pt>
                <c:pt idx="859">
                  <c:v>4.1622300000000001</c:v>
                </c:pt>
                <c:pt idx="860">
                  <c:v>4.1625300000000003</c:v>
                </c:pt>
                <c:pt idx="861">
                  <c:v>4.1628400000000001</c:v>
                </c:pt>
                <c:pt idx="862">
                  <c:v>4.1631499999999999</c:v>
                </c:pt>
                <c:pt idx="863">
                  <c:v>4.1634500000000001</c:v>
                </c:pt>
                <c:pt idx="864">
                  <c:v>4.1637599999999999</c:v>
                </c:pt>
                <c:pt idx="865">
                  <c:v>4.1640600000000001</c:v>
                </c:pt>
                <c:pt idx="866">
                  <c:v>4.1643699999999999</c:v>
                </c:pt>
                <c:pt idx="867">
                  <c:v>4.1646700000000001</c:v>
                </c:pt>
                <c:pt idx="868">
                  <c:v>4.1649799999999999</c:v>
                </c:pt>
                <c:pt idx="869">
                  <c:v>4.1652800000000001</c:v>
                </c:pt>
                <c:pt idx="870">
                  <c:v>4.1655899999999999</c:v>
                </c:pt>
                <c:pt idx="871">
                  <c:v>4.1658900000000001</c:v>
                </c:pt>
                <c:pt idx="872">
                  <c:v>4.1661999999999999</c:v>
                </c:pt>
                <c:pt idx="873">
                  <c:v>4.1665099999999997</c:v>
                </c:pt>
                <c:pt idx="874">
                  <c:v>4.1668099999999999</c:v>
                </c:pt>
                <c:pt idx="875">
                  <c:v>4.1671199999999997</c:v>
                </c:pt>
                <c:pt idx="876">
                  <c:v>4.1674199999999999</c:v>
                </c:pt>
                <c:pt idx="877">
                  <c:v>4.1677299999999997</c:v>
                </c:pt>
                <c:pt idx="878">
                  <c:v>4.1680299999999999</c:v>
                </c:pt>
                <c:pt idx="879">
                  <c:v>4.1683399999999997</c:v>
                </c:pt>
                <c:pt idx="880">
                  <c:v>4.1686399999999999</c:v>
                </c:pt>
                <c:pt idx="881">
                  <c:v>4.1689499999999997</c:v>
                </c:pt>
                <c:pt idx="882">
                  <c:v>4.1692499999999999</c:v>
                </c:pt>
                <c:pt idx="883">
                  <c:v>4.1695599999999997</c:v>
                </c:pt>
                <c:pt idx="884">
                  <c:v>4.1698599999999999</c:v>
                </c:pt>
                <c:pt idx="885">
                  <c:v>4.1701699999999997</c:v>
                </c:pt>
                <c:pt idx="886">
                  <c:v>4.1704800000000004</c:v>
                </c:pt>
                <c:pt idx="887">
                  <c:v>4.1707799999999997</c:v>
                </c:pt>
                <c:pt idx="888">
                  <c:v>4.1710900000000004</c:v>
                </c:pt>
                <c:pt idx="889">
                  <c:v>4.1713899999999997</c:v>
                </c:pt>
                <c:pt idx="890">
                  <c:v>4.1717000000000004</c:v>
                </c:pt>
                <c:pt idx="891">
                  <c:v>4.1719999999999997</c:v>
                </c:pt>
                <c:pt idx="892">
                  <c:v>4.1723100000000004</c:v>
                </c:pt>
                <c:pt idx="893">
                  <c:v>4.1726099999999997</c:v>
                </c:pt>
                <c:pt idx="894">
                  <c:v>4.1729200000000004</c:v>
                </c:pt>
                <c:pt idx="895">
                  <c:v>4.1732199999999997</c:v>
                </c:pt>
                <c:pt idx="896">
                  <c:v>4.1735300000000004</c:v>
                </c:pt>
                <c:pt idx="897">
                  <c:v>4.1738299999999997</c:v>
                </c:pt>
                <c:pt idx="898">
                  <c:v>4.1741400000000004</c:v>
                </c:pt>
                <c:pt idx="899">
                  <c:v>4.1744500000000002</c:v>
                </c:pt>
                <c:pt idx="900">
                  <c:v>4.1747500000000004</c:v>
                </c:pt>
                <c:pt idx="901">
                  <c:v>4.1750600000000002</c:v>
                </c:pt>
                <c:pt idx="902">
                  <c:v>4.1753600000000004</c:v>
                </c:pt>
                <c:pt idx="903">
                  <c:v>4.1756700000000002</c:v>
                </c:pt>
                <c:pt idx="904">
                  <c:v>4.1759700000000004</c:v>
                </c:pt>
                <c:pt idx="905">
                  <c:v>4.1762800000000002</c:v>
                </c:pt>
                <c:pt idx="906">
                  <c:v>4.1765800000000004</c:v>
                </c:pt>
                <c:pt idx="907">
                  <c:v>4.1768900000000002</c:v>
                </c:pt>
                <c:pt idx="908">
                  <c:v>4.1771900000000004</c:v>
                </c:pt>
                <c:pt idx="909">
                  <c:v>4.1775000000000002</c:v>
                </c:pt>
                <c:pt idx="910">
                  <c:v>4.1778000000000004</c:v>
                </c:pt>
                <c:pt idx="911">
                  <c:v>4.1781100000000002</c:v>
                </c:pt>
                <c:pt idx="912">
                  <c:v>4.17842</c:v>
                </c:pt>
                <c:pt idx="913">
                  <c:v>4.1787200000000002</c:v>
                </c:pt>
                <c:pt idx="914">
                  <c:v>4.17903</c:v>
                </c:pt>
                <c:pt idx="915">
                  <c:v>4.1793300000000002</c:v>
                </c:pt>
                <c:pt idx="916">
                  <c:v>4.17964</c:v>
                </c:pt>
                <c:pt idx="917">
                  <c:v>4.1799400000000002</c:v>
                </c:pt>
                <c:pt idx="918">
                  <c:v>4.18025</c:v>
                </c:pt>
                <c:pt idx="919">
                  <c:v>4.1805500000000002</c:v>
                </c:pt>
                <c:pt idx="920">
                  <c:v>4.18086</c:v>
                </c:pt>
                <c:pt idx="921">
                  <c:v>4.1811600000000002</c:v>
                </c:pt>
                <c:pt idx="922">
                  <c:v>4.18147</c:v>
                </c:pt>
                <c:pt idx="923">
                  <c:v>4.1817799999999998</c:v>
                </c:pt>
                <c:pt idx="924">
                  <c:v>4.18208</c:v>
                </c:pt>
                <c:pt idx="925">
                  <c:v>4.1823899999999998</c:v>
                </c:pt>
                <c:pt idx="926">
                  <c:v>4.18269</c:v>
                </c:pt>
                <c:pt idx="927">
                  <c:v>4.1829999999999998</c:v>
                </c:pt>
                <c:pt idx="928">
                  <c:v>4.1833</c:v>
                </c:pt>
                <c:pt idx="929">
                  <c:v>4.1836099999999998</c:v>
                </c:pt>
                <c:pt idx="930">
                  <c:v>4.18391</c:v>
                </c:pt>
                <c:pt idx="931">
                  <c:v>4.1842199999999998</c:v>
                </c:pt>
                <c:pt idx="932">
                  <c:v>4.18452</c:v>
                </c:pt>
                <c:pt idx="933">
                  <c:v>4.1848299999999998</c:v>
                </c:pt>
                <c:pt idx="934">
                  <c:v>4.18513</c:v>
                </c:pt>
                <c:pt idx="935">
                  <c:v>4.1854399999999998</c:v>
                </c:pt>
                <c:pt idx="936">
                  <c:v>4.1857499999999996</c:v>
                </c:pt>
                <c:pt idx="937">
                  <c:v>4.1860499999999998</c:v>
                </c:pt>
                <c:pt idx="938">
                  <c:v>4.1863599999999996</c:v>
                </c:pt>
                <c:pt idx="939">
                  <c:v>4.1866599999999998</c:v>
                </c:pt>
                <c:pt idx="940">
                  <c:v>4.1869699999999996</c:v>
                </c:pt>
                <c:pt idx="941">
                  <c:v>4.1872699999999998</c:v>
                </c:pt>
                <c:pt idx="942">
                  <c:v>4.1875799999999996</c:v>
                </c:pt>
                <c:pt idx="943">
                  <c:v>4.1878799999999998</c:v>
                </c:pt>
                <c:pt idx="944">
                  <c:v>4.1881899999999996</c:v>
                </c:pt>
                <c:pt idx="945">
                  <c:v>4.1884899999999998</c:v>
                </c:pt>
                <c:pt idx="946">
                  <c:v>4.1887999999999996</c:v>
                </c:pt>
                <c:pt idx="947">
                  <c:v>4.1890999999999998</c:v>
                </c:pt>
                <c:pt idx="948">
                  <c:v>4.1894099999999996</c:v>
                </c:pt>
                <c:pt idx="949">
                  <c:v>4.1897200000000003</c:v>
                </c:pt>
                <c:pt idx="950">
                  <c:v>4.1900199999999996</c:v>
                </c:pt>
                <c:pt idx="951">
                  <c:v>4.1903300000000003</c:v>
                </c:pt>
                <c:pt idx="952">
                  <c:v>4.1906299999999996</c:v>
                </c:pt>
                <c:pt idx="953">
                  <c:v>4.1909400000000003</c:v>
                </c:pt>
                <c:pt idx="954">
                  <c:v>4.1912399999999996</c:v>
                </c:pt>
                <c:pt idx="955">
                  <c:v>4.1915500000000003</c:v>
                </c:pt>
                <c:pt idx="956">
                  <c:v>4.1918499999999996</c:v>
                </c:pt>
                <c:pt idx="957">
                  <c:v>4.1921600000000003</c:v>
                </c:pt>
                <c:pt idx="958">
                  <c:v>4.1924599999999996</c:v>
                </c:pt>
                <c:pt idx="959">
                  <c:v>4.1927700000000003</c:v>
                </c:pt>
                <c:pt idx="960">
                  <c:v>4.1930699999999996</c:v>
                </c:pt>
                <c:pt idx="961">
                  <c:v>4.1933800000000003</c:v>
                </c:pt>
                <c:pt idx="962">
                  <c:v>4.1936900000000001</c:v>
                </c:pt>
                <c:pt idx="963">
                  <c:v>4.1939900000000003</c:v>
                </c:pt>
                <c:pt idx="964">
                  <c:v>4.1943000000000001</c:v>
                </c:pt>
                <c:pt idx="965">
                  <c:v>4.1946000000000003</c:v>
                </c:pt>
                <c:pt idx="966">
                  <c:v>4.1949100000000001</c:v>
                </c:pt>
                <c:pt idx="967">
                  <c:v>4.1952100000000003</c:v>
                </c:pt>
                <c:pt idx="968">
                  <c:v>4.1955200000000001</c:v>
                </c:pt>
                <c:pt idx="969">
                  <c:v>4.1958200000000003</c:v>
                </c:pt>
                <c:pt idx="970">
                  <c:v>4.1961300000000001</c:v>
                </c:pt>
                <c:pt idx="971">
                  <c:v>4.1964300000000003</c:v>
                </c:pt>
                <c:pt idx="972">
                  <c:v>4.1967400000000001</c:v>
                </c:pt>
                <c:pt idx="973">
                  <c:v>4.1970400000000003</c:v>
                </c:pt>
                <c:pt idx="974">
                  <c:v>4.1973500000000001</c:v>
                </c:pt>
                <c:pt idx="975">
                  <c:v>4.1976599999999999</c:v>
                </c:pt>
                <c:pt idx="976">
                  <c:v>4.1979600000000001</c:v>
                </c:pt>
                <c:pt idx="977">
                  <c:v>4.1982699999999999</c:v>
                </c:pt>
                <c:pt idx="978">
                  <c:v>4.1985700000000001</c:v>
                </c:pt>
                <c:pt idx="979">
                  <c:v>4.1988799999999999</c:v>
                </c:pt>
                <c:pt idx="980">
                  <c:v>4.1991800000000001</c:v>
                </c:pt>
                <c:pt idx="981">
                  <c:v>4.1994899999999999</c:v>
                </c:pt>
                <c:pt idx="982">
                  <c:v>4.1997900000000001</c:v>
                </c:pt>
                <c:pt idx="983">
                  <c:v>4.2000999999999999</c:v>
                </c:pt>
                <c:pt idx="984">
                  <c:v>4.2004000000000001</c:v>
                </c:pt>
                <c:pt idx="985">
                  <c:v>4.2007099999999999</c:v>
                </c:pt>
                <c:pt idx="986">
                  <c:v>4.2010199999999998</c:v>
                </c:pt>
                <c:pt idx="987">
                  <c:v>4.2013199999999999</c:v>
                </c:pt>
                <c:pt idx="988">
                  <c:v>4.2016299999999998</c:v>
                </c:pt>
                <c:pt idx="989">
                  <c:v>4.2019299999999999</c:v>
                </c:pt>
                <c:pt idx="990">
                  <c:v>4.2022399999999998</c:v>
                </c:pt>
                <c:pt idx="991">
                  <c:v>4.2025399999999999</c:v>
                </c:pt>
                <c:pt idx="992">
                  <c:v>4.2028499999999998</c:v>
                </c:pt>
                <c:pt idx="993">
                  <c:v>4.2031499999999999</c:v>
                </c:pt>
                <c:pt idx="994">
                  <c:v>4.2034599999999998</c:v>
                </c:pt>
                <c:pt idx="995">
                  <c:v>4.2037599999999999</c:v>
                </c:pt>
                <c:pt idx="996">
                  <c:v>4.2040699999999998</c:v>
                </c:pt>
                <c:pt idx="997">
                  <c:v>4.2043699999999999</c:v>
                </c:pt>
                <c:pt idx="998">
                  <c:v>4.2046799999999998</c:v>
                </c:pt>
                <c:pt idx="999">
                  <c:v>4.2049899999999996</c:v>
                </c:pt>
                <c:pt idx="1000">
                  <c:v>4.2052899999999998</c:v>
                </c:pt>
                <c:pt idx="1001">
                  <c:v>4.2055999999999996</c:v>
                </c:pt>
                <c:pt idx="1002">
                  <c:v>4.2058999999999997</c:v>
                </c:pt>
                <c:pt idx="1003">
                  <c:v>4.2062099999999996</c:v>
                </c:pt>
                <c:pt idx="1004">
                  <c:v>4.2065099999999997</c:v>
                </c:pt>
                <c:pt idx="1005">
                  <c:v>4.2068199999999996</c:v>
                </c:pt>
                <c:pt idx="1006">
                  <c:v>4.2071199999999997</c:v>
                </c:pt>
                <c:pt idx="1007">
                  <c:v>4.2074299999999996</c:v>
                </c:pt>
                <c:pt idx="1008">
                  <c:v>4.2077299999999997</c:v>
                </c:pt>
                <c:pt idx="1009">
                  <c:v>4.2080399999999996</c:v>
                </c:pt>
                <c:pt idx="1010">
                  <c:v>4.2083399999999997</c:v>
                </c:pt>
                <c:pt idx="1011">
                  <c:v>4.2086499999999996</c:v>
                </c:pt>
                <c:pt idx="1012">
                  <c:v>4.2089600000000003</c:v>
                </c:pt>
                <c:pt idx="1013">
                  <c:v>4.2092599999999996</c:v>
                </c:pt>
                <c:pt idx="1014">
                  <c:v>4.2095700000000003</c:v>
                </c:pt>
                <c:pt idx="1015">
                  <c:v>4.2098699999999996</c:v>
                </c:pt>
                <c:pt idx="1016">
                  <c:v>4.2101800000000003</c:v>
                </c:pt>
                <c:pt idx="1017">
                  <c:v>4.2104799999999996</c:v>
                </c:pt>
                <c:pt idx="1018">
                  <c:v>4.2107900000000003</c:v>
                </c:pt>
                <c:pt idx="1019">
                  <c:v>4.2110900000000004</c:v>
                </c:pt>
                <c:pt idx="1020">
                  <c:v>4.2114000000000003</c:v>
                </c:pt>
                <c:pt idx="1021">
                  <c:v>4.2117000000000004</c:v>
                </c:pt>
                <c:pt idx="1022">
                  <c:v>4.2120100000000003</c:v>
                </c:pt>
                <c:pt idx="1023">
                  <c:v>4.2123100000000004</c:v>
                </c:pt>
                <c:pt idx="1024">
                  <c:v>4.2126200000000003</c:v>
                </c:pt>
                <c:pt idx="1025">
                  <c:v>4.2129300000000001</c:v>
                </c:pt>
                <c:pt idx="1026">
                  <c:v>4.2132300000000003</c:v>
                </c:pt>
                <c:pt idx="1027">
                  <c:v>4.2135400000000001</c:v>
                </c:pt>
                <c:pt idx="1028">
                  <c:v>4.2138400000000003</c:v>
                </c:pt>
                <c:pt idx="1029">
                  <c:v>4.2141500000000001</c:v>
                </c:pt>
                <c:pt idx="1030">
                  <c:v>4.2144500000000003</c:v>
                </c:pt>
                <c:pt idx="1031">
                  <c:v>4.2147600000000001</c:v>
                </c:pt>
                <c:pt idx="1032">
                  <c:v>4.2150600000000003</c:v>
                </c:pt>
                <c:pt idx="1033">
                  <c:v>4.2153700000000001</c:v>
                </c:pt>
                <c:pt idx="1034">
                  <c:v>4.2156700000000003</c:v>
                </c:pt>
                <c:pt idx="1035">
                  <c:v>4.2159800000000001</c:v>
                </c:pt>
                <c:pt idx="1036">
                  <c:v>4.2162800000000002</c:v>
                </c:pt>
                <c:pt idx="1037">
                  <c:v>4.2165900000000001</c:v>
                </c:pt>
                <c:pt idx="1038">
                  <c:v>4.2168999999999999</c:v>
                </c:pt>
                <c:pt idx="1039">
                  <c:v>4.2172000000000001</c:v>
                </c:pt>
                <c:pt idx="1040">
                  <c:v>4.2175099999999999</c:v>
                </c:pt>
                <c:pt idx="1041">
                  <c:v>4.2178100000000001</c:v>
                </c:pt>
                <c:pt idx="1042">
                  <c:v>4.2181199999999999</c:v>
                </c:pt>
                <c:pt idx="1043">
                  <c:v>4.2184200000000001</c:v>
                </c:pt>
                <c:pt idx="1044">
                  <c:v>4.2187299999999999</c:v>
                </c:pt>
                <c:pt idx="1045">
                  <c:v>4.2190300000000001</c:v>
                </c:pt>
                <c:pt idx="1046">
                  <c:v>4.2193399999999999</c:v>
                </c:pt>
                <c:pt idx="1047">
                  <c:v>4.2196400000000001</c:v>
                </c:pt>
                <c:pt idx="1048">
                  <c:v>4.2199499999999999</c:v>
                </c:pt>
                <c:pt idx="1049">
                  <c:v>4.2202599999999997</c:v>
                </c:pt>
                <c:pt idx="1050">
                  <c:v>4.2205599999999999</c:v>
                </c:pt>
                <c:pt idx="1051">
                  <c:v>4.2208699999999997</c:v>
                </c:pt>
                <c:pt idx="1052">
                  <c:v>4.2211699999999999</c:v>
                </c:pt>
                <c:pt idx="1053">
                  <c:v>4.2214799999999997</c:v>
                </c:pt>
                <c:pt idx="1054">
                  <c:v>4.2217799999999999</c:v>
                </c:pt>
                <c:pt idx="1055">
                  <c:v>4.2220899999999997</c:v>
                </c:pt>
                <c:pt idx="1056">
                  <c:v>4.2223899999999999</c:v>
                </c:pt>
                <c:pt idx="1057">
                  <c:v>4.2226999999999997</c:v>
                </c:pt>
                <c:pt idx="1058">
                  <c:v>4.2229999999999999</c:v>
                </c:pt>
                <c:pt idx="1059">
                  <c:v>4.2233099999999997</c:v>
                </c:pt>
                <c:pt idx="1060">
                  <c:v>4.2236099999999999</c:v>
                </c:pt>
                <c:pt idx="1061">
                  <c:v>4.2239199999999997</c:v>
                </c:pt>
                <c:pt idx="1062">
                  <c:v>4.2242300000000004</c:v>
                </c:pt>
                <c:pt idx="1063">
                  <c:v>4.2245299999999997</c:v>
                </c:pt>
                <c:pt idx="1064">
                  <c:v>4.2248400000000004</c:v>
                </c:pt>
                <c:pt idx="1065">
                  <c:v>4.2251399999999997</c:v>
                </c:pt>
                <c:pt idx="1066">
                  <c:v>4.2254500000000004</c:v>
                </c:pt>
                <c:pt idx="1067">
                  <c:v>4.2257499999999997</c:v>
                </c:pt>
                <c:pt idx="1068">
                  <c:v>4.2260600000000004</c:v>
                </c:pt>
                <c:pt idx="1069">
                  <c:v>4.2263599999999997</c:v>
                </c:pt>
                <c:pt idx="1070">
                  <c:v>4.2266700000000004</c:v>
                </c:pt>
                <c:pt idx="1071">
                  <c:v>4.2269699999999997</c:v>
                </c:pt>
                <c:pt idx="1072">
                  <c:v>4.2272800000000004</c:v>
                </c:pt>
                <c:pt idx="1073">
                  <c:v>4.2275799999999997</c:v>
                </c:pt>
                <c:pt idx="1074">
                  <c:v>4.2278900000000004</c:v>
                </c:pt>
                <c:pt idx="1075">
                  <c:v>4.2282000000000002</c:v>
                </c:pt>
                <c:pt idx="1076">
                  <c:v>4.2285000000000004</c:v>
                </c:pt>
                <c:pt idx="1077">
                  <c:v>4.2288100000000002</c:v>
                </c:pt>
                <c:pt idx="1078">
                  <c:v>4.2291100000000004</c:v>
                </c:pt>
                <c:pt idx="1079">
                  <c:v>4.2294200000000002</c:v>
                </c:pt>
                <c:pt idx="1080">
                  <c:v>4.2297200000000004</c:v>
                </c:pt>
                <c:pt idx="1081">
                  <c:v>4.2300300000000002</c:v>
                </c:pt>
                <c:pt idx="1082">
                  <c:v>4.2303300000000004</c:v>
                </c:pt>
                <c:pt idx="1083">
                  <c:v>4.2306400000000002</c:v>
                </c:pt>
                <c:pt idx="1084">
                  <c:v>4.2309400000000004</c:v>
                </c:pt>
                <c:pt idx="1085">
                  <c:v>4.2312500000000002</c:v>
                </c:pt>
                <c:pt idx="1086">
                  <c:v>4.2315500000000004</c:v>
                </c:pt>
                <c:pt idx="1087">
                  <c:v>4.2318600000000002</c:v>
                </c:pt>
                <c:pt idx="1088">
                  <c:v>4.23217</c:v>
                </c:pt>
                <c:pt idx="1089">
                  <c:v>4.2324700000000002</c:v>
                </c:pt>
                <c:pt idx="1090">
                  <c:v>4.23278</c:v>
                </c:pt>
                <c:pt idx="1091">
                  <c:v>4.2330800000000002</c:v>
                </c:pt>
                <c:pt idx="1092">
                  <c:v>4.23339</c:v>
                </c:pt>
                <c:pt idx="1093">
                  <c:v>4.2336900000000002</c:v>
                </c:pt>
                <c:pt idx="1094">
                  <c:v>4.234</c:v>
                </c:pt>
                <c:pt idx="1095">
                  <c:v>4.2343000000000002</c:v>
                </c:pt>
                <c:pt idx="1096">
                  <c:v>4.23461</c:v>
                </c:pt>
                <c:pt idx="1097">
                  <c:v>4.2349100000000002</c:v>
                </c:pt>
                <c:pt idx="1098">
                  <c:v>4.23522</c:v>
                </c:pt>
                <c:pt idx="1099">
                  <c:v>4.2355299999999998</c:v>
                </c:pt>
                <c:pt idx="1100">
                  <c:v>4.23583</c:v>
                </c:pt>
                <c:pt idx="1101">
                  <c:v>4.2361399999999998</c:v>
                </c:pt>
                <c:pt idx="1102">
                  <c:v>4.23644</c:v>
                </c:pt>
                <c:pt idx="1103">
                  <c:v>4.2367499999999998</c:v>
                </c:pt>
                <c:pt idx="1104">
                  <c:v>4.23705</c:v>
                </c:pt>
                <c:pt idx="1105">
                  <c:v>4.2373599999999998</c:v>
                </c:pt>
                <c:pt idx="1106">
                  <c:v>4.23766</c:v>
                </c:pt>
                <c:pt idx="1107">
                  <c:v>4.2379699999999998</c:v>
                </c:pt>
                <c:pt idx="1108">
                  <c:v>4.23827</c:v>
                </c:pt>
                <c:pt idx="1109">
                  <c:v>4.2385799999999998</c:v>
                </c:pt>
                <c:pt idx="1110">
                  <c:v>4.23888</c:v>
                </c:pt>
                <c:pt idx="1111">
                  <c:v>4.2391899999999998</c:v>
                </c:pt>
                <c:pt idx="1112">
                  <c:v>4.2394999999999996</c:v>
                </c:pt>
                <c:pt idx="1113">
                  <c:v>4.2397999999999998</c:v>
                </c:pt>
                <c:pt idx="1114">
                  <c:v>4.2401099999999996</c:v>
                </c:pt>
                <c:pt idx="1115">
                  <c:v>4.2404099999999998</c:v>
                </c:pt>
                <c:pt idx="1116">
                  <c:v>4.2407199999999996</c:v>
                </c:pt>
                <c:pt idx="1117">
                  <c:v>4.2410199999999998</c:v>
                </c:pt>
                <c:pt idx="1118">
                  <c:v>4.2413299999999996</c:v>
                </c:pt>
                <c:pt idx="1119">
                  <c:v>4.2416299999999998</c:v>
                </c:pt>
                <c:pt idx="1120">
                  <c:v>4.2419399999999996</c:v>
                </c:pt>
                <c:pt idx="1121">
                  <c:v>4.2422399999999998</c:v>
                </c:pt>
                <c:pt idx="1122">
                  <c:v>4.2425499999999996</c:v>
                </c:pt>
                <c:pt idx="1123">
                  <c:v>4.2428499999999998</c:v>
                </c:pt>
                <c:pt idx="1124">
                  <c:v>4.2431599999999996</c:v>
                </c:pt>
                <c:pt idx="1125">
                  <c:v>4.2434700000000003</c:v>
                </c:pt>
                <c:pt idx="1126">
                  <c:v>4.2437699999999996</c:v>
                </c:pt>
                <c:pt idx="1127">
                  <c:v>4.2440800000000003</c:v>
                </c:pt>
                <c:pt idx="1128">
                  <c:v>4.2443799999999996</c:v>
                </c:pt>
                <c:pt idx="1129">
                  <c:v>4.2446900000000003</c:v>
                </c:pt>
                <c:pt idx="1130">
                  <c:v>4.2449899999999996</c:v>
                </c:pt>
                <c:pt idx="1131">
                  <c:v>4.2453000000000003</c:v>
                </c:pt>
                <c:pt idx="1132">
                  <c:v>4.2455999999999996</c:v>
                </c:pt>
                <c:pt idx="1133">
                  <c:v>4.2459100000000003</c:v>
                </c:pt>
                <c:pt idx="1134">
                  <c:v>4.2462099999999996</c:v>
                </c:pt>
                <c:pt idx="1135">
                  <c:v>4.2465200000000003</c:v>
                </c:pt>
                <c:pt idx="1136">
                  <c:v>4.2468199999999996</c:v>
                </c:pt>
                <c:pt idx="1137">
                  <c:v>4.2471300000000003</c:v>
                </c:pt>
                <c:pt idx="1138">
                  <c:v>4.2474400000000001</c:v>
                </c:pt>
                <c:pt idx="1139">
                  <c:v>4.2477400000000003</c:v>
                </c:pt>
                <c:pt idx="1140">
                  <c:v>4.2480500000000001</c:v>
                </c:pt>
                <c:pt idx="1141">
                  <c:v>4.2483500000000003</c:v>
                </c:pt>
                <c:pt idx="1142">
                  <c:v>4.2486600000000001</c:v>
                </c:pt>
                <c:pt idx="1143">
                  <c:v>4.2489600000000003</c:v>
                </c:pt>
                <c:pt idx="1144">
                  <c:v>4.2492700000000001</c:v>
                </c:pt>
                <c:pt idx="1145">
                  <c:v>4.2495700000000003</c:v>
                </c:pt>
                <c:pt idx="1146">
                  <c:v>4.2498800000000001</c:v>
                </c:pt>
                <c:pt idx="1147">
                  <c:v>4.2501800000000003</c:v>
                </c:pt>
              </c:numCache>
            </c:numRef>
          </c:xVal>
          <c:yVal>
            <c:numRef>
              <c:f>'For plotting'!$Y$2:$Y$1149</c:f>
              <c:numCache>
                <c:formatCode>General</c:formatCode>
                <c:ptCount val="1148"/>
                <c:pt idx="0">
                  <c:v>1.2543864084507041</c:v>
                </c:pt>
                <c:pt idx="1">
                  <c:v>1.2511430985915493</c:v>
                </c:pt>
                <c:pt idx="2">
                  <c:v>1.2532986619718309</c:v>
                </c:pt>
                <c:pt idx="3">
                  <c:v>1.2613576056338027</c:v>
                </c:pt>
                <c:pt idx="4">
                  <c:v>1.2620169718309859</c:v>
                </c:pt>
                <c:pt idx="5">
                  <c:v>1.2540795070422535</c:v>
                </c:pt>
                <c:pt idx="6">
                  <c:v>1.2555197887323943</c:v>
                </c:pt>
                <c:pt idx="7">
                  <c:v>1.2612949295774647</c:v>
                </c:pt>
                <c:pt idx="8">
                  <c:v>1.2576788732394366</c:v>
                </c:pt>
                <c:pt idx="9">
                  <c:v>1.252858028169014</c:v>
                </c:pt>
                <c:pt idx="10">
                  <c:v>1.2547371830985914</c:v>
                </c:pt>
                <c:pt idx="11">
                  <c:v>1.259634014084507</c:v>
                </c:pt>
                <c:pt idx="12">
                  <c:v>1.2614035915492958</c:v>
                </c:pt>
                <c:pt idx="13">
                  <c:v>1.2630773239436619</c:v>
                </c:pt>
                <c:pt idx="14">
                  <c:v>1.2703812676056339</c:v>
                </c:pt>
                <c:pt idx="15">
                  <c:v>1.2704781690140845</c:v>
                </c:pt>
                <c:pt idx="16">
                  <c:v>1.2674104929577465</c:v>
                </c:pt>
                <c:pt idx="17">
                  <c:v>1.2662338732394365</c:v>
                </c:pt>
                <c:pt idx="18">
                  <c:v>1.2678356338028169</c:v>
                </c:pt>
                <c:pt idx="19">
                  <c:v>1.2673715492957747</c:v>
                </c:pt>
                <c:pt idx="20">
                  <c:v>1.2684270422535211</c:v>
                </c:pt>
                <c:pt idx="21">
                  <c:v>1.2648413380281689</c:v>
                </c:pt>
                <c:pt idx="22">
                  <c:v>1.2588818309859156</c:v>
                </c:pt>
                <c:pt idx="23">
                  <c:v>1.260037323943662</c:v>
                </c:pt>
                <c:pt idx="24">
                  <c:v>1.2599014788732394</c:v>
                </c:pt>
                <c:pt idx="25">
                  <c:v>1.2563735915492957</c:v>
                </c:pt>
                <c:pt idx="26">
                  <c:v>1.258038028169014</c:v>
                </c:pt>
                <c:pt idx="27">
                  <c:v>1.2587632394366197</c:v>
                </c:pt>
                <c:pt idx="28">
                  <c:v>1.2580797887323942</c:v>
                </c:pt>
                <c:pt idx="29">
                  <c:v>1.2613094366197182</c:v>
                </c:pt>
                <c:pt idx="30">
                  <c:v>1.2599633098591549</c:v>
                </c:pt>
                <c:pt idx="31">
                  <c:v>1.2567051408450705</c:v>
                </c:pt>
                <c:pt idx="32">
                  <c:v>1.2643028169014083</c:v>
                </c:pt>
                <c:pt idx="33">
                  <c:v>1.2679584507042254</c:v>
                </c:pt>
                <c:pt idx="34">
                  <c:v>1.2669014084507042</c:v>
                </c:pt>
                <c:pt idx="35">
                  <c:v>1.2620549999999999</c:v>
                </c:pt>
                <c:pt idx="36">
                  <c:v>1.2557227464788732</c:v>
                </c:pt>
                <c:pt idx="37">
                  <c:v>1.2571373943661972</c:v>
                </c:pt>
                <c:pt idx="38">
                  <c:v>1.2601217605633803</c:v>
                </c:pt>
                <c:pt idx="39">
                  <c:v>1.2615844366197182</c:v>
                </c:pt>
                <c:pt idx="40">
                  <c:v>1.2591084507042254</c:v>
                </c:pt>
                <c:pt idx="41">
                  <c:v>1.2511592957746478</c:v>
                </c:pt>
                <c:pt idx="42">
                  <c:v>1.2418223943661972</c:v>
                </c:pt>
                <c:pt idx="43">
                  <c:v>1.2437204929577463</c:v>
                </c:pt>
                <c:pt idx="44">
                  <c:v>1.2468160563380282</c:v>
                </c:pt>
                <c:pt idx="45">
                  <c:v>1.2565154929577464</c:v>
                </c:pt>
                <c:pt idx="46">
                  <c:v>1.2667666197183098</c:v>
                </c:pt>
                <c:pt idx="47">
                  <c:v>1.2699969718309858</c:v>
                </c:pt>
                <c:pt idx="48">
                  <c:v>1.2646340140845069</c:v>
                </c:pt>
                <c:pt idx="49">
                  <c:v>1.2633688732394366</c:v>
                </c:pt>
                <c:pt idx="50">
                  <c:v>1.2699466197183098</c:v>
                </c:pt>
                <c:pt idx="51">
                  <c:v>1.265103661971831</c:v>
                </c:pt>
                <c:pt idx="52">
                  <c:v>1.2572862676056338</c:v>
                </c:pt>
                <c:pt idx="53">
                  <c:v>1.2557432394366197</c:v>
                </c:pt>
                <c:pt idx="54">
                  <c:v>1.2531838028169013</c:v>
                </c:pt>
                <c:pt idx="55">
                  <c:v>1.2528739436619718</c:v>
                </c:pt>
                <c:pt idx="56">
                  <c:v>1.2477245774647887</c:v>
                </c:pt>
                <c:pt idx="57">
                  <c:v>1.2447738028169013</c:v>
                </c:pt>
                <c:pt idx="58">
                  <c:v>1.2532682394366197</c:v>
                </c:pt>
                <c:pt idx="59">
                  <c:v>1.2580743661971829</c:v>
                </c:pt>
                <c:pt idx="60">
                  <c:v>1.2612590845070422</c:v>
                </c:pt>
                <c:pt idx="61">
                  <c:v>1.2655510563380281</c:v>
                </c:pt>
                <c:pt idx="62">
                  <c:v>1.2629487323943662</c:v>
                </c:pt>
                <c:pt idx="63">
                  <c:v>1.2608351408450704</c:v>
                </c:pt>
                <c:pt idx="64">
                  <c:v>1.2642222535211267</c:v>
                </c:pt>
                <c:pt idx="65">
                  <c:v>1.2637600704225351</c:v>
                </c:pt>
                <c:pt idx="66">
                  <c:v>1.2604579577464787</c:v>
                </c:pt>
                <c:pt idx="67">
                  <c:v>1.2573432394366197</c:v>
                </c:pt>
                <c:pt idx="68">
                  <c:v>1.2595973943661971</c:v>
                </c:pt>
                <c:pt idx="69">
                  <c:v>1.2642238028169013</c:v>
                </c:pt>
                <c:pt idx="70">
                  <c:v>1.2659254929577464</c:v>
                </c:pt>
                <c:pt idx="71">
                  <c:v>1.2623471126760564</c:v>
                </c:pt>
                <c:pt idx="72">
                  <c:v>1.258834366197183</c:v>
                </c:pt>
                <c:pt idx="73">
                  <c:v>1.2525043661971831</c:v>
                </c:pt>
                <c:pt idx="74">
                  <c:v>1.2510882394366196</c:v>
                </c:pt>
                <c:pt idx="75">
                  <c:v>1.249469366197183</c:v>
                </c:pt>
                <c:pt idx="76">
                  <c:v>1.2414545774647887</c:v>
                </c:pt>
                <c:pt idx="77">
                  <c:v>1.240410704225352</c:v>
                </c:pt>
                <c:pt idx="78">
                  <c:v>1.2455308450704226</c:v>
                </c:pt>
                <c:pt idx="79">
                  <c:v>1.2473566197183099</c:v>
                </c:pt>
                <c:pt idx="80">
                  <c:v>1.2433274647887322</c:v>
                </c:pt>
                <c:pt idx="81">
                  <c:v>1.2403150000000001</c:v>
                </c:pt>
                <c:pt idx="82">
                  <c:v>1.2478592957746479</c:v>
                </c:pt>
                <c:pt idx="83">
                  <c:v>1.2581861971830985</c:v>
                </c:pt>
                <c:pt idx="84">
                  <c:v>1.2643215492957747</c:v>
                </c:pt>
                <c:pt idx="85">
                  <c:v>1.2647388028169013</c:v>
                </c:pt>
                <c:pt idx="86">
                  <c:v>1.2652649999999999</c:v>
                </c:pt>
                <c:pt idx="87">
                  <c:v>1.2678161971830986</c:v>
                </c:pt>
                <c:pt idx="88">
                  <c:v>1.267236338028169</c:v>
                </c:pt>
                <c:pt idx="89">
                  <c:v>1.2693213380281689</c:v>
                </c:pt>
                <c:pt idx="90">
                  <c:v>1.268435</c:v>
                </c:pt>
                <c:pt idx="91">
                  <c:v>1.2709929577464789</c:v>
                </c:pt>
                <c:pt idx="92">
                  <c:v>1.2728999999999999</c:v>
                </c:pt>
                <c:pt idx="93">
                  <c:v>1.2677590845070421</c:v>
                </c:pt>
                <c:pt idx="94">
                  <c:v>1.2631209154929577</c:v>
                </c:pt>
                <c:pt idx="95">
                  <c:v>1.2604966197183098</c:v>
                </c:pt>
                <c:pt idx="96">
                  <c:v>1.2644619014084506</c:v>
                </c:pt>
                <c:pt idx="97">
                  <c:v>1.2639610563380281</c:v>
                </c:pt>
                <c:pt idx="98">
                  <c:v>1.2523712676056338</c:v>
                </c:pt>
                <c:pt idx="99">
                  <c:v>1.2504102112676057</c:v>
                </c:pt>
                <c:pt idx="100">
                  <c:v>1.254587323943662</c:v>
                </c:pt>
                <c:pt idx="101">
                  <c:v>1.2506635915492956</c:v>
                </c:pt>
                <c:pt idx="102">
                  <c:v>1.2431977464788733</c:v>
                </c:pt>
                <c:pt idx="103">
                  <c:v>1.2443175352112676</c:v>
                </c:pt>
                <c:pt idx="104">
                  <c:v>1.2479631690140844</c:v>
                </c:pt>
                <c:pt idx="105">
                  <c:v>1.2464240845070422</c:v>
                </c:pt>
                <c:pt idx="106">
                  <c:v>1.2430345070422535</c:v>
                </c:pt>
                <c:pt idx="107">
                  <c:v>1.2433659859154929</c:v>
                </c:pt>
                <c:pt idx="108">
                  <c:v>1.244348028169014</c:v>
                </c:pt>
                <c:pt idx="109">
                  <c:v>1.2490056338028168</c:v>
                </c:pt>
                <c:pt idx="110">
                  <c:v>1.2603324647887324</c:v>
                </c:pt>
                <c:pt idx="111">
                  <c:v>1.2657035915492958</c:v>
                </c:pt>
                <c:pt idx="112">
                  <c:v>1.2659687323943662</c:v>
                </c:pt>
                <c:pt idx="113">
                  <c:v>1.2624949295774648</c:v>
                </c:pt>
                <c:pt idx="114">
                  <c:v>1.2620562676056337</c:v>
                </c:pt>
                <c:pt idx="115">
                  <c:v>1.2607136619718309</c:v>
                </c:pt>
                <c:pt idx="116">
                  <c:v>1.2594859154929576</c:v>
                </c:pt>
                <c:pt idx="117">
                  <c:v>1.259886971830986</c:v>
                </c:pt>
                <c:pt idx="118">
                  <c:v>1.2610065492957747</c:v>
                </c:pt>
                <c:pt idx="119">
                  <c:v>1.2635536619718311</c:v>
                </c:pt>
                <c:pt idx="120">
                  <c:v>1.2588727464788732</c:v>
                </c:pt>
                <c:pt idx="121">
                  <c:v>1.2520343661971831</c:v>
                </c:pt>
                <c:pt idx="122">
                  <c:v>1.2549909859154929</c:v>
                </c:pt>
                <c:pt idx="123">
                  <c:v>1.2557516197183098</c:v>
                </c:pt>
                <c:pt idx="124">
                  <c:v>1.2601416197183097</c:v>
                </c:pt>
                <c:pt idx="125">
                  <c:v>1.2674481690140844</c:v>
                </c:pt>
                <c:pt idx="126">
                  <c:v>1.2655979577464789</c:v>
                </c:pt>
                <c:pt idx="127">
                  <c:v>1.2661464788732393</c:v>
                </c:pt>
                <c:pt idx="128">
                  <c:v>1.2642370422535212</c:v>
                </c:pt>
                <c:pt idx="129">
                  <c:v>1.2623878873239436</c:v>
                </c:pt>
                <c:pt idx="130">
                  <c:v>1.2616709154929577</c:v>
                </c:pt>
                <c:pt idx="131">
                  <c:v>1.263586690140845</c:v>
                </c:pt>
                <c:pt idx="132">
                  <c:v>1.2680149999999999</c:v>
                </c:pt>
                <c:pt idx="133">
                  <c:v>1.2674916197183097</c:v>
                </c:pt>
                <c:pt idx="134">
                  <c:v>1.2674822535211268</c:v>
                </c:pt>
                <c:pt idx="135">
                  <c:v>1.2660526056338028</c:v>
                </c:pt>
                <c:pt idx="136">
                  <c:v>1.2625728873239437</c:v>
                </c:pt>
                <c:pt idx="137">
                  <c:v>1.2586597183098591</c:v>
                </c:pt>
                <c:pt idx="138">
                  <c:v>1.2617042253521127</c:v>
                </c:pt>
                <c:pt idx="139">
                  <c:v>1.2645047887323944</c:v>
                </c:pt>
                <c:pt idx="140">
                  <c:v>1.2622057042253521</c:v>
                </c:pt>
                <c:pt idx="141">
                  <c:v>1.2585973239436619</c:v>
                </c:pt>
                <c:pt idx="142">
                  <c:v>1.2565679577464788</c:v>
                </c:pt>
                <c:pt idx="143">
                  <c:v>1.2607706338028168</c:v>
                </c:pt>
                <c:pt idx="144">
                  <c:v>1.2662467605633803</c:v>
                </c:pt>
                <c:pt idx="145">
                  <c:v>1.2599722535211266</c:v>
                </c:pt>
                <c:pt idx="146">
                  <c:v>1.2568914084507041</c:v>
                </c:pt>
                <c:pt idx="147">
                  <c:v>1.2608404225352112</c:v>
                </c:pt>
                <c:pt idx="148">
                  <c:v>1.2634151408450705</c:v>
                </c:pt>
                <c:pt idx="149">
                  <c:v>1.2610503521126759</c:v>
                </c:pt>
                <c:pt idx="150">
                  <c:v>1.2589547183098591</c:v>
                </c:pt>
                <c:pt idx="151">
                  <c:v>1.2570447887323943</c:v>
                </c:pt>
                <c:pt idx="152">
                  <c:v>1.2565371126760563</c:v>
                </c:pt>
                <c:pt idx="153">
                  <c:v>1.2539442253521127</c:v>
                </c:pt>
                <c:pt idx="154">
                  <c:v>1.2534334507042253</c:v>
                </c:pt>
                <c:pt idx="155">
                  <c:v>1.2621971830985914</c:v>
                </c:pt>
                <c:pt idx="156">
                  <c:v>1.2721042253521126</c:v>
                </c:pt>
                <c:pt idx="157">
                  <c:v>1.2762570422535211</c:v>
                </c:pt>
                <c:pt idx="158">
                  <c:v>1.2690578873239435</c:v>
                </c:pt>
                <c:pt idx="159">
                  <c:v>1.2588568309859154</c:v>
                </c:pt>
                <c:pt idx="160">
                  <c:v>1.2578028873239435</c:v>
                </c:pt>
                <c:pt idx="161">
                  <c:v>1.259130352112676</c:v>
                </c:pt>
                <c:pt idx="162">
                  <c:v>1.2604182394366197</c:v>
                </c:pt>
                <c:pt idx="163">
                  <c:v>1.2647245774647886</c:v>
                </c:pt>
                <c:pt idx="164">
                  <c:v>1.2645320422535211</c:v>
                </c:pt>
                <c:pt idx="165">
                  <c:v>1.2572472535211268</c:v>
                </c:pt>
                <c:pt idx="166">
                  <c:v>1.2540338028169014</c:v>
                </c:pt>
                <c:pt idx="167">
                  <c:v>1.2524585915492958</c:v>
                </c:pt>
                <c:pt idx="168">
                  <c:v>1.2555350704225352</c:v>
                </c:pt>
                <c:pt idx="169">
                  <c:v>1.2663766197183097</c:v>
                </c:pt>
                <c:pt idx="170">
                  <c:v>1.2712218309859153</c:v>
                </c:pt>
                <c:pt idx="171">
                  <c:v>1.2690461267605633</c:v>
                </c:pt>
                <c:pt idx="172">
                  <c:v>1.2644016197183099</c:v>
                </c:pt>
                <c:pt idx="173">
                  <c:v>1.2573388732394366</c:v>
                </c:pt>
                <c:pt idx="174">
                  <c:v>1.2475450704225353</c:v>
                </c:pt>
                <c:pt idx="175">
                  <c:v>1.2470571830985915</c:v>
                </c:pt>
                <c:pt idx="176">
                  <c:v>1.2469001408450704</c:v>
                </c:pt>
                <c:pt idx="177">
                  <c:v>1.2432344366197183</c:v>
                </c:pt>
                <c:pt idx="178">
                  <c:v>1.2451163380281689</c:v>
                </c:pt>
                <c:pt idx="179">
                  <c:v>1.2427838028169014</c:v>
                </c:pt>
                <c:pt idx="180">
                  <c:v>1.2404734507042252</c:v>
                </c:pt>
                <c:pt idx="181">
                  <c:v>1.245593309859155</c:v>
                </c:pt>
                <c:pt idx="182">
                  <c:v>1.2609283098591548</c:v>
                </c:pt>
                <c:pt idx="183">
                  <c:v>1.2698740140845071</c:v>
                </c:pt>
                <c:pt idx="184">
                  <c:v>1.2725697183098592</c:v>
                </c:pt>
                <c:pt idx="185">
                  <c:v>1.2731901408450703</c:v>
                </c:pt>
                <c:pt idx="186">
                  <c:v>1.272007042253521</c:v>
                </c:pt>
                <c:pt idx="187">
                  <c:v>1.2696740845070422</c:v>
                </c:pt>
                <c:pt idx="188">
                  <c:v>1.2683758450704226</c:v>
                </c:pt>
                <c:pt idx="189">
                  <c:v>1.2643635211267605</c:v>
                </c:pt>
                <c:pt idx="190">
                  <c:v>1.2597149295774648</c:v>
                </c:pt>
                <c:pt idx="191">
                  <c:v>1.2643945070422535</c:v>
                </c:pt>
                <c:pt idx="192">
                  <c:v>1.2675188732394367</c:v>
                </c:pt>
                <c:pt idx="193">
                  <c:v>1.269694718309859</c:v>
                </c:pt>
                <c:pt idx="194">
                  <c:v>1.2698069718309859</c:v>
                </c:pt>
                <c:pt idx="195">
                  <c:v>1.2619222535211267</c:v>
                </c:pt>
                <c:pt idx="196">
                  <c:v>1.2594182394366196</c:v>
                </c:pt>
                <c:pt idx="197">
                  <c:v>1.2611093661971831</c:v>
                </c:pt>
                <c:pt idx="198">
                  <c:v>1.2659107042253521</c:v>
                </c:pt>
                <c:pt idx="199">
                  <c:v>1.2677419014084506</c:v>
                </c:pt>
                <c:pt idx="200">
                  <c:v>1.265725704225352</c:v>
                </c:pt>
                <c:pt idx="201">
                  <c:v>1.2558514084507042</c:v>
                </c:pt>
                <c:pt idx="202">
                  <c:v>1.2506582394366197</c:v>
                </c:pt>
                <c:pt idx="203">
                  <c:v>1.2555877464788732</c:v>
                </c:pt>
                <c:pt idx="204">
                  <c:v>1.2618643661971831</c:v>
                </c:pt>
                <c:pt idx="205">
                  <c:v>1.2637108450704224</c:v>
                </c:pt>
                <c:pt idx="206">
                  <c:v>1.2602317605633802</c:v>
                </c:pt>
                <c:pt idx="207">
                  <c:v>1.2597915492957745</c:v>
                </c:pt>
                <c:pt idx="208">
                  <c:v>1.2589805633802817</c:v>
                </c:pt>
                <c:pt idx="209">
                  <c:v>1.2615858450704225</c:v>
                </c:pt>
                <c:pt idx="210">
                  <c:v>1.2653561267605633</c:v>
                </c:pt>
                <c:pt idx="211">
                  <c:v>1.2632664084507041</c:v>
                </c:pt>
                <c:pt idx="212">
                  <c:v>1.2621085211267604</c:v>
                </c:pt>
                <c:pt idx="213">
                  <c:v>1.2658122535211267</c:v>
                </c:pt>
                <c:pt idx="214">
                  <c:v>1.2694578873239437</c:v>
                </c:pt>
                <c:pt idx="215">
                  <c:v>1.2684879577464789</c:v>
                </c:pt>
                <c:pt idx="216">
                  <c:v>1.2640524647887323</c:v>
                </c:pt>
                <c:pt idx="217">
                  <c:v>1.2566401408450705</c:v>
                </c:pt>
                <c:pt idx="218">
                  <c:v>1.2480947887323943</c:v>
                </c:pt>
                <c:pt idx="219">
                  <c:v>1.2550760563380281</c:v>
                </c:pt>
                <c:pt idx="220">
                  <c:v>1.2634316197183098</c:v>
                </c:pt>
                <c:pt idx="221">
                  <c:v>1.2627830985915494</c:v>
                </c:pt>
                <c:pt idx="222">
                  <c:v>1.2693161267605633</c:v>
                </c:pt>
                <c:pt idx="223">
                  <c:v>1.282900704225352</c:v>
                </c:pt>
                <c:pt idx="224">
                  <c:v>1.2884098591549296</c:v>
                </c:pt>
                <c:pt idx="225">
                  <c:v>1.2836633802816901</c:v>
                </c:pt>
                <c:pt idx="226">
                  <c:v>1.2710007042253522</c:v>
                </c:pt>
                <c:pt idx="227">
                  <c:v>1.2614804225352112</c:v>
                </c:pt>
                <c:pt idx="228">
                  <c:v>1.2541304929577464</c:v>
                </c:pt>
                <c:pt idx="229">
                  <c:v>1.2544572535211267</c:v>
                </c:pt>
                <c:pt idx="230">
                  <c:v>1.2583415492957746</c:v>
                </c:pt>
                <c:pt idx="231">
                  <c:v>1.2586647183098592</c:v>
                </c:pt>
                <c:pt idx="232">
                  <c:v>1.2601611267605632</c:v>
                </c:pt>
                <c:pt idx="233">
                  <c:v>1.2610385915492957</c:v>
                </c:pt>
                <c:pt idx="234">
                  <c:v>1.2577821830985916</c:v>
                </c:pt>
                <c:pt idx="235">
                  <c:v>1.2608474647887324</c:v>
                </c:pt>
                <c:pt idx="236">
                  <c:v>1.261150985915493</c:v>
                </c:pt>
                <c:pt idx="237">
                  <c:v>1.2594464084507042</c:v>
                </c:pt>
                <c:pt idx="238">
                  <c:v>1.2581633802816901</c:v>
                </c:pt>
                <c:pt idx="239">
                  <c:v>1.2560580281690141</c:v>
                </c:pt>
                <c:pt idx="240">
                  <c:v>1.2477888732394367</c:v>
                </c:pt>
                <c:pt idx="241">
                  <c:v>1.2471873239436619</c:v>
                </c:pt>
                <c:pt idx="242">
                  <c:v>1.2542909859154929</c:v>
                </c:pt>
                <c:pt idx="243">
                  <c:v>1.2577228169014083</c:v>
                </c:pt>
                <c:pt idx="244">
                  <c:v>1.2578952112676056</c:v>
                </c:pt>
                <c:pt idx="245">
                  <c:v>1.2610387323943661</c:v>
                </c:pt>
                <c:pt idx="246">
                  <c:v>1.2653796478873238</c:v>
                </c:pt>
                <c:pt idx="247">
                  <c:v>1.267175985915493</c:v>
                </c:pt>
                <c:pt idx="248">
                  <c:v>1.2667988732394366</c:v>
                </c:pt>
                <c:pt idx="249">
                  <c:v>1.2661561267605634</c:v>
                </c:pt>
                <c:pt idx="250">
                  <c:v>1.2653478169014085</c:v>
                </c:pt>
                <c:pt idx="251">
                  <c:v>1.2635602816901408</c:v>
                </c:pt>
                <c:pt idx="252">
                  <c:v>1.268594647887324</c:v>
                </c:pt>
                <c:pt idx="253">
                  <c:v>1.2649692253521125</c:v>
                </c:pt>
                <c:pt idx="254">
                  <c:v>1.2595278169014084</c:v>
                </c:pt>
                <c:pt idx="255">
                  <c:v>1.2621716197183097</c:v>
                </c:pt>
                <c:pt idx="256">
                  <c:v>1.2687242253521127</c:v>
                </c:pt>
                <c:pt idx="257">
                  <c:v>1.2700912676056337</c:v>
                </c:pt>
                <c:pt idx="258">
                  <c:v>1.2639693661971831</c:v>
                </c:pt>
                <c:pt idx="259">
                  <c:v>1.252088661971831</c:v>
                </c:pt>
                <c:pt idx="260">
                  <c:v>1.246224366197183</c:v>
                </c:pt>
                <c:pt idx="261">
                  <c:v>1.2477842253521125</c:v>
                </c:pt>
                <c:pt idx="262">
                  <c:v>1.2573735211267605</c:v>
                </c:pt>
                <c:pt idx="263">
                  <c:v>1.2641339436619718</c:v>
                </c:pt>
                <c:pt idx="264">
                  <c:v>1.2660922535211268</c:v>
                </c:pt>
                <c:pt idx="265">
                  <c:v>1.2659108450704224</c:v>
                </c:pt>
                <c:pt idx="266">
                  <c:v>1.2609980281690141</c:v>
                </c:pt>
                <c:pt idx="267">
                  <c:v>1.2554223239436619</c:v>
                </c:pt>
                <c:pt idx="268">
                  <c:v>1.2562698591549295</c:v>
                </c:pt>
                <c:pt idx="269">
                  <c:v>1.2609954929577465</c:v>
                </c:pt>
                <c:pt idx="270">
                  <c:v>1.2588664788732393</c:v>
                </c:pt>
                <c:pt idx="271">
                  <c:v>1.257455985915493</c:v>
                </c:pt>
                <c:pt idx="272">
                  <c:v>1.2631661971830985</c:v>
                </c:pt>
                <c:pt idx="273">
                  <c:v>1.2668781690140845</c:v>
                </c:pt>
                <c:pt idx="274">
                  <c:v>1.270693661971831</c:v>
                </c:pt>
                <c:pt idx="275">
                  <c:v>1.2736288732394365</c:v>
                </c:pt>
                <c:pt idx="276">
                  <c:v>1.2690767605633801</c:v>
                </c:pt>
                <c:pt idx="277">
                  <c:v>1.2610413380281689</c:v>
                </c:pt>
                <c:pt idx="278">
                  <c:v>1.253792394366197</c:v>
                </c:pt>
                <c:pt idx="279">
                  <c:v>1.2630083098591549</c:v>
                </c:pt>
                <c:pt idx="280">
                  <c:v>1.2694759859154929</c:v>
                </c:pt>
                <c:pt idx="281">
                  <c:v>1.2677911267605633</c:v>
                </c:pt>
                <c:pt idx="282">
                  <c:v>1.2650445070422536</c:v>
                </c:pt>
                <c:pt idx="283">
                  <c:v>1.2634976760563379</c:v>
                </c:pt>
                <c:pt idx="284">
                  <c:v>1.2590692957746479</c:v>
                </c:pt>
                <c:pt idx="285">
                  <c:v>1.2609546478873239</c:v>
                </c:pt>
                <c:pt idx="286">
                  <c:v>1.2656716197183098</c:v>
                </c:pt>
                <c:pt idx="287">
                  <c:v>1.2681485211267605</c:v>
                </c:pt>
                <c:pt idx="288">
                  <c:v>1.2722176056338028</c:v>
                </c:pt>
                <c:pt idx="289">
                  <c:v>1.2724422535211266</c:v>
                </c:pt>
                <c:pt idx="290">
                  <c:v>1.274238028169014</c:v>
                </c:pt>
                <c:pt idx="291">
                  <c:v>1.2779683098591548</c:v>
                </c:pt>
                <c:pt idx="292">
                  <c:v>1.2764612676056337</c:v>
                </c:pt>
                <c:pt idx="293">
                  <c:v>1.2751471830985914</c:v>
                </c:pt>
                <c:pt idx="294">
                  <c:v>1.2760661971830984</c:v>
                </c:pt>
                <c:pt idx="295">
                  <c:v>1.2723950704225351</c:v>
                </c:pt>
                <c:pt idx="296">
                  <c:v>1.2683592253521125</c:v>
                </c:pt>
                <c:pt idx="297">
                  <c:v>1.2697795774647886</c:v>
                </c:pt>
                <c:pt idx="298">
                  <c:v>1.2692468309859155</c:v>
                </c:pt>
                <c:pt idx="299">
                  <c:v>1.263842042253521</c:v>
                </c:pt>
                <c:pt idx="300">
                  <c:v>1.2564890845070422</c:v>
                </c:pt>
                <c:pt idx="301">
                  <c:v>1.257618661971831</c:v>
                </c:pt>
                <c:pt idx="302">
                  <c:v>1.2635810563380281</c:v>
                </c:pt>
                <c:pt idx="303">
                  <c:v>1.2684554225352112</c:v>
                </c:pt>
                <c:pt idx="304">
                  <c:v>1.2705056338028169</c:v>
                </c:pt>
                <c:pt idx="305">
                  <c:v>1.2706957746478873</c:v>
                </c:pt>
                <c:pt idx="306">
                  <c:v>1.2724929577464787</c:v>
                </c:pt>
                <c:pt idx="307">
                  <c:v>1.2677821126760562</c:v>
                </c:pt>
                <c:pt idx="308">
                  <c:v>1.2612557746478872</c:v>
                </c:pt>
                <c:pt idx="309">
                  <c:v>1.2625453521126759</c:v>
                </c:pt>
                <c:pt idx="310">
                  <c:v>1.2678108450704224</c:v>
                </c:pt>
                <c:pt idx="311">
                  <c:v>1.2765077464788732</c:v>
                </c:pt>
                <c:pt idx="312">
                  <c:v>1.2802429577464789</c:v>
                </c:pt>
                <c:pt idx="313">
                  <c:v>1.2771021126760562</c:v>
                </c:pt>
                <c:pt idx="314">
                  <c:v>1.26769</c:v>
                </c:pt>
                <c:pt idx="315">
                  <c:v>1.2563850704225352</c:v>
                </c:pt>
                <c:pt idx="316">
                  <c:v>1.2564181690140845</c:v>
                </c:pt>
                <c:pt idx="317">
                  <c:v>1.2613585211267606</c:v>
                </c:pt>
                <c:pt idx="318">
                  <c:v>1.2623019014084507</c:v>
                </c:pt>
                <c:pt idx="319">
                  <c:v>1.2633258450704226</c:v>
                </c:pt>
                <c:pt idx="320">
                  <c:v>1.27141338028169</c:v>
                </c:pt>
                <c:pt idx="321">
                  <c:v>1.270924647887324</c:v>
                </c:pt>
                <c:pt idx="322">
                  <c:v>1.2693785915492957</c:v>
                </c:pt>
                <c:pt idx="323">
                  <c:v>1.2726091549295775</c:v>
                </c:pt>
                <c:pt idx="324">
                  <c:v>1.2670187323943662</c:v>
                </c:pt>
                <c:pt idx="325">
                  <c:v>1.2570401408450704</c:v>
                </c:pt>
                <c:pt idx="326">
                  <c:v>1.2582392957746478</c:v>
                </c:pt>
                <c:pt idx="327">
                  <c:v>1.2559246478873238</c:v>
                </c:pt>
                <c:pt idx="328">
                  <c:v>1.2549402112676056</c:v>
                </c:pt>
                <c:pt idx="329">
                  <c:v>1.2626846478873239</c:v>
                </c:pt>
                <c:pt idx="330">
                  <c:v>1.2676122535211267</c:v>
                </c:pt>
                <c:pt idx="331">
                  <c:v>1.2617042253521127</c:v>
                </c:pt>
                <c:pt idx="332">
                  <c:v>1.2596547887323943</c:v>
                </c:pt>
                <c:pt idx="333">
                  <c:v>1.2642852816901409</c:v>
                </c:pt>
                <c:pt idx="334">
                  <c:v>1.2642362676056338</c:v>
                </c:pt>
                <c:pt idx="335">
                  <c:v>1.2635554225352112</c:v>
                </c:pt>
                <c:pt idx="336">
                  <c:v>1.2613822535211268</c:v>
                </c:pt>
                <c:pt idx="337">
                  <c:v>1.2592085915492957</c:v>
                </c:pt>
                <c:pt idx="338">
                  <c:v>1.2611545070422534</c:v>
                </c:pt>
                <c:pt idx="339">
                  <c:v>1.2611549295774647</c:v>
                </c:pt>
                <c:pt idx="340">
                  <c:v>1.2628785211267606</c:v>
                </c:pt>
                <c:pt idx="341">
                  <c:v>1.2688169718309859</c:v>
                </c:pt>
                <c:pt idx="342">
                  <c:v>1.2773795774647887</c:v>
                </c:pt>
                <c:pt idx="343">
                  <c:v>1.2799852112676056</c:v>
                </c:pt>
                <c:pt idx="344">
                  <c:v>1.2650340140845069</c:v>
                </c:pt>
                <c:pt idx="345">
                  <c:v>1.2525028169014085</c:v>
                </c:pt>
                <c:pt idx="346">
                  <c:v>1.2592417605633803</c:v>
                </c:pt>
                <c:pt idx="347">
                  <c:v>1.2643181690140846</c:v>
                </c:pt>
                <c:pt idx="348">
                  <c:v>1.2692419014084506</c:v>
                </c:pt>
                <c:pt idx="349">
                  <c:v>1.2715521126760563</c:v>
                </c:pt>
                <c:pt idx="350">
                  <c:v>1.269448661971831</c:v>
                </c:pt>
                <c:pt idx="351">
                  <c:v>1.2726028169014083</c:v>
                </c:pt>
                <c:pt idx="352">
                  <c:v>1.2736211267605633</c:v>
                </c:pt>
                <c:pt idx="353">
                  <c:v>1.2689931690140845</c:v>
                </c:pt>
                <c:pt idx="354">
                  <c:v>1.2644127464788733</c:v>
                </c:pt>
                <c:pt idx="355">
                  <c:v>1.2610125352112675</c:v>
                </c:pt>
                <c:pt idx="356">
                  <c:v>1.2587682394366198</c:v>
                </c:pt>
                <c:pt idx="357">
                  <c:v>1.2655711267605634</c:v>
                </c:pt>
                <c:pt idx="358">
                  <c:v>1.2740859154929578</c:v>
                </c:pt>
                <c:pt idx="359">
                  <c:v>1.2792035211267605</c:v>
                </c:pt>
                <c:pt idx="360">
                  <c:v>1.2755422535211267</c:v>
                </c:pt>
                <c:pt idx="361">
                  <c:v>1.2688980985915492</c:v>
                </c:pt>
                <c:pt idx="362">
                  <c:v>1.2651672535211267</c:v>
                </c:pt>
                <c:pt idx="363">
                  <c:v>1.2646177464788733</c:v>
                </c:pt>
                <c:pt idx="364">
                  <c:v>1.2630069014084506</c:v>
                </c:pt>
                <c:pt idx="365">
                  <c:v>1.2653132394366198</c:v>
                </c:pt>
                <c:pt idx="366">
                  <c:v>1.2727669014084506</c:v>
                </c:pt>
                <c:pt idx="367">
                  <c:v>1.2791211267605633</c:v>
                </c:pt>
                <c:pt idx="368">
                  <c:v>1.2807133802816901</c:v>
                </c:pt>
                <c:pt idx="369">
                  <c:v>1.2817176056338027</c:v>
                </c:pt>
                <c:pt idx="370">
                  <c:v>1.2818098591549296</c:v>
                </c:pt>
                <c:pt idx="371">
                  <c:v>1.2791098591549295</c:v>
                </c:pt>
                <c:pt idx="372">
                  <c:v>1.2811788732394365</c:v>
                </c:pt>
                <c:pt idx="373">
                  <c:v>1.2829330985915492</c:v>
                </c:pt>
                <c:pt idx="374">
                  <c:v>1.2797605633802815</c:v>
                </c:pt>
                <c:pt idx="375">
                  <c:v>1.2750359154929578</c:v>
                </c:pt>
                <c:pt idx="376">
                  <c:v>1.2752028169014085</c:v>
                </c:pt>
                <c:pt idx="377">
                  <c:v>1.2801042253521127</c:v>
                </c:pt>
                <c:pt idx="378">
                  <c:v>1.2753014084507042</c:v>
                </c:pt>
                <c:pt idx="379">
                  <c:v>1.2688197183098591</c:v>
                </c:pt>
                <c:pt idx="380">
                  <c:v>1.2684464788732395</c:v>
                </c:pt>
                <c:pt idx="381">
                  <c:v>1.2641301408450705</c:v>
                </c:pt>
                <c:pt idx="382">
                  <c:v>1.2604966197183098</c:v>
                </c:pt>
                <c:pt idx="383">
                  <c:v>1.2594419014084506</c:v>
                </c:pt>
                <c:pt idx="384">
                  <c:v>1.2564466901408451</c:v>
                </c:pt>
                <c:pt idx="385">
                  <c:v>1.2618466901408449</c:v>
                </c:pt>
                <c:pt idx="386">
                  <c:v>1.262313028169014</c:v>
                </c:pt>
                <c:pt idx="387">
                  <c:v>1.2576990845070422</c:v>
                </c:pt>
                <c:pt idx="388">
                  <c:v>1.2604829577464789</c:v>
                </c:pt>
                <c:pt idx="389">
                  <c:v>1.2656492253521126</c:v>
                </c:pt>
                <c:pt idx="390">
                  <c:v>1.2687635915492956</c:v>
                </c:pt>
                <c:pt idx="391">
                  <c:v>1.2746845070422534</c:v>
                </c:pt>
                <c:pt idx="392">
                  <c:v>1.2824661971830986</c:v>
                </c:pt>
                <c:pt idx="393">
                  <c:v>1.2851408450704225</c:v>
                </c:pt>
                <c:pt idx="394">
                  <c:v>1.284075352112676</c:v>
                </c:pt>
                <c:pt idx="395">
                  <c:v>1.2820345070422534</c:v>
                </c:pt>
                <c:pt idx="396">
                  <c:v>1.270430985915493</c:v>
                </c:pt>
                <c:pt idx="397">
                  <c:v>1.2629075352112675</c:v>
                </c:pt>
                <c:pt idx="398">
                  <c:v>1.2615880985915493</c:v>
                </c:pt>
                <c:pt idx="399">
                  <c:v>1.2595376056338028</c:v>
                </c:pt>
                <c:pt idx="400">
                  <c:v>1.261837323943662</c:v>
                </c:pt>
                <c:pt idx="401">
                  <c:v>1.2660167605633803</c:v>
                </c:pt>
                <c:pt idx="402">
                  <c:v>1.2734070422535211</c:v>
                </c:pt>
                <c:pt idx="403">
                  <c:v>1.2736570422535212</c:v>
                </c:pt>
                <c:pt idx="404">
                  <c:v>1.2706302816901407</c:v>
                </c:pt>
                <c:pt idx="405">
                  <c:v>1.2697099295774648</c:v>
                </c:pt>
                <c:pt idx="406">
                  <c:v>1.2643772535211266</c:v>
                </c:pt>
                <c:pt idx="407">
                  <c:v>1.2657716901408451</c:v>
                </c:pt>
                <c:pt idx="408">
                  <c:v>1.2715725352112677</c:v>
                </c:pt>
                <c:pt idx="409">
                  <c:v>1.2767443661971831</c:v>
                </c:pt>
                <c:pt idx="410">
                  <c:v>1.279212676056338</c:v>
                </c:pt>
                <c:pt idx="411">
                  <c:v>1.2804105633802816</c:v>
                </c:pt>
                <c:pt idx="412">
                  <c:v>1.2829408450704225</c:v>
                </c:pt>
                <c:pt idx="413">
                  <c:v>1.2870338028169013</c:v>
                </c:pt>
                <c:pt idx="414">
                  <c:v>1.2912612676056339</c:v>
                </c:pt>
                <c:pt idx="415">
                  <c:v>1.2936521126760563</c:v>
                </c:pt>
                <c:pt idx="416">
                  <c:v>1.2938598591549295</c:v>
                </c:pt>
                <c:pt idx="417">
                  <c:v>1.2871133802816901</c:v>
                </c:pt>
                <c:pt idx="418">
                  <c:v>1.2736281690140845</c:v>
                </c:pt>
                <c:pt idx="419">
                  <c:v>1.2653153521126761</c:v>
                </c:pt>
                <c:pt idx="420">
                  <c:v>1.2677638028169014</c:v>
                </c:pt>
                <c:pt idx="421">
                  <c:v>1.2743443661971829</c:v>
                </c:pt>
                <c:pt idx="422">
                  <c:v>1.2765119718309859</c:v>
                </c:pt>
                <c:pt idx="423">
                  <c:v>1.2719809859154929</c:v>
                </c:pt>
                <c:pt idx="424">
                  <c:v>1.2669893661971829</c:v>
                </c:pt>
                <c:pt idx="425">
                  <c:v>1.2718964788732394</c:v>
                </c:pt>
                <c:pt idx="426">
                  <c:v>1.2775577464788732</c:v>
                </c:pt>
                <c:pt idx="427">
                  <c:v>1.2843542253521125</c:v>
                </c:pt>
                <c:pt idx="428">
                  <c:v>1.2894802816901407</c:v>
                </c:pt>
                <c:pt idx="429">
                  <c:v>1.287062676056338</c:v>
                </c:pt>
                <c:pt idx="430">
                  <c:v>1.2802676056338027</c:v>
                </c:pt>
                <c:pt idx="431">
                  <c:v>1.2765204225352111</c:v>
                </c:pt>
                <c:pt idx="432">
                  <c:v>1.2711845070422534</c:v>
                </c:pt>
                <c:pt idx="433">
                  <c:v>1.2704001408450705</c:v>
                </c:pt>
                <c:pt idx="434">
                  <c:v>1.273743661971831</c:v>
                </c:pt>
                <c:pt idx="435">
                  <c:v>1.2750957746478873</c:v>
                </c:pt>
                <c:pt idx="436">
                  <c:v>1.2765732394366196</c:v>
                </c:pt>
                <c:pt idx="437">
                  <c:v>1.272462676056338</c:v>
                </c:pt>
                <c:pt idx="438">
                  <c:v>1.2664195774647886</c:v>
                </c:pt>
                <c:pt idx="439">
                  <c:v>1.2667776056338027</c:v>
                </c:pt>
                <c:pt idx="440">
                  <c:v>1.2710401408450704</c:v>
                </c:pt>
                <c:pt idx="441">
                  <c:v>1.2747549295774647</c:v>
                </c:pt>
                <c:pt idx="442">
                  <c:v>1.2771612676056336</c:v>
                </c:pt>
                <c:pt idx="443">
                  <c:v>1.2770105633802817</c:v>
                </c:pt>
                <c:pt idx="444">
                  <c:v>1.2741</c:v>
                </c:pt>
                <c:pt idx="445">
                  <c:v>1.2744816901408451</c:v>
                </c:pt>
                <c:pt idx="446">
                  <c:v>1.2782366197183097</c:v>
                </c:pt>
                <c:pt idx="447">
                  <c:v>1.2728619718309859</c:v>
                </c:pt>
                <c:pt idx="448">
                  <c:v>1.2698527464788731</c:v>
                </c:pt>
                <c:pt idx="449">
                  <c:v>1.2729077464788732</c:v>
                </c:pt>
                <c:pt idx="450">
                  <c:v>1.2754112676056337</c:v>
                </c:pt>
                <c:pt idx="451">
                  <c:v>1.2818978873239437</c:v>
                </c:pt>
                <c:pt idx="452">
                  <c:v>1.288532394366197</c:v>
                </c:pt>
                <c:pt idx="453">
                  <c:v>1.2929767605633802</c:v>
                </c:pt>
                <c:pt idx="454">
                  <c:v>1.2949119718309858</c:v>
                </c:pt>
                <c:pt idx="455">
                  <c:v>1.2922521126760562</c:v>
                </c:pt>
                <c:pt idx="456">
                  <c:v>1.2905028169014083</c:v>
                </c:pt>
                <c:pt idx="457">
                  <c:v>1.2864415492957746</c:v>
                </c:pt>
                <c:pt idx="458">
                  <c:v>1.2869978873239436</c:v>
                </c:pt>
                <c:pt idx="459">
                  <c:v>1.2840408450704226</c:v>
                </c:pt>
                <c:pt idx="460">
                  <c:v>1.2808950704225353</c:v>
                </c:pt>
                <c:pt idx="461">
                  <c:v>1.2862084507042253</c:v>
                </c:pt>
                <c:pt idx="462">
                  <c:v>1.2813352112676055</c:v>
                </c:pt>
                <c:pt idx="463">
                  <c:v>1.2697075352112677</c:v>
                </c:pt>
                <c:pt idx="464">
                  <c:v>1.2695152112676056</c:v>
                </c:pt>
                <c:pt idx="465">
                  <c:v>1.2735387323943661</c:v>
                </c:pt>
                <c:pt idx="466">
                  <c:v>1.2752345070422535</c:v>
                </c:pt>
                <c:pt idx="467">
                  <c:v>1.2762781690140845</c:v>
                </c:pt>
                <c:pt idx="468">
                  <c:v>1.2787218309859154</c:v>
                </c:pt>
                <c:pt idx="469">
                  <c:v>1.2755415492957747</c:v>
                </c:pt>
                <c:pt idx="470">
                  <c:v>1.2742542253521125</c:v>
                </c:pt>
                <c:pt idx="471">
                  <c:v>1.2725169014084508</c:v>
                </c:pt>
                <c:pt idx="472">
                  <c:v>1.2740507042253522</c:v>
                </c:pt>
                <c:pt idx="473">
                  <c:v>1.2822866197183098</c:v>
                </c:pt>
                <c:pt idx="474">
                  <c:v>1.2859535211267605</c:v>
                </c:pt>
                <c:pt idx="475">
                  <c:v>1.2902985915492957</c:v>
                </c:pt>
                <c:pt idx="476">
                  <c:v>1.2895239436619719</c:v>
                </c:pt>
                <c:pt idx="477">
                  <c:v>1.2801154929577465</c:v>
                </c:pt>
                <c:pt idx="478">
                  <c:v>1.2716612676056338</c:v>
                </c:pt>
                <c:pt idx="479">
                  <c:v>1.2662004225352113</c:v>
                </c:pt>
                <c:pt idx="480">
                  <c:v>1.2625062676056338</c:v>
                </c:pt>
                <c:pt idx="481">
                  <c:v>1.2608673943661972</c:v>
                </c:pt>
                <c:pt idx="482">
                  <c:v>1.2627493661971831</c:v>
                </c:pt>
                <c:pt idx="483">
                  <c:v>1.2637037323943661</c:v>
                </c:pt>
                <c:pt idx="484">
                  <c:v>1.2653616197183097</c:v>
                </c:pt>
                <c:pt idx="485">
                  <c:v>1.2623710563380282</c:v>
                </c:pt>
                <c:pt idx="486">
                  <c:v>1.2535628873239437</c:v>
                </c:pt>
                <c:pt idx="487">
                  <c:v>1.2536667605633802</c:v>
                </c:pt>
                <c:pt idx="488">
                  <c:v>1.2606317605633803</c:v>
                </c:pt>
                <c:pt idx="489">
                  <c:v>1.2664328873239437</c:v>
                </c:pt>
                <c:pt idx="490">
                  <c:v>1.2704225352112675</c:v>
                </c:pt>
                <c:pt idx="491">
                  <c:v>1.2686751408450703</c:v>
                </c:pt>
                <c:pt idx="492">
                  <c:v>1.2643254225352112</c:v>
                </c:pt>
                <c:pt idx="493">
                  <c:v>1.2614254929577464</c:v>
                </c:pt>
                <c:pt idx="494">
                  <c:v>1.2655231690140845</c:v>
                </c:pt>
                <c:pt idx="495">
                  <c:v>1.2686702816901407</c:v>
                </c:pt>
                <c:pt idx="496">
                  <c:v>1.2686280281690141</c:v>
                </c:pt>
                <c:pt idx="497">
                  <c:v>1.2626104225352113</c:v>
                </c:pt>
                <c:pt idx="498">
                  <c:v>1.2633828873239437</c:v>
                </c:pt>
                <c:pt idx="499">
                  <c:v>1.2680361971830985</c:v>
                </c:pt>
                <c:pt idx="500">
                  <c:v>1.2733830985915493</c:v>
                </c:pt>
                <c:pt idx="501">
                  <c:v>1.2714338028169014</c:v>
                </c:pt>
                <c:pt idx="502">
                  <c:v>1.2666838028169014</c:v>
                </c:pt>
                <c:pt idx="503">
                  <c:v>1.2699565492957745</c:v>
                </c:pt>
                <c:pt idx="504">
                  <c:v>1.2691825352112676</c:v>
                </c:pt>
                <c:pt idx="505">
                  <c:v>1.2624271830985916</c:v>
                </c:pt>
                <c:pt idx="506">
                  <c:v>1.2580440140845071</c:v>
                </c:pt>
                <c:pt idx="507">
                  <c:v>1.2568823239436619</c:v>
                </c:pt>
                <c:pt idx="508">
                  <c:v>1.25853338028169</c:v>
                </c:pt>
                <c:pt idx="509">
                  <c:v>1.2634573943661971</c:v>
                </c:pt>
                <c:pt idx="510">
                  <c:v>1.271350704225352</c:v>
                </c:pt>
                <c:pt idx="511">
                  <c:v>1.2734521126760563</c:v>
                </c:pt>
                <c:pt idx="512">
                  <c:v>1.272531690140845</c:v>
                </c:pt>
                <c:pt idx="513">
                  <c:v>1.2722077464788732</c:v>
                </c:pt>
                <c:pt idx="514">
                  <c:v>1.2685380985915493</c:v>
                </c:pt>
                <c:pt idx="515">
                  <c:v>1.2661602816901407</c:v>
                </c:pt>
                <c:pt idx="516">
                  <c:v>1.2753366197183098</c:v>
                </c:pt>
                <c:pt idx="517">
                  <c:v>1.2832105633802817</c:v>
                </c:pt>
                <c:pt idx="518">
                  <c:v>1.2861725352112676</c:v>
                </c:pt>
                <c:pt idx="519">
                  <c:v>1.286237323943662</c:v>
                </c:pt>
                <c:pt idx="520">
                  <c:v>1.2771274647887323</c:v>
                </c:pt>
                <c:pt idx="521">
                  <c:v>1.2740774647887323</c:v>
                </c:pt>
                <c:pt idx="522">
                  <c:v>1.2772584507042253</c:v>
                </c:pt>
                <c:pt idx="523">
                  <c:v>1.2846485915492958</c:v>
                </c:pt>
                <c:pt idx="524">
                  <c:v>1.2911352112676056</c:v>
                </c:pt>
                <c:pt idx="525">
                  <c:v>1.2918992957746478</c:v>
                </c:pt>
                <c:pt idx="526">
                  <c:v>1.2855380281690141</c:v>
                </c:pt>
                <c:pt idx="527">
                  <c:v>1.2741739436619719</c:v>
                </c:pt>
                <c:pt idx="528">
                  <c:v>1.263559718309859</c:v>
                </c:pt>
                <c:pt idx="529">
                  <c:v>1.2610245070422534</c:v>
                </c:pt>
                <c:pt idx="530">
                  <c:v>1.2569344366197184</c:v>
                </c:pt>
                <c:pt idx="531">
                  <c:v>1.2576605633802815</c:v>
                </c:pt>
                <c:pt idx="532">
                  <c:v>1.2608168309859153</c:v>
                </c:pt>
                <c:pt idx="533">
                  <c:v>1.2642080985915491</c:v>
                </c:pt>
                <c:pt idx="534">
                  <c:v>1.2625927464788731</c:v>
                </c:pt>
                <c:pt idx="535">
                  <c:v>1.261034366197183</c:v>
                </c:pt>
                <c:pt idx="536">
                  <c:v>1.2618636619718309</c:v>
                </c:pt>
                <c:pt idx="537">
                  <c:v>1.2641309154929576</c:v>
                </c:pt>
                <c:pt idx="538">
                  <c:v>1.2664782394366196</c:v>
                </c:pt>
                <c:pt idx="539">
                  <c:v>1.2644911971830985</c:v>
                </c:pt>
                <c:pt idx="540">
                  <c:v>1.2679556338028168</c:v>
                </c:pt>
                <c:pt idx="541">
                  <c:v>1.2725901408450704</c:v>
                </c:pt>
                <c:pt idx="542">
                  <c:v>1.2700839436619717</c:v>
                </c:pt>
                <c:pt idx="543">
                  <c:v>1.2617608450704225</c:v>
                </c:pt>
                <c:pt idx="544">
                  <c:v>1.258788028169014</c:v>
                </c:pt>
                <c:pt idx="545">
                  <c:v>1.2678846478873238</c:v>
                </c:pt>
                <c:pt idx="546">
                  <c:v>1.2743028169014083</c:v>
                </c:pt>
                <c:pt idx="547">
                  <c:v>1.2738042253521127</c:v>
                </c:pt>
                <c:pt idx="548">
                  <c:v>1.281444366197183</c:v>
                </c:pt>
                <c:pt idx="549">
                  <c:v>1.2899295774647888</c:v>
                </c:pt>
                <c:pt idx="550">
                  <c:v>1.2922605633802817</c:v>
                </c:pt>
                <c:pt idx="551">
                  <c:v>1.2932549295774647</c:v>
                </c:pt>
                <c:pt idx="552">
                  <c:v>1.2949957746478873</c:v>
                </c:pt>
                <c:pt idx="553">
                  <c:v>1.2932070422535211</c:v>
                </c:pt>
                <c:pt idx="554">
                  <c:v>1.2900267605633802</c:v>
                </c:pt>
                <c:pt idx="555">
                  <c:v>1.2854654929577465</c:v>
                </c:pt>
                <c:pt idx="556">
                  <c:v>1.2851612676056337</c:v>
                </c:pt>
                <c:pt idx="557">
                  <c:v>1.2869669014084506</c:v>
                </c:pt>
                <c:pt idx="558">
                  <c:v>1.2889683098591549</c:v>
                </c:pt>
                <c:pt idx="559">
                  <c:v>1.2914873239436619</c:v>
                </c:pt>
                <c:pt idx="560">
                  <c:v>1.2896781690140844</c:v>
                </c:pt>
                <c:pt idx="561">
                  <c:v>1.2875401408450704</c:v>
                </c:pt>
                <c:pt idx="562">
                  <c:v>1.2839035211267604</c:v>
                </c:pt>
                <c:pt idx="563">
                  <c:v>1.2754211267605633</c:v>
                </c:pt>
                <c:pt idx="564">
                  <c:v>1.2650394366197182</c:v>
                </c:pt>
                <c:pt idx="565">
                  <c:v>1.2648097887323944</c:v>
                </c:pt>
                <c:pt idx="566">
                  <c:v>1.2683129577464789</c:v>
                </c:pt>
                <c:pt idx="567">
                  <c:v>1.2705436619718309</c:v>
                </c:pt>
                <c:pt idx="568">
                  <c:v>1.272687323943662</c:v>
                </c:pt>
                <c:pt idx="569">
                  <c:v>1.2753281690140845</c:v>
                </c:pt>
                <c:pt idx="570">
                  <c:v>1.2773323943661972</c:v>
                </c:pt>
                <c:pt idx="571">
                  <c:v>1.2770838028169014</c:v>
                </c:pt>
                <c:pt idx="572">
                  <c:v>1.2797605633802815</c:v>
                </c:pt>
                <c:pt idx="573">
                  <c:v>1.2806978873239436</c:v>
                </c:pt>
                <c:pt idx="574">
                  <c:v>1.2829619718309859</c:v>
                </c:pt>
                <c:pt idx="575">
                  <c:v>1.2817992957746478</c:v>
                </c:pt>
                <c:pt idx="576">
                  <c:v>1.2797908450704225</c:v>
                </c:pt>
                <c:pt idx="577">
                  <c:v>1.2804154929577465</c:v>
                </c:pt>
                <c:pt idx="578">
                  <c:v>1.2779577464788732</c:v>
                </c:pt>
                <c:pt idx="579">
                  <c:v>1.2749725352112675</c:v>
                </c:pt>
                <c:pt idx="580">
                  <c:v>1.2733774647887324</c:v>
                </c:pt>
                <c:pt idx="581">
                  <c:v>1.2719598591549295</c:v>
                </c:pt>
                <c:pt idx="582">
                  <c:v>1.2643438732394365</c:v>
                </c:pt>
                <c:pt idx="583">
                  <c:v>1.2592474647887324</c:v>
                </c:pt>
                <c:pt idx="584">
                  <c:v>1.2664381690140845</c:v>
                </c:pt>
                <c:pt idx="585">
                  <c:v>1.2716978873239437</c:v>
                </c:pt>
                <c:pt idx="586">
                  <c:v>1.2696882394366198</c:v>
                </c:pt>
                <c:pt idx="587">
                  <c:v>1.2742549295774648</c:v>
                </c:pt>
                <c:pt idx="588">
                  <c:v>1.2808781690140845</c:v>
                </c:pt>
                <c:pt idx="589">
                  <c:v>1.2756394366197183</c:v>
                </c:pt>
                <c:pt idx="590">
                  <c:v>1.2774063380281691</c:v>
                </c:pt>
                <c:pt idx="591">
                  <c:v>1.2856542253521126</c:v>
                </c:pt>
                <c:pt idx="592">
                  <c:v>1.2862570422535211</c:v>
                </c:pt>
                <c:pt idx="593">
                  <c:v>1.2825767605633802</c:v>
                </c:pt>
                <c:pt idx="594">
                  <c:v>1.2771781690140844</c:v>
                </c:pt>
                <c:pt idx="595">
                  <c:v>1.2780669014084507</c:v>
                </c:pt>
                <c:pt idx="596">
                  <c:v>1.2821873239436619</c:v>
                </c:pt>
                <c:pt idx="597">
                  <c:v>1.281125352112676</c:v>
                </c:pt>
                <c:pt idx="598">
                  <c:v>1.2768380281690139</c:v>
                </c:pt>
                <c:pt idx="599">
                  <c:v>1.2775091549295774</c:v>
                </c:pt>
                <c:pt idx="600">
                  <c:v>1.2787450704225352</c:v>
                </c:pt>
                <c:pt idx="601">
                  <c:v>1.2699247183098592</c:v>
                </c:pt>
                <c:pt idx="602">
                  <c:v>1.26690338028169</c:v>
                </c:pt>
                <c:pt idx="603">
                  <c:v>1.2737028169014084</c:v>
                </c:pt>
                <c:pt idx="604">
                  <c:v>1.2765042253521126</c:v>
                </c:pt>
                <c:pt idx="605">
                  <c:v>1.27486338028169</c:v>
                </c:pt>
                <c:pt idx="606">
                  <c:v>1.2686332394366198</c:v>
                </c:pt>
                <c:pt idx="607">
                  <c:v>1.2664709154929576</c:v>
                </c:pt>
                <c:pt idx="608">
                  <c:v>1.2749084507042254</c:v>
                </c:pt>
                <c:pt idx="609">
                  <c:v>1.2811021126760562</c:v>
                </c:pt>
                <c:pt idx="610">
                  <c:v>1.2784028169014083</c:v>
                </c:pt>
                <c:pt idx="611">
                  <c:v>1.2690233802816901</c:v>
                </c:pt>
                <c:pt idx="612">
                  <c:v>1.2671373239436619</c:v>
                </c:pt>
                <c:pt idx="613">
                  <c:v>1.2673755633802817</c:v>
                </c:pt>
                <c:pt idx="614">
                  <c:v>1.2683497183098591</c:v>
                </c:pt>
                <c:pt idx="615">
                  <c:v>1.2699961267605633</c:v>
                </c:pt>
                <c:pt idx="616">
                  <c:v>1.2641083098591548</c:v>
                </c:pt>
                <c:pt idx="617">
                  <c:v>1.2627165492957746</c:v>
                </c:pt>
                <c:pt idx="618">
                  <c:v>1.2645365492957745</c:v>
                </c:pt>
                <c:pt idx="619">
                  <c:v>1.2634014084507041</c:v>
                </c:pt>
                <c:pt idx="620">
                  <c:v>1.2542568309859154</c:v>
                </c:pt>
                <c:pt idx="621">
                  <c:v>1.2511464788732394</c:v>
                </c:pt>
                <c:pt idx="622">
                  <c:v>1.2506958450704224</c:v>
                </c:pt>
                <c:pt idx="623">
                  <c:v>1.247324718309859</c:v>
                </c:pt>
                <c:pt idx="624">
                  <c:v>1.2506295070422535</c:v>
                </c:pt>
                <c:pt idx="625">
                  <c:v>1.2601071830985915</c:v>
                </c:pt>
                <c:pt idx="626">
                  <c:v>1.2644257042253522</c:v>
                </c:pt>
                <c:pt idx="627">
                  <c:v>1.2608145070422534</c:v>
                </c:pt>
                <c:pt idx="628">
                  <c:v>1.2563364788732394</c:v>
                </c:pt>
                <c:pt idx="629">
                  <c:v>1.2584152816901408</c:v>
                </c:pt>
                <c:pt idx="630">
                  <c:v>1.2658158450704224</c:v>
                </c:pt>
                <c:pt idx="631">
                  <c:v>1.2714366197183098</c:v>
                </c:pt>
                <c:pt idx="632">
                  <c:v>1.2666604225352112</c:v>
                </c:pt>
                <c:pt idx="633">
                  <c:v>1.2625831690140845</c:v>
                </c:pt>
                <c:pt idx="634">
                  <c:v>1.2632756338028168</c:v>
                </c:pt>
                <c:pt idx="635">
                  <c:v>1.269322042253521</c:v>
                </c:pt>
                <c:pt idx="636">
                  <c:v>1.2747190140845071</c:v>
                </c:pt>
                <c:pt idx="637">
                  <c:v>1.27351338028169</c:v>
                </c:pt>
                <c:pt idx="638">
                  <c:v>1.2730556338028169</c:v>
                </c:pt>
                <c:pt idx="639">
                  <c:v>1.2722408450704226</c:v>
                </c:pt>
                <c:pt idx="640">
                  <c:v>1.2689334507042254</c:v>
                </c:pt>
                <c:pt idx="641">
                  <c:v>1.2645854225352111</c:v>
                </c:pt>
                <c:pt idx="642">
                  <c:v>1.2615765492957747</c:v>
                </c:pt>
                <c:pt idx="643">
                  <c:v>1.2581552112676055</c:v>
                </c:pt>
                <c:pt idx="644">
                  <c:v>1.2582435915492958</c:v>
                </c:pt>
                <c:pt idx="645">
                  <c:v>1.2642766901408451</c:v>
                </c:pt>
                <c:pt idx="646">
                  <c:v>1.2646400704225351</c:v>
                </c:pt>
                <c:pt idx="647">
                  <c:v>1.2657960563380282</c:v>
                </c:pt>
                <c:pt idx="648">
                  <c:v>1.2678454929577465</c:v>
                </c:pt>
                <c:pt idx="649">
                  <c:v>1.2686307746478873</c:v>
                </c:pt>
                <c:pt idx="650">
                  <c:v>1.2679157042253522</c:v>
                </c:pt>
                <c:pt idx="651">
                  <c:v>1.269500352112676</c:v>
                </c:pt>
                <c:pt idx="652">
                  <c:v>1.2693651408450703</c:v>
                </c:pt>
                <c:pt idx="653">
                  <c:v>1.2622570422535211</c:v>
                </c:pt>
                <c:pt idx="654">
                  <c:v>1.257663309859155</c:v>
                </c:pt>
                <c:pt idx="655">
                  <c:v>1.2581660563380281</c:v>
                </c:pt>
                <c:pt idx="656">
                  <c:v>1.2634479577464788</c:v>
                </c:pt>
                <c:pt idx="657">
                  <c:v>1.2683061971830984</c:v>
                </c:pt>
                <c:pt idx="658">
                  <c:v>1.2656042957746478</c:v>
                </c:pt>
                <c:pt idx="659">
                  <c:v>1.2635481690140844</c:v>
                </c:pt>
                <c:pt idx="660">
                  <c:v>1.2617802112676055</c:v>
                </c:pt>
                <c:pt idx="661">
                  <c:v>1.2631885211267606</c:v>
                </c:pt>
                <c:pt idx="662">
                  <c:v>1.2596718309859154</c:v>
                </c:pt>
                <c:pt idx="663">
                  <c:v>1.2622610563380281</c:v>
                </c:pt>
                <c:pt idx="664">
                  <c:v>1.2604344366197182</c:v>
                </c:pt>
                <c:pt idx="665">
                  <c:v>1.2534327464788733</c:v>
                </c:pt>
                <c:pt idx="666">
                  <c:v>1.2538643661971831</c:v>
                </c:pt>
                <c:pt idx="667">
                  <c:v>1.2584868309859154</c:v>
                </c:pt>
                <c:pt idx="668">
                  <c:v>1.260404014084507</c:v>
                </c:pt>
                <c:pt idx="669">
                  <c:v>1.2600154225352111</c:v>
                </c:pt>
                <c:pt idx="670">
                  <c:v>1.2626275352112675</c:v>
                </c:pt>
                <c:pt idx="671">
                  <c:v>1.2608766197183099</c:v>
                </c:pt>
                <c:pt idx="672">
                  <c:v>1.2592885915492957</c:v>
                </c:pt>
                <c:pt idx="673">
                  <c:v>1.254394366197183</c:v>
                </c:pt>
                <c:pt idx="674">
                  <c:v>1.2450354929577465</c:v>
                </c:pt>
                <c:pt idx="675">
                  <c:v>1.2427851408450703</c:v>
                </c:pt>
                <c:pt idx="676">
                  <c:v>1.2422447887323944</c:v>
                </c:pt>
                <c:pt idx="677">
                  <c:v>1.2412588028169014</c:v>
                </c:pt>
                <c:pt idx="678">
                  <c:v>1.2507741549295774</c:v>
                </c:pt>
                <c:pt idx="679">
                  <c:v>1.2599742253521127</c:v>
                </c:pt>
                <c:pt idx="680">
                  <c:v>1.2594347183098591</c:v>
                </c:pt>
                <c:pt idx="681">
                  <c:v>1.2594407746478873</c:v>
                </c:pt>
                <c:pt idx="682">
                  <c:v>1.2594798591549294</c:v>
                </c:pt>
                <c:pt idx="683">
                  <c:v>1.2554656338028169</c:v>
                </c:pt>
                <c:pt idx="684">
                  <c:v>1.2597669718309858</c:v>
                </c:pt>
                <c:pt idx="685">
                  <c:v>1.2663640140845069</c:v>
                </c:pt>
                <c:pt idx="686">
                  <c:v>1.2694280985915491</c:v>
                </c:pt>
                <c:pt idx="687">
                  <c:v>1.2737866197183099</c:v>
                </c:pt>
                <c:pt idx="688">
                  <c:v>1.2776795774647887</c:v>
                </c:pt>
                <c:pt idx="689">
                  <c:v>1.2759781690140846</c:v>
                </c:pt>
                <c:pt idx="690">
                  <c:v>1.2753563380281689</c:v>
                </c:pt>
                <c:pt idx="691">
                  <c:v>1.2759908450704225</c:v>
                </c:pt>
                <c:pt idx="692">
                  <c:v>1.2713063380281691</c:v>
                </c:pt>
                <c:pt idx="693">
                  <c:v>1.2663928873239436</c:v>
                </c:pt>
                <c:pt idx="694">
                  <c:v>1.2660030985915491</c:v>
                </c:pt>
                <c:pt idx="695">
                  <c:v>1.2709992957746479</c:v>
                </c:pt>
                <c:pt idx="696">
                  <c:v>1.2699699295774647</c:v>
                </c:pt>
                <c:pt idx="697">
                  <c:v>1.2703998591549295</c:v>
                </c:pt>
                <c:pt idx="698">
                  <c:v>1.272694366197183</c:v>
                </c:pt>
                <c:pt idx="699">
                  <c:v>1.2662579577464788</c:v>
                </c:pt>
                <c:pt idx="700">
                  <c:v>1.2537468309859154</c:v>
                </c:pt>
                <c:pt idx="701">
                  <c:v>1.2443430985915493</c:v>
                </c:pt>
                <c:pt idx="702">
                  <c:v>1.2397684507042253</c:v>
                </c:pt>
                <c:pt idx="703">
                  <c:v>1.2395298591549295</c:v>
                </c:pt>
                <c:pt idx="704">
                  <c:v>1.2447283802816902</c:v>
                </c:pt>
                <c:pt idx="705">
                  <c:v>1.246408309859155</c:v>
                </c:pt>
                <c:pt idx="706">
                  <c:v>1.2479137323943661</c:v>
                </c:pt>
                <c:pt idx="707">
                  <c:v>1.245665</c:v>
                </c:pt>
                <c:pt idx="708">
                  <c:v>1.2465116901408451</c:v>
                </c:pt>
                <c:pt idx="709">
                  <c:v>1.2501128873239435</c:v>
                </c:pt>
                <c:pt idx="710">
                  <c:v>1.2547331690140844</c:v>
                </c:pt>
                <c:pt idx="711">
                  <c:v>1.2541086619718309</c:v>
                </c:pt>
                <c:pt idx="712">
                  <c:v>1.2483464788732395</c:v>
                </c:pt>
                <c:pt idx="713">
                  <c:v>1.2478708450704226</c:v>
                </c:pt>
                <c:pt idx="714">
                  <c:v>1.2497751408450704</c:v>
                </c:pt>
                <c:pt idx="715">
                  <c:v>1.2507197183098591</c:v>
                </c:pt>
                <c:pt idx="716">
                  <c:v>1.2515781690140844</c:v>
                </c:pt>
                <c:pt idx="717">
                  <c:v>1.2536439436619717</c:v>
                </c:pt>
                <c:pt idx="718">
                  <c:v>1.2575014084507041</c:v>
                </c:pt>
                <c:pt idx="719">
                  <c:v>1.2551666197183098</c:v>
                </c:pt>
                <c:pt idx="720">
                  <c:v>1.2536996478873239</c:v>
                </c:pt>
                <c:pt idx="721">
                  <c:v>1.2591701408450704</c:v>
                </c:pt>
                <c:pt idx="722">
                  <c:v>1.269689014084507</c:v>
                </c:pt>
                <c:pt idx="723">
                  <c:v>1.2765373239436619</c:v>
                </c:pt>
                <c:pt idx="724">
                  <c:v>1.2748429577464788</c:v>
                </c:pt>
                <c:pt idx="725">
                  <c:v>1.265301338028169</c:v>
                </c:pt>
                <c:pt idx="726">
                  <c:v>1.25529</c:v>
                </c:pt>
                <c:pt idx="727">
                  <c:v>1.2434995774647888</c:v>
                </c:pt>
                <c:pt idx="728">
                  <c:v>1.2391316197183098</c:v>
                </c:pt>
                <c:pt idx="729">
                  <c:v>1.2401097887323944</c:v>
                </c:pt>
                <c:pt idx="730">
                  <c:v>1.2438975352112676</c:v>
                </c:pt>
                <c:pt idx="731">
                  <c:v>1.2493215492957745</c:v>
                </c:pt>
                <c:pt idx="732">
                  <c:v>1.2551015492957747</c:v>
                </c:pt>
                <c:pt idx="733">
                  <c:v>1.258657323943662</c:v>
                </c:pt>
                <c:pt idx="734">
                  <c:v>1.2575319718309859</c:v>
                </c:pt>
                <c:pt idx="735">
                  <c:v>1.2570059154929578</c:v>
                </c:pt>
                <c:pt idx="736">
                  <c:v>1.2533954929577464</c:v>
                </c:pt>
                <c:pt idx="737">
                  <c:v>1.2474847887323943</c:v>
                </c:pt>
                <c:pt idx="738">
                  <c:v>1.2528156338028169</c:v>
                </c:pt>
                <c:pt idx="739">
                  <c:v>1.2550600704225352</c:v>
                </c:pt>
                <c:pt idx="740">
                  <c:v>1.2545795774647888</c:v>
                </c:pt>
                <c:pt idx="741">
                  <c:v>1.2570204225352113</c:v>
                </c:pt>
                <c:pt idx="742">
                  <c:v>1.2558132394366197</c:v>
                </c:pt>
                <c:pt idx="743">
                  <c:v>1.2581585915492957</c:v>
                </c:pt>
                <c:pt idx="744">
                  <c:v>1.2618933098591549</c:v>
                </c:pt>
                <c:pt idx="745">
                  <c:v>1.2594322535211266</c:v>
                </c:pt>
                <c:pt idx="746">
                  <c:v>1.250734366197183</c:v>
                </c:pt>
                <c:pt idx="747">
                  <c:v>1.2451183098591549</c:v>
                </c:pt>
                <c:pt idx="748">
                  <c:v>1.2447118309859155</c:v>
                </c:pt>
                <c:pt idx="749">
                  <c:v>1.2452958450704226</c:v>
                </c:pt>
                <c:pt idx="750">
                  <c:v>1.2446063380281689</c:v>
                </c:pt>
                <c:pt idx="751">
                  <c:v>1.2459622535211268</c:v>
                </c:pt>
                <c:pt idx="752">
                  <c:v>1.2494234507042252</c:v>
                </c:pt>
                <c:pt idx="753">
                  <c:v>1.2562210563380281</c:v>
                </c:pt>
                <c:pt idx="754">
                  <c:v>1.2604451408450703</c:v>
                </c:pt>
                <c:pt idx="755">
                  <c:v>1.2663528169014084</c:v>
                </c:pt>
                <c:pt idx="756">
                  <c:v>1.2709422535211268</c:v>
                </c:pt>
                <c:pt idx="757">
                  <c:v>1.2653921830985915</c:v>
                </c:pt>
                <c:pt idx="758">
                  <c:v>1.2642623239436619</c:v>
                </c:pt>
                <c:pt idx="759">
                  <c:v>1.2717316901408451</c:v>
                </c:pt>
                <c:pt idx="760">
                  <c:v>1.2752795774647887</c:v>
                </c:pt>
                <c:pt idx="761">
                  <c:v>1.278131690140845</c:v>
                </c:pt>
                <c:pt idx="762">
                  <c:v>1.2772260563380282</c:v>
                </c:pt>
                <c:pt idx="763">
                  <c:v>1.2690723943661972</c:v>
                </c:pt>
                <c:pt idx="764">
                  <c:v>1.2620972535211268</c:v>
                </c:pt>
                <c:pt idx="765">
                  <c:v>1.2572115492957745</c:v>
                </c:pt>
                <c:pt idx="766">
                  <c:v>1.2532872535211268</c:v>
                </c:pt>
                <c:pt idx="767">
                  <c:v>1.2515328169014084</c:v>
                </c:pt>
                <c:pt idx="768">
                  <c:v>1.2506659859154929</c:v>
                </c:pt>
                <c:pt idx="769">
                  <c:v>1.2455876056338027</c:v>
                </c:pt>
                <c:pt idx="770">
                  <c:v>1.242344718309859</c:v>
                </c:pt>
                <c:pt idx="771">
                  <c:v>1.2446759154929576</c:v>
                </c:pt>
                <c:pt idx="772">
                  <c:v>1.2497776760563379</c:v>
                </c:pt>
                <c:pt idx="773">
                  <c:v>1.257805633802817</c:v>
                </c:pt>
                <c:pt idx="774">
                  <c:v>1.257681690140845</c:v>
                </c:pt>
                <c:pt idx="775">
                  <c:v>1.2552911971830985</c:v>
                </c:pt>
                <c:pt idx="776">
                  <c:v>1.2572912676056338</c:v>
                </c:pt>
                <c:pt idx="777">
                  <c:v>1.257176690140845</c:v>
                </c:pt>
                <c:pt idx="778">
                  <c:v>1.2595078169014085</c:v>
                </c:pt>
                <c:pt idx="779">
                  <c:v>1.258540704225352</c:v>
                </c:pt>
                <c:pt idx="780">
                  <c:v>1.258561690140845</c:v>
                </c:pt>
                <c:pt idx="781">
                  <c:v>1.2612597887323944</c:v>
                </c:pt>
                <c:pt idx="782">
                  <c:v>1.2686471830985915</c:v>
                </c:pt>
                <c:pt idx="783">
                  <c:v>1.2752204225352113</c:v>
                </c:pt>
                <c:pt idx="784">
                  <c:v>1.2758218309859155</c:v>
                </c:pt>
                <c:pt idx="785">
                  <c:v>1.2714401408450704</c:v>
                </c:pt>
                <c:pt idx="786">
                  <c:v>1.2657342957746478</c:v>
                </c:pt>
                <c:pt idx="787">
                  <c:v>1.2656391549295773</c:v>
                </c:pt>
                <c:pt idx="788">
                  <c:v>1.2633488732394367</c:v>
                </c:pt>
                <c:pt idx="789">
                  <c:v>1.2601393661971831</c:v>
                </c:pt>
                <c:pt idx="790">
                  <c:v>1.2609236619718309</c:v>
                </c:pt>
                <c:pt idx="791">
                  <c:v>1.2618721126760564</c:v>
                </c:pt>
                <c:pt idx="792">
                  <c:v>1.2586621830985916</c:v>
                </c:pt>
                <c:pt idx="793">
                  <c:v>1.2492761267605634</c:v>
                </c:pt>
                <c:pt idx="794">
                  <c:v>1.250922323943662</c:v>
                </c:pt>
                <c:pt idx="795">
                  <c:v>1.2587554225352111</c:v>
                </c:pt>
                <c:pt idx="796">
                  <c:v>1.2634648591549296</c:v>
                </c:pt>
                <c:pt idx="797">
                  <c:v>1.267264366197183</c:v>
                </c:pt>
                <c:pt idx="798">
                  <c:v>1.2710999999999999</c:v>
                </c:pt>
                <c:pt idx="799">
                  <c:v>1.2731521126760563</c:v>
                </c:pt>
                <c:pt idx="800">
                  <c:v>1.2702428873239435</c:v>
                </c:pt>
                <c:pt idx="801">
                  <c:v>1.2675240845070421</c:v>
                </c:pt>
                <c:pt idx="802">
                  <c:v>1.2673578169014084</c:v>
                </c:pt>
                <c:pt idx="803">
                  <c:v>1.2696809154929576</c:v>
                </c:pt>
                <c:pt idx="804">
                  <c:v>1.2730781690140844</c:v>
                </c:pt>
                <c:pt idx="805">
                  <c:v>1.2772084507042254</c:v>
                </c:pt>
                <c:pt idx="806">
                  <c:v>1.2749774647887324</c:v>
                </c:pt>
                <c:pt idx="807">
                  <c:v>1.2661621830985914</c:v>
                </c:pt>
                <c:pt idx="808">
                  <c:v>1.2579669718309858</c:v>
                </c:pt>
                <c:pt idx="809">
                  <c:v>1.2587828873239437</c:v>
                </c:pt>
                <c:pt idx="810">
                  <c:v>1.2649602112676055</c:v>
                </c:pt>
                <c:pt idx="811">
                  <c:v>1.2680107746478873</c:v>
                </c:pt>
                <c:pt idx="812">
                  <c:v>1.266176338028169</c:v>
                </c:pt>
                <c:pt idx="813">
                  <c:v>1.2634579577464788</c:v>
                </c:pt>
                <c:pt idx="814">
                  <c:v>1.261450704225352</c:v>
                </c:pt>
                <c:pt idx="815">
                  <c:v>1.2603980985915493</c:v>
                </c:pt>
                <c:pt idx="816">
                  <c:v>1.255057042253521</c:v>
                </c:pt>
                <c:pt idx="817">
                  <c:v>1.2548128873239437</c:v>
                </c:pt>
                <c:pt idx="818">
                  <c:v>1.2634380985915492</c:v>
                </c:pt>
                <c:pt idx="819">
                  <c:v>1.2724746478873239</c:v>
                </c:pt>
                <c:pt idx="820">
                  <c:v>1.2770098591549295</c:v>
                </c:pt>
                <c:pt idx="821">
                  <c:v>1.2774584507042253</c:v>
                </c:pt>
                <c:pt idx="822">
                  <c:v>1.2731387323943661</c:v>
                </c:pt>
                <c:pt idx="823">
                  <c:v>1.2623311971830986</c:v>
                </c:pt>
                <c:pt idx="824">
                  <c:v>1.2549680281690141</c:v>
                </c:pt>
                <c:pt idx="825">
                  <c:v>1.2522287323943662</c:v>
                </c:pt>
                <c:pt idx="826">
                  <c:v>1.2505111971830984</c:v>
                </c:pt>
                <c:pt idx="827">
                  <c:v>1.2515259859154928</c:v>
                </c:pt>
                <c:pt idx="828">
                  <c:v>1.2501419014084507</c:v>
                </c:pt>
                <c:pt idx="829">
                  <c:v>1.2536289436619719</c:v>
                </c:pt>
                <c:pt idx="830">
                  <c:v>1.2585334507042254</c:v>
                </c:pt>
                <c:pt idx="831">
                  <c:v>1.2625995070422535</c:v>
                </c:pt>
                <c:pt idx="832">
                  <c:v>1.2589359154929578</c:v>
                </c:pt>
                <c:pt idx="833">
                  <c:v>1.2580140845070422</c:v>
                </c:pt>
                <c:pt idx="834">
                  <c:v>1.2605814788732395</c:v>
                </c:pt>
                <c:pt idx="835">
                  <c:v>1.2582261971830986</c:v>
                </c:pt>
                <c:pt idx="836">
                  <c:v>1.2583606338028168</c:v>
                </c:pt>
                <c:pt idx="837">
                  <c:v>1.261688661971831</c:v>
                </c:pt>
                <c:pt idx="838">
                  <c:v>1.2642276056338027</c:v>
                </c:pt>
                <c:pt idx="839">
                  <c:v>1.2649093661971831</c:v>
                </c:pt>
                <c:pt idx="840">
                  <c:v>1.2618855633802817</c:v>
                </c:pt>
                <c:pt idx="841">
                  <c:v>1.2578235211267605</c:v>
                </c:pt>
                <c:pt idx="842">
                  <c:v>1.2543409154929577</c:v>
                </c:pt>
                <c:pt idx="843">
                  <c:v>1.2508027464788731</c:v>
                </c:pt>
                <c:pt idx="844">
                  <c:v>1.2498630985915493</c:v>
                </c:pt>
                <c:pt idx="845">
                  <c:v>1.2485764084507043</c:v>
                </c:pt>
                <c:pt idx="846">
                  <c:v>1.2481612676056337</c:v>
                </c:pt>
                <c:pt idx="847">
                  <c:v>1.2439502816901409</c:v>
                </c:pt>
                <c:pt idx="848">
                  <c:v>1.2350916197183097</c:v>
                </c:pt>
                <c:pt idx="849">
                  <c:v>1.2291447887323943</c:v>
                </c:pt>
                <c:pt idx="850">
                  <c:v>1.2346714084507042</c:v>
                </c:pt>
                <c:pt idx="851">
                  <c:v>1.2425647887323943</c:v>
                </c:pt>
                <c:pt idx="852">
                  <c:v>1.2480704225352113</c:v>
                </c:pt>
                <c:pt idx="853">
                  <c:v>1.2501021830985914</c:v>
                </c:pt>
                <c:pt idx="854">
                  <c:v>1.248391056338028</c:v>
                </c:pt>
                <c:pt idx="855">
                  <c:v>1.2539131690140846</c:v>
                </c:pt>
                <c:pt idx="856">
                  <c:v>1.2596633802816901</c:v>
                </c:pt>
                <c:pt idx="857">
                  <c:v>1.2613113380281691</c:v>
                </c:pt>
                <c:pt idx="858">
                  <c:v>1.2571290140845071</c:v>
                </c:pt>
                <c:pt idx="859">
                  <c:v>1.2503296478873238</c:v>
                </c:pt>
                <c:pt idx="860">
                  <c:v>1.2510896478873239</c:v>
                </c:pt>
                <c:pt idx="861">
                  <c:v>1.2543667605633801</c:v>
                </c:pt>
                <c:pt idx="862">
                  <c:v>1.2492019014084506</c:v>
                </c:pt>
                <c:pt idx="863">
                  <c:v>1.2492624647887323</c:v>
                </c:pt>
                <c:pt idx="864">
                  <c:v>1.2578528169014085</c:v>
                </c:pt>
                <c:pt idx="865">
                  <c:v>1.257799718309859</c:v>
                </c:pt>
                <c:pt idx="866">
                  <c:v>1.2470392957746479</c:v>
                </c:pt>
                <c:pt idx="867">
                  <c:v>1.2482399295774647</c:v>
                </c:pt>
                <c:pt idx="868">
                  <c:v>1.2566111971830987</c:v>
                </c:pt>
                <c:pt idx="869">
                  <c:v>1.252305704225352</c:v>
                </c:pt>
                <c:pt idx="870">
                  <c:v>1.2407495070422534</c:v>
                </c:pt>
                <c:pt idx="871">
                  <c:v>1.237420704225352</c:v>
                </c:pt>
                <c:pt idx="872">
                  <c:v>1.2365425352112676</c:v>
                </c:pt>
                <c:pt idx="873">
                  <c:v>1.2373298591549295</c:v>
                </c:pt>
                <c:pt idx="874">
                  <c:v>1.2405281690140844</c:v>
                </c:pt>
                <c:pt idx="875">
                  <c:v>1.2426637323943661</c:v>
                </c:pt>
                <c:pt idx="876">
                  <c:v>1.2444680985915493</c:v>
                </c:pt>
                <c:pt idx="877">
                  <c:v>1.2477107746478873</c:v>
                </c:pt>
                <c:pt idx="878">
                  <c:v>1.2509373943661972</c:v>
                </c:pt>
                <c:pt idx="879">
                  <c:v>1.2497702112676057</c:v>
                </c:pt>
                <c:pt idx="880">
                  <c:v>1.2493740845070422</c:v>
                </c:pt>
                <c:pt idx="881">
                  <c:v>1.2551090845070423</c:v>
                </c:pt>
                <c:pt idx="882">
                  <c:v>1.2595823239436619</c:v>
                </c:pt>
                <c:pt idx="883">
                  <c:v>1.2601566197183098</c:v>
                </c:pt>
                <c:pt idx="884">
                  <c:v>1.2625758450704225</c:v>
                </c:pt>
                <c:pt idx="885">
                  <c:v>1.265362042253521</c:v>
                </c:pt>
                <c:pt idx="886">
                  <c:v>1.265616971830986</c:v>
                </c:pt>
                <c:pt idx="887">
                  <c:v>1.2653307042253521</c:v>
                </c:pt>
                <c:pt idx="888">
                  <c:v>1.2660428873239435</c:v>
                </c:pt>
                <c:pt idx="889">
                  <c:v>1.2681352112676056</c:v>
                </c:pt>
                <c:pt idx="890">
                  <c:v>1.2722084507042253</c:v>
                </c:pt>
                <c:pt idx="891">
                  <c:v>1.2679407746478872</c:v>
                </c:pt>
                <c:pt idx="892">
                  <c:v>1.260509718309859</c:v>
                </c:pt>
                <c:pt idx="893">
                  <c:v>1.2587245774647886</c:v>
                </c:pt>
                <c:pt idx="894">
                  <c:v>1.2538607746478874</c:v>
                </c:pt>
                <c:pt idx="895">
                  <c:v>1.2526195774647886</c:v>
                </c:pt>
                <c:pt idx="896">
                  <c:v>1.2485046478873238</c:v>
                </c:pt>
                <c:pt idx="897">
                  <c:v>1.2470642957746478</c:v>
                </c:pt>
                <c:pt idx="898">
                  <c:v>1.2496771830985915</c:v>
                </c:pt>
                <c:pt idx="899">
                  <c:v>1.2504537323943661</c:v>
                </c:pt>
                <c:pt idx="900">
                  <c:v>1.256321338028169</c:v>
                </c:pt>
                <c:pt idx="901">
                  <c:v>1.2656457042253522</c:v>
                </c:pt>
                <c:pt idx="902">
                  <c:v>1.2654107746478873</c:v>
                </c:pt>
                <c:pt idx="903">
                  <c:v>1.2633621830985915</c:v>
                </c:pt>
                <c:pt idx="904">
                  <c:v>1.2588256338028168</c:v>
                </c:pt>
                <c:pt idx="905">
                  <c:v>1.257384014084507</c:v>
                </c:pt>
                <c:pt idx="906">
                  <c:v>1.2639710563380282</c:v>
                </c:pt>
                <c:pt idx="907">
                  <c:v>1.2611490845070421</c:v>
                </c:pt>
                <c:pt idx="908">
                  <c:v>1.2598185915492957</c:v>
                </c:pt>
                <c:pt idx="909">
                  <c:v>1.2625580281690141</c:v>
                </c:pt>
                <c:pt idx="910">
                  <c:v>1.2621052816901408</c:v>
                </c:pt>
                <c:pt idx="911">
                  <c:v>1.2585316197183098</c:v>
                </c:pt>
                <c:pt idx="912">
                  <c:v>1.2590758450704225</c:v>
                </c:pt>
                <c:pt idx="913">
                  <c:v>1.2607292253521127</c:v>
                </c:pt>
                <c:pt idx="914">
                  <c:v>1.2654624647887323</c:v>
                </c:pt>
                <c:pt idx="915">
                  <c:v>1.2698366901408451</c:v>
                </c:pt>
                <c:pt idx="916">
                  <c:v>1.2677149295774648</c:v>
                </c:pt>
                <c:pt idx="917">
                  <c:v>1.2676200704225351</c:v>
                </c:pt>
                <c:pt idx="918">
                  <c:v>1.267977323943662</c:v>
                </c:pt>
                <c:pt idx="919">
                  <c:v>1.2601035915492957</c:v>
                </c:pt>
                <c:pt idx="920">
                  <c:v>1.2552824647887324</c:v>
                </c:pt>
                <c:pt idx="921">
                  <c:v>1.2557730985915492</c:v>
                </c:pt>
                <c:pt idx="922">
                  <c:v>1.2576264084507043</c:v>
                </c:pt>
                <c:pt idx="923">
                  <c:v>1.2596832394366198</c:v>
                </c:pt>
                <c:pt idx="924">
                  <c:v>1.2691092253521126</c:v>
                </c:pt>
                <c:pt idx="925">
                  <c:v>1.2748999999999999</c:v>
                </c:pt>
                <c:pt idx="926">
                  <c:v>1.2747471830985915</c:v>
                </c:pt>
                <c:pt idx="927">
                  <c:v>1.2710845070422534</c:v>
                </c:pt>
                <c:pt idx="928">
                  <c:v>1.265566338028169</c:v>
                </c:pt>
                <c:pt idx="929">
                  <c:v>1.2597596478873239</c:v>
                </c:pt>
                <c:pt idx="930">
                  <c:v>1.2563862676056337</c:v>
                </c:pt>
                <c:pt idx="931">
                  <c:v>1.2527784507042252</c:v>
                </c:pt>
                <c:pt idx="932">
                  <c:v>1.2500074647887323</c:v>
                </c:pt>
                <c:pt idx="933">
                  <c:v>1.2541223943661972</c:v>
                </c:pt>
                <c:pt idx="934">
                  <c:v>1.2567502112676057</c:v>
                </c:pt>
                <c:pt idx="935">
                  <c:v>1.2593675352112677</c:v>
                </c:pt>
                <c:pt idx="936">
                  <c:v>1.2672073943661972</c:v>
                </c:pt>
                <c:pt idx="937">
                  <c:v>1.2731176056338027</c:v>
                </c:pt>
                <c:pt idx="938">
                  <c:v>1.2692667605633803</c:v>
                </c:pt>
                <c:pt idx="939">
                  <c:v>1.263843661971831</c:v>
                </c:pt>
                <c:pt idx="940">
                  <c:v>1.2611840845070421</c:v>
                </c:pt>
                <c:pt idx="941">
                  <c:v>1.2553208450704225</c:v>
                </c:pt>
                <c:pt idx="942">
                  <c:v>1.2508488028169014</c:v>
                </c:pt>
                <c:pt idx="943">
                  <c:v>1.2505842253521127</c:v>
                </c:pt>
                <c:pt idx="944">
                  <c:v>1.2494990845070422</c:v>
                </c:pt>
                <c:pt idx="945">
                  <c:v>1.2450783098591549</c:v>
                </c:pt>
                <c:pt idx="946">
                  <c:v>1.2436667605633802</c:v>
                </c:pt>
                <c:pt idx="947">
                  <c:v>1.2520965492957745</c:v>
                </c:pt>
                <c:pt idx="948">
                  <c:v>1.2623245070422535</c:v>
                </c:pt>
                <c:pt idx="949">
                  <c:v>1.2594445774647887</c:v>
                </c:pt>
                <c:pt idx="950">
                  <c:v>1.2554719014084506</c:v>
                </c:pt>
                <c:pt idx="951">
                  <c:v>1.2575605633802815</c:v>
                </c:pt>
                <c:pt idx="952">
                  <c:v>1.2628083098591549</c:v>
                </c:pt>
                <c:pt idx="953">
                  <c:v>1.272093661971831</c:v>
                </c:pt>
                <c:pt idx="954">
                  <c:v>1.2744042253521126</c:v>
                </c:pt>
                <c:pt idx="955">
                  <c:v>1.2683651408450705</c:v>
                </c:pt>
                <c:pt idx="956">
                  <c:v>1.2699854225352112</c:v>
                </c:pt>
                <c:pt idx="957">
                  <c:v>1.2728922535211267</c:v>
                </c:pt>
                <c:pt idx="958">
                  <c:v>1.268800985915493</c:v>
                </c:pt>
                <c:pt idx="959">
                  <c:v>1.2623416197183097</c:v>
                </c:pt>
                <c:pt idx="960">
                  <c:v>1.2608992253521127</c:v>
                </c:pt>
                <c:pt idx="961">
                  <c:v>1.2583494366197183</c:v>
                </c:pt>
                <c:pt idx="962">
                  <c:v>1.2571090140845069</c:v>
                </c:pt>
                <c:pt idx="963">
                  <c:v>1.259956690140845</c:v>
                </c:pt>
                <c:pt idx="964">
                  <c:v>1.2658099295774647</c:v>
                </c:pt>
                <c:pt idx="965">
                  <c:v>1.2641404929577464</c:v>
                </c:pt>
                <c:pt idx="966">
                  <c:v>1.2624740845070421</c:v>
                </c:pt>
                <c:pt idx="967">
                  <c:v>1.2662595774647887</c:v>
                </c:pt>
                <c:pt idx="968">
                  <c:v>1.2647664788732393</c:v>
                </c:pt>
                <c:pt idx="969">
                  <c:v>1.2598081690140845</c:v>
                </c:pt>
                <c:pt idx="970">
                  <c:v>1.2635500704225351</c:v>
                </c:pt>
                <c:pt idx="971">
                  <c:v>1.2640909154929576</c:v>
                </c:pt>
                <c:pt idx="972">
                  <c:v>1.2594604225352113</c:v>
                </c:pt>
                <c:pt idx="973">
                  <c:v>1.2562021126760563</c:v>
                </c:pt>
                <c:pt idx="974">
                  <c:v>1.2540152816901409</c:v>
                </c:pt>
                <c:pt idx="975">
                  <c:v>1.2609285915492958</c:v>
                </c:pt>
                <c:pt idx="976">
                  <c:v>1.2634654225352113</c:v>
                </c:pt>
                <c:pt idx="977">
                  <c:v>1.2554409859154929</c:v>
                </c:pt>
                <c:pt idx="978">
                  <c:v>1.2534083098591549</c:v>
                </c:pt>
                <c:pt idx="979">
                  <c:v>1.258759647887324</c:v>
                </c:pt>
                <c:pt idx="980">
                  <c:v>1.2629340140845069</c:v>
                </c:pt>
                <c:pt idx="981">
                  <c:v>1.2638607746478874</c:v>
                </c:pt>
                <c:pt idx="982">
                  <c:v>1.2666360563380281</c:v>
                </c:pt>
                <c:pt idx="983">
                  <c:v>1.2643192957746479</c:v>
                </c:pt>
                <c:pt idx="984">
                  <c:v>1.2576335915492958</c:v>
                </c:pt>
                <c:pt idx="985">
                  <c:v>1.2593791549295774</c:v>
                </c:pt>
                <c:pt idx="986">
                  <c:v>1.2601776760563379</c:v>
                </c:pt>
                <c:pt idx="987">
                  <c:v>1.2592545070422534</c:v>
                </c:pt>
                <c:pt idx="988">
                  <c:v>1.2572113380281689</c:v>
                </c:pt>
                <c:pt idx="989">
                  <c:v>1.2560380985915494</c:v>
                </c:pt>
                <c:pt idx="990">
                  <c:v>1.2539759154929577</c:v>
                </c:pt>
                <c:pt idx="991">
                  <c:v>1.257398028169014</c:v>
                </c:pt>
                <c:pt idx="992">
                  <c:v>1.2647774647887324</c:v>
                </c:pt>
                <c:pt idx="993">
                  <c:v>1.2666576056338028</c:v>
                </c:pt>
                <c:pt idx="994">
                  <c:v>1.2676191549295774</c:v>
                </c:pt>
                <c:pt idx="995">
                  <c:v>1.2655016197183098</c:v>
                </c:pt>
                <c:pt idx="996">
                  <c:v>1.2674688028169014</c:v>
                </c:pt>
                <c:pt idx="997">
                  <c:v>1.2705788732394365</c:v>
                </c:pt>
                <c:pt idx="998">
                  <c:v>1.2706070422535212</c:v>
                </c:pt>
                <c:pt idx="999">
                  <c:v>1.2662410563380282</c:v>
                </c:pt>
                <c:pt idx="1000">
                  <c:v>1.2637800704225353</c:v>
                </c:pt>
                <c:pt idx="1001">
                  <c:v>1.2614957746478872</c:v>
                </c:pt>
                <c:pt idx="1002">
                  <c:v>1.261153309859155</c:v>
                </c:pt>
                <c:pt idx="1003">
                  <c:v>1.2636975352112676</c:v>
                </c:pt>
                <c:pt idx="1004">
                  <c:v>1.2692976056338028</c:v>
                </c:pt>
                <c:pt idx="1005">
                  <c:v>1.2729605633802816</c:v>
                </c:pt>
                <c:pt idx="1006">
                  <c:v>1.2731929577464789</c:v>
                </c:pt>
                <c:pt idx="1007">
                  <c:v>1.2698427464788733</c:v>
                </c:pt>
                <c:pt idx="1008">
                  <c:v>1.2625188732394366</c:v>
                </c:pt>
                <c:pt idx="1009">
                  <c:v>1.2595182394366198</c:v>
                </c:pt>
                <c:pt idx="1010">
                  <c:v>1.2591645774647886</c:v>
                </c:pt>
                <c:pt idx="1011">
                  <c:v>1.2649349295774648</c:v>
                </c:pt>
                <c:pt idx="1012">
                  <c:v>1.2660138732394366</c:v>
                </c:pt>
                <c:pt idx="1013">
                  <c:v>1.265089014084507</c:v>
                </c:pt>
                <c:pt idx="1014">
                  <c:v>1.2705922535211267</c:v>
                </c:pt>
                <c:pt idx="1015">
                  <c:v>1.2668392957746479</c:v>
                </c:pt>
                <c:pt idx="1016">
                  <c:v>1.2646921126760562</c:v>
                </c:pt>
                <c:pt idx="1017">
                  <c:v>1.2690264788732395</c:v>
                </c:pt>
                <c:pt idx="1018">
                  <c:v>1.2737007042253521</c:v>
                </c:pt>
                <c:pt idx="1019">
                  <c:v>1.2709366197183098</c:v>
                </c:pt>
                <c:pt idx="1020">
                  <c:v>1.2719542253521126</c:v>
                </c:pt>
                <c:pt idx="1021">
                  <c:v>1.2686314084507042</c:v>
                </c:pt>
                <c:pt idx="1022">
                  <c:v>1.265749366197183</c:v>
                </c:pt>
                <c:pt idx="1023">
                  <c:v>1.2637428169014084</c:v>
                </c:pt>
                <c:pt idx="1024">
                  <c:v>1.2623840140845071</c:v>
                </c:pt>
                <c:pt idx="1025">
                  <c:v>1.2658895070422536</c:v>
                </c:pt>
                <c:pt idx="1026">
                  <c:v>1.2625878873239436</c:v>
                </c:pt>
                <c:pt idx="1027">
                  <c:v>1.265038661971831</c:v>
                </c:pt>
                <c:pt idx="1028">
                  <c:v>1.2638514084507042</c:v>
                </c:pt>
                <c:pt idx="1029">
                  <c:v>1.262543028169014</c:v>
                </c:pt>
                <c:pt idx="1030">
                  <c:v>1.2667035915492957</c:v>
                </c:pt>
                <c:pt idx="1031">
                  <c:v>1.2663492253521127</c:v>
                </c:pt>
                <c:pt idx="1032">
                  <c:v>1.2598292957746478</c:v>
                </c:pt>
                <c:pt idx="1033">
                  <c:v>1.2460522535211267</c:v>
                </c:pt>
                <c:pt idx="1034">
                  <c:v>1.2361487323943661</c:v>
                </c:pt>
                <c:pt idx="1035">
                  <c:v>1.2397448591549296</c:v>
                </c:pt>
                <c:pt idx="1036">
                  <c:v>1.2478144366197184</c:v>
                </c:pt>
                <c:pt idx="1037">
                  <c:v>1.2524990140845069</c:v>
                </c:pt>
                <c:pt idx="1038">
                  <c:v>1.2555641549295775</c:v>
                </c:pt>
                <c:pt idx="1039">
                  <c:v>1.2577268309859155</c:v>
                </c:pt>
                <c:pt idx="1040">
                  <c:v>1.2560459154929577</c:v>
                </c:pt>
                <c:pt idx="1041">
                  <c:v>1.255529718309859</c:v>
                </c:pt>
                <c:pt idx="1042">
                  <c:v>1.2544207746478873</c:v>
                </c:pt>
                <c:pt idx="1043">
                  <c:v>1.2553071830985916</c:v>
                </c:pt>
                <c:pt idx="1044">
                  <c:v>1.2573938028169014</c:v>
                </c:pt>
                <c:pt idx="1045">
                  <c:v>1.2578295070422534</c:v>
                </c:pt>
                <c:pt idx="1046">
                  <c:v>1.2559278873239437</c:v>
                </c:pt>
                <c:pt idx="1047">
                  <c:v>1.2586307042253522</c:v>
                </c:pt>
                <c:pt idx="1048">
                  <c:v>1.2640782394366197</c:v>
                </c:pt>
                <c:pt idx="1049">
                  <c:v>1.2688458450704225</c:v>
                </c:pt>
                <c:pt idx="1050">
                  <c:v>1.2647145070422534</c:v>
                </c:pt>
                <c:pt idx="1051">
                  <c:v>1.2580240845070423</c:v>
                </c:pt>
                <c:pt idx="1052">
                  <c:v>1.2583423943661971</c:v>
                </c:pt>
                <c:pt idx="1053">
                  <c:v>1.2616244366197182</c:v>
                </c:pt>
                <c:pt idx="1054">
                  <c:v>1.2629929577464789</c:v>
                </c:pt>
                <c:pt idx="1055">
                  <c:v>1.2589097183098592</c:v>
                </c:pt>
                <c:pt idx="1056">
                  <c:v>1.2567604929577465</c:v>
                </c:pt>
                <c:pt idx="1057">
                  <c:v>1.2542764788732395</c:v>
                </c:pt>
                <c:pt idx="1058">
                  <c:v>1.2495435915492958</c:v>
                </c:pt>
                <c:pt idx="1059">
                  <c:v>1.2489475352112676</c:v>
                </c:pt>
                <c:pt idx="1060">
                  <c:v>1.2396523239436619</c:v>
                </c:pt>
                <c:pt idx="1061">
                  <c:v>1.2342994366197182</c:v>
                </c:pt>
                <c:pt idx="1062">
                  <c:v>1.2343695070422536</c:v>
                </c:pt>
                <c:pt idx="1063">
                  <c:v>1.2369156338028169</c:v>
                </c:pt>
                <c:pt idx="1064">
                  <c:v>1.2459336619718309</c:v>
                </c:pt>
                <c:pt idx="1065">
                  <c:v>1.2529592957746478</c:v>
                </c:pt>
                <c:pt idx="1066">
                  <c:v>1.2545659154929576</c:v>
                </c:pt>
                <c:pt idx="1067">
                  <c:v>1.2595571830985914</c:v>
                </c:pt>
                <c:pt idx="1068">
                  <c:v>1.2662988028169013</c:v>
                </c:pt>
                <c:pt idx="1069">
                  <c:v>1.2647637323943661</c:v>
                </c:pt>
                <c:pt idx="1070">
                  <c:v>1.2627795070422534</c:v>
                </c:pt>
                <c:pt idx="1071">
                  <c:v>1.253309366197183</c:v>
                </c:pt>
                <c:pt idx="1072">
                  <c:v>1.2473382394366197</c:v>
                </c:pt>
                <c:pt idx="1073">
                  <c:v>1.2471695070422535</c:v>
                </c:pt>
                <c:pt idx="1074">
                  <c:v>1.2480078169014084</c:v>
                </c:pt>
                <c:pt idx="1075">
                  <c:v>1.2525582394366197</c:v>
                </c:pt>
                <c:pt idx="1076">
                  <c:v>1.2584597183098591</c:v>
                </c:pt>
                <c:pt idx="1077">
                  <c:v>1.2614782394366197</c:v>
                </c:pt>
                <c:pt idx="1078">
                  <c:v>1.2616626056338027</c:v>
                </c:pt>
                <c:pt idx="1079">
                  <c:v>1.2591625352112676</c:v>
                </c:pt>
                <c:pt idx="1080">
                  <c:v>1.2533997887323942</c:v>
                </c:pt>
                <c:pt idx="1081">
                  <c:v>1.2499702112676057</c:v>
                </c:pt>
                <c:pt idx="1082">
                  <c:v>1.249479366197183</c:v>
                </c:pt>
                <c:pt idx="1083">
                  <c:v>1.2472218309859155</c:v>
                </c:pt>
                <c:pt idx="1084">
                  <c:v>1.2406631690140846</c:v>
                </c:pt>
                <c:pt idx="1085">
                  <c:v>1.2395208450704225</c:v>
                </c:pt>
                <c:pt idx="1086">
                  <c:v>1.2447546478873239</c:v>
                </c:pt>
                <c:pt idx="1087">
                  <c:v>1.2434497183098592</c:v>
                </c:pt>
                <c:pt idx="1088">
                  <c:v>1.24231</c:v>
                </c:pt>
                <c:pt idx="1089">
                  <c:v>1.2491507746478874</c:v>
                </c:pt>
                <c:pt idx="1090">
                  <c:v>1.2487463380281689</c:v>
                </c:pt>
                <c:pt idx="1091">
                  <c:v>1.2459502112676055</c:v>
                </c:pt>
                <c:pt idx="1092">
                  <c:v>1.2527871126760564</c:v>
                </c:pt>
                <c:pt idx="1093">
                  <c:v>1.257704366197183</c:v>
                </c:pt>
                <c:pt idx="1094">
                  <c:v>1.2611316901408451</c:v>
                </c:pt>
                <c:pt idx="1095">
                  <c:v>1.2616213380281689</c:v>
                </c:pt>
                <c:pt idx="1096">
                  <c:v>1.257026338028169</c:v>
                </c:pt>
                <c:pt idx="1097">
                  <c:v>1.2579294366197182</c:v>
                </c:pt>
                <c:pt idx="1098">
                  <c:v>1.2552368309859154</c:v>
                </c:pt>
                <c:pt idx="1099">
                  <c:v>1.2505516197183097</c:v>
                </c:pt>
                <c:pt idx="1100">
                  <c:v>1.2482229577464787</c:v>
                </c:pt>
                <c:pt idx="1101">
                  <c:v>1.2528587323943661</c:v>
                </c:pt>
                <c:pt idx="1102">
                  <c:v>1.2571183802816901</c:v>
                </c:pt>
                <c:pt idx="1103">
                  <c:v>1.2600352112676056</c:v>
                </c:pt>
                <c:pt idx="1104">
                  <c:v>1.2559295774647887</c:v>
                </c:pt>
                <c:pt idx="1105">
                  <c:v>1.2564059154929577</c:v>
                </c:pt>
                <c:pt idx="1106">
                  <c:v>1.2565497183098591</c:v>
                </c:pt>
                <c:pt idx="1107">
                  <c:v>1.259949647887324</c:v>
                </c:pt>
                <c:pt idx="1108">
                  <c:v>1.2659271126760563</c:v>
                </c:pt>
                <c:pt idx="1109">
                  <c:v>1.2755725352112677</c:v>
                </c:pt>
                <c:pt idx="1110">
                  <c:v>1.2816492957746479</c:v>
                </c:pt>
                <c:pt idx="1111">
                  <c:v>1.2707485915492958</c:v>
                </c:pt>
                <c:pt idx="1112">
                  <c:v>1.2642745774647888</c:v>
                </c:pt>
                <c:pt idx="1113">
                  <c:v>1.2649602112676055</c:v>
                </c:pt>
                <c:pt idx="1114">
                  <c:v>1.2615027464788733</c:v>
                </c:pt>
                <c:pt idx="1115">
                  <c:v>1.2583104929577464</c:v>
                </c:pt>
                <c:pt idx="1116">
                  <c:v>1.2637037323943661</c:v>
                </c:pt>
                <c:pt idx="1117">
                  <c:v>1.2616402816901409</c:v>
                </c:pt>
                <c:pt idx="1118">
                  <c:v>1.2485578169014084</c:v>
                </c:pt>
                <c:pt idx="1119">
                  <c:v>1.2424011267605632</c:v>
                </c:pt>
                <c:pt idx="1120">
                  <c:v>1.2417958450704225</c:v>
                </c:pt>
                <c:pt idx="1121">
                  <c:v>1.2371475352112675</c:v>
                </c:pt>
                <c:pt idx="1122">
                  <c:v>1.2395661267605633</c:v>
                </c:pt>
                <c:pt idx="1123">
                  <c:v>1.2495621830985915</c:v>
                </c:pt>
                <c:pt idx="1124">
                  <c:v>1.2601385915492958</c:v>
                </c:pt>
                <c:pt idx="1125">
                  <c:v>1.2625216197183098</c:v>
                </c:pt>
                <c:pt idx="1126">
                  <c:v>1.260358661971831</c:v>
                </c:pt>
                <c:pt idx="1127">
                  <c:v>1.2560719718309858</c:v>
                </c:pt>
                <c:pt idx="1128">
                  <c:v>1.2554890845070421</c:v>
                </c:pt>
                <c:pt idx="1129">
                  <c:v>1.257483661971831</c:v>
                </c:pt>
                <c:pt idx="1130">
                  <c:v>1.2618450704225352</c:v>
                </c:pt>
                <c:pt idx="1131">
                  <c:v>1.2667641549295774</c:v>
                </c:pt>
                <c:pt idx="1132">
                  <c:v>1.2671679577464787</c:v>
                </c:pt>
                <c:pt idx="1133">
                  <c:v>1.2643983098591549</c:v>
                </c:pt>
                <c:pt idx="1134">
                  <c:v>1.2655385211267605</c:v>
                </c:pt>
                <c:pt idx="1135">
                  <c:v>1.2604569014084506</c:v>
                </c:pt>
                <c:pt idx="1136">
                  <c:v>1.2525070422535212</c:v>
                </c:pt>
                <c:pt idx="1137">
                  <c:v>1.2503579577464787</c:v>
                </c:pt>
                <c:pt idx="1138">
                  <c:v>1.2532044366197184</c:v>
                </c:pt>
                <c:pt idx="1139">
                  <c:v>1.2571359154929578</c:v>
                </c:pt>
                <c:pt idx="1140">
                  <c:v>1.2623868309859154</c:v>
                </c:pt>
                <c:pt idx="1141">
                  <c:v>1.270311338028169</c:v>
                </c:pt>
                <c:pt idx="1142">
                  <c:v>1.27676338028169</c:v>
                </c:pt>
                <c:pt idx="1143">
                  <c:v>1.269794718309859</c:v>
                </c:pt>
                <c:pt idx="1144">
                  <c:v>1.2519589436619718</c:v>
                </c:pt>
                <c:pt idx="1145">
                  <c:v>1.2509802816901407</c:v>
                </c:pt>
                <c:pt idx="1146">
                  <c:v>1.259297042253521</c:v>
                </c:pt>
                <c:pt idx="1147">
                  <c:v>1.2616311971830985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3-1D70-4A85-AB80-5FAF78EA7150}"/>
            </c:ext>
          </c:extLst>
        </c:ser>
        <c:ser>
          <c:idx val="4"/>
          <c:order val="4"/>
          <c:tx>
            <c:strRef>
              <c:f>'For plotting'!$Z$1</c:f>
              <c:strCache>
                <c:ptCount val="1"/>
                <c:pt idx="0">
                  <c:v>0.7% w/w R2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'For plotting'!$U$2:$U$1149</c:f>
              <c:numCache>
                <c:formatCode>General</c:formatCode>
                <c:ptCount val="1148"/>
                <c:pt idx="0">
                  <c:v>3.8998900000000001</c:v>
                </c:pt>
                <c:pt idx="1">
                  <c:v>3.9001999999999999</c:v>
                </c:pt>
                <c:pt idx="2">
                  <c:v>3.9005000000000001</c:v>
                </c:pt>
                <c:pt idx="3">
                  <c:v>3.9008099999999999</c:v>
                </c:pt>
                <c:pt idx="4">
                  <c:v>3.9011100000000001</c:v>
                </c:pt>
                <c:pt idx="5">
                  <c:v>3.9014199999999999</c:v>
                </c:pt>
                <c:pt idx="6">
                  <c:v>3.9017300000000001</c:v>
                </c:pt>
                <c:pt idx="7">
                  <c:v>3.9020299999999999</c:v>
                </c:pt>
                <c:pt idx="8">
                  <c:v>3.9023400000000001</c:v>
                </c:pt>
                <c:pt idx="9">
                  <c:v>3.9026399999999999</c:v>
                </c:pt>
                <c:pt idx="10">
                  <c:v>3.9029500000000001</c:v>
                </c:pt>
                <c:pt idx="11">
                  <c:v>3.9032499999999999</c:v>
                </c:pt>
                <c:pt idx="12">
                  <c:v>3.9035600000000001</c:v>
                </c:pt>
                <c:pt idx="13">
                  <c:v>3.9038599999999999</c:v>
                </c:pt>
                <c:pt idx="14">
                  <c:v>3.9041700000000001</c:v>
                </c:pt>
                <c:pt idx="15">
                  <c:v>3.9044699999999999</c:v>
                </c:pt>
                <c:pt idx="16">
                  <c:v>3.9047800000000001</c:v>
                </c:pt>
                <c:pt idx="17">
                  <c:v>3.9050799999999999</c:v>
                </c:pt>
                <c:pt idx="18">
                  <c:v>3.9053900000000001</c:v>
                </c:pt>
                <c:pt idx="19">
                  <c:v>3.9056999999999999</c:v>
                </c:pt>
                <c:pt idx="20">
                  <c:v>3.9060000000000001</c:v>
                </c:pt>
                <c:pt idx="21">
                  <c:v>3.9063099999999999</c:v>
                </c:pt>
                <c:pt idx="22">
                  <c:v>3.9066100000000001</c:v>
                </c:pt>
                <c:pt idx="23">
                  <c:v>3.9069199999999999</c:v>
                </c:pt>
                <c:pt idx="24">
                  <c:v>3.9072200000000001</c:v>
                </c:pt>
                <c:pt idx="25">
                  <c:v>3.9075299999999999</c:v>
                </c:pt>
                <c:pt idx="26">
                  <c:v>3.9078300000000001</c:v>
                </c:pt>
                <c:pt idx="27">
                  <c:v>3.9081399999999999</c:v>
                </c:pt>
                <c:pt idx="28">
                  <c:v>3.9084400000000001</c:v>
                </c:pt>
                <c:pt idx="29">
                  <c:v>3.9087499999999999</c:v>
                </c:pt>
                <c:pt idx="30">
                  <c:v>3.9090500000000001</c:v>
                </c:pt>
                <c:pt idx="31">
                  <c:v>3.9093599999999999</c:v>
                </c:pt>
                <c:pt idx="32">
                  <c:v>3.9096700000000002</c:v>
                </c:pt>
                <c:pt idx="33">
                  <c:v>3.9099699999999999</c:v>
                </c:pt>
                <c:pt idx="34">
                  <c:v>3.9102800000000002</c:v>
                </c:pt>
                <c:pt idx="35">
                  <c:v>3.9105799999999999</c:v>
                </c:pt>
                <c:pt idx="36">
                  <c:v>3.9108900000000002</c:v>
                </c:pt>
                <c:pt idx="37">
                  <c:v>3.9111899999999999</c:v>
                </c:pt>
                <c:pt idx="38">
                  <c:v>3.9115000000000002</c:v>
                </c:pt>
                <c:pt idx="39">
                  <c:v>3.9117999999999999</c:v>
                </c:pt>
                <c:pt idx="40">
                  <c:v>3.9121100000000002</c:v>
                </c:pt>
                <c:pt idx="41">
                  <c:v>3.9124099999999999</c:v>
                </c:pt>
                <c:pt idx="42">
                  <c:v>3.9127200000000002</c:v>
                </c:pt>
                <c:pt idx="43">
                  <c:v>3.91303</c:v>
                </c:pt>
                <c:pt idx="44">
                  <c:v>3.9133300000000002</c:v>
                </c:pt>
                <c:pt idx="45">
                  <c:v>3.91364</c:v>
                </c:pt>
                <c:pt idx="46">
                  <c:v>3.9139400000000002</c:v>
                </c:pt>
                <c:pt idx="47">
                  <c:v>3.91425</c:v>
                </c:pt>
                <c:pt idx="48">
                  <c:v>3.9145500000000002</c:v>
                </c:pt>
                <c:pt idx="49">
                  <c:v>3.91486</c:v>
                </c:pt>
                <c:pt idx="50">
                  <c:v>3.9151600000000002</c:v>
                </c:pt>
                <c:pt idx="51">
                  <c:v>3.91547</c:v>
                </c:pt>
                <c:pt idx="52">
                  <c:v>3.9157700000000002</c:v>
                </c:pt>
                <c:pt idx="53">
                  <c:v>3.91608</c:v>
                </c:pt>
                <c:pt idx="54">
                  <c:v>3.9163800000000002</c:v>
                </c:pt>
                <c:pt idx="55">
                  <c:v>3.91669</c:v>
                </c:pt>
                <c:pt idx="56">
                  <c:v>3.9169999999999998</c:v>
                </c:pt>
                <c:pt idx="57">
                  <c:v>3.9173</c:v>
                </c:pt>
                <c:pt idx="58">
                  <c:v>3.9176099999999998</c:v>
                </c:pt>
                <c:pt idx="59">
                  <c:v>3.91791</c:v>
                </c:pt>
                <c:pt idx="60">
                  <c:v>3.9182199999999998</c:v>
                </c:pt>
                <c:pt idx="61">
                  <c:v>3.91852</c:v>
                </c:pt>
                <c:pt idx="62">
                  <c:v>3.9188299999999998</c:v>
                </c:pt>
                <c:pt idx="63">
                  <c:v>3.91913</c:v>
                </c:pt>
                <c:pt idx="64">
                  <c:v>3.9194399999999998</c:v>
                </c:pt>
                <c:pt idx="65">
                  <c:v>3.91974</c:v>
                </c:pt>
                <c:pt idx="66">
                  <c:v>3.9200499999999998</c:v>
                </c:pt>
                <c:pt idx="67">
                  <c:v>3.92035</c:v>
                </c:pt>
                <c:pt idx="68">
                  <c:v>3.9206599999999998</c:v>
                </c:pt>
                <c:pt idx="69">
                  <c:v>3.9209700000000001</c:v>
                </c:pt>
                <c:pt idx="70">
                  <c:v>3.9212699999999998</c:v>
                </c:pt>
                <c:pt idx="71">
                  <c:v>3.9215800000000001</c:v>
                </c:pt>
                <c:pt idx="72">
                  <c:v>3.9218799999999998</c:v>
                </c:pt>
                <c:pt idx="73">
                  <c:v>3.9221900000000001</c:v>
                </c:pt>
                <c:pt idx="74">
                  <c:v>3.9224899999999998</c:v>
                </c:pt>
                <c:pt idx="75">
                  <c:v>3.9228000000000001</c:v>
                </c:pt>
                <c:pt idx="76">
                  <c:v>3.9230999999999998</c:v>
                </c:pt>
                <c:pt idx="77">
                  <c:v>3.9234100000000001</c:v>
                </c:pt>
                <c:pt idx="78">
                  <c:v>3.9237099999999998</c:v>
                </c:pt>
                <c:pt idx="79">
                  <c:v>3.9240200000000001</c:v>
                </c:pt>
                <c:pt idx="80">
                  <c:v>3.9243199999999998</c:v>
                </c:pt>
                <c:pt idx="81">
                  <c:v>3.9246300000000001</c:v>
                </c:pt>
                <c:pt idx="82">
                  <c:v>3.9249399999999999</c:v>
                </c:pt>
                <c:pt idx="83">
                  <c:v>3.9252400000000001</c:v>
                </c:pt>
                <c:pt idx="84">
                  <c:v>3.9255499999999999</c:v>
                </c:pt>
                <c:pt idx="85">
                  <c:v>3.9258500000000001</c:v>
                </c:pt>
                <c:pt idx="86">
                  <c:v>3.9261599999999999</c:v>
                </c:pt>
                <c:pt idx="87">
                  <c:v>3.9264600000000001</c:v>
                </c:pt>
                <c:pt idx="88">
                  <c:v>3.9267699999999999</c:v>
                </c:pt>
                <c:pt idx="89">
                  <c:v>3.9270700000000001</c:v>
                </c:pt>
                <c:pt idx="90">
                  <c:v>3.9273799999999999</c:v>
                </c:pt>
                <c:pt idx="91">
                  <c:v>3.9276800000000001</c:v>
                </c:pt>
                <c:pt idx="92">
                  <c:v>3.9279899999999999</c:v>
                </c:pt>
                <c:pt idx="93">
                  <c:v>3.9283000000000001</c:v>
                </c:pt>
                <c:pt idx="94">
                  <c:v>3.9285999999999999</c:v>
                </c:pt>
                <c:pt idx="95">
                  <c:v>3.9289100000000001</c:v>
                </c:pt>
                <c:pt idx="96">
                  <c:v>3.9292099999999999</c:v>
                </c:pt>
                <c:pt idx="97">
                  <c:v>3.9295200000000001</c:v>
                </c:pt>
                <c:pt idx="98">
                  <c:v>3.9298199999999999</c:v>
                </c:pt>
                <c:pt idx="99">
                  <c:v>3.9301300000000001</c:v>
                </c:pt>
                <c:pt idx="100">
                  <c:v>3.9304299999999999</c:v>
                </c:pt>
                <c:pt idx="101">
                  <c:v>3.9307400000000001</c:v>
                </c:pt>
                <c:pt idx="102">
                  <c:v>3.9310399999999999</c:v>
                </c:pt>
                <c:pt idx="103">
                  <c:v>3.9313500000000001</c:v>
                </c:pt>
                <c:pt idx="104">
                  <c:v>3.9316499999999999</c:v>
                </c:pt>
                <c:pt idx="105">
                  <c:v>3.9319600000000001</c:v>
                </c:pt>
                <c:pt idx="106">
                  <c:v>3.9322699999999999</c:v>
                </c:pt>
                <c:pt idx="107">
                  <c:v>3.9325700000000001</c:v>
                </c:pt>
                <c:pt idx="108">
                  <c:v>3.9328799999999999</c:v>
                </c:pt>
                <c:pt idx="109">
                  <c:v>3.9331800000000001</c:v>
                </c:pt>
                <c:pt idx="110">
                  <c:v>3.9334899999999999</c:v>
                </c:pt>
                <c:pt idx="111">
                  <c:v>3.9337900000000001</c:v>
                </c:pt>
                <c:pt idx="112">
                  <c:v>3.9340999999999999</c:v>
                </c:pt>
                <c:pt idx="113">
                  <c:v>3.9344000000000001</c:v>
                </c:pt>
                <c:pt idx="114">
                  <c:v>3.9347099999999999</c:v>
                </c:pt>
                <c:pt idx="115">
                  <c:v>3.9350100000000001</c:v>
                </c:pt>
                <c:pt idx="116">
                  <c:v>3.9353199999999999</c:v>
                </c:pt>
                <c:pt idx="117">
                  <c:v>3.9356200000000001</c:v>
                </c:pt>
                <c:pt idx="118">
                  <c:v>3.9359299999999999</c:v>
                </c:pt>
                <c:pt idx="119">
                  <c:v>3.9362400000000002</c:v>
                </c:pt>
                <c:pt idx="120">
                  <c:v>3.9365399999999999</c:v>
                </c:pt>
                <c:pt idx="121">
                  <c:v>3.9368500000000002</c:v>
                </c:pt>
                <c:pt idx="122">
                  <c:v>3.9371499999999999</c:v>
                </c:pt>
                <c:pt idx="123">
                  <c:v>3.9374600000000002</c:v>
                </c:pt>
                <c:pt idx="124">
                  <c:v>3.9377599999999999</c:v>
                </c:pt>
                <c:pt idx="125">
                  <c:v>3.9380700000000002</c:v>
                </c:pt>
                <c:pt idx="126">
                  <c:v>3.9383699999999999</c:v>
                </c:pt>
                <c:pt idx="127">
                  <c:v>3.9386800000000002</c:v>
                </c:pt>
                <c:pt idx="128">
                  <c:v>3.9389799999999999</c:v>
                </c:pt>
                <c:pt idx="129">
                  <c:v>3.9392900000000002</c:v>
                </c:pt>
                <c:pt idx="130">
                  <c:v>3.9395899999999999</c:v>
                </c:pt>
                <c:pt idx="131">
                  <c:v>3.9399000000000002</c:v>
                </c:pt>
                <c:pt idx="132">
                  <c:v>3.94021</c:v>
                </c:pt>
                <c:pt idx="133">
                  <c:v>3.9405100000000002</c:v>
                </c:pt>
                <c:pt idx="134">
                  <c:v>3.94082</c:v>
                </c:pt>
                <c:pt idx="135">
                  <c:v>3.9411200000000002</c:v>
                </c:pt>
                <c:pt idx="136">
                  <c:v>3.94143</c:v>
                </c:pt>
                <c:pt idx="137">
                  <c:v>3.9417300000000002</c:v>
                </c:pt>
                <c:pt idx="138">
                  <c:v>3.94204</c:v>
                </c:pt>
                <c:pt idx="139">
                  <c:v>3.9423400000000002</c:v>
                </c:pt>
                <c:pt idx="140">
                  <c:v>3.94265</c:v>
                </c:pt>
                <c:pt idx="141">
                  <c:v>3.9429500000000002</c:v>
                </c:pt>
                <c:pt idx="142">
                  <c:v>3.94326</c:v>
                </c:pt>
                <c:pt idx="143">
                  <c:v>3.9435600000000002</c:v>
                </c:pt>
                <c:pt idx="144">
                  <c:v>3.94387</c:v>
                </c:pt>
                <c:pt idx="145">
                  <c:v>3.9441799999999998</c:v>
                </c:pt>
                <c:pt idx="146">
                  <c:v>3.94448</c:v>
                </c:pt>
                <c:pt idx="147">
                  <c:v>3.9447899999999998</c:v>
                </c:pt>
                <c:pt idx="148">
                  <c:v>3.94509</c:v>
                </c:pt>
                <c:pt idx="149">
                  <c:v>3.9453999999999998</c:v>
                </c:pt>
                <c:pt idx="150">
                  <c:v>3.9457</c:v>
                </c:pt>
                <c:pt idx="151">
                  <c:v>3.9460099999999998</c:v>
                </c:pt>
                <c:pt idx="152">
                  <c:v>3.94631</c:v>
                </c:pt>
                <c:pt idx="153">
                  <c:v>3.9466199999999998</c:v>
                </c:pt>
                <c:pt idx="154">
                  <c:v>3.94692</c:v>
                </c:pt>
                <c:pt idx="155">
                  <c:v>3.9472299999999998</c:v>
                </c:pt>
                <c:pt idx="156">
                  <c:v>3.94754</c:v>
                </c:pt>
                <c:pt idx="157">
                  <c:v>3.9478399999999998</c:v>
                </c:pt>
                <c:pt idx="158">
                  <c:v>3.94815</c:v>
                </c:pt>
                <c:pt idx="159">
                  <c:v>3.9484499999999998</c:v>
                </c:pt>
                <c:pt idx="160">
                  <c:v>3.94876</c:v>
                </c:pt>
                <c:pt idx="161">
                  <c:v>3.9490599999999998</c:v>
                </c:pt>
                <c:pt idx="162">
                  <c:v>3.94937</c:v>
                </c:pt>
                <c:pt idx="163">
                  <c:v>3.9496699999999998</c:v>
                </c:pt>
                <c:pt idx="164">
                  <c:v>3.94998</c:v>
                </c:pt>
                <c:pt idx="165">
                  <c:v>3.9502799999999998</c:v>
                </c:pt>
                <c:pt idx="166">
                  <c:v>3.95059</c:v>
                </c:pt>
                <c:pt idx="167">
                  <c:v>3.9508899999999998</c:v>
                </c:pt>
                <c:pt idx="168">
                  <c:v>3.9512</c:v>
                </c:pt>
                <c:pt idx="169">
                  <c:v>3.9515099999999999</c:v>
                </c:pt>
                <c:pt idx="170">
                  <c:v>3.95181</c:v>
                </c:pt>
                <c:pt idx="171">
                  <c:v>3.9521199999999999</c:v>
                </c:pt>
                <c:pt idx="172">
                  <c:v>3.95242</c:v>
                </c:pt>
                <c:pt idx="173">
                  <c:v>3.9527299999999999</c:v>
                </c:pt>
                <c:pt idx="174">
                  <c:v>3.95303</c:v>
                </c:pt>
                <c:pt idx="175">
                  <c:v>3.9533399999999999</c:v>
                </c:pt>
                <c:pt idx="176">
                  <c:v>3.95364</c:v>
                </c:pt>
                <c:pt idx="177">
                  <c:v>3.9539499999999999</c:v>
                </c:pt>
                <c:pt idx="178">
                  <c:v>3.95425</c:v>
                </c:pt>
                <c:pt idx="179">
                  <c:v>3.9545599999999999</c:v>
                </c:pt>
                <c:pt idx="180">
                  <c:v>3.95486</c:v>
                </c:pt>
                <c:pt idx="181">
                  <c:v>3.9551699999999999</c:v>
                </c:pt>
                <c:pt idx="182">
                  <c:v>3.9554800000000001</c:v>
                </c:pt>
                <c:pt idx="183">
                  <c:v>3.9557799999999999</c:v>
                </c:pt>
                <c:pt idx="184">
                  <c:v>3.9560900000000001</c:v>
                </c:pt>
                <c:pt idx="185">
                  <c:v>3.9563899999999999</c:v>
                </c:pt>
                <c:pt idx="186">
                  <c:v>3.9567000000000001</c:v>
                </c:pt>
                <c:pt idx="187">
                  <c:v>3.9569999999999999</c:v>
                </c:pt>
                <c:pt idx="188">
                  <c:v>3.9573100000000001</c:v>
                </c:pt>
                <c:pt idx="189">
                  <c:v>3.9576099999999999</c:v>
                </c:pt>
                <c:pt idx="190">
                  <c:v>3.9579200000000001</c:v>
                </c:pt>
                <c:pt idx="191">
                  <c:v>3.9582199999999998</c:v>
                </c:pt>
                <c:pt idx="192">
                  <c:v>3.9585300000000001</c:v>
                </c:pt>
                <c:pt idx="193">
                  <c:v>3.9588299999999998</c:v>
                </c:pt>
                <c:pt idx="194">
                  <c:v>3.9591400000000001</c:v>
                </c:pt>
                <c:pt idx="195">
                  <c:v>3.9594499999999999</c:v>
                </c:pt>
                <c:pt idx="196">
                  <c:v>3.9597500000000001</c:v>
                </c:pt>
                <c:pt idx="197">
                  <c:v>3.9600599999999999</c:v>
                </c:pt>
                <c:pt idx="198">
                  <c:v>3.9603600000000001</c:v>
                </c:pt>
                <c:pt idx="199">
                  <c:v>3.9606699999999999</c:v>
                </c:pt>
                <c:pt idx="200">
                  <c:v>3.9609700000000001</c:v>
                </c:pt>
                <c:pt idx="201">
                  <c:v>3.9612799999999999</c:v>
                </c:pt>
                <c:pt idx="202">
                  <c:v>3.9615800000000001</c:v>
                </c:pt>
                <c:pt idx="203">
                  <c:v>3.9618899999999999</c:v>
                </c:pt>
                <c:pt idx="204">
                  <c:v>3.9621900000000001</c:v>
                </c:pt>
                <c:pt idx="205">
                  <c:v>3.9624999999999999</c:v>
                </c:pt>
                <c:pt idx="206">
                  <c:v>3.9628000000000001</c:v>
                </c:pt>
                <c:pt idx="207">
                  <c:v>3.9631099999999999</c:v>
                </c:pt>
                <c:pt idx="208">
                  <c:v>3.9634200000000002</c:v>
                </c:pt>
                <c:pt idx="209">
                  <c:v>3.9637199999999999</c:v>
                </c:pt>
                <c:pt idx="210">
                  <c:v>3.9640300000000002</c:v>
                </c:pt>
                <c:pt idx="211">
                  <c:v>3.9643299999999999</c:v>
                </c:pt>
                <c:pt idx="212">
                  <c:v>3.9646400000000002</c:v>
                </c:pt>
                <c:pt idx="213">
                  <c:v>3.9649399999999999</c:v>
                </c:pt>
                <c:pt idx="214">
                  <c:v>3.9652500000000002</c:v>
                </c:pt>
                <c:pt idx="215">
                  <c:v>3.9655499999999999</c:v>
                </c:pt>
                <c:pt idx="216">
                  <c:v>3.9658600000000002</c:v>
                </c:pt>
                <c:pt idx="217">
                  <c:v>3.9661599999999999</c:v>
                </c:pt>
                <c:pt idx="218">
                  <c:v>3.9664700000000002</c:v>
                </c:pt>
                <c:pt idx="219">
                  <c:v>3.96678</c:v>
                </c:pt>
                <c:pt idx="220">
                  <c:v>3.9670800000000002</c:v>
                </c:pt>
                <c:pt idx="221">
                  <c:v>3.96739</c:v>
                </c:pt>
                <c:pt idx="222">
                  <c:v>3.9676900000000002</c:v>
                </c:pt>
                <c:pt idx="223">
                  <c:v>3.968</c:v>
                </c:pt>
                <c:pt idx="224">
                  <c:v>3.9683000000000002</c:v>
                </c:pt>
                <c:pt idx="225">
                  <c:v>3.96861</c:v>
                </c:pt>
                <c:pt idx="226">
                  <c:v>3.9689100000000002</c:v>
                </c:pt>
                <c:pt idx="227">
                  <c:v>3.96922</c:v>
                </c:pt>
                <c:pt idx="228">
                  <c:v>3.9695200000000002</c:v>
                </c:pt>
                <c:pt idx="229">
                  <c:v>3.96983</c:v>
                </c:pt>
                <c:pt idx="230">
                  <c:v>3.9701300000000002</c:v>
                </c:pt>
                <c:pt idx="231">
                  <c:v>3.97044</c:v>
                </c:pt>
                <c:pt idx="232">
                  <c:v>3.9707499999999998</c:v>
                </c:pt>
                <c:pt idx="233">
                  <c:v>3.97105</c:v>
                </c:pt>
                <c:pt idx="234">
                  <c:v>3.9713599999999998</c:v>
                </c:pt>
                <c:pt idx="235">
                  <c:v>3.97166</c:v>
                </c:pt>
                <c:pt idx="236">
                  <c:v>3.9719699999999998</c:v>
                </c:pt>
                <c:pt idx="237">
                  <c:v>3.97227</c:v>
                </c:pt>
                <c:pt idx="238">
                  <c:v>3.9725799999999998</c:v>
                </c:pt>
                <c:pt idx="239">
                  <c:v>3.97288</c:v>
                </c:pt>
                <c:pt idx="240">
                  <c:v>3.9731900000000002</c:v>
                </c:pt>
                <c:pt idx="241">
                  <c:v>3.97349</c:v>
                </c:pt>
                <c:pt idx="242">
                  <c:v>3.9738000000000002</c:v>
                </c:pt>
                <c:pt idx="243">
                  <c:v>3.9741</c:v>
                </c:pt>
                <c:pt idx="244">
                  <c:v>3.9744100000000002</c:v>
                </c:pt>
                <c:pt idx="245">
                  <c:v>3.97472</c:v>
                </c:pt>
                <c:pt idx="246">
                  <c:v>3.9750200000000002</c:v>
                </c:pt>
                <c:pt idx="247">
                  <c:v>3.97533</c:v>
                </c:pt>
                <c:pt idx="248">
                  <c:v>3.9756300000000002</c:v>
                </c:pt>
                <c:pt idx="249">
                  <c:v>3.97594</c:v>
                </c:pt>
                <c:pt idx="250">
                  <c:v>3.9762400000000002</c:v>
                </c:pt>
                <c:pt idx="251">
                  <c:v>3.97655</c:v>
                </c:pt>
                <c:pt idx="252">
                  <c:v>3.9768500000000002</c:v>
                </c:pt>
                <c:pt idx="253">
                  <c:v>3.97716</c:v>
                </c:pt>
                <c:pt idx="254">
                  <c:v>3.9774600000000002</c:v>
                </c:pt>
                <c:pt idx="255">
                  <c:v>3.97777</c:v>
                </c:pt>
                <c:pt idx="256">
                  <c:v>3.9780700000000002</c:v>
                </c:pt>
                <c:pt idx="257">
                  <c:v>3.97838</c:v>
                </c:pt>
                <c:pt idx="258">
                  <c:v>3.9786899999999998</c:v>
                </c:pt>
                <c:pt idx="259">
                  <c:v>3.97899</c:v>
                </c:pt>
                <c:pt idx="260">
                  <c:v>3.9792999999999998</c:v>
                </c:pt>
                <c:pt idx="261">
                  <c:v>3.9796</c:v>
                </c:pt>
                <c:pt idx="262">
                  <c:v>3.9799099999999998</c:v>
                </c:pt>
                <c:pt idx="263">
                  <c:v>3.98021</c:v>
                </c:pt>
                <c:pt idx="264">
                  <c:v>3.9805199999999998</c:v>
                </c:pt>
                <c:pt idx="265">
                  <c:v>3.98082</c:v>
                </c:pt>
                <c:pt idx="266">
                  <c:v>3.9811299999999998</c:v>
                </c:pt>
                <c:pt idx="267">
                  <c:v>3.98143</c:v>
                </c:pt>
                <c:pt idx="268">
                  <c:v>3.9817399999999998</c:v>
                </c:pt>
                <c:pt idx="269">
                  <c:v>3.98204</c:v>
                </c:pt>
                <c:pt idx="270">
                  <c:v>3.9823499999999998</c:v>
                </c:pt>
                <c:pt idx="271">
                  <c:v>3.9826600000000001</c:v>
                </c:pt>
                <c:pt idx="272">
                  <c:v>3.9829599999999998</c:v>
                </c:pt>
                <c:pt idx="273">
                  <c:v>3.9832700000000001</c:v>
                </c:pt>
                <c:pt idx="274">
                  <c:v>3.9835699999999998</c:v>
                </c:pt>
                <c:pt idx="275">
                  <c:v>3.9838800000000001</c:v>
                </c:pt>
                <c:pt idx="276">
                  <c:v>3.9841799999999998</c:v>
                </c:pt>
                <c:pt idx="277">
                  <c:v>3.9844900000000001</c:v>
                </c:pt>
                <c:pt idx="278">
                  <c:v>3.9847899999999998</c:v>
                </c:pt>
                <c:pt idx="279">
                  <c:v>3.9851000000000001</c:v>
                </c:pt>
                <c:pt idx="280">
                  <c:v>3.9853999999999998</c:v>
                </c:pt>
                <c:pt idx="281">
                  <c:v>3.9857100000000001</c:v>
                </c:pt>
                <c:pt idx="282">
                  <c:v>3.9860199999999999</c:v>
                </c:pt>
                <c:pt idx="283">
                  <c:v>3.9863200000000001</c:v>
                </c:pt>
                <c:pt idx="284">
                  <c:v>3.9866299999999999</c:v>
                </c:pt>
                <c:pt idx="285">
                  <c:v>3.9869300000000001</c:v>
                </c:pt>
                <c:pt idx="286">
                  <c:v>3.9872399999999999</c:v>
                </c:pt>
                <c:pt idx="287">
                  <c:v>3.9875400000000001</c:v>
                </c:pt>
                <c:pt idx="288">
                  <c:v>3.9878499999999999</c:v>
                </c:pt>
                <c:pt idx="289">
                  <c:v>3.9881500000000001</c:v>
                </c:pt>
                <c:pt idx="290">
                  <c:v>3.9884599999999999</c:v>
                </c:pt>
                <c:pt idx="291">
                  <c:v>3.9887600000000001</c:v>
                </c:pt>
                <c:pt idx="292">
                  <c:v>3.9890699999999999</c:v>
                </c:pt>
                <c:pt idx="293">
                  <c:v>3.9893700000000001</c:v>
                </c:pt>
                <c:pt idx="294">
                  <c:v>3.9896799999999999</c:v>
                </c:pt>
                <c:pt idx="295">
                  <c:v>3.9899900000000001</c:v>
                </c:pt>
                <c:pt idx="296">
                  <c:v>3.9902899999999999</c:v>
                </c:pt>
                <c:pt idx="297">
                  <c:v>3.9906000000000001</c:v>
                </c:pt>
                <c:pt idx="298">
                  <c:v>3.9908999999999999</c:v>
                </c:pt>
                <c:pt idx="299">
                  <c:v>3.9912100000000001</c:v>
                </c:pt>
                <c:pt idx="300">
                  <c:v>3.9915099999999999</c:v>
                </c:pt>
                <c:pt idx="301">
                  <c:v>3.9918200000000001</c:v>
                </c:pt>
                <c:pt idx="302">
                  <c:v>3.9921199999999999</c:v>
                </c:pt>
                <c:pt idx="303">
                  <c:v>3.9924300000000001</c:v>
                </c:pt>
                <c:pt idx="304">
                  <c:v>3.9927299999999999</c:v>
                </c:pt>
                <c:pt idx="305">
                  <c:v>3.9930400000000001</c:v>
                </c:pt>
                <c:pt idx="306">
                  <c:v>3.9933399999999999</c:v>
                </c:pt>
                <c:pt idx="307">
                  <c:v>3.9936500000000001</c:v>
                </c:pt>
                <c:pt idx="308">
                  <c:v>3.99396</c:v>
                </c:pt>
                <c:pt idx="309">
                  <c:v>3.9942600000000001</c:v>
                </c:pt>
                <c:pt idx="310">
                  <c:v>3.99457</c:v>
                </c:pt>
                <c:pt idx="311">
                  <c:v>3.9948700000000001</c:v>
                </c:pt>
                <c:pt idx="312">
                  <c:v>3.99518</c:v>
                </c:pt>
                <c:pt idx="313">
                  <c:v>3.9954800000000001</c:v>
                </c:pt>
                <c:pt idx="314">
                  <c:v>3.99579</c:v>
                </c:pt>
                <c:pt idx="315">
                  <c:v>3.9960900000000001</c:v>
                </c:pt>
                <c:pt idx="316">
                  <c:v>3.9964</c:v>
                </c:pt>
                <c:pt idx="317">
                  <c:v>3.9967000000000001</c:v>
                </c:pt>
                <c:pt idx="318">
                  <c:v>3.99701</c:v>
                </c:pt>
                <c:pt idx="319">
                  <c:v>3.9973100000000001</c:v>
                </c:pt>
                <c:pt idx="320">
                  <c:v>3.99762</c:v>
                </c:pt>
                <c:pt idx="321">
                  <c:v>3.9979300000000002</c:v>
                </c:pt>
                <c:pt idx="322">
                  <c:v>3.99823</c:v>
                </c:pt>
                <c:pt idx="323">
                  <c:v>3.9985400000000002</c:v>
                </c:pt>
                <c:pt idx="324">
                  <c:v>3.99884</c:v>
                </c:pt>
                <c:pt idx="325">
                  <c:v>3.9991500000000002</c:v>
                </c:pt>
                <c:pt idx="326">
                  <c:v>3.9994499999999999</c:v>
                </c:pt>
                <c:pt idx="327">
                  <c:v>3.9997600000000002</c:v>
                </c:pt>
                <c:pt idx="328">
                  <c:v>4.0000600000000004</c:v>
                </c:pt>
                <c:pt idx="329">
                  <c:v>4.0003700000000002</c:v>
                </c:pt>
                <c:pt idx="330">
                  <c:v>4.0006700000000004</c:v>
                </c:pt>
                <c:pt idx="331">
                  <c:v>4.0009800000000002</c:v>
                </c:pt>
                <c:pt idx="332">
                  <c:v>4.00129</c:v>
                </c:pt>
                <c:pt idx="333">
                  <c:v>4.0015900000000002</c:v>
                </c:pt>
                <c:pt idx="334">
                  <c:v>4.0019</c:v>
                </c:pt>
                <c:pt idx="335">
                  <c:v>4.0022000000000002</c:v>
                </c:pt>
                <c:pt idx="336">
                  <c:v>4.00251</c:v>
                </c:pt>
                <c:pt idx="337">
                  <c:v>4.0028100000000002</c:v>
                </c:pt>
                <c:pt idx="338">
                  <c:v>4.00312</c:v>
                </c:pt>
                <c:pt idx="339">
                  <c:v>4.0034200000000002</c:v>
                </c:pt>
                <c:pt idx="340">
                  <c:v>4.00373</c:v>
                </c:pt>
                <c:pt idx="341">
                  <c:v>4.0040300000000002</c:v>
                </c:pt>
                <c:pt idx="342">
                  <c:v>4.00434</c:v>
                </c:pt>
                <c:pt idx="343">
                  <c:v>4.0046400000000002</c:v>
                </c:pt>
                <c:pt idx="344">
                  <c:v>4.00495</c:v>
                </c:pt>
                <c:pt idx="345">
                  <c:v>4.0052599999999998</c:v>
                </c:pt>
                <c:pt idx="346">
                  <c:v>4.00556</c:v>
                </c:pt>
                <c:pt idx="347">
                  <c:v>4.0058699999999998</c:v>
                </c:pt>
                <c:pt idx="348">
                  <c:v>4.00617</c:v>
                </c:pt>
                <c:pt idx="349">
                  <c:v>4.0064799999999998</c:v>
                </c:pt>
                <c:pt idx="350">
                  <c:v>4.00678</c:v>
                </c:pt>
                <c:pt idx="351">
                  <c:v>4.0070899999999998</c:v>
                </c:pt>
                <c:pt idx="352">
                  <c:v>4.00739</c:v>
                </c:pt>
                <c:pt idx="353">
                  <c:v>4.0076999999999998</c:v>
                </c:pt>
                <c:pt idx="354">
                  <c:v>4.008</c:v>
                </c:pt>
                <c:pt idx="355">
                  <c:v>4.0083099999999998</c:v>
                </c:pt>
                <c:pt idx="356">
                  <c:v>4.00861</c:v>
                </c:pt>
                <c:pt idx="357">
                  <c:v>4.0089199999999998</c:v>
                </c:pt>
                <c:pt idx="358">
                  <c:v>4.0092299999999996</c:v>
                </c:pt>
                <c:pt idx="359">
                  <c:v>4.0095299999999998</c:v>
                </c:pt>
                <c:pt idx="360">
                  <c:v>4.0098399999999996</c:v>
                </c:pt>
                <c:pt idx="361">
                  <c:v>4.0101399999999998</c:v>
                </c:pt>
                <c:pt idx="362">
                  <c:v>4.0104499999999996</c:v>
                </c:pt>
                <c:pt idx="363">
                  <c:v>4.0107499999999998</c:v>
                </c:pt>
                <c:pt idx="364">
                  <c:v>4.0110599999999996</c:v>
                </c:pt>
                <c:pt idx="365">
                  <c:v>4.0113599999999998</c:v>
                </c:pt>
                <c:pt idx="366">
                  <c:v>4.0116699999999996</c:v>
                </c:pt>
                <c:pt idx="367">
                  <c:v>4.0119699999999998</c:v>
                </c:pt>
                <c:pt idx="368">
                  <c:v>4.0122799999999996</c:v>
                </c:pt>
                <c:pt idx="369">
                  <c:v>4.0125799999999998</c:v>
                </c:pt>
                <c:pt idx="370">
                  <c:v>4.0128899999999996</c:v>
                </c:pt>
                <c:pt idx="371">
                  <c:v>4.0132000000000003</c:v>
                </c:pt>
                <c:pt idx="372">
                  <c:v>4.0134999999999996</c:v>
                </c:pt>
                <c:pt idx="373">
                  <c:v>4.0138100000000003</c:v>
                </c:pt>
                <c:pt idx="374">
                  <c:v>4.0141099999999996</c:v>
                </c:pt>
                <c:pt idx="375">
                  <c:v>4.0144200000000003</c:v>
                </c:pt>
                <c:pt idx="376">
                  <c:v>4.0147199999999996</c:v>
                </c:pt>
                <c:pt idx="377">
                  <c:v>4.0150300000000003</c:v>
                </c:pt>
                <c:pt idx="378">
                  <c:v>4.0153299999999996</c:v>
                </c:pt>
                <c:pt idx="379">
                  <c:v>4.0156400000000003</c:v>
                </c:pt>
                <c:pt idx="380">
                  <c:v>4.0159399999999996</c:v>
                </c:pt>
                <c:pt idx="381">
                  <c:v>4.0162500000000003</c:v>
                </c:pt>
                <c:pt idx="382">
                  <c:v>4.0165499999999996</c:v>
                </c:pt>
                <c:pt idx="383">
                  <c:v>4.0168600000000003</c:v>
                </c:pt>
                <c:pt idx="384">
                  <c:v>4.0171700000000001</c:v>
                </c:pt>
                <c:pt idx="385">
                  <c:v>4.0174700000000003</c:v>
                </c:pt>
                <c:pt idx="386">
                  <c:v>4.0177800000000001</c:v>
                </c:pt>
                <c:pt idx="387">
                  <c:v>4.0180800000000003</c:v>
                </c:pt>
                <c:pt idx="388">
                  <c:v>4.0183900000000001</c:v>
                </c:pt>
                <c:pt idx="389">
                  <c:v>4.0186900000000003</c:v>
                </c:pt>
                <c:pt idx="390">
                  <c:v>4.0190000000000001</c:v>
                </c:pt>
                <c:pt idx="391">
                  <c:v>4.0193000000000003</c:v>
                </c:pt>
                <c:pt idx="392">
                  <c:v>4.0196100000000001</c:v>
                </c:pt>
                <c:pt idx="393">
                  <c:v>4.0199100000000003</c:v>
                </c:pt>
                <c:pt idx="394">
                  <c:v>4.0202200000000001</c:v>
                </c:pt>
                <c:pt idx="395">
                  <c:v>4.0205299999999999</c:v>
                </c:pt>
                <c:pt idx="396">
                  <c:v>4.0208300000000001</c:v>
                </c:pt>
                <c:pt idx="397">
                  <c:v>4.0211399999999999</c:v>
                </c:pt>
                <c:pt idx="398">
                  <c:v>4.0214400000000001</c:v>
                </c:pt>
                <c:pt idx="399">
                  <c:v>4.0217499999999999</c:v>
                </c:pt>
                <c:pt idx="400">
                  <c:v>4.0220500000000001</c:v>
                </c:pt>
                <c:pt idx="401">
                  <c:v>4.0223599999999999</c:v>
                </c:pt>
                <c:pt idx="402">
                  <c:v>4.0226600000000001</c:v>
                </c:pt>
                <c:pt idx="403">
                  <c:v>4.0229699999999999</c:v>
                </c:pt>
                <c:pt idx="404">
                  <c:v>4.0232700000000001</c:v>
                </c:pt>
                <c:pt idx="405">
                  <c:v>4.0235799999999999</c:v>
                </c:pt>
                <c:pt idx="406">
                  <c:v>4.0238800000000001</c:v>
                </c:pt>
                <c:pt idx="407">
                  <c:v>4.0241899999999999</c:v>
                </c:pt>
                <c:pt idx="408">
                  <c:v>4.0244999999999997</c:v>
                </c:pt>
                <c:pt idx="409">
                  <c:v>4.0247999999999999</c:v>
                </c:pt>
                <c:pt idx="410">
                  <c:v>4.0251099999999997</c:v>
                </c:pt>
                <c:pt idx="411">
                  <c:v>4.0254099999999999</c:v>
                </c:pt>
                <c:pt idx="412">
                  <c:v>4.0257199999999997</c:v>
                </c:pt>
                <c:pt idx="413">
                  <c:v>4.0260199999999999</c:v>
                </c:pt>
                <c:pt idx="414">
                  <c:v>4.0263299999999997</c:v>
                </c:pt>
                <c:pt idx="415">
                  <c:v>4.0266299999999999</c:v>
                </c:pt>
                <c:pt idx="416">
                  <c:v>4.0269399999999997</c:v>
                </c:pt>
                <c:pt idx="417">
                  <c:v>4.0272399999999999</c:v>
                </c:pt>
                <c:pt idx="418">
                  <c:v>4.0275499999999997</c:v>
                </c:pt>
                <c:pt idx="419">
                  <c:v>4.0278499999999999</c:v>
                </c:pt>
                <c:pt idx="420">
                  <c:v>4.0281599999999997</c:v>
                </c:pt>
                <c:pt idx="421">
                  <c:v>4.0284700000000004</c:v>
                </c:pt>
                <c:pt idx="422">
                  <c:v>4.0287699999999997</c:v>
                </c:pt>
                <c:pt idx="423">
                  <c:v>4.0290800000000004</c:v>
                </c:pt>
                <c:pt idx="424">
                  <c:v>4.0293799999999997</c:v>
                </c:pt>
                <c:pt idx="425">
                  <c:v>4.0296900000000004</c:v>
                </c:pt>
                <c:pt idx="426">
                  <c:v>4.0299899999999997</c:v>
                </c:pt>
                <c:pt idx="427">
                  <c:v>4.0303000000000004</c:v>
                </c:pt>
                <c:pt idx="428">
                  <c:v>4.0305999999999997</c:v>
                </c:pt>
                <c:pt idx="429">
                  <c:v>4.0309100000000004</c:v>
                </c:pt>
                <c:pt idx="430">
                  <c:v>4.0312099999999997</c:v>
                </c:pt>
                <c:pt idx="431">
                  <c:v>4.0315200000000004</c:v>
                </c:pt>
                <c:pt idx="432">
                  <c:v>4.0318199999999997</c:v>
                </c:pt>
                <c:pt idx="433">
                  <c:v>4.0321300000000004</c:v>
                </c:pt>
                <c:pt idx="434">
                  <c:v>4.0324400000000002</c:v>
                </c:pt>
                <c:pt idx="435">
                  <c:v>4.0327400000000004</c:v>
                </c:pt>
                <c:pt idx="436">
                  <c:v>4.0330500000000002</c:v>
                </c:pt>
                <c:pt idx="437">
                  <c:v>4.0333500000000004</c:v>
                </c:pt>
                <c:pt idx="438">
                  <c:v>4.0336600000000002</c:v>
                </c:pt>
                <c:pt idx="439">
                  <c:v>4.0339600000000004</c:v>
                </c:pt>
                <c:pt idx="440">
                  <c:v>4.0342700000000002</c:v>
                </c:pt>
                <c:pt idx="441">
                  <c:v>4.0345700000000004</c:v>
                </c:pt>
                <c:pt idx="442">
                  <c:v>4.0348800000000002</c:v>
                </c:pt>
                <c:pt idx="443">
                  <c:v>4.0351800000000004</c:v>
                </c:pt>
                <c:pt idx="444">
                  <c:v>4.0354900000000002</c:v>
                </c:pt>
                <c:pt idx="445">
                  <c:v>4.0357900000000004</c:v>
                </c:pt>
                <c:pt idx="446">
                  <c:v>4.0361000000000002</c:v>
                </c:pt>
                <c:pt idx="447">
                  <c:v>4.0364100000000001</c:v>
                </c:pt>
                <c:pt idx="448">
                  <c:v>4.0367100000000002</c:v>
                </c:pt>
                <c:pt idx="449">
                  <c:v>4.0370200000000001</c:v>
                </c:pt>
                <c:pt idx="450">
                  <c:v>4.0373200000000002</c:v>
                </c:pt>
                <c:pt idx="451">
                  <c:v>4.0376300000000001</c:v>
                </c:pt>
                <c:pt idx="452">
                  <c:v>4.0379300000000002</c:v>
                </c:pt>
                <c:pt idx="453">
                  <c:v>4.0382400000000001</c:v>
                </c:pt>
                <c:pt idx="454">
                  <c:v>4.0385400000000002</c:v>
                </c:pt>
                <c:pt idx="455">
                  <c:v>4.0388500000000001</c:v>
                </c:pt>
                <c:pt idx="456">
                  <c:v>4.0391500000000002</c:v>
                </c:pt>
                <c:pt idx="457">
                  <c:v>4.0394600000000001</c:v>
                </c:pt>
                <c:pt idx="458">
                  <c:v>4.0397699999999999</c:v>
                </c:pt>
                <c:pt idx="459">
                  <c:v>4.0400700000000001</c:v>
                </c:pt>
                <c:pt idx="460">
                  <c:v>4.0403799999999999</c:v>
                </c:pt>
                <c:pt idx="461">
                  <c:v>4.04068</c:v>
                </c:pt>
                <c:pt idx="462">
                  <c:v>4.0409899999999999</c:v>
                </c:pt>
                <c:pt idx="463">
                  <c:v>4.04129</c:v>
                </c:pt>
                <c:pt idx="464">
                  <c:v>4.0415999999999999</c:v>
                </c:pt>
                <c:pt idx="465">
                  <c:v>4.0419</c:v>
                </c:pt>
                <c:pt idx="466">
                  <c:v>4.0422099999999999</c:v>
                </c:pt>
                <c:pt idx="467">
                  <c:v>4.04251</c:v>
                </c:pt>
                <c:pt idx="468">
                  <c:v>4.0428199999999999</c:v>
                </c:pt>
                <c:pt idx="469">
                  <c:v>4.04312</c:v>
                </c:pt>
                <c:pt idx="470">
                  <c:v>4.0434299999999999</c:v>
                </c:pt>
                <c:pt idx="471">
                  <c:v>4.0437399999999997</c:v>
                </c:pt>
                <c:pt idx="472">
                  <c:v>4.0440399999999999</c:v>
                </c:pt>
                <c:pt idx="473">
                  <c:v>4.0443499999999997</c:v>
                </c:pt>
                <c:pt idx="474">
                  <c:v>4.0446499999999999</c:v>
                </c:pt>
                <c:pt idx="475">
                  <c:v>4.0449599999999997</c:v>
                </c:pt>
                <c:pt idx="476">
                  <c:v>4.0452599999999999</c:v>
                </c:pt>
                <c:pt idx="477">
                  <c:v>4.0455699999999997</c:v>
                </c:pt>
                <c:pt idx="478">
                  <c:v>4.0458699999999999</c:v>
                </c:pt>
                <c:pt idx="479">
                  <c:v>4.0461799999999997</c:v>
                </c:pt>
                <c:pt idx="480">
                  <c:v>4.0464799999999999</c:v>
                </c:pt>
                <c:pt idx="481">
                  <c:v>4.0467899999999997</c:v>
                </c:pt>
                <c:pt idx="482">
                  <c:v>4.0470899999999999</c:v>
                </c:pt>
                <c:pt idx="483">
                  <c:v>4.0473999999999997</c:v>
                </c:pt>
                <c:pt idx="484">
                  <c:v>4.0477100000000004</c:v>
                </c:pt>
                <c:pt idx="485">
                  <c:v>4.0480099999999997</c:v>
                </c:pt>
                <c:pt idx="486">
                  <c:v>4.0483200000000004</c:v>
                </c:pt>
                <c:pt idx="487">
                  <c:v>4.0486199999999997</c:v>
                </c:pt>
                <c:pt idx="488">
                  <c:v>4.0489300000000004</c:v>
                </c:pt>
                <c:pt idx="489">
                  <c:v>4.0492299999999997</c:v>
                </c:pt>
                <c:pt idx="490">
                  <c:v>4.0495400000000004</c:v>
                </c:pt>
                <c:pt idx="491">
                  <c:v>4.0498399999999997</c:v>
                </c:pt>
                <c:pt idx="492">
                  <c:v>4.0501500000000004</c:v>
                </c:pt>
                <c:pt idx="493">
                  <c:v>4.0504499999999997</c:v>
                </c:pt>
                <c:pt idx="494">
                  <c:v>4.0507600000000004</c:v>
                </c:pt>
                <c:pt idx="495">
                  <c:v>4.0510599999999997</c:v>
                </c:pt>
                <c:pt idx="496">
                  <c:v>4.0513700000000004</c:v>
                </c:pt>
                <c:pt idx="497">
                  <c:v>4.0516800000000002</c:v>
                </c:pt>
                <c:pt idx="498">
                  <c:v>4.0519800000000004</c:v>
                </c:pt>
                <c:pt idx="499">
                  <c:v>4.0522900000000002</c:v>
                </c:pt>
                <c:pt idx="500">
                  <c:v>4.0525900000000004</c:v>
                </c:pt>
                <c:pt idx="501">
                  <c:v>4.0529000000000002</c:v>
                </c:pt>
                <c:pt idx="502">
                  <c:v>4.0532000000000004</c:v>
                </c:pt>
                <c:pt idx="503">
                  <c:v>4.0535100000000002</c:v>
                </c:pt>
                <c:pt idx="504">
                  <c:v>4.0538100000000004</c:v>
                </c:pt>
                <c:pt idx="505">
                  <c:v>4.0541200000000002</c:v>
                </c:pt>
                <c:pt idx="506">
                  <c:v>4.0544200000000004</c:v>
                </c:pt>
                <c:pt idx="507">
                  <c:v>4.0547300000000002</c:v>
                </c:pt>
                <c:pt idx="508">
                  <c:v>4.05504</c:v>
                </c:pt>
                <c:pt idx="509">
                  <c:v>4.0553400000000002</c:v>
                </c:pt>
                <c:pt idx="510">
                  <c:v>4.05565</c:v>
                </c:pt>
                <c:pt idx="511">
                  <c:v>4.0559500000000002</c:v>
                </c:pt>
                <c:pt idx="512">
                  <c:v>4.05626</c:v>
                </c:pt>
                <c:pt idx="513">
                  <c:v>4.0565600000000002</c:v>
                </c:pt>
                <c:pt idx="514">
                  <c:v>4.05687</c:v>
                </c:pt>
                <c:pt idx="515">
                  <c:v>4.0571700000000002</c:v>
                </c:pt>
                <c:pt idx="516">
                  <c:v>4.05748</c:v>
                </c:pt>
                <c:pt idx="517">
                  <c:v>4.0577800000000002</c:v>
                </c:pt>
                <c:pt idx="518">
                  <c:v>4.05809</c:v>
                </c:pt>
                <c:pt idx="519">
                  <c:v>4.0583900000000002</c:v>
                </c:pt>
                <c:pt idx="520">
                  <c:v>4.0587</c:v>
                </c:pt>
                <c:pt idx="521">
                  <c:v>4.0590099999999998</c:v>
                </c:pt>
                <c:pt idx="522">
                  <c:v>4.05931</c:v>
                </c:pt>
                <c:pt idx="523">
                  <c:v>4.0596199999999998</c:v>
                </c:pt>
                <c:pt idx="524">
                  <c:v>4.05992</c:v>
                </c:pt>
                <c:pt idx="525">
                  <c:v>4.0602299999999998</c:v>
                </c:pt>
                <c:pt idx="526">
                  <c:v>4.06053</c:v>
                </c:pt>
                <c:pt idx="527">
                  <c:v>4.0608399999999998</c:v>
                </c:pt>
                <c:pt idx="528">
                  <c:v>4.06114</c:v>
                </c:pt>
                <c:pt idx="529">
                  <c:v>4.0614499999999998</c:v>
                </c:pt>
                <c:pt idx="530">
                  <c:v>4.06175</c:v>
                </c:pt>
                <c:pt idx="531">
                  <c:v>4.0620599999999998</c:v>
                </c:pt>
                <c:pt idx="532">
                  <c:v>4.06236</c:v>
                </c:pt>
                <c:pt idx="533">
                  <c:v>4.0626699999999998</c:v>
                </c:pt>
                <c:pt idx="534">
                  <c:v>4.0629799999999996</c:v>
                </c:pt>
                <c:pt idx="535">
                  <c:v>4.0632799999999998</c:v>
                </c:pt>
                <c:pt idx="536">
                  <c:v>4.0635899999999996</c:v>
                </c:pt>
                <c:pt idx="537">
                  <c:v>4.0638899999999998</c:v>
                </c:pt>
                <c:pt idx="538">
                  <c:v>4.0641999999999996</c:v>
                </c:pt>
                <c:pt idx="539">
                  <c:v>4.0644999999999998</c:v>
                </c:pt>
                <c:pt idx="540">
                  <c:v>4.0648099999999996</c:v>
                </c:pt>
                <c:pt idx="541">
                  <c:v>4.0651099999999998</c:v>
                </c:pt>
                <c:pt idx="542">
                  <c:v>4.0654199999999996</c:v>
                </c:pt>
                <c:pt idx="543">
                  <c:v>4.0657199999999998</c:v>
                </c:pt>
                <c:pt idx="544">
                  <c:v>4.0660299999999996</c:v>
                </c:pt>
                <c:pt idx="545">
                  <c:v>4.0663299999999998</c:v>
                </c:pt>
                <c:pt idx="546">
                  <c:v>4.0666399999999996</c:v>
                </c:pt>
                <c:pt idx="547">
                  <c:v>4.0669500000000003</c:v>
                </c:pt>
                <c:pt idx="548">
                  <c:v>4.0672499999999996</c:v>
                </c:pt>
                <c:pt idx="549">
                  <c:v>4.0675600000000003</c:v>
                </c:pt>
                <c:pt idx="550">
                  <c:v>4.0678599999999996</c:v>
                </c:pt>
                <c:pt idx="551">
                  <c:v>4.0681700000000003</c:v>
                </c:pt>
                <c:pt idx="552">
                  <c:v>4.0684699999999996</c:v>
                </c:pt>
                <c:pt idx="553">
                  <c:v>4.0687800000000003</c:v>
                </c:pt>
                <c:pt idx="554">
                  <c:v>4.0690799999999996</c:v>
                </c:pt>
                <c:pt idx="555">
                  <c:v>4.0693900000000003</c:v>
                </c:pt>
                <c:pt idx="556">
                  <c:v>4.0696899999999996</c:v>
                </c:pt>
                <c:pt idx="557">
                  <c:v>4.07</c:v>
                </c:pt>
                <c:pt idx="558">
                  <c:v>4.0702999999999996</c:v>
                </c:pt>
                <c:pt idx="559">
                  <c:v>4.0706100000000003</c:v>
                </c:pt>
                <c:pt idx="560">
                  <c:v>4.0709200000000001</c:v>
                </c:pt>
                <c:pt idx="561">
                  <c:v>4.0712200000000003</c:v>
                </c:pt>
                <c:pt idx="562">
                  <c:v>4.0715300000000001</c:v>
                </c:pt>
                <c:pt idx="563">
                  <c:v>4.0718300000000003</c:v>
                </c:pt>
                <c:pt idx="564">
                  <c:v>4.0721400000000001</c:v>
                </c:pt>
                <c:pt idx="565">
                  <c:v>4.0724400000000003</c:v>
                </c:pt>
                <c:pt idx="566">
                  <c:v>4.0727500000000001</c:v>
                </c:pt>
                <c:pt idx="567">
                  <c:v>4.0730500000000003</c:v>
                </c:pt>
                <c:pt idx="568">
                  <c:v>4.0733600000000001</c:v>
                </c:pt>
                <c:pt idx="569">
                  <c:v>4.0736600000000003</c:v>
                </c:pt>
                <c:pt idx="570">
                  <c:v>4.0739700000000001</c:v>
                </c:pt>
                <c:pt idx="571">
                  <c:v>4.0742799999999999</c:v>
                </c:pt>
                <c:pt idx="572">
                  <c:v>4.0745800000000001</c:v>
                </c:pt>
                <c:pt idx="573">
                  <c:v>4.0748899999999999</c:v>
                </c:pt>
                <c:pt idx="574">
                  <c:v>4.0751900000000001</c:v>
                </c:pt>
                <c:pt idx="575">
                  <c:v>4.0754999999999999</c:v>
                </c:pt>
                <c:pt idx="576">
                  <c:v>4.0758000000000001</c:v>
                </c:pt>
                <c:pt idx="577">
                  <c:v>4.0761099999999999</c:v>
                </c:pt>
                <c:pt idx="578">
                  <c:v>4.0764100000000001</c:v>
                </c:pt>
                <c:pt idx="579">
                  <c:v>4.0767199999999999</c:v>
                </c:pt>
                <c:pt idx="580">
                  <c:v>4.0770200000000001</c:v>
                </c:pt>
                <c:pt idx="581">
                  <c:v>4.0773299999999999</c:v>
                </c:pt>
                <c:pt idx="582">
                  <c:v>4.0776300000000001</c:v>
                </c:pt>
                <c:pt idx="583">
                  <c:v>4.0779399999999999</c:v>
                </c:pt>
                <c:pt idx="584">
                  <c:v>4.0782499999999997</c:v>
                </c:pt>
                <c:pt idx="585">
                  <c:v>4.0785499999999999</c:v>
                </c:pt>
                <c:pt idx="586">
                  <c:v>4.0788599999999997</c:v>
                </c:pt>
                <c:pt idx="587">
                  <c:v>4.0791599999999999</c:v>
                </c:pt>
                <c:pt idx="588">
                  <c:v>4.0794699999999997</c:v>
                </c:pt>
                <c:pt idx="589">
                  <c:v>4.0797699999999999</c:v>
                </c:pt>
                <c:pt idx="590">
                  <c:v>4.0800799999999997</c:v>
                </c:pt>
                <c:pt idx="591">
                  <c:v>4.0803799999999999</c:v>
                </c:pt>
                <c:pt idx="592">
                  <c:v>4.0806899999999997</c:v>
                </c:pt>
                <c:pt idx="593">
                  <c:v>4.0809899999999999</c:v>
                </c:pt>
                <c:pt idx="594">
                  <c:v>4.0812999999999997</c:v>
                </c:pt>
                <c:pt idx="595">
                  <c:v>4.0815999999999999</c:v>
                </c:pt>
                <c:pt idx="596">
                  <c:v>4.0819099999999997</c:v>
                </c:pt>
                <c:pt idx="597">
                  <c:v>4.0822200000000004</c:v>
                </c:pt>
                <c:pt idx="598">
                  <c:v>4.0825199999999997</c:v>
                </c:pt>
                <c:pt idx="599">
                  <c:v>4.0828300000000004</c:v>
                </c:pt>
                <c:pt idx="600">
                  <c:v>4.0831299999999997</c:v>
                </c:pt>
                <c:pt idx="601">
                  <c:v>4.0834400000000004</c:v>
                </c:pt>
                <c:pt idx="602">
                  <c:v>4.0837399999999997</c:v>
                </c:pt>
                <c:pt idx="603">
                  <c:v>4.0840500000000004</c:v>
                </c:pt>
                <c:pt idx="604">
                  <c:v>4.0843499999999997</c:v>
                </c:pt>
                <c:pt idx="605">
                  <c:v>4.0846600000000004</c:v>
                </c:pt>
                <c:pt idx="606">
                  <c:v>4.0849599999999997</c:v>
                </c:pt>
                <c:pt idx="607">
                  <c:v>4.0852700000000004</c:v>
                </c:pt>
                <c:pt idx="608">
                  <c:v>4.0855699999999997</c:v>
                </c:pt>
                <c:pt idx="609">
                  <c:v>4.0858800000000004</c:v>
                </c:pt>
                <c:pt idx="610">
                  <c:v>4.0861900000000002</c:v>
                </c:pt>
                <c:pt idx="611">
                  <c:v>4.0864900000000004</c:v>
                </c:pt>
                <c:pt idx="612">
                  <c:v>4.0868000000000002</c:v>
                </c:pt>
                <c:pt idx="613">
                  <c:v>4.0871000000000004</c:v>
                </c:pt>
                <c:pt idx="614">
                  <c:v>4.0874100000000002</c:v>
                </c:pt>
                <c:pt idx="615">
                  <c:v>4.0877100000000004</c:v>
                </c:pt>
                <c:pt idx="616">
                  <c:v>4.0880200000000002</c:v>
                </c:pt>
                <c:pt idx="617">
                  <c:v>4.0883200000000004</c:v>
                </c:pt>
                <c:pt idx="618">
                  <c:v>4.0886300000000002</c:v>
                </c:pt>
                <c:pt idx="619">
                  <c:v>4.0889300000000004</c:v>
                </c:pt>
                <c:pt idx="620">
                  <c:v>4.0892400000000002</c:v>
                </c:pt>
                <c:pt idx="621">
                  <c:v>4.0895400000000004</c:v>
                </c:pt>
                <c:pt idx="622">
                  <c:v>4.0898500000000002</c:v>
                </c:pt>
                <c:pt idx="623">
                  <c:v>4.09016</c:v>
                </c:pt>
                <c:pt idx="624">
                  <c:v>4.0904600000000002</c:v>
                </c:pt>
                <c:pt idx="625">
                  <c:v>4.09077</c:v>
                </c:pt>
                <c:pt idx="626">
                  <c:v>4.0910700000000002</c:v>
                </c:pt>
                <c:pt idx="627">
                  <c:v>4.09138</c:v>
                </c:pt>
                <c:pt idx="628">
                  <c:v>4.0916800000000002</c:v>
                </c:pt>
                <c:pt idx="629">
                  <c:v>4.09199</c:v>
                </c:pt>
                <c:pt idx="630">
                  <c:v>4.0922900000000002</c:v>
                </c:pt>
                <c:pt idx="631">
                  <c:v>4.0926</c:v>
                </c:pt>
                <c:pt idx="632">
                  <c:v>4.0929000000000002</c:v>
                </c:pt>
                <c:pt idx="633">
                  <c:v>4.09321</c:v>
                </c:pt>
                <c:pt idx="634">
                  <c:v>4.0935199999999998</c:v>
                </c:pt>
                <c:pt idx="635">
                  <c:v>4.09382</c:v>
                </c:pt>
                <c:pt idx="636">
                  <c:v>4.0941299999999998</c:v>
                </c:pt>
                <c:pt idx="637">
                  <c:v>4.09443</c:v>
                </c:pt>
                <c:pt idx="638">
                  <c:v>4.0947399999999998</c:v>
                </c:pt>
                <c:pt idx="639">
                  <c:v>4.09504</c:v>
                </c:pt>
                <c:pt idx="640">
                  <c:v>4.0953499999999998</c:v>
                </c:pt>
                <c:pt idx="641">
                  <c:v>4.09565</c:v>
                </c:pt>
                <c:pt idx="642">
                  <c:v>4.0959599999999998</c:v>
                </c:pt>
                <c:pt idx="643">
                  <c:v>4.09626</c:v>
                </c:pt>
                <c:pt idx="644">
                  <c:v>4.0965699999999998</c:v>
                </c:pt>
                <c:pt idx="645">
                  <c:v>4.09687</c:v>
                </c:pt>
                <c:pt idx="646">
                  <c:v>4.0971799999999998</c:v>
                </c:pt>
                <c:pt idx="647">
                  <c:v>4.0974899999999996</c:v>
                </c:pt>
                <c:pt idx="648">
                  <c:v>4.0977899999999998</c:v>
                </c:pt>
                <c:pt idx="649">
                  <c:v>4.0980999999999996</c:v>
                </c:pt>
                <c:pt idx="650">
                  <c:v>4.0983999999999998</c:v>
                </c:pt>
                <c:pt idx="651">
                  <c:v>4.0987099999999996</c:v>
                </c:pt>
                <c:pt idx="652">
                  <c:v>4.0990099999999998</c:v>
                </c:pt>
                <c:pt idx="653">
                  <c:v>4.0993199999999996</c:v>
                </c:pt>
                <c:pt idx="654">
                  <c:v>4.0996199999999998</c:v>
                </c:pt>
                <c:pt idx="655">
                  <c:v>4.0999299999999996</c:v>
                </c:pt>
                <c:pt idx="656">
                  <c:v>4.1002299999999998</c:v>
                </c:pt>
                <c:pt idx="657">
                  <c:v>4.1005399999999996</c:v>
                </c:pt>
                <c:pt idx="658">
                  <c:v>4.1008399999999998</c:v>
                </c:pt>
                <c:pt idx="659">
                  <c:v>4.1011499999999996</c:v>
                </c:pt>
                <c:pt idx="660">
                  <c:v>4.1014600000000003</c:v>
                </c:pt>
                <c:pt idx="661">
                  <c:v>4.1017599999999996</c:v>
                </c:pt>
                <c:pt idx="662">
                  <c:v>4.1020700000000003</c:v>
                </c:pt>
                <c:pt idx="663">
                  <c:v>4.1023699999999996</c:v>
                </c:pt>
                <c:pt idx="664">
                  <c:v>4.1026800000000003</c:v>
                </c:pt>
                <c:pt idx="665">
                  <c:v>4.1029799999999996</c:v>
                </c:pt>
                <c:pt idx="666">
                  <c:v>4.1032900000000003</c:v>
                </c:pt>
                <c:pt idx="667">
                  <c:v>4.1035899999999996</c:v>
                </c:pt>
                <c:pt idx="668">
                  <c:v>4.1039000000000003</c:v>
                </c:pt>
                <c:pt idx="669">
                  <c:v>4.1041999999999996</c:v>
                </c:pt>
                <c:pt idx="670">
                  <c:v>4.1045100000000003</c:v>
                </c:pt>
                <c:pt idx="671">
                  <c:v>4.1048099999999996</c:v>
                </c:pt>
                <c:pt idx="672">
                  <c:v>4.1051200000000003</c:v>
                </c:pt>
                <c:pt idx="673">
                  <c:v>4.1054300000000001</c:v>
                </c:pt>
                <c:pt idx="674">
                  <c:v>4.1057300000000003</c:v>
                </c:pt>
                <c:pt idx="675">
                  <c:v>4.1060400000000001</c:v>
                </c:pt>
                <c:pt idx="676">
                  <c:v>4.1063400000000003</c:v>
                </c:pt>
                <c:pt idx="677">
                  <c:v>4.1066500000000001</c:v>
                </c:pt>
                <c:pt idx="678">
                  <c:v>4.1069500000000003</c:v>
                </c:pt>
                <c:pt idx="679">
                  <c:v>4.1072600000000001</c:v>
                </c:pt>
                <c:pt idx="680">
                  <c:v>4.1075600000000003</c:v>
                </c:pt>
                <c:pt idx="681">
                  <c:v>4.1078700000000001</c:v>
                </c:pt>
                <c:pt idx="682">
                  <c:v>4.1081700000000003</c:v>
                </c:pt>
                <c:pt idx="683">
                  <c:v>4.1084800000000001</c:v>
                </c:pt>
                <c:pt idx="684">
                  <c:v>4.1087899999999999</c:v>
                </c:pt>
                <c:pt idx="685">
                  <c:v>4.1090900000000001</c:v>
                </c:pt>
                <c:pt idx="686">
                  <c:v>4.1093999999999999</c:v>
                </c:pt>
                <c:pt idx="687">
                  <c:v>4.1097000000000001</c:v>
                </c:pt>
                <c:pt idx="688">
                  <c:v>4.1100099999999999</c:v>
                </c:pt>
                <c:pt idx="689">
                  <c:v>4.1103100000000001</c:v>
                </c:pt>
                <c:pt idx="690">
                  <c:v>4.1106199999999999</c:v>
                </c:pt>
                <c:pt idx="691">
                  <c:v>4.1109200000000001</c:v>
                </c:pt>
                <c:pt idx="692">
                  <c:v>4.1112299999999999</c:v>
                </c:pt>
                <c:pt idx="693">
                  <c:v>4.1115300000000001</c:v>
                </c:pt>
                <c:pt idx="694">
                  <c:v>4.1118399999999999</c:v>
                </c:pt>
                <c:pt idx="695">
                  <c:v>4.1121400000000001</c:v>
                </c:pt>
                <c:pt idx="696">
                  <c:v>4.1124499999999999</c:v>
                </c:pt>
                <c:pt idx="697">
                  <c:v>4.1127599999999997</c:v>
                </c:pt>
                <c:pt idx="698">
                  <c:v>4.1130599999999999</c:v>
                </c:pt>
                <c:pt idx="699">
                  <c:v>4.1133699999999997</c:v>
                </c:pt>
                <c:pt idx="700">
                  <c:v>4.1136699999999999</c:v>
                </c:pt>
                <c:pt idx="701">
                  <c:v>4.1139799999999997</c:v>
                </c:pt>
                <c:pt idx="702">
                  <c:v>4.1142799999999999</c:v>
                </c:pt>
                <c:pt idx="703">
                  <c:v>4.1145899999999997</c:v>
                </c:pt>
                <c:pt idx="704">
                  <c:v>4.1148899999999999</c:v>
                </c:pt>
                <c:pt idx="705">
                  <c:v>4.1151999999999997</c:v>
                </c:pt>
                <c:pt idx="706">
                  <c:v>4.1154999999999999</c:v>
                </c:pt>
                <c:pt idx="707">
                  <c:v>4.1158099999999997</c:v>
                </c:pt>
                <c:pt idx="708">
                  <c:v>4.1161099999999999</c:v>
                </c:pt>
                <c:pt idx="709">
                  <c:v>4.1164199999999997</c:v>
                </c:pt>
                <c:pt idx="710">
                  <c:v>4.1167299999999996</c:v>
                </c:pt>
                <c:pt idx="711">
                  <c:v>4.1170299999999997</c:v>
                </c:pt>
                <c:pt idx="712">
                  <c:v>4.1173400000000004</c:v>
                </c:pt>
                <c:pt idx="713">
                  <c:v>4.1176399999999997</c:v>
                </c:pt>
                <c:pt idx="714">
                  <c:v>4.1179500000000004</c:v>
                </c:pt>
                <c:pt idx="715">
                  <c:v>4.1182499999999997</c:v>
                </c:pt>
                <c:pt idx="716">
                  <c:v>4.1185600000000004</c:v>
                </c:pt>
                <c:pt idx="717">
                  <c:v>4.1188599999999997</c:v>
                </c:pt>
                <c:pt idx="718">
                  <c:v>4.1191700000000004</c:v>
                </c:pt>
                <c:pt idx="719">
                  <c:v>4.1194699999999997</c:v>
                </c:pt>
                <c:pt idx="720">
                  <c:v>4.1197800000000004</c:v>
                </c:pt>
                <c:pt idx="721">
                  <c:v>4.1200799999999997</c:v>
                </c:pt>
                <c:pt idx="722">
                  <c:v>4.1203900000000004</c:v>
                </c:pt>
                <c:pt idx="723">
                  <c:v>4.1207000000000003</c:v>
                </c:pt>
                <c:pt idx="724">
                  <c:v>4.1210000000000004</c:v>
                </c:pt>
                <c:pt idx="725">
                  <c:v>4.1213100000000003</c:v>
                </c:pt>
                <c:pt idx="726">
                  <c:v>4.1216100000000004</c:v>
                </c:pt>
                <c:pt idx="727">
                  <c:v>4.1219200000000003</c:v>
                </c:pt>
                <c:pt idx="728">
                  <c:v>4.1222200000000004</c:v>
                </c:pt>
                <c:pt idx="729">
                  <c:v>4.1225300000000002</c:v>
                </c:pt>
                <c:pt idx="730">
                  <c:v>4.1228300000000004</c:v>
                </c:pt>
                <c:pt idx="731">
                  <c:v>4.1231400000000002</c:v>
                </c:pt>
                <c:pt idx="732">
                  <c:v>4.1234400000000004</c:v>
                </c:pt>
                <c:pt idx="733">
                  <c:v>4.1237500000000002</c:v>
                </c:pt>
                <c:pt idx="734">
                  <c:v>4.1240500000000004</c:v>
                </c:pt>
                <c:pt idx="735">
                  <c:v>4.1243600000000002</c:v>
                </c:pt>
                <c:pt idx="736">
                  <c:v>4.1246700000000001</c:v>
                </c:pt>
                <c:pt idx="737">
                  <c:v>4.1249700000000002</c:v>
                </c:pt>
                <c:pt idx="738">
                  <c:v>4.1252800000000001</c:v>
                </c:pt>
                <c:pt idx="739">
                  <c:v>4.1255800000000002</c:v>
                </c:pt>
                <c:pt idx="740">
                  <c:v>4.1258900000000001</c:v>
                </c:pt>
                <c:pt idx="741">
                  <c:v>4.1261900000000002</c:v>
                </c:pt>
                <c:pt idx="742">
                  <c:v>4.1265000000000001</c:v>
                </c:pt>
                <c:pt idx="743">
                  <c:v>4.1268000000000002</c:v>
                </c:pt>
                <c:pt idx="744">
                  <c:v>4.1271100000000001</c:v>
                </c:pt>
                <c:pt idx="745">
                  <c:v>4.1274100000000002</c:v>
                </c:pt>
                <c:pt idx="746">
                  <c:v>4.1277200000000001</c:v>
                </c:pt>
                <c:pt idx="747">
                  <c:v>4.1280299999999999</c:v>
                </c:pt>
                <c:pt idx="748">
                  <c:v>4.1283300000000001</c:v>
                </c:pt>
                <c:pt idx="749">
                  <c:v>4.1286399999999999</c:v>
                </c:pt>
                <c:pt idx="750">
                  <c:v>4.1289400000000001</c:v>
                </c:pt>
                <c:pt idx="751">
                  <c:v>4.1292499999999999</c:v>
                </c:pt>
                <c:pt idx="752">
                  <c:v>4.1295500000000001</c:v>
                </c:pt>
                <c:pt idx="753">
                  <c:v>4.1298599999999999</c:v>
                </c:pt>
                <c:pt idx="754">
                  <c:v>4.1301600000000001</c:v>
                </c:pt>
                <c:pt idx="755">
                  <c:v>4.1304699999999999</c:v>
                </c:pt>
                <c:pt idx="756">
                  <c:v>4.1307700000000001</c:v>
                </c:pt>
                <c:pt idx="757">
                  <c:v>4.1310799999999999</c:v>
                </c:pt>
                <c:pt idx="758">
                  <c:v>4.1313800000000001</c:v>
                </c:pt>
                <c:pt idx="759">
                  <c:v>4.1316899999999999</c:v>
                </c:pt>
                <c:pt idx="760">
                  <c:v>4.1319999999999997</c:v>
                </c:pt>
                <c:pt idx="761">
                  <c:v>4.1322999999999999</c:v>
                </c:pt>
                <c:pt idx="762">
                  <c:v>4.1326099999999997</c:v>
                </c:pt>
                <c:pt idx="763">
                  <c:v>4.1329099999999999</c:v>
                </c:pt>
                <c:pt idx="764">
                  <c:v>4.1332199999999997</c:v>
                </c:pt>
                <c:pt idx="765">
                  <c:v>4.1335199999999999</c:v>
                </c:pt>
                <c:pt idx="766">
                  <c:v>4.1338299999999997</c:v>
                </c:pt>
                <c:pt idx="767">
                  <c:v>4.1341299999999999</c:v>
                </c:pt>
                <c:pt idx="768">
                  <c:v>4.1344399999999997</c:v>
                </c:pt>
                <c:pt idx="769">
                  <c:v>4.1347399999999999</c:v>
                </c:pt>
                <c:pt idx="770">
                  <c:v>4.1350499999999997</c:v>
                </c:pt>
                <c:pt idx="771">
                  <c:v>4.1353499999999999</c:v>
                </c:pt>
                <c:pt idx="772">
                  <c:v>4.1356599999999997</c:v>
                </c:pt>
                <c:pt idx="773">
                  <c:v>4.1359700000000004</c:v>
                </c:pt>
                <c:pt idx="774">
                  <c:v>4.1362699999999997</c:v>
                </c:pt>
                <c:pt idx="775">
                  <c:v>4.1365800000000004</c:v>
                </c:pt>
                <c:pt idx="776">
                  <c:v>4.1368799999999997</c:v>
                </c:pt>
                <c:pt idx="777">
                  <c:v>4.1371900000000004</c:v>
                </c:pt>
                <c:pt idx="778">
                  <c:v>4.1374899999999997</c:v>
                </c:pt>
                <c:pt idx="779">
                  <c:v>4.1378000000000004</c:v>
                </c:pt>
                <c:pt idx="780">
                  <c:v>4.1380999999999997</c:v>
                </c:pt>
                <c:pt idx="781">
                  <c:v>4.1384100000000004</c:v>
                </c:pt>
                <c:pt idx="782">
                  <c:v>4.1387099999999997</c:v>
                </c:pt>
                <c:pt idx="783">
                  <c:v>4.1390200000000004</c:v>
                </c:pt>
                <c:pt idx="784">
                  <c:v>4.1393199999999997</c:v>
                </c:pt>
                <c:pt idx="785">
                  <c:v>4.1396300000000004</c:v>
                </c:pt>
                <c:pt idx="786">
                  <c:v>4.1399400000000002</c:v>
                </c:pt>
                <c:pt idx="787">
                  <c:v>4.1402400000000004</c:v>
                </c:pt>
                <c:pt idx="788">
                  <c:v>4.1405500000000002</c:v>
                </c:pt>
                <c:pt idx="789">
                  <c:v>4.1408500000000004</c:v>
                </c:pt>
                <c:pt idx="790">
                  <c:v>4.1411600000000002</c:v>
                </c:pt>
                <c:pt idx="791">
                  <c:v>4.1414600000000004</c:v>
                </c:pt>
                <c:pt idx="792">
                  <c:v>4.1417700000000002</c:v>
                </c:pt>
                <c:pt idx="793">
                  <c:v>4.1420700000000004</c:v>
                </c:pt>
                <c:pt idx="794">
                  <c:v>4.1423800000000002</c:v>
                </c:pt>
                <c:pt idx="795">
                  <c:v>4.1426800000000004</c:v>
                </c:pt>
                <c:pt idx="796">
                  <c:v>4.1429900000000002</c:v>
                </c:pt>
                <c:pt idx="797">
                  <c:v>4.1432900000000004</c:v>
                </c:pt>
                <c:pt idx="798">
                  <c:v>4.1436000000000002</c:v>
                </c:pt>
                <c:pt idx="799">
                  <c:v>4.14391</c:v>
                </c:pt>
                <c:pt idx="800">
                  <c:v>4.1442100000000002</c:v>
                </c:pt>
                <c:pt idx="801">
                  <c:v>4.14452</c:v>
                </c:pt>
                <c:pt idx="802">
                  <c:v>4.1448200000000002</c:v>
                </c:pt>
                <c:pt idx="803">
                  <c:v>4.14513</c:v>
                </c:pt>
                <c:pt idx="804">
                  <c:v>4.1454300000000002</c:v>
                </c:pt>
                <c:pt idx="805">
                  <c:v>4.14574</c:v>
                </c:pt>
                <c:pt idx="806">
                  <c:v>4.1460400000000002</c:v>
                </c:pt>
                <c:pt idx="807">
                  <c:v>4.14635</c:v>
                </c:pt>
                <c:pt idx="808">
                  <c:v>4.1466500000000002</c:v>
                </c:pt>
                <c:pt idx="809">
                  <c:v>4.14696</c:v>
                </c:pt>
                <c:pt idx="810">
                  <c:v>4.1472699999999998</c:v>
                </c:pt>
                <c:pt idx="811">
                  <c:v>4.14757</c:v>
                </c:pt>
                <c:pt idx="812">
                  <c:v>4.1478799999999998</c:v>
                </c:pt>
                <c:pt idx="813">
                  <c:v>4.14818</c:v>
                </c:pt>
                <c:pt idx="814">
                  <c:v>4.1484899999999998</c:v>
                </c:pt>
                <c:pt idx="815">
                  <c:v>4.14879</c:v>
                </c:pt>
                <c:pt idx="816">
                  <c:v>4.1490999999999998</c:v>
                </c:pt>
                <c:pt idx="817">
                  <c:v>4.1494</c:v>
                </c:pt>
                <c:pt idx="818">
                  <c:v>4.1497099999999998</c:v>
                </c:pt>
                <c:pt idx="819">
                  <c:v>4.15001</c:v>
                </c:pt>
                <c:pt idx="820">
                  <c:v>4.1503199999999998</c:v>
                </c:pt>
                <c:pt idx="821">
                  <c:v>4.15062</c:v>
                </c:pt>
                <c:pt idx="822">
                  <c:v>4.1509299999999998</c:v>
                </c:pt>
                <c:pt idx="823">
                  <c:v>4.1512399999999996</c:v>
                </c:pt>
                <c:pt idx="824">
                  <c:v>4.1515399999999998</c:v>
                </c:pt>
                <c:pt idx="825">
                  <c:v>4.1518499999999996</c:v>
                </c:pt>
                <c:pt idx="826">
                  <c:v>4.1521499999999998</c:v>
                </c:pt>
                <c:pt idx="827">
                  <c:v>4.1524599999999996</c:v>
                </c:pt>
                <c:pt idx="828">
                  <c:v>4.1527599999999998</c:v>
                </c:pt>
                <c:pt idx="829">
                  <c:v>4.1530699999999996</c:v>
                </c:pt>
                <c:pt idx="830">
                  <c:v>4.1533699999999998</c:v>
                </c:pt>
                <c:pt idx="831">
                  <c:v>4.1536799999999996</c:v>
                </c:pt>
                <c:pt idx="832">
                  <c:v>4.1539799999999998</c:v>
                </c:pt>
                <c:pt idx="833">
                  <c:v>4.1542899999999996</c:v>
                </c:pt>
                <c:pt idx="834">
                  <c:v>4.1545899999999998</c:v>
                </c:pt>
                <c:pt idx="835">
                  <c:v>4.1548999999999996</c:v>
                </c:pt>
                <c:pt idx="836">
                  <c:v>4.1552100000000003</c:v>
                </c:pt>
                <c:pt idx="837">
                  <c:v>4.1555099999999996</c:v>
                </c:pt>
                <c:pt idx="838">
                  <c:v>4.1558200000000003</c:v>
                </c:pt>
                <c:pt idx="839">
                  <c:v>4.1561199999999996</c:v>
                </c:pt>
                <c:pt idx="840">
                  <c:v>4.1564300000000003</c:v>
                </c:pt>
                <c:pt idx="841">
                  <c:v>4.1567299999999996</c:v>
                </c:pt>
                <c:pt idx="842">
                  <c:v>4.1570400000000003</c:v>
                </c:pt>
                <c:pt idx="843">
                  <c:v>4.1573399999999996</c:v>
                </c:pt>
                <c:pt idx="844">
                  <c:v>4.1576500000000003</c:v>
                </c:pt>
                <c:pt idx="845">
                  <c:v>4.1579499999999996</c:v>
                </c:pt>
                <c:pt idx="846">
                  <c:v>4.1582600000000003</c:v>
                </c:pt>
                <c:pt idx="847">
                  <c:v>4.1585599999999996</c:v>
                </c:pt>
                <c:pt idx="848">
                  <c:v>4.1588700000000003</c:v>
                </c:pt>
                <c:pt idx="849">
                  <c:v>4.1591800000000001</c:v>
                </c:pt>
                <c:pt idx="850">
                  <c:v>4.1594800000000003</c:v>
                </c:pt>
                <c:pt idx="851">
                  <c:v>4.1597900000000001</c:v>
                </c:pt>
                <c:pt idx="852">
                  <c:v>4.1600900000000003</c:v>
                </c:pt>
                <c:pt idx="853">
                  <c:v>4.1604000000000001</c:v>
                </c:pt>
                <c:pt idx="854">
                  <c:v>4.1607000000000003</c:v>
                </c:pt>
                <c:pt idx="855">
                  <c:v>4.1610100000000001</c:v>
                </c:pt>
                <c:pt idx="856">
                  <c:v>4.1613100000000003</c:v>
                </c:pt>
                <c:pt idx="857">
                  <c:v>4.1616200000000001</c:v>
                </c:pt>
                <c:pt idx="858">
                  <c:v>4.1619200000000003</c:v>
                </c:pt>
                <c:pt idx="859">
                  <c:v>4.1622300000000001</c:v>
                </c:pt>
                <c:pt idx="860">
                  <c:v>4.1625300000000003</c:v>
                </c:pt>
                <c:pt idx="861">
                  <c:v>4.1628400000000001</c:v>
                </c:pt>
                <c:pt idx="862">
                  <c:v>4.1631499999999999</c:v>
                </c:pt>
                <c:pt idx="863">
                  <c:v>4.1634500000000001</c:v>
                </c:pt>
                <c:pt idx="864">
                  <c:v>4.1637599999999999</c:v>
                </c:pt>
                <c:pt idx="865">
                  <c:v>4.1640600000000001</c:v>
                </c:pt>
                <c:pt idx="866">
                  <c:v>4.1643699999999999</c:v>
                </c:pt>
                <c:pt idx="867">
                  <c:v>4.1646700000000001</c:v>
                </c:pt>
                <c:pt idx="868">
                  <c:v>4.1649799999999999</c:v>
                </c:pt>
                <c:pt idx="869">
                  <c:v>4.1652800000000001</c:v>
                </c:pt>
                <c:pt idx="870">
                  <c:v>4.1655899999999999</c:v>
                </c:pt>
                <c:pt idx="871">
                  <c:v>4.1658900000000001</c:v>
                </c:pt>
                <c:pt idx="872">
                  <c:v>4.1661999999999999</c:v>
                </c:pt>
                <c:pt idx="873">
                  <c:v>4.1665099999999997</c:v>
                </c:pt>
                <c:pt idx="874">
                  <c:v>4.1668099999999999</c:v>
                </c:pt>
                <c:pt idx="875">
                  <c:v>4.1671199999999997</c:v>
                </c:pt>
                <c:pt idx="876">
                  <c:v>4.1674199999999999</c:v>
                </c:pt>
                <c:pt idx="877">
                  <c:v>4.1677299999999997</c:v>
                </c:pt>
                <c:pt idx="878">
                  <c:v>4.1680299999999999</c:v>
                </c:pt>
                <c:pt idx="879">
                  <c:v>4.1683399999999997</c:v>
                </c:pt>
                <c:pt idx="880">
                  <c:v>4.1686399999999999</c:v>
                </c:pt>
                <c:pt idx="881">
                  <c:v>4.1689499999999997</c:v>
                </c:pt>
                <c:pt idx="882">
                  <c:v>4.1692499999999999</c:v>
                </c:pt>
                <c:pt idx="883">
                  <c:v>4.1695599999999997</c:v>
                </c:pt>
                <c:pt idx="884">
                  <c:v>4.1698599999999999</c:v>
                </c:pt>
                <c:pt idx="885">
                  <c:v>4.1701699999999997</c:v>
                </c:pt>
                <c:pt idx="886">
                  <c:v>4.1704800000000004</c:v>
                </c:pt>
                <c:pt idx="887">
                  <c:v>4.1707799999999997</c:v>
                </c:pt>
                <c:pt idx="888">
                  <c:v>4.1710900000000004</c:v>
                </c:pt>
                <c:pt idx="889">
                  <c:v>4.1713899999999997</c:v>
                </c:pt>
                <c:pt idx="890">
                  <c:v>4.1717000000000004</c:v>
                </c:pt>
                <c:pt idx="891">
                  <c:v>4.1719999999999997</c:v>
                </c:pt>
                <c:pt idx="892">
                  <c:v>4.1723100000000004</c:v>
                </c:pt>
                <c:pt idx="893">
                  <c:v>4.1726099999999997</c:v>
                </c:pt>
                <c:pt idx="894">
                  <c:v>4.1729200000000004</c:v>
                </c:pt>
                <c:pt idx="895">
                  <c:v>4.1732199999999997</c:v>
                </c:pt>
                <c:pt idx="896">
                  <c:v>4.1735300000000004</c:v>
                </c:pt>
                <c:pt idx="897">
                  <c:v>4.1738299999999997</c:v>
                </c:pt>
                <c:pt idx="898">
                  <c:v>4.1741400000000004</c:v>
                </c:pt>
                <c:pt idx="899">
                  <c:v>4.1744500000000002</c:v>
                </c:pt>
                <c:pt idx="900">
                  <c:v>4.1747500000000004</c:v>
                </c:pt>
                <c:pt idx="901">
                  <c:v>4.1750600000000002</c:v>
                </c:pt>
                <c:pt idx="902">
                  <c:v>4.1753600000000004</c:v>
                </c:pt>
                <c:pt idx="903">
                  <c:v>4.1756700000000002</c:v>
                </c:pt>
                <c:pt idx="904">
                  <c:v>4.1759700000000004</c:v>
                </c:pt>
                <c:pt idx="905">
                  <c:v>4.1762800000000002</c:v>
                </c:pt>
                <c:pt idx="906">
                  <c:v>4.1765800000000004</c:v>
                </c:pt>
                <c:pt idx="907">
                  <c:v>4.1768900000000002</c:v>
                </c:pt>
                <c:pt idx="908">
                  <c:v>4.1771900000000004</c:v>
                </c:pt>
                <c:pt idx="909">
                  <c:v>4.1775000000000002</c:v>
                </c:pt>
                <c:pt idx="910">
                  <c:v>4.1778000000000004</c:v>
                </c:pt>
                <c:pt idx="911">
                  <c:v>4.1781100000000002</c:v>
                </c:pt>
                <c:pt idx="912">
                  <c:v>4.17842</c:v>
                </c:pt>
                <c:pt idx="913">
                  <c:v>4.1787200000000002</c:v>
                </c:pt>
                <c:pt idx="914">
                  <c:v>4.17903</c:v>
                </c:pt>
                <c:pt idx="915">
                  <c:v>4.1793300000000002</c:v>
                </c:pt>
                <c:pt idx="916">
                  <c:v>4.17964</c:v>
                </c:pt>
                <c:pt idx="917">
                  <c:v>4.1799400000000002</c:v>
                </c:pt>
                <c:pt idx="918">
                  <c:v>4.18025</c:v>
                </c:pt>
                <c:pt idx="919">
                  <c:v>4.1805500000000002</c:v>
                </c:pt>
                <c:pt idx="920">
                  <c:v>4.18086</c:v>
                </c:pt>
                <c:pt idx="921">
                  <c:v>4.1811600000000002</c:v>
                </c:pt>
                <c:pt idx="922">
                  <c:v>4.18147</c:v>
                </c:pt>
                <c:pt idx="923">
                  <c:v>4.1817799999999998</c:v>
                </c:pt>
                <c:pt idx="924">
                  <c:v>4.18208</c:v>
                </c:pt>
                <c:pt idx="925">
                  <c:v>4.1823899999999998</c:v>
                </c:pt>
                <c:pt idx="926">
                  <c:v>4.18269</c:v>
                </c:pt>
                <c:pt idx="927">
                  <c:v>4.1829999999999998</c:v>
                </c:pt>
                <c:pt idx="928">
                  <c:v>4.1833</c:v>
                </c:pt>
                <c:pt idx="929">
                  <c:v>4.1836099999999998</c:v>
                </c:pt>
                <c:pt idx="930">
                  <c:v>4.18391</c:v>
                </c:pt>
                <c:pt idx="931">
                  <c:v>4.1842199999999998</c:v>
                </c:pt>
                <c:pt idx="932">
                  <c:v>4.18452</c:v>
                </c:pt>
                <c:pt idx="933">
                  <c:v>4.1848299999999998</c:v>
                </c:pt>
                <c:pt idx="934">
                  <c:v>4.18513</c:v>
                </c:pt>
                <c:pt idx="935">
                  <c:v>4.1854399999999998</c:v>
                </c:pt>
                <c:pt idx="936">
                  <c:v>4.1857499999999996</c:v>
                </c:pt>
                <c:pt idx="937">
                  <c:v>4.1860499999999998</c:v>
                </c:pt>
                <c:pt idx="938">
                  <c:v>4.1863599999999996</c:v>
                </c:pt>
                <c:pt idx="939">
                  <c:v>4.1866599999999998</c:v>
                </c:pt>
                <c:pt idx="940">
                  <c:v>4.1869699999999996</c:v>
                </c:pt>
                <c:pt idx="941">
                  <c:v>4.1872699999999998</c:v>
                </c:pt>
                <c:pt idx="942">
                  <c:v>4.1875799999999996</c:v>
                </c:pt>
                <c:pt idx="943">
                  <c:v>4.1878799999999998</c:v>
                </c:pt>
                <c:pt idx="944">
                  <c:v>4.1881899999999996</c:v>
                </c:pt>
                <c:pt idx="945">
                  <c:v>4.1884899999999998</c:v>
                </c:pt>
                <c:pt idx="946">
                  <c:v>4.1887999999999996</c:v>
                </c:pt>
                <c:pt idx="947">
                  <c:v>4.1890999999999998</c:v>
                </c:pt>
                <c:pt idx="948">
                  <c:v>4.1894099999999996</c:v>
                </c:pt>
                <c:pt idx="949">
                  <c:v>4.1897200000000003</c:v>
                </c:pt>
                <c:pt idx="950">
                  <c:v>4.1900199999999996</c:v>
                </c:pt>
                <c:pt idx="951">
                  <c:v>4.1903300000000003</c:v>
                </c:pt>
                <c:pt idx="952">
                  <c:v>4.1906299999999996</c:v>
                </c:pt>
                <c:pt idx="953">
                  <c:v>4.1909400000000003</c:v>
                </c:pt>
                <c:pt idx="954">
                  <c:v>4.1912399999999996</c:v>
                </c:pt>
                <c:pt idx="955">
                  <c:v>4.1915500000000003</c:v>
                </c:pt>
                <c:pt idx="956">
                  <c:v>4.1918499999999996</c:v>
                </c:pt>
                <c:pt idx="957">
                  <c:v>4.1921600000000003</c:v>
                </c:pt>
                <c:pt idx="958">
                  <c:v>4.1924599999999996</c:v>
                </c:pt>
                <c:pt idx="959">
                  <c:v>4.1927700000000003</c:v>
                </c:pt>
                <c:pt idx="960">
                  <c:v>4.1930699999999996</c:v>
                </c:pt>
                <c:pt idx="961">
                  <c:v>4.1933800000000003</c:v>
                </c:pt>
                <c:pt idx="962">
                  <c:v>4.1936900000000001</c:v>
                </c:pt>
                <c:pt idx="963">
                  <c:v>4.1939900000000003</c:v>
                </c:pt>
                <c:pt idx="964">
                  <c:v>4.1943000000000001</c:v>
                </c:pt>
                <c:pt idx="965">
                  <c:v>4.1946000000000003</c:v>
                </c:pt>
                <c:pt idx="966">
                  <c:v>4.1949100000000001</c:v>
                </c:pt>
                <c:pt idx="967">
                  <c:v>4.1952100000000003</c:v>
                </c:pt>
                <c:pt idx="968">
                  <c:v>4.1955200000000001</c:v>
                </c:pt>
                <c:pt idx="969">
                  <c:v>4.1958200000000003</c:v>
                </c:pt>
                <c:pt idx="970">
                  <c:v>4.1961300000000001</c:v>
                </c:pt>
                <c:pt idx="971">
                  <c:v>4.1964300000000003</c:v>
                </c:pt>
                <c:pt idx="972">
                  <c:v>4.1967400000000001</c:v>
                </c:pt>
                <c:pt idx="973">
                  <c:v>4.1970400000000003</c:v>
                </c:pt>
                <c:pt idx="974">
                  <c:v>4.1973500000000001</c:v>
                </c:pt>
                <c:pt idx="975">
                  <c:v>4.1976599999999999</c:v>
                </c:pt>
                <c:pt idx="976">
                  <c:v>4.1979600000000001</c:v>
                </c:pt>
                <c:pt idx="977">
                  <c:v>4.1982699999999999</c:v>
                </c:pt>
                <c:pt idx="978">
                  <c:v>4.1985700000000001</c:v>
                </c:pt>
                <c:pt idx="979">
                  <c:v>4.1988799999999999</c:v>
                </c:pt>
                <c:pt idx="980">
                  <c:v>4.1991800000000001</c:v>
                </c:pt>
                <c:pt idx="981">
                  <c:v>4.1994899999999999</c:v>
                </c:pt>
                <c:pt idx="982">
                  <c:v>4.1997900000000001</c:v>
                </c:pt>
                <c:pt idx="983">
                  <c:v>4.2000999999999999</c:v>
                </c:pt>
                <c:pt idx="984">
                  <c:v>4.2004000000000001</c:v>
                </c:pt>
                <c:pt idx="985">
                  <c:v>4.2007099999999999</c:v>
                </c:pt>
                <c:pt idx="986">
                  <c:v>4.2010199999999998</c:v>
                </c:pt>
                <c:pt idx="987">
                  <c:v>4.2013199999999999</c:v>
                </c:pt>
                <c:pt idx="988">
                  <c:v>4.2016299999999998</c:v>
                </c:pt>
                <c:pt idx="989">
                  <c:v>4.2019299999999999</c:v>
                </c:pt>
                <c:pt idx="990">
                  <c:v>4.2022399999999998</c:v>
                </c:pt>
                <c:pt idx="991">
                  <c:v>4.2025399999999999</c:v>
                </c:pt>
                <c:pt idx="992">
                  <c:v>4.2028499999999998</c:v>
                </c:pt>
                <c:pt idx="993">
                  <c:v>4.2031499999999999</c:v>
                </c:pt>
                <c:pt idx="994">
                  <c:v>4.2034599999999998</c:v>
                </c:pt>
                <c:pt idx="995">
                  <c:v>4.2037599999999999</c:v>
                </c:pt>
                <c:pt idx="996">
                  <c:v>4.2040699999999998</c:v>
                </c:pt>
                <c:pt idx="997">
                  <c:v>4.2043699999999999</c:v>
                </c:pt>
                <c:pt idx="998">
                  <c:v>4.2046799999999998</c:v>
                </c:pt>
                <c:pt idx="999">
                  <c:v>4.2049899999999996</c:v>
                </c:pt>
                <c:pt idx="1000">
                  <c:v>4.2052899999999998</c:v>
                </c:pt>
                <c:pt idx="1001">
                  <c:v>4.2055999999999996</c:v>
                </c:pt>
                <c:pt idx="1002">
                  <c:v>4.2058999999999997</c:v>
                </c:pt>
                <c:pt idx="1003">
                  <c:v>4.2062099999999996</c:v>
                </c:pt>
                <c:pt idx="1004">
                  <c:v>4.2065099999999997</c:v>
                </c:pt>
                <c:pt idx="1005">
                  <c:v>4.2068199999999996</c:v>
                </c:pt>
                <c:pt idx="1006">
                  <c:v>4.2071199999999997</c:v>
                </c:pt>
                <c:pt idx="1007">
                  <c:v>4.2074299999999996</c:v>
                </c:pt>
                <c:pt idx="1008">
                  <c:v>4.2077299999999997</c:v>
                </c:pt>
                <c:pt idx="1009">
                  <c:v>4.2080399999999996</c:v>
                </c:pt>
                <c:pt idx="1010">
                  <c:v>4.2083399999999997</c:v>
                </c:pt>
                <c:pt idx="1011">
                  <c:v>4.2086499999999996</c:v>
                </c:pt>
                <c:pt idx="1012">
                  <c:v>4.2089600000000003</c:v>
                </c:pt>
                <c:pt idx="1013">
                  <c:v>4.2092599999999996</c:v>
                </c:pt>
                <c:pt idx="1014">
                  <c:v>4.2095700000000003</c:v>
                </c:pt>
                <c:pt idx="1015">
                  <c:v>4.2098699999999996</c:v>
                </c:pt>
                <c:pt idx="1016">
                  <c:v>4.2101800000000003</c:v>
                </c:pt>
                <c:pt idx="1017">
                  <c:v>4.2104799999999996</c:v>
                </c:pt>
                <c:pt idx="1018">
                  <c:v>4.2107900000000003</c:v>
                </c:pt>
                <c:pt idx="1019">
                  <c:v>4.2110900000000004</c:v>
                </c:pt>
                <c:pt idx="1020">
                  <c:v>4.2114000000000003</c:v>
                </c:pt>
                <c:pt idx="1021">
                  <c:v>4.2117000000000004</c:v>
                </c:pt>
                <c:pt idx="1022">
                  <c:v>4.2120100000000003</c:v>
                </c:pt>
                <c:pt idx="1023">
                  <c:v>4.2123100000000004</c:v>
                </c:pt>
                <c:pt idx="1024">
                  <c:v>4.2126200000000003</c:v>
                </c:pt>
                <c:pt idx="1025">
                  <c:v>4.2129300000000001</c:v>
                </c:pt>
                <c:pt idx="1026">
                  <c:v>4.2132300000000003</c:v>
                </c:pt>
                <c:pt idx="1027">
                  <c:v>4.2135400000000001</c:v>
                </c:pt>
                <c:pt idx="1028">
                  <c:v>4.2138400000000003</c:v>
                </c:pt>
                <c:pt idx="1029">
                  <c:v>4.2141500000000001</c:v>
                </c:pt>
                <c:pt idx="1030">
                  <c:v>4.2144500000000003</c:v>
                </c:pt>
                <c:pt idx="1031">
                  <c:v>4.2147600000000001</c:v>
                </c:pt>
                <c:pt idx="1032">
                  <c:v>4.2150600000000003</c:v>
                </c:pt>
                <c:pt idx="1033">
                  <c:v>4.2153700000000001</c:v>
                </c:pt>
                <c:pt idx="1034">
                  <c:v>4.2156700000000003</c:v>
                </c:pt>
                <c:pt idx="1035">
                  <c:v>4.2159800000000001</c:v>
                </c:pt>
                <c:pt idx="1036">
                  <c:v>4.2162800000000002</c:v>
                </c:pt>
                <c:pt idx="1037">
                  <c:v>4.2165900000000001</c:v>
                </c:pt>
                <c:pt idx="1038">
                  <c:v>4.2168999999999999</c:v>
                </c:pt>
                <c:pt idx="1039">
                  <c:v>4.2172000000000001</c:v>
                </c:pt>
                <c:pt idx="1040">
                  <c:v>4.2175099999999999</c:v>
                </c:pt>
                <c:pt idx="1041">
                  <c:v>4.2178100000000001</c:v>
                </c:pt>
                <c:pt idx="1042">
                  <c:v>4.2181199999999999</c:v>
                </c:pt>
                <c:pt idx="1043">
                  <c:v>4.2184200000000001</c:v>
                </c:pt>
                <c:pt idx="1044">
                  <c:v>4.2187299999999999</c:v>
                </c:pt>
                <c:pt idx="1045">
                  <c:v>4.2190300000000001</c:v>
                </c:pt>
                <c:pt idx="1046">
                  <c:v>4.2193399999999999</c:v>
                </c:pt>
                <c:pt idx="1047">
                  <c:v>4.2196400000000001</c:v>
                </c:pt>
                <c:pt idx="1048">
                  <c:v>4.2199499999999999</c:v>
                </c:pt>
                <c:pt idx="1049">
                  <c:v>4.2202599999999997</c:v>
                </c:pt>
                <c:pt idx="1050">
                  <c:v>4.2205599999999999</c:v>
                </c:pt>
                <c:pt idx="1051">
                  <c:v>4.2208699999999997</c:v>
                </c:pt>
                <c:pt idx="1052">
                  <c:v>4.2211699999999999</c:v>
                </c:pt>
                <c:pt idx="1053">
                  <c:v>4.2214799999999997</c:v>
                </c:pt>
                <c:pt idx="1054">
                  <c:v>4.2217799999999999</c:v>
                </c:pt>
                <c:pt idx="1055">
                  <c:v>4.2220899999999997</c:v>
                </c:pt>
                <c:pt idx="1056">
                  <c:v>4.2223899999999999</c:v>
                </c:pt>
                <c:pt idx="1057">
                  <c:v>4.2226999999999997</c:v>
                </c:pt>
                <c:pt idx="1058">
                  <c:v>4.2229999999999999</c:v>
                </c:pt>
                <c:pt idx="1059">
                  <c:v>4.2233099999999997</c:v>
                </c:pt>
                <c:pt idx="1060">
                  <c:v>4.2236099999999999</c:v>
                </c:pt>
                <c:pt idx="1061">
                  <c:v>4.2239199999999997</c:v>
                </c:pt>
                <c:pt idx="1062">
                  <c:v>4.2242300000000004</c:v>
                </c:pt>
                <c:pt idx="1063">
                  <c:v>4.2245299999999997</c:v>
                </c:pt>
                <c:pt idx="1064">
                  <c:v>4.2248400000000004</c:v>
                </c:pt>
                <c:pt idx="1065">
                  <c:v>4.2251399999999997</c:v>
                </c:pt>
                <c:pt idx="1066">
                  <c:v>4.2254500000000004</c:v>
                </c:pt>
                <c:pt idx="1067">
                  <c:v>4.2257499999999997</c:v>
                </c:pt>
                <c:pt idx="1068">
                  <c:v>4.2260600000000004</c:v>
                </c:pt>
                <c:pt idx="1069">
                  <c:v>4.2263599999999997</c:v>
                </c:pt>
                <c:pt idx="1070">
                  <c:v>4.2266700000000004</c:v>
                </c:pt>
                <c:pt idx="1071">
                  <c:v>4.2269699999999997</c:v>
                </c:pt>
                <c:pt idx="1072">
                  <c:v>4.2272800000000004</c:v>
                </c:pt>
                <c:pt idx="1073">
                  <c:v>4.2275799999999997</c:v>
                </c:pt>
                <c:pt idx="1074">
                  <c:v>4.2278900000000004</c:v>
                </c:pt>
                <c:pt idx="1075">
                  <c:v>4.2282000000000002</c:v>
                </c:pt>
                <c:pt idx="1076">
                  <c:v>4.2285000000000004</c:v>
                </c:pt>
                <c:pt idx="1077">
                  <c:v>4.2288100000000002</c:v>
                </c:pt>
                <c:pt idx="1078">
                  <c:v>4.2291100000000004</c:v>
                </c:pt>
                <c:pt idx="1079">
                  <c:v>4.2294200000000002</c:v>
                </c:pt>
                <c:pt idx="1080">
                  <c:v>4.2297200000000004</c:v>
                </c:pt>
                <c:pt idx="1081">
                  <c:v>4.2300300000000002</c:v>
                </c:pt>
                <c:pt idx="1082">
                  <c:v>4.2303300000000004</c:v>
                </c:pt>
                <c:pt idx="1083">
                  <c:v>4.2306400000000002</c:v>
                </c:pt>
                <c:pt idx="1084">
                  <c:v>4.2309400000000004</c:v>
                </c:pt>
                <c:pt idx="1085">
                  <c:v>4.2312500000000002</c:v>
                </c:pt>
                <c:pt idx="1086">
                  <c:v>4.2315500000000004</c:v>
                </c:pt>
                <c:pt idx="1087">
                  <c:v>4.2318600000000002</c:v>
                </c:pt>
                <c:pt idx="1088">
                  <c:v>4.23217</c:v>
                </c:pt>
                <c:pt idx="1089">
                  <c:v>4.2324700000000002</c:v>
                </c:pt>
                <c:pt idx="1090">
                  <c:v>4.23278</c:v>
                </c:pt>
                <c:pt idx="1091">
                  <c:v>4.2330800000000002</c:v>
                </c:pt>
                <c:pt idx="1092">
                  <c:v>4.23339</c:v>
                </c:pt>
                <c:pt idx="1093">
                  <c:v>4.2336900000000002</c:v>
                </c:pt>
                <c:pt idx="1094">
                  <c:v>4.234</c:v>
                </c:pt>
                <c:pt idx="1095">
                  <c:v>4.2343000000000002</c:v>
                </c:pt>
                <c:pt idx="1096">
                  <c:v>4.23461</c:v>
                </c:pt>
                <c:pt idx="1097">
                  <c:v>4.2349100000000002</c:v>
                </c:pt>
                <c:pt idx="1098">
                  <c:v>4.23522</c:v>
                </c:pt>
                <c:pt idx="1099">
                  <c:v>4.2355299999999998</c:v>
                </c:pt>
                <c:pt idx="1100">
                  <c:v>4.23583</c:v>
                </c:pt>
                <c:pt idx="1101">
                  <c:v>4.2361399999999998</c:v>
                </c:pt>
                <c:pt idx="1102">
                  <c:v>4.23644</c:v>
                </c:pt>
                <c:pt idx="1103">
                  <c:v>4.2367499999999998</c:v>
                </c:pt>
                <c:pt idx="1104">
                  <c:v>4.23705</c:v>
                </c:pt>
                <c:pt idx="1105">
                  <c:v>4.2373599999999998</c:v>
                </c:pt>
                <c:pt idx="1106">
                  <c:v>4.23766</c:v>
                </c:pt>
                <c:pt idx="1107">
                  <c:v>4.2379699999999998</c:v>
                </c:pt>
                <c:pt idx="1108">
                  <c:v>4.23827</c:v>
                </c:pt>
                <c:pt idx="1109">
                  <c:v>4.2385799999999998</c:v>
                </c:pt>
                <c:pt idx="1110">
                  <c:v>4.23888</c:v>
                </c:pt>
                <c:pt idx="1111">
                  <c:v>4.2391899999999998</c:v>
                </c:pt>
                <c:pt idx="1112">
                  <c:v>4.2394999999999996</c:v>
                </c:pt>
                <c:pt idx="1113">
                  <c:v>4.2397999999999998</c:v>
                </c:pt>
                <c:pt idx="1114">
                  <c:v>4.2401099999999996</c:v>
                </c:pt>
                <c:pt idx="1115">
                  <c:v>4.2404099999999998</c:v>
                </c:pt>
                <c:pt idx="1116">
                  <c:v>4.2407199999999996</c:v>
                </c:pt>
                <c:pt idx="1117">
                  <c:v>4.2410199999999998</c:v>
                </c:pt>
                <c:pt idx="1118">
                  <c:v>4.2413299999999996</c:v>
                </c:pt>
                <c:pt idx="1119">
                  <c:v>4.2416299999999998</c:v>
                </c:pt>
                <c:pt idx="1120">
                  <c:v>4.2419399999999996</c:v>
                </c:pt>
                <c:pt idx="1121">
                  <c:v>4.2422399999999998</c:v>
                </c:pt>
                <c:pt idx="1122">
                  <c:v>4.2425499999999996</c:v>
                </c:pt>
                <c:pt idx="1123">
                  <c:v>4.2428499999999998</c:v>
                </c:pt>
                <c:pt idx="1124">
                  <c:v>4.2431599999999996</c:v>
                </c:pt>
                <c:pt idx="1125">
                  <c:v>4.2434700000000003</c:v>
                </c:pt>
                <c:pt idx="1126">
                  <c:v>4.2437699999999996</c:v>
                </c:pt>
                <c:pt idx="1127">
                  <c:v>4.2440800000000003</c:v>
                </c:pt>
                <c:pt idx="1128">
                  <c:v>4.2443799999999996</c:v>
                </c:pt>
                <c:pt idx="1129">
                  <c:v>4.2446900000000003</c:v>
                </c:pt>
                <c:pt idx="1130">
                  <c:v>4.2449899999999996</c:v>
                </c:pt>
                <c:pt idx="1131">
                  <c:v>4.2453000000000003</c:v>
                </c:pt>
                <c:pt idx="1132">
                  <c:v>4.2455999999999996</c:v>
                </c:pt>
                <c:pt idx="1133">
                  <c:v>4.2459100000000003</c:v>
                </c:pt>
                <c:pt idx="1134">
                  <c:v>4.2462099999999996</c:v>
                </c:pt>
                <c:pt idx="1135">
                  <c:v>4.2465200000000003</c:v>
                </c:pt>
                <c:pt idx="1136">
                  <c:v>4.2468199999999996</c:v>
                </c:pt>
                <c:pt idx="1137">
                  <c:v>4.2471300000000003</c:v>
                </c:pt>
                <c:pt idx="1138">
                  <c:v>4.2474400000000001</c:v>
                </c:pt>
                <c:pt idx="1139">
                  <c:v>4.2477400000000003</c:v>
                </c:pt>
                <c:pt idx="1140">
                  <c:v>4.2480500000000001</c:v>
                </c:pt>
                <c:pt idx="1141">
                  <c:v>4.2483500000000003</c:v>
                </c:pt>
                <c:pt idx="1142">
                  <c:v>4.2486600000000001</c:v>
                </c:pt>
                <c:pt idx="1143">
                  <c:v>4.2489600000000003</c:v>
                </c:pt>
                <c:pt idx="1144">
                  <c:v>4.2492700000000001</c:v>
                </c:pt>
                <c:pt idx="1145">
                  <c:v>4.2495700000000003</c:v>
                </c:pt>
                <c:pt idx="1146">
                  <c:v>4.2498800000000001</c:v>
                </c:pt>
                <c:pt idx="1147">
                  <c:v>4.2501800000000003</c:v>
                </c:pt>
              </c:numCache>
            </c:numRef>
          </c:xVal>
          <c:yVal>
            <c:numRef>
              <c:f>'For plotting'!$Z$2:$Z$1149</c:f>
              <c:numCache>
                <c:formatCode>General</c:formatCode>
                <c:ptCount val="1148"/>
                <c:pt idx="0">
                  <c:v>1.0385046129699105</c:v>
                </c:pt>
                <c:pt idx="1">
                  <c:v>1.0392872865783631</c:v>
                </c:pt>
                <c:pt idx="2">
                  <c:v>1.0387109524538702</c:v>
                </c:pt>
                <c:pt idx="3">
                  <c:v>1.0356402170584182</c:v>
                </c:pt>
                <c:pt idx="4">
                  <c:v>1.0362771801546589</c:v>
                </c:pt>
                <c:pt idx="5">
                  <c:v>1.0355907376923665</c:v>
                </c:pt>
                <c:pt idx="6">
                  <c:v>1.037650830717403</c:v>
                </c:pt>
                <c:pt idx="7">
                  <c:v>1.0379877115075415</c:v>
                </c:pt>
                <c:pt idx="8">
                  <c:v>1.0365764968226017</c:v>
                </c:pt>
                <c:pt idx="9">
                  <c:v>1.0364011178317127</c:v>
                </c:pt>
                <c:pt idx="10">
                  <c:v>1.036443275782865</c:v>
                </c:pt>
                <c:pt idx="11">
                  <c:v>1.0367726437485645</c:v>
                </c:pt>
                <c:pt idx="12">
                  <c:v>1.0363815940586478</c:v>
                </c:pt>
                <c:pt idx="13">
                  <c:v>1.0378586057729118</c:v>
                </c:pt>
                <c:pt idx="14">
                  <c:v>1.0405789660056657</c:v>
                </c:pt>
                <c:pt idx="15">
                  <c:v>1.0391757426690147</c:v>
                </c:pt>
                <c:pt idx="16">
                  <c:v>1.0405698262001377</c:v>
                </c:pt>
                <c:pt idx="17">
                  <c:v>1.0413495808131077</c:v>
                </c:pt>
                <c:pt idx="18">
                  <c:v>1.0388969546742211</c:v>
                </c:pt>
                <c:pt idx="19">
                  <c:v>1.0376002028941123</c:v>
                </c:pt>
                <c:pt idx="20">
                  <c:v>1.0347916507158716</c:v>
                </c:pt>
                <c:pt idx="21">
                  <c:v>1.0356040885077713</c:v>
                </c:pt>
                <c:pt idx="22">
                  <c:v>1.037027027027027</c:v>
                </c:pt>
                <c:pt idx="23">
                  <c:v>1.0374054915396984</c:v>
                </c:pt>
                <c:pt idx="24">
                  <c:v>1.0388150313911646</c:v>
                </c:pt>
                <c:pt idx="25">
                  <c:v>1.03996779534492</c:v>
                </c:pt>
                <c:pt idx="26">
                  <c:v>1.0386818582038129</c:v>
                </c:pt>
                <c:pt idx="27">
                  <c:v>1.0343824649720541</c:v>
                </c:pt>
                <c:pt idx="28">
                  <c:v>1.032324860271036</c:v>
                </c:pt>
                <c:pt idx="29">
                  <c:v>1.0307637240640073</c:v>
                </c:pt>
                <c:pt idx="30">
                  <c:v>1.0244614692596279</c:v>
                </c:pt>
                <c:pt idx="31">
                  <c:v>1.0212057843962943</c:v>
                </c:pt>
                <c:pt idx="32">
                  <c:v>1.0238951362835924</c:v>
                </c:pt>
                <c:pt idx="33">
                  <c:v>1.0246288569022279</c:v>
                </c:pt>
                <c:pt idx="34">
                  <c:v>1.0218217402955363</c:v>
                </c:pt>
                <c:pt idx="35">
                  <c:v>1.0213882933925427</c:v>
                </c:pt>
                <c:pt idx="36">
                  <c:v>1.0204685705535563</c:v>
                </c:pt>
                <c:pt idx="37">
                  <c:v>1.0187282271648419</c:v>
                </c:pt>
                <c:pt idx="38">
                  <c:v>1.0213184767628818</c:v>
                </c:pt>
                <c:pt idx="39">
                  <c:v>1.0257910956282061</c:v>
                </c:pt>
                <c:pt idx="40">
                  <c:v>1.0277361515197918</c:v>
                </c:pt>
                <c:pt idx="41">
                  <c:v>1.0277060523696502</c:v>
                </c:pt>
                <c:pt idx="42">
                  <c:v>1.0267716867008652</c:v>
                </c:pt>
                <c:pt idx="43">
                  <c:v>1.0270223853456857</c:v>
                </c:pt>
                <c:pt idx="44">
                  <c:v>1.030176527448128</c:v>
                </c:pt>
                <c:pt idx="45">
                  <c:v>1.0287775151213536</c:v>
                </c:pt>
                <c:pt idx="46">
                  <c:v>1.0244297909807825</c:v>
                </c:pt>
                <c:pt idx="47">
                  <c:v>1.0223767322563357</c:v>
                </c:pt>
                <c:pt idx="48">
                  <c:v>1.0264081042799174</c:v>
                </c:pt>
                <c:pt idx="49">
                  <c:v>1.0287735912257867</c:v>
                </c:pt>
                <c:pt idx="50">
                  <c:v>1.0295110921828343</c:v>
                </c:pt>
                <c:pt idx="51">
                  <c:v>1.0295249693744737</c:v>
                </c:pt>
                <c:pt idx="52">
                  <c:v>1.0271156974963631</c:v>
                </c:pt>
                <c:pt idx="53">
                  <c:v>1.0276637987137278</c:v>
                </c:pt>
                <c:pt idx="54">
                  <c:v>1.0312317203889443</c:v>
                </c:pt>
                <c:pt idx="55">
                  <c:v>1.0340196960416508</c:v>
                </c:pt>
                <c:pt idx="56">
                  <c:v>1.0344213211086442</c:v>
                </c:pt>
                <c:pt idx="57">
                  <c:v>1.0349122387259782</c:v>
                </c:pt>
                <c:pt idx="58">
                  <c:v>1.0345382244851082</c:v>
                </c:pt>
                <c:pt idx="59">
                  <c:v>1.0353357801852845</c:v>
                </c:pt>
                <c:pt idx="60">
                  <c:v>1.0325980016844039</c:v>
                </c:pt>
                <c:pt idx="61">
                  <c:v>1.0325707736773602</c:v>
                </c:pt>
                <c:pt idx="62">
                  <c:v>1.0340254383278462</c:v>
                </c:pt>
                <c:pt idx="63">
                  <c:v>1.0331545727739071</c:v>
                </c:pt>
                <c:pt idx="64">
                  <c:v>1.0322221212005207</c:v>
                </c:pt>
                <c:pt idx="65">
                  <c:v>1.032386494142868</c:v>
                </c:pt>
                <c:pt idx="66">
                  <c:v>1.0350802963019676</c:v>
                </c:pt>
                <c:pt idx="67">
                  <c:v>1.0380655194854911</c:v>
                </c:pt>
                <c:pt idx="68">
                  <c:v>1.0395975614424622</c:v>
                </c:pt>
                <c:pt idx="69">
                  <c:v>1.0406235165760662</c:v>
                </c:pt>
                <c:pt idx="70">
                  <c:v>1.0408359811653012</c:v>
                </c:pt>
                <c:pt idx="71">
                  <c:v>1.0387559336957355</c:v>
                </c:pt>
                <c:pt idx="72">
                  <c:v>1.038188165148151</c:v>
                </c:pt>
                <c:pt idx="73">
                  <c:v>1.0380931303116148</c:v>
                </c:pt>
                <c:pt idx="74">
                  <c:v>1.03951037439706</c:v>
                </c:pt>
                <c:pt idx="75">
                  <c:v>1.0365737692366588</c:v>
                </c:pt>
                <c:pt idx="76">
                  <c:v>1.0323098824745425</c:v>
                </c:pt>
                <c:pt idx="77">
                  <c:v>1.0320497569098843</c:v>
                </c:pt>
                <c:pt idx="78">
                  <c:v>1.0313720714340402</c:v>
                </c:pt>
                <c:pt idx="79">
                  <c:v>1.0273328994717097</c:v>
                </c:pt>
                <c:pt idx="80">
                  <c:v>1.0287270308552179</c:v>
                </c:pt>
                <c:pt idx="81">
                  <c:v>1.0352852959191485</c:v>
                </c:pt>
                <c:pt idx="82">
                  <c:v>1.0409298196922134</c:v>
                </c:pt>
                <c:pt idx="83">
                  <c:v>1.0436344843426997</c:v>
                </c:pt>
                <c:pt idx="84">
                  <c:v>1.0433270327693132</c:v>
                </c:pt>
                <c:pt idx="85">
                  <c:v>1.040047660975423</c:v>
                </c:pt>
                <c:pt idx="86">
                  <c:v>1.0367267054590001</c:v>
                </c:pt>
                <c:pt idx="87">
                  <c:v>1.0361480265676442</c:v>
                </c:pt>
                <c:pt idx="88">
                  <c:v>1.0414465775974275</c:v>
                </c:pt>
                <c:pt idx="89">
                  <c:v>1.0446373746267514</c:v>
                </c:pt>
                <c:pt idx="90">
                  <c:v>1.0387739261924813</c:v>
                </c:pt>
                <c:pt idx="91">
                  <c:v>1.0323954425388562</c:v>
                </c:pt>
                <c:pt idx="92">
                  <c:v>1.0309103437715337</c:v>
                </c:pt>
                <c:pt idx="93">
                  <c:v>1.0287618673914707</c:v>
                </c:pt>
                <c:pt idx="94">
                  <c:v>1.0298565385498812</c:v>
                </c:pt>
                <c:pt idx="95">
                  <c:v>1.0324839215986525</c:v>
                </c:pt>
                <c:pt idx="96">
                  <c:v>1.0344211296991042</c:v>
                </c:pt>
                <c:pt idx="97">
                  <c:v>1.0311753981318428</c:v>
                </c:pt>
                <c:pt idx="98">
                  <c:v>1.0293061882704233</c:v>
                </c:pt>
                <c:pt idx="99">
                  <c:v>1.0295467900620168</c:v>
                </c:pt>
                <c:pt idx="100">
                  <c:v>1.0329513436949698</c:v>
                </c:pt>
                <c:pt idx="101">
                  <c:v>1.0373749617180921</c:v>
                </c:pt>
                <c:pt idx="102">
                  <c:v>1.0393636589847639</c:v>
                </c:pt>
                <c:pt idx="103">
                  <c:v>1.0372748545287498</c:v>
                </c:pt>
                <c:pt idx="104">
                  <c:v>1.0369757292703468</c:v>
                </c:pt>
                <c:pt idx="105">
                  <c:v>1.041146878110405</c:v>
                </c:pt>
                <c:pt idx="106">
                  <c:v>1.0417021571855141</c:v>
                </c:pt>
                <c:pt idx="107">
                  <c:v>1.038775792435495</c:v>
                </c:pt>
                <c:pt idx="108">
                  <c:v>1.0379981433274634</c:v>
                </c:pt>
                <c:pt idx="109">
                  <c:v>1.0398227069137125</c:v>
                </c:pt>
                <c:pt idx="110">
                  <c:v>1.0361413272337494</c:v>
                </c:pt>
                <c:pt idx="111">
                  <c:v>1.033452214608376</c:v>
                </c:pt>
                <c:pt idx="112">
                  <c:v>1.0318431781639996</c:v>
                </c:pt>
                <c:pt idx="113">
                  <c:v>1.0285243281525152</c:v>
                </c:pt>
                <c:pt idx="114">
                  <c:v>1.0258956530893499</c:v>
                </c:pt>
                <c:pt idx="115">
                  <c:v>1.0302824247760509</c:v>
                </c:pt>
                <c:pt idx="116">
                  <c:v>1.0348191179848403</c:v>
                </c:pt>
                <c:pt idx="117">
                  <c:v>1.0320062590919532</c:v>
                </c:pt>
                <c:pt idx="118">
                  <c:v>1.0362019083531122</c:v>
                </c:pt>
                <c:pt idx="119">
                  <c:v>1.0411233347370032</c:v>
                </c:pt>
                <c:pt idx="120">
                  <c:v>1.0396805374779878</c:v>
                </c:pt>
                <c:pt idx="121">
                  <c:v>1.0356083952224178</c:v>
                </c:pt>
                <c:pt idx="122">
                  <c:v>1.0373450539774902</c:v>
                </c:pt>
                <c:pt idx="123">
                  <c:v>1.0387456932853534</c:v>
                </c:pt>
                <c:pt idx="124">
                  <c:v>1.0360856270576526</c:v>
                </c:pt>
                <c:pt idx="125">
                  <c:v>1.0365964512671311</c:v>
                </c:pt>
                <c:pt idx="126">
                  <c:v>1.039462522012097</c:v>
                </c:pt>
                <c:pt idx="127">
                  <c:v>1.0392378550646963</c:v>
                </c:pt>
                <c:pt idx="128">
                  <c:v>1.0369124205650408</c:v>
                </c:pt>
                <c:pt idx="129">
                  <c:v>1.0350375162698109</c:v>
                </c:pt>
                <c:pt idx="130">
                  <c:v>1.0336689380598729</c:v>
                </c:pt>
                <c:pt idx="131">
                  <c:v>1.0328062552637622</c:v>
                </c:pt>
                <c:pt idx="132">
                  <c:v>1.0314835196386187</c:v>
                </c:pt>
                <c:pt idx="133">
                  <c:v>1.0294421847484878</c:v>
                </c:pt>
                <c:pt idx="134">
                  <c:v>1.0327081100222035</c:v>
                </c:pt>
                <c:pt idx="135">
                  <c:v>1.0375155520251129</c:v>
                </c:pt>
                <c:pt idx="136">
                  <c:v>1.0378664057116607</c:v>
                </c:pt>
                <c:pt idx="137">
                  <c:v>1.03524500421101</c:v>
                </c:pt>
                <c:pt idx="138">
                  <c:v>1.0348691237271266</c:v>
                </c:pt>
                <c:pt idx="139">
                  <c:v>1.0380746114386341</c:v>
                </c:pt>
                <c:pt idx="140">
                  <c:v>1.0391544962100911</c:v>
                </c:pt>
                <c:pt idx="141">
                  <c:v>1.0362432049613353</c:v>
                </c:pt>
                <c:pt idx="142">
                  <c:v>1.0340401768624148</c:v>
                </c:pt>
                <c:pt idx="143">
                  <c:v>1.0344136168746649</c:v>
                </c:pt>
                <c:pt idx="144">
                  <c:v>1.0310417942730266</c:v>
                </c:pt>
                <c:pt idx="145">
                  <c:v>1.0266115247683945</c:v>
                </c:pt>
                <c:pt idx="146">
                  <c:v>1.0291639231299288</c:v>
                </c:pt>
                <c:pt idx="147">
                  <c:v>1.0308022930862875</c:v>
                </c:pt>
                <c:pt idx="148">
                  <c:v>1.0309239817012479</c:v>
                </c:pt>
                <c:pt idx="149">
                  <c:v>1.0356544292167522</c:v>
                </c:pt>
                <c:pt idx="150">
                  <c:v>1.0382000325396217</c:v>
                </c:pt>
                <c:pt idx="151">
                  <c:v>1.0396977164841896</c:v>
                </c:pt>
                <c:pt idx="152">
                  <c:v>1.0384334564734707</c:v>
                </c:pt>
                <c:pt idx="153">
                  <c:v>1.0365345302809892</c:v>
                </c:pt>
                <c:pt idx="154">
                  <c:v>1.0361174967460378</c:v>
                </c:pt>
                <c:pt idx="155">
                  <c:v>1.0350913980552792</c:v>
                </c:pt>
                <c:pt idx="156">
                  <c:v>1.0335449046780492</c:v>
                </c:pt>
                <c:pt idx="157">
                  <c:v>1.0332070189878264</c:v>
                </c:pt>
                <c:pt idx="158">
                  <c:v>1.0360913214914631</c:v>
                </c:pt>
                <c:pt idx="159">
                  <c:v>1.0380466656458158</c:v>
                </c:pt>
                <c:pt idx="160">
                  <c:v>1.0380508288033075</c:v>
                </c:pt>
                <c:pt idx="161">
                  <c:v>1.0358797182451573</c:v>
                </c:pt>
                <c:pt idx="162">
                  <c:v>1.0328151558073655</c:v>
                </c:pt>
                <c:pt idx="163">
                  <c:v>1.030179159329301</c:v>
                </c:pt>
                <c:pt idx="164">
                  <c:v>1.029425245004211</c:v>
                </c:pt>
                <c:pt idx="165">
                  <c:v>1.0291755034070897</c:v>
                </c:pt>
                <c:pt idx="166">
                  <c:v>1.0318092986754459</c:v>
                </c:pt>
                <c:pt idx="167">
                  <c:v>1.0329030606385423</c:v>
                </c:pt>
                <c:pt idx="168">
                  <c:v>1.0331719431896487</c:v>
                </c:pt>
                <c:pt idx="169">
                  <c:v>1.0304533534951381</c:v>
                </c:pt>
                <c:pt idx="170">
                  <c:v>1.0314630388178547</c:v>
                </c:pt>
                <c:pt idx="171">
                  <c:v>1.0352729021514433</c:v>
                </c:pt>
                <c:pt idx="172">
                  <c:v>1.0359046493377231</c:v>
                </c:pt>
                <c:pt idx="173">
                  <c:v>1.0348875468953374</c:v>
                </c:pt>
                <c:pt idx="174">
                  <c:v>1.0333923034224026</c:v>
                </c:pt>
                <c:pt idx="175">
                  <c:v>1.0331811786999463</c:v>
                </c:pt>
                <c:pt idx="176">
                  <c:v>1.0359347006354798</c:v>
                </c:pt>
                <c:pt idx="177">
                  <c:v>1.0377214608376082</c:v>
                </c:pt>
                <c:pt idx="178">
                  <c:v>1.0369332842048848</c:v>
                </c:pt>
                <c:pt idx="179">
                  <c:v>1.0330042205803538</c:v>
                </c:pt>
                <c:pt idx="180">
                  <c:v>1.028482122348978</c:v>
                </c:pt>
                <c:pt idx="181">
                  <c:v>1.0277876885383967</c:v>
                </c:pt>
                <c:pt idx="182">
                  <c:v>1.0282809509225941</c:v>
                </c:pt>
                <c:pt idx="183">
                  <c:v>1.028925331138504</c:v>
                </c:pt>
                <c:pt idx="184">
                  <c:v>1.0313625966618176</c:v>
                </c:pt>
                <c:pt idx="185">
                  <c:v>1.0314253789908889</c:v>
                </c:pt>
                <c:pt idx="186">
                  <c:v>1.0336085004976647</c:v>
                </c:pt>
                <c:pt idx="187">
                  <c:v>1.0334731739529899</c:v>
                </c:pt>
                <c:pt idx="188">
                  <c:v>1.0324949754995789</c:v>
                </c:pt>
                <c:pt idx="189">
                  <c:v>1.0363844652017455</c:v>
                </c:pt>
                <c:pt idx="190">
                  <c:v>1.0396733117678585</c:v>
                </c:pt>
                <c:pt idx="191">
                  <c:v>1.0406036099839215</c:v>
                </c:pt>
                <c:pt idx="192">
                  <c:v>1.0406542378072123</c:v>
                </c:pt>
                <c:pt idx="193">
                  <c:v>1.0418915090728122</c:v>
                </c:pt>
                <c:pt idx="194">
                  <c:v>1.0422689686853992</c:v>
                </c:pt>
                <c:pt idx="195">
                  <c:v>1.0379556025572314</c:v>
                </c:pt>
                <c:pt idx="196">
                  <c:v>1.0332291267896792</c:v>
                </c:pt>
                <c:pt idx="197">
                  <c:v>1.0310364826582956</c:v>
                </c:pt>
                <c:pt idx="198">
                  <c:v>1.0317704425388561</c:v>
                </c:pt>
                <c:pt idx="199">
                  <c:v>1.0332985606002603</c:v>
                </c:pt>
                <c:pt idx="200">
                  <c:v>1.0353971269428068</c:v>
                </c:pt>
                <c:pt idx="201">
                  <c:v>1.0356471078018528</c:v>
                </c:pt>
                <c:pt idx="202">
                  <c:v>1.0308722054207182</c:v>
                </c:pt>
                <c:pt idx="203">
                  <c:v>1.0274866013322104</c:v>
                </c:pt>
                <c:pt idx="204">
                  <c:v>1.0293930403491309</c:v>
                </c:pt>
                <c:pt idx="205">
                  <c:v>1.0330681513666642</c:v>
                </c:pt>
                <c:pt idx="206">
                  <c:v>1.0345851198223719</c:v>
                </c:pt>
                <c:pt idx="207">
                  <c:v>1.0331415090728122</c:v>
                </c:pt>
                <c:pt idx="208">
                  <c:v>1.033297555700176</c:v>
                </c:pt>
                <c:pt idx="209">
                  <c:v>1.0349226226935151</c:v>
                </c:pt>
                <c:pt idx="210">
                  <c:v>1.0334633163616875</c:v>
                </c:pt>
                <c:pt idx="211">
                  <c:v>1.0293694012709593</c:v>
                </c:pt>
                <c:pt idx="212">
                  <c:v>1.0278404218666259</c:v>
                </c:pt>
                <c:pt idx="213">
                  <c:v>1.0313950884312073</c:v>
                </c:pt>
                <c:pt idx="214">
                  <c:v>1.0344489319347676</c:v>
                </c:pt>
                <c:pt idx="215">
                  <c:v>1.0366293737079857</c:v>
                </c:pt>
                <c:pt idx="216">
                  <c:v>1.0381914669627135</c:v>
                </c:pt>
                <c:pt idx="217">
                  <c:v>1.034236993721767</c:v>
                </c:pt>
                <c:pt idx="218">
                  <c:v>1.0314006871602481</c:v>
                </c:pt>
                <c:pt idx="219">
                  <c:v>1.0327930480055125</c:v>
                </c:pt>
                <c:pt idx="220">
                  <c:v>1.036508977107419</c:v>
                </c:pt>
                <c:pt idx="221">
                  <c:v>1.0401131708904372</c:v>
                </c:pt>
                <c:pt idx="222">
                  <c:v>1.0424215220886608</c:v>
                </c:pt>
                <c:pt idx="223">
                  <c:v>1.0372156611285506</c:v>
                </c:pt>
                <c:pt idx="224">
                  <c:v>1.0337266001837531</c:v>
                </c:pt>
                <c:pt idx="225">
                  <c:v>1.039016824898553</c:v>
                </c:pt>
                <c:pt idx="226">
                  <c:v>1.0417035449046781</c:v>
                </c:pt>
                <c:pt idx="227">
                  <c:v>1.043095475078478</c:v>
                </c:pt>
                <c:pt idx="228">
                  <c:v>1.0404991482275476</c:v>
                </c:pt>
                <c:pt idx="229">
                  <c:v>1.0374693266212387</c:v>
                </c:pt>
                <c:pt idx="230">
                  <c:v>1.0340074458311002</c:v>
                </c:pt>
                <c:pt idx="231">
                  <c:v>1.0313549881326085</c:v>
                </c:pt>
                <c:pt idx="232">
                  <c:v>1.0327820419569711</c:v>
                </c:pt>
                <c:pt idx="233">
                  <c:v>1.0373098824745426</c:v>
                </c:pt>
                <c:pt idx="234">
                  <c:v>1.0375222992113926</c:v>
                </c:pt>
                <c:pt idx="235">
                  <c:v>1.0340406553862644</c:v>
                </c:pt>
                <c:pt idx="236">
                  <c:v>1.0274029075109103</c:v>
                </c:pt>
                <c:pt idx="237">
                  <c:v>1.0265902783094709</c:v>
                </c:pt>
                <c:pt idx="238">
                  <c:v>1.0285143748564429</c:v>
                </c:pt>
                <c:pt idx="239">
                  <c:v>1.0347007311844423</c:v>
                </c:pt>
                <c:pt idx="240">
                  <c:v>1.0389120281754842</c:v>
                </c:pt>
                <c:pt idx="241">
                  <c:v>1.0376181475384734</c:v>
                </c:pt>
                <c:pt idx="242">
                  <c:v>1.0348184959038358</c:v>
                </c:pt>
                <c:pt idx="243">
                  <c:v>1.0326724121430213</c:v>
                </c:pt>
                <c:pt idx="244">
                  <c:v>1.0318148016997166</c:v>
                </c:pt>
                <c:pt idx="245">
                  <c:v>1.0350454119133297</c:v>
                </c:pt>
                <c:pt idx="246">
                  <c:v>1.0373009819309393</c:v>
                </c:pt>
                <c:pt idx="247">
                  <c:v>1.0367397213077099</c:v>
                </c:pt>
                <c:pt idx="248">
                  <c:v>1.0342289066687083</c:v>
                </c:pt>
                <c:pt idx="249">
                  <c:v>1.0326974867927416</c:v>
                </c:pt>
                <c:pt idx="250">
                  <c:v>1.0326900218206876</c:v>
                </c:pt>
                <c:pt idx="251">
                  <c:v>1.0348235204042568</c:v>
                </c:pt>
                <c:pt idx="252">
                  <c:v>1.0360188251282443</c:v>
                </c:pt>
                <c:pt idx="253">
                  <c:v>1.0368604528749712</c:v>
                </c:pt>
                <c:pt idx="254">
                  <c:v>1.040516901462369</c:v>
                </c:pt>
                <c:pt idx="255">
                  <c:v>1.0400942213459918</c:v>
                </c:pt>
                <c:pt idx="256">
                  <c:v>1.0368285353342011</c:v>
                </c:pt>
                <c:pt idx="257">
                  <c:v>1.0367303900926421</c:v>
                </c:pt>
                <c:pt idx="258">
                  <c:v>1.0396341685169588</c:v>
                </c:pt>
                <c:pt idx="259">
                  <c:v>1.0409629335426078</c:v>
                </c:pt>
                <c:pt idx="260">
                  <c:v>1.0420919627134215</c:v>
                </c:pt>
                <c:pt idx="261">
                  <c:v>1.0437283707219969</c:v>
                </c:pt>
                <c:pt idx="262">
                  <c:v>1.0411864041803844</c:v>
                </c:pt>
                <c:pt idx="263">
                  <c:v>1.040895509532195</c:v>
                </c:pt>
                <c:pt idx="264">
                  <c:v>1.0434176651864329</c:v>
                </c:pt>
                <c:pt idx="265">
                  <c:v>1.0442355581502183</c:v>
                </c:pt>
                <c:pt idx="266">
                  <c:v>1.0428029055968149</c:v>
                </c:pt>
                <c:pt idx="267">
                  <c:v>1.0410004019600336</c:v>
                </c:pt>
                <c:pt idx="268">
                  <c:v>1.0387416258326314</c:v>
                </c:pt>
                <c:pt idx="269">
                  <c:v>1.0352419416583722</c:v>
                </c:pt>
                <c:pt idx="270">
                  <c:v>1.0370442060332288</c:v>
                </c:pt>
                <c:pt idx="271">
                  <c:v>1.0388876234591531</c:v>
                </c:pt>
                <c:pt idx="272">
                  <c:v>1.0363734591532041</c:v>
                </c:pt>
                <c:pt idx="273">
                  <c:v>1.0349588469489319</c:v>
                </c:pt>
                <c:pt idx="274">
                  <c:v>1.0382068754306715</c:v>
                </c:pt>
                <c:pt idx="275">
                  <c:v>1.0408018145624378</c:v>
                </c:pt>
                <c:pt idx="276">
                  <c:v>1.0443485376311155</c:v>
                </c:pt>
                <c:pt idx="277">
                  <c:v>1.0427485931398821</c:v>
                </c:pt>
                <c:pt idx="278">
                  <c:v>1.0378060638542226</c:v>
                </c:pt>
                <c:pt idx="279">
                  <c:v>1.034528462598576</c:v>
                </c:pt>
                <c:pt idx="280">
                  <c:v>1.0326013034989663</c:v>
                </c:pt>
                <c:pt idx="281">
                  <c:v>1.0342908276548504</c:v>
                </c:pt>
                <c:pt idx="282">
                  <c:v>1.034441897634178</c:v>
                </c:pt>
                <c:pt idx="283">
                  <c:v>1.0323527103590844</c:v>
                </c:pt>
                <c:pt idx="284">
                  <c:v>1.0333084181915626</c:v>
                </c:pt>
                <c:pt idx="285">
                  <c:v>1.0371607265906133</c:v>
                </c:pt>
                <c:pt idx="286">
                  <c:v>1.039137987137279</c:v>
                </c:pt>
                <c:pt idx="287">
                  <c:v>1.0393538970982314</c:v>
                </c:pt>
                <c:pt idx="288">
                  <c:v>1.03777046167981</c:v>
                </c:pt>
                <c:pt idx="289">
                  <c:v>1.0376761446290483</c:v>
                </c:pt>
                <c:pt idx="290">
                  <c:v>1.0364776337952684</c:v>
                </c:pt>
                <c:pt idx="291">
                  <c:v>1.0360070534415435</c:v>
                </c:pt>
                <c:pt idx="292">
                  <c:v>1.0381575396217748</c:v>
                </c:pt>
                <c:pt idx="293">
                  <c:v>1.036214015006508</c:v>
                </c:pt>
                <c:pt idx="294">
                  <c:v>1.0332189342316822</c:v>
                </c:pt>
                <c:pt idx="295">
                  <c:v>1.0349176938978639</c:v>
                </c:pt>
                <c:pt idx="296">
                  <c:v>1.0362155462828266</c:v>
                </c:pt>
                <c:pt idx="297">
                  <c:v>1.0358856997932777</c:v>
                </c:pt>
                <c:pt idx="298">
                  <c:v>1.0399340115611362</c:v>
                </c:pt>
                <c:pt idx="299">
                  <c:v>1.045706301202052</c:v>
                </c:pt>
                <c:pt idx="300">
                  <c:v>1.0470727739070516</c:v>
                </c:pt>
                <c:pt idx="301">
                  <c:v>1.0440306063854223</c:v>
                </c:pt>
                <c:pt idx="302">
                  <c:v>1.0434750401960033</c:v>
                </c:pt>
                <c:pt idx="303">
                  <c:v>1.0415623803690375</c:v>
                </c:pt>
                <c:pt idx="304">
                  <c:v>1.039453573616109</c:v>
                </c:pt>
                <c:pt idx="305">
                  <c:v>1.0423995099915779</c:v>
                </c:pt>
                <c:pt idx="306">
                  <c:v>1.0446037822525074</c:v>
                </c:pt>
                <c:pt idx="307">
                  <c:v>1.0449402802235663</c:v>
                </c:pt>
                <c:pt idx="308">
                  <c:v>1.0468756699333894</c:v>
                </c:pt>
                <c:pt idx="309">
                  <c:v>1.0455632704233979</c:v>
                </c:pt>
                <c:pt idx="310">
                  <c:v>1.0449747817931245</c:v>
                </c:pt>
                <c:pt idx="311">
                  <c:v>1.0476362835923743</c:v>
                </c:pt>
                <c:pt idx="312">
                  <c:v>1.0457442481433274</c:v>
                </c:pt>
                <c:pt idx="313">
                  <c:v>1.0413813069443381</c:v>
                </c:pt>
                <c:pt idx="314">
                  <c:v>1.0394440509915015</c:v>
                </c:pt>
                <c:pt idx="315">
                  <c:v>1.0394842948472551</c:v>
                </c:pt>
                <c:pt idx="316">
                  <c:v>1.0401594919990813</c:v>
                </c:pt>
                <c:pt idx="317">
                  <c:v>1.0387757445831101</c:v>
                </c:pt>
                <c:pt idx="318">
                  <c:v>1.0392380943266213</c:v>
                </c:pt>
                <c:pt idx="319">
                  <c:v>1.0396316323405559</c:v>
                </c:pt>
                <c:pt idx="320">
                  <c:v>1.0383565576908353</c:v>
                </c:pt>
                <c:pt idx="321">
                  <c:v>1.0398024653548732</c:v>
                </c:pt>
                <c:pt idx="322">
                  <c:v>1.0425342623076335</c:v>
                </c:pt>
                <c:pt idx="323">
                  <c:v>1.0438231662966082</c:v>
                </c:pt>
                <c:pt idx="324">
                  <c:v>1.0452169148610366</c:v>
                </c:pt>
                <c:pt idx="325">
                  <c:v>1.0443424125258403</c:v>
                </c:pt>
                <c:pt idx="326">
                  <c:v>1.04246143097772</c:v>
                </c:pt>
                <c:pt idx="327">
                  <c:v>1.0371029209095781</c:v>
                </c:pt>
                <c:pt idx="328">
                  <c:v>1.0319056733787613</c:v>
                </c:pt>
                <c:pt idx="329">
                  <c:v>1.036209995406171</c:v>
                </c:pt>
                <c:pt idx="330">
                  <c:v>1.039185408850777</c:v>
                </c:pt>
                <c:pt idx="331">
                  <c:v>1.0385370568869152</c:v>
                </c:pt>
                <c:pt idx="332">
                  <c:v>1.0387334909271879</c:v>
                </c:pt>
                <c:pt idx="333">
                  <c:v>1.0431586880790138</c:v>
                </c:pt>
                <c:pt idx="334">
                  <c:v>1.0487654084679581</c:v>
                </c:pt>
                <c:pt idx="335">
                  <c:v>1.0521256029400505</c:v>
                </c:pt>
                <c:pt idx="336">
                  <c:v>1.0512834009647041</c:v>
                </c:pt>
                <c:pt idx="337">
                  <c:v>1.0461857342469949</c:v>
                </c:pt>
                <c:pt idx="338">
                  <c:v>1.040103026184825</c:v>
                </c:pt>
                <c:pt idx="339">
                  <c:v>1.0393268126483424</c:v>
                </c:pt>
                <c:pt idx="340">
                  <c:v>1.0460757694663503</c:v>
                </c:pt>
                <c:pt idx="341">
                  <c:v>1.0510589732792281</c:v>
                </c:pt>
                <c:pt idx="342">
                  <c:v>1.0544488362299977</c:v>
                </c:pt>
                <c:pt idx="343">
                  <c:v>1.0538521169895108</c:v>
                </c:pt>
                <c:pt idx="344">
                  <c:v>1.0489668670086516</c:v>
                </c:pt>
                <c:pt idx="345">
                  <c:v>1.0458544043335121</c:v>
                </c:pt>
                <c:pt idx="346">
                  <c:v>1.0422732754000459</c:v>
                </c:pt>
                <c:pt idx="347">
                  <c:v>1.0415550589541382</c:v>
                </c:pt>
                <c:pt idx="348">
                  <c:v>1.0457089809356099</c:v>
                </c:pt>
                <c:pt idx="349">
                  <c:v>1.04838928872215</c:v>
                </c:pt>
                <c:pt idx="350">
                  <c:v>1.0471359869075876</c:v>
                </c:pt>
                <c:pt idx="351">
                  <c:v>1.0481686892274711</c:v>
                </c:pt>
                <c:pt idx="352">
                  <c:v>1.051226935150448</c:v>
                </c:pt>
                <c:pt idx="353">
                  <c:v>1.0505646581425618</c:v>
                </c:pt>
                <c:pt idx="354">
                  <c:v>1.0514202587856978</c:v>
                </c:pt>
                <c:pt idx="355">
                  <c:v>1.0520820572697342</c:v>
                </c:pt>
                <c:pt idx="356">
                  <c:v>1.0510082497511677</c:v>
                </c:pt>
                <c:pt idx="357">
                  <c:v>1.0495138197687772</c:v>
                </c:pt>
                <c:pt idx="358">
                  <c:v>1.0487505742286196</c:v>
                </c:pt>
                <c:pt idx="359">
                  <c:v>1.0464409788683868</c:v>
                </c:pt>
                <c:pt idx="360">
                  <c:v>1.0422147519332363</c:v>
                </c:pt>
                <c:pt idx="361">
                  <c:v>1.0379378971747952</c:v>
                </c:pt>
                <c:pt idx="362">
                  <c:v>1.0380778654008116</c:v>
                </c:pt>
                <c:pt idx="363">
                  <c:v>1.0368885422249445</c:v>
                </c:pt>
                <c:pt idx="364">
                  <c:v>1.0348442404869458</c:v>
                </c:pt>
                <c:pt idx="365">
                  <c:v>1.0357392236429064</c:v>
                </c:pt>
                <c:pt idx="366">
                  <c:v>1.0399549709057498</c:v>
                </c:pt>
                <c:pt idx="367">
                  <c:v>1.0456477777352424</c:v>
                </c:pt>
                <c:pt idx="368">
                  <c:v>1.0525452683561749</c:v>
                </c:pt>
                <c:pt idx="369">
                  <c:v>1.0560605045555471</c:v>
                </c:pt>
                <c:pt idx="370">
                  <c:v>1.0544593637546895</c:v>
                </c:pt>
                <c:pt idx="371">
                  <c:v>1.0487993836612817</c:v>
                </c:pt>
                <c:pt idx="372">
                  <c:v>1.040891633489013</c:v>
                </c:pt>
                <c:pt idx="373">
                  <c:v>1.0356666794273026</c:v>
                </c:pt>
                <c:pt idx="374">
                  <c:v>1.0326908353112318</c:v>
                </c:pt>
                <c:pt idx="375">
                  <c:v>1.0344555355638925</c:v>
                </c:pt>
                <c:pt idx="376">
                  <c:v>1.0389654314371028</c:v>
                </c:pt>
                <c:pt idx="377">
                  <c:v>1.040362051144629</c:v>
                </c:pt>
                <c:pt idx="378">
                  <c:v>1.0443640418038436</c:v>
                </c:pt>
                <c:pt idx="379">
                  <c:v>1.0440558724446827</c:v>
                </c:pt>
                <c:pt idx="380">
                  <c:v>1.0388858050685246</c:v>
                </c:pt>
                <c:pt idx="381">
                  <c:v>1.03789956741444</c:v>
                </c:pt>
                <c:pt idx="382">
                  <c:v>1.0397991156879258</c:v>
                </c:pt>
                <c:pt idx="383">
                  <c:v>1.0406893136053901</c:v>
                </c:pt>
                <c:pt idx="384">
                  <c:v>1.0435338507771228</c:v>
                </c:pt>
                <c:pt idx="385">
                  <c:v>1.0434881038970982</c:v>
                </c:pt>
                <c:pt idx="386">
                  <c:v>1.0405630311614731</c:v>
                </c:pt>
                <c:pt idx="387">
                  <c:v>1.0420764585406936</c:v>
                </c:pt>
                <c:pt idx="388">
                  <c:v>1.0417990104126789</c:v>
                </c:pt>
                <c:pt idx="389">
                  <c:v>1.0414546646504861</c:v>
                </c:pt>
                <c:pt idx="390">
                  <c:v>1.0399461660669167</c:v>
                </c:pt>
                <c:pt idx="391">
                  <c:v>1.043516863180461</c:v>
                </c:pt>
                <c:pt idx="392">
                  <c:v>1.0470470771763265</c:v>
                </c:pt>
                <c:pt idx="393">
                  <c:v>1.0529869458693821</c:v>
                </c:pt>
                <c:pt idx="394">
                  <c:v>1.0532960722762423</c:v>
                </c:pt>
                <c:pt idx="395">
                  <c:v>1.047145605236965</c:v>
                </c:pt>
                <c:pt idx="396">
                  <c:v>1.0434581483041114</c:v>
                </c:pt>
                <c:pt idx="397">
                  <c:v>1.0444180192940815</c:v>
                </c:pt>
                <c:pt idx="398">
                  <c:v>1.0456580659980093</c:v>
                </c:pt>
                <c:pt idx="399">
                  <c:v>1.0438267073730956</c:v>
                </c:pt>
                <c:pt idx="400">
                  <c:v>1.0443358567491003</c:v>
                </c:pt>
                <c:pt idx="401">
                  <c:v>1.045501205880101</c:v>
                </c:pt>
                <c:pt idx="402">
                  <c:v>1.0484318773447669</c:v>
                </c:pt>
                <c:pt idx="403">
                  <c:v>1.0529280874358777</c:v>
                </c:pt>
                <c:pt idx="404">
                  <c:v>1.0525950348365363</c:v>
                </c:pt>
                <c:pt idx="405">
                  <c:v>1.0542210588775744</c:v>
                </c:pt>
                <c:pt idx="406">
                  <c:v>1.0573395988056045</c:v>
                </c:pt>
                <c:pt idx="407">
                  <c:v>1.0567572352806063</c:v>
                </c:pt>
                <c:pt idx="408">
                  <c:v>1.0583124377918995</c:v>
                </c:pt>
                <c:pt idx="409">
                  <c:v>1.0583622042722609</c:v>
                </c:pt>
                <c:pt idx="410">
                  <c:v>1.0536214684939897</c:v>
                </c:pt>
                <c:pt idx="411">
                  <c:v>1.0525280414975882</c:v>
                </c:pt>
                <c:pt idx="412">
                  <c:v>1.0545426269045248</c:v>
                </c:pt>
                <c:pt idx="413">
                  <c:v>1.0546407242936988</c:v>
                </c:pt>
                <c:pt idx="414">
                  <c:v>1.0544249100375163</c:v>
                </c:pt>
                <c:pt idx="415">
                  <c:v>1.054895777505551</c:v>
                </c:pt>
                <c:pt idx="416">
                  <c:v>1.0567285238496287</c:v>
                </c:pt>
                <c:pt idx="417">
                  <c:v>1.0577161970752622</c:v>
                </c:pt>
                <c:pt idx="418">
                  <c:v>1.0580626483423934</c:v>
                </c:pt>
                <c:pt idx="419">
                  <c:v>1.057416162621545</c:v>
                </c:pt>
                <c:pt idx="420">
                  <c:v>1.0559662353571702</c:v>
                </c:pt>
                <c:pt idx="421">
                  <c:v>1.0560997435112165</c:v>
                </c:pt>
                <c:pt idx="422">
                  <c:v>1.0557810466273638</c:v>
                </c:pt>
                <c:pt idx="423">
                  <c:v>1.0529577559145549</c:v>
                </c:pt>
                <c:pt idx="424">
                  <c:v>1.0530486754459842</c:v>
                </c:pt>
                <c:pt idx="425">
                  <c:v>1.0505211124722456</c:v>
                </c:pt>
                <c:pt idx="426">
                  <c:v>1.0476797814103054</c:v>
                </c:pt>
                <c:pt idx="427">
                  <c:v>1.0497779649337724</c:v>
                </c:pt>
                <c:pt idx="428">
                  <c:v>1.0529118176249903</c:v>
                </c:pt>
                <c:pt idx="429">
                  <c:v>1.0519380215909961</c:v>
                </c:pt>
                <c:pt idx="430">
                  <c:v>1.0522179580430289</c:v>
                </c:pt>
                <c:pt idx="431">
                  <c:v>1.0528668363831253</c:v>
                </c:pt>
                <c:pt idx="432">
                  <c:v>1.0506110749559758</c:v>
                </c:pt>
                <c:pt idx="433">
                  <c:v>1.0483940739606461</c:v>
                </c:pt>
                <c:pt idx="434">
                  <c:v>1.0471697706913712</c:v>
                </c:pt>
                <c:pt idx="435">
                  <c:v>1.0498602710359084</c:v>
                </c:pt>
                <c:pt idx="436">
                  <c:v>1.0520265485031774</c:v>
                </c:pt>
                <c:pt idx="437">
                  <c:v>1.0503210895031008</c:v>
                </c:pt>
                <c:pt idx="438">
                  <c:v>1.0499320496133526</c:v>
                </c:pt>
                <c:pt idx="439">
                  <c:v>1.0513542224944492</c:v>
                </c:pt>
                <c:pt idx="440">
                  <c:v>1.0518021208177015</c:v>
                </c:pt>
                <c:pt idx="441">
                  <c:v>1.051724121430212</c:v>
                </c:pt>
                <c:pt idx="442">
                  <c:v>1.0517413482887987</c:v>
                </c:pt>
                <c:pt idx="443">
                  <c:v>1.0519897021667559</c:v>
                </c:pt>
                <c:pt idx="444">
                  <c:v>1.0507785583033458</c:v>
                </c:pt>
                <c:pt idx="445">
                  <c:v>1.0500224906209326</c:v>
                </c:pt>
                <c:pt idx="446">
                  <c:v>1.051323596968073</c:v>
                </c:pt>
                <c:pt idx="447">
                  <c:v>1.0517485261465431</c:v>
                </c:pt>
                <c:pt idx="448">
                  <c:v>1.0519236658755071</c:v>
                </c:pt>
                <c:pt idx="449">
                  <c:v>1.0504220580353725</c:v>
                </c:pt>
                <c:pt idx="450">
                  <c:v>1.0488405367123497</c:v>
                </c:pt>
                <c:pt idx="451">
                  <c:v>1.0492429752698875</c:v>
                </c:pt>
                <c:pt idx="452">
                  <c:v>1.048572084832708</c:v>
                </c:pt>
                <c:pt idx="453">
                  <c:v>1.046154678049154</c:v>
                </c:pt>
                <c:pt idx="454">
                  <c:v>1.0473881211239569</c:v>
                </c:pt>
                <c:pt idx="455">
                  <c:v>1.0505134560906515</c:v>
                </c:pt>
                <c:pt idx="456">
                  <c:v>1.054065538626445</c:v>
                </c:pt>
                <c:pt idx="457">
                  <c:v>1.0568337990965471</c:v>
                </c:pt>
                <c:pt idx="458">
                  <c:v>1.0591895720082689</c:v>
                </c:pt>
                <c:pt idx="459">
                  <c:v>1.0610859620243474</c:v>
                </c:pt>
                <c:pt idx="460">
                  <c:v>1.0590948242860425</c:v>
                </c:pt>
                <c:pt idx="461">
                  <c:v>1.0579205267590537</c:v>
                </c:pt>
                <c:pt idx="462">
                  <c:v>1.057136704693362</c:v>
                </c:pt>
                <c:pt idx="463">
                  <c:v>1.056138025419187</c:v>
                </c:pt>
                <c:pt idx="464">
                  <c:v>1.0570319079702932</c:v>
                </c:pt>
                <c:pt idx="465">
                  <c:v>1.057367353188883</c:v>
                </c:pt>
                <c:pt idx="466">
                  <c:v>1.0566835426077636</c:v>
                </c:pt>
                <c:pt idx="467">
                  <c:v>1.0556408391394227</c:v>
                </c:pt>
                <c:pt idx="468">
                  <c:v>1.0545507618099685</c:v>
                </c:pt>
                <c:pt idx="469">
                  <c:v>1.0559380024500422</c:v>
                </c:pt>
                <c:pt idx="470">
                  <c:v>1.0563509685322716</c:v>
                </c:pt>
                <c:pt idx="471">
                  <c:v>1.0544531429446444</c:v>
                </c:pt>
                <c:pt idx="472">
                  <c:v>1.0504938366128167</c:v>
                </c:pt>
                <c:pt idx="473">
                  <c:v>1.0500186624301355</c:v>
                </c:pt>
                <c:pt idx="474">
                  <c:v>1.0538779572773906</c:v>
                </c:pt>
                <c:pt idx="475">
                  <c:v>1.0562246382359697</c:v>
                </c:pt>
                <c:pt idx="476">
                  <c:v>1.0548689801699718</c:v>
                </c:pt>
                <c:pt idx="477">
                  <c:v>1.0506177742898706</c:v>
                </c:pt>
                <c:pt idx="478">
                  <c:v>1.0475016269810888</c:v>
                </c:pt>
                <c:pt idx="479">
                  <c:v>1.0456234687236812</c:v>
                </c:pt>
                <c:pt idx="480">
                  <c:v>1.0472067127325626</c:v>
                </c:pt>
                <c:pt idx="481">
                  <c:v>1.0527390705152744</c:v>
                </c:pt>
                <c:pt idx="482">
                  <c:v>1.0524237232983691</c:v>
                </c:pt>
                <c:pt idx="483">
                  <c:v>1.0463318754306714</c:v>
                </c:pt>
                <c:pt idx="484">
                  <c:v>1.0432064926115918</c:v>
                </c:pt>
                <c:pt idx="485">
                  <c:v>1.0432941103284588</c:v>
                </c:pt>
                <c:pt idx="486">
                  <c:v>1.0446346470408086</c:v>
                </c:pt>
                <c:pt idx="487">
                  <c:v>1.0446457487941199</c:v>
                </c:pt>
                <c:pt idx="488">
                  <c:v>1.0427309834622158</c:v>
                </c:pt>
                <c:pt idx="489">
                  <c:v>1.0374833952224178</c:v>
                </c:pt>
                <c:pt idx="490">
                  <c:v>1.0366618176249904</c:v>
                </c:pt>
                <c:pt idx="491">
                  <c:v>1.0417749885154275</c:v>
                </c:pt>
                <c:pt idx="492">
                  <c:v>1.0454846968072888</c:v>
                </c:pt>
                <c:pt idx="493">
                  <c:v>1.0478523849628665</c:v>
                </c:pt>
                <c:pt idx="494">
                  <c:v>1.0468420775591456</c:v>
                </c:pt>
                <c:pt idx="495">
                  <c:v>1.0457171636934384</c:v>
                </c:pt>
                <c:pt idx="496">
                  <c:v>1.0478533420105658</c:v>
                </c:pt>
                <c:pt idx="497">
                  <c:v>1.0501780108720618</c:v>
                </c:pt>
                <c:pt idx="498">
                  <c:v>1.0472687772758593</c:v>
                </c:pt>
                <c:pt idx="499">
                  <c:v>1.0429954635939056</c:v>
                </c:pt>
                <c:pt idx="500">
                  <c:v>1.0401127880713574</c:v>
                </c:pt>
                <c:pt idx="501">
                  <c:v>1.0395296589081999</c:v>
                </c:pt>
                <c:pt idx="502">
                  <c:v>1.0404647902151443</c:v>
                </c:pt>
                <c:pt idx="503">
                  <c:v>1.0419422326008729</c:v>
                </c:pt>
                <c:pt idx="504">
                  <c:v>1.0475735491156879</c:v>
                </c:pt>
                <c:pt idx="505">
                  <c:v>1.0514910803154429</c:v>
                </c:pt>
                <c:pt idx="506">
                  <c:v>1.0474442519715184</c:v>
                </c:pt>
                <c:pt idx="507">
                  <c:v>1.0468449965546283</c:v>
                </c:pt>
                <c:pt idx="508">
                  <c:v>1.0508082267820229</c:v>
                </c:pt>
                <c:pt idx="509">
                  <c:v>1.0545215718551413</c:v>
                </c:pt>
                <c:pt idx="510">
                  <c:v>1.0533530166143481</c:v>
                </c:pt>
                <c:pt idx="511">
                  <c:v>1.0525912066457392</c:v>
                </c:pt>
                <c:pt idx="512">
                  <c:v>1.0523729997703086</c:v>
                </c:pt>
                <c:pt idx="513">
                  <c:v>1.0558949353035756</c:v>
                </c:pt>
                <c:pt idx="514">
                  <c:v>1.058797660975423</c:v>
                </c:pt>
                <c:pt idx="515">
                  <c:v>1.0552187811040503</c:v>
                </c:pt>
                <c:pt idx="516">
                  <c:v>1.0526218321721155</c:v>
                </c:pt>
                <c:pt idx="517">
                  <c:v>1.0563232141489931</c:v>
                </c:pt>
                <c:pt idx="518">
                  <c:v>1.0559212541153051</c:v>
                </c:pt>
                <c:pt idx="519">
                  <c:v>1.0539870607151061</c:v>
                </c:pt>
                <c:pt idx="520">
                  <c:v>1.0578985146619708</c:v>
                </c:pt>
                <c:pt idx="521">
                  <c:v>1.057916220044407</c:v>
                </c:pt>
                <c:pt idx="522">
                  <c:v>1.0578401347523161</c:v>
                </c:pt>
                <c:pt idx="523">
                  <c:v>1.0606806523237118</c:v>
                </c:pt>
                <c:pt idx="524">
                  <c:v>1.0590158678508537</c:v>
                </c:pt>
                <c:pt idx="525">
                  <c:v>1.0586981280147003</c:v>
                </c:pt>
                <c:pt idx="526">
                  <c:v>1.0575956090651557</c:v>
                </c:pt>
                <c:pt idx="527">
                  <c:v>1.0544919033764644</c:v>
                </c:pt>
                <c:pt idx="528">
                  <c:v>1.0548704157415205</c:v>
                </c:pt>
                <c:pt idx="529">
                  <c:v>1.0599576027869229</c:v>
                </c:pt>
                <c:pt idx="530">
                  <c:v>1.0614740448663962</c:v>
                </c:pt>
                <c:pt idx="531">
                  <c:v>1.0572300168440396</c:v>
                </c:pt>
                <c:pt idx="532">
                  <c:v>1.0555475269887451</c:v>
                </c:pt>
                <c:pt idx="533">
                  <c:v>1.0555001531276318</c:v>
                </c:pt>
                <c:pt idx="534">
                  <c:v>1.0573687887604317</c:v>
                </c:pt>
                <c:pt idx="535">
                  <c:v>1.0572300168440396</c:v>
                </c:pt>
                <c:pt idx="536">
                  <c:v>1.0568888293392542</c:v>
                </c:pt>
                <c:pt idx="537">
                  <c:v>1.059569519944874</c:v>
                </c:pt>
                <c:pt idx="538">
                  <c:v>1.0559107265906134</c:v>
                </c:pt>
                <c:pt idx="539">
                  <c:v>1.0504756527065309</c:v>
                </c:pt>
                <c:pt idx="540">
                  <c:v>1.046993578209938</c:v>
                </c:pt>
                <c:pt idx="541">
                  <c:v>1.0458820630120205</c:v>
                </c:pt>
                <c:pt idx="542">
                  <c:v>1.0480107763570936</c:v>
                </c:pt>
                <c:pt idx="543">
                  <c:v>1.0512618673914709</c:v>
                </c:pt>
                <c:pt idx="544">
                  <c:v>1.0520303766939745</c:v>
                </c:pt>
                <c:pt idx="545">
                  <c:v>1.0508283247837071</c:v>
                </c:pt>
                <c:pt idx="546">
                  <c:v>1.0538463747033151</c:v>
                </c:pt>
                <c:pt idx="547">
                  <c:v>1.0571615879335425</c:v>
                </c:pt>
                <c:pt idx="548">
                  <c:v>1.0567806829492381</c:v>
                </c:pt>
                <c:pt idx="549">
                  <c:v>1.0556877344766864</c:v>
                </c:pt>
                <c:pt idx="550">
                  <c:v>1.0524500421100988</c:v>
                </c:pt>
                <c:pt idx="551">
                  <c:v>1.0472214991195161</c:v>
                </c:pt>
                <c:pt idx="552">
                  <c:v>1.047145605236965</c:v>
                </c:pt>
                <c:pt idx="553">
                  <c:v>1.0478595628206109</c:v>
                </c:pt>
                <c:pt idx="554">
                  <c:v>1.0481265791287038</c:v>
                </c:pt>
                <c:pt idx="555">
                  <c:v>1.0475506756756756</c:v>
                </c:pt>
                <c:pt idx="556">
                  <c:v>1.0494138082842048</c:v>
                </c:pt>
                <c:pt idx="557">
                  <c:v>1.0528969833856519</c:v>
                </c:pt>
                <c:pt idx="558">
                  <c:v>1.0487845494219432</c:v>
                </c:pt>
                <c:pt idx="559">
                  <c:v>1.0485534224025725</c:v>
                </c:pt>
                <c:pt idx="560">
                  <c:v>1.0532884158946483</c:v>
                </c:pt>
                <c:pt idx="561">
                  <c:v>1.0562763188117297</c:v>
                </c:pt>
                <c:pt idx="562">
                  <c:v>1.0599719585024117</c:v>
                </c:pt>
                <c:pt idx="563">
                  <c:v>1.0580152744812801</c:v>
                </c:pt>
                <c:pt idx="564">
                  <c:v>1.0525639307863104</c:v>
                </c:pt>
                <c:pt idx="565">
                  <c:v>1.0498803690375929</c:v>
                </c:pt>
                <c:pt idx="566">
                  <c:v>1.0459912143021208</c:v>
                </c:pt>
                <c:pt idx="567">
                  <c:v>1.0457163023505092</c:v>
                </c:pt>
                <c:pt idx="568">
                  <c:v>1.0460998392159866</c:v>
                </c:pt>
                <c:pt idx="569">
                  <c:v>1.0485079626368579</c:v>
                </c:pt>
                <c:pt idx="570">
                  <c:v>1.0501114960569635</c:v>
                </c:pt>
                <c:pt idx="571">
                  <c:v>1.0518887336344844</c:v>
                </c:pt>
                <c:pt idx="572">
                  <c:v>1.0513039774902382</c:v>
                </c:pt>
                <c:pt idx="573">
                  <c:v>1.052782137661741</c:v>
                </c:pt>
                <c:pt idx="574">
                  <c:v>1.056581138503943</c:v>
                </c:pt>
                <c:pt idx="575">
                  <c:v>1.058885230839905</c:v>
                </c:pt>
                <c:pt idx="576">
                  <c:v>1.0580913597733712</c:v>
                </c:pt>
                <c:pt idx="577">
                  <c:v>1.0573061021361305</c:v>
                </c:pt>
                <c:pt idx="578">
                  <c:v>1.0575884312074113</c:v>
                </c:pt>
                <c:pt idx="579">
                  <c:v>1.0584344613735548</c:v>
                </c:pt>
                <c:pt idx="580">
                  <c:v>1.0581688806370109</c:v>
                </c:pt>
                <c:pt idx="581">
                  <c:v>1.055310657683179</c:v>
                </c:pt>
                <c:pt idx="582">
                  <c:v>1.052011714263839</c:v>
                </c:pt>
                <c:pt idx="583">
                  <c:v>1.0490084985835695</c:v>
                </c:pt>
                <c:pt idx="584">
                  <c:v>1.0471115821912564</c:v>
                </c:pt>
                <c:pt idx="585">
                  <c:v>1.0482524309011561</c:v>
                </c:pt>
                <c:pt idx="586">
                  <c:v>1.0513695352576373</c:v>
                </c:pt>
                <c:pt idx="587">
                  <c:v>1.0529601485338029</c:v>
                </c:pt>
                <c:pt idx="588">
                  <c:v>1.0560313146007196</c:v>
                </c:pt>
                <c:pt idx="589">
                  <c:v>1.0552695046321108</c:v>
                </c:pt>
                <c:pt idx="590">
                  <c:v>1.0515647729882858</c:v>
                </c:pt>
                <c:pt idx="591">
                  <c:v>1.0490568294923819</c:v>
                </c:pt>
                <c:pt idx="592">
                  <c:v>1.0491731107878417</c:v>
                </c:pt>
                <c:pt idx="593">
                  <c:v>1.0530759513054131</c:v>
                </c:pt>
                <c:pt idx="594">
                  <c:v>1.0547704042569481</c:v>
                </c:pt>
                <c:pt idx="595">
                  <c:v>1.0518499732026645</c:v>
                </c:pt>
                <c:pt idx="596">
                  <c:v>1.0497750937906745</c:v>
                </c:pt>
                <c:pt idx="597">
                  <c:v>1.0485266250669933</c:v>
                </c:pt>
                <c:pt idx="598">
                  <c:v>1.0469795574611438</c:v>
                </c:pt>
                <c:pt idx="599">
                  <c:v>1.0469462043488247</c:v>
                </c:pt>
                <c:pt idx="600">
                  <c:v>1.045751282443917</c:v>
                </c:pt>
                <c:pt idx="601">
                  <c:v>1.0416060695965086</c:v>
                </c:pt>
                <c:pt idx="602">
                  <c:v>1.0404431130847562</c:v>
                </c:pt>
                <c:pt idx="603">
                  <c:v>1.0424200386647271</c:v>
                </c:pt>
                <c:pt idx="604">
                  <c:v>1.0433116243013552</c:v>
                </c:pt>
                <c:pt idx="605">
                  <c:v>1.0400736926728429</c:v>
                </c:pt>
                <c:pt idx="606">
                  <c:v>1.0401562858892888</c:v>
                </c:pt>
                <c:pt idx="607">
                  <c:v>1.0429402897940434</c:v>
                </c:pt>
                <c:pt idx="608">
                  <c:v>1.0447451381976878</c:v>
                </c:pt>
                <c:pt idx="609">
                  <c:v>1.0476075243090115</c:v>
                </c:pt>
                <c:pt idx="610">
                  <c:v>1.0453559738917388</c:v>
                </c:pt>
                <c:pt idx="611">
                  <c:v>1.0428360672995942</c:v>
                </c:pt>
                <c:pt idx="612">
                  <c:v>1.044244697955746</c:v>
                </c:pt>
                <c:pt idx="613">
                  <c:v>1.0474648763494372</c:v>
                </c:pt>
                <c:pt idx="614">
                  <c:v>1.0498425656534722</c:v>
                </c:pt>
                <c:pt idx="615">
                  <c:v>1.0501143672000612</c:v>
                </c:pt>
                <c:pt idx="616">
                  <c:v>1.0478968876808821</c:v>
                </c:pt>
                <c:pt idx="617">
                  <c:v>1.0460886417579052</c:v>
                </c:pt>
                <c:pt idx="618">
                  <c:v>1.0422268585866319</c:v>
                </c:pt>
                <c:pt idx="619">
                  <c:v>1.0415022777735243</c:v>
                </c:pt>
                <c:pt idx="620">
                  <c:v>1.0441398055279074</c:v>
                </c:pt>
                <c:pt idx="621">
                  <c:v>1.0451399682260163</c:v>
                </c:pt>
                <c:pt idx="622">
                  <c:v>1.0453328133374167</c:v>
                </c:pt>
                <c:pt idx="623">
                  <c:v>1.0467464684939898</c:v>
                </c:pt>
                <c:pt idx="624">
                  <c:v>1.0483328229078936</c:v>
                </c:pt>
                <c:pt idx="625">
                  <c:v>1.0488151749483194</c:v>
                </c:pt>
                <c:pt idx="626">
                  <c:v>1.0511580277161015</c:v>
                </c:pt>
                <c:pt idx="627">
                  <c:v>1.048842929331598</c:v>
                </c:pt>
                <c:pt idx="628">
                  <c:v>1.0467034013475232</c:v>
                </c:pt>
                <c:pt idx="629">
                  <c:v>1.0497157568333206</c:v>
                </c:pt>
                <c:pt idx="630">
                  <c:v>1.0529922096317281</c:v>
                </c:pt>
                <c:pt idx="631">
                  <c:v>1.0559016346374703</c:v>
                </c:pt>
                <c:pt idx="632">
                  <c:v>1.0564466733021973</c:v>
                </c:pt>
                <c:pt idx="633">
                  <c:v>1.0502670163080927</c:v>
                </c:pt>
                <c:pt idx="634">
                  <c:v>1.0430363773830487</c:v>
                </c:pt>
                <c:pt idx="635">
                  <c:v>1.0426083856519408</c:v>
                </c:pt>
                <c:pt idx="636">
                  <c:v>1.0460815596049307</c:v>
                </c:pt>
                <c:pt idx="637">
                  <c:v>1.0465903740142408</c:v>
                </c:pt>
                <c:pt idx="638">
                  <c:v>1.0448546244544827</c:v>
                </c:pt>
                <c:pt idx="639">
                  <c:v>1.0465719029936451</c:v>
                </c:pt>
                <c:pt idx="640">
                  <c:v>1.0489266710052829</c:v>
                </c:pt>
                <c:pt idx="641">
                  <c:v>1.0487472245616722</c:v>
                </c:pt>
                <c:pt idx="642">
                  <c:v>1.0463787229155501</c:v>
                </c:pt>
                <c:pt idx="643">
                  <c:v>1.0476491080315442</c:v>
                </c:pt>
                <c:pt idx="644">
                  <c:v>1.0456734266135823</c:v>
                </c:pt>
                <c:pt idx="645">
                  <c:v>1.0414592106270577</c:v>
                </c:pt>
                <c:pt idx="646">
                  <c:v>1.0421361783171272</c:v>
                </c:pt>
                <c:pt idx="647">
                  <c:v>1.0405101064237041</c:v>
                </c:pt>
                <c:pt idx="648">
                  <c:v>1.0365213230227395</c:v>
                </c:pt>
                <c:pt idx="649">
                  <c:v>1.0368570553556389</c:v>
                </c:pt>
                <c:pt idx="650">
                  <c:v>1.0409209670009953</c:v>
                </c:pt>
                <c:pt idx="651">
                  <c:v>1.0420255436030932</c:v>
                </c:pt>
                <c:pt idx="652">
                  <c:v>1.0436163961411837</c:v>
                </c:pt>
                <c:pt idx="653">
                  <c:v>1.045681609371411</c:v>
                </c:pt>
                <c:pt idx="654">
                  <c:v>1.0460545708598117</c:v>
                </c:pt>
                <c:pt idx="655">
                  <c:v>1.0438655156573005</c:v>
                </c:pt>
                <c:pt idx="656">
                  <c:v>1.0430986333358854</c:v>
                </c:pt>
                <c:pt idx="657">
                  <c:v>1.0443872980629354</c:v>
                </c:pt>
                <c:pt idx="658">
                  <c:v>1.043823309853763</c:v>
                </c:pt>
                <c:pt idx="659">
                  <c:v>1.0435329894341934</c:v>
                </c:pt>
                <c:pt idx="660">
                  <c:v>1.0380148438098156</c:v>
                </c:pt>
                <c:pt idx="661">
                  <c:v>1.0320153031927111</c:v>
                </c:pt>
                <c:pt idx="662">
                  <c:v>1.0298913272337493</c:v>
                </c:pt>
                <c:pt idx="663">
                  <c:v>1.0289203544904677</c:v>
                </c:pt>
                <c:pt idx="664">
                  <c:v>1.029623832401807</c:v>
                </c:pt>
                <c:pt idx="665">
                  <c:v>1.031315701324554</c:v>
                </c:pt>
                <c:pt idx="666">
                  <c:v>1.0386117544598423</c:v>
                </c:pt>
                <c:pt idx="667">
                  <c:v>1.0467754191868923</c:v>
                </c:pt>
                <c:pt idx="668">
                  <c:v>1.0500306255263763</c:v>
                </c:pt>
                <c:pt idx="669">
                  <c:v>1.0481926154199526</c:v>
                </c:pt>
                <c:pt idx="670">
                  <c:v>1.0457800895796647</c:v>
                </c:pt>
                <c:pt idx="671">
                  <c:v>1.0399374569328534</c:v>
                </c:pt>
                <c:pt idx="672">
                  <c:v>1.0363326410688309</c:v>
                </c:pt>
                <c:pt idx="673">
                  <c:v>1.0374376004900083</c:v>
                </c:pt>
                <c:pt idx="674">
                  <c:v>1.035198348135671</c:v>
                </c:pt>
                <c:pt idx="675">
                  <c:v>1.0334993970599495</c:v>
                </c:pt>
                <c:pt idx="676">
                  <c:v>1.0344651060408852</c:v>
                </c:pt>
                <c:pt idx="677">
                  <c:v>1.035539918459536</c:v>
                </c:pt>
                <c:pt idx="678">
                  <c:v>1.0364261924814333</c:v>
                </c:pt>
                <c:pt idx="679">
                  <c:v>1.0321680958578976</c:v>
                </c:pt>
                <c:pt idx="680">
                  <c:v>1.0309147461909502</c:v>
                </c:pt>
                <c:pt idx="681">
                  <c:v>1.0337485165760663</c:v>
                </c:pt>
                <c:pt idx="682">
                  <c:v>1.0380804494295996</c:v>
                </c:pt>
                <c:pt idx="683">
                  <c:v>1.0421639805527907</c:v>
                </c:pt>
                <c:pt idx="684">
                  <c:v>1.0412395681800781</c:v>
                </c:pt>
                <c:pt idx="685">
                  <c:v>1.0386215163463748</c:v>
                </c:pt>
                <c:pt idx="686">
                  <c:v>1.0377055738458005</c:v>
                </c:pt>
                <c:pt idx="687">
                  <c:v>1.036606883087053</c:v>
                </c:pt>
                <c:pt idx="688">
                  <c:v>1.0367284759972437</c:v>
                </c:pt>
                <c:pt idx="689">
                  <c:v>1.0329297622693514</c:v>
                </c:pt>
                <c:pt idx="690">
                  <c:v>1.0280724580813108</c:v>
                </c:pt>
                <c:pt idx="691">
                  <c:v>1.0314722743281526</c:v>
                </c:pt>
                <c:pt idx="692">
                  <c:v>1.0358210990735779</c:v>
                </c:pt>
                <c:pt idx="693">
                  <c:v>1.0364434671924048</c:v>
                </c:pt>
                <c:pt idx="694">
                  <c:v>1.0359939418880637</c:v>
                </c:pt>
                <c:pt idx="695">
                  <c:v>1.0362579434959038</c:v>
                </c:pt>
                <c:pt idx="696">
                  <c:v>1.0368210703621468</c:v>
                </c:pt>
                <c:pt idx="697">
                  <c:v>1.0371894858739759</c:v>
                </c:pt>
                <c:pt idx="698">
                  <c:v>1.0391772260929484</c:v>
                </c:pt>
                <c:pt idx="699">
                  <c:v>1.0368348039966311</c:v>
                </c:pt>
                <c:pt idx="700">
                  <c:v>1.0364881134675752</c:v>
                </c:pt>
                <c:pt idx="701">
                  <c:v>1.039364759589618</c:v>
                </c:pt>
                <c:pt idx="702">
                  <c:v>1.0438297699257331</c:v>
                </c:pt>
                <c:pt idx="703">
                  <c:v>1.0492094786004134</c:v>
                </c:pt>
                <c:pt idx="704">
                  <c:v>1.0501416430594901</c:v>
                </c:pt>
                <c:pt idx="705">
                  <c:v>1.0508766556925198</c:v>
                </c:pt>
                <c:pt idx="706">
                  <c:v>1.0519418497817932</c:v>
                </c:pt>
                <c:pt idx="707">
                  <c:v>1.0480672421713497</c:v>
                </c:pt>
                <c:pt idx="708">
                  <c:v>1.0423281620855984</c:v>
                </c:pt>
                <c:pt idx="709">
                  <c:v>1.0402071529745043</c:v>
                </c:pt>
                <c:pt idx="710">
                  <c:v>1.0420130541306178</c:v>
                </c:pt>
                <c:pt idx="711">
                  <c:v>1.0430385785927569</c:v>
                </c:pt>
                <c:pt idx="712">
                  <c:v>1.0404985261465431</c:v>
                </c:pt>
                <c:pt idx="713">
                  <c:v>1.038233433504326</c:v>
                </c:pt>
                <c:pt idx="714">
                  <c:v>1.0405782003675064</c:v>
                </c:pt>
                <c:pt idx="715">
                  <c:v>1.0446378531506011</c:v>
                </c:pt>
                <c:pt idx="716">
                  <c:v>1.0426896868539928</c:v>
                </c:pt>
                <c:pt idx="717">
                  <c:v>1.0378506622770078</c:v>
                </c:pt>
                <c:pt idx="718">
                  <c:v>1.0373281620855983</c:v>
                </c:pt>
                <c:pt idx="719">
                  <c:v>1.0377870186050073</c:v>
                </c:pt>
                <c:pt idx="720">
                  <c:v>1.0385393538013934</c:v>
                </c:pt>
                <c:pt idx="721">
                  <c:v>1.0367390513743204</c:v>
                </c:pt>
                <c:pt idx="722">
                  <c:v>1.0381847197764336</c:v>
                </c:pt>
                <c:pt idx="723">
                  <c:v>1.037959957124263</c:v>
                </c:pt>
                <c:pt idx="724">
                  <c:v>1.0389044196462751</c:v>
                </c:pt>
                <c:pt idx="725">
                  <c:v>1.0387072678202283</c:v>
                </c:pt>
                <c:pt idx="726">
                  <c:v>1.0377555795880866</c:v>
                </c:pt>
                <c:pt idx="727">
                  <c:v>1.0381049019983155</c:v>
                </c:pt>
                <c:pt idx="728">
                  <c:v>1.0411670718168593</c:v>
                </c:pt>
                <c:pt idx="729">
                  <c:v>1.0443887336344844</c:v>
                </c:pt>
                <c:pt idx="730">
                  <c:v>1.0423414171962331</c:v>
                </c:pt>
                <c:pt idx="731">
                  <c:v>1.0405160401194395</c:v>
                </c:pt>
                <c:pt idx="732">
                  <c:v>1.0411211813796799</c:v>
                </c:pt>
                <c:pt idx="733">
                  <c:v>1.038913655156573</c:v>
                </c:pt>
                <c:pt idx="734">
                  <c:v>1.0367988190031392</c:v>
                </c:pt>
                <c:pt idx="735">
                  <c:v>1.0395442538856137</c:v>
                </c:pt>
                <c:pt idx="736">
                  <c:v>1.0398948683102365</c:v>
                </c:pt>
                <c:pt idx="737">
                  <c:v>1.0363735070055891</c:v>
                </c:pt>
                <c:pt idx="738">
                  <c:v>1.0378446328765025</c:v>
                </c:pt>
                <c:pt idx="739">
                  <c:v>1.042907223796034</c:v>
                </c:pt>
                <c:pt idx="740">
                  <c:v>1.0418363352729501</c:v>
                </c:pt>
                <c:pt idx="741">
                  <c:v>1.039131479212924</c:v>
                </c:pt>
                <c:pt idx="742">
                  <c:v>1.0385501205880101</c:v>
                </c:pt>
                <c:pt idx="743">
                  <c:v>1.0384765236199371</c:v>
                </c:pt>
                <c:pt idx="744">
                  <c:v>1.0396067491003751</c:v>
                </c:pt>
                <c:pt idx="745">
                  <c:v>1.0416833033458388</c:v>
                </c:pt>
                <c:pt idx="746">
                  <c:v>1.0397118807901387</c:v>
                </c:pt>
                <c:pt idx="747">
                  <c:v>1.0372920813873363</c:v>
                </c:pt>
                <c:pt idx="748">
                  <c:v>1.036569510374397</c:v>
                </c:pt>
                <c:pt idx="749">
                  <c:v>1.0389723221805376</c:v>
                </c:pt>
                <c:pt idx="750">
                  <c:v>1.0407299881326084</c:v>
                </c:pt>
                <c:pt idx="751">
                  <c:v>1.0437068371487634</c:v>
                </c:pt>
                <c:pt idx="752">
                  <c:v>1.0430354203353496</c:v>
                </c:pt>
                <c:pt idx="753">
                  <c:v>1.0386914286808056</c:v>
                </c:pt>
                <c:pt idx="754">
                  <c:v>1.0352032769313222</c:v>
                </c:pt>
                <c:pt idx="755">
                  <c:v>1.0308277505550876</c:v>
                </c:pt>
                <c:pt idx="756">
                  <c:v>1.0304285181073425</c:v>
                </c:pt>
                <c:pt idx="757">
                  <c:v>1.030348030395835</c:v>
                </c:pt>
                <c:pt idx="758">
                  <c:v>1.0281653395605237</c:v>
                </c:pt>
                <c:pt idx="759">
                  <c:v>1.0291105677206951</c:v>
                </c:pt>
                <c:pt idx="760">
                  <c:v>1.0323139499272644</c:v>
                </c:pt>
                <c:pt idx="761">
                  <c:v>1.0352858701477681</c:v>
                </c:pt>
                <c:pt idx="762">
                  <c:v>1.0393616491845954</c:v>
                </c:pt>
                <c:pt idx="763">
                  <c:v>1.0401957641068831</c:v>
                </c:pt>
                <c:pt idx="764">
                  <c:v>1.0408543086287421</c:v>
                </c:pt>
                <c:pt idx="765">
                  <c:v>1.0421836000306255</c:v>
                </c:pt>
                <c:pt idx="766">
                  <c:v>1.040798991271725</c:v>
                </c:pt>
                <c:pt idx="767">
                  <c:v>1.0388892025878569</c:v>
                </c:pt>
                <c:pt idx="768">
                  <c:v>1.0375439763417809</c:v>
                </c:pt>
                <c:pt idx="769">
                  <c:v>1.0361265408467959</c:v>
                </c:pt>
                <c:pt idx="770">
                  <c:v>1.0329095207105121</c:v>
                </c:pt>
                <c:pt idx="771">
                  <c:v>1.0279333033458387</c:v>
                </c:pt>
                <c:pt idx="772">
                  <c:v>1.0286290770231989</c:v>
                </c:pt>
                <c:pt idx="773">
                  <c:v>1.0325865649643977</c:v>
                </c:pt>
                <c:pt idx="774">
                  <c:v>1.0338994429982391</c:v>
                </c:pt>
                <c:pt idx="775">
                  <c:v>1.0312697630349896</c:v>
                </c:pt>
                <c:pt idx="776">
                  <c:v>1.0223250038281908</c:v>
                </c:pt>
                <c:pt idx="777">
                  <c:v>1.0197934691065003</c:v>
                </c:pt>
                <c:pt idx="778">
                  <c:v>1.0236880790138581</c:v>
                </c:pt>
                <c:pt idx="779">
                  <c:v>1.0290122789219815</c:v>
                </c:pt>
                <c:pt idx="780">
                  <c:v>1.0333319615649643</c:v>
                </c:pt>
                <c:pt idx="781">
                  <c:v>1.0356238993951459</c:v>
                </c:pt>
                <c:pt idx="782">
                  <c:v>1.0360289698338565</c:v>
                </c:pt>
                <c:pt idx="783">
                  <c:v>1.0344766863180461</c:v>
                </c:pt>
                <c:pt idx="784">
                  <c:v>1.0285234668095857</c:v>
                </c:pt>
                <c:pt idx="785">
                  <c:v>1.0287758402878799</c:v>
                </c:pt>
                <c:pt idx="786">
                  <c:v>1.0342095743051833</c:v>
                </c:pt>
                <c:pt idx="787">
                  <c:v>1.0369097408314831</c:v>
                </c:pt>
                <c:pt idx="788">
                  <c:v>1.0386064428451114</c:v>
                </c:pt>
                <c:pt idx="789">
                  <c:v>1.0391672727968762</c:v>
                </c:pt>
                <c:pt idx="790">
                  <c:v>1.0374571721154582</c:v>
                </c:pt>
                <c:pt idx="791">
                  <c:v>1.0352703659750402</c:v>
                </c:pt>
                <c:pt idx="792">
                  <c:v>1.0331443802159099</c:v>
                </c:pt>
                <c:pt idx="793">
                  <c:v>1.0301723164382512</c:v>
                </c:pt>
                <c:pt idx="794">
                  <c:v>1.0299789449506163</c:v>
                </c:pt>
                <c:pt idx="795">
                  <c:v>1.029081042799173</c:v>
                </c:pt>
                <c:pt idx="796">
                  <c:v>1.0273293583952223</c:v>
                </c:pt>
                <c:pt idx="797">
                  <c:v>1.028152084449889</c:v>
                </c:pt>
                <c:pt idx="798">
                  <c:v>1.0310071969986985</c:v>
                </c:pt>
                <c:pt idx="799">
                  <c:v>1.0312164554781411</c:v>
                </c:pt>
                <c:pt idx="800">
                  <c:v>1.029404572773907</c:v>
                </c:pt>
                <c:pt idx="801">
                  <c:v>1.0299756909884388</c:v>
                </c:pt>
                <c:pt idx="802">
                  <c:v>1.0313039296378532</c:v>
                </c:pt>
                <c:pt idx="803">
                  <c:v>1.032739549039124</c:v>
                </c:pt>
                <c:pt idx="804">
                  <c:v>1.0335388752775438</c:v>
                </c:pt>
                <c:pt idx="805">
                  <c:v>1.0347085311231912</c:v>
                </c:pt>
                <c:pt idx="806">
                  <c:v>1.0316319577367736</c:v>
                </c:pt>
                <c:pt idx="807">
                  <c:v>1.027042626904525</c:v>
                </c:pt>
                <c:pt idx="808">
                  <c:v>1.0280007752086364</c:v>
                </c:pt>
                <c:pt idx="809">
                  <c:v>1.0367059853763112</c:v>
                </c:pt>
                <c:pt idx="810">
                  <c:v>1.0453623861113237</c:v>
                </c:pt>
                <c:pt idx="811">
                  <c:v>1.0467573309853764</c:v>
                </c:pt>
                <c:pt idx="812">
                  <c:v>1.0425703908582804</c:v>
                </c:pt>
                <c:pt idx="813">
                  <c:v>1.0415783152132303</c:v>
                </c:pt>
                <c:pt idx="814">
                  <c:v>1.0418262384197228</c:v>
                </c:pt>
                <c:pt idx="815">
                  <c:v>1.0380689170048236</c:v>
                </c:pt>
                <c:pt idx="816">
                  <c:v>1.034363324018069</c:v>
                </c:pt>
                <c:pt idx="817">
                  <c:v>1.0350077520863641</c:v>
                </c:pt>
                <c:pt idx="818">
                  <c:v>1.0359667617334047</c:v>
                </c:pt>
                <c:pt idx="819">
                  <c:v>1.0351748526146543</c:v>
                </c:pt>
                <c:pt idx="820">
                  <c:v>1.0358204291401882</c:v>
                </c:pt>
                <c:pt idx="821">
                  <c:v>1.0372789219814715</c:v>
                </c:pt>
                <c:pt idx="822">
                  <c:v>1.037860663425465</c:v>
                </c:pt>
                <c:pt idx="823">
                  <c:v>1.0348502220350662</c:v>
                </c:pt>
                <c:pt idx="824">
                  <c:v>1.0348308418191563</c:v>
                </c:pt>
                <c:pt idx="825">
                  <c:v>1.0350124894724753</c:v>
                </c:pt>
                <c:pt idx="826">
                  <c:v>1.0361482658295689</c:v>
                </c:pt>
                <c:pt idx="827">
                  <c:v>1.0372163310619402</c:v>
                </c:pt>
                <c:pt idx="828">
                  <c:v>1.0362542588622616</c:v>
                </c:pt>
                <c:pt idx="829">
                  <c:v>1.0386091704310543</c:v>
                </c:pt>
                <c:pt idx="830">
                  <c:v>1.0401184825051681</c:v>
                </c:pt>
                <c:pt idx="831">
                  <c:v>1.0399490850623996</c:v>
                </c:pt>
                <c:pt idx="832">
                  <c:v>1.0399686566878492</c:v>
                </c:pt>
                <c:pt idx="833">
                  <c:v>1.0404701496822601</c:v>
                </c:pt>
                <c:pt idx="834">
                  <c:v>1.0377470618635634</c:v>
                </c:pt>
                <c:pt idx="835">
                  <c:v>1.0374623880254192</c:v>
                </c:pt>
                <c:pt idx="836">
                  <c:v>1.0366709574305184</c:v>
                </c:pt>
                <c:pt idx="837">
                  <c:v>1.0330074266901463</c:v>
                </c:pt>
                <c:pt idx="838">
                  <c:v>1.0341656936681725</c:v>
                </c:pt>
                <c:pt idx="839">
                  <c:v>1.0372107801852843</c:v>
                </c:pt>
                <c:pt idx="840">
                  <c:v>1.0396793890207487</c:v>
                </c:pt>
                <c:pt idx="841">
                  <c:v>1.0395236295076946</c:v>
                </c:pt>
                <c:pt idx="842">
                  <c:v>1.0364868693055662</c:v>
                </c:pt>
                <c:pt idx="843">
                  <c:v>1.0350936949697573</c:v>
                </c:pt>
                <c:pt idx="844">
                  <c:v>1.0343961986065386</c:v>
                </c:pt>
                <c:pt idx="845">
                  <c:v>1.0329621104815865</c:v>
                </c:pt>
                <c:pt idx="846">
                  <c:v>1.0321948453410918</c:v>
                </c:pt>
                <c:pt idx="847">
                  <c:v>1.0293934231682107</c:v>
                </c:pt>
                <c:pt idx="848">
                  <c:v>1.0287164554781409</c:v>
                </c:pt>
                <c:pt idx="849">
                  <c:v>1.0297994506546206</c:v>
                </c:pt>
                <c:pt idx="850">
                  <c:v>1.0312673225633566</c:v>
                </c:pt>
                <c:pt idx="851">
                  <c:v>1.0355409233596202</c:v>
                </c:pt>
                <c:pt idx="852">
                  <c:v>1.038657214225557</c:v>
                </c:pt>
                <c:pt idx="853">
                  <c:v>1.0373393595436797</c:v>
                </c:pt>
                <c:pt idx="854">
                  <c:v>1.0384749444912333</c:v>
                </c:pt>
                <c:pt idx="855">
                  <c:v>1.0388780051297757</c:v>
                </c:pt>
                <c:pt idx="856">
                  <c:v>1.0363647500191409</c:v>
                </c:pt>
                <c:pt idx="857">
                  <c:v>1.033643145624378</c:v>
                </c:pt>
                <c:pt idx="858">
                  <c:v>1.0339589235127478</c:v>
                </c:pt>
                <c:pt idx="859">
                  <c:v>1.0339336096011025</c:v>
                </c:pt>
                <c:pt idx="860">
                  <c:v>1.035744774519562</c:v>
                </c:pt>
                <c:pt idx="861">
                  <c:v>1.0366075051680577</c:v>
                </c:pt>
                <c:pt idx="862">
                  <c:v>1.0403248219891279</c:v>
                </c:pt>
                <c:pt idx="863">
                  <c:v>1.0409357533879489</c:v>
                </c:pt>
                <c:pt idx="864">
                  <c:v>1.0407239108797182</c:v>
                </c:pt>
                <c:pt idx="865">
                  <c:v>1.0404279917311079</c:v>
                </c:pt>
                <c:pt idx="866">
                  <c:v>1.0406146638848479</c:v>
                </c:pt>
                <c:pt idx="867">
                  <c:v>1.0404151672919377</c:v>
                </c:pt>
                <c:pt idx="868">
                  <c:v>1.0418773447668632</c:v>
                </c:pt>
                <c:pt idx="869">
                  <c:v>1.042753904754613</c:v>
                </c:pt>
                <c:pt idx="870">
                  <c:v>1.0422386302733329</c:v>
                </c:pt>
                <c:pt idx="871">
                  <c:v>1.0362927321797719</c:v>
                </c:pt>
                <c:pt idx="872">
                  <c:v>1.0356840498430442</c:v>
                </c:pt>
                <c:pt idx="873">
                  <c:v>1.0397099188423551</c:v>
                </c:pt>
                <c:pt idx="874">
                  <c:v>1.0387627765867851</c:v>
                </c:pt>
                <c:pt idx="875">
                  <c:v>1.0350497664803613</c:v>
                </c:pt>
                <c:pt idx="876">
                  <c:v>1.032516796187122</c:v>
                </c:pt>
                <c:pt idx="877">
                  <c:v>1.0302931915626674</c:v>
                </c:pt>
                <c:pt idx="878">
                  <c:v>1.028953516193247</c:v>
                </c:pt>
                <c:pt idx="879">
                  <c:v>1.0332309930326928</c:v>
                </c:pt>
                <c:pt idx="880">
                  <c:v>1.0350080392006737</c:v>
                </c:pt>
                <c:pt idx="881">
                  <c:v>1.0349021897251358</c:v>
                </c:pt>
                <c:pt idx="882">
                  <c:v>1.0345003253962177</c:v>
                </c:pt>
                <c:pt idx="883">
                  <c:v>1.039733079396677</c:v>
                </c:pt>
                <c:pt idx="884">
                  <c:v>1.0399294655845648</c:v>
                </c:pt>
                <c:pt idx="885">
                  <c:v>1.0370621506775897</c:v>
                </c:pt>
                <c:pt idx="886">
                  <c:v>1.0353631517494832</c:v>
                </c:pt>
                <c:pt idx="887">
                  <c:v>1.0324570764106884</c:v>
                </c:pt>
                <c:pt idx="888">
                  <c:v>1.0295951209708292</c:v>
                </c:pt>
                <c:pt idx="889">
                  <c:v>1.0293670565040962</c:v>
                </c:pt>
                <c:pt idx="890">
                  <c:v>1.0357368788760433</c:v>
                </c:pt>
                <c:pt idx="891">
                  <c:v>1.0397618865324247</c:v>
                </c:pt>
                <c:pt idx="892">
                  <c:v>1.0390676919837685</c:v>
                </c:pt>
                <c:pt idx="893">
                  <c:v>1.0359515446749865</c:v>
                </c:pt>
                <c:pt idx="894">
                  <c:v>1.0315397940433351</c:v>
                </c:pt>
                <c:pt idx="895">
                  <c:v>1.0296535965852538</c:v>
                </c:pt>
                <c:pt idx="896">
                  <c:v>1.0309637470331521</c:v>
                </c:pt>
                <c:pt idx="897">
                  <c:v>1.0369674029553633</c:v>
                </c:pt>
                <c:pt idx="898">
                  <c:v>1.0386797048464895</c:v>
                </c:pt>
                <c:pt idx="899">
                  <c:v>1.034675225863257</c:v>
                </c:pt>
                <c:pt idx="900">
                  <c:v>1.0311523811346757</c:v>
                </c:pt>
                <c:pt idx="901">
                  <c:v>1.0332791803843504</c:v>
                </c:pt>
                <c:pt idx="902">
                  <c:v>1.0365930058954138</c:v>
                </c:pt>
                <c:pt idx="903">
                  <c:v>1.0361113237883777</c:v>
                </c:pt>
                <c:pt idx="904">
                  <c:v>1.0372085789755761</c:v>
                </c:pt>
                <c:pt idx="905">
                  <c:v>1.0389766288951841</c:v>
                </c:pt>
                <c:pt idx="906">
                  <c:v>1.0385909865247684</c:v>
                </c:pt>
                <c:pt idx="907">
                  <c:v>1.0371103858816324</c:v>
                </c:pt>
                <c:pt idx="908">
                  <c:v>1.0360681130847562</c:v>
                </c:pt>
                <c:pt idx="909">
                  <c:v>1.0330252756297373</c:v>
                </c:pt>
                <c:pt idx="910">
                  <c:v>1.0334977222264758</c:v>
                </c:pt>
                <c:pt idx="911">
                  <c:v>1.0345569347676289</c:v>
                </c:pt>
                <c:pt idx="912">
                  <c:v>1.0346893423168211</c:v>
                </c:pt>
                <c:pt idx="913">
                  <c:v>1.0327507943495904</c:v>
                </c:pt>
                <c:pt idx="914">
                  <c:v>1.0279006680192941</c:v>
                </c:pt>
                <c:pt idx="915">
                  <c:v>1.0286428106576833</c:v>
                </c:pt>
                <c:pt idx="916">
                  <c:v>1.0304481375851773</c:v>
                </c:pt>
                <c:pt idx="917">
                  <c:v>1.0332630062782329</c:v>
                </c:pt>
                <c:pt idx="918">
                  <c:v>1.0355503502794579</c:v>
                </c:pt>
                <c:pt idx="919">
                  <c:v>1.0355111113237885</c:v>
                </c:pt>
                <c:pt idx="920">
                  <c:v>1.0384076161855906</c:v>
                </c:pt>
                <c:pt idx="921">
                  <c:v>1.0453242956128934</c:v>
                </c:pt>
                <c:pt idx="922">
                  <c:v>1.047703564045632</c:v>
                </c:pt>
                <c:pt idx="923">
                  <c:v>1.0440281659137891</c:v>
                </c:pt>
                <c:pt idx="924">
                  <c:v>1.0412002335196386</c:v>
                </c:pt>
                <c:pt idx="925">
                  <c:v>1.0432101772452338</c:v>
                </c:pt>
                <c:pt idx="926">
                  <c:v>1.0450494315136667</c:v>
                </c:pt>
                <c:pt idx="927">
                  <c:v>1.0441549268815558</c:v>
                </c:pt>
                <c:pt idx="928">
                  <c:v>1.043229461756374</c:v>
                </c:pt>
                <c:pt idx="929">
                  <c:v>1.0404764183446904</c:v>
                </c:pt>
                <c:pt idx="930">
                  <c:v>1.0388313012020518</c:v>
                </c:pt>
                <c:pt idx="931">
                  <c:v>1.0350378990888907</c:v>
                </c:pt>
                <c:pt idx="932">
                  <c:v>1.0331218895949774</c:v>
                </c:pt>
                <c:pt idx="933">
                  <c:v>1.0337622980629355</c:v>
                </c:pt>
                <c:pt idx="934">
                  <c:v>1.0344723796033994</c:v>
                </c:pt>
                <c:pt idx="935">
                  <c:v>1.0347707392236429</c:v>
                </c:pt>
                <c:pt idx="936">
                  <c:v>1.033431733787612</c:v>
                </c:pt>
                <c:pt idx="937">
                  <c:v>1.0336771208177016</c:v>
                </c:pt>
                <c:pt idx="938">
                  <c:v>1.0357785583033459</c:v>
                </c:pt>
                <c:pt idx="939">
                  <c:v>1.0367165607533879</c:v>
                </c:pt>
                <c:pt idx="940">
                  <c:v>1.0349225269887452</c:v>
                </c:pt>
                <c:pt idx="941">
                  <c:v>1.033156056197841</c:v>
                </c:pt>
                <c:pt idx="942">
                  <c:v>1.0360073884082384</c:v>
                </c:pt>
                <c:pt idx="943">
                  <c:v>1.0368700233519639</c:v>
                </c:pt>
                <c:pt idx="944">
                  <c:v>1.0351245119056733</c:v>
                </c:pt>
                <c:pt idx="945">
                  <c:v>1.0345149682260164</c:v>
                </c:pt>
                <c:pt idx="946">
                  <c:v>1.0334158946481893</c:v>
                </c:pt>
                <c:pt idx="947">
                  <c:v>1.0328230514508843</c:v>
                </c:pt>
                <c:pt idx="948">
                  <c:v>1.0298347178623382</c:v>
                </c:pt>
                <c:pt idx="949">
                  <c:v>1.0262419607993263</c:v>
                </c:pt>
                <c:pt idx="950">
                  <c:v>1.0253745406171044</c:v>
                </c:pt>
                <c:pt idx="951">
                  <c:v>1.0235895509532196</c:v>
                </c:pt>
                <c:pt idx="952">
                  <c:v>1.0223264393997398</c:v>
                </c:pt>
                <c:pt idx="953">
                  <c:v>1.0263005321185208</c:v>
                </c:pt>
                <c:pt idx="954">
                  <c:v>1.0338729806293545</c:v>
                </c:pt>
                <c:pt idx="955">
                  <c:v>1.0383477528520022</c:v>
                </c:pt>
                <c:pt idx="956">
                  <c:v>1.0369403185054744</c:v>
                </c:pt>
                <c:pt idx="957">
                  <c:v>1.0346231146160325</c:v>
                </c:pt>
                <c:pt idx="958">
                  <c:v>1.0347551871985299</c:v>
                </c:pt>
                <c:pt idx="959">
                  <c:v>1.0357138618788759</c:v>
                </c:pt>
                <c:pt idx="960">
                  <c:v>1.038686834851849</c:v>
                </c:pt>
                <c:pt idx="961">
                  <c:v>1.0403200846030165</c:v>
                </c:pt>
                <c:pt idx="962">
                  <c:v>1.0388580506852461</c:v>
                </c:pt>
                <c:pt idx="963">
                  <c:v>1.0356534721690529</c:v>
                </c:pt>
                <c:pt idx="964">
                  <c:v>1.0336282156802694</c:v>
                </c:pt>
                <c:pt idx="965">
                  <c:v>1.030545038664727</c:v>
                </c:pt>
                <c:pt idx="966">
                  <c:v>1.0293206875430672</c:v>
                </c:pt>
                <c:pt idx="967">
                  <c:v>1.0316142523543372</c:v>
                </c:pt>
                <c:pt idx="968">
                  <c:v>1.0322157089809356</c:v>
                </c:pt>
                <c:pt idx="969">
                  <c:v>1.032336201286272</c:v>
                </c:pt>
                <c:pt idx="970">
                  <c:v>1.0321492898706071</c:v>
                </c:pt>
                <c:pt idx="971">
                  <c:v>1.0308906764413139</c:v>
                </c:pt>
                <c:pt idx="972">
                  <c:v>1.0318085808896715</c:v>
                </c:pt>
                <c:pt idx="973">
                  <c:v>1.0351736563050302</c:v>
                </c:pt>
                <c:pt idx="974">
                  <c:v>1.0390336689380599</c:v>
                </c:pt>
                <c:pt idx="975">
                  <c:v>1.0385882110864406</c:v>
                </c:pt>
                <c:pt idx="976">
                  <c:v>1.0367960435648114</c:v>
                </c:pt>
                <c:pt idx="977">
                  <c:v>1.0377831904142103</c:v>
                </c:pt>
                <c:pt idx="978">
                  <c:v>1.0379701496822602</c:v>
                </c:pt>
                <c:pt idx="979">
                  <c:v>1.0383780434116836</c:v>
                </c:pt>
                <c:pt idx="980">
                  <c:v>1.0357380751856673</c:v>
                </c:pt>
                <c:pt idx="981">
                  <c:v>1.0324176460454788</c:v>
                </c:pt>
                <c:pt idx="982">
                  <c:v>1.0323081119362989</c:v>
                </c:pt>
                <c:pt idx="983">
                  <c:v>1.0355774347293469</c:v>
                </c:pt>
                <c:pt idx="984">
                  <c:v>1.0355118291095629</c:v>
                </c:pt>
                <c:pt idx="985">
                  <c:v>1.0383163138350815</c:v>
                </c:pt>
                <c:pt idx="986">
                  <c:v>1.0398185916086058</c:v>
                </c:pt>
                <c:pt idx="987">
                  <c:v>1.0362651213536482</c:v>
                </c:pt>
                <c:pt idx="988">
                  <c:v>1.0351112567950387</c:v>
                </c:pt>
                <c:pt idx="989">
                  <c:v>1.0354290923359619</c:v>
                </c:pt>
                <c:pt idx="990">
                  <c:v>1.0337024825817318</c:v>
                </c:pt>
                <c:pt idx="991">
                  <c:v>1.0300514413138351</c:v>
                </c:pt>
                <c:pt idx="992">
                  <c:v>1.028567012479902</c:v>
                </c:pt>
                <c:pt idx="993">
                  <c:v>1.024969135211699</c:v>
                </c:pt>
                <c:pt idx="994">
                  <c:v>1.0198690280223566</c:v>
                </c:pt>
                <c:pt idx="995">
                  <c:v>1.0187049230533649</c:v>
                </c:pt>
                <c:pt idx="996">
                  <c:v>1.0220946424469795</c:v>
                </c:pt>
                <c:pt idx="997">
                  <c:v>1.0280764298292626</c:v>
                </c:pt>
                <c:pt idx="998">
                  <c:v>1.0306049019983157</c:v>
                </c:pt>
                <c:pt idx="999">
                  <c:v>1.0319355811193629</c:v>
                </c:pt>
                <c:pt idx="1000">
                  <c:v>1.0314138944184978</c:v>
                </c:pt>
                <c:pt idx="1001">
                  <c:v>1.0303641566495674</c:v>
                </c:pt>
                <c:pt idx="1002">
                  <c:v>1.0298412257866931</c:v>
                </c:pt>
                <c:pt idx="1003">
                  <c:v>1.0359334564734706</c:v>
                </c:pt>
                <c:pt idx="1004">
                  <c:v>1.0406178221422555</c:v>
                </c:pt>
                <c:pt idx="1005">
                  <c:v>1.0389568180078095</c:v>
                </c:pt>
                <c:pt idx="1006">
                  <c:v>1.0354171292397214</c:v>
                </c:pt>
                <c:pt idx="1007">
                  <c:v>1.0357439131766326</c:v>
                </c:pt>
                <c:pt idx="1008">
                  <c:v>1.0334131192098615</c:v>
                </c:pt>
                <c:pt idx="1009">
                  <c:v>1.02971015810428</c:v>
                </c:pt>
                <c:pt idx="1010">
                  <c:v>1.0336800398131842</c:v>
                </c:pt>
                <c:pt idx="1011">
                  <c:v>1.0378137680882016</c:v>
                </c:pt>
                <c:pt idx="1012">
                  <c:v>1.0366994774519562</c:v>
                </c:pt>
                <c:pt idx="1013">
                  <c:v>1.0335369133297603</c:v>
                </c:pt>
                <c:pt idx="1014">
                  <c:v>1.0331396906821837</c:v>
                </c:pt>
                <c:pt idx="1015">
                  <c:v>1.0351664784472858</c:v>
                </c:pt>
                <c:pt idx="1016">
                  <c:v>1.0362007598958731</c:v>
                </c:pt>
                <c:pt idx="1017">
                  <c:v>1.0331877823290714</c:v>
                </c:pt>
                <c:pt idx="1018">
                  <c:v>1.0265326161855908</c:v>
                </c:pt>
                <c:pt idx="1019">
                  <c:v>1.0277542875736927</c:v>
                </c:pt>
                <c:pt idx="1020">
                  <c:v>1.0320592316821071</c:v>
                </c:pt>
                <c:pt idx="1021">
                  <c:v>1.0341777524691831</c:v>
                </c:pt>
                <c:pt idx="1022">
                  <c:v>1.0355193419340021</c:v>
                </c:pt>
                <c:pt idx="1023">
                  <c:v>1.0342381900313911</c:v>
                </c:pt>
                <c:pt idx="1024">
                  <c:v>1.0332902342852768</c:v>
                </c:pt>
                <c:pt idx="1025">
                  <c:v>1.0349656898399817</c:v>
                </c:pt>
                <c:pt idx="1026">
                  <c:v>1.0371062227241405</c:v>
                </c:pt>
                <c:pt idx="1027">
                  <c:v>1.0402488324018069</c:v>
                </c:pt>
                <c:pt idx="1028">
                  <c:v>1.0415110826123575</c:v>
                </c:pt>
                <c:pt idx="1029">
                  <c:v>1.03933643097772</c:v>
                </c:pt>
                <c:pt idx="1030">
                  <c:v>1.0404812514355715</c:v>
                </c:pt>
                <c:pt idx="1031">
                  <c:v>1.0438739376770538</c:v>
                </c:pt>
                <c:pt idx="1032">
                  <c:v>1.0463912123880255</c:v>
                </c:pt>
                <c:pt idx="1033">
                  <c:v>1.0477141872750937</c:v>
                </c:pt>
                <c:pt idx="1034">
                  <c:v>1.0459785334201057</c:v>
                </c:pt>
                <c:pt idx="1035">
                  <c:v>1.0464792129239722</c:v>
                </c:pt>
                <c:pt idx="1036">
                  <c:v>1.0439020748794119</c:v>
                </c:pt>
                <c:pt idx="1037">
                  <c:v>1.0433102844345763</c:v>
                </c:pt>
                <c:pt idx="1038">
                  <c:v>1.0428858337799556</c:v>
                </c:pt>
                <c:pt idx="1039">
                  <c:v>1.0390623325166526</c:v>
                </c:pt>
                <c:pt idx="1040">
                  <c:v>1.0375119152438557</c:v>
                </c:pt>
                <c:pt idx="1041">
                  <c:v>1.0395764106883087</c:v>
                </c:pt>
                <c:pt idx="1042">
                  <c:v>1.0391811021361304</c:v>
                </c:pt>
                <c:pt idx="1043">
                  <c:v>1.0397966752162928</c:v>
                </c:pt>
                <c:pt idx="1044">
                  <c:v>1.0404239242783859</c:v>
                </c:pt>
                <c:pt idx="1045">
                  <c:v>1.0403018049919608</c:v>
                </c:pt>
                <c:pt idx="1046">
                  <c:v>1.0389321740295536</c:v>
                </c:pt>
                <c:pt idx="1047">
                  <c:v>1.0388015848709899</c:v>
                </c:pt>
                <c:pt idx="1048">
                  <c:v>1.0358639748105045</c:v>
                </c:pt>
                <c:pt idx="1049">
                  <c:v>1.032260163846566</c:v>
                </c:pt>
                <c:pt idx="1050">
                  <c:v>1.0308199506163387</c:v>
                </c:pt>
                <c:pt idx="1051">
                  <c:v>1.0326501129316286</c:v>
                </c:pt>
                <c:pt idx="1052">
                  <c:v>1.036073568256642</c:v>
                </c:pt>
                <c:pt idx="1053">
                  <c:v>1.0376027390705154</c:v>
                </c:pt>
                <c:pt idx="1054">
                  <c:v>1.0332117085215526</c:v>
                </c:pt>
                <c:pt idx="1055">
                  <c:v>1.0289036061557308</c:v>
                </c:pt>
                <c:pt idx="1056">
                  <c:v>1.0258199984687237</c:v>
                </c:pt>
                <c:pt idx="1057">
                  <c:v>1.0263406324171196</c:v>
                </c:pt>
                <c:pt idx="1058">
                  <c:v>1.0264212636857821</c:v>
                </c:pt>
                <c:pt idx="1059">
                  <c:v>1.0220165473547203</c:v>
                </c:pt>
                <c:pt idx="1060">
                  <c:v>1.022698587397596</c:v>
                </c:pt>
                <c:pt idx="1061">
                  <c:v>1.028226925579971</c:v>
                </c:pt>
                <c:pt idx="1062">
                  <c:v>1.0302999866013323</c:v>
                </c:pt>
                <c:pt idx="1063">
                  <c:v>1.0296093809815481</c:v>
                </c:pt>
                <c:pt idx="1064">
                  <c:v>1.0305176192481433</c:v>
                </c:pt>
                <c:pt idx="1065">
                  <c:v>1.0308569405099151</c:v>
                </c:pt>
                <c:pt idx="1066">
                  <c:v>1.0333204769925732</c:v>
                </c:pt>
                <c:pt idx="1067">
                  <c:v>1.0355357553020443</c:v>
                </c:pt>
                <c:pt idx="1068">
                  <c:v>1.0351084813567109</c:v>
                </c:pt>
                <c:pt idx="1069">
                  <c:v>1.0313793449965547</c:v>
                </c:pt>
                <c:pt idx="1070">
                  <c:v>1.0298567299594212</c:v>
                </c:pt>
                <c:pt idx="1071">
                  <c:v>1.0372057556848633</c:v>
                </c:pt>
                <c:pt idx="1072">
                  <c:v>1.0418681571089503</c:v>
                </c:pt>
                <c:pt idx="1073">
                  <c:v>1.0424866970369804</c:v>
                </c:pt>
                <c:pt idx="1074">
                  <c:v>1.0437907702319884</c:v>
                </c:pt>
                <c:pt idx="1075">
                  <c:v>1.041034759972437</c:v>
                </c:pt>
                <c:pt idx="1076">
                  <c:v>1.0383863697266671</c:v>
                </c:pt>
                <c:pt idx="1077">
                  <c:v>1.0352096412985223</c:v>
                </c:pt>
                <c:pt idx="1078">
                  <c:v>1.0352732849705228</c:v>
                </c:pt>
                <c:pt idx="1079">
                  <c:v>1.0361659712120053</c:v>
                </c:pt>
                <c:pt idx="1080">
                  <c:v>1.0365254861802313</c:v>
                </c:pt>
                <c:pt idx="1081">
                  <c:v>1.0358178929637853</c:v>
                </c:pt>
                <c:pt idx="1082">
                  <c:v>1.0386407051527449</c:v>
                </c:pt>
                <c:pt idx="1083">
                  <c:v>1.0396618271954674</c:v>
                </c:pt>
                <c:pt idx="1084">
                  <c:v>1.0382619535257638</c:v>
                </c:pt>
                <c:pt idx="1085">
                  <c:v>1.0337229155501111</c:v>
                </c:pt>
                <c:pt idx="1086">
                  <c:v>1.0316074573156726</c:v>
                </c:pt>
                <c:pt idx="1087">
                  <c:v>1.0317000516805757</c:v>
                </c:pt>
                <c:pt idx="1088">
                  <c:v>1.032229394763035</c:v>
                </c:pt>
                <c:pt idx="1089">
                  <c:v>1.0314750976188654</c:v>
                </c:pt>
                <c:pt idx="1090">
                  <c:v>1.0323490735778271</c:v>
                </c:pt>
                <c:pt idx="1091">
                  <c:v>1.036729241635403</c:v>
                </c:pt>
                <c:pt idx="1092">
                  <c:v>1.0391053996631192</c:v>
                </c:pt>
                <c:pt idx="1093">
                  <c:v>1.0403036233825893</c:v>
                </c:pt>
                <c:pt idx="1094">
                  <c:v>1.0418220274098462</c:v>
                </c:pt>
                <c:pt idx="1095">
                  <c:v>1.0452235184901615</c:v>
                </c:pt>
                <c:pt idx="1096">
                  <c:v>1.0450131594058647</c:v>
                </c:pt>
                <c:pt idx="1097">
                  <c:v>1.0426445142025877</c:v>
                </c:pt>
                <c:pt idx="1098">
                  <c:v>1.0415567337876119</c:v>
                </c:pt>
                <c:pt idx="1099">
                  <c:v>1.0376287229155501</c:v>
                </c:pt>
                <c:pt idx="1100">
                  <c:v>1.0378975576142715</c:v>
                </c:pt>
                <c:pt idx="1101">
                  <c:v>1.0385238496286655</c:v>
                </c:pt>
                <c:pt idx="1102">
                  <c:v>1.0409290062016692</c:v>
                </c:pt>
                <c:pt idx="1103">
                  <c:v>1.0410550015312763</c:v>
                </c:pt>
                <c:pt idx="1104">
                  <c:v>1.0354002373478295</c:v>
                </c:pt>
                <c:pt idx="1105">
                  <c:v>1.0345143939973969</c:v>
                </c:pt>
                <c:pt idx="1106">
                  <c:v>1.037145605236965</c:v>
                </c:pt>
                <c:pt idx="1107">
                  <c:v>1.0381792646045478</c:v>
                </c:pt>
                <c:pt idx="1108">
                  <c:v>1.041132857361611</c:v>
                </c:pt>
                <c:pt idx="1109">
                  <c:v>1.0403107533879488</c:v>
                </c:pt>
                <c:pt idx="1110">
                  <c:v>1.0395523887910574</c:v>
                </c:pt>
                <c:pt idx="1111">
                  <c:v>1.0372275763724064</c:v>
                </c:pt>
                <c:pt idx="1112">
                  <c:v>1.0362128186968838</c:v>
                </c:pt>
                <c:pt idx="1113">
                  <c:v>1.0359830315442922</c:v>
                </c:pt>
                <c:pt idx="1114">
                  <c:v>1.0314272452339024</c:v>
                </c:pt>
                <c:pt idx="1115">
                  <c:v>1.0282352997473394</c:v>
                </c:pt>
                <c:pt idx="1116">
                  <c:v>1.0284482428604242</c:v>
                </c:pt>
                <c:pt idx="1117">
                  <c:v>1.0292668057575989</c:v>
                </c:pt>
                <c:pt idx="1118">
                  <c:v>1.0309655654237808</c:v>
                </c:pt>
                <c:pt idx="1119">
                  <c:v>1.0276951898782636</c:v>
                </c:pt>
                <c:pt idx="1120">
                  <c:v>1.0252431379679963</c:v>
                </c:pt>
                <c:pt idx="1121">
                  <c:v>1.0297355677206952</c:v>
                </c:pt>
                <c:pt idx="1122">
                  <c:v>1.0337382761656841</c:v>
                </c:pt>
                <c:pt idx="1123">
                  <c:v>1.0344675943649031</c:v>
                </c:pt>
                <c:pt idx="1124">
                  <c:v>1.0346680001531277</c:v>
                </c:pt>
                <c:pt idx="1125">
                  <c:v>1.0380056082995177</c:v>
                </c:pt>
                <c:pt idx="1126">
                  <c:v>1.0382928183140647</c:v>
                </c:pt>
                <c:pt idx="1127">
                  <c:v>1.0352044732409462</c:v>
                </c:pt>
                <c:pt idx="1128">
                  <c:v>1.0355846125870913</c:v>
                </c:pt>
                <c:pt idx="1129">
                  <c:v>1.0396810638542224</c:v>
                </c:pt>
                <c:pt idx="1130">
                  <c:v>1.0381680192940816</c:v>
                </c:pt>
                <c:pt idx="1131">
                  <c:v>1.0361516154965162</c:v>
                </c:pt>
                <c:pt idx="1132">
                  <c:v>1.0327343809815481</c:v>
                </c:pt>
                <c:pt idx="1133">
                  <c:v>1.0279513436949697</c:v>
                </c:pt>
                <c:pt idx="1134">
                  <c:v>1.0294396485720849</c:v>
                </c:pt>
                <c:pt idx="1135">
                  <c:v>1.0330106806523236</c:v>
                </c:pt>
                <c:pt idx="1136">
                  <c:v>1.0324309011561137</c:v>
                </c:pt>
                <c:pt idx="1137">
                  <c:v>1.0279614405481969</c:v>
                </c:pt>
                <c:pt idx="1138">
                  <c:v>1.0251284836536252</c:v>
                </c:pt>
                <c:pt idx="1139">
                  <c:v>1.0267647002526605</c:v>
                </c:pt>
                <c:pt idx="1140">
                  <c:v>1.0284168995482734</c:v>
                </c:pt>
                <c:pt idx="1141">
                  <c:v>1.028443218360003</c:v>
                </c:pt>
                <c:pt idx="1142">
                  <c:v>1.0327185896945104</c:v>
                </c:pt>
                <c:pt idx="1143">
                  <c:v>1.0350894361074956</c:v>
                </c:pt>
                <c:pt idx="1144">
                  <c:v>1.0358421062705765</c:v>
                </c:pt>
                <c:pt idx="1145">
                  <c:v>1.0336265408467957</c:v>
                </c:pt>
                <c:pt idx="1146">
                  <c:v>1.0339148514661971</c:v>
                </c:pt>
                <c:pt idx="1147">
                  <c:v>1.0352791708138733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4-1D70-4A85-AB80-5FAF78EA7150}"/>
            </c:ext>
          </c:extLst>
        </c:ser>
        <c:ser>
          <c:idx val="5"/>
          <c:order val="5"/>
          <c:tx>
            <c:strRef>
              <c:f>'For plotting'!$AA$1</c:f>
              <c:strCache>
                <c:ptCount val="1"/>
                <c:pt idx="0">
                  <c:v>0.7% w/w R3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'For plotting'!$U$2:$U$1149</c:f>
              <c:numCache>
                <c:formatCode>General</c:formatCode>
                <c:ptCount val="1148"/>
                <c:pt idx="0">
                  <c:v>3.8998900000000001</c:v>
                </c:pt>
                <c:pt idx="1">
                  <c:v>3.9001999999999999</c:v>
                </c:pt>
                <c:pt idx="2">
                  <c:v>3.9005000000000001</c:v>
                </c:pt>
                <c:pt idx="3">
                  <c:v>3.9008099999999999</c:v>
                </c:pt>
                <c:pt idx="4">
                  <c:v>3.9011100000000001</c:v>
                </c:pt>
                <c:pt idx="5">
                  <c:v>3.9014199999999999</c:v>
                </c:pt>
                <c:pt idx="6">
                  <c:v>3.9017300000000001</c:v>
                </c:pt>
                <c:pt idx="7">
                  <c:v>3.9020299999999999</c:v>
                </c:pt>
                <c:pt idx="8">
                  <c:v>3.9023400000000001</c:v>
                </c:pt>
                <c:pt idx="9">
                  <c:v>3.9026399999999999</c:v>
                </c:pt>
                <c:pt idx="10">
                  <c:v>3.9029500000000001</c:v>
                </c:pt>
                <c:pt idx="11">
                  <c:v>3.9032499999999999</c:v>
                </c:pt>
                <c:pt idx="12">
                  <c:v>3.9035600000000001</c:v>
                </c:pt>
                <c:pt idx="13">
                  <c:v>3.9038599999999999</c:v>
                </c:pt>
                <c:pt idx="14">
                  <c:v>3.9041700000000001</c:v>
                </c:pt>
                <c:pt idx="15">
                  <c:v>3.9044699999999999</c:v>
                </c:pt>
                <c:pt idx="16">
                  <c:v>3.9047800000000001</c:v>
                </c:pt>
                <c:pt idx="17">
                  <c:v>3.9050799999999999</c:v>
                </c:pt>
                <c:pt idx="18">
                  <c:v>3.9053900000000001</c:v>
                </c:pt>
                <c:pt idx="19">
                  <c:v>3.9056999999999999</c:v>
                </c:pt>
                <c:pt idx="20">
                  <c:v>3.9060000000000001</c:v>
                </c:pt>
                <c:pt idx="21">
                  <c:v>3.9063099999999999</c:v>
                </c:pt>
                <c:pt idx="22">
                  <c:v>3.9066100000000001</c:v>
                </c:pt>
                <c:pt idx="23">
                  <c:v>3.9069199999999999</c:v>
                </c:pt>
                <c:pt idx="24">
                  <c:v>3.9072200000000001</c:v>
                </c:pt>
                <c:pt idx="25">
                  <c:v>3.9075299999999999</c:v>
                </c:pt>
                <c:pt idx="26">
                  <c:v>3.9078300000000001</c:v>
                </c:pt>
                <c:pt idx="27">
                  <c:v>3.9081399999999999</c:v>
                </c:pt>
                <c:pt idx="28">
                  <c:v>3.9084400000000001</c:v>
                </c:pt>
                <c:pt idx="29">
                  <c:v>3.9087499999999999</c:v>
                </c:pt>
                <c:pt idx="30">
                  <c:v>3.9090500000000001</c:v>
                </c:pt>
                <c:pt idx="31">
                  <c:v>3.9093599999999999</c:v>
                </c:pt>
                <c:pt idx="32">
                  <c:v>3.9096700000000002</c:v>
                </c:pt>
                <c:pt idx="33">
                  <c:v>3.9099699999999999</c:v>
                </c:pt>
                <c:pt idx="34">
                  <c:v>3.9102800000000002</c:v>
                </c:pt>
                <c:pt idx="35">
                  <c:v>3.9105799999999999</c:v>
                </c:pt>
                <c:pt idx="36">
                  <c:v>3.9108900000000002</c:v>
                </c:pt>
                <c:pt idx="37">
                  <c:v>3.9111899999999999</c:v>
                </c:pt>
                <c:pt idx="38">
                  <c:v>3.9115000000000002</c:v>
                </c:pt>
                <c:pt idx="39">
                  <c:v>3.9117999999999999</c:v>
                </c:pt>
                <c:pt idx="40">
                  <c:v>3.9121100000000002</c:v>
                </c:pt>
                <c:pt idx="41">
                  <c:v>3.9124099999999999</c:v>
                </c:pt>
                <c:pt idx="42">
                  <c:v>3.9127200000000002</c:v>
                </c:pt>
                <c:pt idx="43">
                  <c:v>3.91303</c:v>
                </c:pt>
                <c:pt idx="44">
                  <c:v>3.9133300000000002</c:v>
                </c:pt>
                <c:pt idx="45">
                  <c:v>3.91364</c:v>
                </c:pt>
                <c:pt idx="46">
                  <c:v>3.9139400000000002</c:v>
                </c:pt>
                <c:pt idx="47">
                  <c:v>3.91425</c:v>
                </c:pt>
                <c:pt idx="48">
                  <c:v>3.9145500000000002</c:v>
                </c:pt>
                <c:pt idx="49">
                  <c:v>3.91486</c:v>
                </c:pt>
                <c:pt idx="50">
                  <c:v>3.9151600000000002</c:v>
                </c:pt>
                <c:pt idx="51">
                  <c:v>3.91547</c:v>
                </c:pt>
                <c:pt idx="52">
                  <c:v>3.9157700000000002</c:v>
                </c:pt>
                <c:pt idx="53">
                  <c:v>3.91608</c:v>
                </c:pt>
                <c:pt idx="54">
                  <c:v>3.9163800000000002</c:v>
                </c:pt>
                <c:pt idx="55">
                  <c:v>3.91669</c:v>
                </c:pt>
                <c:pt idx="56">
                  <c:v>3.9169999999999998</c:v>
                </c:pt>
                <c:pt idx="57">
                  <c:v>3.9173</c:v>
                </c:pt>
                <c:pt idx="58">
                  <c:v>3.9176099999999998</c:v>
                </c:pt>
                <c:pt idx="59">
                  <c:v>3.91791</c:v>
                </c:pt>
                <c:pt idx="60">
                  <c:v>3.9182199999999998</c:v>
                </c:pt>
                <c:pt idx="61">
                  <c:v>3.91852</c:v>
                </c:pt>
                <c:pt idx="62">
                  <c:v>3.9188299999999998</c:v>
                </c:pt>
                <c:pt idx="63">
                  <c:v>3.91913</c:v>
                </c:pt>
                <c:pt idx="64">
                  <c:v>3.9194399999999998</c:v>
                </c:pt>
                <c:pt idx="65">
                  <c:v>3.91974</c:v>
                </c:pt>
                <c:pt idx="66">
                  <c:v>3.9200499999999998</c:v>
                </c:pt>
                <c:pt idx="67">
                  <c:v>3.92035</c:v>
                </c:pt>
                <c:pt idx="68">
                  <c:v>3.9206599999999998</c:v>
                </c:pt>
                <c:pt idx="69">
                  <c:v>3.9209700000000001</c:v>
                </c:pt>
                <c:pt idx="70">
                  <c:v>3.9212699999999998</c:v>
                </c:pt>
                <c:pt idx="71">
                  <c:v>3.9215800000000001</c:v>
                </c:pt>
                <c:pt idx="72">
                  <c:v>3.9218799999999998</c:v>
                </c:pt>
                <c:pt idx="73">
                  <c:v>3.9221900000000001</c:v>
                </c:pt>
                <c:pt idx="74">
                  <c:v>3.9224899999999998</c:v>
                </c:pt>
                <c:pt idx="75">
                  <c:v>3.9228000000000001</c:v>
                </c:pt>
                <c:pt idx="76">
                  <c:v>3.9230999999999998</c:v>
                </c:pt>
                <c:pt idx="77">
                  <c:v>3.9234100000000001</c:v>
                </c:pt>
                <c:pt idx="78">
                  <c:v>3.9237099999999998</c:v>
                </c:pt>
                <c:pt idx="79">
                  <c:v>3.9240200000000001</c:v>
                </c:pt>
                <c:pt idx="80">
                  <c:v>3.9243199999999998</c:v>
                </c:pt>
                <c:pt idx="81">
                  <c:v>3.9246300000000001</c:v>
                </c:pt>
                <c:pt idx="82">
                  <c:v>3.9249399999999999</c:v>
                </c:pt>
                <c:pt idx="83">
                  <c:v>3.9252400000000001</c:v>
                </c:pt>
                <c:pt idx="84">
                  <c:v>3.9255499999999999</c:v>
                </c:pt>
                <c:pt idx="85">
                  <c:v>3.9258500000000001</c:v>
                </c:pt>
                <c:pt idx="86">
                  <c:v>3.9261599999999999</c:v>
                </c:pt>
                <c:pt idx="87">
                  <c:v>3.9264600000000001</c:v>
                </c:pt>
                <c:pt idx="88">
                  <c:v>3.9267699999999999</c:v>
                </c:pt>
                <c:pt idx="89">
                  <c:v>3.9270700000000001</c:v>
                </c:pt>
                <c:pt idx="90">
                  <c:v>3.9273799999999999</c:v>
                </c:pt>
                <c:pt idx="91">
                  <c:v>3.9276800000000001</c:v>
                </c:pt>
                <c:pt idx="92">
                  <c:v>3.9279899999999999</c:v>
                </c:pt>
                <c:pt idx="93">
                  <c:v>3.9283000000000001</c:v>
                </c:pt>
                <c:pt idx="94">
                  <c:v>3.9285999999999999</c:v>
                </c:pt>
                <c:pt idx="95">
                  <c:v>3.9289100000000001</c:v>
                </c:pt>
                <c:pt idx="96">
                  <c:v>3.9292099999999999</c:v>
                </c:pt>
                <c:pt idx="97">
                  <c:v>3.9295200000000001</c:v>
                </c:pt>
                <c:pt idx="98">
                  <c:v>3.9298199999999999</c:v>
                </c:pt>
                <c:pt idx="99">
                  <c:v>3.9301300000000001</c:v>
                </c:pt>
                <c:pt idx="100">
                  <c:v>3.9304299999999999</c:v>
                </c:pt>
                <c:pt idx="101">
                  <c:v>3.9307400000000001</c:v>
                </c:pt>
                <c:pt idx="102">
                  <c:v>3.9310399999999999</c:v>
                </c:pt>
                <c:pt idx="103">
                  <c:v>3.9313500000000001</c:v>
                </c:pt>
                <c:pt idx="104">
                  <c:v>3.9316499999999999</c:v>
                </c:pt>
                <c:pt idx="105">
                  <c:v>3.9319600000000001</c:v>
                </c:pt>
                <c:pt idx="106">
                  <c:v>3.9322699999999999</c:v>
                </c:pt>
                <c:pt idx="107">
                  <c:v>3.9325700000000001</c:v>
                </c:pt>
                <c:pt idx="108">
                  <c:v>3.9328799999999999</c:v>
                </c:pt>
                <c:pt idx="109">
                  <c:v>3.9331800000000001</c:v>
                </c:pt>
                <c:pt idx="110">
                  <c:v>3.9334899999999999</c:v>
                </c:pt>
                <c:pt idx="111">
                  <c:v>3.9337900000000001</c:v>
                </c:pt>
                <c:pt idx="112">
                  <c:v>3.9340999999999999</c:v>
                </c:pt>
                <c:pt idx="113">
                  <c:v>3.9344000000000001</c:v>
                </c:pt>
                <c:pt idx="114">
                  <c:v>3.9347099999999999</c:v>
                </c:pt>
                <c:pt idx="115">
                  <c:v>3.9350100000000001</c:v>
                </c:pt>
                <c:pt idx="116">
                  <c:v>3.9353199999999999</c:v>
                </c:pt>
                <c:pt idx="117">
                  <c:v>3.9356200000000001</c:v>
                </c:pt>
                <c:pt idx="118">
                  <c:v>3.9359299999999999</c:v>
                </c:pt>
                <c:pt idx="119">
                  <c:v>3.9362400000000002</c:v>
                </c:pt>
                <c:pt idx="120">
                  <c:v>3.9365399999999999</c:v>
                </c:pt>
                <c:pt idx="121">
                  <c:v>3.9368500000000002</c:v>
                </c:pt>
                <c:pt idx="122">
                  <c:v>3.9371499999999999</c:v>
                </c:pt>
                <c:pt idx="123">
                  <c:v>3.9374600000000002</c:v>
                </c:pt>
                <c:pt idx="124">
                  <c:v>3.9377599999999999</c:v>
                </c:pt>
                <c:pt idx="125">
                  <c:v>3.9380700000000002</c:v>
                </c:pt>
                <c:pt idx="126">
                  <c:v>3.9383699999999999</c:v>
                </c:pt>
                <c:pt idx="127">
                  <c:v>3.9386800000000002</c:v>
                </c:pt>
                <c:pt idx="128">
                  <c:v>3.9389799999999999</c:v>
                </c:pt>
                <c:pt idx="129">
                  <c:v>3.9392900000000002</c:v>
                </c:pt>
                <c:pt idx="130">
                  <c:v>3.9395899999999999</c:v>
                </c:pt>
                <c:pt idx="131">
                  <c:v>3.9399000000000002</c:v>
                </c:pt>
                <c:pt idx="132">
                  <c:v>3.94021</c:v>
                </c:pt>
                <c:pt idx="133">
                  <c:v>3.9405100000000002</c:v>
                </c:pt>
                <c:pt idx="134">
                  <c:v>3.94082</c:v>
                </c:pt>
                <c:pt idx="135">
                  <c:v>3.9411200000000002</c:v>
                </c:pt>
                <c:pt idx="136">
                  <c:v>3.94143</c:v>
                </c:pt>
                <c:pt idx="137">
                  <c:v>3.9417300000000002</c:v>
                </c:pt>
                <c:pt idx="138">
                  <c:v>3.94204</c:v>
                </c:pt>
                <c:pt idx="139">
                  <c:v>3.9423400000000002</c:v>
                </c:pt>
                <c:pt idx="140">
                  <c:v>3.94265</c:v>
                </c:pt>
                <c:pt idx="141">
                  <c:v>3.9429500000000002</c:v>
                </c:pt>
                <c:pt idx="142">
                  <c:v>3.94326</c:v>
                </c:pt>
                <c:pt idx="143">
                  <c:v>3.9435600000000002</c:v>
                </c:pt>
                <c:pt idx="144">
                  <c:v>3.94387</c:v>
                </c:pt>
                <c:pt idx="145">
                  <c:v>3.9441799999999998</c:v>
                </c:pt>
                <c:pt idx="146">
                  <c:v>3.94448</c:v>
                </c:pt>
                <c:pt idx="147">
                  <c:v>3.9447899999999998</c:v>
                </c:pt>
                <c:pt idx="148">
                  <c:v>3.94509</c:v>
                </c:pt>
                <c:pt idx="149">
                  <c:v>3.9453999999999998</c:v>
                </c:pt>
                <c:pt idx="150">
                  <c:v>3.9457</c:v>
                </c:pt>
                <c:pt idx="151">
                  <c:v>3.9460099999999998</c:v>
                </c:pt>
                <c:pt idx="152">
                  <c:v>3.94631</c:v>
                </c:pt>
                <c:pt idx="153">
                  <c:v>3.9466199999999998</c:v>
                </c:pt>
                <c:pt idx="154">
                  <c:v>3.94692</c:v>
                </c:pt>
                <c:pt idx="155">
                  <c:v>3.9472299999999998</c:v>
                </c:pt>
                <c:pt idx="156">
                  <c:v>3.94754</c:v>
                </c:pt>
                <c:pt idx="157">
                  <c:v>3.9478399999999998</c:v>
                </c:pt>
                <c:pt idx="158">
                  <c:v>3.94815</c:v>
                </c:pt>
                <c:pt idx="159">
                  <c:v>3.9484499999999998</c:v>
                </c:pt>
                <c:pt idx="160">
                  <c:v>3.94876</c:v>
                </c:pt>
                <c:pt idx="161">
                  <c:v>3.9490599999999998</c:v>
                </c:pt>
                <c:pt idx="162">
                  <c:v>3.94937</c:v>
                </c:pt>
                <c:pt idx="163">
                  <c:v>3.9496699999999998</c:v>
                </c:pt>
                <c:pt idx="164">
                  <c:v>3.94998</c:v>
                </c:pt>
                <c:pt idx="165">
                  <c:v>3.9502799999999998</c:v>
                </c:pt>
                <c:pt idx="166">
                  <c:v>3.95059</c:v>
                </c:pt>
                <c:pt idx="167">
                  <c:v>3.9508899999999998</c:v>
                </c:pt>
                <c:pt idx="168">
                  <c:v>3.9512</c:v>
                </c:pt>
                <c:pt idx="169">
                  <c:v>3.9515099999999999</c:v>
                </c:pt>
                <c:pt idx="170">
                  <c:v>3.95181</c:v>
                </c:pt>
                <c:pt idx="171">
                  <c:v>3.9521199999999999</c:v>
                </c:pt>
                <c:pt idx="172">
                  <c:v>3.95242</c:v>
                </c:pt>
                <c:pt idx="173">
                  <c:v>3.9527299999999999</c:v>
                </c:pt>
                <c:pt idx="174">
                  <c:v>3.95303</c:v>
                </c:pt>
                <c:pt idx="175">
                  <c:v>3.9533399999999999</c:v>
                </c:pt>
                <c:pt idx="176">
                  <c:v>3.95364</c:v>
                </c:pt>
                <c:pt idx="177">
                  <c:v>3.9539499999999999</c:v>
                </c:pt>
                <c:pt idx="178">
                  <c:v>3.95425</c:v>
                </c:pt>
                <c:pt idx="179">
                  <c:v>3.9545599999999999</c:v>
                </c:pt>
                <c:pt idx="180">
                  <c:v>3.95486</c:v>
                </c:pt>
                <c:pt idx="181">
                  <c:v>3.9551699999999999</c:v>
                </c:pt>
                <c:pt idx="182">
                  <c:v>3.9554800000000001</c:v>
                </c:pt>
                <c:pt idx="183">
                  <c:v>3.9557799999999999</c:v>
                </c:pt>
                <c:pt idx="184">
                  <c:v>3.9560900000000001</c:v>
                </c:pt>
                <c:pt idx="185">
                  <c:v>3.9563899999999999</c:v>
                </c:pt>
                <c:pt idx="186">
                  <c:v>3.9567000000000001</c:v>
                </c:pt>
                <c:pt idx="187">
                  <c:v>3.9569999999999999</c:v>
                </c:pt>
                <c:pt idx="188">
                  <c:v>3.9573100000000001</c:v>
                </c:pt>
                <c:pt idx="189">
                  <c:v>3.9576099999999999</c:v>
                </c:pt>
                <c:pt idx="190">
                  <c:v>3.9579200000000001</c:v>
                </c:pt>
                <c:pt idx="191">
                  <c:v>3.9582199999999998</c:v>
                </c:pt>
                <c:pt idx="192">
                  <c:v>3.9585300000000001</c:v>
                </c:pt>
                <c:pt idx="193">
                  <c:v>3.9588299999999998</c:v>
                </c:pt>
                <c:pt idx="194">
                  <c:v>3.9591400000000001</c:v>
                </c:pt>
                <c:pt idx="195">
                  <c:v>3.9594499999999999</c:v>
                </c:pt>
                <c:pt idx="196">
                  <c:v>3.9597500000000001</c:v>
                </c:pt>
                <c:pt idx="197">
                  <c:v>3.9600599999999999</c:v>
                </c:pt>
                <c:pt idx="198">
                  <c:v>3.9603600000000001</c:v>
                </c:pt>
                <c:pt idx="199">
                  <c:v>3.9606699999999999</c:v>
                </c:pt>
                <c:pt idx="200">
                  <c:v>3.9609700000000001</c:v>
                </c:pt>
                <c:pt idx="201">
                  <c:v>3.9612799999999999</c:v>
                </c:pt>
                <c:pt idx="202">
                  <c:v>3.9615800000000001</c:v>
                </c:pt>
                <c:pt idx="203">
                  <c:v>3.9618899999999999</c:v>
                </c:pt>
                <c:pt idx="204">
                  <c:v>3.9621900000000001</c:v>
                </c:pt>
                <c:pt idx="205">
                  <c:v>3.9624999999999999</c:v>
                </c:pt>
                <c:pt idx="206">
                  <c:v>3.9628000000000001</c:v>
                </c:pt>
                <c:pt idx="207">
                  <c:v>3.9631099999999999</c:v>
                </c:pt>
                <c:pt idx="208">
                  <c:v>3.9634200000000002</c:v>
                </c:pt>
                <c:pt idx="209">
                  <c:v>3.9637199999999999</c:v>
                </c:pt>
                <c:pt idx="210">
                  <c:v>3.9640300000000002</c:v>
                </c:pt>
                <c:pt idx="211">
                  <c:v>3.9643299999999999</c:v>
                </c:pt>
                <c:pt idx="212">
                  <c:v>3.9646400000000002</c:v>
                </c:pt>
                <c:pt idx="213">
                  <c:v>3.9649399999999999</c:v>
                </c:pt>
                <c:pt idx="214">
                  <c:v>3.9652500000000002</c:v>
                </c:pt>
                <c:pt idx="215">
                  <c:v>3.9655499999999999</c:v>
                </c:pt>
                <c:pt idx="216">
                  <c:v>3.9658600000000002</c:v>
                </c:pt>
                <c:pt idx="217">
                  <c:v>3.9661599999999999</c:v>
                </c:pt>
                <c:pt idx="218">
                  <c:v>3.9664700000000002</c:v>
                </c:pt>
                <c:pt idx="219">
                  <c:v>3.96678</c:v>
                </c:pt>
                <c:pt idx="220">
                  <c:v>3.9670800000000002</c:v>
                </c:pt>
                <c:pt idx="221">
                  <c:v>3.96739</c:v>
                </c:pt>
                <c:pt idx="222">
                  <c:v>3.9676900000000002</c:v>
                </c:pt>
                <c:pt idx="223">
                  <c:v>3.968</c:v>
                </c:pt>
                <c:pt idx="224">
                  <c:v>3.9683000000000002</c:v>
                </c:pt>
                <c:pt idx="225">
                  <c:v>3.96861</c:v>
                </c:pt>
                <c:pt idx="226">
                  <c:v>3.9689100000000002</c:v>
                </c:pt>
                <c:pt idx="227">
                  <c:v>3.96922</c:v>
                </c:pt>
                <c:pt idx="228">
                  <c:v>3.9695200000000002</c:v>
                </c:pt>
                <c:pt idx="229">
                  <c:v>3.96983</c:v>
                </c:pt>
                <c:pt idx="230">
                  <c:v>3.9701300000000002</c:v>
                </c:pt>
                <c:pt idx="231">
                  <c:v>3.97044</c:v>
                </c:pt>
                <c:pt idx="232">
                  <c:v>3.9707499999999998</c:v>
                </c:pt>
                <c:pt idx="233">
                  <c:v>3.97105</c:v>
                </c:pt>
                <c:pt idx="234">
                  <c:v>3.9713599999999998</c:v>
                </c:pt>
                <c:pt idx="235">
                  <c:v>3.97166</c:v>
                </c:pt>
                <c:pt idx="236">
                  <c:v>3.9719699999999998</c:v>
                </c:pt>
                <c:pt idx="237">
                  <c:v>3.97227</c:v>
                </c:pt>
                <c:pt idx="238">
                  <c:v>3.9725799999999998</c:v>
                </c:pt>
                <c:pt idx="239">
                  <c:v>3.97288</c:v>
                </c:pt>
                <c:pt idx="240">
                  <c:v>3.9731900000000002</c:v>
                </c:pt>
                <c:pt idx="241">
                  <c:v>3.97349</c:v>
                </c:pt>
                <c:pt idx="242">
                  <c:v>3.9738000000000002</c:v>
                </c:pt>
                <c:pt idx="243">
                  <c:v>3.9741</c:v>
                </c:pt>
                <c:pt idx="244">
                  <c:v>3.9744100000000002</c:v>
                </c:pt>
                <c:pt idx="245">
                  <c:v>3.97472</c:v>
                </c:pt>
                <c:pt idx="246">
                  <c:v>3.9750200000000002</c:v>
                </c:pt>
                <c:pt idx="247">
                  <c:v>3.97533</c:v>
                </c:pt>
                <c:pt idx="248">
                  <c:v>3.9756300000000002</c:v>
                </c:pt>
                <c:pt idx="249">
                  <c:v>3.97594</c:v>
                </c:pt>
                <c:pt idx="250">
                  <c:v>3.9762400000000002</c:v>
                </c:pt>
                <c:pt idx="251">
                  <c:v>3.97655</c:v>
                </c:pt>
                <c:pt idx="252">
                  <c:v>3.9768500000000002</c:v>
                </c:pt>
                <c:pt idx="253">
                  <c:v>3.97716</c:v>
                </c:pt>
                <c:pt idx="254">
                  <c:v>3.9774600000000002</c:v>
                </c:pt>
                <c:pt idx="255">
                  <c:v>3.97777</c:v>
                </c:pt>
                <c:pt idx="256">
                  <c:v>3.9780700000000002</c:v>
                </c:pt>
                <c:pt idx="257">
                  <c:v>3.97838</c:v>
                </c:pt>
                <c:pt idx="258">
                  <c:v>3.9786899999999998</c:v>
                </c:pt>
                <c:pt idx="259">
                  <c:v>3.97899</c:v>
                </c:pt>
                <c:pt idx="260">
                  <c:v>3.9792999999999998</c:v>
                </c:pt>
                <c:pt idx="261">
                  <c:v>3.9796</c:v>
                </c:pt>
                <c:pt idx="262">
                  <c:v>3.9799099999999998</c:v>
                </c:pt>
                <c:pt idx="263">
                  <c:v>3.98021</c:v>
                </c:pt>
                <c:pt idx="264">
                  <c:v>3.9805199999999998</c:v>
                </c:pt>
                <c:pt idx="265">
                  <c:v>3.98082</c:v>
                </c:pt>
                <c:pt idx="266">
                  <c:v>3.9811299999999998</c:v>
                </c:pt>
                <c:pt idx="267">
                  <c:v>3.98143</c:v>
                </c:pt>
                <c:pt idx="268">
                  <c:v>3.9817399999999998</c:v>
                </c:pt>
                <c:pt idx="269">
                  <c:v>3.98204</c:v>
                </c:pt>
                <c:pt idx="270">
                  <c:v>3.9823499999999998</c:v>
                </c:pt>
                <c:pt idx="271">
                  <c:v>3.9826600000000001</c:v>
                </c:pt>
                <c:pt idx="272">
                  <c:v>3.9829599999999998</c:v>
                </c:pt>
                <c:pt idx="273">
                  <c:v>3.9832700000000001</c:v>
                </c:pt>
                <c:pt idx="274">
                  <c:v>3.9835699999999998</c:v>
                </c:pt>
                <c:pt idx="275">
                  <c:v>3.9838800000000001</c:v>
                </c:pt>
                <c:pt idx="276">
                  <c:v>3.9841799999999998</c:v>
                </c:pt>
                <c:pt idx="277">
                  <c:v>3.9844900000000001</c:v>
                </c:pt>
                <c:pt idx="278">
                  <c:v>3.9847899999999998</c:v>
                </c:pt>
                <c:pt idx="279">
                  <c:v>3.9851000000000001</c:v>
                </c:pt>
                <c:pt idx="280">
                  <c:v>3.9853999999999998</c:v>
                </c:pt>
                <c:pt idx="281">
                  <c:v>3.9857100000000001</c:v>
                </c:pt>
                <c:pt idx="282">
                  <c:v>3.9860199999999999</c:v>
                </c:pt>
                <c:pt idx="283">
                  <c:v>3.9863200000000001</c:v>
                </c:pt>
                <c:pt idx="284">
                  <c:v>3.9866299999999999</c:v>
                </c:pt>
                <c:pt idx="285">
                  <c:v>3.9869300000000001</c:v>
                </c:pt>
                <c:pt idx="286">
                  <c:v>3.9872399999999999</c:v>
                </c:pt>
                <c:pt idx="287">
                  <c:v>3.9875400000000001</c:v>
                </c:pt>
                <c:pt idx="288">
                  <c:v>3.9878499999999999</c:v>
                </c:pt>
                <c:pt idx="289">
                  <c:v>3.9881500000000001</c:v>
                </c:pt>
                <c:pt idx="290">
                  <c:v>3.9884599999999999</c:v>
                </c:pt>
                <c:pt idx="291">
                  <c:v>3.9887600000000001</c:v>
                </c:pt>
                <c:pt idx="292">
                  <c:v>3.9890699999999999</c:v>
                </c:pt>
                <c:pt idx="293">
                  <c:v>3.9893700000000001</c:v>
                </c:pt>
                <c:pt idx="294">
                  <c:v>3.9896799999999999</c:v>
                </c:pt>
                <c:pt idx="295">
                  <c:v>3.9899900000000001</c:v>
                </c:pt>
                <c:pt idx="296">
                  <c:v>3.9902899999999999</c:v>
                </c:pt>
                <c:pt idx="297">
                  <c:v>3.9906000000000001</c:v>
                </c:pt>
                <c:pt idx="298">
                  <c:v>3.9908999999999999</c:v>
                </c:pt>
                <c:pt idx="299">
                  <c:v>3.9912100000000001</c:v>
                </c:pt>
                <c:pt idx="300">
                  <c:v>3.9915099999999999</c:v>
                </c:pt>
                <c:pt idx="301">
                  <c:v>3.9918200000000001</c:v>
                </c:pt>
                <c:pt idx="302">
                  <c:v>3.9921199999999999</c:v>
                </c:pt>
                <c:pt idx="303">
                  <c:v>3.9924300000000001</c:v>
                </c:pt>
                <c:pt idx="304">
                  <c:v>3.9927299999999999</c:v>
                </c:pt>
                <c:pt idx="305">
                  <c:v>3.9930400000000001</c:v>
                </c:pt>
                <c:pt idx="306">
                  <c:v>3.9933399999999999</c:v>
                </c:pt>
                <c:pt idx="307">
                  <c:v>3.9936500000000001</c:v>
                </c:pt>
                <c:pt idx="308">
                  <c:v>3.99396</c:v>
                </c:pt>
                <c:pt idx="309">
                  <c:v>3.9942600000000001</c:v>
                </c:pt>
                <c:pt idx="310">
                  <c:v>3.99457</c:v>
                </c:pt>
                <c:pt idx="311">
                  <c:v>3.9948700000000001</c:v>
                </c:pt>
                <c:pt idx="312">
                  <c:v>3.99518</c:v>
                </c:pt>
                <c:pt idx="313">
                  <c:v>3.9954800000000001</c:v>
                </c:pt>
                <c:pt idx="314">
                  <c:v>3.99579</c:v>
                </c:pt>
                <c:pt idx="315">
                  <c:v>3.9960900000000001</c:v>
                </c:pt>
                <c:pt idx="316">
                  <c:v>3.9964</c:v>
                </c:pt>
                <c:pt idx="317">
                  <c:v>3.9967000000000001</c:v>
                </c:pt>
                <c:pt idx="318">
                  <c:v>3.99701</c:v>
                </c:pt>
                <c:pt idx="319">
                  <c:v>3.9973100000000001</c:v>
                </c:pt>
                <c:pt idx="320">
                  <c:v>3.99762</c:v>
                </c:pt>
                <c:pt idx="321">
                  <c:v>3.9979300000000002</c:v>
                </c:pt>
                <c:pt idx="322">
                  <c:v>3.99823</c:v>
                </c:pt>
                <c:pt idx="323">
                  <c:v>3.9985400000000002</c:v>
                </c:pt>
                <c:pt idx="324">
                  <c:v>3.99884</c:v>
                </c:pt>
                <c:pt idx="325">
                  <c:v>3.9991500000000002</c:v>
                </c:pt>
                <c:pt idx="326">
                  <c:v>3.9994499999999999</c:v>
                </c:pt>
                <c:pt idx="327">
                  <c:v>3.9997600000000002</c:v>
                </c:pt>
                <c:pt idx="328">
                  <c:v>4.0000600000000004</c:v>
                </c:pt>
                <c:pt idx="329">
                  <c:v>4.0003700000000002</c:v>
                </c:pt>
                <c:pt idx="330">
                  <c:v>4.0006700000000004</c:v>
                </c:pt>
                <c:pt idx="331">
                  <c:v>4.0009800000000002</c:v>
                </c:pt>
                <c:pt idx="332">
                  <c:v>4.00129</c:v>
                </c:pt>
                <c:pt idx="333">
                  <c:v>4.0015900000000002</c:v>
                </c:pt>
                <c:pt idx="334">
                  <c:v>4.0019</c:v>
                </c:pt>
                <c:pt idx="335">
                  <c:v>4.0022000000000002</c:v>
                </c:pt>
                <c:pt idx="336">
                  <c:v>4.00251</c:v>
                </c:pt>
                <c:pt idx="337">
                  <c:v>4.0028100000000002</c:v>
                </c:pt>
                <c:pt idx="338">
                  <c:v>4.00312</c:v>
                </c:pt>
                <c:pt idx="339">
                  <c:v>4.0034200000000002</c:v>
                </c:pt>
                <c:pt idx="340">
                  <c:v>4.00373</c:v>
                </c:pt>
                <c:pt idx="341">
                  <c:v>4.0040300000000002</c:v>
                </c:pt>
                <c:pt idx="342">
                  <c:v>4.00434</c:v>
                </c:pt>
                <c:pt idx="343">
                  <c:v>4.0046400000000002</c:v>
                </c:pt>
                <c:pt idx="344">
                  <c:v>4.00495</c:v>
                </c:pt>
                <c:pt idx="345">
                  <c:v>4.0052599999999998</c:v>
                </c:pt>
                <c:pt idx="346">
                  <c:v>4.00556</c:v>
                </c:pt>
                <c:pt idx="347">
                  <c:v>4.0058699999999998</c:v>
                </c:pt>
                <c:pt idx="348">
                  <c:v>4.00617</c:v>
                </c:pt>
                <c:pt idx="349">
                  <c:v>4.0064799999999998</c:v>
                </c:pt>
                <c:pt idx="350">
                  <c:v>4.00678</c:v>
                </c:pt>
                <c:pt idx="351">
                  <c:v>4.0070899999999998</c:v>
                </c:pt>
                <c:pt idx="352">
                  <c:v>4.00739</c:v>
                </c:pt>
                <c:pt idx="353">
                  <c:v>4.0076999999999998</c:v>
                </c:pt>
                <c:pt idx="354">
                  <c:v>4.008</c:v>
                </c:pt>
                <c:pt idx="355">
                  <c:v>4.0083099999999998</c:v>
                </c:pt>
                <c:pt idx="356">
                  <c:v>4.00861</c:v>
                </c:pt>
                <c:pt idx="357">
                  <c:v>4.0089199999999998</c:v>
                </c:pt>
                <c:pt idx="358">
                  <c:v>4.0092299999999996</c:v>
                </c:pt>
                <c:pt idx="359">
                  <c:v>4.0095299999999998</c:v>
                </c:pt>
                <c:pt idx="360">
                  <c:v>4.0098399999999996</c:v>
                </c:pt>
                <c:pt idx="361">
                  <c:v>4.0101399999999998</c:v>
                </c:pt>
                <c:pt idx="362">
                  <c:v>4.0104499999999996</c:v>
                </c:pt>
                <c:pt idx="363">
                  <c:v>4.0107499999999998</c:v>
                </c:pt>
                <c:pt idx="364">
                  <c:v>4.0110599999999996</c:v>
                </c:pt>
                <c:pt idx="365">
                  <c:v>4.0113599999999998</c:v>
                </c:pt>
                <c:pt idx="366">
                  <c:v>4.0116699999999996</c:v>
                </c:pt>
                <c:pt idx="367">
                  <c:v>4.0119699999999998</c:v>
                </c:pt>
                <c:pt idx="368">
                  <c:v>4.0122799999999996</c:v>
                </c:pt>
                <c:pt idx="369">
                  <c:v>4.0125799999999998</c:v>
                </c:pt>
                <c:pt idx="370">
                  <c:v>4.0128899999999996</c:v>
                </c:pt>
                <c:pt idx="371">
                  <c:v>4.0132000000000003</c:v>
                </c:pt>
                <c:pt idx="372">
                  <c:v>4.0134999999999996</c:v>
                </c:pt>
                <c:pt idx="373">
                  <c:v>4.0138100000000003</c:v>
                </c:pt>
                <c:pt idx="374">
                  <c:v>4.0141099999999996</c:v>
                </c:pt>
                <c:pt idx="375">
                  <c:v>4.0144200000000003</c:v>
                </c:pt>
                <c:pt idx="376">
                  <c:v>4.0147199999999996</c:v>
                </c:pt>
                <c:pt idx="377">
                  <c:v>4.0150300000000003</c:v>
                </c:pt>
                <c:pt idx="378">
                  <c:v>4.0153299999999996</c:v>
                </c:pt>
                <c:pt idx="379">
                  <c:v>4.0156400000000003</c:v>
                </c:pt>
                <c:pt idx="380">
                  <c:v>4.0159399999999996</c:v>
                </c:pt>
                <c:pt idx="381">
                  <c:v>4.0162500000000003</c:v>
                </c:pt>
                <c:pt idx="382">
                  <c:v>4.0165499999999996</c:v>
                </c:pt>
                <c:pt idx="383">
                  <c:v>4.0168600000000003</c:v>
                </c:pt>
                <c:pt idx="384">
                  <c:v>4.0171700000000001</c:v>
                </c:pt>
                <c:pt idx="385">
                  <c:v>4.0174700000000003</c:v>
                </c:pt>
                <c:pt idx="386">
                  <c:v>4.0177800000000001</c:v>
                </c:pt>
                <c:pt idx="387">
                  <c:v>4.0180800000000003</c:v>
                </c:pt>
                <c:pt idx="388">
                  <c:v>4.0183900000000001</c:v>
                </c:pt>
                <c:pt idx="389">
                  <c:v>4.0186900000000003</c:v>
                </c:pt>
                <c:pt idx="390">
                  <c:v>4.0190000000000001</c:v>
                </c:pt>
                <c:pt idx="391">
                  <c:v>4.0193000000000003</c:v>
                </c:pt>
                <c:pt idx="392">
                  <c:v>4.0196100000000001</c:v>
                </c:pt>
                <c:pt idx="393">
                  <c:v>4.0199100000000003</c:v>
                </c:pt>
                <c:pt idx="394">
                  <c:v>4.0202200000000001</c:v>
                </c:pt>
                <c:pt idx="395">
                  <c:v>4.0205299999999999</c:v>
                </c:pt>
                <c:pt idx="396">
                  <c:v>4.0208300000000001</c:v>
                </c:pt>
                <c:pt idx="397">
                  <c:v>4.0211399999999999</c:v>
                </c:pt>
                <c:pt idx="398">
                  <c:v>4.0214400000000001</c:v>
                </c:pt>
                <c:pt idx="399">
                  <c:v>4.0217499999999999</c:v>
                </c:pt>
                <c:pt idx="400">
                  <c:v>4.0220500000000001</c:v>
                </c:pt>
                <c:pt idx="401">
                  <c:v>4.0223599999999999</c:v>
                </c:pt>
                <c:pt idx="402">
                  <c:v>4.0226600000000001</c:v>
                </c:pt>
                <c:pt idx="403">
                  <c:v>4.0229699999999999</c:v>
                </c:pt>
                <c:pt idx="404">
                  <c:v>4.0232700000000001</c:v>
                </c:pt>
                <c:pt idx="405">
                  <c:v>4.0235799999999999</c:v>
                </c:pt>
                <c:pt idx="406">
                  <c:v>4.0238800000000001</c:v>
                </c:pt>
                <c:pt idx="407">
                  <c:v>4.0241899999999999</c:v>
                </c:pt>
                <c:pt idx="408">
                  <c:v>4.0244999999999997</c:v>
                </c:pt>
                <c:pt idx="409">
                  <c:v>4.0247999999999999</c:v>
                </c:pt>
                <c:pt idx="410">
                  <c:v>4.0251099999999997</c:v>
                </c:pt>
                <c:pt idx="411">
                  <c:v>4.0254099999999999</c:v>
                </c:pt>
                <c:pt idx="412">
                  <c:v>4.0257199999999997</c:v>
                </c:pt>
                <c:pt idx="413">
                  <c:v>4.0260199999999999</c:v>
                </c:pt>
                <c:pt idx="414">
                  <c:v>4.0263299999999997</c:v>
                </c:pt>
                <c:pt idx="415">
                  <c:v>4.0266299999999999</c:v>
                </c:pt>
                <c:pt idx="416">
                  <c:v>4.0269399999999997</c:v>
                </c:pt>
                <c:pt idx="417">
                  <c:v>4.0272399999999999</c:v>
                </c:pt>
                <c:pt idx="418">
                  <c:v>4.0275499999999997</c:v>
                </c:pt>
                <c:pt idx="419">
                  <c:v>4.0278499999999999</c:v>
                </c:pt>
                <c:pt idx="420">
                  <c:v>4.0281599999999997</c:v>
                </c:pt>
                <c:pt idx="421">
                  <c:v>4.0284700000000004</c:v>
                </c:pt>
                <c:pt idx="422">
                  <c:v>4.0287699999999997</c:v>
                </c:pt>
                <c:pt idx="423">
                  <c:v>4.0290800000000004</c:v>
                </c:pt>
                <c:pt idx="424">
                  <c:v>4.0293799999999997</c:v>
                </c:pt>
                <c:pt idx="425">
                  <c:v>4.0296900000000004</c:v>
                </c:pt>
                <c:pt idx="426">
                  <c:v>4.0299899999999997</c:v>
                </c:pt>
                <c:pt idx="427">
                  <c:v>4.0303000000000004</c:v>
                </c:pt>
                <c:pt idx="428">
                  <c:v>4.0305999999999997</c:v>
                </c:pt>
                <c:pt idx="429">
                  <c:v>4.0309100000000004</c:v>
                </c:pt>
                <c:pt idx="430">
                  <c:v>4.0312099999999997</c:v>
                </c:pt>
                <c:pt idx="431">
                  <c:v>4.0315200000000004</c:v>
                </c:pt>
                <c:pt idx="432">
                  <c:v>4.0318199999999997</c:v>
                </c:pt>
                <c:pt idx="433">
                  <c:v>4.0321300000000004</c:v>
                </c:pt>
                <c:pt idx="434">
                  <c:v>4.0324400000000002</c:v>
                </c:pt>
                <c:pt idx="435">
                  <c:v>4.0327400000000004</c:v>
                </c:pt>
                <c:pt idx="436">
                  <c:v>4.0330500000000002</c:v>
                </c:pt>
                <c:pt idx="437">
                  <c:v>4.0333500000000004</c:v>
                </c:pt>
                <c:pt idx="438">
                  <c:v>4.0336600000000002</c:v>
                </c:pt>
                <c:pt idx="439">
                  <c:v>4.0339600000000004</c:v>
                </c:pt>
                <c:pt idx="440">
                  <c:v>4.0342700000000002</c:v>
                </c:pt>
                <c:pt idx="441">
                  <c:v>4.0345700000000004</c:v>
                </c:pt>
                <c:pt idx="442">
                  <c:v>4.0348800000000002</c:v>
                </c:pt>
                <c:pt idx="443">
                  <c:v>4.0351800000000004</c:v>
                </c:pt>
                <c:pt idx="444">
                  <c:v>4.0354900000000002</c:v>
                </c:pt>
                <c:pt idx="445">
                  <c:v>4.0357900000000004</c:v>
                </c:pt>
                <c:pt idx="446">
                  <c:v>4.0361000000000002</c:v>
                </c:pt>
                <c:pt idx="447">
                  <c:v>4.0364100000000001</c:v>
                </c:pt>
                <c:pt idx="448">
                  <c:v>4.0367100000000002</c:v>
                </c:pt>
                <c:pt idx="449">
                  <c:v>4.0370200000000001</c:v>
                </c:pt>
                <c:pt idx="450">
                  <c:v>4.0373200000000002</c:v>
                </c:pt>
                <c:pt idx="451">
                  <c:v>4.0376300000000001</c:v>
                </c:pt>
                <c:pt idx="452">
                  <c:v>4.0379300000000002</c:v>
                </c:pt>
                <c:pt idx="453">
                  <c:v>4.0382400000000001</c:v>
                </c:pt>
                <c:pt idx="454">
                  <c:v>4.0385400000000002</c:v>
                </c:pt>
                <c:pt idx="455">
                  <c:v>4.0388500000000001</c:v>
                </c:pt>
                <c:pt idx="456">
                  <c:v>4.0391500000000002</c:v>
                </c:pt>
                <c:pt idx="457">
                  <c:v>4.0394600000000001</c:v>
                </c:pt>
                <c:pt idx="458">
                  <c:v>4.0397699999999999</c:v>
                </c:pt>
                <c:pt idx="459">
                  <c:v>4.0400700000000001</c:v>
                </c:pt>
                <c:pt idx="460">
                  <c:v>4.0403799999999999</c:v>
                </c:pt>
                <c:pt idx="461">
                  <c:v>4.04068</c:v>
                </c:pt>
                <c:pt idx="462">
                  <c:v>4.0409899999999999</c:v>
                </c:pt>
                <c:pt idx="463">
                  <c:v>4.04129</c:v>
                </c:pt>
                <c:pt idx="464">
                  <c:v>4.0415999999999999</c:v>
                </c:pt>
                <c:pt idx="465">
                  <c:v>4.0419</c:v>
                </c:pt>
                <c:pt idx="466">
                  <c:v>4.0422099999999999</c:v>
                </c:pt>
                <c:pt idx="467">
                  <c:v>4.04251</c:v>
                </c:pt>
                <c:pt idx="468">
                  <c:v>4.0428199999999999</c:v>
                </c:pt>
                <c:pt idx="469">
                  <c:v>4.04312</c:v>
                </c:pt>
                <c:pt idx="470">
                  <c:v>4.0434299999999999</c:v>
                </c:pt>
                <c:pt idx="471">
                  <c:v>4.0437399999999997</c:v>
                </c:pt>
                <c:pt idx="472">
                  <c:v>4.0440399999999999</c:v>
                </c:pt>
                <c:pt idx="473">
                  <c:v>4.0443499999999997</c:v>
                </c:pt>
                <c:pt idx="474">
                  <c:v>4.0446499999999999</c:v>
                </c:pt>
                <c:pt idx="475">
                  <c:v>4.0449599999999997</c:v>
                </c:pt>
                <c:pt idx="476">
                  <c:v>4.0452599999999999</c:v>
                </c:pt>
                <c:pt idx="477">
                  <c:v>4.0455699999999997</c:v>
                </c:pt>
                <c:pt idx="478">
                  <c:v>4.0458699999999999</c:v>
                </c:pt>
                <c:pt idx="479">
                  <c:v>4.0461799999999997</c:v>
                </c:pt>
                <c:pt idx="480">
                  <c:v>4.0464799999999999</c:v>
                </c:pt>
                <c:pt idx="481">
                  <c:v>4.0467899999999997</c:v>
                </c:pt>
                <c:pt idx="482">
                  <c:v>4.0470899999999999</c:v>
                </c:pt>
                <c:pt idx="483">
                  <c:v>4.0473999999999997</c:v>
                </c:pt>
                <c:pt idx="484">
                  <c:v>4.0477100000000004</c:v>
                </c:pt>
                <c:pt idx="485">
                  <c:v>4.0480099999999997</c:v>
                </c:pt>
                <c:pt idx="486">
                  <c:v>4.0483200000000004</c:v>
                </c:pt>
                <c:pt idx="487">
                  <c:v>4.0486199999999997</c:v>
                </c:pt>
                <c:pt idx="488">
                  <c:v>4.0489300000000004</c:v>
                </c:pt>
                <c:pt idx="489">
                  <c:v>4.0492299999999997</c:v>
                </c:pt>
                <c:pt idx="490">
                  <c:v>4.0495400000000004</c:v>
                </c:pt>
                <c:pt idx="491">
                  <c:v>4.0498399999999997</c:v>
                </c:pt>
                <c:pt idx="492">
                  <c:v>4.0501500000000004</c:v>
                </c:pt>
                <c:pt idx="493">
                  <c:v>4.0504499999999997</c:v>
                </c:pt>
                <c:pt idx="494">
                  <c:v>4.0507600000000004</c:v>
                </c:pt>
                <c:pt idx="495">
                  <c:v>4.0510599999999997</c:v>
                </c:pt>
                <c:pt idx="496">
                  <c:v>4.0513700000000004</c:v>
                </c:pt>
                <c:pt idx="497">
                  <c:v>4.0516800000000002</c:v>
                </c:pt>
                <c:pt idx="498">
                  <c:v>4.0519800000000004</c:v>
                </c:pt>
                <c:pt idx="499">
                  <c:v>4.0522900000000002</c:v>
                </c:pt>
                <c:pt idx="500">
                  <c:v>4.0525900000000004</c:v>
                </c:pt>
                <c:pt idx="501">
                  <c:v>4.0529000000000002</c:v>
                </c:pt>
                <c:pt idx="502">
                  <c:v>4.0532000000000004</c:v>
                </c:pt>
                <c:pt idx="503">
                  <c:v>4.0535100000000002</c:v>
                </c:pt>
                <c:pt idx="504">
                  <c:v>4.0538100000000004</c:v>
                </c:pt>
                <c:pt idx="505">
                  <c:v>4.0541200000000002</c:v>
                </c:pt>
                <c:pt idx="506">
                  <c:v>4.0544200000000004</c:v>
                </c:pt>
                <c:pt idx="507">
                  <c:v>4.0547300000000002</c:v>
                </c:pt>
                <c:pt idx="508">
                  <c:v>4.05504</c:v>
                </c:pt>
                <c:pt idx="509">
                  <c:v>4.0553400000000002</c:v>
                </c:pt>
                <c:pt idx="510">
                  <c:v>4.05565</c:v>
                </c:pt>
                <c:pt idx="511">
                  <c:v>4.0559500000000002</c:v>
                </c:pt>
                <c:pt idx="512">
                  <c:v>4.05626</c:v>
                </c:pt>
                <c:pt idx="513">
                  <c:v>4.0565600000000002</c:v>
                </c:pt>
                <c:pt idx="514">
                  <c:v>4.05687</c:v>
                </c:pt>
                <c:pt idx="515">
                  <c:v>4.0571700000000002</c:v>
                </c:pt>
                <c:pt idx="516">
                  <c:v>4.05748</c:v>
                </c:pt>
                <c:pt idx="517">
                  <c:v>4.0577800000000002</c:v>
                </c:pt>
                <c:pt idx="518">
                  <c:v>4.05809</c:v>
                </c:pt>
                <c:pt idx="519">
                  <c:v>4.0583900000000002</c:v>
                </c:pt>
                <c:pt idx="520">
                  <c:v>4.0587</c:v>
                </c:pt>
                <c:pt idx="521">
                  <c:v>4.0590099999999998</c:v>
                </c:pt>
                <c:pt idx="522">
                  <c:v>4.05931</c:v>
                </c:pt>
                <c:pt idx="523">
                  <c:v>4.0596199999999998</c:v>
                </c:pt>
                <c:pt idx="524">
                  <c:v>4.05992</c:v>
                </c:pt>
                <c:pt idx="525">
                  <c:v>4.0602299999999998</c:v>
                </c:pt>
                <c:pt idx="526">
                  <c:v>4.06053</c:v>
                </c:pt>
                <c:pt idx="527">
                  <c:v>4.0608399999999998</c:v>
                </c:pt>
                <c:pt idx="528">
                  <c:v>4.06114</c:v>
                </c:pt>
                <c:pt idx="529">
                  <c:v>4.0614499999999998</c:v>
                </c:pt>
                <c:pt idx="530">
                  <c:v>4.06175</c:v>
                </c:pt>
                <c:pt idx="531">
                  <c:v>4.0620599999999998</c:v>
                </c:pt>
                <c:pt idx="532">
                  <c:v>4.06236</c:v>
                </c:pt>
                <c:pt idx="533">
                  <c:v>4.0626699999999998</c:v>
                </c:pt>
                <c:pt idx="534">
                  <c:v>4.0629799999999996</c:v>
                </c:pt>
                <c:pt idx="535">
                  <c:v>4.0632799999999998</c:v>
                </c:pt>
                <c:pt idx="536">
                  <c:v>4.0635899999999996</c:v>
                </c:pt>
                <c:pt idx="537">
                  <c:v>4.0638899999999998</c:v>
                </c:pt>
                <c:pt idx="538">
                  <c:v>4.0641999999999996</c:v>
                </c:pt>
                <c:pt idx="539">
                  <c:v>4.0644999999999998</c:v>
                </c:pt>
                <c:pt idx="540">
                  <c:v>4.0648099999999996</c:v>
                </c:pt>
                <c:pt idx="541">
                  <c:v>4.0651099999999998</c:v>
                </c:pt>
                <c:pt idx="542">
                  <c:v>4.0654199999999996</c:v>
                </c:pt>
                <c:pt idx="543">
                  <c:v>4.0657199999999998</c:v>
                </c:pt>
                <c:pt idx="544">
                  <c:v>4.0660299999999996</c:v>
                </c:pt>
                <c:pt idx="545">
                  <c:v>4.0663299999999998</c:v>
                </c:pt>
                <c:pt idx="546">
                  <c:v>4.0666399999999996</c:v>
                </c:pt>
                <c:pt idx="547">
                  <c:v>4.0669500000000003</c:v>
                </c:pt>
                <c:pt idx="548">
                  <c:v>4.0672499999999996</c:v>
                </c:pt>
                <c:pt idx="549">
                  <c:v>4.0675600000000003</c:v>
                </c:pt>
                <c:pt idx="550">
                  <c:v>4.0678599999999996</c:v>
                </c:pt>
                <c:pt idx="551">
                  <c:v>4.0681700000000003</c:v>
                </c:pt>
                <c:pt idx="552">
                  <c:v>4.0684699999999996</c:v>
                </c:pt>
                <c:pt idx="553">
                  <c:v>4.0687800000000003</c:v>
                </c:pt>
                <c:pt idx="554">
                  <c:v>4.0690799999999996</c:v>
                </c:pt>
                <c:pt idx="555">
                  <c:v>4.0693900000000003</c:v>
                </c:pt>
                <c:pt idx="556">
                  <c:v>4.0696899999999996</c:v>
                </c:pt>
                <c:pt idx="557">
                  <c:v>4.07</c:v>
                </c:pt>
                <c:pt idx="558">
                  <c:v>4.0702999999999996</c:v>
                </c:pt>
                <c:pt idx="559">
                  <c:v>4.0706100000000003</c:v>
                </c:pt>
                <c:pt idx="560">
                  <c:v>4.0709200000000001</c:v>
                </c:pt>
                <c:pt idx="561">
                  <c:v>4.0712200000000003</c:v>
                </c:pt>
                <c:pt idx="562">
                  <c:v>4.0715300000000001</c:v>
                </c:pt>
                <c:pt idx="563">
                  <c:v>4.0718300000000003</c:v>
                </c:pt>
                <c:pt idx="564">
                  <c:v>4.0721400000000001</c:v>
                </c:pt>
                <c:pt idx="565">
                  <c:v>4.0724400000000003</c:v>
                </c:pt>
                <c:pt idx="566">
                  <c:v>4.0727500000000001</c:v>
                </c:pt>
                <c:pt idx="567">
                  <c:v>4.0730500000000003</c:v>
                </c:pt>
                <c:pt idx="568">
                  <c:v>4.0733600000000001</c:v>
                </c:pt>
                <c:pt idx="569">
                  <c:v>4.0736600000000003</c:v>
                </c:pt>
                <c:pt idx="570">
                  <c:v>4.0739700000000001</c:v>
                </c:pt>
                <c:pt idx="571">
                  <c:v>4.0742799999999999</c:v>
                </c:pt>
                <c:pt idx="572">
                  <c:v>4.0745800000000001</c:v>
                </c:pt>
                <c:pt idx="573">
                  <c:v>4.0748899999999999</c:v>
                </c:pt>
                <c:pt idx="574">
                  <c:v>4.0751900000000001</c:v>
                </c:pt>
                <c:pt idx="575">
                  <c:v>4.0754999999999999</c:v>
                </c:pt>
                <c:pt idx="576">
                  <c:v>4.0758000000000001</c:v>
                </c:pt>
                <c:pt idx="577">
                  <c:v>4.0761099999999999</c:v>
                </c:pt>
                <c:pt idx="578">
                  <c:v>4.0764100000000001</c:v>
                </c:pt>
                <c:pt idx="579">
                  <c:v>4.0767199999999999</c:v>
                </c:pt>
                <c:pt idx="580">
                  <c:v>4.0770200000000001</c:v>
                </c:pt>
                <c:pt idx="581">
                  <c:v>4.0773299999999999</c:v>
                </c:pt>
                <c:pt idx="582">
                  <c:v>4.0776300000000001</c:v>
                </c:pt>
                <c:pt idx="583">
                  <c:v>4.0779399999999999</c:v>
                </c:pt>
                <c:pt idx="584">
                  <c:v>4.0782499999999997</c:v>
                </c:pt>
                <c:pt idx="585">
                  <c:v>4.0785499999999999</c:v>
                </c:pt>
                <c:pt idx="586">
                  <c:v>4.0788599999999997</c:v>
                </c:pt>
                <c:pt idx="587">
                  <c:v>4.0791599999999999</c:v>
                </c:pt>
                <c:pt idx="588">
                  <c:v>4.0794699999999997</c:v>
                </c:pt>
                <c:pt idx="589">
                  <c:v>4.0797699999999999</c:v>
                </c:pt>
                <c:pt idx="590">
                  <c:v>4.0800799999999997</c:v>
                </c:pt>
                <c:pt idx="591">
                  <c:v>4.0803799999999999</c:v>
                </c:pt>
                <c:pt idx="592">
                  <c:v>4.0806899999999997</c:v>
                </c:pt>
                <c:pt idx="593">
                  <c:v>4.0809899999999999</c:v>
                </c:pt>
                <c:pt idx="594">
                  <c:v>4.0812999999999997</c:v>
                </c:pt>
                <c:pt idx="595">
                  <c:v>4.0815999999999999</c:v>
                </c:pt>
                <c:pt idx="596">
                  <c:v>4.0819099999999997</c:v>
                </c:pt>
                <c:pt idx="597">
                  <c:v>4.0822200000000004</c:v>
                </c:pt>
                <c:pt idx="598">
                  <c:v>4.0825199999999997</c:v>
                </c:pt>
                <c:pt idx="599">
                  <c:v>4.0828300000000004</c:v>
                </c:pt>
                <c:pt idx="600">
                  <c:v>4.0831299999999997</c:v>
                </c:pt>
                <c:pt idx="601">
                  <c:v>4.0834400000000004</c:v>
                </c:pt>
                <c:pt idx="602">
                  <c:v>4.0837399999999997</c:v>
                </c:pt>
                <c:pt idx="603">
                  <c:v>4.0840500000000004</c:v>
                </c:pt>
                <c:pt idx="604">
                  <c:v>4.0843499999999997</c:v>
                </c:pt>
                <c:pt idx="605">
                  <c:v>4.0846600000000004</c:v>
                </c:pt>
                <c:pt idx="606">
                  <c:v>4.0849599999999997</c:v>
                </c:pt>
                <c:pt idx="607">
                  <c:v>4.0852700000000004</c:v>
                </c:pt>
                <c:pt idx="608">
                  <c:v>4.0855699999999997</c:v>
                </c:pt>
                <c:pt idx="609">
                  <c:v>4.0858800000000004</c:v>
                </c:pt>
                <c:pt idx="610">
                  <c:v>4.0861900000000002</c:v>
                </c:pt>
                <c:pt idx="611">
                  <c:v>4.0864900000000004</c:v>
                </c:pt>
                <c:pt idx="612">
                  <c:v>4.0868000000000002</c:v>
                </c:pt>
                <c:pt idx="613">
                  <c:v>4.0871000000000004</c:v>
                </c:pt>
                <c:pt idx="614">
                  <c:v>4.0874100000000002</c:v>
                </c:pt>
                <c:pt idx="615">
                  <c:v>4.0877100000000004</c:v>
                </c:pt>
                <c:pt idx="616">
                  <c:v>4.0880200000000002</c:v>
                </c:pt>
                <c:pt idx="617">
                  <c:v>4.0883200000000004</c:v>
                </c:pt>
                <c:pt idx="618">
                  <c:v>4.0886300000000002</c:v>
                </c:pt>
                <c:pt idx="619">
                  <c:v>4.0889300000000004</c:v>
                </c:pt>
                <c:pt idx="620">
                  <c:v>4.0892400000000002</c:v>
                </c:pt>
                <c:pt idx="621">
                  <c:v>4.0895400000000004</c:v>
                </c:pt>
                <c:pt idx="622">
                  <c:v>4.0898500000000002</c:v>
                </c:pt>
                <c:pt idx="623">
                  <c:v>4.09016</c:v>
                </c:pt>
                <c:pt idx="624">
                  <c:v>4.0904600000000002</c:v>
                </c:pt>
                <c:pt idx="625">
                  <c:v>4.09077</c:v>
                </c:pt>
                <c:pt idx="626">
                  <c:v>4.0910700000000002</c:v>
                </c:pt>
                <c:pt idx="627">
                  <c:v>4.09138</c:v>
                </c:pt>
                <c:pt idx="628">
                  <c:v>4.0916800000000002</c:v>
                </c:pt>
                <c:pt idx="629">
                  <c:v>4.09199</c:v>
                </c:pt>
                <c:pt idx="630">
                  <c:v>4.0922900000000002</c:v>
                </c:pt>
                <c:pt idx="631">
                  <c:v>4.0926</c:v>
                </c:pt>
                <c:pt idx="632">
                  <c:v>4.0929000000000002</c:v>
                </c:pt>
                <c:pt idx="633">
                  <c:v>4.09321</c:v>
                </c:pt>
                <c:pt idx="634">
                  <c:v>4.0935199999999998</c:v>
                </c:pt>
                <c:pt idx="635">
                  <c:v>4.09382</c:v>
                </c:pt>
                <c:pt idx="636">
                  <c:v>4.0941299999999998</c:v>
                </c:pt>
                <c:pt idx="637">
                  <c:v>4.09443</c:v>
                </c:pt>
                <c:pt idx="638">
                  <c:v>4.0947399999999998</c:v>
                </c:pt>
                <c:pt idx="639">
                  <c:v>4.09504</c:v>
                </c:pt>
                <c:pt idx="640">
                  <c:v>4.0953499999999998</c:v>
                </c:pt>
                <c:pt idx="641">
                  <c:v>4.09565</c:v>
                </c:pt>
                <c:pt idx="642">
                  <c:v>4.0959599999999998</c:v>
                </c:pt>
                <c:pt idx="643">
                  <c:v>4.09626</c:v>
                </c:pt>
                <c:pt idx="644">
                  <c:v>4.0965699999999998</c:v>
                </c:pt>
                <c:pt idx="645">
                  <c:v>4.09687</c:v>
                </c:pt>
                <c:pt idx="646">
                  <c:v>4.0971799999999998</c:v>
                </c:pt>
                <c:pt idx="647">
                  <c:v>4.0974899999999996</c:v>
                </c:pt>
                <c:pt idx="648">
                  <c:v>4.0977899999999998</c:v>
                </c:pt>
                <c:pt idx="649">
                  <c:v>4.0980999999999996</c:v>
                </c:pt>
                <c:pt idx="650">
                  <c:v>4.0983999999999998</c:v>
                </c:pt>
                <c:pt idx="651">
                  <c:v>4.0987099999999996</c:v>
                </c:pt>
                <c:pt idx="652">
                  <c:v>4.0990099999999998</c:v>
                </c:pt>
                <c:pt idx="653">
                  <c:v>4.0993199999999996</c:v>
                </c:pt>
                <c:pt idx="654">
                  <c:v>4.0996199999999998</c:v>
                </c:pt>
                <c:pt idx="655">
                  <c:v>4.0999299999999996</c:v>
                </c:pt>
                <c:pt idx="656">
                  <c:v>4.1002299999999998</c:v>
                </c:pt>
                <c:pt idx="657">
                  <c:v>4.1005399999999996</c:v>
                </c:pt>
                <c:pt idx="658">
                  <c:v>4.1008399999999998</c:v>
                </c:pt>
                <c:pt idx="659">
                  <c:v>4.1011499999999996</c:v>
                </c:pt>
                <c:pt idx="660">
                  <c:v>4.1014600000000003</c:v>
                </c:pt>
                <c:pt idx="661">
                  <c:v>4.1017599999999996</c:v>
                </c:pt>
                <c:pt idx="662">
                  <c:v>4.1020700000000003</c:v>
                </c:pt>
                <c:pt idx="663">
                  <c:v>4.1023699999999996</c:v>
                </c:pt>
                <c:pt idx="664">
                  <c:v>4.1026800000000003</c:v>
                </c:pt>
                <c:pt idx="665">
                  <c:v>4.1029799999999996</c:v>
                </c:pt>
                <c:pt idx="666">
                  <c:v>4.1032900000000003</c:v>
                </c:pt>
                <c:pt idx="667">
                  <c:v>4.1035899999999996</c:v>
                </c:pt>
                <c:pt idx="668">
                  <c:v>4.1039000000000003</c:v>
                </c:pt>
                <c:pt idx="669">
                  <c:v>4.1041999999999996</c:v>
                </c:pt>
                <c:pt idx="670">
                  <c:v>4.1045100000000003</c:v>
                </c:pt>
                <c:pt idx="671">
                  <c:v>4.1048099999999996</c:v>
                </c:pt>
                <c:pt idx="672">
                  <c:v>4.1051200000000003</c:v>
                </c:pt>
                <c:pt idx="673">
                  <c:v>4.1054300000000001</c:v>
                </c:pt>
                <c:pt idx="674">
                  <c:v>4.1057300000000003</c:v>
                </c:pt>
                <c:pt idx="675">
                  <c:v>4.1060400000000001</c:v>
                </c:pt>
                <c:pt idx="676">
                  <c:v>4.1063400000000003</c:v>
                </c:pt>
                <c:pt idx="677">
                  <c:v>4.1066500000000001</c:v>
                </c:pt>
                <c:pt idx="678">
                  <c:v>4.1069500000000003</c:v>
                </c:pt>
                <c:pt idx="679">
                  <c:v>4.1072600000000001</c:v>
                </c:pt>
                <c:pt idx="680">
                  <c:v>4.1075600000000003</c:v>
                </c:pt>
                <c:pt idx="681">
                  <c:v>4.1078700000000001</c:v>
                </c:pt>
                <c:pt idx="682">
                  <c:v>4.1081700000000003</c:v>
                </c:pt>
                <c:pt idx="683">
                  <c:v>4.1084800000000001</c:v>
                </c:pt>
                <c:pt idx="684">
                  <c:v>4.1087899999999999</c:v>
                </c:pt>
                <c:pt idx="685">
                  <c:v>4.1090900000000001</c:v>
                </c:pt>
                <c:pt idx="686">
                  <c:v>4.1093999999999999</c:v>
                </c:pt>
                <c:pt idx="687">
                  <c:v>4.1097000000000001</c:v>
                </c:pt>
                <c:pt idx="688">
                  <c:v>4.1100099999999999</c:v>
                </c:pt>
                <c:pt idx="689">
                  <c:v>4.1103100000000001</c:v>
                </c:pt>
                <c:pt idx="690">
                  <c:v>4.1106199999999999</c:v>
                </c:pt>
                <c:pt idx="691">
                  <c:v>4.1109200000000001</c:v>
                </c:pt>
                <c:pt idx="692">
                  <c:v>4.1112299999999999</c:v>
                </c:pt>
                <c:pt idx="693">
                  <c:v>4.1115300000000001</c:v>
                </c:pt>
                <c:pt idx="694">
                  <c:v>4.1118399999999999</c:v>
                </c:pt>
                <c:pt idx="695">
                  <c:v>4.1121400000000001</c:v>
                </c:pt>
                <c:pt idx="696">
                  <c:v>4.1124499999999999</c:v>
                </c:pt>
                <c:pt idx="697">
                  <c:v>4.1127599999999997</c:v>
                </c:pt>
                <c:pt idx="698">
                  <c:v>4.1130599999999999</c:v>
                </c:pt>
                <c:pt idx="699">
                  <c:v>4.1133699999999997</c:v>
                </c:pt>
                <c:pt idx="700">
                  <c:v>4.1136699999999999</c:v>
                </c:pt>
                <c:pt idx="701">
                  <c:v>4.1139799999999997</c:v>
                </c:pt>
                <c:pt idx="702">
                  <c:v>4.1142799999999999</c:v>
                </c:pt>
                <c:pt idx="703">
                  <c:v>4.1145899999999997</c:v>
                </c:pt>
                <c:pt idx="704">
                  <c:v>4.1148899999999999</c:v>
                </c:pt>
                <c:pt idx="705">
                  <c:v>4.1151999999999997</c:v>
                </c:pt>
                <c:pt idx="706">
                  <c:v>4.1154999999999999</c:v>
                </c:pt>
                <c:pt idx="707">
                  <c:v>4.1158099999999997</c:v>
                </c:pt>
                <c:pt idx="708">
                  <c:v>4.1161099999999999</c:v>
                </c:pt>
                <c:pt idx="709">
                  <c:v>4.1164199999999997</c:v>
                </c:pt>
                <c:pt idx="710">
                  <c:v>4.1167299999999996</c:v>
                </c:pt>
                <c:pt idx="711">
                  <c:v>4.1170299999999997</c:v>
                </c:pt>
                <c:pt idx="712">
                  <c:v>4.1173400000000004</c:v>
                </c:pt>
                <c:pt idx="713">
                  <c:v>4.1176399999999997</c:v>
                </c:pt>
                <c:pt idx="714">
                  <c:v>4.1179500000000004</c:v>
                </c:pt>
                <c:pt idx="715">
                  <c:v>4.1182499999999997</c:v>
                </c:pt>
                <c:pt idx="716">
                  <c:v>4.1185600000000004</c:v>
                </c:pt>
                <c:pt idx="717">
                  <c:v>4.1188599999999997</c:v>
                </c:pt>
                <c:pt idx="718">
                  <c:v>4.1191700000000004</c:v>
                </c:pt>
                <c:pt idx="719">
                  <c:v>4.1194699999999997</c:v>
                </c:pt>
                <c:pt idx="720">
                  <c:v>4.1197800000000004</c:v>
                </c:pt>
                <c:pt idx="721">
                  <c:v>4.1200799999999997</c:v>
                </c:pt>
                <c:pt idx="722">
                  <c:v>4.1203900000000004</c:v>
                </c:pt>
                <c:pt idx="723">
                  <c:v>4.1207000000000003</c:v>
                </c:pt>
                <c:pt idx="724">
                  <c:v>4.1210000000000004</c:v>
                </c:pt>
                <c:pt idx="725">
                  <c:v>4.1213100000000003</c:v>
                </c:pt>
                <c:pt idx="726">
                  <c:v>4.1216100000000004</c:v>
                </c:pt>
                <c:pt idx="727">
                  <c:v>4.1219200000000003</c:v>
                </c:pt>
                <c:pt idx="728">
                  <c:v>4.1222200000000004</c:v>
                </c:pt>
                <c:pt idx="729">
                  <c:v>4.1225300000000002</c:v>
                </c:pt>
                <c:pt idx="730">
                  <c:v>4.1228300000000004</c:v>
                </c:pt>
                <c:pt idx="731">
                  <c:v>4.1231400000000002</c:v>
                </c:pt>
                <c:pt idx="732">
                  <c:v>4.1234400000000004</c:v>
                </c:pt>
                <c:pt idx="733">
                  <c:v>4.1237500000000002</c:v>
                </c:pt>
                <c:pt idx="734">
                  <c:v>4.1240500000000004</c:v>
                </c:pt>
                <c:pt idx="735">
                  <c:v>4.1243600000000002</c:v>
                </c:pt>
                <c:pt idx="736">
                  <c:v>4.1246700000000001</c:v>
                </c:pt>
                <c:pt idx="737">
                  <c:v>4.1249700000000002</c:v>
                </c:pt>
                <c:pt idx="738">
                  <c:v>4.1252800000000001</c:v>
                </c:pt>
                <c:pt idx="739">
                  <c:v>4.1255800000000002</c:v>
                </c:pt>
                <c:pt idx="740">
                  <c:v>4.1258900000000001</c:v>
                </c:pt>
                <c:pt idx="741">
                  <c:v>4.1261900000000002</c:v>
                </c:pt>
                <c:pt idx="742">
                  <c:v>4.1265000000000001</c:v>
                </c:pt>
                <c:pt idx="743">
                  <c:v>4.1268000000000002</c:v>
                </c:pt>
                <c:pt idx="744">
                  <c:v>4.1271100000000001</c:v>
                </c:pt>
                <c:pt idx="745">
                  <c:v>4.1274100000000002</c:v>
                </c:pt>
                <c:pt idx="746">
                  <c:v>4.1277200000000001</c:v>
                </c:pt>
                <c:pt idx="747">
                  <c:v>4.1280299999999999</c:v>
                </c:pt>
                <c:pt idx="748">
                  <c:v>4.1283300000000001</c:v>
                </c:pt>
                <c:pt idx="749">
                  <c:v>4.1286399999999999</c:v>
                </c:pt>
                <c:pt idx="750">
                  <c:v>4.1289400000000001</c:v>
                </c:pt>
                <c:pt idx="751">
                  <c:v>4.1292499999999999</c:v>
                </c:pt>
                <c:pt idx="752">
                  <c:v>4.1295500000000001</c:v>
                </c:pt>
                <c:pt idx="753">
                  <c:v>4.1298599999999999</c:v>
                </c:pt>
                <c:pt idx="754">
                  <c:v>4.1301600000000001</c:v>
                </c:pt>
                <c:pt idx="755">
                  <c:v>4.1304699999999999</c:v>
                </c:pt>
                <c:pt idx="756">
                  <c:v>4.1307700000000001</c:v>
                </c:pt>
                <c:pt idx="757">
                  <c:v>4.1310799999999999</c:v>
                </c:pt>
                <c:pt idx="758">
                  <c:v>4.1313800000000001</c:v>
                </c:pt>
                <c:pt idx="759">
                  <c:v>4.1316899999999999</c:v>
                </c:pt>
                <c:pt idx="760">
                  <c:v>4.1319999999999997</c:v>
                </c:pt>
                <c:pt idx="761">
                  <c:v>4.1322999999999999</c:v>
                </c:pt>
                <c:pt idx="762">
                  <c:v>4.1326099999999997</c:v>
                </c:pt>
                <c:pt idx="763">
                  <c:v>4.1329099999999999</c:v>
                </c:pt>
                <c:pt idx="764">
                  <c:v>4.1332199999999997</c:v>
                </c:pt>
                <c:pt idx="765">
                  <c:v>4.1335199999999999</c:v>
                </c:pt>
                <c:pt idx="766">
                  <c:v>4.1338299999999997</c:v>
                </c:pt>
                <c:pt idx="767">
                  <c:v>4.1341299999999999</c:v>
                </c:pt>
                <c:pt idx="768">
                  <c:v>4.1344399999999997</c:v>
                </c:pt>
                <c:pt idx="769">
                  <c:v>4.1347399999999999</c:v>
                </c:pt>
                <c:pt idx="770">
                  <c:v>4.1350499999999997</c:v>
                </c:pt>
                <c:pt idx="771">
                  <c:v>4.1353499999999999</c:v>
                </c:pt>
                <c:pt idx="772">
                  <c:v>4.1356599999999997</c:v>
                </c:pt>
                <c:pt idx="773">
                  <c:v>4.1359700000000004</c:v>
                </c:pt>
                <c:pt idx="774">
                  <c:v>4.1362699999999997</c:v>
                </c:pt>
                <c:pt idx="775">
                  <c:v>4.1365800000000004</c:v>
                </c:pt>
                <c:pt idx="776">
                  <c:v>4.1368799999999997</c:v>
                </c:pt>
                <c:pt idx="777">
                  <c:v>4.1371900000000004</c:v>
                </c:pt>
                <c:pt idx="778">
                  <c:v>4.1374899999999997</c:v>
                </c:pt>
                <c:pt idx="779">
                  <c:v>4.1378000000000004</c:v>
                </c:pt>
                <c:pt idx="780">
                  <c:v>4.1380999999999997</c:v>
                </c:pt>
                <c:pt idx="781">
                  <c:v>4.1384100000000004</c:v>
                </c:pt>
                <c:pt idx="782">
                  <c:v>4.1387099999999997</c:v>
                </c:pt>
                <c:pt idx="783">
                  <c:v>4.1390200000000004</c:v>
                </c:pt>
                <c:pt idx="784">
                  <c:v>4.1393199999999997</c:v>
                </c:pt>
                <c:pt idx="785">
                  <c:v>4.1396300000000004</c:v>
                </c:pt>
                <c:pt idx="786">
                  <c:v>4.1399400000000002</c:v>
                </c:pt>
                <c:pt idx="787">
                  <c:v>4.1402400000000004</c:v>
                </c:pt>
                <c:pt idx="788">
                  <c:v>4.1405500000000002</c:v>
                </c:pt>
                <c:pt idx="789">
                  <c:v>4.1408500000000004</c:v>
                </c:pt>
                <c:pt idx="790">
                  <c:v>4.1411600000000002</c:v>
                </c:pt>
                <c:pt idx="791">
                  <c:v>4.1414600000000004</c:v>
                </c:pt>
                <c:pt idx="792">
                  <c:v>4.1417700000000002</c:v>
                </c:pt>
                <c:pt idx="793">
                  <c:v>4.1420700000000004</c:v>
                </c:pt>
                <c:pt idx="794">
                  <c:v>4.1423800000000002</c:v>
                </c:pt>
                <c:pt idx="795">
                  <c:v>4.1426800000000004</c:v>
                </c:pt>
                <c:pt idx="796">
                  <c:v>4.1429900000000002</c:v>
                </c:pt>
                <c:pt idx="797">
                  <c:v>4.1432900000000004</c:v>
                </c:pt>
                <c:pt idx="798">
                  <c:v>4.1436000000000002</c:v>
                </c:pt>
                <c:pt idx="799">
                  <c:v>4.14391</c:v>
                </c:pt>
                <c:pt idx="800">
                  <c:v>4.1442100000000002</c:v>
                </c:pt>
                <c:pt idx="801">
                  <c:v>4.14452</c:v>
                </c:pt>
                <c:pt idx="802">
                  <c:v>4.1448200000000002</c:v>
                </c:pt>
                <c:pt idx="803">
                  <c:v>4.14513</c:v>
                </c:pt>
                <c:pt idx="804">
                  <c:v>4.1454300000000002</c:v>
                </c:pt>
                <c:pt idx="805">
                  <c:v>4.14574</c:v>
                </c:pt>
                <c:pt idx="806">
                  <c:v>4.1460400000000002</c:v>
                </c:pt>
                <c:pt idx="807">
                  <c:v>4.14635</c:v>
                </c:pt>
                <c:pt idx="808">
                  <c:v>4.1466500000000002</c:v>
                </c:pt>
                <c:pt idx="809">
                  <c:v>4.14696</c:v>
                </c:pt>
                <c:pt idx="810">
                  <c:v>4.1472699999999998</c:v>
                </c:pt>
                <c:pt idx="811">
                  <c:v>4.14757</c:v>
                </c:pt>
                <c:pt idx="812">
                  <c:v>4.1478799999999998</c:v>
                </c:pt>
                <c:pt idx="813">
                  <c:v>4.14818</c:v>
                </c:pt>
                <c:pt idx="814">
                  <c:v>4.1484899999999998</c:v>
                </c:pt>
                <c:pt idx="815">
                  <c:v>4.14879</c:v>
                </c:pt>
                <c:pt idx="816">
                  <c:v>4.1490999999999998</c:v>
                </c:pt>
                <c:pt idx="817">
                  <c:v>4.1494</c:v>
                </c:pt>
                <c:pt idx="818">
                  <c:v>4.1497099999999998</c:v>
                </c:pt>
                <c:pt idx="819">
                  <c:v>4.15001</c:v>
                </c:pt>
                <c:pt idx="820">
                  <c:v>4.1503199999999998</c:v>
                </c:pt>
                <c:pt idx="821">
                  <c:v>4.15062</c:v>
                </c:pt>
                <c:pt idx="822">
                  <c:v>4.1509299999999998</c:v>
                </c:pt>
                <c:pt idx="823">
                  <c:v>4.1512399999999996</c:v>
                </c:pt>
                <c:pt idx="824">
                  <c:v>4.1515399999999998</c:v>
                </c:pt>
                <c:pt idx="825">
                  <c:v>4.1518499999999996</c:v>
                </c:pt>
                <c:pt idx="826">
                  <c:v>4.1521499999999998</c:v>
                </c:pt>
                <c:pt idx="827">
                  <c:v>4.1524599999999996</c:v>
                </c:pt>
                <c:pt idx="828">
                  <c:v>4.1527599999999998</c:v>
                </c:pt>
                <c:pt idx="829">
                  <c:v>4.1530699999999996</c:v>
                </c:pt>
                <c:pt idx="830">
                  <c:v>4.1533699999999998</c:v>
                </c:pt>
                <c:pt idx="831">
                  <c:v>4.1536799999999996</c:v>
                </c:pt>
                <c:pt idx="832">
                  <c:v>4.1539799999999998</c:v>
                </c:pt>
                <c:pt idx="833">
                  <c:v>4.1542899999999996</c:v>
                </c:pt>
                <c:pt idx="834">
                  <c:v>4.1545899999999998</c:v>
                </c:pt>
                <c:pt idx="835">
                  <c:v>4.1548999999999996</c:v>
                </c:pt>
                <c:pt idx="836">
                  <c:v>4.1552100000000003</c:v>
                </c:pt>
                <c:pt idx="837">
                  <c:v>4.1555099999999996</c:v>
                </c:pt>
                <c:pt idx="838">
                  <c:v>4.1558200000000003</c:v>
                </c:pt>
                <c:pt idx="839">
                  <c:v>4.1561199999999996</c:v>
                </c:pt>
                <c:pt idx="840">
                  <c:v>4.1564300000000003</c:v>
                </c:pt>
                <c:pt idx="841">
                  <c:v>4.1567299999999996</c:v>
                </c:pt>
                <c:pt idx="842">
                  <c:v>4.1570400000000003</c:v>
                </c:pt>
                <c:pt idx="843">
                  <c:v>4.1573399999999996</c:v>
                </c:pt>
                <c:pt idx="844">
                  <c:v>4.1576500000000003</c:v>
                </c:pt>
                <c:pt idx="845">
                  <c:v>4.1579499999999996</c:v>
                </c:pt>
                <c:pt idx="846">
                  <c:v>4.1582600000000003</c:v>
                </c:pt>
                <c:pt idx="847">
                  <c:v>4.1585599999999996</c:v>
                </c:pt>
                <c:pt idx="848">
                  <c:v>4.1588700000000003</c:v>
                </c:pt>
                <c:pt idx="849">
                  <c:v>4.1591800000000001</c:v>
                </c:pt>
                <c:pt idx="850">
                  <c:v>4.1594800000000003</c:v>
                </c:pt>
                <c:pt idx="851">
                  <c:v>4.1597900000000001</c:v>
                </c:pt>
                <c:pt idx="852">
                  <c:v>4.1600900000000003</c:v>
                </c:pt>
                <c:pt idx="853">
                  <c:v>4.1604000000000001</c:v>
                </c:pt>
                <c:pt idx="854">
                  <c:v>4.1607000000000003</c:v>
                </c:pt>
                <c:pt idx="855">
                  <c:v>4.1610100000000001</c:v>
                </c:pt>
                <c:pt idx="856">
                  <c:v>4.1613100000000003</c:v>
                </c:pt>
                <c:pt idx="857">
                  <c:v>4.1616200000000001</c:v>
                </c:pt>
                <c:pt idx="858">
                  <c:v>4.1619200000000003</c:v>
                </c:pt>
                <c:pt idx="859">
                  <c:v>4.1622300000000001</c:v>
                </c:pt>
                <c:pt idx="860">
                  <c:v>4.1625300000000003</c:v>
                </c:pt>
                <c:pt idx="861">
                  <c:v>4.1628400000000001</c:v>
                </c:pt>
                <c:pt idx="862">
                  <c:v>4.1631499999999999</c:v>
                </c:pt>
                <c:pt idx="863">
                  <c:v>4.1634500000000001</c:v>
                </c:pt>
                <c:pt idx="864">
                  <c:v>4.1637599999999999</c:v>
                </c:pt>
                <c:pt idx="865">
                  <c:v>4.1640600000000001</c:v>
                </c:pt>
                <c:pt idx="866">
                  <c:v>4.1643699999999999</c:v>
                </c:pt>
                <c:pt idx="867">
                  <c:v>4.1646700000000001</c:v>
                </c:pt>
                <c:pt idx="868">
                  <c:v>4.1649799999999999</c:v>
                </c:pt>
                <c:pt idx="869">
                  <c:v>4.1652800000000001</c:v>
                </c:pt>
                <c:pt idx="870">
                  <c:v>4.1655899999999999</c:v>
                </c:pt>
                <c:pt idx="871">
                  <c:v>4.1658900000000001</c:v>
                </c:pt>
                <c:pt idx="872">
                  <c:v>4.1661999999999999</c:v>
                </c:pt>
                <c:pt idx="873">
                  <c:v>4.1665099999999997</c:v>
                </c:pt>
                <c:pt idx="874">
                  <c:v>4.1668099999999999</c:v>
                </c:pt>
                <c:pt idx="875">
                  <c:v>4.1671199999999997</c:v>
                </c:pt>
                <c:pt idx="876">
                  <c:v>4.1674199999999999</c:v>
                </c:pt>
                <c:pt idx="877">
                  <c:v>4.1677299999999997</c:v>
                </c:pt>
                <c:pt idx="878">
                  <c:v>4.1680299999999999</c:v>
                </c:pt>
                <c:pt idx="879">
                  <c:v>4.1683399999999997</c:v>
                </c:pt>
                <c:pt idx="880">
                  <c:v>4.1686399999999999</c:v>
                </c:pt>
                <c:pt idx="881">
                  <c:v>4.1689499999999997</c:v>
                </c:pt>
                <c:pt idx="882">
                  <c:v>4.1692499999999999</c:v>
                </c:pt>
                <c:pt idx="883">
                  <c:v>4.1695599999999997</c:v>
                </c:pt>
                <c:pt idx="884">
                  <c:v>4.1698599999999999</c:v>
                </c:pt>
                <c:pt idx="885">
                  <c:v>4.1701699999999997</c:v>
                </c:pt>
                <c:pt idx="886">
                  <c:v>4.1704800000000004</c:v>
                </c:pt>
                <c:pt idx="887">
                  <c:v>4.1707799999999997</c:v>
                </c:pt>
                <c:pt idx="888">
                  <c:v>4.1710900000000004</c:v>
                </c:pt>
                <c:pt idx="889">
                  <c:v>4.1713899999999997</c:v>
                </c:pt>
                <c:pt idx="890">
                  <c:v>4.1717000000000004</c:v>
                </c:pt>
                <c:pt idx="891">
                  <c:v>4.1719999999999997</c:v>
                </c:pt>
                <c:pt idx="892">
                  <c:v>4.1723100000000004</c:v>
                </c:pt>
                <c:pt idx="893">
                  <c:v>4.1726099999999997</c:v>
                </c:pt>
                <c:pt idx="894">
                  <c:v>4.1729200000000004</c:v>
                </c:pt>
                <c:pt idx="895">
                  <c:v>4.1732199999999997</c:v>
                </c:pt>
                <c:pt idx="896">
                  <c:v>4.1735300000000004</c:v>
                </c:pt>
                <c:pt idx="897">
                  <c:v>4.1738299999999997</c:v>
                </c:pt>
                <c:pt idx="898">
                  <c:v>4.1741400000000004</c:v>
                </c:pt>
                <c:pt idx="899">
                  <c:v>4.1744500000000002</c:v>
                </c:pt>
                <c:pt idx="900">
                  <c:v>4.1747500000000004</c:v>
                </c:pt>
                <c:pt idx="901">
                  <c:v>4.1750600000000002</c:v>
                </c:pt>
                <c:pt idx="902">
                  <c:v>4.1753600000000004</c:v>
                </c:pt>
                <c:pt idx="903">
                  <c:v>4.1756700000000002</c:v>
                </c:pt>
                <c:pt idx="904">
                  <c:v>4.1759700000000004</c:v>
                </c:pt>
                <c:pt idx="905">
                  <c:v>4.1762800000000002</c:v>
                </c:pt>
                <c:pt idx="906">
                  <c:v>4.1765800000000004</c:v>
                </c:pt>
                <c:pt idx="907">
                  <c:v>4.1768900000000002</c:v>
                </c:pt>
                <c:pt idx="908">
                  <c:v>4.1771900000000004</c:v>
                </c:pt>
                <c:pt idx="909">
                  <c:v>4.1775000000000002</c:v>
                </c:pt>
                <c:pt idx="910">
                  <c:v>4.1778000000000004</c:v>
                </c:pt>
                <c:pt idx="911">
                  <c:v>4.1781100000000002</c:v>
                </c:pt>
                <c:pt idx="912">
                  <c:v>4.17842</c:v>
                </c:pt>
                <c:pt idx="913">
                  <c:v>4.1787200000000002</c:v>
                </c:pt>
                <c:pt idx="914">
                  <c:v>4.17903</c:v>
                </c:pt>
                <c:pt idx="915">
                  <c:v>4.1793300000000002</c:v>
                </c:pt>
                <c:pt idx="916">
                  <c:v>4.17964</c:v>
                </c:pt>
                <c:pt idx="917">
                  <c:v>4.1799400000000002</c:v>
                </c:pt>
                <c:pt idx="918">
                  <c:v>4.18025</c:v>
                </c:pt>
                <c:pt idx="919">
                  <c:v>4.1805500000000002</c:v>
                </c:pt>
                <c:pt idx="920">
                  <c:v>4.18086</c:v>
                </c:pt>
                <c:pt idx="921">
                  <c:v>4.1811600000000002</c:v>
                </c:pt>
                <c:pt idx="922">
                  <c:v>4.18147</c:v>
                </c:pt>
                <c:pt idx="923">
                  <c:v>4.1817799999999998</c:v>
                </c:pt>
                <c:pt idx="924">
                  <c:v>4.18208</c:v>
                </c:pt>
                <c:pt idx="925">
                  <c:v>4.1823899999999998</c:v>
                </c:pt>
                <c:pt idx="926">
                  <c:v>4.18269</c:v>
                </c:pt>
                <c:pt idx="927">
                  <c:v>4.1829999999999998</c:v>
                </c:pt>
                <c:pt idx="928">
                  <c:v>4.1833</c:v>
                </c:pt>
                <c:pt idx="929">
                  <c:v>4.1836099999999998</c:v>
                </c:pt>
                <c:pt idx="930">
                  <c:v>4.18391</c:v>
                </c:pt>
                <c:pt idx="931">
                  <c:v>4.1842199999999998</c:v>
                </c:pt>
                <c:pt idx="932">
                  <c:v>4.18452</c:v>
                </c:pt>
                <c:pt idx="933">
                  <c:v>4.1848299999999998</c:v>
                </c:pt>
                <c:pt idx="934">
                  <c:v>4.18513</c:v>
                </c:pt>
                <c:pt idx="935">
                  <c:v>4.1854399999999998</c:v>
                </c:pt>
                <c:pt idx="936">
                  <c:v>4.1857499999999996</c:v>
                </c:pt>
                <c:pt idx="937">
                  <c:v>4.1860499999999998</c:v>
                </c:pt>
                <c:pt idx="938">
                  <c:v>4.1863599999999996</c:v>
                </c:pt>
                <c:pt idx="939">
                  <c:v>4.1866599999999998</c:v>
                </c:pt>
                <c:pt idx="940">
                  <c:v>4.1869699999999996</c:v>
                </c:pt>
                <c:pt idx="941">
                  <c:v>4.1872699999999998</c:v>
                </c:pt>
                <c:pt idx="942">
                  <c:v>4.1875799999999996</c:v>
                </c:pt>
                <c:pt idx="943">
                  <c:v>4.1878799999999998</c:v>
                </c:pt>
                <c:pt idx="944">
                  <c:v>4.1881899999999996</c:v>
                </c:pt>
                <c:pt idx="945">
                  <c:v>4.1884899999999998</c:v>
                </c:pt>
                <c:pt idx="946">
                  <c:v>4.1887999999999996</c:v>
                </c:pt>
                <c:pt idx="947">
                  <c:v>4.1890999999999998</c:v>
                </c:pt>
                <c:pt idx="948">
                  <c:v>4.1894099999999996</c:v>
                </c:pt>
                <c:pt idx="949">
                  <c:v>4.1897200000000003</c:v>
                </c:pt>
                <c:pt idx="950">
                  <c:v>4.1900199999999996</c:v>
                </c:pt>
                <c:pt idx="951">
                  <c:v>4.1903300000000003</c:v>
                </c:pt>
                <c:pt idx="952">
                  <c:v>4.1906299999999996</c:v>
                </c:pt>
                <c:pt idx="953">
                  <c:v>4.1909400000000003</c:v>
                </c:pt>
                <c:pt idx="954">
                  <c:v>4.1912399999999996</c:v>
                </c:pt>
                <c:pt idx="955">
                  <c:v>4.1915500000000003</c:v>
                </c:pt>
                <c:pt idx="956">
                  <c:v>4.1918499999999996</c:v>
                </c:pt>
                <c:pt idx="957">
                  <c:v>4.1921600000000003</c:v>
                </c:pt>
                <c:pt idx="958">
                  <c:v>4.1924599999999996</c:v>
                </c:pt>
                <c:pt idx="959">
                  <c:v>4.1927700000000003</c:v>
                </c:pt>
                <c:pt idx="960">
                  <c:v>4.1930699999999996</c:v>
                </c:pt>
                <c:pt idx="961">
                  <c:v>4.1933800000000003</c:v>
                </c:pt>
                <c:pt idx="962">
                  <c:v>4.1936900000000001</c:v>
                </c:pt>
                <c:pt idx="963">
                  <c:v>4.1939900000000003</c:v>
                </c:pt>
                <c:pt idx="964">
                  <c:v>4.1943000000000001</c:v>
                </c:pt>
                <c:pt idx="965">
                  <c:v>4.1946000000000003</c:v>
                </c:pt>
                <c:pt idx="966">
                  <c:v>4.1949100000000001</c:v>
                </c:pt>
                <c:pt idx="967">
                  <c:v>4.1952100000000003</c:v>
                </c:pt>
                <c:pt idx="968">
                  <c:v>4.1955200000000001</c:v>
                </c:pt>
                <c:pt idx="969">
                  <c:v>4.1958200000000003</c:v>
                </c:pt>
                <c:pt idx="970">
                  <c:v>4.1961300000000001</c:v>
                </c:pt>
                <c:pt idx="971">
                  <c:v>4.1964300000000003</c:v>
                </c:pt>
                <c:pt idx="972">
                  <c:v>4.1967400000000001</c:v>
                </c:pt>
                <c:pt idx="973">
                  <c:v>4.1970400000000003</c:v>
                </c:pt>
                <c:pt idx="974">
                  <c:v>4.1973500000000001</c:v>
                </c:pt>
                <c:pt idx="975">
                  <c:v>4.1976599999999999</c:v>
                </c:pt>
                <c:pt idx="976">
                  <c:v>4.1979600000000001</c:v>
                </c:pt>
                <c:pt idx="977">
                  <c:v>4.1982699999999999</c:v>
                </c:pt>
                <c:pt idx="978">
                  <c:v>4.1985700000000001</c:v>
                </c:pt>
                <c:pt idx="979">
                  <c:v>4.1988799999999999</c:v>
                </c:pt>
                <c:pt idx="980">
                  <c:v>4.1991800000000001</c:v>
                </c:pt>
                <c:pt idx="981">
                  <c:v>4.1994899999999999</c:v>
                </c:pt>
                <c:pt idx="982">
                  <c:v>4.1997900000000001</c:v>
                </c:pt>
                <c:pt idx="983">
                  <c:v>4.2000999999999999</c:v>
                </c:pt>
                <c:pt idx="984">
                  <c:v>4.2004000000000001</c:v>
                </c:pt>
                <c:pt idx="985">
                  <c:v>4.2007099999999999</c:v>
                </c:pt>
                <c:pt idx="986">
                  <c:v>4.2010199999999998</c:v>
                </c:pt>
                <c:pt idx="987">
                  <c:v>4.2013199999999999</c:v>
                </c:pt>
                <c:pt idx="988">
                  <c:v>4.2016299999999998</c:v>
                </c:pt>
                <c:pt idx="989">
                  <c:v>4.2019299999999999</c:v>
                </c:pt>
                <c:pt idx="990">
                  <c:v>4.2022399999999998</c:v>
                </c:pt>
                <c:pt idx="991">
                  <c:v>4.2025399999999999</c:v>
                </c:pt>
                <c:pt idx="992">
                  <c:v>4.2028499999999998</c:v>
                </c:pt>
                <c:pt idx="993">
                  <c:v>4.2031499999999999</c:v>
                </c:pt>
                <c:pt idx="994">
                  <c:v>4.2034599999999998</c:v>
                </c:pt>
                <c:pt idx="995">
                  <c:v>4.2037599999999999</c:v>
                </c:pt>
                <c:pt idx="996">
                  <c:v>4.2040699999999998</c:v>
                </c:pt>
                <c:pt idx="997">
                  <c:v>4.2043699999999999</c:v>
                </c:pt>
                <c:pt idx="998">
                  <c:v>4.2046799999999998</c:v>
                </c:pt>
                <c:pt idx="999">
                  <c:v>4.2049899999999996</c:v>
                </c:pt>
                <c:pt idx="1000">
                  <c:v>4.2052899999999998</c:v>
                </c:pt>
                <c:pt idx="1001">
                  <c:v>4.2055999999999996</c:v>
                </c:pt>
                <c:pt idx="1002">
                  <c:v>4.2058999999999997</c:v>
                </c:pt>
                <c:pt idx="1003">
                  <c:v>4.2062099999999996</c:v>
                </c:pt>
                <c:pt idx="1004">
                  <c:v>4.2065099999999997</c:v>
                </c:pt>
                <c:pt idx="1005">
                  <c:v>4.2068199999999996</c:v>
                </c:pt>
                <c:pt idx="1006">
                  <c:v>4.2071199999999997</c:v>
                </c:pt>
                <c:pt idx="1007">
                  <c:v>4.2074299999999996</c:v>
                </c:pt>
                <c:pt idx="1008">
                  <c:v>4.2077299999999997</c:v>
                </c:pt>
                <c:pt idx="1009">
                  <c:v>4.2080399999999996</c:v>
                </c:pt>
                <c:pt idx="1010">
                  <c:v>4.2083399999999997</c:v>
                </c:pt>
                <c:pt idx="1011">
                  <c:v>4.2086499999999996</c:v>
                </c:pt>
                <c:pt idx="1012">
                  <c:v>4.2089600000000003</c:v>
                </c:pt>
                <c:pt idx="1013">
                  <c:v>4.2092599999999996</c:v>
                </c:pt>
                <c:pt idx="1014">
                  <c:v>4.2095700000000003</c:v>
                </c:pt>
                <c:pt idx="1015">
                  <c:v>4.2098699999999996</c:v>
                </c:pt>
                <c:pt idx="1016">
                  <c:v>4.2101800000000003</c:v>
                </c:pt>
                <c:pt idx="1017">
                  <c:v>4.2104799999999996</c:v>
                </c:pt>
                <c:pt idx="1018">
                  <c:v>4.2107900000000003</c:v>
                </c:pt>
                <c:pt idx="1019">
                  <c:v>4.2110900000000004</c:v>
                </c:pt>
                <c:pt idx="1020">
                  <c:v>4.2114000000000003</c:v>
                </c:pt>
                <c:pt idx="1021">
                  <c:v>4.2117000000000004</c:v>
                </c:pt>
                <c:pt idx="1022">
                  <c:v>4.2120100000000003</c:v>
                </c:pt>
                <c:pt idx="1023">
                  <c:v>4.2123100000000004</c:v>
                </c:pt>
                <c:pt idx="1024">
                  <c:v>4.2126200000000003</c:v>
                </c:pt>
                <c:pt idx="1025">
                  <c:v>4.2129300000000001</c:v>
                </c:pt>
                <c:pt idx="1026">
                  <c:v>4.2132300000000003</c:v>
                </c:pt>
                <c:pt idx="1027">
                  <c:v>4.2135400000000001</c:v>
                </c:pt>
                <c:pt idx="1028">
                  <c:v>4.2138400000000003</c:v>
                </c:pt>
                <c:pt idx="1029">
                  <c:v>4.2141500000000001</c:v>
                </c:pt>
                <c:pt idx="1030">
                  <c:v>4.2144500000000003</c:v>
                </c:pt>
                <c:pt idx="1031">
                  <c:v>4.2147600000000001</c:v>
                </c:pt>
                <c:pt idx="1032">
                  <c:v>4.2150600000000003</c:v>
                </c:pt>
                <c:pt idx="1033">
                  <c:v>4.2153700000000001</c:v>
                </c:pt>
                <c:pt idx="1034">
                  <c:v>4.2156700000000003</c:v>
                </c:pt>
                <c:pt idx="1035">
                  <c:v>4.2159800000000001</c:v>
                </c:pt>
                <c:pt idx="1036">
                  <c:v>4.2162800000000002</c:v>
                </c:pt>
                <c:pt idx="1037">
                  <c:v>4.2165900000000001</c:v>
                </c:pt>
                <c:pt idx="1038">
                  <c:v>4.2168999999999999</c:v>
                </c:pt>
                <c:pt idx="1039">
                  <c:v>4.2172000000000001</c:v>
                </c:pt>
                <c:pt idx="1040">
                  <c:v>4.2175099999999999</c:v>
                </c:pt>
                <c:pt idx="1041">
                  <c:v>4.2178100000000001</c:v>
                </c:pt>
                <c:pt idx="1042">
                  <c:v>4.2181199999999999</c:v>
                </c:pt>
                <c:pt idx="1043">
                  <c:v>4.2184200000000001</c:v>
                </c:pt>
                <c:pt idx="1044">
                  <c:v>4.2187299999999999</c:v>
                </c:pt>
                <c:pt idx="1045">
                  <c:v>4.2190300000000001</c:v>
                </c:pt>
                <c:pt idx="1046">
                  <c:v>4.2193399999999999</c:v>
                </c:pt>
                <c:pt idx="1047">
                  <c:v>4.2196400000000001</c:v>
                </c:pt>
                <c:pt idx="1048">
                  <c:v>4.2199499999999999</c:v>
                </c:pt>
                <c:pt idx="1049">
                  <c:v>4.2202599999999997</c:v>
                </c:pt>
                <c:pt idx="1050">
                  <c:v>4.2205599999999999</c:v>
                </c:pt>
                <c:pt idx="1051">
                  <c:v>4.2208699999999997</c:v>
                </c:pt>
                <c:pt idx="1052">
                  <c:v>4.2211699999999999</c:v>
                </c:pt>
                <c:pt idx="1053">
                  <c:v>4.2214799999999997</c:v>
                </c:pt>
                <c:pt idx="1054">
                  <c:v>4.2217799999999999</c:v>
                </c:pt>
                <c:pt idx="1055">
                  <c:v>4.2220899999999997</c:v>
                </c:pt>
                <c:pt idx="1056">
                  <c:v>4.2223899999999999</c:v>
                </c:pt>
                <c:pt idx="1057">
                  <c:v>4.2226999999999997</c:v>
                </c:pt>
                <c:pt idx="1058">
                  <c:v>4.2229999999999999</c:v>
                </c:pt>
                <c:pt idx="1059">
                  <c:v>4.2233099999999997</c:v>
                </c:pt>
                <c:pt idx="1060">
                  <c:v>4.2236099999999999</c:v>
                </c:pt>
                <c:pt idx="1061">
                  <c:v>4.2239199999999997</c:v>
                </c:pt>
                <c:pt idx="1062">
                  <c:v>4.2242300000000004</c:v>
                </c:pt>
                <c:pt idx="1063">
                  <c:v>4.2245299999999997</c:v>
                </c:pt>
                <c:pt idx="1064">
                  <c:v>4.2248400000000004</c:v>
                </c:pt>
                <c:pt idx="1065">
                  <c:v>4.2251399999999997</c:v>
                </c:pt>
                <c:pt idx="1066">
                  <c:v>4.2254500000000004</c:v>
                </c:pt>
                <c:pt idx="1067">
                  <c:v>4.2257499999999997</c:v>
                </c:pt>
                <c:pt idx="1068">
                  <c:v>4.2260600000000004</c:v>
                </c:pt>
                <c:pt idx="1069">
                  <c:v>4.2263599999999997</c:v>
                </c:pt>
                <c:pt idx="1070">
                  <c:v>4.2266700000000004</c:v>
                </c:pt>
                <c:pt idx="1071">
                  <c:v>4.2269699999999997</c:v>
                </c:pt>
                <c:pt idx="1072">
                  <c:v>4.2272800000000004</c:v>
                </c:pt>
                <c:pt idx="1073">
                  <c:v>4.2275799999999997</c:v>
                </c:pt>
                <c:pt idx="1074">
                  <c:v>4.2278900000000004</c:v>
                </c:pt>
                <c:pt idx="1075">
                  <c:v>4.2282000000000002</c:v>
                </c:pt>
                <c:pt idx="1076">
                  <c:v>4.2285000000000004</c:v>
                </c:pt>
                <c:pt idx="1077">
                  <c:v>4.2288100000000002</c:v>
                </c:pt>
                <c:pt idx="1078">
                  <c:v>4.2291100000000004</c:v>
                </c:pt>
                <c:pt idx="1079">
                  <c:v>4.2294200000000002</c:v>
                </c:pt>
                <c:pt idx="1080">
                  <c:v>4.2297200000000004</c:v>
                </c:pt>
                <c:pt idx="1081">
                  <c:v>4.2300300000000002</c:v>
                </c:pt>
                <c:pt idx="1082">
                  <c:v>4.2303300000000004</c:v>
                </c:pt>
                <c:pt idx="1083">
                  <c:v>4.2306400000000002</c:v>
                </c:pt>
                <c:pt idx="1084">
                  <c:v>4.2309400000000004</c:v>
                </c:pt>
                <c:pt idx="1085">
                  <c:v>4.2312500000000002</c:v>
                </c:pt>
                <c:pt idx="1086">
                  <c:v>4.2315500000000004</c:v>
                </c:pt>
                <c:pt idx="1087">
                  <c:v>4.2318600000000002</c:v>
                </c:pt>
                <c:pt idx="1088">
                  <c:v>4.23217</c:v>
                </c:pt>
                <c:pt idx="1089">
                  <c:v>4.2324700000000002</c:v>
                </c:pt>
                <c:pt idx="1090">
                  <c:v>4.23278</c:v>
                </c:pt>
                <c:pt idx="1091">
                  <c:v>4.2330800000000002</c:v>
                </c:pt>
                <c:pt idx="1092">
                  <c:v>4.23339</c:v>
                </c:pt>
                <c:pt idx="1093">
                  <c:v>4.2336900000000002</c:v>
                </c:pt>
                <c:pt idx="1094">
                  <c:v>4.234</c:v>
                </c:pt>
                <c:pt idx="1095">
                  <c:v>4.2343000000000002</c:v>
                </c:pt>
                <c:pt idx="1096">
                  <c:v>4.23461</c:v>
                </c:pt>
                <c:pt idx="1097">
                  <c:v>4.2349100000000002</c:v>
                </c:pt>
                <c:pt idx="1098">
                  <c:v>4.23522</c:v>
                </c:pt>
                <c:pt idx="1099">
                  <c:v>4.2355299999999998</c:v>
                </c:pt>
                <c:pt idx="1100">
                  <c:v>4.23583</c:v>
                </c:pt>
                <c:pt idx="1101">
                  <c:v>4.2361399999999998</c:v>
                </c:pt>
                <c:pt idx="1102">
                  <c:v>4.23644</c:v>
                </c:pt>
                <c:pt idx="1103">
                  <c:v>4.2367499999999998</c:v>
                </c:pt>
                <c:pt idx="1104">
                  <c:v>4.23705</c:v>
                </c:pt>
                <c:pt idx="1105">
                  <c:v>4.2373599999999998</c:v>
                </c:pt>
                <c:pt idx="1106">
                  <c:v>4.23766</c:v>
                </c:pt>
                <c:pt idx="1107">
                  <c:v>4.2379699999999998</c:v>
                </c:pt>
                <c:pt idx="1108">
                  <c:v>4.23827</c:v>
                </c:pt>
                <c:pt idx="1109">
                  <c:v>4.2385799999999998</c:v>
                </c:pt>
                <c:pt idx="1110">
                  <c:v>4.23888</c:v>
                </c:pt>
                <c:pt idx="1111">
                  <c:v>4.2391899999999998</c:v>
                </c:pt>
                <c:pt idx="1112">
                  <c:v>4.2394999999999996</c:v>
                </c:pt>
                <c:pt idx="1113">
                  <c:v>4.2397999999999998</c:v>
                </c:pt>
                <c:pt idx="1114">
                  <c:v>4.2401099999999996</c:v>
                </c:pt>
                <c:pt idx="1115">
                  <c:v>4.2404099999999998</c:v>
                </c:pt>
                <c:pt idx="1116">
                  <c:v>4.2407199999999996</c:v>
                </c:pt>
                <c:pt idx="1117">
                  <c:v>4.2410199999999998</c:v>
                </c:pt>
                <c:pt idx="1118">
                  <c:v>4.2413299999999996</c:v>
                </c:pt>
                <c:pt idx="1119">
                  <c:v>4.2416299999999998</c:v>
                </c:pt>
                <c:pt idx="1120">
                  <c:v>4.2419399999999996</c:v>
                </c:pt>
                <c:pt idx="1121">
                  <c:v>4.2422399999999998</c:v>
                </c:pt>
                <c:pt idx="1122">
                  <c:v>4.2425499999999996</c:v>
                </c:pt>
                <c:pt idx="1123">
                  <c:v>4.2428499999999998</c:v>
                </c:pt>
                <c:pt idx="1124">
                  <c:v>4.2431599999999996</c:v>
                </c:pt>
                <c:pt idx="1125">
                  <c:v>4.2434700000000003</c:v>
                </c:pt>
                <c:pt idx="1126">
                  <c:v>4.2437699999999996</c:v>
                </c:pt>
                <c:pt idx="1127">
                  <c:v>4.2440800000000003</c:v>
                </c:pt>
                <c:pt idx="1128">
                  <c:v>4.2443799999999996</c:v>
                </c:pt>
                <c:pt idx="1129">
                  <c:v>4.2446900000000003</c:v>
                </c:pt>
                <c:pt idx="1130">
                  <c:v>4.2449899999999996</c:v>
                </c:pt>
                <c:pt idx="1131">
                  <c:v>4.2453000000000003</c:v>
                </c:pt>
                <c:pt idx="1132">
                  <c:v>4.2455999999999996</c:v>
                </c:pt>
                <c:pt idx="1133">
                  <c:v>4.2459100000000003</c:v>
                </c:pt>
                <c:pt idx="1134">
                  <c:v>4.2462099999999996</c:v>
                </c:pt>
                <c:pt idx="1135">
                  <c:v>4.2465200000000003</c:v>
                </c:pt>
                <c:pt idx="1136">
                  <c:v>4.2468199999999996</c:v>
                </c:pt>
                <c:pt idx="1137">
                  <c:v>4.2471300000000003</c:v>
                </c:pt>
                <c:pt idx="1138">
                  <c:v>4.2474400000000001</c:v>
                </c:pt>
                <c:pt idx="1139">
                  <c:v>4.2477400000000003</c:v>
                </c:pt>
                <c:pt idx="1140">
                  <c:v>4.2480500000000001</c:v>
                </c:pt>
                <c:pt idx="1141">
                  <c:v>4.2483500000000003</c:v>
                </c:pt>
                <c:pt idx="1142">
                  <c:v>4.2486600000000001</c:v>
                </c:pt>
                <c:pt idx="1143">
                  <c:v>4.2489600000000003</c:v>
                </c:pt>
                <c:pt idx="1144">
                  <c:v>4.2492700000000001</c:v>
                </c:pt>
                <c:pt idx="1145">
                  <c:v>4.2495700000000003</c:v>
                </c:pt>
                <c:pt idx="1146">
                  <c:v>4.2498800000000001</c:v>
                </c:pt>
                <c:pt idx="1147">
                  <c:v>4.2501800000000003</c:v>
                </c:pt>
              </c:numCache>
            </c:numRef>
          </c:xVal>
          <c:yVal>
            <c:numRef>
              <c:f>'For plotting'!$AA$2:$AA$1149</c:f>
              <c:numCache>
                <c:formatCode>General</c:formatCode>
                <c:ptCount val="1148"/>
                <c:pt idx="0">
                  <c:v>0.86227313367883851</c:v>
                </c:pt>
                <c:pt idx="1">
                  <c:v>0.86306420856905497</c:v>
                </c:pt>
                <c:pt idx="2">
                  <c:v>0.86419163666574361</c:v>
                </c:pt>
                <c:pt idx="3">
                  <c:v>0.86487834790521034</c:v>
                </c:pt>
                <c:pt idx="4">
                  <c:v>0.86455592040194651</c:v>
                </c:pt>
                <c:pt idx="5">
                  <c:v>0.86144637417415049</c:v>
                </c:pt>
                <c:pt idx="6">
                  <c:v>0.86626965225303643</c:v>
                </c:pt>
                <c:pt idx="7">
                  <c:v>0.86493428808798511</c:v>
                </c:pt>
                <c:pt idx="8">
                  <c:v>0.85786493650354079</c:v>
                </c:pt>
                <c:pt idx="9">
                  <c:v>0.85020785694504886</c:v>
                </c:pt>
                <c:pt idx="10">
                  <c:v>0.84815349922854777</c:v>
                </c:pt>
                <c:pt idx="11">
                  <c:v>0.85277540847410693</c:v>
                </c:pt>
                <c:pt idx="12">
                  <c:v>0.85920710527356892</c:v>
                </c:pt>
                <c:pt idx="13">
                  <c:v>0.85802096767812641</c:v>
                </c:pt>
                <c:pt idx="14">
                  <c:v>0.85434292044150817</c:v>
                </c:pt>
                <c:pt idx="15">
                  <c:v>0.85236159354353769</c:v>
                </c:pt>
                <c:pt idx="16">
                  <c:v>0.8546465957194288</c:v>
                </c:pt>
                <c:pt idx="17">
                  <c:v>0.85538916801835663</c:v>
                </c:pt>
                <c:pt idx="18">
                  <c:v>0.85433421687700284</c:v>
                </c:pt>
                <c:pt idx="19">
                  <c:v>0.85795181390196629</c:v>
                </c:pt>
                <c:pt idx="20">
                  <c:v>0.86128765280689956</c:v>
                </c:pt>
                <c:pt idx="21">
                  <c:v>0.85949179095620531</c:v>
                </c:pt>
                <c:pt idx="22">
                  <c:v>0.86010254381453499</c:v>
                </c:pt>
                <c:pt idx="23">
                  <c:v>0.85910250425287815</c:v>
                </c:pt>
                <c:pt idx="24">
                  <c:v>0.85425359022035852</c:v>
                </c:pt>
                <c:pt idx="25">
                  <c:v>0.85908857854966969</c:v>
                </c:pt>
                <c:pt idx="26">
                  <c:v>0.86240519048937769</c:v>
                </c:pt>
                <c:pt idx="27">
                  <c:v>0.86087296751987974</c:v>
                </c:pt>
                <c:pt idx="28">
                  <c:v>0.85762281916366667</c:v>
                </c:pt>
                <c:pt idx="29">
                  <c:v>0.85719230921390988</c:v>
                </c:pt>
                <c:pt idx="30">
                  <c:v>0.85239870237765558</c:v>
                </c:pt>
                <c:pt idx="31">
                  <c:v>0.85230921390987857</c:v>
                </c:pt>
                <c:pt idx="32">
                  <c:v>0.85894473236539148</c:v>
                </c:pt>
                <c:pt idx="33">
                  <c:v>0.86551600269019269</c:v>
                </c:pt>
                <c:pt idx="34">
                  <c:v>0.87417185583732249</c:v>
                </c:pt>
                <c:pt idx="35">
                  <c:v>0.86893618704751363</c:v>
                </c:pt>
                <c:pt idx="36">
                  <c:v>0.86054262768524747</c:v>
                </c:pt>
                <c:pt idx="37">
                  <c:v>0.85561633105194446</c:v>
                </c:pt>
                <c:pt idx="38">
                  <c:v>0.85786667721644183</c:v>
                </c:pt>
                <c:pt idx="39">
                  <c:v>0.8590954622779603</c:v>
                </c:pt>
                <c:pt idx="40">
                  <c:v>0.8576517782964751</c:v>
                </c:pt>
                <c:pt idx="41">
                  <c:v>0.86037670609645134</c:v>
                </c:pt>
                <c:pt idx="42">
                  <c:v>0.86277762392689006</c:v>
                </c:pt>
                <c:pt idx="43">
                  <c:v>0.86956395141828546</c:v>
                </c:pt>
                <c:pt idx="44">
                  <c:v>0.87392617794833249</c:v>
                </c:pt>
                <c:pt idx="45">
                  <c:v>0.86986596510661873</c:v>
                </c:pt>
                <c:pt idx="46">
                  <c:v>0.86578280650393646</c:v>
                </c:pt>
                <c:pt idx="47">
                  <c:v>0.87049966372591692</c:v>
                </c:pt>
                <c:pt idx="48">
                  <c:v>0.87828887921826171</c:v>
                </c:pt>
                <c:pt idx="49">
                  <c:v>0.87562408513668555</c:v>
                </c:pt>
                <c:pt idx="50">
                  <c:v>0.87674565810816163</c:v>
                </c:pt>
                <c:pt idx="51">
                  <c:v>0.87082525616172812</c:v>
                </c:pt>
                <c:pt idx="52">
                  <c:v>0.86332784745025126</c:v>
                </c:pt>
                <c:pt idx="53">
                  <c:v>0.8640638525141433</c:v>
                </c:pt>
                <c:pt idx="54">
                  <c:v>0.86622020018198365</c:v>
                </c:pt>
                <c:pt idx="55">
                  <c:v>0.86417114372749937</c:v>
                </c:pt>
                <c:pt idx="56">
                  <c:v>0.86393045060727147</c:v>
                </c:pt>
                <c:pt idx="57">
                  <c:v>0.86212715116509087</c:v>
                </c:pt>
                <c:pt idx="58">
                  <c:v>0.85896910234600632</c:v>
                </c:pt>
                <c:pt idx="59">
                  <c:v>0.85799968350674527</c:v>
                </c:pt>
                <c:pt idx="60">
                  <c:v>0.85485603513075137</c:v>
                </c:pt>
                <c:pt idx="61">
                  <c:v>0.84699315583336632</c:v>
                </c:pt>
                <c:pt idx="62">
                  <c:v>0.84432764964196705</c:v>
                </c:pt>
                <c:pt idx="63">
                  <c:v>0.84576864343078695</c:v>
                </c:pt>
                <c:pt idx="64">
                  <c:v>0.84454682122087277</c:v>
                </c:pt>
                <c:pt idx="65">
                  <c:v>0.84231728448787435</c:v>
                </c:pt>
                <c:pt idx="66">
                  <c:v>0.84923005103453741</c:v>
                </c:pt>
                <c:pt idx="67">
                  <c:v>0.85599303714839581</c:v>
                </c:pt>
                <c:pt idx="68">
                  <c:v>0.85771689678363738</c:v>
                </c:pt>
                <c:pt idx="69">
                  <c:v>0.8647017446690668</c:v>
                </c:pt>
                <c:pt idx="70">
                  <c:v>0.86861249357123083</c:v>
                </c:pt>
                <c:pt idx="71">
                  <c:v>0.86183423665783132</c:v>
                </c:pt>
                <c:pt idx="72">
                  <c:v>0.84779325078134282</c:v>
                </c:pt>
                <c:pt idx="73">
                  <c:v>0.85413553823634136</c:v>
                </c:pt>
                <c:pt idx="74">
                  <c:v>0.86542690983898407</c:v>
                </c:pt>
                <c:pt idx="75">
                  <c:v>0.86524911975313534</c:v>
                </c:pt>
                <c:pt idx="76">
                  <c:v>0.85731170629425968</c:v>
                </c:pt>
                <c:pt idx="77">
                  <c:v>0.85346180322031895</c:v>
                </c:pt>
                <c:pt idx="78">
                  <c:v>0.85554559480951065</c:v>
                </c:pt>
                <c:pt idx="79">
                  <c:v>0.85569782806503936</c:v>
                </c:pt>
                <c:pt idx="80">
                  <c:v>0.85325861455077745</c:v>
                </c:pt>
                <c:pt idx="81">
                  <c:v>0.85622312774458997</c:v>
                </c:pt>
                <c:pt idx="82">
                  <c:v>0.86159259405783917</c:v>
                </c:pt>
                <c:pt idx="83">
                  <c:v>0.86557463306563287</c:v>
                </c:pt>
                <c:pt idx="84">
                  <c:v>0.86307583969616652</c:v>
                </c:pt>
                <c:pt idx="85">
                  <c:v>0.85888277881077668</c:v>
                </c:pt>
                <c:pt idx="86">
                  <c:v>0.85965763342168777</c:v>
                </c:pt>
                <c:pt idx="87">
                  <c:v>0.86661652886022866</c:v>
                </c:pt>
                <c:pt idx="88">
                  <c:v>0.87543300233413779</c:v>
                </c:pt>
                <c:pt idx="89">
                  <c:v>0.87706531629544648</c:v>
                </c:pt>
                <c:pt idx="90">
                  <c:v>0.86974981208213009</c:v>
                </c:pt>
                <c:pt idx="91">
                  <c:v>0.86730885785496703</c:v>
                </c:pt>
                <c:pt idx="92">
                  <c:v>0.87116398306761089</c:v>
                </c:pt>
                <c:pt idx="93">
                  <c:v>0.87414424180084671</c:v>
                </c:pt>
                <c:pt idx="94">
                  <c:v>0.87093341773153465</c:v>
                </c:pt>
                <c:pt idx="95">
                  <c:v>0.87157574079202438</c:v>
                </c:pt>
                <c:pt idx="96">
                  <c:v>0.86656296237686437</c:v>
                </c:pt>
                <c:pt idx="97">
                  <c:v>0.86394152787118728</c:v>
                </c:pt>
                <c:pt idx="98">
                  <c:v>0.86352375677493376</c:v>
                </c:pt>
                <c:pt idx="99">
                  <c:v>0.86610436365074972</c:v>
                </c:pt>
                <c:pt idx="100">
                  <c:v>0.86906151837638967</c:v>
                </c:pt>
                <c:pt idx="101">
                  <c:v>0.8675614985955612</c:v>
                </c:pt>
                <c:pt idx="102">
                  <c:v>0.85957653202516127</c:v>
                </c:pt>
                <c:pt idx="103">
                  <c:v>0.8487422558056732</c:v>
                </c:pt>
                <c:pt idx="104">
                  <c:v>0.84739391541717768</c:v>
                </c:pt>
                <c:pt idx="105">
                  <c:v>0.8589485302844484</c:v>
                </c:pt>
                <c:pt idx="106">
                  <c:v>0.86832211101000911</c:v>
                </c:pt>
                <c:pt idx="107">
                  <c:v>0.86919444554337943</c:v>
                </c:pt>
                <c:pt idx="108">
                  <c:v>0.86342034260394829</c:v>
                </c:pt>
                <c:pt idx="109">
                  <c:v>0.86069494006408997</c:v>
                </c:pt>
                <c:pt idx="110">
                  <c:v>0.86675246271313844</c:v>
                </c:pt>
                <c:pt idx="111">
                  <c:v>0.86444823357202205</c:v>
                </c:pt>
                <c:pt idx="112">
                  <c:v>0.85768872888396575</c:v>
                </c:pt>
                <c:pt idx="113">
                  <c:v>0.86409273252363816</c:v>
                </c:pt>
                <c:pt idx="114">
                  <c:v>0.86959947778612978</c:v>
                </c:pt>
                <c:pt idx="115">
                  <c:v>0.86234885469003442</c:v>
                </c:pt>
                <c:pt idx="116">
                  <c:v>0.85787395656130083</c:v>
                </c:pt>
                <c:pt idx="117">
                  <c:v>0.85214859358309936</c:v>
                </c:pt>
                <c:pt idx="118">
                  <c:v>0.85661360129762243</c:v>
                </c:pt>
                <c:pt idx="119">
                  <c:v>0.86560208885548129</c:v>
                </c:pt>
                <c:pt idx="120">
                  <c:v>0.86536764647703457</c:v>
                </c:pt>
                <c:pt idx="121">
                  <c:v>0.86147129801796107</c:v>
                </c:pt>
                <c:pt idx="122">
                  <c:v>0.85611393757170551</c:v>
                </c:pt>
                <c:pt idx="123">
                  <c:v>0.85254381453495276</c:v>
                </c:pt>
                <c:pt idx="124">
                  <c:v>0.85443185504608943</c:v>
                </c:pt>
                <c:pt idx="125">
                  <c:v>0.8613483403884955</c:v>
                </c:pt>
                <c:pt idx="126">
                  <c:v>0.87158840052221387</c:v>
                </c:pt>
                <c:pt idx="127">
                  <c:v>0.87676512244332794</c:v>
                </c:pt>
                <c:pt idx="128">
                  <c:v>0.8708976539937493</c:v>
                </c:pt>
                <c:pt idx="129">
                  <c:v>0.86909514578470548</c:v>
                </c:pt>
                <c:pt idx="130">
                  <c:v>0.87188669541480401</c:v>
                </c:pt>
                <c:pt idx="131">
                  <c:v>0.87602919650274957</c:v>
                </c:pt>
                <c:pt idx="132">
                  <c:v>0.87969537524231523</c:v>
                </c:pt>
                <c:pt idx="133">
                  <c:v>0.8734088697234641</c:v>
                </c:pt>
                <c:pt idx="134">
                  <c:v>0.86853052181825374</c:v>
                </c:pt>
                <c:pt idx="135">
                  <c:v>0.86480223127744593</c:v>
                </c:pt>
                <c:pt idx="136">
                  <c:v>0.85799636032757054</c:v>
                </c:pt>
                <c:pt idx="137">
                  <c:v>0.85700462871385064</c:v>
                </c:pt>
                <c:pt idx="138">
                  <c:v>0.85975542983740161</c:v>
                </c:pt>
                <c:pt idx="139">
                  <c:v>0.86375337263124585</c:v>
                </c:pt>
                <c:pt idx="140">
                  <c:v>0.86641381493056935</c:v>
                </c:pt>
                <c:pt idx="141">
                  <c:v>0.87190679273647986</c:v>
                </c:pt>
                <c:pt idx="142">
                  <c:v>0.87639348023895247</c:v>
                </c:pt>
                <c:pt idx="143">
                  <c:v>0.87357684851841599</c:v>
                </c:pt>
                <c:pt idx="144">
                  <c:v>0.86630802706017329</c:v>
                </c:pt>
                <c:pt idx="145">
                  <c:v>0.86217945167543619</c:v>
                </c:pt>
                <c:pt idx="146">
                  <c:v>0.86706492067887808</c:v>
                </c:pt>
                <c:pt idx="147">
                  <c:v>0.87292202397436414</c:v>
                </c:pt>
                <c:pt idx="148">
                  <c:v>0.87624330418957952</c:v>
                </c:pt>
                <c:pt idx="149">
                  <c:v>0.87745563160185158</c:v>
                </c:pt>
                <c:pt idx="150">
                  <c:v>0.86680864026585436</c:v>
                </c:pt>
                <c:pt idx="151">
                  <c:v>0.85596763856470315</c:v>
                </c:pt>
                <c:pt idx="152">
                  <c:v>0.85458764885073391</c:v>
                </c:pt>
                <c:pt idx="153">
                  <c:v>0.85463243264627931</c:v>
                </c:pt>
                <c:pt idx="154">
                  <c:v>0.85519713573604472</c:v>
                </c:pt>
                <c:pt idx="155">
                  <c:v>0.85858044862918859</c:v>
                </c:pt>
                <c:pt idx="156">
                  <c:v>0.85246698579736524</c:v>
                </c:pt>
                <c:pt idx="157">
                  <c:v>0.85032044942042173</c:v>
                </c:pt>
                <c:pt idx="158">
                  <c:v>0.85393575186928838</c:v>
                </c:pt>
                <c:pt idx="159">
                  <c:v>0.86025564742651428</c:v>
                </c:pt>
                <c:pt idx="160">
                  <c:v>0.86685176247181239</c:v>
                </c:pt>
                <c:pt idx="161">
                  <c:v>0.87011741899750761</c:v>
                </c:pt>
                <c:pt idx="162">
                  <c:v>0.8712385963524153</c:v>
                </c:pt>
                <c:pt idx="163">
                  <c:v>0.87201732800569687</c:v>
                </c:pt>
                <c:pt idx="164">
                  <c:v>0.86928955176642808</c:v>
                </c:pt>
                <c:pt idx="165">
                  <c:v>0.87134620405902607</c:v>
                </c:pt>
                <c:pt idx="166">
                  <c:v>0.87500502433041905</c:v>
                </c:pt>
                <c:pt idx="167">
                  <c:v>0.86922459152589315</c:v>
                </c:pt>
                <c:pt idx="168">
                  <c:v>0.86561348261265181</c:v>
                </c:pt>
                <c:pt idx="169">
                  <c:v>0.87406227004786963</c:v>
                </c:pt>
                <c:pt idx="170">
                  <c:v>0.88189737706215143</c:v>
                </c:pt>
                <c:pt idx="171">
                  <c:v>0.88321082406931206</c:v>
                </c:pt>
                <c:pt idx="172">
                  <c:v>0.87620564149226576</c:v>
                </c:pt>
                <c:pt idx="173">
                  <c:v>0.86546148672706424</c:v>
                </c:pt>
                <c:pt idx="174">
                  <c:v>0.86008078490327178</c:v>
                </c:pt>
                <c:pt idx="175">
                  <c:v>0.86622763777347001</c:v>
                </c:pt>
                <c:pt idx="176">
                  <c:v>0.8747974047553112</c:v>
                </c:pt>
                <c:pt idx="177">
                  <c:v>0.87846018119238845</c:v>
                </c:pt>
                <c:pt idx="178">
                  <c:v>0.87606337777426124</c:v>
                </c:pt>
                <c:pt idx="179">
                  <c:v>0.86690706966807773</c:v>
                </c:pt>
                <c:pt idx="180">
                  <c:v>0.86331827352929547</c:v>
                </c:pt>
                <c:pt idx="181">
                  <c:v>0.8684779048146537</c:v>
                </c:pt>
                <c:pt idx="182">
                  <c:v>0.8644629505083673</c:v>
                </c:pt>
                <c:pt idx="183">
                  <c:v>0.85287969300154298</c:v>
                </c:pt>
                <c:pt idx="184">
                  <c:v>0.84260719230921399</c:v>
                </c:pt>
                <c:pt idx="185">
                  <c:v>0.84222621355382365</c:v>
                </c:pt>
                <c:pt idx="186">
                  <c:v>0.85356585037781385</c:v>
                </c:pt>
                <c:pt idx="187">
                  <c:v>0.85906626577521072</c:v>
                </c:pt>
                <c:pt idx="188">
                  <c:v>0.86673608418720582</c:v>
                </c:pt>
                <c:pt idx="189">
                  <c:v>0.86826751592356688</c:v>
                </c:pt>
                <c:pt idx="190">
                  <c:v>0.8653196977489418</c:v>
                </c:pt>
                <c:pt idx="191">
                  <c:v>0.86238928670332715</c:v>
                </c:pt>
                <c:pt idx="192">
                  <c:v>0.85911603433951822</c:v>
                </c:pt>
                <c:pt idx="193">
                  <c:v>0.86186707283301034</c:v>
                </c:pt>
                <c:pt idx="194">
                  <c:v>0.85724065355857104</c:v>
                </c:pt>
                <c:pt idx="195">
                  <c:v>0.85436626181904507</c:v>
                </c:pt>
                <c:pt idx="196">
                  <c:v>0.85638984056652301</c:v>
                </c:pt>
                <c:pt idx="197">
                  <c:v>0.86188321398900192</c:v>
                </c:pt>
                <c:pt idx="198">
                  <c:v>0.86646318787830845</c:v>
                </c:pt>
                <c:pt idx="199">
                  <c:v>0.86732238794160699</c:v>
                </c:pt>
                <c:pt idx="200">
                  <c:v>0.87226735767693953</c:v>
                </c:pt>
                <c:pt idx="201">
                  <c:v>0.87094512798195989</c:v>
                </c:pt>
                <c:pt idx="202">
                  <c:v>0.86498927879099585</c:v>
                </c:pt>
                <c:pt idx="203">
                  <c:v>0.87045337658741151</c:v>
                </c:pt>
                <c:pt idx="204">
                  <c:v>0.87998338410412635</c:v>
                </c:pt>
                <c:pt idx="205">
                  <c:v>0.88594136962455994</c:v>
                </c:pt>
                <c:pt idx="206">
                  <c:v>0.88981208212999963</c:v>
                </c:pt>
                <c:pt idx="207">
                  <c:v>0.88717569331803625</c:v>
                </c:pt>
                <c:pt idx="208">
                  <c:v>0.87633587846659022</c:v>
                </c:pt>
                <c:pt idx="209">
                  <c:v>0.87102322269256638</c:v>
                </c:pt>
                <c:pt idx="210">
                  <c:v>0.87014867270641294</c:v>
                </c:pt>
                <c:pt idx="211">
                  <c:v>0.87199604383431584</c:v>
                </c:pt>
                <c:pt idx="212">
                  <c:v>0.87485437354116391</c:v>
                </c:pt>
                <c:pt idx="213">
                  <c:v>0.87529398267199432</c:v>
                </c:pt>
                <c:pt idx="214">
                  <c:v>0.87953317244926221</c:v>
                </c:pt>
                <c:pt idx="215">
                  <c:v>0.88093919373343366</c:v>
                </c:pt>
                <c:pt idx="216">
                  <c:v>0.87957352533924127</c:v>
                </c:pt>
                <c:pt idx="217">
                  <c:v>0.86981888673497654</c:v>
                </c:pt>
                <c:pt idx="218">
                  <c:v>0.86226371800451007</c:v>
                </c:pt>
                <c:pt idx="219">
                  <c:v>0.85569964790125419</c:v>
                </c:pt>
                <c:pt idx="220">
                  <c:v>0.84746805396210001</c:v>
                </c:pt>
                <c:pt idx="221">
                  <c:v>0.8449163270957788</c:v>
                </c:pt>
                <c:pt idx="222">
                  <c:v>0.84719579063971207</c:v>
                </c:pt>
                <c:pt idx="223">
                  <c:v>0.85842267674170203</c:v>
                </c:pt>
                <c:pt idx="224">
                  <c:v>0.87173011037702264</c:v>
                </c:pt>
                <c:pt idx="225">
                  <c:v>0.87691917553507148</c:v>
                </c:pt>
                <c:pt idx="226">
                  <c:v>0.87934406772955653</c:v>
                </c:pt>
                <c:pt idx="227">
                  <c:v>0.87828397357281329</c:v>
                </c:pt>
                <c:pt idx="228">
                  <c:v>0.87667951101792152</c:v>
                </c:pt>
                <c:pt idx="229">
                  <c:v>0.86945064683308937</c:v>
                </c:pt>
                <c:pt idx="230">
                  <c:v>0.86010547137714133</c:v>
                </c:pt>
                <c:pt idx="231">
                  <c:v>0.86584444356529655</c:v>
                </c:pt>
                <c:pt idx="232">
                  <c:v>0.87053424061399698</c:v>
                </c:pt>
                <c:pt idx="233">
                  <c:v>0.87316809747992252</c:v>
                </c:pt>
                <c:pt idx="234">
                  <c:v>0.87324872413656685</c:v>
                </c:pt>
                <c:pt idx="235">
                  <c:v>0.87088285793409037</c:v>
                </c:pt>
                <c:pt idx="236">
                  <c:v>0.87804153973968435</c:v>
                </c:pt>
                <c:pt idx="237">
                  <c:v>0.87737199825928713</c:v>
                </c:pt>
                <c:pt idx="238">
                  <c:v>0.86634719310044705</c:v>
                </c:pt>
                <c:pt idx="239">
                  <c:v>0.86088357004391347</c:v>
                </c:pt>
                <c:pt idx="240">
                  <c:v>0.85756854057047915</c:v>
                </c:pt>
                <c:pt idx="241">
                  <c:v>0.86539462752700091</c:v>
                </c:pt>
                <c:pt idx="242">
                  <c:v>0.87215840487399621</c:v>
                </c:pt>
                <c:pt idx="243">
                  <c:v>0.87025580567314165</c:v>
                </c:pt>
                <c:pt idx="244">
                  <c:v>0.86897266289512209</c:v>
                </c:pt>
                <c:pt idx="245">
                  <c:v>0.8684032915298493</c:v>
                </c:pt>
                <c:pt idx="246">
                  <c:v>0.85713573604462556</c:v>
                </c:pt>
                <c:pt idx="247">
                  <c:v>0.85780970843058912</c:v>
                </c:pt>
                <c:pt idx="248">
                  <c:v>0.86065996755944141</c:v>
                </c:pt>
                <c:pt idx="249">
                  <c:v>0.85984824148435346</c:v>
                </c:pt>
                <c:pt idx="250">
                  <c:v>0.85464382640344982</c:v>
                </c:pt>
                <c:pt idx="251">
                  <c:v>0.85198322585749897</c:v>
                </c:pt>
                <c:pt idx="252">
                  <c:v>0.85464477588321408</c:v>
                </c:pt>
                <c:pt idx="253">
                  <c:v>0.86046777703050203</c:v>
                </c:pt>
                <c:pt idx="254">
                  <c:v>0.86900755627645687</c:v>
                </c:pt>
                <c:pt idx="255">
                  <c:v>0.87083791589191761</c:v>
                </c:pt>
                <c:pt idx="256">
                  <c:v>0.8642284290066069</c:v>
                </c:pt>
                <c:pt idx="257">
                  <c:v>0.85497503659453267</c:v>
                </c:pt>
                <c:pt idx="258">
                  <c:v>0.85392325038572614</c:v>
                </c:pt>
                <c:pt idx="259">
                  <c:v>0.85549669660165373</c:v>
                </c:pt>
                <c:pt idx="260">
                  <c:v>0.86423301815880049</c:v>
                </c:pt>
                <c:pt idx="261">
                  <c:v>0.86726557740238164</c:v>
                </c:pt>
                <c:pt idx="262">
                  <c:v>0.86274478775171115</c:v>
                </c:pt>
                <c:pt idx="263">
                  <c:v>0.85975724967361633</c:v>
                </c:pt>
                <c:pt idx="264">
                  <c:v>0.86211370020176448</c:v>
                </c:pt>
                <c:pt idx="265">
                  <c:v>0.86172575859476996</c:v>
                </c:pt>
                <c:pt idx="266">
                  <c:v>0.85953269770938012</c:v>
                </c:pt>
                <c:pt idx="267">
                  <c:v>0.86454887842702854</c:v>
                </c:pt>
                <c:pt idx="268">
                  <c:v>0.86736060450211661</c:v>
                </c:pt>
                <c:pt idx="269">
                  <c:v>0.86775099893183527</c:v>
                </c:pt>
                <c:pt idx="270">
                  <c:v>0.87372868615737631</c:v>
                </c:pt>
                <c:pt idx="271">
                  <c:v>0.87787522253431982</c:v>
                </c:pt>
                <c:pt idx="272">
                  <c:v>0.87698737983146735</c:v>
                </c:pt>
                <c:pt idx="273">
                  <c:v>0.87278790995766908</c:v>
                </c:pt>
                <c:pt idx="274">
                  <c:v>0.87155137081140965</c:v>
                </c:pt>
                <c:pt idx="275">
                  <c:v>0.86796463187878314</c:v>
                </c:pt>
                <c:pt idx="276">
                  <c:v>0.87037670609645135</c:v>
                </c:pt>
                <c:pt idx="277">
                  <c:v>0.87612177077976028</c:v>
                </c:pt>
                <c:pt idx="278">
                  <c:v>0.87860853740554656</c:v>
                </c:pt>
                <c:pt idx="279">
                  <c:v>0.87571207026150255</c:v>
                </c:pt>
                <c:pt idx="280">
                  <c:v>0.87160612414447924</c:v>
                </c:pt>
                <c:pt idx="281">
                  <c:v>0.87368556395141828</c:v>
                </c:pt>
                <c:pt idx="282">
                  <c:v>0.87419163666574362</c:v>
                </c:pt>
                <c:pt idx="283">
                  <c:v>0.87178320212050486</c:v>
                </c:pt>
                <c:pt idx="284">
                  <c:v>0.87221798472920054</c:v>
                </c:pt>
                <c:pt idx="285">
                  <c:v>0.87540942358665985</c:v>
                </c:pt>
                <c:pt idx="286">
                  <c:v>0.88120188313486569</c:v>
                </c:pt>
                <c:pt idx="287">
                  <c:v>0.88642402183803459</c:v>
                </c:pt>
                <c:pt idx="288">
                  <c:v>0.88293151877200626</c:v>
                </c:pt>
                <c:pt idx="289">
                  <c:v>0.88096451319381264</c:v>
                </c:pt>
                <c:pt idx="290">
                  <c:v>0.87612604343869926</c:v>
                </c:pt>
                <c:pt idx="291">
                  <c:v>0.86892241959093253</c:v>
                </c:pt>
                <c:pt idx="292">
                  <c:v>0.85833754005617757</c:v>
                </c:pt>
                <c:pt idx="293">
                  <c:v>0.85484994263559766</c:v>
                </c:pt>
                <c:pt idx="294">
                  <c:v>0.86363998892273619</c:v>
                </c:pt>
                <c:pt idx="295">
                  <c:v>0.86611496617478345</c:v>
                </c:pt>
                <c:pt idx="296">
                  <c:v>0.86745594809510629</c:v>
                </c:pt>
                <c:pt idx="297">
                  <c:v>0.87311809154567399</c:v>
                </c:pt>
                <c:pt idx="298">
                  <c:v>0.87565225303635719</c:v>
                </c:pt>
                <c:pt idx="299">
                  <c:v>0.87684962614234285</c:v>
                </c:pt>
                <c:pt idx="300">
                  <c:v>0.87556395141828547</c:v>
                </c:pt>
                <c:pt idx="301">
                  <c:v>0.87848257309016109</c:v>
                </c:pt>
                <c:pt idx="302">
                  <c:v>0.88184040827629862</c:v>
                </c:pt>
                <c:pt idx="303">
                  <c:v>0.88107528583297068</c:v>
                </c:pt>
                <c:pt idx="304">
                  <c:v>0.88228745499861538</c:v>
                </c:pt>
                <c:pt idx="305">
                  <c:v>0.87993828381532624</c:v>
                </c:pt>
                <c:pt idx="306">
                  <c:v>0.87609945800530131</c:v>
                </c:pt>
                <c:pt idx="307">
                  <c:v>0.87279139138347117</c:v>
                </c:pt>
                <c:pt idx="308">
                  <c:v>0.86799137555880845</c:v>
                </c:pt>
                <c:pt idx="309">
                  <c:v>0.85951497408711486</c:v>
                </c:pt>
                <c:pt idx="310">
                  <c:v>0.86229433872690597</c:v>
                </c:pt>
                <c:pt idx="311">
                  <c:v>0.87168152866242044</c:v>
                </c:pt>
                <c:pt idx="312">
                  <c:v>0.87546457253629784</c:v>
                </c:pt>
                <c:pt idx="313">
                  <c:v>0.87069098389840571</c:v>
                </c:pt>
                <c:pt idx="314">
                  <c:v>0.86442742414052309</c:v>
                </c:pt>
                <c:pt idx="315">
                  <c:v>0.86125988052379643</c:v>
                </c:pt>
                <c:pt idx="316">
                  <c:v>0.86440432013292723</c:v>
                </c:pt>
                <c:pt idx="317">
                  <c:v>0.8645127190726748</c:v>
                </c:pt>
                <c:pt idx="318">
                  <c:v>0.86315203544724461</c:v>
                </c:pt>
                <c:pt idx="319">
                  <c:v>0.86738980100486618</c:v>
                </c:pt>
                <c:pt idx="320">
                  <c:v>0.86772393875855525</c:v>
                </c:pt>
                <c:pt idx="321">
                  <c:v>0.86717355698856668</c:v>
                </c:pt>
                <c:pt idx="322">
                  <c:v>0.87276061241444802</c:v>
                </c:pt>
                <c:pt idx="323">
                  <c:v>0.87136068362543029</c:v>
                </c:pt>
                <c:pt idx="324">
                  <c:v>0.867527475570677</c:v>
                </c:pt>
                <c:pt idx="325">
                  <c:v>0.87461138584483922</c:v>
                </c:pt>
                <c:pt idx="326">
                  <c:v>0.88549827906792744</c:v>
                </c:pt>
                <c:pt idx="327">
                  <c:v>0.88861336392768131</c:v>
                </c:pt>
                <c:pt idx="328">
                  <c:v>0.88712347193100449</c:v>
                </c:pt>
                <c:pt idx="329">
                  <c:v>0.87859025992008555</c:v>
                </c:pt>
                <c:pt idx="330">
                  <c:v>0.88069470269414885</c:v>
                </c:pt>
                <c:pt idx="331">
                  <c:v>0.88476480595007323</c:v>
                </c:pt>
                <c:pt idx="332">
                  <c:v>0.88224393717608895</c:v>
                </c:pt>
                <c:pt idx="333">
                  <c:v>0.87508770819321913</c:v>
                </c:pt>
                <c:pt idx="334">
                  <c:v>0.85982964750563762</c:v>
                </c:pt>
                <c:pt idx="335">
                  <c:v>0.85932135933852916</c:v>
                </c:pt>
                <c:pt idx="336">
                  <c:v>0.87146694623570842</c:v>
                </c:pt>
                <c:pt idx="337">
                  <c:v>0.88344977647663891</c:v>
                </c:pt>
                <c:pt idx="338">
                  <c:v>0.89055742374490654</c:v>
                </c:pt>
                <c:pt idx="339">
                  <c:v>0.89395972623333475</c:v>
                </c:pt>
                <c:pt idx="340">
                  <c:v>0.89510701428175821</c:v>
                </c:pt>
                <c:pt idx="341">
                  <c:v>0.89218894647307834</c:v>
                </c:pt>
                <c:pt idx="342">
                  <c:v>0.88835463069193343</c:v>
                </c:pt>
                <c:pt idx="343">
                  <c:v>0.88370059738101836</c:v>
                </c:pt>
                <c:pt idx="344">
                  <c:v>0.87962020809431507</c:v>
                </c:pt>
                <c:pt idx="345">
                  <c:v>0.86890888950429246</c:v>
                </c:pt>
                <c:pt idx="346">
                  <c:v>0.86360557028128349</c:v>
                </c:pt>
                <c:pt idx="347">
                  <c:v>0.87145737231475262</c:v>
                </c:pt>
                <c:pt idx="348">
                  <c:v>0.87381469319935123</c:v>
                </c:pt>
                <c:pt idx="349">
                  <c:v>0.86906357558254543</c:v>
                </c:pt>
                <c:pt idx="350">
                  <c:v>0.87133006290303439</c:v>
                </c:pt>
                <c:pt idx="351">
                  <c:v>0.87751062230486221</c:v>
                </c:pt>
                <c:pt idx="352">
                  <c:v>0.87797246508683791</c:v>
                </c:pt>
                <c:pt idx="353">
                  <c:v>0.87976025635953636</c:v>
                </c:pt>
                <c:pt idx="354">
                  <c:v>0.88424100961348262</c:v>
                </c:pt>
                <c:pt idx="355">
                  <c:v>0.8863187878308344</c:v>
                </c:pt>
                <c:pt idx="356">
                  <c:v>0.88897970487003997</c:v>
                </c:pt>
                <c:pt idx="357">
                  <c:v>0.88792578233176411</c:v>
                </c:pt>
                <c:pt idx="358">
                  <c:v>0.88645725362978212</c:v>
                </c:pt>
                <c:pt idx="359">
                  <c:v>0.88103414170985483</c:v>
                </c:pt>
                <c:pt idx="360">
                  <c:v>0.86903279661352228</c:v>
                </c:pt>
                <c:pt idx="361">
                  <c:v>0.86518162756656258</c:v>
                </c:pt>
                <c:pt idx="362">
                  <c:v>0.86787633026071132</c:v>
                </c:pt>
                <c:pt idx="363">
                  <c:v>0.8672355105431816</c:v>
                </c:pt>
                <c:pt idx="364">
                  <c:v>0.85854769157732336</c:v>
                </c:pt>
                <c:pt idx="365">
                  <c:v>0.85600775408474106</c:v>
                </c:pt>
                <c:pt idx="366">
                  <c:v>0.86434513589429129</c:v>
                </c:pt>
                <c:pt idx="367">
                  <c:v>0.87160200973216762</c:v>
                </c:pt>
                <c:pt idx="368">
                  <c:v>0.87923725125608265</c:v>
                </c:pt>
                <c:pt idx="369">
                  <c:v>0.88125093958935008</c:v>
                </c:pt>
                <c:pt idx="370">
                  <c:v>0.87420382165605104</c:v>
                </c:pt>
                <c:pt idx="371">
                  <c:v>0.86352842505044114</c:v>
                </c:pt>
                <c:pt idx="372">
                  <c:v>0.86336416505123237</c:v>
                </c:pt>
                <c:pt idx="373">
                  <c:v>0.87366966016536773</c:v>
                </c:pt>
                <c:pt idx="374">
                  <c:v>0.87586192981762079</c:v>
                </c:pt>
                <c:pt idx="375">
                  <c:v>0.87297369149820003</c:v>
                </c:pt>
                <c:pt idx="376">
                  <c:v>0.86868259682715521</c:v>
                </c:pt>
                <c:pt idx="377">
                  <c:v>0.86264540886972352</c:v>
                </c:pt>
                <c:pt idx="378">
                  <c:v>0.86158650156268546</c:v>
                </c:pt>
                <c:pt idx="379">
                  <c:v>0.86162099932745184</c:v>
                </c:pt>
                <c:pt idx="380">
                  <c:v>0.86458662024765598</c:v>
                </c:pt>
                <c:pt idx="381">
                  <c:v>0.8669133204098588</c:v>
                </c:pt>
                <c:pt idx="382">
                  <c:v>0.86873371048779524</c:v>
                </c:pt>
                <c:pt idx="383">
                  <c:v>0.87171270324801209</c:v>
                </c:pt>
                <c:pt idx="384">
                  <c:v>0.87376532025161224</c:v>
                </c:pt>
                <c:pt idx="385">
                  <c:v>0.86861178146140761</c:v>
                </c:pt>
                <c:pt idx="386">
                  <c:v>0.86805768089567592</c:v>
                </c:pt>
                <c:pt idx="387">
                  <c:v>0.87128163943505954</c:v>
                </c:pt>
                <c:pt idx="388">
                  <c:v>0.86746837045535474</c:v>
                </c:pt>
                <c:pt idx="389">
                  <c:v>0.86225588479645532</c:v>
                </c:pt>
                <c:pt idx="390">
                  <c:v>0.86361553981880768</c:v>
                </c:pt>
                <c:pt idx="391">
                  <c:v>0.8680045891521937</c:v>
                </c:pt>
                <c:pt idx="392">
                  <c:v>0.8726248368081656</c:v>
                </c:pt>
                <c:pt idx="393">
                  <c:v>0.87058614550777391</c:v>
                </c:pt>
                <c:pt idx="394">
                  <c:v>0.87105352692170757</c:v>
                </c:pt>
                <c:pt idx="395">
                  <c:v>0.87509277208529501</c:v>
                </c:pt>
                <c:pt idx="396">
                  <c:v>0.87468520789650672</c:v>
                </c:pt>
                <c:pt idx="397">
                  <c:v>0.87336234521501765</c:v>
                </c:pt>
                <c:pt idx="398">
                  <c:v>0.87371816275665626</c:v>
                </c:pt>
                <c:pt idx="399">
                  <c:v>0.88059263361949602</c:v>
                </c:pt>
                <c:pt idx="400">
                  <c:v>0.89004628713850542</c:v>
                </c:pt>
                <c:pt idx="401">
                  <c:v>0.89380622700478707</c:v>
                </c:pt>
                <c:pt idx="402">
                  <c:v>0.89497962574672629</c:v>
                </c:pt>
                <c:pt idx="403">
                  <c:v>0.89464809906238874</c:v>
                </c:pt>
                <c:pt idx="404">
                  <c:v>0.89571072516516992</c:v>
                </c:pt>
                <c:pt idx="405">
                  <c:v>0.89673220714483526</c:v>
                </c:pt>
                <c:pt idx="406">
                  <c:v>0.89889069114214504</c:v>
                </c:pt>
                <c:pt idx="407">
                  <c:v>0.89506903509118962</c:v>
                </c:pt>
                <c:pt idx="408">
                  <c:v>0.88766625786287934</c:v>
                </c:pt>
                <c:pt idx="409">
                  <c:v>0.88285081299204815</c:v>
                </c:pt>
                <c:pt idx="410">
                  <c:v>0.88451477627883057</c:v>
                </c:pt>
                <c:pt idx="411">
                  <c:v>0.88814099774498567</c:v>
                </c:pt>
                <c:pt idx="412">
                  <c:v>0.8964014716936346</c:v>
                </c:pt>
                <c:pt idx="413">
                  <c:v>0.89623214780235005</c:v>
                </c:pt>
                <c:pt idx="414">
                  <c:v>0.89484986351228391</c:v>
                </c:pt>
                <c:pt idx="415">
                  <c:v>0.89441310282074615</c:v>
                </c:pt>
                <c:pt idx="416">
                  <c:v>0.89185900225501447</c:v>
                </c:pt>
                <c:pt idx="417">
                  <c:v>0.88594374332397052</c:v>
                </c:pt>
                <c:pt idx="418">
                  <c:v>0.8822613443050995</c:v>
                </c:pt>
                <c:pt idx="419">
                  <c:v>0.8903050203742533</c:v>
                </c:pt>
                <c:pt idx="420">
                  <c:v>0.89244214107686837</c:v>
                </c:pt>
                <c:pt idx="421">
                  <c:v>0.88980575226490488</c:v>
                </c:pt>
                <c:pt idx="422">
                  <c:v>0.88930331922300909</c:v>
                </c:pt>
                <c:pt idx="423">
                  <c:v>0.89153934406772961</c:v>
                </c:pt>
                <c:pt idx="424">
                  <c:v>0.8862721050757606</c:v>
                </c:pt>
                <c:pt idx="425">
                  <c:v>0.88146457253629784</c:v>
                </c:pt>
                <c:pt idx="426">
                  <c:v>0.88197808284210943</c:v>
                </c:pt>
                <c:pt idx="427">
                  <c:v>0.88888475689361879</c:v>
                </c:pt>
                <c:pt idx="428">
                  <c:v>0.89178779127269858</c:v>
                </c:pt>
                <c:pt idx="429">
                  <c:v>0.89930529730585118</c:v>
                </c:pt>
                <c:pt idx="430">
                  <c:v>0.89799501523123793</c:v>
                </c:pt>
                <c:pt idx="431">
                  <c:v>0.89006685920006334</c:v>
                </c:pt>
                <c:pt idx="432">
                  <c:v>0.88512402579420035</c:v>
                </c:pt>
                <c:pt idx="433">
                  <c:v>0.88080231040075962</c:v>
                </c:pt>
                <c:pt idx="434">
                  <c:v>0.87674589547810267</c:v>
                </c:pt>
                <c:pt idx="435">
                  <c:v>0.87263274913953404</c:v>
                </c:pt>
                <c:pt idx="436">
                  <c:v>0.87166230169719516</c:v>
                </c:pt>
                <c:pt idx="437">
                  <c:v>0.87011733987419393</c:v>
                </c:pt>
                <c:pt idx="438">
                  <c:v>0.87114958262452036</c:v>
                </c:pt>
                <c:pt idx="439">
                  <c:v>0.87149084147644107</c:v>
                </c:pt>
                <c:pt idx="440">
                  <c:v>0.8707273806227005</c:v>
                </c:pt>
                <c:pt idx="441">
                  <c:v>0.87226086956521742</c:v>
                </c:pt>
                <c:pt idx="442">
                  <c:v>0.87589619021244614</c:v>
                </c:pt>
                <c:pt idx="443">
                  <c:v>0.8788326146299007</c:v>
                </c:pt>
                <c:pt idx="444">
                  <c:v>0.87785211852672396</c:v>
                </c:pt>
                <c:pt idx="445">
                  <c:v>0.87068631562289833</c:v>
                </c:pt>
                <c:pt idx="446">
                  <c:v>0.86595031055900629</c:v>
                </c:pt>
                <c:pt idx="447">
                  <c:v>0.87123100051430158</c:v>
                </c:pt>
                <c:pt idx="448">
                  <c:v>0.87927364798037744</c:v>
                </c:pt>
                <c:pt idx="449">
                  <c:v>0.88023341377536901</c:v>
                </c:pt>
                <c:pt idx="450">
                  <c:v>0.87645076551806</c:v>
                </c:pt>
                <c:pt idx="451">
                  <c:v>0.88287375875301666</c:v>
                </c:pt>
                <c:pt idx="452">
                  <c:v>0.88815761364085932</c:v>
                </c:pt>
                <c:pt idx="453">
                  <c:v>0.88801835660877482</c:v>
                </c:pt>
                <c:pt idx="454">
                  <c:v>0.88620880642481314</c:v>
                </c:pt>
                <c:pt idx="455">
                  <c:v>0.88767021402856361</c:v>
                </c:pt>
                <c:pt idx="456">
                  <c:v>0.8933702575463861</c:v>
                </c:pt>
                <c:pt idx="457">
                  <c:v>0.89516002690192664</c:v>
                </c:pt>
                <c:pt idx="458">
                  <c:v>0.89183922142659344</c:v>
                </c:pt>
                <c:pt idx="459">
                  <c:v>0.88773588637892165</c:v>
                </c:pt>
                <c:pt idx="460">
                  <c:v>0.88473711279028366</c:v>
                </c:pt>
                <c:pt idx="461">
                  <c:v>0.88181113265023547</c:v>
                </c:pt>
                <c:pt idx="462">
                  <c:v>0.87891783043873883</c:v>
                </c:pt>
                <c:pt idx="463">
                  <c:v>0.88223839854413111</c:v>
                </c:pt>
                <c:pt idx="464">
                  <c:v>0.88443644419828304</c:v>
                </c:pt>
                <c:pt idx="465">
                  <c:v>0.88035288997903238</c:v>
                </c:pt>
                <c:pt idx="466">
                  <c:v>0.87968034181271515</c:v>
                </c:pt>
                <c:pt idx="467">
                  <c:v>0.88313170075562775</c:v>
                </c:pt>
                <c:pt idx="468">
                  <c:v>0.88515804881908455</c:v>
                </c:pt>
                <c:pt idx="469">
                  <c:v>0.88258021125924757</c:v>
                </c:pt>
                <c:pt idx="470">
                  <c:v>0.88315702021600673</c:v>
                </c:pt>
                <c:pt idx="471">
                  <c:v>0.88500850575622114</c:v>
                </c:pt>
                <c:pt idx="472">
                  <c:v>0.88104521897377064</c:v>
                </c:pt>
                <c:pt idx="473">
                  <c:v>0.87502100723978327</c:v>
                </c:pt>
                <c:pt idx="474">
                  <c:v>0.87696633303002736</c:v>
                </c:pt>
                <c:pt idx="475">
                  <c:v>0.87517782964750568</c:v>
                </c:pt>
                <c:pt idx="476">
                  <c:v>0.8738140602128418</c:v>
                </c:pt>
                <c:pt idx="477">
                  <c:v>0.8757788503382522</c:v>
                </c:pt>
                <c:pt idx="478">
                  <c:v>0.88282786723107964</c:v>
                </c:pt>
                <c:pt idx="479">
                  <c:v>0.89099576690271798</c:v>
                </c:pt>
                <c:pt idx="480">
                  <c:v>0.88823278078885948</c:v>
                </c:pt>
                <c:pt idx="481">
                  <c:v>0.88140127388535039</c:v>
                </c:pt>
                <c:pt idx="482">
                  <c:v>0.88137832812438188</c:v>
                </c:pt>
                <c:pt idx="483">
                  <c:v>0.87684748981287342</c:v>
                </c:pt>
                <c:pt idx="484">
                  <c:v>0.8772106658226847</c:v>
                </c:pt>
                <c:pt idx="485">
                  <c:v>0.8869367409107094</c:v>
                </c:pt>
                <c:pt idx="486">
                  <c:v>0.886994500929699</c:v>
                </c:pt>
                <c:pt idx="487">
                  <c:v>0.8776273291925466</c:v>
                </c:pt>
                <c:pt idx="488">
                  <c:v>0.87034458203109555</c:v>
                </c:pt>
                <c:pt idx="489">
                  <c:v>0.8690327174902085</c:v>
                </c:pt>
                <c:pt idx="490">
                  <c:v>0.87359101159156549</c:v>
                </c:pt>
                <c:pt idx="491">
                  <c:v>0.87912331368437713</c:v>
                </c:pt>
                <c:pt idx="492">
                  <c:v>0.87745420738220525</c:v>
                </c:pt>
                <c:pt idx="493">
                  <c:v>0.87183526526090915</c:v>
                </c:pt>
                <c:pt idx="494">
                  <c:v>0.87246587807097364</c:v>
                </c:pt>
                <c:pt idx="495">
                  <c:v>0.87160185148554026</c:v>
                </c:pt>
                <c:pt idx="496">
                  <c:v>0.87486734976460823</c:v>
                </c:pt>
                <c:pt idx="497">
                  <c:v>0.87959963603275715</c:v>
                </c:pt>
                <c:pt idx="498">
                  <c:v>0.88474977252047315</c:v>
                </c:pt>
                <c:pt idx="499">
                  <c:v>0.88805237963365913</c:v>
                </c:pt>
                <c:pt idx="500">
                  <c:v>0.88725956403054163</c:v>
                </c:pt>
                <c:pt idx="501">
                  <c:v>0.88355342801756542</c:v>
                </c:pt>
                <c:pt idx="502">
                  <c:v>0.88220516675238358</c:v>
                </c:pt>
                <c:pt idx="503">
                  <c:v>0.88529651461803227</c:v>
                </c:pt>
                <c:pt idx="504">
                  <c:v>0.88333742137120708</c:v>
                </c:pt>
                <c:pt idx="505">
                  <c:v>0.88091229180678088</c:v>
                </c:pt>
                <c:pt idx="506">
                  <c:v>0.88304466511057489</c:v>
                </c:pt>
                <c:pt idx="507">
                  <c:v>0.88505677097756863</c:v>
                </c:pt>
                <c:pt idx="508">
                  <c:v>0.87830161807176488</c:v>
                </c:pt>
                <c:pt idx="509">
                  <c:v>0.87981089528029444</c:v>
                </c:pt>
                <c:pt idx="510">
                  <c:v>0.88283894449499556</c:v>
                </c:pt>
                <c:pt idx="511">
                  <c:v>0.88083079479368598</c:v>
                </c:pt>
                <c:pt idx="512">
                  <c:v>0.88033231791747446</c:v>
                </c:pt>
                <c:pt idx="513">
                  <c:v>0.87946275270008312</c:v>
                </c:pt>
                <c:pt idx="514">
                  <c:v>0.87737951497408717</c:v>
                </c:pt>
                <c:pt idx="515">
                  <c:v>0.87427811844760062</c:v>
                </c:pt>
                <c:pt idx="516">
                  <c:v>0.87297115955216209</c:v>
                </c:pt>
                <c:pt idx="517">
                  <c:v>0.87834703485381971</c:v>
                </c:pt>
                <c:pt idx="518">
                  <c:v>0.88259207975630027</c:v>
                </c:pt>
                <c:pt idx="519">
                  <c:v>0.88973533251572579</c:v>
                </c:pt>
                <c:pt idx="520">
                  <c:v>0.89657237805119283</c:v>
                </c:pt>
                <c:pt idx="521">
                  <c:v>0.89342801756537571</c:v>
                </c:pt>
                <c:pt idx="522">
                  <c:v>0.89242948134667888</c:v>
                </c:pt>
                <c:pt idx="523">
                  <c:v>0.89480634568975748</c:v>
                </c:pt>
                <c:pt idx="524">
                  <c:v>0.8903279661352218</c:v>
                </c:pt>
                <c:pt idx="525">
                  <c:v>0.88385805277525031</c:v>
                </c:pt>
                <c:pt idx="526">
                  <c:v>0.89202911737943591</c:v>
                </c:pt>
                <c:pt idx="527">
                  <c:v>0.90035763737785346</c:v>
                </c:pt>
                <c:pt idx="528">
                  <c:v>0.89374767575266056</c:v>
                </c:pt>
                <c:pt idx="529">
                  <c:v>0.87920006329865097</c:v>
                </c:pt>
                <c:pt idx="530">
                  <c:v>0.87297812240376627</c:v>
                </c:pt>
                <c:pt idx="531">
                  <c:v>0.87148815128377577</c:v>
                </c:pt>
                <c:pt idx="532">
                  <c:v>0.86739897930925347</c:v>
                </c:pt>
                <c:pt idx="533">
                  <c:v>0.86360066463583496</c:v>
                </c:pt>
                <c:pt idx="534">
                  <c:v>0.86928852316335015</c:v>
                </c:pt>
                <c:pt idx="535">
                  <c:v>0.88014004826522141</c:v>
                </c:pt>
                <c:pt idx="536">
                  <c:v>0.88657277366776122</c:v>
                </c:pt>
                <c:pt idx="537">
                  <c:v>0.89303398346322749</c:v>
                </c:pt>
                <c:pt idx="538">
                  <c:v>0.89011275072200025</c:v>
                </c:pt>
                <c:pt idx="539">
                  <c:v>0.88352652609091276</c:v>
                </c:pt>
                <c:pt idx="540">
                  <c:v>0.88338410412628088</c:v>
                </c:pt>
                <c:pt idx="541">
                  <c:v>0.88518732444514781</c:v>
                </c:pt>
                <c:pt idx="542">
                  <c:v>0.8852696126913796</c:v>
                </c:pt>
                <c:pt idx="543">
                  <c:v>0.88201843573208849</c:v>
                </c:pt>
                <c:pt idx="544">
                  <c:v>0.88005380385330545</c:v>
                </c:pt>
                <c:pt idx="545">
                  <c:v>0.87756244807532546</c:v>
                </c:pt>
                <c:pt idx="546">
                  <c:v>0.87753538790204533</c:v>
                </c:pt>
                <c:pt idx="547">
                  <c:v>0.88145349527238204</c:v>
                </c:pt>
                <c:pt idx="548">
                  <c:v>0.8845701625984097</c:v>
                </c:pt>
                <c:pt idx="549">
                  <c:v>0.88317363611188038</c:v>
                </c:pt>
                <c:pt idx="550">
                  <c:v>0.88392293389247145</c:v>
                </c:pt>
                <c:pt idx="551">
                  <c:v>0.88680539620999332</c:v>
                </c:pt>
                <c:pt idx="552">
                  <c:v>0.88583059698540179</c:v>
                </c:pt>
                <c:pt idx="553">
                  <c:v>0.88706966807769916</c:v>
                </c:pt>
                <c:pt idx="554">
                  <c:v>0.89700518257704642</c:v>
                </c:pt>
                <c:pt idx="555">
                  <c:v>0.89868892669224998</c:v>
                </c:pt>
                <c:pt idx="556">
                  <c:v>0.89118408038928676</c:v>
                </c:pt>
                <c:pt idx="557">
                  <c:v>0.88537959409740086</c:v>
                </c:pt>
                <c:pt idx="558">
                  <c:v>0.87602191715789057</c:v>
                </c:pt>
                <c:pt idx="559">
                  <c:v>0.8667989080982712</c:v>
                </c:pt>
                <c:pt idx="560">
                  <c:v>0.85970479091664365</c:v>
                </c:pt>
                <c:pt idx="561">
                  <c:v>0.86132658147723229</c:v>
                </c:pt>
                <c:pt idx="562">
                  <c:v>0.86637520275349134</c:v>
                </c:pt>
                <c:pt idx="563">
                  <c:v>0.86376183882581004</c:v>
                </c:pt>
                <c:pt idx="564">
                  <c:v>0.86171650116706888</c:v>
                </c:pt>
                <c:pt idx="565">
                  <c:v>0.87114807928156035</c:v>
                </c:pt>
                <c:pt idx="566">
                  <c:v>0.87530656327887013</c:v>
                </c:pt>
                <c:pt idx="567">
                  <c:v>0.87676504332001426</c:v>
                </c:pt>
                <c:pt idx="568">
                  <c:v>0.88076670490960163</c:v>
                </c:pt>
                <c:pt idx="569">
                  <c:v>0.87231546465165966</c:v>
                </c:pt>
                <c:pt idx="570">
                  <c:v>0.86280911500573643</c:v>
                </c:pt>
                <c:pt idx="571">
                  <c:v>0.8609787553902758</c:v>
                </c:pt>
                <c:pt idx="572">
                  <c:v>0.8574493808600705</c:v>
                </c:pt>
                <c:pt idx="573">
                  <c:v>0.857654072872572</c:v>
                </c:pt>
                <c:pt idx="574">
                  <c:v>0.86461375954424979</c:v>
                </c:pt>
                <c:pt idx="575">
                  <c:v>0.86257372314752545</c:v>
                </c:pt>
                <c:pt idx="576">
                  <c:v>0.86028397357281328</c:v>
                </c:pt>
                <c:pt idx="577">
                  <c:v>0.86379594097400803</c:v>
                </c:pt>
                <c:pt idx="578">
                  <c:v>0.86277018633540381</c:v>
                </c:pt>
                <c:pt idx="579">
                  <c:v>0.85543743323970411</c:v>
                </c:pt>
                <c:pt idx="580">
                  <c:v>0.86170360406693836</c:v>
                </c:pt>
                <c:pt idx="581">
                  <c:v>0.87118336827946363</c:v>
                </c:pt>
                <c:pt idx="582">
                  <c:v>0.87582300114728806</c:v>
                </c:pt>
                <c:pt idx="583">
                  <c:v>0.87804446730229069</c:v>
                </c:pt>
                <c:pt idx="584">
                  <c:v>0.88510740989832659</c:v>
                </c:pt>
                <c:pt idx="585">
                  <c:v>0.88837599398662825</c:v>
                </c:pt>
                <c:pt idx="586">
                  <c:v>0.8839522095185347</c:v>
                </c:pt>
                <c:pt idx="587">
                  <c:v>0.87570415793013412</c:v>
                </c:pt>
                <c:pt idx="588">
                  <c:v>0.86818340784112047</c:v>
                </c:pt>
                <c:pt idx="589">
                  <c:v>0.8683428413181945</c:v>
                </c:pt>
                <c:pt idx="590">
                  <c:v>0.87076496419670057</c:v>
                </c:pt>
                <c:pt idx="591">
                  <c:v>0.87748656881750209</c:v>
                </c:pt>
                <c:pt idx="592">
                  <c:v>0.87664865292558458</c:v>
                </c:pt>
                <c:pt idx="593">
                  <c:v>0.87414242196463188</c:v>
                </c:pt>
                <c:pt idx="594">
                  <c:v>0.88379712782371334</c:v>
                </c:pt>
                <c:pt idx="595">
                  <c:v>0.89362503461644982</c:v>
                </c:pt>
                <c:pt idx="596">
                  <c:v>0.89087787316532818</c:v>
                </c:pt>
                <c:pt idx="597">
                  <c:v>0.88768129129247941</c:v>
                </c:pt>
                <c:pt idx="598">
                  <c:v>0.87718439688254146</c:v>
                </c:pt>
                <c:pt idx="599">
                  <c:v>0.87106468330893705</c:v>
                </c:pt>
                <c:pt idx="600">
                  <c:v>0.87410191082802557</c:v>
                </c:pt>
                <c:pt idx="601">
                  <c:v>0.87839427147208926</c:v>
                </c:pt>
                <c:pt idx="602">
                  <c:v>0.88610515488388653</c:v>
                </c:pt>
                <c:pt idx="603">
                  <c:v>0.89160026901926659</c:v>
                </c:pt>
                <c:pt idx="604">
                  <c:v>0.89450963326344113</c:v>
                </c:pt>
                <c:pt idx="605">
                  <c:v>0.89479052102702061</c:v>
                </c:pt>
                <c:pt idx="606">
                  <c:v>0.89655576215531907</c:v>
                </c:pt>
                <c:pt idx="607">
                  <c:v>0.89742137120702625</c:v>
                </c:pt>
                <c:pt idx="608">
                  <c:v>0.89706768999485709</c:v>
                </c:pt>
                <c:pt idx="609">
                  <c:v>0.89208054753333077</c:v>
                </c:pt>
                <c:pt idx="610">
                  <c:v>0.88699687462910948</c:v>
                </c:pt>
                <c:pt idx="611">
                  <c:v>0.88124065355857106</c:v>
                </c:pt>
                <c:pt idx="612">
                  <c:v>0.87322055623689521</c:v>
                </c:pt>
                <c:pt idx="613">
                  <c:v>0.87068362543023303</c:v>
                </c:pt>
                <c:pt idx="614">
                  <c:v>0.86928187680500069</c:v>
                </c:pt>
                <c:pt idx="615">
                  <c:v>0.86470949875380787</c:v>
                </c:pt>
                <c:pt idx="616">
                  <c:v>0.85949471851881165</c:v>
                </c:pt>
                <c:pt idx="617">
                  <c:v>0.85787767535704396</c:v>
                </c:pt>
                <c:pt idx="618">
                  <c:v>0.86016505123234566</c:v>
                </c:pt>
                <c:pt idx="619">
                  <c:v>0.86458907307038024</c:v>
                </c:pt>
                <c:pt idx="620">
                  <c:v>0.86688143371444404</c:v>
                </c:pt>
                <c:pt idx="621">
                  <c:v>0.86978945286228593</c:v>
                </c:pt>
                <c:pt idx="622">
                  <c:v>0.87230019385211854</c:v>
                </c:pt>
                <c:pt idx="623">
                  <c:v>0.87399944613680425</c:v>
                </c:pt>
                <c:pt idx="624">
                  <c:v>0.8699162084108083</c:v>
                </c:pt>
                <c:pt idx="625">
                  <c:v>0.86068085611425416</c:v>
                </c:pt>
                <c:pt idx="626">
                  <c:v>0.8630104838390632</c:v>
                </c:pt>
                <c:pt idx="627">
                  <c:v>0.87569434663923729</c:v>
                </c:pt>
                <c:pt idx="628">
                  <c:v>0.87741322150571666</c:v>
                </c:pt>
                <c:pt idx="629">
                  <c:v>0.87532104284527446</c:v>
                </c:pt>
                <c:pt idx="630">
                  <c:v>0.86879867072833017</c:v>
                </c:pt>
                <c:pt idx="631">
                  <c:v>0.85977528978913642</c:v>
                </c:pt>
                <c:pt idx="632">
                  <c:v>0.85222771689678367</c:v>
                </c:pt>
                <c:pt idx="633">
                  <c:v>0.84793503975946516</c:v>
                </c:pt>
                <c:pt idx="634">
                  <c:v>0.84829402223365125</c:v>
                </c:pt>
                <c:pt idx="635">
                  <c:v>0.85151687304664325</c:v>
                </c:pt>
                <c:pt idx="636">
                  <c:v>0.86248724136566846</c:v>
                </c:pt>
                <c:pt idx="637">
                  <c:v>0.86901499386794323</c:v>
                </c:pt>
                <c:pt idx="638">
                  <c:v>0.86555944138940544</c:v>
                </c:pt>
                <c:pt idx="639">
                  <c:v>0.86323282035051629</c:v>
                </c:pt>
                <c:pt idx="640">
                  <c:v>0.8642184594690826</c:v>
                </c:pt>
                <c:pt idx="641">
                  <c:v>0.8698236341337976</c:v>
                </c:pt>
                <c:pt idx="642">
                  <c:v>0.871033113106777</c:v>
                </c:pt>
                <c:pt idx="643">
                  <c:v>0.86703366696997275</c:v>
                </c:pt>
                <c:pt idx="644">
                  <c:v>0.86329493215175857</c:v>
                </c:pt>
                <c:pt idx="645">
                  <c:v>0.86140404320132935</c:v>
                </c:pt>
                <c:pt idx="646">
                  <c:v>0.86352676346085377</c:v>
                </c:pt>
                <c:pt idx="647">
                  <c:v>0.87046445385132731</c:v>
                </c:pt>
                <c:pt idx="648">
                  <c:v>0.87561269137951503</c:v>
                </c:pt>
                <c:pt idx="649">
                  <c:v>0.87834386992127234</c:v>
                </c:pt>
                <c:pt idx="650">
                  <c:v>0.8809447323653915</c:v>
                </c:pt>
                <c:pt idx="651">
                  <c:v>0.87815334098192044</c:v>
                </c:pt>
                <c:pt idx="652">
                  <c:v>0.87483736202872175</c:v>
                </c:pt>
                <c:pt idx="653">
                  <c:v>0.87518938165130356</c:v>
                </c:pt>
                <c:pt idx="654">
                  <c:v>0.87626735767693953</c:v>
                </c:pt>
                <c:pt idx="655">
                  <c:v>0.86692716698975358</c:v>
                </c:pt>
                <c:pt idx="656">
                  <c:v>0.85861011987182023</c:v>
                </c:pt>
                <c:pt idx="657">
                  <c:v>0.86180108398939748</c:v>
                </c:pt>
                <c:pt idx="658">
                  <c:v>0.86835597578826607</c:v>
                </c:pt>
                <c:pt idx="659">
                  <c:v>0.86764703089765405</c:v>
                </c:pt>
                <c:pt idx="660">
                  <c:v>0.87180234996241646</c:v>
                </c:pt>
                <c:pt idx="661">
                  <c:v>0.88410649998021928</c:v>
                </c:pt>
                <c:pt idx="662">
                  <c:v>0.88803339003837489</c:v>
                </c:pt>
                <c:pt idx="663">
                  <c:v>0.88622779602009738</c:v>
                </c:pt>
                <c:pt idx="664">
                  <c:v>0.88321240653558575</c:v>
                </c:pt>
                <c:pt idx="665">
                  <c:v>0.87596748031807581</c:v>
                </c:pt>
                <c:pt idx="666">
                  <c:v>0.87087336313644825</c:v>
                </c:pt>
                <c:pt idx="667">
                  <c:v>0.86712774458994346</c:v>
                </c:pt>
                <c:pt idx="668">
                  <c:v>0.86371737152351946</c:v>
                </c:pt>
                <c:pt idx="669">
                  <c:v>0.86912078173833929</c:v>
                </c:pt>
                <c:pt idx="670">
                  <c:v>0.8735687779404202</c:v>
                </c:pt>
                <c:pt idx="671">
                  <c:v>0.87215705977766356</c:v>
                </c:pt>
                <c:pt idx="672">
                  <c:v>0.87039316374569775</c:v>
                </c:pt>
                <c:pt idx="673">
                  <c:v>0.86279566404241015</c:v>
                </c:pt>
                <c:pt idx="674">
                  <c:v>0.85799327451833685</c:v>
                </c:pt>
                <c:pt idx="675">
                  <c:v>0.86529232108240695</c:v>
                </c:pt>
                <c:pt idx="676">
                  <c:v>0.87131748229615857</c:v>
                </c:pt>
                <c:pt idx="677">
                  <c:v>0.87993195395023149</c:v>
                </c:pt>
                <c:pt idx="678">
                  <c:v>0.8892787909957669</c:v>
                </c:pt>
                <c:pt idx="679">
                  <c:v>0.89608181350634974</c:v>
                </c:pt>
                <c:pt idx="680">
                  <c:v>0.88907544407959815</c:v>
                </c:pt>
                <c:pt idx="681">
                  <c:v>0.87794152787118729</c:v>
                </c:pt>
                <c:pt idx="682">
                  <c:v>0.8728605451596313</c:v>
                </c:pt>
                <c:pt idx="683">
                  <c:v>0.87011449143490138</c:v>
                </c:pt>
                <c:pt idx="684">
                  <c:v>0.86882968706729446</c:v>
                </c:pt>
                <c:pt idx="685">
                  <c:v>0.8671081220081498</c:v>
                </c:pt>
                <c:pt idx="686">
                  <c:v>0.86274043596945849</c:v>
                </c:pt>
                <c:pt idx="687">
                  <c:v>0.86155714681330864</c:v>
                </c:pt>
                <c:pt idx="688">
                  <c:v>0.86986984214898921</c:v>
                </c:pt>
                <c:pt idx="689">
                  <c:v>0.87752225343197376</c:v>
                </c:pt>
                <c:pt idx="690">
                  <c:v>0.87959488863393609</c:v>
                </c:pt>
                <c:pt idx="691">
                  <c:v>0.87968746291094679</c:v>
                </c:pt>
                <c:pt idx="692">
                  <c:v>0.87926969181469328</c:v>
                </c:pt>
                <c:pt idx="693">
                  <c:v>0.87129414091862167</c:v>
                </c:pt>
                <c:pt idx="694">
                  <c:v>0.87275143411006062</c:v>
                </c:pt>
                <c:pt idx="695">
                  <c:v>0.8684086719151799</c:v>
                </c:pt>
                <c:pt idx="696">
                  <c:v>0.85925513312497537</c:v>
                </c:pt>
                <c:pt idx="697">
                  <c:v>0.8574960636151443</c:v>
                </c:pt>
                <c:pt idx="698">
                  <c:v>0.8574183645211062</c:v>
                </c:pt>
                <c:pt idx="699">
                  <c:v>0.86135166356767023</c:v>
                </c:pt>
                <c:pt idx="700">
                  <c:v>0.86836531233928083</c:v>
                </c:pt>
                <c:pt idx="701">
                  <c:v>0.86910013055346758</c:v>
                </c:pt>
                <c:pt idx="702">
                  <c:v>0.87019195315899833</c:v>
                </c:pt>
                <c:pt idx="703">
                  <c:v>0.86643090556632518</c:v>
                </c:pt>
                <c:pt idx="704">
                  <c:v>0.85904260790441911</c:v>
                </c:pt>
                <c:pt idx="705">
                  <c:v>0.85863346124935713</c:v>
                </c:pt>
                <c:pt idx="706">
                  <c:v>0.86368382323851733</c:v>
                </c:pt>
                <c:pt idx="707">
                  <c:v>0.86991256873837886</c:v>
                </c:pt>
                <c:pt idx="708">
                  <c:v>0.86921390987854574</c:v>
                </c:pt>
                <c:pt idx="709">
                  <c:v>0.86272089251097839</c:v>
                </c:pt>
                <c:pt idx="710">
                  <c:v>0.8670954622779603</c:v>
                </c:pt>
                <c:pt idx="711">
                  <c:v>0.87344771927048304</c:v>
                </c:pt>
                <c:pt idx="712">
                  <c:v>0.86236001107726401</c:v>
                </c:pt>
                <c:pt idx="713">
                  <c:v>0.85909609526446973</c:v>
                </c:pt>
                <c:pt idx="714">
                  <c:v>0.86776421252522062</c:v>
                </c:pt>
                <c:pt idx="715">
                  <c:v>0.87611385844839185</c:v>
                </c:pt>
                <c:pt idx="716">
                  <c:v>0.87562487636982245</c:v>
                </c:pt>
                <c:pt idx="717">
                  <c:v>0.8694891798868537</c:v>
                </c:pt>
                <c:pt idx="718">
                  <c:v>0.86185512521264396</c:v>
                </c:pt>
                <c:pt idx="719">
                  <c:v>0.86317110416584253</c:v>
                </c:pt>
                <c:pt idx="720">
                  <c:v>0.87328377576452909</c:v>
                </c:pt>
                <c:pt idx="721">
                  <c:v>0.87107156703722755</c:v>
                </c:pt>
                <c:pt idx="722">
                  <c:v>0.86975685405704795</c:v>
                </c:pt>
                <c:pt idx="723">
                  <c:v>0.87093832337698307</c:v>
                </c:pt>
                <c:pt idx="724">
                  <c:v>0.87048811172211893</c:v>
                </c:pt>
                <c:pt idx="725">
                  <c:v>0.86812169165644659</c:v>
                </c:pt>
                <c:pt idx="726">
                  <c:v>0.8649687858527515</c:v>
                </c:pt>
                <c:pt idx="727">
                  <c:v>0.85900154290461694</c:v>
                </c:pt>
                <c:pt idx="728">
                  <c:v>0.85789460774617243</c:v>
                </c:pt>
                <c:pt idx="729">
                  <c:v>0.86004114412311594</c:v>
                </c:pt>
                <c:pt idx="730">
                  <c:v>0.86408751038493503</c:v>
                </c:pt>
                <c:pt idx="731">
                  <c:v>0.86678339992878906</c:v>
                </c:pt>
                <c:pt idx="732">
                  <c:v>0.86940016615895876</c:v>
                </c:pt>
                <c:pt idx="733">
                  <c:v>0.87460244491039285</c:v>
                </c:pt>
                <c:pt idx="734">
                  <c:v>0.88079123313684382</c:v>
                </c:pt>
                <c:pt idx="735">
                  <c:v>0.88180084661945646</c:v>
                </c:pt>
                <c:pt idx="736">
                  <c:v>0.87932666060054598</c:v>
                </c:pt>
                <c:pt idx="737">
                  <c:v>0.86929738497448272</c:v>
                </c:pt>
                <c:pt idx="738">
                  <c:v>0.86411678601099817</c:v>
                </c:pt>
                <c:pt idx="739">
                  <c:v>0.86680025319460385</c:v>
                </c:pt>
                <c:pt idx="740">
                  <c:v>0.86738726905882824</c:v>
                </c:pt>
                <c:pt idx="741">
                  <c:v>0.86585821102187766</c:v>
                </c:pt>
                <c:pt idx="742">
                  <c:v>0.86683119041025447</c:v>
                </c:pt>
                <c:pt idx="743">
                  <c:v>0.86301847529374531</c:v>
                </c:pt>
                <c:pt idx="744">
                  <c:v>0.86566507101317414</c:v>
                </c:pt>
                <c:pt idx="745">
                  <c:v>0.8693097282114175</c:v>
                </c:pt>
                <c:pt idx="746">
                  <c:v>0.8634076828737588</c:v>
                </c:pt>
                <c:pt idx="747">
                  <c:v>0.86620461288918782</c:v>
                </c:pt>
                <c:pt idx="748">
                  <c:v>0.87102076986984223</c:v>
                </c:pt>
                <c:pt idx="749">
                  <c:v>0.87369323891284578</c:v>
                </c:pt>
                <c:pt idx="750">
                  <c:v>0.86766143134074458</c:v>
                </c:pt>
                <c:pt idx="751">
                  <c:v>0.86263828777149199</c:v>
                </c:pt>
                <c:pt idx="752">
                  <c:v>0.86474320528543736</c:v>
                </c:pt>
                <c:pt idx="753">
                  <c:v>0.87100684416663376</c:v>
                </c:pt>
                <c:pt idx="754">
                  <c:v>0.87671258456304157</c:v>
                </c:pt>
                <c:pt idx="755">
                  <c:v>0.87830169719507856</c:v>
                </c:pt>
                <c:pt idx="756">
                  <c:v>0.88157851010800337</c:v>
                </c:pt>
                <c:pt idx="757">
                  <c:v>0.87355208292123276</c:v>
                </c:pt>
                <c:pt idx="758">
                  <c:v>0.86253321201091904</c:v>
                </c:pt>
                <c:pt idx="759">
                  <c:v>0.85564940459706462</c:v>
                </c:pt>
                <c:pt idx="760">
                  <c:v>0.8493188273924912</c:v>
                </c:pt>
                <c:pt idx="761">
                  <c:v>0.85206282391106547</c:v>
                </c:pt>
                <c:pt idx="762">
                  <c:v>0.85739613086996092</c:v>
                </c:pt>
                <c:pt idx="763">
                  <c:v>0.86007326818847174</c:v>
                </c:pt>
                <c:pt idx="764">
                  <c:v>0.86009391937334345</c:v>
                </c:pt>
                <c:pt idx="765">
                  <c:v>0.86049507457372321</c:v>
                </c:pt>
                <c:pt idx="766">
                  <c:v>0.85521747042766161</c:v>
                </c:pt>
                <c:pt idx="767">
                  <c:v>0.84544352573485781</c:v>
                </c:pt>
                <c:pt idx="768">
                  <c:v>0.84097693555406106</c:v>
                </c:pt>
                <c:pt idx="769">
                  <c:v>0.84405586105946118</c:v>
                </c:pt>
                <c:pt idx="770">
                  <c:v>0.8451734778652531</c:v>
                </c:pt>
                <c:pt idx="771">
                  <c:v>0.84495818332871786</c:v>
                </c:pt>
                <c:pt idx="772">
                  <c:v>0.84375084068520789</c:v>
                </c:pt>
                <c:pt idx="773">
                  <c:v>0.8492568738378764</c:v>
                </c:pt>
                <c:pt idx="774">
                  <c:v>0.84901974126676427</c:v>
                </c:pt>
                <c:pt idx="775">
                  <c:v>0.83609004233097284</c:v>
                </c:pt>
                <c:pt idx="776">
                  <c:v>0.83305463464809915</c:v>
                </c:pt>
                <c:pt idx="777">
                  <c:v>0.83790394429718718</c:v>
                </c:pt>
                <c:pt idx="778">
                  <c:v>0.84463108754994665</c:v>
                </c:pt>
                <c:pt idx="779">
                  <c:v>0.85983028049214705</c:v>
                </c:pt>
                <c:pt idx="780">
                  <c:v>0.86695383154646521</c:v>
                </c:pt>
                <c:pt idx="781">
                  <c:v>0.86407856945048866</c:v>
                </c:pt>
                <c:pt idx="782">
                  <c:v>0.85971064604185632</c:v>
                </c:pt>
                <c:pt idx="783">
                  <c:v>0.8568387071250545</c:v>
                </c:pt>
                <c:pt idx="784">
                  <c:v>0.85974735925940582</c:v>
                </c:pt>
                <c:pt idx="785">
                  <c:v>0.85869391146101204</c:v>
                </c:pt>
                <c:pt idx="786">
                  <c:v>0.86011472880484241</c:v>
                </c:pt>
                <c:pt idx="787">
                  <c:v>0.86144043992562414</c:v>
                </c:pt>
                <c:pt idx="788">
                  <c:v>0.85523764687265103</c:v>
                </c:pt>
                <c:pt idx="789">
                  <c:v>0.8572228508129921</c:v>
                </c:pt>
                <c:pt idx="790">
                  <c:v>0.86408814337144446</c:v>
                </c:pt>
                <c:pt idx="791">
                  <c:v>0.85885500652767344</c:v>
                </c:pt>
                <c:pt idx="792">
                  <c:v>0.85107386161332443</c:v>
                </c:pt>
                <c:pt idx="793">
                  <c:v>0.8474489852435021</c:v>
                </c:pt>
                <c:pt idx="794">
                  <c:v>0.84950627052260952</c:v>
                </c:pt>
                <c:pt idx="795">
                  <c:v>0.85182553309332598</c:v>
                </c:pt>
                <c:pt idx="796">
                  <c:v>0.84949954504094638</c:v>
                </c:pt>
                <c:pt idx="797">
                  <c:v>0.85913510305811613</c:v>
                </c:pt>
                <c:pt idx="798">
                  <c:v>0.86783502789096811</c:v>
                </c:pt>
                <c:pt idx="799">
                  <c:v>0.87151362899078222</c:v>
                </c:pt>
                <c:pt idx="800">
                  <c:v>0.87371602642718682</c:v>
                </c:pt>
                <c:pt idx="801">
                  <c:v>0.86689124500534087</c:v>
                </c:pt>
                <c:pt idx="802">
                  <c:v>0.85967804723661834</c:v>
                </c:pt>
                <c:pt idx="803">
                  <c:v>0.86323574791312263</c:v>
                </c:pt>
                <c:pt idx="804">
                  <c:v>0.87054895755034223</c:v>
                </c:pt>
                <c:pt idx="805">
                  <c:v>0.87313233374213717</c:v>
                </c:pt>
                <c:pt idx="806">
                  <c:v>0.87432693753214386</c:v>
                </c:pt>
                <c:pt idx="807">
                  <c:v>0.87565090794002454</c:v>
                </c:pt>
                <c:pt idx="808">
                  <c:v>0.86808371246587812</c:v>
                </c:pt>
                <c:pt idx="809">
                  <c:v>0.86023293903548681</c:v>
                </c:pt>
                <c:pt idx="810">
                  <c:v>0.86109451279819604</c:v>
                </c:pt>
                <c:pt idx="811">
                  <c:v>0.86040582347588723</c:v>
                </c:pt>
                <c:pt idx="812">
                  <c:v>0.86015626854452665</c:v>
                </c:pt>
                <c:pt idx="813">
                  <c:v>0.86801582466273697</c:v>
                </c:pt>
                <c:pt idx="814">
                  <c:v>0.8708478854294418</c:v>
                </c:pt>
                <c:pt idx="815">
                  <c:v>0.87375234402816793</c:v>
                </c:pt>
                <c:pt idx="816">
                  <c:v>0.8703703762313566</c:v>
                </c:pt>
                <c:pt idx="817">
                  <c:v>0.86892044150809045</c:v>
                </c:pt>
                <c:pt idx="818">
                  <c:v>0.86865268821458252</c:v>
                </c:pt>
                <c:pt idx="819">
                  <c:v>0.86737041579301344</c:v>
                </c:pt>
                <c:pt idx="820">
                  <c:v>0.87071820231831309</c:v>
                </c:pt>
                <c:pt idx="821">
                  <c:v>0.86532705621711448</c:v>
                </c:pt>
                <c:pt idx="822">
                  <c:v>0.85705977766348862</c:v>
                </c:pt>
                <c:pt idx="823">
                  <c:v>0.85574308660046683</c:v>
                </c:pt>
                <c:pt idx="824">
                  <c:v>0.85689615065078928</c:v>
                </c:pt>
                <c:pt idx="825">
                  <c:v>0.85856446571982437</c:v>
                </c:pt>
                <c:pt idx="826">
                  <c:v>0.86111302765359821</c:v>
                </c:pt>
                <c:pt idx="827">
                  <c:v>0.86434925030660292</c:v>
                </c:pt>
                <c:pt idx="828">
                  <c:v>0.86857158681805602</c:v>
                </c:pt>
                <c:pt idx="829">
                  <c:v>0.87440337065316298</c:v>
                </c:pt>
                <c:pt idx="830">
                  <c:v>0.87777972069470278</c:v>
                </c:pt>
                <c:pt idx="831">
                  <c:v>0.87602262926771379</c:v>
                </c:pt>
                <c:pt idx="832">
                  <c:v>0.86708216956126127</c:v>
                </c:pt>
                <c:pt idx="833">
                  <c:v>0.85994936107924203</c:v>
                </c:pt>
                <c:pt idx="834">
                  <c:v>0.8631050361989161</c:v>
                </c:pt>
                <c:pt idx="835">
                  <c:v>0.87056715591248968</c:v>
                </c:pt>
                <c:pt idx="836">
                  <c:v>0.8722196463187879</c:v>
                </c:pt>
                <c:pt idx="837">
                  <c:v>0.87488333267397245</c:v>
                </c:pt>
                <c:pt idx="838">
                  <c:v>0.87814716936345305</c:v>
                </c:pt>
                <c:pt idx="839">
                  <c:v>0.87885041737547975</c:v>
                </c:pt>
                <c:pt idx="840">
                  <c:v>0.87110614392530761</c:v>
                </c:pt>
                <c:pt idx="841">
                  <c:v>0.87197610475926735</c:v>
                </c:pt>
                <c:pt idx="842">
                  <c:v>0.87737911935751878</c:v>
                </c:pt>
                <c:pt idx="843">
                  <c:v>0.88213237330379402</c:v>
                </c:pt>
                <c:pt idx="844">
                  <c:v>0.88261581675040557</c:v>
                </c:pt>
                <c:pt idx="845">
                  <c:v>0.87738956363492504</c:v>
                </c:pt>
                <c:pt idx="846">
                  <c:v>0.87111832891561503</c:v>
                </c:pt>
                <c:pt idx="847">
                  <c:v>0.86844467302290629</c:v>
                </c:pt>
                <c:pt idx="848">
                  <c:v>0.86573960517466475</c:v>
                </c:pt>
                <c:pt idx="849">
                  <c:v>0.86439822763777352</c:v>
                </c:pt>
                <c:pt idx="850">
                  <c:v>0.86724840764331212</c:v>
                </c:pt>
                <c:pt idx="851">
                  <c:v>0.86721525497487839</c:v>
                </c:pt>
                <c:pt idx="852">
                  <c:v>0.86840281678996722</c:v>
                </c:pt>
                <c:pt idx="853">
                  <c:v>0.8705364560667801</c:v>
                </c:pt>
                <c:pt idx="854">
                  <c:v>0.86712307631443608</c:v>
                </c:pt>
                <c:pt idx="855">
                  <c:v>0.86209779641571394</c:v>
                </c:pt>
                <c:pt idx="856">
                  <c:v>0.85479447719270485</c:v>
                </c:pt>
                <c:pt idx="857">
                  <c:v>0.8515717846263402</c:v>
                </c:pt>
                <c:pt idx="858">
                  <c:v>0.85246896388020732</c:v>
                </c:pt>
                <c:pt idx="859">
                  <c:v>0.85094884677770311</c:v>
                </c:pt>
                <c:pt idx="860">
                  <c:v>0.8490173675673538</c:v>
                </c:pt>
                <c:pt idx="861">
                  <c:v>0.85146061637061365</c:v>
                </c:pt>
                <c:pt idx="862">
                  <c:v>0.85620777782173518</c:v>
                </c:pt>
                <c:pt idx="863">
                  <c:v>0.85970597776634894</c:v>
                </c:pt>
                <c:pt idx="864">
                  <c:v>0.85989049333386092</c:v>
                </c:pt>
                <c:pt idx="865">
                  <c:v>0.86081813506349647</c:v>
                </c:pt>
                <c:pt idx="866">
                  <c:v>0.86999889227360849</c:v>
                </c:pt>
                <c:pt idx="867">
                  <c:v>0.87650725956403064</c:v>
                </c:pt>
                <c:pt idx="868">
                  <c:v>0.8793836293863988</c:v>
                </c:pt>
                <c:pt idx="869">
                  <c:v>0.8862721050757606</c:v>
                </c:pt>
                <c:pt idx="870">
                  <c:v>0.8841152035447245</c:v>
                </c:pt>
                <c:pt idx="871">
                  <c:v>0.87997151560707365</c:v>
                </c:pt>
                <c:pt idx="872">
                  <c:v>0.87573058511690471</c:v>
                </c:pt>
                <c:pt idx="873">
                  <c:v>0.87090596194168612</c:v>
                </c:pt>
                <c:pt idx="874">
                  <c:v>0.86503216362701274</c:v>
                </c:pt>
                <c:pt idx="875">
                  <c:v>0.85561451121572973</c:v>
                </c:pt>
                <c:pt idx="876">
                  <c:v>0.8567280927325237</c:v>
                </c:pt>
                <c:pt idx="877">
                  <c:v>0.86706357558254543</c:v>
                </c:pt>
                <c:pt idx="878">
                  <c:v>0.87119349606361518</c:v>
                </c:pt>
                <c:pt idx="879">
                  <c:v>0.8707905210270207</c:v>
                </c:pt>
                <c:pt idx="880">
                  <c:v>0.86696237686434308</c:v>
                </c:pt>
                <c:pt idx="881">
                  <c:v>0.85960042726589392</c:v>
                </c:pt>
                <c:pt idx="882">
                  <c:v>0.85825722989278797</c:v>
                </c:pt>
                <c:pt idx="883">
                  <c:v>0.85745515686196938</c:v>
                </c:pt>
                <c:pt idx="884">
                  <c:v>0.85584855797760817</c:v>
                </c:pt>
                <c:pt idx="885">
                  <c:v>0.8579850456937137</c:v>
                </c:pt>
                <c:pt idx="886">
                  <c:v>0.85774546029987742</c:v>
                </c:pt>
                <c:pt idx="887">
                  <c:v>0.85452458756972749</c:v>
                </c:pt>
                <c:pt idx="888">
                  <c:v>0.85209027970091389</c:v>
                </c:pt>
                <c:pt idx="889">
                  <c:v>0.85262349171183294</c:v>
                </c:pt>
                <c:pt idx="890">
                  <c:v>0.85126059263361953</c:v>
                </c:pt>
                <c:pt idx="891">
                  <c:v>0.84893610792419993</c:v>
                </c:pt>
                <c:pt idx="892">
                  <c:v>0.84890564544843139</c:v>
                </c:pt>
                <c:pt idx="893">
                  <c:v>0.85547984333583893</c:v>
                </c:pt>
                <c:pt idx="894">
                  <c:v>0.85926779285516486</c:v>
                </c:pt>
                <c:pt idx="895">
                  <c:v>0.86492795822289037</c:v>
                </c:pt>
                <c:pt idx="896">
                  <c:v>0.86173762709182267</c:v>
                </c:pt>
                <c:pt idx="897">
                  <c:v>0.85825968271551223</c:v>
                </c:pt>
                <c:pt idx="898">
                  <c:v>0.86091767219211146</c:v>
                </c:pt>
                <c:pt idx="899">
                  <c:v>0.85769086521343518</c:v>
                </c:pt>
                <c:pt idx="900">
                  <c:v>0.85684187205760187</c:v>
                </c:pt>
                <c:pt idx="901">
                  <c:v>0.85190892906594928</c:v>
                </c:pt>
                <c:pt idx="902">
                  <c:v>0.85119389168018367</c:v>
                </c:pt>
                <c:pt idx="903">
                  <c:v>0.86165937413458882</c:v>
                </c:pt>
                <c:pt idx="904">
                  <c:v>0.87050409463148326</c:v>
                </c:pt>
                <c:pt idx="905">
                  <c:v>0.86945048858646201</c:v>
                </c:pt>
                <c:pt idx="906">
                  <c:v>0.86556197333544338</c:v>
                </c:pt>
                <c:pt idx="907">
                  <c:v>0.85798029829489264</c:v>
                </c:pt>
                <c:pt idx="908">
                  <c:v>0.84933172449262184</c:v>
                </c:pt>
                <c:pt idx="909">
                  <c:v>0.84109451279819603</c:v>
                </c:pt>
                <c:pt idx="910">
                  <c:v>0.84330221149661755</c:v>
                </c:pt>
                <c:pt idx="911">
                  <c:v>0.84910487795228873</c:v>
                </c:pt>
                <c:pt idx="912">
                  <c:v>0.85257459350397602</c:v>
                </c:pt>
                <c:pt idx="913">
                  <c:v>0.85712149384816239</c:v>
                </c:pt>
                <c:pt idx="914">
                  <c:v>0.85846429560469995</c:v>
                </c:pt>
                <c:pt idx="915">
                  <c:v>0.86707394073663813</c:v>
                </c:pt>
                <c:pt idx="916">
                  <c:v>0.87132317917474389</c:v>
                </c:pt>
                <c:pt idx="917">
                  <c:v>0.86621932982553318</c:v>
                </c:pt>
                <c:pt idx="918">
                  <c:v>0.86553530877873175</c:v>
                </c:pt>
                <c:pt idx="919">
                  <c:v>0.87704094631483176</c:v>
                </c:pt>
                <c:pt idx="920">
                  <c:v>0.88987617201408398</c:v>
                </c:pt>
                <c:pt idx="921">
                  <c:v>0.88750563753610001</c:v>
                </c:pt>
                <c:pt idx="922">
                  <c:v>0.87982909364244177</c:v>
                </c:pt>
                <c:pt idx="923">
                  <c:v>0.88098904142105472</c:v>
                </c:pt>
                <c:pt idx="924">
                  <c:v>0.88415951260038772</c:v>
                </c:pt>
                <c:pt idx="925">
                  <c:v>0.88750484630296322</c:v>
                </c:pt>
                <c:pt idx="926">
                  <c:v>0.88901531036119796</c:v>
                </c:pt>
                <c:pt idx="927">
                  <c:v>0.8885445266447759</c:v>
                </c:pt>
                <c:pt idx="928">
                  <c:v>0.88671123946670893</c:v>
                </c:pt>
                <c:pt idx="929">
                  <c:v>0.87474320528543736</c:v>
                </c:pt>
                <c:pt idx="930">
                  <c:v>0.86381793725521228</c:v>
                </c:pt>
                <c:pt idx="931">
                  <c:v>0.86162930727538878</c:v>
                </c:pt>
                <c:pt idx="932">
                  <c:v>0.86006511848716227</c:v>
                </c:pt>
                <c:pt idx="933">
                  <c:v>0.85783170471179337</c:v>
                </c:pt>
                <c:pt idx="934">
                  <c:v>0.85709221822209924</c:v>
                </c:pt>
                <c:pt idx="935">
                  <c:v>0.85407888594374337</c:v>
                </c:pt>
                <c:pt idx="936">
                  <c:v>0.85254872018040118</c:v>
                </c:pt>
                <c:pt idx="937">
                  <c:v>0.85837243343751246</c:v>
                </c:pt>
                <c:pt idx="938">
                  <c:v>0.86696435494718527</c:v>
                </c:pt>
                <c:pt idx="939">
                  <c:v>0.86416117418997518</c:v>
                </c:pt>
                <c:pt idx="940">
                  <c:v>0.86492700874312622</c:v>
                </c:pt>
                <c:pt idx="941">
                  <c:v>0.87433342564386596</c:v>
                </c:pt>
                <c:pt idx="942">
                  <c:v>0.87839063179965982</c:v>
                </c:pt>
                <c:pt idx="943">
                  <c:v>0.88046049768564316</c:v>
                </c:pt>
                <c:pt idx="944">
                  <c:v>0.88311112869406982</c:v>
                </c:pt>
                <c:pt idx="945">
                  <c:v>0.87856865925544969</c:v>
                </c:pt>
                <c:pt idx="946">
                  <c:v>0.87605467420975591</c:v>
                </c:pt>
                <c:pt idx="947">
                  <c:v>0.87554915535862643</c:v>
                </c:pt>
                <c:pt idx="948">
                  <c:v>0.87373786446176371</c:v>
                </c:pt>
                <c:pt idx="949">
                  <c:v>0.87413324366024447</c:v>
                </c:pt>
                <c:pt idx="950">
                  <c:v>0.87550286822012113</c:v>
                </c:pt>
                <c:pt idx="951">
                  <c:v>0.87986390790046287</c:v>
                </c:pt>
                <c:pt idx="952">
                  <c:v>0.87135292954068921</c:v>
                </c:pt>
                <c:pt idx="953">
                  <c:v>0.8589936305732484</c:v>
                </c:pt>
                <c:pt idx="954">
                  <c:v>0.85610665822684662</c:v>
                </c:pt>
                <c:pt idx="955">
                  <c:v>0.85595798552043367</c:v>
                </c:pt>
                <c:pt idx="956">
                  <c:v>0.86487328401313457</c:v>
                </c:pt>
                <c:pt idx="957">
                  <c:v>0.87386406614709033</c:v>
                </c:pt>
                <c:pt idx="958">
                  <c:v>0.86759639197689609</c:v>
                </c:pt>
                <c:pt idx="959">
                  <c:v>0.85748925901016737</c:v>
                </c:pt>
                <c:pt idx="960">
                  <c:v>0.85599034695573051</c:v>
                </c:pt>
                <c:pt idx="961">
                  <c:v>0.85220405902599206</c:v>
                </c:pt>
                <c:pt idx="962">
                  <c:v>0.84928678245044908</c:v>
                </c:pt>
                <c:pt idx="963">
                  <c:v>0.85502282707599797</c:v>
                </c:pt>
                <c:pt idx="964">
                  <c:v>0.86402919650274956</c:v>
                </c:pt>
                <c:pt idx="965">
                  <c:v>0.86910725165169922</c:v>
                </c:pt>
                <c:pt idx="966">
                  <c:v>0.86917403172844887</c:v>
                </c:pt>
                <c:pt idx="967">
                  <c:v>0.87015848399730988</c:v>
                </c:pt>
                <c:pt idx="968">
                  <c:v>0.86522838944494995</c:v>
                </c:pt>
                <c:pt idx="969">
                  <c:v>0.85724437235431428</c:v>
                </c:pt>
                <c:pt idx="970">
                  <c:v>0.85323187087075214</c:v>
                </c:pt>
                <c:pt idx="971">
                  <c:v>0.85209882501879186</c:v>
                </c:pt>
                <c:pt idx="972">
                  <c:v>0.85144518732444519</c:v>
                </c:pt>
                <c:pt idx="973">
                  <c:v>0.85196581872848842</c:v>
                </c:pt>
                <c:pt idx="974">
                  <c:v>0.85928994738299647</c:v>
                </c:pt>
                <c:pt idx="975">
                  <c:v>0.86437251256082615</c:v>
                </c:pt>
                <c:pt idx="976">
                  <c:v>0.86674834830082692</c:v>
                </c:pt>
                <c:pt idx="977">
                  <c:v>0.87197563001938527</c:v>
                </c:pt>
                <c:pt idx="978">
                  <c:v>0.8697134153578352</c:v>
                </c:pt>
                <c:pt idx="979">
                  <c:v>0.86330616766230173</c:v>
                </c:pt>
                <c:pt idx="980">
                  <c:v>0.86540610040748511</c:v>
                </c:pt>
                <c:pt idx="981">
                  <c:v>0.86601012778415165</c:v>
                </c:pt>
                <c:pt idx="982">
                  <c:v>0.86446461209795467</c:v>
                </c:pt>
                <c:pt idx="983">
                  <c:v>0.8654769157732326</c:v>
                </c:pt>
                <c:pt idx="984">
                  <c:v>0.862381057878704</c:v>
                </c:pt>
                <c:pt idx="985">
                  <c:v>0.85765423111919936</c:v>
                </c:pt>
                <c:pt idx="986">
                  <c:v>0.85188123590615983</c:v>
                </c:pt>
                <c:pt idx="987">
                  <c:v>0.85953443842228117</c:v>
                </c:pt>
                <c:pt idx="988">
                  <c:v>0.87031119199272067</c:v>
                </c:pt>
                <c:pt idx="989">
                  <c:v>0.87223135656921313</c:v>
                </c:pt>
                <c:pt idx="990">
                  <c:v>0.87659405783914235</c:v>
                </c:pt>
                <c:pt idx="991">
                  <c:v>0.87691862167187562</c:v>
                </c:pt>
                <c:pt idx="992">
                  <c:v>0.8787235827036437</c:v>
                </c:pt>
                <c:pt idx="993">
                  <c:v>0.88154527831625595</c:v>
                </c:pt>
                <c:pt idx="994">
                  <c:v>0.87437907979586194</c:v>
                </c:pt>
                <c:pt idx="995">
                  <c:v>0.86798298848755795</c:v>
                </c:pt>
                <c:pt idx="996">
                  <c:v>0.86418435732088461</c:v>
                </c:pt>
                <c:pt idx="997">
                  <c:v>0.86403489338133488</c:v>
                </c:pt>
                <c:pt idx="998">
                  <c:v>0.86266780076749616</c:v>
                </c:pt>
                <c:pt idx="999">
                  <c:v>0.86293618704751363</c:v>
                </c:pt>
                <c:pt idx="1000">
                  <c:v>0.8643887328401314</c:v>
                </c:pt>
                <c:pt idx="1001">
                  <c:v>0.86681948015982913</c:v>
                </c:pt>
                <c:pt idx="1002">
                  <c:v>0.86719650274953519</c:v>
                </c:pt>
                <c:pt idx="1003">
                  <c:v>0.86255750286822019</c:v>
                </c:pt>
                <c:pt idx="1004">
                  <c:v>0.86825287811053531</c:v>
                </c:pt>
                <c:pt idx="1005">
                  <c:v>0.87408482019226974</c:v>
                </c:pt>
                <c:pt idx="1006">
                  <c:v>0.87464509237646881</c:v>
                </c:pt>
                <c:pt idx="1007">
                  <c:v>0.87913597341456662</c:v>
                </c:pt>
                <c:pt idx="1008">
                  <c:v>0.87886291885904189</c:v>
                </c:pt>
                <c:pt idx="1009">
                  <c:v>0.87865893895636349</c:v>
                </c:pt>
                <c:pt idx="1010">
                  <c:v>0.87572014083949845</c:v>
                </c:pt>
                <c:pt idx="1011">
                  <c:v>0.86821988368872893</c:v>
                </c:pt>
                <c:pt idx="1012">
                  <c:v>0.86685848795347553</c:v>
                </c:pt>
                <c:pt idx="1013">
                  <c:v>0.86846627368754203</c:v>
                </c:pt>
                <c:pt idx="1014">
                  <c:v>0.87363959330616769</c:v>
                </c:pt>
                <c:pt idx="1015">
                  <c:v>0.87336851683348504</c:v>
                </c:pt>
                <c:pt idx="1016">
                  <c:v>0.86749827906792742</c:v>
                </c:pt>
                <c:pt idx="1017">
                  <c:v>0.86610412628080868</c:v>
                </c:pt>
                <c:pt idx="1018">
                  <c:v>0.86204272658938963</c:v>
                </c:pt>
                <c:pt idx="1019">
                  <c:v>0.86347675752660524</c:v>
                </c:pt>
                <c:pt idx="1020">
                  <c:v>0.86851303556592951</c:v>
                </c:pt>
                <c:pt idx="1021">
                  <c:v>0.87445709538315475</c:v>
                </c:pt>
                <c:pt idx="1022">
                  <c:v>0.87647513549867473</c:v>
                </c:pt>
                <c:pt idx="1023">
                  <c:v>0.87485904181667129</c:v>
                </c:pt>
                <c:pt idx="1024">
                  <c:v>0.87668544526644776</c:v>
                </c:pt>
                <c:pt idx="1025">
                  <c:v>0.87257981564267917</c:v>
                </c:pt>
                <c:pt idx="1026">
                  <c:v>0.87034292044150818</c:v>
                </c:pt>
                <c:pt idx="1027">
                  <c:v>0.86859184238635923</c:v>
                </c:pt>
                <c:pt idx="1028">
                  <c:v>0.86928939351980061</c:v>
                </c:pt>
                <c:pt idx="1029">
                  <c:v>0.86314404399256239</c:v>
                </c:pt>
                <c:pt idx="1030">
                  <c:v>0.85840788068204299</c:v>
                </c:pt>
                <c:pt idx="1031">
                  <c:v>0.85440455750286826</c:v>
                </c:pt>
                <c:pt idx="1032">
                  <c:v>0.85675151323337428</c:v>
                </c:pt>
                <c:pt idx="1033">
                  <c:v>0.86382102306444597</c:v>
                </c:pt>
                <c:pt idx="1034">
                  <c:v>0.86031206234917124</c:v>
                </c:pt>
                <c:pt idx="1035">
                  <c:v>0.85928488349092069</c:v>
                </c:pt>
                <c:pt idx="1036">
                  <c:v>0.8654283340586304</c:v>
                </c:pt>
                <c:pt idx="1037">
                  <c:v>0.86793242869011356</c:v>
                </c:pt>
                <c:pt idx="1038">
                  <c:v>0.86682929145072596</c:v>
                </c:pt>
                <c:pt idx="1039">
                  <c:v>0.87216354788938566</c:v>
                </c:pt>
                <c:pt idx="1040">
                  <c:v>0.87263282826284772</c:v>
                </c:pt>
                <c:pt idx="1041">
                  <c:v>0.86695446453297464</c:v>
                </c:pt>
                <c:pt idx="1042">
                  <c:v>0.87193923329509049</c:v>
                </c:pt>
                <c:pt idx="1043">
                  <c:v>0.87314831665150139</c:v>
                </c:pt>
                <c:pt idx="1044">
                  <c:v>0.8745869367409107</c:v>
                </c:pt>
                <c:pt idx="1045">
                  <c:v>0.8706485738022709</c:v>
                </c:pt>
                <c:pt idx="1046">
                  <c:v>0.86523408632353527</c:v>
                </c:pt>
                <c:pt idx="1047">
                  <c:v>0.8663282826284765</c:v>
                </c:pt>
                <c:pt idx="1048">
                  <c:v>0.86950049452071054</c:v>
                </c:pt>
                <c:pt idx="1049">
                  <c:v>0.8638090754440797</c:v>
                </c:pt>
                <c:pt idx="1050">
                  <c:v>0.86063354037267081</c:v>
                </c:pt>
                <c:pt idx="1051">
                  <c:v>0.8572059975471773</c:v>
                </c:pt>
                <c:pt idx="1052">
                  <c:v>0.85472817185583738</c:v>
                </c:pt>
                <c:pt idx="1053">
                  <c:v>0.85726882145824268</c:v>
                </c:pt>
                <c:pt idx="1054">
                  <c:v>0.86113423270166556</c:v>
                </c:pt>
                <c:pt idx="1055">
                  <c:v>0.86031032163627019</c:v>
                </c:pt>
                <c:pt idx="1056">
                  <c:v>0.86009700518257715</c:v>
                </c:pt>
                <c:pt idx="1057">
                  <c:v>0.8666125726945445</c:v>
                </c:pt>
                <c:pt idx="1058">
                  <c:v>0.87907354512006963</c:v>
                </c:pt>
                <c:pt idx="1059">
                  <c:v>0.88442694940064093</c:v>
                </c:pt>
                <c:pt idx="1060">
                  <c:v>0.87988922736084196</c:v>
                </c:pt>
                <c:pt idx="1061">
                  <c:v>0.87612723028840456</c:v>
                </c:pt>
                <c:pt idx="1062">
                  <c:v>0.87939866281599877</c:v>
                </c:pt>
                <c:pt idx="1063">
                  <c:v>0.88008545317877918</c:v>
                </c:pt>
                <c:pt idx="1064">
                  <c:v>0.87582110218775966</c:v>
                </c:pt>
                <c:pt idx="1065">
                  <c:v>0.86953633738180958</c:v>
                </c:pt>
                <c:pt idx="1066">
                  <c:v>0.86187672587727981</c:v>
                </c:pt>
                <c:pt idx="1067">
                  <c:v>0.85386248368081663</c:v>
                </c:pt>
                <c:pt idx="1068">
                  <c:v>0.84724587569727428</c:v>
                </c:pt>
                <c:pt idx="1069">
                  <c:v>0.84954314198678649</c:v>
                </c:pt>
                <c:pt idx="1070">
                  <c:v>0.85103050203742536</c:v>
                </c:pt>
                <c:pt idx="1071">
                  <c:v>0.85089219448510511</c:v>
                </c:pt>
                <c:pt idx="1072">
                  <c:v>0.84827574474819012</c:v>
                </c:pt>
                <c:pt idx="1073">
                  <c:v>0.84644957866835469</c:v>
                </c:pt>
                <c:pt idx="1074">
                  <c:v>0.85220801519167622</c:v>
                </c:pt>
                <c:pt idx="1075">
                  <c:v>0.86114277801954353</c:v>
                </c:pt>
                <c:pt idx="1076">
                  <c:v>0.86323835898247425</c:v>
                </c:pt>
                <c:pt idx="1077">
                  <c:v>0.86598631166673268</c:v>
                </c:pt>
                <c:pt idx="1078">
                  <c:v>0.87361332436602446</c:v>
                </c:pt>
                <c:pt idx="1079">
                  <c:v>0.87647964552755475</c:v>
                </c:pt>
                <c:pt idx="1080">
                  <c:v>0.87157977608102233</c:v>
                </c:pt>
                <c:pt idx="1081">
                  <c:v>0.86824591525893113</c:v>
                </c:pt>
                <c:pt idx="1082">
                  <c:v>0.86018024290857309</c:v>
                </c:pt>
                <c:pt idx="1083">
                  <c:v>0.85647426514222424</c:v>
                </c:pt>
                <c:pt idx="1084">
                  <c:v>0.85851817858131907</c:v>
                </c:pt>
                <c:pt idx="1085">
                  <c:v>0.85532840131344701</c:v>
                </c:pt>
                <c:pt idx="1086">
                  <c:v>0.85202381611741906</c:v>
                </c:pt>
                <c:pt idx="1087">
                  <c:v>0.85665276733789619</c:v>
                </c:pt>
                <c:pt idx="1088">
                  <c:v>0.85958309926019705</c:v>
                </c:pt>
                <c:pt idx="1089">
                  <c:v>0.85627938442061957</c:v>
                </c:pt>
                <c:pt idx="1090">
                  <c:v>0.85938766467539662</c:v>
                </c:pt>
                <c:pt idx="1091">
                  <c:v>0.86030201368833326</c:v>
                </c:pt>
                <c:pt idx="1092">
                  <c:v>0.85926478616924484</c:v>
                </c:pt>
                <c:pt idx="1093">
                  <c:v>0.85996384064564624</c:v>
                </c:pt>
                <c:pt idx="1094">
                  <c:v>0.85871092297345419</c:v>
                </c:pt>
                <c:pt idx="1095">
                  <c:v>0.85819329825533097</c:v>
                </c:pt>
                <c:pt idx="1096">
                  <c:v>0.85727697115955226</c:v>
                </c:pt>
                <c:pt idx="1097">
                  <c:v>0.85776801044427742</c:v>
                </c:pt>
                <c:pt idx="1098">
                  <c:v>0.85723693476282792</c:v>
                </c:pt>
                <c:pt idx="1099">
                  <c:v>0.86363816908652136</c:v>
                </c:pt>
                <c:pt idx="1100">
                  <c:v>0.86742129208371255</c:v>
                </c:pt>
                <c:pt idx="1101">
                  <c:v>0.86302235233611591</c:v>
                </c:pt>
                <c:pt idx="1102">
                  <c:v>0.85810317680104453</c:v>
                </c:pt>
                <c:pt idx="1103">
                  <c:v>0.85815334098192042</c:v>
                </c:pt>
                <c:pt idx="1104">
                  <c:v>0.85949361079242004</c:v>
                </c:pt>
                <c:pt idx="1105">
                  <c:v>0.85491015547731142</c:v>
                </c:pt>
                <c:pt idx="1106">
                  <c:v>0.85012050480674139</c:v>
                </c:pt>
                <c:pt idx="1107">
                  <c:v>0.84943094512798201</c:v>
                </c:pt>
                <c:pt idx="1108">
                  <c:v>0.84606045021165488</c:v>
                </c:pt>
                <c:pt idx="1109">
                  <c:v>0.84537951497408714</c:v>
                </c:pt>
                <c:pt idx="1110">
                  <c:v>0.85050812992048108</c:v>
                </c:pt>
                <c:pt idx="1111">
                  <c:v>0.85465134311824986</c:v>
                </c:pt>
                <c:pt idx="1112">
                  <c:v>0.86293579143094523</c:v>
                </c:pt>
                <c:pt idx="1113">
                  <c:v>0.86697282114174945</c:v>
                </c:pt>
                <c:pt idx="1114">
                  <c:v>0.87361593543537608</c:v>
                </c:pt>
                <c:pt idx="1115">
                  <c:v>0.87360992206353605</c:v>
                </c:pt>
                <c:pt idx="1116">
                  <c:v>0.86984032915298504</c:v>
                </c:pt>
                <c:pt idx="1117">
                  <c:v>0.86131898563911857</c:v>
                </c:pt>
                <c:pt idx="1118">
                  <c:v>0.85131210191082807</c:v>
                </c:pt>
                <c:pt idx="1119">
                  <c:v>0.84825105827432057</c:v>
                </c:pt>
                <c:pt idx="1120">
                  <c:v>0.85439743640463672</c:v>
                </c:pt>
                <c:pt idx="1121">
                  <c:v>0.8565325790244096</c:v>
                </c:pt>
                <c:pt idx="1122">
                  <c:v>0.86069114214503306</c:v>
                </c:pt>
                <c:pt idx="1123">
                  <c:v>0.86662175099893191</c:v>
                </c:pt>
                <c:pt idx="1124">
                  <c:v>0.86237599398662823</c:v>
                </c:pt>
                <c:pt idx="1125">
                  <c:v>0.85669533568065837</c:v>
                </c:pt>
                <c:pt idx="1126">
                  <c:v>0.85605111366064013</c:v>
                </c:pt>
                <c:pt idx="1127">
                  <c:v>0.8631252917672193</c:v>
                </c:pt>
                <c:pt idx="1128">
                  <c:v>0.85969094433674886</c:v>
                </c:pt>
                <c:pt idx="1129">
                  <c:v>0.85013878229220241</c:v>
                </c:pt>
                <c:pt idx="1130">
                  <c:v>0.85405791826561706</c:v>
                </c:pt>
                <c:pt idx="1131">
                  <c:v>0.86486529255845235</c:v>
                </c:pt>
                <c:pt idx="1132">
                  <c:v>0.87411884321715394</c:v>
                </c:pt>
                <c:pt idx="1133">
                  <c:v>0.87957352533924127</c:v>
                </c:pt>
                <c:pt idx="1134">
                  <c:v>0.88660046682755078</c:v>
                </c:pt>
                <c:pt idx="1135">
                  <c:v>0.89159077422162447</c:v>
                </c:pt>
                <c:pt idx="1136">
                  <c:v>0.88322348379950155</c:v>
                </c:pt>
                <c:pt idx="1137">
                  <c:v>0.87830494125093961</c:v>
                </c:pt>
                <c:pt idx="1138">
                  <c:v>0.87750136487716113</c:v>
                </c:pt>
                <c:pt idx="1139">
                  <c:v>0.87448138624045579</c:v>
                </c:pt>
                <c:pt idx="1140">
                  <c:v>0.86233991375558816</c:v>
                </c:pt>
                <c:pt idx="1141">
                  <c:v>0.85330023341377537</c:v>
                </c:pt>
                <c:pt idx="1142">
                  <c:v>0.85556157771887498</c:v>
                </c:pt>
                <c:pt idx="1143">
                  <c:v>0.85985607469240821</c:v>
                </c:pt>
                <c:pt idx="1144">
                  <c:v>0.86372575859476997</c:v>
                </c:pt>
                <c:pt idx="1145">
                  <c:v>0.86673663805040158</c:v>
                </c:pt>
                <c:pt idx="1146">
                  <c:v>0.86460584721288136</c:v>
                </c:pt>
                <c:pt idx="1147">
                  <c:v>0.85833587846659021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5-1D70-4A85-AB80-5FAF78EA7150}"/>
            </c:ext>
          </c:extLst>
        </c:ser>
        <c:ser>
          <c:idx val="6"/>
          <c:order val="6"/>
          <c:tx>
            <c:strRef>
              <c:f>'For plotting'!$AB$1</c:f>
              <c:strCache>
                <c:ptCount val="1"/>
                <c:pt idx="0">
                  <c:v>2.3% w/w R1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'For plotting'!$U$2:$U$1149</c:f>
              <c:numCache>
                <c:formatCode>General</c:formatCode>
                <c:ptCount val="1148"/>
                <c:pt idx="0">
                  <c:v>3.8998900000000001</c:v>
                </c:pt>
                <c:pt idx="1">
                  <c:v>3.9001999999999999</c:v>
                </c:pt>
                <c:pt idx="2">
                  <c:v>3.9005000000000001</c:v>
                </c:pt>
                <c:pt idx="3">
                  <c:v>3.9008099999999999</c:v>
                </c:pt>
                <c:pt idx="4">
                  <c:v>3.9011100000000001</c:v>
                </c:pt>
                <c:pt idx="5">
                  <c:v>3.9014199999999999</c:v>
                </c:pt>
                <c:pt idx="6">
                  <c:v>3.9017300000000001</c:v>
                </c:pt>
                <c:pt idx="7">
                  <c:v>3.9020299999999999</c:v>
                </c:pt>
                <c:pt idx="8">
                  <c:v>3.9023400000000001</c:v>
                </c:pt>
                <c:pt idx="9">
                  <c:v>3.9026399999999999</c:v>
                </c:pt>
                <c:pt idx="10">
                  <c:v>3.9029500000000001</c:v>
                </c:pt>
                <c:pt idx="11">
                  <c:v>3.9032499999999999</c:v>
                </c:pt>
                <c:pt idx="12">
                  <c:v>3.9035600000000001</c:v>
                </c:pt>
                <c:pt idx="13">
                  <c:v>3.9038599999999999</c:v>
                </c:pt>
                <c:pt idx="14">
                  <c:v>3.9041700000000001</c:v>
                </c:pt>
                <c:pt idx="15">
                  <c:v>3.9044699999999999</c:v>
                </c:pt>
                <c:pt idx="16">
                  <c:v>3.9047800000000001</c:v>
                </c:pt>
                <c:pt idx="17">
                  <c:v>3.9050799999999999</c:v>
                </c:pt>
                <c:pt idx="18">
                  <c:v>3.9053900000000001</c:v>
                </c:pt>
                <c:pt idx="19">
                  <c:v>3.9056999999999999</c:v>
                </c:pt>
                <c:pt idx="20">
                  <c:v>3.9060000000000001</c:v>
                </c:pt>
                <c:pt idx="21">
                  <c:v>3.9063099999999999</c:v>
                </c:pt>
                <c:pt idx="22">
                  <c:v>3.9066100000000001</c:v>
                </c:pt>
                <c:pt idx="23">
                  <c:v>3.9069199999999999</c:v>
                </c:pt>
                <c:pt idx="24">
                  <c:v>3.9072200000000001</c:v>
                </c:pt>
                <c:pt idx="25">
                  <c:v>3.9075299999999999</c:v>
                </c:pt>
                <c:pt idx="26">
                  <c:v>3.9078300000000001</c:v>
                </c:pt>
                <c:pt idx="27">
                  <c:v>3.9081399999999999</c:v>
                </c:pt>
                <c:pt idx="28">
                  <c:v>3.9084400000000001</c:v>
                </c:pt>
                <c:pt idx="29">
                  <c:v>3.9087499999999999</c:v>
                </c:pt>
                <c:pt idx="30">
                  <c:v>3.9090500000000001</c:v>
                </c:pt>
                <c:pt idx="31">
                  <c:v>3.9093599999999999</c:v>
                </c:pt>
                <c:pt idx="32">
                  <c:v>3.9096700000000002</c:v>
                </c:pt>
                <c:pt idx="33">
                  <c:v>3.9099699999999999</c:v>
                </c:pt>
                <c:pt idx="34">
                  <c:v>3.9102800000000002</c:v>
                </c:pt>
                <c:pt idx="35">
                  <c:v>3.9105799999999999</c:v>
                </c:pt>
                <c:pt idx="36">
                  <c:v>3.9108900000000002</c:v>
                </c:pt>
                <c:pt idx="37">
                  <c:v>3.9111899999999999</c:v>
                </c:pt>
                <c:pt idx="38">
                  <c:v>3.9115000000000002</c:v>
                </c:pt>
                <c:pt idx="39">
                  <c:v>3.9117999999999999</c:v>
                </c:pt>
                <c:pt idx="40">
                  <c:v>3.9121100000000002</c:v>
                </c:pt>
                <c:pt idx="41">
                  <c:v>3.9124099999999999</c:v>
                </c:pt>
                <c:pt idx="42">
                  <c:v>3.9127200000000002</c:v>
                </c:pt>
                <c:pt idx="43">
                  <c:v>3.91303</c:v>
                </c:pt>
                <c:pt idx="44">
                  <c:v>3.9133300000000002</c:v>
                </c:pt>
                <c:pt idx="45">
                  <c:v>3.91364</c:v>
                </c:pt>
                <c:pt idx="46">
                  <c:v>3.9139400000000002</c:v>
                </c:pt>
                <c:pt idx="47">
                  <c:v>3.91425</c:v>
                </c:pt>
                <c:pt idx="48">
                  <c:v>3.9145500000000002</c:v>
                </c:pt>
                <c:pt idx="49">
                  <c:v>3.91486</c:v>
                </c:pt>
                <c:pt idx="50">
                  <c:v>3.9151600000000002</c:v>
                </c:pt>
                <c:pt idx="51">
                  <c:v>3.91547</c:v>
                </c:pt>
                <c:pt idx="52">
                  <c:v>3.9157700000000002</c:v>
                </c:pt>
                <c:pt idx="53">
                  <c:v>3.91608</c:v>
                </c:pt>
                <c:pt idx="54">
                  <c:v>3.9163800000000002</c:v>
                </c:pt>
                <c:pt idx="55">
                  <c:v>3.91669</c:v>
                </c:pt>
                <c:pt idx="56">
                  <c:v>3.9169999999999998</c:v>
                </c:pt>
                <c:pt idx="57">
                  <c:v>3.9173</c:v>
                </c:pt>
                <c:pt idx="58">
                  <c:v>3.9176099999999998</c:v>
                </c:pt>
                <c:pt idx="59">
                  <c:v>3.91791</c:v>
                </c:pt>
                <c:pt idx="60">
                  <c:v>3.9182199999999998</c:v>
                </c:pt>
                <c:pt idx="61">
                  <c:v>3.91852</c:v>
                </c:pt>
                <c:pt idx="62">
                  <c:v>3.9188299999999998</c:v>
                </c:pt>
                <c:pt idx="63">
                  <c:v>3.91913</c:v>
                </c:pt>
                <c:pt idx="64">
                  <c:v>3.9194399999999998</c:v>
                </c:pt>
                <c:pt idx="65">
                  <c:v>3.91974</c:v>
                </c:pt>
                <c:pt idx="66">
                  <c:v>3.9200499999999998</c:v>
                </c:pt>
                <c:pt idx="67">
                  <c:v>3.92035</c:v>
                </c:pt>
                <c:pt idx="68">
                  <c:v>3.9206599999999998</c:v>
                </c:pt>
                <c:pt idx="69">
                  <c:v>3.9209700000000001</c:v>
                </c:pt>
                <c:pt idx="70">
                  <c:v>3.9212699999999998</c:v>
                </c:pt>
                <c:pt idx="71">
                  <c:v>3.9215800000000001</c:v>
                </c:pt>
                <c:pt idx="72">
                  <c:v>3.9218799999999998</c:v>
                </c:pt>
                <c:pt idx="73">
                  <c:v>3.9221900000000001</c:v>
                </c:pt>
                <c:pt idx="74">
                  <c:v>3.9224899999999998</c:v>
                </c:pt>
                <c:pt idx="75">
                  <c:v>3.9228000000000001</c:v>
                </c:pt>
                <c:pt idx="76">
                  <c:v>3.9230999999999998</c:v>
                </c:pt>
                <c:pt idx="77">
                  <c:v>3.9234100000000001</c:v>
                </c:pt>
                <c:pt idx="78">
                  <c:v>3.9237099999999998</c:v>
                </c:pt>
                <c:pt idx="79">
                  <c:v>3.9240200000000001</c:v>
                </c:pt>
                <c:pt idx="80">
                  <c:v>3.9243199999999998</c:v>
                </c:pt>
                <c:pt idx="81">
                  <c:v>3.9246300000000001</c:v>
                </c:pt>
                <c:pt idx="82">
                  <c:v>3.9249399999999999</c:v>
                </c:pt>
                <c:pt idx="83">
                  <c:v>3.9252400000000001</c:v>
                </c:pt>
                <c:pt idx="84">
                  <c:v>3.9255499999999999</c:v>
                </c:pt>
                <c:pt idx="85">
                  <c:v>3.9258500000000001</c:v>
                </c:pt>
                <c:pt idx="86">
                  <c:v>3.9261599999999999</c:v>
                </c:pt>
                <c:pt idx="87">
                  <c:v>3.9264600000000001</c:v>
                </c:pt>
                <c:pt idx="88">
                  <c:v>3.9267699999999999</c:v>
                </c:pt>
                <c:pt idx="89">
                  <c:v>3.9270700000000001</c:v>
                </c:pt>
                <c:pt idx="90">
                  <c:v>3.9273799999999999</c:v>
                </c:pt>
                <c:pt idx="91">
                  <c:v>3.9276800000000001</c:v>
                </c:pt>
                <c:pt idx="92">
                  <c:v>3.9279899999999999</c:v>
                </c:pt>
                <c:pt idx="93">
                  <c:v>3.9283000000000001</c:v>
                </c:pt>
                <c:pt idx="94">
                  <c:v>3.9285999999999999</c:v>
                </c:pt>
                <c:pt idx="95">
                  <c:v>3.9289100000000001</c:v>
                </c:pt>
                <c:pt idx="96">
                  <c:v>3.9292099999999999</c:v>
                </c:pt>
                <c:pt idx="97">
                  <c:v>3.9295200000000001</c:v>
                </c:pt>
                <c:pt idx="98">
                  <c:v>3.9298199999999999</c:v>
                </c:pt>
                <c:pt idx="99">
                  <c:v>3.9301300000000001</c:v>
                </c:pt>
                <c:pt idx="100">
                  <c:v>3.9304299999999999</c:v>
                </c:pt>
                <c:pt idx="101">
                  <c:v>3.9307400000000001</c:v>
                </c:pt>
                <c:pt idx="102">
                  <c:v>3.9310399999999999</c:v>
                </c:pt>
                <c:pt idx="103">
                  <c:v>3.9313500000000001</c:v>
                </c:pt>
                <c:pt idx="104">
                  <c:v>3.9316499999999999</c:v>
                </c:pt>
                <c:pt idx="105">
                  <c:v>3.9319600000000001</c:v>
                </c:pt>
                <c:pt idx="106">
                  <c:v>3.9322699999999999</c:v>
                </c:pt>
                <c:pt idx="107">
                  <c:v>3.9325700000000001</c:v>
                </c:pt>
                <c:pt idx="108">
                  <c:v>3.9328799999999999</c:v>
                </c:pt>
                <c:pt idx="109">
                  <c:v>3.9331800000000001</c:v>
                </c:pt>
                <c:pt idx="110">
                  <c:v>3.9334899999999999</c:v>
                </c:pt>
                <c:pt idx="111">
                  <c:v>3.9337900000000001</c:v>
                </c:pt>
                <c:pt idx="112">
                  <c:v>3.9340999999999999</c:v>
                </c:pt>
                <c:pt idx="113">
                  <c:v>3.9344000000000001</c:v>
                </c:pt>
                <c:pt idx="114">
                  <c:v>3.9347099999999999</c:v>
                </c:pt>
                <c:pt idx="115">
                  <c:v>3.9350100000000001</c:v>
                </c:pt>
                <c:pt idx="116">
                  <c:v>3.9353199999999999</c:v>
                </c:pt>
                <c:pt idx="117">
                  <c:v>3.9356200000000001</c:v>
                </c:pt>
                <c:pt idx="118">
                  <c:v>3.9359299999999999</c:v>
                </c:pt>
                <c:pt idx="119">
                  <c:v>3.9362400000000002</c:v>
                </c:pt>
                <c:pt idx="120">
                  <c:v>3.9365399999999999</c:v>
                </c:pt>
                <c:pt idx="121">
                  <c:v>3.9368500000000002</c:v>
                </c:pt>
                <c:pt idx="122">
                  <c:v>3.9371499999999999</c:v>
                </c:pt>
                <c:pt idx="123">
                  <c:v>3.9374600000000002</c:v>
                </c:pt>
                <c:pt idx="124">
                  <c:v>3.9377599999999999</c:v>
                </c:pt>
                <c:pt idx="125">
                  <c:v>3.9380700000000002</c:v>
                </c:pt>
                <c:pt idx="126">
                  <c:v>3.9383699999999999</c:v>
                </c:pt>
                <c:pt idx="127">
                  <c:v>3.9386800000000002</c:v>
                </c:pt>
                <c:pt idx="128">
                  <c:v>3.9389799999999999</c:v>
                </c:pt>
                <c:pt idx="129">
                  <c:v>3.9392900000000002</c:v>
                </c:pt>
                <c:pt idx="130">
                  <c:v>3.9395899999999999</c:v>
                </c:pt>
                <c:pt idx="131">
                  <c:v>3.9399000000000002</c:v>
                </c:pt>
                <c:pt idx="132">
                  <c:v>3.94021</c:v>
                </c:pt>
                <c:pt idx="133">
                  <c:v>3.9405100000000002</c:v>
                </c:pt>
                <c:pt idx="134">
                  <c:v>3.94082</c:v>
                </c:pt>
                <c:pt idx="135">
                  <c:v>3.9411200000000002</c:v>
                </c:pt>
                <c:pt idx="136">
                  <c:v>3.94143</c:v>
                </c:pt>
                <c:pt idx="137">
                  <c:v>3.9417300000000002</c:v>
                </c:pt>
                <c:pt idx="138">
                  <c:v>3.94204</c:v>
                </c:pt>
                <c:pt idx="139">
                  <c:v>3.9423400000000002</c:v>
                </c:pt>
                <c:pt idx="140">
                  <c:v>3.94265</c:v>
                </c:pt>
                <c:pt idx="141">
                  <c:v>3.9429500000000002</c:v>
                </c:pt>
                <c:pt idx="142">
                  <c:v>3.94326</c:v>
                </c:pt>
                <c:pt idx="143">
                  <c:v>3.9435600000000002</c:v>
                </c:pt>
                <c:pt idx="144">
                  <c:v>3.94387</c:v>
                </c:pt>
                <c:pt idx="145">
                  <c:v>3.9441799999999998</c:v>
                </c:pt>
                <c:pt idx="146">
                  <c:v>3.94448</c:v>
                </c:pt>
                <c:pt idx="147">
                  <c:v>3.9447899999999998</c:v>
                </c:pt>
                <c:pt idx="148">
                  <c:v>3.94509</c:v>
                </c:pt>
                <c:pt idx="149">
                  <c:v>3.9453999999999998</c:v>
                </c:pt>
                <c:pt idx="150">
                  <c:v>3.9457</c:v>
                </c:pt>
                <c:pt idx="151">
                  <c:v>3.9460099999999998</c:v>
                </c:pt>
                <c:pt idx="152">
                  <c:v>3.94631</c:v>
                </c:pt>
                <c:pt idx="153">
                  <c:v>3.9466199999999998</c:v>
                </c:pt>
                <c:pt idx="154">
                  <c:v>3.94692</c:v>
                </c:pt>
                <c:pt idx="155">
                  <c:v>3.9472299999999998</c:v>
                </c:pt>
                <c:pt idx="156">
                  <c:v>3.94754</c:v>
                </c:pt>
                <c:pt idx="157">
                  <c:v>3.9478399999999998</c:v>
                </c:pt>
                <c:pt idx="158">
                  <c:v>3.94815</c:v>
                </c:pt>
                <c:pt idx="159">
                  <c:v>3.9484499999999998</c:v>
                </c:pt>
                <c:pt idx="160">
                  <c:v>3.94876</c:v>
                </c:pt>
                <c:pt idx="161">
                  <c:v>3.9490599999999998</c:v>
                </c:pt>
                <c:pt idx="162">
                  <c:v>3.94937</c:v>
                </c:pt>
                <c:pt idx="163">
                  <c:v>3.9496699999999998</c:v>
                </c:pt>
                <c:pt idx="164">
                  <c:v>3.94998</c:v>
                </c:pt>
                <c:pt idx="165">
                  <c:v>3.9502799999999998</c:v>
                </c:pt>
                <c:pt idx="166">
                  <c:v>3.95059</c:v>
                </c:pt>
                <c:pt idx="167">
                  <c:v>3.9508899999999998</c:v>
                </c:pt>
                <c:pt idx="168">
                  <c:v>3.9512</c:v>
                </c:pt>
                <c:pt idx="169">
                  <c:v>3.9515099999999999</c:v>
                </c:pt>
                <c:pt idx="170">
                  <c:v>3.95181</c:v>
                </c:pt>
                <c:pt idx="171">
                  <c:v>3.9521199999999999</c:v>
                </c:pt>
                <c:pt idx="172">
                  <c:v>3.95242</c:v>
                </c:pt>
                <c:pt idx="173">
                  <c:v>3.9527299999999999</c:v>
                </c:pt>
                <c:pt idx="174">
                  <c:v>3.95303</c:v>
                </c:pt>
                <c:pt idx="175">
                  <c:v>3.9533399999999999</c:v>
                </c:pt>
                <c:pt idx="176">
                  <c:v>3.95364</c:v>
                </c:pt>
                <c:pt idx="177">
                  <c:v>3.9539499999999999</c:v>
                </c:pt>
                <c:pt idx="178">
                  <c:v>3.95425</c:v>
                </c:pt>
                <c:pt idx="179">
                  <c:v>3.9545599999999999</c:v>
                </c:pt>
                <c:pt idx="180">
                  <c:v>3.95486</c:v>
                </c:pt>
                <c:pt idx="181">
                  <c:v>3.9551699999999999</c:v>
                </c:pt>
                <c:pt idx="182">
                  <c:v>3.9554800000000001</c:v>
                </c:pt>
                <c:pt idx="183">
                  <c:v>3.9557799999999999</c:v>
                </c:pt>
                <c:pt idx="184">
                  <c:v>3.9560900000000001</c:v>
                </c:pt>
                <c:pt idx="185">
                  <c:v>3.9563899999999999</c:v>
                </c:pt>
                <c:pt idx="186">
                  <c:v>3.9567000000000001</c:v>
                </c:pt>
                <c:pt idx="187">
                  <c:v>3.9569999999999999</c:v>
                </c:pt>
                <c:pt idx="188">
                  <c:v>3.9573100000000001</c:v>
                </c:pt>
                <c:pt idx="189">
                  <c:v>3.9576099999999999</c:v>
                </c:pt>
                <c:pt idx="190">
                  <c:v>3.9579200000000001</c:v>
                </c:pt>
                <c:pt idx="191">
                  <c:v>3.9582199999999998</c:v>
                </c:pt>
                <c:pt idx="192">
                  <c:v>3.9585300000000001</c:v>
                </c:pt>
                <c:pt idx="193">
                  <c:v>3.9588299999999998</c:v>
                </c:pt>
                <c:pt idx="194">
                  <c:v>3.9591400000000001</c:v>
                </c:pt>
                <c:pt idx="195">
                  <c:v>3.9594499999999999</c:v>
                </c:pt>
                <c:pt idx="196">
                  <c:v>3.9597500000000001</c:v>
                </c:pt>
                <c:pt idx="197">
                  <c:v>3.9600599999999999</c:v>
                </c:pt>
                <c:pt idx="198">
                  <c:v>3.9603600000000001</c:v>
                </c:pt>
                <c:pt idx="199">
                  <c:v>3.9606699999999999</c:v>
                </c:pt>
                <c:pt idx="200">
                  <c:v>3.9609700000000001</c:v>
                </c:pt>
                <c:pt idx="201">
                  <c:v>3.9612799999999999</c:v>
                </c:pt>
                <c:pt idx="202">
                  <c:v>3.9615800000000001</c:v>
                </c:pt>
                <c:pt idx="203">
                  <c:v>3.9618899999999999</c:v>
                </c:pt>
                <c:pt idx="204">
                  <c:v>3.9621900000000001</c:v>
                </c:pt>
                <c:pt idx="205">
                  <c:v>3.9624999999999999</c:v>
                </c:pt>
                <c:pt idx="206">
                  <c:v>3.9628000000000001</c:v>
                </c:pt>
                <c:pt idx="207">
                  <c:v>3.9631099999999999</c:v>
                </c:pt>
                <c:pt idx="208">
                  <c:v>3.9634200000000002</c:v>
                </c:pt>
                <c:pt idx="209">
                  <c:v>3.9637199999999999</c:v>
                </c:pt>
                <c:pt idx="210">
                  <c:v>3.9640300000000002</c:v>
                </c:pt>
                <c:pt idx="211">
                  <c:v>3.9643299999999999</c:v>
                </c:pt>
                <c:pt idx="212">
                  <c:v>3.9646400000000002</c:v>
                </c:pt>
                <c:pt idx="213">
                  <c:v>3.9649399999999999</c:v>
                </c:pt>
                <c:pt idx="214">
                  <c:v>3.9652500000000002</c:v>
                </c:pt>
                <c:pt idx="215">
                  <c:v>3.9655499999999999</c:v>
                </c:pt>
                <c:pt idx="216">
                  <c:v>3.9658600000000002</c:v>
                </c:pt>
                <c:pt idx="217">
                  <c:v>3.9661599999999999</c:v>
                </c:pt>
                <c:pt idx="218">
                  <c:v>3.9664700000000002</c:v>
                </c:pt>
                <c:pt idx="219">
                  <c:v>3.96678</c:v>
                </c:pt>
                <c:pt idx="220">
                  <c:v>3.9670800000000002</c:v>
                </c:pt>
                <c:pt idx="221">
                  <c:v>3.96739</c:v>
                </c:pt>
                <c:pt idx="222">
                  <c:v>3.9676900000000002</c:v>
                </c:pt>
                <c:pt idx="223">
                  <c:v>3.968</c:v>
                </c:pt>
                <c:pt idx="224">
                  <c:v>3.9683000000000002</c:v>
                </c:pt>
                <c:pt idx="225">
                  <c:v>3.96861</c:v>
                </c:pt>
                <c:pt idx="226">
                  <c:v>3.9689100000000002</c:v>
                </c:pt>
                <c:pt idx="227">
                  <c:v>3.96922</c:v>
                </c:pt>
                <c:pt idx="228">
                  <c:v>3.9695200000000002</c:v>
                </c:pt>
                <c:pt idx="229">
                  <c:v>3.96983</c:v>
                </c:pt>
                <c:pt idx="230">
                  <c:v>3.9701300000000002</c:v>
                </c:pt>
                <c:pt idx="231">
                  <c:v>3.97044</c:v>
                </c:pt>
                <c:pt idx="232">
                  <c:v>3.9707499999999998</c:v>
                </c:pt>
                <c:pt idx="233">
                  <c:v>3.97105</c:v>
                </c:pt>
                <c:pt idx="234">
                  <c:v>3.9713599999999998</c:v>
                </c:pt>
                <c:pt idx="235">
                  <c:v>3.97166</c:v>
                </c:pt>
                <c:pt idx="236">
                  <c:v>3.9719699999999998</c:v>
                </c:pt>
                <c:pt idx="237">
                  <c:v>3.97227</c:v>
                </c:pt>
                <c:pt idx="238">
                  <c:v>3.9725799999999998</c:v>
                </c:pt>
                <c:pt idx="239">
                  <c:v>3.97288</c:v>
                </c:pt>
                <c:pt idx="240">
                  <c:v>3.9731900000000002</c:v>
                </c:pt>
                <c:pt idx="241">
                  <c:v>3.97349</c:v>
                </c:pt>
                <c:pt idx="242">
                  <c:v>3.9738000000000002</c:v>
                </c:pt>
                <c:pt idx="243">
                  <c:v>3.9741</c:v>
                </c:pt>
                <c:pt idx="244">
                  <c:v>3.9744100000000002</c:v>
                </c:pt>
                <c:pt idx="245">
                  <c:v>3.97472</c:v>
                </c:pt>
                <c:pt idx="246">
                  <c:v>3.9750200000000002</c:v>
                </c:pt>
                <c:pt idx="247">
                  <c:v>3.97533</c:v>
                </c:pt>
                <c:pt idx="248">
                  <c:v>3.9756300000000002</c:v>
                </c:pt>
                <c:pt idx="249">
                  <c:v>3.97594</c:v>
                </c:pt>
                <c:pt idx="250">
                  <c:v>3.9762400000000002</c:v>
                </c:pt>
                <c:pt idx="251">
                  <c:v>3.97655</c:v>
                </c:pt>
                <c:pt idx="252">
                  <c:v>3.9768500000000002</c:v>
                </c:pt>
                <c:pt idx="253">
                  <c:v>3.97716</c:v>
                </c:pt>
                <c:pt idx="254">
                  <c:v>3.9774600000000002</c:v>
                </c:pt>
                <c:pt idx="255">
                  <c:v>3.97777</c:v>
                </c:pt>
                <c:pt idx="256">
                  <c:v>3.9780700000000002</c:v>
                </c:pt>
                <c:pt idx="257">
                  <c:v>3.97838</c:v>
                </c:pt>
                <c:pt idx="258">
                  <c:v>3.9786899999999998</c:v>
                </c:pt>
                <c:pt idx="259">
                  <c:v>3.97899</c:v>
                </c:pt>
                <c:pt idx="260">
                  <c:v>3.9792999999999998</c:v>
                </c:pt>
                <c:pt idx="261">
                  <c:v>3.9796</c:v>
                </c:pt>
                <c:pt idx="262">
                  <c:v>3.9799099999999998</c:v>
                </c:pt>
                <c:pt idx="263">
                  <c:v>3.98021</c:v>
                </c:pt>
                <c:pt idx="264">
                  <c:v>3.9805199999999998</c:v>
                </c:pt>
                <c:pt idx="265">
                  <c:v>3.98082</c:v>
                </c:pt>
                <c:pt idx="266">
                  <c:v>3.9811299999999998</c:v>
                </c:pt>
                <c:pt idx="267">
                  <c:v>3.98143</c:v>
                </c:pt>
                <c:pt idx="268">
                  <c:v>3.9817399999999998</c:v>
                </c:pt>
                <c:pt idx="269">
                  <c:v>3.98204</c:v>
                </c:pt>
                <c:pt idx="270">
                  <c:v>3.9823499999999998</c:v>
                </c:pt>
                <c:pt idx="271">
                  <c:v>3.9826600000000001</c:v>
                </c:pt>
                <c:pt idx="272">
                  <c:v>3.9829599999999998</c:v>
                </c:pt>
                <c:pt idx="273">
                  <c:v>3.9832700000000001</c:v>
                </c:pt>
                <c:pt idx="274">
                  <c:v>3.9835699999999998</c:v>
                </c:pt>
                <c:pt idx="275">
                  <c:v>3.9838800000000001</c:v>
                </c:pt>
                <c:pt idx="276">
                  <c:v>3.9841799999999998</c:v>
                </c:pt>
                <c:pt idx="277">
                  <c:v>3.9844900000000001</c:v>
                </c:pt>
                <c:pt idx="278">
                  <c:v>3.9847899999999998</c:v>
                </c:pt>
                <c:pt idx="279">
                  <c:v>3.9851000000000001</c:v>
                </c:pt>
                <c:pt idx="280">
                  <c:v>3.9853999999999998</c:v>
                </c:pt>
                <c:pt idx="281">
                  <c:v>3.9857100000000001</c:v>
                </c:pt>
                <c:pt idx="282">
                  <c:v>3.9860199999999999</c:v>
                </c:pt>
                <c:pt idx="283">
                  <c:v>3.9863200000000001</c:v>
                </c:pt>
                <c:pt idx="284">
                  <c:v>3.9866299999999999</c:v>
                </c:pt>
                <c:pt idx="285">
                  <c:v>3.9869300000000001</c:v>
                </c:pt>
                <c:pt idx="286">
                  <c:v>3.9872399999999999</c:v>
                </c:pt>
                <c:pt idx="287">
                  <c:v>3.9875400000000001</c:v>
                </c:pt>
                <c:pt idx="288">
                  <c:v>3.9878499999999999</c:v>
                </c:pt>
                <c:pt idx="289">
                  <c:v>3.9881500000000001</c:v>
                </c:pt>
                <c:pt idx="290">
                  <c:v>3.9884599999999999</c:v>
                </c:pt>
                <c:pt idx="291">
                  <c:v>3.9887600000000001</c:v>
                </c:pt>
                <c:pt idx="292">
                  <c:v>3.9890699999999999</c:v>
                </c:pt>
                <c:pt idx="293">
                  <c:v>3.9893700000000001</c:v>
                </c:pt>
                <c:pt idx="294">
                  <c:v>3.9896799999999999</c:v>
                </c:pt>
                <c:pt idx="295">
                  <c:v>3.9899900000000001</c:v>
                </c:pt>
                <c:pt idx="296">
                  <c:v>3.9902899999999999</c:v>
                </c:pt>
                <c:pt idx="297">
                  <c:v>3.9906000000000001</c:v>
                </c:pt>
                <c:pt idx="298">
                  <c:v>3.9908999999999999</c:v>
                </c:pt>
                <c:pt idx="299">
                  <c:v>3.9912100000000001</c:v>
                </c:pt>
                <c:pt idx="300">
                  <c:v>3.9915099999999999</c:v>
                </c:pt>
                <c:pt idx="301">
                  <c:v>3.9918200000000001</c:v>
                </c:pt>
                <c:pt idx="302">
                  <c:v>3.9921199999999999</c:v>
                </c:pt>
                <c:pt idx="303">
                  <c:v>3.9924300000000001</c:v>
                </c:pt>
                <c:pt idx="304">
                  <c:v>3.9927299999999999</c:v>
                </c:pt>
                <c:pt idx="305">
                  <c:v>3.9930400000000001</c:v>
                </c:pt>
                <c:pt idx="306">
                  <c:v>3.9933399999999999</c:v>
                </c:pt>
                <c:pt idx="307">
                  <c:v>3.9936500000000001</c:v>
                </c:pt>
                <c:pt idx="308">
                  <c:v>3.99396</c:v>
                </c:pt>
                <c:pt idx="309">
                  <c:v>3.9942600000000001</c:v>
                </c:pt>
                <c:pt idx="310">
                  <c:v>3.99457</c:v>
                </c:pt>
                <c:pt idx="311">
                  <c:v>3.9948700000000001</c:v>
                </c:pt>
                <c:pt idx="312">
                  <c:v>3.99518</c:v>
                </c:pt>
                <c:pt idx="313">
                  <c:v>3.9954800000000001</c:v>
                </c:pt>
                <c:pt idx="314">
                  <c:v>3.99579</c:v>
                </c:pt>
                <c:pt idx="315">
                  <c:v>3.9960900000000001</c:v>
                </c:pt>
                <c:pt idx="316">
                  <c:v>3.9964</c:v>
                </c:pt>
                <c:pt idx="317">
                  <c:v>3.9967000000000001</c:v>
                </c:pt>
                <c:pt idx="318">
                  <c:v>3.99701</c:v>
                </c:pt>
                <c:pt idx="319">
                  <c:v>3.9973100000000001</c:v>
                </c:pt>
                <c:pt idx="320">
                  <c:v>3.99762</c:v>
                </c:pt>
                <c:pt idx="321">
                  <c:v>3.9979300000000002</c:v>
                </c:pt>
                <c:pt idx="322">
                  <c:v>3.99823</c:v>
                </c:pt>
                <c:pt idx="323">
                  <c:v>3.9985400000000002</c:v>
                </c:pt>
                <c:pt idx="324">
                  <c:v>3.99884</c:v>
                </c:pt>
                <c:pt idx="325">
                  <c:v>3.9991500000000002</c:v>
                </c:pt>
                <c:pt idx="326">
                  <c:v>3.9994499999999999</c:v>
                </c:pt>
                <c:pt idx="327">
                  <c:v>3.9997600000000002</c:v>
                </c:pt>
                <c:pt idx="328">
                  <c:v>4.0000600000000004</c:v>
                </c:pt>
                <c:pt idx="329">
                  <c:v>4.0003700000000002</c:v>
                </c:pt>
                <c:pt idx="330">
                  <c:v>4.0006700000000004</c:v>
                </c:pt>
                <c:pt idx="331">
                  <c:v>4.0009800000000002</c:v>
                </c:pt>
                <c:pt idx="332">
                  <c:v>4.00129</c:v>
                </c:pt>
                <c:pt idx="333">
                  <c:v>4.0015900000000002</c:v>
                </c:pt>
                <c:pt idx="334">
                  <c:v>4.0019</c:v>
                </c:pt>
                <c:pt idx="335">
                  <c:v>4.0022000000000002</c:v>
                </c:pt>
                <c:pt idx="336">
                  <c:v>4.00251</c:v>
                </c:pt>
                <c:pt idx="337">
                  <c:v>4.0028100000000002</c:v>
                </c:pt>
                <c:pt idx="338">
                  <c:v>4.00312</c:v>
                </c:pt>
                <c:pt idx="339">
                  <c:v>4.0034200000000002</c:v>
                </c:pt>
                <c:pt idx="340">
                  <c:v>4.00373</c:v>
                </c:pt>
                <c:pt idx="341">
                  <c:v>4.0040300000000002</c:v>
                </c:pt>
                <c:pt idx="342">
                  <c:v>4.00434</c:v>
                </c:pt>
                <c:pt idx="343">
                  <c:v>4.0046400000000002</c:v>
                </c:pt>
                <c:pt idx="344">
                  <c:v>4.00495</c:v>
                </c:pt>
                <c:pt idx="345">
                  <c:v>4.0052599999999998</c:v>
                </c:pt>
                <c:pt idx="346">
                  <c:v>4.00556</c:v>
                </c:pt>
                <c:pt idx="347">
                  <c:v>4.0058699999999998</c:v>
                </c:pt>
                <c:pt idx="348">
                  <c:v>4.00617</c:v>
                </c:pt>
                <c:pt idx="349">
                  <c:v>4.0064799999999998</c:v>
                </c:pt>
                <c:pt idx="350">
                  <c:v>4.00678</c:v>
                </c:pt>
                <c:pt idx="351">
                  <c:v>4.0070899999999998</c:v>
                </c:pt>
                <c:pt idx="352">
                  <c:v>4.00739</c:v>
                </c:pt>
                <c:pt idx="353">
                  <c:v>4.0076999999999998</c:v>
                </c:pt>
                <c:pt idx="354">
                  <c:v>4.008</c:v>
                </c:pt>
                <c:pt idx="355">
                  <c:v>4.0083099999999998</c:v>
                </c:pt>
                <c:pt idx="356">
                  <c:v>4.00861</c:v>
                </c:pt>
                <c:pt idx="357">
                  <c:v>4.0089199999999998</c:v>
                </c:pt>
                <c:pt idx="358">
                  <c:v>4.0092299999999996</c:v>
                </c:pt>
                <c:pt idx="359">
                  <c:v>4.0095299999999998</c:v>
                </c:pt>
                <c:pt idx="360">
                  <c:v>4.0098399999999996</c:v>
                </c:pt>
                <c:pt idx="361">
                  <c:v>4.0101399999999998</c:v>
                </c:pt>
                <c:pt idx="362">
                  <c:v>4.0104499999999996</c:v>
                </c:pt>
                <c:pt idx="363">
                  <c:v>4.0107499999999998</c:v>
                </c:pt>
                <c:pt idx="364">
                  <c:v>4.0110599999999996</c:v>
                </c:pt>
                <c:pt idx="365">
                  <c:v>4.0113599999999998</c:v>
                </c:pt>
                <c:pt idx="366">
                  <c:v>4.0116699999999996</c:v>
                </c:pt>
                <c:pt idx="367">
                  <c:v>4.0119699999999998</c:v>
                </c:pt>
                <c:pt idx="368">
                  <c:v>4.0122799999999996</c:v>
                </c:pt>
                <c:pt idx="369">
                  <c:v>4.0125799999999998</c:v>
                </c:pt>
                <c:pt idx="370">
                  <c:v>4.0128899999999996</c:v>
                </c:pt>
                <c:pt idx="371">
                  <c:v>4.0132000000000003</c:v>
                </c:pt>
                <c:pt idx="372">
                  <c:v>4.0134999999999996</c:v>
                </c:pt>
                <c:pt idx="373">
                  <c:v>4.0138100000000003</c:v>
                </c:pt>
                <c:pt idx="374">
                  <c:v>4.0141099999999996</c:v>
                </c:pt>
                <c:pt idx="375">
                  <c:v>4.0144200000000003</c:v>
                </c:pt>
                <c:pt idx="376">
                  <c:v>4.0147199999999996</c:v>
                </c:pt>
                <c:pt idx="377">
                  <c:v>4.0150300000000003</c:v>
                </c:pt>
                <c:pt idx="378">
                  <c:v>4.0153299999999996</c:v>
                </c:pt>
                <c:pt idx="379">
                  <c:v>4.0156400000000003</c:v>
                </c:pt>
                <c:pt idx="380">
                  <c:v>4.0159399999999996</c:v>
                </c:pt>
                <c:pt idx="381">
                  <c:v>4.0162500000000003</c:v>
                </c:pt>
                <c:pt idx="382">
                  <c:v>4.0165499999999996</c:v>
                </c:pt>
                <c:pt idx="383">
                  <c:v>4.0168600000000003</c:v>
                </c:pt>
                <c:pt idx="384">
                  <c:v>4.0171700000000001</c:v>
                </c:pt>
                <c:pt idx="385">
                  <c:v>4.0174700000000003</c:v>
                </c:pt>
                <c:pt idx="386">
                  <c:v>4.0177800000000001</c:v>
                </c:pt>
                <c:pt idx="387">
                  <c:v>4.0180800000000003</c:v>
                </c:pt>
                <c:pt idx="388">
                  <c:v>4.0183900000000001</c:v>
                </c:pt>
                <c:pt idx="389">
                  <c:v>4.0186900000000003</c:v>
                </c:pt>
                <c:pt idx="390">
                  <c:v>4.0190000000000001</c:v>
                </c:pt>
                <c:pt idx="391">
                  <c:v>4.0193000000000003</c:v>
                </c:pt>
                <c:pt idx="392">
                  <c:v>4.0196100000000001</c:v>
                </c:pt>
                <c:pt idx="393">
                  <c:v>4.0199100000000003</c:v>
                </c:pt>
                <c:pt idx="394">
                  <c:v>4.0202200000000001</c:v>
                </c:pt>
                <c:pt idx="395">
                  <c:v>4.0205299999999999</c:v>
                </c:pt>
                <c:pt idx="396">
                  <c:v>4.0208300000000001</c:v>
                </c:pt>
                <c:pt idx="397">
                  <c:v>4.0211399999999999</c:v>
                </c:pt>
                <c:pt idx="398">
                  <c:v>4.0214400000000001</c:v>
                </c:pt>
                <c:pt idx="399">
                  <c:v>4.0217499999999999</c:v>
                </c:pt>
                <c:pt idx="400">
                  <c:v>4.0220500000000001</c:v>
                </c:pt>
                <c:pt idx="401">
                  <c:v>4.0223599999999999</c:v>
                </c:pt>
                <c:pt idx="402">
                  <c:v>4.0226600000000001</c:v>
                </c:pt>
                <c:pt idx="403">
                  <c:v>4.0229699999999999</c:v>
                </c:pt>
                <c:pt idx="404">
                  <c:v>4.0232700000000001</c:v>
                </c:pt>
                <c:pt idx="405">
                  <c:v>4.0235799999999999</c:v>
                </c:pt>
                <c:pt idx="406">
                  <c:v>4.0238800000000001</c:v>
                </c:pt>
                <c:pt idx="407">
                  <c:v>4.0241899999999999</c:v>
                </c:pt>
                <c:pt idx="408">
                  <c:v>4.0244999999999997</c:v>
                </c:pt>
                <c:pt idx="409">
                  <c:v>4.0247999999999999</c:v>
                </c:pt>
                <c:pt idx="410">
                  <c:v>4.0251099999999997</c:v>
                </c:pt>
                <c:pt idx="411">
                  <c:v>4.0254099999999999</c:v>
                </c:pt>
                <c:pt idx="412">
                  <c:v>4.0257199999999997</c:v>
                </c:pt>
                <c:pt idx="413">
                  <c:v>4.0260199999999999</c:v>
                </c:pt>
                <c:pt idx="414">
                  <c:v>4.0263299999999997</c:v>
                </c:pt>
                <c:pt idx="415">
                  <c:v>4.0266299999999999</c:v>
                </c:pt>
                <c:pt idx="416">
                  <c:v>4.0269399999999997</c:v>
                </c:pt>
                <c:pt idx="417">
                  <c:v>4.0272399999999999</c:v>
                </c:pt>
                <c:pt idx="418">
                  <c:v>4.0275499999999997</c:v>
                </c:pt>
                <c:pt idx="419">
                  <c:v>4.0278499999999999</c:v>
                </c:pt>
                <c:pt idx="420">
                  <c:v>4.0281599999999997</c:v>
                </c:pt>
                <c:pt idx="421">
                  <c:v>4.0284700000000004</c:v>
                </c:pt>
                <c:pt idx="422">
                  <c:v>4.0287699999999997</c:v>
                </c:pt>
                <c:pt idx="423">
                  <c:v>4.0290800000000004</c:v>
                </c:pt>
                <c:pt idx="424">
                  <c:v>4.0293799999999997</c:v>
                </c:pt>
                <c:pt idx="425">
                  <c:v>4.0296900000000004</c:v>
                </c:pt>
                <c:pt idx="426">
                  <c:v>4.0299899999999997</c:v>
                </c:pt>
                <c:pt idx="427">
                  <c:v>4.0303000000000004</c:v>
                </c:pt>
                <c:pt idx="428">
                  <c:v>4.0305999999999997</c:v>
                </c:pt>
                <c:pt idx="429">
                  <c:v>4.0309100000000004</c:v>
                </c:pt>
                <c:pt idx="430">
                  <c:v>4.0312099999999997</c:v>
                </c:pt>
                <c:pt idx="431">
                  <c:v>4.0315200000000004</c:v>
                </c:pt>
                <c:pt idx="432">
                  <c:v>4.0318199999999997</c:v>
                </c:pt>
                <c:pt idx="433">
                  <c:v>4.0321300000000004</c:v>
                </c:pt>
                <c:pt idx="434">
                  <c:v>4.0324400000000002</c:v>
                </c:pt>
                <c:pt idx="435">
                  <c:v>4.0327400000000004</c:v>
                </c:pt>
                <c:pt idx="436">
                  <c:v>4.0330500000000002</c:v>
                </c:pt>
                <c:pt idx="437">
                  <c:v>4.0333500000000004</c:v>
                </c:pt>
                <c:pt idx="438">
                  <c:v>4.0336600000000002</c:v>
                </c:pt>
                <c:pt idx="439">
                  <c:v>4.0339600000000004</c:v>
                </c:pt>
                <c:pt idx="440">
                  <c:v>4.0342700000000002</c:v>
                </c:pt>
                <c:pt idx="441">
                  <c:v>4.0345700000000004</c:v>
                </c:pt>
                <c:pt idx="442">
                  <c:v>4.0348800000000002</c:v>
                </c:pt>
                <c:pt idx="443">
                  <c:v>4.0351800000000004</c:v>
                </c:pt>
                <c:pt idx="444">
                  <c:v>4.0354900000000002</c:v>
                </c:pt>
                <c:pt idx="445">
                  <c:v>4.0357900000000004</c:v>
                </c:pt>
                <c:pt idx="446">
                  <c:v>4.0361000000000002</c:v>
                </c:pt>
                <c:pt idx="447">
                  <c:v>4.0364100000000001</c:v>
                </c:pt>
                <c:pt idx="448">
                  <c:v>4.0367100000000002</c:v>
                </c:pt>
                <c:pt idx="449">
                  <c:v>4.0370200000000001</c:v>
                </c:pt>
                <c:pt idx="450">
                  <c:v>4.0373200000000002</c:v>
                </c:pt>
                <c:pt idx="451">
                  <c:v>4.0376300000000001</c:v>
                </c:pt>
                <c:pt idx="452">
                  <c:v>4.0379300000000002</c:v>
                </c:pt>
                <c:pt idx="453">
                  <c:v>4.0382400000000001</c:v>
                </c:pt>
                <c:pt idx="454">
                  <c:v>4.0385400000000002</c:v>
                </c:pt>
                <c:pt idx="455">
                  <c:v>4.0388500000000001</c:v>
                </c:pt>
                <c:pt idx="456">
                  <c:v>4.0391500000000002</c:v>
                </c:pt>
                <c:pt idx="457">
                  <c:v>4.0394600000000001</c:v>
                </c:pt>
                <c:pt idx="458">
                  <c:v>4.0397699999999999</c:v>
                </c:pt>
                <c:pt idx="459">
                  <c:v>4.0400700000000001</c:v>
                </c:pt>
                <c:pt idx="460">
                  <c:v>4.0403799999999999</c:v>
                </c:pt>
                <c:pt idx="461">
                  <c:v>4.04068</c:v>
                </c:pt>
                <c:pt idx="462">
                  <c:v>4.0409899999999999</c:v>
                </c:pt>
                <c:pt idx="463">
                  <c:v>4.04129</c:v>
                </c:pt>
                <c:pt idx="464">
                  <c:v>4.0415999999999999</c:v>
                </c:pt>
                <c:pt idx="465">
                  <c:v>4.0419</c:v>
                </c:pt>
                <c:pt idx="466">
                  <c:v>4.0422099999999999</c:v>
                </c:pt>
                <c:pt idx="467">
                  <c:v>4.04251</c:v>
                </c:pt>
                <c:pt idx="468">
                  <c:v>4.0428199999999999</c:v>
                </c:pt>
                <c:pt idx="469">
                  <c:v>4.04312</c:v>
                </c:pt>
                <c:pt idx="470">
                  <c:v>4.0434299999999999</c:v>
                </c:pt>
                <c:pt idx="471">
                  <c:v>4.0437399999999997</c:v>
                </c:pt>
                <c:pt idx="472">
                  <c:v>4.0440399999999999</c:v>
                </c:pt>
                <c:pt idx="473">
                  <c:v>4.0443499999999997</c:v>
                </c:pt>
                <c:pt idx="474">
                  <c:v>4.0446499999999999</c:v>
                </c:pt>
                <c:pt idx="475">
                  <c:v>4.0449599999999997</c:v>
                </c:pt>
                <c:pt idx="476">
                  <c:v>4.0452599999999999</c:v>
                </c:pt>
                <c:pt idx="477">
                  <c:v>4.0455699999999997</c:v>
                </c:pt>
                <c:pt idx="478">
                  <c:v>4.0458699999999999</c:v>
                </c:pt>
                <c:pt idx="479">
                  <c:v>4.0461799999999997</c:v>
                </c:pt>
                <c:pt idx="480">
                  <c:v>4.0464799999999999</c:v>
                </c:pt>
                <c:pt idx="481">
                  <c:v>4.0467899999999997</c:v>
                </c:pt>
                <c:pt idx="482">
                  <c:v>4.0470899999999999</c:v>
                </c:pt>
                <c:pt idx="483">
                  <c:v>4.0473999999999997</c:v>
                </c:pt>
                <c:pt idx="484">
                  <c:v>4.0477100000000004</c:v>
                </c:pt>
                <c:pt idx="485">
                  <c:v>4.0480099999999997</c:v>
                </c:pt>
                <c:pt idx="486">
                  <c:v>4.0483200000000004</c:v>
                </c:pt>
                <c:pt idx="487">
                  <c:v>4.0486199999999997</c:v>
                </c:pt>
                <c:pt idx="488">
                  <c:v>4.0489300000000004</c:v>
                </c:pt>
                <c:pt idx="489">
                  <c:v>4.0492299999999997</c:v>
                </c:pt>
                <c:pt idx="490">
                  <c:v>4.0495400000000004</c:v>
                </c:pt>
                <c:pt idx="491">
                  <c:v>4.0498399999999997</c:v>
                </c:pt>
                <c:pt idx="492">
                  <c:v>4.0501500000000004</c:v>
                </c:pt>
                <c:pt idx="493">
                  <c:v>4.0504499999999997</c:v>
                </c:pt>
                <c:pt idx="494">
                  <c:v>4.0507600000000004</c:v>
                </c:pt>
                <c:pt idx="495">
                  <c:v>4.0510599999999997</c:v>
                </c:pt>
                <c:pt idx="496">
                  <c:v>4.0513700000000004</c:v>
                </c:pt>
                <c:pt idx="497">
                  <c:v>4.0516800000000002</c:v>
                </c:pt>
                <c:pt idx="498">
                  <c:v>4.0519800000000004</c:v>
                </c:pt>
                <c:pt idx="499">
                  <c:v>4.0522900000000002</c:v>
                </c:pt>
                <c:pt idx="500">
                  <c:v>4.0525900000000004</c:v>
                </c:pt>
                <c:pt idx="501">
                  <c:v>4.0529000000000002</c:v>
                </c:pt>
                <c:pt idx="502">
                  <c:v>4.0532000000000004</c:v>
                </c:pt>
                <c:pt idx="503">
                  <c:v>4.0535100000000002</c:v>
                </c:pt>
                <c:pt idx="504">
                  <c:v>4.0538100000000004</c:v>
                </c:pt>
                <c:pt idx="505">
                  <c:v>4.0541200000000002</c:v>
                </c:pt>
                <c:pt idx="506">
                  <c:v>4.0544200000000004</c:v>
                </c:pt>
                <c:pt idx="507">
                  <c:v>4.0547300000000002</c:v>
                </c:pt>
                <c:pt idx="508">
                  <c:v>4.05504</c:v>
                </c:pt>
                <c:pt idx="509">
                  <c:v>4.0553400000000002</c:v>
                </c:pt>
                <c:pt idx="510">
                  <c:v>4.05565</c:v>
                </c:pt>
                <c:pt idx="511">
                  <c:v>4.0559500000000002</c:v>
                </c:pt>
                <c:pt idx="512">
                  <c:v>4.05626</c:v>
                </c:pt>
                <c:pt idx="513">
                  <c:v>4.0565600000000002</c:v>
                </c:pt>
                <c:pt idx="514">
                  <c:v>4.05687</c:v>
                </c:pt>
                <c:pt idx="515">
                  <c:v>4.0571700000000002</c:v>
                </c:pt>
                <c:pt idx="516">
                  <c:v>4.05748</c:v>
                </c:pt>
                <c:pt idx="517">
                  <c:v>4.0577800000000002</c:v>
                </c:pt>
                <c:pt idx="518">
                  <c:v>4.05809</c:v>
                </c:pt>
                <c:pt idx="519">
                  <c:v>4.0583900000000002</c:v>
                </c:pt>
                <c:pt idx="520">
                  <c:v>4.0587</c:v>
                </c:pt>
                <c:pt idx="521">
                  <c:v>4.0590099999999998</c:v>
                </c:pt>
                <c:pt idx="522">
                  <c:v>4.05931</c:v>
                </c:pt>
                <c:pt idx="523">
                  <c:v>4.0596199999999998</c:v>
                </c:pt>
                <c:pt idx="524">
                  <c:v>4.05992</c:v>
                </c:pt>
                <c:pt idx="525">
                  <c:v>4.0602299999999998</c:v>
                </c:pt>
                <c:pt idx="526">
                  <c:v>4.06053</c:v>
                </c:pt>
                <c:pt idx="527">
                  <c:v>4.0608399999999998</c:v>
                </c:pt>
                <c:pt idx="528">
                  <c:v>4.06114</c:v>
                </c:pt>
                <c:pt idx="529">
                  <c:v>4.0614499999999998</c:v>
                </c:pt>
                <c:pt idx="530">
                  <c:v>4.06175</c:v>
                </c:pt>
                <c:pt idx="531">
                  <c:v>4.0620599999999998</c:v>
                </c:pt>
                <c:pt idx="532">
                  <c:v>4.06236</c:v>
                </c:pt>
                <c:pt idx="533">
                  <c:v>4.0626699999999998</c:v>
                </c:pt>
                <c:pt idx="534">
                  <c:v>4.0629799999999996</c:v>
                </c:pt>
                <c:pt idx="535">
                  <c:v>4.0632799999999998</c:v>
                </c:pt>
                <c:pt idx="536">
                  <c:v>4.0635899999999996</c:v>
                </c:pt>
                <c:pt idx="537">
                  <c:v>4.0638899999999998</c:v>
                </c:pt>
                <c:pt idx="538">
                  <c:v>4.0641999999999996</c:v>
                </c:pt>
                <c:pt idx="539">
                  <c:v>4.0644999999999998</c:v>
                </c:pt>
                <c:pt idx="540">
                  <c:v>4.0648099999999996</c:v>
                </c:pt>
                <c:pt idx="541">
                  <c:v>4.0651099999999998</c:v>
                </c:pt>
                <c:pt idx="542">
                  <c:v>4.0654199999999996</c:v>
                </c:pt>
                <c:pt idx="543">
                  <c:v>4.0657199999999998</c:v>
                </c:pt>
                <c:pt idx="544">
                  <c:v>4.0660299999999996</c:v>
                </c:pt>
                <c:pt idx="545">
                  <c:v>4.0663299999999998</c:v>
                </c:pt>
                <c:pt idx="546">
                  <c:v>4.0666399999999996</c:v>
                </c:pt>
                <c:pt idx="547">
                  <c:v>4.0669500000000003</c:v>
                </c:pt>
                <c:pt idx="548">
                  <c:v>4.0672499999999996</c:v>
                </c:pt>
                <c:pt idx="549">
                  <c:v>4.0675600000000003</c:v>
                </c:pt>
                <c:pt idx="550">
                  <c:v>4.0678599999999996</c:v>
                </c:pt>
                <c:pt idx="551">
                  <c:v>4.0681700000000003</c:v>
                </c:pt>
                <c:pt idx="552">
                  <c:v>4.0684699999999996</c:v>
                </c:pt>
                <c:pt idx="553">
                  <c:v>4.0687800000000003</c:v>
                </c:pt>
                <c:pt idx="554">
                  <c:v>4.0690799999999996</c:v>
                </c:pt>
                <c:pt idx="555">
                  <c:v>4.0693900000000003</c:v>
                </c:pt>
                <c:pt idx="556">
                  <c:v>4.0696899999999996</c:v>
                </c:pt>
                <c:pt idx="557">
                  <c:v>4.07</c:v>
                </c:pt>
                <c:pt idx="558">
                  <c:v>4.0702999999999996</c:v>
                </c:pt>
                <c:pt idx="559">
                  <c:v>4.0706100000000003</c:v>
                </c:pt>
                <c:pt idx="560">
                  <c:v>4.0709200000000001</c:v>
                </c:pt>
                <c:pt idx="561">
                  <c:v>4.0712200000000003</c:v>
                </c:pt>
                <c:pt idx="562">
                  <c:v>4.0715300000000001</c:v>
                </c:pt>
                <c:pt idx="563">
                  <c:v>4.0718300000000003</c:v>
                </c:pt>
                <c:pt idx="564">
                  <c:v>4.0721400000000001</c:v>
                </c:pt>
                <c:pt idx="565">
                  <c:v>4.0724400000000003</c:v>
                </c:pt>
                <c:pt idx="566">
                  <c:v>4.0727500000000001</c:v>
                </c:pt>
                <c:pt idx="567">
                  <c:v>4.0730500000000003</c:v>
                </c:pt>
                <c:pt idx="568">
                  <c:v>4.0733600000000001</c:v>
                </c:pt>
                <c:pt idx="569">
                  <c:v>4.0736600000000003</c:v>
                </c:pt>
                <c:pt idx="570">
                  <c:v>4.0739700000000001</c:v>
                </c:pt>
                <c:pt idx="571">
                  <c:v>4.0742799999999999</c:v>
                </c:pt>
                <c:pt idx="572">
                  <c:v>4.0745800000000001</c:v>
                </c:pt>
                <c:pt idx="573">
                  <c:v>4.0748899999999999</c:v>
                </c:pt>
                <c:pt idx="574">
                  <c:v>4.0751900000000001</c:v>
                </c:pt>
                <c:pt idx="575">
                  <c:v>4.0754999999999999</c:v>
                </c:pt>
                <c:pt idx="576">
                  <c:v>4.0758000000000001</c:v>
                </c:pt>
                <c:pt idx="577">
                  <c:v>4.0761099999999999</c:v>
                </c:pt>
                <c:pt idx="578">
                  <c:v>4.0764100000000001</c:v>
                </c:pt>
                <c:pt idx="579">
                  <c:v>4.0767199999999999</c:v>
                </c:pt>
                <c:pt idx="580">
                  <c:v>4.0770200000000001</c:v>
                </c:pt>
                <c:pt idx="581">
                  <c:v>4.0773299999999999</c:v>
                </c:pt>
                <c:pt idx="582">
                  <c:v>4.0776300000000001</c:v>
                </c:pt>
                <c:pt idx="583">
                  <c:v>4.0779399999999999</c:v>
                </c:pt>
                <c:pt idx="584">
                  <c:v>4.0782499999999997</c:v>
                </c:pt>
                <c:pt idx="585">
                  <c:v>4.0785499999999999</c:v>
                </c:pt>
                <c:pt idx="586">
                  <c:v>4.0788599999999997</c:v>
                </c:pt>
                <c:pt idx="587">
                  <c:v>4.0791599999999999</c:v>
                </c:pt>
                <c:pt idx="588">
                  <c:v>4.0794699999999997</c:v>
                </c:pt>
                <c:pt idx="589">
                  <c:v>4.0797699999999999</c:v>
                </c:pt>
                <c:pt idx="590">
                  <c:v>4.0800799999999997</c:v>
                </c:pt>
                <c:pt idx="591">
                  <c:v>4.0803799999999999</c:v>
                </c:pt>
                <c:pt idx="592">
                  <c:v>4.0806899999999997</c:v>
                </c:pt>
                <c:pt idx="593">
                  <c:v>4.0809899999999999</c:v>
                </c:pt>
                <c:pt idx="594">
                  <c:v>4.0812999999999997</c:v>
                </c:pt>
                <c:pt idx="595">
                  <c:v>4.0815999999999999</c:v>
                </c:pt>
                <c:pt idx="596">
                  <c:v>4.0819099999999997</c:v>
                </c:pt>
                <c:pt idx="597">
                  <c:v>4.0822200000000004</c:v>
                </c:pt>
                <c:pt idx="598">
                  <c:v>4.0825199999999997</c:v>
                </c:pt>
                <c:pt idx="599">
                  <c:v>4.0828300000000004</c:v>
                </c:pt>
                <c:pt idx="600">
                  <c:v>4.0831299999999997</c:v>
                </c:pt>
                <c:pt idx="601">
                  <c:v>4.0834400000000004</c:v>
                </c:pt>
                <c:pt idx="602">
                  <c:v>4.0837399999999997</c:v>
                </c:pt>
                <c:pt idx="603">
                  <c:v>4.0840500000000004</c:v>
                </c:pt>
                <c:pt idx="604">
                  <c:v>4.0843499999999997</c:v>
                </c:pt>
                <c:pt idx="605">
                  <c:v>4.0846600000000004</c:v>
                </c:pt>
                <c:pt idx="606">
                  <c:v>4.0849599999999997</c:v>
                </c:pt>
                <c:pt idx="607">
                  <c:v>4.0852700000000004</c:v>
                </c:pt>
                <c:pt idx="608">
                  <c:v>4.0855699999999997</c:v>
                </c:pt>
                <c:pt idx="609">
                  <c:v>4.0858800000000004</c:v>
                </c:pt>
                <c:pt idx="610">
                  <c:v>4.0861900000000002</c:v>
                </c:pt>
                <c:pt idx="611">
                  <c:v>4.0864900000000004</c:v>
                </c:pt>
                <c:pt idx="612">
                  <c:v>4.0868000000000002</c:v>
                </c:pt>
                <c:pt idx="613">
                  <c:v>4.0871000000000004</c:v>
                </c:pt>
                <c:pt idx="614">
                  <c:v>4.0874100000000002</c:v>
                </c:pt>
                <c:pt idx="615">
                  <c:v>4.0877100000000004</c:v>
                </c:pt>
                <c:pt idx="616">
                  <c:v>4.0880200000000002</c:v>
                </c:pt>
                <c:pt idx="617">
                  <c:v>4.0883200000000004</c:v>
                </c:pt>
                <c:pt idx="618">
                  <c:v>4.0886300000000002</c:v>
                </c:pt>
                <c:pt idx="619">
                  <c:v>4.0889300000000004</c:v>
                </c:pt>
                <c:pt idx="620">
                  <c:v>4.0892400000000002</c:v>
                </c:pt>
                <c:pt idx="621">
                  <c:v>4.0895400000000004</c:v>
                </c:pt>
                <c:pt idx="622">
                  <c:v>4.0898500000000002</c:v>
                </c:pt>
                <c:pt idx="623">
                  <c:v>4.09016</c:v>
                </c:pt>
                <c:pt idx="624">
                  <c:v>4.0904600000000002</c:v>
                </c:pt>
                <c:pt idx="625">
                  <c:v>4.09077</c:v>
                </c:pt>
                <c:pt idx="626">
                  <c:v>4.0910700000000002</c:v>
                </c:pt>
                <c:pt idx="627">
                  <c:v>4.09138</c:v>
                </c:pt>
                <c:pt idx="628">
                  <c:v>4.0916800000000002</c:v>
                </c:pt>
                <c:pt idx="629">
                  <c:v>4.09199</c:v>
                </c:pt>
                <c:pt idx="630">
                  <c:v>4.0922900000000002</c:v>
                </c:pt>
                <c:pt idx="631">
                  <c:v>4.0926</c:v>
                </c:pt>
                <c:pt idx="632">
                  <c:v>4.0929000000000002</c:v>
                </c:pt>
                <c:pt idx="633">
                  <c:v>4.09321</c:v>
                </c:pt>
                <c:pt idx="634">
                  <c:v>4.0935199999999998</c:v>
                </c:pt>
                <c:pt idx="635">
                  <c:v>4.09382</c:v>
                </c:pt>
                <c:pt idx="636">
                  <c:v>4.0941299999999998</c:v>
                </c:pt>
                <c:pt idx="637">
                  <c:v>4.09443</c:v>
                </c:pt>
                <c:pt idx="638">
                  <c:v>4.0947399999999998</c:v>
                </c:pt>
                <c:pt idx="639">
                  <c:v>4.09504</c:v>
                </c:pt>
                <c:pt idx="640">
                  <c:v>4.0953499999999998</c:v>
                </c:pt>
                <c:pt idx="641">
                  <c:v>4.09565</c:v>
                </c:pt>
                <c:pt idx="642">
                  <c:v>4.0959599999999998</c:v>
                </c:pt>
                <c:pt idx="643">
                  <c:v>4.09626</c:v>
                </c:pt>
                <c:pt idx="644">
                  <c:v>4.0965699999999998</c:v>
                </c:pt>
                <c:pt idx="645">
                  <c:v>4.09687</c:v>
                </c:pt>
                <c:pt idx="646">
                  <c:v>4.0971799999999998</c:v>
                </c:pt>
                <c:pt idx="647">
                  <c:v>4.0974899999999996</c:v>
                </c:pt>
                <c:pt idx="648">
                  <c:v>4.0977899999999998</c:v>
                </c:pt>
                <c:pt idx="649">
                  <c:v>4.0980999999999996</c:v>
                </c:pt>
                <c:pt idx="650">
                  <c:v>4.0983999999999998</c:v>
                </c:pt>
                <c:pt idx="651">
                  <c:v>4.0987099999999996</c:v>
                </c:pt>
                <c:pt idx="652">
                  <c:v>4.0990099999999998</c:v>
                </c:pt>
                <c:pt idx="653">
                  <c:v>4.0993199999999996</c:v>
                </c:pt>
                <c:pt idx="654">
                  <c:v>4.0996199999999998</c:v>
                </c:pt>
                <c:pt idx="655">
                  <c:v>4.0999299999999996</c:v>
                </c:pt>
                <c:pt idx="656">
                  <c:v>4.1002299999999998</c:v>
                </c:pt>
                <c:pt idx="657">
                  <c:v>4.1005399999999996</c:v>
                </c:pt>
                <c:pt idx="658">
                  <c:v>4.1008399999999998</c:v>
                </c:pt>
                <c:pt idx="659">
                  <c:v>4.1011499999999996</c:v>
                </c:pt>
                <c:pt idx="660">
                  <c:v>4.1014600000000003</c:v>
                </c:pt>
                <c:pt idx="661">
                  <c:v>4.1017599999999996</c:v>
                </c:pt>
                <c:pt idx="662">
                  <c:v>4.1020700000000003</c:v>
                </c:pt>
                <c:pt idx="663">
                  <c:v>4.1023699999999996</c:v>
                </c:pt>
                <c:pt idx="664">
                  <c:v>4.1026800000000003</c:v>
                </c:pt>
                <c:pt idx="665">
                  <c:v>4.1029799999999996</c:v>
                </c:pt>
                <c:pt idx="666">
                  <c:v>4.1032900000000003</c:v>
                </c:pt>
                <c:pt idx="667">
                  <c:v>4.1035899999999996</c:v>
                </c:pt>
                <c:pt idx="668">
                  <c:v>4.1039000000000003</c:v>
                </c:pt>
                <c:pt idx="669">
                  <c:v>4.1041999999999996</c:v>
                </c:pt>
                <c:pt idx="670">
                  <c:v>4.1045100000000003</c:v>
                </c:pt>
                <c:pt idx="671">
                  <c:v>4.1048099999999996</c:v>
                </c:pt>
                <c:pt idx="672">
                  <c:v>4.1051200000000003</c:v>
                </c:pt>
                <c:pt idx="673">
                  <c:v>4.1054300000000001</c:v>
                </c:pt>
                <c:pt idx="674">
                  <c:v>4.1057300000000003</c:v>
                </c:pt>
                <c:pt idx="675">
                  <c:v>4.1060400000000001</c:v>
                </c:pt>
                <c:pt idx="676">
                  <c:v>4.1063400000000003</c:v>
                </c:pt>
                <c:pt idx="677">
                  <c:v>4.1066500000000001</c:v>
                </c:pt>
                <c:pt idx="678">
                  <c:v>4.1069500000000003</c:v>
                </c:pt>
                <c:pt idx="679">
                  <c:v>4.1072600000000001</c:v>
                </c:pt>
                <c:pt idx="680">
                  <c:v>4.1075600000000003</c:v>
                </c:pt>
                <c:pt idx="681">
                  <c:v>4.1078700000000001</c:v>
                </c:pt>
                <c:pt idx="682">
                  <c:v>4.1081700000000003</c:v>
                </c:pt>
                <c:pt idx="683">
                  <c:v>4.1084800000000001</c:v>
                </c:pt>
                <c:pt idx="684">
                  <c:v>4.1087899999999999</c:v>
                </c:pt>
                <c:pt idx="685">
                  <c:v>4.1090900000000001</c:v>
                </c:pt>
                <c:pt idx="686">
                  <c:v>4.1093999999999999</c:v>
                </c:pt>
                <c:pt idx="687">
                  <c:v>4.1097000000000001</c:v>
                </c:pt>
                <c:pt idx="688">
                  <c:v>4.1100099999999999</c:v>
                </c:pt>
                <c:pt idx="689">
                  <c:v>4.1103100000000001</c:v>
                </c:pt>
                <c:pt idx="690">
                  <c:v>4.1106199999999999</c:v>
                </c:pt>
                <c:pt idx="691">
                  <c:v>4.1109200000000001</c:v>
                </c:pt>
                <c:pt idx="692">
                  <c:v>4.1112299999999999</c:v>
                </c:pt>
                <c:pt idx="693">
                  <c:v>4.1115300000000001</c:v>
                </c:pt>
                <c:pt idx="694">
                  <c:v>4.1118399999999999</c:v>
                </c:pt>
                <c:pt idx="695">
                  <c:v>4.1121400000000001</c:v>
                </c:pt>
                <c:pt idx="696">
                  <c:v>4.1124499999999999</c:v>
                </c:pt>
                <c:pt idx="697">
                  <c:v>4.1127599999999997</c:v>
                </c:pt>
                <c:pt idx="698">
                  <c:v>4.1130599999999999</c:v>
                </c:pt>
                <c:pt idx="699">
                  <c:v>4.1133699999999997</c:v>
                </c:pt>
                <c:pt idx="700">
                  <c:v>4.1136699999999999</c:v>
                </c:pt>
                <c:pt idx="701">
                  <c:v>4.1139799999999997</c:v>
                </c:pt>
                <c:pt idx="702">
                  <c:v>4.1142799999999999</c:v>
                </c:pt>
                <c:pt idx="703">
                  <c:v>4.1145899999999997</c:v>
                </c:pt>
                <c:pt idx="704">
                  <c:v>4.1148899999999999</c:v>
                </c:pt>
                <c:pt idx="705">
                  <c:v>4.1151999999999997</c:v>
                </c:pt>
                <c:pt idx="706">
                  <c:v>4.1154999999999999</c:v>
                </c:pt>
                <c:pt idx="707">
                  <c:v>4.1158099999999997</c:v>
                </c:pt>
                <c:pt idx="708">
                  <c:v>4.1161099999999999</c:v>
                </c:pt>
                <c:pt idx="709">
                  <c:v>4.1164199999999997</c:v>
                </c:pt>
                <c:pt idx="710">
                  <c:v>4.1167299999999996</c:v>
                </c:pt>
                <c:pt idx="711">
                  <c:v>4.1170299999999997</c:v>
                </c:pt>
                <c:pt idx="712">
                  <c:v>4.1173400000000004</c:v>
                </c:pt>
                <c:pt idx="713">
                  <c:v>4.1176399999999997</c:v>
                </c:pt>
                <c:pt idx="714">
                  <c:v>4.1179500000000004</c:v>
                </c:pt>
                <c:pt idx="715">
                  <c:v>4.1182499999999997</c:v>
                </c:pt>
                <c:pt idx="716">
                  <c:v>4.1185600000000004</c:v>
                </c:pt>
                <c:pt idx="717">
                  <c:v>4.1188599999999997</c:v>
                </c:pt>
                <c:pt idx="718">
                  <c:v>4.1191700000000004</c:v>
                </c:pt>
                <c:pt idx="719">
                  <c:v>4.1194699999999997</c:v>
                </c:pt>
                <c:pt idx="720">
                  <c:v>4.1197800000000004</c:v>
                </c:pt>
                <c:pt idx="721">
                  <c:v>4.1200799999999997</c:v>
                </c:pt>
                <c:pt idx="722">
                  <c:v>4.1203900000000004</c:v>
                </c:pt>
                <c:pt idx="723">
                  <c:v>4.1207000000000003</c:v>
                </c:pt>
                <c:pt idx="724">
                  <c:v>4.1210000000000004</c:v>
                </c:pt>
                <c:pt idx="725">
                  <c:v>4.1213100000000003</c:v>
                </c:pt>
                <c:pt idx="726">
                  <c:v>4.1216100000000004</c:v>
                </c:pt>
                <c:pt idx="727">
                  <c:v>4.1219200000000003</c:v>
                </c:pt>
                <c:pt idx="728">
                  <c:v>4.1222200000000004</c:v>
                </c:pt>
                <c:pt idx="729">
                  <c:v>4.1225300000000002</c:v>
                </c:pt>
                <c:pt idx="730">
                  <c:v>4.1228300000000004</c:v>
                </c:pt>
                <c:pt idx="731">
                  <c:v>4.1231400000000002</c:v>
                </c:pt>
                <c:pt idx="732">
                  <c:v>4.1234400000000004</c:v>
                </c:pt>
                <c:pt idx="733">
                  <c:v>4.1237500000000002</c:v>
                </c:pt>
                <c:pt idx="734">
                  <c:v>4.1240500000000004</c:v>
                </c:pt>
                <c:pt idx="735">
                  <c:v>4.1243600000000002</c:v>
                </c:pt>
                <c:pt idx="736">
                  <c:v>4.1246700000000001</c:v>
                </c:pt>
                <c:pt idx="737">
                  <c:v>4.1249700000000002</c:v>
                </c:pt>
                <c:pt idx="738">
                  <c:v>4.1252800000000001</c:v>
                </c:pt>
                <c:pt idx="739">
                  <c:v>4.1255800000000002</c:v>
                </c:pt>
                <c:pt idx="740">
                  <c:v>4.1258900000000001</c:v>
                </c:pt>
                <c:pt idx="741">
                  <c:v>4.1261900000000002</c:v>
                </c:pt>
                <c:pt idx="742">
                  <c:v>4.1265000000000001</c:v>
                </c:pt>
                <c:pt idx="743">
                  <c:v>4.1268000000000002</c:v>
                </c:pt>
                <c:pt idx="744">
                  <c:v>4.1271100000000001</c:v>
                </c:pt>
                <c:pt idx="745">
                  <c:v>4.1274100000000002</c:v>
                </c:pt>
                <c:pt idx="746">
                  <c:v>4.1277200000000001</c:v>
                </c:pt>
                <c:pt idx="747">
                  <c:v>4.1280299999999999</c:v>
                </c:pt>
                <c:pt idx="748">
                  <c:v>4.1283300000000001</c:v>
                </c:pt>
                <c:pt idx="749">
                  <c:v>4.1286399999999999</c:v>
                </c:pt>
                <c:pt idx="750">
                  <c:v>4.1289400000000001</c:v>
                </c:pt>
                <c:pt idx="751">
                  <c:v>4.1292499999999999</c:v>
                </c:pt>
                <c:pt idx="752">
                  <c:v>4.1295500000000001</c:v>
                </c:pt>
                <c:pt idx="753">
                  <c:v>4.1298599999999999</c:v>
                </c:pt>
                <c:pt idx="754">
                  <c:v>4.1301600000000001</c:v>
                </c:pt>
                <c:pt idx="755">
                  <c:v>4.1304699999999999</c:v>
                </c:pt>
                <c:pt idx="756">
                  <c:v>4.1307700000000001</c:v>
                </c:pt>
                <c:pt idx="757">
                  <c:v>4.1310799999999999</c:v>
                </c:pt>
                <c:pt idx="758">
                  <c:v>4.1313800000000001</c:v>
                </c:pt>
                <c:pt idx="759">
                  <c:v>4.1316899999999999</c:v>
                </c:pt>
                <c:pt idx="760">
                  <c:v>4.1319999999999997</c:v>
                </c:pt>
                <c:pt idx="761">
                  <c:v>4.1322999999999999</c:v>
                </c:pt>
                <c:pt idx="762">
                  <c:v>4.1326099999999997</c:v>
                </c:pt>
                <c:pt idx="763">
                  <c:v>4.1329099999999999</c:v>
                </c:pt>
                <c:pt idx="764">
                  <c:v>4.1332199999999997</c:v>
                </c:pt>
                <c:pt idx="765">
                  <c:v>4.1335199999999999</c:v>
                </c:pt>
                <c:pt idx="766">
                  <c:v>4.1338299999999997</c:v>
                </c:pt>
                <c:pt idx="767">
                  <c:v>4.1341299999999999</c:v>
                </c:pt>
                <c:pt idx="768">
                  <c:v>4.1344399999999997</c:v>
                </c:pt>
                <c:pt idx="769">
                  <c:v>4.1347399999999999</c:v>
                </c:pt>
                <c:pt idx="770">
                  <c:v>4.1350499999999997</c:v>
                </c:pt>
                <c:pt idx="771">
                  <c:v>4.1353499999999999</c:v>
                </c:pt>
                <c:pt idx="772">
                  <c:v>4.1356599999999997</c:v>
                </c:pt>
                <c:pt idx="773">
                  <c:v>4.1359700000000004</c:v>
                </c:pt>
                <c:pt idx="774">
                  <c:v>4.1362699999999997</c:v>
                </c:pt>
                <c:pt idx="775">
                  <c:v>4.1365800000000004</c:v>
                </c:pt>
                <c:pt idx="776">
                  <c:v>4.1368799999999997</c:v>
                </c:pt>
                <c:pt idx="777">
                  <c:v>4.1371900000000004</c:v>
                </c:pt>
                <c:pt idx="778">
                  <c:v>4.1374899999999997</c:v>
                </c:pt>
                <c:pt idx="779">
                  <c:v>4.1378000000000004</c:v>
                </c:pt>
                <c:pt idx="780">
                  <c:v>4.1380999999999997</c:v>
                </c:pt>
                <c:pt idx="781">
                  <c:v>4.1384100000000004</c:v>
                </c:pt>
                <c:pt idx="782">
                  <c:v>4.1387099999999997</c:v>
                </c:pt>
                <c:pt idx="783">
                  <c:v>4.1390200000000004</c:v>
                </c:pt>
                <c:pt idx="784">
                  <c:v>4.1393199999999997</c:v>
                </c:pt>
                <c:pt idx="785">
                  <c:v>4.1396300000000004</c:v>
                </c:pt>
                <c:pt idx="786">
                  <c:v>4.1399400000000002</c:v>
                </c:pt>
                <c:pt idx="787">
                  <c:v>4.1402400000000004</c:v>
                </c:pt>
                <c:pt idx="788">
                  <c:v>4.1405500000000002</c:v>
                </c:pt>
                <c:pt idx="789">
                  <c:v>4.1408500000000004</c:v>
                </c:pt>
                <c:pt idx="790">
                  <c:v>4.1411600000000002</c:v>
                </c:pt>
                <c:pt idx="791">
                  <c:v>4.1414600000000004</c:v>
                </c:pt>
                <c:pt idx="792">
                  <c:v>4.1417700000000002</c:v>
                </c:pt>
                <c:pt idx="793">
                  <c:v>4.1420700000000004</c:v>
                </c:pt>
                <c:pt idx="794">
                  <c:v>4.1423800000000002</c:v>
                </c:pt>
                <c:pt idx="795">
                  <c:v>4.1426800000000004</c:v>
                </c:pt>
                <c:pt idx="796">
                  <c:v>4.1429900000000002</c:v>
                </c:pt>
                <c:pt idx="797">
                  <c:v>4.1432900000000004</c:v>
                </c:pt>
                <c:pt idx="798">
                  <c:v>4.1436000000000002</c:v>
                </c:pt>
                <c:pt idx="799">
                  <c:v>4.14391</c:v>
                </c:pt>
                <c:pt idx="800">
                  <c:v>4.1442100000000002</c:v>
                </c:pt>
                <c:pt idx="801">
                  <c:v>4.14452</c:v>
                </c:pt>
                <c:pt idx="802">
                  <c:v>4.1448200000000002</c:v>
                </c:pt>
                <c:pt idx="803">
                  <c:v>4.14513</c:v>
                </c:pt>
                <c:pt idx="804">
                  <c:v>4.1454300000000002</c:v>
                </c:pt>
                <c:pt idx="805">
                  <c:v>4.14574</c:v>
                </c:pt>
                <c:pt idx="806">
                  <c:v>4.1460400000000002</c:v>
                </c:pt>
                <c:pt idx="807">
                  <c:v>4.14635</c:v>
                </c:pt>
                <c:pt idx="808">
                  <c:v>4.1466500000000002</c:v>
                </c:pt>
                <c:pt idx="809">
                  <c:v>4.14696</c:v>
                </c:pt>
                <c:pt idx="810">
                  <c:v>4.1472699999999998</c:v>
                </c:pt>
                <c:pt idx="811">
                  <c:v>4.14757</c:v>
                </c:pt>
                <c:pt idx="812">
                  <c:v>4.1478799999999998</c:v>
                </c:pt>
                <c:pt idx="813">
                  <c:v>4.14818</c:v>
                </c:pt>
                <c:pt idx="814">
                  <c:v>4.1484899999999998</c:v>
                </c:pt>
                <c:pt idx="815">
                  <c:v>4.14879</c:v>
                </c:pt>
                <c:pt idx="816">
                  <c:v>4.1490999999999998</c:v>
                </c:pt>
                <c:pt idx="817">
                  <c:v>4.1494</c:v>
                </c:pt>
                <c:pt idx="818">
                  <c:v>4.1497099999999998</c:v>
                </c:pt>
                <c:pt idx="819">
                  <c:v>4.15001</c:v>
                </c:pt>
                <c:pt idx="820">
                  <c:v>4.1503199999999998</c:v>
                </c:pt>
                <c:pt idx="821">
                  <c:v>4.15062</c:v>
                </c:pt>
                <c:pt idx="822">
                  <c:v>4.1509299999999998</c:v>
                </c:pt>
                <c:pt idx="823">
                  <c:v>4.1512399999999996</c:v>
                </c:pt>
                <c:pt idx="824">
                  <c:v>4.1515399999999998</c:v>
                </c:pt>
                <c:pt idx="825">
                  <c:v>4.1518499999999996</c:v>
                </c:pt>
                <c:pt idx="826">
                  <c:v>4.1521499999999998</c:v>
                </c:pt>
                <c:pt idx="827">
                  <c:v>4.1524599999999996</c:v>
                </c:pt>
                <c:pt idx="828">
                  <c:v>4.1527599999999998</c:v>
                </c:pt>
                <c:pt idx="829">
                  <c:v>4.1530699999999996</c:v>
                </c:pt>
                <c:pt idx="830">
                  <c:v>4.1533699999999998</c:v>
                </c:pt>
                <c:pt idx="831">
                  <c:v>4.1536799999999996</c:v>
                </c:pt>
                <c:pt idx="832">
                  <c:v>4.1539799999999998</c:v>
                </c:pt>
                <c:pt idx="833">
                  <c:v>4.1542899999999996</c:v>
                </c:pt>
                <c:pt idx="834">
                  <c:v>4.1545899999999998</c:v>
                </c:pt>
                <c:pt idx="835">
                  <c:v>4.1548999999999996</c:v>
                </c:pt>
                <c:pt idx="836">
                  <c:v>4.1552100000000003</c:v>
                </c:pt>
                <c:pt idx="837">
                  <c:v>4.1555099999999996</c:v>
                </c:pt>
                <c:pt idx="838">
                  <c:v>4.1558200000000003</c:v>
                </c:pt>
                <c:pt idx="839">
                  <c:v>4.1561199999999996</c:v>
                </c:pt>
                <c:pt idx="840">
                  <c:v>4.1564300000000003</c:v>
                </c:pt>
                <c:pt idx="841">
                  <c:v>4.1567299999999996</c:v>
                </c:pt>
                <c:pt idx="842">
                  <c:v>4.1570400000000003</c:v>
                </c:pt>
                <c:pt idx="843">
                  <c:v>4.1573399999999996</c:v>
                </c:pt>
                <c:pt idx="844">
                  <c:v>4.1576500000000003</c:v>
                </c:pt>
                <c:pt idx="845">
                  <c:v>4.1579499999999996</c:v>
                </c:pt>
                <c:pt idx="846">
                  <c:v>4.1582600000000003</c:v>
                </c:pt>
                <c:pt idx="847">
                  <c:v>4.1585599999999996</c:v>
                </c:pt>
                <c:pt idx="848">
                  <c:v>4.1588700000000003</c:v>
                </c:pt>
                <c:pt idx="849">
                  <c:v>4.1591800000000001</c:v>
                </c:pt>
                <c:pt idx="850">
                  <c:v>4.1594800000000003</c:v>
                </c:pt>
                <c:pt idx="851">
                  <c:v>4.1597900000000001</c:v>
                </c:pt>
                <c:pt idx="852">
                  <c:v>4.1600900000000003</c:v>
                </c:pt>
                <c:pt idx="853">
                  <c:v>4.1604000000000001</c:v>
                </c:pt>
                <c:pt idx="854">
                  <c:v>4.1607000000000003</c:v>
                </c:pt>
                <c:pt idx="855">
                  <c:v>4.1610100000000001</c:v>
                </c:pt>
                <c:pt idx="856">
                  <c:v>4.1613100000000003</c:v>
                </c:pt>
                <c:pt idx="857">
                  <c:v>4.1616200000000001</c:v>
                </c:pt>
                <c:pt idx="858">
                  <c:v>4.1619200000000003</c:v>
                </c:pt>
                <c:pt idx="859">
                  <c:v>4.1622300000000001</c:v>
                </c:pt>
                <c:pt idx="860">
                  <c:v>4.1625300000000003</c:v>
                </c:pt>
                <c:pt idx="861">
                  <c:v>4.1628400000000001</c:v>
                </c:pt>
                <c:pt idx="862">
                  <c:v>4.1631499999999999</c:v>
                </c:pt>
                <c:pt idx="863">
                  <c:v>4.1634500000000001</c:v>
                </c:pt>
                <c:pt idx="864">
                  <c:v>4.1637599999999999</c:v>
                </c:pt>
                <c:pt idx="865">
                  <c:v>4.1640600000000001</c:v>
                </c:pt>
                <c:pt idx="866">
                  <c:v>4.1643699999999999</c:v>
                </c:pt>
                <c:pt idx="867">
                  <c:v>4.1646700000000001</c:v>
                </c:pt>
                <c:pt idx="868">
                  <c:v>4.1649799999999999</c:v>
                </c:pt>
                <c:pt idx="869">
                  <c:v>4.1652800000000001</c:v>
                </c:pt>
                <c:pt idx="870">
                  <c:v>4.1655899999999999</c:v>
                </c:pt>
                <c:pt idx="871">
                  <c:v>4.1658900000000001</c:v>
                </c:pt>
                <c:pt idx="872">
                  <c:v>4.1661999999999999</c:v>
                </c:pt>
                <c:pt idx="873">
                  <c:v>4.1665099999999997</c:v>
                </c:pt>
                <c:pt idx="874">
                  <c:v>4.1668099999999999</c:v>
                </c:pt>
                <c:pt idx="875">
                  <c:v>4.1671199999999997</c:v>
                </c:pt>
                <c:pt idx="876">
                  <c:v>4.1674199999999999</c:v>
                </c:pt>
                <c:pt idx="877">
                  <c:v>4.1677299999999997</c:v>
                </c:pt>
                <c:pt idx="878">
                  <c:v>4.1680299999999999</c:v>
                </c:pt>
                <c:pt idx="879">
                  <c:v>4.1683399999999997</c:v>
                </c:pt>
                <c:pt idx="880">
                  <c:v>4.1686399999999999</c:v>
                </c:pt>
                <c:pt idx="881">
                  <c:v>4.1689499999999997</c:v>
                </c:pt>
                <c:pt idx="882">
                  <c:v>4.1692499999999999</c:v>
                </c:pt>
                <c:pt idx="883">
                  <c:v>4.1695599999999997</c:v>
                </c:pt>
                <c:pt idx="884">
                  <c:v>4.1698599999999999</c:v>
                </c:pt>
                <c:pt idx="885">
                  <c:v>4.1701699999999997</c:v>
                </c:pt>
                <c:pt idx="886">
                  <c:v>4.1704800000000004</c:v>
                </c:pt>
                <c:pt idx="887">
                  <c:v>4.1707799999999997</c:v>
                </c:pt>
                <c:pt idx="888">
                  <c:v>4.1710900000000004</c:v>
                </c:pt>
                <c:pt idx="889">
                  <c:v>4.1713899999999997</c:v>
                </c:pt>
                <c:pt idx="890">
                  <c:v>4.1717000000000004</c:v>
                </c:pt>
                <c:pt idx="891">
                  <c:v>4.1719999999999997</c:v>
                </c:pt>
                <c:pt idx="892">
                  <c:v>4.1723100000000004</c:v>
                </c:pt>
                <c:pt idx="893">
                  <c:v>4.1726099999999997</c:v>
                </c:pt>
                <c:pt idx="894">
                  <c:v>4.1729200000000004</c:v>
                </c:pt>
                <c:pt idx="895">
                  <c:v>4.1732199999999997</c:v>
                </c:pt>
                <c:pt idx="896">
                  <c:v>4.1735300000000004</c:v>
                </c:pt>
                <c:pt idx="897">
                  <c:v>4.1738299999999997</c:v>
                </c:pt>
                <c:pt idx="898">
                  <c:v>4.1741400000000004</c:v>
                </c:pt>
                <c:pt idx="899">
                  <c:v>4.1744500000000002</c:v>
                </c:pt>
                <c:pt idx="900">
                  <c:v>4.1747500000000004</c:v>
                </c:pt>
                <c:pt idx="901">
                  <c:v>4.1750600000000002</c:v>
                </c:pt>
                <c:pt idx="902">
                  <c:v>4.1753600000000004</c:v>
                </c:pt>
                <c:pt idx="903">
                  <c:v>4.1756700000000002</c:v>
                </c:pt>
                <c:pt idx="904">
                  <c:v>4.1759700000000004</c:v>
                </c:pt>
                <c:pt idx="905">
                  <c:v>4.1762800000000002</c:v>
                </c:pt>
                <c:pt idx="906">
                  <c:v>4.1765800000000004</c:v>
                </c:pt>
                <c:pt idx="907">
                  <c:v>4.1768900000000002</c:v>
                </c:pt>
                <c:pt idx="908">
                  <c:v>4.1771900000000004</c:v>
                </c:pt>
                <c:pt idx="909">
                  <c:v>4.1775000000000002</c:v>
                </c:pt>
                <c:pt idx="910">
                  <c:v>4.1778000000000004</c:v>
                </c:pt>
                <c:pt idx="911">
                  <c:v>4.1781100000000002</c:v>
                </c:pt>
                <c:pt idx="912">
                  <c:v>4.17842</c:v>
                </c:pt>
                <c:pt idx="913">
                  <c:v>4.1787200000000002</c:v>
                </c:pt>
                <c:pt idx="914">
                  <c:v>4.17903</c:v>
                </c:pt>
                <c:pt idx="915">
                  <c:v>4.1793300000000002</c:v>
                </c:pt>
                <c:pt idx="916">
                  <c:v>4.17964</c:v>
                </c:pt>
                <c:pt idx="917">
                  <c:v>4.1799400000000002</c:v>
                </c:pt>
                <c:pt idx="918">
                  <c:v>4.18025</c:v>
                </c:pt>
                <c:pt idx="919">
                  <c:v>4.1805500000000002</c:v>
                </c:pt>
                <c:pt idx="920">
                  <c:v>4.18086</c:v>
                </c:pt>
                <c:pt idx="921">
                  <c:v>4.1811600000000002</c:v>
                </c:pt>
                <c:pt idx="922">
                  <c:v>4.18147</c:v>
                </c:pt>
                <c:pt idx="923">
                  <c:v>4.1817799999999998</c:v>
                </c:pt>
                <c:pt idx="924">
                  <c:v>4.18208</c:v>
                </c:pt>
                <c:pt idx="925">
                  <c:v>4.1823899999999998</c:v>
                </c:pt>
                <c:pt idx="926">
                  <c:v>4.18269</c:v>
                </c:pt>
                <c:pt idx="927">
                  <c:v>4.1829999999999998</c:v>
                </c:pt>
                <c:pt idx="928">
                  <c:v>4.1833</c:v>
                </c:pt>
                <c:pt idx="929">
                  <c:v>4.1836099999999998</c:v>
                </c:pt>
                <c:pt idx="930">
                  <c:v>4.18391</c:v>
                </c:pt>
                <c:pt idx="931">
                  <c:v>4.1842199999999998</c:v>
                </c:pt>
                <c:pt idx="932">
                  <c:v>4.18452</c:v>
                </c:pt>
                <c:pt idx="933">
                  <c:v>4.1848299999999998</c:v>
                </c:pt>
                <c:pt idx="934">
                  <c:v>4.18513</c:v>
                </c:pt>
                <c:pt idx="935">
                  <c:v>4.1854399999999998</c:v>
                </c:pt>
                <c:pt idx="936">
                  <c:v>4.1857499999999996</c:v>
                </c:pt>
                <c:pt idx="937">
                  <c:v>4.1860499999999998</c:v>
                </c:pt>
                <c:pt idx="938">
                  <c:v>4.1863599999999996</c:v>
                </c:pt>
                <c:pt idx="939">
                  <c:v>4.1866599999999998</c:v>
                </c:pt>
                <c:pt idx="940">
                  <c:v>4.1869699999999996</c:v>
                </c:pt>
                <c:pt idx="941">
                  <c:v>4.1872699999999998</c:v>
                </c:pt>
                <c:pt idx="942">
                  <c:v>4.1875799999999996</c:v>
                </c:pt>
                <c:pt idx="943">
                  <c:v>4.1878799999999998</c:v>
                </c:pt>
                <c:pt idx="944">
                  <c:v>4.1881899999999996</c:v>
                </c:pt>
                <c:pt idx="945">
                  <c:v>4.1884899999999998</c:v>
                </c:pt>
                <c:pt idx="946">
                  <c:v>4.1887999999999996</c:v>
                </c:pt>
                <c:pt idx="947">
                  <c:v>4.1890999999999998</c:v>
                </c:pt>
                <c:pt idx="948">
                  <c:v>4.1894099999999996</c:v>
                </c:pt>
                <c:pt idx="949">
                  <c:v>4.1897200000000003</c:v>
                </c:pt>
                <c:pt idx="950">
                  <c:v>4.1900199999999996</c:v>
                </c:pt>
                <c:pt idx="951">
                  <c:v>4.1903300000000003</c:v>
                </c:pt>
                <c:pt idx="952">
                  <c:v>4.1906299999999996</c:v>
                </c:pt>
                <c:pt idx="953">
                  <c:v>4.1909400000000003</c:v>
                </c:pt>
                <c:pt idx="954">
                  <c:v>4.1912399999999996</c:v>
                </c:pt>
                <c:pt idx="955">
                  <c:v>4.1915500000000003</c:v>
                </c:pt>
                <c:pt idx="956">
                  <c:v>4.1918499999999996</c:v>
                </c:pt>
                <c:pt idx="957">
                  <c:v>4.1921600000000003</c:v>
                </c:pt>
                <c:pt idx="958">
                  <c:v>4.1924599999999996</c:v>
                </c:pt>
                <c:pt idx="959">
                  <c:v>4.1927700000000003</c:v>
                </c:pt>
                <c:pt idx="960">
                  <c:v>4.1930699999999996</c:v>
                </c:pt>
                <c:pt idx="961">
                  <c:v>4.1933800000000003</c:v>
                </c:pt>
                <c:pt idx="962">
                  <c:v>4.1936900000000001</c:v>
                </c:pt>
                <c:pt idx="963">
                  <c:v>4.1939900000000003</c:v>
                </c:pt>
                <c:pt idx="964">
                  <c:v>4.1943000000000001</c:v>
                </c:pt>
                <c:pt idx="965">
                  <c:v>4.1946000000000003</c:v>
                </c:pt>
                <c:pt idx="966">
                  <c:v>4.1949100000000001</c:v>
                </c:pt>
                <c:pt idx="967">
                  <c:v>4.1952100000000003</c:v>
                </c:pt>
                <c:pt idx="968">
                  <c:v>4.1955200000000001</c:v>
                </c:pt>
                <c:pt idx="969">
                  <c:v>4.1958200000000003</c:v>
                </c:pt>
                <c:pt idx="970">
                  <c:v>4.1961300000000001</c:v>
                </c:pt>
                <c:pt idx="971">
                  <c:v>4.1964300000000003</c:v>
                </c:pt>
                <c:pt idx="972">
                  <c:v>4.1967400000000001</c:v>
                </c:pt>
                <c:pt idx="973">
                  <c:v>4.1970400000000003</c:v>
                </c:pt>
                <c:pt idx="974">
                  <c:v>4.1973500000000001</c:v>
                </c:pt>
                <c:pt idx="975">
                  <c:v>4.1976599999999999</c:v>
                </c:pt>
                <c:pt idx="976">
                  <c:v>4.1979600000000001</c:v>
                </c:pt>
                <c:pt idx="977">
                  <c:v>4.1982699999999999</c:v>
                </c:pt>
                <c:pt idx="978">
                  <c:v>4.1985700000000001</c:v>
                </c:pt>
                <c:pt idx="979">
                  <c:v>4.1988799999999999</c:v>
                </c:pt>
                <c:pt idx="980">
                  <c:v>4.1991800000000001</c:v>
                </c:pt>
                <c:pt idx="981">
                  <c:v>4.1994899999999999</c:v>
                </c:pt>
                <c:pt idx="982">
                  <c:v>4.1997900000000001</c:v>
                </c:pt>
                <c:pt idx="983">
                  <c:v>4.2000999999999999</c:v>
                </c:pt>
                <c:pt idx="984">
                  <c:v>4.2004000000000001</c:v>
                </c:pt>
                <c:pt idx="985">
                  <c:v>4.2007099999999999</c:v>
                </c:pt>
                <c:pt idx="986">
                  <c:v>4.2010199999999998</c:v>
                </c:pt>
                <c:pt idx="987">
                  <c:v>4.2013199999999999</c:v>
                </c:pt>
                <c:pt idx="988">
                  <c:v>4.2016299999999998</c:v>
                </c:pt>
                <c:pt idx="989">
                  <c:v>4.2019299999999999</c:v>
                </c:pt>
                <c:pt idx="990">
                  <c:v>4.2022399999999998</c:v>
                </c:pt>
                <c:pt idx="991">
                  <c:v>4.2025399999999999</c:v>
                </c:pt>
                <c:pt idx="992">
                  <c:v>4.2028499999999998</c:v>
                </c:pt>
                <c:pt idx="993">
                  <c:v>4.2031499999999999</c:v>
                </c:pt>
                <c:pt idx="994">
                  <c:v>4.2034599999999998</c:v>
                </c:pt>
                <c:pt idx="995">
                  <c:v>4.2037599999999999</c:v>
                </c:pt>
                <c:pt idx="996">
                  <c:v>4.2040699999999998</c:v>
                </c:pt>
                <c:pt idx="997">
                  <c:v>4.2043699999999999</c:v>
                </c:pt>
                <c:pt idx="998">
                  <c:v>4.2046799999999998</c:v>
                </c:pt>
                <c:pt idx="999">
                  <c:v>4.2049899999999996</c:v>
                </c:pt>
                <c:pt idx="1000">
                  <c:v>4.2052899999999998</c:v>
                </c:pt>
                <c:pt idx="1001">
                  <c:v>4.2055999999999996</c:v>
                </c:pt>
                <c:pt idx="1002">
                  <c:v>4.2058999999999997</c:v>
                </c:pt>
                <c:pt idx="1003">
                  <c:v>4.2062099999999996</c:v>
                </c:pt>
                <c:pt idx="1004">
                  <c:v>4.2065099999999997</c:v>
                </c:pt>
                <c:pt idx="1005">
                  <c:v>4.2068199999999996</c:v>
                </c:pt>
                <c:pt idx="1006">
                  <c:v>4.2071199999999997</c:v>
                </c:pt>
                <c:pt idx="1007">
                  <c:v>4.2074299999999996</c:v>
                </c:pt>
                <c:pt idx="1008">
                  <c:v>4.2077299999999997</c:v>
                </c:pt>
                <c:pt idx="1009">
                  <c:v>4.2080399999999996</c:v>
                </c:pt>
                <c:pt idx="1010">
                  <c:v>4.2083399999999997</c:v>
                </c:pt>
                <c:pt idx="1011">
                  <c:v>4.2086499999999996</c:v>
                </c:pt>
                <c:pt idx="1012">
                  <c:v>4.2089600000000003</c:v>
                </c:pt>
                <c:pt idx="1013">
                  <c:v>4.2092599999999996</c:v>
                </c:pt>
                <c:pt idx="1014">
                  <c:v>4.2095700000000003</c:v>
                </c:pt>
                <c:pt idx="1015">
                  <c:v>4.2098699999999996</c:v>
                </c:pt>
                <c:pt idx="1016">
                  <c:v>4.2101800000000003</c:v>
                </c:pt>
                <c:pt idx="1017">
                  <c:v>4.2104799999999996</c:v>
                </c:pt>
                <c:pt idx="1018">
                  <c:v>4.2107900000000003</c:v>
                </c:pt>
                <c:pt idx="1019">
                  <c:v>4.2110900000000004</c:v>
                </c:pt>
                <c:pt idx="1020">
                  <c:v>4.2114000000000003</c:v>
                </c:pt>
                <c:pt idx="1021">
                  <c:v>4.2117000000000004</c:v>
                </c:pt>
                <c:pt idx="1022">
                  <c:v>4.2120100000000003</c:v>
                </c:pt>
                <c:pt idx="1023">
                  <c:v>4.2123100000000004</c:v>
                </c:pt>
                <c:pt idx="1024">
                  <c:v>4.2126200000000003</c:v>
                </c:pt>
                <c:pt idx="1025">
                  <c:v>4.2129300000000001</c:v>
                </c:pt>
                <c:pt idx="1026">
                  <c:v>4.2132300000000003</c:v>
                </c:pt>
                <c:pt idx="1027">
                  <c:v>4.2135400000000001</c:v>
                </c:pt>
                <c:pt idx="1028">
                  <c:v>4.2138400000000003</c:v>
                </c:pt>
                <c:pt idx="1029">
                  <c:v>4.2141500000000001</c:v>
                </c:pt>
                <c:pt idx="1030">
                  <c:v>4.2144500000000003</c:v>
                </c:pt>
                <c:pt idx="1031">
                  <c:v>4.2147600000000001</c:v>
                </c:pt>
                <c:pt idx="1032">
                  <c:v>4.2150600000000003</c:v>
                </c:pt>
                <c:pt idx="1033">
                  <c:v>4.2153700000000001</c:v>
                </c:pt>
                <c:pt idx="1034">
                  <c:v>4.2156700000000003</c:v>
                </c:pt>
                <c:pt idx="1035">
                  <c:v>4.2159800000000001</c:v>
                </c:pt>
                <c:pt idx="1036">
                  <c:v>4.2162800000000002</c:v>
                </c:pt>
                <c:pt idx="1037">
                  <c:v>4.2165900000000001</c:v>
                </c:pt>
                <c:pt idx="1038">
                  <c:v>4.2168999999999999</c:v>
                </c:pt>
                <c:pt idx="1039">
                  <c:v>4.2172000000000001</c:v>
                </c:pt>
                <c:pt idx="1040">
                  <c:v>4.2175099999999999</c:v>
                </c:pt>
                <c:pt idx="1041">
                  <c:v>4.2178100000000001</c:v>
                </c:pt>
                <c:pt idx="1042">
                  <c:v>4.2181199999999999</c:v>
                </c:pt>
                <c:pt idx="1043">
                  <c:v>4.2184200000000001</c:v>
                </c:pt>
                <c:pt idx="1044">
                  <c:v>4.2187299999999999</c:v>
                </c:pt>
                <c:pt idx="1045">
                  <c:v>4.2190300000000001</c:v>
                </c:pt>
                <c:pt idx="1046">
                  <c:v>4.2193399999999999</c:v>
                </c:pt>
                <c:pt idx="1047">
                  <c:v>4.2196400000000001</c:v>
                </c:pt>
                <c:pt idx="1048">
                  <c:v>4.2199499999999999</c:v>
                </c:pt>
                <c:pt idx="1049">
                  <c:v>4.2202599999999997</c:v>
                </c:pt>
                <c:pt idx="1050">
                  <c:v>4.2205599999999999</c:v>
                </c:pt>
                <c:pt idx="1051">
                  <c:v>4.2208699999999997</c:v>
                </c:pt>
                <c:pt idx="1052">
                  <c:v>4.2211699999999999</c:v>
                </c:pt>
                <c:pt idx="1053">
                  <c:v>4.2214799999999997</c:v>
                </c:pt>
                <c:pt idx="1054">
                  <c:v>4.2217799999999999</c:v>
                </c:pt>
                <c:pt idx="1055">
                  <c:v>4.2220899999999997</c:v>
                </c:pt>
                <c:pt idx="1056">
                  <c:v>4.2223899999999999</c:v>
                </c:pt>
                <c:pt idx="1057">
                  <c:v>4.2226999999999997</c:v>
                </c:pt>
                <c:pt idx="1058">
                  <c:v>4.2229999999999999</c:v>
                </c:pt>
                <c:pt idx="1059">
                  <c:v>4.2233099999999997</c:v>
                </c:pt>
                <c:pt idx="1060">
                  <c:v>4.2236099999999999</c:v>
                </c:pt>
                <c:pt idx="1061">
                  <c:v>4.2239199999999997</c:v>
                </c:pt>
                <c:pt idx="1062">
                  <c:v>4.2242300000000004</c:v>
                </c:pt>
                <c:pt idx="1063">
                  <c:v>4.2245299999999997</c:v>
                </c:pt>
                <c:pt idx="1064">
                  <c:v>4.2248400000000004</c:v>
                </c:pt>
                <c:pt idx="1065">
                  <c:v>4.2251399999999997</c:v>
                </c:pt>
                <c:pt idx="1066">
                  <c:v>4.2254500000000004</c:v>
                </c:pt>
                <c:pt idx="1067">
                  <c:v>4.2257499999999997</c:v>
                </c:pt>
                <c:pt idx="1068">
                  <c:v>4.2260600000000004</c:v>
                </c:pt>
                <c:pt idx="1069">
                  <c:v>4.2263599999999997</c:v>
                </c:pt>
                <c:pt idx="1070">
                  <c:v>4.2266700000000004</c:v>
                </c:pt>
                <c:pt idx="1071">
                  <c:v>4.2269699999999997</c:v>
                </c:pt>
                <c:pt idx="1072">
                  <c:v>4.2272800000000004</c:v>
                </c:pt>
                <c:pt idx="1073">
                  <c:v>4.2275799999999997</c:v>
                </c:pt>
                <c:pt idx="1074">
                  <c:v>4.2278900000000004</c:v>
                </c:pt>
                <c:pt idx="1075">
                  <c:v>4.2282000000000002</c:v>
                </c:pt>
                <c:pt idx="1076">
                  <c:v>4.2285000000000004</c:v>
                </c:pt>
                <c:pt idx="1077">
                  <c:v>4.2288100000000002</c:v>
                </c:pt>
                <c:pt idx="1078">
                  <c:v>4.2291100000000004</c:v>
                </c:pt>
                <c:pt idx="1079">
                  <c:v>4.2294200000000002</c:v>
                </c:pt>
                <c:pt idx="1080">
                  <c:v>4.2297200000000004</c:v>
                </c:pt>
                <c:pt idx="1081">
                  <c:v>4.2300300000000002</c:v>
                </c:pt>
                <c:pt idx="1082">
                  <c:v>4.2303300000000004</c:v>
                </c:pt>
                <c:pt idx="1083">
                  <c:v>4.2306400000000002</c:v>
                </c:pt>
                <c:pt idx="1084">
                  <c:v>4.2309400000000004</c:v>
                </c:pt>
                <c:pt idx="1085">
                  <c:v>4.2312500000000002</c:v>
                </c:pt>
                <c:pt idx="1086">
                  <c:v>4.2315500000000004</c:v>
                </c:pt>
                <c:pt idx="1087">
                  <c:v>4.2318600000000002</c:v>
                </c:pt>
                <c:pt idx="1088">
                  <c:v>4.23217</c:v>
                </c:pt>
                <c:pt idx="1089">
                  <c:v>4.2324700000000002</c:v>
                </c:pt>
                <c:pt idx="1090">
                  <c:v>4.23278</c:v>
                </c:pt>
                <c:pt idx="1091">
                  <c:v>4.2330800000000002</c:v>
                </c:pt>
                <c:pt idx="1092">
                  <c:v>4.23339</c:v>
                </c:pt>
                <c:pt idx="1093">
                  <c:v>4.2336900000000002</c:v>
                </c:pt>
                <c:pt idx="1094">
                  <c:v>4.234</c:v>
                </c:pt>
                <c:pt idx="1095">
                  <c:v>4.2343000000000002</c:v>
                </c:pt>
                <c:pt idx="1096">
                  <c:v>4.23461</c:v>
                </c:pt>
                <c:pt idx="1097">
                  <c:v>4.2349100000000002</c:v>
                </c:pt>
                <c:pt idx="1098">
                  <c:v>4.23522</c:v>
                </c:pt>
                <c:pt idx="1099">
                  <c:v>4.2355299999999998</c:v>
                </c:pt>
                <c:pt idx="1100">
                  <c:v>4.23583</c:v>
                </c:pt>
                <c:pt idx="1101">
                  <c:v>4.2361399999999998</c:v>
                </c:pt>
                <c:pt idx="1102">
                  <c:v>4.23644</c:v>
                </c:pt>
                <c:pt idx="1103">
                  <c:v>4.2367499999999998</c:v>
                </c:pt>
                <c:pt idx="1104">
                  <c:v>4.23705</c:v>
                </c:pt>
                <c:pt idx="1105">
                  <c:v>4.2373599999999998</c:v>
                </c:pt>
                <c:pt idx="1106">
                  <c:v>4.23766</c:v>
                </c:pt>
                <c:pt idx="1107">
                  <c:v>4.2379699999999998</c:v>
                </c:pt>
                <c:pt idx="1108">
                  <c:v>4.23827</c:v>
                </c:pt>
                <c:pt idx="1109">
                  <c:v>4.2385799999999998</c:v>
                </c:pt>
                <c:pt idx="1110">
                  <c:v>4.23888</c:v>
                </c:pt>
                <c:pt idx="1111">
                  <c:v>4.2391899999999998</c:v>
                </c:pt>
                <c:pt idx="1112">
                  <c:v>4.2394999999999996</c:v>
                </c:pt>
                <c:pt idx="1113">
                  <c:v>4.2397999999999998</c:v>
                </c:pt>
                <c:pt idx="1114">
                  <c:v>4.2401099999999996</c:v>
                </c:pt>
                <c:pt idx="1115">
                  <c:v>4.2404099999999998</c:v>
                </c:pt>
                <c:pt idx="1116">
                  <c:v>4.2407199999999996</c:v>
                </c:pt>
                <c:pt idx="1117">
                  <c:v>4.2410199999999998</c:v>
                </c:pt>
                <c:pt idx="1118">
                  <c:v>4.2413299999999996</c:v>
                </c:pt>
                <c:pt idx="1119">
                  <c:v>4.2416299999999998</c:v>
                </c:pt>
                <c:pt idx="1120">
                  <c:v>4.2419399999999996</c:v>
                </c:pt>
                <c:pt idx="1121">
                  <c:v>4.2422399999999998</c:v>
                </c:pt>
                <c:pt idx="1122">
                  <c:v>4.2425499999999996</c:v>
                </c:pt>
                <c:pt idx="1123">
                  <c:v>4.2428499999999998</c:v>
                </c:pt>
                <c:pt idx="1124">
                  <c:v>4.2431599999999996</c:v>
                </c:pt>
                <c:pt idx="1125">
                  <c:v>4.2434700000000003</c:v>
                </c:pt>
                <c:pt idx="1126">
                  <c:v>4.2437699999999996</c:v>
                </c:pt>
                <c:pt idx="1127">
                  <c:v>4.2440800000000003</c:v>
                </c:pt>
                <c:pt idx="1128">
                  <c:v>4.2443799999999996</c:v>
                </c:pt>
                <c:pt idx="1129">
                  <c:v>4.2446900000000003</c:v>
                </c:pt>
                <c:pt idx="1130">
                  <c:v>4.2449899999999996</c:v>
                </c:pt>
                <c:pt idx="1131">
                  <c:v>4.2453000000000003</c:v>
                </c:pt>
                <c:pt idx="1132">
                  <c:v>4.2455999999999996</c:v>
                </c:pt>
                <c:pt idx="1133">
                  <c:v>4.2459100000000003</c:v>
                </c:pt>
                <c:pt idx="1134">
                  <c:v>4.2462099999999996</c:v>
                </c:pt>
                <c:pt idx="1135">
                  <c:v>4.2465200000000003</c:v>
                </c:pt>
                <c:pt idx="1136">
                  <c:v>4.2468199999999996</c:v>
                </c:pt>
                <c:pt idx="1137">
                  <c:v>4.2471300000000003</c:v>
                </c:pt>
                <c:pt idx="1138">
                  <c:v>4.2474400000000001</c:v>
                </c:pt>
                <c:pt idx="1139">
                  <c:v>4.2477400000000003</c:v>
                </c:pt>
                <c:pt idx="1140">
                  <c:v>4.2480500000000001</c:v>
                </c:pt>
                <c:pt idx="1141">
                  <c:v>4.2483500000000003</c:v>
                </c:pt>
                <c:pt idx="1142">
                  <c:v>4.2486600000000001</c:v>
                </c:pt>
                <c:pt idx="1143">
                  <c:v>4.2489600000000003</c:v>
                </c:pt>
                <c:pt idx="1144">
                  <c:v>4.2492700000000001</c:v>
                </c:pt>
                <c:pt idx="1145">
                  <c:v>4.2495700000000003</c:v>
                </c:pt>
                <c:pt idx="1146">
                  <c:v>4.2498800000000001</c:v>
                </c:pt>
                <c:pt idx="1147">
                  <c:v>4.2501800000000003</c:v>
                </c:pt>
              </c:numCache>
            </c:numRef>
          </c:xVal>
          <c:yVal>
            <c:numRef>
              <c:f>'For plotting'!$AB$2:$AB$1149</c:f>
              <c:numCache>
                <c:formatCode>General</c:formatCode>
                <c:ptCount val="1148"/>
                <c:pt idx="0">
                  <c:v>0.61909177379865721</c:v>
                </c:pt>
                <c:pt idx="1">
                  <c:v>0.62024133489161681</c:v>
                </c:pt>
                <c:pt idx="2">
                  <c:v>0.61991494843162176</c:v>
                </c:pt>
                <c:pt idx="3">
                  <c:v>0.61947642527490332</c:v>
                </c:pt>
                <c:pt idx="4">
                  <c:v>0.61958131083490442</c:v>
                </c:pt>
                <c:pt idx="5">
                  <c:v>0.61741876594183731</c:v>
                </c:pt>
                <c:pt idx="6">
                  <c:v>0.61704115233358636</c:v>
                </c:pt>
                <c:pt idx="7">
                  <c:v>0.61600232036375113</c:v>
                </c:pt>
                <c:pt idx="8">
                  <c:v>0.61605051909608177</c:v>
                </c:pt>
                <c:pt idx="9">
                  <c:v>0.61804615988329936</c:v>
                </c:pt>
                <c:pt idx="10">
                  <c:v>0.61738771401516768</c:v>
                </c:pt>
                <c:pt idx="11">
                  <c:v>0.61643163031145765</c:v>
                </c:pt>
                <c:pt idx="12">
                  <c:v>0.61650324595002681</c:v>
                </c:pt>
                <c:pt idx="13">
                  <c:v>0.6166898134325175</c:v>
                </c:pt>
                <c:pt idx="14">
                  <c:v>0.61951890840534707</c:v>
                </c:pt>
                <c:pt idx="15">
                  <c:v>0.62164506965356625</c:v>
                </c:pt>
                <c:pt idx="16">
                  <c:v>0.62217909454629206</c:v>
                </c:pt>
                <c:pt idx="17">
                  <c:v>0.62094716907091607</c:v>
                </c:pt>
                <c:pt idx="18">
                  <c:v>0.62082407036161846</c:v>
                </c:pt>
                <c:pt idx="19">
                  <c:v>0.62063089154858686</c:v>
                </c:pt>
                <c:pt idx="20">
                  <c:v>0.62228257253269403</c:v>
                </c:pt>
                <c:pt idx="21">
                  <c:v>0.62156343038482209</c:v>
                </c:pt>
                <c:pt idx="22">
                  <c:v>0.6184152853962106</c:v>
                </c:pt>
                <c:pt idx="23">
                  <c:v>0.61706968768927595</c:v>
                </c:pt>
                <c:pt idx="24">
                  <c:v>0.61724034532472294</c:v>
                </c:pt>
                <c:pt idx="25">
                  <c:v>0.61791453042491662</c:v>
                </c:pt>
                <c:pt idx="26">
                  <c:v>0.61798802282828458</c:v>
                </c:pt>
                <c:pt idx="27">
                  <c:v>0.61704729447292761</c:v>
                </c:pt>
                <c:pt idx="28">
                  <c:v>0.61734774745570409</c:v>
                </c:pt>
                <c:pt idx="29">
                  <c:v>0.61804679968948073</c:v>
                </c:pt>
                <c:pt idx="30">
                  <c:v>0.61908200609095487</c:v>
                </c:pt>
                <c:pt idx="31">
                  <c:v>0.61747054758878372</c:v>
                </c:pt>
                <c:pt idx="32">
                  <c:v>0.61529017343012893</c:v>
                </c:pt>
                <c:pt idx="33">
                  <c:v>0.61552395860880538</c:v>
                </c:pt>
                <c:pt idx="34">
                  <c:v>0.61799335454646265</c:v>
                </c:pt>
                <c:pt idx="35">
                  <c:v>0.62189971251375575</c:v>
                </c:pt>
                <c:pt idx="36">
                  <c:v>0.62266628562654081</c:v>
                </c:pt>
                <c:pt idx="37">
                  <c:v>0.62151292835023841</c:v>
                </c:pt>
                <c:pt idx="38">
                  <c:v>0.62009345435622698</c:v>
                </c:pt>
                <c:pt idx="39">
                  <c:v>0.61843853168746743</c:v>
                </c:pt>
                <c:pt idx="40">
                  <c:v>0.61642621328578862</c:v>
                </c:pt>
                <c:pt idx="41">
                  <c:v>0.61704729447292761</c:v>
                </c:pt>
                <c:pt idx="42">
                  <c:v>0.61648823183163715</c:v>
                </c:pt>
                <c:pt idx="43">
                  <c:v>0.61783233665748183</c:v>
                </c:pt>
                <c:pt idx="44">
                  <c:v>0.61911664093224028</c:v>
                </c:pt>
                <c:pt idx="45">
                  <c:v>0.61807874734480428</c:v>
                </c:pt>
                <c:pt idx="46">
                  <c:v>0.61830788326522945</c:v>
                </c:pt>
                <c:pt idx="47">
                  <c:v>0.61850481560785853</c:v>
                </c:pt>
                <c:pt idx="48">
                  <c:v>0.61893404024807419</c:v>
                </c:pt>
                <c:pt idx="49">
                  <c:v>0.61743885585593272</c:v>
                </c:pt>
                <c:pt idx="50">
                  <c:v>0.61672508807998427</c:v>
                </c:pt>
                <c:pt idx="51">
                  <c:v>0.61912679252365144</c:v>
                </c:pt>
                <c:pt idx="52">
                  <c:v>0.6209761309640599</c:v>
                </c:pt>
                <c:pt idx="53">
                  <c:v>0.62187075062061192</c:v>
                </c:pt>
                <c:pt idx="54">
                  <c:v>0.62345525195567419</c:v>
                </c:pt>
                <c:pt idx="55">
                  <c:v>0.6237792924596709</c:v>
                </c:pt>
                <c:pt idx="56">
                  <c:v>0.62167889407368859</c:v>
                </c:pt>
                <c:pt idx="57">
                  <c:v>0.62197772621413883</c:v>
                </c:pt>
                <c:pt idx="58">
                  <c:v>0.62420092473320077</c:v>
                </c:pt>
                <c:pt idx="59">
                  <c:v>0.62624553202016664</c:v>
                </c:pt>
                <c:pt idx="60">
                  <c:v>0.63005886216868701</c:v>
                </c:pt>
                <c:pt idx="61">
                  <c:v>0.63053138036050949</c:v>
                </c:pt>
                <c:pt idx="62">
                  <c:v>0.62757500661133048</c:v>
                </c:pt>
                <c:pt idx="63">
                  <c:v>0.62405466504013718</c:v>
                </c:pt>
                <c:pt idx="64">
                  <c:v>0.62152026479445155</c:v>
                </c:pt>
                <c:pt idx="65">
                  <c:v>0.61929685300666248</c:v>
                </c:pt>
                <c:pt idx="66">
                  <c:v>0.62024018324049035</c:v>
                </c:pt>
                <c:pt idx="67">
                  <c:v>0.6231985617157042</c:v>
                </c:pt>
                <c:pt idx="68">
                  <c:v>0.62256749955213564</c:v>
                </c:pt>
                <c:pt idx="69">
                  <c:v>0.62221539288364913</c:v>
                </c:pt>
                <c:pt idx="70">
                  <c:v>0.62431766803443012</c:v>
                </c:pt>
                <c:pt idx="71">
                  <c:v>0.62489524240123528</c:v>
                </c:pt>
                <c:pt idx="72">
                  <c:v>0.62420322803545381</c:v>
                </c:pt>
                <c:pt idx="73">
                  <c:v>0.62230607474642341</c:v>
                </c:pt>
                <c:pt idx="74">
                  <c:v>0.62042730522167144</c:v>
                </c:pt>
                <c:pt idx="75">
                  <c:v>0.62188866519369068</c:v>
                </c:pt>
                <c:pt idx="76">
                  <c:v>0.62295667232539687</c:v>
                </c:pt>
                <c:pt idx="77">
                  <c:v>0.62336947527362374</c:v>
                </c:pt>
                <c:pt idx="78">
                  <c:v>0.623110097847692</c:v>
                </c:pt>
                <c:pt idx="79">
                  <c:v>0.62176492667821159</c:v>
                </c:pt>
                <c:pt idx="80">
                  <c:v>0.62089905564607628</c:v>
                </c:pt>
                <c:pt idx="81">
                  <c:v>0.61854554993473976</c:v>
                </c:pt>
                <c:pt idx="82">
                  <c:v>0.618153220784317</c:v>
                </c:pt>
                <c:pt idx="83">
                  <c:v>0.62162399870332607</c:v>
                </c:pt>
                <c:pt idx="84">
                  <c:v>0.62601400748999769</c:v>
                </c:pt>
                <c:pt idx="85">
                  <c:v>0.62911706746969454</c:v>
                </c:pt>
                <c:pt idx="86">
                  <c:v>0.62916735623555098</c:v>
                </c:pt>
                <c:pt idx="87">
                  <c:v>0.62729779991981094</c:v>
                </c:pt>
                <c:pt idx="88">
                  <c:v>0.62431063016643484</c:v>
                </c:pt>
                <c:pt idx="89">
                  <c:v>0.62239615945676185</c:v>
                </c:pt>
                <c:pt idx="90">
                  <c:v>0.623136073978656</c:v>
                </c:pt>
                <c:pt idx="91">
                  <c:v>0.62191933323665149</c:v>
                </c:pt>
                <c:pt idx="92">
                  <c:v>0.620263813415456</c:v>
                </c:pt>
                <c:pt idx="93">
                  <c:v>0.61938710833198263</c:v>
                </c:pt>
                <c:pt idx="94">
                  <c:v>0.61835339481159834</c:v>
                </c:pt>
                <c:pt idx="95">
                  <c:v>0.61655809866664391</c:v>
                </c:pt>
                <c:pt idx="96">
                  <c:v>0.61564087252501642</c:v>
                </c:pt>
                <c:pt idx="97">
                  <c:v>0.61664020712658774</c:v>
                </c:pt>
                <c:pt idx="98">
                  <c:v>0.6187831312967591</c:v>
                </c:pt>
                <c:pt idx="99">
                  <c:v>0.62239995564010475</c:v>
                </c:pt>
                <c:pt idx="100">
                  <c:v>0.62491575885278483</c:v>
                </c:pt>
                <c:pt idx="101">
                  <c:v>0.62504615135255026</c:v>
                </c:pt>
                <c:pt idx="102">
                  <c:v>0.6249217730308898</c:v>
                </c:pt>
                <c:pt idx="103">
                  <c:v>0.62587393259002067</c:v>
                </c:pt>
                <c:pt idx="104">
                  <c:v>0.62629296298507975</c:v>
                </c:pt>
                <c:pt idx="105">
                  <c:v>0.62709387236293213</c:v>
                </c:pt>
                <c:pt idx="106">
                  <c:v>0.62642710901444254</c:v>
                </c:pt>
                <c:pt idx="107">
                  <c:v>0.62421052182592152</c:v>
                </c:pt>
                <c:pt idx="108">
                  <c:v>0.62289495235576631</c:v>
                </c:pt>
                <c:pt idx="109">
                  <c:v>0.62359042167492729</c:v>
                </c:pt>
                <c:pt idx="110">
                  <c:v>0.62585648720814169</c:v>
                </c:pt>
                <c:pt idx="111">
                  <c:v>0.624789333151344</c:v>
                </c:pt>
                <c:pt idx="112">
                  <c:v>0.62279893877481385</c:v>
                </c:pt>
                <c:pt idx="113">
                  <c:v>0.62238831116760363</c:v>
                </c:pt>
                <c:pt idx="114">
                  <c:v>0.62144417051261269</c:v>
                </c:pt>
                <c:pt idx="115">
                  <c:v>0.61887266150840703</c:v>
                </c:pt>
                <c:pt idx="116">
                  <c:v>0.61577582897554228</c:v>
                </c:pt>
                <c:pt idx="117">
                  <c:v>0.61368681913958867</c:v>
                </c:pt>
                <c:pt idx="118">
                  <c:v>0.61335847060730397</c:v>
                </c:pt>
                <c:pt idx="119">
                  <c:v>0.61902032877506974</c:v>
                </c:pt>
                <c:pt idx="120">
                  <c:v>0.62217453059553152</c:v>
                </c:pt>
                <c:pt idx="121">
                  <c:v>0.62264969331957032</c:v>
                </c:pt>
                <c:pt idx="122">
                  <c:v>0.62320977965075108</c:v>
                </c:pt>
                <c:pt idx="123">
                  <c:v>0.62432590020729717</c:v>
                </c:pt>
                <c:pt idx="124">
                  <c:v>0.62622940890439582</c:v>
                </c:pt>
                <c:pt idx="125">
                  <c:v>0.62451165726862479</c:v>
                </c:pt>
                <c:pt idx="126">
                  <c:v>0.62291372000375356</c:v>
                </c:pt>
                <c:pt idx="127">
                  <c:v>0.62114546633339873</c:v>
                </c:pt>
                <c:pt idx="128">
                  <c:v>0.61986047959871349</c:v>
                </c:pt>
                <c:pt idx="129">
                  <c:v>0.61872401320559955</c:v>
                </c:pt>
                <c:pt idx="130">
                  <c:v>0.62002149748769442</c:v>
                </c:pt>
                <c:pt idx="131">
                  <c:v>0.62207843170708821</c:v>
                </c:pt>
                <c:pt idx="132">
                  <c:v>0.62414526159542072</c:v>
                </c:pt>
                <c:pt idx="133">
                  <c:v>0.62606561852196241</c:v>
                </c:pt>
                <c:pt idx="134">
                  <c:v>0.62618445185671756</c:v>
                </c:pt>
                <c:pt idx="135">
                  <c:v>0.62493793880040605</c:v>
                </c:pt>
                <c:pt idx="136">
                  <c:v>0.62347124711020874</c:v>
                </c:pt>
                <c:pt idx="137">
                  <c:v>0.62166204584424556</c:v>
                </c:pt>
                <c:pt idx="138">
                  <c:v>0.61874743011183808</c:v>
                </c:pt>
                <c:pt idx="139">
                  <c:v>0.61668678501659224</c:v>
                </c:pt>
                <c:pt idx="140">
                  <c:v>0.61658680463731519</c:v>
                </c:pt>
                <c:pt idx="141">
                  <c:v>0.61890550489238461</c:v>
                </c:pt>
                <c:pt idx="142">
                  <c:v>0.62013768629023314</c:v>
                </c:pt>
                <c:pt idx="143">
                  <c:v>0.61747489827081714</c:v>
                </c:pt>
                <c:pt idx="144">
                  <c:v>0.61537522499850705</c:v>
                </c:pt>
                <c:pt idx="145">
                  <c:v>0.61661696083533091</c:v>
                </c:pt>
                <c:pt idx="146">
                  <c:v>0.61560960732961956</c:v>
                </c:pt>
                <c:pt idx="147">
                  <c:v>0.61436966295010365</c:v>
                </c:pt>
                <c:pt idx="148">
                  <c:v>0.61680613019629249</c:v>
                </c:pt>
                <c:pt idx="149">
                  <c:v>0.61909655101814487</c:v>
                </c:pt>
                <c:pt idx="150">
                  <c:v>0.61983339447036845</c:v>
                </c:pt>
                <c:pt idx="151">
                  <c:v>0.6203500166349607</c:v>
                </c:pt>
                <c:pt idx="152">
                  <c:v>0.62168256229579522</c:v>
                </c:pt>
                <c:pt idx="153">
                  <c:v>0.62255235747250959</c:v>
                </c:pt>
                <c:pt idx="154">
                  <c:v>0.6234578538341452</c:v>
                </c:pt>
                <c:pt idx="155">
                  <c:v>0.62468487412879725</c:v>
                </c:pt>
                <c:pt idx="156">
                  <c:v>0.62675174667087519</c:v>
                </c:pt>
                <c:pt idx="157">
                  <c:v>0.62913954599353372</c:v>
                </c:pt>
                <c:pt idx="158">
                  <c:v>0.62916189655613652</c:v>
                </c:pt>
                <c:pt idx="159">
                  <c:v>0.62718681487421413</c:v>
                </c:pt>
                <c:pt idx="160">
                  <c:v>0.62361690965083638</c:v>
                </c:pt>
                <c:pt idx="161">
                  <c:v>0.62164199858389568</c:v>
                </c:pt>
                <c:pt idx="162">
                  <c:v>0.62177230577617015</c:v>
                </c:pt>
                <c:pt idx="163">
                  <c:v>0.62292685735734454</c:v>
                </c:pt>
                <c:pt idx="164">
                  <c:v>0.62349398155652047</c:v>
                </c:pt>
                <c:pt idx="165">
                  <c:v>0.62379780418518549</c:v>
                </c:pt>
                <c:pt idx="166">
                  <c:v>0.62485894406387821</c:v>
                </c:pt>
                <c:pt idx="167">
                  <c:v>0.62395523915955053</c:v>
                </c:pt>
                <c:pt idx="168">
                  <c:v>0.62225058222362506</c:v>
                </c:pt>
                <c:pt idx="169">
                  <c:v>0.62174910213865875</c:v>
                </c:pt>
                <c:pt idx="170">
                  <c:v>0.62344974962251432</c:v>
                </c:pt>
                <c:pt idx="171">
                  <c:v>0.62546292109910173</c:v>
                </c:pt>
                <c:pt idx="172">
                  <c:v>0.62644498093377576</c:v>
                </c:pt>
                <c:pt idx="173">
                  <c:v>0.62807874734480429</c:v>
                </c:pt>
                <c:pt idx="174">
                  <c:v>0.6289966986001041</c:v>
                </c:pt>
                <c:pt idx="175">
                  <c:v>0.62910977367922671</c:v>
                </c:pt>
                <c:pt idx="176">
                  <c:v>0.62778153604668019</c:v>
                </c:pt>
                <c:pt idx="177">
                  <c:v>0.62476429540277933</c:v>
                </c:pt>
                <c:pt idx="178">
                  <c:v>0.62296857272037054</c:v>
                </c:pt>
                <c:pt idx="179">
                  <c:v>0.62045323869889013</c:v>
                </c:pt>
                <c:pt idx="180">
                  <c:v>0.61899486448905072</c:v>
                </c:pt>
                <c:pt idx="181">
                  <c:v>0.62085776682050453</c:v>
                </c:pt>
                <c:pt idx="182">
                  <c:v>0.62204149356354976</c:v>
                </c:pt>
                <c:pt idx="183">
                  <c:v>0.61894700698668348</c:v>
                </c:pt>
                <c:pt idx="184">
                  <c:v>0.61647872004640725</c:v>
                </c:pt>
                <c:pt idx="185">
                  <c:v>0.61736369995649321</c:v>
                </c:pt>
                <c:pt idx="186">
                  <c:v>0.61879460515427853</c:v>
                </c:pt>
                <c:pt idx="187">
                  <c:v>0.62142864454927782</c:v>
                </c:pt>
                <c:pt idx="188">
                  <c:v>0.62417345572114691</c:v>
                </c:pt>
                <c:pt idx="189">
                  <c:v>0.62413464081280978</c:v>
                </c:pt>
                <c:pt idx="190">
                  <c:v>0.6231959598372333</c:v>
                </c:pt>
                <c:pt idx="191">
                  <c:v>0.6208511554899635</c:v>
                </c:pt>
                <c:pt idx="192">
                  <c:v>0.61891493137012354</c:v>
                </c:pt>
                <c:pt idx="193">
                  <c:v>0.62279373501787194</c:v>
                </c:pt>
                <c:pt idx="194">
                  <c:v>0.6266756097352908</c:v>
                </c:pt>
                <c:pt idx="195">
                  <c:v>0.62478468389309261</c:v>
                </c:pt>
                <c:pt idx="196">
                  <c:v>0.62298102761403473</c:v>
                </c:pt>
                <c:pt idx="197">
                  <c:v>0.62308872832123385</c:v>
                </c:pt>
                <c:pt idx="198">
                  <c:v>0.62164558149851135</c:v>
                </c:pt>
                <c:pt idx="199">
                  <c:v>0.62233597502196669</c:v>
                </c:pt>
                <c:pt idx="200">
                  <c:v>0.62151032647176752</c:v>
                </c:pt>
                <c:pt idx="201">
                  <c:v>0.61916437047337125</c:v>
                </c:pt>
                <c:pt idx="202">
                  <c:v>0.61940873378091332</c:v>
                </c:pt>
                <c:pt idx="203">
                  <c:v>0.62030250036255685</c:v>
                </c:pt>
                <c:pt idx="204">
                  <c:v>0.62236374261023863</c:v>
                </c:pt>
                <c:pt idx="205">
                  <c:v>0.62577395221074361</c:v>
                </c:pt>
                <c:pt idx="206">
                  <c:v>0.62880949131143205</c:v>
                </c:pt>
                <c:pt idx="207">
                  <c:v>0.62681820120624787</c:v>
                </c:pt>
                <c:pt idx="208">
                  <c:v>0.6233153903244244</c:v>
                </c:pt>
                <c:pt idx="209">
                  <c:v>0.62270578299480472</c:v>
                </c:pt>
                <c:pt idx="210">
                  <c:v>0.62104070873463402</c:v>
                </c:pt>
                <c:pt idx="211">
                  <c:v>0.62041945693251321</c:v>
                </c:pt>
                <c:pt idx="212">
                  <c:v>0.62340197742763792</c:v>
                </c:pt>
                <c:pt idx="213">
                  <c:v>0.6263674790783379</c:v>
                </c:pt>
                <c:pt idx="214">
                  <c:v>0.62549363179580797</c:v>
                </c:pt>
                <c:pt idx="215">
                  <c:v>0.62271819523472349</c:v>
                </c:pt>
                <c:pt idx="216">
                  <c:v>0.62307883265229513</c:v>
                </c:pt>
                <c:pt idx="217">
                  <c:v>0.62584774319032954</c:v>
                </c:pt>
                <c:pt idx="218">
                  <c:v>0.62523839178318241</c:v>
                </c:pt>
                <c:pt idx="219">
                  <c:v>0.62369266270271195</c:v>
                </c:pt>
                <c:pt idx="220">
                  <c:v>0.62412508637383446</c:v>
                </c:pt>
                <c:pt idx="221">
                  <c:v>0.62280584868157274</c:v>
                </c:pt>
                <c:pt idx="222">
                  <c:v>0.61972974586898477</c:v>
                </c:pt>
                <c:pt idx="223">
                  <c:v>0.62112362761574091</c:v>
                </c:pt>
                <c:pt idx="224">
                  <c:v>0.62284372520751041</c:v>
                </c:pt>
                <c:pt idx="225">
                  <c:v>0.62190572669186084</c:v>
                </c:pt>
                <c:pt idx="226">
                  <c:v>0.6211490492480144</c:v>
                </c:pt>
                <c:pt idx="227">
                  <c:v>0.62200579237862874</c:v>
                </c:pt>
                <c:pt idx="228">
                  <c:v>0.62146908029994108</c:v>
                </c:pt>
                <c:pt idx="229">
                  <c:v>0.6228793410849407</c:v>
                </c:pt>
                <c:pt idx="230">
                  <c:v>0.62381832063673515</c:v>
                </c:pt>
                <c:pt idx="231">
                  <c:v>0.6209205531337707</c:v>
                </c:pt>
                <c:pt idx="232">
                  <c:v>0.62118509166289892</c:v>
                </c:pt>
                <c:pt idx="233">
                  <c:v>0.62441500388149085</c:v>
                </c:pt>
                <c:pt idx="234">
                  <c:v>0.62547047081204199</c:v>
                </c:pt>
                <c:pt idx="235">
                  <c:v>0.62498861144997142</c:v>
                </c:pt>
                <c:pt idx="236">
                  <c:v>0.62595953865708942</c:v>
                </c:pt>
                <c:pt idx="237">
                  <c:v>0.62933771529478</c:v>
                </c:pt>
                <c:pt idx="238">
                  <c:v>0.62842650333125749</c:v>
                </c:pt>
                <c:pt idx="239">
                  <c:v>0.62737794630746524</c:v>
                </c:pt>
                <c:pt idx="240">
                  <c:v>0.62860744051935202</c:v>
                </c:pt>
                <c:pt idx="241">
                  <c:v>0.62993700041800671</c:v>
                </c:pt>
                <c:pt idx="242">
                  <c:v>0.63030070890524892</c:v>
                </c:pt>
                <c:pt idx="243">
                  <c:v>0.62998468730539225</c:v>
                </c:pt>
                <c:pt idx="244">
                  <c:v>0.62894265630465007</c:v>
                </c:pt>
                <c:pt idx="245">
                  <c:v>0.62844045110601154</c:v>
                </c:pt>
                <c:pt idx="246">
                  <c:v>0.62934650196633768</c:v>
                </c:pt>
                <c:pt idx="247">
                  <c:v>0.63064803835424788</c:v>
                </c:pt>
                <c:pt idx="248">
                  <c:v>0.63051402028612125</c:v>
                </c:pt>
                <c:pt idx="249">
                  <c:v>0.63081558226627876</c:v>
                </c:pt>
                <c:pt idx="250">
                  <c:v>0.6305741620671711</c:v>
                </c:pt>
                <c:pt idx="251">
                  <c:v>0.63053543246632482</c:v>
                </c:pt>
                <c:pt idx="252">
                  <c:v>0.63274801020277593</c:v>
                </c:pt>
                <c:pt idx="253">
                  <c:v>0.63587342074507558</c:v>
                </c:pt>
                <c:pt idx="254">
                  <c:v>0.63566949318819688</c:v>
                </c:pt>
                <c:pt idx="255">
                  <c:v>0.63315735819762331</c:v>
                </c:pt>
                <c:pt idx="256">
                  <c:v>0.63364429335539951</c:v>
                </c:pt>
                <c:pt idx="257">
                  <c:v>0.63541497828924354</c:v>
                </c:pt>
                <c:pt idx="258">
                  <c:v>0.63556320005459677</c:v>
                </c:pt>
                <c:pt idx="259">
                  <c:v>0.63669062385368058</c:v>
                </c:pt>
                <c:pt idx="260">
                  <c:v>0.63809312165701271</c:v>
                </c:pt>
                <c:pt idx="261">
                  <c:v>0.63699278298627404</c:v>
                </c:pt>
                <c:pt idx="262">
                  <c:v>0.6336705680625816</c:v>
                </c:pt>
                <c:pt idx="263">
                  <c:v>0.63141333185467019</c:v>
                </c:pt>
                <c:pt idx="264">
                  <c:v>0.62900748999769673</c:v>
                </c:pt>
                <c:pt idx="265">
                  <c:v>0.62740102198374037</c:v>
                </c:pt>
                <c:pt idx="266">
                  <c:v>0.6301841788727468</c:v>
                </c:pt>
                <c:pt idx="267">
                  <c:v>0.63530062359775807</c:v>
                </c:pt>
                <c:pt idx="268">
                  <c:v>0.63764649428866349</c:v>
                </c:pt>
                <c:pt idx="269">
                  <c:v>0.63541032903099215</c:v>
                </c:pt>
                <c:pt idx="270">
                  <c:v>0.63267967890260446</c:v>
                </c:pt>
                <c:pt idx="271">
                  <c:v>0.63172214497154988</c:v>
                </c:pt>
                <c:pt idx="272">
                  <c:v>0.63274510974808695</c:v>
                </c:pt>
                <c:pt idx="273">
                  <c:v>0.63182417273060743</c:v>
                </c:pt>
                <c:pt idx="274">
                  <c:v>0.63132593433029349</c:v>
                </c:pt>
                <c:pt idx="275">
                  <c:v>0.63088391356645024</c:v>
                </c:pt>
                <c:pt idx="276">
                  <c:v>0.63212364467723914</c:v>
                </c:pt>
                <c:pt idx="277">
                  <c:v>0.63488965476058445</c:v>
                </c:pt>
                <c:pt idx="278">
                  <c:v>0.63436684780290553</c:v>
                </c:pt>
                <c:pt idx="279">
                  <c:v>0.63417567371590899</c:v>
                </c:pt>
                <c:pt idx="280">
                  <c:v>0.6348672188904908</c:v>
                </c:pt>
                <c:pt idx="281">
                  <c:v>0.63483544185014884</c:v>
                </c:pt>
                <c:pt idx="282">
                  <c:v>0.63415524257185019</c:v>
                </c:pt>
                <c:pt idx="283">
                  <c:v>0.63552681640974895</c:v>
                </c:pt>
                <c:pt idx="284">
                  <c:v>0.63897323904012004</c:v>
                </c:pt>
                <c:pt idx="285">
                  <c:v>0.6383051534255223</c:v>
                </c:pt>
                <c:pt idx="286">
                  <c:v>0.63591001765865063</c:v>
                </c:pt>
                <c:pt idx="287">
                  <c:v>0.63843554592528773</c:v>
                </c:pt>
                <c:pt idx="288">
                  <c:v>0.64218835040904942</c:v>
                </c:pt>
                <c:pt idx="289">
                  <c:v>0.64397814422084398</c:v>
                </c:pt>
                <c:pt idx="290">
                  <c:v>0.64494638424200024</c:v>
                </c:pt>
                <c:pt idx="291">
                  <c:v>0.64591761002533632</c:v>
                </c:pt>
                <c:pt idx="292">
                  <c:v>0.64503723671975632</c:v>
                </c:pt>
                <c:pt idx="293">
                  <c:v>0.64283758306816918</c:v>
                </c:pt>
                <c:pt idx="294">
                  <c:v>0.64276933707548856</c:v>
                </c:pt>
                <c:pt idx="295">
                  <c:v>0.64216796191873604</c:v>
                </c:pt>
                <c:pt idx="296">
                  <c:v>0.63970790715132697</c:v>
                </c:pt>
                <c:pt idx="297">
                  <c:v>0.63686976958446717</c:v>
                </c:pt>
                <c:pt idx="298">
                  <c:v>0.63607018247272296</c:v>
                </c:pt>
                <c:pt idx="299">
                  <c:v>0.63670064748385558</c:v>
                </c:pt>
                <c:pt idx="300">
                  <c:v>0.63752446192300138</c:v>
                </c:pt>
                <c:pt idx="301">
                  <c:v>0.64139140782952153</c:v>
                </c:pt>
                <c:pt idx="302">
                  <c:v>0.64332724806565267</c:v>
                </c:pt>
                <c:pt idx="303">
                  <c:v>0.64311909778797671</c:v>
                </c:pt>
                <c:pt idx="304">
                  <c:v>0.643810088463868</c:v>
                </c:pt>
                <c:pt idx="305">
                  <c:v>0.64329781698130906</c:v>
                </c:pt>
                <c:pt idx="306">
                  <c:v>0.64001386246726322</c:v>
                </c:pt>
                <c:pt idx="307">
                  <c:v>0.6366740315467101</c:v>
                </c:pt>
                <c:pt idx="308">
                  <c:v>0.63505544986905293</c:v>
                </c:pt>
                <c:pt idx="309">
                  <c:v>0.63458830604915417</c:v>
                </c:pt>
                <c:pt idx="310">
                  <c:v>0.63695418134666404</c:v>
                </c:pt>
                <c:pt idx="311">
                  <c:v>0.63854717077706591</c:v>
                </c:pt>
                <c:pt idx="312">
                  <c:v>0.63930615152316528</c:v>
                </c:pt>
                <c:pt idx="313">
                  <c:v>0.64044517714100468</c:v>
                </c:pt>
                <c:pt idx="314">
                  <c:v>0.64302014109858985</c:v>
                </c:pt>
                <c:pt idx="315">
                  <c:v>0.64364459193161749</c:v>
                </c:pt>
                <c:pt idx="316">
                  <c:v>0.64323895481262205</c:v>
                </c:pt>
                <c:pt idx="317">
                  <c:v>0.64585362940719826</c:v>
                </c:pt>
                <c:pt idx="318">
                  <c:v>0.64727826450440606</c:v>
                </c:pt>
                <c:pt idx="319">
                  <c:v>0.64641921807153879</c:v>
                </c:pt>
                <c:pt idx="320">
                  <c:v>0.64698736596060502</c:v>
                </c:pt>
                <c:pt idx="321">
                  <c:v>0.64806607918241299</c:v>
                </c:pt>
                <c:pt idx="322">
                  <c:v>0.64663547256084553</c:v>
                </c:pt>
                <c:pt idx="323">
                  <c:v>0.64298943040188361</c:v>
                </c:pt>
                <c:pt idx="324">
                  <c:v>0.64069627974032395</c:v>
                </c:pt>
                <c:pt idx="325">
                  <c:v>0.64333066036528663</c:v>
                </c:pt>
                <c:pt idx="326">
                  <c:v>0.64657874307942975</c:v>
                </c:pt>
                <c:pt idx="327">
                  <c:v>0.64757556111002101</c:v>
                </c:pt>
                <c:pt idx="328">
                  <c:v>0.64872252032450972</c:v>
                </c:pt>
                <c:pt idx="329">
                  <c:v>0.64936488573061601</c:v>
                </c:pt>
                <c:pt idx="330">
                  <c:v>0.64755039540022008</c:v>
                </c:pt>
                <c:pt idx="331">
                  <c:v>0.64765148477687828</c:v>
                </c:pt>
                <c:pt idx="332">
                  <c:v>0.64996587700365971</c:v>
                </c:pt>
                <c:pt idx="333">
                  <c:v>0.65254003054008169</c:v>
                </c:pt>
                <c:pt idx="334">
                  <c:v>0.65557057915255534</c:v>
                </c:pt>
                <c:pt idx="335">
                  <c:v>0.65568489119029538</c:v>
                </c:pt>
                <c:pt idx="336">
                  <c:v>0.65506001381981349</c:v>
                </c:pt>
                <c:pt idx="337">
                  <c:v>0.65332230023118332</c:v>
                </c:pt>
                <c:pt idx="338">
                  <c:v>0.65147539305426405</c:v>
                </c:pt>
                <c:pt idx="339">
                  <c:v>0.65136747907833781</c:v>
                </c:pt>
                <c:pt idx="340">
                  <c:v>0.65332528599336304</c:v>
                </c:pt>
                <c:pt idx="341">
                  <c:v>0.6530032502154014</c:v>
                </c:pt>
                <c:pt idx="342">
                  <c:v>0.65074004248313044</c:v>
                </c:pt>
                <c:pt idx="343">
                  <c:v>0.65030412120488301</c:v>
                </c:pt>
                <c:pt idx="344">
                  <c:v>0.65081127423799079</c:v>
                </c:pt>
                <c:pt idx="345">
                  <c:v>0.65256818201206246</c:v>
                </c:pt>
                <c:pt idx="346">
                  <c:v>0.65108937665816435</c:v>
                </c:pt>
                <c:pt idx="347">
                  <c:v>0.64799100859046432</c:v>
                </c:pt>
                <c:pt idx="348">
                  <c:v>0.64499330336196814</c:v>
                </c:pt>
                <c:pt idx="349">
                  <c:v>0.64406899669860007</c:v>
                </c:pt>
                <c:pt idx="350">
                  <c:v>0.6443871936394735</c:v>
                </c:pt>
                <c:pt idx="351">
                  <c:v>0.64356397635276352</c:v>
                </c:pt>
                <c:pt idx="352">
                  <c:v>0.64298431195243255</c:v>
                </c:pt>
                <c:pt idx="353">
                  <c:v>0.64446098461905943</c:v>
                </c:pt>
                <c:pt idx="354">
                  <c:v>0.64683850438907042</c:v>
                </c:pt>
                <c:pt idx="355">
                  <c:v>0.6481479743736297</c:v>
                </c:pt>
                <c:pt idx="356">
                  <c:v>0.6501625107700707</c:v>
                </c:pt>
                <c:pt idx="357">
                  <c:v>0.65229349189152297</c:v>
                </c:pt>
                <c:pt idx="358">
                  <c:v>0.65244832498741712</c:v>
                </c:pt>
                <c:pt idx="359">
                  <c:v>0.65157392320619667</c:v>
                </c:pt>
                <c:pt idx="360">
                  <c:v>0.65010748743847191</c:v>
                </c:pt>
                <c:pt idx="361">
                  <c:v>0.65028236779471604</c:v>
                </c:pt>
                <c:pt idx="362">
                  <c:v>0.64892171331564619</c:v>
                </c:pt>
                <c:pt idx="363">
                  <c:v>0.64797224094247718</c:v>
                </c:pt>
                <c:pt idx="364">
                  <c:v>0.65140629398667493</c:v>
                </c:pt>
                <c:pt idx="365">
                  <c:v>0.65180979841839914</c:v>
                </c:pt>
                <c:pt idx="366">
                  <c:v>0.64949327350434638</c:v>
                </c:pt>
                <c:pt idx="367">
                  <c:v>0.64948431621780711</c:v>
                </c:pt>
                <c:pt idx="368">
                  <c:v>0.65285225595659557</c:v>
                </c:pt>
                <c:pt idx="369">
                  <c:v>0.65450210282964949</c:v>
                </c:pt>
                <c:pt idx="370">
                  <c:v>0.6547328595924008</c:v>
                </c:pt>
                <c:pt idx="371">
                  <c:v>0.65339054622386394</c:v>
                </c:pt>
                <c:pt idx="372">
                  <c:v>0.65076691434274847</c:v>
                </c:pt>
                <c:pt idx="373">
                  <c:v>0.64941607022512648</c:v>
                </c:pt>
                <c:pt idx="374">
                  <c:v>0.64893237675200255</c:v>
                </c:pt>
                <c:pt idx="375">
                  <c:v>0.65054767409126191</c:v>
                </c:pt>
                <c:pt idx="376">
                  <c:v>0.65452044394018238</c:v>
                </c:pt>
                <c:pt idx="377">
                  <c:v>0.65792506590003663</c:v>
                </c:pt>
                <c:pt idx="378">
                  <c:v>0.65705834179299283</c:v>
                </c:pt>
                <c:pt idx="379">
                  <c:v>0.6575010876705083</c:v>
                </c:pt>
                <c:pt idx="380">
                  <c:v>0.65809312165701273</c:v>
                </c:pt>
                <c:pt idx="381">
                  <c:v>0.65670218301869088</c:v>
                </c:pt>
                <c:pt idx="382">
                  <c:v>0.65587768611961816</c:v>
                </c:pt>
                <c:pt idx="383">
                  <c:v>0.65584313658582361</c:v>
                </c:pt>
                <c:pt idx="384">
                  <c:v>0.65802871450142031</c:v>
                </c:pt>
                <c:pt idx="385">
                  <c:v>0.65840705322334347</c:v>
                </c:pt>
                <c:pt idx="386">
                  <c:v>0.66018997978212468</c:v>
                </c:pt>
                <c:pt idx="387">
                  <c:v>0.66414014314596959</c:v>
                </c:pt>
                <c:pt idx="388">
                  <c:v>0.66507084787115156</c:v>
                </c:pt>
                <c:pt idx="389">
                  <c:v>0.6647155421717581</c:v>
                </c:pt>
                <c:pt idx="390">
                  <c:v>0.66449630192027165</c:v>
                </c:pt>
                <c:pt idx="391">
                  <c:v>0.66193665065729423</c:v>
                </c:pt>
                <c:pt idx="392">
                  <c:v>0.65984491098163323</c:v>
                </c:pt>
                <c:pt idx="393">
                  <c:v>0.66066471596870924</c:v>
                </c:pt>
                <c:pt idx="394">
                  <c:v>0.66216015628332325</c:v>
                </c:pt>
                <c:pt idx="395">
                  <c:v>0.66289806607918234</c:v>
                </c:pt>
                <c:pt idx="396">
                  <c:v>0.66259693063647918</c:v>
                </c:pt>
                <c:pt idx="397">
                  <c:v>0.66308744870887115</c:v>
                </c:pt>
                <c:pt idx="398">
                  <c:v>0.66421350758810127</c:v>
                </c:pt>
                <c:pt idx="399">
                  <c:v>0.66621866016054865</c:v>
                </c:pt>
                <c:pt idx="400">
                  <c:v>0.66848869249208764</c:v>
                </c:pt>
                <c:pt idx="401">
                  <c:v>0.66883205514276201</c:v>
                </c:pt>
                <c:pt idx="402">
                  <c:v>0.66626728543033364</c:v>
                </c:pt>
                <c:pt idx="403">
                  <c:v>0.66602373254395464</c:v>
                </c:pt>
                <c:pt idx="404">
                  <c:v>0.66806940617455612</c:v>
                </c:pt>
                <c:pt idx="405">
                  <c:v>0.67095621166494623</c:v>
                </c:pt>
                <c:pt idx="406">
                  <c:v>0.67193852742209292</c:v>
                </c:pt>
                <c:pt idx="407">
                  <c:v>0.67163952466666099</c:v>
                </c:pt>
                <c:pt idx="408">
                  <c:v>0.67123388754766555</c:v>
                </c:pt>
                <c:pt idx="409">
                  <c:v>0.67143734591334459</c:v>
                </c:pt>
                <c:pt idx="410">
                  <c:v>0.66959086527387968</c:v>
                </c:pt>
                <c:pt idx="411">
                  <c:v>0.66653856325123906</c:v>
                </c:pt>
                <c:pt idx="412">
                  <c:v>0.66798153945897987</c:v>
                </c:pt>
                <c:pt idx="413">
                  <c:v>0.67192061284901428</c:v>
                </c:pt>
                <c:pt idx="414">
                  <c:v>0.67212833658923588</c:v>
                </c:pt>
                <c:pt idx="415">
                  <c:v>0.6715845013350622</c:v>
                </c:pt>
                <c:pt idx="416">
                  <c:v>0.67280525152913673</c:v>
                </c:pt>
                <c:pt idx="417">
                  <c:v>0.67308122126203895</c:v>
                </c:pt>
                <c:pt idx="418">
                  <c:v>0.6705394845721403</c:v>
                </c:pt>
                <c:pt idx="419">
                  <c:v>0.67009844484444181</c:v>
                </c:pt>
                <c:pt idx="420">
                  <c:v>0.6708841268351774</c:v>
                </c:pt>
                <c:pt idx="421">
                  <c:v>0.67156232138744099</c:v>
                </c:pt>
                <c:pt idx="422">
                  <c:v>0.67193810088463868</c:v>
                </c:pt>
                <c:pt idx="423">
                  <c:v>0.67057701986811458</c:v>
                </c:pt>
                <c:pt idx="424">
                  <c:v>0.67032152393301647</c:v>
                </c:pt>
                <c:pt idx="425">
                  <c:v>0.67261245659981406</c:v>
                </c:pt>
                <c:pt idx="426">
                  <c:v>0.67459969459918279</c:v>
                </c:pt>
                <c:pt idx="427">
                  <c:v>0.67242094128285401</c:v>
                </c:pt>
                <c:pt idx="428">
                  <c:v>0.67185748530578471</c:v>
                </c:pt>
                <c:pt idx="429">
                  <c:v>0.67057574025575184</c:v>
                </c:pt>
                <c:pt idx="430">
                  <c:v>0.66781263062709539</c:v>
                </c:pt>
                <c:pt idx="431">
                  <c:v>0.66748121102514013</c:v>
                </c:pt>
                <c:pt idx="432">
                  <c:v>0.66855224657277157</c:v>
                </c:pt>
                <c:pt idx="433">
                  <c:v>0.67120914837531886</c:v>
                </c:pt>
                <c:pt idx="434">
                  <c:v>0.67237530177524885</c:v>
                </c:pt>
                <c:pt idx="435">
                  <c:v>0.67253440024568556</c:v>
                </c:pt>
                <c:pt idx="436">
                  <c:v>0.67198118116751826</c:v>
                </c:pt>
                <c:pt idx="437">
                  <c:v>0.67179990274946044</c:v>
                </c:pt>
                <c:pt idx="438">
                  <c:v>0.67391766120983077</c:v>
                </c:pt>
                <c:pt idx="439">
                  <c:v>0.67333415797241158</c:v>
                </c:pt>
                <c:pt idx="440">
                  <c:v>0.67360927463040532</c:v>
                </c:pt>
                <c:pt idx="441">
                  <c:v>0.67345230884723983</c:v>
                </c:pt>
                <c:pt idx="442">
                  <c:v>0.66933067742678487</c:v>
                </c:pt>
                <c:pt idx="443">
                  <c:v>0.66734983748922994</c:v>
                </c:pt>
                <c:pt idx="444">
                  <c:v>0.66636538904481202</c:v>
                </c:pt>
                <c:pt idx="445">
                  <c:v>0.66717922250752837</c:v>
                </c:pt>
                <c:pt idx="446">
                  <c:v>0.66879963829623879</c:v>
                </c:pt>
                <c:pt idx="447">
                  <c:v>0.66775973998276783</c:v>
                </c:pt>
                <c:pt idx="448">
                  <c:v>0.66684012523139657</c:v>
                </c:pt>
                <c:pt idx="449">
                  <c:v>0.66616107760422438</c:v>
                </c:pt>
                <c:pt idx="450">
                  <c:v>0.66624894431980075</c:v>
                </c:pt>
                <c:pt idx="451">
                  <c:v>0.66761770301050127</c:v>
                </c:pt>
                <c:pt idx="452">
                  <c:v>0.66889219692381185</c:v>
                </c:pt>
                <c:pt idx="453">
                  <c:v>0.67071436492838432</c:v>
                </c:pt>
                <c:pt idx="454">
                  <c:v>0.6716019893706866</c:v>
                </c:pt>
                <c:pt idx="455">
                  <c:v>0.67025498409015294</c:v>
                </c:pt>
                <c:pt idx="456">
                  <c:v>0.66897195942775733</c:v>
                </c:pt>
                <c:pt idx="457">
                  <c:v>0.67013000861605654</c:v>
                </c:pt>
                <c:pt idx="458">
                  <c:v>0.67337681171783692</c:v>
                </c:pt>
                <c:pt idx="459">
                  <c:v>0.67205283945983296</c:v>
                </c:pt>
                <c:pt idx="460">
                  <c:v>0.66792054460302153</c:v>
                </c:pt>
                <c:pt idx="461">
                  <c:v>0.66607406396355662</c:v>
                </c:pt>
                <c:pt idx="462">
                  <c:v>0.66371488530407852</c:v>
                </c:pt>
                <c:pt idx="463">
                  <c:v>0.66241096030642443</c:v>
                </c:pt>
                <c:pt idx="464">
                  <c:v>0.66338431877703175</c:v>
                </c:pt>
                <c:pt idx="465">
                  <c:v>0.66408000136491985</c:v>
                </c:pt>
                <c:pt idx="466">
                  <c:v>0.6639371113177448</c:v>
                </c:pt>
                <c:pt idx="467">
                  <c:v>0.6654820299770523</c:v>
                </c:pt>
                <c:pt idx="468">
                  <c:v>0.66540184093565258</c:v>
                </c:pt>
                <c:pt idx="469">
                  <c:v>0.66539160403675046</c:v>
                </c:pt>
                <c:pt idx="470">
                  <c:v>0.66583051107717761</c:v>
                </c:pt>
                <c:pt idx="471">
                  <c:v>0.66630396765139943</c:v>
                </c:pt>
                <c:pt idx="472">
                  <c:v>0.66973204917123774</c:v>
                </c:pt>
                <c:pt idx="473">
                  <c:v>0.67216971072229847</c:v>
                </c:pt>
                <c:pt idx="474">
                  <c:v>0.67335164600803599</c:v>
                </c:pt>
                <c:pt idx="475">
                  <c:v>0.67274724243535822</c:v>
                </c:pt>
                <c:pt idx="476">
                  <c:v>0.67205454560964994</c:v>
                </c:pt>
                <c:pt idx="477">
                  <c:v>0.67099118773619515</c:v>
                </c:pt>
                <c:pt idx="478">
                  <c:v>0.67000673929177723</c:v>
                </c:pt>
                <c:pt idx="479">
                  <c:v>0.67219018452010271</c:v>
                </c:pt>
                <c:pt idx="480">
                  <c:v>0.67599105977495877</c:v>
                </c:pt>
                <c:pt idx="481">
                  <c:v>0.67922762597783715</c:v>
                </c:pt>
                <c:pt idx="482">
                  <c:v>0.67796336896342868</c:v>
                </c:pt>
                <c:pt idx="483">
                  <c:v>0.67524078039292634</c:v>
                </c:pt>
                <c:pt idx="484">
                  <c:v>0.67491277309060504</c:v>
                </c:pt>
                <c:pt idx="485">
                  <c:v>0.67569802854388639</c:v>
                </c:pt>
                <c:pt idx="486">
                  <c:v>0.67504457316396949</c:v>
                </c:pt>
                <c:pt idx="487">
                  <c:v>0.672617575049265</c:v>
                </c:pt>
                <c:pt idx="488">
                  <c:v>0.67311918309546759</c:v>
                </c:pt>
                <c:pt idx="489">
                  <c:v>0.67470888818747177</c:v>
                </c:pt>
                <c:pt idx="490">
                  <c:v>0.67342884928725588</c:v>
                </c:pt>
                <c:pt idx="491">
                  <c:v>0.67222686674116849</c:v>
                </c:pt>
                <c:pt idx="492">
                  <c:v>0.6711148835979287</c:v>
                </c:pt>
                <c:pt idx="493">
                  <c:v>0.67220767255572711</c:v>
                </c:pt>
                <c:pt idx="494">
                  <c:v>0.67692432372486622</c:v>
                </c:pt>
                <c:pt idx="495">
                  <c:v>0.67975994472074586</c:v>
                </c:pt>
                <c:pt idx="496">
                  <c:v>0.67713972513926446</c:v>
                </c:pt>
                <c:pt idx="497">
                  <c:v>0.67566603823481741</c:v>
                </c:pt>
                <c:pt idx="498">
                  <c:v>0.67849184886924918</c:v>
                </c:pt>
                <c:pt idx="499">
                  <c:v>0.67929843119524325</c:v>
                </c:pt>
                <c:pt idx="500">
                  <c:v>0.67676821101660933</c:v>
                </c:pt>
                <c:pt idx="501">
                  <c:v>0.67383747216843104</c:v>
                </c:pt>
                <c:pt idx="502">
                  <c:v>0.67198587307951507</c:v>
                </c:pt>
                <c:pt idx="503">
                  <c:v>0.67266875954377547</c:v>
                </c:pt>
                <c:pt idx="504">
                  <c:v>0.67514651561553618</c:v>
                </c:pt>
                <c:pt idx="505">
                  <c:v>0.67571935541659911</c:v>
                </c:pt>
                <c:pt idx="506">
                  <c:v>0.6766833300632128</c:v>
                </c:pt>
                <c:pt idx="507">
                  <c:v>0.67856222754920104</c:v>
                </c:pt>
                <c:pt idx="508">
                  <c:v>0.67937947331155146</c:v>
                </c:pt>
                <c:pt idx="509">
                  <c:v>0.67865521271422846</c:v>
                </c:pt>
                <c:pt idx="510">
                  <c:v>0.67978468389309266</c:v>
                </c:pt>
                <c:pt idx="511">
                  <c:v>0.67768995845525193</c:v>
                </c:pt>
                <c:pt idx="512">
                  <c:v>0.67765370277164039</c:v>
                </c:pt>
                <c:pt idx="513">
                  <c:v>0.67845857894781736</c:v>
                </c:pt>
                <c:pt idx="514">
                  <c:v>0.67658735913600576</c:v>
                </c:pt>
                <c:pt idx="515">
                  <c:v>0.67613864173413063</c:v>
                </c:pt>
                <c:pt idx="516">
                  <c:v>0.67719560154577174</c:v>
                </c:pt>
                <c:pt idx="517">
                  <c:v>0.6754711106182234</c:v>
                </c:pt>
                <c:pt idx="518">
                  <c:v>0.67472680276055041</c:v>
                </c:pt>
                <c:pt idx="519">
                  <c:v>0.67582257748052854</c:v>
                </c:pt>
                <c:pt idx="520">
                  <c:v>0.67601323972257998</c:v>
                </c:pt>
                <c:pt idx="521">
                  <c:v>0.67697081630737999</c:v>
                </c:pt>
                <c:pt idx="522">
                  <c:v>0.67800005118449447</c:v>
                </c:pt>
                <c:pt idx="523">
                  <c:v>0.67791986214309474</c:v>
                </c:pt>
                <c:pt idx="524">
                  <c:v>0.67818559497709496</c:v>
                </c:pt>
                <c:pt idx="525">
                  <c:v>0.67645470598773272</c:v>
                </c:pt>
                <c:pt idx="526">
                  <c:v>0.67425164003651161</c:v>
                </c:pt>
                <c:pt idx="527">
                  <c:v>0.67359861119404896</c:v>
                </c:pt>
                <c:pt idx="528">
                  <c:v>0.67112938587137339</c:v>
                </c:pt>
                <c:pt idx="529">
                  <c:v>0.6689689736655775</c:v>
                </c:pt>
                <c:pt idx="530">
                  <c:v>0.66999948815505483</c:v>
                </c:pt>
                <c:pt idx="531">
                  <c:v>0.67281762111531007</c:v>
                </c:pt>
                <c:pt idx="532">
                  <c:v>0.67528940566271123</c:v>
                </c:pt>
                <c:pt idx="533">
                  <c:v>0.67489229929280092</c:v>
                </c:pt>
                <c:pt idx="534">
                  <c:v>0.67240302670977536</c:v>
                </c:pt>
                <c:pt idx="535">
                  <c:v>0.67157554404852293</c:v>
                </c:pt>
                <c:pt idx="536">
                  <c:v>0.6704383951954821</c:v>
                </c:pt>
                <c:pt idx="537">
                  <c:v>0.66839784001433167</c:v>
                </c:pt>
                <c:pt idx="538">
                  <c:v>0.67000119430487193</c:v>
                </c:pt>
                <c:pt idx="539">
                  <c:v>0.6726239731110788</c:v>
                </c:pt>
                <c:pt idx="540">
                  <c:v>0.67344036579852073</c:v>
                </c:pt>
                <c:pt idx="541">
                  <c:v>0.67098351006201851</c:v>
                </c:pt>
                <c:pt idx="542">
                  <c:v>0.66989114764167446</c:v>
                </c:pt>
                <c:pt idx="543">
                  <c:v>0.67094256246641015</c:v>
                </c:pt>
                <c:pt idx="544">
                  <c:v>0.67293833121486402</c:v>
                </c:pt>
                <c:pt idx="545">
                  <c:v>0.67465813023041554</c:v>
                </c:pt>
                <c:pt idx="546">
                  <c:v>0.67347662148213228</c:v>
                </c:pt>
                <c:pt idx="547">
                  <c:v>0.67341818585089952</c:v>
                </c:pt>
                <c:pt idx="548">
                  <c:v>0.67383235371898009</c:v>
                </c:pt>
                <c:pt idx="549">
                  <c:v>0.67457282273956476</c:v>
                </c:pt>
                <c:pt idx="550">
                  <c:v>0.67193170282282488</c:v>
                </c:pt>
                <c:pt idx="551">
                  <c:v>0.66882693669331106</c:v>
                </c:pt>
                <c:pt idx="552">
                  <c:v>0.66869556315740086</c:v>
                </c:pt>
                <c:pt idx="553">
                  <c:v>0.66989882531585099</c:v>
                </c:pt>
                <c:pt idx="554">
                  <c:v>0.67249771802461966</c:v>
                </c:pt>
                <c:pt idx="555">
                  <c:v>0.67254506368204192</c:v>
                </c:pt>
                <c:pt idx="556">
                  <c:v>0.67121085452513585</c:v>
                </c:pt>
                <c:pt idx="557">
                  <c:v>0.67238425906178823</c:v>
                </c:pt>
                <c:pt idx="558">
                  <c:v>0.67002422732740163</c:v>
                </c:pt>
                <c:pt idx="559">
                  <c:v>0.66717623674534865</c:v>
                </c:pt>
                <c:pt idx="560">
                  <c:v>0.66785187207288665</c:v>
                </c:pt>
                <c:pt idx="561">
                  <c:v>0.66852878701278762</c:v>
                </c:pt>
                <c:pt idx="562">
                  <c:v>0.66812570911851765</c:v>
                </c:pt>
                <c:pt idx="563">
                  <c:v>0.66780111411583043</c:v>
                </c:pt>
                <c:pt idx="564">
                  <c:v>0.66755756122945153</c:v>
                </c:pt>
                <c:pt idx="565">
                  <c:v>0.6681389317795996</c:v>
                </c:pt>
                <c:pt idx="566">
                  <c:v>0.67116137618044236</c:v>
                </c:pt>
                <c:pt idx="567">
                  <c:v>0.67179691698728061</c:v>
                </c:pt>
                <c:pt idx="568">
                  <c:v>0.66871049196829968</c:v>
                </c:pt>
                <c:pt idx="569">
                  <c:v>0.66770301050135206</c:v>
                </c:pt>
                <c:pt idx="570">
                  <c:v>0.66837054161725939</c:v>
                </c:pt>
                <c:pt idx="571">
                  <c:v>0.67142625593953409</c:v>
                </c:pt>
                <c:pt idx="572">
                  <c:v>0.67493452650077201</c:v>
                </c:pt>
                <c:pt idx="573">
                  <c:v>0.6777953132064527</c:v>
                </c:pt>
                <c:pt idx="574">
                  <c:v>0.67571381042969381</c:v>
                </c:pt>
                <c:pt idx="575">
                  <c:v>0.67251563259769842</c:v>
                </c:pt>
                <c:pt idx="576">
                  <c:v>0.669154517458178</c:v>
                </c:pt>
                <c:pt idx="577">
                  <c:v>0.66714979142318487</c:v>
                </c:pt>
                <c:pt idx="578">
                  <c:v>0.66657140663521663</c:v>
                </c:pt>
                <c:pt idx="579">
                  <c:v>0.66637605248116838</c:v>
                </c:pt>
                <c:pt idx="580">
                  <c:v>0.66608387432500449</c:v>
                </c:pt>
                <c:pt idx="581">
                  <c:v>0.66560018085188055</c:v>
                </c:pt>
                <c:pt idx="582">
                  <c:v>0.66611330540934799</c:v>
                </c:pt>
                <c:pt idx="583">
                  <c:v>0.66634064987246533</c:v>
                </c:pt>
                <c:pt idx="584">
                  <c:v>0.66751149518439212</c:v>
                </c:pt>
                <c:pt idx="585">
                  <c:v>0.6680186482174999</c:v>
                </c:pt>
                <c:pt idx="586">
                  <c:v>0.66963778439384758</c:v>
                </c:pt>
                <c:pt idx="587">
                  <c:v>0.66922916151267242</c:v>
                </c:pt>
                <c:pt idx="588">
                  <c:v>0.66712931762538064</c:v>
                </c:pt>
                <c:pt idx="589">
                  <c:v>0.66740784658300845</c:v>
                </c:pt>
                <c:pt idx="590">
                  <c:v>0.66729737338235673</c:v>
                </c:pt>
                <c:pt idx="591">
                  <c:v>0.66563217116094964</c:v>
                </c:pt>
                <c:pt idx="592">
                  <c:v>0.66382834426691006</c:v>
                </c:pt>
                <c:pt idx="593">
                  <c:v>0.66402668418313815</c:v>
                </c:pt>
                <c:pt idx="594">
                  <c:v>0.66337152265340416</c:v>
                </c:pt>
                <c:pt idx="595">
                  <c:v>0.66391237214539811</c:v>
                </c:pt>
                <c:pt idx="596">
                  <c:v>0.66750040521058152</c:v>
                </c:pt>
                <c:pt idx="597">
                  <c:v>0.66890797880961927</c:v>
                </c:pt>
                <c:pt idx="598">
                  <c:v>0.66828694027622559</c:v>
                </c:pt>
                <c:pt idx="599">
                  <c:v>0.66672069474420548</c:v>
                </c:pt>
                <c:pt idx="600">
                  <c:v>0.66729012224563433</c:v>
                </c:pt>
                <c:pt idx="601">
                  <c:v>0.66473644250701647</c:v>
                </c:pt>
                <c:pt idx="602">
                  <c:v>0.66132712863516541</c:v>
                </c:pt>
                <c:pt idx="603">
                  <c:v>0.66194475486892501</c:v>
                </c:pt>
                <c:pt idx="604">
                  <c:v>0.66226892333415799</c:v>
                </c:pt>
                <c:pt idx="605">
                  <c:v>0.66266560316661405</c:v>
                </c:pt>
                <c:pt idx="606">
                  <c:v>0.66330626242290336</c:v>
                </c:pt>
                <c:pt idx="607">
                  <c:v>0.66035974168891765</c:v>
                </c:pt>
                <c:pt idx="608">
                  <c:v>0.65805857212321817</c:v>
                </c:pt>
                <c:pt idx="609">
                  <c:v>0.65901572217056381</c:v>
                </c:pt>
                <c:pt idx="610">
                  <c:v>0.65897733379968093</c:v>
                </c:pt>
                <c:pt idx="611">
                  <c:v>0.65901742832038079</c:v>
                </c:pt>
                <c:pt idx="612">
                  <c:v>0.66093897955179437</c:v>
                </c:pt>
                <c:pt idx="613">
                  <c:v>0.66140475845183966</c:v>
                </c:pt>
                <c:pt idx="614">
                  <c:v>0.65934202332306802</c:v>
                </c:pt>
                <c:pt idx="615">
                  <c:v>0.65694019091816447</c:v>
                </c:pt>
                <c:pt idx="616">
                  <c:v>0.65866254915844158</c:v>
                </c:pt>
                <c:pt idx="617">
                  <c:v>0.65941154892811138</c:v>
                </c:pt>
                <c:pt idx="618">
                  <c:v>0.65891719201863119</c:v>
                </c:pt>
                <c:pt idx="619">
                  <c:v>0.65817714953550066</c:v>
                </c:pt>
                <c:pt idx="620">
                  <c:v>0.65616815812596507</c:v>
                </c:pt>
                <c:pt idx="621">
                  <c:v>0.65550190662242047</c:v>
                </c:pt>
                <c:pt idx="622">
                  <c:v>0.65736331607278431</c:v>
                </c:pt>
                <c:pt idx="623">
                  <c:v>0.65676403094955771</c:v>
                </c:pt>
                <c:pt idx="624">
                  <c:v>0.65536669424942207</c:v>
                </c:pt>
                <c:pt idx="625">
                  <c:v>0.65343234689438079</c:v>
                </c:pt>
                <c:pt idx="626">
                  <c:v>0.65052762683091203</c:v>
                </c:pt>
                <c:pt idx="627">
                  <c:v>0.64867261544236199</c:v>
                </c:pt>
                <c:pt idx="628">
                  <c:v>0.64940753947604135</c:v>
                </c:pt>
                <c:pt idx="629">
                  <c:v>0.65132397225800398</c:v>
                </c:pt>
                <c:pt idx="630">
                  <c:v>0.65298021719287169</c:v>
                </c:pt>
                <c:pt idx="631">
                  <c:v>0.65274647466794056</c:v>
                </c:pt>
                <c:pt idx="632">
                  <c:v>0.65107700707199101</c:v>
                </c:pt>
                <c:pt idx="633">
                  <c:v>0.6505668682767034</c:v>
                </c:pt>
                <c:pt idx="634">
                  <c:v>0.65271320474650873</c:v>
                </c:pt>
                <c:pt idx="635">
                  <c:v>0.65320542896871769</c:v>
                </c:pt>
                <c:pt idx="636">
                  <c:v>0.65065516152973391</c:v>
                </c:pt>
                <c:pt idx="637">
                  <c:v>0.64936488573061601</c:v>
                </c:pt>
                <c:pt idx="638">
                  <c:v>0.65038729600846246</c:v>
                </c:pt>
                <c:pt idx="639">
                  <c:v>0.65091364322701173</c:v>
                </c:pt>
                <c:pt idx="640">
                  <c:v>0.65297253951869516</c:v>
                </c:pt>
                <c:pt idx="641">
                  <c:v>0.65363623179751407</c:v>
                </c:pt>
                <c:pt idx="642">
                  <c:v>0.6545306808390845</c:v>
                </c:pt>
                <c:pt idx="643">
                  <c:v>0.65401371744452874</c:v>
                </c:pt>
                <c:pt idx="644">
                  <c:v>0.65400518669544372</c:v>
                </c:pt>
                <c:pt idx="645">
                  <c:v>0.65485186354213765</c:v>
                </c:pt>
                <c:pt idx="646">
                  <c:v>0.65286974399221998</c:v>
                </c:pt>
                <c:pt idx="647">
                  <c:v>0.65002729839707218</c:v>
                </c:pt>
                <c:pt idx="648">
                  <c:v>0.64922924682016325</c:v>
                </c:pt>
                <c:pt idx="649">
                  <c:v>0.64999530808800321</c:v>
                </c:pt>
                <c:pt idx="650">
                  <c:v>0.6483437550651322</c:v>
                </c:pt>
                <c:pt idx="651">
                  <c:v>0.6480532830587854</c:v>
                </c:pt>
                <c:pt idx="652">
                  <c:v>0.64661158646340733</c:v>
                </c:pt>
                <c:pt idx="653">
                  <c:v>0.64424174436757287</c:v>
                </c:pt>
                <c:pt idx="654">
                  <c:v>0.64026645794767234</c:v>
                </c:pt>
                <c:pt idx="655">
                  <c:v>0.63942519812664744</c:v>
                </c:pt>
                <c:pt idx="656">
                  <c:v>0.64137946478080243</c:v>
                </c:pt>
                <c:pt idx="657">
                  <c:v>0.64324236711225613</c:v>
                </c:pt>
                <c:pt idx="658">
                  <c:v>0.64399435264410565</c:v>
                </c:pt>
                <c:pt idx="659">
                  <c:v>0.64671651467715374</c:v>
                </c:pt>
                <c:pt idx="660">
                  <c:v>0.6497462102147189</c:v>
                </c:pt>
                <c:pt idx="661">
                  <c:v>0.6509878607440519</c:v>
                </c:pt>
                <c:pt idx="662">
                  <c:v>0.64998293850182987</c:v>
                </c:pt>
                <c:pt idx="663">
                  <c:v>0.64817996468269878</c:v>
                </c:pt>
                <c:pt idx="664">
                  <c:v>0.64730172406439013</c:v>
                </c:pt>
                <c:pt idx="665">
                  <c:v>0.6472390230586148</c:v>
                </c:pt>
                <c:pt idx="666">
                  <c:v>0.64753504005186691</c:v>
                </c:pt>
                <c:pt idx="667">
                  <c:v>0.64489093437294731</c:v>
                </c:pt>
                <c:pt idx="668">
                  <c:v>0.64263902988321397</c:v>
                </c:pt>
                <c:pt idx="669">
                  <c:v>0.64430657806061953</c:v>
                </c:pt>
                <c:pt idx="670">
                  <c:v>0.64681760405381195</c:v>
                </c:pt>
                <c:pt idx="671">
                  <c:v>0.64672589850114737</c:v>
                </c:pt>
                <c:pt idx="672">
                  <c:v>0.64539680779369235</c:v>
                </c:pt>
                <c:pt idx="673">
                  <c:v>0.64310459551453214</c:v>
                </c:pt>
                <c:pt idx="674">
                  <c:v>0.64151305631147471</c:v>
                </c:pt>
                <c:pt idx="675">
                  <c:v>0.64116585482371202</c:v>
                </c:pt>
                <c:pt idx="676">
                  <c:v>0.64165543451370466</c:v>
                </c:pt>
                <c:pt idx="677">
                  <c:v>0.64348208116154682</c:v>
                </c:pt>
                <c:pt idx="678">
                  <c:v>0.64432278648388108</c:v>
                </c:pt>
                <c:pt idx="679">
                  <c:v>0.64287213260196374</c:v>
                </c:pt>
                <c:pt idx="680">
                  <c:v>0.64269767878317396</c:v>
                </c:pt>
                <c:pt idx="681">
                  <c:v>0.64119950862885267</c:v>
                </c:pt>
                <c:pt idx="682">
                  <c:v>0.64002879127816215</c:v>
                </c:pt>
                <c:pt idx="683">
                  <c:v>0.63760239031589361</c:v>
                </c:pt>
                <c:pt idx="684">
                  <c:v>0.63759466998797165</c:v>
                </c:pt>
                <c:pt idx="685">
                  <c:v>0.63900126255086453</c:v>
                </c:pt>
                <c:pt idx="686">
                  <c:v>0.63927514225024096</c:v>
                </c:pt>
                <c:pt idx="687">
                  <c:v>0.63871612226269592</c:v>
                </c:pt>
                <c:pt idx="688">
                  <c:v>0.64090417409552725</c:v>
                </c:pt>
                <c:pt idx="689">
                  <c:v>0.64402847564044596</c:v>
                </c:pt>
                <c:pt idx="690">
                  <c:v>0.64483804372861975</c:v>
                </c:pt>
                <c:pt idx="691">
                  <c:v>0.64415643687672208</c:v>
                </c:pt>
                <c:pt idx="692">
                  <c:v>0.64172649565358331</c:v>
                </c:pt>
                <c:pt idx="693">
                  <c:v>0.64059971166068086</c:v>
                </c:pt>
                <c:pt idx="694">
                  <c:v>0.63982772152222689</c:v>
                </c:pt>
                <c:pt idx="695">
                  <c:v>0.63984900574119408</c:v>
                </c:pt>
                <c:pt idx="696">
                  <c:v>0.64013619340914318</c:v>
                </c:pt>
                <c:pt idx="697">
                  <c:v>0.63868758690700633</c:v>
                </c:pt>
                <c:pt idx="698">
                  <c:v>0.63921640804279023</c:v>
                </c:pt>
                <c:pt idx="699">
                  <c:v>0.64017829265587811</c:v>
                </c:pt>
                <c:pt idx="700">
                  <c:v>0.63907505353045047</c:v>
                </c:pt>
                <c:pt idx="701">
                  <c:v>0.63724311781817555</c:v>
                </c:pt>
                <c:pt idx="702">
                  <c:v>0.63653826467502106</c:v>
                </c:pt>
                <c:pt idx="703">
                  <c:v>0.63701705296742106</c:v>
                </c:pt>
                <c:pt idx="704">
                  <c:v>0.63686639993857863</c:v>
                </c:pt>
                <c:pt idx="705">
                  <c:v>0.63767788744529652</c:v>
                </c:pt>
                <c:pt idx="706">
                  <c:v>0.63914082560589647</c:v>
                </c:pt>
                <c:pt idx="707">
                  <c:v>0.6395294865342126</c:v>
                </c:pt>
                <c:pt idx="708">
                  <c:v>0.64106664221185261</c:v>
                </c:pt>
                <c:pt idx="709">
                  <c:v>0.64307431135528004</c:v>
                </c:pt>
                <c:pt idx="710">
                  <c:v>0.642429258763212</c:v>
                </c:pt>
                <c:pt idx="711">
                  <c:v>0.63922660228794692</c:v>
                </c:pt>
                <c:pt idx="712">
                  <c:v>0.6356814788906614</c:v>
                </c:pt>
                <c:pt idx="713">
                  <c:v>0.63488453631113351</c:v>
                </c:pt>
                <c:pt idx="714">
                  <c:v>0.63468687885483221</c:v>
                </c:pt>
                <c:pt idx="715">
                  <c:v>0.63488155054895368</c:v>
                </c:pt>
                <c:pt idx="716">
                  <c:v>0.6356273086339711</c:v>
                </c:pt>
                <c:pt idx="717">
                  <c:v>0.63558303404621963</c:v>
                </c:pt>
                <c:pt idx="718">
                  <c:v>0.63434820811615467</c:v>
                </c:pt>
                <c:pt idx="719">
                  <c:v>0.63361059689651344</c:v>
                </c:pt>
                <c:pt idx="720">
                  <c:v>0.63411335659384249</c:v>
                </c:pt>
                <c:pt idx="721">
                  <c:v>0.63585486636581556</c:v>
                </c:pt>
                <c:pt idx="722">
                  <c:v>0.63620530953823051</c:v>
                </c:pt>
                <c:pt idx="723">
                  <c:v>0.63456582752531498</c:v>
                </c:pt>
                <c:pt idx="724">
                  <c:v>0.63306970475077418</c:v>
                </c:pt>
                <c:pt idx="725">
                  <c:v>0.63309487046057511</c:v>
                </c:pt>
                <c:pt idx="726">
                  <c:v>0.63435153510829778</c:v>
                </c:pt>
                <c:pt idx="727">
                  <c:v>0.63430696194432834</c:v>
                </c:pt>
                <c:pt idx="728">
                  <c:v>0.63355164942033559</c:v>
                </c:pt>
                <c:pt idx="729">
                  <c:v>0.63255692142327014</c:v>
                </c:pt>
                <c:pt idx="730">
                  <c:v>0.63258579800892312</c:v>
                </c:pt>
                <c:pt idx="731">
                  <c:v>0.63109812067597648</c:v>
                </c:pt>
                <c:pt idx="732">
                  <c:v>0.62942971942366255</c:v>
                </c:pt>
                <c:pt idx="733">
                  <c:v>0.63103264717674856</c:v>
                </c:pt>
                <c:pt idx="734">
                  <c:v>0.63211959257142369</c:v>
                </c:pt>
                <c:pt idx="735">
                  <c:v>0.63152952065720891</c:v>
                </c:pt>
                <c:pt idx="736">
                  <c:v>0.62911455089871438</c:v>
                </c:pt>
                <c:pt idx="737">
                  <c:v>0.62953460498366365</c:v>
                </c:pt>
                <c:pt idx="738">
                  <c:v>0.63085119814370894</c:v>
                </c:pt>
                <c:pt idx="739">
                  <c:v>0.62996660211733191</c:v>
                </c:pt>
                <c:pt idx="740">
                  <c:v>0.62713976779300984</c:v>
                </c:pt>
                <c:pt idx="741">
                  <c:v>0.6268388456190338</c:v>
                </c:pt>
                <c:pt idx="742">
                  <c:v>0.62857080095203155</c:v>
                </c:pt>
                <c:pt idx="743">
                  <c:v>0.62825294524112163</c:v>
                </c:pt>
                <c:pt idx="744">
                  <c:v>0.62864344028049102</c:v>
                </c:pt>
                <c:pt idx="745">
                  <c:v>0.63094328758008233</c:v>
                </c:pt>
                <c:pt idx="746">
                  <c:v>0.63049811043907766</c:v>
                </c:pt>
                <c:pt idx="747">
                  <c:v>0.62937316055722847</c:v>
                </c:pt>
                <c:pt idx="748">
                  <c:v>0.62984947493239374</c:v>
                </c:pt>
                <c:pt idx="749">
                  <c:v>0.62992949335881177</c:v>
                </c:pt>
                <c:pt idx="750">
                  <c:v>0.62995943628810047</c:v>
                </c:pt>
                <c:pt idx="751">
                  <c:v>0.63000789094290366</c:v>
                </c:pt>
                <c:pt idx="752">
                  <c:v>0.62915468807315966</c:v>
                </c:pt>
                <c:pt idx="753">
                  <c:v>0.62718707079668667</c:v>
                </c:pt>
                <c:pt idx="754">
                  <c:v>0.62524457657626908</c:v>
                </c:pt>
                <c:pt idx="755">
                  <c:v>0.62478562227549195</c:v>
                </c:pt>
                <c:pt idx="756">
                  <c:v>0.62580560128984919</c:v>
                </c:pt>
                <c:pt idx="757">
                  <c:v>0.62583648260153724</c:v>
                </c:pt>
                <c:pt idx="758">
                  <c:v>0.62747694565059753</c:v>
                </c:pt>
                <c:pt idx="759">
                  <c:v>0.62776127551760319</c:v>
                </c:pt>
                <c:pt idx="760">
                  <c:v>0.62858142173464249</c:v>
                </c:pt>
                <c:pt idx="761">
                  <c:v>0.63085576209446947</c:v>
                </c:pt>
                <c:pt idx="762">
                  <c:v>0.63120091620245167</c:v>
                </c:pt>
                <c:pt idx="763">
                  <c:v>0.62878692748010201</c:v>
                </c:pt>
                <c:pt idx="764">
                  <c:v>0.62663039676513987</c:v>
                </c:pt>
                <c:pt idx="765">
                  <c:v>0.62642135075881011</c:v>
                </c:pt>
                <c:pt idx="766">
                  <c:v>0.62694279279663545</c:v>
                </c:pt>
                <c:pt idx="767">
                  <c:v>0.62672542930994768</c:v>
                </c:pt>
                <c:pt idx="768">
                  <c:v>0.627367496139836</c:v>
                </c:pt>
                <c:pt idx="769">
                  <c:v>0.62623043259428612</c:v>
                </c:pt>
                <c:pt idx="770">
                  <c:v>0.62324475572199989</c:v>
                </c:pt>
                <c:pt idx="771">
                  <c:v>0.62236958617336191</c:v>
                </c:pt>
                <c:pt idx="772">
                  <c:v>0.62377088967182204</c:v>
                </c:pt>
                <c:pt idx="773">
                  <c:v>0.62510305144894773</c:v>
                </c:pt>
                <c:pt idx="774">
                  <c:v>0.62414863124130926</c:v>
                </c:pt>
                <c:pt idx="775">
                  <c:v>0.62258882642484836</c:v>
                </c:pt>
                <c:pt idx="776">
                  <c:v>0.62237892734361</c:v>
                </c:pt>
                <c:pt idx="777">
                  <c:v>0.62225953951016433</c:v>
                </c:pt>
                <c:pt idx="778">
                  <c:v>0.62279633689634284</c:v>
                </c:pt>
                <c:pt idx="779">
                  <c:v>0.62331099698864556</c:v>
                </c:pt>
                <c:pt idx="780">
                  <c:v>0.62249822986956482</c:v>
                </c:pt>
                <c:pt idx="781">
                  <c:v>0.62136688192590195</c:v>
                </c:pt>
                <c:pt idx="782">
                  <c:v>0.62096461445279505</c:v>
                </c:pt>
                <c:pt idx="783">
                  <c:v>0.62182946179504017</c:v>
                </c:pt>
                <c:pt idx="784">
                  <c:v>0.62429851650273405</c:v>
                </c:pt>
                <c:pt idx="785">
                  <c:v>0.62866898987400077</c:v>
                </c:pt>
                <c:pt idx="786">
                  <c:v>0.63035487916193922</c:v>
                </c:pt>
                <c:pt idx="787">
                  <c:v>0.6270704554566936</c:v>
                </c:pt>
                <c:pt idx="788">
                  <c:v>0.62457188435716537</c:v>
                </c:pt>
                <c:pt idx="789">
                  <c:v>0.6245284628443224</c:v>
                </c:pt>
                <c:pt idx="790">
                  <c:v>0.62486918096278032</c:v>
                </c:pt>
                <c:pt idx="791">
                  <c:v>0.62436207058341786</c:v>
                </c:pt>
                <c:pt idx="792">
                  <c:v>0.62283715653071492</c:v>
                </c:pt>
                <c:pt idx="793">
                  <c:v>0.62228926917072591</c:v>
                </c:pt>
                <c:pt idx="794">
                  <c:v>0.62301429753546655</c:v>
                </c:pt>
                <c:pt idx="795">
                  <c:v>0.6233749349530382</c:v>
                </c:pt>
                <c:pt idx="796">
                  <c:v>0.62243186064168288</c:v>
                </c:pt>
                <c:pt idx="797">
                  <c:v>0.62247988875903193</c:v>
                </c:pt>
                <c:pt idx="798">
                  <c:v>0.62461688405858917</c:v>
                </c:pt>
                <c:pt idx="799">
                  <c:v>0.62649168678501654</c:v>
                </c:pt>
                <c:pt idx="800">
                  <c:v>0.62537296434999956</c:v>
                </c:pt>
                <c:pt idx="801">
                  <c:v>0.62290975320542896</c:v>
                </c:pt>
                <c:pt idx="802">
                  <c:v>0.6239205616645197</c:v>
                </c:pt>
                <c:pt idx="803">
                  <c:v>0.6275928785306637</c:v>
                </c:pt>
                <c:pt idx="804">
                  <c:v>0.62898919154090915</c:v>
                </c:pt>
                <c:pt idx="805">
                  <c:v>0.62579472458476582</c:v>
                </c:pt>
                <c:pt idx="806">
                  <c:v>0.62272868805609816</c:v>
                </c:pt>
                <c:pt idx="807">
                  <c:v>0.62455751004495708</c:v>
                </c:pt>
                <c:pt idx="808">
                  <c:v>0.62560730402736664</c:v>
                </c:pt>
                <c:pt idx="809">
                  <c:v>0.62589705092004122</c:v>
                </c:pt>
                <c:pt idx="810">
                  <c:v>0.62636875869070063</c:v>
                </c:pt>
                <c:pt idx="811">
                  <c:v>0.62663935405167925</c:v>
                </c:pt>
                <c:pt idx="812">
                  <c:v>0.62618790681009695</c:v>
                </c:pt>
                <c:pt idx="813">
                  <c:v>0.6244947237316909</c:v>
                </c:pt>
                <c:pt idx="814">
                  <c:v>0.62388767562679681</c:v>
                </c:pt>
                <c:pt idx="815">
                  <c:v>0.62183142386732981</c:v>
                </c:pt>
                <c:pt idx="816">
                  <c:v>0.6195634389155712</c:v>
                </c:pt>
                <c:pt idx="817">
                  <c:v>0.61971119148972464</c:v>
                </c:pt>
                <c:pt idx="818">
                  <c:v>0.62046309171408343</c:v>
                </c:pt>
                <c:pt idx="819">
                  <c:v>0.61959402165104116</c:v>
                </c:pt>
                <c:pt idx="820">
                  <c:v>0.61885986538477944</c:v>
                </c:pt>
                <c:pt idx="821">
                  <c:v>0.62117161307934443</c:v>
                </c:pt>
                <c:pt idx="822">
                  <c:v>0.62230061506700907</c:v>
                </c:pt>
                <c:pt idx="823">
                  <c:v>0.62050600138198131</c:v>
                </c:pt>
                <c:pt idx="824">
                  <c:v>0.61860675805942522</c:v>
                </c:pt>
                <c:pt idx="825">
                  <c:v>0.61667032067085814</c:v>
                </c:pt>
                <c:pt idx="826">
                  <c:v>0.61685424362113239</c:v>
                </c:pt>
                <c:pt idx="827">
                  <c:v>0.62091829248526309</c:v>
                </c:pt>
                <c:pt idx="828">
                  <c:v>0.62400996391493135</c:v>
                </c:pt>
                <c:pt idx="829">
                  <c:v>0.62341754604471822</c:v>
                </c:pt>
                <c:pt idx="830">
                  <c:v>0.6201000656867679</c:v>
                </c:pt>
                <c:pt idx="831">
                  <c:v>0.6177166596998882</c:v>
                </c:pt>
                <c:pt idx="832">
                  <c:v>0.61838235670474218</c:v>
                </c:pt>
                <c:pt idx="833">
                  <c:v>0.61935771990138455</c:v>
                </c:pt>
                <c:pt idx="834">
                  <c:v>0.61920843179239571</c:v>
                </c:pt>
                <c:pt idx="835">
                  <c:v>0.61945177141004748</c:v>
                </c:pt>
                <c:pt idx="836">
                  <c:v>0.62028155737355295</c:v>
                </c:pt>
                <c:pt idx="837">
                  <c:v>0.62205731810310261</c:v>
                </c:pt>
                <c:pt idx="838">
                  <c:v>0.62290928401422929</c:v>
                </c:pt>
                <c:pt idx="839">
                  <c:v>0.62252092166213113</c:v>
                </c:pt>
                <c:pt idx="840">
                  <c:v>0.62360488129462643</c:v>
                </c:pt>
                <c:pt idx="841">
                  <c:v>0.62276976361294278</c:v>
                </c:pt>
                <c:pt idx="842">
                  <c:v>0.62001271081613674</c:v>
                </c:pt>
                <c:pt idx="843">
                  <c:v>0.62202046526705512</c:v>
                </c:pt>
                <c:pt idx="844">
                  <c:v>0.62475823857092894</c:v>
                </c:pt>
                <c:pt idx="845">
                  <c:v>0.62428559241787018</c:v>
                </c:pt>
                <c:pt idx="846">
                  <c:v>0.62329576960152866</c:v>
                </c:pt>
                <c:pt idx="847">
                  <c:v>0.62492164506965353</c:v>
                </c:pt>
                <c:pt idx="848">
                  <c:v>0.62605444324066095</c:v>
                </c:pt>
                <c:pt idx="849">
                  <c:v>0.62435699478771234</c:v>
                </c:pt>
                <c:pt idx="850">
                  <c:v>0.62268125709118516</c:v>
                </c:pt>
                <c:pt idx="851">
                  <c:v>0.62000601417810497</c:v>
                </c:pt>
                <c:pt idx="852">
                  <c:v>0.61967822014451091</c:v>
                </c:pt>
                <c:pt idx="853">
                  <c:v>0.62083554421913789</c:v>
                </c:pt>
                <c:pt idx="854">
                  <c:v>0.62233252006858719</c:v>
                </c:pt>
                <c:pt idx="855">
                  <c:v>0.62375007464405452</c:v>
                </c:pt>
                <c:pt idx="856">
                  <c:v>0.62330805388021115</c:v>
                </c:pt>
                <c:pt idx="857">
                  <c:v>0.62394210180595955</c:v>
                </c:pt>
                <c:pt idx="858">
                  <c:v>0.62228807486585391</c:v>
                </c:pt>
                <c:pt idx="859">
                  <c:v>0.62035709715670129</c:v>
                </c:pt>
                <c:pt idx="860">
                  <c:v>0.61981385905496356</c:v>
                </c:pt>
                <c:pt idx="861">
                  <c:v>0.62154223147334564</c:v>
                </c:pt>
                <c:pt idx="862">
                  <c:v>0.62309887991264512</c:v>
                </c:pt>
                <c:pt idx="863">
                  <c:v>0.62501241223991877</c:v>
                </c:pt>
                <c:pt idx="864">
                  <c:v>0.62508914632793899</c:v>
                </c:pt>
                <c:pt idx="865">
                  <c:v>0.6227088540644754</c:v>
                </c:pt>
                <c:pt idx="866">
                  <c:v>0.62045989268317647</c:v>
                </c:pt>
                <c:pt idx="867">
                  <c:v>0.61958254779352173</c:v>
                </c:pt>
                <c:pt idx="868">
                  <c:v>0.61894346672581313</c:v>
                </c:pt>
                <c:pt idx="869">
                  <c:v>0.61764986393455212</c:v>
                </c:pt>
                <c:pt idx="870">
                  <c:v>0.61672193170282275</c:v>
                </c:pt>
                <c:pt idx="871">
                  <c:v>0.61929745015909843</c:v>
                </c:pt>
                <c:pt idx="872">
                  <c:v>0.61991042713460665</c:v>
                </c:pt>
                <c:pt idx="873">
                  <c:v>0.62042692133796262</c:v>
                </c:pt>
                <c:pt idx="874">
                  <c:v>0.62293295684294037</c:v>
                </c:pt>
                <c:pt idx="875">
                  <c:v>0.62844484444179038</c:v>
                </c:pt>
                <c:pt idx="876">
                  <c:v>0.63060350784402375</c:v>
                </c:pt>
                <c:pt idx="877">
                  <c:v>0.62933762998728915</c:v>
                </c:pt>
                <c:pt idx="878">
                  <c:v>0.62833791150200902</c:v>
                </c:pt>
                <c:pt idx="879">
                  <c:v>0.62514881891778917</c:v>
                </c:pt>
                <c:pt idx="880">
                  <c:v>0.62342663129249376</c:v>
                </c:pt>
                <c:pt idx="881">
                  <c:v>0.62513743036776059</c:v>
                </c:pt>
                <c:pt idx="882">
                  <c:v>0.62592392277965925</c:v>
                </c:pt>
                <c:pt idx="883">
                  <c:v>0.62587632119976455</c:v>
                </c:pt>
                <c:pt idx="884">
                  <c:v>0.62435174837702501</c:v>
                </c:pt>
                <c:pt idx="885">
                  <c:v>0.62267861255896872</c:v>
                </c:pt>
                <c:pt idx="886">
                  <c:v>0.61922173976096839</c:v>
                </c:pt>
                <c:pt idx="887">
                  <c:v>0.61831146617984523</c:v>
                </c:pt>
                <c:pt idx="888">
                  <c:v>0.62066343635634647</c:v>
                </c:pt>
                <c:pt idx="889">
                  <c:v>0.62298610340974037</c:v>
                </c:pt>
                <c:pt idx="890">
                  <c:v>0.62518498929390987</c:v>
                </c:pt>
                <c:pt idx="891">
                  <c:v>0.6247145611356133</c:v>
                </c:pt>
                <c:pt idx="892">
                  <c:v>0.62255257074123671</c:v>
                </c:pt>
                <c:pt idx="893">
                  <c:v>0.623065780606195</c:v>
                </c:pt>
                <c:pt idx="894">
                  <c:v>0.62502341690623853</c:v>
                </c:pt>
                <c:pt idx="895">
                  <c:v>0.62579033124898698</c:v>
                </c:pt>
                <c:pt idx="896">
                  <c:v>0.62524939644950217</c:v>
                </c:pt>
                <c:pt idx="897">
                  <c:v>0.62568706653131212</c:v>
                </c:pt>
                <c:pt idx="898">
                  <c:v>0.62751149518439209</c:v>
                </c:pt>
                <c:pt idx="899">
                  <c:v>0.62981803912201528</c:v>
                </c:pt>
                <c:pt idx="900">
                  <c:v>0.63113642373936851</c:v>
                </c:pt>
                <c:pt idx="901">
                  <c:v>0.63109880313590339</c:v>
                </c:pt>
                <c:pt idx="902">
                  <c:v>0.62897285515641121</c:v>
                </c:pt>
                <c:pt idx="903">
                  <c:v>0.62516703206708579</c:v>
                </c:pt>
                <c:pt idx="904">
                  <c:v>0.62424042210146469</c:v>
                </c:pt>
                <c:pt idx="905">
                  <c:v>0.62292736920228964</c:v>
                </c:pt>
                <c:pt idx="906">
                  <c:v>0.62284901427194317</c:v>
                </c:pt>
                <c:pt idx="907">
                  <c:v>0.62231605572285298</c:v>
                </c:pt>
                <c:pt idx="908">
                  <c:v>0.62071052609129607</c:v>
                </c:pt>
                <c:pt idx="909">
                  <c:v>0.62248696928077252</c:v>
                </c:pt>
                <c:pt idx="910">
                  <c:v>0.62456441995171597</c:v>
                </c:pt>
                <c:pt idx="911">
                  <c:v>0.62530433447361011</c:v>
                </c:pt>
                <c:pt idx="912">
                  <c:v>0.62229724542112042</c:v>
                </c:pt>
                <c:pt idx="913">
                  <c:v>0.62050813406925265</c:v>
                </c:pt>
                <c:pt idx="914">
                  <c:v>0.61880462878445353</c:v>
                </c:pt>
                <c:pt idx="915">
                  <c:v>0.61585934500908524</c:v>
                </c:pt>
                <c:pt idx="916">
                  <c:v>0.61575177226312239</c:v>
                </c:pt>
                <c:pt idx="917">
                  <c:v>0.61533257125308172</c:v>
                </c:pt>
                <c:pt idx="918">
                  <c:v>0.61445053445143016</c:v>
                </c:pt>
                <c:pt idx="919">
                  <c:v>0.61563976352763539</c:v>
                </c:pt>
                <c:pt idx="920">
                  <c:v>0.61658923590080439</c:v>
                </c:pt>
                <c:pt idx="921">
                  <c:v>0.61908392550949898</c:v>
                </c:pt>
                <c:pt idx="922">
                  <c:v>0.61913792515120747</c:v>
                </c:pt>
                <c:pt idx="923">
                  <c:v>0.61628711942195646</c:v>
                </c:pt>
                <c:pt idx="924">
                  <c:v>0.61582923146481494</c:v>
                </c:pt>
                <c:pt idx="925">
                  <c:v>0.61829483121912931</c:v>
                </c:pt>
                <c:pt idx="926">
                  <c:v>0.62004150209429887</c:v>
                </c:pt>
                <c:pt idx="927">
                  <c:v>0.61891945266713866</c:v>
                </c:pt>
                <c:pt idx="928">
                  <c:v>0.61920514745399791</c:v>
                </c:pt>
                <c:pt idx="929">
                  <c:v>0.61876082338790162</c:v>
                </c:pt>
                <c:pt idx="930">
                  <c:v>0.62120074558746996</c:v>
                </c:pt>
                <c:pt idx="931">
                  <c:v>0.62323703539407793</c:v>
                </c:pt>
                <c:pt idx="932">
                  <c:v>0.62409467425334619</c:v>
                </c:pt>
                <c:pt idx="933">
                  <c:v>0.62481206759765573</c:v>
                </c:pt>
                <c:pt idx="934">
                  <c:v>0.62386425872055828</c:v>
                </c:pt>
                <c:pt idx="935">
                  <c:v>0.62273197239449596</c:v>
                </c:pt>
                <c:pt idx="936">
                  <c:v>0.62338363631710503</c:v>
                </c:pt>
                <c:pt idx="937">
                  <c:v>0.62105359016575246</c:v>
                </c:pt>
                <c:pt idx="938">
                  <c:v>0.618937537855199</c:v>
                </c:pt>
                <c:pt idx="939">
                  <c:v>0.61952253397370816</c:v>
                </c:pt>
                <c:pt idx="940">
                  <c:v>0.621170162852</c:v>
                </c:pt>
                <c:pt idx="941">
                  <c:v>0.62146208508569134</c:v>
                </c:pt>
                <c:pt idx="942">
                  <c:v>0.61991392474173157</c:v>
                </c:pt>
                <c:pt idx="943">
                  <c:v>0.6195634389155712</c:v>
                </c:pt>
                <c:pt idx="944">
                  <c:v>0.62004871057727573</c:v>
                </c:pt>
                <c:pt idx="945">
                  <c:v>0.62116431928887672</c:v>
                </c:pt>
                <c:pt idx="946">
                  <c:v>0.62317958079898994</c:v>
                </c:pt>
                <c:pt idx="947">
                  <c:v>0.62376803187087859</c:v>
                </c:pt>
                <c:pt idx="948">
                  <c:v>0.62349892939098983</c:v>
                </c:pt>
                <c:pt idx="949">
                  <c:v>0.62230142548817213</c:v>
                </c:pt>
                <c:pt idx="950">
                  <c:v>0.6201481791116078</c:v>
                </c:pt>
                <c:pt idx="951">
                  <c:v>0.61875323102121593</c:v>
                </c:pt>
                <c:pt idx="952">
                  <c:v>0.61808851505250673</c:v>
                </c:pt>
                <c:pt idx="953">
                  <c:v>0.61949510761539972</c:v>
                </c:pt>
                <c:pt idx="954">
                  <c:v>0.62069559728039714</c:v>
                </c:pt>
                <c:pt idx="955">
                  <c:v>0.62142595736331607</c:v>
                </c:pt>
                <c:pt idx="956">
                  <c:v>0.62169083712240769</c:v>
                </c:pt>
                <c:pt idx="957">
                  <c:v>0.62246670875169552</c:v>
                </c:pt>
                <c:pt idx="958">
                  <c:v>0.62335151804679967</c:v>
                </c:pt>
                <c:pt idx="959">
                  <c:v>0.62157294217005188</c:v>
                </c:pt>
                <c:pt idx="960">
                  <c:v>0.62139341255555647</c:v>
                </c:pt>
                <c:pt idx="961">
                  <c:v>0.62386404545183105</c:v>
                </c:pt>
                <c:pt idx="962">
                  <c:v>0.62441901333356076</c:v>
                </c:pt>
                <c:pt idx="963">
                  <c:v>0.62427143137438901</c:v>
                </c:pt>
                <c:pt idx="964">
                  <c:v>0.62437213686733828</c:v>
                </c:pt>
                <c:pt idx="965">
                  <c:v>0.624875365755867</c:v>
                </c:pt>
                <c:pt idx="966">
                  <c:v>0.62569913754126749</c:v>
                </c:pt>
                <c:pt idx="967">
                  <c:v>0.62397729114593548</c:v>
                </c:pt>
                <c:pt idx="968">
                  <c:v>0.62271636112367024</c:v>
                </c:pt>
                <c:pt idx="969">
                  <c:v>0.6224594149612277</c:v>
                </c:pt>
                <c:pt idx="970">
                  <c:v>0.62180519181389315</c:v>
                </c:pt>
                <c:pt idx="971">
                  <c:v>0.62255359443112701</c:v>
                </c:pt>
                <c:pt idx="972">
                  <c:v>0.62057910990164045</c:v>
                </c:pt>
                <c:pt idx="973">
                  <c:v>0.61864403743292695</c:v>
                </c:pt>
                <c:pt idx="974">
                  <c:v>0.6208435204695324</c:v>
                </c:pt>
                <c:pt idx="975">
                  <c:v>0.62511102769934224</c:v>
                </c:pt>
                <c:pt idx="976">
                  <c:v>0.62647074379601275</c:v>
                </c:pt>
                <c:pt idx="977">
                  <c:v>0.62509865811316889</c:v>
                </c:pt>
                <c:pt idx="978">
                  <c:v>0.62423406669339632</c:v>
                </c:pt>
                <c:pt idx="979">
                  <c:v>0.62451455772331366</c:v>
                </c:pt>
                <c:pt idx="980">
                  <c:v>0.62499138394342402</c:v>
                </c:pt>
                <c:pt idx="981">
                  <c:v>0.62511124096806936</c:v>
                </c:pt>
                <c:pt idx="982">
                  <c:v>0.62594384207877296</c:v>
                </c:pt>
                <c:pt idx="983">
                  <c:v>0.62547435230287574</c:v>
                </c:pt>
                <c:pt idx="984">
                  <c:v>0.62432154952526375</c:v>
                </c:pt>
                <c:pt idx="985">
                  <c:v>0.62223949224981445</c:v>
                </c:pt>
                <c:pt idx="986">
                  <c:v>0.62112597357173926</c:v>
                </c:pt>
                <c:pt idx="987">
                  <c:v>0.62161013623606287</c:v>
                </c:pt>
                <c:pt idx="988">
                  <c:v>0.62110383627786359</c:v>
                </c:pt>
                <c:pt idx="989">
                  <c:v>0.62156790902809178</c:v>
                </c:pt>
                <c:pt idx="990">
                  <c:v>0.62170802658181412</c:v>
                </c:pt>
                <c:pt idx="991">
                  <c:v>0.61995248372759615</c:v>
                </c:pt>
                <c:pt idx="992">
                  <c:v>0.6187277240814516</c:v>
                </c:pt>
                <c:pt idx="993">
                  <c:v>0.6187516101788898</c:v>
                </c:pt>
                <c:pt idx="994">
                  <c:v>0.61960485570237922</c:v>
                </c:pt>
                <c:pt idx="995">
                  <c:v>0.61930222737858609</c:v>
                </c:pt>
                <c:pt idx="996">
                  <c:v>0.61925543621985446</c:v>
                </c:pt>
                <c:pt idx="997">
                  <c:v>0.61998255461812102</c:v>
                </c:pt>
                <c:pt idx="998">
                  <c:v>0.62018720728867205</c:v>
                </c:pt>
                <c:pt idx="999">
                  <c:v>0.62070583417929925</c:v>
                </c:pt>
                <c:pt idx="1000">
                  <c:v>0.62081302304155328</c:v>
                </c:pt>
                <c:pt idx="1001">
                  <c:v>0.62135293415114778</c:v>
                </c:pt>
                <c:pt idx="1002">
                  <c:v>0.62244555249396449</c:v>
                </c:pt>
                <c:pt idx="1003">
                  <c:v>0.62437439751584589</c:v>
                </c:pt>
                <c:pt idx="1004">
                  <c:v>0.6283988210504764</c:v>
                </c:pt>
                <c:pt idx="1005">
                  <c:v>0.63202037995956428</c:v>
                </c:pt>
                <c:pt idx="1006">
                  <c:v>0.63387961406891136</c:v>
                </c:pt>
                <c:pt idx="1007">
                  <c:v>0.63421743173268041</c:v>
                </c:pt>
                <c:pt idx="1008">
                  <c:v>0.63228990897690729</c:v>
                </c:pt>
                <c:pt idx="1009">
                  <c:v>0.62779330848041759</c:v>
                </c:pt>
                <c:pt idx="1010">
                  <c:v>0.6238023254822006</c:v>
                </c:pt>
                <c:pt idx="1011">
                  <c:v>0.62328480758895433</c:v>
                </c:pt>
                <c:pt idx="1012">
                  <c:v>0.62372328809192734</c:v>
                </c:pt>
                <c:pt idx="1013">
                  <c:v>0.62404370302756285</c:v>
                </c:pt>
                <c:pt idx="1014">
                  <c:v>0.62431549269341335</c:v>
                </c:pt>
                <c:pt idx="1015">
                  <c:v>0.62407159857707106</c:v>
                </c:pt>
                <c:pt idx="1016">
                  <c:v>0.62369180962780335</c:v>
                </c:pt>
                <c:pt idx="1017">
                  <c:v>0.62271431374388986</c:v>
                </c:pt>
                <c:pt idx="1018">
                  <c:v>0.6202600172321131</c:v>
                </c:pt>
                <c:pt idx="1019">
                  <c:v>0.6182411301536388</c:v>
                </c:pt>
                <c:pt idx="1020">
                  <c:v>0.61966337664110283</c:v>
                </c:pt>
                <c:pt idx="1021">
                  <c:v>0.62323729131655048</c:v>
                </c:pt>
                <c:pt idx="1022">
                  <c:v>0.62668311679448574</c:v>
                </c:pt>
                <c:pt idx="1023">
                  <c:v>0.62670248159490882</c:v>
                </c:pt>
                <c:pt idx="1024">
                  <c:v>0.6244763826211579</c:v>
                </c:pt>
                <c:pt idx="1025">
                  <c:v>0.62262964605922044</c:v>
                </c:pt>
                <c:pt idx="1026">
                  <c:v>0.62229762930482924</c:v>
                </c:pt>
                <c:pt idx="1027">
                  <c:v>0.62350656441142094</c:v>
                </c:pt>
                <c:pt idx="1028">
                  <c:v>0.62436416061694378</c:v>
                </c:pt>
                <c:pt idx="1029">
                  <c:v>0.62157392320619675</c:v>
                </c:pt>
                <c:pt idx="1030">
                  <c:v>0.62039569879631129</c:v>
                </c:pt>
                <c:pt idx="1031">
                  <c:v>0.61842411472151371</c:v>
                </c:pt>
                <c:pt idx="1032">
                  <c:v>0.61679222507528386</c:v>
                </c:pt>
                <c:pt idx="1033">
                  <c:v>0.61862987638944578</c:v>
                </c:pt>
                <c:pt idx="1034">
                  <c:v>0.62239551965058049</c:v>
                </c:pt>
                <c:pt idx="1035">
                  <c:v>0.62552515291367738</c:v>
                </c:pt>
                <c:pt idx="1036">
                  <c:v>0.62358590037791217</c:v>
                </c:pt>
                <c:pt idx="1037">
                  <c:v>0.61939619357975817</c:v>
                </c:pt>
                <c:pt idx="1038">
                  <c:v>0.61825187889748601</c:v>
                </c:pt>
                <c:pt idx="1039">
                  <c:v>0.61901043310613102</c:v>
                </c:pt>
                <c:pt idx="1040">
                  <c:v>0.62030791738822588</c:v>
                </c:pt>
                <c:pt idx="1041">
                  <c:v>0.62051333782619444</c:v>
                </c:pt>
                <c:pt idx="1042">
                  <c:v>0.61991652662020247</c:v>
                </c:pt>
                <c:pt idx="1043">
                  <c:v>0.62081605145747842</c:v>
                </c:pt>
                <c:pt idx="1044">
                  <c:v>0.62242512134990569</c:v>
                </c:pt>
                <c:pt idx="1045">
                  <c:v>0.62402740929681033</c:v>
                </c:pt>
                <c:pt idx="1046">
                  <c:v>0.62338141832234284</c:v>
                </c:pt>
                <c:pt idx="1047">
                  <c:v>0.62219176270868348</c:v>
                </c:pt>
                <c:pt idx="1048">
                  <c:v>0.62091931617515328</c:v>
                </c:pt>
                <c:pt idx="1049">
                  <c:v>0.6210625047985463</c:v>
                </c:pt>
                <c:pt idx="1050">
                  <c:v>0.62199790143572509</c:v>
                </c:pt>
                <c:pt idx="1051">
                  <c:v>0.62112076981479736</c:v>
                </c:pt>
                <c:pt idx="1052">
                  <c:v>0.61866340223335015</c:v>
                </c:pt>
                <c:pt idx="1053">
                  <c:v>0.61864685258012508</c:v>
                </c:pt>
                <c:pt idx="1054">
                  <c:v>0.61976224802299884</c:v>
                </c:pt>
                <c:pt idx="1055">
                  <c:v>0.61889795517944424</c:v>
                </c:pt>
                <c:pt idx="1056">
                  <c:v>0.61940250633408123</c:v>
                </c:pt>
                <c:pt idx="1057">
                  <c:v>0.62177563276831338</c:v>
                </c:pt>
                <c:pt idx="1058">
                  <c:v>0.62289098555744182</c:v>
                </c:pt>
                <c:pt idx="1059">
                  <c:v>0.62365585252040978</c:v>
                </c:pt>
                <c:pt idx="1060">
                  <c:v>0.62316136764969332</c:v>
                </c:pt>
                <c:pt idx="1061">
                  <c:v>0.6229522363358726</c:v>
                </c:pt>
                <c:pt idx="1062">
                  <c:v>0.62435588579033119</c:v>
                </c:pt>
                <c:pt idx="1063">
                  <c:v>0.62364109432449266</c:v>
                </c:pt>
                <c:pt idx="1064">
                  <c:v>0.62456608344778752</c:v>
                </c:pt>
                <c:pt idx="1065">
                  <c:v>0.62720050672649563</c:v>
                </c:pt>
                <c:pt idx="1066">
                  <c:v>0.62816200745587469</c:v>
                </c:pt>
                <c:pt idx="1067">
                  <c:v>0.62755380769985414</c:v>
                </c:pt>
                <c:pt idx="1068">
                  <c:v>0.6267592110763246</c:v>
                </c:pt>
                <c:pt idx="1069">
                  <c:v>0.62690082151113691</c:v>
                </c:pt>
                <c:pt idx="1070">
                  <c:v>0.62865593782790063</c:v>
                </c:pt>
                <c:pt idx="1071">
                  <c:v>0.63014097062863084</c:v>
                </c:pt>
                <c:pt idx="1072">
                  <c:v>0.62907462699299621</c:v>
                </c:pt>
                <c:pt idx="1073">
                  <c:v>0.62711178693601077</c:v>
                </c:pt>
                <c:pt idx="1074">
                  <c:v>0.62594435392371806</c:v>
                </c:pt>
                <c:pt idx="1075">
                  <c:v>0.62749494553116703</c:v>
                </c:pt>
                <c:pt idx="1076">
                  <c:v>0.62881917371164364</c:v>
                </c:pt>
                <c:pt idx="1077">
                  <c:v>0.62713481995854059</c:v>
                </c:pt>
                <c:pt idx="1078">
                  <c:v>0.62643568241727299</c:v>
                </c:pt>
                <c:pt idx="1079">
                  <c:v>0.62477781664007914</c:v>
                </c:pt>
                <c:pt idx="1080">
                  <c:v>0.6224708461650017</c:v>
                </c:pt>
                <c:pt idx="1081">
                  <c:v>0.62170359059228986</c:v>
                </c:pt>
                <c:pt idx="1082">
                  <c:v>0.62111121537582215</c:v>
                </c:pt>
                <c:pt idx="1083">
                  <c:v>0.62220319391245749</c:v>
                </c:pt>
                <c:pt idx="1084">
                  <c:v>0.62590443001799989</c:v>
                </c:pt>
                <c:pt idx="1085">
                  <c:v>0.6250531465668</c:v>
                </c:pt>
                <c:pt idx="1086">
                  <c:v>0.62317859976284518</c:v>
                </c:pt>
                <c:pt idx="1087">
                  <c:v>0.62286850703360264</c:v>
                </c:pt>
                <c:pt idx="1088">
                  <c:v>0.62266150840705325</c:v>
                </c:pt>
                <c:pt idx="1089">
                  <c:v>0.62487984439913669</c:v>
                </c:pt>
                <c:pt idx="1090">
                  <c:v>0.62654922668759538</c:v>
                </c:pt>
                <c:pt idx="1091">
                  <c:v>0.62561429924161638</c:v>
                </c:pt>
                <c:pt idx="1092">
                  <c:v>0.62741688917703864</c:v>
                </c:pt>
                <c:pt idx="1093">
                  <c:v>0.62533035325831954</c:v>
                </c:pt>
                <c:pt idx="1094">
                  <c:v>0.62149202801497994</c:v>
                </c:pt>
                <c:pt idx="1095">
                  <c:v>0.6209586429284355</c:v>
                </c:pt>
                <c:pt idx="1096">
                  <c:v>0.62214680566100511</c:v>
                </c:pt>
                <c:pt idx="1097">
                  <c:v>0.62346194859370596</c:v>
                </c:pt>
                <c:pt idx="1098">
                  <c:v>0.62293026965697851</c:v>
                </c:pt>
                <c:pt idx="1099">
                  <c:v>0.6199394316814959</c:v>
                </c:pt>
                <c:pt idx="1100">
                  <c:v>0.61696369313189392</c:v>
                </c:pt>
                <c:pt idx="1101">
                  <c:v>0.61597152435955405</c:v>
                </c:pt>
                <c:pt idx="1102">
                  <c:v>0.61825234808868568</c:v>
                </c:pt>
                <c:pt idx="1103">
                  <c:v>0.62032173720174366</c:v>
                </c:pt>
                <c:pt idx="1104">
                  <c:v>0.621826731955333</c:v>
                </c:pt>
                <c:pt idx="1105">
                  <c:v>0.62324198322854729</c:v>
                </c:pt>
                <c:pt idx="1106">
                  <c:v>0.62282504286701412</c:v>
                </c:pt>
                <c:pt idx="1107">
                  <c:v>0.6216877233989917</c:v>
                </c:pt>
                <c:pt idx="1108">
                  <c:v>0.62068309973298752</c:v>
                </c:pt>
                <c:pt idx="1109">
                  <c:v>0.62095331121025732</c:v>
                </c:pt>
                <c:pt idx="1110">
                  <c:v>0.62090622147530772</c:v>
                </c:pt>
                <c:pt idx="1111">
                  <c:v>0.61769784939815564</c:v>
                </c:pt>
                <c:pt idx="1112">
                  <c:v>0.61475879306961945</c:v>
                </c:pt>
                <c:pt idx="1113">
                  <c:v>0.61308245822065632</c:v>
                </c:pt>
                <c:pt idx="1114">
                  <c:v>0.61385491755031008</c:v>
                </c:pt>
                <c:pt idx="1115">
                  <c:v>0.61842547964136729</c:v>
                </c:pt>
                <c:pt idx="1116">
                  <c:v>0.6217218463953319</c:v>
                </c:pt>
                <c:pt idx="1117">
                  <c:v>0.62367270074985282</c:v>
                </c:pt>
                <c:pt idx="1118">
                  <c:v>0.62481688747088882</c:v>
                </c:pt>
                <c:pt idx="1119">
                  <c:v>0.62429318478455587</c:v>
                </c:pt>
                <c:pt idx="1120">
                  <c:v>0.62079425539356614</c:v>
                </c:pt>
                <c:pt idx="1121">
                  <c:v>0.61973836192556064</c:v>
                </c:pt>
                <c:pt idx="1122">
                  <c:v>0.62260025762862237</c:v>
                </c:pt>
                <c:pt idx="1123">
                  <c:v>0.62513755832899687</c:v>
                </c:pt>
                <c:pt idx="1124">
                  <c:v>0.62723526952901731</c:v>
                </c:pt>
                <c:pt idx="1125">
                  <c:v>0.62472496864949711</c:v>
                </c:pt>
                <c:pt idx="1126">
                  <c:v>0.62035146686230513</c:v>
                </c:pt>
                <c:pt idx="1127">
                  <c:v>0.62082927411856037</c:v>
                </c:pt>
                <c:pt idx="1128">
                  <c:v>0.62092891326787403</c:v>
                </c:pt>
                <c:pt idx="1129">
                  <c:v>0.6199309435861563</c:v>
                </c:pt>
                <c:pt idx="1130">
                  <c:v>0.62145359699035174</c:v>
                </c:pt>
                <c:pt idx="1131">
                  <c:v>0.62354252151881451</c:v>
                </c:pt>
                <c:pt idx="1132">
                  <c:v>0.6231841874034959</c:v>
                </c:pt>
                <c:pt idx="1133">
                  <c:v>0.62277454083243045</c:v>
                </c:pt>
                <c:pt idx="1134">
                  <c:v>0.62107193127628535</c:v>
                </c:pt>
                <c:pt idx="1135">
                  <c:v>0.62088118372674306</c:v>
                </c:pt>
                <c:pt idx="1136">
                  <c:v>0.62107363742610233</c:v>
                </c:pt>
                <c:pt idx="1137">
                  <c:v>0.61788053538981258</c:v>
                </c:pt>
                <c:pt idx="1138">
                  <c:v>0.61523625909591118</c:v>
                </c:pt>
                <c:pt idx="1139">
                  <c:v>0.6155722853023724</c:v>
                </c:pt>
                <c:pt idx="1140">
                  <c:v>0.61863341665031601</c:v>
                </c:pt>
                <c:pt idx="1141">
                  <c:v>0.6207393173694582</c:v>
                </c:pt>
                <c:pt idx="1142">
                  <c:v>0.61904805370959626</c:v>
                </c:pt>
                <c:pt idx="1143">
                  <c:v>0.61919273521407914</c:v>
                </c:pt>
                <c:pt idx="1144">
                  <c:v>0.61994301459611167</c:v>
                </c:pt>
                <c:pt idx="1145">
                  <c:v>0.61878654359639318</c:v>
                </c:pt>
                <c:pt idx="1146">
                  <c:v>0.62013124557467392</c:v>
                </c:pt>
                <c:pt idx="1147">
                  <c:v>0.62153643056396779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6-1D70-4A85-AB80-5FAF78EA7150}"/>
            </c:ext>
          </c:extLst>
        </c:ser>
        <c:ser>
          <c:idx val="7"/>
          <c:order val="7"/>
          <c:tx>
            <c:strRef>
              <c:f>'For plotting'!$AC$1</c:f>
              <c:strCache>
                <c:ptCount val="1"/>
                <c:pt idx="0">
                  <c:v>2.3% w/w R2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'For plotting'!$U$2:$U$1149</c:f>
              <c:numCache>
                <c:formatCode>General</c:formatCode>
                <c:ptCount val="1148"/>
                <c:pt idx="0">
                  <c:v>3.8998900000000001</c:v>
                </c:pt>
                <c:pt idx="1">
                  <c:v>3.9001999999999999</c:v>
                </c:pt>
                <c:pt idx="2">
                  <c:v>3.9005000000000001</c:v>
                </c:pt>
                <c:pt idx="3">
                  <c:v>3.9008099999999999</c:v>
                </c:pt>
                <c:pt idx="4">
                  <c:v>3.9011100000000001</c:v>
                </c:pt>
                <c:pt idx="5">
                  <c:v>3.9014199999999999</c:v>
                </c:pt>
                <c:pt idx="6">
                  <c:v>3.9017300000000001</c:v>
                </c:pt>
                <c:pt idx="7">
                  <c:v>3.9020299999999999</c:v>
                </c:pt>
                <c:pt idx="8">
                  <c:v>3.9023400000000001</c:v>
                </c:pt>
                <c:pt idx="9">
                  <c:v>3.9026399999999999</c:v>
                </c:pt>
                <c:pt idx="10">
                  <c:v>3.9029500000000001</c:v>
                </c:pt>
                <c:pt idx="11">
                  <c:v>3.9032499999999999</c:v>
                </c:pt>
                <c:pt idx="12">
                  <c:v>3.9035600000000001</c:v>
                </c:pt>
                <c:pt idx="13">
                  <c:v>3.9038599999999999</c:v>
                </c:pt>
                <c:pt idx="14">
                  <c:v>3.9041700000000001</c:v>
                </c:pt>
                <c:pt idx="15">
                  <c:v>3.9044699999999999</c:v>
                </c:pt>
                <c:pt idx="16">
                  <c:v>3.9047800000000001</c:v>
                </c:pt>
                <c:pt idx="17">
                  <c:v>3.9050799999999999</c:v>
                </c:pt>
                <c:pt idx="18">
                  <c:v>3.9053900000000001</c:v>
                </c:pt>
                <c:pt idx="19">
                  <c:v>3.9056999999999999</c:v>
                </c:pt>
                <c:pt idx="20">
                  <c:v>3.9060000000000001</c:v>
                </c:pt>
                <c:pt idx="21">
                  <c:v>3.9063099999999999</c:v>
                </c:pt>
                <c:pt idx="22">
                  <c:v>3.9066100000000001</c:v>
                </c:pt>
                <c:pt idx="23">
                  <c:v>3.9069199999999999</c:v>
                </c:pt>
                <c:pt idx="24">
                  <c:v>3.9072200000000001</c:v>
                </c:pt>
                <c:pt idx="25">
                  <c:v>3.9075299999999999</c:v>
                </c:pt>
                <c:pt idx="26">
                  <c:v>3.9078300000000001</c:v>
                </c:pt>
                <c:pt idx="27">
                  <c:v>3.9081399999999999</c:v>
                </c:pt>
                <c:pt idx="28">
                  <c:v>3.9084400000000001</c:v>
                </c:pt>
                <c:pt idx="29">
                  <c:v>3.9087499999999999</c:v>
                </c:pt>
                <c:pt idx="30">
                  <c:v>3.9090500000000001</c:v>
                </c:pt>
                <c:pt idx="31">
                  <c:v>3.9093599999999999</c:v>
                </c:pt>
                <c:pt idx="32">
                  <c:v>3.9096700000000002</c:v>
                </c:pt>
                <c:pt idx="33">
                  <c:v>3.9099699999999999</c:v>
                </c:pt>
                <c:pt idx="34">
                  <c:v>3.9102800000000002</c:v>
                </c:pt>
                <c:pt idx="35">
                  <c:v>3.9105799999999999</c:v>
                </c:pt>
                <c:pt idx="36">
                  <c:v>3.9108900000000002</c:v>
                </c:pt>
                <c:pt idx="37">
                  <c:v>3.9111899999999999</c:v>
                </c:pt>
                <c:pt idx="38">
                  <c:v>3.9115000000000002</c:v>
                </c:pt>
                <c:pt idx="39">
                  <c:v>3.9117999999999999</c:v>
                </c:pt>
                <c:pt idx="40">
                  <c:v>3.9121100000000002</c:v>
                </c:pt>
                <c:pt idx="41">
                  <c:v>3.9124099999999999</c:v>
                </c:pt>
                <c:pt idx="42">
                  <c:v>3.9127200000000002</c:v>
                </c:pt>
                <c:pt idx="43">
                  <c:v>3.91303</c:v>
                </c:pt>
                <c:pt idx="44">
                  <c:v>3.9133300000000002</c:v>
                </c:pt>
                <c:pt idx="45">
                  <c:v>3.91364</c:v>
                </c:pt>
                <c:pt idx="46">
                  <c:v>3.9139400000000002</c:v>
                </c:pt>
                <c:pt idx="47">
                  <c:v>3.91425</c:v>
                </c:pt>
                <c:pt idx="48">
                  <c:v>3.9145500000000002</c:v>
                </c:pt>
                <c:pt idx="49">
                  <c:v>3.91486</c:v>
                </c:pt>
                <c:pt idx="50">
                  <c:v>3.9151600000000002</c:v>
                </c:pt>
                <c:pt idx="51">
                  <c:v>3.91547</c:v>
                </c:pt>
                <c:pt idx="52">
                  <c:v>3.9157700000000002</c:v>
                </c:pt>
                <c:pt idx="53">
                  <c:v>3.91608</c:v>
                </c:pt>
                <c:pt idx="54">
                  <c:v>3.9163800000000002</c:v>
                </c:pt>
                <c:pt idx="55">
                  <c:v>3.91669</c:v>
                </c:pt>
                <c:pt idx="56">
                  <c:v>3.9169999999999998</c:v>
                </c:pt>
                <c:pt idx="57">
                  <c:v>3.9173</c:v>
                </c:pt>
                <c:pt idx="58">
                  <c:v>3.9176099999999998</c:v>
                </c:pt>
                <c:pt idx="59">
                  <c:v>3.91791</c:v>
                </c:pt>
                <c:pt idx="60">
                  <c:v>3.9182199999999998</c:v>
                </c:pt>
                <c:pt idx="61">
                  <c:v>3.91852</c:v>
                </c:pt>
                <c:pt idx="62">
                  <c:v>3.9188299999999998</c:v>
                </c:pt>
                <c:pt idx="63">
                  <c:v>3.91913</c:v>
                </c:pt>
                <c:pt idx="64">
                  <c:v>3.9194399999999998</c:v>
                </c:pt>
                <c:pt idx="65">
                  <c:v>3.91974</c:v>
                </c:pt>
                <c:pt idx="66">
                  <c:v>3.9200499999999998</c:v>
                </c:pt>
                <c:pt idx="67">
                  <c:v>3.92035</c:v>
                </c:pt>
                <c:pt idx="68">
                  <c:v>3.9206599999999998</c:v>
                </c:pt>
                <c:pt idx="69">
                  <c:v>3.9209700000000001</c:v>
                </c:pt>
                <c:pt idx="70">
                  <c:v>3.9212699999999998</c:v>
                </c:pt>
                <c:pt idx="71">
                  <c:v>3.9215800000000001</c:v>
                </c:pt>
                <c:pt idx="72">
                  <c:v>3.9218799999999998</c:v>
                </c:pt>
                <c:pt idx="73">
                  <c:v>3.9221900000000001</c:v>
                </c:pt>
                <c:pt idx="74">
                  <c:v>3.9224899999999998</c:v>
                </c:pt>
                <c:pt idx="75">
                  <c:v>3.9228000000000001</c:v>
                </c:pt>
                <c:pt idx="76">
                  <c:v>3.9230999999999998</c:v>
                </c:pt>
                <c:pt idx="77">
                  <c:v>3.9234100000000001</c:v>
                </c:pt>
                <c:pt idx="78">
                  <c:v>3.9237099999999998</c:v>
                </c:pt>
                <c:pt idx="79">
                  <c:v>3.9240200000000001</c:v>
                </c:pt>
                <c:pt idx="80">
                  <c:v>3.9243199999999998</c:v>
                </c:pt>
                <c:pt idx="81">
                  <c:v>3.9246300000000001</c:v>
                </c:pt>
                <c:pt idx="82">
                  <c:v>3.9249399999999999</c:v>
                </c:pt>
                <c:pt idx="83">
                  <c:v>3.9252400000000001</c:v>
                </c:pt>
                <c:pt idx="84">
                  <c:v>3.9255499999999999</c:v>
                </c:pt>
                <c:pt idx="85">
                  <c:v>3.9258500000000001</c:v>
                </c:pt>
                <c:pt idx="86">
                  <c:v>3.9261599999999999</c:v>
                </c:pt>
                <c:pt idx="87">
                  <c:v>3.9264600000000001</c:v>
                </c:pt>
                <c:pt idx="88">
                  <c:v>3.9267699999999999</c:v>
                </c:pt>
                <c:pt idx="89">
                  <c:v>3.9270700000000001</c:v>
                </c:pt>
                <c:pt idx="90">
                  <c:v>3.9273799999999999</c:v>
                </c:pt>
                <c:pt idx="91">
                  <c:v>3.9276800000000001</c:v>
                </c:pt>
                <c:pt idx="92">
                  <c:v>3.9279899999999999</c:v>
                </c:pt>
                <c:pt idx="93">
                  <c:v>3.9283000000000001</c:v>
                </c:pt>
                <c:pt idx="94">
                  <c:v>3.9285999999999999</c:v>
                </c:pt>
                <c:pt idx="95">
                  <c:v>3.9289100000000001</c:v>
                </c:pt>
                <c:pt idx="96">
                  <c:v>3.9292099999999999</c:v>
                </c:pt>
                <c:pt idx="97">
                  <c:v>3.9295200000000001</c:v>
                </c:pt>
                <c:pt idx="98">
                  <c:v>3.9298199999999999</c:v>
                </c:pt>
                <c:pt idx="99">
                  <c:v>3.9301300000000001</c:v>
                </c:pt>
                <c:pt idx="100">
                  <c:v>3.9304299999999999</c:v>
                </c:pt>
                <c:pt idx="101">
                  <c:v>3.9307400000000001</c:v>
                </c:pt>
                <c:pt idx="102">
                  <c:v>3.9310399999999999</c:v>
                </c:pt>
                <c:pt idx="103">
                  <c:v>3.9313500000000001</c:v>
                </c:pt>
                <c:pt idx="104">
                  <c:v>3.9316499999999999</c:v>
                </c:pt>
                <c:pt idx="105">
                  <c:v>3.9319600000000001</c:v>
                </c:pt>
                <c:pt idx="106">
                  <c:v>3.9322699999999999</c:v>
                </c:pt>
                <c:pt idx="107">
                  <c:v>3.9325700000000001</c:v>
                </c:pt>
                <c:pt idx="108">
                  <c:v>3.9328799999999999</c:v>
                </c:pt>
                <c:pt idx="109">
                  <c:v>3.9331800000000001</c:v>
                </c:pt>
                <c:pt idx="110">
                  <c:v>3.9334899999999999</c:v>
                </c:pt>
                <c:pt idx="111">
                  <c:v>3.9337900000000001</c:v>
                </c:pt>
                <c:pt idx="112">
                  <c:v>3.9340999999999999</c:v>
                </c:pt>
                <c:pt idx="113">
                  <c:v>3.9344000000000001</c:v>
                </c:pt>
                <c:pt idx="114">
                  <c:v>3.9347099999999999</c:v>
                </c:pt>
                <c:pt idx="115">
                  <c:v>3.9350100000000001</c:v>
                </c:pt>
                <c:pt idx="116">
                  <c:v>3.9353199999999999</c:v>
                </c:pt>
                <c:pt idx="117">
                  <c:v>3.9356200000000001</c:v>
                </c:pt>
                <c:pt idx="118">
                  <c:v>3.9359299999999999</c:v>
                </c:pt>
                <c:pt idx="119">
                  <c:v>3.9362400000000002</c:v>
                </c:pt>
                <c:pt idx="120">
                  <c:v>3.9365399999999999</c:v>
                </c:pt>
                <c:pt idx="121">
                  <c:v>3.9368500000000002</c:v>
                </c:pt>
                <c:pt idx="122">
                  <c:v>3.9371499999999999</c:v>
                </c:pt>
                <c:pt idx="123">
                  <c:v>3.9374600000000002</c:v>
                </c:pt>
                <c:pt idx="124">
                  <c:v>3.9377599999999999</c:v>
                </c:pt>
                <c:pt idx="125">
                  <c:v>3.9380700000000002</c:v>
                </c:pt>
                <c:pt idx="126">
                  <c:v>3.9383699999999999</c:v>
                </c:pt>
                <c:pt idx="127">
                  <c:v>3.9386800000000002</c:v>
                </c:pt>
                <c:pt idx="128">
                  <c:v>3.9389799999999999</c:v>
                </c:pt>
                <c:pt idx="129">
                  <c:v>3.9392900000000002</c:v>
                </c:pt>
                <c:pt idx="130">
                  <c:v>3.9395899999999999</c:v>
                </c:pt>
                <c:pt idx="131">
                  <c:v>3.9399000000000002</c:v>
                </c:pt>
                <c:pt idx="132">
                  <c:v>3.94021</c:v>
                </c:pt>
                <c:pt idx="133">
                  <c:v>3.9405100000000002</c:v>
                </c:pt>
                <c:pt idx="134">
                  <c:v>3.94082</c:v>
                </c:pt>
                <c:pt idx="135">
                  <c:v>3.9411200000000002</c:v>
                </c:pt>
                <c:pt idx="136">
                  <c:v>3.94143</c:v>
                </c:pt>
                <c:pt idx="137">
                  <c:v>3.9417300000000002</c:v>
                </c:pt>
                <c:pt idx="138">
                  <c:v>3.94204</c:v>
                </c:pt>
                <c:pt idx="139">
                  <c:v>3.9423400000000002</c:v>
                </c:pt>
                <c:pt idx="140">
                  <c:v>3.94265</c:v>
                </c:pt>
                <c:pt idx="141">
                  <c:v>3.9429500000000002</c:v>
                </c:pt>
                <c:pt idx="142">
                  <c:v>3.94326</c:v>
                </c:pt>
                <c:pt idx="143">
                  <c:v>3.9435600000000002</c:v>
                </c:pt>
                <c:pt idx="144">
                  <c:v>3.94387</c:v>
                </c:pt>
                <c:pt idx="145">
                  <c:v>3.9441799999999998</c:v>
                </c:pt>
                <c:pt idx="146">
                  <c:v>3.94448</c:v>
                </c:pt>
                <c:pt idx="147">
                  <c:v>3.9447899999999998</c:v>
                </c:pt>
                <c:pt idx="148">
                  <c:v>3.94509</c:v>
                </c:pt>
                <c:pt idx="149">
                  <c:v>3.9453999999999998</c:v>
                </c:pt>
                <c:pt idx="150">
                  <c:v>3.9457</c:v>
                </c:pt>
                <c:pt idx="151">
                  <c:v>3.9460099999999998</c:v>
                </c:pt>
                <c:pt idx="152">
                  <c:v>3.94631</c:v>
                </c:pt>
                <c:pt idx="153">
                  <c:v>3.9466199999999998</c:v>
                </c:pt>
                <c:pt idx="154">
                  <c:v>3.94692</c:v>
                </c:pt>
                <c:pt idx="155">
                  <c:v>3.9472299999999998</c:v>
                </c:pt>
                <c:pt idx="156">
                  <c:v>3.94754</c:v>
                </c:pt>
                <c:pt idx="157">
                  <c:v>3.9478399999999998</c:v>
                </c:pt>
                <c:pt idx="158">
                  <c:v>3.94815</c:v>
                </c:pt>
                <c:pt idx="159">
                  <c:v>3.9484499999999998</c:v>
                </c:pt>
                <c:pt idx="160">
                  <c:v>3.94876</c:v>
                </c:pt>
                <c:pt idx="161">
                  <c:v>3.9490599999999998</c:v>
                </c:pt>
                <c:pt idx="162">
                  <c:v>3.94937</c:v>
                </c:pt>
                <c:pt idx="163">
                  <c:v>3.9496699999999998</c:v>
                </c:pt>
                <c:pt idx="164">
                  <c:v>3.94998</c:v>
                </c:pt>
                <c:pt idx="165">
                  <c:v>3.9502799999999998</c:v>
                </c:pt>
                <c:pt idx="166">
                  <c:v>3.95059</c:v>
                </c:pt>
                <c:pt idx="167">
                  <c:v>3.9508899999999998</c:v>
                </c:pt>
                <c:pt idx="168">
                  <c:v>3.9512</c:v>
                </c:pt>
                <c:pt idx="169">
                  <c:v>3.9515099999999999</c:v>
                </c:pt>
                <c:pt idx="170">
                  <c:v>3.95181</c:v>
                </c:pt>
                <c:pt idx="171">
                  <c:v>3.9521199999999999</c:v>
                </c:pt>
                <c:pt idx="172">
                  <c:v>3.95242</c:v>
                </c:pt>
                <c:pt idx="173">
                  <c:v>3.9527299999999999</c:v>
                </c:pt>
                <c:pt idx="174">
                  <c:v>3.95303</c:v>
                </c:pt>
                <c:pt idx="175">
                  <c:v>3.9533399999999999</c:v>
                </c:pt>
                <c:pt idx="176">
                  <c:v>3.95364</c:v>
                </c:pt>
                <c:pt idx="177">
                  <c:v>3.9539499999999999</c:v>
                </c:pt>
                <c:pt idx="178">
                  <c:v>3.95425</c:v>
                </c:pt>
                <c:pt idx="179">
                  <c:v>3.9545599999999999</c:v>
                </c:pt>
                <c:pt idx="180">
                  <c:v>3.95486</c:v>
                </c:pt>
                <c:pt idx="181">
                  <c:v>3.9551699999999999</c:v>
                </c:pt>
                <c:pt idx="182">
                  <c:v>3.9554800000000001</c:v>
                </c:pt>
                <c:pt idx="183">
                  <c:v>3.9557799999999999</c:v>
                </c:pt>
                <c:pt idx="184">
                  <c:v>3.9560900000000001</c:v>
                </c:pt>
                <c:pt idx="185">
                  <c:v>3.9563899999999999</c:v>
                </c:pt>
                <c:pt idx="186">
                  <c:v>3.9567000000000001</c:v>
                </c:pt>
                <c:pt idx="187">
                  <c:v>3.9569999999999999</c:v>
                </c:pt>
                <c:pt idx="188">
                  <c:v>3.9573100000000001</c:v>
                </c:pt>
                <c:pt idx="189">
                  <c:v>3.9576099999999999</c:v>
                </c:pt>
                <c:pt idx="190">
                  <c:v>3.9579200000000001</c:v>
                </c:pt>
                <c:pt idx="191">
                  <c:v>3.9582199999999998</c:v>
                </c:pt>
                <c:pt idx="192">
                  <c:v>3.9585300000000001</c:v>
                </c:pt>
                <c:pt idx="193">
                  <c:v>3.9588299999999998</c:v>
                </c:pt>
                <c:pt idx="194">
                  <c:v>3.9591400000000001</c:v>
                </c:pt>
                <c:pt idx="195">
                  <c:v>3.9594499999999999</c:v>
                </c:pt>
                <c:pt idx="196">
                  <c:v>3.9597500000000001</c:v>
                </c:pt>
                <c:pt idx="197">
                  <c:v>3.9600599999999999</c:v>
                </c:pt>
                <c:pt idx="198">
                  <c:v>3.9603600000000001</c:v>
                </c:pt>
                <c:pt idx="199">
                  <c:v>3.9606699999999999</c:v>
                </c:pt>
                <c:pt idx="200">
                  <c:v>3.9609700000000001</c:v>
                </c:pt>
                <c:pt idx="201">
                  <c:v>3.9612799999999999</c:v>
                </c:pt>
                <c:pt idx="202">
                  <c:v>3.9615800000000001</c:v>
                </c:pt>
                <c:pt idx="203">
                  <c:v>3.9618899999999999</c:v>
                </c:pt>
                <c:pt idx="204">
                  <c:v>3.9621900000000001</c:v>
                </c:pt>
                <c:pt idx="205">
                  <c:v>3.9624999999999999</c:v>
                </c:pt>
                <c:pt idx="206">
                  <c:v>3.9628000000000001</c:v>
                </c:pt>
                <c:pt idx="207">
                  <c:v>3.9631099999999999</c:v>
                </c:pt>
                <c:pt idx="208">
                  <c:v>3.9634200000000002</c:v>
                </c:pt>
                <c:pt idx="209">
                  <c:v>3.9637199999999999</c:v>
                </c:pt>
                <c:pt idx="210">
                  <c:v>3.9640300000000002</c:v>
                </c:pt>
                <c:pt idx="211">
                  <c:v>3.9643299999999999</c:v>
                </c:pt>
                <c:pt idx="212">
                  <c:v>3.9646400000000002</c:v>
                </c:pt>
                <c:pt idx="213">
                  <c:v>3.9649399999999999</c:v>
                </c:pt>
                <c:pt idx="214">
                  <c:v>3.9652500000000002</c:v>
                </c:pt>
                <c:pt idx="215">
                  <c:v>3.9655499999999999</c:v>
                </c:pt>
                <c:pt idx="216">
                  <c:v>3.9658600000000002</c:v>
                </c:pt>
                <c:pt idx="217">
                  <c:v>3.9661599999999999</c:v>
                </c:pt>
                <c:pt idx="218">
                  <c:v>3.9664700000000002</c:v>
                </c:pt>
                <c:pt idx="219">
                  <c:v>3.96678</c:v>
                </c:pt>
                <c:pt idx="220">
                  <c:v>3.9670800000000002</c:v>
                </c:pt>
                <c:pt idx="221">
                  <c:v>3.96739</c:v>
                </c:pt>
                <c:pt idx="222">
                  <c:v>3.9676900000000002</c:v>
                </c:pt>
                <c:pt idx="223">
                  <c:v>3.968</c:v>
                </c:pt>
                <c:pt idx="224">
                  <c:v>3.9683000000000002</c:v>
                </c:pt>
                <c:pt idx="225">
                  <c:v>3.96861</c:v>
                </c:pt>
                <c:pt idx="226">
                  <c:v>3.9689100000000002</c:v>
                </c:pt>
                <c:pt idx="227">
                  <c:v>3.96922</c:v>
                </c:pt>
                <c:pt idx="228">
                  <c:v>3.9695200000000002</c:v>
                </c:pt>
                <c:pt idx="229">
                  <c:v>3.96983</c:v>
                </c:pt>
                <c:pt idx="230">
                  <c:v>3.9701300000000002</c:v>
                </c:pt>
                <c:pt idx="231">
                  <c:v>3.97044</c:v>
                </c:pt>
                <c:pt idx="232">
                  <c:v>3.9707499999999998</c:v>
                </c:pt>
                <c:pt idx="233">
                  <c:v>3.97105</c:v>
                </c:pt>
                <c:pt idx="234">
                  <c:v>3.9713599999999998</c:v>
                </c:pt>
                <c:pt idx="235">
                  <c:v>3.97166</c:v>
                </c:pt>
                <c:pt idx="236">
                  <c:v>3.9719699999999998</c:v>
                </c:pt>
                <c:pt idx="237">
                  <c:v>3.97227</c:v>
                </c:pt>
                <c:pt idx="238">
                  <c:v>3.9725799999999998</c:v>
                </c:pt>
                <c:pt idx="239">
                  <c:v>3.97288</c:v>
                </c:pt>
                <c:pt idx="240">
                  <c:v>3.9731900000000002</c:v>
                </c:pt>
                <c:pt idx="241">
                  <c:v>3.97349</c:v>
                </c:pt>
                <c:pt idx="242">
                  <c:v>3.9738000000000002</c:v>
                </c:pt>
                <c:pt idx="243">
                  <c:v>3.9741</c:v>
                </c:pt>
                <c:pt idx="244">
                  <c:v>3.9744100000000002</c:v>
                </c:pt>
                <c:pt idx="245">
                  <c:v>3.97472</c:v>
                </c:pt>
                <c:pt idx="246">
                  <c:v>3.9750200000000002</c:v>
                </c:pt>
                <c:pt idx="247">
                  <c:v>3.97533</c:v>
                </c:pt>
                <c:pt idx="248">
                  <c:v>3.9756300000000002</c:v>
                </c:pt>
                <c:pt idx="249">
                  <c:v>3.97594</c:v>
                </c:pt>
                <c:pt idx="250">
                  <c:v>3.9762400000000002</c:v>
                </c:pt>
                <c:pt idx="251">
                  <c:v>3.97655</c:v>
                </c:pt>
                <c:pt idx="252">
                  <c:v>3.9768500000000002</c:v>
                </c:pt>
                <c:pt idx="253">
                  <c:v>3.97716</c:v>
                </c:pt>
                <c:pt idx="254">
                  <c:v>3.9774600000000002</c:v>
                </c:pt>
                <c:pt idx="255">
                  <c:v>3.97777</c:v>
                </c:pt>
                <c:pt idx="256">
                  <c:v>3.9780700000000002</c:v>
                </c:pt>
                <c:pt idx="257">
                  <c:v>3.97838</c:v>
                </c:pt>
                <c:pt idx="258">
                  <c:v>3.9786899999999998</c:v>
                </c:pt>
                <c:pt idx="259">
                  <c:v>3.97899</c:v>
                </c:pt>
                <c:pt idx="260">
                  <c:v>3.9792999999999998</c:v>
                </c:pt>
                <c:pt idx="261">
                  <c:v>3.9796</c:v>
                </c:pt>
                <c:pt idx="262">
                  <c:v>3.9799099999999998</c:v>
                </c:pt>
                <c:pt idx="263">
                  <c:v>3.98021</c:v>
                </c:pt>
                <c:pt idx="264">
                  <c:v>3.9805199999999998</c:v>
                </c:pt>
                <c:pt idx="265">
                  <c:v>3.98082</c:v>
                </c:pt>
                <c:pt idx="266">
                  <c:v>3.9811299999999998</c:v>
                </c:pt>
                <c:pt idx="267">
                  <c:v>3.98143</c:v>
                </c:pt>
                <c:pt idx="268">
                  <c:v>3.9817399999999998</c:v>
                </c:pt>
                <c:pt idx="269">
                  <c:v>3.98204</c:v>
                </c:pt>
                <c:pt idx="270">
                  <c:v>3.9823499999999998</c:v>
                </c:pt>
                <c:pt idx="271">
                  <c:v>3.9826600000000001</c:v>
                </c:pt>
                <c:pt idx="272">
                  <c:v>3.9829599999999998</c:v>
                </c:pt>
                <c:pt idx="273">
                  <c:v>3.9832700000000001</c:v>
                </c:pt>
                <c:pt idx="274">
                  <c:v>3.9835699999999998</c:v>
                </c:pt>
                <c:pt idx="275">
                  <c:v>3.9838800000000001</c:v>
                </c:pt>
                <c:pt idx="276">
                  <c:v>3.9841799999999998</c:v>
                </c:pt>
                <c:pt idx="277">
                  <c:v>3.9844900000000001</c:v>
                </c:pt>
                <c:pt idx="278">
                  <c:v>3.9847899999999998</c:v>
                </c:pt>
                <c:pt idx="279">
                  <c:v>3.9851000000000001</c:v>
                </c:pt>
                <c:pt idx="280">
                  <c:v>3.9853999999999998</c:v>
                </c:pt>
                <c:pt idx="281">
                  <c:v>3.9857100000000001</c:v>
                </c:pt>
                <c:pt idx="282">
                  <c:v>3.9860199999999999</c:v>
                </c:pt>
                <c:pt idx="283">
                  <c:v>3.9863200000000001</c:v>
                </c:pt>
                <c:pt idx="284">
                  <c:v>3.9866299999999999</c:v>
                </c:pt>
                <c:pt idx="285">
                  <c:v>3.9869300000000001</c:v>
                </c:pt>
                <c:pt idx="286">
                  <c:v>3.9872399999999999</c:v>
                </c:pt>
                <c:pt idx="287">
                  <c:v>3.9875400000000001</c:v>
                </c:pt>
                <c:pt idx="288">
                  <c:v>3.9878499999999999</c:v>
                </c:pt>
                <c:pt idx="289">
                  <c:v>3.9881500000000001</c:v>
                </c:pt>
                <c:pt idx="290">
                  <c:v>3.9884599999999999</c:v>
                </c:pt>
                <c:pt idx="291">
                  <c:v>3.9887600000000001</c:v>
                </c:pt>
                <c:pt idx="292">
                  <c:v>3.9890699999999999</c:v>
                </c:pt>
                <c:pt idx="293">
                  <c:v>3.9893700000000001</c:v>
                </c:pt>
                <c:pt idx="294">
                  <c:v>3.9896799999999999</c:v>
                </c:pt>
                <c:pt idx="295">
                  <c:v>3.9899900000000001</c:v>
                </c:pt>
                <c:pt idx="296">
                  <c:v>3.9902899999999999</c:v>
                </c:pt>
                <c:pt idx="297">
                  <c:v>3.9906000000000001</c:v>
                </c:pt>
                <c:pt idx="298">
                  <c:v>3.9908999999999999</c:v>
                </c:pt>
                <c:pt idx="299">
                  <c:v>3.9912100000000001</c:v>
                </c:pt>
                <c:pt idx="300">
                  <c:v>3.9915099999999999</c:v>
                </c:pt>
                <c:pt idx="301">
                  <c:v>3.9918200000000001</c:v>
                </c:pt>
                <c:pt idx="302">
                  <c:v>3.9921199999999999</c:v>
                </c:pt>
                <c:pt idx="303">
                  <c:v>3.9924300000000001</c:v>
                </c:pt>
                <c:pt idx="304">
                  <c:v>3.9927299999999999</c:v>
                </c:pt>
                <c:pt idx="305">
                  <c:v>3.9930400000000001</c:v>
                </c:pt>
                <c:pt idx="306">
                  <c:v>3.9933399999999999</c:v>
                </c:pt>
                <c:pt idx="307">
                  <c:v>3.9936500000000001</c:v>
                </c:pt>
                <c:pt idx="308">
                  <c:v>3.99396</c:v>
                </c:pt>
                <c:pt idx="309">
                  <c:v>3.9942600000000001</c:v>
                </c:pt>
                <c:pt idx="310">
                  <c:v>3.99457</c:v>
                </c:pt>
                <c:pt idx="311">
                  <c:v>3.9948700000000001</c:v>
                </c:pt>
                <c:pt idx="312">
                  <c:v>3.99518</c:v>
                </c:pt>
                <c:pt idx="313">
                  <c:v>3.9954800000000001</c:v>
                </c:pt>
                <c:pt idx="314">
                  <c:v>3.99579</c:v>
                </c:pt>
                <c:pt idx="315">
                  <c:v>3.9960900000000001</c:v>
                </c:pt>
                <c:pt idx="316">
                  <c:v>3.9964</c:v>
                </c:pt>
                <c:pt idx="317">
                  <c:v>3.9967000000000001</c:v>
                </c:pt>
                <c:pt idx="318">
                  <c:v>3.99701</c:v>
                </c:pt>
                <c:pt idx="319">
                  <c:v>3.9973100000000001</c:v>
                </c:pt>
                <c:pt idx="320">
                  <c:v>3.99762</c:v>
                </c:pt>
                <c:pt idx="321">
                  <c:v>3.9979300000000002</c:v>
                </c:pt>
                <c:pt idx="322">
                  <c:v>3.99823</c:v>
                </c:pt>
                <c:pt idx="323">
                  <c:v>3.9985400000000002</c:v>
                </c:pt>
                <c:pt idx="324">
                  <c:v>3.99884</c:v>
                </c:pt>
                <c:pt idx="325">
                  <c:v>3.9991500000000002</c:v>
                </c:pt>
                <c:pt idx="326">
                  <c:v>3.9994499999999999</c:v>
                </c:pt>
                <c:pt idx="327">
                  <c:v>3.9997600000000002</c:v>
                </c:pt>
                <c:pt idx="328">
                  <c:v>4.0000600000000004</c:v>
                </c:pt>
                <c:pt idx="329">
                  <c:v>4.0003700000000002</c:v>
                </c:pt>
                <c:pt idx="330">
                  <c:v>4.0006700000000004</c:v>
                </c:pt>
                <c:pt idx="331">
                  <c:v>4.0009800000000002</c:v>
                </c:pt>
                <c:pt idx="332">
                  <c:v>4.00129</c:v>
                </c:pt>
                <c:pt idx="333">
                  <c:v>4.0015900000000002</c:v>
                </c:pt>
                <c:pt idx="334">
                  <c:v>4.0019</c:v>
                </c:pt>
                <c:pt idx="335">
                  <c:v>4.0022000000000002</c:v>
                </c:pt>
                <c:pt idx="336">
                  <c:v>4.00251</c:v>
                </c:pt>
                <c:pt idx="337">
                  <c:v>4.0028100000000002</c:v>
                </c:pt>
                <c:pt idx="338">
                  <c:v>4.00312</c:v>
                </c:pt>
                <c:pt idx="339">
                  <c:v>4.0034200000000002</c:v>
                </c:pt>
                <c:pt idx="340">
                  <c:v>4.00373</c:v>
                </c:pt>
                <c:pt idx="341">
                  <c:v>4.0040300000000002</c:v>
                </c:pt>
                <c:pt idx="342">
                  <c:v>4.00434</c:v>
                </c:pt>
                <c:pt idx="343">
                  <c:v>4.0046400000000002</c:v>
                </c:pt>
                <c:pt idx="344">
                  <c:v>4.00495</c:v>
                </c:pt>
                <c:pt idx="345">
                  <c:v>4.0052599999999998</c:v>
                </c:pt>
                <c:pt idx="346">
                  <c:v>4.00556</c:v>
                </c:pt>
                <c:pt idx="347">
                  <c:v>4.0058699999999998</c:v>
                </c:pt>
                <c:pt idx="348">
                  <c:v>4.00617</c:v>
                </c:pt>
                <c:pt idx="349">
                  <c:v>4.0064799999999998</c:v>
                </c:pt>
                <c:pt idx="350">
                  <c:v>4.00678</c:v>
                </c:pt>
                <c:pt idx="351">
                  <c:v>4.0070899999999998</c:v>
                </c:pt>
                <c:pt idx="352">
                  <c:v>4.00739</c:v>
                </c:pt>
                <c:pt idx="353">
                  <c:v>4.0076999999999998</c:v>
                </c:pt>
                <c:pt idx="354">
                  <c:v>4.008</c:v>
                </c:pt>
                <c:pt idx="355">
                  <c:v>4.0083099999999998</c:v>
                </c:pt>
                <c:pt idx="356">
                  <c:v>4.00861</c:v>
                </c:pt>
                <c:pt idx="357">
                  <c:v>4.0089199999999998</c:v>
                </c:pt>
                <c:pt idx="358">
                  <c:v>4.0092299999999996</c:v>
                </c:pt>
                <c:pt idx="359">
                  <c:v>4.0095299999999998</c:v>
                </c:pt>
                <c:pt idx="360">
                  <c:v>4.0098399999999996</c:v>
                </c:pt>
                <c:pt idx="361">
                  <c:v>4.0101399999999998</c:v>
                </c:pt>
                <c:pt idx="362">
                  <c:v>4.0104499999999996</c:v>
                </c:pt>
                <c:pt idx="363">
                  <c:v>4.0107499999999998</c:v>
                </c:pt>
                <c:pt idx="364">
                  <c:v>4.0110599999999996</c:v>
                </c:pt>
                <c:pt idx="365">
                  <c:v>4.0113599999999998</c:v>
                </c:pt>
                <c:pt idx="366">
                  <c:v>4.0116699999999996</c:v>
                </c:pt>
                <c:pt idx="367">
                  <c:v>4.0119699999999998</c:v>
                </c:pt>
                <c:pt idx="368">
                  <c:v>4.0122799999999996</c:v>
                </c:pt>
                <c:pt idx="369">
                  <c:v>4.0125799999999998</c:v>
                </c:pt>
                <c:pt idx="370">
                  <c:v>4.0128899999999996</c:v>
                </c:pt>
                <c:pt idx="371">
                  <c:v>4.0132000000000003</c:v>
                </c:pt>
                <c:pt idx="372">
                  <c:v>4.0134999999999996</c:v>
                </c:pt>
                <c:pt idx="373">
                  <c:v>4.0138100000000003</c:v>
                </c:pt>
                <c:pt idx="374">
                  <c:v>4.0141099999999996</c:v>
                </c:pt>
                <c:pt idx="375">
                  <c:v>4.0144200000000003</c:v>
                </c:pt>
                <c:pt idx="376">
                  <c:v>4.0147199999999996</c:v>
                </c:pt>
                <c:pt idx="377">
                  <c:v>4.0150300000000003</c:v>
                </c:pt>
                <c:pt idx="378">
                  <c:v>4.0153299999999996</c:v>
                </c:pt>
                <c:pt idx="379">
                  <c:v>4.0156400000000003</c:v>
                </c:pt>
                <c:pt idx="380">
                  <c:v>4.0159399999999996</c:v>
                </c:pt>
                <c:pt idx="381">
                  <c:v>4.0162500000000003</c:v>
                </c:pt>
                <c:pt idx="382">
                  <c:v>4.0165499999999996</c:v>
                </c:pt>
                <c:pt idx="383">
                  <c:v>4.0168600000000003</c:v>
                </c:pt>
                <c:pt idx="384">
                  <c:v>4.0171700000000001</c:v>
                </c:pt>
                <c:pt idx="385">
                  <c:v>4.0174700000000003</c:v>
                </c:pt>
                <c:pt idx="386">
                  <c:v>4.0177800000000001</c:v>
                </c:pt>
                <c:pt idx="387">
                  <c:v>4.0180800000000003</c:v>
                </c:pt>
                <c:pt idx="388">
                  <c:v>4.0183900000000001</c:v>
                </c:pt>
                <c:pt idx="389">
                  <c:v>4.0186900000000003</c:v>
                </c:pt>
                <c:pt idx="390">
                  <c:v>4.0190000000000001</c:v>
                </c:pt>
                <c:pt idx="391">
                  <c:v>4.0193000000000003</c:v>
                </c:pt>
                <c:pt idx="392">
                  <c:v>4.0196100000000001</c:v>
                </c:pt>
                <c:pt idx="393">
                  <c:v>4.0199100000000003</c:v>
                </c:pt>
                <c:pt idx="394">
                  <c:v>4.0202200000000001</c:v>
                </c:pt>
                <c:pt idx="395">
                  <c:v>4.0205299999999999</c:v>
                </c:pt>
                <c:pt idx="396">
                  <c:v>4.0208300000000001</c:v>
                </c:pt>
                <c:pt idx="397">
                  <c:v>4.0211399999999999</c:v>
                </c:pt>
                <c:pt idx="398">
                  <c:v>4.0214400000000001</c:v>
                </c:pt>
                <c:pt idx="399">
                  <c:v>4.0217499999999999</c:v>
                </c:pt>
                <c:pt idx="400">
                  <c:v>4.0220500000000001</c:v>
                </c:pt>
                <c:pt idx="401">
                  <c:v>4.0223599999999999</c:v>
                </c:pt>
                <c:pt idx="402">
                  <c:v>4.0226600000000001</c:v>
                </c:pt>
                <c:pt idx="403">
                  <c:v>4.0229699999999999</c:v>
                </c:pt>
                <c:pt idx="404">
                  <c:v>4.0232700000000001</c:v>
                </c:pt>
                <c:pt idx="405">
                  <c:v>4.0235799999999999</c:v>
                </c:pt>
                <c:pt idx="406">
                  <c:v>4.0238800000000001</c:v>
                </c:pt>
                <c:pt idx="407">
                  <c:v>4.0241899999999999</c:v>
                </c:pt>
                <c:pt idx="408">
                  <c:v>4.0244999999999997</c:v>
                </c:pt>
                <c:pt idx="409">
                  <c:v>4.0247999999999999</c:v>
                </c:pt>
                <c:pt idx="410">
                  <c:v>4.0251099999999997</c:v>
                </c:pt>
                <c:pt idx="411">
                  <c:v>4.0254099999999999</c:v>
                </c:pt>
                <c:pt idx="412">
                  <c:v>4.0257199999999997</c:v>
                </c:pt>
                <c:pt idx="413">
                  <c:v>4.0260199999999999</c:v>
                </c:pt>
                <c:pt idx="414">
                  <c:v>4.0263299999999997</c:v>
                </c:pt>
                <c:pt idx="415">
                  <c:v>4.0266299999999999</c:v>
                </c:pt>
                <c:pt idx="416">
                  <c:v>4.0269399999999997</c:v>
                </c:pt>
                <c:pt idx="417">
                  <c:v>4.0272399999999999</c:v>
                </c:pt>
                <c:pt idx="418">
                  <c:v>4.0275499999999997</c:v>
                </c:pt>
                <c:pt idx="419">
                  <c:v>4.0278499999999999</c:v>
                </c:pt>
                <c:pt idx="420">
                  <c:v>4.0281599999999997</c:v>
                </c:pt>
                <c:pt idx="421">
                  <c:v>4.0284700000000004</c:v>
                </c:pt>
                <c:pt idx="422">
                  <c:v>4.0287699999999997</c:v>
                </c:pt>
                <c:pt idx="423">
                  <c:v>4.0290800000000004</c:v>
                </c:pt>
                <c:pt idx="424">
                  <c:v>4.0293799999999997</c:v>
                </c:pt>
                <c:pt idx="425">
                  <c:v>4.0296900000000004</c:v>
                </c:pt>
                <c:pt idx="426">
                  <c:v>4.0299899999999997</c:v>
                </c:pt>
                <c:pt idx="427">
                  <c:v>4.0303000000000004</c:v>
                </c:pt>
                <c:pt idx="428">
                  <c:v>4.0305999999999997</c:v>
                </c:pt>
                <c:pt idx="429">
                  <c:v>4.0309100000000004</c:v>
                </c:pt>
                <c:pt idx="430">
                  <c:v>4.0312099999999997</c:v>
                </c:pt>
                <c:pt idx="431">
                  <c:v>4.0315200000000004</c:v>
                </c:pt>
                <c:pt idx="432">
                  <c:v>4.0318199999999997</c:v>
                </c:pt>
                <c:pt idx="433">
                  <c:v>4.0321300000000004</c:v>
                </c:pt>
                <c:pt idx="434">
                  <c:v>4.0324400000000002</c:v>
                </c:pt>
                <c:pt idx="435">
                  <c:v>4.0327400000000004</c:v>
                </c:pt>
                <c:pt idx="436">
                  <c:v>4.0330500000000002</c:v>
                </c:pt>
                <c:pt idx="437">
                  <c:v>4.0333500000000004</c:v>
                </c:pt>
                <c:pt idx="438">
                  <c:v>4.0336600000000002</c:v>
                </c:pt>
                <c:pt idx="439">
                  <c:v>4.0339600000000004</c:v>
                </c:pt>
                <c:pt idx="440">
                  <c:v>4.0342700000000002</c:v>
                </c:pt>
                <c:pt idx="441">
                  <c:v>4.0345700000000004</c:v>
                </c:pt>
                <c:pt idx="442">
                  <c:v>4.0348800000000002</c:v>
                </c:pt>
                <c:pt idx="443">
                  <c:v>4.0351800000000004</c:v>
                </c:pt>
                <c:pt idx="444">
                  <c:v>4.0354900000000002</c:v>
                </c:pt>
                <c:pt idx="445">
                  <c:v>4.0357900000000004</c:v>
                </c:pt>
                <c:pt idx="446">
                  <c:v>4.0361000000000002</c:v>
                </c:pt>
                <c:pt idx="447">
                  <c:v>4.0364100000000001</c:v>
                </c:pt>
                <c:pt idx="448">
                  <c:v>4.0367100000000002</c:v>
                </c:pt>
                <c:pt idx="449">
                  <c:v>4.0370200000000001</c:v>
                </c:pt>
                <c:pt idx="450">
                  <c:v>4.0373200000000002</c:v>
                </c:pt>
                <c:pt idx="451">
                  <c:v>4.0376300000000001</c:v>
                </c:pt>
                <c:pt idx="452">
                  <c:v>4.0379300000000002</c:v>
                </c:pt>
                <c:pt idx="453">
                  <c:v>4.0382400000000001</c:v>
                </c:pt>
                <c:pt idx="454">
                  <c:v>4.0385400000000002</c:v>
                </c:pt>
                <c:pt idx="455">
                  <c:v>4.0388500000000001</c:v>
                </c:pt>
                <c:pt idx="456">
                  <c:v>4.0391500000000002</c:v>
                </c:pt>
                <c:pt idx="457">
                  <c:v>4.0394600000000001</c:v>
                </c:pt>
                <c:pt idx="458">
                  <c:v>4.0397699999999999</c:v>
                </c:pt>
                <c:pt idx="459">
                  <c:v>4.0400700000000001</c:v>
                </c:pt>
                <c:pt idx="460">
                  <c:v>4.0403799999999999</c:v>
                </c:pt>
                <c:pt idx="461">
                  <c:v>4.04068</c:v>
                </c:pt>
                <c:pt idx="462">
                  <c:v>4.0409899999999999</c:v>
                </c:pt>
                <c:pt idx="463">
                  <c:v>4.04129</c:v>
                </c:pt>
                <c:pt idx="464">
                  <c:v>4.0415999999999999</c:v>
                </c:pt>
                <c:pt idx="465">
                  <c:v>4.0419</c:v>
                </c:pt>
                <c:pt idx="466">
                  <c:v>4.0422099999999999</c:v>
                </c:pt>
                <c:pt idx="467">
                  <c:v>4.04251</c:v>
                </c:pt>
                <c:pt idx="468">
                  <c:v>4.0428199999999999</c:v>
                </c:pt>
                <c:pt idx="469">
                  <c:v>4.04312</c:v>
                </c:pt>
                <c:pt idx="470">
                  <c:v>4.0434299999999999</c:v>
                </c:pt>
                <c:pt idx="471">
                  <c:v>4.0437399999999997</c:v>
                </c:pt>
                <c:pt idx="472">
                  <c:v>4.0440399999999999</c:v>
                </c:pt>
                <c:pt idx="473">
                  <c:v>4.0443499999999997</c:v>
                </c:pt>
                <c:pt idx="474">
                  <c:v>4.0446499999999999</c:v>
                </c:pt>
                <c:pt idx="475">
                  <c:v>4.0449599999999997</c:v>
                </c:pt>
                <c:pt idx="476">
                  <c:v>4.0452599999999999</c:v>
                </c:pt>
                <c:pt idx="477">
                  <c:v>4.0455699999999997</c:v>
                </c:pt>
                <c:pt idx="478">
                  <c:v>4.0458699999999999</c:v>
                </c:pt>
                <c:pt idx="479">
                  <c:v>4.0461799999999997</c:v>
                </c:pt>
                <c:pt idx="480">
                  <c:v>4.0464799999999999</c:v>
                </c:pt>
                <c:pt idx="481">
                  <c:v>4.0467899999999997</c:v>
                </c:pt>
                <c:pt idx="482">
                  <c:v>4.0470899999999999</c:v>
                </c:pt>
                <c:pt idx="483">
                  <c:v>4.0473999999999997</c:v>
                </c:pt>
                <c:pt idx="484">
                  <c:v>4.0477100000000004</c:v>
                </c:pt>
                <c:pt idx="485">
                  <c:v>4.0480099999999997</c:v>
                </c:pt>
                <c:pt idx="486">
                  <c:v>4.0483200000000004</c:v>
                </c:pt>
                <c:pt idx="487">
                  <c:v>4.0486199999999997</c:v>
                </c:pt>
                <c:pt idx="488">
                  <c:v>4.0489300000000004</c:v>
                </c:pt>
                <c:pt idx="489">
                  <c:v>4.0492299999999997</c:v>
                </c:pt>
                <c:pt idx="490">
                  <c:v>4.0495400000000004</c:v>
                </c:pt>
                <c:pt idx="491">
                  <c:v>4.0498399999999997</c:v>
                </c:pt>
                <c:pt idx="492">
                  <c:v>4.0501500000000004</c:v>
                </c:pt>
                <c:pt idx="493">
                  <c:v>4.0504499999999997</c:v>
                </c:pt>
                <c:pt idx="494">
                  <c:v>4.0507600000000004</c:v>
                </c:pt>
                <c:pt idx="495">
                  <c:v>4.0510599999999997</c:v>
                </c:pt>
                <c:pt idx="496">
                  <c:v>4.0513700000000004</c:v>
                </c:pt>
                <c:pt idx="497">
                  <c:v>4.0516800000000002</c:v>
                </c:pt>
                <c:pt idx="498">
                  <c:v>4.0519800000000004</c:v>
                </c:pt>
                <c:pt idx="499">
                  <c:v>4.0522900000000002</c:v>
                </c:pt>
                <c:pt idx="500">
                  <c:v>4.0525900000000004</c:v>
                </c:pt>
                <c:pt idx="501">
                  <c:v>4.0529000000000002</c:v>
                </c:pt>
                <c:pt idx="502">
                  <c:v>4.0532000000000004</c:v>
                </c:pt>
                <c:pt idx="503">
                  <c:v>4.0535100000000002</c:v>
                </c:pt>
                <c:pt idx="504">
                  <c:v>4.0538100000000004</c:v>
                </c:pt>
                <c:pt idx="505">
                  <c:v>4.0541200000000002</c:v>
                </c:pt>
                <c:pt idx="506">
                  <c:v>4.0544200000000004</c:v>
                </c:pt>
                <c:pt idx="507">
                  <c:v>4.0547300000000002</c:v>
                </c:pt>
                <c:pt idx="508">
                  <c:v>4.05504</c:v>
                </c:pt>
                <c:pt idx="509">
                  <c:v>4.0553400000000002</c:v>
                </c:pt>
                <c:pt idx="510">
                  <c:v>4.05565</c:v>
                </c:pt>
                <c:pt idx="511">
                  <c:v>4.0559500000000002</c:v>
                </c:pt>
                <c:pt idx="512">
                  <c:v>4.05626</c:v>
                </c:pt>
                <c:pt idx="513">
                  <c:v>4.0565600000000002</c:v>
                </c:pt>
                <c:pt idx="514">
                  <c:v>4.05687</c:v>
                </c:pt>
                <c:pt idx="515">
                  <c:v>4.0571700000000002</c:v>
                </c:pt>
                <c:pt idx="516">
                  <c:v>4.05748</c:v>
                </c:pt>
                <c:pt idx="517">
                  <c:v>4.0577800000000002</c:v>
                </c:pt>
                <c:pt idx="518">
                  <c:v>4.05809</c:v>
                </c:pt>
                <c:pt idx="519">
                  <c:v>4.0583900000000002</c:v>
                </c:pt>
                <c:pt idx="520">
                  <c:v>4.0587</c:v>
                </c:pt>
                <c:pt idx="521">
                  <c:v>4.0590099999999998</c:v>
                </c:pt>
                <c:pt idx="522">
                  <c:v>4.05931</c:v>
                </c:pt>
                <c:pt idx="523">
                  <c:v>4.0596199999999998</c:v>
                </c:pt>
                <c:pt idx="524">
                  <c:v>4.05992</c:v>
                </c:pt>
                <c:pt idx="525">
                  <c:v>4.0602299999999998</c:v>
                </c:pt>
                <c:pt idx="526">
                  <c:v>4.06053</c:v>
                </c:pt>
                <c:pt idx="527">
                  <c:v>4.0608399999999998</c:v>
                </c:pt>
                <c:pt idx="528">
                  <c:v>4.06114</c:v>
                </c:pt>
                <c:pt idx="529">
                  <c:v>4.0614499999999998</c:v>
                </c:pt>
                <c:pt idx="530">
                  <c:v>4.06175</c:v>
                </c:pt>
                <c:pt idx="531">
                  <c:v>4.0620599999999998</c:v>
                </c:pt>
                <c:pt idx="532">
                  <c:v>4.06236</c:v>
                </c:pt>
                <c:pt idx="533">
                  <c:v>4.0626699999999998</c:v>
                </c:pt>
                <c:pt idx="534">
                  <c:v>4.0629799999999996</c:v>
                </c:pt>
                <c:pt idx="535">
                  <c:v>4.0632799999999998</c:v>
                </c:pt>
                <c:pt idx="536">
                  <c:v>4.0635899999999996</c:v>
                </c:pt>
                <c:pt idx="537">
                  <c:v>4.0638899999999998</c:v>
                </c:pt>
                <c:pt idx="538">
                  <c:v>4.0641999999999996</c:v>
                </c:pt>
                <c:pt idx="539">
                  <c:v>4.0644999999999998</c:v>
                </c:pt>
                <c:pt idx="540">
                  <c:v>4.0648099999999996</c:v>
                </c:pt>
                <c:pt idx="541">
                  <c:v>4.0651099999999998</c:v>
                </c:pt>
                <c:pt idx="542">
                  <c:v>4.0654199999999996</c:v>
                </c:pt>
                <c:pt idx="543">
                  <c:v>4.0657199999999998</c:v>
                </c:pt>
                <c:pt idx="544">
                  <c:v>4.0660299999999996</c:v>
                </c:pt>
                <c:pt idx="545">
                  <c:v>4.0663299999999998</c:v>
                </c:pt>
                <c:pt idx="546">
                  <c:v>4.0666399999999996</c:v>
                </c:pt>
                <c:pt idx="547">
                  <c:v>4.0669500000000003</c:v>
                </c:pt>
                <c:pt idx="548">
                  <c:v>4.0672499999999996</c:v>
                </c:pt>
                <c:pt idx="549">
                  <c:v>4.0675600000000003</c:v>
                </c:pt>
                <c:pt idx="550">
                  <c:v>4.0678599999999996</c:v>
                </c:pt>
                <c:pt idx="551">
                  <c:v>4.0681700000000003</c:v>
                </c:pt>
                <c:pt idx="552">
                  <c:v>4.0684699999999996</c:v>
                </c:pt>
                <c:pt idx="553">
                  <c:v>4.0687800000000003</c:v>
                </c:pt>
                <c:pt idx="554">
                  <c:v>4.0690799999999996</c:v>
                </c:pt>
                <c:pt idx="555">
                  <c:v>4.0693900000000003</c:v>
                </c:pt>
                <c:pt idx="556">
                  <c:v>4.0696899999999996</c:v>
                </c:pt>
                <c:pt idx="557">
                  <c:v>4.07</c:v>
                </c:pt>
                <c:pt idx="558">
                  <c:v>4.0702999999999996</c:v>
                </c:pt>
                <c:pt idx="559">
                  <c:v>4.0706100000000003</c:v>
                </c:pt>
                <c:pt idx="560">
                  <c:v>4.0709200000000001</c:v>
                </c:pt>
                <c:pt idx="561">
                  <c:v>4.0712200000000003</c:v>
                </c:pt>
                <c:pt idx="562">
                  <c:v>4.0715300000000001</c:v>
                </c:pt>
                <c:pt idx="563">
                  <c:v>4.0718300000000003</c:v>
                </c:pt>
                <c:pt idx="564">
                  <c:v>4.0721400000000001</c:v>
                </c:pt>
                <c:pt idx="565">
                  <c:v>4.0724400000000003</c:v>
                </c:pt>
                <c:pt idx="566">
                  <c:v>4.0727500000000001</c:v>
                </c:pt>
                <c:pt idx="567">
                  <c:v>4.0730500000000003</c:v>
                </c:pt>
                <c:pt idx="568">
                  <c:v>4.0733600000000001</c:v>
                </c:pt>
                <c:pt idx="569">
                  <c:v>4.0736600000000003</c:v>
                </c:pt>
                <c:pt idx="570">
                  <c:v>4.0739700000000001</c:v>
                </c:pt>
                <c:pt idx="571">
                  <c:v>4.0742799999999999</c:v>
                </c:pt>
                <c:pt idx="572">
                  <c:v>4.0745800000000001</c:v>
                </c:pt>
                <c:pt idx="573">
                  <c:v>4.0748899999999999</c:v>
                </c:pt>
                <c:pt idx="574">
                  <c:v>4.0751900000000001</c:v>
                </c:pt>
                <c:pt idx="575">
                  <c:v>4.0754999999999999</c:v>
                </c:pt>
                <c:pt idx="576">
                  <c:v>4.0758000000000001</c:v>
                </c:pt>
                <c:pt idx="577">
                  <c:v>4.0761099999999999</c:v>
                </c:pt>
                <c:pt idx="578">
                  <c:v>4.0764100000000001</c:v>
                </c:pt>
                <c:pt idx="579">
                  <c:v>4.0767199999999999</c:v>
                </c:pt>
                <c:pt idx="580">
                  <c:v>4.0770200000000001</c:v>
                </c:pt>
                <c:pt idx="581">
                  <c:v>4.0773299999999999</c:v>
                </c:pt>
                <c:pt idx="582">
                  <c:v>4.0776300000000001</c:v>
                </c:pt>
                <c:pt idx="583">
                  <c:v>4.0779399999999999</c:v>
                </c:pt>
                <c:pt idx="584">
                  <c:v>4.0782499999999997</c:v>
                </c:pt>
                <c:pt idx="585">
                  <c:v>4.0785499999999999</c:v>
                </c:pt>
                <c:pt idx="586">
                  <c:v>4.0788599999999997</c:v>
                </c:pt>
                <c:pt idx="587">
                  <c:v>4.0791599999999999</c:v>
                </c:pt>
                <c:pt idx="588">
                  <c:v>4.0794699999999997</c:v>
                </c:pt>
                <c:pt idx="589">
                  <c:v>4.0797699999999999</c:v>
                </c:pt>
                <c:pt idx="590">
                  <c:v>4.0800799999999997</c:v>
                </c:pt>
                <c:pt idx="591">
                  <c:v>4.0803799999999999</c:v>
                </c:pt>
                <c:pt idx="592">
                  <c:v>4.0806899999999997</c:v>
                </c:pt>
                <c:pt idx="593">
                  <c:v>4.0809899999999999</c:v>
                </c:pt>
                <c:pt idx="594">
                  <c:v>4.0812999999999997</c:v>
                </c:pt>
                <c:pt idx="595">
                  <c:v>4.0815999999999999</c:v>
                </c:pt>
                <c:pt idx="596">
                  <c:v>4.0819099999999997</c:v>
                </c:pt>
                <c:pt idx="597">
                  <c:v>4.0822200000000004</c:v>
                </c:pt>
                <c:pt idx="598">
                  <c:v>4.0825199999999997</c:v>
                </c:pt>
                <c:pt idx="599">
                  <c:v>4.0828300000000004</c:v>
                </c:pt>
                <c:pt idx="600">
                  <c:v>4.0831299999999997</c:v>
                </c:pt>
                <c:pt idx="601">
                  <c:v>4.0834400000000004</c:v>
                </c:pt>
                <c:pt idx="602">
                  <c:v>4.0837399999999997</c:v>
                </c:pt>
                <c:pt idx="603">
                  <c:v>4.0840500000000004</c:v>
                </c:pt>
                <c:pt idx="604">
                  <c:v>4.0843499999999997</c:v>
                </c:pt>
                <c:pt idx="605">
                  <c:v>4.0846600000000004</c:v>
                </c:pt>
                <c:pt idx="606">
                  <c:v>4.0849599999999997</c:v>
                </c:pt>
                <c:pt idx="607">
                  <c:v>4.0852700000000004</c:v>
                </c:pt>
                <c:pt idx="608">
                  <c:v>4.0855699999999997</c:v>
                </c:pt>
                <c:pt idx="609">
                  <c:v>4.0858800000000004</c:v>
                </c:pt>
                <c:pt idx="610">
                  <c:v>4.0861900000000002</c:v>
                </c:pt>
                <c:pt idx="611">
                  <c:v>4.0864900000000004</c:v>
                </c:pt>
                <c:pt idx="612">
                  <c:v>4.0868000000000002</c:v>
                </c:pt>
                <c:pt idx="613">
                  <c:v>4.0871000000000004</c:v>
                </c:pt>
                <c:pt idx="614">
                  <c:v>4.0874100000000002</c:v>
                </c:pt>
                <c:pt idx="615">
                  <c:v>4.0877100000000004</c:v>
                </c:pt>
                <c:pt idx="616">
                  <c:v>4.0880200000000002</c:v>
                </c:pt>
                <c:pt idx="617">
                  <c:v>4.0883200000000004</c:v>
                </c:pt>
                <c:pt idx="618">
                  <c:v>4.0886300000000002</c:v>
                </c:pt>
                <c:pt idx="619">
                  <c:v>4.0889300000000004</c:v>
                </c:pt>
                <c:pt idx="620">
                  <c:v>4.0892400000000002</c:v>
                </c:pt>
                <c:pt idx="621">
                  <c:v>4.0895400000000004</c:v>
                </c:pt>
                <c:pt idx="622">
                  <c:v>4.0898500000000002</c:v>
                </c:pt>
                <c:pt idx="623">
                  <c:v>4.09016</c:v>
                </c:pt>
                <c:pt idx="624">
                  <c:v>4.0904600000000002</c:v>
                </c:pt>
                <c:pt idx="625">
                  <c:v>4.09077</c:v>
                </c:pt>
                <c:pt idx="626">
                  <c:v>4.0910700000000002</c:v>
                </c:pt>
                <c:pt idx="627">
                  <c:v>4.09138</c:v>
                </c:pt>
                <c:pt idx="628">
                  <c:v>4.0916800000000002</c:v>
                </c:pt>
                <c:pt idx="629">
                  <c:v>4.09199</c:v>
                </c:pt>
                <c:pt idx="630">
                  <c:v>4.0922900000000002</c:v>
                </c:pt>
                <c:pt idx="631">
                  <c:v>4.0926</c:v>
                </c:pt>
                <c:pt idx="632">
                  <c:v>4.0929000000000002</c:v>
                </c:pt>
                <c:pt idx="633">
                  <c:v>4.09321</c:v>
                </c:pt>
                <c:pt idx="634">
                  <c:v>4.0935199999999998</c:v>
                </c:pt>
                <c:pt idx="635">
                  <c:v>4.09382</c:v>
                </c:pt>
                <c:pt idx="636">
                  <c:v>4.0941299999999998</c:v>
                </c:pt>
                <c:pt idx="637">
                  <c:v>4.09443</c:v>
                </c:pt>
                <c:pt idx="638">
                  <c:v>4.0947399999999998</c:v>
                </c:pt>
                <c:pt idx="639">
                  <c:v>4.09504</c:v>
                </c:pt>
                <c:pt idx="640">
                  <c:v>4.0953499999999998</c:v>
                </c:pt>
                <c:pt idx="641">
                  <c:v>4.09565</c:v>
                </c:pt>
                <c:pt idx="642">
                  <c:v>4.0959599999999998</c:v>
                </c:pt>
                <c:pt idx="643">
                  <c:v>4.09626</c:v>
                </c:pt>
                <c:pt idx="644">
                  <c:v>4.0965699999999998</c:v>
                </c:pt>
                <c:pt idx="645">
                  <c:v>4.09687</c:v>
                </c:pt>
                <c:pt idx="646">
                  <c:v>4.0971799999999998</c:v>
                </c:pt>
                <c:pt idx="647">
                  <c:v>4.0974899999999996</c:v>
                </c:pt>
                <c:pt idx="648">
                  <c:v>4.0977899999999998</c:v>
                </c:pt>
                <c:pt idx="649">
                  <c:v>4.0980999999999996</c:v>
                </c:pt>
                <c:pt idx="650">
                  <c:v>4.0983999999999998</c:v>
                </c:pt>
                <c:pt idx="651">
                  <c:v>4.0987099999999996</c:v>
                </c:pt>
                <c:pt idx="652">
                  <c:v>4.0990099999999998</c:v>
                </c:pt>
                <c:pt idx="653">
                  <c:v>4.0993199999999996</c:v>
                </c:pt>
                <c:pt idx="654">
                  <c:v>4.0996199999999998</c:v>
                </c:pt>
                <c:pt idx="655">
                  <c:v>4.0999299999999996</c:v>
                </c:pt>
                <c:pt idx="656">
                  <c:v>4.1002299999999998</c:v>
                </c:pt>
                <c:pt idx="657">
                  <c:v>4.1005399999999996</c:v>
                </c:pt>
                <c:pt idx="658">
                  <c:v>4.1008399999999998</c:v>
                </c:pt>
                <c:pt idx="659">
                  <c:v>4.1011499999999996</c:v>
                </c:pt>
                <c:pt idx="660">
                  <c:v>4.1014600000000003</c:v>
                </c:pt>
                <c:pt idx="661">
                  <c:v>4.1017599999999996</c:v>
                </c:pt>
                <c:pt idx="662">
                  <c:v>4.1020700000000003</c:v>
                </c:pt>
                <c:pt idx="663">
                  <c:v>4.1023699999999996</c:v>
                </c:pt>
                <c:pt idx="664">
                  <c:v>4.1026800000000003</c:v>
                </c:pt>
                <c:pt idx="665">
                  <c:v>4.1029799999999996</c:v>
                </c:pt>
                <c:pt idx="666">
                  <c:v>4.1032900000000003</c:v>
                </c:pt>
                <c:pt idx="667">
                  <c:v>4.1035899999999996</c:v>
                </c:pt>
                <c:pt idx="668">
                  <c:v>4.1039000000000003</c:v>
                </c:pt>
                <c:pt idx="669">
                  <c:v>4.1041999999999996</c:v>
                </c:pt>
                <c:pt idx="670">
                  <c:v>4.1045100000000003</c:v>
                </c:pt>
                <c:pt idx="671">
                  <c:v>4.1048099999999996</c:v>
                </c:pt>
                <c:pt idx="672">
                  <c:v>4.1051200000000003</c:v>
                </c:pt>
                <c:pt idx="673">
                  <c:v>4.1054300000000001</c:v>
                </c:pt>
                <c:pt idx="674">
                  <c:v>4.1057300000000003</c:v>
                </c:pt>
                <c:pt idx="675">
                  <c:v>4.1060400000000001</c:v>
                </c:pt>
                <c:pt idx="676">
                  <c:v>4.1063400000000003</c:v>
                </c:pt>
                <c:pt idx="677">
                  <c:v>4.1066500000000001</c:v>
                </c:pt>
                <c:pt idx="678">
                  <c:v>4.1069500000000003</c:v>
                </c:pt>
                <c:pt idx="679">
                  <c:v>4.1072600000000001</c:v>
                </c:pt>
                <c:pt idx="680">
                  <c:v>4.1075600000000003</c:v>
                </c:pt>
                <c:pt idx="681">
                  <c:v>4.1078700000000001</c:v>
                </c:pt>
                <c:pt idx="682">
                  <c:v>4.1081700000000003</c:v>
                </c:pt>
                <c:pt idx="683">
                  <c:v>4.1084800000000001</c:v>
                </c:pt>
                <c:pt idx="684">
                  <c:v>4.1087899999999999</c:v>
                </c:pt>
                <c:pt idx="685">
                  <c:v>4.1090900000000001</c:v>
                </c:pt>
                <c:pt idx="686">
                  <c:v>4.1093999999999999</c:v>
                </c:pt>
                <c:pt idx="687">
                  <c:v>4.1097000000000001</c:v>
                </c:pt>
                <c:pt idx="688">
                  <c:v>4.1100099999999999</c:v>
                </c:pt>
                <c:pt idx="689">
                  <c:v>4.1103100000000001</c:v>
                </c:pt>
                <c:pt idx="690">
                  <c:v>4.1106199999999999</c:v>
                </c:pt>
                <c:pt idx="691">
                  <c:v>4.1109200000000001</c:v>
                </c:pt>
                <c:pt idx="692">
                  <c:v>4.1112299999999999</c:v>
                </c:pt>
                <c:pt idx="693">
                  <c:v>4.1115300000000001</c:v>
                </c:pt>
                <c:pt idx="694">
                  <c:v>4.1118399999999999</c:v>
                </c:pt>
                <c:pt idx="695">
                  <c:v>4.1121400000000001</c:v>
                </c:pt>
                <c:pt idx="696">
                  <c:v>4.1124499999999999</c:v>
                </c:pt>
                <c:pt idx="697">
                  <c:v>4.1127599999999997</c:v>
                </c:pt>
                <c:pt idx="698">
                  <c:v>4.1130599999999999</c:v>
                </c:pt>
                <c:pt idx="699">
                  <c:v>4.1133699999999997</c:v>
                </c:pt>
                <c:pt idx="700">
                  <c:v>4.1136699999999999</c:v>
                </c:pt>
                <c:pt idx="701">
                  <c:v>4.1139799999999997</c:v>
                </c:pt>
                <c:pt idx="702">
                  <c:v>4.1142799999999999</c:v>
                </c:pt>
                <c:pt idx="703">
                  <c:v>4.1145899999999997</c:v>
                </c:pt>
                <c:pt idx="704">
                  <c:v>4.1148899999999999</c:v>
                </c:pt>
                <c:pt idx="705">
                  <c:v>4.1151999999999997</c:v>
                </c:pt>
                <c:pt idx="706">
                  <c:v>4.1154999999999999</c:v>
                </c:pt>
                <c:pt idx="707">
                  <c:v>4.1158099999999997</c:v>
                </c:pt>
                <c:pt idx="708">
                  <c:v>4.1161099999999999</c:v>
                </c:pt>
                <c:pt idx="709">
                  <c:v>4.1164199999999997</c:v>
                </c:pt>
                <c:pt idx="710">
                  <c:v>4.1167299999999996</c:v>
                </c:pt>
                <c:pt idx="711">
                  <c:v>4.1170299999999997</c:v>
                </c:pt>
                <c:pt idx="712">
                  <c:v>4.1173400000000004</c:v>
                </c:pt>
                <c:pt idx="713">
                  <c:v>4.1176399999999997</c:v>
                </c:pt>
                <c:pt idx="714">
                  <c:v>4.1179500000000004</c:v>
                </c:pt>
                <c:pt idx="715">
                  <c:v>4.1182499999999997</c:v>
                </c:pt>
                <c:pt idx="716">
                  <c:v>4.1185600000000004</c:v>
                </c:pt>
                <c:pt idx="717">
                  <c:v>4.1188599999999997</c:v>
                </c:pt>
                <c:pt idx="718">
                  <c:v>4.1191700000000004</c:v>
                </c:pt>
                <c:pt idx="719">
                  <c:v>4.1194699999999997</c:v>
                </c:pt>
                <c:pt idx="720">
                  <c:v>4.1197800000000004</c:v>
                </c:pt>
                <c:pt idx="721">
                  <c:v>4.1200799999999997</c:v>
                </c:pt>
                <c:pt idx="722">
                  <c:v>4.1203900000000004</c:v>
                </c:pt>
                <c:pt idx="723">
                  <c:v>4.1207000000000003</c:v>
                </c:pt>
                <c:pt idx="724">
                  <c:v>4.1210000000000004</c:v>
                </c:pt>
                <c:pt idx="725">
                  <c:v>4.1213100000000003</c:v>
                </c:pt>
                <c:pt idx="726">
                  <c:v>4.1216100000000004</c:v>
                </c:pt>
                <c:pt idx="727">
                  <c:v>4.1219200000000003</c:v>
                </c:pt>
                <c:pt idx="728">
                  <c:v>4.1222200000000004</c:v>
                </c:pt>
                <c:pt idx="729">
                  <c:v>4.1225300000000002</c:v>
                </c:pt>
                <c:pt idx="730">
                  <c:v>4.1228300000000004</c:v>
                </c:pt>
                <c:pt idx="731">
                  <c:v>4.1231400000000002</c:v>
                </c:pt>
                <c:pt idx="732">
                  <c:v>4.1234400000000004</c:v>
                </c:pt>
                <c:pt idx="733">
                  <c:v>4.1237500000000002</c:v>
                </c:pt>
                <c:pt idx="734">
                  <c:v>4.1240500000000004</c:v>
                </c:pt>
                <c:pt idx="735">
                  <c:v>4.1243600000000002</c:v>
                </c:pt>
                <c:pt idx="736">
                  <c:v>4.1246700000000001</c:v>
                </c:pt>
                <c:pt idx="737">
                  <c:v>4.1249700000000002</c:v>
                </c:pt>
                <c:pt idx="738">
                  <c:v>4.1252800000000001</c:v>
                </c:pt>
                <c:pt idx="739">
                  <c:v>4.1255800000000002</c:v>
                </c:pt>
                <c:pt idx="740">
                  <c:v>4.1258900000000001</c:v>
                </c:pt>
                <c:pt idx="741">
                  <c:v>4.1261900000000002</c:v>
                </c:pt>
                <c:pt idx="742">
                  <c:v>4.1265000000000001</c:v>
                </c:pt>
                <c:pt idx="743">
                  <c:v>4.1268000000000002</c:v>
                </c:pt>
                <c:pt idx="744">
                  <c:v>4.1271100000000001</c:v>
                </c:pt>
                <c:pt idx="745">
                  <c:v>4.1274100000000002</c:v>
                </c:pt>
                <c:pt idx="746">
                  <c:v>4.1277200000000001</c:v>
                </c:pt>
                <c:pt idx="747">
                  <c:v>4.1280299999999999</c:v>
                </c:pt>
                <c:pt idx="748">
                  <c:v>4.1283300000000001</c:v>
                </c:pt>
                <c:pt idx="749">
                  <c:v>4.1286399999999999</c:v>
                </c:pt>
                <c:pt idx="750">
                  <c:v>4.1289400000000001</c:v>
                </c:pt>
                <c:pt idx="751">
                  <c:v>4.1292499999999999</c:v>
                </c:pt>
                <c:pt idx="752">
                  <c:v>4.1295500000000001</c:v>
                </c:pt>
                <c:pt idx="753">
                  <c:v>4.1298599999999999</c:v>
                </c:pt>
                <c:pt idx="754">
                  <c:v>4.1301600000000001</c:v>
                </c:pt>
                <c:pt idx="755">
                  <c:v>4.1304699999999999</c:v>
                </c:pt>
                <c:pt idx="756">
                  <c:v>4.1307700000000001</c:v>
                </c:pt>
                <c:pt idx="757">
                  <c:v>4.1310799999999999</c:v>
                </c:pt>
                <c:pt idx="758">
                  <c:v>4.1313800000000001</c:v>
                </c:pt>
                <c:pt idx="759">
                  <c:v>4.1316899999999999</c:v>
                </c:pt>
                <c:pt idx="760">
                  <c:v>4.1319999999999997</c:v>
                </c:pt>
                <c:pt idx="761">
                  <c:v>4.1322999999999999</c:v>
                </c:pt>
                <c:pt idx="762">
                  <c:v>4.1326099999999997</c:v>
                </c:pt>
                <c:pt idx="763">
                  <c:v>4.1329099999999999</c:v>
                </c:pt>
                <c:pt idx="764">
                  <c:v>4.1332199999999997</c:v>
                </c:pt>
                <c:pt idx="765">
                  <c:v>4.1335199999999999</c:v>
                </c:pt>
                <c:pt idx="766">
                  <c:v>4.1338299999999997</c:v>
                </c:pt>
                <c:pt idx="767">
                  <c:v>4.1341299999999999</c:v>
                </c:pt>
                <c:pt idx="768">
                  <c:v>4.1344399999999997</c:v>
                </c:pt>
                <c:pt idx="769">
                  <c:v>4.1347399999999999</c:v>
                </c:pt>
                <c:pt idx="770">
                  <c:v>4.1350499999999997</c:v>
                </c:pt>
                <c:pt idx="771">
                  <c:v>4.1353499999999999</c:v>
                </c:pt>
                <c:pt idx="772">
                  <c:v>4.1356599999999997</c:v>
                </c:pt>
                <c:pt idx="773">
                  <c:v>4.1359700000000004</c:v>
                </c:pt>
                <c:pt idx="774">
                  <c:v>4.1362699999999997</c:v>
                </c:pt>
                <c:pt idx="775">
                  <c:v>4.1365800000000004</c:v>
                </c:pt>
                <c:pt idx="776">
                  <c:v>4.1368799999999997</c:v>
                </c:pt>
                <c:pt idx="777">
                  <c:v>4.1371900000000004</c:v>
                </c:pt>
                <c:pt idx="778">
                  <c:v>4.1374899999999997</c:v>
                </c:pt>
                <c:pt idx="779">
                  <c:v>4.1378000000000004</c:v>
                </c:pt>
                <c:pt idx="780">
                  <c:v>4.1380999999999997</c:v>
                </c:pt>
                <c:pt idx="781">
                  <c:v>4.1384100000000004</c:v>
                </c:pt>
                <c:pt idx="782">
                  <c:v>4.1387099999999997</c:v>
                </c:pt>
                <c:pt idx="783">
                  <c:v>4.1390200000000004</c:v>
                </c:pt>
                <c:pt idx="784">
                  <c:v>4.1393199999999997</c:v>
                </c:pt>
                <c:pt idx="785">
                  <c:v>4.1396300000000004</c:v>
                </c:pt>
                <c:pt idx="786">
                  <c:v>4.1399400000000002</c:v>
                </c:pt>
                <c:pt idx="787">
                  <c:v>4.1402400000000004</c:v>
                </c:pt>
                <c:pt idx="788">
                  <c:v>4.1405500000000002</c:v>
                </c:pt>
                <c:pt idx="789">
                  <c:v>4.1408500000000004</c:v>
                </c:pt>
                <c:pt idx="790">
                  <c:v>4.1411600000000002</c:v>
                </c:pt>
                <c:pt idx="791">
                  <c:v>4.1414600000000004</c:v>
                </c:pt>
                <c:pt idx="792">
                  <c:v>4.1417700000000002</c:v>
                </c:pt>
                <c:pt idx="793">
                  <c:v>4.1420700000000004</c:v>
                </c:pt>
                <c:pt idx="794">
                  <c:v>4.1423800000000002</c:v>
                </c:pt>
                <c:pt idx="795">
                  <c:v>4.1426800000000004</c:v>
                </c:pt>
                <c:pt idx="796">
                  <c:v>4.1429900000000002</c:v>
                </c:pt>
                <c:pt idx="797">
                  <c:v>4.1432900000000004</c:v>
                </c:pt>
                <c:pt idx="798">
                  <c:v>4.1436000000000002</c:v>
                </c:pt>
                <c:pt idx="799">
                  <c:v>4.14391</c:v>
                </c:pt>
                <c:pt idx="800">
                  <c:v>4.1442100000000002</c:v>
                </c:pt>
                <c:pt idx="801">
                  <c:v>4.14452</c:v>
                </c:pt>
                <c:pt idx="802">
                  <c:v>4.1448200000000002</c:v>
                </c:pt>
                <c:pt idx="803">
                  <c:v>4.14513</c:v>
                </c:pt>
                <c:pt idx="804">
                  <c:v>4.1454300000000002</c:v>
                </c:pt>
                <c:pt idx="805">
                  <c:v>4.14574</c:v>
                </c:pt>
                <c:pt idx="806">
                  <c:v>4.1460400000000002</c:v>
                </c:pt>
                <c:pt idx="807">
                  <c:v>4.14635</c:v>
                </c:pt>
                <c:pt idx="808">
                  <c:v>4.1466500000000002</c:v>
                </c:pt>
                <c:pt idx="809">
                  <c:v>4.14696</c:v>
                </c:pt>
                <c:pt idx="810">
                  <c:v>4.1472699999999998</c:v>
                </c:pt>
                <c:pt idx="811">
                  <c:v>4.14757</c:v>
                </c:pt>
                <c:pt idx="812">
                  <c:v>4.1478799999999998</c:v>
                </c:pt>
                <c:pt idx="813">
                  <c:v>4.14818</c:v>
                </c:pt>
                <c:pt idx="814">
                  <c:v>4.1484899999999998</c:v>
                </c:pt>
                <c:pt idx="815">
                  <c:v>4.14879</c:v>
                </c:pt>
                <c:pt idx="816">
                  <c:v>4.1490999999999998</c:v>
                </c:pt>
                <c:pt idx="817">
                  <c:v>4.1494</c:v>
                </c:pt>
                <c:pt idx="818">
                  <c:v>4.1497099999999998</c:v>
                </c:pt>
                <c:pt idx="819">
                  <c:v>4.15001</c:v>
                </c:pt>
                <c:pt idx="820">
                  <c:v>4.1503199999999998</c:v>
                </c:pt>
                <c:pt idx="821">
                  <c:v>4.15062</c:v>
                </c:pt>
                <c:pt idx="822">
                  <c:v>4.1509299999999998</c:v>
                </c:pt>
                <c:pt idx="823">
                  <c:v>4.1512399999999996</c:v>
                </c:pt>
                <c:pt idx="824">
                  <c:v>4.1515399999999998</c:v>
                </c:pt>
                <c:pt idx="825">
                  <c:v>4.1518499999999996</c:v>
                </c:pt>
                <c:pt idx="826">
                  <c:v>4.1521499999999998</c:v>
                </c:pt>
                <c:pt idx="827">
                  <c:v>4.1524599999999996</c:v>
                </c:pt>
                <c:pt idx="828">
                  <c:v>4.1527599999999998</c:v>
                </c:pt>
                <c:pt idx="829">
                  <c:v>4.1530699999999996</c:v>
                </c:pt>
                <c:pt idx="830">
                  <c:v>4.1533699999999998</c:v>
                </c:pt>
                <c:pt idx="831">
                  <c:v>4.1536799999999996</c:v>
                </c:pt>
                <c:pt idx="832">
                  <c:v>4.1539799999999998</c:v>
                </c:pt>
                <c:pt idx="833">
                  <c:v>4.1542899999999996</c:v>
                </c:pt>
                <c:pt idx="834">
                  <c:v>4.1545899999999998</c:v>
                </c:pt>
                <c:pt idx="835">
                  <c:v>4.1548999999999996</c:v>
                </c:pt>
                <c:pt idx="836">
                  <c:v>4.1552100000000003</c:v>
                </c:pt>
                <c:pt idx="837">
                  <c:v>4.1555099999999996</c:v>
                </c:pt>
                <c:pt idx="838">
                  <c:v>4.1558200000000003</c:v>
                </c:pt>
                <c:pt idx="839">
                  <c:v>4.1561199999999996</c:v>
                </c:pt>
                <c:pt idx="840">
                  <c:v>4.1564300000000003</c:v>
                </c:pt>
                <c:pt idx="841">
                  <c:v>4.1567299999999996</c:v>
                </c:pt>
                <c:pt idx="842">
                  <c:v>4.1570400000000003</c:v>
                </c:pt>
                <c:pt idx="843">
                  <c:v>4.1573399999999996</c:v>
                </c:pt>
                <c:pt idx="844">
                  <c:v>4.1576500000000003</c:v>
                </c:pt>
                <c:pt idx="845">
                  <c:v>4.1579499999999996</c:v>
                </c:pt>
                <c:pt idx="846">
                  <c:v>4.1582600000000003</c:v>
                </c:pt>
                <c:pt idx="847">
                  <c:v>4.1585599999999996</c:v>
                </c:pt>
                <c:pt idx="848">
                  <c:v>4.1588700000000003</c:v>
                </c:pt>
                <c:pt idx="849">
                  <c:v>4.1591800000000001</c:v>
                </c:pt>
                <c:pt idx="850">
                  <c:v>4.1594800000000003</c:v>
                </c:pt>
                <c:pt idx="851">
                  <c:v>4.1597900000000001</c:v>
                </c:pt>
                <c:pt idx="852">
                  <c:v>4.1600900000000003</c:v>
                </c:pt>
                <c:pt idx="853">
                  <c:v>4.1604000000000001</c:v>
                </c:pt>
                <c:pt idx="854">
                  <c:v>4.1607000000000003</c:v>
                </c:pt>
                <c:pt idx="855">
                  <c:v>4.1610100000000001</c:v>
                </c:pt>
                <c:pt idx="856">
                  <c:v>4.1613100000000003</c:v>
                </c:pt>
                <c:pt idx="857">
                  <c:v>4.1616200000000001</c:v>
                </c:pt>
                <c:pt idx="858">
                  <c:v>4.1619200000000003</c:v>
                </c:pt>
                <c:pt idx="859">
                  <c:v>4.1622300000000001</c:v>
                </c:pt>
                <c:pt idx="860">
                  <c:v>4.1625300000000003</c:v>
                </c:pt>
                <c:pt idx="861">
                  <c:v>4.1628400000000001</c:v>
                </c:pt>
                <c:pt idx="862">
                  <c:v>4.1631499999999999</c:v>
                </c:pt>
                <c:pt idx="863">
                  <c:v>4.1634500000000001</c:v>
                </c:pt>
                <c:pt idx="864">
                  <c:v>4.1637599999999999</c:v>
                </c:pt>
                <c:pt idx="865">
                  <c:v>4.1640600000000001</c:v>
                </c:pt>
                <c:pt idx="866">
                  <c:v>4.1643699999999999</c:v>
                </c:pt>
                <c:pt idx="867">
                  <c:v>4.1646700000000001</c:v>
                </c:pt>
                <c:pt idx="868">
                  <c:v>4.1649799999999999</c:v>
                </c:pt>
                <c:pt idx="869">
                  <c:v>4.1652800000000001</c:v>
                </c:pt>
                <c:pt idx="870">
                  <c:v>4.1655899999999999</c:v>
                </c:pt>
                <c:pt idx="871">
                  <c:v>4.1658900000000001</c:v>
                </c:pt>
                <c:pt idx="872">
                  <c:v>4.1661999999999999</c:v>
                </c:pt>
                <c:pt idx="873">
                  <c:v>4.1665099999999997</c:v>
                </c:pt>
                <c:pt idx="874">
                  <c:v>4.1668099999999999</c:v>
                </c:pt>
                <c:pt idx="875">
                  <c:v>4.1671199999999997</c:v>
                </c:pt>
                <c:pt idx="876">
                  <c:v>4.1674199999999999</c:v>
                </c:pt>
                <c:pt idx="877">
                  <c:v>4.1677299999999997</c:v>
                </c:pt>
                <c:pt idx="878">
                  <c:v>4.1680299999999999</c:v>
                </c:pt>
                <c:pt idx="879">
                  <c:v>4.1683399999999997</c:v>
                </c:pt>
                <c:pt idx="880">
                  <c:v>4.1686399999999999</c:v>
                </c:pt>
                <c:pt idx="881">
                  <c:v>4.1689499999999997</c:v>
                </c:pt>
                <c:pt idx="882">
                  <c:v>4.1692499999999999</c:v>
                </c:pt>
                <c:pt idx="883">
                  <c:v>4.1695599999999997</c:v>
                </c:pt>
                <c:pt idx="884">
                  <c:v>4.1698599999999999</c:v>
                </c:pt>
                <c:pt idx="885">
                  <c:v>4.1701699999999997</c:v>
                </c:pt>
                <c:pt idx="886">
                  <c:v>4.1704800000000004</c:v>
                </c:pt>
                <c:pt idx="887">
                  <c:v>4.1707799999999997</c:v>
                </c:pt>
                <c:pt idx="888">
                  <c:v>4.1710900000000004</c:v>
                </c:pt>
                <c:pt idx="889">
                  <c:v>4.1713899999999997</c:v>
                </c:pt>
                <c:pt idx="890">
                  <c:v>4.1717000000000004</c:v>
                </c:pt>
                <c:pt idx="891">
                  <c:v>4.1719999999999997</c:v>
                </c:pt>
                <c:pt idx="892">
                  <c:v>4.1723100000000004</c:v>
                </c:pt>
                <c:pt idx="893">
                  <c:v>4.1726099999999997</c:v>
                </c:pt>
                <c:pt idx="894">
                  <c:v>4.1729200000000004</c:v>
                </c:pt>
                <c:pt idx="895">
                  <c:v>4.1732199999999997</c:v>
                </c:pt>
                <c:pt idx="896">
                  <c:v>4.1735300000000004</c:v>
                </c:pt>
                <c:pt idx="897">
                  <c:v>4.1738299999999997</c:v>
                </c:pt>
                <c:pt idx="898">
                  <c:v>4.1741400000000004</c:v>
                </c:pt>
                <c:pt idx="899">
                  <c:v>4.1744500000000002</c:v>
                </c:pt>
                <c:pt idx="900">
                  <c:v>4.1747500000000004</c:v>
                </c:pt>
                <c:pt idx="901">
                  <c:v>4.1750600000000002</c:v>
                </c:pt>
                <c:pt idx="902">
                  <c:v>4.1753600000000004</c:v>
                </c:pt>
                <c:pt idx="903">
                  <c:v>4.1756700000000002</c:v>
                </c:pt>
                <c:pt idx="904">
                  <c:v>4.1759700000000004</c:v>
                </c:pt>
                <c:pt idx="905">
                  <c:v>4.1762800000000002</c:v>
                </c:pt>
                <c:pt idx="906">
                  <c:v>4.1765800000000004</c:v>
                </c:pt>
                <c:pt idx="907">
                  <c:v>4.1768900000000002</c:v>
                </c:pt>
                <c:pt idx="908">
                  <c:v>4.1771900000000004</c:v>
                </c:pt>
                <c:pt idx="909">
                  <c:v>4.1775000000000002</c:v>
                </c:pt>
                <c:pt idx="910">
                  <c:v>4.1778000000000004</c:v>
                </c:pt>
                <c:pt idx="911">
                  <c:v>4.1781100000000002</c:v>
                </c:pt>
                <c:pt idx="912">
                  <c:v>4.17842</c:v>
                </c:pt>
                <c:pt idx="913">
                  <c:v>4.1787200000000002</c:v>
                </c:pt>
                <c:pt idx="914">
                  <c:v>4.17903</c:v>
                </c:pt>
                <c:pt idx="915">
                  <c:v>4.1793300000000002</c:v>
                </c:pt>
                <c:pt idx="916">
                  <c:v>4.17964</c:v>
                </c:pt>
                <c:pt idx="917">
                  <c:v>4.1799400000000002</c:v>
                </c:pt>
                <c:pt idx="918">
                  <c:v>4.18025</c:v>
                </c:pt>
                <c:pt idx="919">
                  <c:v>4.1805500000000002</c:v>
                </c:pt>
                <c:pt idx="920">
                  <c:v>4.18086</c:v>
                </c:pt>
                <c:pt idx="921">
                  <c:v>4.1811600000000002</c:v>
                </c:pt>
                <c:pt idx="922">
                  <c:v>4.18147</c:v>
                </c:pt>
                <c:pt idx="923">
                  <c:v>4.1817799999999998</c:v>
                </c:pt>
                <c:pt idx="924">
                  <c:v>4.18208</c:v>
                </c:pt>
                <c:pt idx="925">
                  <c:v>4.1823899999999998</c:v>
                </c:pt>
                <c:pt idx="926">
                  <c:v>4.18269</c:v>
                </c:pt>
                <c:pt idx="927">
                  <c:v>4.1829999999999998</c:v>
                </c:pt>
                <c:pt idx="928">
                  <c:v>4.1833</c:v>
                </c:pt>
                <c:pt idx="929">
                  <c:v>4.1836099999999998</c:v>
                </c:pt>
                <c:pt idx="930">
                  <c:v>4.18391</c:v>
                </c:pt>
                <c:pt idx="931">
                  <c:v>4.1842199999999998</c:v>
                </c:pt>
                <c:pt idx="932">
                  <c:v>4.18452</c:v>
                </c:pt>
                <c:pt idx="933">
                  <c:v>4.1848299999999998</c:v>
                </c:pt>
                <c:pt idx="934">
                  <c:v>4.18513</c:v>
                </c:pt>
                <c:pt idx="935">
                  <c:v>4.1854399999999998</c:v>
                </c:pt>
                <c:pt idx="936">
                  <c:v>4.1857499999999996</c:v>
                </c:pt>
                <c:pt idx="937">
                  <c:v>4.1860499999999998</c:v>
                </c:pt>
                <c:pt idx="938">
                  <c:v>4.1863599999999996</c:v>
                </c:pt>
                <c:pt idx="939">
                  <c:v>4.1866599999999998</c:v>
                </c:pt>
                <c:pt idx="940">
                  <c:v>4.1869699999999996</c:v>
                </c:pt>
                <c:pt idx="941">
                  <c:v>4.1872699999999998</c:v>
                </c:pt>
                <c:pt idx="942">
                  <c:v>4.1875799999999996</c:v>
                </c:pt>
                <c:pt idx="943">
                  <c:v>4.1878799999999998</c:v>
                </c:pt>
                <c:pt idx="944">
                  <c:v>4.1881899999999996</c:v>
                </c:pt>
                <c:pt idx="945">
                  <c:v>4.1884899999999998</c:v>
                </c:pt>
                <c:pt idx="946">
                  <c:v>4.1887999999999996</c:v>
                </c:pt>
                <c:pt idx="947">
                  <c:v>4.1890999999999998</c:v>
                </c:pt>
                <c:pt idx="948">
                  <c:v>4.1894099999999996</c:v>
                </c:pt>
                <c:pt idx="949">
                  <c:v>4.1897200000000003</c:v>
                </c:pt>
                <c:pt idx="950">
                  <c:v>4.1900199999999996</c:v>
                </c:pt>
                <c:pt idx="951">
                  <c:v>4.1903300000000003</c:v>
                </c:pt>
                <c:pt idx="952">
                  <c:v>4.1906299999999996</c:v>
                </c:pt>
                <c:pt idx="953">
                  <c:v>4.1909400000000003</c:v>
                </c:pt>
                <c:pt idx="954">
                  <c:v>4.1912399999999996</c:v>
                </c:pt>
                <c:pt idx="955">
                  <c:v>4.1915500000000003</c:v>
                </c:pt>
                <c:pt idx="956">
                  <c:v>4.1918499999999996</c:v>
                </c:pt>
                <c:pt idx="957">
                  <c:v>4.1921600000000003</c:v>
                </c:pt>
                <c:pt idx="958">
                  <c:v>4.1924599999999996</c:v>
                </c:pt>
                <c:pt idx="959">
                  <c:v>4.1927700000000003</c:v>
                </c:pt>
                <c:pt idx="960">
                  <c:v>4.1930699999999996</c:v>
                </c:pt>
                <c:pt idx="961">
                  <c:v>4.1933800000000003</c:v>
                </c:pt>
                <c:pt idx="962">
                  <c:v>4.1936900000000001</c:v>
                </c:pt>
                <c:pt idx="963">
                  <c:v>4.1939900000000003</c:v>
                </c:pt>
                <c:pt idx="964">
                  <c:v>4.1943000000000001</c:v>
                </c:pt>
                <c:pt idx="965">
                  <c:v>4.1946000000000003</c:v>
                </c:pt>
                <c:pt idx="966">
                  <c:v>4.1949100000000001</c:v>
                </c:pt>
                <c:pt idx="967">
                  <c:v>4.1952100000000003</c:v>
                </c:pt>
                <c:pt idx="968">
                  <c:v>4.1955200000000001</c:v>
                </c:pt>
                <c:pt idx="969">
                  <c:v>4.1958200000000003</c:v>
                </c:pt>
                <c:pt idx="970">
                  <c:v>4.1961300000000001</c:v>
                </c:pt>
                <c:pt idx="971">
                  <c:v>4.1964300000000003</c:v>
                </c:pt>
                <c:pt idx="972">
                  <c:v>4.1967400000000001</c:v>
                </c:pt>
                <c:pt idx="973">
                  <c:v>4.1970400000000003</c:v>
                </c:pt>
                <c:pt idx="974">
                  <c:v>4.1973500000000001</c:v>
                </c:pt>
                <c:pt idx="975">
                  <c:v>4.1976599999999999</c:v>
                </c:pt>
                <c:pt idx="976">
                  <c:v>4.1979600000000001</c:v>
                </c:pt>
                <c:pt idx="977">
                  <c:v>4.1982699999999999</c:v>
                </c:pt>
                <c:pt idx="978">
                  <c:v>4.1985700000000001</c:v>
                </c:pt>
                <c:pt idx="979">
                  <c:v>4.1988799999999999</c:v>
                </c:pt>
                <c:pt idx="980">
                  <c:v>4.1991800000000001</c:v>
                </c:pt>
                <c:pt idx="981">
                  <c:v>4.1994899999999999</c:v>
                </c:pt>
                <c:pt idx="982">
                  <c:v>4.1997900000000001</c:v>
                </c:pt>
                <c:pt idx="983">
                  <c:v>4.2000999999999999</c:v>
                </c:pt>
                <c:pt idx="984">
                  <c:v>4.2004000000000001</c:v>
                </c:pt>
                <c:pt idx="985">
                  <c:v>4.2007099999999999</c:v>
                </c:pt>
                <c:pt idx="986">
                  <c:v>4.2010199999999998</c:v>
                </c:pt>
                <c:pt idx="987">
                  <c:v>4.2013199999999999</c:v>
                </c:pt>
                <c:pt idx="988">
                  <c:v>4.2016299999999998</c:v>
                </c:pt>
                <c:pt idx="989">
                  <c:v>4.2019299999999999</c:v>
                </c:pt>
                <c:pt idx="990">
                  <c:v>4.2022399999999998</c:v>
                </c:pt>
                <c:pt idx="991">
                  <c:v>4.2025399999999999</c:v>
                </c:pt>
                <c:pt idx="992">
                  <c:v>4.2028499999999998</c:v>
                </c:pt>
                <c:pt idx="993">
                  <c:v>4.2031499999999999</c:v>
                </c:pt>
                <c:pt idx="994">
                  <c:v>4.2034599999999998</c:v>
                </c:pt>
                <c:pt idx="995">
                  <c:v>4.2037599999999999</c:v>
                </c:pt>
                <c:pt idx="996">
                  <c:v>4.2040699999999998</c:v>
                </c:pt>
                <c:pt idx="997">
                  <c:v>4.2043699999999999</c:v>
                </c:pt>
                <c:pt idx="998">
                  <c:v>4.2046799999999998</c:v>
                </c:pt>
                <c:pt idx="999">
                  <c:v>4.2049899999999996</c:v>
                </c:pt>
                <c:pt idx="1000">
                  <c:v>4.2052899999999998</c:v>
                </c:pt>
                <c:pt idx="1001">
                  <c:v>4.2055999999999996</c:v>
                </c:pt>
                <c:pt idx="1002">
                  <c:v>4.2058999999999997</c:v>
                </c:pt>
                <c:pt idx="1003">
                  <c:v>4.2062099999999996</c:v>
                </c:pt>
                <c:pt idx="1004">
                  <c:v>4.2065099999999997</c:v>
                </c:pt>
                <c:pt idx="1005">
                  <c:v>4.2068199999999996</c:v>
                </c:pt>
                <c:pt idx="1006">
                  <c:v>4.2071199999999997</c:v>
                </c:pt>
                <c:pt idx="1007">
                  <c:v>4.2074299999999996</c:v>
                </c:pt>
                <c:pt idx="1008">
                  <c:v>4.2077299999999997</c:v>
                </c:pt>
                <c:pt idx="1009">
                  <c:v>4.2080399999999996</c:v>
                </c:pt>
                <c:pt idx="1010">
                  <c:v>4.2083399999999997</c:v>
                </c:pt>
                <c:pt idx="1011">
                  <c:v>4.2086499999999996</c:v>
                </c:pt>
                <c:pt idx="1012">
                  <c:v>4.2089600000000003</c:v>
                </c:pt>
                <c:pt idx="1013">
                  <c:v>4.2092599999999996</c:v>
                </c:pt>
                <c:pt idx="1014">
                  <c:v>4.2095700000000003</c:v>
                </c:pt>
                <c:pt idx="1015">
                  <c:v>4.2098699999999996</c:v>
                </c:pt>
                <c:pt idx="1016">
                  <c:v>4.2101800000000003</c:v>
                </c:pt>
                <c:pt idx="1017">
                  <c:v>4.2104799999999996</c:v>
                </c:pt>
                <c:pt idx="1018">
                  <c:v>4.2107900000000003</c:v>
                </c:pt>
                <c:pt idx="1019">
                  <c:v>4.2110900000000004</c:v>
                </c:pt>
                <c:pt idx="1020">
                  <c:v>4.2114000000000003</c:v>
                </c:pt>
                <c:pt idx="1021">
                  <c:v>4.2117000000000004</c:v>
                </c:pt>
                <c:pt idx="1022">
                  <c:v>4.2120100000000003</c:v>
                </c:pt>
                <c:pt idx="1023">
                  <c:v>4.2123100000000004</c:v>
                </c:pt>
                <c:pt idx="1024">
                  <c:v>4.2126200000000003</c:v>
                </c:pt>
                <c:pt idx="1025">
                  <c:v>4.2129300000000001</c:v>
                </c:pt>
                <c:pt idx="1026">
                  <c:v>4.2132300000000003</c:v>
                </c:pt>
                <c:pt idx="1027">
                  <c:v>4.2135400000000001</c:v>
                </c:pt>
                <c:pt idx="1028">
                  <c:v>4.2138400000000003</c:v>
                </c:pt>
                <c:pt idx="1029">
                  <c:v>4.2141500000000001</c:v>
                </c:pt>
                <c:pt idx="1030">
                  <c:v>4.2144500000000003</c:v>
                </c:pt>
                <c:pt idx="1031">
                  <c:v>4.2147600000000001</c:v>
                </c:pt>
                <c:pt idx="1032">
                  <c:v>4.2150600000000003</c:v>
                </c:pt>
                <c:pt idx="1033">
                  <c:v>4.2153700000000001</c:v>
                </c:pt>
                <c:pt idx="1034">
                  <c:v>4.2156700000000003</c:v>
                </c:pt>
                <c:pt idx="1035">
                  <c:v>4.2159800000000001</c:v>
                </c:pt>
                <c:pt idx="1036">
                  <c:v>4.2162800000000002</c:v>
                </c:pt>
                <c:pt idx="1037">
                  <c:v>4.2165900000000001</c:v>
                </c:pt>
                <c:pt idx="1038">
                  <c:v>4.2168999999999999</c:v>
                </c:pt>
                <c:pt idx="1039">
                  <c:v>4.2172000000000001</c:v>
                </c:pt>
                <c:pt idx="1040">
                  <c:v>4.2175099999999999</c:v>
                </c:pt>
                <c:pt idx="1041">
                  <c:v>4.2178100000000001</c:v>
                </c:pt>
                <c:pt idx="1042">
                  <c:v>4.2181199999999999</c:v>
                </c:pt>
                <c:pt idx="1043">
                  <c:v>4.2184200000000001</c:v>
                </c:pt>
                <c:pt idx="1044">
                  <c:v>4.2187299999999999</c:v>
                </c:pt>
                <c:pt idx="1045">
                  <c:v>4.2190300000000001</c:v>
                </c:pt>
                <c:pt idx="1046">
                  <c:v>4.2193399999999999</c:v>
                </c:pt>
                <c:pt idx="1047">
                  <c:v>4.2196400000000001</c:v>
                </c:pt>
                <c:pt idx="1048">
                  <c:v>4.2199499999999999</c:v>
                </c:pt>
                <c:pt idx="1049">
                  <c:v>4.2202599999999997</c:v>
                </c:pt>
                <c:pt idx="1050">
                  <c:v>4.2205599999999999</c:v>
                </c:pt>
                <c:pt idx="1051">
                  <c:v>4.2208699999999997</c:v>
                </c:pt>
                <c:pt idx="1052">
                  <c:v>4.2211699999999999</c:v>
                </c:pt>
                <c:pt idx="1053">
                  <c:v>4.2214799999999997</c:v>
                </c:pt>
                <c:pt idx="1054">
                  <c:v>4.2217799999999999</c:v>
                </c:pt>
                <c:pt idx="1055">
                  <c:v>4.2220899999999997</c:v>
                </c:pt>
                <c:pt idx="1056">
                  <c:v>4.2223899999999999</c:v>
                </c:pt>
                <c:pt idx="1057">
                  <c:v>4.2226999999999997</c:v>
                </c:pt>
                <c:pt idx="1058">
                  <c:v>4.2229999999999999</c:v>
                </c:pt>
                <c:pt idx="1059">
                  <c:v>4.2233099999999997</c:v>
                </c:pt>
                <c:pt idx="1060">
                  <c:v>4.2236099999999999</c:v>
                </c:pt>
                <c:pt idx="1061">
                  <c:v>4.2239199999999997</c:v>
                </c:pt>
                <c:pt idx="1062">
                  <c:v>4.2242300000000004</c:v>
                </c:pt>
                <c:pt idx="1063">
                  <c:v>4.2245299999999997</c:v>
                </c:pt>
                <c:pt idx="1064">
                  <c:v>4.2248400000000004</c:v>
                </c:pt>
                <c:pt idx="1065">
                  <c:v>4.2251399999999997</c:v>
                </c:pt>
                <c:pt idx="1066">
                  <c:v>4.2254500000000004</c:v>
                </c:pt>
                <c:pt idx="1067">
                  <c:v>4.2257499999999997</c:v>
                </c:pt>
                <c:pt idx="1068">
                  <c:v>4.2260600000000004</c:v>
                </c:pt>
                <c:pt idx="1069">
                  <c:v>4.2263599999999997</c:v>
                </c:pt>
                <c:pt idx="1070">
                  <c:v>4.2266700000000004</c:v>
                </c:pt>
                <c:pt idx="1071">
                  <c:v>4.2269699999999997</c:v>
                </c:pt>
                <c:pt idx="1072">
                  <c:v>4.2272800000000004</c:v>
                </c:pt>
                <c:pt idx="1073">
                  <c:v>4.2275799999999997</c:v>
                </c:pt>
                <c:pt idx="1074">
                  <c:v>4.2278900000000004</c:v>
                </c:pt>
                <c:pt idx="1075">
                  <c:v>4.2282000000000002</c:v>
                </c:pt>
                <c:pt idx="1076">
                  <c:v>4.2285000000000004</c:v>
                </c:pt>
                <c:pt idx="1077">
                  <c:v>4.2288100000000002</c:v>
                </c:pt>
                <c:pt idx="1078">
                  <c:v>4.2291100000000004</c:v>
                </c:pt>
                <c:pt idx="1079">
                  <c:v>4.2294200000000002</c:v>
                </c:pt>
                <c:pt idx="1080">
                  <c:v>4.2297200000000004</c:v>
                </c:pt>
                <c:pt idx="1081">
                  <c:v>4.2300300000000002</c:v>
                </c:pt>
                <c:pt idx="1082">
                  <c:v>4.2303300000000004</c:v>
                </c:pt>
                <c:pt idx="1083">
                  <c:v>4.2306400000000002</c:v>
                </c:pt>
                <c:pt idx="1084">
                  <c:v>4.2309400000000004</c:v>
                </c:pt>
                <c:pt idx="1085">
                  <c:v>4.2312500000000002</c:v>
                </c:pt>
                <c:pt idx="1086">
                  <c:v>4.2315500000000004</c:v>
                </c:pt>
                <c:pt idx="1087">
                  <c:v>4.2318600000000002</c:v>
                </c:pt>
                <c:pt idx="1088">
                  <c:v>4.23217</c:v>
                </c:pt>
                <c:pt idx="1089">
                  <c:v>4.2324700000000002</c:v>
                </c:pt>
                <c:pt idx="1090">
                  <c:v>4.23278</c:v>
                </c:pt>
                <c:pt idx="1091">
                  <c:v>4.2330800000000002</c:v>
                </c:pt>
                <c:pt idx="1092">
                  <c:v>4.23339</c:v>
                </c:pt>
                <c:pt idx="1093">
                  <c:v>4.2336900000000002</c:v>
                </c:pt>
                <c:pt idx="1094">
                  <c:v>4.234</c:v>
                </c:pt>
                <c:pt idx="1095">
                  <c:v>4.2343000000000002</c:v>
                </c:pt>
                <c:pt idx="1096">
                  <c:v>4.23461</c:v>
                </c:pt>
                <c:pt idx="1097">
                  <c:v>4.2349100000000002</c:v>
                </c:pt>
                <c:pt idx="1098">
                  <c:v>4.23522</c:v>
                </c:pt>
                <c:pt idx="1099">
                  <c:v>4.2355299999999998</c:v>
                </c:pt>
                <c:pt idx="1100">
                  <c:v>4.23583</c:v>
                </c:pt>
                <c:pt idx="1101">
                  <c:v>4.2361399999999998</c:v>
                </c:pt>
                <c:pt idx="1102">
                  <c:v>4.23644</c:v>
                </c:pt>
                <c:pt idx="1103">
                  <c:v>4.2367499999999998</c:v>
                </c:pt>
                <c:pt idx="1104">
                  <c:v>4.23705</c:v>
                </c:pt>
                <c:pt idx="1105">
                  <c:v>4.2373599999999998</c:v>
                </c:pt>
                <c:pt idx="1106">
                  <c:v>4.23766</c:v>
                </c:pt>
                <c:pt idx="1107">
                  <c:v>4.2379699999999998</c:v>
                </c:pt>
                <c:pt idx="1108">
                  <c:v>4.23827</c:v>
                </c:pt>
                <c:pt idx="1109">
                  <c:v>4.2385799999999998</c:v>
                </c:pt>
                <c:pt idx="1110">
                  <c:v>4.23888</c:v>
                </c:pt>
                <c:pt idx="1111">
                  <c:v>4.2391899999999998</c:v>
                </c:pt>
                <c:pt idx="1112">
                  <c:v>4.2394999999999996</c:v>
                </c:pt>
                <c:pt idx="1113">
                  <c:v>4.2397999999999998</c:v>
                </c:pt>
                <c:pt idx="1114">
                  <c:v>4.2401099999999996</c:v>
                </c:pt>
                <c:pt idx="1115">
                  <c:v>4.2404099999999998</c:v>
                </c:pt>
                <c:pt idx="1116">
                  <c:v>4.2407199999999996</c:v>
                </c:pt>
                <c:pt idx="1117">
                  <c:v>4.2410199999999998</c:v>
                </c:pt>
                <c:pt idx="1118">
                  <c:v>4.2413299999999996</c:v>
                </c:pt>
                <c:pt idx="1119">
                  <c:v>4.2416299999999998</c:v>
                </c:pt>
                <c:pt idx="1120">
                  <c:v>4.2419399999999996</c:v>
                </c:pt>
                <c:pt idx="1121">
                  <c:v>4.2422399999999998</c:v>
                </c:pt>
                <c:pt idx="1122">
                  <c:v>4.2425499999999996</c:v>
                </c:pt>
                <c:pt idx="1123">
                  <c:v>4.2428499999999998</c:v>
                </c:pt>
                <c:pt idx="1124">
                  <c:v>4.2431599999999996</c:v>
                </c:pt>
                <c:pt idx="1125">
                  <c:v>4.2434700000000003</c:v>
                </c:pt>
                <c:pt idx="1126">
                  <c:v>4.2437699999999996</c:v>
                </c:pt>
                <c:pt idx="1127">
                  <c:v>4.2440800000000003</c:v>
                </c:pt>
                <c:pt idx="1128">
                  <c:v>4.2443799999999996</c:v>
                </c:pt>
                <c:pt idx="1129">
                  <c:v>4.2446900000000003</c:v>
                </c:pt>
                <c:pt idx="1130">
                  <c:v>4.2449899999999996</c:v>
                </c:pt>
                <c:pt idx="1131">
                  <c:v>4.2453000000000003</c:v>
                </c:pt>
                <c:pt idx="1132">
                  <c:v>4.2455999999999996</c:v>
                </c:pt>
                <c:pt idx="1133">
                  <c:v>4.2459100000000003</c:v>
                </c:pt>
                <c:pt idx="1134">
                  <c:v>4.2462099999999996</c:v>
                </c:pt>
                <c:pt idx="1135">
                  <c:v>4.2465200000000003</c:v>
                </c:pt>
                <c:pt idx="1136">
                  <c:v>4.2468199999999996</c:v>
                </c:pt>
                <c:pt idx="1137">
                  <c:v>4.2471300000000003</c:v>
                </c:pt>
                <c:pt idx="1138">
                  <c:v>4.2474400000000001</c:v>
                </c:pt>
                <c:pt idx="1139">
                  <c:v>4.2477400000000003</c:v>
                </c:pt>
                <c:pt idx="1140">
                  <c:v>4.2480500000000001</c:v>
                </c:pt>
                <c:pt idx="1141">
                  <c:v>4.2483500000000003</c:v>
                </c:pt>
                <c:pt idx="1142">
                  <c:v>4.2486600000000001</c:v>
                </c:pt>
                <c:pt idx="1143">
                  <c:v>4.2489600000000003</c:v>
                </c:pt>
                <c:pt idx="1144">
                  <c:v>4.2492700000000001</c:v>
                </c:pt>
                <c:pt idx="1145">
                  <c:v>4.2495700000000003</c:v>
                </c:pt>
                <c:pt idx="1146">
                  <c:v>4.2498800000000001</c:v>
                </c:pt>
                <c:pt idx="1147">
                  <c:v>4.2501800000000003</c:v>
                </c:pt>
              </c:numCache>
            </c:numRef>
          </c:xVal>
          <c:yVal>
            <c:numRef>
              <c:f>'For plotting'!$AC$2:$AC$1149</c:f>
              <c:numCache>
                <c:formatCode>General</c:formatCode>
                <c:ptCount val="1148"/>
                <c:pt idx="0">
                  <c:v>0.41473909914067825</c:v>
                </c:pt>
                <c:pt idx="1">
                  <c:v>0.41429202105448232</c:v>
                </c:pt>
                <c:pt idx="2">
                  <c:v>0.41492096327553241</c:v>
                </c:pt>
                <c:pt idx="3">
                  <c:v>0.41553674644513311</c:v>
                </c:pt>
                <c:pt idx="4">
                  <c:v>0.41537175007142701</c:v>
                </c:pt>
                <c:pt idx="5">
                  <c:v>0.41386538207951473</c:v>
                </c:pt>
                <c:pt idx="6">
                  <c:v>0.41441896881387225</c:v>
                </c:pt>
                <c:pt idx="7">
                  <c:v>0.41548312125008247</c:v>
                </c:pt>
                <c:pt idx="8">
                  <c:v>0.41417575987340938</c:v>
                </c:pt>
                <c:pt idx="9">
                  <c:v>0.41398842882574011</c:v>
                </c:pt>
                <c:pt idx="10">
                  <c:v>0.41397208303114219</c:v>
                </c:pt>
                <c:pt idx="11">
                  <c:v>0.41299625282960817</c:v>
                </c:pt>
                <c:pt idx="12">
                  <c:v>0.41265161754686713</c:v>
                </c:pt>
                <c:pt idx="13">
                  <c:v>0.4134207215226039</c:v>
                </c:pt>
                <c:pt idx="14">
                  <c:v>0.41491079866376568</c:v>
                </c:pt>
                <c:pt idx="15">
                  <c:v>0.41659839893628714</c:v>
                </c:pt>
                <c:pt idx="16">
                  <c:v>0.41559638799147275</c:v>
                </c:pt>
                <c:pt idx="17">
                  <c:v>0.41514538142018859</c:v>
                </c:pt>
                <c:pt idx="18">
                  <c:v>0.41624604404298809</c:v>
                </c:pt>
                <c:pt idx="19">
                  <c:v>0.41688229379574077</c:v>
                </c:pt>
                <c:pt idx="20">
                  <c:v>0.41592596866002945</c:v>
                </c:pt>
                <c:pt idx="21">
                  <c:v>0.41372730819102876</c:v>
                </c:pt>
                <c:pt idx="22">
                  <c:v>0.41198402232917958</c:v>
                </c:pt>
                <c:pt idx="23">
                  <c:v>0.41251090635370652</c:v>
                </c:pt>
                <c:pt idx="24">
                  <c:v>0.41317097426430188</c:v>
                </c:pt>
                <c:pt idx="25">
                  <c:v>0.41499000021977539</c:v>
                </c:pt>
                <c:pt idx="26">
                  <c:v>0.41612162370057804</c:v>
                </c:pt>
                <c:pt idx="27">
                  <c:v>0.41617313355750424</c:v>
                </c:pt>
                <c:pt idx="28">
                  <c:v>0.41650991187006881</c:v>
                </c:pt>
                <c:pt idx="29">
                  <c:v>0.41652565328234548</c:v>
                </c:pt>
                <c:pt idx="30">
                  <c:v>0.41567754005406476</c:v>
                </c:pt>
                <c:pt idx="31">
                  <c:v>0.416352525219226</c:v>
                </c:pt>
                <c:pt idx="32">
                  <c:v>0.41681545460539332</c:v>
                </c:pt>
                <c:pt idx="33">
                  <c:v>0.41614582646535242</c:v>
                </c:pt>
                <c:pt idx="34">
                  <c:v>0.41409798685743171</c:v>
                </c:pt>
                <c:pt idx="35">
                  <c:v>0.41358346519856709</c:v>
                </c:pt>
                <c:pt idx="36">
                  <c:v>0.41378705962506324</c:v>
                </c:pt>
                <c:pt idx="37">
                  <c:v>0.41411048658271249</c:v>
                </c:pt>
                <c:pt idx="38">
                  <c:v>0.41526936221181954</c:v>
                </c:pt>
                <c:pt idx="39">
                  <c:v>0.41560050878002686</c:v>
                </c:pt>
                <c:pt idx="40">
                  <c:v>0.41596091294696824</c:v>
                </c:pt>
                <c:pt idx="41">
                  <c:v>0.41665529329025736</c:v>
                </c:pt>
                <c:pt idx="42">
                  <c:v>0.41605824597261598</c:v>
                </c:pt>
                <c:pt idx="43">
                  <c:v>0.41641216676556564</c:v>
                </c:pt>
                <c:pt idx="44">
                  <c:v>0.41625054943847389</c:v>
                </c:pt>
                <c:pt idx="45">
                  <c:v>0.41539276609305292</c:v>
                </c:pt>
                <c:pt idx="46">
                  <c:v>0.41545872618184221</c:v>
                </c:pt>
                <c:pt idx="47">
                  <c:v>0.41583456956989961</c:v>
                </c:pt>
                <c:pt idx="48">
                  <c:v>0.41548034658578936</c:v>
                </c:pt>
                <c:pt idx="49">
                  <c:v>0.4144287213467836</c:v>
                </c:pt>
                <c:pt idx="50">
                  <c:v>0.41372346212171163</c:v>
                </c:pt>
                <c:pt idx="51">
                  <c:v>0.41410743719918247</c:v>
                </c:pt>
                <c:pt idx="52">
                  <c:v>0.41383568493000156</c:v>
                </c:pt>
                <c:pt idx="53">
                  <c:v>0.41286990945253954</c:v>
                </c:pt>
                <c:pt idx="54">
                  <c:v>0.41253582338849698</c:v>
                </c:pt>
                <c:pt idx="55">
                  <c:v>0.41287647524230237</c:v>
                </c:pt>
                <c:pt idx="56">
                  <c:v>0.41334047603349378</c:v>
                </c:pt>
                <c:pt idx="57">
                  <c:v>0.41395417133689372</c:v>
                </c:pt>
                <c:pt idx="58">
                  <c:v>0.41459904727368629</c:v>
                </c:pt>
                <c:pt idx="59">
                  <c:v>0.4145620151205468</c:v>
                </c:pt>
                <c:pt idx="60">
                  <c:v>0.41345374277488411</c:v>
                </c:pt>
                <c:pt idx="61">
                  <c:v>0.41287213467835876</c:v>
                </c:pt>
                <c:pt idx="62">
                  <c:v>0.41385400870310546</c:v>
                </c:pt>
                <c:pt idx="63">
                  <c:v>0.41459055844926485</c:v>
                </c:pt>
                <c:pt idx="64">
                  <c:v>0.41482209182215779</c:v>
                </c:pt>
                <c:pt idx="65">
                  <c:v>0.4148182457528406</c:v>
                </c:pt>
                <c:pt idx="66">
                  <c:v>0.41532576207116328</c:v>
                </c:pt>
                <c:pt idx="67">
                  <c:v>0.41771719302872468</c:v>
                </c:pt>
                <c:pt idx="68">
                  <c:v>0.41721434693742998</c:v>
                </c:pt>
                <c:pt idx="69">
                  <c:v>0.41603264213973323</c:v>
                </c:pt>
                <c:pt idx="70">
                  <c:v>0.41557495989099141</c:v>
                </c:pt>
                <c:pt idx="71">
                  <c:v>0.41505670205050443</c:v>
                </c:pt>
                <c:pt idx="72">
                  <c:v>0.41373513768928155</c:v>
                </c:pt>
                <c:pt idx="73">
                  <c:v>0.41146180853168063</c:v>
                </c:pt>
                <c:pt idx="74">
                  <c:v>0.41030087250829655</c:v>
                </c:pt>
                <c:pt idx="75">
                  <c:v>0.41113654095514385</c:v>
                </c:pt>
                <c:pt idx="76">
                  <c:v>0.41277449946155031</c:v>
                </c:pt>
                <c:pt idx="77">
                  <c:v>0.41283430583943215</c:v>
                </c:pt>
                <c:pt idx="78">
                  <c:v>0.41188155205380106</c:v>
                </c:pt>
                <c:pt idx="79">
                  <c:v>0.41307300938440916</c:v>
                </c:pt>
                <c:pt idx="80">
                  <c:v>0.41374541218874311</c:v>
                </c:pt>
                <c:pt idx="81">
                  <c:v>0.41408933320146812</c:v>
                </c:pt>
                <c:pt idx="82">
                  <c:v>0.41402054350453837</c:v>
                </c:pt>
                <c:pt idx="83">
                  <c:v>0.41337053031801502</c:v>
                </c:pt>
                <c:pt idx="84">
                  <c:v>0.41436652491154041</c:v>
                </c:pt>
                <c:pt idx="85">
                  <c:v>0.41576198874750009</c:v>
                </c:pt>
                <c:pt idx="86">
                  <c:v>0.41757563020592958</c:v>
                </c:pt>
                <c:pt idx="87">
                  <c:v>0.41907889387046443</c:v>
                </c:pt>
                <c:pt idx="88">
                  <c:v>0.42068468275422521</c:v>
                </c:pt>
                <c:pt idx="89">
                  <c:v>0.42056987758510805</c:v>
                </c:pt>
                <c:pt idx="90">
                  <c:v>0.419377513681018</c:v>
                </c:pt>
                <c:pt idx="91">
                  <c:v>0.41903493879255405</c:v>
                </c:pt>
                <c:pt idx="92">
                  <c:v>0.41993535856354808</c:v>
                </c:pt>
                <c:pt idx="93">
                  <c:v>0.41950047801147228</c:v>
                </c:pt>
                <c:pt idx="94">
                  <c:v>0.41804636161842601</c:v>
                </c:pt>
                <c:pt idx="95">
                  <c:v>0.41745236368431465</c:v>
                </c:pt>
                <c:pt idx="96">
                  <c:v>0.41689723852223032</c:v>
                </c:pt>
                <c:pt idx="97">
                  <c:v>0.41644636931056461</c:v>
                </c:pt>
                <c:pt idx="98">
                  <c:v>0.41601602162589835</c:v>
                </c:pt>
                <c:pt idx="99">
                  <c:v>0.41682828399375838</c:v>
                </c:pt>
                <c:pt idx="100">
                  <c:v>0.4185185765148019</c:v>
                </c:pt>
                <c:pt idx="101">
                  <c:v>0.41685048130810315</c:v>
                </c:pt>
                <c:pt idx="102">
                  <c:v>0.41467055669106179</c:v>
                </c:pt>
                <c:pt idx="103">
                  <c:v>0.41431594910001979</c:v>
                </c:pt>
                <c:pt idx="104">
                  <c:v>0.41289617261159095</c:v>
                </c:pt>
                <c:pt idx="105">
                  <c:v>0.41236714577701589</c:v>
                </c:pt>
                <c:pt idx="106">
                  <c:v>0.41386230522406103</c:v>
                </c:pt>
                <c:pt idx="107">
                  <c:v>0.41432476758752557</c:v>
                </c:pt>
                <c:pt idx="108">
                  <c:v>0.41365934265180987</c:v>
                </c:pt>
                <c:pt idx="109">
                  <c:v>0.41208338827718072</c:v>
                </c:pt>
                <c:pt idx="110">
                  <c:v>0.41259725060987673</c:v>
                </c:pt>
                <c:pt idx="111">
                  <c:v>0.41486121184149799</c:v>
                </c:pt>
                <c:pt idx="112">
                  <c:v>0.41495931408100922</c:v>
                </c:pt>
                <c:pt idx="113">
                  <c:v>0.4128354321883036</c:v>
                </c:pt>
                <c:pt idx="114">
                  <c:v>0.41210605261422828</c:v>
                </c:pt>
                <c:pt idx="115">
                  <c:v>0.41310897013252457</c:v>
                </c:pt>
                <c:pt idx="116">
                  <c:v>0.41498791235357468</c:v>
                </c:pt>
                <c:pt idx="117">
                  <c:v>0.41574281334476165</c:v>
                </c:pt>
                <c:pt idx="118">
                  <c:v>0.41789359025076372</c:v>
                </c:pt>
                <c:pt idx="119">
                  <c:v>0.42009285510208572</c:v>
                </c:pt>
                <c:pt idx="120">
                  <c:v>0.4194575668666623</c:v>
                </c:pt>
                <c:pt idx="121">
                  <c:v>0.41699589020021538</c:v>
                </c:pt>
                <c:pt idx="122">
                  <c:v>0.41392018856728424</c:v>
                </c:pt>
                <c:pt idx="123">
                  <c:v>0.4130974319245731</c:v>
                </c:pt>
                <c:pt idx="124">
                  <c:v>0.41500239005736139</c:v>
                </c:pt>
                <c:pt idx="125">
                  <c:v>0.41578212566756778</c:v>
                </c:pt>
                <c:pt idx="126">
                  <c:v>0.41620967121601726</c:v>
                </c:pt>
                <c:pt idx="127">
                  <c:v>0.41723712116217226</c:v>
                </c:pt>
                <c:pt idx="128">
                  <c:v>0.41744044086943144</c:v>
                </c:pt>
                <c:pt idx="129">
                  <c:v>0.41615719984176175</c:v>
                </c:pt>
                <c:pt idx="130">
                  <c:v>0.41441149645062747</c:v>
                </c:pt>
                <c:pt idx="131">
                  <c:v>0.41506769081998202</c:v>
                </c:pt>
                <c:pt idx="132">
                  <c:v>0.41641441946330854</c:v>
                </c:pt>
                <c:pt idx="133">
                  <c:v>0.41723289048592344</c:v>
                </c:pt>
                <c:pt idx="134">
                  <c:v>0.4161779960879981</c:v>
                </c:pt>
                <c:pt idx="135">
                  <c:v>0.41546180303729591</c:v>
                </c:pt>
                <c:pt idx="136">
                  <c:v>0.41579003758159161</c:v>
                </c:pt>
                <c:pt idx="137">
                  <c:v>0.41516051845014396</c:v>
                </c:pt>
                <c:pt idx="138">
                  <c:v>0.41397955539438697</c:v>
                </c:pt>
                <c:pt idx="139">
                  <c:v>0.41394669897364894</c:v>
                </c:pt>
                <c:pt idx="140">
                  <c:v>0.41387002483461904</c:v>
                </c:pt>
                <c:pt idx="141">
                  <c:v>0.41422386321179755</c:v>
                </c:pt>
                <c:pt idx="142">
                  <c:v>0.41334503637282699</c:v>
                </c:pt>
                <c:pt idx="143">
                  <c:v>0.41121489088151914</c:v>
                </c:pt>
                <c:pt idx="144">
                  <c:v>0.41111404144963848</c:v>
                </c:pt>
                <c:pt idx="145">
                  <c:v>0.41134079470780865</c:v>
                </c:pt>
                <c:pt idx="146">
                  <c:v>0.41133936616777655</c:v>
                </c:pt>
                <c:pt idx="147">
                  <c:v>0.41145032526757658</c:v>
                </c:pt>
                <c:pt idx="148">
                  <c:v>0.41192361156897656</c:v>
                </c:pt>
                <c:pt idx="149">
                  <c:v>0.41138952990044175</c:v>
                </c:pt>
                <c:pt idx="150">
                  <c:v>0.41305265268895192</c:v>
                </c:pt>
                <c:pt idx="151">
                  <c:v>0.41339901870288565</c:v>
                </c:pt>
                <c:pt idx="152">
                  <c:v>0.41295018241357334</c:v>
                </c:pt>
                <c:pt idx="153">
                  <c:v>0.41486470077580717</c:v>
                </c:pt>
                <c:pt idx="154">
                  <c:v>0.41578580690534278</c:v>
                </c:pt>
                <c:pt idx="155">
                  <c:v>0.41547650051647217</c:v>
                </c:pt>
                <c:pt idx="156">
                  <c:v>0.41477830157578954</c:v>
                </c:pt>
                <c:pt idx="157">
                  <c:v>0.41533746511065694</c:v>
                </c:pt>
                <c:pt idx="158">
                  <c:v>0.41620527570822624</c:v>
                </c:pt>
                <c:pt idx="159">
                  <c:v>0.41561490406804247</c:v>
                </c:pt>
                <c:pt idx="160">
                  <c:v>0.41619145733060814</c:v>
                </c:pt>
                <c:pt idx="161">
                  <c:v>0.41677614228258719</c:v>
                </c:pt>
                <c:pt idx="162">
                  <c:v>0.41572690710094284</c:v>
                </c:pt>
                <c:pt idx="163">
                  <c:v>0.41509362431594915</c:v>
                </c:pt>
                <c:pt idx="164">
                  <c:v>0.41526334586053054</c:v>
                </c:pt>
                <c:pt idx="165">
                  <c:v>0.41655188896947321</c:v>
                </c:pt>
                <c:pt idx="166">
                  <c:v>0.41772463792004572</c:v>
                </c:pt>
                <c:pt idx="167">
                  <c:v>0.41654002109843741</c:v>
                </c:pt>
                <c:pt idx="168">
                  <c:v>0.41473110481088332</c:v>
                </c:pt>
                <c:pt idx="169">
                  <c:v>0.4139377431265247</c:v>
                </c:pt>
                <c:pt idx="170">
                  <c:v>0.41437092041933149</c:v>
                </c:pt>
                <c:pt idx="171">
                  <c:v>0.41561320080877345</c:v>
                </c:pt>
                <c:pt idx="172">
                  <c:v>0.41630087800268128</c:v>
                </c:pt>
                <c:pt idx="173">
                  <c:v>0.4168441627656535</c:v>
                </c:pt>
                <c:pt idx="174">
                  <c:v>0.41681891606777877</c:v>
                </c:pt>
                <c:pt idx="175">
                  <c:v>0.41655408672336874</c:v>
                </c:pt>
                <c:pt idx="176">
                  <c:v>0.4153311465682073</c:v>
                </c:pt>
                <c:pt idx="177">
                  <c:v>0.41487338190369444</c:v>
                </c:pt>
                <c:pt idx="178">
                  <c:v>0.41516376013713985</c:v>
                </c:pt>
                <c:pt idx="179">
                  <c:v>0.41456723478604868</c:v>
                </c:pt>
                <c:pt idx="180">
                  <c:v>0.41394983077295006</c:v>
                </c:pt>
                <c:pt idx="181">
                  <c:v>0.41353918045757238</c:v>
                </c:pt>
                <c:pt idx="182">
                  <c:v>0.41473275312630492</c:v>
                </c:pt>
                <c:pt idx="183">
                  <c:v>0.41708959693193559</c:v>
                </c:pt>
                <c:pt idx="184">
                  <c:v>0.41667971583042135</c:v>
                </c:pt>
                <c:pt idx="185">
                  <c:v>0.41497642908947058</c:v>
                </c:pt>
                <c:pt idx="186">
                  <c:v>0.4127682083910244</c:v>
                </c:pt>
                <c:pt idx="187">
                  <c:v>0.41218833102569175</c:v>
                </c:pt>
                <c:pt idx="188">
                  <c:v>0.41309636051954907</c:v>
                </c:pt>
                <c:pt idx="189">
                  <c:v>0.41451523043449595</c:v>
                </c:pt>
                <c:pt idx="190">
                  <c:v>0.41606906991055143</c:v>
                </c:pt>
                <c:pt idx="191">
                  <c:v>0.41632041054042768</c:v>
                </c:pt>
                <c:pt idx="192">
                  <c:v>0.41594753412012925</c:v>
                </c:pt>
                <c:pt idx="193">
                  <c:v>0.41353473000593394</c:v>
                </c:pt>
                <c:pt idx="194">
                  <c:v>0.41286427770818224</c:v>
                </c:pt>
                <c:pt idx="195">
                  <c:v>0.41342066657875653</c:v>
                </c:pt>
                <c:pt idx="196">
                  <c:v>0.41257060284389357</c:v>
                </c:pt>
                <c:pt idx="197">
                  <c:v>0.41262538185973935</c:v>
                </c:pt>
                <c:pt idx="198">
                  <c:v>0.41396007780048794</c:v>
                </c:pt>
                <c:pt idx="199">
                  <c:v>0.41585904705391091</c:v>
                </c:pt>
                <c:pt idx="200">
                  <c:v>0.41583635524493967</c:v>
                </c:pt>
                <c:pt idx="201">
                  <c:v>0.4145213841454034</c:v>
                </c:pt>
                <c:pt idx="202">
                  <c:v>0.41462992571591833</c:v>
                </c:pt>
                <c:pt idx="203">
                  <c:v>0.4147996197885761</c:v>
                </c:pt>
                <c:pt idx="204">
                  <c:v>0.41556605898771459</c:v>
                </c:pt>
                <c:pt idx="205">
                  <c:v>0.41663100810971188</c:v>
                </c:pt>
                <c:pt idx="206">
                  <c:v>0.4165093899035186</c:v>
                </c:pt>
                <c:pt idx="207">
                  <c:v>0.41645364937034351</c:v>
                </c:pt>
                <c:pt idx="208">
                  <c:v>0.4166610074503857</c:v>
                </c:pt>
                <c:pt idx="209">
                  <c:v>0.41662512911804139</c:v>
                </c:pt>
                <c:pt idx="210">
                  <c:v>0.41610351970286369</c:v>
                </c:pt>
                <c:pt idx="211">
                  <c:v>0.41681811938199165</c:v>
                </c:pt>
                <c:pt idx="212">
                  <c:v>0.41719572097316543</c:v>
                </c:pt>
                <c:pt idx="213">
                  <c:v>0.41548089602426325</c:v>
                </c:pt>
                <c:pt idx="214">
                  <c:v>0.41573775851080197</c:v>
                </c:pt>
                <c:pt idx="215">
                  <c:v>0.41621480846574804</c:v>
                </c:pt>
                <c:pt idx="216">
                  <c:v>0.41501445023186306</c:v>
                </c:pt>
                <c:pt idx="217">
                  <c:v>0.41418284762972246</c:v>
                </c:pt>
                <c:pt idx="218">
                  <c:v>0.4153083173996176</c:v>
                </c:pt>
                <c:pt idx="219">
                  <c:v>0.41630096041845238</c:v>
                </c:pt>
                <c:pt idx="220">
                  <c:v>0.41697605547130834</c:v>
                </c:pt>
                <c:pt idx="221">
                  <c:v>0.41849797257203142</c:v>
                </c:pt>
                <c:pt idx="222">
                  <c:v>0.41930550976901609</c:v>
                </c:pt>
                <c:pt idx="223">
                  <c:v>0.41739986483813546</c:v>
                </c:pt>
                <c:pt idx="224">
                  <c:v>0.4159536878310367</c:v>
                </c:pt>
                <c:pt idx="225">
                  <c:v>0.41478016966660075</c:v>
                </c:pt>
                <c:pt idx="226">
                  <c:v>0.41496994571547879</c:v>
                </c:pt>
                <c:pt idx="227">
                  <c:v>0.41755104283422345</c:v>
                </c:pt>
                <c:pt idx="228">
                  <c:v>0.418567311707435</c:v>
                </c:pt>
                <c:pt idx="229">
                  <c:v>0.4195923715962287</c:v>
                </c:pt>
                <c:pt idx="230">
                  <c:v>0.41965624381881717</c:v>
                </c:pt>
                <c:pt idx="231">
                  <c:v>0.41923806619634735</c:v>
                </c:pt>
                <c:pt idx="232">
                  <c:v>0.41852566427111493</c:v>
                </c:pt>
                <c:pt idx="233">
                  <c:v>0.41889332102591154</c:v>
                </c:pt>
                <c:pt idx="234">
                  <c:v>0.42130395485813499</c:v>
                </c:pt>
                <c:pt idx="235">
                  <c:v>0.42391746884683856</c:v>
                </c:pt>
                <c:pt idx="236">
                  <c:v>0.42313256851497771</c:v>
                </c:pt>
                <c:pt idx="237">
                  <c:v>0.42075687896969299</c:v>
                </c:pt>
                <c:pt idx="238">
                  <c:v>0.41903886727764228</c:v>
                </c:pt>
                <c:pt idx="239">
                  <c:v>0.41810498670358898</c:v>
                </c:pt>
                <c:pt idx="240">
                  <c:v>0.41825918661128331</c:v>
                </c:pt>
                <c:pt idx="241">
                  <c:v>0.41844448473659923</c:v>
                </c:pt>
                <c:pt idx="242">
                  <c:v>0.4184198973648931</c:v>
                </c:pt>
                <c:pt idx="243">
                  <c:v>0.41823484648689041</c:v>
                </c:pt>
                <c:pt idx="244">
                  <c:v>0.41784936045361643</c:v>
                </c:pt>
                <c:pt idx="245">
                  <c:v>0.41893186413485423</c:v>
                </c:pt>
                <c:pt idx="246">
                  <c:v>0.4201051899958243</c:v>
                </c:pt>
                <c:pt idx="247">
                  <c:v>0.42193784202545004</c:v>
                </c:pt>
                <c:pt idx="248">
                  <c:v>0.42216327663128284</c:v>
                </c:pt>
                <c:pt idx="249">
                  <c:v>0.42171798422012707</c:v>
                </c:pt>
                <c:pt idx="250">
                  <c:v>0.42187322806092176</c:v>
                </c:pt>
                <c:pt idx="251">
                  <c:v>0.42063012351376894</c:v>
                </c:pt>
                <c:pt idx="252">
                  <c:v>0.41884645392408959</c:v>
                </c:pt>
                <c:pt idx="253">
                  <c:v>0.41798858816289752</c:v>
                </c:pt>
                <c:pt idx="254">
                  <c:v>0.41951553262565661</c:v>
                </c:pt>
                <c:pt idx="255">
                  <c:v>0.42099137931034486</c:v>
                </c:pt>
                <c:pt idx="256">
                  <c:v>0.42128821344585837</c:v>
                </c:pt>
                <c:pt idx="257">
                  <c:v>0.42265365046922049</c:v>
                </c:pt>
                <c:pt idx="258">
                  <c:v>0.42427724115953497</c:v>
                </c:pt>
                <c:pt idx="259">
                  <c:v>0.4238040922177535</c:v>
                </c:pt>
                <c:pt idx="260">
                  <c:v>0.4240406529526824</c:v>
                </c:pt>
                <c:pt idx="261">
                  <c:v>0.42376019208369048</c:v>
                </c:pt>
                <c:pt idx="262">
                  <c:v>0.42345638007955871</c:v>
                </c:pt>
                <c:pt idx="263">
                  <c:v>0.42330267466649085</c:v>
                </c:pt>
                <c:pt idx="264">
                  <c:v>0.42442913342563904</c:v>
                </c:pt>
                <c:pt idx="265">
                  <c:v>0.4241265576580735</c:v>
                </c:pt>
                <c:pt idx="266">
                  <c:v>0.42319822641260635</c:v>
                </c:pt>
                <c:pt idx="267">
                  <c:v>0.42245068789696932</c:v>
                </c:pt>
                <c:pt idx="268">
                  <c:v>0.42273815410650317</c:v>
                </c:pt>
                <c:pt idx="269">
                  <c:v>0.42373579701545022</c:v>
                </c:pt>
                <c:pt idx="270">
                  <c:v>0.42527947187973891</c:v>
                </c:pt>
                <c:pt idx="271">
                  <c:v>0.42664666710621746</c:v>
                </c:pt>
                <c:pt idx="272">
                  <c:v>0.42709393749587926</c:v>
                </c:pt>
                <c:pt idx="273">
                  <c:v>0.42954742752906533</c:v>
                </c:pt>
                <c:pt idx="274">
                  <c:v>0.42923974198369269</c:v>
                </c:pt>
                <c:pt idx="275">
                  <c:v>0.42910979978462016</c:v>
                </c:pt>
                <c:pt idx="276">
                  <c:v>0.42959000901079097</c:v>
                </c:pt>
                <c:pt idx="277">
                  <c:v>0.42957819608360259</c:v>
                </c:pt>
                <c:pt idx="278">
                  <c:v>0.42884139909012992</c:v>
                </c:pt>
                <c:pt idx="279">
                  <c:v>0.42763648051691172</c:v>
                </c:pt>
                <c:pt idx="280">
                  <c:v>0.42743208940462851</c:v>
                </c:pt>
                <c:pt idx="281">
                  <c:v>0.42719289136502497</c:v>
                </c:pt>
                <c:pt idx="282">
                  <c:v>0.42598275312630496</c:v>
                </c:pt>
                <c:pt idx="283">
                  <c:v>0.42645809982198196</c:v>
                </c:pt>
                <c:pt idx="284">
                  <c:v>0.4272986582712468</c:v>
                </c:pt>
                <c:pt idx="285">
                  <c:v>0.42745785806905345</c:v>
                </c:pt>
                <c:pt idx="286">
                  <c:v>0.42702240060658009</c:v>
                </c:pt>
                <c:pt idx="287">
                  <c:v>0.42597352255994375</c:v>
                </c:pt>
                <c:pt idx="288">
                  <c:v>0.42578492780378457</c:v>
                </c:pt>
                <c:pt idx="289">
                  <c:v>0.42675204940550759</c:v>
                </c:pt>
                <c:pt idx="290">
                  <c:v>0.42645018790795808</c:v>
                </c:pt>
                <c:pt idx="291">
                  <c:v>0.4272590162853564</c:v>
                </c:pt>
                <c:pt idx="292">
                  <c:v>0.42933204764730448</c:v>
                </c:pt>
                <c:pt idx="293">
                  <c:v>0.43055042746313271</c:v>
                </c:pt>
                <c:pt idx="294">
                  <c:v>0.42997049515395269</c:v>
                </c:pt>
                <c:pt idx="295">
                  <c:v>0.42833619041339754</c:v>
                </c:pt>
                <c:pt idx="296">
                  <c:v>0.42864799674732423</c:v>
                </c:pt>
                <c:pt idx="297">
                  <c:v>0.42976308213006309</c:v>
                </c:pt>
                <c:pt idx="298">
                  <c:v>0.43188776070855589</c:v>
                </c:pt>
                <c:pt idx="299">
                  <c:v>0.43374046724247822</c:v>
                </c:pt>
                <c:pt idx="300">
                  <c:v>0.43263499703303226</c:v>
                </c:pt>
                <c:pt idx="301">
                  <c:v>0.43200973604975718</c:v>
                </c:pt>
                <c:pt idx="302">
                  <c:v>0.43087679391661726</c:v>
                </c:pt>
                <c:pt idx="303">
                  <c:v>0.43026829080679546</c:v>
                </c:pt>
                <c:pt idx="304">
                  <c:v>0.43112898617612805</c:v>
                </c:pt>
                <c:pt idx="305">
                  <c:v>0.43195451748313229</c:v>
                </c:pt>
                <c:pt idx="306">
                  <c:v>0.43364953517505112</c:v>
                </c:pt>
                <c:pt idx="307">
                  <c:v>0.43543658381134481</c:v>
                </c:pt>
                <c:pt idx="308">
                  <c:v>0.43480500428562013</c:v>
                </c:pt>
                <c:pt idx="309">
                  <c:v>0.43366079866376567</c:v>
                </c:pt>
                <c:pt idx="310">
                  <c:v>0.43520636909078925</c:v>
                </c:pt>
                <c:pt idx="311">
                  <c:v>0.43617887518955628</c:v>
                </c:pt>
                <c:pt idx="312">
                  <c:v>0.43521873145645151</c:v>
                </c:pt>
                <c:pt idx="313">
                  <c:v>0.43465802949385729</c:v>
                </c:pt>
                <c:pt idx="314">
                  <c:v>0.43376271950067036</c:v>
                </c:pt>
                <c:pt idx="315">
                  <c:v>0.4331555899870333</c:v>
                </c:pt>
                <c:pt idx="316">
                  <c:v>0.43335613502999937</c:v>
                </c:pt>
                <c:pt idx="317">
                  <c:v>0.43243197951693374</c:v>
                </c:pt>
                <c:pt idx="318">
                  <c:v>0.43242154018592999</c:v>
                </c:pt>
                <c:pt idx="319">
                  <c:v>0.43379293861673374</c:v>
                </c:pt>
                <c:pt idx="320">
                  <c:v>0.43469703962550277</c:v>
                </c:pt>
                <c:pt idx="321">
                  <c:v>0.43388909034966266</c:v>
                </c:pt>
                <c:pt idx="322">
                  <c:v>0.43167183138832116</c:v>
                </c:pt>
                <c:pt idx="323">
                  <c:v>0.43001445023186308</c:v>
                </c:pt>
                <c:pt idx="324">
                  <c:v>0.43077404892200172</c:v>
                </c:pt>
                <c:pt idx="325">
                  <c:v>0.4325696138546406</c:v>
                </c:pt>
                <c:pt idx="326">
                  <c:v>0.43549317597415443</c:v>
                </c:pt>
                <c:pt idx="327">
                  <c:v>0.43909062438188173</c:v>
                </c:pt>
                <c:pt idx="328">
                  <c:v>0.4409839893628712</c:v>
                </c:pt>
                <c:pt idx="329">
                  <c:v>0.4409760225049999</c:v>
                </c:pt>
                <c:pt idx="330">
                  <c:v>0.44058537175007145</c:v>
                </c:pt>
                <c:pt idx="331">
                  <c:v>0.43989225511527219</c:v>
                </c:pt>
                <c:pt idx="332">
                  <c:v>0.43947935210215161</c:v>
                </c:pt>
                <c:pt idx="333">
                  <c:v>0.43891068328168614</c:v>
                </c:pt>
                <c:pt idx="334">
                  <c:v>0.43813899694512209</c:v>
                </c:pt>
                <c:pt idx="335">
                  <c:v>0.43836866222720383</c:v>
                </c:pt>
                <c:pt idx="336">
                  <c:v>0.43918347948396741</c:v>
                </c:pt>
                <c:pt idx="337">
                  <c:v>0.43915765587569505</c:v>
                </c:pt>
                <c:pt idx="338">
                  <c:v>0.43840465044724297</c:v>
                </c:pt>
                <c:pt idx="339">
                  <c:v>0.43938622228082902</c:v>
                </c:pt>
                <c:pt idx="340">
                  <c:v>0.4426119755609767</c:v>
                </c:pt>
                <c:pt idx="341">
                  <c:v>0.44376662051383486</c:v>
                </c:pt>
                <c:pt idx="342">
                  <c:v>0.44333173996175912</c:v>
                </c:pt>
                <c:pt idx="343">
                  <c:v>0.44128618052350499</c:v>
                </c:pt>
                <c:pt idx="344">
                  <c:v>0.44027603788927716</c:v>
                </c:pt>
                <c:pt idx="345">
                  <c:v>0.44096448429704843</c:v>
                </c:pt>
                <c:pt idx="346">
                  <c:v>0.44080569657809721</c:v>
                </c:pt>
                <c:pt idx="347">
                  <c:v>0.44047740708995409</c:v>
                </c:pt>
                <c:pt idx="348">
                  <c:v>0.44072492912243688</c:v>
                </c:pt>
                <c:pt idx="349">
                  <c:v>0.44120870969868797</c:v>
                </c:pt>
                <c:pt idx="350">
                  <c:v>0.44123618162238193</c:v>
                </c:pt>
                <c:pt idx="351">
                  <c:v>0.44169249027493906</c:v>
                </c:pt>
                <c:pt idx="352">
                  <c:v>0.4405161425023626</c:v>
                </c:pt>
                <c:pt idx="353">
                  <c:v>0.44052246104481224</c:v>
                </c:pt>
                <c:pt idx="354">
                  <c:v>0.44154743851783479</c:v>
                </c:pt>
                <c:pt idx="355">
                  <c:v>0.44350096701171404</c:v>
                </c:pt>
                <c:pt idx="356">
                  <c:v>0.44605173512670054</c:v>
                </c:pt>
                <c:pt idx="357">
                  <c:v>0.44724154414188699</c:v>
                </c:pt>
                <c:pt idx="358">
                  <c:v>0.44759812971143492</c:v>
                </c:pt>
                <c:pt idx="359">
                  <c:v>0.44765609547042923</c:v>
                </c:pt>
                <c:pt idx="360">
                  <c:v>0.44785911298652781</c:v>
                </c:pt>
                <c:pt idx="361">
                  <c:v>0.44720006153710912</c:v>
                </c:pt>
                <c:pt idx="362">
                  <c:v>0.44752917518296303</c:v>
                </c:pt>
                <c:pt idx="363">
                  <c:v>0.44999725280763064</c:v>
                </c:pt>
                <c:pt idx="364">
                  <c:v>0.45084503637282702</c:v>
                </c:pt>
                <c:pt idx="365">
                  <c:v>0.44963132678402673</c:v>
                </c:pt>
                <c:pt idx="366">
                  <c:v>0.44774950001098879</c:v>
                </c:pt>
                <c:pt idx="367">
                  <c:v>0.44441138656293272</c:v>
                </c:pt>
                <c:pt idx="368">
                  <c:v>0.44411578866398543</c:v>
                </c:pt>
                <c:pt idx="369">
                  <c:v>0.44576849959341558</c:v>
                </c:pt>
                <c:pt idx="370">
                  <c:v>0.44632343245203404</c:v>
                </c:pt>
                <c:pt idx="371">
                  <c:v>0.44510697567086438</c:v>
                </c:pt>
                <c:pt idx="372">
                  <c:v>0.44425671963253555</c:v>
                </c:pt>
                <c:pt idx="373">
                  <c:v>0.44400205489989231</c:v>
                </c:pt>
                <c:pt idx="374">
                  <c:v>0.44370975363178833</c:v>
                </c:pt>
                <c:pt idx="375">
                  <c:v>0.44361140414496386</c:v>
                </c:pt>
                <c:pt idx="376">
                  <c:v>0.44408969033647616</c:v>
                </c:pt>
                <c:pt idx="377">
                  <c:v>0.44418254543856184</c:v>
                </c:pt>
                <c:pt idx="378">
                  <c:v>0.44439105733939915</c:v>
                </c:pt>
                <c:pt idx="379">
                  <c:v>0.44417787521153385</c:v>
                </c:pt>
                <c:pt idx="380">
                  <c:v>0.44530367464451331</c:v>
                </c:pt>
                <c:pt idx="381">
                  <c:v>0.44671463264543637</c:v>
                </c:pt>
                <c:pt idx="382">
                  <c:v>0.44782065229335621</c:v>
                </c:pt>
                <c:pt idx="383">
                  <c:v>0.44972473132458629</c:v>
                </c:pt>
                <c:pt idx="384">
                  <c:v>0.45162331597107758</c:v>
                </c:pt>
                <c:pt idx="385">
                  <c:v>0.45101069207270172</c:v>
                </c:pt>
                <c:pt idx="386">
                  <c:v>0.45094366057888841</c:v>
                </c:pt>
                <c:pt idx="387">
                  <c:v>0.45159089910111866</c:v>
                </c:pt>
                <c:pt idx="388">
                  <c:v>0.4498293993538604</c:v>
                </c:pt>
                <c:pt idx="389">
                  <c:v>0.44881925671963258</c:v>
                </c:pt>
                <c:pt idx="390">
                  <c:v>0.44991621063273335</c:v>
                </c:pt>
                <c:pt idx="391">
                  <c:v>0.45040823278609265</c:v>
                </c:pt>
                <c:pt idx="392">
                  <c:v>0.45115409551438435</c:v>
                </c:pt>
                <c:pt idx="393">
                  <c:v>0.45266038109052553</c:v>
                </c:pt>
                <c:pt idx="394">
                  <c:v>0.45523669809454742</c:v>
                </c:pt>
                <c:pt idx="395">
                  <c:v>0.45623475308234984</c:v>
                </c:pt>
                <c:pt idx="396">
                  <c:v>0.45483478385090442</c:v>
                </c:pt>
                <c:pt idx="397">
                  <c:v>0.45387903562559068</c:v>
                </c:pt>
                <c:pt idx="398">
                  <c:v>0.45268043559482213</c:v>
                </c:pt>
                <c:pt idx="399">
                  <c:v>0.45178897167095233</c:v>
                </c:pt>
                <c:pt idx="400">
                  <c:v>0.45104640557350389</c:v>
                </c:pt>
                <c:pt idx="401">
                  <c:v>0.45024642315553509</c:v>
                </c:pt>
                <c:pt idx="402">
                  <c:v>0.45100986791499093</c:v>
                </c:pt>
                <c:pt idx="403">
                  <c:v>0.45300762620601748</c:v>
                </c:pt>
                <c:pt idx="404">
                  <c:v>0.4519081998197842</c:v>
                </c:pt>
                <c:pt idx="405">
                  <c:v>0.45182028966396348</c:v>
                </c:pt>
                <c:pt idx="406">
                  <c:v>0.45403095536361843</c:v>
                </c:pt>
                <c:pt idx="407">
                  <c:v>0.4545466033713545</c:v>
                </c:pt>
                <c:pt idx="408">
                  <c:v>0.4548328608162458</c:v>
                </c:pt>
                <c:pt idx="409">
                  <c:v>0.45442682578404875</c:v>
                </c:pt>
                <c:pt idx="410">
                  <c:v>0.45479055405375707</c:v>
                </c:pt>
                <c:pt idx="411">
                  <c:v>0.45725560976681834</c:v>
                </c:pt>
                <c:pt idx="412">
                  <c:v>0.45842481483923431</c:v>
                </c:pt>
                <c:pt idx="413">
                  <c:v>0.45705121865453507</c:v>
                </c:pt>
                <c:pt idx="414">
                  <c:v>0.45742318850135166</c:v>
                </c:pt>
                <c:pt idx="415">
                  <c:v>0.45738912331597109</c:v>
                </c:pt>
                <c:pt idx="416">
                  <c:v>0.45669683083888268</c:v>
                </c:pt>
                <c:pt idx="417">
                  <c:v>0.45552487857409729</c:v>
                </c:pt>
                <c:pt idx="418">
                  <c:v>0.45480456473484104</c:v>
                </c:pt>
                <c:pt idx="419">
                  <c:v>0.45533779477374126</c:v>
                </c:pt>
                <c:pt idx="420">
                  <c:v>0.45651798861563486</c:v>
                </c:pt>
                <c:pt idx="421">
                  <c:v>0.45767730379552102</c:v>
                </c:pt>
                <c:pt idx="422">
                  <c:v>0.45909430561965675</c:v>
                </c:pt>
                <c:pt idx="423">
                  <c:v>0.46187116766664471</c:v>
                </c:pt>
                <c:pt idx="424">
                  <c:v>0.4640367794114415</c:v>
                </c:pt>
                <c:pt idx="425">
                  <c:v>0.46537466209533862</c:v>
                </c:pt>
                <c:pt idx="426">
                  <c:v>0.46533317949056069</c:v>
                </c:pt>
                <c:pt idx="427">
                  <c:v>0.46546064921650077</c:v>
                </c:pt>
                <c:pt idx="428">
                  <c:v>0.46523263224984068</c:v>
                </c:pt>
                <c:pt idx="429">
                  <c:v>0.46414529351003275</c:v>
                </c:pt>
                <c:pt idx="430">
                  <c:v>0.46236676117008418</c:v>
                </c:pt>
                <c:pt idx="431">
                  <c:v>0.46157364673303886</c:v>
                </c:pt>
                <c:pt idx="432">
                  <c:v>0.46126541174919233</c:v>
                </c:pt>
                <c:pt idx="433">
                  <c:v>0.46192116656776777</c:v>
                </c:pt>
                <c:pt idx="434">
                  <c:v>0.46134123425858775</c:v>
                </c:pt>
                <c:pt idx="435">
                  <c:v>0.46069372101712053</c:v>
                </c:pt>
                <c:pt idx="436">
                  <c:v>0.4611692600162634</c:v>
                </c:pt>
                <c:pt idx="437">
                  <c:v>0.46247692358409709</c:v>
                </c:pt>
                <c:pt idx="438">
                  <c:v>0.46315190874925827</c:v>
                </c:pt>
                <c:pt idx="439">
                  <c:v>0.46353953759258043</c:v>
                </c:pt>
                <c:pt idx="440">
                  <c:v>0.46257966857871258</c:v>
                </c:pt>
                <c:pt idx="441">
                  <c:v>0.46179040021098439</c:v>
                </c:pt>
                <c:pt idx="442">
                  <c:v>0.46219231445462738</c:v>
                </c:pt>
                <c:pt idx="443">
                  <c:v>0.46188215643612229</c:v>
                </c:pt>
                <c:pt idx="444">
                  <c:v>0.4604585613503</c:v>
                </c:pt>
                <c:pt idx="445">
                  <c:v>0.4591690292521044</c:v>
                </c:pt>
                <c:pt idx="446">
                  <c:v>0.45975445594602321</c:v>
                </c:pt>
                <c:pt idx="447">
                  <c:v>0.46133656403155976</c:v>
                </c:pt>
                <c:pt idx="448">
                  <c:v>0.46277499395617683</c:v>
                </c:pt>
                <c:pt idx="449">
                  <c:v>0.46396892375991738</c:v>
                </c:pt>
                <c:pt idx="450">
                  <c:v>0.46516587547526433</c:v>
                </c:pt>
                <c:pt idx="451">
                  <c:v>0.4652900485703611</c:v>
                </c:pt>
                <c:pt idx="452">
                  <c:v>0.46496670402848295</c:v>
                </c:pt>
                <c:pt idx="453">
                  <c:v>0.4664661216237006</c:v>
                </c:pt>
                <c:pt idx="454">
                  <c:v>0.46555515263400804</c:v>
                </c:pt>
                <c:pt idx="455">
                  <c:v>0.46450270323729154</c:v>
                </c:pt>
                <c:pt idx="456">
                  <c:v>0.46487824443418829</c:v>
                </c:pt>
                <c:pt idx="457">
                  <c:v>0.46574690666139207</c:v>
                </c:pt>
                <c:pt idx="458">
                  <c:v>0.46487851915342521</c:v>
                </c:pt>
                <c:pt idx="459">
                  <c:v>0.463765082086108</c:v>
                </c:pt>
                <c:pt idx="460">
                  <c:v>0.46326454363640363</c:v>
                </c:pt>
                <c:pt idx="461">
                  <c:v>0.46399969231445465</c:v>
                </c:pt>
                <c:pt idx="462">
                  <c:v>0.46454940550757129</c:v>
                </c:pt>
                <c:pt idx="463">
                  <c:v>0.46277444451770294</c:v>
                </c:pt>
                <c:pt idx="464">
                  <c:v>0.46146952814223863</c:v>
                </c:pt>
                <c:pt idx="465">
                  <c:v>0.46121486340959539</c:v>
                </c:pt>
                <c:pt idx="466">
                  <c:v>0.46297526427990598</c:v>
                </c:pt>
                <c:pt idx="467">
                  <c:v>0.46347168194105626</c:v>
                </c:pt>
                <c:pt idx="468">
                  <c:v>0.46184259686600299</c:v>
                </c:pt>
                <c:pt idx="469">
                  <c:v>0.4615189776048878</c:v>
                </c:pt>
                <c:pt idx="470">
                  <c:v>0.46154040570536914</c:v>
                </c:pt>
                <c:pt idx="471">
                  <c:v>0.4615123843432013</c:v>
                </c:pt>
                <c:pt idx="472">
                  <c:v>0.46217418298498936</c:v>
                </c:pt>
                <c:pt idx="473">
                  <c:v>0.46176512604118591</c:v>
                </c:pt>
                <c:pt idx="474">
                  <c:v>0.46169205072415992</c:v>
                </c:pt>
                <c:pt idx="475">
                  <c:v>0.46188023340146372</c:v>
                </c:pt>
                <c:pt idx="476">
                  <c:v>0.46287636535460763</c:v>
                </c:pt>
                <c:pt idx="477">
                  <c:v>0.46358266851277996</c:v>
                </c:pt>
                <c:pt idx="478">
                  <c:v>0.46216209533856401</c:v>
                </c:pt>
                <c:pt idx="479">
                  <c:v>0.46166320520428128</c:v>
                </c:pt>
                <c:pt idx="480">
                  <c:v>0.46175578558712999</c:v>
                </c:pt>
                <c:pt idx="481">
                  <c:v>0.46254670227027977</c:v>
                </c:pt>
                <c:pt idx="482">
                  <c:v>0.46357772356651505</c:v>
                </c:pt>
                <c:pt idx="483">
                  <c:v>0.46380711412935982</c:v>
                </c:pt>
                <c:pt idx="484">
                  <c:v>0.46438649700006596</c:v>
                </c:pt>
                <c:pt idx="485">
                  <c:v>0.46432056438320041</c:v>
                </c:pt>
                <c:pt idx="486">
                  <c:v>0.46439006835014618</c:v>
                </c:pt>
                <c:pt idx="487">
                  <c:v>0.46408842662798622</c:v>
                </c:pt>
                <c:pt idx="488">
                  <c:v>0.46435792619942423</c:v>
                </c:pt>
                <c:pt idx="489">
                  <c:v>0.46472769829234523</c:v>
                </c:pt>
                <c:pt idx="490">
                  <c:v>0.46438979363090926</c:v>
                </c:pt>
                <c:pt idx="491">
                  <c:v>0.46431506999846162</c:v>
                </c:pt>
                <c:pt idx="492">
                  <c:v>0.4631925671963254</c:v>
                </c:pt>
                <c:pt idx="493">
                  <c:v>0.46189973846728644</c:v>
                </c:pt>
                <c:pt idx="494">
                  <c:v>0.4622969824839015</c:v>
                </c:pt>
                <c:pt idx="495">
                  <c:v>0.46282306982264126</c:v>
                </c:pt>
                <c:pt idx="496">
                  <c:v>0.46343019933627833</c:v>
                </c:pt>
                <c:pt idx="497">
                  <c:v>0.46319558910793168</c:v>
                </c:pt>
                <c:pt idx="498">
                  <c:v>0.46247857189951869</c:v>
                </c:pt>
                <c:pt idx="499">
                  <c:v>0.46387579393859479</c:v>
                </c:pt>
                <c:pt idx="500">
                  <c:v>0.46660732731148769</c:v>
                </c:pt>
                <c:pt idx="501">
                  <c:v>0.46649167051273599</c:v>
                </c:pt>
                <c:pt idx="502">
                  <c:v>0.46565102964770011</c:v>
                </c:pt>
                <c:pt idx="503">
                  <c:v>0.46667600712072266</c:v>
                </c:pt>
                <c:pt idx="504">
                  <c:v>0.4668680358673436</c:v>
                </c:pt>
                <c:pt idx="505">
                  <c:v>0.46568976506010862</c:v>
                </c:pt>
                <c:pt idx="506">
                  <c:v>0.46731967429287269</c:v>
                </c:pt>
                <c:pt idx="507">
                  <c:v>0.46891112283246528</c:v>
                </c:pt>
                <c:pt idx="508">
                  <c:v>0.4684421770950089</c:v>
                </c:pt>
                <c:pt idx="509">
                  <c:v>0.46891277114788688</c:v>
                </c:pt>
                <c:pt idx="510">
                  <c:v>0.47071053383442124</c:v>
                </c:pt>
                <c:pt idx="511">
                  <c:v>0.47057702028526849</c:v>
                </c:pt>
                <c:pt idx="512">
                  <c:v>0.46845151754906489</c:v>
                </c:pt>
                <c:pt idx="513">
                  <c:v>0.46739274960989874</c:v>
                </c:pt>
                <c:pt idx="514">
                  <c:v>0.46721473154436166</c:v>
                </c:pt>
                <c:pt idx="515">
                  <c:v>0.46632683897057209</c:v>
                </c:pt>
                <c:pt idx="516">
                  <c:v>0.46461094261664582</c:v>
                </c:pt>
                <c:pt idx="517">
                  <c:v>0.46599607700929652</c:v>
                </c:pt>
                <c:pt idx="518">
                  <c:v>0.46816168875409336</c:v>
                </c:pt>
                <c:pt idx="519">
                  <c:v>0.4688295312190941</c:v>
                </c:pt>
                <c:pt idx="520">
                  <c:v>0.47087426649963737</c:v>
                </c:pt>
                <c:pt idx="521">
                  <c:v>0.47086162941473819</c:v>
                </c:pt>
                <c:pt idx="522">
                  <c:v>0.46989324410452521</c:v>
                </c:pt>
                <c:pt idx="523">
                  <c:v>0.47030449880222414</c:v>
                </c:pt>
                <c:pt idx="524">
                  <c:v>0.46837487088195867</c:v>
                </c:pt>
                <c:pt idx="525">
                  <c:v>0.46647711039317818</c:v>
                </c:pt>
                <c:pt idx="526">
                  <c:v>0.46646804465835917</c:v>
                </c:pt>
                <c:pt idx="527">
                  <c:v>0.46670979758686626</c:v>
                </c:pt>
                <c:pt idx="528">
                  <c:v>0.46732599283532233</c:v>
                </c:pt>
                <c:pt idx="529">
                  <c:v>0.46797625326915893</c:v>
                </c:pt>
                <c:pt idx="530">
                  <c:v>0.46853201028548824</c:v>
                </c:pt>
                <c:pt idx="531">
                  <c:v>0.46709385508010814</c:v>
                </c:pt>
                <c:pt idx="532">
                  <c:v>0.46498620909430566</c:v>
                </c:pt>
                <c:pt idx="533">
                  <c:v>0.46420408342673791</c:v>
                </c:pt>
                <c:pt idx="534">
                  <c:v>0.46432908067954554</c:v>
                </c:pt>
                <c:pt idx="535">
                  <c:v>0.46625623612667855</c:v>
                </c:pt>
                <c:pt idx="536">
                  <c:v>0.46667957847080288</c:v>
                </c:pt>
                <c:pt idx="537">
                  <c:v>0.46543729808136086</c:v>
                </c:pt>
                <c:pt idx="538">
                  <c:v>0.46581750950528561</c:v>
                </c:pt>
                <c:pt idx="539">
                  <c:v>0.46761994241884797</c:v>
                </c:pt>
                <c:pt idx="540">
                  <c:v>0.46726857651480191</c:v>
                </c:pt>
                <c:pt idx="541">
                  <c:v>0.46676336783806949</c:v>
                </c:pt>
                <c:pt idx="542">
                  <c:v>0.4667996307773456</c:v>
                </c:pt>
                <c:pt idx="543">
                  <c:v>0.46683259708577834</c:v>
                </c:pt>
                <c:pt idx="544">
                  <c:v>0.46791828751016462</c:v>
                </c:pt>
                <c:pt idx="545">
                  <c:v>0.46770785257466874</c:v>
                </c:pt>
                <c:pt idx="546">
                  <c:v>0.46635321201731833</c:v>
                </c:pt>
                <c:pt idx="547">
                  <c:v>0.46701610953605421</c:v>
                </c:pt>
                <c:pt idx="548">
                  <c:v>0.46813696402276872</c:v>
                </c:pt>
                <c:pt idx="549">
                  <c:v>0.4679243313333773</c:v>
                </c:pt>
                <c:pt idx="550">
                  <c:v>0.46632106986659638</c:v>
                </c:pt>
                <c:pt idx="551">
                  <c:v>0.46592272697303361</c:v>
                </c:pt>
                <c:pt idx="552">
                  <c:v>0.46610514054636165</c:v>
                </c:pt>
                <c:pt idx="553">
                  <c:v>0.46644469352321927</c:v>
                </c:pt>
                <c:pt idx="554">
                  <c:v>0.46728505966901829</c:v>
                </c:pt>
                <c:pt idx="555">
                  <c:v>0.46833586075031319</c:v>
                </c:pt>
                <c:pt idx="556">
                  <c:v>0.4694003977934551</c:v>
                </c:pt>
                <c:pt idx="557">
                  <c:v>0.47001741719962198</c:v>
                </c:pt>
                <c:pt idx="558">
                  <c:v>0.46933171798422013</c:v>
                </c:pt>
                <c:pt idx="559">
                  <c:v>0.46770895145161651</c:v>
                </c:pt>
                <c:pt idx="560">
                  <c:v>0.46726967539174968</c:v>
                </c:pt>
                <c:pt idx="561">
                  <c:v>0.46757516318322678</c:v>
                </c:pt>
                <c:pt idx="562">
                  <c:v>0.46813778818047957</c:v>
                </c:pt>
                <c:pt idx="563">
                  <c:v>0.46763450253840577</c:v>
                </c:pt>
                <c:pt idx="564">
                  <c:v>0.46585267356761395</c:v>
                </c:pt>
                <c:pt idx="565">
                  <c:v>0.46376865343618823</c:v>
                </c:pt>
                <c:pt idx="566">
                  <c:v>0.46331014702973561</c:v>
                </c:pt>
                <c:pt idx="567">
                  <c:v>0.46337827740049675</c:v>
                </c:pt>
                <c:pt idx="568">
                  <c:v>0.46427990593613327</c:v>
                </c:pt>
                <c:pt idx="569">
                  <c:v>0.46490873826948864</c:v>
                </c:pt>
                <c:pt idx="570">
                  <c:v>0.46543729808136086</c:v>
                </c:pt>
                <c:pt idx="571">
                  <c:v>0.46389392540823282</c:v>
                </c:pt>
                <c:pt idx="572">
                  <c:v>0.4629513637062922</c:v>
                </c:pt>
                <c:pt idx="573">
                  <c:v>0.46377991692490278</c:v>
                </c:pt>
                <c:pt idx="574">
                  <c:v>0.46487494780334498</c:v>
                </c:pt>
                <c:pt idx="575">
                  <c:v>0.46503098832992684</c:v>
                </c:pt>
                <c:pt idx="576">
                  <c:v>0.46360739324410455</c:v>
                </c:pt>
                <c:pt idx="577">
                  <c:v>0.4620848992329839</c:v>
                </c:pt>
                <c:pt idx="578">
                  <c:v>0.46271043493549596</c:v>
                </c:pt>
                <c:pt idx="579">
                  <c:v>0.46341921056680074</c:v>
                </c:pt>
                <c:pt idx="580">
                  <c:v>0.46299724181886115</c:v>
                </c:pt>
                <c:pt idx="581">
                  <c:v>0.46304339465066702</c:v>
                </c:pt>
                <c:pt idx="582">
                  <c:v>0.4627480714709567</c:v>
                </c:pt>
                <c:pt idx="583">
                  <c:v>0.4615219995164942</c:v>
                </c:pt>
                <c:pt idx="584">
                  <c:v>0.46142996857211932</c:v>
                </c:pt>
                <c:pt idx="585">
                  <c:v>0.46188957385551971</c:v>
                </c:pt>
                <c:pt idx="586">
                  <c:v>0.46236978308169052</c:v>
                </c:pt>
                <c:pt idx="587">
                  <c:v>0.4617302366980946</c:v>
                </c:pt>
                <c:pt idx="588">
                  <c:v>0.46158271246785787</c:v>
                </c:pt>
                <c:pt idx="589">
                  <c:v>0.46397084679457595</c:v>
                </c:pt>
                <c:pt idx="590">
                  <c:v>0.46529911430518012</c:v>
                </c:pt>
                <c:pt idx="591">
                  <c:v>0.46412414012878839</c:v>
                </c:pt>
                <c:pt idx="592">
                  <c:v>0.46291867211709636</c:v>
                </c:pt>
                <c:pt idx="593">
                  <c:v>0.46265411749192331</c:v>
                </c:pt>
                <c:pt idx="594">
                  <c:v>0.46252335113513993</c:v>
                </c:pt>
                <c:pt idx="595">
                  <c:v>0.46187473901672493</c:v>
                </c:pt>
                <c:pt idx="596">
                  <c:v>0.46030774048922007</c:v>
                </c:pt>
                <c:pt idx="597">
                  <c:v>0.45828388387068419</c:v>
                </c:pt>
                <c:pt idx="598">
                  <c:v>0.45666908419595176</c:v>
                </c:pt>
                <c:pt idx="599">
                  <c:v>0.45632843234214637</c:v>
                </c:pt>
                <c:pt idx="600">
                  <c:v>0.45704380123513771</c:v>
                </c:pt>
                <c:pt idx="601">
                  <c:v>0.45769049031889414</c:v>
                </c:pt>
                <c:pt idx="602">
                  <c:v>0.45832536647546207</c:v>
                </c:pt>
                <c:pt idx="603">
                  <c:v>0.4579608140480429</c:v>
                </c:pt>
                <c:pt idx="604">
                  <c:v>0.45732813564537045</c:v>
                </c:pt>
                <c:pt idx="605">
                  <c:v>0.45667265554603198</c:v>
                </c:pt>
                <c:pt idx="606">
                  <c:v>0.45567240280433402</c:v>
                </c:pt>
                <c:pt idx="607">
                  <c:v>0.45514961209643745</c:v>
                </c:pt>
                <c:pt idx="608">
                  <c:v>0.45407545988000264</c:v>
                </c:pt>
                <c:pt idx="609">
                  <c:v>0.45214693083668495</c:v>
                </c:pt>
                <c:pt idx="610">
                  <c:v>0.45077223577503794</c:v>
                </c:pt>
                <c:pt idx="611">
                  <c:v>0.45012966747983563</c:v>
                </c:pt>
                <c:pt idx="612">
                  <c:v>0.45136865123843434</c:v>
                </c:pt>
                <c:pt idx="613">
                  <c:v>0.45445182523461025</c:v>
                </c:pt>
                <c:pt idx="614">
                  <c:v>0.45495401199973629</c:v>
                </c:pt>
                <c:pt idx="615">
                  <c:v>0.45457874552207644</c:v>
                </c:pt>
                <c:pt idx="616">
                  <c:v>0.45438067295224283</c:v>
                </c:pt>
                <c:pt idx="617">
                  <c:v>0.45310185490428784</c:v>
                </c:pt>
                <c:pt idx="618">
                  <c:v>0.4527065339223314</c:v>
                </c:pt>
                <c:pt idx="619">
                  <c:v>0.45315460099778027</c:v>
                </c:pt>
                <c:pt idx="620">
                  <c:v>0.45381639963956838</c:v>
                </c:pt>
                <c:pt idx="621">
                  <c:v>0.4528617502912024</c:v>
                </c:pt>
                <c:pt idx="622">
                  <c:v>0.45151782378409266</c:v>
                </c:pt>
                <c:pt idx="623">
                  <c:v>0.45077855431748753</c:v>
                </c:pt>
                <c:pt idx="624">
                  <c:v>0.44989780444385841</c:v>
                </c:pt>
                <c:pt idx="625">
                  <c:v>0.44951374695061652</c:v>
                </c:pt>
                <c:pt idx="626">
                  <c:v>0.45053240588118948</c:v>
                </c:pt>
                <c:pt idx="627">
                  <c:v>0.45111728313663441</c:v>
                </c:pt>
                <c:pt idx="628">
                  <c:v>0.45004780114722753</c:v>
                </c:pt>
                <c:pt idx="629">
                  <c:v>0.44899342871585241</c:v>
                </c:pt>
                <c:pt idx="630">
                  <c:v>0.44896787982681702</c:v>
                </c:pt>
                <c:pt idx="631">
                  <c:v>0.45095959429463089</c:v>
                </c:pt>
                <c:pt idx="632">
                  <c:v>0.45161672270939102</c:v>
                </c:pt>
                <c:pt idx="633">
                  <c:v>0.45107442693567179</c:v>
                </c:pt>
                <c:pt idx="634">
                  <c:v>0.45113129381771833</c:v>
                </c:pt>
                <c:pt idx="635">
                  <c:v>0.45100821959956927</c:v>
                </c:pt>
                <c:pt idx="636">
                  <c:v>0.45110601964791985</c:v>
                </c:pt>
                <c:pt idx="637">
                  <c:v>0.44972253357069081</c:v>
                </c:pt>
                <c:pt idx="638">
                  <c:v>0.44711792048526411</c:v>
                </c:pt>
                <c:pt idx="639">
                  <c:v>0.44623002791147448</c:v>
                </c:pt>
                <c:pt idx="640">
                  <c:v>0.44478637832135559</c:v>
                </c:pt>
                <c:pt idx="641">
                  <c:v>0.44378832333355311</c:v>
                </c:pt>
                <c:pt idx="642">
                  <c:v>0.44445094613305203</c:v>
                </c:pt>
                <c:pt idx="643">
                  <c:v>0.44527290608997605</c:v>
                </c:pt>
                <c:pt idx="644">
                  <c:v>0.44524433528933433</c:v>
                </c:pt>
                <c:pt idx="645">
                  <c:v>0.44491247445111098</c:v>
                </c:pt>
                <c:pt idx="646">
                  <c:v>0.44471165468890794</c:v>
                </c:pt>
                <c:pt idx="647">
                  <c:v>0.44463912881035583</c:v>
                </c:pt>
                <c:pt idx="648">
                  <c:v>0.44447786861827215</c:v>
                </c:pt>
                <c:pt idx="649">
                  <c:v>0.44380068569921544</c:v>
                </c:pt>
                <c:pt idx="650">
                  <c:v>0.44294356167996307</c:v>
                </c:pt>
                <c:pt idx="651">
                  <c:v>0.44388007955869102</c:v>
                </c:pt>
                <c:pt idx="652">
                  <c:v>0.44430424606052615</c:v>
                </c:pt>
                <c:pt idx="653">
                  <c:v>0.44484324520340213</c:v>
                </c:pt>
                <c:pt idx="654">
                  <c:v>0.44467594118810577</c:v>
                </c:pt>
                <c:pt idx="655">
                  <c:v>0.44244329794949566</c:v>
                </c:pt>
                <c:pt idx="656">
                  <c:v>0.44098316520516034</c:v>
                </c:pt>
                <c:pt idx="657">
                  <c:v>0.44113151359310787</c:v>
                </c:pt>
                <c:pt idx="658">
                  <c:v>0.44155265818333667</c:v>
                </c:pt>
                <c:pt idx="659">
                  <c:v>0.44085981626777437</c:v>
                </c:pt>
                <c:pt idx="660">
                  <c:v>0.4370923166523813</c:v>
                </c:pt>
                <c:pt idx="661">
                  <c:v>0.43560745917672139</c:v>
                </c:pt>
                <c:pt idx="662">
                  <c:v>0.43714011779960882</c:v>
                </c:pt>
                <c:pt idx="663">
                  <c:v>0.43629068591899084</c:v>
                </c:pt>
                <c:pt idx="664">
                  <c:v>0.43444182545438564</c:v>
                </c:pt>
                <c:pt idx="665">
                  <c:v>0.43559839344190238</c:v>
                </c:pt>
                <c:pt idx="666">
                  <c:v>0.43684973956616341</c:v>
                </c:pt>
                <c:pt idx="667">
                  <c:v>0.43850547240719984</c:v>
                </c:pt>
                <c:pt idx="668">
                  <c:v>0.43937331047669287</c:v>
                </c:pt>
                <c:pt idx="669">
                  <c:v>0.43857854772422589</c:v>
                </c:pt>
                <c:pt idx="670">
                  <c:v>0.43753324102766977</c:v>
                </c:pt>
                <c:pt idx="671">
                  <c:v>0.43686347552801041</c:v>
                </c:pt>
                <c:pt idx="672">
                  <c:v>0.43584673963209603</c:v>
                </c:pt>
                <c:pt idx="673">
                  <c:v>0.43529043317729282</c:v>
                </c:pt>
                <c:pt idx="674">
                  <c:v>0.43563685413507397</c:v>
                </c:pt>
                <c:pt idx="675">
                  <c:v>0.4362692578185095</c:v>
                </c:pt>
                <c:pt idx="676">
                  <c:v>0.43668792993560585</c:v>
                </c:pt>
                <c:pt idx="677">
                  <c:v>0.4358527834553087</c:v>
                </c:pt>
                <c:pt idx="678">
                  <c:v>0.43669232544339687</c:v>
                </c:pt>
                <c:pt idx="679">
                  <c:v>0.4366189754071339</c:v>
                </c:pt>
                <c:pt idx="680">
                  <c:v>0.43542284784949781</c:v>
                </c:pt>
                <c:pt idx="681">
                  <c:v>0.43585690424386281</c:v>
                </c:pt>
                <c:pt idx="682">
                  <c:v>0.43666375464275514</c:v>
                </c:pt>
                <c:pt idx="683">
                  <c:v>0.43795466033713548</c:v>
                </c:pt>
                <c:pt idx="684">
                  <c:v>0.43910326146678097</c:v>
                </c:pt>
                <c:pt idx="685">
                  <c:v>0.43979418034768469</c:v>
                </c:pt>
                <c:pt idx="686">
                  <c:v>0.43930435594822093</c:v>
                </c:pt>
                <c:pt idx="687">
                  <c:v>0.43871288543108944</c:v>
                </c:pt>
                <c:pt idx="688">
                  <c:v>0.43759999780224612</c:v>
                </c:pt>
                <c:pt idx="689">
                  <c:v>0.43550279114744733</c:v>
                </c:pt>
                <c:pt idx="690">
                  <c:v>0.43481077338959584</c:v>
                </c:pt>
                <c:pt idx="691">
                  <c:v>0.4347047317641371</c:v>
                </c:pt>
                <c:pt idx="692">
                  <c:v>0.43494483637722248</c:v>
                </c:pt>
                <c:pt idx="693">
                  <c:v>0.43444677040065055</c:v>
                </c:pt>
                <c:pt idx="694">
                  <c:v>0.43427232368519375</c:v>
                </c:pt>
                <c:pt idx="695">
                  <c:v>0.43375777455440545</c:v>
                </c:pt>
                <c:pt idx="696">
                  <c:v>0.43224352212039296</c:v>
                </c:pt>
                <c:pt idx="697">
                  <c:v>0.43116936990395816</c:v>
                </c:pt>
                <c:pt idx="698">
                  <c:v>0.43264653524098373</c:v>
                </c:pt>
                <c:pt idx="699">
                  <c:v>0.43455253730687238</c:v>
                </c:pt>
                <c:pt idx="700">
                  <c:v>0.43507752576866443</c:v>
                </c:pt>
                <c:pt idx="701">
                  <c:v>0.43334432210281093</c:v>
                </c:pt>
                <c:pt idx="702">
                  <c:v>0.43228940023296192</c:v>
                </c:pt>
                <c:pt idx="703">
                  <c:v>0.43152101052724118</c:v>
                </c:pt>
                <c:pt idx="704">
                  <c:v>0.43108722885211315</c:v>
                </c:pt>
                <c:pt idx="705">
                  <c:v>0.43103805410870094</c:v>
                </c:pt>
                <c:pt idx="706">
                  <c:v>0.43081443264983188</c:v>
                </c:pt>
                <c:pt idx="707">
                  <c:v>0.42998752774664295</c:v>
                </c:pt>
                <c:pt idx="708">
                  <c:v>0.42897024241225468</c:v>
                </c:pt>
                <c:pt idx="709">
                  <c:v>0.42949083536625571</c:v>
                </c:pt>
                <c:pt idx="710">
                  <c:v>0.43114931539966156</c:v>
                </c:pt>
                <c:pt idx="711">
                  <c:v>0.43053586734357491</c:v>
                </c:pt>
                <c:pt idx="712">
                  <c:v>0.42809745939649679</c:v>
                </c:pt>
                <c:pt idx="713">
                  <c:v>0.42620074284081672</c:v>
                </c:pt>
                <c:pt idx="714">
                  <c:v>0.42522889606821829</c:v>
                </c:pt>
                <c:pt idx="715">
                  <c:v>0.42675655480099339</c:v>
                </c:pt>
                <c:pt idx="716">
                  <c:v>0.4290364497483572</c:v>
                </c:pt>
                <c:pt idx="717">
                  <c:v>0.43040125491747439</c:v>
                </c:pt>
                <c:pt idx="718">
                  <c:v>0.4315784268477616</c:v>
                </c:pt>
                <c:pt idx="719">
                  <c:v>0.4323872002813125</c:v>
                </c:pt>
                <c:pt idx="720">
                  <c:v>0.43175012637084903</c:v>
                </c:pt>
                <c:pt idx="721">
                  <c:v>0.43149875826904904</c:v>
                </c:pt>
                <c:pt idx="722">
                  <c:v>0.43211687655216369</c:v>
                </c:pt>
                <c:pt idx="723">
                  <c:v>0.4329385617898508</c:v>
                </c:pt>
                <c:pt idx="724">
                  <c:v>0.43376903804311995</c:v>
                </c:pt>
                <c:pt idx="725">
                  <c:v>0.43330174062108529</c:v>
                </c:pt>
                <c:pt idx="726">
                  <c:v>0.43272015999648361</c:v>
                </c:pt>
                <c:pt idx="727">
                  <c:v>0.43168227071932486</c:v>
                </c:pt>
                <c:pt idx="728">
                  <c:v>0.43024933517944663</c:v>
                </c:pt>
                <c:pt idx="729">
                  <c:v>0.4291908419595174</c:v>
                </c:pt>
                <c:pt idx="730">
                  <c:v>0.42875541196896771</c:v>
                </c:pt>
                <c:pt idx="731">
                  <c:v>0.42870321531394917</c:v>
                </c:pt>
                <c:pt idx="732">
                  <c:v>0.4286916771059977</c:v>
                </c:pt>
                <c:pt idx="733">
                  <c:v>0.42810927232368523</c:v>
                </c:pt>
                <c:pt idx="734">
                  <c:v>0.42768400694490233</c:v>
                </c:pt>
                <c:pt idx="735">
                  <c:v>0.42777164238148613</c:v>
                </c:pt>
                <c:pt idx="736">
                  <c:v>0.42718176523592888</c:v>
                </c:pt>
                <c:pt idx="737">
                  <c:v>0.42714099690116702</c:v>
                </c:pt>
                <c:pt idx="738">
                  <c:v>0.42733033339926596</c:v>
                </c:pt>
                <c:pt idx="739">
                  <c:v>0.42710786576119208</c:v>
                </c:pt>
                <c:pt idx="740">
                  <c:v>0.42603121359970114</c:v>
                </c:pt>
                <c:pt idx="741">
                  <c:v>0.42763071141293602</c:v>
                </c:pt>
                <c:pt idx="742">
                  <c:v>0.42897683567394124</c:v>
                </c:pt>
                <c:pt idx="743">
                  <c:v>0.42760626140084834</c:v>
                </c:pt>
                <c:pt idx="744">
                  <c:v>0.42521257774554411</c:v>
                </c:pt>
                <c:pt idx="745">
                  <c:v>0.42371348981341073</c:v>
                </c:pt>
                <c:pt idx="746">
                  <c:v>0.42295705039449683</c:v>
                </c:pt>
                <c:pt idx="747">
                  <c:v>0.42255549328586189</c:v>
                </c:pt>
                <c:pt idx="748">
                  <c:v>0.42357582800378013</c:v>
                </c:pt>
                <c:pt idx="749">
                  <c:v>0.42479591107887743</c:v>
                </c:pt>
                <c:pt idx="750">
                  <c:v>0.42526268653436189</c:v>
                </c:pt>
                <c:pt idx="751">
                  <c:v>0.42383774532427859</c:v>
                </c:pt>
                <c:pt idx="752">
                  <c:v>0.42227973011582165</c:v>
                </c:pt>
                <c:pt idx="753">
                  <c:v>0.42114228258719588</c:v>
                </c:pt>
                <c:pt idx="754">
                  <c:v>0.42023680798224217</c:v>
                </c:pt>
                <c:pt idx="755">
                  <c:v>0.42001063163446961</c:v>
                </c:pt>
                <c:pt idx="756">
                  <c:v>0.42034230016922708</c:v>
                </c:pt>
                <c:pt idx="757">
                  <c:v>0.42214401881277336</c:v>
                </c:pt>
                <c:pt idx="758">
                  <c:v>0.42325102744994619</c:v>
                </c:pt>
                <c:pt idx="759">
                  <c:v>0.42255821300630758</c:v>
                </c:pt>
                <c:pt idx="760">
                  <c:v>0.4226664798575856</c:v>
                </c:pt>
                <c:pt idx="761">
                  <c:v>0.42289103536186018</c:v>
                </c:pt>
                <c:pt idx="762">
                  <c:v>0.4210053625195051</c:v>
                </c:pt>
                <c:pt idx="763">
                  <c:v>0.42009323970901741</c:v>
                </c:pt>
                <c:pt idx="764">
                  <c:v>0.42016477659831653</c:v>
                </c:pt>
                <c:pt idx="765">
                  <c:v>0.42047031933364104</c:v>
                </c:pt>
                <c:pt idx="766">
                  <c:v>0.42218621568756731</c:v>
                </c:pt>
                <c:pt idx="767">
                  <c:v>0.42265823828047738</c:v>
                </c:pt>
                <c:pt idx="768">
                  <c:v>0.42129398254983408</c:v>
                </c:pt>
                <c:pt idx="769">
                  <c:v>0.42117393024329136</c:v>
                </c:pt>
                <c:pt idx="770">
                  <c:v>0.42100673611568978</c:v>
                </c:pt>
                <c:pt idx="771">
                  <c:v>0.42018573767609507</c:v>
                </c:pt>
                <c:pt idx="772">
                  <c:v>0.41920303949363752</c:v>
                </c:pt>
                <c:pt idx="773">
                  <c:v>0.41770713830465267</c:v>
                </c:pt>
                <c:pt idx="774">
                  <c:v>0.41727005999868139</c:v>
                </c:pt>
                <c:pt idx="775">
                  <c:v>0.41858266851277998</c:v>
                </c:pt>
                <c:pt idx="776">
                  <c:v>0.4196415463396409</c:v>
                </c:pt>
                <c:pt idx="777">
                  <c:v>0.41900515922726977</c:v>
                </c:pt>
                <c:pt idx="778">
                  <c:v>0.41841418320476476</c:v>
                </c:pt>
                <c:pt idx="779">
                  <c:v>0.4188534317927079</c:v>
                </c:pt>
                <c:pt idx="780">
                  <c:v>0.42038974418144659</c:v>
                </c:pt>
                <c:pt idx="781">
                  <c:v>0.42118393002351601</c:v>
                </c:pt>
                <c:pt idx="782">
                  <c:v>0.42087121711610737</c:v>
                </c:pt>
                <c:pt idx="783">
                  <c:v>0.41995681413595309</c:v>
                </c:pt>
                <c:pt idx="784">
                  <c:v>0.42012744225401644</c:v>
                </c:pt>
                <c:pt idx="785">
                  <c:v>0.42078627392804557</c:v>
                </c:pt>
                <c:pt idx="786">
                  <c:v>0.42102319179798248</c:v>
                </c:pt>
                <c:pt idx="787">
                  <c:v>0.42105541636447552</c:v>
                </c:pt>
                <c:pt idx="788">
                  <c:v>0.42146051735126705</c:v>
                </c:pt>
                <c:pt idx="789">
                  <c:v>0.42214390892507858</c:v>
                </c:pt>
                <c:pt idx="790">
                  <c:v>0.42238263994197933</c:v>
                </c:pt>
                <c:pt idx="791">
                  <c:v>0.42113340915584274</c:v>
                </c:pt>
                <c:pt idx="792">
                  <c:v>0.42038185973934639</c:v>
                </c:pt>
                <c:pt idx="793">
                  <c:v>0.4211011021735786</c:v>
                </c:pt>
                <c:pt idx="794">
                  <c:v>0.42198366519417158</c:v>
                </c:pt>
                <c:pt idx="795">
                  <c:v>0.42241387551921938</c:v>
                </c:pt>
                <c:pt idx="796">
                  <c:v>0.42267194677040065</c:v>
                </c:pt>
                <c:pt idx="797">
                  <c:v>0.42052897189072769</c:v>
                </c:pt>
                <c:pt idx="798">
                  <c:v>0.41691572712687636</c:v>
                </c:pt>
                <c:pt idx="799">
                  <c:v>0.41538812333794861</c:v>
                </c:pt>
                <c:pt idx="800">
                  <c:v>0.41513546405573504</c:v>
                </c:pt>
                <c:pt idx="801">
                  <c:v>0.41617274895057255</c:v>
                </c:pt>
                <c:pt idx="802">
                  <c:v>0.41783109162435994</c:v>
                </c:pt>
                <c:pt idx="803">
                  <c:v>0.41781062504120792</c:v>
                </c:pt>
                <c:pt idx="804">
                  <c:v>0.41664183204764732</c:v>
                </c:pt>
                <c:pt idx="805">
                  <c:v>0.41665718885299224</c:v>
                </c:pt>
                <c:pt idx="806">
                  <c:v>0.41589360673391795</c:v>
                </c:pt>
                <c:pt idx="807">
                  <c:v>0.41545303949363754</c:v>
                </c:pt>
                <c:pt idx="808">
                  <c:v>0.41564696380299337</c:v>
                </c:pt>
                <c:pt idx="809">
                  <c:v>0.41573064328256526</c:v>
                </c:pt>
                <c:pt idx="810">
                  <c:v>0.41616654029581768</c:v>
                </c:pt>
                <c:pt idx="811">
                  <c:v>0.41488121140194723</c:v>
                </c:pt>
                <c:pt idx="812">
                  <c:v>0.4140021098437397</c:v>
                </c:pt>
                <c:pt idx="813">
                  <c:v>0.41438273334651987</c:v>
                </c:pt>
                <c:pt idx="814">
                  <c:v>0.41529743851783479</c:v>
                </c:pt>
                <c:pt idx="815">
                  <c:v>0.41604019691874905</c:v>
                </c:pt>
                <c:pt idx="816">
                  <c:v>0.41520818223775302</c:v>
                </c:pt>
                <c:pt idx="817">
                  <c:v>0.41501054921869851</c:v>
                </c:pt>
                <c:pt idx="818">
                  <c:v>0.4153590855146041</c:v>
                </c:pt>
                <c:pt idx="819">
                  <c:v>0.41465138128832335</c:v>
                </c:pt>
                <c:pt idx="820">
                  <c:v>0.41541944133095976</c:v>
                </c:pt>
                <c:pt idx="821">
                  <c:v>0.41651381288323336</c:v>
                </c:pt>
                <c:pt idx="822">
                  <c:v>0.41721863255752623</c:v>
                </c:pt>
                <c:pt idx="823">
                  <c:v>0.41772722028087295</c:v>
                </c:pt>
                <c:pt idx="824">
                  <c:v>0.41813539812311817</c:v>
                </c:pt>
                <c:pt idx="825">
                  <c:v>0.41799932968506187</c:v>
                </c:pt>
                <c:pt idx="826">
                  <c:v>0.41622714335948663</c:v>
                </c:pt>
                <c:pt idx="827">
                  <c:v>0.41522024241225469</c:v>
                </c:pt>
                <c:pt idx="828">
                  <c:v>0.41562734884947583</c:v>
                </c:pt>
                <c:pt idx="829">
                  <c:v>0.41490283180589438</c:v>
                </c:pt>
                <c:pt idx="830">
                  <c:v>0.41365637568405095</c:v>
                </c:pt>
                <c:pt idx="831">
                  <c:v>0.41267623239049694</c:v>
                </c:pt>
                <c:pt idx="832">
                  <c:v>0.41345684710226149</c:v>
                </c:pt>
                <c:pt idx="833">
                  <c:v>0.41521496780290545</c:v>
                </c:pt>
                <c:pt idx="834">
                  <c:v>0.41663674974176396</c:v>
                </c:pt>
                <c:pt idx="835">
                  <c:v>0.41724187380497135</c:v>
                </c:pt>
                <c:pt idx="836">
                  <c:v>0.41803757060284391</c:v>
                </c:pt>
                <c:pt idx="837">
                  <c:v>0.41765947451704361</c:v>
                </c:pt>
                <c:pt idx="838">
                  <c:v>0.41708649260455816</c:v>
                </c:pt>
                <c:pt idx="839">
                  <c:v>0.41674779125733502</c:v>
                </c:pt>
                <c:pt idx="840">
                  <c:v>0.41582286653040595</c:v>
                </c:pt>
                <c:pt idx="841">
                  <c:v>0.41574924177490608</c:v>
                </c:pt>
                <c:pt idx="842">
                  <c:v>0.41713498054987808</c:v>
                </c:pt>
                <c:pt idx="843">
                  <c:v>0.41699767587525549</c:v>
                </c:pt>
                <c:pt idx="844">
                  <c:v>0.41582753675743395</c:v>
                </c:pt>
                <c:pt idx="845">
                  <c:v>0.4144465231533373</c:v>
                </c:pt>
                <c:pt idx="846">
                  <c:v>0.41456341618865522</c:v>
                </c:pt>
                <c:pt idx="847">
                  <c:v>0.41643169930331203</c:v>
                </c:pt>
                <c:pt idx="848">
                  <c:v>0.41773691786993694</c:v>
                </c:pt>
                <c:pt idx="849">
                  <c:v>0.41983698160479993</c:v>
                </c:pt>
                <c:pt idx="850">
                  <c:v>0.4209929726819191</c:v>
                </c:pt>
                <c:pt idx="851">
                  <c:v>0.42020584712423903</c:v>
                </c:pt>
                <c:pt idx="852">
                  <c:v>0.41858363003010923</c:v>
                </c:pt>
                <c:pt idx="853">
                  <c:v>0.41787631041076023</c:v>
                </c:pt>
                <c:pt idx="854">
                  <c:v>0.41829289466165581</c:v>
                </c:pt>
                <c:pt idx="855">
                  <c:v>0.41756005362519505</c:v>
                </c:pt>
                <c:pt idx="856">
                  <c:v>0.41595357794334192</c:v>
                </c:pt>
                <c:pt idx="857">
                  <c:v>0.41443674314850226</c:v>
                </c:pt>
                <c:pt idx="858">
                  <c:v>0.41461836003604319</c:v>
                </c:pt>
                <c:pt idx="859">
                  <c:v>0.41428048284653085</c:v>
                </c:pt>
                <c:pt idx="860">
                  <c:v>0.41334621766554586</c:v>
                </c:pt>
                <c:pt idx="861">
                  <c:v>0.41434861321729194</c:v>
                </c:pt>
                <c:pt idx="862">
                  <c:v>0.4156976220302851</c:v>
                </c:pt>
                <c:pt idx="863">
                  <c:v>0.41752678512560165</c:v>
                </c:pt>
                <c:pt idx="864">
                  <c:v>0.41823509373420364</c:v>
                </c:pt>
                <c:pt idx="865">
                  <c:v>0.41818045207797633</c:v>
                </c:pt>
                <c:pt idx="866">
                  <c:v>0.41893922661040417</c:v>
                </c:pt>
                <c:pt idx="867">
                  <c:v>0.42025334608030596</c:v>
                </c:pt>
                <c:pt idx="868">
                  <c:v>0.4213447231928969</c:v>
                </c:pt>
                <c:pt idx="869">
                  <c:v>0.42097563789806819</c:v>
                </c:pt>
                <c:pt idx="870">
                  <c:v>0.41925397244016616</c:v>
                </c:pt>
                <c:pt idx="871">
                  <c:v>0.41920847893452895</c:v>
                </c:pt>
                <c:pt idx="872">
                  <c:v>0.41897804443858377</c:v>
                </c:pt>
                <c:pt idx="873">
                  <c:v>0.41791864464517264</c:v>
                </c:pt>
                <c:pt idx="874">
                  <c:v>0.41841588646403377</c:v>
                </c:pt>
                <c:pt idx="875">
                  <c:v>0.41900502186765126</c:v>
                </c:pt>
                <c:pt idx="876">
                  <c:v>0.41879175732401486</c:v>
                </c:pt>
                <c:pt idx="877">
                  <c:v>0.417312916199644</c:v>
                </c:pt>
                <c:pt idx="878">
                  <c:v>0.41581981714687594</c:v>
                </c:pt>
                <c:pt idx="879">
                  <c:v>0.41612346431946551</c:v>
                </c:pt>
                <c:pt idx="880">
                  <c:v>0.41647823674204965</c:v>
                </c:pt>
                <c:pt idx="881">
                  <c:v>0.41586800290103515</c:v>
                </c:pt>
                <c:pt idx="882">
                  <c:v>0.4155863882112481</c:v>
                </c:pt>
                <c:pt idx="883">
                  <c:v>0.41530845475923606</c:v>
                </c:pt>
                <c:pt idx="884">
                  <c:v>0.41470923715962288</c:v>
                </c:pt>
                <c:pt idx="885">
                  <c:v>0.41399252214237053</c:v>
                </c:pt>
                <c:pt idx="886">
                  <c:v>0.4140468616074372</c:v>
                </c:pt>
                <c:pt idx="887">
                  <c:v>0.41446973692885875</c:v>
                </c:pt>
                <c:pt idx="888">
                  <c:v>0.41591437550823063</c:v>
                </c:pt>
                <c:pt idx="889">
                  <c:v>0.41753194984725611</c:v>
                </c:pt>
                <c:pt idx="890">
                  <c:v>0.41757813015098572</c:v>
                </c:pt>
                <c:pt idx="891">
                  <c:v>0.4166049097822026</c:v>
                </c:pt>
                <c:pt idx="892">
                  <c:v>0.41634046504472433</c:v>
                </c:pt>
                <c:pt idx="893">
                  <c:v>0.41842179292762799</c:v>
                </c:pt>
                <c:pt idx="894">
                  <c:v>0.42006362497527527</c:v>
                </c:pt>
                <c:pt idx="895">
                  <c:v>0.42008277290608997</c:v>
                </c:pt>
                <c:pt idx="896">
                  <c:v>0.42020513285422301</c:v>
                </c:pt>
                <c:pt idx="897">
                  <c:v>0.42109692644117713</c:v>
                </c:pt>
                <c:pt idx="898">
                  <c:v>0.42133466846882489</c:v>
                </c:pt>
                <c:pt idx="899">
                  <c:v>0.4207175941188106</c:v>
                </c:pt>
                <c:pt idx="900">
                  <c:v>0.42124568690798009</c:v>
                </c:pt>
                <c:pt idx="901">
                  <c:v>0.41982527856530627</c:v>
                </c:pt>
                <c:pt idx="902">
                  <c:v>0.4183220423726951</c:v>
                </c:pt>
                <c:pt idx="903">
                  <c:v>0.41773966506230636</c:v>
                </c:pt>
                <c:pt idx="904">
                  <c:v>0.41657045998989034</c:v>
                </c:pt>
                <c:pt idx="905">
                  <c:v>0.41660136590404606</c:v>
                </c:pt>
                <c:pt idx="906">
                  <c:v>0.41714283752005454</c:v>
                </c:pt>
                <c:pt idx="907">
                  <c:v>0.41696979187270611</c:v>
                </c:pt>
                <c:pt idx="908">
                  <c:v>0.41735011318432563</c:v>
                </c:pt>
                <c:pt idx="909">
                  <c:v>0.41750478011472275</c:v>
                </c:pt>
                <c:pt idx="910">
                  <c:v>0.41606695457242698</c:v>
                </c:pt>
                <c:pt idx="911">
                  <c:v>0.41533372892903453</c:v>
                </c:pt>
                <c:pt idx="912">
                  <c:v>0.41414194193534209</c:v>
                </c:pt>
                <c:pt idx="913">
                  <c:v>0.41390774378585088</c:v>
                </c:pt>
                <c:pt idx="914">
                  <c:v>0.41461981604799897</c:v>
                </c:pt>
                <c:pt idx="915">
                  <c:v>0.415033845409991</c:v>
                </c:pt>
                <c:pt idx="916">
                  <c:v>0.41630063075536805</c:v>
                </c:pt>
                <c:pt idx="917">
                  <c:v>0.4164231830069669</c:v>
                </c:pt>
                <c:pt idx="918">
                  <c:v>0.41537672248961566</c:v>
                </c:pt>
                <c:pt idx="919">
                  <c:v>0.41326270301751611</c:v>
                </c:pt>
                <c:pt idx="920">
                  <c:v>0.41184688248609924</c:v>
                </c:pt>
                <c:pt idx="921">
                  <c:v>0.41041323267620494</c:v>
                </c:pt>
                <c:pt idx="922">
                  <c:v>0.4095323454429573</c:v>
                </c:pt>
                <c:pt idx="923">
                  <c:v>0.41168597942902357</c:v>
                </c:pt>
                <c:pt idx="924">
                  <c:v>0.41295507241599089</c:v>
                </c:pt>
                <c:pt idx="925">
                  <c:v>0.41430221313817284</c:v>
                </c:pt>
                <c:pt idx="926">
                  <c:v>0.41414952418628165</c:v>
                </c:pt>
                <c:pt idx="927">
                  <c:v>0.41468028175204941</c:v>
                </c:pt>
                <c:pt idx="928">
                  <c:v>0.41545935803608713</c:v>
                </c:pt>
                <c:pt idx="929">
                  <c:v>0.41763095866024924</c:v>
                </c:pt>
                <c:pt idx="930">
                  <c:v>0.41967923781894906</c:v>
                </c:pt>
                <c:pt idx="931">
                  <c:v>0.4195384442100174</c:v>
                </c:pt>
                <c:pt idx="932">
                  <c:v>0.41699547812136001</c:v>
                </c:pt>
                <c:pt idx="933">
                  <c:v>0.41391367772136878</c:v>
                </c:pt>
                <c:pt idx="934">
                  <c:v>0.41357948176963144</c:v>
                </c:pt>
                <c:pt idx="935">
                  <c:v>0.41389098591239754</c:v>
                </c:pt>
                <c:pt idx="936">
                  <c:v>0.41480928990571636</c:v>
                </c:pt>
                <c:pt idx="937">
                  <c:v>0.41471143491351842</c:v>
                </c:pt>
                <c:pt idx="938">
                  <c:v>0.41545930309223977</c:v>
                </c:pt>
                <c:pt idx="939">
                  <c:v>0.41504376277444455</c:v>
                </c:pt>
                <c:pt idx="940">
                  <c:v>0.41376598865958991</c:v>
                </c:pt>
                <c:pt idx="941">
                  <c:v>0.41405955363618385</c:v>
                </c:pt>
                <c:pt idx="942">
                  <c:v>0.4156202610931628</c:v>
                </c:pt>
                <c:pt idx="943">
                  <c:v>0.41778068064438145</c:v>
                </c:pt>
                <c:pt idx="944">
                  <c:v>0.41933581130085057</c:v>
                </c:pt>
                <c:pt idx="945">
                  <c:v>0.4193208940462847</c:v>
                </c:pt>
                <c:pt idx="946">
                  <c:v>0.41891636996989079</c:v>
                </c:pt>
                <c:pt idx="947">
                  <c:v>0.41753071361068989</c:v>
                </c:pt>
                <c:pt idx="948">
                  <c:v>0.4154172161051406</c:v>
                </c:pt>
                <c:pt idx="949">
                  <c:v>0.41460014615063406</c:v>
                </c:pt>
                <c:pt idx="950">
                  <c:v>0.41507335003626294</c:v>
                </c:pt>
                <c:pt idx="951">
                  <c:v>0.4156710292081493</c:v>
                </c:pt>
                <c:pt idx="952">
                  <c:v>0.41657048746181402</c:v>
                </c:pt>
                <c:pt idx="953">
                  <c:v>0.4170069064416167</c:v>
                </c:pt>
                <c:pt idx="954">
                  <c:v>0.41605802619722648</c:v>
                </c:pt>
                <c:pt idx="955">
                  <c:v>0.41666276565350213</c:v>
                </c:pt>
                <c:pt idx="956">
                  <c:v>0.41659699786817872</c:v>
                </c:pt>
                <c:pt idx="957">
                  <c:v>0.41679762532691589</c:v>
                </c:pt>
                <c:pt idx="958">
                  <c:v>0.41793858926177452</c:v>
                </c:pt>
                <c:pt idx="959">
                  <c:v>0.41779035076152177</c:v>
                </c:pt>
                <c:pt idx="960">
                  <c:v>0.41662018417177649</c:v>
                </c:pt>
                <c:pt idx="961">
                  <c:v>0.41704462539284853</c:v>
                </c:pt>
                <c:pt idx="962">
                  <c:v>0.41833042130942177</c:v>
                </c:pt>
                <c:pt idx="963">
                  <c:v>0.41853363112898623</c:v>
                </c:pt>
                <c:pt idx="964">
                  <c:v>0.41879656491066131</c:v>
                </c:pt>
                <c:pt idx="965">
                  <c:v>0.41828789477154349</c:v>
                </c:pt>
                <c:pt idx="966">
                  <c:v>0.41766667216105141</c:v>
                </c:pt>
                <c:pt idx="967">
                  <c:v>0.4174817311707435</c:v>
                </c:pt>
                <c:pt idx="968">
                  <c:v>0.41602280719105078</c:v>
                </c:pt>
                <c:pt idx="969">
                  <c:v>0.41504760884376168</c:v>
                </c:pt>
                <c:pt idx="970">
                  <c:v>0.41434166282059737</c:v>
                </c:pt>
                <c:pt idx="971">
                  <c:v>0.41292471594030905</c:v>
                </c:pt>
                <c:pt idx="972">
                  <c:v>0.41405444385837675</c:v>
                </c:pt>
                <c:pt idx="973">
                  <c:v>0.41551952154897698</c:v>
                </c:pt>
                <c:pt idx="974">
                  <c:v>0.41381252609832753</c:v>
                </c:pt>
                <c:pt idx="975">
                  <c:v>0.41278565306257009</c:v>
                </c:pt>
                <c:pt idx="976">
                  <c:v>0.41129263642557307</c:v>
                </c:pt>
                <c:pt idx="977">
                  <c:v>0.41210014615063406</c:v>
                </c:pt>
                <c:pt idx="978">
                  <c:v>0.41443124876376347</c:v>
                </c:pt>
                <c:pt idx="979">
                  <c:v>0.41617115557899831</c:v>
                </c:pt>
                <c:pt idx="980">
                  <c:v>0.41787356321839081</c:v>
                </c:pt>
                <c:pt idx="981">
                  <c:v>0.41813443660578892</c:v>
                </c:pt>
                <c:pt idx="982">
                  <c:v>0.41809435506911941</c:v>
                </c:pt>
                <c:pt idx="983">
                  <c:v>0.41782515768884204</c:v>
                </c:pt>
                <c:pt idx="984">
                  <c:v>0.41768147952792251</c:v>
                </c:pt>
                <c:pt idx="985">
                  <c:v>0.41589566712819503</c:v>
                </c:pt>
                <c:pt idx="986">
                  <c:v>0.41354033427836751</c:v>
                </c:pt>
                <c:pt idx="987">
                  <c:v>0.41352357640491422</c:v>
                </c:pt>
                <c:pt idx="988">
                  <c:v>0.41383535526691723</c:v>
                </c:pt>
                <c:pt idx="989">
                  <c:v>0.41339528252126329</c:v>
                </c:pt>
                <c:pt idx="990">
                  <c:v>0.41233453660359115</c:v>
                </c:pt>
                <c:pt idx="991">
                  <c:v>0.41143150699984615</c:v>
                </c:pt>
                <c:pt idx="992">
                  <c:v>0.41182674556603155</c:v>
                </c:pt>
                <c:pt idx="993">
                  <c:v>0.4122092096876992</c:v>
                </c:pt>
                <c:pt idx="994">
                  <c:v>0.41308366849080241</c:v>
                </c:pt>
                <c:pt idx="995">
                  <c:v>0.41496634689347489</c:v>
                </c:pt>
                <c:pt idx="996">
                  <c:v>0.41689048042900156</c:v>
                </c:pt>
                <c:pt idx="997">
                  <c:v>0.41645867673237952</c:v>
                </c:pt>
                <c:pt idx="998">
                  <c:v>0.4164865607349289</c:v>
                </c:pt>
                <c:pt idx="999">
                  <c:v>0.41713566734797042</c:v>
                </c:pt>
                <c:pt idx="1000">
                  <c:v>0.41808501461506342</c:v>
                </c:pt>
                <c:pt idx="1001">
                  <c:v>0.41841651831827875</c:v>
                </c:pt>
                <c:pt idx="1002">
                  <c:v>0.41942874881870729</c:v>
                </c:pt>
                <c:pt idx="1003">
                  <c:v>0.42026285136590408</c:v>
                </c:pt>
                <c:pt idx="1004">
                  <c:v>0.41996005582294899</c:v>
                </c:pt>
                <c:pt idx="1005">
                  <c:v>0.4190484549790115</c:v>
                </c:pt>
                <c:pt idx="1006">
                  <c:v>0.41835473396189099</c:v>
                </c:pt>
                <c:pt idx="1007">
                  <c:v>0.41684847585767348</c:v>
                </c:pt>
                <c:pt idx="1008">
                  <c:v>0.41678290037581595</c:v>
                </c:pt>
                <c:pt idx="1009">
                  <c:v>0.41746566009538255</c:v>
                </c:pt>
                <c:pt idx="1010">
                  <c:v>0.41709932199292327</c:v>
                </c:pt>
                <c:pt idx="1011">
                  <c:v>0.41874299465945808</c:v>
                </c:pt>
                <c:pt idx="1012">
                  <c:v>0.41938660688776075</c:v>
                </c:pt>
                <c:pt idx="1013">
                  <c:v>0.41793721566558978</c:v>
                </c:pt>
                <c:pt idx="1014">
                  <c:v>0.41759090459550341</c:v>
                </c:pt>
                <c:pt idx="1015">
                  <c:v>0.41728143337509066</c:v>
                </c:pt>
                <c:pt idx="1016">
                  <c:v>0.41819751214259027</c:v>
                </c:pt>
                <c:pt idx="1017">
                  <c:v>0.41803930133403666</c:v>
                </c:pt>
                <c:pt idx="1018">
                  <c:v>0.41660370101756006</c:v>
                </c:pt>
                <c:pt idx="1019">
                  <c:v>0.41640812839278263</c:v>
                </c:pt>
                <c:pt idx="1020">
                  <c:v>0.41650095602294457</c:v>
                </c:pt>
                <c:pt idx="1021">
                  <c:v>0.41671276455462519</c:v>
                </c:pt>
                <c:pt idx="1022">
                  <c:v>0.41630714160128351</c:v>
                </c:pt>
                <c:pt idx="1023">
                  <c:v>0.41689446385793721</c:v>
                </c:pt>
                <c:pt idx="1024">
                  <c:v>0.41716838640908993</c:v>
                </c:pt>
                <c:pt idx="1025">
                  <c:v>0.41797946748423115</c:v>
                </c:pt>
                <c:pt idx="1026">
                  <c:v>0.41778529592756203</c:v>
                </c:pt>
                <c:pt idx="1027">
                  <c:v>0.41662315113953541</c:v>
                </c:pt>
                <c:pt idx="1028">
                  <c:v>0.41624609898683546</c:v>
                </c:pt>
                <c:pt idx="1029">
                  <c:v>0.41606876771939083</c:v>
                </c:pt>
                <c:pt idx="1030">
                  <c:v>0.41595811081075146</c:v>
                </c:pt>
                <c:pt idx="1031">
                  <c:v>0.41720030878442232</c:v>
                </c:pt>
                <c:pt idx="1032">
                  <c:v>0.41680419111667877</c:v>
                </c:pt>
                <c:pt idx="1033">
                  <c:v>0.41455723500582409</c:v>
                </c:pt>
                <c:pt idx="1034">
                  <c:v>0.41311600294499023</c:v>
                </c:pt>
                <c:pt idx="1035">
                  <c:v>0.4117982022373135</c:v>
                </c:pt>
                <c:pt idx="1036">
                  <c:v>0.41108830025713722</c:v>
                </c:pt>
                <c:pt idx="1037">
                  <c:v>0.41187185446473706</c:v>
                </c:pt>
                <c:pt idx="1038">
                  <c:v>0.41362437089294746</c:v>
                </c:pt>
                <c:pt idx="1039">
                  <c:v>0.41505436693699044</c:v>
                </c:pt>
                <c:pt idx="1040">
                  <c:v>0.41435353069163317</c:v>
                </c:pt>
                <c:pt idx="1041">
                  <c:v>0.41393889694731989</c:v>
                </c:pt>
                <c:pt idx="1042">
                  <c:v>0.41330355376804906</c:v>
                </c:pt>
                <c:pt idx="1043">
                  <c:v>0.41055652623019279</c:v>
                </c:pt>
                <c:pt idx="1044">
                  <c:v>0.40823764862310719</c:v>
                </c:pt>
                <c:pt idx="1045">
                  <c:v>0.40879747148414325</c:v>
                </c:pt>
                <c:pt idx="1046">
                  <c:v>0.41037685984923411</c:v>
                </c:pt>
                <c:pt idx="1047">
                  <c:v>0.41223159930550979</c:v>
                </c:pt>
                <c:pt idx="1048">
                  <c:v>0.41277996637436543</c:v>
                </c:pt>
                <c:pt idx="1049">
                  <c:v>0.41306270741302392</c:v>
                </c:pt>
                <c:pt idx="1050">
                  <c:v>0.41437726643370476</c:v>
                </c:pt>
                <c:pt idx="1051">
                  <c:v>0.41598657172369841</c:v>
                </c:pt>
                <c:pt idx="1052">
                  <c:v>0.41749840662842574</c:v>
                </c:pt>
                <c:pt idx="1053">
                  <c:v>0.41770120436913477</c:v>
                </c:pt>
                <c:pt idx="1054">
                  <c:v>0.41685951957099848</c:v>
                </c:pt>
                <c:pt idx="1055">
                  <c:v>0.41736187116766665</c:v>
                </c:pt>
                <c:pt idx="1056">
                  <c:v>0.41868714423858816</c:v>
                </c:pt>
                <c:pt idx="1057">
                  <c:v>0.41831105360321752</c:v>
                </c:pt>
                <c:pt idx="1058">
                  <c:v>0.41782048746181405</c:v>
                </c:pt>
                <c:pt idx="1059">
                  <c:v>0.41696836333267401</c:v>
                </c:pt>
                <c:pt idx="1060">
                  <c:v>0.41585121755565813</c:v>
                </c:pt>
                <c:pt idx="1061">
                  <c:v>0.41721753368057846</c:v>
                </c:pt>
                <c:pt idx="1062">
                  <c:v>0.41954308696512166</c:v>
                </c:pt>
                <c:pt idx="1063">
                  <c:v>0.41860799762642581</c:v>
                </c:pt>
                <c:pt idx="1064">
                  <c:v>0.41681375134612431</c:v>
                </c:pt>
                <c:pt idx="1065">
                  <c:v>0.41407416869958902</c:v>
                </c:pt>
                <c:pt idx="1066">
                  <c:v>0.41147189072767631</c:v>
                </c:pt>
                <c:pt idx="1067">
                  <c:v>0.41169570449001125</c:v>
                </c:pt>
                <c:pt idx="1068">
                  <c:v>0.41118263884310235</c:v>
                </c:pt>
                <c:pt idx="1069">
                  <c:v>0.41135384387156326</c:v>
                </c:pt>
                <c:pt idx="1070">
                  <c:v>0.41179597701149429</c:v>
                </c:pt>
                <c:pt idx="1071">
                  <c:v>0.41365198017625987</c:v>
                </c:pt>
                <c:pt idx="1072">
                  <c:v>0.41511403595525376</c:v>
                </c:pt>
                <c:pt idx="1073">
                  <c:v>0.41528535087140944</c:v>
                </c:pt>
                <c:pt idx="1074">
                  <c:v>0.41533186083822338</c:v>
                </c:pt>
                <c:pt idx="1075">
                  <c:v>0.41553443880354279</c:v>
                </c:pt>
                <c:pt idx="1076">
                  <c:v>0.41441520516032615</c:v>
                </c:pt>
                <c:pt idx="1077">
                  <c:v>0.41292784773961017</c:v>
                </c:pt>
                <c:pt idx="1078">
                  <c:v>0.41219695720973165</c:v>
                </c:pt>
                <c:pt idx="1079">
                  <c:v>0.41223824751104371</c:v>
                </c:pt>
                <c:pt idx="1080">
                  <c:v>0.41300743390255162</c:v>
                </c:pt>
                <c:pt idx="1081">
                  <c:v>0.41601956550405489</c:v>
                </c:pt>
                <c:pt idx="1082">
                  <c:v>0.41737634887145342</c:v>
                </c:pt>
                <c:pt idx="1083">
                  <c:v>0.41756159205292193</c:v>
                </c:pt>
                <c:pt idx="1084">
                  <c:v>0.41714874398364876</c:v>
                </c:pt>
                <c:pt idx="1085">
                  <c:v>0.41690050768114989</c:v>
                </c:pt>
                <c:pt idx="1086">
                  <c:v>0.41744412210720644</c:v>
                </c:pt>
                <c:pt idx="1087">
                  <c:v>0.4181542163908486</c:v>
                </c:pt>
                <c:pt idx="1088">
                  <c:v>0.41900559877804888</c:v>
                </c:pt>
                <c:pt idx="1089">
                  <c:v>0.41855456473484104</c:v>
                </c:pt>
                <c:pt idx="1090">
                  <c:v>0.41942556207555881</c:v>
                </c:pt>
                <c:pt idx="1091">
                  <c:v>0.42039567811696449</c:v>
                </c:pt>
                <c:pt idx="1092">
                  <c:v>0.41888112349179141</c:v>
                </c:pt>
                <c:pt idx="1093">
                  <c:v>0.41713662886529967</c:v>
                </c:pt>
                <c:pt idx="1094">
                  <c:v>0.41687907958066855</c:v>
                </c:pt>
                <c:pt idx="1095">
                  <c:v>0.41624846157227313</c:v>
                </c:pt>
                <c:pt idx="1096">
                  <c:v>0.41547446759411882</c:v>
                </c:pt>
                <c:pt idx="1097">
                  <c:v>0.41585836025581857</c:v>
                </c:pt>
                <c:pt idx="1098">
                  <c:v>0.41635389881541068</c:v>
                </c:pt>
                <c:pt idx="1099">
                  <c:v>0.41779326278543333</c:v>
                </c:pt>
                <c:pt idx="1100">
                  <c:v>0.41904419683083893</c:v>
                </c:pt>
                <c:pt idx="1101">
                  <c:v>0.41734181666337006</c:v>
                </c:pt>
                <c:pt idx="1102">
                  <c:v>0.4144722094019912</c:v>
                </c:pt>
                <c:pt idx="1103">
                  <c:v>0.41416988088173889</c:v>
                </c:pt>
                <c:pt idx="1104">
                  <c:v>0.41572363794202327</c:v>
                </c:pt>
                <c:pt idx="1105">
                  <c:v>0.41598931891606783</c:v>
                </c:pt>
                <c:pt idx="1106">
                  <c:v>0.41645076481835563</c:v>
                </c:pt>
                <c:pt idx="1107">
                  <c:v>0.41706432276213712</c:v>
                </c:pt>
                <c:pt idx="1108">
                  <c:v>0.41646125909320675</c:v>
                </c:pt>
                <c:pt idx="1109">
                  <c:v>0.41511002505439443</c:v>
                </c:pt>
                <c:pt idx="1110">
                  <c:v>0.41321108327289513</c:v>
                </c:pt>
                <c:pt idx="1111">
                  <c:v>0.41440707347091277</c:v>
                </c:pt>
                <c:pt idx="1112">
                  <c:v>0.41679652644996817</c:v>
                </c:pt>
                <c:pt idx="1113">
                  <c:v>0.41680042746313273</c:v>
                </c:pt>
                <c:pt idx="1114">
                  <c:v>0.41650114832641044</c:v>
                </c:pt>
                <c:pt idx="1115">
                  <c:v>0.4151485132194897</c:v>
                </c:pt>
                <c:pt idx="1116">
                  <c:v>0.41443064438144217</c:v>
                </c:pt>
                <c:pt idx="1117">
                  <c:v>0.41372961583261908</c:v>
                </c:pt>
                <c:pt idx="1118">
                  <c:v>0.41363928814751327</c:v>
                </c:pt>
                <c:pt idx="1119">
                  <c:v>0.41642961143711127</c:v>
                </c:pt>
                <c:pt idx="1120">
                  <c:v>0.41829737258521793</c:v>
                </c:pt>
                <c:pt idx="1121">
                  <c:v>0.41908760247027538</c:v>
                </c:pt>
                <c:pt idx="1122">
                  <c:v>0.41937935429990553</c:v>
                </c:pt>
                <c:pt idx="1123">
                  <c:v>0.42024966484253096</c:v>
                </c:pt>
                <c:pt idx="1124">
                  <c:v>0.41954341662820599</c:v>
                </c:pt>
                <c:pt idx="1125">
                  <c:v>0.41770702841695789</c:v>
                </c:pt>
                <c:pt idx="1126">
                  <c:v>0.41580613612887629</c:v>
                </c:pt>
                <c:pt idx="1127">
                  <c:v>0.4148451957099844</c:v>
                </c:pt>
                <c:pt idx="1128">
                  <c:v>0.4142963341465023</c:v>
                </c:pt>
                <c:pt idx="1129">
                  <c:v>0.41394227599393424</c:v>
                </c:pt>
                <c:pt idx="1130">
                  <c:v>0.41440053515307357</c:v>
                </c:pt>
                <c:pt idx="1131">
                  <c:v>0.41477299949451663</c:v>
                </c:pt>
                <c:pt idx="1132">
                  <c:v>0.41506310300872512</c:v>
                </c:pt>
                <c:pt idx="1133">
                  <c:v>0.41569803410914047</c:v>
                </c:pt>
                <c:pt idx="1134">
                  <c:v>0.41508313004109804</c:v>
                </c:pt>
                <c:pt idx="1135">
                  <c:v>0.41493914968901785</c:v>
                </c:pt>
                <c:pt idx="1136">
                  <c:v>0.41643892441924357</c:v>
                </c:pt>
                <c:pt idx="1137">
                  <c:v>0.4186569800663722</c:v>
                </c:pt>
                <c:pt idx="1138">
                  <c:v>0.41965316696336347</c:v>
                </c:pt>
                <c:pt idx="1139">
                  <c:v>0.41939166172172043</c:v>
                </c:pt>
                <c:pt idx="1140">
                  <c:v>0.41950800531856447</c:v>
                </c:pt>
                <c:pt idx="1141">
                  <c:v>0.41983689918902883</c:v>
                </c:pt>
                <c:pt idx="1142">
                  <c:v>0.41964456825124724</c:v>
                </c:pt>
                <c:pt idx="1143">
                  <c:v>0.41776419749016508</c:v>
                </c:pt>
                <c:pt idx="1144">
                  <c:v>0.41607354783411354</c:v>
                </c:pt>
                <c:pt idx="1145">
                  <c:v>0.4149726379640008</c:v>
                </c:pt>
                <c:pt idx="1146">
                  <c:v>0.41539867255664714</c:v>
                </c:pt>
                <c:pt idx="1147">
                  <c:v>0.41506502604338369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7-1D70-4A85-AB80-5FAF78EA7150}"/>
            </c:ext>
          </c:extLst>
        </c:ser>
        <c:ser>
          <c:idx val="8"/>
          <c:order val="8"/>
          <c:tx>
            <c:strRef>
              <c:f>'For plotting'!$AD$1</c:f>
              <c:strCache>
                <c:ptCount val="1"/>
                <c:pt idx="0">
                  <c:v>2.3% w/w S3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'For plotting'!$U$2:$U$1149</c:f>
              <c:numCache>
                <c:formatCode>General</c:formatCode>
                <c:ptCount val="1148"/>
                <c:pt idx="0">
                  <c:v>3.8998900000000001</c:v>
                </c:pt>
                <c:pt idx="1">
                  <c:v>3.9001999999999999</c:v>
                </c:pt>
                <c:pt idx="2">
                  <c:v>3.9005000000000001</c:v>
                </c:pt>
                <c:pt idx="3">
                  <c:v>3.9008099999999999</c:v>
                </c:pt>
                <c:pt idx="4">
                  <c:v>3.9011100000000001</c:v>
                </c:pt>
                <c:pt idx="5">
                  <c:v>3.9014199999999999</c:v>
                </c:pt>
                <c:pt idx="6">
                  <c:v>3.9017300000000001</c:v>
                </c:pt>
                <c:pt idx="7">
                  <c:v>3.9020299999999999</c:v>
                </c:pt>
                <c:pt idx="8">
                  <c:v>3.9023400000000001</c:v>
                </c:pt>
                <c:pt idx="9">
                  <c:v>3.9026399999999999</c:v>
                </c:pt>
                <c:pt idx="10">
                  <c:v>3.9029500000000001</c:v>
                </c:pt>
                <c:pt idx="11">
                  <c:v>3.9032499999999999</c:v>
                </c:pt>
                <c:pt idx="12">
                  <c:v>3.9035600000000001</c:v>
                </c:pt>
                <c:pt idx="13">
                  <c:v>3.9038599999999999</c:v>
                </c:pt>
                <c:pt idx="14">
                  <c:v>3.9041700000000001</c:v>
                </c:pt>
                <c:pt idx="15">
                  <c:v>3.9044699999999999</c:v>
                </c:pt>
                <c:pt idx="16">
                  <c:v>3.9047800000000001</c:v>
                </c:pt>
                <c:pt idx="17">
                  <c:v>3.9050799999999999</c:v>
                </c:pt>
                <c:pt idx="18">
                  <c:v>3.9053900000000001</c:v>
                </c:pt>
                <c:pt idx="19">
                  <c:v>3.9056999999999999</c:v>
                </c:pt>
                <c:pt idx="20">
                  <c:v>3.9060000000000001</c:v>
                </c:pt>
                <c:pt idx="21">
                  <c:v>3.9063099999999999</c:v>
                </c:pt>
                <c:pt idx="22">
                  <c:v>3.9066100000000001</c:v>
                </c:pt>
                <c:pt idx="23">
                  <c:v>3.9069199999999999</c:v>
                </c:pt>
                <c:pt idx="24">
                  <c:v>3.9072200000000001</c:v>
                </c:pt>
                <c:pt idx="25">
                  <c:v>3.9075299999999999</c:v>
                </c:pt>
                <c:pt idx="26">
                  <c:v>3.9078300000000001</c:v>
                </c:pt>
                <c:pt idx="27">
                  <c:v>3.9081399999999999</c:v>
                </c:pt>
                <c:pt idx="28">
                  <c:v>3.9084400000000001</c:v>
                </c:pt>
                <c:pt idx="29">
                  <c:v>3.9087499999999999</c:v>
                </c:pt>
                <c:pt idx="30">
                  <c:v>3.9090500000000001</c:v>
                </c:pt>
                <c:pt idx="31">
                  <c:v>3.9093599999999999</c:v>
                </c:pt>
                <c:pt idx="32">
                  <c:v>3.9096700000000002</c:v>
                </c:pt>
                <c:pt idx="33">
                  <c:v>3.9099699999999999</c:v>
                </c:pt>
                <c:pt idx="34">
                  <c:v>3.9102800000000002</c:v>
                </c:pt>
                <c:pt idx="35">
                  <c:v>3.9105799999999999</c:v>
                </c:pt>
                <c:pt idx="36">
                  <c:v>3.9108900000000002</c:v>
                </c:pt>
                <c:pt idx="37">
                  <c:v>3.9111899999999999</c:v>
                </c:pt>
                <c:pt idx="38">
                  <c:v>3.9115000000000002</c:v>
                </c:pt>
                <c:pt idx="39">
                  <c:v>3.9117999999999999</c:v>
                </c:pt>
                <c:pt idx="40">
                  <c:v>3.9121100000000002</c:v>
                </c:pt>
                <c:pt idx="41">
                  <c:v>3.9124099999999999</c:v>
                </c:pt>
                <c:pt idx="42">
                  <c:v>3.9127200000000002</c:v>
                </c:pt>
                <c:pt idx="43">
                  <c:v>3.91303</c:v>
                </c:pt>
                <c:pt idx="44">
                  <c:v>3.9133300000000002</c:v>
                </c:pt>
                <c:pt idx="45">
                  <c:v>3.91364</c:v>
                </c:pt>
                <c:pt idx="46">
                  <c:v>3.9139400000000002</c:v>
                </c:pt>
                <c:pt idx="47">
                  <c:v>3.91425</c:v>
                </c:pt>
                <c:pt idx="48">
                  <c:v>3.9145500000000002</c:v>
                </c:pt>
                <c:pt idx="49">
                  <c:v>3.91486</c:v>
                </c:pt>
                <c:pt idx="50">
                  <c:v>3.9151600000000002</c:v>
                </c:pt>
                <c:pt idx="51">
                  <c:v>3.91547</c:v>
                </c:pt>
                <c:pt idx="52">
                  <c:v>3.9157700000000002</c:v>
                </c:pt>
                <c:pt idx="53">
                  <c:v>3.91608</c:v>
                </c:pt>
                <c:pt idx="54">
                  <c:v>3.9163800000000002</c:v>
                </c:pt>
                <c:pt idx="55">
                  <c:v>3.91669</c:v>
                </c:pt>
                <c:pt idx="56">
                  <c:v>3.9169999999999998</c:v>
                </c:pt>
                <c:pt idx="57">
                  <c:v>3.9173</c:v>
                </c:pt>
                <c:pt idx="58">
                  <c:v>3.9176099999999998</c:v>
                </c:pt>
                <c:pt idx="59">
                  <c:v>3.91791</c:v>
                </c:pt>
                <c:pt idx="60">
                  <c:v>3.9182199999999998</c:v>
                </c:pt>
                <c:pt idx="61">
                  <c:v>3.91852</c:v>
                </c:pt>
                <c:pt idx="62">
                  <c:v>3.9188299999999998</c:v>
                </c:pt>
                <c:pt idx="63">
                  <c:v>3.91913</c:v>
                </c:pt>
                <c:pt idx="64">
                  <c:v>3.9194399999999998</c:v>
                </c:pt>
                <c:pt idx="65">
                  <c:v>3.91974</c:v>
                </c:pt>
                <c:pt idx="66">
                  <c:v>3.9200499999999998</c:v>
                </c:pt>
                <c:pt idx="67">
                  <c:v>3.92035</c:v>
                </c:pt>
                <c:pt idx="68">
                  <c:v>3.9206599999999998</c:v>
                </c:pt>
                <c:pt idx="69">
                  <c:v>3.9209700000000001</c:v>
                </c:pt>
                <c:pt idx="70">
                  <c:v>3.9212699999999998</c:v>
                </c:pt>
                <c:pt idx="71">
                  <c:v>3.9215800000000001</c:v>
                </c:pt>
                <c:pt idx="72">
                  <c:v>3.9218799999999998</c:v>
                </c:pt>
                <c:pt idx="73">
                  <c:v>3.9221900000000001</c:v>
                </c:pt>
                <c:pt idx="74">
                  <c:v>3.9224899999999998</c:v>
                </c:pt>
                <c:pt idx="75">
                  <c:v>3.9228000000000001</c:v>
                </c:pt>
                <c:pt idx="76">
                  <c:v>3.9230999999999998</c:v>
                </c:pt>
                <c:pt idx="77">
                  <c:v>3.9234100000000001</c:v>
                </c:pt>
                <c:pt idx="78">
                  <c:v>3.9237099999999998</c:v>
                </c:pt>
                <c:pt idx="79">
                  <c:v>3.9240200000000001</c:v>
                </c:pt>
                <c:pt idx="80">
                  <c:v>3.9243199999999998</c:v>
                </c:pt>
                <c:pt idx="81">
                  <c:v>3.9246300000000001</c:v>
                </c:pt>
                <c:pt idx="82">
                  <c:v>3.9249399999999999</c:v>
                </c:pt>
                <c:pt idx="83">
                  <c:v>3.9252400000000001</c:v>
                </c:pt>
                <c:pt idx="84">
                  <c:v>3.9255499999999999</c:v>
                </c:pt>
                <c:pt idx="85">
                  <c:v>3.9258500000000001</c:v>
                </c:pt>
                <c:pt idx="86">
                  <c:v>3.9261599999999999</c:v>
                </c:pt>
                <c:pt idx="87">
                  <c:v>3.9264600000000001</c:v>
                </c:pt>
                <c:pt idx="88">
                  <c:v>3.9267699999999999</c:v>
                </c:pt>
                <c:pt idx="89">
                  <c:v>3.9270700000000001</c:v>
                </c:pt>
                <c:pt idx="90">
                  <c:v>3.9273799999999999</c:v>
                </c:pt>
                <c:pt idx="91">
                  <c:v>3.9276800000000001</c:v>
                </c:pt>
                <c:pt idx="92">
                  <c:v>3.9279899999999999</c:v>
                </c:pt>
                <c:pt idx="93">
                  <c:v>3.9283000000000001</c:v>
                </c:pt>
                <c:pt idx="94">
                  <c:v>3.9285999999999999</c:v>
                </c:pt>
                <c:pt idx="95">
                  <c:v>3.9289100000000001</c:v>
                </c:pt>
                <c:pt idx="96">
                  <c:v>3.9292099999999999</c:v>
                </c:pt>
                <c:pt idx="97">
                  <c:v>3.9295200000000001</c:v>
                </c:pt>
                <c:pt idx="98">
                  <c:v>3.9298199999999999</c:v>
                </c:pt>
                <c:pt idx="99">
                  <c:v>3.9301300000000001</c:v>
                </c:pt>
                <c:pt idx="100">
                  <c:v>3.9304299999999999</c:v>
                </c:pt>
                <c:pt idx="101">
                  <c:v>3.9307400000000001</c:v>
                </c:pt>
                <c:pt idx="102">
                  <c:v>3.9310399999999999</c:v>
                </c:pt>
                <c:pt idx="103">
                  <c:v>3.9313500000000001</c:v>
                </c:pt>
                <c:pt idx="104">
                  <c:v>3.9316499999999999</c:v>
                </c:pt>
                <c:pt idx="105">
                  <c:v>3.9319600000000001</c:v>
                </c:pt>
                <c:pt idx="106">
                  <c:v>3.9322699999999999</c:v>
                </c:pt>
                <c:pt idx="107">
                  <c:v>3.9325700000000001</c:v>
                </c:pt>
                <c:pt idx="108">
                  <c:v>3.9328799999999999</c:v>
                </c:pt>
                <c:pt idx="109">
                  <c:v>3.9331800000000001</c:v>
                </c:pt>
                <c:pt idx="110">
                  <c:v>3.9334899999999999</c:v>
                </c:pt>
                <c:pt idx="111">
                  <c:v>3.9337900000000001</c:v>
                </c:pt>
                <c:pt idx="112">
                  <c:v>3.9340999999999999</c:v>
                </c:pt>
                <c:pt idx="113">
                  <c:v>3.9344000000000001</c:v>
                </c:pt>
                <c:pt idx="114">
                  <c:v>3.9347099999999999</c:v>
                </c:pt>
                <c:pt idx="115">
                  <c:v>3.9350100000000001</c:v>
                </c:pt>
                <c:pt idx="116">
                  <c:v>3.9353199999999999</c:v>
                </c:pt>
                <c:pt idx="117">
                  <c:v>3.9356200000000001</c:v>
                </c:pt>
                <c:pt idx="118">
                  <c:v>3.9359299999999999</c:v>
                </c:pt>
                <c:pt idx="119">
                  <c:v>3.9362400000000002</c:v>
                </c:pt>
                <c:pt idx="120">
                  <c:v>3.9365399999999999</c:v>
                </c:pt>
                <c:pt idx="121">
                  <c:v>3.9368500000000002</c:v>
                </c:pt>
                <c:pt idx="122">
                  <c:v>3.9371499999999999</c:v>
                </c:pt>
                <c:pt idx="123">
                  <c:v>3.9374600000000002</c:v>
                </c:pt>
                <c:pt idx="124">
                  <c:v>3.9377599999999999</c:v>
                </c:pt>
                <c:pt idx="125">
                  <c:v>3.9380700000000002</c:v>
                </c:pt>
                <c:pt idx="126">
                  <c:v>3.9383699999999999</c:v>
                </c:pt>
                <c:pt idx="127">
                  <c:v>3.9386800000000002</c:v>
                </c:pt>
                <c:pt idx="128">
                  <c:v>3.9389799999999999</c:v>
                </c:pt>
                <c:pt idx="129">
                  <c:v>3.9392900000000002</c:v>
                </c:pt>
                <c:pt idx="130">
                  <c:v>3.9395899999999999</c:v>
                </c:pt>
                <c:pt idx="131">
                  <c:v>3.9399000000000002</c:v>
                </c:pt>
                <c:pt idx="132">
                  <c:v>3.94021</c:v>
                </c:pt>
                <c:pt idx="133">
                  <c:v>3.9405100000000002</c:v>
                </c:pt>
                <c:pt idx="134">
                  <c:v>3.94082</c:v>
                </c:pt>
                <c:pt idx="135">
                  <c:v>3.9411200000000002</c:v>
                </c:pt>
                <c:pt idx="136">
                  <c:v>3.94143</c:v>
                </c:pt>
                <c:pt idx="137">
                  <c:v>3.9417300000000002</c:v>
                </c:pt>
                <c:pt idx="138">
                  <c:v>3.94204</c:v>
                </c:pt>
                <c:pt idx="139">
                  <c:v>3.9423400000000002</c:v>
                </c:pt>
                <c:pt idx="140">
                  <c:v>3.94265</c:v>
                </c:pt>
                <c:pt idx="141">
                  <c:v>3.9429500000000002</c:v>
                </c:pt>
                <c:pt idx="142">
                  <c:v>3.94326</c:v>
                </c:pt>
                <c:pt idx="143">
                  <c:v>3.9435600000000002</c:v>
                </c:pt>
                <c:pt idx="144">
                  <c:v>3.94387</c:v>
                </c:pt>
                <c:pt idx="145">
                  <c:v>3.9441799999999998</c:v>
                </c:pt>
                <c:pt idx="146">
                  <c:v>3.94448</c:v>
                </c:pt>
                <c:pt idx="147">
                  <c:v>3.9447899999999998</c:v>
                </c:pt>
                <c:pt idx="148">
                  <c:v>3.94509</c:v>
                </c:pt>
                <c:pt idx="149">
                  <c:v>3.9453999999999998</c:v>
                </c:pt>
                <c:pt idx="150">
                  <c:v>3.9457</c:v>
                </c:pt>
                <c:pt idx="151">
                  <c:v>3.9460099999999998</c:v>
                </c:pt>
                <c:pt idx="152">
                  <c:v>3.94631</c:v>
                </c:pt>
                <c:pt idx="153">
                  <c:v>3.9466199999999998</c:v>
                </c:pt>
                <c:pt idx="154">
                  <c:v>3.94692</c:v>
                </c:pt>
                <c:pt idx="155">
                  <c:v>3.9472299999999998</c:v>
                </c:pt>
                <c:pt idx="156">
                  <c:v>3.94754</c:v>
                </c:pt>
                <c:pt idx="157">
                  <c:v>3.9478399999999998</c:v>
                </c:pt>
                <c:pt idx="158">
                  <c:v>3.94815</c:v>
                </c:pt>
                <c:pt idx="159">
                  <c:v>3.9484499999999998</c:v>
                </c:pt>
                <c:pt idx="160">
                  <c:v>3.94876</c:v>
                </c:pt>
                <c:pt idx="161">
                  <c:v>3.9490599999999998</c:v>
                </c:pt>
                <c:pt idx="162">
                  <c:v>3.94937</c:v>
                </c:pt>
                <c:pt idx="163">
                  <c:v>3.9496699999999998</c:v>
                </c:pt>
                <c:pt idx="164">
                  <c:v>3.94998</c:v>
                </c:pt>
                <c:pt idx="165">
                  <c:v>3.9502799999999998</c:v>
                </c:pt>
                <c:pt idx="166">
                  <c:v>3.95059</c:v>
                </c:pt>
                <c:pt idx="167">
                  <c:v>3.9508899999999998</c:v>
                </c:pt>
                <c:pt idx="168">
                  <c:v>3.9512</c:v>
                </c:pt>
                <c:pt idx="169">
                  <c:v>3.9515099999999999</c:v>
                </c:pt>
                <c:pt idx="170">
                  <c:v>3.95181</c:v>
                </c:pt>
                <c:pt idx="171">
                  <c:v>3.9521199999999999</c:v>
                </c:pt>
                <c:pt idx="172">
                  <c:v>3.95242</c:v>
                </c:pt>
                <c:pt idx="173">
                  <c:v>3.9527299999999999</c:v>
                </c:pt>
                <c:pt idx="174">
                  <c:v>3.95303</c:v>
                </c:pt>
                <c:pt idx="175">
                  <c:v>3.9533399999999999</c:v>
                </c:pt>
                <c:pt idx="176">
                  <c:v>3.95364</c:v>
                </c:pt>
                <c:pt idx="177">
                  <c:v>3.9539499999999999</c:v>
                </c:pt>
                <c:pt idx="178">
                  <c:v>3.95425</c:v>
                </c:pt>
                <c:pt idx="179">
                  <c:v>3.9545599999999999</c:v>
                </c:pt>
                <c:pt idx="180">
                  <c:v>3.95486</c:v>
                </c:pt>
                <c:pt idx="181">
                  <c:v>3.9551699999999999</c:v>
                </c:pt>
                <c:pt idx="182">
                  <c:v>3.9554800000000001</c:v>
                </c:pt>
                <c:pt idx="183">
                  <c:v>3.9557799999999999</c:v>
                </c:pt>
                <c:pt idx="184">
                  <c:v>3.9560900000000001</c:v>
                </c:pt>
                <c:pt idx="185">
                  <c:v>3.9563899999999999</c:v>
                </c:pt>
                <c:pt idx="186">
                  <c:v>3.9567000000000001</c:v>
                </c:pt>
                <c:pt idx="187">
                  <c:v>3.9569999999999999</c:v>
                </c:pt>
                <c:pt idx="188">
                  <c:v>3.9573100000000001</c:v>
                </c:pt>
                <c:pt idx="189">
                  <c:v>3.9576099999999999</c:v>
                </c:pt>
                <c:pt idx="190">
                  <c:v>3.9579200000000001</c:v>
                </c:pt>
                <c:pt idx="191">
                  <c:v>3.9582199999999998</c:v>
                </c:pt>
                <c:pt idx="192">
                  <c:v>3.9585300000000001</c:v>
                </c:pt>
                <c:pt idx="193">
                  <c:v>3.9588299999999998</c:v>
                </c:pt>
                <c:pt idx="194">
                  <c:v>3.9591400000000001</c:v>
                </c:pt>
                <c:pt idx="195">
                  <c:v>3.9594499999999999</c:v>
                </c:pt>
                <c:pt idx="196">
                  <c:v>3.9597500000000001</c:v>
                </c:pt>
                <c:pt idx="197">
                  <c:v>3.9600599999999999</c:v>
                </c:pt>
                <c:pt idx="198">
                  <c:v>3.9603600000000001</c:v>
                </c:pt>
                <c:pt idx="199">
                  <c:v>3.9606699999999999</c:v>
                </c:pt>
                <c:pt idx="200">
                  <c:v>3.9609700000000001</c:v>
                </c:pt>
                <c:pt idx="201">
                  <c:v>3.9612799999999999</c:v>
                </c:pt>
                <c:pt idx="202">
                  <c:v>3.9615800000000001</c:v>
                </c:pt>
                <c:pt idx="203">
                  <c:v>3.9618899999999999</c:v>
                </c:pt>
                <c:pt idx="204">
                  <c:v>3.9621900000000001</c:v>
                </c:pt>
                <c:pt idx="205">
                  <c:v>3.9624999999999999</c:v>
                </c:pt>
                <c:pt idx="206">
                  <c:v>3.9628000000000001</c:v>
                </c:pt>
                <c:pt idx="207">
                  <c:v>3.9631099999999999</c:v>
                </c:pt>
                <c:pt idx="208">
                  <c:v>3.9634200000000002</c:v>
                </c:pt>
                <c:pt idx="209">
                  <c:v>3.9637199999999999</c:v>
                </c:pt>
                <c:pt idx="210">
                  <c:v>3.9640300000000002</c:v>
                </c:pt>
                <c:pt idx="211">
                  <c:v>3.9643299999999999</c:v>
                </c:pt>
                <c:pt idx="212">
                  <c:v>3.9646400000000002</c:v>
                </c:pt>
                <c:pt idx="213">
                  <c:v>3.9649399999999999</c:v>
                </c:pt>
                <c:pt idx="214">
                  <c:v>3.9652500000000002</c:v>
                </c:pt>
                <c:pt idx="215">
                  <c:v>3.9655499999999999</c:v>
                </c:pt>
                <c:pt idx="216">
                  <c:v>3.9658600000000002</c:v>
                </c:pt>
                <c:pt idx="217">
                  <c:v>3.9661599999999999</c:v>
                </c:pt>
                <c:pt idx="218">
                  <c:v>3.9664700000000002</c:v>
                </c:pt>
                <c:pt idx="219">
                  <c:v>3.96678</c:v>
                </c:pt>
                <c:pt idx="220">
                  <c:v>3.9670800000000002</c:v>
                </c:pt>
                <c:pt idx="221">
                  <c:v>3.96739</c:v>
                </c:pt>
                <c:pt idx="222">
                  <c:v>3.9676900000000002</c:v>
                </c:pt>
                <c:pt idx="223">
                  <c:v>3.968</c:v>
                </c:pt>
                <c:pt idx="224">
                  <c:v>3.9683000000000002</c:v>
                </c:pt>
                <c:pt idx="225">
                  <c:v>3.96861</c:v>
                </c:pt>
                <c:pt idx="226">
                  <c:v>3.9689100000000002</c:v>
                </c:pt>
                <c:pt idx="227">
                  <c:v>3.96922</c:v>
                </c:pt>
                <c:pt idx="228">
                  <c:v>3.9695200000000002</c:v>
                </c:pt>
                <c:pt idx="229">
                  <c:v>3.96983</c:v>
                </c:pt>
                <c:pt idx="230">
                  <c:v>3.9701300000000002</c:v>
                </c:pt>
                <c:pt idx="231">
                  <c:v>3.97044</c:v>
                </c:pt>
                <c:pt idx="232">
                  <c:v>3.9707499999999998</c:v>
                </c:pt>
                <c:pt idx="233">
                  <c:v>3.97105</c:v>
                </c:pt>
                <c:pt idx="234">
                  <c:v>3.9713599999999998</c:v>
                </c:pt>
                <c:pt idx="235">
                  <c:v>3.97166</c:v>
                </c:pt>
                <c:pt idx="236">
                  <c:v>3.9719699999999998</c:v>
                </c:pt>
                <c:pt idx="237">
                  <c:v>3.97227</c:v>
                </c:pt>
                <c:pt idx="238">
                  <c:v>3.9725799999999998</c:v>
                </c:pt>
                <c:pt idx="239">
                  <c:v>3.97288</c:v>
                </c:pt>
                <c:pt idx="240">
                  <c:v>3.9731900000000002</c:v>
                </c:pt>
                <c:pt idx="241">
                  <c:v>3.97349</c:v>
                </c:pt>
                <c:pt idx="242">
                  <c:v>3.9738000000000002</c:v>
                </c:pt>
                <c:pt idx="243">
                  <c:v>3.9741</c:v>
                </c:pt>
                <c:pt idx="244">
                  <c:v>3.9744100000000002</c:v>
                </c:pt>
                <c:pt idx="245">
                  <c:v>3.97472</c:v>
                </c:pt>
                <c:pt idx="246">
                  <c:v>3.9750200000000002</c:v>
                </c:pt>
                <c:pt idx="247">
                  <c:v>3.97533</c:v>
                </c:pt>
                <c:pt idx="248">
                  <c:v>3.9756300000000002</c:v>
                </c:pt>
                <c:pt idx="249">
                  <c:v>3.97594</c:v>
                </c:pt>
                <c:pt idx="250">
                  <c:v>3.9762400000000002</c:v>
                </c:pt>
                <c:pt idx="251">
                  <c:v>3.97655</c:v>
                </c:pt>
                <c:pt idx="252">
                  <c:v>3.9768500000000002</c:v>
                </c:pt>
                <c:pt idx="253">
                  <c:v>3.97716</c:v>
                </c:pt>
                <c:pt idx="254">
                  <c:v>3.9774600000000002</c:v>
                </c:pt>
                <c:pt idx="255">
                  <c:v>3.97777</c:v>
                </c:pt>
                <c:pt idx="256">
                  <c:v>3.9780700000000002</c:v>
                </c:pt>
                <c:pt idx="257">
                  <c:v>3.97838</c:v>
                </c:pt>
                <c:pt idx="258">
                  <c:v>3.9786899999999998</c:v>
                </c:pt>
                <c:pt idx="259">
                  <c:v>3.97899</c:v>
                </c:pt>
                <c:pt idx="260">
                  <c:v>3.9792999999999998</c:v>
                </c:pt>
                <c:pt idx="261">
                  <c:v>3.9796</c:v>
                </c:pt>
                <c:pt idx="262">
                  <c:v>3.9799099999999998</c:v>
                </c:pt>
                <c:pt idx="263">
                  <c:v>3.98021</c:v>
                </c:pt>
                <c:pt idx="264">
                  <c:v>3.9805199999999998</c:v>
                </c:pt>
                <c:pt idx="265">
                  <c:v>3.98082</c:v>
                </c:pt>
                <c:pt idx="266">
                  <c:v>3.9811299999999998</c:v>
                </c:pt>
                <c:pt idx="267">
                  <c:v>3.98143</c:v>
                </c:pt>
                <c:pt idx="268">
                  <c:v>3.9817399999999998</c:v>
                </c:pt>
                <c:pt idx="269">
                  <c:v>3.98204</c:v>
                </c:pt>
                <c:pt idx="270">
                  <c:v>3.9823499999999998</c:v>
                </c:pt>
                <c:pt idx="271">
                  <c:v>3.9826600000000001</c:v>
                </c:pt>
                <c:pt idx="272">
                  <c:v>3.9829599999999998</c:v>
                </c:pt>
                <c:pt idx="273">
                  <c:v>3.9832700000000001</c:v>
                </c:pt>
                <c:pt idx="274">
                  <c:v>3.9835699999999998</c:v>
                </c:pt>
                <c:pt idx="275">
                  <c:v>3.9838800000000001</c:v>
                </c:pt>
                <c:pt idx="276">
                  <c:v>3.9841799999999998</c:v>
                </c:pt>
                <c:pt idx="277">
                  <c:v>3.9844900000000001</c:v>
                </c:pt>
                <c:pt idx="278">
                  <c:v>3.9847899999999998</c:v>
                </c:pt>
                <c:pt idx="279">
                  <c:v>3.9851000000000001</c:v>
                </c:pt>
                <c:pt idx="280">
                  <c:v>3.9853999999999998</c:v>
                </c:pt>
                <c:pt idx="281">
                  <c:v>3.9857100000000001</c:v>
                </c:pt>
                <c:pt idx="282">
                  <c:v>3.9860199999999999</c:v>
                </c:pt>
                <c:pt idx="283">
                  <c:v>3.9863200000000001</c:v>
                </c:pt>
                <c:pt idx="284">
                  <c:v>3.9866299999999999</c:v>
                </c:pt>
                <c:pt idx="285">
                  <c:v>3.9869300000000001</c:v>
                </c:pt>
                <c:pt idx="286">
                  <c:v>3.9872399999999999</c:v>
                </c:pt>
                <c:pt idx="287">
                  <c:v>3.9875400000000001</c:v>
                </c:pt>
                <c:pt idx="288">
                  <c:v>3.9878499999999999</c:v>
                </c:pt>
                <c:pt idx="289">
                  <c:v>3.9881500000000001</c:v>
                </c:pt>
                <c:pt idx="290">
                  <c:v>3.9884599999999999</c:v>
                </c:pt>
                <c:pt idx="291">
                  <c:v>3.9887600000000001</c:v>
                </c:pt>
                <c:pt idx="292">
                  <c:v>3.9890699999999999</c:v>
                </c:pt>
                <c:pt idx="293">
                  <c:v>3.9893700000000001</c:v>
                </c:pt>
                <c:pt idx="294">
                  <c:v>3.9896799999999999</c:v>
                </c:pt>
                <c:pt idx="295">
                  <c:v>3.9899900000000001</c:v>
                </c:pt>
                <c:pt idx="296">
                  <c:v>3.9902899999999999</c:v>
                </c:pt>
                <c:pt idx="297">
                  <c:v>3.9906000000000001</c:v>
                </c:pt>
                <c:pt idx="298">
                  <c:v>3.9908999999999999</c:v>
                </c:pt>
                <c:pt idx="299">
                  <c:v>3.9912100000000001</c:v>
                </c:pt>
                <c:pt idx="300">
                  <c:v>3.9915099999999999</c:v>
                </c:pt>
                <c:pt idx="301">
                  <c:v>3.9918200000000001</c:v>
                </c:pt>
                <c:pt idx="302">
                  <c:v>3.9921199999999999</c:v>
                </c:pt>
                <c:pt idx="303">
                  <c:v>3.9924300000000001</c:v>
                </c:pt>
                <c:pt idx="304">
                  <c:v>3.9927299999999999</c:v>
                </c:pt>
                <c:pt idx="305">
                  <c:v>3.9930400000000001</c:v>
                </c:pt>
                <c:pt idx="306">
                  <c:v>3.9933399999999999</c:v>
                </c:pt>
                <c:pt idx="307">
                  <c:v>3.9936500000000001</c:v>
                </c:pt>
                <c:pt idx="308">
                  <c:v>3.99396</c:v>
                </c:pt>
                <c:pt idx="309">
                  <c:v>3.9942600000000001</c:v>
                </c:pt>
                <c:pt idx="310">
                  <c:v>3.99457</c:v>
                </c:pt>
                <c:pt idx="311">
                  <c:v>3.9948700000000001</c:v>
                </c:pt>
                <c:pt idx="312">
                  <c:v>3.99518</c:v>
                </c:pt>
                <c:pt idx="313">
                  <c:v>3.9954800000000001</c:v>
                </c:pt>
                <c:pt idx="314">
                  <c:v>3.99579</c:v>
                </c:pt>
                <c:pt idx="315">
                  <c:v>3.9960900000000001</c:v>
                </c:pt>
                <c:pt idx="316">
                  <c:v>3.9964</c:v>
                </c:pt>
                <c:pt idx="317">
                  <c:v>3.9967000000000001</c:v>
                </c:pt>
                <c:pt idx="318">
                  <c:v>3.99701</c:v>
                </c:pt>
                <c:pt idx="319">
                  <c:v>3.9973100000000001</c:v>
                </c:pt>
                <c:pt idx="320">
                  <c:v>3.99762</c:v>
                </c:pt>
                <c:pt idx="321">
                  <c:v>3.9979300000000002</c:v>
                </c:pt>
                <c:pt idx="322">
                  <c:v>3.99823</c:v>
                </c:pt>
                <c:pt idx="323">
                  <c:v>3.9985400000000002</c:v>
                </c:pt>
                <c:pt idx="324">
                  <c:v>3.99884</c:v>
                </c:pt>
                <c:pt idx="325">
                  <c:v>3.9991500000000002</c:v>
                </c:pt>
                <c:pt idx="326">
                  <c:v>3.9994499999999999</c:v>
                </c:pt>
                <c:pt idx="327">
                  <c:v>3.9997600000000002</c:v>
                </c:pt>
                <c:pt idx="328">
                  <c:v>4.0000600000000004</c:v>
                </c:pt>
                <c:pt idx="329">
                  <c:v>4.0003700000000002</c:v>
                </c:pt>
                <c:pt idx="330">
                  <c:v>4.0006700000000004</c:v>
                </c:pt>
                <c:pt idx="331">
                  <c:v>4.0009800000000002</c:v>
                </c:pt>
                <c:pt idx="332">
                  <c:v>4.00129</c:v>
                </c:pt>
                <c:pt idx="333">
                  <c:v>4.0015900000000002</c:v>
                </c:pt>
                <c:pt idx="334">
                  <c:v>4.0019</c:v>
                </c:pt>
                <c:pt idx="335">
                  <c:v>4.0022000000000002</c:v>
                </c:pt>
                <c:pt idx="336">
                  <c:v>4.00251</c:v>
                </c:pt>
                <c:pt idx="337">
                  <c:v>4.0028100000000002</c:v>
                </c:pt>
                <c:pt idx="338">
                  <c:v>4.00312</c:v>
                </c:pt>
                <c:pt idx="339">
                  <c:v>4.0034200000000002</c:v>
                </c:pt>
                <c:pt idx="340">
                  <c:v>4.00373</c:v>
                </c:pt>
                <c:pt idx="341">
                  <c:v>4.0040300000000002</c:v>
                </c:pt>
                <c:pt idx="342">
                  <c:v>4.00434</c:v>
                </c:pt>
                <c:pt idx="343">
                  <c:v>4.0046400000000002</c:v>
                </c:pt>
                <c:pt idx="344">
                  <c:v>4.00495</c:v>
                </c:pt>
                <c:pt idx="345">
                  <c:v>4.0052599999999998</c:v>
                </c:pt>
                <c:pt idx="346">
                  <c:v>4.00556</c:v>
                </c:pt>
                <c:pt idx="347">
                  <c:v>4.0058699999999998</c:v>
                </c:pt>
                <c:pt idx="348">
                  <c:v>4.00617</c:v>
                </c:pt>
                <c:pt idx="349">
                  <c:v>4.0064799999999998</c:v>
                </c:pt>
                <c:pt idx="350">
                  <c:v>4.00678</c:v>
                </c:pt>
                <c:pt idx="351">
                  <c:v>4.0070899999999998</c:v>
                </c:pt>
                <c:pt idx="352">
                  <c:v>4.00739</c:v>
                </c:pt>
                <c:pt idx="353">
                  <c:v>4.0076999999999998</c:v>
                </c:pt>
                <c:pt idx="354">
                  <c:v>4.008</c:v>
                </c:pt>
                <c:pt idx="355">
                  <c:v>4.0083099999999998</c:v>
                </c:pt>
                <c:pt idx="356">
                  <c:v>4.00861</c:v>
                </c:pt>
                <c:pt idx="357">
                  <c:v>4.0089199999999998</c:v>
                </c:pt>
                <c:pt idx="358">
                  <c:v>4.0092299999999996</c:v>
                </c:pt>
                <c:pt idx="359">
                  <c:v>4.0095299999999998</c:v>
                </c:pt>
                <c:pt idx="360">
                  <c:v>4.0098399999999996</c:v>
                </c:pt>
                <c:pt idx="361">
                  <c:v>4.0101399999999998</c:v>
                </c:pt>
                <c:pt idx="362">
                  <c:v>4.0104499999999996</c:v>
                </c:pt>
                <c:pt idx="363">
                  <c:v>4.0107499999999998</c:v>
                </c:pt>
                <c:pt idx="364">
                  <c:v>4.0110599999999996</c:v>
                </c:pt>
                <c:pt idx="365">
                  <c:v>4.0113599999999998</c:v>
                </c:pt>
                <c:pt idx="366">
                  <c:v>4.0116699999999996</c:v>
                </c:pt>
                <c:pt idx="367">
                  <c:v>4.0119699999999998</c:v>
                </c:pt>
                <c:pt idx="368">
                  <c:v>4.0122799999999996</c:v>
                </c:pt>
                <c:pt idx="369">
                  <c:v>4.0125799999999998</c:v>
                </c:pt>
                <c:pt idx="370">
                  <c:v>4.0128899999999996</c:v>
                </c:pt>
                <c:pt idx="371">
                  <c:v>4.0132000000000003</c:v>
                </c:pt>
                <c:pt idx="372">
                  <c:v>4.0134999999999996</c:v>
                </c:pt>
                <c:pt idx="373">
                  <c:v>4.0138100000000003</c:v>
                </c:pt>
                <c:pt idx="374">
                  <c:v>4.0141099999999996</c:v>
                </c:pt>
                <c:pt idx="375">
                  <c:v>4.0144200000000003</c:v>
                </c:pt>
                <c:pt idx="376">
                  <c:v>4.0147199999999996</c:v>
                </c:pt>
                <c:pt idx="377">
                  <c:v>4.0150300000000003</c:v>
                </c:pt>
                <c:pt idx="378">
                  <c:v>4.0153299999999996</c:v>
                </c:pt>
                <c:pt idx="379">
                  <c:v>4.0156400000000003</c:v>
                </c:pt>
                <c:pt idx="380">
                  <c:v>4.0159399999999996</c:v>
                </c:pt>
                <c:pt idx="381">
                  <c:v>4.0162500000000003</c:v>
                </c:pt>
                <c:pt idx="382">
                  <c:v>4.0165499999999996</c:v>
                </c:pt>
                <c:pt idx="383">
                  <c:v>4.0168600000000003</c:v>
                </c:pt>
                <c:pt idx="384">
                  <c:v>4.0171700000000001</c:v>
                </c:pt>
                <c:pt idx="385">
                  <c:v>4.0174700000000003</c:v>
                </c:pt>
                <c:pt idx="386">
                  <c:v>4.0177800000000001</c:v>
                </c:pt>
                <c:pt idx="387">
                  <c:v>4.0180800000000003</c:v>
                </c:pt>
                <c:pt idx="388">
                  <c:v>4.0183900000000001</c:v>
                </c:pt>
                <c:pt idx="389">
                  <c:v>4.0186900000000003</c:v>
                </c:pt>
                <c:pt idx="390">
                  <c:v>4.0190000000000001</c:v>
                </c:pt>
                <c:pt idx="391">
                  <c:v>4.0193000000000003</c:v>
                </c:pt>
                <c:pt idx="392">
                  <c:v>4.0196100000000001</c:v>
                </c:pt>
                <c:pt idx="393">
                  <c:v>4.0199100000000003</c:v>
                </c:pt>
                <c:pt idx="394">
                  <c:v>4.0202200000000001</c:v>
                </c:pt>
                <c:pt idx="395">
                  <c:v>4.0205299999999999</c:v>
                </c:pt>
                <c:pt idx="396">
                  <c:v>4.0208300000000001</c:v>
                </c:pt>
                <c:pt idx="397">
                  <c:v>4.0211399999999999</c:v>
                </c:pt>
                <c:pt idx="398">
                  <c:v>4.0214400000000001</c:v>
                </c:pt>
                <c:pt idx="399">
                  <c:v>4.0217499999999999</c:v>
                </c:pt>
                <c:pt idx="400">
                  <c:v>4.0220500000000001</c:v>
                </c:pt>
                <c:pt idx="401">
                  <c:v>4.0223599999999999</c:v>
                </c:pt>
                <c:pt idx="402">
                  <c:v>4.0226600000000001</c:v>
                </c:pt>
                <c:pt idx="403">
                  <c:v>4.0229699999999999</c:v>
                </c:pt>
                <c:pt idx="404">
                  <c:v>4.0232700000000001</c:v>
                </c:pt>
                <c:pt idx="405">
                  <c:v>4.0235799999999999</c:v>
                </c:pt>
                <c:pt idx="406">
                  <c:v>4.0238800000000001</c:v>
                </c:pt>
                <c:pt idx="407">
                  <c:v>4.0241899999999999</c:v>
                </c:pt>
                <c:pt idx="408">
                  <c:v>4.0244999999999997</c:v>
                </c:pt>
                <c:pt idx="409">
                  <c:v>4.0247999999999999</c:v>
                </c:pt>
                <c:pt idx="410">
                  <c:v>4.0251099999999997</c:v>
                </c:pt>
                <c:pt idx="411">
                  <c:v>4.0254099999999999</c:v>
                </c:pt>
                <c:pt idx="412">
                  <c:v>4.0257199999999997</c:v>
                </c:pt>
                <c:pt idx="413">
                  <c:v>4.0260199999999999</c:v>
                </c:pt>
                <c:pt idx="414">
                  <c:v>4.0263299999999997</c:v>
                </c:pt>
                <c:pt idx="415">
                  <c:v>4.0266299999999999</c:v>
                </c:pt>
                <c:pt idx="416">
                  <c:v>4.0269399999999997</c:v>
                </c:pt>
                <c:pt idx="417">
                  <c:v>4.0272399999999999</c:v>
                </c:pt>
                <c:pt idx="418">
                  <c:v>4.0275499999999997</c:v>
                </c:pt>
                <c:pt idx="419">
                  <c:v>4.0278499999999999</c:v>
                </c:pt>
                <c:pt idx="420">
                  <c:v>4.0281599999999997</c:v>
                </c:pt>
                <c:pt idx="421">
                  <c:v>4.0284700000000004</c:v>
                </c:pt>
                <c:pt idx="422">
                  <c:v>4.0287699999999997</c:v>
                </c:pt>
                <c:pt idx="423">
                  <c:v>4.0290800000000004</c:v>
                </c:pt>
                <c:pt idx="424">
                  <c:v>4.0293799999999997</c:v>
                </c:pt>
                <c:pt idx="425">
                  <c:v>4.0296900000000004</c:v>
                </c:pt>
                <c:pt idx="426">
                  <c:v>4.0299899999999997</c:v>
                </c:pt>
                <c:pt idx="427">
                  <c:v>4.0303000000000004</c:v>
                </c:pt>
                <c:pt idx="428">
                  <c:v>4.0305999999999997</c:v>
                </c:pt>
                <c:pt idx="429">
                  <c:v>4.0309100000000004</c:v>
                </c:pt>
                <c:pt idx="430">
                  <c:v>4.0312099999999997</c:v>
                </c:pt>
                <c:pt idx="431">
                  <c:v>4.0315200000000004</c:v>
                </c:pt>
                <c:pt idx="432">
                  <c:v>4.0318199999999997</c:v>
                </c:pt>
                <c:pt idx="433">
                  <c:v>4.0321300000000004</c:v>
                </c:pt>
                <c:pt idx="434">
                  <c:v>4.0324400000000002</c:v>
                </c:pt>
                <c:pt idx="435">
                  <c:v>4.0327400000000004</c:v>
                </c:pt>
                <c:pt idx="436">
                  <c:v>4.0330500000000002</c:v>
                </c:pt>
                <c:pt idx="437">
                  <c:v>4.0333500000000004</c:v>
                </c:pt>
                <c:pt idx="438">
                  <c:v>4.0336600000000002</c:v>
                </c:pt>
                <c:pt idx="439">
                  <c:v>4.0339600000000004</c:v>
                </c:pt>
                <c:pt idx="440">
                  <c:v>4.0342700000000002</c:v>
                </c:pt>
                <c:pt idx="441">
                  <c:v>4.0345700000000004</c:v>
                </c:pt>
                <c:pt idx="442">
                  <c:v>4.0348800000000002</c:v>
                </c:pt>
                <c:pt idx="443">
                  <c:v>4.0351800000000004</c:v>
                </c:pt>
                <c:pt idx="444">
                  <c:v>4.0354900000000002</c:v>
                </c:pt>
                <c:pt idx="445">
                  <c:v>4.0357900000000004</c:v>
                </c:pt>
                <c:pt idx="446">
                  <c:v>4.0361000000000002</c:v>
                </c:pt>
                <c:pt idx="447">
                  <c:v>4.0364100000000001</c:v>
                </c:pt>
                <c:pt idx="448">
                  <c:v>4.0367100000000002</c:v>
                </c:pt>
                <c:pt idx="449">
                  <c:v>4.0370200000000001</c:v>
                </c:pt>
                <c:pt idx="450">
                  <c:v>4.0373200000000002</c:v>
                </c:pt>
                <c:pt idx="451">
                  <c:v>4.0376300000000001</c:v>
                </c:pt>
                <c:pt idx="452">
                  <c:v>4.0379300000000002</c:v>
                </c:pt>
                <c:pt idx="453">
                  <c:v>4.0382400000000001</c:v>
                </c:pt>
                <c:pt idx="454">
                  <c:v>4.0385400000000002</c:v>
                </c:pt>
                <c:pt idx="455">
                  <c:v>4.0388500000000001</c:v>
                </c:pt>
                <c:pt idx="456">
                  <c:v>4.0391500000000002</c:v>
                </c:pt>
                <c:pt idx="457">
                  <c:v>4.0394600000000001</c:v>
                </c:pt>
                <c:pt idx="458">
                  <c:v>4.0397699999999999</c:v>
                </c:pt>
                <c:pt idx="459">
                  <c:v>4.0400700000000001</c:v>
                </c:pt>
                <c:pt idx="460">
                  <c:v>4.0403799999999999</c:v>
                </c:pt>
                <c:pt idx="461">
                  <c:v>4.04068</c:v>
                </c:pt>
                <c:pt idx="462">
                  <c:v>4.0409899999999999</c:v>
                </c:pt>
                <c:pt idx="463">
                  <c:v>4.04129</c:v>
                </c:pt>
                <c:pt idx="464">
                  <c:v>4.0415999999999999</c:v>
                </c:pt>
                <c:pt idx="465">
                  <c:v>4.0419</c:v>
                </c:pt>
                <c:pt idx="466">
                  <c:v>4.0422099999999999</c:v>
                </c:pt>
                <c:pt idx="467">
                  <c:v>4.04251</c:v>
                </c:pt>
                <c:pt idx="468">
                  <c:v>4.0428199999999999</c:v>
                </c:pt>
                <c:pt idx="469">
                  <c:v>4.04312</c:v>
                </c:pt>
                <c:pt idx="470">
                  <c:v>4.0434299999999999</c:v>
                </c:pt>
                <c:pt idx="471">
                  <c:v>4.0437399999999997</c:v>
                </c:pt>
                <c:pt idx="472">
                  <c:v>4.0440399999999999</c:v>
                </c:pt>
                <c:pt idx="473">
                  <c:v>4.0443499999999997</c:v>
                </c:pt>
                <c:pt idx="474">
                  <c:v>4.0446499999999999</c:v>
                </c:pt>
                <c:pt idx="475">
                  <c:v>4.0449599999999997</c:v>
                </c:pt>
                <c:pt idx="476">
                  <c:v>4.0452599999999999</c:v>
                </c:pt>
                <c:pt idx="477">
                  <c:v>4.0455699999999997</c:v>
                </c:pt>
                <c:pt idx="478">
                  <c:v>4.0458699999999999</c:v>
                </c:pt>
                <c:pt idx="479">
                  <c:v>4.0461799999999997</c:v>
                </c:pt>
                <c:pt idx="480">
                  <c:v>4.0464799999999999</c:v>
                </c:pt>
                <c:pt idx="481">
                  <c:v>4.0467899999999997</c:v>
                </c:pt>
                <c:pt idx="482">
                  <c:v>4.0470899999999999</c:v>
                </c:pt>
                <c:pt idx="483">
                  <c:v>4.0473999999999997</c:v>
                </c:pt>
                <c:pt idx="484">
                  <c:v>4.0477100000000004</c:v>
                </c:pt>
                <c:pt idx="485">
                  <c:v>4.0480099999999997</c:v>
                </c:pt>
                <c:pt idx="486">
                  <c:v>4.0483200000000004</c:v>
                </c:pt>
                <c:pt idx="487">
                  <c:v>4.0486199999999997</c:v>
                </c:pt>
                <c:pt idx="488">
                  <c:v>4.0489300000000004</c:v>
                </c:pt>
                <c:pt idx="489">
                  <c:v>4.0492299999999997</c:v>
                </c:pt>
                <c:pt idx="490">
                  <c:v>4.0495400000000004</c:v>
                </c:pt>
                <c:pt idx="491">
                  <c:v>4.0498399999999997</c:v>
                </c:pt>
                <c:pt idx="492">
                  <c:v>4.0501500000000004</c:v>
                </c:pt>
                <c:pt idx="493">
                  <c:v>4.0504499999999997</c:v>
                </c:pt>
                <c:pt idx="494">
                  <c:v>4.0507600000000004</c:v>
                </c:pt>
                <c:pt idx="495">
                  <c:v>4.0510599999999997</c:v>
                </c:pt>
                <c:pt idx="496">
                  <c:v>4.0513700000000004</c:v>
                </c:pt>
                <c:pt idx="497">
                  <c:v>4.0516800000000002</c:v>
                </c:pt>
                <c:pt idx="498">
                  <c:v>4.0519800000000004</c:v>
                </c:pt>
                <c:pt idx="499">
                  <c:v>4.0522900000000002</c:v>
                </c:pt>
                <c:pt idx="500">
                  <c:v>4.0525900000000004</c:v>
                </c:pt>
                <c:pt idx="501">
                  <c:v>4.0529000000000002</c:v>
                </c:pt>
                <c:pt idx="502">
                  <c:v>4.0532000000000004</c:v>
                </c:pt>
                <c:pt idx="503">
                  <c:v>4.0535100000000002</c:v>
                </c:pt>
                <c:pt idx="504">
                  <c:v>4.0538100000000004</c:v>
                </c:pt>
                <c:pt idx="505">
                  <c:v>4.0541200000000002</c:v>
                </c:pt>
                <c:pt idx="506">
                  <c:v>4.0544200000000004</c:v>
                </c:pt>
                <c:pt idx="507">
                  <c:v>4.0547300000000002</c:v>
                </c:pt>
                <c:pt idx="508">
                  <c:v>4.05504</c:v>
                </c:pt>
                <c:pt idx="509">
                  <c:v>4.0553400000000002</c:v>
                </c:pt>
                <c:pt idx="510">
                  <c:v>4.05565</c:v>
                </c:pt>
                <c:pt idx="511">
                  <c:v>4.0559500000000002</c:v>
                </c:pt>
                <c:pt idx="512">
                  <c:v>4.05626</c:v>
                </c:pt>
                <c:pt idx="513">
                  <c:v>4.0565600000000002</c:v>
                </c:pt>
                <c:pt idx="514">
                  <c:v>4.05687</c:v>
                </c:pt>
                <c:pt idx="515">
                  <c:v>4.0571700000000002</c:v>
                </c:pt>
                <c:pt idx="516">
                  <c:v>4.05748</c:v>
                </c:pt>
                <c:pt idx="517">
                  <c:v>4.0577800000000002</c:v>
                </c:pt>
                <c:pt idx="518">
                  <c:v>4.05809</c:v>
                </c:pt>
                <c:pt idx="519">
                  <c:v>4.0583900000000002</c:v>
                </c:pt>
                <c:pt idx="520">
                  <c:v>4.0587</c:v>
                </c:pt>
                <c:pt idx="521">
                  <c:v>4.0590099999999998</c:v>
                </c:pt>
                <c:pt idx="522">
                  <c:v>4.05931</c:v>
                </c:pt>
                <c:pt idx="523">
                  <c:v>4.0596199999999998</c:v>
                </c:pt>
                <c:pt idx="524">
                  <c:v>4.05992</c:v>
                </c:pt>
                <c:pt idx="525">
                  <c:v>4.0602299999999998</c:v>
                </c:pt>
                <c:pt idx="526">
                  <c:v>4.06053</c:v>
                </c:pt>
                <c:pt idx="527">
                  <c:v>4.0608399999999998</c:v>
                </c:pt>
                <c:pt idx="528">
                  <c:v>4.06114</c:v>
                </c:pt>
                <c:pt idx="529">
                  <c:v>4.0614499999999998</c:v>
                </c:pt>
                <c:pt idx="530">
                  <c:v>4.06175</c:v>
                </c:pt>
                <c:pt idx="531">
                  <c:v>4.0620599999999998</c:v>
                </c:pt>
                <c:pt idx="532">
                  <c:v>4.06236</c:v>
                </c:pt>
                <c:pt idx="533">
                  <c:v>4.0626699999999998</c:v>
                </c:pt>
                <c:pt idx="534">
                  <c:v>4.0629799999999996</c:v>
                </c:pt>
                <c:pt idx="535">
                  <c:v>4.0632799999999998</c:v>
                </c:pt>
                <c:pt idx="536">
                  <c:v>4.0635899999999996</c:v>
                </c:pt>
                <c:pt idx="537">
                  <c:v>4.0638899999999998</c:v>
                </c:pt>
                <c:pt idx="538">
                  <c:v>4.0641999999999996</c:v>
                </c:pt>
                <c:pt idx="539">
                  <c:v>4.0644999999999998</c:v>
                </c:pt>
                <c:pt idx="540">
                  <c:v>4.0648099999999996</c:v>
                </c:pt>
                <c:pt idx="541">
                  <c:v>4.0651099999999998</c:v>
                </c:pt>
                <c:pt idx="542">
                  <c:v>4.0654199999999996</c:v>
                </c:pt>
                <c:pt idx="543">
                  <c:v>4.0657199999999998</c:v>
                </c:pt>
                <c:pt idx="544">
                  <c:v>4.0660299999999996</c:v>
                </c:pt>
                <c:pt idx="545">
                  <c:v>4.0663299999999998</c:v>
                </c:pt>
                <c:pt idx="546">
                  <c:v>4.0666399999999996</c:v>
                </c:pt>
                <c:pt idx="547">
                  <c:v>4.0669500000000003</c:v>
                </c:pt>
                <c:pt idx="548">
                  <c:v>4.0672499999999996</c:v>
                </c:pt>
                <c:pt idx="549">
                  <c:v>4.0675600000000003</c:v>
                </c:pt>
                <c:pt idx="550">
                  <c:v>4.0678599999999996</c:v>
                </c:pt>
                <c:pt idx="551">
                  <c:v>4.0681700000000003</c:v>
                </c:pt>
                <c:pt idx="552">
                  <c:v>4.0684699999999996</c:v>
                </c:pt>
                <c:pt idx="553">
                  <c:v>4.0687800000000003</c:v>
                </c:pt>
                <c:pt idx="554">
                  <c:v>4.0690799999999996</c:v>
                </c:pt>
                <c:pt idx="555">
                  <c:v>4.0693900000000003</c:v>
                </c:pt>
                <c:pt idx="556">
                  <c:v>4.0696899999999996</c:v>
                </c:pt>
                <c:pt idx="557">
                  <c:v>4.07</c:v>
                </c:pt>
                <c:pt idx="558">
                  <c:v>4.0702999999999996</c:v>
                </c:pt>
                <c:pt idx="559">
                  <c:v>4.0706100000000003</c:v>
                </c:pt>
                <c:pt idx="560">
                  <c:v>4.0709200000000001</c:v>
                </c:pt>
                <c:pt idx="561">
                  <c:v>4.0712200000000003</c:v>
                </c:pt>
                <c:pt idx="562">
                  <c:v>4.0715300000000001</c:v>
                </c:pt>
                <c:pt idx="563">
                  <c:v>4.0718300000000003</c:v>
                </c:pt>
                <c:pt idx="564">
                  <c:v>4.0721400000000001</c:v>
                </c:pt>
                <c:pt idx="565">
                  <c:v>4.0724400000000003</c:v>
                </c:pt>
                <c:pt idx="566">
                  <c:v>4.0727500000000001</c:v>
                </c:pt>
                <c:pt idx="567">
                  <c:v>4.0730500000000003</c:v>
                </c:pt>
                <c:pt idx="568">
                  <c:v>4.0733600000000001</c:v>
                </c:pt>
                <c:pt idx="569">
                  <c:v>4.0736600000000003</c:v>
                </c:pt>
                <c:pt idx="570">
                  <c:v>4.0739700000000001</c:v>
                </c:pt>
                <c:pt idx="571">
                  <c:v>4.0742799999999999</c:v>
                </c:pt>
                <c:pt idx="572">
                  <c:v>4.0745800000000001</c:v>
                </c:pt>
                <c:pt idx="573">
                  <c:v>4.0748899999999999</c:v>
                </c:pt>
                <c:pt idx="574">
                  <c:v>4.0751900000000001</c:v>
                </c:pt>
                <c:pt idx="575">
                  <c:v>4.0754999999999999</c:v>
                </c:pt>
                <c:pt idx="576">
                  <c:v>4.0758000000000001</c:v>
                </c:pt>
                <c:pt idx="577">
                  <c:v>4.0761099999999999</c:v>
                </c:pt>
                <c:pt idx="578">
                  <c:v>4.0764100000000001</c:v>
                </c:pt>
                <c:pt idx="579">
                  <c:v>4.0767199999999999</c:v>
                </c:pt>
                <c:pt idx="580">
                  <c:v>4.0770200000000001</c:v>
                </c:pt>
                <c:pt idx="581">
                  <c:v>4.0773299999999999</c:v>
                </c:pt>
                <c:pt idx="582">
                  <c:v>4.0776300000000001</c:v>
                </c:pt>
                <c:pt idx="583">
                  <c:v>4.0779399999999999</c:v>
                </c:pt>
                <c:pt idx="584">
                  <c:v>4.0782499999999997</c:v>
                </c:pt>
                <c:pt idx="585">
                  <c:v>4.0785499999999999</c:v>
                </c:pt>
                <c:pt idx="586">
                  <c:v>4.0788599999999997</c:v>
                </c:pt>
                <c:pt idx="587">
                  <c:v>4.0791599999999999</c:v>
                </c:pt>
                <c:pt idx="588">
                  <c:v>4.0794699999999997</c:v>
                </c:pt>
                <c:pt idx="589">
                  <c:v>4.0797699999999999</c:v>
                </c:pt>
                <c:pt idx="590">
                  <c:v>4.0800799999999997</c:v>
                </c:pt>
                <c:pt idx="591">
                  <c:v>4.0803799999999999</c:v>
                </c:pt>
                <c:pt idx="592">
                  <c:v>4.0806899999999997</c:v>
                </c:pt>
                <c:pt idx="593">
                  <c:v>4.0809899999999999</c:v>
                </c:pt>
                <c:pt idx="594">
                  <c:v>4.0812999999999997</c:v>
                </c:pt>
                <c:pt idx="595">
                  <c:v>4.0815999999999999</c:v>
                </c:pt>
                <c:pt idx="596">
                  <c:v>4.0819099999999997</c:v>
                </c:pt>
                <c:pt idx="597">
                  <c:v>4.0822200000000004</c:v>
                </c:pt>
                <c:pt idx="598">
                  <c:v>4.0825199999999997</c:v>
                </c:pt>
                <c:pt idx="599">
                  <c:v>4.0828300000000004</c:v>
                </c:pt>
                <c:pt idx="600">
                  <c:v>4.0831299999999997</c:v>
                </c:pt>
                <c:pt idx="601">
                  <c:v>4.0834400000000004</c:v>
                </c:pt>
                <c:pt idx="602">
                  <c:v>4.0837399999999997</c:v>
                </c:pt>
                <c:pt idx="603">
                  <c:v>4.0840500000000004</c:v>
                </c:pt>
                <c:pt idx="604">
                  <c:v>4.0843499999999997</c:v>
                </c:pt>
                <c:pt idx="605">
                  <c:v>4.0846600000000004</c:v>
                </c:pt>
                <c:pt idx="606">
                  <c:v>4.0849599999999997</c:v>
                </c:pt>
                <c:pt idx="607">
                  <c:v>4.0852700000000004</c:v>
                </c:pt>
                <c:pt idx="608">
                  <c:v>4.0855699999999997</c:v>
                </c:pt>
                <c:pt idx="609">
                  <c:v>4.0858800000000004</c:v>
                </c:pt>
                <c:pt idx="610">
                  <c:v>4.0861900000000002</c:v>
                </c:pt>
                <c:pt idx="611">
                  <c:v>4.0864900000000004</c:v>
                </c:pt>
                <c:pt idx="612">
                  <c:v>4.0868000000000002</c:v>
                </c:pt>
                <c:pt idx="613">
                  <c:v>4.0871000000000004</c:v>
                </c:pt>
                <c:pt idx="614">
                  <c:v>4.0874100000000002</c:v>
                </c:pt>
                <c:pt idx="615">
                  <c:v>4.0877100000000004</c:v>
                </c:pt>
                <c:pt idx="616">
                  <c:v>4.0880200000000002</c:v>
                </c:pt>
                <c:pt idx="617">
                  <c:v>4.0883200000000004</c:v>
                </c:pt>
                <c:pt idx="618">
                  <c:v>4.0886300000000002</c:v>
                </c:pt>
                <c:pt idx="619">
                  <c:v>4.0889300000000004</c:v>
                </c:pt>
                <c:pt idx="620">
                  <c:v>4.0892400000000002</c:v>
                </c:pt>
                <c:pt idx="621">
                  <c:v>4.0895400000000004</c:v>
                </c:pt>
                <c:pt idx="622">
                  <c:v>4.0898500000000002</c:v>
                </c:pt>
                <c:pt idx="623">
                  <c:v>4.09016</c:v>
                </c:pt>
                <c:pt idx="624">
                  <c:v>4.0904600000000002</c:v>
                </c:pt>
                <c:pt idx="625">
                  <c:v>4.09077</c:v>
                </c:pt>
                <c:pt idx="626">
                  <c:v>4.0910700000000002</c:v>
                </c:pt>
                <c:pt idx="627">
                  <c:v>4.09138</c:v>
                </c:pt>
                <c:pt idx="628">
                  <c:v>4.0916800000000002</c:v>
                </c:pt>
                <c:pt idx="629">
                  <c:v>4.09199</c:v>
                </c:pt>
                <c:pt idx="630">
                  <c:v>4.0922900000000002</c:v>
                </c:pt>
                <c:pt idx="631">
                  <c:v>4.0926</c:v>
                </c:pt>
                <c:pt idx="632">
                  <c:v>4.0929000000000002</c:v>
                </c:pt>
                <c:pt idx="633">
                  <c:v>4.09321</c:v>
                </c:pt>
                <c:pt idx="634">
                  <c:v>4.0935199999999998</c:v>
                </c:pt>
                <c:pt idx="635">
                  <c:v>4.09382</c:v>
                </c:pt>
                <c:pt idx="636">
                  <c:v>4.0941299999999998</c:v>
                </c:pt>
                <c:pt idx="637">
                  <c:v>4.09443</c:v>
                </c:pt>
                <c:pt idx="638">
                  <c:v>4.0947399999999998</c:v>
                </c:pt>
                <c:pt idx="639">
                  <c:v>4.09504</c:v>
                </c:pt>
                <c:pt idx="640">
                  <c:v>4.0953499999999998</c:v>
                </c:pt>
                <c:pt idx="641">
                  <c:v>4.09565</c:v>
                </c:pt>
                <c:pt idx="642">
                  <c:v>4.0959599999999998</c:v>
                </c:pt>
                <c:pt idx="643">
                  <c:v>4.09626</c:v>
                </c:pt>
                <c:pt idx="644">
                  <c:v>4.0965699999999998</c:v>
                </c:pt>
                <c:pt idx="645">
                  <c:v>4.09687</c:v>
                </c:pt>
                <c:pt idx="646">
                  <c:v>4.0971799999999998</c:v>
                </c:pt>
                <c:pt idx="647">
                  <c:v>4.0974899999999996</c:v>
                </c:pt>
                <c:pt idx="648">
                  <c:v>4.0977899999999998</c:v>
                </c:pt>
                <c:pt idx="649">
                  <c:v>4.0980999999999996</c:v>
                </c:pt>
                <c:pt idx="650">
                  <c:v>4.0983999999999998</c:v>
                </c:pt>
                <c:pt idx="651">
                  <c:v>4.0987099999999996</c:v>
                </c:pt>
                <c:pt idx="652">
                  <c:v>4.0990099999999998</c:v>
                </c:pt>
                <c:pt idx="653">
                  <c:v>4.0993199999999996</c:v>
                </c:pt>
                <c:pt idx="654">
                  <c:v>4.0996199999999998</c:v>
                </c:pt>
                <c:pt idx="655">
                  <c:v>4.0999299999999996</c:v>
                </c:pt>
                <c:pt idx="656">
                  <c:v>4.1002299999999998</c:v>
                </c:pt>
                <c:pt idx="657">
                  <c:v>4.1005399999999996</c:v>
                </c:pt>
                <c:pt idx="658">
                  <c:v>4.1008399999999998</c:v>
                </c:pt>
                <c:pt idx="659">
                  <c:v>4.1011499999999996</c:v>
                </c:pt>
                <c:pt idx="660">
                  <c:v>4.1014600000000003</c:v>
                </c:pt>
                <c:pt idx="661">
                  <c:v>4.1017599999999996</c:v>
                </c:pt>
                <c:pt idx="662">
                  <c:v>4.1020700000000003</c:v>
                </c:pt>
                <c:pt idx="663">
                  <c:v>4.1023699999999996</c:v>
                </c:pt>
                <c:pt idx="664">
                  <c:v>4.1026800000000003</c:v>
                </c:pt>
                <c:pt idx="665">
                  <c:v>4.1029799999999996</c:v>
                </c:pt>
                <c:pt idx="666">
                  <c:v>4.1032900000000003</c:v>
                </c:pt>
                <c:pt idx="667">
                  <c:v>4.1035899999999996</c:v>
                </c:pt>
                <c:pt idx="668">
                  <c:v>4.1039000000000003</c:v>
                </c:pt>
                <c:pt idx="669">
                  <c:v>4.1041999999999996</c:v>
                </c:pt>
                <c:pt idx="670">
                  <c:v>4.1045100000000003</c:v>
                </c:pt>
                <c:pt idx="671">
                  <c:v>4.1048099999999996</c:v>
                </c:pt>
                <c:pt idx="672">
                  <c:v>4.1051200000000003</c:v>
                </c:pt>
                <c:pt idx="673">
                  <c:v>4.1054300000000001</c:v>
                </c:pt>
                <c:pt idx="674">
                  <c:v>4.1057300000000003</c:v>
                </c:pt>
                <c:pt idx="675">
                  <c:v>4.1060400000000001</c:v>
                </c:pt>
                <c:pt idx="676">
                  <c:v>4.1063400000000003</c:v>
                </c:pt>
                <c:pt idx="677">
                  <c:v>4.1066500000000001</c:v>
                </c:pt>
                <c:pt idx="678">
                  <c:v>4.1069500000000003</c:v>
                </c:pt>
                <c:pt idx="679">
                  <c:v>4.1072600000000001</c:v>
                </c:pt>
                <c:pt idx="680">
                  <c:v>4.1075600000000003</c:v>
                </c:pt>
                <c:pt idx="681">
                  <c:v>4.1078700000000001</c:v>
                </c:pt>
                <c:pt idx="682">
                  <c:v>4.1081700000000003</c:v>
                </c:pt>
                <c:pt idx="683">
                  <c:v>4.1084800000000001</c:v>
                </c:pt>
                <c:pt idx="684">
                  <c:v>4.1087899999999999</c:v>
                </c:pt>
                <c:pt idx="685">
                  <c:v>4.1090900000000001</c:v>
                </c:pt>
                <c:pt idx="686">
                  <c:v>4.1093999999999999</c:v>
                </c:pt>
                <c:pt idx="687">
                  <c:v>4.1097000000000001</c:v>
                </c:pt>
                <c:pt idx="688">
                  <c:v>4.1100099999999999</c:v>
                </c:pt>
                <c:pt idx="689">
                  <c:v>4.1103100000000001</c:v>
                </c:pt>
                <c:pt idx="690">
                  <c:v>4.1106199999999999</c:v>
                </c:pt>
                <c:pt idx="691">
                  <c:v>4.1109200000000001</c:v>
                </c:pt>
                <c:pt idx="692">
                  <c:v>4.1112299999999999</c:v>
                </c:pt>
                <c:pt idx="693">
                  <c:v>4.1115300000000001</c:v>
                </c:pt>
                <c:pt idx="694">
                  <c:v>4.1118399999999999</c:v>
                </c:pt>
                <c:pt idx="695">
                  <c:v>4.1121400000000001</c:v>
                </c:pt>
                <c:pt idx="696">
                  <c:v>4.1124499999999999</c:v>
                </c:pt>
                <c:pt idx="697">
                  <c:v>4.1127599999999997</c:v>
                </c:pt>
                <c:pt idx="698">
                  <c:v>4.1130599999999999</c:v>
                </c:pt>
                <c:pt idx="699">
                  <c:v>4.1133699999999997</c:v>
                </c:pt>
                <c:pt idx="700">
                  <c:v>4.1136699999999999</c:v>
                </c:pt>
                <c:pt idx="701">
                  <c:v>4.1139799999999997</c:v>
                </c:pt>
                <c:pt idx="702">
                  <c:v>4.1142799999999999</c:v>
                </c:pt>
                <c:pt idx="703">
                  <c:v>4.1145899999999997</c:v>
                </c:pt>
                <c:pt idx="704">
                  <c:v>4.1148899999999999</c:v>
                </c:pt>
                <c:pt idx="705">
                  <c:v>4.1151999999999997</c:v>
                </c:pt>
                <c:pt idx="706">
                  <c:v>4.1154999999999999</c:v>
                </c:pt>
                <c:pt idx="707">
                  <c:v>4.1158099999999997</c:v>
                </c:pt>
                <c:pt idx="708">
                  <c:v>4.1161099999999999</c:v>
                </c:pt>
                <c:pt idx="709">
                  <c:v>4.1164199999999997</c:v>
                </c:pt>
                <c:pt idx="710">
                  <c:v>4.1167299999999996</c:v>
                </c:pt>
                <c:pt idx="711">
                  <c:v>4.1170299999999997</c:v>
                </c:pt>
                <c:pt idx="712">
                  <c:v>4.1173400000000004</c:v>
                </c:pt>
                <c:pt idx="713">
                  <c:v>4.1176399999999997</c:v>
                </c:pt>
                <c:pt idx="714">
                  <c:v>4.1179500000000004</c:v>
                </c:pt>
                <c:pt idx="715">
                  <c:v>4.1182499999999997</c:v>
                </c:pt>
                <c:pt idx="716">
                  <c:v>4.1185600000000004</c:v>
                </c:pt>
                <c:pt idx="717">
                  <c:v>4.1188599999999997</c:v>
                </c:pt>
                <c:pt idx="718">
                  <c:v>4.1191700000000004</c:v>
                </c:pt>
                <c:pt idx="719">
                  <c:v>4.1194699999999997</c:v>
                </c:pt>
                <c:pt idx="720">
                  <c:v>4.1197800000000004</c:v>
                </c:pt>
                <c:pt idx="721">
                  <c:v>4.1200799999999997</c:v>
                </c:pt>
                <c:pt idx="722">
                  <c:v>4.1203900000000004</c:v>
                </c:pt>
                <c:pt idx="723">
                  <c:v>4.1207000000000003</c:v>
                </c:pt>
                <c:pt idx="724">
                  <c:v>4.1210000000000004</c:v>
                </c:pt>
                <c:pt idx="725">
                  <c:v>4.1213100000000003</c:v>
                </c:pt>
                <c:pt idx="726">
                  <c:v>4.1216100000000004</c:v>
                </c:pt>
                <c:pt idx="727">
                  <c:v>4.1219200000000003</c:v>
                </c:pt>
                <c:pt idx="728">
                  <c:v>4.1222200000000004</c:v>
                </c:pt>
                <c:pt idx="729">
                  <c:v>4.1225300000000002</c:v>
                </c:pt>
                <c:pt idx="730">
                  <c:v>4.1228300000000004</c:v>
                </c:pt>
                <c:pt idx="731">
                  <c:v>4.1231400000000002</c:v>
                </c:pt>
                <c:pt idx="732">
                  <c:v>4.1234400000000004</c:v>
                </c:pt>
                <c:pt idx="733">
                  <c:v>4.1237500000000002</c:v>
                </c:pt>
                <c:pt idx="734">
                  <c:v>4.1240500000000004</c:v>
                </c:pt>
                <c:pt idx="735">
                  <c:v>4.1243600000000002</c:v>
                </c:pt>
                <c:pt idx="736">
                  <c:v>4.1246700000000001</c:v>
                </c:pt>
                <c:pt idx="737">
                  <c:v>4.1249700000000002</c:v>
                </c:pt>
                <c:pt idx="738">
                  <c:v>4.1252800000000001</c:v>
                </c:pt>
                <c:pt idx="739">
                  <c:v>4.1255800000000002</c:v>
                </c:pt>
                <c:pt idx="740">
                  <c:v>4.1258900000000001</c:v>
                </c:pt>
                <c:pt idx="741">
                  <c:v>4.1261900000000002</c:v>
                </c:pt>
                <c:pt idx="742">
                  <c:v>4.1265000000000001</c:v>
                </c:pt>
                <c:pt idx="743">
                  <c:v>4.1268000000000002</c:v>
                </c:pt>
                <c:pt idx="744">
                  <c:v>4.1271100000000001</c:v>
                </c:pt>
                <c:pt idx="745">
                  <c:v>4.1274100000000002</c:v>
                </c:pt>
                <c:pt idx="746">
                  <c:v>4.1277200000000001</c:v>
                </c:pt>
                <c:pt idx="747">
                  <c:v>4.1280299999999999</c:v>
                </c:pt>
                <c:pt idx="748">
                  <c:v>4.1283300000000001</c:v>
                </c:pt>
                <c:pt idx="749">
                  <c:v>4.1286399999999999</c:v>
                </c:pt>
                <c:pt idx="750">
                  <c:v>4.1289400000000001</c:v>
                </c:pt>
                <c:pt idx="751">
                  <c:v>4.1292499999999999</c:v>
                </c:pt>
                <c:pt idx="752">
                  <c:v>4.1295500000000001</c:v>
                </c:pt>
                <c:pt idx="753">
                  <c:v>4.1298599999999999</c:v>
                </c:pt>
                <c:pt idx="754">
                  <c:v>4.1301600000000001</c:v>
                </c:pt>
                <c:pt idx="755">
                  <c:v>4.1304699999999999</c:v>
                </c:pt>
                <c:pt idx="756">
                  <c:v>4.1307700000000001</c:v>
                </c:pt>
                <c:pt idx="757">
                  <c:v>4.1310799999999999</c:v>
                </c:pt>
                <c:pt idx="758">
                  <c:v>4.1313800000000001</c:v>
                </c:pt>
                <c:pt idx="759">
                  <c:v>4.1316899999999999</c:v>
                </c:pt>
                <c:pt idx="760">
                  <c:v>4.1319999999999997</c:v>
                </c:pt>
                <c:pt idx="761">
                  <c:v>4.1322999999999999</c:v>
                </c:pt>
                <c:pt idx="762">
                  <c:v>4.1326099999999997</c:v>
                </c:pt>
                <c:pt idx="763">
                  <c:v>4.1329099999999999</c:v>
                </c:pt>
                <c:pt idx="764">
                  <c:v>4.1332199999999997</c:v>
                </c:pt>
                <c:pt idx="765">
                  <c:v>4.1335199999999999</c:v>
                </c:pt>
                <c:pt idx="766">
                  <c:v>4.1338299999999997</c:v>
                </c:pt>
                <c:pt idx="767">
                  <c:v>4.1341299999999999</c:v>
                </c:pt>
                <c:pt idx="768">
                  <c:v>4.1344399999999997</c:v>
                </c:pt>
                <c:pt idx="769">
                  <c:v>4.1347399999999999</c:v>
                </c:pt>
                <c:pt idx="770">
                  <c:v>4.1350499999999997</c:v>
                </c:pt>
                <c:pt idx="771">
                  <c:v>4.1353499999999999</c:v>
                </c:pt>
                <c:pt idx="772">
                  <c:v>4.1356599999999997</c:v>
                </c:pt>
                <c:pt idx="773">
                  <c:v>4.1359700000000004</c:v>
                </c:pt>
                <c:pt idx="774">
                  <c:v>4.1362699999999997</c:v>
                </c:pt>
                <c:pt idx="775">
                  <c:v>4.1365800000000004</c:v>
                </c:pt>
                <c:pt idx="776">
                  <c:v>4.1368799999999997</c:v>
                </c:pt>
                <c:pt idx="777">
                  <c:v>4.1371900000000004</c:v>
                </c:pt>
                <c:pt idx="778">
                  <c:v>4.1374899999999997</c:v>
                </c:pt>
                <c:pt idx="779">
                  <c:v>4.1378000000000004</c:v>
                </c:pt>
                <c:pt idx="780">
                  <c:v>4.1380999999999997</c:v>
                </c:pt>
                <c:pt idx="781">
                  <c:v>4.1384100000000004</c:v>
                </c:pt>
                <c:pt idx="782">
                  <c:v>4.1387099999999997</c:v>
                </c:pt>
                <c:pt idx="783">
                  <c:v>4.1390200000000004</c:v>
                </c:pt>
                <c:pt idx="784">
                  <c:v>4.1393199999999997</c:v>
                </c:pt>
                <c:pt idx="785">
                  <c:v>4.1396300000000004</c:v>
                </c:pt>
                <c:pt idx="786">
                  <c:v>4.1399400000000002</c:v>
                </c:pt>
                <c:pt idx="787">
                  <c:v>4.1402400000000004</c:v>
                </c:pt>
                <c:pt idx="788">
                  <c:v>4.1405500000000002</c:v>
                </c:pt>
                <c:pt idx="789">
                  <c:v>4.1408500000000004</c:v>
                </c:pt>
                <c:pt idx="790">
                  <c:v>4.1411600000000002</c:v>
                </c:pt>
                <c:pt idx="791">
                  <c:v>4.1414600000000004</c:v>
                </c:pt>
                <c:pt idx="792">
                  <c:v>4.1417700000000002</c:v>
                </c:pt>
                <c:pt idx="793">
                  <c:v>4.1420700000000004</c:v>
                </c:pt>
                <c:pt idx="794">
                  <c:v>4.1423800000000002</c:v>
                </c:pt>
                <c:pt idx="795">
                  <c:v>4.1426800000000004</c:v>
                </c:pt>
                <c:pt idx="796">
                  <c:v>4.1429900000000002</c:v>
                </c:pt>
                <c:pt idx="797">
                  <c:v>4.1432900000000004</c:v>
                </c:pt>
                <c:pt idx="798">
                  <c:v>4.1436000000000002</c:v>
                </c:pt>
                <c:pt idx="799">
                  <c:v>4.14391</c:v>
                </c:pt>
                <c:pt idx="800">
                  <c:v>4.1442100000000002</c:v>
                </c:pt>
                <c:pt idx="801">
                  <c:v>4.14452</c:v>
                </c:pt>
                <c:pt idx="802">
                  <c:v>4.1448200000000002</c:v>
                </c:pt>
                <c:pt idx="803">
                  <c:v>4.14513</c:v>
                </c:pt>
                <c:pt idx="804">
                  <c:v>4.1454300000000002</c:v>
                </c:pt>
                <c:pt idx="805">
                  <c:v>4.14574</c:v>
                </c:pt>
                <c:pt idx="806">
                  <c:v>4.1460400000000002</c:v>
                </c:pt>
                <c:pt idx="807">
                  <c:v>4.14635</c:v>
                </c:pt>
                <c:pt idx="808">
                  <c:v>4.1466500000000002</c:v>
                </c:pt>
                <c:pt idx="809">
                  <c:v>4.14696</c:v>
                </c:pt>
                <c:pt idx="810">
                  <c:v>4.1472699999999998</c:v>
                </c:pt>
                <c:pt idx="811">
                  <c:v>4.14757</c:v>
                </c:pt>
                <c:pt idx="812">
                  <c:v>4.1478799999999998</c:v>
                </c:pt>
                <c:pt idx="813">
                  <c:v>4.14818</c:v>
                </c:pt>
                <c:pt idx="814">
                  <c:v>4.1484899999999998</c:v>
                </c:pt>
                <c:pt idx="815">
                  <c:v>4.14879</c:v>
                </c:pt>
                <c:pt idx="816">
                  <c:v>4.1490999999999998</c:v>
                </c:pt>
                <c:pt idx="817">
                  <c:v>4.1494</c:v>
                </c:pt>
                <c:pt idx="818">
                  <c:v>4.1497099999999998</c:v>
                </c:pt>
                <c:pt idx="819">
                  <c:v>4.15001</c:v>
                </c:pt>
                <c:pt idx="820">
                  <c:v>4.1503199999999998</c:v>
                </c:pt>
                <c:pt idx="821">
                  <c:v>4.15062</c:v>
                </c:pt>
                <c:pt idx="822">
                  <c:v>4.1509299999999998</c:v>
                </c:pt>
                <c:pt idx="823">
                  <c:v>4.1512399999999996</c:v>
                </c:pt>
                <c:pt idx="824">
                  <c:v>4.1515399999999998</c:v>
                </c:pt>
                <c:pt idx="825">
                  <c:v>4.1518499999999996</c:v>
                </c:pt>
                <c:pt idx="826">
                  <c:v>4.1521499999999998</c:v>
                </c:pt>
                <c:pt idx="827">
                  <c:v>4.1524599999999996</c:v>
                </c:pt>
                <c:pt idx="828">
                  <c:v>4.1527599999999998</c:v>
                </c:pt>
                <c:pt idx="829">
                  <c:v>4.1530699999999996</c:v>
                </c:pt>
                <c:pt idx="830">
                  <c:v>4.1533699999999998</c:v>
                </c:pt>
                <c:pt idx="831">
                  <c:v>4.1536799999999996</c:v>
                </c:pt>
                <c:pt idx="832">
                  <c:v>4.1539799999999998</c:v>
                </c:pt>
                <c:pt idx="833">
                  <c:v>4.1542899999999996</c:v>
                </c:pt>
                <c:pt idx="834">
                  <c:v>4.1545899999999998</c:v>
                </c:pt>
                <c:pt idx="835">
                  <c:v>4.1548999999999996</c:v>
                </c:pt>
                <c:pt idx="836">
                  <c:v>4.1552100000000003</c:v>
                </c:pt>
                <c:pt idx="837">
                  <c:v>4.1555099999999996</c:v>
                </c:pt>
                <c:pt idx="838">
                  <c:v>4.1558200000000003</c:v>
                </c:pt>
                <c:pt idx="839">
                  <c:v>4.1561199999999996</c:v>
                </c:pt>
                <c:pt idx="840">
                  <c:v>4.1564300000000003</c:v>
                </c:pt>
                <c:pt idx="841">
                  <c:v>4.1567299999999996</c:v>
                </c:pt>
                <c:pt idx="842">
                  <c:v>4.1570400000000003</c:v>
                </c:pt>
                <c:pt idx="843">
                  <c:v>4.1573399999999996</c:v>
                </c:pt>
                <c:pt idx="844">
                  <c:v>4.1576500000000003</c:v>
                </c:pt>
                <c:pt idx="845">
                  <c:v>4.1579499999999996</c:v>
                </c:pt>
                <c:pt idx="846">
                  <c:v>4.1582600000000003</c:v>
                </c:pt>
                <c:pt idx="847">
                  <c:v>4.1585599999999996</c:v>
                </c:pt>
                <c:pt idx="848">
                  <c:v>4.1588700000000003</c:v>
                </c:pt>
                <c:pt idx="849">
                  <c:v>4.1591800000000001</c:v>
                </c:pt>
                <c:pt idx="850">
                  <c:v>4.1594800000000003</c:v>
                </c:pt>
                <c:pt idx="851">
                  <c:v>4.1597900000000001</c:v>
                </c:pt>
                <c:pt idx="852">
                  <c:v>4.1600900000000003</c:v>
                </c:pt>
                <c:pt idx="853">
                  <c:v>4.1604000000000001</c:v>
                </c:pt>
                <c:pt idx="854">
                  <c:v>4.1607000000000003</c:v>
                </c:pt>
                <c:pt idx="855">
                  <c:v>4.1610100000000001</c:v>
                </c:pt>
                <c:pt idx="856">
                  <c:v>4.1613100000000003</c:v>
                </c:pt>
                <c:pt idx="857">
                  <c:v>4.1616200000000001</c:v>
                </c:pt>
                <c:pt idx="858">
                  <c:v>4.1619200000000003</c:v>
                </c:pt>
                <c:pt idx="859">
                  <c:v>4.1622300000000001</c:v>
                </c:pt>
                <c:pt idx="860">
                  <c:v>4.1625300000000003</c:v>
                </c:pt>
                <c:pt idx="861">
                  <c:v>4.1628400000000001</c:v>
                </c:pt>
                <c:pt idx="862">
                  <c:v>4.1631499999999999</c:v>
                </c:pt>
                <c:pt idx="863">
                  <c:v>4.1634500000000001</c:v>
                </c:pt>
                <c:pt idx="864">
                  <c:v>4.1637599999999999</c:v>
                </c:pt>
                <c:pt idx="865">
                  <c:v>4.1640600000000001</c:v>
                </c:pt>
                <c:pt idx="866">
                  <c:v>4.1643699999999999</c:v>
                </c:pt>
                <c:pt idx="867">
                  <c:v>4.1646700000000001</c:v>
                </c:pt>
                <c:pt idx="868">
                  <c:v>4.1649799999999999</c:v>
                </c:pt>
                <c:pt idx="869">
                  <c:v>4.1652800000000001</c:v>
                </c:pt>
                <c:pt idx="870">
                  <c:v>4.1655899999999999</c:v>
                </c:pt>
                <c:pt idx="871">
                  <c:v>4.1658900000000001</c:v>
                </c:pt>
                <c:pt idx="872">
                  <c:v>4.1661999999999999</c:v>
                </c:pt>
                <c:pt idx="873">
                  <c:v>4.1665099999999997</c:v>
                </c:pt>
                <c:pt idx="874">
                  <c:v>4.1668099999999999</c:v>
                </c:pt>
                <c:pt idx="875">
                  <c:v>4.1671199999999997</c:v>
                </c:pt>
                <c:pt idx="876">
                  <c:v>4.1674199999999999</c:v>
                </c:pt>
                <c:pt idx="877">
                  <c:v>4.1677299999999997</c:v>
                </c:pt>
                <c:pt idx="878">
                  <c:v>4.1680299999999999</c:v>
                </c:pt>
                <c:pt idx="879">
                  <c:v>4.1683399999999997</c:v>
                </c:pt>
                <c:pt idx="880">
                  <c:v>4.1686399999999999</c:v>
                </c:pt>
                <c:pt idx="881">
                  <c:v>4.1689499999999997</c:v>
                </c:pt>
                <c:pt idx="882">
                  <c:v>4.1692499999999999</c:v>
                </c:pt>
                <c:pt idx="883">
                  <c:v>4.1695599999999997</c:v>
                </c:pt>
                <c:pt idx="884">
                  <c:v>4.1698599999999999</c:v>
                </c:pt>
                <c:pt idx="885">
                  <c:v>4.1701699999999997</c:v>
                </c:pt>
                <c:pt idx="886">
                  <c:v>4.1704800000000004</c:v>
                </c:pt>
                <c:pt idx="887">
                  <c:v>4.1707799999999997</c:v>
                </c:pt>
                <c:pt idx="888">
                  <c:v>4.1710900000000004</c:v>
                </c:pt>
                <c:pt idx="889">
                  <c:v>4.1713899999999997</c:v>
                </c:pt>
                <c:pt idx="890">
                  <c:v>4.1717000000000004</c:v>
                </c:pt>
                <c:pt idx="891">
                  <c:v>4.1719999999999997</c:v>
                </c:pt>
                <c:pt idx="892">
                  <c:v>4.1723100000000004</c:v>
                </c:pt>
                <c:pt idx="893">
                  <c:v>4.1726099999999997</c:v>
                </c:pt>
                <c:pt idx="894">
                  <c:v>4.1729200000000004</c:v>
                </c:pt>
                <c:pt idx="895">
                  <c:v>4.1732199999999997</c:v>
                </c:pt>
                <c:pt idx="896">
                  <c:v>4.1735300000000004</c:v>
                </c:pt>
                <c:pt idx="897">
                  <c:v>4.1738299999999997</c:v>
                </c:pt>
                <c:pt idx="898">
                  <c:v>4.1741400000000004</c:v>
                </c:pt>
                <c:pt idx="899">
                  <c:v>4.1744500000000002</c:v>
                </c:pt>
                <c:pt idx="900">
                  <c:v>4.1747500000000004</c:v>
                </c:pt>
                <c:pt idx="901">
                  <c:v>4.1750600000000002</c:v>
                </c:pt>
                <c:pt idx="902">
                  <c:v>4.1753600000000004</c:v>
                </c:pt>
                <c:pt idx="903">
                  <c:v>4.1756700000000002</c:v>
                </c:pt>
                <c:pt idx="904">
                  <c:v>4.1759700000000004</c:v>
                </c:pt>
                <c:pt idx="905">
                  <c:v>4.1762800000000002</c:v>
                </c:pt>
                <c:pt idx="906">
                  <c:v>4.1765800000000004</c:v>
                </c:pt>
                <c:pt idx="907">
                  <c:v>4.1768900000000002</c:v>
                </c:pt>
                <c:pt idx="908">
                  <c:v>4.1771900000000004</c:v>
                </c:pt>
                <c:pt idx="909">
                  <c:v>4.1775000000000002</c:v>
                </c:pt>
                <c:pt idx="910">
                  <c:v>4.1778000000000004</c:v>
                </c:pt>
                <c:pt idx="911">
                  <c:v>4.1781100000000002</c:v>
                </c:pt>
                <c:pt idx="912">
                  <c:v>4.17842</c:v>
                </c:pt>
                <c:pt idx="913">
                  <c:v>4.1787200000000002</c:v>
                </c:pt>
                <c:pt idx="914">
                  <c:v>4.17903</c:v>
                </c:pt>
                <c:pt idx="915">
                  <c:v>4.1793300000000002</c:v>
                </c:pt>
                <c:pt idx="916">
                  <c:v>4.17964</c:v>
                </c:pt>
                <c:pt idx="917">
                  <c:v>4.1799400000000002</c:v>
                </c:pt>
                <c:pt idx="918">
                  <c:v>4.18025</c:v>
                </c:pt>
                <c:pt idx="919">
                  <c:v>4.1805500000000002</c:v>
                </c:pt>
                <c:pt idx="920">
                  <c:v>4.18086</c:v>
                </c:pt>
                <c:pt idx="921">
                  <c:v>4.1811600000000002</c:v>
                </c:pt>
                <c:pt idx="922">
                  <c:v>4.18147</c:v>
                </c:pt>
                <c:pt idx="923">
                  <c:v>4.1817799999999998</c:v>
                </c:pt>
                <c:pt idx="924">
                  <c:v>4.18208</c:v>
                </c:pt>
                <c:pt idx="925">
                  <c:v>4.1823899999999998</c:v>
                </c:pt>
                <c:pt idx="926">
                  <c:v>4.18269</c:v>
                </c:pt>
                <c:pt idx="927">
                  <c:v>4.1829999999999998</c:v>
                </c:pt>
                <c:pt idx="928">
                  <c:v>4.1833</c:v>
                </c:pt>
                <c:pt idx="929">
                  <c:v>4.1836099999999998</c:v>
                </c:pt>
                <c:pt idx="930">
                  <c:v>4.18391</c:v>
                </c:pt>
                <c:pt idx="931">
                  <c:v>4.1842199999999998</c:v>
                </c:pt>
                <c:pt idx="932">
                  <c:v>4.18452</c:v>
                </c:pt>
                <c:pt idx="933">
                  <c:v>4.1848299999999998</c:v>
                </c:pt>
                <c:pt idx="934">
                  <c:v>4.18513</c:v>
                </c:pt>
                <c:pt idx="935">
                  <c:v>4.1854399999999998</c:v>
                </c:pt>
                <c:pt idx="936">
                  <c:v>4.1857499999999996</c:v>
                </c:pt>
                <c:pt idx="937">
                  <c:v>4.1860499999999998</c:v>
                </c:pt>
                <c:pt idx="938">
                  <c:v>4.1863599999999996</c:v>
                </c:pt>
                <c:pt idx="939">
                  <c:v>4.1866599999999998</c:v>
                </c:pt>
                <c:pt idx="940">
                  <c:v>4.1869699999999996</c:v>
                </c:pt>
                <c:pt idx="941">
                  <c:v>4.1872699999999998</c:v>
                </c:pt>
                <c:pt idx="942">
                  <c:v>4.1875799999999996</c:v>
                </c:pt>
                <c:pt idx="943">
                  <c:v>4.1878799999999998</c:v>
                </c:pt>
                <c:pt idx="944">
                  <c:v>4.1881899999999996</c:v>
                </c:pt>
                <c:pt idx="945">
                  <c:v>4.1884899999999998</c:v>
                </c:pt>
                <c:pt idx="946">
                  <c:v>4.1887999999999996</c:v>
                </c:pt>
                <c:pt idx="947">
                  <c:v>4.1890999999999998</c:v>
                </c:pt>
                <c:pt idx="948">
                  <c:v>4.1894099999999996</c:v>
                </c:pt>
                <c:pt idx="949">
                  <c:v>4.1897200000000003</c:v>
                </c:pt>
                <c:pt idx="950">
                  <c:v>4.1900199999999996</c:v>
                </c:pt>
                <c:pt idx="951">
                  <c:v>4.1903300000000003</c:v>
                </c:pt>
                <c:pt idx="952">
                  <c:v>4.1906299999999996</c:v>
                </c:pt>
                <c:pt idx="953">
                  <c:v>4.1909400000000003</c:v>
                </c:pt>
                <c:pt idx="954">
                  <c:v>4.1912399999999996</c:v>
                </c:pt>
                <c:pt idx="955">
                  <c:v>4.1915500000000003</c:v>
                </c:pt>
                <c:pt idx="956">
                  <c:v>4.1918499999999996</c:v>
                </c:pt>
                <c:pt idx="957">
                  <c:v>4.1921600000000003</c:v>
                </c:pt>
                <c:pt idx="958">
                  <c:v>4.1924599999999996</c:v>
                </c:pt>
                <c:pt idx="959">
                  <c:v>4.1927700000000003</c:v>
                </c:pt>
                <c:pt idx="960">
                  <c:v>4.1930699999999996</c:v>
                </c:pt>
                <c:pt idx="961">
                  <c:v>4.1933800000000003</c:v>
                </c:pt>
                <c:pt idx="962">
                  <c:v>4.1936900000000001</c:v>
                </c:pt>
                <c:pt idx="963">
                  <c:v>4.1939900000000003</c:v>
                </c:pt>
                <c:pt idx="964">
                  <c:v>4.1943000000000001</c:v>
                </c:pt>
                <c:pt idx="965">
                  <c:v>4.1946000000000003</c:v>
                </c:pt>
                <c:pt idx="966">
                  <c:v>4.1949100000000001</c:v>
                </c:pt>
                <c:pt idx="967">
                  <c:v>4.1952100000000003</c:v>
                </c:pt>
                <c:pt idx="968">
                  <c:v>4.1955200000000001</c:v>
                </c:pt>
                <c:pt idx="969">
                  <c:v>4.1958200000000003</c:v>
                </c:pt>
                <c:pt idx="970">
                  <c:v>4.1961300000000001</c:v>
                </c:pt>
                <c:pt idx="971">
                  <c:v>4.1964300000000003</c:v>
                </c:pt>
                <c:pt idx="972">
                  <c:v>4.1967400000000001</c:v>
                </c:pt>
                <c:pt idx="973">
                  <c:v>4.1970400000000003</c:v>
                </c:pt>
                <c:pt idx="974">
                  <c:v>4.1973500000000001</c:v>
                </c:pt>
                <c:pt idx="975">
                  <c:v>4.1976599999999999</c:v>
                </c:pt>
                <c:pt idx="976">
                  <c:v>4.1979600000000001</c:v>
                </c:pt>
                <c:pt idx="977">
                  <c:v>4.1982699999999999</c:v>
                </c:pt>
                <c:pt idx="978">
                  <c:v>4.1985700000000001</c:v>
                </c:pt>
                <c:pt idx="979">
                  <c:v>4.1988799999999999</c:v>
                </c:pt>
                <c:pt idx="980">
                  <c:v>4.1991800000000001</c:v>
                </c:pt>
                <c:pt idx="981">
                  <c:v>4.1994899999999999</c:v>
                </c:pt>
                <c:pt idx="982">
                  <c:v>4.1997900000000001</c:v>
                </c:pt>
                <c:pt idx="983">
                  <c:v>4.2000999999999999</c:v>
                </c:pt>
                <c:pt idx="984">
                  <c:v>4.2004000000000001</c:v>
                </c:pt>
                <c:pt idx="985">
                  <c:v>4.2007099999999999</c:v>
                </c:pt>
                <c:pt idx="986">
                  <c:v>4.2010199999999998</c:v>
                </c:pt>
                <c:pt idx="987">
                  <c:v>4.2013199999999999</c:v>
                </c:pt>
                <c:pt idx="988">
                  <c:v>4.2016299999999998</c:v>
                </c:pt>
                <c:pt idx="989">
                  <c:v>4.2019299999999999</c:v>
                </c:pt>
                <c:pt idx="990">
                  <c:v>4.2022399999999998</c:v>
                </c:pt>
                <c:pt idx="991">
                  <c:v>4.2025399999999999</c:v>
                </c:pt>
                <c:pt idx="992">
                  <c:v>4.2028499999999998</c:v>
                </c:pt>
                <c:pt idx="993">
                  <c:v>4.2031499999999999</c:v>
                </c:pt>
                <c:pt idx="994">
                  <c:v>4.2034599999999998</c:v>
                </c:pt>
                <c:pt idx="995">
                  <c:v>4.2037599999999999</c:v>
                </c:pt>
                <c:pt idx="996">
                  <c:v>4.2040699999999998</c:v>
                </c:pt>
                <c:pt idx="997">
                  <c:v>4.2043699999999999</c:v>
                </c:pt>
                <c:pt idx="998">
                  <c:v>4.2046799999999998</c:v>
                </c:pt>
                <c:pt idx="999">
                  <c:v>4.2049899999999996</c:v>
                </c:pt>
                <c:pt idx="1000">
                  <c:v>4.2052899999999998</c:v>
                </c:pt>
                <c:pt idx="1001">
                  <c:v>4.2055999999999996</c:v>
                </c:pt>
                <c:pt idx="1002">
                  <c:v>4.2058999999999997</c:v>
                </c:pt>
                <c:pt idx="1003">
                  <c:v>4.2062099999999996</c:v>
                </c:pt>
                <c:pt idx="1004">
                  <c:v>4.2065099999999997</c:v>
                </c:pt>
                <c:pt idx="1005">
                  <c:v>4.2068199999999996</c:v>
                </c:pt>
                <c:pt idx="1006">
                  <c:v>4.2071199999999997</c:v>
                </c:pt>
                <c:pt idx="1007">
                  <c:v>4.2074299999999996</c:v>
                </c:pt>
                <c:pt idx="1008">
                  <c:v>4.2077299999999997</c:v>
                </c:pt>
                <c:pt idx="1009">
                  <c:v>4.2080399999999996</c:v>
                </c:pt>
                <c:pt idx="1010">
                  <c:v>4.2083399999999997</c:v>
                </c:pt>
                <c:pt idx="1011">
                  <c:v>4.2086499999999996</c:v>
                </c:pt>
                <c:pt idx="1012">
                  <c:v>4.2089600000000003</c:v>
                </c:pt>
                <c:pt idx="1013">
                  <c:v>4.2092599999999996</c:v>
                </c:pt>
                <c:pt idx="1014">
                  <c:v>4.2095700000000003</c:v>
                </c:pt>
                <c:pt idx="1015">
                  <c:v>4.2098699999999996</c:v>
                </c:pt>
                <c:pt idx="1016">
                  <c:v>4.2101800000000003</c:v>
                </c:pt>
                <c:pt idx="1017">
                  <c:v>4.2104799999999996</c:v>
                </c:pt>
                <c:pt idx="1018">
                  <c:v>4.2107900000000003</c:v>
                </c:pt>
                <c:pt idx="1019">
                  <c:v>4.2110900000000004</c:v>
                </c:pt>
                <c:pt idx="1020">
                  <c:v>4.2114000000000003</c:v>
                </c:pt>
                <c:pt idx="1021">
                  <c:v>4.2117000000000004</c:v>
                </c:pt>
                <c:pt idx="1022">
                  <c:v>4.2120100000000003</c:v>
                </c:pt>
                <c:pt idx="1023">
                  <c:v>4.2123100000000004</c:v>
                </c:pt>
                <c:pt idx="1024">
                  <c:v>4.2126200000000003</c:v>
                </c:pt>
                <c:pt idx="1025">
                  <c:v>4.2129300000000001</c:v>
                </c:pt>
                <c:pt idx="1026">
                  <c:v>4.2132300000000003</c:v>
                </c:pt>
                <c:pt idx="1027">
                  <c:v>4.2135400000000001</c:v>
                </c:pt>
                <c:pt idx="1028">
                  <c:v>4.2138400000000003</c:v>
                </c:pt>
                <c:pt idx="1029">
                  <c:v>4.2141500000000001</c:v>
                </c:pt>
                <c:pt idx="1030">
                  <c:v>4.2144500000000003</c:v>
                </c:pt>
                <c:pt idx="1031">
                  <c:v>4.2147600000000001</c:v>
                </c:pt>
                <c:pt idx="1032">
                  <c:v>4.2150600000000003</c:v>
                </c:pt>
                <c:pt idx="1033">
                  <c:v>4.2153700000000001</c:v>
                </c:pt>
                <c:pt idx="1034">
                  <c:v>4.2156700000000003</c:v>
                </c:pt>
                <c:pt idx="1035">
                  <c:v>4.2159800000000001</c:v>
                </c:pt>
                <c:pt idx="1036">
                  <c:v>4.2162800000000002</c:v>
                </c:pt>
                <c:pt idx="1037">
                  <c:v>4.2165900000000001</c:v>
                </c:pt>
                <c:pt idx="1038">
                  <c:v>4.2168999999999999</c:v>
                </c:pt>
                <c:pt idx="1039">
                  <c:v>4.2172000000000001</c:v>
                </c:pt>
                <c:pt idx="1040">
                  <c:v>4.2175099999999999</c:v>
                </c:pt>
                <c:pt idx="1041">
                  <c:v>4.2178100000000001</c:v>
                </c:pt>
                <c:pt idx="1042">
                  <c:v>4.2181199999999999</c:v>
                </c:pt>
                <c:pt idx="1043">
                  <c:v>4.2184200000000001</c:v>
                </c:pt>
                <c:pt idx="1044">
                  <c:v>4.2187299999999999</c:v>
                </c:pt>
                <c:pt idx="1045">
                  <c:v>4.2190300000000001</c:v>
                </c:pt>
                <c:pt idx="1046">
                  <c:v>4.2193399999999999</c:v>
                </c:pt>
                <c:pt idx="1047">
                  <c:v>4.2196400000000001</c:v>
                </c:pt>
                <c:pt idx="1048">
                  <c:v>4.2199499999999999</c:v>
                </c:pt>
                <c:pt idx="1049">
                  <c:v>4.2202599999999997</c:v>
                </c:pt>
                <c:pt idx="1050">
                  <c:v>4.2205599999999999</c:v>
                </c:pt>
                <c:pt idx="1051">
                  <c:v>4.2208699999999997</c:v>
                </c:pt>
                <c:pt idx="1052">
                  <c:v>4.2211699999999999</c:v>
                </c:pt>
                <c:pt idx="1053">
                  <c:v>4.2214799999999997</c:v>
                </c:pt>
                <c:pt idx="1054">
                  <c:v>4.2217799999999999</c:v>
                </c:pt>
                <c:pt idx="1055">
                  <c:v>4.2220899999999997</c:v>
                </c:pt>
                <c:pt idx="1056">
                  <c:v>4.2223899999999999</c:v>
                </c:pt>
                <c:pt idx="1057">
                  <c:v>4.2226999999999997</c:v>
                </c:pt>
                <c:pt idx="1058">
                  <c:v>4.2229999999999999</c:v>
                </c:pt>
                <c:pt idx="1059">
                  <c:v>4.2233099999999997</c:v>
                </c:pt>
                <c:pt idx="1060">
                  <c:v>4.2236099999999999</c:v>
                </c:pt>
                <c:pt idx="1061">
                  <c:v>4.2239199999999997</c:v>
                </c:pt>
                <c:pt idx="1062">
                  <c:v>4.2242300000000004</c:v>
                </c:pt>
                <c:pt idx="1063">
                  <c:v>4.2245299999999997</c:v>
                </c:pt>
                <c:pt idx="1064">
                  <c:v>4.2248400000000004</c:v>
                </c:pt>
                <c:pt idx="1065">
                  <c:v>4.2251399999999997</c:v>
                </c:pt>
                <c:pt idx="1066">
                  <c:v>4.2254500000000004</c:v>
                </c:pt>
                <c:pt idx="1067">
                  <c:v>4.2257499999999997</c:v>
                </c:pt>
                <c:pt idx="1068">
                  <c:v>4.2260600000000004</c:v>
                </c:pt>
                <c:pt idx="1069">
                  <c:v>4.2263599999999997</c:v>
                </c:pt>
                <c:pt idx="1070">
                  <c:v>4.2266700000000004</c:v>
                </c:pt>
                <c:pt idx="1071">
                  <c:v>4.2269699999999997</c:v>
                </c:pt>
                <c:pt idx="1072">
                  <c:v>4.2272800000000004</c:v>
                </c:pt>
                <c:pt idx="1073">
                  <c:v>4.2275799999999997</c:v>
                </c:pt>
                <c:pt idx="1074">
                  <c:v>4.2278900000000004</c:v>
                </c:pt>
                <c:pt idx="1075">
                  <c:v>4.2282000000000002</c:v>
                </c:pt>
                <c:pt idx="1076">
                  <c:v>4.2285000000000004</c:v>
                </c:pt>
                <c:pt idx="1077">
                  <c:v>4.2288100000000002</c:v>
                </c:pt>
                <c:pt idx="1078">
                  <c:v>4.2291100000000004</c:v>
                </c:pt>
                <c:pt idx="1079">
                  <c:v>4.2294200000000002</c:v>
                </c:pt>
                <c:pt idx="1080">
                  <c:v>4.2297200000000004</c:v>
                </c:pt>
                <c:pt idx="1081">
                  <c:v>4.2300300000000002</c:v>
                </c:pt>
                <c:pt idx="1082">
                  <c:v>4.2303300000000004</c:v>
                </c:pt>
                <c:pt idx="1083">
                  <c:v>4.2306400000000002</c:v>
                </c:pt>
                <c:pt idx="1084">
                  <c:v>4.2309400000000004</c:v>
                </c:pt>
                <c:pt idx="1085">
                  <c:v>4.2312500000000002</c:v>
                </c:pt>
                <c:pt idx="1086">
                  <c:v>4.2315500000000004</c:v>
                </c:pt>
                <c:pt idx="1087">
                  <c:v>4.2318600000000002</c:v>
                </c:pt>
                <c:pt idx="1088">
                  <c:v>4.23217</c:v>
                </c:pt>
                <c:pt idx="1089">
                  <c:v>4.2324700000000002</c:v>
                </c:pt>
                <c:pt idx="1090">
                  <c:v>4.23278</c:v>
                </c:pt>
                <c:pt idx="1091">
                  <c:v>4.2330800000000002</c:v>
                </c:pt>
                <c:pt idx="1092">
                  <c:v>4.23339</c:v>
                </c:pt>
                <c:pt idx="1093">
                  <c:v>4.2336900000000002</c:v>
                </c:pt>
                <c:pt idx="1094">
                  <c:v>4.234</c:v>
                </c:pt>
                <c:pt idx="1095">
                  <c:v>4.2343000000000002</c:v>
                </c:pt>
                <c:pt idx="1096">
                  <c:v>4.23461</c:v>
                </c:pt>
                <c:pt idx="1097">
                  <c:v>4.2349100000000002</c:v>
                </c:pt>
                <c:pt idx="1098">
                  <c:v>4.23522</c:v>
                </c:pt>
                <c:pt idx="1099">
                  <c:v>4.2355299999999998</c:v>
                </c:pt>
                <c:pt idx="1100">
                  <c:v>4.23583</c:v>
                </c:pt>
                <c:pt idx="1101">
                  <c:v>4.2361399999999998</c:v>
                </c:pt>
                <c:pt idx="1102">
                  <c:v>4.23644</c:v>
                </c:pt>
                <c:pt idx="1103">
                  <c:v>4.2367499999999998</c:v>
                </c:pt>
                <c:pt idx="1104">
                  <c:v>4.23705</c:v>
                </c:pt>
                <c:pt idx="1105">
                  <c:v>4.2373599999999998</c:v>
                </c:pt>
                <c:pt idx="1106">
                  <c:v>4.23766</c:v>
                </c:pt>
                <c:pt idx="1107">
                  <c:v>4.2379699999999998</c:v>
                </c:pt>
                <c:pt idx="1108">
                  <c:v>4.23827</c:v>
                </c:pt>
                <c:pt idx="1109">
                  <c:v>4.2385799999999998</c:v>
                </c:pt>
                <c:pt idx="1110">
                  <c:v>4.23888</c:v>
                </c:pt>
                <c:pt idx="1111">
                  <c:v>4.2391899999999998</c:v>
                </c:pt>
                <c:pt idx="1112">
                  <c:v>4.2394999999999996</c:v>
                </c:pt>
                <c:pt idx="1113">
                  <c:v>4.2397999999999998</c:v>
                </c:pt>
                <c:pt idx="1114">
                  <c:v>4.2401099999999996</c:v>
                </c:pt>
                <c:pt idx="1115">
                  <c:v>4.2404099999999998</c:v>
                </c:pt>
                <c:pt idx="1116">
                  <c:v>4.2407199999999996</c:v>
                </c:pt>
                <c:pt idx="1117">
                  <c:v>4.2410199999999998</c:v>
                </c:pt>
                <c:pt idx="1118">
                  <c:v>4.2413299999999996</c:v>
                </c:pt>
                <c:pt idx="1119">
                  <c:v>4.2416299999999998</c:v>
                </c:pt>
                <c:pt idx="1120">
                  <c:v>4.2419399999999996</c:v>
                </c:pt>
                <c:pt idx="1121">
                  <c:v>4.2422399999999998</c:v>
                </c:pt>
                <c:pt idx="1122">
                  <c:v>4.2425499999999996</c:v>
                </c:pt>
                <c:pt idx="1123">
                  <c:v>4.2428499999999998</c:v>
                </c:pt>
                <c:pt idx="1124">
                  <c:v>4.2431599999999996</c:v>
                </c:pt>
                <c:pt idx="1125">
                  <c:v>4.2434700000000003</c:v>
                </c:pt>
                <c:pt idx="1126">
                  <c:v>4.2437699999999996</c:v>
                </c:pt>
                <c:pt idx="1127">
                  <c:v>4.2440800000000003</c:v>
                </c:pt>
                <c:pt idx="1128">
                  <c:v>4.2443799999999996</c:v>
                </c:pt>
                <c:pt idx="1129">
                  <c:v>4.2446900000000003</c:v>
                </c:pt>
                <c:pt idx="1130">
                  <c:v>4.2449899999999996</c:v>
                </c:pt>
                <c:pt idx="1131">
                  <c:v>4.2453000000000003</c:v>
                </c:pt>
                <c:pt idx="1132">
                  <c:v>4.2455999999999996</c:v>
                </c:pt>
                <c:pt idx="1133">
                  <c:v>4.2459100000000003</c:v>
                </c:pt>
                <c:pt idx="1134">
                  <c:v>4.2462099999999996</c:v>
                </c:pt>
                <c:pt idx="1135">
                  <c:v>4.2465200000000003</c:v>
                </c:pt>
                <c:pt idx="1136">
                  <c:v>4.2468199999999996</c:v>
                </c:pt>
                <c:pt idx="1137">
                  <c:v>4.2471300000000003</c:v>
                </c:pt>
                <c:pt idx="1138">
                  <c:v>4.2474400000000001</c:v>
                </c:pt>
                <c:pt idx="1139">
                  <c:v>4.2477400000000003</c:v>
                </c:pt>
                <c:pt idx="1140">
                  <c:v>4.2480500000000001</c:v>
                </c:pt>
                <c:pt idx="1141">
                  <c:v>4.2483500000000003</c:v>
                </c:pt>
                <c:pt idx="1142">
                  <c:v>4.2486600000000001</c:v>
                </c:pt>
                <c:pt idx="1143">
                  <c:v>4.2489600000000003</c:v>
                </c:pt>
                <c:pt idx="1144">
                  <c:v>4.2492700000000001</c:v>
                </c:pt>
                <c:pt idx="1145">
                  <c:v>4.2495700000000003</c:v>
                </c:pt>
                <c:pt idx="1146">
                  <c:v>4.2498800000000001</c:v>
                </c:pt>
                <c:pt idx="1147">
                  <c:v>4.2501800000000003</c:v>
                </c:pt>
              </c:numCache>
            </c:numRef>
          </c:xVal>
          <c:yVal>
            <c:numRef>
              <c:f>'For plotting'!$AD$2:$AD$1149</c:f>
              <c:numCache>
                <c:formatCode>General</c:formatCode>
                <c:ptCount val="1148"/>
                <c:pt idx="0">
                  <c:v>0.21534074486107832</c:v>
                </c:pt>
                <c:pt idx="1">
                  <c:v>0.21553413544452657</c:v>
                </c:pt>
                <c:pt idx="2">
                  <c:v>0.2165212300392928</c:v>
                </c:pt>
                <c:pt idx="3">
                  <c:v>0.21644155230613318</c:v>
                </c:pt>
                <c:pt idx="4">
                  <c:v>0.21449555638526738</c:v>
                </c:pt>
                <c:pt idx="5">
                  <c:v>0.21335535456210267</c:v>
                </c:pt>
                <c:pt idx="6">
                  <c:v>0.213847593793417</c:v>
                </c:pt>
                <c:pt idx="7">
                  <c:v>0.21476986926959116</c:v>
                </c:pt>
                <c:pt idx="8">
                  <c:v>0.2151878662267501</c:v>
                </c:pt>
                <c:pt idx="9">
                  <c:v>0.2150571358178969</c:v>
                </c:pt>
                <c:pt idx="10">
                  <c:v>0.21565681426223804</c:v>
                </c:pt>
                <c:pt idx="11">
                  <c:v>0.21482442705436222</c:v>
                </c:pt>
                <c:pt idx="12">
                  <c:v>0.21355285983881578</c:v>
                </c:pt>
                <c:pt idx="13">
                  <c:v>0.21580809273807439</c:v>
                </c:pt>
                <c:pt idx="14">
                  <c:v>0.2164586714620623</c:v>
                </c:pt>
                <c:pt idx="15">
                  <c:v>0.21575467792365466</c:v>
                </c:pt>
                <c:pt idx="16">
                  <c:v>0.21386491614407524</c:v>
                </c:pt>
                <c:pt idx="17">
                  <c:v>0.21145266451788242</c:v>
                </c:pt>
                <c:pt idx="18">
                  <c:v>0.21106509597141052</c:v>
                </c:pt>
                <c:pt idx="19">
                  <c:v>0.21184564312401738</c:v>
                </c:pt>
                <c:pt idx="20">
                  <c:v>0.21257892210276066</c:v>
                </c:pt>
                <c:pt idx="21">
                  <c:v>0.21377777100462014</c:v>
                </c:pt>
                <c:pt idx="22">
                  <c:v>0.21381592081501408</c:v>
                </c:pt>
                <c:pt idx="23">
                  <c:v>0.21404789299765564</c:v>
                </c:pt>
                <c:pt idx="24">
                  <c:v>0.21374952693727126</c:v>
                </c:pt>
                <c:pt idx="25">
                  <c:v>0.21307814615288881</c:v>
                </c:pt>
                <c:pt idx="26">
                  <c:v>0.2133017873516361</c:v>
                </c:pt>
                <c:pt idx="27">
                  <c:v>0.21276677562984017</c:v>
                </c:pt>
                <c:pt idx="28">
                  <c:v>0.21168153798090478</c:v>
                </c:pt>
                <c:pt idx="29">
                  <c:v>0.21182369809327148</c:v>
                </c:pt>
                <c:pt idx="30">
                  <c:v>0.21242784682165344</c:v>
                </c:pt>
                <c:pt idx="31">
                  <c:v>0.21198434892598886</c:v>
                </c:pt>
                <c:pt idx="32">
                  <c:v>0.21176624478361034</c:v>
                </c:pt>
                <c:pt idx="33">
                  <c:v>0.21312498253795298</c:v>
                </c:pt>
                <c:pt idx="34">
                  <c:v>0.21394799738894774</c:v>
                </c:pt>
                <c:pt idx="35">
                  <c:v>0.212368717155477</c:v>
                </c:pt>
                <c:pt idx="36">
                  <c:v>0.21038888931221125</c:v>
                </c:pt>
                <c:pt idx="37">
                  <c:v>0.20995633853257847</c:v>
                </c:pt>
                <c:pt idx="38">
                  <c:v>0.21041743817165384</c:v>
                </c:pt>
                <c:pt idx="39">
                  <c:v>0.21082613896995514</c:v>
                </c:pt>
                <c:pt idx="40">
                  <c:v>0.21151672165624025</c:v>
                </c:pt>
                <c:pt idx="41">
                  <c:v>0.21376918602731446</c:v>
                </c:pt>
                <c:pt idx="42">
                  <c:v>0.21525540307484425</c:v>
                </c:pt>
                <c:pt idx="43">
                  <c:v>0.21539022277762115</c:v>
                </c:pt>
                <c:pt idx="44">
                  <c:v>0.21472549662061768</c:v>
                </c:pt>
                <c:pt idx="45">
                  <c:v>0.21442550500240024</c:v>
                </c:pt>
                <c:pt idx="46">
                  <c:v>0.21269248255700249</c:v>
                </c:pt>
                <c:pt idx="47">
                  <c:v>0.21010286733162142</c:v>
                </c:pt>
                <c:pt idx="48">
                  <c:v>0.20900884151065122</c:v>
                </c:pt>
                <c:pt idx="49">
                  <c:v>0.21003957217349783</c:v>
                </c:pt>
                <c:pt idx="50">
                  <c:v>0.21210855170416881</c:v>
                </c:pt>
                <c:pt idx="51">
                  <c:v>0.21315203283626824</c:v>
                </c:pt>
                <c:pt idx="52">
                  <c:v>0.21314085712616615</c:v>
                </c:pt>
                <c:pt idx="53">
                  <c:v>0.21342759028830793</c:v>
                </c:pt>
                <c:pt idx="54">
                  <c:v>0.21371267249327552</c:v>
                </c:pt>
                <c:pt idx="55">
                  <c:v>0.21313580265727908</c:v>
                </c:pt>
                <c:pt idx="56">
                  <c:v>0.21135622321956971</c:v>
                </c:pt>
                <c:pt idx="57">
                  <c:v>0.21057417750583551</c:v>
                </c:pt>
                <c:pt idx="58">
                  <c:v>0.21047776160686393</c:v>
                </c:pt>
                <c:pt idx="59">
                  <c:v>0.21090513092090393</c:v>
                </c:pt>
                <c:pt idx="60">
                  <c:v>0.21131108859036196</c:v>
                </c:pt>
                <c:pt idx="61">
                  <c:v>0.21123387459329307</c:v>
                </c:pt>
                <c:pt idx="62">
                  <c:v>0.21104818001021056</c:v>
                </c:pt>
                <c:pt idx="63">
                  <c:v>0.2116197921825908</c:v>
                </c:pt>
                <c:pt idx="64">
                  <c:v>0.21122046374117057</c:v>
                </c:pt>
                <c:pt idx="65">
                  <c:v>0.21146653255814546</c:v>
                </c:pt>
                <c:pt idx="66">
                  <c:v>0.21142279489270049</c:v>
                </c:pt>
                <c:pt idx="67">
                  <c:v>0.21145642362037129</c:v>
                </c:pt>
                <c:pt idx="68">
                  <c:v>0.21154877562476029</c:v>
                </c:pt>
                <c:pt idx="69">
                  <c:v>0.21199582942818465</c:v>
                </c:pt>
                <c:pt idx="70">
                  <c:v>0.21338789111810441</c:v>
                </c:pt>
                <c:pt idx="71">
                  <c:v>0.21576438047197058</c:v>
                </c:pt>
                <c:pt idx="72">
                  <c:v>0.21606142576661563</c:v>
                </c:pt>
                <c:pt idx="73">
                  <c:v>0.21506069172565664</c:v>
                </c:pt>
                <c:pt idx="74">
                  <c:v>0.21484718486402463</c:v>
                </c:pt>
                <c:pt idx="75">
                  <c:v>0.21511339535852442</c:v>
                </c:pt>
                <c:pt idx="76">
                  <c:v>0.21508568467733949</c:v>
                </c:pt>
                <c:pt idx="77">
                  <c:v>0.21359791827000008</c:v>
                </c:pt>
                <c:pt idx="78">
                  <c:v>0.21196181971039674</c:v>
                </c:pt>
                <c:pt idx="79">
                  <c:v>0.21184074105117714</c:v>
                </c:pt>
                <c:pt idx="80">
                  <c:v>0.21335192565104863</c:v>
                </c:pt>
                <c:pt idx="81">
                  <c:v>0.21365298404159397</c:v>
                </c:pt>
                <c:pt idx="82">
                  <c:v>0.2126026704867276</c:v>
                </c:pt>
                <c:pt idx="83">
                  <c:v>0.21158933837256264</c:v>
                </c:pt>
                <c:pt idx="84">
                  <c:v>0.21240026313717422</c:v>
                </c:pt>
                <c:pt idx="85">
                  <c:v>0.21319488152477326</c:v>
                </c:pt>
                <c:pt idx="86">
                  <c:v>0.21415352885746144</c:v>
                </c:pt>
                <c:pt idx="87">
                  <c:v>0.21538031703457614</c:v>
                </c:pt>
                <c:pt idx="88">
                  <c:v>0.21698202488627447</c:v>
                </c:pt>
                <c:pt idx="89">
                  <c:v>0.21809675117027466</c:v>
                </c:pt>
                <c:pt idx="90">
                  <c:v>0.21827876284889172</c:v>
                </c:pt>
                <c:pt idx="91">
                  <c:v>0.21664014975451537</c:v>
                </c:pt>
                <c:pt idx="92">
                  <c:v>0.2153501934159828</c:v>
                </c:pt>
                <c:pt idx="93">
                  <c:v>0.21443919524727528</c:v>
                </c:pt>
                <c:pt idx="94">
                  <c:v>0.21217217705372723</c:v>
                </c:pt>
                <c:pt idx="95">
                  <c:v>0.21249225955078727</c:v>
                </c:pt>
                <c:pt idx="96">
                  <c:v>0.21381584461699066</c:v>
                </c:pt>
                <c:pt idx="97">
                  <c:v>0.21330757840141629</c:v>
                </c:pt>
                <c:pt idx="98">
                  <c:v>0.21329188160859108</c:v>
                </c:pt>
                <c:pt idx="99">
                  <c:v>0.21516630218612132</c:v>
                </c:pt>
                <c:pt idx="100">
                  <c:v>0.21465031457084005</c:v>
                </c:pt>
                <c:pt idx="101">
                  <c:v>0.21398378506061555</c:v>
                </c:pt>
                <c:pt idx="102">
                  <c:v>0.21393941241164205</c:v>
                </c:pt>
                <c:pt idx="103">
                  <c:v>0.21413465714699362</c:v>
                </c:pt>
                <c:pt idx="104">
                  <c:v>0.2134118680961416</c:v>
                </c:pt>
                <c:pt idx="105">
                  <c:v>0.21371742217006892</c:v>
                </c:pt>
                <c:pt idx="106">
                  <c:v>0.21511316676445413</c:v>
                </c:pt>
                <c:pt idx="107">
                  <c:v>0.21458310791418073</c:v>
                </c:pt>
                <c:pt idx="108">
                  <c:v>0.21383532591164586</c:v>
                </c:pt>
                <c:pt idx="109">
                  <c:v>0.21405480161844603</c:v>
                </c:pt>
                <c:pt idx="110">
                  <c:v>0.21378518761223336</c:v>
                </c:pt>
                <c:pt idx="111">
                  <c:v>0.21338352243142814</c:v>
                </c:pt>
                <c:pt idx="112">
                  <c:v>0.21280423965802328</c:v>
                </c:pt>
                <c:pt idx="113">
                  <c:v>0.21310628862287315</c:v>
                </c:pt>
                <c:pt idx="114">
                  <c:v>0.21294866031175153</c:v>
                </c:pt>
                <c:pt idx="115">
                  <c:v>0.21303560225647747</c:v>
                </c:pt>
                <c:pt idx="116">
                  <c:v>0.21317136173487661</c:v>
                </c:pt>
                <c:pt idx="117">
                  <c:v>0.21182153914927448</c:v>
                </c:pt>
                <c:pt idx="118">
                  <c:v>0.21200979906581224</c:v>
                </c:pt>
                <c:pt idx="119">
                  <c:v>0.21227275844464596</c:v>
                </c:pt>
                <c:pt idx="120">
                  <c:v>0.21087957918371597</c:v>
                </c:pt>
                <c:pt idx="121">
                  <c:v>0.21212043859582283</c:v>
                </c:pt>
                <c:pt idx="122">
                  <c:v>0.21489348786292484</c:v>
                </c:pt>
                <c:pt idx="123">
                  <c:v>0.21678093830246045</c:v>
                </c:pt>
                <c:pt idx="124">
                  <c:v>0.21700996416152965</c:v>
                </c:pt>
                <c:pt idx="125">
                  <c:v>0.21614438001478242</c:v>
                </c:pt>
                <c:pt idx="126">
                  <c:v>0.21624689175562786</c:v>
                </c:pt>
                <c:pt idx="127">
                  <c:v>0.21576171354115076</c:v>
                </c:pt>
                <c:pt idx="128">
                  <c:v>0.21657959772523502</c:v>
                </c:pt>
                <c:pt idx="129">
                  <c:v>0.21664192770839524</c:v>
                </c:pt>
                <c:pt idx="130">
                  <c:v>0.21487212701702518</c:v>
                </c:pt>
                <c:pt idx="131">
                  <c:v>0.21388813114187818</c:v>
                </c:pt>
                <c:pt idx="132">
                  <c:v>0.21491235957339266</c:v>
                </c:pt>
                <c:pt idx="133">
                  <c:v>0.21533459822052217</c:v>
                </c:pt>
                <c:pt idx="134">
                  <c:v>0.21462661698555541</c:v>
                </c:pt>
                <c:pt idx="135">
                  <c:v>0.21419721572422412</c:v>
                </c:pt>
                <c:pt idx="136">
                  <c:v>0.21329122122572142</c:v>
                </c:pt>
                <c:pt idx="137">
                  <c:v>0.21312096944205269</c:v>
                </c:pt>
                <c:pt idx="138">
                  <c:v>0.21380532928975823</c:v>
                </c:pt>
                <c:pt idx="139">
                  <c:v>0.21471335573555222</c:v>
                </c:pt>
                <c:pt idx="140">
                  <c:v>0.21360917017812558</c:v>
                </c:pt>
                <c:pt idx="141">
                  <c:v>0.21349670189555284</c:v>
                </c:pt>
                <c:pt idx="142">
                  <c:v>0.21441460868505072</c:v>
                </c:pt>
                <c:pt idx="143">
                  <c:v>0.21360678264005833</c:v>
                </c:pt>
                <c:pt idx="144">
                  <c:v>0.21505985354739898</c:v>
                </c:pt>
                <c:pt idx="145">
                  <c:v>0.21603155614143371</c:v>
                </c:pt>
                <c:pt idx="146">
                  <c:v>0.21695185046899884</c:v>
                </c:pt>
                <c:pt idx="147">
                  <c:v>0.21693231837566135</c:v>
                </c:pt>
                <c:pt idx="148">
                  <c:v>0.21600740136800853</c:v>
                </c:pt>
                <c:pt idx="149">
                  <c:v>0.21539479465902656</c:v>
                </c:pt>
                <c:pt idx="150">
                  <c:v>0.21533571579153238</c:v>
                </c:pt>
                <c:pt idx="151">
                  <c:v>0.21533063592330415</c:v>
                </c:pt>
                <c:pt idx="152">
                  <c:v>0.21479610678898992</c:v>
                </c:pt>
                <c:pt idx="153">
                  <c:v>0.21512581563634239</c:v>
                </c:pt>
                <c:pt idx="154">
                  <c:v>0.21502378648297865</c:v>
                </c:pt>
                <c:pt idx="155">
                  <c:v>0.21531399935485673</c:v>
                </c:pt>
                <c:pt idx="156">
                  <c:v>0.21526924571576614</c:v>
                </c:pt>
                <c:pt idx="157">
                  <c:v>0.2160552283273772</c:v>
                </c:pt>
                <c:pt idx="158">
                  <c:v>0.21751873836392685</c:v>
                </c:pt>
                <c:pt idx="159">
                  <c:v>0.2178487266040319</c:v>
                </c:pt>
                <c:pt idx="160">
                  <c:v>0.21611466278564734</c:v>
                </c:pt>
                <c:pt idx="161">
                  <c:v>0.21504839844454435</c:v>
                </c:pt>
                <c:pt idx="162">
                  <c:v>0.21475729659572632</c:v>
                </c:pt>
                <c:pt idx="163">
                  <c:v>0.21449868050422774</c:v>
                </c:pt>
                <c:pt idx="164">
                  <c:v>0.21449075590979172</c:v>
                </c:pt>
                <c:pt idx="165">
                  <c:v>0.21365245065543001</c:v>
                </c:pt>
                <c:pt idx="166">
                  <c:v>0.21438854896103995</c:v>
                </c:pt>
                <c:pt idx="167">
                  <c:v>0.21526934731313072</c:v>
                </c:pt>
                <c:pt idx="168">
                  <c:v>0.21452354645920485</c:v>
                </c:pt>
                <c:pt idx="169">
                  <c:v>0.21223872332751689</c:v>
                </c:pt>
                <c:pt idx="170">
                  <c:v>0.21183152109034292</c:v>
                </c:pt>
                <c:pt idx="171">
                  <c:v>0.21269713063643131</c:v>
                </c:pt>
                <c:pt idx="172">
                  <c:v>0.21300507224842588</c:v>
                </c:pt>
                <c:pt idx="173">
                  <c:v>0.21285572412251627</c:v>
                </c:pt>
                <c:pt idx="174">
                  <c:v>0.21317641620376368</c:v>
                </c:pt>
                <c:pt idx="175">
                  <c:v>0.21281564396219563</c:v>
                </c:pt>
                <c:pt idx="176">
                  <c:v>0.2127894064427969</c:v>
                </c:pt>
                <c:pt idx="177">
                  <c:v>0.21180576615842586</c:v>
                </c:pt>
                <c:pt idx="178">
                  <c:v>0.210959510910287</c:v>
                </c:pt>
                <c:pt idx="179">
                  <c:v>0.2116355651734394</c:v>
                </c:pt>
                <c:pt idx="180">
                  <c:v>0.21360279494349918</c:v>
                </c:pt>
                <c:pt idx="181">
                  <c:v>0.21512835557045651</c:v>
                </c:pt>
                <c:pt idx="182">
                  <c:v>0.21464437112501303</c:v>
                </c:pt>
                <c:pt idx="183">
                  <c:v>0.2139806101429729</c:v>
                </c:pt>
                <c:pt idx="184">
                  <c:v>0.21431562745262389</c:v>
                </c:pt>
                <c:pt idx="185">
                  <c:v>0.21464891760707727</c:v>
                </c:pt>
                <c:pt idx="186">
                  <c:v>0.21548539410887682</c:v>
                </c:pt>
                <c:pt idx="187">
                  <c:v>0.21718788654622301</c:v>
                </c:pt>
                <c:pt idx="188">
                  <c:v>0.21800503414941419</c:v>
                </c:pt>
                <c:pt idx="189">
                  <c:v>0.21772231408317269</c:v>
                </c:pt>
                <c:pt idx="190">
                  <c:v>0.21681116351841834</c:v>
                </c:pt>
                <c:pt idx="191">
                  <c:v>0.21586679061545144</c:v>
                </c:pt>
                <c:pt idx="192">
                  <c:v>0.21694555143239586</c:v>
                </c:pt>
                <c:pt idx="193">
                  <c:v>0.21846125711499045</c:v>
                </c:pt>
                <c:pt idx="194">
                  <c:v>0.21769567017431568</c:v>
                </c:pt>
                <c:pt idx="195">
                  <c:v>0.21676295556893255</c:v>
                </c:pt>
                <c:pt idx="196">
                  <c:v>0.21688692975304222</c:v>
                </c:pt>
                <c:pt idx="197">
                  <c:v>0.21822743078044557</c:v>
                </c:pt>
                <c:pt idx="198">
                  <c:v>0.21974206969071222</c:v>
                </c:pt>
                <c:pt idx="199">
                  <c:v>0.21978004170571816</c:v>
                </c:pt>
                <c:pt idx="200">
                  <c:v>0.21926842277711317</c:v>
                </c:pt>
                <c:pt idx="201">
                  <c:v>0.22002547553916452</c:v>
                </c:pt>
                <c:pt idx="202">
                  <c:v>0.22031782195569849</c:v>
                </c:pt>
                <c:pt idx="203">
                  <c:v>0.21998031551061567</c:v>
                </c:pt>
                <c:pt idx="204">
                  <c:v>0.22011823393301178</c:v>
                </c:pt>
                <c:pt idx="205">
                  <c:v>0.21865914338182069</c:v>
                </c:pt>
                <c:pt idx="206">
                  <c:v>0.21762010713442095</c:v>
                </c:pt>
                <c:pt idx="207">
                  <c:v>0.21657731178453232</c:v>
                </c:pt>
                <c:pt idx="208">
                  <c:v>0.21536253749577738</c:v>
                </c:pt>
                <c:pt idx="209">
                  <c:v>0.21489300527544317</c:v>
                </c:pt>
                <c:pt idx="210">
                  <c:v>0.21467497733108803</c:v>
                </c:pt>
                <c:pt idx="211">
                  <c:v>0.21422342784428172</c:v>
                </c:pt>
                <c:pt idx="212">
                  <c:v>0.21415385904889628</c:v>
                </c:pt>
                <c:pt idx="213">
                  <c:v>0.21450233800935206</c:v>
                </c:pt>
                <c:pt idx="214">
                  <c:v>0.21494659788525086</c:v>
                </c:pt>
                <c:pt idx="215">
                  <c:v>0.21524559892916378</c:v>
                </c:pt>
                <c:pt idx="216">
                  <c:v>0.21619596607663999</c:v>
                </c:pt>
                <c:pt idx="217">
                  <c:v>0.21775883833573359</c:v>
                </c:pt>
                <c:pt idx="218">
                  <c:v>0.21873541760326737</c:v>
                </c:pt>
                <c:pt idx="219">
                  <c:v>0.21854835145576323</c:v>
                </c:pt>
                <c:pt idx="220">
                  <c:v>0.21956257254686815</c:v>
                </c:pt>
                <c:pt idx="221">
                  <c:v>0.22001625557833032</c:v>
                </c:pt>
                <c:pt idx="222">
                  <c:v>0.21948708570499681</c:v>
                </c:pt>
                <c:pt idx="223">
                  <c:v>0.21896634841292217</c:v>
                </c:pt>
                <c:pt idx="224">
                  <c:v>0.21969083921963065</c:v>
                </c:pt>
                <c:pt idx="225">
                  <c:v>0.22062337602962581</c:v>
                </c:pt>
                <c:pt idx="226">
                  <c:v>0.22010347691580881</c:v>
                </c:pt>
                <c:pt idx="227">
                  <c:v>0.21810315180424222</c:v>
                </c:pt>
                <c:pt idx="228">
                  <c:v>0.21461790501154401</c:v>
                </c:pt>
                <c:pt idx="229">
                  <c:v>0.21334019115544145</c:v>
                </c:pt>
                <c:pt idx="230">
                  <c:v>0.21302747446731232</c:v>
                </c:pt>
                <c:pt idx="231">
                  <c:v>0.21400230118030739</c:v>
                </c:pt>
                <c:pt idx="232">
                  <c:v>0.21596978494377858</c:v>
                </c:pt>
                <c:pt idx="233">
                  <c:v>0.21557477439035233</c:v>
                </c:pt>
                <c:pt idx="234">
                  <c:v>0.21527650992733249</c:v>
                </c:pt>
                <c:pt idx="235">
                  <c:v>0.2148474642567772</c:v>
                </c:pt>
                <c:pt idx="236">
                  <c:v>0.21360637625060008</c:v>
                </c:pt>
                <c:pt idx="237">
                  <c:v>0.21312046145522986</c:v>
                </c:pt>
                <c:pt idx="238">
                  <c:v>0.2147714440287419</c:v>
                </c:pt>
                <c:pt idx="239">
                  <c:v>0.21659384675561516</c:v>
                </c:pt>
                <c:pt idx="240">
                  <c:v>0.21674901133064609</c:v>
                </c:pt>
                <c:pt idx="241">
                  <c:v>0.21640421527465578</c:v>
                </c:pt>
                <c:pt idx="242">
                  <c:v>0.21796525878118722</c:v>
                </c:pt>
                <c:pt idx="243">
                  <c:v>0.21862475267391565</c:v>
                </c:pt>
                <c:pt idx="244">
                  <c:v>0.21817106964245347</c:v>
                </c:pt>
                <c:pt idx="245">
                  <c:v>0.21881001546819875</c:v>
                </c:pt>
                <c:pt idx="246">
                  <c:v>0.21981428001757636</c:v>
                </c:pt>
                <c:pt idx="247">
                  <c:v>0.219965253701319</c:v>
                </c:pt>
                <c:pt idx="248">
                  <c:v>0.22025612695606678</c:v>
                </c:pt>
                <c:pt idx="249">
                  <c:v>0.22113519815295993</c:v>
                </c:pt>
                <c:pt idx="250">
                  <c:v>0.22175359591172206</c:v>
                </c:pt>
                <c:pt idx="251">
                  <c:v>0.2217332256401269</c:v>
                </c:pt>
                <c:pt idx="252">
                  <c:v>0.22258671970049099</c:v>
                </c:pt>
                <c:pt idx="253">
                  <c:v>0.22408718577840092</c:v>
                </c:pt>
                <c:pt idx="254">
                  <c:v>0.22473573255509754</c:v>
                </c:pt>
                <c:pt idx="255">
                  <c:v>0.22324994729636716</c:v>
                </c:pt>
                <c:pt idx="256">
                  <c:v>0.22231154323856839</c:v>
                </c:pt>
                <c:pt idx="257">
                  <c:v>0.22194660550505321</c:v>
                </c:pt>
                <c:pt idx="258">
                  <c:v>0.22227415540840872</c:v>
                </c:pt>
                <c:pt idx="259">
                  <c:v>0.22330950875134301</c:v>
                </c:pt>
                <c:pt idx="260">
                  <c:v>0.22448620942772746</c:v>
                </c:pt>
                <c:pt idx="261">
                  <c:v>0.22452316546908774</c:v>
                </c:pt>
                <c:pt idx="262">
                  <c:v>0.22397657164773146</c:v>
                </c:pt>
                <c:pt idx="263">
                  <c:v>0.22404278773008629</c:v>
                </c:pt>
                <c:pt idx="264">
                  <c:v>0.22398022915285579</c:v>
                </c:pt>
                <c:pt idx="265">
                  <c:v>0.2232247003512729</c:v>
                </c:pt>
                <c:pt idx="266">
                  <c:v>0.22306747842960956</c:v>
                </c:pt>
                <c:pt idx="267">
                  <c:v>0.22499556781497088</c:v>
                </c:pt>
                <c:pt idx="268">
                  <c:v>0.22555884900345685</c:v>
                </c:pt>
                <c:pt idx="269">
                  <c:v>0.22423328278864446</c:v>
                </c:pt>
                <c:pt idx="270">
                  <c:v>0.22390941578975443</c:v>
                </c:pt>
                <c:pt idx="271">
                  <c:v>0.22417087660746082</c:v>
                </c:pt>
                <c:pt idx="272">
                  <c:v>0.22227961626675405</c:v>
                </c:pt>
                <c:pt idx="273">
                  <c:v>0.22245713226198913</c:v>
                </c:pt>
                <c:pt idx="274">
                  <c:v>0.22380677705220328</c:v>
                </c:pt>
                <c:pt idx="275">
                  <c:v>0.223484307017076</c:v>
                </c:pt>
                <c:pt idx="276">
                  <c:v>0.22356581350279775</c:v>
                </c:pt>
                <c:pt idx="277">
                  <c:v>0.22421768759318383</c:v>
                </c:pt>
                <c:pt idx="278">
                  <c:v>0.22511781484388296</c:v>
                </c:pt>
                <c:pt idx="279">
                  <c:v>0.22582579607884973</c:v>
                </c:pt>
                <c:pt idx="280">
                  <c:v>0.22633429088849435</c:v>
                </c:pt>
                <c:pt idx="281">
                  <c:v>0.22705995006489532</c:v>
                </c:pt>
                <c:pt idx="282">
                  <c:v>0.22688875850560436</c:v>
                </c:pt>
                <c:pt idx="283">
                  <c:v>0.2277581779528639</c:v>
                </c:pt>
                <c:pt idx="284">
                  <c:v>0.22863547119587718</c:v>
                </c:pt>
                <c:pt idx="285">
                  <c:v>0.22963849117753887</c:v>
                </c:pt>
                <c:pt idx="286">
                  <c:v>0.23128360650324731</c:v>
                </c:pt>
                <c:pt idx="287">
                  <c:v>0.23277353185458372</c:v>
                </c:pt>
                <c:pt idx="288">
                  <c:v>0.23169050394832758</c:v>
                </c:pt>
                <c:pt idx="289">
                  <c:v>0.22962274358603138</c:v>
                </c:pt>
                <c:pt idx="290">
                  <c:v>0.22857832267830974</c:v>
                </c:pt>
                <c:pt idx="291">
                  <c:v>0.2281373901161004</c:v>
                </c:pt>
                <c:pt idx="292">
                  <c:v>0.22899207794549811</c:v>
                </c:pt>
                <c:pt idx="293">
                  <c:v>0.22950717658383943</c:v>
                </c:pt>
                <c:pt idx="294">
                  <c:v>0.22902992296379832</c:v>
                </c:pt>
                <c:pt idx="295">
                  <c:v>0.22833169507582973</c:v>
                </c:pt>
                <c:pt idx="296">
                  <c:v>0.22837690590306089</c:v>
                </c:pt>
                <c:pt idx="297">
                  <c:v>0.2292529291790171</c:v>
                </c:pt>
                <c:pt idx="298">
                  <c:v>0.22923210171928141</c:v>
                </c:pt>
                <c:pt idx="299">
                  <c:v>0.23022927985248065</c:v>
                </c:pt>
                <c:pt idx="300">
                  <c:v>0.23144235238537914</c:v>
                </c:pt>
                <c:pt idx="301">
                  <c:v>0.23237781011960551</c:v>
                </c:pt>
                <c:pt idx="302">
                  <c:v>0.23333790521473874</c:v>
                </c:pt>
                <c:pt idx="303">
                  <c:v>0.23350300093215581</c:v>
                </c:pt>
                <c:pt idx="304">
                  <c:v>0.23231100985240444</c:v>
                </c:pt>
                <c:pt idx="305">
                  <c:v>0.2322612271437679</c:v>
                </c:pt>
                <c:pt idx="306">
                  <c:v>0.23328913847974786</c:v>
                </c:pt>
                <c:pt idx="307">
                  <c:v>0.23454462791235198</c:v>
                </c:pt>
                <c:pt idx="308">
                  <c:v>0.23448062157267641</c:v>
                </c:pt>
                <c:pt idx="309">
                  <c:v>0.23380652305879188</c:v>
                </c:pt>
                <c:pt idx="310">
                  <c:v>0.2336442212689003</c:v>
                </c:pt>
                <c:pt idx="311">
                  <c:v>0.23219188694245274</c:v>
                </c:pt>
                <c:pt idx="312">
                  <c:v>0.23051603841396356</c:v>
                </c:pt>
                <c:pt idx="313">
                  <c:v>0.23045279405452224</c:v>
                </c:pt>
                <c:pt idx="314">
                  <c:v>0.23197116666793666</c:v>
                </c:pt>
                <c:pt idx="315">
                  <c:v>0.23379890325644953</c:v>
                </c:pt>
                <c:pt idx="316">
                  <c:v>0.23427564888966781</c:v>
                </c:pt>
                <c:pt idx="317">
                  <c:v>0.23419945086624455</c:v>
                </c:pt>
                <c:pt idx="318">
                  <c:v>0.23243699058446426</c:v>
                </c:pt>
                <c:pt idx="319">
                  <c:v>0.23179946712182287</c:v>
                </c:pt>
                <c:pt idx="320">
                  <c:v>0.2340239414189596</c:v>
                </c:pt>
                <c:pt idx="321">
                  <c:v>0.23684733218020326</c:v>
                </c:pt>
                <c:pt idx="322">
                  <c:v>0.23679754947156673</c:v>
                </c:pt>
                <c:pt idx="323">
                  <c:v>0.23689076505355453</c:v>
                </c:pt>
                <c:pt idx="324">
                  <c:v>0.23738452824533732</c:v>
                </c:pt>
                <c:pt idx="325">
                  <c:v>0.23746860006451434</c:v>
                </c:pt>
                <c:pt idx="326">
                  <c:v>0.23877996804762885</c:v>
                </c:pt>
                <c:pt idx="327">
                  <c:v>0.23903853334044517</c:v>
                </c:pt>
                <c:pt idx="328">
                  <c:v>0.23825547165306532</c:v>
                </c:pt>
                <c:pt idx="329">
                  <c:v>0.23795067955937224</c:v>
                </c:pt>
                <c:pt idx="330">
                  <c:v>0.23912793902126178</c:v>
                </c:pt>
                <c:pt idx="331">
                  <c:v>0.23901846786094369</c:v>
                </c:pt>
                <c:pt idx="332">
                  <c:v>0.23861538031703458</c:v>
                </c:pt>
                <c:pt idx="333">
                  <c:v>0.2387111358331365</c:v>
                </c:pt>
                <c:pt idx="334">
                  <c:v>0.24020512507905545</c:v>
                </c:pt>
                <c:pt idx="335">
                  <c:v>0.24165542745821175</c:v>
                </c:pt>
                <c:pt idx="336">
                  <c:v>0.24247735013753743</c:v>
                </c:pt>
                <c:pt idx="337">
                  <c:v>0.24287637378686397</c:v>
                </c:pt>
                <c:pt idx="338">
                  <c:v>0.24290761497646751</c:v>
                </c:pt>
                <c:pt idx="339">
                  <c:v>0.24491619487390498</c:v>
                </c:pt>
                <c:pt idx="340">
                  <c:v>0.24655927825232216</c:v>
                </c:pt>
                <c:pt idx="341">
                  <c:v>0.2446492477985121</c:v>
                </c:pt>
                <c:pt idx="342">
                  <c:v>0.24181645928104625</c:v>
                </c:pt>
                <c:pt idx="343">
                  <c:v>0.24082969487771488</c:v>
                </c:pt>
                <c:pt idx="344">
                  <c:v>0.24017413788286332</c:v>
                </c:pt>
                <c:pt idx="345">
                  <c:v>0.2402038551119984</c:v>
                </c:pt>
                <c:pt idx="346">
                  <c:v>0.24061049856366726</c:v>
                </c:pt>
                <c:pt idx="347">
                  <c:v>0.24134276156876491</c:v>
                </c:pt>
                <c:pt idx="348">
                  <c:v>0.24291955266680382</c:v>
                </c:pt>
                <c:pt idx="349">
                  <c:v>0.24346995638933128</c:v>
                </c:pt>
                <c:pt idx="350">
                  <c:v>0.24268079886007757</c:v>
                </c:pt>
                <c:pt idx="351">
                  <c:v>0.24187817968001912</c:v>
                </c:pt>
                <c:pt idx="352">
                  <c:v>0.24062091229353511</c:v>
                </c:pt>
                <c:pt idx="353">
                  <c:v>0.23953991633457028</c:v>
                </c:pt>
                <c:pt idx="354">
                  <c:v>0.23927982708128553</c:v>
                </c:pt>
                <c:pt idx="355">
                  <c:v>0.23906342469476344</c:v>
                </c:pt>
                <c:pt idx="356">
                  <c:v>0.24024931993264095</c:v>
                </c:pt>
                <c:pt idx="357">
                  <c:v>0.24365435560601559</c:v>
                </c:pt>
                <c:pt idx="358">
                  <c:v>0.24490984503861971</c:v>
                </c:pt>
                <c:pt idx="359">
                  <c:v>0.24574903926992137</c:v>
                </c:pt>
                <c:pt idx="360">
                  <c:v>0.24725420422594241</c:v>
                </c:pt>
                <c:pt idx="361">
                  <c:v>0.24812108373908781</c:v>
                </c:pt>
                <c:pt idx="362">
                  <c:v>0.24788410788624143</c:v>
                </c:pt>
                <c:pt idx="363">
                  <c:v>0.24859732138548327</c:v>
                </c:pt>
                <c:pt idx="364">
                  <c:v>0.24975781728221971</c:v>
                </c:pt>
                <c:pt idx="365">
                  <c:v>0.24920842953333791</c:v>
                </c:pt>
                <c:pt idx="366">
                  <c:v>0.24761893876472846</c:v>
                </c:pt>
                <c:pt idx="367">
                  <c:v>0.2464350754741422</c:v>
                </c:pt>
                <c:pt idx="368">
                  <c:v>0.24660169515202776</c:v>
                </c:pt>
                <c:pt idx="369">
                  <c:v>0.24801059660512409</c:v>
                </c:pt>
                <c:pt idx="370">
                  <c:v>0.24975273741399148</c:v>
                </c:pt>
                <c:pt idx="371">
                  <c:v>0.24994043854502415</c:v>
                </c:pt>
                <c:pt idx="372">
                  <c:v>0.25047179276169579</c:v>
                </c:pt>
                <c:pt idx="373">
                  <c:v>0.25046823685393604</c:v>
                </c:pt>
                <c:pt idx="374">
                  <c:v>0.24958256182834618</c:v>
                </c:pt>
                <c:pt idx="375">
                  <c:v>0.24884394898796325</c:v>
                </c:pt>
                <c:pt idx="376">
                  <c:v>0.25011874191983463</c:v>
                </c:pt>
                <c:pt idx="377">
                  <c:v>0.25127974580339385</c:v>
                </c:pt>
                <c:pt idx="378">
                  <c:v>0.25079538036783328</c:v>
                </c:pt>
                <c:pt idx="379">
                  <c:v>0.25009943842056737</c:v>
                </c:pt>
                <c:pt idx="380">
                  <c:v>0.24893157671490002</c:v>
                </c:pt>
                <c:pt idx="381">
                  <c:v>0.24948020248354758</c:v>
                </c:pt>
                <c:pt idx="382">
                  <c:v>0.25067905138540708</c:v>
                </c:pt>
                <c:pt idx="383">
                  <c:v>0.25216313488828102</c:v>
                </c:pt>
                <c:pt idx="384">
                  <c:v>0.25349279039701711</c:v>
                </c:pt>
                <c:pt idx="385">
                  <c:v>0.25339043105221853</c:v>
                </c:pt>
                <c:pt idx="386">
                  <c:v>0.25215500709911587</c:v>
                </c:pt>
                <c:pt idx="387">
                  <c:v>0.25231451496148194</c:v>
                </c:pt>
                <c:pt idx="388">
                  <c:v>0.25442545420371798</c:v>
                </c:pt>
                <c:pt idx="389">
                  <c:v>0.25484759125348289</c:v>
                </c:pt>
                <c:pt idx="390">
                  <c:v>0.25447523691235452</c:v>
                </c:pt>
                <c:pt idx="391">
                  <c:v>0.25466725593138118</c:v>
                </c:pt>
                <c:pt idx="392">
                  <c:v>0.25405335385600097</c:v>
                </c:pt>
                <c:pt idx="393">
                  <c:v>0.25359133984064453</c:v>
                </c:pt>
                <c:pt idx="394">
                  <c:v>0.25377751701120876</c:v>
                </c:pt>
                <c:pt idx="395">
                  <c:v>0.25378462882672825</c:v>
                </c:pt>
                <c:pt idx="396">
                  <c:v>0.25364620241750929</c:v>
                </c:pt>
                <c:pt idx="397">
                  <c:v>0.25391695939407333</c:v>
                </c:pt>
                <c:pt idx="398">
                  <c:v>0.2551015846648938</c:v>
                </c:pt>
                <c:pt idx="399">
                  <c:v>0.25563979670367354</c:v>
                </c:pt>
                <c:pt idx="400">
                  <c:v>0.25447955480034851</c:v>
                </c:pt>
                <c:pt idx="401">
                  <c:v>0.25466979586549526</c:v>
                </c:pt>
                <c:pt idx="402">
                  <c:v>0.25673831820802567</c:v>
                </c:pt>
                <c:pt idx="403">
                  <c:v>0.2570479361765356</c:v>
                </c:pt>
                <c:pt idx="404">
                  <c:v>0.2569989154481333</c:v>
                </c:pt>
                <c:pt idx="405">
                  <c:v>0.2574373080762285</c:v>
                </c:pt>
                <c:pt idx="406">
                  <c:v>0.2600211830505117</c:v>
                </c:pt>
                <c:pt idx="407">
                  <c:v>0.26132493123128386</c:v>
                </c:pt>
                <c:pt idx="408">
                  <c:v>0.26185425350066421</c:v>
                </c:pt>
                <c:pt idx="409">
                  <c:v>0.26213745615438738</c:v>
                </c:pt>
                <c:pt idx="410">
                  <c:v>0.26100489953290612</c:v>
                </c:pt>
                <c:pt idx="411">
                  <c:v>0.26171709705850232</c:v>
                </c:pt>
                <c:pt idx="412">
                  <c:v>0.26265280878614011</c:v>
                </c:pt>
                <c:pt idx="413">
                  <c:v>0.2625626411250892</c:v>
                </c:pt>
                <c:pt idx="414">
                  <c:v>0.26330176195229493</c:v>
                </c:pt>
                <c:pt idx="415">
                  <c:v>0.26362382559796399</c:v>
                </c:pt>
                <c:pt idx="416">
                  <c:v>0.2642616030540168</c:v>
                </c:pt>
                <c:pt idx="417">
                  <c:v>0.26486966328093453</c:v>
                </c:pt>
                <c:pt idx="418">
                  <c:v>0.26626332512934614</c:v>
                </c:pt>
                <c:pt idx="419">
                  <c:v>0.26691685017690642</c:v>
                </c:pt>
                <c:pt idx="420">
                  <c:v>0.26673067300634223</c:v>
                </c:pt>
                <c:pt idx="421">
                  <c:v>0.26559481447051264</c:v>
                </c:pt>
                <c:pt idx="422">
                  <c:v>0.26452855012940968</c:v>
                </c:pt>
                <c:pt idx="423">
                  <c:v>0.26383514811625786</c:v>
                </c:pt>
                <c:pt idx="424">
                  <c:v>0.2638595314837533</c:v>
                </c:pt>
                <c:pt idx="425">
                  <c:v>0.26390652026486433</c:v>
                </c:pt>
                <c:pt idx="426">
                  <c:v>0.26417549928754847</c:v>
                </c:pt>
                <c:pt idx="427">
                  <c:v>0.26525243135193077</c:v>
                </c:pt>
                <c:pt idx="428">
                  <c:v>0.26643299272816867</c:v>
                </c:pt>
                <c:pt idx="429">
                  <c:v>0.2678688174828745</c:v>
                </c:pt>
                <c:pt idx="430">
                  <c:v>0.26919085318926828</c:v>
                </c:pt>
                <c:pt idx="431">
                  <c:v>0.26801257775373311</c:v>
                </c:pt>
                <c:pt idx="432">
                  <c:v>0.26657243511103323</c:v>
                </c:pt>
                <c:pt idx="433">
                  <c:v>0.26698669836504441</c:v>
                </c:pt>
                <c:pt idx="434">
                  <c:v>0.26780506513661034</c:v>
                </c:pt>
                <c:pt idx="435">
                  <c:v>0.26818046739867568</c:v>
                </c:pt>
                <c:pt idx="436">
                  <c:v>0.26708575579549465</c:v>
                </c:pt>
                <c:pt idx="437">
                  <c:v>0.26506549220113229</c:v>
                </c:pt>
                <c:pt idx="438">
                  <c:v>0.26447673547348183</c:v>
                </c:pt>
                <c:pt idx="439">
                  <c:v>0.26349784486590422</c:v>
                </c:pt>
                <c:pt idx="440">
                  <c:v>0.26492452585779924</c:v>
                </c:pt>
                <c:pt idx="441">
                  <c:v>0.26731409587235311</c:v>
                </c:pt>
                <c:pt idx="442">
                  <c:v>0.26789167688990145</c:v>
                </c:pt>
                <c:pt idx="443">
                  <c:v>0.26779160348580561</c:v>
                </c:pt>
                <c:pt idx="444">
                  <c:v>0.26837883625298764</c:v>
                </c:pt>
                <c:pt idx="445">
                  <c:v>0.26824117182400287</c:v>
                </c:pt>
                <c:pt idx="446">
                  <c:v>0.26885050201797767</c:v>
                </c:pt>
                <c:pt idx="447">
                  <c:v>0.26981034311969948</c:v>
                </c:pt>
                <c:pt idx="448">
                  <c:v>0.26929448250112392</c:v>
                </c:pt>
                <c:pt idx="449">
                  <c:v>0.26920075893231332</c:v>
                </c:pt>
                <c:pt idx="450">
                  <c:v>0.27018625336858759</c:v>
                </c:pt>
                <c:pt idx="451">
                  <c:v>0.27005976464970499</c:v>
                </c:pt>
                <c:pt idx="452">
                  <c:v>0.26948370759262508</c:v>
                </c:pt>
                <c:pt idx="453">
                  <c:v>0.26829654238769046</c:v>
                </c:pt>
                <c:pt idx="454">
                  <c:v>0.26693412172888237</c:v>
                </c:pt>
                <c:pt idx="455">
                  <c:v>0.26686782944850412</c:v>
                </c:pt>
                <c:pt idx="456">
                  <c:v>0.26721072055390882</c:v>
                </c:pt>
                <c:pt idx="457">
                  <c:v>0.26823532997554045</c:v>
                </c:pt>
                <c:pt idx="458">
                  <c:v>0.26881392696673451</c:v>
                </c:pt>
                <c:pt idx="459">
                  <c:v>0.26864578332838046</c:v>
                </c:pt>
                <c:pt idx="460">
                  <c:v>0.26872147336498092</c:v>
                </c:pt>
                <c:pt idx="461">
                  <c:v>0.26874814267317904</c:v>
                </c:pt>
                <c:pt idx="462">
                  <c:v>0.26825310951433923</c:v>
                </c:pt>
                <c:pt idx="463">
                  <c:v>0.26842658701433286</c:v>
                </c:pt>
                <c:pt idx="464">
                  <c:v>0.26739105587601059</c:v>
                </c:pt>
                <c:pt idx="465">
                  <c:v>0.26677766178745321</c:v>
                </c:pt>
                <c:pt idx="466">
                  <c:v>0.26735600478523586</c:v>
                </c:pt>
                <c:pt idx="467">
                  <c:v>0.26646220197048087</c:v>
                </c:pt>
                <c:pt idx="468">
                  <c:v>0.26500580374945076</c:v>
                </c:pt>
                <c:pt idx="469">
                  <c:v>0.26435786655694149</c:v>
                </c:pt>
                <c:pt idx="470">
                  <c:v>0.26399744990614943</c:v>
                </c:pt>
                <c:pt idx="471">
                  <c:v>0.26452169230730155</c:v>
                </c:pt>
                <c:pt idx="472">
                  <c:v>0.26600450584311841</c:v>
                </c:pt>
                <c:pt idx="473">
                  <c:v>0.26709667751218535</c:v>
                </c:pt>
                <c:pt idx="474">
                  <c:v>0.26691329426914667</c:v>
                </c:pt>
                <c:pt idx="475">
                  <c:v>0.26748884333940381</c:v>
                </c:pt>
                <c:pt idx="476">
                  <c:v>0.26731511184599871</c:v>
                </c:pt>
                <c:pt idx="477">
                  <c:v>0.26646550388482926</c:v>
                </c:pt>
                <c:pt idx="478">
                  <c:v>0.26667555643606605</c:v>
                </c:pt>
                <c:pt idx="479">
                  <c:v>0.26638168605906365</c:v>
                </c:pt>
                <c:pt idx="480">
                  <c:v>0.26625824526111797</c:v>
                </c:pt>
                <c:pt idx="481">
                  <c:v>0.26777737985476657</c:v>
                </c:pt>
                <c:pt idx="482">
                  <c:v>0.26787846923250813</c:v>
                </c:pt>
                <c:pt idx="483">
                  <c:v>0.2678342743789226</c:v>
                </c:pt>
                <c:pt idx="484">
                  <c:v>0.26724018378963249</c:v>
                </c:pt>
                <c:pt idx="485">
                  <c:v>0.26714874616152456</c:v>
                </c:pt>
                <c:pt idx="486">
                  <c:v>0.26665066508174778</c:v>
                </c:pt>
                <c:pt idx="487">
                  <c:v>0.2673885159418965</c:v>
                </c:pt>
                <c:pt idx="488">
                  <c:v>0.26832295770247722</c:v>
                </c:pt>
                <c:pt idx="489">
                  <c:v>0.2682571734089218</c:v>
                </c:pt>
                <c:pt idx="490">
                  <c:v>0.26615207601514818</c:v>
                </c:pt>
                <c:pt idx="491">
                  <c:v>0.26593160973404351</c:v>
                </c:pt>
                <c:pt idx="492">
                  <c:v>0.26744922036722368</c:v>
                </c:pt>
                <c:pt idx="493">
                  <c:v>0.26761279212417233</c:v>
                </c:pt>
                <c:pt idx="494">
                  <c:v>0.26786297563441208</c:v>
                </c:pt>
                <c:pt idx="495">
                  <c:v>0.26844716048065714</c:v>
                </c:pt>
                <c:pt idx="496">
                  <c:v>0.26879233752676457</c:v>
                </c:pt>
                <c:pt idx="497">
                  <c:v>0.26866483283423626</c:v>
                </c:pt>
                <c:pt idx="498">
                  <c:v>0.26833057750481953</c:v>
                </c:pt>
                <c:pt idx="499">
                  <c:v>0.26912278295501013</c:v>
                </c:pt>
                <c:pt idx="500">
                  <c:v>0.26923530203626522</c:v>
                </c:pt>
                <c:pt idx="501">
                  <c:v>0.26995156345644394</c:v>
                </c:pt>
                <c:pt idx="502">
                  <c:v>0.27137672048787054</c:v>
                </c:pt>
                <c:pt idx="503">
                  <c:v>0.27030309033783662</c:v>
                </c:pt>
                <c:pt idx="504">
                  <c:v>0.26915173820391103</c:v>
                </c:pt>
                <c:pt idx="505">
                  <c:v>0.26818732522078381</c:v>
                </c:pt>
                <c:pt idx="506">
                  <c:v>0.2697788479366845</c:v>
                </c:pt>
                <c:pt idx="507">
                  <c:v>0.27158194716429057</c:v>
                </c:pt>
                <c:pt idx="508">
                  <c:v>0.27323747621986688</c:v>
                </c:pt>
                <c:pt idx="509">
                  <c:v>0.27300659620889434</c:v>
                </c:pt>
                <c:pt idx="510">
                  <c:v>0.27229693861741228</c:v>
                </c:pt>
                <c:pt idx="511">
                  <c:v>0.27186514981801374</c:v>
                </c:pt>
                <c:pt idx="512">
                  <c:v>0.27114812641760072</c:v>
                </c:pt>
                <c:pt idx="513">
                  <c:v>0.27094416970823776</c:v>
                </c:pt>
                <c:pt idx="514">
                  <c:v>0.27134217738391864</c:v>
                </c:pt>
                <c:pt idx="515">
                  <c:v>0.27089921287441804</c:v>
                </c:pt>
                <c:pt idx="516">
                  <c:v>0.2710394172375169</c:v>
                </c:pt>
                <c:pt idx="517">
                  <c:v>0.27114711044395512</c:v>
                </c:pt>
                <c:pt idx="518">
                  <c:v>0.271801651465161</c:v>
                </c:pt>
                <c:pt idx="519">
                  <c:v>0.27073462514382379</c:v>
                </c:pt>
                <c:pt idx="520">
                  <c:v>0.27065055332464677</c:v>
                </c:pt>
                <c:pt idx="521">
                  <c:v>0.27042957905671927</c:v>
                </c:pt>
                <c:pt idx="522">
                  <c:v>0.27086670171775745</c:v>
                </c:pt>
                <c:pt idx="523">
                  <c:v>0.27192839417745507</c:v>
                </c:pt>
                <c:pt idx="524">
                  <c:v>0.27137875243516185</c:v>
                </c:pt>
                <c:pt idx="525">
                  <c:v>0.27076688230707296</c:v>
                </c:pt>
                <c:pt idx="526">
                  <c:v>0.27045447041103754</c:v>
                </c:pt>
                <c:pt idx="527">
                  <c:v>0.27048240968629278</c:v>
                </c:pt>
                <c:pt idx="528">
                  <c:v>0.27089159307207572</c:v>
                </c:pt>
                <c:pt idx="529">
                  <c:v>0.27286359791827003</c:v>
                </c:pt>
                <c:pt idx="530">
                  <c:v>0.27325931965324823</c:v>
                </c:pt>
                <c:pt idx="531">
                  <c:v>0.27315086446657577</c:v>
                </c:pt>
                <c:pt idx="532">
                  <c:v>0.27242418931652912</c:v>
                </c:pt>
                <c:pt idx="533">
                  <c:v>0.27288620333188557</c:v>
                </c:pt>
                <c:pt idx="534">
                  <c:v>0.27484627048774357</c:v>
                </c:pt>
                <c:pt idx="535">
                  <c:v>0.27632222620145236</c:v>
                </c:pt>
                <c:pt idx="536">
                  <c:v>0.27575074102577779</c:v>
                </c:pt>
                <c:pt idx="537">
                  <c:v>0.27208510811229558</c:v>
                </c:pt>
                <c:pt idx="538">
                  <c:v>0.26983752041472042</c:v>
                </c:pt>
                <c:pt idx="539">
                  <c:v>0.26986190378221592</c:v>
                </c:pt>
                <c:pt idx="540">
                  <c:v>0.2710686264798291</c:v>
                </c:pt>
                <c:pt idx="541">
                  <c:v>0.27106278463136668</c:v>
                </c:pt>
                <c:pt idx="542">
                  <c:v>0.2701971750852783</c:v>
                </c:pt>
                <c:pt idx="543">
                  <c:v>0.27054844797325961</c:v>
                </c:pt>
                <c:pt idx="544">
                  <c:v>0.27050120519873716</c:v>
                </c:pt>
                <c:pt idx="545">
                  <c:v>0.27037674842714582</c:v>
                </c:pt>
                <c:pt idx="546">
                  <c:v>0.26962213400184398</c:v>
                </c:pt>
                <c:pt idx="547">
                  <c:v>0.26879538544770148</c:v>
                </c:pt>
                <c:pt idx="548">
                  <c:v>0.26885507389938307</c:v>
                </c:pt>
                <c:pt idx="549">
                  <c:v>0.26918069345281181</c:v>
                </c:pt>
                <c:pt idx="550">
                  <c:v>0.26908544592353278</c:v>
                </c:pt>
                <c:pt idx="551">
                  <c:v>0.26917205767682384</c:v>
                </c:pt>
                <c:pt idx="552">
                  <c:v>0.26858152299529353</c:v>
                </c:pt>
                <c:pt idx="553">
                  <c:v>0.26791402831010563</c:v>
                </c:pt>
                <c:pt idx="554">
                  <c:v>0.26841515731081939</c:v>
                </c:pt>
                <c:pt idx="555">
                  <c:v>0.26879335350041023</c:v>
                </c:pt>
                <c:pt idx="556">
                  <c:v>0.26839585381155212</c:v>
                </c:pt>
                <c:pt idx="557">
                  <c:v>0.26783300441186558</c:v>
                </c:pt>
                <c:pt idx="558">
                  <c:v>0.2684072835150656</c:v>
                </c:pt>
                <c:pt idx="559">
                  <c:v>0.26977453004869056</c:v>
                </c:pt>
                <c:pt idx="560">
                  <c:v>0.27084511227778751</c:v>
                </c:pt>
                <c:pt idx="561">
                  <c:v>0.27156061171773205</c:v>
                </c:pt>
                <c:pt idx="562">
                  <c:v>0.27135944893589459</c:v>
                </c:pt>
                <c:pt idx="563">
                  <c:v>0.27051187292201639</c:v>
                </c:pt>
                <c:pt idx="564">
                  <c:v>0.26970188793302702</c:v>
                </c:pt>
                <c:pt idx="565">
                  <c:v>0.26981110509993372</c:v>
                </c:pt>
                <c:pt idx="566">
                  <c:v>0.26945449835031277</c:v>
                </c:pt>
                <c:pt idx="567">
                  <c:v>0.2690884938444697</c:v>
                </c:pt>
                <c:pt idx="568">
                  <c:v>0.26886955152383346</c:v>
                </c:pt>
                <c:pt idx="569">
                  <c:v>0.26786297563441208</c:v>
                </c:pt>
                <c:pt idx="570">
                  <c:v>0.26771489747555949</c:v>
                </c:pt>
                <c:pt idx="571">
                  <c:v>0.26803797709487415</c:v>
                </c:pt>
                <c:pt idx="572">
                  <c:v>0.26809969749384699</c:v>
                </c:pt>
                <c:pt idx="573">
                  <c:v>0.26874890465341328</c:v>
                </c:pt>
                <c:pt idx="574">
                  <c:v>0.26727244095288172</c:v>
                </c:pt>
                <c:pt idx="575">
                  <c:v>0.26607638597854771</c:v>
                </c:pt>
                <c:pt idx="576">
                  <c:v>0.26484299397273636</c:v>
                </c:pt>
                <c:pt idx="577">
                  <c:v>0.26453032808328952</c:v>
                </c:pt>
                <c:pt idx="578">
                  <c:v>0.26572841500491479</c:v>
                </c:pt>
                <c:pt idx="579">
                  <c:v>0.26664888712786794</c:v>
                </c:pt>
                <c:pt idx="580">
                  <c:v>0.26641445120913565</c:v>
                </c:pt>
                <c:pt idx="581">
                  <c:v>0.264950941172586</c:v>
                </c:pt>
                <c:pt idx="582">
                  <c:v>0.26379781108478045</c:v>
                </c:pt>
                <c:pt idx="583">
                  <c:v>0.26400100581390917</c:v>
                </c:pt>
                <c:pt idx="584">
                  <c:v>0.26369976962797587</c:v>
                </c:pt>
                <c:pt idx="585">
                  <c:v>0.26440333137758409</c:v>
                </c:pt>
                <c:pt idx="586">
                  <c:v>0.26441196715357207</c:v>
                </c:pt>
                <c:pt idx="587">
                  <c:v>0.26524582752323406</c:v>
                </c:pt>
                <c:pt idx="588">
                  <c:v>0.2662089705393042</c:v>
                </c:pt>
                <c:pt idx="589">
                  <c:v>0.26602330135556285</c:v>
                </c:pt>
                <c:pt idx="590">
                  <c:v>0.26555061961692716</c:v>
                </c:pt>
                <c:pt idx="591">
                  <c:v>0.26618509515863159</c:v>
                </c:pt>
                <c:pt idx="592">
                  <c:v>0.26690415050633587</c:v>
                </c:pt>
                <c:pt idx="593">
                  <c:v>0.26514804005984083</c:v>
                </c:pt>
                <c:pt idx="594">
                  <c:v>0.26386334138492451</c:v>
                </c:pt>
                <c:pt idx="595">
                  <c:v>0.26346203179489525</c:v>
                </c:pt>
                <c:pt idx="596">
                  <c:v>0.26159238629349957</c:v>
                </c:pt>
                <c:pt idx="597">
                  <c:v>0.26001026133382099</c:v>
                </c:pt>
                <c:pt idx="598">
                  <c:v>0.26093606731841379</c:v>
                </c:pt>
                <c:pt idx="599">
                  <c:v>0.26107296976716426</c:v>
                </c:pt>
                <c:pt idx="600">
                  <c:v>0.25881954022112669</c:v>
                </c:pt>
                <c:pt idx="601">
                  <c:v>0.25851525611425641</c:v>
                </c:pt>
                <c:pt idx="602">
                  <c:v>0.25937756374599646</c:v>
                </c:pt>
                <c:pt idx="603">
                  <c:v>0.26077274955487656</c:v>
                </c:pt>
                <c:pt idx="604">
                  <c:v>0.26072169687918295</c:v>
                </c:pt>
                <c:pt idx="605">
                  <c:v>0.26161626167417218</c:v>
                </c:pt>
                <c:pt idx="606">
                  <c:v>0.26227258064925796</c:v>
                </c:pt>
                <c:pt idx="607">
                  <c:v>0.26244250224149185</c:v>
                </c:pt>
                <c:pt idx="608">
                  <c:v>0.2615301579077039</c:v>
                </c:pt>
                <c:pt idx="609">
                  <c:v>0.2608735849392067</c:v>
                </c:pt>
                <c:pt idx="610">
                  <c:v>0.25968032389239826</c:v>
                </c:pt>
                <c:pt idx="611">
                  <c:v>0.25845810759668897</c:v>
                </c:pt>
                <c:pt idx="612">
                  <c:v>0.2589998755432284</c:v>
                </c:pt>
                <c:pt idx="613">
                  <c:v>0.25890056411936674</c:v>
                </c:pt>
                <c:pt idx="614">
                  <c:v>0.25816322124604091</c:v>
                </c:pt>
                <c:pt idx="615">
                  <c:v>0.25838063960620861</c:v>
                </c:pt>
                <c:pt idx="616">
                  <c:v>0.25888481652785927</c:v>
                </c:pt>
                <c:pt idx="617">
                  <c:v>0.25881700028701254</c:v>
                </c:pt>
                <c:pt idx="618">
                  <c:v>0.25827751828117579</c:v>
                </c:pt>
                <c:pt idx="619">
                  <c:v>0.25638552135957593</c:v>
                </c:pt>
                <c:pt idx="620">
                  <c:v>0.25565173439400984</c:v>
                </c:pt>
                <c:pt idx="621">
                  <c:v>0.25501116301043153</c:v>
                </c:pt>
                <c:pt idx="622">
                  <c:v>0.25331601098267509</c:v>
                </c:pt>
                <c:pt idx="623">
                  <c:v>0.25318495038238709</c:v>
                </c:pt>
                <c:pt idx="624">
                  <c:v>0.2538019003787042</c:v>
                </c:pt>
                <c:pt idx="625">
                  <c:v>0.25471576867296064</c:v>
                </c:pt>
                <c:pt idx="626">
                  <c:v>0.25338027131576207</c:v>
                </c:pt>
                <c:pt idx="627">
                  <c:v>0.25128355570456501</c:v>
                </c:pt>
                <c:pt idx="628">
                  <c:v>0.25159622159401185</c:v>
                </c:pt>
                <c:pt idx="629">
                  <c:v>0.25257079431359553</c:v>
                </c:pt>
                <c:pt idx="630">
                  <c:v>0.25327105414885537</c:v>
                </c:pt>
                <c:pt idx="631">
                  <c:v>0.25443840786769994</c:v>
                </c:pt>
                <c:pt idx="632">
                  <c:v>0.25493394901336258</c:v>
                </c:pt>
                <c:pt idx="633">
                  <c:v>0.25422124350094361</c:v>
                </c:pt>
                <c:pt idx="634">
                  <c:v>0.25272141240656221</c:v>
                </c:pt>
                <c:pt idx="635">
                  <c:v>0.25225406452956611</c:v>
                </c:pt>
                <c:pt idx="636">
                  <c:v>0.25231299100101345</c:v>
                </c:pt>
                <c:pt idx="637">
                  <c:v>0.25163863849371748</c:v>
                </c:pt>
                <c:pt idx="638">
                  <c:v>0.2508896119234667</c:v>
                </c:pt>
                <c:pt idx="639">
                  <c:v>0.25105572361452944</c:v>
                </c:pt>
                <c:pt idx="640">
                  <c:v>0.25038568899522745</c:v>
                </c:pt>
                <c:pt idx="641">
                  <c:v>0.2489658658254405</c:v>
                </c:pt>
                <c:pt idx="642">
                  <c:v>0.24936107957359588</c:v>
                </c:pt>
                <c:pt idx="643">
                  <c:v>0.24929453329980622</c:v>
                </c:pt>
                <c:pt idx="644">
                  <c:v>0.24854982461754943</c:v>
                </c:pt>
                <c:pt idx="645">
                  <c:v>0.24829303727861302</c:v>
                </c:pt>
                <c:pt idx="646">
                  <c:v>0.24735834152462086</c:v>
                </c:pt>
                <c:pt idx="647">
                  <c:v>0.24581609353053382</c:v>
                </c:pt>
                <c:pt idx="648">
                  <c:v>0.24434293174435057</c:v>
                </c:pt>
                <c:pt idx="649">
                  <c:v>0.24396117964699998</c:v>
                </c:pt>
                <c:pt idx="650">
                  <c:v>0.24375544498375712</c:v>
                </c:pt>
                <c:pt idx="651">
                  <c:v>0.24343439731173375</c:v>
                </c:pt>
                <c:pt idx="652">
                  <c:v>0.24491949678825331</c:v>
                </c:pt>
                <c:pt idx="653">
                  <c:v>0.24596950555102604</c:v>
                </c:pt>
                <c:pt idx="654">
                  <c:v>0.24554101866597583</c:v>
                </c:pt>
                <c:pt idx="655">
                  <c:v>0.24430178481170201</c:v>
                </c:pt>
                <c:pt idx="656">
                  <c:v>0.24316668825610666</c:v>
                </c:pt>
                <c:pt idx="657">
                  <c:v>0.24292056864044947</c:v>
                </c:pt>
                <c:pt idx="658">
                  <c:v>0.2435263429266645</c:v>
                </c:pt>
                <c:pt idx="659">
                  <c:v>0.24443741729339541</c:v>
                </c:pt>
                <c:pt idx="660">
                  <c:v>0.24530963066818048</c:v>
                </c:pt>
                <c:pt idx="661">
                  <c:v>0.24492432266307013</c:v>
                </c:pt>
                <c:pt idx="662">
                  <c:v>0.24503099989586272</c:v>
                </c:pt>
                <c:pt idx="663">
                  <c:v>0.24485371249469789</c:v>
                </c:pt>
                <c:pt idx="664">
                  <c:v>0.24460327499104673</c:v>
                </c:pt>
                <c:pt idx="665">
                  <c:v>0.2442253327948673</c:v>
                </c:pt>
                <c:pt idx="666">
                  <c:v>0.24286824599769882</c:v>
                </c:pt>
                <c:pt idx="667">
                  <c:v>0.2423292719786849</c:v>
                </c:pt>
                <c:pt idx="668">
                  <c:v>0.24005857088067137</c:v>
                </c:pt>
                <c:pt idx="669">
                  <c:v>0.2380776762650777</c:v>
                </c:pt>
                <c:pt idx="670">
                  <c:v>0.23796185526947433</c:v>
                </c:pt>
                <c:pt idx="671">
                  <c:v>0.23793924985585874</c:v>
                </c:pt>
                <c:pt idx="672">
                  <c:v>0.23879215973137657</c:v>
                </c:pt>
                <c:pt idx="673">
                  <c:v>0.23762125010477231</c:v>
                </c:pt>
                <c:pt idx="674">
                  <c:v>0.23619888700087122</c:v>
                </c:pt>
                <c:pt idx="675">
                  <c:v>0.23505185275493956</c:v>
                </c:pt>
                <c:pt idx="676">
                  <c:v>0.23526215929958777</c:v>
                </c:pt>
                <c:pt idx="677">
                  <c:v>0.2360889078537303</c:v>
                </c:pt>
                <c:pt idx="678">
                  <c:v>0.23652425256088858</c:v>
                </c:pt>
                <c:pt idx="679">
                  <c:v>0.23765706317578122</c:v>
                </c:pt>
                <c:pt idx="680">
                  <c:v>0.23821864260841075</c:v>
                </c:pt>
                <c:pt idx="681">
                  <c:v>0.23873983708862592</c:v>
                </c:pt>
                <c:pt idx="682">
                  <c:v>0.23819502122114955</c:v>
                </c:pt>
                <c:pt idx="683">
                  <c:v>0.23841624948248843</c:v>
                </c:pt>
                <c:pt idx="684">
                  <c:v>0.2376679848924719</c:v>
                </c:pt>
                <c:pt idx="685">
                  <c:v>0.23655371579661225</c:v>
                </c:pt>
                <c:pt idx="686">
                  <c:v>0.23562892578566513</c:v>
                </c:pt>
                <c:pt idx="687">
                  <c:v>0.2351158590946151</c:v>
                </c:pt>
                <c:pt idx="688">
                  <c:v>0.23280248710348456</c:v>
                </c:pt>
                <c:pt idx="689">
                  <c:v>0.23206844614450703</c:v>
                </c:pt>
                <c:pt idx="690">
                  <c:v>0.23350249294533301</c:v>
                </c:pt>
                <c:pt idx="691">
                  <c:v>0.23379509335527837</c:v>
                </c:pt>
                <c:pt idx="692">
                  <c:v>0.23319617689117145</c:v>
                </c:pt>
                <c:pt idx="693">
                  <c:v>0.23149416704130696</c:v>
                </c:pt>
                <c:pt idx="694">
                  <c:v>0.23262316775502845</c:v>
                </c:pt>
                <c:pt idx="695">
                  <c:v>0.23452811834061024</c:v>
                </c:pt>
                <c:pt idx="696">
                  <c:v>0.23531956181056665</c:v>
                </c:pt>
                <c:pt idx="697">
                  <c:v>0.23582856460703411</c:v>
                </c:pt>
                <c:pt idx="698">
                  <c:v>0.23624968568315338</c:v>
                </c:pt>
                <c:pt idx="699">
                  <c:v>0.23606427049282341</c:v>
                </c:pt>
                <c:pt idx="700">
                  <c:v>0.23466679874324062</c:v>
                </c:pt>
                <c:pt idx="701">
                  <c:v>0.23284287205589888</c:v>
                </c:pt>
                <c:pt idx="702">
                  <c:v>0.23313166256467308</c:v>
                </c:pt>
                <c:pt idx="703">
                  <c:v>0.23324926151415634</c:v>
                </c:pt>
                <c:pt idx="704">
                  <c:v>0.23231862965474676</c:v>
                </c:pt>
                <c:pt idx="705">
                  <c:v>0.23094350932536811</c:v>
                </c:pt>
                <c:pt idx="706">
                  <c:v>0.22939313354211593</c:v>
                </c:pt>
                <c:pt idx="707">
                  <c:v>0.22905583029176224</c:v>
                </c:pt>
                <c:pt idx="708">
                  <c:v>0.22994379125805478</c:v>
                </c:pt>
                <c:pt idx="709">
                  <c:v>0.23066614852010739</c:v>
                </c:pt>
                <c:pt idx="710">
                  <c:v>0.23071008938028148</c:v>
                </c:pt>
                <c:pt idx="711">
                  <c:v>0.23090566430706788</c:v>
                </c:pt>
                <c:pt idx="712">
                  <c:v>0.23048225729024591</c:v>
                </c:pt>
                <c:pt idx="713">
                  <c:v>0.23024274150328541</c:v>
                </c:pt>
                <c:pt idx="714">
                  <c:v>0.23117743725727755</c:v>
                </c:pt>
                <c:pt idx="715">
                  <c:v>0.23151372453398561</c:v>
                </c:pt>
                <c:pt idx="716">
                  <c:v>0.23059655432538081</c:v>
                </c:pt>
                <c:pt idx="717">
                  <c:v>0.22865782261608136</c:v>
                </c:pt>
                <c:pt idx="718">
                  <c:v>0.22766902626545868</c:v>
                </c:pt>
                <c:pt idx="719">
                  <c:v>0.22740919100558532</c:v>
                </c:pt>
                <c:pt idx="720">
                  <c:v>0.22804442852752399</c:v>
                </c:pt>
                <c:pt idx="721">
                  <c:v>0.22952775005016371</c:v>
                </c:pt>
                <c:pt idx="722">
                  <c:v>0.23078425545641348</c:v>
                </c:pt>
                <c:pt idx="723">
                  <c:v>0.23334552501708106</c:v>
                </c:pt>
                <c:pt idx="724">
                  <c:v>0.23547017990353331</c:v>
                </c:pt>
                <c:pt idx="725">
                  <c:v>0.23614224647012658</c:v>
                </c:pt>
                <c:pt idx="726">
                  <c:v>0.23470210382742673</c:v>
                </c:pt>
                <c:pt idx="727">
                  <c:v>0.23225487730848263</c:v>
                </c:pt>
                <c:pt idx="728">
                  <c:v>0.23124550749153569</c:v>
                </c:pt>
                <c:pt idx="729">
                  <c:v>0.23017517925585013</c:v>
                </c:pt>
                <c:pt idx="730">
                  <c:v>0.2289014022976244</c:v>
                </c:pt>
                <c:pt idx="731">
                  <c:v>0.2275298378760055</c:v>
                </c:pt>
                <c:pt idx="732">
                  <c:v>0.22748945292359118</c:v>
                </c:pt>
                <c:pt idx="733">
                  <c:v>0.22669800945363477</c:v>
                </c:pt>
                <c:pt idx="734">
                  <c:v>0.22640566303710083</c:v>
                </c:pt>
                <c:pt idx="735">
                  <c:v>0.22724587324204812</c:v>
                </c:pt>
                <c:pt idx="736">
                  <c:v>0.22819276067978797</c:v>
                </c:pt>
                <c:pt idx="737">
                  <c:v>0.22892984955970244</c:v>
                </c:pt>
                <c:pt idx="738">
                  <c:v>0.22845081798578146</c:v>
                </c:pt>
                <c:pt idx="739">
                  <c:v>0.2273314690216936</c:v>
                </c:pt>
                <c:pt idx="740">
                  <c:v>0.22667007017837959</c:v>
                </c:pt>
                <c:pt idx="741">
                  <c:v>0.22450797666308536</c:v>
                </c:pt>
                <c:pt idx="742">
                  <c:v>0.22286588385897271</c:v>
                </c:pt>
                <c:pt idx="743">
                  <c:v>0.22317687339190423</c:v>
                </c:pt>
                <c:pt idx="744">
                  <c:v>0.22262883180810292</c:v>
                </c:pt>
                <c:pt idx="745">
                  <c:v>0.22206748096954365</c:v>
                </c:pt>
                <c:pt idx="746">
                  <c:v>0.22221802286448691</c:v>
                </c:pt>
                <c:pt idx="747">
                  <c:v>0.22286565526490243</c:v>
                </c:pt>
                <c:pt idx="748">
                  <c:v>0.22304726055406124</c:v>
                </c:pt>
                <c:pt idx="749">
                  <c:v>0.22233607900211069</c:v>
                </c:pt>
                <c:pt idx="750">
                  <c:v>0.2211268417697245</c:v>
                </c:pt>
                <c:pt idx="751">
                  <c:v>0.22048479722436001</c:v>
                </c:pt>
                <c:pt idx="752">
                  <c:v>0.2201210278605373</c:v>
                </c:pt>
                <c:pt idx="753">
                  <c:v>0.22134611428179554</c:v>
                </c:pt>
                <c:pt idx="754">
                  <c:v>0.22283022318401061</c:v>
                </c:pt>
                <c:pt idx="755">
                  <c:v>0.22128259052960167</c:v>
                </c:pt>
                <c:pt idx="756">
                  <c:v>0.21945086624452964</c:v>
                </c:pt>
                <c:pt idx="757">
                  <c:v>0.21886426846087614</c:v>
                </c:pt>
                <c:pt idx="758">
                  <c:v>0.21931950085214791</c:v>
                </c:pt>
                <c:pt idx="759">
                  <c:v>0.22053676427633467</c:v>
                </c:pt>
                <c:pt idx="760">
                  <c:v>0.22116034350068961</c:v>
                </c:pt>
                <c:pt idx="761">
                  <c:v>0.2217491002283401</c:v>
                </c:pt>
                <c:pt idx="762">
                  <c:v>0.22174302978580737</c:v>
                </c:pt>
                <c:pt idx="763">
                  <c:v>0.22096555595347858</c:v>
                </c:pt>
                <c:pt idx="764">
                  <c:v>0.22009575551610192</c:v>
                </c:pt>
                <c:pt idx="765">
                  <c:v>0.21815798898176583</c:v>
                </c:pt>
                <c:pt idx="766">
                  <c:v>0.21683356573730478</c:v>
                </c:pt>
                <c:pt idx="767">
                  <c:v>0.21747301954987289</c:v>
                </c:pt>
                <c:pt idx="768">
                  <c:v>0.21743321878230479</c:v>
                </c:pt>
                <c:pt idx="769">
                  <c:v>0.21648912527209047</c:v>
                </c:pt>
                <c:pt idx="770">
                  <c:v>0.21795738498543349</c:v>
                </c:pt>
                <c:pt idx="771">
                  <c:v>0.21840141626726203</c:v>
                </c:pt>
                <c:pt idx="772">
                  <c:v>0.21828676364135116</c:v>
                </c:pt>
                <c:pt idx="773">
                  <c:v>0.21827927083571452</c:v>
                </c:pt>
                <c:pt idx="774">
                  <c:v>0.21708473982184903</c:v>
                </c:pt>
                <c:pt idx="775">
                  <c:v>0.21727932417433093</c:v>
                </c:pt>
                <c:pt idx="776">
                  <c:v>0.21787310997152734</c:v>
                </c:pt>
                <c:pt idx="777">
                  <c:v>0.21858434232216017</c:v>
                </c:pt>
                <c:pt idx="778">
                  <c:v>0.21950984351465924</c:v>
                </c:pt>
                <c:pt idx="779">
                  <c:v>0.21936811519109195</c:v>
                </c:pt>
                <c:pt idx="780">
                  <c:v>0.21752793292541991</c:v>
                </c:pt>
                <c:pt idx="781">
                  <c:v>0.21672833626695726</c:v>
                </c:pt>
                <c:pt idx="782">
                  <c:v>0.21699121944776753</c:v>
                </c:pt>
                <c:pt idx="783">
                  <c:v>0.21607742735153451</c:v>
                </c:pt>
                <c:pt idx="784">
                  <c:v>0.21499556781497089</c:v>
                </c:pt>
                <c:pt idx="785">
                  <c:v>0.21435664738856675</c:v>
                </c:pt>
                <c:pt idx="786">
                  <c:v>0.21512530764951959</c:v>
                </c:pt>
                <c:pt idx="787">
                  <c:v>0.21566814236838697</c:v>
                </c:pt>
                <c:pt idx="788">
                  <c:v>0.21640403747926779</c:v>
                </c:pt>
                <c:pt idx="789">
                  <c:v>0.21786284863770636</c:v>
                </c:pt>
                <c:pt idx="790">
                  <c:v>0.21931556395427104</c:v>
                </c:pt>
                <c:pt idx="791">
                  <c:v>0.21824289897920049</c:v>
                </c:pt>
                <c:pt idx="792">
                  <c:v>0.21585630068756018</c:v>
                </c:pt>
                <c:pt idx="793">
                  <c:v>0.21487128883876752</c:v>
                </c:pt>
                <c:pt idx="794">
                  <c:v>0.21417313714882236</c:v>
                </c:pt>
                <c:pt idx="795">
                  <c:v>0.21453464597128352</c:v>
                </c:pt>
                <c:pt idx="796">
                  <c:v>0.21517140745369068</c:v>
                </c:pt>
                <c:pt idx="797">
                  <c:v>0.21545176538120603</c:v>
                </c:pt>
                <c:pt idx="798">
                  <c:v>0.2163790699269261</c:v>
                </c:pt>
                <c:pt idx="799">
                  <c:v>0.21730845721861977</c:v>
                </c:pt>
                <c:pt idx="800">
                  <c:v>0.21778558384195515</c:v>
                </c:pt>
                <c:pt idx="801">
                  <c:v>0.21673905478891878</c:v>
                </c:pt>
                <c:pt idx="802">
                  <c:v>0.21448275511733228</c:v>
                </c:pt>
                <c:pt idx="803">
                  <c:v>0.21434768142114394</c:v>
                </c:pt>
                <c:pt idx="804">
                  <c:v>0.21504855084059121</c:v>
                </c:pt>
                <c:pt idx="805">
                  <c:v>0.21587573118353312</c:v>
                </c:pt>
                <c:pt idx="806">
                  <c:v>0.21546786856348948</c:v>
                </c:pt>
                <c:pt idx="807">
                  <c:v>0.21450739247823913</c:v>
                </c:pt>
                <c:pt idx="808">
                  <c:v>0.21532748640500265</c:v>
                </c:pt>
                <c:pt idx="809">
                  <c:v>0.21656697425268789</c:v>
                </c:pt>
                <c:pt idx="810">
                  <c:v>0.2177995788789239</c:v>
                </c:pt>
                <c:pt idx="811">
                  <c:v>0.21593115254590298</c:v>
                </c:pt>
                <c:pt idx="812">
                  <c:v>0.21412114469750657</c:v>
                </c:pt>
                <c:pt idx="813">
                  <c:v>0.21563695197746571</c:v>
                </c:pt>
                <c:pt idx="814">
                  <c:v>0.21580669577431164</c:v>
                </c:pt>
                <c:pt idx="815">
                  <c:v>0.21551043785924195</c:v>
                </c:pt>
                <c:pt idx="816">
                  <c:v>0.21523261986584069</c:v>
                </c:pt>
                <c:pt idx="817">
                  <c:v>0.21557830489877094</c:v>
                </c:pt>
                <c:pt idx="818">
                  <c:v>0.21708156490420638</c:v>
                </c:pt>
                <c:pt idx="819">
                  <c:v>0.21794803802789356</c:v>
                </c:pt>
                <c:pt idx="820">
                  <c:v>0.21774514809085854</c:v>
                </c:pt>
                <c:pt idx="821">
                  <c:v>0.2169980518705345</c:v>
                </c:pt>
                <c:pt idx="822">
                  <c:v>0.21509637779995988</c:v>
                </c:pt>
                <c:pt idx="823">
                  <c:v>0.21385551838785302</c:v>
                </c:pt>
                <c:pt idx="824">
                  <c:v>0.2138964113270902</c:v>
                </c:pt>
                <c:pt idx="825">
                  <c:v>0.21357686221619412</c:v>
                </c:pt>
                <c:pt idx="826">
                  <c:v>0.21392513798192075</c:v>
                </c:pt>
                <c:pt idx="827">
                  <c:v>0.21470992682449819</c:v>
                </c:pt>
                <c:pt idx="828">
                  <c:v>0.21529604202066999</c:v>
                </c:pt>
                <c:pt idx="829">
                  <c:v>0.21584725852211395</c:v>
                </c:pt>
                <c:pt idx="830">
                  <c:v>0.21536624579958397</c:v>
                </c:pt>
                <c:pt idx="831">
                  <c:v>0.21491997937573501</c:v>
                </c:pt>
                <c:pt idx="832">
                  <c:v>0.21550297045294647</c:v>
                </c:pt>
                <c:pt idx="833">
                  <c:v>0.21733769186027316</c:v>
                </c:pt>
                <c:pt idx="834">
                  <c:v>0.21879784918379219</c:v>
                </c:pt>
                <c:pt idx="835">
                  <c:v>0.21726210342103727</c:v>
                </c:pt>
                <c:pt idx="836">
                  <c:v>0.21486745353825523</c:v>
                </c:pt>
                <c:pt idx="837">
                  <c:v>0.21358562498888781</c:v>
                </c:pt>
                <c:pt idx="838">
                  <c:v>0.21320593023816964</c:v>
                </c:pt>
                <c:pt idx="839">
                  <c:v>0.21259962256579065</c:v>
                </c:pt>
                <c:pt idx="840">
                  <c:v>0.21294627277368425</c:v>
                </c:pt>
                <c:pt idx="841">
                  <c:v>0.21488447109681977</c:v>
                </c:pt>
                <c:pt idx="842">
                  <c:v>0.21684880534198944</c:v>
                </c:pt>
                <c:pt idx="843">
                  <c:v>0.21648622974720036</c:v>
                </c:pt>
                <c:pt idx="844">
                  <c:v>0.21413544452656899</c:v>
                </c:pt>
                <c:pt idx="845">
                  <c:v>0.21227987026016545</c:v>
                </c:pt>
                <c:pt idx="846">
                  <c:v>0.21293766239703743</c:v>
                </c:pt>
                <c:pt idx="847">
                  <c:v>0.21509698738414726</c:v>
                </c:pt>
                <c:pt idx="848">
                  <c:v>0.21583694638961065</c:v>
                </c:pt>
                <c:pt idx="849">
                  <c:v>0.21572915158580788</c:v>
                </c:pt>
                <c:pt idx="850">
                  <c:v>0.21472521722786511</c:v>
                </c:pt>
                <c:pt idx="851">
                  <c:v>0.21484873422383424</c:v>
                </c:pt>
                <c:pt idx="852">
                  <c:v>0.21667949333394293</c:v>
                </c:pt>
                <c:pt idx="853">
                  <c:v>0.21625565452832154</c:v>
                </c:pt>
                <c:pt idx="854">
                  <c:v>0.21680151176878473</c:v>
                </c:pt>
                <c:pt idx="855">
                  <c:v>0.21851411314390506</c:v>
                </c:pt>
                <c:pt idx="856">
                  <c:v>0.21933992192242535</c:v>
                </c:pt>
                <c:pt idx="857">
                  <c:v>0.21916931454798064</c:v>
                </c:pt>
                <c:pt idx="858">
                  <c:v>0.21819938990782581</c:v>
                </c:pt>
                <c:pt idx="859">
                  <c:v>0.21576516785154595</c:v>
                </c:pt>
                <c:pt idx="860">
                  <c:v>0.21287797394535588</c:v>
                </c:pt>
                <c:pt idx="861">
                  <c:v>0.2124752165928816</c:v>
                </c:pt>
                <c:pt idx="862">
                  <c:v>0.21308645173744195</c:v>
                </c:pt>
                <c:pt idx="863">
                  <c:v>0.21375204147204421</c:v>
                </c:pt>
                <c:pt idx="864">
                  <c:v>0.2141080640368189</c:v>
                </c:pt>
                <c:pt idx="865">
                  <c:v>0.21353792502622482</c:v>
                </c:pt>
                <c:pt idx="866">
                  <c:v>0.21311388302587431</c:v>
                </c:pt>
                <c:pt idx="867">
                  <c:v>0.21253226351308449</c:v>
                </c:pt>
                <c:pt idx="868">
                  <c:v>0.21336917180368342</c:v>
                </c:pt>
                <c:pt idx="869">
                  <c:v>0.21503318423920084</c:v>
                </c:pt>
                <c:pt idx="870">
                  <c:v>0.21592109440681109</c:v>
                </c:pt>
                <c:pt idx="871">
                  <c:v>0.21519777196979512</c:v>
                </c:pt>
                <c:pt idx="872">
                  <c:v>0.21403491393433255</c:v>
                </c:pt>
                <c:pt idx="873">
                  <c:v>0.21417562628425418</c:v>
                </c:pt>
                <c:pt idx="874">
                  <c:v>0.21410455892774141</c:v>
                </c:pt>
                <c:pt idx="875">
                  <c:v>0.21391861035124751</c:v>
                </c:pt>
                <c:pt idx="876">
                  <c:v>0.21540416701590762</c:v>
                </c:pt>
                <c:pt idx="877">
                  <c:v>0.21598835186215271</c:v>
                </c:pt>
                <c:pt idx="878">
                  <c:v>0.21631110129003256</c:v>
                </c:pt>
                <c:pt idx="879">
                  <c:v>0.21766033969078843</c:v>
                </c:pt>
                <c:pt idx="880">
                  <c:v>0.21819654518161799</c:v>
                </c:pt>
                <c:pt idx="881">
                  <c:v>0.21946343891839445</c:v>
                </c:pt>
                <c:pt idx="882">
                  <c:v>0.21920037794219618</c:v>
                </c:pt>
                <c:pt idx="883">
                  <c:v>0.21824335616734103</c:v>
                </c:pt>
                <c:pt idx="884">
                  <c:v>0.21731287670397831</c:v>
                </c:pt>
                <c:pt idx="885">
                  <c:v>0.21579160856567381</c:v>
                </c:pt>
                <c:pt idx="886">
                  <c:v>0.21489328466819571</c:v>
                </c:pt>
                <c:pt idx="887">
                  <c:v>0.21401766778169776</c:v>
                </c:pt>
                <c:pt idx="888">
                  <c:v>0.21399221764187437</c:v>
                </c:pt>
                <c:pt idx="889">
                  <c:v>0.21448011358585359</c:v>
                </c:pt>
                <c:pt idx="890">
                  <c:v>0.21433495635123226</c:v>
                </c:pt>
                <c:pt idx="891">
                  <c:v>0.21353901719789389</c:v>
                </c:pt>
                <c:pt idx="892">
                  <c:v>0.21411799517920507</c:v>
                </c:pt>
                <c:pt idx="893">
                  <c:v>0.21392328383001746</c:v>
                </c:pt>
                <c:pt idx="894">
                  <c:v>0.21280655099806711</c:v>
                </c:pt>
                <c:pt idx="895">
                  <c:v>0.21299092481541029</c:v>
                </c:pt>
                <c:pt idx="896">
                  <c:v>0.21437747484830244</c:v>
                </c:pt>
                <c:pt idx="897">
                  <c:v>0.21485820817807988</c:v>
                </c:pt>
                <c:pt idx="898">
                  <c:v>0.21447625288600014</c:v>
                </c:pt>
                <c:pt idx="899">
                  <c:v>0.21327613401708362</c:v>
                </c:pt>
                <c:pt idx="900">
                  <c:v>0.21364615161882702</c:v>
                </c:pt>
                <c:pt idx="901">
                  <c:v>0.21339424095338969</c:v>
                </c:pt>
                <c:pt idx="902">
                  <c:v>0.2133605614270366</c:v>
                </c:pt>
                <c:pt idx="903">
                  <c:v>0.21418504943981753</c:v>
                </c:pt>
                <c:pt idx="904">
                  <c:v>0.2152391220971728</c:v>
                </c:pt>
                <c:pt idx="905">
                  <c:v>0.21485622702947085</c:v>
                </c:pt>
                <c:pt idx="906">
                  <c:v>0.21435492023336916</c:v>
                </c:pt>
                <c:pt idx="907">
                  <c:v>0.21437348715174329</c:v>
                </c:pt>
                <c:pt idx="908">
                  <c:v>0.21455542263233693</c:v>
                </c:pt>
                <c:pt idx="909">
                  <c:v>0.21446403580291129</c:v>
                </c:pt>
                <c:pt idx="910">
                  <c:v>0.21414601065248368</c:v>
                </c:pt>
                <c:pt idx="911">
                  <c:v>0.21297677738239471</c:v>
                </c:pt>
                <c:pt idx="912">
                  <c:v>0.21112455582902181</c:v>
                </c:pt>
                <c:pt idx="913">
                  <c:v>0.2103552351851993</c:v>
                </c:pt>
                <c:pt idx="914">
                  <c:v>0.21086393318957308</c:v>
                </c:pt>
                <c:pt idx="915">
                  <c:v>0.21255883122391805</c:v>
                </c:pt>
                <c:pt idx="916">
                  <c:v>0.21381896873595099</c:v>
                </c:pt>
                <c:pt idx="917">
                  <c:v>0.21482325868466973</c:v>
                </c:pt>
                <c:pt idx="918">
                  <c:v>0.21641158108358671</c:v>
                </c:pt>
                <c:pt idx="919">
                  <c:v>0.21619192758139855</c:v>
                </c:pt>
                <c:pt idx="920">
                  <c:v>0.21566560243427285</c:v>
                </c:pt>
                <c:pt idx="921">
                  <c:v>0.21496120250640699</c:v>
                </c:pt>
                <c:pt idx="922">
                  <c:v>0.21309051563202452</c:v>
                </c:pt>
                <c:pt idx="923">
                  <c:v>0.21128888956620467</c:v>
                </c:pt>
                <c:pt idx="924">
                  <c:v>0.21175130997101937</c:v>
                </c:pt>
                <c:pt idx="925">
                  <c:v>0.21386732908148365</c:v>
                </c:pt>
                <c:pt idx="926">
                  <c:v>0.21376278539334692</c:v>
                </c:pt>
                <c:pt idx="927">
                  <c:v>0.21228446754091199</c:v>
                </c:pt>
                <c:pt idx="928">
                  <c:v>0.21240204109105409</c:v>
                </c:pt>
                <c:pt idx="929">
                  <c:v>0.21406587573118355</c:v>
                </c:pt>
                <c:pt idx="930">
                  <c:v>0.21484855642844625</c:v>
                </c:pt>
                <c:pt idx="931">
                  <c:v>0.21521712626774461</c:v>
                </c:pt>
                <c:pt idx="932">
                  <c:v>0.21548900081531885</c:v>
                </c:pt>
                <c:pt idx="933">
                  <c:v>0.2147729171905281</c:v>
                </c:pt>
                <c:pt idx="934">
                  <c:v>0.21546543022673992</c:v>
                </c:pt>
                <c:pt idx="935">
                  <c:v>0.21691972030245538</c:v>
                </c:pt>
                <c:pt idx="936">
                  <c:v>0.21608024667840117</c:v>
                </c:pt>
                <c:pt idx="937">
                  <c:v>0.21479016334316289</c:v>
                </c:pt>
                <c:pt idx="938">
                  <c:v>0.21485841137280901</c:v>
                </c:pt>
                <c:pt idx="939">
                  <c:v>0.21579625664510263</c:v>
                </c:pt>
                <c:pt idx="940">
                  <c:v>0.21529088595441837</c:v>
                </c:pt>
                <c:pt idx="941">
                  <c:v>0.21389001069312263</c:v>
                </c:pt>
                <c:pt idx="942">
                  <c:v>0.21346335256063459</c:v>
                </c:pt>
                <c:pt idx="943">
                  <c:v>0.21383532591164586</c:v>
                </c:pt>
                <c:pt idx="944">
                  <c:v>0.2147504895723005</c:v>
                </c:pt>
                <c:pt idx="945">
                  <c:v>0.21486115450165225</c:v>
                </c:pt>
                <c:pt idx="946">
                  <c:v>0.21445887973665964</c:v>
                </c:pt>
                <c:pt idx="947">
                  <c:v>0.21414463908806206</c:v>
                </c:pt>
                <c:pt idx="948">
                  <c:v>0.21464439652435416</c:v>
                </c:pt>
                <c:pt idx="949">
                  <c:v>0.21617480842546946</c:v>
                </c:pt>
                <c:pt idx="950">
                  <c:v>0.21765640279291157</c:v>
                </c:pt>
                <c:pt idx="951">
                  <c:v>0.21861159581520456</c:v>
                </c:pt>
                <c:pt idx="952">
                  <c:v>0.21802436304802256</c:v>
                </c:pt>
                <c:pt idx="953">
                  <c:v>0.21728737576547266</c:v>
                </c:pt>
                <c:pt idx="954">
                  <c:v>0.21712751231233063</c:v>
                </c:pt>
                <c:pt idx="955">
                  <c:v>0.21661375983906977</c:v>
                </c:pt>
                <c:pt idx="956">
                  <c:v>0.21700391911833808</c:v>
                </c:pt>
                <c:pt idx="957">
                  <c:v>0.21673859760077824</c:v>
                </c:pt>
                <c:pt idx="958">
                  <c:v>0.21623762099611138</c:v>
                </c:pt>
                <c:pt idx="959">
                  <c:v>0.2162906040217317</c:v>
                </c:pt>
                <c:pt idx="960">
                  <c:v>0.21430513752473263</c:v>
                </c:pt>
                <c:pt idx="961">
                  <c:v>0.21368196468983597</c:v>
                </c:pt>
                <c:pt idx="962">
                  <c:v>0.21438110695408563</c:v>
                </c:pt>
                <c:pt idx="963">
                  <c:v>0.21407118419348203</c:v>
                </c:pt>
                <c:pt idx="964">
                  <c:v>0.21478315312500795</c:v>
                </c:pt>
                <c:pt idx="965">
                  <c:v>0.21502886635120685</c:v>
                </c:pt>
                <c:pt idx="966">
                  <c:v>0.21511885621686974</c:v>
                </c:pt>
                <c:pt idx="967">
                  <c:v>0.21502858695845431</c:v>
                </c:pt>
                <c:pt idx="968">
                  <c:v>0.21378546700498591</c:v>
                </c:pt>
                <c:pt idx="969">
                  <c:v>0.21221174922722505</c:v>
                </c:pt>
                <c:pt idx="970">
                  <c:v>0.21293644322866265</c:v>
                </c:pt>
                <c:pt idx="971">
                  <c:v>0.21368757794422813</c:v>
                </c:pt>
                <c:pt idx="972">
                  <c:v>0.21454518669785708</c:v>
                </c:pt>
                <c:pt idx="973">
                  <c:v>0.21564510516597202</c:v>
                </c:pt>
                <c:pt idx="974">
                  <c:v>0.21716345238004528</c:v>
                </c:pt>
                <c:pt idx="975">
                  <c:v>0.21866478203555401</c:v>
                </c:pt>
                <c:pt idx="976">
                  <c:v>0.21718295907404161</c:v>
                </c:pt>
                <c:pt idx="977">
                  <c:v>0.21551452715316566</c:v>
                </c:pt>
                <c:pt idx="978">
                  <c:v>0.21496955888964242</c:v>
                </c:pt>
                <c:pt idx="979">
                  <c:v>0.21443284541199004</c:v>
                </c:pt>
                <c:pt idx="980">
                  <c:v>0.21339317418106174</c:v>
                </c:pt>
                <c:pt idx="981">
                  <c:v>0.21239566585642769</c:v>
                </c:pt>
                <c:pt idx="982">
                  <c:v>0.21335286542667084</c:v>
                </c:pt>
                <c:pt idx="983">
                  <c:v>0.21392264884648893</c:v>
                </c:pt>
                <c:pt idx="984">
                  <c:v>0.21328629375354005</c:v>
                </c:pt>
                <c:pt idx="985">
                  <c:v>0.21347424887798411</c:v>
                </c:pt>
                <c:pt idx="986">
                  <c:v>0.21425885992517354</c:v>
                </c:pt>
                <c:pt idx="987">
                  <c:v>0.21384165034759001</c:v>
                </c:pt>
                <c:pt idx="988">
                  <c:v>0.21398449624216748</c:v>
                </c:pt>
                <c:pt idx="989">
                  <c:v>0.21489389425238309</c:v>
                </c:pt>
                <c:pt idx="990">
                  <c:v>0.2147090632468994</c:v>
                </c:pt>
                <c:pt idx="991">
                  <c:v>0.21526401345149107</c:v>
                </c:pt>
                <c:pt idx="992">
                  <c:v>0.21725054672081806</c:v>
                </c:pt>
                <c:pt idx="993">
                  <c:v>0.21904617854212863</c:v>
                </c:pt>
                <c:pt idx="994">
                  <c:v>0.21895697605604111</c:v>
                </c:pt>
                <c:pt idx="995">
                  <c:v>0.21675198305355961</c:v>
                </c:pt>
                <c:pt idx="996">
                  <c:v>0.21528161519490185</c:v>
                </c:pt>
                <c:pt idx="997">
                  <c:v>0.21599221256200615</c:v>
                </c:pt>
                <c:pt idx="998">
                  <c:v>0.21779833431120799</c:v>
                </c:pt>
                <c:pt idx="999">
                  <c:v>0.2171004874133565</c:v>
                </c:pt>
                <c:pt idx="1000">
                  <c:v>0.21530180767110901</c:v>
                </c:pt>
                <c:pt idx="1001">
                  <c:v>0.21464312655729711</c:v>
                </c:pt>
                <c:pt idx="1002">
                  <c:v>0.21489585000165096</c:v>
                </c:pt>
                <c:pt idx="1003">
                  <c:v>0.21604179207591356</c:v>
                </c:pt>
                <c:pt idx="1004">
                  <c:v>0.21741597262967</c:v>
                </c:pt>
                <c:pt idx="1005">
                  <c:v>0.21837383258278281</c:v>
                </c:pt>
                <c:pt idx="1006">
                  <c:v>0.21834276918856727</c:v>
                </c:pt>
                <c:pt idx="1007">
                  <c:v>0.21702055568678549</c:v>
                </c:pt>
                <c:pt idx="1008">
                  <c:v>0.21441699622311799</c:v>
                </c:pt>
                <c:pt idx="1009">
                  <c:v>0.21320245052843331</c:v>
                </c:pt>
                <c:pt idx="1010">
                  <c:v>0.21328141708004095</c:v>
                </c:pt>
                <c:pt idx="1011">
                  <c:v>0.21437656047202136</c:v>
                </c:pt>
                <c:pt idx="1012">
                  <c:v>0.21531554871466635</c:v>
                </c:pt>
                <c:pt idx="1013">
                  <c:v>0.21581944624356444</c:v>
                </c:pt>
                <c:pt idx="1014">
                  <c:v>0.21476466240465725</c:v>
                </c:pt>
                <c:pt idx="1015">
                  <c:v>0.21445715258146206</c:v>
                </c:pt>
                <c:pt idx="1016">
                  <c:v>0.21384830497496896</c:v>
                </c:pt>
                <c:pt idx="1017">
                  <c:v>0.21292463253503205</c:v>
                </c:pt>
                <c:pt idx="1018">
                  <c:v>0.21163310143734873</c:v>
                </c:pt>
                <c:pt idx="1019">
                  <c:v>0.21043854502414208</c:v>
                </c:pt>
                <c:pt idx="1020">
                  <c:v>0.21235675406579954</c:v>
                </c:pt>
                <c:pt idx="1021">
                  <c:v>0.21502899334791256</c:v>
                </c:pt>
                <c:pt idx="1022">
                  <c:v>0.21570593658800491</c:v>
                </c:pt>
                <c:pt idx="1023">
                  <c:v>0.21544041187571594</c:v>
                </c:pt>
                <c:pt idx="1024">
                  <c:v>0.21540005232264275</c:v>
                </c:pt>
                <c:pt idx="1025">
                  <c:v>0.21508040161438213</c:v>
                </c:pt>
                <c:pt idx="1026">
                  <c:v>0.21404857877986647</c:v>
                </c:pt>
                <c:pt idx="1027">
                  <c:v>0.21398904272423175</c:v>
                </c:pt>
                <c:pt idx="1028">
                  <c:v>0.2138334971590837</c:v>
                </c:pt>
                <c:pt idx="1029">
                  <c:v>0.21554165364950434</c:v>
                </c:pt>
                <c:pt idx="1030">
                  <c:v>0.21782558780425237</c:v>
                </c:pt>
                <c:pt idx="1031">
                  <c:v>0.21797691707877098</c:v>
                </c:pt>
                <c:pt idx="1032">
                  <c:v>0.21779480380278937</c:v>
                </c:pt>
                <c:pt idx="1033">
                  <c:v>0.21869935053884704</c:v>
                </c:pt>
                <c:pt idx="1034">
                  <c:v>0.21773844266479728</c:v>
                </c:pt>
                <c:pt idx="1035">
                  <c:v>0.21557512998112829</c:v>
                </c:pt>
                <c:pt idx="1036">
                  <c:v>0.21581540774832303</c:v>
                </c:pt>
                <c:pt idx="1037">
                  <c:v>0.2166945551432396</c:v>
                </c:pt>
                <c:pt idx="1038">
                  <c:v>0.21790092225007685</c:v>
                </c:pt>
                <c:pt idx="1039">
                  <c:v>0.21823837789647738</c:v>
                </c:pt>
                <c:pt idx="1040">
                  <c:v>0.21691194810406619</c:v>
                </c:pt>
                <c:pt idx="1041">
                  <c:v>0.21551592411692841</c:v>
                </c:pt>
                <c:pt idx="1042">
                  <c:v>0.21434298254303286</c:v>
                </c:pt>
                <c:pt idx="1043">
                  <c:v>0.21353492790397019</c:v>
                </c:pt>
                <c:pt idx="1044">
                  <c:v>0.21406783148045141</c:v>
                </c:pt>
                <c:pt idx="1045">
                  <c:v>0.21414816959648067</c:v>
                </c:pt>
                <c:pt idx="1046">
                  <c:v>0.21418017276631846</c:v>
                </c:pt>
                <c:pt idx="1047">
                  <c:v>0.21506142830654973</c:v>
                </c:pt>
                <c:pt idx="1048">
                  <c:v>0.21622591189984533</c:v>
                </c:pt>
                <c:pt idx="1049">
                  <c:v>0.21646662145583945</c:v>
                </c:pt>
                <c:pt idx="1050">
                  <c:v>0.21614798672122446</c:v>
                </c:pt>
                <c:pt idx="1051">
                  <c:v>0.21614557378381605</c:v>
                </c:pt>
                <c:pt idx="1052">
                  <c:v>0.21604864989802167</c:v>
                </c:pt>
                <c:pt idx="1053">
                  <c:v>0.21663222516007935</c:v>
                </c:pt>
                <c:pt idx="1054">
                  <c:v>0.21631051710518631</c:v>
                </c:pt>
                <c:pt idx="1055">
                  <c:v>0.21606800419597116</c:v>
                </c:pt>
                <c:pt idx="1056">
                  <c:v>0.21483181826263428</c:v>
                </c:pt>
                <c:pt idx="1057">
                  <c:v>0.21406513915029046</c:v>
                </c:pt>
                <c:pt idx="1058">
                  <c:v>0.21586178694524666</c:v>
                </c:pt>
                <c:pt idx="1059">
                  <c:v>0.21670654363225819</c:v>
                </c:pt>
                <c:pt idx="1060">
                  <c:v>0.21514179182192014</c:v>
                </c:pt>
                <c:pt idx="1061">
                  <c:v>0.21441275453314743</c:v>
                </c:pt>
                <c:pt idx="1062">
                  <c:v>0.2128156185628545</c:v>
                </c:pt>
                <c:pt idx="1063">
                  <c:v>0.21091503666394895</c:v>
                </c:pt>
                <c:pt idx="1064">
                  <c:v>0.21074729941505319</c:v>
                </c:pt>
                <c:pt idx="1065">
                  <c:v>0.21111155136635756</c:v>
                </c:pt>
                <c:pt idx="1066">
                  <c:v>0.21189504484253679</c:v>
                </c:pt>
                <c:pt idx="1067">
                  <c:v>0.21138535626385851</c:v>
                </c:pt>
                <c:pt idx="1068">
                  <c:v>0.20987244450878945</c:v>
                </c:pt>
                <c:pt idx="1069">
                  <c:v>0.21024807536492504</c:v>
                </c:pt>
                <c:pt idx="1070">
                  <c:v>0.21115569542126078</c:v>
                </c:pt>
                <c:pt idx="1071">
                  <c:v>0.21207835188755206</c:v>
                </c:pt>
                <c:pt idx="1072">
                  <c:v>0.2133153759991466</c:v>
                </c:pt>
                <c:pt idx="1073">
                  <c:v>0.21477837804887343</c:v>
                </c:pt>
                <c:pt idx="1074">
                  <c:v>0.21533602058362608</c:v>
                </c:pt>
                <c:pt idx="1075">
                  <c:v>0.21569915496392025</c:v>
                </c:pt>
                <c:pt idx="1076">
                  <c:v>0.21606968055248649</c:v>
                </c:pt>
                <c:pt idx="1077">
                  <c:v>0.21711067254915409</c:v>
                </c:pt>
                <c:pt idx="1078">
                  <c:v>0.21721605441554848</c:v>
                </c:pt>
                <c:pt idx="1079">
                  <c:v>0.2160711029155904</c:v>
                </c:pt>
                <c:pt idx="1080">
                  <c:v>0.21464084061659441</c:v>
                </c:pt>
                <c:pt idx="1081">
                  <c:v>0.21375498779561658</c:v>
                </c:pt>
                <c:pt idx="1082">
                  <c:v>0.21404288932745086</c:v>
                </c:pt>
                <c:pt idx="1083">
                  <c:v>0.21256325070927662</c:v>
                </c:pt>
                <c:pt idx="1084">
                  <c:v>0.21081945894323503</c:v>
                </c:pt>
                <c:pt idx="1085">
                  <c:v>0.21104020461709225</c:v>
                </c:pt>
                <c:pt idx="1086">
                  <c:v>0.21249957456103591</c:v>
                </c:pt>
                <c:pt idx="1087">
                  <c:v>0.21586701920952173</c:v>
                </c:pt>
                <c:pt idx="1088">
                  <c:v>0.21793958004729358</c:v>
                </c:pt>
                <c:pt idx="1089">
                  <c:v>0.21748076634892091</c:v>
                </c:pt>
                <c:pt idx="1090">
                  <c:v>0.21513429901628353</c:v>
                </c:pt>
                <c:pt idx="1091">
                  <c:v>0.21516485442367625</c:v>
                </c:pt>
                <c:pt idx="1092">
                  <c:v>0.21582287515461851</c:v>
                </c:pt>
                <c:pt idx="1093">
                  <c:v>0.21517798588304621</c:v>
                </c:pt>
                <c:pt idx="1094">
                  <c:v>0.2160748874174204</c:v>
                </c:pt>
                <c:pt idx="1095">
                  <c:v>0.21845635504215022</c:v>
                </c:pt>
                <c:pt idx="1096">
                  <c:v>0.21916337110215361</c:v>
                </c:pt>
                <c:pt idx="1097">
                  <c:v>0.2178552796340463</c:v>
                </c:pt>
                <c:pt idx="1098">
                  <c:v>0.21553250988669354</c:v>
                </c:pt>
                <c:pt idx="1099">
                  <c:v>0.2141607930690278</c:v>
                </c:pt>
                <c:pt idx="1100">
                  <c:v>0.21443109285745129</c:v>
                </c:pt>
                <c:pt idx="1101">
                  <c:v>0.21382102608258344</c:v>
                </c:pt>
                <c:pt idx="1102">
                  <c:v>0.21324347046437617</c:v>
                </c:pt>
                <c:pt idx="1103">
                  <c:v>0.21463266202874698</c:v>
                </c:pt>
                <c:pt idx="1104">
                  <c:v>0.21512205653385352</c:v>
                </c:pt>
                <c:pt idx="1105">
                  <c:v>0.21533820492696421</c:v>
                </c:pt>
                <c:pt idx="1106">
                  <c:v>0.21619990297451686</c:v>
                </c:pt>
                <c:pt idx="1107">
                  <c:v>0.21708128551145384</c:v>
                </c:pt>
                <c:pt idx="1108">
                  <c:v>0.216347904935346</c:v>
                </c:pt>
                <c:pt idx="1109">
                  <c:v>0.21423282560050394</c:v>
                </c:pt>
                <c:pt idx="1110">
                  <c:v>0.21333457790104926</c:v>
                </c:pt>
                <c:pt idx="1111">
                  <c:v>0.21274678634836214</c:v>
                </c:pt>
                <c:pt idx="1112">
                  <c:v>0.21343089220265626</c:v>
                </c:pt>
                <c:pt idx="1113">
                  <c:v>0.21438120855145018</c:v>
                </c:pt>
                <c:pt idx="1114">
                  <c:v>0.21503564797529154</c:v>
                </c:pt>
                <c:pt idx="1115">
                  <c:v>0.21619289275636192</c:v>
                </c:pt>
                <c:pt idx="1116">
                  <c:v>0.21522820038048215</c:v>
                </c:pt>
                <c:pt idx="1117">
                  <c:v>0.21249134517450619</c:v>
                </c:pt>
                <c:pt idx="1118">
                  <c:v>0.21086436497837246</c:v>
                </c:pt>
                <c:pt idx="1119">
                  <c:v>0.21052782370825301</c:v>
                </c:pt>
                <c:pt idx="1120">
                  <c:v>0.21144479072212868</c:v>
                </c:pt>
                <c:pt idx="1121">
                  <c:v>0.21264694153833652</c:v>
                </c:pt>
                <c:pt idx="1122">
                  <c:v>0.21301175227514599</c:v>
                </c:pt>
                <c:pt idx="1123">
                  <c:v>0.2136533142330288</c:v>
                </c:pt>
                <c:pt idx="1124">
                  <c:v>0.2139409871707928</c:v>
                </c:pt>
                <c:pt idx="1125">
                  <c:v>0.21286725542339432</c:v>
                </c:pt>
                <c:pt idx="1126">
                  <c:v>0.211392823670154</c:v>
                </c:pt>
                <c:pt idx="1127">
                  <c:v>0.21135185453289343</c:v>
                </c:pt>
                <c:pt idx="1128">
                  <c:v>0.2121277790054126</c:v>
                </c:pt>
                <c:pt idx="1129">
                  <c:v>0.21222335672612652</c:v>
                </c:pt>
                <c:pt idx="1130">
                  <c:v>0.21329404055258808</c:v>
                </c:pt>
                <c:pt idx="1131">
                  <c:v>0.21455100314697839</c:v>
                </c:pt>
                <c:pt idx="1132">
                  <c:v>0.21415152230951129</c:v>
                </c:pt>
                <c:pt idx="1133">
                  <c:v>0.21454605027545587</c:v>
                </c:pt>
                <c:pt idx="1134">
                  <c:v>0.21542936316231959</c:v>
                </c:pt>
                <c:pt idx="1135">
                  <c:v>0.21547414220075131</c:v>
                </c:pt>
                <c:pt idx="1136">
                  <c:v>0.21487558132742038</c:v>
                </c:pt>
                <c:pt idx="1137">
                  <c:v>0.2130634399343681</c:v>
                </c:pt>
                <c:pt idx="1138">
                  <c:v>0.21255248138863278</c:v>
                </c:pt>
                <c:pt idx="1139">
                  <c:v>0.21352918765287229</c:v>
                </c:pt>
                <c:pt idx="1140">
                  <c:v>0.21455994371506004</c:v>
                </c:pt>
                <c:pt idx="1141">
                  <c:v>0.21622588650050417</c:v>
                </c:pt>
                <c:pt idx="1142">
                  <c:v>0.21678170028269467</c:v>
                </c:pt>
                <c:pt idx="1143">
                  <c:v>0.21638762950489066</c:v>
                </c:pt>
                <c:pt idx="1144">
                  <c:v>0.21592437092181829</c:v>
                </c:pt>
                <c:pt idx="1145">
                  <c:v>0.21541470774248117</c:v>
                </c:pt>
                <c:pt idx="1146">
                  <c:v>0.21466202366710607</c:v>
                </c:pt>
                <c:pt idx="1147">
                  <c:v>0.21378968329561532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8-1D70-4A85-AB80-5FAF78EA715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068723632"/>
        <c:axId val="1068722672"/>
      </c:scatterChart>
      <c:valAx>
        <c:axId val="1068723632"/>
        <c:scaling>
          <c:orientation val="maxMin"/>
          <c:max val="4.3"/>
          <c:min val="3.9"/>
        </c:scaling>
        <c:delete val="0"/>
        <c:axPos val="b"/>
        <c:numFmt formatCode="General" sourceLinked="1"/>
        <c:majorTickMark val="out"/>
        <c:minorTickMark val="out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ysClr val="windowText" lastClr="000000"/>
                </a:solidFill>
                <a:latin typeface="Avenir LT Std 65 Medium" panose="020B0803020203020204" pitchFamily="34" charset="0"/>
                <a:ea typeface="+mn-ea"/>
                <a:cs typeface="+mn-cs"/>
              </a:defRPr>
            </a:pPr>
            <a:endParaRPr lang="en-US"/>
          </a:p>
        </c:txPr>
        <c:crossAx val="1068722672"/>
        <c:crosses val="autoZero"/>
        <c:crossBetween val="midCat"/>
        <c:majorUnit val="0.2"/>
      </c:valAx>
      <c:valAx>
        <c:axId val="1068722672"/>
        <c:scaling>
          <c:orientation val="minMax"/>
          <c:min val="0.1"/>
        </c:scaling>
        <c:delete val="1"/>
        <c:axPos val="r"/>
        <c:numFmt formatCode="General" sourceLinked="1"/>
        <c:majorTickMark val="out"/>
        <c:minorTickMark val="none"/>
        <c:tickLblPos val="nextTo"/>
        <c:crossAx val="1068723632"/>
        <c:crosses val="autoZero"/>
        <c:crossBetween val="midCat"/>
      </c:valAx>
      <c:spPr>
        <a:noFill/>
        <a:ln w="25400"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'Fully separated 0.5%'!$B$1</c:f>
              <c:strCache>
                <c:ptCount val="1"/>
                <c:pt idx="0">
                  <c:v>D_1/O-PTIR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0.5%'!$A$2:$A$589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0.5%'!$B$2:$B$589</c:f>
              <c:numCache>
                <c:formatCode>General</c:formatCode>
                <c:ptCount val="588"/>
                <c:pt idx="0">
                  <c:v>7.9986321721842151</c:v>
                </c:pt>
                <c:pt idx="1">
                  <c:v>7.9818840416675494</c:v>
                </c:pt>
                <c:pt idx="2">
                  <c:v>8.0348730079893649</c:v>
                </c:pt>
                <c:pt idx="3">
                  <c:v>8.0180651783811836</c:v>
                </c:pt>
                <c:pt idx="4">
                  <c:v>8.0391920523409528</c:v>
                </c:pt>
                <c:pt idx="5">
                  <c:v>8.0548303139627091</c:v>
                </c:pt>
                <c:pt idx="6">
                  <c:v>8.052156485839653</c:v>
                </c:pt>
                <c:pt idx="7">
                  <c:v>8.0292060333906985</c:v>
                </c:pt>
                <c:pt idx="8">
                  <c:v>8.0192756794925391</c:v>
                </c:pt>
                <c:pt idx="9">
                  <c:v>8.0279813622664804</c:v>
                </c:pt>
                <c:pt idx="10">
                  <c:v>8.029043215945098</c:v>
                </c:pt>
                <c:pt idx="11">
                  <c:v>8.0422816659542864</c:v>
                </c:pt>
                <c:pt idx="12">
                  <c:v>8.0576873305906105</c:v>
                </c:pt>
                <c:pt idx="13">
                  <c:v>8.0415198656295441</c:v>
                </c:pt>
                <c:pt idx="14">
                  <c:v>8.0434343765116161</c:v>
                </c:pt>
                <c:pt idx="15">
                  <c:v>8.0374336559109363</c:v>
                </c:pt>
                <c:pt idx="16">
                  <c:v>8.0377091138537704</c:v>
                </c:pt>
                <c:pt idx="17">
                  <c:v>8.0398790314441744</c:v>
                </c:pt>
                <c:pt idx="18">
                  <c:v>8.0354891770063634</c:v>
                </c:pt>
                <c:pt idx="19">
                  <c:v>8.0317553541860018</c:v>
                </c:pt>
                <c:pt idx="20">
                  <c:v>8.0269601885182063</c:v>
                </c:pt>
                <c:pt idx="21">
                  <c:v>8.022411578853216</c:v>
                </c:pt>
                <c:pt idx="22">
                  <c:v>8.0203921832238994</c:v>
                </c:pt>
                <c:pt idx="23">
                  <c:v>8.0252596625984012</c:v>
                </c:pt>
                <c:pt idx="24">
                  <c:v>8.0251630599793629</c:v>
                </c:pt>
                <c:pt idx="25">
                  <c:v>8.0225056362003517</c:v>
                </c:pt>
                <c:pt idx="26">
                  <c:v>8.0203796967329399</c:v>
                </c:pt>
                <c:pt idx="27">
                  <c:v>8.019663420350776</c:v>
                </c:pt>
                <c:pt idx="28">
                  <c:v>8.0152137264816883</c:v>
                </c:pt>
                <c:pt idx="29">
                  <c:v>8.0102827174758495</c:v>
                </c:pt>
                <c:pt idx="30">
                  <c:v>8.0140203093419533</c:v>
                </c:pt>
                <c:pt idx="31">
                  <c:v>8.0167063640983649</c:v>
                </c:pt>
                <c:pt idx="32">
                  <c:v>8.0185852400632935</c:v>
                </c:pt>
                <c:pt idx="33">
                  <c:v>8.0263794978374872</c:v>
                </c:pt>
                <c:pt idx="34">
                  <c:v>8.0348114839256795</c:v>
                </c:pt>
                <c:pt idx="35">
                  <c:v>8.0330022886658519</c:v>
                </c:pt>
                <c:pt idx="36">
                  <c:v>8.0303197964017023</c:v>
                </c:pt>
                <c:pt idx="37">
                  <c:v>8.0303366360627564</c:v>
                </c:pt>
                <c:pt idx="38">
                  <c:v>8.0338546571386367</c:v>
                </c:pt>
                <c:pt idx="39">
                  <c:v>8.0369020050239488</c:v>
                </c:pt>
                <c:pt idx="40">
                  <c:v>8.0453958660946405</c:v>
                </c:pt>
                <c:pt idx="41">
                  <c:v>8.0607369749952493</c:v>
                </c:pt>
                <c:pt idx="42">
                  <c:v>8.0776251783378292</c:v>
                </c:pt>
                <c:pt idx="43">
                  <c:v>8.1026379517826541</c:v>
                </c:pt>
                <c:pt idx="44">
                  <c:v>8.1453199317053357</c:v>
                </c:pt>
                <c:pt idx="45">
                  <c:v>8.2118829852242392</c:v>
                </c:pt>
                <c:pt idx="46">
                  <c:v>8.2724861135650762</c:v>
                </c:pt>
                <c:pt idx="47">
                  <c:v>8.2910506072192547</c:v>
                </c:pt>
                <c:pt idx="48">
                  <c:v>8.2671488960431709</c:v>
                </c:pt>
                <c:pt idx="49">
                  <c:v>8.1948749009076352</c:v>
                </c:pt>
                <c:pt idx="50">
                  <c:v>8.1146171562804419</c:v>
                </c:pt>
                <c:pt idx="51">
                  <c:v>8.0667012222493408</c:v>
                </c:pt>
                <c:pt idx="52">
                  <c:v>8.046637998761355</c:v>
                </c:pt>
                <c:pt idx="53">
                  <c:v>8.0333902538456083</c:v>
                </c:pt>
                <c:pt idx="54">
                  <c:v>8.0284811372875424</c:v>
                </c:pt>
                <c:pt idx="55">
                  <c:v>8.0284833427456572</c:v>
                </c:pt>
                <c:pt idx="56">
                  <c:v>8.0307202014313077</c:v>
                </c:pt>
                <c:pt idx="57">
                  <c:v>8.0312186593963162</c:v>
                </c:pt>
                <c:pt idx="58">
                  <c:v>8.032278256533699</c:v>
                </c:pt>
                <c:pt idx="59">
                  <c:v>8.0368674106477194</c:v>
                </c:pt>
                <c:pt idx="60">
                  <c:v>8.039546169402211</c:v>
                </c:pt>
                <c:pt idx="61">
                  <c:v>8.0450466974328592</c:v>
                </c:pt>
                <c:pt idx="62">
                  <c:v>8.0556406254819581</c:v>
                </c:pt>
                <c:pt idx="63">
                  <c:v>8.0666031604299189</c:v>
                </c:pt>
                <c:pt idx="64">
                  <c:v>8.0800160548466735</c:v>
                </c:pt>
                <c:pt idx="65">
                  <c:v>8.0960173841804455</c:v>
                </c:pt>
                <c:pt idx="66">
                  <c:v>8.1147018476488544</c:v>
                </c:pt>
                <c:pt idx="67">
                  <c:v>8.1253313739685122</c:v>
                </c:pt>
                <c:pt idx="68">
                  <c:v>8.1264393801341654</c:v>
                </c:pt>
                <c:pt idx="69">
                  <c:v>8.1174936333554744</c:v>
                </c:pt>
                <c:pt idx="70">
                  <c:v>8.1000670139442175</c:v>
                </c:pt>
                <c:pt idx="71">
                  <c:v>8.0836951054590109</c:v>
                </c:pt>
                <c:pt idx="72">
                  <c:v>8.0710020254856261</c:v>
                </c:pt>
                <c:pt idx="73">
                  <c:v>8.0612358083101281</c:v>
                </c:pt>
                <c:pt idx="74">
                  <c:v>8.0518369009664816</c:v>
                </c:pt>
                <c:pt idx="75">
                  <c:v>8.04323042605062</c:v>
                </c:pt>
                <c:pt idx="76">
                  <c:v>8.0358594429960721</c:v>
                </c:pt>
                <c:pt idx="77">
                  <c:v>8.0301817365005181</c:v>
                </c:pt>
                <c:pt idx="78">
                  <c:v>8.0265130268881641</c:v>
                </c:pt>
                <c:pt idx="79">
                  <c:v>8.0252445864154378</c:v>
                </c:pt>
                <c:pt idx="80">
                  <c:v>8.0236251205206237</c:v>
                </c:pt>
                <c:pt idx="81">
                  <c:v>8.0204686413262181</c:v>
                </c:pt>
                <c:pt idx="82">
                  <c:v>8.0211160998637823</c:v>
                </c:pt>
                <c:pt idx="83">
                  <c:v>8.0204656607373064</c:v>
                </c:pt>
                <c:pt idx="84">
                  <c:v>8.0204697407237671</c:v>
                </c:pt>
                <c:pt idx="85">
                  <c:v>8.0219102913276465</c:v>
                </c:pt>
                <c:pt idx="86">
                  <c:v>8.0212797635123465</c:v>
                </c:pt>
                <c:pt idx="87">
                  <c:v>8.0210053094638418</c:v>
                </c:pt>
                <c:pt idx="88">
                  <c:v>8.0214964114597898</c:v>
                </c:pt>
                <c:pt idx="89">
                  <c:v>8.0229913455957931</c:v>
                </c:pt>
                <c:pt idx="90">
                  <c:v>8.0205896838859356</c:v>
                </c:pt>
                <c:pt idx="91">
                  <c:v>8.0195150416596608</c:v>
                </c:pt>
                <c:pt idx="92">
                  <c:v>8.0159274442659196</c:v>
                </c:pt>
                <c:pt idx="93">
                  <c:v>8.0131701596533134</c:v>
                </c:pt>
                <c:pt idx="94">
                  <c:v>8.0124517089071041</c:v>
                </c:pt>
                <c:pt idx="95">
                  <c:v>8.0129574939681056</c:v>
                </c:pt>
                <c:pt idx="96">
                  <c:v>8.0156102358682588</c:v>
                </c:pt>
                <c:pt idx="97">
                  <c:v>8.0145092003272733</c:v>
                </c:pt>
                <c:pt idx="98">
                  <c:v>8.0116187187042609</c:v>
                </c:pt>
                <c:pt idx="99">
                  <c:v>8.0120188938598336</c:v>
                </c:pt>
                <c:pt idx="100">
                  <c:v>8.0124596434480058</c:v>
                </c:pt>
                <c:pt idx="101">
                  <c:v>8.0126830454721141</c:v>
                </c:pt>
                <c:pt idx="102">
                  <c:v>8.014986897446633</c:v>
                </c:pt>
                <c:pt idx="103">
                  <c:v>8.0147614543187924</c:v>
                </c:pt>
                <c:pt idx="104">
                  <c:v>8.0171102427800278</c:v>
                </c:pt>
                <c:pt idx="105">
                  <c:v>8.0221342241719853</c:v>
                </c:pt>
                <c:pt idx="106">
                  <c:v>8.0265934916837747</c:v>
                </c:pt>
                <c:pt idx="107">
                  <c:v>8.033447960001439</c:v>
                </c:pt>
                <c:pt idx="108">
                  <c:v>8.0520002914314119</c:v>
                </c:pt>
                <c:pt idx="109">
                  <c:v>8.0796126314710683</c:v>
                </c:pt>
                <c:pt idx="110">
                  <c:v>8.0925461752301278</c:v>
                </c:pt>
                <c:pt idx="111">
                  <c:v>8.084690435591348</c:v>
                </c:pt>
                <c:pt idx="112">
                  <c:v>8.0644357703433762</c:v>
                </c:pt>
                <c:pt idx="113">
                  <c:v>8.0469904100906557</c:v>
                </c:pt>
                <c:pt idx="114">
                  <c:v>8.038912116851737</c:v>
                </c:pt>
                <c:pt idx="115">
                  <c:v>8.032731770238474</c:v>
                </c:pt>
                <c:pt idx="116">
                  <c:v>8.0324332205050872</c:v>
                </c:pt>
                <c:pt idx="117">
                  <c:v>8.0352638626968211</c:v>
                </c:pt>
                <c:pt idx="118">
                  <c:v>8.035353784532365</c:v>
                </c:pt>
                <c:pt idx="119">
                  <c:v>8.0321597548038746</c:v>
                </c:pt>
                <c:pt idx="120">
                  <c:v>8.0387443332386184</c:v>
                </c:pt>
                <c:pt idx="121">
                  <c:v>8.0547506287399067</c:v>
                </c:pt>
                <c:pt idx="122">
                  <c:v>8.076013163915297</c:v>
                </c:pt>
                <c:pt idx="123">
                  <c:v>8.091210169559707</c:v>
                </c:pt>
                <c:pt idx="124">
                  <c:v>8.0888067043936669</c:v>
                </c:pt>
                <c:pt idx="125">
                  <c:v>8.078165753223514</c:v>
                </c:pt>
                <c:pt idx="126">
                  <c:v>8.0653935965827372</c:v>
                </c:pt>
                <c:pt idx="127">
                  <c:v>8.0597631930548843</c:v>
                </c:pt>
                <c:pt idx="128">
                  <c:v>8.0543301524867505</c:v>
                </c:pt>
                <c:pt idx="129">
                  <c:v>8.0524680040221153</c:v>
                </c:pt>
                <c:pt idx="130">
                  <c:v>8.0548683464549136</c:v>
                </c:pt>
                <c:pt idx="131">
                  <c:v>8.0539968373597368</c:v>
                </c:pt>
                <c:pt idx="132">
                  <c:v>8.0502965095180556</c:v>
                </c:pt>
                <c:pt idx="133">
                  <c:v>8.0438702221204146</c:v>
                </c:pt>
                <c:pt idx="134">
                  <c:v>8.0395047432141364</c:v>
                </c:pt>
                <c:pt idx="135">
                  <c:v>8.0381698613723209</c:v>
                </c:pt>
                <c:pt idx="136">
                  <c:v>8.0348788248018543</c:v>
                </c:pt>
                <c:pt idx="137">
                  <c:v>8.0318774472811558</c:v>
                </c:pt>
                <c:pt idx="138">
                  <c:v>8.02971905004447</c:v>
                </c:pt>
                <c:pt idx="139">
                  <c:v>8.0224219420632501</c:v>
                </c:pt>
                <c:pt idx="140">
                  <c:v>8.0157416616270574</c:v>
                </c:pt>
                <c:pt idx="141">
                  <c:v>8.0096031731873722</c:v>
                </c:pt>
                <c:pt idx="142">
                  <c:v>8.0116002210628618</c:v>
                </c:pt>
                <c:pt idx="143">
                  <c:v>8.0201435416972569</c:v>
                </c:pt>
                <c:pt idx="144">
                  <c:v>8.0231441107720816</c:v>
                </c:pt>
                <c:pt idx="145">
                  <c:v>8.0223192738791465</c:v>
                </c:pt>
                <c:pt idx="146">
                  <c:v>8.0255067760734988</c:v>
                </c:pt>
                <c:pt idx="147">
                  <c:v>8.0234477799223409</c:v>
                </c:pt>
                <c:pt idx="148">
                  <c:v>8.0161372426334765</c:v>
                </c:pt>
                <c:pt idx="149">
                  <c:v>8.016550818223628</c:v>
                </c:pt>
                <c:pt idx="150">
                  <c:v>8.0156683018269241</c:v>
                </c:pt>
                <c:pt idx="151">
                  <c:v>8.0175550879016981</c:v>
                </c:pt>
                <c:pt idx="152">
                  <c:v>8.0199849685924995</c:v>
                </c:pt>
                <c:pt idx="153">
                  <c:v>8.0197510923081019</c:v>
                </c:pt>
                <c:pt idx="154">
                  <c:v>8.0197107521915463</c:v>
                </c:pt>
                <c:pt idx="155">
                  <c:v>8.0196168569777875</c:v>
                </c:pt>
                <c:pt idx="156">
                  <c:v>8.0226900729100912</c:v>
                </c:pt>
                <c:pt idx="157">
                  <c:v>8.0252151070140698</c:v>
                </c:pt>
                <c:pt idx="158">
                  <c:v>8.022277476783211</c:v>
                </c:pt>
                <c:pt idx="159">
                  <c:v>8.0239924103634301</c:v>
                </c:pt>
                <c:pt idx="160">
                  <c:v>8.02123093693511</c:v>
                </c:pt>
                <c:pt idx="161">
                  <c:v>8.0190852616159276</c:v>
                </c:pt>
                <c:pt idx="162">
                  <c:v>8.0205324308151571</c:v>
                </c:pt>
                <c:pt idx="163">
                  <c:v>8.0241454487233526</c:v>
                </c:pt>
                <c:pt idx="164">
                  <c:v>8.0224904578511502</c:v>
                </c:pt>
                <c:pt idx="165">
                  <c:v>8.0229786703193966</c:v>
                </c:pt>
                <c:pt idx="166">
                  <c:v>8.0232910813459313</c:v>
                </c:pt>
                <c:pt idx="167">
                  <c:v>8.0282589745843094</c:v>
                </c:pt>
                <c:pt idx="168">
                  <c:v>8.0293903412821397</c:v>
                </c:pt>
                <c:pt idx="169">
                  <c:v>8.030302003929437</c:v>
                </c:pt>
                <c:pt idx="170">
                  <c:v>8.034224352330023</c:v>
                </c:pt>
                <c:pt idx="171">
                  <c:v>8.0360916757366603</c:v>
                </c:pt>
                <c:pt idx="172">
                  <c:v>8.0420110764547452</c:v>
                </c:pt>
                <c:pt idx="173">
                  <c:v>8.0466109291505763</c:v>
                </c:pt>
                <c:pt idx="174">
                  <c:v>8.0466592493386386</c:v>
                </c:pt>
                <c:pt idx="175">
                  <c:v>8.044808481304397</c:v>
                </c:pt>
                <c:pt idx="176">
                  <c:v>8.0483529567726304</c:v>
                </c:pt>
                <c:pt idx="177">
                  <c:v>8.0496108674599363</c:v>
                </c:pt>
                <c:pt idx="178">
                  <c:v>8.0522581456874196</c:v>
                </c:pt>
                <c:pt idx="179">
                  <c:v>8.0571974745785528</c:v>
                </c:pt>
                <c:pt idx="180">
                  <c:v>8.0618990493102949</c:v>
                </c:pt>
                <c:pt idx="181">
                  <c:v>8.0649224014559557</c:v>
                </c:pt>
                <c:pt idx="182">
                  <c:v>8.0736366795198311</c:v>
                </c:pt>
                <c:pt idx="183">
                  <c:v>8.0801135569727975</c:v>
                </c:pt>
                <c:pt idx="184">
                  <c:v>8.0882367500518466</c:v>
                </c:pt>
                <c:pt idx="185">
                  <c:v>8.0963282271773416</c:v>
                </c:pt>
                <c:pt idx="186">
                  <c:v>8.1044935660501345</c:v>
                </c:pt>
                <c:pt idx="187">
                  <c:v>8.1131993998524266</c:v>
                </c:pt>
                <c:pt idx="188">
                  <c:v>8.1175657449507135</c:v>
                </c:pt>
                <c:pt idx="189">
                  <c:v>8.120565860940486</c:v>
                </c:pt>
                <c:pt idx="190">
                  <c:v>8.1202121258921167</c:v>
                </c:pt>
                <c:pt idx="191">
                  <c:v>8.1173830806030853</c:v>
                </c:pt>
                <c:pt idx="192">
                  <c:v>8.116109414105237</c:v>
                </c:pt>
                <c:pt idx="193">
                  <c:v>8.1165904216327753</c:v>
                </c:pt>
                <c:pt idx="194">
                  <c:v>8.1234561082474563</c:v>
                </c:pt>
                <c:pt idx="195">
                  <c:v>8.1353219171062605</c:v>
                </c:pt>
                <c:pt idx="196">
                  <c:v>8.1453993370814892</c:v>
                </c:pt>
                <c:pt idx="197">
                  <c:v>8.1481636000922801</c:v>
                </c:pt>
                <c:pt idx="198">
                  <c:v>8.1417702768530891</c:v>
                </c:pt>
                <c:pt idx="199">
                  <c:v>8.1303223279033734</c:v>
                </c:pt>
                <c:pt idx="200">
                  <c:v>8.1177051796540862</c:v>
                </c:pt>
                <c:pt idx="201">
                  <c:v>8.1078608674954715</c:v>
                </c:pt>
                <c:pt idx="202">
                  <c:v>8.1053897771645982</c:v>
                </c:pt>
                <c:pt idx="203">
                  <c:v>8.114056992129326</c:v>
                </c:pt>
                <c:pt idx="204">
                  <c:v>8.1270035243265095</c:v>
                </c:pt>
                <c:pt idx="205">
                  <c:v>8.1386193368455295</c:v>
                </c:pt>
                <c:pt idx="206">
                  <c:v>8.146603086337187</c:v>
                </c:pt>
                <c:pt idx="207">
                  <c:v>8.150222303070759</c:v>
                </c:pt>
                <c:pt idx="208">
                  <c:v>8.154642938418954</c:v>
                </c:pt>
                <c:pt idx="209">
                  <c:v>8.1582815667375446</c:v>
                </c:pt>
                <c:pt idx="210">
                  <c:v>8.1624363211171183</c:v>
                </c:pt>
                <c:pt idx="211">
                  <c:v>8.1727542048780251</c:v>
                </c:pt>
                <c:pt idx="212">
                  <c:v>8.1830799776492249</c:v>
                </c:pt>
                <c:pt idx="213">
                  <c:v>8.1922251529224237</c:v>
                </c:pt>
                <c:pt idx="214">
                  <c:v>8.199111637029338</c:v>
                </c:pt>
                <c:pt idx="215">
                  <c:v>8.2167781694169939</c:v>
                </c:pt>
                <c:pt idx="216">
                  <c:v>8.2302448166004112</c:v>
                </c:pt>
                <c:pt idx="217">
                  <c:v>8.2415169685504246</c:v>
                </c:pt>
                <c:pt idx="218">
                  <c:v>8.2463009070371829</c:v>
                </c:pt>
                <c:pt idx="219">
                  <c:v>8.2344996050519796</c:v>
                </c:pt>
                <c:pt idx="220">
                  <c:v>8.2201929559524576</c:v>
                </c:pt>
                <c:pt idx="221">
                  <c:v>8.2070773874952518</c:v>
                </c:pt>
                <c:pt idx="222">
                  <c:v>8.1921709959328251</c:v>
                </c:pt>
                <c:pt idx="223">
                  <c:v>8.1798238952578242</c:v>
                </c:pt>
                <c:pt idx="224">
                  <c:v>8.1634639180122885</c:v>
                </c:pt>
                <c:pt idx="225">
                  <c:v>8.1447920520850943</c:v>
                </c:pt>
                <c:pt idx="226">
                  <c:v>8.1164818055968766</c:v>
                </c:pt>
                <c:pt idx="227">
                  <c:v>8.0964323034787125</c:v>
                </c:pt>
                <c:pt idx="228">
                  <c:v>8.0820808433792664</c:v>
                </c:pt>
                <c:pt idx="229">
                  <c:v>8.0696032453256201</c:v>
                </c:pt>
                <c:pt idx="230">
                  <c:v>8.0550299023695882</c:v>
                </c:pt>
                <c:pt idx="231">
                  <c:v>8.0472356312693645</c:v>
                </c:pt>
                <c:pt idx="232">
                  <c:v>8.041641354611297</c:v>
                </c:pt>
                <c:pt idx="233">
                  <c:v>8.0413256120770367</c:v>
                </c:pt>
                <c:pt idx="234">
                  <c:v>8.0387291859834882</c:v>
                </c:pt>
                <c:pt idx="235">
                  <c:v>8.0345760085175719</c:v>
                </c:pt>
                <c:pt idx="236">
                  <c:v>8.0324945424573038</c:v>
                </c:pt>
                <c:pt idx="237">
                  <c:v>8.0318405386175584</c:v>
                </c:pt>
                <c:pt idx="238">
                  <c:v>8.0326136838366118</c:v>
                </c:pt>
                <c:pt idx="239">
                  <c:v>8.0358821971938443</c:v>
                </c:pt>
                <c:pt idx="240">
                  <c:v>8.0383200635086656</c:v>
                </c:pt>
                <c:pt idx="241">
                  <c:v>8.0400642810417988</c:v>
                </c:pt>
                <c:pt idx="242">
                  <c:v>8.0400982490945765</c:v>
                </c:pt>
                <c:pt idx="243">
                  <c:v>8.0432552213521262</c:v>
                </c:pt>
                <c:pt idx="244">
                  <c:v>8.0467256307405872</c:v>
                </c:pt>
                <c:pt idx="245">
                  <c:v>8.0538216044953437</c:v>
                </c:pt>
                <c:pt idx="246">
                  <c:v>8.0589384139080842</c:v>
                </c:pt>
                <c:pt idx="247">
                  <c:v>8.0671617876454693</c:v>
                </c:pt>
                <c:pt idx="248">
                  <c:v>8.0952932743131125</c:v>
                </c:pt>
                <c:pt idx="249">
                  <c:v>8.1360016957107799</c:v>
                </c:pt>
                <c:pt idx="250">
                  <c:v>8.1743268897413444</c:v>
                </c:pt>
                <c:pt idx="251">
                  <c:v>8.269176265080981</c:v>
                </c:pt>
                <c:pt idx="252">
                  <c:v>8.3864504542435263</c:v>
                </c:pt>
                <c:pt idx="253">
                  <c:v>8.5039004048696967</c:v>
                </c:pt>
                <c:pt idx="254">
                  <c:v>8.6563601840655373</c:v>
                </c:pt>
                <c:pt idx="255">
                  <c:v>8.8209184712718489</c:v>
                </c:pt>
                <c:pt idx="256">
                  <c:v>8.9655710086973865</c:v>
                </c:pt>
                <c:pt idx="257">
                  <c:v>8.9772594658528817</c:v>
                </c:pt>
                <c:pt idx="258">
                  <c:v>8.9887338536479149</c:v>
                </c:pt>
                <c:pt idx="259">
                  <c:v>9</c:v>
                </c:pt>
                <c:pt idx="260">
                  <c:v>8.790362273302895</c:v>
                </c:pt>
                <c:pt idx="261">
                  <c:v>8.4528103213272097</c:v>
                </c:pt>
                <c:pt idx="262">
                  <c:v>8.1760318932075329</c:v>
                </c:pt>
                <c:pt idx="263">
                  <c:v>8.1047667674517356</c:v>
                </c:pt>
                <c:pt idx="264">
                  <c:v>8.0746351812475243</c:v>
                </c:pt>
                <c:pt idx="265">
                  <c:v>8.0587489488426822</c:v>
                </c:pt>
                <c:pt idx="266">
                  <c:v>8.0559789645226232</c:v>
                </c:pt>
                <c:pt idx="267">
                  <c:v>8.0546966894088126</c:v>
                </c:pt>
                <c:pt idx="268">
                  <c:v>8.054593052866462</c:v>
                </c:pt>
                <c:pt idx="269">
                  <c:v>8.0499060212764473</c:v>
                </c:pt>
                <c:pt idx="270">
                  <c:v>8.0520794302869483</c:v>
                </c:pt>
                <c:pt idx="271">
                  <c:v>8.0612658585098185</c:v>
                </c:pt>
                <c:pt idx="272">
                  <c:v>8.0713983016666564</c:v>
                </c:pt>
                <c:pt idx="273">
                  <c:v>8.0819901819490063</c:v>
                </c:pt>
                <c:pt idx="274">
                  <c:v>8.1134312372540958</c:v>
                </c:pt>
                <c:pt idx="275">
                  <c:v>8.1563732613438642</c:v>
                </c:pt>
                <c:pt idx="276">
                  <c:v>8.2357404717457587</c:v>
                </c:pt>
                <c:pt idx="277">
                  <c:v>8.367639713306259</c:v>
                </c:pt>
                <c:pt idx="278">
                  <c:v>8.7624579910201756</c:v>
                </c:pt>
                <c:pt idx="279">
                  <c:v>8.914116680310153</c:v>
                </c:pt>
                <c:pt idx="280">
                  <c:v>8.7673017011975531</c:v>
                </c:pt>
                <c:pt idx="281">
                  <c:v>8.4513128663503583</c:v>
                </c:pt>
                <c:pt idx="282">
                  <c:v>8.2248555209497294</c:v>
                </c:pt>
                <c:pt idx="283">
                  <c:v>8.1293859165956768</c:v>
                </c:pt>
                <c:pt idx="284">
                  <c:v>8.0823412162551147</c:v>
                </c:pt>
                <c:pt idx="285">
                  <c:v>8.0613445842583964</c:v>
                </c:pt>
                <c:pt idx="286">
                  <c:v>8.0386186376731086</c:v>
                </c:pt>
                <c:pt idx="287">
                  <c:v>8.0382263415333082</c:v>
                </c:pt>
                <c:pt idx="288">
                  <c:v>8.0460741921617931</c:v>
                </c:pt>
                <c:pt idx="289">
                  <c:v>8.0371195080583746</c:v>
                </c:pt>
                <c:pt idx="290">
                  <c:v>8.0353983378956926</c:v>
                </c:pt>
                <c:pt idx="291">
                  <c:v>8.0231763197887798</c:v>
                </c:pt>
                <c:pt idx="292">
                  <c:v>8.0150252930731796</c:v>
                </c:pt>
                <c:pt idx="293">
                  <c:v>8.0141550654979756</c:v>
                </c:pt>
                <c:pt idx="294">
                  <c:v>8.0080718567659925</c:v>
                </c:pt>
                <c:pt idx="295">
                  <c:v>8.0104288074211567</c:v>
                </c:pt>
                <c:pt idx="296">
                  <c:v>8.0139685299383672</c:v>
                </c:pt>
                <c:pt idx="297">
                  <c:v>8.0124479298668412</c:v>
                </c:pt>
                <c:pt idx="298">
                  <c:v>8.0203948995131977</c:v>
                </c:pt>
                <c:pt idx="299">
                  <c:v>8.0219670602193034</c:v>
                </c:pt>
                <c:pt idx="300">
                  <c:v>8.0189812785967742</c:v>
                </c:pt>
                <c:pt idx="301">
                  <c:v>8.0230963946974203</c:v>
                </c:pt>
                <c:pt idx="302">
                  <c:v>8.0232117070638491</c:v>
                </c:pt>
                <c:pt idx="303">
                  <c:v>8.0235066587688912</c:v>
                </c:pt>
                <c:pt idx="304">
                  <c:v>8.0229906171061032</c:v>
                </c:pt>
                <c:pt idx="305">
                  <c:v>8.023348267786556</c:v>
                </c:pt>
                <c:pt idx="306">
                  <c:v>8.021419140469586</c:v>
                </c:pt>
                <c:pt idx="307">
                  <c:v>8.0244346502460591</c:v>
                </c:pt>
                <c:pt idx="308">
                  <c:v>8.0266509868441158</c:v>
                </c:pt>
                <c:pt idx="309">
                  <c:v>8.0232581505025582</c:v>
                </c:pt>
                <c:pt idx="310">
                  <c:v>8.0173081743170638</c:v>
                </c:pt>
                <c:pt idx="311">
                  <c:v>8.0100224212246793</c:v>
                </c:pt>
                <c:pt idx="312">
                  <c:v>8.0156088488505421</c:v>
                </c:pt>
                <c:pt idx="313">
                  <c:v>8.0119900363399079</c:v>
                </c:pt>
                <c:pt idx="314">
                  <c:v>8.01107520431826</c:v>
                </c:pt>
                <c:pt idx="315">
                  <c:v>8.0104912743015273</c:v>
                </c:pt>
                <c:pt idx="316">
                  <c:v>8.0107446909892435</c:v>
                </c:pt>
                <c:pt idx="317">
                  <c:v>8.0113660171802028</c:v>
                </c:pt>
                <c:pt idx="318">
                  <c:v>8.0177913184515557</c:v>
                </c:pt>
                <c:pt idx="319">
                  <c:v>8.0269667560304381</c:v>
                </c:pt>
                <c:pt idx="320">
                  <c:v>8.0369524018518277</c:v>
                </c:pt>
                <c:pt idx="321">
                  <c:v>8.0544131292391885</c:v>
                </c:pt>
                <c:pt idx="322">
                  <c:v>8.0876827247589702</c:v>
                </c:pt>
                <c:pt idx="323">
                  <c:v>8.1362754301536171</c:v>
                </c:pt>
                <c:pt idx="324">
                  <c:v>8.1536739760597676</c:v>
                </c:pt>
                <c:pt idx="325">
                  <c:v>8.1309989082604766</c:v>
                </c:pt>
                <c:pt idx="326">
                  <c:v>8.1035814791908525</c:v>
                </c:pt>
                <c:pt idx="327">
                  <c:v>8.0963195563732331</c:v>
                </c:pt>
                <c:pt idx="328">
                  <c:v>8.115974732352889</c:v>
                </c:pt>
                <c:pt idx="329">
                  <c:v>8.158812404736647</c:v>
                </c:pt>
                <c:pt idx="330">
                  <c:v>8.2483929517449859</c:v>
                </c:pt>
                <c:pt idx="331">
                  <c:v>8.4055580991493652</c:v>
                </c:pt>
                <c:pt idx="332">
                  <c:v>8.5366106935463506</c:v>
                </c:pt>
                <c:pt idx="333">
                  <c:v>8.5520125291697937</c:v>
                </c:pt>
                <c:pt idx="334">
                  <c:v>8.4642229829470867</c:v>
                </c:pt>
                <c:pt idx="335">
                  <c:v>8.3352802012991152</c:v>
                </c:pt>
                <c:pt idx="336">
                  <c:v>8.209129542950544</c:v>
                </c:pt>
                <c:pt idx="337">
                  <c:v>8.1183496353926881</c:v>
                </c:pt>
                <c:pt idx="338">
                  <c:v>8.0724755291429275</c:v>
                </c:pt>
                <c:pt idx="339">
                  <c:v>8.0514531601385233</c:v>
                </c:pt>
                <c:pt idx="340">
                  <c:v>8.0398423804171735</c:v>
                </c:pt>
                <c:pt idx="341">
                  <c:v>8.0285528224497913</c:v>
                </c:pt>
                <c:pt idx="342">
                  <c:v>8.0211912231420062</c:v>
                </c:pt>
                <c:pt idx="343">
                  <c:v>8.0189002363398227</c:v>
                </c:pt>
                <c:pt idx="344">
                  <c:v>8.017454972763014</c:v>
                </c:pt>
                <c:pt idx="345">
                  <c:v>8.0149112166961167</c:v>
                </c:pt>
                <c:pt idx="346">
                  <c:v>8.0124113077129078</c:v>
                </c:pt>
                <c:pt idx="347">
                  <c:v>8.0128868504572708</c:v>
                </c:pt>
                <c:pt idx="348">
                  <c:v>8.0102000416696111</c:v>
                </c:pt>
                <c:pt idx="349">
                  <c:v>8.0054510001710355</c:v>
                </c:pt>
                <c:pt idx="350">
                  <c:v>8.0025946298556327</c:v>
                </c:pt>
                <c:pt idx="351">
                  <c:v>8.0055354183558158</c:v>
                </c:pt>
                <c:pt idx="352">
                  <c:v>8.0101121898108669</c:v>
                </c:pt>
                <c:pt idx="353">
                  <c:v>8.0125632944268901</c:v>
                </c:pt>
                <c:pt idx="354">
                  <c:v>8.0111332447353654</c:v>
                </c:pt>
                <c:pt idx="355">
                  <c:v>8.0087194702186668</c:v>
                </c:pt>
                <c:pt idx="356">
                  <c:v>8.0085728205800617</c:v>
                </c:pt>
                <c:pt idx="357">
                  <c:v>8.0097311352886376</c:v>
                </c:pt>
                <c:pt idx="358">
                  <c:v>8.0104554816930182</c:v>
                </c:pt>
                <c:pt idx="359">
                  <c:v>8.0131414076311316</c:v>
                </c:pt>
                <c:pt idx="360">
                  <c:v>8.0123709265077565</c:v>
                </c:pt>
                <c:pt idx="361">
                  <c:v>8.0135255593450445</c:v>
                </c:pt>
                <c:pt idx="362">
                  <c:v>8.0173355737471077</c:v>
                </c:pt>
                <c:pt idx="363">
                  <c:v>8.0187922977104957</c:v>
                </c:pt>
                <c:pt idx="364">
                  <c:v>8.0203627815577114</c:v>
                </c:pt>
                <c:pt idx="365">
                  <c:v>8.0202843978439269</c:v>
                </c:pt>
                <c:pt idx="366">
                  <c:v>8.0174353268619516</c:v>
                </c:pt>
                <c:pt idx="367">
                  <c:v>8.0161315590812965</c:v>
                </c:pt>
                <c:pt idx="368">
                  <c:v>8.0178759243112712</c:v>
                </c:pt>
                <c:pt idx="369">
                  <c:v>8.0179255726604151</c:v>
                </c:pt>
                <c:pt idx="370">
                  <c:v>8.0162313888208168</c:v>
                </c:pt>
                <c:pt idx="371">
                  <c:v>8.0165437143386526</c:v>
                </c:pt>
                <c:pt idx="372">
                  <c:v>8.017141152508712</c:v>
                </c:pt>
                <c:pt idx="373">
                  <c:v>8.0157648877884231</c:v>
                </c:pt>
                <c:pt idx="374">
                  <c:v>8.0146379786479311</c:v>
                </c:pt>
                <c:pt idx="375">
                  <c:v>8.0125529401008766</c:v>
                </c:pt>
                <c:pt idx="376">
                  <c:v>8.0129757150943632</c:v>
                </c:pt>
                <c:pt idx="377">
                  <c:v>8.0127676146852433</c:v>
                </c:pt>
                <c:pt idx="378">
                  <c:v>8.0095383242789762</c:v>
                </c:pt>
                <c:pt idx="379">
                  <c:v>8.0079726072640653</c:v>
                </c:pt>
                <c:pt idx="380">
                  <c:v>8.0075151307308499</c:v>
                </c:pt>
                <c:pt idx="381">
                  <c:v>8.0060972304927525</c:v>
                </c:pt>
                <c:pt idx="382">
                  <c:v>8.0095286906691339</c:v>
                </c:pt>
                <c:pt idx="383">
                  <c:v>8.0107876119137842</c:v>
                </c:pt>
                <c:pt idx="384">
                  <c:v>8.010438272234607</c:v>
                </c:pt>
                <c:pt idx="385">
                  <c:v>8.0103311942447757</c:v>
                </c:pt>
                <c:pt idx="386">
                  <c:v>8.0104604689600851</c:v>
                </c:pt>
                <c:pt idx="387">
                  <c:v>8.0096039794122422</c:v>
                </c:pt>
                <c:pt idx="388">
                  <c:v>8.0095506641835943</c:v>
                </c:pt>
                <c:pt idx="389">
                  <c:v>8.007172211977565</c:v>
                </c:pt>
                <c:pt idx="390">
                  <c:v>8.0044273730449476</c:v>
                </c:pt>
                <c:pt idx="391">
                  <c:v>8.0028721047487679</c:v>
                </c:pt>
                <c:pt idx="392">
                  <c:v>8.005940726254293</c:v>
                </c:pt>
                <c:pt idx="393">
                  <c:v>8.0107516971499919</c:v>
                </c:pt>
                <c:pt idx="394">
                  <c:v>8.0103418650640226</c:v>
                </c:pt>
                <c:pt idx="395">
                  <c:v>8.0116801628117607</c:v>
                </c:pt>
                <c:pt idx="396">
                  <c:v>8.0113707223796151</c:v>
                </c:pt>
                <c:pt idx="397">
                  <c:v>8.0110199856881987</c:v>
                </c:pt>
                <c:pt idx="398">
                  <c:v>8.0134146812153997</c:v>
                </c:pt>
                <c:pt idx="399">
                  <c:v>8.0150214651708005</c:v>
                </c:pt>
                <c:pt idx="400">
                  <c:v>8.0158877127047745</c:v>
                </c:pt>
                <c:pt idx="401">
                  <c:v>8.0181080460016005</c:v>
                </c:pt>
                <c:pt idx="402">
                  <c:v>8.0258690553286858</c:v>
                </c:pt>
                <c:pt idx="403">
                  <c:v>8.029599051357172</c:v>
                </c:pt>
                <c:pt idx="404">
                  <c:v>8.0307626470607474</c:v>
                </c:pt>
                <c:pt idx="405">
                  <c:v>8.0341769027759788</c:v>
                </c:pt>
                <c:pt idx="406">
                  <c:v>8.0352518004178481</c:v>
                </c:pt>
                <c:pt idx="407">
                  <c:v>8.0312581910669962</c:v>
                </c:pt>
                <c:pt idx="408">
                  <c:v>8.0234200262419755</c:v>
                </c:pt>
                <c:pt idx="409">
                  <c:v>8.0241623150364685</c:v>
                </c:pt>
                <c:pt idx="410">
                  <c:v>8.0223253527702436</c:v>
                </c:pt>
                <c:pt idx="411">
                  <c:v>8.0176269196502883</c:v>
                </c:pt>
                <c:pt idx="412">
                  <c:v>8.01697721345551</c:v>
                </c:pt>
                <c:pt idx="413">
                  <c:v>8.0129716373289064</c:v>
                </c:pt>
                <c:pt idx="414">
                  <c:v>8.0103426801729132</c:v>
                </c:pt>
                <c:pt idx="415">
                  <c:v>8.0101319412096732</c:v>
                </c:pt>
                <c:pt idx="416">
                  <c:v>8.0054814684749456</c:v>
                </c:pt>
                <c:pt idx="417">
                  <c:v>8.0070813573198567</c:v>
                </c:pt>
                <c:pt idx="418">
                  <c:v>8.0058621459815509</c:v>
                </c:pt>
                <c:pt idx="419">
                  <c:v>8.00942151273407</c:v>
                </c:pt>
                <c:pt idx="420">
                  <c:v>8.0122556585614308</c:v>
                </c:pt>
                <c:pt idx="421">
                  <c:v>8.0099186847370962</c:v>
                </c:pt>
                <c:pt idx="422">
                  <c:v>8.0130555158094339</c:v>
                </c:pt>
                <c:pt idx="423">
                  <c:v>8.0092885661419952</c:v>
                </c:pt>
                <c:pt idx="424">
                  <c:v>8.0075041450841233</c:v>
                </c:pt>
                <c:pt idx="425">
                  <c:v>8.0122197149245711</c:v>
                </c:pt>
                <c:pt idx="426">
                  <c:v>8.0137016306388826</c:v>
                </c:pt>
                <c:pt idx="427">
                  <c:v>8.0154593918614268</c:v>
                </c:pt>
                <c:pt idx="428">
                  <c:v>8.0117024061783457</c:v>
                </c:pt>
                <c:pt idx="429">
                  <c:v>8.0237765042317086</c:v>
                </c:pt>
                <c:pt idx="430">
                  <c:v>8.0333038967233321</c:v>
                </c:pt>
                <c:pt idx="431">
                  <c:v>8.037238125280469</c:v>
                </c:pt>
                <c:pt idx="432">
                  <c:v>8.0414686492507652</c:v>
                </c:pt>
                <c:pt idx="433">
                  <c:v>8.0379895157540702</c:v>
                </c:pt>
                <c:pt idx="434">
                  <c:v>8.0312568473588808</c:v>
                </c:pt>
                <c:pt idx="435">
                  <c:v>8.0126987413155142</c:v>
                </c:pt>
                <c:pt idx="436">
                  <c:v>8.0080344972383486</c:v>
                </c:pt>
                <c:pt idx="437">
                  <c:v>7.986884005109804</c:v>
                </c:pt>
                <c:pt idx="438">
                  <c:v>7.9882469471306958</c:v>
                </c:pt>
                <c:pt idx="439">
                  <c:v>8.0003610372621647</c:v>
                </c:pt>
                <c:pt idx="440">
                  <c:v>7.9949555181752494</c:v>
                </c:pt>
                <c:pt idx="441">
                  <c:v>7.9942783353704989</c:v>
                </c:pt>
                <c:pt idx="442">
                  <c:v>7.9937450464922115</c:v>
                </c:pt>
                <c:pt idx="443">
                  <c:v>7.9968840794135314</c:v>
                </c:pt>
                <c:pt idx="444">
                  <c:v>7.9998735692817862</c:v>
                </c:pt>
                <c:pt idx="445">
                  <c:v>8.0122356839516069</c:v>
                </c:pt>
                <c:pt idx="446">
                  <c:v>8.0133790984918765</c:v>
                </c:pt>
                <c:pt idx="447">
                  <c:v>8.0110683369703324</c:v>
                </c:pt>
                <c:pt idx="448">
                  <c:v>8.0218010378632698</c:v>
                </c:pt>
                <c:pt idx="449">
                  <c:v>8.015241018192981</c:v>
                </c:pt>
                <c:pt idx="450">
                  <c:v>8.0109547658719418</c:v>
                </c:pt>
                <c:pt idx="451">
                  <c:v>8.0235931980135895</c:v>
                </c:pt>
                <c:pt idx="452">
                  <c:v>8.018746880376165</c:v>
                </c:pt>
                <c:pt idx="453">
                  <c:v>8.0041394344412939</c:v>
                </c:pt>
                <c:pt idx="454">
                  <c:v>8.0068415442886902</c:v>
                </c:pt>
                <c:pt idx="455">
                  <c:v>8.0086767103169993</c:v>
                </c:pt>
                <c:pt idx="456">
                  <c:v>8.0094587578799494</c:v>
                </c:pt>
                <c:pt idx="457">
                  <c:v>8.0072578356128901</c:v>
                </c:pt>
                <c:pt idx="458">
                  <c:v>8.0124918513542021</c:v>
                </c:pt>
                <c:pt idx="459">
                  <c:v>8.0102069967472396</c:v>
                </c:pt>
                <c:pt idx="460">
                  <c:v>8.0084688975280454</c:v>
                </c:pt>
                <c:pt idx="461">
                  <c:v>8.0056078897538878</c:v>
                </c:pt>
                <c:pt idx="462">
                  <c:v>8.0036794592772846</c:v>
                </c:pt>
                <c:pt idx="463">
                  <c:v>8.0067134683609105</c:v>
                </c:pt>
                <c:pt idx="464">
                  <c:v>8.0099606806129913</c:v>
                </c:pt>
                <c:pt idx="465">
                  <c:v>8.0120322465428018</c:v>
                </c:pt>
                <c:pt idx="466">
                  <c:v>8.0147929814869094</c:v>
                </c:pt>
                <c:pt idx="467">
                  <c:v>8.0164464587441007</c:v>
                </c:pt>
                <c:pt idx="468">
                  <c:v>8.0176300690355919</c:v>
                </c:pt>
                <c:pt idx="469">
                  <c:v>8.0139911331077887</c:v>
                </c:pt>
                <c:pt idx="470">
                  <c:v>8.012252243766012</c:v>
                </c:pt>
                <c:pt idx="471">
                  <c:v>8.0137206146804107</c:v>
                </c:pt>
                <c:pt idx="472">
                  <c:v>8.0125189031969395</c:v>
                </c:pt>
                <c:pt idx="473">
                  <c:v>8.0142154279759659</c:v>
                </c:pt>
                <c:pt idx="474">
                  <c:v>8.0168463307324718</c:v>
                </c:pt>
                <c:pt idx="475">
                  <c:v>8.0154858928948869</c:v>
                </c:pt>
                <c:pt idx="476">
                  <c:v>8.0113261157121656</c:v>
                </c:pt>
                <c:pt idx="477">
                  <c:v>8.0083955332859027</c:v>
                </c:pt>
                <c:pt idx="478">
                  <c:v>8.0121583807568282</c:v>
                </c:pt>
                <c:pt idx="479">
                  <c:v>8.0167242998254604</c:v>
                </c:pt>
                <c:pt idx="480">
                  <c:v>8.0171606029613205</c:v>
                </c:pt>
                <c:pt idx="481">
                  <c:v>8.0185781372888218</c:v>
                </c:pt>
                <c:pt idx="482">
                  <c:v>8.0176778983815158</c:v>
                </c:pt>
                <c:pt idx="483">
                  <c:v>8.0182852488975644</c:v>
                </c:pt>
                <c:pt idx="484">
                  <c:v>8.0195823603257832</c:v>
                </c:pt>
                <c:pt idx="485">
                  <c:v>8.0192153569926408</c:v>
                </c:pt>
                <c:pt idx="486">
                  <c:v>8.0192020242987212</c:v>
                </c:pt>
                <c:pt idx="487">
                  <c:v>8.0190833493304936</c:v>
                </c:pt>
                <c:pt idx="488">
                  <c:v>8.0206863597981446</c:v>
                </c:pt>
                <c:pt idx="489">
                  <c:v>8.023484872929366</c:v>
                </c:pt>
                <c:pt idx="490">
                  <c:v>8.0217027295122758</c:v>
                </c:pt>
                <c:pt idx="491">
                  <c:v>8.0229290841583989</c:v>
                </c:pt>
                <c:pt idx="492">
                  <c:v>8.0229700617034325</c:v>
                </c:pt>
                <c:pt idx="493">
                  <c:v>8.026308017007711</c:v>
                </c:pt>
                <c:pt idx="494">
                  <c:v>8.0308329818518658</c:v>
                </c:pt>
                <c:pt idx="495">
                  <c:v>8.0303468193713723</c:v>
                </c:pt>
                <c:pt idx="496">
                  <c:v>8.0283906735267418</c:v>
                </c:pt>
                <c:pt idx="497">
                  <c:v>8.0295853077772996</c:v>
                </c:pt>
                <c:pt idx="498">
                  <c:v>8.0333534606742791</c:v>
                </c:pt>
                <c:pt idx="499">
                  <c:v>8.0341738888719902</c:v>
                </c:pt>
                <c:pt idx="500">
                  <c:v>8.0338571091283235</c:v>
                </c:pt>
                <c:pt idx="501">
                  <c:v>8.0362108748621015</c:v>
                </c:pt>
                <c:pt idx="502">
                  <c:v>8.0394432968856311</c:v>
                </c:pt>
                <c:pt idx="503">
                  <c:v>8.0405228741853527</c:v>
                </c:pt>
                <c:pt idx="504">
                  <c:v>8.0461834744992355</c:v>
                </c:pt>
                <c:pt idx="505">
                  <c:v>8.0563719269639691</c:v>
                </c:pt>
                <c:pt idx="506">
                  <c:v>8.0665756821541912</c:v>
                </c:pt>
                <c:pt idx="507">
                  <c:v>8.0868404751856513</c:v>
                </c:pt>
                <c:pt idx="508">
                  <c:v>8.1184912377970875</c:v>
                </c:pt>
                <c:pt idx="509">
                  <c:v>8.1634590495689974</c:v>
                </c:pt>
                <c:pt idx="510">
                  <c:v>8.2200801644268751</c:v>
                </c:pt>
                <c:pt idx="511">
                  <c:v>8.2837104517162015</c:v>
                </c:pt>
                <c:pt idx="512">
                  <c:v>8.3402869154865265</c:v>
                </c:pt>
                <c:pt idx="513">
                  <c:v>8.3796833180694037</c:v>
                </c:pt>
                <c:pt idx="514">
                  <c:v>8.3944885028691125</c:v>
                </c:pt>
                <c:pt idx="515">
                  <c:v>8.3988981753358853</c:v>
                </c:pt>
                <c:pt idx="516">
                  <c:v>8.3811963378503496</c:v>
                </c:pt>
                <c:pt idx="517">
                  <c:v>8.3501032962843613</c:v>
                </c:pt>
                <c:pt idx="518">
                  <c:v>8.3114042893188635</c:v>
                </c:pt>
                <c:pt idx="519">
                  <c:v>8.2756778934153488</c:v>
                </c:pt>
                <c:pt idx="520">
                  <c:v>8.2419465287146476</c:v>
                </c:pt>
                <c:pt idx="521">
                  <c:v>8.2128608493720705</c:v>
                </c:pt>
                <c:pt idx="522">
                  <c:v>8.19137251792902</c:v>
                </c:pt>
                <c:pt idx="523">
                  <c:v>8.1751962444615245</c:v>
                </c:pt>
                <c:pt idx="524">
                  <c:v>8.1635503950688424</c:v>
                </c:pt>
                <c:pt idx="525">
                  <c:v>8.163071226533571</c:v>
                </c:pt>
                <c:pt idx="526">
                  <c:v>8.1725145495382225</c:v>
                </c:pt>
                <c:pt idx="527">
                  <c:v>8.1803599925971238</c:v>
                </c:pt>
                <c:pt idx="528">
                  <c:v>8.1892168991697787</c:v>
                </c:pt>
                <c:pt idx="529">
                  <c:v>8.2016970291692957</c:v>
                </c:pt>
                <c:pt idx="530">
                  <c:v>8.2195276316494592</c:v>
                </c:pt>
                <c:pt idx="531">
                  <c:v>8.2318375082781312</c:v>
                </c:pt>
                <c:pt idx="532">
                  <c:v>8.2448510348746851</c:v>
                </c:pt>
                <c:pt idx="533">
                  <c:v>8.2605284883533336</c:v>
                </c:pt>
                <c:pt idx="534">
                  <c:v>8.2751306732822538</c:v>
                </c:pt>
                <c:pt idx="535">
                  <c:v>8.2964822618801755</c:v>
                </c:pt>
                <c:pt idx="536">
                  <c:v>8.3163963981764031</c:v>
                </c:pt>
                <c:pt idx="537">
                  <c:v>8.3379008807689097</c:v>
                </c:pt>
                <c:pt idx="538">
                  <c:v>8.3725000543702066</c:v>
                </c:pt>
                <c:pt idx="539">
                  <c:v>8.4185491669418351</c:v>
                </c:pt>
                <c:pt idx="540">
                  <c:v>8.4668974640456582</c:v>
                </c:pt>
                <c:pt idx="541">
                  <c:v>8.5177796615060224</c:v>
                </c:pt>
                <c:pt idx="542">
                  <c:v>8.5752248758831247</c:v>
                </c:pt>
                <c:pt idx="543">
                  <c:v>8.6330178818988141</c:v>
                </c:pt>
                <c:pt idx="544">
                  <c:v>8.694702550907925</c:v>
                </c:pt>
                <c:pt idx="545">
                  <c:v>8.7456180101414294</c:v>
                </c:pt>
                <c:pt idx="546">
                  <c:v>8.8114498821126013</c:v>
                </c:pt>
                <c:pt idx="547">
                  <c:v>8.8623187890781434</c:v>
                </c:pt>
                <c:pt idx="548">
                  <c:v>8.9033666600190511</c:v>
                </c:pt>
                <c:pt idx="549">
                  <c:v>8.9731771517773105</c:v>
                </c:pt>
                <c:pt idx="550">
                  <c:v>9.0026477935006799</c:v>
                </c:pt>
                <c:pt idx="551">
                  <c:v>9.0167860371056427</c:v>
                </c:pt>
                <c:pt idx="552">
                  <c:v>9.0285722895599427</c:v>
                </c:pt>
                <c:pt idx="553">
                  <c:v>9.0056733355574199</c:v>
                </c:pt>
                <c:pt idx="554">
                  <c:v>8.969560076092705</c:v>
                </c:pt>
                <c:pt idx="555">
                  <c:v>8.8924624131302696</c:v>
                </c:pt>
                <c:pt idx="556">
                  <c:v>8.8127514266671021</c:v>
                </c:pt>
                <c:pt idx="557">
                  <c:v>8.7364053518477274</c:v>
                </c:pt>
                <c:pt idx="558">
                  <c:v>8.6673265480263755</c:v>
                </c:pt>
                <c:pt idx="559">
                  <c:v>8.5959759224562902</c:v>
                </c:pt>
                <c:pt idx="560">
                  <c:v>8.5224336445393938</c:v>
                </c:pt>
                <c:pt idx="561">
                  <c:v>8.4633145385362507</c:v>
                </c:pt>
                <c:pt idx="562">
                  <c:v>8.3917757494097813</c:v>
                </c:pt>
                <c:pt idx="563">
                  <c:v>8.3296344062055674</c:v>
                </c:pt>
                <c:pt idx="564">
                  <c:v>8.2956285252682154</c:v>
                </c:pt>
                <c:pt idx="565">
                  <c:v>8.2377225322784895</c:v>
                </c:pt>
                <c:pt idx="566">
                  <c:v>8.1944878596660207</c:v>
                </c:pt>
                <c:pt idx="567">
                  <c:v>8.1647146992730608</c:v>
                </c:pt>
                <c:pt idx="568">
                  <c:v>8.1452761956719044</c:v>
                </c:pt>
                <c:pt idx="569">
                  <c:v>8.1274985153024772</c:v>
                </c:pt>
                <c:pt idx="570">
                  <c:v>8.1021029471778885</c:v>
                </c:pt>
                <c:pt idx="571">
                  <c:v>8.1029851393078403</c:v>
                </c:pt>
                <c:pt idx="572">
                  <c:v>8.1077503236271031</c:v>
                </c:pt>
                <c:pt idx="573">
                  <c:v>8.1024095169608756</c:v>
                </c:pt>
                <c:pt idx="574">
                  <c:v>8.0802576024828632</c:v>
                </c:pt>
                <c:pt idx="575">
                  <c:v>8.0589353444789644</c:v>
                </c:pt>
                <c:pt idx="576">
                  <c:v>8.0532927209807728</c:v>
                </c:pt>
                <c:pt idx="577">
                  <c:v>8.046831821438861</c:v>
                </c:pt>
                <c:pt idx="578">
                  <c:v>8.0527574676234313</c:v>
                </c:pt>
                <c:pt idx="579">
                  <c:v>8.0372323040259683</c:v>
                </c:pt>
                <c:pt idx="580">
                  <c:v>7.9602287183997165</c:v>
                </c:pt>
                <c:pt idx="581">
                  <c:v>7.948281851736926</c:v>
                </c:pt>
                <c:pt idx="582">
                  <c:v>7.980349921227166</c:v>
                </c:pt>
                <c:pt idx="583">
                  <c:v>8.0943586664616003</c:v>
                </c:pt>
                <c:pt idx="584">
                  <c:v>8.0353082739158186</c:v>
                </c:pt>
                <c:pt idx="585">
                  <c:v>7.8951924993137981</c:v>
                </c:pt>
                <c:pt idx="586">
                  <c:v>7.960768880178442</c:v>
                </c:pt>
                <c:pt idx="587">
                  <c:v>8.2707552220628475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37F8-4EA4-8385-84A4706AD5FD}"/>
            </c:ext>
          </c:extLst>
        </c:ser>
        <c:ser>
          <c:idx val="1"/>
          <c:order val="1"/>
          <c:tx>
            <c:strRef>
              <c:f>'Fully separated 0.5%'!$C$1</c:f>
              <c:strCache>
                <c:ptCount val="1"/>
                <c:pt idx="0">
                  <c:v>D_2/O-PTIR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0.5%'!$A$2:$A$589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0.5%'!$C$2:$C$589</c:f>
              <c:numCache>
                <c:formatCode>General</c:formatCode>
                <c:ptCount val="588"/>
                <c:pt idx="0">
                  <c:v>7.800421053141366</c:v>
                </c:pt>
                <c:pt idx="1">
                  <c:v>7.6519669270102257</c:v>
                </c:pt>
                <c:pt idx="2">
                  <c:v>7.6797749311207975</c:v>
                </c:pt>
                <c:pt idx="3">
                  <c:v>7.7921312964837632</c:v>
                </c:pt>
                <c:pt idx="4">
                  <c:v>7.8157735130662402</c:v>
                </c:pt>
                <c:pt idx="5">
                  <c:v>7.7694483267451941</c:v>
                </c:pt>
                <c:pt idx="6">
                  <c:v>7.7694099845963267</c:v>
                </c:pt>
                <c:pt idx="7">
                  <c:v>7.7691794100245675</c:v>
                </c:pt>
                <c:pt idx="8">
                  <c:v>7.7690374473305495</c:v>
                </c:pt>
                <c:pt idx="9">
                  <c:v>7.7814582878762728</c:v>
                </c:pt>
                <c:pt idx="10">
                  <c:v>7.8148508571967223</c:v>
                </c:pt>
                <c:pt idx="11">
                  <c:v>7.8033539280391411</c:v>
                </c:pt>
                <c:pt idx="12">
                  <c:v>7.805378042958333</c:v>
                </c:pt>
                <c:pt idx="13">
                  <c:v>7.833751661729873</c:v>
                </c:pt>
                <c:pt idx="14">
                  <c:v>7.8407237755474553</c:v>
                </c:pt>
                <c:pt idx="15">
                  <c:v>7.8269860052601654</c:v>
                </c:pt>
                <c:pt idx="16">
                  <c:v>7.8205460549972434</c:v>
                </c:pt>
                <c:pt idx="17">
                  <c:v>7.8247452023991295</c:v>
                </c:pt>
                <c:pt idx="18">
                  <c:v>7.8196431788271354</c:v>
                </c:pt>
                <c:pt idx="19">
                  <c:v>7.8195556764347618</c:v>
                </c:pt>
                <c:pt idx="20">
                  <c:v>7.8278152880167191</c:v>
                </c:pt>
                <c:pt idx="21">
                  <c:v>7.8294941573569821</c:v>
                </c:pt>
                <c:pt idx="22">
                  <c:v>7.8285698556283752</c:v>
                </c:pt>
                <c:pt idx="23">
                  <c:v>7.8358136439602379</c:v>
                </c:pt>
                <c:pt idx="24">
                  <c:v>7.8343479574575206</c:v>
                </c:pt>
                <c:pt idx="25">
                  <c:v>7.8267239168954017</c:v>
                </c:pt>
                <c:pt idx="26">
                  <c:v>7.8208092014142787</c:v>
                </c:pt>
                <c:pt idx="27">
                  <c:v>7.8177366702754085</c:v>
                </c:pt>
                <c:pt idx="28">
                  <c:v>7.8192342587685495</c:v>
                </c:pt>
                <c:pt idx="29">
                  <c:v>7.8178701881448136</c:v>
                </c:pt>
                <c:pt idx="30">
                  <c:v>7.8239089467842025</c:v>
                </c:pt>
                <c:pt idx="31">
                  <c:v>7.8268570624871563</c:v>
                </c:pt>
                <c:pt idx="32">
                  <c:v>7.8323045376766141</c:v>
                </c:pt>
                <c:pt idx="33">
                  <c:v>7.8475658909889523</c:v>
                </c:pt>
                <c:pt idx="34">
                  <c:v>7.8578550427633376</c:v>
                </c:pt>
                <c:pt idx="35">
                  <c:v>7.8540418664622038</c:v>
                </c:pt>
                <c:pt idx="36">
                  <c:v>7.8495887840659515</c:v>
                </c:pt>
                <c:pt idx="37">
                  <c:v>7.8498305979939014</c:v>
                </c:pt>
                <c:pt idx="38">
                  <c:v>7.8570754835651559</c:v>
                </c:pt>
                <c:pt idx="39">
                  <c:v>7.8593740580395748</c:v>
                </c:pt>
                <c:pt idx="40">
                  <c:v>7.8647258039904084</c:v>
                </c:pt>
                <c:pt idx="41">
                  <c:v>7.8838820216071515</c:v>
                </c:pt>
                <c:pt idx="42">
                  <c:v>7.9152054337802698</c:v>
                </c:pt>
                <c:pt idx="43">
                  <c:v>7.9541240839814487</c:v>
                </c:pt>
                <c:pt idx="44">
                  <c:v>8.0022581735321712</c:v>
                </c:pt>
                <c:pt idx="45">
                  <c:v>8.0379457084380999</c:v>
                </c:pt>
                <c:pt idx="46">
                  <c:v>8.0573410017826994</c:v>
                </c:pt>
                <c:pt idx="47">
                  <c:v>8.0563730602962824</c:v>
                </c:pt>
                <c:pt idx="48">
                  <c:v>8.0386180026888621</c:v>
                </c:pt>
                <c:pt idx="49">
                  <c:v>7.9888772215766792</c:v>
                </c:pt>
                <c:pt idx="50">
                  <c:v>7.9310966637339018</c:v>
                </c:pt>
                <c:pt idx="51">
                  <c:v>7.8737077174881298</c:v>
                </c:pt>
                <c:pt idx="52">
                  <c:v>7.8507563300524303</c:v>
                </c:pt>
                <c:pt idx="53">
                  <c:v>7.8464871430190417</c:v>
                </c:pt>
                <c:pt idx="54">
                  <c:v>7.8438980401266711</c:v>
                </c:pt>
                <c:pt idx="55">
                  <c:v>7.8372756223816138</c:v>
                </c:pt>
                <c:pt idx="56">
                  <c:v>7.8292334993221413</c:v>
                </c:pt>
                <c:pt idx="57">
                  <c:v>7.835318262417184</c:v>
                </c:pt>
                <c:pt idx="58">
                  <c:v>7.8425005392147868</c:v>
                </c:pt>
                <c:pt idx="59">
                  <c:v>7.8418610690763924</c:v>
                </c:pt>
                <c:pt idx="60">
                  <c:v>7.8445641575074605</c:v>
                </c:pt>
                <c:pt idx="61">
                  <c:v>7.8536341734503488</c:v>
                </c:pt>
                <c:pt idx="62">
                  <c:v>7.8709254171900103</c:v>
                </c:pt>
                <c:pt idx="63">
                  <c:v>7.8846590336424569</c:v>
                </c:pt>
                <c:pt idx="64">
                  <c:v>7.8991739335264155</c:v>
                </c:pt>
                <c:pt idx="65">
                  <c:v>7.9237981016034267</c:v>
                </c:pt>
                <c:pt idx="66">
                  <c:v>7.9456720293458236</c:v>
                </c:pt>
                <c:pt idx="67">
                  <c:v>7.9553861444057947</c:v>
                </c:pt>
                <c:pt idx="68">
                  <c:v>7.949942426281579</c:v>
                </c:pt>
                <c:pt idx="69">
                  <c:v>7.9335843111695672</c:v>
                </c:pt>
                <c:pt idx="70">
                  <c:v>7.9127934860659215</c:v>
                </c:pt>
                <c:pt idx="71">
                  <c:v>7.893975938245485</c:v>
                </c:pt>
                <c:pt idx="72">
                  <c:v>7.8789753580801571</c:v>
                </c:pt>
                <c:pt idx="73">
                  <c:v>7.8701823412016365</c:v>
                </c:pt>
                <c:pt idx="74">
                  <c:v>7.8609034725980917</c:v>
                </c:pt>
                <c:pt idx="75">
                  <c:v>7.8477703595904282</c:v>
                </c:pt>
                <c:pt idx="76">
                  <c:v>7.8371516049398968</c:v>
                </c:pt>
                <c:pt idx="77">
                  <c:v>7.8381090173366958</c:v>
                </c:pt>
                <c:pt idx="78">
                  <c:v>7.8364595040485776</c:v>
                </c:pt>
                <c:pt idx="79">
                  <c:v>7.8304169920177396</c:v>
                </c:pt>
                <c:pt idx="80">
                  <c:v>7.8307609251342587</c:v>
                </c:pt>
                <c:pt idx="81">
                  <c:v>7.8319745698704013</c:v>
                </c:pt>
                <c:pt idx="82">
                  <c:v>7.8305084523093518</c:v>
                </c:pt>
                <c:pt idx="83">
                  <c:v>7.8271138336494168</c:v>
                </c:pt>
                <c:pt idx="84">
                  <c:v>7.8224238773516772</c:v>
                </c:pt>
                <c:pt idx="85">
                  <c:v>7.819362543932681</c:v>
                </c:pt>
                <c:pt idx="86">
                  <c:v>7.8193434769490375</c:v>
                </c:pt>
                <c:pt idx="87">
                  <c:v>7.8167906368389186</c:v>
                </c:pt>
                <c:pt idx="88">
                  <c:v>7.8185070327460906</c:v>
                </c:pt>
                <c:pt idx="89">
                  <c:v>7.8245063985319252</c:v>
                </c:pt>
                <c:pt idx="90">
                  <c:v>7.8214937342928215</c:v>
                </c:pt>
                <c:pt idx="91">
                  <c:v>7.8183849244519328</c:v>
                </c:pt>
                <c:pt idx="92">
                  <c:v>7.8088997785163503</c:v>
                </c:pt>
                <c:pt idx="93">
                  <c:v>7.8068478924803753</c:v>
                </c:pt>
                <c:pt idx="94">
                  <c:v>7.8094144235909528</c:v>
                </c:pt>
                <c:pt idx="95">
                  <c:v>7.8127230050894667</c:v>
                </c:pt>
                <c:pt idx="96">
                  <c:v>7.8127490584020558</c:v>
                </c:pt>
                <c:pt idx="97">
                  <c:v>7.8079005889745936</c:v>
                </c:pt>
                <c:pt idx="98">
                  <c:v>7.802365098592543</c:v>
                </c:pt>
                <c:pt idx="99">
                  <c:v>7.8030194549385916</c:v>
                </c:pt>
                <c:pt idx="100">
                  <c:v>7.8072945723917009</c:v>
                </c:pt>
                <c:pt idx="101">
                  <c:v>7.8056761130602128</c:v>
                </c:pt>
                <c:pt idx="102">
                  <c:v>7.8071300758784146</c:v>
                </c:pt>
                <c:pt idx="103">
                  <c:v>7.8139751058620481</c:v>
                </c:pt>
                <c:pt idx="104">
                  <c:v>7.8112039714442663</c:v>
                </c:pt>
                <c:pt idx="105">
                  <c:v>7.8186578002963953</c:v>
                </c:pt>
                <c:pt idx="106">
                  <c:v>7.8285305093095277</c:v>
                </c:pt>
                <c:pt idx="107">
                  <c:v>7.8374761649233884</c:v>
                </c:pt>
                <c:pt idx="108">
                  <c:v>7.8547679891222817</c:v>
                </c:pt>
                <c:pt idx="109">
                  <c:v>7.8771269113714286</c:v>
                </c:pt>
                <c:pt idx="110">
                  <c:v>7.8872323245314346</c:v>
                </c:pt>
                <c:pt idx="111">
                  <c:v>7.8689093328753135</c:v>
                </c:pt>
                <c:pt idx="112">
                  <c:v>7.8469719954724768</c:v>
                </c:pt>
                <c:pt idx="113">
                  <c:v>7.8303055805830635</c:v>
                </c:pt>
                <c:pt idx="114">
                  <c:v>7.8278412911208095</c:v>
                </c:pt>
                <c:pt idx="115">
                  <c:v>7.8293416557765658</c:v>
                </c:pt>
                <c:pt idx="116">
                  <c:v>7.8271345342461736</c:v>
                </c:pt>
                <c:pt idx="117">
                  <c:v>7.821059810401735</c:v>
                </c:pt>
                <c:pt idx="118">
                  <c:v>7.82315835421615</c:v>
                </c:pt>
                <c:pt idx="119">
                  <c:v>7.8298528346278404</c:v>
                </c:pt>
                <c:pt idx="120">
                  <c:v>7.8329215878833107</c:v>
                </c:pt>
                <c:pt idx="121">
                  <c:v>7.8369853388831698</c:v>
                </c:pt>
                <c:pt idx="122">
                  <c:v>7.8549798004105869</c:v>
                </c:pt>
                <c:pt idx="123">
                  <c:v>7.8677700701935382</c:v>
                </c:pt>
                <c:pt idx="124">
                  <c:v>7.8666621327167467</c:v>
                </c:pt>
                <c:pt idx="125">
                  <c:v>7.8635365826275336</c:v>
                </c:pt>
                <c:pt idx="126">
                  <c:v>7.8582298773740931</c:v>
                </c:pt>
                <c:pt idx="127">
                  <c:v>7.8427617066822028</c:v>
                </c:pt>
                <c:pt idx="128">
                  <c:v>7.8327753807342315</c:v>
                </c:pt>
                <c:pt idx="129">
                  <c:v>7.8346468964113525</c:v>
                </c:pt>
                <c:pt idx="130">
                  <c:v>7.8453189749370145</c:v>
                </c:pt>
                <c:pt idx="131">
                  <c:v>7.8501235756069256</c:v>
                </c:pt>
                <c:pt idx="132">
                  <c:v>7.843216194015123</c:v>
                </c:pt>
                <c:pt idx="133">
                  <c:v>7.8326124235400485</c:v>
                </c:pt>
                <c:pt idx="134">
                  <c:v>7.8244106350045701</c:v>
                </c:pt>
                <c:pt idx="135">
                  <c:v>7.8190316515553286</c:v>
                </c:pt>
                <c:pt idx="136">
                  <c:v>7.8166022680212555</c:v>
                </c:pt>
                <c:pt idx="137">
                  <c:v>7.8065680131626012</c:v>
                </c:pt>
                <c:pt idx="138">
                  <c:v>7.804437582052933</c:v>
                </c:pt>
                <c:pt idx="139">
                  <c:v>7.812120581475746</c:v>
                </c:pt>
                <c:pt idx="140">
                  <c:v>7.8191541309025405</c:v>
                </c:pt>
                <c:pt idx="141">
                  <c:v>7.8256172383048774</c:v>
                </c:pt>
                <c:pt idx="142">
                  <c:v>7.8279746963272414</c:v>
                </c:pt>
                <c:pt idx="143">
                  <c:v>7.8280755443835686</c:v>
                </c:pt>
                <c:pt idx="144">
                  <c:v>7.8200863141408918</c:v>
                </c:pt>
                <c:pt idx="145">
                  <c:v>7.8024581513201765</c:v>
                </c:pt>
                <c:pt idx="146">
                  <c:v>7.8061310859460562</c:v>
                </c:pt>
                <c:pt idx="147">
                  <c:v>7.8065996065544452</c:v>
                </c:pt>
                <c:pt idx="148">
                  <c:v>7.8167480306414285</c:v>
                </c:pt>
                <c:pt idx="149">
                  <c:v>7.8214358867543927</c:v>
                </c:pt>
                <c:pt idx="150">
                  <c:v>7.8196696938129957</c:v>
                </c:pt>
                <c:pt idx="151">
                  <c:v>7.812693320845181</c:v>
                </c:pt>
                <c:pt idx="152">
                  <c:v>7.8083333433750326</c:v>
                </c:pt>
                <c:pt idx="153">
                  <c:v>7.8126712413515982</c:v>
                </c:pt>
                <c:pt idx="154">
                  <c:v>7.8119905586077092</c:v>
                </c:pt>
                <c:pt idx="155">
                  <c:v>7.8100350465609614</c:v>
                </c:pt>
                <c:pt idx="156">
                  <c:v>7.8098878040146653</c:v>
                </c:pt>
                <c:pt idx="157">
                  <c:v>7.8115527564162246</c:v>
                </c:pt>
                <c:pt idx="158">
                  <c:v>7.8204144634197625</c:v>
                </c:pt>
                <c:pt idx="159">
                  <c:v>7.825887710264376</c:v>
                </c:pt>
                <c:pt idx="160">
                  <c:v>7.8225952352849619</c:v>
                </c:pt>
                <c:pt idx="161">
                  <c:v>7.8198927089441623</c:v>
                </c:pt>
                <c:pt idx="162">
                  <c:v>7.828293870530767</c:v>
                </c:pt>
                <c:pt idx="163">
                  <c:v>7.8307556422204865</c:v>
                </c:pt>
                <c:pt idx="164">
                  <c:v>7.829667092571893</c:v>
                </c:pt>
                <c:pt idx="165">
                  <c:v>7.8204068709150363</c:v>
                </c:pt>
                <c:pt idx="166">
                  <c:v>7.8246591793205802</c:v>
                </c:pt>
                <c:pt idx="167">
                  <c:v>7.8351725891926307</c:v>
                </c:pt>
                <c:pt idx="168">
                  <c:v>7.833289278192038</c:v>
                </c:pt>
                <c:pt idx="169">
                  <c:v>7.8276206137463404</c:v>
                </c:pt>
                <c:pt idx="170">
                  <c:v>7.8345618946471491</c:v>
                </c:pt>
                <c:pt idx="171">
                  <c:v>7.8383729597421299</c:v>
                </c:pt>
                <c:pt idx="172">
                  <c:v>7.8405526723304595</c:v>
                </c:pt>
                <c:pt idx="173">
                  <c:v>7.8388196635331076</c:v>
                </c:pt>
                <c:pt idx="174">
                  <c:v>7.8383898885784742</c:v>
                </c:pt>
                <c:pt idx="175">
                  <c:v>7.842279509156227</c:v>
                </c:pt>
                <c:pt idx="176">
                  <c:v>7.8388487673181597</c:v>
                </c:pt>
                <c:pt idx="177">
                  <c:v>7.8478652512043379</c:v>
                </c:pt>
                <c:pt idx="178">
                  <c:v>7.860650397271197</c:v>
                </c:pt>
                <c:pt idx="179">
                  <c:v>7.8604850031279154</c:v>
                </c:pt>
                <c:pt idx="180">
                  <c:v>7.8564327657940947</c:v>
                </c:pt>
                <c:pt idx="181">
                  <c:v>7.8618755630209627</c:v>
                </c:pt>
                <c:pt idx="182">
                  <c:v>7.8659214324475943</c:v>
                </c:pt>
                <c:pt idx="183">
                  <c:v>7.8689966466796673</c:v>
                </c:pt>
                <c:pt idx="184">
                  <c:v>7.8752186210302852</c:v>
                </c:pt>
                <c:pt idx="185">
                  <c:v>7.8833264951806887</c:v>
                </c:pt>
                <c:pt idx="186">
                  <c:v>7.8825578495957531</c:v>
                </c:pt>
                <c:pt idx="187">
                  <c:v>7.8887772767834958</c:v>
                </c:pt>
                <c:pt idx="188">
                  <c:v>7.8991359318156631</c:v>
                </c:pt>
                <c:pt idx="189">
                  <c:v>7.9007341491621714</c:v>
                </c:pt>
                <c:pt idx="190">
                  <c:v>7.8975315424975703</c:v>
                </c:pt>
                <c:pt idx="191">
                  <c:v>7.8879936911086137</c:v>
                </c:pt>
                <c:pt idx="192">
                  <c:v>7.8896619358406506</c:v>
                </c:pt>
                <c:pt idx="193">
                  <c:v>7.8958057808684394</c:v>
                </c:pt>
                <c:pt idx="194">
                  <c:v>7.9022612810708797</c:v>
                </c:pt>
                <c:pt idx="195">
                  <c:v>7.9115977106570314</c:v>
                </c:pt>
                <c:pt idx="196">
                  <c:v>7.9149975950863736</c:v>
                </c:pt>
                <c:pt idx="197">
                  <c:v>7.9169370930711365</c:v>
                </c:pt>
                <c:pt idx="198">
                  <c:v>7.9071989073219875</c:v>
                </c:pt>
                <c:pt idx="199">
                  <c:v>7.8962422764143527</c:v>
                </c:pt>
                <c:pt idx="200">
                  <c:v>7.8848608669100333</c:v>
                </c:pt>
                <c:pt idx="201">
                  <c:v>7.8729329587122923</c:v>
                </c:pt>
                <c:pt idx="202">
                  <c:v>7.8689242435749183</c:v>
                </c:pt>
                <c:pt idx="203">
                  <c:v>7.8764729126078601</c:v>
                </c:pt>
                <c:pt idx="204">
                  <c:v>7.8873573706350832</c:v>
                </c:pt>
                <c:pt idx="205">
                  <c:v>7.8978694138562835</c:v>
                </c:pt>
                <c:pt idx="206">
                  <c:v>7.9069009774365249</c:v>
                </c:pt>
                <c:pt idx="207">
                  <c:v>7.9103929907877344</c:v>
                </c:pt>
                <c:pt idx="208">
                  <c:v>7.9144238270550069</c:v>
                </c:pt>
                <c:pt idx="209">
                  <c:v>7.915894441338212</c:v>
                </c:pt>
                <c:pt idx="210">
                  <c:v>7.9186742091686257</c:v>
                </c:pt>
                <c:pt idx="211">
                  <c:v>7.9264304278904456</c:v>
                </c:pt>
                <c:pt idx="212">
                  <c:v>7.9314134524214266</c:v>
                </c:pt>
                <c:pt idx="213">
                  <c:v>7.9318481551565467</c:v>
                </c:pt>
                <c:pt idx="214">
                  <c:v>7.9410408169919107</c:v>
                </c:pt>
                <c:pt idx="215">
                  <c:v>7.9542023504592017</c:v>
                </c:pt>
                <c:pt idx="216">
                  <c:v>7.9619658677823386</c:v>
                </c:pt>
                <c:pt idx="217">
                  <c:v>7.9690326870750052</c:v>
                </c:pt>
                <c:pt idx="218">
                  <c:v>7.9707110322875225</c:v>
                </c:pt>
                <c:pt idx="219">
                  <c:v>7.9583645615501917</c:v>
                </c:pt>
                <c:pt idx="220">
                  <c:v>7.9517719847979045</c:v>
                </c:pt>
                <c:pt idx="221">
                  <c:v>7.9411745430428979</c:v>
                </c:pt>
                <c:pt idx="222">
                  <c:v>7.9333661368724631</c:v>
                </c:pt>
                <c:pt idx="223">
                  <c:v>7.924436244278092</c:v>
                </c:pt>
                <c:pt idx="224">
                  <c:v>7.9133865439576825</c:v>
                </c:pt>
                <c:pt idx="225">
                  <c:v>7.9010341951521763</c:v>
                </c:pt>
                <c:pt idx="226">
                  <c:v>7.8824372120432367</c:v>
                </c:pt>
                <c:pt idx="227">
                  <c:v>7.8657957544516171</c:v>
                </c:pt>
                <c:pt idx="228">
                  <c:v>7.8484048970499458</c:v>
                </c:pt>
                <c:pt idx="229">
                  <c:v>7.8431154488249897</c:v>
                </c:pt>
                <c:pt idx="230">
                  <c:v>7.8404021129617361</c:v>
                </c:pt>
                <c:pt idx="231">
                  <c:v>7.8339803185818901</c:v>
                </c:pt>
                <c:pt idx="232">
                  <c:v>7.8336227312028388</c:v>
                </c:pt>
                <c:pt idx="233">
                  <c:v>7.8262036417336258</c:v>
                </c:pt>
                <c:pt idx="234">
                  <c:v>7.8214226366090474</c:v>
                </c:pt>
                <c:pt idx="235">
                  <c:v>7.8207999410077074</c:v>
                </c:pt>
                <c:pt idx="236">
                  <c:v>7.8334800704882257</c:v>
                </c:pt>
                <c:pt idx="237">
                  <c:v>7.836323639850292</c:v>
                </c:pt>
                <c:pt idx="238">
                  <c:v>7.8295667955844577</c:v>
                </c:pt>
                <c:pt idx="239">
                  <c:v>7.8219765539143467</c:v>
                </c:pt>
                <c:pt idx="240">
                  <c:v>7.8203619551265922</c:v>
                </c:pt>
                <c:pt idx="241">
                  <c:v>7.8233820808384849</c:v>
                </c:pt>
                <c:pt idx="242">
                  <c:v>7.8320464096602835</c:v>
                </c:pt>
                <c:pt idx="243">
                  <c:v>7.8323665096595469</c:v>
                </c:pt>
                <c:pt idx="244">
                  <c:v>7.8255275463321086</c:v>
                </c:pt>
                <c:pt idx="245">
                  <c:v>7.828042879468879</c:v>
                </c:pt>
                <c:pt idx="246">
                  <c:v>7.830616973693842</c:v>
                </c:pt>
                <c:pt idx="247">
                  <c:v>7.8473213143689611</c:v>
                </c:pt>
                <c:pt idx="248">
                  <c:v>7.8594916194030793</c:v>
                </c:pt>
                <c:pt idx="249">
                  <c:v>7.8840806121404521</c:v>
                </c:pt>
                <c:pt idx="250">
                  <c:v>7.9079344201959758</c:v>
                </c:pt>
                <c:pt idx="251">
                  <c:v>7.9784592666334042</c:v>
                </c:pt>
                <c:pt idx="252">
                  <c:v>8.051533392051315</c:v>
                </c:pt>
                <c:pt idx="253">
                  <c:v>8.1327310664680965</c:v>
                </c:pt>
                <c:pt idx="254">
                  <c:v>8.2057899285023126</c:v>
                </c:pt>
                <c:pt idx="255">
                  <c:v>8.2859466362323797</c:v>
                </c:pt>
                <c:pt idx="256">
                  <c:v>8.3955239764833358</c:v>
                </c:pt>
                <c:pt idx="257">
                  <c:v>8.5328410176926699</c:v>
                </c:pt>
                <c:pt idx="258">
                  <c:v>8.6676436172722369</c:v>
                </c:pt>
                <c:pt idx="259">
                  <c:v>8.8000000000000007</c:v>
                </c:pt>
                <c:pt idx="260">
                  <c:v>8.605813237001982</c:v>
                </c:pt>
                <c:pt idx="261">
                  <c:v>8.2735871749643817</c:v>
                </c:pt>
                <c:pt idx="262">
                  <c:v>7.9882524808974527</c:v>
                </c:pt>
                <c:pt idx="263">
                  <c:v>7.9221187963064406</c:v>
                </c:pt>
                <c:pt idx="264">
                  <c:v>7.8955746846181301</c:v>
                </c:pt>
                <c:pt idx="265">
                  <c:v>7.8659730173942224</c:v>
                </c:pt>
                <c:pt idx="266">
                  <c:v>7.8664654868443344</c:v>
                </c:pt>
                <c:pt idx="267">
                  <c:v>7.8643346626388571</c:v>
                </c:pt>
                <c:pt idx="268">
                  <c:v>7.8521570100195195</c:v>
                </c:pt>
                <c:pt idx="269">
                  <c:v>7.8581344469372674</c:v>
                </c:pt>
                <c:pt idx="270">
                  <c:v>7.856481352925953</c:v>
                </c:pt>
                <c:pt idx="271">
                  <c:v>7.8714655528746338</c:v>
                </c:pt>
                <c:pt idx="272">
                  <c:v>7.8929325713475995</c:v>
                </c:pt>
                <c:pt idx="273">
                  <c:v>7.9098537074229966</c:v>
                </c:pt>
                <c:pt idx="274">
                  <c:v>7.9263746646170228</c:v>
                </c:pt>
                <c:pt idx="275">
                  <c:v>7.9720972179181695</c:v>
                </c:pt>
                <c:pt idx="276">
                  <c:v>8.0723757678128578</c:v>
                </c:pt>
                <c:pt idx="277">
                  <c:v>8.2370492207484194</c:v>
                </c:pt>
                <c:pt idx="278">
                  <c:v>8.699623834986479</c:v>
                </c:pt>
                <c:pt idx="279">
                  <c:v>8.8386227482492377</c:v>
                </c:pt>
                <c:pt idx="280">
                  <c:v>8.6648226931678156</c:v>
                </c:pt>
                <c:pt idx="281">
                  <c:v>8.3277141509553729</c:v>
                </c:pt>
                <c:pt idx="282">
                  <c:v>8.0601509730867544</c:v>
                </c:pt>
                <c:pt idx="283">
                  <c:v>7.9204829495268303</c:v>
                </c:pt>
                <c:pt idx="284">
                  <c:v>7.8718730940363937</c:v>
                </c:pt>
                <c:pt idx="285">
                  <c:v>7.8199391273137842</c:v>
                </c:pt>
                <c:pt idx="286">
                  <c:v>7.8192981986797232</c:v>
                </c:pt>
                <c:pt idx="287">
                  <c:v>7.8319752238054861</c:v>
                </c:pt>
                <c:pt idx="288">
                  <c:v>7.8197841875596721</c:v>
                </c:pt>
                <c:pt idx="289">
                  <c:v>7.8104919304312599</c:v>
                </c:pt>
                <c:pt idx="290">
                  <c:v>7.8089410921511409</c:v>
                </c:pt>
                <c:pt idx="291">
                  <c:v>7.8076955148096356</c:v>
                </c:pt>
                <c:pt idx="292">
                  <c:v>7.8089619880712053</c:v>
                </c:pt>
                <c:pt idx="293">
                  <c:v>7.8096518246816791</c:v>
                </c:pt>
                <c:pt idx="294">
                  <c:v>7.8043835668924944</c:v>
                </c:pt>
                <c:pt idx="295">
                  <c:v>7.8059366033251916</c:v>
                </c:pt>
                <c:pt idx="296">
                  <c:v>7.8020750304701911</c:v>
                </c:pt>
                <c:pt idx="297">
                  <c:v>7.8024039566031238</c:v>
                </c:pt>
                <c:pt idx="298">
                  <c:v>7.79065534785369</c:v>
                </c:pt>
                <c:pt idx="299">
                  <c:v>7.7917050820464677</c:v>
                </c:pt>
                <c:pt idx="300">
                  <c:v>7.8144890939400717</c:v>
                </c:pt>
                <c:pt idx="301">
                  <c:v>7.8085857310904112</c:v>
                </c:pt>
                <c:pt idx="302">
                  <c:v>7.8248629645966306</c:v>
                </c:pt>
                <c:pt idx="303">
                  <c:v>7.8283474491221847</c:v>
                </c:pt>
                <c:pt idx="304">
                  <c:v>7.8177095564613523</c:v>
                </c:pt>
                <c:pt idx="305">
                  <c:v>7.8171983776100777</c:v>
                </c:pt>
                <c:pt idx="306">
                  <c:v>7.819819158391522</c:v>
                </c:pt>
                <c:pt idx="307">
                  <c:v>7.8091768688132355</c:v>
                </c:pt>
                <c:pt idx="308">
                  <c:v>7.8112048702988579</c:v>
                </c:pt>
                <c:pt idx="309">
                  <c:v>7.8143125767773673</c:v>
                </c:pt>
                <c:pt idx="310">
                  <c:v>7.8128135322377554</c:v>
                </c:pt>
                <c:pt idx="311">
                  <c:v>7.823270282430987</c:v>
                </c:pt>
                <c:pt idx="312">
                  <c:v>7.799400626858743</c:v>
                </c:pt>
                <c:pt idx="313">
                  <c:v>7.8045820361906388</c:v>
                </c:pt>
                <c:pt idx="314">
                  <c:v>7.812522315595988</c:v>
                </c:pt>
                <c:pt idx="315">
                  <c:v>7.8168071995205999</c:v>
                </c:pt>
                <c:pt idx="316">
                  <c:v>7.8106602280953004</c:v>
                </c:pt>
                <c:pt idx="317">
                  <c:v>7.8040070518277691</c:v>
                </c:pt>
                <c:pt idx="318">
                  <c:v>7.8085559017313182</c:v>
                </c:pt>
                <c:pt idx="319">
                  <c:v>7.8187192959108867</c:v>
                </c:pt>
                <c:pt idx="320">
                  <c:v>7.8236220162338137</c:v>
                </c:pt>
                <c:pt idx="321">
                  <c:v>7.8468227170327758</c:v>
                </c:pt>
                <c:pt idx="322">
                  <c:v>7.8914670513901477</c:v>
                </c:pt>
                <c:pt idx="323">
                  <c:v>7.9299518315825308</c:v>
                </c:pt>
                <c:pt idx="324">
                  <c:v>7.9361771172448874</c:v>
                </c:pt>
                <c:pt idx="325">
                  <c:v>7.9093115731951933</c:v>
                </c:pt>
                <c:pt idx="326">
                  <c:v>7.8851397028707071</c:v>
                </c:pt>
                <c:pt idx="327">
                  <c:v>7.8838723227946614</c:v>
                </c:pt>
                <c:pt idx="328">
                  <c:v>7.9022536591758126</c:v>
                </c:pt>
                <c:pt idx="329">
                  <c:v>7.9384676730546371</c:v>
                </c:pt>
                <c:pt idx="330">
                  <c:v>7.998949937982462</c:v>
                </c:pt>
                <c:pt idx="331">
                  <c:v>8.0553930295829836</c:v>
                </c:pt>
                <c:pt idx="332">
                  <c:v>8.0697602234104799</c:v>
                </c:pt>
                <c:pt idx="333">
                  <c:v>8.0739277345596072</c:v>
                </c:pt>
                <c:pt idx="334">
                  <c:v>8.0550736153583404</c:v>
                </c:pt>
                <c:pt idx="335">
                  <c:v>8.0088540517994176</c:v>
                </c:pt>
                <c:pt idx="336">
                  <c:v>7.953847256360735</c:v>
                </c:pt>
                <c:pt idx="337">
                  <c:v>7.9028016714717912</c:v>
                </c:pt>
                <c:pt idx="338">
                  <c:v>7.8688890094545982</c:v>
                </c:pt>
                <c:pt idx="339">
                  <c:v>7.8458540701781772</c:v>
                </c:pt>
                <c:pt idx="340">
                  <c:v>7.8332186434061315</c:v>
                </c:pt>
                <c:pt idx="341">
                  <c:v>7.8240804394232155</c:v>
                </c:pt>
                <c:pt idx="342">
                  <c:v>7.8154379917101995</c:v>
                </c:pt>
                <c:pt idx="343">
                  <c:v>7.8109951726659013</c:v>
                </c:pt>
                <c:pt idx="344">
                  <c:v>7.8109116440925339</c:v>
                </c:pt>
                <c:pt idx="345">
                  <c:v>7.8086486417273555</c:v>
                </c:pt>
                <c:pt idx="346">
                  <c:v>7.808943184376032</c:v>
                </c:pt>
                <c:pt idx="347">
                  <c:v>7.8108826088849428</c:v>
                </c:pt>
                <c:pt idx="348">
                  <c:v>7.8042783978437598</c:v>
                </c:pt>
                <c:pt idx="349">
                  <c:v>7.8028053551836409</c:v>
                </c:pt>
                <c:pt idx="350">
                  <c:v>7.7956085797635044</c:v>
                </c:pt>
                <c:pt idx="351">
                  <c:v>7.7954402092359105</c:v>
                </c:pt>
                <c:pt idx="352">
                  <c:v>7.7962205766684658</c:v>
                </c:pt>
                <c:pt idx="353">
                  <c:v>7.8019251937670884</c:v>
                </c:pt>
                <c:pt idx="354">
                  <c:v>7.81101552425236</c:v>
                </c:pt>
                <c:pt idx="355">
                  <c:v>7.8051690310999966</c:v>
                </c:pt>
                <c:pt idx="356">
                  <c:v>7.7980545963936168</c:v>
                </c:pt>
                <c:pt idx="357">
                  <c:v>7.8075771090861297</c:v>
                </c:pt>
                <c:pt idx="358">
                  <c:v>7.806795921173225</c:v>
                </c:pt>
                <c:pt idx="359">
                  <c:v>7.8053536563229908</c:v>
                </c:pt>
                <c:pt idx="360">
                  <c:v>7.8178722013831639</c:v>
                </c:pt>
                <c:pt idx="361">
                  <c:v>7.8181512687927714</c:v>
                </c:pt>
                <c:pt idx="362">
                  <c:v>7.8158088561757415</c:v>
                </c:pt>
                <c:pt idx="363">
                  <c:v>7.8128863578286536</c:v>
                </c:pt>
                <c:pt idx="364">
                  <c:v>7.8171849694916506</c:v>
                </c:pt>
                <c:pt idx="365">
                  <c:v>7.8187052718198986</c:v>
                </c:pt>
                <c:pt idx="366">
                  <c:v>7.8195607254504047</c:v>
                </c:pt>
                <c:pt idx="367">
                  <c:v>7.8166222350840879</c:v>
                </c:pt>
                <c:pt idx="368">
                  <c:v>7.8195602784723039</c:v>
                </c:pt>
                <c:pt idx="369">
                  <c:v>7.8201881320784672</c:v>
                </c:pt>
                <c:pt idx="370">
                  <c:v>7.8235106047991367</c:v>
                </c:pt>
                <c:pt idx="371">
                  <c:v>7.8208149521243104</c:v>
                </c:pt>
                <c:pt idx="372">
                  <c:v>7.8163011872463315</c:v>
                </c:pt>
                <c:pt idx="373">
                  <c:v>7.8154585710718001</c:v>
                </c:pt>
                <c:pt idx="374">
                  <c:v>7.8087372572788896</c:v>
                </c:pt>
                <c:pt idx="375">
                  <c:v>7.8090636676292586</c:v>
                </c:pt>
                <c:pt idx="376">
                  <c:v>7.8135962251810325</c:v>
                </c:pt>
                <c:pt idx="377">
                  <c:v>7.8160834170664142</c:v>
                </c:pt>
                <c:pt idx="378">
                  <c:v>7.8146745163760629</c:v>
                </c:pt>
                <c:pt idx="379">
                  <c:v>7.8111677123358074</c:v>
                </c:pt>
                <c:pt idx="380">
                  <c:v>7.8076351733783227</c:v>
                </c:pt>
                <c:pt idx="381">
                  <c:v>7.8038286417434222</c:v>
                </c:pt>
                <c:pt idx="382">
                  <c:v>7.7992167596616238</c:v>
                </c:pt>
                <c:pt idx="383">
                  <c:v>7.8030198967121533</c:v>
                </c:pt>
                <c:pt idx="384">
                  <c:v>7.8034183109484738</c:v>
                </c:pt>
                <c:pt idx="385">
                  <c:v>7.8030975037441337</c:v>
                </c:pt>
                <c:pt idx="386">
                  <c:v>7.7996641137138933</c:v>
                </c:pt>
                <c:pt idx="387">
                  <c:v>7.8042345385768401</c:v>
                </c:pt>
                <c:pt idx="388">
                  <c:v>7.8014173657208223</c:v>
                </c:pt>
                <c:pt idx="389">
                  <c:v>7.8017358174118021</c:v>
                </c:pt>
                <c:pt idx="390">
                  <c:v>7.7987275438906289</c:v>
                </c:pt>
                <c:pt idx="391">
                  <c:v>7.7950863724929649</c:v>
                </c:pt>
                <c:pt idx="392">
                  <c:v>7.8045323098769215</c:v>
                </c:pt>
                <c:pt idx="393">
                  <c:v>7.8068983244684222</c:v>
                </c:pt>
                <c:pt idx="394">
                  <c:v>7.8071609222657612</c:v>
                </c:pt>
                <c:pt idx="395">
                  <c:v>7.8108910181962257</c:v>
                </c:pt>
                <c:pt idx="396">
                  <c:v>7.8058021051654576</c:v>
                </c:pt>
                <c:pt idx="397">
                  <c:v>7.8052152578201035</c:v>
                </c:pt>
                <c:pt idx="398">
                  <c:v>7.8055213545465367</c:v>
                </c:pt>
                <c:pt idx="399">
                  <c:v>7.809650495381053</c:v>
                </c:pt>
                <c:pt idx="400">
                  <c:v>7.8213986222513565</c:v>
                </c:pt>
                <c:pt idx="401">
                  <c:v>7.8195693013069532</c:v>
                </c:pt>
                <c:pt idx="402">
                  <c:v>7.8239933631907848</c:v>
                </c:pt>
                <c:pt idx="403">
                  <c:v>7.8246215694810388</c:v>
                </c:pt>
                <c:pt idx="404">
                  <c:v>7.8294560258388906</c:v>
                </c:pt>
                <c:pt idx="405">
                  <c:v>7.8301503897864562</c:v>
                </c:pt>
                <c:pt idx="406">
                  <c:v>7.8328807377586873</c:v>
                </c:pt>
                <c:pt idx="407">
                  <c:v>7.8259894669720751</c:v>
                </c:pt>
                <c:pt idx="408">
                  <c:v>7.8269150814692408</c:v>
                </c:pt>
                <c:pt idx="409">
                  <c:v>7.8203077789315767</c:v>
                </c:pt>
                <c:pt idx="410">
                  <c:v>7.8163020089512791</c:v>
                </c:pt>
                <c:pt idx="411">
                  <c:v>7.8208687707368449</c:v>
                </c:pt>
                <c:pt idx="412">
                  <c:v>7.8234842147222254</c:v>
                </c:pt>
                <c:pt idx="413">
                  <c:v>7.8091267135842308</c:v>
                </c:pt>
                <c:pt idx="414">
                  <c:v>7.8028656678369117</c:v>
                </c:pt>
                <c:pt idx="415">
                  <c:v>7.8008172916505512</c:v>
                </c:pt>
                <c:pt idx="416">
                  <c:v>7.7963903998748867</c:v>
                </c:pt>
                <c:pt idx="417">
                  <c:v>7.7983200380125854</c:v>
                </c:pt>
                <c:pt idx="418">
                  <c:v>7.8054585945350894</c:v>
                </c:pt>
                <c:pt idx="419">
                  <c:v>7.809101484425784</c:v>
                </c:pt>
                <c:pt idx="420">
                  <c:v>7.8039061195803621</c:v>
                </c:pt>
                <c:pt idx="421">
                  <c:v>7.792188060865672</c:v>
                </c:pt>
                <c:pt idx="422">
                  <c:v>7.7905512050176915</c:v>
                </c:pt>
                <c:pt idx="423">
                  <c:v>7.7997246715354178</c:v>
                </c:pt>
                <c:pt idx="424">
                  <c:v>7.8126185163046635</c:v>
                </c:pt>
                <c:pt idx="425">
                  <c:v>7.81794324396005</c:v>
                </c:pt>
                <c:pt idx="426">
                  <c:v>7.8050891726454452</c:v>
                </c:pt>
                <c:pt idx="427">
                  <c:v>7.8063638439752232</c:v>
                </c:pt>
                <c:pt idx="428">
                  <c:v>7.8172270809517359</c:v>
                </c:pt>
                <c:pt idx="429">
                  <c:v>7.8131832370094303</c:v>
                </c:pt>
                <c:pt idx="430">
                  <c:v>7.8242437762426347</c:v>
                </c:pt>
                <c:pt idx="431">
                  <c:v>7.8493592455037087</c:v>
                </c:pt>
                <c:pt idx="432">
                  <c:v>7.8398332531172956</c:v>
                </c:pt>
                <c:pt idx="433">
                  <c:v>7.8311180496154407</c:v>
                </c:pt>
                <c:pt idx="434">
                  <c:v>7.8142527564123059</c:v>
                </c:pt>
                <c:pt idx="435">
                  <c:v>7.7677648504689989</c:v>
                </c:pt>
                <c:pt idx="436">
                  <c:v>7.7399958081536484</c:v>
                </c:pt>
                <c:pt idx="437">
                  <c:v>7.8304274892678229</c:v>
                </c:pt>
                <c:pt idx="438">
                  <c:v>7.8420466886725864</c:v>
                </c:pt>
                <c:pt idx="439">
                  <c:v>7.8302462880195405</c:v>
                </c:pt>
                <c:pt idx="440">
                  <c:v>7.8341498592124292</c:v>
                </c:pt>
                <c:pt idx="441">
                  <c:v>7.8179620684733804</c:v>
                </c:pt>
                <c:pt idx="442">
                  <c:v>7.8092827769065822</c:v>
                </c:pt>
                <c:pt idx="443">
                  <c:v>7.8112329699139309</c:v>
                </c:pt>
                <c:pt idx="444">
                  <c:v>7.826181932068498</c:v>
                </c:pt>
                <c:pt idx="445">
                  <c:v>7.8161761546132569</c:v>
                </c:pt>
                <c:pt idx="446">
                  <c:v>7.7886690512617704</c:v>
                </c:pt>
                <c:pt idx="447">
                  <c:v>7.8022939534556146</c:v>
                </c:pt>
                <c:pt idx="448">
                  <c:v>7.8089201460225777</c:v>
                </c:pt>
                <c:pt idx="449">
                  <c:v>7.795891019408578</c:v>
                </c:pt>
                <c:pt idx="450">
                  <c:v>7.7995592210415161</c:v>
                </c:pt>
                <c:pt idx="451">
                  <c:v>7.7992816030961674</c:v>
                </c:pt>
                <c:pt idx="452">
                  <c:v>7.7935283491929486</c:v>
                </c:pt>
                <c:pt idx="453">
                  <c:v>7.8122163952115997</c:v>
                </c:pt>
                <c:pt idx="454">
                  <c:v>7.8129607643749726</c:v>
                </c:pt>
                <c:pt idx="455">
                  <c:v>7.8128361774954005</c:v>
                </c:pt>
                <c:pt idx="456">
                  <c:v>7.7994532697811048</c:v>
                </c:pt>
                <c:pt idx="457">
                  <c:v>7.8090548903264159</c:v>
                </c:pt>
                <c:pt idx="458">
                  <c:v>7.8043450701381873</c:v>
                </c:pt>
                <c:pt idx="459">
                  <c:v>7.8157823460882705</c:v>
                </c:pt>
                <c:pt idx="460">
                  <c:v>7.8087342839560714</c:v>
                </c:pt>
                <c:pt idx="461">
                  <c:v>7.7982470236805908</c:v>
                </c:pt>
                <c:pt idx="462">
                  <c:v>7.797146335668141</c:v>
                </c:pt>
                <c:pt idx="463">
                  <c:v>7.8078658514285744</c:v>
                </c:pt>
                <c:pt idx="464">
                  <c:v>7.8082012068516482</c:v>
                </c:pt>
                <c:pt idx="465">
                  <c:v>7.8017894064122979</c:v>
                </c:pt>
                <c:pt idx="466">
                  <c:v>7.7980022915367124</c:v>
                </c:pt>
                <c:pt idx="467">
                  <c:v>7.7956524004556007</c:v>
                </c:pt>
                <c:pt idx="468">
                  <c:v>7.799510970788786</c:v>
                </c:pt>
                <c:pt idx="469">
                  <c:v>7.8042600977643239</c:v>
                </c:pt>
                <c:pt idx="470">
                  <c:v>7.8106612310406831</c:v>
                </c:pt>
                <c:pt idx="471">
                  <c:v>7.8077200943190901</c:v>
                </c:pt>
                <c:pt idx="472">
                  <c:v>7.811933505833081</c:v>
                </c:pt>
                <c:pt idx="473">
                  <c:v>7.8084889107353819</c:v>
                </c:pt>
                <c:pt idx="474">
                  <c:v>7.8068605682894754</c:v>
                </c:pt>
                <c:pt idx="475">
                  <c:v>7.8051938396091902</c:v>
                </c:pt>
                <c:pt idx="476">
                  <c:v>7.8024185908498342</c:v>
                </c:pt>
                <c:pt idx="477">
                  <c:v>7.8138618305899215</c:v>
                </c:pt>
                <c:pt idx="478">
                  <c:v>7.8189917027344924</c:v>
                </c:pt>
                <c:pt idx="479">
                  <c:v>7.8225253205624075</c:v>
                </c:pt>
                <c:pt idx="480">
                  <c:v>7.8217816322752647</c:v>
                </c:pt>
                <c:pt idx="481">
                  <c:v>7.8232089251960177</c:v>
                </c:pt>
                <c:pt idx="482">
                  <c:v>7.8165615452547765</c:v>
                </c:pt>
                <c:pt idx="483">
                  <c:v>7.8071259820488494</c:v>
                </c:pt>
                <c:pt idx="484">
                  <c:v>7.8029538563100553</c:v>
                </c:pt>
                <c:pt idx="485">
                  <c:v>7.8113689749409332</c:v>
                </c:pt>
                <c:pt idx="486">
                  <c:v>7.8174423872414103</c:v>
                </c:pt>
                <c:pt idx="487">
                  <c:v>7.8176960405783422</c:v>
                </c:pt>
                <c:pt idx="488">
                  <c:v>7.8191946099741099</c:v>
                </c:pt>
                <c:pt idx="489">
                  <c:v>7.8289060223473177</c:v>
                </c:pt>
                <c:pt idx="490">
                  <c:v>7.8235954106277354</c:v>
                </c:pt>
                <c:pt idx="491">
                  <c:v>7.8204083832929943</c:v>
                </c:pt>
                <c:pt idx="492">
                  <c:v>7.82930055828324</c:v>
                </c:pt>
                <c:pt idx="493">
                  <c:v>7.8264225850779825</c:v>
                </c:pt>
                <c:pt idx="494">
                  <c:v>7.8337070594383977</c:v>
                </c:pt>
                <c:pt idx="495">
                  <c:v>7.8299405403034052</c:v>
                </c:pt>
                <c:pt idx="496">
                  <c:v>7.8230877880077063</c:v>
                </c:pt>
                <c:pt idx="497">
                  <c:v>7.8268807780430478</c:v>
                </c:pt>
                <c:pt idx="498">
                  <c:v>7.8285081212173653</c:v>
                </c:pt>
                <c:pt idx="499">
                  <c:v>7.8301018614352795</c:v>
                </c:pt>
                <c:pt idx="500">
                  <c:v>7.8323141924035919</c:v>
                </c:pt>
                <c:pt idx="501">
                  <c:v>7.8370315870337341</c:v>
                </c:pt>
                <c:pt idx="502">
                  <c:v>7.8451530615643774</c:v>
                </c:pt>
                <c:pt idx="503">
                  <c:v>7.8446099133698146</c:v>
                </c:pt>
                <c:pt idx="504">
                  <c:v>7.8488938151672025</c:v>
                </c:pt>
                <c:pt idx="505">
                  <c:v>7.866612418955155</c:v>
                </c:pt>
                <c:pt idx="506">
                  <c:v>7.8854448627800249</c:v>
                </c:pt>
                <c:pt idx="507">
                  <c:v>7.902744820755756</c:v>
                </c:pt>
                <c:pt idx="508">
                  <c:v>7.9430211675504925</c:v>
                </c:pt>
                <c:pt idx="509">
                  <c:v>7.9941009040155349</c:v>
                </c:pt>
                <c:pt idx="510">
                  <c:v>8.0648004074520099</c:v>
                </c:pt>
                <c:pt idx="511">
                  <c:v>8.1375640533089033</c:v>
                </c:pt>
                <c:pt idx="512">
                  <c:v>8.1991267855415817</c:v>
                </c:pt>
                <c:pt idx="513">
                  <c:v>8.2231415155101821</c:v>
                </c:pt>
                <c:pt idx="514">
                  <c:v>8.2400182721708575</c:v>
                </c:pt>
                <c:pt idx="515">
                  <c:v>8.2555612951625683</c:v>
                </c:pt>
                <c:pt idx="516">
                  <c:v>8.2524945894341784</c:v>
                </c:pt>
                <c:pt idx="517">
                  <c:v>8.2147283540923173</c:v>
                </c:pt>
                <c:pt idx="518">
                  <c:v>8.1688464267693792</c:v>
                </c:pt>
                <c:pt idx="519">
                  <c:v>8.1206159173070223</c:v>
                </c:pt>
                <c:pt idx="520">
                  <c:v>8.06671769613585</c:v>
                </c:pt>
                <c:pt idx="521">
                  <c:v>8.0359116029460562</c:v>
                </c:pt>
                <c:pt idx="522">
                  <c:v>8.0138241543771933</c:v>
                </c:pt>
                <c:pt idx="523">
                  <c:v>8.0016689951654065</c:v>
                </c:pt>
                <c:pt idx="524">
                  <c:v>8.0016333348851418</c:v>
                </c:pt>
                <c:pt idx="525">
                  <c:v>7.9986002125195945</c:v>
                </c:pt>
                <c:pt idx="526">
                  <c:v>8.0033496132309505</c:v>
                </c:pt>
                <c:pt idx="527">
                  <c:v>8.0072120134546623</c:v>
                </c:pt>
                <c:pt idx="528">
                  <c:v>8.0201288331470373</c:v>
                </c:pt>
                <c:pt idx="529">
                  <c:v>8.0393833663523999</c:v>
                </c:pt>
                <c:pt idx="530">
                  <c:v>8.0545803082835139</c:v>
                </c:pt>
                <c:pt idx="531">
                  <c:v>8.0711943936709964</c:v>
                </c:pt>
                <c:pt idx="532">
                  <c:v>8.0761124165647402</c:v>
                </c:pt>
                <c:pt idx="533">
                  <c:v>8.0938427470987016</c:v>
                </c:pt>
                <c:pt idx="534">
                  <c:v>8.1125872991091814</c:v>
                </c:pt>
                <c:pt idx="535">
                  <c:v>8.128889748915574</c:v>
                </c:pt>
                <c:pt idx="536">
                  <c:v>8.1672555080241889</c:v>
                </c:pt>
                <c:pt idx="537">
                  <c:v>8.204106567338286</c:v>
                </c:pt>
                <c:pt idx="538">
                  <c:v>8.2384614070339612</c:v>
                </c:pt>
                <c:pt idx="539">
                  <c:v>8.2878529721158536</c:v>
                </c:pt>
                <c:pt idx="540">
                  <c:v>8.3440167771038105</c:v>
                </c:pt>
                <c:pt idx="541">
                  <c:v>8.4070634080537676</c:v>
                </c:pt>
                <c:pt idx="542">
                  <c:v>8.4820162620282886</c:v>
                </c:pt>
                <c:pt idx="543">
                  <c:v>8.5700247364783646</c:v>
                </c:pt>
                <c:pt idx="544">
                  <c:v>8.6592146242574248</c:v>
                </c:pt>
                <c:pt idx="545">
                  <c:v>8.7452072348203576</c:v>
                </c:pt>
                <c:pt idx="546">
                  <c:v>8.8144739199519933</c:v>
                </c:pt>
                <c:pt idx="547">
                  <c:v>8.8825137346940917</c:v>
                </c:pt>
                <c:pt idx="548">
                  <c:v>8.9708393113286622</c:v>
                </c:pt>
                <c:pt idx="549">
                  <c:v>9.0342497946986704</c:v>
                </c:pt>
                <c:pt idx="550">
                  <c:v>9.0890007080329003</c:v>
                </c:pt>
                <c:pt idx="551">
                  <c:v>9.1227167584664155</c:v>
                </c:pt>
                <c:pt idx="552">
                  <c:v>9.1423805423716953</c:v>
                </c:pt>
                <c:pt idx="553">
                  <c:v>9.1144652047362502</c:v>
                </c:pt>
                <c:pt idx="554">
                  <c:v>9.0387570190012063</c:v>
                </c:pt>
                <c:pt idx="555">
                  <c:v>8.9521559891950098</c:v>
                </c:pt>
                <c:pt idx="556">
                  <c:v>8.8687588200412932</c:v>
                </c:pt>
                <c:pt idx="557">
                  <c:v>8.7719417077465263</c:v>
                </c:pt>
                <c:pt idx="558">
                  <c:v>8.6638676246507043</c:v>
                </c:pt>
                <c:pt idx="559">
                  <c:v>8.5572750498577719</c:v>
                </c:pt>
                <c:pt idx="560">
                  <c:v>8.4374923643894384</c:v>
                </c:pt>
                <c:pt idx="561">
                  <c:v>8.337713293541162</c:v>
                </c:pt>
                <c:pt idx="562">
                  <c:v>8.2723337357066917</c:v>
                </c:pt>
                <c:pt idx="563">
                  <c:v>8.2181164725885285</c:v>
                </c:pt>
                <c:pt idx="564">
                  <c:v>8.1521358235024604</c:v>
                </c:pt>
                <c:pt idx="565">
                  <c:v>8.0962258530918696</c:v>
                </c:pt>
                <c:pt idx="566">
                  <c:v>8.0730039373651863</c:v>
                </c:pt>
                <c:pt idx="567">
                  <c:v>8.0097792597302</c:v>
                </c:pt>
                <c:pt idx="568">
                  <c:v>7.9689883076602825</c:v>
                </c:pt>
                <c:pt idx="569">
                  <c:v>7.9373512319725528</c:v>
                </c:pt>
                <c:pt idx="570">
                  <c:v>7.8775952513516811</c:v>
                </c:pt>
                <c:pt idx="571">
                  <c:v>7.8527791790439183</c:v>
                </c:pt>
                <c:pt idx="572">
                  <c:v>7.8247399586724784</c:v>
                </c:pt>
                <c:pt idx="573">
                  <c:v>7.8012464931108498</c:v>
                </c:pt>
                <c:pt idx="574">
                  <c:v>7.8129587205216842</c:v>
                </c:pt>
                <c:pt idx="575">
                  <c:v>7.7824051393439166</c:v>
                </c:pt>
                <c:pt idx="576">
                  <c:v>7.8789595803654962</c:v>
                </c:pt>
                <c:pt idx="577">
                  <c:v>7.8903135001043161</c:v>
                </c:pt>
                <c:pt idx="578">
                  <c:v>7.8343475949766495</c:v>
                </c:pt>
                <c:pt idx="579">
                  <c:v>7.7638690481228823</c:v>
                </c:pt>
                <c:pt idx="580">
                  <c:v>7.8751582581685158</c:v>
                </c:pt>
                <c:pt idx="581">
                  <c:v>7.9041961941624663</c:v>
                </c:pt>
                <c:pt idx="582">
                  <c:v>7.9238524737340477</c:v>
                </c:pt>
                <c:pt idx="583">
                  <c:v>7.7219619586710673</c:v>
                </c:pt>
                <c:pt idx="584">
                  <c:v>7.535370840267495</c:v>
                </c:pt>
                <c:pt idx="585">
                  <c:v>7.6525448684699962</c:v>
                </c:pt>
                <c:pt idx="586">
                  <c:v>7.2193199874538525</c:v>
                </c:pt>
                <c:pt idx="587">
                  <c:v>7.6160914310776135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37F8-4EA4-8385-84A4706AD5FD}"/>
            </c:ext>
          </c:extLst>
        </c:ser>
        <c:ser>
          <c:idx val="2"/>
          <c:order val="2"/>
          <c:tx>
            <c:strRef>
              <c:f>'Fully separated 0.5%'!$D$1</c:f>
              <c:strCache>
                <c:ptCount val="1"/>
                <c:pt idx="0">
                  <c:v>D_3/O-PTIR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0.5%'!$A$2:$A$589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0.5%'!$D$2:$D$589</c:f>
              <c:numCache>
                <c:formatCode>General</c:formatCode>
                <c:ptCount val="588"/>
                <c:pt idx="0">
                  <c:v>7.6946332835210347</c:v>
                </c:pt>
                <c:pt idx="1">
                  <c:v>7.5012788793669936</c:v>
                </c:pt>
                <c:pt idx="2">
                  <c:v>7.5638984499846105</c:v>
                </c:pt>
                <c:pt idx="3">
                  <c:v>7.5916212224927841</c:v>
                </c:pt>
                <c:pt idx="4">
                  <c:v>7.6360321489181695</c:v>
                </c:pt>
                <c:pt idx="5">
                  <c:v>7.5825717748083239</c:v>
                </c:pt>
                <c:pt idx="6">
                  <c:v>7.6095794714240128</c:v>
                </c:pt>
                <c:pt idx="7">
                  <c:v>7.6280362578921403</c:v>
                </c:pt>
                <c:pt idx="8">
                  <c:v>7.5909859853295547</c:v>
                </c:pt>
                <c:pt idx="9">
                  <c:v>7.5841098202735679</c:v>
                </c:pt>
                <c:pt idx="10">
                  <c:v>7.6076981890725852</c:v>
                </c:pt>
                <c:pt idx="11">
                  <c:v>7.6421646370515317</c:v>
                </c:pt>
                <c:pt idx="12">
                  <c:v>7.6844746248870255</c:v>
                </c:pt>
                <c:pt idx="13">
                  <c:v>7.7038538894052575</c:v>
                </c:pt>
                <c:pt idx="14">
                  <c:v>7.7343678837497869</c:v>
                </c:pt>
                <c:pt idx="15">
                  <c:v>7.781573395684509</c:v>
                </c:pt>
                <c:pt idx="16">
                  <c:v>7.7416454071489182</c:v>
                </c:pt>
                <c:pt idx="17">
                  <c:v>7.6887531384398677</c:v>
                </c:pt>
                <c:pt idx="18">
                  <c:v>7.7023138111305158</c:v>
                </c:pt>
                <c:pt idx="19">
                  <c:v>7.6937235353272948</c:v>
                </c:pt>
                <c:pt idx="20">
                  <c:v>7.6942026200217812</c:v>
                </c:pt>
                <c:pt idx="21">
                  <c:v>7.7083507474077004</c:v>
                </c:pt>
                <c:pt idx="22">
                  <c:v>7.7300231867156164</c:v>
                </c:pt>
                <c:pt idx="23">
                  <c:v>7.7333420746684993</c:v>
                </c:pt>
                <c:pt idx="24">
                  <c:v>7.7180674416476203</c:v>
                </c:pt>
                <c:pt idx="25">
                  <c:v>7.7081278686484431</c:v>
                </c:pt>
                <c:pt idx="26">
                  <c:v>7.6893107102905391</c:v>
                </c:pt>
                <c:pt idx="27">
                  <c:v>7.6846364561426217</c:v>
                </c:pt>
                <c:pt idx="28">
                  <c:v>7.6829075064310457</c:v>
                </c:pt>
                <c:pt idx="29">
                  <c:v>7.6781935073150267</c:v>
                </c:pt>
                <c:pt idx="30">
                  <c:v>7.6915995687662235</c:v>
                </c:pt>
                <c:pt idx="31">
                  <c:v>7.6916572068178155</c:v>
                </c:pt>
                <c:pt idx="32">
                  <c:v>7.7205359547037808</c:v>
                </c:pt>
                <c:pt idx="33">
                  <c:v>7.7524873339291647</c:v>
                </c:pt>
                <c:pt idx="34">
                  <c:v>7.7513714403227638</c:v>
                </c:pt>
                <c:pt idx="35">
                  <c:v>7.7482096313201652</c:v>
                </c:pt>
                <c:pt idx="36">
                  <c:v>7.7352220430511069</c:v>
                </c:pt>
                <c:pt idx="37">
                  <c:v>7.7330651242665924</c:v>
                </c:pt>
                <c:pt idx="38">
                  <c:v>7.7563431364643041</c:v>
                </c:pt>
                <c:pt idx="39">
                  <c:v>7.7689587195053722</c:v>
                </c:pt>
                <c:pt idx="40">
                  <c:v>7.7789421881099514</c:v>
                </c:pt>
                <c:pt idx="41">
                  <c:v>7.8057248205599263</c:v>
                </c:pt>
                <c:pt idx="42">
                  <c:v>7.8297425879384006</c:v>
                </c:pt>
                <c:pt idx="43">
                  <c:v>7.8748182823086301</c:v>
                </c:pt>
                <c:pt idx="44">
                  <c:v>7.9362776233632184</c:v>
                </c:pt>
                <c:pt idx="45">
                  <c:v>8.0293028924431038</c:v>
                </c:pt>
                <c:pt idx="46">
                  <c:v>8.1216254830434966</c:v>
                </c:pt>
                <c:pt idx="47">
                  <c:v>8.1478074938605456</c:v>
                </c:pt>
                <c:pt idx="48">
                  <c:v>8.0869081226088486</c:v>
                </c:pt>
                <c:pt idx="49">
                  <c:v>7.9623074557723426</c:v>
                </c:pt>
                <c:pt idx="50">
                  <c:v>7.8374643254467964</c:v>
                </c:pt>
                <c:pt idx="51">
                  <c:v>7.7538753384338968</c:v>
                </c:pt>
                <c:pt idx="52">
                  <c:v>7.7075240206798004</c:v>
                </c:pt>
                <c:pt idx="53">
                  <c:v>7.6861772843224214</c:v>
                </c:pt>
                <c:pt idx="54">
                  <c:v>7.6790487478748037</c:v>
                </c:pt>
                <c:pt idx="55">
                  <c:v>7.6778355497271455</c:v>
                </c:pt>
                <c:pt idx="56">
                  <c:v>7.6775412817502824</c:v>
                </c:pt>
                <c:pt idx="57">
                  <c:v>7.6908300004994716</c:v>
                </c:pt>
                <c:pt idx="58">
                  <c:v>7.6994904621842757</c:v>
                </c:pt>
                <c:pt idx="59">
                  <c:v>7.6865911708759471</c:v>
                </c:pt>
                <c:pt idx="60">
                  <c:v>7.6960362163683271</c:v>
                </c:pt>
                <c:pt idx="61">
                  <c:v>7.7082580033355779</c:v>
                </c:pt>
                <c:pt idx="62">
                  <c:v>7.722765875873761</c:v>
                </c:pt>
                <c:pt idx="63">
                  <c:v>7.7375155666338422</c:v>
                </c:pt>
                <c:pt idx="64">
                  <c:v>7.7588817743632639</c:v>
                </c:pt>
                <c:pt idx="65">
                  <c:v>7.7953750843730392</c:v>
                </c:pt>
                <c:pt idx="66">
                  <c:v>7.8193688373499866</c:v>
                </c:pt>
                <c:pt idx="67">
                  <c:v>7.8321175895777291</c:v>
                </c:pt>
                <c:pt idx="68">
                  <c:v>7.8274162603692687</c:v>
                </c:pt>
                <c:pt idx="69">
                  <c:v>7.8022857036425428</c:v>
                </c:pt>
                <c:pt idx="70">
                  <c:v>7.7740642301007279</c:v>
                </c:pt>
                <c:pt idx="71">
                  <c:v>7.7496237778640298</c:v>
                </c:pt>
                <c:pt idx="72">
                  <c:v>7.7285475566767774</c:v>
                </c:pt>
                <c:pt idx="73">
                  <c:v>7.7156337468577227</c:v>
                </c:pt>
                <c:pt idx="74">
                  <c:v>7.7025260168224277</c:v>
                </c:pt>
                <c:pt idx="75">
                  <c:v>7.691283850016756</c:v>
                </c:pt>
                <c:pt idx="76">
                  <c:v>7.6904918020378998</c:v>
                </c:pt>
                <c:pt idx="77">
                  <c:v>7.6824317178308865</c:v>
                </c:pt>
                <c:pt idx="78">
                  <c:v>7.6749126988434302</c:v>
                </c:pt>
                <c:pt idx="79">
                  <c:v>7.6615079235666066</c:v>
                </c:pt>
                <c:pt idx="80">
                  <c:v>7.6557664062833526</c:v>
                </c:pt>
                <c:pt idx="81">
                  <c:v>7.6610241519655045</c:v>
                </c:pt>
                <c:pt idx="82">
                  <c:v>7.6569904344552278</c:v>
                </c:pt>
                <c:pt idx="83">
                  <c:v>7.6464223189394342</c:v>
                </c:pt>
                <c:pt idx="84">
                  <c:v>7.6396274161243394</c:v>
                </c:pt>
                <c:pt idx="85">
                  <c:v>7.6370758816023381</c:v>
                </c:pt>
                <c:pt idx="86">
                  <c:v>7.6401851362120565</c:v>
                </c:pt>
                <c:pt idx="87">
                  <c:v>7.6426700948605477</c:v>
                </c:pt>
                <c:pt idx="88">
                  <c:v>7.6484459726191867</c:v>
                </c:pt>
                <c:pt idx="89">
                  <c:v>7.6481912446945088</c:v>
                </c:pt>
                <c:pt idx="90">
                  <c:v>7.639535513515451</c:v>
                </c:pt>
                <c:pt idx="91">
                  <c:v>7.6300203301005327</c:v>
                </c:pt>
                <c:pt idx="92">
                  <c:v>7.6243347526827066</c:v>
                </c:pt>
                <c:pt idx="93">
                  <c:v>7.622223966139031</c:v>
                </c:pt>
                <c:pt idx="94">
                  <c:v>7.622986671902515</c:v>
                </c:pt>
                <c:pt idx="95">
                  <c:v>7.6147264698627453</c:v>
                </c:pt>
                <c:pt idx="96">
                  <c:v>7.6091755363722084</c:v>
                </c:pt>
                <c:pt idx="97">
                  <c:v>7.6083515901789083</c:v>
                </c:pt>
                <c:pt idx="98">
                  <c:v>7.6126490628140004</c:v>
                </c:pt>
                <c:pt idx="99">
                  <c:v>7.6216235254424998</c:v>
                </c:pt>
                <c:pt idx="100">
                  <c:v>7.6214394499101088</c:v>
                </c:pt>
                <c:pt idx="101">
                  <c:v>7.6179690833153586</c:v>
                </c:pt>
                <c:pt idx="102">
                  <c:v>7.6203724156702108</c:v>
                </c:pt>
                <c:pt idx="103">
                  <c:v>7.6240803364918168</c:v>
                </c:pt>
                <c:pt idx="104">
                  <c:v>7.6311144219613212</c:v>
                </c:pt>
                <c:pt idx="105">
                  <c:v>7.6390384267396465</c:v>
                </c:pt>
                <c:pt idx="106">
                  <c:v>7.6555109458932682</c:v>
                </c:pt>
                <c:pt idx="107">
                  <c:v>7.6744018216623919</c:v>
                </c:pt>
                <c:pt idx="108">
                  <c:v>7.6991187795898579</c:v>
                </c:pt>
                <c:pt idx="109">
                  <c:v>7.7368162104081515</c:v>
                </c:pt>
                <c:pt idx="110">
                  <c:v>7.7596564611680314</c:v>
                </c:pt>
                <c:pt idx="111">
                  <c:v>7.7430856521327858</c:v>
                </c:pt>
                <c:pt idx="112">
                  <c:v>7.7059184129106999</c:v>
                </c:pt>
                <c:pt idx="113">
                  <c:v>7.6778818694442492</c:v>
                </c:pt>
                <c:pt idx="114">
                  <c:v>7.6694782240825132</c:v>
                </c:pt>
                <c:pt idx="115">
                  <c:v>7.6558760842580762</c:v>
                </c:pt>
                <c:pt idx="116">
                  <c:v>7.6466885308753003</c:v>
                </c:pt>
                <c:pt idx="117">
                  <c:v>7.6492774472924863</c:v>
                </c:pt>
                <c:pt idx="118">
                  <c:v>7.6618293886815811</c:v>
                </c:pt>
                <c:pt idx="119">
                  <c:v>7.6745642022670424</c:v>
                </c:pt>
                <c:pt idx="120">
                  <c:v>7.6863235332484878</c:v>
                </c:pt>
                <c:pt idx="121">
                  <c:v>7.6969936532918943</c:v>
                </c:pt>
                <c:pt idx="122">
                  <c:v>7.7210377458258534</c:v>
                </c:pt>
                <c:pt idx="123">
                  <c:v>7.7472532582154008</c:v>
                </c:pt>
                <c:pt idx="124">
                  <c:v>7.7513836132002263</c:v>
                </c:pt>
                <c:pt idx="125">
                  <c:v>7.7391607972934775</c:v>
                </c:pt>
                <c:pt idx="126">
                  <c:v>7.7165097318841767</c:v>
                </c:pt>
                <c:pt idx="127">
                  <c:v>7.7091056053275482</c:v>
                </c:pt>
                <c:pt idx="128">
                  <c:v>7.6978191679639441</c:v>
                </c:pt>
                <c:pt idx="129">
                  <c:v>7.6886329094753671</c:v>
                </c:pt>
                <c:pt idx="130">
                  <c:v>7.6766421979040604</c:v>
                </c:pt>
                <c:pt idx="131">
                  <c:v>7.6651981453208569</c:v>
                </c:pt>
                <c:pt idx="132">
                  <c:v>7.6712259257804662</c:v>
                </c:pt>
                <c:pt idx="133">
                  <c:v>7.6743022761257853</c:v>
                </c:pt>
                <c:pt idx="134">
                  <c:v>7.6654805194546993</c:v>
                </c:pt>
                <c:pt idx="135">
                  <c:v>7.6489774024307247</c:v>
                </c:pt>
                <c:pt idx="136">
                  <c:v>7.6497151258919684</c:v>
                </c:pt>
                <c:pt idx="137">
                  <c:v>7.6189705095824607</c:v>
                </c:pt>
                <c:pt idx="138">
                  <c:v>7.6065699623619158</c:v>
                </c:pt>
                <c:pt idx="139">
                  <c:v>7.6087966141420367</c:v>
                </c:pt>
                <c:pt idx="140">
                  <c:v>7.6108350446573692</c:v>
                </c:pt>
                <c:pt idx="141">
                  <c:v>7.6127081527166647</c:v>
                </c:pt>
                <c:pt idx="142">
                  <c:v>7.6064590483518195</c:v>
                </c:pt>
                <c:pt idx="143">
                  <c:v>7.6223685800976728</c:v>
                </c:pt>
                <c:pt idx="144">
                  <c:v>7.6392596443720002</c:v>
                </c:pt>
                <c:pt idx="145">
                  <c:v>7.630698050257311</c:v>
                </c:pt>
                <c:pt idx="146">
                  <c:v>7.6243126065039579</c:v>
                </c:pt>
                <c:pt idx="147">
                  <c:v>7.6404962683329112</c:v>
                </c:pt>
                <c:pt idx="148">
                  <c:v>7.6268751825059633</c:v>
                </c:pt>
                <c:pt idx="149">
                  <c:v>7.6277086496595636</c:v>
                </c:pt>
                <c:pt idx="150">
                  <c:v>7.6184142457057291</c:v>
                </c:pt>
                <c:pt idx="151">
                  <c:v>7.6152865421235969</c:v>
                </c:pt>
                <c:pt idx="152">
                  <c:v>7.6270069717801308</c:v>
                </c:pt>
                <c:pt idx="153">
                  <c:v>7.6229223326644409</c:v>
                </c:pt>
                <c:pt idx="154">
                  <c:v>7.6300306478349578</c:v>
                </c:pt>
                <c:pt idx="155">
                  <c:v>7.6347111017793461</c:v>
                </c:pt>
                <c:pt idx="156">
                  <c:v>7.6355618734281636</c:v>
                </c:pt>
                <c:pt idx="157">
                  <c:v>7.622343940048613</c:v>
                </c:pt>
                <c:pt idx="158">
                  <c:v>7.6026082046728778</c:v>
                </c:pt>
                <c:pt idx="159">
                  <c:v>7.5918308236815895</c:v>
                </c:pt>
                <c:pt idx="160">
                  <c:v>7.6079641007194345</c:v>
                </c:pt>
                <c:pt idx="161">
                  <c:v>7.6100482165845094</c:v>
                </c:pt>
                <c:pt idx="162">
                  <c:v>7.6241312624571433</c:v>
                </c:pt>
                <c:pt idx="163">
                  <c:v>7.6212267450081432</c:v>
                </c:pt>
                <c:pt idx="164">
                  <c:v>7.6117788034434657</c:v>
                </c:pt>
                <c:pt idx="165">
                  <c:v>7.6348933744876577</c:v>
                </c:pt>
                <c:pt idx="166">
                  <c:v>7.6544305114603626</c:v>
                </c:pt>
                <c:pt idx="167">
                  <c:v>7.6528409220121061</c:v>
                </c:pt>
                <c:pt idx="168">
                  <c:v>7.6293660728162696</c:v>
                </c:pt>
                <c:pt idx="169">
                  <c:v>7.6182775744188334</c:v>
                </c:pt>
                <c:pt idx="170">
                  <c:v>7.6318284798140903</c:v>
                </c:pt>
                <c:pt idx="171">
                  <c:v>7.6582143405495353</c:v>
                </c:pt>
                <c:pt idx="172">
                  <c:v>7.6641761642432984</c:v>
                </c:pt>
                <c:pt idx="173">
                  <c:v>7.6621359734130401</c:v>
                </c:pt>
                <c:pt idx="174">
                  <c:v>7.6547127678765507</c:v>
                </c:pt>
                <c:pt idx="175">
                  <c:v>7.6627711996764871</c:v>
                </c:pt>
                <c:pt idx="176">
                  <c:v>7.6652231843019685</c:v>
                </c:pt>
                <c:pt idx="177">
                  <c:v>7.6640052338489983</c:v>
                </c:pt>
                <c:pt idx="178">
                  <c:v>7.6765906550110259</c:v>
                </c:pt>
                <c:pt idx="179">
                  <c:v>7.6868836164091219</c:v>
                </c:pt>
                <c:pt idx="180">
                  <c:v>7.6926682706728942</c:v>
                </c:pt>
                <c:pt idx="181">
                  <c:v>7.6894171444898927</c:v>
                </c:pt>
                <c:pt idx="182">
                  <c:v>7.6916602064380495</c:v>
                </c:pt>
                <c:pt idx="183">
                  <c:v>7.696695252117383</c:v>
                </c:pt>
                <c:pt idx="184">
                  <c:v>7.7038858214090284</c:v>
                </c:pt>
                <c:pt idx="185">
                  <c:v>7.7023215456164102</c:v>
                </c:pt>
                <c:pt idx="186">
                  <c:v>7.7079779835548257</c:v>
                </c:pt>
                <c:pt idx="187">
                  <c:v>7.7254675570841682</c:v>
                </c:pt>
                <c:pt idx="188">
                  <c:v>7.7327045507308325</c:v>
                </c:pt>
                <c:pt idx="189">
                  <c:v>7.7280428269732546</c:v>
                </c:pt>
                <c:pt idx="190">
                  <c:v>7.7253924270610943</c:v>
                </c:pt>
                <c:pt idx="191">
                  <c:v>7.7207619638806655</c:v>
                </c:pt>
                <c:pt idx="192">
                  <c:v>7.7212084974637163</c:v>
                </c:pt>
                <c:pt idx="193">
                  <c:v>7.7280915620822324</c:v>
                </c:pt>
                <c:pt idx="194">
                  <c:v>7.7363360270155566</c:v>
                </c:pt>
                <c:pt idx="195">
                  <c:v>7.7346178811687185</c:v>
                </c:pt>
                <c:pt idx="196">
                  <c:v>7.7351912446247502</c:v>
                </c:pt>
                <c:pt idx="197">
                  <c:v>7.7380038158657305</c:v>
                </c:pt>
                <c:pt idx="198">
                  <c:v>7.7331125514016312</c:v>
                </c:pt>
                <c:pt idx="199">
                  <c:v>7.7198645716807386</c:v>
                </c:pt>
                <c:pt idx="200">
                  <c:v>7.7113110237857327</c:v>
                </c:pt>
                <c:pt idx="201">
                  <c:v>7.7046050762782494</c:v>
                </c:pt>
                <c:pt idx="202">
                  <c:v>7.7081119724051677</c:v>
                </c:pt>
                <c:pt idx="203">
                  <c:v>7.7144176973268772</c:v>
                </c:pt>
                <c:pt idx="204">
                  <c:v>7.7166647180761574</c:v>
                </c:pt>
                <c:pt idx="205">
                  <c:v>7.7282515098553564</c:v>
                </c:pt>
                <c:pt idx="206">
                  <c:v>7.7323774526080928</c:v>
                </c:pt>
                <c:pt idx="207">
                  <c:v>7.7331966628457547</c:v>
                </c:pt>
                <c:pt idx="208">
                  <c:v>7.7330320586854073</c:v>
                </c:pt>
                <c:pt idx="209">
                  <c:v>7.7310940424193735</c:v>
                </c:pt>
                <c:pt idx="210">
                  <c:v>7.73602902809235</c:v>
                </c:pt>
                <c:pt idx="211">
                  <c:v>7.7479353404652667</c:v>
                </c:pt>
                <c:pt idx="212">
                  <c:v>7.7552515014145653</c:v>
                </c:pt>
                <c:pt idx="213">
                  <c:v>7.7486569584074045</c:v>
                </c:pt>
                <c:pt idx="214">
                  <c:v>7.7611305826769277</c:v>
                </c:pt>
                <c:pt idx="215">
                  <c:v>7.7703985197781007</c:v>
                </c:pt>
                <c:pt idx="216">
                  <c:v>7.7693230861655564</c:v>
                </c:pt>
                <c:pt idx="217">
                  <c:v>7.7791028421890021</c:v>
                </c:pt>
                <c:pt idx="218">
                  <c:v>7.783508412330308</c:v>
                </c:pt>
                <c:pt idx="219">
                  <c:v>7.7591924966522843</c:v>
                </c:pt>
                <c:pt idx="220">
                  <c:v>7.7470219561039757</c:v>
                </c:pt>
                <c:pt idx="221">
                  <c:v>7.7495985426868277</c:v>
                </c:pt>
                <c:pt idx="222">
                  <c:v>7.7378974601448132</c:v>
                </c:pt>
                <c:pt idx="223">
                  <c:v>7.7222751589310414</c:v>
                </c:pt>
                <c:pt idx="224">
                  <c:v>7.7094602842607554</c:v>
                </c:pt>
                <c:pt idx="225">
                  <c:v>7.7002188554314195</c:v>
                </c:pt>
                <c:pt idx="226">
                  <c:v>7.6760414977926974</c:v>
                </c:pt>
                <c:pt idx="227">
                  <c:v>7.6634321407075809</c:v>
                </c:pt>
                <c:pt idx="228">
                  <c:v>7.6482351315800852</c:v>
                </c:pt>
                <c:pt idx="229">
                  <c:v>7.6363909893884596</c:v>
                </c:pt>
                <c:pt idx="230">
                  <c:v>7.6243771637376883</c:v>
                </c:pt>
                <c:pt idx="231">
                  <c:v>7.6134030018821566</c:v>
                </c:pt>
                <c:pt idx="232">
                  <c:v>7.6235012942489329</c:v>
                </c:pt>
                <c:pt idx="233">
                  <c:v>7.6188066771267371</c:v>
                </c:pt>
                <c:pt idx="234">
                  <c:v>7.6134558505691743</c:v>
                </c:pt>
                <c:pt idx="235">
                  <c:v>7.6040817193363646</c:v>
                </c:pt>
                <c:pt idx="236">
                  <c:v>7.6076743474326181</c:v>
                </c:pt>
                <c:pt idx="237">
                  <c:v>7.6104679072723904</c:v>
                </c:pt>
                <c:pt idx="238">
                  <c:v>7.6064035646423038</c:v>
                </c:pt>
                <c:pt idx="239">
                  <c:v>7.6109863303730796</c:v>
                </c:pt>
                <c:pt idx="240">
                  <c:v>7.6110953576307683</c:v>
                </c:pt>
                <c:pt idx="241">
                  <c:v>7.6049633294682408</c:v>
                </c:pt>
                <c:pt idx="242">
                  <c:v>7.6106440771922967</c:v>
                </c:pt>
                <c:pt idx="243">
                  <c:v>7.6137778802928997</c:v>
                </c:pt>
                <c:pt idx="244">
                  <c:v>7.6134350614133872</c:v>
                </c:pt>
                <c:pt idx="245">
                  <c:v>7.6209655447924218</c:v>
                </c:pt>
                <c:pt idx="246">
                  <c:v>7.630071038070203</c:v>
                </c:pt>
                <c:pt idx="247">
                  <c:v>7.6241989392087195</c:v>
                </c:pt>
                <c:pt idx="248">
                  <c:v>7.6380352848467279</c:v>
                </c:pt>
                <c:pt idx="249">
                  <c:v>7.6748850133950484</c:v>
                </c:pt>
                <c:pt idx="250">
                  <c:v>7.7045271123116414</c:v>
                </c:pt>
                <c:pt idx="251">
                  <c:v>7.7682340147447375</c:v>
                </c:pt>
                <c:pt idx="252">
                  <c:v>7.832321406796777</c:v>
                </c:pt>
                <c:pt idx="253">
                  <c:v>7.8684756202028749</c:v>
                </c:pt>
                <c:pt idx="254">
                  <c:v>7.9328750076385672</c:v>
                </c:pt>
                <c:pt idx="255">
                  <c:v>8.0174654492580046</c:v>
                </c:pt>
                <c:pt idx="256">
                  <c:v>8.1077612034420579</c:v>
                </c:pt>
                <c:pt idx="257">
                  <c:v>8.2748731160640965</c:v>
                </c:pt>
                <c:pt idx="258">
                  <c:v>8.4389249974956666</c:v>
                </c:pt>
                <c:pt idx="259">
                  <c:v>8.6</c:v>
                </c:pt>
                <c:pt idx="260">
                  <c:v>8.4147517556149403</c:v>
                </c:pt>
                <c:pt idx="261">
                  <c:v>8.0780786009324768</c:v>
                </c:pt>
                <c:pt idx="262">
                  <c:v>7.7844409105507655</c:v>
                </c:pt>
                <c:pt idx="263">
                  <c:v>7.7177739061361619</c:v>
                </c:pt>
                <c:pt idx="264">
                  <c:v>7.6874211064999116</c:v>
                </c:pt>
                <c:pt idx="265">
                  <c:v>7.6629428625361937</c:v>
                </c:pt>
                <c:pt idx="266">
                  <c:v>7.6403591272653752</c:v>
                </c:pt>
                <c:pt idx="267">
                  <c:v>7.6329134747161307</c:v>
                </c:pt>
                <c:pt idx="268">
                  <c:v>7.6156164327706977</c:v>
                </c:pt>
                <c:pt idx="269">
                  <c:v>7.6195478732587896</c:v>
                </c:pt>
                <c:pt idx="270">
                  <c:v>7.6184652872087542</c:v>
                </c:pt>
                <c:pt idx="271">
                  <c:v>7.6162426481836807</c:v>
                </c:pt>
                <c:pt idx="272">
                  <c:v>7.6187843848908985</c:v>
                </c:pt>
                <c:pt idx="273">
                  <c:v>7.640210733262049</c:v>
                </c:pt>
                <c:pt idx="274">
                  <c:v>7.6777512377270183</c:v>
                </c:pt>
                <c:pt idx="275">
                  <c:v>7.7342589382404698</c:v>
                </c:pt>
                <c:pt idx="276">
                  <c:v>7.8038893668903864</c:v>
                </c:pt>
                <c:pt idx="277">
                  <c:v>7.9687924254426949</c:v>
                </c:pt>
                <c:pt idx="278">
                  <c:v>8.3720618580289514</c:v>
                </c:pt>
                <c:pt idx="279">
                  <c:v>8.480691779394256</c:v>
                </c:pt>
                <c:pt idx="280">
                  <c:v>8.33996173600719</c:v>
                </c:pt>
                <c:pt idx="281">
                  <c:v>8.0329154118255346</c:v>
                </c:pt>
                <c:pt idx="282">
                  <c:v>7.7752944057501177</c:v>
                </c:pt>
                <c:pt idx="283">
                  <c:v>7.6772773762084627</c:v>
                </c:pt>
                <c:pt idx="284">
                  <c:v>7.6469803660206361</c:v>
                </c:pt>
                <c:pt idx="285">
                  <c:v>7.5910242086879745</c:v>
                </c:pt>
                <c:pt idx="286">
                  <c:v>7.5992737262156274</c:v>
                </c:pt>
                <c:pt idx="287">
                  <c:v>7.6110059619719301</c:v>
                </c:pt>
                <c:pt idx="288">
                  <c:v>7.5957592375724854</c:v>
                </c:pt>
                <c:pt idx="289">
                  <c:v>7.6004898372280598</c:v>
                </c:pt>
                <c:pt idx="290">
                  <c:v>7.6144739829334158</c:v>
                </c:pt>
                <c:pt idx="291">
                  <c:v>7.578807907581421</c:v>
                </c:pt>
                <c:pt idx="292">
                  <c:v>7.5663031382724473</c:v>
                </c:pt>
                <c:pt idx="293">
                  <c:v>7.5812386092909536</c:v>
                </c:pt>
                <c:pt idx="294">
                  <c:v>7.5993063081189494</c:v>
                </c:pt>
                <c:pt idx="295">
                  <c:v>7.6012336276106112</c:v>
                </c:pt>
                <c:pt idx="296">
                  <c:v>7.6130661702533517</c:v>
                </c:pt>
                <c:pt idx="297">
                  <c:v>7.6098918766395016</c:v>
                </c:pt>
                <c:pt idx="298">
                  <c:v>7.5959233520600904</c:v>
                </c:pt>
                <c:pt idx="299">
                  <c:v>7.598402060636861</c:v>
                </c:pt>
                <c:pt idx="300">
                  <c:v>7.621633405005654</c:v>
                </c:pt>
                <c:pt idx="301">
                  <c:v>7.6097622989312699</c:v>
                </c:pt>
                <c:pt idx="302">
                  <c:v>7.6091351946409969</c:v>
                </c:pt>
                <c:pt idx="303">
                  <c:v>7.6075305117184699</c:v>
                </c:pt>
                <c:pt idx="304">
                  <c:v>7.6051813610940737</c:v>
                </c:pt>
                <c:pt idx="305">
                  <c:v>7.6044963863143407</c:v>
                </c:pt>
                <c:pt idx="306">
                  <c:v>7.6109725203482377</c:v>
                </c:pt>
                <c:pt idx="307">
                  <c:v>7.6071398907513892</c:v>
                </c:pt>
                <c:pt idx="308">
                  <c:v>7.6130941445459781</c:v>
                </c:pt>
                <c:pt idx="309">
                  <c:v>7.6016473739656796</c:v>
                </c:pt>
                <c:pt idx="310">
                  <c:v>7.5932285420727776</c:v>
                </c:pt>
                <c:pt idx="311">
                  <c:v>7.581027842370375</c:v>
                </c:pt>
                <c:pt idx="312">
                  <c:v>7.6159307890473116</c:v>
                </c:pt>
                <c:pt idx="313">
                  <c:v>7.5952290402538916</c:v>
                </c:pt>
                <c:pt idx="314">
                  <c:v>7.5900447661928565</c:v>
                </c:pt>
                <c:pt idx="315">
                  <c:v>7.5913330300548694</c:v>
                </c:pt>
                <c:pt idx="316">
                  <c:v>7.5964389660142499</c:v>
                </c:pt>
                <c:pt idx="317">
                  <c:v>7.6035336602711565</c:v>
                </c:pt>
                <c:pt idx="318">
                  <c:v>7.6046737320483189</c:v>
                </c:pt>
                <c:pt idx="319">
                  <c:v>7.6149237668317058</c:v>
                </c:pt>
                <c:pt idx="320">
                  <c:v>7.6191148924657073</c:v>
                </c:pt>
                <c:pt idx="321">
                  <c:v>7.6357159549381697</c:v>
                </c:pt>
                <c:pt idx="322">
                  <c:v>7.6549411096069599</c:v>
                </c:pt>
                <c:pt idx="323">
                  <c:v>7.6954750345095837</c:v>
                </c:pt>
                <c:pt idx="324">
                  <c:v>7.7050020812481321</c:v>
                </c:pt>
                <c:pt idx="325">
                  <c:v>7.6794124169488862</c:v>
                </c:pt>
                <c:pt idx="326">
                  <c:v>7.6619575919271981</c:v>
                </c:pt>
                <c:pt idx="327">
                  <c:v>7.6604838017717007</c:v>
                </c:pt>
                <c:pt idx="328">
                  <c:v>7.6856151084034847</c:v>
                </c:pt>
                <c:pt idx="329">
                  <c:v>7.7101052113309185</c:v>
                </c:pt>
                <c:pt idx="330">
                  <c:v>7.7654617203812615</c:v>
                </c:pt>
                <c:pt idx="331">
                  <c:v>7.8659765179961862</c:v>
                </c:pt>
                <c:pt idx="332">
                  <c:v>7.951385210672397</c:v>
                </c:pt>
                <c:pt idx="333">
                  <c:v>7.9604359369013835</c:v>
                </c:pt>
                <c:pt idx="334">
                  <c:v>7.9004109200686301</c:v>
                </c:pt>
                <c:pt idx="335">
                  <c:v>7.8020620400989227</c:v>
                </c:pt>
                <c:pt idx="336">
                  <c:v>7.718292587561705</c:v>
                </c:pt>
                <c:pt idx="337">
                  <c:v>7.6694504557957819</c:v>
                </c:pt>
                <c:pt idx="338">
                  <c:v>7.6436878860615876</c:v>
                </c:pt>
                <c:pt idx="339">
                  <c:v>7.627716072411669</c:v>
                </c:pt>
                <c:pt idx="340">
                  <c:v>7.6090465837665224</c:v>
                </c:pt>
                <c:pt idx="341">
                  <c:v>7.6060152222748236</c:v>
                </c:pt>
                <c:pt idx="342">
                  <c:v>7.6020956207220962</c:v>
                </c:pt>
                <c:pt idx="343">
                  <c:v>7.5975087911435404</c:v>
                </c:pt>
                <c:pt idx="344">
                  <c:v>7.5974784804824651</c:v>
                </c:pt>
                <c:pt idx="345">
                  <c:v>7.6006980395319248</c:v>
                </c:pt>
                <c:pt idx="346">
                  <c:v>7.5985192649116264</c:v>
                </c:pt>
                <c:pt idx="347">
                  <c:v>7.5966560166596286</c:v>
                </c:pt>
                <c:pt idx="348">
                  <c:v>7.5970508201458751</c:v>
                </c:pt>
                <c:pt idx="349">
                  <c:v>7.5988244937101008</c:v>
                </c:pt>
                <c:pt idx="350">
                  <c:v>7.5932347663937616</c:v>
                </c:pt>
                <c:pt idx="351">
                  <c:v>7.5915700202179632</c:v>
                </c:pt>
                <c:pt idx="352">
                  <c:v>7.5990284433615107</c:v>
                </c:pt>
                <c:pt idx="353">
                  <c:v>7.5982719583765803</c:v>
                </c:pt>
                <c:pt idx="354">
                  <c:v>7.5986933189111907</c:v>
                </c:pt>
                <c:pt idx="355">
                  <c:v>7.5983661038882797</c:v>
                </c:pt>
                <c:pt idx="356">
                  <c:v>7.6147931841634975</c:v>
                </c:pt>
                <c:pt idx="357">
                  <c:v>7.6073419111412379</c:v>
                </c:pt>
                <c:pt idx="358">
                  <c:v>7.6021316703913255</c:v>
                </c:pt>
                <c:pt idx="359">
                  <c:v>7.6018769721685553</c:v>
                </c:pt>
                <c:pt idx="360">
                  <c:v>7.6048764734588019</c:v>
                </c:pt>
                <c:pt idx="361">
                  <c:v>7.6060958027343002</c:v>
                </c:pt>
                <c:pt idx="362">
                  <c:v>7.6066950804240037</c:v>
                </c:pt>
                <c:pt idx="363">
                  <c:v>7.5964411666804033</c:v>
                </c:pt>
                <c:pt idx="364">
                  <c:v>7.6049212557615373</c:v>
                </c:pt>
                <c:pt idx="365">
                  <c:v>7.6094671328123011</c:v>
                </c:pt>
                <c:pt idx="366">
                  <c:v>7.6002954576881585</c:v>
                </c:pt>
                <c:pt idx="367">
                  <c:v>7.5950826779700842</c:v>
                </c:pt>
                <c:pt idx="368">
                  <c:v>7.6096237474318364</c:v>
                </c:pt>
                <c:pt idx="369">
                  <c:v>7.6023453624048729</c:v>
                </c:pt>
                <c:pt idx="370">
                  <c:v>7.6107886693513729</c:v>
                </c:pt>
                <c:pt idx="371">
                  <c:v>7.6105399352172709</c:v>
                </c:pt>
                <c:pt idx="372">
                  <c:v>7.6070090290487409</c:v>
                </c:pt>
                <c:pt idx="373">
                  <c:v>7.5979810642912442</c:v>
                </c:pt>
                <c:pt idx="374">
                  <c:v>7.5961972848571211</c:v>
                </c:pt>
                <c:pt idx="375">
                  <c:v>7.5975494737654605</c:v>
                </c:pt>
                <c:pt idx="376">
                  <c:v>7.6001552366655831</c:v>
                </c:pt>
                <c:pt idx="377">
                  <c:v>7.607781011617389</c:v>
                </c:pt>
                <c:pt idx="378">
                  <c:v>7.609041636355097</c:v>
                </c:pt>
                <c:pt idx="379">
                  <c:v>7.6066770609030332</c:v>
                </c:pt>
                <c:pt idx="380">
                  <c:v>7.5993441502574646</c:v>
                </c:pt>
                <c:pt idx="381">
                  <c:v>7.6032936789351595</c:v>
                </c:pt>
                <c:pt idx="382">
                  <c:v>7.604030428500808</c:v>
                </c:pt>
                <c:pt idx="383">
                  <c:v>7.6049761683224331</c:v>
                </c:pt>
                <c:pt idx="384">
                  <c:v>7.6052804003357686</c:v>
                </c:pt>
                <c:pt idx="385">
                  <c:v>7.5990670987600719</c:v>
                </c:pt>
                <c:pt idx="386">
                  <c:v>7.5990671521008837</c:v>
                </c:pt>
                <c:pt idx="387">
                  <c:v>7.6045856934124432</c:v>
                </c:pt>
                <c:pt idx="388">
                  <c:v>7.6020545733661935</c:v>
                </c:pt>
                <c:pt idx="389">
                  <c:v>7.5967056289286301</c:v>
                </c:pt>
                <c:pt idx="390">
                  <c:v>7.600051862350341</c:v>
                </c:pt>
                <c:pt idx="391">
                  <c:v>7.6015001044111994</c:v>
                </c:pt>
                <c:pt idx="392">
                  <c:v>7.6072735738628223</c:v>
                </c:pt>
                <c:pt idx="393">
                  <c:v>7.6044851925098715</c:v>
                </c:pt>
                <c:pt idx="394">
                  <c:v>7.599807481223336</c:v>
                </c:pt>
                <c:pt idx="395">
                  <c:v>7.5992779452490655</c:v>
                </c:pt>
                <c:pt idx="396">
                  <c:v>7.6064765130738445</c:v>
                </c:pt>
                <c:pt idx="397">
                  <c:v>7.5985946727429141</c:v>
                </c:pt>
                <c:pt idx="398">
                  <c:v>7.5938367139852687</c:v>
                </c:pt>
                <c:pt idx="399">
                  <c:v>7.5920829928822497</c:v>
                </c:pt>
                <c:pt idx="400">
                  <c:v>7.6055278869897256</c:v>
                </c:pt>
                <c:pt idx="401">
                  <c:v>7.602033919640208</c:v>
                </c:pt>
                <c:pt idx="402">
                  <c:v>7.6087190850767632</c:v>
                </c:pt>
                <c:pt idx="403">
                  <c:v>7.6129807551952027</c:v>
                </c:pt>
                <c:pt idx="404">
                  <c:v>7.6136036189249667</c:v>
                </c:pt>
                <c:pt idx="405">
                  <c:v>7.6183626744732598</c:v>
                </c:pt>
                <c:pt idx="406">
                  <c:v>7.6135227894054527</c:v>
                </c:pt>
                <c:pt idx="407">
                  <c:v>7.6018647649567779</c:v>
                </c:pt>
                <c:pt idx="408">
                  <c:v>7.6152101302860631</c:v>
                </c:pt>
                <c:pt idx="409">
                  <c:v>7.6073948481164964</c:v>
                </c:pt>
                <c:pt idx="410">
                  <c:v>7.598153154013696</c:v>
                </c:pt>
                <c:pt idx="411">
                  <c:v>7.6073278051872917</c:v>
                </c:pt>
                <c:pt idx="412">
                  <c:v>7.6013939893029878</c:v>
                </c:pt>
                <c:pt idx="413">
                  <c:v>7.5886857376707928</c:v>
                </c:pt>
                <c:pt idx="414">
                  <c:v>7.5987070635373364</c:v>
                </c:pt>
                <c:pt idx="415">
                  <c:v>7.6032929884339175</c:v>
                </c:pt>
                <c:pt idx="416">
                  <c:v>7.5977655417954173</c:v>
                </c:pt>
                <c:pt idx="417">
                  <c:v>7.5872564927477546</c:v>
                </c:pt>
                <c:pt idx="418">
                  <c:v>7.5949666301622765</c:v>
                </c:pt>
                <c:pt idx="419">
                  <c:v>7.6000480212839037</c:v>
                </c:pt>
                <c:pt idx="420">
                  <c:v>7.6072718495171792</c:v>
                </c:pt>
                <c:pt idx="421">
                  <c:v>7.6000017681899932</c:v>
                </c:pt>
                <c:pt idx="422">
                  <c:v>7.5953730836089024</c:v>
                </c:pt>
                <c:pt idx="423">
                  <c:v>7.6032200849639811</c:v>
                </c:pt>
                <c:pt idx="424">
                  <c:v>7.5844588890885527</c:v>
                </c:pt>
                <c:pt idx="425">
                  <c:v>7.6112776586785147</c:v>
                </c:pt>
                <c:pt idx="426">
                  <c:v>7.6084283627992537</c:v>
                </c:pt>
                <c:pt idx="427">
                  <c:v>7.6014076806564441</c:v>
                </c:pt>
                <c:pt idx="428">
                  <c:v>7.5819837140851281</c:v>
                </c:pt>
                <c:pt idx="429">
                  <c:v>7.5729069766144024</c:v>
                </c:pt>
                <c:pt idx="430">
                  <c:v>7.5840720318164836</c:v>
                </c:pt>
                <c:pt idx="431">
                  <c:v>7.6022387708399046</c:v>
                </c:pt>
                <c:pt idx="432">
                  <c:v>7.58924930985191</c:v>
                </c:pt>
                <c:pt idx="433">
                  <c:v>7.577185062895758</c:v>
                </c:pt>
                <c:pt idx="434">
                  <c:v>7.5538388267773726</c:v>
                </c:pt>
                <c:pt idx="435">
                  <c:v>7.4894867095198459</c:v>
                </c:pt>
                <c:pt idx="436">
                  <c:v>7.5698789820656192</c:v>
                </c:pt>
                <c:pt idx="437">
                  <c:v>7.5676528649198458</c:v>
                </c:pt>
                <c:pt idx="438">
                  <c:v>7.5324676138676763</c:v>
                </c:pt>
                <c:pt idx="439">
                  <c:v>7.6262909519664532</c:v>
                </c:pt>
                <c:pt idx="440">
                  <c:v>7.6169847533576212</c:v>
                </c:pt>
                <c:pt idx="441">
                  <c:v>7.5996224467825515</c:v>
                </c:pt>
                <c:pt idx="442">
                  <c:v>7.6305245191748279</c:v>
                </c:pt>
                <c:pt idx="443">
                  <c:v>7.6147943613400431</c:v>
                </c:pt>
                <c:pt idx="444">
                  <c:v>7.5989754487536505</c:v>
                </c:pt>
                <c:pt idx="445">
                  <c:v>7.6222781838387714</c:v>
                </c:pt>
                <c:pt idx="446">
                  <c:v>7.6065760962147024</c:v>
                </c:pt>
                <c:pt idx="447">
                  <c:v>7.584823593642005</c:v>
                </c:pt>
                <c:pt idx="448">
                  <c:v>7.5944079775981379</c:v>
                </c:pt>
                <c:pt idx="449">
                  <c:v>7.5898093417835657</c:v>
                </c:pt>
                <c:pt idx="450">
                  <c:v>7.607220509905094</c:v>
                </c:pt>
                <c:pt idx="451">
                  <c:v>7.6179913243222179</c:v>
                </c:pt>
                <c:pt idx="452">
                  <c:v>7.6153097412213668</c:v>
                </c:pt>
                <c:pt idx="453">
                  <c:v>7.5930886362753283</c:v>
                </c:pt>
                <c:pt idx="454">
                  <c:v>7.5939570094384443</c:v>
                </c:pt>
                <c:pt idx="455">
                  <c:v>7.585137278491997</c:v>
                </c:pt>
                <c:pt idx="456">
                  <c:v>7.5887626792377727</c:v>
                </c:pt>
                <c:pt idx="457">
                  <c:v>7.6190324334286608</c:v>
                </c:pt>
                <c:pt idx="458">
                  <c:v>7.6107805610029278</c:v>
                </c:pt>
                <c:pt idx="459">
                  <c:v>7.5902567538891121</c:v>
                </c:pt>
                <c:pt idx="460">
                  <c:v>7.5806401436350708</c:v>
                </c:pt>
                <c:pt idx="461">
                  <c:v>7.5999226845960157</c:v>
                </c:pt>
                <c:pt idx="462">
                  <c:v>7.5906494218354075</c:v>
                </c:pt>
                <c:pt idx="463">
                  <c:v>7.5956167861307566</c:v>
                </c:pt>
                <c:pt idx="464">
                  <c:v>7.5930569162723325</c:v>
                </c:pt>
                <c:pt idx="465">
                  <c:v>7.5850750113026386</c:v>
                </c:pt>
                <c:pt idx="466">
                  <c:v>7.6017358695749513</c:v>
                </c:pt>
                <c:pt idx="467">
                  <c:v>7.5996600620352739</c:v>
                </c:pt>
                <c:pt idx="468">
                  <c:v>7.6168896069733636</c:v>
                </c:pt>
                <c:pt idx="469">
                  <c:v>7.6019946146145907</c:v>
                </c:pt>
                <c:pt idx="470">
                  <c:v>7.6081309229855876</c:v>
                </c:pt>
                <c:pt idx="471">
                  <c:v>7.5841897113217804</c:v>
                </c:pt>
                <c:pt idx="472">
                  <c:v>7.5863889681327317</c:v>
                </c:pt>
                <c:pt idx="473">
                  <c:v>7.5797724184640431</c:v>
                </c:pt>
                <c:pt idx="474">
                  <c:v>7.588213131807219</c:v>
                </c:pt>
                <c:pt idx="475">
                  <c:v>7.594434506034573</c:v>
                </c:pt>
                <c:pt idx="476">
                  <c:v>7.5860650069674893</c:v>
                </c:pt>
                <c:pt idx="477">
                  <c:v>7.582287584770663</c:v>
                </c:pt>
                <c:pt idx="478">
                  <c:v>7.585965538819341</c:v>
                </c:pt>
                <c:pt idx="479">
                  <c:v>7.5892007905586318</c:v>
                </c:pt>
                <c:pt idx="480">
                  <c:v>7.5986315366259207</c:v>
                </c:pt>
                <c:pt idx="481">
                  <c:v>7.6043757788548811</c:v>
                </c:pt>
                <c:pt idx="482">
                  <c:v>7.6009204057288944</c:v>
                </c:pt>
                <c:pt idx="483">
                  <c:v>7.5986305946121897</c:v>
                </c:pt>
                <c:pt idx="484">
                  <c:v>7.6006924578212622</c:v>
                </c:pt>
                <c:pt idx="485">
                  <c:v>7.5963121478585363</c:v>
                </c:pt>
                <c:pt idx="486">
                  <c:v>7.5970480278940089</c:v>
                </c:pt>
                <c:pt idx="487">
                  <c:v>7.587718676238989</c:v>
                </c:pt>
                <c:pt idx="488">
                  <c:v>7.5945867814505643</c:v>
                </c:pt>
                <c:pt idx="489">
                  <c:v>7.5906175290708537</c:v>
                </c:pt>
                <c:pt idx="490">
                  <c:v>7.5941586804902537</c:v>
                </c:pt>
                <c:pt idx="491">
                  <c:v>7.5912454361301327</c:v>
                </c:pt>
                <c:pt idx="492">
                  <c:v>7.599571943217871</c:v>
                </c:pt>
                <c:pt idx="493">
                  <c:v>7.6072587681428185</c:v>
                </c:pt>
                <c:pt idx="494">
                  <c:v>7.5965621744343865</c:v>
                </c:pt>
                <c:pt idx="495">
                  <c:v>7.5999213557762415</c:v>
                </c:pt>
                <c:pt idx="496">
                  <c:v>7.5988358203556734</c:v>
                </c:pt>
                <c:pt idx="497">
                  <c:v>7.6039246660005704</c:v>
                </c:pt>
                <c:pt idx="498">
                  <c:v>7.6089738696803124</c:v>
                </c:pt>
                <c:pt idx="499">
                  <c:v>7.6026291774900052</c:v>
                </c:pt>
                <c:pt idx="500">
                  <c:v>7.5988414363325285</c:v>
                </c:pt>
                <c:pt idx="501">
                  <c:v>7.6094491470806576</c:v>
                </c:pt>
                <c:pt idx="502">
                  <c:v>7.6126908623911653</c:v>
                </c:pt>
                <c:pt idx="503">
                  <c:v>7.6074981954973531</c:v>
                </c:pt>
                <c:pt idx="504">
                  <c:v>7.6084733151386015</c:v>
                </c:pt>
                <c:pt idx="505">
                  <c:v>7.612265453677213</c:v>
                </c:pt>
                <c:pt idx="506">
                  <c:v>7.6184499076151848</c:v>
                </c:pt>
                <c:pt idx="507">
                  <c:v>7.6226125608364832</c:v>
                </c:pt>
                <c:pt idx="508">
                  <c:v>7.6343695178452284</c:v>
                </c:pt>
                <c:pt idx="509">
                  <c:v>7.6685513152706895</c:v>
                </c:pt>
                <c:pt idx="510">
                  <c:v>7.7068595350393307</c:v>
                </c:pt>
                <c:pt idx="511">
                  <c:v>7.7335728971894815</c:v>
                </c:pt>
                <c:pt idx="512">
                  <c:v>7.7490167733182806</c:v>
                </c:pt>
                <c:pt idx="513">
                  <c:v>7.7699862463924321</c:v>
                </c:pt>
                <c:pt idx="514">
                  <c:v>7.7911490554544667</c:v>
                </c:pt>
                <c:pt idx="515">
                  <c:v>7.787608492078351</c:v>
                </c:pt>
                <c:pt idx="516">
                  <c:v>7.7693336894742897</c:v>
                </c:pt>
                <c:pt idx="517">
                  <c:v>7.7495880440160079</c:v>
                </c:pt>
                <c:pt idx="518">
                  <c:v>7.7304857124600312</c:v>
                </c:pt>
                <c:pt idx="519">
                  <c:v>7.7186945192334253</c:v>
                </c:pt>
                <c:pt idx="520">
                  <c:v>7.7112660905210042</c:v>
                </c:pt>
                <c:pt idx="521">
                  <c:v>7.6916800527626217</c:v>
                </c:pt>
                <c:pt idx="522">
                  <c:v>7.6627540782976213</c:v>
                </c:pt>
                <c:pt idx="523">
                  <c:v>7.6464117069108735</c:v>
                </c:pt>
                <c:pt idx="524">
                  <c:v>7.6395102739783356</c:v>
                </c:pt>
                <c:pt idx="525">
                  <c:v>7.6541374206600441</c:v>
                </c:pt>
                <c:pt idx="526">
                  <c:v>7.6859198663313411</c:v>
                </c:pt>
                <c:pt idx="527">
                  <c:v>7.6913726265679294</c:v>
                </c:pt>
                <c:pt idx="528">
                  <c:v>7.6955526758426211</c:v>
                </c:pt>
                <c:pt idx="529">
                  <c:v>7.6826781750003557</c:v>
                </c:pt>
                <c:pt idx="530">
                  <c:v>7.6761668888943451</c:v>
                </c:pt>
                <c:pt idx="531">
                  <c:v>7.6781481380589858</c:v>
                </c:pt>
                <c:pt idx="532">
                  <c:v>7.6894572208113932</c:v>
                </c:pt>
                <c:pt idx="533">
                  <c:v>7.6847687097475381</c:v>
                </c:pt>
                <c:pt idx="534">
                  <c:v>7.6988957613133815</c:v>
                </c:pt>
                <c:pt idx="535">
                  <c:v>7.7088100729758766</c:v>
                </c:pt>
                <c:pt idx="536">
                  <c:v>7.7338833578837134</c:v>
                </c:pt>
                <c:pt idx="537">
                  <c:v>7.7441952849039293</c:v>
                </c:pt>
                <c:pt idx="538">
                  <c:v>7.7393614230561134</c:v>
                </c:pt>
                <c:pt idx="539">
                  <c:v>7.745610870219128</c:v>
                </c:pt>
                <c:pt idx="540">
                  <c:v>7.7830753334391805</c:v>
                </c:pt>
                <c:pt idx="541">
                  <c:v>7.8234440655931836</c:v>
                </c:pt>
                <c:pt idx="542">
                  <c:v>7.862566961289831</c:v>
                </c:pt>
                <c:pt idx="543">
                  <c:v>7.9061512514555128</c:v>
                </c:pt>
                <c:pt idx="544">
                  <c:v>7.940068864304715</c:v>
                </c:pt>
                <c:pt idx="545">
                  <c:v>7.9644373256557932</c:v>
                </c:pt>
                <c:pt idx="546">
                  <c:v>7.987523623753308</c:v>
                </c:pt>
                <c:pt idx="547">
                  <c:v>8.0176185345278608</c:v>
                </c:pt>
                <c:pt idx="548">
                  <c:v>8.0472080092929623</c:v>
                </c:pt>
                <c:pt idx="549">
                  <c:v>8.0952683781151045</c:v>
                </c:pt>
                <c:pt idx="550">
                  <c:v>8.1182870801194387</c:v>
                </c:pt>
                <c:pt idx="551">
                  <c:v>8.101122625312275</c:v>
                </c:pt>
                <c:pt idx="552">
                  <c:v>8.0779849499984238</c:v>
                </c:pt>
                <c:pt idx="553">
                  <c:v>8.0585761165493377</c:v>
                </c:pt>
                <c:pt idx="554">
                  <c:v>8.0676588619803571</c:v>
                </c:pt>
                <c:pt idx="555">
                  <c:v>8.0377170015963557</c:v>
                </c:pt>
                <c:pt idx="556">
                  <c:v>7.9984833989854867</c:v>
                </c:pt>
                <c:pt idx="557">
                  <c:v>7.9620340020207676</c:v>
                </c:pt>
                <c:pt idx="558">
                  <c:v>7.9374383717559098</c:v>
                </c:pt>
                <c:pt idx="559">
                  <c:v>7.8776321876830284</c:v>
                </c:pt>
                <c:pt idx="560">
                  <c:v>7.8072005813961596</c:v>
                </c:pt>
                <c:pt idx="561">
                  <c:v>7.7900220876687136</c:v>
                </c:pt>
                <c:pt idx="562">
                  <c:v>7.7383160030855622</c:v>
                </c:pt>
                <c:pt idx="563">
                  <c:v>7.6895653989759989</c:v>
                </c:pt>
                <c:pt idx="564">
                  <c:v>7.6654613314770099</c:v>
                </c:pt>
                <c:pt idx="565">
                  <c:v>7.6557445107996092</c:v>
                </c:pt>
                <c:pt idx="566">
                  <c:v>7.5998907560580342</c:v>
                </c:pt>
                <c:pt idx="567">
                  <c:v>7.5727460522207375</c:v>
                </c:pt>
                <c:pt idx="568">
                  <c:v>7.5491166048651879</c:v>
                </c:pt>
                <c:pt idx="569">
                  <c:v>7.593224365820987</c:v>
                </c:pt>
                <c:pt idx="570">
                  <c:v>7.644689057273772</c:v>
                </c:pt>
                <c:pt idx="571">
                  <c:v>7.6534861368365359</c:v>
                </c:pt>
                <c:pt idx="572">
                  <c:v>7.6284653867019712</c:v>
                </c:pt>
                <c:pt idx="573">
                  <c:v>7.6221772017107874</c:v>
                </c:pt>
                <c:pt idx="574">
                  <c:v>7.6007614122998808</c:v>
                </c:pt>
                <c:pt idx="575">
                  <c:v>7.5567568207178599</c:v>
                </c:pt>
                <c:pt idx="576">
                  <c:v>7.5790701999553818</c:v>
                </c:pt>
                <c:pt idx="577">
                  <c:v>7.572636406945362</c:v>
                </c:pt>
                <c:pt idx="578">
                  <c:v>7.7260083607089367</c:v>
                </c:pt>
                <c:pt idx="579">
                  <c:v>7.7198668911545241</c:v>
                </c:pt>
                <c:pt idx="580">
                  <c:v>7.6338924060114337</c:v>
                </c:pt>
                <c:pt idx="581">
                  <c:v>7.6531129239126097</c:v>
                </c:pt>
                <c:pt idx="582">
                  <c:v>7.8147519509390486</c:v>
                </c:pt>
                <c:pt idx="583">
                  <c:v>7.4793308935491973</c:v>
                </c:pt>
                <c:pt idx="584">
                  <c:v>7.3517496156998163</c:v>
                </c:pt>
                <c:pt idx="585">
                  <c:v>7.4837547142868699</c:v>
                </c:pt>
                <c:pt idx="586">
                  <c:v>7.2591558733819834</c:v>
                </c:pt>
                <c:pt idx="587">
                  <c:v>7.6291539347030106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37F8-4EA4-8385-84A4706AD5FD}"/>
            </c:ext>
          </c:extLst>
        </c:ser>
        <c:ser>
          <c:idx val="3"/>
          <c:order val="3"/>
          <c:tx>
            <c:strRef>
              <c:f>'Fully separated 0.5%'!$E$1</c:f>
              <c:strCache>
                <c:ptCount val="1"/>
                <c:pt idx="0">
                  <c:v>D_4/O-PTIR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0.5%'!$A$2:$A$589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0.5%'!$E$2:$E$589</c:f>
              <c:numCache>
                <c:formatCode>General</c:formatCode>
                <c:ptCount val="588"/>
                <c:pt idx="0">
                  <c:v>7.4121398482903196</c:v>
                </c:pt>
                <c:pt idx="1">
                  <c:v>7.4210200515163329</c:v>
                </c:pt>
                <c:pt idx="2">
                  <c:v>7.4059282660847208</c:v>
                </c:pt>
                <c:pt idx="3">
                  <c:v>7.4018318868650175</c:v>
                </c:pt>
                <c:pt idx="4">
                  <c:v>7.4029780370237805</c:v>
                </c:pt>
                <c:pt idx="5">
                  <c:v>7.3996798158602015</c:v>
                </c:pt>
                <c:pt idx="6">
                  <c:v>7.3990771359464027</c:v>
                </c:pt>
                <c:pt idx="7">
                  <c:v>7.4029943683525437</c:v>
                </c:pt>
                <c:pt idx="8">
                  <c:v>7.3967410166470247</c:v>
                </c:pt>
                <c:pt idx="9">
                  <c:v>7.3950738783862118</c:v>
                </c:pt>
                <c:pt idx="10">
                  <c:v>7.400938844239219</c:v>
                </c:pt>
                <c:pt idx="11">
                  <c:v>7.4056958534752884</c:v>
                </c:pt>
                <c:pt idx="12">
                  <c:v>7.4059416683309429</c:v>
                </c:pt>
                <c:pt idx="13">
                  <c:v>7.4090610245160056</c:v>
                </c:pt>
                <c:pt idx="14">
                  <c:v>7.4129745011473043</c:v>
                </c:pt>
                <c:pt idx="15">
                  <c:v>7.4119848841480813</c:v>
                </c:pt>
                <c:pt idx="16">
                  <c:v>7.4079304333319635</c:v>
                </c:pt>
                <c:pt idx="17">
                  <c:v>7.4076791932298782</c:v>
                </c:pt>
                <c:pt idx="18">
                  <c:v>7.4062266428412649</c:v>
                </c:pt>
                <c:pt idx="19">
                  <c:v>7.4062075264978535</c:v>
                </c:pt>
                <c:pt idx="20">
                  <c:v>7.4088716499546585</c:v>
                </c:pt>
                <c:pt idx="21">
                  <c:v>7.4083886414375302</c:v>
                </c:pt>
                <c:pt idx="22">
                  <c:v>7.4081927748838812</c:v>
                </c:pt>
                <c:pt idx="23">
                  <c:v>7.4075822616360067</c:v>
                </c:pt>
                <c:pt idx="24">
                  <c:v>7.4086731880340428</c:v>
                </c:pt>
                <c:pt idx="25">
                  <c:v>7.406903171357115</c:v>
                </c:pt>
                <c:pt idx="26">
                  <c:v>7.4061035645339039</c:v>
                </c:pt>
                <c:pt idx="27">
                  <c:v>7.4069245870669631</c:v>
                </c:pt>
                <c:pt idx="28">
                  <c:v>7.4064892675241243</c:v>
                </c:pt>
                <c:pt idx="29">
                  <c:v>7.405310056108088</c:v>
                </c:pt>
                <c:pt idx="30">
                  <c:v>7.4062345554931159</c:v>
                </c:pt>
                <c:pt idx="31">
                  <c:v>7.4075542595568766</c:v>
                </c:pt>
                <c:pt idx="32">
                  <c:v>7.4098464411882015</c:v>
                </c:pt>
                <c:pt idx="33">
                  <c:v>7.4127479592150509</c:v>
                </c:pt>
                <c:pt idx="34">
                  <c:v>7.4160642290377634</c:v>
                </c:pt>
                <c:pt idx="35">
                  <c:v>7.4162253148141524</c:v>
                </c:pt>
                <c:pt idx="36">
                  <c:v>7.4159811930243311</c:v>
                </c:pt>
                <c:pt idx="37">
                  <c:v>7.4144537788108327</c:v>
                </c:pt>
                <c:pt idx="38">
                  <c:v>7.4143096951904948</c:v>
                </c:pt>
                <c:pt idx="39">
                  <c:v>7.4163739170899259</c:v>
                </c:pt>
                <c:pt idx="40">
                  <c:v>7.4188955398857486</c:v>
                </c:pt>
                <c:pt idx="41">
                  <c:v>7.4202734523822489</c:v>
                </c:pt>
                <c:pt idx="42">
                  <c:v>7.424402403814871</c:v>
                </c:pt>
                <c:pt idx="43">
                  <c:v>7.4317450616015144</c:v>
                </c:pt>
                <c:pt idx="44">
                  <c:v>7.4472974127757654</c:v>
                </c:pt>
                <c:pt idx="45">
                  <c:v>7.4655211158255623</c:v>
                </c:pt>
                <c:pt idx="46">
                  <c:v>7.4720615320982864</c:v>
                </c:pt>
                <c:pt idx="47">
                  <c:v>7.4720241130554319</c:v>
                </c:pt>
                <c:pt idx="48">
                  <c:v>7.4703700163348827</c:v>
                </c:pt>
                <c:pt idx="49">
                  <c:v>7.4592461619799098</c:v>
                </c:pt>
                <c:pt idx="50">
                  <c:v>7.4335187568357535</c:v>
                </c:pt>
                <c:pt idx="51">
                  <c:v>7.4169524365413766</c:v>
                </c:pt>
                <c:pt idx="52">
                  <c:v>7.4105302946447047</c:v>
                </c:pt>
                <c:pt idx="53">
                  <c:v>7.4067851822569359</c:v>
                </c:pt>
                <c:pt idx="54">
                  <c:v>7.4064344087592184</c:v>
                </c:pt>
                <c:pt idx="55">
                  <c:v>7.4051941282869622</c:v>
                </c:pt>
                <c:pt idx="56">
                  <c:v>7.4043388301079824</c:v>
                </c:pt>
                <c:pt idx="57">
                  <c:v>7.4053324731434005</c:v>
                </c:pt>
                <c:pt idx="58">
                  <c:v>7.4064516761717822</c:v>
                </c:pt>
                <c:pt idx="59">
                  <c:v>7.4094905927828449</c:v>
                </c:pt>
                <c:pt idx="60">
                  <c:v>7.4143685721268469</c:v>
                </c:pt>
                <c:pt idx="61">
                  <c:v>7.4205526838388085</c:v>
                </c:pt>
                <c:pt idx="62">
                  <c:v>7.4286840185933407</c:v>
                </c:pt>
                <c:pt idx="63">
                  <c:v>7.4385559680204576</c:v>
                </c:pt>
                <c:pt idx="64">
                  <c:v>7.4489850104645203</c:v>
                </c:pt>
                <c:pt idx="65">
                  <c:v>7.4610363331470353</c:v>
                </c:pt>
                <c:pt idx="66">
                  <c:v>7.4721059636367899</c:v>
                </c:pt>
                <c:pt idx="67">
                  <c:v>7.4801386286880582</c:v>
                </c:pt>
                <c:pt idx="68">
                  <c:v>7.4808791619562074</c:v>
                </c:pt>
                <c:pt idx="69">
                  <c:v>7.4757076408884737</c:v>
                </c:pt>
                <c:pt idx="70">
                  <c:v>7.464771059062099</c:v>
                </c:pt>
                <c:pt idx="71">
                  <c:v>7.4546644455625799</c:v>
                </c:pt>
                <c:pt idx="72">
                  <c:v>7.4469195016062626</c:v>
                </c:pt>
                <c:pt idx="73">
                  <c:v>7.440199789089756</c:v>
                </c:pt>
                <c:pt idx="74">
                  <c:v>7.4344734400526118</c:v>
                </c:pt>
                <c:pt idx="75">
                  <c:v>7.4294137928857014</c:v>
                </c:pt>
                <c:pt idx="76">
                  <c:v>7.4255277692311008</c:v>
                </c:pt>
                <c:pt idx="77">
                  <c:v>7.4229291448287871</c:v>
                </c:pt>
                <c:pt idx="78">
                  <c:v>7.4208054783011654</c:v>
                </c:pt>
                <c:pt idx="79">
                  <c:v>7.4175584282739067</c:v>
                </c:pt>
                <c:pt idx="80">
                  <c:v>7.4150645437306553</c:v>
                </c:pt>
                <c:pt idx="81">
                  <c:v>7.4123706357567452</c:v>
                </c:pt>
                <c:pt idx="82">
                  <c:v>7.409563827889837</c:v>
                </c:pt>
                <c:pt idx="83">
                  <c:v>7.4074372521202907</c:v>
                </c:pt>
                <c:pt idx="84">
                  <c:v>7.4056459863231856</c:v>
                </c:pt>
                <c:pt idx="85">
                  <c:v>7.4046190056918357</c:v>
                </c:pt>
                <c:pt idx="86">
                  <c:v>7.4028513062557737</c:v>
                </c:pt>
                <c:pt idx="87">
                  <c:v>7.4020512155717926</c:v>
                </c:pt>
                <c:pt idx="88">
                  <c:v>7.4028368043747319</c:v>
                </c:pt>
                <c:pt idx="89">
                  <c:v>7.4017683681184199</c:v>
                </c:pt>
                <c:pt idx="90">
                  <c:v>7.4009368807332878</c:v>
                </c:pt>
                <c:pt idx="91">
                  <c:v>7.4014424672449532</c:v>
                </c:pt>
                <c:pt idx="92">
                  <c:v>7.4010574349032776</c:v>
                </c:pt>
                <c:pt idx="93">
                  <c:v>7.4008126726726964</c:v>
                </c:pt>
                <c:pt idx="94">
                  <c:v>7.4014927899268566</c:v>
                </c:pt>
                <c:pt idx="95">
                  <c:v>7.4016013626889183</c:v>
                </c:pt>
                <c:pt idx="96">
                  <c:v>7.4014309818524051</c:v>
                </c:pt>
                <c:pt idx="97">
                  <c:v>7.4012614638145386</c:v>
                </c:pt>
                <c:pt idx="98">
                  <c:v>7.4023503308997078</c:v>
                </c:pt>
                <c:pt idx="99">
                  <c:v>7.4025302625794112</c:v>
                </c:pt>
                <c:pt idx="100">
                  <c:v>7.4030441738378689</c:v>
                </c:pt>
                <c:pt idx="101">
                  <c:v>7.4036355682399106</c:v>
                </c:pt>
                <c:pt idx="102">
                  <c:v>7.4045920120879414</c:v>
                </c:pt>
                <c:pt idx="103">
                  <c:v>7.4058242000916001</c:v>
                </c:pt>
                <c:pt idx="104">
                  <c:v>7.4075256754863652</c:v>
                </c:pt>
                <c:pt idx="105">
                  <c:v>7.4093882194980694</c:v>
                </c:pt>
                <c:pt idx="106">
                  <c:v>7.4126249273812039</c:v>
                </c:pt>
                <c:pt idx="107">
                  <c:v>7.4164539344699332</c:v>
                </c:pt>
                <c:pt idx="108">
                  <c:v>7.4244686907741553</c:v>
                </c:pt>
                <c:pt idx="109">
                  <c:v>7.4341048464650115</c:v>
                </c:pt>
                <c:pt idx="110">
                  <c:v>7.4381648240543115</c:v>
                </c:pt>
                <c:pt idx="111">
                  <c:v>7.4321373581107881</c:v>
                </c:pt>
                <c:pt idx="112">
                  <c:v>7.4229989423257585</c:v>
                </c:pt>
                <c:pt idx="113">
                  <c:v>7.4150432016634511</c:v>
                </c:pt>
                <c:pt idx="114">
                  <c:v>7.4103041645392764</c:v>
                </c:pt>
                <c:pt idx="115">
                  <c:v>7.4083981191743096</c:v>
                </c:pt>
                <c:pt idx="116">
                  <c:v>7.4063541933305475</c:v>
                </c:pt>
                <c:pt idx="117">
                  <c:v>7.404550296747539</c:v>
                </c:pt>
                <c:pt idx="118">
                  <c:v>7.403453865025635</c:v>
                </c:pt>
                <c:pt idx="119">
                  <c:v>7.4032022055894648</c:v>
                </c:pt>
                <c:pt idx="120">
                  <c:v>7.4046940303865743</c:v>
                </c:pt>
                <c:pt idx="121">
                  <c:v>7.4069884330943401</c:v>
                </c:pt>
                <c:pt idx="122">
                  <c:v>7.4102028608602808</c:v>
                </c:pt>
                <c:pt idx="123">
                  <c:v>7.4127593445108015</c:v>
                </c:pt>
                <c:pt idx="124">
                  <c:v>7.4126685166766535</c:v>
                </c:pt>
                <c:pt idx="125">
                  <c:v>7.411018701239132</c:v>
                </c:pt>
                <c:pt idx="126">
                  <c:v>7.4081280272703491</c:v>
                </c:pt>
                <c:pt idx="127">
                  <c:v>7.4066235466631367</c:v>
                </c:pt>
                <c:pt idx="128">
                  <c:v>7.4074495232727005</c:v>
                </c:pt>
                <c:pt idx="129">
                  <c:v>7.4073413615331143</c:v>
                </c:pt>
                <c:pt idx="130">
                  <c:v>7.4074320606713808</c:v>
                </c:pt>
                <c:pt idx="131">
                  <c:v>7.4080960806624159</c:v>
                </c:pt>
                <c:pt idx="132">
                  <c:v>7.4100963814618721</c:v>
                </c:pt>
                <c:pt idx="133">
                  <c:v>7.4083402768098576</c:v>
                </c:pt>
                <c:pt idx="134">
                  <c:v>7.4050883341941276</c:v>
                </c:pt>
                <c:pt idx="135">
                  <c:v>7.4059194722235624</c:v>
                </c:pt>
                <c:pt idx="136">
                  <c:v>7.4035151582271839</c:v>
                </c:pt>
                <c:pt idx="137">
                  <c:v>7.4028294129412053</c:v>
                </c:pt>
                <c:pt idx="138">
                  <c:v>7.4005417779387956</c:v>
                </c:pt>
                <c:pt idx="139">
                  <c:v>7.4029189270048859</c:v>
                </c:pt>
                <c:pt idx="140">
                  <c:v>7.4050951336265944</c:v>
                </c:pt>
                <c:pt idx="141">
                  <c:v>7.4070948438549449</c:v>
                </c:pt>
                <c:pt idx="142">
                  <c:v>7.4057650947200555</c:v>
                </c:pt>
                <c:pt idx="143">
                  <c:v>7.4058097782879964</c:v>
                </c:pt>
                <c:pt idx="144">
                  <c:v>7.4053479023497744</c:v>
                </c:pt>
                <c:pt idx="145">
                  <c:v>7.4057560938730189</c:v>
                </c:pt>
                <c:pt idx="146">
                  <c:v>7.4048571856642535</c:v>
                </c:pt>
                <c:pt idx="147">
                  <c:v>7.4064646501467069</c:v>
                </c:pt>
                <c:pt idx="148">
                  <c:v>7.4054922987726055</c:v>
                </c:pt>
                <c:pt idx="149">
                  <c:v>7.4041759265022504</c:v>
                </c:pt>
                <c:pt idx="150">
                  <c:v>7.4056115444450832</c:v>
                </c:pt>
                <c:pt idx="151">
                  <c:v>7.4079128120057227</c:v>
                </c:pt>
                <c:pt idx="152">
                  <c:v>7.4074058217258418</c:v>
                </c:pt>
                <c:pt idx="153">
                  <c:v>7.40619123145418</c:v>
                </c:pt>
                <c:pt idx="154">
                  <c:v>7.4067023128331737</c:v>
                </c:pt>
                <c:pt idx="155">
                  <c:v>7.4050428759484719</c:v>
                </c:pt>
                <c:pt idx="156">
                  <c:v>7.4056501803790056</c:v>
                </c:pt>
                <c:pt idx="157">
                  <c:v>7.4056883258386197</c:v>
                </c:pt>
                <c:pt idx="158">
                  <c:v>7.4064132182671649</c:v>
                </c:pt>
                <c:pt idx="159">
                  <c:v>7.406144976724006</c:v>
                </c:pt>
                <c:pt idx="160">
                  <c:v>7.4059433456672803</c:v>
                </c:pt>
                <c:pt idx="161">
                  <c:v>7.4058950049913417</c:v>
                </c:pt>
                <c:pt idx="162">
                  <c:v>7.4058997374249369</c:v>
                </c:pt>
                <c:pt idx="163">
                  <c:v>7.4037253357629824</c:v>
                </c:pt>
                <c:pt idx="164">
                  <c:v>7.4038109657134266</c:v>
                </c:pt>
                <c:pt idx="165">
                  <c:v>7.4043177929785227</c:v>
                </c:pt>
                <c:pt idx="166">
                  <c:v>7.4036553570193098</c:v>
                </c:pt>
                <c:pt idx="167">
                  <c:v>7.4041293915010433</c:v>
                </c:pt>
                <c:pt idx="168">
                  <c:v>7.4055830804907297</c:v>
                </c:pt>
                <c:pt idx="169">
                  <c:v>7.4053192710907734</c:v>
                </c:pt>
                <c:pt idx="170">
                  <c:v>7.4058979006487009</c:v>
                </c:pt>
                <c:pt idx="171">
                  <c:v>7.4064907789857681</c:v>
                </c:pt>
                <c:pt idx="172">
                  <c:v>7.4077487855284145</c:v>
                </c:pt>
                <c:pt idx="173">
                  <c:v>7.4097499485902851</c:v>
                </c:pt>
                <c:pt idx="174">
                  <c:v>7.4085389346342065</c:v>
                </c:pt>
                <c:pt idx="175">
                  <c:v>7.4077223849980456</c:v>
                </c:pt>
                <c:pt idx="176">
                  <c:v>7.410109059436266</c:v>
                </c:pt>
                <c:pt idx="177">
                  <c:v>7.4124196817576191</c:v>
                </c:pt>
                <c:pt idx="178">
                  <c:v>7.4135360499016976</c:v>
                </c:pt>
                <c:pt idx="179">
                  <c:v>7.4152140640370581</c:v>
                </c:pt>
                <c:pt idx="180">
                  <c:v>7.4166497595549092</c:v>
                </c:pt>
                <c:pt idx="181">
                  <c:v>7.4191652478469923</c:v>
                </c:pt>
                <c:pt idx="182">
                  <c:v>7.422177711019379</c:v>
                </c:pt>
                <c:pt idx="183">
                  <c:v>7.4247424011773493</c:v>
                </c:pt>
                <c:pt idx="184">
                  <c:v>7.4284028552685877</c:v>
                </c:pt>
                <c:pt idx="185">
                  <c:v>7.4322376036236371</c:v>
                </c:pt>
                <c:pt idx="186">
                  <c:v>7.4352444084670504</c:v>
                </c:pt>
                <c:pt idx="187">
                  <c:v>7.4379434013582788</c:v>
                </c:pt>
                <c:pt idx="188">
                  <c:v>7.4401322580702729</c:v>
                </c:pt>
                <c:pt idx="189">
                  <c:v>7.4403901874983474</c:v>
                </c:pt>
                <c:pt idx="190">
                  <c:v>7.4391050018152418</c:v>
                </c:pt>
                <c:pt idx="191">
                  <c:v>7.437623900960042</c:v>
                </c:pt>
                <c:pt idx="192">
                  <c:v>7.4364033091703865</c:v>
                </c:pt>
                <c:pt idx="193">
                  <c:v>7.4378446658771189</c:v>
                </c:pt>
                <c:pt idx="194">
                  <c:v>7.4409506981059543</c:v>
                </c:pt>
                <c:pt idx="195">
                  <c:v>7.4437749492697991</c:v>
                </c:pt>
                <c:pt idx="196">
                  <c:v>7.4455989188356142</c:v>
                </c:pt>
                <c:pt idx="197">
                  <c:v>7.4450630120208592</c:v>
                </c:pt>
                <c:pt idx="198">
                  <c:v>7.4420347893226673</c:v>
                </c:pt>
                <c:pt idx="199">
                  <c:v>7.4376589205396622</c:v>
                </c:pt>
                <c:pt idx="200">
                  <c:v>7.4340932924346594</c:v>
                </c:pt>
                <c:pt idx="201">
                  <c:v>7.4308559017483704</c:v>
                </c:pt>
                <c:pt idx="202">
                  <c:v>7.4289665861331686</c:v>
                </c:pt>
                <c:pt idx="203">
                  <c:v>7.4287685860877763</c:v>
                </c:pt>
                <c:pt idx="204">
                  <c:v>7.4306506861538244</c:v>
                </c:pt>
                <c:pt idx="205">
                  <c:v>7.4317870193191631</c:v>
                </c:pt>
                <c:pt idx="206">
                  <c:v>7.4320952831368912</c:v>
                </c:pt>
                <c:pt idx="207">
                  <c:v>7.4309622674654161</c:v>
                </c:pt>
                <c:pt idx="208">
                  <c:v>7.430537705468411</c:v>
                </c:pt>
                <c:pt idx="209">
                  <c:v>7.4296601053654356</c:v>
                </c:pt>
                <c:pt idx="210">
                  <c:v>7.4282740993278713</c:v>
                </c:pt>
                <c:pt idx="211">
                  <c:v>7.4282676016157527</c:v>
                </c:pt>
                <c:pt idx="212">
                  <c:v>7.4292091063742287</c:v>
                </c:pt>
                <c:pt idx="213">
                  <c:v>7.4297402628809595</c:v>
                </c:pt>
                <c:pt idx="214">
                  <c:v>7.4293690496171712</c:v>
                </c:pt>
                <c:pt idx="215">
                  <c:v>7.429037225873194</c:v>
                </c:pt>
                <c:pt idx="216">
                  <c:v>7.4294938388647935</c:v>
                </c:pt>
                <c:pt idx="217">
                  <c:v>7.428547881228778</c:v>
                </c:pt>
                <c:pt idx="218">
                  <c:v>7.4279885431836581</c:v>
                </c:pt>
                <c:pt idx="219">
                  <c:v>7.4251849805979235</c:v>
                </c:pt>
                <c:pt idx="220">
                  <c:v>7.4217725763808353</c:v>
                </c:pt>
                <c:pt idx="221">
                  <c:v>7.4203206894909943</c:v>
                </c:pt>
                <c:pt idx="222">
                  <c:v>7.4180924103702388</c:v>
                </c:pt>
                <c:pt idx="223">
                  <c:v>7.4169261668518214</c:v>
                </c:pt>
                <c:pt idx="224">
                  <c:v>7.4154478186585555</c:v>
                </c:pt>
                <c:pt idx="225">
                  <c:v>7.4128208354035259</c:v>
                </c:pt>
                <c:pt idx="226">
                  <c:v>7.4095218494378523</c:v>
                </c:pt>
                <c:pt idx="227">
                  <c:v>7.4081806839057078</c:v>
                </c:pt>
                <c:pt idx="228">
                  <c:v>7.4078205749516588</c:v>
                </c:pt>
                <c:pt idx="229">
                  <c:v>7.4073759328220765</c:v>
                </c:pt>
                <c:pt idx="230">
                  <c:v>7.4055764501503534</c:v>
                </c:pt>
                <c:pt idx="231">
                  <c:v>7.4038034044728329</c:v>
                </c:pt>
                <c:pt idx="232">
                  <c:v>7.4036354570609682</c:v>
                </c:pt>
                <c:pt idx="233">
                  <c:v>7.4036541304760499</c:v>
                </c:pt>
                <c:pt idx="234">
                  <c:v>7.4039026450853322</c:v>
                </c:pt>
                <c:pt idx="235">
                  <c:v>7.4042535036653279</c:v>
                </c:pt>
                <c:pt idx="236">
                  <c:v>7.4047975458473081</c:v>
                </c:pt>
                <c:pt idx="237">
                  <c:v>7.404720861333173</c:v>
                </c:pt>
                <c:pt idx="238">
                  <c:v>7.4051976559841002</c:v>
                </c:pt>
                <c:pt idx="239">
                  <c:v>7.4055795635182475</c:v>
                </c:pt>
                <c:pt idx="240">
                  <c:v>7.4060852375252395</c:v>
                </c:pt>
                <c:pt idx="241">
                  <c:v>7.4040843314976463</c:v>
                </c:pt>
                <c:pt idx="242">
                  <c:v>7.4058641873322895</c:v>
                </c:pt>
                <c:pt idx="243">
                  <c:v>7.406233866970144</c:v>
                </c:pt>
                <c:pt idx="244">
                  <c:v>7.406178777267626</c:v>
                </c:pt>
                <c:pt idx="245">
                  <c:v>7.4078534975033685</c:v>
                </c:pt>
                <c:pt idx="246">
                  <c:v>7.4102544764889444</c:v>
                </c:pt>
                <c:pt idx="247">
                  <c:v>7.4153078990649979</c:v>
                </c:pt>
                <c:pt idx="248">
                  <c:v>7.4235015483659037</c:v>
                </c:pt>
                <c:pt idx="249">
                  <c:v>7.4349579686111094</c:v>
                </c:pt>
                <c:pt idx="250">
                  <c:v>7.4496370009654136</c:v>
                </c:pt>
                <c:pt idx="251">
                  <c:v>7.490022026328913</c:v>
                </c:pt>
                <c:pt idx="252">
                  <c:v>7.5350307058080315</c:v>
                </c:pt>
                <c:pt idx="253">
                  <c:v>7.5913708461201761</c:v>
                </c:pt>
                <c:pt idx="254">
                  <c:v>7.6741751955239366</c:v>
                </c:pt>
                <c:pt idx="255">
                  <c:v>7.7744533342094577</c:v>
                </c:pt>
                <c:pt idx="256">
                  <c:v>7.8772405735814193</c:v>
                </c:pt>
                <c:pt idx="257">
                  <c:v>8.054714048959621</c:v>
                </c:pt>
                <c:pt idx="258">
                  <c:v>8.2289376615905514</c:v>
                </c:pt>
                <c:pt idx="259">
                  <c:v>8.4</c:v>
                </c:pt>
                <c:pt idx="260">
                  <c:v>8.1629071789011416</c:v>
                </c:pt>
                <c:pt idx="261">
                  <c:v>7.7977837585201257</c:v>
                </c:pt>
                <c:pt idx="262">
                  <c:v>7.5277929523251892</c:v>
                </c:pt>
                <c:pt idx="263">
                  <c:v>7.4658168246449623</c:v>
                </c:pt>
                <c:pt idx="264">
                  <c:v>7.4464473850506687</c:v>
                </c:pt>
                <c:pt idx="265">
                  <c:v>7.4349283285193835</c:v>
                </c:pt>
                <c:pt idx="266">
                  <c:v>7.4343537814808434</c:v>
                </c:pt>
                <c:pt idx="267">
                  <c:v>7.4316662568227123</c:v>
                </c:pt>
                <c:pt idx="268">
                  <c:v>7.4280843358189674</c:v>
                </c:pt>
                <c:pt idx="269">
                  <c:v>7.4267247381765209</c:v>
                </c:pt>
                <c:pt idx="270">
                  <c:v>7.4287118712422524</c:v>
                </c:pt>
                <c:pt idx="271">
                  <c:v>7.4342475616191317</c:v>
                </c:pt>
                <c:pt idx="272">
                  <c:v>7.4358225418308521</c:v>
                </c:pt>
                <c:pt idx="273">
                  <c:v>7.4394697745650813</c:v>
                </c:pt>
                <c:pt idx="274">
                  <c:v>7.4545461997856126</c:v>
                </c:pt>
                <c:pt idx="275">
                  <c:v>7.4852980923815426</c:v>
                </c:pt>
                <c:pt idx="276">
                  <c:v>7.5542342592695126</c:v>
                </c:pt>
                <c:pt idx="277">
                  <c:v>7.6817264750561538</c:v>
                </c:pt>
                <c:pt idx="278">
                  <c:v>8.0657366396743182</c:v>
                </c:pt>
                <c:pt idx="279">
                  <c:v>8.2422915581998701</c:v>
                </c:pt>
                <c:pt idx="280">
                  <c:v>8.1002858444229915</c:v>
                </c:pt>
                <c:pt idx="281">
                  <c:v>7.7711212433729058</c:v>
                </c:pt>
                <c:pt idx="282">
                  <c:v>7.5514203952933512</c:v>
                </c:pt>
                <c:pt idx="283">
                  <c:v>7.4709802006932788</c:v>
                </c:pt>
                <c:pt idx="284">
                  <c:v>7.4406298535507212</c:v>
                </c:pt>
                <c:pt idx="285">
                  <c:v>7.422026723579914</c:v>
                </c:pt>
                <c:pt idx="286">
                  <c:v>7.4159717681958597</c:v>
                </c:pt>
                <c:pt idx="287">
                  <c:v>7.412875142206091</c:v>
                </c:pt>
                <c:pt idx="288">
                  <c:v>7.4136724675372934</c:v>
                </c:pt>
                <c:pt idx="289">
                  <c:v>7.4087289212159728</c:v>
                </c:pt>
                <c:pt idx="290">
                  <c:v>7.401596764492278</c:v>
                </c:pt>
                <c:pt idx="291">
                  <c:v>7.3996393024857188</c:v>
                </c:pt>
                <c:pt idx="292">
                  <c:v>7.4018153882316069</c:v>
                </c:pt>
                <c:pt idx="293">
                  <c:v>7.4043457135502608</c:v>
                </c:pt>
                <c:pt idx="294">
                  <c:v>7.4055466291694154</c:v>
                </c:pt>
                <c:pt idx="295">
                  <c:v>7.4020541342871642</c:v>
                </c:pt>
                <c:pt idx="296">
                  <c:v>7.4039614744757056</c:v>
                </c:pt>
                <c:pt idx="297">
                  <c:v>7.4054868656614268</c:v>
                </c:pt>
                <c:pt idx="298">
                  <c:v>7.4076417677522306</c:v>
                </c:pt>
                <c:pt idx="299">
                  <c:v>7.4092327269877352</c:v>
                </c:pt>
                <c:pt idx="300">
                  <c:v>7.4148685227419469</c:v>
                </c:pt>
                <c:pt idx="301">
                  <c:v>7.4142486204144573</c:v>
                </c:pt>
                <c:pt idx="302">
                  <c:v>7.4096337533677143</c:v>
                </c:pt>
                <c:pt idx="303">
                  <c:v>7.4118069270564551</c:v>
                </c:pt>
                <c:pt idx="304">
                  <c:v>7.4155499088123893</c:v>
                </c:pt>
                <c:pt idx="305">
                  <c:v>7.4184277217726349</c:v>
                </c:pt>
                <c:pt idx="306">
                  <c:v>7.4197327795299746</c:v>
                </c:pt>
                <c:pt idx="307">
                  <c:v>7.416995842802681</c:v>
                </c:pt>
                <c:pt idx="308">
                  <c:v>7.4143182920754551</c:v>
                </c:pt>
                <c:pt idx="309">
                  <c:v>7.4119335702397651</c:v>
                </c:pt>
                <c:pt idx="310">
                  <c:v>7.4114680793771957</c:v>
                </c:pt>
                <c:pt idx="311">
                  <c:v>7.4079220938387689</c:v>
                </c:pt>
                <c:pt idx="312">
                  <c:v>7.4032212382805529</c:v>
                </c:pt>
                <c:pt idx="313">
                  <c:v>7.407089966280993</c:v>
                </c:pt>
                <c:pt idx="314">
                  <c:v>7.4083130847998113</c:v>
                </c:pt>
                <c:pt idx="315">
                  <c:v>7.4094305532936859</c:v>
                </c:pt>
                <c:pt idx="316">
                  <c:v>7.4111785086364206</c:v>
                </c:pt>
                <c:pt idx="317">
                  <c:v>7.4124855397306275</c:v>
                </c:pt>
                <c:pt idx="318">
                  <c:v>7.4166237944456093</c:v>
                </c:pt>
                <c:pt idx="319">
                  <c:v>7.4189536217675371</c:v>
                </c:pt>
                <c:pt idx="320">
                  <c:v>7.4216780120762271</c:v>
                </c:pt>
                <c:pt idx="321">
                  <c:v>7.4388043367744059</c:v>
                </c:pt>
                <c:pt idx="322">
                  <c:v>7.4658760876689625</c:v>
                </c:pt>
                <c:pt idx="323">
                  <c:v>7.5046324180192361</c:v>
                </c:pt>
                <c:pt idx="324">
                  <c:v>7.515736024222007</c:v>
                </c:pt>
                <c:pt idx="325">
                  <c:v>7.4946318098882916</c:v>
                </c:pt>
                <c:pt idx="326">
                  <c:v>7.474066882781182</c:v>
                </c:pt>
                <c:pt idx="327">
                  <c:v>7.4694045741422359</c:v>
                </c:pt>
                <c:pt idx="328">
                  <c:v>7.4817890475662736</c:v>
                </c:pt>
                <c:pt idx="329">
                  <c:v>7.5104577427698542</c:v>
                </c:pt>
                <c:pt idx="330">
                  <c:v>7.5870604606621654</c:v>
                </c:pt>
                <c:pt idx="331">
                  <c:v>7.6844164363563285</c:v>
                </c:pt>
                <c:pt idx="332">
                  <c:v>7.7297348210470593</c:v>
                </c:pt>
                <c:pt idx="333">
                  <c:v>7.7949110833855055</c:v>
                </c:pt>
                <c:pt idx="334">
                  <c:v>7.7444469454026548</c:v>
                </c:pt>
                <c:pt idx="335">
                  <c:v>7.6411025729750266</c:v>
                </c:pt>
                <c:pt idx="336">
                  <c:v>7.549182722803117</c:v>
                </c:pt>
                <c:pt idx="337">
                  <c:v>7.4873072753418324</c:v>
                </c:pt>
                <c:pt idx="338">
                  <c:v>7.4527681374710886</c:v>
                </c:pt>
                <c:pt idx="339">
                  <c:v>7.4356529635561639</c:v>
                </c:pt>
                <c:pt idx="340">
                  <c:v>7.4270122962566862</c:v>
                </c:pt>
                <c:pt idx="341">
                  <c:v>7.4183391661357918</c:v>
                </c:pt>
                <c:pt idx="342">
                  <c:v>7.4153617854610125</c:v>
                </c:pt>
                <c:pt idx="343">
                  <c:v>7.4137233653289227</c:v>
                </c:pt>
                <c:pt idx="344">
                  <c:v>7.4113293588002778</c:v>
                </c:pt>
                <c:pt idx="345">
                  <c:v>7.4088770065632845</c:v>
                </c:pt>
                <c:pt idx="346">
                  <c:v>7.4081379761770538</c:v>
                </c:pt>
                <c:pt idx="347">
                  <c:v>7.4077418738445404</c:v>
                </c:pt>
                <c:pt idx="348">
                  <c:v>7.4075416280559958</c:v>
                </c:pt>
                <c:pt idx="349">
                  <c:v>7.4066228645749588</c:v>
                </c:pt>
                <c:pt idx="350">
                  <c:v>7.4059260221290115</c:v>
                </c:pt>
                <c:pt idx="351">
                  <c:v>7.405385947712591</c:v>
                </c:pt>
                <c:pt idx="352">
                  <c:v>7.4051272536164809</c:v>
                </c:pt>
                <c:pt idx="353">
                  <c:v>7.4049425121069081</c:v>
                </c:pt>
                <c:pt idx="354">
                  <c:v>7.4052241069203566</c:v>
                </c:pt>
                <c:pt idx="355">
                  <c:v>7.40437615620381</c:v>
                </c:pt>
                <c:pt idx="356">
                  <c:v>7.403507386783315</c:v>
                </c:pt>
                <c:pt idx="357">
                  <c:v>7.40503788147576</c:v>
                </c:pt>
                <c:pt idx="358">
                  <c:v>7.4037476991750104</c:v>
                </c:pt>
                <c:pt idx="359">
                  <c:v>7.4046222245188567</c:v>
                </c:pt>
                <c:pt idx="360">
                  <c:v>7.408980824101854</c:v>
                </c:pt>
                <c:pt idx="361">
                  <c:v>7.4116200127313983</c:v>
                </c:pt>
                <c:pt idx="362">
                  <c:v>7.4134748893284055</c:v>
                </c:pt>
                <c:pt idx="363">
                  <c:v>7.4135072963816073</c:v>
                </c:pt>
                <c:pt idx="364">
                  <c:v>7.4138675090073392</c:v>
                </c:pt>
                <c:pt idx="365">
                  <c:v>7.4152177047005825</c:v>
                </c:pt>
                <c:pt idx="366">
                  <c:v>7.4150646123684592</c:v>
                </c:pt>
                <c:pt idx="367">
                  <c:v>7.4150978831140302</c:v>
                </c:pt>
                <c:pt idx="368">
                  <c:v>7.4151889726298066</c:v>
                </c:pt>
                <c:pt idx="369">
                  <c:v>7.4140771159913914</c:v>
                </c:pt>
                <c:pt idx="370">
                  <c:v>7.4124309540869833</c:v>
                </c:pt>
                <c:pt idx="371">
                  <c:v>7.412153733146102</c:v>
                </c:pt>
                <c:pt idx="372">
                  <c:v>7.4119236713814587</c:v>
                </c:pt>
                <c:pt idx="373">
                  <c:v>7.4115906950943558</c:v>
                </c:pt>
                <c:pt idx="374">
                  <c:v>7.4080081670750317</c:v>
                </c:pt>
                <c:pt idx="375">
                  <c:v>7.4068720319583568</c:v>
                </c:pt>
                <c:pt idx="376">
                  <c:v>7.4078736720129266</c:v>
                </c:pt>
                <c:pt idx="377">
                  <c:v>7.4073758999331289</c:v>
                </c:pt>
                <c:pt idx="378">
                  <c:v>7.4073992661005761</c:v>
                </c:pt>
                <c:pt idx="379">
                  <c:v>7.4060232475784815</c:v>
                </c:pt>
                <c:pt idx="380">
                  <c:v>7.4054413119663245</c:v>
                </c:pt>
                <c:pt idx="381">
                  <c:v>7.4062370285989942</c:v>
                </c:pt>
                <c:pt idx="382">
                  <c:v>7.404135729415775</c:v>
                </c:pt>
                <c:pt idx="383">
                  <c:v>7.4050651950319182</c:v>
                </c:pt>
                <c:pt idx="384">
                  <c:v>7.4066817422262883</c:v>
                </c:pt>
                <c:pt idx="385">
                  <c:v>7.4075589991402433</c:v>
                </c:pt>
                <c:pt idx="386">
                  <c:v>7.4063263335318643</c:v>
                </c:pt>
                <c:pt idx="387">
                  <c:v>7.4067791936085303</c:v>
                </c:pt>
                <c:pt idx="388">
                  <c:v>7.4068627436905157</c:v>
                </c:pt>
                <c:pt idx="389">
                  <c:v>7.4055966192975831</c:v>
                </c:pt>
                <c:pt idx="390">
                  <c:v>7.403966671644433</c:v>
                </c:pt>
                <c:pt idx="391">
                  <c:v>7.4038471060196915</c:v>
                </c:pt>
                <c:pt idx="392">
                  <c:v>7.4065786132106908</c:v>
                </c:pt>
                <c:pt idx="393">
                  <c:v>7.4083857336255603</c:v>
                </c:pt>
                <c:pt idx="394">
                  <c:v>7.4089058394458354</c:v>
                </c:pt>
                <c:pt idx="395">
                  <c:v>7.4104705726053899</c:v>
                </c:pt>
                <c:pt idx="396">
                  <c:v>7.4115363260887817</c:v>
                </c:pt>
                <c:pt idx="397">
                  <c:v>7.4117212963910335</c:v>
                </c:pt>
                <c:pt idx="398">
                  <c:v>7.4135760156930735</c:v>
                </c:pt>
                <c:pt idx="399">
                  <c:v>7.4134133855660922</c:v>
                </c:pt>
                <c:pt idx="400">
                  <c:v>7.4169062676084572</c:v>
                </c:pt>
                <c:pt idx="401">
                  <c:v>7.4203140216143195</c:v>
                </c:pt>
                <c:pt idx="402">
                  <c:v>7.4221740117277299</c:v>
                </c:pt>
                <c:pt idx="403">
                  <c:v>7.4247290311050973</c:v>
                </c:pt>
                <c:pt idx="404">
                  <c:v>7.4265731573060414</c:v>
                </c:pt>
                <c:pt idx="405">
                  <c:v>7.4283941897458234</c:v>
                </c:pt>
                <c:pt idx="406">
                  <c:v>7.4269700411085537</c:v>
                </c:pt>
                <c:pt idx="407">
                  <c:v>7.4241265742194766</c:v>
                </c:pt>
                <c:pt idx="408">
                  <c:v>7.4226966113882202</c:v>
                </c:pt>
                <c:pt idx="409">
                  <c:v>7.4210710622743479</c:v>
                </c:pt>
                <c:pt idx="410">
                  <c:v>7.4167675334469738</c:v>
                </c:pt>
                <c:pt idx="411">
                  <c:v>7.4128229803349033</c:v>
                </c:pt>
                <c:pt idx="412">
                  <c:v>7.4099691026638972</c:v>
                </c:pt>
                <c:pt idx="413">
                  <c:v>7.4069635497454316</c:v>
                </c:pt>
                <c:pt idx="414">
                  <c:v>7.4079312534107276</c:v>
                </c:pt>
                <c:pt idx="415">
                  <c:v>7.4083092897012275</c:v>
                </c:pt>
                <c:pt idx="416">
                  <c:v>7.4059128408107204</c:v>
                </c:pt>
                <c:pt idx="417">
                  <c:v>7.4033941419138536</c:v>
                </c:pt>
                <c:pt idx="418">
                  <c:v>7.4030881749601427</c:v>
                </c:pt>
                <c:pt idx="419">
                  <c:v>7.4036259568024096</c:v>
                </c:pt>
                <c:pt idx="420">
                  <c:v>7.4054847722084025</c:v>
                </c:pt>
                <c:pt idx="421">
                  <c:v>7.4047798959219815</c:v>
                </c:pt>
                <c:pt idx="422">
                  <c:v>7.4016199025820217</c:v>
                </c:pt>
                <c:pt idx="423">
                  <c:v>7.4034778793198468</c:v>
                </c:pt>
                <c:pt idx="424">
                  <c:v>7.4058597133629247</c:v>
                </c:pt>
                <c:pt idx="425">
                  <c:v>7.406421025102401</c:v>
                </c:pt>
                <c:pt idx="426">
                  <c:v>7.4087150885535209</c:v>
                </c:pt>
                <c:pt idx="427">
                  <c:v>7.4116806528013424</c:v>
                </c:pt>
                <c:pt idx="428">
                  <c:v>7.4135545720991169</c:v>
                </c:pt>
                <c:pt idx="429">
                  <c:v>7.4187454046990178</c:v>
                </c:pt>
                <c:pt idx="430">
                  <c:v>7.4224091047864071</c:v>
                </c:pt>
                <c:pt idx="431">
                  <c:v>7.4250198065823287</c:v>
                </c:pt>
                <c:pt idx="432">
                  <c:v>7.4297776704841798</c:v>
                </c:pt>
                <c:pt idx="433">
                  <c:v>7.4249366061241577</c:v>
                </c:pt>
                <c:pt idx="434">
                  <c:v>7.4155683838213191</c:v>
                </c:pt>
                <c:pt idx="435">
                  <c:v>7.3897455807092269</c:v>
                </c:pt>
                <c:pt idx="436">
                  <c:v>7.3984733983580053</c:v>
                </c:pt>
                <c:pt idx="437">
                  <c:v>7.4053359582993998</c:v>
                </c:pt>
                <c:pt idx="438">
                  <c:v>7.4039731507671469</c:v>
                </c:pt>
                <c:pt idx="439">
                  <c:v>7.4093348486005626</c:v>
                </c:pt>
                <c:pt idx="440">
                  <c:v>7.4060175878195542</c:v>
                </c:pt>
                <c:pt idx="441">
                  <c:v>7.4003970007012727</c:v>
                </c:pt>
                <c:pt idx="442">
                  <c:v>7.3996915778148393</c:v>
                </c:pt>
                <c:pt idx="443">
                  <c:v>7.401960793487163</c:v>
                </c:pt>
                <c:pt idx="444">
                  <c:v>7.4028894483192458</c:v>
                </c:pt>
                <c:pt idx="445">
                  <c:v>7.3996765850349711</c:v>
                </c:pt>
                <c:pt idx="446">
                  <c:v>7.3970025833424815</c:v>
                </c:pt>
                <c:pt idx="447">
                  <c:v>7.4021367293384541</c:v>
                </c:pt>
                <c:pt idx="448">
                  <c:v>7.40231654340442</c:v>
                </c:pt>
                <c:pt idx="449">
                  <c:v>7.3974172189545611</c:v>
                </c:pt>
                <c:pt idx="450">
                  <c:v>7.3951739122658324</c:v>
                </c:pt>
                <c:pt idx="451">
                  <c:v>7.397274291094746</c:v>
                </c:pt>
                <c:pt idx="452">
                  <c:v>7.3979238269004233</c:v>
                </c:pt>
                <c:pt idx="453">
                  <c:v>7.3996982095628256</c:v>
                </c:pt>
                <c:pt idx="454">
                  <c:v>7.3985987009592042</c:v>
                </c:pt>
                <c:pt idx="455">
                  <c:v>7.3995490106162984</c:v>
                </c:pt>
                <c:pt idx="456">
                  <c:v>7.4004771859221599</c:v>
                </c:pt>
                <c:pt idx="457">
                  <c:v>7.4026838232215511</c:v>
                </c:pt>
                <c:pt idx="458">
                  <c:v>7.4032334114810965</c:v>
                </c:pt>
                <c:pt idx="459">
                  <c:v>7.4030222840981859</c:v>
                </c:pt>
                <c:pt idx="460">
                  <c:v>7.4032294673097816</c:v>
                </c:pt>
                <c:pt idx="461">
                  <c:v>7.4001464905349748</c:v>
                </c:pt>
                <c:pt idx="462">
                  <c:v>7.4001276318179308</c:v>
                </c:pt>
                <c:pt idx="463">
                  <c:v>7.4014586053511477</c:v>
                </c:pt>
                <c:pt idx="464">
                  <c:v>7.400958533458053</c:v>
                </c:pt>
                <c:pt idx="465">
                  <c:v>7.4002764873296645</c:v>
                </c:pt>
                <c:pt idx="466">
                  <c:v>7.4030108755656787</c:v>
                </c:pt>
                <c:pt idx="467">
                  <c:v>7.4028364293692288</c:v>
                </c:pt>
                <c:pt idx="468">
                  <c:v>7.4025660802522477</c:v>
                </c:pt>
                <c:pt idx="469">
                  <c:v>7.4016117443355283</c:v>
                </c:pt>
                <c:pt idx="470">
                  <c:v>7.4004340012590779</c:v>
                </c:pt>
                <c:pt idx="471">
                  <c:v>7.4005165945676108</c:v>
                </c:pt>
                <c:pt idx="472">
                  <c:v>7.40189264294</c:v>
                </c:pt>
                <c:pt idx="473">
                  <c:v>7.4022559499867331</c:v>
                </c:pt>
                <c:pt idx="474">
                  <c:v>7.4020766001196661</c:v>
                </c:pt>
                <c:pt idx="475">
                  <c:v>7.4002200161572826</c:v>
                </c:pt>
                <c:pt idx="476">
                  <c:v>7.3998954815715887</c:v>
                </c:pt>
                <c:pt idx="477">
                  <c:v>7.3990062521310609</c:v>
                </c:pt>
                <c:pt idx="478">
                  <c:v>7.3999993540539073</c:v>
                </c:pt>
                <c:pt idx="479">
                  <c:v>7.4006353739409452</c:v>
                </c:pt>
                <c:pt idx="480">
                  <c:v>7.4010001803393957</c:v>
                </c:pt>
                <c:pt idx="481">
                  <c:v>7.4018792262154909</c:v>
                </c:pt>
                <c:pt idx="482">
                  <c:v>7.4017306829253311</c:v>
                </c:pt>
                <c:pt idx="483">
                  <c:v>7.4007971863575239</c:v>
                </c:pt>
                <c:pt idx="484">
                  <c:v>7.4008726979516846</c:v>
                </c:pt>
                <c:pt idx="485">
                  <c:v>7.4020819363514443</c:v>
                </c:pt>
                <c:pt idx="486">
                  <c:v>7.4037494322795636</c:v>
                </c:pt>
                <c:pt idx="487">
                  <c:v>7.4029743264712424</c:v>
                </c:pt>
                <c:pt idx="488">
                  <c:v>7.4035332228392434</c:v>
                </c:pt>
                <c:pt idx="489">
                  <c:v>7.4046663275253701</c:v>
                </c:pt>
                <c:pt idx="490">
                  <c:v>7.4046537342757661</c:v>
                </c:pt>
                <c:pt idx="491">
                  <c:v>7.4043162793719475</c:v>
                </c:pt>
                <c:pt idx="492">
                  <c:v>7.4053845438550043</c:v>
                </c:pt>
                <c:pt idx="493">
                  <c:v>7.4049462793213836</c:v>
                </c:pt>
                <c:pt idx="494">
                  <c:v>7.4037568415875175</c:v>
                </c:pt>
                <c:pt idx="495">
                  <c:v>7.4040674101340107</c:v>
                </c:pt>
                <c:pt idx="496">
                  <c:v>7.4048706111472331</c:v>
                </c:pt>
                <c:pt idx="497">
                  <c:v>7.4053631163480338</c:v>
                </c:pt>
                <c:pt idx="498">
                  <c:v>7.4062732686445676</c:v>
                </c:pt>
                <c:pt idx="499">
                  <c:v>7.4059916931355012</c:v>
                </c:pt>
                <c:pt idx="500">
                  <c:v>7.4060410683833409</c:v>
                </c:pt>
                <c:pt idx="501">
                  <c:v>7.4070033024736244</c:v>
                </c:pt>
                <c:pt idx="502">
                  <c:v>7.4061105198313841</c:v>
                </c:pt>
                <c:pt idx="503">
                  <c:v>7.4077652864855006</c:v>
                </c:pt>
                <c:pt idx="504">
                  <c:v>7.4084947504777885</c:v>
                </c:pt>
                <c:pt idx="505">
                  <c:v>7.4104732330352752</c:v>
                </c:pt>
                <c:pt idx="506">
                  <c:v>7.4142043904995036</c:v>
                </c:pt>
                <c:pt idx="507">
                  <c:v>7.4218796013067907</c:v>
                </c:pt>
                <c:pt idx="508">
                  <c:v>7.4319399472065468</c:v>
                </c:pt>
                <c:pt idx="509">
                  <c:v>7.446234979646146</c:v>
                </c:pt>
                <c:pt idx="510">
                  <c:v>7.4642491829584596</c:v>
                </c:pt>
                <c:pt idx="511">
                  <c:v>7.4872537264150214</c:v>
                </c:pt>
                <c:pt idx="512">
                  <c:v>7.5088230305091379</c:v>
                </c:pt>
                <c:pt idx="513">
                  <c:v>7.5245805886982087</c:v>
                </c:pt>
                <c:pt idx="514">
                  <c:v>7.5331756661962386</c:v>
                </c:pt>
                <c:pt idx="515">
                  <c:v>7.5320833756218475</c:v>
                </c:pt>
                <c:pt idx="516">
                  <c:v>7.5256919605821331</c:v>
                </c:pt>
                <c:pt idx="517">
                  <c:v>7.5112340477735593</c:v>
                </c:pt>
                <c:pt idx="518">
                  <c:v>7.4948674263102255</c:v>
                </c:pt>
                <c:pt idx="519">
                  <c:v>7.4820307155545986</c:v>
                </c:pt>
                <c:pt idx="520">
                  <c:v>7.4712719799983951</c:v>
                </c:pt>
                <c:pt idx="521">
                  <c:v>7.4601873921871693</c:v>
                </c:pt>
                <c:pt idx="522">
                  <c:v>7.4515553875505489</c:v>
                </c:pt>
                <c:pt idx="523">
                  <c:v>7.44684453768458</c:v>
                </c:pt>
                <c:pt idx="524">
                  <c:v>7.4463975025265583</c:v>
                </c:pt>
                <c:pt idx="525">
                  <c:v>7.4461392556486397</c:v>
                </c:pt>
                <c:pt idx="526">
                  <c:v>7.448651505094344</c:v>
                </c:pt>
                <c:pt idx="527">
                  <c:v>7.4520517418307062</c:v>
                </c:pt>
                <c:pt idx="528">
                  <c:v>7.4570028840690101</c:v>
                </c:pt>
                <c:pt idx="529">
                  <c:v>7.4611252019438599</c:v>
                </c:pt>
                <c:pt idx="530">
                  <c:v>7.4643370221882233</c:v>
                </c:pt>
                <c:pt idx="531">
                  <c:v>7.4691168730666453</c:v>
                </c:pt>
                <c:pt idx="532">
                  <c:v>7.4737648650036252</c:v>
                </c:pt>
                <c:pt idx="533">
                  <c:v>7.4773574706255372</c:v>
                </c:pt>
                <c:pt idx="534">
                  <c:v>7.4845310420417537</c:v>
                </c:pt>
                <c:pt idx="535">
                  <c:v>7.4925974768926258</c:v>
                </c:pt>
                <c:pt idx="536">
                  <c:v>7.502091766822188</c:v>
                </c:pt>
                <c:pt idx="537">
                  <c:v>7.5104751310135525</c:v>
                </c:pt>
                <c:pt idx="538">
                  <c:v>7.5224679857266317</c:v>
                </c:pt>
                <c:pt idx="539">
                  <c:v>7.5412001004308351</c:v>
                </c:pt>
                <c:pt idx="540">
                  <c:v>7.5661960782555164</c:v>
                </c:pt>
                <c:pt idx="541">
                  <c:v>7.5916395974420254</c:v>
                </c:pt>
                <c:pt idx="542">
                  <c:v>7.6209820184511239</c:v>
                </c:pt>
                <c:pt idx="543">
                  <c:v>7.6533460243107783</c:v>
                </c:pt>
                <c:pt idx="544">
                  <c:v>7.6885245690850024</c:v>
                </c:pt>
                <c:pt idx="545">
                  <c:v>7.7172143475340684</c:v>
                </c:pt>
                <c:pt idx="546">
                  <c:v>7.7509683833225509</c:v>
                </c:pt>
                <c:pt idx="547">
                  <c:v>7.7872971375381708</c:v>
                </c:pt>
                <c:pt idx="548">
                  <c:v>7.8128934101576455</c:v>
                </c:pt>
                <c:pt idx="549">
                  <c:v>7.8437528753520089</c:v>
                </c:pt>
                <c:pt idx="550">
                  <c:v>7.8664911155684001</c:v>
                </c:pt>
                <c:pt idx="551">
                  <c:v>7.8786927664814703</c:v>
                </c:pt>
                <c:pt idx="552">
                  <c:v>7.8809443610062964</c:v>
                </c:pt>
                <c:pt idx="553">
                  <c:v>7.8645428543790423</c:v>
                </c:pt>
                <c:pt idx="554">
                  <c:v>7.8414959728370022</c:v>
                </c:pt>
                <c:pt idx="555">
                  <c:v>7.8047485280165336</c:v>
                </c:pt>
                <c:pt idx="556">
                  <c:v>7.7641397262523038</c:v>
                </c:pt>
                <c:pt idx="557">
                  <c:v>7.7217688776611677</c:v>
                </c:pt>
                <c:pt idx="558">
                  <c:v>7.6760802835345325</c:v>
                </c:pt>
                <c:pt idx="559">
                  <c:v>7.6317021910010716</c:v>
                </c:pt>
                <c:pt idx="560">
                  <c:v>7.5898085925012921</c:v>
                </c:pt>
                <c:pt idx="561">
                  <c:v>7.5544793076696886</c:v>
                </c:pt>
                <c:pt idx="562">
                  <c:v>7.5275841218062949</c:v>
                </c:pt>
                <c:pt idx="563">
                  <c:v>7.5026205524647702</c:v>
                </c:pt>
                <c:pt idx="564">
                  <c:v>7.4805014824392932</c:v>
                </c:pt>
                <c:pt idx="565">
                  <c:v>7.464538582819702</c:v>
                </c:pt>
                <c:pt idx="566">
                  <c:v>7.4522801455633942</c:v>
                </c:pt>
                <c:pt idx="567">
                  <c:v>7.4392129805206828</c:v>
                </c:pt>
                <c:pt idx="568">
                  <c:v>7.4304535984192439</c:v>
                </c:pt>
                <c:pt idx="569">
                  <c:v>7.4268710882743481</c:v>
                </c:pt>
                <c:pt idx="570">
                  <c:v>7.4221422810428885</c:v>
                </c:pt>
                <c:pt idx="571">
                  <c:v>7.4228183276641557</c:v>
                </c:pt>
                <c:pt idx="572">
                  <c:v>7.4141307020970135</c:v>
                </c:pt>
                <c:pt idx="573">
                  <c:v>7.4072959990943934</c:v>
                </c:pt>
                <c:pt idx="574">
                  <c:v>7.4095109496115699</c:v>
                </c:pt>
                <c:pt idx="575">
                  <c:v>7.4062895443838581</c:v>
                </c:pt>
                <c:pt idx="576">
                  <c:v>7.4052597099213111</c:v>
                </c:pt>
                <c:pt idx="577">
                  <c:v>7.4117981528571679</c:v>
                </c:pt>
                <c:pt idx="578">
                  <c:v>7.4155372966158914</c:v>
                </c:pt>
                <c:pt idx="579">
                  <c:v>7.4325687552891155</c:v>
                </c:pt>
                <c:pt idx="580">
                  <c:v>7.4347079468300459</c:v>
                </c:pt>
                <c:pt idx="581">
                  <c:v>7.4219837048362107</c:v>
                </c:pt>
                <c:pt idx="582">
                  <c:v>7.492530795265969</c:v>
                </c:pt>
                <c:pt idx="583">
                  <c:v>7.4846120804090965</c:v>
                </c:pt>
                <c:pt idx="584">
                  <c:v>7.3662943624431145</c:v>
                </c:pt>
                <c:pt idx="585">
                  <c:v>7.3703419909474972</c:v>
                </c:pt>
                <c:pt idx="586">
                  <c:v>7.4572779157499332</c:v>
                </c:pt>
                <c:pt idx="587">
                  <c:v>7.5388613244552021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3-37F8-4EA4-8385-84A4706AD5FD}"/>
            </c:ext>
          </c:extLst>
        </c:ser>
        <c:ser>
          <c:idx val="4"/>
          <c:order val="4"/>
          <c:tx>
            <c:strRef>
              <c:f>'Fully separated 0.5%'!$F$1</c:f>
              <c:strCache>
                <c:ptCount val="1"/>
                <c:pt idx="0">
                  <c:v>D_5/O-PTIR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0.5%'!$A$2:$A$589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0.5%'!$F$2:$F$589</c:f>
              <c:numCache>
                <c:formatCode>General</c:formatCode>
                <c:ptCount val="588"/>
                <c:pt idx="0">
                  <c:v>7.307777358996721</c:v>
                </c:pt>
                <c:pt idx="1">
                  <c:v>7.2039166082607737</c:v>
                </c:pt>
                <c:pt idx="2">
                  <c:v>7.1643123045783685</c:v>
                </c:pt>
                <c:pt idx="3">
                  <c:v>7.2229639395734297</c:v>
                </c:pt>
                <c:pt idx="4">
                  <c:v>7.2341181359126674</c:v>
                </c:pt>
                <c:pt idx="5">
                  <c:v>7.1852278189224981</c:v>
                </c:pt>
                <c:pt idx="6">
                  <c:v>7.176585634405594</c:v>
                </c:pt>
                <c:pt idx="7">
                  <c:v>7.1894980069788001</c:v>
                </c:pt>
                <c:pt idx="8">
                  <c:v>7.218823896711049</c:v>
                </c:pt>
                <c:pt idx="9">
                  <c:v>7.2170360201334507</c:v>
                </c:pt>
                <c:pt idx="10">
                  <c:v>7.1942360410027542</c:v>
                </c:pt>
                <c:pt idx="11">
                  <c:v>7.1913850271922355</c:v>
                </c:pt>
                <c:pt idx="12">
                  <c:v>7.1773590604455064</c:v>
                </c:pt>
                <c:pt idx="13">
                  <c:v>7.1996567177645803</c:v>
                </c:pt>
                <c:pt idx="14">
                  <c:v>7.2166226238062707</c:v>
                </c:pt>
                <c:pt idx="15">
                  <c:v>7.2203316806926834</c:v>
                </c:pt>
                <c:pt idx="16">
                  <c:v>7.2041276130484038</c:v>
                </c:pt>
                <c:pt idx="17">
                  <c:v>7.1999172177289683</c:v>
                </c:pt>
                <c:pt idx="18">
                  <c:v>7.2014986737487936</c:v>
                </c:pt>
                <c:pt idx="19">
                  <c:v>7.2014898643290284</c:v>
                </c:pt>
                <c:pt idx="20">
                  <c:v>7.2059763384709461</c:v>
                </c:pt>
                <c:pt idx="21">
                  <c:v>7.2173077255858997</c:v>
                </c:pt>
                <c:pt idx="22">
                  <c:v>7.2181861749698575</c:v>
                </c:pt>
                <c:pt idx="23">
                  <c:v>7.2269639222845941</c:v>
                </c:pt>
                <c:pt idx="24">
                  <c:v>7.2234155708257424</c:v>
                </c:pt>
                <c:pt idx="25">
                  <c:v>7.2131074181881845</c:v>
                </c:pt>
                <c:pt idx="26">
                  <c:v>7.2155679355616593</c:v>
                </c:pt>
                <c:pt idx="27">
                  <c:v>7.2193209170942065</c:v>
                </c:pt>
                <c:pt idx="28">
                  <c:v>7.2219196946880277</c:v>
                </c:pt>
                <c:pt idx="29">
                  <c:v>7.2190959702637096</c:v>
                </c:pt>
                <c:pt idx="30">
                  <c:v>7.2220359589417384</c:v>
                </c:pt>
                <c:pt idx="31">
                  <c:v>7.2244302687426023</c:v>
                </c:pt>
                <c:pt idx="32">
                  <c:v>7.2336780740895641</c:v>
                </c:pt>
                <c:pt idx="33">
                  <c:v>7.2478009194684132</c:v>
                </c:pt>
                <c:pt idx="34">
                  <c:v>7.2529693195361249</c:v>
                </c:pt>
                <c:pt idx="35">
                  <c:v>7.2488921782710749</c:v>
                </c:pt>
                <c:pt idx="36">
                  <c:v>7.2514260890874072</c:v>
                </c:pt>
                <c:pt idx="37">
                  <c:v>7.2472671108335334</c:v>
                </c:pt>
                <c:pt idx="38">
                  <c:v>7.2456910284305085</c:v>
                </c:pt>
                <c:pt idx="39">
                  <c:v>7.2552881371292184</c:v>
                </c:pt>
                <c:pt idx="40">
                  <c:v>7.2687283386879118</c:v>
                </c:pt>
                <c:pt idx="41">
                  <c:v>7.2843953248708395</c:v>
                </c:pt>
                <c:pt idx="42">
                  <c:v>7.3047705264868448</c:v>
                </c:pt>
                <c:pt idx="43">
                  <c:v>7.3351668090831872</c:v>
                </c:pt>
                <c:pt idx="44">
                  <c:v>7.3846103460572623</c:v>
                </c:pt>
                <c:pt idx="45">
                  <c:v>7.4517392695384581</c:v>
                </c:pt>
                <c:pt idx="46">
                  <c:v>7.5158308358987416</c:v>
                </c:pt>
                <c:pt idx="47">
                  <c:v>7.5428945766695588</c:v>
                </c:pt>
                <c:pt idx="48">
                  <c:v>7.5000560082282197</c:v>
                </c:pt>
                <c:pt idx="49">
                  <c:v>7.4061988930458797</c:v>
                </c:pt>
                <c:pt idx="50">
                  <c:v>7.3216070818237533</c:v>
                </c:pt>
                <c:pt idx="51">
                  <c:v>7.2685458955575735</c:v>
                </c:pt>
                <c:pt idx="52">
                  <c:v>7.2417429359748819</c:v>
                </c:pt>
                <c:pt idx="53">
                  <c:v>7.2340754639946701</c:v>
                </c:pt>
                <c:pt idx="54">
                  <c:v>7.233458009534445</c:v>
                </c:pt>
                <c:pt idx="55">
                  <c:v>7.2356649325795575</c:v>
                </c:pt>
                <c:pt idx="56">
                  <c:v>7.2366238811257659</c:v>
                </c:pt>
                <c:pt idx="57">
                  <c:v>7.2372225426849006</c:v>
                </c:pt>
                <c:pt idx="58">
                  <c:v>7.2403694313879257</c:v>
                </c:pt>
                <c:pt idx="59">
                  <c:v>7.2456105807231257</c:v>
                </c:pt>
                <c:pt idx="60">
                  <c:v>7.2506006738402879</c:v>
                </c:pt>
                <c:pt idx="61">
                  <c:v>7.2564225388598249</c:v>
                </c:pt>
                <c:pt idx="62">
                  <c:v>7.2642962934066144</c:v>
                </c:pt>
                <c:pt idx="63">
                  <c:v>7.276683087155301</c:v>
                </c:pt>
                <c:pt idx="64">
                  <c:v>7.2899547304819343</c:v>
                </c:pt>
                <c:pt idx="65">
                  <c:v>7.3103904192745315</c:v>
                </c:pt>
                <c:pt idx="66">
                  <c:v>7.3310019412259377</c:v>
                </c:pt>
                <c:pt idx="67">
                  <c:v>7.3401174006938454</c:v>
                </c:pt>
                <c:pt idx="68">
                  <c:v>7.3368381265310987</c:v>
                </c:pt>
                <c:pt idx="69">
                  <c:v>7.3234810443748684</c:v>
                </c:pt>
                <c:pt idx="70">
                  <c:v>7.3052615721681917</c:v>
                </c:pt>
                <c:pt idx="71">
                  <c:v>7.2904186238251425</c:v>
                </c:pt>
                <c:pt idx="72">
                  <c:v>7.2790183703062166</c:v>
                </c:pt>
                <c:pt idx="73">
                  <c:v>7.2705255226595522</c:v>
                </c:pt>
                <c:pt idx="74">
                  <c:v>7.257698488974758</c:v>
                </c:pt>
                <c:pt idx="75">
                  <c:v>7.2458654881401436</c:v>
                </c:pt>
                <c:pt idx="76">
                  <c:v>7.2421046557821311</c:v>
                </c:pt>
                <c:pt idx="77">
                  <c:v>7.2418105080910173</c:v>
                </c:pt>
                <c:pt idx="78">
                  <c:v>7.2387938912400509</c:v>
                </c:pt>
                <c:pt idx="79">
                  <c:v>7.2374126802970666</c:v>
                </c:pt>
                <c:pt idx="80">
                  <c:v>7.2322717135902348</c:v>
                </c:pt>
                <c:pt idx="81">
                  <c:v>7.2287389133757767</c:v>
                </c:pt>
                <c:pt idx="82">
                  <c:v>7.2251959528038849</c:v>
                </c:pt>
                <c:pt idx="83">
                  <c:v>7.2263792683238073</c:v>
                </c:pt>
                <c:pt idx="84">
                  <c:v>7.223682884803095</c:v>
                </c:pt>
                <c:pt idx="85">
                  <c:v>7.2215167872378254</c:v>
                </c:pt>
                <c:pt idx="86">
                  <c:v>7.2209962539589378</c:v>
                </c:pt>
                <c:pt idx="87">
                  <c:v>7.2242063450723686</c:v>
                </c:pt>
                <c:pt idx="88">
                  <c:v>7.2241658204056014</c:v>
                </c:pt>
                <c:pt idx="89">
                  <c:v>7.2262038092023095</c:v>
                </c:pt>
                <c:pt idx="90">
                  <c:v>7.2252586386865758</c:v>
                </c:pt>
                <c:pt idx="91">
                  <c:v>7.2190403455721617</c:v>
                </c:pt>
                <c:pt idx="92">
                  <c:v>7.2149294212175938</c:v>
                </c:pt>
                <c:pt idx="93">
                  <c:v>7.211532747825486</c:v>
                </c:pt>
                <c:pt idx="94">
                  <c:v>7.2077786995939404</c:v>
                </c:pt>
                <c:pt idx="95">
                  <c:v>7.2073395431786142</c:v>
                </c:pt>
                <c:pt idx="96">
                  <c:v>7.2081230791106092</c:v>
                </c:pt>
                <c:pt idx="97">
                  <c:v>7.2023259861467981</c:v>
                </c:pt>
                <c:pt idx="98">
                  <c:v>7.2013304731033294</c:v>
                </c:pt>
                <c:pt idx="99">
                  <c:v>7.2030325421326715</c:v>
                </c:pt>
                <c:pt idx="100">
                  <c:v>7.2049437204067219</c:v>
                </c:pt>
                <c:pt idx="101">
                  <c:v>7.2029882068371078</c:v>
                </c:pt>
                <c:pt idx="102">
                  <c:v>7.2037597300364133</c:v>
                </c:pt>
                <c:pt idx="103">
                  <c:v>7.2064292912228067</c:v>
                </c:pt>
                <c:pt idx="104">
                  <c:v>7.2113573629177399</c:v>
                </c:pt>
                <c:pt idx="105">
                  <c:v>7.2173051666957244</c:v>
                </c:pt>
                <c:pt idx="106">
                  <c:v>7.2253437489966306</c:v>
                </c:pt>
                <c:pt idx="107">
                  <c:v>7.2420080156235347</c:v>
                </c:pt>
                <c:pt idx="108">
                  <c:v>7.2566529854241182</c:v>
                </c:pt>
                <c:pt idx="109">
                  <c:v>7.2799310688420542</c:v>
                </c:pt>
                <c:pt idx="110">
                  <c:v>7.292094485133723</c:v>
                </c:pt>
                <c:pt idx="111">
                  <c:v>7.2798943458984331</c:v>
                </c:pt>
                <c:pt idx="112">
                  <c:v>7.2612156429512185</c:v>
                </c:pt>
                <c:pt idx="113">
                  <c:v>7.2424731992965157</c:v>
                </c:pt>
                <c:pt idx="114">
                  <c:v>7.2319104944784334</c:v>
                </c:pt>
                <c:pt idx="115">
                  <c:v>7.2264652197230532</c:v>
                </c:pt>
                <c:pt idx="116">
                  <c:v>7.2285853027829265</c:v>
                </c:pt>
                <c:pt idx="117">
                  <c:v>7.2289207885235314</c:v>
                </c:pt>
                <c:pt idx="118">
                  <c:v>7.2226852441750395</c:v>
                </c:pt>
                <c:pt idx="119">
                  <c:v>7.228911170421247</c:v>
                </c:pt>
                <c:pt idx="120">
                  <c:v>7.2417848083633887</c:v>
                </c:pt>
                <c:pt idx="121">
                  <c:v>7.253500096291849</c:v>
                </c:pt>
                <c:pt idx="122">
                  <c:v>7.274021785959528</c:v>
                </c:pt>
                <c:pt idx="123">
                  <c:v>7.2919677240869012</c:v>
                </c:pt>
                <c:pt idx="124">
                  <c:v>7.2931680790843281</c:v>
                </c:pt>
                <c:pt idx="125">
                  <c:v>7.280053547260616</c:v>
                </c:pt>
                <c:pt idx="126">
                  <c:v>7.266037684468869</c:v>
                </c:pt>
                <c:pt idx="127">
                  <c:v>7.2591606502996067</c:v>
                </c:pt>
                <c:pt idx="128">
                  <c:v>7.2517334210989786</c:v>
                </c:pt>
                <c:pt idx="129">
                  <c:v>7.2480627020474353</c:v>
                </c:pt>
                <c:pt idx="130">
                  <c:v>7.2460542245966684</c:v>
                </c:pt>
                <c:pt idx="131">
                  <c:v>7.2458530598104423</c:v>
                </c:pt>
                <c:pt idx="132">
                  <c:v>7.2385617308328403</c:v>
                </c:pt>
                <c:pt idx="133">
                  <c:v>7.232549369996093</c:v>
                </c:pt>
                <c:pt idx="134">
                  <c:v>7.2246784632783552</c:v>
                </c:pt>
                <c:pt idx="135">
                  <c:v>7.2252414824461004</c:v>
                </c:pt>
                <c:pt idx="136">
                  <c:v>7.2232587977375315</c:v>
                </c:pt>
                <c:pt idx="137">
                  <c:v>7.2130249914474094</c:v>
                </c:pt>
                <c:pt idx="138">
                  <c:v>7.2088527972085439</c:v>
                </c:pt>
                <c:pt idx="139">
                  <c:v>7.21279345641475</c:v>
                </c:pt>
                <c:pt idx="140">
                  <c:v>7.2164010076889724</c:v>
                </c:pt>
                <c:pt idx="141">
                  <c:v>7.2197159756979765</c:v>
                </c:pt>
                <c:pt idx="142">
                  <c:v>7.2126647212821196</c:v>
                </c:pt>
                <c:pt idx="143">
                  <c:v>7.2161911618727723</c:v>
                </c:pt>
                <c:pt idx="144">
                  <c:v>7.2220337938792074</c:v>
                </c:pt>
                <c:pt idx="145">
                  <c:v>7.2218480259727711</c:v>
                </c:pt>
                <c:pt idx="146">
                  <c:v>7.2227590027495587</c:v>
                </c:pt>
                <c:pt idx="147">
                  <c:v>7.2195928204499946</c:v>
                </c:pt>
                <c:pt idx="148">
                  <c:v>7.2104571471350214</c:v>
                </c:pt>
                <c:pt idx="149">
                  <c:v>7.206164094811184</c:v>
                </c:pt>
                <c:pt idx="150">
                  <c:v>7.2110905535939027</c:v>
                </c:pt>
                <c:pt idx="151">
                  <c:v>7.2012033247844105</c:v>
                </c:pt>
                <c:pt idx="152">
                  <c:v>7.2067970347129426</c:v>
                </c:pt>
                <c:pt idx="153">
                  <c:v>7.212597546951697</c:v>
                </c:pt>
                <c:pt idx="154">
                  <c:v>7.209122318797645</c:v>
                </c:pt>
                <c:pt idx="155">
                  <c:v>7.2017434478963969</c:v>
                </c:pt>
                <c:pt idx="156">
                  <c:v>7.2075452879428674</c:v>
                </c:pt>
                <c:pt idx="157">
                  <c:v>7.2165093320607143</c:v>
                </c:pt>
                <c:pt idx="158">
                  <c:v>7.2092769802572265</c:v>
                </c:pt>
                <c:pt idx="159">
                  <c:v>7.2063712941649802</c:v>
                </c:pt>
                <c:pt idx="160">
                  <c:v>7.2065377189990434</c:v>
                </c:pt>
                <c:pt idx="161">
                  <c:v>7.2077350668552311</c:v>
                </c:pt>
                <c:pt idx="162">
                  <c:v>7.2135668349578612</c:v>
                </c:pt>
                <c:pt idx="163">
                  <c:v>7.2156586871063979</c:v>
                </c:pt>
                <c:pt idx="164">
                  <c:v>7.2149622523920502</c:v>
                </c:pt>
                <c:pt idx="165">
                  <c:v>7.2141715256422252</c:v>
                </c:pt>
                <c:pt idx="166">
                  <c:v>7.2213493333063976</c:v>
                </c:pt>
                <c:pt idx="167">
                  <c:v>7.2198629901725324</c:v>
                </c:pt>
                <c:pt idx="168">
                  <c:v>7.2189223219577654</c:v>
                </c:pt>
                <c:pt idx="169">
                  <c:v>7.2230625389750838</c:v>
                </c:pt>
                <c:pt idx="170">
                  <c:v>7.2275242044491588</c:v>
                </c:pt>
                <c:pt idx="171">
                  <c:v>7.2288349538872554</c:v>
                </c:pt>
                <c:pt idx="172">
                  <c:v>7.2334733272528986</c:v>
                </c:pt>
                <c:pt idx="173">
                  <c:v>7.2389216655519695</c:v>
                </c:pt>
                <c:pt idx="174">
                  <c:v>7.2412331369731122</c:v>
                </c:pt>
                <c:pt idx="175">
                  <c:v>7.243060342881309</c:v>
                </c:pt>
                <c:pt idx="176">
                  <c:v>7.2465938278413207</c:v>
                </c:pt>
                <c:pt idx="177">
                  <c:v>7.2472668258527246</c:v>
                </c:pt>
                <c:pt idx="178">
                  <c:v>7.2470598308341261</c:v>
                </c:pt>
                <c:pt idx="179">
                  <c:v>7.2499132961722585</c:v>
                </c:pt>
                <c:pt idx="180">
                  <c:v>7.2514159287299726</c:v>
                </c:pt>
                <c:pt idx="181">
                  <c:v>7.2520826136248564</c:v>
                </c:pt>
                <c:pt idx="182">
                  <c:v>7.2519589596604597</c:v>
                </c:pt>
                <c:pt idx="183">
                  <c:v>7.258104064161973</c:v>
                </c:pt>
                <c:pt idx="184">
                  <c:v>7.2632793156432873</c:v>
                </c:pt>
                <c:pt idx="185">
                  <c:v>7.2662980500599819</c:v>
                </c:pt>
                <c:pt idx="186">
                  <c:v>7.2743792389707833</c:v>
                </c:pt>
                <c:pt idx="187">
                  <c:v>7.2815118257219504</c:v>
                </c:pt>
                <c:pt idx="188">
                  <c:v>7.278608441245539</c:v>
                </c:pt>
                <c:pt idx="189">
                  <c:v>7.2793809767204243</c:v>
                </c:pt>
                <c:pt idx="190">
                  <c:v>7.2806582844522643</c:v>
                </c:pt>
                <c:pt idx="191">
                  <c:v>7.2774183297249486</c:v>
                </c:pt>
                <c:pt idx="192">
                  <c:v>7.2747024467882255</c:v>
                </c:pt>
                <c:pt idx="193">
                  <c:v>7.2784125644365352</c:v>
                </c:pt>
                <c:pt idx="194">
                  <c:v>7.2851676545262523</c:v>
                </c:pt>
                <c:pt idx="195">
                  <c:v>7.2901032371476662</c:v>
                </c:pt>
                <c:pt idx="196">
                  <c:v>7.2917657518550509</c:v>
                </c:pt>
                <c:pt idx="197">
                  <c:v>7.2942319916035787</c:v>
                </c:pt>
                <c:pt idx="198">
                  <c:v>7.2925762689387952</c:v>
                </c:pt>
                <c:pt idx="199">
                  <c:v>7.2851643534985548</c:v>
                </c:pt>
                <c:pt idx="200">
                  <c:v>7.2760182031808043</c:v>
                </c:pt>
                <c:pt idx="201">
                  <c:v>7.2698953746791517</c:v>
                </c:pt>
                <c:pt idx="202">
                  <c:v>7.269481313396752</c:v>
                </c:pt>
                <c:pt idx="203">
                  <c:v>7.2742549635899021</c:v>
                </c:pt>
                <c:pt idx="204">
                  <c:v>7.2809315335507589</c:v>
                </c:pt>
                <c:pt idx="205">
                  <c:v>7.2923548071861015</c:v>
                </c:pt>
                <c:pt idx="206">
                  <c:v>7.2962555215823244</c:v>
                </c:pt>
                <c:pt idx="207">
                  <c:v>7.2991777543727618</c:v>
                </c:pt>
                <c:pt idx="208">
                  <c:v>7.3031619127329241</c:v>
                </c:pt>
                <c:pt idx="209">
                  <c:v>7.305087520139435</c:v>
                </c:pt>
                <c:pt idx="210">
                  <c:v>7.3089425188643045</c:v>
                </c:pt>
                <c:pt idx="211">
                  <c:v>7.3158954014673476</c:v>
                </c:pt>
                <c:pt idx="212">
                  <c:v>7.3218772911269578</c:v>
                </c:pt>
                <c:pt idx="213">
                  <c:v>7.3238248895525215</c:v>
                </c:pt>
                <c:pt idx="214">
                  <c:v>7.3344652021650694</c:v>
                </c:pt>
                <c:pt idx="215">
                  <c:v>7.3432283461924071</c:v>
                </c:pt>
                <c:pt idx="216">
                  <c:v>7.3454976167054991</c:v>
                </c:pt>
                <c:pt idx="217">
                  <c:v>7.3524509901088235</c:v>
                </c:pt>
                <c:pt idx="218">
                  <c:v>7.3508126671056218</c:v>
                </c:pt>
                <c:pt idx="219">
                  <c:v>7.3432625280571528</c:v>
                </c:pt>
                <c:pt idx="220">
                  <c:v>7.3347481722755852</c:v>
                </c:pt>
                <c:pt idx="221">
                  <c:v>7.3251164384086493</c:v>
                </c:pt>
                <c:pt idx="222">
                  <c:v>7.3197889834272267</c:v>
                </c:pt>
                <c:pt idx="223">
                  <c:v>7.3116118707679165</c:v>
                </c:pt>
                <c:pt idx="224">
                  <c:v>7.3036433403119858</c:v>
                </c:pt>
                <c:pt idx="225">
                  <c:v>7.2926089071574962</c:v>
                </c:pt>
                <c:pt idx="226">
                  <c:v>7.277733352260281</c:v>
                </c:pt>
                <c:pt idx="227">
                  <c:v>7.2671662638832357</c:v>
                </c:pt>
                <c:pt idx="228">
                  <c:v>7.2592867780557437</c:v>
                </c:pt>
                <c:pt idx="229">
                  <c:v>7.2469245005727165</c:v>
                </c:pt>
                <c:pt idx="230">
                  <c:v>7.2345671746312368</c:v>
                </c:pt>
                <c:pt idx="231">
                  <c:v>7.2246902286318697</c:v>
                </c:pt>
                <c:pt idx="232">
                  <c:v>7.2215831462064912</c:v>
                </c:pt>
                <c:pt idx="233">
                  <c:v>7.2245850588393541</c:v>
                </c:pt>
                <c:pt idx="234">
                  <c:v>7.2238508829687049</c:v>
                </c:pt>
                <c:pt idx="235">
                  <c:v>7.2212785967158686</c:v>
                </c:pt>
                <c:pt idx="236">
                  <c:v>7.2209394873651229</c:v>
                </c:pt>
                <c:pt idx="237">
                  <c:v>7.2222322018719192</c:v>
                </c:pt>
                <c:pt idx="238">
                  <c:v>7.2167744968078038</c:v>
                </c:pt>
                <c:pt idx="239">
                  <c:v>7.214921482325142</c:v>
                </c:pt>
                <c:pt idx="240">
                  <c:v>7.2153071355727167</c:v>
                </c:pt>
                <c:pt idx="241">
                  <c:v>7.2147604463990049</c:v>
                </c:pt>
                <c:pt idx="242">
                  <c:v>7.2185348945067549</c:v>
                </c:pt>
                <c:pt idx="243">
                  <c:v>7.2244747593922867</c:v>
                </c:pt>
                <c:pt idx="244">
                  <c:v>7.2260870244628164</c:v>
                </c:pt>
                <c:pt idx="245">
                  <c:v>7.2309063626208534</c:v>
                </c:pt>
                <c:pt idx="246">
                  <c:v>7.23914718036505</c:v>
                </c:pt>
                <c:pt idx="247">
                  <c:v>7.244356498927174</c:v>
                </c:pt>
                <c:pt idx="248">
                  <c:v>7.2648109370821272</c:v>
                </c:pt>
                <c:pt idx="249">
                  <c:v>7.2916425372360676</c:v>
                </c:pt>
                <c:pt idx="250">
                  <c:v>7.3167211966888779</c:v>
                </c:pt>
                <c:pt idx="251">
                  <c:v>7.3958385424130917</c:v>
                </c:pt>
                <c:pt idx="252">
                  <c:v>7.4527103574754925</c:v>
                </c:pt>
                <c:pt idx="253">
                  <c:v>7.5163318954890519</c:v>
                </c:pt>
                <c:pt idx="254">
                  <c:v>7.5970698399934085</c:v>
                </c:pt>
                <c:pt idx="255">
                  <c:v>7.6930821858686631</c:v>
                </c:pt>
                <c:pt idx="256">
                  <c:v>7.8054062632575443</c:v>
                </c:pt>
                <c:pt idx="257">
                  <c:v>7.939368331805305</c:v>
                </c:pt>
                <c:pt idx="258">
                  <c:v>8.0708773488830658</c:v>
                </c:pt>
                <c:pt idx="259">
                  <c:v>8.1999999999999993</c:v>
                </c:pt>
                <c:pt idx="260">
                  <c:v>7.9799075484259987</c:v>
                </c:pt>
                <c:pt idx="261">
                  <c:v>7.6320171315263057</c:v>
                </c:pt>
                <c:pt idx="262">
                  <c:v>7.3762281263772094</c:v>
                </c:pt>
                <c:pt idx="263">
                  <c:v>7.3030872952579129</c:v>
                </c:pt>
                <c:pt idx="264">
                  <c:v>7.2677656656008605</c:v>
                </c:pt>
                <c:pt idx="265">
                  <c:v>7.2427632385143079</c:v>
                </c:pt>
                <c:pt idx="266">
                  <c:v>7.247694269358921</c:v>
                </c:pt>
                <c:pt idx="267">
                  <c:v>7.2476344194310807</c:v>
                </c:pt>
                <c:pt idx="268">
                  <c:v>7.2323782330835238</c:v>
                </c:pt>
                <c:pt idx="269">
                  <c:v>7.2310329475337038</c:v>
                </c:pt>
                <c:pt idx="270">
                  <c:v>7.2379010305349336</c:v>
                </c:pt>
                <c:pt idx="271">
                  <c:v>7.258885481538722</c:v>
                </c:pt>
                <c:pt idx="272">
                  <c:v>7.2623693679638635</c:v>
                </c:pt>
                <c:pt idx="273">
                  <c:v>7.2795949102300961</c:v>
                </c:pt>
                <c:pt idx="274">
                  <c:v>7.3138735972057196</c:v>
                </c:pt>
                <c:pt idx="275">
                  <c:v>7.3679787710829601</c:v>
                </c:pt>
                <c:pt idx="276">
                  <c:v>7.4628022720189948</c:v>
                </c:pt>
                <c:pt idx="277">
                  <c:v>7.6312200718696266</c:v>
                </c:pt>
                <c:pt idx="278">
                  <c:v>8.0686154878709981</c:v>
                </c:pt>
                <c:pt idx="279">
                  <c:v>8.1913382299791291</c:v>
                </c:pt>
                <c:pt idx="280">
                  <c:v>8.0084973930905612</c:v>
                </c:pt>
                <c:pt idx="281">
                  <c:v>7.6703157657019521</c:v>
                </c:pt>
                <c:pt idx="282">
                  <c:v>7.4231167629067967</c:v>
                </c:pt>
                <c:pt idx="283">
                  <c:v>7.3143065701312127</c:v>
                </c:pt>
                <c:pt idx="284">
                  <c:v>7.2582979421472498</c:v>
                </c:pt>
                <c:pt idx="285">
                  <c:v>7.2266721237061162</c:v>
                </c:pt>
                <c:pt idx="286">
                  <c:v>7.2150309327668847</c:v>
                </c:pt>
                <c:pt idx="287">
                  <c:v>7.2247383923675299</c:v>
                </c:pt>
                <c:pt idx="288">
                  <c:v>7.2139293740849348</c:v>
                </c:pt>
                <c:pt idx="289">
                  <c:v>7.2032409521601455</c:v>
                </c:pt>
                <c:pt idx="290">
                  <c:v>7.190142137819632</c:v>
                </c:pt>
                <c:pt idx="291">
                  <c:v>7.1915229074381699</c:v>
                </c:pt>
                <c:pt idx="292">
                  <c:v>7.1973894370149507</c:v>
                </c:pt>
                <c:pt idx="293">
                  <c:v>7.1859178989606241</c:v>
                </c:pt>
                <c:pt idx="294">
                  <c:v>7.1891044534299251</c:v>
                </c:pt>
                <c:pt idx="295">
                  <c:v>7.1957160586511408</c:v>
                </c:pt>
                <c:pt idx="296">
                  <c:v>7.1903740478791196</c:v>
                </c:pt>
                <c:pt idx="297">
                  <c:v>7.1952170646769327</c:v>
                </c:pt>
                <c:pt idx="298">
                  <c:v>7.1953072883145142</c:v>
                </c:pt>
                <c:pt idx="299">
                  <c:v>7.2009113706044321</c:v>
                </c:pt>
                <c:pt idx="300">
                  <c:v>7.2097645111752691</c:v>
                </c:pt>
                <c:pt idx="301">
                  <c:v>7.2046249100014776</c:v>
                </c:pt>
                <c:pt idx="302">
                  <c:v>7.189876795949055</c:v>
                </c:pt>
                <c:pt idx="303">
                  <c:v>7.1887218419566734</c:v>
                </c:pt>
                <c:pt idx="304">
                  <c:v>7.2072137350363707</c:v>
                </c:pt>
                <c:pt idx="305">
                  <c:v>7.2222104859385086</c:v>
                </c:pt>
                <c:pt idx="306">
                  <c:v>7.2248120104306777</c:v>
                </c:pt>
                <c:pt idx="307">
                  <c:v>7.2207225734311633</c:v>
                </c:pt>
                <c:pt idx="308">
                  <c:v>7.217966001567901</c:v>
                </c:pt>
                <c:pt idx="309">
                  <c:v>7.2126311509386918</c:v>
                </c:pt>
                <c:pt idx="310">
                  <c:v>7.2065475973442199</c:v>
                </c:pt>
                <c:pt idx="311">
                  <c:v>7.1967328909555137</c:v>
                </c:pt>
                <c:pt idx="312">
                  <c:v>7.1902670336274825</c:v>
                </c:pt>
                <c:pt idx="313">
                  <c:v>7.2030073371633909</c:v>
                </c:pt>
                <c:pt idx="314">
                  <c:v>7.2126194964110466</c:v>
                </c:pt>
                <c:pt idx="315">
                  <c:v>7.2079704961308471</c:v>
                </c:pt>
                <c:pt idx="316">
                  <c:v>7.2021257359213786</c:v>
                </c:pt>
                <c:pt idx="317">
                  <c:v>7.2016946163606566</c:v>
                </c:pt>
                <c:pt idx="318">
                  <c:v>7.2156324619454049</c:v>
                </c:pt>
                <c:pt idx="319">
                  <c:v>7.2241632694315587</c:v>
                </c:pt>
                <c:pt idx="320">
                  <c:v>7.2241808293948457</c:v>
                </c:pt>
                <c:pt idx="321">
                  <c:v>7.2454912133450557</c:v>
                </c:pt>
                <c:pt idx="322">
                  <c:v>7.2824692187479121</c:v>
                </c:pt>
                <c:pt idx="323">
                  <c:v>7.3220713868059084</c:v>
                </c:pt>
                <c:pt idx="324">
                  <c:v>7.3319888455978415</c:v>
                </c:pt>
                <c:pt idx="325">
                  <c:v>7.3114095502261893</c:v>
                </c:pt>
                <c:pt idx="326">
                  <c:v>7.2891822029231816</c:v>
                </c:pt>
                <c:pt idx="327">
                  <c:v>7.2816707658517252</c:v>
                </c:pt>
                <c:pt idx="328">
                  <c:v>7.2987117711702902</c:v>
                </c:pt>
                <c:pt idx="329">
                  <c:v>7.3350025809761892</c:v>
                </c:pt>
                <c:pt idx="330">
                  <c:v>7.4028353595574359</c:v>
                </c:pt>
                <c:pt idx="331">
                  <c:v>7.5110200115423558</c:v>
                </c:pt>
                <c:pt idx="332">
                  <c:v>7.6140666020414631</c:v>
                </c:pt>
                <c:pt idx="333">
                  <c:v>7.6355784100312745</c:v>
                </c:pt>
                <c:pt idx="334">
                  <c:v>7.5658606733893858</c:v>
                </c:pt>
                <c:pt idx="335">
                  <c:v>7.4625674161683033</c:v>
                </c:pt>
                <c:pt idx="336">
                  <c:v>7.3694336456068594</c:v>
                </c:pt>
                <c:pt idx="337">
                  <c:v>7.3035758869378542</c:v>
                </c:pt>
                <c:pt idx="338">
                  <c:v>7.2627563560694615</c:v>
                </c:pt>
                <c:pt idx="339">
                  <c:v>7.2433526936101034</c:v>
                </c:pt>
                <c:pt idx="340">
                  <c:v>7.2268367990746611</c:v>
                </c:pt>
                <c:pt idx="341">
                  <c:v>7.218536580643204</c:v>
                </c:pt>
                <c:pt idx="342">
                  <c:v>7.2153581134938607</c:v>
                </c:pt>
                <c:pt idx="343">
                  <c:v>7.2109132658455506</c:v>
                </c:pt>
                <c:pt idx="344">
                  <c:v>7.2070422577300572</c:v>
                </c:pt>
                <c:pt idx="345">
                  <c:v>7.2064721892453694</c:v>
                </c:pt>
                <c:pt idx="346">
                  <c:v>7.2054288710423533</c:v>
                </c:pt>
                <c:pt idx="347">
                  <c:v>7.2057625598206387</c:v>
                </c:pt>
                <c:pt idx="348">
                  <c:v>7.2047526853029131</c:v>
                </c:pt>
                <c:pt idx="349">
                  <c:v>7.2012763132675603</c:v>
                </c:pt>
                <c:pt idx="350">
                  <c:v>7.1947442206604499</c:v>
                </c:pt>
                <c:pt idx="351">
                  <c:v>7.2014811678378559</c:v>
                </c:pt>
                <c:pt idx="352">
                  <c:v>7.2043263376864575</c:v>
                </c:pt>
                <c:pt idx="353">
                  <c:v>7.2049222820327454</c:v>
                </c:pt>
                <c:pt idx="354">
                  <c:v>7.2032037154099795</c:v>
                </c:pt>
                <c:pt idx="355">
                  <c:v>7.2030750379166966</c:v>
                </c:pt>
                <c:pt idx="356">
                  <c:v>7.2004681956071916</c:v>
                </c:pt>
                <c:pt idx="357">
                  <c:v>7.2021121493623843</c:v>
                </c:pt>
                <c:pt idx="358">
                  <c:v>7.1984230402667357</c:v>
                </c:pt>
                <c:pt idx="359">
                  <c:v>7.2003364813490132</c:v>
                </c:pt>
                <c:pt idx="360">
                  <c:v>7.2045804104461428</c:v>
                </c:pt>
                <c:pt idx="361">
                  <c:v>7.208555725495593</c:v>
                </c:pt>
                <c:pt idx="362">
                  <c:v>7.2114990181698699</c:v>
                </c:pt>
                <c:pt idx="363">
                  <c:v>7.211352681514251</c:v>
                </c:pt>
                <c:pt idx="364">
                  <c:v>7.214473891269499</c:v>
                </c:pt>
                <c:pt idx="365">
                  <c:v>7.2184709638120603</c:v>
                </c:pt>
                <c:pt idx="366">
                  <c:v>7.2149364606393691</c:v>
                </c:pt>
                <c:pt idx="367">
                  <c:v>7.2137382776310899</c:v>
                </c:pt>
                <c:pt idx="368">
                  <c:v>7.2145260190090434</c:v>
                </c:pt>
                <c:pt idx="369">
                  <c:v>7.2153080627498607</c:v>
                </c:pt>
                <c:pt idx="370">
                  <c:v>7.2158719022269482</c:v>
                </c:pt>
                <c:pt idx="371">
                  <c:v>7.2187063599388672</c:v>
                </c:pt>
                <c:pt idx="372">
                  <c:v>7.2146862573847237</c:v>
                </c:pt>
                <c:pt idx="373">
                  <c:v>7.2097928618181255</c:v>
                </c:pt>
                <c:pt idx="374">
                  <c:v>7.1990959508914463</c:v>
                </c:pt>
                <c:pt idx="375">
                  <c:v>7.2025278275150653</c:v>
                </c:pt>
                <c:pt idx="376">
                  <c:v>7.2082680838767548</c:v>
                </c:pt>
                <c:pt idx="377">
                  <c:v>7.2088400185899317</c:v>
                </c:pt>
                <c:pt idx="378">
                  <c:v>7.2090723986698491</c:v>
                </c:pt>
                <c:pt idx="379">
                  <c:v>7.2041998532095519</c:v>
                </c:pt>
                <c:pt idx="380">
                  <c:v>7.1994146636437621</c:v>
                </c:pt>
                <c:pt idx="381">
                  <c:v>7.2043105266939307</c:v>
                </c:pt>
                <c:pt idx="382">
                  <c:v>7.2052500431112634</c:v>
                </c:pt>
                <c:pt idx="383">
                  <c:v>7.2041147723376193</c:v>
                </c:pt>
                <c:pt idx="384">
                  <c:v>7.2063014921729707</c:v>
                </c:pt>
                <c:pt idx="385">
                  <c:v>7.2005464712326601</c:v>
                </c:pt>
                <c:pt idx="386">
                  <c:v>7.2003533990541202</c:v>
                </c:pt>
                <c:pt idx="387">
                  <c:v>7.2024751718683637</c:v>
                </c:pt>
                <c:pt idx="388">
                  <c:v>7.2029559921315531</c:v>
                </c:pt>
                <c:pt idx="389">
                  <c:v>7.2020004869797578</c:v>
                </c:pt>
                <c:pt idx="390">
                  <c:v>7.1995911869904665</c:v>
                </c:pt>
                <c:pt idx="391">
                  <c:v>7.2007913267680115</c:v>
                </c:pt>
                <c:pt idx="392">
                  <c:v>7.2002766599007009</c:v>
                </c:pt>
                <c:pt idx="393">
                  <c:v>7.2019418450044244</c:v>
                </c:pt>
                <c:pt idx="394">
                  <c:v>7.2003379835590477</c:v>
                </c:pt>
                <c:pt idx="395">
                  <c:v>7.2019024104139877</c:v>
                </c:pt>
                <c:pt idx="396">
                  <c:v>7.2073456470123531</c:v>
                </c:pt>
                <c:pt idx="397">
                  <c:v>7.209628097393078</c:v>
                </c:pt>
                <c:pt idx="398">
                  <c:v>7.209504198028541</c:v>
                </c:pt>
                <c:pt idx="399">
                  <c:v>7.205618303129115</c:v>
                </c:pt>
                <c:pt idx="400">
                  <c:v>7.2077164763103054</c:v>
                </c:pt>
                <c:pt idx="401">
                  <c:v>7.2103280320279799</c:v>
                </c:pt>
                <c:pt idx="402">
                  <c:v>7.2095459219895437</c:v>
                </c:pt>
                <c:pt idx="403">
                  <c:v>7.2152311644388663</c:v>
                </c:pt>
                <c:pt idx="404">
                  <c:v>7.2231222701609203</c:v>
                </c:pt>
                <c:pt idx="405">
                  <c:v>7.223989777469253</c:v>
                </c:pt>
                <c:pt idx="406">
                  <c:v>7.2239633573734698</c:v>
                </c:pt>
                <c:pt idx="407">
                  <c:v>7.2201130786432408</c:v>
                </c:pt>
                <c:pt idx="408">
                  <c:v>7.215427606261902</c:v>
                </c:pt>
                <c:pt idx="409">
                  <c:v>7.2144626553074165</c:v>
                </c:pt>
                <c:pt idx="410">
                  <c:v>7.2110711234440608</c:v>
                </c:pt>
                <c:pt idx="411">
                  <c:v>7.2095448839865295</c:v>
                </c:pt>
                <c:pt idx="412">
                  <c:v>7.2052504775090931</c:v>
                </c:pt>
                <c:pt idx="413">
                  <c:v>7.2006811695639694</c:v>
                </c:pt>
                <c:pt idx="414">
                  <c:v>7.1972872706529865</c:v>
                </c:pt>
                <c:pt idx="415">
                  <c:v>7.1940339470603503</c:v>
                </c:pt>
                <c:pt idx="416">
                  <c:v>7.1992462415939373</c:v>
                </c:pt>
                <c:pt idx="417">
                  <c:v>7.2038028858280754</c:v>
                </c:pt>
                <c:pt idx="418">
                  <c:v>7.2035160187534313</c:v>
                </c:pt>
                <c:pt idx="419">
                  <c:v>7.1997478528398053</c:v>
                </c:pt>
                <c:pt idx="420">
                  <c:v>7.1986680251813953</c:v>
                </c:pt>
                <c:pt idx="421">
                  <c:v>7.2005671348150635</c:v>
                </c:pt>
                <c:pt idx="422">
                  <c:v>7.1975713900871456</c:v>
                </c:pt>
                <c:pt idx="423">
                  <c:v>7.2017283248653534</c:v>
                </c:pt>
                <c:pt idx="424">
                  <c:v>7.1955537665335578</c:v>
                </c:pt>
                <c:pt idx="425">
                  <c:v>7.1993040200922636</c:v>
                </c:pt>
                <c:pt idx="426">
                  <c:v>7.1974280618096618</c:v>
                </c:pt>
                <c:pt idx="427">
                  <c:v>7.1959892523366999</c:v>
                </c:pt>
                <c:pt idx="428">
                  <c:v>7.1968057169105464</c:v>
                </c:pt>
                <c:pt idx="429">
                  <c:v>7.1982006087876798</c:v>
                </c:pt>
                <c:pt idx="430">
                  <c:v>7.1963670740543844</c:v>
                </c:pt>
                <c:pt idx="431">
                  <c:v>7.2048697278115057</c:v>
                </c:pt>
                <c:pt idx="432">
                  <c:v>7.2102569688969416</c:v>
                </c:pt>
                <c:pt idx="433">
                  <c:v>7.2184656402122362</c:v>
                </c:pt>
                <c:pt idx="434">
                  <c:v>7.2343507079588241</c:v>
                </c:pt>
                <c:pt idx="435">
                  <c:v>7.2781367188462305</c:v>
                </c:pt>
                <c:pt idx="436">
                  <c:v>7.2842888449582182</c:v>
                </c:pt>
                <c:pt idx="437">
                  <c:v>7.2156014762195868</c:v>
                </c:pt>
                <c:pt idx="438">
                  <c:v>7.2496842982604077</c:v>
                </c:pt>
                <c:pt idx="439">
                  <c:v>7.2742667427966516</c:v>
                </c:pt>
                <c:pt idx="440">
                  <c:v>7.2321195001949583</c:v>
                </c:pt>
                <c:pt idx="441">
                  <c:v>7.1957252853995719</c:v>
                </c:pt>
                <c:pt idx="442">
                  <c:v>7.1766315341270532</c:v>
                </c:pt>
                <c:pt idx="443">
                  <c:v>7.168935643227333</c:v>
                </c:pt>
                <c:pt idx="444">
                  <c:v>7.1690042998537669</c:v>
                </c:pt>
                <c:pt idx="445">
                  <c:v>7.1960542108918624</c:v>
                </c:pt>
                <c:pt idx="446">
                  <c:v>7.1954227050471751</c:v>
                </c:pt>
                <c:pt idx="447">
                  <c:v>7.1981775772918226</c:v>
                </c:pt>
                <c:pt idx="448">
                  <c:v>7.2028206109100346</c:v>
                </c:pt>
                <c:pt idx="449">
                  <c:v>7.1956138623562964</c:v>
                </c:pt>
                <c:pt idx="450">
                  <c:v>7.1984520676153227</c:v>
                </c:pt>
                <c:pt idx="451">
                  <c:v>7.2019426152194823</c:v>
                </c:pt>
                <c:pt idx="452">
                  <c:v>7.1996623615967454</c:v>
                </c:pt>
                <c:pt idx="453">
                  <c:v>7.196587940860165</c:v>
                </c:pt>
                <c:pt idx="454">
                  <c:v>7.1984361219248356</c:v>
                </c:pt>
                <c:pt idx="455">
                  <c:v>7.1925415119669456</c:v>
                </c:pt>
                <c:pt idx="456">
                  <c:v>7.1788250116193009</c:v>
                </c:pt>
                <c:pt idx="457">
                  <c:v>7.1809829337976288</c:v>
                </c:pt>
                <c:pt idx="458">
                  <c:v>7.1960003235442533</c:v>
                </c:pt>
                <c:pt idx="459">
                  <c:v>7.2055604559830675</c:v>
                </c:pt>
                <c:pt idx="460">
                  <c:v>7.2043341890066817</c:v>
                </c:pt>
                <c:pt idx="461">
                  <c:v>7.2014523714177283</c:v>
                </c:pt>
                <c:pt idx="462">
                  <c:v>7.1982784501080852</c:v>
                </c:pt>
                <c:pt idx="463">
                  <c:v>7.2044562404487893</c:v>
                </c:pt>
                <c:pt idx="464">
                  <c:v>7.1989558544373367</c:v>
                </c:pt>
                <c:pt idx="465">
                  <c:v>7.1957994966779788</c:v>
                </c:pt>
                <c:pt idx="466">
                  <c:v>7.1948910312945662</c:v>
                </c:pt>
                <c:pt idx="467">
                  <c:v>7.1912045383573719</c:v>
                </c:pt>
                <c:pt idx="468">
                  <c:v>7.189005427546574</c:v>
                </c:pt>
                <c:pt idx="469">
                  <c:v>7.1935928774144919</c:v>
                </c:pt>
                <c:pt idx="470">
                  <c:v>7.1946001287234562</c:v>
                </c:pt>
                <c:pt idx="471">
                  <c:v>7.1937595041099618</c:v>
                </c:pt>
                <c:pt idx="472">
                  <c:v>7.1963057067026917</c:v>
                </c:pt>
                <c:pt idx="473">
                  <c:v>7.1961869154707188</c:v>
                </c:pt>
                <c:pt idx="474">
                  <c:v>7.2017752390888052</c:v>
                </c:pt>
                <c:pt idx="475">
                  <c:v>7.2044808131169003</c:v>
                </c:pt>
                <c:pt idx="476">
                  <c:v>7.2032289978089414</c:v>
                </c:pt>
                <c:pt idx="477">
                  <c:v>7.2009338256449693</c:v>
                </c:pt>
                <c:pt idx="478">
                  <c:v>7.2020965246463753</c:v>
                </c:pt>
                <c:pt idx="479">
                  <c:v>7.2072707915585772</c:v>
                </c:pt>
                <c:pt idx="480">
                  <c:v>7.206986868543483</c:v>
                </c:pt>
                <c:pt idx="481">
                  <c:v>7.2036781869340478</c:v>
                </c:pt>
                <c:pt idx="482">
                  <c:v>7.2013057374123424</c:v>
                </c:pt>
                <c:pt idx="483">
                  <c:v>7.2066928084245969</c:v>
                </c:pt>
                <c:pt idx="484">
                  <c:v>7.2066932838873692</c:v>
                </c:pt>
                <c:pt idx="485">
                  <c:v>7.2088045483744478</c:v>
                </c:pt>
                <c:pt idx="486">
                  <c:v>7.2027755577201082</c:v>
                </c:pt>
                <c:pt idx="487">
                  <c:v>7.2006867486446353</c:v>
                </c:pt>
                <c:pt idx="488">
                  <c:v>7.2008169135670466</c:v>
                </c:pt>
                <c:pt idx="489">
                  <c:v>7.2006189317468072</c:v>
                </c:pt>
                <c:pt idx="490">
                  <c:v>7.2046253948646584</c:v>
                </c:pt>
                <c:pt idx="491">
                  <c:v>7.2096143134255026</c:v>
                </c:pt>
                <c:pt idx="492">
                  <c:v>7.2098205672960969</c:v>
                </c:pt>
                <c:pt idx="493">
                  <c:v>7.2077285157599453</c:v>
                </c:pt>
                <c:pt idx="494">
                  <c:v>7.206407907767006</c:v>
                </c:pt>
                <c:pt idx="495">
                  <c:v>7.2034778949015479</c:v>
                </c:pt>
                <c:pt idx="496">
                  <c:v>7.2073328871945588</c:v>
                </c:pt>
                <c:pt idx="497">
                  <c:v>7.209046472342898</c:v>
                </c:pt>
                <c:pt idx="498">
                  <c:v>7.2125400035872751</c:v>
                </c:pt>
                <c:pt idx="499">
                  <c:v>7.2169164884956096</c:v>
                </c:pt>
                <c:pt idx="500">
                  <c:v>7.2140829935834354</c:v>
                </c:pt>
                <c:pt idx="501">
                  <c:v>7.2102282046361061</c:v>
                </c:pt>
                <c:pt idx="502">
                  <c:v>7.2157813574911991</c:v>
                </c:pt>
                <c:pt idx="503">
                  <c:v>7.2197122848007007</c:v>
                </c:pt>
                <c:pt idx="504">
                  <c:v>7.2192726920085111</c:v>
                </c:pt>
                <c:pt idx="505">
                  <c:v>7.2237866494819016</c:v>
                </c:pt>
                <c:pt idx="506">
                  <c:v>7.2330289293676335</c:v>
                </c:pt>
                <c:pt idx="507">
                  <c:v>7.2512691477813584</c:v>
                </c:pt>
                <c:pt idx="508">
                  <c:v>7.277718272025834</c:v>
                </c:pt>
                <c:pt idx="509">
                  <c:v>7.3079640055939832</c:v>
                </c:pt>
                <c:pt idx="510">
                  <c:v>7.3549548314917983</c:v>
                </c:pt>
                <c:pt idx="511">
                  <c:v>7.4083845375239612</c:v>
                </c:pt>
                <c:pt idx="512">
                  <c:v>7.438724908468914</c:v>
                </c:pt>
                <c:pt idx="513">
                  <c:v>7.4635268673889943</c:v>
                </c:pt>
                <c:pt idx="514">
                  <c:v>7.4782213803115116</c:v>
                </c:pt>
                <c:pt idx="515">
                  <c:v>7.4755405341819596</c:v>
                </c:pt>
                <c:pt idx="516">
                  <c:v>7.4647482159726426</c:v>
                </c:pt>
                <c:pt idx="517">
                  <c:v>7.4432865012760487</c:v>
                </c:pt>
                <c:pt idx="518">
                  <c:v>7.4138527809408883</c:v>
                </c:pt>
                <c:pt idx="519">
                  <c:v>7.3875292144909324</c:v>
                </c:pt>
                <c:pt idx="520">
                  <c:v>7.366698257317025</c:v>
                </c:pt>
                <c:pt idx="521">
                  <c:v>7.3509615695780335</c:v>
                </c:pt>
                <c:pt idx="522">
                  <c:v>7.3354034698123316</c:v>
                </c:pt>
                <c:pt idx="523">
                  <c:v>7.3134913587802624</c:v>
                </c:pt>
                <c:pt idx="524">
                  <c:v>7.3067022134839368</c:v>
                </c:pt>
                <c:pt idx="525">
                  <c:v>7.3097843046756417</c:v>
                </c:pt>
                <c:pt idx="526">
                  <c:v>7.3066360900202447</c:v>
                </c:pt>
                <c:pt idx="527">
                  <c:v>7.311169414314409</c:v>
                </c:pt>
                <c:pt idx="528">
                  <c:v>7.326652097075609</c:v>
                </c:pt>
                <c:pt idx="529">
                  <c:v>7.3287775947708429</c:v>
                </c:pt>
                <c:pt idx="530">
                  <c:v>7.3337658275966175</c:v>
                </c:pt>
                <c:pt idx="531">
                  <c:v>7.3509982054441849</c:v>
                </c:pt>
                <c:pt idx="532">
                  <c:v>7.3625790497181951</c:v>
                </c:pt>
                <c:pt idx="533">
                  <c:v>7.3725990699366335</c:v>
                </c:pt>
                <c:pt idx="534">
                  <c:v>7.3912022054728093</c:v>
                </c:pt>
                <c:pt idx="535">
                  <c:v>7.4013511953393349</c:v>
                </c:pt>
                <c:pt idx="536">
                  <c:v>7.4153068638514323</c:v>
                </c:pt>
                <c:pt idx="537">
                  <c:v>7.4313325854592529</c:v>
                </c:pt>
                <c:pt idx="538">
                  <c:v>7.4612889922616308</c:v>
                </c:pt>
                <c:pt idx="539">
                  <c:v>7.5016277723803828</c:v>
                </c:pt>
                <c:pt idx="540">
                  <c:v>7.5365929543751431</c:v>
                </c:pt>
                <c:pt idx="541">
                  <c:v>7.577765525010328</c:v>
                </c:pt>
                <c:pt idx="542">
                  <c:v>7.6281171058337023</c:v>
                </c:pt>
                <c:pt idx="543">
                  <c:v>7.6802753383244662</c:v>
                </c:pt>
                <c:pt idx="544">
                  <c:v>7.728051674240084</c:v>
                </c:pt>
                <c:pt idx="545">
                  <c:v>7.7901582701082308</c:v>
                </c:pt>
                <c:pt idx="546">
                  <c:v>7.8309672052318424</c:v>
                </c:pt>
                <c:pt idx="547">
                  <c:v>7.8714982524026897</c:v>
                </c:pt>
                <c:pt idx="548">
                  <c:v>7.9275748126868661</c:v>
                </c:pt>
                <c:pt idx="549">
                  <c:v>7.9741259211133881</c:v>
                </c:pt>
                <c:pt idx="550">
                  <c:v>8.0038003394058084</c:v>
                </c:pt>
                <c:pt idx="551">
                  <c:v>8.0410270657673006</c:v>
                </c:pt>
                <c:pt idx="552">
                  <c:v>8.0465075633589915</c:v>
                </c:pt>
                <c:pt idx="553">
                  <c:v>8.0150318130409381</c:v>
                </c:pt>
                <c:pt idx="554">
                  <c:v>7.9673961943156177</c:v>
                </c:pt>
                <c:pt idx="555">
                  <c:v>7.9182242757165264</c:v>
                </c:pt>
                <c:pt idx="556">
                  <c:v>7.8490274523279355</c:v>
                </c:pt>
                <c:pt idx="557">
                  <c:v>7.7897013508786941</c:v>
                </c:pt>
                <c:pt idx="558">
                  <c:v>7.7106996044529712</c:v>
                </c:pt>
                <c:pt idx="559">
                  <c:v>7.6318324006333667</c:v>
                </c:pt>
                <c:pt idx="560">
                  <c:v>7.5669551263519415</c:v>
                </c:pt>
                <c:pt idx="561">
                  <c:v>7.5073674125205496</c:v>
                </c:pt>
                <c:pt idx="562">
                  <c:v>7.4481155802364425</c:v>
                </c:pt>
                <c:pt idx="563">
                  <c:v>7.4073382938148331</c:v>
                </c:pt>
                <c:pt idx="564">
                  <c:v>7.3424034059133012</c:v>
                </c:pt>
                <c:pt idx="565">
                  <c:v>7.2800497712649044</c:v>
                </c:pt>
                <c:pt idx="566">
                  <c:v>7.2648314240358012</c:v>
                </c:pt>
                <c:pt idx="567">
                  <c:v>7.275335571234848</c:v>
                </c:pt>
                <c:pt idx="568">
                  <c:v>7.2545008618136295</c:v>
                </c:pt>
                <c:pt idx="569">
                  <c:v>7.2181754486088723</c:v>
                </c:pt>
                <c:pt idx="570">
                  <c:v>7.1866602799037169</c:v>
                </c:pt>
                <c:pt idx="571">
                  <c:v>7.1734872201464714</c:v>
                </c:pt>
                <c:pt idx="572">
                  <c:v>7.1985219624982122</c:v>
                </c:pt>
                <c:pt idx="573">
                  <c:v>7.2145890828871115</c:v>
                </c:pt>
                <c:pt idx="574">
                  <c:v>7.2065238123313984</c:v>
                </c:pt>
                <c:pt idx="575">
                  <c:v>7.1371218462994639</c:v>
                </c:pt>
                <c:pt idx="576">
                  <c:v>7.1146627264797893</c:v>
                </c:pt>
                <c:pt idx="577">
                  <c:v>7.181425841470749</c:v>
                </c:pt>
                <c:pt idx="578">
                  <c:v>7.1641964123829354</c:v>
                </c:pt>
                <c:pt idx="579">
                  <c:v>7.233937529325317</c:v>
                </c:pt>
                <c:pt idx="580">
                  <c:v>7.2777214701437956</c:v>
                </c:pt>
                <c:pt idx="581">
                  <c:v>7.1465763537680829</c:v>
                </c:pt>
                <c:pt idx="582">
                  <c:v>7.0779275761805946</c:v>
                </c:pt>
                <c:pt idx="583">
                  <c:v>6.9891713245724327</c:v>
                </c:pt>
                <c:pt idx="584">
                  <c:v>6.8904634718882578</c:v>
                </c:pt>
                <c:pt idx="585">
                  <c:v>6.8926552909505228</c:v>
                </c:pt>
                <c:pt idx="586">
                  <c:v>6.8429998865776387</c:v>
                </c:pt>
                <c:pt idx="587">
                  <c:v>7.0076039782560908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4-37F8-4EA4-8385-84A4706AD5FD}"/>
            </c:ext>
          </c:extLst>
        </c:ser>
        <c:ser>
          <c:idx val="5"/>
          <c:order val="5"/>
          <c:tx>
            <c:strRef>
              <c:f>'Fully separated 0.5%'!$G$1</c:f>
              <c:strCache>
                <c:ptCount val="1"/>
                <c:pt idx="0">
                  <c:v>D_6/O-PTIR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0.5%'!$A$2:$A$589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0.5%'!$G$2:$G$589</c:f>
              <c:numCache>
                <c:formatCode>General</c:formatCode>
                <c:ptCount val="588"/>
                <c:pt idx="0">
                  <c:v>6.8788723707639043</c:v>
                </c:pt>
                <c:pt idx="1">
                  <c:v>6.9676822453267784</c:v>
                </c:pt>
                <c:pt idx="2">
                  <c:v>6.9578144090697949</c:v>
                </c:pt>
                <c:pt idx="3">
                  <c:v>6.9708154985029962</c:v>
                </c:pt>
                <c:pt idx="4">
                  <c:v>7.0904166822343129</c:v>
                </c:pt>
                <c:pt idx="5">
                  <c:v>7.0313202565566746</c:v>
                </c:pt>
                <c:pt idx="6">
                  <c:v>6.9980883841981791</c:v>
                </c:pt>
                <c:pt idx="7">
                  <c:v>6.9878326817692358</c:v>
                </c:pt>
                <c:pt idx="8">
                  <c:v>7.0217963160024066</c:v>
                </c:pt>
                <c:pt idx="9">
                  <c:v>7.02120172135883</c:v>
                </c:pt>
                <c:pt idx="10">
                  <c:v>6.9803838521588473</c:v>
                </c:pt>
                <c:pt idx="11">
                  <c:v>6.9745386028376428</c:v>
                </c:pt>
                <c:pt idx="12">
                  <c:v>6.9679587999212602</c:v>
                </c:pt>
                <c:pt idx="13">
                  <c:v>7.0019733044166621</c:v>
                </c:pt>
                <c:pt idx="14">
                  <c:v>7.0265935984071373</c:v>
                </c:pt>
                <c:pt idx="15">
                  <c:v>7.0127102895707738</c:v>
                </c:pt>
                <c:pt idx="16">
                  <c:v>7.0188654956729382</c:v>
                </c:pt>
                <c:pt idx="17">
                  <c:v>7.0093389498613972</c:v>
                </c:pt>
                <c:pt idx="18">
                  <c:v>7.0052735334545009</c:v>
                </c:pt>
                <c:pt idx="19">
                  <c:v>7.0117491169310568</c:v>
                </c:pt>
                <c:pt idx="20">
                  <c:v>7.0136196890392801</c:v>
                </c:pt>
                <c:pt idx="21">
                  <c:v>7.0396950660505038</c:v>
                </c:pt>
                <c:pt idx="22">
                  <c:v>7.0358388740213993</c:v>
                </c:pt>
                <c:pt idx="23">
                  <c:v>7.0517492551229637</c:v>
                </c:pt>
                <c:pt idx="24">
                  <c:v>7.0491138396006354</c:v>
                </c:pt>
                <c:pt idx="25">
                  <c:v>7.0451071037820183</c:v>
                </c:pt>
                <c:pt idx="26">
                  <c:v>7.0499985257206337</c:v>
                </c:pt>
                <c:pt idx="27">
                  <c:v>7.0459735374172796</c:v>
                </c:pt>
                <c:pt idx="28">
                  <c:v>7.0362236992743341</c:v>
                </c:pt>
                <c:pt idx="29">
                  <c:v>7.0355702658972623</c:v>
                </c:pt>
                <c:pt idx="30">
                  <c:v>7.0392355509469127</c:v>
                </c:pt>
                <c:pt idx="31">
                  <c:v>7.0453262695253143</c:v>
                </c:pt>
                <c:pt idx="32">
                  <c:v>7.0608051433459602</c:v>
                </c:pt>
                <c:pt idx="33">
                  <c:v>7.0838629423465456</c:v>
                </c:pt>
                <c:pt idx="34">
                  <c:v>7.0822354076316225</c:v>
                </c:pt>
                <c:pt idx="35">
                  <c:v>7.0844018873006487</c:v>
                </c:pt>
                <c:pt idx="36">
                  <c:v>7.0736505708353947</c:v>
                </c:pt>
                <c:pt idx="37">
                  <c:v>7.0725802300740161</c:v>
                </c:pt>
                <c:pt idx="38">
                  <c:v>7.0696488886930924</c:v>
                </c:pt>
                <c:pt idx="39">
                  <c:v>7.080771096205825</c:v>
                </c:pt>
                <c:pt idx="40">
                  <c:v>7.0919723432161401</c:v>
                </c:pt>
                <c:pt idx="41">
                  <c:v>7.1165689413461264</c:v>
                </c:pt>
                <c:pt idx="42">
                  <c:v>7.1392691422105905</c:v>
                </c:pt>
                <c:pt idx="43">
                  <c:v>7.1681607099739075</c:v>
                </c:pt>
                <c:pt idx="44">
                  <c:v>7.210658935262197</c:v>
                </c:pt>
                <c:pt idx="45">
                  <c:v>7.2330561316359301</c:v>
                </c:pt>
                <c:pt idx="46">
                  <c:v>7.2647881861358909</c:v>
                </c:pt>
                <c:pt idx="47">
                  <c:v>7.2818647605547238</c:v>
                </c:pt>
                <c:pt idx="48">
                  <c:v>7.251175854552268</c:v>
                </c:pt>
                <c:pt idx="49">
                  <c:v>7.1828233000548165</c:v>
                </c:pt>
                <c:pt idx="50">
                  <c:v>7.1312557402792365</c:v>
                </c:pt>
                <c:pt idx="51">
                  <c:v>7.1010421168504765</c:v>
                </c:pt>
                <c:pt idx="52">
                  <c:v>7.0754390703689225</c:v>
                </c:pt>
                <c:pt idx="53">
                  <c:v>7.0598834294623893</c:v>
                </c:pt>
                <c:pt idx="54">
                  <c:v>7.0551930357970365</c:v>
                </c:pt>
                <c:pt idx="55">
                  <c:v>7.0531953175493198</c:v>
                </c:pt>
                <c:pt idx="56">
                  <c:v>7.0617987797567432</c:v>
                </c:pt>
                <c:pt idx="57">
                  <c:v>7.0662526439440363</c:v>
                </c:pt>
                <c:pt idx="58">
                  <c:v>7.0730948197935701</c:v>
                </c:pt>
                <c:pt idx="59">
                  <c:v>7.0839985063423985</c:v>
                </c:pt>
                <c:pt idx="60">
                  <c:v>7.0897598367544052</c:v>
                </c:pt>
                <c:pt idx="61">
                  <c:v>7.1018909671774528</c:v>
                </c:pt>
                <c:pt idx="62">
                  <c:v>7.1062226021037791</c:v>
                </c:pt>
                <c:pt idx="63">
                  <c:v>7.1232026059961555</c:v>
                </c:pt>
                <c:pt idx="64">
                  <c:v>7.1467839379807261</c:v>
                </c:pt>
                <c:pt idx="65">
                  <c:v>7.1605527313830928</c:v>
                </c:pt>
                <c:pt idx="66">
                  <c:v>7.1694756277572163</c:v>
                </c:pt>
                <c:pt idx="67">
                  <c:v>7.1717657308048128</c:v>
                </c:pt>
                <c:pt idx="68">
                  <c:v>7.1708122519516255</c:v>
                </c:pt>
                <c:pt idx="69">
                  <c:v>7.154687901680135</c:v>
                </c:pt>
                <c:pt idx="70">
                  <c:v>7.1424669134068948</c:v>
                </c:pt>
                <c:pt idx="71">
                  <c:v>7.1372663249777357</c:v>
                </c:pt>
                <c:pt idx="72">
                  <c:v>7.1126304615254208</c:v>
                </c:pt>
                <c:pt idx="73">
                  <c:v>7.0950670403273612</c:v>
                </c:pt>
                <c:pt idx="74">
                  <c:v>7.0813920152750676</c:v>
                </c:pt>
                <c:pt idx="75">
                  <c:v>7.0751786631415934</c:v>
                </c:pt>
                <c:pt idx="76">
                  <c:v>7.0680590021240777</c:v>
                </c:pt>
                <c:pt idx="77">
                  <c:v>7.0541814187544505</c:v>
                </c:pt>
                <c:pt idx="78">
                  <c:v>7.052551576774893</c:v>
                </c:pt>
                <c:pt idx="79">
                  <c:v>7.0657580946650462</c:v>
                </c:pt>
                <c:pt idx="80">
                  <c:v>7.0595875140596762</c:v>
                </c:pt>
                <c:pt idx="81">
                  <c:v>7.04928892334528</c:v>
                </c:pt>
                <c:pt idx="82">
                  <c:v>7.050935114839044</c:v>
                </c:pt>
                <c:pt idx="83">
                  <c:v>7.0446157365764597</c:v>
                </c:pt>
                <c:pt idx="84">
                  <c:v>7.0341921318511815</c:v>
                </c:pt>
                <c:pt idx="85">
                  <c:v>7.0323707625098351</c:v>
                </c:pt>
                <c:pt idx="86">
                  <c:v>7.0392941178274739</c:v>
                </c:pt>
                <c:pt idx="87">
                  <c:v>7.0392925912686968</c:v>
                </c:pt>
                <c:pt idx="88">
                  <c:v>7.0429121736579807</c:v>
                </c:pt>
                <c:pt idx="89">
                  <c:v>7.0324943370942909</c:v>
                </c:pt>
                <c:pt idx="90">
                  <c:v>7.0254055732081824</c:v>
                </c:pt>
                <c:pt idx="91">
                  <c:v>7.0266285942443014</c:v>
                </c:pt>
                <c:pt idx="92">
                  <c:v>7.0273053076427203</c:v>
                </c:pt>
                <c:pt idx="93">
                  <c:v>7.0253110485493089</c:v>
                </c:pt>
                <c:pt idx="94">
                  <c:v>7.0254399678321304</c:v>
                </c:pt>
                <c:pt idx="95">
                  <c:v>7.0236670946143009</c:v>
                </c:pt>
                <c:pt idx="96">
                  <c:v>7.0205370409379846</c:v>
                </c:pt>
                <c:pt idx="97">
                  <c:v>7.0173627344836103</c:v>
                </c:pt>
                <c:pt idx="98">
                  <c:v>7.0259263841775459</c:v>
                </c:pt>
                <c:pt idx="99">
                  <c:v>7.0223044108765711</c:v>
                </c:pt>
                <c:pt idx="100">
                  <c:v>7.01784639570411</c:v>
                </c:pt>
                <c:pt idx="101">
                  <c:v>7.0093743752610482</c:v>
                </c:pt>
                <c:pt idx="102">
                  <c:v>7.0020227348168049</c:v>
                </c:pt>
                <c:pt idx="103">
                  <c:v>7.0091286759744467</c:v>
                </c:pt>
                <c:pt idx="104">
                  <c:v>7.0315626064757319</c:v>
                </c:pt>
                <c:pt idx="105">
                  <c:v>7.0502578803891707</c:v>
                </c:pt>
                <c:pt idx="106">
                  <c:v>7.0715302643414271</c:v>
                </c:pt>
                <c:pt idx="107">
                  <c:v>7.0894153502943542</c:v>
                </c:pt>
                <c:pt idx="108">
                  <c:v>7.1257279385071453</c:v>
                </c:pt>
                <c:pt idx="109">
                  <c:v>7.163478161705374</c:v>
                </c:pt>
                <c:pt idx="110">
                  <c:v>7.1864912513543855</c:v>
                </c:pt>
                <c:pt idx="111">
                  <c:v>7.1677643344566206</c:v>
                </c:pt>
                <c:pt idx="112">
                  <c:v>7.1307061651783998</c:v>
                </c:pt>
                <c:pt idx="113">
                  <c:v>7.0922233750025789</c:v>
                </c:pt>
                <c:pt idx="114">
                  <c:v>7.0798657353217536</c:v>
                </c:pt>
                <c:pt idx="115">
                  <c:v>7.0649717147479238</c:v>
                </c:pt>
                <c:pt idx="116">
                  <c:v>7.0569615262576475</c:v>
                </c:pt>
                <c:pt idx="117">
                  <c:v>7.0697535869251844</c:v>
                </c:pt>
                <c:pt idx="118">
                  <c:v>7.0787963077074068</c:v>
                </c:pt>
                <c:pt idx="119">
                  <c:v>7.0784194846895216</c:v>
                </c:pt>
                <c:pt idx="120">
                  <c:v>7.098130829851292</c:v>
                </c:pt>
                <c:pt idx="121">
                  <c:v>7.1168854199835048</c:v>
                </c:pt>
                <c:pt idx="122">
                  <c:v>7.1593958507714213</c:v>
                </c:pt>
                <c:pt idx="123">
                  <c:v>7.1850305228108313</c:v>
                </c:pt>
                <c:pt idx="124">
                  <c:v>7.1825900362972455</c:v>
                </c:pt>
                <c:pt idx="125">
                  <c:v>7.17036416861239</c:v>
                </c:pt>
                <c:pt idx="126">
                  <c:v>7.1438579918349321</c:v>
                </c:pt>
                <c:pt idx="127">
                  <c:v>7.1233929866962145</c:v>
                </c:pt>
                <c:pt idx="128">
                  <c:v>7.1157346316657639</c:v>
                </c:pt>
                <c:pt idx="129">
                  <c:v>7.1232276582895073</c:v>
                </c:pt>
                <c:pt idx="130">
                  <c:v>7.1371606508633212</c:v>
                </c:pt>
                <c:pt idx="131">
                  <c:v>7.1357886579052883</c:v>
                </c:pt>
                <c:pt idx="132">
                  <c:v>7.1332376596892013</c:v>
                </c:pt>
                <c:pt idx="133">
                  <c:v>7.1212953973486117</c:v>
                </c:pt>
                <c:pt idx="134">
                  <c:v>7.0964975513718391</c:v>
                </c:pt>
                <c:pt idx="135">
                  <c:v>7.0752344557281228</c:v>
                </c:pt>
                <c:pt idx="136">
                  <c:v>7.0450786289299474</c:v>
                </c:pt>
                <c:pt idx="137">
                  <c:v>7.0415145986419061</c:v>
                </c:pt>
                <c:pt idx="138">
                  <c:v>7.0189290604651111</c:v>
                </c:pt>
                <c:pt idx="139">
                  <c:v>7.0112779548462036</c:v>
                </c:pt>
                <c:pt idx="140">
                  <c:v>7.0042736030383956</c:v>
                </c:pt>
                <c:pt idx="141">
                  <c:v>6.997837324747219</c:v>
                </c:pt>
                <c:pt idx="142">
                  <c:v>7.0083080025069027</c:v>
                </c:pt>
                <c:pt idx="143">
                  <c:v>6.9944993133796531</c:v>
                </c:pt>
                <c:pt idx="144">
                  <c:v>7.0126332480179832</c:v>
                </c:pt>
                <c:pt idx="145">
                  <c:v>7.0089817446921758</c:v>
                </c:pt>
                <c:pt idx="146">
                  <c:v>6.99451731492322</c:v>
                </c:pt>
                <c:pt idx="147">
                  <c:v>6.9973239640294658</c:v>
                </c:pt>
                <c:pt idx="148">
                  <c:v>7.0125539540939377</c:v>
                </c:pt>
                <c:pt idx="149">
                  <c:v>7.0289378698942535</c:v>
                </c:pt>
                <c:pt idx="150">
                  <c:v>7.0209867553948166</c:v>
                </c:pt>
                <c:pt idx="151">
                  <c:v>7.003707215314912</c:v>
                </c:pt>
                <c:pt idx="152">
                  <c:v>7.0274602359320983</c:v>
                </c:pt>
                <c:pt idx="153">
                  <c:v>7.0251779573695563</c:v>
                </c:pt>
                <c:pt idx="154">
                  <c:v>7.0339130155656022</c:v>
                </c:pt>
                <c:pt idx="155">
                  <c:v>7.0340563517670995</c:v>
                </c:pt>
                <c:pt idx="156">
                  <c:v>7.0415672928020587</c:v>
                </c:pt>
                <c:pt idx="157">
                  <c:v>7.029283642427794</c:v>
                </c:pt>
                <c:pt idx="158">
                  <c:v>7.0050227181919524</c:v>
                </c:pt>
                <c:pt idx="159">
                  <c:v>6.9982886964613531</c:v>
                </c:pt>
                <c:pt idx="160">
                  <c:v>7.0244966346698083</c:v>
                </c:pt>
                <c:pt idx="161">
                  <c:v>7.0208100666722801</c:v>
                </c:pt>
                <c:pt idx="162">
                  <c:v>7.0172543854060425</c:v>
                </c:pt>
                <c:pt idx="163">
                  <c:v>7.0164318351076735</c:v>
                </c:pt>
                <c:pt idx="164">
                  <c:v>7.0301364799311195</c:v>
                </c:pt>
                <c:pt idx="165">
                  <c:v>7.0265608645257851</c:v>
                </c:pt>
                <c:pt idx="166">
                  <c:v>7.0361807639374119</c:v>
                </c:pt>
                <c:pt idx="167">
                  <c:v>7.0488363509473588</c:v>
                </c:pt>
                <c:pt idx="168">
                  <c:v>7.0575528307836786</c:v>
                </c:pt>
                <c:pt idx="169">
                  <c:v>7.0526759355505009</c:v>
                </c:pt>
                <c:pt idx="170">
                  <c:v>7.0476002391469335</c:v>
                </c:pt>
                <c:pt idx="171">
                  <c:v>7.0559039834958783</c:v>
                </c:pt>
                <c:pt idx="172">
                  <c:v>7.0672448653254509</c:v>
                </c:pt>
                <c:pt idx="173">
                  <c:v>7.0625543427042201</c:v>
                </c:pt>
                <c:pt idx="174">
                  <c:v>7.0590320697237248</c:v>
                </c:pt>
                <c:pt idx="175">
                  <c:v>7.058600457883986</c:v>
                </c:pt>
                <c:pt idx="176">
                  <c:v>7.0641834597426234</c:v>
                </c:pt>
                <c:pt idx="177">
                  <c:v>7.0725986115146302</c:v>
                </c:pt>
                <c:pt idx="178">
                  <c:v>7.0788307284710603</c:v>
                </c:pt>
                <c:pt idx="179">
                  <c:v>7.0772770819891715</c:v>
                </c:pt>
                <c:pt idx="180">
                  <c:v>7.0868015540507763</c:v>
                </c:pt>
                <c:pt idx="181">
                  <c:v>7.0880542941889271</c:v>
                </c:pt>
                <c:pt idx="182">
                  <c:v>7.1042874553394428</c:v>
                </c:pt>
                <c:pt idx="183">
                  <c:v>7.1119491771639076</c:v>
                </c:pt>
                <c:pt idx="184">
                  <c:v>7.1178407460425186</c:v>
                </c:pt>
                <c:pt idx="185">
                  <c:v>7.1255675452767573</c:v>
                </c:pt>
                <c:pt idx="186">
                  <c:v>7.132621766413922</c:v>
                </c:pt>
                <c:pt idx="187">
                  <c:v>7.133222435924961</c:v>
                </c:pt>
                <c:pt idx="188">
                  <c:v>7.13281874129025</c:v>
                </c:pt>
                <c:pt idx="189">
                  <c:v>7.1477597505979373</c:v>
                </c:pt>
                <c:pt idx="190">
                  <c:v>7.1417383336056508</c:v>
                </c:pt>
                <c:pt idx="191">
                  <c:v>7.1383115228281175</c:v>
                </c:pt>
                <c:pt idx="192">
                  <c:v>7.1398912950739133</c:v>
                </c:pt>
                <c:pt idx="193">
                  <c:v>7.1390857460397301</c:v>
                </c:pt>
                <c:pt idx="194">
                  <c:v>7.1438890945986868</c:v>
                </c:pt>
                <c:pt idx="195">
                  <c:v>7.1489102600921566</c:v>
                </c:pt>
                <c:pt idx="196">
                  <c:v>7.1524549156307904</c:v>
                </c:pt>
                <c:pt idx="197">
                  <c:v>7.152153521345892</c:v>
                </c:pt>
                <c:pt idx="198">
                  <c:v>7.147017550267698</c:v>
                </c:pt>
                <c:pt idx="199">
                  <c:v>7.1332403782185292</c:v>
                </c:pt>
                <c:pt idx="200">
                  <c:v>7.1260070408515492</c:v>
                </c:pt>
                <c:pt idx="201">
                  <c:v>7.1252550259333756</c:v>
                </c:pt>
                <c:pt idx="202">
                  <c:v>7.114376886589648</c:v>
                </c:pt>
                <c:pt idx="203">
                  <c:v>7.1199205882730174</c:v>
                </c:pt>
                <c:pt idx="204">
                  <c:v>7.1333325990980612</c:v>
                </c:pt>
                <c:pt idx="205">
                  <c:v>7.1464315329326826</c:v>
                </c:pt>
                <c:pt idx="206">
                  <c:v>7.1560438483445408</c:v>
                </c:pt>
                <c:pt idx="207">
                  <c:v>7.1588656957288137</c:v>
                </c:pt>
                <c:pt idx="208">
                  <c:v>7.1588764443755437</c:v>
                </c:pt>
                <c:pt idx="209">
                  <c:v>7.1557286941188867</c:v>
                </c:pt>
                <c:pt idx="210">
                  <c:v>7.1557897285876084</c:v>
                </c:pt>
                <c:pt idx="211">
                  <c:v>7.1620386376905829</c:v>
                </c:pt>
                <c:pt idx="212">
                  <c:v>7.1650162219524445</c:v>
                </c:pt>
                <c:pt idx="213">
                  <c:v>7.1681868496789907</c:v>
                </c:pt>
                <c:pt idx="214">
                  <c:v>7.1831457733978938</c:v>
                </c:pt>
                <c:pt idx="215">
                  <c:v>7.1979477055333643</c:v>
                </c:pt>
                <c:pt idx="216">
                  <c:v>7.203650176300112</c:v>
                </c:pt>
                <c:pt idx="217">
                  <c:v>7.2169819138334939</c:v>
                </c:pt>
                <c:pt idx="218">
                  <c:v>7.2131867074789948</c:v>
                </c:pt>
                <c:pt idx="219">
                  <c:v>7.2107523272005167</c:v>
                </c:pt>
                <c:pt idx="220">
                  <c:v>7.1979772050618731</c:v>
                </c:pt>
                <c:pt idx="221">
                  <c:v>7.1770107776443766</c:v>
                </c:pt>
                <c:pt idx="222">
                  <c:v>7.1774594743953575</c:v>
                </c:pt>
                <c:pt idx="223">
                  <c:v>7.1710021168281708</c:v>
                </c:pt>
                <c:pt idx="224">
                  <c:v>7.1622867209182886</c:v>
                </c:pt>
                <c:pt idx="225">
                  <c:v>7.1379338284867302</c:v>
                </c:pt>
                <c:pt idx="226">
                  <c:v>7.1094246392999523</c:v>
                </c:pt>
                <c:pt idx="227">
                  <c:v>7.0884721112349709</c:v>
                </c:pt>
                <c:pt idx="228">
                  <c:v>7.0815243449180789</c:v>
                </c:pt>
                <c:pt idx="229">
                  <c:v>7.0660030899222583</c:v>
                </c:pt>
                <c:pt idx="230">
                  <c:v>7.0506464070243453</c:v>
                </c:pt>
                <c:pt idx="231">
                  <c:v>7.0352451507013249</c:v>
                </c:pt>
                <c:pt idx="232">
                  <c:v>7.0356564014534513</c:v>
                </c:pt>
                <c:pt idx="233">
                  <c:v>7.0328756212885102</c:v>
                </c:pt>
                <c:pt idx="234">
                  <c:v>7.0215163632462643</c:v>
                </c:pt>
                <c:pt idx="235">
                  <c:v>7.030268879280011</c:v>
                </c:pt>
                <c:pt idx="236">
                  <c:v>7.036284914978344</c:v>
                </c:pt>
                <c:pt idx="237">
                  <c:v>7.0368989331654443</c:v>
                </c:pt>
                <c:pt idx="238">
                  <c:v>7.0340786855311226</c:v>
                </c:pt>
                <c:pt idx="239">
                  <c:v>7.0321696819571624</c:v>
                </c:pt>
                <c:pt idx="240">
                  <c:v>7.0413016959719483</c:v>
                </c:pt>
                <c:pt idx="241">
                  <c:v>7.0380871883938037</c:v>
                </c:pt>
                <c:pt idx="242">
                  <c:v>7.0263004886661031</c:v>
                </c:pt>
                <c:pt idx="243">
                  <c:v>7.0447986622326288</c:v>
                </c:pt>
                <c:pt idx="244">
                  <c:v>7.0614465698851641</c:v>
                </c:pt>
                <c:pt idx="245">
                  <c:v>7.0675134629937055</c:v>
                </c:pt>
                <c:pt idx="246">
                  <c:v>7.0777896084146708</c:v>
                </c:pt>
                <c:pt idx="247">
                  <c:v>7.0996062175414565</c:v>
                </c:pt>
                <c:pt idx="248">
                  <c:v>7.1330731119883515</c:v>
                </c:pt>
                <c:pt idx="249">
                  <c:v>7.1839173896095856</c:v>
                </c:pt>
                <c:pt idx="250">
                  <c:v>7.2202490423806172</c:v>
                </c:pt>
                <c:pt idx="251">
                  <c:v>7.3522898660476041</c:v>
                </c:pt>
                <c:pt idx="252">
                  <c:v>7.4562690401611826</c:v>
                </c:pt>
                <c:pt idx="253">
                  <c:v>7.5440376099470843</c:v>
                </c:pt>
                <c:pt idx="254">
                  <c:v>7.6667431572525615</c:v>
                </c:pt>
                <c:pt idx="255">
                  <c:v>7.8088573310231872</c:v>
                </c:pt>
                <c:pt idx="256">
                  <c:v>8.003910890233314</c:v>
                </c:pt>
                <c:pt idx="257">
                  <c:v>8.0025831326268673</c:v>
                </c:pt>
                <c:pt idx="258">
                  <c:v>8.0012797999608534</c:v>
                </c:pt>
                <c:pt idx="259">
                  <c:v>8</c:v>
                </c:pt>
                <c:pt idx="260">
                  <c:v>7.8036351337711611</c:v>
                </c:pt>
                <c:pt idx="261">
                  <c:v>7.4621788162157054</c:v>
                </c:pt>
                <c:pt idx="262">
                  <c:v>7.1802920286028318</c:v>
                </c:pt>
                <c:pt idx="263">
                  <c:v>7.1085896674137281</c:v>
                </c:pt>
                <c:pt idx="264">
                  <c:v>7.0743040843742282</c:v>
                </c:pt>
                <c:pt idx="265">
                  <c:v>7.0623136134468778</c:v>
                </c:pt>
                <c:pt idx="266">
                  <c:v>7.0737195866274005</c:v>
                </c:pt>
                <c:pt idx="267">
                  <c:v>7.0614493929733131</c:v>
                </c:pt>
                <c:pt idx="268">
                  <c:v>7.0357157560104593</c:v>
                </c:pt>
                <c:pt idx="269">
                  <c:v>7.0207920773272425</c:v>
                </c:pt>
                <c:pt idx="270">
                  <c:v>7.0395222338057906</c:v>
                </c:pt>
                <c:pt idx="271">
                  <c:v>7.0549070151440203</c:v>
                </c:pt>
                <c:pt idx="272">
                  <c:v>7.0954658973739839</c:v>
                </c:pt>
                <c:pt idx="273">
                  <c:v>7.0777457773571877</c:v>
                </c:pt>
                <c:pt idx="274">
                  <c:v>7.1143949613243889</c:v>
                </c:pt>
                <c:pt idx="275">
                  <c:v>7.1928722531003784</c:v>
                </c:pt>
                <c:pt idx="276">
                  <c:v>7.284949106342733</c:v>
                </c:pt>
                <c:pt idx="277">
                  <c:v>7.5002571310509589</c:v>
                </c:pt>
                <c:pt idx="278">
                  <c:v>8.0408798778083792</c:v>
                </c:pt>
                <c:pt idx="279">
                  <c:v>8.1920158327148087</c:v>
                </c:pt>
                <c:pt idx="280">
                  <c:v>7.9986944367458159</c:v>
                </c:pt>
                <c:pt idx="281">
                  <c:v>7.5416473116672584</c:v>
                </c:pt>
                <c:pt idx="282">
                  <c:v>7.2500162832936192</c:v>
                </c:pt>
                <c:pt idx="283">
                  <c:v>7.1341753710722831</c:v>
                </c:pt>
                <c:pt idx="284">
                  <c:v>7.0564784017724254</c:v>
                </c:pt>
                <c:pt idx="285">
                  <c:v>7.0156122020003915</c:v>
                </c:pt>
                <c:pt idx="286">
                  <c:v>7.0142425023658177</c:v>
                </c:pt>
                <c:pt idx="287">
                  <c:v>7.010912555750763</c:v>
                </c:pt>
                <c:pt idx="288">
                  <c:v>7.0360114553249442</c:v>
                </c:pt>
                <c:pt idx="289">
                  <c:v>6.9924383095989455</c:v>
                </c:pt>
                <c:pt idx="290">
                  <c:v>6.9677455940307231</c:v>
                </c:pt>
                <c:pt idx="291">
                  <c:v>6.9702264646460144</c:v>
                </c:pt>
                <c:pt idx="292">
                  <c:v>6.9412822410607786</c:v>
                </c:pt>
                <c:pt idx="293">
                  <c:v>7.0037347421670111</c:v>
                </c:pt>
                <c:pt idx="294">
                  <c:v>6.9842103965344471</c:v>
                </c:pt>
                <c:pt idx="295">
                  <c:v>6.9870313429702176</c:v>
                </c:pt>
                <c:pt idx="296">
                  <c:v>6.9944063653806579</c:v>
                </c:pt>
                <c:pt idx="297">
                  <c:v>7.012020182187471</c:v>
                </c:pt>
                <c:pt idx="298">
                  <c:v>7.0218019482375285</c:v>
                </c:pt>
                <c:pt idx="299">
                  <c:v>7.0285848740888746</c:v>
                </c:pt>
                <c:pt idx="300">
                  <c:v>7.0269089913754312</c:v>
                </c:pt>
                <c:pt idx="301">
                  <c:v>7.0282391329229794</c:v>
                </c:pt>
                <c:pt idx="302">
                  <c:v>7.0232145448707906</c:v>
                </c:pt>
                <c:pt idx="303">
                  <c:v>7.0090514915246018</c:v>
                </c:pt>
                <c:pt idx="304">
                  <c:v>6.9860987323149208</c:v>
                </c:pt>
                <c:pt idx="305">
                  <c:v>7.0167210604885319</c:v>
                </c:pt>
                <c:pt idx="306">
                  <c:v>7.0166925350996987</c:v>
                </c:pt>
                <c:pt idx="307">
                  <c:v>7.0140762843378139</c:v>
                </c:pt>
                <c:pt idx="308">
                  <c:v>7.0222499740694122</c:v>
                </c:pt>
                <c:pt idx="309">
                  <c:v>7.0208119138781058</c:v>
                </c:pt>
                <c:pt idx="310">
                  <c:v>7.0042684783492142</c:v>
                </c:pt>
                <c:pt idx="311">
                  <c:v>6.9848312197581039</c:v>
                </c:pt>
                <c:pt idx="312">
                  <c:v>7.0359108104897867</c:v>
                </c:pt>
                <c:pt idx="313">
                  <c:v>7.009530790899646</c:v>
                </c:pt>
                <c:pt idx="314">
                  <c:v>6.9997762833340493</c:v>
                </c:pt>
                <c:pt idx="315">
                  <c:v>7.0008686102558295</c:v>
                </c:pt>
                <c:pt idx="316">
                  <c:v>6.9916499570054134</c:v>
                </c:pt>
                <c:pt idx="317">
                  <c:v>7.0070967909538773</c:v>
                </c:pt>
                <c:pt idx="318">
                  <c:v>7.0329079264786989</c:v>
                </c:pt>
                <c:pt idx="319">
                  <c:v>7.0353336562574409</c:v>
                </c:pt>
                <c:pt idx="320">
                  <c:v>7.0285136346792889</c:v>
                </c:pt>
                <c:pt idx="321">
                  <c:v>7.065237879680959</c:v>
                </c:pt>
                <c:pt idx="322">
                  <c:v>7.1387920054604797</c:v>
                </c:pt>
                <c:pt idx="323">
                  <c:v>7.1883828598259356</c:v>
                </c:pt>
                <c:pt idx="324">
                  <c:v>7.2098574291690669</c:v>
                </c:pt>
                <c:pt idx="325">
                  <c:v>7.1713649080523671</c:v>
                </c:pt>
                <c:pt idx="326">
                  <c:v>7.1357939973757132</c:v>
                </c:pt>
                <c:pt idx="327">
                  <c:v>7.1263951074279142</c:v>
                </c:pt>
                <c:pt idx="328">
                  <c:v>7.158306556981211</c:v>
                </c:pt>
                <c:pt idx="329">
                  <c:v>7.2060119648749286</c:v>
                </c:pt>
                <c:pt idx="330">
                  <c:v>7.2819492998462563</c:v>
                </c:pt>
                <c:pt idx="331">
                  <c:v>7.3908679162793343</c:v>
                </c:pt>
                <c:pt idx="332">
                  <c:v>7.4767385343585859</c:v>
                </c:pt>
                <c:pt idx="333">
                  <c:v>7.4769831741158086</c:v>
                </c:pt>
                <c:pt idx="334">
                  <c:v>7.4023348960462254</c:v>
                </c:pt>
                <c:pt idx="335">
                  <c:v>7.2944068280534387</c:v>
                </c:pt>
                <c:pt idx="336">
                  <c:v>7.206948351846286</c:v>
                </c:pt>
                <c:pt idx="337">
                  <c:v>7.1436985466045151</c:v>
                </c:pt>
                <c:pt idx="338">
                  <c:v>7.0960449789739179</c:v>
                </c:pt>
                <c:pt idx="339">
                  <c:v>7.0812798863961444</c:v>
                </c:pt>
                <c:pt idx="340">
                  <c:v>7.0626632232891247</c:v>
                </c:pt>
                <c:pt idx="341">
                  <c:v>7.0385587974676129</c:v>
                </c:pt>
                <c:pt idx="342">
                  <c:v>7.0304744175237239</c:v>
                </c:pt>
                <c:pt idx="343">
                  <c:v>7.0292531356493155</c:v>
                </c:pt>
                <c:pt idx="344">
                  <c:v>7.0176340837914868</c:v>
                </c:pt>
                <c:pt idx="345">
                  <c:v>7.0149464446236971</c:v>
                </c:pt>
                <c:pt idx="346">
                  <c:v>7.0164567166216179</c:v>
                </c:pt>
                <c:pt idx="347">
                  <c:v>7.0111404155599697</c:v>
                </c:pt>
                <c:pt idx="348">
                  <c:v>7.0078103722280058</c:v>
                </c:pt>
                <c:pt idx="349">
                  <c:v>7.0034801941545766</c:v>
                </c:pt>
                <c:pt idx="350">
                  <c:v>7.0058449103763616</c:v>
                </c:pt>
                <c:pt idx="351">
                  <c:v>7.0100557894497637</c:v>
                </c:pt>
                <c:pt idx="352">
                  <c:v>7.0112864249819742</c:v>
                </c:pt>
                <c:pt idx="353">
                  <c:v>7.006099911041356</c:v>
                </c:pt>
                <c:pt idx="354">
                  <c:v>7.0066568627669668</c:v>
                </c:pt>
                <c:pt idx="355">
                  <c:v>7.0238140642348048</c:v>
                </c:pt>
                <c:pt idx="356">
                  <c:v>7.0094545936593304</c:v>
                </c:pt>
                <c:pt idx="357">
                  <c:v>7.0083413855242638</c:v>
                </c:pt>
                <c:pt idx="358">
                  <c:v>7.0180028854052061</c:v>
                </c:pt>
                <c:pt idx="359">
                  <c:v>7.0247502246620517</c:v>
                </c:pt>
                <c:pt idx="360">
                  <c:v>7.0188329552254034</c:v>
                </c:pt>
                <c:pt idx="361">
                  <c:v>7.0290353309133309</c:v>
                </c:pt>
                <c:pt idx="362">
                  <c:v>7.0262394663959107</c:v>
                </c:pt>
                <c:pt idx="363">
                  <c:v>7.0284197234321617</c:v>
                </c:pt>
                <c:pt idx="364">
                  <c:v>7.0236483106222281</c:v>
                </c:pt>
                <c:pt idx="365">
                  <c:v>7.0291386995057579</c:v>
                </c:pt>
                <c:pt idx="366">
                  <c:v>7.0311213996215809</c:v>
                </c:pt>
                <c:pt idx="367">
                  <c:v>7.0296111555060117</c:v>
                </c:pt>
                <c:pt idx="368">
                  <c:v>7.0365188339711882</c:v>
                </c:pt>
                <c:pt idx="369">
                  <c:v>7.0417086667830286</c:v>
                </c:pt>
                <c:pt idx="370">
                  <c:v>7.0291720398282669</c:v>
                </c:pt>
                <c:pt idx="371">
                  <c:v>7.0288219193904471</c:v>
                </c:pt>
                <c:pt idx="372">
                  <c:v>7.0179897824423714</c:v>
                </c:pt>
                <c:pt idx="373">
                  <c:v>7.0149929384458041</c:v>
                </c:pt>
                <c:pt idx="374">
                  <c:v>7.0085943133106445</c:v>
                </c:pt>
                <c:pt idx="375">
                  <c:v>7.0248549194088499</c:v>
                </c:pt>
                <c:pt idx="376">
                  <c:v>7.0244183619369087</c:v>
                </c:pt>
                <c:pt idx="377">
                  <c:v>7.014934969293166</c:v>
                </c:pt>
                <c:pt idx="378">
                  <c:v>7.0208639789426899</c:v>
                </c:pt>
                <c:pt idx="379">
                  <c:v>7.0221855257552077</c:v>
                </c:pt>
                <c:pt idx="380">
                  <c:v>7.0127797819767359</c:v>
                </c:pt>
                <c:pt idx="381">
                  <c:v>7.0082763037578717</c:v>
                </c:pt>
                <c:pt idx="382">
                  <c:v>6.999651163103386</c:v>
                </c:pt>
                <c:pt idx="383">
                  <c:v>7.0027388507710029</c:v>
                </c:pt>
                <c:pt idx="384">
                  <c:v>7.0151579636319328</c:v>
                </c:pt>
                <c:pt idx="385">
                  <c:v>7.0142024972898351</c:v>
                </c:pt>
                <c:pt idx="386">
                  <c:v>7.0081340976629569</c:v>
                </c:pt>
                <c:pt idx="387">
                  <c:v>7.0067314293253471</c:v>
                </c:pt>
                <c:pt idx="388">
                  <c:v>7.0061294576213342</c:v>
                </c:pt>
                <c:pt idx="389">
                  <c:v>7.0031050689105365</c:v>
                </c:pt>
                <c:pt idx="390">
                  <c:v>7.0043859741452525</c:v>
                </c:pt>
                <c:pt idx="391">
                  <c:v>7.0035995672171012</c:v>
                </c:pt>
                <c:pt idx="392">
                  <c:v>7.0035090972621479</c:v>
                </c:pt>
                <c:pt idx="393">
                  <c:v>6.9952632340621683</c:v>
                </c:pt>
                <c:pt idx="394">
                  <c:v>6.9970852666985319</c:v>
                </c:pt>
                <c:pt idx="395">
                  <c:v>7.0032837507855854</c:v>
                </c:pt>
                <c:pt idx="396">
                  <c:v>7.0039638196508127</c:v>
                </c:pt>
                <c:pt idx="397">
                  <c:v>7.0068977026823935</c:v>
                </c:pt>
                <c:pt idx="398">
                  <c:v>7.0033534372788582</c:v>
                </c:pt>
                <c:pt idx="399">
                  <c:v>6.9946037602349147</c:v>
                </c:pt>
                <c:pt idx="400">
                  <c:v>7.0183244490865464</c:v>
                </c:pt>
                <c:pt idx="401">
                  <c:v>7.0242714428531681</c:v>
                </c:pt>
                <c:pt idx="402">
                  <c:v>7.0396282250819606</c:v>
                </c:pt>
                <c:pt idx="403">
                  <c:v>7.0557102360018042</c:v>
                </c:pt>
                <c:pt idx="404">
                  <c:v>7.0504494007803711</c:v>
                </c:pt>
                <c:pt idx="405">
                  <c:v>7.0461042394279882</c:v>
                </c:pt>
                <c:pt idx="406">
                  <c:v>7.0321294372672174</c:v>
                </c:pt>
                <c:pt idx="407">
                  <c:v>7.0249222971126706</c:v>
                </c:pt>
                <c:pt idx="408">
                  <c:v>7.0404277619839739</c:v>
                </c:pt>
                <c:pt idx="409">
                  <c:v>7.0407044002255121</c:v>
                </c:pt>
                <c:pt idx="410">
                  <c:v>7.029124378432666</c:v>
                </c:pt>
                <c:pt idx="411">
                  <c:v>7.0195966389079265</c:v>
                </c:pt>
                <c:pt idx="412">
                  <c:v>7.0117989923596777</c:v>
                </c:pt>
                <c:pt idx="413">
                  <c:v>7.008984884070756</c:v>
                </c:pt>
                <c:pt idx="414">
                  <c:v>6.9960051002398442</c:v>
                </c:pt>
                <c:pt idx="415">
                  <c:v>6.977760262239098</c:v>
                </c:pt>
                <c:pt idx="416">
                  <c:v>6.9865300905995209</c:v>
                </c:pt>
                <c:pt idx="417">
                  <c:v>6.9878998616826218</c:v>
                </c:pt>
                <c:pt idx="418">
                  <c:v>6.9970717293809308</c:v>
                </c:pt>
                <c:pt idx="419">
                  <c:v>6.9951602514660545</c:v>
                </c:pt>
                <c:pt idx="420">
                  <c:v>7.0001401727253771</c:v>
                </c:pt>
                <c:pt idx="421">
                  <c:v>6.9845491723402606</c:v>
                </c:pt>
                <c:pt idx="422">
                  <c:v>6.984277077179466</c:v>
                </c:pt>
                <c:pt idx="423">
                  <c:v>6.9831151184944202</c:v>
                </c:pt>
                <c:pt idx="424">
                  <c:v>6.9861733289339627</c:v>
                </c:pt>
                <c:pt idx="425">
                  <c:v>7.0004581099855274</c:v>
                </c:pt>
                <c:pt idx="426">
                  <c:v>7.0143273082823407</c:v>
                </c:pt>
                <c:pt idx="427">
                  <c:v>7.0152492086291423</c:v>
                </c:pt>
                <c:pt idx="428">
                  <c:v>7.0016237186447263</c:v>
                </c:pt>
                <c:pt idx="429">
                  <c:v>7.017186732363994</c:v>
                </c:pt>
                <c:pt idx="430">
                  <c:v>7.027614402684736</c:v>
                </c:pt>
                <c:pt idx="431">
                  <c:v>7.0113221457602934</c:v>
                </c:pt>
                <c:pt idx="432">
                  <c:v>6.9990654291935686</c:v>
                </c:pt>
                <c:pt idx="433">
                  <c:v>7.0255956367464867</c:v>
                </c:pt>
                <c:pt idx="434">
                  <c:v>7.0769357741172589</c:v>
                </c:pt>
                <c:pt idx="435">
                  <c:v>7.2184510210238511</c:v>
                </c:pt>
                <c:pt idx="436">
                  <c:v>7.1765656777168143</c:v>
                </c:pt>
                <c:pt idx="437">
                  <c:v>7.1044291883056951</c:v>
                </c:pt>
                <c:pt idx="438">
                  <c:v>7.0360493578973138</c:v>
                </c:pt>
                <c:pt idx="439">
                  <c:v>7.053033847363082</c:v>
                </c:pt>
                <c:pt idx="440">
                  <c:v>7.0176627416214927</c:v>
                </c:pt>
                <c:pt idx="441">
                  <c:v>7.024146522945224</c:v>
                </c:pt>
                <c:pt idx="442">
                  <c:v>6.9681202247986755</c:v>
                </c:pt>
                <c:pt idx="443">
                  <c:v>6.9536508419912684</c:v>
                </c:pt>
                <c:pt idx="444">
                  <c:v>6.9873900198048347</c:v>
                </c:pt>
                <c:pt idx="445">
                  <c:v>7.0180144896916152</c:v>
                </c:pt>
                <c:pt idx="446">
                  <c:v>7.001143782223286</c:v>
                </c:pt>
                <c:pt idx="447">
                  <c:v>6.9897875910219387</c:v>
                </c:pt>
                <c:pt idx="448">
                  <c:v>7.0303171366608872</c:v>
                </c:pt>
                <c:pt idx="449">
                  <c:v>6.9909186499616061</c:v>
                </c:pt>
                <c:pt idx="450">
                  <c:v>6.9452906428499332</c:v>
                </c:pt>
                <c:pt idx="451">
                  <c:v>6.9648649497364836</c:v>
                </c:pt>
                <c:pt idx="452">
                  <c:v>7.002209088477465</c:v>
                </c:pt>
                <c:pt idx="453">
                  <c:v>7.0072125889760706</c:v>
                </c:pt>
                <c:pt idx="454">
                  <c:v>7.0057072011820445</c:v>
                </c:pt>
                <c:pt idx="455">
                  <c:v>7.0129554495081274</c:v>
                </c:pt>
                <c:pt idx="456">
                  <c:v>6.9981955447904891</c:v>
                </c:pt>
                <c:pt idx="457">
                  <c:v>6.9888737713293025</c:v>
                </c:pt>
                <c:pt idx="458">
                  <c:v>6.9813558867173491</c:v>
                </c:pt>
                <c:pt idx="459">
                  <c:v>6.9792437532378377</c:v>
                </c:pt>
                <c:pt idx="460">
                  <c:v>7.0122141867219776</c:v>
                </c:pt>
                <c:pt idx="461">
                  <c:v>7.0307762753527259</c:v>
                </c:pt>
                <c:pt idx="462">
                  <c:v>7.016229315128574</c:v>
                </c:pt>
                <c:pt idx="463">
                  <c:v>7.0190075911097676</c:v>
                </c:pt>
                <c:pt idx="464">
                  <c:v>6.9978951714789046</c:v>
                </c:pt>
                <c:pt idx="465">
                  <c:v>6.9934286859528427</c:v>
                </c:pt>
                <c:pt idx="466">
                  <c:v>6.9913801368702844</c:v>
                </c:pt>
                <c:pt idx="467">
                  <c:v>6.9919054194718635</c:v>
                </c:pt>
                <c:pt idx="468">
                  <c:v>6.9996215875246728</c:v>
                </c:pt>
                <c:pt idx="469">
                  <c:v>6.9874294027558363</c:v>
                </c:pt>
                <c:pt idx="470">
                  <c:v>6.9702185739403735</c:v>
                </c:pt>
                <c:pt idx="471">
                  <c:v>6.9885766831251548</c:v>
                </c:pt>
                <c:pt idx="472">
                  <c:v>7.0174241715037899</c:v>
                </c:pt>
                <c:pt idx="473">
                  <c:v>6.9921195315388438</c:v>
                </c:pt>
                <c:pt idx="474">
                  <c:v>6.9977988913210041</c:v>
                </c:pt>
                <c:pt idx="475">
                  <c:v>7.0053802962876324</c:v>
                </c:pt>
                <c:pt idx="476">
                  <c:v>7.0145500020144995</c:v>
                </c:pt>
                <c:pt idx="477">
                  <c:v>7.0125519343660585</c:v>
                </c:pt>
                <c:pt idx="478">
                  <c:v>7.0037811623622819</c:v>
                </c:pt>
                <c:pt idx="479">
                  <c:v>7.0017350924129191</c:v>
                </c:pt>
                <c:pt idx="480">
                  <c:v>7.0019931248480409</c:v>
                </c:pt>
                <c:pt idx="481">
                  <c:v>7.016301786589592</c:v>
                </c:pt>
                <c:pt idx="482">
                  <c:v>7.0245538300871768</c:v>
                </c:pt>
                <c:pt idx="483">
                  <c:v>7.0049669617653487</c:v>
                </c:pt>
                <c:pt idx="484">
                  <c:v>6.9928789043483368</c:v>
                </c:pt>
                <c:pt idx="485">
                  <c:v>6.9998138237353595</c:v>
                </c:pt>
                <c:pt idx="486">
                  <c:v>7.0115667750616337</c:v>
                </c:pt>
                <c:pt idx="487">
                  <c:v>7.0179501494215248</c:v>
                </c:pt>
                <c:pt idx="488">
                  <c:v>6.9931623650529016</c:v>
                </c:pt>
                <c:pt idx="489">
                  <c:v>6.9999619382817535</c:v>
                </c:pt>
                <c:pt idx="490">
                  <c:v>7.012423076947206</c:v>
                </c:pt>
                <c:pt idx="491">
                  <c:v>7.0100335454320621</c:v>
                </c:pt>
                <c:pt idx="492">
                  <c:v>7.0142366130902625</c:v>
                </c:pt>
                <c:pt idx="493">
                  <c:v>7.0331624853826771</c:v>
                </c:pt>
                <c:pt idx="494">
                  <c:v>7.0471334816023878</c:v>
                </c:pt>
                <c:pt idx="495">
                  <c:v>7.0409905498344072</c:v>
                </c:pt>
                <c:pt idx="496">
                  <c:v>7.0296556905928851</c:v>
                </c:pt>
                <c:pt idx="497">
                  <c:v>7.0351845658355305</c:v>
                </c:pt>
                <c:pt idx="498">
                  <c:v>7.0326235613403378</c:v>
                </c:pt>
                <c:pt idx="499">
                  <c:v>7.0330769806647044</c:v>
                </c:pt>
                <c:pt idx="500">
                  <c:v>7.0395820205392559</c:v>
                </c:pt>
                <c:pt idx="501">
                  <c:v>7.0367245604207778</c:v>
                </c:pt>
                <c:pt idx="502">
                  <c:v>7.0276508658306795</c:v>
                </c:pt>
                <c:pt idx="503">
                  <c:v>7.0263751715461709</c:v>
                </c:pt>
                <c:pt idx="504">
                  <c:v>7.0299249295552375</c:v>
                </c:pt>
                <c:pt idx="505">
                  <c:v>7.0697244150143117</c:v>
                </c:pt>
                <c:pt idx="506">
                  <c:v>7.0989442417087645</c:v>
                </c:pt>
                <c:pt idx="507">
                  <c:v>7.1416909475482768</c:v>
                </c:pt>
                <c:pt idx="508">
                  <c:v>7.2069118399062262</c:v>
                </c:pt>
                <c:pt idx="509">
                  <c:v>7.2715852901632738</c:v>
                </c:pt>
                <c:pt idx="510">
                  <c:v>7.3516676992431043</c:v>
                </c:pt>
                <c:pt idx="511">
                  <c:v>7.4421567501222627</c:v>
                </c:pt>
                <c:pt idx="512">
                  <c:v>7.5300643134333276</c:v>
                </c:pt>
                <c:pt idx="513">
                  <c:v>7.621818163567915</c:v>
                </c:pt>
                <c:pt idx="514">
                  <c:v>7.6555284291250132</c:v>
                </c:pt>
                <c:pt idx="515">
                  <c:v>7.6331691806324713</c:v>
                </c:pt>
                <c:pt idx="516">
                  <c:v>7.596845502214137</c:v>
                </c:pt>
                <c:pt idx="517">
                  <c:v>7.5538526997645059</c:v>
                </c:pt>
                <c:pt idx="518">
                  <c:v>7.5043065408094476</c:v>
                </c:pt>
                <c:pt idx="519">
                  <c:v>7.4432666629118422</c:v>
                </c:pt>
                <c:pt idx="520">
                  <c:v>7.4003821555177209</c:v>
                </c:pt>
                <c:pt idx="521">
                  <c:v>7.3671091688884243</c:v>
                </c:pt>
                <c:pt idx="522">
                  <c:v>7.3175562902865137</c:v>
                </c:pt>
                <c:pt idx="523">
                  <c:v>7.2905604018181531</c:v>
                </c:pt>
                <c:pt idx="524">
                  <c:v>7.2970435226786696</c:v>
                </c:pt>
                <c:pt idx="525">
                  <c:v>7.3035187807158959</c:v>
                </c:pt>
                <c:pt idx="526">
                  <c:v>7.2890314451590381</c:v>
                </c:pt>
                <c:pt idx="527">
                  <c:v>7.2971398004404282</c:v>
                </c:pt>
                <c:pt idx="528">
                  <c:v>7.3147167515498408</c:v>
                </c:pt>
                <c:pt idx="529">
                  <c:v>7.3597477539371265</c:v>
                </c:pt>
                <c:pt idx="530">
                  <c:v>7.3711669433525415</c:v>
                </c:pt>
                <c:pt idx="531">
                  <c:v>7.3785559339500537</c:v>
                </c:pt>
                <c:pt idx="532">
                  <c:v>7.4215981439275867</c:v>
                </c:pt>
                <c:pt idx="533">
                  <c:v>7.477036708231819</c:v>
                </c:pt>
                <c:pt idx="534">
                  <c:v>7.4988903939162945</c:v>
                </c:pt>
                <c:pt idx="535">
                  <c:v>7.520954814417852</c:v>
                </c:pt>
                <c:pt idx="536">
                  <c:v>7.5546990406797931</c:v>
                </c:pt>
                <c:pt idx="537">
                  <c:v>7.6172968728826831</c:v>
                </c:pt>
                <c:pt idx="538">
                  <c:v>7.6779331816161616</c:v>
                </c:pt>
                <c:pt idx="539">
                  <c:v>7.7746473579519613</c:v>
                </c:pt>
                <c:pt idx="540">
                  <c:v>7.8714995519306026</c:v>
                </c:pt>
                <c:pt idx="541">
                  <c:v>7.9631731008911739</c:v>
                </c:pt>
                <c:pt idx="542">
                  <c:v>8.0838253917888707</c:v>
                </c:pt>
                <c:pt idx="543">
                  <c:v>8.2183188168514256</c:v>
                </c:pt>
                <c:pt idx="544">
                  <c:v>8.3566045763862107</c:v>
                </c:pt>
                <c:pt idx="545">
                  <c:v>8.4740312137355165</c:v>
                </c:pt>
                <c:pt idx="546">
                  <c:v>8.6214096313451165</c:v>
                </c:pt>
                <c:pt idx="547">
                  <c:v>8.77522117675794</c:v>
                </c:pt>
                <c:pt idx="548">
                  <c:v>8.8895783017305465</c:v>
                </c:pt>
                <c:pt idx="549">
                  <c:v>9.0373991565030831</c:v>
                </c:pt>
                <c:pt idx="550">
                  <c:v>9.1188517601292389</c:v>
                </c:pt>
                <c:pt idx="551">
                  <c:v>9.1729156408284602</c:v>
                </c:pt>
                <c:pt idx="552">
                  <c:v>9.194412042053278</c:v>
                </c:pt>
                <c:pt idx="553">
                  <c:v>9.160642052498007</c:v>
                </c:pt>
                <c:pt idx="554">
                  <c:v>9.1000369719988683</c:v>
                </c:pt>
                <c:pt idx="555">
                  <c:v>8.9797012015620812</c:v>
                </c:pt>
                <c:pt idx="556">
                  <c:v>8.8061959047516538</c:v>
                </c:pt>
                <c:pt idx="557">
                  <c:v>8.6283704047792575</c:v>
                </c:pt>
                <c:pt idx="558">
                  <c:v>8.4333745062732515</c:v>
                </c:pt>
                <c:pt idx="559">
                  <c:v>8.2548548472632639</c:v>
                </c:pt>
                <c:pt idx="560">
                  <c:v>8.1275084497467986</c:v>
                </c:pt>
                <c:pt idx="561">
                  <c:v>7.9865289204120549</c:v>
                </c:pt>
                <c:pt idx="562">
                  <c:v>7.8000303917637748</c:v>
                </c:pt>
                <c:pt idx="563">
                  <c:v>7.6529155739108168</c:v>
                </c:pt>
                <c:pt idx="564">
                  <c:v>7.5547180564439174</c:v>
                </c:pt>
                <c:pt idx="565">
                  <c:v>7.4763000007249421</c:v>
                </c:pt>
                <c:pt idx="566">
                  <c:v>7.3835245412098374</c:v>
                </c:pt>
                <c:pt idx="567">
                  <c:v>7.3466392285733884</c:v>
                </c:pt>
                <c:pt idx="568">
                  <c:v>7.2515243560710205</c:v>
                </c:pt>
                <c:pt idx="569">
                  <c:v>7.16722164629675</c:v>
                </c:pt>
                <c:pt idx="570">
                  <c:v>7.1852538743922345</c:v>
                </c:pt>
                <c:pt idx="571">
                  <c:v>7.0996890072153951</c:v>
                </c:pt>
                <c:pt idx="572">
                  <c:v>7.04335964358547</c:v>
                </c:pt>
                <c:pt idx="573">
                  <c:v>7.0637900955193622</c:v>
                </c:pt>
                <c:pt idx="574">
                  <c:v>7.0742874874041473</c:v>
                </c:pt>
                <c:pt idx="575">
                  <c:v>7.0219194305280528</c:v>
                </c:pt>
                <c:pt idx="576">
                  <c:v>6.9636453338326136</c:v>
                </c:pt>
                <c:pt idx="577">
                  <c:v>7.0589941985190006</c:v>
                </c:pt>
                <c:pt idx="578">
                  <c:v>6.9664155361302305</c:v>
                </c:pt>
                <c:pt idx="579">
                  <c:v>6.8946549809870241</c:v>
                </c:pt>
                <c:pt idx="580">
                  <c:v>6.9530777202440932</c:v>
                </c:pt>
                <c:pt idx="581">
                  <c:v>6.8792143617534434</c:v>
                </c:pt>
                <c:pt idx="582">
                  <c:v>6.9150024898940412</c:v>
                </c:pt>
                <c:pt idx="583">
                  <c:v>6.7115295198826264</c:v>
                </c:pt>
                <c:pt idx="584">
                  <c:v>6.0925928301089263</c:v>
                </c:pt>
                <c:pt idx="585">
                  <c:v>6.5104940250907717</c:v>
                </c:pt>
                <c:pt idx="586">
                  <c:v>6.0186569740175511</c:v>
                </c:pt>
                <c:pt idx="587">
                  <c:v>6.3811115466954123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5-37F8-4EA4-8385-84A4706AD5FD}"/>
            </c:ext>
          </c:extLst>
        </c:ser>
        <c:ser>
          <c:idx val="6"/>
          <c:order val="6"/>
          <c:tx>
            <c:strRef>
              <c:f>'Fully separated 0.5%'!$H$1</c:f>
              <c:strCache>
                <c:ptCount val="1"/>
                <c:pt idx="0">
                  <c:v>D_7/O-PTIR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0.5%'!$A$2:$A$589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0.5%'!$H$2:$H$589</c:f>
              <c:numCache>
                <c:formatCode>General</c:formatCode>
                <c:ptCount val="588"/>
                <c:pt idx="0">
                  <c:v>6.7526038499240624</c:v>
                </c:pt>
                <c:pt idx="1">
                  <c:v>6.8544465288911507</c:v>
                </c:pt>
                <c:pt idx="2">
                  <c:v>6.8056838870545624</c:v>
                </c:pt>
                <c:pt idx="3">
                  <c:v>6.8056858378533818</c:v>
                </c:pt>
                <c:pt idx="4">
                  <c:v>6.8298360639042324</c:v>
                </c:pt>
                <c:pt idx="5">
                  <c:v>6.79594061564545</c:v>
                </c:pt>
                <c:pt idx="6">
                  <c:v>6.7868383234966583</c:v>
                </c:pt>
                <c:pt idx="7">
                  <c:v>6.7948117231343454</c:v>
                </c:pt>
                <c:pt idx="8">
                  <c:v>6.8103460754656711</c:v>
                </c:pt>
                <c:pt idx="9">
                  <c:v>6.8046788981223072</c:v>
                </c:pt>
                <c:pt idx="10">
                  <c:v>6.8037968763132559</c:v>
                </c:pt>
                <c:pt idx="11">
                  <c:v>6.8129942544301514</c:v>
                </c:pt>
                <c:pt idx="12">
                  <c:v>6.8049457149943624</c:v>
                </c:pt>
                <c:pt idx="13">
                  <c:v>6.8198281853592215</c:v>
                </c:pt>
                <c:pt idx="14">
                  <c:v>6.8444561446065206</c:v>
                </c:pt>
                <c:pt idx="15">
                  <c:v>6.8601976323644749</c:v>
                </c:pt>
                <c:pt idx="16">
                  <c:v>6.8481383573289358</c:v>
                </c:pt>
                <c:pt idx="17">
                  <c:v>6.841194734973282</c:v>
                </c:pt>
                <c:pt idx="18">
                  <c:v>6.840361926474638</c:v>
                </c:pt>
                <c:pt idx="19">
                  <c:v>6.8422563037768489</c:v>
                </c:pt>
                <c:pt idx="20">
                  <c:v>6.8404943249518899</c:v>
                </c:pt>
                <c:pt idx="21">
                  <c:v>6.8416480589413506</c:v>
                </c:pt>
                <c:pt idx="22">
                  <c:v>6.8509616573679759</c:v>
                </c:pt>
                <c:pt idx="23">
                  <c:v>6.8504245656240554</c:v>
                </c:pt>
                <c:pt idx="24">
                  <c:v>6.8496959427808157</c:v>
                </c:pt>
                <c:pt idx="25">
                  <c:v>6.841369025591443</c:v>
                </c:pt>
                <c:pt idx="26">
                  <c:v>6.8328310713778038</c:v>
                </c:pt>
                <c:pt idx="27">
                  <c:v>6.8356719255113498</c:v>
                </c:pt>
                <c:pt idx="28">
                  <c:v>6.8416437797697469</c:v>
                </c:pt>
                <c:pt idx="29">
                  <c:v>6.8372444488621742</c:v>
                </c:pt>
                <c:pt idx="30">
                  <c:v>6.8340644445884493</c:v>
                </c:pt>
                <c:pt idx="31">
                  <c:v>6.8363970202044246</c:v>
                </c:pt>
                <c:pt idx="32">
                  <c:v>6.8564824943670093</c:v>
                </c:pt>
                <c:pt idx="33">
                  <c:v>6.8693905185375526</c:v>
                </c:pt>
                <c:pt idx="34">
                  <c:v>6.8790375952418978</c:v>
                </c:pt>
                <c:pt idx="35">
                  <c:v>6.8783753758986093</c:v>
                </c:pt>
                <c:pt idx="36">
                  <c:v>6.8683394227692141</c:v>
                </c:pt>
                <c:pt idx="37">
                  <c:v>6.8646654135117435</c:v>
                </c:pt>
                <c:pt idx="38">
                  <c:v>6.870025445266581</c:v>
                </c:pt>
                <c:pt idx="39">
                  <c:v>6.8820151641627225</c:v>
                </c:pt>
                <c:pt idx="40">
                  <c:v>6.8902279302199076</c:v>
                </c:pt>
                <c:pt idx="41">
                  <c:v>6.9062662241263206</c:v>
                </c:pt>
                <c:pt idx="42">
                  <c:v>6.9225901372629508</c:v>
                </c:pt>
                <c:pt idx="43">
                  <c:v>6.9484525756205961</c:v>
                </c:pt>
                <c:pt idx="44">
                  <c:v>6.9782747291222469</c:v>
                </c:pt>
                <c:pt idx="45">
                  <c:v>7.0075957615056979</c:v>
                </c:pt>
                <c:pt idx="46">
                  <c:v>7.0390075550445896</c:v>
                </c:pt>
                <c:pt idx="47">
                  <c:v>7.043399842031306</c:v>
                </c:pt>
                <c:pt idx="48">
                  <c:v>7.0198060166093583</c:v>
                </c:pt>
                <c:pt idx="49">
                  <c:v>6.972418131895739</c:v>
                </c:pt>
                <c:pt idx="50">
                  <c:v>6.9214262933695077</c:v>
                </c:pt>
                <c:pt idx="51">
                  <c:v>6.8832466577565254</c:v>
                </c:pt>
                <c:pt idx="52">
                  <c:v>6.8645101872839493</c:v>
                </c:pt>
                <c:pt idx="53">
                  <c:v>6.8530403361565355</c:v>
                </c:pt>
                <c:pt idx="54">
                  <c:v>6.8471620500911161</c:v>
                </c:pt>
                <c:pt idx="55">
                  <c:v>6.8458844883470853</c:v>
                </c:pt>
                <c:pt idx="56">
                  <c:v>6.8494009853005133</c:v>
                </c:pt>
                <c:pt idx="57">
                  <c:v>6.855657819182956</c:v>
                </c:pt>
                <c:pt idx="58">
                  <c:v>6.8608711665472404</c:v>
                </c:pt>
                <c:pt idx="59">
                  <c:v>6.8649719045355688</c:v>
                </c:pt>
                <c:pt idx="60">
                  <c:v>6.8724168790929427</c:v>
                </c:pt>
                <c:pt idx="61">
                  <c:v>6.8872175309333352</c:v>
                </c:pt>
                <c:pt idx="62">
                  <c:v>6.8919217229006211</c:v>
                </c:pt>
                <c:pt idx="63">
                  <c:v>6.8976256399445424</c:v>
                </c:pt>
                <c:pt idx="64">
                  <c:v>6.9079014288818348</c:v>
                </c:pt>
                <c:pt idx="65">
                  <c:v>6.9238367915862353</c:v>
                </c:pt>
                <c:pt idx="66">
                  <c:v>6.9374046623675012</c:v>
                </c:pt>
                <c:pt idx="67">
                  <c:v>6.9387642340020381</c:v>
                </c:pt>
                <c:pt idx="68">
                  <c:v>6.9369012634260354</c:v>
                </c:pt>
                <c:pt idx="69">
                  <c:v>6.9301371929651046</c:v>
                </c:pt>
                <c:pt idx="70">
                  <c:v>6.9134985028098761</c:v>
                </c:pt>
                <c:pt idx="71">
                  <c:v>6.8993057904446173</c:v>
                </c:pt>
                <c:pt idx="72">
                  <c:v>6.8894044806038064</c:v>
                </c:pt>
                <c:pt idx="73">
                  <c:v>6.8788233313013389</c:v>
                </c:pt>
                <c:pt idx="74">
                  <c:v>6.8675521294709458</c:v>
                </c:pt>
                <c:pt idx="75">
                  <c:v>6.8598739710098462</c:v>
                </c:pt>
                <c:pt idx="76">
                  <c:v>6.8573363190864622</c:v>
                </c:pt>
                <c:pt idx="77">
                  <c:v>6.8535495410714313</c:v>
                </c:pt>
                <c:pt idx="78">
                  <c:v>6.8486625661666389</c:v>
                </c:pt>
                <c:pt idx="79">
                  <c:v>6.8440349453741662</c:v>
                </c:pt>
                <c:pt idx="80">
                  <c:v>6.8419104872897787</c:v>
                </c:pt>
                <c:pt idx="81">
                  <c:v>6.8385249610475718</c:v>
                </c:pt>
                <c:pt idx="82">
                  <c:v>6.8321604319287701</c:v>
                </c:pt>
                <c:pt idx="83">
                  <c:v>6.8301851980904047</c:v>
                </c:pt>
                <c:pt idx="84">
                  <c:v>6.8299420631526164</c:v>
                </c:pt>
                <c:pt idx="85">
                  <c:v>6.8328764338979981</c:v>
                </c:pt>
                <c:pt idx="86">
                  <c:v>6.8310117590810373</c:v>
                </c:pt>
                <c:pt idx="87">
                  <c:v>6.8314794700614465</c:v>
                </c:pt>
                <c:pt idx="88">
                  <c:v>6.8311949340352287</c:v>
                </c:pt>
                <c:pt idx="89">
                  <c:v>6.8329490849059606</c:v>
                </c:pt>
                <c:pt idx="90">
                  <c:v>6.8295927226418733</c:v>
                </c:pt>
                <c:pt idx="91">
                  <c:v>6.8252229642350715</c:v>
                </c:pt>
                <c:pt idx="92">
                  <c:v>6.8249599643675811</c:v>
                </c:pt>
                <c:pt idx="93">
                  <c:v>6.8232172397515942</c:v>
                </c:pt>
                <c:pt idx="94">
                  <c:v>6.817443842908367</c:v>
                </c:pt>
                <c:pt idx="95">
                  <c:v>6.8127348415153293</c:v>
                </c:pt>
                <c:pt idx="96">
                  <c:v>6.8117409554240549</c:v>
                </c:pt>
                <c:pt idx="97">
                  <c:v>6.8122106945749969</c:v>
                </c:pt>
                <c:pt idx="98">
                  <c:v>6.8104187450428455</c:v>
                </c:pt>
                <c:pt idx="99">
                  <c:v>6.8113101837632266</c:v>
                </c:pt>
                <c:pt idx="100">
                  <c:v>6.8158255381984691</c:v>
                </c:pt>
                <c:pt idx="101">
                  <c:v>6.8170844151893437</c:v>
                </c:pt>
                <c:pt idx="102">
                  <c:v>6.8133708741440584</c:v>
                </c:pt>
                <c:pt idx="103">
                  <c:v>6.812672147731166</c:v>
                </c:pt>
                <c:pt idx="104">
                  <c:v>6.8164823580277325</c:v>
                </c:pt>
                <c:pt idx="105">
                  <c:v>6.8249496398860456</c:v>
                </c:pt>
                <c:pt idx="106">
                  <c:v>6.8295143646962746</c:v>
                </c:pt>
                <c:pt idx="107">
                  <c:v>6.8479677805530539</c:v>
                </c:pt>
                <c:pt idx="108">
                  <c:v>6.8713835891350863</c:v>
                </c:pt>
                <c:pt idx="109">
                  <c:v>6.8950519307391192</c:v>
                </c:pt>
                <c:pt idx="110">
                  <c:v>6.9039587561473992</c:v>
                </c:pt>
                <c:pt idx="111">
                  <c:v>6.8949236381208312</c:v>
                </c:pt>
                <c:pt idx="112">
                  <c:v>6.874361702752779</c:v>
                </c:pt>
                <c:pt idx="113">
                  <c:v>6.8558068102822132</c:v>
                </c:pt>
                <c:pt idx="114">
                  <c:v>6.8483926564892643</c:v>
                </c:pt>
                <c:pt idx="115">
                  <c:v>6.8449412879499381</c:v>
                </c:pt>
                <c:pt idx="116">
                  <c:v>6.840865152103464</c:v>
                </c:pt>
                <c:pt idx="117">
                  <c:v>6.8407986206822784</c:v>
                </c:pt>
                <c:pt idx="118">
                  <c:v>6.8411144953475951</c:v>
                </c:pt>
                <c:pt idx="119">
                  <c:v>6.8465748462353755</c:v>
                </c:pt>
                <c:pt idx="120">
                  <c:v>6.8578732829091482</c:v>
                </c:pt>
                <c:pt idx="121">
                  <c:v>6.8775617473320914</c:v>
                </c:pt>
                <c:pt idx="122">
                  <c:v>6.9063361186380146</c:v>
                </c:pt>
                <c:pt idx="123">
                  <c:v>6.9177476418091883</c:v>
                </c:pt>
                <c:pt idx="124">
                  <c:v>6.9109474645483218</c:v>
                </c:pt>
                <c:pt idx="125">
                  <c:v>6.9047251859050407</c:v>
                </c:pt>
                <c:pt idx="126">
                  <c:v>6.8943275664350265</c:v>
                </c:pt>
                <c:pt idx="127">
                  <c:v>6.8764382770307142</c:v>
                </c:pt>
                <c:pt idx="128">
                  <c:v>6.865949016439215</c:v>
                </c:pt>
                <c:pt idx="129">
                  <c:v>6.8595936955860211</c:v>
                </c:pt>
                <c:pt idx="130">
                  <c:v>6.8605865665604053</c:v>
                </c:pt>
                <c:pt idx="131">
                  <c:v>6.8570969908370101</c:v>
                </c:pt>
                <c:pt idx="132">
                  <c:v>6.8554150453131673</c:v>
                </c:pt>
                <c:pt idx="133">
                  <c:v>6.8560011762811381</c:v>
                </c:pt>
                <c:pt idx="134">
                  <c:v>6.851870715175103</c:v>
                </c:pt>
                <c:pt idx="135">
                  <c:v>6.839248446408992</c:v>
                </c:pt>
                <c:pt idx="136">
                  <c:v>6.8323250294185822</c:v>
                </c:pt>
                <c:pt idx="137">
                  <c:v>6.8273471499710254</c:v>
                </c:pt>
                <c:pt idx="138">
                  <c:v>6.8271015865930353</c:v>
                </c:pt>
                <c:pt idx="139">
                  <c:v>6.8252851772829848</c:v>
                </c:pt>
                <c:pt idx="140">
                  <c:v>6.8236223085289822</c:v>
                </c:pt>
                <c:pt idx="141">
                  <c:v>6.8220943058941019</c:v>
                </c:pt>
                <c:pt idx="142">
                  <c:v>6.8263163503507416</c:v>
                </c:pt>
                <c:pt idx="143">
                  <c:v>6.824755878418113</c:v>
                </c:pt>
                <c:pt idx="144">
                  <c:v>6.8281805155460118</c:v>
                </c:pt>
                <c:pt idx="145">
                  <c:v>6.8264115072429163</c:v>
                </c:pt>
                <c:pt idx="146">
                  <c:v>6.8228287326475261</c:v>
                </c:pt>
                <c:pt idx="147">
                  <c:v>6.8269401706281094</c:v>
                </c:pt>
                <c:pt idx="148">
                  <c:v>6.8300364545806334</c:v>
                </c:pt>
                <c:pt idx="149">
                  <c:v>6.8194903887082292</c:v>
                </c:pt>
                <c:pt idx="150">
                  <c:v>6.816205187788702</c:v>
                </c:pt>
                <c:pt idx="151">
                  <c:v>6.8131273657587963</c:v>
                </c:pt>
                <c:pt idx="152">
                  <c:v>6.8268817085608982</c:v>
                </c:pt>
                <c:pt idx="153">
                  <c:v>6.8277118492828386</c:v>
                </c:pt>
                <c:pt idx="154">
                  <c:v>6.8226786294588306</c:v>
                </c:pt>
                <c:pt idx="155">
                  <c:v>6.8321802638465412</c:v>
                </c:pt>
                <c:pt idx="156">
                  <c:v>6.8379742023640633</c:v>
                </c:pt>
                <c:pt idx="157">
                  <c:v>6.8349175120967267</c:v>
                </c:pt>
                <c:pt idx="158">
                  <c:v>6.8276864610443697</c:v>
                </c:pt>
                <c:pt idx="159">
                  <c:v>6.821345706705892</c:v>
                </c:pt>
                <c:pt idx="160">
                  <c:v>6.8235183003127089</c:v>
                </c:pt>
                <c:pt idx="161">
                  <c:v>6.8269871548594319</c:v>
                </c:pt>
                <c:pt idx="162">
                  <c:v>6.8214845342567783</c:v>
                </c:pt>
                <c:pt idx="163">
                  <c:v>6.8211133398474679</c:v>
                </c:pt>
                <c:pt idx="164">
                  <c:v>6.8290275831357619</c:v>
                </c:pt>
                <c:pt idx="165">
                  <c:v>6.8279016204335665</c:v>
                </c:pt>
                <c:pt idx="166">
                  <c:v>6.8258756967745819</c:v>
                </c:pt>
                <c:pt idx="167">
                  <c:v>6.8291046515527922</c:v>
                </c:pt>
                <c:pt idx="168">
                  <c:v>6.8342222849485594</c:v>
                </c:pt>
                <c:pt idx="169">
                  <c:v>6.840518011012648</c:v>
                </c:pt>
                <c:pt idx="170">
                  <c:v>6.8373284766069862</c:v>
                </c:pt>
                <c:pt idx="171">
                  <c:v>6.842813066505375</c:v>
                </c:pt>
                <c:pt idx="172">
                  <c:v>6.8488701039261812</c:v>
                </c:pt>
                <c:pt idx="173">
                  <c:v>6.8533965348960209</c:v>
                </c:pt>
                <c:pt idx="174">
                  <c:v>6.8529402027157067</c:v>
                </c:pt>
                <c:pt idx="175">
                  <c:v>6.8497282862205751</c:v>
                </c:pt>
                <c:pt idx="176">
                  <c:v>6.8527907288169532</c:v>
                </c:pt>
                <c:pt idx="177">
                  <c:v>6.8583301969247534</c:v>
                </c:pt>
                <c:pt idx="178">
                  <c:v>6.8618949325628966</c:v>
                </c:pt>
                <c:pt idx="179">
                  <c:v>6.8656963967608959</c:v>
                </c:pt>
                <c:pt idx="180">
                  <c:v>6.8689578930504531</c:v>
                </c:pt>
                <c:pt idx="181">
                  <c:v>6.8750632475593125</c:v>
                </c:pt>
                <c:pt idx="182">
                  <c:v>6.8822504071856674</c:v>
                </c:pt>
                <c:pt idx="183">
                  <c:v>6.8903845470753113</c:v>
                </c:pt>
                <c:pt idx="184">
                  <c:v>6.8949252474524858</c:v>
                </c:pt>
                <c:pt idx="185">
                  <c:v>6.89758341768432</c:v>
                </c:pt>
                <c:pt idx="186">
                  <c:v>6.8984303635425732</c:v>
                </c:pt>
                <c:pt idx="187">
                  <c:v>6.9067119759826312</c:v>
                </c:pt>
                <c:pt idx="188">
                  <c:v>6.9150189498389638</c:v>
                </c:pt>
                <c:pt idx="189">
                  <c:v>6.9160371120792696</c:v>
                </c:pt>
                <c:pt idx="190">
                  <c:v>6.9122384951603522</c:v>
                </c:pt>
                <c:pt idx="191">
                  <c:v>6.9087252168702324</c:v>
                </c:pt>
                <c:pt idx="192">
                  <c:v>6.9066192289614463</c:v>
                </c:pt>
                <c:pt idx="193">
                  <c:v>6.9049050761720601</c:v>
                </c:pt>
                <c:pt idx="194">
                  <c:v>6.9100027786142633</c:v>
                </c:pt>
                <c:pt idx="195">
                  <c:v>6.9116976029178323</c:v>
                </c:pt>
                <c:pt idx="196">
                  <c:v>6.9209653642777491</c:v>
                </c:pt>
                <c:pt idx="197">
                  <c:v>6.924366071881896</c:v>
                </c:pt>
                <c:pt idx="198">
                  <c:v>6.917931435737092</c:v>
                </c:pt>
                <c:pt idx="199">
                  <c:v>6.9088854815440524</c:v>
                </c:pt>
                <c:pt idx="200">
                  <c:v>6.9028588398590545</c:v>
                </c:pt>
                <c:pt idx="201">
                  <c:v>6.8962954241699759</c:v>
                </c:pt>
                <c:pt idx="202">
                  <c:v>6.8941029037360861</c:v>
                </c:pt>
                <c:pt idx="203">
                  <c:v>6.8989128329195504</c:v>
                </c:pt>
                <c:pt idx="204">
                  <c:v>6.9071931496413024</c:v>
                </c:pt>
                <c:pt idx="205">
                  <c:v>6.912637576398688</c:v>
                </c:pt>
                <c:pt idx="206">
                  <c:v>6.9187455924945125</c:v>
                </c:pt>
                <c:pt idx="207">
                  <c:v>6.9192438333217021</c:v>
                </c:pt>
                <c:pt idx="208">
                  <c:v>6.9186303808540304</c:v>
                </c:pt>
                <c:pt idx="209">
                  <c:v>6.9179763814816537</c:v>
                </c:pt>
                <c:pt idx="210">
                  <c:v>6.9217256125512412</c:v>
                </c:pt>
                <c:pt idx="211">
                  <c:v>6.927484634761603</c:v>
                </c:pt>
                <c:pt idx="212">
                  <c:v>6.934286198523588</c:v>
                </c:pt>
                <c:pt idx="213">
                  <c:v>6.9395446855775296</c:v>
                </c:pt>
                <c:pt idx="214">
                  <c:v>6.9471756576092272</c:v>
                </c:pt>
                <c:pt idx="215">
                  <c:v>6.9513686350602946</c:v>
                </c:pt>
                <c:pt idx="216">
                  <c:v>6.9560050947973915</c:v>
                </c:pt>
                <c:pt idx="217">
                  <c:v>6.9589076358511956</c:v>
                </c:pt>
                <c:pt idx="218">
                  <c:v>6.9573011102110591</c:v>
                </c:pt>
                <c:pt idx="219">
                  <c:v>6.9537760301554741</c:v>
                </c:pt>
                <c:pt idx="220">
                  <c:v>6.9453763092779566</c:v>
                </c:pt>
                <c:pt idx="221">
                  <c:v>6.9374242384428033</c:v>
                </c:pt>
                <c:pt idx="222">
                  <c:v>6.9295490276368623</c:v>
                </c:pt>
                <c:pt idx="223">
                  <c:v>6.9193592347807895</c:v>
                </c:pt>
                <c:pt idx="224">
                  <c:v>6.9108457712937357</c:v>
                </c:pt>
                <c:pt idx="225">
                  <c:v>6.9034927432182105</c:v>
                </c:pt>
                <c:pt idx="226">
                  <c:v>6.8918048193986552</c:v>
                </c:pt>
                <c:pt idx="227">
                  <c:v>6.878529112463001</c:v>
                </c:pt>
                <c:pt idx="228">
                  <c:v>6.8660727534109744</c:v>
                </c:pt>
                <c:pt idx="229">
                  <c:v>6.8572538800408473</c:v>
                </c:pt>
                <c:pt idx="230">
                  <c:v>6.845459183255767</c:v>
                </c:pt>
                <c:pt idx="231">
                  <c:v>6.8390718119437031</c:v>
                </c:pt>
                <c:pt idx="232">
                  <c:v>6.8363106733714334</c:v>
                </c:pt>
                <c:pt idx="233">
                  <c:v>6.8283007078616391</c:v>
                </c:pt>
                <c:pt idx="234">
                  <c:v>6.8235900373028224</c:v>
                </c:pt>
                <c:pt idx="235">
                  <c:v>6.8242317975016435</c:v>
                </c:pt>
                <c:pt idx="236">
                  <c:v>6.8251355630835224</c:v>
                </c:pt>
                <c:pt idx="237">
                  <c:v>6.8217439585194519</c:v>
                </c:pt>
                <c:pt idx="238">
                  <c:v>6.8186206976292612</c:v>
                </c:pt>
                <c:pt idx="239">
                  <c:v>6.8221842695968231</c:v>
                </c:pt>
                <c:pt idx="240">
                  <c:v>6.8270471540446973</c:v>
                </c:pt>
                <c:pt idx="241">
                  <c:v>6.8222948967053361</c:v>
                </c:pt>
                <c:pt idx="242">
                  <c:v>6.82691472461876</c:v>
                </c:pt>
                <c:pt idx="243">
                  <c:v>6.8329444157809176</c:v>
                </c:pt>
                <c:pt idx="244">
                  <c:v>6.8321351571688149</c:v>
                </c:pt>
                <c:pt idx="245">
                  <c:v>6.8325001762837134</c:v>
                </c:pt>
                <c:pt idx="246">
                  <c:v>6.8394239708480873</c:v>
                </c:pt>
                <c:pt idx="247">
                  <c:v>6.8500574316823029</c:v>
                </c:pt>
                <c:pt idx="248">
                  <c:v>6.8715711299172018</c:v>
                </c:pt>
                <c:pt idx="249">
                  <c:v>6.9077460994917548</c:v>
                </c:pt>
                <c:pt idx="250">
                  <c:v>6.9462215137568313</c:v>
                </c:pt>
                <c:pt idx="251">
                  <c:v>7.0168780893803318</c:v>
                </c:pt>
                <c:pt idx="252">
                  <c:v>7.0722784815224626</c:v>
                </c:pt>
                <c:pt idx="253">
                  <c:v>7.1255504624014243</c:v>
                </c:pt>
                <c:pt idx="254">
                  <c:v>7.1994924349527949</c:v>
                </c:pt>
                <c:pt idx="255">
                  <c:v>7.2792966002530433</c:v>
                </c:pt>
                <c:pt idx="256">
                  <c:v>7.3898627357291238</c:v>
                </c:pt>
                <c:pt idx="257">
                  <c:v>7.5291017143162007</c:v>
                </c:pt>
                <c:pt idx="258">
                  <c:v>7.6657910493958212</c:v>
                </c:pt>
                <c:pt idx="259">
                  <c:v>7.8</c:v>
                </c:pt>
                <c:pt idx="260">
                  <c:v>7.6016458956694919</c:v>
                </c:pt>
                <c:pt idx="261">
                  <c:v>7.2778054183011154</c:v>
                </c:pt>
                <c:pt idx="262">
                  <c:v>7.0094903657649361</c:v>
                </c:pt>
                <c:pt idx="263">
                  <c:v>6.9433440122529726</c:v>
                </c:pt>
                <c:pt idx="264">
                  <c:v>6.9125726749416136</c:v>
                </c:pt>
                <c:pt idx="265">
                  <c:v>6.8760817316659493</c:v>
                </c:pt>
                <c:pt idx="266">
                  <c:v>6.8763120063932233</c:v>
                </c:pt>
                <c:pt idx="267">
                  <c:v>6.8746989856555896</c:v>
                </c:pt>
                <c:pt idx="268">
                  <c:v>6.8602179264492849</c:v>
                </c:pt>
                <c:pt idx="269">
                  <c:v>6.8644062285855725</c:v>
                </c:pt>
                <c:pt idx="270">
                  <c:v>6.8748175315011402</c:v>
                </c:pt>
                <c:pt idx="271">
                  <c:v>6.8854662809860718</c:v>
                </c:pt>
                <c:pt idx="272">
                  <c:v>6.8950758478833967</c:v>
                </c:pt>
                <c:pt idx="273">
                  <c:v>6.9072982596307853</c:v>
                </c:pt>
                <c:pt idx="274">
                  <c:v>6.9495387341865422</c:v>
                </c:pt>
                <c:pt idx="275">
                  <c:v>6.998721708692285</c:v>
                </c:pt>
                <c:pt idx="276">
                  <c:v>7.092410444737399</c:v>
                </c:pt>
                <c:pt idx="277">
                  <c:v>7.2752365948615338</c:v>
                </c:pt>
                <c:pt idx="278">
                  <c:v>7.7353453401249013</c:v>
                </c:pt>
                <c:pt idx="279">
                  <c:v>7.8771452522999574</c:v>
                </c:pt>
                <c:pt idx="280">
                  <c:v>7.7014001614547567</c:v>
                </c:pt>
                <c:pt idx="281">
                  <c:v>7.3561568935614119</c:v>
                </c:pt>
                <c:pt idx="282">
                  <c:v>7.0793094947134358</c:v>
                </c:pt>
                <c:pt idx="283">
                  <c:v>6.9339017910887462</c:v>
                </c:pt>
                <c:pt idx="284">
                  <c:v>6.8631074277901964</c:v>
                </c:pt>
                <c:pt idx="285">
                  <c:v>6.8163645074959858</c:v>
                </c:pt>
                <c:pt idx="286">
                  <c:v>6.7858430024179919</c:v>
                </c:pt>
                <c:pt idx="287">
                  <c:v>6.8148478692184797</c:v>
                </c:pt>
                <c:pt idx="288">
                  <c:v>6.8290121108561781</c:v>
                </c:pt>
                <c:pt idx="289">
                  <c:v>6.8433112330557186</c:v>
                </c:pt>
                <c:pt idx="290">
                  <c:v>6.8249449872669681</c:v>
                </c:pt>
                <c:pt idx="291">
                  <c:v>6.800632959037384</c:v>
                </c:pt>
                <c:pt idx="292">
                  <c:v>6.8056930009266781</c:v>
                </c:pt>
                <c:pt idx="293">
                  <c:v>6.781132375187334</c:v>
                </c:pt>
                <c:pt idx="294">
                  <c:v>6.7784707428291977</c:v>
                </c:pt>
                <c:pt idx="295">
                  <c:v>6.7849415394183259</c:v>
                </c:pt>
                <c:pt idx="296">
                  <c:v>6.7827899702853003</c:v>
                </c:pt>
                <c:pt idx="297">
                  <c:v>6.8017571846156439</c:v>
                </c:pt>
                <c:pt idx="298">
                  <c:v>6.8117529624824682</c:v>
                </c:pt>
                <c:pt idx="299">
                  <c:v>6.8171585218171558</c:v>
                </c:pt>
                <c:pt idx="300">
                  <c:v>6.8221726824089117</c:v>
                </c:pt>
                <c:pt idx="301">
                  <c:v>6.8262732697803035</c:v>
                </c:pt>
                <c:pt idx="302">
                  <c:v>6.8195622494930852</c:v>
                </c:pt>
                <c:pt idx="303">
                  <c:v>6.8052905462816051</c:v>
                </c:pt>
                <c:pt idx="304">
                  <c:v>6.8164739152262843</c:v>
                </c:pt>
                <c:pt idx="305">
                  <c:v>6.8287461997489904</c:v>
                </c:pt>
                <c:pt idx="306">
                  <c:v>6.8283736250282994</c:v>
                </c:pt>
                <c:pt idx="307">
                  <c:v>6.8164913909174532</c:v>
                </c:pt>
                <c:pt idx="308">
                  <c:v>6.8135405740405126</c:v>
                </c:pt>
                <c:pt idx="309">
                  <c:v>6.8154781030951392</c:v>
                </c:pt>
                <c:pt idx="310">
                  <c:v>6.8200112323921784</c:v>
                </c:pt>
                <c:pt idx="311">
                  <c:v>6.8026519696626622</c:v>
                </c:pt>
                <c:pt idx="312">
                  <c:v>6.8024551424695092</c:v>
                </c:pt>
                <c:pt idx="313">
                  <c:v>6.8080698016986485</c:v>
                </c:pt>
                <c:pt idx="314">
                  <c:v>6.811090643071763</c:v>
                </c:pt>
                <c:pt idx="315">
                  <c:v>6.8142665260121804</c:v>
                </c:pt>
                <c:pt idx="316">
                  <c:v>6.8070101073538103</c:v>
                </c:pt>
                <c:pt idx="317">
                  <c:v>6.8034992043753153</c:v>
                </c:pt>
                <c:pt idx="318">
                  <c:v>6.8177865954755559</c:v>
                </c:pt>
                <c:pt idx="319">
                  <c:v>6.8298858417702473</c:v>
                </c:pt>
                <c:pt idx="320">
                  <c:v>6.8342308618609788</c:v>
                </c:pt>
                <c:pt idx="321">
                  <c:v>6.8590170307893699</c:v>
                </c:pt>
                <c:pt idx="322">
                  <c:v>6.896722631573839</c:v>
                </c:pt>
                <c:pt idx="323">
                  <c:v>6.9416154745144922</c:v>
                </c:pt>
                <c:pt idx="324">
                  <c:v>6.9510028628607117</c:v>
                </c:pt>
                <c:pt idx="325">
                  <c:v>6.9293087668003492</c:v>
                </c:pt>
                <c:pt idx="326">
                  <c:v>6.9031419831944181</c:v>
                </c:pt>
                <c:pt idx="327">
                  <c:v>6.9022937828827722</c:v>
                </c:pt>
                <c:pt idx="328">
                  <c:v>6.9195479887513818</c:v>
                </c:pt>
                <c:pt idx="329">
                  <c:v>6.9550795227715971</c:v>
                </c:pt>
                <c:pt idx="330">
                  <c:v>7.0208286602193484</c:v>
                </c:pt>
                <c:pt idx="331">
                  <c:v>7.1070453601763468</c:v>
                </c:pt>
                <c:pt idx="332">
                  <c:v>7.1765687187257345</c:v>
                </c:pt>
                <c:pt idx="333">
                  <c:v>7.1831282885248076</c:v>
                </c:pt>
                <c:pt idx="334">
                  <c:v>7.1248353909560116</c:v>
                </c:pt>
                <c:pt idx="335">
                  <c:v>7.0438414261312809</c:v>
                </c:pt>
                <c:pt idx="336">
                  <c:v>6.9692800342056431</c:v>
                </c:pt>
                <c:pt idx="337">
                  <c:v>6.9147402053434561</c:v>
                </c:pt>
                <c:pt idx="338">
                  <c:v>6.8779735299110216</c:v>
                </c:pt>
                <c:pt idx="339">
                  <c:v>6.8582513726856238</c:v>
                </c:pt>
                <c:pt idx="340">
                  <c:v>6.8445900203677015</c:v>
                </c:pt>
                <c:pt idx="341">
                  <c:v>6.8298352922503369</c:v>
                </c:pt>
                <c:pt idx="342">
                  <c:v>6.8286841641402081</c:v>
                </c:pt>
                <c:pt idx="343">
                  <c:v>6.8251254965077006</c:v>
                </c:pt>
                <c:pt idx="344">
                  <c:v>6.8188273770785877</c:v>
                </c:pt>
                <c:pt idx="345">
                  <c:v>6.809765197521279</c:v>
                </c:pt>
                <c:pt idx="346">
                  <c:v>6.806029976921689</c:v>
                </c:pt>
                <c:pt idx="347">
                  <c:v>6.8087952760289339</c:v>
                </c:pt>
                <c:pt idx="348">
                  <c:v>6.8066526557083673</c:v>
                </c:pt>
                <c:pt idx="349">
                  <c:v>6.8021924048921303</c:v>
                </c:pt>
                <c:pt idx="350">
                  <c:v>6.8003515335797422</c:v>
                </c:pt>
                <c:pt idx="351">
                  <c:v>6.8052398249964892</c:v>
                </c:pt>
                <c:pt idx="352">
                  <c:v>6.8046571974197345</c:v>
                </c:pt>
                <c:pt idx="353">
                  <c:v>6.8042897898400199</c:v>
                </c:pt>
                <c:pt idx="354">
                  <c:v>6.8019409286387926</c:v>
                </c:pt>
                <c:pt idx="355">
                  <c:v>6.7990844043475036</c:v>
                </c:pt>
                <c:pt idx="356">
                  <c:v>6.8075441558103078</c:v>
                </c:pt>
                <c:pt idx="357">
                  <c:v>6.8102215936622104</c:v>
                </c:pt>
                <c:pt idx="358">
                  <c:v>6.801360547807664</c:v>
                </c:pt>
                <c:pt idx="359">
                  <c:v>6.7960764218308993</c:v>
                </c:pt>
                <c:pt idx="360">
                  <c:v>6.8099230688300745</c:v>
                </c:pt>
                <c:pt idx="361">
                  <c:v>6.8163006572626017</c:v>
                </c:pt>
                <c:pt idx="362">
                  <c:v>6.8215670001245865</c:v>
                </c:pt>
                <c:pt idx="363">
                  <c:v>6.8231308537169353</c:v>
                </c:pt>
                <c:pt idx="364">
                  <c:v>6.8262970569401018</c:v>
                </c:pt>
                <c:pt idx="365">
                  <c:v>6.825992404268205</c:v>
                </c:pt>
                <c:pt idx="366">
                  <c:v>6.826477427943372</c:v>
                </c:pt>
                <c:pt idx="367">
                  <c:v>6.8230749995923023</c:v>
                </c:pt>
                <c:pt idx="368">
                  <c:v>6.823844662455973</c:v>
                </c:pt>
                <c:pt idx="369">
                  <c:v>6.8249912865007145</c:v>
                </c:pt>
                <c:pt idx="370">
                  <c:v>6.824119453772699</c:v>
                </c:pt>
                <c:pt idx="371">
                  <c:v>6.8210020194883958</c:v>
                </c:pt>
                <c:pt idx="372">
                  <c:v>6.8167416512743033</c:v>
                </c:pt>
                <c:pt idx="373">
                  <c:v>6.8148746140410044</c:v>
                </c:pt>
                <c:pt idx="374">
                  <c:v>6.8055432696380223</c:v>
                </c:pt>
                <c:pt idx="375">
                  <c:v>6.809015442915471</c:v>
                </c:pt>
                <c:pt idx="376">
                  <c:v>6.8105193612831707</c:v>
                </c:pt>
                <c:pt idx="377">
                  <c:v>6.8102614638223233</c:v>
                </c:pt>
                <c:pt idx="378">
                  <c:v>6.8131105451481409</c:v>
                </c:pt>
                <c:pt idx="379">
                  <c:v>6.8112384581209646</c:v>
                </c:pt>
                <c:pt idx="380">
                  <c:v>6.8075492339738126</c:v>
                </c:pt>
                <c:pt idx="381">
                  <c:v>6.8059082949426575</c:v>
                </c:pt>
                <c:pt idx="382">
                  <c:v>6.8036856516372035</c:v>
                </c:pt>
                <c:pt idx="383">
                  <c:v>6.8094903886669638</c:v>
                </c:pt>
                <c:pt idx="384">
                  <c:v>6.8050872185749354</c:v>
                </c:pt>
                <c:pt idx="385">
                  <c:v>6.8032744728155494</c:v>
                </c:pt>
                <c:pt idx="386">
                  <c:v>6.8046422775741897</c:v>
                </c:pt>
                <c:pt idx="387">
                  <c:v>6.8031661480313428</c:v>
                </c:pt>
                <c:pt idx="388">
                  <c:v>6.8025499161137937</c:v>
                </c:pt>
                <c:pt idx="389">
                  <c:v>6.8011352342836551</c:v>
                </c:pt>
                <c:pt idx="390">
                  <c:v>6.8023423045932176</c:v>
                </c:pt>
                <c:pt idx="391">
                  <c:v>6.79997356867396</c:v>
                </c:pt>
                <c:pt idx="392">
                  <c:v>6.8060952244882307</c:v>
                </c:pt>
                <c:pt idx="393">
                  <c:v>6.8074353144409567</c:v>
                </c:pt>
                <c:pt idx="394">
                  <c:v>6.8080347182685852</c:v>
                </c:pt>
                <c:pt idx="395">
                  <c:v>6.8116849352081426</c:v>
                </c:pt>
                <c:pt idx="396">
                  <c:v>6.8168668686248592</c:v>
                </c:pt>
                <c:pt idx="397">
                  <c:v>6.8210509307912117</c:v>
                </c:pt>
                <c:pt idx="398">
                  <c:v>6.8180036984422134</c:v>
                </c:pt>
                <c:pt idx="399">
                  <c:v>6.8091281332696951</c:v>
                </c:pt>
                <c:pt idx="400">
                  <c:v>6.8145626966809605</c:v>
                </c:pt>
                <c:pt idx="401">
                  <c:v>6.8184326781741413</c:v>
                </c:pt>
                <c:pt idx="402">
                  <c:v>6.8165610471242681</c:v>
                </c:pt>
                <c:pt idx="403">
                  <c:v>6.8297422233628211</c:v>
                </c:pt>
                <c:pt idx="404">
                  <c:v>6.8380732711701055</c:v>
                </c:pt>
                <c:pt idx="405">
                  <c:v>6.841590325199876</c:v>
                </c:pt>
                <c:pt idx="406">
                  <c:v>6.8366113171569145</c:v>
                </c:pt>
                <c:pt idx="407">
                  <c:v>6.8305613112774894</c:v>
                </c:pt>
                <c:pt idx="408">
                  <c:v>6.8391199722250811</c:v>
                </c:pt>
                <c:pt idx="409">
                  <c:v>6.8361550468739711</c:v>
                </c:pt>
                <c:pt idx="410">
                  <c:v>6.8335732579983448</c:v>
                </c:pt>
                <c:pt idx="411">
                  <c:v>6.8283075764066101</c:v>
                </c:pt>
                <c:pt idx="412">
                  <c:v>6.8143076021394107</c:v>
                </c:pt>
                <c:pt idx="413">
                  <c:v>6.8158874902457995</c:v>
                </c:pt>
                <c:pt idx="414">
                  <c:v>6.8174478744904858</c:v>
                </c:pt>
                <c:pt idx="415">
                  <c:v>6.8049658414404579</c:v>
                </c:pt>
                <c:pt idx="416">
                  <c:v>6.8002122961199625</c:v>
                </c:pt>
                <c:pt idx="417">
                  <c:v>6.7982461684165409</c:v>
                </c:pt>
                <c:pt idx="418">
                  <c:v>6.7883110538421958</c:v>
                </c:pt>
                <c:pt idx="419">
                  <c:v>6.7964001296085561</c:v>
                </c:pt>
                <c:pt idx="420">
                  <c:v>6.7999118328443027</c:v>
                </c:pt>
                <c:pt idx="421">
                  <c:v>6.7999361120358151</c:v>
                </c:pt>
                <c:pt idx="422">
                  <c:v>6.8045683870713658</c:v>
                </c:pt>
                <c:pt idx="423">
                  <c:v>6.8038024256704999</c:v>
                </c:pt>
                <c:pt idx="424">
                  <c:v>6.7944728169729718</c:v>
                </c:pt>
                <c:pt idx="425">
                  <c:v>6.802709351878649</c:v>
                </c:pt>
                <c:pt idx="426">
                  <c:v>6.8130923514474642</c:v>
                </c:pt>
                <c:pt idx="427">
                  <c:v>6.8090492677656513</c:v>
                </c:pt>
                <c:pt idx="428">
                  <c:v>6.8069092589983429</c:v>
                </c:pt>
                <c:pt idx="429">
                  <c:v>6.8278561444348584</c:v>
                </c:pt>
                <c:pt idx="430">
                  <c:v>6.8207932994890612</c:v>
                </c:pt>
                <c:pt idx="431">
                  <c:v>6.8146926099787537</c:v>
                </c:pt>
                <c:pt idx="432">
                  <c:v>6.8024956380509778</c:v>
                </c:pt>
                <c:pt idx="433">
                  <c:v>6.8016806639903509</c:v>
                </c:pt>
                <c:pt idx="434">
                  <c:v>6.8001035662706544</c:v>
                </c:pt>
                <c:pt idx="435">
                  <c:v>6.7957564082946869</c:v>
                </c:pt>
                <c:pt idx="436">
                  <c:v>6.7641176564380956</c:v>
                </c:pt>
                <c:pt idx="437">
                  <c:v>6.7302062984916384</c:v>
                </c:pt>
                <c:pt idx="438">
                  <c:v>6.7677453128174303</c:v>
                </c:pt>
                <c:pt idx="439">
                  <c:v>6.8234473886208793</c:v>
                </c:pt>
                <c:pt idx="440">
                  <c:v>6.8257247909833056</c:v>
                </c:pt>
                <c:pt idx="441">
                  <c:v>6.8086288427662502</c:v>
                </c:pt>
                <c:pt idx="442">
                  <c:v>6.7864237318086928</c:v>
                </c:pt>
                <c:pt idx="443">
                  <c:v>6.7822146177129214</c:v>
                </c:pt>
                <c:pt idx="444">
                  <c:v>6.7735344769843779</c:v>
                </c:pt>
                <c:pt idx="445">
                  <c:v>6.7832983664078768</c:v>
                </c:pt>
                <c:pt idx="446">
                  <c:v>6.787059862441593</c:v>
                </c:pt>
                <c:pt idx="447">
                  <c:v>6.7691179551135443</c:v>
                </c:pt>
                <c:pt idx="448">
                  <c:v>6.7978136757508842</c:v>
                </c:pt>
                <c:pt idx="449">
                  <c:v>6.7885799855411042</c:v>
                </c:pt>
                <c:pt idx="450">
                  <c:v>6.7730184984338146</c:v>
                </c:pt>
                <c:pt idx="451">
                  <c:v>6.7786395060120999</c:v>
                </c:pt>
                <c:pt idx="452">
                  <c:v>6.7921346860679215</c:v>
                </c:pt>
                <c:pt idx="453">
                  <c:v>6.7901058506534282</c:v>
                </c:pt>
                <c:pt idx="454">
                  <c:v>6.7958859612981977</c:v>
                </c:pt>
                <c:pt idx="455">
                  <c:v>6.7934400474688461</c:v>
                </c:pt>
                <c:pt idx="456">
                  <c:v>6.8012375024100775</c:v>
                </c:pt>
                <c:pt idx="457">
                  <c:v>6.8048303589266803</c:v>
                </c:pt>
                <c:pt idx="458">
                  <c:v>6.780997540016898</c:v>
                </c:pt>
                <c:pt idx="459">
                  <c:v>6.8005104277425996</c:v>
                </c:pt>
                <c:pt idx="460">
                  <c:v>6.8093000655980083</c:v>
                </c:pt>
                <c:pt idx="461">
                  <c:v>6.8010320267356699</c:v>
                </c:pt>
                <c:pt idx="462">
                  <c:v>6.795118154839856</c:v>
                </c:pt>
                <c:pt idx="463">
                  <c:v>6.7944772658465356</c:v>
                </c:pt>
                <c:pt idx="464">
                  <c:v>6.7960239233175086</c:v>
                </c:pt>
                <c:pt idx="465">
                  <c:v>6.7986907764610107</c:v>
                </c:pt>
                <c:pt idx="466">
                  <c:v>6.792978090880724</c:v>
                </c:pt>
                <c:pt idx="467">
                  <c:v>6.7936450345408792</c:v>
                </c:pt>
                <c:pt idx="468">
                  <c:v>6.7924983589149939</c:v>
                </c:pt>
                <c:pt idx="469">
                  <c:v>6.8013875948956848</c:v>
                </c:pt>
                <c:pt idx="470">
                  <c:v>6.8073020880863639</c:v>
                </c:pt>
                <c:pt idx="471">
                  <c:v>6.8069680470583762</c:v>
                </c:pt>
                <c:pt idx="472">
                  <c:v>6.8047547554141055</c:v>
                </c:pt>
                <c:pt idx="473">
                  <c:v>6.8032900302040185</c:v>
                </c:pt>
                <c:pt idx="474">
                  <c:v>6.8072732155417004</c:v>
                </c:pt>
                <c:pt idx="475">
                  <c:v>6.8106821812868032</c:v>
                </c:pt>
                <c:pt idx="476">
                  <c:v>6.8159276399757056</c:v>
                </c:pt>
                <c:pt idx="477">
                  <c:v>6.8140064755544332</c:v>
                </c:pt>
                <c:pt idx="478">
                  <c:v>6.812951515326878</c:v>
                </c:pt>
                <c:pt idx="479">
                  <c:v>6.8090142317902389</c:v>
                </c:pt>
                <c:pt idx="480">
                  <c:v>6.813820913424955</c:v>
                </c:pt>
                <c:pt idx="481">
                  <c:v>6.8182076110790417</c:v>
                </c:pt>
                <c:pt idx="482">
                  <c:v>6.8118606690666779</c:v>
                </c:pt>
                <c:pt idx="483">
                  <c:v>6.8159578149442241</c:v>
                </c:pt>
                <c:pt idx="484">
                  <c:v>6.8147069557261801</c:v>
                </c:pt>
                <c:pt idx="485">
                  <c:v>6.815848265881594</c:v>
                </c:pt>
                <c:pt idx="486">
                  <c:v>6.8248819489207708</c:v>
                </c:pt>
                <c:pt idx="487">
                  <c:v>6.8283930133482427</c:v>
                </c:pt>
                <c:pt idx="488">
                  <c:v>6.8252958277573432</c:v>
                </c:pt>
                <c:pt idx="489">
                  <c:v>6.8258428499028687</c:v>
                </c:pt>
                <c:pt idx="490">
                  <c:v>6.82915121488199</c:v>
                </c:pt>
                <c:pt idx="491">
                  <c:v>6.8301705985637566</c:v>
                </c:pt>
                <c:pt idx="492">
                  <c:v>6.8349828963532975</c:v>
                </c:pt>
                <c:pt idx="493">
                  <c:v>6.8384463967774014</c:v>
                </c:pt>
                <c:pt idx="494">
                  <c:v>6.8320701773084034</c:v>
                </c:pt>
                <c:pt idx="495">
                  <c:v>6.8253609314124963</c:v>
                </c:pt>
                <c:pt idx="496">
                  <c:v>6.821118982824486</c:v>
                </c:pt>
                <c:pt idx="497">
                  <c:v>6.8262697478198753</c:v>
                </c:pt>
                <c:pt idx="498">
                  <c:v>6.8272847759899467</c:v>
                </c:pt>
                <c:pt idx="499">
                  <c:v>6.8332790907411498</c:v>
                </c:pt>
                <c:pt idx="500">
                  <c:v>6.8406362432448509</c:v>
                </c:pt>
                <c:pt idx="501">
                  <c:v>6.8437184311026797</c:v>
                </c:pt>
                <c:pt idx="502">
                  <c:v>6.8405273327567686</c:v>
                </c:pt>
                <c:pt idx="503">
                  <c:v>6.8411092712094561</c:v>
                </c:pt>
                <c:pt idx="504">
                  <c:v>6.8455906904108721</c:v>
                </c:pt>
                <c:pt idx="505">
                  <c:v>6.8603984975873891</c:v>
                </c:pt>
                <c:pt idx="506">
                  <c:v>6.8784199915238569</c:v>
                </c:pt>
                <c:pt idx="507">
                  <c:v>6.9083110409262778</c:v>
                </c:pt>
                <c:pt idx="508">
                  <c:v>6.9362980033921735</c:v>
                </c:pt>
                <c:pt idx="509">
                  <c:v>6.9869107163925825</c:v>
                </c:pt>
                <c:pt idx="510">
                  <c:v>7.0542502201400641</c:v>
                </c:pt>
                <c:pt idx="511">
                  <c:v>7.1270633662041938</c:v>
                </c:pt>
                <c:pt idx="512">
                  <c:v>7.1908975145250844</c:v>
                </c:pt>
                <c:pt idx="513">
                  <c:v>7.2329537907567785</c:v>
                </c:pt>
                <c:pt idx="514">
                  <c:v>7.2496250471823025</c:v>
                </c:pt>
                <c:pt idx="515">
                  <c:v>7.2502023928500385</c:v>
                </c:pt>
                <c:pt idx="516">
                  <c:v>7.2327453534221053</c:v>
                </c:pt>
                <c:pt idx="517">
                  <c:v>7.1932290812139073</c:v>
                </c:pt>
                <c:pt idx="518">
                  <c:v>7.1604058460433118</c:v>
                </c:pt>
                <c:pt idx="519">
                  <c:v>7.1173630082426174</c:v>
                </c:pt>
                <c:pt idx="520">
                  <c:v>7.0745159477009132</c:v>
                </c:pt>
                <c:pt idx="521">
                  <c:v>7.047113156119563</c:v>
                </c:pt>
                <c:pt idx="522">
                  <c:v>7.0204235377975719</c:v>
                </c:pt>
                <c:pt idx="523">
                  <c:v>6.9974393767241718</c:v>
                </c:pt>
                <c:pt idx="524">
                  <c:v>6.987181958926687</c:v>
                </c:pt>
                <c:pt idx="525">
                  <c:v>6.9894088612870995</c:v>
                </c:pt>
                <c:pt idx="526">
                  <c:v>6.9992372395185303</c:v>
                </c:pt>
                <c:pt idx="527">
                  <c:v>7.0112169062815699</c:v>
                </c:pt>
                <c:pt idx="528">
                  <c:v>7.0227076498350494</c:v>
                </c:pt>
                <c:pt idx="529">
                  <c:v>7.030753746903728</c:v>
                </c:pt>
                <c:pt idx="530">
                  <c:v>7.0516531880051279</c:v>
                </c:pt>
                <c:pt idx="531">
                  <c:v>7.0580127220060636</c:v>
                </c:pt>
                <c:pt idx="532">
                  <c:v>7.0691157404255991</c:v>
                </c:pt>
                <c:pt idx="533">
                  <c:v>7.0883466429737831</c:v>
                </c:pt>
                <c:pt idx="534">
                  <c:v>7.1069975258877909</c:v>
                </c:pt>
                <c:pt idx="535">
                  <c:v>7.1325053500786577</c:v>
                </c:pt>
                <c:pt idx="536">
                  <c:v>7.1600373998772877</c:v>
                </c:pt>
                <c:pt idx="537">
                  <c:v>7.1867142425818393</c:v>
                </c:pt>
                <c:pt idx="538">
                  <c:v>7.2112571940426138</c:v>
                </c:pt>
                <c:pt idx="539">
                  <c:v>7.2560039756929182</c:v>
                </c:pt>
                <c:pt idx="540">
                  <c:v>7.3216740495650381</c:v>
                </c:pt>
                <c:pt idx="541">
                  <c:v>7.393494048179857</c:v>
                </c:pt>
                <c:pt idx="542">
                  <c:v>7.4571788835351605</c:v>
                </c:pt>
                <c:pt idx="543">
                  <c:v>7.5216431966139794</c:v>
                </c:pt>
                <c:pt idx="544">
                  <c:v>7.5966360049647275</c:v>
                </c:pt>
                <c:pt idx="545">
                  <c:v>7.6727094919008181</c:v>
                </c:pt>
                <c:pt idx="546">
                  <c:v>7.7447437049383021</c:v>
                </c:pt>
                <c:pt idx="547">
                  <c:v>7.8243736332647762</c:v>
                </c:pt>
                <c:pt idx="548">
                  <c:v>7.8960751520579082</c:v>
                </c:pt>
                <c:pt idx="549">
                  <c:v>7.9707319649711685</c:v>
                </c:pt>
                <c:pt idx="550">
                  <c:v>8.0171755268819798</c:v>
                </c:pt>
                <c:pt idx="551">
                  <c:v>8.0501284329189939</c:v>
                </c:pt>
                <c:pt idx="552">
                  <c:v>8.0427082750810293</c:v>
                </c:pt>
                <c:pt idx="553">
                  <c:v>8.0189453625466065</c:v>
                </c:pt>
                <c:pt idx="554">
                  <c:v>7.9695816972345046</c:v>
                </c:pt>
                <c:pt idx="555">
                  <c:v>7.8722986386077594</c:v>
                </c:pt>
                <c:pt idx="556">
                  <c:v>7.7646506258170831</c:v>
                </c:pt>
                <c:pt idx="557">
                  <c:v>7.6711589214843547</c:v>
                </c:pt>
                <c:pt idx="558">
                  <c:v>7.5751328251564631</c:v>
                </c:pt>
                <c:pt idx="559">
                  <c:v>7.4728574381724489</c:v>
                </c:pt>
                <c:pt idx="560">
                  <c:v>7.3908628652019184</c:v>
                </c:pt>
                <c:pt idx="561">
                  <c:v>7.3322117221538914</c:v>
                </c:pt>
                <c:pt idx="562">
                  <c:v>7.2731421528757449</c:v>
                </c:pt>
                <c:pt idx="563">
                  <c:v>7.1987626401859917</c:v>
                </c:pt>
                <c:pt idx="564">
                  <c:v>7.1140755810809679</c:v>
                </c:pt>
                <c:pt idx="565">
                  <c:v>7.0643762999685924</c:v>
                </c:pt>
                <c:pt idx="566">
                  <c:v>7.0201055833805794</c:v>
                </c:pt>
                <c:pt idx="567">
                  <c:v>6.9507640710551453</c:v>
                </c:pt>
                <c:pt idx="568">
                  <c:v>6.9206305820287399</c:v>
                </c:pt>
                <c:pt idx="569">
                  <c:v>6.9002018332978015</c:v>
                </c:pt>
                <c:pt idx="570">
                  <c:v>6.8611860549811077</c:v>
                </c:pt>
                <c:pt idx="571">
                  <c:v>6.8406011185498725</c:v>
                </c:pt>
                <c:pt idx="572">
                  <c:v>6.8201696504610876</c:v>
                </c:pt>
                <c:pt idx="573">
                  <c:v>6.8094306257233326</c:v>
                </c:pt>
                <c:pt idx="574">
                  <c:v>6.8268096971591055</c:v>
                </c:pt>
                <c:pt idx="575">
                  <c:v>6.8323460724615854</c:v>
                </c:pt>
                <c:pt idx="576">
                  <c:v>6.8289688115816949</c:v>
                </c:pt>
                <c:pt idx="577">
                  <c:v>6.7941721798930397</c:v>
                </c:pt>
                <c:pt idx="578">
                  <c:v>6.7912822906619343</c:v>
                </c:pt>
                <c:pt idx="579">
                  <c:v>6.7227087029156598</c:v>
                </c:pt>
                <c:pt idx="580">
                  <c:v>6.7361508601357754</c:v>
                </c:pt>
                <c:pt idx="581">
                  <c:v>6.7194765047151925</c:v>
                </c:pt>
                <c:pt idx="582">
                  <c:v>6.7483598195211298</c:v>
                </c:pt>
                <c:pt idx="583">
                  <c:v>6.7215185402599316</c:v>
                </c:pt>
                <c:pt idx="584">
                  <c:v>6.528319116965168</c:v>
                </c:pt>
                <c:pt idx="585">
                  <c:v>6.6222813073437878</c:v>
                </c:pt>
                <c:pt idx="586">
                  <c:v>6.4650938902243684</c:v>
                </c:pt>
                <c:pt idx="587">
                  <c:v>6.1773703474551986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6-37F8-4EA4-8385-84A4706AD5FD}"/>
            </c:ext>
          </c:extLst>
        </c:ser>
        <c:ser>
          <c:idx val="7"/>
          <c:order val="7"/>
          <c:tx>
            <c:strRef>
              <c:f>'Fully separated 0.5%'!$I$1</c:f>
              <c:strCache>
                <c:ptCount val="1"/>
                <c:pt idx="0">
                  <c:v>D_8/O-PTIR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0.5%'!$A$2:$A$589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0.5%'!$I$2:$I$589</c:f>
              <c:numCache>
                <c:formatCode>General</c:formatCode>
                <c:ptCount val="588"/>
                <c:pt idx="0">
                  <c:v>6.800128237959477</c:v>
                </c:pt>
                <c:pt idx="1">
                  <c:v>6.7854924844176825</c:v>
                </c:pt>
                <c:pt idx="2">
                  <c:v>6.6421409070699555</c:v>
                </c:pt>
                <c:pt idx="3">
                  <c:v>6.6211778046686645</c:v>
                </c:pt>
                <c:pt idx="4">
                  <c:v>6.621078703069375</c:v>
                </c:pt>
                <c:pt idx="5">
                  <c:v>6.5768480472973101</c:v>
                </c:pt>
                <c:pt idx="6">
                  <c:v>6.5696908928937718</c:v>
                </c:pt>
                <c:pt idx="7">
                  <c:v>6.570891081477745</c:v>
                </c:pt>
                <c:pt idx="8">
                  <c:v>6.6329147349868274</c:v>
                </c:pt>
                <c:pt idx="9">
                  <c:v>6.658558961990984</c:v>
                </c:pt>
                <c:pt idx="10">
                  <c:v>6.605214341201906</c:v>
                </c:pt>
                <c:pt idx="11">
                  <c:v>6.6013132633106597</c:v>
                </c:pt>
                <c:pt idx="12">
                  <c:v>6.6214399656843863</c:v>
                </c:pt>
                <c:pt idx="13">
                  <c:v>6.6085693502793799</c:v>
                </c:pt>
                <c:pt idx="14">
                  <c:v>6.608549988756133</c:v>
                </c:pt>
                <c:pt idx="15">
                  <c:v>6.6005697333496673</c:v>
                </c:pt>
                <c:pt idx="16">
                  <c:v>6.5850915084292403</c:v>
                </c:pt>
                <c:pt idx="17">
                  <c:v>6.599103496204739</c:v>
                </c:pt>
                <c:pt idx="18">
                  <c:v>6.5945656254365934</c:v>
                </c:pt>
                <c:pt idx="19">
                  <c:v>6.6008803901074851</c:v>
                </c:pt>
                <c:pt idx="20">
                  <c:v>6.590332572571862</c:v>
                </c:pt>
                <c:pt idx="21">
                  <c:v>6.5940304823511564</c:v>
                </c:pt>
                <c:pt idx="22">
                  <c:v>6.5953280388880673</c:v>
                </c:pt>
                <c:pt idx="23">
                  <c:v>6.6082797763096828</c:v>
                </c:pt>
                <c:pt idx="24">
                  <c:v>6.605020827892341</c:v>
                </c:pt>
                <c:pt idx="25">
                  <c:v>6.6054483628835357</c:v>
                </c:pt>
                <c:pt idx="26">
                  <c:v>6.6115739130107229</c:v>
                </c:pt>
                <c:pt idx="27">
                  <c:v>6.5937108545237519</c:v>
                </c:pt>
                <c:pt idx="28">
                  <c:v>6.6003291593533229</c:v>
                </c:pt>
                <c:pt idx="29">
                  <c:v>6.5980511984690056</c:v>
                </c:pt>
                <c:pt idx="30">
                  <c:v>6.6069971617658734</c:v>
                </c:pt>
                <c:pt idx="31">
                  <c:v>6.6125556056899262</c:v>
                </c:pt>
                <c:pt idx="32">
                  <c:v>6.6036310222768666</c:v>
                </c:pt>
                <c:pt idx="33">
                  <c:v>6.6168562946879765</c:v>
                </c:pt>
                <c:pt idx="34">
                  <c:v>6.6227783483248492</c:v>
                </c:pt>
                <c:pt idx="35">
                  <c:v>6.6214074384018939</c:v>
                </c:pt>
                <c:pt idx="36">
                  <c:v>6.6241410029712711</c:v>
                </c:pt>
                <c:pt idx="37">
                  <c:v>6.642111113043871</c:v>
                </c:pt>
                <c:pt idx="38">
                  <c:v>6.6423027855205579</c:v>
                </c:pt>
                <c:pt idx="39">
                  <c:v>6.6495638036676041</c:v>
                </c:pt>
                <c:pt idx="40">
                  <c:v>6.6662094232391045</c:v>
                </c:pt>
                <c:pt idx="41">
                  <c:v>6.6789663807318069</c:v>
                </c:pt>
                <c:pt idx="42">
                  <c:v>6.7120305222513403</c:v>
                </c:pt>
                <c:pt idx="43">
                  <c:v>6.7705288626057989</c:v>
                </c:pt>
                <c:pt idx="44">
                  <c:v>6.847252319347982</c:v>
                </c:pt>
                <c:pt idx="45">
                  <c:v>6.945921666004458</c:v>
                </c:pt>
                <c:pt idx="46">
                  <c:v>7.0351892996732523</c:v>
                </c:pt>
                <c:pt idx="47">
                  <c:v>7.0495814182418846</c:v>
                </c:pt>
                <c:pt idx="48">
                  <c:v>7.0120185740161851</c:v>
                </c:pt>
                <c:pt idx="49">
                  <c:v>6.9178734940522801</c:v>
                </c:pt>
                <c:pt idx="50">
                  <c:v>6.8079567896202278</c:v>
                </c:pt>
                <c:pt idx="51">
                  <c:v>6.7185636864667941</c:v>
                </c:pt>
                <c:pt idx="52">
                  <c:v>6.6677508879791167</c:v>
                </c:pt>
                <c:pt idx="53">
                  <c:v>6.6303128662908115</c:v>
                </c:pt>
                <c:pt idx="54">
                  <c:v>6.6161330804017151</c:v>
                </c:pt>
                <c:pt idx="55">
                  <c:v>6.6147706267300288</c:v>
                </c:pt>
                <c:pt idx="56">
                  <c:v>6.6118518916951814</c:v>
                </c:pt>
                <c:pt idx="57">
                  <c:v>6.6143222434810527</c:v>
                </c:pt>
                <c:pt idx="58">
                  <c:v>6.6077585004810224</c:v>
                </c:pt>
                <c:pt idx="59">
                  <c:v>6.6096387138805142</c:v>
                </c:pt>
                <c:pt idx="60">
                  <c:v>6.6223286989350374</c:v>
                </c:pt>
                <c:pt idx="61">
                  <c:v>6.6362826581266159</c:v>
                </c:pt>
                <c:pt idx="62">
                  <c:v>6.6492158608924692</c:v>
                </c:pt>
                <c:pt idx="63">
                  <c:v>6.666940887059762</c:v>
                </c:pt>
                <c:pt idx="64">
                  <c:v>6.7048572171352179</c:v>
                </c:pt>
                <c:pt idx="65">
                  <c:v>6.7507065674531841</c:v>
                </c:pt>
                <c:pt idx="66">
                  <c:v>6.7858843583560375</c:v>
                </c:pt>
                <c:pt idx="67">
                  <c:v>6.8021432527705104</c:v>
                </c:pt>
                <c:pt idx="68">
                  <c:v>6.8045005907202558</c:v>
                </c:pt>
                <c:pt idx="69">
                  <c:v>6.7784025244815549</c:v>
                </c:pt>
                <c:pt idx="70">
                  <c:v>6.7502985542865144</c:v>
                </c:pt>
                <c:pt idx="71">
                  <c:v>6.7312214045489593</c:v>
                </c:pt>
                <c:pt idx="72">
                  <c:v>6.7036894964983382</c:v>
                </c:pt>
                <c:pt idx="73">
                  <c:v>6.6860261523485578</c:v>
                </c:pt>
                <c:pt idx="74">
                  <c:v>6.6742562526034837</c:v>
                </c:pt>
                <c:pt idx="75">
                  <c:v>6.6550601564470027</c:v>
                </c:pt>
                <c:pt idx="76">
                  <c:v>6.6344291236448019</c:v>
                </c:pt>
                <c:pt idx="77">
                  <c:v>6.6200135235708375</c:v>
                </c:pt>
                <c:pt idx="78">
                  <c:v>6.6157059870764288</c:v>
                </c:pt>
                <c:pt idx="79">
                  <c:v>6.6084483759296671</c:v>
                </c:pt>
                <c:pt idx="80">
                  <c:v>6.6105319183405271</c:v>
                </c:pt>
                <c:pt idx="81">
                  <c:v>6.6134648613321785</c:v>
                </c:pt>
                <c:pt idx="82">
                  <c:v>6.613582670808313</c:v>
                </c:pt>
                <c:pt idx="83">
                  <c:v>6.6124731055608423</c:v>
                </c:pt>
                <c:pt idx="84">
                  <c:v>6.6090978257886981</c:v>
                </c:pt>
                <c:pt idx="85">
                  <c:v>6.6047205553675363</c:v>
                </c:pt>
                <c:pt idx="86">
                  <c:v>6.6036182493753781</c:v>
                </c:pt>
                <c:pt idx="87">
                  <c:v>6.6072831028779637</c:v>
                </c:pt>
                <c:pt idx="88">
                  <c:v>6.6050517459414122</c:v>
                </c:pt>
                <c:pt idx="89">
                  <c:v>6.6114455992550596</c:v>
                </c:pt>
                <c:pt idx="90">
                  <c:v>6.6078027493757299</c:v>
                </c:pt>
                <c:pt idx="91">
                  <c:v>6.6027394452337029</c:v>
                </c:pt>
                <c:pt idx="92">
                  <c:v>6.6008066116838</c:v>
                </c:pt>
                <c:pt idx="93">
                  <c:v>6.5999422556742067</c:v>
                </c:pt>
                <c:pt idx="94">
                  <c:v>6.6059718173740354</c:v>
                </c:pt>
                <c:pt idx="95">
                  <c:v>6.6033895465858361</c:v>
                </c:pt>
                <c:pt idx="96">
                  <c:v>6.5993763019430496</c:v>
                </c:pt>
                <c:pt idx="97">
                  <c:v>6.6058392774067825</c:v>
                </c:pt>
                <c:pt idx="98">
                  <c:v>6.60248244615837</c:v>
                </c:pt>
                <c:pt idx="99">
                  <c:v>6.5974663722755551</c:v>
                </c:pt>
                <c:pt idx="100">
                  <c:v>6.5952466163663779</c:v>
                </c:pt>
                <c:pt idx="101">
                  <c:v>6.5942260389038694</c:v>
                </c:pt>
                <c:pt idx="102">
                  <c:v>6.6030341244402031</c:v>
                </c:pt>
                <c:pt idx="103">
                  <c:v>6.6037305830077262</c:v>
                </c:pt>
                <c:pt idx="104">
                  <c:v>6.5987601868542889</c:v>
                </c:pt>
                <c:pt idx="105">
                  <c:v>6.6086888039202583</c:v>
                </c:pt>
                <c:pt idx="106">
                  <c:v>6.6135080106079744</c:v>
                </c:pt>
                <c:pt idx="107">
                  <c:v>6.6198026340813092</c:v>
                </c:pt>
                <c:pt idx="108">
                  <c:v>6.6466986695518422</c:v>
                </c:pt>
                <c:pt idx="109">
                  <c:v>6.6916561322728274</c:v>
                </c:pt>
                <c:pt idx="110">
                  <c:v>6.7201199506035483</c:v>
                </c:pt>
                <c:pt idx="111">
                  <c:v>6.6946940434120128</c:v>
                </c:pt>
                <c:pt idx="112">
                  <c:v>6.6713131020092939</c:v>
                </c:pt>
                <c:pt idx="113">
                  <c:v>6.6462668073831788</c:v>
                </c:pt>
                <c:pt idx="114">
                  <c:v>6.6249563613028712</c:v>
                </c:pt>
                <c:pt idx="115">
                  <c:v>6.6111178745383548</c:v>
                </c:pt>
                <c:pt idx="116">
                  <c:v>6.6085110790902419</c:v>
                </c:pt>
                <c:pt idx="117">
                  <c:v>6.611895218977172</c:v>
                </c:pt>
                <c:pt idx="118">
                  <c:v>6.624334409572822</c:v>
                </c:pt>
                <c:pt idx="119">
                  <c:v>6.6291674193968042</c:v>
                </c:pt>
                <c:pt idx="120">
                  <c:v>6.6220985962607575</c:v>
                </c:pt>
                <c:pt idx="121">
                  <c:v>6.6317060652689985</c:v>
                </c:pt>
                <c:pt idx="122">
                  <c:v>6.6582708025006188</c:v>
                </c:pt>
                <c:pt idx="123">
                  <c:v>6.6869713001645952</c:v>
                </c:pt>
                <c:pt idx="124">
                  <c:v>6.6881460185503734</c:v>
                </c:pt>
                <c:pt idx="125">
                  <c:v>6.6543911211214475</c:v>
                </c:pt>
                <c:pt idx="126">
                  <c:v>6.6361741011445128</c:v>
                </c:pt>
                <c:pt idx="127">
                  <c:v>6.6393007321023454</c:v>
                </c:pt>
                <c:pt idx="128">
                  <c:v>6.6307655073331198</c:v>
                </c:pt>
                <c:pt idx="129">
                  <c:v>6.6123239976191721</c:v>
                </c:pt>
                <c:pt idx="130">
                  <c:v>6.6291930561169234</c:v>
                </c:pt>
                <c:pt idx="131">
                  <c:v>6.6126145171271506</c:v>
                </c:pt>
                <c:pt idx="132">
                  <c:v>6.5867339218220673</c:v>
                </c:pt>
                <c:pt idx="133">
                  <c:v>6.6048062323329804</c:v>
                </c:pt>
                <c:pt idx="134">
                  <c:v>6.5980769277810563</c:v>
                </c:pt>
                <c:pt idx="135">
                  <c:v>6.5857568974988725</c:v>
                </c:pt>
                <c:pt idx="136">
                  <c:v>6.5965694794506273</c:v>
                </c:pt>
                <c:pt idx="137">
                  <c:v>6.5884862664813824</c:v>
                </c:pt>
                <c:pt idx="138">
                  <c:v>6.6149714866232134</c:v>
                </c:pt>
                <c:pt idx="139">
                  <c:v>6.6256756824213907</c:v>
                </c:pt>
                <c:pt idx="140">
                  <c:v>6.6354750421074611</c:v>
                </c:pt>
                <c:pt idx="141">
                  <c:v>6.6444796481574722</c:v>
                </c:pt>
                <c:pt idx="142">
                  <c:v>6.6237435725599791</c:v>
                </c:pt>
                <c:pt idx="143">
                  <c:v>6.6075340317985054</c:v>
                </c:pt>
                <c:pt idx="144">
                  <c:v>6.6121333060906018</c:v>
                </c:pt>
                <c:pt idx="145">
                  <c:v>6.6259510101533809</c:v>
                </c:pt>
                <c:pt idx="146">
                  <c:v>6.6079059652149708</c:v>
                </c:pt>
                <c:pt idx="147">
                  <c:v>6.5989196708344666</c:v>
                </c:pt>
                <c:pt idx="148">
                  <c:v>6.6075167336158804</c:v>
                </c:pt>
                <c:pt idx="149">
                  <c:v>6.6092476055601992</c:v>
                </c:pt>
                <c:pt idx="150">
                  <c:v>6.5962332566129183</c:v>
                </c:pt>
                <c:pt idx="151">
                  <c:v>6.5934768783006943</c:v>
                </c:pt>
                <c:pt idx="152">
                  <c:v>6.6063824719229487</c:v>
                </c:pt>
                <c:pt idx="153">
                  <c:v>6.5891145240330253</c:v>
                </c:pt>
                <c:pt idx="154">
                  <c:v>6.5801926037744725</c:v>
                </c:pt>
                <c:pt idx="155">
                  <c:v>6.5858287402248186</c:v>
                </c:pt>
                <c:pt idx="156">
                  <c:v>6.6113174175685083</c:v>
                </c:pt>
                <c:pt idx="157">
                  <c:v>6.6071036678486479</c:v>
                </c:pt>
                <c:pt idx="158">
                  <c:v>6.5999681800543701</c:v>
                </c:pt>
                <c:pt idx="159">
                  <c:v>6.5988819301716228</c:v>
                </c:pt>
                <c:pt idx="160">
                  <c:v>6.601633286747262</c:v>
                </c:pt>
                <c:pt idx="161">
                  <c:v>6.6094434267296487</c:v>
                </c:pt>
                <c:pt idx="162">
                  <c:v>6.5956217270977149</c:v>
                </c:pt>
                <c:pt idx="163">
                  <c:v>6.5880002703320741</c:v>
                </c:pt>
                <c:pt idx="164">
                  <c:v>6.5900859641296305</c:v>
                </c:pt>
                <c:pt idx="165">
                  <c:v>6.5883203455675217</c:v>
                </c:pt>
                <c:pt idx="166">
                  <c:v>6.5995702408883945</c:v>
                </c:pt>
                <c:pt idx="167">
                  <c:v>6.6087130921956021</c:v>
                </c:pt>
                <c:pt idx="168">
                  <c:v>6.6101663787917309</c:v>
                </c:pt>
                <c:pt idx="169">
                  <c:v>6.5992933924475699</c:v>
                </c:pt>
                <c:pt idx="170">
                  <c:v>6.60603612928952</c:v>
                </c:pt>
                <c:pt idx="171">
                  <c:v>6.6121477456468636</c:v>
                </c:pt>
                <c:pt idx="172">
                  <c:v>6.5968320472009339</c:v>
                </c:pt>
                <c:pt idx="173">
                  <c:v>6.5981485347205711</c:v>
                </c:pt>
                <c:pt idx="174">
                  <c:v>6.6054539629009978</c:v>
                </c:pt>
                <c:pt idx="175">
                  <c:v>6.5973978563992555</c:v>
                </c:pt>
                <c:pt idx="176">
                  <c:v>6.6040433427627869</c:v>
                </c:pt>
                <c:pt idx="177">
                  <c:v>6.6073810818898009</c:v>
                </c:pt>
                <c:pt idx="178">
                  <c:v>6.6063222106054145</c:v>
                </c:pt>
                <c:pt idx="179">
                  <c:v>6.6156084339396273</c:v>
                </c:pt>
                <c:pt idx="180">
                  <c:v>6.6200429003350889</c:v>
                </c:pt>
                <c:pt idx="181">
                  <c:v>6.6210962720893818</c:v>
                </c:pt>
                <c:pt idx="182">
                  <c:v>6.6230968492581983</c:v>
                </c:pt>
                <c:pt idx="183">
                  <c:v>6.6284504085307239</c:v>
                </c:pt>
                <c:pt idx="184">
                  <c:v>6.6387583950783862</c:v>
                </c:pt>
                <c:pt idx="185">
                  <c:v>6.6646897633009132</c:v>
                </c:pt>
                <c:pt idx="186">
                  <c:v>6.6719999609228546</c:v>
                </c:pt>
                <c:pt idx="187">
                  <c:v>6.6767282188864003</c:v>
                </c:pt>
                <c:pt idx="188">
                  <c:v>6.6848685608383676</c:v>
                </c:pt>
                <c:pt idx="189">
                  <c:v>6.6888920291138199</c:v>
                </c:pt>
                <c:pt idx="190">
                  <c:v>6.6855787021965698</c:v>
                </c:pt>
                <c:pt idx="191">
                  <c:v>6.677837346774564</c:v>
                </c:pt>
                <c:pt idx="192">
                  <c:v>6.6658061951851932</c:v>
                </c:pt>
                <c:pt idx="193">
                  <c:v>6.6731995465826204</c:v>
                </c:pt>
                <c:pt idx="194">
                  <c:v>6.6937149021549329</c:v>
                </c:pt>
                <c:pt idx="195">
                  <c:v>6.7113973561310294</c:v>
                </c:pt>
                <c:pt idx="196">
                  <c:v>6.7292790928271451</c:v>
                </c:pt>
                <c:pt idx="197">
                  <c:v>6.7382500078552408</c:v>
                </c:pt>
                <c:pt idx="198">
                  <c:v>6.7280523506954468</c:v>
                </c:pt>
                <c:pt idx="199">
                  <c:v>6.7077283383840642</c:v>
                </c:pt>
                <c:pt idx="200">
                  <c:v>6.6961270047631851</c:v>
                </c:pt>
                <c:pt idx="201">
                  <c:v>6.6829151859358538</c:v>
                </c:pt>
                <c:pt idx="202">
                  <c:v>6.6632874840927538</c:v>
                </c:pt>
                <c:pt idx="203">
                  <c:v>6.6810883830079586</c:v>
                </c:pt>
                <c:pt idx="204">
                  <c:v>6.6979292466643088</c:v>
                </c:pt>
                <c:pt idx="205">
                  <c:v>6.7119196684151134</c:v>
                </c:pt>
                <c:pt idx="206">
                  <c:v>6.7227063691274873</c:v>
                </c:pt>
                <c:pt idx="207">
                  <c:v>6.7335622663984509</c:v>
                </c:pt>
                <c:pt idx="208">
                  <c:v>6.7384714245928388</c:v>
                </c:pt>
                <c:pt idx="209">
                  <c:v>6.7397225057220753</c:v>
                </c:pt>
                <c:pt idx="210">
                  <c:v>6.751971215334116</c:v>
                </c:pt>
                <c:pt idx="211">
                  <c:v>6.7703019334183017</c:v>
                </c:pt>
                <c:pt idx="212">
                  <c:v>6.7847418571774458</c:v>
                </c:pt>
                <c:pt idx="213">
                  <c:v>6.7864700102206941</c:v>
                </c:pt>
                <c:pt idx="214">
                  <c:v>6.7929358230170376</c:v>
                </c:pt>
                <c:pt idx="215">
                  <c:v>6.8102674095570803</c:v>
                </c:pt>
                <c:pt idx="216">
                  <c:v>6.8258428979953605</c:v>
                </c:pt>
                <c:pt idx="217">
                  <c:v>6.8349342753661038</c:v>
                </c:pt>
                <c:pt idx="218">
                  <c:v>6.8261839961452049</c:v>
                </c:pt>
                <c:pt idx="219">
                  <c:v>6.8129893195058218</c:v>
                </c:pt>
                <c:pt idx="220">
                  <c:v>6.7979440062489136</c:v>
                </c:pt>
                <c:pt idx="221">
                  <c:v>6.7936646301430921</c:v>
                </c:pt>
                <c:pt idx="222">
                  <c:v>6.778006332457446</c:v>
                </c:pt>
                <c:pt idx="223">
                  <c:v>6.7560322677992257</c:v>
                </c:pt>
                <c:pt idx="224">
                  <c:v>6.7369889890038257</c:v>
                </c:pt>
                <c:pt idx="225">
                  <c:v>6.703778890060863</c:v>
                </c:pt>
                <c:pt idx="226">
                  <c:v>6.665174736393114</c:v>
                </c:pt>
                <c:pt idx="227">
                  <c:v>6.6376532330916778</c:v>
                </c:pt>
                <c:pt idx="228">
                  <c:v>6.6204223195819552</c:v>
                </c:pt>
                <c:pt idx="229">
                  <c:v>6.6004420012842742</c:v>
                </c:pt>
                <c:pt idx="230">
                  <c:v>6.5979997626938163</c:v>
                </c:pt>
                <c:pt idx="231">
                  <c:v>6.5937713876356909</c:v>
                </c:pt>
                <c:pt idx="232">
                  <c:v>6.5911345440720064</c:v>
                </c:pt>
                <c:pt idx="233">
                  <c:v>6.6006204949622829</c:v>
                </c:pt>
                <c:pt idx="234">
                  <c:v>6.6023087872386661</c:v>
                </c:pt>
                <c:pt idx="235">
                  <c:v>6.5995491964409903</c:v>
                </c:pt>
                <c:pt idx="236">
                  <c:v>6.5934181975059039</c:v>
                </c:pt>
                <c:pt idx="237">
                  <c:v>6.6013602763257531</c:v>
                </c:pt>
                <c:pt idx="238">
                  <c:v>6.5948434175016546</c:v>
                </c:pt>
                <c:pt idx="239">
                  <c:v>6.599662533003066</c:v>
                </c:pt>
                <c:pt idx="240">
                  <c:v>6.6108404193452319</c:v>
                </c:pt>
                <c:pt idx="241">
                  <c:v>6.6106270234136408</c:v>
                </c:pt>
                <c:pt idx="242">
                  <c:v>6.6148977298521636</c:v>
                </c:pt>
                <c:pt idx="243">
                  <c:v>6.6152148737275347</c:v>
                </c:pt>
                <c:pt idx="244">
                  <c:v>6.608948488161615</c:v>
                </c:pt>
                <c:pt idx="245">
                  <c:v>6.6044112700828501</c:v>
                </c:pt>
                <c:pt idx="246">
                  <c:v>6.604660009814304</c:v>
                </c:pt>
                <c:pt idx="247">
                  <c:v>6.6135978310025569</c:v>
                </c:pt>
                <c:pt idx="248">
                  <c:v>6.5977002599740278</c:v>
                </c:pt>
                <c:pt idx="249">
                  <c:v>6.5920625166828168</c:v>
                </c:pt>
                <c:pt idx="250">
                  <c:v>6.600184773016994</c:v>
                </c:pt>
                <c:pt idx="251">
                  <c:v>6.6856560832120229</c:v>
                </c:pt>
                <c:pt idx="252">
                  <c:v>6.7960865403184565</c:v>
                </c:pt>
                <c:pt idx="253">
                  <c:v>6.9074203578082232</c:v>
                </c:pt>
                <c:pt idx="254">
                  <c:v>7.0626528150642258</c:v>
                </c:pt>
                <c:pt idx="255">
                  <c:v>7.2150791596992869</c:v>
                </c:pt>
                <c:pt idx="256">
                  <c:v>7.359727192529478</c:v>
                </c:pt>
                <c:pt idx="257">
                  <c:v>7.4412982824002354</c:v>
                </c:pt>
                <c:pt idx="258">
                  <c:v>7.5213756820967692</c:v>
                </c:pt>
                <c:pt idx="259">
                  <c:v>7.6</c:v>
                </c:pt>
                <c:pt idx="260">
                  <c:v>7.325453535284181</c:v>
                </c:pt>
                <c:pt idx="261">
                  <c:v>6.8666407234441245</c:v>
                </c:pt>
                <c:pt idx="262">
                  <c:v>6.625280079923173</c:v>
                </c:pt>
                <c:pt idx="263">
                  <c:v>6.6270673999286682</c:v>
                </c:pt>
                <c:pt idx="264">
                  <c:v>6.6065151391742001</c:v>
                </c:pt>
                <c:pt idx="265">
                  <c:v>6.6111385069875501</c:v>
                </c:pt>
                <c:pt idx="266">
                  <c:v>6.5978606277645317</c:v>
                </c:pt>
                <c:pt idx="267">
                  <c:v>6.6075987877724547</c:v>
                </c:pt>
                <c:pt idx="268">
                  <c:v>6.6059158105002549</c:v>
                </c:pt>
                <c:pt idx="269">
                  <c:v>6.6238820077861513</c:v>
                </c:pt>
                <c:pt idx="270">
                  <c:v>6.5976903734525552</c:v>
                </c:pt>
                <c:pt idx="271">
                  <c:v>6.5981606758675477</c:v>
                </c:pt>
                <c:pt idx="272">
                  <c:v>6.6146542862835114</c:v>
                </c:pt>
                <c:pt idx="273">
                  <c:v>6.6116607896039357</c:v>
                </c:pt>
                <c:pt idx="274">
                  <c:v>6.6333958723326401</c:v>
                </c:pt>
                <c:pt idx="275">
                  <c:v>6.620671306225228</c:v>
                </c:pt>
                <c:pt idx="276">
                  <c:v>6.6229808083597401</c:v>
                </c:pt>
                <c:pt idx="277">
                  <c:v>6.6829395938390164</c:v>
                </c:pt>
                <c:pt idx="278">
                  <c:v>7.0870608101010619</c:v>
                </c:pt>
                <c:pt idx="279">
                  <c:v>7.3250404077889932</c:v>
                </c:pt>
                <c:pt idx="280">
                  <c:v>7.1798587085591619</c:v>
                </c:pt>
                <c:pt idx="281">
                  <c:v>6.8089235202088556</c:v>
                </c:pt>
                <c:pt idx="282">
                  <c:v>6.6111678646113514</c:v>
                </c:pt>
                <c:pt idx="283">
                  <c:v>6.5810897530814438</c:v>
                </c:pt>
                <c:pt idx="284">
                  <c:v>6.5978029700268497</c:v>
                </c:pt>
                <c:pt idx="285">
                  <c:v>6.6305874226626242</c:v>
                </c:pt>
                <c:pt idx="286">
                  <c:v>6.6297096415780574</c:v>
                </c:pt>
                <c:pt idx="287">
                  <c:v>6.6383235393431814</c:v>
                </c:pt>
                <c:pt idx="288">
                  <c:v>6.6145905916475725</c:v>
                </c:pt>
                <c:pt idx="289">
                  <c:v>6.6521773939758351</c:v>
                </c:pt>
                <c:pt idx="290">
                  <c:v>6.6710350678175274</c:v>
                </c:pt>
                <c:pt idx="291">
                  <c:v>6.6359835617825276</c:v>
                </c:pt>
                <c:pt idx="292">
                  <c:v>6.602173762123102</c:v>
                </c:pt>
                <c:pt idx="293">
                  <c:v>6.6302770545069203</c:v>
                </c:pt>
                <c:pt idx="294">
                  <c:v>6.6317575186294775</c:v>
                </c:pt>
                <c:pt idx="295">
                  <c:v>6.6235829018718375</c:v>
                </c:pt>
                <c:pt idx="296">
                  <c:v>6.58857862394275</c:v>
                </c:pt>
                <c:pt idx="297">
                  <c:v>6.5853293524589409</c:v>
                </c:pt>
                <c:pt idx="298">
                  <c:v>6.6151508058528004</c:v>
                </c:pt>
                <c:pt idx="299">
                  <c:v>6.6089712365876734</c:v>
                </c:pt>
                <c:pt idx="300">
                  <c:v>6.5943195471848561</c:v>
                </c:pt>
                <c:pt idx="301">
                  <c:v>6.5941358074681018</c:v>
                </c:pt>
                <c:pt idx="302">
                  <c:v>6.6008611422904799</c:v>
                </c:pt>
                <c:pt idx="303">
                  <c:v>6.5738133842926656</c:v>
                </c:pt>
                <c:pt idx="304">
                  <c:v>6.60802739941402</c:v>
                </c:pt>
                <c:pt idx="305">
                  <c:v>6.5945892040797149</c:v>
                </c:pt>
                <c:pt idx="306">
                  <c:v>6.5984630215424547</c:v>
                </c:pt>
                <c:pt idx="307">
                  <c:v>6.6126472013613418</c:v>
                </c:pt>
                <c:pt idx="308">
                  <c:v>6.6004336648701738</c:v>
                </c:pt>
                <c:pt idx="309">
                  <c:v>6.591347777309764</c:v>
                </c:pt>
                <c:pt idx="310">
                  <c:v>6.5996852139590336</c:v>
                </c:pt>
                <c:pt idx="311">
                  <c:v>6.5839608829434937</c:v>
                </c:pt>
                <c:pt idx="312">
                  <c:v>6.5917817133462959</c:v>
                </c:pt>
                <c:pt idx="313">
                  <c:v>6.6080243862285153</c:v>
                </c:pt>
                <c:pt idx="314">
                  <c:v>6.6075538158472087</c:v>
                </c:pt>
                <c:pt idx="315">
                  <c:v>6.6117199058439864</c:v>
                </c:pt>
                <c:pt idx="316">
                  <c:v>6.6085554437846783</c:v>
                </c:pt>
                <c:pt idx="317">
                  <c:v>6.6145455876620707</c:v>
                </c:pt>
                <c:pt idx="318">
                  <c:v>6.6076448607521465</c:v>
                </c:pt>
                <c:pt idx="319">
                  <c:v>6.6093036784685353</c:v>
                </c:pt>
                <c:pt idx="320">
                  <c:v>6.6032221257783803</c:v>
                </c:pt>
                <c:pt idx="321">
                  <c:v>6.60245564450255</c:v>
                </c:pt>
                <c:pt idx="322">
                  <c:v>6.6235095633196437</c:v>
                </c:pt>
                <c:pt idx="323">
                  <c:v>6.6420878535677703</c:v>
                </c:pt>
                <c:pt idx="324">
                  <c:v>6.662971004391034</c:v>
                </c:pt>
                <c:pt idx="325">
                  <c:v>6.6543482082302221</c:v>
                </c:pt>
                <c:pt idx="326">
                  <c:v>6.6348012676062282</c:v>
                </c:pt>
                <c:pt idx="327">
                  <c:v>6.6278491763389233</c:v>
                </c:pt>
                <c:pt idx="328">
                  <c:v>6.6369631279576202</c:v>
                </c:pt>
                <c:pt idx="329">
                  <c:v>6.6698588258518461</c:v>
                </c:pt>
                <c:pt idx="330">
                  <c:v>6.7490849578165886</c:v>
                </c:pt>
                <c:pt idx="331">
                  <c:v>6.8910616727382212</c:v>
                </c:pt>
                <c:pt idx="332">
                  <c:v>7.0341507234876115</c:v>
                </c:pt>
                <c:pt idx="333">
                  <c:v>7.0771577244827304</c:v>
                </c:pt>
                <c:pt idx="334">
                  <c:v>7.0013791475902716</c:v>
                </c:pt>
                <c:pt idx="335">
                  <c:v>6.8777416644254465</c:v>
                </c:pt>
                <c:pt idx="336">
                  <c:v>6.7544750313275594</c:v>
                </c:pt>
                <c:pt idx="337">
                  <c:v>6.66663544374211</c:v>
                </c:pt>
                <c:pt idx="338">
                  <c:v>6.6173760746903882</c:v>
                </c:pt>
                <c:pt idx="339">
                  <c:v>6.6021226367821031</c:v>
                </c:pt>
                <c:pt idx="340">
                  <c:v>6.589838248412307</c:v>
                </c:pt>
                <c:pt idx="341">
                  <c:v>6.5950805576412685</c:v>
                </c:pt>
                <c:pt idx="342">
                  <c:v>6.6086257380481355</c:v>
                </c:pt>
                <c:pt idx="343">
                  <c:v>6.607129880696343</c:v>
                </c:pt>
                <c:pt idx="344">
                  <c:v>6.6080799710553499</c:v>
                </c:pt>
                <c:pt idx="345">
                  <c:v>6.6052808313007194</c:v>
                </c:pt>
                <c:pt idx="346">
                  <c:v>6.6081823351445195</c:v>
                </c:pt>
                <c:pt idx="347">
                  <c:v>6.6096148983743106</c:v>
                </c:pt>
                <c:pt idx="348">
                  <c:v>6.610598153871341</c:v>
                </c:pt>
                <c:pt idx="349">
                  <c:v>6.6155802840782867</c:v>
                </c:pt>
                <c:pt idx="350">
                  <c:v>6.6160464851731327</c:v>
                </c:pt>
                <c:pt idx="351">
                  <c:v>6.6114728830109906</c:v>
                </c:pt>
                <c:pt idx="352">
                  <c:v>6.6061314827099862</c:v>
                </c:pt>
                <c:pt idx="353">
                  <c:v>6.5998014394432163</c:v>
                </c:pt>
                <c:pt idx="354">
                  <c:v>6.6076405010359114</c:v>
                </c:pt>
                <c:pt idx="355">
                  <c:v>6.6136187869253753</c:v>
                </c:pt>
                <c:pt idx="356">
                  <c:v>6.5963628477544329</c:v>
                </c:pt>
                <c:pt idx="357">
                  <c:v>6.5942094068089414</c:v>
                </c:pt>
                <c:pt idx="358">
                  <c:v>6.6012399933052057</c:v>
                </c:pt>
                <c:pt idx="359">
                  <c:v>6.6057727638609167</c:v>
                </c:pt>
                <c:pt idx="360">
                  <c:v>6.6052559075624009</c:v>
                </c:pt>
                <c:pt idx="361">
                  <c:v>6.6151364332881162</c:v>
                </c:pt>
                <c:pt idx="362">
                  <c:v>6.6132413707267101</c:v>
                </c:pt>
                <c:pt idx="363">
                  <c:v>6.6028256940201215</c:v>
                </c:pt>
                <c:pt idx="364">
                  <c:v>6.6069219455354329</c:v>
                </c:pt>
                <c:pt idx="365">
                  <c:v>6.600149307570593</c:v>
                </c:pt>
                <c:pt idx="366">
                  <c:v>6.6044440318358681</c:v>
                </c:pt>
                <c:pt idx="367">
                  <c:v>6.6103988998619982</c:v>
                </c:pt>
                <c:pt idx="368">
                  <c:v>6.6162262695156802</c:v>
                </c:pt>
                <c:pt idx="369">
                  <c:v>6.6207259732674348</c:v>
                </c:pt>
                <c:pt idx="370">
                  <c:v>6.6215874849686207</c:v>
                </c:pt>
                <c:pt idx="371">
                  <c:v>6.6199440801004288</c:v>
                </c:pt>
                <c:pt idx="372">
                  <c:v>6.6105991625731111</c:v>
                </c:pt>
                <c:pt idx="373">
                  <c:v>6.6047887949035742</c:v>
                </c:pt>
                <c:pt idx="374">
                  <c:v>6.6164008840224025</c:v>
                </c:pt>
                <c:pt idx="375">
                  <c:v>6.6024050125066767</c:v>
                </c:pt>
                <c:pt idx="376">
                  <c:v>6.6056454406235945</c:v>
                </c:pt>
                <c:pt idx="377">
                  <c:v>6.6084170056874392</c:v>
                </c:pt>
                <c:pt idx="378">
                  <c:v>6.6108293264968339</c:v>
                </c:pt>
                <c:pt idx="379">
                  <c:v>6.6089902851645457</c:v>
                </c:pt>
                <c:pt idx="380">
                  <c:v>6.6013855687570091</c:v>
                </c:pt>
                <c:pt idx="381">
                  <c:v>6.601676555411621</c:v>
                </c:pt>
                <c:pt idx="382">
                  <c:v>6.6281906611258785</c:v>
                </c:pt>
                <c:pt idx="383">
                  <c:v>6.620024988701009</c:v>
                </c:pt>
                <c:pt idx="384">
                  <c:v>6.6036261366767386</c:v>
                </c:pt>
                <c:pt idx="385">
                  <c:v>6.6015135164515462</c:v>
                </c:pt>
                <c:pt idx="386">
                  <c:v>6.6125076655592352</c:v>
                </c:pt>
                <c:pt idx="387">
                  <c:v>6.6095837434621574</c:v>
                </c:pt>
                <c:pt idx="388">
                  <c:v>6.6101919102393696</c:v>
                </c:pt>
                <c:pt idx="389">
                  <c:v>6.608791086662511</c:v>
                </c:pt>
                <c:pt idx="390">
                  <c:v>6.5990059625074586</c:v>
                </c:pt>
                <c:pt idx="391">
                  <c:v>6.6051841858998079</c:v>
                </c:pt>
                <c:pt idx="392">
                  <c:v>6.5990343006629857</c:v>
                </c:pt>
                <c:pt idx="393">
                  <c:v>6.5989595525960141</c:v>
                </c:pt>
                <c:pt idx="394">
                  <c:v>6.6050008122441799</c:v>
                </c:pt>
                <c:pt idx="395">
                  <c:v>6.6047356399569992</c:v>
                </c:pt>
                <c:pt idx="396">
                  <c:v>6.6046868863571397</c:v>
                </c:pt>
                <c:pt idx="397">
                  <c:v>6.5997630668613727</c:v>
                </c:pt>
                <c:pt idx="398">
                  <c:v>6.5949345853839896</c:v>
                </c:pt>
                <c:pt idx="399">
                  <c:v>6.5882827527646617</c:v>
                </c:pt>
                <c:pt idx="400">
                  <c:v>6.607819404917711</c:v>
                </c:pt>
                <c:pt idx="401">
                  <c:v>6.6124445834177292</c:v>
                </c:pt>
                <c:pt idx="402">
                  <c:v>6.6205878040935326</c:v>
                </c:pt>
                <c:pt idx="403">
                  <c:v>6.6160553797407298</c:v>
                </c:pt>
                <c:pt idx="404">
                  <c:v>6.6016550208490425</c:v>
                </c:pt>
                <c:pt idx="405">
                  <c:v>6.5979112418162318</c:v>
                </c:pt>
                <c:pt idx="406">
                  <c:v>6.6121508138611649</c:v>
                </c:pt>
                <c:pt idx="407">
                  <c:v>6.6034494521302367</c:v>
                </c:pt>
                <c:pt idx="408">
                  <c:v>6.5994258898871321</c:v>
                </c:pt>
                <c:pt idx="409">
                  <c:v>6.6126238528821446</c:v>
                </c:pt>
                <c:pt idx="410">
                  <c:v>6.6025787963178244</c:v>
                </c:pt>
                <c:pt idx="411">
                  <c:v>6.6130104258725853</c:v>
                </c:pt>
                <c:pt idx="412">
                  <c:v>6.6166209934671949</c:v>
                </c:pt>
                <c:pt idx="413">
                  <c:v>6.6171615542572981</c:v>
                </c:pt>
                <c:pt idx="414">
                  <c:v>6.6195107020080446</c:v>
                </c:pt>
                <c:pt idx="415">
                  <c:v>6.6016171891494277</c:v>
                </c:pt>
                <c:pt idx="416">
                  <c:v>6.6157927861508146</c:v>
                </c:pt>
                <c:pt idx="417">
                  <c:v>6.6136649230685549</c:v>
                </c:pt>
                <c:pt idx="418">
                  <c:v>6.6029138939362682</c:v>
                </c:pt>
                <c:pt idx="419">
                  <c:v>6.5975738573924003</c:v>
                </c:pt>
                <c:pt idx="420">
                  <c:v>6.6057369922719733</c:v>
                </c:pt>
                <c:pt idx="421">
                  <c:v>6.60922232868056</c:v>
                </c:pt>
                <c:pt idx="422">
                  <c:v>6.6175041089954663</c:v>
                </c:pt>
                <c:pt idx="423">
                  <c:v>6.6189040090455622</c:v>
                </c:pt>
                <c:pt idx="424">
                  <c:v>6.6137794690977874</c:v>
                </c:pt>
                <c:pt idx="425">
                  <c:v>6.6294982506087123</c:v>
                </c:pt>
                <c:pt idx="426">
                  <c:v>6.6228025782218172</c:v>
                </c:pt>
                <c:pt idx="427">
                  <c:v>6.6184170223779129</c:v>
                </c:pt>
                <c:pt idx="428">
                  <c:v>6.6198382889135017</c:v>
                </c:pt>
                <c:pt idx="429">
                  <c:v>6.6315211130046716</c:v>
                </c:pt>
                <c:pt idx="430">
                  <c:v>6.624796563419296</c:v>
                </c:pt>
                <c:pt idx="431">
                  <c:v>6.5989602957240256</c:v>
                </c:pt>
                <c:pt idx="432">
                  <c:v>6.5751039923673389</c:v>
                </c:pt>
                <c:pt idx="433">
                  <c:v>6.5757739617469051</c:v>
                </c:pt>
                <c:pt idx="434">
                  <c:v>6.5770704574243171</c:v>
                </c:pt>
                <c:pt idx="435">
                  <c:v>6.5806441557251167</c:v>
                </c:pt>
                <c:pt idx="436">
                  <c:v>6.5613436924312651</c:v>
                </c:pt>
                <c:pt idx="437">
                  <c:v>6.5191598150487309</c:v>
                </c:pt>
                <c:pt idx="438">
                  <c:v>6.5373935063585185</c:v>
                </c:pt>
                <c:pt idx="439">
                  <c:v>6.5943591057120372</c:v>
                </c:pt>
                <c:pt idx="440">
                  <c:v>6.6224761799383689</c:v>
                </c:pt>
                <c:pt idx="441">
                  <c:v>6.6088842480228216</c:v>
                </c:pt>
                <c:pt idx="442">
                  <c:v>6.6248730697161369</c:v>
                </c:pt>
                <c:pt idx="443">
                  <c:v>6.6740501099458127</c:v>
                </c:pt>
                <c:pt idx="444">
                  <c:v>6.6693850767201335</c:v>
                </c:pt>
                <c:pt idx="445">
                  <c:v>6.6364049043593001</c:v>
                </c:pt>
                <c:pt idx="446">
                  <c:v>6.6196734647474846</c:v>
                </c:pt>
                <c:pt idx="447">
                  <c:v>6.579613155329997</c:v>
                </c:pt>
                <c:pt idx="448">
                  <c:v>6.572021300228907</c:v>
                </c:pt>
                <c:pt idx="449">
                  <c:v>6.6059750473251473</c:v>
                </c:pt>
                <c:pt idx="450">
                  <c:v>6.5899407732812652</c:v>
                </c:pt>
                <c:pt idx="451">
                  <c:v>6.6159642080303041</c:v>
                </c:pt>
                <c:pt idx="452">
                  <c:v>6.6116424444386386</c:v>
                </c:pt>
                <c:pt idx="453">
                  <c:v>6.6118953816710055</c:v>
                </c:pt>
                <c:pt idx="454">
                  <c:v>6.5924253291958514</c:v>
                </c:pt>
                <c:pt idx="455">
                  <c:v>6.6046919633617769</c:v>
                </c:pt>
                <c:pt idx="456">
                  <c:v>6.614831814923904</c:v>
                </c:pt>
                <c:pt idx="457">
                  <c:v>6.6059790811752039</c:v>
                </c:pt>
                <c:pt idx="458">
                  <c:v>6.6073673644070539</c:v>
                </c:pt>
                <c:pt idx="459">
                  <c:v>6.6146407137896812</c:v>
                </c:pt>
                <c:pt idx="460">
                  <c:v>6.6162079387057213</c:v>
                </c:pt>
                <c:pt idx="461">
                  <c:v>6.6134713748276663</c:v>
                </c:pt>
                <c:pt idx="462">
                  <c:v>6.5985273114464214</c:v>
                </c:pt>
                <c:pt idx="463">
                  <c:v>6.6075457433619844</c:v>
                </c:pt>
                <c:pt idx="464">
                  <c:v>6.6224992422678239</c:v>
                </c:pt>
                <c:pt idx="465">
                  <c:v>6.6165266578402129</c:v>
                </c:pt>
                <c:pt idx="466">
                  <c:v>6.595365580011709</c:v>
                </c:pt>
                <c:pt idx="467">
                  <c:v>6.5869277246309546</c:v>
                </c:pt>
                <c:pt idx="468">
                  <c:v>6.5978571339144505</c:v>
                </c:pt>
                <c:pt idx="469">
                  <c:v>6.5890743147305093</c:v>
                </c:pt>
                <c:pt idx="470">
                  <c:v>6.6091617692505009</c:v>
                </c:pt>
                <c:pt idx="471">
                  <c:v>6.6070155150658625</c:v>
                </c:pt>
                <c:pt idx="472">
                  <c:v>6.5993645718372589</c:v>
                </c:pt>
                <c:pt idx="473">
                  <c:v>6.5945029706056566</c:v>
                </c:pt>
                <c:pt idx="474">
                  <c:v>6.5934568549963526</c:v>
                </c:pt>
                <c:pt idx="475">
                  <c:v>6.6114415701901157</c:v>
                </c:pt>
                <c:pt idx="476">
                  <c:v>6.621970969647287</c:v>
                </c:pt>
                <c:pt idx="477">
                  <c:v>6.6105938625822187</c:v>
                </c:pt>
                <c:pt idx="478">
                  <c:v>6.5972156029385243</c:v>
                </c:pt>
                <c:pt idx="479">
                  <c:v>6.6159793663105031</c:v>
                </c:pt>
                <c:pt idx="480">
                  <c:v>6.6097121117681059</c:v>
                </c:pt>
                <c:pt idx="481">
                  <c:v>6.602482875382985</c:v>
                </c:pt>
                <c:pt idx="482">
                  <c:v>6.6133850312960156</c:v>
                </c:pt>
                <c:pt idx="483">
                  <c:v>6.6248188161076724</c:v>
                </c:pt>
                <c:pt idx="484">
                  <c:v>6.6075048971609593</c:v>
                </c:pt>
                <c:pt idx="485">
                  <c:v>6.5925215788679372</c:v>
                </c:pt>
                <c:pt idx="486">
                  <c:v>6.5920842343955863</c:v>
                </c:pt>
                <c:pt idx="487">
                  <c:v>6.6026620058398739</c:v>
                </c:pt>
                <c:pt idx="488">
                  <c:v>6.6061104239072437</c:v>
                </c:pt>
                <c:pt idx="489">
                  <c:v>6.6086829622546013</c:v>
                </c:pt>
                <c:pt idx="490">
                  <c:v>6.6086418208121191</c:v>
                </c:pt>
                <c:pt idx="491">
                  <c:v>6.6082213921918838</c:v>
                </c:pt>
                <c:pt idx="492">
                  <c:v>6.6104057397021769</c:v>
                </c:pt>
                <c:pt idx="493">
                  <c:v>6.6174272237176952</c:v>
                </c:pt>
                <c:pt idx="494">
                  <c:v>6.6104682610284673</c:v>
                </c:pt>
                <c:pt idx="495">
                  <c:v>6.6173282235627955</c:v>
                </c:pt>
                <c:pt idx="496">
                  <c:v>6.6113095986942598</c:v>
                </c:pt>
                <c:pt idx="497">
                  <c:v>6.6347546184989605</c:v>
                </c:pt>
                <c:pt idx="498">
                  <c:v>6.6144351061076163</c:v>
                </c:pt>
                <c:pt idx="499">
                  <c:v>6.6122631587385285</c:v>
                </c:pt>
                <c:pt idx="500">
                  <c:v>6.6302204293965721</c:v>
                </c:pt>
                <c:pt idx="501">
                  <c:v>6.6236755933340756</c:v>
                </c:pt>
                <c:pt idx="502">
                  <c:v>6.6112040793017366</c:v>
                </c:pt>
                <c:pt idx="503">
                  <c:v>6.6255081441394168</c:v>
                </c:pt>
                <c:pt idx="504">
                  <c:v>6.6418455469419095</c:v>
                </c:pt>
                <c:pt idx="505">
                  <c:v>6.6380925523800638</c:v>
                </c:pt>
                <c:pt idx="506">
                  <c:v>6.6435606768222728</c:v>
                </c:pt>
                <c:pt idx="507">
                  <c:v>6.6494165332092336</c:v>
                </c:pt>
                <c:pt idx="508">
                  <c:v>6.6634809519437477</c:v>
                </c:pt>
                <c:pt idx="509">
                  <c:v>6.6880520159672399</c:v>
                </c:pt>
                <c:pt idx="510">
                  <c:v>6.7093867512799141</c:v>
                </c:pt>
                <c:pt idx="511">
                  <c:v>6.7253646715293414</c:v>
                </c:pt>
                <c:pt idx="512">
                  <c:v>6.7372156731935497</c:v>
                </c:pt>
                <c:pt idx="513">
                  <c:v>6.7350306605525843</c:v>
                </c:pt>
                <c:pt idx="514">
                  <c:v>6.7353605959913834</c:v>
                </c:pt>
                <c:pt idx="515">
                  <c:v>6.7376219407510849</c:v>
                </c:pt>
                <c:pt idx="516">
                  <c:v>6.7316665961277247</c:v>
                </c:pt>
                <c:pt idx="517">
                  <c:v>6.7187802568421899</c:v>
                </c:pt>
                <c:pt idx="518">
                  <c:v>6.7123295420336246</c:v>
                </c:pt>
                <c:pt idx="519">
                  <c:v>6.6849683055568123</c:v>
                </c:pt>
                <c:pt idx="520">
                  <c:v>6.6888055831807556</c:v>
                </c:pt>
                <c:pt idx="521">
                  <c:v>6.6901787956999703</c:v>
                </c:pt>
                <c:pt idx="522">
                  <c:v>6.6695361867529819</c:v>
                </c:pt>
                <c:pt idx="523">
                  <c:v>6.6560591004147254</c:v>
                </c:pt>
                <c:pt idx="524">
                  <c:v>6.6694330733151546</c:v>
                </c:pt>
                <c:pt idx="525">
                  <c:v>6.6730917628747397</c:v>
                </c:pt>
                <c:pt idx="526">
                  <c:v>6.668409212308271</c:v>
                </c:pt>
                <c:pt idx="527">
                  <c:v>6.6722429527768625</c:v>
                </c:pt>
                <c:pt idx="528">
                  <c:v>6.6833096400070087</c:v>
                </c:pt>
                <c:pt idx="529">
                  <c:v>6.7141190593628988</c:v>
                </c:pt>
                <c:pt idx="530">
                  <c:v>6.717794737986825</c:v>
                </c:pt>
                <c:pt idx="531">
                  <c:v>6.6930165513145692</c:v>
                </c:pt>
                <c:pt idx="532">
                  <c:v>6.7174676812718612</c:v>
                </c:pt>
                <c:pt idx="533">
                  <c:v>6.734155773504213</c:v>
                </c:pt>
                <c:pt idx="534">
                  <c:v>6.7220958882697452</c:v>
                </c:pt>
                <c:pt idx="535">
                  <c:v>6.7368904539618857</c:v>
                </c:pt>
                <c:pt idx="536">
                  <c:v>6.7365808533382694</c:v>
                </c:pt>
                <c:pt idx="537">
                  <c:v>6.7461750580139412</c:v>
                </c:pt>
                <c:pt idx="538">
                  <c:v>6.7503860797410171</c:v>
                </c:pt>
                <c:pt idx="539">
                  <c:v>6.7422988563687687</c:v>
                </c:pt>
                <c:pt idx="540">
                  <c:v>6.7624254540681532</c:v>
                </c:pt>
                <c:pt idx="541">
                  <c:v>6.8029106317334955</c:v>
                </c:pt>
                <c:pt idx="542">
                  <c:v>6.816829138981662</c:v>
                </c:pt>
                <c:pt idx="543">
                  <c:v>6.8185583945148913</c:v>
                </c:pt>
                <c:pt idx="544">
                  <c:v>6.8157910068544858</c:v>
                </c:pt>
                <c:pt idx="545">
                  <c:v>6.8599355018862065</c:v>
                </c:pt>
                <c:pt idx="546">
                  <c:v>6.8690776244207408</c:v>
                </c:pt>
                <c:pt idx="547">
                  <c:v>6.8883986081921496</c:v>
                </c:pt>
                <c:pt idx="548">
                  <c:v>6.8917075787427429</c:v>
                </c:pt>
                <c:pt idx="549">
                  <c:v>6.8961191617719679</c:v>
                </c:pt>
                <c:pt idx="550">
                  <c:v>6.9275298362882003</c:v>
                </c:pt>
                <c:pt idx="551">
                  <c:v>6.9460138157919307</c:v>
                </c:pt>
                <c:pt idx="552">
                  <c:v>6.9337093844988313</c:v>
                </c:pt>
                <c:pt idx="553">
                  <c:v>6.9133187404492977</c:v>
                </c:pt>
                <c:pt idx="554">
                  <c:v>6.9012213628993377</c:v>
                </c:pt>
                <c:pt idx="555">
                  <c:v>6.880277728250797</c:v>
                </c:pt>
                <c:pt idx="556">
                  <c:v>6.8536196889765515</c:v>
                </c:pt>
                <c:pt idx="557">
                  <c:v>6.8407649008105071</c:v>
                </c:pt>
                <c:pt idx="558">
                  <c:v>6.8162090802422206</c:v>
                </c:pt>
                <c:pt idx="559">
                  <c:v>6.816267435649344</c:v>
                </c:pt>
                <c:pt idx="560">
                  <c:v>6.7848904636392984</c:v>
                </c:pt>
                <c:pt idx="561">
                  <c:v>6.7502234318442831</c:v>
                </c:pt>
                <c:pt idx="562">
                  <c:v>6.7248776618931503</c:v>
                </c:pt>
                <c:pt idx="563">
                  <c:v>6.7110284507339184</c:v>
                </c:pt>
                <c:pt idx="564">
                  <c:v>6.6872981195379655</c:v>
                </c:pt>
                <c:pt idx="565">
                  <c:v>6.702268409882989</c:v>
                </c:pt>
                <c:pt idx="566">
                  <c:v>6.6957856998964695</c:v>
                </c:pt>
                <c:pt idx="567">
                  <c:v>6.6532869429539216</c:v>
                </c:pt>
                <c:pt idx="568">
                  <c:v>6.6278985280778775</c:v>
                </c:pt>
                <c:pt idx="569">
                  <c:v>6.6186150513983888</c:v>
                </c:pt>
                <c:pt idx="570">
                  <c:v>6.6537973001122879</c:v>
                </c:pt>
                <c:pt idx="571">
                  <c:v>6.6471866668353066</c:v>
                </c:pt>
                <c:pt idx="572">
                  <c:v>6.57849723832385</c:v>
                </c:pt>
                <c:pt idx="573">
                  <c:v>6.5170308992416643</c:v>
                </c:pt>
                <c:pt idx="574">
                  <c:v>6.5259962558827791</c:v>
                </c:pt>
                <c:pt idx="575">
                  <c:v>6.6271502359726675</c:v>
                </c:pt>
                <c:pt idx="576">
                  <c:v>6.6464806138774453</c:v>
                </c:pt>
                <c:pt idx="577">
                  <c:v>6.646648575163387</c:v>
                </c:pt>
                <c:pt idx="578">
                  <c:v>6.6967793266468947</c:v>
                </c:pt>
                <c:pt idx="579">
                  <c:v>6.5948772511199305</c:v>
                </c:pt>
                <c:pt idx="580">
                  <c:v>6.6758702290282059</c:v>
                </c:pt>
                <c:pt idx="581">
                  <c:v>6.341164201243866</c:v>
                </c:pt>
                <c:pt idx="582">
                  <c:v>6.3247903875613645</c:v>
                </c:pt>
                <c:pt idx="583">
                  <c:v>6.736409508020583</c:v>
                </c:pt>
                <c:pt idx="584">
                  <c:v>6.602294560380666</c:v>
                </c:pt>
                <c:pt idx="585">
                  <c:v>6.2779334303075354</c:v>
                </c:pt>
                <c:pt idx="586">
                  <c:v>6.2002365514750419</c:v>
                </c:pt>
                <c:pt idx="587">
                  <c:v>6.0092015896190514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7-37F8-4EA4-8385-84A4706AD5FD}"/>
            </c:ext>
          </c:extLst>
        </c:ser>
        <c:ser>
          <c:idx val="8"/>
          <c:order val="8"/>
          <c:tx>
            <c:strRef>
              <c:f>'Fully separated 0.5%'!$J$1</c:f>
              <c:strCache>
                <c:ptCount val="1"/>
                <c:pt idx="0">
                  <c:v>D_9/O-PTIR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0.5%'!$A$2:$A$589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0.5%'!$J$2:$J$589</c:f>
              <c:numCache>
                <c:formatCode>General</c:formatCode>
                <c:ptCount val="588"/>
                <c:pt idx="0">
                  <c:v>6.4485227880166871</c:v>
                </c:pt>
                <c:pt idx="1">
                  <c:v>6.40653875267075</c:v>
                </c:pt>
                <c:pt idx="2">
                  <c:v>6.3576812834597334</c:v>
                </c:pt>
                <c:pt idx="3">
                  <c:v>6.4078384144372027</c:v>
                </c:pt>
                <c:pt idx="4">
                  <c:v>6.4342978137442568</c:v>
                </c:pt>
                <c:pt idx="5">
                  <c:v>6.4292256547404998</c:v>
                </c:pt>
                <c:pt idx="6">
                  <c:v>6.4386174039786894</c:v>
                </c:pt>
                <c:pt idx="7">
                  <c:v>6.4369206396955496</c:v>
                </c:pt>
                <c:pt idx="8">
                  <c:v>6.4379363240451513</c:v>
                </c:pt>
                <c:pt idx="9">
                  <c:v>6.4401828963230878</c:v>
                </c:pt>
                <c:pt idx="10">
                  <c:v>6.446523666189977</c:v>
                </c:pt>
                <c:pt idx="11">
                  <c:v>6.4541737960997514</c:v>
                </c:pt>
                <c:pt idx="12">
                  <c:v>6.4661977878484826</c:v>
                </c:pt>
                <c:pt idx="13">
                  <c:v>6.4755869809609559</c:v>
                </c:pt>
                <c:pt idx="14">
                  <c:v>6.4681643793137109</c:v>
                </c:pt>
                <c:pt idx="15">
                  <c:v>6.4803584502813614</c:v>
                </c:pt>
                <c:pt idx="16">
                  <c:v>6.472377247755845</c:v>
                </c:pt>
                <c:pt idx="17">
                  <c:v>6.4643999243046606</c:v>
                </c:pt>
                <c:pt idx="18">
                  <c:v>6.4579611333950258</c:v>
                </c:pt>
                <c:pt idx="19">
                  <c:v>6.4662442422441382</c:v>
                </c:pt>
                <c:pt idx="20">
                  <c:v>6.4681609538217613</c:v>
                </c:pt>
                <c:pt idx="21">
                  <c:v>6.4739179489881602</c:v>
                </c:pt>
                <c:pt idx="22">
                  <c:v>6.4782189352576927</c:v>
                </c:pt>
                <c:pt idx="23">
                  <c:v>6.4743748387420137</c:v>
                </c:pt>
                <c:pt idx="24">
                  <c:v>6.4775558639621771</c:v>
                </c:pt>
                <c:pt idx="25">
                  <c:v>6.4708385025975534</c:v>
                </c:pt>
                <c:pt idx="26">
                  <c:v>6.467778409055259</c:v>
                </c:pt>
                <c:pt idx="27">
                  <c:v>6.460871837689778</c:v>
                </c:pt>
                <c:pt idx="28">
                  <c:v>6.4569716576024536</c:v>
                </c:pt>
                <c:pt idx="29">
                  <c:v>6.457064164784363</c:v>
                </c:pt>
                <c:pt idx="30">
                  <c:v>6.4605287309664554</c:v>
                </c:pt>
                <c:pt idx="31">
                  <c:v>6.4629165067473782</c:v>
                </c:pt>
                <c:pt idx="32">
                  <c:v>6.4723575972440948</c:v>
                </c:pt>
                <c:pt idx="33">
                  <c:v>6.4873365317443037</c:v>
                </c:pt>
                <c:pt idx="34">
                  <c:v>6.493851477246003</c:v>
                </c:pt>
                <c:pt idx="35">
                  <c:v>6.4925337164794117</c:v>
                </c:pt>
                <c:pt idx="36">
                  <c:v>6.4861036286817377</c:v>
                </c:pt>
                <c:pt idx="37">
                  <c:v>6.4835010013209082</c:v>
                </c:pt>
                <c:pt idx="38">
                  <c:v>6.4921302266014429</c:v>
                </c:pt>
                <c:pt idx="39">
                  <c:v>6.4993733513697851</c:v>
                </c:pt>
                <c:pt idx="40">
                  <c:v>6.507486239255484</c:v>
                </c:pt>
                <c:pt idx="41">
                  <c:v>6.5228931570823079</c:v>
                </c:pt>
                <c:pt idx="42">
                  <c:v>6.5434615967294292</c:v>
                </c:pt>
                <c:pt idx="43">
                  <c:v>6.5662720940923398</c:v>
                </c:pt>
                <c:pt idx="44">
                  <c:v>6.5892030459266531</c:v>
                </c:pt>
                <c:pt idx="45">
                  <c:v>6.616251089448185</c:v>
                </c:pt>
                <c:pt idx="46">
                  <c:v>6.6313116309786793</c:v>
                </c:pt>
                <c:pt idx="47">
                  <c:v>6.6231064768767114</c:v>
                </c:pt>
                <c:pt idx="48">
                  <c:v>6.5969274594011651</c:v>
                </c:pt>
                <c:pt idx="49">
                  <c:v>6.5629029786528257</c:v>
                </c:pt>
                <c:pt idx="50">
                  <c:v>6.5245193160703412</c:v>
                </c:pt>
                <c:pt idx="51">
                  <c:v>6.4944679713006339</c:v>
                </c:pt>
                <c:pt idx="52">
                  <c:v>6.4755551073489652</c:v>
                </c:pt>
                <c:pt idx="53">
                  <c:v>6.4675948830086307</c:v>
                </c:pt>
                <c:pt idx="54">
                  <c:v>6.4617545893276453</c:v>
                </c:pt>
                <c:pt idx="55">
                  <c:v>6.4616220487756797</c:v>
                </c:pt>
                <c:pt idx="56">
                  <c:v>6.4664720587204734</c:v>
                </c:pt>
                <c:pt idx="57">
                  <c:v>6.4693342580492166</c:v>
                </c:pt>
                <c:pt idx="58">
                  <c:v>6.4699741068717209</c:v>
                </c:pt>
                <c:pt idx="59">
                  <c:v>6.47369129481668</c:v>
                </c:pt>
                <c:pt idx="60">
                  <c:v>6.4789295854551856</c:v>
                </c:pt>
                <c:pt idx="61">
                  <c:v>6.4832844440822512</c:v>
                </c:pt>
                <c:pt idx="62">
                  <c:v>6.496153521231852</c:v>
                </c:pt>
                <c:pt idx="63">
                  <c:v>6.5052469880806871</c:v>
                </c:pt>
                <c:pt idx="64">
                  <c:v>6.5139970741668431</c:v>
                </c:pt>
                <c:pt idx="65">
                  <c:v>6.5272172618788886</c:v>
                </c:pt>
                <c:pt idx="66">
                  <c:v>6.5404832803108137</c:v>
                </c:pt>
                <c:pt idx="67">
                  <c:v>6.5446619269071649</c:v>
                </c:pt>
                <c:pt idx="68">
                  <c:v>6.5398316903193505</c:v>
                </c:pt>
                <c:pt idx="69">
                  <c:v>6.5263599250288804</c:v>
                </c:pt>
                <c:pt idx="70">
                  <c:v>6.5174307872973047</c:v>
                </c:pt>
                <c:pt idx="71">
                  <c:v>6.5099897588657782</c:v>
                </c:pt>
                <c:pt idx="72">
                  <c:v>6.5007531395271574</c:v>
                </c:pt>
                <c:pt idx="73">
                  <c:v>6.4913110568189802</c:v>
                </c:pt>
                <c:pt idx="74">
                  <c:v>6.4818902074360754</c:v>
                </c:pt>
                <c:pt idx="75">
                  <c:v>6.4714753511615912</c:v>
                </c:pt>
                <c:pt idx="76">
                  <c:v>6.4661027765138375</c:v>
                </c:pt>
                <c:pt idx="77">
                  <c:v>6.4580903996491692</c:v>
                </c:pt>
                <c:pt idx="78">
                  <c:v>6.4564140347611936</c:v>
                </c:pt>
                <c:pt idx="79">
                  <c:v>6.4561736124744833</c:v>
                </c:pt>
                <c:pt idx="80">
                  <c:v>6.4534323117498937</c:v>
                </c:pt>
                <c:pt idx="81">
                  <c:v>6.4499815136830314</c:v>
                </c:pt>
                <c:pt idx="82">
                  <c:v>6.4484568862763894</c:v>
                </c:pt>
                <c:pt idx="83">
                  <c:v>6.444452779125716</c:v>
                </c:pt>
                <c:pt idx="84">
                  <c:v>6.4415484297091323</c:v>
                </c:pt>
                <c:pt idx="85">
                  <c:v>6.4402420651998975</c:v>
                </c:pt>
                <c:pt idx="86">
                  <c:v>6.4414922232922569</c:v>
                </c:pt>
                <c:pt idx="87">
                  <c:v>6.4415857179608125</c:v>
                </c:pt>
                <c:pt idx="88">
                  <c:v>6.445074739793017</c:v>
                </c:pt>
                <c:pt idx="89">
                  <c:v>6.4460953946495572</c:v>
                </c:pt>
                <c:pt idx="90">
                  <c:v>6.4439577979013807</c:v>
                </c:pt>
                <c:pt idx="91">
                  <c:v>6.4353451378274329</c:v>
                </c:pt>
                <c:pt idx="92">
                  <c:v>6.4274677324328113</c:v>
                </c:pt>
                <c:pt idx="93">
                  <c:v>6.4210305928465372</c:v>
                </c:pt>
                <c:pt idx="94">
                  <c:v>6.4187846572376213</c:v>
                </c:pt>
                <c:pt idx="95">
                  <c:v>6.421574227868601</c:v>
                </c:pt>
                <c:pt idx="96">
                  <c:v>6.4200108522419859</c:v>
                </c:pt>
                <c:pt idx="97">
                  <c:v>6.4158416907147231</c:v>
                </c:pt>
                <c:pt idx="98">
                  <c:v>6.415470555198822</c:v>
                </c:pt>
                <c:pt idx="99">
                  <c:v>6.4134298502622507</c:v>
                </c:pt>
                <c:pt idx="100">
                  <c:v>6.4162858541753813</c:v>
                </c:pt>
                <c:pt idx="101">
                  <c:v>6.4177639492268961</c:v>
                </c:pt>
                <c:pt idx="102">
                  <c:v>6.4196708638975419</c:v>
                </c:pt>
                <c:pt idx="103">
                  <c:v>6.4241580480974223</c:v>
                </c:pt>
                <c:pt idx="104">
                  <c:v>6.4318750365228317</c:v>
                </c:pt>
                <c:pt idx="105">
                  <c:v>6.4432979253066245</c:v>
                </c:pt>
                <c:pt idx="106">
                  <c:v>6.456654679114278</c:v>
                </c:pt>
                <c:pt idx="107">
                  <c:v>6.4720196689196365</c:v>
                </c:pt>
                <c:pt idx="108">
                  <c:v>6.4905467799544105</c:v>
                </c:pt>
                <c:pt idx="109">
                  <c:v>6.5200401994946038</c:v>
                </c:pt>
                <c:pt idx="110">
                  <c:v>6.5335511996611446</c:v>
                </c:pt>
                <c:pt idx="111">
                  <c:v>6.5220281660295987</c:v>
                </c:pt>
                <c:pt idx="112">
                  <c:v>6.5024011933147712</c:v>
                </c:pt>
                <c:pt idx="113">
                  <c:v>6.4832031866883861</c:v>
                </c:pt>
                <c:pt idx="114">
                  <c:v>6.4721601424384758</c:v>
                </c:pt>
                <c:pt idx="115">
                  <c:v>6.4646540958073349</c:v>
                </c:pt>
                <c:pt idx="116">
                  <c:v>6.4662455132197723</c:v>
                </c:pt>
                <c:pt idx="117">
                  <c:v>6.4681982515230736</c:v>
                </c:pt>
                <c:pt idx="118">
                  <c:v>6.4642547637678698</c:v>
                </c:pt>
                <c:pt idx="119">
                  <c:v>6.4684199162883482</c:v>
                </c:pt>
                <c:pt idx="120">
                  <c:v>6.4832991571607774</c:v>
                </c:pt>
                <c:pt idx="121">
                  <c:v>6.5026063637457048</c:v>
                </c:pt>
                <c:pt idx="122">
                  <c:v>6.5283916811630345</c:v>
                </c:pt>
                <c:pt idx="123">
                  <c:v>6.5451302979650716</c:v>
                </c:pt>
                <c:pt idx="124">
                  <c:v>6.5400790817103722</c:v>
                </c:pt>
                <c:pt idx="125">
                  <c:v>6.5280941972676656</c:v>
                </c:pt>
                <c:pt idx="126">
                  <c:v>6.5155804546664449</c:v>
                </c:pt>
                <c:pt idx="127">
                  <c:v>6.5076246858280538</c:v>
                </c:pt>
                <c:pt idx="128">
                  <c:v>6.4929395309670905</c:v>
                </c:pt>
                <c:pt idx="129">
                  <c:v>6.4961130201049642</c:v>
                </c:pt>
                <c:pt idx="130">
                  <c:v>6.4968440815096615</c:v>
                </c:pt>
                <c:pt idx="131">
                  <c:v>6.490213755989461</c:v>
                </c:pt>
                <c:pt idx="132">
                  <c:v>6.4944179071451851</c:v>
                </c:pt>
                <c:pt idx="133">
                  <c:v>6.4891291932651791</c:v>
                </c:pt>
                <c:pt idx="134">
                  <c:v>6.4778642385595377</c:v>
                </c:pt>
                <c:pt idx="135">
                  <c:v>6.4655132517116876</c:v>
                </c:pt>
                <c:pt idx="136">
                  <c:v>6.4561864261767834</c:v>
                </c:pt>
                <c:pt idx="137">
                  <c:v>6.4485657838466768</c:v>
                </c:pt>
                <c:pt idx="138">
                  <c:v>6.4423556929540595</c:v>
                </c:pt>
                <c:pt idx="139">
                  <c:v>6.4396483636599777</c:v>
                </c:pt>
                <c:pt idx="140">
                  <c:v>6.437169885577041</c:v>
                </c:pt>
                <c:pt idx="141">
                  <c:v>6.4348924200865332</c:v>
                </c:pt>
                <c:pt idx="142">
                  <c:v>6.4346632806615833</c:v>
                </c:pt>
                <c:pt idx="143">
                  <c:v>6.431082533604596</c:v>
                </c:pt>
                <c:pt idx="144">
                  <c:v>6.4395736383248998</c:v>
                </c:pt>
                <c:pt idx="145">
                  <c:v>6.4368242888754317</c:v>
                </c:pt>
                <c:pt idx="146">
                  <c:v>6.4314366845864468</c:v>
                </c:pt>
                <c:pt idx="147">
                  <c:v>6.4268765893810169</c:v>
                </c:pt>
                <c:pt idx="148">
                  <c:v>6.4362421725855263</c:v>
                </c:pt>
                <c:pt idx="149">
                  <c:v>6.4325331727475312</c:v>
                </c:pt>
                <c:pt idx="150">
                  <c:v>6.4255917534980842</c:v>
                </c:pt>
                <c:pt idx="151">
                  <c:v>6.4204637471635042</c:v>
                </c:pt>
                <c:pt idx="152">
                  <c:v>6.4292420215047947</c:v>
                </c:pt>
                <c:pt idx="153">
                  <c:v>6.4426190872985067</c:v>
                </c:pt>
                <c:pt idx="154">
                  <c:v>6.4404394869318011</c:v>
                </c:pt>
                <c:pt idx="155">
                  <c:v>6.4321925938010258</c:v>
                </c:pt>
                <c:pt idx="156">
                  <c:v>6.4350838058653803</c:v>
                </c:pt>
                <c:pt idx="157">
                  <c:v>6.4393230222466284</c:v>
                </c:pt>
                <c:pt idx="158">
                  <c:v>6.4459357289261661</c:v>
                </c:pt>
                <c:pt idx="159">
                  <c:v>6.4433896717930805</c:v>
                </c:pt>
                <c:pt idx="160">
                  <c:v>6.435147175104043</c:v>
                </c:pt>
                <c:pt idx="161">
                  <c:v>6.427903022688116</c:v>
                </c:pt>
                <c:pt idx="162">
                  <c:v>6.4332608629956685</c:v>
                </c:pt>
                <c:pt idx="163">
                  <c:v>6.4350996717991285</c:v>
                </c:pt>
                <c:pt idx="164">
                  <c:v>6.4373203001097599</c:v>
                </c:pt>
                <c:pt idx="165">
                  <c:v>6.4397294745845324</c:v>
                </c:pt>
                <c:pt idx="166">
                  <c:v>6.4428849621716076</c:v>
                </c:pt>
                <c:pt idx="167">
                  <c:v>6.4451076906631659</c:v>
                </c:pt>
                <c:pt idx="168">
                  <c:v>6.4465371602658514</c:v>
                </c:pt>
                <c:pt idx="169">
                  <c:v>6.4473237193649515</c:v>
                </c:pt>
                <c:pt idx="170">
                  <c:v>6.4574771042952968</c:v>
                </c:pt>
                <c:pt idx="171">
                  <c:v>6.4653793740366572</c:v>
                </c:pt>
                <c:pt idx="172">
                  <c:v>6.4666237820273578</c:v>
                </c:pt>
                <c:pt idx="173">
                  <c:v>6.4684107926677203</c:v>
                </c:pt>
                <c:pt idx="174">
                  <c:v>6.4687916695740038</c:v>
                </c:pt>
                <c:pt idx="175">
                  <c:v>6.4713457541702937</c:v>
                </c:pt>
                <c:pt idx="176">
                  <c:v>6.4680991721214358</c:v>
                </c:pt>
                <c:pt idx="177">
                  <c:v>6.4755505337266097</c:v>
                </c:pt>
                <c:pt idx="178">
                  <c:v>6.4819247647438276</c:v>
                </c:pt>
                <c:pt idx="179">
                  <c:v>6.4860719913105713</c:v>
                </c:pt>
                <c:pt idx="180">
                  <c:v>6.4900881136695601</c:v>
                </c:pt>
                <c:pt idx="181">
                  <c:v>6.4927132122575806</c:v>
                </c:pt>
                <c:pt idx="182">
                  <c:v>6.4950867521664426</c:v>
                </c:pt>
                <c:pt idx="183">
                  <c:v>6.5054216078482456</c:v>
                </c:pt>
                <c:pt idx="184">
                  <c:v>6.5107967102728175</c:v>
                </c:pt>
                <c:pt idx="185">
                  <c:v>6.5158594645293668</c:v>
                </c:pt>
                <c:pt idx="186">
                  <c:v>6.522720909172623</c:v>
                </c:pt>
                <c:pt idx="187">
                  <c:v>6.5244756871149416</c:v>
                </c:pt>
                <c:pt idx="188">
                  <c:v>6.5255579913769459</c:v>
                </c:pt>
                <c:pt idx="189">
                  <c:v>6.5272729013177857</c:v>
                </c:pt>
                <c:pt idx="190">
                  <c:v>6.520864566575197</c:v>
                </c:pt>
                <c:pt idx="191">
                  <c:v>6.5199920536146472</c:v>
                </c:pt>
                <c:pt idx="192">
                  <c:v>6.5211417904574889</c:v>
                </c:pt>
                <c:pt idx="193">
                  <c:v>6.5197301475873921</c:v>
                </c:pt>
                <c:pt idx="194">
                  <c:v>6.5235624651355799</c:v>
                </c:pt>
                <c:pt idx="195">
                  <c:v>6.5286262777510213</c:v>
                </c:pt>
                <c:pt idx="196">
                  <c:v>6.5327518174101105</c:v>
                </c:pt>
                <c:pt idx="197">
                  <c:v>6.5318088763350728</c:v>
                </c:pt>
                <c:pt idx="198">
                  <c:v>6.5274393849513617</c:v>
                </c:pt>
                <c:pt idx="199">
                  <c:v>6.5209369602133416</c:v>
                </c:pt>
                <c:pt idx="200">
                  <c:v>6.5119043112022688</c:v>
                </c:pt>
                <c:pt idx="201">
                  <c:v>6.5072372886750234</c:v>
                </c:pt>
                <c:pt idx="202">
                  <c:v>6.5080348093483638</c:v>
                </c:pt>
                <c:pt idx="203">
                  <c:v>6.5109258017087512</c:v>
                </c:pt>
                <c:pt idx="204">
                  <c:v>6.5165226964686429</c:v>
                </c:pt>
                <c:pt idx="205">
                  <c:v>6.5198033727932367</c:v>
                </c:pt>
                <c:pt idx="206">
                  <c:v>6.5272028228397181</c:v>
                </c:pt>
                <c:pt idx="207">
                  <c:v>6.5310131510919964</c:v>
                </c:pt>
                <c:pt idx="208">
                  <c:v>6.5311212548931152</c:v>
                </c:pt>
                <c:pt idx="209">
                  <c:v>6.5306839636780305</c:v>
                </c:pt>
                <c:pt idx="210">
                  <c:v>6.5302382339407083</c:v>
                </c:pt>
                <c:pt idx="211">
                  <c:v>6.5359193154806841</c:v>
                </c:pt>
                <c:pt idx="212">
                  <c:v>6.5415022436830537</c:v>
                </c:pt>
                <c:pt idx="213">
                  <c:v>6.5468483357344223</c:v>
                </c:pt>
                <c:pt idx="214">
                  <c:v>6.5531743358249877</c:v>
                </c:pt>
                <c:pt idx="215">
                  <c:v>6.5570661482623231</c:v>
                </c:pt>
                <c:pt idx="216">
                  <c:v>6.5614479808666859</c:v>
                </c:pt>
                <c:pt idx="217">
                  <c:v>6.5647910720170142</c:v>
                </c:pt>
                <c:pt idx="218">
                  <c:v>6.5640439273370106</c:v>
                </c:pt>
                <c:pt idx="219">
                  <c:v>6.5645306590317674</c:v>
                </c:pt>
                <c:pt idx="220">
                  <c:v>6.5562392959282594</c:v>
                </c:pt>
                <c:pt idx="221">
                  <c:v>6.5453414405640391</c:v>
                </c:pt>
                <c:pt idx="222">
                  <c:v>6.5423425050462933</c:v>
                </c:pt>
                <c:pt idx="223">
                  <c:v>6.5368001157693438</c:v>
                </c:pt>
                <c:pt idx="224">
                  <c:v>6.5280971644524168</c:v>
                </c:pt>
                <c:pt idx="225">
                  <c:v>6.5184487112099188</c:v>
                </c:pt>
                <c:pt idx="226">
                  <c:v>6.5065395183272612</c:v>
                </c:pt>
                <c:pt idx="227">
                  <c:v>6.4917192431645327</c:v>
                </c:pt>
                <c:pt idx="228">
                  <c:v>6.4763949482035379</c:v>
                </c:pt>
                <c:pt idx="229">
                  <c:v>6.4640279158789138</c:v>
                </c:pt>
                <c:pt idx="230">
                  <c:v>6.4525039420088879</c:v>
                </c:pt>
                <c:pt idx="231">
                  <c:v>6.4418357646986966</c:v>
                </c:pt>
                <c:pt idx="232">
                  <c:v>6.4406040097665365</c:v>
                </c:pt>
                <c:pt idx="233">
                  <c:v>6.4399200831310672</c:v>
                </c:pt>
                <c:pt idx="234">
                  <c:v>6.4391642211646536</c:v>
                </c:pt>
                <c:pt idx="235">
                  <c:v>6.4374336437323576</c:v>
                </c:pt>
                <c:pt idx="236">
                  <c:v>6.4340399757839926</c:v>
                </c:pt>
                <c:pt idx="237">
                  <c:v>6.429363813099263</c:v>
                </c:pt>
                <c:pt idx="238">
                  <c:v>6.433327159258142</c:v>
                </c:pt>
                <c:pt idx="239">
                  <c:v>6.4335766106691503</c:v>
                </c:pt>
                <c:pt idx="240">
                  <c:v>6.4361622901132574</c:v>
                </c:pt>
                <c:pt idx="241">
                  <c:v>6.4387940010819458</c:v>
                </c:pt>
                <c:pt idx="242">
                  <c:v>6.440369554923044</c:v>
                </c:pt>
                <c:pt idx="243">
                  <c:v>6.4468403895380622</c:v>
                </c:pt>
                <c:pt idx="244">
                  <c:v>6.4469890464390502</c:v>
                </c:pt>
                <c:pt idx="245">
                  <c:v>6.4535789842279581</c:v>
                </c:pt>
                <c:pt idx="246">
                  <c:v>6.4598543862588134</c:v>
                </c:pt>
                <c:pt idx="247">
                  <c:v>6.4711078691100345</c:v>
                </c:pt>
                <c:pt idx="248">
                  <c:v>6.4939134573886195</c:v>
                </c:pt>
                <c:pt idx="249">
                  <c:v>6.5217878051655029</c:v>
                </c:pt>
                <c:pt idx="250">
                  <c:v>6.5522431973415243</c:v>
                </c:pt>
                <c:pt idx="251">
                  <c:v>6.6283600003235561</c:v>
                </c:pt>
                <c:pt idx="252">
                  <c:v>6.6882784787179537</c:v>
                </c:pt>
                <c:pt idx="253">
                  <c:v>6.7425845366054977</c:v>
                </c:pt>
                <c:pt idx="254">
                  <c:v>6.8271354299473375</c:v>
                </c:pt>
                <c:pt idx="255">
                  <c:v>6.917076582925028</c:v>
                </c:pt>
                <c:pt idx="256">
                  <c:v>7.0410202368047798</c:v>
                </c:pt>
                <c:pt idx="257">
                  <c:v>7.162891548376793</c:v>
                </c:pt>
                <c:pt idx="258">
                  <c:v>7.2825312346278093</c:v>
                </c:pt>
                <c:pt idx="259">
                  <c:v>7.4</c:v>
                </c:pt>
                <c:pt idx="260">
                  <c:v>7.1990614170956873</c:v>
                </c:pt>
                <c:pt idx="261">
                  <c:v>6.8876041226707532</c:v>
                </c:pt>
                <c:pt idx="262">
                  <c:v>6.6376902655248591</c:v>
                </c:pt>
                <c:pt idx="263">
                  <c:v>6.5558393780115516</c:v>
                </c:pt>
                <c:pt idx="264">
                  <c:v>6.5172385250650011</c:v>
                </c:pt>
                <c:pt idx="265">
                  <c:v>6.4906962731479156</c:v>
                </c:pt>
                <c:pt idx="266">
                  <c:v>6.4877892447603864</c:v>
                </c:pt>
                <c:pt idx="267">
                  <c:v>6.4827566442826283</c:v>
                </c:pt>
                <c:pt idx="268">
                  <c:v>6.4766315528385299</c:v>
                </c:pt>
                <c:pt idx="269">
                  <c:v>6.4763982933736077</c:v>
                </c:pt>
                <c:pt idx="270">
                  <c:v>6.4825976164094623</c:v>
                </c:pt>
                <c:pt idx="271">
                  <c:v>6.4948413451983429</c:v>
                </c:pt>
                <c:pt idx="272">
                  <c:v>6.4984824021753207</c:v>
                </c:pt>
                <c:pt idx="273">
                  <c:v>6.5010939499896701</c:v>
                </c:pt>
                <c:pt idx="274">
                  <c:v>6.552672503616753</c:v>
                </c:pt>
                <c:pt idx="275">
                  <c:v>6.6206912829857405</c:v>
                </c:pt>
                <c:pt idx="276">
                  <c:v>6.7340374191857943</c:v>
                </c:pt>
                <c:pt idx="277">
                  <c:v>6.9372612635278132</c:v>
                </c:pt>
                <c:pt idx="278">
                  <c:v>7.3512463952485145</c:v>
                </c:pt>
                <c:pt idx="279">
                  <c:v>7.4494593789383723</c:v>
                </c:pt>
                <c:pt idx="280">
                  <c:v>7.2765760003362567</c:v>
                </c:pt>
                <c:pt idx="281">
                  <c:v>6.9494300850761812</c:v>
                </c:pt>
                <c:pt idx="282">
                  <c:v>6.6798845776471438</c:v>
                </c:pt>
                <c:pt idx="283">
                  <c:v>6.5453736921613483</c:v>
                </c:pt>
                <c:pt idx="284">
                  <c:v>6.4945596043914948</c:v>
                </c:pt>
                <c:pt idx="285">
                  <c:v>6.4546624555196335</c:v>
                </c:pt>
                <c:pt idx="286">
                  <c:v>6.4335568089632718</c:v>
                </c:pt>
                <c:pt idx="287">
                  <c:v>6.4249585217810639</c:v>
                </c:pt>
                <c:pt idx="288">
                  <c:v>6.4140821111776534</c:v>
                </c:pt>
                <c:pt idx="289">
                  <c:v>6.4250791132721456</c:v>
                </c:pt>
                <c:pt idx="290">
                  <c:v>6.431962840149934</c:v>
                </c:pt>
                <c:pt idx="291">
                  <c:v>6.427922016450375</c:v>
                </c:pt>
                <c:pt idx="292">
                  <c:v>6.4216266142713501</c:v>
                </c:pt>
                <c:pt idx="293">
                  <c:v>6.414342306821343</c:v>
                </c:pt>
                <c:pt idx="294">
                  <c:v>6.4117284532965506</c:v>
                </c:pt>
                <c:pt idx="295">
                  <c:v>6.416028098899405</c:v>
                </c:pt>
                <c:pt idx="296">
                  <c:v>6.4141224906405165</c:v>
                </c:pt>
                <c:pt idx="297">
                  <c:v>6.4187101468816934</c:v>
                </c:pt>
                <c:pt idx="298">
                  <c:v>6.4245963244367434</c:v>
                </c:pt>
                <c:pt idx="299">
                  <c:v>6.4329614206638679</c:v>
                </c:pt>
                <c:pt idx="300">
                  <c:v>6.4383988670419257</c:v>
                </c:pt>
                <c:pt idx="301">
                  <c:v>6.4415753375389997</c:v>
                </c:pt>
                <c:pt idx="302">
                  <c:v>6.4460964293843679</c:v>
                </c:pt>
                <c:pt idx="303">
                  <c:v>6.4277004343693891</c:v>
                </c:pt>
                <c:pt idx="304">
                  <c:v>6.4323491104342319</c:v>
                </c:pt>
                <c:pt idx="305">
                  <c:v>6.4411174319496025</c:v>
                </c:pt>
                <c:pt idx="306">
                  <c:v>6.4376650061834626</c:v>
                </c:pt>
                <c:pt idx="307">
                  <c:v>6.4315077529135678</c:v>
                </c:pt>
                <c:pt idx="308">
                  <c:v>6.4326340877403716</c:v>
                </c:pt>
                <c:pt idx="309">
                  <c:v>6.423245383646405</c:v>
                </c:pt>
                <c:pt idx="310">
                  <c:v>6.4105984567369729</c:v>
                </c:pt>
                <c:pt idx="311">
                  <c:v>6.4066185046199635</c:v>
                </c:pt>
                <c:pt idx="312">
                  <c:v>6.4077569550574323</c:v>
                </c:pt>
                <c:pt idx="313">
                  <c:v>6.4100429210833942</c:v>
                </c:pt>
                <c:pt idx="314">
                  <c:v>6.4129155917866667</c:v>
                </c:pt>
                <c:pt idx="315">
                  <c:v>6.4163068063740729</c:v>
                </c:pt>
                <c:pt idx="316">
                  <c:v>6.4216869123792995</c:v>
                </c:pt>
                <c:pt idx="317">
                  <c:v>6.4208912887197771</c:v>
                </c:pt>
                <c:pt idx="318">
                  <c:v>6.4258266997224913</c:v>
                </c:pt>
                <c:pt idx="319">
                  <c:v>6.4301871478074553</c:v>
                </c:pt>
                <c:pt idx="320">
                  <c:v>6.4358059350045176</c:v>
                </c:pt>
                <c:pt idx="321">
                  <c:v>6.4686786614133771</c:v>
                </c:pt>
                <c:pt idx="322">
                  <c:v>6.510963250604191</c:v>
                </c:pt>
                <c:pt idx="323">
                  <c:v>6.555885180382532</c:v>
                </c:pt>
                <c:pt idx="324">
                  <c:v>6.5594565085178616</c:v>
                </c:pt>
                <c:pt idx="325">
                  <c:v>6.5304316962763993</c:v>
                </c:pt>
                <c:pt idx="326">
                  <c:v>6.514102768311556</c:v>
                </c:pt>
                <c:pt idx="327">
                  <c:v>6.5134833165218069</c:v>
                </c:pt>
                <c:pt idx="328">
                  <c:v>6.5351082062351402</c:v>
                </c:pt>
                <c:pt idx="329">
                  <c:v>6.5724963216358727</c:v>
                </c:pt>
                <c:pt idx="330">
                  <c:v>6.6326894252634965</c:v>
                </c:pt>
                <c:pt idx="331">
                  <c:v>6.7170732679937837</c:v>
                </c:pt>
                <c:pt idx="332">
                  <c:v>6.7656102304599175</c:v>
                </c:pt>
                <c:pt idx="333">
                  <c:v>6.7632125561884635</c:v>
                </c:pt>
                <c:pt idx="334">
                  <c:v>6.7184145299975579</c:v>
                </c:pt>
                <c:pt idx="335">
                  <c:v>6.6451948994358725</c:v>
                </c:pt>
                <c:pt idx="336">
                  <c:v>6.575982177841035</c:v>
                </c:pt>
                <c:pt idx="337">
                  <c:v>6.521210243598687</c:v>
                </c:pt>
                <c:pt idx="338">
                  <c:v>6.4803336071962967</c:v>
                </c:pt>
                <c:pt idx="339">
                  <c:v>6.4586918498881207</c:v>
                </c:pt>
                <c:pt idx="340">
                  <c:v>6.4396936840996775</c:v>
                </c:pt>
                <c:pt idx="341">
                  <c:v>6.4285025877252897</c:v>
                </c:pt>
                <c:pt idx="342">
                  <c:v>6.4273156146037502</c:v>
                </c:pt>
                <c:pt idx="343">
                  <c:v>6.4217182024764545</c:v>
                </c:pt>
                <c:pt idx="344">
                  <c:v>6.4178058772483606</c:v>
                </c:pt>
                <c:pt idx="345">
                  <c:v>6.419530314781638</c:v>
                </c:pt>
                <c:pt idx="346">
                  <c:v>6.4174594477978468</c:v>
                </c:pt>
                <c:pt idx="347">
                  <c:v>6.4107190293287886</c:v>
                </c:pt>
                <c:pt idx="348">
                  <c:v>6.4121925566639684</c:v>
                </c:pt>
                <c:pt idx="349">
                  <c:v>6.4100302302263223</c:v>
                </c:pt>
                <c:pt idx="350">
                  <c:v>6.4063409647655698</c:v>
                </c:pt>
                <c:pt idx="351">
                  <c:v>6.4054915437549758</c:v>
                </c:pt>
                <c:pt idx="352">
                  <c:v>6.4093176617533363</c:v>
                </c:pt>
                <c:pt idx="353">
                  <c:v>6.4073645005789608</c:v>
                </c:pt>
                <c:pt idx="354">
                  <c:v>6.4068542144928342</c:v>
                </c:pt>
                <c:pt idx="355">
                  <c:v>6.409353717418516</c:v>
                </c:pt>
                <c:pt idx="356">
                  <c:v>6.4129659984913099</c:v>
                </c:pt>
                <c:pt idx="357">
                  <c:v>6.4125850294511046</c:v>
                </c:pt>
                <c:pt idx="358">
                  <c:v>6.4020117407779811</c:v>
                </c:pt>
                <c:pt idx="359">
                  <c:v>6.4010030918277723</c:v>
                </c:pt>
                <c:pt idx="360">
                  <c:v>6.4133279702256436</c:v>
                </c:pt>
                <c:pt idx="361">
                  <c:v>6.4171786200617831</c:v>
                </c:pt>
                <c:pt idx="362">
                  <c:v>6.4222903588532141</c:v>
                </c:pt>
                <c:pt idx="363">
                  <c:v>6.4230675321043726</c:v>
                </c:pt>
                <c:pt idx="364">
                  <c:v>6.4263689314740589</c:v>
                </c:pt>
                <c:pt idx="365">
                  <c:v>6.4283465081376088</c:v>
                </c:pt>
                <c:pt idx="366">
                  <c:v>6.4288589995318279</c:v>
                </c:pt>
                <c:pt idx="367">
                  <c:v>6.4268990440713498</c:v>
                </c:pt>
                <c:pt idx="368">
                  <c:v>6.423662551868091</c:v>
                </c:pt>
                <c:pt idx="369">
                  <c:v>6.4248729175560353</c:v>
                </c:pt>
                <c:pt idx="370">
                  <c:v>6.4227757699617642</c:v>
                </c:pt>
                <c:pt idx="371">
                  <c:v>6.4219134177190602</c:v>
                </c:pt>
                <c:pt idx="372">
                  <c:v>6.4190459939244908</c:v>
                </c:pt>
                <c:pt idx="373">
                  <c:v>6.4156964640305016</c:v>
                </c:pt>
                <c:pt idx="374">
                  <c:v>6.4109268539253819</c:v>
                </c:pt>
                <c:pt idx="375">
                  <c:v>6.4120070627312753</c:v>
                </c:pt>
                <c:pt idx="376">
                  <c:v>6.4122204189067658</c:v>
                </c:pt>
                <c:pt idx="377">
                  <c:v>6.4141072991743213</c:v>
                </c:pt>
                <c:pt idx="378">
                  <c:v>6.4133479219444443</c:v>
                </c:pt>
                <c:pt idx="379">
                  <c:v>6.4093960375997501</c:v>
                </c:pt>
                <c:pt idx="380">
                  <c:v>6.4123481566827767</c:v>
                </c:pt>
                <c:pt idx="381">
                  <c:v>6.4124651313268419</c:v>
                </c:pt>
                <c:pt idx="382">
                  <c:v>6.4041527345215581</c:v>
                </c:pt>
                <c:pt idx="383">
                  <c:v>6.4093305362876496</c:v>
                </c:pt>
                <c:pt idx="384">
                  <c:v>6.4098882122830947</c:v>
                </c:pt>
                <c:pt idx="385">
                  <c:v>6.4100387715133182</c:v>
                </c:pt>
                <c:pt idx="386">
                  <c:v>6.4116411008894225</c:v>
                </c:pt>
                <c:pt idx="387">
                  <c:v>6.4075934078973003</c:v>
                </c:pt>
                <c:pt idx="388">
                  <c:v>6.4040349067528179</c:v>
                </c:pt>
                <c:pt idx="389">
                  <c:v>6.4048243491711769</c:v>
                </c:pt>
                <c:pt idx="390">
                  <c:v>6.4012285703320266</c:v>
                </c:pt>
                <c:pt idx="391">
                  <c:v>6.4067781337260277</c:v>
                </c:pt>
                <c:pt idx="392">
                  <c:v>6.4051300651733634</c:v>
                </c:pt>
                <c:pt idx="393">
                  <c:v>6.407434566654385</c:v>
                </c:pt>
                <c:pt idx="394">
                  <c:v>6.4098488197162737</c:v>
                </c:pt>
                <c:pt idx="395">
                  <c:v>6.4119445628588458</c:v>
                </c:pt>
                <c:pt idx="396">
                  <c:v>6.4127911188588449</c:v>
                </c:pt>
                <c:pt idx="397">
                  <c:v>6.4165232265930516</c:v>
                </c:pt>
                <c:pt idx="398">
                  <c:v>6.4133225118814021</c:v>
                </c:pt>
                <c:pt idx="399">
                  <c:v>6.4115141627886008</c:v>
                </c:pt>
                <c:pt idx="400">
                  <c:v>6.4229361042466877</c:v>
                </c:pt>
                <c:pt idx="401">
                  <c:v>6.4282505258531755</c:v>
                </c:pt>
                <c:pt idx="402">
                  <c:v>6.4303822094935255</c:v>
                </c:pt>
                <c:pt idx="403">
                  <c:v>6.4331201768600872</c:v>
                </c:pt>
                <c:pt idx="404">
                  <c:v>6.4329696536565892</c:v>
                </c:pt>
                <c:pt idx="405">
                  <c:v>6.4364048929027744</c:v>
                </c:pt>
                <c:pt idx="406">
                  <c:v>6.439937697246914</c:v>
                </c:pt>
                <c:pt idx="407">
                  <c:v>6.4345967505206945</c:v>
                </c:pt>
                <c:pt idx="408">
                  <c:v>6.4353472096594606</c:v>
                </c:pt>
                <c:pt idx="409">
                  <c:v>6.4290853702143185</c:v>
                </c:pt>
                <c:pt idx="410">
                  <c:v>6.4194637881843608</c:v>
                </c:pt>
                <c:pt idx="411">
                  <c:v>6.4172095924150296</c:v>
                </c:pt>
                <c:pt idx="412">
                  <c:v>6.4193851648756848</c:v>
                </c:pt>
                <c:pt idx="413">
                  <c:v>6.4127233531784444</c:v>
                </c:pt>
                <c:pt idx="414">
                  <c:v>6.4129395938543974</c:v>
                </c:pt>
                <c:pt idx="415">
                  <c:v>6.4110872602637574</c:v>
                </c:pt>
                <c:pt idx="416">
                  <c:v>6.4014962705346194</c:v>
                </c:pt>
                <c:pt idx="417">
                  <c:v>6.4065570300327108</c:v>
                </c:pt>
                <c:pt idx="418">
                  <c:v>6.4078850401074554</c:v>
                </c:pt>
                <c:pt idx="419">
                  <c:v>6.4067833635072713</c:v>
                </c:pt>
                <c:pt idx="420">
                  <c:v>6.4096602068141006</c:v>
                </c:pt>
                <c:pt idx="421">
                  <c:v>6.4118533975248164</c:v>
                </c:pt>
                <c:pt idx="422">
                  <c:v>6.4077052679275228</c:v>
                </c:pt>
                <c:pt idx="423">
                  <c:v>6.3972485261549217</c:v>
                </c:pt>
                <c:pt idx="424">
                  <c:v>6.4028404763943634</c:v>
                </c:pt>
                <c:pt idx="425">
                  <c:v>6.4063151294690437</c:v>
                </c:pt>
                <c:pt idx="426">
                  <c:v>6.3987464466840462</c:v>
                </c:pt>
                <c:pt idx="427">
                  <c:v>6.4022006204846349</c:v>
                </c:pt>
                <c:pt idx="428">
                  <c:v>6.4107659975482365</c:v>
                </c:pt>
                <c:pt idx="429">
                  <c:v>6.4330850124134162</c:v>
                </c:pt>
                <c:pt idx="430">
                  <c:v>6.440702219801941</c:v>
                </c:pt>
                <c:pt idx="431">
                  <c:v>6.4387906110261195</c:v>
                </c:pt>
                <c:pt idx="432">
                  <c:v>6.4215467317990811</c:v>
                </c:pt>
                <c:pt idx="433">
                  <c:v>6.4111467563341087</c:v>
                </c:pt>
                <c:pt idx="434">
                  <c:v>6.3910211577896314</c:v>
                </c:pt>
                <c:pt idx="435">
                  <c:v>6.3355464632027134</c:v>
                </c:pt>
                <c:pt idx="436">
                  <c:v>6.3452385737495094</c:v>
                </c:pt>
                <c:pt idx="437">
                  <c:v>6.4009821202130386</c:v>
                </c:pt>
                <c:pt idx="438">
                  <c:v>6.4111680321827285</c:v>
                </c:pt>
                <c:pt idx="439">
                  <c:v>6.4043332059743303</c:v>
                </c:pt>
                <c:pt idx="440">
                  <c:v>6.4227754770231424</c:v>
                </c:pt>
                <c:pt idx="441">
                  <c:v>6.459733931787409</c:v>
                </c:pt>
                <c:pt idx="442">
                  <c:v>6.4404567419615946</c:v>
                </c:pt>
                <c:pt idx="443">
                  <c:v>6.4358513121420149</c:v>
                </c:pt>
                <c:pt idx="444">
                  <c:v>6.4286739851680075</c:v>
                </c:pt>
                <c:pt idx="445">
                  <c:v>6.3919085072645379</c:v>
                </c:pt>
                <c:pt idx="446">
                  <c:v>6.3865195056110791</c:v>
                </c:pt>
                <c:pt idx="447">
                  <c:v>6.392392000688198</c:v>
                </c:pt>
                <c:pt idx="448">
                  <c:v>6.4161264199679975</c:v>
                </c:pt>
                <c:pt idx="449">
                  <c:v>6.4198767265140901</c:v>
                </c:pt>
                <c:pt idx="450">
                  <c:v>6.4253880950084241</c:v>
                </c:pt>
                <c:pt idx="451">
                  <c:v>6.431952965283485</c:v>
                </c:pt>
                <c:pt idx="452">
                  <c:v>6.4066933457130455</c:v>
                </c:pt>
                <c:pt idx="453">
                  <c:v>6.404541123886049</c:v>
                </c:pt>
                <c:pt idx="454">
                  <c:v>6.4088071624598673</c:v>
                </c:pt>
                <c:pt idx="455">
                  <c:v>6.4041576394716691</c:v>
                </c:pt>
                <c:pt idx="456">
                  <c:v>6.3941250598303512</c:v>
                </c:pt>
                <c:pt idx="457">
                  <c:v>6.406800296068341</c:v>
                </c:pt>
                <c:pt idx="458">
                  <c:v>6.4031971011129443</c:v>
                </c:pt>
                <c:pt idx="459">
                  <c:v>6.4090792043996814</c:v>
                </c:pt>
                <c:pt idx="460">
                  <c:v>6.4141323454264949</c:v>
                </c:pt>
                <c:pt idx="461">
                  <c:v>6.4039303855437968</c:v>
                </c:pt>
                <c:pt idx="462">
                  <c:v>6.4055044425039736</c:v>
                </c:pt>
                <c:pt idx="463">
                  <c:v>6.409444424445347</c:v>
                </c:pt>
                <c:pt idx="464">
                  <c:v>6.4043462819039458</c:v>
                </c:pt>
                <c:pt idx="465">
                  <c:v>6.4055487075377915</c:v>
                </c:pt>
                <c:pt idx="466">
                  <c:v>6.4044745258259228</c:v>
                </c:pt>
                <c:pt idx="467">
                  <c:v>6.4034894426361735</c:v>
                </c:pt>
                <c:pt idx="468">
                  <c:v>6.4062433766341345</c:v>
                </c:pt>
                <c:pt idx="469">
                  <c:v>6.3965910369347787</c:v>
                </c:pt>
                <c:pt idx="470">
                  <c:v>6.3936711484826878</c:v>
                </c:pt>
                <c:pt idx="471">
                  <c:v>6.398376810854427</c:v>
                </c:pt>
                <c:pt idx="472">
                  <c:v>6.3984537556720484</c:v>
                </c:pt>
                <c:pt idx="473">
                  <c:v>6.4058045835180106</c:v>
                </c:pt>
                <c:pt idx="474">
                  <c:v>6.4027966770502704</c:v>
                </c:pt>
                <c:pt idx="475">
                  <c:v>6.4040075477029763</c:v>
                </c:pt>
                <c:pt idx="476">
                  <c:v>6.4056568261039617</c:v>
                </c:pt>
                <c:pt idx="477">
                  <c:v>6.4172146987604428</c:v>
                </c:pt>
                <c:pt idx="478">
                  <c:v>6.4132903677736675</c:v>
                </c:pt>
                <c:pt idx="479">
                  <c:v>6.4035443343728629</c:v>
                </c:pt>
                <c:pt idx="480">
                  <c:v>6.4004602615010162</c:v>
                </c:pt>
                <c:pt idx="481">
                  <c:v>6.4105268356063236</c:v>
                </c:pt>
                <c:pt idx="482">
                  <c:v>6.4135048638111343</c:v>
                </c:pt>
                <c:pt idx="483">
                  <c:v>6.4123669909824805</c:v>
                </c:pt>
                <c:pt idx="484">
                  <c:v>6.417160596068106</c:v>
                </c:pt>
                <c:pt idx="485">
                  <c:v>6.4210230425897983</c:v>
                </c:pt>
                <c:pt idx="486">
                  <c:v>6.4187834157920909</c:v>
                </c:pt>
                <c:pt idx="487">
                  <c:v>6.4167552493372595</c:v>
                </c:pt>
                <c:pt idx="488">
                  <c:v>6.4197615508439014</c:v>
                </c:pt>
                <c:pt idx="489">
                  <c:v>6.4186534396342712</c:v>
                </c:pt>
                <c:pt idx="490">
                  <c:v>6.415371502964879</c:v>
                </c:pt>
                <c:pt idx="491">
                  <c:v>6.4172343244669072</c:v>
                </c:pt>
                <c:pt idx="492">
                  <c:v>6.4171507483693526</c:v>
                </c:pt>
                <c:pt idx="493">
                  <c:v>6.4197195661246385</c:v>
                </c:pt>
                <c:pt idx="494">
                  <c:v>6.4174891952424202</c:v>
                </c:pt>
                <c:pt idx="495">
                  <c:v>6.4186392462855579</c:v>
                </c:pt>
                <c:pt idx="496">
                  <c:v>6.42574520845021</c:v>
                </c:pt>
                <c:pt idx="497">
                  <c:v>6.4318900779761039</c:v>
                </c:pt>
                <c:pt idx="498">
                  <c:v>6.423277297419336</c:v>
                </c:pt>
                <c:pt idx="499">
                  <c:v>6.4165682245640268</c:v>
                </c:pt>
                <c:pt idx="500">
                  <c:v>6.425124818784389</c:v>
                </c:pt>
                <c:pt idx="501">
                  <c:v>6.4267817906631128</c:v>
                </c:pt>
                <c:pt idx="502">
                  <c:v>6.4290685049818848</c:v>
                </c:pt>
                <c:pt idx="503">
                  <c:v>6.4345945274945393</c:v>
                </c:pt>
                <c:pt idx="504">
                  <c:v>6.4425529209684864</c:v>
                </c:pt>
                <c:pt idx="505">
                  <c:v>6.4474315160529994</c:v>
                </c:pt>
                <c:pt idx="506">
                  <c:v>6.4517448955161649</c:v>
                </c:pt>
                <c:pt idx="507">
                  <c:v>6.4678833519541508</c:v>
                </c:pt>
                <c:pt idx="508">
                  <c:v>6.4953865795707859</c:v>
                </c:pt>
                <c:pt idx="509">
                  <c:v>6.5290010596440426</c:v>
                </c:pt>
                <c:pt idx="510">
                  <c:v>6.575179658311856</c:v>
                </c:pt>
                <c:pt idx="511">
                  <c:v>6.6274555192546867</c:v>
                </c:pt>
                <c:pt idx="512">
                  <c:v>6.6599781698359104</c:v>
                </c:pt>
                <c:pt idx="513">
                  <c:v>6.6866753484854549</c:v>
                </c:pt>
                <c:pt idx="514">
                  <c:v>6.6998511229225652</c:v>
                </c:pt>
                <c:pt idx="515">
                  <c:v>6.7047349200300248</c:v>
                </c:pt>
                <c:pt idx="516">
                  <c:v>6.6901268080266245</c:v>
                </c:pt>
                <c:pt idx="517">
                  <c:v>6.6689692499115711</c:v>
                </c:pt>
                <c:pt idx="518">
                  <c:v>6.6438077311151549</c:v>
                </c:pt>
                <c:pt idx="519">
                  <c:v>6.6145176109785693</c:v>
                </c:pt>
                <c:pt idx="520">
                  <c:v>6.5919035053375694</c:v>
                </c:pt>
                <c:pt idx="521">
                  <c:v>6.5765795269392786</c:v>
                </c:pt>
                <c:pt idx="522">
                  <c:v>6.5563054811575459</c:v>
                </c:pt>
                <c:pt idx="523">
                  <c:v>6.53770614657802</c:v>
                </c:pt>
                <c:pt idx="524">
                  <c:v>6.5357212228248409</c:v>
                </c:pt>
                <c:pt idx="525">
                  <c:v>6.5376802829325955</c:v>
                </c:pt>
                <c:pt idx="526">
                  <c:v>6.549397780560926</c:v>
                </c:pt>
                <c:pt idx="527">
                  <c:v>6.5563513969241223</c:v>
                </c:pt>
                <c:pt idx="528">
                  <c:v>6.5655481388116312</c:v>
                </c:pt>
                <c:pt idx="529">
                  <c:v>6.5722596083301017</c:v>
                </c:pt>
                <c:pt idx="530">
                  <c:v>6.580088175659152</c:v>
                </c:pt>
                <c:pt idx="531">
                  <c:v>6.5856425754196</c:v>
                </c:pt>
                <c:pt idx="532">
                  <c:v>6.5972598974888701</c:v>
                </c:pt>
                <c:pt idx="533">
                  <c:v>6.6150721532394821</c:v>
                </c:pt>
                <c:pt idx="534">
                  <c:v>6.6363716448416685</c:v>
                </c:pt>
                <c:pt idx="535">
                  <c:v>6.6495862005724673</c:v>
                </c:pt>
                <c:pt idx="536">
                  <c:v>6.6635835827973446</c:v>
                </c:pt>
                <c:pt idx="537">
                  <c:v>6.6860681906681929</c:v>
                </c:pt>
                <c:pt idx="538">
                  <c:v>6.7075832094990435</c:v>
                </c:pt>
                <c:pt idx="539">
                  <c:v>6.7415389536171952</c:v>
                </c:pt>
                <c:pt idx="540">
                  <c:v>6.7940718067781392</c:v>
                </c:pt>
                <c:pt idx="541">
                  <c:v>6.8471312312864203</c:v>
                </c:pt>
                <c:pt idx="542">
                  <c:v>6.8980865627202013</c:v>
                </c:pt>
                <c:pt idx="543">
                  <c:v>6.9443200259570093</c:v>
                </c:pt>
                <c:pt idx="544">
                  <c:v>7.0069343901399659</c:v>
                </c:pt>
                <c:pt idx="545">
                  <c:v>7.0552288561249554</c:v>
                </c:pt>
                <c:pt idx="546">
                  <c:v>7.0935464374241155</c:v>
                </c:pt>
                <c:pt idx="547">
                  <c:v>7.1715958698904982</c:v>
                </c:pt>
                <c:pt idx="548">
                  <c:v>7.2246352233783631</c:v>
                </c:pt>
                <c:pt idx="549">
                  <c:v>7.2769289630267622</c:v>
                </c:pt>
                <c:pt idx="550">
                  <c:v>7.3166451656017948</c:v>
                </c:pt>
                <c:pt idx="551">
                  <c:v>7.3329903091368047</c:v>
                </c:pt>
                <c:pt idx="552">
                  <c:v>7.3443407546718795</c:v>
                </c:pt>
                <c:pt idx="553">
                  <c:v>7.3162755715572718</c:v>
                </c:pt>
                <c:pt idx="554">
                  <c:v>7.2756056364263548</c:v>
                </c:pt>
                <c:pt idx="555">
                  <c:v>7.2243980753894768</c:v>
                </c:pt>
                <c:pt idx="556">
                  <c:v>7.1683706723610436</c:v>
                </c:pt>
                <c:pt idx="557">
                  <c:v>7.117577761218663</c:v>
                </c:pt>
                <c:pt idx="558">
                  <c:v>7.0290286525723005</c:v>
                </c:pt>
                <c:pt idx="559">
                  <c:v>6.9396518316752775</c:v>
                </c:pt>
                <c:pt idx="560">
                  <c:v>6.8602582456174304</c:v>
                </c:pt>
                <c:pt idx="561">
                  <c:v>6.8108514822354103</c:v>
                </c:pt>
                <c:pt idx="562">
                  <c:v>6.765410200629316</c:v>
                </c:pt>
                <c:pt idx="563">
                  <c:v>6.7187410337157623</c:v>
                </c:pt>
                <c:pt idx="564">
                  <c:v>6.6710186296112042</c:v>
                </c:pt>
                <c:pt idx="565">
                  <c:v>6.6107567515548622</c:v>
                </c:pt>
                <c:pt idx="566">
                  <c:v>6.5657201599301249</c:v>
                </c:pt>
                <c:pt idx="567">
                  <c:v>6.5429531781270187</c:v>
                </c:pt>
                <c:pt idx="568">
                  <c:v>6.5393505811562074</c:v>
                </c:pt>
                <c:pt idx="569">
                  <c:v>6.497102784111342</c:v>
                </c:pt>
                <c:pt idx="570">
                  <c:v>6.4857069992373013</c:v>
                </c:pt>
                <c:pt idx="571">
                  <c:v>6.484170706258765</c:v>
                </c:pt>
                <c:pt idx="572">
                  <c:v>6.5028525172348077</c:v>
                </c:pt>
                <c:pt idx="573">
                  <c:v>6.4892579445143257</c:v>
                </c:pt>
                <c:pt idx="574">
                  <c:v>6.4527757370770411</c:v>
                </c:pt>
                <c:pt idx="575">
                  <c:v>6.4332885527826642</c:v>
                </c:pt>
                <c:pt idx="576">
                  <c:v>6.4612007983125528</c:v>
                </c:pt>
                <c:pt idx="577">
                  <c:v>6.4887388383770315</c:v>
                </c:pt>
                <c:pt idx="578">
                  <c:v>6.4232430047013063</c:v>
                </c:pt>
                <c:pt idx="579">
                  <c:v>6.4312543444687558</c:v>
                </c:pt>
                <c:pt idx="580">
                  <c:v>6.4096918229235929</c:v>
                </c:pt>
                <c:pt idx="581">
                  <c:v>6.351287156240307</c:v>
                </c:pt>
                <c:pt idx="582">
                  <c:v>6.2046902232661001</c:v>
                </c:pt>
                <c:pt idx="583">
                  <c:v>6.2852669128207861</c:v>
                </c:pt>
                <c:pt idx="584">
                  <c:v>6.360752104697851</c:v>
                </c:pt>
                <c:pt idx="585">
                  <c:v>6.3636518899417123</c:v>
                </c:pt>
                <c:pt idx="586">
                  <c:v>6.2192264235626373</c:v>
                </c:pt>
                <c:pt idx="587">
                  <c:v>6.1458370019958375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8-37F8-4EA4-8385-84A4706AD5FD}"/>
            </c:ext>
          </c:extLst>
        </c:ser>
        <c:ser>
          <c:idx val="9"/>
          <c:order val="9"/>
          <c:tx>
            <c:strRef>
              <c:f>'Fully separated 0.5%'!$K$1</c:f>
              <c:strCache>
                <c:ptCount val="1"/>
                <c:pt idx="0">
                  <c:v>D_10/O-PTIR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0.5%'!$A$2:$A$589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0.5%'!$K$2:$K$589</c:f>
              <c:numCache>
                <c:formatCode>General</c:formatCode>
                <c:ptCount val="588"/>
                <c:pt idx="0">
                  <c:v>6.2646141486303302</c:v>
                </c:pt>
                <c:pt idx="1">
                  <c:v>6.1492605060853629</c:v>
                </c:pt>
                <c:pt idx="2">
                  <c:v>6.2217506809672152</c:v>
                </c:pt>
                <c:pt idx="3">
                  <c:v>6.2133056070791142</c:v>
                </c:pt>
                <c:pt idx="4">
                  <c:v>6.2296930358394507</c:v>
                </c:pt>
                <c:pt idx="5">
                  <c:v>6.2138499060108776</c:v>
                </c:pt>
                <c:pt idx="6">
                  <c:v>6.20218856306996</c:v>
                </c:pt>
                <c:pt idx="7">
                  <c:v>6.2204970695127919</c:v>
                </c:pt>
                <c:pt idx="8">
                  <c:v>6.2202924475351518</c:v>
                </c:pt>
                <c:pt idx="9">
                  <c:v>6.1706023745327219</c:v>
                </c:pt>
                <c:pt idx="10">
                  <c:v>6.2371063410611143</c:v>
                </c:pt>
                <c:pt idx="11">
                  <c:v>6.2167410319270164</c:v>
                </c:pt>
                <c:pt idx="12">
                  <c:v>6.2136639965642475</c:v>
                </c:pt>
                <c:pt idx="13">
                  <c:v>6.2221292537859423</c:v>
                </c:pt>
                <c:pt idx="14">
                  <c:v>6.2441299555038947</c:v>
                </c:pt>
                <c:pt idx="15">
                  <c:v>6.2567500901360118</c:v>
                </c:pt>
                <c:pt idx="16">
                  <c:v>6.2277295104675332</c:v>
                </c:pt>
                <c:pt idx="17">
                  <c:v>6.2091022814315719</c:v>
                </c:pt>
                <c:pt idx="18">
                  <c:v>6.2157964328270632</c:v>
                </c:pt>
                <c:pt idx="19">
                  <c:v>6.2257126779804484</c:v>
                </c:pt>
                <c:pt idx="20">
                  <c:v>6.231237339331356</c:v>
                </c:pt>
                <c:pt idx="21">
                  <c:v>6.2448924091044526</c:v>
                </c:pt>
                <c:pt idx="22">
                  <c:v>6.261464209832452</c:v>
                </c:pt>
                <c:pt idx="23">
                  <c:v>6.2690598998040645</c:v>
                </c:pt>
                <c:pt idx="24">
                  <c:v>6.2704153862360528</c:v>
                </c:pt>
                <c:pt idx="25">
                  <c:v>6.2616478182901512</c:v>
                </c:pt>
                <c:pt idx="26">
                  <c:v>6.2519757002181251</c:v>
                </c:pt>
                <c:pt idx="27">
                  <c:v>6.2479562229325261</c:v>
                </c:pt>
                <c:pt idx="28">
                  <c:v>6.2444855210480661</c:v>
                </c:pt>
                <c:pt idx="29">
                  <c:v>6.2452575289822105</c:v>
                </c:pt>
                <c:pt idx="30">
                  <c:v>6.2528058499589543</c:v>
                </c:pt>
                <c:pt idx="31">
                  <c:v>6.2700321879066214</c:v>
                </c:pt>
                <c:pt idx="32">
                  <c:v>6.2880668894135514</c:v>
                </c:pt>
                <c:pt idx="33">
                  <c:v>6.2941143171463922</c:v>
                </c:pt>
                <c:pt idx="34">
                  <c:v>6.2973864175384557</c:v>
                </c:pt>
                <c:pt idx="35">
                  <c:v>6.295601843736411</c:v>
                </c:pt>
                <c:pt idx="36">
                  <c:v>6.2986032955349183</c:v>
                </c:pt>
                <c:pt idx="37">
                  <c:v>6.3013833189849242</c:v>
                </c:pt>
                <c:pt idx="38">
                  <c:v>6.3022769184955418</c:v>
                </c:pt>
                <c:pt idx="39">
                  <c:v>6.2972331298394506</c:v>
                </c:pt>
                <c:pt idx="40">
                  <c:v>6.2913398056107814</c:v>
                </c:pt>
                <c:pt idx="41">
                  <c:v>6.2789047332430066</c:v>
                </c:pt>
                <c:pt idx="42">
                  <c:v>6.2515825448820443</c:v>
                </c:pt>
                <c:pt idx="43">
                  <c:v>6.2051624804635583</c:v>
                </c:pt>
                <c:pt idx="44">
                  <c:v>6.2501539392972347</c:v>
                </c:pt>
                <c:pt idx="45">
                  <c:v>6.2377639898453596</c:v>
                </c:pt>
                <c:pt idx="46">
                  <c:v>6.2519847682063237</c:v>
                </c:pt>
                <c:pt idx="47">
                  <c:v>6.2754238913186864</c:v>
                </c:pt>
                <c:pt idx="48">
                  <c:v>6.2303301012317993</c:v>
                </c:pt>
                <c:pt idx="49">
                  <c:v>6.2465282867263143</c:v>
                </c:pt>
                <c:pt idx="50">
                  <c:v>6.2249653716854363</c:v>
                </c:pt>
                <c:pt idx="51">
                  <c:v>6.2131455667620221</c:v>
                </c:pt>
                <c:pt idx="52">
                  <c:v>6.242582799308666</c:v>
                </c:pt>
                <c:pt idx="53">
                  <c:v>6.2591926317230397</c:v>
                </c:pt>
                <c:pt idx="54">
                  <c:v>6.265191137293483</c:v>
                </c:pt>
                <c:pt idx="55">
                  <c:v>6.2624621487320757</c:v>
                </c:pt>
                <c:pt idx="56">
                  <c:v>6.264546138718841</c:v>
                </c:pt>
                <c:pt idx="57">
                  <c:v>6.2624589273475717</c:v>
                </c:pt>
                <c:pt idx="58">
                  <c:v>6.2651143156402904</c:v>
                </c:pt>
                <c:pt idx="59">
                  <c:v>6.2604306578995921</c:v>
                </c:pt>
                <c:pt idx="60">
                  <c:v>6.2549029398940696</c:v>
                </c:pt>
                <c:pt idx="61">
                  <c:v>6.2443934448841611</c:v>
                </c:pt>
                <c:pt idx="62">
                  <c:v>6.2409912157237368</c:v>
                </c:pt>
                <c:pt idx="63">
                  <c:v>6.2381371631843781</c:v>
                </c:pt>
                <c:pt idx="64">
                  <c:v>6.2123526054474203</c:v>
                </c:pt>
                <c:pt idx="65">
                  <c:v>6.2225453327242546</c:v>
                </c:pt>
                <c:pt idx="66">
                  <c:v>6.2559081739745102</c:v>
                </c:pt>
                <c:pt idx="67">
                  <c:v>6.2773163501245</c:v>
                </c:pt>
                <c:pt idx="68">
                  <c:v>6.2868321369167068</c:v>
                </c:pt>
                <c:pt idx="69">
                  <c:v>6.2816306259283969</c:v>
                </c:pt>
                <c:pt idx="70">
                  <c:v>6.2614102045763236</c:v>
                </c:pt>
                <c:pt idx="71">
                  <c:v>6.2303525515624427</c:v>
                </c:pt>
                <c:pt idx="72">
                  <c:v>6.2015455124916299</c:v>
                </c:pt>
                <c:pt idx="73">
                  <c:v>6.2182934254868245</c:v>
                </c:pt>
                <c:pt idx="74">
                  <c:v>6.2283377638177946</c:v>
                </c:pt>
                <c:pt idx="75">
                  <c:v>6.2365583971537015</c:v>
                </c:pt>
                <c:pt idx="76">
                  <c:v>6.2396105596105489</c:v>
                </c:pt>
                <c:pt idx="77">
                  <c:v>6.2429403416115106</c:v>
                </c:pt>
                <c:pt idx="78">
                  <c:v>6.2469140109140504</c:v>
                </c:pt>
                <c:pt idx="79">
                  <c:v>6.246557169366926</c:v>
                </c:pt>
                <c:pt idx="80">
                  <c:v>6.2460207147156108</c:v>
                </c:pt>
                <c:pt idx="81">
                  <c:v>6.2461226799024017</c:v>
                </c:pt>
                <c:pt idx="82">
                  <c:v>6.2416127991212402</c:v>
                </c:pt>
                <c:pt idx="83">
                  <c:v>6.2385943252341596</c:v>
                </c:pt>
                <c:pt idx="84">
                  <c:v>6.2399267259487878</c:v>
                </c:pt>
                <c:pt idx="85">
                  <c:v>6.2422671167010551</c:v>
                </c:pt>
                <c:pt idx="86">
                  <c:v>6.2457989203006878</c:v>
                </c:pt>
                <c:pt idx="87">
                  <c:v>6.2407616214792885</c:v>
                </c:pt>
                <c:pt idx="88">
                  <c:v>6.2355401128053547</c:v>
                </c:pt>
                <c:pt idx="89">
                  <c:v>6.2396635791021007</c:v>
                </c:pt>
                <c:pt idx="90">
                  <c:v>6.238739789570797</c:v>
                </c:pt>
                <c:pt idx="91">
                  <c:v>6.2257484322107324</c:v>
                </c:pt>
                <c:pt idx="92">
                  <c:v>6.2205750076685691</c:v>
                </c:pt>
                <c:pt idx="93">
                  <c:v>6.2126998377509954</c:v>
                </c:pt>
                <c:pt idx="94">
                  <c:v>6.2040886690686765</c:v>
                </c:pt>
                <c:pt idx="95">
                  <c:v>6.202649677329708</c:v>
                </c:pt>
                <c:pt idx="96">
                  <c:v>6.2023977522164699</c:v>
                </c:pt>
                <c:pt idx="97">
                  <c:v>6.2035618514427373</c:v>
                </c:pt>
                <c:pt idx="98">
                  <c:v>6.2023801749816316</c:v>
                </c:pt>
                <c:pt idx="99">
                  <c:v>6.2034859322086406</c:v>
                </c:pt>
                <c:pt idx="100">
                  <c:v>6.2013718415933017</c:v>
                </c:pt>
                <c:pt idx="101">
                  <c:v>6.2021469555356585</c:v>
                </c:pt>
                <c:pt idx="102">
                  <c:v>6.1999028359724697</c:v>
                </c:pt>
                <c:pt idx="103">
                  <c:v>6.205296035221405</c:v>
                </c:pt>
                <c:pt idx="104">
                  <c:v>6.2183512352189698</c:v>
                </c:pt>
                <c:pt idx="105">
                  <c:v>6.2310477718352768</c:v>
                </c:pt>
                <c:pt idx="106">
                  <c:v>6.2432204556368083</c:v>
                </c:pt>
                <c:pt idx="107">
                  <c:v>6.2561547353975691</c:v>
                </c:pt>
                <c:pt idx="108">
                  <c:v>6.2674073243238881</c:v>
                </c:pt>
                <c:pt idx="109">
                  <c:v>6.2626066246893775</c:v>
                </c:pt>
                <c:pt idx="110">
                  <c:v>6.259948710538354</c:v>
                </c:pt>
                <c:pt idx="111">
                  <c:v>6.2535166829646407</c:v>
                </c:pt>
                <c:pt idx="112">
                  <c:v>6.2516248307831823</c:v>
                </c:pt>
                <c:pt idx="113">
                  <c:v>6.2554793585395094</c:v>
                </c:pt>
                <c:pt idx="114">
                  <c:v>6.2592775486736558</c:v>
                </c:pt>
                <c:pt idx="115">
                  <c:v>6.2578383323921596</c:v>
                </c:pt>
                <c:pt idx="116">
                  <c:v>6.2523335249150662</c:v>
                </c:pt>
                <c:pt idx="117">
                  <c:v>6.2508759268697185</c:v>
                </c:pt>
                <c:pt idx="118">
                  <c:v>6.2448808623236323</c:v>
                </c:pt>
                <c:pt idx="119">
                  <c:v>6.2519364526682812</c:v>
                </c:pt>
                <c:pt idx="120">
                  <c:v>6.2677156150045565</c:v>
                </c:pt>
                <c:pt idx="121">
                  <c:v>6.2903763397089696</c:v>
                </c:pt>
                <c:pt idx="122">
                  <c:v>6.3010748714186473</c:v>
                </c:pt>
                <c:pt idx="123">
                  <c:v>6.3013147495147628</c:v>
                </c:pt>
                <c:pt idx="124">
                  <c:v>6.2914601264138215</c:v>
                </c:pt>
                <c:pt idx="125">
                  <c:v>6.2929516378983088</c:v>
                </c:pt>
                <c:pt idx="126">
                  <c:v>6.2923616434181717</c:v>
                </c:pt>
                <c:pt idx="127">
                  <c:v>6.2899409716850343</c:v>
                </c:pt>
                <c:pt idx="128">
                  <c:v>6.2892313780756588</c:v>
                </c:pt>
                <c:pt idx="129">
                  <c:v>6.2937897940347156</c:v>
                </c:pt>
                <c:pt idx="130">
                  <c:v>6.2782824255569416</c:v>
                </c:pt>
                <c:pt idx="131">
                  <c:v>6.2703818597814163</c:v>
                </c:pt>
                <c:pt idx="132">
                  <c:v>6.2544064335483185</c:v>
                </c:pt>
                <c:pt idx="133">
                  <c:v>6.2328021817642361</c:v>
                </c:pt>
                <c:pt idx="134">
                  <c:v>6.2267590108609188</c:v>
                </c:pt>
                <c:pt idx="135">
                  <c:v>6.2337382842010838</c:v>
                </c:pt>
                <c:pt idx="136">
                  <c:v>6.2402511157076965</c:v>
                </c:pt>
                <c:pt idx="137">
                  <c:v>6.229442005791296</c:v>
                </c:pt>
                <c:pt idx="138">
                  <c:v>6.2158399725056928</c:v>
                </c:pt>
                <c:pt idx="139">
                  <c:v>6.2136713257369465</c:v>
                </c:pt>
                <c:pt idx="140">
                  <c:v>6.211685998494902</c:v>
                </c:pt>
                <c:pt idx="141">
                  <c:v>6.2098616842607255</c:v>
                </c:pt>
                <c:pt idx="142">
                  <c:v>6.1995003056896483</c:v>
                </c:pt>
                <c:pt idx="143">
                  <c:v>6.2021036276526011</c:v>
                </c:pt>
                <c:pt idx="144">
                  <c:v>6.2143825418049943</c:v>
                </c:pt>
                <c:pt idx="145">
                  <c:v>6.217032852233503</c:v>
                </c:pt>
                <c:pt idx="146">
                  <c:v>6.1961618448911944</c:v>
                </c:pt>
                <c:pt idx="147">
                  <c:v>6.2040264887649403</c:v>
                </c:pt>
                <c:pt idx="148">
                  <c:v>6.1972490105198492</c:v>
                </c:pt>
                <c:pt idx="149">
                  <c:v>6.2014911815344407</c:v>
                </c:pt>
                <c:pt idx="150">
                  <c:v>6.1994550256838608</c:v>
                </c:pt>
                <c:pt idx="151">
                  <c:v>6.2003677400308508</c:v>
                </c:pt>
                <c:pt idx="152">
                  <c:v>6.1962438761271397</c:v>
                </c:pt>
                <c:pt idx="153">
                  <c:v>6.1982995194991242</c:v>
                </c:pt>
                <c:pt idx="154">
                  <c:v>6.2132784554097213</c:v>
                </c:pt>
                <c:pt idx="155">
                  <c:v>6.2117559655543628</c:v>
                </c:pt>
                <c:pt idx="156">
                  <c:v>6.2204946286341922</c:v>
                </c:pt>
                <c:pt idx="157">
                  <c:v>6.2162724943632046</c:v>
                </c:pt>
                <c:pt idx="158">
                  <c:v>6.2098169300260064</c:v>
                </c:pt>
                <c:pt idx="159">
                  <c:v>6.2028963436700169</c:v>
                </c:pt>
                <c:pt idx="160">
                  <c:v>6.211664016206325</c:v>
                </c:pt>
                <c:pt idx="161">
                  <c:v>6.212155498290449</c:v>
                </c:pt>
                <c:pt idx="162">
                  <c:v>6.2121862936281103</c:v>
                </c:pt>
                <c:pt idx="163">
                  <c:v>6.2029379673831473</c:v>
                </c:pt>
                <c:pt idx="164">
                  <c:v>6.2161176861811729</c:v>
                </c:pt>
                <c:pt idx="165">
                  <c:v>6.2115913088782282</c:v>
                </c:pt>
                <c:pt idx="166">
                  <c:v>6.2099099586162962</c:v>
                </c:pt>
                <c:pt idx="167">
                  <c:v>6.2194346728533425</c:v>
                </c:pt>
                <c:pt idx="168">
                  <c:v>6.2343364445771678</c:v>
                </c:pt>
                <c:pt idx="169">
                  <c:v>6.241055784610869</c:v>
                </c:pt>
                <c:pt idx="170">
                  <c:v>6.2489040630276849</c:v>
                </c:pt>
                <c:pt idx="171">
                  <c:v>6.2562901329076306</c:v>
                </c:pt>
                <c:pt idx="172">
                  <c:v>6.2589624125509156</c:v>
                </c:pt>
                <c:pt idx="173">
                  <c:v>6.2668955216312625</c:v>
                </c:pt>
                <c:pt idx="174">
                  <c:v>6.2707888158215663</c:v>
                </c:pt>
                <c:pt idx="175">
                  <c:v>6.2667835942083023</c:v>
                </c:pt>
                <c:pt idx="176">
                  <c:v>6.2619495406933243</c:v>
                </c:pt>
                <c:pt idx="177">
                  <c:v>6.275465309119455</c:v>
                </c:pt>
                <c:pt idx="178">
                  <c:v>6.2823531469119516</c:v>
                </c:pt>
                <c:pt idx="179">
                  <c:v>6.2799565832673929</c:v>
                </c:pt>
                <c:pt idx="180">
                  <c:v>6.2852010286173572</c:v>
                </c:pt>
                <c:pt idx="181">
                  <c:v>6.2788557797034867</c:v>
                </c:pt>
                <c:pt idx="182">
                  <c:v>6.2797523600406748</c:v>
                </c:pt>
                <c:pt idx="183">
                  <c:v>6.280375677024157</c:v>
                </c:pt>
                <c:pt idx="184">
                  <c:v>6.2732172586218686</c:v>
                </c:pt>
                <c:pt idx="185">
                  <c:v>6.2718077826223126</c:v>
                </c:pt>
                <c:pt idx="186">
                  <c:v>6.2740748058195441</c:v>
                </c:pt>
                <c:pt idx="187">
                  <c:v>6.2673029692463205</c:v>
                </c:pt>
                <c:pt idx="188">
                  <c:v>6.2656462938222299</c:v>
                </c:pt>
                <c:pt idx="189">
                  <c:v>6.2704608516855327</c:v>
                </c:pt>
                <c:pt idx="190">
                  <c:v>6.2660831627184903</c:v>
                </c:pt>
                <c:pt idx="191">
                  <c:v>6.2642624215540579</c:v>
                </c:pt>
                <c:pt idx="192">
                  <c:v>6.2664977015630745</c:v>
                </c:pt>
                <c:pt idx="193">
                  <c:v>6.2689860746660031</c:v>
                </c:pt>
                <c:pt idx="194">
                  <c:v>6.2622869441134972</c:v>
                </c:pt>
                <c:pt idx="195">
                  <c:v>6.2464715255129892</c:v>
                </c:pt>
                <c:pt idx="196">
                  <c:v>6.2276473076379526</c:v>
                </c:pt>
                <c:pt idx="197">
                  <c:v>6.2230410624862413</c:v>
                </c:pt>
                <c:pt idx="198">
                  <c:v>6.2273643618274139</c:v>
                </c:pt>
                <c:pt idx="199">
                  <c:v>6.2357987308874634</c:v>
                </c:pt>
                <c:pt idx="200">
                  <c:v>6.2447370191382872</c:v>
                </c:pt>
                <c:pt idx="201">
                  <c:v>6.2529558326011312</c:v>
                </c:pt>
                <c:pt idx="202">
                  <c:v>6.2642161664470128</c:v>
                </c:pt>
                <c:pt idx="203">
                  <c:v>6.2558855301516152</c:v>
                </c:pt>
                <c:pt idx="204">
                  <c:v>6.2479517621517111</c:v>
                </c:pt>
                <c:pt idx="205">
                  <c:v>6.2357891111848733</c:v>
                </c:pt>
                <c:pt idx="206">
                  <c:v>6.2263138087240613</c:v>
                </c:pt>
                <c:pt idx="207">
                  <c:v>6.2183529818787502</c:v>
                </c:pt>
                <c:pt idx="208">
                  <c:v>6.2148740631105204</c:v>
                </c:pt>
                <c:pt idx="209">
                  <c:v>6.214379860368461</c:v>
                </c:pt>
                <c:pt idx="210">
                  <c:v>6.2114816066161547</c:v>
                </c:pt>
                <c:pt idx="211">
                  <c:v>6.2088271204156875</c:v>
                </c:pt>
                <c:pt idx="212">
                  <c:v>6.2109277507360448</c:v>
                </c:pt>
                <c:pt idx="213">
                  <c:v>6.2223751432156433</c:v>
                </c:pt>
                <c:pt idx="214">
                  <c:v>6.2269195728226601</c:v>
                </c:pt>
                <c:pt idx="215">
                  <c:v>6.2263273871735176</c:v>
                </c:pt>
                <c:pt idx="216">
                  <c:v>6.2274657334636503</c:v>
                </c:pt>
                <c:pt idx="217">
                  <c:v>6.2379513504838728</c:v>
                </c:pt>
                <c:pt idx="218">
                  <c:v>6.2333548374694381</c:v>
                </c:pt>
                <c:pt idx="219">
                  <c:v>6.2277432850240011</c:v>
                </c:pt>
                <c:pt idx="220">
                  <c:v>6.2199550362706981</c:v>
                </c:pt>
                <c:pt idx="221">
                  <c:v>6.2073791871775423</c:v>
                </c:pt>
                <c:pt idx="222">
                  <c:v>6.2072908285488806</c:v>
                </c:pt>
                <c:pt idx="223">
                  <c:v>6.2079211138681609</c:v>
                </c:pt>
                <c:pt idx="224">
                  <c:v>6.2140126656785242</c:v>
                </c:pt>
                <c:pt idx="225">
                  <c:v>6.2369171239428942</c:v>
                </c:pt>
                <c:pt idx="226">
                  <c:v>6.2536435615861361</c:v>
                </c:pt>
                <c:pt idx="227">
                  <c:v>6.2553409017600723</c:v>
                </c:pt>
                <c:pt idx="228">
                  <c:v>6.2533963778501622</c:v>
                </c:pt>
                <c:pt idx="229">
                  <c:v>6.2550137377406445</c:v>
                </c:pt>
                <c:pt idx="230">
                  <c:v>6.2392589188213616</c:v>
                </c:pt>
                <c:pt idx="231">
                  <c:v>6.2286623627575155</c:v>
                </c:pt>
                <c:pt idx="232">
                  <c:v>6.2272996334399124</c:v>
                </c:pt>
                <c:pt idx="233">
                  <c:v>6.2319373263119422</c:v>
                </c:pt>
                <c:pt idx="234">
                  <c:v>6.236105640974773</c:v>
                </c:pt>
                <c:pt idx="235">
                  <c:v>6.2265946574969613</c:v>
                </c:pt>
                <c:pt idx="236">
                  <c:v>6.2263860231698711</c:v>
                </c:pt>
                <c:pt idx="237">
                  <c:v>6.2261453528014288</c:v>
                </c:pt>
                <c:pt idx="238">
                  <c:v>6.2261327339689476</c:v>
                </c:pt>
                <c:pt idx="239">
                  <c:v>6.2175361582630231</c:v>
                </c:pt>
                <c:pt idx="240">
                  <c:v>6.2173834431964901</c:v>
                </c:pt>
                <c:pt idx="241">
                  <c:v>6.2168757613658601</c:v>
                </c:pt>
                <c:pt idx="242">
                  <c:v>6.2158221084643515</c:v>
                </c:pt>
                <c:pt idx="243">
                  <c:v>6.2301977133106687</c:v>
                </c:pt>
                <c:pt idx="244">
                  <c:v>6.2368579257731094</c:v>
                </c:pt>
                <c:pt idx="245">
                  <c:v>6.2484986549255428</c:v>
                </c:pt>
                <c:pt idx="246">
                  <c:v>6.262180225292755</c:v>
                </c:pt>
                <c:pt idx="247">
                  <c:v>6.2754315107297627</c:v>
                </c:pt>
                <c:pt idx="248">
                  <c:v>6.3008336127291713</c:v>
                </c:pt>
                <c:pt idx="249">
                  <c:v>6.332599476144309</c:v>
                </c:pt>
                <c:pt idx="250">
                  <c:v>6.3717465878216775</c:v>
                </c:pt>
                <c:pt idx="251">
                  <c:v>6.4039207094275197</c:v>
                </c:pt>
                <c:pt idx="252">
                  <c:v>6.3875435043793676</c:v>
                </c:pt>
                <c:pt idx="253">
                  <c:v>6.4145903741851464</c:v>
                </c:pt>
                <c:pt idx="254">
                  <c:v>6.5376606079815192</c:v>
                </c:pt>
                <c:pt idx="255">
                  <c:v>6.6989112138737408</c:v>
                </c:pt>
                <c:pt idx="256">
                  <c:v>6.8358234440315391</c:v>
                </c:pt>
                <c:pt idx="257">
                  <c:v>6.9594590517264807</c:v>
                </c:pt>
                <c:pt idx="258">
                  <c:v>7.0808306954935682</c:v>
                </c:pt>
                <c:pt idx="259">
                  <c:v>7.2</c:v>
                </c:pt>
                <c:pt idx="260">
                  <c:v>6.9628882782854484</c:v>
                </c:pt>
                <c:pt idx="261">
                  <c:v>6.6735433547732503</c:v>
                </c:pt>
                <c:pt idx="262">
                  <c:v>6.4488366199961966</c:v>
                </c:pt>
                <c:pt idx="263">
                  <c:v>6.3690742715717503</c:v>
                </c:pt>
                <c:pt idx="264">
                  <c:v>6.3260602538635071</c:v>
                </c:pt>
                <c:pt idx="265">
                  <c:v>6.2832318893553989</c:v>
                </c:pt>
                <c:pt idx="266">
                  <c:v>6.2773690218529525</c:v>
                </c:pt>
                <c:pt idx="267">
                  <c:v>6.2901358654475388</c:v>
                </c:pt>
                <c:pt idx="268">
                  <c:v>6.2938632060406734</c:v>
                </c:pt>
                <c:pt idx="269">
                  <c:v>6.2803044300396031</c:v>
                </c:pt>
                <c:pt idx="270">
                  <c:v>6.2689149688784971</c:v>
                </c:pt>
                <c:pt idx="271">
                  <c:v>6.27481413448134</c:v>
                </c:pt>
                <c:pt idx="272">
                  <c:v>6.2827375114244104</c:v>
                </c:pt>
                <c:pt idx="273">
                  <c:v>6.3157561430338225</c:v>
                </c:pt>
                <c:pt idx="274">
                  <c:v>6.3951630618816244</c:v>
                </c:pt>
                <c:pt idx="275">
                  <c:v>6.4559529930552806</c:v>
                </c:pt>
                <c:pt idx="276">
                  <c:v>6.5451590288755694</c:v>
                </c:pt>
                <c:pt idx="277">
                  <c:v>6.7314551880732125</c:v>
                </c:pt>
                <c:pt idx="278">
                  <c:v>7.1802636230468018</c:v>
                </c:pt>
                <c:pt idx="279">
                  <c:v>7.2479941944794195</c:v>
                </c:pt>
                <c:pt idx="280">
                  <c:v>7.0578532710398436</c:v>
                </c:pt>
                <c:pt idx="281">
                  <c:v>6.748834808490364</c:v>
                </c:pt>
                <c:pt idx="282">
                  <c:v>6.5061782473208325</c:v>
                </c:pt>
                <c:pt idx="283">
                  <c:v>6.383675667493879</c:v>
                </c:pt>
                <c:pt idx="284">
                  <c:v>6.3362708504112035</c:v>
                </c:pt>
                <c:pt idx="285">
                  <c:v>6.2924757410920558</c:v>
                </c:pt>
                <c:pt idx="286">
                  <c:v>6.2181854541959707</c:v>
                </c:pt>
                <c:pt idx="287">
                  <c:v>6.2109309668910289</c:v>
                </c:pt>
                <c:pt idx="288">
                  <c:v>6.2338295497893421</c:v>
                </c:pt>
                <c:pt idx="289">
                  <c:v>6.2211406770350344</c:v>
                </c:pt>
                <c:pt idx="290">
                  <c:v>6.2226440373051384</c:v>
                </c:pt>
                <c:pt idx="291">
                  <c:v>6.2249641453629261</c:v>
                </c:pt>
                <c:pt idx="292">
                  <c:v>6.2151645224343497</c:v>
                </c:pt>
                <c:pt idx="293">
                  <c:v>6.2283577484296169</c:v>
                </c:pt>
                <c:pt idx="294">
                  <c:v>6.2316691094453258</c:v>
                </c:pt>
                <c:pt idx="295">
                  <c:v>6.2234594764053668</c:v>
                </c:pt>
                <c:pt idx="296">
                  <c:v>6.2091311784533643</c:v>
                </c:pt>
                <c:pt idx="297">
                  <c:v>6.2020021832933478</c:v>
                </c:pt>
                <c:pt idx="298">
                  <c:v>6.2151731877494854</c:v>
                </c:pt>
                <c:pt idx="299">
                  <c:v>6.2235456562851343</c:v>
                </c:pt>
                <c:pt idx="300">
                  <c:v>6.2359391304336915</c:v>
                </c:pt>
                <c:pt idx="301">
                  <c:v>6.2392198046242848</c:v>
                </c:pt>
                <c:pt idx="302">
                  <c:v>6.2357720341863363</c:v>
                </c:pt>
                <c:pt idx="303">
                  <c:v>6.2411850112869782</c:v>
                </c:pt>
                <c:pt idx="304">
                  <c:v>6.2519883190506071</c:v>
                </c:pt>
                <c:pt idx="305">
                  <c:v>6.2303508284355038</c:v>
                </c:pt>
                <c:pt idx="306">
                  <c:v>6.2228122448255574</c:v>
                </c:pt>
                <c:pt idx="307">
                  <c:v>6.2185388285711367</c:v>
                </c:pt>
                <c:pt idx="308">
                  <c:v>6.2202498674734965</c:v>
                </c:pt>
                <c:pt idx="309">
                  <c:v>6.205973829425222</c:v>
                </c:pt>
                <c:pt idx="310">
                  <c:v>6.1988376211224887</c:v>
                </c:pt>
                <c:pt idx="311">
                  <c:v>6.2038594147430475</c:v>
                </c:pt>
                <c:pt idx="312">
                  <c:v>6.1888104294080444</c:v>
                </c:pt>
                <c:pt idx="313">
                  <c:v>6.2071950609973339</c:v>
                </c:pt>
                <c:pt idx="314">
                  <c:v>6.2155859995449898</c:v>
                </c:pt>
                <c:pt idx="315">
                  <c:v>6.2125359524291044</c:v>
                </c:pt>
                <c:pt idx="316">
                  <c:v>6.2100746205219517</c:v>
                </c:pt>
                <c:pt idx="317">
                  <c:v>6.2103287085321002</c:v>
                </c:pt>
                <c:pt idx="318">
                  <c:v>6.212439398488443</c:v>
                </c:pt>
                <c:pt idx="319">
                  <c:v>6.2329139470720669</c:v>
                </c:pt>
                <c:pt idx="320">
                  <c:v>6.246210326662613</c:v>
                </c:pt>
                <c:pt idx="321">
                  <c:v>6.2902104384070032</c:v>
                </c:pt>
                <c:pt idx="322">
                  <c:v>6.3403663701514708</c:v>
                </c:pt>
                <c:pt idx="323">
                  <c:v>6.3773105464028719</c:v>
                </c:pt>
                <c:pt idx="324">
                  <c:v>6.3683343258265586</c:v>
                </c:pt>
                <c:pt idx="325">
                  <c:v>6.3439938687430564</c:v>
                </c:pt>
                <c:pt idx="326">
                  <c:v>6.3278850217585694</c:v>
                </c:pt>
                <c:pt idx="327">
                  <c:v>6.3310617461594196</c:v>
                </c:pt>
                <c:pt idx="328">
                  <c:v>6.3514800630186485</c:v>
                </c:pt>
                <c:pt idx="329">
                  <c:v>6.365306663672313</c:v>
                </c:pt>
                <c:pt idx="330">
                  <c:v>6.3927171734016053</c:v>
                </c:pt>
                <c:pt idx="331">
                  <c:v>6.5086271061683822</c:v>
                </c:pt>
                <c:pt idx="332">
                  <c:v>6.5551748780873309</c:v>
                </c:pt>
                <c:pt idx="333">
                  <c:v>6.5594871823620737</c:v>
                </c:pt>
                <c:pt idx="334">
                  <c:v>6.5166566789801648</c:v>
                </c:pt>
                <c:pt idx="335">
                  <c:v>6.4072008319037224</c:v>
                </c:pt>
                <c:pt idx="336">
                  <c:v>6.3332153881270479</c:v>
                </c:pt>
                <c:pt idx="337">
                  <c:v>6.3143709999922182</c:v>
                </c:pt>
                <c:pt idx="338">
                  <c:v>6.2962553664291399</c:v>
                </c:pt>
                <c:pt idx="339">
                  <c:v>6.2774718237629905</c:v>
                </c:pt>
                <c:pt idx="340">
                  <c:v>6.2492374710943492</c:v>
                </c:pt>
                <c:pt idx="341">
                  <c:v>6.2350892104913713</c:v>
                </c:pt>
                <c:pt idx="342">
                  <c:v>6.2245498679943569</c:v>
                </c:pt>
                <c:pt idx="343">
                  <c:v>6.2173594423130778</c:v>
                </c:pt>
                <c:pt idx="344">
                  <c:v>6.2120082206176477</c:v>
                </c:pt>
                <c:pt idx="345">
                  <c:v>6.2040232232563586</c:v>
                </c:pt>
                <c:pt idx="346">
                  <c:v>6.2070464138439041</c:v>
                </c:pt>
                <c:pt idx="347">
                  <c:v>6.2085972476992835</c:v>
                </c:pt>
                <c:pt idx="348">
                  <c:v>6.2039267026538898</c:v>
                </c:pt>
                <c:pt idx="349">
                  <c:v>6.2027930789474324</c:v>
                </c:pt>
                <c:pt idx="350">
                  <c:v>6.2013911006091824</c:v>
                </c:pt>
                <c:pt idx="351">
                  <c:v>6.1966003950782307</c:v>
                </c:pt>
                <c:pt idx="352">
                  <c:v>6.2042647447292296</c:v>
                </c:pt>
                <c:pt idx="353">
                  <c:v>6.2076112131489305</c:v>
                </c:pt>
                <c:pt idx="354">
                  <c:v>6.2081569881127985</c:v>
                </c:pt>
                <c:pt idx="355">
                  <c:v>6.2100172167313188</c:v>
                </c:pt>
                <c:pt idx="356">
                  <c:v>6.2014196111367408</c:v>
                </c:pt>
                <c:pt idx="357">
                  <c:v>6.2090249950047625</c:v>
                </c:pt>
                <c:pt idx="358">
                  <c:v>6.2061281434175859</c:v>
                </c:pt>
                <c:pt idx="359">
                  <c:v>6.2134212147769849</c:v>
                </c:pt>
                <c:pt idx="360">
                  <c:v>6.2108935928168316</c:v>
                </c:pt>
                <c:pt idx="361">
                  <c:v>6.2175590426438516</c:v>
                </c:pt>
                <c:pt idx="362">
                  <c:v>6.2194675011670197</c:v>
                </c:pt>
                <c:pt idx="363">
                  <c:v>6.2174342244533545</c:v>
                </c:pt>
                <c:pt idx="364">
                  <c:v>6.2215623136460438</c:v>
                </c:pt>
                <c:pt idx="365">
                  <c:v>6.2267231468107083</c:v>
                </c:pt>
                <c:pt idx="366">
                  <c:v>6.2225409739190853</c:v>
                </c:pt>
                <c:pt idx="367">
                  <c:v>6.2193971510451975</c:v>
                </c:pt>
                <c:pt idx="368">
                  <c:v>6.2229174627739736</c:v>
                </c:pt>
                <c:pt idx="369">
                  <c:v>6.2249300227429742</c:v>
                </c:pt>
                <c:pt idx="370">
                  <c:v>6.2290686285009862</c:v>
                </c:pt>
                <c:pt idx="371">
                  <c:v>6.2292128743593942</c:v>
                </c:pt>
                <c:pt idx="372">
                  <c:v>6.2257674153694182</c:v>
                </c:pt>
                <c:pt idx="373">
                  <c:v>6.2221349696516297</c:v>
                </c:pt>
                <c:pt idx="374">
                  <c:v>6.217722118697476</c:v>
                </c:pt>
                <c:pt idx="375">
                  <c:v>6.2103508313640354</c:v>
                </c:pt>
                <c:pt idx="376">
                  <c:v>6.2136018907811756</c:v>
                </c:pt>
                <c:pt idx="377">
                  <c:v>6.2140205465656155</c:v>
                </c:pt>
                <c:pt idx="378">
                  <c:v>6.2098916128053965</c:v>
                </c:pt>
                <c:pt idx="379">
                  <c:v>6.2113949652312206</c:v>
                </c:pt>
                <c:pt idx="380">
                  <c:v>6.2091914035701974</c:v>
                </c:pt>
                <c:pt idx="381">
                  <c:v>6.2029189378124689</c:v>
                </c:pt>
                <c:pt idx="382">
                  <c:v>6.2095787704809977</c:v>
                </c:pt>
                <c:pt idx="383">
                  <c:v>6.2125247272637818</c:v>
                </c:pt>
                <c:pt idx="384">
                  <c:v>6.2146623982764169</c:v>
                </c:pt>
                <c:pt idx="385">
                  <c:v>6.2149561613496953</c:v>
                </c:pt>
                <c:pt idx="386">
                  <c:v>6.208748222642936</c:v>
                </c:pt>
                <c:pt idx="387">
                  <c:v>6.203571996058427</c:v>
                </c:pt>
                <c:pt idx="388">
                  <c:v>6.2027044114502274</c:v>
                </c:pt>
                <c:pt idx="389">
                  <c:v>6.2091492333721963</c:v>
                </c:pt>
                <c:pt idx="390">
                  <c:v>6.2119759688585834</c:v>
                </c:pt>
                <c:pt idx="391">
                  <c:v>6.212303447956609</c:v>
                </c:pt>
                <c:pt idx="392">
                  <c:v>6.2106703354436057</c:v>
                </c:pt>
                <c:pt idx="393">
                  <c:v>6.2099057867664778</c:v>
                </c:pt>
                <c:pt idx="394">
                  <c:v>6.2084573462648631</c:v>
                </c:pt>
                <c:pt idx="395">
                  <c:v>6.209616449174753</c:v>
                </c:pt>
                <c:pt idx="396">
                  <c:v>6.2176907664159033</c:v>
                </c:pt>
                <c:pt idx="397">
                  <c:v>6.2218778472123271</c:v>
                </c:pt>
                <c:pt idx="398">
                  <c:v>6.2167287216362324</c:v>
                </c:pt>
                <c:pt idx="399">
                  <c:v>6.2120789721051528</c:v>
                </c:pt>
                <c:pt idx="400">
                  <c:v>6.2224855645367567</c:v>
                </c:pt>
                <c:pt idx="401">
                  <c:v>6.2368503717310375</c:v>
                </c:pt>
                <c:pt idx="402">
                  <c:v>6.24313497128324</c:v>
                </c:pt>
                <c:pt idx="403">
                  <c:v>6.237583317763308</c:v>
                </c:pt>
                <c:pt idx="404">
                  <c:v>6.2339215867318449</c:v>
                </c:pt>
                <c:pt idx="405">
                  <c:v>6.2374428972989993</c:v>
                </c:pt>
                <c:pt idx="406">
                  <c:v>6.2325763658482041</c:v>
                </c:pt>
                <c:pt idx="407">
                  <c:v>6.2328683770321813</c:v>
                </c:pt>
                <c:pt idx="408">
                  <c:v>6.2344166811071151</c:v>
                </c:pt>
                <c:pt idx="409">
                  <c:v>6.2305220743072161</c:v>
                </c:pt>
                <c:pt idx="410">
                  <c:v>6.2208946947813493</c:v>
                </c:pt>
                <c:pt idx="411">
                  <c:v>6.2157682627085924</c:v>
                </c:pt>
                <c:pt idx="412">
                  <c:v>6.2235679366563685</c:v>
                </c:pt>
                <c:pt idx="413">
                  <c:v>6.2106889643022907</c:v>
                </c:pt>
                <c:pt idx="414">
                  <c:v>6.2091953740834853</c:v>
                </c:pt>
                <c:pt idx="415">
                  <c:v>6.2124030088714424</c:v>
                </c:pt>
                <c:pt idx="416">
                  <c:v>6.2042572776279323</c:v>
                </c:pt>
                <c:pt idx="417">
                  <c:v>6.2080518191911347</c:v>
                </c:pt>
                <c:pt idx="418">
                  <c:v>6.2094254246035794</c:v>
                </c:pt>
                <c:pt idx="419">
                  <c:v>6.2211746166217754</c:v>
                </c:pt>
                <c:pt idx="420">
                  <c:v>6.2133275213839267</c:v>
                </c:pt>
                <c:pt idx="421">
                  <c:v>6.2182527633517397</c:v>
                </c:pt>
                <c:pt idx="422">
                  <c:v>6.2161256860398497</c:v>
                </c:pt>
                <c:pt idx="423">
                  <c:v>6.2035689106414509</c:v>
                </c:pt>
                <c:pt idx="424">
                  <c:v>6.2120050070774235</c:v>
                </c:pt>
                <c:pt idx="425">
                  <c:v>6.2044750139351033</c:v>
                </c:pt>
                <c:pt idx="426">
                  <c:v>6.2029848477447134</c:v>
                </c:pt>
                <c:pt idx="427">
                  <c:v>6.2153887302728901</c:v>
                </c:pt>
                <c:pt idx="428">
                  <c:v>6.241347539548352</c:v>
                </c:pt>
                <c:pt idx="429">
                  <c:v>6.2516613642119916</c:v>
                </c:pt>
                <c:pt idx="430">
                  <c:v>6.2536753204629125</c:v>
                </c:pt>
                <c:pt idx="431">
                  <c:v>6.262326855812419</c:v>
                </c:pt>
                <c:pt idx="432">
                  <c:v>6.2204911601548538</c:v>
                </c:pt>
                <c:pt idx="433">
                  <c:v>6.2298763252964111</c:v>
                </c:pt>
                <c:pt idx="434">
                  <c:v>6.248038101531848</c:v>
                </c:pt>
                <c:pt idx="435">
                  <c:v>6.2980996508939588</c:v>
                </c:pt>
                <c:pt idx="436">
                  <c:v>6.309858635188915</c:v>
                </c:pt>
                <c:pt idx="437">
                  <c:v>6.2131057452723253</c:v>
                </c:pt>
                <c:pt idx="438">
                  <c:v>6.264854711793606</c:v>
                </c:pt>
                <c:pt idx="439">
                  <c:v>6.2657071288318686</c:v>
                </c:pt>
                <c:pt idx="440">
                  <c:v>6.226807948711877</c:v>
                </c:pt>
                <c:pt idx="441">
                  <c:v>6.194886083803544</c:v>
                </c:pt>
                <c:pt idx="442">
                  <c:v>6.2005214453969337</c:v>
                </c:pt>
                <c:pt idx="443">
                  <c:v>6.2097905470960981</c:v>
                </c:pt>
                <c:pt idx="444">
                  <c:v>6.1903125424375576</c:v>
                </c:pt>
                <c:pt idx="445">
                  <c:v>6.2070468361276685</c:v>
                </c:pt>
                <c:pt idx="446">
                  <c:v>6.2211130442497744</c:v>
                </c:pt>
                <c:pt idx="447">
                  <c:v>6.2418670688572195</c:v>
                </c:pt>
                <c:pt idx="448">
                  <c:v>6.2464416806406424</c:v>
                </c:pt>
                <c:pt idx="449">
                  <c:v>6.248169942968107</c:v>
                </c:pt>
                <c:pt idx="450">
                  <c:v>6.2440480821340927</c:v>
                </c:pt>
                <c:pt idx="451">
                  <c:v>6.2233879234938749</c:v>
                </c:pt>
                <c:pt idx="452">
                  <c:v>6.2234070556938894</c:v>
                </c:pt>
                <c:pt idx="453">
                  <c:v>6.1852855235456854</c:v>
                </c:pt>
                <c:pt idx="454">
                  <c:v>6.1934160953903827</c:v>
                </c:pt>
                <c:pt idx="455">
                  <c:v>6.2065283586060715</c:v>
                </c:pt>
                <c:pt idx="456">
                  <c:v>6.2106610916127867</c:v>
                </c:pt>
                <c:pt idx="457">
                  <c:v>6.1944030379161976</c:v>
                </c:pt>
                <c:pt idx="458">
                  <c:v>6.2035598027781598</c:v>
                </c:pt>
                <c:pt idx="459">
                  <c:v>6.2027127134771245</c:v>
                </c:pt>
                <c:pt idx="460">
                  <c:v>6.206327158042086</c:v>
                </c:pt>
                <c:pt idx="461">
                  <c:v>6.2123293733034917</c:v>
                </c:pt>
                <c:pt idx="462">
                  <c:v>6.2155360288637729</c:v>
                </c:pt>
                <c:pt idx="463">
                  <c:v>6.20946880543553</c:v>
                </c:pt>
                <c:pt idx="464">
                  <c:v>6.2150281639999321</c:v>
                </c:pt>
                <c:pt idx="465">
                  <c:v>6.2093358206953955</c:v>
                </c:pt>
                <c:pt idx="466">
                  <c:v>6.2087621200931311</c:v>
                </c:pt>
                <c:pt idx="467">
                  <c:v>6.2143138049901845</c:v>
                </c:pt>
                <c:pt idx="468">
                  <c:v>6.2174985998482351</c:v>
                </c:pt>
                <c:pt idx="469">
                  <c:v>6.2205279877441804</c:v>
                </c:pt>
                <c:pt idx="470">
                  <c:v>6.2061976143263085</c:v>
                </c:pt>
                <c:pt idx="471">
                  <c:v>6.1997166779295609</c:v>
                </c:pt>
                <c:pt idx="472">
                  <c:v>6.2015784718701594</c:v>
                </c:pt>
                <c:pt idx="473">
                  <c:v>6.1989611539949498</c:v>
                </c:pt>
                <c:pt idx="474">
                  <c:v>6.2147168179720289</c:v>
                </c:pt>
                <c:pt idx="475">
                  <c:v>6.2144082828112861</c:v>
                </c:pt>
                <c:pt idx="476">
                  <c:v>6.2154255944688579</c:v>
                </c:pt>
                <c:pt idx="477">
                  <c:v>6.2195549361316598</c:v>
                </c:pt>
                <c:pt idx="478">
                  <c:v>6.2199147781160562</c:v>
                </c:pt>
                <c:pt idx="479">
                  <c:v>6.2125357157933108</c:v>
                </c:pt>
                <c:pt idx="480">
                  <c:v>6.2112196926288785</c:v>
                </c:pt>
                <c:pt idx="481">
                  <c:v>6.2157792891521426</c:v>
                </c:pt>
                <c:pt idx="482">
                  <c:v>6.2296376892113656</c:v>
                </c:pt>
                <c:pt idx="483">
                  <c:v>6.2175191897770326</c:v>
                </c:pt>
                <c:pt idx="484">
                  <c:v>6.2228280353620997</c:v>
                </c:pt>
                <c:pt idx="485">
                  <c:v>6.2343085163240106</c:v>
                </c:pt>
                <c:pt idx="486">
                  <c:v>6.2384074770886349</c:v>
                </c:pt>
                <c:pt idx="487">
                  <c:v>6.2330766479076107</c:v>
                </c:pt>
                <c:pt idx="488">
                  <c:v>6.2251011535652401</c:v>
                </c:pt>
                <c:pt idx="489">
                  <c:v>6.2321918653682173</c:v>
                </c:pt>
                <c:pt idx="490">
                  <c:v>6.2305791414474792</c:v>
                </c:pt>
                <c:pt idx="491">
                  <c:v>6.2296703214180322</c:v>
                </c:pt>
                <c:pt idx="492">
                  <c:v>6.2312841879889547</c:v>
                </c:pt>
                <c:pt idx="493">
                  <c:v>6.2361014050633301</c:v>
                </c:pt>
                <c:pt idx="494">
                  <c:v>6.2384797516739274</c:v>
                </c:pt>
                <c:pt idx="495">
                  <c:v>6.2456541985559326</c:v>
                </c:pt>
                <c:pt idx="496">
                  <c:v>6.2471974038485758</c:v>
                </c:pt>
                <c:pt idx="497">
                  <c:v>6.2465421763322286</c:v>
                </c:pt>
                <c:pt idx="498">
                  <c:v>6.2386666207375328</c:v>
                </c:pt>
                <c:pt idx="499">
                  <c:v>6.2379767711820469</c:v>
                </c:pt>
                <c:pt idx="500">
                  <c:v>6.2411185911496601</c:v>
                </c:pt>
                <c:pt idx="501">
                  <c:v>6.2568292703028598</c:v>
                </c:pt>
                <c:pt idx="502">
                  <c:v>6.2683413950920999</c:v>
                </c:pt>
                <c:pt idx="503">
                  <c:v>6.271281902061042</c:v>
                </c:pt>
                <c:pt idx="504">
                  <c:v>6.2714332339194554</c:v>
                </c:pt>
                <c:pt idx="505">
                  <c:v>6.2788239266953454</c:v>
                </c:pt>
                <c:pt idx="506">
                  <c:v>6.3078215383106704</c:v>
                </c:pt>
                <c:pt idx="507">
                  <c:v>6.3487921209620684</c:v>
                </c:pt>
                <c:pt idx="508">
                  <c:v>6.4163138148948953</c:v>
                </c:pt>
                <c:pt idx="509">
                  <c:v>6.4848576185701683</c:v>
                </c:pt>
                <c:pt idx="510">
                  <c:v>6.5734166581390614</c:v>
                </c:pt>
                <c:pt idx="511">
                  <c:v>6.6803892988786311</c:v>
                </c:pt>
                <c:pt idx="512">
                  <c:v>6.7646872416355484</c:v>
                </c:pt>
                <c:pt idx="513">
                  <c:v>6.8278611437688834</c:v>
                </c:pt>
                <c:pt idx="514">
                  <c:v>6.8551016313342137</c:v>
                </c:pt>
                <c:pt idx="515">
                  <c:v>6.8531596803482904</c:v>
                </c:pt>
                <c:pt idx="516">
                  <c:v>6.8330689092634707</c:v>
                </c:pt>
                <c:pt idx="517">
                  <c:v>6.7904201212529118</c:v>
                </c:pt>
                <c:pt idx="518">
                  <c:v>6.7332597909380016</c:v>
                </c:pt>
                <c:pt idx="519">
                  <c:v>6.6798295310258231</c:v>
                </c:pt>
                <c:pt idx="520">
                  <c:v>6.6236081297034826</c:v>
                </c:pt>
                <c:pt idx="521">
                  <c:v>6.5710421630701639</c:v>
                </c:pt>
                <c:pt idx="522">
                  <c:v>6.5371420069125055</c:v>
                </c:pt>
                <c:pt idx="523">
                  <c:v>6.5160751563229118</c:v>
                </c:pt>
                <c:pt idx="524">
                  <c:v>6.5150487688328624</c:v>
                </c:pt>
                <c:pt idx="525">
                  <c:v>6.5068730204696807</c:v>
                </c:pt>
                <c:pt idx="526">
                  <c:v>6.5000484964794447</c:v>
                </c:pt>
                <c:pt idx="527">
                  <c:v>6.513832466083632</c:v>
                </c:pt>
                <c:pt idx="528">
                  <c:v>6.5430887663795891</c:v>
                </c:pt>
                <c:pt idx="529">
                  <c:v>6.5744130281825948</c:v>
                </c:pt>
                <c:pt idx="530">
                  <c:v>6.6027453559140383</c:v>
                </c:pt>
                <c:pt idx="531">
                  <c:v>6.625681780928617</c:v>
                </c:pt>
                <c:pt idx="532">
                  <c:v>6.6510042477929119</c:v>
                </c:pt>
                <c:pt idx="533">
                  <c:v>6.6667439324804496</c:v>
                </c:pt>
                <c:pt idx="534">
                  <c:v>6.6885220396668732</c:v>
                </c:pt>
                <c:pt idx="535">
                  <c:v>6.7317259098800521</c:v>
                </c:pt>
                <c:pt idx="536">
                  <c:v>6.7748392884739772</c:v>
                </c:pt>
                <c:pt idx="537">
                  <c:v>6.8170273348281105</c:v>
                </c:pt>
                <c:pt idx="538">
                  <c:v>6.8696650504799308</c:v>
                </c:pt>
                <c:pt idx="539">
                  <c:v>6.9217265985032848</c:v>
                </c:pt>
                <c:pt idx="540">
                  <c:v>7.0112516350618153</c:v>
                </c:pt>
                <c:pt idx="541">
                  <c:v>7.1007367599214231</c:v>
                </c:pt>
                <c:pt idx="542">
                  <c:v>7.2016371327067334</c:v>
                </c:pt>
                <c:pt idx="543">
                  <c:v>7.3082429539744487</c:v>
                </c:pt>
                <c:pt idx="544">
                  <c:v>7.4500682975351022</c:v>
                </c:pt>
                <c:pt idx="545">
                  <c:v>7.5594937924757319</c:v>
                </c:pt>
                <c:pt idx="546">
                  <c:v>7.6530532575183976</c:v>
                </c:pt>
                <c:pt idx="547">
                  <c:v>7.7513816267121491</c:v>
                </c:pt>
                <c:pt idx="548">
                  <c:v>7.8352569405565839</c:v>
                </c:pt>
                <c:pt idx="549">
                  <c:v>7.9389060328833843</c:v>
                </c:pt>
                <c:pt idx="550">
                  <c:v>7.9904033365845581</c:v>
                </c:pt>
                <c:pt idx="551">
                  <c:v>8.0290022167309001</c:v>
                </c:pt>
                <c:pt idx="552">
                  <c:v>8.0495584987946565</c:v>
                </c:pt>
                <c:pt idx="553">
                  <c:v>7.9731004018530731</c:v>
                </c:pt>
                <c:pt idx="554">
                  <c:v>7.9208840181927007</c:v>
                </c:pt>
                <c:pt idx="555">
                  <c:v>7.8355466141449881</c:v>
                </c:pt>
                <c:pt idx="556">
                  <c:v>7.697931076261213</c:v>
                </c:pt>
                <c:pt idx="557">
                  <c:v>7.577088576276064</c:v>
                </c:pt>
                <c:pt idx="558">
                  <c:v>7.4141546296357514</c:v>
                </c:pt>
                <c:pt idx="559">
                  <c:v>7.2579066037796647</c:v>
                </c:pt>
                <c:pt idx="560">
                  <c:v>7.1507535655078591</c:v>
                </c:pt>
                <c:pt idx="561">
                  <c:v>7.0519163012347592</c:v>
                </c:pt>
                <c:pt idx="562">
                  <c:v>6.9031962744395345</c:v>
                </c:pt>
                <c:pt idx="563">
                  <c:v>6.7922514155893072</c:v>
                </c:pt>
                <c:pt idx="564">
                  <c:v>6.7046418477259069</c:v>
                </c:pt>
                <c:pt idx="565">
                  <c:v>6.5925074612703813</c:v>
                </c:pt>
                <c:pt idx="566">
                  <c:v>6.512776584099095</c:v>
                </c:pt>
                <c:pt idx="567">
                  <c:v>6.4528502559076211</c:v>
                </c:pt>
                <c:pt idx="568">
                  <c:v>6.3651692005017333</c:v>
                </c:pt>
                <c:pt idx="569">
                  <c:v>6.3358907061216261</c:v>
                </c:pt>
                <c:pt idx="570">
                  <c:v>6.3634336273048904</c:v>
                </c:pt>
                <c:pt idx="571">
                  <c:v>6.3739162112033396</c:v>
                </c:pt>
                <c:pt idx="572">
                  <c:v>6.3146262633370549</c:v>
                </c:pt>
                <c:pt idx="573">
                  <c:v>6.3297379872270856</c:v>
                </c:pt>
                <c:pt idx="574">
                  <c:v>6.4203935937790622</c:v>
                </c:pt>
                <c:pt idx="575">
                  <c:v>6.341352364826732</c:v>
                </c:pt>
                <c:pt idx="576">
                  <c:v>6.2707941969979544</c:v>
                </c:pt>
                <c:pt idx="577">
                  <c:v>6.2488328108136102</c:v>
                </c:pt>
                <c:pt idx="578">
                  <c:v>6.1611769747693641</c:v>
                </c:pt>
                <c:pt idx="579">
                  <c:v>6.2938832455624594</c:v>
                </c:pt>
                <c:pt idx="580">
                  <c:v>6.3719719592284845</c:v>
                </c:pt>
                <c:pt idx="581">
                  <c:v>6.5763574475021001</c:v>
                </c:pt>
                <c:pt idx="582">
                  <c:v>6.4206013312434216</c:v>
                </c:pt>
                <c:pt idx="583">
                  <c:v>6.3778388116253986</c:v>
                </c:pt>
                <c:pt idx="584">
                  <c:v>6.2661518733856996</c:v>
                </c:pt>
                <c:pt idx="585">
                  <c:v>6.4719537981503894</c:v>
                </c:pt>
                <c:pt idx="586">
                  <c:v>7.2199109174226965</c:v>
                </c:pt>
                <c:pt idx="587">
                  <c:v>7.2105319191929445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9-37F8-4EA4-8385-84A4706AD5FD}"/>
            </c:ext>
          </c:extLst>
        </c:ser>
        <c:ser>
          <c:idx val="10"/>
          <c:order val="10"/>
          <c:tx>
            <c:strRef>
              <c:f>'Fully separated 0.5%'!$L$1</c:f>
              <c:strCache>
                <c:ptCount val="1"/>
                <c:pt idx="0">
                  <c:v>E1/O-PTIR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0.5%'!$A$2:$A$589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0.5%'!$L$2:$L$589</c:f>
              <c:numCache>
                <c:formatCode>General</c:formatCode>
                <c:ptCount val="588"/>
                <c:pt idx="0">
                  <c:v>4.9648101530117659</c:v>
                </c:pt>
                <c:pt idx="1">
                  <c:v>5.035227240719327</c:v>
                </c:pt>
                <c:pt idx="2">
                  <c:v>5.0433578427152836</c:v>
                </c:pt>
                <c:pt idx="3">
                  <c:v>5.0197597540799093</c:v>
                </c:pt>
                <c:pt idx="4">
                  <c:v>5.0424176888473822</c:v>
                </c:pt>
                <c:pt idx="5">
                  <c:v>5.0344059620971846</c:v>
                </c:pt>
                <c:pt idx="6">
                  <c:v>5.0201228085231326</c:v>
                </c:pt>
                <c:pt idx="7">
                  <c:v>5.0089399830286556</c:v>
                </c:pt>
                <c:pt idx="8">
                  <c:v>4.9975744717089654</c:v>
                </c:pt>
                <c:pt idx="9">
                  <c:v>5.0184511967487211</c:v>
                </c:pt>
                <c:pt idx="10">
                  <c:v>5.0307718858111325</c:v>
                </c:pt>
                <c:pt idx="11">
                  <c:v>5.042731317466826</c:v>
                </c:pt>
                <c:pt idx="12">
                  <c:v>5.0588193581427729</c:v>
                </c:pt>
                <c:pt idx="13">
                  <c:v>5.0807754806161318</c:v>
                </c:pt>
                <c:pt idx="14">
                  <c:v>5.0932835720383407</c:v>
                </c:pt>
                <c:pt idx="15">
                  <c:v>5.09106483584734</c:v>
                </c:pt>
                <c:pt idx="16">
                  <c:v>5.0845075631007957</c:v>
                </c:pt>
                <c:pt idx="17">
                  <c:v>5.0819796048727373</c:v>
                </c:pt>
                <c:pt idx="18">
                  <c:v>5.0782591976354254</c:v>
                </c:pt>
                <c:pt idx="19">
                  <c:v>5.0586145033011594</c:v>
                </c:pt>
                <c:pt idx="20">
                  <c:v>5.0621932960100198</c:v>
                </c:pt>
                <c:pt idx="21">
                  <c:v>5.0775320237029042</c:v>
                </c:pt>
                <c:pt idx="22">
                  <c:v>5.0859032126532924</c:v>
                </c:pt>
                <c:pt idx="23">
                  <c:v>5.0881457751327739</c:v>
                </c:pt>
                <c:pt idx="24">
                  <c:v>5.0771119856347173</c:v>
                </c:pt>
                <c:pt idx="25">
                  <c:v>5.0621145704393218</c:v>
                </c:pt>
                <c:pt idx="26">
                  <c:v>5.0564486607385986</c:v>
                </c:pt>
                <c:pt idx="27">
                  <c:v>5.0525399892227583</c:v>
                </c:pt>
                <c:pt idx="28">
                  <c:v>5.0463918222673367</c:v>
                </c:pt>
                <c:pt idx="29">
                  <c:v>5.0522651743958411</c:v>
                </c:pt>
                <c:pt idx="30">
                  <c:v>5.048180122466098</c:v>
                </c:pt>
                <c:pt idx="31">
                  <c:v>5.0515248905147274</c:v>
                </c:pt>
                <c:pt idx="32">
                  <c:v>5.0652332595838336</c:v>
                </c:pt>
                <c:pt idx="33">
                  <c:v>5.0741286122410116</c:v>
                </c:pt>
                <c:pt idx="34">
                  <c:v>5.0719194724445424</c:v>
                </c:pt>
                <c:pt idx="35">
                  <c:v>5.065836273299694</c:v>
                </c:pt>
                <c:pt idx="36">
                  <c:v>5.0605446010259811</c:v>
                </c:pt>
                <c:pt idx="37">
                  <c:v>5.0629438789964771</c:v>
                </c:pt>
                <c:pt idx="38">
                  <c:v>5.0660846230126308</c:v>
                </c:pt>
                <c:pt idx="39">
                  <c:v>5.0665243662631818</c:v>
                </c:pt>
                <c:pt idx="40">
                  <c:v>5.0723363409941697</c:v>
                </c:pt>
                <c:pt idx="41">
                  <c:v>5.0763121762918724</c:v>
                </c:pt>
                <c:pt idx="42">
                  <c:v>5.0808876727892684</c:v>
                </c:pt>
                <c:pt idx="43">
                  <c:v>5.0963337175990295</c:v>
                </c:pt>
                <c:pt idx="44">
                  <c:v>5.1368783454158597</c:v>
                </c:pt>
                <c:pt idx="45">
                  <c:v>5.206085097928022</c:v>
                </c:pt>
                <c:pt idx="46">
                  <c:v>5.2705457416134678</c:v>
                </c:pt>
                <c:pt idx="47">
                  <c:v>5.280895529974539</c:v>
                </c:pt>
                <c:pt idx="48">
                  <c:v>5.2446611692428631</c:v>
                </c:pt>
                <c:pt idx="49">
                  <c:v>5.1656448958658707</c:v>
                </c:pt>
                <c:pt idx="50">
                  <c:v>5.0943894778191083</c:v>
                </c:pt>
                <c:pt idx="51">
                  <c:v>5.0594930235748938</c:v>
                </c:pt>
                <c:pt idx="52">
                  <c:v>5.0498929398117651</c:v>
                </c:pt>
                <c:pt idx="53">
                  <c:v>5.0549968675201553</c:v>
                </c:pt>
                <c:pt idx="54">
                  <c:v>5.0538955586392849</c:v>
                </c:pt>
                <c:pt idx="55">
                  <c:v>5.0531589603299834</c:v>
                </c:pt>
                <c:pt idx="56">
                  <c:v>5.0559615284276385</c:v>
                </c:pt>
                <c:pt idx="57">
                  <c:v>5.060885262051988</c:v>
                </c:pt>
                <c:pt idx="58">
                  <c:v>5.0651112367792281</c:v>
                </c:pt>
                <c:pt idx="59">
                  <c:v>5.0717604914431487</c:v>
                </c:pt>
                <c:pt idx="60">
                  <c:v>5.0688392786767205</c:v>
                </c:pt>
                <c:pt idx="61">
                  <c:v>5.0707134230531077</c:v>
                </c:pt>
                <c:pt idx="62">
                  <c:v>5.0766093424465559</c:v>
                </c:pt>
                <c:pt idx="63">
                  <c:v>5.0795013853943667</c:v>
                </c:pt>
                <c:pt idx="64">
                  <c:v>5.0890384228217984</c:v>
                </c:pt>
                <c:pt idx="65">
                  <c:v>5.0998573365292623</c:v>
                </c:pt>
                <c:pt idx="66">
                  <c:v>5.110461096289769</c:v>
                </c:pt>
                <c:pt idx="67">
                  <c:v>5.1150942809529178</c:v>
                </c:pt>
                <c:pt idx="68">
                  <c:v>5.1111413276760427</c:v>
                </c:pt>
                <c:pt idx="69">
                  <c:v>5.0993599124328632</c:v>
                </c:pt>
                <c:pt idx="70">
                  <c:v>5.0833157582431197</c:v>
                </c:pt>
                <c:pt idx="71">
                  <c:v>5.0701454204394913</c:v>
                </c:pt>
                <c:pt idx="72">
                  <c:v>5.0643254816526309</c:v>
                </c:pt>
                <c:pt idx="73">
                  <c:v>5.0551905521878142</c:v>
                </c:pt>
                <c:pt idx="74">
                  <c:v>5.0468609146741592</c:v>
                </c:pt>
                <c:pt idx="75">
                  <c:v>5.0444364049935571</c:v>
                </c:pt>
                <c:pt idx="76">
                  <c:v>5.0438484263611185</c:v>
                </c:pt>
                <c:pt idx="77">
                  <c:v>5.0435184048160053</c:v>
                </c:pt>
                <c:pt idx="78">
                  <c:v>5.0411937459498972</c:v>
                </c:pt>
                <c:pt idx="79">
                  <c:v>5.0408828879142291</c:v>
                </c:pt>
                <c:pt idx="80">
                  <c:v>5.0369848265996655</c:v>
                </c:pt>
                <c:pt idx="81">
                  <c:v>5.03111394493886</c:v>
                </c:pt>
                <c:pt idx="82">
                  <c:v>5.0330311815918343</c:v>
                </c:pt>
                <c:pt idx="83">
                  <c:v>5.031163174955199</c:v>
                </c:pt>
                <c:pt idx="84">
                  <c:v>5.0305458142269188</c:v>
                </c:pt>
                <c:pt idx="85">
                  <c:v>5.0329260092069168</c:v>
                </c:pt>
                <c:pt idx="86">
                  <c:v>5.0334296881615366</c:v>
                </c:pt>
                <c:pt idx="87">
                  <c:v>5.0327689570003056</c:v>
                </c:pt>
                <c:pt idx="88">
                  <c:v>5.0315223736388344</c:v>
                </c:pt>
                <c:pt idx="89">
                  <c:v>5.030561475162159</c:v>
                </c:pt>
                <c:pt idx="90">
                  <c:v>5.0257158375967386</c:v>
                </c:pt>
                <c:pt idx="91">
                  <c:v>5.0225658320716748</c:v>
                </c:pt>
                <c:pt idx="92">
                  <c:v>5.0229592696076519</c:v>
                </c:pt>
                <c:pt idx="93">
                  <c:v>5.0186617739255173</c:v>
                </c:pt>
                <c:pt idx="94">
                  <c:v>5.0137841813178943</c:v>
                </c:pt>
                <c:pt idx="95">
                  <c:v>5.0131518092958807</c:v>
                </c:pt>
                <c:pt idx="96">
                  <c:v>5.012634154813985</c:v>
                </c:pt>
                <c:pt idx="97">
                  <c:v>5.0144719348208202</c:v>
                </c:pt>
                <c:pt idx="98">
                  <c:v>5.0164637713634335</c:v>
                </c:pt>
                <c:pt idx="99">
                  <c:v>5.0171491632822356</c:v>
                </c:pt>
                <c:pt idx="100">
                  <c:v>5.0179581957044928</c:v>
                </c:pt>
                <c:pt idx="101">
                  <c:v>5.0196081094525962</c:v>
                </c:pt>
                <c:pt idx="102">
                  <c:v>5.016795708893496</c:v>
                </c:pt>
                <c:pt idx="103">
                  <c:v>5.0218736857111841</c:v>
                </c:pt>
                <c:pt idx="104">
                  <c:v>5.0278763933584223</c:v>
                </c:pt>
                <c:pt idx="105">
                  <c:v>5.0318050683427256</c:v>
                </c:pt>
                <c:pt idx="106">
                  <c:v>5.0389645642554663</c:v>
                </c:pt>
                <c:pt idx="107">
                  <c:v>5.0477595171053284</c:v>
                </c:pt>
                <c:pt idx="108">
                  <c:v>5.0579365301053612</c:v>
                </c:pt>
                <c:pt idx="109">
                  <c:v>5.0681686217252651</c:v>
                </c:pt>
                <c:pt idx="110">
                  <c:v>5.0679822935614238</c:v>
                </c:pt>
                <c:pt idx="111">
                  <c:v>5.0648660419450424</c:v>
                </c:pt>
                <c:pt idx="112">
                  <c:v>5.0636199453572068</c:v>
                </c:pt>
                <c:pt idx="113">
                  <c:v>5.0551466217821845</c:v>
                </c:pt>
                <c:pt idx="114">
                  <c:v>5.052485441295949</c:v>
                </c:pt>
                <c:pt idx="115">
                  <c:v>5.0507019319745483</c:v>
                </c:pt>
                <c:pt idx="116">
                  <c:v>5.0450288048481893</c:v>
                </c:pt>
                <c:pt idx="117">
                  <c:v>5.0461125569386072</c:v>
                </c:pt>
                <c:pt idx="118">
                  <c:v>5.053235599727957</c:v>
                </c:pt>
                <c:pt idx="119">
                  <c:v>5.0646279108185022</c:v>
                </c:pt>
                <c:pt idx="120">
                  <c:v>5.0645616583647239</c:v>
                </c:pt>
                <c:pt idx="121">
                  <c:v>5.0717591006613327</c:v>
                </c:pt>
                <c:pt idx="122">
                  <c:v>5.0766916108509319</c:v>
                </c:pt>
                <c:pt idx="123">
                  <c:v>5.082092338718792</c:v>
                </c:pt>
                <c:pt idx="124">
                  <c:v>5.0845696798086468</c:v>
                </c:pt>
                <c:pt idx="125">
                  <c:v>5.086180153912407</c:v>
                </c:pt>
                <c:pt idx="126">
                  <c:v>5.0799695225536787</c:v>
                </c:pt>
                <c:pt idx="127">
                  <c:v>5.0774522221062748</c:v>
                </c:pt>
                <c:pt idx="128">
                  <c:v>5.078607815397401</c:v>
                </c:pt>
                <c:pt idx="129">
                  <c:v>5.0734290197078762</c:v>
                </c:pt>
                <c:pt idx="130">
                  <c:v>5.0866266534346218</c:v>
                </c:pt>
                <c:pt idx="131">
                  <c:v>5.0930329677948807</c:v>
                </c:pt>
                <c:pt idx="132">
                  <c:v>5.0905642934717106</c:v>
                </c:pt>
                <c:pt idx="133">
                  <c:v>5.0817444529472455</c:v>
                </c:pt>
                <c:pt idx="134">
                  <c:v>5.0725126189294132</c:v>
                </c:pt>
                <c:pt idx="135">
                  <c:v>5.0791319717842871</c:v>
                </c:pt>
                <c:pt idx="136">
                  <c:v>5.0792374662449937</c:v>
                </c:pt>
                <c:pt idx="137">
                  <c:v>5.0667129050381208</c:v>
                </c:pt>
                <c:pt idx="138">
                  <c:v>5.0547790418081311</c:v>
                </c:pt>
                <c:pt idx="139">
                  <c:v>5.0501779805449827</c:v>
                </c:pt>
                <c:pt idx="140">
                  <c:v>5.0459848392484599</c:v>
                </c:pt>
                <c:pt idx="141">
                  <c:v>5.0421476758776826</c:v>
                </c:pt>
                <c:pt idx="142">
                  <c:v>5.0456741422506868</c:v>
                </c:pt>
                <c:pt idx="143">
                  <c:v>5.0481863041252755</c:v>
                </c:pt>
                <c:pt idx="144">
                  <c:v>5.0469099763326994</c:v>
                </c:pt>
                <c:pt idx="145">
                  <c:v>5.0489144369652585</c:v>
                </c:pt>
                <c:pt idx="146">
                  <c:v>5.0604458225774662</c:v>
                </c:pt>
                <c:pt idx="147">
                  <c:v>5.059006385357474</c:v>
                </c:pt>
                <c:pt idx="148">
                  <c:v>5.0598345483496079</c:v>
                </c:pt>
                <c:pt idx="149">
                  <c:v>5.0490849468159178</c:v>
                </c:pt>
                <c:pt idx="150">
                  <c:v>5.0381203596930701</c:v>
                </c:pt>
                <c:pt idx="151">
                  <c:v>5.0515765397594361</c:v>
                </c:pt>
                <c:pt idx="152">
                  <c:v>5.0576604416150968</c:v>
                </c:pt>
                <c:pt idx="153">
                  <c:v>5.0628667638047249</c:v>
                </c:pt>
                <c:pt idx="154">
                  <c:v>5.0656205337603941</c:v>
                </c:pt>
                <c:pt idx="155">
                  <c:v>5.0609166790812239</c:v>
                </c:pt>
                <c:pt idx="156">
                  <c:v>5.0546241526332389</c:v>
                </c:pt>
                <c:pt idx="157">
                  <c:v>5.0537685180402852</c:v>
                </c:pt>
                <c:pt idx="158">
                  <c:v>5.053025606313529</c:v>
                </c:pt>
                <c:pt idx="159">
                  <c:v>5.0515291506990279</c:v>
                </c:pt>
                <c:pt idx="160">
                  <c:v>5.0507174025922765</c:v>
                </c:pt>
                <c:pt idx="161">
                  <c:v>5.0560963647247137</c:v>
                </c:pt>
                <c:pt idx="162">
                  <c:v>5.0565777838503703</c:v>
                </c:pt>
                <c:pt idx="163">
                  <c:v>5.0565751230651586</c:v>
                </c:pt>
                <c:pt idx="164">
                  <c:v>5.0579701138262685</c:v>
                </c:pt>
                <c:pt idx="165">
                  <c:v>5.0569037172289351</c:v>
                </c:pt>
                <c:pt idx="166">
                  <c:v>5.063448820634588</c:v>
                </c:pt>
                <c:pt idx="167">
                  <c:v>5.0660013664211743</c:v>
                </c:pt>
                <c:pt idx="168">
                  <c:v>5.0640192095370038</c:v>
                </c:pt>
                <c:pt idx="169">
                  <c:v>5.0718435137976678</c:v>
                </c:pt>
                <c:pt idx="170">
                  <c:v>5.0777906066420462</c:v>
                </c:pt>
                <c:pt idx="171">
                  <c:v>5.0786062782174994</c:v>
                </c:pt>
                <c:pt idx="172">
                  <c:v>5.0842033551981807</c:v>
                </c:pt>
                <c:pt idx="173">
                  <c:v>5.0854519039539543</c:v>
                </c:pt>
                <c:pt idx="174">
                  <c:v>5.0920429873384396</c:v>
                </c:pt>
                <c:pt idx="175">
                  <c:v>5.0886808235372518</c:v>
                </c:pt>
                <c:pt idx="176">
                  <c:v>5.0850031938206426</c:v>
                </c:pt>
                <c:pt idx="177">
                  <c:v>5.0835591231012316</c:v>
                </c:pt>
                <c:pt idx="178">
                  <c:v>5.0862657748329507</c:v>
                </c:pt>
                <c:pt idx="179">
                  <c:v>5.0868993125497237</c:v>
                </c:pt>
                <c:pt idx="180">
                  <c:v>5.0860375548568264</c:v>
                </c:pt>
                <c:pt idx="181">
                  <c:v>5.0858602960544079</c:v>
                </c:pt>
                <c:pt idx="182">
                  <c:v>5.087220004876813</c:v>
                </c:pt>
                <c:pt idx="183">
                  <c:v>5.0887819260553808</c:v>
                </c:pt>
                <c:pt idx="184">
                  <c:v>5.0860008748164018</c:v>
                </c:pt>
                <c:pt idx="185">
                  <c:v>5.0922116964926412</c:v>
                </c:pt>
                <c:pt idx="186">
                  <c:v>5.095687238291462</c:v>
                </c:pt>
                <c:pt idx="187">
                  <c:v>5.0928974544066588</c:v>
                </c:pt>
                <c:pt idx="188">
                  <c:v>5.092089066135979</c:v>
                </c:pt>
                <c:pt idx="189">
                  <c:v>5.0850465788934009</c:v>
                </c:pt>
                <c:pt idx="190">
                  <c:v>5.0823525247169741</c:v>
                </c:pt>
                <c:pt idx="191">
                  <c:v>5.0838145658014309</c:v>
                </c:pt>
                <c:pt idx="192">
                  <c:v>5.0863082229579604</c:v>
                </c:pt>
                <c:pt idx="193">
                  <c:v>5.0888243449007726</c:v>
                </c:pt>
                <c:pt idx="194">
                  <c:v>5.0825052545200995</c:v>
                </c:pt>
                <c:pt idx="195">
                  <c:v>5.0853169029590335</c:v>
                </c:pt>
                <c:pt idx="196">
                  <c:v>5.0888936570745464</c:v>
                </c:pt>
                <c:pt idx="197">
                  <c:v>5.0837464980113864</c:v>
                </c:pt>
                <c:pt idx="198">
                  <c:v>5.0828548019099209</c:v>
                </c:pt>
                <c:pt idx="199">
                  <c:v>5.0814799555254329</c:v>
                </c:pt>
                <c:pt idx="200">
                  <c:v>5.0774367331887857</c:v>
                </c:pt>
                <c:pt idx="201">
                  <c:v>5.0808149568599976</c:v>
                </c:pt>
                <c:pt idx="202">
                  <c:v>5.0908681060994949</c:v>
                </c:pt>
                <c:pt idx="203">
                  <c:v>5.0904235463519178</c:v>
                </c:pt>
                <c:pt idx="204">
                  <c:v>5.079130258926682</c:v>
                </c:pt>
                <c:pt idx="205">
                  <c:v>5.0762183936780385</c:v>
                </c:pt>
                <c:pt idx="206">
                  <c:v>5.0808058801786711</c:v>
                </c:pt>
                <c:pt idx="207">
                  <c:v>5.0832016189754405</c:v>
                </c:pt>
                <c:pt idx="208">
                  <c:v>5.0830927353990454</c:v>
                </c:pt>
                <c:pt idx="209">
                  <c:v>5.0851180797185593</c:v>
                </c:pt>
                <c:pt idx="210">
                  <c:v>5.0913207177417963</c:v>
                </c:pt>
                <c:pt idx="211">
                  <c:v>5.0903971873765492</c:v>
                </c:pt>
                <c:pt idx="212">
                  <c:v>5.0907494284911525</c:v>
                </c:pt>
                <c:pt idx="213">
                  <c:v>5.0943381579700935</c:v>
                </c:pt>
                <c:pt idx="214">
                  <c:v>5.1025612945362004</c:v>
                </c:pt>
                <c:pt idx="215">
                  <c:v>5.1103249167902556</c:v>
                </c:pt>
                <c:pt idx="216">
                  <c:v>5.121322201925592</c:v>
                </c:pt>
                <c:pt idx="217">
                  <c:v>5.1304000690764724</c:v>
                </c:pt>
                <c:pt idx="218">
                  <c:v>5.1314199074225355</c:v>
                </c:pt>
                <c:pt idx="219">
                  <c:v>5.1187444537085156</c:v>
                </c:pt>
                <c:pt idx="220">
                  <c:v>5.1105978174621995</c:v>
                </c:pt>
                <c:pt idx="221">
                  <c:v>5.1007116205998733</c:v>
                </c:pt>
                <c:pt idx="222">
                  <c:v>5.0954780720262187</c:v>
                </c:pt>
                <c:pt idx="223">
                  <c:v>5.0830758556997404</c:v>
                </c:pt>
                <c:pt idx="224">
                  <c:v>5.0774463222634125</c:v>
                </c:pt>
                <c:pt idx="225">
                  <c:v>5.0778137594993327</c:v>
                </c:pt>
                <c:pt idx="226">
                  <c:v>5.0824373111684285</c:v>
                </c:pt>
                <c:pt idx="227">
                  <c:v>5.0830724299845302</c:v>
                </c:pt>
                <c:pt idx="228">
                  <c:v>5.0770542974689645</c:v>
                </c:pt>
                <c:pt idx="229">
                  <c:v>5.0763925488410369</c:v>
                </c:pt>
                <c:pt idx="230">
                  <c:v>5.075691689964458</c:v>
                </c:pt>
                <c:pt idx="231">
                  <c:v>5.0676337270387775</c:v>
                </c:pt>
                <c:pt idx="232">
                  <c:v>5.064549353605603</c:v>
                </c:pt>
                <c:pt idx="233">
                  <c:v>5.0646736382606363</c:v>
                </c:pt>
                <c:pt idx="234">
                  <c:v>5.0613172279042251</c:v>
                </c:pt>
                <c:pt idx="235">
                  <c:v>5.0575274060144784</c:v>
                </c:pt>
                <c:pt idx="236">
                  <c:v>5.0564892056884911</c:v>
                </c:pt>
                <c:pt idx="237">
                  <c:v>5.0571126163176716</c:v>
                </c:pt>
                <c:pt idx="238">
                  <c:v>5.059452976378493</c:v>
                </c:pt>
                <c:pt idx="239">
                  <c:v>5.0593756269498034</c:v>
                </c:pt>
                <c:pt idx="240">
                  <c:v>5.0589110033445523</c:v>
                </c:pt>
                <c:pt idx="241">
                  <c:v>5.0708334109243189</c:v>
                </c:pt>
                <c:pt idx="242">
                  <c:v>5.0806213380714782</c:v>
                </c:pt>
                <c:pt idx="243">
                  <c:v>5.0827499808804095</c:v>
                </c:pt>
                <c:pt idx="244">
                  <c:v>5.0833161315582389</c:v>
                </c:pt>
                <c:pt idx="245">
                  <c:v>5.0843270689006781</c:v>
                </c:pt>
                <c:pt idx="246">
                  <c:v>5.0937378160193001</c:v>
                </c:pt>
                <c:pt idx="247">
                  <c:v>5.1018278986850287</c:v>
                </c:pt>
                <c:pt idx="248">
                  <c:v>5.1266863449117821</c:v>
                </c:pt>
                <c:pt idx="249">
                  <c:v>5.1524699172429189</c:v>
                </c:pt>
                <c:pt idx="250">
                  <c:v>5.1868812558098076</c:v>
                </c:pt>
                <c:pt idx="251">
                  <c:v>5.2136824851555268</c:v>
                </c:pt>
                <c:pt idx="252">
                  <c:v>5.1891155541173406</c:v>
                </c:pt>
                <c:pt idx="253">
                  <c:v>5.2264909268907864</c:v>
                </c:pt>
                <c:pt idx="254">
                  <c:v>5.3167701466897093</c:v>
                </c:pt>
                <c:pt idx="255">
                  <c:v>5.4224059108285729</c:v>
                </c:pt>
                <c:pt idx="256">
                  <c:v>5.5230954106776675</c:v>
                </c:pt>
                <c:pt idx="257">
                  <c:v>5.6867374928894456</c:v>
                </c:pt>
                <c:pt idx="258">
                  <c:v>5.8456379753355527</c:v>
                </c:pt>
                <c:pt idx="259">
                  <c:v>6</c:v>
                </c:pt>
                <c:pt idx="260">
                  <c:v>5.7710565830944409</c:v>
                </c:pt>
                <c:pt idx="261">
                  <c:v>5.4678082906524361</c:v>
                </c:pt>
                <c:pt idx="262">
                  <c:v>5.2499142400012744</c:v>
                </c:pt>
                <c:pt idx="263">
                  <c:v>5.1981471594730744</c:v>
                </c:pt>
                <c:pt idx="264">
                  <c:v>5.1727799725778816</c:v>
                </c:pt>
                <c:pt idx="265">
                  <c:v>5.1397812291419331</c:v>
                </c:pt>
                <c:pt idx="266">
                  <c:v>5.1269911457266453</c:v>
                </c:pt>
                <c:pt idx="267">
                  <c:v>5.1295587924757946</c:v>
                </c:pt>
                <c:pt idx="268">
                  <c:v>5.120130287269351</c:v>
                </c:pt>
                <c:pt idx="269">
                  <c:v>5.1163749201691235</c:v>
                </c:pt>
                <c:pt idx="270">
                  <c:v>5.1371638363231922</c:v>
                </c:pt>
                <c:pt idx="271">
                  <c:v>5.1501378250139984</c:v>
                </c:pt>
                <c:pt idx="272">
                  <c:v>5.1300295794404613</c:v>
                </c:pt>
                <c:pt idx="273">
                  <c:v>5.1454258708607261</c:v>
                </c:pt>
                <c:pt idx="274">
                  <c:v>5.2111245153198569</c:v>
                </c:pt>
                <c:pt idx="275">
                  <c:v>5.2795004147750566</c:v>
                </c:pt>
                <c:pt idx="276">
                  <c:v>5.3780974175026302</c:v>
                </c:pt>
                <c:pt idx="277">
                  <c:v>5.580236340385154</c:v>
                </c:pt>
                <c:pt idx="278">
                  <c:v>5.8906967295721682</c:v>
                </c:pt>
                <c:pt idx="279">
                  <c:v>5.955054557881879</c:v>
                </c:pt>
                <c:pt idx="280">
                  <c:v>5.7987885382713271</c:v>
                </c:pt>
                <c:pt idx="281">
                  <c:v>5.5122029831713633</c:v>
                </c:pt>
                <c:pt idx="282">
                  <c:v>5.3132806897528253</c:v>
                </c:pt>
                <c:pt idx="283">
                  <c:v>5.2100011588872475</c:v>
                </c:pt>
                <c:pt idx="284">
                  <c:v>5.1621271108993607</c:v>
                </c:pt>
                <c:pt idx="285">
                  <c:v>5.1215167723016695</c:v>
                </c:pt>
                <c:pt idx="286">
                  <c:v>5.0863286674506574</c:v>
                </c:pt>
                <c:pt idx="287">
                  <c:v>5.0923841241582259</c:v>
                </c:pt>
                <c:pt idx="288">
                  <c:v>5.0892590081377422</c:v>
                </c:pt>
                <c:pt idx="289">
                  <c:v>5.0727324502952147</c:v>
                </c:pt>
                <c:pt idx="290">
                  <c:v>5.0458645476012203</c:v>
                </c:pt>
                <c:pt idx="291">
                  <c:v>5.0383829136802918</c:v>
                </c:pt>
                <c:pt idx="292">
                  <c:v>5.022770782072044</c:v>
                </c:pt>
                <c:pt idx="293">
                  <c:v>5.0161048050867594</c:v>
                </c:pt>
                <c:pt idx="294">
                  <c:v>5.0401621408576798</c:v>
                </c:pt>
                <c:pt idx="295">
                  <c:v>5.0341614370342418</c:v>
                </c:pt>
                <c:pt idx="296">
                  <c:v>5.0184260638573228</c:v>
                </c:pt>
                <c:pt idx="297">
                  <c:v>5.0365314280676516</c:v>
                </c:pt>
                <c:pt idx="298">
                  <c:v>5.0415419940567059</c:v>
                </c:pt>
                <c:pt idx="299">
                  <c:v>5.038348363732017</c:v>
                </c:pt>
                <c:pt idx="300">
                  <c:v>5.0571816466751294</c:v>
                </c:pt>
                <c:pt idx="301">
                  <c:v>5.0523570721343187</c:v>
                </c:pt>
                <c:pt idx="302">
                  <c:v>5.0511658858085555</c:v>
                </c:pt>
                <c:pt idx="303">
                  <c:v>5.0622833747522797</c:v>
                </c:pt>
                <c:pt idx="304">
                  <c:v>5.0772738653182117</c:v>
                </c:pt>
                <c:pt idx="305">
                  <c:v>5.0832634062875988</c:v>
                </c:pt>
                <c:pt idx="306">
                  <c:v>5.0760421084228913</c:v>
                </c:pt>
                <c:pt idx="307">
                  <c:v>5.0710525908186384</c:v>
                </c:pt>
                <c:pt idx="308">
                  <c:v>5.06408595242437</c:v>
                </c:pt>
                <c:pt idx="309">
                  <c:v>5.050689063582797</c:v>
                </c:pt>
                <c:pt idx="310">
                  <c:v>5.050595720163221</c:v>
                </c:pt>
                <c:pt idx="311">
                  <c:v>5.0375809962050102</c:v>
                </c:pt>
                <c:pt idx="312">
                  <c:v>5.0155680840841503</c:v>
                </c:pt>
                <c:pt idx="313">
                  <c:v>5.0352708966285462</c:v>
                </c:pt>
                <c:pt idx="314">
                  <c:v>5.0376976059403891</c:v>
                </c:pt>
                <c:pt idx="315">
                  <c:v>5.0395498747827894</c:v>
                </c:pt>
                <c:pt idx="316">
                  <c:v>5.038122160389527</c:v>
                </c:pt>
                <c:pt idx="317">
                  <c:v>5.0438056415205113</c:v>
                </c:pt>
                <c:pt idx="318">
                  <c:v>5.0588253421645346</c:v>
                </c:pt>
                <c:pt idx="319">
                  <c:v>5.0658506203121139</c:v>
                </c:pt>
                <c:pt idx="320">
                  <c:v>5.0761278757415207</c:v>
                </c:pt>
                <c:pt idx="321">
                  <c:v>5.1134477636404077</c:v>
                </c:pt>
                <c:pt idx="322">
                  <c:v>5.1337891554856592</c:v>
                </c:pt>
                <c:pt idx="323">
                  <c:v>5.1381683907090849</c:v>
                </c:pt>
                <c:pt idx="324">
                  <c:v>5.1348807435336257</c:v>
                </c:pt>
                <c:pt idx="325">
                  <c:v>5.1201964006449483</c:v>
                </c:pt>
                <c:pt idx="326">
                  <c:v>5.1136321666694187</c:v>
                </c:pt>
                <c:pt idx="327">
                  <c:v>5.1136165386737478</c:v>
                </c:pt>
                <c:pt idx="328">
                  <c:v>5.1232455653384612</c:v>
                </c:pt>
                <c:pt idx="329">
                  <c:v>5.1420139024307119</c:v>
                </c:pt>
                <c:pt idx="330">
                  <c:v>5.1828518534524708</c:v>
                </c:pt>
                <c:pt idx="331">
                  <c:v>5.3289402195713622</c:v>
                </c:pt>
                <c:pt idx="332">
                  <c:v>5.4665806548632334</c:v>
                </c:pt>
                <c:pt idx="333">
                  <c:v>5.4895059216854563</c:v>
                </c:pt>
                <c:pt idx="334">
                  <c:v>5.4003006196855301</c:v>
                </c:pt>
                <c:pt idx="335">
                  <c:v>5.2648290720364077</c:v>
                </c:pt>
                <c:pt idx="336">
                  <c:v>5.151367290779274</c:v>
                </c:pt>
                <c:pt idx="337">
                  <c:v>5.107903455849792</c:v>
                </c:pt>
                <c:pt idx="338">
                  <c:v>5.0880071068658008</c:v>
                </c:pt>
                <c:pt idx="339">
                  <c:v>5.0801071074748165</c:v>
                </c:pt>
                <c:pt idx="340">
                  <c:v>5.0709593059582962</c:v>
                </c:pt>
                <c:pt idx="341">
                  <c:v>5.0652534478798801</c:v>
                </c:pt>
                <c:pt idx="342">
                  <c:v>5.0565112861797976</c:v>
                </c:pt>
                <c:pt idx="343">
                  <c:v>5.0492246179097799</c:v>
                </c:pt>
                <c:pt idx="344">
                  <c:v>5.0450905848404428</c:v>
                </c:pt>
                <c:pt idx="345">
                  <c:v>5.0401125192264606</c:v>
                </c:pt>
                <c:pt idx="346">
                  <c:v>5.0338801623917835</c:v>
                </c:pt>
                <c:pt idx="347">
                  <c:v>5.0316157646377881</c:v>
                </c:pt>
                <c:pt idx="348">
                  <c:v>5.0319362593274617</c:v>
                </c:pt>
                <c:pt idx="349">
                  <c:v>5.0298937425124697</c:v>
                </c:pt>
                <c:pt idx="350">
                  <c:v>5.0161442721807443</c:v>
                </c:pt>
                <c:pt idx="351">
                  <c:v>5.0181763160426653</c:v>
                </c:pt>
                <c:pt idx="352">
                  <c:v>5.0199083865666054</c:v>
                </c:pt>
                <c:pt idx="353">
                  <c:v>5.0239193025056439</c:v>
                </c:pt>
                <c:pt idx="354">
                  <c:v>5.0284380587648947</c:v>
                </c:pt>
                <c:pt idx="355">
                  <c:v>5.0236786368622415</c:v>
                </c:pt>
                <c:pt idx="356">
                  <c:v>5.0242267787455273</c:v>
                </c:pt>
                <c:pt idx="357">
                  <c:v>5.0303457722223799</c:v>
                </c:pt>
                <c:pt idx="358">
                  <c:v>5.0275626878799837</c:v>
                </c:pt>
                <c:pt idx="359">
                  <c:v>5.0244997947059638</c:v>
                </c:pt>
                <c:pt idx="360">
                  <c:v>5.0337602477196155</c:v>
                </c:pt>
                <c:pt idx="361">
                  <c:v>5.0418076333835886</c:v>
                </c:pt>
                <c:pt idx="362">
                  <c:v>5.0444148734950716</c:v>
                </c:pt>
                <c:pt idx="363">
                  <c:v>5.0453972961503277</c:v>
                </c:pt>
                <c:pt idx="364">
                  <c:v>5.0496952657962657</c:v>
                </c:pt>
                <c:pt idx="365">
                  <c:v>5.0523444233396964</c:v>
                </c:pt>
                <c:pt idx="366">
                  <c:v>5.0507392195670295</c:v>
                </c:pt>
                <c:pt idx="367">
                  <c:v>5.0530052203800659</c:v>
                </c:pt>
                <c:pt idx="368">
                  <c:v>5.0564688856341666</c:v>
                </c:pt>
                <c:pt idx="369">
                  <c:v>5.0530811351075142</c:v>
                </c:pt>
                <c:pt idx="370">
                  <c:v>5.0516712446812111</c:v>
                </c:pt>
                <c:pt idx="371">
                  <c:v>5.0520699891478023</c:v>
                </c:pt>
                <c:pt idx="372">
                  <c:v>5.0484394886349993</c:v>
                </c:pt>
                <c:pt idx="373">
                  <c:v>5.0456202055358856</c:v>
                </c:pt>
                <c:pt idx="374">
                  <c:v>5.0373545805852951</c:v>
                </c:pt>
                <c:pt idx="375">
                  <c:v>5.0363815457072976</c:v>
                </c:pt>
                <c:pt idx="376">
                  <c:v>5.0320015931332502</c:v>
                </c:pt>
                <c:pt idx="377">
                  <c:v>5.031767337896035</c:v>
                </c:pt>
                <c:pt idx="378">
                  <c:v>5.0353126054432211</c:v>
                </c:pt>
                <c:pt idx="379">
                  <c:v>5.0328807978180361</c:v>
                </c:pt>
                <c:pt idx="380">
                  <c:v>5.0266190405877564</c:v>
                </c:pt>
                <c:pt idx="381">
                  <c:v>5.0249785127869355</c:v>
                </c:pt>
                <c:pt idx="382">
                  <c:v>5.0202228185455455</c:v>
                </c:pt>
                <c:pt idx="383">
                  <c:v>5.0272150656249917</c:v>
                </c:pt>
                <c:pt idx="384">
                  <c:v>5.033354600583273</c:v>
                </c:pt>
                <c:pt idx="385">
                  <c:v>5.0319656158036379</c:v>
                </c:pt>
                <c:pt idx="386">
                  <c:v>5.0305772550458441</c:v>
                </c:pt>
                <c:pt idx="387">
                  <c:v>5.0270414338351506</c:v>
                </c:pt>
                <c:pt idx="388">
                  <c:v>5.0273229427145463</c:v>
                </c:pt>
                <c:pt idx="389">
                  <c:v>5.0248124150085909</c:v>
                </c:pt>
                <c:pt idx="390">
                  <c:v>5.0222297825853737</c:v>
                </c:pt>
                <c:pt idx="391">
                  <c:v>5.0276889324393919</c:v>
                </c:pt>
                <c:pt idx="392">
                  <c:v>5.0335197925234612</c:v>
                </c:pt>
                <c:pt idx="393">
                  <c:v>5.0331811554509924</c:v>
                </c:pt>
                <c:pt idx="394">
                  <c:v>5.0327148446078009</c:v>
                </c:pt>
                <c:pt idx="395">
                  <c:v>5.0388868451716098</c:v>
                </c:pt>
                <c:pt idx="396">
                  <c:v>5.0409767034676314</c:v>
                </c:pt>
                <c:pt idx="397">
                  <c:v>5.0421334313439239</c:v>
                </c:pt>
                <c:pt idx="398">
                  <c:v>5.0445704653807759</c:v>
                </c:pt>
                <c:pt idx="399">
                  <c:v>5.0492227549941369</c:v>
                </c:pt>
                <c:pt idx="400">
                  <c:v>5.0631913722806114</c:v>
                </c:pt>
                <c:pt idx="401">
                  <c:v>5.0701730896777288</c:v>
                </c:pt>
                <c:pt idx="402">
                  <c:v>5.0779043433149891</c:v>
                </c:pt>
                <c:pt idx="403">
                  <c:v>5.0788892949971789</c:v>
                </c:pt>
                <c:pt idx="404">
                  <c:v>5.0892091669093951</c:v>
                </c:pt>
                <c:pt idx="405">
                  <c:v>5.0945597973522556</c:v>
                </c:pt>
                <c:pt idx="406">
                  <c:v>5.093321240265845</c:v>
                </c:pt>
                <c:pt idx="407">
                  <c:v>5.086487297096645</c:v>
                </c:pt>
                <c:pt idx="408">
                  <c:v>5.0796429962628666</c:v>
                </c:pt>
                <c:pt idx="409">
                  <c:v>5.0742844310437496</c:v>
                </c:pt>
                <c:pt idx="410">
                  <c:v>5.069039536618436</c:v>
                </c:pt>
                <c:pt idx="411">
                  <c:v>5.0612131827845692</c:v>
                </c:pt>
                <c:pt idx="412">
                  <c:v>5.0489716054178064</c:v>
                </c:pt>
                <c:pt idx="413">
                  <c:v>5.0397281839914747</c:v>
                </c:pt>
                <c:pt idx="414">
                  <c:v>5.0372474940454044</c:v>
                </c:pt>
                <c:pt idx="415">
                  <c:v>5.0323504121925948</c:v>
                </c:pt>
                <c:pt idx="416">
                  <c:v>5.0302595931591334</c:v>
                </c:pt>
                <c:pt idx="417">
                  <c:v>5.0270046549760181</c:v>
                </c:pt>
                <c:pt idx="418">
                  <c:v>5.0194353944807686</c:v>
                </c:pt>
                <c:pt idx="419">
                  <c:v>5.0172776404124537</c:v>
                </c:pt>
                <c:pt idx="420">
                  <c:v>5.0299014101122195</c:v>
                </c:pt>
                <c:pt idx="421">
                  <c:v>5.0376480648281179</c:v>
                </c:pt>
                <c:pt idx="422">
                  <c:v>5.0331808736346764</c:v>
                </c:pt>
                <c:pt idx="423">
                  <c:v>5.0323733674124655</c:v>
                </c:pt>
                <c:pt idx="424">
                  <c:v>5.021323097149887</c:v>
                </c:pt>
                <c:pt idx="425">
                  <c:v>5.0210016893021532</c:v>
                </c:pt>
                <c:pt idx="426">
                  <c:v>5.0323467412605902</c:v>
                </c:pt>
                <c:pt idx="427">
                  <c:v>5.0412349570110804</c:v>
                </c:pt>
                <c:pt idx="428">
                  <c:v>5.0564236998649505</c:v>
                </c:pt>
                <c:pt idx="429">
                  <c:v>5.0704648976624673</c:v>
                </c:pt>
                <c:pt idx="430">
                  <c:v>5.0942468202042939</c:v>
                </c:pt>
                <c:pt idx="431">
                  <c:v>5.1261793976198948</c:v>
                </c:pt>
                <c:pt idx="432">
                  <c:v>5.1191387403533906</c:v>
                </c:pt>
                <c:pt idx="433">
                  <c:v>5.1041713587253197</c:v>
                </c:pt>
                <c:pt idx="434">
                  <c:v>5.0743779574609329</c:v>
                </c:pt>
                <c:pt idx="435">
                  <c:v>4.9861127443647568</c:v>
                </c:pt>
                <c:pt idx="436">
                  <c:v>5.0072038170182624</c:v>
                </c:pt>
                <c:pt idx="437">
                  <c:v>5.0463310451019714</c:v>
                </c:pt>
                <c:pt idx="438">
                  <c:v>4.9637763958676855</c:v>
                </c:pt>
                <c:pt idx="439">
                  <c:v>4.9663240116987302</c:v>
                </c:pt>
                <c:pt idx="440">
                  <c:v>4.9993055741183756</c:v>
                </c:pt>
                <c:pt idx="441">
                  <c:v>5.016638828704636</c:v>
                </c:pt>
                <c:pt idx="442">
                  <c:v>5.0268374043127473</c:v>
                </c:pt>
                <c:pt idx="443">
                  <c:v>5.0017537670633923</c:v>
                </c:pt>
                <c:pt idx="444">
                  <c:v>5.0069295919011347</c:v>
                </c:pt>
                <c:pt idx="445">
                  <c:v>4.9921668752546591</c:v>
                </c:pt>
                <c:pt idx="446">
                  <c:v>5.0091264850402242</c:v>
                </c:pt>
                <c:pt idx="447">
                  <c:v>5.0254667375936117</c:v>
                </c:pt>
                <c:pt idx="448">
                  <c:v>5.0041513720926361</c:v>
                </c:pt>
                <c:pt idx="449">
                  <c:v>4.9994873050963848</c:v>
                </c:pt>
                <c:pt idx="450">
                  <c:v>5.0195856336864573</c:v>
                </c:pt>
                <c:pt idx="451">
                  <c:v>5.0172838165817026</c:v>
                </c:pt>
                <c:pt idx="452">
                  <c:v>5.0160752912326405</c:v>
                </c:pt>
                <c:pt idx="453">
                  <c:v>5.0139814024143154</c:v>
                </c:pt>
                <c:pt idx="454">
                  <c:v>5.0129749970076229</c:v>
                </c:pt>
                <c:pt idx="455">
                  <c:v>5.0174868798767402</c:v>
                </c:pt>
                <c:pt idx="456">
                  <c:v>5.0116745290856688</c:v>
                </c:pt>
                <c:pt idx="457">
                  <c:v>5.0161021040420746</c:v>
                </c:pt>
                <c:pt idx="458">
                  <c:v>5.0311007434914634</c:v>
                </c:pt>
                <c:pt idx="459">
                  <c:v>5.0280002516290301</c:v>
                </c:pt>
                <c:pt idx="460">
                  <c:v>5.0239185924749279</c:v>
                </c:pt>
                <c:pt idx="461">
                  <c:v>5.0216086758960703</c:v>
                </c:pt>
                <c:pt idx="462">
                  <c:v>5.0239091680981467</c:v>
                </c:pt>
                <c:pt idx="463">
                  <c:v>5.0218678224678435</c:v>
                </c:pt>
                <c:pt idx="464">
                  <c:v>5.0205080642360835</c:v>
                </c:pt>
                <c:pt idx="465">
                  <c:v>5.0156044548586189</c:v>
                </c:pt>
                <c:pt idx="466">
                  <c:v>5.0230399898522702</c:v>
                </c:pt>
                <c:pt idx="467">
                  <c:v>5.0290918396769966</c:v>
                </c:pt>
                <c:pt idx="468">
                  <c:v>5.0355524677271273</c:v>
                </c:pt>
                <c:pt idx="469">
                  <c:v>5.0256717662829518</c:v>
                </c:pt>
                <c:pt idx="470">
                  <c:v>5.0272294364271</c:v>
                </c:pt>
                <c:pt idx="471">
                  <c:v>5.0322505979776215</c:v>
                </c:pt>
                <c:pt idx="472">
                  <c:v>5.0309131380043226</c:v>
                </c:pt>
                <c:pt idx="473">
                  <c:v>5.0276822585166503</c:v>
                </c:pt>
                <c:pt idx="474">
                  <c:v>5.0262852840614762</c:v>
                </c:pt>
                <c:pt idx="475">
                  <c:v>5.0343616181169626</c:v>
                </c:pt>
                <c:pt idx="476">
                  <c:v>5.0430905783696476</c:v>
                </c:pt>
                <c:pt idx="477">
                  <c:v>5.0461993087843648</c:v>
                </c:pt>
                <c:pt idx="478">
                  <c:v>5.04364453408692</c:v>
                </c:pt>
                <c:pt idx="479">
                  <c:v>5.046782126884275</c:v>
                </c:pt>
                <c:pt idx="480">
                  <c:v>5.0509385003015215</c:v>
                </c:pt>
                <c:pt idx="481">
                  <c:v>5.047696595208004</c:v>
                </c:pt>
                <c:pt idx="482">
                  <c:v>5.0466961363085643</c:v>
                </c:pt>
                <c:pt idx="483">
                  <c:v>5.05445486886655</c:v>
                </c:pt>
                <c:pt idx="484">
                  <c:v>5.0563628861000636</c:v>
                </c:pt>
                <c:pt idx="485">
                  <c:v>5.0618765271516333</c:v>
                </c:pt>
                <c:pt idx="486">
                  <c:v>5.0640347716535361</c:v>
                </c:pt>
                <c:pt idx="487">
                  <c:v>5.0652284430868075</c:v>
                </c:pt>
                <c:pt idx="488">
                  <c:v>5.068325450674795</c:v>
                </c:pt>
                <c:pt idx="489">
                  <c:v>5.0686464138383434</c:v>
                </c:pt>
                <c:pt idx="490">
                  <c:v>5.068662319990378</c:v>
                </c:pt>
                <c:pt idx="491">
                  <c:v>5.0708991949042224</c:v>
                </c:pt>
                <c:pt idx="492">
                  <c:v>5.0692490103196599</c:v>
                </c:pt>
                <c:pt idx="493">
                  <c:v>5.0715593917124391</c:v>
                </c:pt>
                <c:pt idx="494">
                  <c:v>5.0756860023988208</c:v>
                </c:pt>
                <c:pt idx="495">
                  <c:v>5.0757453302231355</c:v>
                </c:pt>
                <c:pt idx="496">
                  <c:v>5.0790987467386897</c:v>
                </c:pt>
                <c:pt idx="497">
                  <c:v>5.0795964416715478</c:v>
                </c:pt>
                <c:pt idx="498">
                  <c:v>5.0866974588688718</c:v>
                </c:pt>
                <c:pt idx="499">
                  <c:v>5.0866830679370274</c:v>
                </c:pt>
                <c:pt idx="500">
                  <c:v>5.0866358691941302</c:v>
                </c:pt>
                <c:pt idx="501">
                  <c:v>5.0931973216060271</c:v>
                </c:pt>
                <c:pt idx="502">
                  <c:v>5.1037368565262451</c:v>
                </c:pt>
                <c:pt idx="503">
                  <c:v>5.1056452580547349</c:v>
                </c:pt>
                <c:pt idx="504">
                  <c:v>5.1154340489506005</c:v>
                </c:pt>
                <c:pt idx="505">
                  <c:v>5.1332094190654578</c:v>
                </c:pt>
                <c:pt idx="506">
                  <c:v>5.1697211456106986</c:v>
                </c:pt>
                <c:pt idx="507">
                  <c:v>5.2189254105265839</c:v>
                </c:pt>
                <c:pt idx="508">
                  <c:v>5.2708932321101827</c:v>
                </c:pt>
                <c:pt idx="509">
                  <c:v>5.3534441555131824</c:v>
                </c:pt>
                <c:pt idx="510">
                  <c:v>5.4448538027722648</c:v>
                </c:pt>
                <c:pt idx="511">
                  <c:v>5.5136372744986355</c:v>
                </c:pt>
                <c:pt idx="512">
                  <c:v>5.5478214617954267</c:v>
                </c:pt>
                <c:pt idx="513">
                  <c:v>5.5835927800211822</c:v>
                </c:pt>
                <c:pt idx="514">
                  <c:v>5.6266621013887548</c:v>
                </c:pt>
                <c:pt idx="515">
                  <c:v>5.6078152802826491</c:v>
                </c:pt>
                <c:pt idx="516">
                  <c:v>5.5836981866430353</c:v>
                </c:pt>
                <c:pt idx="517">
                  <c:v>5.5958016191159832</c:v>
                </c:pt>
                <c:pt idx="518">
                  <c:v>5.5507998430144037</c:v>
                </c:pt>
                <c:pt idx="519">
                  <c:v>5.5094449017920644</c:v>
                </c:pt>
                <c:pt idx="520">
                  <c:v>5.4708828261342362</c:v>
                </c:pt>
                <c:pt idx="521">
                  <c:v>5.4354272007409392</c:v>
                </c:pt>
                <c:pt idx="522">
                  <c:v>5.3986219313936417</c:v>
                </c:pt>
                <c:pt idx="523">
                  <c:v>5.3787810380045915</c:v>
                </c:pt>
                <c:pt idx="524">
                  <c:v>5.3672317222868138</c:v>
                </c:pt>
                <c:pt idx="525">
                  <c:v>5.3545585963023576</c:v>
                </c:pt>
                <c:pt idx="526">
                  <c:v>5.3757325906617002</c:v>
                </c:pt>
                <c:pt idx="527">
                  <c:v>5.4029958670063563</c:v>
                </c:pt>
                <c:pt idx="528">
                  <c:v>5.4060309335641961</c:v>
                </c:pt>
                <c:pt idx="529">
                  <c:v>5.4310679049368122</c:v>
                </c:pt>
                <c:pt idx="530">
                  <c:v>5.4580014635123852</c:v>
                </c:pt>
                <c:pt idx="531">
                  <c:v>5.4772562375246858</c:v>
                </c:pt>
                <c:pt idx="532">
                  <c:v>5.4859452567195826</c:v>
                </c:pt>
                <c:pt idx="533">
                  <c:v>5.5129509017126574</c:v>
                </c:pt>
                <c:pt idx="534">
                  <c:v>5.5613160274399212</c:v>
                </c:pt>
                <c:pt idx="535">
                  <c:v>5.5728579939737868</c:v>
                </c:pt>
                <c:pt idx="536">
                  <c:v>5.5883163435426653</c:v>
                </c:pt>
                <c:pt idx="537">
                  <c:v>5.658470130632768</c:v>
                </c:pt>
                <c:pt idx="538">
                  <c:v>5.7259765718557523</c:v>
                </c:pt>
                <c:pt idx="539">
                  <c:v>5.7630565718510658</c:v>
                </c:pt>
                <c:pt idx="540">
                  <c:v>5.8270123910168721</c:v>
                </c:pt>
                <c:pt idx="541">
                  <c:v>5.9390629093656475</c:v>
                </c:pt>
                <c:pt idx="542">
                  <c:v>6.0350461792266259</c:v>
                </c:pt>
                <c:pt idx="543">
                  <c:v>6.1042602662828909</c:v>
                </c:pt>
                <c:pt idx="544">
                  <c:v>6.191293459882182</c:v>
                </c:pt>
                <c:pt idx="545">
                  <c:v>6.3134161665415256</c:v>
                </c:pt>
                <c:pt idx="546">
                  <c:v>6.4252015286771007</c:v>
                </c:pt>
                <c:pt idx="547">
                  <c:v>6.4795830301428969</c:v>
                </c:pt>
                <c:pt idx="548">
                  <c:v>6.5858104182265382</c:v>
                </c:pt>
                <c:pt idx="549">
                  <c:v>6.7111658288597003</c:v>
                </c:pt>
                <c:pt idx="550">
                  <c:v>6.7837968472410912</c:v>
                </c:pt>
                <c:pt idx="551">
                  <c:v>6.8161716713145113</c:v>
                </c:pt>
                <c:pt idx="552">
                  <c:v>6.8091258242358617</c:v>
                </c:pt>
                <c:pt idx="553">
                  <c:v>6.9086638738596609</c:v>
                </c:pt>
                <c:pt idx="554">
                  <c:v>6.8622062566325646</c:v>
                </c:pt>
                <c:pt idx="555">
                  <c:v>6.7420347436622219</c:v>
                </c:pt>
                <c:pt idx="556">
                  <c:v>6.6894138841368056</c:v>
                </c:pt>
                <c:pt idx="557">
                  <c:v>6.5559048028293017</c:v>
                </c:pt>
                <c:pt idx="558">
                  <c:v>6.4381534258967417</c:v>
                </c:pt>
                <c:pt idx="559">
                  <c:v>6.3257405430057254</c:v>
                </c:pt>
                <c:pt idx="560">
                  <c:v>6.1976438574935262</c:v>
                </c:pt>
                <c:pt idx="561">
                  <c:v>6.0952745860067079</c:v>
                </c:pt>
                <c:pt idx="562">
                  <c:v>5.944783678089113</c:v>
                </c:pt>
                <c:pt idx="563">
                  <c:v>5.8167319660689056</c:v>
                </c:pt>
                <c:pt idx="564">
                  <c:v>5.7130959997835635</c:v>
                </c:pt>
                <c:pt idx="565">
                  <c:v>5.6398371092913244</c:v>
                </c:pt>
                <c:pt idx="566">
                  <c:v>5.5715162847960444</c:v>
                </c:pt>
                <c:pt idx="567">
                  <c:v>5.4907124175910527</c:v>
                </c:pt>
                <c:pt idx="568">
                  <c:v>5.4200560165924063</c:v>
                </c:pt>
                <c:pt idx="569">
                  <c:v>5.3759706925086226</c:v>
                </c:pt>
                <c:pt idx="570">
                  <c:v>5.3169452973596929</c:v>
                </c:pt>
                <c:pt idx="571">
                  <c:v>5.286732275261663</c:v>
                </c:pt>
                <c:pt idx="572">
                  <c:v>5.2366302972829804</c:v>
                </c:pt>
                <c:pt idx="573">
                  <c:v>5.1602766244536564</c:v>
                </c:pt>
                <c:pt idx="574">
                  <c:v>5.1391642344088675</c:v>
                </c:pt>
                <c:pt idx="575">
                  <c:v>5.1398512659862314</c:v>
                </c:pt>
                <c:pt idx="576">
                  <c:v>5.114457771355001</c:v>
                </c:pt>
                <c:pt idx="577">
                  <c:v>5.1194461250944707</c:v>
                </c:pt>
                <c:pt idx="578">
                  <c:v>5.1271096403373804</c:v>
                </c:pt>
                <c:pt idx="579">
                  <c:v>5.0828426069493648</c:v>
                </c:pt>
                <c:pt idx="580">
                  <c:v>5.0814136737920368</c:v>
                </c:pt>
                <c:pt idx="581">
                  <c:v>5.0951445771865167</c:v>
                </c:pt>
                <c:pt idx="582">
                  <c:v>5.0925264816569644</c:v>
                </c:pt>
                <c:pt idx="583">
                  <c:v>4.9648374489348841</c:v>
                </c:pt>
                <c:pt idx="584">
                  <c:v>4.9927499047168062</c:v>
                </c:pt>
                <c:pt idx="585">
                  <c:v>4.721380198991306</c:v>
                </c:pt>
                <c:pt idx="586">
                  <c:v>4.8417572109548406</c:v>
                </c:pt>
                <c:pt idx="587">
                  <c:v>4.9349935403308578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A-37F8-4EA4-8385-84A4706AD5FD}"/>
            </c:ext>
          </c:extLst>
        </c:ser>
        <c:ser>
          <c:idx val="11"/>
          <c:order val="11"/>
          <c:tx>
            <c:strRef>
              <c:f>'Fully separated 0.5%'!$M$1</c:f>
              <c:strCache>
                <c:ptCount val="1"/>
                <c:pt idx="0">
                  <c:v>E2/O-PTIR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0.5%'!$A$2:$A$589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0.5%'!$M$2:$M$589</c:f>
              <c:numCache>
                <c:formatCode>General</c:formatCode>
                <c:ptCount val="588"/>
                <c:pt idx="0">
                  <c:v>4.8901765936264772</c:v>
                </c:pt>
                <c:pt idx="1">
                  <c:v>4.9595498289560576</c:v>
                </c:pt>
                <c:pt idx="2">
                  <c:v>4.7993076909344481</c:v>
                </c:pt>
                <c:pt idx="3">
                  <c:v>4.890098038358575</c:v>
                </c:pt>
                <c:pt idx="4">
                  <c:v>4.9259808662462232</c:v>
                </c:pt>
                <c:pt idx="5">
                  <c:v>4.8713069052138618</c:v>
                </c:pt>
                <c:pt idx="6">
                  <c:v>4.882661333359561</c:v>
                </c:pt>
                <c:pt idx="7">
                  <c:v>4.9036572276492683</c:v>
                </c:pt>
                <c:pt idx="8">
                  <c:v>4.8736446484246505</c:v>
                </c:pt>
                <c:pt idx="9">
                  <c:v>4.8557004978870397</c:v>
                </c:pt>
                <c:pt idx="10">
                  <c:v>4.8283053021436313</c:v>
                </c:pt>
                <c:pt idx="11">
                  <c:v>4.8390869102116749</c:v>
                </c:pt>
                <c:pt idx="12">
                  <c:v>4.8740997926927747</c:v>
                </c:pt>
                <c:pt idx="13">
                  <c:v>4.8627684229679353</c:v>
                </c:pt>
                <c:pt idx="14">
                  <c:v>4.8990099176708739</c:v>
                </c:pt>
                <c:pt idx="15">
                  <c:v>4.9142230022501083</c:v>
                </c:pt>
                <c:pt idx="16">
                  <c:v>4.9217080643639575</c:v>
                </c:pt>
                <c:pt idx="17">
                  <c:v>4.9658933899557809</c:v>
                </c:pt>
                <c:pt idx="18">
                  <c:v>4.9358449891282996</c:v>
                </c:pt>
                <c:pt idx="19">
                  <c:v>4.9078177153512623</c:v>
                </c:pt>
                <c:pt idx="20">
                  <c:v>4.9115063614649701</c:v>
                </c:pt>
                <c:pt idx="21">
                  <c:v>4.9311656323161754</c:v>
                </c:pt>
                <c:pt idx="22">
                  <c:v>4.9422695278050668</c:v>
                </c:pt>
                <c:pt idx="23">
                  <c:v>4.9379983469334299</c:v>
                </c:pt>
                <c:pt idx="24">
                  <c:v>4.9339159864796773</c:v>
                </c:pt>
                <c:pt idx="25">
                  <c:v>4.9084984851746736</c:v>
                </c:pt>
                <c:pt idx="26">
                  <c:v>4.8837909592048083</c:v>
                </c:pt>
                <c:pt idx="27">
                  <c:v>4.8898967507297275</c:v>
                </c:pt>
                <c:pt idx="28">
                  <c:v>4.8888553333617466</c:v>
                </c:pt>
                <c:pt idx="29">
                  <c:v>4.9072280863951301</c:v>
                </c:pt>
                <c:pt idx="30">
                  <c:v>4.9157340846808664</c:v>
                </c:pt>
                <c:pt idx="31">
                  <c:v>4.9102621083119224</c:v>
                </c:pt>
                <c:pt idx="32">
                  <c:v>4.9213225006110655</c:v>
                </c:pt>
                <c:pt idx="33">
                  <c:v>4.9576347414998025</c:v>
                </c:pt>
                <c:pt idx="34">
                  <c:v>4.9835968659489769</c:v>
                </c:pt>
                <c:pt idx="35">
                  <c:v>4.9806511071502593</c:v>
                </c:pt>
                <c:pt idx="36">
                  <c:v>4.9732201030088499</c:v>
                </c:pt>
                <c:pt idx="37">
                  <c:v>4.9768282176787775</c:v>
                </c:pt>
                <c:pt idx="38">
                  <c:v>4.9669705059848077</c:v>
                </c:pt>
                <c:pt idx="39">
                  <c:v>4.9609318224785719</c:v>
                </c:pt>
                <c:pt idx="40">
                  <c:v>4.9960321302520283</c:v>
                </c:pt>
                <c:pt idx="41">
                  <c:v>5.0230818253381075</c:v>
                </c:pt>
                <c:pt idx="42">
                  <c:v>5.0398424559804536</c:v>
                </c:pt>
                <c:pt idx="43">
                  <c:v>5.0791270839548721</c:v>
                </c:pt>
                <c:pt idx="44">
                  <c:v>5.1168188413161717</c:v>
                </c:pt>
                <c:pt idx="45">
                  <c:v>5.1682398483754008</c:v>
                </c:pt>
                <c:pt idx="46">
                  <c:v>5.2223499845730776</c:v>
                </c:pt>
                <c:pt idx="47">
                  <c:v>5.2281048637240035</c:v>
                </c:pt>
                <c:pt idx="48">
                  <c:v>5.192050709583742</c:v>
                </c:pt>
                <c:pt idx="49">
                  <c:v>5.1285547032803782</c:v>
                </c:pt>
                <c:pt idx="50">
                  <c:v>5.0504521162566958</c:v>
                </c:pt>
                <c:pt idx="51">
                  <c:v>4.9872096433011635</c:v>
                </c:pt>
                <c:pt idx="52">
                  <c:v>4.9430337705690759</c:v>
                </c:pt>
                <c:pt idx="53">
                  <c:v>4.9237395549542633</c:v>
                </c:pt>
                <c:pt idx="54">
                  <c:v>4.9113474933165184</c:v>
                </c:pt>
                <c:pt idx="55">
                  <c:v>4.9066534016999119</c:v>
                </c:pt>
                <c:pt idx="56">
                  <c:v>4.9131080838889387</c:v>
                </c:pt>
                <c:pt idx="57">
                  <c:v>4.9138000095439267</c:v>
                </c:pt>
                <c:pt idx="58">
                  <c:v>4.9152914850315144</c:v>
                </c:pt>
                <c:pt idx="59">
                  <c:v>4.9206763366325452</c:v>
                </c:pt>
                <c:pt idx="60">
                  <c:v>4.9301983260970683</c:v>
                </c:pt>
                <c:pt idx="61">
                  <c:v>4.9380975017858431</c:v>
                </c:pt>
                <c:pt idx="62">
                  <c:v>4.954202369881112</c:v>
                </c:pt>
                <c:pt idx="63">
                  <c:v>4.9648389316483561</c:v>
                </c:pt>
                <c:pt idx="64">
                  <c:v>4.9925474127395395</c:v>
                </c:pt>
                <c:pt idx="65">
                  <c:v>5.0036119213128654</c:v>
                </c:pt>
                <c:pt idx="66">
                  <c:v>5.0154927635535609</c:v>
                </c:pt>
                <c:pt idx="67">
                  <c:v>5.0284152963662763</c:v>
                </c:pt>
                <c:pt idx="68">
                  <c:v>5.024676663020303</c:v>
                </c:pt>
                <c:pt idx="69">
                  <c:v>5.0175732487347915</c:v>
                </c:pt>
                <c:pt idx="70">
                  <c:v>4.9934761061211903</c:v>
                </c:pt>
                <c:pt idx="71">
                  <c:v>4.965868546601869</c:v>
                </c:pt>
                <c:pt idx="72">
                  <c:v>4.9537489422450305</c:v>
                </c:pt>
                <c:pt idx="73">
                  <c:v>4.9385718204240776</c:v>
                </c:pt>
                <c:pt idx="74">
                  <c:v>4.92319505019851</c:v>
                </c:pt>
                <c:pt idx="75">
                  <c:v>4.9112473913567714</c:v>
                </c:pt>
                <c:pt idx="76">
                  <c:v>4.9035616973037675</c:v>
                </c:pt>
                <c:pt idx="77">
                  <c:v>4.8945948038048934</c:v>
                </c:pt>
                <c:pt idx="78">
                  <c:v>4.8891971116140489</c:v>
                </c:pt>
                <c:pt idx="79">
                  <c:v>4.8827354718288385</c:v>
                </c:pt>
                <c:pt idx="80">
                  <c:v>4.8835505214372272</c:v>
                </c:pt>
                <c:pt idx="81">
                  <c:v>4.8819349111412969</c:v>
                </c:pt>
                <c:pt idx="82">
                  <c:v>4.8728323809440548</c:v>
                </c:pt>
                <c:pt idx="83">
                  <c:v>4.8642119693603485</c:v>
                </c:pt>
                <c:pt idx="84">
                  <c:v>4.866581436113421</c:v>
                </c:pt>
                <c:pt idx="85">
                  <c:v>4.8693312074416406</c:v>
                </c:pt>
                <c:pt idx="86">
                  <c:v>4.8648795252150929</c:v>
                </c:pt>
                <c:pt idx="87">
                  <c:v>4.8595279407591647</c:v>
                </c:pt>
                <c:pt idx="88">
                  <c:v>4.8566975651327535</c:v>
                </c:pt>
                <c:pt idx="89">
                  <c:v>4.8600375528057871</c:v>
                </c:pt>
                <c:pt idx="90">
                  <c:v>4.8550479136136113</c:v>
                </c:pt>
                <c:pt idx="91">
                  <c:v>4.8521684204544586</c:v>
                </c:pt>
                <c:pt idx="92">
                  <c:v>4.8556643302257285</c:v>
                </c:pt>
                <c:pt idx="93">
                  <c:v>4.8517056993276624</c:v>
                </c:pt>
                <c:pt idx="94">
                  <c:v>4.8467734603039991</c:v>
                </c:pt>
                <c:pt idx="95">
                  <c:v>4.8452569866468789</c:v>
                </c:pt>
                <c:pt idx="96">
                  <c:v>4.8441768972472321</c:v>
                </c:pt>
                <c:pt idx="97">
                  <c:v>4.836353141810017</c:v>
                </c:pt>
                <c:pt idx="98">
                  <c:v>4.8331362803670839</c:v>
                </c:pt>
                <c:pt idx="99">
                  <c:v>4.8357247634144089</c:v>
                </c:pt>
                <c:pt idx="100">
                  <c:v>4.8418758089116238</c:v>
                </c:pt>
                <c:pt idx="101">
                  <c:v>4.8400844783314589</c:v>
                </c:pt>
                <c:pt idx="102">
                  <c:v>4.8413075217443096</c:v>
                </c:pt>
                <c:pt idx="103">
                  <c:v>4.8481034084571579</c:v>
                </c:pt>
                <c:pt idx="104">
                  <c:v>4.8476880563572573</c:v>
                </c:pt>
                <c:pt idx="105">
                  <c:v>4.8548088782934284</c:v>
                </c:pt>
                <c:pt idx="106">
                  <c:v>4.876047578119052</c:v>
                </c:pt>
                <c:pt idx="107">
                  <c:v>4.8908743476342895</c:v>
                </c:pt>
                <c:pt idx="108">
                  <c:v>4.9125329165332516</c:v>
                </c:pt>
                <c:pt idx="109">
                  <c:v>4.9276917336836163</c:v>
                </c:pt>
                <c:pt idx="110">
                  <c:v>4.9409187250769611</c:v>
                </c:pt>
                <c:pt idx="111">
                  <c:v>4.9298376239116912</c:v>
                </c:pt>
                <c:pt idx="112">
                  <c:v>4.8979337396423794</c:v>
                </c:pt>
                <c:pt idx="113">
                  <c:v>4.8823251648968506</c:v>
                </c:pt>
                <c:pt idx="114">
                  <c:v>4.8794924670361111</c:v>
                </c:pt>
                <c:pt idx="115">
                  <c:v>4.8825492286357175</c:v>
                </c:pt>
                <c:pt idx="116">
                  <c:v>4.8813343631304225</c:v>
                </c:pt>
                <c:pt idx="117">
                  <c:v>4.8822772449084777</c:v>
                </c:pt>
                <c:pt idx="118">
                  <c:v>4.8775044249947443</c:v>
                </c:pt>
                <c:pt idx="119">
                  <c:v>4.8785912033399379</c:v>
                </c:pt>
                <c:pt idx="120">
                  <c:v>4.8924983817214116</c:v>
                </c:pt>
                <c:pt idx="121">
                  <c:v>4.9177661398928523</c:v>
                </c:pt>
                <c:pt idx="122">
                  <c:v>4.9507473860748261</c:v>
                </c:pt>
                <c:pt idx="123">
                  <c:v>4.9588137990624359</c:v>
                </c:pt>
                <c:pt idx="124">
                  <c:v>4.9509489104805073</c:v>
                </c:pt>
                <c:pt idx="125">
                  <c:v>4.932036497509654</c:v>
                </c:pt>
                <c:pt idx="126">
                  <c:v>4.9322514635540342</c:v>
                </c:pt>
                <c:pt idx="127">
                  <c:v>4.9230502975920523</c:v>
                </c:pt>
                <c:pt idx="128">
                  <c:v>4.916052922900727</c:v>
                </c:pt>
                <c:pt idx="129">
                  <c:v>4.9134747692427618</c:v>
                </c:pt>
                <c:pt idx="130">
                  <c:v>4.9038264957647906</c:v>
                </c:pt>
                <c:pt idx="131">
                  <c:v>4.9137458696102758</c:v>
                </c:pt>
                <c:pt idx="132">
                  <c:v>4.9037677477896873</c:v>
                </c:pt>
                <c:pt idx="133">
                  <c:v>4.89182667316528</c:v>
                </c:pt>
                <c:pt idx="134">
                  <c:v>4.9042494975777728</c:v>
                </c:pt>
                <c:pt idx="135">
                  <c:v>4.8831031589308029</c:v>
                </c:pt>
                <c:pt idx="136">
                  <c:v>4.8781776726002946</c:v>
                </c:pt>
                <c:pt idx="137">
                  <c:v>4.885811048079904</c:v>
                </c:pt>
                <c:pt idx="138">
                  <c:v>4.8449817791119845</c:v>
                </c:pt>
                <c:pt idx="139">
                  <c:v>4.8480303309302304</c:v>
                </c:pt>
                <c:pt idx="140">
                  <c:v>4.8508086065464786</c:v>
                </c:pt>
                <c:pt idx="141">
                  <c:v>4.8533510114559917</c:v>
                </c:pt>
                <c:pt idx="142">
                  <c:v>4.8616052066861402</c:v>
                </c:pt>
                <c:pt idx="143">
                  <c:v>4.8544249401045674</c:v>
                </c:pt>
                <c:pt idx="144">
                  <c:v>4.8595141712756185</c:v>
                </c:pt>
                <c:pt idx="145">
                  <c:v>4.8558812314653821</c:v>
                </c:pt>
                <c:pt idx="146">
                  <c:v>4.865664495058831</c:v>
                </c:pt>
                <c:pt idx="147">
                  <c:v>4.8569881904822267</c:v>
                </c:pt>
                <c:pt idx="148">
                  <c:v>4.8129530212450744</c:v>
                </c:pt>
                <c:pt idx="149">
                  <c:v>4.8406411953077386</c:v>
                </c:pt>
                <c:pt idx="150">
                  <c:v>4.8428293866277912</c:v>
                </c:pt>
                <c:pt idx="151">
                  <c:v>4.8225298006411919</c:v>
                </c:pt>
                <c:pt idx="152">
                  <c:v>4.8367639541694762</c:v>
                </c:pt>
                <c:pt idx="153">
                  <c:v>4.8563349231987019</c:v>
                </c:pt>
                <c:pt idx="154">
                  <c:v>4.853904490964414</c:v>
                </c:pt>
                <c:pt idx="155">
                  <c:v>4.8464743519691273</c:v>
                </c:pt>
                <c:pt idx="156">
                  <c:v>4.8334283969552683</c:v>
                </c:pt>
                <c:pt idx="157">
                  <c:v>4.8271333888666073</c:v>
                </c:pt>
                <c:pt idx="158">
                  <c:v>4.8291559069809455</c:v>
                </c:pt>
                <c:pt idx="159">
                  <c:v>4.8397516156376161</c:v>
                </c:pt>
                <c:pt idx="160">
                  <c:v>4.8346573438520526</c:v>
                </c:pt>
                <c:pt idx="161">
                  <c:v>4.8422706297280236</c:v>
                </c:pt>
                <c:pt idx="162">
                  <c:v>4.8453671834958527</c:v>
                </c:pt>
                <c:pt idx="163">
                  <c:v>4.8418360030831984</c:v>
                </c:pt>
                <c:pt idx="164">
                  <c:v>4.8509911660384795</c:v>
                </c:pt>
                <c:pt idx="165">
                  <c:v>4.8602636154875363</c:v>
                </c:pt>
                <c:pt idx="166">
                  <c:v>4.8496768223893261</c:v>
                </c:pt>
                <c:pt idx="167">
                  <c:v>4.8549561580372433</c:v>
                </c:pt>
                <c:pt idx="168">
                  <c:v>4.8583961884758162</c:v>
                </c:pt>
                <c:pt idx="169">
                  <c:v>4.8635225936097211</c:v>
                </c:pt>
                <c:pt idx="170">
                  <c:v>4.8658675038731225</c:v>
                </c:pt>
                <c:pt idx="171">
                  <c:v>4.8724197062437318</c:v>
                </c:pt>
                <c:pt idx="172">
                  <c:v>4.8765005367548673</c:v>
                </c:pt>
                <c:pt idx="173">
                  <c:v>4.8864305200238523</c:v>
                </c:pt>
                <c:pt idx="174">
                  <c:v>4.88129762629403</c:v>
                </c:pt>
                <c:pt idx="175">
                  <c:v>4.883232511936284</c:v>
                </c:pt>
                <c:pt idx="176">
                  <c:v>4.8884297178967948</c:v>
                </c:pt>
                <c:pt idx="177">
                  <c:v>4.8807347440132798</c:v>
                </c:pt>
                <c:pt idx="178">
                  <c:v>4.8755125626502389</c:v>
                </c:pt>
                <c:pt idx="179">
                  <c:v>4.8866008536351249</c:v>
                </c:pt>
                <c:pt idx="180">
                  <c:v>4.8977135371872578</c:v>
                </c:pt>
                <c:pt idx="181">
                  <c:v>4.8925423311444227</c:v>
                </c:pt>
                <c:pt idx="182">
                  <c:v>4.8970744309797345</c:v>
                </c:pt>
                <c:pt idx="183">
                  <c:v>4.9109768009701291</c:v>
                </c:pt>
                <c:pt idx="184">
                  <c:v>4.925468781703052</c:v>
                </c:pt>
                <c:pt idx="185">
                  <c:v>4.933867966316491</c:v>
                </c:pt>
                <c:pt idx="186">
                  <c:v>4.9332688116462142</c:v>
                </c:pt>
                <c:pt idx="187">
                  <c:v>4.9448753661389446</c:v>
                </c:pt>
                <c:pt idx="188">
                  <c:v>4.9540915218958457</c:v>
                </c:pt>
                <c:pt idx="189">
                  <c:v>4.9528353661535158</c:v>
                </c:pt>
                <c:pt idx="190">
                  <c:v>4.9486680756709616</c:v>
                </c:pt>
                <c:pt idx="191">
                  <c:v>4.9423408158455429</c:v>
                </c:pt>
                <c:pt idx="192">
                  <c:v>4.9348052929457618</c:v>
                </c:pt>
                <c:pt idx="193">
                  <c:v>4.938505076677445</c:v>
                </c:pt>
                <c:pt idx="194">
                  <c:v>4.9447857005734734</c:v>
                </c:pt>
                <c:pt idx="195">
                  <c:v>4.9523733508038204</c:v>
                </c:pt>
                <c:pt idx="196">
                  <c:v>4.9568193731533681</c:v>
                </c:pt>
                <c:pt idx="197">
                  <c:v>4.9514813214041524</c:v>
                </c:pt>
                <c:pt idx="198">
                  <c:v>4.950608561996007</c:v>
                </c:pt>
                <c:pt idx="199">
                  <c:v>4.9507051214100528</c:v>
                </c:pt>
                <c:pt idx="200">
                  <c:v>4.9364642425090173</c:v>
                </c:pt>
                <c:pt idx="201">
                  <c:v>4.9252493260056358</c:v>
                </c:pt>
                <c:pt idx="202">
                  <c:v>4.9197580796451694</c:v>
                </c:pt>
                <c:pt idx="203">
                  <c:v>4.9329923018387358</c:v>
                </c:pt>
                <c:pt idx="204">
                  <c:v>4.9450619918177212</c:v>
                </c:pt>
                <c:pt idx="205">
                  <c:v>4.9489766049917652</c:v>
                </c:pt>
                <c:pt idx="206">
                  <c:v>4.9516575289022544</c:v>
                </c:pt>
                <c:pt idx="207">
                  <c:v>4.9569980121674142</c:v>
                </c:pt>
                <c:pt idx="208">
                  <c:v>4.9586912579443174</c:v>
                </c:pt>
                <c:pt idx="209">
                  <c:v>4.9613673097161186</c:v>
                </c:pt>
                <c:pt idx="210">
                  <c:v>4.9596220641038666</c:v>
                </c:pt>
                <c:pt idx="211">
                  <c:v>4.9688904564729501</c:v>
                </c:pt>
                <c:pt idx="212">
                  <c:v>4.9790299508123441</c:v>
                </c:pt>
                <c:pt idx="213">
                  <c:v>4.9778902164176682</c:v>
                </c:pt>
                <c:pt idx="214">
                  <c:v>4.9947189112928339</c:v>
                </c:pt>
                <c:pt idx="215">
                  <c:v>5.0068913168835349</c:v>
                </c:pt>
                <c:pt idx="216">
                  <c:v>5.0047793950242623</c:v>
                </c:pt>
                <c:pt idx="217">
                  <c:v>5.0103553255298969</c:v>
                </c:pt>
                <c:pt idx="218">
                  <c:v>5.0130098488234553</c:v>
                </c:pt>
                <c:pt idx="219">
                  <c:v>5.0160070792630478</c:v>
                </c:pt>
                <c:pt idx="220">
                  <c:v>5.0130956348915792</c:v>
                </c:pt>
                <c:pt idx="221">
                  <c:v>4.9977236639502891</c:v>
                </c:pt>
                <c:pt idx="222">
                  <c:v>4.9861964752307744</c:v>
                </c:pt>
                <c:pt idx="223">
                  <c:v>4.9752555823781206</c:v>
                </c:pt>
                <c:pt idx="224">
                  <c:v>4.9636449025044058</c:v>
                </c:pt>
                <c:pt idx="225">
                  <c:v>4.9440098466378233</c:v>
                </c:pt>
                <c:pt idx="226">
                  <c:v>4.9240272114865178</c:v>
                </c:pt>
                <c:pt idx="227">
                  <c:v>4.9040533552916523</c:v>
                </c:pt>
                <c:pt idx="228">
                  <c:v>4.8930276325850093</c:v>
                </c:pt>
                <c:pt idx="229">
                  <c:v>4.8809449654141899</c:v>
                </c:pt>
                <c:pt idx="230">
                  <c:v>4.8701254798828932</c:v>
                </c:pt>
                <c:pt idx="231">
                  <c:v>4.8643194205087346</c:v>
                </c:pt>
                <c:pt idx="232">
                  <c:v>4.8597102133869248</c:v>
                </c:pt>
                <c:pt idx="233">
                  <c:v>4.8498433448042597</c:v>
                </c:pt>
                <c:pt idx="234">
                  <c:v>4.8501990200353271</c:v>
                </c:pt>
                <c:pt idx="235">
                  <c:v>4.8528812371115988</c:v>
                </c:pt>
                <c:pt idx="236">
                  <c:v>4.8510064335908369</c:v>
                </c:pt>
                <c:pt idx="237">
                  <c:v>4.8348237979659778</c:v>
                </c:pt>
                <c:pt idx="238">
                  <c:v>4.8297827212834319</c:v>
                </c:pt>
                <c:pt idx="239">
                  <c:v>4.8368606683991446</c:v>
                </c:pt>
                <c:pt idx="240">
                  <c:v>4.8416206727667666</c:v>
                </c:pt>
                <c:pt idx="241">
                  <c:v>4.8461304837059291</c:v>
                </c:pt>
                <c:pt idx="242">
                  <c:v>4.8624089684143348</c:v>
                </c:pt>
                <c:pt idx="243">
                  <c:v>4.8689277397174191</c:v>
                </c:pt>
                <c:pt idx="244">
                  <c:v>4.8694398971150017</c:v>
                </c:pt>
                <c:pt idx="245">
                  <c:v>4.8706633002465027</c:v>
                </c:pt>
                <c:pt idx="246">
                  <c:v>4.8803402555951276</c:v>
                </c:pt>
                <c:pt idx="247">
                  <c:v>4.8928269460050462</c:v>
                </c:pt>
                <c:pt idx="248">
                  <c:v>4.9228977677772949</c:v>
                </c:pt>
                <c:pt idx="249">
                  <c:v>4.9776428939083139</c:v>
                </c:pt>
                <c:pt idx="250">
                  <c:v>5.0190887843913794</c:v>
                </c:pt>
                <c:pt idx="251">
                  <c:v>5.1068474038877287</c:v>
                </c:pt>
                <c:pt idx="252">
                  <c:v>5.1960290703667962</c:v>
                </c:pt>
                <c:pt idx="253">
                  <c:v>5.2811823979373447</c:v>
                </c:pt>
                <c:pt idx="254">
                  <c:v>5.3742751805787616</c:v>
                </c:pt>
                <c:pt idx="255">
                  <c:v>5.4796663705134865</c:v>
                </c:pt>
                <c:pt idx="256">
                  <c:v>5.5940528944875076</c:v>
                </c:pt>
                <c:pt idx="257">
                  <c:v>5.6647202882411847</c:v>
                </c:pt>
                <c:pt idx="258">
                  <c:v>5.7333401087934899</c:v>
                </c:pt>
                <c:pt idx="259">
                  <c:v>5.8</c:v>
                </c:pt>
                <c:pt idx="260">
                  <c:v>5.6608217758918169</c:v>
                </c:pt>
                <c:pt idx="261">
                  <c:v>5.3827199902666498</c:v>
                </c:pt>
                <c:pt idx="262">
                  <c:v>5.1227018349476037</c:v>
                </c:pt>
                <c:pt idx="263">
                  <c:v>5.0276847123398243</c:v>
                </c:pt>
                <c:pt idx="264">
                  <c:v>4.9771399252732307</c:v>
                </c:pt>
                <c:pt idx="265">
                  <c:v>4.9466922367433197</c:v>
                </c:pt>
                <c:pt idx="266">
                  <c:v>4.943606624797237</c:v>
                </c:pt>
                <c:pt idx="267">
                  <c:v>4.9114874102114925</c:v>
                </c:pt>
                <c:pt idx="268">
                  <c:v>4.8913279391927942</c:v>
                </c:pt>
                <c:pt idx="269">
                  <c:v>4.9330012265039969</c:v>
                </c:pt>
                <c:pt idx="270">
                  <c:v>4.9320857288774116</c:v>
                </c:pt>
                <c:pt idx="271">
                  <c:v>4.9267497534788891</c:v>
                </c:pt>
                <c:pt idx="272">
                  <c:v>4.9304842523370773</c:v>
                </c:pt>
                <c:pt idx="273">
                  <c:v>4.9550287210298984</c:v>
                </c:pt>
                <c:pt idx="274">
                  <c:v>5.0183836811949281</c:v>
                </c:pt>
                <c:pt idx="275">
                  <c:v>5.1051339045847639</c:v>
                </c:pt>
                <c:pt idx="276">
                  <c:v>5.2056564892698196</c:v>
                </c:pt>
                <c:pt idx="277">
                  <c:v>5.3948864217957064</c:v>
                </c:pt>
                <c:pt idx="278">
                  <c:v>5.8270933166642438</c:v>
                </c:pt>
                <c:pt idx="279">
                  <c:v>5.9436582603605324</c:v>
                </c:pt>
                <c:pt idx="280">
                  <c:v>5.8248226632585318</c:v>
                </c:pt>
                <c:pt idx="281">
                  <c:v>5.4852352159277205</c:v>
                </c:pt>
                <c:pt idx="282">
                  <c:v>5.1779257693698924</c:v>
                </c:pt>
                <c:pt idx="283">
                  <c:v>5.023285635550911</c:v>
                </c:pt>
                <c:pt idx="284">
                  <c:v>4.9559223896537992</c:v>
                </c:pt>
                <c:pt idx="285">
                  <c:v>4.8941322056199157</c:v>
                </c:pt>
                <c:pt idx="286">
                  <c:v>4.8303011988011075</c:v>
                </c:pt>
                <c:pt idx="287">
                  <c:v>4.8062372208810942</c:v>
                </c:pt>
                <c:pt idx="288">
                  <c:v>4.8231386426713376</c:v>
                </c:pt>
                <c:pt idx="289">
                  <c:v>4.8208512486881654</c:v>
                </c:pt>
                <c:pt idx="290">
                  <c:v>4.801816136653108</c:v>
                </c:pt>
                <c:pt idx="291">
                  <c:v>4.8360403983169169</c:v>
                </c:pt>
                <c:pt idx="292">
                  <c:v>4.8394053021982719</c:v>
                </c:pt>
                <c:pt idx="293">
                  <c:v>4.8434464498227996</c:v>
                </c:pt>
                <c:pt idx="294">
                  <c:v>4.8121885064153771</c:v>
                </c:pt>
                <c:pt idx="295">
                  <c:v>4.8192538110142022</c:v>
                </c:pt>
                <c:pt idx="296">
                  <c:v>4.8325330936605368</c:v>
                </c:pt>
                <c:pt idx="297">
                  <c:v>4.8418610149129329</c:v>
                </c:pt>
                <c:pt idx="298">
                  <c:v>4.8506286197258417</c:v>
                </c:pt>
                <c:pt idx="299">
                  <c:v>4.840284263338094</c:v>
                </c:pt>
                <c:pt idx="300">
                  <c:v>4.8354505895014608</c:v>
                </c:pt>
                <c:pt idx="301">
                  <c:v>4.8197054537172317</c:v>
                </c:pt>
                <c:pt idx="302">
                  <c:v>4.7988208486657715</c:v>
                </c:pt>
                <c:pt idx="303">
                  <c:v>4.8168905232258039</c:v>
                </c:pt>
                <c:pt idx="304">
                  <c:v>4.8496151738980133</c:v>
                </c:pt>
                <c:pt idx="305">
                  <c:v>4.8504711130441809</c:v>
                </c:pt>
                <c:pt idx="306">
                  <c:v>4.8551582607248065</c:v>
                </c:pt>
                <c:pt idx="307">
                  <c:v>4.8473410416942144</c:v>
                </c:pt>
                <c:pt idx="308">
                  <c:v>4.8483289474978335</c:v>
                </c:pt>
                <c:pt idx="309">
                  <c:v>4.8233940816173382</c:v>
                </c:pt>
                <c:pt idx="310">
                  <c:v>4.8242507197105056</c:v>
                </c:pt>
                <c:pt idx="311">
                  <c:v>4.8420298276883909</c:v>
                </c:pt>
                <c:pt idx="312">
                  <c:v>4.828983717858911</c:v>
                </c:pt>
                <c:pt idx="313">
                  <c:v>4.8224719132588101</c:v>
                </c:pt>
                <c:pt idx="314">
                  <c:v>4.8257195169861875</c:v>
                </c:pt>
                <c:pt idx="315">
                  <c:v>4.8234586374549622</c:v>
                </c:pt>
                <c:pt idx="316">
                  <c:v>4.817636682159157</c:v>
                </c:pt>
                <c:pt idx="317">
                  <c:v>4.8239517274873496</c:v>
                </c:pt>
                <c:pt idx="318">
                  <c:v>4.8402313346090136</c:v>
                </c:pt>
                <c:pt idx="319">
                  <c:v>4.8525394907331005</c:v>
                </c:pt>
                <c:pt idx="320">
                  <c:v>4.8616962883592123</c:v>
                </c:pt>
                <c:pt idx="321">
                  <c:v>4.8900344910991942</c:v>
                </c:pt>
                <c:pt idx="322">
                  <c:v>4.941215488410502</c:v>
                </c:pt>
                <c:pt idx="323">
                  <c:v>4.9985172670416471</c:v>
                </c:pt>
                <c:pt idx="324">
                  <c:v>5.0237318141731695</c:v>
                </c:pt>
                <c:pt idx="325">
                  <c:v>4.9938896641812374</c:v>
                </c:pt>
                <c:pt idx="326">
                  <c:v>4.9497995593036714</c:v>
                </c:pt>
                <c:pt idx="327">
                  <c:v>4.9488200955048463</c:v>
                </c:pt>
                <c:pt idx="328">
                  <c:v>4.9759844178987249</c:v>
                </c:pt>
                <c:pt idx="329">
                  <c:v>5.0127986438880061</c:v>
                </c:pt>
                <c:pt idx="330">
                  <c:v>5.0882048709730174</c:v>
                </c:pt>
                <c:pt idx="331">
                  <c:v>5.1916085197404476</c:v>
                </c:pt>
                <c:pt idx="332">
                  <c:v>5.2715963603393687</c:v>
                </c:pt>
                <c:pt idx="333">
                  <c:v>5.3179236055939061</c:v>
                </c:pt>
                <c:pt idx="334">
                  <c:v>5.2635680957423503</c:v>
                </c:pt>
                <c:pt idx="335">
                  <c:v>5.1614676302390965</c:v>
                </c:pt>
                <c:pt idx="336">
                  <c:v>5.0612412715863053</c:v>
                </c:pt>
                <c:pt idx="337">
                  <c:v>4.9793196199476828</c:v>
                </c:pt>
                <c:pt idx="338">
                  <c:v>4.9225011939016481</c:v>
                </c:pt>
                <c:pt idx="339">
                  <c:v>4.8894508362047073</c:v>
                </c:pt>
                <c:pt idx="340">
                  <c:v>4.874126685076976</c:v>
                </c:pt>
                <c:pt idx="341">
                  <c:v>4.8514604395088003</c:v>
                </c:pt>
                <c:pt idx="342">
                  <c:v>4.8371858153555962</c:v>
                </c:pt>
                <c:pt idx="343">
                  <c:v>4.8303112914136337</c:v>
                </c:pt>
                <c:pt idx="344">
                  <c:v>4.8249462197849988</c:v>
                </c:pt>
                <c:pt idx="345">
                  <c:v>4.8212054372339219</c:v>
                </c:pt>
                <c:pt idx="346">
                  <c:v>4.8153306693207529</c:v>
                </c:pt>
                <c:pt idx="347">
                  <c:v>4.8106357637837807</c:v>
                </c:pt>
                <c:pt idx="348">
                  <c:v>4.8096264569971376</c:v>
                </c:pt>
                <c:pt idx="349">
                  <c:v>4.8143390513572593</c:v>
                </c:pt>
                <c:pt idx="350">
                  <c:v>4.8027731154749684</c:v>
                </c:pt>
                <c:pt idx="351">
                  <c:v>4.8100751536499509</c:v>
                </c:pt>
                <c:pt idx="352">
                  <c:v>4.8204324496639774</c:v>
                </c:pt>
                <c:pt idx="353">
                  <c:v>4.8199554832232687</c:v>
                </c:pt>
                <c:pt idx="354">
                  <c:v>4.8152777292081703</c:v>
                </c:pt>
                <c:pt idx="355">
                  <c:v>4.8157579057963327</c:v>
                </c:pt>
                <c:pt idx="356">
                  <c:v>4.8134638524647189</c:v>
                </c:pt>
                <c:pt idx="357">
                  <c:v>4.8139670191727308</c:v>
                </c:pt>
                <c:pt idx="358">
                  <c:v>4.8158585735161106</c:v>
                </c:pt>
                <c:pt idx="359">
                  <c:v>4.8236089634238075</c:v>
                </c:pt>
                <c:pt idx="360">
                  <c:v>4.822336556594581</c:v>
                </c:pt>
                <c:pt idx="361">
                  <c:v>4.8283248362323921</c:v>
                </c:pt>
                <c:pt idx="362">
                  <c:v>4.8304574191470859</c:v>
                </c:pt>
                <c:pt idx="363">
                  <c:v>4.8361610406669673</c:v>
                </c:pt>
                <c:pt idx="364">
                  <c:v>4.8445344074987586</c:v>
                </c:pt>
                <c:pt idx="365">
                  <c:v>4.8438570254054252</c:v>
                </c:pt>
                <c:pt idx="366">
                  <c:v>4.8408091474904751</c:v>
                </c:pt>
                <c:pt idx="367">
                  <c:v>4.8350736908699945</c:v>
                </c:pt>
                <c:pt idx="368">
                  <c:v>4.8370555380097846</c:v>
                </c:pt>
                <c:pt idx="369">
                  <c:v>4.8336701438255343</c:v>
                </c:pt>
                <c:pt idx="370">
                  <c:v>4.8291931446914083</c:v>
                </c:pt>
                <c:pt idx="371">
                  <c:v>4.8403895470677734</c:v>
                </c:pt>
                <c:pt idx="372">
                  <c:v>4.8376725579474869</c:v>
                </c:pt>
                <c:pt idx="373">
                  <c:v>4.8304179047363016</c:v>
                </c:pt>
                <c:pt idx="374">
                  <c:v>4.8194090501023421</c:v>
                </c:pt>
                <c:pt idx="375">
                  <c:v>4.8270850772857798</c:v>
                </c:pt>
                <c:pt idx="376">
                  <c:v>4.8321215299899709</c:v>
                </c:pt>
                <c:pt idx="377">
                  <c:v>4.8226155366219086</c:v>
                </c:pt>
                <c:pt idx="378">
                  <c:v>4.8238138391323622</c:v>
                </c:pt>
                <c:pt idx="379">
                  <c:v>4.8210948100885869</c:v>
                </c:pt>
                <c:pt idx="380">
                  <c:v>4.8093388203860119</c:v>
                </c:pt>
                <c:pt idx="381">
                  <c:v>4.8134920835487094</c:v>
                </c:pt>
                <c:pt idx="382">
                  <c:v>4.8162876176917466</c:v>
                </c:pt>
                <c:pt idx="383">
                  <c:v>4.8312252317771991</c:v>
                </c:pt>
                <c:pt idx="384">
                  <c:v>4.830226247549815</c:v>
                </c:pt>
                <c:pt idx="385">
                  <c:v>4.8208031966511742</c:v>
                </c:pt>
                <c:pt idx="386">
                  <c:v>4.8132065170273508</c:v>
                </c:pt>
                <c:pt idx="387">
                  <c:v>4.812272621385465</c:v>
                </c:pt>
                <c:pt idx="388">
                  <c:v>4.8127647756940197</c:v>
                </c:pt>
                <c:pt idx="389">
                  <c:v>4.8134653573636319</c:v>
                </c:pt>
                <c:pt idx="390">
                  <c:v>4.8130622197609574</c:v>
                </c:pt>
                <c:pt idx="391">
                  <c:v>4.8101519490285041</c:v>
                </c:pt>
                <c:pt idx="392">
                  <c:v>4.8057688495532744</c:v>
                </c:pt>
                <c:pt idx="393">
                  <c:v>4.8132861173007004</c:v>
                </c:pt>
                <c:pt idx="394">
                  <c:v>4.8168894543150023</c:v>
                </c:pt>
                <c:pt idx="395">
                  <c:v>4.8204338202375707</c:v>
                </c:pt>
                <c:pt idx="396">
                  <c:v>4.8218313203659768</c:v>
                </c:pt>
                <c:pt idx="397">
                  <c:v>4.8235818501996759</c:v>
                </c:pt>
                <c:pt idx="398">
                  <c:v>4.8166400065058985</c:v>
                </c:pt>
                <c:pt idx="399">
                  <c:v>4.8196181240462899</c:v>
                </c:pt>
                <c:pt idx="400">
                  <c:v>4.8370763060701201</c:v>
                </c:pt>
                <c:pt idx="401">
                  <c:v>4.8395843464649762</c:v>
                </c:pt>
                <c:pt idx="402">
                  <c:v>4.8504028894423392</c:v>
                </c:pt>
                <c:pt idx="403">
                  <c:v>4.8660310483640359</c:v>
                </c:pt>
                <c:pt idx="404">
                  <c:v>4.8526229591202972</c:v>
                </c:pt>
                <c:pt idx="405">
                  <c:v>4.856840833330601</c:v>
                </c:pt>
                <c:pt idx="406">
                  <c:v>4.8448756165759805</c:v>
                </c:pt>
                <c:pt idx="407">
                  <c:v>4.8489847282585137</c:v>
                </c:pt>
                <c:pt idx="408">
                  <c:v>4.8532644239893541</c:v>
                </c:pt>
                <c:pt idx="409">
                  <c:v>4.8446419542685577</c:v>
                </c:pt>
                <c:pt idx="410">
                  <c:v>4.8329730295705122</c:v>
                </c:pt>
                <c:pt idx="411">
                  <c:v>4.8388306994642649</c:v>
                </c:pt>
                <c:pt idx="412">
                  <c:v>4.8319439792386785</c:v>
                </c:pt>
                <c:pt idx="413">
                  <c:v>4.8192240044535897</c:v>
                </c:pt>
                <c:pt idx="414">
                  <c:v>4.8134558521397883</c:v>
                </c:pt>
                <c:pt idx="415">
                  <c:v>4.8090359133766523</c:v>
                </c:pt>
                <c:pt idx="416">
                  <c:v>4.8112328580402668</c:v>
                </c:pt>
                <c:pt idx="417">
                  <c:v>4.8177602603142722</c:v>
                </c:pt>
                <c:pt idx="418">
                  <c:v>4.8199325227005234</c:v>
                </c:pt>
                <c:pt idx="419">
                  <c:v>4.8327017903242782</c:v>
                </c:pt>
                <c:pt idx="420">
                  <c:v>4.8274198228107883</c:v>
                </c:pt>
                <c:pt idx="421">
                  <c:v>4.8259203310613685</c:v>
                </c:pt>
                <c:pt idx="422">
                  <c:v>4.8218975427482356</c:v>
                </c:pt>
                <c:pt idx="423">
                  <c:v>4.8224741535319273</c:v>
                </c:pt>
                <c:pt idx="424">
                  <c:v>4.8098279711576675</c:v>
                </c:pt>
                <c:pt idx="425">
                  <c:v>4.7827834225526651</c:v>
                </c:pt>
                <c:pt idx="426">
                  <c:v>4.8026698033677677</c:v>
                </c:pt>
                <c:pt idx="427">
                  <c:v>4.8052136283691063</c:v>
                </c:pt>
                <c:pt idx="428">
                  <c:v>4.8137278711558826</c:v>
                </c:pt>
                <c:pt idx="429">
                  <c:v>4.844247183539566</c:v>
                </c:pt>
                <c:pt idx="430">
                  <c:v>4.8277934703141954</c:v>
                </c:pt>
                <c:pt idx="431">
                  <c:v>4.8581778210411546</c:v>
                </c:pt>
                <c:pt idx="432">
                  <c:v>4.8574735101364155</c:v>
                </c:pt>
                <c:pt idx="433">
                  <c:v>4.8477651864107578</c:v>
                </c:pt>
                <c:pt idx="434">
                  <c:v>4.8284402216813991</c:v>
                </c:pt>
                <c:pt idx="435">
                  <c:v>4.7711885577777364</c:v>
                </c:pt>
                <c:pt idx="436">
                  <c:v>4.8157798338354825</c:v>
                </c:pt>
                <c:pt idx="437">
                  <c:v>4.9043163961400271</c:v>
                </c:pt>
                <c:pt idx="438">
                  <c:v>4.9384185984924232</c:v>
                </c:pt>
                <c:pt idx="439">
                  <c:v>4.8517923232215052</c:v>
                </c:pt>
                <c:pt idx="440">
                  <c:v>4.8550847460714168</c:v>
                </c:pt>
                <c:pt idx="441">
                  <c:v>4.8481076613333594</c:v>
                </c:pt>
                <c:pt idx="442">
                  <c:v>4.9224585922852269</c:v>
                </c:pt>
                <c:pt idx="443">
                  <c:v>4.8595689077047544</c:v>
                </c:pt>
                <c:pt idx="444">
                  <c:v>4.8330424757604264</c:v>
                </c:pt>
                <c:pt idx="445">
                  <c:v>4.866471945041547</c:v>
                </c:pt>
                <c:pt idx="446">
                  <c:v>4.8513761287424852</c:v>
                </c:pt>
                <c:pt idx="447">
                  <c:v>4.8270050626529715</c:v>
                </c:pt>
                <c:pt idx="448">
                  <c:v>4.8364292951590793</c:v>
                </c:pt>
                <c:pt idx="449">
                  <c:v>4.8115714398053182</c:v>
                </c:pt>
                <c:pt idx="450">
                  <c:v>4.800701648517153</c:v>
                </c:pt>
                <c:pt idx="451">
                  <c:v>4.7983578351252785</c:v>
                </c:pt>
                <c:pt idx="452">
                  <c:v>4.8038979369133621</c:v>
                </c:pt>
                <c:pt idx="453">
                  <c:v>4.8028369672430173</c:v>
                </c:pt>
                <c:pt idx="454">
                  <c:v>4.7945869395128078</c:v>
                </c:pt>
                <c:pt idx="455">
                  <c:v>4.8163391337282766</c:v>
                </c:pt>
                <c:pt idx="456">
                  <c:v>4.82327677918666</c:v>
                </c:pt>
                <c:pt idx="457">
                  <c:v>4.8411208641917289</c:v>
                </c:pt>
                <c:pt idx="458">
                  <c:v>4.8331771152640552</c:v>
                </c:pt>
                <c:pt idx="459">
                  <c:v>4.8504673109546435</c:v>
                </c:pt>
                <c:pt idx="460">
                  <c:v>4.8299525654041355</c:v>
                </c:pt>
                <c:pt idx="461">
                  <c:v>4.8291950730565807</c:v>
                </c:pt>
                <c:pt idx="462">
                  <c:v>4.8079902909431764</c:v>
                </c:pt>
                <c:pt idx="463">
                  <c:v>4.8057957886098324</c:v>
                </c:pt>
                <c:pt idx="464">
                  <c:v>4.8199331169193069</c:v>
                </c:pt>
                <c:pt idx="465">
                  <c:v>4.8292724808675214</c:v>
                </c:pt>
                <c:pt idx="466">
                  <c:v>4.8093628993377893</c:v>
                </c:pt>
                <c:pt idx="467">
                  <c:v>4.8081051106321535</c:v>
                </c:pt>
                <c:pt idx="468">
                  <c:v>4.7973069629054486</c:v>
                </c:pt>
                <c:pt idx="469">
                  <c:v>4.7919873598281146</c:v>
                </c:pt>
                <c:pt idx="470">
                  <c:v>4.8100039544007887</c:v>
                </c:pt>
                <c:pt idx="471">
                  <c:v>4.8269031438863674</c:v>
                </c:pt>
                <c:pt idx="472">
                  <c:v>4.8149692317611716</c:v>
                </c:pt>
                <c:pt idx="473">
                  <c:v>4.8154760081775434</c:v>
                </c:pt>
                <c:pt idx="474">
                  <c:v>4.8128787040548211</c:v>
                </c:pt>
                <c:pt idx="475">
                  <c:v>4.8088754242175709</c:v>
                </c:pt>
                <c:pt idx="476">
                  <c:v>4.8160884109669926</c:v>
                </c:pt>
                <c:pt idx="477">
                  <c:v>4.8067042808295275</c:v>
                </c:pt>
                <c:pt idx="478">
                  <c:v>4.8084094548085909</c:v>
                </c:pt>
                <c:pt idx="479">
                  <c:v>4.8041290789135296</c:v>
                </c:pt>
                <c:pt idx="480">
                  <c:v>4.8189734057724731</c:v>
                </c:pt>
                <c:pt idx="481">
                  <c:v>4.8069722757778024</c:v>
                </c:pt>
                <c:pt idx="482">
                  <c:v>4.8033553838589595</c:v>
                </c:pt>
                <c:pt idx="483">
                  <c:v>4.805353248154689</c:v>
                </c:pt>
                <c:pt idx="484">
                  <c:v>4.8060163394001023</c:v>
                </c:pt>
                <c:pt idx="485">
                  <c:v>4.8171212485898112</c:v>
                </c:pt>
                <c:pt idx="486">
                  <c:v>4.8265733866117637</c:v>
                </c:pt>
                <c:pt idx="487">
                  <c:v>4.8321210473295029</c:v>
                </c:pt>
                <c:pt idx="488">
                  <c:v>4.8273157639458821</c:v>
                </c:pt>
                <c:pt idx="489">
                  <c:v>4.8210619777932466</c:v>
                </c:pt>
                <c:pt idx="490">
                  <c:v>4.8296033332349797</c:v>
                </c:pt>
                <c:pt idx="491">
                  <c:v>4.8213348448802105</c:v>
                </c:pt>
                <c:pt idx="492">
                  <c:v>4.8186856627256072</c:v>
                </c:pt>
                <c:pt idx="493">
                  <c:v>4.8271868571736638</c:v>
                </c:pt>
                <c:pt idx="494">
                  <c:v>4.8239316219468078</c:v>
                </c:pt>
                <c:pt idx="495">
                  <c:v>4.8116408108641222</c:v>
                </c:pt>
                <c:pt idx="496">
                  <c:v>4.8140355023184096</c:v>
                </c:pt>
                <c:pt idx="497">
                  <c:v>4.8174412945991927</c:v>
                </c:pt>
                <c:pt idx="498">
                  <c:v>4.8304999342488948</c:v>
                </c:pt>
                <c:pt idx="499">
                  <c:v>4.8295025391583346</c:v>
                </c:pt>
                <c:pt idx="500">
                  <c:v>4.8110532787489877</c:v>
                </c:pt>
                <c:pt idx="501">
                  <c:v>4.8357277390617295</c:v>
                </c:pt>
                <c:pt idx="502">
                  <c:v>4.8357159184336593</c:v>
                </c:pt>
                <c:pt idx="503">
                  <c:v>4.8421556973423803</c:v>
                </c:pt>
                <c:pt idx="504">
                  <c:v>4.840984681085283</c:v>
                </c:pt>
                <c:pt idx="505">
                  <c:v>4.8354710957412586</c:v>
                </c:pt>
                <c:pt idx="506">
                  <c:v>4.8673644980822894</c:v>
                </c:pt>
                <c:pt idx="507">
                  <c:v>4.8937137572075775</c:v>
                </c:pt>
                <c:pt idx="508">
                  <c:v>4.9242254665505367</c:v>
                </c:pt>
                <c:pt idx="509">
                  <c:v>4.9683030313627308</c:v>
                </c:pt>
                <c:pt idx="510">
                  <c:v>5.0232799711205107</c:v>
                </c:pt>
                <c:pt idx="511">
                  <c:v>5.0611690364384971</c:v>
                </c:pt>
                <c:pt idx="512">
                  <c:v>5.100545679533119</c:v>
                </c:pt>
                <c:pt idx="513">
                  <c:v>5.1120084467403286</c:v>
                </c:pt>
                <c:pt idx="514">
                  <c:v>5.1021595322164019</c:v>
                </c:pt>
                <c:pt idx="515">
                  <c:v>5.0913511251088712</c:v>
                </c:pt>
                <c:pt idx="516">
                  <c:v>5.0870101679257722</c:v>
                </c:pt>
                <c:pt idx="517">
                  <c:v>5.0852220110658557</c:v>
                </c:pt>
                <c:pt idx="518">
                  <c:v>5.0703444301528373</c:v>
                </c:pt>
                <c:pt idx="519">
                  <c:v>5.0336924327216837</c:v>
                </c:pt>
                <c:pt idx="520">
                  <c:v>5.0046087335681424</c:v>
                </c:pt>
                <c:pt idx="521">
                  <c:v>4.9887594023169886</c:v>
                </c:pt>
                <c:pt idx="522">
                  <c:v>4.9817247443811938</c:v>
                </c:pt>
                <c:pt idx="523">
                  <c:v>4.9564852628277487</c:v>
                </c:pt>
                <c:pt idx="524">
                  <c:v>4.9446037375769567</c:v>
                </c:pt>
                <c:pt idx="525">
                  <c:v>4.9534262518482253</c:v>
                </c:pt>
                <c:pt idx="526">
                  <c:v>4.9517847235958312</c:v>
                </c:pt>
                <c:pt idx="527">
                  <c:v>4.9561135778400196</c:v>
                </c:pt>
                <c:pt idx="528">
                  <c:v>4.9733814755276571</c:v>
                </c:pt>
                <c:pt idx="529">
                  <c:v>4.9727388085608295</c:v>
                </c:pt>
                <c:pt idx="530">
                  <c:v>4.9794801182135657</c:v>
                </c:pt>
                <c:pt idx="531">
                  <c:v>4.9941954341412513</c:v>
                </c:pt>
                <c:pt idx="532">
                  <c:v>5.0105811742018158</c:v>
                </c:pt>
                <c:pt idx="533">
                  <c:v>5.0152539103694043</c:v>
                </c:pt>
                <c:pt idx="534">
                  <c:v>5.0062745314459658</c:v>
                </c:pt>
                <c:pt idx="535">
                  <c:v>5.0173185315027933</c:v>
                </c:pt>
                <c:pt idx="536">
                  <c:v>5.0436090472063784</c:v>
                </c:pt>
                <c:pt idx="537">
                  <c:v>5.0825446297010668</c:v>
                </c:pt>
                <c:pt idx="538">
                  <c:v>5.1122425643878158</c:v>
                </c:pt>
                <c:pt idx="539">
                  <c:v>5.1160115415956788</c:v>
                </c:pt>
                <c:pt idx="540">
                  <c:v>5.1264208340300028</c:v>
                </c:pt>
                <c:pt idx="541">
                  <c:v>5.1566083867811487</c:v>
                </c:pt>
                <c:pt idx="542">
                  <c:v>5.1819559296386668</c:v>
                </c:pt>
                <c:pt idx="543">
                  <c:v>5.1958373904133053</c:v>
                </c:pt>
                <c:pt idx="544">
                  <c:v>5.2190337246707976</c:v>
                </c:pt>
                <c:pt idx="545">
                  <c:v>5.2248410954243409</c:v>
                </c:pt>
                <c:pt idx="546">
                  <c:v>5.2490976070604658</c:v>
                </c:pt>
                <c:pt idx="547">
                  <c:v>5.3054154140261476</c:v>
                </c:pt>
                <c:pt idx="548">
                  <c:v>5.3300776518732134</c:v>
                </c:pt>
                <c:pt idx="549">
                  <c:v>5.3430041734648928</c:v>
                </c:pt>
                <c:pt idx="550">
                  <c:v>5.3441248200040707</c:v>
                </c:pt>
                <c:pt idx="551">
                  <c:v>5.3433211630040924</c:v>
                </c:pt>
                <c:pt idx="552">
                  <c:v>5.3403729635826283</c:v>
                </c:pt>
                <c:pt idx="553">
                  <c:v>5.3371649653340487</c:v>
                </c:pt>
                <c:pt idx="554">
                  <c:v>5.3457577787564539</c:v>
                </c:pt>
                <c:pt idx="555">
                  <c:v>5.3201787410102197</c:v>
                </c:pt>
                <c:pt idx="556">
                  <c:v>5.2940232063153108</c:v>
                </c:pt>
                <c:pt idx="557">
                  <c:v>5.2760501690040176</c:v>
                </c:pt>
                <c:pt idx="558">
                  <c:v>5.2787834479151057</c:v>
                </c:pt>
                <c:pt idx="559">
                  <c:v>5.2210052742950319</c:v>
                </c:pt>
                <c:pt idx="560">
                  <c:v>5.1354870554105139</c:v>
                </c:pt>
                <c:pt idx="561">
                  <c:v>5.0921201762639594</c:v>
                </c:pt>
                <c:pt idx="562">
                  <c:v>5.0415317676192011</c:v>
                </c:pt>
                <c:pt idx="563">
                  <c:v>4.9902731530405235</c:v>
                </c:pt>
                <c:pt idx="564">
                  <c:v>4.9322485129504177</c:v>
                </c:pt>
                <c:pt idx="565">
                  <c:v>4.9261134157389561</c:v>
                </c:pt>
                <c:pt idx="566">
                  <c:v>4.9225478571514429</c:v>
                </c:pt>
                <c:pt idx="567">
                  <c:v>4.9056208088223769</c:v>
                </c:pt>
                <c:pt idx="568">
                  <c:v>4.8752664832192609</c:v>
                </c:pt>
                <c:pt idx="569">
                  <c:v>4.8632992402013544</c:v>
                </c:pt>
                <c:pt idx="570">
                  <c:v>4.9322925170142362</c:v>
                </c:pt>
                <c:pt idx="571">
                  <c:v>4.945461152024933</c:v>
                </c:pt>
                <c:pt idx="572">
                  <c:v>4.9534068907886883</c:v>
                </c:pt>
                <c:pt idx="573">
                  <c:v>5.0045992260675982</c:v>
                </c:pt>
                <c:pt idx="574">
                  <c:v>4.9109946138734468</c:v>
                </c:pt>
                <c:pt idx="575">
                  <c:v>4.9025187135659642</c:v>
                </c:pt>
                <c:pt idx="576">
                  <c:v>4.9041634018784048</c:v>
                </c:pt>
                <c:pt idx="577">
                  <c:v>4.8516105605746169</c:v>
                </c:pt>
                <c:pt idx="578">
                  <c:v>4.8842582656060518</c:v>
                </c:pt>
                <c:pt idx="579">
                  <c:v>4.8122287345717121</c:v>
                </c:pt>
                <c:pt idx="580">
                  <c:v>4.8486131525523994</c:v>
                </c:pt>
                <c:pt idx="581">
                  <c:v>4.86375722123808</c:v>
                </c:pt>
                <c:pt idx="582">
                  <c:v>4.9173396228545734</c:v>
                </c:pt>
                <c:pt idx="583">
                  <c:v>5.1772222143296602</c:v>
                </c:pt>
                <c:pt idx="584">
                  <c:v>4.6681314501196818</c:v>
                </c:pt>
                <c:pt idx="585">
                  <c:v>4.6259730890379247</c:v>
                </c:pt>
                <c:pt idx="586">
                  <c:v>5.1880668847199152</c:v>
                </c:pt>
                <c:pt idx="587">
                  <c:v>5.4383187970571178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B-37F8-4EA4-8385-84A4706AD5FD}"/>
            </c:ext>
          </c:extLst>
        </c:ser>
        <c:ser>
          <c:idx val="12"/>
          <c:order val="12"/>
          <c:tx>
            <c:strRef>
              <c:f>'Fully separated 0.5%'!$N$1</c:f>
              <c:strCache>
                <c:ptCount val="1"/>
                <c:pt idx="0">
                  <c:v>E3/O-PTIR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0.5%'!$A$2:$A$589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0.5%'!$N$2:$N$589</c:f>
              <c:numCache>
                <c:formatCode>General</c:formatCode>
                <c:ptCount val="588"/>
                <c:pt idx="0">
                  <c:v>4.5903643630630109</c:v>
                </c:pt>
                <c:pt idx="1">
                  <c:v>4.6205779756110044</c:v>
                </c:pt>
                <c:pt idx="2">
                  <c:v>4.6446589736870649</c:v>
                </c:pt>
                <c:pt idx="3">
                  <c:v>4.6270846614861929</c:v>
                </c:pt>
                <c:pt idx="4">
                  <c:v>4.6152968506544889</c:v>
                </c:pt>
                <c:pt idx="5">
                  <c:v>4.6350392788888737</c:v>
                </c:pt>
                <c:pt idx="6">
                  <c:v>4.6622210047784529</c:v>
                </c:pt>
                <c:pt idx="7">
                  <c:v>4.6550344984885301</c:v>
                </c:pt>
                <c:pt idx="8">
                  <c:v>4.6556335803305791</c:v>
                </c:pt>
                <c:pt idx="9">
                  <c:v>4.6495547101845771</c:v>
                </c:pt>
                <c:pt idx="10">
                  <c:v>4.6357612876012713</c:v>
                </c:pt>
                <c:pt idx="11">
                  <c:v>4.6426617749555943</c:v>
                </c:pt>
                <c:pt idx="12">
                  <c:v>4.670378327281183</c:v>
                </c:pt>
                <c:pt idx="13">
                  <c:v>4.7085532640475707</c:v>
                </c:pt>
                <c:pt idx="14">
                  <c:v>4.7214192951387677</c:v>
                </c:pt>
                <c:pt idx="15">
                  <c:v>4.7240937568337236</c:v>
                </c:pt>
                <c:pt idx="16">
                  <c:v>4.7158868527282358</c:v>
                </c:pt>
                <c:pt idx="17">
                  <c:v>4.7027734420345402</c:v>
                </c:pt>
                <c:pt idx="18">
                  <c:v>4.7023776797933055</c:v>
                </c:pt>
                <c:pt idx="19">
                  <c:v>4.694356806146347</c:v>
                </c:pt>
                <c:pt idx="20">
                  <c:v>4.6984523854646572</c:v>
                </c:pt>
                <c:pt idx="21">
                  <c:v>4.7129017089462186</c:v>
                </c:pt>
                <c:pt idx="22">
                  <c:v>4.7212109942225764</c:v>
                </c:pt>
                <c:pt idx="23">
                  <c:v>4.7192895245466868</c:v>
                </c:pt>
                <c:pt idx="24">
                  <c:v>4.7212070875413872</c:v>
                </c:pt>
                <c:pt idx="25">
                  <c:v>4.7149811082872173</c:v>
                </c:pt>
                <c:pt idx="26">
                  <c:v>4.7001894870995446</c:v>
                </c:pt>
                <c:pt idx="27">
                  <c:v>4.695274591240028</c:v>
                </c:pt>
                <c:pt idx="28">
                  <c:v>4.6911548474955156</c:v>
                </c:pt>
                <c:pt idx="29">
                  <c:v>4.6921730663566779</c:v>
                </c:pt>
                <c:pt idx="30">
                  <c:v>4.6964901687477285</c:v>
                </c:pt>
                <c:pt idx="31">
                  <c:v>4.7046730271711219</c:v>
                </c:pt>
                <c:pt idx="32">
                  <c:v>4.7255247777157772</c:v>
                </c:pt>
                <c:pt idx="33">
                  <c:v>4.7518688707853203</c:v>
                </c:pt>
                <c:pt idx="34">
                  <c:v>4.7712017891792389</c:v>
                </c:pt>
                <c:pt idx="35">
                  <c:v>4.7685397243692735</c:v>
                </c:pt>
                <c:pt idx="36">
                  <c:v>4.7541791442976509</c:v>
                </c:pt>
                <c:pt idx="37">
                  <c:v>4.7517543539664997</c:v>
                </c:pt>
                <c:pt idx="38">
                  <c:v>4.7619497112998221</c:v>
                </c:pt>
                <c:pt idx="39">
                  <c:v>4.774414672288108</c:v>
                </c:pt>
                <c:pt idx="40">
                  <c:v>4.7926284155793031</c:v>
                </c:pt>
                <c:pt idx="41">
                  <c:v>4.8215797136804044</c:v>
                </c:pt>
                <c:pt idx="42">
                  <c:v>4.854756271541369</c:v>
                </c:pt>
                <c:pt idx="43">
                  <c:v>4.898914973328174</c:v>
                </c:pt>
                <c:pt idx="44">
                  <c:v>4.9540222382067638</c:v>
                </c:pt>
                <c:pt idx="45">
                  <c:v>5.0242240167465289</c:v>
                </c:pt>
                <c:pt idx="46">
                  <c:v>5.08422831243342</c:v>
                </c:pt>
                <c:pt idx="47">
                  <c:v>5.0968362769523008</c:v>
                </c:pt>
                <c:pt idx="48">
                  <c:v>5.0559904883118758</c:v>
                </c:pt>
                <c:pt idx="49">
                  <c:v>4.963234524935217</c:v>
                </c:pt>
                <c:pt idx="50">
                  <c:v>4.8589872191440575</c:v>
                </c:pt>
                <c:pt idx="51">
                  <c:v>4.7857627499349755</c:v>
                </c:pt>
                <c:pt idx="52">
                  <c:v>4.7411900111885448</c:v>
                </c:pt>
                <c:pt idx="53">
                  <c:v>4.7184378442985446</c:v>
                </c:pt>
                <c:pt idx="54">
                  <c:v>4.7105630793406341</c:v>
                </c:pt>
                <c:pt idx="55">
                  <c:v>4.7075116644713253</c:v>
                </c:pt>
                <c:pt idx="56">
                  <c:v>4.7094283606340284</c:v>
                </c:pt>
                <c:pt idx="57">
                  <c:v>4.7156766875295313</c:v>
                </c:pt>
                <c:pt idx="58">
                  <c:v>4.7224829573704845</c:v>
                </c:pt>
                <c:pt idx="59">
                  <c:v>4.7330589370711316</c:v>
                </c:pt>
                <c:pt idx="60">
                  <c:v>4.7436186963264753</c:v>
                </c:pt>
                <c:pt idx="61">
                  <c:v>4.7567104480946698</c:v>
                </c:pt>
                <c:pt idx="62">
                  <c:v>4.7756633259673986</c:v>
                </c:pt>
                <c:pt idx="63">
                  <c:v>4.7959919018417496</c:v>
                </c:pt>
                <c:pt idx="64">
                  <c:v>4.8239548096018954</c:v>
                </c:pt>
                <c:pt idx="65">
                  <c:v>4.8562438027449453</c:v>
                </c:pt>
                <c:pt idx="66">
                  <c:v>4.8786962238803344</c:v>
                </c:pt>
                <c:pt idx="67">
                  <c:v>4.8895517628370451</c:v>
                </c:pt>
                <c:pt idx="68">
                  <c:v>4.8871349639844377</c:v>
                </c:pt>
                <c:pt idx="69">
                  <c:v>4.8676590064366909</c:v>
                </c:pt>
                <c:pt idx="70">
                  <c:v>4.8408439979792597</c:v>
                </c:pt>
                <c:pt idx="71">
                  <c:v>4.8169305018278044</c:v>
                </c:pt>
                <c:pt idx="72">
                  <c:v>4.7956119325670254</c:v>
                </c:pt>
                <c:pt idx="73">
                  <c:v>4.7771032645320464</c:v>
                </c:pt>
                <c:pt idx="74">
                  <c:v>4.7587726651630815</c:v>
                </c:pt>
                <c:pt idx="75">
                  <c:v>4.7419020364899698</c:v>
                </c:pt>
                <c:pt idx="76">
                  <c:v>4.7279137310748007</c:v>
                </c:pt>
                <c:pt idx="77">
                  <c:v>4.7187794948492607</c:v>
                </c:pt>
                <c:pt idx="78">
                  <c:v>4.7103352806417274</c:v>
                </c:pt>
                <c:pt idx="79">
                  <c:v>4.7040515086296564</c:v>
                </c:pt>
                <c:pt idx="80">
                  <c:v>4.6993382105813728</c:v>
                </c:pt>
                <c:pt idx="81">
                  <c:v>4.6970269693045523</c:v>
                </c:pt>
                <c:pt idx="82">
                  <c:v>4.6919107784312821</c:v>
                </c:pt>
                <c:pt idx="83">
                  <c:v>4.6873575593164825</c:v>
                </c:pt>
                <c:pt idx="84">
                  <c:v>4.68495578753088</c:v>
                </c:pt>
                <c:pt idx="85">
                  <c:v>4.6804765281844363</c:v>
                </c:pt>
                <c:pt idx="86">
                  <c:v>4.6796211015596514</c:v>
                </c:pt>
                <c:pt idx="87">
                  <c:v>4.6807080910716019</c:v>
                </c:pt>
                <c:pt idx="88">
                  <c:v>4.6833941421916059</c:v>
                </c:pt>
                <c:pt idx="89">
                  <c:v>4.6837225527741566</c:v>
                </c:pt>
                <c:pt idx="90">
                  <c:v>4.6796331897099579</c:v>
                </c:pt>
                <c:pt idx="91">
                  <c:v>4.6708007178888851</c:v>
                </c:pt>
                <c:pt idx="92">
                  <c:v>4.6618887112635337</c:v>
                </c:pt>
                <c:pt idx="93">
                  <c:v>4.6570383112668781</c:v>
                </c:pt>
                <c:pt idx="94">
                  <c:v>4.6493999183325512</c:v>
                </c:pt>
                <c:pt idx="95">
                  <c:v>4.641165219199725</c:v>
                </c:pt>
                <c:pt idx="96">
                  <c:v>4.638758014871132</c:v>
                </c:pt>
                <c:pt idx="97">
                  <c:v>4.6389390046422294</c:v>
                </c:pt>
                <c:pt idx="98">
                  <c:v>4.6411621704447237</c:v>
                </c:pt>
                <c:pt idx="99">
                  <c:v>4.6426575150106801</c:v>
                </c:pt>
                <c:pt idx="100">
                  <c:v>4.645655978913136</c:v>
                </c:pt>
                <c:pt idx="101">
                  <c:v>4.6466745065089814</c:v>
                </c:pt>
                <c:pt idx="102">
                  <c:v>4.6507225495918147</c:v>
                </c:pt>
                <c:pt idx="103">
                  <c:v>4.657532476751328</c:v>
                </c:pt>
                <c:pt idx="104">
                  <c:v>4.6662885367381923</c:v>
                </c:pt>
                <c:pt idx="105">
                  <c:v>4.6743840648065449</c:v>
                </c:pt>
                <c:pt idx="106">
                  <c:v>4.6908640847327563</c:v>
                </c:pt>
                <c:pt idx="107">
                  <c:v>4.7208259070767502</c:v>
                </c:pt>
                <c:pt idx="108">
                  <c:v>4.7685389406581535</c:v>
                </c:pt>
                <c:pt idx="109">
                  <c:v>4.8156108035480356</c:v>
                </c:pt>
                <c:pt idx="110">
                  <c:v>4.83432808123389</c:v>
                </c:pt>
                <c:pt idx="111">
                  <c:v>4.8129404385248442</c:v>
                </c:pt>
                <c:pt idx="112">
                  <c:v>4.7714815028026454</c:v>
                </c:pt>
                <c:pt idx="113">
                  <c:v>4.7343958413723097</c:v>
                </c:pt>
                <c:pt idx="114">
                  <c:v>4.7140462834138797</c:v>
                </c:pt>
                <c:pt idx="115">
                  <c:v>4.7062435367581417</c:v>
                </c:pt>
                <c:pt idx="116">
                  <c:v>4.7043402824285883</c:v>
                </c:pt>
                <c:pt idx="117">
                  <c:v>4.7095780019603231</c:v>
                </c:pt>
                <c:pt idx="118">
                  <c:v>4.7135823145563744</c:v>
                </c:pt>
                <c:pt idx="119">
                  <c:v>4.7226024495674768</c:v>
                </c:pt>
                <c:pt idx="120">
                  <c:v>4.7401014601915596</c:v>
                </c:pt>
                <c:pt idx="121">
                  <c:v>4.7749937873082118</c:v>
                </c:pt>
                <c:pt idx="122">
                  <c:v>4.8189528327499671</c:v>
                </c:pt>
                <c:pt idx="123">
                  <c:v>4.8492455949260362</c:v>
                </c:pt>
                <c:pt idx="124">
                  <c:v>4.8498864093852312</c:v>
                </c:pt>
                <c:pt idx="125">
                  <c:v>4.8245482451615578</c:v>
                </c:pt>
                <c:pt idx="126">
                  <c:v>4.7945140720318866</c:v>
                </c:pt>
                <c:pt idx="127">
                  <c:v>4.7792650366615312</c:v>
                </c:pt>
                <c:pt idx="128">
                  <c:v>4.7697935315429003</c:v>
                </c:pt>
                <c:pt idx="129">
                  <c:v>4.7703425568057565</c:v>
                </c:pt>
                <c:pt idx="130">
                  <c:v>4.7723147064674123</c:v>
                </c:pt>
                <c:pt idx="131">
                  <c:v>4.7686522344126505</c:v>
                </c:pt>
                <c:pt idx="132">
                  <c:v>4.7624058786693588</c:v>
                </c:pt>
                <c:pt idx="133">
                  <c:v>4.7520429852725004</c:v>
                </c:pt>
                <c:pt idx="134">
                  <c:v>4.7385355578759736</c:v>
                </c:pt>
                <c:pt idx="135">
                  <c:v>4.7267295673211649</c:v>
                </c:pt>
                <c:pt idx="136">
                  <c:v>4.7198223768618837</c:v>
                </c:pt>
                <c:pt idx="137">
                  <c:v>4.7159816342761234</c:v>
                </c:pt>
                <c:pt idx="138">
                  <c:v>4.7010454658844374</c:v>
                </c:pt>
                <c:pt idx="139">
                  <c:v>4.6830475162627181</c:v>
                </c:pt>
                <c:pt idx="140">
                  <c:v>4.666645244041943</c:v>
                </c:pt>
                <c:pt idx="141">
                  <c:v>4.6516354364909951</c:v>
                </c:pt>
                <c:pt idx="142">
                  <c:v>4.6448431962665326</c:v>
                </c:pt>
                <c:pt idx="143">
                  <c:v>4.6502731921969342</c:v>
                </c:pt>
                <c:pt idx="144">
                  <c:v>4.6537713580279281</c:v>
                </c:pt>
                <c:pt idx="145">
                  <c:v>4.6516912402850688</c:v>
                </c:pt>
                <c:pt idx="146">
                  <c:v>4.653797101750782</c:v>
                </c:pt>
                <c:pt idx="147">
                  <c:v>4.6509989561917831</c:v>
                </c:pt>
                <c:pt idx="148">
                  <c:v>4.6471301573416444</c:v>
                </c:pt>
                <c:pt idx="149">
                  <c:v>4.6465171052551577</c:v>
                </c:pt>
                <c:pt idx="150">
                  <c:v>4.6471833428281117</c:v>
                </c:pt>
                <c:pt idx="151">
                  <c:v>4.6477835260217741</c:v>
                </c:pt>
                <c:pt idx="152">
                  <c:v>4.6532041411675564</c:v>
                </c:pt>
                <c:pt idx="153">
                  <c:v>4.6576925616220173</c:v>
                </c:pt>
                <c:pt idx="154">
                  <c:v>4.6625965508351124</c:v>
                </c:pt>
                <c:pt idx="155">
                  <c:v>4.6643497007363459</c:v>
                </c:pt>
                <c:pt idx="156">
                  <c:v>4.6576105094426259</c:v>
                </c:pt>
                <c:pt idx="157">
                  <c:v>4.6560451058522982</c:v>
                </c:pt>
                <c:pt idx="158">
                  <c:v>4.6558864280993015</c:v>
                </c:pt>
                <c:pt idx="159">
                  <c:v>4.6551766648731556</c:v>
                </c:pt>
                <c:pt idx="160">
                  <c:v>4.6540075519353481</c:v>
                </c:pt>
                <c:pt idx="161">
                  <c:v>4.6514446681425134</c:v>
                </c:pt>
                <c:pt idx="162">
                  <c:v>4.6538406392783855</c:v>
                </c:pt>
                <c:pt idx="163">
                  <c:v>4.656355027977062</c:v>
                </c:pt>
                <c:pt idx="164">
                  <c:v>4.6588134882003498</c:v>
                </c:pt>
                <c:pt idx="165">
                  <c:v>4.6596085690688884</c:v>
                </c:pt>
                <c:pt idx="166">
                  <c:v>4.6616645520715716</c:v>
                </c:pt>
                <c:pt idx="167">
                  <c:v>4.6634960730848141</c:v>
                </c:pt>
                <c:pt idx="168">
                  <c:v>4.6669331035112345</c:v>
                </c:pt>
                <c:pt idx="169">
                  <c:v>4.6781311361018378</c:v>
                </c:pt>
                <c:pt idx="170">
                  <c:v>4.6864912794801246</c:v>
                </c:pt>
                <c:pt idx="171">
                  <c:v>4.6936756839993166</c:v>
                </c:pt>
                <c:pt idx="172">
                  <c:v>4.7004949088225727</c:v>
                </c:pt>
                <c:pt idx="173">
                  <c:v>4.7029718159432106</c:v>
                </c:pt>
                <c:pt idx="174">
                  <c:v>4.7029284149713328</c:v>
                </c:pt>
                <c:pt idx="175">
                  <c:v>4.7029826335315503</c:v>
                </c:pt>
                <c:pt idx="176">
                  <c:v>4.7078007945025844</c:v>
                </c:pt>
                <c:pt idx="177">
                  <c:v>4.7137204970761397</c:v>
                </c:pt>
                <c:pt idx="178">
                  <c:v>4.7197117311010199</c:v>
                </c:pt>
                <c:pt idx="179">
                  <c:v>4.7214119923760585</c:v>
                </c:pt>
                <c:pt idx="180">
                  <c:v>4.7245877679508315</c:v>
                </c:pt>
                <c:pt idx="181">
                  <c:v>4.7292859261252049</c:v>
                </c:pt>
                <c:pt idx="182">
                  <c:v>4.7377250224616354</c:v>
                </c:pt>
                <c:pt idx="183">
                  <c:v>4.7477341177854164</c:v>
                </c:pt>
                <c:pt idx="184">
                  <c:v>4.7551292159145984</c:v>
                </c:pt>
                <c:pt idx="185">
                  <c:v>4.7666668922804742</c:v>
                </c:pt>
                <c:pt idx="186">
                  <c:v>4.7771765652705964</c:v>
                </c:pt>
                <c:pt idx="187">
                  <c:v>4.7826025179640839</c:v>
                </c:pt>
                <c:pt idx="188">
                  <c:v>4.788424755372886</c:v>
                </c:pt>
                <c:pt idx="189">
                  <c:v>4.7911018531870635</c:v>
                </c:pt>
                <c:pt idx="190">
                  <c:v>4.7844898012109622</c:v>
                </c:pt>
                <c:pt idx="191">
                  <c:v>4.7765253963250887</c:v>
                </c:pt>
                <c:pt idx="192">
                  <c:v>4.7783890494942547</c:v>
                </c:pt>
                <c:pt idx="193">
                  <c:v>4.7826945090254069</c:v>
                </c:pt>
                <c:pt idx="194">
                  <c:v>4.7869566744543803</c:v>
                </c:pt>
                <c:pt idx="195">
                  <c:v>4.7938489506535582</c:v>
                </c:pt>
                <c:pt idx="196">
                  <c:v>4.8015257098095363</c:v>
                </c:pt>
                <c:pt idx="197">
                  <c:v>4.8048427077532683</c:v>
                </c:pt>
                <c:pt idx="198">
                  <c:v>4.7968286915786109</c:v>
                </c:pt>
                <c:pt idx="199">
                  <c:v>4.7823431808297991</c:v>
                </c:pt>
                <c:pt idx="200">
                  <c:v>4.772310443553895</c:v>
                </c:pt>
                <c:pt idx="201">
                  <c:v>4.7659315931336641</c:v>
                </c:pt>
                <c:pt idx="202">
                  <c:v>4.764541372727499</c:v>
                </c:pt>
                <c:pt idx="203">
                  <c:v>4.7702650644001547</c:v>
                </c:pt>
                <c:pt idx="204">
                  <c:v>4.7788203399729339</c:v>
                </c:pt>
                <c:pt idx="205">
                  <c:v>4.7877550860951787</c:v>
                </c:pt>
                <c:pt idx="206">
                  <c:v>4.7956493488358038</c:v>
                </c:pt>
                <c:pt idx="207">
                  <c:v>4.8018843645166758</c:v>
                </c:pt>
                <c:pt idx="208">
                  <c:v>4.8061647334175746</c:v>
                </c:pt>
                <c:pt idx="209">
                  <c:v>4.8088223690722698</c:v>
                </c:pt>
                <c:pt idx="210">
                  <c:v>4.8110366142235685</c:v>
                </c:pt>
                <c:pt idx="211">
                  <c:v>4.818443016791937</c:v>
                </c:pt>
                <c:pt idx="212">
                  <c:v>4.8312109058769597</c:v>
                </c:pt>
                <c:pt idx="213">
                  <c:v>4.8425537231597939</c:v>
                </c:pt>
                <c:pt idx="214">
                  <c:v>4.848916222516201</c:v>
                </c:pt>
                <c:pt idx="215">
                  <c:v>4.8546542941004684</c:v>
                </c:pt>
                <c:pt idx="216">
                  <c:v>4.8638726605273108</c:v>
                </c:pt>
                <c:pt idx="217">
                  <c:v>4.8688925439908939</c:v>
                </c:pt>
                <c:pt idx="218">
                  <c:v>4.8687498373205713</c:v>
                </c:pt>
                <c:pt idx="219">
                  <c:v>4.8671197656884244</c:v>
                </c:pt>
                <c:pt idx="220">
                  <c:v>4.8542807251332274</c:v>
                </c:pt>
                <c:pt idx="221">
                  <c:v>4.839421752286869</c:v>
                </c:pt>
                <c:pt idx="222">
                  <c:v>4.8243598932556955</c:v>
                </c:pt>
                <c:pt idx="223">
                  <c:v>4.8098523079770015</c:v>
                </c:pt>
                <c:pt idx="224">
                  <c:v>4.7965816800828511</c:v>
                </c:pt>
                <c:pt idx="225">
                  <c:v>4.7833495015312293</c:v>
                </c:pt>
                <c:pt idx="226">
                  <c:v>4.763033631276552</c:v>
                </c:pt>
                <c:pt idx="227">
                  <c:v>4.7423274610096593</c:v>
                </c:pt>
                <c:pt idx="228">
                  <c:v>4.7245955694388</c:v>
                </c:pt>
                <c:pt idx="229">
                  <c:v>4.7029402181357778</c:v>
                </c:pt>
                <c:pt idx="230">
                  <c:v>4.687538750952565</c:v>
                </c:pt>
                <c:pt idx="231">
                  <c:v>4.6759717685405624</c:v>
                </c:pt>
                <c:pt idx="232">
                  <c:v>4.6692609570889188</c:v>
                </c:pt>
                <c:pt idx="233">
                  <c:v>4.6675739060960186</c:v>
                </c:pt>
                <c:pt idx="234">
                  <c:v>4.6648485684875167</c:v>
                </c:pt>
                <c:pt idx="235">
                  <c:v>4.6610429088487919</c:v>
                </c:pt>
                <c:pt idx="236">
                  <c:v>4.6562452668598109</c:v>
                </c:pt>
                <c:pt idx="237">
                  <c:v>4.654729290504898</c:v>
                </c:pt>
                <c:pt idx="238">
                  <c:v>4.6574736509196777</c:v>
                </c:pt>
                <c:pt idx="239">
                  <c:v>4.661966583650285</c:v>
                </c:pt>
                <c:pt idx="240">
                  <c:v>4.6617499647092506</c:v>
                </c:pt>
                <c:pt idx="241">
                  <c:v>4.6620609020961465</c:v>
                </c:pt>
                <c:pt idx="242">
                  <c:v>4.6722318159546106</c:v>
                </c:pt>
                <c:pt idx="243">
                  <c:v>4.6739861295481129</c:v>
                </c:pt>
                <c:pt idx="244">
                  <c:v>4.6752129105625064</c:v>
                </c:pt>
                <c:pt idx="245">
                  <c:v>4.6834609595017991</c:v>
                </c:pt>
                <c:pt idx="246">
                  <c:v>4.6910587360136065</c:v>
                </c:pt>
                <c:pt idx="247">
                  <c:v>4.7035219455262824</c:v>
                </c:pt>
                <c:pt idx="248">
                  <c:v>4.7333932254870836</c:v>
                </c:pt>
                <c:pt idx="249">
                  <c:v>4.7826235000481621</c:v>
                </c:pt>
                <c:pt idx="250">
                  <c:v>4.8323182659408266</c:v>
                </c:pt>
                <c:pt idx="251">
                  <c:v>4.9355502146038548</c:v>
                </c:pt>
                <c:pt idx="252">
                  <c:v>5.0234384532183354</c:v>
                </c:pt>
                <c:pt idx="253">
                  <c:v>5.1083885113459537</c:v>
                </c:pt>
                <c:pt idx="254">
                  <c:v>5.20460581800537</c:v>
                </c:pt>
                <c:pt idx="255">
                  <c:v>5.3042508871134899</c:v>
                </c:pt>
                <c:pt idx="256">
                  <c:v>5.4600471480609851</c:v>
                </c:pt>
                <c:pt idx="257">
                  <c:v>5.5080697356604134</c:v>
                </c:pt>
                <c:pt idx="258">
                  <c:v>5.5547008322917106</c:v>
                </c:pt>
                <c:pt idx="259">
                  <c:v>5.6</c:v>
                </c:pt>
                <c:pt idx="260">
                  <c:v>5.4352108201912115</c:v>
                </c:pt>
                <c:pt idx="261">
                  <c:v>5.1257898430658857</c:v>
                </c:pt>
                <c:pt idx="262">
                  <c:v>4.8435076895835198</c:v>
                </c:pt>
                <c:pt idx="263">
                  <c:v>4.7487244317809392</c:v>
                </c:pt>
                <c:pt idx="264">
                  <c:v>4.7086881929787463</c:v>
                </c:pt>
                <c:pt idx="265">
                  <c:v>4.6861098674644746</c:v>
                </c:pt>
                <c:pt idx="266">
                  <c:v>4.6906898930619052</c:v>
                </c:pt>
                <c:pt idx="267">
                  <c:v>4.6874324690377112</c:v>
                </c:pt>
                <c:pt idx="268">
                  <c:v>4.6742343106733468</c:v>
                </c:pt>
                <c:pt idx="269">
                  <c:v>4.6641323812050679</c:v>
                </c:pt>
                <c:pt idx="270">
                  <c:v>4.6699528493266449</c:v>
                </c:pt>
                <c:pt idx="271">
                  <c:v>4.6820052814054893</c:v>
                </c:pt>
                <c:pt idx="272">
                  <c:v>4.6879988071916747</c:v>
                </c:pt>
                <c:pt idx="273">
                  <c:v>4.701065272401836</c:v>
                </c:pt>
                <c:pt idx="274">
                  <c:v>4.7348794505054599</c:v>
                </c:pt>
                <c:pt idx="275">
                  <c:v>4.7930523914208614</c:v>
                </c:pt>
                <c:pt idx="276">
                  <c:v>4.8966044979508556</c:v>
                </c:pt>
                <c:pt idx="277">
                  <c:v>5.0926667438028401</c:v>
                </c:pt>
                <c:pt idx="278">
                  <c:v>5.5410459247116766</c:v>
                </c:pt>
                <c:pt idx="279">
                  <c:v>5.6626825453189262</c:v>
                </c:pt>
                <c:pt idx="280">
                  <c:v>5.5109406832327066</c:v>
                </c:pt>
                <c:pt idx="281">
                  <c:v>5.1597600153056407</c:v>
                </c:pt>
                <c:pt idx="282">
                  <c:v>4.8839242657671749</c:v>
                </c:pt>
                <c:pt idx="283">
                  <c:v>4.7582561995349408</c:v>
                </c:pt>
                <c:pt idx="284">
                  <c:v>4.7016353984928809</c:v>
                </c:pt>
                <c:pt idx="285">
                  <c:v>4.6643530730690443</c:v>
                </c:pt>
                <c:pt idx="286">
                  <c:v>4.6614543096891961</c:v>
                </c:pt>
                <c:pt idx="287">
                  <c:v>4.6678047921417614</c:v>
                </c:pt>
                <c:pt idx="288">
                  <c:v>4.6508385150887666</c:v>
                </c:pt>
                <c:pt idx="289">
                  <c:v>4.6405098853045894</c:v>
                </c:pt>
                <c:pt idx="290">
                  <c:v>4.62893485204199</c:v>
                </c:pt>
                <c:pt idx="291">
                  <c:v>4.6201139102739113</c:v>
                </c:pt>
                <c:pt idx="292">
                  <c:v>4.6208840489423313</c:v>
                </c:pt>
                <c:pt idx="293">
                  <c:v>4.6137226421884705</c:v>
                </c:pt>
                <c:pt idx="294">
                  <c:v>4.6109491286106046</c:v>
                </c:pt>
                <c:pt idx="295">
                  <c:v>4.6059284328631014</c:v>
                </c:pt>
                <c:pt idx="296">
                  <c:v>4.6131214407640737</c:v>
                </c:pt>
                <c:pt idx="297">
                  <c:v>4.620263772761108</c:v>
                </c:pt>
                <c:pt idx="298">
                  <c:v>4.6164754497623122</c:v>
                </c:pt>
                <c:pt idx="299">
                  <c:v>4.6168568766209752</c:v>
                </c:pt>
                <c:pt idx="300">
                  <c:v>4.6315662660287922</c:v>
                </c:pt>
                <c:pt idx="301">
                  <c:v>4.6268525850307567</c:v>
                </c:pt>
                <c:pt idx="302">
                  <c:v>4.6128702361169607</c:v>
                </c:pt>
                <c:pt idx="303">
                  <c:v>4.6243029990938398</c:v>
                </c:pt>
                <c:pt idx="304">
                  <c:v>4.6363307427880995</c:v>
                </c:pt>
                <c:pt idx="305">
                  <c:v>4.6389741885217575</c:v>
                </c:pt>
                <c:pt idx="306">
                  <c:v>4.639727658485862</c:v>
                </c:pt>
                <c:pt idx="307">
                  <c:v>4.6359088954346976</c:v>
                </c:pt>
                <c:pt idx="308">
                  <c:v>4.6335203161196175</c:v>
                </c:pt>
                <c:pt idx="309">
                  <c:v>4.6328579614790302</c:v>
                </c:pt>
                <c:pt idx="310">
                  <c:v>4.6286627706961951</c:v>
                </c:pt>
                <c:pt idx="311">
                  <c:v>4.6214904379999959</c:v>
                </c:pt>
                <c:pt idx="312">
                  <c:v>4.6101601467363702</c:v>
                </c:pt>
                <c:pt idx="313">
                  <c:v>4.616748620585307</c:v>
                </c:pt>
                <c:pt idx="314">
                  <c:v>4.6148812893173616</c:v>
                </c:pt>
                <c:pt idx="315">
                  <c:v>4.6202061106217265</c:v>
                </c:pt>
                <c:pt idx="316">
                  <c:v>4.6204557715954211</c:v>
                </c:pt>
                <c:pt idx="317">
                  <c:v>4.6233092741737831</c:v>
                </c:pt>
                <c:pt idx="318">
                  <c:v>4.6330971566438084</c:v>
                </c:pt>
                <c:pt idx="319">
                  <c:v>4.6388241553399032</c:v>
                </c:pt>
                <c:pt idx="320">
                  <c:v>4.6466370368053536</c:v>
                </c:pt>
                <c:pt idx="321">
                  <c:v>4.6751035709868427</c:v>
                </c:pt>
                <c:pt idx="322">
                  <c:v>4.7182674583763902</c:v>
                </c:pt>
                <c:pt idx="323">
                  <c:v>4.7640057655489709</c:v>
                </c:pt>
                <c:pt idx="324">
                  <c:v>4.7768587822858111</c:v>
                </c:pt>
                <c:pt idx="325">
                  <c:v>4.7494242739367696</c:v>
                </c:pt>
                <c:pt idx="326">
                  <c:v>4.7226451736979325</c:v>
                </c:pt>
                <c:pt idx="327">
                  <c:v>4.7199739655915662</c:v>
                </c:pt>
                <c:pt idx="328">
                  <c:v>4.7415075091874694</c:v>
                </c:pt>
                <c:pt idx="329">
                  <c:v>4.7835526727019069</c:v>
                </c:pt>
                <c:pt idx="330">
                  <c:v>4.8547740594089133</c:v>
                </c:pt>
                <c:pt idx="331">
                  <c:v>4.9535794889215543</c:v>
                </c:pt>
                <c:pt idx="332">
                  <c:v>5.0287199062054535</c:v>
                </c:pt>
                <c:pt idx="333">
                  <c:v>5.0466912096490892</c:v>
                </c:pt>
                <c:pt idx="334">
                  <c:v>4.9963196735809925</c:v>
                </c:pt>
                <c:pt idx="335">
                  <c:v>4.9065940123710456</c:v>
                </c:pt>
                <c:pt idx="336">
                  <c:v>4.8147011524258279</c:v>
                </c:pt>
                <c:pt idx="337">
                  <c:v>4.7428988457882602</c:v>
                </c:pt>
                <c:pt idx="338">
                  <c:v>4.6975251245910687</c:v>
                </c:pt>
                <c:pt idx="339">
                  <c:v>4.6712485375475516</c:v>
                </c:pt>
                <c:pt idx="340">
                  <c:v>4.6561840483343619</c:v>
                </c:pt>
                <c:pt idx="341">
                  <c:v>4.6446292253191315</c:v>
                </c:pt>
                <c:pt idx="342">
                  <c:v>4.637441878914637</c:v>
                </c:pt>
                <c:pt idx="343">
                  <c:v>4.6318655694615991</c:v>
                </c:pt>
                <c:pt idx="344">
                  <c:v>4.6272066265292571</c:v>
                </c:pt>
                <c:pt idx="345">
                  <c:v>4.6257714139801518</c:v>
                </c:pt>
                <c:pt idx="346">
                  <c:v>4.6211278662215562</c:v>
                </c:pt>
                <c:pt idx="347">
                  <c:v>4.6169995313407499</c:v>
                </c:pt>
                <c:pt idx="348">
                  <c:v>4.6154728353613876</c:v>
                </c:pt>
                <c:pt idx="349">
                  <c:v>4.6161094180773938</c:v>
                </c:pt>
                <c:pt idx="350">
                  <c:v>4.611666976826279</c:v>
                </c:pt>
                <c:pt idx="351">
                  <c:v>4.6104576437744171</c:v>
                </c:pt>
                <c:pt idx="352">
                  <c:v>4.6144873483139</c:v>
                </c:pt>
                <c:pt idx="353">
                  <c:v>4.6171051289926757</c:v>
                </c:pt>
                <c:pt idx="354">
                  <c:v>4.6180462740212205</c:v>
                </c:pt>
                <c:pt idx="355">
                  <c:v>4.6146568941214827</c:v>
                </c:pt>
                <c:pt idx="356">
                  <c:v>4.6114579508288713</c:v>
                </c:pt>
                <c:pt idx="357">
                  <c:v>4.6157322066346032</c:v>
                </c:pt>
                <c:pt idx="358">
                  <c:v>4.6144266804642564</c:v>
                </c:pt>
                <c:pt idx="359">
                  <c:v>4.6193545684136108</c:v>
                </c:pt>
                <c:pt idx="360">
                  <c:v>4.6230637811183186</c:v>
                </c:pt>
                <c:pt idx="361">
                  <c:v>4.6264693888848667</c:v>
                </c:pt>
                <c:pt idx="362">
                  <c:v>4.6307018504749475</c:v>
                </c:pt>
                <c:pt idx="363">
                  <c:v>4.6293703104388992</c:v>
                </c:pt>
                <c:pt idx="364">
                  <c:v>4.6335893598818556</c:v>
                </c:pt>
                <c:pt idx="365">
                  <c:v>4.6386331109113677</c:v>
                </c:pt>
                <c:pt idx="366">
                  <c:v>4.6354311730407556</c:v>
                </c:pt>
                <c:pt idx="367">
                  <c:v>4.6320620583075369</c:v>
                </c:pt>
                <c:pt idx="368">
                  <c:v>4.6369243267778986</c:v>
                </c:pt>
                <c:pt idx="369">
                  <c:v>4.6369314573616496</c:v>
                </c:pt>
                <c:pt idx="370">
                  <c:v>4.6353537489130163</c:v>
                </c:pt>
                <c:pt idx="371">
                  <c:v>4.6356303781581891</c:v>
                </c:pt>
                <c:pt idx="372">
                  <c:v>4.6364452833557426</c:v>
                </c:pt>
                <c:pt idx="373">
                  <c:v>4.6317472943917251</c:v>
                </c:pt>
                <c:pt idx="374">
                  <c:v>4.6236698273023675</c:v>
                </c:pt>
                <c:pt idx="375">
                  <c:v>4.6237259917816722</c:v>
                </c:pt>
                <c:pt idx="376">
                  <c:v>4.6230607100987964</c:v>
                </c:pt>
                <c:pt idx="377">
                  <c:v>4.6230073257159461</c:v>
                </c:pt>
                <c:pt idx="378">
                  <c:v>4.6232307546316376</c:v>
                </c:pt>
                <c:pt idx="379">
                  <c:v>4.6210860222818093</c:v>
                </c:pt>
                <c:pt idx="380">
                  <c:v>4.6163589944459105</c:v>
                </c:pt>
                <c:pt idx="381">
                  <c:v>4.6171602930528612</c:v>
                </c:pt>
                <c:pt idx="382">
                  <c:v>4.6194054740131838</c:v>
                </c:pt>
                <c:pt idx="383">
                  <c:v>4.6176850781901457</c:v>
                </c:pt>
                <c:pt idx="384">
                  <c:v>4.6162037380075569</c:v>
                </c:pt>
                <c:pt idx="385">
                  <c:v>4.6158619924615536</c:v>
                </c:pt>
                <c:pt idx="386">
                  <c:v>4.6164024547898421</c:v>
                </c:pt>
                <c:pt idx="387">
                  <c:v>4.6154312200040506</c:v>
                </c:pt>
                <c:pt idx="388">
                  <c:v>4.6142202393776746</c:v>
                </c:pt>
                <c:pt idx="389">
                  <c:v>4.613823133843705</c:v>
                </c:pt>
                <c:pt idx="390">
                  <c:v>4.6126785786719617</c:v>
                </c:pt>
                <c:pt idx="391">
                  <c:v>4.6124556944948711</c:v>
                </c:pt>
                <c:pt idx="392">
                  <c:v>4.6137979957158075</c:v>
                </c:pt>
                <c:pt idx="393">
                  <c:v>4.6158662375634538</c:v>
                </c:pt>
                <c:pt idx="394">
                  <c:v>4.6168100246484265</c:v>
                </c:pt>
                <c:pt idx="395">
                  <c:v>4.6194026330603739</c:v>
                </c:pt>
                <c:pt idx="396">
                  <c:v>4.6211540537505185</c:v>
                </c:pt>
                <c:pt idx="397">
                  <c:v>4.6240862228168611</c:v>
                </c:pt>
                <c:pt idx="398">
                  <c:v>4.6285791510945637</c:v>
                </c:pt>
                <c:pt idx="399">
                  <c:v>4.6295673811309719</c:v>
                </c:pt>
                <c:pt idx="400">
                  <c:v>4.6375415141279834</c:v>
                </c:pt>
                <c:pt idx="401">
                  <c:v>4.6389781189517683</c:v>
                </c:pt>
                <c:pt idx="402">
                  <c:v>4.643778109105507</c:v>
                </c:pt>
                <c:pt idx="403">
                  <c:v>4.6486284526987109</c:v>
                </c:pt>
                <c:pt idx="404">
                  <c:v>4.6498971949126604</c:v>
                </c:pt>
                <c:pt idx="405">
                  <c:v>4.6544430162694628</c:v>
                </c:pt>
                <c:pt idx="406">
                  <c:v>4.6534000333243464</c:v>
                </c:pt>
                <c:pt idx="407">
                  <c:v>4.6464726682409285</c:v>
                </c:pt>
                <c:pt idx="408">
                  <c:v>4.6421499819081475</c:v>
                </c:pt>
                <c:pt idx="409">
                  <c:v>4.6439207000003222</c:v>
                </c:pt>
                <c:pt idx="410">
                  <c:v>4.6364182928197426</c:v>
                </c:pt>
                <c:pt idx="411">
                  <c:v>4.6317965642911956</c:v>
                </c:pt>
                <c:pt idx="412">
                  <c:v>4.6281265371424922</c:v>
                </c:pt>
                <c:pt idx="413">
                  <c:v>4.6233727028239624</c:v>
                </c:pt>
                <c:pt idx="414">
                  <c:v>4.6189841135106287</c:v>
                </c:pt>
                <c:pt idx="415">
                  <c:v>4.6144407813272128</c:v>
                </c:pt>
                <c:pt idx="416">
                  <c:v>4.6113550182400447</c:v>
                </c:pt>
                <c:pt idx="417">
                  <c:v>4.6116652787855195</c:v>
                </c:pt>
                <c:pt idx="418">
                  <c:v>4.6090660644903529</c:v>
                </c:pt>
                <c:pt idx="419">
                  <c:v>4.6143371221728691</c:v>
                </c:pt>
                <c:pt idx="420">
                  <c:v>4.6160015212426559</c:v>
                </c:pt>
                <c:pt idx="421">
                  <c:v>4.6157700874897092</c:v>
                </c:pt>
                <c:pt idx="422">
                  <c:v>4.6148406372716098</c:v>
                </c:pt>
                <c:pt idx="423">
                  <c:v>4.6145975383942446</c:v>
                </c:pt>
                <c:pt idx="424">
                  <c:v>4.6121720801274799</c:v>
                </c:pt>
                <c:pt idx="425">
                  <c:v>4.6129350362616011</c:v>
                </c:pt>
                <c:pt idx="426">
                  <c:v>4.6239730047617336</c:v>
                </c:pt>
                <c:pt idx="427">
                  <c:v>4.6312787568546225</c:v>
                </c:pt>
                <c:pt idx="428">
                  <c:v>4.6319280644862202</c:v>
                </c:pt>
                <c:pt idx="429">
                  <c:v>4.6368584445775642</c:v>
                </c:pt>
                <c:pt idx="430">
                  <c:v>4.6489315143825714</c:v>
                </c:pt>
                <c:pt idx="431">
                  <c:v>4.6644549852006838</c:v>
                </c:pt>
                <c:pt idx="432">
                  <c:v>4.6730985885790206</c:v>
                </c:pt>
                <c:pt idx="433">
                  <c:v>4.6626863985652669</c:v>
                </c:pt>
                <c:pt idx="434">
                  <c:v>4.6419603535031122</c:v>
                </c:pt>
                <c:pt idx="435">
                  <c:v>4.5805578845233486</c:v>
                </c:pt>
                <c:pt idx="436">
                  <c:v>4.5813029058440904</c:v>
                </c:pt>
                <c:pt idx="437">
                  <c:v>4.5915936354772438</c:v>
                </c:pt>
                <c:pt idx="438">
                  <c:v>4.5866150185601793</c:v>
                </c:pt>
                <c:pt idx="439">
                  <c:v>4.5973724609674456</c:v>
                </c:pt>
                <c:pt idx="440">
                  <c:v>4.5995101369022056</c:v>
                </c:pt>
                <c:pt idx="441">
                  <c:v>4.6009729137161717</c:v>
                </c:pt>
                <c:pt idx="442">
                  <c:v>4.5919902022098178</c:v>
                </c:pt>
                <c:pt idx="443">
                  <c:v>4.5822915960139214</c:v>
                </c:pt>
                <c:pt idx="444">
                  <c:v>4.5922015073519695</c:v>
                </c:pt>
                <c:pt idx="445">
                  <c:v>4.5957957015439961</c:v>
                </c:pt>
                <c:pt idx="446">
                  <c:v>4.5983474981622567</c:v>
                </c:pt>
                <c:pt idx="447">
                  <c:v>4.606191647363624</c:v>
                </c:pt>
                <c:pt idx="448">
                  <c:v>4.6076864842985135</c:v>
                </c:pt>
                <c:pt idx="449">
                  <c:v>4.6070942324691897</c:v>
                </c:pt>
                <c:pt idx="450">
                  <c:v>4.6001858462544103</c:v>
                </c:pt>
                <c:pt idx="451">
                  <c:v>4.6083122078657421</c:v>
                </c:pt>
                <c:pt idx="452">
                  <c:v>4.6039598967331168</c:v>
                </c:pt>
                <c:pt idx="453">
                  <c:v>4.6068657242742308</c:v>
                </c:pt>
                <c:pt idx="454">
                  <c:v>4.6023359500705476</c:v>
                </c:pt>
                <c:pt idx="455">
                  <c:v>4.6004385922209314</c:v>
                </c:pt>
                <c:pt idx="456">
                  <c:v>4.6023573870929946</c:v>
                </c:pt>
                <c:pt idx="457">
                  <c:v>4.6035955660575612</c:v>
                </c:pt>
                <c:pt idx="458">
                  <c:v>4.6030029166210094</c:v>
                </c:pt>
                <c:pt idx="459">
                  <c:v>4.6082164310937905</c:v>
                </c:pt>
                <c:pt idx="460">
                  <c:v>4.6081710738127155</c:v>
                </c:pt>
                <c:pt idx="461">
                  <c:v>4.6042287641953825</c:v>
                </c:pt>
                <c:pt idx="462">
                  <c:v>4.604315549069673</c:v>
                </c:pt>
                <c:pt idx="463">
                  <c:v>4.6073996178268342</c:v>
                </c:pt>
                <c:pt idx="464">
                  <c:v>4.6070764275321796</c:v>
                </c:pt>
                <c:pt idx="465">
                  <c:v>4.6018556590930961</c:v>
                </c:pt>
                <c:pt idx="466">
                  <c:v>4.6011449259687769</c:v>
                </c:pt>
                <c:pt idx="467">
                  <c:v>4.6042259926336611</c:v>
                </c:pt>
                <c:pt idx="468">
                  <c:v>4.6132485162567329</c:v>
                </c:pt>
                <c:pt idx="469">
                  <c:v>4.6096951240248965</c:v>
                </c:pt>
                <c:pt idx="470">
                  <c:v>4.6049384042245158</c:v>
                </c:pt>
                <c:pt idx="471">
                  <c:v>4.6092408676933658</c:v>
                </c:pt>
                <c:pt idx="472">
                  <c:v>4.6074340202216941</c:v>
                </c:pt>
                <c:pt idx="473">
                  <c:v>4.6055925239611364</c:v>
                </c:pt>
                <c:pt idx="474">
                  <c:v>4.6108984849902219</c:v>
                </c:pt>
                <c:pt idx="475">
                  <c:v>4.6090863586007496</c:v>
                </c:pt>
                <c:pt idx="476">
                  <c:v>4.6062774177179318</c:v>
                </c:pt>
                <c:pt idx="477">
                  <c:v>4.6067648533799987</c:v>
                </c:pt>
                <c:pt idx="478">
                  <c:v>4.6100432609725726</c:v>
                </c:pt>
                <c:pt idx="479">
                  <c:v>4.61116622772313</c:v>
                </c:pt>
                <c:pt idx="480">
                  <c:v>4.6075230834985774</c:v>
                </c:pt>
                <c:pt idx="481">
                  <c:v>4.6083648426764041</c:v>
                </c:pt>
                <c:pt idx="482">
                  <c:v>4.6117923186549463</c:v>
                </c:pt>
                <c:pt idx="483">
                  <c:v>4.6131110788562522</c:v>
                </c:pt>
                <c:pt idx="484">
                  <c:v>4.6112994972053807</c:v>
                </c:pt>
                <c:pt idx="485">
                  <c:v>4.6170903275394757</c:v>
                </c:pt>
                <c:pt idx="486">
                  <c:v>4.6159697898481005</c:v>
                </c:pt>
                <c:pt idx="487">
                  <c:v>4.6142869364594565</c:v>
                </c:pt>
                <c:pt idx="488">
                  <c:v>4.6141412092358598</c:v>
                </c:pt>
                <c:pt idx="489">
                  <c:v>4.6152492016121078</c:v>
                </c:pt>
                <c:pt idx="490">
                  <c:v>4.610419362157943</c:v>
                </c:pt>
                <c:pt idx="491">
                  <c:v>4.6114150218648273</c:v>
                </c:pt>
                <c:pt idx="492">
                  <c:v>4.6177581948753268</c:v>
                </c:pt>
                <c:pt idx="493">
                  <c:v>4.6208082931693255</c:v>
                </c:pt>
                <c:pt idx="494">
                  <c:v>4.6208598281126774</c:v>
                </c:pt>
                <c:pt idx="495">
                  <c:v>4.6205166131083235</c:v>
                </c:pt>
                <c:pt idx="496">
                  <c:v>4.6168041052545883</c:v>
                </c:pt>
                <c:pt idx="497">
                  <c:v>4.6170408676494308</c:v>
                </c:pt>
                <c:pt idx="498">
                  <c:v>4.6210617806719352</c:v>
                </c:pt>
                <c:pt idx="499">
                  <c:v>4.6192019777805067</c:v>
                </c:pt>
                <c:pt idx="500">
                  <c:v>4.6157006058585681</c:v>
                </c:pt>
                <c:pt idx="501">
                  <c:v>4.6182817732756023</c:v>
                </c:pt>
                <c:pt idx="502">
                  <c:v>4.6231630022115846</c:v>
                </c:pt>
                <c:pt idx="503">
                  <c:v>4.6240252877929722</c:v>
                </c:pt>
                <c:pt idx="504">
                  <c:v>4.6276639130620225</c:v>
                </c:pt>
                <c:pt idx="505">
                  <c:v>4.6361450952793231</c:v>
                </c:pt>
                <c:pt idx="506">
                  <c:v>4.646805424857873</c:v>
                </c:pt>
                <c:pt idx="507">
                  <c:v>4.661009387386791</c:v>
                </c:pt>
                <c:pt idx="508">
                  <c:v>4.6819326040735119</c:v>
                </c:pt>
                <c:pt idx="509">
                  <c:v>4.7141254026137762</c:v>
                </c:pt>
                <c:pt idx="510">
                  <c:v>4.7549129472686857</c:v>
                </c:pt>
                <c:pt idx="511">
                  <c:v>4.7947539351322774</c:v>
                </c:pt>
                <c:pt idx="512">
                  <c:v>4.832582946560021</c:v>
                </c:pt>
                <c:pt idx="513">
                  <c:v>4.8594612693764256</c:v>
                </c:pt>
                <c:pt idx="514">
                  <c:v>4.8710403399387356</c:v>
                </c:pt>
                <c:pt idx="515">
                  <c:v>4.8723254599339327</c:v>
                </c:pt>
                <c:pt idx="516">
                  <c:v>4.8613055791302191</c:v>
                </c:pt>
                <c:pt idx="517">
                  <c:v>4.8431964612735561</c:v>
                </c:pt>
                <c:pt idx="518">
                  <c:v>4.8155986441512635</c:v>
                </c:pt>
                <c:pt idx="519">
                  <c:v>4.7880451779537214</c:v>
                </c:pt>
                <c:pt idx="520">
                  <c:v>4.7674097079293896</c:v>
                </c:pt>
                <c:pt idx="521">
                  <c:v>4.7484895321843084</c:v>
                </c:pt>
                <c:pt idx="522">
                  <c:v>4.733227078729624</c:v>
                </c:pt>
                <c:pt idx="523">
                  <c:v>4.7220252582019402</c:v>
                </c:pt>
                <c:pt idx="524">
                  <c:v>4.7184628993055648</c:v>
                </c:pt>
                <c:pt idx="525">
                  <c:v>4.720135041975567</c:v>
                </c:pt>
                <c:pt idx="526">
                  <c:v>4.719101564496385</c:v>
                </c:pt>
                <c:pt idx="527">
                  <c:v>4.7218903411451754</c:v>
                </c:pt>
                <c:pt idx="528">
                  <c:v>4.7305656313890267</c:v>
                </c:pt>
                <c:pt idx="529">
                  <c:v>4.7407504917431043</c:v>
                </c:pt>
                <c:pt idx="530">
                  <c:v>4.7529191268071189</c:v>
                </c:pt>
                <c:pt idx="531">
                  <c:v>4.7597794252177144</c:v>
                </c:pt>
                <c:pt idx="532">
                  <c:v>4.7664527254052924</c:v>
                </c:pt>
                <c:pt idx="533">
                  <c:v>4.7761129030388805</c:v>
                </c:pt>
                <c:pt idx="534">
                  <c:v>4.7914250627776358</c:v>
                </c:pt>
                <c:pt idx="535">
                  <c:v>4.8091448068261329</c:v>
                </c:pt>
                <c:pt idx="536">
                  <c:v>4.8260728245271753</c:v>
                </c:pt>
                <c:pt idx="537">
                  <c:v>4.8463347730819075</c:v>
                </c:pt>
                <c:pt idx="538">
                  <c:v>4.8692028223479831</c:v>
                </c:pt>
                <c:pt idx="539">
                  <c:v>4.8997209608431334</c:v>
                </c:pt>
                <c:pt idx="540">
                  <c:v>4.9326846342652928</c:v>
                </c:pt>
                <c:pt idx="541">
                  <c:v>4.9754719365872253</c:v>
                </c:pt>
                <c:pt idx="542">
                  <c:v>5.0160627816254024</c:v>
                </c:pt>
                <c:pt idx="543">
                  <c:v>5.0560647746265319</c:v>
                </c:pt>
                <c:pt idx="544">
                  <c:v>5.1013289365714556</c:v>
                </c:pt>
                <c:pt idx="545">
                  <c:v>5.144865181738334</c:v>
                </c:pt>
                <c:pt idx="546">
                  <c:v>5.1954591967692494</c:v>
                </c:pt>
                <c:pt idx="547">
                  <c:v>5.2500138028152437</c:v>
                </c:pt>
                <c:pt idx="548">
                  <c:v>5.2936128398670146</c:v>
                </c:pt>
                <c:pt idx="549">
                  <c:v>5.3342344396294505</c:v>
                </c:pt>
                <c:pt idx="550">
                  <c:v>5.3825578298060632</c:v>
                </c:pt>
                <c:pt idx="551">
                  <c:v>5.4107795522264155</c:v>
                </c:pt>
                <c:pt idx="552">
                  <c:v>5.4120818426197879</c:v>
                </c:pt>
                <c:pt idx="553">
                  <c:v>5.4107959864111139</c:v>
                </c:pt>
                <c:pt idx="554">
                  <c:v>5.3714921612738795</c:v>
                </c:pt>
                <c:pt idx="555">
                  <c:v>5.3182791736701942</c:v>
                </c:pt>
                <c:pt idx="556">
                  <c:v>5.2596535920852983</c:v>
                </c:pt>
                <c:pt idx="557">
                  <c:v>5.1932729277300549</c:v>
                </c:pt>
                <c:pt idx="558">
                  <c:v>5.1331966256154038</c:v>
                </c:pt>
                <c:pt idx="559">
                  <c:v>5.0749992827855817</c:v>
                </c:pt>
                <c:pt idx="560">
                  <c:v>5.0238528701591108</c:v>
                </c:pt>
                <c:pt idx="561">
                  <c:v>4.9790940356448923</c:v>
                </c:pt>
                <c:pt idx="562">
                  <c:v>4.919678615743873</c:v>
                </c:pt>
                <c:pt idx="563">
                  <c:v>4.8638207693516335</c:v>
                </c:pt>
                <c:pt idx="564">
                  <c:v>4.8274477863153207</c:v>
                </c:pt>
                <c:pt idx="565">
                  <c:v>4.7948232104455295</c:v>
                </c:pt>
                <c:pt idx="566">
                  <c:v>4.7578162288618859</c:v>
                </c:pt>
                <c:pt idx="567">
                  <c:v>4.7280126449176851</c:v>
                </c:pt>
                <c:pt idx="568">
                  <c:v>4.7028152399609455</c:v>
                </c:pt>
                <c:pt idx="569">
                  <c:v>4.6818202365230661</c:v>
                </c:pt>
                <c:pt idx="570">
                  <c:v>4.6718222140874586</c:v>
                </c:pt>
                <c:pt idx="571">
                  <c:v>4.6868181820124901</c:v>
                </c:pt>
                <c:pt idx="572">
                  <c:v>4.6637852981113603</c:v>
                </c:pt>
                <c:pt idx="573">
                  <c:v>4.6487677870363351</c:v>
                </c:pt>
                <c:pt idx="574">
                  <c:v>4.6462516498306519</c:v>
                </c:pt>
                <c:pt idx="575">
                  <c:v>4.6451878451060038</c:v>
                </c:pt>
                <c:pt idx="576">
                  <c:v>4.6472946802734114</c:v>
                </c:pt>
                <c:pt idx="577">
                  <c:v>4.6101296295003298</c:v>
                </c:pt>
                <c:pt idx="578">
                  <c:v>4.58759726611994</c:v>
                </c:pt>
                <c:pt idx="579">
                  <c:v>4.6212183848559274</c:v>
                </c:pt>
                <c:pt idx="580">
                  <c:v>4.6093651601209684</c:v>
                </c:pt>
                <c:pt idx="581">
                  <c:v>4.6583680493610711</c:v>
                </c:pt>
                <c:pt idx="582">
                  <c:v>4.76671874783292</c:v>
                </c:pt>
                <c:pt idx="583">
                  <c:v>4.6886867155645406</c:v>
                </c:pt>
                <c:pt idx="584">
                  <c:v>4.4751240757196031</c:v>
                </c:pt>
                <c:pt idx="585">
                  <c:v>4.3688282559302225</c:v>
                </c:pt>
                <c:pt idx="586">
                  <c:v>4.6397786442377091</c:v>
                </c:pt>
                <c:pt idx="587">
                  <c:v>4.5326877940460371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C-37F8-4EA4-8385-84A4706AD5FD}"/>
            </c:ext>
          </c:extLst>
        </c:ser>
        <c:ser>
          <c:idx val="13"/>
          <c:order val="13"/>
          <c:tx>
            <c:strRef>
              <c:f>'Fully separated 0.5%'!$O$1</c:f>
              <c:strCache>
                <c:ptCount val="1"/>
                <c:pt idx="0">
                  <c:v>E4/O-PTIR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0.5%'!$A$2:$A$589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0.5%'!$O$2:$O$589</c:f>
              <c:numCache>
                <c:formatCode>General</c:formatCode>
                <c:ptCount val="588"/>
                <c:pt idx="0">
                  <c:v>4.4127344499133114</c:v>
                </c:pt>
                <c:pt idx="1">
                  <c:v>4.373520090283451</c:v>
                </c:pt>
                <c:pt idx="2">
                  <c:v>4.2676940343703702</c:v>
                </c:pt>
                <c:pt idx="3">
                  <c:v>4.3522084991153323</c:v>
                </c:pt>
                <c:pt idx="4">
                  <c:v>4.3944917815499682</c:v>
                </c:pt>
                <c:pt idx="5">
                  <c:v>4.368208184119772</c:v>
                </c:pt>
                <c:pt idx="6">
                  <c:v>4.385900996101312</c:v>
                </c:pt>
                <c:pt idx="7">
                  <c:v>4.4295818871988208</c:v>
                </c:pt>
                <c:pt idx="8">
                  <c:v>4.4087636206979672</c:v>
                </c:pt>
                <c:pt idx="9">
                  <c:v>4.4006588213571423</c:v>
                </c:pt>
                <c:pt idx="10">
                  <c:v>4.4053041440161493</c:v>
                </c:pt>
                <c:pt idx="11">
                  <c:v>4.409182382015616</c:v>
                </c:pt>
                <c:pt idx="12">
                  <c:v>4.4365264857459987</c:v>
                </c:pt>
                <c:pt idx="13">
                  <c:v>4.4779913706757073</c:v>
                </c:pt>
                <c:pt idx="14">
                  <c:v>4.4839724959584499</c:v>
                </c:pt>
                <c:pt idx="15">
                  <c:v>4.4716414225139527</c:v>
                </c:pt>
                <c:pt idx="16">
                  <c:v>4.4813684028734464</c:v>
                </c:pt>
                <c:pt idx="17">
                  <c:v>4.4793126877172309</c:v>
                </c:pt>
                <c:pt idx="18">
                  <c:v>4.4723049022633372</c:v>
                </c:pt>
                <c:pt idx="19">
                  <c:v>4.4640202588852418</c:v>
                </c:pt>
                <c:pt idx="20">
                  <c:v>4.4819323298638052</c:v>
                </c:pt>
                <c:pt idx="21">
                  <c:v>4.4879749794666246</c:v>
                </c:pt>
                <c:pt idx="22">
                  <c:v>4.4892049920740273</c:v>
                </c:pt>
                <c:pt idx="23">
                  <c:v>4.5056861961961117</c:v>
                </c:pt>
                <c:pt idx="24">
                  <c:v>4.5000457719577556</c:v>
                </c:pt>
                <c:pt idx="25">
                  <c:v>4.4795910805276336</c:v>
                </c:pt>
                <c:pt idx="26">
                  <c:v>4.4594649782413072</c:v>
                </c:pt>
                <c:pt idx="27">
                  <c:v>4.4646482816055828</c:v>
                </c:pt>
                <c:pt idx="28">
                  <c:v>4.4695087890359835</c:v>
                </c:pt>
                <c:pt idx="29">
                  <c:v>4.4677837907898832</c:v>
                </c:pt>
                <c:pt idx="30">
                  <c:v>4.4724375560024656</c:v>
                </c:pt>
                <c:pt idx="31">
                  <c:v>4.4765900858011864</c:v>
                </c:pt>
                <c:pt idx="32">
                  <c:v>4.4971211959156259</c:v>
                </c:pt>
                <c:pt idx="33">
                  <c:v>4.5252624474846597</c:v>
                </c:pt>
                <c:pt idx="34">
                  <c:v>4.5334491274676401</c:v>
                </c:pt>
                <c:pt idx="35">
                  <c:v>4.5199630947115477</c:v>
                </c:pt>
                <c:pt idx="36">
                  <c:v>4.5086447045116635</c:v>
                </c:pt>
                <c:pt idx="37">
                  <c:v>4.5130106053386632</c:v>
                </c:pt>
                <c:pt idx="38">
                  <c:v>4.5200551055296287</c:v>
                </c:pt>
                <c:pt idx="39">
                  <c:v>4.5301647004842422</c:v>
                </c:pt>
                <c:pt idx="40">
                  <c:v>4.5472537135466249</c:v>
                </c:pt>
                <c:pt idx="41">
                  <c:v>4.5717042467528044</c:v>
                </c:pt>
                <c:pt idx="42">
                  <c:v>4.6052506967013311</c:v>
                </c:pt>
                <c:pt idx="43">
                  <c:v>4.6459433919744573</c:v>
                </c:pt>
                <c:pt idx="44">
                  <c:v>4.7118859197484415</c:v>
                </c:pt>
                <c:pt idx="45">
                  <c:v>4.7807476050827109</c:v>
                </c:pt>
                <c:pt idx="46">
                  <c:v>4.8409865130971843</c:v>
                </c:pt>
                <c:pt idx="47">
                  <c:v>4.8448578762362908</c:v>
                </c:pt>
                <c:pt idx="48">
                  <c:v>4.7914108327736242</c:v>
                </c:pt>
                <c:pt idx="49">
                  <c:v>4.7043729577750542</c:v>
                </c:pt>
                <c:pt idx="50">
                  <c:v>4.6134240243045701</c:v>
                </c:pt>
                <c:pt idx="51">
                  <c:v>4.5446862490543065</c:v>
                </c:pt>
                <c:pt idx="52">
                  <c:v>4.5163198849772606</c:v>
                </c:pt>
                <c:pt idx="53">
                  <c:v>4.4963053052123145</c:v>
                </c:pt>
                <c:pt idx="54">
                  <c:v>4.4809886784224577</c:v>
                </c:pt>
                <c:pt idx="55">
                  <c:v>4.4862753593564726</c:v>
                </c:pt>
                <c:pt idx="56">
                  <c:v>4.4873470644267659</c:v>
                </c:pt>
                <c:pt idx="57">
                  <c:v>4.4873188521405369</c:v>
                </c:pt>
                <c:pt idx="58">
                  <c:v>4.5007229443572045</c:v>
                </c:pt>
                <c:pt idx="59">
                  <c:v>4.5001668134337276</c:v>
                </c:pt>
                <c:pt idx="60">
                  <c:v>4.5107091116363698</c:v>
                </c:pt>
                <c:pt idx="61">
                  <c:v>4.5263628300208634</c:v>
                </c:pt>
                <c:pt idx="62">
                  <c:v>4.5392347394532049</c:v>
                </c:pt>
                <c:pt idx="63">
                  <c:v>4.5584522596774946</c:v>
                </c:pt>
                <c:pt idx="64">
                  <c:v>4.579591368249881</c:v>
                </c:pt>
                <c:pt idx="65">
                  <c:v>4.612442564092456</c:v>
                </c:pt>
                <c:pt idx="66">
                  <c:v>4.6384850455414348</c:v>
                </c:pt>
                <c:pt idx="67">
                  <c:v>4.6425934608003754</c:v>
                </c:pt>
                <c:pt idx="68">
                  <c:v>4.6397370852681936</c:v>
                </c:pt>
                <c:pt idx="69">
                  <c:v>4.6208597664508551</c:v>
                </c:pt>
                <c:pt idx="70">
                  <c:v>4.594346712682011</c:v>
                </c:pt>
                <c:pt idx="71">
                  <c:v>4.5726741636172701</c:v>
                </c:pt>
                <c:pt idx="72">
                  <c:v>4.5573411177075496</c:v>
                </c:pt>
                <c:pt idx="73">
                  <c:v>4.5365250247372213</c:v>
                </c:pt>
                <c:pt idx="74">
                  <c:v>4.5205916127621046</c:v>
                </c:pt>
                <c:pt idx="75">
                  <c:v>4.5079088074846654</c:v>
                </c:pt>
                <c:pt idx="76">
                  <c:v>4.5000874055392357</c:v>
                </c:pt>
                <c:pt idx="77">
                  <c:v>4.4888844315869552</c:v>
                </c:pt>
                <c:pt idx="78">
                  <c:v>4.4800354907976434</c:v>
                </c:pt>
                <c:pt idx="79">
                  <c:v>4.4686568382929295</c:v>
                </c:pt>
                <c:pt idx="80">
                  <c:v>4.4668455018365298</c:v>
                </c:pt>
                <c:pt idx="81">
                  <c:v>4.4584019177600913</c:v>
                </c:pt>
                <c:pt idx="82">
                  <c:v>4.4524884416632293</c:v>
                </c:pt>
                <c:pt idx="83">
                  <c:v>4.4552382953556044</c:v>
                </c:pt>
                <c:pt idx="84">
                  <c:v>4.4504628210480641</c:v>
                </c:pt>
                <c:pt idx="85">
                  <c:v>4.4419713837655186</c:v>
                </c:pt>
                <c:pt idx="86">
                  <c:v>4.4461051771604083</c:v>
                </c:pt>
                <c:pt idx="87">
                  <c:v>4.4503537234911335</c:v>
                </c:pt>
                <c:pt idx="88">
                  <c:v>4.4514618159498331</c:v>
                </c:pt>
                <c:pt idx="89">
                  <c:v>4.451217643996543</c:v>
                </c:pt>
                <c:pt idx="90">
                  <c:v>4.4429084451613807</c:v>
                </c:pt>
                <c:pt idx="91">
                  <c:v>4.431982063601847</c:v>
                </c:pt>
                <c:pt idx="92">
                  <c:v>4.4223001324487159</c:v>
                </c:pt>
                <c:pt idx="93">
                  <c:v>4.4225432146755299</c:v>
                </c:pt>
                <c:pt idx="94">
                  <c:v>4.4194834177915867</c:v>
                </c:pt>
                <c:pt idx="95">
                  <c:v>4.4253707253777641</c:v>
                </c:pt>
                <c:pt idx="96">
                  <c:v>4.4190442838651842</c:v>
                </c:pt>
                <c:pt idx="97">
                  <c:v>4.4197275983593149</c:v>
                </c:pt>
                <c:pt idx="98">
                  <c:v>4.4199035762634873</c:v>
                </c:pt>
                <c:pt idx="99">
                  <c:v>4.4195931958891626</c:v>
                </c:pt>
                <c:pt idx="100">
                  <c:v>4.4183561495926886</c:v>
                </c:pt>
                <c:pt idx="101">
                  <c:v>4.4283922203143353</c:v>
                </c:pt>
                <c:pt idx="102">
                  <c:v>4.4353914602451932</c:v>
                </c:pt>
                <c:pt idx="103">
                  <c:v>4.4435181966575703</c:v>
                </c:pt>
                <c:pt idx="104">
                  <c:v>4.4441958557727972</c:v>
                </c:pt>
                <c:pt idx="105">
                  <c:v>4.4539229265838953</c:v>
                </c:pt>
                <c:pt idx="106">
                  <c:v>4.464414485743518</c:v>
                </c:pt>
                <c:pt idx="107">
                  <c:v>4.4835525162361494</c:v>
                </c:pt>
                <c:pt idx="108">
                  <c:v>4.5234595660996897</c:v>
                </c:pt>
                <c:pt idx="109">
                  <c:v>4.56724269120022</c:v>
                </c:pt>
                <c:pt idx="110">
                  <c:v>4.5859454642637942</c:v>
                </c:pt>
                <c:pt idx="111">
                  <c:v>4.5632212300839345</c:v>
                </c:pt>
                <c:pt idx="112">
                  <c:v>4.5257478280243806</c:v>
                </c:pt>
                <c:pt idx="113">
                  <c:v>4.4988989575978042</c:v>
                </c:pt>
                <c:pt idx="114">
                  <c:v>4.4849137784291981</c:v>
                </c:pt>
                <c:pt idx="115">
                  <c:v>4.4679556703749181</c:v>
                </c:pt>
                <c:pt idx="116">
                  <c:v>4.4577596682944973</c:v>
                </c:pt>
                <c:pt idx="117">
                  <c:v>4.4515323854303794</c:v>
                </c:pt>
                <c:pt idx="118">
                  <c:v>4.4620657892252256</c:v>
                </c:pt>
                <c:pt idx="119">
                  <c:v>4.4760103599305383</c:v>
                </c:pt>
                <c:pt idx="120">
                  <c:v>4.491275894485395</c:v>
                </c:pt>
                <c:pt idx="121">
                  <c:v>4.5127649129369711</c:v>
                </c:pt>
                <c:pt idx="122">
                  <c:v>4.5429064371357555</c:v>
                </c:pt>
                <c:pt idx="123">
                  <c:v>4.5738225888772295</c:v>
                </c:pt>
                <c:pt idx="124">
                  <c:v>4.5657433826295151</c:v>
                </c:pt>
                <c:pt idx="125">
                  <c:v>4.5533543555497173</c:v>
                </c:pt>
                <c:pt idx="126">
                  <c:v>4.5334775981870257</c:v>
                </c:pt>
                <c:pt idx="127">
                  <c:v>4.5163158620344594</c:v>
                </c:pt>
                <c:pt idx="128">
                  <c:v>4.5181640639806071</c:v>
                </c:pt>
                <c:pt idx="129">
                  <c:v>4.5071578954912859</c:v>
                </c:pt>
                <c:pt idx="130">
                  <c:v>4.5064646485495148</c:v>
                </c:pt>
                <c:pt idx="131">
                  <c:v>4.5174945153592683</c:v>
                </c:pt>
                <c:pt idx="132">
                  <c:v>4.5050361248203199</c:v>
                </c:pt>
                <c:pt idx="133">
                  <c:v>4.4854045171496928</c:v>
                </c:pt>
                <c:pt idx="134">
                  <c:v>4.4730805549242127</c:v>
                </c:pt>
                <c:pt idx="135">
                  <c:v>4.4544253292541782</c:v>
                </c:pt>
                <c:pt idx="136">
                  <c:v>4.4329783880276672</c:v>
                </c:pt>
                <c:pt idx="137">
                  <c:v>4.4208148567983985</c:v>
                </c:pt>
                <c:pt idx="138">
                  <c:v>4.4189005541116995</c:v>
                </c:pt>
                <c:pt idx="139">
                  <c:v>4.4239547550391363</c:v>
                </c:pt>
                <c:pt idx="140">
                  <c:v>4.4285608565632586</c:v>
                </c:pt>
                <c:pt idx="141">
                  <c:v>4.4327759228785846</c:v>
                </c:pt>
                <c:pt idx="142">
                  <c:v>4.4344666571953786</c:v>
                </c:pt>
                <c:pt idx="143">
                  <c:v>4.4424207301088137</c:v>
                </c:pt>
                <c:pt idx="144">
                  <c:v>4.4364911837768481</c:v>
                </c:pt>
                <c:pt idx="145">
                  <c:v>4.4418017353200669</c:v>
                </c:pt>
                <c:pt idx="146">
                  <c:v>4.4507947784373298</c:v>
                </c:pt>
                <c:pt idx="147">
                  <c:v>4.4327419216896544</c:v>
                </c:pt>
                <c:pt idx="148">
                  <c:v>4.4221516152210105</c:v>
                </c:pt>
                <c:pt idx="149">
                  <c:v>4.4123358856852288</c:v>
                </c:pt>
                <c:pt idx="150">
                  <c:v>4.4057016147489394</c:v>
                </c:pt>
                <c:pt idx="151">
                  <c:v>4.4281536068275145</c:v>
                </c:pt>
                <c:pt idx="152">
                  <c:v>4.4334501254503458</c:v>
                </c:pt>
                <c:pt idx="153">
                  <c:v>4.4398370144781838</c:v>
                </c:pt>
                <c:pt idx="154">
                  <c:v>4.4283493053351215</c:v>
                </c:pt>
                <c:pt idx="155">
                  <c:v>4.4270941299527342</c:v>
                </c:pt>
                <c:pt idx="156">
                  <c:v>4.43416653446375</c:v>
                </c:pt>
                <c:pt idx="157">
                  <c:v>4.4203060234497427</c:v>
                </c:pt>
                <c:pt idx="158">
                  <c:v>4.4212070592636161</c:v>
                </c:pt>
                <c:pt idx="159">
                  <c:v>4.4231142399632493</c:v>
                </c:pt>
                <c:pt idx="160">
                  <c:v>4.432065188626571</c:v>
                </c:pt>
                <c:pt idx="161">
                  <c:v>4.4290774687499184</c:v>
                </c:pt>
                <c:pt idx="162">
                  <c:v>4.4268459716680075</c:v>
                </c:pt>
                <c:pt idx="163">
                  <c:v>4.424445338699738</c:v>
                </c:pt>
                <c:pt idx="164">
                  <c:v>4.4281014614774028</c:v>
                </c:pt>
                <c:pt idx="165">
                  <c:v>4.4295054577464548</c:v>
                </c:pt>
                <c:pt idx="166">
                  <c:v>4.4355396975036463</c:v>
                </c:pt>
                <c:pt idx="167">
                  <c:v>4.4431428784918969</c:v>
                </c:pt>
                <c:pt idx="168">
                  <c:v>4.4366019094626648</c:v>
                </c:pt>
                <c:pt idx="169">
                  <c:v>4.4331681188829739</c:v>
                </c:pt>
                <c:pt idx="170">
                  <c:v>4.4502055206904343</c:v>
                </c:pt>
                <c:pt idx="171">
                  <c:v>4.4644186938967465</c:v>
                </c:pt>
                <c:pt idx="172">
                  <c:v>4.4709093589121052</c:v>
                </c:pt>
                <c:pt idx="173">
                  <c:v>4.4739397331812043</c:v>
                </c:pt>
                <c:pt idx="174">
                  <c:v>4.466934988624117</c:v>
                </c:pt>
                <c:pt idx="175">
                  <c:v>4.4645527991687688</c:v>
                </c:pt>
                <c:pt idx="176">
                  <c:v>4.4753429476899598</c:v>
                </c:pt>
                <c:pt idx="177">
                  <c:v>4.484291445545515</c:v>
                </c:pt>
                <c:pt idx="178">
                  <c:v>4.4886877811838888</c:v>
                </c:pt>
                <c:pt idx="179">
                  <c:v>4.4854385958685707</c:v>
                </c:pt>
                <c:pt idx="180">
                  <c:v>4.4862539352478157</c:v>
                </c:pt>
                <c:pt idx="181">
                  <c:v>4.4925697056246499</c:v>
                </c:pt>
                <c:pt idx="182">
                  <c:v>4.5023056923796405</c:v>
                </c:pt>
                <c:pt idx="183">
                  <c:v>4.5095937744348547</c:v>
                </c:pt>
                <c:pt idx="184">
                  <c:v>4.5240476565901622</c:v>
                </c:pt>
                <c:pt idx="185">
                  <c:v>4.5381977161124869</c:v>
                </c:pt>
                <c:pt idx="186">
                  <c:v>4.5483031244499683</c:v>
                </c:pt>
                <c:pt idx="187">
                  <c:v>4.5563236491423256</c:v>
                </c:pt>
                <c:pt idx="188">
                  <c:v>4.5573327444732863</c:v>
                </c:pt>
                <c:pt idx="189">
                  <c:v>4.555306766358922</c:v>
                </c:pt>
                <c:pt idx="190">
                  <c:v>4.5505640699900392</c:v>
                </c:pt>
                <c:pt idx="191">
                  <c:v>4.5484923836647644</c:v>
                </c:pt>
                <c:pt idx="192">
                  <c:v>4.5527267937018392</c:v>
                </c:pt>
                <c:pt idx="193">
                  <c:v>4.5583628934920464</c:v>
                </c:pt>
                <c:pt idx="194">
                  <c:v>4.5588871854506676</c:v>
                </c:pt>
                <c:pt idx="195">
                  <c:v>4.5658718583659494</c:v>
                </c:pt>
                <c:pt idx="196">
                  <c:v>4.5775775192649855</c:v>
                </c:pt>
                <c:pt idx="197">
                  <c:v>4.5864784912630983</c:v>
                </c:pt>
                <c:pt idx="198">
                  <c:v>4.5845731497460944</c:v>
                </c:pt>
                <c:pt idx="199">
                  <c:v>4.5706928082945604</c:v>
                </c:pt>
                <c:pt idx="200">
                  <c:v>4.5463414100471367</c:v>
                </c:pt>
                <c:pt idx="201">
                  <c:v>4.5309224609562628</c:v>
                </c:pt>
                <c:pt idx="202">
                  <c:v>4.5329612745840571</c:v>
                </c:pt>
                <c:pt idx="203">
                  <c:v>4.5434276278965013</c:v>
                </c:pt>
                <c:pt idx="204">
                  <c:v>4.5481283719496783</c:v>
                </c:pt>
                <c:pt idx="205">
                  <c:v>4.5569502289442099</c:v>
                </c:pt>
                <c:pt idx="206">
                  <c:v>4.5674632035980505</c:v>
                </c:pt>
                <c:pt idx="207">
                  <c:v>4.5714764982265965</c:v>
                </c:pt>
                <c:pt idx="208">
                  <c:v>4.5759899126992121</c:v>
                </c:pt>
                <c:pt idx="209">
                  <c:v>4.5862412323967385</c:v>
                </c:pt>
                <c:pt idx="210">
                  <c:v>4.588663612515111</c:v>
                </c:pt>
                <c:pt idx="211">
                  <c:v>4.5912479613069745</c:v>
                </c:pt>
                <c:pt idx="212">
                  <c:v>4.6014211135891596</c:v>
                </c:pt>
                <c:pt idx="213">
                  <c:v>4.606466073377649</c:v>
                </c:pt>
                <c:pt idx="214">
                  <c:v>4.6108889501011738</c:v>
                </c:pt>
                <c:pt idx="215">
                  <c:v>4.6260256384987386</c:v>
                </c:pt>
                <c:pt idx="216">
                  <c:v>4.636827868769986</c:v>
                </c:pt>
                <c:pt idx="217">
                  <c:v>4.643591581336632</c:v>
                </c:pt>
                <c:pt idx="218">
                  <c:v>4.6350274338855622</c:v>
                </c:pt>
                <c:pt idx="219">
                  <c:v>4.6248777473339686</c:v>
                </c:pt>
                <c:pt idx="220">
                  <c:v>4.6216308793026188</c:v>
                </c:pt>
                <c:pt idx="221">
                  <c:v>4.6067598429608525</c:v>
                </c:pt>
                <c:pt idx="222">
                  <c:v>4.5928831023446293</c:v>
                </c:pt>
                <c:pt idx="223">
                  <c:v>4.5782044781021662</c:v>
                </c:pt>
                <c:pt idx="224">
                  <c:v>4.5623149911491812</c:v>
                </c:pt>
                <c:pt idx="225">
                  <c:v>4.5460840623100944</c:v>
                </c:pt>
                <c:pt idx="226">
                  <c:v>4.5201465391803275</c:v>
                </c:pt>
                <c:pt idx="227">
                  <c:v>4.5068214327506615</c:v>
                </c:pt>
                <c:pt idx="228">
                  <c:v>4.4836057362374699</c:v>
                </c:pt>
                <c:pt idx="229">
                  <c:v>4.4583540817828613</c:v>
                </c:pt>
                <c:pt idx="230">
                  <c:v>4.4431555331021171</c:v>
                </c:pt>
                <c:pt idx="231">
                  <c:v>4.4345244643852233</c:v>
                </c:pt>
                <c:pt idx="232">
                  <c:v>4.4453084880406095</c:v>
                </c:pt>
                <c:pt idx="233">
                  <c:v>4.4366495774583443</c:v>
                </c:pt>
                <c:pt idx="234">
                  <c:v>4.4277819691807094</c:v>
                </c:pt>
                <c:pt idx="235">
                  <c:v>4.4230650838233112</c:v>
                </c:pt>
                <c:pt idx="236">
                  <c:v>4.4220026005094786</c:v>
                </c:pt>
                <c:pt idx="237">
                  <c:v>4.4295329744167713</c:v>
                </c:pt>
                <c:pt idx="238">
                  <c:v>4.4296176500404334</c:v>
                </c:pt>
                <c:pt idx="239">
                  <c:v>4.4297333225675821</c:v>
                </c:pt>
                <c:pt idx="240">
                  <c:v>4.4258249065746913</c:v>
                </c:pt>
                <c:pt idx="241">
                  <c:v>4.4206427618523998</c:v>
                </c:pt>
                <c:pt idx="242">
                  <c:v>4.4429696679761079</c:v>
                </c:pt>
                <c:pt idx="243">
                  <c:v>4.4454203895972872</c:v>
                </c:pt>
                <c:pt idx="244">
                  <c:v>4.4412331479184557</c:v>
                </c:pt>
                <c:pt idx="245">
                  <c:v>4.4461115389232724</c:v>
                </c:pt>
                <c:pt idx="246">
                  <c:v>4.4492899092465459</c:v>
                </c:pt>
                <c:pt idx="247">
                  <c:v>4.4594678166988064</c:v>
                </c:pt>
                <c:pt idx="248">
                  <c:v>4.4961318793355609</c:v>
                </c:pt>
                <c:pt idx="249">
                  <c:v>4.5388654557017318</c:v>
                </c:pt>
                <c:pt idx="250">
                  <c:v>4.5687501318009094</c:v>
                </c:pt>
                <c:pt idx="251">
                  <c:v>4.6594038829202695</c:v>
                </c:pt>
                <c:pt idx="252">
                  <c:v>4.7607157619829241</c:v>
                </c:pt>
                <c:pt idx="253">
                  <c:v>4.8484750445228633</c:v>
                </c:pt>
                <c:pt idx="254">
                  <c:v>4.9562303685560023</c:v>
                </c:pt>
                <c:pt idx="255">
                  <c:v>5.0656022436684198</c:v>
                </c:pt>
                <c:pt idx="256">
                  <c:v>5.186540828786173</c:v>
                </c:pt>
                <c:pt idx="257">
                  <c:v>5.2597858850288048</c:v>
                </c:pt>
                <c:pt idx="258">
                  <c:v>5.330908619276407</c:v>
                </c:pt>
                <c:pt idx="259">
                  <c:v>5.4</c:v>
                </c:pt>
                <c:pt idx="260">
                  <c:v>5.2227265704155927</c:v>
                </c:pt>
                <c:pt idx="261">
                  <c:v>4.9102062489550669</c:v>
                </c:pt>
                <c:pt idx="262">
                  <c:v>4.6409918471575313</c:v>
                </c:pt>
                <c:pt idx="263">
                  <c:v>4.5381995251445808</c:v>
                </c:pt>
                <c:pt idx="264">
                  <c:v>4.4923656984910671</c:v>
                </c:pt>
                <c:pt idx="265">
                  <c:v>4.4747669174134472</c:v>
                </c:pt>
                <c:pt idx="266">
                  <c:v>4.4660086048248298</c:v>
                </c:pt>
                <c:pt idx="267">
                  <c:v>4.4717831127991126</c:v>
                </c:pt>
                <c:pt idx="268">
                  <c:v>4.4630136358981431</c:v>
                </c:pt>
                <c:pt idx="269">
                  <c:v>4.4749052222242591</c:v>
                </c:pt>
                <c:pt idx="270">
                  <c:v>4.488452227976361</c:v>
                </c:pt>
                <c:pt idx="271">
                  <c:v>4.4871833987088818</c:v>
                </c:pt>
                <c:pt idx="272">
                  <c:v>4.4942090074361216</c:v>
                </c:pt>
                <c:pt idx="273">
                  <c:v>4.4955828553238817</c:v>
                </c:pt>
                <c:pt idx="274">
                  <c:v>4.5345472357920684</c:v>
                </c:pt>
                <c:pt idx="275">
                  <c:v>4.6091737981583289</c:v>
                </c:pt>
                <c:pt idx="276">
                  <c:v>4.7288233186924629</c:v>
                </c:pt>
                <c:pt idx="277">
                  <c:v>4.8920730970257296</c:v>
                </c:pt>
                <c:pt idx="278">
                  <c:v>5.3045996415566528</c:v>
                </c:pt>
                <c:pt idx="279">
                  <c:v>5.4392619231754704</c:v>
                </c:pt>
                <c:pt idx="280">
                  <c:v>5.2901801740833285</c:v>
                </c:pt>
                <c:pt idx="281">
                  <c:v>4.957198562532759</c:v>
                </c:pt>
                <c:pt idx="282">
                  <c:v>4.6938563478281479</c:v>
                </c:pt>
                <c:pt idx="283">
                  <c:v>4.5541318775437576</c:v>
                </c:pt>
                <c:pt idx="284">
                  <c:v>4.4890416364759309</c:v>
                </c:pt>
                <c:pt idx="285">
                  <c:v>4.4313118021357196</c:v>
                </c:pt>
                <c:pt idx="286">
                  <c:v>4.3607016377494903</c:v>
                </c:pt>
                <c:pt idx="287">
                  <c:v>4.4120969103919903</c:v>
                </c:pt>
                <c:pt idx="288">
                  <c:v>4.4119830027479372</c:v>
                </c:pt>
                <c:pt idx="289">
                  <c:v>4.3973848766648436</c:v>
                </c:pt>
                <c:pt idx="290">
                  <c:v>4.3796907569038526</c:v>
                </c:pt>
                <c:pt idx="291">
                  <c:v>4.3864822941069939</c:v>
                </c:pt>
                <c:pt idx="292">
                  <c:v>4.4078970146413416</c:v>
                </c:pt>
                <c:pt idx="293">
                  <c:v>4.3892452503603936</c:v>
                </c:pt>
                <c:pt idx="294">
                  <c:v>4.4008374436247459</c:v>
                </c:pt>
                <c:pt idx="295">
                  <c:v>4.3779392024973331</c:v>
                </c:pt>
                <c:pt idx="296">
                  <c:v>4.4132783989438842</c:v>
                </c:pt>
                <c:pt idx="297">
                  <c:v>4.4065889530671267</c:v>
                </c:pt>
                <c:pt idx="298">
                  <c:v>4.3933632459518002</c:v>
                </c:pt>
                <c:pt idx="299">
                  <c:v>4.3841167951263236</c:v>
                </c:pt>
                <c:pt idx="300">
                  <c:v>4.4082008512727873</c:v>
                </c:pt>
                <c:pt idx="301">
                  <c:v>4.4198991656709525</c:v>
                </c:pt>
                <c:pt idx="302">
                  <c:v>4.4184763705433898</c:v>
                </c:pt>
                <c:pt idx="303">
                  <c:v>4.413598292888774</c:v>
                </c:pt>
                <c:pt idx="304">
                  <c:v>4.4081083192811743</c:v>
                </c:pt>
                <c:pt idx="305">
                  <c:v>4.417106444378776</c:v>
                </c:pt>
                <c:pt idx="306">
                  <c:v>4.4209944355378807</c:v>
                </c:pt>
                <c:pt idx="307">
                  <c:v>4.4109466631782785</c:v>
                </c:pt>
                <c:pt idx="308">
                  <c:v>4.4110564531207084</c:v>
                </c:pt>
                <c:pt idx="309">
                  <c:v>4.4065709817331182</c:v>
                </c:pt>
                <c:pt idx="310">
                  <c:v>4.3996742308061227</c:v>
                </c:pt>
                <c:pt idx="311">
                  <c:v>4.3947402504928839</c:v>
                </c:pt>
                <c:pt idx="312">
                  <c:v>4.3722083998770005</c:v>
                </c:pt>
                <c:pt idx="313">
                  <c:v>4.392135078987855</c:v>
                </c:pt>
                <c:pt idx="314">
                  <c:v>4.3943150041182193</c:v>
                </c:pt>
                <c:pt idx="315">
                  <c:v>4.4027626127526638</c:v>
                </c:pt>
                <c:pt idx="316">
                  <c:v>4.4019911219424088</c:v>
                </c:pt>
                <c:pt idx="317">
                  <c:v>4.4072966964937583</c:v>
                </c:pt>
                <c:pt idx="318">
                  <c:v>4.4256257515236186</c:v>
                </c:pt>
                <c:pt idx="319">
                  <c:v>4.4311438744243663</c:v>
                </c:pt>
                <c:pt idx="320">
                  <c:v>4.4335138938316625</c:v>
                </c:pt>
                <c:pt idx="321">
                  <c:v>4.4663465793994179</c:v>
                </c:pt>
                <c:pt idx="322">
                  <c:v>4.518854149423432</c:v>
                </c:pt>
                <c:pt idx="323">
                  <c:v>4.572319403809181</c:v>
                </c:pt>
                <c:pt idx="324">
                  <c:v>4.5848164559483111</c:v>
                </c:pt>
                <c:pt idx="325">
                  <c:v>4.5534536972549988</c:v>
                </c:pt>
                <c:pt idx="326">
                  <c:v>4.5209064188042305</c:v>
                </c:pt>
                <c:pt idx="327">
                  <c:v>4.5172638551528328</c:v>
                </c:pt>
                <c:pt idx="328">
                  <c:v>4.5384456310393242</c:v>
                </c:pt>
                <c:pt idx="329">
                  <c:v>4.5820448292625162</c:v>
                </c:pt>
                <c:pt idx="330">
                  <c:v>4.6583407233730112</c:v>
                </c:pt>
                <c:pt idx="331">
                  <c:v>4.7715556545794833</c:v>
                </c:pt>
                <c:pt idx="332">
                  <c:v>4.8558165791692387</c:v>
                </c:pt>
                <c:pt idx="333">
                  <c:v>4.8720406336863675</c:v>
                </c:pt>
                <c:pt idx="334">
                  <c:v>4.81229653902182</c:v>
                </c:pt>
                <c:pt idx="335">
                  <c:v>4.7077767981055398</c:v>
                </c:pt>
                <c:pt idx="336">
                  <c:v>4.6152595199538649</c:v>
                </c:pt>
                <c:pt idx="337">
                  <c:v>4.5415883246653701</c:v>
                </c:pt>
                <c:pt idx="338">
                  <c:v>4.4883040165612238</c:v>
                </c:pt>
                <c:pt idx="339">
                  <c:v>4.4532452674686684</c:v>
                </c:pt>
                <c:pt idx="340">
                  <c:v>4.4380884428210097</c:v>
                </c:pt>
                <c:pt idx="341">
                  <c:v>4.4264391418861431</c:v>
                </c:pt>
                <c:pt idx="342">
                  <c:v>4.4175361153444381</c:v>
                </c:pt>
                <c:pt idx="343">
                  <c:v>4.4204626382496786</c:v>
                </c:pt>
                <c:pt idx="344">
                  <c:v>4.4174224252149576</c:v>
                </c:pt>
                <c:pt idx="345">
                  <c:v>4.4062920122937346</c:v>
                </c:pt>
                <c:pt idx="346">
                  <c:v>4.4045018272451708</c:v>
                </c:pt>
                <c:pt idx="347">
                  <c:v>4.4047839320709832</c:v>
                </c:pt>
                <c:pt idx="348">
                  <c:v>4.4067735098752827</c:v>
                </c:pt>
                <c:pt idx="349">
                  <c:v>4.4022936308735137</c:v>
                </c:pt>
                <c:pt idx="350">
                  <c:v>4.3974329107741612</c:v>
                </c:pt>
                <c:pt idx="351">
                  <c:v>4.3948508108891611</c:v>
                </c:pt>
                <c:pt idx="352">
                  <c:v>4.3993340759709794</c:v>
                </c:pt>
                <c:pt idx="353">
                  <c:v>4.4023035455538748</c:v>
                </c:pt>
                <c:pt idx="354">
                  <c:v>4.4043605332241844</c:v>
                </c:pt>
                <c:pt idx="355">
                  <c:v>4.4067312199812667</c:v>
                </c:pt>
                <c:pt idx="356">
                  <c:v>4.4061483826830976</c:v>
                </c:pt>
                <c:pt idx="357">
                  <c:v>4.4081849016398245</c:v>
                </c:pt>
                <c:pt idx="358">
                  <c:v>4.3940868819407397</c:v>
                </c:pt>
                <c:pt idx="359">
                  <c:v>4.4100847412226107</c:v>
                </c:pt>
                <c:pt idx="360">
                  <c:v>4.4102068035095501</c:v>
                </c:pt>
                <c:pt idx="361">
                  <c:v>4.4102814422355037</c:v>
                </c:pt>
                <c:pt idx="362">
                  <c:v>4.4186575903334147</c:v>
                </c:pt>
                <c:pt idx="363">
                  <c:v>4.4208814765588729</c:v>
                </c:pt>
                <c:pt idx="364">
                  <c:v>4.4201535220442105</c:v>
                </c:pt>
                <c:pt idx="365">
                  <c:v>4.4209397855397627</c:v>
                </c:pt>
                <c:pt idx="366">
                  <c:v>4.4217515047012093</c:v>
                </c:pt>
                <c:pt idx="367">
                  <c:v>4.4269768292966996</c:v>
                </c:pt>
                <c:pt idx="368">
                  <c:v>4.4230169312654644</c:v>
                </c:pt>
                <c:pt idx="369">
                  <c:v>4.4208790214438878</c:v>
                </c:pt>
                <c:pt idx="370">
                  <c:v>4.4225805496521771</c:v>
                </c:pt>
                <c:pt idx="371">
                  <c:v>4.4169093761754405</c:v>
                </c:pt>
                <c:pt idx="372">
                  <c:v>4.4121310946377399</c:v>
                </c:pt>
                <c:pt idx="373">
                  <c:v>4.4191025777708068</c:v>
                </c:pt>
                <c:pt idx="374">
                  <c:v>4.4093493449098524</c:v>
                </c:pt>
                <c:pt idx="375">
                  <c:v>4.3996633477753786</c:v>
                </c:pt>
                <c:pt idx="376">
                  <c:v>4.4069679522900698</c:v>
                </c:pt>
                <c:pt idx="377">
                  <c:v>4.4130818346852037</c:v>
                </c:pt>
                <c:pt idx="378">
                  <c:v>4.4134806562696367</c:v>
                </c:pt>
                <c:pt idx="379">
                  <c:v>4.4166405798495747</c:v>
                </c:pt>
                <c:pt idx="380">
                  <c:v>4.4090161707311433</c:v>
                </c:pt>
                <c:pt idx="381">
                  <c:v>4.4038787922847469</c:v>
                </c:pt>
                <c:pt idx="382">
                  <c:v>4.4005125418644484</c:v>
                </c:pt>
                <c:pt idx="383">
                  <c:v>4.4015472885705806</c:v>
                </c:pt>
                <c:pt idx="384">
                  <c:v>4.3991987356711313</c:v>
                </c:pt>
                <c:pt idx="385">
                  <c:v>4.4049795008236092</c:v>
                </c:pt>
                <c:pt idx="386">
                  <c:v>4.406961409623996</c:v>
                </c:pt>
                <c:pt idx="387">
                  <c:v>4.4035543563771347</c:v>
                </c:pt>
                <c:pt idx="388">
                  <c:v>4.4026440834623317</c:v>
                </c:pt>
                <c:pt idx="389">
                  <c:v>4.3913384652443934</c:v>
                </c:pt>
                <c:pt idx="390">
                  <c:v>4.3903394488065288</c:v>
                </c:pt>
                <c:pt idx="391">
                  <c:v>4.3902660225628001</c:v>
                </c:pt>
                <c:pt idx="392">
                  <c:v>4.3981079758665818</c:v>
                </c:pt>
                <c:pt idx="393">
                  <c:v>4.4030800429681305</c:v>
                </c:pt>
                <c:pt idx="394">
                  <c:v>4.4100200381747126</c:v>
                </c:pt>
                <c:pt idx="395">
                  <c:v>4.4129459279187202</c:v>
                </c:pt>
                <c:pt idx="396">
                  <c:v>4.4127624242256758</c:v>
                </c:pt>
                <c:pt idx="397">
                  <c:v>4.4062502801846142</c:v>
                </c:pt>
                <c:pt idx="398">
                  <c:v>4.4082663759227616</c:v>
                </c:pt>
                <c:pt idx="399">
                  <c:v>4.4070577228157264</c:v>
                </c:pt>
                <c:pt idx="400">
                  <c:v>4.4180187780287987</c:v>
                </c:pt>
                <c:pt idx="401">
                  <c:v>4.4306198602813875</c:v>
                </c:pt>
                <c:pt idx="402">
                  <c:v>4.4275015648989058</c:v>
                </c:pt>
                <c:pt idx="403">
                  <c:v>4.4341923347071877</c:v>
                </c:pt>
                <c:pt idx="404">
                  <c:v>4.4400420079649789</c:v>
                </c:pt>
                <c:pt idx="405">
                  <c:v>4.4433424922618228</c:v>
                </c:pt>
                <c:pt idx="406">
                  <c:v>4.4320228766580554</c:v>
                </c:pt>
                <c:pt idx="407">
                  <c:v>4.4243387630196906</c:v>
                </c:pt>
                <c:pt idx="408">
                  <c:v>4.433065736280887</c:v>
                </c:pt>
                <c:pt idx="409">
                  <c:v>4.4264913130795707</c:v>
                </c:pt>
                <c:pt idx="410">
                  <c:v>4.4238641225312225</c:v>
                </c:pt>
                <c:pt idx="411">
                  <c:v>4.4130823515515161</c:v>
                </c:pt>
                <c:pt idx="412">
                  <c:v>4.4085833571106194</c:v>
                </c:pt>
                <c:pt idx="413">
                  <c:v>4.4110456872261388</c:v>
                </c:pt>
                <c:pt idx="414">
                  <c:v>4.4041573194265515</c:v>
                </c:pt>
                <c:pt idx="415">
                  <c:v>4.4042320001478927</c:v>
                </c:pt>
                <c:pt idx="416">
                  <c:v>4.395306233103641</c:v>
                </c:pt>
                <c:pt idx="417">
                  <c:v>4.3898424075474338</c:v>
                </c:pt>
                <c:pt idx="418">
                  <c:v>4.3874628056540628</c:v>
                </c:pt>
                <c:pt idx="419">
                  <c:v>4.3801935666063567</c:v>
                </c:pt>
                <c:pt idx="420">
                  <c:v>4.4002731896558736</c:v>
                </c:pt>
                <c:pt idx="421">
                  <c:v>4.4154837921233989</c:v>
                </c:pt>
                <c:pt idx="422">
                  <c:v>4.4126012243908255</c:v>
                </c:pt>
                <c:pt idx="423">
                  <c:v>4.3992615198528444</c:v>
                </c:pt>
                <c:pt idx="424">
                  <c:v>4.3983536447131693</c:v>
                </c:pt>
                <c:pt idx="425">
                  <c:v>4.398573566214357</c:v>
                </c:pt>
                <c:pt idx="426">
                  <c:v>4.4058456470845782</c:v>
                </c:pt>
                <c:pt idx="427">
                  <c:v>4.4166373085165374</c:v>
                </c:pt>
                <c:pt idx="428">
                  <c:v>4.4318927060308377</c:v>
                </c:pt>
                <c:pt idx="429">
                  <c:v>4.4480375637072189</c:v>
                </c:pt>
                <c:pt idx="430">
                  <c:v>4.4622421569327422</c:v>
                </c:pt>
                <c:pt idx="431">
                  <c:v>4.4521898221511265</c:v>
                </c:pt>
                <c:pt idx="432">
                  <c:v>4.4107667560133264</c:v>
                </c:pt>
                <c:pt idx="433">
                  <c:v>4.4064056685038624</c:v>
                </c:pt>
                <c:pt idx="434">
                  <c:v>4.3977246839612318</c:v>
                </c:pt>
                <c:pt idx="435">
                  <c:v>4.3720066195757816</c:v>
                </c:pt>
                <c:pt idx="436">
                  <c:v>4.2113619206807318</c:v>
                </c:pt>
                <c:pt idx="437">
                  <c:v>4.3648050803237819</c:v>
                </c:pt>
                <c:pt idx="438">
                  <c:v>4.441698586032949</c:v>
                </c:pt>
                <c:pt idx="439">
                  <c:v>4.4332053741760635</c:v>
                </c:pt>
                <c:pt idx="440">
                  <c:v>4.4119229407288039</c:v>
                </c:pt>
                <c:pt idx="441">
                  <c:v>4.4085017288445929</c:v>
                </c:pt>
                <c:pt idx="442">
                  <c:v>4.3678972998007932</c:v>
                </c:pt>
                <c:pt idx="443">
                  <c:v>4.3600047684363119</c:v>
                </c:pt>
                <c:pt idx="444">
                  <c:v>4.3842204203611699</c:v>
                </c:pt>
                <c:pt idx="445">
                  <c:v>4.4077426455178532</c:v>
                </c:pt>
                <c:pt idx="446">
                  <c:v>4.3794220359543239</c:v>
                </c:pt>
                <c:pt idx="447">
                  <c:v>4.3964380580713263</c:v>
                </c:pt>
                <c:pt idx="448">
                  <c:v>4.3943542380401617</c:v>
                </c:pt>
                <c:pt idx="449">
                  <c:v>4.3711185075733328</c:v>
                </c:pt>
                <c:pt idx="450">
                  <c:v>4.3957020399037852</c:v>
                </c:pt>
                <c:pt idx="451">
                  <c:v>4.4045833588679653</c:v>
                </c:pt>
                <c:pt idx="452">
                  <c:v>4.4005441862641339</c:v>
                </c:pt>
                <c:pt idx="453">
                  <c:v>4.4121832119909268</c:v>
                </c:pt>
                <c:pt idx="454">
                  <c:v>4.4121917122881591</c:v>
                </c:pt>
                <c:pt idx="455">
                  <c:v>4.3783466159074091</c:v>
                </c:pt>
                <c:pt idx="456">
                  <c:v>4.3825786849708095</c:v>
                </c:pt>
                <c:pt idx="457">
                  <c:v>4.3962954753841732</c:v>
                </c:pt>
                <c:pt idx="458">
                  <c:v>4.4063454341959583</c:v>
                </c:pt>
                <c:pt idx="459">
                  <c:v>4.4135843213462618</c:v>
                </c:pt>
                <c:pt idx="460">
                  <c:v>4.4064326645390501</c:v>
                </c:pt>
                <c:pt idx="461">
                  <c:v>4.4176828795339</c:v>
                </c:pt>
                <c:pt idx="462">
                  <c:v>4.4053918696894572</c:v>
                </c:pt>
                <c:pt idx="463">
                  <c:v>4.404426170938665</c:v>
                </c:pt>
                <c:pt idx="464">
                  <c:v>4.4136246347650347</c:v>
                </c:pt>
                <c:pt idx="465">
                  <c:v>4.4117918160525171</c:v>
                </c:pt>
                <c:pt idx="466">
                  <c:v>4.4092682033596038</c:v>
                </c:pt>
                <c:pt idx="467">
                  <c:v>4.4090741405185154</c:v>
                </c:pt>
                <c:pt idx="468">
                  <c:v>4.401675069767907</c:v>
                </c:pt>
                <c:pt idx="469">
                  <c:v>4.4081999440647284</c:v>
                </c:pt>
                <c:pt idx="470">
                  <c:v>4.4055604822486751</c:v>
                </c:pt>
                <c:pt idx="471">
                  <c:v>4.4056314124588356</c:v>
                </c:pt>
                <c:pt idx="472">
                  <c:v>4.3991779217743039</c:v>
                </c:pt>
                <c:pt idx="473">
                  <c:v>4.401604342535455</c:v>
                </c:pt>
                <c:pt idx="474">
                  <c:v>4.4025340229726924</c:v>
                </c:pt>
                <c:pt idx="475">
                  <c:v>4.4045349796427038</c:v>
                </c:pt>
                <c:pt idx="476">
                  <c:v>4.4193201397234372</c:v>
                </c:pt>
                <c:pt idx="477">
                  <c:v>4.4255640742972586</c:v>
                </c:pt>
                <c:pt idx="478">
                  <c:v>4.4365849131754187</c:v>
                </c:pt>
                <c:pt idx="479">
                  <c:v>4.4285250872608168</c:v>
                </c:pt>
                <c:pt idx="480">
                  <c:v>4.4183359465806955</c:v>
                </c:pt>
                <c:pt idx="481">
                  <c:v>4.4188582507576228</c:v>
                </c:pt>
                <c:pt idx="482">
                  <c:v>4.4220846315005069</c:v>
                </c:pt>
                <c:pt idx="483">
                  <c:v>4.4261057157351065</c:v>
                </c:pt>
                <c:pt idx="484">
                  <c:v>4.4137094579109561</c:v>
                </c:pt>
                <c:pt idx="485">
                  <c:v>4.4138322438107327</c:v>
                </c:pt>
                <c:pt idx="486">
                  <c:v>4.4161415852665398</c:v>
                </c:pt>
                <c:pt idx="487">
                  <c:v>4.4115650689547907</c:v>
                </c:pt>
                <c:pt idx="488">
                  <c:v>4.42019036815147</c:v>
                </c:pt>
                <c:pt idx="489">
                  <c:v>4.4315819013954156</c:v>
                </c:pt>
                <c:pt idx="490">
                  <c:v>4.4330506114804145</c:v>
                </c:pt>
                <c:pt idx="491">
                  <c:v>4.4371639671198597</c:v>
                </c:pt>
                <c:pt idx="492">
                  <c:v>4.4423912988795307</c:v>
                </c:pt>
                <c:pt idx="493">
                  <c:v>4.4410252901308445</c:v>
                </c:pt>
                <c:pt idx="494">
                  <c:v>4.4340840490610889</c:v>
                </c:pt>
                <c:pt idx="495">
                  <c:v>4.4393386476723586</c:v>
                </c:pt>
                <c:pt idx="496">
                  <c:v>4.4497116850792828</c:v>
                </c:pt>
                <c:pt idx="497">
                  <c:v>4.446215885617347</c:v>
                </c:pt>
                <c:pt idx="498">
                  <c:v>4.4490872373509376</c:v>
                </c:pt>
                <c:pt idx="499">
                  <c:v>4.4578184403014589</c:v>
                </c:pt>
                <c:pt idx="500">
                  <c:v>4.4510361550053128</c:v>
                </c:pt>
                <c:pt idx="501">
                  <c:v>4.439854299349121</c:v>
                </c:pt>
                <c:pt idx="502">
                  <c:v>4.4467033853089504</c:v>
                </c:pt>
                <c:pt idx="503">
                  <c:v>4.4439343300330618</c:v>
                </c:pt>
                <c:pt idx="504">
                  <c:v>4.4499032701924852</c:v>
                </c:pt>
                <c:pt idx="505">
                  <c:v>4.4780886276868612</c:v>
                </c:pt>
                <c:pt idx="506">
                  <c:v>4.5138074322894788</c:v>
                </c:pt>
                <c:pt idx="507">
                  <c:v>4.5552544422592103</c:v>
                </c:pt>
                <c:pt idx="508">
                  <c:v>4.600798220766972</c:v>
                </c:pt>
                <c:pt idx="509">
                  <c:v>4.6680216466368325</c:v>
                </c:pt>
                <c:pt idx="510">
                  <c:v>4.7541181357913924</c:v>
                </c:pt>
                <c:pt idx="511">
                  <c:v>4.8523382067164764</c:v>
                </c:pt>
                <c:pt idx="512">
                  <c:v>4.9240431736363428</c:v>
                </c:pt>
                <c:pt idx="513">
                  <c:v>4.9808383047832452</c:v>
                </c:pt>
                <c:pt idx="514">
                  <c:v>5.005096770467663</c:v>
                </c:pt>
                <c:pt idx="515">
                  <c:v>4.9982986690623523</c:v>
                </c:pt>
                <c:pt idx="516">
                  <c:v>4.9819380584654347</c:v>
                </c:pt>
                <c:pt idx="517">
                  <c:v>4.9309691133096365</c:v>
                </c:pt>
                <c:pt idx="518">
                  <c:v>4.8718140739526792</c:v>
                </c:pt>
                <c:pt idx="519">
                  <c:v>4.8301002748212634</c:v>
                </c:pt>
                <c:pt idx="520">
                  <c:v>4.7793033772320523</c:v>
                </c:pt>
                <c:pt idx="521">
                  <c:v>4.7330184124320267</c:v>
                </c:pt>
                <c:pt idx="522">
                  <c:v>4.6983707271178803</c:v>
                </c:pt>
                <c:pt idx="523">
                  <c:v>4.6785874105700671</c:v>
                </c:pt>
                <c:pt idx="524">
                  <c:v>4.6660866369934864</c:v>
                </c:pt>
                <c:pt idx="525">
                  <c:v>4.6677271706696697</c:v>
                </c:pt>
                <c:pt idx="526">
                  <c:v>4.6790089322768669</c:v>
                </c:pt>
                <c:pt idx="527">
                  <c:v>4.6721610911034066</c:v>
                </c:pt>
                <c:pt idx="528">
                  <c:v>4.6837875336255985</c:v>
                </c:pt>
                <c:pt idx="529">
                  <c:v>4.7062419463614047</c:v>
                </c:pt>
                <c:pt idx="530">
                  <c:v>4.734507228616585</c:v>
                </c:pt>
                <c:pt idx="531">
                  <c:v>4.7729533300042535</c:v>
                </c:pt>
                <c:pt idx="532">
                  <c:v>4.7999138004821598</c:v>
                </c:pt>
                <c:pt idx="533">
                  <c:v>4.8143533223684152</c:v>
                </c:pt>
                <c:pt idx="534">
                  <c:v>4.8360456157262979</c:v>
                </c:pt>
                <c:pt idx="535">
                  <c:v>4.8785413302154108</c:v>
                </c:pt>
                <c:pt idx="536">
                  <c:v>4.9119126313994759</c:v>
                </c:pt>
                <c:pt idx="537">
                  <c:v>4.9470666044956877</c:v>
                </c:pt>
                <c:pt idx="538">
                  <c:v>5.0232792314432224</c:v>
                </c:pt>
                <c:pt idx="539">
                  <c:v>5.0989157247409826</c:v>
                </c:pt>
                <c:pt idx="540">
                  <c:v>5.1645500968193971</c:v>
                </c:pt>
                <c:pt idx="541">
                  <c:v>5.2378930819993945</c:v>
                </c:pt>
                <c:pt idx="542">
                  <c:v>5.3218584279738481</c:v>
                </c:pt>
                <c:pt idx="543">
                  <c:v>5.4354558574805214</c:v>
                </c:pt>
                <c:pt idx="544">
                  <c:v>5.5484936930594158</c:v>
                </c:pt>
                <c:pt idx="545">
                  <c:v>5.6578410342508638</c:v>
                </c:pt>
                <c:pt idx="546">
                  <c:v>5.7346118079004951</c:v>
                </c:pt>
                <c:pt idx="547">
                  <c:v>5.8466360341826409</c:v>
                </c:pt>
                <c:pt idx="548">
                  <c:v>5.9506033483840177</c:v>
                </c:pt>
                <c:pt idx="549">
                  <c:v>6.0301556897815232</c:v>
                </c:pt>
                <c:pt idx="550">
                  <c:v>6.090577361724125</c:v>
                </c:pt>
                <c:pt idx="551">
                  <c:v>6.1298641633981141</c:v>
                </c:pt>
                <c:pt idx="552">
                  <c:v>6.116559059694743</c:v>
                </c:pt>
                <c:pt idx="553">
                  <c:v>6.070521708316206</c:v>
                </c:pt>
                <c:pt idx="554">
                  <c:v>5.9803501762376241</c:v>
                </c:pt>
                <c:pt idx="555">
                  <c:v>5.9087833504542395</c:v>
                </c:pt>
                <c:pt idx="556">
                  <c:v>5.793512101080851</c:v>
                </c:pt>
                <c:pt idx="557">
                  <c:v>5.695597360315495</c:v>
                </c:pt>
                <c:pt idx="558">
                  <c:v>5.5634240311961172</c:v>
                </c:pt>
                <c:pt idx="559">
                  <c:v>5.4184859648743151</c:v>
                </c:pt>
                <c:pt idx="560">
                  <c:v>5.2985412792179361</c:v>
                </c:pt>
                <c:pt idx="561">
                  <c:v>5.1727413252259256</c:v>
                </c:pt>
                <c:pt idx="562">
                  <c:v>5.0430695601440094</c:v>
                </c:pt>
                <c:pt idx="563">
                  <c:v>4.942170261000947</c:v>
                </c:pt>
                <c:pt idx="564">
                  <c:v>4.877267116923842</c:v>
                </c:pt>
                <c:pt idx="565">
                  <c:v>4.7449163303704704</c:v>
                </c:pt>
                <c:pt idx="566">
                  <c:v>4.7208945894572221</c:v>
                </c:pt>
                <c:pt idx="567">
                  <c:v>4.6999365563830153</c:v>
                </c:pt>
                <c:pt idx="568">
                  <c:v>4.6227540297998919</c:v>
                </c:pt>
                <c:pt idx="569">
                  <c:v>4.5796942074172104</c:v>
                </c:pt>
                <c:pt idx="570">
                  <c:v>4.5426657152651018</c:v>
                </c:pt>
                <c:pt idx="571">
                  <c:v>4.4758165695210694</c:v>
                </c:pt>
                <c:pt idx="572">
                  <c:v>4.4900286702297825</c:v>
                </c:pt>
                <c:pt idx="573">
                  <c:v>4.4620629292316298</c:v>
                </c:pt>
                <c:pt idx="574">
                  <c:v>4.468326371201532</c:v>
                </c:pt>
                <c:pt idx="575">
                  <c:v>4.4346648711190406</c:v>
                </c:pt>
                <c:pt idx="576">
                  <c:v>4.4322426202172469</c:v>
                </c:pt>
                <c:pt idx="577">
                  <c:v>4.4848014978372248</c:v>
                </c:pt>
                <c:pt idx="578">
                  <c:v>4.4117584501784295</c:v>
                </c:pt>
                <c:pt idx="579">
                  <c:v>4.1805855640479388</c:v>
                </c:pt>
                <c:pt idx="580">
                  <c:v>4.335092764064588</c:v>
                </c:pt>
                <c:pt idx="581">
                  <c:v>4.2756594869571209</c:v>
                </c:pt>
                <c:pt idx="582">
                  <c:v>4.365904409744874</c:v>
                </c:pt>
                <c:pt idx="583">
                  <c:v>4.5686688976454466</c:v>
                </c:pt>
                <c:pt idx="584">
                  <c:v>4.4107797228969439</c:v>
                </c:pt>
                <c:pt idx="585">
                  <c:v>4.2507596763231543</c:v>
                </c:pt>
                <c:pt idx="586">
                  <c:v>4.8279597591320274</c:v>
                </c:pt>
                <c:pt idx="587">
                  <c:v>4.9647882274669355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D-37F8-4EA4-8385-84A4706AD5FD}"/>
            </c:ext>
          </c:extLst>
        </c:ser>
        <c:ser>
          <c:idx val="14"/>
          <c:order val="14"/>
          <c:tx>
            <c:strRef>
              <c:f>'Fully separated 0.5%'!$P$1</c:f>
              <c:strCache>
                <c:ptCount val="1"/>
                <c:pt idx="0">
                  <c:v>E5/O-PTIR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0.5%'!$A$2:$A$589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0.5%'!$P$2:$P$589</c:f>
              <c:numCache>
                <c:formatCode>General</c:formatCode>
                <c:ptCount val="588"/>
                <c:pt idx="0">
                  <c:v>4.1883836267468615</c:v>
                </c:pt>
                <c:pt idx="1">
                  <c:v>4.2274039839092783</c:v>
                </c:pt>
                <c:pt idx="2">
                  <c:v>4.1317334134698536</c:v>
                </c:pt>
                <c:pt idx="3">
                  <c:v>4.1567797694201349</c:v>
                </c:pt>
                <c:pt idx="4">
                  <c:v>4.2334648739723502</c:v>
                </c:pt>
                <c:pt idx="5">
                  <c:v>4.2526162664164566</c:v>
                </c:pt>
                <c:pt idx="6">
                  <c:v>4.2216473297675465</c:v>
                </c:pt>
                <c:pt idx="7">
                  <c:v>4.2409747901460904</c:v>
                </c:pt>
                <c:pt idx="8">
                  <c:v>4.2335571678946584</c:v>
                </c:pt>
                <c:pt idx="9">
                  <c:v>4.2243399402723494</c:v>
                </c:pt>
                <c:pt idx="10">
                  <c:v>4.2224248143600036</c:v>
                </c:pt>
                <c:pt idx="11">
                  <c:v>4.2299099094716759</c:v>
                </c:pt>
                <c:pt idx="12">
                  <c:v>4.2490382860873774</c:v>
                </c:pt>
                <c:pt idx="13">
                  <c:v>4.2614435671705468</c:v>
                </c:pt>
                <c:pt idx="14">
                  <c:v>4.2521007226699874</c:v>
                </c:pt>
                <c:pt idx="15">
                  <c:v>4.2255434888356564</c:v>
                </c:pt>
                <c:pt idx="16">
                  <c:v>4.2337095570007035</c:v>
                </c:pt>
                <c:pt idx="17">
                  <c:v>4.2312667659725349</c:v>
                </c:pt>
                <c:pt idx="18">
                  <c:v>4.2396715880002764</c:v>
                </c:pt>
                <c:pt idx="19">
                  <c:v>4.2469943111718385</c:v>
                </c:pt>
                <c:pt idx="20">
                  <c:v>4.2325824714333482</c:v>
                </c:pt>
                <c:pt idx="21">
                  <c:v>4.2210058124200076</c:v>
                </c:pt>
                <c:pt idx="22">
                  <c:v>4.2337030423051649</c:v>
                </c:pt>
                <c:pt idx="23">
                  <c:v>4.2278099038505887</c:v>
                </c:pt>
                <c:pt idx="24">
                  <c:v>4.2283290292382993</c:v>
                </c:pt>
                <c:pt idx="25">
                  <c:v>4.2318935567931559</c:v>
                </c:pt>
                <c:pt idx="26">
                  <c:v>4.2278222756465693</c:v>
                </c:pt>
                <c:pt idx="27">
                  <c:v>4.2158796820770927</c:v>
                </c:pt>
                <c:pt idx="28">
                  <c:v>4.2272016878394272</c:v>
                </c:pt>
                <c:pt idx="29">
                  <c:v>4.2338542495416656</c:v>
                </c:pt>
                <c:pt idx="30">
                  <c:v>4.2183083735457245</c:v>
                </c:pt>
                <c:pt idx="31">
                  <c:v>4.2251841212223411</c:v>
                </c:pt>
                <c:pt idx="32">
                  <c:v>4.2465397129786568</c:v>
                </c:pt>
                <c:pt idx="33">
                  <c:v>4.262968618480981</c:v>
                </c:pt>
                <c:pt idx="34">
                  <c:v>4.2577367558545784</c:v>
                </c:pt>
                <c:pt idx="35">
                  <c:v>4.2482379766393397</c:v>
                </c:pt>
                <c:pt idx="36">
                  <c:v>4.2443483430765507</c:v>
                </c:pt>
                <c:pt idx="37">
                  <c:v>4.2389231186654674</c:v>
                </c:pt>
                <c:pt idx="38">
                  <c:v>4.2406469943039653</c:v>
                </c:pt>
                <c:pt idx="39">
                  <c:v>4.2450495412328344</c:v>
                </c:pt>
                <c:pt idx="40">
                  <c:v>4.2628458625918109</c:v>
                </c:pt>
                <c:pt idx="41">
                  <c:v>4.2719093823146199</c:v>
                </c:pt>
                <c:pt idx="42">
                  <c:v>4.2778879270584707</c:v>
                </c:pt>
                <c:pt idx="43">
                  <c:v>4.3003436862222832</c:v>
                </c:pt>
                <c:pt idx="44">
                  <c:v>4.3281497399887003</c:v>
                </c:pt>
                <c:pt idx="45">
                  <c:v>4.376655006514695</c:v>
                </c:pt>
                <c:pt idx="46">
                  <c:v>4.4343849089672185</c:v>
                </c:pt>
                <c:pt idx="47">
                  <c:v>4.4524995676087027</c:v>
                </c:pt>
                <c:pt idx="48">
                  <c:v>4.4252646811258316</c:v>
                </c:pt>
                <c:pt idx="49">
                  <c:v>4.3606297635107865</c:v>
                </c:pt>
                <c:pt idx="50">
                  <c:v>4.2948177038292572</c:v>
                </c:pt>
                <c:pt idx="51">
                  <c:v>4.2538246091182677</c:v>
                </c:pt>
                <c:pt idx="52">
                  <c:v>4.238310124730476</c:v>
                </c:pt>
                <c:pt idx="53">
                  <c:v>4.2335469094111406</c:v>
                </c:pt>
                <c:pt idx="54">
                  <c:v>4.2274089798303871</c:v>
                </c:pt>
                <c:pt idx="55">
                  <c:v>4.2263903325953853</c:v>
                </c:pt>
                <c:pt idx="56">
                  <c:v>4.2301809017088106</c:v>
                </c:pt>
                <c:pt idx="57">
                  <c:v>4.2421512728158479</c:v>
                </c:pt>
                <c:pt idx="58">
                  <c:v>4.243210109020259</c:v>
                </c:pt>
                <c:pt idx="59">
                  <c:v>4.2372920450090517</c:v>
                </c:pt>
                <c:pt idx="60">
                  <c:v>4.2445298321168723</c:v>
                </c:pt>
                <c:pt idx="61">
                  <c:v>4.2494651860147359</c:v>
                </c:pt>
                <c:pt idx="62">
                  <c:v>4.2564878692621679</c:v>
                </c:pt>
                <c:pt idx="63">
                  <c:v>4.2627800093973045</c:v>
                </c:pt>
                <c:pt idx="64">
                  <c:v>4.2681887633032387</c:v>
                </c:pt>
                <c:pt idx="65">
                  <c:v>4.2796499287995662</c:v>
                </c:pt>
                <c:pt idx="66">
                  <c:v>4.2885783190355946</c:v>
                </c:pt>
                <c:pt idx="67">
                  <c:v>4.2952143868114891</c:v>
                </c:pt>
                <c:pt idx="68">
                  <c:v>4.2948260633943294</c:v>
                </c:pt>
                <c:pt idx="69">
                  <c:v>4.287084781844178</c:v>
                </c:pt>
                <c:pt idx="70">
                  <c:v>4.2764527771051686</c:v>
                </c:pt>
                <c:pt idx="71">
                  <c:v>4.2653663579392811</c:v>
                </c:pt>
                <c:pt idx="72">
                  <c:v>4.2589037439321089</c:v>
                </c:pt>
                <c:pt idx="73">
                  <c:v>4.255384983194392</c:v>
                </c:pt>
                <c:pt idx="74">
                  <c:v>4.2473913004312385</c:v>
                </c:pt>
                <c:pt idx="75">
                  <c:v>4.2386685663057646</c:v>
                </c:pt>
                <c:pt idx="76">
                  <c:v>4.2314739246428452</c:v>
                </c:pt>
                <c:pt idx="77">
                  <c:v>4.2294661066478723</c:v>
                </c:pt>
                <c:pt idx="78">
                  <c:v>4.2325509465045492</c:v>
                </c:pt>
                <c:pt idx="79">
                  <c:v>4.2339165607307994</c:v>
                </c:pt>
                <c:pt idx="80">
                  <c:v>4.2321219026370107</c:v>
                </c:pt>
                <c:pt idx="81">
                  <c:v>4.2294201452546494</c:v>
                </c:pt>
                <c:pt idx="82">
                  <c:v>4.2215193275306424</c:v>
                </c:pt>
                <c:pt idx="83">
                  <c:v>4.2174234955665479</c:v>
                </c:pt>
                <c:pt idx="84">
                  <c:v>4.2159993013277299</c:v>
                </c:pt>
                <c:pt idx="85">
                  <c:v>4.2175662873874344</c:v>
                </c:pt>
                <c:pt idx="86">
                  <c:v>4.2191630940335765</c:v>
                </c:pt>
                <c:pt idx="87">
                  <c:v>4.2246152996615818</c:v>
                </c:pt>
                <c:pt idx="88">
                  <c:v>4.2308482976754647</c:v>
                </c:pt>
                <c:pt idx="89">
                  <c:v>4.2277781879489664</c:v>
                </c:pt>
                <c:pt idx="90">
                  <c:v>4.2252767412397523</c:v>
                </c:pt>
                <c:pt idx="91">
                  <c:v>4.2217777696103864</c:v>
                </c:pt>
                <c:pt idx="92">
                  <c:v>4.2211667953030778</c:v>
                </c:pt>
                <c:pt idx="93">
                  <c:v>4.2217655581595119</c:v>
                </c:pt>
                <c:pt idx="94">
                  <c:v>4.2191825246174783</c:v>
                </c:pt>
                <c:pt idx="95">
                  <c:v>4.2145886616552515</c:v>
                </c:pt>
                <c:pt idx="96">
                  <c:v>4.2112848858703176</c:v>
                </c:pt>
                <c:pt idx="97">
                  <c:v>4.2123704087250804</c:v>
                </c:pt>
                <c:pt idx="98">
                  <c:v>4.214823798744912</c:v>
                </c:pt>
                <c:pt idx="99">
                  <c:v>4.2167718242300554</c:v>
                </c:pt>
                <c:pt idx="100">
                  <c:v>4.2143610139431784</c:v>
                </c:pt>
                <c:pt idx="101">
                  <c:v>4.2170856970724229</c:v>
                </c:pt>
                <c:pt idx="102">
                  <c:v>4.2165753780541237</c:v>
                </c:pt>
                <c:pt idx="103">
                  <c:v>4.2166880664325994</c:v>
                </c:pt>
                <c:pt idx="104">
                  <c:v>4.2204397851880042</c:v>
                </c:pt>
                <c:pt idx="105">
                  <c:v>4.2263745827423991</c:v>
                </c:pt>
                <c:pt idx="106">
                  <c:v>4.2338368385854466</c:v>
                </c:pt>
                <c:pt idx="107">
                  <c:v>4.2400170326138342</c:v>
                </c:pt>
                <c:pt idx="108">
                  <c:v>4.2530590567239734</c:v>
                </c:pt>
                <c:pt idx="109">
                  <c:v>4.2646653579623415</c:v>
                </c:pt>
                <c:pt idx="110">
                  <c:v>4.2612697530757435</c:v>
                </c:pt>
                <c:pt idx="111">
                  <c:v>4.2460802215573006</c:v>
                </c:pt>
                <c:pt idx="112">
                  <c:v>4.2391620328732689</c:v>
                </c:pt>
                <c:pt idx="113">
                  <c:v>4.2364582900942036</c:v>
                </c:pt>
                <c:pt idx="114">
                  <c:v>4.2264719230314665</c:v>
                </c:pt>
                <c:pt idx="115">
                  <c:v>4.2232811977527183</c:v>
                </c:pt>
                <c:pt idx="116">
                  <c:v>4.2270497491409831</c:v>
                </c:pt>
                <c:pt idx="117">
                  <c:v>4.2340574662446526</c:v>
                </c:pt>
                <c:pt idx="118">
                  <c:v>4.2224950166903046</c:v>
                </c:pt>
                <c:pt idx="119">
                  <c:v>4.2240369564841398</c:v>
                </c:pt>
                <c:pt idx="120">
                  <c:v>4.2310869020028363</c:v>
                </c:pt>
                <c:pt idx="121">
                  <c:v>4.2445076612531274</c:v>
                </c:pt>
                <c:pt idx="122">
                  <c:v>4.2511465720017991</c:v>
                </c:pt>
                <c:pt idx="123">
                  <c:v>4.2591731129002506</c:v>
                </c:pt>
                <c:pt idx="124">
                  <c:v>4.2598621464480493</c:v>
                </c:pt>
                <c:pt idx="125">
                  <c:v>4.2562525511086511</c:v>
                </c:pt>
                <c:pt idx="126">
                  <c:v>4.2415436837720666</c:v>
                </c:pt>
                <c:pt idx="127">
                  <c:v>4.2403030810762505</c:v>
                </c:pt>
                <c:pt idx="128">
                  <c:v>4.2471560399298953</c:v>
                </c:pt>
                <c:pt idx="129">
                  <c:v>4.2441568189548811</c:v>
                </c:pt>
                <c:pt idx="130">
                  <c:v>4.2437120684734859</c:v>
                </c:pt>
                <c:pt idx="131">
                  <c:v>4.2467775173821298</c:v>
                </c:pt>
                <c:pt idx="132">
                  <c:v>4.2518831649889881</c:v>
                </c:pt>
                <c:pt idx="133">
                  <c:v>4.2434418491357944</c:v>
                </c:pt>
                <c:pt idx="134">
                  <c:v>4.2290388211716072</c:v>
                </c:pt>
                <c:pt idx="135">
                  <c:v>4.2120406617172277</c:v>
                </c:pt>
                <c:pt idx="136">
                  <c:v>4.2208345404257042</c:v>
                </c:pt>
                <c:pt idx="137">
                  <c:v>4.2201168321284035</c:v>
                </c:pt>
                <c:pt idx="138">
                  <c:v>4.2151395777122467</c:v>
                </c:pt>
                <c:pt idx="139">
                  <c:v>4.2197267413118178</c:v>
                </c:pt>
                <c:pt idx="140">
                  <c:v>4.2239072102690054</c:v>
                </c:pt>
                <c:pt idx="141">
                  <c:v>4.2277327796562778</c:v>
                </c:pt>
                <c:pt idx="142">
                  <c:v>4.222522478942544</c:v>
                </c:pt>
                <c:pt idx="143">
                  <c:v>4.2120137660777495</c:v>
                </c:pt>
                <c:pt idx="144">
                  <c:v>4.2108648168246336</c:v>
                </c:pt>
                <c:pt idx="145">
                  <c:v>4.2249560312100041</c:v>
                </c:pt>
                <c:pt idx="146">
                  <c:v>4.2302179882706659</c:v>
                </c:pt>
                <c:pt idx="147">
                  <c:v>4.2234412834238473</c:v>
                </c:pt>
                <c:pt idx="148">
                  <c:v>4.2303407027223354</c:v>
                </c:pt>
                <c:pt idx="149">
                  <c:v>4.2249579553512753</c:v>
                </c:pt>
                <c:pt idx="150">
                  <c:v>4.2203675956593685</c:v>
                </c:pt>
                <c:pt idx="151">
                  <c:v>4.2245203086985601</c:v>
                </c:pt>
                <c:pt idx="152">
                  <c:v>4.2201772281844177</c:v>
                </c:pt>
                <c:pt idx="153">
                  <c:v>4.223315050387999</c:v>
                </c:pt>
                <c:pt idx="154">
                  <c:v>4.2185997746520689</c:v>
                </c:pt>
                <c:pt idx="155">
                  <c:v>4.2193831037335547</c:v>
                </c:pt>
                <c:pt idx="156">
                  <c:v>4.2182771278696372</c:v>
                </c:pt>
                <c:pt idx="157">
                  <c:v>4.217396746759948</c:v>
                </c:pt>
                <c:pt idx="158">
                  <c:v>4.2154958843555068</c:v>
                </c:pt>
                <c:pt idx="159">
                  <c:v>4.221592493542957</c:v>
                </c:pt>
                <c:pt idx="160">
                  <c:v>4.2271931192852286</c:v>
                </c:pt>
                <c:pt idx="161">
                  <c:v>4.2218473161472208</c:v>
                </c:pt>
                <c:pt idx="162">
                  <c:v>4.2140043920145978</c:v>
                </c:pt>
                <c:pt idx="163">
                  <c:v>4.2104452684501368</c:v>
                </c:pt>
                <c:pt idx="164">
                  <c:v>4.2195793643415547</c:v>
                </c:pt>
                <c:pt idx="165">
                  <c:v>4.2257204413706226</c:v>
                </c:pt>
                <c:pt idx="166">
                  <c:v>4.2167498119097857</c:v>
                </c:pt>
                <c:pt idx="167">
                  <c:v>4.2207720724947251</c:v>
                </c:pt>
                <c:pt idx="168">
                  <c:v>4.2276768588501854</c:v>
                </c:pt>
                <c:pt idx="169">
                  <c:v>4.2260342889901645</c:v>
                </c:pt>
                <c:pt idx="170">
                  <c:v>4.2290803739752327</c:v>
                </c:pt>
                <c:pt idx="171">
                  <c:v>4.2366823949000887</c:v>
                </c:pt>
                <c:pt idx="172">
                  <c:v>4.2371493414680552</c:v>
                </c:pt>
                <c:pt idx="173">
                  <c:v>4.2423519059808363</c:v>
                </c:pt>
                <c:pt idx="174">
                  <c:v>4.2409185180220694</c:v>
                </c:pt>
                <c:pt idx="175">
                  <c:v>4.2346635239025909</c:v>
                </c:pt>
                <c:pt idx="176">
                  <c:v>4.2351838239533253</c:v>
                </c:pt>
                <c:pt idx="177">
                  <c:v>4.2453093579565762</c:v>
                </c:pt>
                <c:pt idx="178">
                  <c:v>4.2482110458680689</c:v>
                </c:pt>
                <c:pt idx="179">
                  <c:v>4.2482815833016243</c:v>
                </c:pt>
                <c:pt idx="180">
                  <c:v>4.2504034751288531</c:v>
                </c:pt>
                <c:pt idx="181">
                  <c:v>4.2504272206175706</c:v>
                </c:pt>
                <c:pt idx="182">
                  <c:v>4.2544785396992868</c:v>
                </c:pt>
                <c:pt idx="183">
                  <c:v>4.2550122366737</c:v>
                </c:pt>
                <c:pt idx="184">
                  <c:v>4.2647418479827506</c:v>
                </c:pt>
                <c:pt idx="185">
                  <c:v>4.2678939228844532</c:v>
                </c:pt>
                <c:pt idx="186">
                  <c:v>4.2639409079640709</c:v>
                </c:pt>
                <c:pt idx="187">
                  <c:v>4.2620610003228521</c:v>
                </c:pt>
                <c:pt idx="188">
                  <c:v>4.2632452480196479</c:v>
                </c:pt>
                <c:pt idx="189">
                  <c:v>4.2702637082454142</c:v>
                </c:pt>
                <c:pt idx="190">
                  <c:v>4.2653175121357823</c:v>
                </c:pt>
                <c:pt idx="191">
                  <c:v>4.2632802068559963</c:v>
                </c:pt>
                <c:pt idx="192">
                  <c:v>4.2697121427006586</c:v>
                </c:pt>
                <c:pt idx="193">
                  <c:v>4.270197963148731</c:v>
                </c:pt>
                <c:pt idx="194">
                  <c:v>4.2750976771939531</c:v>
                </c:pt>
                <c:pt idx="195">
                  <c:v>4.2802003340943422</c:v>
                </c:pt>
                <c:pt idx="196">
                  <c:v>4.2820982220069874</c:v>
                </c:pt>
                <c:pt idx="197">
                  <c:v>4.2807040050964522</c:v>
                </c:pt>
                <c:pt idx="198">
                  <c:v>4.271556731179448</c:v>
                </c:pt>
                <c:pt idx="199">
                  <c:v>4.2674928943696893</c:v>
                </c:pt>
                <c:pt idx="200">
                  <c:v>4.2644640365745383</c:v>
                </c:pt>
                <c:pt idx="201">
                  <c:v>4.2608390481049732</c:v>
                </c:pt>
                <c:pt idx="202">
                  <c:v>4.2651764084425841</c:v>
                </c:pt>
                <c:pt idx="203">
                  <c:v>4.2678590649394073</c:v>
                </c:pt>
                <c:pt idx="204">
                  <c:v>4.271334734281135</c:v>
                </c:pt>
                <c:pt idx="205">
                  <c:v>4.2714676153331714</c:v>
                </c:pt>
                <c:pt idx="206">
                  <c:v>4.2778047277664397</c:v>
                </c:pt>
                <c:pt idx="207">
                  <c:v>4.2833694668327045</c:v>
                </c:pt>
                <c:pt idx="208">
                  <c:v>4.2855049249368706</c:v>
                </c:pt>
                <c:pt idx="209">
                  <c:v>4.287838295744117</c:v>
                </c:pt>
                <c:pt idx="210">
                  <c:v>4.2887613863041496</c:v>
                </c:pt>
                <c:pt idx="211">
                  <c:v>4.2899441926966233</c:v>
                </c:pt>
                <c:pt idx="212">
                  <c:v>4.2970582978772471</c:v>
                </c:pt>
                <c:pt idx="213">
                  <c:v>4.2963788381934114</c:v>
                </c:pt>
                <c:pt idx="214">
                  <c:v>4.2994434331292446</c:v>
                </c:pt>
                <c:pt idx="215">
                  <c:v>4.3118126203489107</c:v>
                </c:pt>
                <c:pt idx="216">
                  <c:v>4.3182844659102697</c:v>
                </c:pt>
                <c:pt idx="217">
                  <c:v>4.3218369711854443</c:v>
                </c:pt>
                <c:pt idx="218">
                  <c:v>4.326296121738328</c:v>
                </c:pt>
                <c:pt idx="219">
                  <c:v>4.3182855180624262</c:v>
                </c:pt>
                <c:pt idx="220">
                  <c:v>4.3119908015958117</c:v>
                </c:pt>
                <c:pt idx="221">
                  <c:v>4.3055827553702999</c:v>
                </c:pt>
                <c:pt idx="222">
                  <c:v>4.289230192154692</c:v>
                </c:pt>
                <c:pt idx="223">
                  <c:v>4.2819085319450689</c:v>
                </c:pt>
                <c:pt idx="224">
                  <c:v>4.2794039558038444</c:v>
                </c:pt>
                <c:pt idx="225">
                  <c:v>4.2683485535069821</c:v>
                </c:pt>
                <c:pt idx="226">
                  <c:v>4.2541368604932721</c:v>
                </c:pt>
                <c:pt idx="227">
                  <c:v>4.247886276765021</c:v>
                </c:pt>
                <c:pt idx="228">
                  <c:v>4.2427879185547752</c:v>
                </c:pt>
                <c:pt idx="229">
                  <c:v>4.2324450718922595</c:v>
                </c:pt>
                <c:pt idx="230">
                  <c:v>4.2291809571990271</c:v>
                </c:pt>
                <c:pt idx="231">
                  <c:v>4.2247203275075815</c:v>
                </c:pt>
                <c:pt idx="232">
                  <c:v>4.2275200053040001</c:v>
                </c:pt>
                <c:pt idx="233">
                  <c:v>4.2269491929416443</c:v>
                </c:pt>
                <c:pt idx="234">
                  <c:v>4.226598366858072</c:v>
                </c:pt>
                <c:pt idx="235">
                  <c:v>4.2247322741187867</c:v>
                </c:pt>
                <c:pt idx="236">
                  <c:v>4.2214374830646744</c:v>
                </c:pt>
                <c:pt idx="237">
                  <c:v>4.221747803091886</c:v>
                </c:pt>
                <c:pt idx="238">
                  <c:v>4.2195712191705006</c:v>
                </c:pt>
                <c:pt idx="239">
                  <c:v>4.2242991459551238</c:v>
                </c:pt>
                <c:pt idx="240">
                  <c:v>4.2208498308629379</c:v>
                </c:pt>
                <c:pt idx="241">
                  <c:v>4.2161507463794434</c:v>
                </c:pt>
                <c:pt idx="242">
                  <c:v>4.2181797677626349</c:v>
                </c:pt>
                <c:pt idx="243">
                  <c:v>4.221951992675292</c:v>
                </c:pt>
                <c:pt idx="244">
                  <c:v>4.230683034118556</c:v>
                </c:pt>
                <c:pt idx="245">
                  <c:v>4.2445692553933609</c:v>
                </c:pt>
                <c:pt idx="246">
                  <c:v>4.2468368486745769</c:v>
                </c:pt>
                <c:pt idx="247">
                  <c:v>4.2415921872657885</c:v>
                </c:pt>
                <c:pt idx="248">
                  <c:v>4.2553235872335025</c:v>
                </c:pt>
                <c:pt idx="249">
                  <c:v>4.2896024954743046</c:v>
                </c:pt>
                <c:pt idx="250">
                  <c:v>4.3233624188545665</c:v>
                </c:pt>
                <c:pt idx="251">
                  <c:v>4.3803778523412547</c:v>
                </c:pt>
                <c:pt idx="252">
                  <c:v>4.4204488365791503</c:v>
                </c:pt>
                <c:pt idx="253">
                  <c:v>4.4575448245644376</c:v>
                </c:pt>
                <c:pt idx="254">
                  <c:v>4.5215583094076806</c:v>
                </c:pt>
                <c:pt idx="255">
                  <c:v>4.6120482952252466</c:v>
                </c:pt>
                <c:pt idx="256">
                  <c:v>4.699884580349833</c:v>
                </c:pt>
                <c:pt idx="257">
                  <c:v>4.8714910581479804</c:v>
                </c:pt>
                <c:pt idx="258">
                  <c:v>5.0381251513369545</c:v>
                </c:pt>
                <c:pt idx="259">
                  <c:v>5.2</c:v>
                </c:pt>
                <c:pt idx="260">
                  <c:v>4.9810556689381595</c:v>
                </c:pt>
                <c:pt idx="261">
                  <c:v>4.6466362263193695</c:v>
                </c:pt>
                <c:pt idx="262">
                  <c:v>4.3857659091171151</c:v>
                </c:pt>
                <c:pt idx="263">
                  <c:v>4.3181351251628675</c:v>
                </c:pt>
                <c:pt idx="264">
                  <c:v>4.2890136794193277</c:v>
                </c:pt>
                <c:pt idx="265">
                  <c:v>4.2686768465990985</c:v>
                </c:pt>
                <c:pt idx="266">
                  <c:v>4.2715940969940158</c:v>
                </c:pt>
                <c:pt idx="267">
                  <c:v>4.2782987420295875</c:v>
                </c:pt>
                <c:pt idx="268">
                  <c:v>4.2570110194921993</c:v>
                </c:pt>
                <c:pt idx="269">
                  <c:v>4.2442353412143854</c:v>
                </c:pt>
                <c:pt idx="270">
                  <c:v>4.2535595784761382</c:v>
                </c:pt>
                <c:pt idx="271">
                  <c:v>4.2913407877592906</c:v>
                </c:pt>
                <c:pt idx="272">
                  <c:v>4.2983674345936098</c:v>
                </c:pt>
                <c:pt idx="273">
                  <c:v>4.307555137096867</c:v>
                </c:pt>
                <c:pt idx="274">
                  <c:v>4.344340041163651</c:v>
                </c:pt>
                <c:pt idx="275">
                  <c:v>4.4076459032365927</c:v>
                </c:pt>
                <c:pt idx="276">
                  <c:v>4.51102462324305</c:v>
                </c:pt>
                <c:pt idx="277">
                  <c:v>4.7013303815420802</c:v>
                </c:pt>
                <c:pt idx="278">
                  <c:v>5.0557766324212743</c:v>
                </c:pt>
                <c:pt idx="279">
                  <c:v>5.1135691883727086</c:v>
                </c:pt>
                <c:pt idx="280">
                  <c:v>4.9769647860527861</c:v>
                </c:pt>
                <c:pt idx="281">
                  <c:v>4.701227472413434</c:v>
                </c:pt>
                <c:pt idx="282">
                  <c:v>4.4556207121196394</c:v>
                </c:pt>
                <c:pt idx="283">
                  <c:v>4.3458831303976844</c:v>
                </c:pt>
                <c:pt idx="284">
                  <c:v>4.3120050200629558</c:v>
                </c:pt>
                <c:pt idx="285">
                  <c:v>4.2497385401893295</c:v>
                </c:pt>
                <c:pt idx="286">
                  <c:v>4.2175354939205789</c:v>
                </c:pt>
                <c:pt idx="287">
                  <c:v>4.2202668448839464</c:v>
                </c:pt>
                <c:pt idx="288">
                  <c:v>4.2295188962203234</c:v>
                </c:pt>
                <c:pt idx="289">
                  <c:v>4.2378475381080865</c:v>
                </c:pt>
                <c:pt idx="290">
                  <c:v>4.2333494759417487</c:v>
                </c:pt>
                <c:pt idx="291">
                  <c:v>4.2156984236454624</c:v>
                </c:pt>
                <c:pt idx="292">
                  <c:v>4.2141145815317032</c:v>
                </c:pt>
                <c:pt idx="293">
                  <c:v>4.2299039821076478</c:v>
                </c:pt>
                <c:pt idx="294">
                  <c:v>4.2262740950050155</c:v>
                </c:pt>
                <c:pt idx="295">
                  <c:v>4.2387749742006529</c:v>
                </c:pt>
                <c:pt idx="296">
                  <c:v>4.2318705571794251</c:v>
                </c:pt>
                <c:pt idx="297">
                  <c:v>4.2191721418214625</c:v>
                </c:pt>
                <c:pt idx="298">
                  <c:v>4.2128846372813546</c:v>
                </c:pt>
                <c:pt idx="299">
                  <c:v>4.2087491775557213</c:v>
                </c:pt>
                <c:pt idx="300">
                  <c:v>4.2221848101658077</c:v>
                </c:pt>
                <c:pt idx="301">
                  <c:v>4.2156794668903572</c:v>
                </c:pt>
                <c:pt idx="302">
                  <c:v>4.2229909623012443</c:v>
                </c:pt>
                <c:pt idx="303">
                  <c:v>4.2404961906326752</c:v>
                </c:pt>
                <c:pt idx="304">
                  <c:v>4.2179599436305883</c:v>
                </c:pt>
                <c:pt idx="305">
                  <c:v>4.2350320365918339</c:v>
                </c:pt>
                <c:pt idx="306">
                  <c:v>4.2442958651861593</c:v>
                </c:pt>
                <c:pt idx="307">
                  <c:v>4.2407909085405926</c:v>
                </c:pt>
                <c:pt idx="308">
                  <c:v>4.231288951249323</c:v>
                </c:pt>
                <c:pt idx="309">
                  <c:v>4.2204115338216477</c:v>
                </c:pt>
                <c:pt idx="310">
                  <c:v>4.2095533424928222</c:v>
                </c:pt>
                <c:pt idx="311">
                  <c:v>4.204618169658815</c:v>
                </c:pt>
                <c:pt idx="312">
                  <c:v>4.2038806299148481</c:v>
                </c:pt>
                <c:pt idx="313">
                  <c:v>4.214340521298154</c:v>
                </c:pt>
                <c:pt idx="314">
                  <c:v>4.2128500234572277</c:v>
                </c:pt>
                <c:pt idx="315">
                  <c:v>4.2101295516390511</c:v>
                </c:pt>
                <c:pt idx="316">
                  <c:v>4.210266713364927</c:v>
                </c:pt>
                <c:pt idx="317">
                  <c:v>4.208553852894716</c:v>
                </c:pt>
                <c:pt idx="318">
                  <c:v>4.2262888917955195</c:v>
                </c:pt>
                <c:pt idx="319">
                  <c:v>4.2313681689381628</c:v>
                </c:pt>
                <c:pt idx="320">
                  <c:v>4.2350394521025745</c:v>
                </c:pt>
                <c:pt idx="321">
                  <c:v>4.2688495220634861</c:v>
                </c:pt>
                <c:pt idx="322">
                  <c:v>4.3046210450609381</c:v>
                </c:pt>
                <c:pt idx="323">
                  <c:v>4.3406754816839044</c:v>
                </c:pt>
                <c:pt idx="324">
                  <c:v>4.3521418647018804</c:v>
                </c:pt>
                <c:pt idx="325">
                  <c:v>4.3211657557623351</c:v>
                </c:pt>
                <c:pt idx="326">
                  <c:v>4.2915637070923704</c:v>
                </c:pt>
                <c:pt idx="327">
                  <c:v>4.2939737624961083</c:v>
                </c:pt>
                <c:pt idx="328">
                  <c:v>4.3142144891440957</c:v>
                </c:pt>
                <c:pt idx="329">
                  <c:v>4.3533234603987223</c:v>
                </c:pt>
                <c:pt idx="330">
                  <c:v>4.434329476402965</c:v>
                </c:pt>
                <c:pt idx="331">
                  <c:v>4.577586939476749</c:v>
                </c:pt>
                <c:pt idx="332">
                  <c:v>4.713609833154611</c:v>
                </c:pt>
                <c:pt idx="333">
                  <c:v>4.7350045545216588</c:v>
                </c:pt>
                <c:pt idx="334">
                  <c:v>4.6341842505794038</c:v>
                </c:pt>
                <c:pt idx="335">
                  <c:v>4.4966844811880957</c:v>
                </c:pt>
                <c:pt idx="336">
                  <c:v>4.3779788589481932</c:v>
                </c:pt>
                <c:pt idx="337">
                  <c:v>4.305365658906684</c:v>
                </c:pt>
                <c:pt idx="338">
                  <c:v>4.2754652530353869</c:v>
                </c:pt>
                <c:pt idx="339">
                  <c:v>4.2591989590900186</c:v>
                </c:pt>
                <c:pt idx="340">
                  <c:v>4.2511143264208382</c:v>
                </c:pt>
                <c:pt idx="341">
                  <c:v>4.2360064808248872</c:v>
                </c:pt>
                <c:pt idx="342">
                  <c:v>4.2313729828946007</c:v>
                </c:pt>
                <c:pt idx="343">
                  <c:v>4.2241430959360988</c:v>
                </c:pt>
                <c:pt idx="344">
                  <c:v>4.217668832586738</c:v>
                </c:pt>
                <c:pt idx="345">
                  <c:v>4.2144885225333519</c:v>
                </c:pt>
                <c:pt idx="346">
                  <c:v>4.2168088026940858</c:v>
                </c:pt>
                <c:pt idx="347">
                  <c:v>4.2148710690226228</c:v>
                </c:pt>
                <c:pt idx="348">
                  <c:v>4.2116782016053245</c:v>
                </c:pt>
                <c:pt idx="349">
                  <c:v>4.2080649597659896</c:v>
                </c:pt>
                <c:pt idx="350">
                  <c:v>4.207809160678047</c:v>
                </c:pt>
                <c:pt idx="351">
                  <c:v>4.2058426675804537</c:v>
                </c:pt>
                <c:pt idx="352">
                  <c:v>4.2038405188659533</c:v>
                </c:pt>
                <c:pt idx="353">
                  <c:v>4.2039703502081247</c:v>
                </c:pt>
                <c:pt idx="354">
                  <c:v>4.2049177753900171</c:v>
                </c:pt>
                <c:pt idx="355">
                  <c:v>4.2089647588481673</c:v>
                </c:pt>
                <c:pt idx="356">
                  <c:v>4.2100015638151902</c:v>
                </c:pt>
                <c:pt idx="357">
                  <c:v>4.2075667576129696</c:v>
                </c:pt>
                <c:pt idx="358">
                  <c:v>4.2006220448757308</c:v>
                </c:pt>
                <c:pt idx="359">
                  <c:v>4.202208173483676</c:v>
                </c:pt>
                <c:pt idx="360">
                  <c:v>4.2108366627463187</c:v>
                </c:pt>
                <c:pt idx="361">
                  <c:v>4.2193178919194718</c:v>
                </c:pt>
                <c:pt idx="362">
                  <c:v>4.2243896256356157</c:v>
                </c:pt>
                <c:pt idx="363">
                  <c:v>4.2230359922515479</c:v>
                </c:pt>
                <c:pt idx="364">
                  <c:v>4.2252236219689374</c:v>
                </c:pt>
                <c:pt idx="365">
                  <c:v>4.2297792426234047</c:v>
                </c:pt>
                <c:pt idx="366">
                  <c:v>4.2259535200975478</c:v>
                </c:pt>
                <c:pt idx="367">
                  <c:v>4.226965868832659</c:v>
                </c:pt>
                <c:pt idx="368">
                  <c:v>4.2321807294729439</c:v>
                </c:pt>
                <c:pt idx="369">
                  <c:v>4.2310915718288422</c:v>
                </c:pt>
                <c:pt idx="370">
                  <c:v>4.2226465842528853</c:v>
                </c:pt>
                <c:pt idx="371">
                  <c:v>4.2246252915037994</c:v>
                </c:pt>
                <c:pt idx="372">
                  <c:v>4.2242578615944284</c:v>
                </c:pt>
                <c:pt idx="373">
                  <c:v>4.2227162551022177</c:v>
                </c:pt>
                <c:pt idx="374">
                  <c:v>4.2129488753142041</c:v>
                </c:pt>
                <c:pt idx="375">
                  <c:v>4.2130724248215667</c:v>
                </c:pt>
                <c:pt idx="376">
                  <c:v>4.2137341438508198</c:v>
                </c:pt>
                <c:pt idx="377">
                  <c:v>4.2154417669814475</c:v>
                </c:pt>
                <c:pt idx="378">
                  <c:v>4.2151207957152907</c:v>
                </c:pt>
                <c:pt idx="379">
                  <c:v>4.2112816726624924</c:v>
                </c:pt>
                <c:pt idx="380">
                  <c:v>4.2067923443499433</c:v>
                </c:pt>
                <c:pt idx="381">
                  <c:v>4.2020063420092653</c:v>
                </c:pt>
                <c:pt idx="382">
                  <c:v>4.2015653023234911</c:v>
                </c:pt>
                <c:pt idx="383">
                  <c:v>4.2049193896508585</c:v>
                </c:pt>
                <c:pt idx="384">
                  <c:v>4.2037817244593665</c:v>
                </c:pt>
                <c:pt idx="385">
                  <c:v>4.2051532610951607</c:v>
                </c:pt>
                <c:pt idx="386">
                  <c:v>4.2087966730372317</c:v>
                </c:pt>
                <c:pt idx="387">
                  <c:v>4.2114640408984521</c:v>
                </c:pt>
                <c:pt idx="388">
                  <c:v>4.2076716061967439</c:v>
                </c:pt>
                <c:pt idx="389">
                  <c:v>4.2050820025590356</c:v>
                </c:pt>
                <c:pt idx="390">
                  <c:v>4.2039532464298892</c:v>
                </c:pt>
                <c:pt idx="391">
                  <c:v>4.2069541456236239</c:v>
                </c:pt>
                <c:pt idx="392">
                  <c:v>4.2147338262233793</c:v>
                </c:pt>
                <c:pt idx="393">
                  <c:v>4.2152004836296655</c:v>
                </c:pt>
                <c:pt idx="394">
                  <c:v>4.2117182896834322</c:v>
                </c:pt>
                <c:pt idx="395">
                  <c:v>4.212114842047459</c:v>
                </c:pt>
                <c:pt idx="396">
                  <c:v>4.2157969584154875</c:v>
                </c:pt>
                <c:pt idx="397">
                  <c:v>4.2188723865549367</c:v>
                </c:pt>
                <c:pt idx="398">
                  <c:v>4.2130056149613155</c:v>
                </c:pt>
                <c:pt idx="399">
                  <c:v>4.2109822218715047</c:v>
                </c:pt>
                <c:pt idx="400">
                  <c:v>4.2228843562270111</c:v>
                </c:pt>
                <c:pt idx="401">
                  <c:v>4.2329058893135931</c:v>
                </c:pt>
                <c:pt idx="402">
                  <c:v>4.237051603018668</c:v>
                </c:pt>
                <c:pt idx="403">
                  <c:v>4.2391756135632503</c:v>
                </c:pt>
                <c:pt idx="404">
                  <c:v>4.2437400045545219</c:v>
                </c:pt>
                <c:pt idx="405">
                  <c:v>4.2474143468873589</c:v>
                </c:pt>
                <c:pt idx="406">
                  <c:v>4.2466229086674279</c:v>
                </c:pt>
                <c:pt idx="407">
                  <c:v>4.2443079072837753</c:v>
                </c:pt>
                <c:pt idx="408">
                  <c:v>4.2375958395309423</c:v>
                </c:pt>
                <c:pt idx="409">
                  <c:v>4.2314748218547855</c:v>
                </c:pt>
                <c:pt idx="410">
                  <c:v>4.2300236337876322</c:v>
                </c:pt>
                <c:pt idx="411">
                  <c:v>4.2237820510048776</c:v>
                </c:pt>
                <c:pt idx="412">
                  <c:v>4.2182205332537732</c:v>
                </c:pt>
                <c:pt idx="413">
                  <c:v>4.2195907992897252</c:v>
                </c:pt>
                <c:pt idx="414">
                  <c:v>4.212689662136647</c:v>
                </c:pt>
                <c:pt idx="415">
                  <c:v>4.2052609616598637</c:v>
                </c:pt>
                <c:pt idx="416">
                  <c:v>4.1997475860066826</c:v>
                </c:pt>
                <c:pt idx="417">
                  <c:v>4.2011998376550848</c:v>
                </c:pt>
                <c:pt idx="418">
                  <c:v>4.2045069919474329</c:v>
                </c:pt>
                <c:pt idx="419">
                  <c:v>4.2230838885958235</c:v>
                </c:pt>
                <c:pt idx="420">
                  <c:v>4.2172663933953674</c:v>
                </c:pt>
                <c:pt idx="421">
                  <c:v>4.2010591548677896</c:v>
                </c:pt>
                <c:pt idx="422">
                  <c:v>4.1999790934303913</c:v>
                </c:pt>
                <c:pt idx="423">
                  <c:v>4.2126694802728677</c:v>
                </c:pt>
                <c:pt idx="424">
                  <c:v>4.2034693998931276</c:v>
                </c:pt>
                <c:pt idx="425">
                  <c:v>4.1994221193348631</c:v>
                </c:pt>
                <c:pt idx="426">
                  <c:v>4.2159833587002895</c:v>
                </c:pt>
                <c:pt idx="427">
                  <c:v>4.21301320432939</c:v>
                </c:pt>
                <c:pt idx="428">
                  <c:v>4.2215030191722303</c:v>
                </c:pt>
                <c:pt idx="429">
                  <c:v>4.2348889294856278</c:v>
                </c:pt>
                <c:pt idx="430">
                  <c:v>4.2447792354168827</c:v>
                </c:pt>
                <c:pt idx="431">
                  <c:v>4.2622355999285109</c:v>
                </c:pt>
                <c:pt idx="432">
                  <c:v>4.2519181022057726</c:v>
                </c:pt>
                <c:pt idx="433">
                  <c:v>4.2475625165749999</c:v>
                </c:pt>
                <c:pt idx="434">
                  <c:v>4.2388924801388264</c:v>
                </c:pt>
                <c:pt idx="435">
                  <c:v>4.2132068417635224</c:v>
                </c:pt>
                <c:pt idx="436">
                  <c:v>4.1858197832710689</c:v>
                </c:pt>
                <c:pt idx="437">
                  <c:v>4.1363893020627946</c:v>
                </c:pt>
                <c:pt idx="438">
                  <c:v>4.1641075948089989</c:v>
                </c:pt>
                <c:pt idx="439">
                  <c:v>4.1757924543394793</c:v>
                </c:pt>
                <c:pt idx="440">
                  <c:v>4.1745937089228269</c:v>
                </c:pt>
                <c:pt idx="441">
                  <c:v>4.1643546956253532</c:v>
                </c:pt>
                <c:pt idx="442">
                  <c:v>4.1842064016252154</c:v>
                </c:pt>
                <c:pt idx="443">
                  <c:v>4.2088668951854675</c:v>
                </c:pt>
                <c:pt idx="444">
                  <c:v>4.1956597548017056</c:v>
                </c:pt>
                <c:pt idx="445">
                  <c:v>4.184078820969825</c:v>
                </c:pt>
                <c:pt idx="446">
                  <c:v>4.1699374870282613</c:v>
                </c:pt>
                <c:pt idx="447">
                  <c:v>4.1974259194350525</c:v>
                </c:pt>
                <c:pt idx="448">
                  <c:v>4.2154237074382834</c:v>
                </c:pt>
                <c:pt idx="449">
                  <c:v>4.2446846642337448</c:v>
                </c:pt>
                <c:pt idx="450">
                  <c:v>4.2357124655528269</c:v>
                </c:pt>
                <c:pt idx="451">
                  <c:v>4.2205760551068296</c:v>
                </c:pt>
                <c:pt idx="452">
                  <c:v>4.1996036473917435</c:v>
                </c:pt>
                <c:pt idx="453">
                  <c:v>4.2120095169324436</c:v>
                </c:pt>
                <c:pt idx="454">
                  <c:v>4.2297518542380113</c:v>
                </c:pt>
                <c:pt idx="455">
                  <c:v>4.2390541332284064</c:v>
                </c:pt>
                <c:pt idx="456">
                  <c:v>4.2192773570370248</c:v>
                </c:pt>
                <c:pt idx="457">
                  <c:v>4.2135660895684159</c:v>
                </c:pt>
                <c:pt idx="458">
                  <c:v>4.2099809414527769</c:v>
                </c:pt>
                <c:pt idx="459">
                  <c:v>4.2050431472465322</c:v>
                </c:pt>
                <c:pt idx="460">
                  <c:v>4.2165249576256532</c:v>
                </c:pt>
                <c:pt idx="461">
                  <c:v>4.2117296705826908</c:v>
                </c:pt>
                <c:pt idx="462">
                  <c:v>4.1955988358224658</c:v>
                </c:pt>
                <c:pt idx="463">
                  <c:v>4.1980328916456235</c:v>
                </c:pt>
                <c:pt idx="464">
                  <c:v>4.2000925903819981</c:v>
                </c:pt>
                <c:pt idx="465">
                  <c:v>4.2024100770233028</c:v>
                </c:pt>
                <c:pt idx="466">
                  <c:v>4.2126304947925677</c:v>
                </c:pt>
                <c:pt idx="467">
                  <c:v>4.2228486298961112</c:v>
                </c:pt>
                <c:pt idx="468">
                  <c:v>4.220066681944493</c:v>
                </c:pt>
                <c:pt idx="469">
                  <c:v>4.2172007654046606</c:v>
                </c:pt>
                <c:pt idx="470">
                  <c:v>4.2138526280743021</c:v>
                </c:pt>
                <c:pt idx="471">
                  <c:v>4.2164497251432662</c:v>
                </c:pt>
                <c:pt idx="472">
                  <c:v>4.2153963839115844</c:v>
                </c:pt>
                <c:pt idx="473">
                  <c:v>4.2234073623266113</c:v>
                </c:pt>
                <c:pt idx="474">
                  <c:v>4.2289067400434694</c:v>
                </c:pt>
                <c:pt idx="475">
                  <c:v>4.2328197317444394</c:v>
                </c:pt>
                <c:pt idx="476">
                  <c:v>4.2353194002444452</c:v>
                </c:pt>
                <c:pt idx="477">
                  <c:v>4.235564634571702</c:v>
                </c:pt>
                <c:pt idx="478">
                  <c:v>4.2275456443062716</c:v>
                </c:pt>
                <c:pt idx="479">
                  <c:v>4.2289568920290108</c:v>
                </c:pt>
                <c:pt idx="480">
                  <c:v>4.2414622320615267</c:v>
                </c:pt>
                <c:pt idx="481">
                  <c:v>4.241138918675845</c:v>
                </c:pt>
                <c:pt idx="482">
                  <c:v>4.2376104291339489</c:v>
                </c:pt>
                <c:pt idx="483">
                  <c:v>4.2386572088277008</c:v>
                </c:pt>
                <c:pt idx="484">
                  <c:v>4.2390733782443766</c:v>
                </c:pt>
                <c:pt idx="485">
                  <c:v>4.2402397105284395</c:v>
                </c:pt>
                <c:pt idx="486">
                  <c:v>4.2370430488775126</c:v>
                </c:pt>
                <c:pt idx="487">
                  <c:v>4.2396305468596864</c:v>
                </c:pt>
                <c:pt idx="488">
                  <c:v>4.242788228435205</c:v>
                </c:pt>
                <c:pt idx="489">
                  <c:v>4.2391032925155949</c:v>
                </c:pt>
                <c:pt idx="490">
                  <c:v>4.2397186501896762</c:v>
                </c:pt>
                <c:pt idx="491">
                  <c:v>4.2446230088380785</c:v>
                </c:pt>
                <c:pt idx="492">
                  <c:v>4.2496362724411085</c:v>
                </c:pt>
                <c:pt idx="493">
                  <c:v>4.2483763995064976</c:v>
                </c:pt>
                <c:pt idx="494">
                  <c:v>4.2471884152282451</c:v>
                </c:pt>
                <c:pt idx="495">
                  <c:v>4.2585344313189664</c:v>
                </c:pt>
                <c:pt idx="496">
                  <c:v>4.2565229325930796</c:v>
                </c:pt>
                <c:pt idx="497">
                  <c:v>4.2494851769056927</c:v>
                </c:pt>
                <c:pt idx="498">
                  <c:v>4.2474539971692788</c:v>
                </c:pt>
                <c:pt idx="499">
                  <c:v>4.254161103231981</c:v>
                </c:pt>
                <c:pt idx="500">
                  <c:v>4.2594052745972997</c:v>
                </c:pt>
                <c:pt idx="501">
                  <c:v>4.2550879916289048</c:v>
                </c:pt>
                <c:pt idx="502">
                  <c:v>4.2640407543210301</c:v>
                </c:pt>
                <c:pt idx="503">
                  <c:v>4.2728595910154858</c:v>
                </c:pt>
                <c:pt idx="504">
                  <c:v>4.2746510818430243</c:v>
                </c:pt>
                <c:pt idx="505">
                  <c:v>4.2913729000196019</c:v>
                </c:pt>
                <c:pt idx="506">
                  <c:v>4.3075668837270973</c:v>
                </c:pt>
                <c:pt idx="507">
                  <c:v>4.3385579606120359</c:v>
                </c:pt>
                <c:pt idx="508">
                  <c:v>4.3899326046098679</c:v>
                </c:pt>
                <c:pt idx="509">
                  <c:v>4.4561880959793374</c:v>
                </c:pt>
                <c:pt idx="510">
                  <c:v>4.5418584177937662</c:v>
                </c:pt>
                <c:pt idx="511">
                  <c:v>4.6240016661477963</c:v>
                </c:pt>
                <c:pt idx="512">
                  <c:v>4.6882700312474768</c:v>
                </c:pt>
                <c:pt idx="513">
                  <c:v>4.7323330104811649</c:v>
                </c:pt>
                <c:pt idx="514">
                  <c:v>4.7675765332595379</c:v>
                </c:pt>
                <c:pt idx="515">
                  <c:v>4.760581710424665</c:v>
                </c:pt>
                <c:pt idx="516">
                  <c:v>4.7303072860816116</c:v>
                </c:pt>
                <c:pt idx="517">
                  <c:v>4.6961664764144952</c:v>
                </c:pt>
                <c:pt idx="518">
                  <c:v>4.6577555144303382</c:v>
                </c:pt>
                <c:pt idx="519">
                  <c:v>4.5968374612289127</c:v>
                </c:pt>
                <c:pt idx="520">
                  <c:v>4.5577394006480096</c:v>
                </c:pt>
                <c:pt idx="521">
                  <c:v>4.5222150253093041</c:v>
                </c:pt>
                <c:pt idx="522">
                  <c:v>4.4822294960047042</c:v>
                </c:pt>
                <c:pt idx="523">
                  <c:v>4.4642768111430122</c:v>
                </c:pt>
                <c:pt idx="524">
                  <c:v>4.460327291385612</c:v>
                </c:pt>
                <c:pt idx="525">
                  <c:v>4.464837046133268</c:v>
                </c:pt>
                <c:pt idx="526">
                  <c:v>4.4697401040045195</c:v>
                </c:pt>
                <c:pt idx="527">
                  <c:v>4.4789761262351968</c:v>
                </c:pt>
                <c:pt idx="528">
                  <c:v>4.5052685438214164</c:v>
                </c:pt>
                <c:pt idx="529">
                  <c:v>4.5320349775733044</c:v>
                </c:pt>
                <c:pt idx="530">
                  <c:v>4.5420112825302379</c:v>
                </c:pt>
                <c:pt idx="531">
                  <c:v>4.5479665213831906</c:v>
                </c:pt>
                <c:pt idx="532">
                  <c:v>4.5609718715048366</c:v>
                </c:pt>
                <c:pt idx="533">
                  <c:v>4.5761608265015496</c:v>
                </c:pt>
                <c:pt idx="534">
                  <c:v>4.6079487645139334</c:v>
                </c:pt>
                <c:pt idx="535">
                  <c:v>4.6336695031535733</c:v>
                </c:pt>
                <c:pt idx="536">
                  <c:v>4.6603162509944989</c:v>
                </c:pt>
                <c:pt idx="537">
                  <c:v>4.7121277110934301</c:v>
                </c:pt>
                <c:pt idx="538">
                  <c:v>4.7645427606166466</c:v>
                </c:pt>
                <c:pt idx="539">
                  <c:v>4.801088645981066</c:v>
                </c:pt>
                <c:pt idx="540">
                  <c:v>4.8669930356175124</c:v>
                </c:pt>
                <c:pt idx="541">
                  <c:v>4.9710270158082217</c:v>
                </c:pt>
                <c:pt idx="542">
                  <c:v>5.0070738639639307</c:v>
                </c:pt>
                <c:pt idx="543">
                  <c:v>5.0590211237561533</c:v>
                </c:pt>
                <c:pt idx="544">
                  <c:v>5.1471075328329103</c:v>
                </c:pt>
                <c:pt idx="545">
                  <c:v>5.258177614814298</c:v>
                </c:pt>
                <c:pt idx="546">
                  <c:v>5.3308675498979516</c:v>
                </c:pt>
                <c:pt idx="547">
                  <c:v>5.3750838839115822</c:v>
                </c:pt>
                <c:pt idx="548">
                  <c:v>5.487779007690798</c:v>
                </c:pt>
                <c:pt idx="549">
                  <c:v>5.569684181396795</c:v>
                </c:pt>
                <c:pt idx="550">
                  <c:v>5.5590520829730057</c:v>
                </c:pt>
                <c:pt idx="551">
                  <c:v>5.6018412950984073</c:v>
                </c:pt>
                <c:pt idx="552">
                  <c:v>5.6298081335685488</c:v>
                </c:pt>
                <c:pt idx="553">
                  <c:v>5.5676702756926888</c:v>
                </c:pt>
                <c:pt idx="554">
                  <c:v>5.5182461055957166</c:v>
                </c:pt>
                <c:pt idx="555">
                  <c:v>5.4708545205068733</c:v>
                </c:pt>
                <c:pt idx="556">
                  <c:v>5.4025821255203113</c:v>
                </c:pt>
                <c:pt idx="557">
                  <c:v>5.2946981908748114</c:v>
                </c:pt>
                <c:pt idx="558">
                  <c:v>5.2264993600608811</c:v>
                </c:pt>
                <c:pt idx="559">
                  <c:v>5.1435654986336399</c:v>
                </c:pt>
                <c:pt idx="560">
                  <c:v>5.0112813771951084</c:v>
                </c:pt>
                <c:pt idx="561">
                  <c:v>4.8749019336538755</c:v>
                </c:pt>
                <c:pt idx="562">
                  <c:v>4.7623880683062936</c:v>
                </c:pt>
                <c:pt idx="563">
                  <c:v>4.6841152121023431</c:v>
                </c:pt>
                <c:pt idx="564">
                  <c:v>4.6233095806380931</c:v>
                </c:pt>
                <c:pt idx="565">
                  <c:v>4.5810519791990956</c:v>
                </c:pt>
                <c:pt idx="566">
                  <c:v>4.5456481833800311</c:v>
                </c:pt>
                <c:pt idx="567">
                  <c:v>4.4523053950903408</c:v>
                </c:pt>
                <c:pt idx="568">
                  <c:v>4.4159668413527502</c:v>
                </c:pt>
                <c:pt idx="569">
                  <c:v>4.3621904366575572</c:v>
                </c:pt>
                <c:pt idx="570">
                  <c:v>4.3444688361179331</c:v>
                </c:pt>
                <c:pt idx="571">
                  <c:v>4.3242869435124014</c:v>
                </c:pt>
                <c:pt idx="572">
                  <c:v>4.3043558378590294</c:v>
                </c:pt>
                <c:pt idx="573">
                  <c:v>4.2486734054850279</c:v>
                </c:pt>
                <c:pt idx="574">
                  <c:v>4.2138974472338493</c:v>
                </c:pt>
                <c:pt idx="575">
                  <c:v>4.2176437935273903</c:v>
                </c:pt>
                <c:pt idx="576">
                  <c:v>4.226250455812492</c:v>
                </c:pt>
                <c:pt idx="577">
                  <c:v>4.2684316951468402</c:v>
                </c:pt>
                <c:pt idx="578">
                  <c:v>4.2189911806588496</c:v>
                </c:pt>
                <c:pt idx="579">
                  <c:v>4.150589958288653</c:v>
                </c:pt>
                <c:pt idx="580">
                  <c:v>4.2601344917096178</c:v>
                </c:pt>
                <c:pt idx="581">
                  <c:v>4.3661183080240296</c:v>
                </c:pt>
                <c:pt idx="582">
                  <c:v>4.3175223618365672</c:v>
                </c:pt>
                <c:pt idx="583">
                  <c:v>4.1894544690162814</c:v>
                </c:pt>
                <c:pt idx="584">
                  <c:v>4.2976544789973135</c:v>
                </c:pt>
                <c:pt idx="585">
                  <c:v>4.259975429364558</c:v>
                </c:pt>
                <c:pt idx="586">
                  <c:v>4.141722513605913</c:v>
                </c:pt>
                <c:pt idx="587">
                  <c:v>3.852174121092625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E-37F8-4EA4-8385-84A4706AD5FD}"/>
            </c:ext>
          </c:extLst>
        </c:ser>
        <c:ser>
          <c:idx val="15"/>
          <c:order val="15"/>
          <c:tx>
            <c:strRef>
              <c:f>'Fully separated 0.5%'!$Q$1</c:f>
              <c:strCache>
                <c:ptCount val="1"/>
                <c:pt idx="0">
                  <c:v>E6/O-PTIR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0.5%'!$A$2:$A$589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0.5%'!$Q$2:$Q$589</c:f>
              <c:numCache>
                <c:formatCode>General</c:formatCode>
                <c:ptCount val="588"/>
                <c:pt idx="0">
                  <c:v>4.0302070780421317</c:v>
                </c:pt>
                <c:pt idx="1">
                  <c:v>3.9167094007917607</c:v>
                </c:pt>
                <c:pt idx="2">
                  <c:v>4.0935613918191667</c:v>
                </c:pt>
                <c:pt idx="3">
                  <c:v>3.9603383207706608</c:v>
                </c:pt>
                <c:pt idx="4">
                  <c:v>3.982798051950728</c:v>
                </c:pt>
                <c:pt idx="5">
                  <c:v>3.94086518356858</c:v>
                </c:pt>
                <c:pt idx="6">
                  <c:v>4.0239563921054708</c:v>
                </c:pt>
                <c:pt idx="7">
                  <c:v>3.98927068245438</c:v>
                </c:pt>
                <c:pt idx="8">
                  <c:v>4.033909042955143</c:v>
                </c:pt>
                <c:pt idx="9">
                  <c:v>4.0121872711736986</c:v>
                </c:pt>
                <c:pt idx="10">
                  <c:v>3.9794524379110738</c:v>
                </c:pt>
                <c:pt idx="11">
                  <c:v>3.9899786023007562</c:v>
                </c:pt>
                <c:pt idx="12">
                  <c:v>4.0101106142001575</c:v>
                </c:pt>
                <c:pt idx="13">
                  <c:v>4.0058327485248837</c:v>
                </c:pt>
                <c:pt idx="14">
                  <c:v>4.004009550569962</c:v>
                </c:pt>
                <c:pt idx="15">
                  <c:v>4.0136891227146654</c:v>
                </c:pt>
                <c:pt idx="16">
                  <c:v>4.0237384594545826</c:v>
                </c:pt>
                <c:pt idx="17">
                  <c:v>3.9988376487255732</c:v>
                </c:pt>
                <c:pt idx="18">
                  <c:v>3.9872864961140739</c:v>
                </c:pt>
                <c:pt idx="19">
                  <c:v>3.9899861611600866</c:v>
                </c:pt>
                <c:pt idx="20">
                  <c:v>3.9833338118622685</c:v>
                </c:pt>
                <c:pt idx="21">
                  <c:v>4.0050563200766991</c:v>
                </c:pt>
                <c:pt idx="22">
                  <c:v>3.996389270763113</c:v>
                </c:pt>
                <c:pt idx="23">
                  <c:v>4.0045037489556412</c:v>
                </c:pt>
                <c:pt idx="24">
                  <c:v>4.0221352424712897</c:v>
                </c:pt>
                <c:pt idx="25">
                  <c:v>4.0240234674927837</c:v>
                </c:pt>
                <c:pt idx="26">
                  <c:v>4.0266195045899735</c:v>
                </c:pt>
                <c:pt idx="27">
                  <c:v>4.0152874324040599</c:v>
                </c:pt>
                <c:pt idx="28">
                  <c:v>4.0099685243187047</c:v>
                </c:pt>
                <c:pt idx="29">
                  <c:v>4.000302584826235</c:v>
                </c:pt>
                <c:pt idx="30">
                  <c:v>4.0018786818938095</c:v>
                </c:pt>
                <c:pt idx="31">
                  <c:v>4.0213534441286427</c:v>
                </c:pt>
                <c:pt idx="32">
                  <c:v>4.0334245330858973</c:v>
                </c:pt>
                <c:pt idx="33">
                  <c:v>4.0347789597578041</c:v>
                </c:pt>
                <c:pt idx="34">
                  <c:v>4.0438741789365285</c:v>
                </c:pt>
                <c:pt idx="35">
                  <c:v>4.0583935927334309</c:v>
                </c:pt>
                <c:pt idx="36">
                  <c:v>4.0555536902416316</c:v>
                </c:pt>
                <c:pt idx="37">
                  <c:v>4.0456640777844584</c:v>
                </c:pt>
                <c:pt idx="38">
                  <c:v>4.0433458613021971</c:v>
                </c:pt>
                <c:pt idx="39">
                  <c:v>4.0491593507319408</c:v>
                </c:pt>
                <c:pt idx="40">
                  <c:v>4.0601155919855705</c:v>
                </c:pt>
                <c:pt idx="41">
                  <c:v>4.0798921707569091</c:v>
                </c:pt>
                <c:pt idx="42">
                  <c:v>4.1069469712941205</c:v>
                </c:pt>
                <c:pt idx="43">
                  <c:v>4.1521623326314545</c:v>
                </c:pt>
                <c:pt idx="44">
                  <c:v>4.218575533501471</c:v>
                </c:pt>
                <c:pt idx="45">
                  <c:v>4.3090241284862927</c:v>
                </c:pt>
                <c:pt idx="46">
                  <c:v>4.3839214277720071</c:v>
                </c:pt>
                <c:pt idx="47">
                  <c:v>4.4082154064519035</c:v>
                </c:pt>
                <c:pt idx="48">
                  <c:v>4.3675441450398695</c:v>
                </c:pt>
                <c:pt idx="49">
                  <c:v>4.2891992250705133</c:v>
                </c:pt>
                <c:pt idx="50">
                  <c:v>4.1987079447624156</c:v>
                </c:pt>
                <c:pt idx="51">
                  <c:v>4.1179092260161845</c:v>
                </c:pt>
                <c:pt idx="52">
                  <c:v>4.0623489095721839</c:v>
                </c:pt>
                <c:pt idx="53">
                  <c:v>4.0392736180192799</c:v>
                </c:pt>
                <c:pt idx="54">
                  <c:v>4.0301205009061958</c:v>
                </c:pt>
                <c:pt idx="55">
                  <c:v>4.0250851347710999</c:v>
                </c:pt>
                <c:pt idx="56">
                  <c:v>4.0223016498918556</c:v>
                </c:pt>
                <c:pt idx="57">
                  <c:v>4.0313897792509419</c:v>
                </c:pt>
                <c:pt idx="58">
                  <c:v>4.0315247406779848</c:v>
                </c:pt>
                <c:pt idx="59">
                  <c:v>4.0275574158808487</c:v>
                </c:pt>
                <c:pt idx="60">
                  <c:v>4.0402634083536562</c:v>
                </c:pt>
                <c:pt idx="61">
                  <c:v>4.0501226227007834</c:v>
                </c:pt>
                <c:pt idx="62">
                  <c:v>4.0602464242365874</c:v>
                </c:pt>
                <c:pt idx="63">
                  <c:v>4.0730265954724061</c:v>
                </c:pt>
                <c:pt idx="64">
                  <c:v>4.0971450719707523</c:v>
                </c:pt>
                <c:pt idx="65">
                  <c:v>4.1234739780031768</c:v>
                </c:pt>
                <c:pt idx="66">
                  <c:v>4.1597248466755339</c:v>
                </c:pt>
                <c:pt idx="67">
                  <c:v>4.1764357603236446</c:v>
                </c:pt>
                <c:pt idx="68">
                  <c:v>4.1759458551423227</c:v>
                </c:pt>
                <c:pt idx="69">
                  <c:v>4.1649195073662542</c:v>
                </c:pt>
                <c:pt idx="70">
                  <c:v>4.1491663781936987</c:v>
                </c:pt>
                <c:pt idx="71">
                  <c:v>4.12244113633189</c:v>
                </c:pt>
                <c:pt idx="72">
                  <c:v>4.1010449119875485</c:v>
                </c:pt>
                <c:pt idx="73">
                  <c:v>4.0862800901163521</c:v>
                </c:pt>
                <c:pt idx="74">
                  <c:v>4.0631922429402207</c:v>
                </c:pt>
                <c:pt idx="75">
                  <c:v>4.044945980725668</c:v>
                </c:pt>
                <c:pt idx="76">
                  <c:v>4.0369573997003352</c:v>
                </c:pt>
                <c:pt idx="77">
                  <c:v>4.0324885738677327</c:v>
                </c:pt>
                <c:pt idx="78">
                  <c:v>4.021232837214054</c:v>
                </c:pt>
                <c:pt idx="79">
                  <c:v>4.0147733689673357</c:v>
                </c:pt>
                <c:pt idx="80">
                  <c:v>4.0143300302094094</c:v>
                </c:pt>
                <c:pt idx="81">
                  <c:v>4.0139492580930769</c:v>
                </c:pt>
                <c:pt idx="82">
                  <c:v>4.0136641212723001</c:v>
                </c:pt>
                <c:pt idx="83">
                  <c:v>4.0077145927087043</c:v>
                </c:pt>
                <c:pt idx="84">
                  <c:v>4.001294358158086</c:v>
                </c:pt>
                <c:pt idx="85">
                  <c:v>4.0008593288416137</c:v>
                </c:pt>
                <c:pt idx="86">
                  <c:v>4.0010965997211461</c:v>
                </c:pt>
                <c:pt idx="87">
                  <c:v>4.0008169029474452</c:v>
                </c:pt>
                <c:pt idx="88">
                  <c:v>4.00497029128341</c:v>
                </c:pt>
                <c:pt idx="89">
                  <c:v>4.0055191998958239</c:v>
                </c:pt>
                <c:pt idx="90">
                  <c:v>4.0097225245223713</c:v>
                </c:pt>
                <c:pt idx="91">
                  <c:v>4.0102746723554406</c:v>
                </c:pt>
                <c:pt idx="92">
                  <c:v>4.0031162431238236</c:v>
                </c:pt>
                <c:pt idx="93">
                  <c:v>3.9970359511062181</c:v>
                </c:pt>
                <c:pt idx="94">
                  <c:v>3.991256244057023</c:v>
                </c:pt>
                <c:pt idx="95">
                  <c:v>3.9932023148220446</c:v>
                </c:pt>
                <c:pt idx="96">
                  <c:v>3.9923258904325447</c:v>
                </c:pt>
                <c:pt idx="97">
                  <c:v>3.9977985049264895</c:v>
                </c:pt>
                <c:pt idx="98">
                  <c:v>3.9998563626942421</c:v>
                </c:pt>
                <c:pt idx="99">
                  <c:v>3.9982287132842234</c:v>
                </c:pt>
                <c:pt idx="100">
                  <c:v>3.9987053318317556</c:v>
                </c:pt>
                <c:pt idx="101">
                  <c:v>3.993722622858034</c:v>
                </c:pt>
                <c:pt idx="102">
                  <c:v>3.9929108649438976</c:v>
                </c:pt>
                <c:pt idx="103">
                  <c:v>3.99757003057461</c:v>
                </c:pt>
                <c:pt idx="104">
                  <c:v>3.9990158721168156</c:v>
                </c:pt>
                <c:pt idx="105">
                  <c:v>3.998442686718195</c:v>
                </c:pt>
                <c:pt idx="106">
                  <c:v>4.0085109800836527</c:v>
                </c:pt>
                <c:pt idx="107">
                  <c:v>4.0096002976585536</c:v>
                </c:pt>
                <c:pt idx="108">
                  <c:v>4.0269118112111437</c:v>
                </c:pt>
                <c:pt idx="109">
                  <c:v>4.0607413776948365</c:v>
                </c:pt>
                <c:pt idx="110">
                  <c:v>4.0765551512596074</c:v>
                </c:pt>
                <c:pt idx="111">
                  <c:v>4.07135442287621</c:v>
                </c:pt>
                <c:pt idx="112">
                  <c:v>4.0496317848625001</c:v>
                </c:pt>
                <c:pt idx="113">
                  <c:v>4.0284435050636764</c:v>
                </c:pt>
                <c:pt idx="114">
                  <c:v>4.0122542747138912</c:v>
                </c:pt>
                <c:pt idx="115">
                  <c:v>4.0096904434274148</c:v>
                </c:pt>
                <c:pt idx="116">
                  <c:v>4.0042445831744562</c:v>
                </c:pt>
                <c:pt idx="117">
                  <c:v>3.9921173948331674</c:v>
                </c:pt>
                <c:pt idx="118">
                  <c:v>3.9847882592153017</c:v>
                </c:pt>
                <c:pt idx="119">
                  <c:v>3.9894745500147057</c:v>
                </c:pt>
                <c:pt idx="120">
                  <c:v>4.0032603775981004</c:v>
                </c:pt>
                <c:pt idx="121">
                  <c:v>4.0153150949010996</c:v>
                </c:pt>
                <c:pt idx="122">
                  <c:v>4.0311979338828632</c:v>
                </c:pt>
                <c:pt idx="123">
                  <c:v>4.0390381682270231</c:v>
                </c:pt>
                <c:pt idx="124">
                  <c:v>4.023805987614316</c:v>
                </c:pt>
                <c:pt idx="125">
                  <c:v>4.0212091154637992</c:v>
                </c:pt>
                <c:pt idx="126">
                  <c:v>4.0256547468769002</c:v>
                </c:pt>
                <c:pt idx="127">
                  <c:v>4.0166857359769601</c:v>
                </c:pt>
                <c:pt idx="128">
                  <c:v>4.0124449217262219</c:v>
                </c:pt>
                <c:pt idx="129">
                  <c:v>4.0058526779672157</c:v>
                </c:pt>
                <c:pt idx="130">
                  <c:v>4.0039697113415862</c:v>
                </c:pt>
                <c:pt idx="131">
                  <c:v>4.0014640157288799</c:v>
                </c:pt>
                <c:pt idx="132">
                  <c:v>3.9923672093049234</c:v>
                </c:pt>
                <c:pt idx="133">
                  <c:v>3.9841071661348355</c:v>
                </c:pt>
                <c:pt idx="134">
                  <c:v>3.9886030851099363</c:v>
                </c:pt>
                <c:pt idx="135">
                  <c:v>3.9980498070064336</c:v>
                </c:pt>
                <c:pt idx="136">
                  <c:v>3.9794223719245094</c:v>
                </c:pt>
                <c:pt idx="137">
                  <c:v>3.9809475751352785</c:v>
                </c:pt>
                <c:pt idx="138">
                  <c:v>3.9832357784996111</c:v>
                </c:pt>
                <c:pt idx="139">
                  <c:v>3.9899540705758874</c:v>
                </c:pt>
                <c:pt idx="140">
                  <c:v>3.9960767262992345</c:v>
                </c:pt>
                <c:pt idx="141">
                  <c:v>4.001679598775584</c:v>
                </c:pt>
                <c:pt idx="142">
                  <c:v>4.0060540424009714</c:v>
                </c:pt>
                <c:pt idx="143">
                  <c:v>3.9950833270026531</c:v>
                </c:pt>
                <c:pt idx="144">
                  <c:v>3.9784112402841005</c:v>
                </c:pt>
                <c:pt idx="145">
                  <c:v>3.9886036951326584</c:v>
                </c:pt>
                <c:pt idx="146">
                  <c:v>3.9953847039838983</c:v>
                </c:pt>
                <c:pt idx="147">
                  <c:v>4.008272159576955</c:v>
                </c:pt>
                <c:pt idx="148">
                  <c:v>4.0040559346643434</c:v>
                </c:pt>
                <c:pt idx="149">
                  <c:v>3.9933163829708551</c:v>
                </c:pt>
                <c:pt idx="150">
                  <c:v>4.0080126952235382</c:v>
                </c:pt>
                <c:pt idx="151">
                  <c:v>4.0102149911213223</c:v>
                </c:pt>
                <c:pt idx="152">
                  <c:v>4.0050593969635289</c:v>
                </c:pt>
                <c:pt idx="153">
                  <c:v>3.9983791650521399</c:v>
                </c:pt>
                <c:pt idx="154">
                  <c:v>4.0016202217055739</c:v>
                </c:pt>
                <c:pt idx="155">
                  <c:v>4.0100552275260037</c:v>
                </c:pt>
                <c:pt idx="156">
                  <c:v>4.0028999687180349</c:v>
                </c:pt>
                <c:pt idx="157">
                  <c:v>4.0019185824633592</c:v>
                </c:pt>
                <c:pt idx="158">
                  <c:v>4.0073026945218766</c:v>
                </c:pt>
                <c:pt idx="159">
                  <c:v>4.0075365311429341</c:v>
                </c:pt>
                <c:pt idx="160">
                  <c:v>4.0054730198201538</c:v>
                </c:pt>
                <c:pt idx="161">
                  <c:v>4.007016467116034</c:v>
                </c:pt>
                <c:pt idx="162">
                  <c:v>4.0093227149524866</c:v>
                </c:pt>
                <c:pt idx="163">
                  <c:v>4.0107932269150046</c:v>
                </c:pt>
                <c:pt idx="164">
                  <c:v>4.0100216620424236</c:v>
                </c:pt>
                <c:pt idx="165">
                  <c:v>4.0228777960188129</c:v>
                </c:pt>
                <c:pt idx="166">
                  <c:v>4.0154551656073423</c:v>
                </c:pt>
                <c:pt idx="167">
                  <c:v>4.0069328011440879</c:v>
                </c:pt>
                <c:pt idx="168">
                  <c:v>4.0072656891879461</c:v>
                </c:pt>
                <c:pt idx="169">
                  <c:v>4.0104920288737578</c:v>
                </c:pt>
                <c:pt idx="170">
                  <c:v>4.0096733431349074</c:v>
                </c:pt>
                <c:pt idx="171">
                  <c:v>4.0173878883974004</c:v>
                </c:pt>
                <c:pt idx="172">
                  <c:v>4.0389020924918073</c:v>
                </c:pt>
                <c:pt idx="173">
                  <c:v>4.0351959306224678</c:v>
                </c:pt>
                <c:pt idx="174">
                  <c:v>4.035664460607606</c:v>
                </c:pt>
                <c:pt idx="175">
                  <c:v>4.0453453070219956</c:v>
                </c:pt>
                <c:pt idx="176">
                  <c:v>4.0478770612803343</c:v>
                </c:pt>
                <c:pt idx="177">
                  <c:v>4.0404859581987491</c:v>
                </c:pt>
                <c:pt idx="178">
                  <c:v>4.0365817070398684</c:v>
                </c:pt>
                <c:pt idx="179">
                  <c:v>4.0409862527448315</c:v>
                </c:pt>
                <c:pt idx="180">
                  <c:v>4.0418143355448146</c:v>
                </c:pt>
                <c:pt idx="181">
                  <c:v>4.0448959778409384</c:v>
                </c:pt>
                <c:pt idx="182">
                  <c:v>4.0472895687307453</c:v>
                </c:pt>
                <c:pt idx="183">
                  <c:v>4.0614671745959861</c:v>
                </c:pt>
                <c:pt idx="184">
                  <c:v>4.0817743158852737</c:v>
                </c:pt>
                <c:pt idx="185">
                  <c:v>4.0892434015604433</c:v>
                </c:pt>
                <c:pt idx="186">
                  <c:v>4.100950854617432</c:v>
                </c:pt>
                <c:pt idx="187">
                  <c:v>4.1076837486042681</c:v>
                </c:pt>
                <c:pt idx="188">
                  <c:v>4.1094413840282273</c:v>
                </c:pt>
                <c:pt idx="189">
                  <c:v>4.1067140347954796</c:v>
                </c:pt>
                <c:pt idx="190">
                  <c:v>4.1047048748027315</c:v>
                </c:pt>
                <c:pt idx="191">
                  <c:v>4.0973196306504915</c:v>
                </c:pt>
                <c:pt idx="192">
                  <c:v>4.0960639924138116</c:v>
                </c:pt>
                <c:pt idx="193">
                  <c:v>4.1007788227873689</c:v>
                </c:pt>
                <c:pt idx="194">
                  <c:v>4.1113626899041398</c:v>
                </c:pt>
                <c:pt idx="195">
                  <c:v>4.1220684964962464</c:v>
                </c:pt>
                <c:pt idx="196">
                  <c:v>4.139432964087935</c:v>
                </c:pt>
                <c:pt idx="197">
                  <c:v>4.144387422231592</c:v>
                </c:pt>
                <c:pt idx="198">
                  <c:v>4.1441586393098859</c:v>
                </c:pt>
                <c:pt idx="199">
                  <c:v>4.1333897482346753</c:v>
                </c:pt>
                <c:pt idx="200">
                  <c:v>4.1135355528833841</c:v>
                </c:pt>
                <c:pt idx="201">
                  <c:v>4.0986640122815743</c:v>
                </c:pt>
                <c:pt idx="202">
                  <c:v>4.0938294114023606</c:v>
                </c:pt>
                <c:pt idx="203">
                  <c:v>4.1018933912361479</c:v>
                </c:pt>
                <c:pt idx="204">
                  <c:v>4.1171374849148155</c:v>
                </c:pt>
                <c:pt idx="205">
                  <c:v>4.1262522763336777</c:v>
                </c:pt>
                <c:pt idx="206">
                  <c:v>4.1359497614567147</c:v>
                </c:pt>
                <c:pt idx="207">
                  <c:v>4.1467825069992648</c:v>
                </c:pt>
                <c:pt idx="208">
                  <c:v>4.1564932445270388</c:v>
                </c:pt>
                <c:pt idx="209">
                  <c:v>4.159178353075295</c:v>
                </c:pt>
                <c:pt idx="210">
                  <c:v>4.1684181422167388</c:v>
                </c:pt>
                <c:pt idx="211">
                  <c:v>4.1817376223407345</c:v>
                </c:pt>
                <c:pt idx="212">
                  <c:v>4.194725391086922</c:v>
                </c:pt>
                <c:pt idx="213">
                  <c:v>4.1981120637225935</c:v>
                </c:pt>
                <c:pt idx="214">
                  <c:v>4.1995758579793359</c:v>
                </c:pt>
                <c:pt idx="215">
                  <c:v>4.2167201100795486</c:v>
                </c:pt>
                <c:pt idx="216">
                  <c:v>4.2265843239017853</c:v>
                </c:pt>
                <c:pt idx="217">
                  <c:v>4.2370988815924742</c:v>
                </c:pt>
                <c:pt idx="218">
                  <c:v>4.2504795591959539</c:v>
                </c:pt>
                <c:pt idx="219">
                  <c:v>4.2348396610854735</c:v>
                </c:pt>
                <c:pt idx="220">
                  <c:v>4.2155201926739139</c:v>
                </c:pt>
                <c:pt idx="221">
                  <c:v>4.2045946152291167</c:v>
                </c:pt>
                <c:pt idx="222">
                  <c:v>4.190243779178064</c:v>
                </c:pt>
                <c:pt idx="223">
                  <c:v>4.1764755283827029</c:v>
                </c:pt>
                <c:pt idx="224">
                  <c:v>4.1542024546663647</c:v>
                </c:pt>
                <c:pt idx="225">
                  <c:v>4.1344820522097026</c:v>
                </c:pt>
                <c:pt idx="226">
                  <c:v>4.1074656478582288</c:v>
                </c:pt>
                <c:pt idx="227">
                  <c:v>4.0844699493588958</c:v>
                </c:pt>
                <c:pt idx="228">
                  <c:v>4.0606598081676459</c:v>
                </c:pt>
                <c:pt idx="229">
                  <c:v>4.0404934845235339</c:v>
                </c:pt>
                <c:pt idx="230">
                  <c:v>4.0301940344007265</c:v>
                </c:pt>
                <c:pt idx="231">
                  <c:v>4.0177252729865236</c:v>
                </c:pt>
                <c:pt idx="232">
                  <c:v>4.017019399427479</c:v>
                </c:pt>
                <c:pt idx="233">
                  <c:v>4.0189063542461048</c:v>
                </c:pt>
                <c:pt idx="234">
                  <c:v>4.0091579857722097</c:v>
                </c:pt>
                <c:pt idx="235">
                  <c:v>4.016400948902545</c:v>
                </c:pt>
                <c:pt idx="236">
                  <c:v>4.0186384973356377</c:v>
                </c:pt>
                <c:pt idx="237">
                  <c:v>4.0139145288217026</c:v>
                </c:pt>
                <c:pt idx="238">
                  <c:v>4.0133682426291903</c:v>
                </c:pt>
                <c:pt idx="239">
                  <c:v>4.0044720813205297</c:v>
                </c:pt>
                <c:pt idx="240">
                  <c:v>4.0073273380842442</c:v>
                </c:pt>
                <c:pt idx="241">
                  <c:v>4.0137616015476896</c:v>
                </c:pt>
                <c:pt idx="242">
                  <c:v>4.0199333356324409</c:v>
                </c:pt>
                <c:pt idx="243">
                  <c:v>4.0236710072087876</c:v>
                </c:pt>
                <c:pt idx="244">
                  <c:v>4.0152857717866492</c:v>
                </c:pt>
                <c:pt idx="245">
                  <c:v>4.0226257658089697</c:v>
                </c:pt>
                <c:pt idx="246">
                  <c:v>4.0345748081980108</c:v>
                </c:pt>
                <c:pt idx="247">
                  <c:v>4.046362778831897</c:v>
                </c:pt>
                <c:pt idx="248">
                  <c:v>4.0616099958269025</c:v>
                </c:pt>
                <c:pt idx="249">
                  <c:v>4.0756291476122675</c:v>
                </c:pt>
                <c:pt idx="250">
                  <c:v>4.1010982903313398</c:v>
                </c:pt>
                <c:pt idx="251">
                  <c:v>4.1705720592458402</c:v>
                </c:pt>
                <c:pt idx="252">
                  <c:v>4.2445797013936062</c:v>
                </c:pt>
                <c:pt idx="253">
                  <c:v>4.3254670225512104</c:v>
                </c:pt>
                <c:pt idx="254">
                  <c:v>4.4378214521512263</c:v>
                </c:pt>
                <c:pt idx="255">
                  <c:v>4.5466685927117405</c:v>
                </c:pt>
                <c:pt idx="256">
                  <c:v>4.6862985317810439</c:v>
                </c:pt>
                <c:pt idx="257">
                  <c:v>4.7939401589941522</c:v>
                </c:pt>
                <c:pt idx="258">
                  <c:v>4.8984627210505431</c:v>
                </c:pt>
                <c:pt idx="259">
                  <c:v>5</c:v>
                </c:pt>
                <c:pt idx="260">
                  <c:v>4.7860602053927508</c:v>
                </c:pt>
                <c:pt idx="261">
                  <c:v>4.4177763115542747</c:v>
                </c:pt>
                <c:pt idx="262">
                  <c:v>4.1205237562910968</c:v>
                </c:pt>
                <c:pt idx="263">
                  <c:v>4.0783035631400084</c:v>
                </c:pt>
                <c:pt idx="264">
                  <c:v>4.0672827245469234</c:v>
                </c:pt>
                <c:pt idx="265">
                  <c:v>4.0400075404230877</c:v>
                </c:pt>
                <c:pt idx="266">
                  <c:v>4.0436944716650141</c:v>
                </c:pt>
                <c:pt idx="267">
                  <c:v>4.0303178798581669</c:v>
                </c:pt>
                <c:pt idx="268">
                  <c:v>4.0194705479945272</c:v>
                </c:pt>
                <c:pt idx="269">
                  <c:v>4.0289461502306478</c:v>
                </c:pt>
                <c:pt idx="270">
                  <c:v>4.0171128860874479</c:v>
                </c:pt>
                <c:pt idx="271">
                  <c:v>4.0204148604571666</c:v>
                </c:pt>
                <c:pt idx="272">
                  <c:v>4.0315930822013479</c:v>
                </c:pt>
                <c:pt idx="273">
                  <c:v>4.0436616226192301</c:v>
                </c:pt>
                <c:pt idx="274">
                  <c:v>4.0759560547222371</c:v>
                </c:pt>
                <c:pt idx="275">
                  <c:v>4.0771095995561417</c:v>
                </c:pt>
                <c:pt idx="276">
                  <c:v>4.1145268045610823</c:v>
                </c:pt>
                <c:pt idx="277">
                  <c:v>4.266381230256953</c:v>
                </c:pt>
                <c:pt idx="278">
                  <c:v>4.7133145674076724</c:v>
                </c:pt>
                <c:pt idx="279">
                  <c:v>4.8621487028259924</c:v>
                </c:pt>
                <c:pt idx="280">
                  <c:v>4.7384389144393504</c:v>
                </c:pt>
                <c:pt idx="281">
                  <c:v>4.405900291596283</c:v>
                </c:pt>
                <c:pt idx="282">
                  <c:v>4.1404483455533079</c:v>
                </c:pt>
                <c:pt idx="283">
                  <c:v>4.0783058026012018</c:v>
                </c:pt>
                <c:pt idx="284">
                  <c:v>4.046274230644765</c:v>
                </c:pt>
                <c:pt idx="285">
                  <c:v>4.0115728386650948</c:v>
                </c:pt>
                <c:pt idx="286">
                  <c:v>3.9826887087668021</c:v>
                </c:pt>
                <c:pt idx="287">
                  <c:v>3.9608030903046187</c:v>
                </c:pt>
                <c:pt idx="288">
                  <c:v>3.9691059740148757</c:v>
                </c:pt>
                <c:pt idx="289">
                  <c:v>3.9983668996980577</c:v>
                </c:pt>
                <c:pt idx="290">
                  <c:v>3.9741374061812165</c:v>
                </c:pt>
                <c:pt idx="291">
                  <c:v>3.963529181534954</c:v>
                </c:pt>
                <c:pt idx="292">
                  <c:v>3.9667159239680694</c:v>
                </c:pt>
                <c:pt idx="293">
                  <c:v>3.9538803518242336</c:v>
                </c:pt>
                <c:pt idx="294">
                  <c:v>3.9508786984186477</c:v>
                </c:pt>
                <c:pt idx="295">
                  <c:v>3.9866091038381222</c:v>
                </c:pt>
                <c:pt idx="296">
                  <c:v>4.0051850877397035</c:v>
                </c:pt>
                <c:pt idx="297">
                  <c:v>4.0090040628055537</c:v>
                </c:pt>
                <c:pt idx="298">
                  <c:v>3.9995570276793337</c:v>
                </c:pt>
                <c:pt idx="299">
                  <c:v>4.0001523392798894</c:v>
                </c:pt>
                <c:pt idx="300">
                  <c:v>3.9829303455450664</c:v>
                </c:pt>
                <c:pt idx="301">
                  <c:v>3.9976053661407893</c:v>
                </c:pt>
                <c:pt idx="302">
                  <c:v>3.9573212622579321</c:v>
                </c:pt>
                <c:pt idx="303">
                  <c:v>4.0179920779466975</c:v>
                </c:pt>
                <c:pt idx="304">
                  <c:v>4.028387545645967</c:v>
                </c:pt>
                <c:pt idx="305">
                  <c:v>4.0071535053315444</c:v>
                </c:pt>
                <c:pt idx="306">
                  <c:v>4.009162594154974</c:v>
                </c:pt>
                <c:pt idx="307">
                  <c:v>4.0044440341702741</c:v>
                </c:pt>
                <c:pt idx="308">
                  <c:v>4.0100970764403474</c:v>
                </c:pt>
                <c:pt idx="309">
                  <c:v>4.0071349775858671</c:v>
                </c:pt>
                <c:pt idx="310">
                  <c:v>3.9983036518644246</c:v>
                </c:pt>
                <c:pt idx="311">
                  <c:v>4.014873691948611</c:v>
                </c:pt>
                <c:pt idx="312">
                  <c:v>4.0273349582169677</c:v>
                </c:pt>
                <c:pt idx="313">
                  <c:v>4.0176543707233341</c:v>
                </c:pt>
                <c:pt idx="314">
                  <c:v>4.0098609935800669</c:v>
                </c:pt>
                <c:pt idx="315">
                  <c:v>4.0008099029367088</c:v>
                </c:pt>
                <c:pt idx="316">
                  <c:v>3.9967591434679091</c:v>
                </c:pt>
                <c:pt idx="317">
                  <c:v>3.9915484368072853</c:v>
                </c:pt>
                <c:pt idx="318">
                  <c:v>3.9987055370366211</c:v>
                </c:pt>
                <c:pt idx="319">
                  <c:v>3.9969811822495207</c:v>
                </c:pt>
                <c:pt idx="320">
                  <c:v>4.007783045391764</c:v>
                </c:pt>
                <c:pt idx="321">
                  <c:v>4.016617031151176</c:v>
                </c:pt>
                <c:pt idx="322">
                  <c:v>4.0477097361144727</c:v>
                </c:pt>
                <c:pt idx="323">
                  <c:v>4.0818660470354091</c:v>
                </c:pt>
                <c:pt idx="324">
                  <c:v>4.0999334234757132</c:v>
                </c:pt>
                <c:pt idx="325">
                  <c:v>4.0856250721182414</c:v>
                </c:pt>
                <c:pt idx="326">
                  <c:v>4.0732091793399565</c:v>
                </c:pt>
                <c:pt idx="327">
                  <c:v>4.0706728512668082</c:v>
                </c:pt>
                <c:pt idx="328">
                  <c:v>4.0849071051976322</c:v>
                </c:pt>
                <c:pt idx="329">
                  <c:v>4.1218903807062341</c:v>
                </c:pt>
                <c:pt idx="330">
                  <c:v>4.1862404467730503</c:v>
                </c:pt>
                <c:pt idx="331">
                  <c:v>4.3050381044593138</c:v>
                </c:pt>
                <c:pt idx="332">
                  <c:v>4.4145710515425272</c:v>
                </c:pt>
                <c:pt idx="333">
                  <c:v>4.4466462957034443</c:v>
                </c:pt>
                <c:pt idx="334">
                  <c:v>4.39367294192974</c:v>
                </c:pt>
                <c:pt idx="335">
                  <c:v>4.290729628386087</c:v>
                </c:pt>
                <c:pt idx="336">
                  <c:v>4.1857314980379492</c:v>
                </c:pt>
                <c:pt idx="337">
                  <c:v>4.1056369569875955</c:v>
                </c:pt>
                <c:pt idx="338">
                  <c:v>4.05885459097136</c:v>
                </c:pt>
                <c:pt idx="339">
                  <c:v>4.0306179378347267</c:v>
                </c:pt>
                <c:pt idx="340">
                  <c:v>4.0056283383832367</c:v>
                </c:pt>
                <c:pt idx="341">
                  <c:v>3.9973081952662128</c:v>
                </c:pt>
                <c:pt idx="342">
                  <c:v>3.9999867279561854</c:v>
                </c:pt>
                <c:pt idx="343">
                  <c:v>4.0081324311612407</c:v>
                </c:pt>
                <c:pt idx="344">
                  <c:v>4.0015796506193819</c:v>
                </c:pt>
                <c:pt idx="345">
                  <c:v>3.9919791236939548</c:v>
                </c:pt>
                <c:pt idx="346">
                  <c:v>3.9942220098258665</c:v>
                </c:pt>
                <c:pt idx="347">
                  <c:v>3.9989852127984284</c:v>
                </c:pt>
                <c:pt idx="348">
                  <c:v>4.0044348102878136</c:v>
                </c:pt>
                <c:pt idx="349">
                  <c:v>3.9991180058488709</c:v>
                </c:pt>
                <c:pt idx="350">
                  <c:v>3.9885884892996049</c:v>
                </c:pt>
                <c:pt idx="351">
                  <c:v>4.0000467533964184</c:v>
                </c:pt>
                <c:pt idx="352">
                  <c:v>4.0050831393867758</c:v>
                </c:pt>
                <c:pt idx="353">
                  <c:v>3.9944641868131416</c:v>
                </c:pt>
                <c:pt idx="354">
                  <c:v>3.9932527691235888</c:v>
                </c:pt>
                <c:pt idx="355">
                  <c:v>3.9953651046316394</c:v>
                </c:pt>
                <c:pt idx="356">
                  <c:v>4.0011536299829098</c:v>
                </c:pt>
                <c:pt idx="357">
                  <c:v>4.002970630022249</c:v>
                </c:pt>
                <c:pt idx="358">
                  <c:v>4.0044998000752194</c:v>
                </c:pt>
                <c:pt idx="359">
                  <c:v>3.992656415655059</c:v>
                </c:pt>
                <c:pt idx="360">
                  <c:v>3.9933324963821586</c:v>
                </c:pt>
                <c:pt idx="361">
                  <c:v>3.9951038329164574</c:v>
                </c:pt>
                <c:pt idx="362">
                  <c:v>3.9966604289132119</c:v>
                </c:pt>
                <c:pt idx="363">
                  <c:v>3.9944328380843528</c:v>
                </c:pt>
                <c:pt idx="364">
                  <c:v>4.0008251712123659</c:v>
                </c:pt>
                <c:pt idx="365">
                  <c:v>4.0045641944126693</c:v>
                </c:pt>
                <c:pt idx="366">
                  <c:v>4.0101130800475611</c:v>
                </c:pt>
                <c:pt idx="367">
                  <c:v>4.0119484337219262</c:v>
                </c:pt>
                <c:pt idx="368">
                  <c:v>4.0088722782412862</c:v>
                </c:pt>
                <c:pt idx="369">
                  <c:v>3.9997182978825068</c:v>
                </c:pt>
                <c:pt idx="370">
                  <c:v>4.0019701646291361</c:v>
                </c:pt>
                <c:pt idx="371">
                  <c:v>4.0069900348314844</c:v>
                </c:pt>
                <c:pt idx="372">
                  <c:v>4.0060892590127199</c:v>
                </c:pt>
                <c:pt idx="373">
                  <c:v>4.0040852367668993</c:v>
                </c:pt>
                <c:pt idx="374">
                  <c:v>3.9967698795289173</c:v>
                </c:pt>
                <c:pt idx="375">
                  <c:v>3.9999823870170204</c:v>
                </c:pt>
                <c:pt idx="376">
                  <c:v>4.0002231728731594</c:v>
                </c:pt>
                <c:pt idx="377">
                  <c:v>4.005238617911373</c:v>
                </c:pt>
                <c:pt idx="378">
                  <c:v>4.0069709844996755</c:v>
                </c:pt>
                <c:pt idx="379">
                  <c:v>3.9932436404724538</c:v>
                </c:pt>
                <c:pt idx="380">
                  <c:v>3.9957227860323341</c:v>
                </c:pt>
                <c:pt idx="381">
                  <c:v>3.9981695542973363</c:v>
                </c:pt>
                <c:pt idx="382">
                  <c:v>3.9845351743439519</c:v>
                </c:pt>
                <c:pt idx="383">
                  <c:v>3.9985565139080301</c:v>
                </c:pt>
                <c:pt idx="384">
                  <c:v>4.002369105594445</c:v>
                </c:pt>
                <c:pt idx="385">
                  <c:v>3.9944156547609753</c:v>
                </c:pt>
                <c:pt idx="386">
                  <c:v>4.0006994002859839</c:v>
                </c:pt>
                <c:pt idx="387">
                  <c:v>4.000115410707151</c:v>
                </c:pt>
                <c:pt idx="388">
                  <c:v>4.0018795101691058</c:v>
                </c:pt>
                <c:pt idx="389">
                  <c:v>4.0134063365147776</c:v>
                </c:pt>
                <c:pt idx="390">
                  <c:v>4.0066292741716492</c:v>
                </c:pt>
                <c:pt idx="391">
                  <c:v>3.9968748091984487</c:v>
                </c:pt>
                <c:pt idx="392">
                  <c:v>4.0060963908561442</c:v>
                </c:pt>
                <c:pt idx="393">
                  <c:v>4.0077627512914047</c:v>
                </c:pt>
                <c:pt idx="394">
                  <c:v>4.0005534827237632</c:v>
                </c:pt>
                <c:pt idx="395">
                  <c:v>4.0024218091853268</c:v>
                </c:pt>
                <c:pt idx="396">
                  <c:v>4.0014189530114948</c:v>
                </c:pt>
                <c:pt idx="397">
                  <c:v>4.004758246029593</c:v>
                </c:pt>
                <c:pt idx="398">
                  <c:v>3.9982500793300662</c:v>
                </c:pt>
                <c:pt idx="399">
                  <c:v>3.9913761297891934</c:v>
                </c:pt>
                <c:pt idx="400">
                  <c:v>3.9993346818953146</c:v>
                </c:pt>
                <c:pt idx="401">
                  <c:v>4.0047764938426207</c:v>
                </c:pt>
                <c:pt idx="402">
                  <c:v>4.0085701868556534</c:v>
                </c:pt>
                <c:pt idx="403">
                  <c:v>4.0022692186099658</c:v>
                </c:pt>
                <c:pt idx="404">
                  <c:v>3.9998105506020694</c:v>
                </c:pt>
                <c:pt idx="405">
                  <c:v>4.0038983671508239</c:v>
                </c:pt>
                <c:pt idx="406">
                  <c:v>4.001229260684724</c:v>
                </c:pt>
                <c:pt idx="407">
                  <c:v>3.9977382804332473</c:v>
                </c:pt>
                <c:pt idx="408">
                  <c:v>3.9917038909309737</c:v>
                </c:pt>
                <c:pt idx="409">
                  <c:v>4.0003518662531894</c:v>
                </c:pt>
                <c:pt idx="410">
                  <c:v>4.0005298062168606</c:v>
                </c:pt>
                <c:pt idx="411">
                  <c:v>4.0056205588990226</c:v>
                </c:pt>
                <c:pt idx="412">
                  <c:v>4.0078256473452676</c:v>
                </c:pt>
                <c:pt idx="413">
                  <c:v>4.002466841232124</c:v>
                </c:pt>
                <c:pt idx="414">
                  <c:v>4.0045727567593774</c:v>
                </c:pt>
                <c:pt idx="415">
                  <c:v>4.0095674967367847</c:v>
                </c:pt>
                <c:pt idx="416">
                  <c:v>4.0133125190869334</c:v>
                </c:pt>
                <c:pt idx="417">
                  <c:v>4.0010781279789445</c:v>
                </c:pt>
                <c:pt idx="418">
                  <c:v>4.0104532361732517</c:v>
                </c:pt>
                <c:pt idx="419">
                  <c:v>4.0034380043532307</c:v>
                </c:pt>
                <c:pt idx="420">
                  <c:v>3.9948932381611129</c:v>
                </c:pt>
                <c:pt idx="421">
                  <c:v>3.988794107625143</c:v>
                </c:pt>
                <c:pt idx="422">
                  <c:v>3.9978721788956975</c:v>
                </c:pt>
                <c:pt idx="423">
                  <c:v>3.9961362794285806</c:v>
                </c:pt>
                <c:pt idx="424">
                  <c:v>4.0104111337605772</c:v>
                </c:pt>
                <c:pt idx="425">
                  <c:v>4.0069876401533984</c:v>
                </c:pt>
                <c:pt idx="426">
                  <c:v>3.9892097357620155</c:v>
                </c:pt>
                <c:pt idx="427">
                  <c:v>4.0107909061174487</c:v>
                </c:pt>
                <c:pt idx="428">
                  <c:v>4.0407002280020929</c:v>
                </c:pt>
                <c:pt idx="429">
                  <c:v>4.0184833414452799</c:v>
                </c:pt>
                <c:pt idx="430">
                  <c:v>3.984675338587012</c:v>
                </c:pt>
                <c:pt idx="431">
                  <c:v>3.9741058910517855</c:v>
                </c:pt>
                <c:pt idx="432">
                  <c:v>3.9949091824605616</c:v>
                </c:pt>
                <c:pt idx="433">
                  <c:v>3.9960760813696568</c:v>
                </c:pt>
                <c:pt idx="434">
                  <c:v>3.9983988486214246</c:v>
                </c:pt>
                <c:pt idx="435">
                  <c:v>4.0052802285779538</c:v>
                </c:pt>
                <c:pt idx="436">
                  <c:v>3.8988321725007618</c:v>
                </c:pt>
                <c:pt idx="437">
                  <c:v>3.9813285072131257</c:v>
                </c:pt>
                <c:pt idx="438">
                  <c:v>4.0479809983073363</c:v>
                </c:pt>
                <c:pt idx="439">
                  <c:v>4.0409976425468566</c:v>
                </c:pt>
                <c:pt idx="440">
                  <c:v>4.0571609997995868</c:v>
                </c:pt>
                <c:pt idx="441">
                  <c:v>4.0215891216627151</c:v>
                </c:pt>
                <c:pt idx="442">
                  <c:v>4.058749943606788</c:v>
                </c:pt>
                <c:pt idx="443">
                  <c:v>4.0864981691726943</c:v>
                </c:pt>
                <c:pt idx="444">
                  <c:v>4.0540798373880049</c:v>
                </c:pt>
                <c:pt idx="445">
                  <c:v>4.0095694657545717</c:v>
                </c:pt>
                <c:pt idx="446">
                  <c:v>3.9905476159064861</c:v>
                </c:pt>
                <c:pt idx="447">
                  <c:v>3.9987431001177156</c:v>
                </c:pt>
                <c:pt idx="448">
                  <c:v>3.9790052966781797</c:v>
                </c:pt>
                <c:pt idx="449">
                  <c:v>3.9830048008517109</c:v>
                </c:pt>
                <c:pt idx="450">
                  <c:v>4.0018119957348839</c:v>
                </c:pt>
                <c:pt idx="451">
                  <c:v>4.0100009856611587</c:v>
                </c:pt>
                <c:pt idx="452">
                  <c:v>4.0059811731534039</c:v>
                </c:pt>
                <c:pt idx="453">
                  <c:v>4.0019139035890809</c:v>
                </c:pt>
                <c:pt idx="454">
                  <c:v>3.9991183271275044</c:v>
                </c:pt>
                <c:pt idx="455">
                  <c:v>3.9887262310746552</c:v>
                </c:pt>
                <c:pt idx="456">
                  <c:v>4.0152626180353295</c:v>
                </c:pt>
                <c:pt idx="457">
                  <c:v>4.0316353093297801</c:v>
                </c:pt>
                <c:pt idx="458">
                  <c:v>4.0155263281468931</c:v>
                </c:pt>
                <c:pt idx="459">
                  <c:v>4.0048267841158323</c:v>
                </c:pt>
                <c:pt idx="460">
                  <c:v>3.9963179946915552</c:v>
                </c:pt>
                <c:pt idx="461">
                  <c:v>3.9896453584103102</c:v>
                </c:pt>
                <c:pt idx="462">
                  <c:v>4.0121866841962799</c:v>
                </c:pt>
                <c:pt idx="463">
                  <c:v>4.0049750647112106</c:v>
                </c:pt>
                <c:pt idx="464">
                  <c:v>4.0009957771990425</c:v>
                </c:pt>
                <c:pt idx="465">
                  <c:v>3.9976982253246081</c:v>
                </c:pt>
                <c:pt idx="466">
                  <c:v>3.9876422261198607</c:v>
                </c:pt>
                <c:pt idx="467">
                  <c:v>4.0039785288811327</c:v>
                </c:pt>
                <c:pt idx="468">
                  <c:v>3.999267826751622</c:v>
                </c:pt>
                <c:pt idx="469">
                  <c:v>3.9928429456918191</c:v>
                </c:pt>
                <c:pt idx="470">
                  <c:v>4.0027550412142192</c:v>
                </c:pt>
                <c:pt idx="471">
                  <c:v>4.0114504816630969</c:v>
                </c:pt>
                <c:pt idx="472">
                  <c:v>4.0050031467683223</c:v>
                </c:pt>
                <c:pt idx="473">
                  <c:v>4.0103721099292393</c:v>
                </c:pt>
                <c:pt idx="474">
                  <c:v>4.004432847031353</c:v>
                </c:pt>
                <c:pt idx="475">
                  <c:v>4.0049232019349814</c:v>
                </c:pt>
                <c:pt idx="476">
                  <c:v>4.0084486174607701</c:v>
                </c:pt>
                <c:pt idx="477">
                  <c:v>3.9920508237313044</c:v>
                </c:pt>
                <c:pt idx="478">
                  <c:v>3.999967921547416</c:v>
                </c:pt>
                <c:pt idx="479">
                  <c:v>4.0048649708604342</c:v>
                </c:pt>
                <c:pt idx="480">
                  <c:v>4.0044986152755326</c:v>
                </c:pt>
                <c:pt idx="481">
                  <c:v>3.9992691118661567</c:v>
                </c:pt>
                <c:pt idx="482">
                  <c:v>3.9956951760650292</c:v>
                </c:pt>
                <c:pt idx="483">
                  <c:v>3.9945316393978376</c:v>
                </c:pt>
                <c:pt idx="484">
                  <c:v>3.9830969332612369</c:v>
                </c:pt>
                <c:pt idx="485">
                  <c:v>4.0066338005402473</c:v>
                </c:pt>
                <c:pt idx="486">
                  <c:v>4.0131847342383145</c:v>
                </c:pt>
                <c:pt idx="487">
                  <c:v>4.0032130727083102</c:v>
                </c:pt>
                <c:pt idx="488">
                  <c:v>4.0081156385913062</c:v>
                </c:pt>
                <c:pt idx="489">
                  <c:v>4.0092301697609187</c:v>
                </c:pt>
                <c:pt idx="490">
                  <c:v>3.9970033633535005</c:v>
                </c:pt>
                <c:pt idx="491">
                  <c:v>3.9992040686170367</c:v>
                </c:pt>
                <c:pt idx="492">
                  <c:v>3.9920296389977712</c:v>
                </c:pt>
                <c:pt idx="493">
                  <c:v>3.9879551040628272</c:v>
                </c:pt>
                <c:pt idx="494">
                  <c:v>3.9929863884681089</c:v>
                </c:pt>
                <c:pt idx="495">
                  <c:v>3.9922951283422736</c:v>
                </c:pt>
                <c:pt idx="496">
                  <c:v>3.9948277129093173</c:v>
                </c:pt>
                <c:pt idx="497">
                  <c:v>4.0024220779342254</c:v>
                </c:pt>
                <c:pt idx="498">
                  <c:v>3.9978044170633713</c:v>
                </c:pt>
                <c:pt idx="499">
                  <c:v>3.9941402132346626</c:v>
                </c:pt>
                <c:pt idx="500">
                  <c:v>3.9919428307310034</c:v>
                </c:pt>
                <c:pt idx="501">
                  <c:v>3.99579979191176</c:v>
                </c:pt>
                <c:pt idx="502">
                  <c:v>4.0066936024233026</c:v>
                </c:pt>
                <c:pt idx="503">
                  <c:v>3.9925580020449045</c:v>
                </c:pt>
                <c:pt idx="504">
                  <c:v>3.9965297823802231</c:v>
                </c:pt>
                <c:pt idx="505">
                  <c:v>4.0108122094665113</c:v>
                </c:pt>
                <c:pt idx="506">
                  <c:v>4.0100065605910356</c:v>
                </c:pt>
                <c:pt idx="507">
                  <c:v>4.0150187146837508</c:v>
                </c:pt>
                <c:pt idx="508">
                  <c:v>4.0325873379020507</c:v>
                </c:pt>
                <c:pt idx="509">
                  <c:v>4.0603105660924106</c:v>
                </c:pt>
                <c:pt idx="510">
                  <c:v>4.0949179196804497</c:v>
                </c:pt>
                <c:pt idx="511">
                  <c:v>4.1250489428007988</c:v>
                </c:pt>
                <c:pt idx="512">
                  <c:v>4.1599899056151157</c:v>
                </c:pt>
                <c:pt idx="513">
                  <c:v>4.1873035455713534</c:v>
                </c:pt>
                <c:pt idx="514">
                  <c:v>4.198620058111036</c:v>
                </c:pt>
                <c:pt idx="515">
                  <c:v>4.1827527435297469</c:v>
                </c:pt>
                <c:pt idx="516">
                  <c:v>4.1684469244443747</c:v>
                </c:pt>
                <c:pt idx="517">
                  <c:v>4.1704956464440608</c:v>
                </c:pt>
                <c:pt idx="518">
                  <c:v>4.1492459793809067</c:v>
                </c:pt>
                <c:pt idx="519">
                  <c:v>4.1260974118986198</c:v>
                </c:pt>
                <c:pt idx="520">
                  <c:v>4.1102374826590875</c:v>
                </c:pt>
                <c:pt idx="521">
                  <c:v>4.0931121114399271</c:v>
                </c:pt>
                <c:pt idx="522">
                  <c:v>4.0608387047867422</c:v>
                </c:pt>
                <c:pt idx="523">
                  <c:v>4.0725318643335493</c:v>
                </c:pt>
                <c:pt idx="524">
                  <c:v>4.0736835763880759</c:v>
                </c:pt>
                <c:pt idx="525">
                  <c:v>4.0720095276331074</c:v>
                </c:pt>
                <c:pt idx="526">
                  <c:v>4.0692826989530815</c:v>
                </c:pt>
                <c:pt idx="527">
                  <c:v>4.0703343618587553</c:v>
                </c:pt>
                <c:pt idx="528">
                  <c:v>4.0691731117600671</c:v>
                </c:pt>
                <c:pt idx="529">
                  <c:v>4.0631024204834025</c:v>
                </c:pt>
                <c:pt idx="530">
                  <c:v>4.0762851687588544</c:v>
                </c:pt>
                <c:pt idx="531">
                  <c:v>4.0789292620904876</c:v>
                </c:pt>
                <c:pt idx="532">
                  <c:v>4.0838565213543738</c:v>
                </c:pt>
                <c:pt idx="533">
                  <c:v>4.0962069166707877</c:v>
                </c:pt>
                <c:pt idx="534">
                  <c:v>4.1009764376147926</c:v>
                </c:pt>
                <c:pt idx="535">
                  <c:v>4.1037079512693246</c:v>
                </c:pt>
                <c:pt idx="536">
                  <c:v>4.1065839725286972</c:v>
                </c:pt>
                <c:pt idx="537">
                  <c:v>4.1295916003612634</c:v>
                </c:pt>
                <c:pt idx="538">
                  <c:v>4.1436865739041711</c:v>
                </c:pt>
                <c:pt idx="539">
                  <c:v>4.1655382276567918</c:v>
                </c:pt>
                <c:pt idx="540">
                  <c:v>4.2058757605492172</c:v>
                </c:pt>
                <c:pt idx="541">
                  <c:v>4.2397109717764989</c:v>
                </c:pt>
                <c:pt idx="542">
                  <c:v>4.268285086771801</c:v>
                </c:pt>
                <c:pt idx="543">
                  <c:v>4.3000878866513785</c:v>
                </c:pt>
                <c:pt idx="544">
                  <c:v>4.3300487974798294</c:v>
                </c:pt>
                <c:pt idx="545">
                  <c:v>4.3691907400611294</c:v>
                </c:pt>
                <c:pt idx="546">
                  <c:v>4.4502259632611239</c:v>
                </c:pt>
                <c:pt idx="547">
                  <c:v>4.4928587540917606</c:v>
                </c:pt>
                <c:pt idx="548">
                  <c:v>4.520179833613998</c:v>
                </c:pt>
                <c:pt idx="549">
                  <c:v>4.551927216318286</c:v>
                </c:pt>
                <c:pt idx="550">
                  <c:v>4.5371012674591205</c:v>
                </c:pt>
                <c:pt idx="551">
                  <c:v>4.5630538572522958</c:v>
                </c:pt>
                <c:pt idx="552">
                  <c:v>4.5633800702919682</c:v>
                </c:pt>
                <c:pt idx="553">
                  <c:v>4.5768814293683686</c:v>
                </c:pt>
                <c:pt idx="554">
                  <c:v>4.5554675821453881</c:v>
                </c:pt>
                <c:pt idx="555">
                  <c:v>4.4711448949828254</c:v>
                </c:pt>
                <c:pt idx="556">
                  <c:v>4.4386492177393944</c:v>
                </c:pt>
                <c:pt idx="557">
                  <c:v>4.3599036456909941</c:v>
                </c:pt>
                <c:pt idx="558">
                  <c:v>4.3107239934028607</c:v>
                </c:pt>
                <c:pt idx="559">
                  <c:v>4.2758998187608928</c:v>
                </c:pt>
                <c:pt idx="560">
                  <c:v>4.2305406330441659</c:v>
                </c:pt>
                <c:pt idx="561">
                  <c:v>4.1844995883295546</c:v>
                </c:pt>
                <c:pt idx="562">
                  <c:v>4.1475953283863474</c:v>
                </c:pt>
                <c:pt idx="563">
                  <c:v>4.0787425409132751</c:v>
                </c:pt>
                <c:pt idx="564">
                  <c:v>4.0528364212954644</c:v>
                </c:pt>
                <c:pt idx="565">
                  <c:v>4.0379346696572425</c:v>
                </c:pt>
                <c:pt idx="566">
                  <c:v>4.0159768665285469</c:v>
                </c:pt>
                <c:pt idx="567">
                  <c:v>4.0352979508225166</c:v>
                </c:pt>
                <c:pt idx="568">
                  <c:v>3.9980584806822885</c:v>
                </c:pt>
                <c:pt idx="569">
                  <c:v>4.0449564270258831</c:v>
                </c:pt>
                <c:pt idx="570">
                  <c:v>4.0377367240619426</c:v>
                </c:pt>
                <c:pt idx="571">
                  <c:v>4.0127208485595007</c:v>
                </c:pt>
                <c:pt idx="572">
                  <c:v>4.0121402506222772</c:v>
                </c:pt>
                <c:pt idx="573">
                  <c:v>3.9805971984177799</c:v>
                </c:pt>
                <c:pt idx="574">
                  <c:v>3.9316788812194123</c:v>
                </c:pt>
                <c:pt idx="575">
                  <c:v>3.9836736487427351</c:v>
                </c:pt>
                <c:pt idx="576">
                  <c:v>4.0007778403966103</c:v>
                </c:pt>
                <c:pt idx="577">
                  <c:v>4.0615070023017106</c:v>
                </c:pt>
                <c:pt idx="578">
                  <c:v>4.0101613863913199</c:v>
                </c:pt>
                <c:pt idx="579">
                  <c:v>3.9637817444979748</c:v>
                </c:pt>
                <c:pt idx="580">
                  <c:v>3.9779044212061034</c:v>
                </c:pt>
                <c:pt idx="581">
                  <c:v>3.8721069197941045</c:v>
                </c:pt>
                <c:pt idx="582">
                  <c:v>3.6733904509808517</c:v>
                </c:pt>
                <c:pt idx="583">
                  <c:v>3.7267119026982858</c:v>
                </c:pt>
                <c:pt idx="584">
                  <c:v>5.2920941055212376</c:v>
                </c:pt>
                <c:pt idx="585">
                  <c:v>5.1064285658512167</c:v>
                </c:pt>
                <c:pt idx="586">
                  <c:v>3.8450790632827268</c:v>
                </c:pt>
                <c:pt idx="587">
                  <c:v>3.4289590854235703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F-37F8-4EA4-8385-84A4706AD5FD}"/>
            </c:ext>
          </c:extLst>
        </c:ser>
        <c:ser>
          <c:idx val="16"/>
          <c:order val="16"/>
          <c:tx>
            <c:strRef>
              <c:f>'Fully separated 0.5%'!$R$1</c:f>
              <c:strCache>
                <c:ptCount val="1"/>
                <c:pt idx="0">
                  <c:v>E7/O-PTIR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0.5%'!$A$2:$A$589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0.5%'!$R$2:$R$589</c:f>
              <c:numCache>
                <c:formatCode>General</c:formatCode>
                <c:ptCount val="588"/>
                <c:pt idx="0">
                  <c:v>3.7810673507642076</c:v>
                </c:pt>
                <c:pt idx="1">
                  <c:v>3.8208608632060139</c:v>
                </c:pt>
                <c:pt idx="2">
                  <c:v>3.8444440634771193</c:v>
                </c:pt>
                <c:pt idx="3">
                  <c:v>3.8306511179537051</c:v>
                </c:pt>
                <c:pt idx="4">
                  <c:v>3.8564342665716986</c:v>
                </c:pt>
                <c:pt idx="5">
                  <c:v>3.7929279076003715</c:v>
                </c:pt>
                <c:pt idx="6">
                  <c:v>3.8022943953643802</c:v>
                </c:pt>
                <c:pt idx="7">
                  <c:v>3.815203512868989</c:v>
                </c:pt>
                <c:pt idx="8">
                  <c:v>3.8239543540299556</c:v>
                </c:pt>
                <c:pt idx="9">
                  <c:v>3.7865667779323959</c:v>
                </c:pt>
                <c:pt idx="10">
                  <c:v>3.7785307128123309</c:v>
                </c:pt>
                <c:pt idx="11">
                  <c:v>3.8086159075692949</c:v>
                </c:pt>
                <c:pt idx="12">
                  <c:v>3.8152028189275531</c:v>
                </c:pt>
                <c:pt idx="13">
                  <c:v>3.8260537241798347</c:v>
                </c:pt>
                <c:pt idx="14">
                  <c:v>3.8282282286490563</c:v>
                </c:pt>
                <c:pt idx="15">
                  <c:v>3.8353997909605853</c:v>
                </c:pt>
                <c:pt idx="16">
                  <c:v>3.8252798456954515</c:v>
                </c:pt>
                <c:pt idx="17">
                  <c:v>3.8346152001763678</c:v>
                </c:pt>
                <c:pt idx="18">
                  <c:v>3.8373245092369168</c:v>
                </c:pt>
                <c:pt idx="19">
                  <c:v>3.8484257935640915</c:v>
                </c:pt>
                <c:pt idx="20">
                  <c:v>3.8577650556763938</c:v>
                </c:pt>
                <c:pt idx="21">
                  <c:v>3.8495945064385135</c:v>
                </c:pt>
                <c:pt idx="22">
                  <c:v>3.8554348523083188</c:v>
                </c:pt>
                <c:pt idx="23">
                  <c:v>3.8563753595097872</c:v>
                </c:pt>
                <c:pt idx="24">
                  <c:v>3.8624434221173876</c:v>
                </c:pt>
                <c:pt idx="25">
                  <c:v>3.8498775382972514</c:v>
                </c:pt>
                <c:pt idx="26">
                  <c:v>3.8332070245706933</c:v>
                </c:pt>
                <c:pt idx="27">
                  <c:v>3.8316150593938412</c:v>
                </c:pt>
                <c:pt idx="28">
                  <c:v>3.8294023332848144</c:v>
                </c:pt>
                <c:pt idx="29">
                  <c:v>3.8309820866323494</c:v>
                </c:pt>
                <c:pt idx="30">
                  <c:v>3.8351471462294642</c:v>
                </c:pt>
                <c:pt idx="31">
                  <c:v>3.8406873282605627</c:v>
                </c:pt>
                <c:pt idx="32">
                  <c:v>3.8586615240646336</c:v>
                </c:pt>
                <c:pt idx="33">
                  <c:v>3.8716240574947092</c:v>
                </c:pt>
                <c:pt idx="34">
                  <c:v>3.8848697190306005</c:v>
                </c:pt>
                <c:pt idx="35">
                  <c:v>3.8747077984896015</c:v>
                </c:pt>
                <c:pt idx="36">
                  <c:v>3.865801124646342</c:v>
                </c:pt>
                <c:pt idx="37">
                  <c:v>3.864695230315101</c:v>
                </c:pt>
                <c:pt idx="38">
                  <c:v>3.8661636835410844</c:v>
                </c:pt>
                <c:pt idx="39">
                  <c:v>3.8747831869012312</c:v>
                </c:pt>
                <c:pt idx="40">
                  <c:v>3.8836933179395503</c:v>
                </c:pt>
                <c:pt idx="41">
                  <c:v>3.8864724946793072</c:v>
                </c:pt>
                <c:pt idx="42">
                  <c:v>3.8921877539960397</c:v>
                </c:pt>
                <c:pt idx="43">
                  <c:v>3.9005021695169457</c:v>
                </c:pt>
                <c:pt idx="44">
                  <c:v>3.9012939364833343</c:v>
                </c:pt>
                <c:pt idx="45">
                  <c:v>3.8954259369029405</c:v>
                </c:pt>
                <c:pt idx="46">
                  <c:v>3.885665713168676</c:v>
                </c:pt>
                <c:pt idx="47">
                  <c:v>3.8679191532548542</c:v>
                </c:pt>
                <c:pt idx="48">
                  <c:v>3.8380878409664398</c:v>
                </c:pt>
                <c:pt idx="49">
                  <c:v>3.8165028551657332</c:v>
                </c:pt>
                <c:pt idx="50">
                  <c:v>3.8117368134110707</c:v>
                </c:pt>
                <c:pt idx="51">
                  <c:v>3.8215052932197273</c:v>
                </c:pt>
                <c:pt idx="52">
                  <c:v>3.8357965522171353</c:v>
                </c:pt>
                <c:pt idx="53">
                  <c:v>3.8429074904188729</c:v>
                </c:pt>
                <c:pt idx="54">
                  <c:v>3.8430855552138228</c:v>
                </c:pt>
                <c:pt idx="55">
                  <c:v>3.8481737263154416</c:v>
                </c:pt>
                <c:pt idx="56">
                  <c:v>3.8537216851104814</c:v>
                </c:pt>
                <c:pt idx="57">
                  <c:v>3.8527641960744865</c:v>
                </c:pt>
                <c:pt idx="58">
                  <c:v>3.8560540521128805</c:v>
                </c:pt>
                <c:pt idx="59">
                  <c:v>3.8643374606749834</c:v>
                </c:pt>
                <c:pt idx="60">
                  <c:v>3.8671742470660346</c:v>
                </c:pt>
                <c:pt idx="61">
                  <c:v>3.8737128962892609</c:v>
                </c:pt>
                <c:pt idx="62">
                  <c:v>3.8755266301344586</c:v>
                </c:pt>
                <c:pt idx="63">
                  <c:v>3.87340462074678</c:v>
                </c:pt>
                <c:pt idx="64">
                  <c:v>3.8727933286021861</c:v>
                </c:pt>
                <c:pt idx="65">
                  <c:v>3.8719049680678372</c:v>
                </c:pt>
                <c:pt idx="66">
                  <c:v>3.8660443140644731</c:v>
                </c:pt>
                <c:pt idx="67">
                  <c:v>3.85096557302061</c:v>
                </c:pt>
                <c:pt idx="68">
                  <c:v>3.8357255873212321</c:v>
                </c:pt>
                <c:pt idx="69">
                  <c:v>3.8298251351509176</c:v>
                </c:pt>
                <c:pt idx="70">
                  <c:v>3.8304963911503442</c:v>
                </c:pt>
                <c:pt idx="71">
                  <c:v>3.8321501315520465</c:v>
                </c:pt>
                <c:pt idx="72">
                  <c:v>3.8348782511416135</c:v>
                </c:pt>
                <c:pt idx="73">
                  <c:v>3.8403931086414231</c:v>
                </c:pt>
                <c:pt idx="74">
                  <c:v>3.8446612122856978</c:v>
                </c:pt>
                <c:pt idx="75">
                  <c:v>3.8445066856762602</c:v>
                </c:pt>
                <c:pt idx="76">
                  <c:v>3.8439478443395538</c:v>
                </c:pt>
                <c:pt idx="77">
                  <c:v>3.8443673045070921</c:v>
                </c:pt>
                <c:pt idx="78">
                  <c:v>3.841777530468129</c:v>
                </c:pt>
                <c:pt idx="79">
                  <c:v>3.837381672301766</c:v>
                </c:pt>
                <c:pt idx="80">
                  <c:v>3.8327066013607394</c:v>
                </c:pt>
                <c:pt idx="81">
                  <c:v>3.8275179001856503</c:v>
                </c:pt>
                <c:pt idx="82">
                  <c:v>3.8283090434709708</c:v>
                </c:pt>
                <c:pt idx="83">
                  <c:v>3.8240583297488353</c:v>
                </c:pt>
                <c:pt idx="84">
                  <c:v>3.8191773266337563</c:v>
                </c:pt>
                <c:pt idx="85">
                  <c:v>3.8211505014642184</c:v>
                </c:pt>
                <c:pt idx="86">
                  <c:v>3.8268437606237522</c:v>
                </c:pt>
                <c:pt idx="87">
                  <c:v>3.8315278345164998</c:v>
                </c:pt>
                <c:pt idx="88">
                  <c:v>3.8308372809778382</c:v>
                </c:pt>
                <c:pt idx="89">
                  <c:v>3.8280353533536702</c:v>
                </c:pt>
                <c:pt idx="90">
                  <c:v>3.8249061625633791</c:v>
                </c:pt>
                <c:pt idx="91">
                  <c:v>3.8204138417250828</c:v>
                </c:pt>
                <c:pt idx="92">
                  <c:v>3.815524276469902</c:v>
                </c:pt>
                <c:pt idx="93">
                  <c:v>3.8171388808845541</c:v>
                </c:pt>
                <c:pt idx="94">
                  <c:v>3.8123247367650102</c:v>
                </c:pt>
                <c:pt idx="95">
                  <c:v>3.8090926963466578</c:v>
                </c:pt>
                <c:pt idx="96">
                  <c:v>3.8078091491579626</c:v>
                </c:pt>
                <c:pt idx="97">
                  <c:v>3.8062444334539691</c:v>
                </c:pt>
                <c:pt idx="98">
                  <c:v>3.8051199696926417</c:v>
                </c:pt>
                <c:pt idx="99">
                  <c:v>3.8058460422531448</c:v>
                </c:pt>
                <c:pt idx="100">
                  <c:v>3.8094840032812707</c:v>
                </c:pt>
                <c:pt idx="101">
                  <c:v>3.811081611424334</c:v>
                </c:pt>
                <c:pt idx="102">
                  <c:v>3.8044220426652982</c:v>
                </c:pt>
                <c:pt idx="103">
                  <c:v>3.8073803414741625</c:v>
                </c:pt>
                <c:pt idx="104">
                  <c:v>3.8121244937557668</c:v>
                </c:pt>
                <c:pt idx="105">
                  <c:v>3.8192615851761387</c:v>
                </c:pt>
                <c:pt idx="106">
                  <c:v>3.8206728233638505</c:v>
                </c:pt>
                <c:pt idx="107">
                  <c:v>3.8391103891776028</c:v>
                </c:pt>
                <c:pt idx="108">
                  <c:v>3.8625434074323932</c:v>
                </c:pt>
                <c:pt idx="109">
                  <c:v>3.8854332187259057</c:v>
                </c:pt>
                <c:pt idx="110">
                  <c:v>3.8881269973578716</c:v>
                </c:pt>
                <c:pt idx="111">
                  <c:v>3.8718730910354453</c:v>
                </c:pt>
                <c:pt idx="112">
                  <c:v>3.8543958304472041</c:v>
                </c:pt>
                <c:pt idx="113">
                  <c:v>3.8372762971503658</c:v>
                </c:pt>
                <c:pt idx="114">
                  <c:v>3.8386476832727627</c:v>
                </c:pt>
                <c:pt idx="115">
                  <c:v>3.8396688108770469</c:v>
                </c:pt>
                <c:pt idx="116">
                  <c:v>3.8291989555082249</c:v>
                </c:pt>
                <c:pt idx="117">
                  <c:v>3.8248276557464065</c:v>
                </c:pt>
                <c:pt idx="118">
                  <c:v>3.8176596488019561</c:v>
                </c:pt>
                <c:pt idx="119">
                  <c:v>3.825909272714572</c:v>
                </c:pt>
                <c:pt idx="120">
                  <c:v>3.8361317653919405</c:v>
                </c:pt>
                <c:pt idx="121">
                  <c:v>3.8500805811340078</c:v>
                </c:pt>
                <c:pt idx="122">
                  <c:v>3.8698262313666425</c:v>
                </c:pt>
                <c:pt idx="123">
                  <c:v>3.8864996825540361</c:v>
                </c:pt>
                <c:pt idx="124">
                  <c:v>3.8865590246527417</c:v>
                </c:pt>
                <c:pt idx="125">
                  <c:v>3.8853967295335132</c:v>
                </c:pt>
                <c:pt idx="126">
                  <c:v>3.8716369623029916</c:v>
                </c:pt>
                <c:pt idx="127">
                  <c:v>3.8583889869873333</c:v>
                </c:pt>
                <c:pt idx="128">
                  <c:v>3.8512421293759078</c:v>
                </c:pt>
                <c:pt idx="129">
                  <c:v>3.8513399741558882</c:v>
                </c:pt>
                <c:pt idx="130">
                  <c:v>3.8458240656379816</c:v>
                </c:pt>
                <c:pt idx="131">
                  <c:v>3.8422955437941453</c:v>
                </c:pt>
                <c:pt idx="132">
                  <c:v>3.8372256981362685</c:v>
                </c:pt>
                <c:pt idx="133">
                  <c:v>3.8281514600543209</c:v>
                </c:pt>
                <c:pt idx="134">
                  <c:v>3.8234070276937184</c:v>
                </c:pt>
                <c:pt idx="135">
                  <c:v>3.816891731861614</c:v>
                </c:pt>
                <c:pt idx="136">
                  <c:v>3.8175216959394325</c:v>
                </c:pt>
                <c:pt idx="137">
                  <c:v>3.8214540859240942</c:v>
                </c:pt>
                <c:pt idx="138">
                  <c:v>3.8174701421543169</c:v>
                </c:pt>
                <c:pt idx="139">
                  <c:v>3.8137327372010019</c:v>
                </c:pt>
                <c:pt idx="140">
                  <c:v>3.810326684952174</c:v>
                </c:pt>
                <c:pt idx="141">
                  <c:v>3.807209790207394</c:v>
                </c:pt>
                <c:pt idx="142">
                  <c:v>3.7984263001124656</c:v>
                </c:pt>
                <c:pt idx="143">
                  <c:v>3.7999797042338148</c:v>
                </c:pt>
                <c:pt idx="144">
                  <c:v>3.8074182633043181</c:v>
                </c:pt>
                <c:pt idx="145">
                  <c:v>3.8083745728323661</c:v>
                </c:pt>
                <c:pt idx="146">
                  <c:v>3.8010842079395184</c:v>
                </c:pt>
                <c:pt idx="147">
                  <c:v>3.8029788439508541</c:v>
                </c:pt>
                <c:pt idx="148">
                  <c:v>3.8060073499504963</c:v>
                </c:pt>
                <c:pt idx="149">
                  <c:v>3.8084998663166578</c:v>
                </c:pt>
                <c:pt idx="150">
                  <c:v>3.8212691798868059</c:v>
                </c:pt>
                <c:pt idx="151">
                  <c:v>3.8296181173098196</c:v>
                </c:pt>
                <c:pt idx="152">
                  <c:v>3.8399364162540461</c:v>
                </c:pt>
                <c:pt idx="153">
                  <c:v>3.8339990379296029</c:v>
                </c:pt>
                <c:pt idx="154">
                  <c:v>3.8265165282566946</c:v>
                </c:pt>
                <c:pt idx="155">
                  <c:v>3.8283498734066024</c:v>
                </c:pt>
                <c:pt idx="156">
                  <c:v>3.8223995248258635</c:v>
                </c:pt>
                <c:pt idx="157">
                  <c:v>3.8303932547059891</c:v>
                </c:pt>
                <c:pt idx="158">
                  <c:v>3.8218337094258503</c:v>
                </c:pt>
                <c:pt idx="159">
                  <c:v>3.8143989334915132</c:v>
                </c:pt>
                <c:pt idx="160">
                  <c:v>3.8113259586948192</c:v>
                </c:pt>
                <c:pt idx="161">
                  <c:v>3.8142634099052501</c:v>
                </c:pt>
                <c:pt idx="162">
                  <c:v>3.8141417882470026</c:v>
                </c:pt>
                <c:pt idx="163">
                  <c:v>3.8166948969614194</c:v>
                </c:pt>
                <c:pt idx="164">
                  <c:v>3.8175291050395339</c:v>
                </c:pt>
                <c:pt idx="165">
                  <c:v>3.8184611039992644</c:v>
                </c:pt>
                <c:pt idx="166">
                  <c:v>3.8196542482320872</c:v>
                </c:pt>
                <c:pt idx="167">
                  <c:v>3.8212637708009956</c:v>
                </c:pt>
                <c:pt idx="168">
                  <c:v>3.8197962376970822</c:v>
                </c:pt>
                <c:pt idx="169">
                  <c:v>3.8254266763884939</c:v>
                </c:pt>
                <c:pt idx="170">
                  <c:v>3.828219666508955</c:v>
                </c:pt>
                <c:pt idx="171">
                  <c:v>3.8307709359417017</c:v>
                </c:pt>
                <c:pt idx="172">
                  <c:v>3.8394060910017513</c:v>
                </c:pt>
                <c:pt idx="173">
                  <c:v>3.843255689249506</c:v>
                </c:pt>
                <c:pt idx="174">
                  <c:v>3.8437371325355842</c:v>
                </c:pt>
                <c:pt idx="175">
                  <c:v>3.8489252466034944</c:v>
                </c:pt>
                <c:pt idx="176">
                  <c:v>3.8524813490101395</c:v>
                </c:pt>
                <c:pt idx="177">
                  <c:v>3.8512221946810135</c:v>
                </c:pt>
                <c:pt idx="178">
                  <c:v>3.8478847502371374</c:v>
                </c:pt>
                <c:pt idx="179">
                  <c:v>3.85045609103563</c:v>
                </c:pt>
                <c:pt idx="180">
                  <c:v>3.8608318417859415</c:v>
                </c:pt>
                <c:pt idx="181">
                  <c:v>3.8689069177718549</c:v>
                </c:pt>
                <c:pt idx="182">
                  <c:v>3.8727460366377056</c:v>
                </c:pt>
                <c:pt idx="183">
                  <c:v>3.8776920739037117</c:v>
                </c:pt>
                <c:pt idx="184">
                  <c:v>3.8786631761264863</c:v>
                </c:pt>
                <c:pt idx="185">
                  <c:v>3.8886478018491633</c:v>
                </c:pt>
                <c:pt idx="186">
                  <c:v>3.895448497218136</c:v>
                </c:pt>
                <c:pt idx="187">
                  <c:v>3.8908631093048349</c:v>
                </c:pt>
                <c:pt idx="188">
                  <c:v>3.8855782130246905</c:v>
                </c:pt>
                <c:pt idx="189">
                  <c:v>3.8824997232703997</c:v>
                </c:pt>
                <c:pt idx="190">
                  <c:v>3.8859788164646138</c:v>
                </c:pt>
                <c:pt idx="191">
                  <c:v>3.8811628051517473</c:v>
                </c:pt>
                <c:pt idx="192">
                  <c:v>3.8828300817425667</c:v>
                </c:pt>
                <c:pt idx="193">
                  <c:v>3.8847082010333827</c:v>
                </c:pt>
                <c:pt idx="194">
                  <c:v>3.8888960038151414</c:v>
                </c:pt>
                <c:pt idx="195">
                  <c:v>3.8920370618702091</c:v>
                </c:pt>
                <c:pt idx="196">
                  <c:v>3.8933177639952645</c:v>
                </c:pt>
                <c:pt idx="197">
                  <c:v>3.887491982233374</c:v>
                </c:pt>
                <c:pt idx="198">
                  <c:v>3.8804446556507446</c:v>
                </c:pt>
                <c:pt idx="199">
                  <c:v>3.8724045520032662</c:v>
                </c:pt>
                <c:pt idx="200">
                  <c:v>3.8694009501757978</c:v>
                </c:pt>
                <c:pt idx="201">
                  <c:v>3.8676262772449301</c:v>
                </c:pt>
                <c:pt idx="202">
                  <c:v>3.8703247912331569</c:v>
                </c:pt>
                <c:pt idx="203">
                  <c:v>3.8757054110076719</c:v>
                </c:pt>
                <c:pt idx="204">
                  <c:v>3.8805635477418461</c:v>
                </c:pt>
                <c:pt idx="205">
                  <c:v>3.8860883302403888</c:v>
                </c:pt>
                <c:pt idx="206">
                  <c:v>3.8850426326819103</c:v>
                </c:pt>
                <c:pt idx="207">
                  <c:v>3.8812930081995116</c:v>
                </c:pt>
                <c:pt idx="208">
                  <c:v>3.8844401721692376</c:v>
                </c:pt>
                <c:pt idx="209">
                  <c:v>3.8801325918232545</c:v>
                </c:pt>
                <c:pt idx="210">
                  <c:v>3.8764862212066467</c:v>
                </c:pt>
                <c:pt idx="211">
                  <c:v>3.8757677945140583</c:v>
                </c:pt>
                <c:pt idx="212">
                  <c:v>3.8796812469235586</c:v>
                </c:pt>
                <c:pt idx="213">
                  <c:v>3.8883493358089205</c:v>
                </c:pt>
                <c:pt idx="214">
                  <c:v>3.9008769171417059</c:v>
                </c:pt>
                <c:pt idx="215">
                  <c:v>3.8980762811533314</c:v>
                </c:pt>
                <c:pt idx="216">
                  <c:v>3.8964629260257579</c:v>
                </c:pt>
                <c:pt idx="217">
                  <c:v>3.8970266413145187</c:v>
                </c:pt>
                <c:pt idx="218">
                  <c:v>3.8941175541181154</c:v>
                </c:pt>
                <c:pt idx="219">
                  <c:v>3.895391796139263</c:v>
                </c:pt>
                <c:pt idx="220">
                  <c:v>3.9039488620946603</c:v>
                </c:pt>
                <c:pt idx="221">
                  <c:v>3.8953510412763523</c:v>
                </c:pt>
                <c:pt idx="222">
                  <c:v>3.8830193881962827</c:v>
                </c:pt>
                <c:pt idx="223">
                  <c:v>3.8781885086347336</c:v>
                </c:pt>
                <c:pt idx="224">
                  <c:v>3.8765468414665549</c:v>
                </c:pt>
                <c:pt idx="225">
                  <c:v>3.8750922478198726</c:v>
                </c:pt>
                <c:pt idx="226">
                  <c:v>3.8751869318457954</c:v>
                </c:pt>
                <c:pt idx="227">
                  <c:v>3.8691921017152673</c:v>
                </c:pt>
                <c:pt idx="228">
                  <c:v>3.8595142000321663</c:v>
                </c:pt>
                <c:pt idx="229">
                  <c:v>3.8464287128842773</c:v>
                </c:pt>
                <c:pt idx="230">
                  <c:v>3.8311904230584224</c:v>
                </c:pt>
                <c:pt idx="231">
                  <c:v>3.8168536699919593</c:v>
                </c:pt>
                <c:pt idx="232">
                  <c:v>3.8156740783102574</c:v>
                </c:pt>
                <c:pt idx="233">
                  <c:v>3.8165065452787217</c:v>
                </c:pt>
                <c:pt idx="234">
                  <c:v>3.8166426232481565</c:v>
                </c:pt>
                <c:pt idx="235">
                  <c:v>3.8120331321789922</c:v>
                </c:pt>
                <c:pt idx="236">
                  <c:v>3.8152335977807792</c:v>
                </c:pt>
                <c:pt idx="237">
                  <c:v>3.8168932121416814</c:v>
                </c:pt>
                <c:pt idx="238">
                  <c:v>3.8135095883495511</c:v>
                </c:pt>
                <c:pt idx="239">
                  <c:v>3.8118558402480827</c:v>
                </c:pt>
                <c:pt idx="240">
                  <c:v>3.8172127755415257</c:v>
                </c:pt>
                <c:pt idx="241">
                  <c:v>3.813540978371726</c:v>
                </c:pt>
                <c:pt idx="242">
                  <c:v>3.816501603953713</c:v>
                </c:pt>
                <c:pt idx="243">
                  <c:v>3.8206690909021468</c:v>
                </c:pt>
                <c:pt idx="244">
                  <c:v>3.8235879009784184</c:v>
                </c:pt>
                <c:pt idx="245">
                  <c:v>3.8233015755446553</c:v>
                </c:pt>
                <c:pt idx="246">
                  <c:v>3.8252988313941523</c:v>
                </c:pt>
                <c:pt idx="247">
                  <c:v>3.8295278914485715</c:v>
                </c:pt>
                <c:pt idx="248">
                  <c:v>3.8473740632387345</c:v>
                </c:pt>
                <c:pt idx="249">
                  <c:v>3.8752580237878429</c:v>
                </c:pt>
                <c:pt idx="250">
                  <c:v>3.895013714515704</c:v>
                </c:pt>
                <c:pt idx="251">
                  <c:v>3.955137077707088</c:v>
                </c:pt>
                <c:pt idx="252">
                  <c:v>4.026362148712793</c:v>
                </c:pt>
                <c:pt idx="253">
                  <c:v>4.0877329356393783</c:v>
                </c:pt>
                <c:pt idx="254">
                  <c:v>4.1564306815605203</c:v>
                </c:pt>
                <c:pt idx="255">
                  <c:v>4.2398971027873831</c:v>
                </c:pt>
                <c:pt idx="256">
                  <c:v>4.3378035424961503</c:v>
                </c:pt>
                <c:pt idx="257">
                  <c:v>4.4963987700331778</c:v>
                </c:pt>
                <c:pt idx="258">
                  <c:v>4.6503985922609727</c:v>
                </c:pt>
                <c:pt idx="259">
                  <c:v>4.8</c:v>
                </c:pt>
                <c:pt idx="260">
                  <c:v>4.5967206264234175</c:v>
                </c:pt>
                <c:pt idx="261">
                  <c:v>4.2474537150109528</c:v>
                </c:pt>
                <c:pt idx="262">
                  <c:v>3.9820641767511535</c:v>
                </c:pt>
                <c:pt idx="263">
                  <c:v>3.9034897250314908</c:v>
                </c:pt>
                <c:pt idx="264">
                  <c:v>3.868003380998172</c:v>
                </c:pt>
                <c:pt idx="265">
                  <c:v>3.8524871507840301</c:v>
                </c:pt>
                <c:pt idx="266">
                  <c:v>3.8498501502285998</c:v>
                </c:pt>
                <c:pt idx="267">
                  <c:v>3.8568156744942899</c:v>
                </c:pt>
                <c:pt idx="268">
                  <c:v>3.8439973653863722</c:v>
                </c:pt>
                <c:pt idx="269">
                  <c:v>3.8171411503906643</c:v>
                </c:pt>
                <c:pt idx="270">
                  <c:v>3.8262480797552878</c:v>
                </c:pt>
                <c:pt idx="271">
                  <c:v>3.8299714788337429</c:v>
                </c:pt>
                <c:pt idx="272">
                  <c:v>3.8589022418577894</c:v>
                </c:pt>
                <c:pt idx="273">
                  <c:v>3.8725902087677668</c:v>
                </c:pt>
                <c:pt idx="274">
                  <c:v>3.8983885682740431</c:v>
                </c:pt>
                <c:pt idx="275">
                  <c:v>3.9306572877764241</c:v>
                </c:pt>
                <c:pt idx="276">
                  <c:v>3.9871324709061251</c:v>
                </c:pt>
                <c:pt idx="277">
                  <c:v>4.1253971123658921</c:v>
                </c:pt>
                <c:pt idx="278">
                  <c:v>4.4727143505595199</c:v>
                </c:pt>
                <c:pt idx="279">
                  <c:v>4.6022708027511481</c:v>
                </c:pt>
                <c:pt idx="280">
                  <c:v>4.4805822181351171</c:v>
                </c:pt>
                <c:pt idx="281">
                  <c:v>4.1995190664384499</c:v>
                </c:pt>
                <c:pt idx="282">
                  <c:v>3.9961181751504644</c:v>
                </c:pt>
                <c:pt idx="283">
                  <c:v>3.8923799632616429</c:v>
                </c:pt>
                <c:pt idx="284">
                  <c:v>3.8664854028754871</c:v>
                </c:pt>
                <c:pt idx="285">
                  <c:v>3.8351787807192186</c:v>
                </c:pt>
                <c:pt idx="286">
                  <c:v>3.7878718190186564</c:v>
                </c:pt>
                <c:pt idx="287">
                  <c:v>3.831646335844463</c:v>
                </c:pt>
                <c:pt idx="288">
                  <c:v>3.8214420954630572</c:v>
                </c:pt>
                <c:pt idx="289">
                  <c:v>3.8035789529067818</c:v>
                </c:pt>
                <c:pt idx="290">
                  <c:v>3.7998820182558743</c:v>
                </c:pt>
                <c:pt idx="291">
                  <c:v>3.809691711213921</c:v>
                </c:pt>
                <c:pt idx="292">
                  <c:v>3.80920464709846</c:v>
                </c:pt>
                <c:pt idx="293">
                  <c:v>3.7854343733058586</c:v>
                </c:pt>
                <c:pt idx="294">
                  <c:v>3.8058659860915114</c:v>
                </c:pt>
                <c:pt idx="295">
                  <c:v>3.7961668441218968</c:v>
                </c:pt>
                <c:pt idx="296">
                  <c:v>3.8100759584253274</c:v>
                </c:pt>
                <c:pt idx="297">
                  <c:v>3.7920303853066222</c:v>
                </c:pt>
                <c:pt idx="298">
                  <c:v>3.8059320409427064</c:v>
                </c:pt>
                <c:pt idx="299">
                  <c:v>3.8143304613949427</c:v>
                </c:pt>
                <c:pt idx="300">
                  <c:v>3.8138234635470578</c:v>
                </c:pt>
                <c:pt idx="301">
                  <c:v>3.8031234616829446</c:v>
                </c:pt>
                <c:pt idx="302">
                  <c:v>3.811841898858765</c:v>
                </c:pt>
                <c:pt idx="303">
                  <c:v>3.8124914549918785</c:v>
                </c:pt>
                <c:pt idx="304">
                  <c:v>3.7988326913704529</c:v>
                </c:pt>
                <c:pt idx="305">
                  <c:v>3.793048206342525</c:v>
                </c:pt>
                <c:pt idx="306">
                  <c:v>3.8051704493603618</c:v>
                </c:pt>
                <c:pt idx="307">
                  <c:v>3.7991888962135372</c:v>
                </c:pt>
                <c:pt idx="308">
                  <c:v>3.7927464327714309</c:v>
                </c:pt>
                <c:pt idx="309">
                  <c:v>3.7998757792495526</c:v>
                </c:pt>
                <c:pt idx="310">
                  <c:v>3.7944171232461241</c:v>
                </c:pt>
                <c:pt idx="311">
                  <c:v>3.8003691659559076</c:v>
                </c:pt>
                <c:pt idx="312">
                  <c:v>3.8017450858570907</c:v>
                </c:pt>
                <c:pt idx="313">
                  <c:v>3.7991016544929574</c:v>
                </c:pt>
                <c:pt idx="314">
                  <c:v>3.7979190871523607</c:v>
                </c:pt>
                <c:pt idx="315">
                  <c:v>3.8038125303698029</c:v>
                </c:pt>
                <c:pt idx="316">
                  <c:v>3.8157809087174841</c:v>
                </c:pt>
                <c:pt idx="317">
                  <c:v>3.8077577652489403</c:v>
                </c:pt>
                <c:pt idx="318">
                  <c:v>3.8042761402753276</c:v>
                </c:pt>
                <c:pt idx="319">
                  <c:v>3.8041458607111354</c:v>
                </c:pt>
                <c:pt idx="320">
                  <c:v>3.8081800497869964</c:v>
                </c:pt>
                <c:pt idx="321">
                  <c:v>3.8339460981865572</c:v>
                </c:pt>
                <c:pt idx="322">
                  <c:v>3.8722174630822388</c:v>
                </c:pt>
                <c:pt idx="323">
                  <c:v>3.9265301591529367</c:v>
                </c:pt>
                <c:pt idx="324">
                  <c:v>3.9405561997008918</c:v>
                </c:pt>
                <c:pt idx="325">
                  <c:v>3.9125634453041558</c:v>
                </c:pt>
                <c:pt idx="326">
                  <c:v>3.8876352748838117</c:v>
                </c:pt>
                <c:pt idx="327">
                  <c:v>3.8914916412261258</c:v>
                </c:pt>
                <c:pt idx="328">
                  <c:v>3.9080913594516389</c:v>
                </c:pt>
                <c:pt idx="329">
                  <c:v>3.9450359083220241</c:v>
                </c:pt>
                <c:pt idx="330">
                  <c:v>4.0103516243026549</c:v>
                </c:pt>
                <c:pt idx="331">
                  <c:v>4.0850692168949632</c:v>
                </c:pt>
                <c:pt idx="332">
                  <c:v>4.1239143221750991</c:v>
                </c:pt>
                <c:pt idx="333">
                  <c:v>4.0998569568219896</c:v>
                </c:pt>
                <c:pt idx="334">
                  <c:v>4.0346810685969716</c:v>
                </c:pt>
                <c:pt idx="335">
                  <c:v>3.9655950388619527</c:v>
                </c:pt>
                <c:pt idx="336">
                  <c:v>3.9189316525010476</c:v>
                </c:pt>
                <c:pt idx="337">
                  <c:v>3.8859784853746633</c:v>
                </c:pt>
                <c:pt idx="338">
                  <c:v>3.8604776448373772</c:v>
                </c:pt>
                <c:pt idx="339">
                  <c:v>3.8461407223760564</c:v>
                </c:pt>
                <c:pt idx="340">
                  <c:v>3.8301797267125033</c:v>
                </c:pt>
                <c:pt idx="341">
                  <c:v>3.8143725627544809</c:v>
                </c:pt>
                <c:pt idx="342">
                  <c:v>3.8129358604772166</c:v>
                </c:pt>
                <c:pt idx="343">
                  <c:v>3.8059553418791703</c:v>
                </c:pt>
                <c:pt idx="344">
                  <c:v>3.8025779529727841</c:v>
                </c:pt>
                <c:pt idx="345">
                  <c:v>3.8024531722448032</c:v>
                </c:pt>
                <c:pt idx="346">
                  <c:v>3.8001817749092845</c:v>
                </c:pt>
                <c:pt idx="347">
                  <c:v>3.8046037768801151</c:v>
                </c:pt>
                <c:pt idx="348">
                  <c:v>3.7999109425331685</c:v>
                </c:pt>
                <c:pt idx="349">
                  <c:v>3.794875315162983</c:v>
                </c:pt>
                <c:pt idx="350">
                  <c:v>3.7955200839664132</c:v>
                </c:pt>
                <c:pt idx="351">
                  <c:v>3.8003737417826362</c:v>
                </c:pt>
                <c:pt idx="352">
                  <c:v>3.7987494259776113</c:v>
                </c:pt>
                <c:pt idx="353">
                  <c:v>3.7985997174969226</c:v>
                </c:pt>
                <c:pt idx="354">
                  <c:v>3.8028654562301702</c:v>
                </c:pt>
                <c:pt idx="355">
                  <c:v>3.7952599820116517</c:v>
                </c:pt>
                <c:pt idx="356">
                  <c:v>3.7975874755432324</c:v>
                </c:pt>
                <c:pt idx="357">
                  <c:v>3.8013128747562868</c:v>
                </c:pt>
                <c:pt idx="358">
                  <c:v>3.7990212612934009</c:v>
                </c:pt>
                <c:pt idx="359">
                  <c:v>3.8102592003506288</c:v>
                </c:pt>
                <c:pt idx="360">
                  <c:v>3.8121178883187707</c:v>
                </c:pt>
                <c:pt idx="361">
                  <c:v>3.8034494786900188</c:v>
                </c:pt>
                <c:pt idx="362">
                  <c:v>3.8041867031588876</c:v>
                </c:pt>
                <c:pt idx="363">
                  <c:v>3.8058775496967554</c:v>
                </c:pt>
                <c:pt idx="364">
                  <c:v>3.8126454589796799</c:v>
                </c:pt>
                <c:pt idx="365">
                  <c:v>3.816445014521451</c:v>
                </c:pt>
                <c:pt idx="366">
                  <c:v>3.8110252885964795</c:v>
                </c:pt>
                <c:pt idx="367">
                  <c:v>3.8137950581467868</c:v>
                </c:pt>
                <c:pt idx="368">
                  <c:v>3.8152950438406212</c:v>
                </c:pt>
                <c:pt idx="369">
                  <c:v>3.8081826465331741</c:v>
                </c:pt>
                <c:pt idx="370">
                  <c:v>3.8160117746596871</c:v>
                </c:pt>
                <c:pt idx="371">
                  <c:v>3.8177220265335174</c:v>
                </c:pt>
                <c:pt idx="372">
                  <c:v>3.8119013516416116</c:v>
                </c:pt>
                <c:pt idx="373">
                  <c:v>3.811410054579639</c:v>
                </c:pt>
                <c:pt idx="374">
                  <c:v>3.8052154535317873</c:v>
                </c:pt>
                <c:pt idx="375">
                  <c:v>3.8013441099409739</c:v>
                </c:pt>
                <c:pt idx="376">
                  <c:v>3.8030494592292445</c:v>
                </c:pt>
                <c:pt idx="377">
                  <c:v>3.8048456457883293</c:v>
                </c:pt>
                <c:pt idx="378">
                  <c:v>3.803549140614841</c:v>
                </c:pt>
                <c:pt idx="379">
                  <c:v>3.8022126144624155</c:v>
                </c:pt>
                <c:pt idx="380">
                  <c:v>3.7970420527335893</c:v>
                </c:pt>
                <c:pt idx="381">
                  <c:v>3.797022136085022</c:v>
                </c:pt>
                <c:pt idx="382">
                  <c:v>3.7881567402075449</c:v>
                </c:pt>
                <c:pt idx="383">
                  <c:v>3.7981817797175479</c:v>
                </c:pt>
                <c:pt idx="384">
                  <c:v>3.8012547954192502</c:v>
                </c:pt>
                <c:pt idx="385">
                  <c:v>3.7961942940292963</c:v>
                </c:pt>
                <c:pt idx="386">
                  <c:v>3.8013307302736683</c:v>
                </c:pt>
                <c:pt idx="387">
                  <c:v>3.8061860331329256</c:v>
                </c:pt>
                <c:pt idx="388">
                  <c:v>3.8030815730294494</c:v>
                </c:pt>
                <c:pt idx="389">
                  <c:v>3.7988254632148593</c:v>
                </c:pt>
                <c:pt idx="390">
                  <c:v>3.7965498723640541</c:v>
                </c:pt>
                <c:pt idx="391">
                  <c:v>3.7946163503674541</c:v>
                </c:pt>
                <c:pt idx="392">
                  <c:v>3.7966380914737159</c:v>
                </c:pt>
                <c:pt idx="393">
                  <c:v>3.7996030833645724</c:v>
                </c:pt>
                <c:pt idx="394">
                  <c:v>3.8061153252167221</c:v>
                </c:pt>
                <c:pt idx="395">
                  <c:v>3.8089650496212974</c:v>
                </c:pt>
                <c:pt idx="396">
                  <c:v>3.8099610548131575</c:v>
                </c:pt>
                <c:pt idx="397">
                  <c:v>3.8065311919995852</c:v>
                </c:pt>
                <c:pt idx="398">
                  <c:v>3.8047230943833035</c:v>
                </c:pt>
                <c:pt idx="399">
                  <c:v>3.8026326015827085</c:v>
                </c:pt>
                <c:pt idx="400">
                  <c:v>3.8056699033622352</c:v>
                </c:pt>
                <c:pt idx="401">
                  <c:v>3.8083341596465843</c:v>
                </c:pt>
                <c:pt idx="402">
                  <c:v>3.8118276860526863</c:v>
                </c:pt>
                <c:pt idx="403">
                  <c:v>3.8226424601517075</c:v>
                </c:pt>
                <c:pt idx="404">
                  <c:v>3.8300331635863389</c:v>
                </c:pt>
                <c:pt idx="405">
                  <c:v>3.8251241872203714</c:v>
                </c:pt>
                <c:pt idx="406">
                  <c:v>3.8142535647915925</c:v>
                </c:pt>
                <c:pt idx="407">
                  <c:v>3.8187709445192417</c:v>
                </c:pt>
                <c:pt idx="408">
                  <c:v>3.818929147767077</c:v>
                </c:pt>
                <c:pt idx="409">
                  <c:v>3.8148668117143503</c:v>
                </c:pt>
                <c:pt idx="410">
                  <c:v>3.8096172150127083</c:v>
                </c:pt>
                <c:pt idx="411">
                  <c:v>3.8063642057246034</c:v>
                </c:pt>
                <c:pt idx="412">
                  <c:v>3.7970552000845093</c:v>
                </c:pt>
                <c:pt idx="413">
                  <c:v>3.7993785890391192</c:v>
                </c:pt>
                <c:pt idx="414">
                  <c:v>3.8045487774495896</c:v>
                </c:pt>
                <c:pt idx="415">
                  <c:v>3.794928778490136</c:v>
                </c:pt>
                <c:pt idx="416">
                  <c:v>3.7943979055919641</c:v>
                </c:pt>
                <c:pt idx="417">
                  <c:v>3.7993173543619236</c:v>
                </c:pt>
                <c:pt idx="418">
                  <c:v>3.7918361986447917</c:v>
                </c:pt>
                <c:pt idx="419">
                  <c:v>3.7974991269812497</c:v>
                </c:pt>
                <c:pt idx="420">
                  <c:v>3.8077618326504767</c:v>
                </c:pt>
                <c:pt idx="421">
                  <c:v>3.800310781906636</c:v>
                </c:pt>
                <c:pt idx="422">
                  <c:v>3.7872423034522238</c:v>
                </c:pt>
                <c:pt idx="423">
                  <c:v>3.791623268345663</c:v>
                </c:pt>
                <c:pt idx="424">
                  <c:v>3.7904721985231968</c:v>
                </c:pt>
                <c:pt idx="425">
                  <c:v>3.7959472174322828</c:v>
                </c:pt>
                <c:pt idx="426">
                  <c:v>3.7988662000314424</c:v>
                </c:pt>
                <c:pt idx="427">
                  <c:v>3.8077344258136447</c:v>
                </c:pt>
                <c:pt idx="428">
                  <c:v>3.8104628967050482</c:v>
                </c:pt>
                <c:pt idx="429">
                  <c:v>3.8277283136236768</c:v>
                </c:pt>
                <c:pt idx="430">
                  <c:v>3.8161826931090603</c:v>
                </c:pt>
                <c:pt idx="431">
                  <c:v>3.8092203478843718</c:v>
                </c:pt>
                <c:pt idx="432">
                  <c:v>3.7956339476288998</c:v>
                </c:pt>
                <c:pt idx="433">
                  <c:v>3.7948169875084843</c:v>
                </c:pt>
                <c:pt idx="434">
                  <c:v>3.7931907915769361</c:v>
                </c:pt>
                <c:pt idx="435">
                  <c:v>3.7883730632161896</c:v>
                </c:pt>
                <c:pt idx="436">
                  <c:v>3.7662694490706348</c:v>
                </c:pt>
                <c:pt idx="437">
                  <c:v>3.8486272348494621</c:v>
                </c:pt>
                <c:pt idx="438">
                  <c:v>3.8028506089152265</c:v>
                </c:pt>
                <c:pt idx="439">
                  <c:v>3.864769740953375</c:v>
                </c:pt>
                <c:pt idx="440">
                  <c:v>3.8618084454917221</c:v>
                </c:pt>
                <c:pt idx="441">
                  <c:v>3.8482773690194296</c:v>
                </c:pt>
                <c:pt idx="442">
                  <c:v>3.8349153332160091</c:v>
                </c:pt>
                <c:pt idx="443">
                  <c:v>3.79223366924231</c:v>
                </c:pt>
                <c:pt idx="444">
                  <c:v>3.8258234568944598</c:v>
                </c:pt>
                <c:pt idx="445">
                  <c:v>3.8048198044102288</c:v>
                </c:pt>
                <c:pt idx="446">
                  <c:v>3.7982375183256361</c:v>
                </c:pt>
                <c:pt idx="447">
                  <c:v>3.7981563784292138</c:v>
                </c:pt>
                <c:pt idx="448">
                  <c:v>3.7896350029357668</c:v>
                </c:pt>
                <c:pt idx="449">
                  <c:v>3.7784833630996029</c:v>
                </c:pt>
                <c:pt idx="450">
                  <c:v>3.7823888308514726</c:v>
                </c:pt>
                <c:pt idx="451">
                  <c:v>3.7942293928383179</c:v>
                </c:pt>
                <c:pt idx="452">
                  <c:v>3.7961334524011074</c:v>
                </c:pt>
                <c:pt idx="453">
                  <c:v>3.7923118319759772</c:v>
                </c:pt>
                <c:pt idx="454">
                  <c:v>3.7937570607819242</c:v>
                </c:pt>
                <c:pt idx="455">
                  <c:v>3.7957753480617744</c:v>
                </c:pt>
                <c:pt idx="456">
                  <c:v>3.783785735924257</c:v>
                </c:pt>
                <c:pt idx="457">
                  <c:v>3.7999755082578361</c:v>
                </c:pt>
                <c:pt idx="458">
                  <c:v>3.7848231908829346</c:v>
                </c:pt>
                <c:pt idx="459">
                  <c:v>3.8024917853695999</c:v>
                </c:pt>
                <c:pt idx="460">
                  <c:v>3.8046419359593191</c:v>
                </c:pt>
                <c:pt idx="461">
                  <c:v>3.8122208765426251</c:v>
                </c:pt>
                <c:pt idx="462">
                  <c:v>3.7959284810135157</c:v>
                </c:pt>
                <c:pt idx="463">
                  <c:v>3.7952148224011948</c:v>
                </c:pt>
                <c:pt idx="464">
                  <c:v>3.7948653742834826</c:v>
                </c:pt>
                <c:pt idx="465">
                  <c:v>3.7972151725942647</c:v>
                </c:pt>
                <c:pt idx="466">
                  <c:v>3.8037441617388419</c:v>
                </c:pt>
                <c:pt idx="467">
                  <c:v>3.8063483552744843</c:v>
                </c:pt>
                <c:pt idx="468">
                  <c:v>3.8059329235284158</c:v>
                </c:pt>
                <c:pt idx="469">
                  <c:v>3.8040796528270859</c:v>
                </c:pt>
                <c:pt idx="470">
                  <c:v>3.8031676029993116</c:v>
                </c:pt>
                <c:pt idx="471">
                  <c:v>3.8073281683390969</c:v>
                </c:pt>
                <c:pt idx="472">
                  <c:v>3.8053221097318022</c:v>
                </c:pt>
                <c:pt idx="473">
                  <c:v>3.8047031000152209</c:v>
                </c:pt>
                <c:pt idx="474">
                  <c:v>3.7993961808996599</c:v>
                </c:pt>
                <c:pt idx="475">
                  <c:v>3.8017055494821936</c:v>
                </c:pt>
                <c:pt idx="476">
                  <c:v>3.8022099258002782</c:v>
                </c:pt>
                <c:pt idx="477">
                  <c:v>3.8022699221385001</c:v>
                </c:pt>
                <c:pt idx="478">
                  <c:v>3.8064268481356307</c:v>
                </c:pt>
                <c:pt idx="479">
                  <c:v>3.8089215651912416</c:v>
                </c:pt>
                <c:pt idx="480">
                  <c:v>3.810388965474186</c:v>
                </c:pt>
                <c:pt idx="481">
                  <c:v>3.8133260326587739</c:v>
                </c:pt>
                <c:pt idx="482">
                  <c:v>3.7956005859853228</c:v>
                </c:pt>
                <c:pt idx="483">
                  <c:v>3.7943532185546625</c:v>
                </c:pt>
                <c:pt idx="484">
                  <c:v>3.7976012196260389</c:v>
                </c:pt>
                <c:pt idx="485">
                  <c:v>3.7954844600352562</c:v>
                </c:pt>
                <c:pt idx="486">
                  <c:v>3.8004933195138633</c:v>
                </c:pt>
                <c:pt idx="487">
                  <c:v>3.800283812452621</c:v>
                </c:pt>
                <c:pt idx="488">
                  <c:v>3.799819740531043</c:v>
                </c:pt>
                <c:pt idx="489">
                  <c:v>3.8013973836613824</c:v>
                </c:pt>
                <c:pt idx="490">
                  <c:v>3.7973624852445527</c:v>
                </c:pt>
                <c:pt idx="491">
                  <c:v>3.8039605504361176</c:v>
                </c:pt>
                <c:pt idx="492">
                  <c:v>3.8096594366810952</c:v>
                </c:pt>
                <c:pt idx="493">
                  <c:v>3.8084632972391903</c:v>
                </c:pt>
                <c:pt idx="494">
                  <c:v>3.8142603309612095</c:v>
                </c:pt>
                <c:pt idx="495">
                  <c:v>3.8194580581873185</c:v>
                </c:pt>
                <c:pt idx="496">
                  <c:v>3.8183074551631826</c:v>
                </c:pt>
                <c:pt idx="497">
                  <c:v>3.8107700153576456</c:v>
                </c:pt>
                <c:pt idx="498">
                  <c:v>3.8051467461111095</c:v>
                </c:pt>
                <c:pt idx="499">
                  <c:v>3.8073576974240093</c:v>
                </c:pt>
                <c:pt idx="500">
                  <c:v>3.8044129463539109</c:v>
                </c:pt>
                <c:pt idx="501">
                  <c:v>3.8031729456746377</c:v>
                </c:pt>
                <c:pt idx="502">
                  <c:v>3.8113291704598282</c:v>
                </c:pt>
                <c:pt idx="503">
                  <c:v>3.818677827395756</c:v>
                </c:pt>
                <c:pt idx="504">
                  <c:v>3.8206911045339362</c:v>
                </c:pt>
                <c:pt idx="505">
                  <c:v>3.8174604442986895</c:v>
                </c:pt>
                <c:pt idx="506">
                  <c:v>3.8220351680356952</c:v>
                </c:pt>
                <c:pt idx="507">
                  <c:v>3.8343040487711817</c:v>
                </c:pt>
                <c:pt idx="508">
                  <c:v>3.8553513021444341</c:v>
                </c:pt>
                <c:pt idx="509">
                  <c:v>3.8803062138530624</c:v>
                </c:pt>
                <c:pt idx="510">
                  <c:v>3.9179688429265545</c:v>
                </c:pt>
                <c:pt idx="511">
                  <c:v>3.9659438844729529</c:v>
                </c:pt>
                <c:pt idx="512">
                  <c:v>4.0101516921714753</c:v>
                </c:pt>
                <c:pt idx="513">
                  <c:v>4.0395226200345826</c:v>
                </c:pt>
                <c:pt idx="514">
                  <c:v>4.0631676321044283</c:v>
                </c:pt>
                <c:pt idx="515">
                  <c:v>4.06502250580085</c:v>
                </c:pt>
                <c:pt idx="516">
                  <c:v>4.0404617759270689</c:v>
                </c:pt>
                <c:pt idx="517">
                  <c:v>4.0175856471182332</c:v>
                </c:pt>
                <c:pt idx="518">
                  <c:v>3.9935219525572432</c:v>
                </c:pt>
                <c:pt idx="519">
                  <c:v>3.9725757239674442</c:v>
                </c:pt>
                <c:pt idx="520">
                  <c:v>3.9536480507056098</c:v>
                </c:pt>
                <c:pt idx="521">
                  <c:v>3.9267091787189052</c:v>
                </c:pt>
                <c:pt idx="522">
                  <c:v>3.9051902646126315</c:v>
                </c:pt>
                <c:pt idx="523">
                  <c:v>3.898314234730393</c:v>
                </c:pt>
                <c:pt idx="524">
                  <c:v>3.8984164414279703</c:v>
                </c:pt>
                <c:pt idx="525">
                  <c:v>3.9014727250563142</c:v>
                </c:pt>
                <c:pt idx="526">
                  <c:v>3.9035699488963433</c:v>
                </c:pt>
                <c:pt idx="527">
                  <c:v>3.8949186609009994</c:v>
                </c:pt>
                <c:pt idx="528">
                  <c:v>3.8925540318778942</c:v>
                </c:pt>
                <c:pt idx="529">
                  <c:v>3.8976024837351675</c:v>
                </c:pt>
                <c:pt idx="530">
                  <c:v>3.9056303755533284</c:v>
                </c:pt>
                <c:pt idx="531">
                  <c:v>3.9201770896965482</c:v>
                </c:pt>
                <c:pt idx="532">
                  <c:v>3.9325930398178319</c:v>
                </c:pt>
                <c:pt idx="533">
                  <c:v>3.940122102277658</c:v>
                </c:pt>
                <c:pt idx="534">
                  <c:v>3.9429261107636631</c:v>
                </c:pt>
                <c:pt idx="535">
                  <c:v>3.9477640741101889</c:v>
                </c:pt>
                <c:pt idx="536">
                  <c:v>3.9686584986724678</c:v>
                </c:pt>
                <c:pt idx="537">
                  <c:v>3.9863650506007078</c:v>
                </c:pt>
                <c:pt idx="538">
                  <c:v>3.9999609129064653</c:v>
                </c:pt>
                <c:pt idx="539">
                  <c:v>4.0308508352614059</c:v>
                </c:pt>
                <c:pt idx="540">
                  <c:v>4.0678716041181797</c:v>
                </c:pt>
                <c:pt idx="541">
                  <c:v>4.0944288063902388</c:v>
                </c:pt>
                <c:pt idx="542">
                  <c:v>4.1093372478534445</c:v>
                </c:pt>
                <c:pt idx="543">
                  <c:v>4.1437017051409617</c:v>
                </c:pt>
                <c:pt idx="544">
                  <c:v>4.1929714623870424</c:v>
                </c:pt>
                <c:pt idx="545">
                  <c:v>4.2422870178429459</c:v>
                </c:pt>
                <c:pt idx="546">
                  <c:v>4.2920735218034896</c:v>
                </c:pt>
                <c:pt idx="547">
                  <c:v>4.3221958082595577</c:v>
                </c:pt>
                <c:pt idx="548">
                  <c:v>4.3497097218912177</c:v>
                </c:pt>
                <c:pt idx="549">
                  <c:v>4.375980215666142</c:v>
                </c:pt>
                <c:pt idx="550">
                  <c:v>4.3808892786544797</c:v>
                </c:pt>
                <c:pt idx="551">
                  <c:v>4.4071916802608611</c:v>
                </c:pt>
                <c:pt idx="552">
                  <c:v>4.4180676925260345</c:v>
                </c:pt>
                <c:pt idx="553">
                  <c:v>4.3992533444242827</c:v>
                </c:pt>
                <c:pt idx="554">
                  <c:v>4.3518096021506132</c:v>
                </c:pt>
                <c:pt idx="555">
                  <c:v>4.3114251903952008</c:v>
                </c:pt>
                <c:pt idx="556">
                  <c:v>4.2478470806705744</c:v>
                </c:pt>
                <c:pt idx="557">
                  <c:v>4.1836861910358829</c:v>
                </c:pt>
                <c:pt idx="558">
                  <c:v>4.1267159283340247</c:v>
                </c:pt>
                <c:pt idx="559">
                  <c:v>4.0556250180559523</c:v>
                </c:pt>
                <c:pt idx="560">
                  <c:v>3.9921243679800851</c:v>
                </c:pt>
                <c:pt idx="561">
                  <c:v>3.9492884122398197</c:v>
                </c:pt>
                <c:pt idx="562">
                  <c:v>3.8956045483812964</c:v>
                </c:pt>
                <c:pt idx="563">
                  <c:v>3.8863629809035323</c:v>
                </c:pt>
                <c:pt idx="564">
                  <c:v>3.8809899915973989</c:v>
                </c:pt>
                <c:pt idx="565">
                  <c:v>3.8359302894576217</c:v>
                </c:pt>
                <c:pt idx="566">
                  <c:v>3.7929877723207137</c:v>
                </c:pt>
                <c:pt idx="567">
                  <c:v>3.8204422634873572</c:v>
                </c:pt>
                <c:pt idx="568">
                  <c:v>3.8454822845625412</c:v>
                </c:pt>
                <c:pt idx="569">
                  <c:v>3.8052253862302861</c:v>
                </c:pt>
                <c:pt idx="570">
                  <c:v>3.8046128029311346</c:v>
                </c:pt>
                <c:pt idx="571">
                  <c:v>3.7965242614977068</c:v>
                </c:pt>
                <c:pt idx="572">
                  <c:v>3.756165215178592</c:v>
                </c:pt>
                <c:pt idx="573">
                  <c:v>3.7410732074374318</c:v>
                </c:pt>
                <c:pt idx="574">
                  <c:v>3.7747035863324587</c:v>
                </c:pt>
                <c:pt idx="575">
                  <c:v>3.7281369186607161</c:v>
                </c:pt>
                <c:pt idx="576">
                  <c:v>3.786770967071857</c:v>
                </c:pt>
                <c:pt idx="577">
                  <c:v>3.8007842146386039</c:v>
                </c:pt>
                <c:pt idx="578">
                  <c:v>3.7219770902386116</c:v>
                </c:pt>
                <c:pt idx="579">
                  <c:v>3.6802978549867906</c:v>
                </c:pt>
                <c:pt idx="580">
                  <c:v>3.7616605114221717</c:v>
                </c:pt>
                <c:pt idx="581">
                  <c:v>3.9250247701481169</c:v>
                </c:pt>
                <c:pt idx="582">
                  <c:v>3.8166192833316259</c:v>
                </c:pt>
                <c:pt idx="583">
                  <c:v>3.6285274061477022</c:v>
                </c:pt>
                <c:pt idx="584">
                  <c:v>3.424531245928748</c:v>
                </c:pt>
                <c:pt idx="585">
                  <c:v>3.9518466133871581</c:v>
                </c:pt>
                <c:pt idx="586">
                  <c:v>3.9539444147096585</c:v>
                </c:pt>
                <c:pt idx="587">
                  <c:v>3.8177944871090204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0-37F8-4EA4-8385-84A4706AD5FD}"/>
            </c:ext>
          </c:extLst>
        </c:ser>
        <c:ser>
          <c:idx val="17"/>
          <c:order val="17"/>
          <c:tx>
            <c:strRef>
              <c:f>'Fully separated 0.5%'!$S$1</c:f>
              <c:strCache>
                <c:ptCount val="1"/>
                <c:pt idx="0">
                  <c:v>E8/O-PTIR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0.5%'!$A$2:$A$589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0.5%'!$S$2:$S$589</c:f>
              <c:numCache>
                <c:formatCode>General</c:formatCode>
                <c:ptCount val="588"/>
                <c:pt idx="0">
                  <c:v>3.6063544674906893</c:v>
                </c:pt>
                <c:pt idx="1">
                  <c:v>3.6180158569399552</c:v>
                </c:pt>
                <c:pt idx="2">
                  <c:v>3.5891751865073145</c:v>
                </c:pt>
                <c:pt idx="3">
                  <c:v>3.6505438847421963</c:v>
                </c:pt>
                <c:pt idx="4">
                  <c:v>3.6999360034526889</c:v>
                </c:pt>
                <c:pt idx="5">
                  <c:v>3.6748736614673327</c:v>
                </c:pt>
                <c:pt idx="6">
                  <c:v>3.6240792358742886</c:v>
                </c:pt>
                <c:pt idx="7">
                  <c:v>3.6219949332699253</c:v>
                </c:pt>
                <c:pt idx="8">
                  <c:v>3.6465710468267125</c:v>
                </c:pt>
                <c:pt idx="9">
                  <c:v>3.6492621679827115</c:v>
                </c:pt>
                <c:pt idx="10">
                  <c:v>3.6537611009175248</c:v>
                </c:pt>
                <c:pt idx="11">
                  <c:v>3.6556376406544708</c:v>
                </c:pt>
                <c:pt idx="12">
                  <c:v>3.6446212688593813</c:v>
                </c:pt>
                <c:pt idx="13">
                  <c:v>3.6434277768433745</c:v>
                </c:pt>
                <c:pt idx="14">
                  <c:v>3.6618245449684168</c:v>
                </c:pt>
                <c:pt idx="15">
                  <c:v>3.6528635567392884</c:v>
                </c:pt>
                <c:pt idx="16">
                  <c:v>3.6509935119534784</c:v>
                </c:pt>
                <c:pt idx="17">
                  <c:v>3.667898282812875</c:v>
                </c:pt>
                <c:pt idx="18">
                  <c:v>3.6680484899926684</c:v>
                </c:pt>
                <c:pt idx="19">
                  <c:v>3.6625881969022909</c:v>
                </c:pt>
                <c:pt idx="20">
                  <c:v>3.6655064027093069</c:v>
                </c:pt>
                <c:pt idx="21">
                  <c:v>3.6556755961466267</c:v>
                </c:pt>
                <c:pt idx="22">
                  <c:v>3.6619571485635634</c:v>
                </c:pt>
                <c:pt idx="23">
                  <c:v>3.6647340205747327</c:v>
                </c:pt>
                <c:pt idx="24">
                  <c:v>3.6594522173325674</c:v>
                </c:pt>
                <c:pt idx="25">
                  <c:v>3.6591945193080697</c:v>
                </c:pt>
                <c:pt idx="26">
                  <c:v>3.6627804601833165</c:v>
                </c:pt>
                <c:pt idx="27">
                  <c:v>3.65983596434139</c:v>
                </c:pt>
                <c:pt idx="28">
                  <c:v>3.6569612902185034</c:v>
                </c:pt>
                <c:pt idx="29">
                  <c:v>3.6490571295742833</c:v>
                </c:pt>
                <c:pt idx="30">
                  <c:v>3.6430174176373376</c:v>
                </c:pt>
                <c:pt idx="31">
                  <c:v>3.6525206010463576</c:v>
                </c:pt>
                <c:pt idx="32">
                  <c:v>3.6655437098995436</c:v>
                </c:pt>
                <c:pt idx="33">
                  <c:v>3.6794695493463241</c:v>
                </c:pt>
                <c:pt idx="34">
                  <c:v>3.6867624686675287</c:v>
                </c:pt>
                <c:pt idx="35">
                  <c:v>3.6863989423149066</c:v>
                </c:pt>
                <c:pt idx="36">
                  <c:v>3.68326684857939</c:v>
                </c:pt>
                <c:pt idx="37">
                  <c:v>3.6809632131058616</c:v>
                </c:pt>
                <c:pt idx="38">
                  <c:v>3.6869525364721136</c:v>
                </c:pt>
                <c:pt idx="39">
                  <c:v>3.696217009545995</c:v>
                </c:pt>
                <c:pt idx="40">
                  <c:v>3.7042057358062923</c:v>
                </c:pt>
                <c:pt idx="41">
                  <c:v>3.7218812461702457</c:v>
                </c:pt>
                <c:pt idx="42">
                  <c:v>3.7398498924121086</c:v>
                </c:pt>
                <c:pt idx="43">
                  <c:v>3.7629121792241871</c:v>
                </c:pt>
                <c:pt idx="44">
                  <c:v>3.7883064756563982</c:v>
                </c:pt>
                <c:pt idx="45">
                  <c:v>3.8302432575168499</c:v>
                </c:pt>
                <c:pt idx="46">
                  <c:v>3.87762264138216</c:v>
                </c:pt>
                <c:pt idx="47">
                  <c:v>3.8942451026079774</c:v>
                </c:pt>
                <c:pt idx="48">
                  <c:v>3.8622755451479365</c:v>
                </c:pt>
                <c:pt idx="49">
                  <c:v>3.8012702231221338</c:v>
                </c:pt>
                <c:pt idx="50">
                  <c:v>3.7389473129563844</c:v>
                </c:pt>
                <c:pt idx="51">
                  <c:v>3.6947102763379376</c:v>
                </c:pt>
                <c:pt idx="52">
                  <c:v>3.6708101050335018</c:v>
                </c:pt>
                <c:pt idx="53">
                  <c:v>3.6587358198472217</c:v>
                </c:pt>
                <c:pt idx="54">
                  <c:v>3.6556674148150368</c:v>
                </c:pt>
                <c:pt idx="55">
                  <c:v>3.655948543186835</c:v>
                </c:pt>
                <c:pt idx="56">
                  <c:v>3.6583727667947743</c:v>
                </c:pt>
                <c:pt idx="57">
                  <c:v>3.6572735529917058</c:v>
                </c:pt>
                <c:pt idx="58">
                  <c:v>3.6596505579469278</c:v>
                </c:pt>
                <c:pt idx="59">
                  <c:v>3.6666141001197077</c:v>
                </c:pt>
                <c:pt idx="60">
                  <c:v>3.6799951909520408</c:v>
                </c:pt>
                <c:pt idx="61">
                  <c:v>3.6926772731088056</c:v>
                </c:pt>
                <c:pt idx="62">
                  <c:v>3.7034805206193737</c:v>
                </c:pt>
                <c:pt idx="63">
                  <c:v>3.716909756818211</c:v>
                </c:pt>
                <c:pt idx="64">
                  <c:v>3.727149140750976</c:v>
                </c:pt>
                <c:pt idx="65">
                  <c:v>3.742000075218932</c:v>
                </c:pt>
                <c:pt idx="66">
                  <c:v>3.7581539135894837</c:v>
                </c:pt>
                <c:pt idx="67">
                  <c:v>3.7648528531234531</c:v>
                </c:pt>
                <c:pt idx="68">
                  <c:v>3.7581279974219379</c:v>
                </c:pt>
                <c:pt idx="69">
                  <c:v>3.7463744188430681</c:v>
                </c:pt>
                <c:pt idx="70">
                  <c:v>3.7272858409778866</c:v>
                </c:pt>
                <c:pt idx="71">
                  <c:v>3.7105944449736921</c:v>
                </c:pt>
                <c:pt idx="72">
                  <c:v>3.7030476140293871</c:v>
                </c:pt>
                <c:pt idx="73">
                  <c:v>3.6928994775975172</c:v>
                </c:pt>
                <c:pt idx="74">
                  <c:v>3.6842308377384452</c:v>
                </c:pt>
                <c:pt idx="75">
                  <c:v>3.6761913530174022</c:v>
                </c:pt>
                <c:pt idx="76">
                  <c:v>3.6701111401083701</c:v>
                </c:pt>
                <c:pt idx="77">
                  <c:v>3.6663276699904905</c:v>
                </c:pt>
                <c:pt idx="78">
                  <c:v>3.6617179450416883</c:v>
                </c:pt>
                <c:pt idx="79">
                  <c:v>3.6585861854004129</c:v>
                </c:pt>
                <c:pt idx="80">
                  <c:v>3.6529213590202803</c:v>
                </c:pt>
                <c:pt idx="81">
                  <c:v>3.6485061365793801</c:v>
                </c:pt>
                <c:pt idx="82">
                  <c:v>3.6512064015765686</c:v>
                </c:pt>
                <c:pt idx="83">
                  <c:v>3.6488799641710972</c:v>
                </c:pt>
                <c:pt idx="84">
                  <c:v>3.6497416329915584</c:v>
                </c:pt>
                <c:pt idx="85">
                  <c:v>3.6498533000142737</c:v>
                </c:pt>
                <c:pt idx="86">
                  <c:v>3.6495035033440288</c:v>
                </c:pt>
                <c:pt idx="87">
                  <c:v>3.6528398837759317</c:v>
                </c:pt>
                <c:pt idx="88">
                  <c:v>3.6531751075735728</c:v>
                </c:pt>
                <c:pt idx="89">
                  <c:v>3.6529823908789347</c:v>
                </c:pt>
                <c:pt idx="90">
                  <c:v>3.6508798324106921</c:v>
                </c:pt>
                <c:pt idx="91">
                  <c:v>3.6444525194492168</c:v>
                </c:pt>
                <c:pt idx="92">
                  <c:v>3.6378488643882205</c:v>
                </c:pt>
                <c:pt idx="93">
                  <c:v>3.6347858008865779</c:v>
                </c:pt>
                <c:pt idx="94">
                  <c:v>3.6331868119289337</c:v>
                </c:pt>
                <c:pt idx="95">
                  <c:v>3.6286289173265667</c:v>
                </c:pt>
                <c:pt idx="96">
                  <c:v>3.6221092829898494</c:v>
                </c:pt>
                <c:pt idx="97">
                  <c:v>3.6205847155130266</c:v>
                </c:pt>
                <c:pt idx="98">
                  <c:v>3.6215855703806428</c:v>
                </c:pt>
                <c:pt idx="99">
                  <c:v>3.6222648655073408</c:v>
                </c:pt>
                <c:pt idx="100">
                  <c:v>3.6263538767404797</c:v>
                </c:pt>
                <c:pt idx="101">
                  <c:v>3.6290234050675032</c:v>
                </c:pt>
                <c:pt idx="102">
                  <c:v>3.6286359611468124</c:v>
                </c:pt>
                <c:pt idx="103">
                  <c:v>3.628801055406889</c:v>
                </c:pt>
                <c:pt idx="104">
                  <c:v>3.6352263956214181</c:v>
                </c:pt>
                <c:pt idx="105">
                  <c:v>3.6446652460024986</c:v>
                </c:pt>
                <c:pt idx="106">
                  <c:v>3.6506662308486839</c:v>
                </c:pt>
                <c:pt idx="107">
                  <c:v>3.6655184937389782</c:v>
                </c:pt>
                <c:pt idx="108">
                  <c:v>3.6902816662635263</c:v>
                </c:pt>
                <c:pt idx="109">
                  <c:v>3.7136359912152943</c:v>
                </c:pt>
                <c:pt idx="110">
                  <c:v>3.7265707997560664</c:v>
                </c:pt>
                <c:pt idx="111">
                  <c:v>3.718025019076781</c:v>
                </c:pt>
                <c:pt idx="112">
                  <c:v>3.6958759868268869</c:v>
                </c:pt>
                <c:pt idx="113">
                  <c:v>3.6772325736284843</c:v>
                </c:pt>
                <c:pt idx="114">
                  <c:v>3.6675460599820711</c:v>
                </c:pt>
                <c:pt idx="115">
                  <c:v>3.6626606675113842</c:v>
                </c:pt>
                <c:pt idx="116">
                  <c:v>3.6560874985498719</c:v>
                </c:pt>
                <c:pt idx="117">
                  <c:v>3.6622563220016837</c:v>
                </c:pt>
                <c:pt idx="118">
                  <c:v>3.6689069530993415</c:v>
                </c:pt>
                <c:pt idx="119">
                  <c:v>3.6706494534313676</c:v>
                </c:pt>
                <c:pt idx="120">
                  <c:v>3.6753783505913691</c:v>
                </c:pt>
                <c:pt idx="121">
                  <c:v>3.6903163245637094</c:v>
                </c:pt>
                <c:pt idx="122">
                  <c:v>3.7098519125686189</c:v>
                </c:pt>
                <c:pt idx="123">
                  <c:v>3.7278808071385945</c:v>
                </c:pt>
                <c:pt idx="124">
                  <c:v>3.7351870027285634</c:v>
                </c:pt>
                <c:pt idx="125">
                  <c:v>3.7222489725647536</c:v>
                </c:pt>
                <c:pt idx="126">
                  <c:v>3.7002261324824302</c:v>
                </c:pt>
                <c:pt idx="127">
                  <c:v>3.6943878992593224</c:v>
                </c:pt>
                <c:pt idx="128">
                  <c:v>3.6901887005636773</c:v>
                </c:pt>
                <c:pt idx="129">
                  <c:v>3.6865455540042977</c:v>
                </c:pt>
                <c:pt idx="130">
                  <c:v>3.6817651745126949</c:v>
                </c:pt>
                <c:pt idx="131">
                  <c:v>3.6749934581165777</c:v>
                </c:pt>
                <c:pt idx="132">
                  <c:v>3.67694954012405</c:v>
                </c:pt>
                <c:pt idx="133">
                  <c:v>3.6763274964205781</c:v>
                </c:pt>
                <c:pt idx="134">
                  <c:v>3.6768667404346749</c:v>
                </c:pt>
                <c:pt idx="135">
                  <c:v>3.6711989191383121</c:v>
                </c:pt>
                <c:pt idx="136">
                  <c:v>3.6600979339993964</c:v>
                </c:pt>
                <c:pt idx="137">
                  <c:v>3.6441900685364108</c:v>
                </c:pt>
                <c:pt idx="138">
                  <c:v>3.639283564491548</c:v>
                </c:pt>
                <c:pt idx="139">
                  <c:v>3.633209456757037</c:v>
                </c:pt>
                <c:pt idx="140">
                  <c:v>3.627673869165768</c:v>
                </c:pt>
                <c:pt idx="141">
                  <c:v>3.6226082268861353</c:v>
                </c:pt>
                <c:pt idx="142">
                  <c:v>3.6291951235413684</c:v>
                </c:pt>
                <c:pt idx="143">
                  <c:v>3.6279932672374016</c:v>
                </c:pt>
                <c:pt idx="144">
                  <c:v>3.627490067616856</c:v>
                </c:pt>
                <c:pt idx="145">
                  <c:v>3.6132564756691257</c:v>
                </c:pt>
                <c:pt idx="146">
                  <c:v>3.6157298767561348</c:v>
                </c:pt>
                <c:pt idx="147">
                  <c:v>3.6288662594662422</c:v>
                </c:pt>
                <c:pt idx="148">
                  <c:v>3.6384785882819211</c:v>
                </c:pt>
                <c:pt idx="149">
                  <c:v>3.6336320899491152</c:v>
                </c:pt>
                <c:pt idx="150">
                  <c:v>3.6337278596542006</c:v>
                </c:pt>
                <c:pt idx="151">
                  <c:v>3.6326830972464337</c:v>
                </c:pt>
                <c:pt idx="152">
                  <c:v>3.6247052568901528</c:v>
                </c:pt>
                <c:pt idx="153">
                  <c:v>3.6307358090766595</c:v>
                </c:pt>
                <c:pt idx="154">
                  <c:v>3.631738763965219</c:v>
                </c:pt>
                <c:pt idx="155">
                  <c:v>3.629648244821587</c:v>
                </c:pt>
                <c:pt idx="156">
                  <c:v>3.6377625368227537</c:v>
                </c:pt>
                <c:pt idx="157">
                  <c:v>3.6396976265754213</c:v>
                </c:pt>
                <c:pt idx="158">
                  <c:v>3.6395532580902197</c:v>
                </c:pt>
                <c:pt idx="159">
                  <c:v>3.6349029406911448</c:v>
                </c:pt>
                <c:pt idx="160">
                  <c:v>3.6291746940762675</c:v>
                </c:pt>
                <c:pt idx="161">
                  <c:v>3.6360928610806238</c:v>
                </c:pt>
                <c:pt idx="162">
                  <c:v>3.6367305077806096</c:v>
                </c:pt>
                <c:pt idx="163">
                  <c:v>3.6357940456006186</c:v>
                </c:pt>
                <c:pt idx="164">
                  <c:v>3.6439005679220275</c:v>
                </c:pt>
                <c:pt idx="165">
                  <c:v>3.6430885200509682</c:v>
                </c:pt>
                <c:pt idx="166">
                  <c:v>3.6443633162868907</c:v>
                </c:pt>
                <c:pt idx="167">
                  <c:v>3.6468154685824459</c:v>
                </c:pt>
                <c:pt idx="168">
                  <c:v>3.6454318212609813</c:v>
                </c:pt>
                <c:pt idx="169">
                  <c:v>3.6475393473924007</c:v>
                </c:pt>
                <c:pt idx="170">
                  <c:v>3.6518873810950643</c:v>
                </c:pt>
                <c:pt idx="171">
                  <c:v>3.6571830333389781</c:v>
                </c:pt>
                <c:pt idx="172">
                  <c:v>3.6634533021206583</c:v>
                </c:pt>
                <c:pt idx="173">
                  <c:v>3.6670783041809063</c:v>
                </c:pt>
                <c:pt idx="174">
                  <c:v>3.6671960564915813</c:v>
                </c:pt>
                <c:pt idx="175">
                  <c:v>3.6638854132481664</c:v>
                </c:pt>
                <c:pt idx="176">
                  <c:v>3.6648569911192661</c:v>
                </c:pt>
                <c:pt idx="177">
                  <c:v>3.6684921591899875</c:v>
                </c:pt>
                <c:pt idx="178">
                  <c:v>3.6680442342684088</c:v>
                </c:pt>
                <c:pt idx="179">
                  <c:v>3.6731357827723063</c:v>
                </c:pt>
                <c:pt idx="180">
                  <c:v>3.676380195809771</c:v>
                </c:pt>
                <c:pt idx="181">
                  <c:v>3.6770319023090621</c:v>
                </c:pt>
                <c:pt idx="182">
                  <c:v>3.6782848113948918</c:v>
                </c:pt>
                <c:pt idx="183">
                  <c:v>3.6842533652358331</c:v>
                </c:pt>
                <c:pt idx="184">
                  <c:v>3.6951092564532213</c:v>
                </c:pt>
                <c:pt idx="185">
                  <c:v>3.7034596954116896</c:v>
                </c:pt>
                <c:pt idx="186">
                  <c:v>3.7055713460160598</c:v>
                </c:pt>
                <c:pt idx="187">
                  <c:v>3.7122803481503808</c:v>
                </c:pt>
                <c:pt idx="188">
                  <c:v>3.7148785513342801</c:v>
                </c:pt>
                <c:pt idx="189">
                  <c:v>3.7186039168954257</c:v>
                </c:pt>
                <c:pt idx="190">
                  <c:v>3.7183836374259114</c:v>
                </c:pt>
                <c:pt idx="191">
                  <c:v>3.7135945635294201</c:v>
                </c:pt>
                <c:pt idx="192">
                  <c:v>3.7110867567015644</c:v>
                </c:pt>
                <c:pt idx="193">
                  <c:v>3.7101371892772419</c:v>
                </c:pt>
                <c:pt idx="194">
                  <c:v>3.7153452093972246</c:v>
                </c:pt>
                <c:pt idx="195">
                  <c:v>3.7224201083623534</c:v>
                </c:pt>
                <c:pt idx="196">
                  <c:v>3.7273652599517284</c:v>
                </c:pt>
                <c:pt idx="197">
                  <c:v>3.7284425468315807</c:v>
                </c:pt>
                <c:pt idx="198">
                  <c:v>3.7243140170225151</c:v>
                </c:pt>
                <c:pt idx="199">
                  <c:v>3.7193110671294605</c:v>
                </c:pt>
                <c:pt idx="200">
                  <c:v>3.7107198416787845</c:v>
                </c:pt>
                <c:pt idx="201">
                  <c:v>3.7025414135266423</c:v>
                </c:pt>
                <c:pt idx="202">
                  <c:v>3.699479034122731</c:v>
                </c:pt>
                <c:pt idx="203">
                  <c:v>3.6976169916894532</c:v>
                </c:pt>
                <c:pt idx="204">
                  <c:v>3.7054881008676968</c:v>
                </c:pt>
                <c:pt idx="205">
                  <c:v>3.715011640161539</c:v>
                </c:pt>
                <c:pt idx="206">
                  <c:v>3.7202219989412075</c:v>
                </c:pt>
                <c:pt idx="207">
                  <c:v>3.7204246350529511</c:v>
                </c:pt>
                <c:pt idx="208">
                  <c:v>3.7240725066594527</c:v>
                </c:pt>
                <c:pt idx="209">
                  <c:v>3.7286181292644347</c:v>
                </c:pt>
                <c:pt idx="210">
                  <c:v>3.733291940647808</c:v>
                </c:pt>
                <c:pt idx="211">
                  <c:v>3.7366953586800769</c:v>
                </c:pt>
                <c:pt idx="212">
                  <c:v>3.7465823845534167</c:v>
                </c:pt>
                <c:pt idx="213">
                  <c:v>3.7508415929384311</c:v>
                </c:pt>
                <c:pt idx="214">
                  <c:v>3.7605843696459407</c:v>
                </c:pt>
                <c:pt idx="215">
                  <c:v>3.7683582335362016</c:v>
                </c:pt>
                <c:pt idx="216">
                  <c:v>3.7760906379220889</c:v>
                </c:pt>
                <c:pt idx="217">
                  <c:v>3.7816741799688671</c:v>
                </c:pt>
                <c:pt idx="218">
                  <c:v>3.7836652384615141</c:v>
                </c:pt>
                <c:pt idx="219">
                  <c:v>3.7796978534413199</c:v>
                </c:pt>
                <c:pt idx="220">
                  <c:v>3.7658786178985801</c:v>
                </c:pt>
                <c:pt idx="221">
                  <c:v>3.7564221917740399</c:v>
                </c:pt>
                <c:pt idx="222">
                  <c:v>3.7456910052093884</c:v>
                </c:pt>
                <c:pt idx="223">
                  <c:v>3.7343886447667574</c:v>
                </c:pt>
                <c:pt idx="224">
                  <c:v>3.7240966409910472</c:v>
                </c:pt>
                <c:pt idx="225">
                  <c:v>3.7118965534138098</c:v>
                </c:pt>
                <c:pt idx="226">
                  <c:v>3.6978673714591497</c:v>
                </c:pt>
                <c:pt idx="227">
                  <c:v>3.6864189402416132</c:v>
                </c:pt>
                <c:pt idx="228">
                  <c:v>3.6761327035688711</c:v>
                </c:pt>
                <c:pt idx="229">
                  <c:v>3.665142836583561</c:v>
                </c:pt>
                <c:pt idx="230">
                  <c:v>3.6547015722284066</c:v>
                </c:pt>
                <c:pt idx="231">
                  <c:v>3.644994981109039</c:v>
                </c:pt>
                <c:pt idx="232">
                  <c:v>3.6403348874761048</c:v>
                </c:pt>
                <c:pt idx="233">
                  <c:v>3.639007686172107</c:v>
                </c:pt>
                <c:pt idx="234">
                  <c:v>3.6383075002120706</c:v>
                </c:pt>
                <c:pt idx="235">
                  <c:v>3.6357516235866463</c:v>
                </c:pt>
                <c:pt idx="236">
                  <c:v>3.6361489849357862</c:v>
                </c:pt>
                <c:pt idx="237">
                  <c:v>3.6345442785915787</c:v>
                </c:pt>
                <c:pt idx="238">
                  <c:v>3.633633549622763</c:v>
                </c:pt>
                <c:pt idx="239">
                  <c:v>3.6324596578022237</c:v>
                </c:pt>
                <c:pt idx="240">
                  <c:v>3.6359099166425324</c:v>
                </c:pt>
                <c:pt idx="241">
                  <c:v>3.6388098427217952</c:v>
                </c:pt>
                <c:pt idx="242">
                  <c:v>3.6397156756190561</c:v>
                </c:pt>
                <c:pt idx="243">
                  <c:v>3.6416658712041885</c:v>
                </c:pt>
                <c:pt idx="244">
                  <c:v>3.6473326981724536</c:v>
                </c:pt>
                <c:pt idx="245">
                  <c:v>3.6477247776507373</c:v>
                </c:pt>
                <c:pt idx="246">
                  <c:v>3.6471469258652518</c:v>
                </c:pt>
                <c:pt idx="247">
                  <c:v>3.6590954245698248</c:v>
                </c:pt>
                <c:pt idx="248">
                  <c:v>3.6878318884234691</c:v>
                </c:pt>
                <c:pt idx="249">
                  <c:v>3.7237668183836341</c:v>
                </c:pt>
                <c:pt idx="250">
                  <c:v>3.7489700765470362</c:v>
                </c:pt>
                <c:pt idx="251">
                  <c:v>3.8240998530685344</c:v>
                </c:pt>
                <c:pt idx="252">
                  <c:v>3.9041829108059374</c:v>
                </c:pt>
                <c:pt idx="253">
                  <c:v>3.9841527265049184</c:v>
                </c:pt>
                <c:pt idx="254">
                  <c:v>4.0832972607008644</c:v>
                </c:pt>
                <c:pt idx="255">
                  <c:v>4.2004675792084933</c:v>
                </c:pt>
                <c:pt idx="256">
                  <c:v>4.3426556063018191</c:v>
                </c:pt>
                <c:pt idx="257">
                  <c:v>4.4309591960203463</c:v>
                </c:pt>
                <c:pt idx="258">
                  <c:v>4.5167040693123983</c:v>
                </c:pt>
                <c:pt idx="259">
                  <c:v>4.5999999999999996</c:v>
                </c:pt>
                <c:pt idx="260">
                  <c:v>4.3877515833044267</c:v>
                </c:pt>
                <c:pt idx="261">
                  <c:v>4.0622416552645078</c:v>
                </c:pt>
                <c:pt idx="262">
                  <c:v>3.7786260472979443</c:v>
                </c:pt>
                <c:pt idx="263">
                  <c:v>3.706037033614781</c:v>
                </c:pt>
                <c:pt idx="264">
                  <c:v>3.6739319373030477</c:v>
                </c:pt>
                <c:pt idx="265">
                  <c:v>3.6576712404804619</c:v>
                </c:pt>
                <c:pt idx="266">
                  <c:v>3.6628671019564623</c:v>
                </c:pt>
                <c:pt idx="267">
                  <c:v>3.6586611577390005</c:v>
                </c:pt>
                <c:pt idx="268">
                  <c:v>3.6439604463600879</c:v>
                </c:pt>
                <c:pt idx="269">
                  <c:v>3.6356888417105395</c:v>
                </c:pt>
                <c:pt idx="270">
                  <c:v>3.6334959187047526</c:v>
                </c:pt>
                <c:pt idx="271">
                  <c:v>3.6499973224732978</c:v>
                </c:pt>
                <c:pt idx="272">
                  <c:v>3.6572573931714576</c:v>
                </c:pt>
                <c:pt idx="273">
                  <c:v>3.6595884919870518</c:v>
                </c:pt>
                <c:pt idx="274">
                  <c:v>3.6892761141899753</c:v>
                </c:pt>
                <c:pt idx="275">
                  <c:v>3.7335342862464729</c:v>
                </c:pt>
                <c:pt idx="276">
                  <c:v>3.8235745932848073</c:v>
                </c:pt>
                <c:pt idx="277">
                  <c:v>3.9875263146942483</c:v>
                </c:pt>
                <c:pt idx="278">
                  <c:v>4.4479330289321144</c:v>
                </c:pt>
                <c:pt idx="279">
                  <c:v>4.596457264669267</c:v>
                </c:pt>
                <c:pt idx="280">
                  <c:v>4.4261888393559703</c:v>
                </c:pt>
                <c:pt idx="281">
                  <c:v>4.0885528494770549</c:v>
                </c:pt>
                <c:pt idx="282">
                  <c:v>3.8326405109694592</c:v>
                </c:pt>
                <c:pt idx="283">
                  <c:v>3.7193330855308622</c:v>
                </c:pt>
                <c:pt idx="284">
                  <c:v>3.6739793945945078</c:v>
                </c:pt>
                <c:pt idx="285">
                  <c:v>3.6499869178240805</c:v>
                </c:pt>
                <c:pt idx="286">
                  <c:v>3.6334178480398118</c:v>
                </c:pt>
                <c:pt idx="287">
                  <c:v>3.6382622304424252</c:v>
                </c:pt>
                <c:pt idx="288">
                  <c:v>3.6328047373799719</c:v>
                </c:pt>
                <c:pt idx="289">
                  <c:v>3.6123236805711598</c:v>
                </c:pt>
                <c:pt idx="290">
                  <c:v>3.5983994726924973</c:v>
                </c:pt>
                <c:pt idx="291">
                  <c:v>3.5908721923515454</c:v>
                </c:pt>
                <c:pt idx="292">
                  <c:v>3.588067729724314</c:v>
                </c:pt>
                <c:pt idx="293">
                  <c:v>3.5844539914127598</c:v>
                </c:pt>
                <c:pt idx="294">
                  <c:v>3.6052381785883583</c:v>
                </c:pt>
                <c:pt idx="295">
                  <c:v>3.6087148423084727</c:v>
                </c:pt>
                <c:pt idx="296">
                  <c:v>3.6102316410998663</c:v>
                </c:pt>
                <c:pt idx="297">
                  <c:v>3.6133735160408826</c:v>
                </c:pt>
                <c:pt idx="298">
                  <c:v>3.614418941665491</c:v>
                </c:pt>
                <c:pt idx="299">
                  <c:v>3.6224709936993644</c:v>
                </c:pt>
                <c:pt idx="300">
                  <c:v>3.6166617819304525</c:v>
                </c:pt>
                <c:pt idx="301">
                  <c:v>3.6172263007704721</c:v>
                </c:pt>
                <c:pt idx="302">
                  <c:v>3.6113684116695235</c:v>
                </c:pt>
                <c:pt idx="303">
                  <c:v>3.6116468016617405</c:v>
                </c:pt>
                <c:pt idx="304">
                  <c:v>3.6217739796459605</c:v>
                </c:pt>
                <c:pt idx="305">
                  <c:v>3.6159907983923256</c:v>
                </c:pt>
                <c:pt idx="306">
                  <c:v>3.6173557801867351</c:v>
                </c:pt>
                <c:pt idx="307">
                  <c:v>3.614907839865003</c:v>
                </c:pt>
                <c:pt idx="308">
                  <c:v>3.6195212776349233</c:v>
                </c:pt>
                <c:pt idx="309">
                  <c:v>3.6193729238827044</c:v>
                </c:pt>
                <c:pt idx="310">
                  <c:v>3.6060058809177398</c:v>
                </c:pt>
                <c:pt idx="311">
                  <c:v>3.6075870773683989</c:v>
                </c:pt>
                <c:pt idx="312">
                  <c:v>3.6103004277233564</c:v>
                </c:pt>
                <c:pt idx="313">
                  <c:v>3.6095120906001217</c:v>
                </c:pt>
                <c:pt idx="314">
                  <c:v>3.6041496714616668</c:v>
                </c:pt>
                <c:pt idx="315">
                  <c:v>3.6074189404643429</c:v>
                </c:pt>
                <c:pt idx="316">
                  <c:v>3.6078121002801047</c:v>
                </c:pt>
                <c:pt idx="317">
                  <c:v>3.6093702496969446</c:v>
                </c:pt>
                <c:pt idx="318">
                  <c:v>3.6166112153750296</c:v>
                </c:pt>
                <c:pt idx="319">
                  <c:v>3.621844095686118</c:v>
                </c:pt>
                <c:pt idx="320">
                  <c:v>3.6220674714933292</c:v>
                </c:pt>
                <c:pt idx="321">
                  <c:v>3.6414110487765501</c:v>
                </c:pt>
                <c:pt idx="322">
                  <c:v>3.6756928128183239</c:v>
                </c:pt>
                <c:pt idx="323">
                  <c:v>3.708608358121535</c:v>
                </c:pt>
                <c:pt idx="324">
                  <c:v>3.7196014586618196</c:v>
                </c:pt>
                <c:pt idx="325">
                  <c:v>3.6987316732604141</c:v>
                </c:pt>
                <c:pt idx="326">
                  <c:v>3.6825741757624617</c:v>
                </c:pt>
                <c:pt idx="327">
                  <c:v>3.681088235943589</c:v>
                </c:pt>
                <c:pt idx="328">
                  <c:v>3.6918579706199433</c:v>
                </c:pt>
                <c:pt idx="329">
                  <c:v>3.7213726513254408</c:v>
                </c:pt>
                <c:pt idx="330">
                  <c:v>3.7767415966866507</c:v>
                </c:pt>
                <c:pt idx="331">
                  <c:v>3.868045082231411</c:v>
                </c:pt>
                <c:pt idx="332">
                  <c:v>3.9524883243608349</c:v>
                </c:pt>
                <c:pt idx="333">
                  <c:v>3.9701747007422417</c:v>
                </c:pt>
                <c:pt idx="334">
                  <c:v>3.9186311503488356</c:v>
                </c:pt>
                <c:pt idx="335">
                  <c:v>3.8358602567154687</c:v>
                </c:pt>
                <c:pt idx="336">
                  <c:v>3.7597561977504448</c:v>
                </c:pt>
                <c:pt idx="337">
                  <c:v>3.6986385246041951</c:v>
                </c:pt>
                <c:pt idx="338">
                  <c:v>3.662004498467589</c:v>
                </c:pt>
                <c:pt idx="339">
                  <c:v>3.6427303988658868</c:v>
                </c:pt>
                <c:pt idx="340">
                  <c:v>3.6282061150987115</c:v>
                </c:pt>
                <c:pt idx="341">
                  <c:v>3.6247568287112828</c:v>
                </c:pt>
                <c:pt idx="342">
                  <c:v>3.6215754123247939</c:v>
                </c:pt>
                <c:pt idx="343">
                  <c:v>3.6176401262042588</c:v>
                </c:pt>
                <c:pt idx="344">
                  <c:v>3.6131116627192639</c:v>
                </c:pt>
                <c:pt idx="345">
                  <c:v>3.6116295262053661</c:v>
                </c:pt>
                <c:pt idx="346">
                  <c:v>3.6112943143396623</c:v>
                </c:pt>
                <c:pt idx="347">
                  <c:v>3.6094481095643292</c:v>
                </c:pt>
                <c:pt idx="348">
                  <c:v>3.6109205225437568</c:v>
                </c:pt>
                <c:pt idx="349">
                  <c:v>3.6078158503885263</c:v>
                </c:pt>
                <c:pt idx="350">
                  <c:v>3.5990694078359353</c:v>
                </c:pt>
                <c:pt idx="351">
                  <c:v>3.5973954209357548</c:v>
                </c:pt>
                <c:pt idx="352">
                  <c:v>3.6063950818161796</c:v>
                </c:pt>
                <c:pt idx="353">
                  <c:v>3.6084759460339799</c:v>
                </c:pt>
                <c:pt idx="354">
                  <c:v>3.6066432467200378</c:v>
                </c:pt>
                <c:pt idx="355">
                  <c:v>3.6090901584093524</c:v>
                </c:pt>
                <c:pt idx="356">
                  <c:v>3.6137537540658475</c:v>
                </c:pt>
                <c:pt idx="357">
                  <c:v>3.6146439471764551</c:v>
                </c:pt>
                <c:pt idx="358">
                  <c:v>3.6127032921694231</c:v>
                </c:pt>
                <c:pt idx="359">
                  <c:v>3.6062426473414466</c:v>
                </c:pt>
                <c:pt idx="360">
                  <c:v>3.6105214807801311</c:v>
                </c:pt>
                <c:pt idx="361">
                  <c:v>3.6134903058419594</c:v>
                </c:pt>
                <c:pt idx="362">
                  <c:v>3.6143834441523932</c:v>
                </c:pt>
                <c:pt idx="363">
                  <c:v>3.6126065997278629</c:v>
                </c:pt>
                <c:pt idx="364">
                  <c:v>3.6172624823813018</c:v>
                </c:pt>
                <c:pt idx="365">
                  <c:v>3.6198962864884208</c:v>
                </c:pt>
                <c:pt idx="366">
                  <c:v>3.6203429824204703</c:v>
                </c:pt>
                <c:pt idx="367">
                  <c:v>3.6198431356742713</c:v>
                </c:pt>
                <c:pt idx="368">
                  <c:v>3.6201623726647529</c:v>
                </c:pt>
                <c:pt idx="369">
                  <c:v>3.6194015565546143</c:v>
                </c:pt>
                <c:pt idx="370">
                  <c:v>3.6185865416085106</c:v>
                </c:pt>
                <c:pt idx="371">
                  <c:v>3.6232143712833209</c:v>
                </c:pt>
                <c:pt idx="372">
                  <c:v>3.6229529166872694</c:v>
                </c:pt>
                <c:pt idx="373">
                  <c:v>3.6196085438461147</c:v>
                </c:pt>
                <c:pt idx="374">
                  <c:v>3.6175603711475195</c:v>
                </c:pt>
                <c:pt idx="375">
                  <c:v>3.6205635482564769</c:v>
                </c:pt>
                <c:pt idx="376">
                  <c:v>3.6190749257403958</c:v>
                </c:pt>
                <c:pt idx="377">
                  <c:v>3.6160596685393762</c:v>
                </c:pt>
                <c:pt idx="378">
                  <c:v>3.6178575937139121</c:v>
                </c:pt>
                <c:pt idx="379">
                  <c:v>3.6147944814901929</c:v>
                </c:pt>
                <c:pt idx="380">
                  <c:v>3.607935272176078</c:v>
                </c:pt>
                <c:pt idx="381">
                  <c:v>3.6146897737698347</c:v>
                </c:pt>
                <c:pt idx="382">
                  <c:v>3.6138695057883896</c:v>
                </c:pt>
                <c:pt idx="383">
                  <c:v>3.6165214862131396</c:v>
                </c:pt>
                <c:pt idx="384">
                  <c:v>3.6141176851100054</c:v>
                </c:pt>
                <c:pt idx="385">
                  <c:v>3.615117142946644</c:v>
                </c:pt>
                <c:pt idx="386">
                  <c:v>3.6148494986581823</c:v>
                </c:pt>
                <c:pt idx="387">
                  <c:v>3.6144284961641846</c:v>
                </c:pt>
                <c:pt idx="388">
                  <c:v>3.6154898837377498</c:v>
                </c:pt>
                <c:pt idx="389">
                  <c:v>3.6129313134775081</c:v>
                </c:pt>
                <c:pt idx="390">
                  <c:v>3.6090490797326407</c:v>
                </c:pt>
                <c:pt idx="391">
                  <c:v>3.6078163455639189</c:v>
                </c:pt>
                <c:pt idx="392">
                  <c:v>3.6085533415501425</c:v>
                </c:pt>
                <c:pt idx="393">
                  <c:v>3.6095028125246396</c:v>
                </c:pt>
                <c:pt idx="394">
                  <c:v>3.6136589031199247</c:v>
                </c:pt>
                <c:pt idx="395">
                  <c:v>3.6191567470109227</c:v>
                </c:pt>
                <c:pt idx="396">
                  <c:v>3.6210849679450896</c:v>
                </c:pt>
                <c:pt idx="397">
                  <c:v>3.6198557815390213</c:v>
                </c:pt>
                <c:pt idx="398">
                  <c:v>3.6218261659618554</c:v>
                </c:pt>
                <c:pt idx="399">
                  <c:v>3.6177736803770673</c:v>
                </c:pt>
                <c:pt idx="400">
                  <c:v>3.6236079064579401</c:v>
                </c:pt>
                <c:pt idx="401">
                  <c:v>3.6302172789054996</c:v>
                </c:pt>
                <c:pt idx="402">
                  <c:v>3.633799602415126</c:v>
                </c:pt>
                <c:pt idx="403">
                  <c:v>3.636172840855513</c:v>
                </c:pt>
                <c:pt idx="404">
                  <c:v>3.635017503197282</c:v>
                </c:pt>
                <c:pt idx="405">
                  <c:v>3.63358610426324</c:v>
                </c:pt>
                <c:pt idx="406">
                  <c:v>3.6298693376514857</c:v>
                </c:pt>
                <c:pt idx="407">
                  <c:v>3.6307120207712438</c:v>
                </c:pt>
                <c:pt idx="408">
                  <c:v>3.6271524216359685</c:v>
                </c:pt>
                <c:pt idx="409">
                  <c:v>3.6210193860410591</c:v>
                </c:pt>
                <c:pt idx="410">
                  <c:v>3.614401681124038</c:v>
                </c:pt>
                <c:pt idx="411">
                  <c:v>3.6113726176773784</c:v>
                </c:pt>
                <c:pt idx="412">
                  <c:v>3.6145136742863699</c:v>
                </c:pt>
                <c:pt idx="413">
                  <c:v>3.6154348745243849</c:v>
                </c:pt>
                <c:pt idx="414">
                  <c:v>3.6185166125020358</c:v>
                </c:pt>
                <c:pt idx="415">
                  <c:v>3.6133621717516129</c:v>
                </c:pt>
                <c:pt idx="416">
                  <c:v>3.6056880737710633</c:v>
                </c:pt>
                <c:pt idx="417">
                  <c:v>3.6042314810488385</c:v>
                </c:pt>
                <c:pt idx="418">
                  <c:v>3.6175592714206433</c:v>
                </c:pt>
                <c:pt idx="419">
                  <c:v>3.6146986411878128</c:v>
                </c:pt>
                <c:pt idx="420">
                  <c:v>3.60323701946231</c:v>
                </c:pt>
                <c:pt idx="421">
                  <c:v>3.5983170118204213</c:v>
                </c:pt>
                <c:pt idx="422">
                  <c:v>3.6025910455130856</c:v>
                </c:pt>
                <c:pt idx="423">
                  <c:v>3.6052553993566874</c:v>
                </c:pt>
                <c:pt idx="424">
                  <c:v>3.6088647273259626</c:v>
                </c:pt>
                <c:pt idx="425">
                  <c:v>3.6063703558593669</c:v>
                </c:pt>
                <c:pt idx="426">
                  <c:v>3.6139346501880572</c:v>
                </c:pt>
                <c:pt idx="427">
                  <c:v>3.6270916264274016</c:v>
                </c:pt>
                <c:pt idx="428">
                  <c:v>3.6266341241375835</c:v>
                </c:pt>
                <c:pt idx="429">
                  <c:v>3.6232563896000856</c:v>
                </c:pt>
                <c:pt idx="430">
                  <c:v>3.6275980635802343</c:v>
                </c:pt>
                <c:pt idx="431">
                  <c:v>3.6203227498323325</c:v>
                </c:pt>
                <c:pt idx="432">
                  <c:v>3.628177460551584</c:v>
                </c:pt>
                <c:pt idx="433">
                  <c:v>3.6260451756505243</c:v>
                </c:pt>
                <c:pt idx="434">
                  <c:v>3.621800735026421</c:v>
                </c:pt>
                <c:pt idx="435">
                  <c:v>3.6092262689997008</c:v>
                </c:pt>
                <c:pt idx="436">
                  <c:v>3.5959316864519661</c:v>
                </c:pt>
                <c:pt idx="437">
                  <c:v>3.6259557895318286</c:v>
                </c:pt>
                <c:pt idx="438">
                  <c:v>3.6297073814908862</c:v>
                </c:pt>
                <c:pt idx="439">
                  <c:v>3.6295170730589015</c:v>
                </c:pt>
                <c:pt idx="440">
                  <c:v>3.6365802409411301</c:v>
                </c:pt>
                <c:pt idx="441">
                  <c:v>3.6168199586499514</c:v>
                </c:pt>
                <c:pt idx="442">
                  <c:v>3.6066314713895373</c:v>
                </c:pt>
                <c:pt idx="443">
                  <c:v>3.5834824364112068</c:v>
                </c:pt>
                <c:pt idx="444">
                  <c:v>3.6027547402563642</c:v>
                </c:pt>
                <c:pt idx="445">
                  <c:v>3.6204365546604587</c:v>
                </c:pt>
                <c:pt idx="446">
                  <c:v>3.5910960842150401</c:v>
                </c:pt>
                <c:pt idx="447">
                  <c:v>3.589068532886869</c:v>
                </c:pt>
                <c:pt idx="448">
                  <c:v>3.604000929175744</c:v>
                </c:pt>
                <c:pt idx="449">
                  <c:v>3.6142784242130124</c:v>
                </c:pt>
                <c:pt idx="450">
                  <c:v>3.6290958697106279</c:v>
                </c:pt>
                <c:pt idx="451">
                  <c:v>3.5956348181149589</c:v>
                </c:pt>
                <c:pt idx="452">
                  <c:v>3.596310938600622</c:v>
                </c:pt>
                <c:pt idx="453">
                  <c:v>3.6034507547614476</c:v>
                </c:pt>
                <c:pt idx="454">
                  <c:v>3.6173109459327972</c:v>
                </c:pt>
                <c:pt idx="455">
                  <c:v>3.6186068776067706</c:v>
                </c:pt>
                <c:pt idx="456">
                  <c:v>3.6172095761718643</c:v>
                </c:pt>
                <c:pt idx="457">
                  <c:v>3.6042051626755769</c:v>
                </c:pt>
                <c:pt idx="458">
                  <c:v>3.6005080334533757</c:v>
                </c:pt>
                <c:pt idx="459">
                  <c:v>3.6036798646102182</c:v>
                </c:pt>
                <c:pt idx="460">
                  <c:v>3.6071928884230555</c:v>
                </c:pt>
                <c:pt idx="461">
                  <c:v>3.601136268061095</c:v>
                </c:pt>
                <c:pt idx="462">
                  <c:v>3.6028343685362709</c:v>
                </c:pt>
                <c:pt idx="463">
                  <c:v>3.6069222884943226</c:v>
                </c:pt>
                <c:pt idx="464">
                  <c:v>3.6039212056889216</c:v>
                </c:pt>
                <c:pt idx="465">
                  <c:v>3.604596078789986</c:v>
                </c:pt>
                <c:pt idx="466">
                  <c:v>3.5973992041055856</c:v>
                </c:pt>
                <c:pt idx="467">
                  <c:v>3.60554054829415</c:v>
                </c:pt>
                <c:pt idx="468">
                  <c:v>3.6036234603545321</c:v>
                </c:pt>
                <c:pt idx="469">
                  <c:v>3.6047883097553481</c:v>
                </c:pt>
                <c:pt idx="470">
                  <c:v>3.608752289698971</c:v>
                </c:pt>
                <c:pt idx="471">
                  <c:v>3.6155254419048615</c:v>
                </c:pt>
                <c:pt idx="472">
                  <c:v>3.6052553287593923</c:v>
                </c:pt>
                <c:pt idx="473">
                  <c:v>3.6046850129865615</c:v>
                </c:pt>
                <c:pt idx="474">
                  <c:v>3.6056855750245527</c:v>
                </c:pt>
                <c:pt idx="475">
                  <c:v>3.6039698507052953</c:v>
                </c:pt>
                <c:pt idx="476">
                  <c:v>3.6056576189929141</c:v>
                </c:pt>
                <c:pt idx="477">
                  <c:v>3.6045368988674142</c:v>
                </c:pt>
                <c:pt idx="478">
                  <c:v>3.6079550473732906</c:v>
                </c:pt>
                <c:pt idx="479">
                  <c:v>3.6129087909517605</c:v>
                </c:pt>
                <c:pt idx="480">
                  <c:v>3.606249246199869</c:v>
                </c:pt>
                <c:pt idx="481">
                  <c:v>3.6049145014257551</c:v>
                </c:pt>
                <c:pt idx="482">
                  <c:v>3.6062565276645304</c:v>
                </c:pt>
                <c:pt idx="483">
                  <c:v>3.6120328952848739</c:v>
                </c:pt>
                <c:pt idx="484">
                  <c:v>3.6130128702567608</c:v>
                </c:pt>
                <c:pt idx="485">
                  <c:v>3.6151728104052094</c:v>
                </c:pt>
                <c:pt idx="486">
                  <c:v>3.6169610796595855</c:v>
                </c:pt>
                <c:pt idx="487">
                  <c:v>3.6114592624335082</c:v>
                </c:pt>
                <c:pt idx="488">
                  <c:v>3.613184145260294</c:v>
                </c:pt>
                <c:pt idx="489">
                  <c:v>3.6125889016820469</c:v>
                </c:pt>
                <c:pt idx="490">
                  <c:v>3.6076083554925318</c:v>
                </c:pt>
                <c:pt idx="491">
                  <c:v>3.6069896407995317</c:v>
                </c:pt>
                <c:pt idx="492">
                  <c:v>3.604839748833677</c:v>
                </c:pt>
                <c:pt idx="493">
                  <c:v>3.6094192332820354</c:v>
                </c:pt>
                <c:pt idx="494">
                  <c:v>3.6150020454919902</c:v>
                </c:pt>
                <c:pt idx="495">
                  <c:v>3.6113822785691783</c:v>
                </c:pt>
                <c:pt idx="496">
                  <c:v>3.6120479106334815</c:v>
                </c:pt>
                <c:pt idx="497">
                  <c:v>3.617836072476559</c:v>
                </c:pt>
                <c:pt idx="498">
                  <c:v>3.6191280705885767</c:v>
                </c:pt>
                <c:pt idx="499">
                  <c:v>3.6181239682453925</c:v>
                </c:pt>
                <c:pt idx="500">
                  <c:v>3.6151549542612256</c:v>
                </c:pt>
                <c:pt idx="501">
                  <c:v>3.6195867899359868</c:v>
                </c:pt>
                <c:pt idx="502">
                  <c:v>3.6226509969149419</c:v>
                </c:pt>
                <c:pt idx="503">
                  <c:v>3.621534913341363</c:v>
                </c:pt>
                <c:pt idx="504">
                  <c:v>3.621795610259404</c:v>
                </c:pt>
                <c:pt idx="505">
                  <c:v>3.6301684136454524</c:v>
                </c:pt>
                <c:pt idx="506">
                  <c:v>3.6379841805104185</c:v>
                </c:pt>
                <c:pt idx="507">
                  <c:v>3.6529833056607846</c:v>
                </c:pt>
                <c:pt idx="508">
                  <c:v>3.6736990258893765</c:v>
                </c:pt>
                <c:pt idx="509">
                  <c:v>3.7010122164581949</c:v>
                </c:pt>
                <c:pt idx="510">
                  <c:v>3.7374021111828726</c:v>
                </c:pt>
                <c:pt idx="511">
                  <c:v>3.7811850500909086</c:v>
                </c:pt>
                <c:pt idx="512">
                  <c:v>3.8147007797886858</c:v>
                </c:pt>
                <c:pt idx="513">
                  <c:v>3.8378100307054877</c:v>
                </c:pt>
                <c:pt idx="514">
                  <c:v>3.8464230120549474</c:v>
                </c:pt>
                <c:pt idx="515">
                  <c:v>3.8461346569065329</c:v>
                </c:pt>
                <c:pt idx="516">
                  <c:v>3.8383174562204494</c:v>
                </c:pt>
                <c:pt idx="517">
                  <c:v>3.8317519316533546</c:v>
                </c:pt>
                <c:pt idx="518">
                  <c:v>3.8060952439680236</c:v>
                </c:pt>
                <c:pt idx="519">
                  <c:v>3.7860926399420545</c:v>
                </c:pt>
                <c:pt idx="520">
                  <c:v>3.7616512280127008</c:v>
                </c:pt>
                <c:pt idx="521">
                  <c:v>3.7349469798803354</c:v>
                </c:pt>
                <c:pt idx="522">
                  <c:v>3.7192552972551005</c:v>
                </c:pt>
                <c:pt idx="523">
                  <c:v>3.7124626920143013</c:v>
                </c:pt>
                <c:pt idx="524">
                  <c:v>3.711763217993183</c:v>
                </c:pt>
                <c:pt idx="525">
                  <c:v>3.7128903962796791</c:v>
                </c:pt>
                <c:pt idx="526">
                  <c:v>3.7101625883941769</c:v>
                </c:pt>
                <c:pt idx="527">
                  <c:v>3.7192447891957614</c:v>
                </c:pt>
                <c:pt idx="528">
                  <c:v>3.7312016402563577</c:v>
                </c:pt>
                <c:pt idx="529">
                  <c:v>3.7363866556014655</c:v>
                </c:pt>
                <c:pt idx="530">
                  <c:v>3.7422790280008518</c:v>
                </c:pt>
                <c:pt idx="531">
                  <c:v>3.7468454917227674</c:v>
                </c:pt>
                <c:pt idx="532">
                  <c:v>3.7581036721793488</c:v>
                </c:pt>
                <c:pt idx="533">
                  <c:v>3.7718439501164842</c:v>
                </c:pt>
                <c:pt idx="534">
                  <c:v>3.7814647824260574</c:v>
                </c:pt>
                <c:pt idx="535">
                  <c:v>3.7899250508889164</c:v>
                </c:pt>
                <c:pt idx="536">
                  <c:v>3.8100184490021682</c:v>
                </c:pt>
                <c:pt idx="537">
                  <c:v>3.8345276820624292</c:v>
                </c:pt>
                <c:pt idx="538">
                  <c:v>3.8663182763740833</c:v>
                </c:pt>
                <c:pt idx="539">
                  <c:v>3.8899485233957285</c:v>
                </c:pt>
                <c:pt idx="540">
                  <c:v>3.9281748546165041</c:v>
                </c:pt>
                <c:pt idx="541">
                  <c:v>3.9685632846720278</c:v>
                </c:pt>
                <c:pt idx="542">
                  <c:v>4.004087588946228</c:v>
                </c:pt>
                <c:pt idx="543">
                  <c:v>4.0548656180689342</c:v>
                </c:pt>
                <c:pt idx="544">
                  <c:v>4.1162225981471821</c:v>
                </c:pt>
                <c:pt idx="545">
                  <c:v>4.1632975267035164</c:v>
                </c:pt>
                <c:pt idx="546">
                  <c:v>4.2165322939629677</c:v>
                </c:pt>
                <c:pt idx="547">
                  <c:v>4.2738164106963854</c:v>
                </c:pt>
                <c:pt idx="548">
                  <c:v>4.3248966837423808</c:v>
                </c:pt>
                <c:pt idx="549">
                  <c:v>4.3819475708771378</c:v>
                </c:pt>
                <c:pt idx="550">
                  <c:v>4.4169028649312958</c:v>
                </c:pt>
                <c:pt idx="551">
                  <c:v>4.4439630984319889</c:v>
                </c:pt>
                <c:pt idx="552">
                  <c:v>4.4537556869998962</c:v>
                </c:pt>
                <c:pt idx="553">
                  <c:v>4.4076729547021012</c:v>
                </c:pt>
                <c:pt idx="554">
                  <c:v>4.3676749376309667</c:v>
                </c:pt>
                <c:pt idx="555">
                  <c:v>4.3371016872777357</c:v>
                </c:pt>
                <c:pt idx="556">
                  <c:v>4.2801523647922197</c:v>
                </c:pt>
                <c:pt idx="557">
                  <c:v>4.1906579995620499</c:v>
                </c:pt>
                <c:pt idx="558">
                  <c:v>4.1235776987703243</c:v>
                </c:pt>
                <c:pt idx="559">
                  <c:v>4.0735594317699677</c:v>
                </c:pt>
                <c:pt idx="560">
                  <c:v>4.0121734014020118</c:v>
                </c:pt>
                <c:pt idx="561">
                  <c:v>3.9538912019877128</c:v>
                </c:pt>
                <c:pt idx="562">
                  <c:v>3.8965346981687623</c:v>
                </c:pt>
                <c:pt idx="563">
                  <c:v>3.8474535814234434</c:v>
                </c:pt>
                <c:pt idx="564">
                  <c:v>3.7898917210110721</c:v>
                </c:pt>
                <c:pt idx="565">
                  <c:v>3.7750733845954807</c:v>
                </c:pt>
                <c:pt idx="566">
                  <c:v>3.7484921945085214</c:v>
                </c:pt>
                <c:pt idx="567">
                  <c:v>3.7124901991068038</c:v>
                </c:pt>
                <c:pt idx="568">
                  <c:v>3.7139434215539406</c:v>
                </c:pt>
                <c:pt idx="569">
                  <c:v>3.6965268342267015</c:v>
                </c:pt>
                <c:pt idx="570">
                  <c:v>3.6997122796306434</c:v>
                </c:pt>
                <c:pt idx="571">
                  <c:v>3.6911689489757911</c:v>
                </c:pt>
                <c:pt idx="572">
                  <c:v>3.646321327290873</c:v>
                </c:pt>
                <c:pt idx="573">
                  <c:v>3.6236725198864028</c:v>
                </c:pt>
                <c:pt idx="574">
                  <c:v>3.6093385684150867</c:v>
                </c:pt>
                <c:pt idx="575">
                  <c:v>3.6281144579346396</c:v>
                </c:pt>
                <c:pt idx="576">
                  <c:v>3.6131952330129149</c:v>
                </c:pt>
                <c:pt idx="577">
                  <c:v>3.6100374816351577</c:v>
                </c:pt>
                <c:pt idx="578">
                  <c:v>3.6365609032482809</c:v>
                </c:pt>
                <c:pt idx="579">
                  <c:v>3.7047779358308688</c:v>
                </c:pt>
                <c:pt idx="580">
                  <c:v>3.7121747505063754</c:v>
                </c:pt>
                <c:pt idx="581">
                  <c:v>3.6383202753394732</c:v>
                </c:pt>
                <c:pt idx="582">
                  <c:v>3.6160394826846591</c:v>
                </c:pt>
                <c:pt idx="583">
                  <c:v>3.8855205019635513</c:v>
                </c:pt>
                <c:pt idx="584">
                  <c:v>3.7613944049969299</c:v>
                </c:pt>
                <c:pt idx="585">
                  <c:v>3.6209509026876385</c:v>
                </c:pt>
                <c:pt idx="586">
                  <c:v>3.7440945597430186</c:v>
                </c:pt>
                <c:pt idx="587">
                  <c:v>4.0571107631864294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1-37F8-4EA4-8385-84A4706AD5FD}"/>
            </c:ext>
          </c:extLst>
        </c:ser>
        <c:ser>
          <c:idx val="18"/>
          <c:order val="18"/>
          <c:tx>
            <c:strRef>
              <c:f>'Fully separated 0.5%'!$T$1</c:f>
              <c:strCache>
                <c:ptCount val="1"/>
                <c:pt idx="0">
                  <c:v>E9/O-PTIR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0.5%'!$A$2:$A$589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0.5%'!$T$2:$T$589</c:f>
              <c:numCache>
                <c:formatCode>General</c:formatCode>
                <c:ptCount val="588"/>
                <c:pt idx="0">
                  <c:v>3.3890784006704129</c:v>
                </c:pt>
                <c:pt idx="1">
                  <c:v>3.399833696499369</c:v>
                </c:pt>
                <c:pt idx="2">
                  <c:v>3.4329672706025347</c:v>
                </c:pt>
                <c:pt idx="3">
                  <c:v>3.429254145263791</c:v>
                </c:pt>
                <c:pt idx="4">
                  <c:v>3.4390420144149676</c:v>
                </c:pt>
                <c:pt idx="5">
                  <c:v>3.4332876289533703</c:v>
                </c:pt>
                <c:pt idx="6">
                  <c:v>3.4371689684436775</c:v>
                </c:pt>
                <c:pt idx="7">
                  <c:v>3.4183766898723924</c:v>
                </c:pt>
                <c:pt idx="8">
                  <c:v>3.4265573103785276</c:v>
                </c:pt>
                <c:pt idx="9">
                  <c:v>3.4300420392114401</c:v>
                </c:pt>
                <c:pt idx="10">
                  <c:v>3.433887684215625</c:v>
                </c:pt>
                <c:pt idx="11">
                  <c:v>3.4320511751978184</c:v>
                </c:pt>
                <c:pt idx="12">
                  <c:v>3.4371477963829009</c:v>
                </c:pt>
                <c:pt idx="13">
                  <c:v>3.4597984504511334</c:v>
                </c:pt>
                <c:pt idx="14">
                  <c:v>3.4572919523697245</c:v>
                </c:pt>
                <c:pt idx="15">
                  <c:v>3.4360048947984425</c:v>
                </c:pt>
                <c:pt idx="16">
                  <c:v>3.4420264482851906</c:v>
                </c:pt>
                <c:pt idx="17">
                  <c:v>3.4469135293662676</c:v>
                </c:pt>
                <c:pt idx="18">
                  <c:v>3.4395103722058646</c:v>
                </c:pt>
                <c:pt idx="19">
                  <c:v>3.4407063965384124</c:v>
                </c:pt>
                <c:pt idx="20">
                  <c:v>3.4410784472448919</c:v>
                </c:pt>
                <c:pt idx="21">
                  <c:v>3.446969366481123</c:v>
                </c:pt>
                <c:pt idx="22">
                  <c:v>3.4434730188068987</c:v>
                </c:pt>
                <c:pt idx="23">
                  <c:v>3.4362079834946315</c:v>
                </c:pt>
                <c:pt idx="24">
                  <c:v>3.4428571481346313</c:v>
                </c:pt>
                <c:pt idx="25">
                  <c:v>3.4453329930185674</c:v>
                </c:pt>
                <c:pt idx="26">
                  <c:v>3.4302277829913641</c:v>
                </c:pt>
                <c:pt idx="27">
                  <c:v>3.4297062528954747</c:v>
                </c:pt>
                <c:pt idx="28">
                  <c:v>3.4350456263203308</c:v>
                </c:pt>
                <c:pt idx="29">
                  <c:v>3.4337813013116683</c:v>
                </c:pt>
                <c:pt idx="30">
                  <c:v>3.4383972926144497</c:v>
                </c:pt>
                <c:pt idx="31">
                  <c:v>3.4342750840467064</c:v>
                </c:pt>
                <c:pt idx="32">
                  <c:v>3.4398402184511561</c:v>
                </c:pt>
                <c:pt idx="33">
                  <c:v>3.4586684764607591</c:v>
                </c:pt>
                <c:pt idx="34">
                  <c:v>3.4613632547345223</c:v>
                </c:pt>
                <c:pt idx="35">
                  <c:v>3.4530479667216922</c:v>
                </c:pt>
                <c:pt idx="36">
                  <c:v>3.456440515208707</c:v>
                </c:pt>
                <c:pt idx="37">
                  <c:v>3.4535460316237199</c:v>
                </c:pt>
                <c:pt idx="38">
                  <c:v>3.4454312598532639</c:v>
                </c:pt>
                <c:pt idx="39">
                  <c:v>3.4615027979647572</c:v>
                </c:pt>
                <c:pt idx="40">
                  <c:v>3.4706803445642853</c:v>
                </c:pt>
                <c:pt idx="41">
                  <c:v>3.4649331268330195</c:v>
                </c:pt>
                <c:pt idx="42">
                  <c:v>3.4822254632236955</c:v>
                </c:pt>
                <c:pt idx="43">
                  <c:v>3.4973943538720444</c:v>
                </c:pt>
                <c:pt idx="44">
                  <c:v>3.5086579082258043</c:v>
                </c:pt>
                <c:pt idx="45">
                  <c:v>3.5355865710089875</c:v>
                </c:pt>
                <c:pt idx="46">
                  <c:v>3.5482672365578427</c:v>
                </c:pt>
                <c:pt idx="47">
                  <c:v>3.5548035128239928</c:v>
                </c:pt>
                <c:pt idx="48">
                  <c:v>3.5430885491403732</c:v>
                </c:pt>
                <c:pt idx="49">
                  <c:v>3.5138361361156223</c:v>
                </c:pt>
                <c:pt idx="50">
                  <c:v>3.4882744870031521</c:v>
                </c:pt>
                <c:pt idx="51">
                  <c:v>3.4558304607148549</c:v>
                </c:pt>
                <c:pt idx="52">
                  <c:v>3.4383050807323405</c:v>
                </c:pt>
                <c:pt idx="53">
                  <c:v>3.4394859857041129</c:v>
                </c:pt>
                <c:pt idx="54">
                  <c:v>3.432405491290563</c:v>
                </c:pt>
                <c:pt idx="55">
                  <c:v>3.4274304602210877</c:v>
                </c:pt>
                <c:pt idx="56">
                  <c:v>3.434678429937819</c:v>
                </c:pt>
                <c:pt idx="57">
                  <c:v>3.4378073356976002</c:v>
                </c:pt>
                <c:pt idx="58">
                  <c:v>3.4356239598906964</c:v>
                </c:pt>
                <c:pt idx="59">
                  <c:v>3.4295335042872308</c:v>
                </c:pt>
                <c:pt idx="60">
                  <c:v>3.4354146067513729</c:v>
                </c:pt>
                <c:pt idx="61">
                  <c:v>3.4491758110266595</c:v>
                </c:pt>
                <c:pt idx="62">
                  <c:v>3.4435687807653763</c:v>
                </c:pt>
                <c:pt idx="63">
                  <c:v>3.4447273040374062</c:v>
                </c:pt>
                <c:pt idx="64">
                  <c:v>3.4665012243979123</c:v>
                </c:pt>
                <c:pt idx="65">
                  <c:v>3.4790962330914548</c:v>
                </c:pt>
                <c:pt idx="66">
                  <c:v>3.4707750027553637</c:v>
                </c:pt>
                <c:pt idx="67">
                  <c:v>3.4710289863915662</c:v>
                </c:pt>
                <c:pt idx="68">
                  <c:v>3.4816469269205426</c:v>
                </c:pt>
                <c:pt idx="69">
                  <c:v>3.4718914567213974</c:v>
                </c:pt>
                <c:pt idx="70">
                  <c:v>3.4545566320436305</c:v>
                </c:pt>
                <c:pt idx="71">
                  <c:v>3.4560522368688802</c:v>
                </c:pt>
                <c:pt idx="72">
                  <c:v>3.4549943096060165</c:v>
                </c:pt>
                <c:pt idx="73">
                  <c:v>3.4439485218022621</c:v>
                </c:pt>
                <c:pt idx="74">
                  <c:v>3.4310452511475398</c:v>
                </c:pt>
                <c:pt idx="75">
                  <c:v>3.4323376118481295</c:v>
                </c:pt>
                <c:pt idx="76">
                  <c:v>3.4370990819466471</c:v>
                </c:pt>
                <c:pt idx="77">
                  <c:v>3.4273310220413968</c:v>
                </c:pt>
                <c:pt idx="78">
                  <c:v>3.425124755450196</c:v>
                </c:pt>
                <c:pt idx="79">
                  <c:v>3.4302803313298886</c:v>
                </c:pt>
                <c:pt idx="80">
                  <c:v>3.42833687851408</c:v>
                </c:pt>
                <c:pt idx="81">
                  <c:v>3.4258705417978783</c:v>
                </c:pt>
                <c:pt idx="82">
                  <c:v>3.4235110677865639</c:v>
                </c:pt>
                <c:pt idx="83">
                  <c:v>3.421230416283036</c:v>
                </c:pt>
                <c:pt idx="84">
                  <c:v>3.4173077598506327</c:v>
                </c:pt>
                <c:pt idx="85">
                  <c:v>3.4171230038299014</c:v>
                </c:pt>
                <c:pt idx="86">
                  <c:v>3.4218264686990305</c:v>
                </c:pt>
                <c:pt idx="87">
                  <c:v>3.4217151030736739</c:v>
                </c:pt>
                <c:pt idx="88">
                  <c:v>3.4179714011253992</c:v>
                </c:pt>
                <c:pt idx="89">
                  <c:v>3.4226382738526748</c:v>
                </c:pt>
                <c:pt idx="90">
                  <c:v>3.4239876700441525</c:v>
                </c:pt>
                <c:pt idx="91">
                  <c:v>3.4192946583028068</c:v>
                </c:pt>
                <c:pt idx="92">
                  <c:v>3.4216640166638062</c:v>
                </c:pt>
                <c:pt idx="93">
                  <c:v>3.4218351974718266</c:v>
                </c:pt>
                <c:pt idx="94">
                  <c:v>3.4186081949476321</c:v>
                </c:pt>
                <c:pt idx="95">
                  <c:v>3.4158969829288539</c:v>
                </c:pt>
                <c:pt idx="96">
                  <c:v>3.415057066621634</c:v>
                </c:pt>
                <c:pt idx="97">
                  <c:v>3.4142043646332811</c:v>
                </c:pt>
                <c:pt idx="98">
                  <c:v>3.4114902005998582</c:v>
                </c:pt>
                <c:pt idx="99">
                  <c:v>3.4141619946069834</c:v>
                </c:pt>
                <c:pt idx="100">
                  <c:v>3.416550855862142</c:v>
                </c:pt>
                <c:pt idx="101">
                  <c:v>3.414646467401901</c:v>
                </c:pt>
                <c:pt idx="102">
                  <c:v>3.4141906553916721</c:v>
                </c:pt>
                <c:pt idx="103">
                  <c:v>3.4199591285294155</c:v>
                </c:pt>
                <c:pt idx="104">
                  <c:v>3.4251337657963079</c:v>
                </c:pt>
                <c:pt idx="105">
                  <c:v>3.4268352682931469</c:v>
                </c:pt>
                <c:pt idx="106">
                  <c:v>3.4293395070302681</c:v>
                </c:pt>
                <c:pt idx="107">
                  <c:v>3.4444893227758988</c:v>
                </c:pt>
                <c:pt idx="108">
                  <c:v>3.473285969968444</c:v>
                </c:pt>
                <c:pt idx="109">
                  <c:v>3.4944467272656894</c:v>
                </c:pt>
                <c:pt idx="110">
                  <c:v>3.4988534622903678</c:v>
                </c:pt>
                <c:pt idx="111">
                  <c:v>3.4953932190730139</c:v>
                </c:pt>
                <c:pt idx="112">
                  <c:v>3.4812841523653852</c:v>
                </c:pt>
                <c:pt idx="113">
                  <c:v>3.4618652931991853</c:v>
                </c:pt>
                <c:pt idx="114">
                  <c:v>3.4494378634278053</c:v>
                </c:pt>
                <c:pt idx="115">
                  <c:v>3.4487428188442522</c:v>
                </c:pt>
                <c:pt idx="116">
                  <c:v>3.4449421647507905</c:v>
                </c:pt>
                <c:pt idx="117">
                  <c:v>3.4380887197963284</c:v>
                </c:pt>
                <c:pt idx="118">
                  <c:v>3.4453372098605479</c:v>
                </c:pt>
                <c:pt idx="119">
                  <c:v>3.451646173114987</c:v>
                </c:pt>
                <c:pt idx="120">
                  <c:v>3.45224663159023</c:v>
                </c:pt>
                <c:pt idx="121">
                  <c:v>3.473044335011588</c:v>
                </c:pt>
                <c:pt idx="122">
                  <c:v>3.4954066444887206</c:v>
                </c:pt>
                <c:pt idx="123">
                  <c:v>3.5149927672149688</c:v>
                </c:pt>
                <c:pt idx="124">
                  <c:v>3.510916702882251</c:v>
                </c:pt>
                <c:pt idx="125">
                  <c:v>3.4914282432975097</c:v>
                </c:pt>
                <c:pt idx="126">
                  <c:v>3.4906395496816427</c:v>
                </c:pt>
                <c:pt idx="127">
                  <c:v>3.4771832014567061</c:v>
                </c:pt>
                <c:pt idx="128">
                  <c:v>3.4689734921744422</c:v>
                </c:pt>
                <c:pt idx="129">
                  <c:v>3.4747592291353362</c:v>
                </c:pt>
                <c:pt idx="130">
                  <c:v>3.4648555297323038</c:v>
                </c:pt>
                <c:pt idx="131">
                  <c:v>3.4705766625115753</c:v>
                </c:pt>
                <c:pt idx="132">
                  <c:v>3.4779608033365093</c:v>
                </c:pt>
                <c:pt idx="133">
                  <c:v>3.4626146656646197</c:v>
                </c:pt>
                <c:pt idx="134">
                  <c:v>3.4557203137388099</c:v>
                </c:pt>
                <c:pt idx="135">
                  <c:v>3.4508735899979679</c:v>
                </c:pt>
                <c:pt idx="136">
                  <c:v>3.4513090870565946</c:v>
                </c:pt>
                <c:pt idx="137">
                  <c:v>3.4342243355248177</c:v>
                </c:pt>
                <c:pt idx="138">
                  <c:v>3.4268273549566741</c:v>
                </c:pt>
                <c:pt idx="139">
                  <c:v>3.426981425117428</c:v>
                </c:pt>
                <c:pt idx="140">
                  <c:v>3.4271218378460628</c:v>
                </c:pt>
                <c:pt idx="141">
                  <c:v>3.427250327634205</c:v>
                </c:pt>
                <c:pt idx="142">
                  <c:v>3.4285922925427275</c:v>
                </c:pt>
                <c:pt idx="143">
                  <c:v>3.4254449808984266</c:v>
                </c:pt>
                <c:pt idx="144">
                  <c:v>3.4215361283162666</c:v>
                </c:pt>
                <c:pt idx="145">
                  <c:v>3.4240129643382753</c:v>
                </c:pt>
                <c:pt idx="146">
                  <c:v>3.428584320639005</c:v>
                </c:pt>
                <c:pt idx="147">
                  <c:v>3.4270707086370509</c:v>
                </c:pt>
                <c:pt idx="148">
                  <c:v>3.4239842776488416</c:v>
                </c:pt>
                <c:pt idx="149">
                  <c:v>3.4256100887331677</c:v>
                </c:pt>
                <c:pt idx="150">
                  <c:v>3.426006082181853</c:v>
                </c:pt>
                <c:pt idx="151">
                  <c:v>3.4257144938661526</c:v>
                </c:pt>
                <c:pt idx="152">
                  <c:v>3.4272197262462227</c:v>
                </c:pt>
                <c:pt idx="153">
                  <c:v>3.4261695974379189</c:v>
                </c:pt>
                <c:pt idx="154">
                  <c:v>3.4314035881072371</c:v>
                </c:pt>
                <c:pt idx="155">
                  <c:v>3.4336072912549689</c:v>
                </c:pt>
                <c:pt idx="156">
                  <c:v>3.4287729274564058</c:v>
                </c:pt>
                <c:pt idx="157">
                  <c:v>3.4266369573329833</c:v>
                </c:pt>
                <c:pt idx="158">
                  <c:v>3.4283930580220878</c:v>
                </c:pt>
                <c:pt idx="159">
                  <c:v>3.4291258717239552</c:v>
                </c:pt>
                <c:pt idx="160">
                  <c:v>3.4267517761734876</c:v>
                </c:pt>
                <c:pt idx="161">
                  <c:v>3.4232207747081169</c:v>
                </c:pt>
                <c:pt idx="162">
                  <c:v>3.4215675496457454</c:v>
                </c:pt>
                <c:pt idx="163">
                  <c:v>3.4209908356850938</c:v>
                </c:pt>
                <c:pt idx="164">
                  <c:v>3.4242756024119183</c:v>
                </c:pt>
                <c:pt idx="165">
                  <c:v>3.424632551778314</c:v>
                </c:pt>
                <c:pt idx="166">
                  <c:v>3.4253400554179536</c:v>
                </c:pt>
                <c:pt idx="167">
                  <c:v>3.4282561232870519</c:v>
                </c:pt>
                <c:pt idx="168">
                  <c:v>3.4343301034726523</c:v>
                </c:pt>
                <c:pt idx="169">
                  <c:v>3.4408939919444621</c:v>
                </c:pt>
                <c:pt idx="170">
                  <c:v>3.4434890707384973</c:v>
                </c:pt>
                <c:pt idx="171">
                  <c:v>3.4462691905054594</c:v>
                </c:pt>
                <c:pt idx="172">
                  <c:v>3.4498407475386794</c:v>
                </c:pt>
                <c:pt idx="173">
                  <c:v>3.4482671987143894</c:v>
                </c:pt>
                <c:pt idx="174">
                  <c:v>3.4453067413751706</c:v>
                </c:pt>
                <c:pt idx="175">
                  <c:v>3.4458796732430419</c:v>
                </c:pt>
                <c:pt idx="176">
                  <c:v>3.4491987018109569</c:v>
                </c:pt>
                <c:pt idx="177">
                  <c:v>3.4504788557451516</c:v>
                </c:pt>
                <c:pt idx="178">
                  <c:v>3.4494371155690779</c:v>
                </c:pt>
                <c:pt idx="179">
                  <c:v>3.4477303037257925</c:v>
                </c:pt>
                <c:pt idx="180">
                  <c:v>3.449675970834158</c:v>
                </c:pt>
                <c:pt idx="181">
                  <c:v>3.4505813979890783</c:v>
                </c:pt>
                <c:pt idx="182">
                  <c:v>3.451568017372812</c:v>
                </c:pt>
                <c:pt idx="183">
                  <c:v>3.4566078598618706</c:v>
                </c:pt>
                <c:pt idx="184">
                  <c:v>3.462981774196257</c:v>
                </c:pt>
                <c:pt idx="185">
                  <c:v>3.4632657622850123</c:v>
                </c:pt>
                <c:pt idx="186">
                  <c:v>3.4664688231932939</c:v>
                </c:pt>
                <c:pt idx="187">
                  <c:v>3.4674385661987603</c:v>
                </c:pt>
                <c:pt idx="188">
                  <c:v>3.4682501866403093</c:v>
                </c:pt>
                <c:pt idx="189">
                  <c:v>3.468769200597047</c:v>
                </c:pt>
                <c:pt idx="190">
                  <c:v>3.4686835482469074</c:v>
                </c:pt>
                <c:pt idx="191">
                  <c:v>3.4681814692356867</c:v>
                </c:pt>
                <c:pt idx="192">
                  <c:v>3.4678200146962346</c:v>
                </c:pt>
                <c:pt idx="193">
                  <c:v>3.4686081586809889</c:v>
                </c:pt>
                <c:pt idx="194">
                  <c:v>3.4686003331953907</c:v>
                </c:pt>
                <c:pt idx="195">
                  <c:v>3.472816129975612</c:v>
                </c:pt>
                <c:pt idx="196">
                  <c:v>3.4740460377147135</c:v>
                </c:pt>
                <c:pt idx="197">
                  <c:v>3.4739756038391567</c:v>
                </c:pt>
                <c:pt idx="198">
                  <c:v>3.4705489737179733</c:v>
                </c:pt>
                <c:pt idx="199">
                  <c:v>3.4665538042726483</c:v>
                </c:pt>
                <c:pt idx="200">
                  <c:v>3.4630178155807045</c:v>
                </c:pt>
                <c:pt idx="201">
                  <c:v>3.4587458392924759</c:v>
                </c:pt>
                <c:pt idx="202">
                  <c:v>3.4606097059736647</c:v>
                </c:pt>
                <c:pt idx="203">
                  <c:v>3.4656028027870946</c:v>
                </c:pt>
                <c:pt idx="204">
                  <c:v>3.4671933451241519</c:v>
                </c:pt>
                <c:pt idx="205">
                  <c:v>3.470012677917393</c:v>
                </c:pt>
                <c:pt idx="206">
                  <c:v>3.4736790147813643</c:v>
                </c:pt>
                <c:pt idx="207">
                  <c:v>3.4767892060522709</c:v>
                </c:pt>
                <c:pt idx="208">
                  <c:v>3.4763325346802816</c:v>
                </c:pt>
                <c:pt idx="209">
                  <c:v>3.4758091957574098</c:v>
                </c:pt>
                <c:pt idx="210">
                  <c:v>3.4768059022236164</c:v>
                </c:pt>
                <c:pt idx="211">
                  <c:v>3.4801261607037755</c:v>
                </c:pt>
                <c:pt idx="212">
                  <c:v>3.4853901670885787</c:v>
                </c:pt>
                <c:pt idx="213">
                  <c:v>3.4911746200751521</c:v>
                </c:pt>
                <c:pt idx="214">
                  <c:v>3.4928526979246866</c:v>
                </c:pt>
                <c:pt idx="215">
                  <c:v>3.4920150691190859</c:v>
                </c:pt>
                <c:pt idx="216">
                  <c:v>3.4947437262942298</c:v>
                </c:pt>
                <c:pt idx="217">
                  <c:v>3.4975834179645107</c:v>
                </c:pt>
                <c:pt idx="218">
                  <c:v>3.5006401238208968</c:v>
                </c:pt>
                <c:pt idx="219">
                  <c:v>3.5047335330698801</c:v>
                </c:pt>
                <c:pt idx="220">
                  <c:v>3.5001614942354324</c:v>
                </c:pt>
                <c:pt idx="221">
                  <c:v>3.4925150892662193</c:v>
                </c:pt>
                <c:pt idx="222">
                  <c:v>3.4876009816519797</c:v>
                </c:pt>
                <c:pt idx="223">
                  <c:v>3.4833144626651262</c:v>
                </c:pt>
                <c:pt idx="224">
                  <c:v>3.4772456611759539</c:v>
                </c:pt>
                <c:pt idx="225">
                  <c:v>3.4710722811046337</c:v>
                </c:pt>
                <c:pt idx="226">
                  <c:v>3.4623663585464679</c:v>
                </c:pt>
                <c:pt idx="227">
                  <c:v>3.4515378282081643</c:v>
                </c:pt>
                <c:pt idx="228">
                  <c:v>3.4435416280873676</c:v>
                </c:pt>
                <c:pt idx="229">
                  <c:v>3.4368105098443076</c:v>
                </c:pt>
                <c:pt idx="230">
                  <c:v>3.4301645213513123</c:v>
                </c:pt>
                <c:pt idx="231">
                  <c:v>3.4301469737022594</c:v>
                </c:pt>
                <c:pt idx="232">
                  <c:v>3.4281904716526941</c:v>
                </c:pt>
                <c:pt idx="233">
                  <c:v>3.4247883339048295</c:v>
                </c:pt>
                <c:pt idx="234">
                  <c:v>3.4236577967678228</c:v>
                </c:pt>
                <c:pt idx="235">
                  <c:v>3.4237109060003932</c:v>
                </c:pt>
                <c:pt idx="236">
                  <c:v>3.4253673409985668</c:v>
                </c:pt>
                <c:pt idx="237">
                  <c:v>3.4250402676872911</c:v>
                </c:pt>
                <c:pt idx="238">
                  <c:v>3.4229589836070087</c:v>
                </c:pt>
                <c:pt idx="239">
                  <c:v>3.4222834013710575</c:v>
                </c:pt>
                <c:pt idx="240">
                  <c:v>3.4251432987424941</c:v>
                </c:pt>
                <c:pt idx="241">
                  <c:v>3.4235766383278063</c:v>
                </c:pt>
                <c:pt idx="242">
                  <c:v>3.4247138205950707</c:v>
                </c:pt>
                <c:pt idx="243">
                  <c:v>3.4289015253687016</c:v>
                </c:pt>
                <c:pt idx="244">
                  <c:v>3.4311246187812663</c:v>
                </c:pt>
                <c:pt idx="245">
                  <c:v>3.4358191127245479</c:v>
                </c:pt>
                <c:pt idx="246">
                  <c:v>3.4395810448555935</c:v>
                </c:pt>
                <c:pt idx="247">
                  <c:v>3.444990514268027</c:v>
                </c:pt>
                <c:pt idx="248">
                  <c:v>3.4576039310986761</c:v>
                </c:pt>
                <c:pt idx="249">
                  <c:v>3.4749153198662057</c:v>
                </c:pt>
                <c:pt idx="250">
                  <c:v>3.5014973321085989</c:v>
                </c:pt>
                <c:pt idx="251">
                  <c:v>3.5471820845342021</c:v>
                </c:pt>
                <c:pt idx="252">
                  <c:v>3.5802963048714758</c:v>
                </c:pt>
                <c:pt idx="253">
                  <c:v>3.6094660389603028</c:v>
                </c:pt>
                <c:pt idx="254">
                  <c:v>3.6728103038858158</c:v>
                </c:pt>
                <c:pt idx="255">
                  <c:v>3.7599630027980355</c:v>
                </c:pt>
                <c:pt idx="256">
                  <c:v>3.8666078735575962</c:v>
                </c:pt>
                <c:pt idx="257">
                  <c:v>4.0496327635214477</c:v>
                </c:pt>
                <c:pt idx="258">
                  <c:v>4.2273543439707542</c:v>
                </c:pt>
                <c:pt idx="259">
                  <c:v>4.4000000000000004</c:v>
                </c:pt>
                <c:pt idx="260">
                  <c:v>4.1927181410199887</c:v>
                </c:pt>
                <c:pt idx="261">
                  <c:v>3.9194378034188997</c:v>
                </c:pt>
                <c:pt idx="262">
                  <c:v>3.6644977550182043</c:v>
                </c:pt>
                <c:pt idx="263">
                  <c:v>3.5707813793773071</c:v>
                </c:pt>
                <c:pt idx="264">
                  <c:v>3.5369386635465396</c:v>
                </c:pt>
                <c:pt idx="265">
                  <c:v>3.5125036500912099</c:v>
                </c:pt>
                <c:pt idx="266">
                  <c:v>3.5046082171761559</c:v>
                </c:pt>
                <c:pt idx="267">
                  <c:v>3.5021716664116136</c:v>
                </c:pt>
                <c:pt idx="268">
                  <c:v>3.4954873501588453</c:v>
                </c:pt>
                <c:pt idx="269">
                  <c:v>3.5022724651535673</c:v>
                </c:pt>
                <c:pt idx="270">
                  <c:v>3.5166061327587275</c:v>
                </c:pt>
                <c:pt idx="271">
                  <c:v>3.5225148924802605</c:v>
                </c:pt>
                <c:pt idx="272">
                  <c:v>3.5300128249662417</c:v>
                </c:pt>
                <c:pt idx="273">
                  <c:v>3.5460313822425973</c:v>
                </c:pt>
                <c:pt idx="274">
                  <c:v>3.5931556005319987</c:v>
                </c:pt>
                <c:pt idx="275">
                  <c:v>3.6668159909279505</c:v>
                </c:pt>
                <c:pt idx="276">
                  <c:v>3.8042499712209534</c:v>
                </c:pt>
                <c:pt idx="277">
                  <c:v>4.0904526588846579</c:v>
                </c:pt>
                <c:pt idx="278">
                  <c:v>4.5117218764211566</c:v>
                </c:pt>
                <c:pt idx="279">
                  <c:v>4.4995403209744769</c:v>
                </c:pt>
                <c:pt idx="280">
                  <c:v>4.3094806933872194</c:v>
                </c:pt>
                <c:pt idx="281">
                  <c:v>3.9411762004898598</c:v>
                </c:pt>
                <c:pt idx="282">
                  <c:v>3.6903763160241216</c:v>
                </c:pt>
                <c:pt idx="283">
                  <c:v>3.5805037230389716</c:v>
                </c:pt>
                <c:pt idx="284">
                  <c:v>3.5255805095689512</c:v>
                </c:pt>
                <c:pt idx="285">
                  <c:v>3.4994083914867078</c:v>
                </c:pt>
                <c:pt idx="286">
                  <c:v>3.4711300689594222</c:v>
                </c:pt>
                <c:pt idx="287">
                  <c:v>3.4650705976836487</c:v>
                </c:pt>
                <c:pt idx="288">
                  <c:v>3.4551596900037271</c:v>
                </c:pt>
                <c:pt idx="289">
                  <c:v>3.4509684419114879</c:v>
                </c:pt>
                <c:pt idx="290">
                  <c:v>3.4456545001885326</c:v>
                </c:pt>
                <c:pt idx="291">
                  <c:v>3.4370389716751482</c:v>
                </c:pt>
                <c:pt idx="292">
                  <c:v>3.4291743383756912</c:v>
                </c:pt>
                <c:pt idx="293">
                  <c:v>3.4357143178940932</c:v>
                </c:pt>
                <c:pt idx="294">
                  <c:v>3.434107777687514</c:v>
                </c:pt>
                <c:pt idx="295">
                  <c:v>3.4248377916946375</c:v>
                </c:pt>
                <c:pt idx="296">
                  <c:v>3.4271257978931793</c:v>
                </c:pt>
                <c:pt idx="297">
                  <c:v>3.4345267768024099</c:v>
                </c:pt>
                <c:pt idx="298">
                  <c:v>3.4344237660204855</c:v>
                </c:pt>
                <c:pt idx="299">
                  <c:v>3.4434747713192175</c:v>
                </c:pt>
                <c:pt idx="300">
                  <c:v>3.4443899521738035</c:v>
                </c:pt>
                <c:pt idx="301">
                  <c:v>3.4476591174863351</c:v>
                </c:pt>
                <c:pt idx="302">
                  <c:v>3.4541963533543463</c:v>
                </c:pt>
                <c:pt idx="303">
                  <c:v>3.4534719125166031</c:v>
                </c:pt>
                <c:pt idx="304">
                  <c:v>3.4544039472235912</c:v>
                </c:pt>
                <c:pt idx="305">
                  <c:v>3.4546655491074314</c:v>
                </c:pt>
                <c:pt idx="306">
                  <c:v>3.4542434324127811</c:v>
                </c:pt>
                <c:pt idx="307">
                  <c:v>3.4466461473453971</c:v>
                </c:pt>
                <c:pt idx="308">
                  <c:v>3.4375398523103353</c:v>
                </c:pt>
                <c:pt idx="309">
                  <c:v>3.4319881613422849</c:v>
                </c:pt>
                <c:pt idx="310">
                  <c:v>3.4273224036453409</c:v>
                </c:pt>
                <c:pt idx="311">
                  <c:v>3.4238206610263822</c:v>
                </c:pt>
                <c:pt idx="312">
                  <c:v>3.4161347209110167</c:v>
                </c:pt>
                <c:pt idx="313">
                  <c:v>3.4205276768639035</c:v>
                </c:pt>
                <c:pt idx="314">
                  <c:v>3.4233764419527191</c:v>
                </c:pt>
                <c:pt idx="315">
                  <c:v>3.4273359980050371</c:v>
                </c:pt>
                <c:pt idx="316">
                  <c:v>3.4295895125986622</c:v>
                </c:pt>
                <c:pt idx="317">
                  <c:v>3.434607086017305</c:v>
                </c:pt>
                <c:pt idx="318">
                  <c:v>3.4399050433862581</c:v>
                </c:pt>
                <c:pt idx="319">
                  <c:v>3.4476796836013359</c:v>
                </c:pt>
                <c:pt idx="320">
                  <c:v>3.4607544526787795</c:v>
                </c:pt>
                <c:pt idx="321">
                  <c:v>3.4938314377607456</c:v>
                </c:pt>
                <c:pt idx="322">
                  <c:v>3.5369889863295745</c:v>
                </c:pt>
                <c:pt idx="323">
                  <c:v>3.5620445152905931</c:v>
                </c:pt>
                <c:pt idx="324">
                  <c:v>3.5642922542523605</c:v>
                </c:pt>
                <c:pt idx="325">
                  <c:v>3.5417724979872687</c:v>
                </c:pt>
                <c:pt idx="326">
                  <c:v>3.5211453829436743</c:v>
                </c:pt>
                <c:pt idx="327">
                  <c:v>3.5223088709164116</c:v>
                </c:pt>
                <c:pt idx="328">
                  <c:v>3.5354725991410185</c:v>
                </c:pt>
                <c:pt idx="329">
                  <c:v>3.576502714889366</c:v>
                </c:pt>
                <c:pt idx="330">
                  <c:v>3.6295778703304511</c:v>
                </c:pt>
                <c:pt idx="331">
                  <c:v>3.6643543823908704</c:v>
                </c:pt>
                <c:pt idx="332">
                  <c:v>3.6839638329032027</c:v>
                </c:pt>
                <c:pt idx="333">
                  <c:v>3.680666442681475</c:v>
                </c:pt>
                <c:pt idx="334">
                  <c:v>3.6309831779721398</c:v>
                </c:pt>
                <c:pt idx="335">
                  <c:v>3.5858500299251612</c:v>
                </c:pt>
                <c:pt idx="336">
                  <c:v>3.5446373105025097</c:v>
                </c:pt>
                <c:pt idx="337">
                  <c:v>3.502922696780733</c:v>
                </c:pt>
                <c:pt idx="338">
                  <c:v>3.4748565453785174</c:v>
                </c:pt>
                <c:pt idx="339">
                  <c:v>3.4559255153611623</c:v>
                </c:pt>
                <c:pt idx="340">
                  <c:v>3.4482626394792564</c:v>
                </c:pt>
                <c:pt idx="341">
                  <c:v>3.4390715278036574</c:v>
                </c:pt>
                <c:pt idx="342">
                  <c:v>3.4312253544507971</c:v>
                </c:pt>
                <c:pt idx="343">
                  <c:v>3.4259821259241279</c:v>
                </c:pt>
                <c:pt idx="344">
                  <c:v>3.4212730352201453</c:v>
                </c:pt>
                <c:pt idx="345">
                  <c:v>3.4188741792385624</c:v>
                </c:pt>
                <c:pt idx="346">
                  <c:v>3.4178438698128248</c:v>
                </c:pt>
                <c:pt idx="347">
                  <c:v>3.4143284438570016</c:v>
                </c:pt>
                <c:pt idx="348">
                  <c:v>3.4124351234806665</c:v>
                </c:pt>
                <c:pt idx="349">
                  <c:v>3.4095950184607573</c:v>
                </c:pt>
                <c:pt idx="350">
                  <c:v>3.4071736197194955</c:v>
                </c:pt>
                <c:pt idx="351">
                  <c:v>3.4099127750741531</c:v>
                </c:pt>
                <c:pt idx="352">
                  <c:v>3.4111711160867042</c:v>
                </c:pt>
                <c:pt idx="353">
                  <c:v>3.4116429597552531</c:v>
                </c:pt>
                <c:pt idx="354">
                  <c:v>3.4105727727902106</c:v>
                </c:pt>
                <c:pt idx="355">
                  <c:v>3.4129568146364928</c:v>
                </c:pt>
                <c:pt idx="356">
                  <c:v>3.4132543148655357</c:v>
                </c:pt>
                <c:pt idx="357">
                  <c:v>3.4140000944554583</c:v>
                </c:pt>
                <c:pt idx="358">
                  <c:v>3.4141932053196218</c:v>
                </c:pt>
                <c:pt idx="359">
                  <c:v>3.4160794086488222</c:v>
                </c:pt>
                <c:pt idx="360">
                  <c:v>3.4166755275161194</c:v>
                </c:pt>
                <c:pt idx="361">
                  <c:v>3.4192274343630524</c:v>
                </c:pt>
                <c:pt idx="362">
                  <c:v>3.4209507441500686</c:v>
                </c:pt>
                <c:pt idx="363">
                  <c:v>3.4236747700073114</c:v>
                </c:pt>
                <c:pt idx="364">
                  <c:v>3.4238767279050633</c:v>
                </c:pt>
                <c:pt idx="365">
                  <c:v>3.424885388847974</c:v>
                </c:pt>
                <c:pt idx="366">
                  <c:v>3.4249004023371827</c:v>
                </c:pt>
                <c:pt idx="367">
                  <c:v>3.4258618625819861</c:v>
                </c:pt>
                <c:pt idx="368">
                  <c:v>3.423165584085595</c:v>
                </c:pt>
                <c:pt idx="369">
                  <c:v>3.4205815677439988</c:v>
                </c:pt>
                <c:pt idx="370">
                  <c:v>3.4197664242571202</c:v>
                </c:pt>
                <c:pt idx="371">
                  <c:v>3.4192943114044816</c:v>
                </c:pt>
                <c:pt idx="372">
                  <c:v>3.4166836188069278</c:v>
                </c:pt>
                <c:pt idx="373">
                  <c:v>3.4112355209144187</c:v>
                </c:pt>
                <c:pt idx="374">
                  <c:v>3.4097478643407335</c:v>
                </c:pt>
                <c:pt idx="375">
                  <c:v>3.4124563957815433</c:v>
                </c:pt>
                <c:pt idx="376">
                  <c:v>3.4124662576053626</c:v>
                </c:pt>
                <c:pt idx="377">
                  <c:v>3.4113729129245196</c:v>
                </c:pt>
                <c:pt idx="378">
                  <c:v>3.409466993831733</c:v>
                </c:pt>
                <c:pt idx="379">
                  <c:v>3.4069595457219561</c:v>
                </c:pt>
                <c:pt idx="380">
                  <c:v>3.4050175368141118</c:v>
                </c:pt>
                <c:pt idx="381">
                  <c:v>3.4054182122638954</c:v>
                </c:pt>
                <c:pt idx="382">
                  <c:v>3.4055063661113745</c:v>
                </c:pt>
                <c:pt idx="383">
                  <c:v>3.4075231586393611</c:v>
                </c:pt>
                <c:pt idx="384">
                  <c:v>3.4066985790675171</c:v>
                </c:pt>
                <c:pt idx="385">
                  <c:v>3.4050017777187618</c:v>
                </c:pt>
                <c:pt idx="386">
                  <c:v>3.4052436182241386</c:v>
                </c:pt>
                <c:pt idx="387">
                  <c:v>3.4057354434614835</c:v>
                </c:pt>
                <c:pt idx="388">
                  <c:v>3.4057211412264707</c:v>
                </c:pt>
                <c:pt idx="389">
                  <c:v>3.4056386115244055</c:v>
                </c:pt>
                <c:pt idx="390">
                  <c:v>3.4063563982215448</c:v>
                </c:pt>
                <c:pt idx="391">
                  <c:v>3.4051680946293219</c:v>
                </c:pt>
                <c:pt idx="392">
                  <c:v>3.4057762073935871</c:v>
                </c:pt>
                <c:pt idx="393">
                  <c:v>3.4070533096361832</c:v>
                </c:pt>
                <c:pt idx="394">
                  <c:v>3.4085291772982744</c:v>
                </c:pt>
                <c:pt idx="395">
                  <c:v>3.4104219531118165</c:v>
                </c:pt>
                <c:pt idx="396">
                  <c:v>3.4118703009242957</c:v>
                </c:pt>
                <c:pt idx="397">
                  <c:v>3.4112557772987717</c:v>
                </c:pt>
                <c:pt idx="398">
                  <c:v>3.4124332831174731</c:v>
                </c:pt>
                <c:pt idx="399">
                  <c:v>3.4115762505315201</c:v>
                </c:pt>
                <c:pt idx="400">
                  <c:v>3.4166143134772216</c:v>
                </c:pt>
                <c:pt idx="401">
                  <c:v>3.4210168485543186</c:v>
                </c:pt>
                <c:pt idx="402">
                  <c:v>3.4237759179001768</c:v>
                </c:pt>
                <c:pt idx="403">
                  <c:v>3.4264806706270861</c:v>
                </c:pt>
                <c:pt idx="404">
                  <c:v>3.4318463002005126</c:v>
                </c:pt>
                <c:pt idx="405">
                  <c:v>3.4318158407254811</c:v>
                </c:pt>
                <c:pt idx="406">
                  <c:v>3.4316666158783491</c:v>
                </c:pt>
                <c:pt idx="407">
                  <c:v>3.4304879094310281</c:v>
                </c:pt>
                <c:pt idx="408">
                  <c:v>3.4261415752615108</c:v>
                </c:pt>
                <c:pt idx="409">
                  <c:v>3.4235865406981834</c:v>
                </c:pt>
                <c:pt idx="410">
                  <c:v>3.4208324135271675</c:v>
                </c:pt>
                <c:pt idx="411">
                  <c:v>3.4186457252917748</c:v>
                </c:pt>
                <c:pt idx="412">
                  <c:v>3.4162623817473166</c:v>
                </c:pt>
                <c:pt idx="413">
                  <c:v>3.4134909029022755</c:v>
                </c:pt>
                <c:pt idx="414">
                  <c:v>3.4122356580699074</c:v>
                </c:pt>
                <c:pt idx="415">
                  <c:v>3.4090927254538168</c:v>
                </c:pt>
                <c:pt idx="416">
                  <c:v>3.4066902163400319</c:v>
                </c:pt>
                <c:pt idx="417">
                  <c:v>3.4045280790452073</c:v>
                </c:pt>
                <c:pt idx="418">
                  <c:v>3.4057038954240126</c:v>
                </c:pt>
                <c:pt idx="419">
                  <c:v>3.4121700751394388</c:v>
                </c:pt>
                <c:pt idx="420">
                  <c:v>3.4129837274140358</c:v>
                </c:pt>
                <c:pt idx="421">
                  <c:v>3.4120178825095557</c:v>
                </c:pt>
                <c:pt idx="422">
                  <c:v>3.412828208840144</c:v>
                </c:pt>
                <c:pt idx="423">
                  <c:v>3.4086808968849862</c:v>
                </c:pt>
                <c:pt idx="424">
                  <c:v>3.4097169228121853</c:v>
                </c:pt>
                <c:pt idx="425">
                  <c:v>3.4062703713788949</c:v>
                </c:pt>
                <c:pt idx="426">
                  <c:v>3.4069613928429088</c:v>
                </c:pt>
                <c:pt idx="427">
                  <c:v>3.4142091682740521</c:v>
                </c:pt>
                <c:pt idx="428">
                  <c:v>3.4224334078657148</c:v>
                </c:pt>
                <c:pt idx="429">
                  <c:v>3.4331039012383888</c:v>
                </c:pt>
                <c:pt idx="430">
                  <c:v>3.4284613136464719</c:v>
                </c:pt>
                <c:pt idx="431">
                  <c:v>3.4342354790703715</c:v>
                </c:pt>
                <c:pt idx="432">
                  <c:v>3.4299489668412773</c:v>
                </c:pt>
                <c:pt idx="433">
                  <c:v>3.4298693807066574</c:v>
                </c:pt>
                <c:pt idx="434">
                  <c:v>3.429710956296145</c:v>
                </c:pt>
                <c:pt idx="435">
                  <c:v>3.429241611872349</c:v>
                </c:pt>
                <c:pt idx="436">
                  <c:v>3.455559222265848</c:v>
                </c:pt>
                <c:pt idx="437">
                  <c:v>3.4522340306211925</c:v>
                </c:pt>
                <c:pt idx="438">
                  <c:v>3.4442783139854769</c:v>
                </c:pt>
                <c:pt idx="439">
                  <c:v>3.4086075858932867</c:v>
                </c:pt>
                <c:pt idx="440">
                  <c:v>3.4101195185919839</c:v>
                </c:pt>
                <c:pt idx="441">
                  <c:v>3.4142217039180802</c:v>
                </c:pt>
                <c:pt idx="442">
                  <c:v>3.4175206112568342</c:v>
                </c:pt>
                <c:pt idx="443">
                  <c:v>3.4140765247163523</c:v>
                </c:pt>
                <c:pt idx="444">
                  <c:v>3.4193948353308787</c:v>
                </c:pt>
                <c:pt idx="445">
                  <c:v>3.4156415801631392</c:v>
                </c:pt>
                <c:pt idx="446">
                  <c:v>3.4104012394523986</c:v>
                </c:pt>
                <c:pt idx="447">
                  <c:v>3.4107604920885195</c:v>
                </c:pt>
                <c:pt idx="448">
                  <c:v>3.4132416632133014</c:v>
                </c:pt>
                <c:pt idx="449">
                  <c:v>3.410263396924992</c:v>
                </c:pt>
                <c:pt idx="450">
                  <c:v>3.4042038932682877</c:v>
                </c:pt>
                <c:pt idx="451">
                  <c:v>3.3979054845080254</c:v>
                </c:pt>
                <c:pt idx="452">
                  <c:v>3.3997316698689795</c:v>
                </c:pt>
                <c:pt idx="453">
                  <c:v>3.402446877184333</c:v>
                </c:pt>
                <c:pt idx="454">
                  <c:v>3.4049812009039755</c:v>
                </c:pt>
                <c:pt idx="455">
                  <c:v>3.4085066953584318</c:v>
                </c:pt>
                <c:pt idx="456">
                  <c:v>3.4138305591618963</c:v>
                </c:pt>
                <c:pt idx="457">
                  <c:v>3.4047097476145289</c:v>
                </c:pt>
                <c:pt idx="458">
                  <c:v>3.40132446104412</c:v>
                </c:pt>
                <c:pt idx="459">
                  <c:v>3.3999203355000067</c:v>
                </c:pt>
                <c:pt idx="460">
                  <c:v>3.4014237709671655</c:v>
                </c:pt>
                <c:pt idx="461">
                  <c:v>3.4031873623511948</c:v>
                </c:pt>
                <c:pt idx="462">
                  <c:v>3.4034059246273913</c:v>
                </c:pt>
                <c:pt idx="463">
                  <c:v>3.4059478161930481</c:v>
                </c:pt>
                <c:pt idx="464">
                  <c:v>3.4075091852819814</c:v>
                </c:pt>
                <c:pt idx="465">
                  <c:v>3.4066542391543004</c:v>
                </c:pt>
                <c:pt idx="466">
                  <c:v>3.4059033653399449</c:v>
                </c:pt>
                <c:pt idx="467">
                  <c:v>3.4031241223922888</c:v>
                </c:pt>
                <c:pt idx="468">
                  <c:v>3.4099117771783214</c:v>
                </c:pt>
                <c:pt idx="469">
                  <c:v>3.4076171900482386</c:v>
                </c:pt>
                <c:pt idx="470">
                  <c:v>3.4037292898996685</c:v>
                </c:pt>
                <c:pt idx="471">
                  <c:v>3.4062847693488352</c:v>
                </c:pt>
                <c:pt idx="472">
                  <c:v>3.4056345664421479</c:v>
                </c:pt>
                <c:pt idx="473">
                  <c:v>3.4051558659002081</c:v>
                </c:pt>
                <c:pt idx="474">
                  <c:v>3.4121623971982582</c:v>
                </c:pt>
                <c:pt idx="475">
                  <c:v>3.4096469338224678</c:v>
                </c:pt>
                <c:pt idx="476">
                  <c:v>3.405735427693378</c:v>
                </c:pt>
                <c:pt idx="477">
                  <c:v>3.4069995736214116</c:v>
                </c:pt>
                <c:pt idx="478">
                  <c:v>3.4051389641803422</c:v>
                </c:pt>
                <c:pt idx="479">
                  <c:v>3.4070679891794393</c:v>
                </c:pt>
                <c:pt idx="480">
                  <c:v>3.4095728496304423</c:v>
                </c:pt>
                <c:pt idx="481">
                  <c:v>3.4123751990475557</c:v>
                </c:pt>
                <c:pt idx="482">
                  <c:v>3.4105526662028618</c:v>
                </c:pt>
                <c:pt idx="483">
                  <c:v>3.408115155273312</c:v>
                </c:pt>
                <c:pt idx="484">
                  <c:v>3.4100838455054339</c:v>
                </c:pt>
                <c:pt idx="485">
                  <c:v>3.4077355921907619</c:v>
                </c:pt>
                <c:pt idx="486">
                  <c:v>3.4081981039564715</c:v>
                </c:pt>
                <c:pt idx="487">
                  <c:v>3.4135732202980607</c:v>
                </c:pt>
                <c:pt idx="488">
                  <c:v>3.4151422785911074</c:v>
                </c:pt>
                <c:pt idx="489">
                  <c:v>3.4111783040903152</c:v>
                </c:pt>
                <c:pt idx="490">
                  <c:v>3.4116381977873327</c:v>
                </c:pt>
                <c:pt idx="491">
                  <c:v>3.4113468133307134</c:v>
                </c:pt>
                <c:pt idx="492">
                  <c:v>3.4113214019020912</c:v>
                </c:pt>
                <c:pt idx="493">
                  <c:v>3.4102264905473181</c:v>
                </c:pt>
                <c:pt idx="494">
                  <c:v>3.4115373596251146</c:v>
                </c:pt>
                <c:pt idx="495">
                  <c:v>3.4111928118738484</c:v>
                </c:pt>
                <c:pt idx="496">
                  <c:v>3.4111843691795416</c:v>
                </c:pt>
                <c:pt idx="497">
                  <c:v>3.4101536227520177</c:v>
                </c:pt>
                <c:pt idx="498">
                  <c:v>3.4116948807484295</c:v>
                </c:pt>
                <c:pt idx="499">
                  <c:v>3.4127428358107341</c:v>
                </c:pt>
                <c:pt idx="500">
                  <c:v>3.4135131674675181</c:v>
                </c:pt>
                <c:pt idx="501">
                  <c:v>3.4106897687555939</c:v>
                </c:pt>
                <c:pt idx="502">
                  <c:v>3.41213280496904</c:v>
                </c:pt>
                <c:pt idx="503">
                  <c:v>3.4126821984339872</c:v>
                </c:pt>
                <c:pt idx="504">
                  <c:v>3.413794936758543</c:v>
                </c:pt>
                <c:pt idx="505">
                  <c:v>3.4207058069013625</c:v>
                </c:pt>
                <c:pt idx="506">
                  <c:v>3.4273502636355189</c:v>
                </c:pt>
                <c:pt idx="507">
                  <c:v>3.4368224710787709</c:v>
                </c:pt>
                <c:pt idx="508">
                  <c:v>3.446279300113797</c:v>
                </c:pt>
                <c:pt idx="509">
                  <c:v>3.457284969351488</c:v>
                </c:pt>
                <c:pt idx="510">
                  <c:v>3.4731769898322207</c:v>
                </c:pt>
                <c:pt idx="511">
                  <c:v>3.4920575168596191</c:v>
                </c:pt>
                <c:pt idx="512">
                  <c:v>3.5058343630957558</c:v>
                </c:pt>
                <c:pt idx="513">
                  <c:v>3.5173983584302708</c:v>
                </c:pt>
                <c:pt idx="514">
                  <c:v>3.5187009120848995</c:v>
                </c:pt>
                <c:pt idx="515">
                  <c:v>3.5106000252578018</c:v>
                </c:pt>
                <c:pt idx="516">
                  <c:v>3.5057427188654517</c:v>
                </c:pt>
                <c:pt idx="517">
                  <c:v>3.4956278755168064</c:v>
                </c:pt>
                <c:pt idx="518">
                  <c:v>3.491482458550065</c:v>
                </c:pt>
                <c:pt idx="519">
                  <c:v>3.4796367187029769</c:v>
                </c:pt>
                <c:pt idx="520">
                  <c:v>3.4677168777694649</c:v>
                </c:pt>
                <c:pt idx="521">
                  <c:v>3.4618308466459995</c:v>
                </c:pt>
                <c:pt idx="522">
                  <c:v>3.4568184136298132</c:v>
                </c:pt>
                <c:pt idx="523">
                  <c:v>3.4547013427073612</c:v>
                </c:pt>
                <c:pt idx="524">
                  <c:v>3.4590270792256663</c:v>
                </c:pt>
                <c:pt idx="525">
                  <c:v>3.4570838854573083</c:v>
                </c:pt>
                <c:pt idx="526">
                  <c:v>3.4561545718748459</c:v>
                </c:pt>
                <c:pt idx="527">
                  <c:v>3.457973603073782</c:v>
                </c:pt>
                <c:pt idx="528">
                  <c:v>3.4609201214075656</c:v>
                </c:pt>
                <c:pt idx="529">
                  <c:v>3.4649226703263567</c:v>
                </c:pt>
                <c:pt idx="530">
                  <c:v>3.4639566846352188</c:v>
                </c:pt>
                <c:pt idx="531">
                  <c:v>3.4681743150208741</c:v>
                </c:pt>
                <c:pt idx="532">
                  <c:v>3.4732306464433171</c:v>
                </c:pt>
                <c:pt idx="533">
                  <c:v>3.4758998218186035</c:v>
                </c:pt>
                <c:pt idx="534">
                  <c:v>3.4802613969885692</c:v>
                </c:pt>
                <c:pt idx="535">
                  <c:v>3.4814965172128964</c:v>
                </c:pt>
                <c:pt idx="536">
                  <c:v>3.4909124099929496</c:v>
                </c:pt>
                <c:pt idx="537">
                  <c:v>3.5030835224484842</c:v>
                </c:pt>
                <c:pt idx="538">
                  <c:v>3.5065087064091167</c:v>
                </c:pt>
                <c:pt idx="539">
                  <c:v>3.5121803859037528</c:v>
                </c:pt>
                <c:pt idx="540">
                  <c:v>3.5276054677231019</c:v>
                </c:pt>
                <c:pt idx="541">
                  <c:v>3.5375474025298597</c:v>
                </c:pt>
                <c:pt idx="542">
                  <c:v>3.5547752383578937</c:v>
                </c:pt>
                <c:pt idx="543">
                  <c:v>3.57871379976315</c:v>
                </c:pt>
                <c:pt idx="544">
                  <c:v>3.6073517612451464</c:v>
                </c:pt>
                <c:pt idx="545">
                  <c:v>3.6292270615149298</c:v>
                </c:pt>
                <c:pt idx="546">
                  <c:v>3.6430260822128484</c:v>
                </c:pt>
                <c:pt idx="547">
                  <c:v>3.6649696809061605</c:v>
                </c:pt>
                <c:pt idx="548">
                  <c:v>3.6930818166097574</c:v>
                </c:pt>
                <c:pt idx="549">
                  <c:v>3.7078666232343953</c:v>
                </c:pt>
                <c:pt idx="550">
                  <c:v>3.7222317099164473</c:v>
                </c:pt>
                <c:pt idx="551">
                  <c:v>3.7228226444558503</c:v>
                </c:pt>
                <c:pt idx="552">
                  <c:v>3.7159462005929376</c:v>
                </c:pt>
                <c:pt idx="553">
                  <c:v>3.6985695498885196</c:v>
                </c:pt>
                <c:pt idx="554">
                  <c:v>3.6740050577595613</c:v>
                </c:pt>
                <c:pt idx="555">
                  <c:v>3.6639634234730756</c:v>
                </c:pt>
                <c:pt idx="556">
                  <c:v>3.6290983216896833</c:v>
                </c:pt>
                <c:pt idx="557">
                  <c:v>3.5928403645629277</c:v>
                </c:pt>
                <c:pt idx="558">
                  <c:v>3.5728697793784314</c:v>
                </c:pt>
                <c:pt idx="559">
                  <c:v>3.5382805203309089</c:v>
                </c:pt>
                <c:pt idx="560">
                  <c:v>3.5208701168699554</c:v>
                </c:pt>
                <c:pt idx="561">
                  <c:v>3.514424565778806</c:v>
                </c:pt>
                <c:pt idx="562">
                  <c:v>3.5052703875119198</c:v>
                </c:pt>
                <c:pt idx="563">
                  <c:v>3.4908103227715017</c:v>
                </c:pt>
                <c:pt idx="564">
                  <c:v>3.4804710767529392</c:v>
                </c:pt>
                <c:pt idx="565">
                  <c:v>3.467309046978575</c:v>
                </c:pt>
                <c:pt idx="566">
                  <c:v>3.4602179856816226</c:v>
                </c:pt>
                <c:pt idx="567">
                  <c:v>3.46443553046899</c:v>
                </c:pt>
                <c:pt idx="568">
                  <c:v>3.4561459444684437</c:v>
                </c:pt>
                <c:pt idx="569">
                  <c:v>3.4354434623847965</c:v>
                </c:pt>
                <c:pt idx="570">
                  <c:v>3.430683569096848</c:v>
                </c:pt>
                <c:pt idx="571">
                  <c:v>3.4287561704652241</c:v>
                </c:pt>
                <c:pt idx="572">
                  <c:v>3.4113208590287378</c:v>
                </c:pt>
                <c:pt idx="573">
                  <c:v>3.4280855236463559</c:v>
                </c:pt>
                <c:pt idx="574">
                  <c:v>3.4114186989982871</c:v>
                </c:pt>
                <c:pt idx="575">
                  <c:v>3.4039572820662181</c:v>
                </c:pt>
                <c:pt idx="576">
                  <c:v>3.4267893065176303</c:v>
                </c:pt>
                <c:pt idx="577">
                  <c:v>3.4296125768321222</c:v>
                </c:pt>
                <c:pt idx="578">
                  <c:v>3.4485930263453151</c:v>
                </c:pt>
                <c:pt idx="579">
                  <c:v>3.4460471935979542</c:v>
                </c:pt>
                <c:pt idx="580">
                  <c:v>3.4113447364459346</c:v>
                </c:pt>
                <c:pt idx="581">
                  <c:v>3.4122358382768296</c:v>
                </c:pt>
                <c:pt idx="582">
                  <c:v>3.4284703758020738</c:v>
                </c:pt>
                <c:pt idx="583">
                  <c:v>3.3074964619974958</c:v>
                </c:pt>
                <c:pt idx="584">
                  <c:v>3.3542418628104884</c:v>
                </c:pt>
                <c:pt idx="585">
                  <c:v>3.3786584275821543</c:v>
                </c:pt>
                <c:pt idx="586">
                  <c:v>3.4439910686566026</c:v>
                </c:pt>
                <c:pt idx="587">
                  <c:v>3.5079045982391186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2-37F8-4EA4-8385-84A4706AD5FD}"/>
            </c:ext>
          </c:extLst>
        </c:ser>
        <c:ser>
          <c:idx val="19"/>
          <c:order val="19"/>
          <c:tx>
            <c:strRef>
              <c:f>'Fully separated 0.5%'!$U$1</c:f>
              <c:strCache>
                <c:ptCount val="1"/>
                <c:pt idx="0">
                  <c:v>E10/O-PTIR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0.5%'!$A$2:$A$589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0.5%'!$U$2:$U$589</c:f>
              <c:numCache>
                <c:formatCode>General</c:formatCode>
                <c:ptCount val="588"/>
                <c:pt idx="0">
                  <c:v>3.2330107041909977</c:v>
                </c:pt>
                <c:pt idx="1">
                  <c:v>3.2242073006000243</c:v>
                </c:pt>
                <c:pt idx="2">
                  <c:v>3.1998660263850991</c:v>
                </c:pt>
                <c:pt idx="3">
                  <c:v>3.136672830789359</c:v>
                </c:pt>
                <c:pt idx="4">
                  <c:v>3.1624137238608108</c:v>
                </c:pt>
                <c:pt idx="5">
                  <c:v>3.1839870547987652</c:v>
                </c:pt>
                <c:pt idx="6">
                  <c:v>3.2245581634058911</c:v>
                </c:pt>
                <c:pt idx="7">
                  <c:v>3.2281871914994262</c:v>
                </c:pt>
                <c:pt idx="8">
                  <c:v>3.2280630821440366</c:v>
                </c:pt>
                <c:pt idx="9">
                  <c:v>3.197884124122377</c:v>
                </c:pt>
                <c:pt idx="10">
                  <c:v>3.1698736585046214</c:v>
                </c:pt>
                <c:pt idx="11">
                  <c:v>3.1962206722310471</c:v>
                </c:pt>
                <c:pt idx="12">
                  <c:v>3.1877519186112937</c:v>
                </c:pt>
                <c:pt idx="13">
                  <c:v>3.2131173618882531</c:v>
                </c:pt>
                <c:pt idx="14">
                  <c:v>3.2314230717685639</c:v>
                </c:pt>
                <c:pt idx="15">
                  <c:v>3.2472467026395195</c:v>
                </c:pt>
                <c:pt idx="16">
                  <c:v>3.2389570847243649</c:v>
                </c:pt>
                <c:pt idx="17">
                  <c:v>3.2301796649081997</c:v>
                </c:pt>
                <c:pt idx="18">
                  <c:v>3.217860234692941</c:v>
                </c:pt>
                <c:pt idx="19">
                  <c:v>3.1943058181300814</c:v>
                </c:pt>
                <c:pt idx="20">
                  <c:v>3.2124541154580712</c:v>
                </c:pt>
                <c:pt idx="21">
                  <c:v>3.2174352781324504</c:v>
                </c:pt>
                <c:pt idx="22">
                  <c:v>3.2216282433977432</c:v>
                </c:pt>
                <c:pt idx="23">
                  <c:v>3.2207136256431919</c:v>
                </c:pt>
                <c:pt idx="24">
                  <c:v>3.2156940980627478</c:v>
                </c:pt>
                <c:pt idx="25">
                  <c:v>3.2089912524153514</c:v>
                </c:pt>
                <c:pt idx="26">
                  <c:v>3.2131678253253853</c:v>
                </c:pt>
                <c:pt idx="27">
                  <c:v>3.223756916199525</c:v>
                </c:pt>
                <c:pt idx="28">
                  <c:v>3.2271298374851862</c:v>
                </c:pt>
                <c:pt idx="29">
                  <c:v>3.2172919627740129</c:v>
                </c:pt>
                <c:pt idx="30">
                  <c:v>3.2155025507276918</c:v>
                </c:pt>
                <c:pt idx="31">
                  <c:v>3.2259995293826615</c:v>
                </c:pt>
                <c:pt idx="32">
                  <c:v>3.2391358301164064</c:v>
                </c:pt>
                <c:pt idx="33">
                  <c:v>3.2548649829567688</c:v>
                </c:pt>
                <c:pt idx="34">
                  <c:v>3.2623815364713491</c:v>
                </c:pt>
                <c:pt idx="35">
                  <c:v>3.2555632000022139</c:v>
                </c:pt>
                <c:pt idx="36">
                  <c:v>3.2475168560666523</c:v>
                </c:pt>
                <c:pt idx="37">
                  <c:v>3.2496319038330643</c:v>
                </c:pt>
                <c:pt idx="38">
                  <c:v>3.259253001034879</c:v>
                </c:pt>
                <c:pt idx="39">
                  <c:v>3.257713772002294</c:v>
                </c:pt>
                <c:pt idx="40">
                  <c:v>3.2707861834735068</c:v>
                </c:pt>
                <c:pt idx="41">
                  <c:v>3.2874546900784565</c:v>
                </c:pt>
                <c:pt idx="42">
                  <c:v>3.2966475723241526</c:v>
                </c:pt>
                <c:pt idx="43">
                  <c:v>3.3165981820882653</c:v>
                </c:pt>
                <c:pt idx="44">
                  <c:v>3.3471640579899793</c:v>
                </c:pt>
                <c:pt idx="45">
                  <c:v>3.3862036650582281</c:v>
                </c:pt>
                <c:pt idx="46">
                  <c:v>3.4187832479895177</c:v>
                </c:pt>
                <c:pt idx="47">
                  <c:v>3.4267371677647165</c:v>
                </c:pt>
                <c:pt idx="48">
                  <c:v>3.4019582024992263</c:v>
                </c:pt>
                <c:pt idx="49">
                  <c:v>3.3496923012073525</c:v>
                </c:pt>
                <c:pt idx="50">
                  <c:v>3.2984429019875585</c:v>
                </c:pt>
                <c:pt idx="51">
                  <c:v>3.2651481398223958</c:v>
                </c:pt>
                <c:pt idx="52">
                  <c:v>3.2440072118827139</c:v>
                </c:pt>
                <c:pt idx="53">
                  <c:v>3.2361357928317127</c:v>
                </c:pt>
                <c:pt idx="54">
                  <c:v>3.2267028888249993</c:v>
                </c:pt>
                <c:pt idx="55">
                  <c:v>3.2289197591384071</c:v>
                </c:pt>
                <c:pt idx="56">
                  <c:v>3.2278307693455677</c:v>
                </c:pt>
                <c:pt idx="57">
                  <c:v>3.2284004913277631</c:v>
                </c:pt>
                <c:pt idx="58">
                  <c:v>3.2319527170287921</c:v>
                </c:pt>
                <c:pt idx="59">
                  <c:v>3.2375926199729537</c:v>
                </c:pt>
                <c:pt idx="60">
                  <c:v>3.2390723361852873</c:v>
                </c:pt>
                <c:pt idx="61">
                  <c:v>3.2440946758692575</c:v>
                </c:pt>
                <c:pt idx="62">
                  <c:v>3.2542858718535208</c:v>
                </c:pt>
                <c:pt idx="63">
                  <c:v>3.2565124216094872</c:v>
                </c:pt>
                <c:pt idx="64">
                  <c:v>3.2638634918655125</c:v>
                </c:pt>
                <c:pt idx="65">
                  <c:v>3.2818308968893648</c:v>
                </c:pt>
                <c:pt idx="66">
                  <c:v>3.2987922699465209</c:v>
                </c:pt>
                <c:pt idx="67">
                  <c:v>3.3084311292651694</c:v>
                </c:pt>
                <c:pt idx="68">
                  <c:v>3.2990102025648511</c:v>
                </c:pt>
                <c:pt idx="69">
                  <c:v>3.2891657894427344</c:v>
                </c:pt>
                <c:pt idx="70">
                  <c:v>3.2809361507153576</c:v>
                </c:pt>
                <c:pt idx="71">
                  <c:v>3.2770405796823576</c:v>
                </c:pt>
                <c:pt idx="72">
                  <c:v>3.2646686584122131</c:v>
                </c:pt>
                <c:pt idx="73">
                  <c:v>3.2567590775257749</c:v>
                </c:pt>
                <c:pt idx="74">
                  <c:v>3.2521768158288324</c:v>
                </c:pt>
                <c:pt idx="75">
                  <c:v>3.2429808635876349</c:v>
                </c:pt>
                <c:pt idx="76">
                  <c:v>3.2395043222324604</c:v>
                </c:pt>
                <c:pt idx="77">
                  <c:v>3.2330326790581982</c:v>
                </c:pt>
                <c:pt idx="78">
                  <c:v>3.2310609976109137</c:v>
                </c:pt>
                <c:pt idx="79">
                  <c:v>3.230593169211827</c:v>
                </c:pt>
                <c:pt idx="80">
                  <c:v>3.2327503290392765</c:v>
                </c:pt>
                <c:pt idx="81">
                  <c:v>3.2313318799303388</c:v>
                </c:pt>
                <c:pt idx="82">
                  <c:v>3.2283765737772923</c:v>
                </c:pt>
                <c:pt idx="83">
                  <c:v>3.2311988601755295</c:v>
                </c:pt>
                <c:pt idx="84">
                  <c:v>3.2285688778013806</c:v>
                </c:pt>
                <c:pt idx="85">
                  <c:v>3.2230639712690921</c:v>
                </c:pt>
                <c:pt idx="86">
                  <c:v>3.2221327511394691</c:v>
                </c:pt>
                <c:pt idx="87">
                  <c:v>3.2256944895026169</c:v>
                </c:pt>
                <c:pt idx="88">
                  <c:v>3.2273613627093565</c:v>
                </c:pt>
                <c:pt idx="89">
                  <c:v>3.2289652654902463</c:v>
                </c:pt>
                <c:pt idx="90">
                  <c:v>3.2278397384269941</c:v>
                </c:pt>
                <c:pt idx="91">
                  <c:v>3.2255330784664662</c:v>
                </c:pt>
                <c:pt idx="92">
                  <c:v>3.2247167746926224</c:v>
                </c:pt>
                <c:pt idx="93">
                  <c:v>3.2186296361008941</c:v>
                </c:pt>
                <c:pt idx="94">
                  <c:v>3.2097913869799872</c:v>
                </c:pt>
                <c:pt idx="95">
                  <c:v>3.2052571792833149</c:v>
                </c:pt>
                <c:pt idx="96">
                  <c:v>3.2068668039459118</c:v>
                </c:pt>
                <c:pt idx="97">
                  <c:v>3.2143530165466951</c:v>
                </c:pt>
                <c:pt idx="98">
                  <c:v>3.2122974615251119</c:v>
                </c:pt>
                <c:pt idx="99">
                  <c:v>3.2095872569873101</c:v>
                </c:pt>
                <c:pt idx="100">
                  <c:v>3.2145740840195876</c:v>
                </c:pt>
                <c:pt idx="101">
                  <c:v>3.2162731319528297</c:v>
                </c:pt>
                <c:pt idx="102">
                  <c:v>3.2188299826484101</c:v>
                </c:pt>
                <c:pt idx="103">
                  <c:v>3.2145152074358281</c:v>
                </c:pt>
                <c:pt idx="104">
                  <c:v>3.2176238975442311</c:v>
                </c:pt>
                <c:pt idx="105">
                  <c:v>3.2277473204436848</c:v>
                </c:pt>
                <c:pt idx="106">
                  <c:v>3.2326968079607492</c:v>
                </c:pt>
                <c:pt idx="107">
                  <c:v>3.2417414687234047</c:v>
                </c:pt>
                <c:pt idx="108">
                  <c:v>3.2624270057608684</c:v>
                </c:pt>
                <c:pt idx="109">
                  <c:v>3.2878433626277208</c:v>
                </c:pt>
                <c:pt idx="110">
                  <c:v>3.2986304064412137</c:v>
                </c:pt>
                <c:pt idx="111">
                  <c:v>3.2856574702367336</c:v>
                </c:pt>
                <c:pt idx="112">
                  <c:v>3.2679027349817802</c:v>
                </c:pt>
                <c:pt idx="113">
                  <c:v>3.2507305267405631</c:v>
                </c:pt>
                <c:pt idx="114">
                  <c:v>3.2433839873531505</c:v>
                </c:pt>
                <c:pt idx="115">
                  <c:v>3.239627989928537</c:v>
                </c:pt>
                <c:pt idx="116">
                  <c:v>3.2354235384325882</c:v>
                </c:pt>
                <c:pt idx="117">
                  <c:v>3.2364953560171865</c:v>
                </c:pt>
                <c:pt idx="118">
                  <c:v>3.2439568534554883</c:v>
                </c:pt>
                <c:pt idx="119">
                  <c:v>3.247250235914021</c:v>
                </c:pt>
                <c:pt idx="120">
                  <c:v>3.2486760326278876</c:v>
                </c:pt>
                <c:pt idx="121">
                  <c:v>3.2573745220566765</c:v>
                </c:pt>
                <c:pt idx="122">
                  <c:v>3.2692715020508314</c:v>
                </c:pt>
                <c:pt idx="123">
                  <c:v>3.2752706500622204</c:v>
                </c:pt>
                <c:pt idx="124">
                  <c:v>3.2733128824275486</c:v>
                </c:pt>
                <c:pt idx="125">
                  <c:v>3.2586207302107231</c:v>
                </c:pt>
                <c:pt idx="126">
                  <c:v>3.2484676497339966</c:v>
                </c:pt>
                <c:pt idx="127">
                  <c:v>3.2397188482058823</c:v>
                </c:pt>
                <c:pt idx="128">
                  <c:v>3.2446938994581291</c:v>
                </c:pt>
                <c:pt idx="129">
                  <c:v>3.2471254717909792</c:v>
                </c:pt>
                <c:pt idx="130">
                  <c:v>3.2486014755942647</c:v>
                </c:pt>
                <c:pt idx="131">
                  <c:v>3.2563901530159884</c:v>
                </c:pt>
                <c:pt idx="132">
                  <c:v>3.2435123557868071</c:v>
                </c:pt>
                <c:pt idx="133">
                  <c:v>3.2325755184302025</c:v>
                </c:pt>
                <c:pt idx="134">
                  <c:v>3.2366923422476948</c:v>
                </c:pt>
                <c:pt idx="135">
                  <c:v>3.2248401566999831</c:v>
                </c:pt>
                <c:pt idx="136">
                  <c:v>3.2204571049727457</c:v>
                </c:pt>
                <c:pt idx="137">
                  <c:v>3.2170299985753248</c:v>
                </c:pt>
                <c:pt idx="138">
                  <c:v>3.2028241904749248</c:v>
                </c:pt>
                <c:pt idx="139">
                  <c:v>3.2093789798754568</c:v>
                </c:pt>
                <c:pt idx="140">
                  <c:v>3.2153526290107237</c:v>
                </c:pt>
                <c:pt idx="141">
                  <c:v>3.2208191451566024</c:v>
                </c:pt>
                <c:pt idx="142">
                  <c:v>3.2163837398139159</c:v>
                </c:pt>
                <c:pt idx="143">
                  <c:v>3.2187228169502893</c:v>
                </c:pt>
                <c:pt idx="144">
                  <c:v>3.2274363984646119</c:v>
                </c:pt>
                <c:pt idx="145">
                  <c:v>3.2250620642521275</c:v>
                </c:pt>
                <c:pt idx="146">
                  <c:v>3.2194987691232924</c:v>
                </c:pt>
                <c:pt idx="147">
                  <c:v>3.2137723210292695</c:v>
                </c:pt>
                <c:pt idx="148">
                  <c:v>3.2139501259649426</c:v>
                </c:pt>
                <c:pt idx="149">
                  <c:v>3.2091826901077112</c:v>
                </c:pt>
                <c:pt idx="150">
                  <c:v>3.2101770119255675</c:v>
                </c:pt>
                <c:pt idx="151">
                  <c:v>3.2192226949905485</c:v>
                </c:pt>
                <c:pt idx="152">
                  <c:v>3.2126928933149759</c:v>
                </c:pt>
                <c:pt idx="153">
                  <c:v>3.2173692763176818</c:v>
                </c:pt>
                <c:pt idx="154">
                  <c:v>3.2249468097026783</c:v>
                </c:pt>
                <c:pt idx="155">
                  <c:v>3.2161590124369286</c:v>
                </c:pt>
                <c:pt idx="156">
                  <c:v>3.2194737752212794</c:v>
                </c:pt>
                <c:pt idx="157">
                  <c:v>3.2196852281106727</c:v>
                </c:pt>
                <c:pt idx="158">
                  <c:v>3.2114605765817235</c:v>
                </c:pt>
                <c:pt idx="159">
                  <c:v>3.2066703558911747</c:v>
                </c:pt>
                <c:pt idx="160">
                  <c:v>3.2185725199773318</c:v>
                </c:pt>
                <c:pt idx="161">
                  <c:v>3.2193814607036129</c:v>
                </c:pt>
                <c:pt idx="162">
                  <c:v>3.2199019392167085</c:v>
                </c:pt>
                <c:pt idx="163">
                  <c:v>3.2197828626155149</c:v>
                </c:pt>
                <c:pt idx="164">
                  <c:v>3.219589100806842</c:v>
                </c:pt>
                <c:pt idx="165">
                  <c:v>3.2208608325452239</c:v>
                </c:pt>
                <c:pt idx="166">
                  <c:v>3.2278239622328044</c:v>
                </c:pt>
                <c:pt idx="167">
                  <c:v>3.2347394359539887</c:v>
                </c:pt>
                <c:pt idx="168">
                  <c:v>3.2379724469818574</c:v>
                </c:pt>
                <c:pt idx="169">
                  <c:v>3.2344833909166484</c:v>
                </c:pt>
                <c:pt idx="170">
                  <c:v>3.2403438084874296</c:v>
                </c:pt>
                <c:pt idx="171">
                  <c:v>3.2426021144745363</c:v>
                </c:pt>
                <c:pt idx="172">
                  <c:v>3.2455783731924583</c:v>
                </c:pt>
                <c:pt idx="173">
                  <c:v>3.2479675184345509</c:v>
                </c:pt>
                <c:pt idx="174">
                  <c:v>3.2481031603484967</c:v>
                </c:pt>
                <c:pt idx="175">
                  <c:v>3.2492427309424814</c:v>
                </c:pt>
                <c:pt idx="176">
                  <c:v>3.2510639084855222</c:v>
                </c:pt>
                <c:pt idx="177">
                  <c:v>3.2541011656050212</c:v>
                </c:pt>
                <c:pt idx="178">
                  <c:v>3.2611587640576145</c:v>
                </c:pt>
                <c:pt idx="179">
                  <c:v>3.2587251224119016</c:v>
                </c:pt>
                <c:pt idx="180">
                  <c:v>3.2568189578806996</c:v>
                </c:pt>
                <c:pt idx="181">
                  <c:v>3.2635117457410208</c:v>
                </c:pt>
                <c:pt idx="182">
                  <c:v>3.2725650451127501</c:v>
                </c:pt>
                <c:pt idx="183">
                  <c:v>3.2705198907047013</c:v>
                </c:pt>
                <c:pt idx="184">
                  <c:v>3.2739991777600781</c:v>
                </c:pt>
                <c:pt idx="185">
                  <c:v>3.2814601007324207</c:v>
                </c:pt>
                <c:pt idx="186">
                  <c:v>3.2893855628229551</c:v>
                </c:pt>
                <c:pt idx="187">
                  <c:v>3.2934147620505168</c:v>
                </c:pt>
                <c:pt idx="188">
                  <c:v>3.2951352134735274</c:v>
                </c:pt>
                <c:pt idx="189">
                  <c:v>3.2954338740017515</c:v>
                </c:pt>
                <c:pt idx="190">
                  <c:v>3.2927963340028605</c:v>
                </c:pt>
                <c:pt idx="191">
                  <c:v>3.2919821736665202</c:v>
                </c:pt>
                <c:pt idx="192">
                  <c:v>3.2937825190972254</c:v>
                </c:pt>
                <c:pt idx="193">
                  <c:v>3.295841318616068</c:v>
                </c:pt>
                <c:pt idx="194">
                  <c:v>3.2994369504708057</c:v>
                </c:pt>
                <c:pt idx="195">
                  <c:v>3.3046276210349124</c:v>
                </c:pt>
                <c:pt idx="196">
                  <c:v>3.3126591740162898</c:v>
                </c:pt>
                <c:pt idx="197">
                  <c:v>3.3149014814352866</c:v>
                </c:pt>
                <c:pt idx="198">
                  <c:v>3.3171984681303091</c:v>
                </c:pt>
                <c:pt idx="199">
                  <c:v>3.3075664776949574</c:v>
                </c:pt>
                <c:pt idx="200">
                  <c:v>3.298241795662483</c:v>
                </c:pt>
                <c:pt idx="201">
                  <c:v>3.2890184296586327</c:v>
                </c:pt>
                <c:pt idx="202">
                  <c:v>3.286222905343922</c:v>
                </c:pt>
                <c:pt idx="203">
                  <c:v>3.2920091735665999</c:v>
                </c:pt>
                <c:pt idx="204">
                  <c:v>3.2987194733730956</c:v>
                </c:pt>
                <c:pt idx="205">
                  <c:v>3.3020428763107832</c:v>
                </c:pt>
                <c:pt idx="206">
                  <c:v>3.3009798301419053</c:v>
                </c:pt>
                <c:pt idx="207">
                  <c:v>3.301706745777095</c:v>
                </c:pt>
                <c:pt idx="208">
                  <c:v>3.3092865646718215</c:v>
                </c:pt>
                <c:pt idx="209">
                  <c:v>3.3106389316642972</c:v>
                </c:pt>
                <c:pt idx="210">
                  <c:v>3.3139099408356896</c:v>
                </c:pt>
                <c:pt idx="211">
                  <c:v>3.3186016475634297</c:v>
                </c:pt>
                <c:pt idx="212">
                  <c:v>3.3243253175277201</c:v>
                </c:pt>
                <c:pt idx="213">
                  <c:v>3.3280194054353922</c:v>
                </c:pt>
                <c:pt idx="214">
                  <c:v>3.3315080074871819</c:v>
                </c:pt>
                <c:pt idx="215">
                  <c:v>3.3420751790876011</c:v>
                </c:pt>
                <c:pt idx="216">
                  <c:v>3.3472621495967676</c:v>
                </c:pt>
                <c:pt idx="217">
                  <c:v>3.3498766368326525</c:v>
                </c:pt>
                <c:pt idx="218">
                  <c:v>3.3503375561975961</c:v>
                </c:pt>
                <c:pt idx="219">
                  <c:v>3.3442831420901156</c:v>
                </c:pt>
                <c:pt idx="220">
                  <c:v>3.3387441413120045</c:v>
                </c:pt>
                <c:pt idx="221">
                  <c:v>3.3312895004028924</c:v>
                </c:pt>
                <c:pt idx="222">
                  <c:v>3.3254277362344866</c:v>
                </c:pt>
                <c:pt idx="223">
                  <c:v>3.3164295485325153</c:v>
                </c:pt>
                <c:pt idx="224">
                  <c:v>3.3059050727246726</c:v>
                </c:pt>
                <c:pt idx="225">
                  <c:v>3.292456416935484</c:v>
                </c:pt>
                <c:pt idx="226">
                  <c:v>3.2751916331960977</c:v>
                </c:pt>
                <c:pt idx="227">
                  <c:v>3.2655796996528896</c:v>
                </c:pt>
                <c:pt idx="228">
                  <c:v>3.2541938399360437</c:v>
                </c:pt>
                <c:pt idx="229">
                  <c:v>3.2438871423201983</c:v>
                </c:pt>
                <c:pt idx="230">
                  <c:v>3.2358918826156273</c:v>
                </c:pt>
                <c:pt idx="231">
                  <c:v>3.2293075174837789</c:v>
                </c:pt>
                <c:pt idx="232">
                  <c:v>3.2234390064288796</c:v>
                </c:pt>
                <c:pt idx="233">
                  <c:v>3.2258705664076226</c:v>
                </c:pt>
                <c:pt idx="234">
                  <c:v>3.2250554270083307</c:v>
                </c:pt>
                <c:pt idx="235">
                  <c:v>3.2227699960358147</c:v>
                </c:pt>
                <c:pt idx="236">
                  <c:v>3.2207683095520077</c:v>
                </c:pt>
                <c:pt idx="237">
                  <c:v>3.2186434912315001</c:v>
                </c:pt>
                <c:pt idx="238">
                  <c:v>3.220936818022428</c:v>
                </c:pt>
                <c:pt idx="239">
                  <c:v>3.2249556073708754</c:v>
                </c:pt>
                <c:pt idx="240">
                  <c:v>3.2253254707927672</c:v>
                </c:pt>
                <c:pt idx="241">
                  <c:v>3.2242415430951268</c:v>
                </c:pt>
                <c:pt idx="242">
                  <c:v>3.2174262565460707</c:v>
                </c:pt>
                <c:pt idx="243">
                  <c:v>3.2144348655917674</c:v>
                </c:pt>
                <c:pt idx="244">
                  <c:v>3.2241273571759028</c:v>
                </c:pt>
                <c:pt idx="245">
                  <c:v>3.2369397857382811</c:v>
                </c:pt>
                <c:pt idx="246">
                  <c:v>3.2414595603637961</c:v>
                </c:pt>
                <c:pt idx="247">
                  <c:v>3.2410358886303974</c:v>
                </c:pt>
                <c:pt idx="248">
                  <c:v>3.2626994076354112</c:v>
                </c:pt>
                <c:pt idx="249">
                  <c:v>3.2920516655164169</c:v>
                </c:pt>
                <c:pt idx="250">
                  <c:v>3.3191690593276819</c:v>
                </c:pt>
                <c:pt idx="251">
                  <c:v>3.3905710394241289</c:v>
                </c:pt>
                <c:pt idx="252">
                  <c:v>3.4425578120303904</c:v>
                </c:pt>
                <c:pt idx="253">
                  <c:v>3.490169105976789</c:v>
                </c:pt>
                <c:pt idx="254">
                  <c:v>3.569653723285604</c:v>
                </c:pt>
                <c:pt idx="255">
                  <c:v>3.6719847900192271</c:v>
                </c:pt>
                <c:pt idx="256">
                  <c:v>3.7821025266322428</c:v>
                </c:pt>
                <c:pt idx="257">
                  <c:v>3.9254972354968469</c:v>
                </c:pt>
                <c:pt idx="258">
                  <c:v>4.0647370606299029</c:v>
                </c:pt>
                <c:pt idx="259">
                  <c:v>4.2</c:v>
                </c:pt>
                <c:pt idx="260">
                  <c:v>3.9828256273193019</c:v>
                </c:pt>
                <c:pt idx="261">
                  <c:v>3.6479847141155952</c:v>
                </c:pt>
                <c:pt idx="262">
                  <c:v>3.3851943592532705</c:v>
                </c:pt>
                <c:pt idx="263">
                  <c:v>3.3137780483931119</c:v>
                </c:pt>
                <c:pt idx="264">
                  <c:v>3.2805368968737492</c:v>
                </c:pt>
                <c:pt idx="265">
                  <c:v>3.2656627377807266</c:v>
                </c:pt>
                <c:pt idx="266">
                  <c:v>3.2640548878627627</c:v>
                </c:pt>
                <c:pt idx="267">
                  <c:v>3.2668364149746401</c:v>
                </c:pt>
                <c:pt idx="268">
                  <c:v>3.249405709405913</c:v>
                </c:pt>
                <c:pt idx="269">
                  <c:v>3.2419964729272603</c:v>
                </c:pt>
                <c:pt idx="270">
                  <c:v>3.2447655656307965</c:v>
                </c:pt>
                <c:pt idx="271">
                  <c:v>3.2505700530722539</c:v>
                </c:pt>
                <c:pt idx="272">
                  <c:v>3.2716417918376521</c:v>
                </c:pt>
                <c:pt idx="273">
                  <c:v>3.2924395041634824</c:v>
                </c:pt>
                <c:pt idx="274">
                  <c:v>3.3278022943651537</c:v>
                </c:pt>
                <c:pt idx="275">
                  <c:v>3.3802500357527849</c:v>
                </c:pt>
                <c:pt idx="276">
                  <c:v>3.4692467592460359</c:v>
                </c:pt>
                <c:pt idx="277">
                  <c:v>3.6548888313242434</c:v>
                </c:pt>
                <c:pt idx="278">
                  <c:v>4.099897243482542</c:v>
                </c:pt>
                <c:pt idx="279">
                  <c:v>4.2154969913797</c:v>
                </c:pt>
                <c:pt idx="280">
                  <c:v>4.0396299579377279</c:v>
                </c:pt>
                <c:pt idx="281">
                  <c:v>3.6993860008995778</c:v>
                </c:pt>
                <c:pt idx="282">
                  <c:v>3.4417709048533163</c:v>
                </c:pt>
                <c:pt idx="283">
                  <c:v>3.3339612365689861</c:v>
                </c:pt>
                <c:pt idx="284">
                  <c:v>3.2848949809514503</c:v>
                </c:pt>
                <c:pt idx="285">
                  <c:v>3.2596706439642333</c:v>
                </c:pt>
                <c:pt idx="286">
                  <c:v>3.2448239140764965</c:v>
                </c:pt>
                <c:pt idx="287">
                  <c:v>3.2224700908313455</c:v>
                </c:pt>
                <c:pt idx="288">
                  <c:v>3.207832277380481</c:v>
                </c:pt>
                <c:pt idx="289">
                  <c:v>3.2124668888322141</c:v>
                </c:pt>
                <c:pt idx="290">
                  <c:v>3.2160403975704712</c:v>
                </c:pt>
                <c:pt idx="291">
                  <c:v>3.2121953169992112</c:v>
                </c:pt>
                <c:pt idx="292">
                  <c:v>3.2122617380814749</c:v>
                </c:pt>
                <c:pt idx="293">
                  <c:v>3.1955488447156002</c:v>
                </c:pt>
                <c:pt idx="294">
                  <c:v>3.1998462592474275</c:v>
                </c:pt>
                <c:pt idx="295">
                  <c:v>3.1968776952800049</c:v>
                </c:pt>
                <c:pt idx="296">
                  <c:v>3.1942591848520765</c:v>
                </c:pt>
                <c:pt idx="297">
                  <c:v>3.2121249572733221</c:v>
                </c:pt>
                <c:pt idx="298">
                  <c:v>3.215262663317584</c:v>
                </c:pt>
                <c:pt idx="299">
                  <c:v>3.2175753196526262</c:v>
                </c:pt>
                <c:pt idx="300">
                  <c:v>3.221349842060159</c:v>
                </c:pt>
                <c:pt idx="301">
                  <c:v>3.2191923733800434</c:v>
                </c:pt>
                <c:pt idx="302">
                  <c:v>3.2227459811967534</c:v>
                </c:pt>
                <c:pt idx="303">
                  <c:v>3.2157119698222778</c:v>
                </c:pt>
                <c:pt idx="304">
                  <c:v>3.2013426886115979</c:v>
                </c:pt>
                <c:pt idx="305">
                  <c:v>3.2158773805004564</c:v>
                </c:pt>
                <c:pt idx="306">
                  <c:v>3.2215150210988379</c:v>
                </c:pt>
                <c:pt idx="307">
                  <c:v>3.2207212326843608</c:v>
                </c:pt>
                <c:pt idx="308">
                  <c:v>3.2223208346918732</c:v>
                </c:pt>
                <c:pt idx="309">
                  <c:v>3.2214366806200538</c:v>
                </c:pt>
                <c:pt idx="310">
                  <c:v>3.2069116022530135</c:v>
                </c:pt>
                <c:pt idx="311">
                  <c:v>3.190466293432221</c:v>
                </c:pt>
                <c:pt idx="312">
                  <c:v>3.1820415100083586</c:v>
                </c:pt>
                <c:pt idx="313">
                  <c:v>3.2027478942147254</c:v>
                </c:pt>
                <c:pt idx="314">
                  <c:v>3.2065227953528401</c:v>
                </c:pt>
                <c:pt idx="315">
                  <c:v>3.2121763109782644</c:v>
                </c:pt>
                <c:pt idx="316">
                  <c:v>3.2171943684200177</c:v>
                </c:pt>
                <c:pt idx="317">
                  <c:v>3.2173845166524959</c:v>
                </c:pt>
                <c:pt idx="318">
                  <c:v>3.2206750900960293</c:v>
                </c:pt>
                <c:pt idx="319">
                  <c:v>3.2295875603732838</c:v>
                </c:pt>
                <c:pt idx="320">
                  <c:v>3.2429130364536087</c:v>
                </c:pt>
                <c:pt idx="321">
                  <c:v>3.2590206388199836</c:v>
                </c:pt>
                <c:pt idx="322">
                  <c:v>3.2902240545723389</c:v>
                </c:pt>
                <c:pt idx="323">
                  <c:v>3.3319251686063769</c:v>
                </c:pt>
                <c:pt idx="324">
                  <c:v>3.3438230504503172</c:v>
                </c:pt>
                <c:pt idx="325">
                  <c:v>3.3210881586085446</c:v>
                </c:pt>
                <c:pt idx="326">
                  <c:v>3.298530782925202</c:v>
                </c:pt>
                <c:pt idx="327">
                  <c:v>3.2941372178532062</c:v>
                </c:pt>
                <c:pt idx="328">
                  <c:v>3.3098372736838853</c:v>
                </c:pt>
                <c:pt idx="329">
                  <c:v>3.3469738418099144</c:v>
                </c:pt>
                <c:pt idx="330">
                  <c:v>3.4184487234896936</c:v>
                </c:pt>
                <c:pt idx="331">
                  <c:v>3.5155840730066434</c:v>
                </c:pt>
                <c:pt idx="332">
                  <c:v>3.5929672814827862</c:v>
                </c:pt>
                <c:pt idx="333">
                  <c:v>3.6060135640184376</c:v>
                </c:pt>
                <c:pt idx="334">
                  <c:v>3.5459869858875583</c:v>
                </c:pt>
                <c:pt idx="335">
                  <c:v>3.4589404940239241</c:v>
                </c:pt>
                <c:pt idx="336">
                  <c:v>3.3769096953348825</c:v>
                </c:pt>
                <c:pt idx="337">
                  <c:v>3.3158530564998765</c:v>
                </c:pt>
                <c:pt idx="338">
                  <c:v>3.2774737640778753</c:v>
                </c:pt>
                <c:pt idx="339">
                  <c:v>3.2533910392007668</c:v>
                </c:pt>
                <c:pt idx="340">
                  <c:v>3.2347136374907803</c:v>
                </c:pt>
                <c:pt idx="341">
                  <c:v>3.2238256297407033</c:v>
                </c:pt>
                <c:pt idx="342">
                  <c:v>3.2214711871841861</c:v>
                </c:pt>
                <c:pt idx="343">
                  <c:v>3.217529615635081</c:v>
                </c:pt>
                <c:pt idx="344">
                  <c:v>3.2177773000307472</c:v>
                </c:pt>
                <c:pt idx="345">
                  <c:v>3.2168165288780211</c:v>
                </c:pt>
                <c:pt idx="346">
                  <c:v>3.2163094468493223</c:v>
                </c:pt>
                <c:pt idx="347">
                  <c:v>3.2090297925953046</c:v>
                </c:pt>
                <c:pt idx="348">
                  <c:v>3.2044343834264275</c:v>
                </c:pt>
                <c:pt idx="349">
                  <c:v>3.2087141158294354</c:v>
                </c:pt>
                <c:pt idx="350">
                  <c:v>3.21272696980177</c:v>
                </c:pt>
                <c:pt idx="351">
                  <c:v>3.2039436570767341</c:v>
                </c:pt>
                <c:pt idx="352">
                  <c:v>3.2032148593706098</c:v>
                </c:pt>
                <c:pt idx="353">
                  <c:v>3.2066137424253269</c:v>
                </c:pt>
                <c:pt idx="354">
                  <c:v>3.2065558325504124</c:v>
                </c:pt>
                <c:pt idx="355">
                  <c:v>3.2096518844077142</c:v>
                </c:pt>
                <c:pt idx="356">
                  <c:v>3.2107497089310706</c:v>
                </c:pt>
                <c:pt idx="357">
                  <c:v>3.2119814288065451</c:v>
                </c:pt>
                <c:pt idx="358">
                  <c:v>3.2086867375848396</c:v>
                </c:pt>
                <c:pt idx="359">
                  <c:v>3.2071454492771023</c:v>
                </c:pt>
                <c:pt idx="360">
                  <c:v>3.2096923294364861</c:v>
                </c:pt>
                <c:pt idx="361">
                  <c:v>3.2132841268853727</c:v>
                </c:pt>
                <c:pt idx="362">
                  <c:v>3.2172328993343906</c:v>
                </c:pt>
                <c:pt idx="363">
                  <c:v>3.2144427907511823</c:v>
                </c:pt>
                <c:pt idx="364">
                  <c:v>3.2152923687670198</c:v>
                </c:pt>
                <c:pt idx="365">
                  <c:v>3.2196133009575028</c:v>
                </c:pt>
                <c:pt idx="366">
                  <c:v>3.224463015165012</c:v>
                </c:pt>
                <c:pt idx="367">
                  <c:v>3.2189199684169738</c:v>
                </c:pt>
                <c:pt idx="368">
                  <c:v>3.2175206434651273</c:v>
                </c:pt>
                <c:pt idx="369">
                  <c:v>3.2186192339430959</c:v>
                </c:pt>
                <c:pt idx="370">
                  <c:v>3.2222215570908475</c:v>
                </c:pt>
                <c:pt idx="371">
                  <c:v>3.2197074963879064</c:v>
                </c:pt>
                <c:pt idx="372">
                  <c:v>3.2200611419562959</c:v>
                </c:pt>
                <c:pt idx="373">
                  <c:v>3.2125327362206497</c:v>
                </c:pt>
                <c:pt idx="374">
                  <c:v>3.2021580016439981</c:v>
                </c:pt>
                <c:pt idx="375">
                  <c:v>3.207925492975801</c:v>
                </c:pt>
                <c:pt idx="376">
                  <c:v>3.213158882496435</c:v>
                </c:pt>
                <c:pt idx="377">
                  <c:v>3.2104999405520389</c:v>
                </c:pt>
                <c:pt idx="378">
                  <c:v>3.2076565286314329</c:v>
                </c:pt>
                <c:pt idx="379">
                  <c:v>3.2049649015815036</c:v>
                </c:pt>
                <c:pt idx="380">
                  <c:v>3.2061572593428673</c:v>
                </c:pt>
                <c:pt idx="381">
                  <c:v>3.2087636202790391</c:v>
                </c:pt>
                <c:pt idx="382">
                  <c:v>3.2069131241245263</c:v>
                </c:pt>
                <c:pt idx="383">
                  <c:v>3.2063889366769756</c:v>
                </c:pt>
                <c:pt idx="384">
                  <c:v>3.2061633201903761</c:v>
                </c:pt>
                <c:pt idx="385">
                  <c:v>3.2071901186382159</c:v>
                </c:pt>
                <c:pt idx="386">
                  <c:v>3.2046613569344293</c:v>
                </c:pt>
                <c:pt idx="387">
                  <c:v>3.2043437204983936</c:v>
                </c:pt>
                <c:pt idx="388">
                  <c:v>3.2080543123343501</c:v>
                </c:pt>
                <c:pt idx="389">
                  <c:v>3.2026789689164379</c:v>
                </c:pt>
                <c:pt idx="390">
                  <c:v>3.1973699780541032</c:v>
                </c:pt>
                <c:pt idx="391">
                  <c:v>3.2048896164277205</c:v>
                </c:pt>
                <c:pt idx="392">
                  <c:v>3.2098311432673134</c:v>
                </c:pt>
                <c:pt idx="393">
                  <c:v>3.2084555644527089</c:v>
                </c:pt>
                <c:pt idx="394">
                  <c:v>3.2027009603844694</c:v>
                </c:pt>
                <c:pt idx="395">
                  <c:v>3.2064919000485075</c:v>
                </c:pt>
                <c:pt idx="396">
                  <c:v>3.21406426246774</c:v>
                </c:pt>
                <c:pt idx="397">
                  <c:v>3.2162750978000503</c:v>
                </c:pt>
                <c:pt idx="398">
                  <c:v>3.2117059461266568</c:v>
                </c:pt>
                <c:pt idx="399">
                  <c:v>3.208314096805347</c:v>
                </c:pt>
                <c:pt idx="400">
                  <c:v>3.217138004352698</c:v>
                </c:pt>
                <c:pt idx="401">
                  <c:v>3.2209374202851269</c:v>
                </c:pt>
                <c:pt idx="402">
                  <c:v>3.229314417252342</c:v>
                </c:pt>
                <c:pt idx="403">
                  <c:v>3.2272496414344087</c:v>
                </c:pt>
                <c:pt idx="404">
                  <c:v>3.2274379303738363</c:v>
                </c:pt>
                <c:pt idx="405">
                  <c:v>3.2278421536548443</c:v>
                </c:pt>
                <c:pt idx="406">
                  <c:v>3.216808971253279</c:v>
                </c:pt>
                <c:pt idx="407">
                  <c:v>3.2145021769418411</c:v>
                </c:pt>
                <c:pt idx="408">
                  <c:v>3.2222813154489689</c:v>
                </c:pt>
                <c:pt idx="409">
                  <c:v>3.2207957233146605</c:v>
                </c:pt>
                <c:pt idx="410">
                  <c:v>3.221764464410438</c:v>
                </c:pt>
                <c:pt idx="411">
                  <c:v>3.2150185338161057</c:v>
                </c:pt>
                <c:pt idx="412">
                  <c:v>3.2076121295164022</c:v>
                </c:pt>
                <c:pt idx="413">
                  <c:v>3.2113434766375937</c:v>
                </c:pt>
                <c:pt idx="414">
                  <c:v>3.2166470320790688</c:v>
                </c:pt>
                <c:pt idx="415">
                  <c:v>3.2104185609630198</c:v>
                </c:pt>
                <c:pt idx="416">
                  <c:v>3.2098600673195041</c:v>
                </c:pt>
                <c:pt idx="417">
                  <c:v>3.2042146648675547</c:v>
                </c:pt>
                <c:pt idx="418">
                  <c:v>3.1938731838783752</c:v>
                </c:pt>
                <c:pt idx="419">
                  <c:v>3.1920822669474376</c:v>
                </c:pt>
                <c:pt idx="420">
                  <c:v>3.1997318607507039</c:v>
                </c:pt>
                <c:pt idx="421">
                  <c:v>3.2069995024939484</c:v>
                </c:pt>
                <c:pt idx="422">
                  <c:v>3.2062614689349074</c:v>
                </c:pt>
                <c:pt idx="423">
                  <c:v>3.2134055631209359</c:v>
                </c:pt>
                <c:pt idx="424">
                  <c:v>3.213741088303399</c:v>
                </c:pt>
                <c:pt idx="425">
                  <c:v>3.1968657727949576</c:v>
                </c:pt>
                <c:pt idx="426">
                  <c:v>3.2010248062516267</c:v>
                </c:pt>
                <c:pt idx="427">
                  <c:v>3.2029979683578964</c:v>
                </c:pt>
                <c:pt idx="428">
                  <c:v>3.192244517290709</c:v>
                </c:pt>
                <c:pt idx="429">
                  <c:v>3.1912680054618496</c:v>
                </c:pt>
                <c:pt idx="430">
                  <c:v>3.2152930003707221</c:v>
                </c:pt>
                <c:pt idx="431">
                  <c:v>3.2273077767717693</c:v>
                </c:pt>
                <c:pt idx="432">
                  <c:v>3.2321042308812542</c:v>
                </c:pt>
                <c:pt idx="433">
                  <c:v>3.2384757471096584</c:v>
                </c:pt>
                <c:pt idx="434">
                  <c:v>3.2511586088900351</c:v>
                </c:pt>
                <c:pt idx="435">
                  <c:v>3.2887325432766827</c:v>
                </c:pt>
                <c:pt idx="436">
                  <c:v>3.2693991261495623</c:v>
                </c:pt>
                <c:pt idx="437">
                  <c:v>3.2220160758677552</c:v>
                </c:pt>
                <c:pt idx="438">
                  <c:v>3.2216665102430864</c:v>
                </c:pt>
                <c:pt idx="439">
                  <c:v>3.2166618106791471</c:v>
                </c:pt>
                <c:pt idx="440">
                  <c:v>3.2138228678566212</c:v>
                </c:pt>
                <c:pt idx="441">
                  <c:v>3.212672122973173</c:v>
                </c:pt>
                <c:pt idx="442">
                  <c:v>3.2583756123807124</c:v>
                </c:pt>
                <c:pt idx="443">
                  <c:v>3.2568838663570303</c:v>
                </c:pt>
                <c:pt idx="444">
                  <c:v>3.1912660635507106</c:v>
                </c:pt>
                <c:pt idx="445">
                  <c:v>3.1985973150206952</c:v>
                </c:pt>
                <c:pt idx="446">
                  <c:v>3.2060341348414174</c:v>
                </c:pt>
                <c:pt idx="447">
                  <c:v>3.2304894070700874</c:v>
                </c:pt>
                <c:pt idx="448">
                  <c:v>3.2365356829098135</c:v>
                </c:pt>
                <c:pt idx="449">
                  <c:v>3.1939718511093198</c:v>
                </c:pt>
                <c:pt idx="450">
                  <c:v>3.2198880763647857</c:v>
                </c:pt>
                <c:pt idx="451">
                  <c:v>3.2046232642047765</c:v>
                </c:pt>
                <c:pt idx="452">
                  <c:v>3.2007159734678079</c:v>
                </c:pt>
                <c:pt idx="453">
                  <c:v>3.2012571464607698</c:v>
                </c:pt>
                <c:pt idx="454">
                  <c:v>3.177459257576996</c:v>
                </c:pt>
                <c:pt idx="455">
                  <c:v>3.1886813033839481</c:v>
                </c:pt>
                <c:pt idx="456">
                  <c:v>3.1952840722740441</c:v>
                </c:pt>
                <c:pt idx="457">
                  <c:v>3.2005500475847759</c:v>
                </c:pt>
                <c:pt idx="458">
                  <c:v>3.1906061944244337</c:v>
                </c:pt>
                <c:pt idx="459">
                  <c:v>3.1961512772836742</c:v>
                </c:pt>
                <c:pt idx="460">
                  <c:v>3.2039678989225044</c:v>
                </c:pt>
                <c:pt idx="461">
                  <c:v>3.219575452607522</c:v>
                </c:pt>
                <c:pt idx="462">
                  <c:v>3.207705670951285</c:v>
                </c:pt>
                <c:pt idx="463">
                  <c:v>3.2126297607414758</c:v>
                </c:pt>
                <c:pt idx="464">
                  <c:v>3.2092916193545564</c:v>
                </c:pt>
                <c:pt idx="465">
                  <c:v>3.2009893603893231</c:v>
                </c:pt>
                <c:pt idx="466">
                  <c:v>3.2010886774655809</c:v>
                </c:pt>
                <c:pt idx="467">
                  <c:v>3.2029084074547818</c:v>
                </c:pt>
                <c:pt idx="468">
                  <c:v>3.1908060599339225</c:v>
                </c:pt>
                <c:pt idx="469">
                  <c:v>3.202654957938035</c:v>
                </c:pt>
                <c:pt idx="470">
                  <c:v>3.209045484627143</c:v>
                </c:pt>
                <c:pt idx="471">
                  <c:v>3.2111910200123681</c:v>
                </c:pt>
                <c:pt idx="472">
                  <c:v>3.2087030936499104</c:v>
                </c:pt>
                <c:pt idx="473">
                  <c:v>3.2014906793237867</c:v>
                </c:pt>
                <c:pt idx="474">
                  <c:v>3.2053268622357991</c:v>
                </c:pt>
                <c:pt idx="475">
                  <c:v>3.2051304087761401</c:v>
                </c:pt>
                <c:pt idx="476">
                  <c:v>3.2122543387437239</c:v>
                </c:pt>
                <c:pt idx="477">
                  <c:v>3.2203109558910956</c:v>
                </c:pt>
                <c:pt idx="478">
                  <c:v>3.217292200590566</c:v>
                </c:pt>
                <c:pt idx="479">
                  <c:v>3.2155083756889762</c:v>
                </c:pt>
                <c:pt idx="480">
                  <c:v>3.2160587542286874</c:v>
                </c:pt>
                <c:pt idx="481">
                  <c:v>3.2140929795886439</c:v>
                </c:pt>
                <c:pt idx="482">
                  <c:v>3.2127912628891631</c:v>
                </c:pt>
                <c:pt idx="483">
                  <c:v>3.2149195079300026</c:v>
                </c:pt>
                <c:pt idx="484">
                  <c:v>3.2093696679675707</c:v>
                </c:pt>
                <c:pt idx="485">
                  <c:v>3.2105803333567899</c:v>
                </c:pt>
                <c:pt idx="486">
                  <c:v>3.2135798996411675</c:v>
                </c:pt>
                <c:pt idx="487">
                  <c:v>3.2150466054349374</c:v>
                </c:pt>
                <c:pt idx="488">
                  <c:v>3.2149510850265957</c:v>
                </c:pt>
                <c:pt idx="489">
                  <c:v>3.2101604574226585</c:v>
                </c:pt>
                <c:pt idx="490">
                  <c:v>3.2151565044791544</c:v>
                </c:pt>
                <c:pt idx="491">
                  <c:v>3.2231313227700125</c:v>
                </c:pt>
                <c:pt idx="492">
                  <c:v>3.2217131778809507</c:v>
                </c:pt>
                <c:pt idx="493">
                  <c:v>3.2208796895447591</c:v>
                </c:pt>
                <c:pt idx="494">
                  <c:v>3.2172298926536849</c:v>
                </c:pt>
                <c:pt idx="495">
                  <c:v>3.2147908213780996</c:v>
                </c:pt>
                <c:pt idx="496">
                  <c:v>3.2186165592790066</c:v>
                </c:pt>
                <c:pt idx="497">
                  <c:v>3.2166082911448828</c:v>
                </c:pt>
                <c:pt idx="498">
                  <c:v>3.2136223761483516</c:v>
                </c:pt>
                <c:pt idx="499">
                  <c:v>3.2123054569485081</c:v>
                </c:pt>
                <c:pt idx="500">
                  <c:v>3.2091170218538219</c:v>
                </c:pt>
                <c:pt idx="501">
                  <c:v>3.2138512514166457</c:v>
                </c:pt>
                <c:pt idx="502">
                  <c:v>3.2175314455871282</c:v>
                </c:pt>
                <c:pt idx="503">
                  <c:v>3.2200958122123411</c:v>
                </c:pt>
                <c:pt idx="504">
                  <c:v>3.2247407045972003</c:v>
                </c:pt>
                <c:pt idx="505">
                  <c:v>3.2372622124791701</c:v>
                </c:pt>
                <c:pt idx="506">
                  <c:v>3.2555883406092438</c:v>
                </c:pt>
                <c:pt idx="507">
                  <c:v>3.2675184790256426</c:v>
                </c:pt>
                <c:pt idx="508">
                  <c:v>3.2912162684707487</c:v>
                </c:pt>
                <c:pt idx="509">
                  <c:v>3.3247711401743394</c:v>
                </c:pt>
                <c:pt idx="510">
                  <c:v>3.371065004541864</c:v>
                </c:pt>
                <c:pt idx="511">
                  <c:v>3.4175080818094878</c:v>
                </c:pt>
                <c:pt idx="512">
                  <c:v>3.457843745852109</c:v>
                </c:pt>
                <c:pt idx="513">
                  <c:v>3.4915111572902129</c:v>
                </c:pt>
                <c:pt idx="514">
                  <c:v>3.4958753937130256</c:v>
                </c:pt>
                <c:pt idx="515">
                  <c:v>3.4953820448181299</c:v>
                </c:pt>
                <c:pt idx="516">
                  <c:v>3.4801247725238347</c:v>
                </c:pt>
                <c:pt idx="517">
                  <c:v>3.4557718880425399</c:v>
                </c:pt>
                <c:pt idx="518">
                  <c:v>3.4290517837699266</c:v>
                </c:pt>
                <c:pt idx="519">
                  <c:v>3.3968744258428938</c:v>
                </c:pt>
                <c:pt idx="520">
                  <c:v>3.3679069860298778</c:v>
                </c:pt>
                <c:pt idx="521">
                  <c:v>3.3504618014481586</c:v>
                </c:pt>
                <c:pt idx="522">
                  <c:v>3.3338858888725378</c:v>
                </c:pt>
                <c:pt idx="523">
                  <c:v>3.3205474811310789</c:v>
                </c:pt>
                <c:pt idx="524">
                  <c:v>3.3116185752591916</c:v>
                </c:pt>
                <c:pt idx="525">
                  <c:v>3.3151705909404079</c:v>
                </c:pt>
                <c:pt idx="526">
                  <c:v>3.3221931963859204</c:v>
                </c:pt>
                <c:pt idx="527">
                  <c:v>3.3247243304642486</c:v>
                </c:pt>
                <c:pt idx="528">
                  <c:v>3.3346758228057403</c:v>
                </c:pt>
                <c:pt idx="529">
                  <c:v>3.3444186789941548</c:v>
                </c:pt>
                <c:pt idx="530">
                  <c:v>3.3486048309696304</c:v>
                </c:pt>
                <c:pt idx="531">
                  <c:v>3.3659785346902824</c:v>
                </c:pt>
                <c:pt idx="532">
                  <c:v>3.379878164788563</c:v>
                </c:pt>
                <c:pt idx="533">
                  <c:v>3.3918301205573034</c:v>
                </c:pt>
                <c:pt idx="534">
                  <c:v>3.3951397857283978</c:v>
                </c:pt>
                <c:pt idx="535">
                  <c:v>3.4019512718453968</c:v>
                </c:pt>
                <c:pt idx="536">
                  <c:v>3.4284163132321481</c:v>
                </c:pt>
                <c:pt idx="537">
                  <c:v>3.4397148603002567</c:v>
                </c:pt>
                <c:pt idx="538">
                  <c:v>3.4619000438126046</c:v>
                </c:pt>
                <c:pt idx="539">
                  <c:v>3.5149866531173424</c:v>
                </c:pt>
                <c:pt idx="540">
                  <c:v>3.5580061479964655</c:v>
                </c:pt>
                <c:pt idx="541">
                  <c:v>3.5859521255635829</c:v>
                </c:pt>
                <c:pt idx="542">
                  <c:v>3.6463109303304497</c:v>
                </c:pt>
                <c:pt idx="543">
                  <c:v>3.7120011251132015</c:v>
                </c:pt>
                <c:pt idx="544">
                  <c:v>3.7619948344020937</c:v>
                </c:pt>
                <c:pt idx="545">
                  <c:v>3.833003076765555</c:v>
                </c:pt>
                <c:pt idx="546">
                  <c:v>3.9231878576328567</c:v>
                </c:pt>
                <c:pt idx="547">
                  <c:v>3.9736874922972163</c:v>
                </c:pt>
                <c:pt idx="548">
                  <c:v>4.0124317497378232</c:v>
                </c:pt>
                <c:pt idx="549">
                  <c:v>4.0725296357722769</c:v>
                </c:pt>
                <c:pt idx="550">
                  <c:v>4.1220484532016064</c:v>
                </c:pt>
                <c:pt idx="551">
                  <c:v>4.1330295738534959</c:v>
                </c:pt>
                <c:pt idx="552">
                  <c:v>4.1218293407660935</c:v>
                </c:pt>
                <c:pt idx="553">
                  <c:v>4.0956019676830424</c:v>
                </c:pt>
                <c:pt idx="554">
                  <c:v>4.0463784628190336</c:v>
                </c:pt>
                <c:pt idx="555">
                  <c:v>3.9623339694545208</c:v>
                </c:pt>
                <c:pt idx="556">
                  <c:v>3.8702045533679152</c:v>
                </c:pt>
                <c:pt idx="557">
                  <c:v>3.8170118717034933</c:v>
                </c:pt>
                <c:pt idx="558">
                  <c:v>3.7230238049798539</c:v>
                </c:pt>
                <c:pt idx="559">
                  <c:v>3.6499292999184734</c:v>
                </c:pt>
                <c:pt idx="560">
                  <c:v>3.6076810225009801</c:v>
                </c:pt>
                <c:pt idx="561">
                  <c:v>3.5561782837932014</c:v>
                </c:pt>
                <c:pt idx="562">
                  <c:v>3.4941004545026426</c:v>
                </c:pt>
                <c:pt idx="563">
                  <c:v>3.4192836634334163</c:v>
                </c:pt>
                <c:pt idx="564">
                  <c:v>3.366646879505852</c:v>
                </c:pt>
                <c:pt idx="565">
                  <c:v>3.3093312865378883</c:v>
                </c:pt>
                <c:pt idx="566">
                  <c:v>3.2960017428679498</c:v>
                </c:pt>
                <c:pt idx="567">
                  <c:v>3.2994180116253138</c:v>
                </c:pt>
                <c:pt idx="568">
                  <c:v>3.2598429158043918</c:v>
                </c:pt>
                <c:pt idx="569">
                  <c:v>3.2717173248456999</c:v>
                </c:pt>
                <c:pt idx="570">
                  <c:v>3.2813483331295732</c:v>
                </c:pt>
                <c:pt idx="571">
                  <c:v>3.2124535224609518</c:v>
                </c:pt>
                <c:pt idx="572">
                  <c:v>3.175682894555822</c:v>
                </c:pt>
                <c:pt idx="573">
                  <c:v>3.1771549172482407</c:v>
                </c:pt>
                <c:pt idx="574">
                  <c:v>3.1844927825085221</c:v>
                </c:pt>
                <c:pt idx="575">
                  <c:v>3.1986453859113446</c:v>
                </c:pt>
                <c:pt idx="576">
                  <c:v>3.2425526208347759</c:v>
                </c:pt>
                <c:pt idx="577">
                  <c:v>3.279552978757954</c:v>
                </c:pt>
                <c:pt idx="578">
                  <c:v>3.2253784529233922</c:v>
                </c:pt>
                <c:pt idx="579">
                  <c:v>3.215556496478635</c:v>
                </c:pt>
                <c:pt idx="580">
                  <c:v>3.1610744398672757</c:v>
                </c:pt>
                <c:pt idx="581">
                  <c:v>3.2642723695562004</c:v>
                </c:pt>
                <c:pt idx="582">
                  <c:v>3.2056353720755486</c:v>
                </c:pt>
                <c:pt idx="583">
                  <c:v>2.9998796932386371</c:v>
                </c:pt>
                <c:pt idx="584">
                  <c:v>3.2232039479302079</c:v>
                </c:pt>
                <c:pt idx="585">
                  <c:v>3.150368787996908</c:v>
                </c:pt>
                <c:pt idx="586">
                  <c:v>3.0794921755512625</c:v>
                </c:pt>
                <c:pt idx="587">
                  <c:v>3.291299695752945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3-37F8-4EA4-8385-84A4706AD5FD}"/>
            </c:ext>
          </c:extLst>
        </c:ser>
        <c:ser>
          <c:idx val="20"/>
          <c:order val="20"/>
          <c:tx>
            <c:strRef>
              <c:f>'Fully separated 0.5%'!$V$1</c:f>
              <c:strCache>
                <c:ptCount val="1"/>
                <c:pt idx="0">
                  <c:v>F1/O-PTIR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0.5%'!$A$2:$A$589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0.5%'!$V$2:$V$589</c:f>
              <c:numCache>
                <c:formatCode>General</c:formatCode>
                <c:ptCount val="588"/>
                <c:pt idx="0">
                  <c:v>2.120142852876143</c:v>
                </c:pt>
                <c:pt idx="1">
                  <c:v>2.0288809052718793</c:v>
                </c:pt>
                <c:pt idx="2">
                  <c:v>2.0694767302257113</c:v>
                </c:pt>
                <c:pt idx="3">
                  <c:v>2.0802177360430072</c:v>
                </c:pt>
                <c:pt idx="4">
                  <c:v>2.0595824685244297</c:v>
                </c:pt>
                <c:pt idx="5">
                  <c:v>2.0505368747013972</c:v>
                </c:pt>
                <c:pt idx="6">
                  <c:v>2.0268284406564807</c:v>
                </c:pt>
                <c:pt idx="7">
                  <c:v>2.0361301382648542</c:v>
                </c:pt>
                <c:pt idx="8">
                  <c:v>2.0147297354444857</c:v>
                </c:pt>
                <c:pt idx="9">
                  <c:v>1.9950764016632372</c:v>
                </c:pt>
                <c:pt idx="10">
                  <c:v>1.9909170615202645</c:v>
                </c:pt>
                <c:pt idx="11">
                  <c:v>2.0042669205867187</c:v>
                </c:pt>
                <c:pt idx="12">
                  <c:v>2.0048545300685983</c:v>
                </c:pt>
                <c:pt idx="13">
                  <c:v>2.0131179752126491</c:v>
                </c:pt>
                <c:pt idx="14">
                  <c:v>2.0221740439714164</c:v>
                </c:pt>
                <c:pt idx="15">
                  <c:v>2.026355623208719</c:v>
                </c:pt>
                <c:pt idx="16">
                  <c:v>2.0394992133323262</c:v>
                </c:pt>
                <c:pt idx="17">
                  <c:v>2.0568832118795868</c:v>
                </c:pt>
                <c:pt idx="18">
                  <c:v>2.0491160806056508</c:v>
                </c:pt>
                <c:pt idx="19">
                  <c:v>2.0436241691630137</c:v>
                </c:pt>
                <c:pt idx="20">
                  <c:v>2.0440710695382101</c:v>
                </c:pt>
                <c:pt idx="21">
                  <c:v>2.040454262240607</c:v>
                </c:pt>
                <c:pt idx="22">
                  <c:v>2.0572586980374696</c:v>
                </c:pt>
                <c:pt idx="23">
                  <c:v>2.0643274465447909</c:v>
                </c:pt>
                <c:pt idx="24">
                  <c:v>2.0649010835703265</c:v>
                </c:pt>
                <c:pt idx="25">
                  <c:v>2.0588356794682556</c:v>
                </c:pt>
                <c:pt idx="26">
                  <c:v>2.0524323277520367</c:v>
                </c:pt>
                <c:pt idx="27">
                  <c:v>2.0450809238474319</c:v>
                </c:pt>
                <c:pt idx="28">
                  <c:v>2.0413692646638086</c:v>
                </c:pt>
                <c:pt idx="29">
                  <c:v>2.043482717242378</c:v>
                </c:pt>
                <c:pt idx="30">
                  <c:v>2.0391367771985465</c:v>
                </c:pt>
                <c:pt idx="31">
                  <c:v>2.0499153551330891</c:v>
                </c:pt>
                <c:pt idx="32">
                  <c:v>2.0657646681599444</c:v>
                </c:pt>
                <c:pt idx="33">
                  <c:v>2.0891438920972036</c:v>
                </c:pt>
                <c:pt idx="34">
                  <c:v>2.104151003504215</c:v>
                </c:pt>
                <c:pt idx="35">
                  <c:v>2.1006578407364982</c:v>
                </c:pt>
                <c:pt idx="36">
                  <c:v>2.093867691946214</c:v>
                </c:pt>
                <c:pt idx="37">
                  <c:v>2.0929786317757122</c:v>
                </c:pt>
                <c:pt idx="38">
                  <c:v>2.0936816208281686</c:v>
                </c:pt>
                <c:pt idx="39">
                  <c:v>2.1015945685792969</c:v>
                </c:pt>
                <c:pt idx="40">
                  <c:v>2.1150507717449183</c:v>
                </c:pt>
                <c:pt idx="41">
                  <c:v>2.1360392393241332</c:v>
                </c:pt>
                <c:pt idx="42">
                  <c:v>2.1694642757957108</c:v>
                </c:pt>
                <c:pt idx="43">
                  <c:v>2.2088788939499238</c:v>
                </c:pt>
                <c:pt idx="44">
                  <c:v>2.2614976923447978</c:v>
                </c:pt>
                <c:pt idx="45">
                  <c:v>2.3137217736741325</c:v>
                </c:pt>
                <c:pt idx="46">
                  <c:v>2.3659281281891471</c:v>
                </c:pt>
                <c:pt idx="47">
                  <c:v>2.3833650285192203</c:v>
                </c:pt>
                <c:pt idx="48">
                  <c:v>2.3474926441778203</c:v>
                </c:pt>
                <c:pt idx="49">
                  <c:v>2.2653712161443353</c:v>
                </c:pt>
                <c:pt idx="50">
                  <c:v>2.1775670817570343</c:v>
                </c:pt>
                <c:pt idx="51">
                  <c:v>2.1136339158221267</c:v>
                </c:pt>
                <c:pt idx="52">
                  <c:v>2.0874473218167773</c:v>
                </c:pt>
                <c:pt idx="53">
                  <c:v>2.0733625419306305</c:v>
                </c:pt>
                <c:pt idx="54">
                  <c:v>2.067734855848232</c:v>
                </c:pt>
                <c:pt idx="55">
                  <c:v>2.0629305534322175</c:v>
                </c:pt>
                <c:pt idx="56">
                  <c:v>2.0617465768178604</c:v>
                </c:pt>
                <c:pt idx="57">
                  <c:v>2.0667861691204692</c:v>
                </c:pt>
                <c:pt idx="58">
                  <c:v>2.0720153980480944</c:v>
                </c:pt>
                <c:pt idx="59">
                  <c:v>2.0779383027359564</c:v>
                </c:pt>
                <c:pt idx="60">
                  <c:v>2.0912552966915423</c:v>
                </c:pt>
                <c:pt idx="61">
                  <c:v>2.1065574319776474</c:v>
                </c:pt>
                <c:pt idx="62">
                  <c:v>2.1193999516326554</c:v>
                </c:pt>
                <c:pt idx="63">
                  <c:v>2.1300466091666106</c:v>
                </c:pt>
                <c:pt idx="64">
                  <c:v>2.1477056318518835</c:v>
                </c:pt>
                <c:pt idx="65">
                  <c:v>2.1705467798274864</c:v>
                </c:pt>
                <c:pt idx="66">
                  <c:v>2.1924531740827948</c:v>
                </c:pt>
                <c:pt idx="67">
                  <c:v>2.1997286212739171</c:v>
                </c:pt>
                <c:pt idx="68">
                  <c:v>2.1985172621031968</c:v>
                </c:pt>
                <c:pt idx="69">
                  <c:v>2.1847156613611203</c:v>
                </c:pt>
                <c:pt idx="70">
                  <c:v>2.163435345957045</c:v>
                </c:pt>
                <c:pt idx="71">
                  <c:v>2.1403270468319868</c:v>
                </c:pt>
                <c:pt idx="72">
                  <c:v>2.1275016698121911</c:v>
                </c:pt>
                <c:pt idx="73">
                  <c:v>2.112617061435659</c:v>
                </c:pt>
                <c:pt idx="74">
                  <c:v>2.096413376632599</c:v>
                </c:pt>
                <c:pt idx="75">
                  <c:v>2.0864977017453818</c:v>
                </c:pt>
                <c:pt idx="76">
                  <c:v>2.0837051308813672</c:v>
                </c:pt>
                <c:pt idx="77">
                  <c:v>2.0777844084717838</c:v>
                </c:pt>
                <c:pt idx="78">
                  <c:v>2.0706354327002567</c:v>
                </c:pt>
                <c:pt idx="79">
                  <c:v>2.0620005000035988</c:v>
                </c:pt>
                <c:pt idx="80">
                  <c:v>2.0583877685303489</c:v>
                </c:pt>
                <c:pt idx="81">
                  <c:v>2.0529406005071156</c:v>
                </c:pt>
                <c:pt idx="82">
                  <c:v>2.0444959524042554</c:v>
                </c:pt>
                <c:pt idx="83">
                  <c:v>2.0394113749529565</c:v>
                </c:pt>
                <c:pt idx="84">
                  <c:v>2.0428735627985288</c:v>
                </c:pt>
                <c:pt idx="85">
                  <c:v>2.0428227526455123</c:v>
                </c:pt>
                <c:pt idx="86">
                  <c:v>2.0400854773557136</c:v>
                </c:pt>
                <c:pt idx="87">
                  <c:v>2.0425213565138467</c:v>
                </c:pt>
                <c:pt idx="88">
                  <c:v>2.0439650880329712</c:v>
                </c:pt>
                <c:pt idx="89">
                  <c:v>2.0449768258162151</c:v>
                </c:pt>
                <c:pt idx="90">
                  <c:v>2.0388415955239472</c:v>
                </c:pt>
                <c:pt idx="91">
                  <c:v>2.0345156552211967</c:v>
                </c:pt>
                <c:pt idx="92">
                  <c:v>2.0337519820458527</c:v>
                </c:pt>
                <c:pt idx="93">
                  <c:v>2.0324238340563903</c:v>
                </c:pt>
                <c:pt idx="94">
                  <c:v>2.0328832607089029</c:v>
                </c:pt>
                <c:pt idx="95">
                  <c:v>2.0307579298217981</c:v>
                </c:pt>
                <c:pt idx="96">
                  <c:v>2.0272660445262121</c:v>
                </c:pt>
                <c:pt idx="97">
                  <c:v>2.0262625994004253</c:v>
                </c:pt>
                <c:pt idx="98">
                  <c:v>2.0260154563854296</c:v>
                </c:pt>
                <c:pt idx="99">
                  <c:v>2.0216717489801441</c:v>
                </c:pt>
                <c:pt idx="100">
                  <c:v>2.0233499713362781</c:v>
                </c:pt>
                <c:pt idx="101">
                  <c:v>2.0205329891717096</c:v>
                </c:pt>
                <c:pt idx="102">
                  <c:v>2.0283544726041751</c:v>
                </c:pt>
                <c:pt idx="103">
                  <c:v>2.0305820079764216</c:v>
                </c:pt>
                <c:pt idx="104">
                  <c:v>2.0360797007778202</c:v>
                </c:pt>
                <c:pt idx="105">
                  <c:v>2.0453174089510529</c:v>
                </c:pt>
                <c:pt idx="106">
                  <c:v>2.0539835985873554</c:v>
                </c:pt>
                <c:pt idx="107">
                  <c:v>2.0709658229168602</c:v>
                </c:pt>
                <c:pt idx="108">
                  <c:v>2.0980232131021999</c:v>
                </c:pt>
                <c:pt idx="109">
                  <c:v>2.1345522416201317</c:v>
                </c:pt>
                <c:pt idx="110">
                  <c:v>2.1480186847069054</c:v>
                </c:pt>
                <c:pt idx="111">
                  <c:v>2.1297153594681006</c:v>
                </c:pt>
                <c:pt idx="112">
                  <c:v>2.0993231929151182</c:v>
                </c:pt>
                <c:pt idx="113">
                  <c:v>2.0757577299922549</c:v>
                </c:pt>
                <c:pt idx="114">
                  <c:v>2.061780586785487</c:v>
                </c:pt>
                <c:pt idx="115">
                  <c:v>2.0603122089512249</c:v>
                </c:pt>
                <c:pt idx="116">
                  <c:v>2.056272066526478</c:v>
                </c:pt>
                <c:pt idx="117">
                  <c:v>2.0586551211208763</c:v>
                </c:pt>
                <c:pt idx="118">
                  <c:v>2.0699076999694772</c:v>
                </c:pt>
                <c:pt idx="119">
                  <c:v>2.0768005299887742</c:v>
                </c:pt>
                <c:pt idx="120">
                  <c:v>2.0846692882834459</c:v>
                </c:pt>
                <c:pt idx="121">
                  <c:v>2.1028304834166724</c:v>
                </c:pt>
                <c:pt idx="122">
                  <c:v>2.1248101350751019</c:v>
                </c:pt>
                <c:pt idx="123">
                  <c:v>2.1468050693961804</c:v>
                </c:pt>
                <c:pt idx="124">
                  <c:v>2.1425290663351357</c:v>
                </c:pt>
                <c:pt idx="125">
                  <c:v>2.1289162158773594</c:v>
                </c:pt>
                <c:pt idx="126">
                  <c:v>2.1201492855610367</c:v>
                </c:pt>
                <c:pt idx="127">
                  <c:v>2.1085727021778085</c:v>
                </c:pt>
                <c:pt idx="128">
                  <c:v>2.1030391897964886</c:v>
                </c:pt>
                <c:pt idx="129">
                  <c:v>2.0912462251286081</c:v>
                </c:pt>
                <c:pt idx="130">
                  <c:v>2.0818758982257393</c:v>
                </c:pt>
                <c:pt idx="131">
                  <c:v>2.0725755519512226</c:v>
                </c:pt>
                <c:pt idx="132">
                  <c:v>2.0736009675832432</c:v>
                </c:pt>
                <c:pt idx="133">
                  <c:v>2.0664005169031618</c:v>
                </c:pt>
                <c:pt idx="134">
                  <c:v>2.0479180904073977</c:v>
                </c:pt>
                <c:pt idx="135">
                  <c:v>2.0599021957936312</c:v>
                </c:pt>
                <c:pt idx="136">
                  <c:v>2.0579350565802308</c:v>
                </c:pt>
                <c:pt idx="137">
                  <c:v>2.0521611142076335</c:v>
                </c:pt>
                <c:pt idx="138">
                  <c:v>2.0387968521045434</c:v>
                </c:pt>
                <c:pt idx="139">
                  <c:v>2.0298176734028917</c:v>
                </c:pt>
                <c:pt idx="140">
                  <c:v>2.0216345763876897</c:v>
                </c:pt>
                <c:pt idx="141">
                  <c:v>2.0141461858395413</c:v>
                </c:pt>
                <c:pt idx="142">
                  <c:v>2.0229829977423557</c:v>
                </c:pt>
                <c:pt idx="143">
                  <c:v>2.0250687303507662</c:v>
                </c:pt>
                <c:pt idx="144">
                  <c:v>2.0301443268876129</c:v>
                </c:pt>
                <c:pt idx="145">
                  <c:v>2.0323907775765035</c:v>
                </c:pt>
                <c:pt idx="146">
                  <c:v>2.0283634132304131</c:v>
                </c:pt>
                <c:pt idx="147">
                  <c:v>2.0248931123456733</c:v>
                </c:pt>
                <c:pt idx="148">
                  <c:v>2.0174468548763724</c:v>
                </c:pt>
                <c:pt idx="149">
                  <c:v>2.0149367379685694</c:v>
                </c:pt>
                <c:pt idx="150">
                  <c:v>2.0201083312481942</c:v>
                </c:pt>
                <c:pt idx="151">
                  <c:v>2.0268595767314825</c:v>
                </c:pt>
                <c:pt idx="152">
                  <c:v>2.0305288208187573</c:v>
                </c:pt>
                <c:pt idx="153">
                  <c:v>2.0364063240463803</c:v>
                </c:pt>
                <c:pt idx="154">
                  <c:v>2.043429415934773</c:v>
                </c:pt>
                <c:pt idx="155">
                  <c:v>2.0345542681173145</c:v>
                </c:pt>
                <c:pt idx="156">
                  <c:v>2.028294010066467</c:v>
                </c:pt>
                <c:pt idx="157">
                  <c:v>2.0335564398400803</c:v>
                </c:pt>
                <c:pt idx="158">
                  <c:v>2.0244114180613462</c:v>
                </c:pt>
                <c:pt idx="159">
                  <c:v>2.0180282070949587</c:v>
                </c:pt>
                <c:pt idx="160">
                  <c:v>2.0197779829984808</c:v>
                </c:pt>
                <c:pt idx="161">
                  <c:v>2.0230693102056061</c:v>
                </c:pt>
                <c:pt idx="162">
                  <c:v>2.0195510730604744</c:v>
                </c:pt>
                <c:pt idx="163">
                  <c:v>2.0222189619730826</c:v>
                </c:pt>
                <c:pt idx="164">
                  <c:v>2.0290648008263488</c:v>
                </c:pt>
                <c:pt idx="165">
                  <c:v>2.0393746421735095</c:v>
                </c:pt>
                <c:pt idx="166">
                  <c:v>2.0311320126068804</c:v>
                </c:pt>
                <c:pt idx="167">
                  <c:v>2.0238673811226402</c:v>
                </c:pt>
                <c:pt idx="168">
                  <c:v>2.0264306919028101</c:v>
                </c:pt>
                <c:pt idx="169">
                  <c:v>2.0417474299879466</c:v>
                </c:pt>
                <c:pt idx="170">
                  <c:v>2.0543711174919284</c:v>
                </c:pt>
                <c:pt idx="171">
                  <c:v>2.0581257004106068</c:v>
                </c:pt>
                <c:pt idx="172">
                  <c:v>2.0581167295682081</c:v>
                </c:pt>
                <c:pt idx="173">
                  <c:v>2.0586681140700089</c:v>
                </c:pt>
                <c:pt idx="174">
                  <c:v>2.0593955782126923</c:v>
                </c:pt>
                <c:pt idx="175">
                  <c:v>2.0648844378230913</c:v>
                </c:pt>
                <c:pt idx="176">
                  <c:v>2.0680877336031531</c:v>
                </c:pt>
                <c:pt idx="177">
                  <c:v>2.0677134695211064</c:v>
                </c:pt>
                <c:pt idx="178">
                  <c:v>2.0713311430153181</c:v>
                </c:pt>
                <c:pt idx="179">
                  <c:v>2.0753217779393127</c:v>
                </c:pt>
                <c:pt idx="180">
                  <c:v>2.0719795348226073</c:v>
                </c:pt>
                <c:pt idx="181">
                  <c:v>2.0788209436509693</c:v>
                </c:pt>
                <c:pt idx="182">
                  <c:v>2.0868105263005221</c:v>
                </c:pt>
                <c:pt idx="183">
                  <c:v>2.0969181812438915</c:v>
                </c:pt>
                <c:pt idx="184">
                  <c:v>2.1090386622357506</c:v>
                </c:pt>
                <c:pt idx="185">
                  <c:v>2.1098780873261544</c:v>
                </c:pt>
                <c:pt idx="186">
                  <c:v>2.1141898528921508</c:v>
                </c:pt>
                <c:pt idx="187">
                  <c:v>2.1212065154530007</c:v>
                </c:pt>
                <c:pt idx="188">
                  <c:v>2.124802762331873</c:v>
                </c:pt>
                <c:pt idx="189">
                  <c:v>2.1288228949434851</c:v>
                </c:pt>
                <c:pt idx="190">
                  <c:v>2.126330961449765</c:v>
                </c:pt>
                <c:pt idx="191">
                  <c:v>2.1186376851874629</c:v>
                </c:pt>
                <c:pt idx="192">
                  <c:v>2.1124624554130329</c:v>
                </c:pt>
                <c:pt idx="193">
                  <c:v>2.1161316373893104</c:v>
                </c:pt>
                <c:pt idx="194">
                  <c:v>2.1213176706364338</c:v>
                </c:pt>
                <c:pt idx="195">
                  <c:v>2.1329395446873107</c:v>
                </c:pt>
                <c:pt idx="196">
                  <c:v>2.140925984856143</c:v>
                </c:pt>
                <c:pt idx="197">
                  <c:v>2.144434107980794</c:v>
                </c:pt>
                <c:pt idx="198">
                  <c:v>2.1396053371892556</c:v>
                </c:pt>
                <c:pt idx="199">
                  <c:v>2.1250800123937288</c:v>
                </c:pt>
                <c:pt idx="200">
                  <c:v>2.1166316409883907</c:v>
                </c:pt>
                <c:pt idx="201">
                  <c:v>2.1080231776485712</c:v>
                </c:pt>
                <c:pt idx="202">
                  <c:v>2.106146827926243</c:v>
                </c:pt>
                <c:pt idx="203">
                  <c:v>2.1126246490493643</c:v>
                </c:pt>
                <c:pt idx="204">
                  <c:v>2.1168252527172249</c:v>
                </c:pt>
                <c:pt idx="205">
                  <c:v>2.1221965446034043</c:v>
                </c:pt>
                <c:pt idx="206">
                  <c:v>2.129963964609543</c:v>
                </c:pt>
                <c:pt idx="207">
                  <c:v>2.1354204794985092</c:v>
                </c:pt>
                <c:pt idx="208">
                  <c:v>2.1380115219995668</c:v>
                </c:pt>
                <c:pt idx="209">
                  <c:v>2.1391630800307646</c:v>
                </c:pt>
                <c:pt idx="210">
                  <c:v>2.1419242865198962</c:v>
                </c:pt>
                <c:pt idx="211">
                  <c:v>2.1515808343270195</c:v>
                </c:pt>
                <c:pt idx="212">
                  <c:v>2.1529628275149806</c:v>
                </c:pt>
                <c:pt idx="213">
                  <c:v>2.1572691004544184</c:v>
                </c:pt>
                <c:pt idx="214">
                  <c:v>2.1681250284031908</c:v>
                </c:pt>
                <c:pt idx="215">
                  <c:v>2.173319723616403</c:v>
                </c:pt>
                <c:pt idx="216">
                  <c:v>2.1822659230572454</c:v>
                </c:pt>
                <c:pt idx="217">
                  <c:v>2.1905005251971619</c:v>
                </c:pt>
                <c:pt idx="218">
                  <c:v>2.1851383115886192</c:v>
                </c:pt>
                <c:pt idx="219">
                  <c:v>2.174648012614615</c:v>
                </c:pt>
                <c:pt idx="220">
                  <c:v>2.1638295661346079</c:v>
                </c:pt>
                <c:pt idx="221">
                  <c:v>2.1554857426455469</c:v>
                </c:pt>
                <c:pt idx="222">
                  <c:v>2.1518016808887639</c:v>
                </c:pt>
                <c:pt idx="223">
                  <c:v>2.1427800081930108</c:v>
                </c:pt>
                <c:pt idx="224">
                  <c:v>2.131423526039562</c:v>
                </c:pt>
                <c:pt idx="225">
                  <c:v>2.1137004988110677</c:v>
                </c:pt>
                <c:pt idx="226">
                  <c:v>2.0961054000925872</c:v>
                </c:pt>
                <c:pt idx="227">
                  <c:v>2.0763926655359461</c:v>
                </c:pt>
                <c:pt idx="228">
                  <c:v>2.0620581121501407</c:v>
                </c:pt>
                <c:pt idx="229">
                  <c:v>2.0583599965212467</c:v>
                </c:pt>
                <c:pt idx="230">
                  <c:v>2.042020664657771</c:v>
                </c:pt>
                <c:pt idx="231">
                  <c:v>2.0267633181153109</c:v>
                </c:pt>
                <c:pt idx="232">
                  <c:v>2.0226246945078996</c:v>
                </c:pt>
                <c:pt idx="233">
                  <c:v>2.0225954351922173</c:v>
                </c:pt>
                <c:pt idx="234">
                  <c:v>2.0209186749625294</c:v>
                </c:pt>
                <c:pt idx="235">
                  <c:v>2.019151633880476</c:v>
                </c:pt>
                <c:pt idx="236">
                  <c:v>2.0196913851603786</c:v>
                </c:pt>
                <c:pt idx="237">
                  <c:v>2.0209605411319571</c:v>
                </c:pt>
                <c:pt idx="238">
                  <c:v>2.0261428863287905</c:v>
                </c:pt>
                <c:pt idx="239">
                  <c:v>2.0253769553347665</c:v>
                </c:pt>
                <c:pt idx="240">
                  <c:v>2.0261579994452044</c:v>
                </c:pt>
                <c:pt idx="241">
                  <c:v>2.0171959868802234</c:v>
                </c:pt>
                <c:pt idx="242">
                  <c:v>2.0259852855488969</c:v>
                </c:pt>
                <c:pt idx="243">
                  <c:v>2.0348551337874907</c:v>
                </c:pt>
                <c:pt idx="244">
                  <c:v>2.0278929173910041</c:v>
                </c:pt>
                <c:pt idx="245">
                  <c:v>2.0319708971637418</c:v>
                </c:pt>
                <c:pt idx="246">
                  <c:v>2.0302677263308619</c:v>
                </c:pt>
                <c:pt idx="247">
                  <c:v>2.0401260140140671</c:v>
                </c:pt>
                <c:pt idx="248">
                  <c:v>2.0610039441624686</c:v>
                </c:pt>
                <c:pt idx="249">
                  <c:v>2.091988676487035</c:v>
                </c:pt>
                <c:pt idx="250">
                  <c:v>2.1223735710173242</c:v>
                </c:pt>
                <c:pt idx="251">
                  <c:v>2.1916340206789195</c:v>
                </c:pt>
                <c:pt idx="252">
                  <c:v>2.2528600871965878</c:v>
                </c:pt>
                <c:pt idx="253">
                  <c:v>2.3293968703900205</c:v>
                </c:pt>
                <c:pt idx="254">
                  <c:v>2.4257821795666117</c:v>
                </c:pt>
                <c:pt idx="255">
                  <c:v>2.517763879477859</c:v>
                </c:pt>
                <c:pt idx="256">
                  <c:v>2.6347685893312689</c:v>
                </c:pt>
                <c:pt idx="257">
                  <c:v>2.7600918485339294</c:v>
                </c:pt>
                <c:pt idx="258">
                  <c:v>2.8817837966818192</c:v>
                </c:pt>
                <c:pt idx="259">
                  <c:v>3</c:v>
                </c:pt>
                <c:pt idx="260">
                  <c:v>2.8075557699007909</c:v>
                </c:pt>
                <c:pt idx="261">
                  <c:v>2.4801773927680815</c:v>
                </c:pt>
                <c:pt idx="262">
                  <c:v>2.1910063034403011</c:v>
                </c:pt>
                <c:pt idx="263">
                  <c:v>2.1063485174420569</c:v>
                </c:pt>
                <c:pt idx="264">
                  <c:v>2.083392306326227</c:v>
                </c:pt>
                <c:pt idx="265">
                  <c:v>2.0719581350660774</c:v>
                </c:pt>
                <c:pt idx="266">
                  <c:v>2.0576267845933138</c:v>
                </c:pt>
                <c:pt idx="267">
                  <c:v>2.0498073390730251</c:v>
                </c:pt>
                <c:pt idx="268">
                  <c:v>2.0397044784271654</c:v>
                </c:pt>
                <c:pt idx="269">
                  <c:v>2.0499134112267461</c:v>
                </c:pt>
                <c:pt idx="270">
                  <c:v>2.0608947765309438</c:v>
                </c:pt>
                <c:pt idx="271">
                  <c:v>2.0718309183145172</c:v>
                </c:pt>
                <c:pt idx="272">
                  <c:v>2.0706311554348313</c:v>
                </c:pt>
                <c:pt idx="273">
                  <c:v>2.0652734473915961</c:v>
                </c:pt>
                <c:pt idx="274">
                  <c:v>2.1007861452698466</c:v>
                </c:pt>
                <c:pt idx="275">
                  <c:v>2.1433455472874585</c:v>
                </c:pt>
                <c:pt idx="276">
                  <c:v>2.2370636423790322</c:v>
                </c:pt>
                <c:pt idx="277">
                  <c:v>2.4084834678118106</c:v>
                </c:pt>
                <c:pt idx="278">
                  <c:v>2.840862359022136</c:v>
                </c:pt>
                <c:pt idx="279">
                  <c:v>2.9694217824730793</c:v>
                </c:pt>
                <c:pt idx="280">
                  <c:v>2.8104546949360283</c:v>
                </c:pt>
                <c:pt idx="281">
                  <c:v>2.4687876459789719</c:v>
                </c:pt>
                <c:pt idx="282">
                  <c:v>2.2217653747615067</c:v>
                </c:pt>
                <c:pt idx="283">
                  <c:v>2.1235503897589285</c:v>
                </c:pt>
                <c:pt idx="284">
                  <c:v>2.0804147252671452</c:v>
                </c:pt>
                <c:pt idx="285">
                  <c:v>2.0615014096040443</c:v>
                </c:pt>
                <c:pt idx="286">
                  <c:v>2.0150493049181808</c:v>
                </c:pt>
                <c:pt idx="287">
                  <c:v>2.0302155027329913</c:v>
                </c:pt>
                <c:pt idx="288">
                  <c:v>2.0141425447921679</c:v>
                </c:pt>
                <c:pt idx="289">
                  <c:v>2.0210445336655303</c:v>
                </c:pt>
                <c:pt idx="290">
                  <c:v>2.005502231520548</c:v>
                </c:pt>
                <c:pt idx="291">
                  <c:v>2.0128979738640682</c:v>
                </c:pt>
                <c:pt idx="292">
                  <c:v>2.0210909221870206</c:v>
                </c:pt>
                <c:pt idx="293">
                  <c:v>2.024667706501003</c:v>
                </c:pt>
                <c:pt idx="294">
                  <c:v>2.0113411071636422</c:v>
                </c:pt>
                <c:pt idx="295">
                  <c:v>2.0098928373450367</c:v>
                </c:pt>
                <c:pt idx="296">
                  <c:v>2.0147769263729121</c:v>
                </c:pt>
                <c:pt idx="297">
                  <c:v>2.0023445602547447</c:v>
                </c:pt>
                <c:pt idx="298">
                  <c:v>2.0093872127007146</c:v>
                </c:pt>
                <c:pt idx="299">
                  <c:v>2.0103261186251018</c:v>
                </c:pt>
                <c:pt idx="300">
                  <c:v>2.0221268496856388</c:v>
                </c:pt>
                <c:pt idx="301">
                  <c:v>2.0201096876180777</c:v>
                </c:pt>
                <c:pt idx="302">
                  <c:v>2.0066369268356894</c:v>
                </c:pt>
                <c:pt idx="303">
                  <c:v>1.98945416120448</c:v>
                </c:pt>
                <c:pt idx="304">
                  <c:v>1.9947241336872268</c:v>
                </c:pt>
                <c:pt idx="305">
                  <c:v>2.0065395829557433</c:v>
                </c:pt>
                <c:pt idx="306">
                  <c:v>2.0062561767707985</c:v>
                </c:pt>
                <c:pt idx="307">
                  <c:v>2.0066074706952928</c:v>
                </c:pt>
                <c:pt idx="308">
                  <c:v>2.0144976316841774</c:v>
                </c:pt>
                <c:pt idx="309">
                  <c:v>2.0051547729501276</c:v>
                </c:pt>
                <c:pt idx="310">
                  <c:v>1.9989347995464595</c:v>
                </c:pt>
                <c:pt idx="311">
                  <c:v>2.0036692377922414</c:v>
                </c:pt>
                <c:pt idx="312">
                  <c:v>2.0128538540726497</c:v>
                </c:pt>
                <c:pt idx="313">
                  <c:v>2.007972856325889</c:v>
                </c:pt>
                <c:pt idx="314">
                  <c:v>2.0100062008262198</c:v>
                </c:pt>
                <c:pt idx="315">
                  <c:v>2.0062104521655075</c:v>
                </c:pt>
                <c:pt idx="316">
                  <c:v>2.0013533055662371</c:v>
                </c:pt>
                <c:pt idx="317">
                  <c:v>2.002187006267933</c:v>
                </c:pt>
                <c:pt idx="318">
                  <c:v>2.0132767896750008</c:v>
                </c:pt>
                <c:pt idx="319">
                  <c:v>2.0207937731046193</c:v>
                </c:pt>
                <c:pt idx="320">
                  <c:v>2.0248186429387705</c:v>
                </c:pt>
                <c:pt idx="321">
                  <c:v>2.0529041598172224</c:v>
                </c:pt>
                <c:pt idx="322">
                  <c:v>2.0985523115067539</c:v>
                </c:pt>
                <c:pt idx="323">
                  <c:v>2.142889095248107</c:v>
                </c:pt>
                <c:pt idx="324">
                  <c:v>2.1498347028282212</c:v>
                </c:pt>
                <c:pt idx="325">
                  <c:v>2.1206777460688642</c:v>
                </c:pt>
                <c:pt idx="326">
                  <c:v>2.0960295978172598</c:v>
                </c:pt>
                <c:pt idx="327">
                  <c:v>2.1019857671407816</c:v>
                </c:pt>
                <c:pt idx="328">
                  <c:v>2.1148932448267512</c:v>
                </c:pt>
                <c:pt idx="329">
                  <c:v>2.1508537394929674</c:v>
                </c:pt>
                <c:pt idx="330">
                  <c:v>2.2308158535305305</c:v>
                </c:pt>
                <c:pt idx="331">
                  <c:v>2.351096827834922</c:v>
                </c:pt>
                <c:pt idx="332">
                  <c:v>2.4490837009677651</c:v>
                </c:pt>
                <c:pt idx="333">
                  <c:v>2.4629730360113236</c:v>
                </c:pt>
                <c:pt idx="334">
                  <c:v>2.3897932548504581</c:v>
                </c:pt>
                <c:pt idx="335">
                  <c:v>2.2800432974753893</c:v>
                </c:pt>
                <c:pt idx="336">
                  <c:v>2.1794620782079108</c:v>
                </c:pt>
                <c:pt idx="337">
                  <c:v>2.1133547050671719</c:v>
                </c:pt>
                <c:pt idx="338">
                  <c:v>2.0667171822680714</c:v>
                </c:pt>
                <c:pt idx="339">
                  <c:v>2.0455702947152714</c:v>
                </c:pt>
                <c:pt idx="340">
                  <c:v>2.034629942813297</c:v>
                </c:pt>
                <c:pt idx="341">
                  <c:v>2.0222603597920181</c:v>
                </c:pt>
                <c:pt idx="342">
                  <c:v>2.0127431101647382</c:v>
                </c:pt>
                <c:pt idx="343">
                  <c:v>2.0042632245627199</c:v>
                </c:pt>
                <c:pt idx="344">
                  <c:v>2.0056514578075499</c:v>
                </c:pt>
                <c:pt idx="345">
                  <c:v>2.0082586088796512</c:v>
                </c:pt>
                <c:pt idx="346">
                  <c:v>2.0104570276236409</c:v>
                </c:pt>
                <c:pt idx="347">
                  <c:v>2.0118843139972644</c:v>
                </c:pt>
                <c:pt idx="348">
                  <c:v>2.0101485323728694</c:v>
                </c:pt>
                <c:pt idx="349">
                  <c:v>2.0064192659805618</c:v>
                </c:pt>
                <c:pt idx="350">
                  <c:v>2.0087290577161436</c:v>
                </c:pt>
                <c:pt idx="351">
                  <c:v>2.0092770949388012</c:v>
                </c:pt>
                <c:pt idx="352">
                  <c:v>2.0091753512501112</c:v>
                </c:pt>
                <c:pt idx="353">
                  <c:v>2.0064344945059229</c:v>
                </c:pt>
                <c:pt idx="354">
                  <c:v>2.008392509278107</c:v>
                </c:pt>
                <c:pt idx="355">
                  <c:v>2.0046124281164248</c:v>
                </c:pt>
                <c:pt idx="356">
                  <c:v>1.9997027877574296</c:v>
                </c:pt>
                <c:pt idx="357">
                  <c:v>2.0028772629856437</c:v>
                </c:pt>
                <c:pt idx="358">
                  <c:v>2.0037093212081833</c:v>
                </c:pt>
                <c:pt idx="359">
                  <c:v>2.0092076993288952</c:v>
                </c:pt>
                <c:pt idx="360">
                  <c:v>2.0097471392144741</c:v>
                </c:pt>
                <c:pt idx="361">
                  <c:v>2.0109042251244178</c:v>
                </c:pt>
                <c:pt idx="362">
                  <c:v>2.0104334162120097</c:v>
                </c:pt>
                <c:pt idx="363">
                  <c:v>2.0086651161232574</c:v>
                </c:pt>
                <c:pt idx="364">
                  <c:v>2.0114563725842785</c:v>
                </c:pt>
                <c:pt idx="365">
                  <c:v>2.0150730682499542</c:v>
                </c:pt>
                <c:pt idx="366">
                  <c:v>2.0142981630561803</c:v>
                </c:pt>
                <c:pt idx="367">
                  <c:v>2.0116638224754086</c:v>
                </c:pt>
                <c:pt idx="368">
                  <c:v>2.0120550856659043</c:v>
                </c:pt>
                <c:pt idx="369">
                  <c:v>2.0124743986863143</c:v>
                </c:pt>
                <c:pt idx="370">
                  <c:v>2.0148689463331975</c:v>
                </c:pt>
                <c:pt idx="371">
                  <c:v>2.0132155650185708</c:v>
                </c:pt>
                <c:pt idx="372">
                  <c:v>2.0153118229229841</c:v>
                </c:pt>
                <c:pt idx="373">
                  <c:v>2.0130069643953172</c:v>
                </c:pt>
                <c:pt idx="374">
                  <c:v>1.9963634330119264</c:v>
                </c:pt>
                <c:pt idx="375">
                  <c:v>2.0002846267132512</c:v>
                </c:pt>
                <c:pt idx="376">
                  <c:v>2.0038011292356743</c:v>
                </c:pt>
                <c:pt idx="377">
                  <c:v>2.0082813767567944</c:v>
                </c:pt>
                <c:pt idx="378">
                  <c:v>2.0064004152929282</c:v>
                </c:pt>
                <c:pt idx="379">
                  <c:v>2.0029559198488269</c:v>
                </c:pt>
                <c:pt idx="380">
                  <c:v>2.0040347882889251</c:v>
                </c:pt>
                <c:pt idx="381">
                  <c:v>2.0020440257033303</c:v>
                </c:pt>
                <c:pt idx="382">
                  <c:v>2.0067275052333047</c:v>
                </c:pt>
                <c:pt idx="383">
                  <c:v>2.0083848788581742</c:v>
                </c:pt>
                <c:pt idx="384">
                  <c:v>2.012161376047453</c:v>
                </c:pt>
                <c:pt idx="385">
                  <c:v>2.0060903341133849</c:v>
                </c:pt>
                <c:pt idx="386">
                  <c:v>2.007910631178802</c:v>
                </c:pt>
                <c:pt idx="387">
                  <c:v>2.0058553476474046</c:v>
                </c:pt>
                <c:pt idx="388">
                  <c:v>2.0045695291418353</c:v>
                </c:pt>
                <c:pt idx="389">
                  <c:v>2.0030542302262488</c:v>
                </c:pt>
                <c:pt idx="390">
                  <c:v>2.0029910488635743</c:v>
                </c:pt>
                <c:pt idx="391">
                  <c:v>2.0015708942383141</c:v>
                </c:pt>
                <c:pt idx="392">
                  <c:v>2.004079037758034</c:v>
                </c:pt>
                <c:pt idx="393">
                  <c:v>2.0069652384322332</c:v>
                </c:pt>
                <c:pt idx="394">
                  <c:v>2.0110579825765291</c:v>
                </c:pt>
                <c:pt idx="395">
                  <c:v>2.0110919010563353</c:v>
                </c:pt>
                <c:pt idx="396">
                  <c:v>2.0052951026761257</c:v>
                </c:pt>
                <c:pt idx="397">
                  <c:v>2.0072773625599796</c:v>
                </c:pt>
                <c:pt idx="398">
                  <c:v>2.011956793334245</c:v>
                </c:pt>
                <c:pt idx="399">
                  <c:v>2.0107651460117406</c:v>
                </c:pt>
                <c:pt idx="400">
                  <c:v>2.011665643838433</c:v>
                </c:pt>
                <c:pt idx="401">
                  <c:v>2.0138529967528771</c:v>
                </c:pt>
                <c:pt idx="402">
                  <c:v>2.0148197040631901</c:v>
                </c:pt>
                <c:pt idx="403">
                  <c:v>2.0208792428727196</c:v>
                </c:pt>
                <c:pt idx="404">
                  <c:v>2.0238231631286987</c:v>
                </c:pt>
                <c:pt idx="405">
                  <c:v>2.0239961808652898</c:v>
                </c:pt>
                <c:pt idx="406">
                  <c:v>2.0188678151610029</c:v>
                </c:pt>
                <c:pt idx="407">
                  <c:v>2.0133925863964643</c:v>
                </c:pt>
                <c:pt idx="408">
                  <c:v>2.0148198417145888</c:v>
                </c:pt>
                <c:pt idx="409">
                  <c:v>2.0218696782626173</c:v>
                </c:pt>
                <c:pt idx="410">
                  <c:v>2.0192954711991371</c:v>
                </c:pt>
                <c:pt idx="411">
                  <c:v>2.0072684529892406</c:v>
                </c:pt>
                <c:pt idx="412">
                  <c:v>1.9995843412989927</c:v>
                </c:pt>
                <c:pt idx="413">
                  <c:v>2.0041280055645814</c:v>
                </c:pt>
                <c:pt idx="414">
                  <c:v>2.002618565646503</c:v>
                </c:pt>
                <c:pt idx="415">
                  <c:v>2.0080894588116394</c:v>
                </c:pt>
                <c:pt idx="416">
                  <c:v>2.0101972945416562</c:v>
                </c:pt>
                <c:pt idx="417">
                  <c:v>2.0043063912860677</c:v>
                </c:pt>
                <c:pt idx="418">
                  <c:v>1.9989409213616156</c:v>
                </c:pt>
                <c:pt idx="419">
                  <c:v>2.0056865840944491</c:v>
                </c:pt>
                <c:pt idx="420">
                  <c:v>2.0129000344383656</c:v>
                </c:pt>
                <c:pt idx="421">
                  <c:v>2.0077971770491363</c:v>
                </c:pt>
                <c:pt idx="422">
                  <c:v>2.0057316489802299</c:v>
                </c:pt>
                <c:pt idx="423">
                  <c:v>1.9998147333085474</c:v>
                </c:pt>
                <c:pt idx="424">
                  <c:v>2.0001519007582109</c:v>
                </c:pt>
                <c:pt idx="425">
                  <c:v>1.9993619578572788</c:v>
                </c:pt>
                <c:pt idx="426">
                  <c:v>1.9925356371750311</c:v>
                </c:pt>
                <c:pt idx="427">
                  <c:v>2.0057655653616919</c:v>
                </c:pt>
                <c:pt idx="428">
                  <c:v>1.9952476836492592</c:v>
                </c:pt>
                <c:pt idx="429">
                  <c:v>2.0015412569058699</c:v>
                </c:pt>
                <c:pt idx="430">
                  <c:v>2.0151421826816973</c:v>
                </c:pt>
                <c:pt idx="431">
                  <c:v>1.9991539352230177</c:v>
                </c:pt>
                <c:pt idx="432">
                  <c:v>2.0063154512258521</c:v>
                </c:pt>
                <c:pt idx="433">
                  <c:v>2.0165867585746482</c:v>
                </c:pt>
                <c:pt idx="434">
                  <c:v>2.0370323626093998</c:v>
                </c:pt>
                <c:pt idx="435">
                  <c:v>2.0976040142317309</c:v>
                </c:pt>
                <c:pt idx="436">
                  <c:v>2.1077013486775202</c:v>
                </c:pt>
                <c:pt idx="437">
                  <c:v>2.1206090949515857</c:v>
                </c:pt>
                <c:pt idx="438">
                  <c:v>2.0569608606980729</c:v>
                </c:pt>
                <c:pt idx="439">
                  <c:v>2.0167329762553083</c:v>
                </c:pt>
                <c:pt idx="440">
                  <c:v>2.0168557713753419</c:v>
                </c:pt>
                <c:pt idx="441">
                  <c:v>2.0040397546506834</c:v>
                </c:pt>
                <c:pt idx="442">
                  <c:v>1.9675041339736761</c:v>
                </c:pt>
                <c:pt idx="443">
                  <c:v>2.0180506879185742</c:v>
                </c:pt>
                <c:pt idx="444">
                  <c:v>2.0073151831212148</c:v>
                </c:pt>
                <c:pt idx="445">
                  <c:v>1.9992559869486799</c:v>
                </c:pt>
                <c:pt idx="446">
                  <c:v>2.0083210841494026</c:v>
                </c:pt>
                <c:pt idx="447">
                  <c:v>2.0323888068113511</c:v>
                </c:pt>
                <c:pt idx="448">
                  <c:v>2.0244470983111933</c:v>
                </c:pt>
                <c:pt idx="449">
                  <c:v>2.017085422590601</c:v>
                </c:pt>
                <c:pt idx="450">
                  <c:v>1.9928349945551822</c:v>
                </c:pt>
                <c:pt idx="451">
                  <c:v>1.9905395147880847</c:v>
                </c:pt>
                <c:pt idx="452">
                  <c:v>1.9986207991839797</c:v>
                </c:pt>
                <c:pt idx="453">
                  <c:v>2.0055881297705946</c:v>
                </c:pt>
                <c:pt idx="454">
                  <c:v>2.0270159739009723</c:v>
                </c:pt>
                <c:pt idx="455">
                  <c:v>2.0241797390059642</c:v>
                </c:pt>
                <c:pt idx="456">
                  <c:v>2.0082869533171328</c:v>
                </c:pt>
                <c:pt idx="457">
                  <c:v>2.0025031655121497</c:v>
                </c:pt>
                <c:pt idx="458">
                  <c:v>2.0130895804148996</c:v>
                </c:pt>
                <c:pt idx="459">
                  <c:v>2.0390635634409917</c:v>
                </c:pt>
                <c:pt idx="460">
                  <c:v>2.0322033769473844</c:v>
                </c:pt>
                <c:pt idx="461">
                  <c:v>2.0207692325460442</c:v>
                </c:pt>
                <c:pt idx="462">
                  <c:v>2.0186020438828898</c:v>
                </c:pt>
                <c:pt idx="463">
                  <c:v>2.0013961633083577</c:v>
                </c:pt>
                <c:pt idx="464">
                  <c:v>2.0019177903474916</c:v>
                </c:pt>
                <c:pt idx="465">
                  <c:v>2.0052767786729611</c:v>
                </c:pt>
                <c:pt idx="466">
                  <c:v>2.0168124682596016</c:v>
                </c:pt>
                <c:pt idx="467">
                  <c:v>2.0153821493585093</c:v>
                </c:pt>
                <c:pt idx="468">
                  <c:v>1.9960727350798506</c:v>
                </c:pt>
                <c:pt idx="469">
                  <c:v>2.0001280934398915</c:v>
                </c:pt>
                <c:pt idx="470">
                  <c:v>2.005833723368013</c:v>
                </c:pt>
                <c:pt idx="471">
                  <c:v>2.0010079250912902</c:v>
                </c:pt>
                <c:pt idx="472">
                  <c:v>2.0096236189065824</c:v>
                </c:pt>
                <c:pt idx="473">
                  <c:v>2.0105587973318029</c:v>
                </c:pt>
                <c:pt idx="474">
                  <c:v>2.0030536181391589</c:v>
                </c:pt>
                <c:pt idx="475">
                  <c:v>2.000903016049925</c:v>
                </c:pt>
                <c:pt idx="476">
                  <c:v>2.0080655611858185</c:v>
                </c:pt>
                <c:pt idx="477">
                  <c:v>2.0119355824287197</c:v>
                </c:pt>
                <c:pt idx="478">
                  <c:v>2.0074290921719675</c:v>
                </c:pt>
                <c:pt idx="479">
                  <c:v>2.0097344215681399</c:v>
                </c:pt>
                <c:pt idx="480">
                  <c:v>2.0074285768185591</c:v>
                </c:pt>
                <c:pt idx="481">
                  <c:v>2.0131366639080879</c:v>
                </c:pt>
                <c:pt idx="482">
                  <c:v>2.0119895468131861</c:v>
                </c:pt>
                <c:pt idx="483">
                  <c:v>2.008879804463569</c:v>
                </c:pt>
                <c:pt idx="484">
                  <c:v>2.002564760736218</c:v>
                </c:pt>
                <c:pt idx="485">
                  <c:v>2.000009402471862</c:v>
                </c:pt>
                <c:pt idx="486">
                  <c:v>2.003236542789629</c:v>
                </c:pt>
                <c:pt idx="487">
                  <c:v>2.0126405229415596</c:v>
                </c:pt>
                <c:pt idx="488">
                  <c:v>2.012378746911371</c:v>
                </c:pt>
                <c:pt idx="489">
                  <c:v>2.0060674046637152</c:v>
                </c:pt>
                <c:pt idx="490">
                  <c:v>2.0140896732255165</c:v>
                </c:pt>
                <c:pt idx="491">
                  <c:v>2.0073364821572093</c:v>
                </c:pt>
                <c:pt idx="492">
                  <c:v>2.0022506316403037</c:v>
                </c:pt>
                <c:pt idx="493">
                  <c:v>2.0063161705383461</c:v>
                </c:pt>
                <c:pt idx="494">
                  <c:v>2.0150114944289994</c:v>
                </c:pt>
                <c:pt idx="495">
                  <c:v>2.0190623635908209</c:v>
                </c:pt>
                <c:pt idx="496">
                  <c:v>2.0137515602618219</c:v>
                </c:pt>
                <c:pt idx="497">
                  <c:v>2.0157230531203867</c:v>
                </c:pt>
                <c:pt idx="498">
                  <c:v>2.0127520910791903</c:v>
                </c:pt>
                <c:pt idx="499">
                  <c:v>2.0092195138477575</c:v>
                </c:pt>
                <c:pt idx="500">
                  <c:v>2.0178624865611945</c:v>
                </c:pt>
                <c:pt idx="501">
                  <c:v>2.0208762195779664</c:v>
                </c:pt>
                <c:pt idx="502">
                  <c:v>2.0187245603427741</c:v>
                </c:pt>
                <c:pt idx="503">
                  <c:v>2.0163123354025001</c:v>
                </c:pt>
                <c:pt idx="504">
                  <c:v>2.0164960597320585</c:v>
                </c:pt>
                <c:pt idx="505">
                  <c:v>2.0204032661574809</c:v>
                </c:pt>
                <c:pt idx="506">
                  <c:v>2.0226749322325377</c:v>
                </c:pt>
                <c:pt idx="507">
                  <c:v>2.0365474973068669</c:v>
                </c:pt>
                <c:pt idx="508">
                  <c:v>2.0528097208853993</c:v>
                </c:pt>
                <c:pt idx="509">
                  <c:v>2.0860296534149954</c:v>
                </c:pt>
                <c:pt idx="510">
                  <c:v>2.1320235249866961</c:v>
                </c:pt>
                <c:pt idx="511">
                  <c:v>2.1738537707566219</c:v>
                </c:pt>
                <c:pt idx="512">
                  <c:v>2.2130569026442277</c:v>
                </c:pt>
                <c:pt idx="513">
                  <c:v>2.2482123044933817</c:v>
                </c:pt>
                <c:pt idx="514">
                  <c:v>2.2558483446324757</c:v>
                </c:pt>
                <c:pt idx="515">
                  <c:v>2.2514746023633814</c:v>
                </c:pt>
                <c:pt idx="516">
                  <c:v>2.2410129885980052</c:v>
                </c:pt>
                <c:pt idx="517">
                  <c:v>2.2163122172237375</c:v>
                </c:pt>
                <c:pt idx="518">
                  <c:v>2.188746618072992</c:v>
                </c:pt>
                <c:pt idx="519">
                  <c:v>2.1665123583291797</c:v>
                </c:pt>
                <c:pt idx="520">
                  <c:v>2.1469735009910358</c:v>
                </c:pt>
                <c:pt idx="521">
                  <c:v>2.1233034095754664</c:v>
                </c:pt>
                <c:pt idx="522">
                  <c:v>2.1128192344100456</c:v>
                </c:pt>
                <c:pt idx="523">
                  <c:v>2.1071188952477415</c:v>
                </c:pt>
                <c:pt idx="524">
                  <c:v>2.0973212648286141</c:v>
                </c:pt>
                <c:pt idx="525">
                  <c:v>2.0958085095262287</c:v>
                </c:pt>
                <c:pt idx="526">
                  <c:v>2.0929846951519737</c:v>
                </c:pt>
                <c:pt idx="527">
                  <c:v>2.0993102603983074</c:v>
                </c:pt>
                <c:pt idx="528">
                  <c:v>2.1135470544319555</c:v>
                </c:pt>
                <c:pt idx="529">
                  <c:v>2.1315804083462995</c:v>
                </c:pt>
                <c:pt idx="530">
                  <c:v>2.1329552973791279</c:v>
                </c:pt>
                <c:pt idx="531">
                  <c:v>2.1369970916206635</c:v>
                </c:pt>
                <c:pt idx="532">
                  <c:v>2.1474495465319738</c:v>
                </c:pt>
                <c:pt idx="533">
                  <c:v>2.1621119318327708</c:v>
                </c:pt>
                <c:pt idx="534">
                  <c:v>2.1962500025515861</c:v>
                </c:pt>
                <c:pt idx="535">
                  <c:v>2.2089040069368777</c:v>
                </c:pt>
                <c:pt idx="536">
                  <c:v>2.2074416924788771</c:v>
                </c:pt>
                <c:pt idx="537">
                  <c:v>2.2310998048653761</c:v>
                </c:pt>
                <c:pt idx="538">
                  <c:v>2.2564869665477816</c:v>
                </c:pt>
                <c:pt idx="539">
                  <c:v>2.290188514463952</c:v>
                </c:pt>
                <c:pt idx="540">
                  <c:v>2.3312220876536167</c:v>
                </c:pt>
                <c:pt idx="541">
                  <c:v>2.3608970165556618</c:v>
                </c:pt>
                <c:pt idx="542">
                  <c:v>2.4131217693552363</c:v>
                </c:pt>
                <c:pt idx="543">
                  <c:v>2.4481754971807366</c:v>
                </c:pt>
                <c:pt idx="544">
                  <c:v>2.483499558924628</c:v>
                </c:pt>
                <c:pt idx="545">
                  <c:v>2.5516170453740896</c:v>
                </c:pt>
                <c:pt idx="546">
                  <c:v>2.5824751854144208</c:v>
                </c:pt>
                <c:pt idx="547">
                  <c:v>2.6169136584889428</c:v>
                </c:pt>
                <c:pt idx="548">
                  <c:v>2.6874559582669928</c:v>
                </c:pt>
                <c:pt idx="549">
                  <c:v>2.72886085449906</c:v>
                </c:pt>
                <c:pt idx="550">
                  <c:v>2.7382018650112756</c:v>
                </c:pt>
                <c:pt idx="551">
                  <c:v>2.7610971200587717</c:v>
                </c:pt>
                <c:pt idx="552">
                  <c:v>2.7734433627745254</c:v>
                </c:pt>
                <c:pt idx="553">
                  <c:v>2.7500763595956226</c:v>
                </c:pt>
                <c:pt idx="554">
                  <c:v>2.6991725767686545</c:v>
                </c:pt>
                <c:pt idx="555">
                  <c:v>2.6358568008600822</c:v>
                </c:pt>
                <c:pt idx="556">
                  <c:v>2.5900466301164804</c:v>
                </c:pt>
                <c:pt idx="557">
                  <c:v>2.5283770843644864</c:v>
                </c:pt>
                <c:pt idx="558">
                  <c:v>2.4683606446243207</c:v>
                </c:pt>
                <c:pt idx="559">
                  <c:v>2.4454853188135313</c:v>
                </c:pt>
                <c:pt idx="560">
                  <c:v>2.3908264326784465</c:v>
                </c:pt>
                <c:pt idx="561">
                  <c:v>2.341219017154506</c:v>
                </c:pt>
                <c:pt idx="562">
                  <c:v>2.2673135378176865</c:v>
                </c:pt>
                <c:pt idx="563">
                  <c:v>2.2114267743439919</c:v>
                </c:pt>
                <c:pt idx="564">
                  <c:v>2.1796857315152565</c:v>
                </c:pt>
                <c:pt idx="565">
                  <c:v>2.1585924474316687</c:v>
                </c:pt>
                <c:pt idx="566">
                  <c:v>2.1367191298003538</c:v>
                </c:pt>
                <c:pt idx="567">
                  <c:v>2.0940922450236803</c:v>
                </c:pt>
                <c:pt idx="568">
                  <c:v>2.1037674261299473</c:v>
                </c:pt>
                <c:pt idx="569">
                  <c:v>2.0767284678026798</c:v>
                </c:pt>
                <c:pt idx="570">
                  <c:v>2.022795738121987</c:v>
                </c:pt>
                <c:pt idx="571">
                  <c:v>2.0220666977029165</c:v>
                </c:pt>
                <c:pt idx="572">
                  <c:v>2.0175116517544764</c:v>
                </c:pt>
                <c:pt idx="573">
                  <c:v>2.055733265376964</c:v>
                </c:pt>
                <c:pt idx="574">
                  <c:v>2.0453820211748406</c:v>
                </c:pt>
                <c:pt idx="575">
                  <c:v>2.0433715855604029</c:v>
                </c:pt>
                <c:pt idx="576">
                  <c:v>2.0691159358366673</c:v>
                </c:pt>
                <c:pt idx="577">
                  <c:v>2.061001332143237</c:v>
                </c:pt>
                <c:pt idx="578">
                  <c:v>2.0567619242102406</c:v>
                </c:pt>
                <c:pt idx="579">
                  <c:v>2.0831212673640858</c:v>
                </c:pt>
                <c:pt idx="580">
                  <c:v>2.0491346803312829</c:v>
                </c:pt>
                <c:pt idx="581">
                  <c:v>2.1209682240944359</c:v>
                </c:pt>
                <c:pt idx="582">
                  <c:v>1.995150151337977</c:v>
                </c:pt>
                <c:pt idx="583">
                  <c:v>1.9575790551457559</c:v>
                </c:pt>
                <c:pt idx="584">
                  <c:v>2.1233052091157081</c:v>
                </c:pt>
                <c:pt idx="585">
                  <c:v>2.8005664630374922</c:v>
                </c:pt>
                <c:pt idx="586">
                  <c:v>2.5091469824718322</c:v>
                </c:pt>
                <c:pt idx="587">
                  <c:v>2.523227767110054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4-37F8-4EA4-8385-84A4706AD5FD}"/>
            </c:ext>
          </c:extLst>
        </c:ser>
        <c:ser>
          <c:idx val="21"/>
          <c:order val="21"/>
          <c:tx>
            <c:strRef>
              <c:f>'Fully separated 0.5%'!$W$1</c:f>
              <c:strCache>
                <c:ptCount val="1"/>
                <c:pt idx="0">
                  <c:v>F2/O-PTIR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0.5%'!$A$2:$A$589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0.5%'!$W$2:$W$589</c:f>
              <c:numCache>
                <c:formatCode>General</c:formatCode>
                <c:ptCount val="588"/>
                <c:pt idx="0">
                  <c:v>2.0000039240094374</c:v>
                </c:pt>
                <c:pt idx="1">
                  <c:v>2.0783730817969617</c:v>
                </c:pt>
                <c:pt idx="2">
                  <c:v>1.9884738464173761</c:v>
                </c:pt>
                <c:pt idx="3">
                  <c:v>1.7422956158481961</c:v>
                </c:pt>
                <c:pt idx="4">
                  <c:v>1.8287314556211556</c:v>
                </c:pt>
                <c:pt idx="5">
                  <c:v>1.8697199421922337</c:v>
                </c:pt>
                <c:pt idx="6">
                  <c:v>1.8632844472632542</c:v>
                </c:pt>
                <c:pt idx="7">
                  <c:v>1.8136680430761869</c:v>
                </c:pt>
                <c:pt idx="8">
                  <c:v>1.8337355512686766</c:v>
                </c:pt>
                <c:pt idx="9">
                  <c:v>1.8537635841949978</c:v>
                </c:pt>
                <c:pt idx="10">
                  <c:v>1.7492667350790139</c:v>
                </c:pt>
                <c:pt idx="11">
                  <c:v>1.8266373758076397</c:v>
                </c:pt>
                <c:pt idx="12">
                  <c:v>1.8579331801814947</c:v>
                </c:pt>
                <c:pt idx="13">
                  <c:v>1.8606774969526214</c:v>
                </c:pt>
                <c:pt idx="14">
                  <c:v>1.7871920996430823</c:v>
                </c:pt>
                <c:pt idx="15">
                  <c:v>1.777885319435571</c:v>
                </c:pt>
                <c:pt idx="16">
                  <c:v>1.7980944220482087</c:v>
                </c:pt>
                <c:pt idx="17">
                  <c:v>1.8062264453979762</c:v>
                </c:pt>
                <c:pt idx="18">
                  <c:v>1.8051147183151022</c:v>
                </c:pt>
                <c:pt idx="19">
                  <c:v>1.8369843264790187</c:v>
                </c:pt>
                <c:pt idx="20">
                  <c:v>1.8514521328484443</c:v>
                </c:pt>
                <c:pt idx="21">
                  <c:v>1.8292024226099632</c:v>
                </c:pt>
                <c:pt idx="22">
                  <c:v>1.8155443734019889</c:v>
                </c:pt>
                <c:pt idx="23">
                  <c:v>1.8220077240572059</c:v>
                </c:pt>
                <c:pt idx="24">
                  <c:v>1.813030122774909</c:v>
                </c:pt>
                <c:pt idx="25">
                  <c:v>1.8168497289984715</c:v>
                </c:pt>
                <c:pt idx="26">
                  <c:v>1.8115403047656289</c:v>
                </c:pt>
                <c:pt idx="27">
                  <c:v>1.8206963426499989</c:v>
                </c:pt>
                <c:pt idx="28">
                  <c:v>1.8226437685834249</c:v>
                </c:pt>
                <c:pt idx="29">
                  <c:v>1.8053000654218081</c:v>
                </c:pt>
                <c:pt idx="30">
                  <c:v>1.8009564870407611</c:v>
                </c:pt>
                <c:pt idx="31">
                  <c:v>1.7958937072222498</c:v>
                </c:pt>
                <c:pt idx="32">
                  <c:v>1.805771436028881</c:v>
                </c:pt>
                <c:pt idx="33">
                  <c:v>1.8403590193894446</c:v>
                </c:pt>
                <c:pt idx="34">
                  <c:v>1.8559665877464953</c:v>
                </c:pt>
                <c:pt idx="35">
                  <c:v>1.850372425525795</c:v>
                </c:pt>
                <c:pt idx="36">
                  <c:v>1.8411920874888066</c:v>
                </c:pt>
                <c:pt idx="37">
                  <c:v>1.8520007326609402</c:v>
                </c:pt>
                <c:pt idx="38">
                  <c:v>1.8397051522005003</c:v>
                </c:pt>
                <c:pt idx="39">
                  <c:v>1.8557906045835417</c:v>
                </c:pt>
                <c:pt idx="40">
                  <c:v>1.8557475196169118</c:v>
                </c:pt>
                <c:pt idx="41">
                  <c:v>1.8757962961890104</c:v>
                </c:pt>
                <c:pt idx="42">
                  <c:v>1.8847115396158616</c:v>
                </c:pt>
                <c:pt idx="43">
                  <c:v>1.8793993521143872</c:v>
                </c:pt>
                <c:pt idx="44">
                  <c:v>1.9145595592065234</c:v>
                </c:pt>
                <c:pt idx="45">
                  <c:v>1.9458012889982785</c:v>
                </c:pt>
                <c:pt idx="46">
                  <c:v>1.9711790883863118</c:v>
                </c:pt>
                <c:pt idx="47">
                  <c:v>1.9833035757640514</c:v>
                </c:pt>
                <c:pt idx="48">
                  <c:v>1.9472319398361551</c:v>
                </c:pt>
                <c:pt idx="49">
                  <c:v>1.8998922076996712</c:v>
                </c:pt>
                <c:pt idx="50">
                  <c:v>1.8663709912615236</c:v>
                </c:pt>
                <c:pt idx="51">
                  <c:v>1.8446175812405832</c:v>
                </c:pt>
                <c:pt idx="52">
                  <c:v>1.827327590104544</c:v>
                </c:pt>
                <c:pt idx="53">
                  <c:v>1.8261589262494671</c:v>
                </c:pt>
                <c:pt idx="54">
                  <c:v>1.8277269883424669</c:v>
                </c:pt>
                <c:pt idx="55">
                  <c:v>1.8251274608750279</c:v>
                </c:pt>
                <c:pt idx="56">
                  <c:v>1.8183741499248733</c:v>
                </c:pt>
                <c:pt idx="57">
                  <c:v>1.8279536304971147</c:v>
                </c:pt>
                <c:pt idx="58">
                  <c:v>1.8380623316057936</c:v>
                </c:pt>
                <c:pt idx="59">
                  <c:v>1.8274184504086735</c:v>
                </c:pt>
                <c:pt idx="60">
                  <c:v>1.8382005267669106</c:v>
                </c:pt>
                <c:pt idx="61">
                  <c:v>1.8338743175613041</c:v>
                </c:pt>
                <c:pt idx="62">
                  <c:v>1.8416987259332647</c:v>
                </c:pt>
                <c:pt idx="63">
                  <c:v>1.856519360925192</c:v>
                </c:pt>
                <c:pt idx="64">
                  <c:v>1.8697686936793405</c:v>
                </c:pt>
                <c:pt idx="65">
                  <c:v>1.870486609720948</c:v>
                </c:pt>
                <c:pt idx="66">
                  <c:v>1.8757368611830596</c:v>
                </c:pt>
                <c:pt idx="67">
                  <c:v>1.8720979844866048</c:v>
                </c:pt>
                <c:pt idx="68">
                  <c:v>1.8686140673408995</c:v>
                </c:pt>
                <c:pt idx="69">
                  <c:v>1.8674696616434767</c:v>
                </c:pt>
                <c:pt idx="70">
                  <c:v>1.8524129365632211</c:v>
                </c:pt>
                <c:pt idx="71">
                  <c:v>1.8512739211527343</c:v>
                </c:pt>
                <c:pt idx="72">
                  <c:v>1.8523200101068626</c:v>
                </c:pt>
                <c:pt idx="73">
                  <c:v>1.8464806719540654</c:v>
                </c:pt>
                <c:pt idx="74">
                  <c:v>1.8431695239567345</c:v>
                </c:pt>
                <c:pt idx="75">
                  <c:v>1.8496873812755708</c:v>
                </c:pt>
                <c:pt idx="76">
                  <c:v>1.839344047770425</c:v>
                </c:pt>
                <c:pt idx="77">
                  <c:v>1.8379804283608767</c:v>
                </c:pt>
                <c:pt idx="78">
                  <c:v>1.8432692256006198</c:v>
                </c:pt>
                <c:pt idx="79">
                  <c:v>1.8396183775397583</c:v>
                </c:pt>
                <c:pt idx="80">
                  <c:v>1.8285400668389609</c:v>
                </c:pt>
                <c:pt idx="81">
                  <c:v>1.8331291850501334</c:v>
                </c:pt>
                <c:pt idx="82">
                  <c:v>1.831387293669223</c:v>
                </c:pt>
                <c:pt idx="83">
                  <c:v>1.8258906456213937</c:v>
                </c:pt>
                <c:pt idx="84">
                  <c:v>1.8183713502606063</c:v>
                </c:pt>
                <c:pt idx="85">
                  <c:v>1.8173805192133419</c:v>
                </c:pt>
                <c:pt idx="86">
                  <c:v>1.8092868475311501</c:v>
                </c:pt>
                <c:pt idx="87">
                  <c:v>1.8199984778038736</c:v>
                </c:pt>
                <c:pt idx="88">
                  <c:v>1.8299996475409332</c:v>
                </c:pt>
                <c:pt idx="89">
                  <c:v>1.8305988316874096</c:v>
                </c:pt>
                <c:pt idx="90">
                  <c:v>1.8191373402705679</c:v>
                </c:pt>
                <c:pt idx="91">
                  <c:v>1.8148165997424965</c:v>
                </c:pt>
                <c:pt idx="92">
                  <c:v>1.8148709290940455</c:v>
                </c:pt>
                <c:pt idx="93">
                  <c:v>1.8117916903530706</c:v>
                </c:pt>
                <c:pt idx="94">
                  <c:v>1.8170408172833683</c:v>
                </c:pt>
                <c:pt idx="95">
                  <c:v>1.8024965051884274</c:v>
                </c:pt>
                <c:pt idx="96">
                  <c:v>1.806141033240511</c:v>
                </c:pt>
                <c:pt idx="97">
                  <c:v>1.8081727799289486</c:v>
                </c:pt>
                <c:pt idx="98">
                  <c:v>1.8134572124920991</c:v>
                </c:pt>
                <c:pt idx="99">
                  <c:v>1.8114928765864988</c:v>
                </c:pt>
                <c:pt idx="100">
                  <c:v>1.7987383826251433</c:v>
                </c:pt>
                <c:pt idx="101">
                  <c:v>1.8002260320903063</c:v>
                </c:pt>
                <c:pt idx="102">
                  <c:v>1.8136881176022044</c:v>
                </c:pt>
                <c:pt idx="103">
                  <c:v>1.8167069573194992</c:v>
                </c:pt>
                <c:pt idx="104">
                  <c:v>1.822425581414864</c:v>
                </c:pt>
                <c:pt idx="105">
                  <c:v>1.8243490198248482</c:v>
                </c:pt>
                <c:pt idx="106">
                  <c:v>1.8227106693607551</c:v>
                </c:pt>
                <c:pt idx="107">
                  <c:v>1.8330921473583204</c:v>
                </c:pt>
                <c:pt idx="108">
                  <c:v>1.8498170243955727</c:v>
                </c:pt>
                <c:pt idx="109">
                  <c:v>1.8720894884387753</c:v>
                </c:pt>
                <c:pt idx="110">
                  <c:v>1.8753669396769854</c:v>
                </c:pt>
                <c:pt idx="111">
                  <c:v>1.8666499871379691</c:v>
                </c:pt>
                <c:pt idx="112">
                  <c:v>1.8616577340702987</c:v>
                </c:pt>
                <c:pt idx="113">
                  <c:v>1.8410398417459537</c:v>
                </c:pt>
                <c:pt idx="114">
                  <c:v>1.8272320954228312</c:v>
                </c:pt>
                <c:pt idx="115">
                  <c:v>1.8294310114644983</c:v>
                </c:pt>
                <c:pt idx="116">
                  <c:v>1.8331498652368541</c:v>
                </c:pt>
                <c:pt idx="117">
                  <c:v>1.8273599560899163</c:v>
                </c:pt>
                <c:pt idx="118">
                  <c:v>1.8301686782042896</c:v>
                </c:pt>
                <c:pt idx="119">
                  <c:v>1.8229057294360256</c:v>
                </c:pt>
                <c:pt idx="120">
                  <c:v>1.8278622569212031</c:v>
                </c:pt>
                <c:pt idx="121">
                  <c:v>1.8496579176088221</c:v>
                </c:pt>
                <c:pt idx="122">
                  <c:v>1.8838214927493324</c:v>
                </c:pt>
                <c:pt idx="123">
                  <c:v>1.907465314474118</c:v>
                </c:pt>
                <c:pt idx="124">
                  <c:v>1.9143235811047659</c:v>
                </c:pt>
                <c:pt idx="125">
                  <c:v>1.8991976669882522</c:v>
                </c:pt>
                <c:pt idx="126">
                  <c:v>1.8762156261700731</c:v>
                </c:pt>
                <c:pt idx="127">
                  <c:v>1.8592623674534416</c:v>
                </c:pt>
                <c:pt idx="128">
                  <c:v>1.8628369787898631</c:v>
                </c:pt>
                <c:pt idx="129">
                  <c:v>1.8385062762350939</c:v>
                </c:pt>
                <c:pt idx="130">
                  <c:v>1.8326826609968214</c:v>
                </c:pt>
                <c:pt idx="131">
                  <c:v>1.8379019631036801</c:v>
                </c:pt>
                <c:pt idx="132">
                  <c:v>1.8582588707250323</c:v>
                </c:pt>
                <c:pt idx="133">
                  <c:v>1.8626650346092257</c:v>
                </c:pt>
                <c:pt idx="134">
                  <c:v>1.8515517784990443</c:v>
                </c:pt>
                <c:pt idx="135">
                  <c:v>1.8103822077767178</c:v>
                </c:pt>
                <c:pt idx="136">
                  <c:v>1.802466047640864</c:v>
                </c:pt>
                <c:pt idx="137">
                  <c:v>1.8135175517896081</c:v>
                </c:pt>
                <c:pt idx="138">
                  <c:v>1.8209128929481848</c:v>
                </c:pt>
                <c:pt idx="139">
                  <c:v>1.8145951985593571</c:v>
                </c:pt>
                <c:pt idx="140">
                  <c:v>1.8088376199353775</c:v>
                </c:pt>
                <c:pt idx="141">
                  <c:v>1.803568830962931</c:v>
                </c:pt>
                <c:pt idx="142">
                  <c:v>1.8068690332061983</c:v>
                </c:pt>
                <c:pt idx="143">
                  <c:v>1.8080356197103891</c:v>
                </c:pt>
                <c:pt idx="144">
                  <c:v>1.8071276857888565</c:v>
                </c:pt>
                <c:pt idx="145">
                  <c:v>1.8091436316387806</c:v>
                </c:pt>
                <c:pt idx="146">
                  <c:v>1.8057933695319721</c:v>
                </c:pt>
                <c:pt idx="147">
                  <c:v>1.8098638182081086</c:v>
                </c:pt>
                <c:pt idx="148">
                  <c:v>1.8106412243157308</c:v>
                </c:pt>
                <c:pt idx="149">
                  <c:v>1.7864595478899072</c:v>
                </c:pt>
                <c:pt idx="150">
                  <c:v>1.7994899689457133</c:v>
                </c:pt>
                <c:pt idx="151">
                  <c:v>1.8047988634587462</c:v>
                </c:pt>
                <c:pt idx="152">
                  <c:v>1.8270473810402497</c:v>
                </c:pt>
                <c:pt idx="153">
                  <c:v>1.8318365016673457</c:v>
                </c:pt>
                <c:pt idx="154">
                  <c:v>1.8237637126809232</c:v>
                </c:pt>
                <c:pt idx="155">
                  <c:v>1.8092907941245455</c:v>
                </c:pt>
                <c:pt idx="156">
                  <c:v>1.8168846538769841</c:v>
                </c:pt>
                <c:pt idx="157">
                  <c:v>1.8101809427122098</c:v>
                </c:pt>
                <c:pt idx="158">
                  <c:v>1.8237571521343237</c:v>
                </c:pt>
                <c:pt idx="159">
                  <c:v>1.8193694212396658</c:v>
                </c:pt>
                <c:pt idx="160">
                  <c:v>1.7997997906859708</c:v>
                </c:pt>
                <c:pt idx="161">
                  <c:v>1.7871381305150027</c:v>
                </c:pt>
                <c:pt idx="162">
                  <c:v>1.8035656734082484</c:v>
                </c:pt>
                <c:pt idx="163">
                  <c:v>1.8058003015006978</c:v>
                </c:pt>
                <c:pt idx="164">
                  <c:v>1.8161537473931766</c:v>
                </c:pt>
                <c:pt idx="165">
                  <c:v>1.8033225755269535</c:v>
                </c:pt>
                <c:pt idx="166">
                  <c:v>1.7846200294163337</c:v>
                </c:pt>
                <c:pt idx="167">
                  <c:v>1.7924688620593621</c:v>
                </c:pt>
                <c:pt idx="168">
                  <c:v>1.8073107539688489</c:v>
                </c:pt>
                <c:pt idx="169">
                  <c:v>1.8232076246997342</c:v>
                </c:pt>
                <c:pt idx="170">
                  <c:v>1.826634340971574</c:v>
                </c:pt>
                <c:pt idx="171">
                  <c:v>1.8289541409169723</c:v>
                </c:pt>
                <c:pt idx="172">
                  <c:v>1.8166866466884615</c:v>
                </c:pt>
                <c:pt idx="173">
                  <c:v>1.8068364432476847</c:v>
                </c:pt>
                <c:pt idx="174">
                  <c:v>1.8145393312589042</c:v>
                </c:pt>
                <c:pt idx="175">
                  <c:v>1.8253308882135717</c:v>
                </c:pt>
                <c:pt idx="176">
                  <c:v>1.8327997952168773</c:v>
                </c:pt>
                <c:pt idx="177">
                  <c:v>1.8220536908115885</c:v>
                </c:pt>
                <c:pt idx="178">
                  <c:v>1.8338666464812117</c:v>
                </c:pt>
                <c:pt idx="179">
                  <c:v>1.8352949344024478</c:v>
                </c:pt>
                <c:pt idx="180">
                  <c:v>1.8298996621977355</c:v>
                </c:pt>
                <c:pt idx="181">
                  <c:v>1.8315597604538567</c:v>
                </c:pt>
                <c:pt idx="182">
                  <c:v>1.836589099740854</c:v>
                </c:pt>
                <c:pt idx="183">
                  <c:v>1.8464245106888644</c:v>
                </c:pt>
                <c:pt idx="184">
                  <c:v>1.8517744078015759</c:v>
                </c:pt>
                <c:pt idx="185">
                  <c:v>1.8522549347106347</c:v>
                </c:pt>
                <c:pt idx="186">
                  <c:v>1.8352912612429293</c:v>
                </c:pt>
                <c:pt idx="187">
                  <c:v>1.8489195901482638</c:v>
                </c:pt>
                <c:pt idx="188">
                  <c:v>1.869964043053252</c:v>
                </c:pt>
                <c:pt idx="189">
                  <c:v>1.8614950735763716</c:v>
                </c:pt>
                <c:pt idx="190">
                  <c:v>1.8610288660168182</c:v>
                </c:pt>
                <c:pt idx="191">
                  <c:v>1.8619964486520073</c:v>
                </c:pt>
                <c:pt idx="192">
                  <c:v>1.8604954963779363</c:v>
                </c:pt>
                <c:pt idx="193">
                  <c:v>1.8754582684582686</c:v>
                </c:pt>
                <c:pt idx="194">
                  <c:v>1.8780426422762504</c:v>
                </c:pt>
                <c:pt idx="195">
                  <c:v>1.8784031494446154</c:v>
                </c:pt>
                <c:pt idx="196">
                  <c:v>1.8953764313600863</c:v>
                </c:pt>
                <c:pt idx="197">
                  <c:v>1.8846131332833107</c:v>
                </c:pt>
                <c:pt idx="198">
                  <c:v>1.8672216860471125</c:v>
                </c:pt>
                <c:pt idx="199">
                  <c:v>1.8735446568698626</c:v>
                </c:pt>
                <c:pt idx="200">
                  <c:v>1.8713683546497033</c:v>
                </c:pt>
                <c:pt idx="201">
                  <c:v>1.8668012138030288</c:v>
                </c:pt>
                <c:pt idx="202">
                  <c:v>1.8706130201619429</c:v>
                </c:pt>
                <c:pt idx="203">
                  <c:v>1.8867324791336169</c:v>
                </c:pt>
                <c:pt idx="204">
                  <c:v>1.887567413675824</c:v>
                </c:pt>
                <c:pt idx="205">
                  <c:v>1.8879700576578538</c:v>
                </c:pt>
                <c:pt idx="206">
                  <c:v>1.8921833732015481</c:v>
                </c:pt>
                <c:pt idx="207">
                  <c:v>1.8955900793396483</c:v>
                </c:pt>
                <c:pt idx="208">
                  <c:v>1.8954509397584518</c:v>
                </c:pt>
                <c:pt idx="209">
                  <c:v>1.8930981467028856</c:v>
                </c:pt>
                <c:pt idx="210">
                  <c:v>1.8892144748286741</c:v>
                </c:pt>
                <c:pt idx="211">
                  <c:v>1.8861097442113246</c:v>
                </c:pt>
                <c:pt idx="212">
                  <c:v>1.8810225004015093</c:v>
                </c:pt>
                <c:pt idx="213">
                  <c:v>1.8778061341047247</c:v>
                </c:pt>
                <c:pt idx="214">
                  <c:v>1.8971137984835407</c:v>
                </c:pt>
                <c:pt idx="215">
                  <c:v>1.9051780858228047</c:v>
                </c:pt>
                <c:pt idx="216">
                  <c:v>1.9100001528989978</c:v>
                </c:pt>
                <c:pt idx="217">
                  <c:v>1.9123596800803484</c:v>
                </c:pt>
                <c:pt idx="218">
                  <c:v>1.9108393877255194</c:v>
                </c:pt>
                <c:pt idx="219">
                  <c:v>1.8978182164104942</c:v>
                </c:pt>
                <c:pt idx="220">
                  <c:v>1.8932511950161617</c:v>
                </c:pt>
                <c:pt idx="221">
                  <c:v>1.8877213728132083</c:v>
                </c:pt>
                <c:pt idx="222">
                  <c:v>1.8885917399063816</c:v>
                </c:pt>
                <c:pt idx="223">
                  <c:v>1.8816962041450083</c:v>
                </c:pt>
                <c:pt idx="224">
                  <c:v>1.8739835247746248</c:v>
                </c:pt>
                <c:pt idx="225">
                  <c:v>1.8632765410113636</c:v>
                </c:pt>
                <c:pt idx="226">
                  <c:v>1.8616800492609515</c:v>
                </c:pt>
                <c:pt idx="227">
                  <c:v>1.8555584825527014</c:v>
                </c:pt>
                <c:pt idx="228">
                  <c:v>1.8458253526725878</c:v>
                </c:pt>
                <c:pt idx="229">
                  <c:v>1.8254623380502475</c:v>
                </c:pt>
                <c:pt idx="230">
                  <c:v>1.820727012038825</c:v>
                </c:pt>
                <c:pt idx="231">
                  <c:v>1.8172282156107606</c:v>
                </c:pt>
                <c:pt idx="232">
                  <c:v>1.8272156595271396</c:v>
                </c:pt>
                <c:pt idx="233">
                  <c:v>1.8323236245854184</c:v>
                </c:pt>
                <c:pt idx="234">
                  <c:v>1.8329628401980305</c:v>
                </c:pt>
                <c:pt idx="235">
                  <c:v>1.8235150931617776</c:v>
                </c:pt>
                <c:pt idx="236">
                  <c:v>1.8183592538445288</c:v>
                </c:pt>
                <c:pt idx="237">
                  <c:v>1.8166548667661426</c:v>
                </c:pt>
                <c:pt idx="238">
                  <c:v>1.8097564529499026</c:v>
                </c:pt>
                <c:pt idx="239">
                  <c:v>1.8191300051501877</c:v>
                </c:pt>
                <c:pt idx="240">
                  <c:v>1.8201878023002818</c:v>
                </c:pt>
                <c:pt idx="241">
                  <c:v>1.8097628268522177</c:v>
                </c:pt>
                <c:pt idx="242">
                  <c:v>1.8204385420984994</c:v>
                </c:pt>
                <c:pt idx="243">
                  <c:v>1.8239412860531805</c:v>
                </c:pt>
                <c:pt idx="244">
                  <c:v>1.8366782074551522</c:v>
                </c:pt>
                <c:pt idx="245">
                  <c:v>1.8346591269144703</c:v>
                </c:pt>
                <c:pt idx="246">
                  <c:v>1.8287061970501364</c:v>
                </c:pt>
                <c:pt idx="247">
                  <c:v>1.8415617551586538</c:v>
                </c:pt>
                <c:pt idx="248">
                  <c:v>1.8596387319202161</c:v>
                </c:pt>
                <c:pt idx="249">
                  <c:v>1.8925184444868235</c:v>
                </c:pt>
                <c:pt idx="250">
                  <c:v>1.9423945082024638</c:v>
                </c:pt>
                <c:pt idx="251">
                  <c:v>2.0098864999681365</c:v>
                </c:pt>
                <c:pt idx="252">
                  <c:v>2.0678659044731265</c:v>
                </c:pt>
                <c:pt idx="253">
                  <c:v>2.152105039939189</c:v>
                </c:pt>
                <c:pt idx="254">
                  <c:v>2.2578682033334485</c:v>
                </c:pt>
                <c:pt idx="255">
                  <c:v>2.3468620795494064</c:v>
                </c:pt>
                <c:pt idx="256">
                  <c:v>2.4728595737976269</c:v>
                </c:pt>
                <c:pt idx="257">
                  <c:v>2.5851125232103369</c:v>
                </c:pt>
                <c:pt idx="258">
                  <c:v>2.6941128450746725</c:v>
                </c:pt>
                <c:pt idx="259">
                  <c:v>2.8</c:v>
                </c:pt>
                <c:pt idx="260">
                  <c:v>2.5875256396986481</c:v>
                </c:pt>
                <c:pt idx="261">
                  <c:v>2.2844314776272627</c:v>
                </c:pt>
                <c:pt idx="262">
                  <c:v>2.0461947261910431</c:v>
                </c:pt>
                <c:pt idx="263">
                  <c:v>1.9448059971526146</c:v>
                </c:pt>
                <c:pt idx="264">
                  <c:v>1.8786760457858438</c:v>
                </c:pt>
                <c:pt idx="265">
                  <c:v>1.8461596101887832</c:v>
                </c:pt>
                <c:pt idx="266">
                  <c:v>1.8588888138495914</c:v>
                </c:pt>
                <c:pt idx="267">
                  <c:v>1.8607603632820464</c:v>
                </c:pt>
                <c:pt idx="268">
                  <c:v>1.8259318361485364</c:v>
                </c:pt>
                <c:pt idx="269">
                  <c:v>1.8283283543606286</c:v>
                </c:pt>
                <c:pt idx="270">
                  <c:v>1.7888247901192487</c:v>
                </c:pt>
                <c:pt idx="271">
                  <c:v>1.8200633105625317</c:v>
                </c:pt>
                <c:pt idx="272">
                  <c:v>1.8319985089062771</c:v>
                </c:pt>
                <c:pt idx="273">
                  <c:v>1.8530255292350948</c:v>
                </c:pt>
                <c:pt idx="274">
                  <c:v>1.8887529259104614</c:v>
                </c:pt>
                <c:pt idx="275">
                  <c:v>1.9425420766395476</c:v>
                </c:pt>
                <c:pt idx="276">
                  <c:v>2.0665449706114396</c:v>
                </c:pt>
                <c:pt idx="277">
                  <c:v>2.3019379649346461</c:v>
                </c:pt>
                <c:pt idx="278">
                  <c:v>2.9047195082816009</c:v>
                </c:pt>
                <c:pt idx="279">
                  <c:v>3.0423658754760696</c:v>
                </c:pt>
                <c:pt idx="280">
                  <c:v>2.866628784347252</c:v>
                </c:pt>
                <c:pt idx="281">
                  <c:v>2.4309356839324474</c:v>
                </c:pt>
                <c:pt idx="282">
                  <c:v>2.0973120117273529</c:v>
                </c:pt>
                <c:pt idx="283">
                  <c:v>1.9503292644082966</c:v>
                </c:pt>
                <c:pt idx="284">
                  <c:v>1.8894377312560013</c:v>
                </c:pt>
                <c:pt idx="285">
                  <c:v>1.8526108840255726</c:v>
                </c:pt>
                <c:pt idx="286">
                  <c:v>1.8538379470108217</c:v>
                </c:pt>
                <c:pt idx="287">
                  <c:v>1.8042183899351787</c:v>
                </c:pt>
                <c:pt idx="288">
                  <c:v>1.7890568122953969</c:v>
                </c:pt>
                <c:pt idx="289">
                  <c:v>1.7865840928212786</c:v>
                </c:pt>
                <c:pt idx="290">
                  <c:v>1.7822566163009803</c:v>
                </c:pt>
                <c:pt idx="291">
                  <c:v>1.7927218826507358</c:v>
                </c:pt>
                <c:pt idx="292">
                  <c:v>1.8122690331106364</c:v>
                </c:pt>
                <c:pt idx="293">
                  <c:v>1.8278748386124202</c:v>
                </c:pt>
                <c:pt idx="294">
                  <c:v>1.7795495891914503</c:v>
                </c:pt>
                <c:pt idx="295">
                  <c:v>1.8193792611263437</c:v>
                </c:pt>
                <c:pt idx="296">
                  <c:v>1.8577115960869564</c:v>
                </c:pt>
                <c:pt idx="297">
                  <c:v>1.8322324899141909</c:v>
                </c:pt>
                <c:pt idx="298">
                  <c:v>1.808529510350217</c:v>
                </c:pt>
                <c:pt idx="299">
                  <c:v>1.7877675734328793</c:v>
                </c:pt>
                <c:pt idx="300">
                  <c:v>1.7845871725564935</c:v>
                </c:pt>
                <c:pt idx="301">
                  <c:v>1.7923718154304236</c:v>
                </c:pt>
                <c:pt idx="302">
                  <c:v>1.7756669065319468</c:v>
                </c:pt>
                <c:pt idx="303">
                  <c:v>1.7619485161600206</c:v>
                </c:pt>
                <c:pt idx="304">
                  <c:v>1.773708350999837</c:v>
                </c:pt>
                <c:pt idx="305">
                  <c:v>1.8066426061590881</c:v>
                </c:pt>
                <c:pt idx="306">
                  <c:v>1.8120169401413564</c:v>
                </c:pt>
                <c:pt idx="307">
                  <c:v>1.7934741748366594</c:v>
                </c:pt>
                <c:pt idx="308">
                  <c:v>1.8170740735619775</c:v>
                </c:pt>
                <c:pt idx="309">
                  <c:v>1.8235017518283227</c:v>
                </c:pt>
                <c:pt idx="310">
                  <c:v>1.8002944168938402</c:v>
                </c:pt>
                <c:pt idx="311">
                  <c:v>1.783865852123137</c:v>
                </c:pt>
                <c:pt idx="312">
                  <c:v>1.8074490863135151</c:v>
                </c:pt>
                <c:pt idx="313">
                  <c:v>1.8039000191138679</c:v>
                </c:pt>
                <c:pt idx="314">
                  <c:v>1.7938352857992845</c:v>
                </c:pt>
                <c:pt idx="315">
                  <c:v>1.7947287057946451</c:v>
                </c:pt>
                <c:pt idx="316">
                  <c:v>1.7986324640934472</c:v>
                </c:pt>
                <c:pt idx="317">
                  <c:v>1.7985318202458835</c:v>
                </c:pt>
                <c:pt idx="318">
                  <c:v>1.8159257054063951</c:v>
                </c:pt>
                <c:pt idx="319">
                  <c:v>1.8175280148591546</c:v>
                </c:pt>
                <c:pt idx="320">
                  <c:v>1.8069503578538333</c:v>
                </c:pt>
                <c:pt idx="321">
                  <c:v>1.8390866279732658</c:v>
                </c:pt>
                <c:pt idx="322">
                  <c:v>1.9011675854244015</c:v>
                </c:pt>
                <c:pt idx="323">
                  <c:v>1.9628131092256087</c:v>
                </c:pt>
                <c:pt idx="324">
                  <c:v>1.973145677088425</c:v>
                </c:pt>
                <c:pt idx="325">
                  <c:v>1.9388764724815548</c:v>
                </c:pt>
                <c:pt idx="326">
                  <c:v>1.9015262336156928</c:v>
                </c:pt>
                <c:pt idx="327">
                  <c:v>1.8982723966123554</c:v>
                </c:pt>
                <c:pt idx="328">
                  <c:v>1.9245928093632003</c:v>
                </c:pt>
                <c:pt idx="329">
                  <c:v>1.9850926134912226</c:v>
                </c:pt>
                <c:pt idx="330">
                  <c:v>2.0577041534594676</c:v>
                </c:pt>
                <c:pt idx="331">
                  <c:v>2.1799564584267928</c:v>
                </c:pt>
                <c:pt idx="332">
                  <c:v>2.265558664568208</c:v>
                </c:pt>
                <c:pt idx="333">
                  <c:v>2.269305824812748</c:v>
                </c:pt>
                <c:pt idx="334">
                  <c:v>2.2003591872199855</c:v>
                </c:pt>
                <c:pt idx="335">
                  <c:v>2.0890987374544432</c:v>
                </c:pt>
                <c:pt idx="336">
                  <c:v>1.9786929244017777</c:v>
                </c:pt>
                <c:pt idx="337">
                  <c:v>1.9125174542269079</c:v>
                </c:pt>
                <c:pt idx="338">
                  <c:v>1.8733307774513874</c:v>
                </c:pt>
                <c:pt idx="339">
                  <c:v>1.8404379811204379</c:v>
                </c:pt>
                <c:pt idx="340">
                  <c:v>1.8092911842111001</c:v>
                </c:pt>
                <c:pt idx="341">
                  <c:v>1.8003771404695506</c:v>
                </c:pt>
                <c:pt idx="342">
                  <c:v>1.8128590091613377</c:v>
                </c:pt>
                <c:pt idx="343">
                  <c:v>1.8107639643968712</c:v>
                </c:pt>
                <c:pt idx="344">
                  <c:v>1.8142050560115019</c:v>
                </c:pt>
                <c:pt idx="345">
                  <c:v>1.8079054735840403</c:v>
                </c:pt>
                <c:pt idx="346">
                  <c:v>1.7956915737952082</c:v>
                </c:pt>
                <c:pt idx="347">
                  <c:v>1.7988418234539627</c:v>
                </c:pt>
                <c:pt idx="348">
                  <c:v>1.8029806805266373</c:v>
                </c:pt>
                <c:pt idx="349">
                  <c:v>1.814518378571528</c:v>
                </c:pt>
                <c:pt idx="350">
                  <c:v>1.8126586614534879</c:v>
                </c:pt>
                <c:pt idx="351">
                  <c:v>1.8060220545083137</c:v>
                </c:pt>
                <c:pt idx="352">
                  <c:v>1.8124340219920123</c:v>
                </c:pt>
                <c:pt idx="353">
                  <c:v>1.8083172006101746</c:v>
                </c:pt>
                <c:pt idx="354">
                  <c:v>1.8068908705874829</c:v>
                </c:pt>
                <c:pt idx="355">
                  <c:v>1.8100166014865009</c:v>
                </c:pt>
                <c:pt idx="356">
                  <c:v>1.7994188482577638</c:v>
                </c:pt>
                <c:pt idx="357">
                  <c:v>1.7953070198438412</c:v>
                </c:pt>
                <c:pt idx="358">
                  <c:v>1.8067355582790359</c:v>
                </c:pt>
                <c:pt idx="359">
                  <c:v>1.8201500161648883</c:v>
                </c:pt>
                <c:pt idx="360">
                  <c:v>1.8082039971187498</c:v>
                </c:pt>
                <c:pt idx="361">
                  <c:v>1.816532642756449</c:v>
                </c:pt>
                <c:pt idx="362">
                  <c:v>1.8274485132035749</c:v>
                </c:pt>
                <c:pt idx="363">
                  <c:v>1.8347176921580552</c:v>
                </c:pt>
                <c:pt idx="364">
                  <c:v>1.8333651258230341</c:v>
                </c:pt>
                <c:pt idx="365">
                  <c:v>1.8284460149175668</c:v>
                </c:pt>
                <c:pt idx="366">
                  <c:v>1.827401098089545</c:v>
                </c:pt>
                <c:pt idx="367">
                  <c:v>1.8282493347699069</c:v>
                </c:pt>
                <c:pt idx="368">
                  <c:v>1.8238109784795258</c:v>
                </c:pt>
                <c:pt idx="369">
                  <c:v>1.8326408041495834</c:v>
                </c:pt>
                <c:pt idx="370">
                  <c:v>1.8292130930637072</c:v>
                </c:pt>
                <c:pt idx="371">
                  <c:v>1.8244071539201363</c:v>
                </c:pt>
                <c:pt idx="372">
                  <c:v>1.824482457423154</c:v>
                </c:pt>
                <c:pt idx="373">
                  <c:v>1.8273533096869459</c:v>
                </c:pt>
                <c:pt idx="374">
                  <c:v>1.8283622023016197</c:v>
                </c:pt>
                <c:pt idx="375">
                  <c:v>1.8174456412706408</c:v>
                </c:pt>
                <c:pt idx="376">
                  <c:v>1.8246773383199113</c:v>
                </c:pt>
                <c:pt idx="377">
                  <c:v>1.814900125859467</c:v>
                </c:pt>
                <c:pt idx="378">
                  <c:v>1.8127902018126416</c:v>
                </c:pt>
                <c:pt idx="379">
                  <c:v>1.8118590082803767</c:v>
                </c:pt>
                <c:pt idx="380">
                  <c:v>1.8117253205787298</c:v>
                </c:pt>
                <c:pt idx="381">
                  <c:v>1.8090677989992163</c:v>
                </c:pt>
                <c:pt idx="382">
                  <c:v>1.7987392043266057</c:v>
                </c:pt>
                <c:pt idx="383">
                  <c:v>1.8123370014932738</c:v>
                </c:pt>
                <c:pt idx="384">
                  <c:v>1.8097828379191785</c:v>
                </c:pt>
                <c:pt idx="385">
                  <c:v>1.7973693579971164</c:v>
                </c:pt>
                <c:pt idx="386">
                  <c:v>1.8068027847506425</c:v>
                </c:pt>
                <c:pt idx="387">
                  <c:v>1.8122092490798736</c:v>
                </c:pt>
                <c:pt idx="388">
                  <c:v>1.8032864341943169</c:v>
                </c:pt>
                <c:pt idx="389">
                  <c:v>1.7917107027103558</c:v>
                </c:pt>
                <c:pt idx="390">
                  <c:v>1.7921736654590235</c:v>
                </c:pt>
                <c:pt idx="391">
                  <c:v>1.7975640172537859</c:v>
                </c:pt>
                <c:pt idx="392">
                  <c:v>1.815763020648711</c:v>
                </c:pt>
                <c:pt idx="393">
                  <c:v>1.8059077936770174</c:v>
                </c:pt>
                <c:pt idx="394">
                  <c:v>1.803459653622028</c:v>
                </c:pt>
                <c:pt idx="395">
                  <c:v>1.8147421240068808</c:v>
                </c:pt>
                <c:pt idx="396">
                  <c:v>1.8191606726725711</c:v>
                </c:pt>
                <c:pt idx="397">
                  <c:v>1.8139060238711171</c:v>
                </c:pt>
                <c:pt idx="398">
                  <c:v>1.8088029610249705</c:v>
                </c:pt>
                <c:pt idx="399">
                  <c:v>1.801490143936862</c:v>
                </c:pt>
                <c:pt idx="400">
                  <c:v>1.8165112813180897</c:v>
                </c:pt>
                <c:pt idx="401">
                  <c:v>1.8262065261413387</c:v>
                </c:pt>
                <c:pt idx="402">
                  <c:v>1.8245773399116136</c:v>
                </c:pt>
                <c:pt idx="403">
                  <c:v>1.827187905522037</c:v>
                </c:pt>
                <c:pt idx="404">
                  <c:v>1.8430946273382574</c:v>
                </c:pt>
                <c:pt idx="405">
                  <c:v>1.8514844372412027</c:v>
                </c:pt>
                <c:pt idx="406">
                  <c:v>1.8554288282340423</c:v>
                </c:pt>
                <c:pt idx="407">
                  <c:v>1.8568114816277221</c:v>
                </c:pt>
                <c:pt idx="408">
                  <c:v>1.827099327877507</c:v>
                </c:pt>
                <c:pt idx="409">
                  <c:v>1.8324400122283364</c:v>
                </c:pt>
                <c:pt idx="410">
                  <c:v>1.8394791707666194</c:v>
                </c:pt>
                <c:pt idx="411">
                  <c:v>1.8198313975732898</c:v>
                </c:pt>
                <c:pt idx="412">
                  <c:v>1.8176076970370862</c:v>
                </c:pt>
                <c:pt idx="413">
                  <c:v>1.8108084762590562</c:v>
                </c:pt>
                <c:pt idx="414">
                  <c:v>1.8280258599687669</c:v>
                </c:pt>
                <c:pt idx="415">
                  <c:v>1.8200022106895632</c:v>
                </c:pt>
                <c:pt idx="416">
                  <c:v>1.8277970228773333</c:v>
                </c:pt>
                <c:pt idx="417">
                  <c:v>1.8255501635183111</c:v>
                </c:pt>
                <c:pt idx="418">
                  <c:v>1.8108846765878606</c:v>
                </c:pt>
                <c:pt idx="419">
                  <c:v>1.8139734463192223</c:v>
                </c:pt>
                <c:pt idx="420">
                  <c:v>1.8087077509757914</c:v>
                </c:pt>
                <c:pt idx="421">
                  <c:v>1.8176334390168023</c:v>
                </c:pt>
                <c:pt idx="422">
                  <c:v>1.8129366326528114</c:v>
                </c:pt>
                <c:pt idx="423">
                  <c:v>1.8020047362275033</c:v>
                </c:pt>
                <c:pt idx="424">
                  <c:v>1.7911629614615687</c:v>
                </c:pt>
                <c:pt idx="425">
                  <c:v>1.7895248937635664</c:v>
                </c:pt>
                <c:pt idx="426">
                  <c:v>1.773431792697747</c:v>
                </c:pt>
                <c:pt idx="427">
                  <c:v>1.7844205328064211</c:v>
                </c:pt>
                <c:pt idx="428">
                  <c:v>1.7920255436216361</c:v>
                </c:pt>
                <c:pt idx="429">
                  <c:v>1.8258536508577665</c:v>
                </c:pt>
                <c:pt idx="430">
                  <c:v>1.8267625413312569</c:v>
                </c:pt>
                <c:pt idx="431">
                  <c:v>1.8337612895155067</c:v>
                </c:pt>
                <c:pt idx="432">
                  <c:v>1.8253398620707697</c:v>
                </c:pt>
                <c:pt idx="433">
                  <c:v>1.853709744784696</c:v>
                </c:pt>
                <c:pt idx="434">
                  <c:v>1.9101815636777442</c:v>
                </c:pt>
                <c:pt idx="435">
                  <c:v>2.0774835799317444</c:v>
                </c:pt>
                <c:pt idx="436">
                  <c:v>1.8395368849122675</c:v>
                </c:pt>
                <c:pt idx="437">
                  <c:v>1.797931227051712</c:v>
                </c:pt>
                <c:pt idx="438">
                  <c:v>1.7609765025895179</c:v>
                </c:pt>
                <c:pt idx="439">
                  <c:v>1.8402721775367601</c:v>
                </c:pt>
                <c:pt idx="440">
                  <c:v>1.8414593583713008</c:v>
                </c:pt>
                <c:pt idx="441">
                  <c:v>1.851688245334087</c:v>
                </c:pt>
                <c:pt idx="442">
                  <c:v>1.8353122251289622</c:v>
                </c:pt>
                <c:pt idx="443">
                  <c:v>1.8405867291493996</c:v>
                </c:pt>
                <c:pt idx="444">
                  <c:v>1.8763292029500667</c:v>
                </c:pt>
                <c:pt idx="445">
                  <c:v>1.7591679642675042</c:v>
                </c:pt>
                <c:pt idx="446">
                  <c:v>1.7708349603737759</c:v>
                </c:pt>
                <c:pt idx="447">
                  <c:v>1.7908033921807334</c:v>
                </c:pt>
                <c:pt idx="448">
                  <c:v>1.7758347520040969</c:v>
                </c:pt>
                <c:pt idx="449">
                  <c:v>1.7965183405502207</c:v>
                </c:pt>
                <c:pt idx="450">
                  <c:v>1.7873550335708863</c:v>
                </c:pt>
                <c:pt idx="451">
                  <c:v>1.7908617847783552</c:v>
                </c:pt>
                <c:pt idx="452">
                  <c:v>1.8283999417759422</c:v>
                </c:pt>
                <c:pt idx="453">
                  <c:v>1.8601143724819074</c:v>
                </c:pt>
                <c:pt idx="454">
                  <c:v>1.8225384769432194</c:v>
                </c:pt>
                <c:pt idx="455">
                  <c:v>1.8204051812990909</c:v>
                </c:pt>
                <c:pt idx="456">
                  <c:v>1.8209067131559256</c:v>
                </c:pt>
                <c:pt idx="457">
                  <c:v>1.79071661005422</c:v>
                </c:pt>
                <c:pt idx="458">
                  <c:v>1.7934226516819278</c:v>
                </c:pt>
                <c:pt idx="459">
                  <c:v>1.8282365160404488</c:v>
                </c:pt>
                <c:pt idx="460">
                  <c:v>1.8175607877290672</c:v>
                </c:pt>
                <c:pt idx="461">
                  <c:v>1.830053623201563</c:v>
                </c:pt>
                <c:pt idx="462">
                  <c:v>1.835994316666606</c:v>
                </c:pt>
                <c:pt idx="463">
                  <c:v>1.8274203243172897</c:v>
                </c:pt>
                <c:pt idx="464">
                  <c:v>1.8231954909547998</c:v>
                </c:pt>
                <c:pt idx="465">
                  <c:v>1.8197814105010197</c:v>
                </c:pt>
                <c:pt idx="466">
                  <c:v>1.8229260326012915</c:v>
                </c:pt>
                <c:pt idx="467">
                  <c:v>1.8322367230065628</c:v>
                </c:pt>
                <c:pt idx="468">
                  <c:v>1.8243855069160217</c:v>
                </c:pt>
                <c:pt idx="469">
                  <c:v>1.8172395747819143</c:v>
                </c:pt>
                <c:pt idx="470">
                  <c:v>1.8097997814873239</c:v>
                </c:pt>
                <c:pt idx="471">
                  <c:v>1.7852168777095898</c:v>
                </c:pt>
                <c:pt idx="472">
                  <c:v>1.7849829797583825</c:v>
                </c:pt>
                <c:pt idx="473">
                  <c:v>1.8085583328938484</c:v>
                </c:pt>
                <c:pt idx="474">
                  <c:v>1.8180334830439491</c:v>
                </c:pt>
                <c:pt idx="475">
                  <c:v>1.8097391743552664</c:v>
                </c:pt>
                <c:pt idx="476">
                  <c:v>1.8091551419918046</c:v>
                </c:pt>
                <c:pt idx="477">
                  <c:v>1.8030788950821859</c:v>
                </c:pt>
                <c:pt idx="478">
                  <c:v>1.8187273257057439</c:v>
                </c:pt>
                <c:pt idx="479">
                  <c:v>1.812282064614579</c:v>
                </c:pt>
                <c:pt idx="480">
                  <c:v>1.8114606403189044</c:v>
                </c:pt>
                <c:pt idx="481">
                  <c:v>1.8080422157194027</c:v>
                </c:pt>
                <c:pt idx="482">
                  <c:v>1.8072393895934553</c:v>
                </c:pt>
                <c:pt idx="483">
                  <c:v>1.7916539731133085</c:v>
                </c:pt>
                <c:pt idx="484">
                  <c:v>1.8081843901366648</c:v>
                </c:pt>
                <c:pt idx="485">
                  <c:v>1.8072408617502491</c:v>
                </c:pt>
                <c:pt idx="486">
                  <c:v>1.8197958605015243</c:v>
                </c:pt>
                <c:pt idx="487">
                  <c:v>1.8193888733069945</c:v>
                </c:pt>
                <c:pt idx="488">
                  <c:v>1.8123969619028855</c:v>
                </c:pt>
                <c:pt idx="489">
                  <c:v>1.8152556066972509</c:v>
                </c:pt>
                <c:pt idx="490">
                  <c:v>1.817847885833902</c:v>
                </c:pt>
                <c:pt idx="491">
                  <c:v>1.8130620370811128</c:v>
                </c:pt>
                <c:pt idx="492">
                  <c:v>1.8198354589529202</c:v>
                </c:pt>
                <c:pt idx="493">
                  <c:v>1.8286526805344465</c:v>
                </c:pt>
                <c:pt idx="494">
                  <c:v>1.8401782133381801</c:v>
                </c:pt>
                <c:pt idx="495">
                  <c:v>1.8544371871505834</c:v>
                </c:pt>
                <c:pt idx="496">
                  <c:v>1.8432723948205703</c:v>
                </c:pt>
                <c:pt idx="497">
                  <c:v>1.8329494391384047</c:v>
                </c:pt>
                <c:pt idx="498">
                  <c:v>1.8319414629471678</c:v>
                </c:pt>
                <c:pt idx="499">
                  <c:v>1.8176565567778782</c:v>
                </c:pt>
                <c:pt idx="500">
                  <c:v>1.8124279355218953</c:v>
                </c:pt>
                <c:pt idx="501">
                  <c:v>1.8375654621231854</c:v>
                </c:pt>
                <c:pt idx="502">
                  <c:v>1.8274497394565241</c:v>
                </c:pt>
                <c:pt idx="503">
                  <c:v>1.8183243047022595</c:v>
                </c:pt>
                <c:pt idx="504">
                  <c:v>1.8088412072385254</c:v>
                </c:pt>
                <c:pt idx="505">
                  <c:v>1.8341751134901771</c:v>
                </c:pt>
                <c:pt idx="506">
                  <c:v>1.8764593910713794</c:v>
                </c:pt>
                <c:pt idx="507">
                  <c:v>1.9109206302496691</c:v>
                </c:pt>
                <c:pt idx="508">
                  <c:v>1.9394477682390434</c:v>
                </c:pt>
                <c:pt idx="509">
                  <c:v>1.9956641009697198</c:v>
                </c:pt>
                <c:pt idx="510">
                  <c:v>2.081767797906227</c:v>
                </c:pt>
                <c:pt idx="511">
                  <c:v>2.1478142222228058</c:v>
                </c:pt>
                <c:pt idx="512">
                  <c:v>2.2268154919414762</c:v>
                </c:pt>
                <c:pt idx="513">
                  <c:v>2.2767121387888096</c:v>
                </c:pt>
                <c:pt idx="514">
                  <c:v>2.2967788182806759</c:v>
                </c:pt>
                <c:pt idx="515">
                  <c:v>2.3052042697761865</c:v>
                </c:pt>
                <c:pt idx="516">
                  <c:v>2.3044837929749953</c:v>
                </c:pt>
                <c:pt idx="517">
                  <c:v>2.2509755642913705</c:v>
                </c:pt>
                <c:pt idx="518">
                  <c:v>2.1805607678253214</c:v>
                </c:pt>
                <c:pt idx="519">
                  <c:v>2.1418256283685935</c:v>
                </c:pt>
                <c:pt idx="520">
                  <c:v>2.1151164729020269</c:v>
                </c:pt>
                <c:pt idx="521">
                  <c:v>2.0631676049548586</c:v>
                </c:pt>
                <c:pt idx="522">
                  <c:v>2.0417068121102462</c:v>
                </c:pt>
                <c:pt idx="523">
                  <c:v>2.0057578089430264</c:v>
                </c:pt>
                <c:pt idx="524">
                  <c:v>1.9975107296573116</c:v>
                </c:pt>
                <c:pt idx="525">
                  <c:v>2.0021829885650066</c:v>
                </c:pt>
                <c:pt idx="526">
                  <c:v>2.0082924532578512</c:v>
                </c:pt>
                <c:pt idx="527">
                  <c:v>2.0293370293480675</c:v>
                </c:pt>
                <c:pt idx="528">
                  <c:v>2.0470775984512772</c:v>
                </c:pt>
                <c:pt idx="529">
                  <c:v>2.068859090971261</c:v>
                </c:pt>
                <c:pt idx="530">
                  <c:v>2.0938939725482997</c:v>
                </c:pt>
                <c:pt idx="531">
                  <c:v>2.0943714534226352</c:v>
                </c:pt>
                <c:pt idx="532">
                  <c:v>2.102899424890726</c:v>
                </c:pt>
                <c:pt idx="533">
                  <c:v>2.132116332963609</c:v>
                </c:pt>
                <c:pt idx="534">
                  <c:v>2.1362687054155329</c:v>
                </c:pt>
                <c:pt idx="535">
                  <c:v>2.1430548228315711</c:v>
                </c:pt>
                <c:pt idx="536">
                  <c:v>2.1973673241343485</c:v>
                </c:pt>
                <c:pt idx="537">
                  <c:v>2.2569576778560267</c:v>
                </c:pt>
                <c:pt idx="538">
                  <c:v>2.3262422759875894</c:v>
                </c:pt>
                <c:pt idx="539">
                  <c:v>2.4121112490719301</c:v>
                </c:pt>
                <c:pt idx="540">
                  <c:v>2.4880996022296733</c:v>
                </c:pt>
                <c:pt idx="541">
                  <c:v>2.5742322663591324</c:v>
                </c:pt>
                <c:pt idx="542">
                  <c:v>2.6598091784671145</c:v>
                </c:pt>
                <c:pt idx="543">
                  <c:v>2.7704127299405323</c:v>
                </c:pt>
                <c:pt idx="544">
                  <c:v>2.9079883216223257</c:v>
                </c:pt>
                <c:pt idx="545">
                  <c:v>3.05570081823062</c:v>
                </c:pt>
                <c:pt idx="546">
                  <c:v>3.1624676799291218</c:v>
                </c:pt>
                <c:pt idx="547">
                  <c:v>3.2730459075060172</c:v>
                </c:pt>
                <c:pt idx="548">
                  <c:v>3.3577150415404526</c:v>
                </c:pt>
                <c:pt idx="549">
                  <c:v>3.4366340981846832</c:v>
                </c:pt>
                <c:pt idx="550">
                  <c:v>3.5553508527314528</c:v>
                </c:pt>
                <c:pt idx="551">
                  <c:v>3.5769423413698336</c:v>
                </c:pt>
                <c:pt idx="552">
                  <c:v>3.5986513711128048</c:v>
                </c:pt>
                <c:pt idx="553">
                  <c:v>3.5405300422938946</c:v>
                </c:pt>
                <c:pt idx="554">
                  <c:v>3.4787991026023324</c:v>
                </c:pt>
                <c:pt idx="555">
                  <c:v>3.3393492439473054</c:v>
                </c:pt>
                <c:pt idx="556">
                  <c:v>3.1891305177500477</c:v>
                </c:pt>
                <c:pt idx="557">
                  <c:v>3.0251997377543285</c:v>
                </c:pt>
                <c:pt idx="558">
                  <c:v>2.8705678447793268</c:v>
                </c:pt>
                <c:pt idx="559">
                  <c:v>2.7858577385915693</c:v>
                </c:pt>
                <c:pt idx="560">
                  <c:v>2.6386720268117951</c:v>
                </c:pt>
                <c:pt idx="561">
                  <c:v>2.4575091714015085</c:v>
                </c:pt>
                <c:pt idx="562">
                  <c:v>2.3375566823760434</c:v>
                </c:pt>
                <c:pt idx="563">
                  <c:v>2.2260172218025134</c:v>
                </c:pt>
                <c:pt idx="564">
                  <c:v>2.1114349218563682</c:v>
                </c:pt>
                <c:pt idx="565">
                  <c:v>2.0346731894414409</c:v>
                </c:pt>
                <c:pt idx="566">
                  <c:v>2.003541908271472</c:v>
                </c:pt>
                <c:pt idx="567">
                  <c:v>1.9982051957110156</c:v>
                </c:pt>
                <c:pt idx="568">
                  <c:v>1.9183810113420596</c:v>
                </c:pt>
                <c:pt idx="569">
                  <c:v>1.9356651903750794</c:v>
                </c:pt>
                <c:pt idx="570">
                  <c:v>2.0248639273576861</c:v>
                </c:pt>
                <c:pt idx="571">
                  <c:v>2.0013038342589198</c:v>
                </c:pt>
                <c:pt idx="572">
                  <c:v>1.9880183597055243</c:v>
                </c:pt>
                <c:pt idx="573">
                  <c:v>2.0323620255270853</c:v>
                </c:pt>
                <c:pt idx="574">
                  <c:v>1.8989191489211752</c:v>
                </c:pt>
                <c:pt idx="575">
                  <c:v>1.7334156817870836</c:v>
                </c:pt>
                <c:pt idx="576">
                  <c:v>1.6447025036434459</c:v>
                </c:pt>
                <c:pt idx="577">
                  <c:v>1.87675643918302</c:v>
                </c:pt>
                <c:pt idx="578">
                  <c:v>1.86513012779788</c:v>
                </c:pt>
                <c:pt idx="579">
                  <c:v>1.7142712191706198</c:v>
                </c:pt>
                <c:pt idx="580">
                  <c:v>1.8777123864135146</c:v>
                </c:pt>
                <c:pt idx="581">
                  <c:v>1.9505653768939397</c:v>
                </c:pt>
                <c:pt idx="582">
                  <c:v>1.7509026311707663</c:v>
                </c:pt>
                <c:pt idx="583">
                  <c:v>2.0134455974316312</c:v>
                </c:pt>
                <c:pt idx="584">
                  <c:v>1.6579735393949946</c:v>
                </c:pt>
                <c:pt idx="585">
                  <c:v>2.3837458570194889</c:v>
                </c:pt>
                <c:pt idx="586">
                  <c:v>1.6602386394999389</c:v>
                </c:pt>
                <c:pt idx="587">
                  <c:v>2.1332935357947007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5-37F8-4EA4-8385-84A4706AD5FD}"/>
            </c:ext>
          </c:extLst>
        </c:ser>
        <c:ser>
          <c:idx val="22"/>
          <c:order val="22"/>
          <c:tx>
            <c:strRef>
              <c:f>'Fully separated 0.5%'!$X$1</c:f>
              <c:strCache>
                <c:ptCount val="1"/>
                <c:pt idx="0">
                  <c:v>F3/O-PTIR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0.5%'!$A$2:$A$589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0.5%'!$X$2:$X$589</c:f>
              <c:numCache>
                <c:formatCode>General</c:formatCode>
                <c:ptCount val="588"/>
                <c:pt idx="0">
                  <c:v>1.7166236097030461</c:v>
                </c:pt>
                <c:pt idx="1">
                  <c:v>1.6957048705853108</c:v>
                </c:pt>
                <c:pt idx="2">
                  <c:v>1.6433340523977789</c:v>
                </c:pt>
                <c:pt idx="3">
                  <c:v>1.6279852648040845</c:v>
                </c:pt>
                <c:pt idx="4">
                  <c:v>1.6235271621280232</c:v>
                </c:pt>
                <c:pt idx="5">
                  <c:v>1.6076523208494915</c:v>
                </c:pt>
                <c:pt idx="6">
                  <c:v>1.5955404796437003</c:v>
                </c:pt>
                <c:pt idx="7">
                  <c:v>1.6258264390989174</c:v>
                </c:pt>
                <c:pt idx="8">
                  <c:v>1.6314704138626326</c:v>
                </c:pt>
                <c:pt idx="9">
                  <c:v>1.6239834313013135</c:v>
                </c:pt>
                <c:pt idx="10">
                  <c:v>1.6240990006824478</c:v>
                </c:pt>
                <c:pt idx="11">
                  <c:v>1.6528808483790787</c:v>
                </c:pt>
                <c:pt idx="12">
                  <c:v>1.6596709106383394</c:v>
                </c:pt>
                <c:pt idx="13">
                  <c:v>1.6733269579339196</c:v>
                </c:pt>
                <c:pt idx="14">
                  <c:v>1.6852505155702644</c:v>
                </c:pt>
                <c:pt idx="15">
                  <c:v>1.6888716679824269</c:v>
                </c:pt>
                <c:pt idx="16">
                  <c:v>1.6885975709033012</c:v>
                </c:pt>
                <c:pt idx="17">
                  <c:v>1.6894436313132639</c:v>
                </c:pt>
                <c:pt idx="18">
                  <c:v>1.6816006205445133</c:v>
                </c:pt>
                <c:pt idx="19">
                  <c:v>1.673653531568233</c:v>
                </c:pt>
                <c:pt idx="20">
                  <c:v>1.6758065206732149</c:v>
                </c:pt>
                <c:pt idx="21">
                  <c:v>1.6731700743486566</c:v>
                </c:pt>
                <c:pt idx="22">
                  <c:v>1.6811681073321885</c:v>
                </c:pt>
                <c:pt idx="23">
                  <c:v>1.6867655537056943</c:v>
                </c:pt>
                <c:pt idx="24">
                  <c:v>1.6737308870720975</c:v>
                </c:pt>
                <c:pt idx="25">
                  <c:v>1.6636466629350004</c:v>
                </c:pt>
                <c:pt idx="26">
                  <c:v>1.6698659538451524</c:v>
                </c:pt>
                <c:pt idx="27">
                  <c:v>1.6652529610705114</c:v>
                </c:pt>
                <c:pt idx="28">
                  <c:v>1.6672436703773823</c:v>
                </c:pt>
                <c:pt idx="29">
                  <c:v>1.6625870264098057</c:v>
                </c:pt>
                <c:pt idx="30">
                  <c:v>1.6591706482379482</c:v>
                </c:pt>
                <c:pt idx="31">
                  <c:v>1.6703949001408209</c:v>
                </c:pt>
                <c:pt idx="32">
                  <c:v>1.6810079883679494</c:v>
                </c:pt>
                <c:pt idx="33">
                  <c:v>1.6969780656102447</c:v>
                </c:pt>
                <c:pt idx="34">
                  <c:v>1.7121391748000925</c:v>
                </c:pt>
                <c:pt idx="35">
                  <c:v>1.7080547760112492</c:v>
                </c:pt>
                <c:pt idx="36">
                  <c:v>1.7013399847557868</c:v>
                </c:pt>
                <c:pt idx="37">
                  <c:v>1.6966410929629254</c:v>
                </c:pt>
                <c:pt idx="38">
                  <c:v>1.7035278760252572</c:v>
                </c:pt>
                <c:pt idx="39">
                  <c:v>1.7161020031963434</c:v>
                </c:pt>
                <c:pt idx="40">
                  <c:v>1.7353703232391389</c:v>
                </c:pt>
                <c:pt idx="41">
                  <c:v>1.7610175188196888</c:v>
                </c:pt>
                <c:pt idx="42">
                  <c:v>1.7834848477161729</c:v>
                </c:pt>
                <c:pt idx="43">
                  <c:v>1.8226383001790958</c:v>
                </c:pt>
                <c:pt idx="44">
                  <c:v>1.8629158442579932</c:v>
                </c:pt>
                <c:pt idx="45">
                  <c:v>1.9166864101118009</c:v>
                </c:pt>
                <c:pt idx="46">
                  <c:v>1.956451672151897</c:v>
                </c:pt>
                <c:pt idx="47">
                  <c:v>1.9612848233645144</c:v>
                </c:pt>
                <c:pt idx="48">
                  <c:v>1.9323984673487204</c:v>
                </c:pt>
                <c:pt idx="49">
                  <c:v>1.8598554693382847</c:v>
                </c:pt>
                <c:pt idx="50">
                  <c:v>1.7836506564848176</c:v>
                </c:pt>
                <c:pt idx="51">
                  <c:v>1.7232641340378407</c:v>
                </c:pt>
                <c:pt idx="52">
                  <c:v>1.6885540136596644</c:v>
                </c:pt>
                <c:pt idx="53">
                  <c:v>1.6708798781646703</c:v>
                </c:pt>
                <c:pt idx="54">
                  <c:v>1.6652773996318506</c:v>
                </c:pt>
                <c:pt idx="55">
                  <c:v>1.6658037564499719</c:v>
                </c:pt>
                <c:pt idx="56">
                  <c:v>1.6648999583240911</c:v>
                </c:pt>
                <c:pt idx="57">
                  <c:v>1.663648136764625</c:v>
                </c:pt>
                <c:pt idx="58">
                  <c:v>1.6687299835147167</c:v>
                </c:pt>
                <c:pt idx="59">
                  <c:v>1.677658954227808</c:v>
                </c:pt>
                <c:pt idx="60">
                  <c:v>1.6834671347502581</c:v>
                </c:pt>
                <c:pt idx="61">
                  <c:v>1.6942343996484797</c:v>
                </c:pt>
                <c:pt idx="62">
                  <c:v>1.7125649412784003</c:v>
                </c:pt>
                <c:pt idx="63">
                  <c:v>1.7249886321348509</c:v>
                </c:pt>
                <c:pt idx="64">
                  <c:v>1.7482476130536542</c:v>
                </c:pt>
                <c:pt idx="65">
                  <c:v>1.7746527211146073</c:v>
                </c:pt>
                <c:pt idx="66">
                  <c:v>1.7926783737827345</c:v>
                </c:pt>
                <c:pt idx="67">
                  <c:v>1.8023501839856098</c:v>
                </c:pt>
                <c:pt idx="68">
                  <c:v>1.8042126583715077</c:v>
                </c:pt>
                <c:pt idx="69">
                  <c:v>1.7879200649302398</c:v>
                </c:pt>
                <c:pt idx="70">
                  <c:v>1.758616397873026</c:v>
                </c:pt>
                <c:pt idx="71">
                  <c:v>1.7380487825157351</c:v>
                </c:pt>
                <c:pt idx="72">
                  <c:v>1.7239022963933146</c:v>
                </c:pt>
                <c:pt idx="73">
                  <c:v>1.7055093841726814</c:v>
                </c:pt>
                <c:pt idx="74">
                  <c:v>1.695209599241416</c:v>
                </c:pt>
                <c:pt idx="75">
                  <c:v>1.6858359899846291</c:v>
                </c:pt>
                <c:pt idx="76">
                  <c:v>1.6728365073634173</c:v>
                </c:pt>
                <c:pt idx="77">
                  <c:v>1.6661050929539059</c:v>
                </c:pt>
                <c:pt idx="78">
                  <c:v>1.6583234604364003</c:v>
                </c:pt>
                <c:pt idx="79">
                  <c:v>1.6501074885670755</c:v>
                </c:pt>
                <c:pt idx="80">
                  <c:v>1.6496620925571581</c:v>
                </c:pt>
                <c:pt idx="81">
                  <c:v>1.6470313008060193</c:v>
                </c:pt>
                <c:pt idx="82">
                  <c:v>1.6441723473110161</c:v>
                </c:pt>
                <c:pt idx="83">
                  <c:v>1.6404538575535097</c:v>
                </c:pt>
                <c:pt idx="84">
                  <c:v>1.6374108368308309</c:v>
                </c:pt>
                <c:pt idx="85">
                  <c:v>1.6369618120292495</c:v>
                </c:pt>
                <c:pt idx="86">
                  <c:v>1.6359408209609154</c:v>
                </c:pt>
                <c:pt idx="87">
                  <c:v>1.635904286427361</c:v>
                </c:pt>
                <c:pt idx="88">
                  <c:v>1.6360305630926382</c:v>
                </c:pt>
                <c:pt idx="89">
                  <c:v>1.6337243280018048</c:v>
                </c:pt>
                <c:pt idx="90">
                  <c:v>1.6324121675052112</c:v>
                </c:pt>
                <c:pt idx="91">
                  <c:v>1.6243571205089535</c:v>
                </c:pt>
                <c:pt idx="92">
                  <c:v>1.620694401403922</c:v>
                </c:pt>
                <c:pt idx="93">
                  <c:v>1.6174549620566969</c:v>
                </c:pt>
                <c:pt idx="94">
                  <c:v>1.6181249056983915</c:v>
                </c:pt>
                <c:pt idx="95">
                  <c:v>1.617028451323788</c:v>
                </c:pt>
                <c:pt idx="96">
                  <c:v>1.6175409623640049</c:v>
                </c:pt>
                <c:pt idx="97">
                  <c:v>1.6146217756248358</c:v>
                </c:pt>
                <c:pt idx="98">
                  <c:v>1.6149905515777423</c:v>
                </c:pt>
                <c:pt idx="99">
                  <c:v>1.6166371275391795</c:v>
                </c:pt>
                <c:pt idx="100">
                  <c:v>1.6199370056446618</c:v>
                </c:pt>
                <c:pt idx="101">
                  <c:v>1.6239954876386682</c:v>
                </c:pt>
                <c:pt idx="102">
                  <c:v>1.6198065599792524</c:v>
                </c:pt>
                <c:pt idx="103">
                  <c:v>1.6216224457886712</c:v>
                </c:pt>
                <c:pt idx="104">
                  <c:v>1.622140866826963</c:v>
                </c:pt>
                <c:pt idx="105">
                  <c:v>1.6233781467965311</c:v>
                </c:pt>
                <c:pt idx="106">
                  <c:v>1.6332602243377727</c:v>
                </c:pt>
                <c:pt idx="107">
                  <c:v>1.650297342484371</c:v>
                </c:pt>
                <c:pt idx="108">
                  <c:v>1.6815109635543426</c:v>
                </c:pt>
                <c:pt idx="109">
                  <c:v>1.7157821997833722</c:v>
                </c:pt>
                <c:pt idx="110">
                  <c:v>1.7232379926454615</c:v>
                </c:pt>
                <c:pt idx="111">
                  <c:v>1.7051599280122895</c:v>
                </c:pt>
                <c:pt idx="112">
                  <c:v>1.6707220081117704</c:v>
                </c:pt>
                <c:pt idx="113">
                  <c:v>1.6447223764165089</c:v>
                </c:pt>
                <c:pt idx="114">
                  <c:v>1.6375660792392814</c:v>
                </c:pt>
                <c:pt idx="115">
                  <c:v>1.6382063701335556</c:v>
                </c:pt>
                <c:pt idx="116">
                  <c:v>1.6351399677791487</c:v>
                </c:pt>
                <c:pt idx="117">
                  <c:v>1.6393897936676107</c:v>
                </c:pt>
                <c:pt idx="118">
                  <c:v>1.6417432558965634</c:v>
                </c:pt>
                <c:pt idx="119">
                  <c:v>1.6422118720628516</c:v>
                </c:pt>
                <c:pt idx="120">
                  <c:v>1.6463016347694706</c:v>
                </c:pt>
                <c:pt idx="121">
                  <c:v>1.6626635422418128</c:v>
                </c:pt>
                <c:pt idx="122">
                  <c:v>1.6884574455242041</c:v>
                </c:pt>
                <c:pt idx="123">
                  <c:v>1.7178362015584503</c:v>
                </c:pt>
                <c:pt idx="124">
                  <c:v>1.7176783549928745</c:v>
                </c:pt>
                <c:pt idx="125">
                  <c:v>1.6999575325682295</c:v>
                </c:pt>
                <c:pt idx="126">
                  <c:v>1.6873049577326804</c:v>
                </c:pt>
                <c:pt idx="127">
                  <c:v>1.6772578376967615</c:v>
                </c:pt>
                <c:pt idx="128">
                  <c:v>1.6577524248548885</c:v>
                </c:pt>
                <c:pt idx="129">
                  <c:v>1.6599682542970768</c:v>
                </c:pt>
                <c:pt idx="130">
                  <c:v>1.664761670828151</c:v>
                </c:pt>
                <c:pt idx="131">
                  <c:v>1.6604641832860632</c:v>
                </c:pt>
                <c:pt idx="132">
                  <c:v>1.6482628850993502</c:v>
                </c:pt>
                <c:pt idx="133">
                  <c:v>1.643358705280956</c:v>
                </c:pt>
                <c:pt idx="134">
                  <c:v>1.6480323981103415</c:v>
                </c:pt>
                <c:pt idx="135">
                  <c:v>1.636309213776838</c:v>
                </c:pt>
                <c:pt idx="136">
                  <c:v>1.6186071415770837</c:v>
                </c:pt>
                <c:pt idx="137">
                  <c:v>1.6159368911204668</c:v>
                </c:pt>
                <c:pt idx="138">
                  <c:v>1.6054263804810138</c:v>
                </c:pt>
                <c:pt idx="139">
                  <c:v>1.6141740631775214</c:v>
                </c:pt>
                <c:pt idx="140">
                  <c:v>1.6221461881739629</c:v>
                </c:pt>
                <c:pt idx="141">
                  <c:v>1.6294415171017318</c:v>
                </c:pt>
                <c:pt idx="142">
                  <c:v>1.6194733115408542</c:v>
                </c:pt>
                <c:pt idx="143">
                  <c:v>1.6167220254101851</c:v>
                </c:pt>
                <c:pt idx="144">
                  <c:v>1.6168203316076728</c:v>
                </c:pt>
                <c:pt idx="145">
                  <c:v>1.6214763810523432</c:v>
                </c:pt>
                <c:pt idx="146">
                  <c:v>1.6228437220823788</c:v>
                </c:pt>
                <c:pt idx="147">
                  <c:v>1.6213104240199609</c:v>
                </c:pt>
                <c:pt idx="148">
                  <c:v>1.613545884402998</c:v>
                </c:pt>
                <c:pt idx="149">
                  <c:v>1.6088449763701074</c:v>
                </c:pt>
                <c:pt idx="150">
                  <c:v>1.6042782807823235</c:v>
                </c:pt>
                <c:pt idx="151">
                  <c:v>1.6015365368360464</c:v>
                </c:pt>
                <c:pt idx="152">
                  <c:v>1.6057033077827647</c:v>
                </c:pt>
                <c:pt idx="153">
                  <c:v>1.6121691146800572</c:v>
                </c:pt>
                <c:pt idx="154">
                  <c:v>1.6232077668073184</c:v>
                </c:pt>
                <c:pt idx="155">
                  <c:v>1.6304174947122987</c:v>
                </c:pt>
                <c:pt idx="156">
                  <c:v>1.6282173988417368</c:v>
                </c:pt>
                <c:pt idx="157">
                  <c:v>1.63002210028073</c:v>
                </c:pt>
                <c:pt idx="158">
                  <c:v>1.6226918501050214</c:v>
                </c:pt>
                <c:pt idx="159">
                  <c:v>1.6221891479587778</c:v>
                </c:pt>
                <c:pt idx="160">
                  <c:v>1.6243497043861828</c:v>
                </c:pt>
                <c:pt idx="161">
                  <c:v>1.6254665751177726</c:v>
                </c:pt>
                <c:pt idx="162">
                  <c:v>1.6303193676056618</c:v>
                </c:pt>
                <c:pt idx="163">
                  <c:v>1.6202080581793248</c:v>
                </c:pt>
                <c:pt idx="164">
                  <c:v>1.6158472326623381</c:v>
                </c:pt>
                <c:pt idx="165">
                  <c:v>1.6204442628639373</c:v>
                </c:pt>
                <c:pt idx="166">
                  <c:v>1.6210129409052336</c:v>
                </c:pt>
                <c:pt idx="167">
                  <c:v>1.6267076394825311</c:v>
                </c:pt>
                <c:pt idx="168">
                  <c:v>1.6308317612092553</c:v>
                </c:pt>
                <c:pt idx="169">
                  <c:v>1.6344197876858588</c:v>
                </c:pt>
                <c:pt idx="170">
                  <c:v>1.6400874523524389</c:v>
                </c:pt>
                <c:pt idx="171">
                  <c:v>1.6431908208199915</c:v>
                </c:pt>
                <c:pt idx="172">
                  <c:v>1.6507781045334391</c:v>
                </c:pt>
                <c:pt idx="173">
                  <c:v>1.6550342543840739</c:v>
                </c:pt>
                <c:pt idx="174">
                  <c:v>1.6572505770600805</c:v>
                </c:pt>
                <c:pt idx="175">
                  <c:v>1.6613150585975871</c:v>
                </c:pt>
                <c:pt idx="176">
                  <c:v>1.6592264717369041</c:v>
                </c:pt>
                <c:pt idx="177">
                  <c:v>1.6592133481942335</c:v>
                </c:pt>
                <c:pt idx="178">
                  <c:v>1.6635012352923548</c:v>
                </c:pt>
                <c:pt idx="179">
                  <c:v>1.6682207372126316</c:v>
                </c:pt>
                <c:pt idx="180">
                  <c:v>1.6741878682049176</c:v>
                </c:pt>
                <c:pt idx="181">
                  <c:v>1.6752140705234171</c:v>
                </c:pt>
                <c:pt idx="182">
                  <c:v>1.6777033511433022</c:v>
                </c:pt>
                <c:pt idx="183">
                  <c:v>1.6837913185492841</c:v>
                </c:pt>
                <c:pt idx="184">
                  <c:v>1.6909010550412302</c:v>
                </c:pt>
                <c:pt idx="185">
                  <c:v>1.6987504015158159</c:v>
                </c:pt>
                <c:pt idx="186">
                  <c:v>1.7073190473090152</c:v>
                </c:pt>
                <c:pt idx="187">
                  <c:v>1.7143373182867894</c:v>
                </c:pt>
                <c:pt idx="188">
                  <c:v>1.7174797696626254</c:v>
                </c:pt>
                <c:pt idx="189">
                  <c:v>1.7176654252206331</c:v>
                </c:pt>
                <c:pt idx="190">
                  <c:v>1.7155338213247813</c:v>
                </c:pt>
                <c:pt idx="191">
                  <c:v>1.709545023275469</c:v>
                </c:pt>
                <c:pt idx="192">
                  <c:v>1.7105858875564059</c:v>
                </c:pt>
                <c:pt idx="193">
                  <c:v>1.7141815855804365</c:v>
                </c:pt>
                <c:pt idx="194">
                  <c:v>1.7181886523527397</c:v>
                </c:pt>
                <c:pt idx="195">
                  <c:v>1.7252510442699434</c:v>
                </c:pt>
                <c:pt idx="196">
                  <c:v>1.7302721175674012</c:v>
                </c:pt>
                <c:pt idx="197">
                  <c:v>1.7333659149501428</c:v>
                </c:pt>
                <c:pt idx="198">
                  <c:v>1.7274594752048547</c:v>
                </c:pt>
                <c:pt idx="199">
                  <c:v>1.7189982721784467</c:v>
                </c:pt>
                <c:pt idx="200">
                  <c:v>1.70986372278418</c:v>
                </c:pt>
                <c:pt idx="201">
                  <c:v>1.7024844163949422</c:v>
                </c:pt>
                <c:pt idx="202">
                  <c:v>1.7018039063930526</c:v>
                </c:pt>
                <c:pt idx="203">
                  <c:v>1.7036548602461909</c:v>
                </c:pt>
                <c:pt idx="204">
                  <c:v>1.7090232171265063</c:v>
                </c:pt>
                <c:pt idx="205">
                  <c:v>1.7168012091086855</c:v>
                </c:pt>
                <c:pt idx="206">
                  <c:v>1.722744030719918</c:v>
                </c:pt>
                <c:pt idx="207">
                  <c:v>1.7291534397797681</c:v>
                </c:pt>
                <c:pt idx="208">
                  <c:v>1.7333569897667607</c:v>
                </c:pt>
                <c:pt idx="209">
                  <c:v>1.7314106186570721</c:v>
                </c:pt>
                <c:pt idx="210">
                  <c:v>1.7325511279130037</c:v>
                </c:pt>
                <c:pt idx="211">
                  <c:v>1.7336840155320739</c:v>
                </c:pt>
                <c:pt idx="212">
                  <c:v>1.7440352435762403</c:v>
                </c:pt>
                <c:pt idx="213">
                  <c:v>1.7509979905184494</c:v>
                </c:pt>
                <c:pt idx="214">
                  <c:v>1.7583396819571975</c:v>
                </c:pt>
                <c:pt idx="215">
                  <c:v>1.7644994207555988</c:v>
                </c:pt>
                <c:pt idx="216">
                  <c:v>1.7694096573678473</c:v>
                </c:pt>
                <c:pt idx="217">
                  <c:v>1.7732918655221013</c:v>
                </c:pt>
                <c:pt idx="218">
                  <c:v>1.7782245912477399</c:v>
                </c:pt>
                <c:pt idx="219">
                  <c:v>1.7747926468514448</c:v>
                </c:pt>
                <c:pt idx="220">
                  <c:v>1.7624147093034894</c:v>
                </c:pt>
                <c:pt idx="221">
                  <c:v>1.7538791454071152</c:v>
                </c:pt>
                <c:pt idx="222">
                  <c:v>1.7423296527756056</c:v>
                </c:pt>
                <c:pt idx="223">
                  <c:v>1.7317046682185213</c:v>
                </c:pt>
                <c:pt idx="224">
                  <c:v>1.7219848146929941</c:v>
                </c:pt>
                <c:pt idx="225">
                  <c:v>1.7093571246779538</c:v>
                </c:pt>
                <c:pt idx="226">
                  <c:v>1.687844884352641</c:v>
                </c:pt>
                <c:pt idx="227">
                  <c:v>1.6723055940043063</c:v>
                </c:pt>
                <c:pt idx="228">
                  <c:v>1.658367317143427</c:v>
                </c:pt>
                <c:pt idx="229">
                  <c:v>1.6440659702815821</c:v>
                </c:pt>
                <c:pt idx="230">
                  <c:v>1.6327055329983291</c:v>
                </c:pt>
                <c:pt idx="231">
                  <c:v>1.6236520412974813</c:v>
                </c:pt>
                <c:pt idx="232">
                  <c:v>1.6219371920870453</c:v>
                </c:pt>
                <c:pt idx="233">
                  <c:v>1.6265427555272958</c:v>
                </c:pt>
                <c:pt idx="234">
                  <c:v>1.624812373855451</c:v>
                </c:pt>
                <c:pt idx="235">
                  <c:v>1.620906944076868</c:v>
                </c:pt>
                <c:pt idx="236">
                  <c:v>1.619403336928773</c:v>
                </c:pt>
                <c:pt idx="237">
                  <c:v>1.6226138325521919</c:v>
                </c:pt>
                <c:pt idx="238">
                  <c:v>1.6258254144643778</c:v>
                </c:pt>
                <c:pt idx="239">
                  <c:v>1.6243928814287509</c:v>
                </c:pt>
                <c:pt idx="240">
                  <c:v>1.6231945566551382</c:v>
                </c:pt>
                <c:pt idx="241">
                  <c:v>1.6226502070783471</c:v>
                </c:pt>
                <c:pt idx="242">
                  <c:v>1.6182649503398101</c:v>
                </c:pt>
                <c:pt idx="243">
                  <c:v>1.61613895257477</c:v>
                </c:pt>
                <c:pt idx="244">
                  <c:v>1.6173743770456874</c:v>
                </c:pt>
                <c:pt idx="245">
                  <c:v>1.6280548460034767</c:v>
                </c:pt>
                <c:pt idx="246">
                  <c:v>1.6317782358040966</c:v>
                </c:pt>
                <c:pt idx="247">
                  <c:v>1.644852874928399</c:v>
                </c:pt>
                <c:pt idx="248">
                  <c:v>1.6647963498630551</c:v>
                </c:pt>
                <c:pt idx="249">
                  <c:v>1.7014825293293274</c:v>
                </c:pt>
                <c:pt idx="250">
                  <c:v>1.7360024141211814</c:v>
                </c:pt>
                <c:pt idx="251">
                  <c:v>1.8193215611104023</c:v>
                </c:pt>
                <c:pt idx="252">
                  <c:v>1.9032709904576643</c:v>
                </c:pt>
                <c:pt idx="253">
                  <c:v>1.9796213542622314</c:v>
                </c:pt>
                <c:pt idx="254">
                  <c:v>2.0689288530415952</c:v>
                </c:pt>
                <c:pt idx="255">
                  <c:v>2.1601127072157498</c:v>
                </c:pt>
                <c:pt idx="256">
                  <c:v>2.2742781570041219</c:v>
                </c:pt>
                <c:pt idx="257">
                  <c:v>2.3860443296008227</c:v>
                </c:pt>
                <c:pt idx="258">
                  <c:v>2.4945720698693417</c:v>
                </c:pt>
                <c:pt idx="259">
                  <c:v>2.6</c:v>
                </c:pt>
                <c:pt idx="260">
                  <c:v>2.3987299745895365</c:v>
                </c:pt>
                <c:pt idx="261">
                  <c:v>2.0606609859283687</c:v>
                </c:pt>
                <c:pt idx="262">
                  <c:v>1.7900667007138928</c:v>
                </c:pt>
                <c:pt idx="263">
                  <c:v>1.7162898078445599</c:v>
                </c:pt>
                <c:pt idx="264">
                  <c:v>1.681413714286466</c:v>
                </c:pt>
                <c:pt idx="265">
                  <c:v>1.6630139613825168</c:v>
                </c:pt>
                <c:pt idx="266">
                  <c:v>1.6585421156855964</c:v>
                </c:pt>
                <c:pt idx="267">
                  <c:v>1.6635789431060897</c:v>
                </c:pt>
                <c:pt idx="268">
                  <c:v>1.6611131967855435</c:v>
                </c:pt>
                <c:pt idx="269">
                  <c:v>1.6508073697400021</c:v>
                </c:pt>
                <c:pt idx="270">
                  <c:v>1.6544278586352419</c:v>
                </c:pt>
                <c:pt idx="271">
                  <c:v>1.6697122351768912</c:v>
                </c:pt>
                <c:pt idx="272">
                  <c:v>1.6765452968558274</c:v>
                </c:pt>
                <c:pt idx="273">
                  <c:v>1.6894078953487492</c:v>
                </c:pt>
                <c:pt idx="274">
                  <c:v>1.7259715531857789</c:v>
                </c:pt>
                <c:pt idx="275">
                  <c:v>1.7869200803379246</c:v>
                </c:pt>
                <c:pt idx="276">
                  <c:v>1.8931548118153276</c:v>
                </c:pt>
                <c:pt idx="277">
                  <c:v>2.0774691731212189</c:v>
                </c:pt>
                <c:pt idx="278">
                  <c:v>2.5254834560452131</c:v>
                </c:pt>
                <c:pt idx="279">
                  <c:v>2.6521789707835532</c:v>
                </c:pt>
                <c:pt idx="280">
                  <c:v>2.4903448211717372</c:v>
                </c:pt>
                <c:pt idx="281">
                  <c:v>2.1310472368618703</c:v>
                </c:pt>
                <c:pt idx="282">
                  <c:v>1.8562987132985898</c:v>
                </c:pt>
                <c:pt idx="283">
                  <c:v>1.7193138008983244</c:v>
                </c:pt>
                <c:pt idx="284">
                  <c:v>1.667076863397438</c:v>
                </c:pt>
                <c:pt idx="285">
                  <c:v>1.6408822487403514</c:v>
                </c:pt>
                <c:pt idx="286">
                  <c:v>1.6326747381797457</c:v>
                </c:pt>
                <c:pt idx="287">
                  <c:v>1.6180419983781533</c:v>
                </c:pt>
                <c:pt idx="288">
                  <c:v>1.625861297224672</c:v>
                </c:pt>
                <c:pt idx="289">
                  <c:v>1.6258806977548654</c:v>
                </c:pt>
                <c:pt idx="290">
                  <c:v>1.6276581568331348</c:v>
                </c:pt>
                <c:pt idx="291">
                  <c:v>1.6369363370897083</c:v>
                </c:pt>
                <c:pt idx="292">
                  <c:v>1.6186022620853795</c:v>
                </c:pt>
                <c:pt idx="293">
                  <c:v>1.6294358654642285</c:v>
                </c:pt>
                <c:pt idx="294">
                  <c:v>1.6127383725646816</c:v>
                </c:pt>
                <c:pt idx="295">
                  <c:v>1.5987972793350287</c:v>
                </c:pt>
                <c:pt idx="296">
                  <c:v>1.5925644811029911</c:v>
                </c:pt>
                <c:pt idx="297">
                  <c:v>1.6123601444315454</c:v>
                </c:pt>
                <c:pt idx="298">
                  <c:v>1.6090758472300788</c:v>
                </c:pt>
                <c:pt idx="299">
                  <c:v>1.6077448572388735</c:v>
                </c:pt>
                <c:pt idx="300">
                  <c:v>1.6194838705612598</c:v>
                </c:pt>
                <c:pt idx="301">
                  <c:v>1.6246417032105953</c:v>
                </c:pt>
                <c:pt idx="302">
                  <c:v>1.6047378759809834</c:v>
                </c:pt>
                <c:pt idx="303">
                  <c:v>1.6260369794774334</c:v>
                </c:pt>
                <c:pt idx="304">
                  <c:v>1.633950701773077</c:v>
                </c:pt>
                <c:pt idx="305">
                  <c:v>1.6105277866677303</c:v>
                </c:pt>
                <c:pt idx="306">
                  <c:v>1.6182497599125671</c:v>
                </c:pt>
                <c:pt idx="307">
                  <c:v>1.6155045100243433</c:v>
                </c:pt>
                <c:pt idx="308">
                  <c:v>1.6195459695797809</c:v>
                </c:pt>
                <c:pt idx="309">
                  <c:v>1.6085244734752475</c:v>
                </c:pt>
                <c:pt idx="310">
                  <c:v>1.6110074888512718</c:v>
                </c:pt>
                <c:pt idx="311">
                  <c:v>1.6057242239793796</c:v>
                </c:pt>
                <c:pt idx="312">
                  <c:v>1.6168600486737226</c:v>
                </c:pt>
                <c:pt idx="313">
                  <c:v>1.6131860629926291</c:v>
                </c:pt>
                <c:pt idx="314">
                  <c:v>1.6109960241009076</c:v>
                </c:pt>
                <c:pt idx="315">
                  <c:v>1.6091393745715326</c:v>
                </c:pt>
                <c:pt idx="316">
                  <c:v>1.6043814187628871</c:v>
                </c:pt>
                <c:pt idx="317">
                  <c:v>1.6028477434353163</c:v>
                </c:pt>
                <c:pt idx="318">
                  <c:v>1.6143093589754793</c:v>
                </c:pt>
                <c:pt idx="319">
                  <c:v>1.6191146219259438</c:v>
                </c:pt>
                <c:pt idx="320">
                  <c:v>1.6284806389050248</c:v>
                </c:pt>
                <c:pt idx="321">
                  <c:v>1.6510367939275685</c:v>
                </c:pt>
                <c:pt idx="322">
                  <c:v>1.6924514122411614</c:v>
                </c:pt>
                <c:pt idx="323">
                  <c:v>1.7435483161044418</c:v>
                </c:pt>
                <c:pt idx="324">
                  <c:v>1.7559517256560222</c:v>
                </c:pt>
                <c:pt idx="325">
                  <c:v>1.7318669069138137</c:v>
                </c:pt>
                <c:pt idx="326">
                  <c:v>1.7041930957787739</c:v>
                </c:pt>
                <c:pt idx="327">
                  <c:v>1.6974305724077112</c:v>
                </c:pt>
                <c:pt idx="328">
                  <c:v>1.7166595100788342</c:v>
                </c:pt>
                <c:pt idx="329">
                  <c:v>1.7580915266281909</c:v>
                </c:pt>
                <c:pt idx="330">
                  <c:v>1.8309261550056333</c:v>
                </c:pt>
                <c:pt idx="331">
                  <c:v>1.9228595366852756</c:v>
                </c:pt>
                <c:pt idx="332">
                  <c:v>1.9770954099285061</c:v>
                </c:pt>
                <c:pt idx="333">
                  <c:v>1.9786140533682757</c:v>
                </c:pt>
                <c:pt idx="334">
                  <c:v>1.9342115713781212</c:v>
                </c:pt>
                <c:pt idx="335">
                  <c:v>1.8567477439720019</c:v>
                </c:pt>
                <c:pt idx="336">
                  <c:v>1.7776622694636879</c:v>
                </c:pt>
                <c:pt idx="337">
                  <c:v>1.7134644470956937</c:v>
                </c:pt>
                <c:pt idx="338">
                  <c:v>1.6715030614788242</c:v>
                </c:pt>
                <c:pt idx="339">
                  <c:v>1.6488116781843811</c:v>
                </c:pt>
                <c:pt idx="340">
                  <c:v>1.6353559131782589</c:v>
                </c:pt>
                <c:pt idx="341">
                  <c:v>1.6165304510463556</c:v>
                </c:pt>
                <c:pt idx="342">
                  <c:v>1.6112342332818868</c:v>
                </c:pt>
                <c:pt idx="343">
                  <c:v>1.6122176277492033</c:v>
                </c:pt>
                <c:pt idx="344">
                  <c:v>1.6151276324123767</c:v>
                </c:pt>
                <c:pt idx="345">
                  <c:v>1.6136556392033139</c:v>
                </c:pt>
                <c:pt idx="346">
                  <c:v>1.6103140380674574</c:v>
                </c:pt>
                <c:pt idx="347">
                  <c:v>1.6086418851434123</c:v>
                </c:pt>
                <c:pt idx="348">
                  <c:v>1.6040296857999581</c:v>
                </c:pt>
                <c:pt idx="349">
                  <c:v>1.6034208407635486</c:v>
                </c:pt>
                <c:pt idx="350">
                  <c:v>1.6050107051115654</c:v>
                </c:pt>
                <c:pt idx="351">
                  <c:v>1.6067343950978104</c:v>
                </c:pt>
                <c:pt idx="352">
                  <c:v>1.6053366677084471</c:v>
                </c:pt>
                <c:pt idx="353">
                  <c:v>1.6061489548134642</c:v>
                </c:pt>
                <c:pt idx="354">
                  <c:v>1.6048584463273294</c:v>
                </c:pt>
                <c:pt idx="355">
                  <c:v>1.6027389136319048</c:v>
                </c:pt>
                <c:pt idx="356">
                  <c:v>1.6077759272995431</c:v>
                </c:pt>
                <c:pt idx="357">
                  <c:v>1.6094052789782149</c:v>
                </c:pt>
                <c:pt idx="358">
                  <c:v>1.5967068150480754</c:v>
                </c:pt>
                <c:pt idx="359">
                  <c:v>1.5971769690836464</c:v>
                </c:pt>
                <c:pt idx="360">
                  <c:v>1.6047282729680905</c:v>
                </c:pt>
                <c:pt idx="361">
                  <c:v>1.6056630655548143</c:v>
                </c:pt>
                <c:pt idx="362">
                  <c:v>1.6120079710812785</c:v>
                </c:pt>
                <c:pt idx="363">
                  <c:v>1.6154587713954263</c:v>
                </c:pt>
                <c:pt idx="364">
                  <c:v>1.617883677662211</c:v>
                </c:pt>
                <c:pt idx="365">
                  <c:v>1.6191489427791463</c:v>
                </c:pt>
                <c:pt idx="366">
                  <c:v>1.6214326887565895</c:v>
                </c:pt>
                <c:pt idx="367">
                  <c:v>1.6222375700145406</c:v>
                </c:pt>
                <c:pt idx="368">
                  <c:v>1.616073453766</c:v>
                </c:pt>
                <c:pt idx="369">
                  <c:v>1.6129234644268966</c:v>
                </c:pt>
                <c:pt idx="370">
                  <c:v>1.6147609262799583</c:v>
                </c:pt>
                <c:pt idx="371">
                  <c:v>1.6168188445664284</c:v>
                </c:pt>
                <c:pt idx="372">
                  <c:v>1.6130978313894755</c:v>
                </c:pt>
                <c:pt idx="373">
                  <c:v>1.6141732352493261</c:v>
                </c:pt>
                <c:pt idx="374">
                  <c:v>1.6200449724723858</c:v>
                </c:pt>
                <c:pt idx="375">
                  <c:v>1.6184559066934086</c:v>
                </c:pt>
                <c:pt idx="376">
                  <c:v>1.6090099256494645</c:v>
                </c:pt>
                <c:pt idx="377">
                  <c:v>1.606248796127814</c:v>
                </c:pt>
                <c:pt idx="378">
                  <c:v>1.6052242026910557</c:v>
                </c:pt>
                <c:pt idx="379">
                  <c:v>1.607501201200503</c:v>
                </c:pt>
                <c:pt idx="380">
                  <c:v>1.6025652250493212</c:v>
                </c:pt>
                <c:pt idx="381">
                  <c:v>1.597824868586657</c:v>
                </c:pt>
                <c:pt idx="382">
                  <c:v>1.5954452726721031</c:v>
                </c:pt>
                <c:pt idx="383">
                  <c:v>1.5959388463228104</c:v>
                </c:pt>
                <c:pt idx="384">
                  <c:v>1.6026580673244082</c:v>
                </c:pt>
                <c:pt idx="385">
                  <c:v>1.6028028776908019</c:v>
                </c:pt>
                <c:pt idx="386">
                  <c:v>1.6040875152632381</c:v>
                </c:pt>
                <c:pt idx="387">
                  <c:v>1.603132457152191</c:v>
                </c:pt>
                <c:pt idx="388">
                  <c:v>1.6038064108875871</c:v>
                </c:pt>
                <c:pt idx="389">
                  <c:v>1.6056101801733818</c:v>
                </c:pt>
                <c:pt idx="390">
                  <c:v>1.6086318355043607</c:v>
                </c:pt>
                <c:pt idx="391">
                  <c:v>1.6057537082786433</c:v>
                </c:pt>
                <c:pt idx="392">
                  <c:v>1.6055611012065063</c:v>
                </c:pt>
                <c:pt idx="393">
                  <c:v>1.6048297422476328</c:v>
                </c:pt>
                <c:pt idx="394">
                  <c:v>1.6074179224869432</c:v>
                </c:pt>
                <c:pt idx="395">
                  <c:v>1.6104749181678122</c:v>
                </c:pt>
                <c:pt idx="396">
                  <c:v>1.6076273090506339</c:v>
                </c:pt>
                <c:pt idx="397">
                  <c:v>1.6075467020202576</c:v>
                </c:pt>
                <c:pt idx="398">
                  <c:v>1.6014475951083103</c:v>
                </c:pt>
                <c:pt idx="399">
                  <c:v>1.5992309349396321</c:v>
                </c:pt>
                <c:pt idx="400">
                  <c:v>1.6052748105359724</c:v>
                </c:pt>
                <c:pt idx="401">
                  <c:v>1.6135824101288054</c:v>
                </c:pt>
                <c:pt idx="402">
                  <c:v>1.6126595432311928</c:v>
                </c:pt>
                <c:pt idx="403">
                  <c:v>1.6114188076889799</c:v>
                </c:pt>
                <c:pt idx="404">
                  <c:v>1.6154652450892937</c:v>
                </c:pt>
                <c:pt idx="405">
                  <c:v>1.6221679535841611</c:v>
                </c:pt>
                <c:pt idx="406">
                  <c:v>1.6170059974413848</c:v>
                </c:pt>
                <c:pt idx="407">
                  <c:v>1.6228968915136446</c:v>
                </c:pt>
                <c:pt idx="408">
                  <c:v>1.6176076061798534</c:v>
                </c:pt>
                <c:pt idx="409">
                  <c:v>1.6107730258985804</c:v>
                </c:pt>
                <c:pt idx="410">
                  <c:v>1.6153514798282871</c:v>
                </c:pt>
                <c:pt idx="411">
                  <c:v>1.6030159701139413</c:v>
                </c:pt>
                <c:pt idx="412">
                  <c:v>1.6022638986375968</c:v>
                </c:pt>
                <c:pt idx="413">
                  <c:v>1.6033530251503918</c:v>
                </c:pt>
                <c:pt idx="414">
                  <c:v>1.6071112088536128</c:v>
                </c:pt>
                <c:pt idx="415">
                  <c:v>1.6043747263433084</c:v>
                </c:pt>
                <c:pt idx="416">
                  <c:v>1.5958134574050087</c:v>
                </c:pt>
                <c:pt idx="417">
                  <c:v>1.5986771570827989</c:v>
                </c:pt>
                <c:pt idx="418">
                  <c:v>1.596141100446574</c:v>
                </c:pt>
                <c:pt idx="419">
                  <c:v>1.6032751870554027</c:v>
                </c:pt>
                <c:pt idx="420">
                  <c:v>1.6030228656621797</c:v>
                </c:pt>
                <c:pt idx="421">
                  <c:v>1.6029809741836487</c:v>
                </c:pt>
                <c:pt idx="422">
                  <c:v>1.6032937163526459</c:v>
                </c:pt>
                <c:pt idx="423">
                  <c:v>1.5965653233672623</c:v>
                </c:pt>
                <c:pt idx="424">
                  <c:v>1.5948867239065689</c:v>
                </c:pt>
                <c:pt idx="425">
                  <c:v>1.604172690211277</c:v>
                </c:pt>
                <c:pt idx="426">
                  <c:v>1.6057162250773649</c:v>
                </c:pt>
                <c:pt idx="427">
                  <c:v>1.6001530279941196</c:v>
                </c:pt>
                <c:pt idx="428">
                  <c:v>1.6080304976041051</c:v>
                </c:pt>
                <c:pt idx="429">
                  <c:v>1.5993635839179416</c:v>
                </c:pt>
                <c:pt idx="430">
                  <c:v>1.6112892670195498</c:v>
                </c:pt>
                <c:pt idx="431">
                  <c:v>1.6204835248630713</c:v>
                </c:pt>
                <c:pt idx="432">
                  <c:v>1.6031146900920319</c:v>
                </c:pt>
                <c:pt idx="433">
                  <c:v>1.5995811365932144</c:v>
                </c:pt>
                <c:pt idx="434">
                  <c:v>1.592547397744174</c:v>
                </c:pt>
                <c:pt idx="435">
                  <c:v>1.5717094175904467</c:v>
                </c:pt>
                <c:pt idx="436">
                  <c:v>1.604696187080628</c:v>
                </c:pt>
                <c:pt idx="437">
                  <c:v>1.627162266011051</c:v>
                </c:pt>
                <c:pt idx="438">
                  <c:v>1.5990826719823827</c:v>
                </c:pt>
                <c:pt idx="439">
                  <c:v>1.6149083576849916</c:v>
                </c:pt>
                <c:pt idx="440">
                  <c:v>1.584720893426828</c:v>
                </c:pt>
                <c:pt idx="441">
                  <c:v>1.5934798401304713</c:v>
                </c:pt>
                <c:pt idx="442">
                  <c:v>1.6278471270398391</c:v>
                </c:pt>
                <c:pt idx="443">
                  <c:v>1.6467066472604996</c:v>
                </c:pt>
                <c:pt idx="444">
                  <c:v>1.6209157195285551</c:v>
                </c:pt>
                <c:pt idx="445">
                  <c:v>1.5968035244744736</c:v>
                </c:pt>
                <c:pt idx="446">
                  <c:v>1.6027429497818568</c:v>
                </c:pt>
                <c:pt idx="447">
                  <c:v>1.5927107785106294</c:v>
                </c:pt>
                <c:pt idx="448">
                  <c:v>1.6166238146299541</c:v>
                </c:pt>
                <c:pt idx="449">
                  <c:v>1.6185226415226401</c:v>
                </c:pt>
                <c:pt idx="450">
                  <c:v>1.6096126382921936</c:v>
                </c:pt>
                <c:pt idx="451">
                  <c:v>1.6119070900858219</c:v>
                </c:pt>
                <c:pt idx="452">
                  <c:v>1.6160799597549389</c:v>
                </c:pt>
                <c:pt idx="453">
                  <c:v>1.5987366248787234</c:v>
                </c:pt>
                <c:pt idx="454">
                  <c:v>1.6072141780190303</c:v>
                </c:pt>
                <c:pt idx="455">
                  <c:v>1.6095944532310527</c:v>
                </c:pt>
                <c:pt idx="456">
                  <c:v>1.6004864697900834</c:v>
                </c:pt>
                <c:pt idx="457">
                  <c:v>1.5985144228600041</c:v>
                </c:pt>
                <c:pt idx="458">
                  <c:v>1.603514859423312</c:v>
                </c:pt>
                <c:pt idx="459">
                  <c:v>1.5981061157212033</c:v>
                </c:pt>
                <c:pt idx="460">
                  <c:v>1.6060198431546993</c:v>
                </c:pt>
                <c:pt idx="461">
                  <c:v>1.607215470555867</c:v>
                </c:pt>
                <c:pt idx="462">
                  <c:v>1.6044482200172088</c:v>
                </c:pt>
                <c:pt idx="463">
                  <c:v>1.6122243620055789</c:v>
                </c:pt>
                <c:pt idx="464">
                  <c:v>1.6045613408447443</c:v>
                </c:pt>
                <c:pt idx="465">
                  <c:v>1.6154630548962665</c:v>
                </c:pt>
                <c:pt idx="466">
                  <c:v>1.605661461443936</c:v>
                </c:pt>
                <c:pt idx="467">
                  <c:v>1.6012838553344271</c:v>
                </c:pt>
                <c:pt idx="468">
                  <c:v>1.6038784644948925</c:v>
                </c:pt>
                <c:pt idx="469">
                  <c:v>1.6040544032732782</c:v>
                </c:pt>
                <c:pt idx="470">
                  <c:v>1.6112609134147762</c:v>
                </c:pt>
                <c:pt idx="471">
                  <c:v>1.6065683441161294</c:v>
                </c:pt>
                <c:pt idx="472">
                  <c:v>1.6010911687173275</c:v>
                </c:pt>
                <c:pt idx="473">
                  <c:v>1.6002096065050546</c:v>
                </c:pt>
                <c:pt idx="474">
                  <c:v>1.6023939108884677</c:v>
                </c:pt>
                <c:pt idx="475">
                  <c:v>1.6019988142688364</c:v>
                </c:pt>
                <c:pt idx="476">
                  <c:v>1.5998505509213854</c:v>
                </c:pt>
                <c:pt idx="477">
                  <c:v>1.5978304125127571</c:v>
                </c:pt>
                <c:pt idx="478">
                  <c:v>1.599436581009245</c:v>
                </c:pt>
                <c:pt idx="479">
                  <c:v>1.5968628108858631</c:v>
                </c:pt>
                <c:pt idx="480">
                  <c:v>1.6061039391537602</c:v>
                </c:pt>
                <c:pt idx="481">
                  <c:v>1.6009675102465217</c:v>
                </c:pt>
                <c:pt idx="482">
                  <c:v>1.6011933087618337</c:v>
                </c:pt>
                <c:pt idx="483">
                  <c:v>1.6022332001537434</c:v>
                </c:pt>
                <c:pt idx="484">
                  <c:v>1.6067356120348206</c:v>
                </c:pt>
                <c:pt idx="485">
                  <c:v>1.608723071283138</c:v>
                </c:pt>
                <c:pt idx="486">
                  <c:v>1.6092132583552166</c:v>
                </c:pt>
                <c:pt idx="487">
                  <c:v>1.6069650707193952</c:v>
                </c:pt>
                <c:pt idx="488">
                  <c:v>1.6126341930680639</c:v>
                </c:pt>
                <c:pt idx="489">
                  <c:v>1.6185409733795604</c:v>
                </c:pt>
                <c:pt idx="490">
                  <c:v>1.6093846035266783</c:v>
                </c:pt>
                <c:pt idx="491">
                  <c:v>1.6060106434632098</c:v>
                </c:pt>
                <c:pt idx="492">
                  <c:v>1.6085614777552959</c:v>
                </c:pt>
                <c:pt idx="493">
                  <c:v>1.6141772251586077</c:v>
                </c:pt>
                <c:pt idx="494">
                  <c:v>1.6052343914191081</c:v>
                </c:pt>
                <c:pt idx="495">
                  <c:v>1.6002593390572004</c:v>
                </c:pt>
                <c:pt idx="496">
                  <c:v>1.6086571959431943</c:v>
                </c:pt>
                <c:pt idx="497">
                  <c:v>1.612875686804605</c:v>
                </c:pt>
                <c:pt idx="498">
                  <c:v>1.6236121157814247</c:v>
                </c:pt>
                <c:pt idx="499">
                  <c:v>1.6327662653481447</c:v>
                </c:pt>
                <c:pt idx="500">
                  <c:v>1.6245131937815147</c:v>
                </c:pt>
                <c:pt idx="501">
                  <c:v>1.6165012372183154</c:v>
                </c:pt>
                <c:pt idx="502">
                  <c:v>1.6164158417096179</c:v>
                </c:pt>
                <c:pt idx="503">
                  <c:v>1.6105722687247765</c:v>
                </c:pt>
                <c:pt idx="504">
                  <c:v>1.6190820802375867</c:v>
                </c:pt>
                <c:pt idx="505">
                  <c:v>1.6269793966369346</c:v>
                </c:pt>
                <c:pt idx="506">
                  <c:v>1.6387166351983491</c:v>
                </c:pt>
                <c:pt idx="507">
                  <c:v>1.651432408552806</c:v>
                </c:pt>
                <c:pt idx="508">
                  <c:v>1.6744425236510316</c:v>
                </c:pt>
                <c:pt idx="509">
                  <c:v>1.7041888445730047</c:v>
                </c:pt>
                <c:pt idx="510">
                  <c:v>1.746085921894875</c:v>
                </c:pt>
                <c:pt idx="511">
                  <c:v>1.7993864359196732</c:v>
                </c:pt>
                <c:pt idx="512">
                  <c:v>1.8389860418587345</c:v>
                </c:pt>
                <c:pt idx="513">
                  <c:v>1.873061616929439</c:v>
                </c:pt>
                <c:pt idx="514">
                  <c:v>1.8879243490182633</c:v>
                </c:pt>
                <c:pt idx="515">
                  <c:v>1.8856802290934864</c:v>
                </c:pt>
                <c:pt idx="516">
                  <c:v>1.8760725275433514</c:v>
                </c:pt>
                <c:pt idx="517">
                  <c:v>1.8490615639420342</c:v>
                </c:pt>
                <c:pt idx="518">
                  <c:v>1.818917273790523</c:v>
                </c:pt>
                <c:pt idx="519">
                  <c:v>1.7865024874486091</c:v>
                </c:pt>
                <c:pt idx="520">
                  <c:v>1.7589766229717878</c:v>
                </c:pt>
                <c:pt idx="521">
                  <c:v>1.7363986922633412</c:v>
                </c:pt>
                <c:pt idx="522">
                  <c:v>1.7300982526463877</c:v>
                </c:pt>
                <c:pt idx="523">
                  <c:v>1.7180602001740133</c:v>
                </c:pt>
                <c:pt idx="524">
                  <c:v>1.7068414090741308</c:v>
                </c:pt>
                <c:pt idx="525">
                  <c:v>1.7062029883580847</c:v>
                </c:pt>
                <c:pt idx="526">
                  <c:v>1.7150191435788615</c:v>
                </c:pt>
                <c:pt idx="527">
                  <c:v>1.7156847273859106</c:v>
                </c:pt>
                <c:pt idx="528">
                  <c:v>1.7168018784974393</c:v>
                </c:pt>
                <c:pt idx="529">
                  <c:v>1.7236860016202498</c:v>
                </c:pt>
                <c:pt idx="530">
                  <c:v>1.7243016631186716</c:v>
                </c:pt>
                <c:pt idx="531">
                  <c:v>1.7458235684780941</c:v>
                </c:pt>
                <c:pt idx="532">
                  <c:v>1.7622913773615454</c:v>
                </c:pt>
                <c:pt idx="533">
                  <c:v>1.7717254723512386</c:v>
                </c:pt>
                <c:pt idx="534">
                  <c:v>1.7854372668119689</c:v>
                </c:pt>
                <c:pt idx="535">
                  <c:v>1.8004001958279188</c:v>
                </c:pt>
                <c:pt idx="536">
                  <c:v>1.8144465085105386</c:v>
                </c:pt>
                <c:pt idx="537">
                  <c:v>1.8369515463068111</c:v>
                </c:pt>
                <c:pt idx="538">
                  <c:v>1.8647404570764918</c:v>
                </c:pt>
                <c:pt idx="539">
                  <c:v>1.9022379709431736</c:v>
                </c:pt>
                <c:pt idx="540">
                  <c:v>1.9480191823799222</c:v>
                </c:pt>
                <c:pt idx="541">
                  <c:v>1.9978566782778611</c:v>
                </c:pt>
                <c:pt idx="542">
                  <c:v>2.0439110942753973</c:v>
                </c:pt>
                <c:pt idx="543">
                  <c:v>2.0758667738816072</c:v>
                </c:pt>
                <c:pt idx="544">
                  <c:v>2.129828103786545</c:v>
                </c:pt>
                <c:pt idx="545">
                  <c:v>2.1813853650855659</c:v>
                </c:pt>
                <c:pt idx="546">
                  <c:v>2.2445378018626219</c:v>
                </c:pt>
                <c:pt idx="547">
                  <c:v>2.3005321476180232</c:v>
                </c:pt>
                <c:pt idx="548">
                  <c:v>2.3396971206137085</c:v>
                </c:pt>
                <c:pt idx="549">
                  <c:v>2.365986530113243</c:v>
                </c:pt>
                <c:pt idx="550">
                  <c:v>2.4010316384597985</c:v>
                </c:pt>
                <c:pt idx="551">
                  <c:v>2.4360528367098229</c:v>
                </c:pt>
                <c:pt idx="552">
                  <c:v>2.4326666221347009</c:v>
                </c:pt>
                <c:pt idx="553">
                  <c:v>2.4037314594582031</c:v>
                </c:pt>
                <c:pt idx="554">
                  <c:v>2.3685077534947028</c:v>
                </c:pt>
                <c:pt idx="555">
                  <c:v>2.3142203725484274</c:v>
                </c:pt>
                <c:pt idx="556">
                  <c:v>2.2386295653369945</c:v>
                </c:pt>
                <c:pt idx="557">
                  <c:v>2.1701111204120926</c:v>
                </c:pt>
                <c:pt idx="558">
                  <c:v>2.1102252068035461</c:v>
                </c:pt>
                <c:pt idx="559">
                  <c:v>2.0423467914764317</c:v>
                </c:pt>
                <c:pt idx="560">
                  <c:v>1.9660133620329656</c:v>
                </c:pt>
                <c:pt idx="561">
                  <c:v>1.8966068378742322</c:v>
                </c:pt>
                <c:pt idx="562">
                  <c:v>1.8457356413293866</c:v>
                </c:pt>
                <c:pt idx="563">
                  <c:v>1.8046473382895347</c:v>
                </c:pt>
                <c:pt idx="564">
                  <c:v>1.7705984213323533</c:v>
                </c:pt>
                <c:pt idx="565">
                  <c:v>1.7511759892086083</c:v>
                </c:pt>
                <c:pt idx="566">
                  <c:v>1.7314487855596925</c:v>
                </c:pt>
                <c:pt idx="567">
                  <c:v>1.7213464526952602</c:v>
                </c:pt>
                <c:pt idx="568">
                  <c:v>1.6996404536849217</c:v>
                </c:pt>
                <c:pt idx="569">
                  <c:v>1.6871231951987398</c:v>
                </c:pt>
                <c:pt idx="570">
                  <c:v>1.6380832172824622</c:v>
                </c:pt>
                <c:pt idx="571">
                  <c:v>1.6333137255274996</c:v>
                </c:pt>
                <c:pt idx="572">
                  <c:v>1.6277988136129529</c:v>
                </c:pt>
                <c:pt idx="573">
                  <c:v>1.6071409107776193</c:v>
                </c:pt>
                <c:pt idx="574">
                  <c:v>1.5671864546672556</c:v>
                </c:pt>
                <c:pt idx="575">
                  <c:v>1.5710181269065249</c:v>
                </c:pt>
                <c:pt idx="576">
                  <c:v>1.6157839034951864</c:v>
                </c:pt>
                <c:pt idx="577">
                  <c:v>1.5783566769155957</c:v>
                </c:pt>
                <c:pt idx="578">
                  <c:v>1.5399873018127797</c:v>
                </c:pt>
                <c:pt idx="579">
                  <c:v>1.6162465259898053</c:v>
                </c:pt>
                <c:pt idx="580">
                  <c:v>1.7077891695999987</c:v>
                </c:pt>
                <c:pt idx="581">
                  <c:v>1.6182051251879104</c:v>
                </c:pt>
                <c:pt idx="582">
                  <c:v>1.5432710588057783</c:v>
                </c:pt>
                <c:pt idx="583">
                  <c:v>1.5740685138414092</c:v>
                </c:pt>
                <c:pt idx="584">
                  <c:v>1.2054957615243604</c:v>
                </c:pt>
                <c:pt idx="585">
                  <c:v>1.5586647189332923</c:v>
                </c:pt>
                <c:pt idx="586">
                  <c:v>1.85305727459285</c:v>
                </c:pt>
                <c:pt idx="587">
                  <c:v>1.5189423594276572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6-37F8-4EA4-8385-84A4706AD5FD}"/>
            </c:ext>
          </c:extLst>
        </c:ser>
        <c:ser>
          <c:idx val="23"/>
          <c:order val="23"/>
          <c:tx>
            <c:strRef>
              <c:f>'Fully separated 0.5%'!$Y$1</c:f>
              <c:strCache>
                <c:ptCount val="1"/>
                <c:pt idx="0">
                  <c:v>F4/O-PTIR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0.5%'!$A$2:$A$589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0.5%'!$Y$2:$Y$589</c:f>
              <c:numCache>
                <c:formatCode>General</c:formatCode>
                <c:ptCount val="588"/>
                <c:pt idx="0">
                  <c:v>1.3262908717942383</c:v>
                </c:pt>
                <c:pt idx="1">
                  <c:v>1.1655754489511465</c:v>
                </c:pt>
                <c:pt idx="2">
                  <c:v>1.2773113861902683</c:v>
                </c:pt>
                <c:pt idx="3">
                  <c:v>1.3555687122827598</c:v>
                </c:pt>
                <c:pt idx="4">
                  <c:v>1.410220916994632</c:v>
                </c:pt>
                <c:pt idx="5">
                  <c:v>1.4507819881420416</c:v>
                </c:pt>
                <c:pt idx="6">
                  <c:v>1.4205893433958054</c:v>
                </c:pt>
                <c:pt idx="7">
                  <c:v>1.4460200682184197</c:v>
                </c:pt>
                <c:pt idx="8">
                  <c:v>1.4467678970111217</c:v>
                </c:pt>
                <c:pt idx="9">
                  <c:v>1.4490870103883007</c:v>
                </c:pt>
                <c:pt idx="10">
                  <c:v>1.443299397636955</c:v>
                </c:pt>
                <c:pt idx="11">
                  <c:v>1.4496003050424711</c:v>
                </c:pt>
                <c:pt idx="12">
                  <c:v>1.4452442925019395</c:v>
                </c:pt>
                <c:pt idx="13">
                  <c:v>1.4689221808704593</c:v>
                </c:pt>
                <c:pt idx="14">
                  <c:v>1.4929343004844775</c:v>
                </c:pt>
                <c:pt idx="15">
                  <c:v>1.5211732495176669</c:v>
                </c:pt>
                <c:pt idx="16">
                  <c:v>1.5015364736338859</c:v>
                </c:pt>
                <c:pt idx="17">
                  <c:v>1.4805699763468743</c:v>
                </c:pt>
                <c:pt idx="18">
                  <c:v>1.460604728907223</c:v>
                </c:pt>
                <c:pt idx="19">
                  <c:v>1.4368290791951928</c:v>
                </c:pt>
                <c:pt idx="20">
                  <c:v>1.4267151382541299</c:v>
                </c:pt>
                <c:pt idx="21">
                  <c:v>1.4574773549525035</c:v>
                </c:pt>
                <c:pt idx="22">
                  <c:v>1.4632331730535293</c:v>
                </c:pt>
                <c:pt idx="23">
                  <c:v>1.4535499289035334</c:v>
                </c:pt>
                <c:pt idx="24">
                  <c:v>1.4622978026313347</c:v>
                </c:pt>
                <c:pt idx="25">
                  <c:v>1.4735339204570885</c:v>
                </c:pt>
                <c:pt idx="26">
                  <c:v>1.4723572565911791</c:v>
                </c:pt>
                <c:pt idx="27">
                  <c:v>1.4694907664294694</c:v>
                </c:pt>
                <c:pt idx="28">
                  <c:v>1.457923585451961</c:v>
                </c:pt>
                <c:pt idx="29">
                  <c:v>1.4435039591757428</c:v>
                </c:pt>
                <c:pt idx="30">
                  <c:v>1.4433940093981208</c:v>
                </c:pt>
                <c:pt idx="31">
                  <c:v>1.4490774373504436</c:v>
                </c:pt>
                <c:pt idx="32">
                  <c:v>1.4714419631036288</c:v>
                </c:pt>
                <c:pt idx="33">
                  <c:v>1.4764871233014889</c:v>
                </c:pt>
                <c:pt idx="34">
                  <c:v>1.4866260546314332</c:v>
                </c:pt>
                <c:pt idx="35">
                  <c:v>1.494974478809969</c:v>
                </c:pt>
                <c:pt idx="36">
                  <c:v>1.4846967701649216</c:v>
                </c:pt>
                <c:pt idx="37">
                  <c:v>1.4854876247382696</c:v>
                </c:pt>
                <c:pt idx="38">
                  <c:v>1.4762470992108596</c:v>
                </c:pt>
                <c:pt idx="39">
                  <c:v>1.4734330862213159</c:v>
                </c:pt>
                <c:pt idx="40">
                  <c:v>1.4875323833128131</c:v>
                </c:pt>
                <c:pt idx="41">
                  <c:v>1.5136106765457311</c:v>
                </c:pt>
                <c:pt idx="42">
                  <c:v>1.5267558749680439</c:v>
                </c:pt>
                <c:pt idx="43">
                  <c:v>1.547617121728337</c:v>
                </c:pt>
                <c:pt idx="44">
                  <c:v>1.5850303413468148</c:v>
                </c:pt>
                <c:pt idx="45">
                  <c:v>1.6299489178468747</c:v>
                </c:pt>
                <c:pt idx="46">
                  <c:v>1.6726548215149921</c:v>
                </c:pt>
                <c:pt idx="47">
                  <c:v>1.688204819936763</c:v>
                </c:pt>
                <c:pt idx="48">
                  <c:v>1.6569462597368896</c:v>
                </c:pt>
                <c:pt idx="49">
                  <c:v>1.5825270924375912</c:v>
                </c:pt>
                <c:pt idx="50">
                  <c:v>1.515172266446013</c:v>
                </c:pt>
                <c:pt idx="51">
                  <c:v>1.4729353887431904</c:v>
                </c:pt>
                <c:pt idx="52">
                  <c:v>1.451015787113578</c:v>
                </c:pt>
                <c:pt idx="53">
                  <c:v>1.4550322847263903</c:v>
                </c:pt>
                <c:pt idx="54">
                  <c:v>1.4536060131540518</c:v>
                </c:pt>
                <c:pt idx="55">
                  <c:v>1.4562658208995258</c:v>
                </c:pt>
                <c:pt idx="56">
                  <c:v>1.4527876400635926</c:v>
                </c:pt>
                <c:pt idx="57">
                  <c:v>1.4485000720992549</c:v>
                </c:pt>
                <c:pt idx="58">
                  <c:v>1.4597466462210551</c:v>
                </c:pt>
                <c:pt idx="59">
                  <c:v>1.4676259174989881</c:v>
                </c:pt>
                <c:pt idx="60">
                  <c:v>1.4792611781136784</c:v>
                </c:pt>
                <c:pt idx="61">
                  <c:v>1.4821896338618719</c:v>
                </c:pt>
                <c:pt idx="62">
                  <c:v>1.4778018451824195</c:v>
                </c:pt>
                <c:pt idx="63">
                  <c:v>1.491387202365261</c:v>
                </c:pt>
                <c:pt idx="64">
                  <c:v>1.5151731232593466</c:v>
                </c:pt>
                <c:pt idx="65">
                  <c:v>1.540127071129384</c:v>
                </c:pt>
                <c:pt idx="66">
                  <c:v>1.543561813644919</c:v>
                </c:pt>
                <c:pt idx="67">
                  <c:v>1.5593233074467103</c:v>
                </c:pt>
                <c:pt idx="68">
                  <c:v>1.537374172201962</c:v>
                </c:pt>
                <c:pt idx="69">
                  <c:v>1.5070397539384426</c:v>
                </c:pt>
                <c:pt idx="70">
                  <c:v>1.4994488426588612</c:v>
                </c:pt>
                <c:pt idx="71">
                  <c:v>1.4782141151978541</c:v>
                </c:pt>
                <c:pt idx="72">
                  <c:v>1.4684239174724163</c:v>
                </c:pt>
                <c:pt idx="73">
                  <c:v>1.4669588671632994</c:v>
                </c:pt>
                <c:pt idx="74">
                  <c:v>1.4458045479313224</c:v>
                </c:pt>
                <c:pt idx="75">
                  <c:v>1.4354744176483065</c:v>
                </c:pt>
                <c:pt idx="76">
                  <c:v>1.4339109554522225</c:v>
                </c:pt>
                <c:pt idx="77">
                  <c:v>1.4275496982409219</c:v>
                </c:pt>
                <c:pt idx="78">
                  <c:v>1.4312388799380689</c:v>
                </c:pt>
                <c:pt idx="79">
                  <c:v>1.4319285353366318</c:v>
                </c:pt>
                <c:pt idx="80">
                  <c:v>1.4316959819178112</c:v>
                </c:pt>
                <c:pt idx="81">
                  <c:v>1.4329410850709434</c:v>
                </c:pt>
                <c:pt idx="82">
                  <c:v>1.4343635485840238</c:v>
                </c:pt>
                <c:pt idx="83">
                  <c:v>1.4328573923908035</c:v>
                </c:pt>
                <c:pt idx="84">
                  <c:v>1.4323055146917887</c:v>
                </c:pt>
                <c:pt idx="85">
                  <c:v>1.4350377866315622</c:v>
                </c:pt>
                <c:pt idx="86">
                  <c:v>1.4302791141362521</c:v>
                </c:pt>
                <c:pt idx="87">
                  <c:v>1.4346680373000249</c:v>
                </c:pt>
                <c:pt idx="88">
                  <c:v>1.4418520468699316</c:v>
                </c:pt>
                <c:pt idx="89">
                  <c:v>1.4386034655624083</c:v>
                </c:pt>
                <c:pt idx="90">
                  <c:v>1.437727617222007</c:v>
                </c:pt>
                <c:pt idx="91">
                  <c:v>1.4331974917498393</c:v>
                </c:pt>
                <c:pt idx="92">
                  <c:v>1.4270131770697625</c:v>
                </c:pt>
                <c:pt idx="93">
                  <c:v>1.4206806006269925</c:v>
                </c:pt>
                <c:pt idx="94">
                  <c:v>1.415215448515758</c:v>
                </c:pt>
                <c:pt idx="95">
                  <c:v>1.4182846041200829</c:v>
                </c:pt>
                <c:pt idx="96">
                  <c:v>1.4180172029923219</c:v>
                </c:pt>
                <c:pt idx="97">
                  <c:v>1.4175282891731034</c:v>
                </c:pt>
                <c:pt idx="98">
                  <c:v>1.4131072037755128</c:v>
                </c:pt>
                <c:pt idx="99">
                  <c:v>1.4084680964074514</c:v>
                </c:pt>
                <c:pt idx="100">
                  <c:v>1.4080518490856806</c:v>
                </c:pt>
                <c:pt idx="101">
                  <c:v>1.4186481111433713</c:v>
                </c:pt>
                <c:pt idx="102">
                  <c:v>1.41490923162842</c:v>
                </c:pt>
                <c:pt idx="103">
                  <c:v>1.4090874203893478</c:v>
                </c:pt>
                <c:pt idx="104">
                  <c:v>1.4077352988708765</c:v>
                </c:pt>
                <c:pt idx="105">
                  <c:v>1.4061894846494167</c:v>
                </c:pt>
                <c:pt idx="106">
                  <c:v>1.4137815727250884</c:v>
                </c:pt>
                <c:pt idx="107">
                  <c:v>1.4275650468353207</c:v>
                </c:pt>
                <c:pt idx="108">
                  <c:v>1.4385898967068156</c:v>
                </c:pt>
                <c:pt idx="109">
                  <c:v>1.4574013630144189</c:v>
                </c:pt>
                <c:pt idx="110">
                  <c:v>1.467515949209967</c:v>
                </c:pt>
                <c:pt idx="111">
                  <c:v>1.4532474579300421</c:v>
                </c:pt>
                <c:pt idx="112">
                  <c:v>1.4356865424158987</c:v>
                </c:pt>
                <c:pt idx="113">
                  <c:v>1.427452489594901</c:v>
                </c:pt>
                <c:pt idx="114">
                  <c:v>1.4225752013426707</c:v>
                </c:pt>
                <c:pt idx="115">
                  <c:v>1.4172913300412802</c:v>
                </c:pt>
                <c:pt idx="116">
                  <c:v>1.4160290033534615</c:v>
                </c:pt>
                <c:pt idx="117">
                  <c:v>1.4162634370015408</c:v>
                </c:pt>
                <c:pt idx="118">
                  <c:v>1.4234236792571542</c:v>
                </c:pt>
                <c:pt idx="119">
                  <c:v>1.4284437141973672</c:v>
                </c:pt>
                <c:pt idx="120">
                  <c:v>1.4255490602640608</c:v>
                </c:pt>
                <c:pt idx="121">
                  <c:v>1.431159598259903</c:v>
                </c:pt>
                <c:pt idx="122">
                  <c:v>1.4385149969412818</c:v>
                </c:pt>
                <c:pt idx="123">
                  <c:v>1.4451158709924299</c:v>
                </c:pt>
                <c:pt idx="124">
                  <c:v>1.4515009655968922</c:v>
                </c:pt>
                <c:pt idx="125">
                  <c:v>1.4570995055615856</c:v>
                </c:pt>
                <c:pt idx="126">
                  <c:v>1.4498988833331652</c:v>
                </c:pt>
                <c:pt idx="127">
                  <c:v>1.4401556913391953</c:v>
                </c:pt>
                <c:pt idx="128">
                  <c:v>1.445079567494169</c:v>
                </c:pt>
                <c:pt idx="129">
                  <c:v>1.4448071537439608</c:v>
                </c:pt>
                <c:pt idx="130">
                  <c:v>1.4326248680613245</c:v>
                </c:pt>
                <c:pt idx="131">
                  <c:v>1.4326045028777501</c:v>
                </c:pt>
                <c:pt idx="132">
                  <c:v>1.4324038022879326</c:v>
                </c:pt>
                <c:pt idx="133">
                  <c:v>1.4269113670188047</c:v>
                </c:pt>
                <c:pt idx="134">
                  <c:v>1.4114766866804156</c:v>
                </c:pt>
                <c:pt idx="135">
                  <c:v>1.3985536114951727</c:v>
                </c:pt>
                <c:pt idx="136">
                  <c:v>1.4095830624410437</c:v>
                </c:pt>
                <c:pt idx="137">
                  <c:v>1.4070508577367873</c:v>
                </c:pt>
                <c:pt idx="138">
                  <c:v>1.4111772119091044</c:v>
                </c:pt>
                <c:pt idx="139">
                  <c:v>1.404487598838178</c:v>
                </c:pt>
                <c:pt idx="140">
                  <c:v>1.3983910781048396</c:v>
                </c:pt>
                <c:pt idx="141">
                  <c:v>1.3928121208865449</c:v>
                </c:pt>
                <c:pt idx="142">
                  <c:v>1.4012512429875645</c:v>
                </c:pt>
                <c:pt idx="143">
                  <c:v>1.4127693958632459</c:v>
                </c:pt>
                <c:pt idx="144">
                  <c:v>1.4127778635061241</c:v>
                </c:pt>
                <c:pt idx="145">
                  <c:v>1.4158868847308077</c:v>
                </c:pt>
                <c:pt idx="146">
                  <c:v>1.4231806563198592</c:v>
                </c:pt>
                <c:pt idx="147">
                  <c:v>1.4147392903728113</c:v>
                </c:pt>
                <c:pt idx="148">
                  <c:v>1.4004554230206294</c:v>
                </c:pt>
                <c:pt idx="149">
                  <c:v>1.4181483879892793</c:v>
                </c:pt>
                <c:pt idx="150">
                  <c:v>1.4174372501119779</c:v>
                </c:pt>
                <c:pt idx="151">
                  <c:v>1.4203861450893425</c:v>
                </c:pt>
                <c:pt idx="152">
                  <c:v>1.4160838248621079</c:v>
                </c:pt>
                <c:pt idx="153">
                  <c:v>1.4127688986999538</c:v>
                </c:pt>
                <c:pt idx="154">
                  <c:v>1.4080057358681015</c:v>
                </c:pt>
                <c:pt idx="155">
                  <c:v>1.418782317465122</c:v>
                </c:pt>
                <c:pt idx="156">
                  <c:v>1.4257808785158859</c:v>
                </c:pt>
                <c:pt idx="157">
                  <c:v>1.4398041942472408</c:v>
                </c:pt>
                <c:pt idx="158">
                  <c:v>1.4369259757919133</c:v>
                </c:pt>
                <c:pt idx="159">
                  <c:v>1.4318376866784692</c:v>
                </c:pt>
                <c:pt idx="160">
                  <c:v>1.4336868828987082</c:v>
                </c:pt>
                <c:pt idx="161">
                  <c:v>1.420285216974331</c:v>
                </c:pt>
                <c:pt idx="162">
                  <c:v>1.4225367743224764</c:v>
                </c:pt>
                <c:pt idx="163">
                  <c:v>1.4308834134732351</c:v>
                </c:pt>
                <c:pt idx="164">
                  <c:v>1.4315083265754383</c:v>
                </c:pt>
                <c:pt idx="165">
                  <c:v>1.4364334773724694</c:v>
                </c:pt>
                <c:pt idx="166">
                  <c:v>1.43526462531701</c:v>
                </c:pt>
                <c:pt idx="167">
                  <c:v>1.4399230559413212</c:v>
                </c:pt>
                <c:pt idx="168">
                  <c:v>1.4348815742229251</c:v>
                </c:pt>
                <c:pt idx="169">
                  <c:v>1.429165169535221</c:v>
                </c:pt>
                <c:pt idx="170">
                  <c:v>1.4272096914388819</c:v>
                </c:pt>
                <c:pt idx="171">
                  <c:v>1.4298435858700014</c:v>
                </c:pt>
                <c:pt idx="172">
                  <c:v>1.4396502481627593</c:v>
                </c:pt>
                <c:pt idx="173">
                  <c:v>1.4432846652077003</c:v>
                </c:pt>
                <c:pt idx="174">
                  <c:v>1.448792382959087</c:v>
                </c:pt>
                <c:pt idx="175">
                  <c:v>1.4481724414898038</c:v>
                </c:pt>
                <c:pt idx="176">
                  <c:v>1.4503247301376492</c:v>
                </c:pt>
                <c:pt idx="177">
                  <c:v>1.4512896235970367</c:v>
                </c:pt>
                <c:pt idx="178">
                  <c:v>1.4529908211808991</c:v>
                </c:pt>
                <c:pt idx="179">
                  <c:v>1.452561742815017</c:v>
                </c:pt>
                <c:pt idx="180">
                  <c:v>1.445991497196041</c:v>
                </c:pt>
                <c:pt idx="181">
                  <c:v>1.4517054002003713</c:v>
                </c:pt>
                <c:pt idx="182">
                  <c:v>1.4612283567894266</c:v>
                </c:pt>
                <c:pt idx="183">
                  <c:v>1.4629841894457012</c:v>
                </c:pt>
                <c:pt idx="184">
                  <c:v>1.4693743826183925</c:v>
                </c:pt>
                <c:pt idx="185">
                  <c:v>1.4748911709553731</c:v>
                </c:pt>
                <c:pt idx="186">
                  <c:v>1.4758225058925483</c:v>
                </c:pt>
                <c:pt idx="187">
                  <c:v>1.4839728951227473</c:v>
                </c:pt>
                <c:pt idx="188">
                  <c:v>1.4979640803541119</c:v>
                </c:pt>
                <c:pt idx="189">
                  <c:v>1.4976845476486793</c:v>
                </c:pt>
                <c:pt idx="190">
                  <c:v>1.4856595163020052</c:v>
                </c:pt>
                <c:pt idx="191">
                  <c:v>1.4705440967761561</c:v>
                </c:pt>
                <c:pt idx="192">
                  <c:v>1.4753644862763042</c:v>
                </c:pt>
                <c:pt idx="193">
                  <c:v>1.47949380293361</c:v>
                </c:pt>
                <c:pt idx="194">
                  <c:v>1.4671862347458664</c:v>
                </c:pt>
                <c:pt idx="195">
                  <c:v>1.4732989737788038</c:v>
                </c:pt>
                <c:pt idx="196">
                  <c:v>1.4850922000960811</c:v>
                </c:pt>
                <c:pt idx="197">
                  <c:v>1.4823207686136028</c:v>
                </c:pt>
                <c:pt idx="198">
                  <c:v>1.4708174308073514</c:v>
                </c:pt>
                <c:pt idx="199">
                  <c:v>1.4643913836989504</c:v>
                </c:pt>
                <c:pt idx="200">
                  <c:v>1.4598543032296656</c:v>
                </c:pt>
                <c:pt idx="201">
                  <c:v>1.4514506780588001</c:v>
                </c:pt>
                <c:pt idx="202">
                  <c:v>1.4497758142625019</c:v>
                </c:pt>
                <c:pt idx="203">
                  <c:v>1.4523699858754848</c:v>
                </c:pt>
                <c:pt idx="204">
                  <c:v>1.4571126539439685</c:v>
                </c:pt>
                <c:pt idx="205">
                  <c:v>1.4610431793300571</c:v>
                </c:pt>
                <c:pt idx="206">
                  <c:v>1.4613314441269272</c:v>
                </c:pt>
                <c:pt idx="207">
                  <c:v>1.4666977823893843</c:v>
                </c:pt>
                <c:pt idx="208">
                  <c:v>1.4673606544378317</c:v>
                </c:pt>
                <c:pt idx="209">
                  <c:v>1.46774742632315</c:v>
                </c:pt>
                <c:pt idx="210">
                  <c:v>1.476048244471988</c:v>
                </c:pt>
                <c:pt idx="211">
                  <c:v>1.4722118469062011</c:v>
                </c:pt>
                <c:pt idx="212">
                  <c:v>1.470948666049535</c:v>
                </c:pt>
                <c:pt idx="213">
                  <c:v>1.4752707339729572</c:v>
                </c:pt>
                <c:pt idx="214">
                  <c:v>1.4755941968731092</c:v>
                </c:pt>
                <c:pt idx="215">
                  <c:v>1.4791649188379865</c:v>
                </c:pt>
                <c:pt idx="216">
                  <c:v>1.4802252676494447</c:v>
                </c:pt>
                <c:pt idx="217">
                  <c:v>1.4885929807059173</c:v>
                </c:pt>
                <c:pt idx="218">
                  <c:v>1.4974951813241257</c:v>
                </c:pt>
                <c:pt idx="219">
                  <c:v>1.4860667459278938</c:v>
                </c:pt>
                <c:pt idx="220">
                  <c:v>1.4844634630677063</c:v>
                </c:pt>
                <c:pt idx="221">
                  <c:v>1.4746221633026126</c:v>
                </c:pt>
                <c:pt idx="222">
                  <c:v>1.4644327751874979</c:v>
                </c:pt>
                <c:pt idx="223">
                  <c:v>1.4644723155361283</c:v>
                </c:pt>
                <c:pt idx="224">
                  <c:v>1.4575172761070596</c:v>
                </c:pt>
                <c:pt idx="225">
                  <c:v>1.4531996297635539</c:v>
                </c:pt>
                <c:pt idx="226">
                  <c:v>1.4419705700698555</c:v>
                </c:pt>
                <c:pt idx="227">
                  <c:v>1.4350597755292924</c:v>
                </c:pt>
                <c:pt idx="228">
                  <c:v>1.4326052539116594</c:v>
                </c:pt>
                <c:pt idx="229">
                  <c:v>1.4207724713788381</c:v>
                </c:pt>
                <c:pt idx="230">
                  <c:v>1.4063166116832273</c:v>
                </c:pt>
                <c:pt idx="231">
                  <c:v>1.4175692786998404</c:v>
                </c:pt>
                <c:pt idx="232">
                  <c:v>1.4159591651333585</c:v>
                </c:pt>
                <c:pt idx="233">
                  <c:v>1.4113466454234784</c:v>
                </c:pt>
                <c:pt idx="234">
                  <c:v>1.4117044800251635</c:v>
                </c:pt>
                <c:pt idx="235">
                  <c:v>1.4123700825049885</c:v>
                </c:pt>
                <c:pt idx="236">
                  <c:v>1.4076174420813226</c:v>
                </c:pt>
                <c:pt idx="237">
                  <c:v>1.407640777022221</c:v>
                </c:pt>
                <c:pt idx="238">
                  <c:v>1.4091856564180225</c:v>
                </c:pt>
                <c:pt idx="239">
                  <c:v>1.4118599797449327</c:v>
                </c:pt>
                <c:pt idx="240">
                  <c:v>1.4142769457003752</c:v>
                </c:pt>
                <c:pt idx="241">
                  <c:v>1.4090633780485522</c:v>
                </c:pt>
                <c:pt idx="242">
                  <c:v>1.4075267739093018</c:v>
                </c:pt>
                <c:pt idx="243">
                  <c:v>1.4150280814223151</c:v>
                </c:pt>
                <c:pt idx="244">
                  <c:v>1.419717801600197</c:v>
                </c:pt>
                <c:pt idx="245">
                  <c:v>1.4289257589652502</c:v>
                </c:pt>
                <c:pt idx="246">
                  <c:v>1.4313472192239631</c:v>
                </c:pt>
                <c:pt idx="247">
                  <c:v>1.4276987916943349</c:v>
                </c:pt>
                <c:pt idx="248">
                  <c:v>1.4437401011615172</c:v>
                </c:pt>
                <c:pt idx="249">
                  <c:v>1.4653864771838434</c:v>
                </c:pt>
                <c:pt idx="250">
                  <c:v>1.4833852110887635</c:v>
                </c:pt>
                <c:pt idx="251">
                  <c:v>1.5209377845202043</c:v>
                </c:pt>
                <c:pt idx="252">
                  <c:v>1.569497331100512</c:v>
                </c:pt>
                <c:pt idx="253">
                  <c:v>1.6177904193121744</c:v>
                </c:pt>
                <c:pt idx="254">
                  <c:v>1.6560027284321452</c:v>
                </c:pt>
                <c:pt idx="255">
                  <c:v>1.7105305616641981</c:v>
                </c:pt>
                <c:pt idx="256">
                  <c:v>1.8175028812199452</c:v>
                </c:pt>
                <c:pt idx="257">
                  <c:v>2.0173773337373806</c:v>
                </c:pt>
                <c:pt idx="258">
                  <c:v>2.2114602781761872</c:v>
                </c:pt>
                <c:pt idx="259">
                  <c:v>2.4</c:v>
                </c:pt>
                <c:pt idx="260">
                  <c:v>2.1722165350502634</c:v>
                </c:pt>
                <c:pt idx="261">
                  <c:v>1.8311952237120559</c:v>
                </c:pt>
                <c:pt idx="262">
                  <c:v>1.5487380345489135</c:v>
                </c:pt>
                <c:pt idx="263">
                  <c:v>1.4784323169933455</c:v>
                </c:pt>
                <c:pt idx="264">
                  <c:v>1.467878090356445</c:v>
                </c:pt>
                <c:pt idx="265">
                  <c:v>1.4550734435002053</c:v>
                </c:pt>
                <c:pt idx="266">
                  <c:v>1.4456920991148121</c:v>
                </c:pt>
                <c:pt idx="267">
                  <c:v>1.4428943523561688</c:v>
                </c:pt>
                <c:pt idx="268">
                  <c:v>1.4142854106987677</c:v>
                </c:pt>
                <c:pt idx="269">
                  <c:v>1.4220029227595261</c:v>
                </c:pt>
                <c:pt idx="270">
                  <c:v>1.438831697891765</c:v>
                </c:pt>
                <c:pt idx="271">
                  <c:v>1.4329526308950553</c:v>
                </c:pt>
                <c:pt idx="272">
                  <c:v>1.4406798812740207</c:v>
                </c:pt>
                <c:pt idx="273">
                  <c:v>1.4562058757000373</c:v>
                </c:pt>
                <c:pt idx="274">
                  <c:v>1.4732615648855636</c:v>
                </c:pt>
                <c:pt idx="275">
                  <c:v>1.5012649484308378</c:v>
                </c:pt>
                <c:pt idx="276">
                  <c:v>1.5540591944194493</c:v>
                </c:pt>
                <c:pt idx="277">
                  <c:v>1.7131055501786687</c:v>
                </c:pt>
                <c:pt idx="278">
                  <c:v>2.246968061299258</c:v>
                </c:pt>
                <c:pt idx="279">
                  <c:v>2.3610146971623962</c:v>
                </c:pt>
                <c:pt idx="280">
                  <c:v>2.1345202179597691</c:v>
                </c:pt>
                <c:pt idx="281">
                  <c:v>1.7949334025441039</c:v>
                </c:pt>
                <c:pt idx="282">
                  <c:v>1.5577497750494764</c:v>
                </c:pt>
                <c:pt idx="283">
                  <c:v>1.4519541828272942</c:v>
                </c:pt>
                <c:pt idx="284">
                  <c:v>1.4280297702225504</c:v>
                </c:pt>
                <c:pt idx="285">
                  <c:v>1.4175503653388584</c:v>
                </c:pt>
                <c:pt idx="286">
                  <c:v>1.3984430197686721</c:v>
                </c:pt>
                <c:pt idx="287">
                  <c:v>1.3887592741580952</c:v>
                </c:pt>
                <c:pt idx="288">
                  <c:v>1.3998324378517257</c:v>
                </c:pt>
                <c:pt idx="289">
                  <c:v>1.4182582385986917</c:v>
                </c:pt>
                <c:pt idx="290">
                  <c:v>1.4141437627945501</c:v>
                </c:pt>
                <c:pt idx="291">
                  <c:v>1.404427971968643</c:v>
                </c:pt>
                <c:pt idx="292">
                  <c:v>1.404681720939515</c:v>
                </c:pt>
                <c:pt idx="293">
                  <c:v>1.4472618181638162</c:v>
                </c:pt>
                <c:pt idx="294">
                  <c:v>1.4156735064770432</c:v>
                </c:pt>
                <c:pt idx="295">
                  <c:v>1.4041353761654882</c:v>
                </c:pt>
                <c:pt idx="296">
                  <c:v>1.3738994772211628</c:v>
                </c:pt>
                <c:pt idx="297">
                  <c:v>1.3780746770258008</c:v>
                </c:pt>
                <c:pt idx="298">
                  <c:v>1.3853716153863533</c:v>
                </c:pt>
                <c:pt idx="299">
                  <c:v>1.3851491202684969</c:v>
                </c:pt>
                <c:pt idx="300">
                  <c:v>1.3869387534174158</c:v>
                </c:pt>
                <c:pt idx="301">
                  <c:v>1.3768008349254548</c:v>
                </c:pt>
                <c:pt idx="302">
                  <c:v>1.3871127116466446</c:v>
                </c:pt>
                <c:pt idx="303">
                  <c:v>1.409298577936333</c:v>
                </c:pt>
                <c:pt idx="304">
                  <c:v>1.3953021129894763</c:v>
                </c:pt>
                <c:pt idx="305">
                  <c:v>1.4070686068629858</c:v>
                </c:pt>
                <c:pt idx="306">
                  <c:v>1.4056250211823296</c:v>
                </c:pt>
                <c:pt idx="307">
                  <c:v>1.4038837351801969</c:v>
                </c:pt>
                <c:pt idx="308">
                  <c:v>1.4133161948276738</c:v>
                </c:pt>
                <c:pt idx="309">
                  <c:v>1.4178944142371317</c:v>
                </c:pt>
                <c:pt idx="310">
                  <c:v>1.4103106093514679</c:v>
                </c:pt>
                <c:pt idx="311">
                  <c:v>1.4055014499899636</c:v>
                </c:pt>
                <c:pt idx="312">
                  <c:v>1.394587983868405</c:v>
                </c:pt>
                <c:pt idx="313">
                  <c:v>1.4028502880595848</c:v>
                </c:pt>
                <c:pt idx="314">
                  <c:v>1.399599611245147</c:v>
                </c:pt>
                <c:pt idx="315">
                  <c:v>1.3992458573326572</c:v>
                </c:pt>
                <c:pt idx="316">
                  <c:v>1.4008638844396446</c:v>
                </c:pt>
                <c:pt idx="317">
                  <c:v>1.4001071983039897</c:v>
                </c:pt>
                <c:pt idx="318">
                  <c:v>1.40475721207814</c:v>
                </c:pt>
                <c:pt idx="319">
                  <c:v>1.418496291225309</c:v>
                </c:pt>
                <c:pt idx="320">
                  <c:v>1.4256533957987627</c:v>
                </c:pt>
                <c:pt idx="321">
                  <c:v>1.4349270435082615</c:v>
                </c:pt>
                <c:pt idx="322">
                  <c:v>1.4469418988743628</c:v>
                </c:pt>
                <c:pt idx="323">
                  <c:v>1.4676140490476337</c:v>
                </c:pt>
                <c:pt idx="324">
                  <c:v>1.4807391229345612</c:v>
                </c:pt>
                <c:pt idx="325">
                  <c:v>1.4658915686436951</c:v>
                </c:pt>
                <c:pt idx="326">
                  <c:v>1.4505048830743865</c:v>
                </c:pt>
                <c:pt idx="327">
                  <c:v>1.4402670876504382</c:v>
                </c:pt>
                <c:pt idx="328">
                  <c:v>1.4493443823044392</c:v>
                </c:pt>
                <c:pt idx="329">
                  <c:v>1.457451788065762</c:v>
                </c:pt>
                <c:pt idx="330">
                  <c:v>1.4879458010349962</c:v>
                </c:pt>
                <c:pt idx="331">
                  <c:v>1.5779114707461068</c:v>
                </c:pt>
                <c:pt idx="332">
                  <c:v>1.6716480129589093</c:v>
                </c:pt>
                <c:pt idx="333">
                  <c:v>1.6954185958365375</c:v>
                </c:pt>
                <c:pt idx="334">
                  <c:v>1.658790862485648</c:v>
                </c:pt>
                <c:pt idx="335">
                  <c:v>1.59180608465248</c:v>
                </c:pt>
                <c:pt idx="336">
                  <c:v>1.520786234339673</c:v>
                </c:pt>
                <c:pt idx="337">
                  <c:v>1.4666110379728665</c:v>
                </c:pt>
                <c:pt idx="338">
                  <c:v>1.4436301751842653</c:v>
                </c:pt>
                <c:pt idx="339">
                  <c:v>1.4241503495206034</c:v>
                </c:pt>
                <c:pt idx="340">
                  <c:v>1.415028187201739</c:v>
                </c:pt>
                <c:pt idx="341">
                  <c:v>1.4141087061712476</c:v>
                </c:pt>
                <c:pt idx="342">
                  <c:v>1.4069993861302694</c:v>
                </c:pt>
                <c:pt idx="343">
                  <c:v>1.4003414994901986</c:v>
                </c:pt>
                <c:pt idx="344">
                  <c:v>1.3946343208755776</c:v>
                </c:pt>
                <c:pt idx="345">
                  <c:v>1.4033583839856341</c:v>
                </c:pt>
                <c:pt idx="346">
                  <c:v>1.3993149695175038</c:v>
                </c:pt>
                <c:pt idx="347">
                  <c:v>1.3992094716900623</c:v>
                </c:pt>
                <c:pt idx="348">
                  <c:v>1.4058557188333831</c:v>
                </c:pt>
                <c:pt idx="349">
                  <c:v>1.3984662634748175</c:v>
                </c:pt>
                <c:pt idx="350">
                  <c:v>1.3909550559994155</c:v>
                </c:pt>
                <c:pt idx="351">
                  <c:v>1.4109164233175759</c:v>
                </c:pt>
                <c:pt idx="352">
                  <c:v>1.4104371155922846</c:v>
                </c:pt>
                <c:pt idx="353">
                  <c:v>1.4028742044567535</c:v>
                </c:pt>
                <c:pt idx="354">
                  <c:v>1.4023503437603848</c:v>
                </c:pt>
                <c:pt idx="355">
                  <c:v>1.3956826138077647</c:v>
                </c:pt>
                <c:pt idx="356">
                  <c:v>1.3981669129943293</c:v>
                </c:pt>
                <c:pt idx="357">
                  <c:v>1.401890293179203</c:v>
                </c:pt>
                <c:pt idx="358">
                  <c:v>1.4023975503074775</c:v>
                </c:pt>
                <c:pt idx="359">
                  <c:v>1.4147373929543963</c:v>
                </c:pt>
                <c:pt idx="360">
                  <c:v>1.4056385754932514</c:v>
                </c:pt>
                <c:pt idx="361">
                  <c:v>1.410944970539584</c:v>
                </c:pt>
                <c:pt idx="362">
                  <c:v>1.4076013926982409</c:v>
                </c:pt>
                <c:pt idx="363">
                  <c:v>1.4077573155357055</c:v>
                </c:pt>
                <c:pt idx="364">
                  <c:v>1.4037619817411173</c:v>
                </c:pt>
                <c:pt idx="365">
                  <c:v>1.4067368138332068</c:v>
                </c:pt>
                <c:pt idx="366">
                  <c:v>1.4079515675473973</c:v>
                </c:pt>
                <c:pt idx="367">
                  <c:v>1.4075220812696119</c:v>
                </c:pt>
                <c:pt idx="368">
                  <c:v>1.4046404355609521</c:v>
                </c:pt>
                <c:pt idx="369">
                  <c:v>1.4020175350828565</c:v>
                </c:pt>
                <c:pt idx="370">
                  <c:v>1.4007313472841461</c:v>
                </c:pt>
                <c:pt idx="371">
                  <c:v>1.4030600027091167</c:v>
                </c:pt>
                <c:pt idx="372">
                  <c:v>1.4022610280774661</c:v>
                </c:pt>
                <c:pt idx="373">
                  <c:v>1.4034062733058514</c:v>
                </c:pt>
                <c:pt idx="374">
                  <c:v>1.4094305291729918</c:v>
                </c:pt>
                <c:pt idx="375">
                  <c:v>1.406584842518344</c:v>
                </c:pt>
                <c:pt idx="376">
                  <c:v>1.4011730369539146</c:v>
                </c:pt>
                <c:pt idx="377">
                  <c:v>1.4031143052374651</c:v>
                </c:pt>
                <c:pt idx="378">
                  <c:v>1.4102734259006249</c:v>
                </c:pt>
                <c:pt idx="379">
                  <c:v>1.413203827990217</c:v>
                </c:pt>
                <c:pt idx="380">
                  <c:v>1.4055834974695023</c:v>
                </c:pt>
                <c:pt idx="381">
                  <c:v>1.4010674438010315</c:v>
                </c:pt>
                <c:pt idx="382">
                  <c:v>1.3895397742480924</c:v>
                </c:pt>
                <c:pt idx="383">
                  <c:v>1.3938673380737041</c:v>
                </c:pt>
                <c:pt idx="384">
                  <c:v>1.4069425177897719</c:v>
                </c:pt>
                <c:pt idx="385">
                  <c:v>1.4114647719505631</c:v>
                </c:pt>
                <c:pt idx="386">
                  <c:v>1.4067566679699395</c:v>
                </c:pt>
                <c:pt idx="387">
                  <c:v>1.4018526401668865</c:v>
                </c:pt>
                <c:pt idx="388">
                  <c:v>1.4018995825959801</c:v>
                </c:pt>
                <c:pt idx="389">
                  <c:v>1.3984460156402916</c:v>
                </c:pt>
                <c:pt idx="390">
                  <c:v>1.3985491310754516</c:v>
                </c:pt>
                <c:pt idx="391">
                  <c:v>1.3981409400137685</c:v>
                </c:pt>
                <c:pt idx="392">
                  <c:v>1.4127559103089495</c:v>
                </c:pt>
                <c:pt idx="393">
                  <c:v>1.4157653071500205</c:v>
                </c:pt>
                <c:pt idx="394">
                  <c:v>1.411740681710729</c:v>
                </c:pt>
                <c:pt idx="395">
                  <c:v>1.4046025695022646</c:v>
                </c:pt>
                <c:pt idx="396">
                  <c:v>1.4060548294262363</c:v>
                </c:pt>
                <c:pt idx="397">
                  <c:v>1.4086433001893959</c:v>
                </c:pt>
                <c:pt idx="398">
                  <c:v>1.4029411691126958</c:v>
                </c:pt>
                <c:pt idx="399">
                  <c:v>1.4021280053282998</c:v>
                </c:pt>
                <c:pt idx="400">
                  <c:v>1.4112769010826143</c:v>
                </c:pt>
                <c:pt idx="401">
                  <c:v>1.4053126456185991</c:v>
                </c:pt>
                <c:pt idx="402">
                  <c:v>1.4099621487900991</c:v>
                </c:pt>
                <c:pt idx="403">
                  <c:v>1.4243681969550248</c:v>
                </c:pt>
                <c:pt idx="404">
                  <c:v>1.4111939713365687</c:v>
                </c:pt>
                <c:pt idx="405">
                  <c:v>1.4025027882728889</c:v>
                </c:pt>
                <c:pt idx="406">
                  <c:v>1.4063350728371724</c:v>
                </c:pt>
                <c:pt idx="407">
                  <c:v>1.3983691039170607</c:v>
                </c:pt>
                <c:pt idx="408">
                  <c:v>1.3962264899544876</c:v>
                </c:pt>
                <c:pt idx="409">
                  <c:v>1.4022018120948805</c:v>
                </c:pt>
                <c:pt idx="410">
                  <c:v>1.4035075825573495</c:v>
                </c:pt>
                <c:pt idx="411">
                  <c:v>1.4143336090932392</c:v>
                </c:pt>
                <c:pt idx="412">
                  <c:v>1.41225252586455</c:v>
                </c:pt>
                <c:pt idx="413">
                  <c:v>1.4160748098107114</c:v>
                </c:pt>
                <c:pt idx="414">
                  <c:v>1.4124587825186046</c:v>
                </c:pt>
                <c:pt idx="415">
                  <c:v>1.3960565748131744</c:v>
                </c:pt>
                <c:pt idx="416">
                  <c:v>1.3943036781970328</c:v>
                </c:pt>
                <c:pt idx="417">
                  <c:v>1.4021282653142901</c:v>
                </c:pt>
                <c:pt idx="418">
                  <c:v>1.4029835235245609</c:v>
                </c:pt>
                <c:pt idx="419">
                  <c:v>1.3995724506013132</c:v>
                </c:pt>
                <c:pt idx="420">
                  <c:v>1.409000217154579</c:v>
                </c:pt>
                <c:pt idx="421">
                  <c:v>1.4163798922137287</c:v>
                </c:pt>
                <c:pt idx="422">
                  <c:v>1.4092714461752402</c:v>
                </c:pt>
                <c:pt idx="423">
                  <c:v>1.4002721046139739</c:v>
                </c:pt>
                <c:pt idx="424">
                  <c:v>1.4019578564805721</c:v>
                </c:pt>
                <c:pt idx="425">
                  <c:v>1.3954522209336759</c:v>
                </c:pt>
                <c:pt idx="426">
                  <c:v>1.3966426840559858</c:v>
                </c:pt>
                <c:pt idx="427">
                  <c:v>1.3915504586257323</c:v>
                </c:pt>
                <c:pt idx="428">
                  <c:v>1.3678816408428065</c:v>
                </c:pt>
                <c:pt idx="429">
                  <c:v>1.3627524283147654</c:v>
                </c:pt>
                <c:pt idx="430">
                  <c:v>1.3873024230765683</c:v>
                </c:pt>
                <c:pt idx="431">
                  <c:v>1.3989725087567908</c:v>
                </c:pt>
                <c:pt idx="432">
                  <c:v>1.3992993209805902</c:v>
                </c:pt>
                <c:pt idx="433">
                  <c:v>1.3929923637357924</c:v>
                </c:pt>
                <c:pt idx="434">
                  <c:v>1.3804380194245718</c:v>
                </c:pt>
                <c:pt idx="435">
                  <c:v>1.3432448011740332</c:v>
                </c:pt>
                <c:pt idx="436">
                  <c:v>1.3739870546506432</c:v>
                </c:pt>
                <c:pt idx="437">
                  <c:v>1.4487136407559824</c:v>
                </c:pt>
                <c:pt idx="438">
                  <c:v>1.460989062576822</c:v>
                </c:pt>
                <c:pt idx="439">
                  <c:v>1.4906269550682008</c:v>
                </c:pt>
                <c:pt idx="440">
                  <c:v>1.436064904837022</c:v>
                </c:pt>
                <c:pt idx="441">
                  <c:v>1.4376949287355556</c:v>
                </c:pt>
                <c:pt idx="442">
                  <c:v>1.3679534994499047</c:v>
                </c:pt>
                <c:pt idx="443">
                  <c:v>1.3178931967159637</c:v>
                </c:pt>
                <c:pt idx="444">
                  <c:v>1.3398651908942028</c:v>
                </c:pt>
                <c:pt idx="445">
                  <c:v>1.3679080328090538</c:v>
                </c:pt>
                <c:pt idx="446">
                  <c:v>1.3535894576164276</c:v>
                </c:pt>
                <c:pt idx="447">
                  <c:v>1.3566819270057662</c:v>
                </c:pt>
                <c:pt idx="448">
                  <c:v>1.3398209698060675</c:v>
                </c:pt>
                <c:pt idx="449">
                  <c:v>1.3687545881825089</c:v>
                </c:pt>
                <c:pt idx="450">
                  <c:v>1.3827972232033852</c:v>
                </c:pt>
                <c:pt idx="451">
                  <c:v>1.3867073437386155</c:v>
                </c:pt>
                <c:pt idx="452">
                  <c:v>1.3926641639008168</c:v>
                </c:pt>
                <c:pt idx="453">
                  <c:v>1.3853410252992224</c:v>
                </c:pt>
                <c:pt idx="454">
                  <c:v>1.3672041765228409</c:v>
                </c:pt>
                <c:pt idx="455">
                  <c:v>1.3758626163922734</c:v>
                </c:pt>
                <c:pt idx="456">
                  <c:v>1.4079484662269146</c:v>
                </c:pt>
                <c:pt idx="457">
                  <c:v>1.3902086578734205</c:v>
                </c:pt>
                <c:pt idx="458">
                  <c:v>1.4117064554559038</c:v>
                </c:pt>
                <c:pt idx="459">
                  <c:v>1.4051387158175905</c:v>
                </c:pt>
                <c:pt idx="460">
                  <c:v>1.4015473995905743</c:v>
                </c:pt>
                <c:pt idx="461">
                  <c:v>1.3974986809041399</c:v>
                </c:pt>
                <c:pt idx="462">
                  <c:v>1.3936104494373085</c:v>
                </c:pt>
                <c:pt idx="463">
                  <c:v>1.3942158468969352</c:v>
                </c:pt>
                <c:pt idx="464">
                  <c:v>1.3880949410313561</c:v>
                </c:pt>
                <c:pt idx="465">
                  <c:v>1.4029804694742585</c:v>
                </c:pt>
                <c:pt idx="466">
                  <c:v>1.3909145629748492</c:v>
                </c:pt>
                <c:pt idx="467">
                  <c:v>1.388501932653541</c:v>
                </c:pt>
                <c:pt idx="468">
                  <c:v>1.3929037549569294</c:v>
                </c:pt>
                <c:pt idx="469">
                  <c:v>1.4027354673047754</c:v>
                </c:pt>
                <c:pt idx="470">
                  <c:v>1.3923842748509503</c:v>
                </c:pt>
                <c:pt idx="471">
                  <c:v>1.4021062833583346</c:v>
                </c:pt>
                <c:pt idx="472">
                  <c:v>1.3973177977588174</c:v>
                </c:pt>
                <c:pt idx="473">
                  <c:v>1.3959471050096881</c:v>
                </c:pt>
                <c:pt idx="474">
                  <c:v>1.3894317761008401</c:v>
                </c:pt>
                <c:pt idx="475">
                  <c:v>1.3888454552991809</c:v>
                </c:pt>
                <c:pt idx="476">
                  <c:v>1.3911264768447149</c:v>
                </c:pt>
                <c:pt idx="477">
                  <c:v>1.3959232573691447</c:v>
                </c:pt>
                <c:pt idx="478">
                  <c:v>1.3814689906455446</c:v>
                </c:pt>
                <c:pt idx="479">
                  <c:v>1.3906774385626759</c:v>
                </c:pt>
                <c:pt idx="480">
                  <c:v>1.4093411025869584</c:v>
                </c:pt>
                <c:pt idx="481">
                  <c:v>1.3997388575019227</c:v>
                </c:pt>
                <c:pt idx="482">
                  <c:v>1.4005655220050872</c:v>
                </c:pt>
                <c:pt idx="483">
                  <c:v>1.4019563127621055</c:v>
                </c:pt>
                <c:pt idx="484">
                  <c:v>1.3986908801312434</c:v>
                </c:pt>
                <c:pt idx="485">
                  <c:v>1.3929480157123486</c:v>
                </c:pt>
                <c:pt idx="486">
                  <c:v>1.3859872304772014</c:v>
                </c:pt>
                <c:pt idx="487">
                  <c:v>1.3812135571373481</c:v>
                </c:pt>
                <c:pt idx="488">
                  <c:v>1.3850179789055519</c:v>
                </c:pt>
                <c:pt idx="489">
                  <c:v>1.38912604976558</c:v>
                </c:pt>
                <c:pt idx="490">
                  <c:v>1.3915143931311749</c:v>
                </c:pt>
                <c:pt idx="491">
                  <c:v>1.3928738921033375</c:v>
                </c:pt>
                <c:pt idx="492">
                  <c:v>1.3966843413153358</c:v>
                </c:pt>
                <c:pt idx="493">
                  <c:v>1.402600993724699</c:v>
                </c:pt>
                <c:pt idx="494">
                  <c:v>1.4058724220655285</c:v>
                </c:pt>
                <c:pt idx="495">
                  <c:v>1.3949968514225597</c:v>
                </c:pt>
                <c:pt idx="496">
                  <c:v>1.3883687523922017</c:v>
                </c:pt>
                <c:pt idx="497">
                  <c:v>1.3816533681480214</c:v>
                </c:pt>
                <c:pt idx="498">
                  <c:v>1.3850546751099237</c:v>
                </c:pt>
                <c:pt idx="499">
                  <c:v>1.3876629471201043</c:v>
                </c:pt>
                <c:pt idx="500">
                  <c:v>1.3851842932491656</c:v>
                </c:pt>
                <c:pt idx="501">
                  <c:v>1.3863912853981322</c:v>
                </c:pt>
                <c:pt idx="502">
                  <c:v>1.3854723173978465</c:v>
                </c:pt>
                <c:pt idx="503">
                  <c:v>1.3847892348682322</c:v>
                </c:pt>
                <c:pt idx="504">
                  <c:v>1.3903823053755919</c:v>
                </c:pt>
                <c:pt idx="505">
                  <c:v>1.4004049814412511</c:v>
                </c:pt>
                <c:pt idx="506">
                  <c:v>1.3998398938962233</c:v>
                </c:pt>
                <c:pt idx="507">
                  <c:v>1.3908602637521077</c:v>
                </c:pt>
                <c:pt idx="508">
                  <c:v>1.411019456443122</c:v>
                </c:pt>
                <c:pt idx="509">
                  <c:v>1.4352722493689831</c:v>
                </c:pt>
                <c:pt idx="510">
                  <c:v>1.4412049967788048</c:v>
                </c:pt>
                <c:pt idx="511">
                  <c:v>1.4575222318730665</c:v>
                </c:pt>
                <c:pt idx="512">
                  <c:v>1.4720213487418126</c:v>
                </c:pt>
                <c:pt idx="513">
                  <c:v>1.4965309701420224</c:v>
                </c:pt>
                <c:pt idx="514">
                  <c:v>1.5110604827282084</c:v>
                </c:pt>
                <c:pt idx="515">
                  <c:v>1.5011167831918688</c:v>
                </c:pt>
                <c:pt idx="516">
                  <c:v>1.5065162515698718</c:v>
                </c:pt>
                <c:pt idx="517">
                  <c:v>1.5020949466799767</c:v>
                </c:pt>
                <c:pt idx="518">
                  <c:v>1.4859522238346763</c:v>
                </c:pt>
                <c:pt idx="519">
                  <c:v>1.4588638693283926</c:v>
                </c:pt>
                <c:pt idx="520">
                  <c:v>1.4441516650992974</c:v>
                </c:pt>
                <c:pt idx="521">
                  <c:v>1.4372655912100851</c:v>
                </c:pt>
                <c:pt idx="522">
                  <c:v>1.4336631724408548</c:v>
                </c:pt>
                <c:pt idx="523">
                  <c:v>1.4112772303210708</c:v>
                </c:pt>
                <c:pt idx="524">
                  <c:v>1.406901891218683</c:v>
                </c:pt>
                <c:pt idx="525">
                  <c:v>1.4157255393756287</c:v>
                </c:pt>
                <c:pt idx="526">
                  <c:v>1.4064942768201401</c:v>
                </c:pt>
                <c:pt idx="527">
                  <c:v>1.4219806350349236</c:v>
                </c:pt>
                <c:pt idx="528">
                  <c:v>1.4396003969647904</c:v>
                </c:pt>
                <c:pt idx="529">
                  <c:v>1.434561895581661</c:v>
                </c:pt>
                <c:pt idx="530">
                  <c:v>1.4098342244438815</c:v>
                </c:pt>
                <c:pt idx="531">
                  <c:v>1.4275165390360345</c:v>
                </c:pt>
                <c:pt idx="532">
                  <c:v>1.445161387878507</c:v>
                </c:pt>
                <c:pt idx="533">
                  <c:v>1.4605635225326672</c:v>
                </c:pt>
                <c:pt idx="534">
                  <c:v>1.4534356130801924</c:v>
                </c:pt>
                <c:pt idx="535">
                  <c:v>1.454231888849012</c:v>
                </c:pt>
                <c:pt idx="536">
                  <c:v>1.4578008019857418</c:v>
                </c:pt>
                <c:pt idx="537">
                  <c:v>1.4627536061686495</c:v>
                </c:pt>
                <c:pt idx="538">
                  <c:v>1.4465099009963827</c:v>
                </c:pt>
                <c:pt idx="539">
                  <c:v>1.4725294284703878</c:v>
                </c:pt>
                <c:pt idx="540">
                  <c:v>1.4947018535009136</c:v>
                </c:pt>
                <c:pt idx="541">
                  <c:v>1.5096195871505245</c:v>
                </c:pt>
                <c:pt idx="542">
                  <c:v>1.5490258286273475</c:v>
                </c:pt>
                <c:pt idx="543">
                  <c:v>1.5774272231217228</c:v>
                </c:pt>
                <c:pt idx="544">
                  <c:v>1.6208397439190152</c:v>
                </c:pt>
                <c:pt idx="545">
                  <c:v>1.6483467733848463</c:v>
                </c:pt>
                <c:pt idx="546">
                  <c:v>1.6783064680394228</c:v>
                </c:pt>
                <c:pt idx="547">
                  <c:v>1.6989122998029189</c:v>
                </c:pt>
                <c:pt idx="548">
                  <c:v>1.7126885888457872</c:v>
                </c:pt>
                <c:pt idx="549">
                  <c:v>1.7666673634004699</c:v>
                </c:pt>
                <c:pt idx="550">
                  <c:v>1.7998074222121374</c:v>
                </c:pt>
                <c:pt idx="551">
                  <c:v>1.7846010376707597</c:v>
                </c:pt>
                <c:pt idx="552">
                  <c:v>1.7679618496776208</c:v>
                </c:pt>
                <c:pt idx="553">
                  <c:v>1.7494304158832272</c:v>
                </c:pt>
                <c:pt idx="554">
                  <c:v>1.7214744585426305</c:v>
                </c:pt>
                <c:pt idx="555">
                  <c:v>1.6788207252863501</c:v>
                </c:pt>
                <c:pt idx="556">
                  <c:v>1.6502854986649358</c:v>
                </c:pt>
                <c:pt idx="557">
                  <c:v>1.5933294352910443</c:v>
                </c:pt>
                <c:pt idx="558">
                  <c:v>1.531357565509408</c:v>
                </c:pt>
                <c:pt idx="559">
                  <c:v>1.5061685122919495</c:v>
                </c:pt>
                <c:pt idx="560">
                  <c:v>1.4745573258047717</c:v>
                </c:pt>
                <c:pt idx="561">
                  <c:v>1.4165770082033211</c:v>
                </c:pt>
                <c:pt idx="562">
                  <c:v>1.4019453619472526</c:v>
                </c:pt>
                <c:pt idx="563">
                  <c:v>1.3728190646974883</c:v>
                </c:pt>
                <c:pt idx="564">
                  <c:v>1.3750434790454771</c:v>
                </c:pt>
                <c:pt idx="565">
                  <c:v>1.3775705336140354</c:v>
                </c:pt>
                <c:pt idx="566">
                  <c:v>1.3858473239667486</c:v>
                </c:pt>
                <c:pt idx="567">
                  <c:v>1.3360125244530296</c:v>
                </c:pt>
                <c:pt idx="568">
                  <c:v>1.3471514204103345</c:v>
                </c:pt>
                <c:pt idx="569">
                  <c:v>1.3857585657744496</c:v>
                </c:pt>
                <c:pt idx="570">
                  <c:v>1.3957740525167759</c:v>
                </c:pt>
                <c:pt idx="571">
                  <c:v>1.3456860157401476</c:v>
                </c:pt>
                <c:pt idx="572">
                  <c:v>1.3316147449069959</c:v>
                </c:pt>
                <c:pt idx="573">
                  <c:v>1.4312060592273377</c:v>
                </c:pt>
                <c:pt idx="574">
                  <c:v>1.4250728915431718</c:v>
                </c:pt>
                <c:pt idx="575">
                  <c:v>1.2991141544462521</c:v>
                </c:pt>
                <c:pt idx="576">
                  <c:v>1.3237832013050983</c:v>
                </c:pt>
                <c:pt idx="577">
                  <c:v>1.3282839095194967</c:v>
                </c:pt>
                <c:pt idx="578">
                  <c:v>1.3862293648673361</c:v>
                </c:pt>
                <c:pt idx="579">
                  <c:v>1.2980034281841917</c:v>
                </c:pt>
                <c:pt idx="580">
                  <c:v>1.4297856266791953</c:v>
                </c:pt>
                <c:pt idx="581">
                  <c:v>1.4123692508142687</c:v>
                </c:pt>
                <c:pt idx="582">
                  <c:v>1.637593533339939</c:v>
                </c:pt>
                <c:pt idx="583">
                  <c:v>1.6544491883460175</c:v>
                </c:pt>
                <c:pt idx="584">
                  <c:v>0.76953292799222495</c:v>
                </c:pt>
                <c:pt idx="585">
                  <c:v>1.3013797804577676</c:v>
                </c:pt>
                <c:pt idx="586">
                  <c:v>2.1033796441292441</c:v>
                </c:pt>
                <c:pt idx="587">
                  <c:v>1.2154185653720651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7-37F8-4EA4-8385-84A4706AD5FD}"/>
            </c:ext>
          </c:extLst>
        </c:ser>
        <c:ser>
          <c:idx val="24"/>
          <c:order val="24"/>
          <c:tx>
            <c:strRef>
              <c:f>'Fully separated 0.5%'!$Z$1</c:f>
              <c:strCache>
                <c:ptCount val="1"/>
                <c:pt idx="0">
                  <c:v>F5/O-PTIR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0.5%'!$A$2:$A$589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0.5%'!$Z$2:$Z$589</c:f>
              <c:numCache>
                <c:formatCode>General</c:formatCode>
                <c:ptCount val="588"/>
                <c:pt idx="0">
                  <c:v>1.2962858734886882</c:v>
                </c:pt>
                <c:pt idx="1">
                  <c:v>1.4051033958777785</c:v>
                </c:pt>
                <c:pt idx="2">
                  <c:v>1.3188272852936054</c:v>
                </c:pt>
                <c:pt idx="3">
                  <c:v>1.2979729368182638</c:v>
                </c:pt>
                <c:pt idx="4">
                  <c:v>1.2269665621899444</c:v>
                </c:pt>
                <c:pt idx="5">
                  <c:v>1.2199205135294393</c:v>
                </c:pt>
                <c:pt idx="6">
                  <c:v>1.2453024241438646</c:v>
                </c:pt>
                <c:pt idx="7">
                  <c:v>1.2665526907233431</c:v>
                </c:pt>
                <c:pt idx="8">
                  <c:v>1.2405902491653427</c:v>
                </c:pt>
                <c:pt idx="9">
                  <c:v>1.2314566956324875</c:v>
                </c:pt>
                <c:pt idx="10">
                  <c:v>1.2361217468615333</c:v>
                </c:pt>
                <c:pt idx="11">
                  <c:v>1.2350913785631594</c:v>
                </c:pt>
                <c:pt idx="12">
                  <c:v>1.2273909534785297</c:v>
                </c:pt>
                <c:pt idx="13">
                  <c:v>1.2674724037144711</c:v>
                </c:pt>
                <c:pt idx="14">
                  <c:v>1.2874050257168514</c:v>
                </c:pt>
                <c:pt idx="15">
                  <c:v>1.2750871782469819</c:v>
                </c:pt>
                <c:pt idx="16">
                  <c:v>1.289088489602876</c:v>
                </c:pt>
                <c:pt idx="17">
                  <c:v>1.2685555741948191</c:v>
                </c:pt>
                <c:pt idx="18">
                  <c:v>1.2601422679373921</c:v>
                </c:pt>
                <c:pt idx="19">
                  <c:v>1.2629463861641914</c:v>
                </c:pt>
                <c:pt idx="20">
                  <c:v>1.2573730718980711</c:v>
                </c:pt>
                <c:pt idx="21">
                  <c:v>1.2658509026632132</c:v>
                </c:pt>
                <c:pt idx="22">
                  <c:v>1.2667453436991425</c:v>
                </c:pt>
                <c:pt idx="23">
                  <c:v>1.2689807774268491</c:v>
                </c:pt>
                <c:pt idx="24">
                  <c:v>1.2716093021095438</c:v>
                </c:pt>
                <c:pt idx="25">
                  <c:v>1.2667442473169113</c:v>
                </c:pt>
                <c:pt idx="26">
                  <c:v>1.2619904580820109</c:v>
                </c:pt>
                <c:pt idx="27">
                  <c:v>1.2608079719206995</c:v>
                </c:pt>
                <c:pt idx="28">
                  <c:v>1.2555856930421017</c:v>
                </c:pt>
                <c:pt idx="29">
                  <c:v>1.2518202854929681</c:v>
                </c:pt>
                <c:pt idx="30">
                  <c:v>1.2511281235309166</c:v>
                </c:pt>
                <c:pt idx="31">
                  <c:v>1.2586563528220354</c:v>
                </c:pt>
                <c:pt idx="32">
                  <c:v>1.2763891149075872</c:v>
                </c:pt>
                <c:pt idx="33">
                  <c:v>1.3000223510274438</c:v>
                </c:pt>
                <c:pt idx="34">
                  <c:v>1.3212506072164729</c:v>
                </c:pt>
                <c:pt idx="35">
                  <c:v>1.3251208640738681</c:v>
                </c:pt>
                <c:pt idx="36">
                  <c:v>1.3130162801866432</c:v>
                </c:pt>
                <c:pt idx="37">
                  <c:v>1.3061844053128999</c:v>
                </c:pt>
                <c:pt idx="38">
                  <c:v>1.31612706824578</c:v>
                </c:pt>
                <c:pt idx="39">
                  <c:v>1.3290320249526111</c:v>
                </c:pt>
                <c:pt idx="40">
                  <c:v>1.34099762342947</c:v>
                </c:pt>
                <c:pt idx="41">
                  <c:v>1.3724374940767772</c:v>
                </c:pt>
                <c:pt idx="42">
                  <c:v>1.4060654264648296</c:v>
                </c:pt>
                <c:pt idx="43">
                  <c:v>1.4432837141535411</c:v>
                </c:pt>
                <c:pt idx="44">
                  <c:v>1.4983668952253555</c:v>
                </c:pt>
                <c:pt idx="45">
                  <c:v>1.5624401623539348</c:v>
                </c:pt>
                <c:pt idx="46">
                  <c:v>1.6038659788980474</c:v>
                </c:pt>
                <c:pt idx="47">
                  <c:v>1.6050120637901921</c:v>
                </c:pt>
                <c:pt idx="48">
                  <c:v>1.564720196083341</c:v>
                </c:pt>
                <c:pt idx="49">
                  <c:v>1.4900486225522531</c:v>
                </c:pt>
                <c:pt idx="50">
                  <c:v>1.4064986146693346</c:v>
                </c:pt>
                <c:pt idx="51">
                  <c:v>1.3406214608919487</c:v>
                </c:pt>
                <c:pt idx="52">
                  <c:v>1.3052874474246792</c:v>
                </c:pt>
                <c:pt idx="53">
                  <c:v>1.2836162183368944</c:v>
                </c:pt>
                <c:pt idx="54">
                  <c:v>1.2748005880690882</c:v>
                </c:pt>
                <c:pt idx="55">
                  <c:v>1.2690298663897586</c:v>
                </c:pt>
                <c:pt idx="56">
                  <c:v>1.2680652637865306</c:v>
                </c:pt>
                <c:pt idx="57">
                  <c:v>1.2762383106346813</c:v>
                </c:pt>
                <c:pt idx="58">
                  <c:v>1.2860409400433652</c:v>
                </c:pt>
                <c:pt idx="59">
                  <c:v>1.2890053921043483</c:v>
                </c:pt>
                <c:pt idx="60">
                  <c:v>1.2936370829734343</c:v>
                </c:pt>
                <c:pt idx="61">
                  <c:v>1.3037627520975787</c:v>
                </c:pt>
                <c:pt idx="62">
                  <c:v>1.3247267732734498</c:v>
                </c:pt>
                <c:pt idx="63">
                  <c:v>1.3501563868581523</c:v>
                </c:pt>
                <c:pt idx="64">
                  <c:v>1.3686368264613651</c:v>
                </c:pt>
                <c:pt idx="65">
                  <c:v>1.3947181461933438</c:v>
                </c:pt>
                <c:pt idx="66">
                  <c:v>1.4068538700941231</c:v>
                </c:pt>
                <c:pt idx="67">
                  <c:v>1.4116062802318774</c:v>
                </c:pt>
                <c:pt idx="68">
                  <c:v>1.411753664343862</c:v>
                </c:pt>
                <c:pt idx="69">
                  <c:v>1.3994133927543997</c:v>
                </c:pt>
                <c:pt idx="70">
                  <c:v>1.3817600390825093</c:v>
                </c:pt>
                <c:pt idx="71">
                  <c:v>1.3599739863663556</c:v>
                </c:pt>
                <c:pt idx="72">
                  <c:v>1.3379257810737337</c:v>
                </c:pt>
                <c:pt idx="73">
                  <c:v>1.3167467379663562</c:v>
                </c:pt>
                <c:pt idx="74">
                  <c:v>1.296732025206365</c:v>
                </c:pt>
                <c:pt idx="75">
                  <c:v>1.2796211462923082</c:v>
                </c:pt>
                <c:pt idx="76">
                  <c:v>1.2710472648586959</c:v>
                </c:pt>
                <c:pt idx="77">
                  <c:v>1.2633975440045071</c:v>
                </c:pt>
                <c:pt idx="78">
                  <c:v>1.2638107353003967</c:v>
                </c:pt>
                <c:pt idx="79">
                  <c:v>1.2619779082979832</c:v>
                </c:pt>
                <c:pt idx="80">
                  <c:v>1.255422532058768</c:v>
                </c:pt>
                <c:pt idx="81">
                  <c:v>1.2502321516971553</c:v>
                </c:pt>
                <c:pt idx="82">
                  <c:v>1.2447859522627176</c:v>
                </c:pt>
                <c:pt idx="83">
                  <c:v>1.2410540326400299</c:v>
                </c:pt>
                <c:pt idx="84">
                  <c:v>1.2381725780930306</c:v>
                </c:pt>
                <c:pt idx="85">
                  <c:v>1.240111661082794</c:v>
                </c:pt>
                <c:pt idx="86">
                  <c:v>1.2428426044150305</c:v>
                </c:pt>
                <c:pt idx="87">
                  <c:v>1.2443598043491426</c:v>
                </c:pt>
                <c:pt idx="88">
                  <c:v>1.23983576925101</c:v>
                </c:pt>
                <c:pt idx="89">
                  <c:v>1.2406020128639974</c:v>
                </c:pt>
                <c:pt idx="90">
                  <c:v>1.2379364766616492</c:v>
                </c:pt>
                <c:pt idx="91">
                  <c:v>1.2290006925550045</c:v>
                </c:pt>
                <c:pt idx="92">
                  <c:v>1.2245859371147145</c:v>
                </c:pt>
                <c:pt idx="93">
                  <c:v>1.2208590149953094</c:v>
                </c:pt>
                <c:pt idx="94">
                  <c:v>1.2215750870541282</c:v>
                </c:pt>
                <c:pt idx="95">
                  <c:v>1.223534659979737</c:v>
                </c:pt>
                <c:pt idx="96">
                  <c:v>1.2207036407392358</c:v>
                </c:pt>
                <c:pt idx="97">
                  <c:v>1.220504304313893</c:v>
                </c:pt>
                <c:pt idx="98">
                  <c:v>1.2177473029410846</c:v>
                </c:pt>
                <c:pt idx="99">
                  <c:v>1.2165999716898936</c:v>
                </c:pt>
                <c:pt idx="100">
                  <c:v>1.2113310414025924</c:v>
                </c:pt>
                <c:pt idx="101">
                  <c:v>1.2146245960348638</c:v>
                </c:pt>
                <c:pt idx="102">
                  <c:v>1.2209476650837205</c:v>
                </c:pt>
                <c:pt idx="103">
                  <c:v>1.2201343804670857</c:v>
                </c:pt>
                <c:pt idx="104">
                  <c:v>1.2226846448344921</c:v>
                </c:pt>
                <c:pt idx="105">
                  <c:v>1.2294219963898545</c:v>
                </c:pt>
                <c:pt idx="106">
                  <c:v>1.2385622385438675</c:v>
                </c:pt>
                <c:pt idx="107">
                  <c:v>1.252380564394955</c:v>
                </c:pt>
                <c:pt idx="108">
                  <c:v>1.2785968012007189</c:v>
                </c:pt>
                <c:pt idx="109">
                  <c:v>1.3139793519920391</c:v>
                </c:pt>
                <c:pt idx="110">
                  <c:v>1.3340926495115066</c:v>
                </c:pt>
                <c:pt idx="111">
                  <c:v>1.3204511583919545</c:v>
                </c:pt>
                <c:pt idx="112">
                  <c:v>1.2873228108404977</c:v>
                </c:pt>
                <c:pt idx="113">
                  <c:v>1.2675987634904662</c:v>
                </c:pt>
                <c:pt idx="114">
                  <c:v>1.2584622173168039</c:v>
                </c:pt>
                <c:pt idx="115">
                  <c:v>1.25297075936178</c:v>
                </c:pt>
                <c:pt idx="116">
                  <c:v>1.2482185767750551</c:v>
                </c:pt>
                <c:pt idx="117">
                  <c:v>1.2473825715329414</c:v>
                </c:pt>
                <c:pt idx="118">
                  <c:v>1.2515926068974053</c:v>
                </c:pt>
                <c:pt idx="119">
                  <c:v>1.2528883548595686</c:v>
                </c:pt>
                <c:pt idx="120">
                  <c:v>1.2559621727719663</c:v>
                </c:pt>
                <c:pt idx="121">
                  <c:v>1.2793834864811517</c:v>
                </c:pt>
                <c:pt idx="122">
                  <c:v>1.3000464024816685</c:v>
                </c:pt>
                <c:pt idx="123">
                  <c:v>1.3182565459397668</c:v>
                </c:pt>
                <c:pt idx="124">
                  <c:v>1.3093634379943024</c:v>
                </c:pt>
                <c:pt idx="125">
                  <c:v>1.2893196055980747</c:v>
                </c:pt>
                <c:pt idx="126">
                  <c:v>1.282754020592237</c:v>
                </c:pt>
                <c:pt idx="127">
                  <c:v>1.2795906130814976</c:v>
                </c:pt>
                <c:pt idx="128">
                  <c:v>1.2721951494726165</c:v>
                </c:pt>
                <c:pt idx="129">
                  <c:v>1.2533838265389261</c:v>
                </c:pt>
                <c:pt idx="130">
                  <c:v>1.2504195641038001</c:v>
                </c:pt>
                <c:pt idx="131">
                  <c:v>1.2550448214847005</c:v>
                </c:pt>
                <c:pt idx="132">
                  <c:v>1.2584825934771353</c:v>
                </c:pt>
                <c:pt idx="133">
                  <c:v>1.2473097655468655</c:v>
                </c:pt>
                <c:pt idx="134">
                  <c:v>1.2412537362499876</c:v>
                </c:pt>
                <c:pt idx="135">
                  <c:v>1.2337258517331553</c:v>
                </c:pt>
                <c:pt idx="136">
                  <c:v>1.2305029741057409</c:v>
                </c:pt>
                <c:pt idx="137">
                  <c:v>1.2159102989981907</c:v>
                </c:pt>
                <c:pt idx="138">
                  <c:v>1.2053706705934342</c:v>
                </c:pt>
                <c:pt idx="139">
                  <c:v>1.2158442850655584</c:v>
                </c:pt>
                <c:pt idx="140">
                  <c:v>1.2253893267093274</c:v>
                </c:pt>
                <c:pt idx="141">
                  <c:v>1.2341240384520968</c:v>
                </c:pt>
                <c:pt idx="142">
                  <c:v>1.2266614834909382</c:v>
                </c:pt>
                <c:pt idx="143">
                  <c:v>1.2251069893222575</c:v>
                </c:pt>
                <c:pt idx="144">
                  <c:v>1.2200339184116198</c:v>
                </c:pt>
                <c:pt idx="145">
                  <c:v>1.2238936113848771</c:v>
                </c:pt>
                <c:pt idx="146">
                  <c:v>1.2233868190418231</c:v>
                </c:pt>
                <c:pt idx="147">
                  <c:v>1.222036019245466</c:v>
                </c:pt>
                <c:pt idx="148">
                  <c:v>1.2137950872022432</c:v>
                </c:pt>
                <c:pt idx="149">
                  <c:v>1.2164730016634118</c:v>
                </c:pt>
                <c:pt idx="150">
                  <c:v>1.2158836582890744</c:v>
                </c:pt>
                <c:pt idx="151">
                  <c:v>1.2095915146317793</c:v>
                </c:pt>
                <c:pt idx="152">
                  <c:v>1.2140918240873879</c:v>
                </c:pt>
                <c:pt idx="153">
                  <c:v>1.2188058392986638</c:v>
                </c:pt>
                <c:pt idx="154">
                  <c:v>1.2204071607109344</c:v>
                </c:pt>
                <c:pt idx="155">
                  <c:v>1.2216209023851869</c:v>
                </c:pt>
                <c:pt idx="156">
                  <c:v>1.221513391419434</c:v>
                </c:pt>
                <c:pt idx="157">
                  <c:v>1.2272914309329943</c:v>
                </c:pt>
                <c:pt idx="158">
                  <c:v>1.2216720031060577</c:v>
                </c:pt>
                <c:pt idx="159">
                  <c:v>1.2187814396224097</c:v>
                </c:pt>
                <c:pt idx="160">
                  <c:v>1.2148659432070141</c:v>
                </c:pt>
                <c:pt idx="161">
                  <c:v>1.222748540129134</c:v>
                </c:pt>
                <c:pt idx="162">
                  <c:v>1.2171150024145232</c:v>
                </c:pt>
                <c:pt idx="163">
                  <c:v>1.2261566563613171</c:v>
                </c:pt>
                <c:pt idx="164">
                  <c:v>1.2309252639950501</c:v>
                </c:pt>
                <c:pt idx="165">
                  <c:v>1.2292757293465582</c:v>
                </c:pt>
                <c:pt idx="166">
                  <c:v>1.234326589897661</c:v>
                </c:pt>
                <c:pt idx="167">
                  <c:v>1.2404892923587756</c:v>
                </c:pt>
                <c:pt idx="168">
                  <c:v>1.2360528609590946</c:v>
                </c:pt>
                <c:pt idx="169">
                  <c:v>1.2343454145737027</c:v>
                </c:pt>
                <c:pt idx="170">
                  <c:v>1.2407322927236295</c:v>
                </c:pt>
                <c:pt idx="171">
                  <c:v>1.2504190331513989</c:v>
                </c:pt>
                <c:pt idx="172">
                  <c:v>1.2609334973429209</c:v>
                </c:pt>
                <c:pt idx="173">
                  <c:v>1.2600673898578545</c:v>
                </c:pt>
                <c:pt idx="174">
                  <c:v>1.2622740004552122</c:v>
                </c:pt>
                <c:pt idx="175">
                  <c:v>1.2590053195638387</c:v>
                </c:pt>
                <c:pt idx="176">
                  <c:v>1.2596966678585739</c:v>
                </c:pt>
                <c:pt idx="177">
                  <c:v>1.2617299673176039</c:v>
                </c:pt>
                <c:pt idx="178">
                  <c:v>1.2653881948842995</c:v>
                </c:pt>
                <c:pt idx="179">
                  <c:v>1.2660660487134621</c:v>
                </c:pt>
                <c:pt idx="180">
                  <c:v>1.2668364468566016</c:v>
                </c:pt>
                <c:pt idx="181">
                  <c:v>1.2755441213998251</c:v>
                </c:pt>
                <c:pt idx="182">
                  <c:v>1.2816937086470823</c:v>
                </c:pt>
                <c:pt idx="183">
                  <c:v>1.2860810235019113</c:v>
                </c:pt>
                <c:pt idx="184">
                  <c:v>1.2916771652735393</c:v>
                </c:pt>
                <c:pt idx="185">
                  <c:v>1.3012056922289856</c:v>
                </c:pt>
                <c:pt idx="186">
                  <c:v>1.3048727529129012</c:v>
                </c:pt>
                <c:pt idx="187">
                  <c:v>1.3142621151753529</c:v>
                </c:pt>
                <c:pt idx="188">
                  <c:v>1.312556861554423</c:v>
                </c:pt>
                <c:pt idx="189">
                  <c:v>1.3140234899961947</c:v>
                </c:pt>
                <c:pt idx="190">
                  <c:v>1.3139714773473359</c:v>
                </c:pt>
                <c:pt idx="191">
                  <c:v>1.3126465649282795</c:v>
                </c:pt>
                <c:pt idx="192">
                  <c:v>1.3130438690250472</c:v>
                </c:pt>
                <c:pt idx="193">
                  <c:v>1.3115683936750853</c:v>
                </c:pt>
                <c:pt idx="194">
                  <c:v>1.3118382347181414</c:v>
                </c:pt>
                <c:pt idx="195">
                  <c:v>1.3211131663949107</c:v>
                </c:pt>
                <c:pt idx="196">
                  <c:v>1.332790354285643</c:v>
                </c:pt>
                <c:pt idx="197">
                  <c:v>1.3397140149699336</c:v>
                </c:pt>
                <c:pt idx="198">
                  <c:v>1.3325183687465247</c:v>
                </c:pt>
                <c:pt idx="199">
                  <c:v>1.3158789824602011</c:v>
                </c:pt>
                <c:pt idx="200">
                  <c:v>1.3073619956793434</c:v>
                </c:pt>
                <c:pt idx="201">
                  <c:v>1.3004422033625473</c:v>
                </c:pt>
                <c:pt idx="202">
                  <c:v>1.2933410942484918</c:v>
                </c:pt>
                <c:pt idx="203">
                  <c:v>1.2942926505927193</c:v>
                </c:pt>
                <c:pt idx="204">
                  <c:v>1.3068357735813747</c:v>
                </c:pt>
                <c:pt idx="205">
                  <c:v>1.3201549421159824</c:v>
                </c:pt>
                <c:pt idx="206">
                  <c:v>1.3277655586705983</c:v>
                </c:pt>
                <c:pt idx="207">
                  <c:v>1.3256141395410206</c:v>
                </c:pt>
                <c:pt idx="208">
                  <c:v>1.326514165920391</c:v>
                </c:pt>
                <c:pt idx="209">
                  <c:v>1.3278385818644751</c:v>
                </c:pt>
                <c:pt idx="210">
                  <c:v>1.3357001665177053</c:v>
                </c:pt>
                <c:pt idx="211">
                  <c:v>1.3464387408909251</c:v>
                </c:pt>
                <c:pt idx="212">
                  <c:v>1.3514404090468324</c:v>
                </c:pt>
                <c:pt idx="213">
                  <c:v>1.3490982607819741</c:v>
                </c:pt>
                <c:pt idx="214">
                  <c:v>1.3549905222927743</c:v>
                </c:pt>
                <c:pt idx="215">
                  <c:v>1.3679271430700752</c:v>
                </c:pt>
                <c:pt idx="216">
                  <c:v>1.3702815790905036</c:v>
                </c:pt>
                <c:pt idx="217">
                  <c:v>1.3759735543228016</c:v>
                </c:pt>
                <c:pt idx="218">
                  <c:v>1.3800756098284825</c:v>
                </c:pt>
                <c:pt idx="219">
                  <c:v>1.3726392008253394</c:v>
                </c:pt>
                <c:pt idx="220">
                  <c:v>1.3610380011873469</c:v>
                </c:pt>
                <c:pt idx="221">
                  <c:v>1.3513665170217544</c:v>
                </c:pt>
                <c:pt idx="222">
                  <c:v>1.3445545769972547</c:v>
                </c:pt>
                <c:pt idx="223">
                  <c:v>1.3331971879436895</c:v>
                </c:pt>
                <c:pt idx="224">
                  <c:v>1.3170699431734743</c:v>
                </c:pt>
                <c:pt idx="225">
                  <c:v>1.3037868311337466</c:v>
                </c:pt>
                <c:pt idx="226">
                  <c:v>1.2834840732483725</c:v>
                </c:pt>
                <c:pt idx="227">
                  <c:v>1.2706887616601279</c:v>
                </c:pt>
                <c:pt idx="228">
                  <c:v>1.2639801435938012</c:v>
                </c:pt>
                <c:pt idx="229">
                  <c:v>1.2577339299050152</c:v>
                </c:pt>
                <c:pt idx="230">
                  <c:v>1.242853275179197</c:v>
                </c:pt>
                <c:pt idx="231">
                  <c:v>1.2273257945861278</c:v>
                </c:pt>
                <c:pt idx="232">
                  <c:v>1.2209264304354162</c:v>
                </c:pt>
                <c:pt idx="233">
                  <c:v>1.2236954385727512</c:v>
                </c:pt>
                <c:pt idx="234">
                  <c:v>1.221457265613338</c:v>
                </c:pt>
                <c:pt idx="235">
                  <c:v>1.2219633873704048</c:v>
                </c:pt>
                <c:pt idx="236">
                  <c:v>1.2256839294416386</c:v>
                </c:pt>
                <c:pt idx="237">
                  <c:v>1.2239177335178306</c:v>
                </c:pt>
                <c:pt idx="238">
                  <c:v>1.2229512053502127</c:v>
                </c:pt>
                <c:pt idx="239">
                  <c:v>1.2182937615657981</c:v>
                </c:pt>
                <c:pt idx="240">
                  <c:v>1.217274157120648</c:v>
                </c:pt>
                <c:pt idx="241">
                  <c:v>1.2178904963216168</c:v>
                </c:pt>
                <c:pt idx="242">
                  <c:v>1.223572733404193</c:v>
                </c:pt>
                <c:pt idx="243">
                  <c:v>1.2360973471852792</c:v>
                </c:pt>
                <c:pt idx="244">
                  <c:v>1.2340167619328586</c:v>
                </c:pt>
                <c:pt idx="245">
                  <c:v>1.2318868498232713</c:v>
                </c:pt>
                <c:pt idx="246">
                  <c:v>1.2349193637761489</c:v>
                </c:pt>
                <c:pt idx="247">
                  <c:v>1.2442991309702078</c:v>
                </c:pt>
                <c:pt idx="248">
                  <c:v>1.2659811859705881</c:v>
                </c:pt>
                <c:pt idx="249">
                  <c:v>1.291009192675427</c:v>
                </c:pt>
                <c:pt idx="250">
                  <c:v>1.3191695634142517</c:v>
                </c:pt>
                <c:pt idx="251">
                  <c:v>1.3862131713486274</c:v>
                </c:pt>
                <c:pt idx="252">
                  <c:v>1.45967260123428</c:v>
                </c:pt>
                <c:pt idx="253">
                  <c:v>1.5341204852082992</c:v>
                </c:pt>
                <c:pt idx="254">
                  <c:v>1.612880226736809</c:v>
                </c:pt>
                <c:pt idx="255">
                  <c:v>1.6915316815574206</c:v>
                </c:pt>
                <c:pt idx="256">
                  <c:v>1.7893946215873251</c:v>
                </c:pt>
                <c:pt idx="257">
                  <c:v>1.9302871578142793</c:v>
                </c:pt>
                <c:pt idx="258">
                  <c:v>2.0670973458337629</c:v>
                </c:pt>
                <c:pt idx="259">
                  <c:v>2.2000000000000002</c:v>
                </c:pt>
                <c:pt idx="260">
                  <c:v>2.0105868543798042</c:v>
                </c:pt>
                <c:pt idx="261">
                  <c:v>1.6830635837703862</c:v>
                </c:pt>
                <c:pt idx="262">
                  <c:v>1.4087565966353774</c:v>
                </c:pt>
                <c:pt idx="263">
                  <c:v>1.3355371434440861</c:v>
                </c:pt>
                <c:pt idx="264">
                  <c:v>1.3008205310825878</c:v>
                </c:pt>
                <c:pt idx="265">
                  <c:v>1.2753795675283739</c:v>
                </c:pt>
                <c:pt idx="266">
                  <c:v>1.2652009686557697</c:v>
                </c:pt>
                <c:pt idx="267">
                  <c:v>1.2715622335239538</c:v>
                </c:pt>
                <c:pt idx="268">
                  <c:v>1.2547221920506411</c:v>
                </c:pt>
                <c:pt idx="269">
                  <c:v>1.2432138918441407</c:v>
                </c:pt>
                <c:pt idx="270">
                  <c:v>1.2568826270278104</c:v>
                </c:pt>
                <c:pt idx="271">
                  <c:v>1.2795854207807433</c:v>
                </c:pt>
                <c:pt idx="272">
                  <c:v>1.2791754772586326</c:v>
                </c:pt>
                <c:pt idx="273">
                  <c:v>1.2888370181338029</c:v>
                </c:pt>
                <c:pt idx="274">
                  <c:v>1.3255521767062546</c:v>
                </c:pt>
                <c:pt idx="275">
                  <c:v>1.376965456154033</c:v>
                </c:pt>
                <c:pt idx="276">
                  <c:v>1.4563005156389055</c:v>
                </c:pt>
                <c:pt idx="277">
                  <c:v>1.6002755546425305</c:v>
                </c:pt>
                <c:pt idx="278">
                  <c:v>1.9991432165907357</c:v>
                </c:pt>
                <c:pt idx="279">
                  <c:v>2.1498036220828078</c:v>
                </c:pt>
                <c:pt idx="280">
                  <c:v>2.0110949137683609</c:v>
                </c:pt>
                <c:pt idx="281">
                  <c:v>1.6877786065845144</c:v>
                </c:pt>
                <c:pt idx="282">
                  <c:v>1.4275434302514993</c:v>
                </c:pt>
                <c:pt idx="283">
                  <c:v>1.2981857590898218</c:v>
                </c:pt>
                <c:pt idx="284">
                  <c:v>1.2404691609881879</c:v>
                </c:pt>
                <c:pt idx="285">
                  <c:v>1.2053534211049137</c:v>
                </c:pt>
                <c:pt idx="286">
                  <c:v>1.2006181963492113</c:v>
                </c:pt>
                <c:pt idx="287">
                  <c:v>1.2273214573256039</c:v>
                </c:pt>
                <c:pt idx="288">
                  <c:v>1.2213420799719679</c:v>
                </c:pt>
                <c:pt idx="289">
                  <c:v>1.2273428884952515</c:v>
                </c:pt>
                <c:pt idx="290">
                  <c:v>1.2148701977217093</c:v>
                </c:pt>
                <c:pt idx="291">
                  <c:v>1.2215910707900495</c:v>
                </c:pt>
                <c:pt idx="292">
                  <c:v>1.2152963456352843</c:v>
                </c:pt>
                <c:pt idx="293">
                  <c:v>1.2237085089659516</c:v>
                </c:pt>
                <c:pt idx="294">
                  <c:v>1.2163723792879026</c:v>
                </c:pt>
                <c:pt idx="295">
                  <c:v>1.2174897531013411</c:v>
                </c:pt>
                <c:pt idx="296">
                  <c:v>1.2088085236078263</c:v>
                </c:pt>
                <c:pt idx="297">
                  <c:v>1.2045649542033556</c:v>
                </c:pt>
                <c:pt idx="298">
                  <c:v>1.2163739514586489</c:v>
                </c:pt>
                <c:pt idx="299">
                  <c:v>1.2291532965496863</c:v>
                </c:pt>
                <c:pt idx="300">
                  <c:v>1.2149376424676306</c:v>
                </c:pt>
                <c:pt idx="301">
                  <c:v>1.2170050039022933</c:v>
                </c:pt>
                <c:pt idx="302">
                  <c:v>1.2351006771256658</c:v>
                </c:pt>
                <c:pt idx="303">
                  <c:v>1.2192153570245305</c:v>
                </c:pt>
                <c:pt idx="304">
                  <c:v>1.2225102890300765</c:v>
                </c:pt>
                <c:pt idx="305">
                  <c:v>1.223752328053892</c:v>
                </c:pt>
                <c:pt idx="306">
                  <c:v>1.2153510061506629</c:v>
                </c:pt>
                <c:pt idx="307">
                  <c:v>1.2139069957640203</c:v>
                </c:pt>
                <c:pt idx="308">
                  <c:v>1.2166178913334336</c:v>
                </c:pt>
                <c:pt idx="309">
                  <c:v>1.2084046532847721</c:v>
                </c:pt>
                <c:pt idx="310">
                  <c:v>1.2054752889029237</c:v>
                </c:pt>
                <c:pt idx="311">
                  <c:v>1.2187572088855558</c:v>
                </c:pt>
                <c:pt idx="312">
                  <c:v>1.2305965044741771</c:v>
                </c:pt>
                <c:pt idx="313">
                  <c:v>1.2066936290042223</c:v>
                </c:pt>
                <c:pt idx="314">
                  <c:v>1.2099669824491133</c:v>
                </c:pt>
                <c:pt idx="315">
                  <c:v>1.2042922002485463</c:v>
                </c:pt>
                <c:pt idx="316">
                  <c:v>1.208903373599844</c:v>
                </c:pt>
                <c:pt idx="317">
                  <c:v>1.2116488508921268</c:v>
                </c:pt>
                <c:pt idx="318">
                  <c:v>1.2124317867521941</c:v>
                </c:pt>
                <c:pt idx="319">
                  <c:v>1.2213110140848844</c:v>
                </c:pt>
                <c:pt idx="320">
                  <c:v>1.2302305403600502</c:v>
                </c:pt>
                <c:pt idx="321">
                  <c:v>1.2396379653473706</c:v>
                </c:pt>
                <c:pt idx="322">
                  <c:v>1.2731864238146464</c:v>
                </c:pt>
                <c:pt idx="323">
                  <c:v>1.3173622152316091</c:v>
                </c:pt>
                <c:pt idx="324">
                  <c:v>1.3335717783104646</c:v>
                </c:pt>
                <c:pt idx="325">
                  <c:v>1.3185690631440037</c:v>
                </c:pt>
                <c:pt idx="326">
                  <c:v>1.2925253789731372</c:v>
                </c:pt>
                <c:pt idx="327">
                  <c:v>1.2827274591812066</c:v>
                </c:pt>
                <c:pt idx="328">
                  <c:v>1.2981171627977839</c:v>
                </c:pt>
                <c:pt idx="329">
                  <c:v>1.3372030100505283</c:v>
                </c:pt>
                <c:pt idx="330">
                  <c:v>1.4185123850095003</c:v>
                </c:pt>
                <c:pt idx="331">
                  <c:v>1.5291829036967626</c:v>
                </c:pt>
                <c:pt idx="332">
                  <c:v>1.6064946208039992</c:v>
                </c:pt>
                <c:pt idx="333">
                  <c:v>1.6139224931958094</c:v>
                </c:pt>
                <c:pt idx="334">
                  <c:v>1.5581190924305097</c:v>
                </c:pt>
                <c:pt idx="335">
                  <c:v>1.4628740649307614</c:v>
                </c:pt>
                <c:pt idx="336">
                  <c:v>1.3766269153866524</c:v>
                </c:pt>
                <c:pt idx="337">
                  <c:v>1.3074304333752096</c:v>
                </c:pt>
                <c:pt idx="338">
                  <c:v>1.2646715263659654</c:v>
                </c:pt>
                <c:pt idx="339">
                  <c:v>1.2402900610895904</c:v>
                </c:pt>
                <c:pt idx="340">
                  <c:v>1.228198638960752</c:v>
                </c:pt>
                <c:pt idx="341">
                  <c:v>1.2179986485675427</c:v>
                </c:pt>
                <c:pt idx="342">
                  <c:v>1.2164569937932905</c:v>
                </c:pt>
                <c:pt idx="343">
                  <c:v>1.2197952828892327</c:v>
                </c:pt>
                <c:pt idx="344">
                  <c:v>1.2171204136469496</c:v>
                </c:pt>
                <c:pt idx="345">
                  <c:v>1.2114183563525793</c:v>
                </c:pt>
                <c:pt idx="346">
                  <c:v>1.2145512039325008</c:v>
                </c:pt>
                <c:pt idx="347">
                  <c:v>1.2100119341205844</c:v>
                </c:pt>
                <c:pt idx="348">
                  <c:v>1.2075436751791528</c:v>
                </c:pt>
                <c:pt idx="349">
                  <c:v>1.2075727344798888</c:v>
                </c:pt>
                <c:pt idx="350">
                  <c:v>1.2062277574902627</c:v>
                </c:pt>
                <c:pt idx="351">
                  <c:v>1.201699063845068</c:v>
                </c:pt>
                <c:pt idx="352">
                  <c:v>1.2055514081698928</c:v>
                </c:pt>
                <c:pt idx="353">
                  <c:v>1.2095379573941176</c:v>
                </c:pt>
                <c:pt idx="354">
                  <c:v>1.2073591080223074</c:v>
                </c:pt>
                <c:pt idx="355">
                  <c:v>1.2067291364460511</c:v>
                </c:pt>
                <c:pt idx="356">
                  <c:v>1.2060498849881247</c:v>
                </c:pt>
                <c:pt idx="357">
                  <c:v>1.2067999849761155</c:v>
                </c:pt>
                <c:pt idx="358">
                  <c:v>1.2027020715025185</c:v>
                </c:pt>
                <c:pt idx="359">
                  <c:v>1.2012934743912278</c:v>
                </c:pt>
                <c:pt idx="360">
                  <c:v>1.2037588102931618</c:v>
                </c:pt>
                <c:pt idx="361">
                  <c:v>1.2133253287891714</c:v>
                </c:pt>
                <c:pt idx="362">
                  <c:v>1.2157655937824121</c:v>
                </c:pt>
                <c:pt idx="363">
                  <c:v>1.2151620457074717</c:v>
                </c:pt>
                <c:pt idx="364">
                  <c:v>1.2188559608605609</c:v>
                </c:pt>
                <c:pt idx="365">
                  <c:v>1.220724504755182</c:v>
                </c:pt>
                <c:pt idx="366">
                  <c:v>1.2168064414952238</c:v>
                </c:pt>
                <c:pt idx="367">
                  <c:v>1.2180266373441191</c:v>
                </c:pt>
                <c:pt idx="368">
                  <c:v>1.2170553495674765</c:v>
                </c:pt>
                <c:pt idx="369">
                  <c:v>1.2088549931480936</c:v>
                </c:pt>
                <c:pt idx="370">
                  <c:v>1.2059456588593862</c:v>
                </c:pt>
                <c:pt idx="371">
                  <c:v>1.2073814752541427</c:v>
                </c:pt>
                <c:pt idx="372">
                  <c:v>1.2050388081039829</c:v>
                </c:pt>
                <c:pt idx="373">
                  <c:v>1.2090540572017501</c:v>
                </c:pt>
                <c:pt idx="374">
                  <c:v>1.2115138915834913</c:v>
                </c:pt>
                <c:pt idx="375">
                  <c:v>1.2140970818952568</c:v>
                </c:pt>
                <c:pt idx="376">
                  <c:v>1.2148134478741548</c:v>
                </c:pt>
                <c:pt idx="377">
                  <c:v>1.2094982109524364</c:v>
                </c:pt>
                <c:pt idx="378">
                  <c:v>1.2052989019469929</c:v>
                </c:pt>
                <c:pt idx="379">
                  <c:v>1.2056079067631862</c:v>
                </c:pt>
                <c:pt idx="380">
                  <c:v>1.2072698183775947</c:v>
                </c:pt>
                <c:pt idx="381">
                  <c:v>1.2080509527920151</c:v>
                </c:pt>
                <c:pt idx="382">
                  <c:v>1.1964224106137495</c:v>
                </c:pt>
                <c:pt idx="383">
                  <c:v>1.2003416489883794</c:v>
                </c:pt>
                <c:pt idx="384">
                  <c:v>1.2019836590727464</c:v>
                </c:pt>
                <c:pt idx="385">
                  <c:v>1.20605410330152</c:v>
                </c:pt>
                <c:pt idx="386">
                  <c:v>1.2075033538263491</c:v>
                </c:pt>
                <c:pt idx="387">
                  <c:v>1.2070955914325685</c:v>
                </c:pt>
                <c:pt idx="388">
                  <c:v>1.2050169489832523</c:v>
                </c:pt>
                <c:pt idx="389">
                  <c:v>1.201279317743541</c:v>
                </c:pt>
                <c:pt idx="390">
                  <c:v>1.2068712269798345</c:v>
                </c:pt>
                <c:pt idx="391">
                  <c:v>1.2177017686010692</c:v>
                </c:pt>
                <c:pt idx="392">
                  <c:v>1.2082628605497787</c:v>
                </c:pt>
                <c:pt idx="393">
                  <c:v>1.2056629215341441</c:v>
                </c:pt>
                <c:pt idx="394">
                  <c:v>1.2083904589273977</c:v>
                </c:pt>
                <c:pt idx="395">
                  <c:v>1.207375414984122</c:v>
                </c:pt>
                <c:pt idx="396">
                  <c:v>1.2060993648388811</c:v>
                </c:pt>
                <c:pt idx="397">
                  <c:v>1.2078747938180812</c:v>
                </c:pt>
                <c:pt idx="398">
                  <c:v>1.2059598256348176</c:v>
                </c:pt>
                <c:pt idx="399">
                  <c:v>1.2115901263498465</c:v>
                </c:pt>
                <c:pt idx="400">
                  <c:v>1.2202218652184087</c:v>
                </c:pt>
                <c:pt idx="401">
                  <c:v>1.2232231236583453</c:v>
                </c:pt>
                <c:pt idx="402">
                  <c:v>1.2197971981103941</c:v>
                </c:pt>
                <c:pt idx="403">
                  <c:v>1.2144804372863296</c:v>
                </c:pt>
                <c:pt idx="404">
                  <c:v>1.2108123129737405</c:v>
                </c:pt>
                <c:pt idx="405">
                  <c:v>1.2126982877943502</c:v>
                </c:pt>
                <c:pt idx="406">
                  <c:v>1.2191475071688227</c:v>
                </c:pt>
                <c:pt idx="407">
                  <c:v>1.2205411865431892</c:v>
                </c:pt>
                <c:pt idx="408">
                  <c:v>1.2145879189462683</c:v>
                </c:pt>
                <c:pt idx="409">
                  <c:v>1.2115645440977896</c:v>
                </c:pt>
                <c:pt idx="410">
                  <c:v>1.2089436949526478</c:v>
                </c:pt>
                <c:pt idx="411">
                  <c:v>1.2097532051527813</c:v>
                </c:pt>
                <c:pt idx="412">
                  <c:v>1.2140864904291759</c:v>
                </c:pt>
                <c:pt idx="413">
                  <c:v>1.2069746222025428</c:v>
                </c:pt>
                <c:pt idx="414">
                  <c:v>1.2070985267546501</c:v>
                </c:pt>
                <c:pt idx="415">
                  <c:v>1.2085371896921093</c:v>
                </c:pt>
                <c:pt idx="416">
                  <c:v>1.2093467740187145</c:v>
                </c:pt>
                <c:pt idx="417">
                  <c:v>1.206153000943661</c:v>
                </c:pt>
                <c:pt idx="418">
                  <c:v>1.2025434940778397</c:v>
                </c:pt>
                <c:pt idx="419">
                  <c:v>1.2002810464228508</c:v>
                </c:pt>
                <c:pt idx="420">
                  <c:v>1.1994093418504694</c:v>
                </c:pt>
                <c:pt idx="421">
                  <c:v>1.2104955895232086</c:v>
                </c:pt>
                <c:pt idx="422">
                  <c:v>1.2277885127082697</c:v>
                </c:pt>
                <c:pt idx="423">
                  <c:v>1.2160092940390677</c:v>
                </c:pt>
                <c:pt idx="424">
                  <c:v>1.1990832267483738</c:v>
                </c:pt>
                <c:pt idx="425">
                  <c:v>1.195598932960819</c:v>
                </c:pt>
                <c:pt idx="426">
                  <c:v>1.1982415591273146</c:v>
                </c:pt>
                <c:pt idx="427">
                  <c:v>1.2110376893390054</c:v>
                </c:pt>
                <c:pt idx="428">
                  <c:v>1.2277900210957731</c:v>
                </c:pt>
                <c:pt idx="429">
                  <c:v>1.2391823013071301</c:v>
                </c:pt>
                <c:pt idx="430">
                  <c:v>1.24414951616859</c:v>
                </c:pt>
                <c:pt idx="431">
                  <c:v>1.2405389501992574</c:v>
                </c:pt>
                <c:pt idx="432">
                  <c:v>1.2194933295691335</c:v>
                </c:pt>
                <c:pt idx="433">
                  <c:v>1.2247846408792415</c:v>
                </c:pt>
                <c:pt idx="434">
                  <c:v>1.2353172919143753</c:v>
                </c:pt>
                <c:pt idx="435">
                  <c:v>1.2665210611303013</c:v>
                </c:pt>
                <c:pt idx="436">
                  <c:v>1.1655807623560761</c:v>
                </c:pt>
                <c:pt idx="437">
                  <c:v>1.2284440579172256</c:v>
                </c:pt>
                <c:pt idx="438">
                  <c:v>1.232784824795637</c:v>
                </c:pt>
                <c:pt idx="439">
                  <c:v>1.2361921463230896</c:v>
                </c:pt>
                <c:pt idx="440">
                  <c:v>1.2536679412374427</c:v>
                </c:pt>
                <c:pt idx="441">
                  <c:v>1.2360950337498169</c:v>
                </c:pt>
                <c:pt idx="442">
                  <c:v>1.2358897654828753</c:v>
                </c:pt>
                <c:pt idx="443">
                  <c:v>1.2322015770306847</c:v>
                </c:pt>
                <c:pt idx="444">
                  <c:v>1.2258561200635354</c:v>
                </c:pt>
                <c:pt idx="445">
                  <c:v>1.2161286255912327</c:v>
                </c:pt>
                <c:pt idx="446">
                  <c:v>1.2175835317072636</c:v>
                </c:pt>
                <c:pt idx="447">
                  <c:v>1.2128801131336826</c:v>
                </c:pt>
                <c:pt idx="448">
                  <c:v>1.2239008033764931</c:v>
                </c:pt>
                <c:pt idx="449">
                  <c:v>1.2126289148982319</c:v>
                </c:pt>
                <c:pt idx="450">
                  <c:v>1.2219638183382628</c:v>
                </c:pt>
                <c:pt idx="451">
                  <c:v>1.2263937300561865</c:v>
                </c:pt>
                <c:pt idx="452">
                  <c:v>1.2170826143180513</c:v>
                </c:pt>
                <c:pt idx="453">
                  <c:v>1.2125726882456571</c:v>
                </c:pt>
                <c:pt idx="454">
                  <c:v>1.220750414542811</c:v>
                </c:pt>
                <c:pt idx="455">
                  <c:v>1.218092434068951</c:v>
                </c:pt>
                <c:pt idx="456">
                  <c:v>1.2136679439266822</c:v>
                </c:pt>
                <c:pt idx="457">
                  <c:v>1.2141778978499433</c:v>
                </c:pt>
                <c:pt idx="458">
                  <c:v>1.2090029676860437</c:v>
                </c:pt>
                <c:pt idx="459">
                  <c:v>1.2055953246565689</c:v>
                </c:pt>
                <c:pt idx="460">
                  <c:v>1.2039019515265832</c:v>
                </c:pt>
                <c:pt idx="461">
                  <c:v>1.2073553672212991</c:v>
                </c:pt>
                <c:pt idx="462">
                  <c:v>1.2059584629144504</c:v>
                </c:pt>
                <c:pt idx="463">
                  <c:v>1.2130165618672357</c:v>
                </c:pt>
                <c:pt idx="464">
                  <c:v>1.216424695338133</c:v>
                </c:pt>
                <c:pt idx="465">
                  <c:v>1.2099920432300617</c:v>
                </c:pt>
                <c:pt idx="466">
                  <c:v>1.2017615776722406</c:v>
                </c:pt>
                <c:pt idx="467">
                  <c:v>1.2004124426239131</c:v>
                </c:pt>
                <c:pt idx="468">
                  <c:v>1.218768200289809</c:v>
                </c:pt>
                <c:pt idx="469">
                  <c:v>1.2111329746085597</c:v>
                </c:pt>
                <c:pt idx="470">
                  <c:v>1.2016269814540257</c:v>
                </c:pt>
                <c:pt idx="471">
                  <c:v>1.2087769224586631</c:v>
                </c:pt>
                <c:pt idx="472">
                  <c:v>1.209370306587638</c:v>
                </c:pt>
                <c:pt idx="473">
                  <c:v>1.2073410082342029</c:v>
                </c:pt>
                <c:pt idx="474">
                  <c:v>1.2115285229422739</c:v>
                </c:pt>
                <c:pt idx="475">
                  <c:v>1.2137141074797706</c:v>
                </c:pt>
                <c:pt idx="476">
                  <c:v>1.2151876021014572</c:v>
                </c:pt>
                <c:pt idx="477">
                  <c:v>1.2034084237277498</c:v>
                </c:pt>
                <c:pt idx="478">
                  <c:v>1.2075662294510388</c:v>
                </c:pt>
                <c:pt idx="479">
                  <c:v>1.1986183493695208</c:v>
                </c:pt>
                <c:pt idx="480">
                  <c:v>1.2021712277052397</c:v>
                </c:pt>
                <c:pt idx="481">
                  <c:v>1.2001671009992345</c:v>
                </c:pt>
                <c:pt idx="482">
                  <c:v>1.2027370697558231</c:v>
                </c:pt>
                <c:pt idx="483">
                  <c:v>1.205950042233471</c:v>
                </c:pt>
                <c:pt idx="484">
                  <c:v>1.2056688227770249</c:v>
                </c:pt>
                <c:pt idx="485">
                  <c:v>1.2112874981340815</c:v>
                </c:pt>
                <c:pt idx="486">
                  <c:v>1.1995694942202504</c:v>
                </c:pt>
                <c:pt idx="487">
                  <c:v>1.2013092920967818</c:v>
                </c:pt>
                <c:pt idx="488">
                  <c:v>1.2038684618762661</c:v>
                </c:pt>
                <c:pt idx="489">
                  <c:v>1.2008519409251188</c:v>
                </c:pt>
                <c:pt idx="490">
                  <c:v>1.2011732209988144</c:v>
                </c:pt>
                <c:pt idx="491">
                  <c:v>1.2013391699132221</c:v>
                </c:pt>
                <c:pt idx="492">
                  <c:v>1.1999232086790594</c:v>
                </c:pt>
                <c:pt idx="493">
                  <c:v>1.2019364191774324</c:v>
                </c:pt>
                <c:pt idx="494">
                  <c:v>1.2077052527865759</c:v>
                </c:pt>
                <c:pt idx="495">
                  <c:v>1.2051392050833023</c:v>
                </c:pt>
                <c:pt idx="496">
                  <c:v>1.2121041873967953</c:v>
                </c:pt>
                <c:pt idx="497">
                  <c:v>1.2138802473129395</c:v>
                </c:pt>
                <c:pt idx="498">
                  <c:v>1.206780297502422</c:v>
                </c:pt>
                <c:pt idx="499">
                  <c:v>1.2035003569293039</c:v>
                </c:pt>
                <c:pt idx="500">
                  <c:v>1.2079475670505999</c:v>
                </c:pt>
                <c:pt idx="501">
                  <c:v>1.2081472749702362</c:v>
                </c:pt>
                <c:pt idx="502">
                  <c:v>1.2109383676244918</c:v>
                </c:pt>
                <c:pt idx="503">
                  <c:v>1.2027426693212033</c:v>
                </c:pt>
                <c:pt idx="504">
                  <c:v>1.1997657757029954</c:v>
                </c:pt>
                <c:pt idx="505">
                  <c:v>1.2013438459144825</c:v>
                </c:pt>
                <c:pt idx="506">
                  <c:v>1.197960963927811</c:v>
                </c:pt>
                <c:pt idx="507">
                  <c:v>1.206918292117682</c:v>
                </c:pt>
                <c:pt idx="508">
                  <c:v>1.2127943479441137</c:v>
                </c:pt>
                <c:pt idx="509">
                  <c:v>1.2256147608242851</c:v>
                </c:pt>
                <c:pt idx="510">
                  <c:v>1.2358469617552088</c:v>
                </c:pt>
                <c:pt idx="511">
                  <c:v>1.2472252475782777</c:v>
                </c:pt>
                <c:pt idx="512">
                  <c:v>1.2621141768869715</c:v>
                </c:pt>
                <c:pt idx="513">
                  <c:v>1.2834390802039868</c:v>
                </c:pt>
                <c:pt idx="514">
                  <c:v>1.2836813806770395</c:v>
                </c:pt>
                <c:pt idx="515">
                  <c:v>1.2802102414291592</c:v>
                </c:pt>
                <c:pt idx="516">
                  <c:v>1.2688546520973694</c:v>
                </c:pt>
                <c:pt idx="517">
                  <c:v>1.2602774677260928</c:v>
                </c:pt>
                <c:pt idx="518">
                  <c:v>1.2616729071731916</c:v>
                </c:pt>
                <c:pt idx="519">
                  <c:v>1.2491865650617762</c:v>
                </c:pt>
                <c:pt idx="520">
                  <c:v>1.2365817998784407</c:v>
                </c:pt>
                <c:pt idx="521">
                  <c:v>1.2304222589975331</c:v>
                </c:pt>
                <c:pt idx="522">
                  <c:v>1.2219354641009428</c:v>
                </c:pt>
                <c:pt idx="523">
                  <c:v>1.2149311762258876</c:v>
                </c:pt>
                <c:pt idx="524">
                  <c:v>1.2084780988271495</c:v>
                </c:pt>
                <c:pt idx="525">
                  <c:v>1.2027399378469188</c:v>
                </c:pt>
                <c:pt idx="526">
                  <c:v>1.2129632114941458</c:v>
                </c:pt>
                <c:pt idx="527">
                  <c:v>1.2214245982496938</c:v>
                </c:pt>
                <c:pt idx="528">
                  <c:v>1.2248033052352403</c:v>
                </c:pt>
                <c:pt idx="529">
                  <c:v>1.2292853692356083</c:v>
                </c:pt>
                <c:pt idx="530">
                  <c:v>1.2423632923064802</c:v>
                </c:pt>
                <c:pt idx="531">
                  <c:v>1.2310890317811281</c:v>
                </c:pt>
                <c:pt idx="532">
                  <c:v>1.2255658580394908</c:v>
                </c:pt>
                <c:pt idx="533">
                  <c:v>1.2238893344598534</c:v>
                </c:pt>
                <c:pt idx="534">
                  <c:v>1.23455841612789</c:v>
                </c:pt>
                <c:pt idx="535">
                  <c:v>1.2425674262660193</c:v>
                </c:pt>
                <c:pt idx="536">
                  <c:v>1.248325908458179</c:v>
                </c:pt>
                <c:pt idx="537">
                  <c:v>1.2542545677904027</c:v>
                </c:pt>
                <c:pt idx="538">
                  <c:v>1.2691766436989984</c:v>
                </c:pt>
                <c:pt idx="539">
                  <c:v>1.2788619808954225</c:v>
                </c:pt>
                <c:pt idx="540">
                  <c:v>1.2951719008735862</c:v>
                </c:pt>
                <c:pt idx="541">
                  <c:v>1.304770285994959</c:v>
                </c:pt>
                <c:pt idx="542">
                  <c:v>1.3015457224212836</c:v>
                </c:pt>
                <c:pt idx="543">
                  <c:v>1.3097199621884659</c:v>
                </c:pt>
                <c:pt idx="544">
                  <c:v>1.3375537420366792</c:v>
                </c:pt>
                <c:pt idx="545">
                  <c:v>1.3623252090904339</c:v>
                </c:pt>
                <c:pt idx="546">
                  <c:v>1.3987581285364874</c:v>
                </c:pt>
                <c:pt idx="547">
                  <c:v>1.4189034831691116</c:v>
                </c:pt>
                <c:pt idx="548">
                  <c:v>1.421127235943993</c:v>
                </c:pt>
                <c:pt idx="549">
                  <c:v>1.4252992668388584</c:v>
                </c:pt>
                <c:pt idx="550">
                  <c:v>1.4260455790503443</c:v>
                </c:pt>
                <c:pt idx="551">
                  <c:v>1.4403201447147305</c:v>
                </c:pt>
                <c:pt idx="552">
                  <c:v>1.4482618411211678</c:v>
                </c:pt>
                <c:pt idx="553">
                  <c:v>1.4323430606755299</c:v>
                </c:pt>
                <c:pt idx="554">
                  <c:v>1.4304811967827091</c:v>
                </c:pt>
                <c:pt idx="555">
                  <c:v>1.4068106491895702</c:v>
                </c:pt>
                <c:pt idx="556">
                  <c:v>1.3655785957944595</c:v>
                </c:pt>
                <c:pt idx="557">
                  <c:v>1.3592389965424374</c:v>
                </c:pt>
                <c:pt idx="558">
                  <c:v>1.3310243790173784</c:v>
                </c:pt>
                <c:pt idx="559">
                  <c:v>1.2896909688775282</c:v>
                </c:pt>
                <c:pt idx="560">
                  <c:v>1.276925335459864</c:v>
                </c:pt>
                <c:pt idx="561">
                  <c:v>1.2499503194044153</c:v>
                </c:pt>
                <c:pt idx="562">
                  <c:v>1.2147003205352749</c:v>
                </c:pt>
                <c:pt idx="563">
                  <c:v>1.2027465295003084</c:v>
                </c:pt>
                <c:pt idx="564">
                  <c:v>1.236469362088134</c:v>
                </c:pt>
                <c:pt idx="565">
                  <c:v>1.2326551207090632</c:v>
                </c:pt>
                <c:pt idx="566">
                  <c:v>1.2279305269607423</c:v>
                </c:pt>
                <c:pt idx="567">
                  <c:v>1.1988033857426219</c:v>
                </c:pt>
                <c:pt idx="568">
                  <c:v>1.2028206430428658</c:v>
                </c:pt>
                <c:pt idx="569">
                  <c:v>1.2112686605290039</c:v>
                </c:pt>
                <c:pt idx="570">
                  <c:v>1.207998167848755</c:v>
                </c:pt>
                <c:pt idx="571">
                  <c:v>1.225981214517899</c:v>
                </c:pt>
                <c:pt idx="572">
                  <c:v>1.2094245938848516</c:v>
                </c:pt>
                <c:pt idx="573">
                  <c:v>1.2531131235601534</c:v>
                </c:pt>
                <c:pt idx="574">
                  <c:v>1.2511275305191438</c:v>
                </c:pt>
                <c:pt idx="575">
                  <c:v>1.2860687771192558</c:v>
                </c:pt>
                <c:pt idx="576">
                  <c:v>1.2079839321184664</c:v>
                </c:pt>
                <c:pt idx="577">
                  <c:v>1.2143808544052941</c:v>
                </c:pt>
                <c:pt idx="578">
                  <c:v>1.1979054899606003</c:v>
                </c:pt>
                <c:pt idx="579">
                  <c:v>1.2122954457606057</c:v>
                </c:pt>
                <c:pt idx="580">
                  <c:v>1.141335986293319</c:v>
                </c:pt>
                <c:pt idx="581">
                  <c:v>1.1884283294177087</c:v>
                </c:pt>
                <c:pt idx="582">
                  <c:v>1.2406871238443578</c:v>
                </c:pt>
                <c:pt idx="583">
                  <c:v>1.1392086944683091</c:v>
                </c:pt>
                <c:pt idx="584">
                  <c:v>1.0254481155520125</c:v>
                </c:pt>
                <c:pt idx="585">
                  <c:v>1.3853913535684024</c:v>
                </c:pt>
                <c:pt idx="586">
                  <c:v>0.93483406868632035</c:v>
                </c:pt>
                <c:pt idx="587">
                  <c:v>0.86995242997468847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8-37F8-4EA4-8385-84A4706AD5FD}"/>
            </c:ext>
          </c:extLst>
        </c:ser>
        <c:ser>
          <c:idx val="25"/>
          <c:order val="25"/>
          <c:tx>
            <c:strRef>
              <c:f>'Fully separated 0.5%'!$AA$1</c:f>
              <c:strCache>
                <c:ptCount val="1"/>
                <c:pt idx="0">
                  <c:v>F6/O-PTIR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0.5%'!$A$2:$A$589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0.5%'!$AA$2:$AA$589</c:f>
              <c:numCache>
                <c:formatCode>General</c:formatCode>
                <c:ptCount val="588"/>
                <c:pt idx="0">
                  <c:v>1.1963827018381143</c:v>
                </c:pt>
                <c:pt idx="1">
                  <c:v>0.99119091245921587</c:v>
                </c:pt>
                <c:pt idx="2">
                  <c:v>1.0053673135363002</c:v>
                </c:pt>
                <c:pt idx="3">
                  <c:v>0.96507520882500708</c:v>
                </c:pt>
                <c:pt idx="4">
                  <c:v>0.9632717054241372</c:v>
                </c:pt>
                <c:pt idx="5">
                  <c:v>1.0128497479587129</c:v>
                </c:pt>
                <c:pt idx="6">
                  <c:v>1.0401261398400534</c:v>
                </c:pt>
                <c:pt idx="7">
                  <c:v>1.020588449567573</c:v>
                </c:pt>
                <c:pt idx="8">
                  <c:v>0.99461412911942071</c:v>
                </c:pt>
                <c:pt idx="9">
                  <c:v>0.99784114306991889</c:v>
                </c:pt>
                <c:pt idx="10">
                  <c:v>0.98893190935658482</c:v>
                </c:pt>
                <c:pt idx="11">
                  <c:v>0.99135768252581269</c:v>
                </c:pt>
                <c:pt idx="12">
                  <c:v>1.0137981545362862</c:v>
                </c:pt>
                <c:pt idx="13">
                  <c:v>1.0281220448642192</c:v>
                </c:pt>
                <c:pt idx="14">
                  <c:v>1.0326009319950447</c:v>
                </c:pt>
                <c:pt idx="15">
                  <c:v>1.0271795120835461</c:v>
                </c:pt>
                <c:pt idx="16">
                  <c:v>1.0297401967671724</c:v>
                </c:pt>
                <c:pt idx="17">
                  <c:v>1.0376667084725932</c:v>
                </c:pt>
                <c:pt idx="18">
                  <c:v>1.0352825525480125</c:v>
                </c:pt>
                <c:pt idx="19">
                  <c:v>1.0280242342743557</c:v>
                </c:pt>
                <c:pt idx="20">
                  <c:v>1.0326770848944031</c:v>
                </c:pt>
                <c:pt idx="21">
                  <c:v>1.0247712966464124</c:v>
                </c:pt>
                <c:pt idx="22">
                  <c:v>1.0298172787380968</c:v>
                </c:pt>
                <c:pt idx="23">
                  <c:v>1.0396617244922646</c:v>
                </c:pt>
                <c:pt idx="24">
                  <c:v>1.0398155718615798</c:v>
                </c:pt>
                <c:pt idx="25">
                  <c:v>1.0271184118640595</c:v>
                </c:pt>
                <c:pt idx="26">
                  <c:v>1.0217703834447651</c:v>
                </c:pt>
                <c:pt idx="27">
                  <c:v>1.0216041759826164</c:v>
                </c:pt>
                <c:pt idx="28">
                  <c:v>1.0176048807556604</c:v>
                </c:pt>
                <c:pt idx="29">
                  <c:v>1.024781036413329</c:v>
                </c:pt>
                <c:pt idx="30">
                  <c:v>1.0392491341328287</c:v>
                </c:pt>
                <c:pt idx="31">
                  <c:v>1.0358200066849108</c:v>
                </c:pt>
                <c:pt idx="32">
                  <c:v>1.0431408394314381</c:v>
                </c:pt>
                <c:pt idx="33">
                  <c:v>1.0576495410193769</c:v>
                </c:pt>
                <c:pt idx="34">
                  <c:v>1.0665316406814755</c:v>
                </c:pt>
                <c:pt idx="35">
                  <c:v>1.0653392702336921</c:v>
                </c:pt>
                <c:pt idx="36">
                  <c:v>1.056072937540955</c:v>
                </c:pt>
                <c:pt idx="37">
                  <c:v>1.0564174820106971</c:v>
                </c:pt>
                <c:pt idx="38">
                  <c:v>1.051259403993571</c:v>
                </c:pt>
                <c:pt idx="39">
                  <c:v>1.0524064185439053</c:v>
                </c:pt>
                <c:pt idx="40">
                  <c:v>1.0640769923120776</c:v>
                </c:pt>
                <c:pt idx="41">
                  <c:v>1.0750945904966358</c:v>
                </c:pt>
                <c:pt idx="42">
                  <c:v>1.0884125974066161</c:v>
                </c:pt>
                <c:pt idx="43">
                  <c:v>1.0938786351198191</c:v>
                </c:pt>
                <c:pt idx="44">
                  <c:v>1.1019698505678546</c:v>
                </c:pt>
                <c:pt idx="45">
                  <c:v>1.1254514049048594</c:v>
                </c:pt>
                <c:pt idx="46">
                  <c:v>1.1525036565504034</c:v>
                </c:pt>
                <c:pt idx="47">
                  <c:v>1.1544605152567593</c:v>
                </c:pt>
                <c:pt idx="48">
                  <c:v>1.1394411167930223</c:v>
                </c:pt>
                <c:pt idx="49">
                  <c:v>1.1012806515161844</c:v>
                </c:pt>
                <c:pt idx="50">
                  <c:v>1.0703709222567228</c:v>
                </c:pt>
                <c:pt idx="51">
                  <c:v>1.0521952061668991</c:v>
                </c:pt>
                <c:pt idx="52">
                  <c:v>1.0408258442824303</c:v>
                </c:pt>
                <c:pt idx="53">
                  <c:v>1.0409969861468962</c:v>
                </c:pt>
                <c:pt idx="54">
                  <c:v>1.0409292327426953</c:v>
                </c:pt>
                <c:pt idx="55">
                  <c:v>1.0438635814076456</c:v>
                </c:pt>
                <c:pt idx="56">
                  <c:v>1.0482387445801407</c:v>
                </c:pt>
                <c:pt idx="57">
                  <c:v>1.0524788310699591</c:v>
                </c:pt>
                <c:pt idx="58">
                  <c:v>1.0546116043158253</c:v>
                </c:pt>
                <c:pt idx="59">
                  <c:v>1.052758020516543</c:v>
                </c:pt>
                <c:pt idx="60">
                  <c:v>1.0511221009801417</c:v>
                </c:pt>
                <c:pt idx="61">
                  <c:v>1.0561398823087929</c:v>
                </c:pt>
                <c:pt idx="62">
                  <c:v>1.0578534653460985</c:v>
                </c:pt>
                <c:pt idx="63">
                  <c:v>1.0629361268391078</c:v>
                </c:pt>
                <c:pt idx="64">
                  <c:v>1.0699238254911254</c:v>
                </c:pt>
                <c:pt idx="65">
                  <c:v>1.079203240887914</c:v>
                </c:pt>
                <c:pt idx="66">
                  <c:v>1.0859702884840166</c:v>
                </c:pt>
                <c:pt idx="67">
                  <c:v>1.0831173024012055</c:v>
                </c:pt>
                <c:pt idx="68">
                  <c:v>1.0817655858568389</c:v>
                </c:pt>
                <c:pt idx="69">
                  <c:v>1.0729256419567952</c:v>
                </c:pt>
                <c:pt idx="70">
                  <c:v>1.0642652635034155</c:v>
                </c:pt>
                <c:pt idx="71">
                  <c:v>1.0554826914930739</c:v>
                </c:pt>
                <c:pt idx="72">
                  <c:v>1.0514010220282732</c:v>
                </c:pt>
                <c:pt idx="73">
                  <c:v>1.0459026044504924</c:v>
                </c:pt>
                <c:pt idx="74">
                  <c:v>1.0430969906945293</c:v>
                </c:pt>
                <c:pt idx="75">
                  <c:v>1.0412907929861182</c:v>
                </c:pt>
                <c:pt idx="76">
                  <c:v>1.0371939796547918</c:v>
                </c:pt>
                <c:pt idx="77">
                  <c:v>1.0292613808101108</c:v>
                </c:pt>
                <c:pt idx="78">
                  <c:v>1.0210388324937096</c:v>
                </c:pt>
                <c:pt idx="79">
                  <c:v>1.0210685731068385</c:v>
                </c:pt>
                <c:pt idx="80">
                  <c:v>1.0225352244064321</c:v>
                </c:pt>
                <c:pt idx="81">
                  <c:v>1.0205689511082077</c:v>
                </c:pt>
                <c:pt idx="82">
                  <c:v>1.0249658029402597</c:v>
                </c:pt>
                <c:pt idx="83">
                  <c:v>1.0255059892357632</c:v>
                </c:pt>
                <c:pt idx="84">
                  <c:v>1.0225590791791401</c:v>
                </c:pt>
                <c:pt idx="85">
                  <c:v>1.0208110379097537</c:v>
                </c:pt>
                <c:pt idx="86">
                  <c:v>1.0183845455703133</c:v>
                </c:pt>
                <c:pt idx="87">
                  <c:v>1.0182649052396553</c:v>
                </c:pt>
                <c:pt idx="88">
                  <c:v>1.0182344248102795</c:v>
                </c:pt>
                <c:pt idx="89">
                  <c:v>1.0175498298243699</c:v>
                </c:pt>
                <c:pt idx="90">
                  <c:v>1.0157703050724169</c:v>
                </c:pt>
                <c:pt idx="91">
                  <c:v>1.0117902304436079</c:v>
                </c:pt>
                <c:pt idx="92">
                  <c:v>1.0107977678085263</c:v>
                </c:pt>
                <c:pt idx="93">
                  <c:v>1.0104653425612116</c:v>
                </c:pt>
                <c:pt idx="94">
                  <c:v>1.0081598058768966</c:v>
                </c:pt>
                <c:pt idx="95">
                  <c:v>1.0092029811952061</c:v>
                </c:pt>
                <c:pt idx="96">
                  <c:v>1.005418678720253</c:v>
                </c:pt>
                <c:pt idx="97">
                  <c:v>1.00409707656827</c:v>
                </c:pt>
                <c:pt idx="98">
                  <c:v>1.0101939728003082</c:v>
                </c:pt>
                <c:pt idx="99">
                  <c:v>1.0077950816286407</c:v>
                </c:pt>
                <c:pt idx="100">
                  <c:v>1.0109755043606077</c:v>
                </c:pt>
                <c:pt idx="101">
                  <c:v>1.0088482771558396</c:v>
                </c:pt>
                <c:pt idx="102">
                  <c:v>1.004312157065921</c:v>
                </c:pt>
                <c:pt idx="103">
                  <c:v>1.004602474295136</c:v>
                </c:pt>
                <c:pt idx="104">
                  <c:v>1.0089631929855345</c:v>
                </c:pt>
                <c:pt idx="105">
                  <c:v>1.0168316592243676</c:v>
                </c:pt>
                <c:pt idx="106">
                  <c:v>1.026101291841667</c:v>
                </c:pt>
                <c:pt idx="107">
                  <c:v>1.0404571818030364</c:v>
                </c:pt>
                <c:pt idx="108">
                  <c:v>1.0566159110511564</c:v>
                </c:pt>
                <c:pt idx="109">
                  <c:v>1.0718989077641978</c:v>
                </c:pt>
                <c:pt idx="110">
                  <c:v>1.0749830743806714</c:v>
                </c:pt>
                <c:pt idx="111">
                  <c:v>1.067809492595341</c:v>
                </c:pt>
                <c:pt idx="112">
                  <c:v>1.0552129682534457</c:v>
                </c:pt>
                <c:pt idx="113">
                  <c:v>1.0489550897265663</c:v>
                </c:pt>
                <c:pt idx="114">
                  <c:v>1.0387899525548616</c:v>
                </c:pt>
                <c:pt idx="115">
                  <c:v>1.0293310749415829</c:v>
                </c:pt>
                <c:pt idx="116">
                  <c:v>1.0292119473207888</c:v>
                </c:pt>
                <c:pt idx="117">
                  <c:v>1.0348835576024922</c:v>
                </c:pt>
                <c:pt idx="118">
                  <c:v>1.0358023784121977</c:v>
                </c:pt>
                <c:pt idx="119">
                  <c:v>1.0372251517263333</c:v>
                </c:pt>
                <c:pt idx="120">
                  <c:v>1.0457930359438108</c:v>
                </c:pt>
                <c:pt idx="121">
                  <c:v>1.0681071671250821</c:v>
                </c:pt>
                <c:pt idx="122">
                  <c:v>1.0804547622253984</c:v>
                </c:pt>
                <c:pt idx="123">
                  <c:v>1.0890596234912016</c:v>
                </c:pt>
                <c:pt idx="124">
                  <c:v>1.095270907358544</c:v>
                </c:pt>
                <c:pt idx="125">
                  <c:v>1.0734602297358617</c:v>
                </c:pt>
                <c:pt idx="126">
                  <c:v>1.0630654742471273</c:v>
                </c:pt>
                <c:pt idx="127">
                  <c:v>1.0572292187199086</c:v>
                </c:pt>
                <c:pt idx="128">
                  <c:v>1.0513872201540095</c:v>
                </c:pt>
                <c:pt idx="129">
                  <c:v>1.054105022882964</c:v>
                </c:pt>
                <c:pt idx="130">
                  <c:v>1.0495466227106163</c:v>
                </c:pt>
                <c:pt idx="131">
                  <c:v>1.0463565797866843</c:v>
                </c:pt>
                <c:pt idx="132">
                  <c:v>1.0424503637666165</c:v>
                </c:pt>
                <c:pt idx="133">
                  <c:v>1.0383282246326027</c:v>
                </c:pt>
                <c:pt idx="134">
                  <c:v>1.0412446215702946</c:v>
                </c:pt>
                <c:pt idx="135">
                  <c:v>1.0367190073012087</c:v>
                </c:pt>
                <c:pt idx="136">
                  <c:v>1.0278867919001917</c:v>
                </c:pt>
                <c:pt idx="137">
                  <c:v>1.0396445469913111</c:v>
                </c:pt>
                <c:pt idx="138">
                  <c:v>1.032100241564113</c:v>
                </c:pt>
                <c:pt idx="139">
                  <c:v>1.0270325260797959</c:v>
                </c:pt>
                <c:pt idx="140">
                  <c:v>1.02241410444328</c:v>
                </c:pt>
                <c:pt idx="141">
                  <c:v>1.0181877647716324</c:v>
                </c:pt>
                <c:pt idx="142">
                  <c:v>1.0121632509568474</c:v>
                </c:pt>
                <c:pt idx="143">
                  <c:v>1.0106785584638447</c:v>
                </c:pt>
                <c:pt idx="144">
                  <c:v>1.0035790204563804</c:v>
                </c:pt>
                <c:pt idx="145">
                  <c:v>1.015224554670535</c:v>
                </c:pt>
                <c:pt idx="146">
                  <c:v>1.0184843209744885</c:v>
                </c:pt>
                <c:pt idx="147">
                  <c:v>1.0178793474217838</c:v>
                </c:pt>
                <c:pt idx="148">
                  <c:v>1.0142941135842432</c:v>
                </c:pt>
                <c:pt idx="149">
                  <c:v>1.0173397357742489</c:v>
                </c:pt>
                <c:pt idx="150">
                  <c:v>1.0111537751288395</c:v>
                </c:pt>
                <c:pt idx="151">
                  <c:v>1.0044672672843649</c:v>
                </c:pt>
                <c:pt idx="152">
                  <c:v>1.0048013962596762</c:v>
                </c:pt>
                <c:pt idx="153">
                  <c:v>1.0116284739224615</c:v>
                </c:pt>
                <c:pt idx="154">
                  <c:v>1.0216583666624568</c:v>
                </c:pt>
                <c:pt idx="155">
                  <c:v>1.0259461867847319</c:v>
                </c:pt>
                <c:pt idx="156">
                  <c:v>1.0301350280956747</c:v>
                </c:pt>
                <c:pt idx="157">
                  <c:v>1.0167475352350737</c:v>
                </c:pt>
                <c:pt idx="158">
                  <c:v>1.0122401746415051</c:v>
                </c:pt>
                <c:pt idx="159">
                  <c:v>1.0231066928856627</c:v>
                </c:pt>
                <c:pt idx="160">
                  <c:v>1.0171579353943179</c:v>
                </c:pt>
                <c:pt idx="161">
                  <c:v>1.0181619210975719</c:v>
                </c:pt>
                <c:pt idx="162">
                  <c:v>1.0208132298304482</c:v>
                </c:pt>
                <c:pt idx="163">
                  <c:v>1.0131774142950063</c:v>
                </c:pt>
                <c:pt idx="164">
                  <c:v>1.0108338501953444</c:v>
                </c:pt>
                <c:pt idx="165">
                  <c:v>1.0106357497709391</c:v>
                </c:pt>
                <c:pt idx="166">
                  <c:v>1.0202322435291749</c:v>
                </c:pt>
                <c:pt idx="167">
                  <c:v>1.0262009244441015</c:v>
                </c:pt>
                <c:pt idx="168">
                  <c:v>1.0299990257824381</c:v>
                </c:pt>
                <c:pt idx="169">
                  <c:v>1.0278362762145457</c:v>
                </c:pt>
                <c:pt idx="170">
                  <c:v>1.0329337495170205</c:v>
                </c:pt>
                <c:pt idx="171">
                  <c:v>1.0368005556976616</c:v>
                </c:pt>
                <c:pt idx="172">
                  <c:v>1.0407480534643112</c:v>
                </c:pt>
                <c:pt idx="173">
                  <c:v>1.0370344718309357</c:v>
                </c:pt>
                <c:pt idx="174">
                  <c:v>1.0412269348004828</c:v>
                </c:pt>
                <c:pt idx="175">
                  <c:v>1.04852038746386</c:v>
                </c:pt>
                <c:pt idx="176">
                  <c:v>1.0475745272305785</c:v>
                </c:pt>
                <c:pt idx="177">
                  <c:v>1.0551629945262133</c:v>
                </c:pt>
                <c:pt idx="178">
                  <c:v>1.0624060330136156</c:v>
                </c:pt>
                <c:pt idx="179">
                  <c:v>1.0637440681189219</c:v>
                </c:pt>
                <c:pt idx="180">
                  <c:v>1.0671046920233747</c:v>
                </c:pt>
                <c:pt idx="181">
                  <c:v>1.065897311908292</c:v>
                </c:pt>
                <c:pt idx="182">
                  <c:v>1.0670071326269341</c:v>
                </c:pt>
                <c:pt idx="183">
                  <c:v>1.0719119422941681</c:v>
                </c:pt>
                <c:pt idx="184">
                  <c:v>1.0824402569820213</c:v>
                </c:pt>
                <c:pt idx="185">
                  <c:v>1.0916518639185167</c:v>
                </c:pt>
                <c:pt idx="186">
                  <c:v>1.101903521740055</c:v>
                </c:pt>
                <c:pt idx="187">
                  <c:v>1.1022835051285302</c:v>
                </c:pt>
                <c:pt idx="188">
                  <c:v>1.0986153860637837</c:v>
                </c:pt>
                <c:pt idx="189">
                  <c:v>1.0990124299590154</c:v>
                </c:pt>
                <c:pt idx="190">
                  <c:v>1.0958230442671908</c:v>
                </c:pt>
                <c:pt idx="191">
                  <c:v>1.0903236219157169</c:v>
                </c:pt>
                <c:pt idx="192">
                  <c:v>1.0859575774085917</c:v>
                </c:pt>
                <c:pt idx="193">
                  <c:v>1.0912835868317718</c:v>
                </c:pt>
                <c:pt idx="194">
                  <c:v>1.0947201881442872</c:v>
                </c:pt>
                <c:pt idx="195">
                  <c:v>1.0980738268069663</c:v>
                </c:pt>
                <c:pt idx="196">
                  <c:v>1.0995140253744726</c:v>
                </c:pt>
                <c:pt idx="197">
                  <c:v>1.0972644609507509</c:v>
                </c:pt>
                <c:pt idx="198">
                  <c:v>1.089039638129516</c:v>
                </c:pt>
                <c:pt idx="199">
                  <c:v>1.0797679925238235</c:v>
                </c:pt>
                <c:pt idx="200">
                  <c:v>1.0772682256863764</c:v>
                </c:pt>
                <c:pt idx="201">
                  <c:v>1.0772219166303207</c:v>
                </c:pt>
                <c:pt idx="202">
                  <c:v>1.0758942595985068</c:v>
                </c:pt>
                <c:pt idx="203">
                  <c:v>1.075900205656529</c:v>
                </c:pt>
                <c:pt idx="204">
                  <c:v>1.0800518961483534</c:v>
                </c:pt>
                <c:pt idx="205">
                  <c:v>1.0851412676026717</c:v>
                </c:pt>
                <c:pt idx="206">
                  <c:v>1.0884284329153071</c:v>
                </c:pt>
                <c:pt idx="207">
                  <c:v>1.0893275677308314</c:v>
                </c:pt>
                <c:pt idx="208">
                  <c:v>1.0879726028769896</c:v>
                </c:pt>
                <c:pt idx="209">
                  <c:v>1.0882960780682183</c:v>
                </c:pt>
                <c:pt idx="210">
                  <c:v>1.0936243172631572</c:v>
                </c:pt>
                <c:pt idx="211">
                  <c:v>1.0969338215854463</c:v>
                </c:pt>
                <c:pt idx="212">
                  <c:v>1.1027261629966463</c:v>
                </c:pt>
                <c:pt idx="213">
                  <c:v>1.1081739977891676</c:v>
                </c:pt>
                <c:pt idx="214">
                  <c:v>1.1208986101309599</c:v>
                </c:pt>
                <c:pt idx="215">
                  <c:v>1.1243052334009462</c:v>
                </c:pt>
                <c:pt idx="216">
                  <c:v>1.1222277605592907</c:v>
                </c:pt>
                <c:pt idx="217">
                  <c:v>1.1225696038394801</c:v>
                </c:pt>
                <c:pt idx="218">
                  <c:v>1.1206352217830098</c:v>
                </c:pt>
                <c:pt idx="219">
                  <c:v>1.1181524122221447</c:v>
                </c:pt>
                <c:pt idx="220">
                  <c:v>1.1156968003711225</c:v>
                </c:pt>
                <c:pt idx="221">
                  <c:v>1.1129087460677567</c:v>
                </c:pt>
                <c:pt idx="222">
                  <c:v>1.1076801996928536</c:v>
                </c:pt>
                <c:pt idx="223">
                  <c:v>1.1008561002205877</c:v>
                </c:pt>
                <c:pt idx="224">
                  <c:v>1.0962088636015033</c:v>
                </c:pt>
                <c:pt idx="225">
                  <c:v>1.0867118458799379</c:v>
                </c:pt>
                <c:pt idx="226">
                  <c:v>1.0806951302445473</c:v>
                </c:pt>
                <c:pt idx="227">
                  <c:v>1.0768804105686998</c:v>
                </c:pt>
                <c:pt idx="228">
                  <c:v>1.0688067098401868</c:v>
                </c:pt>
                <c:pt idx="229">
                  <c:v>1.0543843052367043</c:v>
                </c:pt>
                <c:pt idx="230">
                  <c:v>1.0421553732213993</c:v>
                </c:pt>
                <c:pt idx="231">
                  <c:v>1.0382439234315097</c:v>
                </c:pt>
                <c:pt idx="232">
                  <c:v>1.0408879647601366</c:v>
                </c:pt>
                <c:pt idx="233">
                  <c:v>1.0352917882075796</c:v>
                </c:pt>
                <c:pt idx="234">
                  <c:v>1.0262697342370828</c:v>
                </c:pt>
                <c:pt idx="235">
                  <c:v>1.0274885161248835</c:v>
                </c:pt>
                <c:pt idx="236">
                  <c:v>1.0239758032050794</c:v>
                </c:pt>
                <c:pt idx="237">
                  <c:v>1.0257517733980412</c:v>
                </c:pt>
                <c:pt idx="238">
                  <c:v>1.0293595871156411</c:v>
                </c:pt>
                <c:pt idx="239">
                  <c:v>1.034904114171141</c:v>
                </c:pt>
                <c:pt idx="240">
                  <c:v>1.036129101912902</c:v>
                </c:pt>
                <c:pt idx="241">
                  <c:v>1.0283270376232418</c:v>
                </c:pt>
                <c:pt idx="242">
                  <c:v>1.0317484228081097</c:v>
                </c:pt>
                <c:pt idx="243">
                  <c:v>1.0372513928365639</c:v>
                </c:pt>
                <c:pt idx="244">
                  <c:v>1.0396823085889597</c:v>
                </c:pt>
                <c:pt idx="245">
                  <c:v>1.040248918368001</c:v>
                </c:pt>
                <c:pt idx="246">
                  <c:v>1.0443974018424191</c:v>
                </c:pt>
                <c:pt idx="247">
                  <c:v>1.0607479430768452</c:v>
                </c:pt>
                <c:pt idx="248">
                  <c:v>1.0839623927796358</c:v>
                </c:pt>
                <c:pt idx="249">
                  <c:v>1.1170599892288264</c:v>
                </c:pt>
                <c:pt idx="250">
                  <c:v>1.1539292514892951</c:v>
                </c:pt>
                <c:pt idx="251">
                  <c:v>1.2255231347353632</c:v>
                </c:pt>
                <c:pt idx="252">
                  <c:v>1.2906259734605414</c:v>
                </c:pt>
                <c:pt idx="253">
                  <c:v>1.3499952706816294</c:v>
                </c:pt>
                <c:pt idx="254">
                  <c:v>1.423836942792426</c:v>
                </c:pt>
                <c:pt idx="255">
                  <c:v>1.5199438493920774</c:v>
                </c:pt>
                <c:pt idx="256">
                  <c:v>1.6554236803082092</c:v>
                </c:pt>
                <c:pt idx="257">
                  <c:v>1.7736594474548539</c:v>
                </c:pt>
                <c:pt idx="258">
                  <c:v>1.8884692941709802</c:v>
                </c:pt>
                <c:pt idx="259">
                  <c:v>2</c:v>
                </c:pt>
                <c:pt idx="260">
                  <c:v>1.7929789056984944</c:v>
                </c:pt>
                <c:pt idx="261">
                  <c:v>1.4680964256813782</c:v>
                </c:pt>
                <c:pt idx="262">
                  <c:v>1.2093030454718185</c:v>
                </c:pt>
                <c:pt idx="263">
                  <c:v>1.1411709792287681</c:v>
                </c:pt>
                <c:pt idx="264">
                  <c:v>1.1145977912927032</c:v>
                </c:pt>
                <c:pt idx="265">
                  <c:v>1.0886884766056204</c:v>
                </c:pt>
                <c:pt idx="266">
                  <c:v>1.0854067756101953</c:v>
                </c:pt>
                <c:pt idx="267">
                  <c:v>1.0768165042089832</c:v>
                </c:pt>
                <c:pt idx="268">
                  <c:v>1.0568169793430642</c:v>
                </c:pt>
                <c:pt idx="269">
                  <c:v>1.0544346781206098</c:v>
                </c:pt>
                <c:pt idx="270">
                  <c:v>1.0648859246015618</c:v>
                </c:pt>
                <c:pt idx="271">
                  <c:v>1.0777775702468948</c:v>
                </c:pt>
                <c:pt idx="272">
                  <c:v>1.0911238415785156</c:v>
                </c:pt>
                <c:pt idx="273">
                  <c:v>1.1050554555247523</c:v>
                </c:pt>
                <c:pt idx="274">
                  <c:v>1.1268558995961862</c:v>
                </c:pt>
                <c:pt idx="275">
                  <c:v>1.1866406363295123</c:v>
                </c:pt>
                <c:pt idx="276">
                  <c:v>1.2883865393578948</c:v>
                </c:pt>
                <c:pt idx="277">
                  <c:v>1.4737597156110573</c:v>
                </c:pt>
                <c:pt idx="278">
                  <c:v>1.9477014466649072</c:v>
                </c:pt>
                <c:pt idx="279">
                  <c:v>2.0612314043917399</c:v>
                </c:pt>
                <c:pt idx="280">
                  <c:v>1.8946109664909923</c:v>
                </c:pt>
                <c:pt idx="281">
                  <c:v>1.5431399172418847</c:v>
                </c:pt>
                <c:pt idx="282">
                  <c:v>1.2813645476420752</c:v>
                </c:pt>
                <c:pt idx="283">
                  <c:v>1.1549907742505301</c:v>
                </c:pt>
                <c:pt idx="284">
                  <c:v>1.0916446515703599</c:v>
                </c:pt>
                <c:pt idx="285">
                  <c:v>1.0506127392145941</c:v>
                </c:pt>
                <c:pt idx="286">
                  <c:v>0.96970314828356563</c:v>
                </c:pt>
                <c:pt idx="287">
                  <c:v>1.0168096866818321</c:v>
                </c:pt>
                <c:pt idx="288">
                  <c:v>1.0159532581892909</c:v>
                </c:pt>
                <c:pt idx="289">
                  <c:v>1.015122781762493</c:v>
                </c:pt>
                <c:pt idx="290">
                  <c:v>1.013499975038944</c:v>
                </c:pt>
                <c:pt idx="291">
                  <c:v>1.0067995775745577</c:v>
                </c:pt>
                <c:pt idx="292">
                  <c:v>0.99535695753685982</c:v>
                </c:pt>
                <c:pt idx="293">
                  <c:v>1.0202896446674266</c:v>
                </c:pt>
                <c:pt idx="294">
                  <c:v>0.99874231614372233</c:v>
                </c:pt>
                <c:pt idx="295">
                  <c:v>0.98202085652800641</c:v>
                </c:pt>
                <c:pt idx="296">
                  <c:v>0.99747012414674063</c:v>
                </c:pt>
                <c:pt idx="297">
                  <c:v>1.0271817418553044</c:v>
                </c:pt>
                <c:pt idx="298">
                  <c:v>1.0326271593412517</c:v>
                </c:pt>
                <c:pt idx="299">
                  <c:v>1.0251926392041004</c:v>
                </c:pt>
                <c:pt idx="300">
                  <c:v>1.0244450239174678</c:v>
                </c:pt>
                <c:pt idx="301">
                  <c:v>1.0353761169367186</c:v>
                </c:pt>
                <c:pt idx="302">
                  <c:v>1.051147722709328</c:v>
                </c:pt>
                <c:pt idx="303">
                  <c:v>1.039768044689471</c:v>
                </c:pt>
                <c:pt idx="304">
                  <c:v>1.0096373255933093</c:v>
                </c:pt>
                <c:pt idx="305">
                  <c:v>1.0130001009866383</c:v>
                </c:pt>
                <c:pt idx="306">
                  <c:v>1.0200371247362952</c:v>
                </c:pt>
                <c:pt idx="307">
                  <c:v>1.0085655391720247</c:v>
                </c:pt>
                <c:pt idx="308">
                  <c:v>1.0173231174367381</c:v>
                </c:pt>
                <c:pt idx="309">
                  <c:v>1.0128744655636253</c:v>
                </c:pt>
                <c:pt idx="310">
                  <c:v>1.0105937221863501</c:v>
                </c:pt>
                <c:pt idx="311">
                  <c:v>1.0035133628397745</c:v>
                </c:pt>
                <c:pt idx="312">
                  <c:v>0.98481187869887477</c:v>
                </c:pt>
                <c:pt idx="313">
                  <c:v>0.99881197769317065</c:v>
                </c:pt>
                <c:pt idx="314">
                  <c:v>1.0127011421014822</c:v>
                </c:pt>
                <c:pt idx="315">
                  <c:v>1.021803133217466</c:v>
                </c:pt>
                <c:pt idx="316">
                  <c:v>1.0087982182637136</c:v>
                </c:pt>
                <c:pt idx="317">
                  <c:v>1.0029538649745333</c:v>
                </c:pt>
                <c:pt idx="318">
                  <c:v>1.0187897377672794</c:v>
                </c:pt>
                <c:pt idx="319">
                  <c:v>1.0335529481877022</c:v>
                </c:pt>
                <c:pt idx="320">
                  <c:v>1.0348999092620537</c:v>
                </c:pt>
                <c:pt idx="321">
                  <c:v>1.062778487481401</c:v>
                </c:pt>
                <c:pt idx="322">
                  <c:v>1.1098749420121707</c:v>
                </c:pt>
                <c:pt idx="323">
                  <c:v>1.1553448262192973</c:v>
                </c:pt>
                <c:pt idx="324">
                  <c:v>1.1584831886771201</c:v>
                </c:pt>
                <c:pt idx="325">
                  <c:v>1.1309704616354284</c:v>
                </c:pt>
                <c:pt idx="326">
                  <c:v>1.1072803548189007</c:v>
                </c:pt>
                <c:pt idx="327">
                  <c:v>1.1086313281060145</c:v>
                </c:pt>
                <c:pt idx="328">
                  <c:v>1.1292163056987352</c:v>
                </c:pt>
                <c:pt idx="329">
                  <c:v>1.1723643299502835</c:v>
                </c:pt>
                <c:pt idx="330">
                  <c:v>1.2423402660332432</c:v>
                </c:pt>
                <c:pt idx="331">
                  <c:v>1.3405739069135814</c:v>
                </c:pt>
                <c:pt idx="332">
                  <c:v>1.4107026787101511</c:v>
                </c:pt>
                <c:pt idx="333">
                  <c:v>1.3948368616397455</c:v>
                </c:pt>
                <c:pt idx="334">
                  <c:v>1.3268964318917049</c:v>
                </c:pt>
                <c:pt idx="335">
                  <c:v>1.2381695743073922</c:v>
                </c:pt>
                <c:pt idx="336">
                  <c:v>1.1640195330208278</c:v>
                </c:pt>
                <c:pt idx="337">
                  <c:v>1.11361336082541</c:v>
                </c:pt>
                <c:pt idx="338">
                  <c:v>1.0805796363258782</c:v>
                </c:pt>
                <c:pt idx="339">
                  <c:v>1.0562998649914495</c:v>
                </c:pt>
                <c:pt idx="340">
                  <c:v>1.0403868510854914</c:v>
                </c:pt>
                <c:pt idx="341">
                  <c:v>1.0248807326743707</c:v>
                </c:pt>
                <c:pt idx="342">
                  <c:v>1.0213864102100645</c:v>
                </c:pt>
                <c:pt idx="343">
                  <c:v>1.019586389107064</c:v>
                </c:pt>
                <c:pt idx="344">
                  <c:v>1.0138207739879121</c:v>
                </c:pt>
                <c:pt idx="345">
                  <c:v>1.0164168442546822</c:v>
                </c:pt>
                <c:pt idx="346">
                  <c:v>1.0129240160471444</c:v>
                </c:pt>
                <c:pt idx="347">
                  <c:v>1.0106954761688602</c:v>
                </c:pt>
                <c:pt idx="348">
                  <c:v>1.0094284660040189</c:v>
                </c:pt>
                <c:pt idx="349">
                  <c:v>1.0120750433539203</c:v>
                </c:pt>
                <c:pt idx="350">
                  <c:v>1.0078025804405302</c:v>
                </c:pt>
                <c:pt idx="351">
                  <c:v>1.0004868131233691</c:v>
                </c:pt>
                <c:pt idx="352">
                  <c:v>0.99924353901653595</c:v>
                </c:pt>
                <c:pt idx="353">
                  <c:v>1.0041813880923802</c:v>
                </c:pt>
                <c:pt idx="354">
                  <c:v>1.0063874672354309</c:v>
                </c:pt>
                <c:pt idx="355">
                  <c:v>1.0026854749095897</c:v>
                </c:pt>
                <c:pt idx="356">
                  <c:v>1.0002430157924633</c:v>
                </c:pt>
                <c:pt idx="357">
                  <c:v>1.0089871647524398</c:v>
                </c:pt>
                <c:pt idx="358">
                  <c:v>1.005683323895572</c:v>
                </c:pt>
                <c:pt idx="359">
                  <c:v>1.0149993133128825</c:v>
                </c:pt>
                <c:pt idx="360">
                  <c:v>1.0168548550444649</c:v>
                </c:pt>
                <c:pt idx="361">
                  <c:v>1.0194116049379589</c:v>
                </c:pt>
                <c:pt idx="362">
                  <c:v>1.0194422161255552</c:v>
                </c:pt>
                <c:pt idx="363">
                  <c:v>1.0202833493473156</c:v>
                </c:pt>
                <c:pt idx="364">
                  <c:v>1.0251212675823009</c:v>
                </c:pt>
                <c:pt idx="365">
                  <c:v>1.025465020620709</c:v>
                </c:pt>
                <c:pt idx="366">
                  <c:v>1.0242744945520346</c:v>
                </c:pt>
                <c:pt idx="367">
                  <c:v>1.0252971683577881</c:v>
                </c:pt>
                <c:pt idx="368">
                  <c:v>1.0293046273710045</c:v>
                </c:pt>
                <c:pt idx="369">
                  <c:v>1.0279941856912078</c:v>
                </c:pt>
                <c:pt idx="370">
                  <c:v>1.0234596764221293</c:v>
                </c:pt>
                <c:pt idx="371">
                  <c:v>1.0189940268406161</c:v>
                </c:pt>
                <c:pt idx="372">
                  <c:v>1.0190296481326571</c:v>
                </c:pt>
                <c:pt idx="373">
                  <c:v>1.0181418273442031</c:v>
                </c:pt>
                <c:pt idx="374">
                  <c:v>1.0086096674906544</c:v>
                </c:pt>
                <c:pt idx="375">
                  <c:v>1.008645200176796</c:v>
                </c:pt>
                <c:pt idx="376">
                  <c:v>1.0154167537699934</c:v>
                </c:pt>
                <c:pt idx="377">
                  <c:v>1.0160664948081555</c:v>
                </c:pt>
                <c:pt idx="378">
                  <c:v>1.0152792597807425</c:v>
                </c:pt>
                <c:pt idx="379">
                  <c:v>1.0114908070226689</c:v>
                </c:pt>
                <c:pt idx="380">
                  <c:v>1.0047000543376108</c:v>
                </c:pt>
                <c:pt idx="381">
                  <c:v>1.0053340884746731</c:v>
                </c:pt>
                <c:pt idx="382">
                  <c:v>1.0051316984064125</c:v>
                </c:pt>
                <c:pt idx="383">
                  <c:v>1.0139802207339155</c:v>
                </c:pt>
                <c:pt idx="384">
                  <c:v>1.0077050451311309</c:v>
                </c:pt>
                <c:pt idx="385">
                  <c:v>1.0067612912235249</c:v>
                </c:pt>
                <c:pt idx="386">
                  <c:v>1.0118357360248091</c:v>
                </c:pt>
                <c:pt idx="387">
                  <c:v>1.0104829785761877</c:v>
                </c:pt>
                <c:pt idx="388">
                  <c:v>1.0063184875427882</c:v>
                </c:pt>
                <c:pt idx="389">
                  <c:v>1.0012915869035788</c:v>
                </c:pt>
                <c:pt idx="390">
                  <c:v>0.99990626157839313</c:v>
                </c:pt>
                <c:pt idx="391">
                  <c:v>0.99712733889121374</c:v>
                </c:pt>
                <c:pt idx="392">
                  <c:v>1.0037908459776075</c:v>
                </c:pt>
                <c:pt idx="393">
                  <c:v>1.0021934024776837</c:v>
                </c:pt>
                <c:pt idx="394">
                  <c:v>1.0021949657696314</c:v>
                </c:pt>
                <c:pt idx="395">
                  <c:v>1.0050747970742531</c:v>
                </c:pt>
                <c:pt idx="396">
                  <c:v>1.0124878634004935</c:v>
                </c:pt>
                <c:pt idx="397">
                  <c:v>1.0116814636912776</c:v>
                </c:pt>
                <c:pt idx="398">
                  <c:v>1.0135663520408249</c:v>
                </c:pt>
                <c:pt idx="399">
                  <c:v>1.0076072913178635</c:v>
                </c:pt>
                <c:pt idx="400">
                  <c:v>1.0172539428971419</c:v>
                </c:pt>
                <c:pt idx="401">
                  <c:v>1.0252545084883833</c:v>
                </c:pt>
                <c:pt idx="402">
                  <c:v>1.0315669957773079</c:v>
                </c:pt>
                <c:pt idx="403">
                  <c:v>1.0394612446123486</c:v>
                </c:pt>
                <c:pt idx="404">
                  <c:v>1.0392808980573678</c:v>
                </c:pt>
                <c:pt idx="405">
                  <c:v>1.0358172917313346</c:v>
                </c:pt>
                <c:pt idx="406">
                  <c:v>1.0377979037007274</c:v>
                </c:pt>
                <c:pt idx="407">
                  <c:v>1.0328753384435665</c:v>
                </c:pt>
                <c:pt idx="408">
                  <c:v>1.0315165265452402</c:v>
                </c:pt>
                <c:pt idx="409">
                  <c:v>1.0322546876684373</c:v>
                </c:pt>
                <c:pt idx="410">
                  <c:v>1.0308433729036155</c:v>
                </c:pt>
                <c:pt idx="411">
                  <c:v>1.0294055727171516</c:v>
                </c:pt>
                <c:pt idx="412">
                  <c:v>1.0235482221038761</c:v>
                </c:pt>
                <c:pt idx="413">
                  <c:v>1.0110942973435877</c:v>
                </c:pt>
                <c:pt idx="414">
                  <c:v>1.0053573307483488</c:v>
                </c:pt>
                <c:pt idx="415">
                  <c:v>1.0081479240838693</c:v>
                </c:pt>
                <c:pt idx="416">
                  <c:v>1.0163605820893502</c:v>
                </c:pt>
                <c:pt idx="417">
                  <c:v>1.0205334210028203</c:v>
                </c:pt>
                <c:pt idx="418">
                  <c:v>1.0123494024886126</c:v>
                </c:pt>
                <c:pt idx="419">
                  <c:v>1.0099455502468331</c:v>
                </c:pt>
                <c:pt idx="420">
                  <c:v>1.0044338740435794</c:v>
                </c:pt>
                <c:pt idx="421">
                  <c:v>1.0190940173076537</c:v>
                </c:pt>
                <c:pt idx="422">
                  <c:v>1.0102145603380093</c:v>
                </c:pt>
                <c:pt idx="423">
                  <c:v>1.0054164424966088</c:v>
                </c:pt>
                <c:pt idx="424">
                  <c:v>1.0069245566257146</c:v>
                </c:pt>
                <c:pt idx="425">
                  <c:v>1.0077136648506599</c:v>
                </c:pt>
                <c:pt idx="426">
                  <c:v>1.0074384273992372</c:v>
                </c:pt>
                <c:pt idx="427">
                  <c:v>0.98924406880024074</c:v>
                </c:pt>
                <c:pt idx="428">
                  <c:v>0.99862972030465669</c:v>
                </c:pt>
                <c:pt idx="429">
                  <c:v>1.0083495876697806</c:v>
                </c:pt>
                <c:pt idx="430">
                  <c:v>1.0183401462724768</c:v>
                </c:pt>
                <c:pt idx="431">
                  <c:v>1.0248415000467426</c:v>
                </c:pt>
                <c:pt idx="432">
                  <c:v>1.017796785649123</c:v>
                </c:pt>
                <c:pt idx="433">
                  <c:v>1.0158784920152699</c:v>
                </c:pt>
                <c:pt idx="434">
                  <c:v>1.0120600164815921</c:v>
                </c:pt>
                <c:pt idx="435">
                  <c:v>1.000747508722984</c:v>
                </c:pt>
                <c:pt idx="436">
                  <c:v>1.0787571764240564</c:v>
                </c:pt>
                <c:pt idx="437">
                  <c:v>1.027418985441187</c:v>
                </c:pt>
                <c:pt idx="438">
                  <c:v>1.0229676160337438</c:v>
                </c:pt>
                <c:pt idx="439">
                  <c:v>0.93699853534276323</c:v>
                </c:pt>
                <c:pt idx="440">
                  <c:v>0.94777722449463175</c:v>
                </c:pt>
                <c:pt idx="441">
                  <c:v>0.93610318563361883</c:v>
                </c:pt>
                <c:pt idx="442">
                  <c:v>0.95526490817139209</c:v>
                </c:pt>
                <c:pt idx="443">
                  <c:v>1.0181496590734038</c:v>
                </c:pt>
                <c:pt idx="444">
                  <c:v>1.0209943196426816</c:v>
                </c:pt>
                <c:pt idx="445">
                  <c:v>0.99738777679175372</c:v>
                </c:pt>
                <c:pt idx="446">
                  <c:v>1.0107816114260442</c:v>
                </c:pt>
                <c:pt idx="447">
                  <c:v>1.0236558860138476</c:v>
                </c:pt>
                <c:pt idx="448">
                  <c:v>0.9922670285260482</c:v>
                </c:pt>
                <c:pt idx="449">
                  <c:v>1.0217948902880722</c:v>
                </c:pt>
                <c:pt idx="450">
                  <c:v>1.0378571062055155</c:v>
                </c:pt>
                <c:pt idx="451">
                  <c:v>1.0220229739165154</c:v>
                </c:pt>
                <c:pt idx="452">
                  <c:v>1.0017793910903841</c:v>
                </c:pt>
                <c:pt idx="453">
                  <c:v>1.0044273146262732</c:v>
                </c:pt>
                <c:pt idx="454">
                  <c:v>1.01774943396831</c:v>
                </c:pt>
                <c:pt idx="455">
                  <c:v>1.0045384780391431</c:v>
                </c:pt>
                <c:pt idx="456">
                  <c:v>0.98997206175129904</c:v>
                </c:pt>
                <c:pt idx="457">
                  <c:v>0.99544600990671073</c:v>
                </c:pt>
                <c:pt idx="458">
                  <c:v>0.98764899916419346</c:v>
                </c:pt>
                <c:pt idx="459">
                  <c:v>0.99146035783762565</c:v>
                </c:pt>
                <c:pt idx="460">
                  <c:v>0.99954660764546277</c:v>
                </c:pt>
                <c:pt idx="461">
                  <c:v>1.0099374458179227</c:v>
                </c:pt>
                <c:pt idx="462">
                  <c:v>1.0140981646487142</c:v>
                </c:pt>
                <c:pt idx="463">
                  <c:v>1.0147304795732537</c:v>
                </c:pt>
                <c:pt idx="464">
                  <c:v>1.0085585212406956</c:v>
                </c:pt>
                <c:pt idx="465">
                  <c:v>1.0089498436035336</c:v>
                </c:pt>
                <c:pt idx="466">
                  <c:v>1.0110485853020383</c:v>
                </c:pt>
                <c:pt idx="467">
                  <c:v>1.0271948211183501</c:v>
                </c:pt>
                <c:pt idx="468">
                  <c:v>1.0237747400746804</c:v>
                </c:pt>
                <c:pt idx="469">
                  <c:v>1.0127730866507474</c:v>
                </c:pt>
                <c:pt idx="470">
                  <c:v>1.0110482463629671</c:v>
                </c:pt>
                <c:pt idx="471">
                  <c:v>1.009404254226959</c:v>
                </c:pt>
                <c:pt idx="472">
                  <c:v>1.0055597238274896</c:v>
                </c:pt>
                <c:pt idx="473">
                  <c:v>1.0144407245183611</c:v>
                </c:pt>
                <c:pt idx="474">
                  <c:v>1.0210933500691008</c:v>
                </c:pt>
                <c:pt idx="475">
                  <c:v>1.0195490610761462</c:v>
                </c:pt>
                <c:pt idx="476">
                  <c:v>1.0296981098252334</c:v>
                </c:pt>
                <c:pt idx="477">
                  <c:v>1.0398034457571408</c:v>
                </c:pt>
                <c:pt idx="478">
                  <c:v>1.0322351427554937</c:v>
                </c:pt>
                <c:pt idx="479">
                  <c:v>1.021407950906372</c:v>
                </c:pt>
                <c:pt idx="480">
                  <c:v>1.0274825201722773</c:v>
                </c:pt>
                <c:pt idx="481">
                  <c:v>1.028345610452047</c:v>
                </c:pt>
                <c:pt idx="482">
                  <c:v>1.0232154286689408</c:v>
                </c:pt>
                <c:pt idx="483">
                  <c:v>1.0174318979530916</c:v>
                </c:pt>
                <c:pt idx="484">
                  <c:v>1.019969429829193</c:v>
                </c:pt>
                <c:pt idx="485">
                  <c:v>1.0165765860669327</c:v>
                </c:pt>
                <c:pt idx="486">
                  <c:v>1.0228184966063976</c:v>
                </c:pt>
                <c:pt idx="487">
                  <c:v>1.0251415815600409</c:v>
                </c:pt>
                <c:pt idx="488">
                  <c:v>1.0252680729332466</c:v>
                </c:pt>
                <c:pt idx="489">
                  <c:v>1.0280136669455442</c:v>
                </c:pt>
                <c:pt idx="490">
                  <c:v>1.0284562697575672</c:v>
                </c:pt>
                <c:pt idx="491">
                  <c:v>1.0363508644136907</c:v>
                </c:pt>
                <c:pt idx="492">
                  <c:v>1.0423120628615052</c:v>
                </c:pt>
                <c:pt idx="493">
                  <c:v>1.0406541036829553</c:v>
                </c:pt>
                <c:pt idx="494">
                  <c:v>1.0352185498401336</c:v>
                </c:pt>
                <c:pt idx="495">
                  <c:v>1.0284075347924226</c:v>
                </c:pt>
                <c:pt idx="496">
                  <c:v>1.0277472763200333</c:v>
                </c:pt>
                <c:pt idx="497">
                  <c:v>1.0349957619196166</c:v>
                </c:pt>
                <c:pt idx="498">
                  <c:v>1.0338165017039311</c:v>
                </c:pt>
                <c:pt idx="499">
                  <c:v>1.0334773837003355</c:v>
                </c:pt>
                <c:pt idx="500">
                  <c:v>1.0364771321215194</c:v>
                </c:pt>
                <c:pt idx="501">
                  <c:v>1.0454064527062108</c:v>
                </c:pt>
                <c:pt idx="502">
                  <c:v>1.0495741060239405</c:v>
                </c:pt>
                <c:pt idx="503">
                  <c:v>1.0584894802121247</c:v>
                </c:pt>
                <c:pt idx="504">
                  <c:v>1.0668352543872273</c:v>
                </c:pt>
                <c:pt idx="505">
                  <c:v>1.0780263756122652</c:v>
                </c:pt>
                <c:pt idx="506">
                  <c:v>1.0934839586365781</c:v>
                </c:pt>
                <c:pt idx="507">
                  <c:v>1.1254976520228106</c:v>
                </c:pt>
                <c:pt idx="508">
                  <c:v>1.1815327384999663</c:v>
                </c:pt>
                <c:pt idx="509">
                  <c:v>1.2541127176601343</c:v>
                </c:pt>
                <c:pt idx="510">
                  <c:v>1.3374034467536566</c:v>
                </c:pt>
                <c:pt idx="511">
                  <c:v>1.4072347504808334</c:v>
                </c:pt>
                <c:pt idx="512">
                  <c:v>1.4690719645896841</c:v>
                </c:pt>
                <c:pt idx="513">
                  <c:v>1.5227676763917397</c:v>
                </c:pt>
                <c:pt idx="514">
                  <c:v>1.5443053996703477</c:v>
                </c:pt>
                <c:pt idx="515">
                  <c:v>1.541970140438184</c:v>
                </c:pt>
                <c:pt idx="516">
                  <c:v>1.5381131308010554</c:v>
                </c:pt>
                <c:pt idx="517">
                  <c:v>1.501673044547978</c:v>
                </c:pt>
                <c:pt idx="518">
                  <c:v>1.4458199046934999</c:v>
                </c:pt>
                <c:pt idx="519">
                  <c:v>1.3905884582389088</c:v>
                </c:pt>
                <c:pt idx="520">
                  <c:v>1.337914449878971</c:v>
                </c:pt>
                <c:pt idx="521">
                  <c:v>1.2989284873107274</c:v>
                </c:pt>
                <c:pt idx="522">
                  <c:v>1.2725106194944602</c:v>
                </c:pt>
                <c:pt idx="523">
                  <c:v>1.2546862094507756</c:v>
                </c:pt>
                <c:pt idx="524">
                  <c:v>1.2365066050243976</c:v>
                </c:pt>
                <c:pt idx="525">
                  <c:v>1.2380464138278009</c:v>
                </c:pt>
                <c:pt idx="526">
                  <c:v>1.2317164221423718</c:v>
                </c:pt>
                <c:pt idx="527">
                  <c:v>1.2357784331410377</c:v>
                </c:pt>
                <c:pt idx="528">
                  <c:v>1.261911605901441</c:v>
                </c:pt>
                <c:pt idx="529">
                  <c:v>1.2760773734103523</c:v>
                </c:pt>
                <c:pt idx="530">
                  <c:v>1.2986112541040196</c:v>
                </c:pt>
                <c:pt idx="531">
                  <c:v>1.3141081678246258</c:v>
                </c:pt>
                <c:pt idx="532">
                  <c:v>1.3387484946287838</c:v>
                </c:pt>
                <c:pt idx="533">
                  <c:v>1.3501528412192205</c:v>
                </c:pt>
                <c:pt idx="534">
                  <c:v>1.3710262026260223</c:v>
                </c:pt>
                <c:pt idx="535">
                  <c:v>1.3953812012292492</c:v>
                </c:pt>
                <c:pt idx="536">
                  <c:v>1.4233129739572581</c:v>
                </c:pt>
                <c:pt idx="537">
                  <c:v>1.4609540813466997</c:v>
                </c:pt>
                <c:pt idx="538">
                  <c:v>1.5108425266914702</c:v>
                </c:pt>
                <c:pt idx="539">
                  <c:v>1.5637214813568519</c:v>
                </c:pt>
                <c:pt idx="540">
                  <c:v>1.618871940298936</c:v>
                </c:pt>
                <c:pt idx="541">
                  <c:v>1.68741121516835</c:v>
                </c:pt>
                <c:pt idx="542">
                  <c:v>1.7721108296766015</c:v>
                </c:pt>
                <c:pt idx="543">
                  <c:v>1.8584829381719024</c:v>
                </c:pt>
                <c:pt idx="544">
                  <c:v>1.9502897436995754</c:v>
                </c:pt>
                <c:pt idx="545">
                  <c:v>2.054126415616027</c:v>
                </c:pt>
                <c:pt idx="546">
                  <c:v>2.1277060207251006</c:v>
                </c:pt>
                <c:pt idx="547">
                  <c:v>2.2298621604649482</c:v>
                </c:pt>
                <c:pt idx="548">
                  <c:v>2.3258754717068437</c:v>
                </c:pt>
                <c:pt idx="549">
                  <c:v>2.3735337874286522</c:v>
                </c:pt>
                <c:pt idx="550">
                  <c:v>2.4331892662201078</c:v>
                </c:pt>
                <c:pt idx="551">
                  <c:v>2.4563303330332067</c:v>
                </c:pt>
                <c:pt idx="552">
                  <c:v>2.4533303265365864</c:v>
                </c:pt>
                <c:pt idx="553">
                  <c:v>2.4123413957842708</c:v>
                </c:pt>
                <c:pt idx="554">
                  <c:v>2.321836887075662</c:v>
                </c:pt>
                <c:pt idx="555">
                  <c:v>2.2674663527441723</c:v>
                </c:pt>
                <c:pt idx="556">
                  <c:v>2.1470563654368009</c:v>
                </c:pt>
                <c:pt idx="557">
                  <c:v>2.0253324094186915</c:v>
                </c:pt>
                <c:pt idx="558">
                  <c:v>1.9073920182099124</c:v>
                </c:pt>
                <c:pt idx="559">
                  <c:v>1.8122460606539805</c:v>
                </c:pt>
                <c:pt idx="560">
                  <c:v>1.714340031053841</c:v>
                </c:pt>
                <c:pt idx="561">
                  <c:v>1.6039827907867408</c:v>
                </c:pt>
                <c:pt idx="562">
                  <c:v>1.5013539394341147</c:v>
                </c:pt>
                <c:pt idx="563">
                  <c:v>1.4026081943066067</c:v>
                </c:pt>
                <c:pt idx="564">
                  <c:v>1.340351425242581</c:v>
                </c:pt>
                <c:pt idx="565">
                  <c:v>1.3010383193709254</c:v>
                </c:pt>
                <c:pt idx="566">
                  <c:v>1.247280173959636</c:v>
                </c:pt>
                <c:pt idx="567">
                  <c:v>1.1970481510677526</c:v>
                </c:pt>
                <c:pt idx="568">
                  <c:v>1.1313626674765054</c:v>
                </c:pt>
                <c:pt idx="569">
                  <c:v>1.1248086800775239</c:v>
                </c:pt>
                <c:pt idx="570">
                  <c:v>1.0821643502549707</c:v>
                </c:pt>
                <c:pt idx="571">
                  <c:v>1.0475509425768257</c:v>
                </c:pt>
                <c:pt idx="572">
                  <c:v>1.0461601878216584</c:v>
                </c:pt>
                <c:pt idx="573">
                  <c:v>1.0875390223821739</c:v>
                </c:pt>
                <c:pt idx="574">
                  <c:v>1.0975809440181945</c:v>
                </c:pt>
                <c:pt idx="575">
                  <c:v>1.0241714209438002</c:v>
                </c:pt>
                <c:pt idx="576">
                  <c:v>0.97719440716535222</c:v>
                </c:pt>
                <c:pt idx="577">
                  <c:v>0.98992664391574559</c:v>
                </c:pt>
                <c:pt idx="578">
                  <c:v>1.0646236167294327</c:v>
                </c:pt>
                <c:pt idx="579">
                  <c:v>1.1488404168318811</c:v>
                </c:pt>
                <c:pt idx="580">
                  <c:v>1.0660536161557479</c:v>
                </c:pt>
                <c:pt idx="581">
                  <c:v>0.9066791312743161</c:v>
                </c:pt>
                <c:pt idx="582">
                  <c:v>0.76604221679173334</c:v>
                </c:pt>
                <c:pt idx="583">
                  <c:v>1.0477648595843905</c:v>
                </c:pt>
                <c:pt idx="584">
                  <c:v>1.2375330432904963</c:v>
                </c:pt>
                <c:pt idx="585">
                  <c:v>0.81177456027524475</c:v>
                </c:pt>
                <c:pt idx="586">
                  <c:v>1.1101616810254795</c:v>
                </c:pt>
                <c:pt idx="587">
                  <c:v>0.98394334818893525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9-37F8-4EA4-8385-84A4706AD5FD}"/>
            </c:ext>
          </c:extLst>
        </c:ser>
        <c:ser>
          <c:idx val="26"/>
          <c:order val="26"/>
          <c:tx>
            <c:strRef>
              <c:f>'Fully separated 0.5%'!$AB$1</c:f>
              <c:strCache>
                <c:ptCount val="1"/>
                <c:pt idx="0">
                  <c:v>F7/O-PTIR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0.5%'!$A$2:$A$589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0.5%'!$AB$2:$AB$589</c:f>
              <c:numCache>
                <c:formatCode>General</c:formatCode>
                <c:ptCount val="588"/>
                <c:pt idx="0">
                  <c:v>0.68536304123537384</c:v>
                </c:pt>
                <c:pt idx="1">
                  <c:v>0.70001525696834843</c:v>
                </c:pt>
                <c:pt idx="2">
                  <c:v>0.74477478207917081</c:v>
                </c:pt>
                <c:pt idx="3">
                  <c:v>0.78841389972573717</c:v>
                </c:pt>
                <c:pt idx="4">
                  <c:v>0.77728596392731109</c:v>
                </c:pt>
                <c:pt idx="5">
                  <c:v>0.80375658147428553</c:v>
                </c:pt>
                <c:pt idx="6">
                  <c:v>0.81781906845434915</c:v>
                </c:pt>
                <c:pt idx="7">
                  <c:v>0.80670343240995668</c:v>
                </c:pt>
                <c:pt idx="8">
                  <c:v>0.78807334722161404</c:v>
                </c:pt>
                <c:pt idx="9">
                  <c:v>0.79488821830127743</c:v>
                </c:pt>
                <c:pt idx="10">
                  <c:v>0.81227198289092772</c:v>
                </c:pt>
                <c:pt idx="11">
                  <c:v>0.80561466339086962</c:v>
                </c:pt>
                <c:pt idx="12">
                  <c:v>0.80810998211908414</c:v>
                </c:pt>
                <c:pt idx="13">
                  <c:v>0.82683893057089231</c:v>
                </c:pt>
                <c:pt idx="14">
                  <c:v>0.8447894350096381</c:v>
                </c:pt>
                <c:pt idx="15">
                  <c:v>0.8403550735137636</c:v>
                </c:pt>
                <c:pt idx="16">
                  <c:v>0.82959503862286199</c:v>
                </c:pt>
                <c:pt idx="17">
                  <c:v>0.82493237826431487</c:v>
                </c:pt>
                <c:pt idx="18">
                  <c:v>0.82571819188817397</c:v>
                </c:pt>
                <c:pt idx="19">
                  <c:v>0.81626031732437121</c:v>
                </c:pt>
                <c:pt idx="20">
                  <c:v>0.81402626731505534</c:v>
                </c:pt>
                <c:pt idx="21">
                  <c:v>0.82425447430818577</c:v>
                </c:pt>
                <c:pt idx="22">
                  <c:v>0.83416864479629993</c:v>
                </c:pt>
                <c:pt idx="23">
                  <c:v>0.84440715660594634</c:v>
                </c:pt>
                <c:pt idx="24">
                  <c:v>0.84973412571016715</c:v>
                </c:pt>
                <c:pt idx="25">
                  <c:v>0.83617046163416353</c:v>
                </c:pt>
                <c:pt idx="26">
                  <c:v>0.8313001251203892</c:v>
                </c:pt>
                <c:pt idx="27">
                  <c:v>0.82739464106308436</c:v>
                </c:pt>
                <c:pt idx="28">
                  <c:v>0.82184025779813774</c:v>
                </c:pt>
                <c:pt idx="29">
                  <c:v>0.81873932517759584</c:v>
                </c:pt>
                <c:pt idx="30">
                  <c:v>0.8234423789351194</c:v>
                </c:pt>
                <c:pt idx="31">
                  <c:v>0.83832646502458563</c:v>
                </c:pt>
                <c:pt idx="32">
                  <c:v>0.84439993952996828</c:v>
                </c:pt>
                <c:pt idx="33">
                  <c:v>0.84752429714047584</c:v>
                </c:pt>
                <c:pt idx="34">
                  <c:v>0.85113538028202806</c:v>
                </c:pt>
                <c:pt idx="35">
                  <c:v>0.85017434991229346</c:v>
                </c:pt>
                <c:pt idx="36">
                  <c:v>0.84656667047626</c:v>
                </c:pt>
                <c:pt idx="37">
                  <c:v>0.84947822022443642</c:v>
                </c:pt>
                <c:pt idx="38">
                  <c:v>0.85632919956421416</c:v>
                </c:pt>
                <c:pt idx="39">
                  <c:v>0.86458507252080541</c:v>
                </c:pt>
                <c:pt idx="40">
                  <c:v>0.87262354413796328</c:v>
                </c:pt>
                <c:pt idx="41">
                  <c:v>0.88232445351742861</c:v>
                </c:pt>
                <c:pt idx="42">
                  <c:v>0.89865139696093443</c:v>
                </c:pt>
                <c:pt idx="43">
                  <c:v>0.92418718989235604</c:v>
                </c:pt>
                <c:pt idx="44">
                  <c:v>0.95688418747718074</c:v>
                </c:pt>
                <c:pt idx="45">
                  <c:v>1.0133212509486791</c:v>
                </c:pt>
                <c:pt idx="46">
                  <c:v>1.0676519044573496</c:v>
                </c:pt>
                <c:pt idx="47">
                  <c:v>1.0833927829798058</c:v>
                </c:pt>
                <c:pt idx="48">
                  <c:v>1.0497312075011844</c:v>
                </c:pt>
                <c:pt idx="49">
                  <c:v>0.97745186035996956</c:v>
                </c:pt>
                <c:pt idx="50">
                  <c:v>0.90965591247966993</c:v>
                </c:pt>
                <c:pt idx="51">
                  <c:v>0.86384479925650859</c:v>
                </c:pt>
                <c:pt idx="52">
                  <c:v>0.84331870300707323</c:v>
                </c:pt>
                <c:pt idx="53">
                  <c:v>0.83162441196520076</c:v>
                </c:pt>
                <c:pt idx="54">
                  <c:v>0.82712736083803984</c:v>
                </c:pt>
                <c:pt idx="55">
                  <c:v>0.82590860546009803</c:v>
                </c:pt>
                <c:pt idx="56">
                  <c:v>0.83335588698630803</c:v>
                </c:pt>
                <c:pt idx="57">
                  <c:v>0.83421798763097776</c:v>
                </c:pt>
                <c:pt idx="58">
                  <c:v>0.83636769569153813</c:v>
                </c:pt>
                <c:pt idx="59">
                  <c:v>0.84290593507225564</c:v>
                </c:pt>
                <c:pt idx="60">
                  <c:v>0.84628269422580915</c:v>
                </c:pt>
                <c:pt idx="61">
                  <c:v>0.85026100712168495</c:v>
                </c:pt>
                <c:pt idx="62">
                  <c:v>0.8623838469148708</c:v>
                </c:pt>
                <c:pt idx="63">
                  <c:v>0.87567388313831651</c:v>
                </c:pt>
                <c:pt idx="64">
                  <c:v>0.89771737832846665</c:v>
                </c:pt>
                <c:pt idx="65">
                  <c:v>0.91513772621523692</c:v>
                </c:pt>
                <c:pt idx="66">
                  <c:v>0.93129399627138654</c:v>
                </c:pt>
                <c:pt idx="67">
                  <c:v>0.9365455085800225</c:v>
                </c:pt>
                <c:pt idx="68">
                  <c:v>0.93482854179921193</c:v>
                </c:pt>
                <c:pt idx="69">
                  <c:v>0.9233013635462215</c:v>
                </c:pt>
                <c:pt idx="70">
                  <c:v>0.90458125339760409</c:v>
                </c:pt>
                <c:pt idx="71">
                  <c:v>0.88949182057749421</c:v>
                </c:pt>
                <c:pt idx="72">
                  <c:v>0.88033280203567565</c:v>
                </c:pt>
                <c:pt idx="73">
                  <c:v>0.87230628043200376</c:v>
                </c:pt>
                <c:pt idx="74">
                  <c:v>0.85960203456693496</c:v>
                </c:pt>
                <c:pt idx="75">
                  <c:v>0.84907787734011086</c:v>
                </c:pt>
                <c:pt idx="76">
                  <c:v>0.84229267537215724</c:v>
                </c:pt>
                <c:pt idx="77">
                  <c:v>0.83735567242647435</c:v>
                </c:pt>
                <c:pt idx="78">
                  <c:v>0.8320867842229559</c:v>
                </c:pt>
                <c:pt idx="79">
                  <c:v>0.83258538132100801</c:v>
                </c:pt>
                <c:pt idx="80">
                  <c:v>0.83081867947312971</c:v>
                </c:pt>
                <c:pt idx="81">
                  <c:v>0.82991934725836181</c:v>
                </c:pt>
                <c:pt idx="82">
                  <c:v>0.82764525359061736</c:v>
                </c:pt>
                <c:pt idx="83">
                  <c:v>0.82627648239786544</c:v>
                </c:pt>
                <c:pt idx="84">
                  <c:v>0.82555361771448388</c:v>
                </c:pt>
                <c:pt idx="85">
                  <c:v>0.82309358846126923</c:v>
                </c:pt>
                <c:pt idx="86">
                  <c:v>0.81943738116230203</c:v>
                </c:pt>
                <c:pt idx="87">
                  <c:v>0.81923758451997875</c:v>
                </c:pt>
                <c:pt idx="88">
                  <c:v>0.82137143985477157</c:v>
                </c:pt>
                <c:pt idx="89">
                  <c:v>0.82095975055902703</c:v>
                </c:pt>
                <c:pt idx="90">
                  <c:v>0.81880476261468182</c:v>
                </c:pt>
                <c:pt idx="91">
                  <c:v>0.8159524268830014</c:v>
                </c:pt>
                <c:pt idx="92">
                  <c:v>0.81565239961151914</c:v>
                </c:pt>
                <c:pt idx="93">
                  <c:v>0.81401376817622328</c:v>
                </c:pt>
                <c:pt idx="94">
                  <c:v>0.81142701626450009</c:v>
                </c:pt>
                <c:pt idx="95">
                  <c:v>0.81114067681389879</c:v>
                </c:pt>
                <c:pt idx="96">
                  <c:v>0.80942651340514338</c:v>
                </c:pt>
                <c:pt idx="97">
                  <c:v>0.80860805841968497</c:v>
                </c:pt>
                <c:pt idx="98">
                  <c:v>0.80909258472550849</c:v>
                </c:pt>
                <c:pt idx="99">
                  <c:v>0.80432051740655874</c:v>
                </c:pt>
                <c:pt idx="100">
                  <c:v>0.80121999880909534</c:v>
                </c:pt>
                <c:pt idx="101">
                  <c:v>0.7992930668974394</c:v>
                </c:pt>
                <c:pt idx="102">
                  <c:v>0.80127009029010943</c:v>
                </c:pt>
                <c:pt idx="103">
                  <c:v>0.80537997277453977</c:v>
                </c:pt>
                <c:pt idx="104">
                  <c:v>0.81024499236035907</c:v>
                </c:pt>
                <c:pt idx="105">
                  <c:v>0.81681537845405072</c:v>
                </c:pt>
                <c:pt idx="106">
                  <c:v>0.82456354035719159</c:v>
                </c:pt>
                <c:pt idx="107">
                  <c:v>0.83592954160480437</c:v>
                </c:pt>
                <c:pt idx="108">
                  <c:v>0.85232324300110995</c:v>
                </c:pt>
                <c:pt idx="109">
                  <c:v>0.87358224726218314</c:v>
                </c:pt>
                <c:pt idx="110">
                  <c:v>0.88545975876975824</c:v>
                </c:pt>
                <c:pt idx="111">
                  <c:v>0.87141608723192587</c:v>
                </c:pt>
                <c:pt idx="112">
                  <c:v>0.85123095424108874</c:v>
                </c:pt>
                <c:pt idx="113">
                  <c:v>0.83622346094634481</c:v>
                </c:pt>
                <c:pt idx="114">
                  <c:v>0.82631653586210385</c:v>
                </c:pt>
                <c:pt idx="115">
                  <c:v>0.821758065500787</c:v>
                </c:pt>
                <c:pt idx="116">
                  <c:v>0.82368496595213669</c:v>
                </c:pt>
                <c:pt idx="117">
                  <c:v>0.82323119883720708</c:v>
                </c:pt>
                <c:pt idx="118">
                  <c:v>0.82293416778537154</c:v>
                </c:pt>
                <c:pt idx="119">
                  <c:v>0.82843419635732207</c:v>
                </c:pt>
                <c:pt idx="120">
                  <c:v>0.83291628163973086</c:v>
                </c:pt>
                <c:pt idx="121">
                  <c:v>0.8449642486277793</c:v>
                </c:pt>
                <c:pt idx="122">
                  <c:v>0.86211630520156635</c:v>
                </c:pt>
                <c:pt idx="123">
                  <c:v>0.8738598431990876</c:v>
                </c:pt>
                <c:pt idx="124">
                  <c:v>0.8698339437980146</c:v>
                </c:pt>
                <c:pt idx="125">
                  <c:v>0.85738606538126927</c:v>
                </c:pt>
                <c:pt idx="126">
                  <c:v>0.85296416815912535</c:v>
                </c:pt>
                <c:pt idx="127">
                  <c:v>0.84301347211921518</c:v>
                </c:pt>
                <c:pt idx="128">
                  <c:v>0.83744141442695563</c:v>
                </c:pt>
                <c:pt idx="129">
                  <c:v>0.83881372660656284</c:v>
                </c:pt>
                <c:pt idx="130">
                  <c:v>0.84138477070059614</c:v>
                </c:pt>
                <c:pt idx="131">
                  <c:v>0.83539199800948161</c:v>
                </c:pt>
                <c:pt idx="132">
                  <c:v>0.8282521395143766</c:v>
                </c:pt>
                <c:pt idx="133">
                  <c:v>0.82053011445236546</c:v>
                </c:pt>
                <c:pt idx="134">
                  <c:v>0.82580440238845465</c:v>
                </c:pt>
                <c:pt idx="135">
                  <c:v>0.82391827885219626</c:v>
                </c:pt>
                <c:pt idx="136">
                  <c:v>0.81111753728195024</c:v>
                </c:pt>
                <c:pt idx="137">
                  <c:v>0.81871118468267323</c:v>
                </c:pt>
                <c:pt idx="138">
                  <c:v>0.81540406094231443</c:v>
                </c:pt>
                <c:pt idx="139">
                  <c:v>0.81718118527642591</c:v>
                </c:pt>
                <c:pt idx="140">
                  <c:v>0.81880075530709606</c:v>
                </c:pt>
                <c:pt idx="141">
                  <c:v>0.82028282718387324</c:v>
                </c:pt>
                <c:pt idx="142">
                  <c:v>0.8124612437354386</c:v>
                </c:pt>
                <c:pt idx="143">
                  <c:v>0.81487131456702988</c:v>
                </c:pt>
                <c:pt idx="144">
                  <c:v>0.80806529050683262</c:v>
                </c:pt>
                <c:pt idx="145">
                  <c:v>0.80317000528921023</c:v>
                </c:pt>
                <c:pt idx="146">
                  <c:v>0.80737452459691061</c:v>
                </c:pt>
                <c:pt idx="147">
                  <c:v>0.8130976113709879</c:v>
                </c:pt>
                <c:pt idx="148">
                  <c:v>0.80876746438686797</c:v>
                </c:pt>
                <c:pt idx="149">
                  <c:v>0.80991404519165633</c:v>
                </c:pt>
                <c:pt idx="150">
                  <c:v>0.809321202276998</c:v>
                </c:pt>
                <c:pt idx="151">
                  <c:v>0.80672170226782847</c:v>
                </c:pt>
                <c:pt idx="152">
                  <c:v>0.8137648019351944</c:v>
                </c:pt>
                <c:pt idx="153">
                  <c:v>0.81712041104664479</c:v>
                </c:pt>
                <c:pt idx="154">
                  <c:v>0.80429345446117451</c:v>
                </c:pt>
                <c:pt idx="155">
                  <c:v>0.80351083589699335</c:v>
                </c:pt>
                <c:pt idx="156">
                  <c:v>0.80874981501884668</c:v>
                </c:pt>
                <c:pt idx="157">
                  <c:v>0.80438690083190223</c:v>
                </c:pt>
                <c:pt idx="158">
                  <c:v>0.80749698063864228</c:v>
                </c:pt>
                <c:pt idx="159">
                  <c:v>0.81210046184579476</c:v>
                </c:pt>
                <c:pt idx="160">
                  <c:v>0.81268097014131802</c:v>
                </c:pt>
                <c:pt idx="161">
                  <c:v>0.81088196577704419</c:v>
                </c:pt>
                <c:pt idx="162">
                  <c:v>0.81054486055981645</c:v>
                </c:pt>
                <c:pt idx="163">
                  <c:v>0.81418712072871136</c:v>
                </c:pt>
                <c:pt idx="164">
                  <c:v>0.81616040701833104</c:v>
                </c:pt>
                <c:pt idx="165">
                  <c:v>0.8148385424613005</c:v>
                </c:pt>
                <c:pt idx="166">
                  <c:v>0.80844726057228411</c:v>
                </c:pt>
                <c:pt idx="167">
                  <c:v>0.80685238592871011</c:v>
                </c:pt>
                <c:pt idx="168">
                  <c:v>0.81096504931354807</c:v>
                </c:pt>
                <c:pt idx="169">
                  <c:v>0.81848570335600312</c:v>
                </c:pt>
                <c:pt idx="170">
                  <c:v>0.82768171812848601</c:v>
                </c:pt>
                <c:pt idx="171">
                  <c:v>0.83017272938238285</c:v>
                </c:pt>
                <c:pt idx="172">
                  <c:v>0.83191295554392763</c:v>
                </c:pt>
                <c:pt idx="173">
                  <c:v>0.83597342805112174</c:v>
                </c:pt>
                <c:pt idx="174">
                  <c:v>0.83082194371824314</c:v>
                </c:pt>
                <c:pt idx="175">
                  <c:v>0.83066207415416571</c:v>
                </c:pt>
                <c:pt idx="176">
                  <c:v>0.83563395963374354</c:v>
                </c:pt>
                <c:pt idx="177">
                  <c:v>0.83971656276401596</c:v>
                </c:pt>
                <c:pt idx="178">
                  <c:v>0.84271437313105624</c:v>
                </c:pt>
                <c:pt idx="179">
                  <c:v>0.84212331378423844</c:v>
                </c:pt>
                <c:pt idx="180">
                  <c:v>0.84323815590669204</c:v>
                </c:pt>
                <c:pt idx="181">
                  <c:v>0.84339466534662755</c:v>
                </c:pt>
                <c:pt idx="182">
                  <c:v>0.8459505867029522</c:v>
                </c:pt>
                <c:pt idx="183">
                  <c:v>0.85078366985594012</c:v>
                </c:pt>
                <c:pt idx="184">
                  <c:v>0.85335893262723594</c:v>
                </c:pt>
                <c:pt idx="185">
                  <c:v>0.86102383339976307</c:v>
                </c:pt>
                <c:pt idx="186">
                  <c:v>0.8659427849392245</c:v>
                </c:pt>
                <c:pt idx="187">
                  <c:v>0.86596162952650124</c:v>
                </c:pt>
                <c:pt idx="188">
                  <c:v>0.87133554884782005</c:v>
                </c:pt>
                <c:pt idx="189">
                  <c:v>0.87493795057913726</c:v>
                </c:pt>
                <c:pt idx="190">
                  <c:v>0.87167686075743189</c:v>
                </c:pt>
                <c:pt idx="191">
                  <c:v>0.86418603707778008</c:v>
                </c:pt>
                <c:pt idx="192">
                  <c:v>0.86506506037101472</c:v>
                </c:pt>
                <c:pt idx="193">
                  <c:v>0.87298848151187347</c:v>
                </c:pt>
                <c:pt idx="194">
                  <c:v>0.87790871870194698</c:v>
                </c:pt>
                <c:pt idx="195">
                  <c:v>0.88134844858666639</c:v>
                </c:pt>
                <c:pt idx="196">
                  <c:v>0.88252498014781133</c:v>
                </c:pt>
                <c:pt idx="197">
                  <c:v>0.88296936201327259</c:v>
                </c:pt>
                <c:pt idx="198">
                  <c:v>0.87735093809436293</c:v>
                </c:pt>
                <c:pt idx="199">
                  <c:v>0.86954769259970077</c:v>
                </c:pt>
                <c:pt idx="200">
                  <c:v>0.8630040404119993</c:v>
                </c:pt>
                <c:pt idx="201">
                  <c:v>0.85719768488056747</c:v>
                </c:pt>
                <c:pt idx="202">
                  <c:v>0.85391272989699174</c:v>
                </c:pt>
                <c:pt idx="203">
                  <c:v>0.86006051064961486</c:v>
                </c:pt>
                <c:pt idx="204">
                  <c:v>0.86663398993151641</c:v>
                </c:pt>
                <c:pt idx="205">
                  <c:v>0.87439591156480989</c:v>
                </c:pt>
                <c:pt idx="206">
                  <c:v>0.87770652726297504</c:v>
                </c:pt>
                <c:pt idx="207">
                  <c:v>0.87734772178876386</c:v>
                </c:pt>
                <c:pt idx="208">
                  <c:v>0.88108775350763835</c:v>
                </c:pt>
                <c:pt idx="209">
                  <c:v>0.88144162557000971</c:v>
                </c:pt>
                <c:pt idx="210">
                  <c:v>0.88444981266283729</c:v>
                </c:pt>
                <c:pt idx="211">
                  <c:v>0.89020468115585905</c:v>
                </c:pt>
                <c:pt idx="212">
                  <c:v>0.89441616749138886</c:v>
                </c:pt>
                <c:pt idx="213">
                  <c:v>0.89562365926252774</c:v>
                </c:pt>
                <c:pt idx="214">
                  <c:v>0.9016825078578965</c:v>
                </c:pt>
                <c:pt idx="215">
                  <c:v>0.90983226016227059</c:v>
                </c:pt>
                <c:pt idx="216">
                  <c:v>0.91406260851762788</c:v>
                </c:pt>
                <c:pt idx="217">
                  <c:v>0.91855916063802556</c:v>
                </c:pt>
                <c:pt idx="218">
                  <c:v>0.91805773946676472</c:v>
                </c:pt>
                <c:pt idx="219">
                  <c:v>0.91381031592802364</c:v>
                </c:pt>
                <c:pt idx="220">
                  <c:v>0.90538022206001401</c:v>
                </c:pt>
                <c:pt idx="221">
                  <c:v>0.89528892814079464</c:v>
                </c:pt>
                <c:pt idx="222">
                  <c:v>0.88727828759078531</c:v>
                </c:pt>
                <c:pt idx="223">
                  <c:v>0.87898759311422625</c:v>
                </c:pt>
                <c:pt idx="224">
                  <c:v>0.87185276390999011</c:v>
                </c:pt>
                <c:pt idx="225">
                  <c:v>0.8586656886889521</c:v>
                </c:pt>
                <c:pt idx="226">
                  <c:v>0.84551091162617231</c:v>
                </c:pt>
                <c:pt idx="227">
                  <c:v>0.84226422980759774</c:v>
                </c:pt>
                <c:pt idx="228">
                  <c:v>0.83676912811028081</c:v>
                </c:pt>
                <c:pt idx="229">
                  <c:v>0.82651867064528606</c:v>
                </c:pt>
                <c:pt idx="230">
                  <c:v>0.81550191747597867</c:v>
                </c:pt>
                <c:pt idx="231">
                  <c:v>0.81472329477927186</c:v>
                </c:pt>
                <c:pt idx="232">
                  <c:v>0.81123699274589733</c:v>
                </c:pt>
                <c:pt idx="233">
                  <c:v>0.81049800840081598</c:v>
                </c:pt>
                <c:pt idx="234">
                  <c:v>0.80800104393086447</c:v>
                </c:pt>
                <c:pt idx="235">
                  <c:v>0.80981782078054876</c:v>
                </c:pt>
                <c:pt idx="236">
                  <c:v>0.81451270847761681</c:v>
                </c:pt>
                <c:pt idx="237">
                  <c:v>0.81285367224175908</c:v>
                </c:pt>
                <c:pt idx="238">
                  <c:v>0.81271405058528745</c:v>
                </c:pt>
                <c:pt idx="239">
                  <c:v>0.81391271603811399</c:v>
                </c:pt>
                <c:pt idx="240">
                  <c:v>0.81435572400067557</c:v>
                </c:pt>
                <c:pt idx="241">
                  <c:v>0.8090281180635881</c:v>
                </c:pt>
                <c:pt idx="242">
                  <c:v>0.8098714738133802</c:v>
                </c:pt>
                <c:pt idx="243">
                  <c:v>0.80622679487807958</c:v>
                </c:pt>
                <c:pt idx="244">
                  <c:v>0.81041309444649146</c:v>
                </c:pt>
                <c:pt idx="245">
                  <c:v>0.81119104598999736</c:v>
                </c:pt>
                <c:pt idx="246">
                  <c:v>0.81849552006110038</c:v>
                </c:pt>
                <c:pt idx="247">
                  <c:v>0.82561109501311902</c:v>
                </c:pt>
                <c:pt idx="248">
                  <c:v>0.83552304503009134</c:v>
                </c:pt>
                <c:pt idx="249">
                  <c:v>0.85577100057541378</c:v>
                </c:pt>
                <c:pt idx="250">
                  <c:v>0.87545484313911992</c:v>
                </c:pt>
                <c:pt idx="251">
                  <c:v>0.92758692950583321</c:v>
                </c:pt>
                <c:pt idx="252">
                  <c:v>0.98003714248976426</c:v>
                </c:pt>
                <c:pt idx="253">
                  <c:v>1.039060516611547</c:v>
                </c:pt>
                <c:pt idx="254">
                  <c:v>1.116969549099406</c:v>
                </c:pt>
                <c:pt idx="255">
                  <c:v>1.2072436989696944</c:v>
                </c:pt>
                <c:pt idx="256">
                  <c:v>1.3054597702752413</c:v>
                </c:pt>
                <c:pt idx="257">
                  <c:v>1.4751532042283282</c:v>
                </c:pt>
                <c:pt idx="258">
                  <c:v>1.6399297175341045</c:v>
                </c:pt>
                <c:pt idx="259">
                  <c:v>1.8</c:v>
                </c:pt>
                <c:pt idx="260">
                  <c:v>1.5613989356939704</c:v>
                </c:pt>
                <c:pt idx="261">
                  <c:v>1.2008298451961616</c:v>
                </c:pt>
                <c:pt idx="262">
                  <c:v>0.92799399699658058</c:v>
                </c:pt>
                <c:pt idx="263">
                  <c:v>0.86928516274471446</c:v>
                </c:pt>
                <c:pt idx="264">
                  <c:v>0.85810312284620827</c:v>
                </c:pt>
                <c:pt idx="265">
                  <c:v>0.84372524316316266</c:v>
                </c:pt>
                <c:pt idx="266">
                  <c:v>0.83649205079175859</c:v>
                </c:pt>
                <c:pt idx="267">
                  <c:v>0.83594619622790289</c:v>
                </c:pt>
                <c:pt idx="268">
                  <c:v>0.82567513784615121</c:v>
                </c:pt>
                <c:pt idx="269">
                  <c:v>0.81472076596988996</c:v>
                </c:pt>
                <c:pt idx="270">
                  <c:v>0.82751515010681276</c:v>
                </c:pt>
                <c:pt idx="271">
                  <c:v>0.83853512393985685</c:v>
                </c:pt>
                <c:pt idx="272">
                  <c:v>0.84379761875541615</c:v>
                </c:pt>
                <c:pt idx="273">
                  <c:v>0.85186033033428366</c:v>
                </c:pt>
                <c:pt idx="274">
                  <c:v>0.87282726528325671</c:v>
                </c:pt>
                <c:pt idx="275">
                  <c:v>0.8978937172947915</c:v>
                </c:pt>
                <c:pt idx="276">
                  <c:v>0.95058488299411459</c:v>
                </c:pt>
                <c:pt idx="277">
                  <c:v>1.0536267201395049</c:v>
                </c:pt>
                <c:pt idx="278">
                  <c:v>1.5201723479581717</c:v>
                </c:pt>
                <c:pt idx="279">
                  <c:v>1.6859050018032218</c:v>
                </c:pt>
                <c:pt idx="280">
                  <c:v>1.5158849864458437</c:v>
                </c:pt>
                <c:pt idx="281">
                  <c:v>1.1921374175893589</c:v>
                </c:pt>
                <c:pt idx="282">
                  <c:v>0.95940458565337339</c:v>
                </c:pt>
                <c:pt idx="283">
                  <c:v>0.87575979946430449</c:v>
                </c:pt>
                <c:pt idx="284">
                  <c:v>0.84694682646690744</c:v>
                </c:pt>
                <c:pt idx="285">
                  <c:v>0.81248062110504526</c:v>
                </c:pt>
                <c:pt idx="286">
                  <c:v>0.80977188600952743</c:v>
                </c:pt>
                <c:pt idx="287">
                  <c:v>0.80584399458740219</c:v>
                </c:pt>
                <c:pt idx="288">
                  <c:v>0.81085906158452958</c:v>
                </c:pt>
                <c:pt idx="289">
                  <c:v>0.81184913567321859</c:v>
                </c:pt>
                <c:pt idx="290">
                  <c:v>0.80775458961143409</c:v>
                </c:pt>
                <c:pt idx="291">
                  <c:v>0.79613421285679553</c:v>
                </c:pt>
                <c:pt idx="292">
                  <c:v>0.79459591364974302</c:v>
                </c:pt>
                <c:pt idx="293">
                  <c:v>0.80174579436337479</c:v>
                </c:pt>
                <c:pt idx="294">
                  <c:v>0.80191713509056184</c:v>
                </c:pt>
                <c:pt idx="295">
                  <c:v>0.78613124776514709</c:v>
                </c:pt>
                <c:pt idx="296">
                  <c:v>0.78665502073497318</c:v>
                </c:pt>
                <c:pt idx="297">
                  <c:v>0.79207681964624754</c:v>
                </c:pt>
                <c:pt idx="298">
                  <c:v>0.78621257170356751</c:v>
                </c:pt>
                <c:pt idx="299">
                  <c:v>0.7804712591977625</c:v>
                </c:pt>
                <c:pt idx="300">
                  <c:v>0.80256567432365888</c:v>
                </c:pt>
                <c:pt idx="301">
                  <c:v>0.80331030109510237</c:v>
                </c:pt>
                <c:pt idx="302">
                  <c:v>0.79212361950759602</c:v>
                </c:pt>
                <c:pt idx="303">
                  <c:v>0.78963765715618761</c:v>
                </c:pt>
                <c:pt idx="304">
                  <c:v>0.7997840446429777</c:v>
                </c:pt>
                <c:pt idx="305">
                  <c:v>0.8101001659979773</c:v>
                </c:pt>
                <c:pt idx="306">
                  <c:v>0.81701278356832885</c:v>
                </c:pt>
                <c:pt idx="307">
                  <c:v>0.81735578970395906</c:v>
                </c:pt>
                <c:pt idx="308">
                  <c:v>0.81218888192187322</c:v>
                </c:pt>
                <c:pt idx="309">
                  <c:v>0.80301557440855897</c:v>
                </c:pt>
                <c:pt idx="310">
                  <c:v>0.80033033083270222</c:v>
                </c:pt>
                <c:pt idx="311">
                  <c:v>0.80403586973052354</c:v>
                </c:pt>
                <c:pt idx="312">
                  <c:v>0.7968065879705255</c:v>
                </c:pt>
                <c:pt idx="313">
                  <c:v>0.8054306263191211</c:v>
                </c:pt>
                <c:pt idx="314">
                  <c:v>0.80436185270803873</c:v>
                </c:pt>
                <c:pt idx="315">
                  <c:v>0.80401172156208833</c:v>
                </c:pt>
                <c:pt idx="316">
                  <c:v>0.80876637485245095</c:v>
                </c:pt>
                <c:pt idx="317">
                  <c:v>0.80638083107488834</c:v>
                </c:pt>
                <c:pt idx="318">
                  <c:v>0.80887978884805567</c:v>
                </c:pt>
                <c:pt idx="319">
                  <c:v>0.81694173938713288</c:v>
                </c:pt>
                <c:pt idx="320">
                  <c:v>0.81705989830512382</c:v>
                </c:pt>
                <c:pt idx="321">
                  <c:v>0.82683553776071772</c:v>
                </c:pt>
                <c:pt idx="322">
                  <c:v>0.85591157230589698</c:v>
                </c:pt>
                <c:pt idx="323">
                  <c:v>0.88959835089465222</c:v>
                </c:pt>
                <c:pt idx="324">
                  <c:v>0.89644779181183321</c:v>
                </c:pt>
                <c:pt idx="325">
                  <c:v>0.87967990943162366</c:v>
                </c:pt>
                <c:pt idx="326">
                  <c:v>0.86283707144166089</c:v>
                </c:pt>
                <c:pt idx="327">
                  <c:v>0.86012283637640596</c:v>
                </c:pt>
                <c:pt idx="328">
                  <c:v>0.87467051781927418</c:v>
                </c:pt>
                <c:pt idx="329">
                  <c:v>0.90234595587138045</c:v>
                </c:pt>
                <c:pt idx="330">
                  <c:v>0.96266353127134607</c:v>
                </c:pt>
                <c:pt idx="331">
                  <c:v>1.0823957979743093</c:v>
                </c:pt>
                <c:pt idx="332">
                  <c:v>1.1993693809659405</c:v>
                </c:pt>
                <c:pt idx="333">
                  <c:v>1.2180462322400667</c:v>
                </c:pt>
                <c:pt idx="334">
                  <c:v>1.138196852267082</c:v>
                </c:pt>
                <c:pt idx="335">
                  <c:v>1.0335634232453159</c:v>
                </c:pt>
                <c:pt idx="336">
                  <c:v>0.9441865006093022</c:v>
                </c:pt>
                <c:pt idx="337">
                  <c:v>0.88044937350202079</c:v>
                </c:pt>
                <c:pt idx="338">
                  <c:v>0.84525514560084714</c:v>
                </c:pt>
                <c:pt idx="339">
                  <c:v>0.82834214159442854</c:v>
                </c:pt>
                <c:pt idx="340">
                  <c:v>0.82069596120225474</c:v>
                </c:pt>
                <c:pt idx="341">
                  <c:v>0.81220159787805413</c:v>
                </c:pt>
                <c:pt idx="342">
                  <c:v>0.81000767977945454</c:v>
                </c:pt>
                <c:pt idx="343">
                  <c:v>0.80564963363228537</c:v>
                </c:pt>
                <c:pt idx="344">
                  <c:v>0.80652114730955082</c:v>
                </c:pt>
                <c:pt idx="345">
                  <c:v>0.80494013753620053</c:v>
                </c:pt>
                <c:pt idx="346">
                  <c:v>0.80382421895374301</c:v>
                </c:pt>
                <c:pt idx="347">
                  <c:v>0.80153745590741377</c:v>
                </c:pt>
                <c:pt idx="348">
                  <c:v>0.79917160274060273</c:v>
                </c:pt>
                <c:pt idx="349">
                  <c:v>0.80137105635499983</c:v>
                </c:pt>
                <c:pt idx="350">
                  <c:v>0.79736302245833768</c:v>
                </c:pt>
                <c:pt idx="351">
                  <c:v>0.79810963504244792</c:v>
                </c:pt>
                <c:pt idx="352">
                  <c:v>0.79835922926387648</c:v>
                </c:pt>
                <c:pt idx="353">
                  <c:v>0.79971011751966636</c:v>
                </c:pt>
                <c:pt idx="354">
                  <c:v>0.79949527849279811</c:v>
                </c:pt>
                <c:pt idx="355">
                  <c:v>0.79784885838453046</c:v>
                </c:pt>
                <c:pt idx="356">
                  <c:v>0.79667196537034268</c:v>
                </c:pt>
                <c:pt idx="357">
                  <c:v>0.80306750951799843</c:v>
                </c:pt>
                <c:pt idx="358">
                  <c:v>0.79915885947796539</c:v>
                </c:pt>
                <c:pt idx="359">
                  <c:v>0.79448260860757991</c:v>
                </c:pt>
                <c:pt idx="360">
                  <c:v>0.7997924848745549</c:v>
                </c:pt>
                <c:pt idx="361">
                  <c:v>0.80432198500941854</c:v>
                </c:pt>
                <c:pt idx="362">
                  <c:v>0.80707776320484337</c:v>
                </c:pt>
                <c:pt idx="363">
                  <c:v>0.80901143293352595</c:v>
                </c:pt>
                <c:pt idx="364">
                  <c:v>0.81183756590724432</c:v>
                </c:pt>
                <c:pt idx="365">
                  <c:v>0.81189192386884368</c:v>
                </c:pt>
                <c:pt idx="366">
                  <c:v>0.80777763108528511</c:v>
                </c:pt>
                <c:pt idx="367">
                  <c:v>0.80532954367404819</c:v>
                </c:pt>
                <c:pt idx="368">
                  <c:v>0.80823949071709711</c:v>
                </c:pt>
                <c:pt idx="369">
                  <c:v>0.8057537871301127</c:v>
                </c:pt>
                <c:pt idx="370">
                  <c:v>0.80904438426766689</c:v>
                </c:pt>
                <c:pt idx="371">
                  <c:v>0.81326778248297815</c:v>
                </c:pt>
                <c:pt idx="372">
                  <c:v>0.81129534929880709</c:v>
                </c:pt>
                <c:pt idx="373">
                  <c:v>0.80589083694059294</c:v>
                </c:pt>
                <c:pt idx="374">
                  <c:v>0.80237485026964328</c:v>
                </c:pt>
                <c:pt idx="375">
                  <c:v>0.80106317674087824</c:v>
                </c:pt>
                <c:pt idx="376">
                  <c:v>0.80497527665545077</c:v>
                </c:pt>
                <c:pt idx="377">
                  <c:v>0.80434617893829918</c:v>
                </c:pt>
                <c:pt idx="378">
                  <c:v>0.80284777112724037</c:v>
                </c:pt>
                <c:pt idx="379">
                  <c:v>0.80359854232802863</c:v>
                </c:pt>
                <c:pt idx="380">
                  <c:v>0.79876256074110796</c:v>
                </c:pt>
                <c:pt idx="381">
                  <c:v>0.80007449910334427</c:v>
                </c:pt>
                <c:pt idx="382">
                  <c:v>0.79679218160169651</c:v>
                </c:pt>
                <c:pt idx="383">
                  <c:v>0.80131621681918819</c:v>
                </c:pt>
                <c:pt idx="384">
                  <c:v>0.80521859257099304</c:v>
                </c:pt>
                <c:pt idx="385">
                  <c:v>0.80331134650337555</c:v>
                </c:pt>
                <c:pt idx="386">
                  <c:v>0.79893067576546162</c:v>
                </c:pt>
                <c:pt idx="387">
                  <c:v>0.79908021089130599</c:v>
                </c:pt>
                <c:pt idx="388">
                  <c:v>0.80041451537778252</c:v>
                </c:pt>
                <c:pt idx="389">
                  <c:v>0.79789514453040133</c:v>
                </c:pt>
                <c:pt idx="390">
                  <c:v>0.79815390514107187</c:v>
                </c:pt>
                <c:pt idx="391">
                  <c:v>0.79620516824093646</c:v>
                </c:pt>
                <c:pt idx="392">
                  <c:v>0.79928158592852006</c:v>
                </c:pt>
                <c:pt idx="393">
                  <c:v>0.80067680366255978</c:v>
                </c:pt>
                <c:pt idx="394">
                  <c:v>0.80223480028995386</c:v>
                </c:pt>
                <c:pt idx="395">
                  <c:v>0.80348587302919794</c:v>
                </c:pt>
                <c:pt idx="396">
                  <c:v>0.80782692870428452</c:v>
                </c:pt>
                <c:pt idx="397">
                  <c:v>0.80788098758868643</c:v>
                </c:pt>
                <c:pt idx="398">
                  <c:v>0.80291928353585196</c:v>
                </c:pt>
                <c:pt idx="399">
                  <c:v>0.80604473422176359</c:v>
                </c:pt>
                <c:pt idx="400">
                  <c:v>0.81093554581106964</c:v>
                </c:pt>
                <c:pt idx="401">
                  <c:v>0.81602000416568232</c:v>
                </c:pt>
                <c:pt idx="402">
                  <c:v>0.8146740075108494</c:v>
                </c:pt>
                <c:pt idx="403">
                  <c:v>0.81291832848266798</c:v>
                </c:pt>
                <c:pt idx="404">
                  <c:v>0.81018906982733685</c:v>
                </c:pt>
                <c:pt idx="405">
                  <c:v>0.81245645196307259</c:v>
                </c:pt>
                <c:pt idx="406">
                  <c:v>0.81523715407543751</c:v>
                </c:pt>
                <c:pt idx="407">
                  <c:v>0.81368525938554581</c:v>
                </c:pt>
                <c:pt idx="408">
                  <c:v>0.81029951048351767</c:v>
                </c:pt>
                <c:pt idx="409">
                  <c:v>0.80871066423387294</c:v>
                </c:pt>
                <c:pt idx="410">
                  <c:v>0.80665224989641582</c:v>
                </c:pt>
                <c:pt idx="411">
                  <c:v>0.80608357285512688</c:v>
                </c:pt>
                <c:pt idx="412">
                  <c:v>0.80191218179471846</c:v>
                </c:pt>
                <c:pt idx="413">
                  <c:v>0.79944112938132739</c:v>
                </c:pt>
                <c:pt idx="414">
                  <c:v>0.79906949995083587</c:v>
                </c:pt>
                <c:pt idx="415">
                  <c:v>0.79893161494412912</c:v>
                </c:pt>
                <c:pt idx="416">
                  <c:v>0.80103194687111612</c:v>
                </c:pt>
                <c:pt idx="417">
                  <c:v>0.80028222315552588</c:v>
                </c:pt>
                <c:pt idx="418">
                  <c:v>0.80827343134848872</c:v>
                </c:pt>
                <c:pt idx="419">
                  <c:v>0.80292493195465342</c:v>
                </c:pt>
                <c:pt idx="420">
                  <c:v>0.79856743861000901</c:v>
                </c:pt>
                <c:pt idx="421">
                  <c:v>0.7894292107001275</c:v>
                </c:pt>
                <c:pt idx="422">
                  <c:v>0.79630088738045801</c:v>
                </c:pt>
                <c:pt idx="423">
                  <c:v>0.79930115607762264</c:v>
                </c:pt>
                <c:pt idx="424">
                  <c:v>0.80199194388555206</c:v>
                </c:pt>
                <c:pt idx="425">
                  <c:v>0.80642457642649867</c:v>
                </c:pt>
                <c:pt idx="426">
                  <c:v>0.8048341732321721</c:v>
                </c:pt>
                <c:pt idx="427">
                  <c:v>0.80796722096918983</c:v>
                </c:pt>
                <c:pt idx="428">
                  <c:v>0.79266293196204485</c:v>
                </c:pt>
                <c:pt idx="429">
                  <c:v>0.79813798091460819</c:v>
                </c:pt>
                <c:pt idx="430">
                  <c:v>0.79361537625580614</c:v>
                </c:pt>
                <c:pt idx="431">
                  <c:v>0.79861381804726428</c:v>
                </c:pt>
                <c:pt idx="432">
                  <c:v>0.81583572358299161</c:v>
                </c:pt>
                <c:pt idx="433">
                  <c:v>0.81554581808624349</c:v>
                </c:pt>
                <c:pt idx="434">
                  <c:v>0.81496874945087472</c:v>
                </c:pt>
                <c:pt idx="435">
                  <c:v>0.81325913484831036</c:v>
                </c:pt>
                <c:pt idx="436">
                  <c:v>0.83380754258353751</c:v>
                </c:pt>
                <c:pt idx="437">
                  <c:v>0.79466897946204962</c:v>
                </c:pt>
                <c:pt idx="438">
                  <c:v>0.76184572935281725</c:v>
                </c:pt>
                <c:pt idx="439">
                  <c:v>0.77887098809022093</c:v>
                </c:pt>
                <c:pt idx="440">
                  <c:v>0.79245432479965816</c:v>
                </c:pt>
                <c:pt idx="441">
                  <c:v>0.81134386299779349</c:v>
                </c:pt>
                <c:pt idx="442">
                  <c:v>0.78128179435754364</c:v>
                </c:pt>
                <c:pt idx="443">
                  <c:v>0.81639809984674694</c:v>
                </c:pt>
                <c:pt idx="444">
                  <c:v>0.81302359385036793</c:v>
                </c:pt>
                <c:pt idx="445">
                  <c:v>0.79791424148108736</c:v>
                </c:pt>
                <c:pt idx="446">
                  <c:v>0.79562189525183002</c:v>
                </c:pt>
                <c:pt idx="447">
                  <c:v>0.79554468920873866</c:v>
                </c:pt>
                <c:pt idx="448">
                  <c:v>0.79772018913659404</c:v>
                </c:pt>
                <c:pt idx="449">
                  <c:v>0.78902021037532422</c:v>
                </c:pt>
                <c:pt idx="450">
                  <c:v>0.80099054572089978</c:v>
                </c:pt>
                <c:pt idx="451">
                  <c:v>0.79833450064598066</c:v>
                </c:pt>
                <c:pt idx="452">
                  <c:v>0.80323669923186258</c:v>
                </c:pt>
                <c:pt idx="453">
                  <c:v>0.80584363667534631</c:v>
                </c:pt>
                <c:pt idx="454">
                  <c:v>0.79386424280443579</c:v>
                </c:pt>
                <c:pt idx="455">
                  <c:v>0.78552798018518677</c:v>
                </c:pt>
                <c:pt idx="456">
                  <c:v>0.79379081908007321</c:v>
                </c:pt>
                <c:pt idx="457">
                  <c:v>0.80302480249268748</c:v>
                </c:pt>
                <c:pt idx="458">
                  <c:v>0.80232215221372827</c:v>
                </c:pt>
                <c:pt idx="459">
                  <c:v>0.79615435181095962</c:v>
                </c:pt>
                <c:pt idx="460">
                  <c:v>0.79322930790664503</c:v>
                </c:pt>
                <c:pt idx="461">
                  <c:v>0.79466556758502283</c:v>
                </c:pt>
                <c:pt idx="462">
                  <c:v>0.79118422838091773</c:v>
                </c:pt>
                <c:pt idx="463">
                  <c:v>0.79576748156446753</c:v>
                </c:pt>
                <c:pt idx="464">
                  <c:v>0.79104734200060001</c:v>
                </c:pt>
                <c:pt idx="465">
                  <c:v>0.79851186159558885</c:v>
                </c:pt>
                <c:pt idx="466">
                  <c:v>0.79287694811804466</c:v>
                </c:pt>
                <c:pt idx="467">
                  <c:v>0.79599552493131931</c:v>
                </c:pt>
                <c:pt idx="468">
                  <c:v>0.80347069608715249</c:v>
                </c:pt>
                <c:pt idx="469">
                  <c:v>0.80200725620224877</c:v>
                </c:pt>
                <c:pt idx="470">
                  <c:v>0.80796474609176161</c:v>
                </c:pt>
                <c:pt idx="471">
                  <c:v>0.7962915280074323</c:v>
                </c:pt>
                <c:pt idx="472">
                  <c:v>0.79811330772677591</c:v>
                </c:pt>
                <c:pt idx="473">
                  <c:v>0.80571536415412948</c:v>
                </c:pt>
                <c:pt idx="474">
                  <c:v>0.81405408421825609</c:v>
                </c:pt>
                <c:pt idx="475">
                  <c:v>0.80681537934746894</c:v>
                </c:pt>
                <c:pt idx="476">
                  <c:v>0.80251775169709372</c:v>
                </c:pt>
                <c:pt idx="477">
                  <c:v>0.80121863307770358</c:v>
                </c:pt>
                <c:pt idx="478">
                  <c:v>0.79916336592850601</c:v>
                </c:pt>
                <c:pt idx="479">
                  <c:v>0.80009046327656597</c:v>
                </c:pt>
                <c:pt idx="480">
                  <c:v>0.79914670231674856</c:v>
                </c:pt>
                <c:pt idx="481">
                  <c:v>0.80643355527962934</c:v>
                </c:pt>
                <c:pt idx="482">
                  <c:v>0.80273285275698936</c:v>
                </c:pt>
                <c:pt idx="483">
                  <c:v>0.80713453121657308</c:v>
                </c:pt>
                <c:pt idx="484">
                  <c:v>0.81055930669665166</c:v>
                </c:pt>
                <c:pt idx="485">
                  <c:v>0.80668442602681911</c:v>
                </c:pt>
                <c:pt idx="486">
                  <c:v>0.80611773030386746</c:v>
                </c:pt>
                <c:pt idx="487">
                  <c:v>0.80245690419612303</c:v>
                </c:pt>
                <c:pt idx="488">
                  <c:v>0.80008576442105683</c:v>
                </c:pt>
                <c:pt idx="489">
                  <c:v>0.79820847937525297</c:v>
                </c:pt>
                <c:pt idx="490">
                  <c:v>0.79959763548456364</c:v>
                </c:pt>
                <c:pt idx="491">
                  <c:v>0.80126057538604567</c:v>
                </c:pt>
                <c:pt idx="492">
                  <c:v>0.8023235457282476</c:v>
                </c:pt>
                <c:pt idx="493">
                  <c:v>0.80473984079757965</c:v>
                </c:pt>
                <c:pt idx="494">
                  <c:v>0.80267392664996307</c:v>
                </c:pt>
                <c:pt idx="495">
                  <c:v>0.8015286944163994</c:v>
                </c:pt>
                <c:pt idx="496">
                  <c:v>0.80595801872228057</c:v>
                </c:pt>
                <c:pt idx="497">
                  <c:v>0.81013714043795315</c:v>
                </c:pt>
                <c:pt idx="498">
                  <c:v>0.81194198034856457</c:v>
                </c:pt>
                <c:pt idx="499">
                  <c:v>0.80752138729911782</c:v>
                </c:pt>
                <c:pt idx="500">
                  <c:v>0.81149555887467451</c:v>
                </c:pt>
                <c:pt idx="501">
                  <c:v>0.81110679338306402</c:v>
                </c:pt>
                <c:pt idx="502">
                  <c:v>0.81616311342182279</c:v>
                </c:pt>
                <c:pt idx="503">
                  <c:v>0.81471681204949065</c:v>
                </c:pt>
                <c:pt idx="504">
                  <c:v>0.81191703109994939</c:v>
                </c:pt>
                <c:pt idx="505">
                  <c:v>0.82093240760329766</c:v>
                </c:pt>
                <c:pt idx="506">
                  <c:v>0.83470240334905799</c:v>
                </c:pt>
                <c:pt idx="507">
                  <c:v>0.83830497068960652</c:v>
                </c:pt>
                <c:pt idx="508">
                  <c:v>0.8543054242497099</c:v>
                </c:pt>
                <c:pt idx="509">
                  <c:v>0.8822663944074145</c:v>
                </c:pt>
                <c:pt idx="510">
                  <c:v>0.92426397156179207</c:v>
                </c:pt>
                <c:pt idx="511">
                  <c:v>0.95550337257098317</c:v>
                </c:pt>
                <c:pt idx="512">
                  <c:v>0.98890267532474052</c:v>
                </c:pt>
                <c:pt idx="513">
                  <c:v>1.0109726679919122</c:v>
                </c:pt>
                <c:pt idx="514">
                  <c:v>1.0276994792827381</c:v>
                </c:pt>
                <c:pt idx="515">
                  <c:v>1.0337579530782675</c:v>
                </c:pt>
                <c:pt idx="516">
                  <c:v>1.0154876637509214</c:v>
                </c:pt>
                <c:pt idx="517">
                  <c:v>0.99002489577426578</c:v>
                </c:pt>
                <c:pt idx="518">
                  <c:v>0.97240768209275374</c:v>
                </c:pt>
                <c:pt idx="519">
                  <c:v>0.94765889909398127</c:v>
                </c:pt>
                <c:pt idx="520">
                  <c:v>0.92931713630887924</c:v>
                </c:pt>
                <c:pt idx="521">
                  <c:v>0.90692033561425478</c:v>
                </c:pt>
                <c:pt idx="522">
                  <c:v>0.89461137719381667</c:v>
                </c:pt>
                <c:pt idx="523">
                  <c:v>0.88516154884168363</c:v>
                </c:pt>
                <c:pt idx="524">
                  <c:v>0.88300422711461724</c:v>
                </c:pt>
                <c:pt idx="525">
                  <c:v>0.88403385457124706</c:v>
                </c:pt>
                <c:pt idx="526">
                  <c:v>0.88732832772748993</c:v>
                </c:pt>
                <c:pt idx="527">
                  <c:v>0.89188186685603532</c:v>
                </c:pt>
                <c:pt idx="528">
                  <c:v>0.90276964529919401</c:v>
                </c:pt>
                <c:pt idx="529">
                  <c:v>0.90864635860513909</c:v>
                </c:pt>
                <c:pt idx="530">
                  <c:v>0.90797619034337085</c:v>
                </c:pt>
                <c:pt idx="531">
                  <c:v>0.91367074221106648</c:v>
                </c:pt>
                <c:pt idx="532">
                  <c:v>0.92034192658134828</c:v>
                </c:pt>
                <c:pt idx="533">
                  <c:v>0.93247390974736177</c:v>
                </c:pt>
                <c:pt idx="534">
                  <c:v>0.94125095495512578</c:v>
                </c:pt>
                <c:pt idx="535">
                  <c:v>0.95308547779274311</c:v>
                </c:pt>
                <c:pt idx="536">
                  <c:v>0.96368980296197138</c:v>
                </c:pt>
                <c:pt idx="537">
                  <c:v>0.97373740219293103</c:v>
                </c:pt>
                <c:pt idx="538">
                  <c:v>1.0024943818375691</c:v>
                </c:pt>
                <c:pt idx="539">
                  <c:v>1.0367816464249184</c:v>
                </c:pt>
                <c:pt idx="540">
                  <c:v>1.0664615750323478</c:v>
                </c:pt>
                <c:pt idx="541">
                  <c:v>1.0981532374199041</c:v>
                </c:pt>
                <c:pt idx="542">
                  <c:v>1.1468482436496004</c:v>
                </c:pt>
                <c:pt idx="543">
                  <c:v>1.1987952573421032</c:v>
                </c:pt>
                <c:pt idx="544">
                  <c:v>1.2462550627613651</c:v>
                </c:pt>
                <c:pt idx="545">
                  <c:v>1.282169324735507</c:v>
                </c:pt>
                <c:pt idx="546">
                  <c:v>1.3313909683210112</c:v>
                </c:pt>
                <c:pt idx="547">
                  <c:v>1.3762560083029127</c:v>
                </c:pt>
                <c:pt idx="548">
                  <c:v>1.4265009774779807</c:v>
                </c:pt>
                <c:pt idx="549">
                  <c:v>1.4559584318737304</c:v>
                </c:pt>
                <c:pt idx="550">
                  <c:v>1.4802018800936165</c:v>
                </c:pt>
                <c:pt idx="551">
                  <c:v>1.5105907208066838</c:v>
                </c:pt>
                <c:pt idx="552">
                  <c:v>1.5074304782906169</c:v>
                </c:pt>
                <c:pt idx="553">
                  <c:v>1.4933692434579822</c:v>
                </c:pt>
                <c:pt idx="554">
                  <c:v>1.4549865323086533</c:v>
                </c:pt>
                <c:pt idx="555">
                  <c:v>1.405072258619837</c:v>
                </c:pt>
                <c:pt idx="556">
                  <c:v>1.3310893851943817</c:v>
                </c:pt>
                <c:pt idx="557">
                  <c:v>1.2476501549265637</c:v>
                </c:pt>
                <c:pt idx="558">
                  <c:v>1.1941739230239912</c:v>
                </c:pt>
                <c:pt idx="559">
                  <c:v>1.1465964130225892</c:v>
                </c:pt>
                <c:pt idx="560">
                  <c:v>1.0875403180031946</c:v>
                </c:pt>
                <c:pt idx="561">
                  <c:v>1.0404333474095369</c:v>
                </c:pt>
                <c:pt idx="562">
                  <c:v>0.99324489707403696</c:v>
                </c:pt>
                <c:pt idx="563">
                  <c:v>0.95976404484823508</c:v>
                </c:pt>
                <c:pt idx="564">
                  <c:v>0.94047041249877605</c:v>
                </c:pt>
                <c:pt idx="565">
                  <c:v>0.92142697211656532</c:v>
                </c:pt>
                <c:pt idx="566">
                  <c:v>0.86561239452260896</c:v>
                </c:pt>
                <c:pt idx="567">
                  <c:v>0.80976078692242126</c:v>
                </c:pt>
                <c:pt idx="568">
                  <c:v>0.81253600976620299</c:v>
                </c:pt>
                <c:pt idx="569">
                  <c:v>0.82868892514588255</c:v>
                </c:pt>
                <c:pt idx="570">
                  <c:v>0.84435611409757838</c:v>
                </c:pt>
                <c:pt idx="571">
                  <c:v>0.81633453205072071</c:v>
                </c:pt>
                <c:pt idx="572">
                  <c:v>0.80879955934695713</c:v>
                </c:pt>
                <c:pt idx="573">
                  <c:v>0.77992443494827557</c:v>
                </c:pt>
                <c:pt idx="574">
                  <c:v>0.78871216848867043</c:v>
                </c:pt>
                <c:pt idx="575">
                  <c:v>0.79108563586675484</c:v>
                </c:pt>
                <c:pt idx="576">
                  <c:v>0.80968290918136188</c:v>
                </c:pt>
                <c:pt idx="577">
                  <c:v>0.83522811460061186</c:v>
                </c:pt>
                <c:pt idx="578">
                  <c:v>0.86207903440822897</c:v>
                </c:pt>
                <c:pt idx="579">
                  <c:v>0.76705508103765241</c:v>
                </c:pt>
                <c:pt idx="580">
                  <c:v>0.69976924881326186</c:v>
                </c:pt>
                <c:pt idx="581">
                  <c:v>0.76269567950966832</c:v>
                </c:pt>
                <c:pt idx="582">
                  <c:v>0.84067585859495864</c:v>
                </c:pt>
                <c:pt idx="583">
                  <c:v>0.7872321427575284</c:v>
                </c:pt>
                <c:pt idx="584">
                  <c:v>0.53831898820360236</c:v>
                </c:pt>
                <c:pt idx="585">
                  <c:v>0.3555249749877768</c:v>
                </c:pt>
                <c:pt idx="586">
                  <c:v>0.54076468790016452</c:v>
                </c:pt>
                <c:pt idx="587">
                  <c:v>0.34050156795333708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A-37F8-4EA4-8385-84A4706AD5FD}"/>
            </c:ext>
          </c:extLst>
        </c:ser>
        <c:ser>
          <c:idx val="27"/>
          <c:order val="27"/>
          <c:tx>
            <c:strRef>
              <c:f>'Fully separated 0.5%'!$AC$1</c:f>
              <c:strCache>
                <c:ptCount val="1"/>
                <c:pt idx="0">
                  <c:v>F8/O-PTIR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0.5%'!$A$2:$A$589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0.5%'!$AC$2:$AC$589</c:f>
              <c:numCache>
                <c:formatCode>General</c:formatCode>
                <c:ptCount val="588"/>
                <c:pt idx="0">
                  <c:v>0.56831983866863101</c:v>
                </c:pt>
                <c:pt idx="1">
                  <c:v>0.54738283075619132</c:v>
                </c:pt>
                <c:pt idx="2">
                  <c:v>0.65335322128719153</c:v>
                </c:pt>
                <c:pt idx="3">
                  <c:v>0.59395099198821444</c:v>
                </c:pt>
                <c:pt idx="4">
                  <c:v>0.59950406536802991</c:v>
                </c:pt>
                <c:pt idx="5">
                  <c:v>0.64572865312116801</c:v>
                </c:pt>
                <c:pt idx="6">
                  <c:v>0.62270276861727569</c:v>
                </c:pt>
                <c:pt idx="7">
                  <c:v>0.59332538726565931</c:v>
                </c:pt>
                <c:pt idx="8">
                  <c:v>0.58902893239303877</c:v>
                </c:pt>
                <c:pt idx="9">
                  <c:v>0.58516760835302339</c:v>
                </c:pt>
                <c:pt idx="10">
                  <c:v>0.61073007053436623</c:v>
                </c:pt>
                <c:pt idx="11">
                  <c:v>0.60947872106278078</c:v>
                </c:pt>
                <c:pt idx="12">
                  <c:v>0.63704409604800338</c:v>
                </c:pt>
                <c:pt idx="13">
                  <c:v>0.64138154079393994</c:v>
                </c:pt>
                <c:pt idx="14">
                  <c:v>0.65236215609651194</c:v>
                </c:pt>
                <c:pt idx="15">
                  <c:v>0.65938674726217184</c:v>
                </c:pt>
                <c:pt idx="16">
                  <c:v>0.6494501923756606</c:v>
                </c:pt>
                <c:pt idx="17">
                  <c:v>0.63510065517351877</c:v>
                </c:pt>
                <c:pt idx="18">
                  <c:v>0.64177637709017721</c:v>
                </c:pt>
                <c:pt idx="19">
                  <c:v>0.63664954364105797</c:v>
                </c:pt>
                <c:pt idx="20">
                  <c:v>0.63311463474159202</c:v>
                </c:pt>
                <c:pt idx="21">
                  <c:v>0.6354503722540541</c:v>
                </c:pt>
                <c:pt idx="22">
                  <c:v>0.64081810494905289</c:v>
                </c:pt>
                <c:pt idx="23">
                  <c:v>0.63524221234894485</c:v>
                </c:pt>
                <c:pt idx="24">
                  <c:v>0.63054537143215617</c:v>
                </c:pt>
                <c:pt idx="25">
                  <c:v>0.62843184634475202</c:v>
                </c:pt>
                <c:pt idx="26">
                  <c:v>0.62574832143167125</c:v>
                </c:pt>
                <c:pt idx="27">
                  <c:v>0.62921147539444044</c:v>
                </c:pt>
                <c:pt idx="28">
                  <c:v>0.61455160499650063</c:v>
                </c:pt>
                <c:pt idx="29">
                  <c:v>0.61337371283827791</c:v>
                </c:pt>
                <c:pt idx="30">
                  <c:v>0.61487753196255834</c:v>
                </c:pt>
                <c:pt idx="31">
                  <c:v>0.61476353794375271</c:v>
                </c:pt>
                <c:pt idx="32">
                  <c:v>0.63436113124082272</c:v>
                </c:pt>
                <c:pt idx="33">
                  <c:v>0.64919670225605142</c:v>
                </c:pt>
                <c:pt idx="34">
                  <c:v>0.65795690048013822</c:v>
                </c:pt>
                <c:pt idx="35">
                  <c:v>0.65543954671135896</c:v>
                </c:pt>
                <c:pt idx="36">
                  <c:v>0.64546136368016782</c:v>
                </c:pt>
                <c:pt idx="37">
                  <c:v>0.64394358794448325</c:v>
                </c:pt>
                <c:pt idx="38">
                  <c:v>0.6370653877448953</c:v>
                </c:pt>
                <c:pt idx="39">
                  <c:v>0.63576581929344778</c:v>
                </c:pt>
                <c:pt idx="40">
                  <c:v>0.64532234999934335</c:v>
                </c:pt>
                <c:pt idx="41">
                  <c:v>0.65010552395160159</c:v>
                </c:pt>
                <c:pt idx="42">
                  <c:v>0.65862471167589709</c:v>
                </c:pt>
                <c:pt idx="43">
                  <c:v>0.67360945500499003</c:v>
                </c:pt>
                <c:pt idx="44">
                  <c:v>0.69289727713033322</c:v>
                </c:pt>
                <c:pt idx="45">
                  <c:v>0.71934533195773376</c:v>
                </c:pt>
                <c:pt idx="46">
                  <c:v>0.73923318095588386</c:v>
                </c:pt>
                <c:pt idx="47">
                  <c:v>0.73661302090002212</c:v>
                </c:pt>
                <c:pt idx="48">
                  <c:v>0.7114035903985142</c:v>
                </c:pt>
                <c:pt idx="49">
                  <c:v>0.67763818165501921</c:v>
                </c:pt>
                <c:pt idx="50">
                  <c:v>0.6416336881939253</c:v>
                </c:pt>
                <c:pt idx="51">
                  <c:v>0.62248858373739735</c:v>
                </c:pt>
                <c:pt idx="52">
                  <c:v>0.61991128521009831</c:v>
                </c:pt>
                <c:pt idx="53">
                  <c:v>0.61360059313219939</c:v>
                </c:pt>
                <c:pt idx="54">
                  <c:v>0.60839330775956291</c:v>
                </c:pt>
                <c:pt idx="55">
                  <c:v>0.61487196255337584</c:v>
                </c:pt>
                <c:pt idx="56">
                  <c:v>0.61578955412624037</c:v>
                </c:pt>
                <c:pt idx="57">
                  <c:v>0.61840175185473312</c:v>
                </c:pt>
                <c:pt idx="58">
                  <c:v>0.61842680700291353</c:v>
                </c:pt>
                <c:pt idx="59">
                  <c:v>0.62393064543166588</c:v>
                </c:pt>
                <c:pt idx="60">
                  <c:v>0.62767900838790047</c:v>
                </c:pt>
                <c:pt idx="61">
                  <c:v>0.62888037032606203</c:v>
                </c:pt>
                <c:pt idx="62">
                  <c:v>0.63478933603788279</c:v>
                </c:pt>
                <c:pt idx="63">
                  <c:v>0.63738120690944189</c:v>
                </c:pt>
                <c:pt idx="64">
                  <c:v>0.63790590337501107</c:v>
                </c:pt>
                <c:pt idx="65">
                  <c:v>0.64840715242651392</c:v>
                </c:pt>
                <c:pt idx="66">
                  <c:v>0.65363961187392605</c:v>
                </c:pt>
                <c:pt idx="67">
                  <c:v>0.64677841050477547</c:v>
                </c:pt>
                <c:pt idx="68">
                  <c:v>0.64327413479444151</c:v>
                </c:pt>
                <c:pt idx="69">
                  <c:v>0.63775588706595487</c:v>
                </c:pt>
                <c:pt idx="70">
                  <c:v>0.63419881945635415</c:v>
                </c:pt>
                <c:pt idx="71">
                  <c:v>0.62781509685811587</c:v>
                </c:pt>
                <c:pt idx="72">
                  <c:v>0.62558894253049524</c:v>
                </c:pt>
                <c:pt idx="73">
                  <c:v>0.62863955356153089</c:v>
                </c:pt>
                <c:pt idx="74">
                  <c:v>0.62439085491004487</c:v>
                </c:pt>
                <c:pt idx="75">
                  <c:v>0.61597436893251856</c:v>
                </c:pt>
                <c:pt idx="76">
                  <c:v>0.60856005819147363</c:v>
                </c:pt>
                <c:pt idx="77">
                  <c:v>0.60950828295347004</c:v>
                </c:pt>
                <c:pt idx="78">
                  <c:v>0.61160519764004218</c:v>
                </c:pt>
                <c:pt idx="79">
                  <c:v>0.61258706424221321</c:v>
                </c:pt>
                <c:pt idx="80">
                  <c:v>0.61289112597828255</c:v>
                </c:pt>
                <c:pt idx="81">
                  <c:v>0.61559873352690186</c:v>
                </c:pt>
                <c:pt idx="82">
                  <c:v>0.61258255941787543</c:v>
                </c:pt>
                <c:pt idx="83">
                  <c:v>0.61272049316848809</c:v>
                </c:pt>
                <c:pt idx="84">
                  <c:v>0.60998653282908044</c:v>
                </c:pt>
                <c:pt idx="85">
                  <c:v>0.60731350510620163</c:v>
                </c:pt>
                <c:pt idx="86">
                  <c:v>0.61325624501198839</c:v>
                </c:pt>
                <c:pt idx="87">
                  <c:v>0.61478836482959709</c:v>
                </c:pt>
                <c:pt idx="88">
                  <c:v>0.60958486880355611</c:v>
                </c:pt>
                <c:pt idx="89">
                  <c:v>0.6116184541190709</c:v>
                </c:pt>
                <c:pt idx="90">
                  <c:v>0.61444038273463286</c:v>
                </c:pt>
                <c:pt idx="91">
                  <c:v>0.61304941439930682</c:v>
                </c:pt>
                <c:pt idx="92">
                  <c:v>0.60901855474324684</c:v>
                </c:pt>
                <c:pt idx="93">
                  <c:v>0.6070519826459857</c:v>
                </c:pt>
                <c:pt idx="94">
                  <c:v>0.60513065732279081</c:v>
                </c:pt>
                <c:pt idx="95">
                  <c:v>0.6052093761789078</c:v>
                </c:pt>
                <c:pt idx="96">
                  <c:v>0.60895739386438208</c:v>
                </c:pt>
                <c:pt idx="97">
                  <c:v>0.60758727892389941</c:v>
                </c:pt>
                <c:pt idx="98">
                  <c:v>0.60561512686751584</c:v>
                </c:pt>
                <c:pt idx="99">
                  <c:v>0.60649659784387155</c:v>
                </c:pt>
                <c:pt idx="100">
                  <c:v>0.60806819985247573</c:v>
                </c:pt>
                <c:pt idx="101">
                  <c:v>0.60835510930443626</c:v>
                </c:pt>
                <c:pt idx="102">
                  <c:v>0.60179140245365204</c:v>
                </c:pt>
                <c:pt idx="103">
                  <c:v>0.59695767306950065</c:v>
                </c:pt>
                <c:pt idx="104">
                  <c:v>0.60126872797997355</c:v>
                </c:pt>
                <c:pt idx="105">
                  <c:v>0.61459466313758004</c:v>
                </c:pt>
                <c:pt idx="106">
                  <c:v>0.62458872766466478</c:v>
                </c:pt>
                <c:pt idx="107">
                  <c:v>0.63026294762282464</c:v>
                </c:pt>
                <c:pt idx="108">
                  <c:v>0.63838836555389844</c:v>
                </c:pt>
                <c:pt idx="109">
                  <c:v>0.65475130315926755</c:v>
                </c:pt>
                <c:pt idx="110">
                  <c:v>0.65509690384507036</c:v>
                </c:pt>
                <c:pt idx="111">
                  <c:v>0.6400831884628374</c:v>
                </c:pt>
                <c:pt idx="112">
                  <c:v>0.62594324403946044</c:v>
                </c:pt>
                <c:pt idx="113">
                  <c:v>0.61880043600177814</c:v>
                </c:pt>
                <c:pt idx="114">
                  <c:v>0.61545083200125317</c:v>
                </c:pt>
                <c:pt idx="115">
                  <c:v>0.61667397668805479</c:v>
                </c:pt>
                <c:pt idx="116">
                  <c:v>0.61736741081057789</c:v>
                </c:pt>
                <c:pt idx="117">
                  <c:v>0.6214062327940072</c:v>
                </c:pt>
                <c:pt idx="118">
                  <c:v>0.62027366797302808</c:v>
                </c:pt>
                <c:pt idx="119">
                  <c:v>0.61563262664746332</c:v>
                </c:pt>
                <c:pt idx="120">
                  <c:v>0.61543216819848212</c:v>
                </c:pt>
                <c:pt idx="121">
                  <c:v>0.6275268533183006</c:v>
                </c:pt>
                <c:pt idx="122">
                  <c:v>0.63682581203693067</c:v>
                </c:pt>
                <c:pt idx="123">
                  <c:v>0.64242303853369009</c:v>
                </c:pt>
                <c:pt idx="124">
                  <c:v>0.65107912995082984</c:v>
                </c:pt>
                <c:pt idx="125">
                  <c:v>0.65072307907001192</c:v>
                </c:pt>
                <c:pt idx="126">
                  <c:v>0.6439679678965099</c:v>
                </c:pt>
                <c:pt idx="127">
                  <c:v>0.64161904104100032</c:v>
                </c:pt>
                <c:pt idx="128">
                  <c:v>0.63477855591747434</c:v>
                </c:pt>
                <c:pt idx="129">
                  <c:v>0.63377016197096392</c:v>
                </c:pt>
                <c:pt idx="130">
                  <c:v>0.62373435708620206</c:v>
                </c:pt>
                <c:pt idx="131">
                  <c:v>0.61510650977634929</c:v>
                </c:pt>
                <c:pt idx="132">
                  <c:v>0.62519341185639543</c:v>
                </c:pt>
                <c:pt idx="133">
                  <c:v>0.62639105062485723</c:v>
                </c:pt>
                <c:pt idx="134">
                  <c:v>0.62182369391590575</c:v>
                </c:pt>
                <c:pt idx="135">
                  <c:v>0.61974470933173875</c:v>
                </c:pt>
                <c:pt idx="136">
                  <c:v>0.61877754071402125</c:v>
                </c:pt>
                <c:pt idx="137">
                  <c:v>0.60797004512980402</c:v>
                </c:pt>
                <c:pt idx="138">
                  <c:v>0.60471033476946534</c:v>
                </c:pt>
                <c:pt idx="139">
                  <c:v>0.60883323833528058</c:v>
                </c:pt>
                <c:pt idx="140">
                  <c:v>0.61259061381744728</c:v>
                </c:pt>
                <c:pt idx="141">
                  <c:v>0.616029005153097</c:v>
                </c:pt>
                <c:pt idx="142">
                  <c:v>0.61152477928451554</c:v>
                </c:pt>
                <c:pt idx="143">
                  <c:v>0.62047093458564628</c:v>
                </c:pt>
                <c:pt idx="144">
                  <c:v>0.61932271940836614</c:v>
                </c:pt>
                <c:pt idx="145">
                  <c:v>0.61100601284425637</c:v>
                </c:pt>
                <c:pt idx="146">
                  <c:v>0.62080238492478501</c:v>
                </c:pt>
                <c:pt idx="147">
                  <c:v>0.62207378695486659</c:v>
                </c:pt>
                <c:pt idx="148">
                  <c:v>0.6237111031004885</c:v>
                </c:pt>
                <c:pt idx="149">
                  <c:v>0.6310200266555166</c:v>
                </c:pt>
                <c:pt idx="150">
                  <c:v>0.6353948987518816</c:v>
                </c:pt>
                <c:pt idx="151">
                  <c:v>0.6182777325157649</c:v>
                </c:pt>
                <c:pt idx="152">
                  <c:v>0.60886403840528003</c:v>
                </c:pt>
                <c:pt idx="153">
                  <c:v>0.60967659189922985</c:v>
                </c:pt>
                <c:pt idx="154">
                  <c:v>0.61154440025456125</c:v>
                </c:pt>
                <c:pt idx="155">
                  <c:v>0.60828034379852591</c:v>
                </c:pt>
                <c:pt idx="156">
                  <c:v>0.61306558266174849</c:v>
                </c:pt>
                <c:pt idx="157">
                  <c:v>0.62073927710246568</c:v>
                </c:pt>
                <c:pt idx="158">
                  <c:v>0.61527924202418405</c:v>
                </c:pt>
                <c:pt idx="159">
                  <c:v>0.6206866405750413</c:v>
                </c:pt>
                <c:pt idx="160">
                  <c:v>0.61618689939000326</c:v>
                </c:pt>
                <c:pt idx="161">
                  <c:v>0.60709971824678322</c:v>
                </c:pt>
                <c:pt idx="162">
                  <c:v>0.6149836710715646</c:v>
                </c:pt>
                <c:pt idx="163">
                  <c:v>0.61837343389786692</c:v>
                </c:pt>
                <c:pt idx="164">
                  <c:v>0.61592632930163482</c:v>
                </c:pt>
                <c:pt idx="165">
                  <c:v>0.61739009318136595</c:v>
                </c:pt>
                <c:pt idx="166">
                  <c:v>0.62489930830450757</c:v>
                </c:pt>
                <c:pt idx="167">
                  <c:v>0.61498457644822524</c:v>
                </c:pt>
                <c:pt idx="168">
                  <c:v>0.62633494412629065</c:v>
                </c:pt>
                <c:pt idx="169">
                  <c:v>0.63166019509056293</c:v>
                </c:pt>
                <c:pt idx="170">
                  <c:v>0.63505018426103044</c:v>
                </c:pt>
                <c:pt idx="171">
                  <c:v>0.63948141989086138</c:v>
                </c:pt>
                <c:pt idx="172">
                  <c:v>0.63459964811845548</c:v>
                </c:pt>
                <c:pt idx="173">
                  <c:v>0.63424349749275122</c:v>
                </c:pt>
                <c:pt idx="174">
                  <c:v>0.63853784477510511</c:v>
                </c:pt>
                <c:pt idx="175">
                  <c:v>0.6421241875088467</c:v>
                </c:pt>
                <c:pt idx="176">
                  <c:v>0.64742194532973585</c:v>
                </c:pt>
                <c:pt idx="177">
                  <c:v>0.64585052219056727</c:v>
                </c:pt>
                <c:pt idx="178">
                  <c:v>0.64841823178158131</c:v>
                </c:pt>
                <c:pt idx="179">
                  <c:v>0.64757258696250253</c:v>
                </c:pt>
                <c:pt idx="180">
                  <c:v>0.63933146496327364</c:v>
                </c:pt>
                <c:pt idx="181">
                  <c:v>0.63941973918768513</c:v>
                </c:pt>
                <c:pt idx="182">
                  <c:v>0.64701233144495296</c:v>
                </c:pt>
                <c:pt idx="183">
                  <c:v>0.65163933559593623</c:v>
                </c:pt>
                <c:pt idx="184">
                  <c:v>0.65688974145020607</c:v>
                </c:pt>
                <c:pt idx="185">
                  <c:v>0.66291594384872377</c:v>
                </c:pt>
                <c:pt idx="186">
                  <c:v>0.66587076334362538</c:v>
                </c:pt>
                <c:pt idx="187">
                  <c:v>0.66321093935007602</c:v>
                </c:pt>
                <c:pt idx="188">
                  <c:v>0.65615403851392529</c:v>
                </c:pt>
                <c:pt idx="189">
                  <c:v>0.65200036221204583</c:v>
                </c:pt>
                <c:pt idx="190">
                  <c:v>0.65381213600021915</c:v>
                </c:pt>
                <c:pt idx="191">
                  <c:v>0.65189337431242023</c:v>
                </c:pt>
                <c:pt idx="192">
                  <c:v>0.65176834409739237</c:v>
                </c:pt>
                <c:pt idx="193">
                  <c:v>0.6568369687326483</c:v>
                </c:pt>
                <c:pt idx="194">
                  <c:v>0.65414357674850343</c:v>
                </c:pt>
                <c:pt idx="195">
                  <c:v>0.65333802170105004</c:v>
                </c:pt>
                <c:pt idx="196">
                  <c:v>0.65185381011961907</c:v>
                </c:pt>
                <c:pt idx="197">
                  <c:v>0.65220901316890312</c:v>
                </c:pt>
                <c:pt idx="198">
                  <c:v>0.65386337418106388</c:v>
                </c:pt>
                <c:pt idx="199">
                  <c:v>0.6486549072151585</c:v>
                </c:pt>
                <c:pt idx="200">
                  <c:v>0.64482703223914328</c:v>
                </c:pt>
                <c:pt idx="201">
                  <c:v>0.63487932894341259</c:v>
                </c:pt>
                <c:pt idx="202">
                  <c:v>0.63235668485931551</c:v>
                </c:pt>
                <c:pt idx="203">
                  <c:v>0.64392766328974482</c:v>
                </c:pt>
                <c:pt idx="204">
                  <c:v>0.64755086559533093</c:v>
                </c:pt>
                <c:pt idx="205">
                  <c:v>0.65050024515758542</c:v>
                </c:pt>
                <c:pt idx="206">
                  <c:v>0.65427676686250236</c:v>
                </c:pt>
                <c:pt idx="207">
                  <c:v>0.65287917987851629</c:v>
                </c:pt>
                <c:pt idx="208">
                  <c:v>0.65195374682304874</c:v>
                </c:pt>
                <c:pt idx="209">
                  <c:v>0.64808573220296506</c:v>
                </c:pt>
                <c:pt idx="210">
                  <c:v>0.64740397206848566</c:v>
                </c:pt>
                <c:pt idx="211">
                  <c:v>0.65171576703326561</c:v>
                </c:pt>
                <c:pt idx="212">
                  <c:v>0.65342863993029043</c:v>
                </c:pt>
                <c:pt idx="213">
                  <c:v>0.65864418111044243</c:v>
                </c:pt>
                <c:pt idx="214">
                  <c:v>0.66751109101754624</c:v>
                </c:pt>
                <c:pt idx="215">
                  <c:v>0.66745240266096051</c:v>
                </c:pt>
                <c:pt idx="216">
                  <c:v>0.6714101569880162</c:v>
                </c:pt>
                <c:pt idx="217">
                  <c:v>0.67152252343882057</c:v>
                </c:pt>
                <c:pt idx="218">
                  <c:v>0.66794026257273587</c:v>
                </c:pt>
                <c:pt idx="219">
                  <c:v>0.66535648638233713</c:v>
                </c:pt>
                <c:pt idx="220">
                  <c:v>0.66579528715539993</c:v>
                </c:pt>
                <c:pt idx="221">
                  <c:v>0.65894093365633088</c:v>
                </c:pt>
                <c:pt idx="222">
                  <c:v>0.65275064324709942</c:v>
                </c:pt>
                <c:pt idx="223">
                  <c:v>0.64954547559650821</c:v>
                </c:pt>
                <c:pt idx="224">
                  <c:v>0.64353291139302671</c:v>
                </c:pt>
                <c:pt idx="225">
                  <c:v>0.63780654979553231</c:v>
                </c:pt>
                <c:pt idx="226">
                  <c:v>0.62987916574543312</c:v>
                </c:pt>
                <c:pt idx="227">
                  <c:v>0.62849585187104839</c:v>
                </c:pt>
                <c:pt idx="228">
                  <c:v>0.6271414831954113</c:v>
                </c:pt>
                <c:pt idx="229">
                  <c:v>0.62385313022778299</c:v>
                </c:pt>
                <c:pt idx="230">
                  <c:v>0.62207620385018947</c:v>
                </c:pt>
                <c:pt idx="231">
                  <c:v>0.62260872837116543</c:v>
                </c:pt>
                <c:pt idx="232">
                  <c:v>0.61815717547525528</c:v>
                </c:pt>
                <c:pt idx="233">
                  <c:v>0.62039305492929409</c:v>
                </c:pt>
                <c:pt idx="234">
                  <c:v>0.6158996187719753</c:v>
                </c:pt>
                <c:pt idx="235">
                  <c:v>0.60811552784195899</c:v>
                </c:pt>
                <c:pt idx="236">
                  <c:v>0.6092255512777105</c:v>
                </c:pt>
                <c:pt idx="237">
                  <c:v>0.60881717269498159</c:v>
                </c:pt>
                <c:pt idx="238">
                  <c:v>0.61646311983467272</c:v>
                </c:pt>
                <c:pt idx="239">
                  <c:v>0.62063466006206158</c:v>
                </c:pt>
                <c:pt idx="240">
                  <c:v>0.62198611311794416</c:v>
                </c:pt>
                <c:pt idx="241">
                  <c:v>0.62337993281429982</c:v>
                </c:pt>
                <c:pt idx="242">
                  <c:v>0.63007628082255096</c:v>
                </c:pt>
                <c:pt idx="243">
                  <c:v>0.63880396029551989</c:v>
                </c:pt>
                <c:pt idx="244">
                  <c:v>0.63393336378672593</c:v>
                </c:pt>
                <c:pt idx="245">
                  <c:v>0.62550852705222504</c:v>
                </c:pt>
                <c:pt idx="246">
                  <c:v>0.63147161971025245</c:v>
                </c:pt>
                <c:pt idx="247">
                  <c:v>0.64508832164159591</c:v>
                </c:pt>
                <c:pt idx="248">
                  <c:v>0.66296450042666266</c:v>
                </c:pt>
                <c:pt idx="249">
                  <c:v>0.68484343766423372</c:v>
                </c:pt>
                <c:pt idx="250">
                  <c:v>0.70017015249980363</c:v>
                </c:pt>
                <c:pt idx="251">
                  <c:v>0.76673361338832968</c:v>
                </c:pt>
                <c:pt idx="252">
                  <c:v>0.82255335307934307</c:v>
                </c:pt>
                <c:pt idx="253">
                  <c:v>0.87818127568123994</c:v>
                </c:pt>
                <c:pt idx="254">
                  <c:v>0.95408636691804083</c:v>
                </c:pt>
                <c:pt idx="255">
                  <c:v>1.0225224076119905</c:v>
                </c:pt>
                <c:pt idx="256">
                  <c:v>1.1216711571302995</c:v>
                </c:pt>
                <c:pt idx="257">
                  <c:v>1.2858019507276235</c:v>
                </c:pt>
                <c:pt idx="258">
                  <c:v>1.4451769695256984</c:v>
                </c:pt>
                <c:pt idx="259">
                  <c:v>1.6</c:v>
                </c:pt>
                <c:pt idx="260">
                  <c:v>1.375397840919123</c:v>
                </c:pt>
                <c:pt idx="261">
                  <c:v>1.0329159782223469</c:v>
                </c:pt>
                <c:pt idx="262">
                  <c:v>0.78403398028992011</c:v>
                </c:pt>
                <c:pt idx="263">
                  <c:v>0.7259175378640802</c:v>
                </c:pt>
                <c:pt idx="264">
                  <c:v>0.69888544603642044</c:v>
                </c:pt>
                <c:pt idx="265">
                  <c:v>0.67792664386631596</c:v>
                </c:pt>
                <c:pt idx="266">
                  <c:v>0.67032932907231357</c:v>
                </c:pt>
                <c:pt idx="267">
                  <c:v>0.65890859329510587</c:v>
                </c:pt>
                <c:pt idx="268">
                  <c:v>0.63609750556760614</c:v>
                </c:pt>
                <c:pt idx="269">
                  <c:v>0.64372002129077632</c:v>
                </c:pt>
                <c:pt idx="270">
                  <c:v>0.63446003596831302</c:v>
                </c:pt>
                <c:pt idx="271">
                  <c:v>0.6445536238330003</c:v>
                </c:pt>
                <c:pt idx="272">
                  <c:v>0.6593019180726809</c:v>
                </c:pt>
                <c:pt idx="273">
                  <c:v>0.67591752098417612</c:v>
                </c:pt>
                <c:pt idx="274">
                  <c:v>0.72076793189014055</c:v>
                </c:pt>
                <c:pt idx="275">
                  <c:v>0.77850214423884001</c:v>
                </c:pt>
                <c:pt idx="276">
                  <c:v>0.8915680829131063</c:v>
                </c:pt>
                <c:pt idx="277">
                  <c:v>1.1123633940072795</c:v>
                </c:pt>
                <c:pt idx="278">
                  <c:v>1.6004379567778733</c:v>
                </c:pt>
                <c:pt idx="279">
                  <c:v>1.6999652458125287</c:v>
                </c:pt>
                <c:pt idx="280">
                  <c:v>1.4820888383814883</c:v>
                </c:pt>
                <c:pt idx="281">
                  <c:v>1.1163566268231386</c:v>
                </c:pt>
                <c:pt idx="282">
                  <c:v>0.84413038172767019</c:v>
                </c:pt>
                <c:pt idx="283">
                  <c:v>0.7079559544382551</c:v>
                </c:pt>
                <c:pt idx="284">
                  <c:v>0.64439318801966328</c:v>
                </c:pt>
                <c:pt idx="285">
                  <c:v>0.61205608288971924</c:v>
                </c:pt>
                <c:pt idx="286">
                  <c:v>0.57570598394739547</c:v>
                </c:pt>
                <c:pt idx="287">
                  <c:v>0.5800898867923161</c:v>
                </c:pt>
                <c:pt idx="288">
                  <c:v>0.59754518435678539</c:v>
                </c:pt>
                <c:pt idx="289">
                  <c:v>0.59381368835673953</c:v>
                </c:pt>
                <c:pt idx="290">
                  <c:v>0.60129696249640607</c:v>
                </c:pt>
                <c:pt idx="291">
                  <c:v>0.59676099845237363</c:v>
                </c:pt>
                <c:pt idx="292">
                  <c:v>0.61161162255344215</c:v>
                </c:pt>
                <c:pt idx="293">
                  <c:v>0.56815953137274366</c:v>
                </c:pt>
                <c:pt idx="294">
                  <c:v>0.60442048667969961</c:v>
                </c:pt>
                <c:pt idx="295">
                  <c:v>0.5818077430973162</c:v>
                </c:pt>
                <c:pt idx="296">
                  <c:v>0.59860697490593595</c:v>
                </c:pt>
                <c:pt idx="297">
                  <c:v>0.61751207925918949</c:v>
                </c:pt>
                <c:pt idx="298">
                  <c:v>0.61086995794203158</c:v>
                </c:pt>
                <c:pt idx="299">
                  <c:v>0.63037375268252371</c:v>
                </c:pt>
                <c:pt idx="300">
                  <c:v>0.61649278434750454</c:v>
                </c:pt>
                <c:pt idx="301">
                  <c:v>0.63136874053267578</c:v>
                </c:pt>
                <c:pt idx="302">
                  <c:v>0.65622227168886582</c:v>
                </c:pt>
                <c:pt idx="303">
                  <c:v>0.65328799196786669</c:v>
                </c:pt>
                <c:pt idx="304">
                  <c:v>0.61859046726151856</c:v>
                </c:pt>
                <c:pt idx="305">
                  <c:v>0.623090712925501</c:v>
                </c:pt>
                <c:pt idx="306">
                  <c:v>0.63718504708142787</c:v>
                </c:pt>
                <c:pt idx="307">
                  <c:v>0.63249027395285984</c:v>
                </c:pt>
                <c:pt idx="308">
                  <c:v>0.61988759388142156</c:v>
                </c:pt>
                <c:pt idx="309">
                  <c:v>0.61233015881933239</c:v>
                </c:pt>
                <c:pt idx="310">
                  <c:v>0.61154512915949988</c:v>
                </c:pt>
                <c:pt idx="311">
                  <c:v>0.60839758144430844</c:v>
                </c:pt>
                <c:pt idx="312">
                  <c:v>0.60209024448706938</c:v>
                </c:pt>
                <c:pt idx="313">
                  <c:v>0.59826329107228171</c:v>
                </c:pt>
                <c:pt idx="314">
                  <c:v>0.59883431819835631</c:v>
                </c:pt>
                <c:pt idx="315">
                  <c:v>0.60788957882000516</c:v>
                </c:pt>
                <c:pt idx="316">
                  <c:v>0.60385095728543403</c:v>
                </c:pt>
                <c:pt idx="317">
                  <c:v>0.61013803188423554</c:v>
                </c:pt>
                <c:pt idx="318">
                  <c:v>0.62425424853368883</c:v>
                </c:pt>
                <c:pt idx="319">
                  <c:v>0.62580341705417819</c:v>
                </c:pt>
                <c:pt idx="320">
                  <c:v>0.62588420849394311</c:v>
                </c:pt>
                <c:pt idx="321">
                  <c:v>0.64647211697687434</c:v>
                </c:pt>
                <c:pt idx="322">
                  <c:v>0.68136745881088623</c:v>
                </c:pt>
                <c:pt idx="323">
                  <c:v>0.71456649307168951</c:v>
                </c:pt>
                <c:pt idx="324">
                  <c:v>0.71705130698947106</c:v>
                </c:pt>
                <c:pt idx="325">
                  <c:v>0.70106769535051372</c:v>
                </c:pt>
                <c:pt idx="326">
                  <c:v>0.68076195364201464</c:v>
                </c:pt>
                <c:pt idx="327">
                  <c:v>0.66927967526993459</c:v>
                </c:pt>
                <c:pt idx="328">
                  <c:v>0.68856257153242928</c:v>
                </c:pt>
                <c:pt idx="329">
                  <c:v>0.71878630023321277</c:v>
                </c:pt>
                <c:pt idx="330">
                  <c:v>0.76827040587022954</c:v>
                </c:pt>
                <c:pt idx="331">
                  <c:v>0.83695628448641135</c:v>
                </c:pt>
                <c:pt idx="332">
                  <c:v>0.8892676896174847</c:v>
                </c:pt>
                <c:pt idx="333">
                  <c:v>0.89053524763310055</c:v>
                </c:pt>
                <c:pt idx="334">
                  <c:v>0.82593381469499405</c:v>
                </c:pt>
                <c:pt idx="335">
                  <c:v>0.75859374012142067</c:v>
                </c:pt>
                <c:pt idx="336">
                  <c:v>0.70762940502574334</c:v>
                </c:pt>
                <c:pt idx="337">
                  <c:v>0.66693843260701458</c:v>
                </c:pt>
                <c:pt idx="338">
                  <c:v>0.63746777396176013</c:v>
                </c:pt>
                <c:pt idx="339">
                  <c:v>0.62370856727857038</c:v>
                </c:pt>
                <c:pt idx="340">
                  <c:v>0.61624337034103915</c:v>
                </c:pt>
                <c:pt idx="341">
                  <c:v>0.60728913090868764</c:v>
                </c:pt>
                <c:pt idx="342">
                  <c:v>0.6079382183588351</c:v>
                </c:pt>
                <c:pt idx="343">
                  <c:v>0.61007484253965338</c:v>
                </c:pt>
                <c:pt idx="344">
                  <c:v>0.60629869583714557</c:v>
                </c:pt>
                <c:pt idx="345">
                  <c:v>0.59963551003643212</c:v>
                </c:pt>
                <c:pt idx="346">
                  <c:v>0.59416548952994808</c:v>
                </c:pt>
                <c:pt idx="347">
                  <c:v>0.59905684610258292</c:v>
                </c:pt>
                <c:pt idx="348">
                  <c:v>0.60448401026555953</c:v>
                </c:pt>
                <c:pt idx="349">
                  <c:v>0.59831577726306262</c:v>
                </c:pt>
                <c:pt idx="350">
                  <c:v>0.59860466650715416</c:v>
                </c:pt>
                <c:pt idx="351">
                  <c:v>0.60491399704337745</c:v>
                </c:pt>
                <c:pt idx="352">
                  <c:v>0.60780143599029979</c:v>
                </c:pt>
                <c:pt idx="353">
                  <c:v>0.60566348395568204</c:v>
                </c:pt>
                <c:pt idx="354">
                  <c:v>0.61017074916604064</c:v>
                </c:pt>
                <c:pt idx="355">
                  <c:v>0.59911473446202168</c:v>
                </c:pt>
                <c:pt idx="356">
                  <c:v>0.59849055392141037</c:v>
                </c:pt>
                <c:pt idx="357">
                  <c:v>0.60603090047857289</c:v>
                </c:pt>
                <c:pt idx="358">
                  <c:v>0.61102627640155072</c:v>
                </c:pt>
                <c:pt idx="359">
                  <c:v>0.61838643334199628</c:v>
                </c:pt>
                <c:pt idx="360">
                  <c:v>0.61785685513150923</c:v>
                </c:pt>
                <c:pt idx="361">
                  <c:v>0.6158048390709866</c:v>
                </c:pt>
                <c:pt idx="362">
                  <c:v>0.61070748982663547</c:v>
                </c:pt>
                <c:pt idx="363">
                  <c:v>0.60843276069845231</c:v>
                </c:pt>
                <c:pt idx="364">
                  <c:v>0.61344285330804993</c:v>
                </c:pt>
                <c:pt idx="365">
                  <c:v>0.61729288603511445</c:v>
                </c:pt>
                <c:pt idx="366">
                  <c:v>0.61551104338552687</c:v>
                </c:pt>
                <c:pt idx="367">
                  <c:v>0.61603651095579426</c:v>
                </c:pt>
                <c:pt idx="368">
                  <c:v>0.62502743061101207</c:v>
                </c:pt>
                <c:pt idx="369">
                  <c:v>0.62345517882201851</c:v>
                </c:pt>
                <c:pt idx="370">
                  <c:v>0.61239821264529459</c:v>
                </c:pt>
                <c:pt idx="371">
                  <c:v>0.61409411836170169</c:v>
                </c:pt>
                <c:pt idx="372">
                  <c:v>0.61385372359476642</c:v>
                </c:pt>
                <c:pt idx="373">
                  <c:v>0.60836278966068447</c:v>
                </c:pt>
                <c:pt idx="374">
                  <c:v>0.59817436694759529</c:v>
                </c:pt>
                <c:pt idx="375">
                  <c:v>0.60404252741004816</c:v>
                </c:pt>
                <c:pt idx="376">
                  <c:v>0.60842580541080105</c:v>
                </c:pt>
                <c:pt idx="377">
                  <c:v>0.61211757944848999</c:v>
                </c:pt>
                <c:pt idx="378">
                  <c:v>0.61066380444367463</c:v>
                </c:pt>
                <c:pt idx="379">
                  <c:v>0.60558932123497422</c:v>
                </c:pt>
                <c:pt idx="380">
                  <c:v>0.60335237240066364</c:v>
                </c:pt>
                <c:pt idx="381">
                  <c:v>0.60756850003087493</c:v>
                </c:pt>
                <c:pt idx="382">
                  <c:v>0.60965528965239801</c:v>
                </c:pt>
                <c:pt idx="383">
                  <c:v>0.60884119394905167</c:v>
                </c:pt>
                <c:pt idx="384">
                  <c:v>0.60206271082232632</c:v>
                </c:pt>
                <c:pt idx="385">
                  <c:v>0.60230556732182894</c:v>
                </c:pt>
                <c:pt idx="386">
                  <c:v>0.60889044778210955</c:v>
                </c:pt>
                <c:pt idx="387">
                  <c:v>0.60663569208787349</c:v>
                </c:pt>
                <c:pt idx="388">
                  <c:v>0.60484486088948985</c:v>
                </c:pt>
                <c:pt idx="389">
                  <c:v>0.60060288518720606</c:v>
                </c:pt>
                <c:pt idx="390">
                  <c:v>0.59880587016552644</c:v>
                </c:pt>
                <c:pt idx="391">
                  <c:v>0.5972889706742821</c:v>
                </c:pt>
                <c:pt idx="392">
                  <c:v>0.6053371086171786</c:v>
                </c:pt>
                <c:pt idx="393">
                  <c:v>0.60473631303738706</c:v>
                </c:pt>
                <c:pt idx="394">
                  <c:v>0.6065857275725004</c:v>
                </c:pt>
                <c:pt idx="395">
                  <c:v>0.61314795755158402</c:v>
                </c:pt>
                <c:pt idx="396">
                  <c:v>0.61377096698892342</c:v>
                </c:pt>
                <c:pt idx="397">
                  <c:v>0.61108541648738157</c:v>
                </c:pt>
                <c:pt idx="398">
                  <c:v>0.60666974345753344</c:v>
                </c:pt>
                <c:pt idx="399">
                  <c:v>0.60089547500254659</c:v>
                </c:pt>
                <c:pt idx="400">
                  <c:v>0.60514353640169682</c:v>
                </c:pt>
                <c:pt idx="401">
                  <c:v>0.60658774548827787</c:v>
                </c:pt>
                <c:pt idx="402">
                  <c:v>0.60275305812834279</c:v>
                </c:pt>
                <c:pt idx="403">
                  <c:v>0.6158926232027353</c:v>
                </c:pt>
                <c:pt idx="404">
                  <c:v>0.62141457683738366</c:v>
                </c:pt>
                <c:pt idx="405">
                  <c:v>0.62029013547012868</c:v>
                </c:pt>
                <c:pt idx="406">
                  <c:v>0.61908612837430821</c:v>
                </c:pt>
                <c:pt idx="407">
                  <c:v>0.62248174737634121</c:v>
                </c:pt>
                <c:pt idx="408">
                  <c:v>0.61831715476392013</c:v>
                </c:pt>
                <c:pt idx="409">
                  <c:v>0.61331430324943681</c:v>
                </c:pt>
                <c:pt idx="410">
                  <c:v>0.61055121260779044</c:v>
                </c:pt>
                <c:pt idx="411">
                  <c:v>0.61250163562431892</c:v>
                </c:pt>
                <c:pt idx="412">
                  <c:v>0.60609639690319439</c:v>
                </c:pt>
                <c:pt idx="413">
                  <c:v>0.59636701813989657</c:v>
                </c:pt>
                <c:pt idx="414">
                  <c:v>0.5971304283353861</c:v>
                </c:pt>
                <c:pt idx="415">
                  <c:v>0.59622800541815757</c:v>
                </c:pt>
                <c:pt idx="416">
                  <c:v>0.59392117881713857</c:v>
                </c:pt>
                <c:pt idx="417">
                  <c:v>0.61194740604062392</c:v>
                </c:pt>
                <c:pt idx="418">
                  <c:v>0.61153595167087105</c:v>
                </c:pt>
                <c:pt idx="419">
                  <c:v>0.61072033773526446</c:v>
                </c:pt>
                <c:pt idx="420">
                  <c:v>0.58988812141678004</c:v>
                </c:pt>
                <c:pt idx="421">
                  <c:v>0.59294732681249351</c:v>
                </c:pt>
                <c:pt idx="422">
                  <c:v>0.60553312506191859</c:v>
                </c:pt>
                <c:pt idx="423">
                  <c:v>0.5975052000845591</c:v>
                </c:pt>
                <c:pt idx="424">
                  <c:v>0.59760084440107708</c:v>
                </c:pt>
                <c:pt idx="425">
                  <c:v>0.61105118480965792</c:v>
                </c:pt>
                <c:pt idx="426">
                  <c:v>0.62034360448371983</c:v>
                </c:pt>
                <c:pt idx="427">
                  <c:v>0.61026543871299754</c:v>
                </c:pt>
                <c:pt idx="428">
                  <c:v>0.60932802668031472</c:v>
                </c:pt>
                <c:pt idx="429">
                  <c:v>0.59753917520692612</c:v>
                </c:pt>
                <c:pt idx="430">
                  <c:v>0.5803351306952641</c:v>
                </c:pt>
                <c:pt idx="431">
                  <c:v>0.5896572618773448</c:v>
                </c:pt>
                <c:pt idx="432">
                  <c:v>0.59680932269186338</c:v>
                </c:pt>
                <c:pt idx="433">
                  <c:v>0.58463157453840209</c:v>
                </c:pt>
                <c:pt idx="434">
                  <c:v>0.56039109079902827</c:v>
                </c:pt>
                <c:pt idx="435">
                  <c:v>0.48857682891302834</c:v>
                </c:pt>
                <c:pt idx="436">
                  <c:v>0.53103211957208274</c:v>
                </c:pt>
                <c:pt idx="437">
                  <c:v>0.53298636742136796</c:v>
                </c:pt>
                <c:pt idx="438">
                  <c:v>0.54232848498504915</c:v>
                </c:pt>
                <c:pt idx="439">
                  <c:v>0.53428253687399607</c:v>
                </c:pt>
                <c:pt idx="440">
                  <c:v>0.52246615149609354</c:v>
                </c:pt>
                <c:pt idx="441">
                  <c:v>0.55009578424708427</c:v>
                </c:pt>
                <c:pt idx="442">
                  <c:v>0.58707740163282063</c:v>
                </c:pt>
                <c:pt idx="443">
                  <c:v>0.57699235921945347</c:v>
                </c:pt>
                <c:pt idx="444">
                  <c:v>0.57848018847118521</c:v>
                </c:pt>
                <c:pt idx="445">
                  <c:v>0.57872932050652959</c:v>
                </c:pt>
                <c:pt idx="446">
                  <c:v>0.61605697975737383</c:v>
                </c:pt>
                <c:pt idx="447">
                  <c:v>0.63242760347350369</c:v>
                </c:pt>
                <c:pt idx="448">
                  <c:v>0.60449411806707054</c:v>
                </c:pt>
                <c:pt idx="449">
                  <c:v>0.61400460595798001</c:v>
                </c:pt>
                <c:pt idx="450">
                  <c:v>0.61965157254411829</c:v>
                </c:pt>
                <c:pt idx="451">
                  <c:v>0.6011275316604463</c:v>
                </c:pt>
                <c:pt idx="452">
                  <c:v>0.58908421887354934</c:v>
                </c:pt>
                <c:pt idx="453">
                  <c:v>0.60155306780225404</c:v>
                </c:pt>
                <c:pt idx="454">
                  <c:v>0.60341010862517352</c:v>
                </c:pt>
                <c:pt idx="455">
                  <c:v>0.5974487046768443</c:v>
                </c:pt>
                <c:pt idx="456">
                  <c:v>0.58361604307800563</c:v>
                </c:pt>
                <c:pt idx="457">
                  <c:v>0.58779993536684816</c:v>
                </c:pt>
                <c:pt idx="458">
                  <c:v>0.59456379339961385</c:v>
                </c:pt>
                <c:pt idx="459">
                  <c:v>0.61494269030956028</c:v>
                </c:pt>
                <c:pt idx="460">
                  <c:v>0.60056999838704839</c:v>
                </c:pt>
                <c:pt idx="461">
                  <c:v>0.59504102232876743</c:v>
                </c:pt>
                <c:pt idx="462">
                  <c:v>0.6032285561480385</c:v>
                </c:pt>
                <c:pt idx="463">
                  <c:v>0.58181699827186606</c:v>
                </c:pt>
                <c:pt idx="464">
                  <c:v>0.58476267192795872</c:v>
                </c:pt>
                <c:pt idx="465">
                  <c:v>0.59623558267272037</c:v>
                </c:pt>
                <c:pt idx="466">
                  <c:v>0.59858838866920028</c:v>
                </c:pt>
                <c:pt idx="467">
                  <c:v>0.59140894320783977</c:v>
                </c:pt>
                <c:pt idx="468">
                  <c:v>0.6003181869367118</c:v>
                </c:pt>
                <c:pt idx="469">
                  <c:v>0.59664745208669978</c:v>
                </c:pt>
                <c:pt idx="470">
                  <c:v>0.59195918011882465</c:v>
                </c:pt>
                <c:pt idx="471">
                  <c:v>0.59473036735980256</c:v>
                </c:pt>
                <c:pt idx="472">
                  <c:v>0.59424417913395899</c:v>
                </c:pt>
                <c:pt idx="473">
                  <c:v>0.60580116067139544</c:v>
                </c:pt>
                <c:pt idx="474">
                  <c:v>0.60146515071728546</c:v>
                </c:pt>
                <c:pt idx="475">
                  <c:v>0.59643086829435077</c:v>
                </c:pt>
                <c:pt idx="476">
                  <c:v>0.59967837396270873</c:v>
                </c:pt>
                <c:pt idx="477">
                  <c:v>0.60600823009635296</c:v>
                </c:pt>
                <c:pt idx="478">
                  <c:v>0.61218774230334694</c:v>
                </c:pt>
                <c:pt idx="479">
                  <c:v>0.61061107584404739</c:v>
                </c:pt>
                <c:pt idx="480">
                  <c:v>0.605706551687616</c:v>
                </c:pt>
                <c:pt idx="481">
                  <c:v>0.60668507779518011</c:v>
                </c:pt>
                <c:pt idx="482">
                  <c:v>0.60378769169355895</c:v>
                </c:pt>
                <c:pt idx="483">
                  <c:v>0.60230595311394941</c:v>
                </c:pt>
                <c:pt idx="484">
                  <c:v>0.60236924795793056</c:v>
                </c:pt>
                <c:pt idx="485">
                  <c:v>0.60364586333672299</c:v>
                </c:pt>
                <c:pt idx="486">
                  <c:v>0.60656529377753954</c:v>
                </c:pt>
                <c:pt idx="487">
                  <c:v>0.60738303976009178</c:v>
                </c:pt>
                <c:pt idx="488">
                  <c:v>0.60619715842010724</c:v>
                </c:pt>
                <c:pt idx="489">
                  <c:v>0.59205537590947377</c:v>
                </c:pt>
                <c:pt idx="490">
                  <c:v>0.59674939279916805</c:v>
                </c:pt>
                <c:pt idx="491">
                  <c:v>0.60722280055927114</c:v>
                </c:pt>
                <c:pt idx="492">
                  <c:v>0.61180069474001331</c:v>
                </c:pt>
                <c:pt idx="493">
                  <c:v>0.61483001407415694</c:v>
                </c:pt>
                <c:pt idx="494">
                  <c:v>0.60987008642879059</c:v>
                </c:pt>
                <c:pt idx="495">
                  <c:v>0.6118616849016687</c:v>
                </c:pt>
                <c:pt idx="496">
                  <c:v>0.61462546416666497</c:v>
                </c:pt>
                <c:pt idx="497">
                  <c:v>0.61713807621700123</c:v>
                </c:pt>
                <c:pt idx="498">
                  <c:v>0.61079690728089797</c:v>
                </c:pt>
                <c:pt idx="499">
                  <c:v>0.60578001475549126</c:v>
                </c:pt>
                <c:pt idx="500">
                  <c:v>0.62003314852498492</c:v>
                </c:pt>
                <c:pt idx="501">
                  <c:v>0.61383546836239522</c:v>
                </c:pt>
                <c:pt idx="502">
                  <c:v>0.61980129729119904</c:v>
                </c:pt>
                <c:pt idx="503">
                  <c:v>0.6203196829745361</c:v>
                </c:pt>
                <c:pt idx="504">
                  <c:v>0.61897701514133519</c:v>
                </c:pt>
                <c:pt idx="505">
                  <c:v>0.62404302914600829</c:v>
                </c:pt>
                <c:pt idx="506">
                  <c:v>0.63628220624271647</c:v>
                </c:pt>
                <c:pt idx="507">
                  <c:v>0.65090265439250095</c:v>
                </c:pt>
                <c:pt idx="508">
                  <c:v>0.67449642489774797</c:v>
                </c:pt>
                <c:pt idx="509">
                  <c:v>0.70554701568824396</c:v>
                </c:pt>
                <c:pt idx="510">
                  <c:v>0.74647740652492411</c:v>
                </c:pt>
                <c:pt idx="511">
                  <c:v>0.79392749142163321</c:v>
                </c:pt>
                <c:pt idx="512">
                  <c:v>0.83102867607169961</c:v>
                </c:pt>
                <c:pt idx="513">
                  <c:v>0.84712183828659338</c:v>
                </c:pt>
                <c:pt idx="514">
                  <c:v>0.85790995363121181</c:v>
                </c:pt>
                <c:pt idx="515">
                  <c:v>0.84802724563795717</c:v>
                </c:pt>
                <c:pt idx="516">
                  <c:v>0.84634373610093461</c:v>
                </c:pt>
                <c:pt idx="517">
                  <c:v>0.83192490689352028</c:v>
                </c:pt>
                <c:pt idx="518">
                  <c:v>0.81065717946505145</c:v>
                </c:pt>
                <c:pt idx="519">
                  <c:v>0.78487074781411392</c:v>
                </c:pt>
                <c:pt idx="520">
                  <c:v>0.7540514961057756</c:v>
                </c:pt>
                <c:pt idx="521">
                  <c:v>0.74095290555933235</c:v>
                </c:pt>
                <c:pt idx="522">
                  <c:v>0.72555311608549289</c:v>
                </c:pt>
                <c:pt idx="523">
                  <c:v>0.71330966146769759</c:v>
                </c:pt>
                <c:pt idx="524">
                  <c:v>0.70755950687846914</c:v>
                </c:pt>
                <c:pt idx="525">
                  <c:v>0.71381698697767648</c:v>
                </c:pt>
                <c:pt idx="526">
                  <c:v>0.72608176398309787</c:v>
                </c:pt>
                <c:pt idx="527">
                  <c:v>0.71982466751806884</c:v>
                </c:pt>
                <c:pt idx="528">
                  <c:v>0.70328889120638038</c:v>
                </c:pt>
                <c:pt idx="529">
                  <c:v>0.72277235908993909</c:v>
                </c:pt>
                <c:pt idx="530">
                  <c:v>0.73758567165014655</c:v>
                </c:pt>
                <c:pt idx="531">
                  <c:v>0.74333679299750444</c:v>
                </c:pt>
                <c:pt idx="532">
                  <c:v>0.75527551931484571</c:v>
                </c:pt>
                <c:pt idx="533">
                  <c:v>0.7833513723239065</c:v>
                </c:pt>
                <c:pt idx="534">
                  <c:v>0.80430195704991381</c:v>
                </c:pt>
                <c:pt idx="535">
                  <c:v>0.80006530067528281</c:v>
                </c:pt>
                <c:pt idx="536">
                  <c:v>0.80576535264083371</c:v>
                </c:pt>
                <c:pt idx="537">
                  <c:v>0.82517765638432983</c:v>
                </c:pt>
                <c:pt idx="538">
                  <c:v>0.8517303435975021</c:v>
                </c:pt>
                <c:pt idx="539">
                  <c:v>0.88775739858461789</c:v>
                </c:pt>
                <c:pt idx="540">
                  <c:v>0.9360216165890054</c:v>
                </c:pt>
                <c:pt idx="541">
                  <c:v>0.97083776865594662</c:v>
                </c:pt>
                <c:pt idx="542">
                  <c:v>1.0104240280950361</c:v>
                </c:pt>
                <c:pt idx="543">
                  <c:v>1.0588811066735049</c:v>
                </c:pt>
                <c:pt idx="544">
                  <c:v>1.1040371205658503</c:v>
                </c:pt>
                <c:pt idx="545">
                  <c:v>1.1789242308380268</c:v>
                </c:pt>
                <c:pt idx="546">
                  <c:v>1.2506667684780672</c:v>
                </c:pt>
                <c:pt idx="547">
                  <c:v>1.2873755260545328</c:v>
                </c:pt>
                <c:pt idx="548">
                  <c:v>1.3277676627937813</c:v>
                </c:pt>
                <c:pt idx="549">
                  <c:v>1.3682696723616847</c:v>
                </c:pt>
                <c:pt idx="550">
                  <c:v>1.4205355631338521</c:v>
                </c:pt>
                <c:pt idx="551">
                  <c:v>1.4405469039739756</c:v>
                </c:pt>
                <c:pt idx="552">
                  <c:v>1.4450296540012553</c:v>
                </c:pt>
                <c:pt idx="553">
                  <c:v>1.4245702284409605</c:v>
                </c:pt>
                <c:pt idx="554">
                  <c:v>1.3951908478757278</c:v>
                </c:pt>
                <c:pt idx="555">
                  <c:v>1.3518753573168736</c:v>
                </c:pt>
                <c:pt idx="556">
                  <c:v>1.2635558333817249</c:v>
                </c:pt>
                <c:pt idx="557">
                  <c:v>1.1950057459192691</c:v>
                </c:pt>
                <c:pt idx="558">
                  <c:v>1.1236375124742506</c:v>
                </c:pt>
                <c:pt idx="559">
                  <c:v>1.0496010879742546</c:v>
                </c:pt>
                <c:pt idx="560">
                  <c:v>1.0090609912051416</c:v>
                </c:pt>
                <c:pt idx="561">
                  <c:v>0.94782438295358151</c:v>
                </c:pt>
                <c:pt idx="562">
                  <c:v>0.86984079242984902</c:v>
                </c:pt>
                <c:pt idx="563">
                  <c:v>0.82742991126326682</c:v>
                </c:pt>
                <c:pt idx="564">
                  <c:v>0.76882472656704148</c:v>
                </c:pt>
                <c:pt idx="565">
                  <c:v>0.69494587596941326</c:v>
                </c:pt>
                <c:pt idx="566">
                  <c:v>0.68459744375646781</c:v>
                </c:pt>
                <c:pt idx="567">
                  <c:v>0.69099451298776637</c:v>
                </c:pt>
                <c:pt idx="568">
                  <c:v>0.67702234905406877</c:v>
                </c:pt>
                <c:pt idx="569">
                  <c:v>0.64862536354709277</c:v>
                </c:pt>
                <c:pt idx="570">
                  <c:v>0.57945033217195496</c:v>
                </c:pt>
                <c:pt idx="571">
                  <c:v>0.58090662861240672</c:v>
                </c:pt>
                <c:pt idx="572">
                  <c:v>0.60227662404125215</c:v>
                </c:pt>
                <c:pt idx="573">
                  <c:v>0.62356113858204631</c:v>
                </c:pt>
                <c:pt idx="574">
                  <c:v>0.60855198652836351</c:v>
                </c:pt>
                <c:pt idx="575">
                  <c:v>0.59857646555871225</c:v>
                </c:pt>
                <c:pt idx="576">
                  <c:v>0.57446878482247432</c:v>
                </c:pt>
                <c:pt idx="577">
                  <c:v>0.57012797368662371</c:v>
                </c:pt>
                <c:pt idx="578">
                  <c:v>0.69157975459934451</c:v>
                </c:pt>
                <c:pt idx="579">
                  <c:v>0.63609200041714853</c:v>
                </c:pt>
                <c:pt idx="580">
                  <c:v>0.626356776747374</c:v>
                </c:pt>
                <c:pt idx="581">
                  <c:v>0.5848063294974416</c:v>
                </c:pt>
                <c:pt idx="582">
                  <c:v>0.59466454388704404</c:v>
                </c:pt>
                <c:pt idx="583">
                  <c:v>0.78299334956341238</c:v>
                </c:pt>
                <c:pt idx="584">
                  <c:v>0.88111831756832215</c:v>
                </c:pt>
                <c:pt idx="585">
                  <c:v>0.89257728632773259</c:v>
                </c:pt>
                <c:pt idx="586">
                  <c:v>0.52151380266668057</c:v>
                </c:pt>
                <c:pt idx="587">
                  <c:v>0.88071970631177132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B-37F8-4EA4-8385-84A4706AD5FD}"/>
            </c:ext>
          </c:extLst>
        </c:ser>
        <c:ser>
          <c:idx val="28"/>
          <c:order val="28"/>
          <c:tx>
            <c:strRef>
              <c:f>'Fully separated 0.5%'!$AD$1</c:f>
              <c:strCache>
                <c:ptCount val="1"/>
                <c:pt idx="0">
                  <c:v>F9/O-PTIR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0.5%'!$A$2:$A$589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0.5%'!$AD$2:$AD$589</c:f>
              <c:numCache>
                <c:formatCode>General</c:formatCode>
                <c:ptCount val="588"/>
                <c:pt idx="0">
                  <c:v>0.23363421878719434</c:v>
                </c:pt>
                <c:pt idx="1">
                  <c:v>0.35244317191553087</c:v>
                </c:pt>
                <c:pt idx="2">
                  <c:v>0.34939182307890909</c:v>
                </c:pt>
                <c:pt idx="3">
                  <c:v>0.35207629467551305</c:v>
                </c:pt>
                <c:pt idx="4">
                  <c:v>0.36439659918470169</c:v>
                </c:pt>
                <c:pt idx="5">
                  <c:v>0.38244152126247893</c:v>
                </c:pt>
                <c:pt idx="6">
                  <c:v>0.39698419616434644</c:v>
                </c:pt>
                <c:pt idx="7">
                  <c:v>0.38280504458225095</c:v>
                </c:pt>
                <c:pt idx="8">
                  <c:v>0.3741757316166065</c:v>
                </c:pt>
                <c:pt idx="9">
                  <c:v>0.40172189744983144</c:v>
                </c:pt>
                <c:pt idx="10">
                  <c:v>0.43079800257719236</c:v>
                </c:pt>
                <c:pt idx="11">
                  <c:v>0.42998318962743709</c:v>
                </c:pt>
                <c:pt idx="12">
                  <c:v>0.41728397694225011</c:v>
                </c:pt>
                <c:pt idx="13">
                  <c:v>0.4400952391220847</c:v>
                </c:pt>
                <c:pt idx="14">
                  <c:v>0.45289907253048811</c:v>
                </c:pt>
                <c:pt idx="15">
                  <c:v>0.45546144909388708</c:v>
                </c:pt>
                <c:pt idx="16">
                  <c:v>0.44925444835608003</c:v>
                </c:pt>
                <c:pt idx="17">
                  <c:v>0.43725524123207837</c:v>
                </c:pt>
                <c:pt idx="18">
                  <c:v>0.43685870145879702</c:v>
                </c:pt>
                <c:pt idx="19">
                  <c:v>0.43490808611636034</c:v>
                </c:pt>
                <c:pt idx="20">
                  <c:v>0.43921501316229417</c:v>
                </c:pt>
                <c:pt idx="21">
                  <c:v>0.44969976569497738</c:v>
                </c:pt>
                <c:pt idx="22">
                  <c:v>0.46166473044979378</c:v>
                </c:pt>
                <c:pt idx="23">
                  <c:v>0.47369437729133645</c:v>
                </c:pt>
                <c:pt idx="24">
                  <c:v>0.46604268350332378</c:v>
                </c:pt>
                <c:pt idx="25">
                  <c:v>0.44868726420475735</c:v>
                </c:pt>
                <c:pt idx="26">
                  <c:v>0.43801382551615892</c:v>
                </c:pt>
                <c:pt idx="27">
                  <c:v>0.43957089879609956</c:v>
                </c:pt>
                <c:pt idx="28">
                  <c:v>0.43833302928568518</c:v>
                </c:pt>
                <c:pt idx="29">
                  <c:v>0.43792613630756244</c:v>
                </c:pt>
                <c:pt idx="30">
                  <c:v>0.43257365893522104</c:v>
                </c:pt>
                <c:pt idx="31">
                  <c:v>0.43036778790261104</c:v>
                </c:pt>
                <c:pt idx="32">
                  <c:v>0.44452803918035133</c:v>
                </c:pt>
                <c:pt idx="33">
                  <c:v>0.4677513169695991</c:v>
                </c:pt>
                <c:pt idx="34">
                  <c:v>0.48822458987368844</c:v>
                </c:pt>
                <c:pt idx="35">
                  <c:v>0.48870845493594406</c:v>
                </c:pt>
                <c:pt idx="36">
                  <c:v>0.48137574594887106</c:v>
                </c:pt>
                <c:pt idx="37">
                  <c:v>0.47411389642990653</c:v>
                </c:pt>
                <c:pt idx="38">
                  <c:v>0.47623546764090879</c:v>
                </c:pt>
                <c:pt idx="39">
                  <c:v>0.48268092208498148</c:v>
                </c:pt>
                <c:pt idx="40">
                  <c:v>0.4860740222873749</c:v>
                </c:pt>
                <c:pt idx="41">
                  <c:v>0.50502588295042239</c:v>
                </c:pt>
                <c:pt idx="42">
                  <c:v>0.52273954102407894</c:v>
                </c:pt>
                <c:pt idx="43">
                  <c:v>0.54296303553671366</c:v>
                </c:pt>
                <c:pt idx="44">
                  <c:v>0.57707313535974292</c:v>
                </c:pt>
                <c:pt idx="45">
                  <c:v>0.60245861382695187</c:v>
                </c:pt>
                <c:pt idx="46">
                  <c:v>0.63560198276239777</c:v>
                </c:pt>
                <c:pt idx="47">
                  <c:v>0.64244626227161605</c:v>
                </c:pt>
                <c:pt idx="48">
                  <c:v>0.60822054703509332</c:v>
                </c:pt>
                <c:pt idx="49">
                  <c:v>0.56033834705191055</c:v>
                </c:pt>
                <c:pt idx="50">
                  <c:v>0.50942542445610872</c:v>
                </c:pt>
                <c:pt idx="51">
                  <c:v>0.47028316129351894</c:v>
                </c:pt>
                <c:pt idx="52">
                  <c:v>0.45630091297194075</c:v>
                </c:pt>
                <c:pt idx="53">
                  <c:v>0.44852421896187517</c:v>
                </c:pt>
                <c:pt idx="54">
                  <c:v>0.43808973051394234</c:v>
                </c:pt>
                <c:pt idx="55">
                  <c:v>0.43366689815244297</c:v>
                </c:pt>
                <c:pt idx="56">
                  <c:v>0.43766927381973586</c:v>
                </c:pt>
                <c:pt idx="57">
                  <c:v>0.44280796383443277</c:v>
                </c:pt>
                <c:pt idx="58">
                  <c:v>0.44906138899657067</c:v>
                </c:pt>
                <c:pt idx="59">
                  <c:v>0.45383360578371146</c:v>
                </c:pt>
                <c:pt idx="60">
                  <c:v>0.46308548499062258</c:v>
                </c:pt>
                <c:pt idx="61">
                  <c:v>0.46950507030088201</c:v>
                </c:pt>
                <c:pt idx="62">
                  <c:v>0.48126610128443137</c:v>
                </c:pt>
                <c:pt idx="63">
                  <c:v>0.49582231253130948</c:v>
                </c:pt>
                <c:pt idx="64">
                  <c:v>0.51056133479105137</c:v>
                </c:pt>
                <c:pt idx="65">
                  <c:v>0.53009010057702111</c:v>
                </c:pt>
                <c:pt idx="66">
                  <c:v>0.54130102079083897</c:v>
                </c:pt>
                <c:pt idx="67">
                  <c:v>0.54778884411430162</c:v>
                </c:pt>
                <c:pt idx="68">
                  <c:v>0.54510263618933164</c:v>
                </c:pt>
                <c:pt idx="69">
                  <c:v>0.53311397656624071</c:v>
                </c:pt>
                <c:pt idx="70">
                  <c:v>0.52089879856686216</c:v>
                </c:pt>
                <c:pt idx="71">
                  <c:v>0.50758033963594396</c:v>
                </c:pt>
                <c:pt idx="72">
                  <c:v>0.49344008234896553</c:v>
                </c:pt>
                <c:pt idx="73">
                  <c:v>0.48409388627864641</c:v>
                </c:pt>
                <c:pt idx="74">
                  <c:v>0.4747788639332412</c:v>
                </c:pt>
                <c:pt idx="75">
                  <c:v>0.46665963828906132</c:v>
                </c:pt>
                <c:pt idx="76">
                  <c:v>0.4552068225528908</c:v>
                </c:pt>
                <c:pt idx="77">
                  <c:v>0.44699657691035344</c:v>
                </c:pt>
                <c:pt idx="78">
                  <c:v>0.44668988519088432</c:v>
                </c:pt>
                <c:pt idx="79">
                  <c:v>0.44371334342505053</c:v>
                </c:pt>
                <c:pt idx="80">
                  <c:v>0.43864850133705302</c:v>
                </c:pt>
                <c:pt idx="81">
                  <c:v>0.43396359441856347</c:v>
                </c:pt>
                <c:pt idx="82">
                  <c:v>0.43291583590190674</c:v>
                </c:pt>
                <c:pt idx="83">
                  <c:v>0.42904950140791248</c:v>
                </c:pt>
                <c:pt idx="84">
                  <c:v>0.42918917560930259</c:v>
                </c:pt>
                <c:pt idx="85">
                  <c:v>0.42979939171390302</c:v>
                </c:pt>
                <c:pt idx="86">
                  <c:v>0.43174971407020335</c:v>
                </c:pt>
                <c:pt idx="87">
                  <c:v>0.43432066124910829</c:v>
                </c:pt>
                <c:pt idx="88">
                  <c:v>0.43354526264486221</c:v>
                </c:pt>
                <c:pt idx="89">
                  <c:v>0.43574118448509247</c:v>
                </c:pt>
                <c:pt idx="90">
                  <c:v>0.43122880322404655</c:v>
                </c:pt>
                <c:pt idx="91">
                  <c:v>0.42451323252455508</c:v>
                </c:pt>
                <c:pt idx="92">
                  <c:v>0.42232090207754436</c:v>
                </c:pt>
                <c:pt idx="93">
                  <c:v>0.41881991512752925</c:v>
                </c:pt>
                <c:pt idx="94">
                  <c:v>0.41427700779513366</c:v>
                </c:pt>
                <c:pt idx="95">
                  <c:v>0.41455362988481292</c:v>
                </c:pt>
                <c:pt idx="96">
                  <c:v>0.41273060075259071</c:v>
                </c:pt>
                <c:pt idx="97">
                  <c:v>0.41498390778271838</c:v>
                </c:pt>
                <c:pt idx="98">
                  <c:v>0.41603171718644094</c:v>
                </c:pt>
                <c:pt idx="99">
                  <c:v>0.41389166009226336</c:v>
                </c:pt>
                <c:pt idx="100">
                  <c:v>0.41182510628056679</c:v>
                </c:pt>
                <c:pt idx="101">
                  <c:v>0.41031178739603497</c:v>
                </c:pt>
                <c:pt idx="102">
                  <c:v>0.41548333195084997</c:v>
                </c:pt>
                <c:pt idx="103">
                  <c:v>0.41582637862375121</c:v>
                </c:pt>
                <c:pt idx="104">
                  <c:v>0.42195976273970337</c:v>
                </c:pt>
                <c:pt idx="105">
                  <c:v>0.42640272016470976</c:v>
                </c:pt>
                <c:pt idx="106">
                  <c:v>0.43676320648271361</c:v>
                </c:pt>
                <c:pt idx="107">
                  <c:v>0.45904755005856285</c:v>
                </c:pt>
                <c:pt idx="108">
                  <c:v>0.48493133934658456</c:v>
                </c:pt>
                <c:pt idx="109">
                  <c:v>0.51622761265175077</c:v>
                </c:pt>
                <c:pt idx="110">
                  <c:v>0.53041654264614879</c:v>
                </c:pt>
                <c:pt idx="111">
                  <c:v>0.51627256597727011</c:v>
                </c:pt>
                <c:pt idx="112">
                  <c:v>0.48707722532284459</c:v>
                </c:pt>
                <c:pt idx="113">
                  <c:v>0.46570994377429498</c:v>
                </c:pt>
                <c:pt idx="114">
                  <c:v>0.46086245422261246</c:v>
                </c:pt>
                <c:pt idx="115">
                  <c:v>0.4539177822427356</c:v>
                </c:pt>
                <c:pt idx="116">
                  <c:v>0.44648156587976467</c:v>
                </c:pt>
                <c:pt idx="117">
                  <c:v>0.44436296153890176</c:v>
                </c:pt>
                <c:pt idx="118">
                  <c:v>0.44233512738716468</c:v>
                </c:pt>
                <c:pt idx="119">
                  <c:v>0.4521002196150059</c:v>
                </c:pt>
                <c:pt idx="120">
                  <c:v>0.47127006196354526</c:v>
                </c:pt>
                <c:pt idx="121">
                  <c:v>0.4973060066623689</c:v>
                </c:pt>
                <c:pt idx="122">
                  <c:v>0.52818702300623366</c:v>
                </c:pt>
                <c:pt idx="123">
                  <c:v>0.54761052349948636</c:v>
                </c:pt>
                <c:pt idx="124">
                  <c:v>0.54631843613351228</c:v>
                </c:pt>
                <c:pt idx="125">
                  <c:v>0.52423562075854735</c:v>
                </c:pt>
                <c:pt idx="126">
                  <c:v>0.51048788470868467</c:v>
                </c:pt>
                <c:pt idx="127">
                  <c:v>0.49779211692364905</c:v>
                </c:pt>
                <c:pt idx="128">
                  <c:v>0.48603602044344979</c:v>
                </c:pt>
                <c:pt idx="129">
                  <c:v>0.48440972533370041</c:v>
                </c:pt>
                <c:pt idx="130">
                  <c:v>0.48025218420856264</c:v>
                </c:pt>
                <c:pt idx="131">
                  <c:v>0.48016670010615103</c:v>
                </c:pt>
                <c:pt idx="132">
                  <c:v>0.47818655792929277</c:v>
                </c:pt>
                <c:pt idx="133">
                  <c:v>0.46793301771920953</c:v>
                </c:pt>
                <c:pt idx="134">
                  <c:v>0.45882842110104138</c:v>
                </c:pt>
                <c:pt idx="135">
                  <c:v>0.44862154895639195</c:v>
                </c:pt>
                <c:pt idx="136">
                  <c:v>0.45630252285365858</c:v>
                </c:pt>
                <c:pt idx="137">
                  <c:v>0.45449727797991707</c:v>
                </c:pt>
                <c:pt idx="138">
                  <c:v>0.43873818285137706</c:v>
                </c:pt>
                <c:pt idx="139">
                  <c:v>0.4370397144620029</c:v>
                </c:pt>
                <c:pt idx="140">
                  <c:v>0.43549183169455186</c:v>
                </c:pt>
                <c:pt idx="141">
                  <c:v>0.43407535783537937</c:v>
                </c:pt>
                <c:pt idx="142">
                  <c:v>0.42232039166485402</c:v>
                </c:pt>
                <c:pt idx="143">
                  <c:v>0.42145401315508985</c:v>
                </c:pt>
                <c:pt idx="144">
                  <c:v>0.42120067266902939</c:v>
                </c:pt>
                <c:pt idx="145">
                  <c:v>0.42443860278748119</c:v>
                </c:pt>
                <c:pt idx="146">
                  <c:v>0.4290850791770669</c:v>
                </c:pt>
                <c:pt idx="147">
                  <c:v>0.42208283079528797</c:v>
                </c:pt>
                <c:pt idx="148">
                  <c:v>0.41505613811753828</c:v>
                </c:pt>
                <c:pt idx="149">
                  <c:v>0.41506641113670034</c:v>
                </c:pt>
                <c:pt idx="150">
                  <c:v>0.42188096334729863</c:v>
                </c:pt>
                <c:pt idx="151">
                  <c:v>0.42559960507195888</c:v>
                </c:pt>
                <c:pt idx="152">
                  <c:v>0.42100131873368402</c:v>
                </c:pt>
                <c:pt idx="153">
                  <c:v>0.42150791180996394</c:v>
                </c:pt>
                <c:pt idx="154">
                  <c:v>0.41572812649392088</c:v>
                </c:pt>
                <c:pt idx="155">
                  <c:v>0.41728142950489566</c:v>
                </c:pt>
                <c:pt idx="156">
                  <c:v>0.42313289465022857</c:v>
                </c:pt>
                <c:pt idx="157">
                  <c:v>0.4250318997137198</c:v>
                </c:pt>
                <c:pt idx="158">
                  <c:v>0.41969642633151649</c:v>
                </c:pt>
                <c:pt idx="159">
                  <c:v>0.42126512036684677</c:v>
                </c:pt>
                <c:pt idx="160">
                  <c:v>0.42188207977868158</c:v>
                </c:pt>
                <c:pt idx="161">
                  <c:v>0.4139092978576755</c:v>
                </c:pt>
                <c:pt idx="162">
                  <c:v>0.40945395945535712</c:v>
                </c:pt>
                <c:pt idx="163">
                  <c:v>0.40948733520239161</c:v>
                </c:pt>
                <c:pt idx="164">
                  <c:v>0.42037170540482072</c:v>
                </c:pt>
                <c:pt idx="165">
                  <c:v>0.42889406146831865</c:v>
                </c:pt>
                <c:pt idx="166">
                  <c:v>0.42820033814671105</c:v>
                </c:pt>
                <c:pt idx="167">
                  <c:v>0.42189313923431504</c:v>
                </c:pt>
                <c:pt idx="168">
                  <c:v>0.42054366205234678</c:v>
                </c:pt>
                <c:pt idx="169">
                  <c:v>0.42644465419099209</c:v>
                </c:pt>
                <c:pt idx="170">
                  <c:v>0.43746773636665803</c:v>
                </c:pt>
                <c:pt idx="171">
                  <c:v>0.44813492365632479</c:v>
                </c:pt>
                <c:pt idx="172">
                  <c:v>0.45449708676791201</c:v>
                </c:pt>
                <c:pt idx="173">
                  <c:v>0.46034499136067125</c:v>
                </c:pt>
                <c:pt idx="174">
                  <c:v>0.46183299701403302</c:v>
                </c:pt>
                <c:pt idx="175">
                  <c:v>0.46526659715267316</c:v>
                </c:pt>
                <c:pt idx="176">
                  <c:v>0.46286359887935469</c:v>
                </c:pt>
                <c:pt idx="177">
                  <c:v>0.46333687326379502</c:v>
                </c:pt>
                <c:pt idx="178">
                  <c:v>0.47018639568282244</c:v>
                </c:pt>
                <c:pt idx="179">
                  <c:v>0.46890120428528037</c:v>
                </c:pt>
                <c:pt idx="180">
                  <c:v>0.47066779966153227</c:v>
                </c:pt>
                <c:pt idx="181">
                  <c:v>0.46938611176136902</c:v>
                </c:pt>
                <c:pt idx="182">
                  <c:v>0.4775166435863496</c:v>
                </c:pt>
                <c:pt idx="183">
                  <c:v>0.48727190998439485</c:v>
                </c:pt>
                <c:pt idx="184">
                  <c:v>0.49694381411646926</c:v>
                </c:pt>
                <c:pt idx="185">
                  <c:v>0.505809074985897</c:v>
                </c:pt>
                <c:pt idx="186">
                  <c:v>0.51134943665735932</c:v>
                </c:pt>
                <c:pt idx="187">
                  <c:v>0.5126348501075525</c:v>
                </c:pt>
                <c:pt idx="188">
                  <c:v>0.52001560882099684</c:v>
                </c:pt>
                <c:pt idx="189">
                  <c:v>0.52006786521147508</c:v>
                </c:pt>
                <c:pt idx="190">
                  <c:v>0.5118309084854904</c:v>
                </c:pt>
                <c:pt idx="191">
                  <c:v>0.50601907511222055</c:v>
                </c:pt>
                <c:pt idx="192">
                  <c:v>0.51086897640241524</c:v>
                </c:pt>
                <c:pt idx="193">
                  <c:v>0.51511083585354844</c:v>
                </c:pt>
                <c:pt idx="194">
                  <c:v>0.5125521971764373</c:v>
                </c:pt>
                <c:pt idx="195">
                  <c:v>0.52023532991891996</c:v>
                </c:pt>
                <c:pt idx="196">
                  <c:v>0.52901502033212722</c:v>
                </c:pt>
                <c:pt idx="197">
                  <c:v>0.53004414801457256</c:v>
                </c:pt>
                <c:pt idx="198">
                  <c:v>0.52499428831237205</c:v>
                </c:pt>
                <c:pt idx="199">
                  <c:v>0.51438672215943337</c:v>
                </c:pt>
                <c:pt idx="200">
                  <c:v>0.50138403443414847</c:v>
                </c:pt>
                <c:pt idx="201">
                  <c:v>0.49456866494643298</c:v>
                </c:pt>
                <c:pt idx="202">
                  <c:v>0.49581681672820327</c:v>
                </c:pt>
                <c:pt idx="203">
                  <c:v>0.50635949416208748</c:v>
                </c:pt>
                <c:pt idx="204">
                  <c:v>0.5133804288912408</c:v>
                </c:pt>
                <c:pt idx="205">
                  <c:v>0.51800867229094782</c:v>
                </c:pt>
                <c:pt idx="206">
                  <c:v>0.51987520986442748</c:v>
                </c:pt>
                <c:pt idx="207">
                  <c:v>0.52284245009144625</c:v>
                </c:pt>
                <c:pt idx="208">
                  <c:v>0.5277620512414618</c:v>
                </c:pt>
                <c:pt idx="209">
                  <c:v>0.52882990243894734</c:v>
                </c:pt>
                <c:pt idx="210">
                  <c:v>0.53226564908654406</c:v>
                </c:pt>
                <c:pt idx="211">
                  <c:v>0.53691861434803534</c:v>
                </c:pt>
                <c:pt idx="212">
                  <c:v>0.53967879047822409</c:v>
                </c:pt>
                <c:pt idx="213">
                  <c:v>0.54282542457453731</c:v>
                </c:pt>
                <c:pt idx="214">
                  <c:v>0.55305107250443386</c:v>
                </c:pt>
                <c:pt idx="215">
                  <c:v>0.55685835024552088</c:v>
                </c:pt>
                <c:pt idx="216">
                  <c:v>0.55879591999472578</c:v>
                </c:pt>
                <c:pt idx="217">
                  <c:v>0.56218008874605541</c:v>
                </c:pt>
                <c:pt idx="218">
                  <c:v>0.56411748578764342</c:v>
                </c:pt>
                <c:pt idx="219">
                  <c:v>0.56164702668539923</c:v>
                </c:pt>
                <c:pt idx="220">
                  <c:v>0.55154312528940819</c:v>
                </c:pt>
                <c:pt idx="221">
                  <c:v>0.54322552644242439</c:v>
                </c:pt>
                <c:pt idx="222">
                  <c:v>0.53371467833156916</c:v>
                </c:pt>
                <c:pt idx="223">
                  <c:v>0.52669965267017804</c:v>
                </c:pt>
                <c:pt idx="224">
                  <c:v>0.51677661315822776</c:v>
                </c:pt>
                <c:pt idx="225">
                  <c:v>0.50562544977998003</c:v>
                </c:pt>
                <c:pt idx="226">
                  <c:v>0.49372886798940296</c:v>
                </c:pt>
                <c:pt idx="227">
                  <c:v>0.48045875485505785</c:v>
                </c:pt>
                <c:pt idx="228">
                  <c:v>0.46817358709378692</c:v>
                </c:pt>
                <c:pt idx="229">
                  <c:v>0.45729748526853359</c:v>
                </c:pt>
                <c:pt idx="230">
                  <c:v>0.43937070291112013</c:v>
                </c:pt>
                <c:pt idx="231">
                  <c:v>0.43002909284485169</c:v>
                </c:pt>
                <c:pt idx="232">
                  <c:v>0.43210160275629511</c:v>
                </c:pt>
                <c:pt idx="233">
                  <c:v>0.4299063594102755</c:v>
                </c:pt>
                <c:pt idx="234">
                  <c:v>0.42370363472802791</c:v>
                </c:pt>
                <c:pt idx="235">
                  <c:v>0.42226808130324578</c:v>
                </c:pt>
                <c:pt idx="236">
                  <c:v>0.42385570224298835</c:v>
                </c:pt>
                <c:pt idx="237">
                  <c:v>0.41524968167518889</c:v>
                </c:pt>
                <c:pt idx="238">
                  <c:v>0.41332424463609613</c:v>
                </c:pt>
                <c:pt idx="239">
                  <c:v>0.42154139704129151</c:v>
                </c:pt>
                <c:pt idx="240">
                  <c:v>0.4242733940732864</c:v>
                </c:pt>
                <c:pt idx="241">
                  <c:v>0.41931802085804692</c:v>
                </c:pt>
                <c:pt idx="242">
                  <c:v>0.42011799945710593</c:v>
                </c:pt>
                <c:pt idx="243">
                  <c:v>0.43007469999206527</c:v>
                </c:pt>
                <c:pt idx="244">
                  <c:v>0.43455372401046427</c:v>
                </c:pt>
                <c:pt idx="245">
                  <c:v>0.43673775986574986</c:v>
                </c:pt>
                <c:pt idx="246">
                  <c:v>0.44003652778441188</c:v>
                </c:pt>
                <c:pt idx="247">
                  <c:v>0.44920021199613286</c:v>
                </c:pt>
                <c:pt idx="248">
                  <c:v>0.4674771127865614</c:v>
                </c:pt>
                <c:pt idx="249">
                  <c:v>0.51465232180225384</c:v>
                </c:pt>
                <c:pt idx="250">
                  <c:v>0.55004707022745669</c:v>
                </c:pt>
                <c:pt idx="251">
                  <c:v>0.63841307063090147</c:v>
                </c:pt>
                <c:pt idx="252">
                  <c:v>0.72110352864360727</c:v>
                </c:pt>
                <c:pt idx="253">
                  <c:v>0.8073637790874163</c:v>
                </c:pt>
                <c:pt idx="254">
                  <c:v>0.91379183817355403</c:v>
                </c:pt>
                <c:pt idx="255">
                  <c:v>1.0141837660366422</c:v>
                </c:pt>
                <c:pt idx="256">
                  <c:v>1.1413320514151561</c:v>
                </c:pt>
                <c:pt idx="257">
                  <c:v>1.2300897526945354</c:v>
                </c:pt>
                <c:pt idx="258">
                  <c:v>1.3162756895178904</c:v>
                </c:pt>
                <c:pt idx="259">
                  <c:v>1.4</c:v>
                </c:pt>
                <c:pt idx="260">
                  <c:v>1.190584859048873</c:v>
                </c:pt>
                <c:pt idx="261">
                  <c:v>0.85396547545123969</c:v>
                </c:pt>
                <c:pt idx="262">
                  <c:v>0.60527089831251779</c:v>
                </c:pt>
                <c:pt idx="263">
                  <c:v>0.52096081293771479</c:v>
                </c:pt>
                <c:pt idx="264">
                  <c:v>0.48619196308557222</c:v>
                </c:pt>
                <c:pt idx="265">
                  <c:v>0.47069495793434596</c:v>
                </c:pt>
                <c:pt idx="266">
                  <c:v>0.46345847176260047</c:v>
                </c:pt>
                <c:pt idx="267">
                  <c:v>0.4609921391387829</c:v>
                </c:pt>
                <c:pt idx="268">
                  <c:v>0.45253713904601428</c:v>
                </c:pt>
                <c:pt idx="269">
                  <c:v>0.44143102768335324</c:v>
                </c:pt>
                <c:pt idx="270">
                  <c:v>0.4341551302501635</c:v>
                </c:pt>
                <c:pt idx="271">
                  <c:v>0.45055407934405045</c:v>
                </c:pt>
                <c:pt idx="272">
                  <c:v>0.46930416816511095</c:v>
                </c:pt>
                <c:pt idx="273">
                  <c:v>0.47824707344475281</c:v>
                </c:pt>
                <c:pt idx="274">
                  <c:v>0.52454136258612194</c:v>
                </c:pt>
                <c:pt idx="275">
                  <c:v>0.58311513864177988</c:v>
                </c:pt>
                <c:pt idx="276">
                  <c:v>0.69837340511917168</c:v>
                </c:pt>
                <c:pt idx="277">
                  <c:v>0.8943619351622043</c:v>
                </c:pt>
                <c:pt idx="278">
                  <c:v>1.3889449360744957</c:v>
                </c:pt>
                <c:pt idx="279">
                  <c:v>1.50460811556054</c:v>
                </c:pt>
                <c:pt idx="280">
                  <c:v>1.3132422529284273</c:v>
                </c:pt>
                <c:pt idx="281">
                  <c:v>0.9433443813573672</c:v>
                </c:pt>
                <c:pt idx="282">
                  <c:v>0.65810758638440214</c:v>
                </c:pt>
                <c:pt idx="283">
                  <c:v>0.54175508145285978</c:v>
                </c:pt>
                <c:pt idx="284">
                  <c:v>0.46948701001862075</c:v>
                </c:pt>
                <c:pt idx="285">
                  <c:v>0.40872101300024516</c:v>
                </c:pt>
                <c:pt idx="286">
                  <c:v>0.3857105788448762</c:v>
                </c:pt>
                <c:pt idx="287">
                  <c:v>0.39917283556430044</c:v>
                </c:pt>
                <c:pt idx="288">
                  <c:v>0.40608670949688097</c:v>
                </c:pt>
                <c:pt idx="289">
                  <c:v>0.41784392896210021</c:v>
                </c:pt>
                <c:pt idx="290">
                  <c:v>0.40386401373538749</c:v>
                </c:pt>
                <c:pt idx="291">
                  <c:v>0.42441561262796645</c:v>
                </c:pt>
                <c:pt idx="292">
                  <c:v>0.4280077074721802</c:v>
                </c:pt>
                <c:pt idx="293">
                  <c:v>0.41234308495231098</c:v>
                </c:pt>
                <c:pt idx="294">
                  <c:v>0.38820366418701296</c:v>
                </c:pt>
                <c:pt idx="295">
                  <c:v>0.38591317104804512</c:v>
                </c:pt>
                <c:pt idx="296">
                  <c:v>0.40388118773458631</c:v>
                </c:pt>
                <c:pt idx="297">
                  <c:v>0.42187081369072033</c:v>
                </c:pt>
                <c:pt idx="298">
                  <c:v>0.41300900543160518</c:v>
                </c:pt>
                <c:pt idx="299">
                  <c:v>0.40695618864808625</c:v>
                </c:pt>
                <c:pt idx="300">
                  <c:v>0.41063812306493452</c:v>
                </c:pt>
                <c:pt idx="301">
                  <c:v>0.41215772650209243</c:v>
                </c:pt>
                <c:pt idx="302">
                  <c:v>0.4080439875753647</c:v>
                </c:pt>
                <c:pt idx="303">
                  <c:v>0.39737500054125335</c:v>
                </c:pt>
                <c:pt idx="304">
                  <c:v>0.41320137550267788</c:v>
                </c:pt>
                <c:pt idx="305">
                  <c:v>0.42260806704203757</c:v>
                </c:pt>
                <c:pt idx="306">
                  <c:v>0.416878806414203</c:v>
                </c:pt>
                <c:pt idx="307">
                  <c:v>0.41094786877936773</c:v>
                </c:pt>
                <c:pt idx="308">
                  <c:v>0.41811890416128639</c:v>
                </c:pt>
                <c:pt idx="309">
                  <c:v>0.41414157264052776</c:v>
                </c:pt>
                <c:pt idx="310">
                  <c:v>0.40998401763709924</c:v>
                </c:pt>
                <c:pt idx="311">
                  <c:v>0.39792844479930245</c:v>
                </c:pt>
                <c:pt idx="312">
                  <c:v>0.37983302097104715</c:v>
                </c:pt>
                <c:pt idx="313">
                  <c:v>0.40070338670793881</c:v>
                </c:pt>
                <c:pt idx="314">
                  <c:v>0.40174718041861762</c:v>
                </c:pt>
                <c:pt idx="315">
                  <c:v>0.40189459195981153</c:v>
                </c:pt>
                <c:pt idx="316">
                  <c:v>0.39807415817742936</c:v>
                </c:pt>
                <c:pt idx="317">
                  <c:v>0.40145269725797422</c:v>
                </c:pt>
                <c:pt idx="318">
                  <c:v>0.41256986701612164</c:v>
                </c:pt>
                <c:pt idx="319">
                  <c:v>0.41692958707977273</c:v>
                </c:pt>
                <c:pt idx="320">
                  <c:v>0.41797665322392819</c:v>
                </c:pt>
                <c:pt idx="321">
                  <c:v>0.45535561633328525</c:v>
                </c:pt>
                <c:pt idx="322">
                  <c:v>0.51325415495051063</c:v>
                </c:pt>
                <c:pt idx="323">
                  <c:v>0.56332868075460751</c:v>
                </c:pt>
                <c:pt idx="324">
                  <c:v>0.57455708144654349</c:v>
                </c:pt>
                <c:pt idx="325">
                  <c:v>0.55020350631991444</c:v>
                </c:pt>
                <c:pt idx="326">
                  <c:v>0.52016068321949105</c:v>
                </c:pt>
                <c:pt idx="327">
                  <c:v>0.51449547861327027</c:v>
                </c:pt>
                <c:pt idx="328">
                  <c:v>0.53768307994329656</c:v>
                </c:pt>
                <c:pt idx="329">
                  <c:v>0.58066557716122313</c:v>
                </c:pt>
                <c:pt idx="330">
                  <c:v>0.65874991068548894</c:v>
                </c:pt>
                <c:pt idx="331">
                  <c:v>0.76434648128461269</c:v>
                </c:pt>
                <c:pt idx="332">
                  <c:v>0.82718533362966573</c:v>
                </c:pt>
                <c:pt idx="333">
                  <c:v>0.81635113807411408</c:v>
                </c:pt>
                <c:pt idx="334">
                  <c:v>0.74764903483088196</c:v>
                </c:pt>
                <c:pt idx="335">
                  <c:v>0.65757927378322034</c:v>
                </c:pt>
                <c:pt idx="336">
                  <c:v>0.58129556520393466</c:v>
                </c:pt>
                <c:pt idx="337">
                  <c:v>0.51824169187539904</c:v>
                </c:pt>
                <c:pt idx="338">
                  <c:v>0.47709873432949784</c:v>
                </c:pt>
                <c:pt idx="339">
                  <c:v>0.45451096505858435</c:v>
                </c:pt>
                <c:pt idx="340">
                  <c:v>0.44094261979395089</c:v>
                </c:pt>
                <c:pt idx="341">
                  <c:v>0.42646277923861003</c:v>
                </c:pt>
                <c:pt idx="342">
                  <c:v>0.42483164214744845</c:v>
                </c:pt>
                <c:pt idx="343">
                  <c:v>0.41353076439552527</c:v>
                </c:pt>
                <c:pt idx="344">
                  <c:v>0.40231092622342624</c:v>
                </c:pt>
                <c:pt idx="345">
                  <c:v>0.40681365320576918</c:v>
                </c:pt>
                <c:pt idx="346">
                  <c:v>0.40664819391132617</c:v>
                </c:pt>
                <c:pt idx="347">
                  <c:v>0.40310483037175959</c:v>
                </c:pt>
                <c:pt idx="348">
                  <c:v>0.39989749361991078</c:v>
                </c:pt>
                <c:pt idx="349">
                  <c:v>0.39924242020539541</c:v>
                </c:pt>
                <c:pt idx="350">
                  <c:v>0.39639735919690766</c:v>
                </c:pt>
                <c:pt idx="351">
                  <c:v>0.40272130920614502</c:v>
                </c:pt>
                <c:pt idx="352">
                  <c:v>0.40693402039178572</c:v>
                </c:pt>
                <c:pt idx="353">
                  <c:v>0.40693029252870794</c:v>
                </c:pt>
                <c:pt idx="354">
                  <c:v>0.40524087085731175</c:v>
                </c:pt>
                <c:pt idx="355">
                  <c:v>0.40259735930084062</c:v>
                </c:pt>
                <c:pt idx="356">
                  <c:v>0.40583965549098705</c:v>
                </c:pt>
                <c:pt idx="357">
                  <c:v>0.4059329904653306</c:v>
                </c:pt>
                <c:pt idx="358">
                  <c:v>0.39840314431071627</c:v>
                </c:pt>
                <c:pt idx="359">
                  <c:v>0.3988521529858014</c:v>
                </c:pt>
                <c:pt idx="360">
                  <c:v>0.4090010954103987</c:v>
                </c:pt>
                <c:pt idx="361">
                  <c:v>0.41445349493354805</c:v>
                </c:pt>
                <c:pt idx="362">
                  <c:v>0.41727255665105917</c:v>
                </c:pt>
                <c:pt idx="363">
                  <c:v>0.41683113294371155</c:v>
                </c:pt>
                <c:pt idx="364">
                  <c:v>0.42144200689162603</c:v>
                </c:pt>
                <c:pt idx="365">
                  <c:v>0.42444587038569653</c:v>
                </c:pt>
                <c:pt idx="366">
                  <c:v>0.42262714506561505</c:v>
                </c:pt>
                <c:pt idx="367">
                  <c:v>0.41610528600529451</c:v>
                </c:pt>
                <c:pt idx="368">
                  <c:v>0.41670139559844271</c:v>
                </c:pt>
                <c:pt idx="369">
                  <c:v>0.41956701589709466</c:v>
                </c:pt>
                <c:pt idx="370">
                  <c:v>0.42234134479970453</c:v>
                </c:pt>
                <c:pt idx="371">
                  <c:v>0.42071542131973882</c:v>
                </c:pt>
                <c:pt idx="372">
                  <c:v>0.41892239550991778</c:v>
                </c:pt>
                <c:pt idx="373">
                  <c:v>0.41967133900807796</c:v>
                </c:pt>
                <c:pt idx="374">
                  <c:v>0.41000300159670661</c:v>
                </c:pt>
                <c:pt idx="375">
                  <c:v>0.41425698296372587</c:v>
                </c:pt>
                <c:pt idx="376">
                  <c:v>0.4140161313972382</c:v>
                </c:pt>
                <c:pt idx="377">
                  <c:v>0.40911816650238059</c:v>
                </c:pt>
                <c:pt idx="378">
                  <c:v>0.40445872856032311</c:v>
                </c:pt>
                <c:pt idx="379">
                  <c:v>0.40301824872786041</c:v>
                </c:pt>
                <c:pt idx="380">
                  <c:v>0.40149771862566902</c:v>
                </c:pt>
                <c:pt idx="381">
                  <c:v>0.39802767014426615</c:v>
                </c:pt>
                <c:pt idx="382">
                  <c:v>0.38805586655948271</c:v>
                </c:pt>
                <c:pt idx="383">
                  <c:v>0.39730405722513928</c:v>
                </c:pt>
                <c:pt idx="384">
                  <c:v>0.39987208469840846</c:v>
                </c:pt>
                <c:pt idx="385">
                  <c:v>0.39637357489075997</c:v>
                </c:pt>
                <c:pt idx="386">
                  <c:v>0.40211638593464971</c:v>
                </c:pt>
                <c:pt idx="387">
                  <c:v>0.40321329422496816</c:v>
                </c:pt>
                <c:pt idx="388">
                  <c:v>0.4029746032384825</c:v>
                </c:pt>
                <c:pt idx="389">
                  <c:v>0.40117194483478769</c:v>
                </c:pt>
                <c:pt idx="390">
                  <c:v>0.39897261587419736</c:v>
                </c:pt>
                <c:pt idx="391">
                  <c:v>0.39504016568532557</c:v>
                </c:pt>
                <c:pt idx="392">
                  <c:v>0.40493751609573314</c:v>
                </c:pt>
                <c:pt idx="393">
                  <c:v>0.40617518552745696</c:v>
                </c:pt>
                <c:pt idx="394">
                  <c:v>0.40569623723518</c:v>
                </c:pt>
                <c:pt idx="395">
                  <c:v>0.40418188056291238</c:v>
                </c:pt>
                <c:pt idx="396">
                  <c:v>0.40837210968868026</c:v>
                </c:pt>
                <c:pt idx="397">
                  <c:v>0.40661049661877963</c:v>
                </c:pt>
                <c:pt idx="398">
                  <c:v>0.4120163082621745</c:v>
                </c:pt>
                <c:pt idx="399">
                  <c:v>0.40287716086836206</c:v>
                </c:pt>
                <c:pt idx="400">
                  <c:v>0.41794494441380664</c:v>
                </c:pt>
                <c:pt idx="401">
                  <c:v>0.41967010538224048</c:v>
                </c:pt>
                <c:pt idx="402">
                  <c:v>0.42266476294349836</c:v>
                </c:pt>
                <c:pt idx="403">
                  <c:v>0.42743755645071829</c:v>
                </c:pt>
                <c:pt idx="404">
                  <c:v>0.42895861402433222</c:v>
                </c:pt>
                <c:pt idx="405">
                  <c:v>0.42986836990260868</c:v>
                </c:pt>
                <c:pt idx="406">
                  <c:v>0.4257460364588741</c:v>
                </c:pt>
                <c:pt idx="407">
                  <c:v>0.42167075813067989</c:v>
                </c:pt>
                <c:pt idx="408">
                  <c:v>0.42031163707872665</c:v>
                </c:pt>
                <c:pt idx="409">
                  <c:v>0.42326816634941095</c:v>
                </c:pt>
                <c:pt idx="410">
                  <c:v>0.4151466770018194</c:v>
                </c:pt>
                <c:pt idx="411">
                  <c:v>0.41396471849842664</c:v>
                </c:pt>
                <c:pt idx="412">
                  <c:v>0.41117384050520628</c:v>
                </c:pt>
                <c:pt idx="413">
                  <c:v>0.4010871129156604</c:v>
                </c:pt>
                <c:pt idx="414">
                  <c:v>0.39844169935872803</c:v>
                </c:pt>
                <c:pt idx="415">
                  <c:v>0.39880587621106284</c:v>
                </c:pt>
                <c:pt idx="416">
                  <c:v>0.39894305887376919</c:v>
                </c:pt>
                <c:pt idx="417">
                  <c:v>0.38823794664903805</c:v>
                </c:pt>
                <c:pt idx="418">
                  <c:v>0.39153775081340358</c:v>
                </c:pt>
                <c:pt idx="419">
                  <c:v>0.40260162514043596</c:v>
                </c:pt>
                <c:pt idx="420">
                  <c:v>0.39607677954906439</c:v>
                </c:pt>
                <c:pt idx="421">
                  <c:v>0.39361793002247569</c:v>
                </c:pt>
                <c:pt idx="422">
                  <c:v>0.39584836832813208</c:v>
                </c:pt>
                <c:pt idx="423">
                  <c:v>0.39556600640873563</c:v>
                </c:pt>
                <c:pt idx="424">
                  <c:v>0.39406216177063602</c:v>
                </c:pt>
                <c:pt idx="425">
                  <c:v>0.39747049436081261</c:v>
                </c:pt>
                <c:pt idx="426">
                  <c:v>0.39104448089616906</c:v>
                </c:pt>
                <c:pt idx="427">
                  <c:v>0.38683460011080922</c:v>
                </c:pt>
                <c:pt idx="428">
                  <c:v>0.37819883065593768</c:v>
                </c:pt>
                <c:pt idx="429">
                  <c:v>0.39962739782051437</c:v>
                </c:pt>
                <c:pt idx="430">
                  <c:v>0.41116195914635856</c:v>
                </c:pt>
                <c:pt idx="431">
                  <c:v>0.42993304582120595</c:v>
                </c:pt>
                <c:pt idx="432">
                  <c:v>0.46294944690138817</c:v>
                </c:pt>
                <c:pt idx="433">
                  <c:v>0.45689928935256541</c:v>
                </c:pt>
                <c:pt idx="434">
                  <c:v>0.44485611271964953</c:v>
                </c:pt>
                <c:pt idx="435">
                  <c:v>0.40917727799743447</c:v>
                </c:pt>
                <c:pt idx="436">
                  <c:v>0.41453435602313377</c:v>
                </c:pt>
                <c:pt idx="437">
                  <c:v>0.46511438006057959</c:v>
                </c:pt>
                <c:pt idx="438">
                  <c:v>0.40917375676668444</c:v>
                </c:pt>
                <c:pt idx="439">
                  <c:v>0.37280528279540015</c:v>
                </c:pt>
                <c:pt idx="440">
                  <c:v>0.37433620012352053</c:v>
                </c:pt>
                <c:pt idx="441">
                  <c:v>0.3695505059741046</c:v>
                </c:pt>
                <c:pt idx="442">
                  <c:v>0.3642733106184986</c:v>
                </c:pt>
                <c:pt idx="443">
                  <c:v>0.35994442194859205</c:v>
                </c:pt>
                <c:pt idx="444">
                  <c:v>0.3903250380178811</c:v>
                </c:pt>
                <c:pt idx="445">
                  <c:v>0.36705642910520092</c:v>
                </c:pt>
                <c:pt idx="446">
                  <c:v>0.38218625015198276</c:v>
                </c:pt>
                <c:pt idx="447">
                  <c:v>0.39537049675990643</c:v>
                </c:pt>
                <c:pt idx="448">
                  <c:v>0.41606581306255802</c:v>
                </c:pt>
                <c:pt idx="449">
                  <c:v>0.38811984085338486</c:v>
                </c:pt>
                <c:pt idx="450">
                  <c:v>0.38923714965272943</c:v>
                </c:pt>
                <c:pt idx="451">
                  <c:v>0.38321618740138397</c:v>
                </c:pt>
                <c:pt idx="452">
                  <c:v>0.38011124369025062</c:v>
                </c:pt>
                <c:pt idx="453">
                  <c:v>0.37437580105493767</c:v>
                </c:pt>
                <c:pt idx="454">
                  <c:v>0.36980717108179717</c:v>
                </c:pt>
                <c:pt idx="455">
                  <c:v>0.39484464562777838</c:v>
                </c:pt>
                <c:pt idx="456">
                  <c:v>0.39870579831499298</c:v>
                </c:pt>
                <c:pt idx="457">
                  <c:v>0.39989947756493205</c:v>
                </c:pt>
                <c:pt idx="458">
                  <c:v>0.38081401257331193</c:v>
                </c:pt>
                <c:pt idx="459">
                  <c:v>0.37523696903757059</c:v>
                </c:pt>
                <c:pt idx="460">
                  <c:v>0.37562492123299029</c:v>
                </c:pt>
                <c:pt idx="461">
                  <c:v>0.39595275774650412</c:v>
                </c:pt>
                <c:pt idx="462">
                  <c:v>0.39334366878424304</c:v>
                </c:pt>
                <c:pt idx="463">
                  <c:v>0.39281819352248737</c:v>
                </c:pt>
                <c:pt idx="464">
                  <c:v>0.40257678357839477</c:v>
                </c:pt>
                <c:pt idx="465">
                  <c:v>0.39852631626072688</c:v>
                </c:pt>
                <c:pt idx="466">
                  <c:v>0.38761013287186519</c:v>
                </c:pt>
                <c:pt idx="467">
                  <c:v>0.38719716197344412</c:v>
                </c:pt>
                <c:pt idx="468">
                  <c:v>0.39791146393964877</c:v>
                </c:pt>
                <c:pt idx="469">
                  <c:v>0.39288342611474381</c:v>
                </c:pt>
                <c:pt idx="470">
                  <c:v>0.39451240436068968</c:v>
                </c:pt>
                <c:pt idx="471">
                  <c:v>0.40416337463331709</c:v>
                </c:pt>
                <c:pt idx="472">
                  <c:v>0.40307203963322774</c:v>
                </c:pt>
                <c:pt idx="473">
                  <c:v>0.39797589024176799</c:v>
                </c:pt>
                <c:pt idx="474">
                  <c:v>0.3924486809492741</c:v>
                </c:pt>
                <c:pt idx="475">
                  <c:v>0.39605958665996993</c:v>
                </c:pt>
                <c:pt idx="476">
                  <c:v>0.40124604353448928</c:v>
                </c:pt>
                <c:pt idx="477">
                  <c:v>0.39918137948337257</c:v>
                </c:pt>
                <c:pt idx="478">
                  <c:v>0.39788101092207906</c:v>
                </c:pt>
                <c:pt idx="479">
                  <c:v>0.39854730553695933</c:v>
                </c:pt>
                <c:pt idx="480">
                  <c:v>0.40080025009312026</c:v>
                </c:pt>
                <c:pt idx="481">
                  <c:v>0.39462705908806239</c:v>
                </c:pt>
                <c:pt idx="482">
                  <c:v>0.3968944645339727</c:v>
                </c:pt>
                <c:pt idx="483">
                  <c:v>0.39484015715727017</c:v>
                </c:pt>
                <c:pt idx="484">
                  <c:v>0.39886485788627268</c:v>
                </c:pt>
                <c:pt idx="485">
                  <c:v>0.4065045674811591</c:v>
                </c:pt>
                <c:pt idx="486">
                  <c:v>0.4039371453880849</c:v>
                </c:pt>
                <c:pt idx="487">
                  <c:v>0.40732897187180117</c:v>
                </c:pt>
                <c:pt idx="488">
                  <c:v>0.40492134557405152</c:v>
                </c:pt>
                <c:pt idx="489">
                  <c:v>0.4033404371008974</c:v>
                </c:pt>
                <c:pt idx="490">
                  <c:v>0.4017346120843816</c:v>
                </c:pt>
                <c:pt idx="491">
                  <c:v>0.40448655838820174</c:v>
                </c:pt>
                <c:pt idx="492">
                  <c:v>0.40939036141733542</c:v>
                </c:pt>
                <c:pt idx="493">
                  <c:v>0.41572307171205158</c:v>
                </c:pt>
                <c:pt idx="494">
                  <c:v>0.4138144752076735</c:v>
                </c:pt>
                <c:pt idx="495">
                  <c:v>0.40753667051492137</c:v>
                </c:pt>
                <c:pt idx="496">
                  <c:v>0.40703502890434684</c:v>
                </c:pt>
                <c:pt idx="497">
                  <c:v>0.41132279234391078</c:v>
                </c:pt>
                <c:pt idx="498">
                  <c:v>0.41572361142335551</c:v>
                </c:pt>
                <c:pt idx="499">
                  <c:v>0.414876556120304</c:v>
                </c:pt>
                <c:pt idx="500">
                  <c:v>0.40955448608282546</c:v>
                </c:pt>
                <c:pt idx="501">
                  <c:v>0.42217929570968615</c:v>
                </c:pt>
                <c:pt idx="502">
                  <c:v>0.42752803982183679</c:v>
                </c:pt>
                <c:pt idx="503">
                  <c:v>0.42257553787073415</c:v>
                </c:pt>
                <c:pt idx="504">
                  <c:v>0.42581145101094153</c:v>
                </c:pt>
                <c:pt idx="505">
                  <c:v>0.42998356279925293</c:v>
                </c:pt>
                <c:pt idx="506">
                  <c:v>0.44551434770997589</c:v>
                </c:pt>
                <c:pt idx="507">
                  <c:v>0.46412718948848142</c:v>
                </c:pt>
                <c:pt idx="508">
                  <c:v>0.4965236534924638</c:v>
                </c:pt>
                <c:pt idx="509">
                  <c:v>0.53827385102063263</c:v>
                </c:pt>
                <c:pt idx="510">
                  <c:v>0.59568166561594627</c:v>
                </c:pt>
                <c:pt idx="511">
                  <c:v>0.65704573060848681</c:v>
                </c:pt>
                <c:pt idx="512">
                  <c:v>0.70732141144165239</c:v>
                </c:pt>
                <c:pt idx="513">
                  <c:v>0.74133980351991879</c:v>
                </c:pt>
                <c:pt idx="514">
                  <c:v>0.76386299864636653</c:v>
                </c:pt>
                <c:pt idx="515">
                  <c:v>0.75369530645831684</c:v>
                </c:pt>
                <c:pt idx="516">
                  <c:v>0.73441099596831294</c:v>
                </c:pt>
                <c:pt idx="517">
                  <c:v>0.70910163221527944</c:v>
                </c:pt>
                <c:pt idx="518">
                  <c:v>0.67822217640809934</c:v>
                </c:pt>
                <c:pt idx="519">
                  <c:v>0.64359432382105819</c:v>
                </c:pt>
                <c:pt idx="520">
                  <c:v>0.60427347481409699</c:v>
                </c:pt>
                <c:pt idx="521">
                  <c:v>0.58100790833113869</c:v>
                </c:pt>
                <c:pt idx="522">
                  <c:v>0.55794448377791872</c:v>
                </c:pt>
                <c:pt idx="523">
                  <c:v>0.54639674670167904</c:v>
                </c:pt>
                <c:pt idx="524">
                  <c:v>0.54839577569010967</c:v>
                </c:pt>
                <c:pt idx="525">
                  <c:v>0.53826638758431589</c:v>
                </c:pt>
                <c:pt idx="526">
                  <c:v>0.53961015153662384</c:v>
                </c:pt>
                <c:pt idx="527">
                  <c:v>0.53758475996404509</c:v>
                </c:pt>
                <c:pt idx="528">
                  <c:v>0.54742720670002887</c:v>
                </c:pt>
                <c:pt idx="529">
                  <c:v>0.57005540805776722</c:v>
                </c:pt>
                <c:pt idx="530">
                  <c:v>0.58150058148187433</c:v>
                </c:pt>
                <c:pt idx="531">
                  <c:v>0.60624128073257988</c:v>
                </c:pt>
                <c:pt idx="532">
                  <c:v>0.61214764685378031</c:v>
                </c:pt>
                <c:pt idx="533">
                  <c:v>0.60932049717687187</c:v>
                </c:pt>
                <c:pt idx="534">
                  <c:v>0.63216167169920201</c:v>
                </c:pt>
                <c:pt idx="535">
                  <c:v>0.64387571387459919</c:v>
                </c:pt>
                <c:pt idx="536">
                  <c:v>0.67471204212249902</c:v>
                </c:pt>
                <c:pt idx="537">
                  <c:v>0.68627945553084757</c:v>
                </c:pt>
                <c:pt idx="538">
                  <c:v>0.69683541911500235</c:v>
                </c:pt>
                <c:pt idx="539">
                  <c:v>0.74420610848091062</c:v>
                </c:pt>
                <c:pt idx="540">
                  <c:v>0.77207134758917861</c:v>
                </c:pt>
                <c:pt idx="541">
                  <c:v>0.83081786827086646</c:v>
                </c:pt>
                <c:pt idx="542">
                  <c:v>0.8802339092754049</c:v>
                </c:pt>
                <c:pt idx="543">
                  <c:v>0.92710088453932937</c:v>
                </c:pt>
                <c:pt idx="544">
                  <c:v>0.99764686364940824</c:v>
                </c:pt>
                <c:pt idx="545">
                  <c:v>1.0652861242160538</c:v>
                </c:pt>
                <c:pt idx="546">
                  <c:v>1.1141816738072201</c:v>
                </c:pt>
                <c:pt idx="547">
                  <c:v>1.1657041556018628</c:v>
                </c:pt>
                <c:pt idx="548">
                  <c:v>1.2144186582651124</c:v>
                </c:pt>
                <c:pt idx="549">
                  <c:v>1.2242276120596083</c:v>
                </c:pt>
                <c:pt idx="550">
                  <c:v>1.2701177530403442</c:v>
                </c:pt>
                <c:pt idx="551">
                  <c:v>1.3096138139250066</c:v>
                </c:pt>
                <c:pt idx="552">
                  <c:v>1.3124241122729761</c:v>
                </c:pt>
                <c:pt idx="553">
                  <c:v>1.2785409502590188</c:v>
                </c:pt>
                <c:pt idx="554">
                  <c:v>1.2102483614488166</c:v>
                </c:pt>
                <c:pt idx="555">
                  <c:v>1.1648776262907159</c:v>
                </c:pt>
                <c:pt idx="556">
                  <c:v>1.0824732954547684</c:v>
                </c:pt>
                <c:pt idx="557">
                  <c:v>0.98537692499910212</c:v>
                </c:pt>
                <c:pt idx="558">
                  <c:v>0.92350659229909415</c:v>
                </c:pt>
                <c:pt idx="559">
                  <c:v>0.84633890445340842</c:v>
                </c:pt>
                <c:pt idx="560">
                  <c:v>0.80696428169618928</c:v>
                </c:pt>
                <c:pt idx="561">
                  <c:v>0.75846351704555059</c:v>
                </c:pt>
                <c:pt idx="562">
                  <c:v>0.67349914119903653</c:v>
                </c:pt>
                <c:pt idx="563">
                  <c:v>0.61900719865086684</c:v>
                </c:pt>
                <c:pt idx="564">
                  <c:v>0.56689003518498227</c:v>
                </c:pt>
                <c:pt idx="565">
                  <c:v>0.54474798109729927</c:v>
                </c:pt>
                <c:pt idx="566">
                  <c:v>0.50761960594635269</c:v>
                </c:pt>
                <c:pt idx="567">
                  <c:v>0.45321258003270976</c:v>
                </c:pt>
                <c:pt idx="568">
                  <c:v>0.44281951365633665</c:v>
                </c:pt>
                <c:pt idx="569">
                  <c:v>0.41335442991830834</c:v>
                </c:pt>
                <c:pt idx="570">
                  <c:v>0.3643085799811937</c:v>
                </c:pt>
                <c:pt idx="571">
                  <c:v>0.371388950803199</c:v>
                </c:pt>
                <c:pt idx="572">
                  <c:v>0.35451476894385447</c:v>
                </c:pt>
                <c:pt idx="573">
                  <c:v>0.32196232837303929</c:v>
                </c:pt>
                <c:pt idx="574">
                  <c:v>0.30227314188315668</c:v>
                </c:pt>
                <c:pt idx="575">
                  <c:v>0.32408532442188354</c:v>
                </c:pt>
                <c:pt idx="576">
                  <c:v>0.36779086516351173</c:v>
                </c:pt>
                <c:pt idx="577">
                  <c:v>0.38079400316222717</c:v>
                </c:pt>
                <c:pt idx="578">
                  <c:v>0.34236934940152364</c:v>
                </c:pt>
                <c:pt idx="579">
                  <c:v>0.36011867159814365</c:v>
                </c:pt>
                <c:pt idx="580">
                  <c:v>0.3504424991206716</c:v>
                </c:pt>
                <c:pt idx="581">
                  <c:v>0.43083225419857146</c:v>
                </c:pt>
                <c:pt idx="582">
                  <c:v>0.53646393687309601</c:v>
                </c:pt>
                <c:pt idx="583">
                  <c:v>0.29098943157679502</c:v>
                </c:pt>
                <c:pt idx="584">
                  <c:v>0.22417967335956412</c:v>
                </c:pt>
                <c:pt idx="585">
                  <c:v>0.39224342334328</c:v>
                </c:pt>
                <c:pt idx="586">
                  <c:v>-0.52523882009314071</c:v>
                </c:pt>
                <c:pt idx="587">
                  <c:v>-0.77242210689081403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C-37F8-4EA4-8385-84A4706AD5FD}"/>
            </c:ext>
          </c:extLst>
        </c:ser>
        <c:ser>
          <c:idx val="29"/>
          <c:order val="29"/>
          <c:tx>
            <c:strRef>
              <c:f>'Fully separated 0.5%'!$AE$1</c:f>
              <c:strCache>
                <c:ptCount val="1"/>
                <c:pt idx="0">
                  <c:v>F10/O-PTIR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0.5%'!$A$2:$A$589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0.5%'!$AE$2:$AE$589</c:f>
              <c:numCache>
                <c:formatCode>General</c:formatCode>
                <c:ptCount val="588"/>
                <c:pt idx="0">
                  <c:v>0.19928435262735755</c:v>
                </c:pt>
                <c:pt idx="1">
                  <c:v>0.17754041832724382</c:v>
                </c:pt>
                <c:pt idx="2">
                  <c:v>0.24653271612495381</c:v>
                </c:pt>
                <c:pt idx="3">
                  <c:v>0.26754132784560258</c:v>
                </c:pt>
                <c:pt idx="4">
                  <c:v>0.29467636886908555</c:v>
                </c:pt>
                <c:pt idx="5">
                  <c:v>0.21581785149736343</c:v>
                </c:pt>
                <c:pt idx="6">
                  <c:v>0.20839804216486757</c:v>
                </c:pt>
                <c:pt idx="7">
                  <c:v>0.23784488741159412</c:v>
                </c:pt>
                <c:pt idx="8">
                  <c:v>0.24130446123150648</c:v>
                </c:pt>
                <c:pt idx="9">
                  <c:v>0.22784701316154851</c:v>
                </c:pt>
                <c:pt idx="10">
                  <c:v>0.22182839273417884</c:v>
                </c:pt>
                <c:pt idx="11">
                  <c:v>0.23699530567686103</c:v>
                </c:pt>
                <c:pt idx="12">
                  <c:v>0.24700204918916654</c:v>
                </c:pt>
                <c:pt idx="13">
                  <c:v>0.24112763752487693</c:v>
                </c:pt>
                <c:pt idx="14">
                  <c:v>0.2491976606355408</c:v>
                </c:pt>
                <c:pt idx="15">
                  <c:v>0.25162429514285017</c:v>
                </c:pt>
                <c:pt idx="16">
                  <c:v>0.25272906786198668</c:v>
                </c:pt>
                <c:pt idx="17">
                  <c:v>0.26531708228529194</c:v>
                </c:pt>
                <c:pt idx="18">
                  <c:v>0.26020073027523816</c:v>
                </c:pt>
                <c:pt idx="19">
                  <c:v>0.25109764596763107</c:v>
                </c:pt>
                <c:pt idx="20">
                  <c:v>0.25214924229031788</c:v>
                </c:pt>
                <c:pt idx="21">
                  <c:v>0.26879657984182437</c:v>
                </c:pt>
                <c:pt idx="22">
                  <c:v>0.29209897649191324</c:v>
                </c:pt>
                <c:pt idx="23">
                  <c:v>0.28683130072041713</c:v>
                </c:pt>
                <c:pt idx="24">
                  <c:v>0.27871261963991711</c:v>
                </c:pt>
                <c:pt idx="25">
                  <c:v>0.27404790569967763</c:v>
                </c:pt>
                <c:pt idx="26">
                  <c:v>0.26574852673173299</c:v>
                </c:pt>
                <c:pt idx="27">
                  <c:v>0.24887290851694721</c:v>
                </c:pt>
                <c:pt idx="28">
                  <c:v>0.23905812848753619</c:v>
                </c:pt>
                <c:pt idx="29">
                  <c:v>0.23176758185089627</c:v>
                </c:pt>
                <c:pt idx="30">
                  <c:v>0.24247996169208999</c:v>
                </c:pt>
                <c:pt idx="31">
                  <c:v>0.25935263727066094</c:v>
                </c:pt>
                <c:pt idx="32">
                  <c:v>0.2641918199379556</c:v>
                </c:pt>
                <c:pt idx="33">
                  <c:v>0.28340073537348609</c:v>
                </c:pt>
                <c:pt idx="34">
                  <c:v>0.29492961841006887</c:v>
                </c:pt>
                <c:pt idx="35">
                  <c:v>0.29644563324624901</c:v>
                </c:pt>
                <c:pt idx="36">
                  <c:v>0.28512038411814011</c:v>
                </c:pt>
                <c:pt idx="37">
                  <c:v>0.27915612193001899</c:v>
                </c:pt>
                <c:pt idx="38">
                  <c:v>0.28698633760122549</c:v>
                </c:pt>
                <c:pt idx="39">
                  <c:v>0.29874239563600108</c:v>
                </c:pt>
                <c:pt idx="40">
                  <c:v>0.30278045865285153</c:v>
                </c:pt>
                <c:pt idx="41">
                  <c:v>0.3260842743849024</c:v>
                </c:pt>
                <c:pt idx="42">
                  <c:v>0.36018238494082405</c:v>
                </c:pt>
                <c:pt idx="43">
                  <c:v>0.4019792763190323</c:v>
                </c:pt>
                <c:pt idx="44">
                  <c:v>0.45516925416672738</c:v>
                </c:pt>
                <c:pt idx="45">
                  <c:v>0.52313697696468464</c:v>
                </c:pt>
                <c:pt idx="46">
                  <c:v>0.58579834312516199</c:v>
                </c:pt>
                <c:pt idx="47">
                  <c:v>0.61216105532057463</c:v>
                </c:pt>
                <c:pt idx="48">
                  <c:v>0.57565617305179306</c:v>
                </c:pt>
                <c:pt idx="49">
                  <c:v>0.4747025604208428</c:v>
                </c:pt>
                <c:pt idx="50">
                  <c:v>0.38043695048444121</c:v>
                </c:pt>
                <c:pt idx="51">
                  <c:v>0.31355605293651811</c:v>
                </c:pt>
                <c:pt idx="52">
                  <c:v>0.27682230670082897</c:v>
                </c:pt>
                <c:pt idx="53">
                  <c:v>0.25982485638193054</c:v>
                </c:pt>
                <c:pt idx="54">
                  <c:v>0.25128761577095982</c:v>
                </c:pt>
                <c:pt idx="55">
                  <c:v>0.24326063089144362</c:v>
                </c:pt>
                <c:pt idx="56">
                  <c:v>0.23889666656079131</c:v>
                </c:pt>
                <c:pt idx="57">
                  <c:v>0.24670948324242539</c:v>
                </c:pt>
                <c:pt idx="58">
                  <c:v>0.25568693961932343</c:v>
                </c:pt>
                <c:pt idx="59">
                  <c:v>0.26128341581071501</c:v>
                </c:pt>
                <c:pt idx="60">
                  <c:v>0.27567543600116917</c:v>
                </c:pt>
                <c:pt idx="61">
                  <c:v>0.29623347613998124</c:v>
                </c:pt>
                <c:pt idx="62">
                  <c:v>0.30779715715570816</c:v>
                </c:pt>
                <c:pt idx="63">
                  <c:v>0.32446344772212465</c:v>
                </c:pt>
                <c:pt idx="64">
                  <c:v>0.34921166253442926</c:v>
                </c:pt>
                <c:pt idx="65">
                  <c:v>0.37381657618668718</c:v>
                </c:pt>
                <c:pt idx="66">
                  <c:v>0.40208686536738314</c:v>
                </c:pt>
                <c:pt idx="67">
                  <c:v>0.41462968681852574</c:v>
                </c:pt>
                <c:pt idx="68">
                  <c:v>0.41206222801508396</c:v>
                </c:pt>
                <c:pt idx="69">
                  <c:v>0.3947693997035947</c:v>
                </c:pt>
                <c:pt idx="70">
                  <c:v>0.36629267327459847</c:v>
                </c:pt>
                <c:pt idx="71">
                  <c:v>0.34759087940177325</c:v>
                </c:pt>
                <c:pt idx="72">
                  <c:v>0.33155219742141856</c:v>
                </c:pt>
                <c:pt idx="73">
                  <c:v>0.30900558815322166</c:v>
                </c:pt>
                <c:pt idx="74">
                  <c:v>0.29168091320482759</c:v>
                </c:pt>
                <c:pt idx="75">
                  <c:v>0.2836844037633881</c:v>
                </c:pt>
                <c:pt idx="76">
                  <c:v>0.27039564579685366</c:v>
                </c:pt>
                <c:pt idx="77">
                  <c:v>0.26124575354957524</c:v>
                </c:pt>
                <c:pt idx="78">
                  <c:v>0.25507963348193852</c:v>
                </c:pt>
                <c:pt idx="79">
                  <c:v>0.24724188709970951</c:v>
                </c:pt>
                <c:pt idx="80">
                  <c:v>0.24267327896176377</c:v>
                </c:pt>
                <c:pt idx="81">
                  <c:v>0.23716112061575795</c:v>
                </c:pt>
                <c:pt idx="82">
                  <c:v>0.23547056740432848</c:v>
                </c:pt>
                <c:pt idx="83">
                  <c:v>0.22854065258894568</c:v>
                </c:pt>
                <c:pt idx="84">
                  <c:v>0.22148918426222822</c:v>
                </c:pt>
                <c:pt idx="85">
                  <c:v>0.2199673407427768</c:v>
                </c:pt>
                <c:pt idx="86">
                  <c:v>0.22531263942696916</c:v>
                </c:pt>
                <c:pt idx="87">
                  <c:v>0.23221628816702636</c:v>
                </c:pt>
                <c:pt idx="88">
                  <c:v>0.23109132400102239</c:v>
                </c:pt>
                <c:pt idx="89">
                  <c:v>0.22835513374054237</c:v>
                </c:pt>
                <c:pt idx="90">
                  <c:v>0.22831037606959467</c:v>
                </c:pt>
                <c:pt idx="91">
                  <c:v>0.23103122413874469</c:v>
                </c:pt>
                <c:pt idx="92">
                  <c:v>0.22658902529718922</c:v>
                </c:pt>
                <c:pt idx="93">
                  <c:v>0.22119996360532596</c:v>
                </c:pt>
                <c:pt idx="94">
                  <c:v>0.21580868623027727</c:v>
                </c:pt>
                <c:pt idx="95">
                  <c:v>0.21305365830970907</c:v>
                </c:pt>
                <c:pt idx="96">
                  <c:v>0.21036596278110925</c:v>
                </c:pt>
                <c:pt idx="97">
                  <c:v>0.21120345837760218</c:v>
                </c:pt>
                <c:pt idx="98">
                  <c:v>0.21355242861860024</c:v>
                </c:pt>
                <c:pt idx="99">
                  <c:v>0.21208868257583649</c:v>
                </c:pt>
                <c:pt idx="100">
                  <c:v>0.20935985652366473</c:v>
                </c:pt>
                <c:pt idx="101">
                  <c:v>0.2078813466960607</c:v>
                </c:pt>
                <c:pt idx="102">
                  <c:v>0.20960259354030103</c:v>
                </c:pt>
                <c:pt idx="103">
                  <c:v>0.21778100447704557</c:v>
                </c:pt>
                <c:pt idx="104">
                  <c:v>0.22093376167668385</c:v>
                </c:pt>
                <c:pt idx="105">
                  <c:v>0.22344194551365024</c:v>
                </c:pt>
                <c:pt idx="106">
                  <c:v>0.23256559562716983</c:v>
                </c:pt>
                <c:pt idx="107">
                  <c:v>0.24648431498283485</c:v>
                </c:pt>
                <c:pt idx="108">
                  <c:v>0.27394836101778419</c:v>
                </c:pt>
                <c:pt idx="109">
                  <c:v>0.31349722633029459</c:v>
                </c:pt>
                <c:pt idx="110">
                  <c:v>0.32054436123341479</c:v>
                </c:pt>
                <c:pt idx="111">
                  <c:v>0.30882011501144591</c:v>
                </c:pt>
                <c:pt idx="112">
                  <c:v>0.28874561616851169</c:v>
                </c:pt>
                <c:pt idx="113">
                  <c:v>0.26012763014216828</c:v>
                </c:pt>
                <c:pt idx="114">
                  <c:v>0.24867705779420088</c:v>
                </c:pt>
                <c:pt idx="115">
                  <c:v>0.24379498489817192</c:v>
                </c:pt>
                <c:pt idx="116">
                  <c:v>0.23712076819310818</c:v>
                </c:pt>
                <c:pt idx="117">
                  <c:v>0.23583024156291213</c:v>
                </c:pt>
                <c:pt idx="118">
                  <c:v>0.23288744428665797</c:v>
                </c:pt>
                <c:pt idx="119">
                  <c:v>0.23674428052508714</c:v>
                </c:pt>
                <c:pt idx="120">
                  <c:v>0.25204004262747082</c:v>
                </c:pt>
                <c:pt idx="121">
                  <c:v>0.26591644852851154</c:v>
                </c:pt>
                <c:pt idx="122">
                  <c:v>0.29233715590482634</c:v>
                </c:pt>
                <c:pt idx="123">
                  <c:v>0.31086875570853012</c:v>
                </c:pt>
                <c:pt idx="124">
                  <c:v>0.31504560145881322</c:v>
                </c:pt>
                <c:pt idx="125">
                  <c:v>0.30061143105169003</c:v>
                </c:pt>
                <c:pt idx="126">
                  <c:v>0.27954530733448774</c:v>
                </c:pt>
                <c:pt idx="127">
                  <c:v>0.27088664380254723</c:v>
                </c:pt>
                <c:pt idx="128">
                  <c:v>0.27211196448721131</c:v>
                </c:pt>
                <c:pt idx="129">
                  <c:v>0.27041623554433297</c:v>
                </c:pt>
                <c:pt idx="130">
                  <c:v>0.25743805628882482</c:v>
                </c:pt>
                <c:pt idx="131">
                  <c:v>0.24584961969298899</c:v>
                </c:pt>
                <c:pt idx="132">
                  <c:v>0.24060820564380597</c:v>
                </c:pt>
                <c:pt idx="133">
                  <c:v>0.25549549414487516</c:v>
                </c:pt>
                <c:pt idx="134">
                  <c:v>0.23211747914418632</c:v>
                </c:pt>
                <c:pt idx="135">
                  <c:v>0.209089128006511</c:v>
                </c:pt>
                <c:pt idx="136">
                  <c:v>0.21398644460697011</c:v>
                </c:pt>
                <c:pt idx="137">
                  <c:v>0.20637380771866753</c:v>
                </c:pt>
                <c:pt idx="138">
                  <c:v>0.19136802097666805</c:v>
                </c:pt>
                <c:pt idx="139">
                  <c:v>0.20348700296566233</c:v>
                </c:pt>
                <c:pt idx="140">
                  <c:v>0.2145315331416654</c:v>
                </c:pt>
                <c:pt idx="141">
                  <c:v>0.22463843402232503</c:v>
                </c:pt>
                <c:pt idx="142">
                  <c:v>0.20688196584239116</c:v>
                </c:pt>
                <c:pt idx="143">
                  <c:v>0.21080089834329624</c:v>
                </c:pt>
                <c:pt idx="144">
                  <c:v>0.21565318793018071</c:v>
                </c:pt>
                <c:pt idx="145">
                  <c:v>0.2243445491129018</c:v>
                </c:pt>
                <c:pt idx="146">
                  <c:v>0.23264011919521341</c:v>
                </c:pt>
                <c:pt idx="147">
                  <c:v>0.22032812274295313</c:v>
                </c:pt>
                <c:pt idx="148">
                  <c:v>0.21894493571958187</c:v>
                </c:pt>
                <c:pt idx="149">
                  <c:v>0.2024793462197019</c:v>
                </c:pt>
                <c:pt idx="150">
                  <c:v>0.20413743684300728</c:v>
                </c:pt>
                <c:pt idx="151">
                  <c:v>0.21693977290787309</c:v>
                </c:pt>
                <c:pt idx="152">
                  <c:v>0.2194241392388494</c:v>
                </c:pt>
                <c:pt idx="153">
                  <c:v>0.22276697615537341</c:v>
                </c:pt>
                <c:pt idx="154">
                  <c:v>0.21965440705217609</c:v>
                </c:pt>
                <c:pt idx="155">
                  <c:v>0.21954825232132946</c:v>
                </c:pt>
                <c:pt idx="156">
                  <c:v>0.22596127306172592</c:v>
                </c:pt>
                <c:pt idx="157">
                  <c:v>0.22510564064010144</c:v>
                </c:pt>
                <c:pt idx="158">
                  <c:v>0.22781159705467924</c:v>
                </c:pt>
                <c:pt idx="159">
                  <c:v>0.21904211453937092</c:v>
                </c:pt>
                <c:pt idx="160">
                  <c:v>0.21137765177663878</c:v>
                </c:pt>
                <c:pt idx="161">
                  <c:v>0.21950717512215637</c:v>
                </c:pt>
                <c:pt idx="162">
                  <c:v>0.22839299841674715</c:v>
                </c:pt>
                <c:pt idx="163">
                  <c:v>0.21851967472690287</c:v>
                </c:pt>
                <c:pt idx="164">
                  <c:v>0.21809108585643364</c:v>
                </c:pt>
                <c:pt idx="165">
                  <c:v>0.21900301143120884</c:v>
                </c:pt>
                <c:pt idx="166">
                  <c:v>0.22184478617794356</c:v>
                </c:pt>
                <c:pt idx="167">
                  <c:v>0.22783547985585159</c:v>
                </c:pt>
                <c:pt idx="168">
                  <c:v>0.22489300687900282</c:v>
                </c:pt>
                <c:pt idx="169">
                  <c:v>0.23401627610395909</c:v>
                </c:pt>
                <c:pt idx="170">
                  <c:v>0.23018362520104685</c:v>
                </c:pt>
                <c:pt idx="171">
                  <c:v>0.2366992877914833</c:v>
                </c:pt>
                <c:pt idx="172">
                  <c:v>0.24187363933545136</c:v>
                </c:pt>
                <c:pt idx="173">
                  <c:v>0.24575846326551237</c:v>
                </c:pt>
                <c:pt idx="174">
                  <c:v>0.24860801466845683</c:v>
                </c:pt>
                <c:pt idx="175">
                  <c:v>0.25232808144157381</c:v>
                </c:pt>
                <c:pt idx="176">
                  <c:v>0.25425994388165368</c:v>
                </c:pt>
                <c:pt idx="177">
                  <c:v>0.26047674171676488</c:v>
                </c:pt>
                <c:pt idx="178">
                  <c:v>0.26851138789766887</c:v>
                </c:pt>
                <c:pt idx="179">
                  <c:v>0.27249867738077754</c:v>
                </c:pt>
                <c:pt idx="180">
                  <c:v>0.26839898006486573</c:v>
                </c:pt>
                <c:pt idx="181">
                  <c:v>0.27252172222711063</c:v>
                </c:pt>
                <c:pt idx="182">
                  <c:v>0.27955001729363649</c:v>
                </c:pt>
                <c:pt idx="183">
                  <c:v>0.29042437271700916</c:v>
                </c:pt>
                <c:pt idx="184">
                  <c:v>0.29581457707456216</c:v>
                </c:pt>
                <c:pt idx="185">
                  <c:v>0.30189547387028598</c:v>
                </c:pt>
                <c:pt idx="186">
                  <c:v>0.30370909544127828</c:v>
                </c:pt>
                <c:pt idx="187">
                  <c:v>0.31302890316490151</c:v>
                </c:pt>
                <c:pt idx="188">
                  <c:v>0.31864925127493449</c:v>
                </c:pt>
                <c:pt idx="189">
                  <c:v>0.31984110600217397</c:v>
                </c:pt>
                <c:pt idx="190">
                  <c:v>0.31360770577871433</c:v>
                </c:pt>
                <c:pt idx="191">
                  <c:v>0.31194659634148142</c:v>
                </c:pt>
                <c:pt idx="192">
                  <c:v>0.31378951368425811</c:v>
                </c:pt>
                <c:pt idx="193">
                  <c:v>0.31495637341571958</c:v>
                </c:pt>
                <c:pt idx="194">
                  <c:v>0.31684418772583256</c:v>
                </c:pt>
                <c:pt idx="195">
                  <c:v>0.32634209458864516</c:v>
                </c:pt>
                <c:pt idx="196">
                  <c:v>0.33689073152472671</c:v>
                </c:pt>
                <c:pt idx="197">
                  <c:v>0.33883079939271288</c:v>
                </c:pt>
                <c:pt idx="198">
                  <c:v>0.33729972313448753</c:v>
                </c:pt>
                <c:pt idx="199">
                  <c:v>0.32900922866434468</c:v>
                </c:pt>
                <c:pt idx="200">
                  <c:v>0.31348237385283195</c:v>
                </c:pt>
                <c:pt idx="201">
                  <c:v>0.29981797270263355</c:v>
                </c:pt>
                <c:pt idx="202">
                  <c:v>0.30055682686725455</c:v>
                </c:pt>
                <c:pt idx="203">
                  <c:v>0.30835526554975018</c:v>
                </c:pt>
                <c:pt idx="204">
                  <c:v>0.31446041732918473</c:v>
                </c:pt>
                <c:pt idx="205">
                  <c:v>0.32329426348217399</c:v>
                </c:pt>
                <c:pt idx="206">
                  <c:v>0.33474344286625279</c:v>
                </c:pt>
                <c:pt idx="207">
                  <c:v>0.33692510290867972</c:v>
                </c:pt>
                <c:pt idx="208">
                  <c:v>0.33562779210904392</c:v>
                </c:pt>
                <c:pt idx="209">
                  <c:v>0.34397796637579175</c:v>
                </c:pt>
                <c:pt idx="210">
                  <c:v>0.35291586693126342</c:v>
                </c:pt>
                <c:pt idx="211">
                  <c:v>0.35622944942961987</c:v>
                </c:pt>
                <c:pt idx="212">
                  <c:v>0.36152905019223991</c:v>
                </c:pt>
                <c:pt idx="213">
                  <c:v>0.36046984045129882</c:v>
                </c:pt>
                <c:pt idx="214">
                  <c:v>0.37517882522160695</c:v>
                </c:pt>
                <c:pt idx="215">
                  <c:v>0.39052392436372196</c:v>
                </c:pt>
                <c:pt idx="216">
                  <c:v>0.39955849661306758</c:v>
                </c:pt>
                <c:pt idx="217">
                  <c:v>0.41044487505600435</c:v>
                </c:pt>
                <c:pt idx="218">
                  <c:v>0.41510378207803222</c:v>
                </c:pt>
                <c:pt idx="219">
                  <c:v>0.39596339611281228</c:v>
                </c:pt>
                <c:pt idx="220">
                  <c:v>0.38876006642765126</c:v>
                </c:pt>
                <c:pt idx="221">
                  <c:v>0.38040482525475905</c:v>
                </c:pt>
                <c:pt idx="222">
                  <c:v>0.36256485813985073</c:v>
                </c:pt>
                <c:pt idx="223">
                  <c:v>0.34658752751276789</c:v>
                </c:pt>
                <c:pt idx="224">
                  <c:v>0.33875217528722223</c:v>
                </c:pt>
                <c:pt idx="225">
                  <c:v>0.31914860271094836</c:v>
                </c:pt>
                <c:pt idx="226">
                  <c:v>0.29365951393638456</c:v>
                </c:pt>
                <c:pt idx="227">
                  <c:v>0.27882990719934286</c:v>
                </c:pt>
                <c:pt idx="228">
                  <c:v>0.26259823877823796</c:v>
                </c:pt>
                <c:pt idx="229">
                  <c:v>0.24915983295993924</c:v>
                </c:pt>
                <c:pt idx="230">
                  <c:v>0.23401670052264392</c:v>
                </c:pt>
                <c:pt idx="231">
                  <c:v>0.22950610933066104</c:v>
                </c:pt>
                <c:pt idx="232">
                  <c:v>0.22374641259561517</c:v>
                </c:pt>
                <c:pt idx="233">
                  <c:v>0.2169409776039862</c:v>
                </c:pt>
                <c:pt idx="234">
                  <c:v>0.21646128654735763</c:v>
                </c:pt>
                <c:pt idx="235">
                  <c:v>0.21490687705574349</c:v>
                </c:pt>
                <c:pt idx="236">
                  <c:v>0.21478685362818029</c:v>
                </c:pt>
                <c:pt idx="237">
                  <c:v>0.21865461157409904</c:v>
                </c:pt>
                <c:pt idx="238">
                  <c:v>0.22397780130957101</c:v>
                </c:pt>
                <c:pt idx="239">
                  <c:v>0.22079781057765621</c:v>
                </c:pt>
                <c:pt idx="240">
                  <c:v>0.21958410808242612</c:v>
                </c:pt>
                <c:pt idx="241">
                  <c:v>0.22523985271077429</c:v>
                </c:pt>
                <c:pt idx="242">
                  <c:v>0.21563498907462597</c:v>
                </c:pt>
                <c:pt idx="243">
                  <c:v>0.20777851766649824</c:v>
                </c:pt>
                <c:pt idx="244">
                  <c:v>0.21842234137518238</c:v>
                </c:pt>
                <c:pt idx="245">
                  <c:v>0.2283379828726631</c:v>
                </c:pt>
                <c:pt idx="246">
                  <c:v>0.23391991565045464</c:v>
                </c:pt>
                <c:pt idx="247">
                  <c:v>0.24151619174258354</c:v>
                </c:pt>
                <c:pt idx="248">
                  <c:v>0.26677494523213219</c:v>
                </c:pt>
                <c:pt idx="249">
                  <c:v>0.29965018149621969</c:v>
                </c:pt>
                <c:pt idx="250">
                  <c:v>0.3179868447097286</c:v>
                </c:pt>
                <c:pt idx="251">
                  <c:v>0.40339905476255383</c:v>
                </c:pt>
                <c:pt idx="252">
                  <c:v>0.50074473421342514</c:v>
                </c:pt>
                <c:pt idx="253">
                  <c:v>0.60424306551233442</c:v>
                </c:pt>
                <c:pt idx="254">
                  <c:v>0.69788952041227259</c:v>
                </c:pt>
                <c:pt idx="255">
                  <c:v>0.79938922712372573</c:v>
                </c:pt>
                <c:pt idx="256">
                  <c:v>0.93895996022808537</c:v>
                </c:pt>
                <c:pt idx="257">
                  <c:v>1.0285315778645132</c:v>
                </c:pt>
                <c:pt idx="258">
                  <c:v>1.1155078948317712</c:v>
                </c:pt>
                <c:pt idx="259">
                  <c:v>1.19999999999999</c:v>
                </c:pt>
                <c:pt idx="260">
                  <c:v>1.0166720922610044</c:v>
                </c:pt>
                <c:pt idx="261">
                  <c:v>0.67038833883065463</c:v>
                </c:pt>
                <c:pt idx="262">
                  <c:v>0.38267260528960301</c:v>
                </c:pt>
                <c:pt idx="263">
                  <c:v>0.29530656314436587</c:v>
                </c:pt>
                <c:pt idx="264">
                  <c:v>0.25591508533922602</c:v>
                </c:pt>
                <c:pt idx="265">
                  <c:v>0.24749344331896592</c:v>
                </c:pt>
                <c:pt idx="266">
                  <c:v>0.2449874359880756</c:v>
                </c:pt>
                <c:pt idx="267">
                  <c:v>0.24151768917876387</c:v>
                </c:pt>
                <c:pt idx="268">
                  <c:v>0.22511040718840794</c:v>
                </c:pt>
                <c:pt idx="269">
                  <c:v>0.2009237416902204</c:v>
                </c:pt>
                <c:pt idx="270">
                  <c:v>0.21648771803714503</c:v>
                </c:pt>
                <c:pt idx="271">
                  <c:v>0.24001633964052446</c:v>
                </c:pt>
                <c:pt idx="272">
                  <c:v>0.25328990994766043</c:v>
                </c:pt>
                <c:pt idx="273">
                  <c:v>0.2595411575209432</c:v>
                </c:pt>
                <c:pt idx="274">
                  <c:v>0.28163821816515816</c:v>
                </c:pt>
                <c:pt idx="275">
                  <c:v>0.31994709314205266</c:v>
                </c:pt>
                <c:pt idx="276">
                  <c:v>0.41555985586722993</c:v>
                </c:pt>
                <c:pt idx="277">
                  <c:v>0.59832007858544001</c:v>
                </c:pt>
                <c:pt idx="278">
                  <c:v>1.0892387549855815</c:v>
                </c:pt>
                <c:pt idx="279">
                  <c:v>1.2693607563348035</c:v>
                </c:pt>
                <c:pt idx="280">
                  <c:v>1.1250765120239841</c:v>
                </c:pt>
                <c:pt idx="281">
                  <c:v>0.73643478136107321</c:v>
                </c:pt>
                <c:pt idx="282">
                  <c:v>0.42413029254887252</c:v>
                </c:pt>
                <c:pt idx="283">
                  <c:v>0.30808553550475903</c:v>
                </c:pt>
                <c:pt idx="284">
                  <c:v>0.26954290812831028</c:v>
                </c:pt>
                <c:pt idx="285">
                  <c:v>0.25567858618900363</c:v>
                </c:pt>
                <c:pt idx="286">
                  <c:v>0.24208039000062645</c:v>
                </c:pt>
                <c:pt idx="287">
                  <c:v>0.21660167445402126</c:v>
                </c:pt>
                <c:pt idx="288">
                  <c:v>0.20969202508671242</c:v>
                </c:pt>
                <c:pt idx="289">
                  <c:v>0.23068025600446521</c:v>
                </c:pt>
                <c:pt idx="290">
                  <c:v>0.24221351817127346</c:v>
                </c:pt>
                <c:pt idx="291">
                  <c:v>0.22025147925799152</c:v>
                </c:pt>
                <c:pt idx="292">
                  <c:v>0.21458175601936999</c:v>
                </c:pt>
                <c:pt idx="293">
                  <c:v>0.18753831760710926</c:v>
                </c:pt>
                <c:pt idx="294">
                  <c:v>0.21426911833359566</c:v>
                </c:pt>
                <c:pt idx="295">
                  <c:v>0.20626999654073827</c:v>
                </c:pt>
                <c:pt idx="296">
                  <c:v>0.18180354839615231</c:v>
                </c:pt>
                <c:pt idx="297">
                  <c:v>0.18539347207670559</c:v>
                </c:pt>
                <c:pt idx="298">
                  <c:v>0.19448796245007141</c:v>
                </c:pt>
                <c:pt idx="299">
                  <c:v>0.18532148413824062</c:v>
                </c:pt>
                <c:pt idx="300">
                  <c:v>0.19563804213587654</c:v>
                </c:pt>
                <c:pt idx="301">
                  <c:v>0.18295886938065181</c:v>
                </c:pt>
                <c:pt idx="302">
                  <c:v>0.18574879431139016</c:v>
                </c:pt>
                <c:pt idx="303">
                  <c:v>0.21496553715925185</c:v>
                </c:pt>
                <c:pt idx="304">
                  <c:v>0.20055924908726347</c:v>
                </c:pt>
                <c:pt idx="305">
                  <c:v>0.20082586427999674</c:v>
                </c:pt>
                <c:pt idx="306">
                  <c:v>0.22335016442892974</c:v>
                </c:pt>
                <c:pt idx="307">
                  <c:v>0.21828420941706658</c:v>
                </c:pt>
                <c:pt idx="308">
                  <c:v>0.21007220955030359</c:v>
                </c:pt>
                <c:pt idx="309">
                  <c:v>0.20247004002384728</c:v>
                </c:pt>
                <c:pt idx="310">
                  <c:v>0.20369141062204657</c:v>
                </c:pt>
                <c:pt idx="311">
                  <c:v>0.186976828010878</c:v>
                </c:pt>
                <c:pt idx="312">
                  <c:v>0.19590472588855121</c:v>
                </c:pt>
                <c:pt idx="313">
                  <c:v>0.19317736952210726</c:v>
                </c:pt>
                <c:pt idx="314">
                  <c:v>0.20099270040833822</c:v>
                </c:pt>
                <c:pt idx="315">
                  <c:v>0.20574639665053168</c:v>
                </c:pt>
                <c:pt idx="316">
                  <c:v>0.20397029858841609</c:v>
                </c:pt>
                <c:pt idx="317">
                  <c:v>0.20423751912190177</c:v>
                </c:pt>
                <c:pt idx="318">
                  <c:v>0.21097810402674214</c:v>
                </c:pt>
                <c:pt idx="319">
                  <c:v>0.21268106332280506</c:v>
                </c:pt>
                <c:pt idx="320">
                  <c:v>0.21748835364656746</c:v>
                </c:pt>
                <c:pt idx="321">
                  <c:v>0.23639286403055598</c:v>
                </c:pt>
                <c:pt idx="322">
                  <c:v>0.27350613851325473</c:v>
                </c:pt>
                <c:pt idx="323">
                  <c:v>0.32238241190860534</c:v>
                </c:pt>
                <c:pt idx="324">
                  <c:v>0.34472973157445558</c:v>
                </c:pt>
                <c:pt idx="325">
                  <c:v>0.31722047950830717</c:v>
                </c:pt>
                <c:pt idx="326">
                  <c:v>0.287855460007509</c:v>
                </c:pt>
                <c:pt idx="327">
                  <c:v>0.27712630365748114</c:v>
                </c:pt>
                <c:pt idx="328">
                  <c:v>0.29066040174191904</c:v>
                </c:pt>
                <c:pt idx="329">
                  <c:v>0.33099200828756736</c:v>
                </c:pt>
                <c:pt idx="330">
                  <c:v>0.4094053757540877</c:v>
                </c:pt>
                <c:pt idx="331">
                  <c:v>0.524049542432246</c:v>
                </c:pt>
                <c:pt idx="332">
                  <c:v>0.62316282340963891</c:v>
                </c:pt>
                <c:pt idx="333">
                  <c:v>0.65374384814909536</c:v>
                </c:pt>
                <c:pt idx="334">
                  <c:v>0.59892566963603688</c:v>
                </c:pt>
                <c:pt idx="335">
                  <c:v>0.49781477397000728</c:v>
                </c:pt>
                <c:pt idx="336">
                  <c:v>0.39115220331365552</c:v>
                </c:pt>
                <c:pt idx="337">
                  <c:v>0.31091666496027537</c:v>
                </c:pt>
                <c:pt idx="338">
                  <c:v>0.26733074217672154</c:v>
                </c:pt>
                <c:pt idx="339">
                  <c:v>0.24494566448346425</c:v>
                </c:pt>
                <c:pt idx="340">
                  <c:v>0.22437699864198946</c:v>
                </c:pt>
                <c:pt idx="341">
                  <c:v>0.21466581486053268</c:v>
                </c:pt>
                <c:pt idx="342">
                  <c:v>0.21510633860206987</c:v>
                </c:pt>
                <c:pt idx="343">
                  <c:v>0.21718615448393377</c:v>
                </c:pt>
                <c:pt idx="344">
                  <c:v>0.21234756056153276</c:v>
                </c:pt>
                <c:pt idx="345">
                  <c:v>0.21152279861383769</c:v>
                </c:pt>
                <c:pt idx="346">
                  <c:v>0.21009256205862067</c:v>
                </c:pt>
                <c:pt idx="347">
                  <c:v>0.20760914958143217</c:v>
                </c:pt>
                <c:pt idx="348">
                  <c:v>0.20537814216086978</c:v>
                </c:pt>
                <c:pt idx="349">
                  <c:v>0.20198935416791031</c:v>
                </c:pt>
                <c:pt idx="350">
                  <c:v>0.20316186451724025</c:v>
                </c:pt>
                <c:pt idx="351">
                  <c:v>0.19898391772694596</c:v>
                </c:pt>
                <c:pt idx="352">
                  <c:v>0.1983684819312721</c:v>
                </c:pt>
                <c:pt idx="353">
                  <c:v>0.20129929142015429</c:v>
                </c:pt>
                <c:pt idx="354">
                  <c:v>0.21030279513351741</c:v>
                </c:pt>
                <c:pt idx="355">
                  <c:v>0.21037777250307779</c:v>
                </c:pt>
                <c:pt idx="356">
                  <c:v>0.21016917289599113</c:v>
                </c:pt>
                <c:pt idx="357">
                  <c:v>0.21263554496298376</c:v>
                </c:pt>
                <c:pt idx="358">
                  <c:v>0.21402920533359301</c:v>
                </c:pt>
                <c:pt idx="359">
                  <c:v>0.21482994627197977</c:v>
                </c:pt>
                <c:pt idx="360">
                  <c:v>0.20991524210860577</c:v>
                </c:pt>
                <c:pt idx="361">
                  <c:v>0.21124574680240651</c:v>
                </c:pt>
                <c:pt idx="362">
                  <c:v>0.21259672697711765</c:v>
                </c:pt>
                <c:pt idx="363">
                  <c:v>0.21142510940337381</c:v>
                </c:pt>
                <c:pt idx="364">
                  <c:v>0.21518610646150366</c:v>
                </c:pt>
                <c:pt idx="365">
                  <c:v>0.21394872358016628</c:v>
                </c:pt>
                <c:pt idx="366">
                  <c:v>0.20935424766750679</c:v>
                </c:pt>
                <c:pt idx="367">
                  <c:v>0.21123884618989244</c:v>
                </c:pt>
                <c:pt idx="368">
                  <c:v>0.21705067351021859</c:v>
                </c:pt>
                <c:pt idx="369">
                  <c:v>0.21727970397984098</c:v>
                </c:pt>
                <c:pt idx="370">
                  <c:v>0.21693368304387231</c:v>
                </c:pt>
                <c:pt idx="371">
                  <c:v>0.2179296141354114</c:v>
                </c:pt>
                <c:pt idx="372">
                  <c:v>0.22334586800593564</c:v>
                </c:pt>
                <c:pt idx="373">
                  <c:v>0.21644223776618016</c:v>
                </c:pt>
                <c:pt idx="374">
                  <c:v>0.20513566142782394</c:v>
                </c:pt>
                <c:pt idx="375">
                  <c:v>0.20704138076517151</c:v>
                </c:pt>
                <c:pt idx="376">
                  <c:v>0.20833780300620106</c:v>
                </c:pt>
                <c:pt idx="377">
                  <c:v>0.21089400600847008</c:v>
                </c:pt>
                <c:pt idx="378">
                  <c:v>0.21338000254249731</c:v>
                </c:pt>
                <c:pt idx="379">
                  <c:v>0.20957612178515117</c:v>
                </c:pt>
                <c:pt idx="380">
                  <c:v>0.20982611200828594</c:v>
                </c:pt>
                <c:pt idx="381">
                  <c:v>0.20384848253603605</c:v>
                </c:pt>
                <c:pt idx="382">
                  <c:v>0.20973024670991372</c:v>
                </c:pt>
                <c:pt idx="383">
                  <c:v>0.21052539402768516</c:v>
                </c:pt>
                <c:pt idx="384">
                  <c:v>0.21078418495313836</c:v>
                </c:pt>
                <c:pt idx="385">
                  <c:v>0.20903195064776697</c:v>
                </c:pt>
                <c:pt idx="386">
                  <c:v>0.21255091478897609</c:v>
                </c:pt>
                <c:pt idx="387">
                  <c:v>0.21159305296521308</c:v>
                </c:pt>
                <c:pt idx="388">
                  <c:v>0.20642503396567319</c:v>
                </c:pt>
                <c:pt idx="389">
                  <c:v>0.19975153844929858</c:v>
                </c:pt>
                <c:pt idx="390">
                  <c:v>0.19720481472612911</c:v>
                </c:pt>
                <c:pt idx="391">
                  <c:v>0.20173292271107521</c:v>
                </c:pt>
                <c:pt idx="392">
                  <c:v>0.21012182191805392</c:v>
                </c:pt>
                <c:pt idx="393">
                  <c:v>0.20613926361502796</c:v>
                </c:pt>
                <c:pt idx="394">
                  <c:v>0.20575656583104546</c:v>
                </c:pt>
                <c:pt idx="395">
                  <c:v>0.20578049325059239</c:v>
                </c:pt>
                <c:pt idx="396">
                  <c:v>0.20405736345653305</c:v>
                </c:pt>
                <c:pt idx="397">
                  <c:v>0.1993660726086941</c:v>
                </c:pt>
                <c:pt idx="398">
                  <c:v>0.20511275315724711</c:v>
                </c:pt>
                <c:pt idx="399">
                  <c:v>0.21160078500304819</c:v>
                </c:pt>
                <c:pt idx="400">
                  <c:v>0.21613563662000768</c:v>
                </c:pt>
                <c:pt idx="401">
                  <c:v>0.21754868421848916</c:v>
                </c:pt>
                <c:pt idx="402">
                  <c:v>0.21334809387516954</c:v>
                </c:pt>
                <c:pt idx="403">
                  <c:v>0.21828235285738379</c:v>
                </c:pt>
                <c:pt idx="404">
                  <c:v>0.21800502136492184</c:v>
                </c:pt>
                <c:pt idx="405">
                  <c:v>0.21724380904163496</c:v>
                </c:pt>
                <c:pt idx="406">
                  <c:v>0.21587348299266701</c:v>
                </c:pt>
                <c:pt idx="407">
                  <c:v>0.21291509431513719</c:v>
                </c:pt>
                <c:pt idx="408">
                  <c:v>0.22010594500271108</c:v>
                </c:pt>
                <c:pt idx="409">
                  <c:v>0.22135095871435112</c:v>
                </c:pt>
                <c:pt idx="410">
                  <c:v>0.21014669285298479</c:v>
                </c:pt>
                <c:pt idx="411">
                  <c:v>0.20890705021421388</c:v>
                </c:pt>
                <c:pt idx="412">
                  <c:v>0.20641170286595745</c:v>
                </c:pt>
                <c:pt idx="413">
                  <c:v>0.19986836747160619</c:v>
                </c:pt>
                <c:pt idx="414">
                  <c:v>0.19596072956639377</c:v>
                </c:pt>
                <c:pt idx="415">
                  <c:v>0.19561936771374414</c:v>
                </c:pt>
                <c:pt idx="416">
                  <c:v>0.20065079565345426</c:v>
                </c:pt>
                <c:pt idx="417">
                  <c:v>0.2011380511569501</c:v>
                </c:pt>
                <c:pt idx="418">
                  <c:v>0.19781389349168138</c:v>
                </c:pt>
                <c:pt idx="419">
                  <c:v>0.20142170900440109</c:v>
                </c:pt>
                <c:pt idx="420">
                  <c:v>0.20811293673682862</c:v>
                </c:pt>
                <c:pt idx="421">
                  <c:v>0.20479002083629205</c:v>
                </c:pt>
                <c:pt idx="422">
                  <c:v>0.20164505865713345</c:v>
                </c:pt>
                <c:pt idx="423">
                  <c:v>0.19739520024211846</c:v>
                </c:pt>
                <c:pt idx="424">
                  <c:v>0.19588534954320927</c:v>
                </c:pt>
                <c:pt idx="425">
                  <c:v>0.19459732970388627</c:v>
                </c:pt>
                <c:pt idx="426">
                  <c:v>0.20786766191410758</c:v>
                </c:pt>
                <c:pt idx="427">
                  <c:v>0.20537149075830141</c:v>
                </c:pt>
                <c:pt idx="428">
                  <c:v>0.19620204804519503</c:v>
                </c:pt>
                <c:pt idx="429">
                  <c:v>0.20808823937825727</c:v>
                </c:pt>
                <c:pt idx="430">
                  <c:v>0.22413243553675533</c:v>
                </c:pt>
                <c:pt idx="431">
                  <c:v>0.23572329676035986</c:v>
                </c:pt>
                <c:pt idx="432">
                  <c:v>0.20863492927729804</c:v>
                </c:pt>
                <c:pt idx="433">
                  <c:v>0.21384927575279292</c:v>
                </c:pt>
                <c:pt idx="434">
                  <c:v>0.22422873504808968</c:v>
                </c:pt>
                <c:pt idx="435">
                  <c:v>0.25497865665904679</c:v>
                </c:pt>
                <c:pt idx="436">
                  <c:v>0.14656920046100544</c:v>
                </c:pt>
                <c:pt idx="437">
                  <c:v>0.15789915084223871</c:v>
                </c:pt>
                <c:pt idx="438">
                  <c:v>0.16297448877179571</c:v>
                </c:pt>
                <c:pt idx="439">
                  <c:v>0.20709129185838071</c:v>
                </c:pt>
                <c:pt idx="440">
                  <c:v>0.25935010817060067</c:v>
                </c:pt>
                <c:pt idx="441">
                  <c:v>0.20559454726287166</c:v>
                </c:pt>
                <c:pt idx="442">
                  <c:v>0.2199542120581261</c:v>
                </c:pt>
                <c:pt idx="443">
                  <c:v>0.18627338124710219</c:v>
                </c:pt>
                <c:pt idx="444">
                  <c:v>0.17743355623192245</c:v>
                </c:pt>
                <c:pt idx="445">
                  <c:v>0.20286375691396624</c:v>
                </c:pt>
                <c:pt idx="446">
                  <c:v>0.2120392845939347</c:v>
                </c:pt>
                <c:pt idx="447">
                  <c:v>0.18988455306822283</c:v>
                </c:pt>
                <c:pt idx="448">
                  <c:v>0.1891259732290349</c:v>
                </c:pt>
                <c:pt idx="449">
                  <c:v>0.20260819918828904</c:v>
                </c:pt>
                <c:pt idx="450">
                  <c:v>0.18912799955619172</c:v>
                </c:pt>
                <c:pt idx="451">
                  <c:v>0.20357240661551676</c:v>
                </c:pt>
                <c:pt idx="452">
                  <c:v>0.19549666201450552</c:v>
                </c:pt>
                <c:pt idx="453">
                  <c:v>0.18328835213520167</c:v>
                </c:pt>
                <c:pt idx="454">
                  <c:v>0.18678762977895311</c:v>
                </c:pt>
                <c:pt idx="455">
                  <c:v>0.20064345314219093</c:v>
                </c:pt>
                <c:pt idx="456">
                  <c:v>0.2045745489112703</c:v>
                </c:pt>
                <c:pt idx="457">
                  <c:v>0.19120067214511402</c:v>
                </c:pt>
                <c:pt idx="458">
                  <c:v>0.20528042737645952</c:v>
                </c:pt>
                <c:pt idx="459">
                  <c:v>0.20091018756664766</c:v>
                </c:pt>
                <c:pt idx="460">
                  <c:v>0.20823886393712304</c:v>
                </c:pt>
                <c:pt idx="461">
                  <c:v>0.20235291896713653</c:v>
                </c:pt>
                <c:pt idx="462">
                  <c:v>0.20295424270550821</c:v>
                </c:pt>
                <c:pt idx="463">
                  <c:v>0.19558466958181667</c:v>
                </c:pt>
                <c:pt idx="464">
                  <c:v>0.19849927294248831</c:v>
                </c:pt>
                <c:pt idx="465">
                  <c:v>0.19638202115611658</c:v>
                </c:pt>
                <c:pt idx="466">
                  <c:v>0.19898903319638278</c:v>
                </c:pt>
                <c:pt idx="467">
                  <c:v>0.19774795188709562</c:v>
                </c:pt>
                <c:pt idx="468">
                  <c:v>0.20144985734938761</c:v>
                </c:pt>
                <c:pt idx="469">
                  <c:v>0.21287823953775162</c:v>
                </c:pt>
                <c:pt idx="470">
                  <c:v>0.21600039615021391</c:v>
                </c:pt>
                <c:pt idx="471">
                  <c:v>0.20408543385539574</c:v>
                </c:pt>
                <c:pt idx="472">
                  <c:v>0.19508159958517232</c:v>
                </c:pt>
                <c:pt idx="473">
                  <c:v>0.19422846524839657</c:v>
                </c:pt>
                <c:pt idx="474">
                  <c:v>0.19501214999691852</c:v>
                </c:pt>
                <c:pt idx="475">
                  <c:v>0.20097469784642516</c:v>
                </c:pt>
                <c:pt idx="476">
                  <c:v>0.2031239614801158</c:v>
                </c:pt>
                <c:pt idx="477">
                  <c:v>0.20580115863165788</c:v>
                </c:pt>
                <c:pt idx="478">
                  <c:v>0.20030657376979699</c:v>
                </c:pt>
                <c:pt idx="479">
                  <c:v>0.19940348960480545</c:v>
                </c:pt>
                <c:pt idx="480">
                  <c:v>0.20209747686834459</c:v>
                </c:pt>
                <c:pt idx="481">
                  <c:v>0.20368063446840085</c:v>
                </c:pt>
                <c:pt idx="482">
                  <c:v>0.20315571398313262</c:v>
                </c:pt>
                <c:pt idx="483">
                  <c:v>0.20199696255299401</c:v>
                </c:pt>
                <c:pt idx="484">
                  <c:v>0.20128721344381184</c:v>
                </c:pt>
                <c:pt idx="485">
                  <c:v>0.20618244168669095</c:v>
                </c:pt>
                <c:pt idx="486">
                  <c:v>0.20231825565930625</c:v>
                </c:pt>
                <c:pt idx="487">
                  <c:v>0.19470845339810453</c:v>
                </c:pt>
                <c:pt idx="488">
                  <c:v>0.19416340404051857</c:v>
                </c:pt>
                <c:pt idx="489">
                  <c:v>0.20135281388107015</c:v>
                </c:pt>
                <c:pt idx="490">
                  <c:v>0.2093961443212175</c:v>
                </c:pt>
                <c:pt idx="491">
                  <c:v>0.21423095982907053</c:v>
                </c:pt>
                <c:pt idx="492">
                  <c:v>0.21128379321686869</c:v>
                </c:pt>
                <c:pt idx="493">
                  <c:v>0.21082220633778062</c:v>
                </c:pt>
                <c:pt idx="494">
                  <c:v>0.21547833722630916</c:v>
                </c:pt>
                <c:pt idx="495">
                  <c:v>0.2098614279958757</c:v>
                </c:pt>
                <c:pt idx="496">
                  <c:v>0.20495609369115902</c:v>
                </c:pt>
                <c:pt idx="497">
                  <c:v>0.20680778888294019</c:v>
                </c:pt>
                <c:pt idx="498">
                  <c:v>0.20926061655262163</c:v>
                </c:pt>
                <c:pt idx="499">
                  <c:v>0.21020846753668798</c:v>
                </c:pt>
                <c:pt idx="500">
                  <c:v>0.21289523587369943</c:v>
                </c:pt>
                <c:pt idx="501">
                  <c:v>0.21533196936920154</c:v>
                </c:pt>
                <c:pt idx="502">
                  <c:v>0.21087240092090623</c:v>
                </c:pt>
                <c:pt idx="503">
                  <c:v>0.20966771024908396</c:v>
                </c:pt>
                <c:pt idx="504">
                  <c:v>0.21049973302104866</c:v>
                </c:pt>
                <c:pt idx="505">
                  <c:v>0.23134479989863788</c:v>
                </c:pt>
                <c:pt idx="506">
                  <c:v>0.24410709586947585</c:v>
                </c:pt>
                <c:pt idx="507">
                  <c:v>0.26008638535202733</c:v>
                </c:pt>
                <c:pt idx="508">
                  <c:v>0.28375047378183227</c:v>
                </c:pt>
                <c:pt idx="509">
                  <c:v>0.32011764415817107</c:v>
                </c:pt>
                <c:pt idx="510">
                  <c:v>0.37012407268651659</c:v>
                </c:pt>
                <c:pt idx="511">
                  <c:v>0.41270887667629985</c:v>
                </c:pt>
                <c:pt idx="512">
                  <c:v>0.4665065524324733</c:v>
                </c:pt>
                <c:pt idx="513">
                  <c:v>0.50384965072125898</c:v>
                </c:pt>
                <c:pt idx="514">
                  <c:v>0.51153853279391093</c:v>
                </c:pt>
                <c:pt idx="515">
                  <c:v>0.50805333714447209</c:v>
                </c:pt>
                <c:pt idx="516">
                  <c:v>0.50068257319989362</c:v>
                </c:pt>
                <c:pt idx="517">
                  <c:v>0.49096276718961673</c:v>
                </c:pt>
                <c:pt idx="518">
                  <c:v>0.4532294648915185</c:v>
                </c:pt>
                <c:pt idx="519">
                  <c:v>0.40570259914523887</c:v>
                </c:pt>
                <c:pt idx="520">
                  <c:v>0.36854951854291607</c:v>
                </c:pt>
                <c:pt idx="521">
                  <c:v>0.35028060561054175</c:v>
                </c:pt>
                <c:pt idx="522">
                  <c:v>0.33724556295729102</c:v>
                </c:pt>
                <c:pt idx="523">
                  <c:v>0.32058864007302534</c:v>
                </c:pt>
                <c:pt idx="524">
                  <c:v>0.31945365309654167</c:v>
                </c:pt>
                <c:pt idx="525">
                  <c:v>0.3143702490354664</c:v>
                </c:pt>
                <c:pt idx="526">
                  <c:v>0.31264495008103954</c:v>
                </c:pt>
                <c:pt idx="527">
                  <c:v>0.32518322698749502</c:v>
                </c:pt>
                <c:pt idx="528">
                  <c:v>0.33163637597041573</c:v>
                </c:pt>
                <c:pt idx="529">
                  <c:v>0.34293419241594175</c:v>
                </c:pt>
                <c:pt idx="530">
                  <c:v>0.34497527628392999</c:v>
                </c:pt>
                <c:pt idx="531">
                  <c:v>0.36288769493309736</c:v>
                </c:pt>
                <c:pt idx="532">
                  <c:v>0.38555428192222985</c:v>
                </c:pt>
                <c:pt idx="533">
                  <c:v>0.40149426370504815</c:v>
                </c:pt>
                <c:pt idx="534">
                  <c:v>0.41347486751867624</c:v>
                </c:pt>
                <c:pt idx="535">
                  <c:v>0.41793322256483451</c:v>
                </c:pt>
                <c:pt idx="536">
                  <c:v>0.44173455276176998</c:v>
                </c:pt>
                <c:pt idx="537">
                  <c:v>0.46833922278464413</c:v>
                </c:pt>
                <c:pt idx="538">
                  <c:v>0.50043953582541878</c:v>
                </c:pt>
                <c:pt idx="539">
                  <c:v>0.54447937765715471</c:v>
                </c:pt>
                <c:pt idx="540">
                  <c:v>0.58638889016576157</c:v>
                </c:pt>
                <c:pt idx="541">
                  <c:v>0.62940943067196731</c:v>
                </c:pt>
                <c:pt idx="542">
                  <c:v>0.69959468233248467</c:v>
                </c:pt>
                <c:pt idx="543">
                  <c:v>0.74807010425079878</c:v>
                </c:pt>
                <c:pt idx="544">
                  <c:v>0.80234279810505638</c:v>
                </c:pt>
                <c:pt idx="545">
                  <c:v>0.87991570339730241</c:v>
                </c:pt>
                <c:pt idx="546">
                  <c:v>0.94754145356059061</c:v>
                </c:pt>
                <c:pt idx="547">
                  <c:v>1.0275884716636896</c:v>
                </c:pt>
                <c:pt idx="548">
                  <c:v>1.0949262265429978</c:v>
                </c:pt>
                <c:pt idx="549">
                  <c:v>1.1547325739172665</c:v>
                </c:pt>
                <c:pt idx="550">
                  <c:v>1.2210157158364681</c:v>
                </c:pt>
                <c:pt idx="551">
                  <c:v>1.2184128235141116</c:v>
                </c:pt>
                <c:pt idx="552">
                  <c:v>1.24892799588573</c:v>
                </c:pt>
                <c:pt idx="553">
                  <c:v>1.243780297835168</c:v>
                </c:pt>
                <c:pt idx="554">
                  <c:v>1.18156851076976</c:v>
                </c:pt>
                <c:pt idx="555">
                  <c:v>1.0926460839536427</c:v>
                </c:pt>
                <c:pt idx="556">
                  <c:v>0.97976669805013406</c:v>
                </c:pt>
                <c:pt idx="557">
                  <c:v>0.90019739691265122</c:v>
                </c:pt>
                <c:pt idx="558">
                  <c:v>0.8188951790494774</c:v>
                </c:pt>
                <c:pt idx="559">
                  <c:v>0.72858316628212749</c:v>
                </c:pt>
                <c:pt idx="560">
                  <c:v>0.67140248618979692</c:v>
                </c:pt>
                <c:pt idx="561">
                  <c:v>0.59470697402692385</c:v>
                </c:pt>
                <c:pt idx="562">
                  <c:v>0.49693825144306514</c:v>
                </c:pt>
                <c:pt idx="563">
                  <c:v>0.46004370493847846</c:v>
                </c:pt>
                <c:pt idx="564">
                  <c:v>0.42152275120953459</c:v>
                </c:pt>
                <c:pt idx="565">
                  <c:v>0.37552858104200187</c:v>
                </c:pt>
                <c:pt idx="566">
                  <c:v>0.35650335836627667</c:v>
                </c:pt>
                <c:pt idx="567">
                  <c:v>0.32533204776695013</c:v>
                </c:pt>
                <c:pt idx="568">
                  <c:v>0.30301502506567862</c:v>
                </c:pt>
                <c:pt idx="569">
                  <c:v>0.26447863120263165</c:v>
                </c:pt>
                <c:pt idx="570">
                  <c:v>0.22903864588516765</c:v>
                </c:pt>
                <c:pt idx="571">
                  <c:v>0.23450808159340689</c:v>
                </c:pt>
                <c:pt idx="572">
                  <c:v>0.24994509894012543</c:v>
                </c:pt>
                <c:pt idx="573">
                  <c:v>0.29064080448121032</c:v>
                </c:pt>
                <c:pt idx="574">
                  <c:v>0.25269956749863209</c:v>
                </c:pt>
                <c:pt idx="575">
                  <c:v>0.15990625074435519</c:v>
                </c:pt>
                <c:pt idx="576">
                  <c:v>0.13853690055365145</c:v>
                </c:pt>
                <c:pt idx="577">
                  <c:v>0.19728374599103993</c:v>
                </c:pt>
                <c:pt idx="578">
                  <c:v>0.14681491493795373</c:v>
                </c:pt>
                <c:pt idx="579">
                  <c:v>0.24453937174123791</c:v>
                </c:pt>
                <c:pt idx="580">
                  <c:v>0.26271004589536406</c:v>
                </c:pt>
                <c:pt idx="581">
                  <c:v>0.27826574811840932</c:v>
                </c:pt>
                <c:pt idx="582">
                  <c:v>0.32153611669804716</c:v>
                </c:pt>
                <c:pt idx="583">
                  <c:v>0.36709044110568567</c:v>
                </c:pt>
                <c:pt idx="584">
                  <c:v>0.49508529605426599</c:v>
                </c:pt>
                <c:pt idx="585">
                  <c:v>0.38651211871617247</c:v>
                </c:pt>
                <c:pt idx="586">
                  <c:v>0.29589272234871644</c:v>
                </c:pt>
                <c:pt idx="587">
                  <c:v>0.94695459787429903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D-37F8-4EA4-8385-84A4706AD5F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364648175"/>
        <c:axId val="1364652495"/>
      </c:scatterChart>
      <c:valAx>
        <c:axId val="1364648175"/>
        <c:scaling>
          <c:orientation val="maxMin"/>
          <c:max val="3000"/>
          <c:min val="900"/>
        </c:scaling>
        <c:delete val="0"/>
        <c:axPos val="b"/>
        <c:numFmt formatCode="General" sourceLinked="1"/>
        <c:majorTickMark val="out"/>
        <c:minorTickMark val="out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0" i="0" u="none" strike="noStrike" kern="1200" baseline="0">
                <a:solidFill>
                  <a:sysClr val="windowText" lastClr="000000"/>
                </a:solidFill>
                <a:latin typeface="Avenir LT Std 65 Medium" panose="020B0803020203020204" pitchFamily="34" charset="0"/>
                <a:ea typeface="+mn-ea"/>
                <a:cs typeface="+mn-cs"/>
              </a:defRPr>
            </a:pPr>
            <a:endParaRPr lang="en-US"/>
          </a:p>
        </c:txPr>
        <c:crossAx val="1364652495"/>
        <c:crosses val="autoZero"/>
        <c:crossBetween val="midCat"/>
        <c:majorUnit val="500"/>
      </c:valAx>
      <c:valAx>
        <c:axId val="1364652495"/>
        <c:scaling>
          <c:orientation val="minMax"/>
          <c:max val="10"/>
          <c:min val="0"/>
        </c:scaling>
        <c:delete val="1"/>
        <c:axPos val="r"/>
        <c:numFmt formatCode="General" sourceLinked="1"/>
        <c:majorTickMark val="out"/>
        <c:minorTickMark val="none"/>
        <c:tickLblPos val="nextTo"/>
        <c:crossAx val="1364648175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>
          <a:latin typeface="Avenir LT Std 45 Book" panose="020B0502020203020204" pitchFamily="34" charset="0"/>
        </a:defRPr>
      </a:pPr>
      <a:endParaRPr lang="en-US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Shoulders!$B$1</c:f>
              <c:strCache>
                <c:ptCount val="1"/>
                <c:pt idx="0">
                  <c:v>D_1/O-PTIR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Shoulders!$A$2:$A$32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Shoulders!$B$2:$B$32</c:f>
              <c:numCache>
                <c:formatCode>General</c:formatCode>
                <c:ptCount val="31"/>
                <c:pt idx="0">
                  <c:v>8.1047667674517356</c:v>
                </c:pt>
                <c:pt idx="1">
                  <c:v>8.0746351812475243</c:v>
                </c:pt>
                <c:pt idx="2">
                  <c:v>8.0587489488426822</c:v>
                </c:pt>
                <c:pt idx="3">
                  <c:v>8.0559789645226232</c:v>
                </c:pt>
                <c:pt idx="4">
                  <c:v>8.0546966894088126</c:v>
                </c:pt>
                <c:pt idx="5">
                  <c:v>8.054593052866462</c:v>
                </c:pt>
                <c:pt idx="6">
                  <c:v>8.0499060212764473</c:v>
                </c:pt>
                <c:pt idx="7">
                  <c:v>8.0520794302869483</c:v>
                </c:pt>
                <c:pt idx="8">
                  <c:v>8.0612658585098185</c:v>
                </c:pt>
                <c:pt idx="9">
                  <c:v>8.0713983016666564</c:v>
                </c:pt>
                <c:pt idx="10">
                  <c:v>8.0819901819490063</c:v>
                </c:pt>
                <c:pt idx="11">
                  <c:v>8.1134312372540958</c:v>
                </c:pt>
                <c:pt idx="12">
                  <c:v>8.1563732613438642</c:v>
                </c:pt>
                <c:pt idx="13">
                  <c:v>8.2357404717457587</c:v>
                </c:pt>
                <c:pt idx="14">
                  <c:v>8.367639713306259</c:v>
                </c:pt>
                <c:pt idx="15">
                  <c:v>8.7624579910201756</c:v>
                </c:pt>
                <c:pt idx="16">
                  <c:v>8.914116680310153</c:v>
                </c:pt>
                <c:pt idx="17">
                  <c:v>8.7673017011975531</c:v>
                </c:pt>
                <c:pt idx="18">
                  <c:v>8.4513128663503583</c:v>
                </c:pt>
                <c:pt idx="19">
                  <c:v>8.2248555209497294</c:v>
                </c:pt>
                <c:pt idx="20">
                  <c:v>8.1293859165956768</c:v>
                </c:pt>
                <c:pt idx="21">
                  <c:v>8.0823412162551147</c:v>
                </c:pt>
                <c:pt idx="22">
                  <c:v>8.0613445842583964</c:v>
                </c:pt>
                <c:pt idx="23">
                  <c:v>8.0386186376731086</c:v>
                </c:pt>
                <c:pt idx="24">
                  <c:v>8.0382263415333082</c:v>
                </c:pt>
                <c:pt idx="25">
                  <c:v>8.0460741921617931</c:v>
                </c:pt>
                <c:pt idx="26">
                  <c:v>8.0371195080583746</c:v>
                </c:pt>
                <c:pt idx="27">
                  <c:v>8.0353983378956926</c:v>
                </c:pt>
                <c:pt idx="28">
                  <c:v>8.0231763197887798</c:v>
                </c:pt>
                <c:pt idx="29">
                  <c:v>8.0150252930731796</c:v>
                </c:pt>
                <c:pt idx="30">
                  <c:v>8.0141550654979756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C0A5-444A-BCB4-214567C0BC9A}"/>
            </c:ext>
          </c:extLst>
        </c:ser>
        <c:ser>
          <c:idx val="1"/>
          <c:order val="1"/>
          <c:tx>
            <c:strRef>
              <c:f>Shoulders!$C$1</c:f>
              <c:strCache>
                <c:ptCount val="1"/>
                <c:pt idx="0">
                  <c:v>D_2/O-PTIR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Shoulders!$A$2:$A$32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Shoulders!$C$2:$C$32</c:f>
              <c:numCache>
                <c:formatCode>General</c:formatCode>
                <c:ptCount val="31"/>
                <c:pt idx="0">
                  <c:v>7.9221187963064406</c:v>
                </c:pt>
                <c:pt idx="1">
                  <c:v>7.8955746846181301</c:v>
                </c:pt>
                <c:pt idx="2">
                  <c:v>7.8659730173942224</c:v>
                </c:pt>
                <c:pt idx="3">
                  <c:v>7.8664654868443344</c:v>
                </c:pt>
                <c:pt idx="4">
                  <c:v>7.8643346626388571</c:v>
                </c:pt>
                <c:pt idx="5">
                  <c:v>7.8521570100195195</c:v>
                </c:pt>
                <c:pt idx="6">
                  <c:v>7.8581344469372674</c:v>
                </c:pt>
                <c:pt idx="7">
                  <c:v>7.856481352925953</c:v>
                </c:pt>
                <c:pt idx="8">
                  <c:v>7.8714655528746338</c:v>
                </c:pt>
                <c:pt idx="9">
                  <c:v>7.8929325713475995</c:v>
                </c:pt>
                <c:pt idx="10">
                  <c:v>7.9098537074229966</c:v>
                </c:pt>
                <c:pt idx="11">
                  <c:v>7.9263746646170228</c:v>
                </c:pt>
                <c:pt idx="12">
                  <c:v>7.9720972179181695</c:v>
                </c:pt>
                <c:pt idx="13">
                  <c:v>8.0723757678128578</c:v>
                </c:pt>
                <c:pt idx="14">
                  <c:v>8.2370492207484194</c:v>
                </c:pt>
                <c:pt idx="15">
                  <c:v>8.699623834986479</c:v>
                </c:pt>
                <c:pt idx="16">
                  <c:v>8.8386227482492377</c:v>
                </c:pt>
                <c:pt idx="17">
                  <c:v>8.6648226931678156</c:v>
                </c:pt>
                <c:pt idx="18">
                  <c:v>8.3277141509553729</c:v>
                </c:pt>
                <c:pt idx="19">
                  <c:v>8.0601509730867544</c:v>
                </c:pt>
                <c:pt idx="20">
                  <c:v>7.9204829495268303</c:v>
                </c:pt>
                <c:pt idx="21">
                  <c:v>7.8718730940363937</c:v>
                </c:pt>
                <c:pt idx="22">
                  <c:v>7.8199391273137842</c:v>
                </c:pt>
                <c:pt idx="23">
                  <c:v>7.8192981986797232</c:v>
                </c:pt>
                <c:pt idx="24">
                  <c:v>7.8319752238054861</c:v>
                </c:pt>
                <c:pt idx="25">
                  <c:v>7.8197841875596721</c:v>
                </c:pt>
                <c:pt idx="26">
                  <c:v>7.8104919304312599</c:v>
                </c:pt>
                <c:pt idx="27">
                  <c:v>7.8089410921511409</c:v>
                </c:pt>
                <c:pt idx="28">
                  <c:v>7.8076955148096356</c:v>
                </c:pt>
                <c:pt idx="29">
                  <c:v>7.8089619880712053</c:v>
                </c:pt>
                <c:pt idx="30">
                  <c:v>7.8096518246816791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C0A5-444A-BCB4-214567C0BC9A}"/>
            </c:ext>
          </c:extLst>
        </c:ser>
        <c:ser>
          <c:idx val="2"/>
          <c:order val="2"/>
          <c:tx>
            <c:strRef>
              <c:f>Shoulders!$D$1</c:f>
              <c:strCache>
                <c:ptCount val="1"/>
                <c:pt idx="0">
                  <c:v>D_3/O-PTIR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Shoulders!$A$2:$A$32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Shoulders!$D$2:$D$32</c:f>
              <c:numCache>
                <c:formatCode>General</c:formatCode>
                <c:ptCount val="31"/>
                <c:pt idx="0">
                  <c:v>7.7177739061361619</c:v>
                </c:pt>
                <c:pt idx="1">
                  <c:v>7.6874211064999116</c:v>
                </c:pt>
                <c:pt idx="2">
                  <c:v>7.6629428625361937</c:v>
                </c:pt>
                <c:pt idx="3">
                  <c:v>7.6403591272653752</c:v>
                </c:pt>
                <c:pt idx="4">
                  <c:v>7.6329134747161307</c:v>
                </c:pt>
                <c:pt idx="5">
                  <c:v>7.6156164327706977</c:v>
                </c:pt>
                <c:pt idx="6">
                  <c:v>7.6195478732587896</c:v>
                </c:pt>
                <c:pt idx="7">
                  <c:v>7.6184652872087542</c:v>
                </c:pt>
                <c:pt idx="8">
                  <c:v>7.6162426481836807</c:v>
                </c:pt>
                <c:pt idx="9">
                  <c:v>7.6187843848908985</c:v>
                </c:pt>
                <c:pt idx="10">
                  <c:v>7.640210733262049</c:v>
                </c:pt>
                <c:pt idx="11">
                  <c:v>7.6777512377270183</c:v>
                </c:pt>
                <c:pt idx="12">
                  <c:v>7.7342589382404698</c:v>
                </c:pt>
                <c:pt idx="13">
                  <c:v>7.8038893668903864</c:v>
                </c:pt>
                <c:pt idx="14">
                  <c:v>7.9687924254426949</c:v>
                </c:pt>
                <c:pt idx="15">
                  <c:v>8.3720618580289514</c:v>
                </c:pt>
                <c:pt idx="16">
                  <c:v>8.480691779394256</c:v>
                </c:pt>
                <c:pt idx="17">
                  <c:v>8.33996173600719</c:v>
                </c:pt>
                <c:pt idx="18">
                  <c:v>8.0329154118255346</c:v>
                </c:pt>
                <c:pt idx="19">
                  <c:v>7.7752944057501177</c:v>
                </c:pt>
                <c:pt idx="20">
                  <c:v>7.6772773762084627</c:v>
                </c:pt>
                <c:pt idx="21">
                  <c:v>7.6469803660206361</c:v>
                </c:pt>
                <c:pt idx="22">
                  <c:v>7.5910242086879745</c:v>
                </c:pt>
                <c:pt idx="23">
                  <c:v>7.5992737262156274</c:v>
                </c:pt>
                <c:pt idx="24">
                  <c:v>7.6110059619719301</c:v>
                </c:pt>
                <c:pt idx="25">
                  <c:v>7.5957592375724854</c:v>
                </c:pt>
                <c:pt idx="26">
                  <c:v>7.6004898372280598</c:v>
                </c:pt>
                <c:pt idx="27">
                  <c:v>7.6144739829334158</c:v>
                </c:pt>
                <c:pt idx="28">
                  <c:v>7.578807907581421</c:v>
                </c:pt>
                <c:pt idx="29">
                  <c:v>7.5663031382724473</c:v>
                </c:pt>
                <c:pt idx="30">
                  <c:v>7.5812386092909536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C0A5-444A-BCB4-214567C0BC9A}"/>
            </c:ext>
          </c:extLst>
        </c:ser>
        <c:ser>
          <c:idx val="3"/>
          <c:order val="3"/>
          <c:tx>
            <c:strRef>
              <c:f>Shoulders!$E$1</c:f>
              <c:strCache>
                <c:ptCount val="1"/>
                <c:pt idx="0">
                  <c:v>D_4/O-PTIR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Shoulders!$A$2:$A$32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Shoulders!$E$2:$E$32</c:f>
              <c:numCache>
                <c:formatCode>General</c:formatCode>
                <c:ptCount val="31"/>
                <c:pt idx="0">
                  <c:v>7.4658168246449623</c:v>
                </c:pt>
                <c:pt idx="1">
                  <c:v>7.4464473850506687</c:v>
                </c:pt>
                <c:pt idx="2">
                  <c:v>7.4349283285193835</c:v>
                </c:pt>
                <c:pt idx="3">
                  <c:v>7.4343537814808434</c:v>
                </c:pt>
                <c:pt idx="4">
                  <c:v>7.4316662568227123</c:v>
                </c:pt>
                <c:pt idx="5">
                  <c:v>7.4280843358189674</c:v>
                </c:pt>
                <c:pt idx="6">
                  <c:v>7.4267247381765209</c:v>
                </c:pt>
                <c:pt idx="7">
                  <c:v>7.4287118712422524</c:v>
                </c:pt>
                <c:pt idx="8">
                  <c:v>7.4342475616191317</c:v>
                </c:pt>
                <c:pt idx="9">
                  <c:v>7.4358225418308521</c:v>
                </c:pt>
                <c:pt idx="10">
                  <c:v>7.4394697745650813</c:v>
                </c:pt>
                <c:pt idx="11">
                  <c:v>7.4545461997856126</c:v>
                </c:pt>
                <c:pt idx="12">
                  <c:v>7.4852980923815426</c:v>
                </c:pt>
                <c:pt idx="13">
                  <c:v>7.5542342592695126</c:v>
                </c:pt>
                <c:pt idx="14">
                  <c:v>7.6817264750561538</c:v>
                </c:pt>
                <c:pt idx="15">
                  <c:v>8.0657366396743182</c:v>
                </c:pt>
                <c:pt idx="16">
                  <c:v>8.2422915581998701</c:v>
                </c:pt>
                <c:pt idx="17">
                  <c:v>8.1002858444229915</c:v>
                </c:pt>
                <c:pt idx="18">
                  <c:v>7.7711212433729058</c:v>
                </c:pt>
                <c:pt idx="19">
                  <c:v>7.5514203952933512</c:v>
                </c:pt>
                <c:pt idx="20">
                  <c:v>7.4709802006932788</c:v>
                </c:pt>
                <c:pt idx="21">
                  <c:v>7.4406298535507212</c:v>
                </c:pt>
                <c:pt idx="22">
                  <c:v>7.422026723579914</c:v>
                </c:pt>
                <c:pt idx="23">
                  <c:v>7.4159717681958597</c:v>
                </c:pt>
                <c:pt idx="24">
                  <c:v>7.412875142206091</c:v>
                </c:pt>
                <c:pt idx="25">
                  <c:v>7.4136724675372934</c:v>
                </c:pt>
                <c:pt idx="26">
                  <c:v>7.4087289212159728</c:v>
                </c:pt>
                <c:pt idx="27">
                  <c:v>7.401596764492278</c:v>
                </c:pt>
                <c:pt idx="28">
                  <c:v>7.3996393024857188</c:v>
                </c:pt>
                <c:pt idx="29">
                  <c:v>7.4018153882316069</c:v>
                </c:pt>
                <c:pt idx="30">
                  <c:v>7.4043457135502608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3-C0A5-444A-BCB4-214567C0BC9A}"/>
            </c:ext>
          </c:extLst>
        </c:ser>
        <c:ser>
          <c:idx val="4"/>
          <c:order val="4"/>
          <c:tx>
            <c:strRef>
              <c:f>Shoulders!$F$1</c:f>
              <c:strCache>
                <c:ptCount val="1"/>
                <c:pt idx="0">
                  <c:v>D_5/O-PTIR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Shoulders!$A$2:$A$32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Shoulders!$F$2:$F$32</c:f>
              <c:numCache>
                <c:formatCode>General</c:formatCode>
                <c:ptCount val="31"/>
                <c:pt idx="0">
                  <c:v>7.3030872952579129</c:v>
                </c:pt>
                <c:pt idx="1">
                  <c:v>7.2677656656008605</c:v>
                </c:pt>
                <c:pt idx="2">
                  <c:v>7.2427632385143079</c:v>
                </c:pt>
                <c:pt idx="3">
                  <c:v>7.247694269358921</c:v>
                </c:pt>
                <c:pt idx="4">
                  <c:v>7.2476344194310807</c:v>
                </c:pt>
                <c:pt idx="5">
                  <c:v>7.2323782330835238</c:v>
                </c:pt>
                <c:pt idx="6">
                  <c:v>7.2310329475337038</c:v>
                </c:pt>
                <c:pt idx="7">
                  <c:v>7.2379010305349336</c:v>
                </c:pt>
                <c:pt idx="8">
                  <c:v>7.258885481538722</c:v>
                </c:pt>
                <c:pt idx="9">
                  <c:v>7.2623693679638635</c:v>
                </c:pt>
                <c:pt idx="10">
                  <c:v>7.2795949102300961</c:v>
                </c:pt>
                <c:pt idx="11">
                  <c:v>7.3138735972057196</c:v>
                </c:pt>
                <c:pt idx="12">
                  <c:v>7.3679787710829601</c:v>
                </c:pt>
                <c:pt idx="13">
                  <c:v>7.4628022720189948</c:v>
                </c:pt>
                <c:pt idx="14">
                  <c:v>7.6312200718696266</c:v>
                </c:pt>
                <c:pt idx="15">
                  <c:v>8.0686154878709981</c:v>
                </c:pt>
                <c:pt idx="16">
                  <c:v>8.1913382299791291</c:v>
                </c:pt>
                <c:pt idx="17">
                  <c:v>8.0084973930905612</c:v>
                </c:pt>
                <c:pt idx="18">
                  <c:v>7.6703157657019521</c:v>
                </c:pt>
                <c:pt idx="19">
                  <c:v>7.4231167629067967</c:v>
                </c:pt>
                <c:pt idx="20">
                  <c:v>7.3143065701312127</c:v>
                </c:pt>
                <c:pt idx="21">
                  <c:v>7.2582979421472498</c:v>
                </c:pt>
                <c:pt idx="22">
                  <c:v>7.2266721237061162</c:v>
                </c:pt>
                <c:pt idx="23">
                  <c:v>7.2150309327668847</c:v>
                </c:pt>
                <c:pt idx="24">
                  <c:v>7.2247383923675299</c:v>
                </c:pt>
                <c:pt idx="25">
                  <c:v>7.2139293740849348</c:v>
                </c:pt>
                <c:pt idx="26">
                  <c:v>7.2032409521601455</c:v>
                </c:pt>
                <c:pt idx="27">
                  <c:v>7.190142137819632</c:v>
                </c:pt>
                <c:pt idx="28">
                  <c:v>7.1915229074381699</c:v>
                </c:pt>
                <c:pt idx="29">
                  <c:v>7.1973894370149507</c:v>
                </c:pt>
                <c:pt idx="30">
                  <c:v>7.1859178989606241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4-C0A5-444A-BCB4-214567C0BC9A}"/>
            </c:ext>
          </c:extLst>
        </c:ser>
        <c:ser>
          <c:idx val="5"/>
          <c:order val="5"/>
          <c:tx>
            <c:strRef>
              <c:f>Shoulders!$G$1</c:f>
              <c:strCache>
                <c:ptCount val="1"/>
                <c:pt idx="0">
                  <c:v>D_6/O-PTIR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Shoulders!$A$2:$A$32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Shoulders!$G$2:$G$32</c:f>
              <c:numCache>
                <c:formatCode>General</c:formatCode>
                <c:ptCount val="31"/>
                <c:pt idx="0">
                  <c:v>7.1085896674137281</c:v>
                </c:pt>
                <c:pt idx="1">
                  <c:v>7.0743040843742282</c:v>
                </c:pt>
                <c:pt idx="2">
                  <c:v>7.0623136134468778</c:v>
                </c:pt>
                <c:pt idx="3">
                  <c:v>7.0737195866274005</c:v>
                </c:pt>
                <c:pt idx="4">
                  <c:v>7.0614493929733131</c:v>
                </c:pt>
                <c:pt idx="5">
                  <c:v>7.0357157560104593</c:v>
                </c:pt>
                <c:pt idx="6">
                  <c:v>7.0207920773272425</c:v>
                </c:pt>
                <c:pt idx="7">
                  <c:v>7.0395222338057906</c:v>
                </c:pt>
                <c:pt idx="8">
                  <c:v>7.0549070151440203</c:v>
                </c:pt>
                <c:pt idx="9">
                  <c:v>7.0954658973739839</c:v>
                </c:pt>
                <c:pt idx="10">
                  <c:v>7.0777457773571877</c:v>
                </c:pt>
                <c:pt idx="11">
                  <c:v>7.1143949613243889</c:v>
                </c:pt>
                <c:pt idx="12">
                  <c:v>7.1928722531003784</c:v>
                </c:pt>
                <c:pt idx="13">
                  <c:v>7.284949106342733</c:v>
                </c:pt>
                <c:pt idx="14">
                  <c:v>7.5002571310509589</c:v>
                </c:pt>
                <c:pt idx="15">
                  <c:v>8.0408798778083792</c:v>
                </c:pt>
                <c:pt idx="16">
                  <c:v>8.1920158327148087</c:v>
                </c:pt>
                <c:pt idx="17">
                  <c:v>7.9986944367458159</c:v>
                </c:pt>
                <c:pt idx="18">
                  <c:v>7.5416473116672584</c:v>
                </c:pt>
                <c:pt idx="19">
                  <c:v>7.2500162832936192</c:v>
                </c:pt>
                <c:pt idx="20">
                  <c:v>7.1341753710722831</c:v>
                </c:pt>
                <c:pt idx="21">
                  <c:v>7.0564784017724254</c:v>
                </c:pt>
                <c:pt idx="22">
                  <c:v>7.0156122020003915</c:v>
                </c:pt>
                <c:pt idx="23">
                  <c:v>7.0142425023658177</c:v>
                </c:pt>
                <c:pt idx="24">
                  <c:v>7.010912555750763</c:v>
                </c:pt>
                <c:pt idx="25">
                  <c:v>7.0360114553249442</c:v>
                </c:pt>
                <c:pt idx="26">
                  <c:v>6.9924383095989455</c:v>
                </c:pt>
                <c:pt idx="27">
                  <c:v>6.9677455940307231</c:v>
                </c:pt>
                <c:pt idx="28">
                  <c:v>6.9702264646460144</c:v>
                </c:pt>
                <c:pt idx="29">
                  <c:v>6.9412822410607786</c:v>
                </c:pt>
                <c:pt idx="30">
                  <c:v>7.0037347421670111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5-C0A5-444A-BCB4-214567C0BC9A}"/>
            </c:ext>
          </c:extLst>
        </c:ser>
        <c:ser>
          <c:idx val="6"/>
          <c:order val="6"/>
          <c:tx>
            <c:strRef>
              <c:f>Shoulders!$H$1</c:f>
              <c:strCache>
                <c:ptCount val="1"/>
                <c:pt idx="0">
                  <c:v>D_7/O-PTIR (mV) []</c:v>
                </c:pt>
              </c:strCache>
            </c:strRef>
          </c:tx>
          <c:spPr>
            <a:ln w="19050" cap="rnd">
              <a:solidFill>
                <a:schemeClr val="accent1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Shoulders!$A$2:$A$32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Shoulders!$H$2:$H$32</c:f>
              <c:numCache>
                <c:formatCode>General</c:formatCode>
                <c:ptCount val="31"/>
                <c:pt idx="0">
                  <c:v>6.9433440122529726</c:v>
                </c:pt>
                <c:pt idx="1">
                  <c:v>6.9125726749416136</c:v>
                </c:pt>
                <c:pt idx="2">
                  <c:v>6.8760817316659493</c:v>
                </c:pt>
                <c:pt idx="3">
                  <c:v>6.8763120063932233</c:v>
                </c:pt>
                <c:pt idx="4">
                  <c:v>6.8746989856555896</c:v>
                </c:pt>
                <c:pt idx="5">
                  <c:v>6.8602179264492849</c:v>
                </c:pt>
                <c:pt idx="6">
                  <c:v>6.8644062285855725</c:v>
                </c:pt>
                <c:pt idx="7">
                  <c:v>6.8748175315011402</c:v>
                </c:pt>
                <c:pt idx="8">
                  <c:v>6.8854662809860718</c:v>
                </c:pt>
                <c:pt idx="9">
                  <c:v>6.8950758478833967</c:v>
                </c:pt>
                <c:pt idx="10">
                  <c:v>6.9072982596307853</c:v>
                </c:pt>
                <c:pt idx="11">
                  <c:v>6.9495387341865422</c:v>
                </c:pt>
                <c:pt idx="12">
                  <c:v>6.998721708692285</c:v>
                </c:pt>
                <c:pt idx="13">
                  <c:v>7.092410444737399</c:v>
                </c:pt>
                <c:pt idx="14">
                  <c:v>7.2752365948615338</c:v>
                </c:pt>
                <c:pt idx="15">
                  <c:v>7.7353453401249013</c:v>
                </c:pt>
                <c:pt idx="16">
                  <c:v>7.8771452522999574</c:v>
                </c:pt>
                <c:pt idx="17">
                  <c:v>7.7014001614547567</c:v>
                </c:pt>
                <c:pt idx="18">
                  <c:v>7.3561568935614119</c:v>
                </c:pt>
                <c:pt idx="19">
                  <c:v>7.0793094947134358</c:v>
                </c:pt>
                <c:pt idx="20">
                  <c:v>6.9339017910887462</c:v>
                </c:pt>
                <c:pt idx="21">
                  <c:v>6.8631074277901964</c:v>
                </c:pt>
                <c:pt idx="22">
                  <c:v>6.8163645074959858</c:v>
                </c:pt>
                <c:pt idx="23">
                  <c:v>6.7858430024179919</c:v>
                </c:pt>
                <c:pt idx="24">
                  <c:v>6.8148478692184797</c:v>
                </c:pt>
                <c:pt idx="25">
                  <c:v>6.8290121108561781</c:v>
                </c:pt>
                <c:pt idx="26">
                  <c:v>6.8433112330557186</c:v>
                </c:pt>
                <c:pt idx="27">
                  <c:v>6.8249449872669681</c:v>
                </c:pt>
                <c:pt idx="28">
                  <c:v>6.800632959037384</c:v>
                </c:pt>
                <c:pt idx="29">
                  <c:v>6.8056930009266781</c:v>
                </c:pt>
                <c:pt idx="30">
                  <c:v>6.781132375187334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6-C0A5-444A-BCB4-214567C0BC9A}"/>
            </c:ext>
          </c:extLst>
        </c:ser>
        <c:ser>
          <c:idx val="7"/>
          <c:order val="7"/>
          <c:tx>
            <c:strRef>
              <c:f>Shoulders!$I$1</c:f>
              <c:strCache>
                <c:ptCount val="1"/>
                <c:pt idx="0">
                  <c:v>D_8/O-PTIR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Shoulders!$A$2:$A$32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Shoulders!$I$2:$I$32</c:f>
              <c:numCache>
                <c:formatCode>General</c:formatCode>
                <c:ptCount val="31"/>
                <c:pt idx="0">
                  <c:v>6.6270673999286682</c:v>
                </c:pt>
                <c:pt idx="1">
                  <c:v>6.6065151391742001</c:v>
                </c:pt>
                <c:pt idx="2">
                  <c:v>6.6111385069875501</c:v>
                </c:pt>
                <c:pt idx="3">
                  <c:v>6.5978606277645317</c:v>
                </c:pt>
                <c:pt idx="4">
                  <c:v>6.6075987877724547</c:v>
                </c:pt>
                <c:pt idx="5">
                  <c:v>6.6059158105002549</c:v>
                </c:pt>
                <c:pt idx="6">
                  <c:v>6.6238820077861513</c:v>
                </c:pt>
                <c:pt idx="7">
                  <c:v>6.5976903734525552</c:v>
                </c:pt>
                <c:pt idx="8">
                  <c:v>6.5981606758675477</c:v>
                </c:pt>
                <c:pt idx="9">
                  <c:v>6.6146542862835114</c:v>
                </c:pt>
                <c:pt idx="10">
                  <c:v>6.6116607896039357</c:v>
                </c:pt>
                <c:pt idx="11">
                  <c:v>6.6333958723326401</c:v>
                </c:pt>
                <c:pt idx="12">
                  <c:v>6.620671306225228</c:v>
                </c:pt>
                <c:pt idx="13">
                  <c:v>6.6229808083597401</c:v>
                </c:pt>
                <c:pt idx="14">
                  <c:v>6.6829395938390164</c:v>
                </c:pt>
                <c:pt idx="15">
                  <c:v>7.0870608101010619</c:v>
                </c:pt>
                <c:pt idx="16">
                  <c:v>7.3250404077889932</c:v>
                </c:pt>
                <c:pt idx="17">
                  <c:v>7.1798587085591619</c:v>
                </c:pt>
                <c:pt idx="18">
                  <c:v>6.8089235202088556</c:v>
                </c:pt>
                <c:pt idx="19">
                  <c:v>6.6111678646113514</c:v>
                </c:pt>
                <c:pt idx="20">
                  <c:v>6.5810897530814438</c:v>
                </c:pt>
                <c:pt idx="21">
                  <c:v>6.5978029700268497</c:v>
                </c:pt>
                <c:pt idx="22">
                  <c:v>6.6305874226626242</c:v>
                </c:pt>
                <c:pt idx="23">
                  <c:v>6.6297096415780574</c:v>
                </c:pt>
                <c:pt idx="24">
                  <c:v>6.6383235393431814</c:v>
                </c:pt>
                <c:pt idx="25">
                  <c:v>6.6145905916475725</c:v>
                </c:pt>
                <c:pt idx="26">
                  <c:v>6.6521773939758351</c:v>
                </c:pt>
                <c:pt idx="27">
                  <c:v>6.6710350678175274</c:v>
                </c:pt>
                <c:pt idx="28">
                  <c:v>6.6359835617825276</c:v>
                </c:pt>
                <c:pt idx="29">
                  <c:v>6.602173762123102</c:v>
                </c:pt>
                <c:pt idx="30">
                  <c:v>6.6302770545069203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7-C0A5-444A-BCB4-214567C0BC9A}"/>
            </c:ext>
          </c:extLst>
        </c:ser>
        <c:ser>
          <c:idx val="8"/>
          <c:order val="8"/>
          <c:tx>
            <c:strRef>
              <c:f>Shoulders!$J$1</c:f>
              <c:strCache>
                <c:ptCount val="1"/>
                <c:pt idx="0">
                  <c:v>D_9/O-PTIR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Shoulders!$A$2:$A$32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Shoulders!$J$2:$J$32</c:f>
              <c:numCache>
                <c:formatCode>General</c:formatCode>
                <c:ptCount val="31"/>
                <c:pt idx="0">
                  <c:v>6.5558393780115516</c:v>
                </c:pt>
                <c:pt idx="1">
                  <c:v>6.5172385250650011</c:v>
                </c:pt>
                <c:pt idx="2">
                  <c:v>6.4906962731479156</c:v>
                </c:pt>
                <c:pt idx="3">
                  <c:v>6.4877892447603864</c:v>
                </c:pt>
                <c:pt idx="4">
                  <c:v>6.4827566442826283</c:v>
                </c:pt>
                <c:pt idx="5">
                  <c:v>6.4766315528385299</c:v>
                </c:pt>
                <c:pt idx="6">
                  <c:v>6.4763982933736077</c:v>
                </c:pt>
                <c:pt idx="7">
                  <c:v>6.4825976164094623</c:v>
                </c:pt>
                <c:pt idx="8">
                  <c:v>6.4948413451983429</c:v>
                </c:pt>
                <c:pt idx="9">
                  <c:v>6.4984824021753207</c:v>
                </c:pt>
                <c:pt idx="10">
                  <c:v>6.5010939499896701</c:v>
                </c:pt>
                <c:pt idx="11">
                  <c:v>6.552672503616753</c:v>
                </c:pt>
                <c:pt idx="12">
                  <c:v>6.6206912829857405</c:v>
                </c:pt>
                <c:pt idx="13">
                  <c:v>6.7340374191857943</c:v>
                </c:pt>
                <c:pt idx="14">
                  <c:v>6.9372612635278132</c:v>
                </c:pt>
                <c:pt idx="15">
                  <c:v>7.3512463952485145</c:v>
                </c:pt>
                <c:pt idx="16">
                  <c:v>7.4494593789383723</c:v>
                </c:pt>
                <c:pt idx="17">
                  <c:v>7.2765760003362567</c:v>
                </c:pt>
                <c:pt idx="18">
                  <c:v>6.9494300850761812</c:v>
                </c:pt>
                <c:pt idx="19">
                  <c:v>6.6798845776471438</c:v>
                </c:pt>
                <c:pt idx="20">
                  <c:v>6.5453736921613483</c:v>
                </c:pt>
                <c:pt idx="21">
                  <c:v>6.4945596043914948</c:v>
                </c:pt>
                <c:pt idx="22">
                  <c:v>6.4546624555196335</c:v>
                </c:pt>
                <c:pt idx="23">
                  <c:v>6.4335568089632718</c:v>
                </c:pt>
                <c:pt idx="24">
                  <c:v>6.4249585217810639</c:v>
                </c:pt>
                <c:pt idx="25">
                  <c:v>6.4140821111776534</c:v>
                </c:pt>
                <c:pt idx="26">
                  <c:v>6.4250791132721456</c:v>
                </c:pt>
                <c:pt idx="27">
                  <c:v>6.431962840149934</c:v>
                </c:pt>
                <c:pt idx="28">
                  <c:v>6.427922016450375</c:v>
                </c:pt>
                <c:pt idx="29">
                  <c:v>6.4216266142713501</c:v>
                </c:pt>
                <c:pt idx="30">
                  <c:v>6.414342306821343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8-C0A5-444A-BCB4-214567C0BC9A}"/>
            </c:ext>
          </c:extLst>
        </c:ser>
        <c:ser>
          <c:idx val="9"/>
          <c:order val="9"/>
          <c:tx>
            <c:strRef>
              <c:f>Shoulders!$K$1</c:f>
              <c:strCache>
                <c:ptCount val="1"/>
                <c:pt idx="0">
                  <c:v>D_10/O-PTIR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Shoulders!$A$2:$A$32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Shoulders!$K$2:$K$32</c:f>
              <c:numCache>
                <c:formatCode>General</c:formatCode>
                <c:ptCount val="31"/>
                <c:pt idx="0">
                  <c:v>6.3690742715717503</c:v>
                </c:pt>
                <c:pt idx="1">
                  <c:v>6.3260602538635071</c:v>
                </c:pt>
                <c:pt idx="2">
                  <c:v>6.2832318893553989</c:v>
                </c:pt>
                <c:pt idx="3">
                  <c:v>6.2773690218529525</c:v>
                </c:pt>
                <c:pt idx="4">
                  <c:v>6.2901358654475388</c:v>
                </c:pt>
                <c:pt idx="5">
                  <c:v>6.2938632060406734</c:v>
                </c:pt>
                <c:pt idx="6">
                  <c:v>6.2803044300396031</c:v>
                </c:pt>
                <c:pt idx="7">
                  <c:v>6.2689149688784971</c:v>
                </c:pt>
                <c:pt idx="8">
                  <c:v>6.27481413448134</c:v>
                </c:pt>
                <c:pt idx="9">
                  <c:v>6.2827375114244104</c:v>
                </c:pt>
                <c:pt idx="10">
                  <c:v>6.3157561430338225</c:v>
                </c:pt>
                <c:pt idx="11">
                  <c:v>6.3951630618816244</c:v>
                </c:pt>
                <c:pt idx="12">
                  <c:v>6.4559529930552806</c:v>
                </c:pt>
                <c:pt idx="13">
                  <c:v>6.5451590288755694</c:v>
                </c:pt>
                <c:pt idx="14">
                  <c:v>6.7314551880732125</c:v>
                </c:pt>
                <c:pt idx="15">
                  <c:v>7.1802636230468018</c:v>
                </c:pt>
                <c:pt idx="16">
                  <c:v>7.2479941944794195</c:v>
                </c:pt>
                <c:pt idx="17">
                  <c:v>7.0578532710398436</c:v>
                </c:pt>
                <c:pt idx="18">
                  <c:v>6.748834808490364</c:v>
                </c:pt>
                <c:pt idx="19">
                  <c:v>6.5061782473208325</c:v>
                </c:pt>
                <c:pt idx="20">
                  <c:v>6.383675667493879</c:v>
                </c:pt>
                <c:pt idx="21">
                  <c:v>6.3362708504112035</c:v>
                </c:pt>
                <c:pt idx="22">
                  <c:v>6.2924757410920558</c:v>
                </c:pt>
                <c:pt idx="23">
                  <c:v>6.2181854541959707</c:v>
                </c:pt>
                <c:pt idx="24">
                  <c:v>6.2109309668910289</c:v>
                </c:pt>
                <c:pt idx="25">
                  <c:v>6.2338295497893421</c:v>
                </c:pt>
                <c:pt idx="26">
                  <c:v>6.2211406770350344</c:v>
                </c:pt>
                <c:pt idx="27">
                  <c:v>6.2226440373051384</c:v>
                </c:pt>
                <c:pt idx="28">
                  <c:v>6.2249641453629261</c:v>
                </c:pt>
                <c:pt idx="29">
                  <c:v>6.2151645224343497</c:v>
                </c:pt>
                <c:pt idx="30">
                  <c:v>6.2283577484296169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9-C0A5-444A-BCB4-214567C0BC9A}"/>
            </c:ext>
          </c:extLst>
        </c:ser>
        <c:ser>
          <c:idx val="10"/>
          <c:order val="10"/>
          <c:tx>
            <c:strRef>
              <c:f>Shoulders!$L$1</c:f>
              <c:strCache>
                <c:ptCount val="1"/>
                <c:pt idx="0">
                  <c:v>E1/O-PTIR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Shoulders!$A$2:$A$32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Shoulders!$L$2:$L$32</c:f>
              <c:numCache>
                <c:formatCode>General</c:formatCode>
                <c:ptCount val="31"/>
                <c:pt idx="0">
                  <c:v>5.1981471594730744</c:v>
                </c:pt>
                <c:pt idx="1">
                  <c:v>5.1727799725778816</c:v>
                </c:pt>
                <c:pt idx="2">
                  <c:v>5.1397812291419331</c:v>
                </c:pt>
                <c:pt idx="3">
                  <c:v>5.1269911457266453</c:v>
                </c:pt>
                <c:pt idx="4">
                  <c:v>5.1295587924757946</c:v>
                </c:pt>
                <c:pt idx="5">
                  <c:v>5.120130287269351</c:v>
                </c:pt>
                <c:pt idx="6">
                  <c:v>5.1163749201691235</c:v>
                </c:pt>
                <c:pt idx="7">
                  <c:v>5.1371638363231922</c:v>
                </c:pt>
                <c:pt idx="8">
                  <c:v>5.1501378250139984</c:v>
                </c:pt>
                <c:pt idx="9">
                  <c:v>5.1300295794404613</c:v>
                </c:pt>
                <c:pt idx="10">
                  <c:v>5.1454258708607261</c:v>
                </c:pt>
                <c:pt idx="11">
                  <c:v>5.2111245153198569</c:v>
                </c:pt>
                <c:pt idx="12">
                  <c:v>5.2795004147750566</c:v>
                </c:pt>
                <c:pt idx="13">
                  <c:v>5.3780974175026302</c:v>
                </c:pt>
                <c:pt idx="14">
                  <c:v>5.580236340385154</c:v>
                </c:pt>
                <c:pt idx="15">
                  <c:v>5.8906967295721682</c:v>
                </c:pt>
                <c:pt idx="16">
                  <c:v>5.955054557881879</c:v>
                </c:pt>
                <c:pt idx="17">
                  <c:v>5.7987885382713271</c:v>
                </c:pt>
                <c:pt idx="18">
                  <c:v>5.5122029831713633</c:v>
                </c:pt>
                <c:pt idx="19">
                  <c:v>5.3132806897528253</c:v>
                </c:pt>
                <c:pt idx="20">
                  <c:v>5.2100011588872475</c:v>
                </c:pt>
                <c:pt idx="21">
                  <c:v>5.1621271108993607</c:v>
                </c:pt>
                <c:pt idx="22">
                  <c:v>5.1215167723016695</c:v>
                </c:pt>
                <c:pt idx="23">
                  <c:v>5.0863286674506574</c:v>
                </c:pt>
                <c:pt idx="24">
                  <c:v>5.0923841241582259</c:v>
                </c:pt>
                <c:pt idx="25">
                  <c:v>5.0892590081377422</c:v>
                </c:pt>
                <c:pt idx="26">
                  <c:v>5.0727324502952147</c:v>
                </c:pt>
                <c:pt idx="27">
                  <c:v>5.0458645476012203</c:v>
                </c:pt>
                <c:pt idx="28">
                  <c:v>5.0383829136802918</c:v>
                </c:pt>
                <c:pt idx="29">
                  <c:v>5.022770782072044</c:v>
                </c:pt>
                <c:pt idx="30">
                  <c:v>5.0161048050867594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A-C0A5-444A-BCB4-214567C0BC9A}"/>
            </c:ext>
          </c:extLst>
        </c:ser>
        <c:ser>
          <c:idx val="11"/>
          <c:order val="11"/>
          <c:tx>
            <c:strRef>
              <c:f>Shoulders!$M$1</c:f>
              <c:strCache>
                <c:ptCount val="1"/>
                <c:pt idx="0">
                  <c:v>E2/O-PTIR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Shoulders!$A$2:$A$32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Shoulders!$M$2:$M$32</c:f>
              <c:numCache>
                <c:formatCode>General</c:formatCode>
                <c:ptCount val="31"/>
                <c:pt idx="0">
                  <c:v>5.0276847123398243</c:v>
                </c:pt>
                <c:pt idx="1">
                  <c:v>4.9771399252732307</c:v>
                </c:pt>
                <c:pt idx="2">
                  <c:v>4.9466922367433197</c:v>
                </c:pt>
                <c:pt idx="3">
                  <c:v>4.943606624797237</c:v>
                </c:pt>
                <c:pt idx="4">
                  <c:v>4.9114874102114925</c:v>
                </c:pt>
                <c:pt idx="5">
                  <c:v>4.8913279391927942</c:v>
                </c:pt>
                <c:pt idx="6">
                  <c:v>4.9330012265039969</c:v>
                </c:pt>
                <c:pt idx="7">
                  <c:v>4.9320857288774116</c:v>
                </c:pt>
                <c:pt idx="8">
                  <c:v>4.9267497534788891</c:v>
                </c:pt>
                <c:pt idx="9">
                  <c:v>4.9304842523370773</c:v>
                </c:pt>
                <c:pt idx="10">
                  <c:v>4.9550287210298984</c:v>
                </c:pt>
                <c:pt idx="11">
                  <c:v>5.0183836811949281</c:v>
                </c:pt>
                <c:pt idx="12">
                  <c:v>5.1051339045847639</c:v>
                </c:pt>
                <c:pt idx="13">
                  <c:v>5.2056564892698196</c:v>
                </c:pt>
                <c:pt idx="14">
                  <c:v>5.3948864217957064</c:v>
                </c:pt>
                <c:pt idx="15">
                  <c:v>5.8270933166642438</c:v>
                </c:pt>
                <c:pt idx="16">
                  <c:v>5.9436582603605324</c:v>
                </c:pt>
                <c:pt idx="17">
                  <c:v>5.8248226632585318</c:v>
                </c:pt>
                <c:pt idx="18">
                  <c:v>5.4852352159277205</c:v>
                </c:pt>
                <c:pt idx="19">
                  <c:v>5.1779257693698924</c:v>
                </c:pt>
                <c:pt idx="20">
                  <c:v>5.023285635550911</c:v>
                </c:pt>
                <c:pt idx="21">
                  <c:v>4.9559223896537992</c:v>
                </c:pt>
                <c:pt idx="22">
                  <c:v>4.8941322056199157</c:v>
                </c:pt>
                <c:pt idx="23">
                  <c:v>4.8303011988011075</c:v>
                </c:pt>
                <c:pt idx="24">
                  <c:v>4.8062372208810942</c:v>
                </c:pt>
                <c:pt idx="25">
                  <c:v>4.8231386426713376</c:v>
                </c:pt>
                <c:pt idx="26">
                  <c:v>4.8208512486881654</c:v>
                </c:pt>
                <c:pt idx="27">
                  <c:v>4.801816136653108</c:v>
                </c:pt>
                <c:pt idx="28">
                  <c:v>4.8360403983169169</c:v>
                </c:pt>
                <c:pt idx="29">
                  <c:v>4.8394053021982719</c:v>
                </c:pt>
                <c:pt idx="30">
                  <c:v>4.8434464498227996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B-C0A5-444A-BCB4-214567C0BC9A}"/>
            </c:ext>
          </c:extLst>
        </c:ser>
        <c:ser>
          <c:idx val="12"/>
          <c:order val="12"/>
          <c:tx>
            <c:strRef>
              <c:f>Shoulders!$N$1</c:f>
              <c:strCache>
                <c:ptCount val="1"/>
                <c:pt idx="0">
                  <c:v>E3/O-PTIR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Shoulders!$A$2:$A$32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Shoulders!$N$2:$N$32</c:f>
              <c:numCache>
                <c:formatCode>General</c:formatCode>
                <c:ptCount val="31"/>
                <c:pt idx="0">
                  <c:v>4.7487244317809392</c:v>
                </c:pt>
                <c:pt idx="1">
                  <c:v>4.7086881929787463</c:v>
                </c:pt>
                <c:pt idx="2">
                  <c:v>4.6861098674644746</c:v>
                </c:pt>
                <c:pt idx="3">
                  <c:v>4.6906898930619052</c:v>
                </c:pt>
                <c:pt idx="4">
                  <c:v>4.6874324690377112</c:v>
                </c:pt>
                <c:pt idx="5">
                  <c:v>4.6742343106733468</c:v>
                </c:pt>
                <c:pt idx="6">
                  <c:v>4.6641323812050679</c:v>
                </c:pt>
                <c:pt idx="7">
                  <c:v>4.6699528493266449</c:v>
                </c:pt>
                <c:pt idx="8">
                  <c:v>4.6820052814054893</c:v>
                </c:pt>
                <c:pt idx="9">
                  <c:v>4.6879988071916747</c:v>
                </c:pt>
                <c:pt idx="10">
                  <c:v>4.701065272401836</c:v>
                </c:pt>
                <c:pt idx="11">
                  <c:v>4.7348794505054599</c:v>
                </c:pt>
                <c:pt idx="12">
                  <c:v>4.7930523914208614</c:v>
                </c:pt>
                <c:pt idx="13">
                  <c:v>4.8966044979508556</c:v>
                </c:pt>
                <c:pt idx="14">
                  <c:v>5.0926667438028401</c:v>
                </c:pt>
                <c:pt idx="15">
                  <c:v>5.5410459247116766</c:v>
                </c:pt>
                <c:pt idx="16">
                  <c:v>5.6626825453189262</c:v>
                </c:pt>
                <c:pt idx="17">
                  <c:v>5.5109406832327066</c:v>
                </c:pt>
                <c:pt idx="18">
                  <c:v>5.1597600153056407</c:v>
                </c:pt>
                <c:pt idx="19">
                  <c:v>4.8839242657671749</c:v>
                </c:pt>
                <c:pt idx="20">
                  <c:v>4.7582561995349408</c:v>
                </c:pt>
                <c:pt idx="21">
                  <c:v>4.7016353984928809</c:v>
                </c:pt>
                <c:pt idx="22">
                  <c:v>4.6643530730690443</c:v>
                </c:pt>
                <c:pt idx="23">
                  <c:v>4.6614543096891961</c:v>
                </c:pt>
                <c:pt idx="24">
                  <c:v>4.6678047921417614</c:v>
                </c:pt>
                <c:pt idx="25">
                  <c:v>4.6508385150887666</c:v>
                </c:pt>
                <c:pt idx="26">
                  <c:v>4.6405098853045894</c:v>
                </c:pt>
                <c:pt idx="27">
                  <c:v>4.62893485204199</c:v>
                </c:pt>
                <c:pt idx="28">
                  <c:v>4.6201139102739113</c:v>
                </c:pt>
                <c:pt idx="29">
                  <c:v>4.6208840489423313</c:v>
                </c:pt>
                <c:pt idx="30">
                  <c:v>4.6137226421884705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C-C0A5-444A-BCB4-214567C0BC9A}"/>
            </c:ext>
          </c:extLst>
        </c:ser>
        <c:ser>
          <c:idx val="13"/>
          <c:order val="13"/>
          <c:tx>
            <c:strRef>
              <c:f>Shoulders!$O$1</c:f>
              <c:strCache>
                <c:ptCount val="1"/>
                <c:pt idx="0">
                  <c:v>E4/O-PTIR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Shoulders!$A$2:$A$32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Shoulders!$O$2:$O$32</c:f>
              <c:numCache>
                <c:formatCode>General</c:formatCode>
                <c:ptCount val="31"/>
                <c:pt idx="0">
                  <c:v>4.5381995251445808</c:v>
                </c:pt>
                <c:pt idx="1">
                  <c:v>4.4923656984910671</c:v>
                </c:pt>
                <c:pt idx="2">
                  <c:v>4.4747669174134472</c:v>
                </c:pt>
                <c:pt idx="3">
                  <c:v>4.4660086048248298</c:v>
                </c:pt>
                <c:pt idx="4">
                  <c:v>4.4717831127991126</c:v>
                </c:pt>
                <c:pt idx="5">
                  <c:v>4.4630136358981431</c:v>
                </c:pt>
                <c:pt idx="6">
                  <c:v>4.4749052222242591</c:v>
                </c:pt>
                <c:pt idx="7">
                  <c:v>4.488452227976361</c:v>
                </c:pt>
                <c:pt idx="8">
                  <c:v>4.4871833987088818</c:v>
                </c:pt>
                <c:pt idx="9">
                  <c:v>4.4942090074361216</c:v>
                </c:pt>
                <c:pt idx="10">
                  <c:v>4.4955828553238817</c:v>
                </c:pt>
                <c:pt idx="11">
                  <c:v>4.5345472357920684</c:v>
                </c:pt>
                <c:pt idx="12">
                  <c:v>4.6091737981583289</c:v>
                </c:pt>
                <c:pt idx="13">
                  <c:v>4.7288233186924629</c:v>
                </c:pt>
                <c:pt idx="14">
                  <c:v>4.8920730970257296</c:v>
                </c:pt>
                <c:pt idx="15">
                  <c:v>5.3045996415566528</c:v>
                </c:pt>
                <c:pt idx="16">
                  <c:v>5.4392619231754704</c:v>
                </c:pt>
                <c:pt idx="17">
                  <c:v>5.2901801740833285</c:v>
                </c:pt>
                <c:pt idx="18">
                  <c:v>4.957198562532759</c:v>
                </c:pt>
                <c:pt idx="19">
                  <c:v>4.6938563478281479</c:v>
                </c:pt>
                <c:pt idx="20">
                  <c:v>4.5541318775437576</c:v>
                </c:pt>
                <c:pt idx="21">
                  <c:v>4.4890416364759309</c:v>
                </c:pt>
                <c:pt idx="22">
                  <c:v>4.4313118021357196</c:v>
                </c:pt>
                <c:pt idx="23">
                  <c:v>4.3607016377494903</c:v>
                </c:pt>
                <c:pt idx="24">
                  <c:v>4.4120969103919903</c:v>
                </c:pt>
                <c:pt idx="25">
                  <c:v>4.4119830027479372</c:v>
                </c:pt>
                <c:pt idx="26">
                  <c:v>4.3973848766648436</c:v>
                </c:pt>
                <c:pt idx="27">
                  <c:v>4.3796907569038526</c:v>
                </c:pt>
                <c:pt idx="28">
                  <c:v>4.3864822941069939</c:v>
                </c:pt>
                <c:pt idx="29">
                  <c:v>4.4078970146413416</c:v>
                </c:pt>
                <c:pt idx="30">
                  <c:v>4.3892452503603936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D-C0A5-444A-BCB4-214567C0BC9A}"/>
            </c:ext>
          </c:extLst>
        </c:ser>
        <c:ser>
          <c:idx val="14"/>
          <c:order val="14"/>
          <c:tx>
            <c:strRef>
              <c:f>Shoulders!$P$1</c:f>
              <c:strCache>
                <c:ptCount val="1"/>
                <c:pt idx="0">
                  <c:v>E5/O-PTIR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Shoulders!$A$2:$A$32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Shoulders!$P$2:$P$32</c:f>
              <c:numCache>
                <c:formatCode>General</c:formatCode>
                <c:ptCount val="31"/>
                <c:pt idx="0">
                  <c:v>4.3181351251628675</c:v>
                </c:pt>
                <c:pt idx="1">
                  <c:v>4.2890136794193277</c:v>
                </c:pt>
                <c:pt idx="2">
                  <c:v>4.2686768465990985</c:v>
                </c:pt>
                <c:pt idx="3">
                  <c:v>4.2715940969940158</c:v>
                </c:pt>
                <c:pt idx="4">
                  <c:v>4.2782987420295875</c:v>
                </c:pt>
                <c:pt idx="5">
                  <c:v>4.2570110194921993</c:v>
                </c:pt>
                <c:pt idx="6">
                  <c:v>4.2442353412143854</c:v>
                </c:pt>
                <c:pt idx="7">
                  <c:v>4.2535595784761382</c:v>
                </c:pt>
                <c:pt idx="8">
                  <c:v>4.2913407877592906</c:v>
                </c:pt>
                <c:pt idx="9">
                  <c:v>4.2983674345936098</c:v>
                </c:pt>
                <c:pt idx="10">
                  <c:v>4.307555137096867</c:v>
                </c:pt>
                <c:pt idx="11">
                  <c:v>4.344340041163651</c:v>
                </c:pt>
                <c:pt idx="12">
                  <c:v>4.4076459032365927</c:v>
                </c:pt>
                <c:pt idx="13">
                  <c:v>4.51102462324305</c:v>
                </c:pt>
                <c:pt idx="14">
                  <c:v>4.7013303815420802</c:v>
                </c:pt>
                <c:pt idx="15">
                  <c:v>5.0557766324212743</c:v>
                </c:pt>
                <c:pt idx="16">
                  <c:v>5.1135691883727086</c:v>
                </c:pt>
                <c:pt idx="17">
                  <c:v>4.9769647860527861</c:v>
                </c:pt>
                <c:pt idx="18">
                  <c:v>4.701227472413434</c:v>
                </c:pt>
                <c:pt idx="19">
                  <c:v>4.4556207121196394</c:v>
                </c:pt>
                <c:pt idx="20">
                  <c:v>4.3458831303976844</c:v>
                </c:pt>
                <c:pt idx="21">
                  <c:v>4.3120050200629558</c:v>
                </c:pt>
                <c:pt idx="22">
                  <c:v>4.2497385401893295</c:v>
                </c:pt>
                <c:pt idx="23">
                  <c:v>4.2175354939205789</c:v>
                </c:pt>
                <c:pt idx="24">
                  <c:v>4.2202668448839464</c:v>
                </c:pt>
                <c:pt idx="25">
                  <c:v>4.2295188962203234</c:v>
                </c:pt>
                <c:pt idx="26">
                  <c:v>4.2378475381080865</c:v>
                </c:pt>
                <c:pt idx="27">
                  <c:v>4.2333494759417487</c:v>
                </c:pt>
                <c:pt idx="28">
                  <c:v>4.2156984236454624</c:v>
                </c:pt>
                <c:pt idx="29">
                  <c:v>4.2141145815317032</c:v>
                </c:pt>
                <c:pt idx="30">
                  <c:v>4.2299039821076478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E-C0A5-444A-BCB4-214567C0BC9A}"/>
            </c:ext>
          </c:extLst>
        </c:ser>
        <c:ser>
          <c:idx val="15"/>
          <c:order val="15"/>
          <c:tx>
            <c:strRef>
              <c:f>Shoulders!$Q$1</c:f>
              <c:strCache>
                <c:ptCount val="1"/>
                <c:pt idx="0">
                  <c:v>E6/O-PTIR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Shoulders!$A$2:$A$32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Shoulders!$Q$2:$Q$32</c:f>
              <c:numCache>
                <c:formatCode>General</c:formatCode>
                <c:ptCount val="31"/>
                <c:pt idx="0">
                  <c:v>4.0783035631400084</c:v>
                </c:pt>
                <c:pt idx="1">
                  <c:v>4.0672827245469234</c:v>
                </c:pt>
                <c:pt idx="2">
                  <c:v>4.0400075404230877</c:v>
                </c:pt>
                <c:pt idx="3">
                  <c:v>4.0436944716650141</c:v>
                </c:pt>
                <c:pt idx="4">
                  <c:v>4.0303178798581669</c:v>
                </c:pt>
                <c:pt idx="5">
                  <c:v>4.0194705479945272</c:v>
                </c:pt>
                <c:pt idx="6">
                  <c:v>4.0289461502306478</c:v>
                </c:pt>
                <c:pt idx="7">
                  <c:v>4.0171128860874479</c:v>
                </c:pt>
                <c:pt idx="8">
                  <c:v>4.0204148604571666</c:v>
                </c:pt>
                <c:pt idx="9">
                  <c:v>4.0315930822013479</c:v>
                </c:pt>
                <c:pt idx="10">
                  <c:v>4.0436616226192301</c:v>
                </c:pt>
                <c:pt idx="11">
                  <c:v>4.0759560547222371</c:v>
                </c:pt>
                <c:pt idx="12">
                  <c:v>4.0771095995561417</c:v>
                </c:pt>
                <c:pt idx="13">
                  <c:v>4.1145268045610823</c:v>
                </c:pt>
                <c:pt idx="14">
                  <c:v>4.266381230256953</c:v>
                </c:pt>
                <c:pt idx="15">
                  <c:v>4.7133145674076724</c:v>
                </c:pt>
                <c:pt idx="16">
                  <c:v>4.8621487028259924</c:v>
                </c:pt>
                <c:pt idx="17">
                  <c:v>4.7384389144393504</c:v>
                </c:pt>
                <c:pt idx="18">
                  <c:v>4.405900291596283</c:v>
                </c:pt>
                <c:pt idx="19">
                  <c:v>4.1404483455533079</c:v>
                </c:pt>
                <c:pt idx="20">
                  <c:v>4.0783058026012018</c:v>
                </c:pt>
                <c:pt idx="21">
                  <c:v>4.046274230644765</c:v>
                </c:pt>
                <c:pt idx="22">
                  <c:v>4.0115728386650948</c:v>
                </c:pt>
                <c:pt idx="23">
                  <c:v>3.9826887087668021</c:v>
                </c:pt>
                <c:pt idx="24">
                  <c:v>3.9608030903046187</c:v>
                </c:pt>
                <c:pt idx="25">
                  <c:v>3.9691059740148757</c:v>
                </c:pt>
                <c:pt idx="26">
                  <c:v>3.9983668996980577</c:v>
                </c:pt>
                <c:pt idx="27">
                  <c:v>3.9741374061812165</c:v>
                </c:pt>
                <c:pt idx="28">
                  <c:v>3.963529181534954</c:v>
                </c:pt>
                <c:pt idx="29">
                  <c:v>3.9667159239680694</c:v>
                </c:pt>
                <c:pt idx="30">
                  <c:v>3.9538803518242336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F-C0A5-444A-BCB4-214567C0BC9A}"/>
            </c:ext>
          </c:extLst>
        </c:ser>
        <c:ser>
          <c:idx val="16"/>
          <c:order val="16"/>
          <c:tx>
            <c:strRef>
              <c:f>Shoulders!$R$1</c:f>
              <c:strCache>
                <c:ptCount val="1"/>
                <c:pt idx="0">
                  <c:v>E7/O-PTIR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Shoulders!$A$2:$A$32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Shoulders!$R$2:$R$32</c:f>
              <c:numCache>
                <c:formatCode>General</c:formatCode>
                <c:ptCount val="31"/>
                <c:pt idx="0">
                  <c:v>3.9034897250314908</c:v>
                </c:pt>
                <c:pt idx="1">
                  <c:v>3.868003380998172</c:v>
                </c:pt>
                <c:pt idx="2">
                  <c:v>3.8524871507840301</c:v>
                </c:pt>
                <c:pt idx="3">
                  <c:v>3.8498501502285998</c:v>
                </c:pt>
                <c:pt idx="4">
                  <c:v>3.8568156744942899</c:v>
                </c:pt>
                <c:pt idx="5">
                  <c:v>3.8439973653863722</c:v>
                </c:pt>
                <c:pt idx="6">
                  <c:v>3.8171411503906643</c:v>
                </c:pt>
                <c:pt idx="7">
                  <c:v>3.8262480797552878</c:v>
                </c:pt>
                <c:pt idx="8">
                  <c:v>3.8299714788337429</c:v>
                </c:pt>
                <c:pt idx="9">
                  <c:v>3.8589022418577894</c:v>
                </c:pt>
                <c:pt idx="10">
                  <c:v>3.8725902087677668</c:v>
                </c:pt>
                <c:pt idx="11">
                  <c:v>3.8983885682740431</c:v>
                </c:pt>
                <c:pt idx="12">
                  <c:v>3.9306572877764241</c:v>
                </c:pt>
                <c:pt idx="13">
                  <c:v>3.9871324709061251</c:v>
                </c:pt>
                <c:pt idx="14">
                  <c:v>4.1253971123658921</c:v>
                </c:pt>
                <c:pt idx="15">
                  <c:v>4.4727143505595199</c:v>
                </c:pt>
                <c:pt idx="16">
                  <c:v>4.6022708027511481</c:v>
                </c:pt>
                <c:pt idx="17">
                  <c:v>4.4805822181351171</c:v>
                </c:pt>
                <c:pt idx="18">
                  <c:v>4.1995190664384499</c:v>
                </c:pt>
                <c:pt idx="19">
                  <c:v>3.9961181751504644</c:v>
                </c:pt>
                <c:pt idx="20">
                  <c:v>3.8923799632616429</c:v>
                </c:pt>
                <c:pt idx="21">
                  <c:v>3.8664854028754871</c:v>
                </c:pt>
                <c:pt idx="22">
                  <c:v>3.8351787807192186</c:v>
                </c:pt>
                <c:pt idx="23">
                  <c:v>3.7878718190186564</c:v>
                </c:pt>
                <c:pt idx="24">
                  <c:v>3.831646335844463</c:v>
                </c:pt>
                <c:pt idx="25">
                  <c:v>3.8214420954630572</c:v>
                </c:pt>
                <c:pt idx="26">
                  <c:v>3.8035789529067818</c:v>
                </c:pt>
                <c:pt idx="27">
                  <c:v>3.7998820182558743</c:v>
                </c:pt>
                <c:pt idx="28">
                  <c:v>3.809691711213921</c:v>
                </c:pt>
                <c:pt idx="29">
                  <c:v>3.80920464709846</c:v>
                </c:pt>
                <c:pt idx="30">
                  <c:v>3.7854343733058586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0-C0A5-444A-BCB4-214567C0BC9A}"/>
            </c:ext>
          </c:extLst>
        </c:ser>
        <c:ser>
          <c:idx val="17"/>
          <c:order val="17"/>
          <c:tx>
            <c:strRef>
              <c:f>Shoulders!$S$1</c:f>
              <c:strCache>
                <c:ptCount val="1"/>
                <c:pt idx="0">
                  <c:v>E8/O-PTIR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Shoulders!$A$2:$A$32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Shoulders!$S$2:$S$32</c:f>
              <c:numCache>
                <c:formatCode>General</c:formatCode>
                <c:ptCount val="31"/>
                <c:pt idx="0">
                  <c:v>3.706037033614781</c:v>
                </c:pt>
                <c:pt idx="1">
                  <c:v>3.6739319373030477</c:v>
                </c:pt>
                <c:pt idx="2">
                  <c:v>3.6576712404804619</c:v>
                </c:pt>
                <c:pt idx="3">
                  <c:v>3.6628671019564623</c:v>
                </c:pt>
                <c:pt idx="4">
                  <c:v>3.6586611577390005</c:v>
                </c:pt>
                <c:pt idx="5">
                  <c:v>3.6439604463600879</c:v>
                </c:pt>
                <c:pt idx="6">
                  <c:v>3.6356888417105395</c:v>
                </c:pt>
                <c:pt idx="7">
                  <c:v>3.6334959187047526</c:v>
                </c:pt>
                <c:pt idx="8">
                  <c:v>3.6499973224732978</c:v>
                </c:pt>
                <c:pt idx="9">
                  <c:v>3.6572573931714576</c:v>
                </c:pt>
                <c:pt idx="10">
                  <c:v>3.6595884919870518</c:v>
                </c:pt>
                <c:pt idx="11">
                  <c:v>3.6892761141899753</c:v>
                </c:pt>
                <c:pt idx="12">
                  <c:v>3.7335342862464729</c:v>
                </c:pt>
                <c:pt idx="13">
                  <c:v>3.8235745932848073</c:v>
                </c:pt>
                <c:pt idx="14">
                  <c:v>3.9875263146942483</c:v>
                </c:pt>
                <c:pt idx="15">
                  <c:v>4.4479330289321144</c:v>
                </c:pt>
                <c:pt idx="16">
                  <c:v>4.596457264669267</c:v>
                </c:pt>
                <c:pt idx="17">
                  <c:v>4.4261888393559703</c:v>
                </c:pt>
                <c:pt idx="18">
                  <c:v>4.0885528494770549</c:v>
                </c:pt>
                <c:pt idx="19">
                  <c:v>3.8326405109694592</c:v>
                </c:pt>
                <c:pt idx="20">
                  <c:v>3.7193330855308622</c:v>
                </c:pt>
                <c:pt idx="21">
                  <c:v>3.6739793945945078</c:v>
                </c:pt>
                <c:pt idx="22">
                  <c:v>3.6499869178240805</c:v>
                </c:pt>
                <c:pt idx="23">
                  <c:v>3.6334178480398118</c:v>
                </c:pt>
                <c:pt idx="24">
                  <c:v>3.6382622304424252</c:v>
                </c:pt>
                <c:pt idx="25">
                  <c:v>3.6328047373799719</c:v>
                </c:pt>
                <c:pt idx="26">
                  <c:v>3.6123236805711598</c:v>
                </c:pt>
                <c:pt idx="27">
                  <c:v>3.5983994726924973</c:v>
                </c:pt>
                <c:pt idx="28">
                  <c:v>3.5908721923515454</c:v>
                </c:pt>
                <c:pt idx="29">
                  <c:v>3.588067729724314</c:v>
                </c:pt>
                <c:pt idx="30">
                  <c:v>3.5844539914127598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1-C0A5-444A-BCB4-214567C0BC9A}"/>
            </c:ext>
          </c:extLst>
        </c:ser>
        <c:ser>
          <c:idx val="18"/>
          <c:order val="18"/>
          <c:tx>
            <c:strRef>
              <c:f>Shoulders!$T$1</c:f>
              <c:strCache>
                <c:ptCount val="1"/>
                <c:pt idx="0">
                  <c:v>E9/O-PTIR (mV) []</c:v>
                </c:pt>
              </c:strCache>
            </c:strRef>
          </c:tx>
          <c:spPr>
            <a:ln w="19050" cap="rnd">
              <a:solidFill>
                <a:schemeClr val="accent1">
                  <a:lumMod val="8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Shoulders!$A$2:$A$32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Shoulders!$T$2:$T$32</c:f>
              <c:numCache>
                <c:formatCode>General</c:formatCode>
                <c:ptCount val="31"/>
                <c:pt idx="0">
                  <c:v>3.5707813793773071</c:v>
                </c:pt>
                <c:pt idx="1">
                  <c:v>3.5369386635465396</c:v>
                </c:pt>
                <c:pt idx="2">
                  <c:v>3.5125036500912099</c:v>
                </c:pt>
                <c:pt idx="3">
                  <c:v>3.5046082171761559</c:v>
                </c:pt>
                <c:pt idx="4">
                  <c:v>3.5021716664116136</c:v>
                </c:pt>
                <c:pt idx="5">
                  <c:v>3.4954873501588453</c:v>
                </c:pt>
                <c:pt idx="6">
                  <c:v>3.5022724651535673</c:v>
                </c:pt>
                <c:pt idx="7">
                  <c:v>3.5166061327587275</c:v>
                </c:pt>
                <c:pt idx="8">
                  <c:v>3.5225148924802605</c:v>
                </c:pt>
                <c:pt idx="9">
                  <c:v>3.5300128249662417</c:v>
                </c:pt>
                <c:pt idx="10">
                  <c:v>3.5460313822425973</c:v>
                </c:pt>
                <c:pt idx="11">
                  <c:v>3.5931556005319987</c:v>
                </c:pt>
                <c:pt idx="12">
                  <c:v>3.6668159909279505</c:v>
                </c:pt>
                <c:pt idx="13">
                  <c:v>3.8042499712209534</c:v>
                </c:pt>
                <c:pt idx="14">
                  <c:v>4.0904526588846579</c:v>
                </c:pt>
                <c:pt idx="15">
                  <c:v>4.5117218764211566</c:v>
                </c:pt>
                <c:pt idx="16">
                  <c:v>4.4995403209744769</c:v>
                </c:pt>
                <c:pt idx="17">
                  <c:v>4.3094806933872194</c:v>
                </c:pt>
                <c:pt idx="18">
                  <c:v>3.9411762004898598</c:v>
                </c:pt>
                <c:pt idx="19">
                  <c:v>3.6903763160241216</c:v>
                </c:pt>
                <c:pt idx="20">
                  <c:v>3.5805037230389716</c:v>
                </c:pt>
                <c:pt idx="21">
                  <c:v>3.5255805095689512</c:v>
                </c:pt>
                <c:pt idx="22">
                  <c:v>3.4994083914867078</c:v>
                </c:pt>
                <c:pt idx="23">
                  <c:v>3.4711300689594222</c:v>
                </c:pt>
                <c:pt idx="24">
                  <c:v>3.4650705976836487</c:v>
                </c:pt>
                <c:pt idx="25">
                  <c:v>3.4551596900037271</c:v>
                </c:pt>
                <c:pt idx="26">
                  <c:v>3.4509684419114879</c:v>
                </c:pt>
                <c:pt idx="27">
                  <c:v>3.4456545001885326</c:v>
                </c:pt>
                <c:pt idx="28">
                  <c:v>3.4370389716751482</c:v>
                </c:pt>
                <c:pt idx="29">
                  <c:v>3.4291743383756912</c:v>
                </c:pt>
                <c:pt idx="30">
                  <c:v>3.4357143178940932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2-C0A5-444A-BCB4-214567C0BC9A}"/>
            </c:ext>
          </c:extLst>
        </c:ser>
        <c:ser>
          <c:idx val="19"/>
          <c:order val="19"/>
          <c:tx>
            <c:strRef>
              <c:f>Shoulders!$U$1</c:f>
              <c:strCache>
                <c:ptCount val="1"/>
                <c:pt idx="0">
                  <c:v>E10/O-PTIR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Shoulders!$A$2:$A$32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Shoulders!$U$2:$U$32</c:f>
              <c:numCache>
                <c:formatCode>General</c:formatCode>
                <c:ptCount val="31"/>
                <c:pt idx="0">
                  <c:v>3.3137780483931119</c:v>
                </c:pt>
                <c:pt idx="1">
                  <c:v>3.2805368968737492</c:v>
                </c:pt>
                <c:pt idx="2">
                  <c:v>3.2656627377807266</c:v>
                </c:pt>
                <c:pt idx="3">
                  <c:v>3.2640548878627627</c:v>
                </c:pt>
                <c:pt idx="4">
                  <c:v>3.2668364149746401</c:v>
                </c:pt>
                <c:pt idx="5">
                  <c:v>3.249405709405913</c:v>
                </c:pt>
                <c:pt idx="6">
                  <c:v>3.2419964729272603</c:v>
                </c:pt>
                <c:pt idx="7">
                  <c:v>3.2447655656307965</c:v>
                </c:pt>
                <c:pt idx="8">
                  <c:v>3.2505700530722539</c:v>
                </c:pt>
                <c:pt idx="9">
                  <c:v>3.2716417918376521</c:v>
                </c:pt>
                <c:pt idx="10">
                  <c:v>3.2924395041634824</c:v>
                </c:pt>
                <c:pt idx="11">
                  <c:v>3.3278022943651537</c:v>
                </c:pt>
                <c:pt idx="12">
                  <c:v>3.3802500357527849</c:v>
                </c:pt>
                <c:pt idx="13">
                  <c:v>3.4692467592460359</c:v>
                </c:pt>
                <c:pt idx="14">
                  <c:v>3.6548888313242434</c:v>
                </c:pt>
                <c:pt idx="15">
                  <c:v>4.099897243482542</c:v>
                </c:pt>
                <c:pt idx="16">
                  <c:v>4.2154969913797</c:v>
                </c:pt>
                <c:pt idx="17">
                  <c:v>4.0396299579377279</c:v>
                </c:pt>
                <c:pt idx="18">
                  <c:v>3.6993860008995778</c:v>
                </c:pt>
                <c:pt idx="19">
                  <c:v>3.4417709048533163</c:v>
                </c:pt>
                <c:pt idx="20">
                  <c:v>3.3339612365689861</c:v>
                </c:pt>
                <c:pt idx="21">
                  <c:v>3.2848949809514503</c:v>
                </c:pt>
                <c:pt idx="22">
                  <c:v>3.2596706439642333</c:v>
                </c:pt>
                <c:pt idx="23">
                  <c:v>3.2448239140764965</c:v>
                </c:pt>
                <c:pt idx="24">
                  <c:v>3.2224700908313455</c:v>
                </c:pt>
                <c:pt idx="25">
                  <c:v>3.207832277380481</c:v>
                </c:pt>
                <c:pt idx="26">
                  <c:v>3.2124668888322141</c:v>
                </c:pt>
                <c:pt idx="27">
                  <c:v>3.2160403975704712</c:v>
                </c:pt>
                <c:pt idx="28">
                  <c:v>3.2121953169992112</c:v>
                </c:pt>
                <c:pt idx="29">
                  <c:v>3.2122617380814749</c:v>
                </c:pt>
                <c:pt idx="30">
                  <c:v>3.1955488447156002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3-C0A5-444A-BCB4-214567C0BC9A}"/>
            </c:ext>
          </c:extLst>
        </c:ser>
        <c:ser>
          <c:idx val="20"/>
          <c:order val="20"/>
          <c:tx>
            <c:strRef>
              <c:f>Shoulders!$V$1</c:f>
              <c:strCache>
                <c:ptCount val="1"/>
                <c:pt idx="0">
                  <c:v>F1/O-PTIR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Shoulders!$A$2:$A$32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Shoulders!$V$2:$V$32</c:f>
              <c:numCache>
                <c:formatCode>General</c:formatCode>
                <c:ptCount val="31"/>
                <c:pt idx="0">
                  <c:v>2.1063485174420569</c:v>
                </c:pt>
                <c:pt idx="1">
                  <c:v>2.083392306326227</c:v>
                </c:pt>
                <c:pt idx="2">
                  <c:v>2.0719581350660774</c:v>
                </c:pt>
                <c:pt idx="3">
                  <c:v>2.0576267845933138</c:v>
                </c:pt>
                <c:pt idx="4">
                  <c:v>2.0498073390730251</c:v>
                </c:pt>
                <c:pt idx="5">
                  <c:v>2.0397044784271654</c:v>
                </c:pt>
                <c:pt idx="6">
                  <c:v>2.0499134112267461</c:v>
                </c:pt>
                <c:pt idx="7">
                  <c:v>2.0608947765309438</c:v>
                </c:pt>
                <c:pt idx="8">
                  <c:v>2.0718309183145172</c:v>
                </c:pt>
                <c:pt idx="9">
                  <c:v>2.0706311554348313</c:v>
                </c:pt>
                <c:pt idx="10">
                  <c:v>2.0652734473915961</c:v>
                </c:pt>
                <c:pt idx="11">
                  <c:v>2.1007861452698466</c:v>
                </c:pt>
                <c:pt idx="12">
                  <c:v>2.1433455472874585</c:v>
                </c:pt>
                <c:pt idx="13">
                  <c:v>2.2370636423790322</c:v>
                </c:pt>
                <c:pt idx="14">
                  <c:v>2.4084834678118106</c:v>
                </c:pt>
                <c:pt idx="15">
                  <c:v>2.840862359022136</c:v>
                </c:pt>
                <c:pt idx="16">
                  <c:v>2.9694217824730793</c:v>
                </c:pt>
                <c:pt idx="17">
                  <c:v>2.8104546949360283</c:v>
                </c:pt>
                <c:pt idx="18">
                  <c:v>2.4687876459789719</c:v>
                </c:pt>
                <c:pt idx="19">
                  <c:v>2.2217653747615067</c:v>
                </c:pt>
                <c:pt idx="20">
                  <c:v>2.1235503897589285</c:v>
                </c:pt>
                <c:pt idx="21">
                  <c:v>2.0804147252671452</c:v>
                </c:pt>
                <c:pt idx="22">
                  <c:v>2.0615014096040443</c:v>
                </c:pt>
                <c:pt idx="23">
                  <c:v>2.0150493049181808</c:v>
                </c:pt>
                <c:pt idx="24">
                  <c:v>2.0302155027329913</c:v>
                </c:pt>
                <c:pt idx="25">
                  <c:v>2.0141425447921679</c:v>
                </c:pt>
                <c:pt idx="26">
                  <c:v>2.0210445336655303</c:v>
                </c:pt>
                <c:pt idx="27">
                  <c:v>2.005502231520548</c:v>
                </c:pt>
                <c:pt idx="28">
                  <c:v>2.0128979738640682</c:v>
                </c:pt>
                <c:pt idx="29">
                  <c:v>2.0210909221870206</c:v>
                </c:pt>
                <c:pt idx="30">
                  <c:v>2.024667706501003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4-C0A5-444A-BCB4-214567C0BC9A}"/>
            </c:ext>
          </c:extLst>
        </c:ser>
        <c:ser>
          <c:idx val="21"/>
          <c:order val="21"/>
          <c:tx>
            <c:strRef>
              <c:f>Shoulders!$W$1</c:f>
              <c:strCache>
                <c:ptCount val="1"/>
                <c:pt idx="0">
                  <c:v>F2/O-PTIR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Shoulders!$A$2:$A$32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Shoulders!$W$2:$W$32</c:f>
              <c:numCache>
                <c:formatCode>General</c:formatCode>
                <c:ptCount val="31"/>
                <c:pt idx="0">
                  <c:v>1.9448059971526146</c:v>
                </c:pt>
                <c:pt idx="1">
                  <c:v>1.8786760457858438</c:v>
                </c:pt>
                <c:pt idx="2">
                  <c:v>1.8461596101887832</c:v>
                </c:pt>
                <c:pt idx="3">
                  <c:v>1.8588888138495914</c:v>
                </c:pt>
                <c:pt idx="4">
                  <c:v>1.8607603632820464</c:v>
                </c:pt>
                <c:pt idx="5">
                  <c:v>1.8259318361485364</c:v>
                </c:pt>
                <c:pt idx="6">
                  <c:v>1.8283283543606286</c:v>
                </c:pt>
                <c:pt idx="7">
                  <c:v>1.7888247901192487</c:v>
                </c:pt>
                <c:pt idx="8">
                  <c:v>1.8200633105625317</c:v>
                </c:pt>
                <c:pt idx="9">
                  <c:v>1.8319985089062771</c:v>
                </c:pt>
                <c:pt idx="10">
                  <c:v>1.8530255292350948</c:v>
                </c:pt>
                <c:pt idx="11">
                  <c:v>1.8887529259104614</c:v>
                </c:pt>
                <c:pt idx="12">
                  <c:v>1.9425420766395476</c:v>
                </c:pt>
                <c:pt idx="13">
                  <c:v>2.0665449706114396</c:v>
                </c:pt>
                <c:pt idx="14">
                  <c:v>2.3019379649346461</c:v>
                </c:pt>
                <c:pt idx="15">
                  <c:v>2.9047195082816009</c:v>
                </c:pt>
                <c:pt idx="16">
                  <c:v>3.0423658754760696</c:v>
                </c:pt>
                <c:pt idx="17">
                  <c:v>2.866628784347252</c:v>
                </c:pt>
                <c:pt idx="18">
                  <c:v>2.4309356839324474</c:v>
                </c:pt>
                <c:pt idx="19">
                  <c:v>2.0973120117273529</c:v>
                </c:pt>
                <c:pt idx="20">
                  <c:v>1.9503292644082966</c:v>
                </c:pt>
                <c:pt idx="21">
                  <c:v>1.8894377312560013</c:v>
                </c:pt>
                <c:pt idx="22">
                  <c:v>1.8526108840255726</c:v>
                </c:pt>
                <c:pt idx="23">
                  <c:v>1.8538379470108217</c:v>
                </c:pt>
                <c:pt idx="24">
                  <c:v>1.8042183899351787</c:v>
                </c:pt>
                <c:pt idx="25">
                  <c:v>1.7890568122953969</c:v>
                </c:pt>
                <c:pt idx="26">
                  <c:v>1.7865840928212786</c:v>
                </c:pt>
                <c:pt idx="27">
                  <c:v>1.7822566163009803</c:v>
                </c:pt>
                <c:pt idx="28">
                  <c:v>1.7927218826507358</c:v>
                </c:pt>
                <c:pt idx="29">
                  <c:v>1.8122690331106364</c:v>
                </c:pt>
                <c:pt idx="30">
                  <c:v>1.8278748386124202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5-C0A5-444A-BCB4-214567C0BC9A}"/>
            </c:ext>
          </c:extLst>
        </c:ser>
        <c:ser>
          <c:idx val="22"/>
          <c:order val="22"/>
          <c:tx>
            <c:strRef>
              <c:f>Shoulders!$X$1</c:f>
              <c:strCache>
                <c:ptCount val="1"/>
                <c:pt idx="0">
                  <c:v>F3/O-PTIR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Shoulders!$A$2:$A$32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Shoulders!$X$2:$X$32</c:f>
              <c:numCache>
                <c:formatCode>General</c:formatCode>
                <c:ptCount val="31"/>
                <c:pt idx="0">
                  <c:v>1.7162898078445599</c:v>
                </c:pt>
                <c:pt idx="1">
                  <c:v>1.681413714286466</c:v>
                </c:pt>
                <c:pt idx="2">
                  <c:v>1.6630139613825168</c:v>
                </c:pt>
                <c:pt idx="3">
                  <c:v>1.6585421156855964</c:v>
                </c:pt>
                <c:pt idx="4">
                  <c:v>1.6635789431060897</c:v>
                </c:pt>
                <c:pt idx="5">
                  <c:v>1.6611131967855435</c:v>
                </c:pt>
                <c:pt idx="6">
                  <c:v>1.6508073697400021</c:v>
                </c:pt>
                <c:pt idx="7">
                  <c:v>1.6544278586352419</c:v>
                </c:pt>
                <c:pt idx="8">
                  <c:v>1.6697122351768912</c:v>
                </c:pt>
                <c:pt idx="9">
                  <c:v>1.6765452968558274</c:v>
                </c:pt>
                <c:pt idx="10">
                  <c:v>1.6894078953487492</c:v>
                </c:pt>
                <c:pt idx="11">
                  <c:v>1.7259715531857789</c:v>
                </c:pt>
                <c:pt idx="12">
                  <c:v>1.7869200803379246</c:v>
                </c:pt>
                <c:pt idx="13">
                  <c:v>1.8931548118153276</c:v>
                </c:pt>
                <c:pt idx="14">
                  <c:v>2.0774691731212189</c:v>
                </c:pt>
                <c:pt idx="15">
                  <c:v>2.5254834560452131</c:v>
                </c:pt>
                <c:pt idx="16">
                  <c:v>2.6521789707835532</c:v>
                </c:pt>
                <c:pt idx="17">
                  <c:v>2.4903448211717372</c:v>
                </c:pt>
                <c:pt idx="18">
                  <c:v>2.1310472368618703</c:v>
                </c:pt>
                <c:pt idx="19">
                  <c:v>1.8562987132985898</c:v>
                </c:pt>
                <c:pt idx="20">
                  <c:v>1.7193138008983244</c:v>
                </c:pt>
                <c:pt idx="21">
                  <c:v>1.667076863397438</c:v>
                </c:pt>
                <c:pt idx="22">
                  <c:v>1.6408822487403514</c:v>
                </c:pt>
                <c:pt idx="23">
                  <c:v>1.6326747381797457</c:v>
                </c:pt>
                <c:pt idx="24">
                  <c:v>1.6180419983781533</c:v>
                </c:pt>
                <c:pt idx="25">
                  <c:v>1.625861297224672</c:v>
                </c:pt>
                <c:pt idx="26">
                  <c:v>1.6258806977548654</c:v>
                </c:pt>
                <c:pt idx="27">
                  <c:v>1.6276581568331348</c:v>
                </c:pt>
                <c:pt idx="28">
                  <c:v>1.6369363370897083</c:v>
                </c:pt>
                <c:pt idx="29">
                  <c:v>1.6186022620853795</c:v>
                </c:pt>
                <c:pt idx="30">
                  <c:v>1.6294358654642285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6-C0A5-444A-BCB4-214567C0BC9A}"/>
            </c:ext>
          </c:extLst>
        </c:ser>
        <c:ser>
          <c:idx val="23"/>
          <c:order val="23"/>
          <c:tx>
            <c:strRef>
              <c:f>Shoulders!$Y$1</c:f>
              <c:strCache>
                <c:ptCount val="1"/>
                <c:pt idx="0">
                  <c:v>F4/O-PTIR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Shoulders!$A$2:$A$32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Shoulders!$Y$2:$Y$32</c:f>
              <c:numCache>
                <c:formatCode>General</c:formatCode>
                <c:ptCount val="31"/>
                <c:pt idx="0">
                  <c:v>1.4784323169933455</c:v>
                </c:pt>
                <c:pt idx="1">
                  <c:v>1.467878090356445</c:v>
                </c:pt>
                <c:pt idx="2">
                  <c:v>1.4550734435002053</c:v>
                </c:pt>
                <c:pt idx="3">
                  <c:v>1.4456920991148121</c:v>
                </c:pt>
                <c:pt idx="4">
                  <c:v>1.4428943523561688</c:v>
                </c:pt>
                <c:pt idx="5">
                  <c:v>1.4142854106987677</c:v>
                </c:pt>
                <c:pt idx="6">
                  <c:v>1.4220029227595261</c:v>
                </c:pt>
                <c:pt idx="7">
                  <c:v>1.438831697891765</c:v>
                </c:pt>
                <c:pt idx="8">
                  <c:v>1.4329526308950553</c:v>
                </c:pt>
                <c:pt idx="9">
                  <c:v>1.4406798812740207</c:v>
                </c:pt>
                <c:pt idx="10">
                  <c:v>1.4562058757000373</c:v>
                </c:pt>
                <c:pt idx="11">
                  <c:v>1.4732615648855636</c:v>
                </c:pt>
                <c:pt idx="12">
                  <c:v>1.5012649484308378</c:v>
                </c:pt>
                <c:pt idx="13">
                  <c:v>1.5540591944194493</c:v>
                </c:pt>
                <c:pt idx="14">
                  <c:v>1.7131055501786687</c:v>
                </c:pt>
                <c:pt idx="15">
                  <c:v>2.246968061299258</c:v>
                </c:pt>
                <c:pt idx="16">
                  <c:v>2.3610146971623962</c:v>
                </c:pt>
                <c:pt idx="17">
                  <c:v>2.1345202179597691</c:v>
                </c:pt>
                <c:pt idx="18">
                  <c:v>1.7949334025441039</c:v>
                </c:pt>
                <c:pt idx="19">
                  <c:v>1.5577497750494764</c:v>
                </c:pt>
                <c:pt idx="20">
                  <c:v>1.4519541828272942</c:v>
                </c:pt>
                <c:pt idx="21">
                  <c:v>1.4280297702225504</c:v>
                </c:pt>
                <c:pt idx="22">
                  <c:v>1.4175503653388584</c:v>
                </c:pt>
                <c:pt idx="23">
                  <c:v>1.3984430197686721</c:v>
                </c:pt>
                <c:pt idx="24">
                  <c:v>1.3887592741580952</c:v>
                </c:pt>
                <c:pt idx="25">
                  <c:v>1.3998324378517257</c:v>
                </c:pt>
                <c:pt idx="26">
                  <c:v>1.4182582385986917</c:v>
                </c:pt>
                <c:pt idx="27">
                  <c:v>1.4141437627945501</c:v>
                </c:pt>
                <c:pt idx="28">
                  <c:v>1.404427971968643</c:v>
                </c:pt>
                <c:pt idx="29">
                  <c:v>1.404681720939515</c:v>
                </c:pt>
                <c:pt idx="30">
                  <c:v>1.4472618181638162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7-C0A5-444A-BCB4-214567C0BC9A}"/>
            </c:ext>
          </c:extLst>
        </c:ser>
        <c:ser>
          <c:idx val="24"/>
          <c:order val="24"/>
          <c:tx>
            <c:strRef>
              <c:f>Shoulders!$Z$1</c:f>
              <c:strCache>
                <c:ptCount val="1"/>
                <c:pt idx="0">
                  <c:v>F5/O-PTIR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Shoulders!$A$2:$A$32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Shoulders!$Z$2:$Z$32</c:f>
              <c:numCache>
                <c:formatCode>General</c:formatCode>
                <c:ptCount val="31"/>
                <c:pt idx="0">
                  <c:v>1.3355371434440861</c:v>
                </c:pt>
                <c:pt idx="1">
                  <c:v>1.3008205310825878</c:v>
                </c:pt>
                <c:pt idx="2">
                  <c:v>1.2753795675283739</c:v>
                </c:pt>
                <c:pt idx="3">
                  <c:v>1.2652009686557697</c:v>
                </c:pt>
                <c:pt idx="4">
                  <c:v>1.2715622335239538</c:v>
                </c:pt>
                <c:pt idx="5">
                  <c:v>1.2547221920506411</c:v>
                </c:pt>
                <c:pt idx="6">
                  <c:v>1.2432138918441407</c:v>
                </c:pt>
                <c:pt idx="7">
                  <c:v>1.2568826270278104</c:v>
                </c:pt>
                <c:pt idx="8">
                  <c:v>1.2795854207807433</c:v>
                </c:pt>
                <c:pt idx="9">
                  <c:v>1.2791754772586326</c:v>
                </c:pt>
                <c:pt idx="10">
                  <c:v>1.2888370181338029</c:v>
                </c:pt>
                <c:pt idx="11">
                  <c:v>1.3255521767062546</c:v>
                </c:pt>
                <c:pt idx="12">
                  <c:v>1.376965456154033</c:v>
                </c:pt>
                <c:pt idx="13">
                  <c:v>1.4563005156389055</c:v>
                </c:pt>
                <c:pt idx="14">
                  <c:v>1.6002755546425305</c:v>
                </c:pt>
                <c:pt idx="15">
                  <c:v>1.9991432165907357</c:v>
                </c:pt>
                <c:pt idx="16">
                  <c:v>2.1498036220828078</c:v>
                </c:pt>
                <c:pt idx="17">
                  <c:v>2.0110949137683609</c:v>
                </c:pt>
                <c:pt idx="18">
                  <c:v>1.6877786065845144</c:v>
                </c:pt>
                <c:pt idx="19">
                  <c:v>1.4275434302514993</c:v>
                </c:pt>
                <c:pt idx="20">
                  <c:v>1.2981857590898218</c:v>
                </c:pt>
                <c:pt idx="21">
                  <c:v>1.2404691609881879</c:v>
                </c:pt>
                <c:pt idx="22">
                  <c:v>1.2053534211049137</c:v>
                </c:pt>
                <c:pt idx="23">
                  <c:v>1.2006181963492113</c:v>
                </c:pt>
                <c:pt idx="24">
                  <c:v>1.2273214573256039</c:v>
                </c:pt>
                <c:pt idx="25">
                  <c:v>1.2213420799719679</c:v>
                </c:pt>
                <c:pt idx="26">
                  <c:v>1.2273428884952515</c:v>
                </c:pt>
                <c:pt idx="27">
                  <c:v>1.2148701977217093</c:v>
                </c:pt>
                <c:pt idx="28">
                  <c:v>1.2215910707900495</c:v>
                </c:pt>
                <c:pt idx="29">
                  <c:v>1.2152963456352843</c:v>
                </c:pt>
                <c:pt idx="30">
                  <c:v>1.2237085089659516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8-C0A5-444A-BCB4-214567C0BC9A}"/>
            </c:ext>
          </c:extLst>
        </c:ser>
        <c:ser>
          <c:idx val="25"/>
          <c:order val="25"/>
          <c:tx>
            <c:strRef>
              <c:f>Shoulders!$AA$1</c:f>
              <c:strCache>
                <c:ptCount val="1"/>
                <c:pt idx="0">
                  <c:v>F6/O-PTIR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Shoulders!$A$2:$A$32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Shoulders!$AA$2:$AA$32</c:f>
              <c:numCache>
                <c:formatCode>General</c:formatCode>
                <c:ptCount val="31"/>
                <c:pt idx="0">
                  <c:v>1.1411709792287681</c:v>
                </c:pt>
                <c:pt idx="1">
                  <c:v>1.1145977912927032</c:v>
                </c:pt>
                <c:pt idx="2">
                  <c:v>1.0886884766056204</c:v>
                </c:pt>
                <c:pt idx="3">
                  <c:v>1.0854067756101953</c:v>
                </c:pt>
                <c:pt idx="4">
                  <c:v>1.0768165042089832</c:v>
                </c:pt>
                <c:pt idx="5">
                  <c:v>1.0568169793430642</c:v>
                </c:pt>
                <c:pt idx="6">
                  <c:v>1.0544346781206098</c:v>
                </c:pt>
                <c:pt idx="7">
                  <c:v>1.0648859246015618</c:v>
                </c:pt>
                <c:pt idx="8">
                  <c:v>1.0777775702468948</c:v>
                </c:pt>
                <c:pt idx="9">
                  <c:v>1.0911238415785156</c:v>
                </c:pt>
                <c:pt idx="10">
                  <c:v>1.1050554555247523</c:v>
                </c:pt>
                <c:pt idx="11">
                  <c:v>1.1268558995961862</c:v>
                </c:pt>
                <c:pt idx="12">
                  <c:v>1.1866406363295123</c:v>
                </c:pt>
                <c:pt idx="13">
                  <c:v>1.2883865393578948</c:v>
                </c:pt>
                <c:pt idx="14">
                  <c:v>1.4737597156110573</c:v>
                </c:pt>
                <c:pt idx="15">
                  <c:v>1.9477014466649072</c:v>
                </c:pt>
                <c:pt idx="16">
                  <c:v>2.0612314043917399</c:v>
                </c:pt>
                <c:pt idx="17">
                  <c:v>1.8946109664909923</c:v>
                </c:pt>
                <c:pt idx="18">
                  <c:v>1.5431399172418847</c:v>
                </c:pt>
                <c:pt idx="19">
                  <c:v>1.2813645476420752</c:v>
                </c:pt>
                <c:pt idx="20">
                  <c:v>1.1549907742505301</c:v>
                </c:pt>
                <c:pt idx="21">
                  <c:v>1.0916446515703599</c:v>
                </c:pt>
                <c:pt idx="22">
                  <c:v>1.0506127392145941</c:v>
                </c:pt>
                <c:pt idx="23">
                  <c:v>0.96970314828356563</c:v>
                </c:pt>
                <c:pt idx="24">
                  <c:v>1.0168096866818321</c:v>
                </c:pt>
                <c:pt idx="25">
                  <c:v>1.0159532581892909</c:v>
                </c:pt>
                <c:pt idx="26">
                  <c:v>1.015122781762493</c:v>
                </c:pt>
                <c:pt idx="27">
                  <c:v>1.013499975038944</c:v>
                </c:pt>
                <c:pt idx="28">
                  <c:v>1.0067995775745577</c:v>
                </c:pt>
                <c:pt idx="29">
                  <c:v>0.99535695753685982</c:v>
                </c:pt>
                <c:pt idx="30">
                  <c:v>1.0202896446674266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9-C0A5-444A-BCB4-214567C0BC9A}"/>
            </c:ext>
          </c:extLst>
        </c:ser>
        <c:ser>
          <c:idx val="26"/>
          <c:order val="26"/>
          <c:tx>
            <c:strRef>
              <c:f>Shoulders!$AB$1</c:f>
              <c:strCache>
                <c:ptCount val="1"/>
                <c:pt idx="0">
                  <c:v>F7/O-PTIR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Shoulders!$A$2:$A$32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Shoulders!$AB$2:$AB$32</c:f>
              <c:numCache>
                <c:formatCode>General</c:formatCode>
                <c:ptCount val="31"/>
                <c:pt idx="0">
                  <c:v>0.86928516274471446</c:v>
                </c:pt>
                <c:pt idx="1">
                  <c:v>0.85810312284620827</c:v>
                </c:pt>
                <c:pt idx="2">
                  <c:v>0.84372524316316266</c:v>
                </c:pt>
                <c:pt idx="3">
                  <c:v>0.83649205079175859</c:v>
                </c:pt>
                <c:pt idx="4">
                  <c:v>0.83594619622790289</c:v>
                </c:pt>
                <c:pt idx="5">
                  <c:v>0.82567513784615121</c:v>
                </c:pt>
                <c:pt idx="6">
                  <c:v>0.81472076596988996</c:v>
                </c:pt>
                <c:pt idx="7">
                  <c:v>0.82751515010681276</c:v>
                </c:pt>
                <c:pt idx="8">
                  <c:v>0.83853512393985685</c:v>
                </c:pt>
                <c:pt idx="9">
                  <c:v>0.84379761875541615</c:v>
                </c:pt>
                <c:pt idx="10">
                  <c:v>0.85186033033428366</c:v>
                </c:pt>
                <c:pt idx="11">
                  <c:v>0.87282726528325671</c:v>
                </c:pt>
                <c:pt idx="12">
                  <c:v>0.8978937172947915</c:v>
                </c:pt>
                <c:pt idx="13">
                  <c:v>0.95058488299411459</c:v>
                </c:pt>
                <c:pt idx="14">
                  <c:v>1.0536267201395049</c:v>
                </c:pt>
                <c:pt idx="15">
                  <c:v>1.5201723479581717</c:v>
                </c:pt>
                <c:pt idx="16">
                  <c:v>1.6859050018032218</c:v>
                </c:pt>
                <c:pt idx="17">
                  <c:v>1.5158849864458437</c:v>
                </c:pt>
                <c:pt idx="18">
                  <c:v>1.1921374175893589</c:v>
                </c:pt>
                <c:pt idx="19">
                  <c:v>0.95940458565337339</c:v>
                </c:pt>
                <c:pt idx="20">
                  <c:v>0.87575979946430449</c:v>
                </c:pt>
                <c:pt idx="21">
                  <c:v>0.84694682646690744</c:v>
                </c:pt>
                <c:pt idx="22">
                  <c:v>0.81248062110504526</c:v>
                </c:pt>
                <c:pt idx="23">
                  <c:v>0.80977188600952743</c:v>
                </c:pt>
                <c:pt idx="24">
                  <c:v>0.80584399458740219</c:v>
                </c:pt>
                <c:pt idx="25">
                  <c:v>0.81085906158452958</c:v>
                </c:pt>
                <c:pt idx="26">
                  <c:v>0.81184913567321859</c:v>
                </c:pt>
                <c:pt idx="27">
                  <c:v>0.80775458961143409</c:v>
                </c:pt>
                <c:pt idx="28">
                  <c:v>0.79613421285679553</c:v>
                </c:pt>
                <c:pt idx="29">
                  <c:v>0.79459591364974302</c:v>
                </c:pt>
                <c:pt idx="30">
                  <c:v>0.80174579436337479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A-C0A5-444A-BCB4-214567C0BC9A}"/>
            </c:ext>
          </c:extLst>
        </c:ser>
        <c:ser>
          <c:idx val="27"/>
          <c:order val="27"/>
          <c:tx>
            <c:strRef>
              <c:f>Shoulders!$AC$1</c:f>
              <c:strCache>
                <c:ptCount val="1"/>
                <c:pt idx="0">
                  <c:v>F8/O-PTIR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Shoulders!$A$2:$A$32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Shoulders!$AC$2:$AC$32</c:f>
              <c:numCache>
                <c:formatCode>General</c:formatCode>
                <c:ptCount val="31"/>
                <c:pt idx="0">
                  <c:v>0.7259175378640802</c:v>
                </c:pt>
                <c:pt idx="1">
                  <c:v>0.69888544603642044</c:v>
                </c:pt>
                <c:pt idx="2">
                  <c:v>0.67792664386631596</c:v>
                </c:pt>
                <c:pt idx="3">
                  <c:v>0.67032932907231357</c:v>
                </c:pt>
                <c:pt idx="4">
                  <c:v>0.65890859329510587</c:v>
                </c:pt>
                <c:pt idx="5">
                  <c:v>0.63609750556760614</c:v>
                </c:pt>
                <c:pt idx="6">
                  <c:v>0.64372002129077632</c:v>
                </c:pt>
                <c:pt idx="7">
                  <c:v>0.63446003596831302</c:v>
                </c:pt>
                <c:pt idx="8">
                  <c:v>0.6445536238330003</c:v>
                </c:pt>
                <c:pt idx="9">
                  <c:v>0.6593019180726809</c:v>
                </c:pt>
                <c:pt idx="10">
                  <c:v>0.67591752098417612</c:v>
                </c:pt>
                <c:pt idx="11">
                  <c:v>0.72076793189014055</c:v>
                </c:pt>
                <c:pt idx="12">
                  <c:v>0.77850214423884001</c:v>
                </c:pt>
                <c:pt idx="13">
                  <c:v>0.8915680829131063</c:v>
                </c:pt>
                <c:pt idx="14">
                  <c:v>1.1123633940072795</c:v>
                </c:pt>
                <c:pt idx="15">
                  <c:v>1.6004379567778733</c:v>
                </c:pt>
                <c:pt idx="16">
                  <c:v>1.6999652458125287</c:v>
                </c:pt>
                <c:pt idx="17">
                  <c:v>1.4820888383814883</c:v>
                </c:pt>
                <c:pt idx="18">
                  <c:v>1.1163566268231386</c:v>
                </c:pt>
                <c:pt idx="19">
                  <c:v>0.84413038172767019</c:v>
                </c:pt>
                <c:pt idx="20">
                  <c:v>0.7079559544382551</c:v>
                </c:pt>
                <c:pt idx="21">
                  <c:v>0.64439318801966328</c:v>
                </c:pt>
                <c:pt idx="22">
                  <c:v>0.61205608288971924</c:v>
                </c:pt>
                <c:pt idx="23">
                  <c:v>0.57570598394739547</c:v>
                </c:pt>
                <c:pt idx="24">
                  <c:v>0.5800898867923161</c:v>
                </c:pt>
                <c:pt idx="25">
                  <c:v>0.59754518435678539</c:v>
                </c:pt>
                <c:pt idx="26">
                  <c:v>0.59381368835673953</c:v>
                </c:pt>
                <c:pt idx="27">
                  <c:v>0.60129696249640607</c:v>
                </c:pt>
                <c:pt idx="28">
                  <c:v>0.59676099845237363</c:v>
                </c:pt>
                <c:pt idx="29">
                  <c:v>0.61161162255344215</c:v>
                </c:pt>
                <c:pt idx="30">
                  <c:v>0.56815953137274366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B-C0A5-444A-BCB4-214567C0BC9A}"/>
            </c:ext>
          </c:extLst>
        </c:ser>
        <c:ser>
          <c:idx val="28"/>
          <c:order val="28"/>
          <c:tx>
            <c:strRef>
              <c:f>Shoulders!$AD$1</c:f>
              <c:strCache>
                <c:ptCount val="1"/>
                <c:pt idx="0">
                  <c:v>F9/O-PTIR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Shoulders!$A$2:$A$32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Shoulders!$AD$2:$AD$32</c:f>
              <c:numCache>
                <c:formatCode>General</c:formatCode>
                <c:ptCount val="31"/>
                <c:pt idx="0">
                  <c:v>0.52096081293771479</c:v>
                </c:pt>
                <c:pt idx="1">
                  <c:v>0.48619196308557222</c:v>
                </c:pt>
                <c:pt idx="2">
                  <c:v>0.47069495793434596</c:v>
                </c:pt>
                <c:pt idx="3">
                  <c:v>0.46345847176260047</c:v>
                </c:pt>
                <c:pt idx="4">
                  <c:v>0.4609921391387829</c:v>
                </c:pt>
                <c:pt idx="5">
                  <c:v>0.45253713904601428</c:v>
                </c:pt>
                <c:pt idx="6">
                  <c:v>0.44143102768335324</c:v>
                </c:pt>
                <c:pt idx="7">
                  <c:v>0.4341551302501635</c:v>
                </c:pt>
                <c:pt idx="8">
                  <c:v>0.45055407934405045</c:v>
                </c:pt>
                <c:pt idx="9">
                  <c:v>0.46930416816511095</c:v>
                </c:pt>
                <c:pt idx="10">
                  <c:v>0.47824707344475281</c:v>
                </c:pt>
                <c:pt idx="11">
                  <c:v>0.52454136258612194</c:v>
                </c:pt>
                <c:pt idx="12">
                  <c:v>0.58311513864177988</c:v>
                </c:pt>
                <c:pt idx="13">
                  <c:v>0.69837340511917168</c:v>
                </c:pt>
                <c:pt idx="14">
                  <c:v>0.8943619351622043</c:v>
                </c:pt>
                <c:pt idx="15">
                  <c:v>1.3889449360744957</c:v>
                </c:pt>
                <c:pt idx="16">
                  <c:v>1.50460811556054</c:v>
                </c:pt>
                <c:pt idx="17">
                  <c:v>1.3132422529284273</c:v>
                </c:pt>
                <c:pt idx="18">
                  <c:v>0.9433443813573672</c:v>
                </c:pt>
                <c:pt idx="19">
                  <c:v>0.65810758638440214</c:v>
                </c:pt>
                <c:pt idx="20">
                  <c:v>0.54175508145285978</c:v>
                </c:pt>
                <c:pt idx="21">
                  <c:v>0.46948701001862075</c:v>
                </c:pt>
                <c:pt idx="22">
                  <c:v>0.40872101300024516</c:v>
                </c:pt>
                <c:pt idx="23">
                  <c:v>0.3857105788448762</c:v>
                </c:pt>
                <c:pt idx="24">
                  <c:v>0.39917283556430044</c:v>
                </c:pt>
                <c:pt idx="25">
                  <c:v>0.40608670949688097</c:v>
                </c:pt>
                <c:pt idx="26">
                  <c:v>0.41784392896210021</c:v>
                </c:pt>
                <c:pt idx="27">
                  <c:v>0.40386401373538749</c:v>
                </c:pt>
                <c:pt idx="28">
                  <c:v>0.42441561262796645</c:v>
                </c:pt>
                <c:pt idx="29">
                  <c:v>0.4280077074721802</c:v>
                </c:pt>
                <c:pt idx="30">
                  <c:v>0.41234308495231098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C-C0A5-444A-BCB4-214567C0BC9A}"/>
            </c:ext>
          </c:extLst>
        </c:ser>
        <c:ser>
          <c:idx val="29"/>
          <c:order val="29"/>
          <c:tx>
            <c:strRef>
              <c:f>Shoulders!$AE$1</c:f>
              <c:strCache>
                <c:ptCount val="1"/>
                <c:pt idx="0">
                  <c:v>F10/O-PTIR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Shoulders!$A$2:$A$32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Shoulders!$AE$2:$AE$32</c:f>
              <c:numCache>
                <c:formatCode>General</c:formatCode>
                <c:ptCount val="31"/>
                <c:pt idx="0">
                  <c:v>0.29530656314436587</c:v>
                </c:pt>
                <c:pt idx="1">
                  <c:v>0.25591508533922602</c:v>
                </c:pt>
                <c:pt idx="2">
                  <c:v>0.24749344331896592</c:v>
                </c:pt>
                <c:pt idx="3">
                  <c:v>0.2449874359880756</c:v>
                </c:pt>
                <c:pt idx="4">
                  <c:v>0.24151768917876387</c:v>
                </c:pt>
                <c:pt idx="5">
                  <c:v>0.22511040718840794</c:v>
                </c:pt>
                <c:pt idx="6">
                  <c:v>0.2009237416902204</c:v>
                </c:pt>
                <c:pt idx="7">
                  <c:v>0.21648771803714503</c:v>
                </c:pt>
                <c:pt idx="8">
                  <c:v>0.24001633964052446</c:v>
                </c:pt>
                <c:pt idx="9">
                  <c:v>0.25328990994766043</c:v>
                </c:pt>
                <c:pt idx="10">
                  <c:v>0.2595411575209432</c:v>
                </c:pt>
                <c:pt idx="11">
                  <c:v>0.28163821816515816</c:v>
                </c:pt>
                <c:pt idx="12">
                  <c:v>0.31994709314205266</c:v>
                </c:pt>
                <c:pt idx="13">
                  <c:v>0.41555985586722993</c:v>
                </c:pt>
                <c:pt idx="14">
                  <c:v>0.59832007858544001</c:v>
                </c:pt>
                <c:pt idx="15">
                  <c:v>1.0892387549855815</c:v>
                </c:pt>
                <c:pt idx="16">
                  <c:v>1.2693607563348035</c:v>
                </c:pt>
                <c:pt idx="17">
                  <c:v>1.1250765120239841</c:v>
                </c:pt>
                <c:pt idx="18">
                  <c:v>0.73643478136107321</c:v>
                </c:pt>
                <c:pt idx="19">
                  <c:v>0.42413029254887252</c:v>
                </c:pt>
                <c:pt idx="20">
                  <c:v>0.30808553550475903</c:v>
                </c:pt>
                <c:pt idx="21">
                  <c:v>0.26954290812831028</c:v>
                </c:pt>
                <c:pt idx="22">
                  <c:v>0.25567858618900363</c:v>
                </c:pt>
                <c:pt idx="23">
                  <c:v>0.24208039000062645</c:v>
                </c:pt>
                <c:pt idx="24">
                  <c:v>0.21660167445402126</c:v>
                </c:pt>
                <c:pt idx="25">
                  <c:v>0.20969202508671242</c:v>
                </c:pt>
                <c:pt idx="26">
                  <c:v>0.23068025600446521</c:v>
                </c:pt>
                <c:pt idx="27">
                  <c:v>0.24221351817127346</c:v>
                </c:pt>
                <c:pt idx="28">
                  <c:v>0.22025147925799152</c:v>
                </c:pt>
                <c:pt idx="29">
                  <c:v>0.21458175601936999</c:v>
                </c:pt>
                <c:pt idx="30">
                  <c:v>0.18753831760710926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D-C0A5-444A-BCB4-214567C0BC9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052535023"/>
        <c:axId val="1052533583"/>
      </c:scatterChart>
      <c:valAx>
        <c:axId val="1052535023"/>
        <c:scaling>
          <c:orientation val="minMax"/>
          <c:max val="1520"/>
          <c:min val="1460"/>
        </c:scaling>
        <c:delete val="0"/>
        <c:axPos val="b"/>
        <c:numFmt formatCode="General" sourceLinked="1"/>
        <c:majorTickMark val="out"/>
        <c:minorTickMark val="out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ysClr val="windowText" lastClr="000000"/>
                </a:solidFill>
                <a:latin typeface="Avenir LT Std 65 Medium" panose="020B0803020203020204" pitchFamily="34" charset="0"/>
                <a:ea typeface="+mn-ea"/>
                <a:cs typeface="+mn-cs"/>
              </a:defRPr>
            </a:pPr>
            <a:endParaRPr lang="en-US"/>
          </a:p>
        </c:txPr>
        <c:crossAx val="1052533583"/>
        <c:crosses val="autoZero"/>
        <c:crossBetween val="midCat"/>
        <c:majorUnit val="50"/>
      </c:valAx>
      <c:valAx>
        <c:axId val="1052533583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052535023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'Shoulders 1%'!$B$1</c:f>
              <c:strCache>
                <c:ptCount val="1"/>
                <c:pt idx="0">
                  <c:v>1G_10/O-PTIR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'Shoulders 1%'!$A$2:$A$32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'Shoulders 1%'!$B$2:$B$32</c:f>
              <c:numCache>
                <c:formatCode>General</c:formatCode>
                <c:ptCount val="31"/>
                <c:pt idx="0">
                  <c:v>8.1497897545288147</c:v>
                </c:pt>
                <c:pt idx="1">
                  <c:v>8.1252712354932566</c:v>
                </c:pt>
                <c:pt idx="2">
                  <c:v>8.1081458417875183</c:v>
                </c:pt>
                <c:pt idx="3">
                  <c:v>8.1008175215198097</c:v>
                </c:pt>
                <c:pt idx="4">
                  <c:v>8.1013620838515958</c:v>
                </c:pt>
                <c:pt idx="5">
                  <c:v>8.0966037804915487</c:v>
                </c:pt>
                <c:pt idx="6">
                  <c:v>8.1014572933441826</c:v>
                </c:pt>
                <c:pt idx="7">
                  <c:v>8.1148402047035404</c:v>
                </c:pt>
                <c:pt idx="8">
                  <c:v>8.1255776508773732</c:v>
                </c:pt>
                <c:pt idx="9">
                  <c:v>8.1312058872674857</c:v>
                </c:pt>
                <c:pt idx="10">
                  <c:v>8.1404594773480401</c:v>
                </c:pt>
                <c:pt idx="11">
                  <c:v>8.1745982245997197</c:v>
                </c:pt>
                <c:pt idx="12">
                  <c:v>8.2289887735520111</c:v>
                </c:pt>
                <c:pt idx="13">
                  <c:v>8.3166748047083132</c:v>
                </c:pt>
                <c:pt idx="14">
                  <c:v>8.456735154805374</c:v>
                </c:pt>
                <c:pt idx="15">
                  <c:v>8.8273612327140345</c:v>
                </c:pt>
                <c:pt idx="16">
                  <c:v>8.9242190250718458</c:v>
                </c:pt>
                <c:pt idx="17">
                  <c:v>8.7320719759520351</c:v>
                </c:pt>
                <c:pt idx="18">
                  <c:v>8.4463906684120662</c:v>
                </c:pt>
                <c:pt idx="19">
                  <c:v>8.2489197469029971</c:v>
                </c:pt>
                <c:pt idx="20">
                  <c:v>8.154834838604625</c:v>
                </c:pt>
                <c:pt idx="21">
                  <c:v>8.110807997773211</c:v>
                </c:pt>
                <c:pt idx="22">
                  <c:v>8.0898386781546971</c:v>
                </c:pt>
                <c:pt idx="23">
                  <c:v>8.0677435887079927</c:v>
                </c:pt>
                <c:pt idx="24">
                  <c:v>8.0642406386590153</c:v>
                </c:pt>
                <c:pt idx="25">
                  <c:v>8.0639381328916979</c:v>
                </c:pt>
                <c:pt idx="26">
                  <c:v>8.0553533603576</c:v>
                </c:pt>
                <c:pt idx="27">
                  <c:v>8.0412537036792333</c:v>
                </c:pt>
                <c:pt idx="28">
                  <c:v>8.0246123598292485</c:v>
                </c:pt>
                <c:pt idx="29">
                  <c:v>8.0148896490344317</c:v>
                </c:pt>
                <c:pt idx="30">
                  <c:v>8.0109615947618646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7CA2-4D1D-9EE9-C76A03A620C0}"/>
            </c:ext>
          </c:extLst>
        </c:ser>
        <c:ser>
          <c:idx val="1"/>
          <c:order val="1"/>
          <c:tx>
            <c:strRef>
              <c:f>'Shoulders 1%'!$C$1</c:f>
              <c:strCache>
                <c:ptCount val="1"/>
                <c:pt idx="0">
                  <c:v>1G_11/O-PTIR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'Shoulders 1%'!$A$2:$A$32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'Shoulders 1%'!$C$2:$C$32</c:f>
              <c:numCache>
                <c:formatCode>General</c:formatCode>
                <c:ptCount val="31"/>
                <c:pt idx="0">
                  <c:v>7.9242780672363553</c:v>
                </c:pt>
                <c:pt idx="1">
                  <c:v>7.9096772177358838</c:v>
                </c:pt>
                <c:pt idx="2">
                  <c:v>7.8734337920275346</c:v>
                </c:pt>
                <c:pt idx="3">
                  <c:v>7.865042494056306</c:v>
                </c:pt>
                <c:pt idx="4">
                  <c:v>7.8703330525233648</c:v>
                </c:pt>
                <c:pt idx="5">
                  <c:v>7.8602253922216949</c:v>
                </c:pt>
                <c:pt idx="6">
                  <c:v>7.8534360521146196</c:v>
                </c:pt>
                <c:pt idx="7">
                  <c:v>7.8855636406920508</c:v>
                </c:pt>
                <c:pt idx="8">
                  <c:v>7.8998412776127251</c:v>
                </c:pt>
                <c:pt idx="9">
                  <c:v>7.9126989876402485</c:v>
                </c:pt>
                <c:pt idx="10">
                  <c:v>7.9039641699956515</c:v>
                </c:pt>
                <c:pt idx="11">
                  <c:v>7.9686274579294771</c:v>
                </c:pt>
                <c:pt idx="12">
                  <c:v>8.0091614011516103</c:v>
                </c:pt>
                <c:pt idx="13">
                  <c:v>8.1107102357027347</c:v>
                </c:pt>
                <c:pt idx="14">
                  <c:v>8.2368454093433154</c:v>
                </c:pt>
                <c:pt idx="15">
                  <c:v>8.3361442419911622</c:v>
                </c:pt>
                <c:pt idx="16">
                  <c:v>8.2546726419947678</c:v>
                </c:pt>
                <c:pt idx="17">
                  <c:v>8.1556721207155594</c:v>
                </c:pt>
                <c:pt idx="18">
                  <c:v>8.0469346734855627</c:v>
                </c:pt>
                <c:pt idx="19">
                  <c:v>7.9735872891529738</c:v>
                </c:pt>
                <c:pt idx="20">
                  <c:v>7.9097789883788074</c:v>
                </c:pt>
                <c:pt idx="21">
                  <c:v>7.851050496396593</c:v>
                </c:pt>
                <c:pt idx="22">
                  <c:v>7.8069369712553502</c:v>
                </c:pt>
                <c:pt idx="23">
                  <c:v>7.7764739367614899</c:v>
                </c:pt>
                <c:pt idx="24">
                  <c:v>7.831120311888955</c:v>
                </c:pt>
                <c:pt idx="25">
                  <c:v>7.818101438575729</c:v>
                </c:pt>
                <c:pt idx="26">
                  <c:v>7.8155534425166939</c:v>
                </c:pt>
                <c:pt idx="27">
                  <c:v>7.8035559434066402</c:v>
                </c:pt>
                <c:pt idx="28">
                  <c:v>7.7257155195942611</c:v>
                </c:pt>
                <c:pt idx="29">
                  <c:v>7.73707702396913</c:v>
                </c:pt>
                <c:pt idx="30">
                  <c:v>7.7114863232681898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7CA2-4D1D-9EE9-C76A03A620C0}"/>
            </c:ext>
          </c:extLst>
        </c:ser>
        <c:ser>
          <c:idx val="2"/>
          <c:order val="2"/>
          <c:tx>
            <c:strRef>
              <c:f>'Shoulders 1%'!$D$1</c:f>
              <c:strCache>
                <c:ptCount val="1"/>
                <c:pt idx="0">
                  <c:v>1G_12/O-PTIR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'Shoulders 1%'!$A$2:$A$32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'Shoulders 1%'!$D$2:$D$32</c:f>
              <c:numCache>
                <c:formatCode>General</c:formatCode>
                <c:ptCount val="31"/>
                <c:pt idx="0">
                  <c:v>7.698593268855646</c:v>
                </c:pt>
                <c:pt idx="1">
                  <c:v>7.658761627261061</c:v>
                </c:pt>
                <c:pt idx="2">
                  <c:v>7.6476777679653729</c:v>
                </c:pt>
                <c:pt idx="3">
                  <c:v>7.6492780077206008</c:v>
                </c:pt>
                <c:pt idx="4">
                  <c:v>7.6904039271443931</c:v>
                </c:pt>
                <c:pt idx="5">
                  <c:v>7.6850947074590845</c:v>
                </c:pt>
                <c:pt idx="6">
                  <c:v>7.6972515345909889</c:v>
                </c:pt>
                <c:pt idx="7">
                  <c:v>7.6961683154697127</c:v>
                </c:pt>
                <c:pt idx="8">
                  <c:v>7.7092796897550571</c:v>
                </c:pt>
                <c:pt idx="9">
                  <c:v>7.7197984348958322</c:v>
                </c:pt>
                <c:pt idx="10">
                  <c:v>7.7159085065922772</c:v>
                </c:pt>
                <c:pt idx="11">
                  <c:v>7.7139739803465677</c:v>
                </c:pt>
                <c:pt idx="12">
                  <c:v>7.7720960509759012</c:v>
                </c:pt>
                <c:pt idx="13">
                  <c:v>7.8915039202767403</c:v>
                </c:pt>
                <c:pt idx="14">
                  <c:v>8.1050289857176487</c:v>
                </c:pt>
                <c:pt idx="15">
                  <c:v>8.617072450239629</c:v>
                </c:pt>
                <c:pt idx="16">
                  <c:v>8.7526193301062545</c:v>
                </c:pt>
                <c:pt idx="17">
                  <c:v>8.5015064253741972</c:v>
                </c:pt>
                <c:pt idx="18">
                  <c:v>8.1313228304574121</c:v>
                </c:pt>
                <c:pt idx="19">
                  <c:v>7.8516464348900668</c:v>
                </c:pt>
                <c:pt idx="20">
                  <c:v>7.7088630873117578</c:v>
                </c:pt>
                <c:pt idx="21">
                  <c:v>7.6980310827200062</c:v>
                </c:pt>
                <c:pt idx="22">
                  <c:v>7.7265674105457292</c:v>
                </c:pt>
                <c:pt idx="23">
                  <c:v>7.7096563295616836</c:v>
                </c:pt>
                <c:pt idx="24">
                  <c:v>7.6180265131437306</c:v>
                </c:pt>
                <c:pt idx="25">
                  <c:v>7.6963308044513505</c:v>
                </c:pt>
                <c:pt idx="26">
                  <c:v>7.6914254905455479</c:v>
                </c:pt>
                <c:pt idx="27">
                  <c:v>7.6745446357296911</c:v>
                </c:pt>
                <c:pt idx="28">
                  <c:v>7.6469814013245401</c:v>
                </c:pt>
                <c:pt idx="29">
                  <c:v>7.7009160826330021</c:v>
                </c:pt>
                <c:pt idx="30">
                  <c:v>7.6367453612709868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7CA2-4D1D-9EE9-C76A03A620C0}"/>
            </c:ext>
          </c:extLst>
        </c:ser>
        <c:ser>
          <c:idx val="3"/>
          <c:order val="3"/>
          <c:tx>
            <c:strRef>
              <c:f>'Shoulders 1%'!$E$1</c:f>
              <c:strCache>
                <c:ptCount val="1"/>
                <c:pt idx="0">
                  <c:v>1G_13/O-PTIR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'Shoulders 1%'!$A$2:$A$32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'Shoulders 1%'!$E$2:$E$32</c:f>
              <c:numCache>
                <c:formatCode>General</c:formatCode>
                <c:ptCount val="31"/>
                <c:pt idx="0">
                  <c:v>7.5454308759401867</c:v>
                </c:pt>
                <c:pt idx="1">
                  <c:v>7.4876039699344723</c:v>
                </c:pt>
                <c:pt idx="2">
                  <c:v>7.4843245294283847</c:v>
                </c:pt>
                <c:pt idx="3">
                  <c:v>7.4859805771431329</c:v>
                </c:pt>
                <c:pt idx="4">
                  <c:v>7.4721185252994005</c:v>
                </c:pt>
                <c:pt idx="5">
                  <c:v>7.4854908925279382</c:v>
                </c:pt>
                <c:pt idx="6">
                  <c:v>7.4757765401395275</c:v>
                </c:pt>
                <c:pt idx="7">
                  <c:v>7.4915543556802762</c:v>
                </c:pt>
                <c:pt idx="8">
                  <c:v>7.5307905279459968</c:v>
                </c:pt>
                <c:pt idx="9">
                  <c:v>7.5238475277331789</c:v>
                </c:pt>
                <c:pt idx="10">
                  <c:v>7.530010831245777</c:v>
                </c:pt>
                <c:pt idx="11">
                  <c:v>7.5723709338518548</c:v>
                </c:pt>
                <c:pt idx="12">
                  <c:v>7.6174074051505114</c:v>
                </c:pt>
                <c:pt idx="13">
                  <c:v>7.7109790193386605</c:v>
                </c:pt>
                <c:pt idx="14">
                  <c:v>7.949273076997672</c:v>
                </c:pt>
                <c:pt idx="15">
                  <c:v>8.3364213964952132</c:v>
                </c:pt>
                <c:pt idx="16">
                  <c:v>8.3412212689092247</c:v>
                </c:pt>
                <c:pt idx="17">
                  <c:v>8.1793843530515016</c:v>
                </c:pt>
                <c:pt idx="18">
                  <c:v>7.9020398884435092</c:v>
                </c:pt>
                <c:pt idx="19">
                  <c:v>7.6909735010087887</c:v>
                </c:pt>
                <c:pt idx="20">
                  <c:v>7.5801691621678717</c:v>
                </c:pt>
                <c:pt idx="21">
                  <c:v>7.5327784895737508</c:v>
                </c:pt>
                <c:pt idx="22">
                  <c:v>7.4882147324861501</c:v>
                </c:pt>
                <c:pt idx="23">
                  <c:v>7.516858636992179</c:v>
                </c:pt>
                <c:pt idx="24">
                  <c:v>7.5104882159217254</c:v>
                </c:pt>
                <c:pt idx="25">
                  <c:v>7.4519965156287595</c:v>
                </c:pt>
                <c:pt idx="26">
                  <c:v>7.420162357379807</c:v>
                </c:pt>
                <c:pt idx="27">
                  <c:v>7.4141432562316769</c:v>
                </c:pt>
                <c:pt idx="28">
                  <c:v>7.3649511193390271</c:v>
                </c:pt>
                <c:pt idx="29">
                  <c:v>7.4035153599398154</c:v>
                </c:pt>
                <c:pt idx="30">
                  <c:v>7.4530856027808925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3-7CA2-4D1D-9EE9-C76A03A620C0}"/>
            </c:ext>
          </c:extLst>
        </c:ser>
        <c:ser>
          <c:idx val="4"/>
          <c:order val="4"/>
          <c:tx>
            <c:strRef>
              <c:f>'Shoulders 1%'!$F$1</c:f>
              <c:strCache>
                <c:ptCount val="1"/>
                <c:pt idx="0">
                  <c:v>1G_3/O-PTIR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'Shoulders 1%'!$A$2:$A$32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'Shoulders 1%'!$F$2:$F$32</c:f>
              <c:numCache>
                <c:formatCode>General</c:formatCode>
                <c:ptCount val="31"/>
                <c:pt idx="0">
                  <c:v>7.2453648259558259</c:v>
                </c:pt>
                <c:pt idx="1">
                  <c:v>7.2255529751850824</c:v>
                </c:pt>
                <c:pt idx="2">
                  <c:v>7.235069600988659</c:v>
                </c:pt>
                <c:pt idx="3">
                  <c:v>7.2408862685070607</c:v>
                </c:pt>
                <c:pt idx="4">
                  <c:v>7.2263168331017829</c:v>
                </c:pt>
                <c:pt idx="5">
                  <c:v>7.218723083653054</c:v>
                </c:pt>
                <c:pt idx="6">
                  <c:v>7.2294885724911486</c:v>
                </c:pt>
                <c:pt idx="7">
                  <c:v>7.2290846147739769</c:v>
                </c:pt>
                <c:pt idx="8">
                  <c:v>7.2364390619830257</c:v>
                </c:pt>
                <c:pt idx="9">
                  <c:v>7.2419608856268445</c:v>
                </c:pt>
                <c:pt idx="10">
                  <c:v>7.2544576756288066</c:v>
                </c:pt>
                <c:pt idx="11">
                  <c:v>7.2663374920566435</c:v>
                </c:pt>
                <c:pt idx="12">
                  <c:v>7.2951393930285917</c:v>
                </c:pt>
                <c:pt idx="13">
                  <c:v>7.3627927191656042</c:v>
                </c:pt>
                <c:pt idx="14">
                  <c:v>7.512244235368704</c:v>
                </c:pt>
                <c:pt idx="15">
                  <c:v>7.8869962053682334</c:v>
                </c:pt>
                <c:pt idx="16">
                  <c:v>7.9426933576909393</c:v>
                </c:pt>
                <c:pt idx="17">
                  <c:v>7.7847644167795451</c:v>
                </c:pt>
                <c:pt idx="18">
                  <c:v>7.5143683888684887</c:v>
                </c:pt>
                <c:pt idx="19">
                  <c:v>7.3200289384605499</c:v>
                </c:pt>
                <c:pt idx="20">
                  <c:v>7.2603507278868333</c:v>
                </c:pt>
                <c:pt idx="21">
                  <c:v>7.2405566629796301</c:v>
                </c:pt>
                <c:pt idx="22">
                  <c:v>7.2179184863669184</c:v>
                </c:pt>
                <c:pt idx="23">
                  <c:v>7.1783686572829017</c:v>
                </c:pt>
                <c:pt idx="24">
                  <c:v>7.203319550057083</c:v>
                </c:pt>
                <c:pt idx="25">
                  <c:v>7.2162763817400366</c:v>
                </c:pt>
                <c:pt idx="26">
                  <c:v>7.2084681288434975</c:v>
                </c:pt>
                <c:pt idx="27">
                  <c:v>7.2142059361616733</c:v>
                </c:pt>
                <c:pt idx="28">
                  <c:v>7.1985935451774656</c:v>
                </c:pt>
                <c:pt idx="29">
                  <c:v>7.1987478335458972</c:v>
                </c:pt>
                <c:pt idx="30">
                  <c:v>7.1941913869339382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4-7CA2-4D1D-9EE9-C76A03A620C0}"/>
            </c:ext>
          </c:extLst>
        </c:ser>
        <c:ser>
          <c:idx val="5"/>
          <c:order val="5"/>
          <c:tx>
            <c:strRef>
              <c:f>'Shoulders 1%'!$G$1</c:f>
              <c:strCache>
                <c:ptCount val="1"/>
                <c:pt idx="0">
                  <c:v>1G_5/O-PTIR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'Shoulders 1%'!$A$2:$A$32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'Shoulders 1%'!$G$2:$G$32</c:f>
              <c:numCache>
                <c:formatCode>General</c:formatCode>
                <c:ptCount val="31"/>
                <c:pt idx="0">
                  <c:v>7.0455864314567433</c:v>
                </c:pt>
                <c:pt idx="1">
                  <c:v>7.022142708490386</c:v>
                </c:pt>
                <c:pt idx="2">
                  <c:v>7.0065182167472964</c:v>
                </c:pt>
                <c:pt idx="3">
                  <c:v>7.0105608406476616</c:v>
                </c:pt>
                <c:pt idx="4">
                  <c:v>7.0031072754944992</c:v>
                </c:pt>
                <c:pt idx="5">
                  <c:v>6.9951399804619347</c:v>
                </c:pt>
                <c:pt idx="6">
                  <c:v>6.9887900463052448</c:v>
                </c:pt>
                <c:pt idx="7">
                  <c:v>7.0047883934832376</c:v>
                </c:pt>
                <c:pt idx="8">
                  <c:v>7.0130071447716249</c:v>
                </c:pt>
                <c:pt idx="9">
                  <c:v>7.0155776296524133</c:v>
                </c:pt>
                <c:pt idx="10">
                  <c:v>7.0165230732190809</c:v>
                </c:pt>
                <c:pt idx="11">
                  <c:v>7.0399449083259356</c:v>
                </c:pt>
                <c:pt idx="12">
                  <c:v>7.0603674531121152</c:v>
                </c:pt>
                <c:pt idx="13">
                  <c:v>7.1015531966887329</c:v>
                </c:pt>
                <c:pt idx="14">
                  <c:v>7.2130402753543352</c:v>
                </c:pt>
                <c:pt idx="15">
                  <c:v>7.5805544800836371</c:v>
                </c:pt>
                <c:pt idx="16">
                  <c:v>7.7051834137001567</c:v>
                </c:pt>
                <c:pt idx="17">
                  <c:v>7.5890666034212018</c:v>
                </c:pt>
                <c:pt idx="18">
                  <c:v>7.2883415405864529</c:v>
                </c:pt>
                <c:pt idx="19">
                  <c:v>7.0938163559864718</c:v>
                </c:pt>
                <c:pt idx="20">
                  <c:v>7.0317950603353321</c:v>
                </c:pt>
                <c:pt idx="21">
                  <c:v>7.0119918028218402</c:v>
                </c:pt>
                <c:pt idx="22">
                  <c:v>7.0049884089835333</c:v>
                </c:pt>
                <c:pt idx="23">
                  <c:v>6.9772777955967547</c:v>
                </c:pt>
                <c:pt idx="24">
                  <c:v>6.9820766702883663</c:v>
                </c:pt>
                <c:pt idx="25">
                  <c:v>6.9964637657180093</c:v>
                </c:pt>
                <c:pt idx="26">
                  <c:v>6.9970342797468961</c:v>
                </c:pt>
                <c:pt idx="27">
                  <c:v>7.0045608001906796</c:v>
                </c:pt>
                <c:pt idx="28">
                  <c:v>6.9973014758955667</c:v>
                </c:pt>
                <c:pt idx="29">
                  <c:v>6.9999645223629257</c:v>
                </c:pt>
                <c:pt idx="30">
                  <c:v>7.0004145287108717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5-7CA2-4D1D-9EE9-C76A03A620C0}"/>
            </c:ext>
          </c:extLst>
        </c:ser>
        <c:ser>
          <c:idx val="6"/>
          <c:order val="6"/>
          <c:tx>
            <c:strRef>
              <c:f>'Shoulders 1%'!$H$1</c:f>
              <c:strCache>
                <c:ptCount val="1"/>
                <c:pt idx="0">
                  <c:v>1G_6/O-PTIR (mV) []</c:v>
                </c:pt>
              </c:strCache>
            </c:strRef>
          </c:tx>
          <c:spPr>
            <a:ln w="19050" cap="rnd">
              <a:solidFill>
                <a:schemeClr val="accent1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'Shoulders 1%'!$A$2:$A$32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'Shoulders 1%'!$H$2:$H$32</c:f>
              <c:numCache>
                <c:formatCode>General</c:formatCode>
                <c:ptCount val="31"/>
                <c:pt idx="0">
                  <c:v>6.873554691037592</c:v>
                </c:pt>
                <c:pt idx="1">
                  <c:v>6.8728851812956702</c:v>
                </c:pt>
                <c:pt idx="2">
                  <c:v>6.8583946702051701</c:v>
                </c:pt>
                <c:pt idx="3">
                  <c:v>6.8419826931565666</c:v>
                </c:pt>
                <c:pt idx="4">
                  <c:v>6.836294197086171</c:v>
                </c:pt>
                <c:pt idx="5">
                  <c:v>6.8416340165374869</c:v>
                </c:pt>
                <c:pt idx="6">
                  <c:v>6.8508101932782397</c:v>
                </c:pt>
                <c:pt idx="7">
                  <c:v>6.8451963428056217</c:v>
                </c:pt>
                <c:pt idx="8">
                  <c:v>6.8406155606456664</c:v>
                </c:pt>
                <c:pt idx="9">
                  <c:v>6.8320044913653106</c:v>
                </c:pt>
                <c:pt idx="10">
                  <c:v>6.8490597205596879</c:v>
                </c:pt>
                <c:pt idx="11">
                  <c:v>6.8873552369222102</c:v>
                </c:pt>
                <c:pt idx="12">
                  <c:v>6.9137894046356836</c:v>
                </c:pt>
                <c:pt idx="13">
                  <c:v>6.9648002876740938</c:v>
                </c:pt>
                <c:pt idx="14">
                  <c:v>7.0465995991845691</c:v>
                </c:pt>
                <c:pt idx="15">
                  <c:v>7.2946623271691386</c:v>
                </c:pt>
                <c:pt idx="16">
                  <c:v>7.3186060974956142</c:v>
                </c:pt>
                <c:pt idx="17">
                  <c:v>7.1430869349324873</c:v>
                </c:pt>
                <c:pt idx="18">
                  <c:v>6.963379494464915</c:v>
                </c:pt>
                <c:pt idx="19">
                  <c:v>6.9124195142469373</c:v>
                </c:pt>
                <c:pt idx="20">
                  <c:v>6.8868354178590199</c:v>
                </c:pt>
                <c:pt idx="21">
                  <c:v>6.8646101567837672</c:v>
                </c:pt>
                <c:pt idx="22">
                  <c:v>6.8433224971676161</c:v>
                </c:pt>
                <c:pt idx="23">
                  <c:v>6.8676069448234989</c:v>
                </c:pt>
                <c:pt idx="24">
                  <c:v>6.8770186096784052</c:v>
                </c:pt>
                <c:pt idx="25">
                  <c:v>6.8568592445759613</c:v>
                </c:pt>
                <c:pt idx="26">
                  <c:v>6.847884580626987</c:v>
                </c:pt>
                <c:pt idx="27">
                  <c:v>6.8190647126073731</c:v>
                </c:pt>
                <c:pt idx="28">
                  <c:v>6.8035762669676387</c:v>
                </c:pt>
                <c:pt idx="29">
                  <c:v>6.836459019995182</c:v>
                </c:pt>
                <c:pt idx="30">
                  <c:v>6.8473602132312212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6-7CA2-4D1D-9EE9-C76A03A620C0}"/>
            </c:ext>
          </c:extLst>
        </c:ser>
        <c:ser>
          <c:idx val="7"/>
          <c:order val="7"/>
          <c:tx>
            <c:strRef>
              <c:f>'Shoulders 1%'!$I$1</c:f>
              <c:strCache>
                <c:ptCount val="1"/>
                <c:pt idx="0">
                  <c:v>1G_7/O-PTIR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'Shoulders 1%'!$A$2:$A$32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'Shoulders 1%'!$I$2:$I$32</c:f>
              <c:numCache>
                <c:formatCode>General</c:formatCode>
                <c:ptCount val="31"/>
                <c:pt idx="0">
                  <c:v>6.7450969658827038</c:v>
                </c:pt>
                <c:pt idx="1">
                  <c:v>6.7299635789426198</c:v>
                </c:pt>
                <c:pt idx="2">
                  <c:v>6.7210547047989939</c:v>
                </c:pt>
                <c:pt idx="3">
                  <c:v>6.7071897244675762</c:v>
                </c:pt>
                <c:pt idx="4">
                  <c:v>6.6990548780866126</c:v>
                </c:pt>
                <c:pt idx="5">
                  <c:v>6.6887213994223398</c:v>
                </c:pt>
                <c:pt idx="6">
                  <c:v>6.6943350350411066</c:v>
                </c:pt>
                <c:pt idx="7">
                  <c:v>6.7118246116886509</c:v>
                </c:pt>
                <c:pt idx="8">
                  <c:v>6.7232643865402961</c:v>
                </c:pt>
                <c:pt idx="9">
                  <c:v>6.7311226315016883</c:v>
                </c:pt>
                <c:pt idx="10">
                  <c:v>6.7455688443460389</c:v>
                </c:pt>
                <c:pt idx="11">
                  <c:v>6.7768482814342761</c:v>
                </c:pt>
                <c:pt idx="12">
                  <c:v>6.8256780535026618</c:v>
                </c:pt>
                <c:pt idx="13">
                  <c:v>6.9049310254692644</c:v>
                </c:pt>
                <c:pt idx="14">
                  <c:v>7.0128955258874113</c:v>
                </c:pt>
                <c:pt idx="15">
                  <c:v>7.2907043747532345</c:v>
                </c:pt>
                <c:pt idx="16">
                  <c:v>7.4169844056471899</c:v>
                </c:pt>
                <c:pt idx="17">
                  <c:v>7.2840685684654343</c:v>
                </c:pt>
                <c:pt idx="18">
                  <c:v>7.0598959602743614</c:v>
                </c:pt>
                <c:pt idx="19">
                  <c:v>6.8877292183144432</c:v>
                </c:pt>
                <c:pt idx="20">
                  <c:v>6.7874572574847445</c:v>
                </c:pt>
                <c:pt idx="21">
                  <c:v>6.7359570659121424</c:v>
                </c:pt>
                <c:pt idx="22">
                  <c:v>6.6966061320604942</c:v>
                </c:pt>
                <c:pt idx="23">
                  <c:v>6.665553386783877</c:v>
                </c:pt>
                <c:pt idx="24">
                  <c:v>6.6737515097884508</c:v>
                </c:pt>
                <c:pt idx="25">
                  <c:v>6.6798621064139265</c:v>
                </c:pt>
                <c:pt idx="26">
                  <c:v>6.6709874709912942</c:v>
                </c:pt>
                <c:pt idx="27">
                  <c:v>6.6550914114086757</c:v>
                </c:pt>
                <c:pt idx="28">
                  <c:v>6.6586170188149909</c:v>
                </c:pt>
                <c:pt idx="29">
                  <c:v>6.6448123406040409</c:v>
                </c:pt>
                <c:pt idx="30">
                  <c:v>6.6278717878924507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7-7CA2-4D1D-9EE9-C76A03A620C0}"/>
            </c:ext>
          </c:extLst>
        </c:ser>
        <c:ser>
          <c:idx val="8"/>
          <c:order val="8"/>
          <c:tx>
            <c:strRef>
              <c:f>'Shoulders 1%'!$J$1</c:f>
              <c:strCache>
                <c:ptCount val="1"/>
                <c:pt idx="0">
                  <c:v>1G_8/O-PTIR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'Shoulders 1%'!$A$2:$A$32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'Shoulders 1%'!$J$2:$J$32</c:f>
              <c:numCache>
                <c:formatCode>General</c:formatCode>
                <c:ptCount val="31"/>
                <c:pt idx="0">
                  <c:v>6.5692819672626408</c:v>
                </c:pt>
                <c:pt idx="1">
                  <c:v>6.536745061936859</c:v>
                </c:pt>
                <c:pt idx="2">
                  <c:v>6.5175112560973911</c:v>
                </c:pt>
                <c:pt idx="3">
                  <c:v>6.5068712162735176</c:v>
                </c:pt>
                <c:pt idx="4">
                  <c:v>6.504742430119407</c:v>
                </c:pt>
                <c:pt idx="5">
                  <c:v>6.5083389865574199</c:v>
                </c:pt>
                <c:pt idx="6">
                  <c:v>6.5122611619594082</c:v>
                </c:pt>
                <c:pt idx="7">
                  <c:v>6.5135825733062447</c:v>
                </c:pt>
                <c:pt idx="8">
                  <c:v>6.5218354802547616</c:v>
                </c:pt>
                <c:pt idx="9">
                  <c:v>6.5290401378460583</c:v>
                </c:pt>
                <c:pt idx="10">
                  <c:v>6.54029894608618</c:v>
                </c:pt>
                <c:pt idx="11">
                  <c:v>6.5896923764958233</c:v>
                </c:pt>
                <c:pt idx="12">
                  <c:v>6.6544496785282323</c:v>
                </c:pt>
                <c:pt idx="13">
                  <c:v>6.7496984617476112</c:v>
                </c:pt>
                <c:pt idx="14">
                  <c:v>6.8744658950768809</c:v>
                </c:pt>
                <c:pt idx="15">
                  <c:v>7.2569825566904864</c:v>
                </c:pt>
                <c:pt idx="16">
                  <c:v>7.316634100499444</c:v>
                </c:pt>
                <c:pt idx="17">
                  <c:v>7.0643961520492953</c:v>
                </c:pt>
                <c:pt idx="18">
                  <c:v>6.7918868434482667</c:v>
                </c:pt>
                <c:pt idx="19">
                  <c:v>6.6939584724723273</c:v>
                </c:pt>
                <c:pt idx="20">
                  <c:v>6.604136501152853</c:v>
                </c:pt>
                <c:pt idx="21">
                  <c:v>6.5557687431689278</c:v>
                </c:pt>
                <c:pt idx="22">
                  <c:v>6.5237633398106025</c:v>
                </c:pt>
                <c:pt idx="23">
                  <c:v>6.5046510164744173</c:v>
                </c:pt>
                <c:pt idx="24">
                  <c:v>6.5030990884530198</c:v>
                </c:pt>
                <c:pt idx="25">
                  <c:v>6.4993948937292778</c:v>
                </c:pt>
                <c:pt idx="26">
                  <c:v>6.4695624323636132</c:v>
                </c:pt>
                <c:pt idx="27">
                  <c:v>6.4417580915506711</c:v>
                </c:pt>
                <c:pt idx="28">
                  <c:v>6.4244042974123658</c:v>
                </c:pt>
                <c:pt idx="29">
                  <c:v>6.4101591319641882</c:v>
                </c:pt>
                <c:pt idx="30">
                  <c:v>6.4172257368117815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8-7CA2-4D1D-9EE9-C76A03A620C0}"/>
            </c:ext>
          </c:extLst>
        </c:ser>
        <c:ser>
          <c:idx val="9"/>
          <c:order val="9"/>
          <c:tx>
            <c:strRef>
              <c:f>'Shoulders 1%'!$K$1</c:f>
              <c:strCache>
                <c:ptCount val="1"/>
                <c:pt idx="0">
                  <c:v>1G_9/O-PTIR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'Shoulders 1%'!$A$2:$A$32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'Shoulders 1%'!$K$2:$K$32</c:f>
              <c:numCache>
                <c:formatCode>General</c:formatCode>
                <c:ptCount val="31"/>
                <c:pt idx="0">
                  <c:v>6.2882801565429354</c:v>
                </c:pt>
                <c:pt idx="1">
                  <c:v>6.2753088109959219</c:v>
                </c:pt>
                <c:pt idx="2">
                  <c:v>6.2697221014989557</c:v>
                </c:pt>
                <c:pt idx="3">
                  <c:v>6.2745451730238324</c:v>
                </c:pt>
                <c:pt idx="4">
                  <c:v>6.2764051517755037</c:v>
                </c:pt>
                <c:pt idx="5">
                  <c:v>6.2556339500979625</c:v>
                </c:pt>
                <c:pt idx="6">
                  <c:v>6.2439967878670393</c:v>
                </c:pt>
                <c:pt idx="7">
                  <c:v>6.2561288851315844</c:v>
                </c:pt>
                <c:pt idx="8">
                  <c:v>6.2791666693798396</c:v>
                </c:pt>
                <c:pt idx="9">
                  <c:v>6.287425262943648</c:v>
                </c:pt>
                <c:pt idx="10">
                  <c:v>6.286914839569631</c:v>
                </c:pt>
                <c:pt idx="11">
                  <c:v>6.2721100326585377</c:v>
                </c:pt>
                <c:pt idx="12">
                  <c:v>6.2652736978119679</c:v>
                </c:pt>
                <c:pt idx="13">
                  <c:v>6.3002763412949294</c:v>
                </c:pt>
                <c:pt idx="14">
                  <c:v>6.378410297671949</c:v>
                </c:pt>
                <c:pt idx="15">
                  <c:v>6.9826582122343552</c:v>
                </c:pt>
                <c:pt idx="16">
                  <c:v>6.9823801662917511</c:v>
                </c:pt>
                <c:pt idx="17">
                  <c:v>6.6428654192521659</c:v>
                </c:pt>
                <c:pt idx="18">
                  <c:v>6.4430346886731948</c:v>
                </c:pt>
                <c:pt idx="19">
                  <c:v>6.3210963335702948</c:v>
                </c:pt>
                <c:pt idx="20">
                  <c:v>6.2697828862582794</c:v>
                </c:pt>
                <c:pt idx="21">
                  <c:v>6.2463214517142385</c:v>
                </c:pt>
                <c:pt idx="22">
                  <c:v>6.2404947775920832</c:v>
                </c:pt>
                <c:pt idx="23">
                  <c:v>6.2315629673827644</c:v>
                </c:pt>
                <c:pt idx="24">
                  <c:v>6.2297340438000965</c:v>
                </c:pt>
                <c:pt idx="25">
                  <c:v>6.2317449263127092</c:v>
                </c:pt>
                <c:pt idx="26">
                  <c:v>6.2309193175372108</c:v>
                </c:pt>
                <c:pt idx="27">
                  <c:v>6.2266088496144478</c:v>
                </c:pt>
                <c:pt idx="28">
                  <c:v>6.2194567479722371</c:v>
                </c:pt>
                <c:pt idx="29">
                  <c:v>6.2182578914140825</c:v>
                </c:pt>
                <c:pt idx="30">
                  <c:v>6.2097737096491521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9-7CA2-4D1D-9EE9-C76A03A620C0}"/>
            </c:ext>
          </c:extLst>
        </c:ser>
        <c:ser>
          <c:idx val="10"/>
          <c:order val="10"/>
          <c:tx>
            <c:strRef>
              <c:f>'Shoulders 1%'!$L$1</c:f>
              <c:strCache>
                <c:ptCount val="1"/>
                <c:pt idx="0">
                  <c:v>1H_1/O-PTIR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'Shoulders 1%'!$A$2:$A$32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'Shoulders 1%'!$L$2:$L$32</c:f>
              <c:numCache>
                <c:formatCode>General</c:formatCode>
                <c:ptCount val="31"/>
                <c:pt idx="0">
                  <c:v>5.2109103875057796</c:v>
                </c:pt>
                <c:pt idx="1">
                  <c:v>5.1707329544427623</c:v>
                </c:pt>
                <c:pt idx="2">
                  <c:v>5.1396828761263231</c:v>
                </c:pt>
                <c:pt idx="3">
                  <c:v>5.1238259747309991</c:v>
                </c:pt>
                <c:pt idx="4">
                  <c:v>5.1207405160675545</c:v>
                </c:pt>
                <c:pt idx="5">
                  <c:v>5.1162087265396377</c:v>
                </c:pt>
                <c:pt idx="6">
                  <c:v>5.1127016079422214</c:v>
                </c:pt>
                <c:pt idx="7">
                  <c:v>5.1156194614773058</c:v>
                </c:pt>
                <c:pt idx="8">
                  <c:v>5.1299904546055357</c:v>
                </c:pt>
                <c:pt idx="9">
                  <c:v>5.143316457318357</c:v>
                </c:pt>
                <c:pt idx="10">
                  <c:v>5.1641537420406962</c:v>
                </c:pt>
                <c:pt idx="11">
                  <c:v>5.2234150638453736</c:v>
                </c:pt>
                <c:pt idx="12">
                  <c:v>5.2979975902969061</c:v>
                </c:pt>
                <c:pt idx="13">
                  <c:v>5.4048713848737462</c:v>
                </c:pt>
                <c:pt idx="14">
                  <c:v>5.5119917352366494</c:v>
                </c:pt>
                <c:pt idx="15">
                  <c:v>5.7088402089861061</c:v>
                </c:pt>
                <c:pt idx="16">
                  <c:v>5.8024869307468414</c:v>
                </c:pt>
                <c:pt idx="17">
                  <c:v>5.7023635603069271</c:v>
                </c:pt>
                <c:pt idx="18">
                  <c:v>5.4946263468565748</c:v>
                </c:pt>
                <c:pt idx="19">
                  <c:v>5.2967725145336724</c:v>
                </c:pt>
                <c:pt idx="20">
                  <c:v>5.1841105656530857</c:v>
                </c:pt>
                <c:pt idx="21">
                  <c:v>5.1260000507374679</c:v>
                </c:pt>
                <c:pt idx="22">
                  <c:v>5.0937663930472681</c:v>
                </c:pt>
                <c:pt idx="23">
                  <c:v>5.0777373340334959</c:v>
                </c:pt>
                <c:pt idx="24">
                  <c:v>5.0629005102490776</c:v>
                </c:pt>
                <c:pt idx="25">
                  <c:v>5.0590883816206684</c:v>
                </c:pt>
                <c:pt idx="26">
                  <c:v>5.0587030191188802</c:v>
                </c:pt>
                <c:pt idx="27">
                  <c:v>5.0484701101874085</c:v>
                </c:pt>
                <c:pt idx="28">
                  <c:v>5.038160179792464</c:v>
                </c:pt>
                <c:pt idx="29">
                  <c:v>5.0320865115475648</c:v>
                </c:pt>
                <c:pt idx="30">
                  <c:v>5.029246666189052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A-7CA2-4D1D-9EE9-C76A03A620C0}"/>
            </c:ext>
          </c:extLst>
        </c:ser>
        <c:ser>
          <c:idx val="11"/>
          <c:order val="11"/>
          <c:tx>
            <c:strRef>
              <c:f>'Shoulders 1%'!$M$1</c:f>
              <c:strCache>
                <c:ptCount val="1"/>
                <c:pt idx="0">
                  <c:v>1H_10/O-PTIR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'Shoulders 1%'!$A$2:$A$32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'Shoulders 1%'!$M$2:$M$32</c:f>
              <c:numCache>
                <c:formatCode>General</c:formatCode>
                <c:ptCount val="31"/>
                <c:pt idx="0">
                  <c:v>4.9206703232093219</c:v>
                </c:pt>
                <c:pt idx="1">
                  <c:v>4.8828789067185356</c:v>
                </c:pt>
                <c:pt idx="2">
                  <c:v>4.8592409236595007</c:v>
                </c:pt>
                <c:pt idx="3">
                  <c:v>4.8549445391689803</c:v>
                </c:pt>
                <c:pt idx="4">
                  <c:v>4.8540452314352889</c:v>
                </c:pt>
                <c:pt idx="5">
                  <c:v>4.8436829257958216</c:v>
                </c:pt>
                <c:pt idx="6">
                  <c:v>4.8370612813820824</c:v>
                </c:pt>
                <c:pt idx="7">
                  <c:v>4.8538964742237747</c:v>
                </c:pt>
                <c:pt idx="8">
                  <c:v>4.8668323383443957</c:v>
                </c:pt>
                <c:pt idx="9">
                  <c:v>4.8739522538311419</c:v>
                </c:pt>
                <c:pt idx="10">
                  <c:v>4.8734409228419695</c:v>
                </c:pt>
                <c:pt idx="11">
                  <c:v>4.8974496244906129</c:v>
                </c:pt>
                <c:pt idx="12">
                  <c:v>4.9592519084789135</c:v>
                </c:pt>
                <c:pt idx="13">
                  <c:v>5.0369750577183474</c:v>
                </c:pt>
                <c:pt idx="14">
                  <c:v>5.2253878791287942</c:v>
                </c:pt>
                <c:pt idx="15">
                  <c:v>5.8002459306140093</c:v>
                </c:pt>
                <c:pt idx="16">
                  <c:v>5.9514920380345044</c:v>
                </c:pt>
                <c:pt idx="17">
                  <c:v>5.7538893215841416</c:v>
                </c:pt>
                <c:pt idx="18">
                  <c:v>5.3214096296203195</c:v>
                </c:pt>
                <c:pt idx="19">
                  <c:v>5.0472465654822747</c:v>
                </c:pt>
                <c:pt idx="20">
                  <c:v>4.920806039570242</c:v>
                </c:pt>
                <c:pt idx="21">
                  <c:v>4.85403985113114</c:v>
                </c:pt>
                <c:pt idx="22">
                  <c:v>4.8260335625279343</c:v>
                </c:pt>
                <c:pt idx="23">
                  <c:v>4.8007070036258943</c:v>
                </c:pt>
                <c:pt idx="24">
                  <c:v>4.7949188570630952</c:v>
                </c:pt>
                <c:pt idx="25">
                  <c:v>4.8201515345313792</c:v>
                </c:pt>
                <c:pt idx="26">
                  <c:v>4.8300342914886043</c:v>
                </c:pt>
                <c:pt idx="27">
                  <c:v>4.8207429904894221</c:v>
                </c:pt>
                <c:pt idx="28">
                  <c:v>4.8213302615546203</c:v>
                </c:pt>
                <c:pt idx="29">
                  <c:v>4.8204505722935336</c:v>
                </c:pt>
                <c:pt idx="30">
                  <c:v>4.7989156300369329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B-7CA2-4D1D-9EE9-C76A03A620C0}"/>
            </c:ext>
          </c:extLst>
        </c:ser>
        <c:ser>
          <c:idx val="12"/>
          <c:order val="12"/>
          <c:tx>
            <c:strRef>
              <c:f>'Shoulders 1%'!$N$1</c:f>
              <c:strCache>
                <c:ptCount val="1"/>
                <c:pt idx="0">
                  <c:v>1H_11/O-PTIR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'Shoulders 1%'!$A$2:$A$32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'Shoulders 1%'!$N$2:$N$32</c:f>
              <c:numCache>
                <c:formatCode>General</c:formatCode>
                <c:ptCount val="31"/>
                <c:pt idx="0">
                  <c:v>4.6288177771692061</c:v>
                </c:pt>
                <c:pt idx="1">
                  <c:v>4.6248818105114511</c:v>
                </c:pt>
                <c:pt idx="2">
                  <c:v>4.6173274465970024</c:v>
                </c:pt>
                <c:pt idx="3">
                  <c:v>4.6086453180452756</c:v>
                </c:pt>
                <c:pt idx="4">
                  <c:v>4.5831391347761032</c:v>
                </c:pt>
                <c:pt idx="5">
                  <c:v>4.580095313740733</c:v>
                </c:pt>
                <c:pt idx="6">
                  <c:v>4.580173605994923</c:v>
                </c:pt>
                <c:pt idx="7">
                  <c:v>4.6105926740518672</c:v>
                </c:pt>
                <c:pt idx="8">
                  <c:v>4.6496115369075559</c:v>
                </c:pt>
                <c:pt idx="9">
                  <c:v>4.6298964922103192</c:v>
                </c:pt>
                <c:pt idx="10">
                  <c:v>4.6120798268465446</c:v>
                </c:pt>
                <c:pt idx="11">
                  <c:v>4.6089215385226971</c:v>
                </c:pt>
                <c:pt idx="12">
                  <c:v>4.6233248120335837</c:v>
                </c:pt>
                <c:pt idx="13">
                  <c:v>4.7214328884722594</c:v>
                </c:pt>
                <c:pt idx="14">
                  <c:v>4.8451546935098992</c:v>
                </c:pt>
                <c:pt idx="15">
                  <c:v>5.3349355843743682</c:v>
                </c:pt>
                <c:pt idx="16">
                  <c:v>5.5147921585151769</c:v>
                </c:pt>
                <c:pt idx="17">
                  <c:v>5.2946891361845596</c:v>
                </c:pt>
                <c:pt idx="18">
                  <c:v>4.9086969261982212</c:v>
                </c:pt>
                <c:pt idx="19">
                  <c:v>4.7031037043901831</c:v>
                </c:pt>
                <c:pt idx="20">
                  <c:v>4.6282106053928702</c:v>
                </c:pt>
                <c:pt idx="21">
                  <c:v>4.6310709843659676</c:v>
                </c:pt>
                <c:pt idx="22">
                  <c:v>4.5888558246586868</c:v>
                </c:pt>
                <c:pt idx="23">
                  <c:v>4.5641206332019664</c:v>
                </c:pt>
                <c:pt idx="24">
                  <c:v>4.5539718343735354</c:v>
                </c:pt>
                <c:pt idx="25">
                  <c:v>4.587945946237638</c:v>
                </c:pt>
                <c:pt idx="26">
                  <c:v>4.5877840175125293</c:v>
                </c:pt>
                <c:pt idx="27">
                  <c:v>4.635970703941477</c:v>
                </c:pt>
                <c:pt idx="28">
                  <c:v>4.6147066052101877</c:v>
                </c:pt>
                <c:pt idx="29">
                  <c:v>4.5936510611510064</c:v>
                </c:pt>
                <c:pt idx="30">
                  <c:v>4.6191897488213964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C-7CA2-4D1D-9EE9-C76A03A620C0}"/>
            </c:ext>
          </c:extLst>
        </c:ser>
        <c:ser>
          <c:idx val="13"/>
          <c:order val="13"/>
          <c:tx>
            <c:strRef>
              <c:f>'Shoulders 1%'!$O$1</c:f>
              <c:strCache>
                <c:ptCount val="1"/>
                <c:pt idx="0">
                  <c:v>1H_12/O-PTIR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'Shoulders 1%'!$A$2:$A$32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'Shoulders 1%'!$O$2:$O$32</c:f>
              <c:numCache>
                <c:formatCode>General</c:formatCode>
                <c:ptCount val="31"/>
                <c:pt idx="0">
                  <c:v>4.5203623201603875</c:v>
                </c:pt>
                <c:pt idx="1">
                  <c:v>4.4815067521131207</c:v>
                </c:pt>
                <c:pt idx="2">
                  <c:v>4.4566141975949449</c:v>
                </c:pt>
                <c:pt idx="3">
                  <c:v>4.4536498331708021</c:v>
                </c:pt>
                <c:pt idx="4">
                  <c:v>4.4489128968580562</c:v>
                </c:pt>
                <c:pt idx="5">
                  <c:v>4.4446816098812514</c:v>
                </c:pt>
                <c:pt idx="6">
                  <c:v>4.4392989897751693</c:v>
                </c:pt>
                <c:pt idx="7">
                  <c:v>4.4441727825354862</c:v>
                </c:pt>
                <c:pt idx="8">
                  <c:v>4.4664583161353013</c:v>
                </c:pt>
                <c:pt idx="9">
                  <c:v>4.4721142567416701</c:v>
                </c:pt>
                <c:pt idx="10">
                  <c:v>4.471092662561186</c:v>
                </c:pt>
                <c:pt idx="11">
                  <c:v>4.4951975951308105</c:v>
                </c:pt>
                <c:pt idx="12">
                  <c:v>4.5481544201345772</c:v>
                </c:pt>
                <c:pt idx="13">
                  <c:v>4.6309771791232635</c:v>
                </c:pt>
                <c:pt idx="14">
                  <c:v>4.8200039136919042</c:v>
                </c:pt>
                <c:pt idx="15">
                  <c:v>5.280761817285784</c:v>
                </c:pt>
                <c:pt idx="16">
                  <c:v>5.4591643795356184</c:v>
                </c:pt>
                <c:pt idx="17">
                  <c:v>5.297533503838352</c:v>
                </c:pt>
                <c:pt idx="18">
                  <c:v>4.9314091802183011</c:v>
                </c:pt>
                <c:pt idx="19">
                  <c:v>4.6497994512626004</c:v>
                </c:pt>
                <c:pt idx="20">
                  <c:v>4.5318509500027107</c:v>
                </c:pt>
                <c:pt idx="21">
                  <c:v>4.4769301693181474</c:v>
                </c:pt>
                <c:pt idx="22">
                  <c:v>4.4365222716793422</c:v>
                </c:pt>
                <c:pt idx="23">
                  <c:v>4.4014829116391434</c:v>
                </c:pt>
                <c:pt idx="24">
                  <c:v>4.4413772178312678</c:v>
                </c:pt>
                <c:pt idx="25">
                  <c:v>4.444421685197443</c:v>
                </c:pt>
                <c:pt idx="26">
                  <c:v>4.4349372723022009</c:v>
                </c:pt>
                <c:pt idx="27">
                  <c:v>4.4216176989225913</c:v>
                </c:pt>
                <c:pt idx="28">
                  <c:v>4.4208739766342156</c:v>
                </c:pt>
                <c:pt idx="29">
                  <c:v>4.416181074017512</c:v>
                </c:pt>
                <c:pt idx="30">
                  <c:v>4.4106371135788702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D-7CA2-4D1D-9EE9-C76A03A620C0}"/>
            </c:ext>
          </c:extLst>
        </c:ser>
        <c:ser>
          <c:idx val="14"/>
          <c:order val="14"/>
          <c:tx>
            <c:strRef>
              <c:f>'Shoulders 1%'!$P$1</c:f>
              <c:strCache>
                <c:ptCount val="1"/>
                <c:pt idx="0">
                  <c:v>1H_13/O-PTIR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'Shoulders 1%'!$A$2:$A$32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'Shoulders 1%'!$P$2:$P$32</c:f>
              <c:numCache>
                <c:formatCode>General</c:formatCode>
                <c:ptCount val="31"/>
                <c:pt idx="0">
                  <c:v>4.2019925685766726</c:v>
                </c:pt>
                <c:pt idx="1">
                  <c:v>4.2036336398881833</c:v>
                </c:pt>
                <c:pt idx="2">
                  <c:v>4.2035030295713192</c:v>
                </c:pt>
                <c:pt idx="3">
                  <c:v>4.1968211411725136</c:v>
                </c:pt>
                <c:pt idx="4">
                  <c:v>4.1967650711204962</c:v>
                </c:pt>
                <c:pt idx="5">
                  <c:v>4.201553593373073</c:v>
                </c:pt>
                <c:pt idx="6">
                  <c:v>4.1961156224284197</c:v>
                </c:pt>
                <c:pt idx="7">
                  <c:v>4.2071182881414551</c:v>
                </c:pt>
                <c:pt idx="8">
                  <c:v>4.2022766092969999</c:v>
                </c:pt>
                <c:pt idx="9">
                  <c:v>4.1950278402004901</c:v>
                </c:pt>
                <c:pt idx="10">
                  <c:v>4.2091937358442362</c:v>
                </c:pt>
                <c:pt idx="11">
                  <c:v>4.1940872305814096</c:v>
                </c:pt>
                <c:pt idx="12">
                  <c:v>4.2152134131792103</c:v>
                </c:pt>
                <c:pt idx="13">
                  <c:v>4.2564219904398257</c:v>
                </c:pt>
                <c:pt idx="14">
                  <c:v>4.3481016468896749</c:v>
                </c:pt>
                <c:pt idx="15">
                  <c:v>4.7789201823995704</c:v>
                </c:pt>
                <c:pt idx="16">
                  <c:v>4.9958122416531916</c:v>
                </c:pt>
                <c:pt idx="17">
                  <c:v>4.8390359394332654</c:v>
                </c:pt>
                <c:pt idx="18">
                  <c:v>4.480762562048028</c:v>
                </c:pt>
                <c:pt idx="19">
                  <c:v>4.2738715266500087</c:v>
                </c:pt>
                <c:pt idx="20">
                  <c:v>4.2165915529641378</c:v>
                </c:pt>
                <c:pt idx="21">
                  <c:v>4.2079335614251372</c:v>
                </c:pt>
                <c:pt idx="22">
                  <c:v>4.2182148221004718</c:v>
                </c:pt>
                <c:pt idx="23">
                  <c:v>4.1737471339260868</c:v>
                </c:pt>
                <c:pt idx="24">
                  <c:v>4.192090623262704</c:v>
                </c:pt>
                <c:pt idx="25">
                  <c:v>4.2020067423189387</c:v>
                </c:pt>
                <c:pt idx="26">
                  <c:v>4.2096190721668965</c:v>
                </c:pt>
                <c:pt idx="27">
                  <c:v>4.1976765728397902</c:v>
                </c:pt>
                <c:pt idx="28">
                  <c:v>4.204531917016026</c:v>
                </c:pt>
                <c:pt idx="29">
                  <c:v>4.2075727103060547</c:v>
                </c:pt>
                <c:pt idx="30">
                  <c:v>4.2013123284569529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E-7CA2-4D1D-9EE9-C76A03A620C0}"/>
            </c:ext>
          </c:extLst>
        </c:ser>
        <c:ser>
          <c:idx val="15"/>
          <c:order val="15"/>
          <c:tx>
            <c:strRef>
              <c:f>'Shoulders 1%'!$Q$1</c:f>
              <c:strCache>
                <c:ptCount val="1"/>
                <c:pt idx="0">
                  <c:v>1H_2/O-PTIR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'Shoulders 1%'!$A$2:$A$32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'Shoulders 1%'!$Q$2:$Q$32</c:f>
              <c:numCache>
                <c:formatCode>General</c:formatCode>
                <c:ptCount val="31"/>
                <c:pt idx="0">
                  <c:v>4.1076199361994039</c:v>
                </c:pt>
                <c:pt idx="1">
                  <c:v>4.0862294839466449</c:v>
                </c:pt>
                <c:pt idx="2">
                  <c:v>4.0737519244195157</c:v>
                </c:pt>
                <c:pt idx="3">
                  <c:v>4.0682173960003549</c:v>
                </c:pt>
                <c:pt idx="4">
                  <c:v>4.0675686600949268</c:v>
                </c:pt>
                <c:pt idx="5">
                  <c:v>4.0690011204038106</c:v>
                </c:pt>
                <c:pt idx="6">
                  <c:v>4.073130891998094</c:v>
                </c:pt>
                <c:pt idx="7">
                  <c:v>4.0777925328820324</c:v>
                </c:pt>
                <c:pt idx="8">
                  <c:v>4.0854181283731581</c:v>
                </c:pt>
                <c:pt idx="9">
                  <c:v>4.0866149029731575</c:v>
                </c:pt>
                <c:pt idx="10">
                  <c:v>4.0935987191632961</c:v>
                </c:pt>
                <c:pt idx="11">
                  <c:v>4.1198975837413192</c:v>
                </c:pt>
                <c:pt idx="12">
                  <c:v>4.1594998696034393</c:v>
                </c:pt>
                <c:pt idx="13">
                  <c:v>4.2320554316126158</c:v>
                </c:pt>
                <c:pt idx="14">
                  <c:v>4.3559143749307232</c:v>
                </c:pt>
                <c:pt idx="15">
                  <c:v>4.875678796825035</c:v>
                </c:pt>
                <c:pt idx="16">
                  <c:v>4.9857712707798534</c:v>
                </c:pt>
                <c:pt idx="17">
                  <c:v>4.7066975815661127</c:v>
                </c:pt>
                <c:pt idx="18">
                  <c:v>4.3757803256466072</c:v>
                </c:pt>
                <c:pt idx="19">
                  <c:v>4.1847615565253466</c:v>
                </c:pt>
                <c:pt idx="20">
                  <c:v>4.1101400276250954</c:v>
                </c:pt>
                <c:pt idx="21">
                  <c:v>4.0814768069989746</c:v>
                </c:pt>
                <c:pt idx="22">
                  <c:v>4.0663363937957619</c:v>
                </c:pt>
                <c:pt idx="23">
                  <c:v>4.0562210389759601</c:v>
                </c:pt>
                <c:pt idx="24">
                  <c:v>4.0589728749988723</c:v>
                </c:pt>
                <c:pt idx="25">
                  <c:v>4.0580368392845614</c:v>
                </c:pt>
                <c:pt idx="26">
                  <c:v>4.0499901088944341</c:v>
                </c:pt>
                <c:pt idx="27">
                  <c:v>4.0399868226581326</c:v>
                </c:pt>
                <c:pt idx="28">
                  <c:v>4.0269218115119454</c:v>
                </c:pt>
                <c:pt idx="29">
                  <c:v>4.0231894269071162</c:v>
                </c:pt>
                <c:pt idx="30">
                  <c:v>4.0244494671964137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F-7CA2-4D1D-9EE9-C76A03A620C0}"/>
            </c:ext>
          </c:extLst>
        </c:ser>
        <c:ser>
          <c:idx val="16"/>
          <c:order val="16"/>
          <c:tx>
            <c:strRef>
              <c:f>'Shoulders 1%'!$R$1</c:f>
              <c:strCache>
                <c:ptCount val="1"/>
                <c:pt idx="0">
                  <c:v>1H_3/O-PTIR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'Shoulders 1%'!$A$2:$A$32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'Shoulders 1%'!$R$2:$R$32</c:f>
              <c:numCache>
                <c:formatCode>General</c:formatCode>
                <c:ptCount val="31"/>
                <c:pt idx="0">
                  <c:v>3.8622157514691846</c:v>
                </c:pt>
                <c:pt idx="1">
                  <c:v>3.8533666906188579</c:v>
                </c:pt>
                <c:pt idx="2">
                  <c:v>3.8479776465538489</c:v>
                </c:pt>
                <c:pt idx="3">
                  <c:v>3.8446730117516816</c:v>
                </c:pt>
                <c:pt idx="4">
                  <c:v>3.844997046195799</c:v>
                </c:pt>
                <c:pt idx="5">
                  <c:v>3.8454066241815381</c:v>
                </c:pt>
                <c:pt idx="6">
                  <c:v>3.8481714822984889</c:v>
                </c:pt>
                <c:pt idx="7">
                  <c:v>3.8524799828112601</c:v>
                </c:pt>
                <c:pt idx="8">
                  <c:v>3.8546617310288922</c:v>
                </c:pt>
                <c:pt idx="9">
                  <c:v>3.8544789250929301</c:v>
                </c:pt>
                <c:pt idx="10">
                  <c:v>3.8582227106302489</c:v>
                </c:pt>
                <c:pt idx="11">
                  <c:v>3.8711258718295602</c:v>
                </c:pt>
                <c:pt idx="12">
                  <c:v>3.8919229257181533</c:v>
                </c:pt>
                <c:pt idx="13">
                  <c:v>3.9362498536164208</c:v>
                </c:pt>
                <c:pt idx="14">
                  <c:v>4.005828030450397</c:v>
                </c:pt>
                <c:pt idx="15">
                  <c:v>4.4122018899447024</c:v>
                </c:pt>
                <c:pt idx="16">
                  <c:v>4.4913231327866061</c:v>
                </c:pt>
                <c:pt idx="17">
                  <c:v>4.2745701712651121</c:v>
                </c:pt>
                <c:pt idx="18">
                  <c:v>4.026028025125874</c:v>
                </c:pt>
                <c:pt idx="19">
                  <c:v>3.9034553282234232</c:v>
                </c:pt>
                <c:pt idx="20">
                  <c:v>3.86537817778945</c:v>
                </c:pt>
                <c:pt idx="21">
                  <c:v>3.8503240099447735</c:v>
                </c:pt>
                <c:pt idx="22">
                  <c:v>3.8430795080874782</c:v>
                </c:pt>
                <c:pt idx="23">
                  <c:v>3.8414244268541879</c:v>
                </c:pt>
                <c:pt idx="24">
                  <c:v>3.8403326008437899</c:v>
                </c:pt>
                <c:pt idx="25">
                  <c:v>3.8367468896654091</c:v>
                </c:pt>
                <c:pt idx="26">
                  <c:v>3.8315980820811308</c:v>
                </c:pt>
                <c:pt idx="27">
                  <c:v>3.8264469138830104</c:v>
                </c:pt>
                <c:pt idx="28">
                  <c:v>3.8217458062840159</c:v>
                </c:pt>
                <c:pt idx="29">
                  <c:v>3.8182963676007287</c:v>
                </c:pt>
                <c:pt idx="30">
                  <c:v>3.8154068882130061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0-7CA2-4D1D-9EE9-C76A03A620C0}"/>
            </c:ext>
          </c:extLst>
        </c:ser>
        <c:ser>
          <c:idx val="17"/>
          <c:order val="17"/>
          <c:tx>
            <c:strRef>
              <c:f>'Shoulders 1%'!$S$1</c:f>
              <c:strCache>
                <c:ptCount val="1"/>
                <c:pt idx="0">
                  <c:v>1H_4/O-PTIR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'Shoulders 1%'!$A$2:$A$32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'Shoulders 1%'!$S$2:$S$32</c:f>
              <c:numCache>
                <c:formatCode>General</c:formatCode>
                <c:ptCount val="31"/>
                <c:pt idx="0">
                  <c:v>3.6793851956830883</c:v>
                </c:pt>
                <c:pt idx="1">
                  <c:v>3.6606242596080794</c:v>
                </c:pt>
                <c:pt idx="2">
                  <c:v>3.6482631993526491</c:v>
                </c:pt>
                <c:pt idx="3">
                  <c:v>3.6422822863179456</c:v>
                </c:pt>
                <c:pt idx="4">
                  <c:v>3.6401072119923943</c:v>
                </c:pt>
                <c:pt idx="5">
                  <c:v>3.6378247826132646</c:v>
                </c:pt>
                <c:pt idx="6">
                  <c:v>3.6346750995298791</c:v>
                </c:pt>
                <c:pt idx="7">
                  <c:v>3.6377500068158182</c:v>
                </c:pt>
                <c:pt idx="8">
                  <c:v>3.6431556961496874</c:v>
                </c:pt>
                <c:pt idx="9">
                  <c:v>3.6467953519574934</c:v>
                </c:pt>
                <c:pt idx="10">
                  <c:v>3.6523968806934568</c:v>
                </c:pt>
                <c:pt idx="11">
                  <c:v>3.6746416051081532</c:v>
                </c:pt>
                <c:pt idx="12">
                  <c:v>3.7110271466466838</c:v>
                </c:pt>
                <c:pt idx="13">
                  <c:v>3.7744414247634959</c:v>
                </c:pt>
                <c:pt idx="14">
                  <c:v>3.8886225912945718</c:v>
                </c:pt>
                <c:pt idx="15">
                  <c:v>4.4342134574165666</c:v>
                </c:pt>
                <c:pt idx="16">
                  <c:v>4.5534503281153835</c:v>
                </c:pt>
                <c:pt idx="17">
                  <c:v>4.2565333120275923</c:v>
                </c:pt>
                <c:pt idx="18">
                  <c:v>3.9019419544093701</c:v>
                </c:pt>
                <c:pt idx="19">
                  <c:v>3.7183363898807062</c:v>
                </c:pt>
                <c:pt idx="20">
                  <c:v>3.6578891226356922</c:v>
                </c:pt>
                <c:pt idx="21">
                  <c:v>3.6365993671276118</c:v>
                </c:pt>
                <c:pt idx="22">
                  <c:v>3.6259131314973918</c:v>
                </c:pt>
                <c:pt idx="23">
                  <c:v>3.6184444560986524</c:v>
                </c:pt>
                <c:pt idx="24">
                  <c:v>3.6170946534094903</c:v>
                </c:pt>
                <c:pt idx="25">
                  <c:v>3.6166880176708607</c:v>
                </c:pt>
                <c:pt idx="26">
                  <c:v>3.6139942962606151</c:v>
                </c:pt>
                <c:pt idx="27">
                  <c:v>3.6107848431254239</c:v>
                </c:pt>
                <c:pt idx="28">
                  <c:v>3.610151412070691</c:v>
                </c:pt>
                <c:pt idx="29">
                  <c:v>3.6086156801318046</c:v>
                </c:pt>
                <c:pt idx="30">
                  <c:v>3.607422588013276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1-7CA2-4D1D-9EE9-C76A03A620C0}"/>
            </c:ext>
          </c:extLst>
        </c:ser>
        <c:ser>
          <c:idx val="18"/>
          <c:order val="18"/>
          <c:tx>
            <c:strRef>
              <c:f>'Shoulders 1%'!$T$1</c:f>
              <c:strCache>
                <c:ptCount val="1"/>
                <c:pt idx="0">
                  <c:v>1H_6/O-PTIR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'Shoulders 1%'!$A$2:$A$32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'Shoulders 1%'!$T$2:$T$32</c:f>
              <c:numCache>
                <c:formatCode>General</c:formatCode>
                <c:ptCount val="31"/>
                <c:pt idx="0">
                  <c:v>3.4148630609756792</c:v>
                </c:pt>
                <c:pt idx="1">
                  <c:v>3.4100470192174082</c:v>
                </c:pt>
                <c:pt idx="2">
                  <c:v>3.4267498838884793</c:v>
                </c:pt>
                <c:pt idx="3">
                  <c:v>3.4373261111015934</c:v>
                </c:pt>
                <c:pt idx="4">
                  <c:v>3.4421476110530551</c:v>
                </c:pt>
                <c:pt idx="5">
                  <c:v>3.4267752238001967</c:v>
                </c:pt>
                <c:pt idx="6">
                  <c:v>3.4161007146093039</c:v>
                </c:pt>
                <c:pt idx="7">
                  <c:v>3.4143342586564946</c:v>
                </c:pt>
                <c:pt idx="8">
                  <c:v>3.4233152028049498</c:v>
                </c:pt>
                <c:pt idx="9">
                  <c:v>3.4301784714965251</c:v>
                </c:pt>
                <c:pt idx="10">
                  <c:v>3.4326371662507591</c:v>
                </c:pt>
                <c:pt idx="11">
                  <c:v>3.4337812121090989</c:v>
                </c:pt>
                <c:pt idx="12">
                  <c:v>3.4567071343867122</c:v>
                </c:pt>
                <c:pt idx="13">
                  <c:v>3.4447924030706738</c:v>
                </c:pt>
                <c:pt idx="14">
                  <c:v>3.4840433647976514</c:v>
                </c:pt>
                <c:pt idx="15">
                  <c:v>3.7855026962617786</c:v>
                </c:pt>
                <c:pt idx="16">
                  <c:v>3.8978493862268886</c:v>
                </c:pt>
                <c:pt idx="17">
                  <c:v>3.7594794016259421</c:v>
                </c:pt>
                <c:pt idx="18">
                  <c:v>3.5293047013744938</c:v>
                </c:pt>
                <c:pt idx="19">
                  <c:v>3.4397248609041089</c:v>
                </c:pt>
                <c:pt idx="20">
                  <c:v>3.4183830614229942</c:v>
                </c:pt>
                <c:pt idx="21">
                  <c:v>3.4213974663895215</c:v>
                </c:pt>
                <c:pt idx="22">
                  <c:v>3.4139544050521833</c:v>
                </c:pt>
                <c:pt idx="23">
                  <c:v>3.371985697344853</c:v>
                </c:pt>
                <c:pt idx="24">
                  <c:v>3.3747303048212927</c:v>
                </c:pt>
                <c:pt idx="25">
                  <c:v>3.391011212970418</c:v>
                </c:pt>
                <c:pt idx="26">
                  <c:v>3.3974737574282821</c:v>
                </c:pt>
                <c:pt idx="27">
                  <c:v>3.3977759632378555</c:v>
                </c:pt>
                <c:pt idx="28">
                  <c:v>3.3821411202287206</c:v>
                </c:pt>
                <c:pt idx="29">
                  <c:v>3.3858579594447202</c:v>
                </c:pt>
                <c:pt idx="30">
                  <c:v>3.3894024372950202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2-7CA2-4D1D-9EE9-C76A03A620C0}"/>
            </c:ext>
          </c:extLst>
        </c:ser>
        <c:ser>
          <c:idx val="19"/>
          <c:order val="19"/>
          <c:tx>
            <c:strRef>
              <c:f>'Shoulders 1%'!$U$1</c:f>
              <c:strCache>
                <c:ptCount val="1"/>
                <c:pt idx="0">
                  <c:v>1H_9/O-PTIR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'Shoulders 1%'!$A$2:$A$32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'Shoulders 1%'!$U$2:$U$32</c:f>
              <c:numCache>
                <c:formatCode>General</c:formatCode>
                <c:ptCount val="31"/>
                <c:pt idx="0">
                  <c:v>3.320304807758923</c:v>
                </c:pt>
                <c:pt idx="1">
                  <c:v>3.2921231581595745</c:v>
                </c:pt>
                <c:pt idx="2">
                  <c:v>3.2778906678522373</c:v>
                </c:pt>
                <c:pt idx="3">
                  <c:v>3.2658244024876151</c:v>
                </c:pt>
                <c:pt idx="4">
                  <c:v>3.2561722587981468</c:v>
                </c:pt>
                <c:pt idx="5">
                  <c:v>3.2500292127729069</c:v>
                </c:pt>
                <c:pt idx="6">
                  <c:v>3.2682990333121333</c:v>
                </c:pt>
                <c:pt idx="7">
                  <c:v>3.2931387846653033</c:v>
                </c:pt>
                <c:pt idx="8">
                  <c:v>3.3015007024348475</c:v>
                </c:pt>
                <c:pt idx="9">
                  <c:v>3.2946653107616566</c:v>
                </c:pt>
                <c:pt idx="10">
                  <c:v>3.2989006126315341</c:v>
                </c:pt>
                <c:pt idx="11">
                  <c:v>3.322761988403705</c:v>
                </c:pt>
                <c:pt idx="12">
                  <c:v>3.3708050028363057</c:v>
                </c:pt>
                <c:pt idx="13">
                  <c:v>3.4523434549584824</c:v>
                </c:pt>
                <c:pt idx="14">
                  <c:v>3.6241941012141692</c:v>
                </c:pt>
                <c:pt idx="15">
                  <c:v>4.0786323851374497</c:v>
                </c:pt>
                <c:pt idx="16">
                  <c:v>4.2580947216592175</c:v>
                </c:pt>
                <c:pt idx="17">
                  <c:v>4.0829074187225363</c:v>
                </c:pt>
                <c:pt idx="18">
                  <c:v>3.7240382216235348</c:v>
                </c:pt>
                <c:pt idx="19">
                  <c:v>3.4570808662165051</c:v>
                </c:pt>
                <c:pt idx="20">
                  <c:v>3.3368772434550116</c:v>
                </c:pt>
                <c:pt idx="21">
                  <c:v>3.2900404531629364</c:v>
                </c:pt>
                <c:pt idx="22">
                  <c:v>3.2713867579701743</c:v>
                </c:pt>
                <c:pt idx="23">
                  <c:v>3.2215432121796006</c:v>
                </c:pt>
                <c:pt idx="24">
                  <c:v>3.2277003111341003</c:v>
                </c:pt>
                <c:pt idx="25">
                  <c:v>3.2290423080909973</c:v>
                </c:pt>
                <c:pt idx="26">
                  <c:v>3.2312376253482875</c:v>
                </c:pt>
                <c:pt idx="27">
                  <c:v>3.2181448645553514</c:v>
                </c:pt>
                <c:pt idx="28">
                  <c:v>3.2135728922331595</c:v>
                </c:pt>
                <c:pt idx="29">
                  <c:v>3.2247864664479926</c:v>
                </c:pt>
                <c:pt idx="30">
                  <c:v>3.2312652851854229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3-7CA2-4D1D-9EE9-C76A03A620C0}"/>
            </c:ext>
          </c:extLst>
        </c:ser>
        <c:ser>
          <c:idx val="20"/>
          <c:order val="20"/>
          <c:tx>
            <c:strRef>
              <c:f>'Shoulders 1%'!$V$1</c:f>
              <c:strCache>
                <c:ptCount val="1"/>
                <c:pt idx="0">
                  <c:v>1I_10/O-PTIR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'Shoulders 1%'!$A$2:$A$32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'Shoulders 1%'!$V$2:$V$32</c:f>
              <c:numCache>
                <c:formatCode>General</c:formatCode>
                <c:ptCount val="31"/>
                <c:pt idx="0">
                  <c:v>2.1206703232093216</c:v>
                </c:pt>
                <c:pt idx="1">
                  <c:v>2.0828789067185363</c:v>
                </c:pt>
                <c:pt idx="2">
                  <c:v>2.0592409236595013</c:v>
                </c:pt>
                <c:pt idx="3">
                  <c:v>2.05494453916898</c:v>
                </c:pt>
                <c:pt idx="4">
                  <c:v>2.0540452314352891</c:v>
                </c:pt>
                <c:pt idx="5">
                  <c:v>2.0436829257958213</c:v>
                </c:pt>
                <c:pt idx="6">
                  <c:v>2.0370612813820825</c:v>
                </c:pt>
                <c:pt idx="7">
                  <c:v>2.0538964742237749</c:v>
                </c:pt>
                <c:pt idx="8">
                  <c:v>2.0668323383443958</c:v>
                </c:pt>
                <c:pt idx="9">
                  <c:v>2.0739522538311426</c:v>
                </c:pt>
                <c:pt idx="10">
                  <c:v>2.0734409228419692</c:v>
                </c:pt>
                <c:pt idx="11">
                  <c:v>2.0974496244906136</c:v>
                </c:pt>
                <c:pt idx="12">
                  <c:v>2.1592519084789137</c:v>
                </c:pt>
                <c:pt idx="13">
                  <c:v>2.2369750577183471</c:v>
                </c:pt>
                <c:pt idx="14">
                  <c:v>2.4253878791287939</c:v>
                </c:pt>
                <c:pt idx="15">
                  <c:v>3.0002459306140095</c:v>
                </c:pt>
                <c:pt idx="16">
                  <c:v>3.1514920380345046</c:v>
                </c:pt>
                <c:pt idx="17">
                  <c:v>2.9538893215841417</c:v>
                </c:pt>
                <c:pt idx="18">
                  <c:v>2.5214096296203201</c:v>
                </c:pt>
                <c:pt idx="19">
                  <c:v>2.2472465654822749</c:v>
                </c:pt>
                <c:pt idx="20">
                  <c:v>2.1208060395702422</c:v>
                </c:pt>
                <c:pt idx="21">
                  <c:v>2.0540398511311406</c:v>
                </c:pt>
                <c:pt idx="22">
                  <c:v>2.0260335625279349</c:v>
                </c:pt>
                <c:pt idx="23">
                  <c:v>2.000707003625894</c:v>
                </c:pt>
                <c:pt idx="24">
                  <c:v>1.9949188570630956</c:v>
                </c:pt>
                <c:pt idx="25">
                  <c:v>2.0201515345313794</c:v>
                </c:pt>
                <c:pt idx="26">
                  <c:v>2.0300342914886045</c:v>
                </c:pt>
                <c:pt idx="27">
                  <c:v>2.0207429904894219</c:v>
                </c:pt>
                <c:pt idx="28">
                  <c:v>2.0213302615546205</c:v>
                </c:pt>
                <c:pt idx="29">
                  <c:v>2.0204505722935338</c:v>
                </c:pt>
                <c:pt idx="30">
                  <c:v>1.9989156300369333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4-7CA2-4D1D-9EE9-C76A03A620C0}"/>
            </c:ext>
          </c:extLst>
        </c:ser>
        <c:ser>
          <c:idx val="21"/>
          <c:order val="21"/>
          <c:tx>
            <c:strRef>
              <c:f>'Shoulders 1%'!$W$1</c:f>
              <c:strCache>
                <c:ptCount val="1"/>
                <c:pt idx="0">
                  <c:v>1I_11/O-PTIR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'Shoulders 1%'!$A$2:$A$32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'Shoulders 1%'!$W$2:$W$32</c:f>
              <c:numCache>
                <c:formatCode>General</c:formatCode>
                <c:ptCount val="31"/>
                <c:pt idx="0">
                  <c:v>1.8288177771692062</c:v>
                </c:pt>
                <c:pt idx="1">
                  <c:v>1.8248818105114515</c:v>
                </c:pt>
                <c:pt idx="2">
                  <c:v>1.8173274465970028</c:v>
                </c:pt>
                <c:pt idx="3">
                  <c:v>1.808645318045276</c:v>
                </c:pt>
                <c:pt idx="4">
                  <c:v>1.7831391347761039</c:v>
                </c:pt>
                <c:pt idx="5">
                  <c:v>1.7800953137407334</c:v>
                </c:pt>
                <c:pt idx="6">
                  <c:v>1.7801736059949236</c:v>
                </c:pt>
                <c:pt idx="7">
                  <c:v>1.8105926740518672</c:v>
                </c:pt>
                <c:pt idx="8">
                  <c:v>1.8496115369075565</c:v>
                </c:pt>
                <c:pt idx="9">
                  <c:v>1.8298964922103198</c:v>
                </c:pt>
                <c:pt idx="10">
                  <c:v>1.8120798268465446</c:v>
                </c:pt>
                <c:pt idx="11">
                  <c:v>1.8089215385226978</c:v>
                </c:pt>
                <c:pt idx="12">
                  <c:v>1.8233248120335843</c:v>
                </c:pt>
                <c:pt idx="13">
                  <c:v>1.92143288847226</c:v>
                </c:pt>
                <c:pt idx="14">
                  <c:v>2.0451546935098994</c:v>
                </c:pt>
                <c:pt idx="15">
                  <c:v>2.5349355843743688</c:v>
                </c:pt>
                <c:pt idx="16">
                  <c:v>2.7147921585151775</c:v>
                </c:pt>
                <c:pt idx="17">
                  <c:v>2.4946891361845598</c:v>
                </c:pt>
                <c:pt idx="18">
                  <c:v>2.1086969261982214</c:v>
                </c:pt>
                <c:pt idx="19">
                  <c:v>1.9031037043901835</c:v>
                </c:pt>
                <c:pt idx="20">
                  <c:v>1.8282106053928711</c:v>
                </c:pt>
                <c:pt idx="21">
                  <c:v>1.831070984365968</c:v>
                </c:pt>
                <c:pt idx="22">
                  <c:v>1.788855824658687</c:v>
                </c:pt>
                <c:pt idx="23">
                  <c:v>1.7641206332019663</c:v>
                </c:pt>
                <c:pt idx="24">
                  <c:v>1.7539718343735353</c:v>
                </c:pt>
                <c:pt idx="25">
                  <c:v>1.7879459462376381</c:v>
                </c:pt>
                <c:pt idx="26">
                  <c:v>1.7877840175125295</c:v>
                </c:pt>
                <c:pt idx="27">
                  <c:v>1.8359707039414777</c:v>
                </c:pt>
                <c:pt idx="28">
                  <c:v>1.8147066052101883</c:v>
                </c:pt>
                <c:pt idx="29">
                  <c:v>1.7936510611510073</c:v>
                </c:pt>
                <c:pt idx="30">
                  <c:v>1.8191897488213971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5-7CA2-4D1D-9EE9-C76A03A620C0}"/>
            </c:ext>
          </c:extLst>
        </c:ser>
        <c:ser>
          <c:idx val="22"/>
          <c:order val="22"/>
          <c:tx>
            <c:strRef>
              <c:f>'Shoulders 1%'!$X$1</c:f>
              <c:strCache>
                <c:ptCount val="1"/>
                <c:pt idx="0">
                  <c:v>1I_12/O-PTIR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'Shoulders 1%'!$A$2:$A$32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'Shoulders 1%'!$X$2:$X$32</c:f>
              <c:numCache>
                <c:formatCode>General</c:formatCode>
                <c:ptCount val="31"/>
                <c:pt idx="0">
                  <c:v>1.720362320160387</c:v>
                </c:pt>
                <c:pt idx="1">
                  <c:v>1.6815067521131204</c:v>
                </c:pt>
                <c:pt idx="2">
                  <c:v>1.6566141975949444</c:v>
                </c:pt>
                <c:pt idx="3">
                  <c:v>1.6536498331708016</c:v>
                </c:pt>
                <c:pt idx="4">
                  <c:v>1.6489128968580564</c:v>
                </c:pt>
                <c:pt idx="5">
                  <c:v>1.6446816098812516</c:v>
                </c:pt>
                <c:pt idx="6">
                  <c:v>1.6392989897751691</c:v>
                </c:pt>
                <c:pt idx="7">
                  <c:v>1.6441727825354855</c:v>
                </c:pt>
                <c:pt idx="8">
                  <c:v>1.6664583161353013</c:v>
                </c:pt>
                <c:pt idx="9">
                  <c:v>1.6721142567416698</c:v>
                </c:pt>
                <c:pt idx="10">
                  <c:v>1.6710926625611859</c:v>
                </c:pt>
                <c:pt idx="11">
                  <c:v>1.6951975951308105</c:v>
                </c:pt>
                <c:pt idx="12">
                  <c:v>1.7481544201345771</c:v>
                </c:pt>
                <c:pt idx="13">
                  <c:v>1.830977179123263</c:v>
                </c:pt>
                <c:pt idx="14">
                  <c:v>2.0200039136919039</c:v>
                </c:pt>
                <c:pt idx="15">
                  <c:v>2.4807618172857833</c:v>
                </c:pt>
                <c:pt idx="16">
                  <c:v>2.6591643795356177</c:v>
                </c:pt>
                <c:pt idx="17">
                  <c:v>2.4975335038383522</c:v>
                </c:pt>
                <c:pt idx="18">
                  <c:v>2.1314091802183008</c:v>
                </c:pt>
                <c:pt idx="19">
                  <c:v>1.8497994512626006</c:v>
                </c:pt>
                <c:pt idx="20">
                  <c:v>1.7318509500027099</c:v>
                </c:pt>
                <c:pt idx="21">
                  <c:v>1.6769301693181473</c:v>
                </c:pt>
                <c:pt idx="22">
                  <c:v>1.6365222716793419</c:v>
                </c:pt>
                <c:pt idx="23">
                  <c:v>1.6014829116391434</c:v>
                </c:pt>
                <c:pt idx="24">
                  <c:v>1.6413772178312678</c:v>
                </c:pt>
                <c:pt idx="25">
                  <c:v>1.6444216851974427</c:v>
                </c:pt>
                <c:pt idx="26">
                  <c:v>1.6349372723022007</c:v>
                </c:pt>
                <c:pt idx="27">
                  <c:v>1.621617698922591</c:v>
                </c:pt>
                <c:pt idx="28">
                  <c:v>1.6208739766342151</c:v>
                </c:pt>
                <c:pt idx="29">
                  <c:v>1.6161810740175118</c:v>
                </c:pt>
                <c:pt idx="30">
                  <c:v>1.61063711357887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6-7CA2-4D1D-9EE9-C76A03A620C0}"/>
            </c:ext>
          </c:extLst>
        </c:ser>
        <c:ser>
          <c:idx val="23"/>
          <c:order val="23"/>
          <c:tx>
            <c:strRef>
              <c:f>'Shoulders 1%'!$Y$1</c:f>
              <c:strCache>
                <c:ptCount val="1"/>
                <c:pt idx="0">
                  <c:v>1I_13/O-PTIR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'Shoulders 1%'!$A$2:$A$32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'Shoulders 1%'!$Y$2:$Y$32</c:f>
              <c:numCache>
                <c:formatCode>General</c:formatCode>
                <c:ptCount val="31"/>
                <c:pt idx="0">
                  <c:v>1.4019925685766721</c:v>
                </c:pt>
                <c:pt idx="1">
                  <c:v>1.403633639888183</c:v>
                </c:pt>
                <c:pt idx="2">
                  <c:v>1.4035030295713189</c:v>
                </c:pt>
                <c:pt idx="3">
                  <c:v>1.3968211411725135</c:v>
                </c:pt>
                <c:pt idx="4">
                  <c:v>1.3967650711204957</c:v>
                </c:pt>
                <c:pt idx="5">
                  <c:v>1.4015535933730727</c:v>
                </c:pt>
                <c:pt idx="6">
                  <c:v>1.3961156224284197</c:v>
                </c:pt>
                <c:pt idx="7">
                  <c:v>1.4071182881414552</c:v>
                </c:pt>
                <c:pt idx="8">
                  <c:v>1.4022766092969994</c:v>
                </c:pt>
                <c:pt idx="9">
                  <c:v>1.3950278402004896</c:v>
                </c:pt>
                <c:pt idx="10">
                  <c:v>1.4091937358442357</c:v>
                </c:pt>
                <c:pt idx="11">
                  <c:v>1.3940872305814098</c:v>
                </c:pt>
                <c:pt idx="12">
                  <c:v>1.4152134131792102</c:v>
                </c:pt>
                <c:pt idx="13">
                  <c:v>1.4564219904398255</c:v>
                </c:pt>
                <c:pt idx="14">
                  <c:v>1.5481016468896744</c:v>
                </c:pt>
                <c:pt idx="15">
                  <c:v>1.9789201823995697</c:v>
                </c:pt>
                <c:pt idx="16">
                  <c:v>2.1958122416531913</c:v>
                </c:pt>
                <c:pt idx="17">
                  <c:v>2.0390359394332647</c:v>
                </c:pt>
                <c:pt idx="18">
                  <c:v>1.6807625620480278</c:v>
                </c:pt>
                <c:pt idx="19">
                  <c:v>1.4738715266500084</c:v>
                </c:pt>
                <c:pt idx="20">
                  <c:v>1.4165915529641373</c:v>
                </c:pt>
                <c:pt idx="21">
                  <c:v>1.4079335614251374</c:v>
                </c:pt>
                <c:pt idx="22">
                  <c:v>1.418214822100472</c:v>
                </c:pt>
                <c:pt idx="23">
                  <c:v>1.3737471339260867</c:v>
                </c:pt>
                <c:pt idx="24">
                  <c:v>1.3920906232627039</c:v>
                </c:pt>
                <c:pt idx="25">
                  <c:v>1.4020067423189388</c:v>
                </c:pt>
                <c:pt idx="26">
                  <c:v>1.4096190721668962</c:v>
                </c:pt>
                <c:pt idx="27">
                  <c:v>1.3976765728397897</c:v>
                </c:pt>
                <c:pt idx="28">
                  <c:v>1.4045319170160258</c:v>
                </c:pt>
                <c:pt idx="29">
                  <c:v>1.4075727103060545</c:v>
                </c:pt>
                <c:pt idx="30">
                  <c:v>1.4013123284569529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7-7CA2-4D1D-9EE9-C76A03A620C0}"/>
            </c:ext>
          </c:extLst>
        </c:ser>
        <c:ser>
          <c:idx val="24"/>
          <c:order val="24"/>
          <c:tx>
            <c:strRef>
              <c:f>'Shoulders 1%'!$Z$1</c:f>
              <c:strCache>
                <c:ptCount val="1"/>
                <c:pt idx="0">
                  <c:v>1I_15/O-PTIR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'Shoulders 1%'!$A$2:$A$32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'Shoulders 1%'!$Z$2:$Z$32</c:f>
              <c:numCache>
                <c:formatCode>General</c:formatCode>
                <c:ptCount val="31"/>
                <c:pt idx="0">
                  <c:v>1.3454308759401861</c:v>
                </c:pt>
                <c:pt idx="1">
                  <c:v>1.2876039699344719</c:v>
                </c:pt>
                <c:pt idx="2">
                  <c:v>1.2843245294283843</c:v>
                </c:pt>
                <c:pt idx="3">
                  <c:v>1.2859805771431327</c:v>
                </c:pt>
                <c:pt idx="4">
                  <c:v>1.2721185252993998</c:v>
                </c:pt>
                <c:pt idx="5">
                  <c:v>1.2854908925279376</c:v>
                </c:pt>
                <c:pt idx="6">
                  <c:v>1.2757765401395269</c:v>
                </c:pt>
                <c:pt idx="7">
                  <c:v>1.291554355680276</c:v>
                </c:pt>
                <c:pt idx="8">
                  <c:v>1.3307905279459966</c:v>
                </c:pt>
                <c:pt idx="9">
                  <c:v>1.3238475277331785</c:v>
                </c:pt>
                <c:pt idx="10">
                  <c:v>1.330010831245777</c:v>
                </c:pt>
                <c:pt idx="11">
                  <c:v>1.3723709338518548</c:v>
                </c:pt>
                <c:pt idx="12">
                  <c:v>1.4174074051505106</c:v>
                </c:pt>
                <c:pt idx="13">
                  <c:v>1.5109790193386605</c:v>
                </c:pt>
                <c:pt idx="14">
                  <c:v>1.7492730769976719</c:v>
                </c:pt>
                <c:pt idx="15">
                  <c:v>2.1364213964952121</c:v>
                </c:pt>
                <c:pt idx="16">
                  <c:v>2.141221268909224</c:v>
                </c:pt>
                <c:pt idx="17">
                  <c:v>1.9793843530515016</c:v>
                </c:pt>
                <c:pt idx="18">
                  <c:v>1.7020398884435086</c:v>
                </c:pt>
                <c:pt idx="19">
                  <c:v>1.4909735010087888</c:v>
                </c:pt>
                <c:pt idx="20">
                  <c:v>1.3801691621678711</c:v>
                </c:pt>
                <c:pt idx="21">
                  <c:v>1.3327784895737507</c:v>
                </c:pt>
                <c:pt idx="22">
                  <c:v>1.2882147324861497</c:v>
                </c:pt>
                <c:pt idx="23">
                  <c:v>1.3168586369921786</c:v>
                </c:pt>
                <c:pt idx="24">
                  <c:v>1.3104882159217248</c:v>
                </c:pt>
                <c:pt idx="25">
                  <c:v>1.2519965156287594</c:v>
                </c:pt>
                <c:pt idx="26">
                  <c:v>1.2201623573798064</c:v>
                </c:pt>
                <c:pt idx="27">
                  <c:v>1.2141432562316765</c:v>
                </c:pt>
                <c:pt idx="28">
                  <c:v>1.164951119339027</c:v>
                </c:pt>
                <c:pt idx="29">
                  <c:v>1.2035153599398147</c:v>
                </c:pt>
                <c:pt idx="30">
                  <c:v>1.2530856027808921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8-7CA2-4D1D-9EE9-C76A03A620C0}"/>
            </c:ext>
          </c:extLst>
        </c:ser>
        <c:ser>
          <c:idx val="25"/>
          <c:order val="25"/>
          <c:tx>
            <c:strRef>
              <c:f>'Shoulders 1%'!$AA$1</c:f>
              <c:strCache>
                <c:ptCount val="1"/>
                <c:pt idx="0">
                  <c:v>1I_3/O-PTIR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'Shoulders 1%'!$A$2:$A$32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'Shoulders 1%'!$AA$2:$AA$32</c:f>
              <c:numCache>
                <c:formatCode>General</c:formatCode>
                <c:ptCount val="31"/>
                <c:pt idx="0">
                  <c:v>1.0900528948212176</c:v>
                </c:pt>
                <c:pt idx="1">
                  <c:v>1.0569801042336058</c:v>
                </c:pt>
                <c:pt idx="2">
                  <c:v>1.0317220029609857</c:v>
                </c:pt>
                <c:pt idx="3">
                  <c:v>1.0237162211909816</c:v>
                </c:pt>
                <c:pt idx="4">
                  <c:v>1.0269863189144774</c:v>
                </c:pt>
                <c:pt idx="5">
                  <c:v>1.0103114225171719</c:v>
                </c:pt>
                <c:pt idx="6">
                  <c:v>1.0175560759581062</c:v>
                </c:pt>
                <c:pt idx="7">
                  <c:v>1.041785441935883</c:v>
                </c:pt>
                <c:pt idx="8">
                  <c:v>1.0586319006723053</c:v>
                </c:pt>
                <c:pt idx="9">
                  <c:v>1.0597601003554078</c:v>
                </c:pt>
                <c:pt idx="10">
                  <c:v>1.0647970602406274</c:v>
                </c:pt>
                <c:pt idx="11">
                  <c:v>1.0898069511500497</c:v>
                </c:pt>
                <c:pt idx="12">
                  <c:v>1.1354714253338178</c:v>
                </c:pt>
                <c:pt idx="13">
                  <c:v>1.2231959146283802</c:v>
                </c:pt>
                <c:pt idx="14">
                  <c:v>1.3684335964953682</c:v>
                </c:pt>
                <c:pt idx="15">
                  <c:v>1.7870044058424286</c:v>
                </c:pt>
                <c:pt idx="16">
                  <c:v>1.9409207932963306</c:v>
                </c:pt>
                <c:pt idx="17">
                  <c:v>1.7989407393122825</c:v>
                </c:pt>
                <c:pt idx="18">
                  <c:v>1.4485794571261068</c:v>
                </c:pt>
                <c:pt idx="19">
                  <c:v>1.185745064522375</c:v>
                </c:pt>
                <c:pt idx="20">
                  <c:v>1.0828495296155847</c:v>
                </c:pt>
                <c:pt idx="21">
                  <c:v>1.0321485719463952</c:v>
                </c:pt>
                <c:pt idx="22">
                  <c:v>0.99872360973081598</c:v>
                </c:pt>
                <c:pt idx="23">
                  <c:v>1.0209777552973716</c:v>
                </c:pt>
                <c:pt idx="24">
                  <c:v>1.0083931054256123</c:v>
                </c:pt>
                <c:pt idx="25">
                  <c:v>1.0059496834848296</c:v>
                </c:pt>
                <c:pt idx="26">
                  <c:v>1.0085697799593694</c:v>
                </c:pt>
                <c:pt idx="27">
                  <c:v>1.0103684160152189</c:v>
                </c:pt>
                <c:pt idx="28">
                  <c:v>1.0109175388484919</c:v>
                </c:pt>
                <c:pt idx="29">
                  <c:v>1.0047022541320674</c:v>
                </c:pt>
                <c:pt idx="30">
                  <c:v>0.99218025841964119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9-7CA2-4D1D-9EE9-C76A03A620C0}"/>
            </c:ext>
          </c:extLst>
        </c:ser>
        <c:ser>
          <c:idx val="26"/>
          <c:order val="26"/>
          <c:tx>
            <c:strRef>
              <c:f>'Shoulders 1%'!$AB$1</c:f>
              <c:strCache>
                <c:ptCount val="1"/>
                <c:pt idx="0">
                  <c:v>1I_6/O-PTIR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'Shoulders 1%'!$A$2:$A$32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'Shoulders 1%'!$AB$2:$AB$32</c:f>
              <c:numCache>
                <c:formatCode>General</c:formatCode>
                <c:ptCount val="31"/>
                <c:pt idx="0">
                  <c:v>0.90122744561275481</c:v>
                </c:pt>
                <c:pt idx="1">
                  <c:v>0.87665724855719218</c:v>
                </c:pt>
                <c:pt idx="2">
                  <c:v>0.86192388947725629</c:v>
                </c:pt>
                <c:pt idx="3">
                  <c:v>0.85566318288362186</c:v>
                </c:pt>
                <c:pt idx="4">
                  <c:v>0.85091125200384388</c:v>
                </c:pt>
                <c:pt idx="5">
                  <c:v>0.84691470433933536</c:v>
                </c:pt>
                <c:pt idx="6">
                  <c:v>0.84744287176864841</c:v>
                </c:pt>
                <c:pt idx="7">
                  <c:v>0.85141967455302059</c:v>
                </c:pt>
                <c:pt idx="8">
                  <c:v>0.8642289951404587</c:v>
                </c:pt>
                <c:pt idx="9">
                  <c:v>0.87089806913176271</c:v>
                </c:pt>
                <c:pt idx="10">
                  <c:v>0.87510974763367277</c:v>
                </c:pt>
                <c:pt idx="11">
                  <c:v>0.89535468714531363</c:v>
                </c:pt>
                <c:pt idx="12">
                  <c:v>0.93717575697146116</c:v>
                </c:pt>
                <c:pt idx="13">
                  <c:v>1.0242822196918002</c:v>
                </c:pt>
                <c:pt idx="14">
                  <c:v>1.1908192589663911</c:v>
                </c:pt>
                <c:pt idx="15">
                  <c:v>1.6170701012703548</c:v>
                </c:pt>
                <c:pt idx="16">
                  <c:v>1.7730156911174011</c:v>
                </c:pt>
                <c:pt idx="17">
                  <c:v>1.6272798812632701</c:v>
                </c:pt>
                <c:pt idx="18">
                  <c:v>1.2790027282627894</c:v>
                </c:pt>
                <c:pt idx="19">
                  <c:v>1.0140187191994297</c:v>
                </c:pt>
                <c:pt idx="20">
                  <c:v>0.90864185547027598</c:v>
                </c:pt>
                <c:pt idx="21">
                  <c:v>0.867123576536594</c:v>
                </c:pt>
                <c:pt idx="22">
                  <c:v>0.84171691783740998</c:v>
                </c:pt>
                <c:pt idx="23">
                  <c:v>0.83361741653790489</c:v>
                </c:pt>
                <c:pt idx="24">
                  <c:v>0.83777722460858184</c:v>
                </c:pt>
                <c:pt idx="25">
                  <c:v>0.82935968648404934</c:v>
                </c:pt>
                <c:pt idx="26">
                  <c:v>0.83002158355222566</c:v>
                </c:pt>
                <c:pt idx="27">
                  <c:v>0.82565999362566755</c:v>
                </c:pt>
                <c:pt idx="28">
                  <c:v>0.81565415029518584</c:v>
                </c:pt>
                <c:pt idx="29">
                  <c:v>0.80625437470810046</c:v>
                </c:pt>
                <c:pt idx="30">
                  <c:v>0.80873377717371553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A-7CA2-4D1D-9EE9-C76A03A620C0}"/>
            </c:ext>
          </c:extLst>
        </c:ser>
        <c:ser>
          <c:idx val="27"/>
          <c:order val="27"/>
          <c:tx>
            <c:strRef>
              <c:f>'Shoulders 1%'!$AC$1</c:f>
              <c:strCache>
                <c:ptCount val="1"/>
                <c:pt idx="0">
                  <c:v>1I_7/O-PTIR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'Shoulders 1%'!$A$2:$A$32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'Shoulders 1%'!$AC$2:$AC$32</c:f>
              <c:numCache>
                <c:formatCode>General</c:formatCode>
                <c:ptCount val="31"/>
                <c:pt idx="0">
                  <c:v>0.66784766695646114</c:v>
                </c:pt>
                <c:pt idx="1">
                  <c:v>0.64621110848860874</c:v>
                </c:pt>
                <c:pt idx="2">
                  <c:v>0.62823733404312376</c:v>
                </c:pt>
                <c:pt idx="3">
                  <c:v>0.62729686326394818</c:v>
                </c:pt>
                <c:pt idx="4">
                  <c:v>0.62829796605314214</c:v>
                </c:pt>
                <c:pt idx="5">
                  <c:v>0.61291776137039045</c:v>
                </c:pt>
                <c:pt idx="6">
                  <c:v>0.61986186040606717</c:v>
                </c:pt>
                <c:pt idx="7">
                  <c:v>0.64330190189005743</c:v>
                </c:pt>
                <c:pt idx="8">
                  <c:v>0.65322232584017781</c:v>
                </c:pt>
                <c:pt idx="9">
                  <c:v>0.64818307168463907</c:v>
                </c:pt>
                <c:pt idx="10">
                  <c:v>0.64264838215755204</c:v>
                </c:pt>
                <c:pt idx="11">
                  <c:v>0.66336949253282373</c:v>
                </c:pt>
                <c:pt idx="12">
                  <c:v>0.70721019503884519</c:v>
                </c:pt>
                <c:pt idx="13">
                  <c:v>0.78594092465531074</c:v>
                </c:pt>
                <c:pt idx="14">
                  <c:v>0.93295175363987903</c:v>
                </c:pt>
                <c:pt idx="15">
                  <c:v>1.4031592567701334</c:v>
                </c:pt>
                <c:pt idx="16">
                  <c:v>1.5615251507479377</c:v>
                </c:pt>
                <c:pt idx="17">
                  <c:v>1.3757679281314039</c:v>
                </c:pt>
                <c:pt idx="18">
                  <c:v>1.024129170840419</c:v>
                </c:pt>
                <c:pt idx="19">
                  <c:v>0.77455505233855304</c:v>
                </c:pt>
                <c:pt idx="20">
                  <c:v>0.67773196772709876</c:v>
                </c:pt>
                <c:pt idx="21">
                  <c:v>0.64194032456759398</c:v>
                </c:pt>
                <c:pt idx="22">
                  <c:v>0.6386954798119836</c:v>
                </c:pt>
                <c:pt idx="23">
                  <c:v>0.62304529335255121</c:v>
                </c:pt>
                <c:pt idx="24">
                  <c:v>0.62334480232011469</c:v>
                </c:pt>
                <c:pt idx="25">
                  <c:v>0.61849725704236413</c:v>
                </c:pt>
                <c:pt idx="26">
                  <c:v>0.59648084475628338</c:v>
                </c:pt>
                <c:pt idx="27">
                  <c:v>0.60103579981151756</c:v>
                </c:pt>
                <c:pt idx="28">
                  <c:v>0.5973609964217107</c:v>
                </c:pt>
                <c:pt idx="29">
                  <c:v>0.59379748240340491</c:v>
                </c:pt>
                <c:pt idx="30">
                  <c:v>0.58423511245406301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B-7CA2-4D1D-9EE9-C76A03A620C0}"/>
            </c:ext>
          </c:extLst>
        </c:ser>
        <c:ser>
          <c:idx val="28"/>
          <c:order val="28"/>
          <c:tx>
            <c:strRef>
              <c:f>'Shoulders 1%'!$AD$1</c:f>
              <c:strCache>
                <c:ptCount val="1"/>
                <c:pt idx="0">
                  <c:v>1I_8/O-PTIR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'Shoulders 1%'!$A$2:$A$32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'Shoulders 1%'!$AD$2:$AD$32</c:f>
              <c:numCache>
                <c:formatCode>General</c:formatCode>
                <c:ptCount val="31"/>
                <c:pt idx="0">
                  <c:v>0.55626472318515563</c:v>
                </c:pt>
                <c:pt idx="1">
                  <c:v>0.5193152043778273</c:v>
                </c:pt>
                <c:pt idx="2">
                  <c:v>0.49386975427925861</c:v>
                </c:pt>
                <c:pt idx="3">
                  <c:v>0.47391727698088254</c:v>
                </c:pt>
                <c:pt idx="4">
                  <c:v>0.46564240575475868</c:v>
                </c:pt>
                <c:pt idx="5">
                  <c:v>0.46534472876258276</c:v>
                </c:pt>
                <c:pt idx="6">
                  <c:v>0.47225439330363211</c:v>
                </c:pt>
                <c:pt idx="7">
                  <c:v>0.48299729441060479</c:v>
                </c:pt>
                <c:pt idx="8">
                  <c:v>0.50059034178017492</c:v>
                </c:pt>
                <c:pt idx="9">
                  <c:v>0.50677405320701008</c:v>
                </c:pt>
                <c:pt idx="10">
                  <c:v>0.51473749219328835</c:v>
                </c:pt>
                <c:pt idx="11">
                  <c:v>0.54874941950089351</c:v>
                </c:pt>
                <c:pt idx="12">
                  <c:v>0.59276912244127411</c:v>
                </c:pt>
                <c:pt idx="13">
                  <c:v>0.69339907722766347</c:v>
                </c:pt>
                <c:pt idx="14">
                  <c:v>0.88087134285562663</c:v>
                </c:pt>
                <c:pt idx="15">
                  <c:v>1.2261862409701321</c:v>
                </c:pt>
                <c:pt idx="16">
                  <c:v>1.320431798624337</c:v>
                </c:pt>
                <c:pt idx="17">
                  <c:v>1.1888480327085451</c:v>
                </c:pt>
                <c:pt idx="18">
                  <c:v>0.89577341866143567</c:v>
                </c:pt>
                <c:pt idx="19">
                  <c:v>0.65288690318159914</c:v>
                </c:pt>
                <c:pt idx="20">
                  <c:v>0.52653192239390689</c:v>
                </c:pt>
                <c:pt idx="21">
                  <c:v>0.47388461073689458</c:v>
                </c:pt>
                <c:pt idx="22">
                  <c:v>0.44245961488256441</c:v>
                </c:pt>
                <c:pt idx="23">
                  <c:v>0.42561941546163062</c:v>
                </c:pt>
                <c:pt idx="24">
                  <c:v>0.42464017714125163</c:v>
                </c:pt>
                <c:pt idx="25">
                  <c:v>0.4251023853983088</c:v>
                </c:pt>
                <c:pt idx="26">
                  <c:v>0.4286482367155256</c:v>
                </c:pt>
                <c:pt idx="27">
                  <c:v>0.4307460897696041</c:v>
                </c:pt>
                <c:pt idx="28">
                  <c:v>0.41406614655632346</c:v>
                </c:pt>
                <c:pt idx="29">
                  <c:v>0.4025854902470356</c:v>
                </c:pt>
                <c:pt idx="30">
                  <c:v>0.39582764949906407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C-7CA2-4D1D-9EE9-C76A03A620C0}"/>
            </c:ext>
          </c:extLst>
        </c:ser>
        <c:ser>
          <c:idx val="29"/>
          <c:order val="29"/>
          <c:tx>
            <c:strRef>
              <c:f>'Shoulders 1%'!$AE$1</c:f>
              <c:strCache>
                <c:ptCount val="1"/>
                <c:pt idx="0">
                  <c:v>1I_9/O-PTIR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'Shoulders 1%'!$A$2:$A$32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'Shoulders 1%'!$AE$2:$AE$32</c:f>
              <c:numCache>
                <c:formatCode>General</c:formatCode>
                <c:ptCount val="31"/>
                <c:pt idx="0">
                  <c:v>0.38965341973074014</c:v>
                </c:pt>
                <c:pt idx="1">
                  <c:v>0.34384330775600691</c:v>
                </c:pt>
                <c:pt idx="2">
                  <c:v>0.30474446051496268</c:v>
                </c:pt>
                <c:pt idx="3">
                  <c:v>0.29760551375505034</c:v>
                </c:pt>
                <c:pt idx="4">
                  <c:v>0.29671119121173573</c:v>
                </c:pt>
                <c:pt idx="5">
                  <c:v>0.28298321333972465</c:v>
                </c:pt>
                <c:pt idx="6">
                  <c:v>0.29814845702671278</c:v>
                </c:pt>
                <c:pt idx="7">
                  <c:v>0.31971089652710655</c:v>
                </c:pt>
                <c:pt idx="8">
                  <c:v>0.33664687958765083</c:v>
                </c:pt>
                <c:pt idx="9">
                  <c:v>0.34479061493209595</c:v>
                </c:pt>
                <c:pt idx="10">
                  <c:v>0.36276390850678775</c:v>
                </c:pt>
                <c:pt idx="11">
                  <c:v>0.38824485053394897</c:v>
                </c:pt>
                <c:pt idx="12">
                  <c:v>0.45314416182596473</c:v>
                </c:pt>
                <c:pt idx="13">
                  <c:v>0.57550722001757837</c:v>
                </c:pt>
                <c:pt idx="14">
                  <c:v>0.80685348221625186</c:v>
                </c:pt>
                <c:pt idx="15">
                  <c:v>1.2332848757712387</c:v>
                </c:pt>
                <c:pt idx="16">
                  <c:v>1.2977281882370002</c:v>
                </c:pt>
                <c:pt idx="17">
                  <c:v>1.1228085794627225</c:v>
                </c:pt>
                <c:pt idx="18">
                  <c:v>0.81426313758444868</c:v>
                </c:pt>
                <c:pt idx="19">
                  <c:v>0.5396488863297485</c:v>
                </c:pt>
                <c:pt idx="20">
                  <c:v>0.39838773161310115</c:v>
                </c:pt>
                <c:pt idx="21">
                  <c:v>0.33931850693264809</c:v>
                </c:pt>
                <c:pt idx="22">
                  <c:v>0.30223276374354691</c:v>
                </c:pt>
                <c:pt idx="23">
                  <c:v>0.27187166709567023</c:v>
                </c:pt>
                <c:pt idx="24">
                  <c:v>0.28037053241605875</c:v>
                </c:pt>
                <c:pt idx="25">
                  <c:v>0.27346920260758256</c:v>
                </c:pt>
                <c:pt idx="26">
                  <c:v>0.2433700346643653</c:v>
                </c:pt>
                <c:pt idx="27">
                  <c:v>0.22316918899381477</c:v>
                </c:pt>
                <c:pt idx="28">
                  <c:v>0.21838344461913872</c:v>
                </c:pt>
                <c:pt idx="29">
                  <c:v>0.2237894303470917</c:v>
                </c:pt>
                <c:pt idx="30">
                  <c:v>0.18826398268663047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D-7CA2-4D1D-9EE9-C76A03A620C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052535023"/>
        <c:axId val="1052533583"/>
      </c:scatterChart>
      <c:valAx>
        <c:axId val="1052535023"/>
        <c:scaling>
          <c:orientation val="minMax"/>
          <c:max val="1520"/>
          <c:min val="1460"/>
        </c:scaling>
        <c:delete val="0"/>
        <c:axPos val="b"/>
        <c:numFmt formatCode="General" sourceLinked="1"/>
        <c:majorTickMark val="out"/>
        <c:minorTickMark val="out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ysClr val="windowText" lastClr="000000"/>
                </a:solidFill>
                <a:latin typeface="Avenir LT Std 65 Medium" panose="020B0803020203020204" pitchFamily="34" charset="0"/>
                <a:ea typeface="+mn-ea"/>
                <a:cs typeface="+mn-cs"/>
              </a:defRPr>
            </a:pPr>
            <a:endParaRPr lang="en-US"/>
          </a:p>
        </c:txPr>
        <c:crossAx val="1052533583"/>
        <c:crosses val="autoZero"/>
        <c:crossBetween val="midCat"/>
        <c:majorUnit val="50"/>
      </c:valAx>
      <c:valAx>
        <c:axId val="1052533583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052535023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'Fully separated 1%'!$B$1</c:f>
              <c:strCache>
                <c:ptCount val="1"/>
                <c:pt idx="0">
                  <c:v>1G_10/O-PTIR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1%'!$A$2:$A$589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1%'!$B$2:$B$589</c:f>
              <c:numCache>
                <c:formatCode>General</c:formatCode>
                <c:ptCount val="588"/>
                <c:pt idx="0">
                  <c:v>7.9866507175059294</c:v>
                </c:pt>
                <c:pt idx="1">
                  <c:v>8.0421316058004386</c:v>
                </c:pt>
                <c:pt idx="2">
                  <c:v>8.0539716604865852</c:v>
                </c:pt>
                <c:pt idx="3">
                  <c:v>8.0607188864835901</c:v>
                </c:pt>
                <c:pt idx="4">
                  <c:v>8.0714298378437483</c:v>
                </c:pt>
                <c:pt idx="5">
                  <c:v>8.0794196825907996</c:v>
                </c:pt>
                <c:pt idx="6">
                  <c:v>8.073766223511047</c:v>
                </c:pt>
                <c:pt idx="7">
                  <c:v>8.0763637076413328</c:v>
                </c:pt>
                <c:pt idx="8">
                  <c:v>8.0735183591342299</c:v>
                </c:pt>
                <c:pt idx="9">
                  <c:v>8.0757721699649352</c:v>
                </c:pt>
                <c:pt idx="10">
                  <c:v>8.0828388855841791</c:v>
                </c:pt>
                <c:pt idx="11">
                  <c:v>8.0952772614981896</c:v>
                </c:pt>
                <c:pt idx="12">
                  <c:v>8.1064993869294604</c:v>
                </c:pt>
                <c:pt idx="13">
                  <c:v>8.128505667465765</c:v>
                </c:pt>
                <c:pt idx="14">
                  <c:v>8.1417033482411174</c:v>
                </c:pt>
                <c:pt idx="15">
                  <c:v>8.144497918352176</c:v>
                </c:pt>
                <c:pt idx="16">
                  <c:v>8.1395960847672058</c:v>
                </c:pt>
                <c:pt idx="17">
                  <c:v>8.126621751674568</c:v>
                </c:pt>
                <c:pt idx="18">
                  <c:v>8.1190639095933559</c:v>
                </c:pt>
                <c:pt idx="19">
                  <c:v>8.1139252344864268</c:v>
                </c:pt>
                <c:pt idx="20">
                  <c:v>8.120192183707605</c:v>
                </c:pt>
                <c:pt idx="21">
                  <c:v>8.1255277916075936</c:v>
                </c:pt>
                <c:pt idx="22">
                  <c:v>8.1285520367198671</c:v>
                </c:pt>
                <c:pt idx="23">
                  <c:v>8.1255530076369009</c:v>
                </c:pt>
                <c:pt idx="24">
                  <c:v>8.1219424265700706</c:v>
                </c:pt>
                <c:pt idx="25">
                  <c:v>8.1166917912273693</c:v>
                </c:pt>
                <c:pt idx="26">
                  <c:v>8.1098220084011867</c:v>
                </c:pt>
                <c:pt idx="27">
                  <c:v>8.1038473013706867</c:v>
                </c:pt>
                <c:pt idx="28">
                  <c:v>8.1002264434065445</c:v>
                </c:pt>
                <c:pt idx="29">
                  <c:v>8.0988054941798264</c:v>
                </c:pt>
                <c:pt idx="30">
                  <c:v>8.1005430624242862</c:v>
                </c:pt>
                <c:pt idx="31">
                  <c:v>8.1066852768866546</c:v>
                </c:pt>
                <c:pt idx="32">
                  <c:v>8.1197438365790298</c:v>
                </c:pt>
                <c:pt idx="33">
                  <c:v>8.1369401162329744</c:v>
                </c:pt>
                <c:pt idx="34">
                  <c:v>8.1427599038652545</c:v>
                </c:pt>
                <c:pt idx="35">
                  <c:v>8.1388970292986542</c:v>
                </c:pt>
                <c:pt idx="36">
                  <c:v>8.1317578558920847</c:v>
                </c:pt>
                <c:pt idx="37">
                  <c:v>8.1294714826822752</c:v>
                </c:pt>
                <c:pt idx="38">
                  <c:v>8.1323772670715577</c:v>
                </c:pt>
                <c:pt idx="39">
                  <c:v>8.1396717594964656</c:v>
                </c:pt>
                <c:pt idx="40">
                  <c:v>8.1489494466700023</c:v>
                </c:pt>
                <c:pt idx="41">
                  <c:v>8.1665300809513131</c:v>
                </c:pt>
                <c:pt idx="42">
                  <c:v>8.2015324871972375</c:v>
                </c:pt>
                <c:pt idx="43">
                  <c:v>8.264807070867672</c:v>
                </c:pt>
                <c:pt idx="44">
                  <c:v>8.3499183496179423</c:v>
                </c:pt>
                <c:pt idx="45">
                  <c:v>8.4432716866910091</c:v>
                </c:pt>
                <c:pt idx="46">
                  <c:v>8.4516261981143899</c:v>
                </c:pt>
                <c:pt idx="47">
                  <c:v>8.4078732036276556</c:v>
                </c:pt>
                <c:pt idx="48">
                  <c:v>8.357272771739547</c:v>
                </c:pt>
                <c:pt idx="49">
                  <c:v>8.2505814206271335</c:v>
                </c:pt>
                <c:pt idx="50">
                  <c:v>8.1494110611864219</c:v>
                </c:pt>
                <c:pt idx="51">
                  <c:v>8.0984557466544871</c:v>
                </c:pt>
                <c:pt idx="52">
                  <c:v>8.0785370882634027</c:v>
                </c:pt>
                <c:pt idx="53">
                  <c:v>8.0710688743138252</c:v>
                </c:pt>
                <c:pt idx="54">
                  <c:v>8.0692338986661429</c:v>
                </c:pt>
                <c:pt idx="55">
                  <c:v>8.0692118795977628</c:v>
                </c:pt>
                <c:pt idx="56">
                  <c:v>8.0696618318671369</c:v>
                </c:pt>
                <c:pt idx="57">
                  <c:v>8.0716071293081182</c:v>
                </c:pt>
                <c:pt idx="58">
                  <c:v>8.0763325439326366</c:v>
                </c:pt>
                <c:pt idx="59">
                  <c:v>8.0813968097740041</c:v>
                </c:pt>
                <c:pt idx="60">
                  <c:v>8.086398908046025</c:v>
                </c:pt>
                <c:pt idx="61">
                  <c:v>8.0935731547780918</c:v>
                </c:pt>
                <c:pt idx="62">
                  <c:v>8.1002291075406507</c:v>
                </c:pt>
                <c:pt idx="63">
                  <c:v>8.1104109485468321</c:v>
                </c:pt>
                <c:pt idx="64">
                  <c:v>8.1318938066554765</c:v>
                </c:pt>
                <c:pt idx="65">
                  <c:v>8.1643869315910038</c:v>
                </c:pt>
                <c:pt idx="66">
                  <c:v>8.1960797239999703</c:v>
                </c:pt>
                <c:pt idx="67">
                  <c:v>8.2124832239475385</c:v>
                </c:pt>
                <c:pt idx="68">
                  <c:v>8.2041619342764509</c:v>
                </c:pt>
                <c:pt idx="69">
                  <c:v>8.1764534609872737</c:v>
                </c:pt>
                <c:pt idx="70">
                  <c:v>8.1417866024319068</c:v>
                </c:pt>
                <c:pt idx="71">
                  <c:v>8.1172955506189748</c:v>
                </c:pt>
                <c:pt idx="72">
                  <c:v>8.1020547187569534</c:v>
                </c:pt>
                <c:pt idx="73">
                  <c:v>8.092287776675656</c:v>
                </c:pt>
                <c:pt idx="74">
                  <c:v>8.0860840873188078</c:v>
                </c:pt>
                <c:pt idx="75">
                  <c:v>8.0804141239282714</c:v>
                </c:pt>
                <c:pt idx="76">
                  <c:v>8.0758928885415813</c:v>
                </c:pt>
                <c:pt idx="77">
                  <c:v>8.0724332772941612</c:v>
                </c:pt>
                <c:pt idx="78">
                  <c:v>8.0690622018833942</c:v>
                </c:pt>
                <c:pt idx="79">
                  <c:v>8.0653061857357571</c:v>
                </c:pt>
                <c:pt idx="80">
                  <c:v>8.0621895551130489</c:v>
                </c:pt>
                <c:pt idx="81">
                  <c:v>8.0594952829907189</c:v>
                </c:pt>
                <c:pt idx="82">
                  <c:v>8.0565279171415938</c:v>
                </c:pt>
                <c:pt idx="83">
                  <c:v>8.0531190876203862</c:v>
                </c:pt>
                <c:pt idx="84">
                  <c:v>8.0515579716380543</c:v>
                </c:pt>
                <c:pt idx="85">
                  <c:v>8.0496293117145594</c:v>
                </c:pt>
                <c:pt idx="86">
                  <c:v>8.0485501142806974</c:v>
                </c:pt>
                <c:pt idx="87">
                  <c:v>8.0497571302085955</c:v>
                </c:pt>
                <c:pt idx="88">
                  <c:v>8.0506516165646058</c:v>
                </c:pt>
                <c:pt idx="89">
                  <c:v>8.04919925053645</c:v>
                </c:pt>
                <c:pt idx="90">
                  <c:v>8.046061400085593</c:v>
                </c:pt>
                <c:pt idx="91">
                  <c:v>8.0412224866878539</c:v>
                </c:pt>
                <c:pt idx="92">
                  <c:v>8.0373888343422237</c:v>
                </c:pt>
                <c:pt idx="93">
                  <c:v>8.0344115812253989</c:v>
                </c:pt>
                <c:pt idx="94">
                  <c:v>8.0318790520147676</c:v>
                </c:pt>
                <c:pt idx="95">
                  <c:v>8.0305754212635421</c:v>
                </c:pt>
                <c:pt idx="96">
                  <c:v>8.0299494696348397</c:v>
                </c:pt>
                <c:pt idx="97">
                  <c:v>8.0291078963123272</c:v>
                </c:pt>
                <c:pt idx="98">
                  <c:v>8.0285580989570242</c:v>
                </c:pt>
                <c:pt idx="99">
                  <c:v>8.0284986687854705</c:v>
                </c:pt>
                <c:pt idx="100">
                  <c:v>8.0307339439031402</c:v>
                </c:pt>
                <c:pt idx="101">
                  <c:v>8.0324438284640785</c:v>
                </c:pt>
                <c:pt idx="102">
                  <c:v>8.0345608526593182</c:v>
                </c:pt>
                <c:pt idx="103">
                  <c:v>8.037872717689595</c:v>
                </c:pt>
                <c:pt idx="104">
                  <c:v>8.043891552771381</c:v>
                </c:pt>
                <c:pt idx="105">
                  <c:v>8.0514717868997501</c:v>
                </c:pt>
                <c:pt idx="106">
                  <c:v>8.0584990300420554</c:v>
                </c:pt>
                <c:pt idx="107">
                  <c:v>8.0702403818897714</c:v>
                </c:pt>
                <c:pt idx="108">
                  <c:v>8.0885140173948784</c:v>
                </c:pt>
                <c:pt idx="109">
                  <c:v>8.103009211403517</c:v>
                </c:pt>
                <c:pt idx="110">
                  <c:v>8.1064234391264538</c:v>
                </c:pt>
                <c:pt idx="111">
                  <c:v>8.1001903910117647</c:v>
                </c:pt>
                <c:pt idx="112">
                  <c:v>8.0900873750734235</c:v>
                </c:pt>
                <c:pt idx="113">
                  <c:v>8.080141789479697</c:v>
                </c:pt>
                <c:pt idx="114">
                  <c:v>8.0740445655820299</c:v>
                </c:pt>
                <c:pt idx="115">
                  <c:v>8.0726198665865585</c:v>
                </c:pt>
                <c:pt idx="116">
                  <c:v>8.0727573958494077</c:v>
                </c:pt>
                <c:pt idx="117">
                  <c:v>8.0740317843986595</c:v>
                </c:pt>
                <c:pt idx="118">
                  <c:v>8.0770327849408652</c:v>
                </c:pt>
                <c:pt idx="119">
                  <c:v>8.0817890235969827</c:v>
                </c:pt>
                <c:pt idx="120">
                  <c:v>8.0882572414894778</c:v>
                </c:pt>
                <c:pt idx="121">
                  <c:v>8.1013878660094001</c:v>
                </c:pt>
                <c:pt idx="122">
                  <c:v>8.1165641658830552</c:v>
                </c:pt>
                <c:pt idx="123">
                  <c:v>8.1239403273389605</c:v>
                </c:pt>
                <c:pt idx="124">
                  <c:v>8.1234710001543071</c:v>
                </c:pt>
                <c:pt idx="125">
                  <c:v>8.1172377788709014</c:v>
                </c:pt>
                <c:pt idx="126">
                  <c:v>8.1105212570194603</c:v>
                </c:pt>
                <c:pt idx="127">
                  <c:v>8.1048584068669864</c:v>
                </c:pt>
                <c:pt idx="128">
                  <c:v>8.1020860423136956</c:v>
                </c:pt>
                <c:pt idx="129">
                  <c:v>8.100490139400284</c:v>
                </c:pt>
                <c:pt idx="130">
                  <c:v>8.1000337599073831</c:v>
                </c:pt>
                <c:pt idx="131">
                  <c:v>8.0995279873681678</c:v>
                </c:pt>
                <c:pt idx="132">
                  <c:v>8.0984429454901115</c:v>
                </c:pt>
                <c:pt idx="133">
                  <c:v>8.095486289460089</c:v>
                </c:pt>
                <c:pt idx="134">
                  <c:v>8.0907682278457003</c:v>
                </c:pt>
                <c:pt idx="135">
                  <c:v>8.0851313863024288</c:v>
                </c:pt>
                <c:pt idx="136">
                  <c:v>8.080467653042783</c:v>
                </c:pt>
                <c:pt idx="137">
                  <c:v>8.0746051926424709</c:v>
                </c:pt>
                <c:pt idx="138">
                  <c:v>8.0685411571954209</c:v>
                </c:pt>
                <c:pt idx="139">
                  <c:v>8.0651988011503093</c:v>
                </c:pt>
                <c:pt idx="140">
                  <c:v>8.0621475883405562</c:v>
                </c:pt>
                <c:pt idx="141">
                  <c:v>8.0593510600909308</c:v>
                </c:pt>
                <c:pt idx="142">
                  <c:v>8.0577612713652904</c:v>
                </c:pt>
                <c:pt idx="143">
                  <c:v>8.0548014183743408</c:v>
                </c:pt>
                <c:pt idx="144">
                  <c:v>8.0549617293139573</c:v>
                </c:pt>
                <c:pt idx="145">
                  <c:v>8.0547554554006897</c:v>
                </c:pt>
                <c:pt idx="146">
                  <c:v>8.0518404164755601</c:v>
                </c:pt>
                <c:pt idx="147">
                  <c:v>8.0477372603238386</c:v>
                </c:pt>
                <c:pt idx="148">
                  <c:v>8.0458735153579877</c:v>
                </c:pt>
                <c:pt idx="149">
                  <c:v>8.0435800688721297</c:v>
                </c:pt>
                <c:pt idx="150">
                  <c:v>8.0432443913050342</c:v>
                </c:pt>
                <c:pt idx="151">
                  <c:v>8.0449860090333321</c:v>
                </c:pt>
                <c:pt idx="152">
                  <c:v>8.0458433074074005</c:v>
                </c:pt>
                <c:pt idx="153">
                  <c:v>8.0467967843528374</c:v>
                </c:pt>
                <c:pt idx="154">
                  <c:v>8.0481968967206861</c:v>
                </c:pt>
                <c:pt idx="155">
                  <c:v>8.0492533757509666</c:v>
                </c:pt>
                <c:pt idx="156">
                  <c:v>8.0506689567474634</c:v>
                </c:pt>
                <c:pt idx="157">
                  <c:v>8.0491556619723212</c:v>
                </c:pt>
                <c:pt idx="158">
                  <c:v>8.0468948544594188</c:v>
                </c:pt>
                <c:pt idx="159">
                  <c:v>8.047154754062058</c:v>
                </c:pt>
                <c:pt idx="160">
                  <c:v>8.0472926096813353</c:v>
                </c:pt>
                <c:pt idx="161">
                  <c:v>8.0482988831044029</c:v>
                </c:pt>
                <c:pt idx="162">
                  <c:v>8.048574098147979</c:v>
                </c:pt>
                <c:pt idx="163">
                  <c:v>8.048336787072385</c:v>
                </c:pt>
                <c:pt idx="164">
                  <c:v>8.0489644404167482</c:v>
                </c:pt>
                <c:pt idx="165">
                  <c:v>8.049526426185583</c:v>
                </c:pt>
                <c:pt idx="166">
                  <c:v>8.0514854305965358</c:v>
                </c:pt>
                <c:pt idx="167">
                  <c:v>8.0542475082620122</c:v>
                </c:pt>
                <c:pt idx="168">
                  <c:v>8.0572124397585991</c:v>
                </c:pt>
                <c:pt idx="169">
                  <c:v>8.0606806494988437</c:v>
                </c:pt>
                <c:pt idx="170">
                  <c:v>8.0647663322610015</c:v>
                </c:pt>
                <c:pt idx="171">
                  <c:v>8.0681392392639655</c:v>
                </c:pt>
                <c:pt idx="172">
                  <c:v>8.0706091779739619</c:v>
                </c:pt>
                <c:pt idx="173">
                  <c:v>8.0713942050500904</c:v>
                </c:pt>
                <c:pt idx="174">
                  <c:v>8.071294459869188</c:v>
                </c:pt>
                <c:pt idx="175">
                  <c:v>8.0733851391082947</c:v>
                </c:pt>
                <c:pt idx="176">
                  <c:v>8.0749448097978753</c:v>
                </c:pt>
                <c:pt idx="177">
                  <c:v>8.0754399591023454</c:v>
                </c:pt>
                <c:pt idx="178">
                  <c:v>8.0764906269901076</c:v>
                </c:pt>
                <c:pt idx="179">
                  <c:v>8.0791231378235437</c:v>
                </c:pt>
                <c:pt idx="180">
                  <c:v>8.0802259494760822</c:v>
                </c:pt>
                <c:pt idx="181">
                  <c:v>8.0828197437806324</c:v>
                </c:pt>
                <c:pt idx="182">
                  <c:v>8.0851572750255976</c:v>
                </c:pt>
                <c:pt idx="183">
                  <c:v>8.0880200269887439</c:v>
                </c:pt>
                <c:pt idx="184">
                  <c:v>8.0913894239950253</c:v>
                </c:pt>
                <c:pt idx="185">
                  <c:v>8.0943256327957886</c:v>
                </c:pt>
                <c:pt idx="186">
                  <c:v>8.0952139483511782</c:v>
                </c:pt>
                <c:pt idx="187">
                  <c:v>8.09605411634295</c:v>
                </c:pt>
                <c:pt idx="188">
                  <c:v>8.0972894620068896</c:v>
                </c:pt>
                <c:pt idx="189">
                  <c:v>8.0966771574051428</c:v>
                </c:pt>
                <c:pt idx="190">
                  <c:v>8.094720937014328</c:v>
                </c:pt>
                <c:pt idx="191">
                  <c:v>8.0926405146915279</c:v>
                </c:pt>
                <c:pt idx="192">
                  <c:v>8.0903551338716735</c:v>
                </c:pt>
                <c:pt idx="193">
                  <c:v>8.0901114854870766</c:v>
                </c:pt>
                <c:pt idx="194">
                  <c:v>8.0925528979811414</c:v>
                </c:pt>
                <c:pt idx="195">
                  <c:v>8.0980367316424111</c:v>
                </c:pt>
                <c:pt idx="196">
                  <c:v>8.1035931762787197</c:v>
                </c:pt>
                <c:pt idx="197">
                  <c:v>8.104528160803298</c:v>
                </c:pt>
                <c:pt idx="198">
                  <c:v>8.1001197248546237</c:v>
                </c:pt>
                <c:pt idx="199">
                  <c:v>8.0930949160648566</c:v>
                </c:pt>
                <c:pt idx="200">
                  <c:v>8.0871696020806674</c:v>
                </c:pt>
                <c:pt idx="201">
                  <c:v>8.0847991021761505</c:v>
                </c:pt>
                <c:pt idx="202">
                  <c:v>8.0868592837400861</c:v>
                </c:pt>
                <c:pt idx="203">
                  <c:v>8.090222753047982</c:v>
                </c:pt>
                <c:pt idx="204">
                  <c:v>8.096104535080892</c:v>
                </c:pt>
                <c:pt idx="205">
                  <c:v>8.1054753603827496</c:v>
                </c:pt>
                <c:pt idx="206">
                  <c:v>8.1144168071908602</c:v>
                </c:pt>
                <c:pt idx="207">
                  <c:v>8.1193099956606574</c:v>
                </c:pt>
                <c:pt idx="208">
                  <c:v>8.1255586422805326</c:v>
                </c:pt>
                <c:pt idx="209">
                  <c:v>8.1301634382334367</c:v>
                </c:pt>
                <c:pt idx="210">
                  <c:v>8.141217143766907</c:v>
                </c:pt>
                <c:pt idx="211">
                  <c:v>8.1593015924488643</c:v>
                </c:pt>
                <c:pt idx="212">
                  <c:v>8.1710315484629437</c:v>
                </c:pt>
                <c:pt idx="213">
                  <c:v>8.164066795916245</c:v>
                </c:pt>
                <c:pt idx="214">
                  <c:v>8.1796209033077041</c:v>
                </c:pt>
                <c:pt idx="215">
                  <c:v>8.2197773567143422</c:v>
                </c:pt>
                <c:pt idx="216">
                  <c:v>8.2302559156564978</c:v>
                </c:pt>
                <c:pt idx="217">
                  <c:v>8.2410983819967623</c:v>
                </c:pt>
                <c:pt idx="218">
                  <c:v>8.2420067718026342</c:v>
                </c:pt>
                <c:pt idx="219">
                  <c:v>8.1993155013601999</c:v>
                </c:pt>
                <c:pt idx="220">
                  <c:v>8.174738477939691</c:v>
                </c:pt>
                <c:pt idx="221">
                  <c:v>8.1620491672343043</c:v>
                </c:pt>
                <c:pt idx="222">
                  <c:v>8.1484495751878327</c:v>
                </c:pt>
                <c:pt idx="223">
                  <c:v>8.1342400962413119</c:v>
                </c:pt>
                <c:pt idx="224">
                  <c:v>8.1165602096439091</c:v>
                </c:pt>
                <c:pt idx="225">
                  <c:v>8.1017665526914566</c:v>
                </c:pt>
                <c:pt idx="226">
                  <c:v>8.0901625569378748</c:v>
                </c:pt>
                <c:pt idx="227">
                  <c:v>8.0792005442399724</c:v>
                </c:pt>
                <c:pt idx="228">
                  <c:v>8.0710350065090122</c:v>
                </c:pt>
                <c:pt idx="229">
                  <c:v>8.0651410427229067</c:v>
                </c:pt>
                <c:pt idx="230">
                  <c:v>8.057941426773823</c:v>
                </c:pt>
                <c:pt idx="231">
                  <c:v>8.0540161881579877</c:v>
                </c:pt>
                <c:pt idx="232">
                  <c:v>8.0499085995531505</c:v>
                </c:pt>
                <c:pt idx="233">
                  <c:v>8.047485509641394</c:v>
                </c:pt>
                <c:pt idx="234">
                  <c:v>8.0459265615981899</c:v>
                </c:pt>
                <c:pt idx="235">
                  <c:v>8.0459361891128136</c:v>
                </c:pt>
                <c:pt idx="236">
                  <c:v>8.0460633915258377</c:v>
                </c:pt>
                <c:pt idx="237">
                  <c:v>8.0466430305132874</c:v>
                </c:pt>
                <c:pt idx="238">
                  <c:v>8.0467382499963769</c:v>
                </c:pt>
                <c:pt idx="239">
                  <c:v>8.0476273148394828</c:v>
                </c:pt>
                <c:pt idx="240">
                  <c:v>8.0502800697619499</c:v>
                </c:pt>
                <c:pt idx="241">
                  <c:v>8.0532634170855388</c:v>
                </c:pt>
                <c:pt idx="242">
                  <c:v>8.0574541966079813</c:v>
                </c:pt>
                <c:pt idx="243">
                  <c:v>8.0604845359270207</c:v>
                </c:pt>
                <c:pt idx="244">
                  <c:v>8.0618020568074371</c:v>
                </c:pt>
                <c:pt idx="245">
                  <c:v>8.0634940150760155</c:v>
                </c:pt>
                <c:pt idx="246">
                  <c:v>8.0692844506107892</c:v>
                </c:pt>
                <c:pt idx="247">
                  <c:v>8.080129161484038</c:v>
                </c:pt>
                <c:pt idx="248">
                  <c:v>8.0981442760759048</c:v>
                </c:pt>
                <c:pt idx="249">
                  <c:v>8.1242260157597386</c:v>
                </c:pt>
                <c:pt idx="250">
                  <c:v>8.1564030411836761</c:v>
                </c:pt>
                <c:pt idx="251">
                  <c:v>8.2151988957270703</c:v>
                </c:pt>
                <c:pt idx="252">
                  <c:v>8.2958866994916409</c:v>
                </c:pt>
                <c:pt idx="253">
                  <c:v>8.4219070628539576</c:v>
                </c:pt>
                <c:pt idx="254">
                  <c:v>8.5778715209605547</c:v>
                </c:pt>
                <c:pt idx="255">
                  <c:v>8.7130097234500905</c:v>
                </c:pt>
                <c:pt idx="256">
                  <c:v>8.7806372225144482</c:v>
                </c:pt>
                <c:pt idx="257">
                  <c:v>8.8559222955202479</c:v>
                </c:pt>
                <c:pt idx="258">
                  <c:v>8.9290116957618526</c:v>
                </c:pt>
                <c:pt idx="259">
                  <c:v>9</c:v>
                </c:pt>
                <c:pt idx="260">
                  <c:v>8.7477310102652304</c:v>
                </c:pt>
                <c:pt idx="261">
                  <c:v>8.4444366592525597</c:v>
                </c:pt>
                <c:pt idx="262">
                  <c:v>8.2199458898378417</c:v>
                </c:pt>
                <c:pt idx="263">
                  <c:v>8.1497897545288147</c:v>
                </c:pt>
                <c:pt idx="264">
                  <c:v>8.1252712354932566</c:v>
                </c:pt>
                <c:pt idx="265">
                  <c:v>8.1081458417875183</c:v>
                </c:pt>
                <c:pt idx="266">
                  <c:v>8.1008175215198097</c:v>
                </c:pt>
                <c:pt idx="267">
                  <c:v>8.1013620838515958</c:v>
                </c:pt>
                <c:pt idx="268">
                  <c:v>8.0966037804915487</c:v>
                </c:pt>
                <c:pt idx="269">
                  <c:v>8.1014572933441826</c:v>
                </c:pt>
                <c:pt idx="270">
                  <c:v>8.1148402047035404</c:v>
                </c:pt>
                <c:pt idx="271">
                  <c:v>8.1255776508773732</c:v>
                </c:pt>
                <c:pt idx="272">
                  <c:v>8.1312058872674857</c:v>
                </c:pt>
                <c:pt idx="273">
                  <c:v>8.1404594773480401</c:v>
                </c:pt>
                <c:pt idx="274">
                  <c:v>8.1745982245997197</c:v>
                </c:pt>
                <c:pt idx="275">
                  <c:v>8.2289887735520111</c:v>
                </c:pt>
                <c:pt idx="276">
                  <c:v>8.3166748047083132</c:v>
                </c:pt>
                <c:pt idx="277">
                  <c:v>8.456735154805374</c:v>
                </c:pt>
                <c:pt idx="278">
                  <c:v>8.8273612327140345</c:v>
                </c:pt>
                <c:pt idx="279">
                  <c:v>8.9242190250718458</c:v>
                </c:pt>
                <c:pt idx="280">
                  <c:v>8.7320719759520351</c:v>
                </c:pt>
                <c:pt idx="281">
                  <c:v>8.4463906684120662</c:v>
                </c:pt>
                <c:pt idx="282">
                  <c:v>8.2489197469029971</c:v>
                </c:pt>
                <c:pt idx="283">
                  <c:v>8.154834838604625</c:v>
                </c:pt>
                <c:pt idx="284">
                  <c:v>8.110807997773211</c:v>
                </c:pt>
                <c:pt idx="285">
                  <c:v>8.0898386781546971</c:v>
                </c:pt>
                <c:pt idx="286">
                  <c:v>8.0677435887079927</c:v>
                </c:pt>
                <c:pt idx="287">
                  <c:v>8.0642406386590153</c:v>
                </c:pt>
                <c:pt idx="288">
                  <c:v>8.0639381328916979</c:v>
                </c:pt>
                <c:pt idx="289">
                  <c:v>8.0553533603576</c:v>
                </c:pt>
                <c:pt idx="290">
                  <c:v>8.0412537036792333</c:v>
                </c:pt>
                <c:pt idx="291">
                  <c:v>8.0246123598292485</c:v>
                </c:pt>
                <c:pt idx="292">
                  <c:v>8.0148896490344317</c:v>
                </c:pt>
                <c:pt idx="293">
                  <c:v>8.0109615947618646</c:v>
                </c:pt>
                <c:pt idx="294">
                  <c:v>8.0176074887530913</c:v>
                </c:pt>
                <c:pt idx="295">
                  <c:v>8.0221824297531779</c:v>
                </c:pt>
                <c:pt idx="296">
                  <c:v>8.0285860523841226</c:v>
                </c:pt>
                <c:pt idx="297">
                  <c:v>8.0292035986697226</c:v>
                </c:pt>
                <c:pt idx="298">
                  <c:v>8.0269321179695634</c:v>
                </c:pt>
                <c:pt idx="299">
                  <c:v>8.0300850740607963</c:v>
                </c:pt>
                <c:pt idx="300">
                  <c:v>8.0368101844145592</c:v>
                </c:pt>
                <c:pt idx="301">
                  <c:v>8.0373043213480688</c:v>
                </c:pt>
                <c:pt idx="302">
                  <c:v>8.033103551322732</c:v>
                </c:pt>
                <c:pt idx="303">
                  <c:v>8.0345904911512385</c:v>
                </c:pt>
                <c:pt idx="304">
                  <c:v>8.0392463385739337</c:v>
                </c:pt>
                <c:pt idx="305">
                  <c:v>8.0388042455001703</c:v>
                </c:pt>
                <c:pt idx="306">
                  <c:v>8.037055681042192</c:v>
                </c:pt>
                <c:pt idx="307">
                  <c:v>8.036801036444075</c:v>
                </c:pt>
                <c:pt idx="308">
                  <c:v>8.0352544699641264</c:v>
                </c:pt>
                <c:pt idx="309">
                  <c:v>8.0346388784869252</c:v>
                </c:pt>
                <c:pt idx="310">
                  <c:v>8.030942149313633</c:v>
                </c:pt>
                <c:pt idx="311">
                  <c:v>8.0244692242291915</c:v>
                </c:pt>
                <c:pt idx="312">
                  <c:v>8.0194524499084174</c:v>
                </c:pt>
                <c:pt idx="313">
                  <c:v>8.0210098361030031</c:v>
                </c:pt>
                <c:pt idx="314">
                  <c:v>8.0215241238808499</c:v>
                </c:pt>
                <c:pt idx="315">
                  <c:v>8.0235478983871538</c:v>
                </c:pt>
                <c:pt idx="316">
                  <c:v>8.0251361702214385</c:v>
                </c:pt>
                <c:pt idx="317">
                  <c:v>8.0310261328111352</c:v>
                </c:pt>
                <c:pt idx="318">
                  <c:v>8.0419588500243826</c:v>
                </c:pt>
                <c:pt idx="319">
                  <c:v>8.0493775377209413</c:v>
                </c:pt>
                <c:pt idx="320">
                  <c:v>8.0570323043310719</c:v>
                </c:pt>
                <c:pt idx="321">
                  <c:v>8.0839967915300139</c:v>
                </c:pt>
                <c:pt idx="322">
                  <c:v>8.1184868847874956</c:v>
                </c:pt>
                <c:pt idx="323">
                  <c:v>8.148181350166114</c:v>
                </c:pt>
                <c:pt idx="324">
                  <c:v>8.1463655030013076</c:v>
                </c:pt>
                <c:pt idx="325">
                  <c:v>8.1255023757682299</c:v>
                </c:pt>
                <c:pt idx="326">
                  <c:v>8.1110577736662499</c:v>
                </c:pt>
                <c:pt idx="327">
                  <c:v>8.1152574347457644</c:v>
                </c:pt>
                <c:pt idx="328">
                  <c:v>8.1492511465367539</c:v>
                </c:pt>
                <c:pt idx="329">
                  <c:v>8.2472019398732641</c:v>
                </c:pt>
                <c:pt idx="330">
                  <c:v>8.4231689299729151</c:v>
                </c:pt>
                <c:pt idx="331">
                  <c:v>8.5129921295084614</c:v>
                </c:pt>
                <c:pt idx="332">
                  <c:v>8.5027764007164617</c:v>
                </c:pt>
                <c:pt idx="333">
                  <c:v>8.4504736937004523</c:v>
                </c:pt>
                <c:pt idx="334">
                  <c:v>8.3659265187056313</c:v>
                </c:pt>
                <c:pt idx="335">
                  <c:v>8.2479167004123664</c:v>
                </c:pt>
                <c:pt idx="336">
                  <c:v>8.1511437340844637</c:v>
                </c:pt>
                <c:pt idx="337">
                  <c:v>8.0985319475502333</c:v>
                </c:pt>
                <c:pt idx="338">
                  <c:v>8.0706850991356269</c:v>
                </c:pt>
                <c:pt idx="339">
                  <c:v>8.0551357405632107</c:v>
                </c:pt>
                <c:pt idx="340">
                  <c:v>8.0453212370277978</c:v>
                </c:pt>
                <c:pt idx="341">
                  <c:v>8.0369734891748781</c:v>
                </c:pt>
                <c:pt idx="342">
                  <c:v>8.0324326590818416</c:v>
                </c:pt>
                <c:pt idx="343">
                  <c:v>8.0283607965153561</c:v>
                </c:pt>
                <c:pt idx="344">
                  <c:v>8.0248327836247828</c:v>
                </c:pt>
                <c:pt idx="345">
                  <c:v>8.0226273817758518</c:v>
                </c:pt>
                <c:pt idx="346">
                  <c:v>8.0205402075381773</c:v>
                </c:pt>
                <c:pt idx="347">
                  <c:v>8.02009549362249</c:v>
                </c:pt>
                <c:pt idx="348">
                  <c:v>8.0186490353117126</c:v>
                </c:pt>
                <c:pt idx="349">
                  <c:v>8.0165940171726895</c:v>
                </c:pt>
                <c:pt idx="350">
                  <c:v>8.0137969477708229</c:v>
                </c:pt>
                <c:pt idx="351">
                  <c:v>8.0150547337693485</c:v>
                </c:pt>
                <c:pt idx="352">
                  <c:v>8.0148306334687494</c:v>
                </c:pt>
                <c:pt idx="353">
                  <c:v>8.0149313493935157</c:v>
                </c:pt>
                <c:pt idx="354">
                  <c:v>8.0152130482734698</c:v>
                </c:pt>
                <c:pt idx="355">
                  <c:v>8.0141846875135876</c:v>
                </c:pt>
                <c:pt idx="356">
                  <c:v>8.0154912088503174</c:v>
                </c:pt>
                <c:pt idx="357">
                  <c:v>8.0175912608462223</c:v>
                </c:pt>
                <c:pt idx="358">
                  <c:v>8.0159674494629751</c:v>
                </c:pt>
                <c:pt idx="359">
                  <c:v>8.0138247671586758</c:v>
                </c:pt>
                <c:pt idx="360">
                  <c:v>8.0198875612857403</c:v>
                </c:pt>
                <c:pt idx="361">
                  <c:v>8.022927161800963</c:v>
                </c:pt>
                <c:pt idx="362">
                  <c:v>8.0256211658447985</c:v>
                </c:pt>
                <c:pt idx="363">
                  <c:v>8.0271016584687711</c:v>
                </c:pt>
                <c:pt idx="364">
                  <c:v>8.0290923843914985</c:v>
                </c:pt>
                <c:pt idx="365">
                  <c:v>8.0304821765698566</c:v>
                </c:pt>
                <c:pt idx="366">
                  <c:v>8.0303995451204138</c:v>
                </c:pt>
                <c:pt idx="367">
                  <c:v>8.030430109398937</c:v>
                </c:pt>
                <c:pt idx="368">
                  <c:v>8.0313707985006673</c:v>
                </c:pt>
                <c:pt idx="369">
                  <c:v>8.0312200318214835</c:v>
                </c:pt>
                <c:pt idx="370">
                  <c:v>8.0315083743858633</c:v>
                </c:pt>
                <c:pt idx="371">
                  <c:v>8.0302042108078169</c:v>
                </c:pt>
                <c:pt idx="372">
                  <c:v>8.0296859601304877</c:v>
                </c:pt>
                <c:pt idx="373">
                  <c:v>8.0282613943417207</c:v>
                </c:pt>
                <c:pt idx="374">
                  <c:v>8.0252688923873112</c:v>
                </c:pt>
                <c:pt idx="375">
                  <c:v>8.0252389258738788</c:v>
                </c:pt>
                <c:pt idx="376">
                  <c:v>8.0254146588197965</c:v>
                </c:pt>
                <c:pt idx="377">
                  <c:v>8.0250592683254069</c:v>
                </c:pt>
                <c:pt idx="378">
                  <c:v>8.0246241519528319</c:v>
                </c:pt>
                <c:pt idx="379">
                  <c:v>8.0239942374246471</c:v>
                </c:pt>
                <c:pt idx="380">
                  <c:v>8.0236705734372826</c:v>
                </c:pt>
                <c:pt idx="381">
                  <c:v>8.0261292844871086</c:v>
                </c:pt>
                <c:pt idx="382">
                  <c:v>8.0251818900928527</c:v>
                </c:pt>
                <c:pt idx="383">
                  <c:v>8.0294624925617377</c:v>
                </c:pt>
                <c:pt idx="384">
                  <c:v>8.0316648722835424</c:v>
                </c:pt>
                <c:pt idx="385">
                  <c:v>8.0315334871799742</c:v>
                </c:pt>
                <c:pt idx="386">
                  <c:v>8.0281293631856308</c:v>
                </c:pt>
                <c:pt idx="387">
                  <c:v>8.0237166596271372</c:v>
                </c:pt>
                <c:pt idx="388">
                  <c:v>8.0199936837376562</c:v>
                </c:pt>
                <c:pt idx="389">
                  <c:v>8.0171230559280602</c:v>
                </c:pt>
                <c:pt idx="390">
                  <c:v>8.0160079093346148</c:v>
                </c:pt>
                <c:pt idx="391">
                  <c:v>8.0155172990486268</c:v>
                </c:pt>
                <c:pt idx="392">
                  <c:v>8.0176043484050155</c:v>
                </c:pt>
                <c:pt idx="393">
                  <c:v>8.0180311293680084</c:v>
                </c:pt>
                <c:pt idx="394">
                  <c:v>8.0193580296655593</c:v>
                </c:pt>
                <c:pt idx="395">
                  <c:v>8.0209526154976736</c:v>
                </c:pt>
                <c:pt idx="396">
                  <c:v>8.0229150966036347</c:v>
                </c:pt>
                <c:pt idx="397">
                  <c:v>8.0244689012029315</c:v>
                </c:pt>
                <c:pt idx="398">
                  <c:v>8.0259496119528819</c:v>
                </c:pt>
                <c:pt idx="399">
                  <c:v>8.0280055242419159</c:v>
                </c:pt>
                <c:pt idx="400">
                  <c:v>8.0339910976093982</c:v>
                </c:pt>
                <c:pt idx="401">
                  <c:v>8.0353173302083398</c:v>
                </c:pt>
                <c:pt idx="402">
                  <c:v>8.0373336900964123</c:v>
                </c:pt>
                <c:pt idx="403">
                  <c:v>8.0399891557753307</c:v>
                </c:pt>
                <c:pt idx="404">
                  <c:v>8.0431406998754884</c:v>
                </c:pt>
                <c:pt idx="405">
                  <c:v>8.0439801718622252</c:v>
                </c:pt>
                <c:pt idx="406">
                  <c:v>8.0443262628635051</c:v>
                </c:pt>
                <c:pt idx="407">
                  <c:v>8.0431006246382104</c:v>
                </c:pt>
                <c:pt idx="408">
                  <c:v>8.0394290082590292</c:v>
                </c:pt>
                <c:pt idx="409">
                  <c:v>8.0362597643179097</c:v>
                </c:pt>
                <c:pt idx="410">
                  <c:v>8.032678861705012</c:v>
                </c:pt>
                <c:pt idx="411">
                  <c:v>8.0294938893821683</c:v>
                </c:pt>
                <c:pt idx="412">
                  <c:v>8.0246279316930931</c:v>
                </c:pt>
                <c:pt idx="413">
                  <c:v>8.0225667211073599</c:v>
                </c:pt>
                <c:pt idx="414">
                  <c:v>8.0207241360266384</c:v>
                </c:pt>
                <c:pt idx="415">
                  <c:v>8.0185655480091889</c:v>
                </c:pt>
                <c:pt idx="416">
                  <c:v>8.016389801303017</c:v>
                </c:pt>
                <c:pt idx="417">
                  <c:v>8.0149568285060653</c:v>
                </c:pt>
                <c:pt idx="418">
                  <c:v>8.0144671889639412</c:v>
                </c:pt>
                <c:pt idx="419">
                  <c:v>8.0167329567615297</c:v>
                </c:pt>
                <c:pt idx="420">
                  <c:v>8.0158187857846492</c:v>
                </c:pt>
                <c:pt idx="421">
                  <c:v>8.0167194412761962</c:v>
                </c:pt>
                <c:pt idx="422">
                  <c:v>8.0148155378188761</c:v>
                </c:pt>
                <c:pt idx="423">
                  <c:v>8.0146700910824826</c:v>
                </c:pt>
                <c:pt idx="424">
                  <c:v>8.0140329367698673</c:v>
                </c:pt>
                <c:pt idx="425">
                  <c:v>8.0134351350481552</c:v>
                </c:pt>
                <c:pt idx="426">
                  <c:v>8.015947082157739</c:v>
                </c:pt>
                <c:pt idx="427">
                  <c:v>8.019840770765434</c:v>
                </c:pt>
                <c:pt idx="428">
                  <c:v>8.0255276397519495</c:v>
                </c:pt>
                <c:pt idx="429">
                  <c:v>8.0411940836881257</c:v>
                </c:pt>
                <c:pt idx="430">
                  <c:v>8.0511452206712928</c:v>
                </c:pt>
                <c:pt idx="431">
                  <c:v>8.0507208574100009</c:v>
                </c:pt>
                <c:pt idx="432">
                  <c:v>8.0510685302409062</c:v>
                </c:pt>
                <c:pt idx="433">
                  <c:v>8.0456949884014257</c:v>
                </c:pt>
                <c:pt idx="434">
                  <c:v>8.0351614117598285</c:v>
                </c:pt>
                <c:pt idx="435">
                  <c:v>8.0051708274591391</c:v>
                </c:pt>
                <c:pt idx="436">
                  <c:v>8.0080996578572456</c:v>
                </c:pt>
                <c:pt idx="437">
                  <c:v>8.0037881031453093</c:v>
                </c:pt>
                <c:pt idx="438">
                  <c:v>8.0038274557362108</c:v>
                </c:pt>
                <c:pt idx="439">
                  <c:v>7.9970686145307788</c:v>
                </c:pt>
                <c:pt idx="440">
                  <c:v>7.9924000288006214</c:v>
                </c:pt>
                <c:pt idx="441">
                  <c:v>7.9893263257037681</c:v>
                </c:pt>
                <c:pt idx="442">
                  <c:v>7.985235435391977</c:v>
                </c:pt>
                <c:pt idx="443">
                  <c:v>7.9921415378588909</c:v>
                </c:pt>
                <c:pt idx="444">
                  <c:v>7.9923895171264929</c:v>
                </c:pt>
                <c:pt idx="445">
                  <c:v>8.002757133615356</c:v>
                </c:pt>
                <c:pt idx="446">
                  <c:v>8.0061994155029641</c:v>
                </c:pt>
                <c:pt idx="447">
                  <c:v>8.0067899607894066</c:v>
                </c:pt>
                <c:pt idx="448">
                  <c:v>8.0057298864268969</c:v>
                </c:pt>
                <c:pt idx="449">
                  <c:v>8.0008895725896014</c:v>
                </c:pt>
                <c:pt idx="450">
                  <c:v>8.0002868281706494</c:v>
                </c:pt>
                <c:pt idx="451">
                  <c:v>8.0002309164512848</c:v>
                </c:pt>
                <c:pt idx="452">
                  <c:v>7.9993455697143219</c:v>
                </c:pt>
                <c:pt idx="453">
                  <c:v>8.0032679705069967</c:v>
                </c:pt>
                <c:pt idx="454">
                  <c:v>8.0053359359215008</c:v>
                </c:pt>
                <c:pt idx="455">
                  <c:v>8.0022740726112556</c:v>
                </c:pt>
                <c:pt idx="456">
                  <c:v>8.0050156782793511</c:v>
                </c:pt>
                <c:pt idx="457">
                  <c:v>8.0048509769299834</c:v>
                </c:pt>
                <c:pt idx="458">
                  <c:v>8.0010155012135069</c:v>
                </c:pt>
                <c:pt idx="459">
                  <c:v>8.0009948277409855</c:v>
                </c:pt>
                <c:pt idx="460">
                  <c:v>8.005095173127156</c:v>
                </c:pt>
                <c:pt idx="461">
                  <c:v>8.0079984948574747</c:v>
                </c:pt>
                <c:pt idx="462">
                  <c:v>8.0072710705234122</c:v>
                </c:pt>
                <c:pt idx="463">
                  <c:v>8.004549354905901</c:v>
                </c:pt>
                <c:pt idx="464">
                  <c:v>8.0049612337850142</c:v>
                </c:pt>
                <c:pt idx="465">
                  <c:v>8.0056007217125966</c:v>
                </c:pt>
                <c:pt idx="466">
                  <c:v>8.0048911508234788</c:v>
                </c:pt>
                <c:pt idx="467">
                  <c:v>8.003027654163251</c:v>
                </c:pt>
                <c:pt idx="468">
                  <c:v>8.0044378858698533</c:v>
                </c:pt>
                <c:pt idx="469">
                  <c:v>8.0048650664529628</c:v>
                </c:pt>
                <c:pt idx="470">
                  <c:v>8.0039598373924434</c:v>
                </c:pt>
                <c:pt idx="471">
                  <c:v>8.005194526597089</c:v>
                </c:pt>
                <c:pt idx="472">
                  <c:v>8.0077026893874326</c:v>
                </c:pt>
                <c:pt idx="473">
                  <c:v>8.008041706280121</c:v>
                </c:pt>
                <c:pt idx="474">
                  <c:v>8.0086339849188164</c:v>
                </c:pt>
                <c:pt idx="475">
                  <c:v>8.007497417854621</c:v>
                </c:pt>
                <c:pt idx="476">
                  <c:v>8.0082649507276393</c:v>
                </c:pt>
                <c:pt idx="477">
                  <c:v>8.0074881458353939</c:v>
                </c:pt>
                <c:pt idx="478">
                  <c:v>8.0087760390469356</c:v>
                </c:pt>
                <c:pt idx="479">
                  <c:v>8.0116575431840147</c:v>
                </c:pt>
                <c:pt idx="480">
                  <c:v>8.0131992609398939</c:v>
                </c:pt>
                <c:pt idx="481">
                  <c:v>8.0136018782065523</c:v>
                </c:pt>
                <c:pt idx="482">
                  <c:v>8.0112835245644352</c:v>
                </c:pt>
                <c:pt idx="483">
                  <c:v>8.0107446468287957</c:v>
                </c:pt>
                <c:pt idx="484">
                  <c:v>8.0118323811473822</c:v>
                </c:pt>
                <c:pt idx="485">
                  <c:v>8.0131197148907614</c:v>
                </c:pt>
                <c:pt idx="486">
                  <c:v>8.0131758590194053</c:v>
                </c:pt>
                <c:pt idx="487">
                  <c:v>8.0141174214575965</c:v>
                </c:pt>
                <c:pt idx="488">
                  <c:v>8.013844826423405</c:v>
                </c:pt>
                <c:pt idx="489">
                  <c:v>8.0131024121722909</c:v>
                </c:pt>
                <c:pt idx="490">
                  <c:v>8.0131244312406693</c:v>
                </c:pt>
                <c:pt idx="491">
                  <c:v>8.0156019052874754</c:v>
                </c:pt>
                <c:pt idx="492">
                  <c:v>8.0157403137145788</c:v>
                </c:pt>
                <c:pt idx="493">
                  <c:v>8.0173190779202752</c:v>
                </c:pt>
                <c:pt idx="494">
                  <c:v>8.0175953386364878</c:v>
                </c:pt>
                <c:pt idx="495">
                  <c:v>8.0182227771850378</c:v>
                </c:pt>
                <c:pt idx="496">
                  <c:v>8.0188710376067043</c:v>
                </c:pt>
                <c:pt idx="497">
                  <c:v>8.0204380263396544</c:v>
                </c:pt>
                <c:pt idx="498">
                  <c:v>8.0213155488217502</c:v>
                </c:pt>
                <c:pt idx="499">
                  <c:v>8.0210297555006917</c:v>
                </c:pt>
                <c:pt idx="500">
                  <c:v>8.0205848434400284</c:v>
                </c:pt>
                <c:pt idx="501">
                  <c:v>8.0224537118687813</c:v>
                </c:pt>
                <c:pt idx="502">
                  <c:v>8.0239246269306452</c:v>
                </c:pt>
                <c:pt idx="503">
                  <c:v>8.0259042500744897</c:v>
                </c:pt>
                <c:pt idx="504">
                  <c:v>8.0277731851065948</c:v>
                </c:pt>
                <c:pt idx="505">
                  <c:v>8.0313625663262833</c:v>
                </c:pt>
                <c:pt idx="506">
                  <c:v>8.0388939702066686</c:v>
                </c:pt>
                <c:pt idx="507">
                  <c:v>8.0508213119166072</c:v>
                </c:pt>
                <c:pt idx="508">
                  <c:v>8.0667904814111644</c:v>
                </c:pt>
                <c:pt idx="509">
                  <c:v>8.0848696750885995</c:v>
                </c:pt>
                <c:pt idx="510">
                  <c:v>8.1038526696009079</c:v>
                </c:pt>
                <c:pt idx="511">
                  <c:v>8.1223661437788426</c:v>
                </c:pt>
                <c:pt idx="512">
                  <c:v>8.1368453263415095</c:v>
                </c:pt>
                <c:pt idx="513">
                  <c:v>8.1457214086193481</c:v>
                </c:pt>
                <c:pt idx="514">
                  <c:v>8.1501964878826652</c:v>
                </c:pt>
                <c:pt idx="515">
                  <c:v>8.1504382180907058</c:v>
                </c:pt>
                <c:pt idx="516">
                  <c:v>8.1456319469960938</c:v>
                </c:pt>
                <c:pt idx="517">
                  <c:v>8.1377814897454286</c:v>
                </c:pt>
                <c:pt idx="518">
                  <c:v>8.1291778684625342</c:v>
                </c:pt>
                <c:pt idx="519">
                  <c:v>8.1195615298822066</c:v>
                </c:pt>
                <c:pt idx="520">
                  <c:v>8.1085493648597726</c:v>
                </c:pt>
                <c:pt idx="521">
                  <c:v>8.0999790718945359</c:v>
                </c:pt>
                <c:pt idx="522">
                  <c:v>8.0931241815780037</c:v>
                </c:pt>
                <c:pt idx="523">
                  <c:v>8.0872216192990738</c:v>
                </c:pt>
                <c:pt idx="524">
                  <c:v>8.0833719987996471</c:v>
                </c:pt>
                <c:pt idx="525">
                  <c:v>8.0843831975406424</c:v>
                </c:pt>
                <c:pt idx="526">
                  <c:v>8.0885340983056953</c:v>
                </c:pt>
                <c:pt idx="527">
                  <c:v>8.0927752066515541</c:v>
                </c:pt>
                <c:pt idx="528">
                  <c:v>8.0965050077195944</c:v>
                </c:pt>
                <c:pt idx="529">
                  <c:v>8.1014689489308935</c:v>
                </c:pt>
                <c:pt idx="530">
                  <c:v>8.1057112761181056</c:v>
                </c:pt>
                <c:pt idx="531">
                  <c:v>8.1121892580620969</c:v>
                </c:pt>
                <c:pt idx="532">
                  <c:v>8.1190094014095617</c:v>
                </c:pt>
                <c:pt idx="533">
                  <c:v>8.1252620442305936</c:v>
                </c:pt>
                <c:pt idx="534">
                  <c:v>8.1300968748428168</c:v>
                </c:pt>
                <c:pt idx="535">
                  <c:v>8.1372076485798246</c:v>
                </c:pt>
                <c:pt idx="536">
                  <c:v>8.1460123187429723</c:v>
                </c:pt>
                <c:pt idx="537">
                  <c:v>8.1546342293064988</c:v>
                </c:pt>
                <c:pt idx="538">
                  <c:v>8.1652927904694756</c:v>
                </c:pt>
                <c:pt idx="539">
                  <c:v>8.180051880281912</c:v>
                </c:pt>
                <c:pt idx="540">
                  <c:v>8.1941825674622688</c:v>
                </c:pt>
                <c:pt idx="541">
                  <c:v>8.2108148765674702</c:v>
                </c:pt>
                <c:pt idx="542">
                  <c:v>8.2267275098061443</c:v>
                </c:pt>
                <c:pt idx="543">
                  <c:v>8.2443138320137699</c:v>
                </c:pt>
                <c:pt idx="544">
                  <c:v>8.2633815726319693</c:v>
                </c:pt>
                <c:pt idx="545">
                  <c:v>8.2798863895995609</c:v>
                </c:pt>
                <c:pt idx="546">
                  <c:v>8.2975785045725061</c:v>
                </c:pt>
                <c:pt idx="547">
                  <c:v>8.3161641434830162</c:v>
                </c:pt>
                <c:pt idx="548">
                  <c:v>8.3319417051225546</c:v>
                </c:pt>
                <c:pt idx="549">
                  <c:v>8.3483733116849344</c:v>
                </c:pt>
                <c:pt idx="550">
                  <c:v>8.3576438856204103</c:v>
                </c:pt>
                <c:pt idx="551">
                  <c:v>8.3685022568412837</c:v>
                </c:pt>
                <c:pt idx="552">
                  <c:v>8.3710853746284073</c:v>
                </c:pt>
                <c:pt idx="553">
                  <c:v>8.3707852332801078</c:v>
                </c:pt>
                <c:pt idx="554">
                  <c:v>8.3601536864369574</c:v>
                </c:pt>
                <c:pt idx="555">
                  <c:v>8.3410003471899561</c:v>
                </c:pt>
                <c:pt idx="556">
                  <c:v>8.3202278804404823</c:v>
                </c:pt>
                <c:pt idx="557">
                  <c:v>8.2988697304493044</c:v>
                </c:pt>
                <c:pt idx="558">
                  <c:v>8.2748559982233427</c:v>
                </c:pt>
                <c:pt idx="559">
                  <c:v>8.2578611137870865</c:v>
                </c:pt>
                <c:pt idx="560">
                  <c:v>8.2378674000779206</c:v>
                </c:pt>
                <c:pt idx="561">
                  <c:v>8.2160727849962782</c:v>
                </c:pt>
                <c:pt idx="562">
                  <c:v>8.1962436481714658</c:v>
                </c:pt>
                <c:pt idx="563">
                  <c:v>8.1783161969123324</c:v>
                </c:pt>
                <c:pt idx="564">
                  <c:v>8.1585158460565275</c:v>
                </c:pt>
                <c:pt idx="565">
                  <c:v>8.1428096299283279</c:v>
                </c:pt>
                <c:pt idx="566">
                  <c:v>8.1220083239271634</c:v>
                </c:pt>
                <c:pt idx="567">
                  <c:v>8.1085265798528372</c:v>
                </c:pt>
                <c:pt idx="568">
                  <c:v>8.0903901405938168</c:v>
                </c:pt>
                <c:pt idx="569">
                  <c:v>8.0797049780517973</c:v>
                </c:pt>
                <c:pt idx="570">
                  <c:v>8.0658472846932074</c:v>
                </c:pt>
                <c:pt idx="571">
                  <c:v>8.054769095767309</c:v>
                </c:pt>
                <c:pt idx="572">
                  <c:v>8.0505811668683602</c:v>
                </c:pt>
                <c:pt idx="573">
                  <c:v>8.0340684840448198</c:v>
                </c:pt>
                <c:pt idx="574">
                  <c:v>8.0280409339143421</c:v>
                </c:pt>
                <c:pt idx="575">
                  <c:v>8.034614218595614</c:v>
                </c:pt>
                <c:pt idx="576">
                  <c:v>8.0374915200611436</c:v>
                </c:pt>
                <c:pt idx="577">
                  <c:v>8.0171531722990377</c:v>
                </c:pt>
                <c:pt idx="578">
                  <c:v>8.0063567946462513</c:v>
                </c:pt>
                <c:pt idx="579">
                  <c:v>8.0089551221414901</c:v>
                </c:pt>
                <c:pt idx="580">
                  <c:v>7.9948500968166316</c:v>
                </c:pt>
                <c:pt idx="581">
                  <c:v>7.9798990099358349</c:v>
                </c:pt>
                <c:pt idx="582">
                  <c:v>7.9662572929339062</c:v>
                </c:pt>
                <c:pt idx="583">
                  <c:v>7.9886801183304472</c:v>
                </c:pt>
                <c:pt idx="584">
                  <c:v>8.0056488601182529</c:v>
                </c:pt>
                <c:pt idx="585">
                  <c:v>8.0385591751339955</c:v>
                </c:pt>
                <c:pt idx="586">
                  <c:v>7.9295511496164925</c:v>
                </c:pt>
                <c:pt idx="587">
                  <c:v>7.9844606868782444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57AB-4D59-AD3D-6260AFD7ADF0}"/>
            </c:ext>
          </c:extLst>
        </c:ser>
        <c:ser>
          <c:idx val="1"/>
          <c:order val="1"/>
          <c:tx>
            <c:strRef>
              <c:f>'Fully separated 1%'!$C$1</c:f>
              <c:strCache>
                <c:ptCount val="1"/>
                <c:pt idx="0">
                  <c:v>1G_11/O-PTIR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1%'!$A$2:$A$589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1%'!$C$2:$C$589</c:f>
              <c:numCache>
                <c:formatCode>General</c:formatCode>
                <c:ptCount val="588"/>
                <c:pt idx="0">
                  <c:v>7.4026225673381685</c:v>
                </c:pt>
                <c:pt idx="1">
                  <c:v>7.2957294833052826</c:v>
                </c:pt>
                <c:pt idx="2">
                  <c:v>7.5516441253005748</c:v>
                </c:pt>
                <c:pt idx="3">
                  <c:v>7.7007436629398303</c:v>
                </c:pt>
                <c:pt idx="4">
                  <c:v>7.7810635504723322</c:v>
                </c:pt>
                <c:pt idx="5">
                  <c:v>7.7579689213633207</c:v>
                </c:pt>
                <c:pt idx="6">
                  <c:v>7.7201217274897207</c:v>
                </c:pt>
                <c:pt idx="7">
                  <c:v>7.7345679849333946</c:v>
                </c:pt>
                <c:pt idx="8">
                  <c:v>7.7963617784768786</c:v>
                </c:pt>
                <c:pt idx="9">
                  <c:v>7.8285741151926418</c:v>
                </c:pt>
                <c:pt idx="10">
                  <c:v>7.7822036245050059</c:v>
                </c:pt>
                <c:pt idx="11">
                  <c:v>7.7804266608413251</c:v>
                </c:pt>
                <c:pt idx="12">
                  <c:v>7.8083099875591291</c:v>
                </c:pt>
                <c:pt idx="13">
                  <c:v>7.8046867502427446</c:v>
                </c:pt>
                <c:pt idx="14">
                  <c:v>7.8703529822429914</c:v>
                </c:pt>
                <c:pt idx="15">
                  <c:v>7.9002126792044951</c:v>
                </c:pt>
                <c:pt idx="16">
                  <c:v>7.8501217681804762</c:v>
                </c:pt>
                <c:pt idx="17">
                  <c:v>7.8561291675975227</c:v>
                </c:pt>
                <c:pt idx="18">
                  <c:v>7.8397334920666593</c:v>
                </c:pt>
                <c:pt idx="19">
                  <c:v>7.8163386811268483</c:v>
                </c:pt>
                <c:pt idx="20">
                  <c:v>7.8159002341315462</c:v>
                </c:pt>
                <c:pt idx="21">
                  <c:v>7.8611525453117821</c:v>
                </c:pt>
                <c:pt idx="22">
                  <c:v>7.8714013051844312</c:v>
                </c:pt>
                <c:pt idx="23">
                  <c:v>7.826054895264182</c:v>
                </c:pt>
                <c:pt idx="24">
                  <c:v>7.8177475711994155</c:v>
                </c:pt>
                <c:pt idx="25">
                  <c:v>7.8202820036731939</c:v>
                </c:pt>
                <c:pt idx="26">
                  <c:v>7.8229239056833784</c:v>
                </c:pt>
                <c:pt idx="27">
                  <c:v>7.8208872362790549</c:v>
                </c:pt>
                <c:pt idx="28">
                  <c:v>7.8439564842556964</c:v>
                </c:pt>
                <c:pt idx="29">
                  <c:v>7.8455772780019561</c:v>
                </c:pt>
                <c:pt idx="30">
                  <c:v>7.8344515475700751</c:v>
                </c:pt>
                <c:pt idx="31">
                  <c:v>7.8239359870531642</c:v>
                </c:pt>
                <c:pt idx="32">
                  <c:v>7.8187252226659414</c:v>
                </c:pt>
                <c:pt idx="33">
                  <c:v>7.8244694051239021</c:v>
                </c:pt>
                <c:pt idx="34">
                  <c:v>7.8584329206765657</c:v>
                </c:pt>
                <c:pt idx="35">
                  <c:v>7.8856984616356618</c:v>
                </c:pt>
                <c:pt idx="36">
                  <c:v>7.8747632694960998</c:v>
                </c:pt>
                <c:pt idx="37">
                  <c:v>7.8638213283790366</c:v>
                </c:pt>
                <c:pt idx="38">
                  <c:v>7.8809851321666375</c:v>
                </c:pt>
                <c:pt idx="39">
                  <c:v>7.9119288057035657</c:v>
                </c:pt>
                <c:pt idx="40">
                  <c:v>7.9507413111891614</c:v>
                </c:pt>
                <c:pt idx="41">
                  <c:v>8.0321123000104055</c:v>
                </c:pt>
                <c:pt idx="42">
                  <c:v>8.0854569838769219</c:v>
                </c:pt>
                <c:pt idx="43">
                  <c:v>8.0903568728042856</c:v>
                </c:pt>
                <c:pt idx="44">
                  <c:v>8.2120993918525915</c:v>
                </c:pt>
                <c:pt idx="45">
                  <c:v>8.2076031508471079</c:v>
                </c:pt>
                <c:pt idx="46">
                  <c:v>8.3119303108239961</c:v>
                </c:pt>
                <c:pt idx="47">
                  <c:v>8.1611350734450649</c:v>
                </c:pt>
                <c:pt idx="48">
                  <c:v>8.2123527683758795</c:v>
                </c:pt>
                <c:pt idx="49">
                  <c:v>8.1252502678370551</c:v>
                </c:pt>
                <c:pt idx="50">
                  <c:v>7.9856101605079672</c:v>
                </c:pt>
                <c:pt idx="51">
                  <c:v>7.9356099286144133</c:v>
                </c:pt>
                <c:pt idx="52">
                  <c:v>7.9247901035181583</c:v>
                </c:pt>
                <c:pt idx="53">
                  <c:v>7.9150652316568486</c:v>
                </c:pt>
                <c:pt idx="54">
                  <c:v>7.8978285290676817</c:v>
                </c:pt>
                <c:pt idx="55">
                  <c:v>7.8882520745503655</c:v>
                </c:pt>
                <c:pt idx="56">
                  <c:v>7.8933825498962742</c:v>
                </c:pt>
                <c:pt idx="57">
                  <c:v>7.9031765851040152</c:v>
                </c:pt>
                <c:pt idx="58">
                  <c:v>7.9227960814714686</c:v>
                </c:pt>
                <c:pt idx="59">
                  <c:v>7.9373806984231328</c:v>
                </c:pt>
                <c:pt idx="60">
                  <c:v>7.945300355532197</c:v>
                </c:pt>
                <c:pt idx="61">
                  <c:v>7.9599534467126549</c:v>
                </c:pt>
                <c:pt idx="62">
                  <c:v>7.9734787695325471</c:v>
                </c:pt>
                <c:pt idx="63">
                  <c:v>7.9721759106000469</c:v>
                </c:pt>
                <c:pt idx="64">
                  <c:v>7.9955756547470758</c:v>
                </c:pt>
                <c:pt idx="65">
                  <c:v>8.0407768276559235</c:v>
                </c:pt>
                <c:pt idx="66">
                  <c:v>8.0907162859368285</c:v>
                </c:pt>
                <c:pt idx="67">
                  <c:v>8.1113909964221023</c:v>
                </c:pt>
                <c:pt idx="68">
                  <c:v>8.1022915152248629</c:v>
                </c:pt>
                <c:pt idx="69">
                  <c:v>8.0562116407589066</c:v>
                </c:pt>
                <c:pt idx="70">
                  <c:v>8.0116864813145874</c:v>
                </c:pt>
                <c:pt idx="71">
                  <c:v>7.9837135337541199</c:v>
                </c:pt>
                <c:pt idx="72">
                  <c:v>7.9645609747474921</c:v>
                </c:pt>
                <c:pt idx="73">
                  <c:v>7.9630059862664764</c:v>
                </c:pt>
                <c:pt idx="74">
                  <c:v>7.9529163633455227</c:v>
                </c:pt>
                <c:pt idx="75">
                  <c:v>7.942173522533972</c:v>
                </c:pt>
                <c:pt idx="76">
                  <c:v>7.9172405682109641</c:v>
                </c:pt>
                <c:pt idx="77">
                  <c:v>7.9047632073661296</c:v>
                </c:pt>
                <c:pt idx="78">
                  <c:v>7.9051123384259778</c:v>
                </c:pt>
                <c:pt idx="79">
                  <c:v>7.8999400073873405</c:v>
                </c:pt>
                <c:pt idx="80">
                  <c:v>7.8911077069429014</c:v>
                </c:pt>
                <c:pt idx="81">
                  <c:v>7.8697674127338617</c:v>
                </c:pt>
                <c:pt idx="82">
                  <c:v>7.8629150347704693</c:v>
                </c:pt>
                <c:pt idx="83">
                  <c:v>7.8618288377048771</c:v>
                </c:pt>
                <c:pt idx="84">
                  <c:v>7.8600857638621813</c:v>
                </c:pt>
                <c:pt idx="85">
                  <c:v>7.845249498650511</c:v>
                </c:pt>
                <c:pt idx="86">
                  <c:v>7.8388654362832204</c:v>
                </c:pt>
                <c:pt idx="87">
                  <c:v>7.8403037779310312</c:v>
                </c:pt>
                <c:pt idx="88">
                  <c:v>7.8544462438800879</c:v>
                </c:pt>
                <c:pt idx="89">
                  <c:v>7.8551180952928492</c:v>
                </c:pt>
                <c:pt idx="90">
                  <c:v>7.8391141065705767</c:v>
                </c:pt>
                <c:pt idx="91">
                  <c:v>7.8312555977135121</c:v>
                </c:pt>
                <c:pt idx="92">
                  <c:v>7.8322595628088942</c:v>
                </c:pt>
                <c:pt idx="93">
                  <c:v>7.8295539748436624</c:v>
                </c:pt>
                <c:pt idx="94">
                  <c:v>7.8252100725896829</c:v>
                </c:pt>
                <c:pt idx="95">
                  <c:v>7.8186233809235786</c:v>
                </c:pt>
                <c:pt idx="96">
                  <c:v>7.8109669011219882</c:v>
                </c:pt>
                <c:pt idx="97">
                  <c:v>7.8092936763251206</c:v>
                </c:pt>
                <c:pt idx="98">
                  <c:v>7.8177620864233148</c:v>
                </c:pt>
                <c:pt idx="99">
                  <c:v>7.819238531901159</c:v>
                </c:pt>
                <c:pt idx="100">
                  <c:v>7.8201869245813027</c:v>
                </c:pt>
                <c:pt idx="101">
                  <c:v>7.8250095694375492</c:v>
                </c:pt>
                <c:pt idx="102">
                  <c:v>7.8354047695428726</c:v>
                </c:pt>
                <c:pt idx="103">
                  <c:v>7.8417493689870108</c:v>
                </c:pt>
                <c:pt idx="104">
                  <c:v>7.8351352972004671</c:v>
                </c:pt>
                <c:pt idx="105">
                  <c:v>7.8364856697002718</c:v>
                </c:pt>
                <c:pt idx="106">
                  <c:v>7.8405997375490006</c:v>
                </c:pt>
                <c:pt idx="107">
                  <c:v>7.8653739979245092</c:v>
                </c:pt>
                <c:pt idx="108">
                  <c:v>7.9110678680677937</c:v>
                </c:pt>
                <c:pt idx="109">
                  <c:v>7.9577902845701445</c:v>
                </c:pt>
                <c:pt idx="110">
                  <c:v>7.96557511526641</c:v>
                </c:pt>
                <c:pt idx="111">
                  <c:v>7.9606501446446982</c:v>
                </c:pt>
                <c:pt idx="112">
                  <c:v>7.9245692358459836</c:v>
                </c:pt>
                <c:pt idx="113">
                  <c:v>7.899334305798642</c:v>
                </c:pt>
                <c:pt idx="114">
                  <c:v>7.8689194370727087</c:v>
                </c:pt>
                <c:pt idx="115">
                  <c:v>7.8448128797311645</c:v>
                </c:pt>
                <c:pt idx="116">
                  <c:v>7.8399121977715991</c:v>
                </c:pt>
                <c:pt idx="117">
                  <c:v>7.8422378412740246</c:v>
                </c:pt>
                <c:pt idx="118">
                  <c:v>7.8511178220959907</c:v>
                </c:pt>
                <c:pt idx="119">
                  <c:v>7.8496129915344852</c:v>
                </c:pt>
                <c:pt idx="120">
                  <c:v>7.8653106264477488</c:v>
                </c:pt>
                <c:pt idx="121">
                  <c:v>7.908336807361299</c:v>
                </c:pt>
                <c:pt idx="122">
                  <c:v>7.9390042267631946</c:v>
                </c:pt>
                <c:pt idx="123">
                  <c:v>7.9622012281257657</c:v>
                </c:pt>
                <c:pt idx="124">
                  <c:v>7.9730791797478702</c:v>
                </c:pt>
                <c:pt idx="125">
                  <c:v>7.97130519405684</c:v>
                </c:pt>
                <c:pt idx="126">
                  <c:v>7.9395047996277803</c:v>
                </c:pt>
                <c:pt idx="127">
                  <c:v>7.9085981798368641</c:v>
                </c:pt>
                <c:pt idx="128">
                  <c:v>7.8855249516589447</c:v>
                </c:pt>
                <c:pt idx="129">
                  <c:v>7.8749701360480104</c:v>
                </c:pt>
                <c:pt idx="130">
                  <c:v>7.8698473285031216</c:v>
                </c:pt>
                <c:pt idx="131">
                  <c:v>7.8772832523762304</c:v>
                </c:pt>
                <c:pt idx="132">
                  <c:v>7.8719359674953493</c:v>
                </c:pt>
                <c:pt idx="133">
                  <c:v>7.844820818256971</c:v>
                </c:pt>
                <c:pt idx="134">
                  <c:v>7.8325281956310029</c:v>
                </c:pt>
                <c:pt idx="135">
                  <c:v>7.8383687711531769</c:v>
                </c:pt>
                <c:pt idx="136">
                  <c:v>7.8169309025354012</c:v>
                </c:pt>
                <c:pt idx="137">
                  <c:v>7.7854717840454954</c:v>
                </c:pt>
                <c:pt idx="138">
                  <c:v>7.7812125010621163</c:v>
                </c:pt>
                <c:pt idx="139">
                  <c:v>7.7885331536027023</c:v>
                </c:pt>
                <c:pt idx="140">
                  <c:v>7.7952161227964316</c:v>
                </c:pt>
                <c:pt idx="141">
                  <c:v>7.8013412556204376</c:v>
                </c:pt>
                <c:pt idx="142">
                  <c:v>7.8073833533582162</c:v>
                </c:pt>
                <c:pt idx="143">
                  <c:v>7.834414034412303</c:v>
                </c:pt>
                <c:pt idx="144">
                  <c:v>7.8477542170280401</c:v>
                </c:pt>
                <c:pt idx="145">
                  <c:v>7.8510019737641761</c:v>
                </c:pt>
                <c:pt idx="146">
                  <c:v>7.8171768833497541</c:v>
                </c:pt>
                <c:pt idx="147">
                  <c:v>7.7992072434787483</c:v>
                </c:pt>
                <c:pt idx="148">
                  <c:v>7.8096825198398063</c:v>
                </c:pt>
                <c:pt idx="149">
                  <c:v>7.8256764384204036</c:v>
                </c:pt>
                <c:pt idx="150">
                  <c:v>7.8143957672710158</c:v>
                </c:pt>
                <c:pt idx="151">
                  <c:v>7.8293010440591626</c:v>
                </c:pt>
                <c:pt idx="152">
                  <c:v>7.8529796921626192</c:v>
                </c:pt>
                <c:pt idx="153">
                  <c:v>7.8322721774901014</c:v>
                </c:pt>
                <c:pt idx="154">
                  <c:v>7.8296746524681309</c:v>
                </c:pt>
                <c:pt idx="155">
                  <c:v>7.8253724144853143</c:v>
                </c:pt>
                <c:pt idx="156">
                  <c:v>7.8186172513315721</c:v>
                </c:pt>
                <c:pt idx="157">
                  <c:v>7.8231974252246106</c:v>
                </c:pt>
                <c:pt idx="158">
                  <c:v>7.8270544166446365</c:v>
                </c:pt>
                <c:pt idx="159">
                  <c:v>7.8264294853923246</c:v>
                </c:pt>
                <c:pt idx="160">
                  <c:v>7.8321283788750398</c:v>
                </c:pt>
                <c:pt idx="161">
                  <c:v>7.8339867924151028</c:v>
                </c:pt>
                <c:pt idx="162">
                  <c:v>7.8383596075293474</c:v>
                </c:pt>
                <c:pt idx="163">
                  <c:v>7.8415758453373252</c:v>
                </c:pt>
                <c:pt idx="164">
                  <c:v>7.8417411159829173</c:v>
                </c:pt>
                <c:pt idx="165">
                  <c:v>7.846009507898251</c:v>
                </c:pt>
                <c:pt idx="166">
                  <c:v>7.8389898466282286</c:v>
                </c:pt>
                <c:pt idx="167">
                  <c:v>7.8367078609158467</c:v>
                </c:pt>
                <c:pt idx="168">
                  <c:v>7.830092460116715</c:v>
                </c:pt>
                <c:pt idx="169">
                  <c:v>7.8400700877485212</c:v>
                </c:pt>
                <c:pt idx="170">
                  <c:v>7.849506883825792</c:v>
                </c:pt>
                <c:pt idx="171">
                  <c:v>7.8485700994963361</c:v>
                </c:pt>
                <c:pt idx="172">
                  <c:v>7.8581403793008491</c:v>
                </c:pt>
                <c:pt idx="173">
                  <c:v>7.8607057181537741</c:v>
                </c:pt>
                <c:pt idx="174">
                  <c:v>7.8614654867572593</c:v>
                </c:pt>
                <c:pt idx="175">
                  <c:v>7.8545976091161993</c:v>
                </c:pt>
                <c:pt idx="176">
                  <c:v>7.8623819093012681</c:v>
                </c:pt>
                <c:pt idx="177">
                  <c:v>7.8664005206841612</c:v>
                </c:pt>
                <c:pt idx="178">
                  <c:v>7.8764636563295518</c:v>
                </c:pt>
                <c:pt idx="179">
                  <c:v>7.8855844290741315</c:v>
                </c:pt>
                <c:pt idx="180">
                  <c:v>7.8953239036663421</c:v>
                </c:pt>
                <c:pt idx="181">
                  <c:v>7.9137998694745564</c:v>
                </c:pt>
                <c:pt idx="182">
                  <c:v>7.9254148160029656</c:v>
                </c:pt>
                <c:pt idx="183">
                  <c:v>7.9275189437344862</c:v>
                </c:pt>
                <c:pt idx="184">
                  <c:v>7.9244374503014923</c:v>
                </c:pt>
                <c:pt idx="185">
                  <c:v>7.9257751807741519</c:v>
                </c:pt>
                <c:pt idx="186">
                  <c:v>7.934440277215181</c:v>
                </c:pt>
                <c:pt idx="187">
                  <c:v>7.9455366572517887</c:v>
                </c:pt>
                <c:pt idx="188">
                  <c:v>7.9550255883598888</c:v>
                </c:pt>
                <c:pt idx="189">
                  <c:v>7.9565797017708881</c:v>
                </c:pt>
                <c:pt idx="190">
                  <c:v>7.9519532065934424</c:v>
                </c:pt>
                <c:pt idx="191">
                  <c:v>7.9557517323979878</c:v>
                </c:pt>
                <c:pt idx="192">
                  <c:v>7.9604355337231425</c:v>
                </c:pt>
                <c:pt idx="193">
                  <c:v>7.9579997763321035</c:v>
                </c:pt>
                <c:pt idx="194">
                  <c:v>7.9718773148336535</c:v>
                </c:pt>
                <c:pt idx="195">
                  <c:v>7.9694377290112923</c:v>
                </c:pt>
                <c:pt idx="196">
                  <c:v>7.978211924806633</c:v>
                </c:pt>
                <c:pt idx="197">
                  <c:v>7.9840248180357527</c:v>
                </c:pt>
                <c:pt idx="198">
                  <c:v>7.9751623276757435</c:v>
                </c:pt>
                <c:pt idx="199">
                  <c:v>7.9622339666827591</c:v>
                </c:pt>
                <c:pt idx="200">
                  <c:v>7.9517039538376064</c:v>
                </c:pt>
                <c:pt idx="201">
                  <c:v>7.9470310361957832</c:v>
                </c:pt>
                <c:pt idx="202">
                  <c:v>7.9550181830798739</c:v>
                </c:pt>
                <c:pt idx="203">
                  <c:v>7.9560802008670723</c:v>
                </c:pt>
                <c:pt idx="204">
                  <c:v>7.9565390985221205</c:v>
                </c:pt>
                <c:pt idx="205">
                  <c:v>7.9721994827986178</c:v>
                </c:pt>
                <c:pt idx="206">
                  <c:v>7.9881113293827424</c:v>
                </c:pt>
                <c:pt idx="207">
                  <c:v>7.9907160409172242</c:v>
                </c:pt>
                <c:pt idx="208">
                  <c:v>7.9931307309976134</c:v>
                </c:pt>
                <c:pt idx="209">
                  <c:v>8.0065476982727084</c:v>
                </c:pt>
                <c:pt idx="210">
                  <c:v>8.0157768867231489</c:v>
                </c:pt>
                <c:pt idx="211">
                  <c:v>8.0225207450661138</c:v>
                </c:pt>
                <c:pt idx="212">
                  <c:v>8.0251223719787887</c:v>
                </c:pt>
                <c:pt idx="213">
                  <c:v>8.0076517522358266</c:v>
                </c:pt>
                <c:pt idx="214">
                  <c:v>8.0115164770871239</c:v>
                </c:pt>
                <c:pt idx="215">
                  <c:v>8.0538583587169263</c:v>
                </c:pt>
                <c:pt idx="216">
                  <c:v>8.061820292646166</c:v>
                </c:pt>
                <c:pt idx="217">
                  <c:v>8.0755848596085791</c:v>
                </c:pt>
                <c:pt idx="218">
                  <c:v>8.0701769269063632</c:v>
                </c:pt>
                <c:pt idx="219">
                  <c:v>8.0038215707734306</c:v>
                </c:pt>
                <c:pt idx="220">
                  <c:v>7.9841335892388088</c:v>
                </c:pt>
                <c:pt idx="221">
                  <c:v>7.9832593724155352</c:v>
                </c:pt>
                <c:pt idx="222">
                  <c:v>7.9762414202666392</c:v>
                </c:pt>
                <c:pt idx="223">
                  <c:v>7.9665544389370453</c:v>
                </c:pt>
                <c:pt idx="224">
                  <c:v>7.9353291842763571</c:v>
                </c:pt>
                <c:pt idx="225">
                  <c:v>7.906640276305108</c:v>
                </c:pt>
                <c:pt idx="226">
                  <c:v>7.8765383709014012</c:v>
                </c:pt>
                <c:pt idx="227">
                  <c:v>7.8774738152798953</c:v>
                </c:pt>
                <c:pt idx="228">
                  <c:v>7.8722651797739465</c:v>
                </c:pt>
                <c:pt idx="229">
                  <c:v>7.8565278604354329</c:v>
                </c:pt>
                <c:pt idx="230">
                  <c:v>7.8431209236504031</c:v>
                </c:pt>
                <c:pt idx="231">
                  <c:v>7.8359248017769518</c:v>
                </c:pt>
                <c:pt idx="232">
                  <c:v>7.8352468276086693</c:v>
                </c:pt>
                <c:pt idx="233">
                  <c:v>7.8358930531429145</c:v>
                </c:pt>
                <c:pt idx="234">
                  <c:v>7.8306816201475069</c:v>
                </c:pt>
                <c:pt idx="235">
                  <c:v>7.8246863185734394</c:v>
                </c:pt>
                <c:pt idx="236">
                  <c:v>7.8217476871571314</c:v>
                </c:pt>
                <c:pt idx="237">
                  <c:v>7.8257093328492449</c:v>
                </c:pt>
                <c:pt idx="238">
                  <c:v>7.8240843114209673</c:v>
                </c:pt>
                <c:pt idx="239">
                  <c:v>7.8189533329097989</c:v>
                </c:pt>
                <c:pt idx="240">
                  <c:v>7.8218401506100506</c:v>
                </c:pt>
                <c:pt idx="241">
                  <c:v>7.8169788919220276</c:v>
                </c:pt>
                <c:pt idx="242">
                  <c:v>7.8422668142953533</c:v>
                </c:pt>
                <c:pt idx="243">
                  <c:v>7.862177558575655</c:v>
                </c:pt>
                <c:pt idx="244">
                  <c:v>7.8525090466925986</c:v>
                </c:pt>
                <c:pt idx="245">
                  <c:v>7.855980389287148</c:v>
                </c:pt>
                <c:pt idx="246">
                  <c:v>7.8658869749065792</c:v>
                </c:pt>
                <c:pt idx="247">
                  <c:v>7.8691457903400499</c:v>
                </c:pt>
                <c:pt idx="248">
                  <c:v>7.8840018813567818</c:v>
                </c:pt>
                <c:pt idx="249">
                  <c:v>7.9265461612122241</c:v>
                </c:pt>
                <c:pt idx="250">
                  <c:v>7.9692256557927843</c:v>
                </c:pt>
                <c:pt idx="251">
                  <c:v>8.0606336539502372</c:v>
                </c:pt>
                <c:pt idx="252">
                  <c:v>8.0834483044074563</c:v>
                </c:pt>
                <c:pt idx="253">
                  <c:v>8.1093608558604799</c:v>
                </c:pt>
                <c:pt idx="254">
                  <c:v>8.1691623313510373</c:v>
                </c:pt>
                <c:pt idx="255">
                  <c:v>8.2203477143214929</c:v>
                </c:pt>
                <c:pt idx="256">
                  <c:v>8.1951437726911127</c:v>
                </c:pt>
                <c:pt idx="257">
                  <c:v>8.4027298509221975</c:v>
                </c:pt>
                <c:pt idx="258">
                  <c:v>8.604261538476349</c:v>
                </c:pt>
                <c:pt idx="259">
                  <c:v>8.8000000000000007</c:v>
                </c:pt>
                <c:pt idx="260">
                  <c:v>8.3303137379779599</c:v>
                </c:pt>
                <c:pt idx="261">
                  <c:v>7.9335650868765137</c:v>
                </c:pt>
                <c:pt idx="262">
                  <c:v>7.9357912649985902</c:v>
                </c:pt>
                <c:pt idx="263">
                  <c:v>7.9242780672363553</c:v>
                </c:pt>
                <c:pt idx="264">
                  <c:v>7.9096772177358838</c:v>
                </c:pt>
                <c:pt idx="265">
                  <c:v>7.8734337920275346</c:v>
                </c:pt>
                <c:pt idx="266">
                  <c:v>7.865042494056306</c:v>
                </c:pt>
                <c:pt idx="267">
                  <c:v>7.8703330525233648</c:v>
                </c:pt>
                <c:pt idx="268">
                  <c:v>7.8602253922216949</c:v>
                </c:pt>
                <c:pt idx="269">
                  <c:v>7.8534360521146196</c:v>
                </c:pt>
                <c:pt idx="270">
                  <c:v>7.8855636406920508</c:v>
                </c:pt>
                <c:pt idx="271">
                  <c:v>7.8998412776127251</c:v>
                </c:pt>
                <c:pt idx="272">
                  <c:v>7.9126989876402485</c:v>
                </c:pt>
                <c:pt idx="273">
                  <c:v>7.9039641699956515</c:v>
                </c:pt>
                <c:pt idx="274">
                  <c:v>7.9686274579294771</c:v>
                </c:pt>
                <c:pt idx="275">
                  <c:v>8.0091614011516103</c:v>
                </c:pt>
                <c:pt idx="276">
                  <c:v>8.1107102357027347</c:v>
                </c:pt>
                <c:pt idx="277">
                  <c:v>8.2368454093433154</c:v>
                </c:pt>
                <c:pt idx="278">
                  <c:v>8.3361442419911622</c:v>
                </c:pt>
                <c:pt idx="279">
                  <c:v>8.2546726419947678</c:v>
                </c:pt>
                <c:pt idx="280">
                  <c:v>8.1556721207155594</c:v>
                </c:pt>
                <c:pt idx="281">
                  <c:v>8.0469346734855627</c:v>
                </c:pt>
                <c:pt idx="282">
                  <c:v>7.9735872891529738</c:v>
                </c:pt>
                <c:pt idx="283">
                  <c:v>7.9097789883788074</c:v>
                </c:pt>
                <c:pt idx="284">
                  <c:v>7.851050496396593</c:v>
                </c:pt>
                <c:pt idx="285">
                  <c:v>7.8069369712553502</c:v>
                </c:pt>
                <c:pt idx="286">
                  <c:v>7.7764739367614899</c:v>
                </c:pt>
                <c:pt idx="287">
                  <c:v>7.831120311888955</c:v>
                </c:pt>
                <c:pt idx="288">
                  <c:v>7.818101438575729</c:v>
                </c:pt>
                <c:pt idx="289">
                  <c:v>7.8155534425166939</c:v>
                </c:pt>
                <c:pt idx="290">
                  <c:v>7.8035559434066402</c:v>
                </c:pt>
                <c:pt idx="291">
                  <c:v>7.7257155195942611</c:v>
                </c:pt>
                <c:pt idx="292">
                  <c:v>7.73707702396913</c:v>
                </c:pt>
                <c:pt idx="293">
                  <c:v>7.7114863232681898</c:v>
                </c:pt>
                <c:pt idx="294">
                  <c:v>7.721589985593722</c:v>
                </c:pt>
                <c:pt idx="295">
                  <c:v>7.7313130252771849</c:v>
                </c:pt>
                <c:pt idx="296">
                  <c:v>7.7591886377058739</c:v>
                </c:pt>
                <c:pt idx="297">
                  <c:v>7.7782781725291539</c:v>
                </c:pt>
                <c:pt idx="298">
                  <c:v>7.7905371972520259</c:v>
                </c:pt>
                <c:pt idx="299">
                  <c:v>7.7848233694689117</c:v>
                </c:pt>
                <c:pt idx="300">
                  <c:v>7.7904861034177868</c:v>
                </c:pt>
                <c:pt idx="301">
                  <c:v>7.7789877175828783</c:v>
                </c:pt>
                <c:pt idx="302">
                  <c:v>7.7402719264762672</c:v>
                </c:pt>
                <c:pt idx="303">
                  <c:v>7.7312215585837061</c:v>
                </c:pt>
                <c:pt idx="304">
                  <c:v>7.8119417318550077</c:v>
                </c:pt>
                <c:pt idx="305">
                  <c:v>7.8192248808089007</c:v>
                </c:pt>
                <c:pt idx="306">
                  <c:v>7.8162735390006013</c:v>
                </c:pt>
                <c:pt idx="307">
                  <c:v>7.812810769357621</c:v>
                </c:pt>
                <c:pt idx="308">
                  <c:v>7.8140891181258763</c:v>
                </c:pt>
                <c:pt idx="309">
                  <c:v>7.8041162319378987</c:v>
                </c:pt>
                <c:pt idx="310">
                  <c:v>7.7998399049150011</c:v>
                </c:pt>
                <c:pt idx="311">
                  <c:v>7.7962985491989958</c:v>
                </c:pt>
                <c:pt idx="312">
                  <c:v>7.779850933135287</c:v>
                </c:pt>
                <c:pt idx="313">
                  <c:v>7.7919093152417416</c:v>
                </c:pt>
                <c:pt idx="314">
                  <c:v>7.7971812371102187</c:v>
                </c:pt>
                <c:pt idx="315">
                  <c:v>7.8066493343736161</c:v>
                </c:pt>
                <c:pt idx="316">
                  <c:v>7.8197359189639659</c:v>
                </c:pt>
                <c:pt idx="317">
                  <c:v>7.8265257567671132</c:v>
                </c:pt>
                <c:pt idx="318">
                  <c:v>7.8326482224221463</c:v>
                </c:pt>
                <c:pt idx="319">
                  <c:v>7.832224554539045</c:v>
                </c:pt>
                <c:pt idx="320">
                  <c:v>7.8268645838775175</c:v>
                </c:pt>
                <c:pt idx="321">
                  <c:v>7.8764913522955755</c:v>
                </c:pt>
                <c:pt idx="322">
                  <c:v>7.9735428465345084</c:v>
                </c:pt>
                <c:pt idx="323">
                  <c:v>8.0057906095711484</c:v>
                </c:pt>
                <c:pt idx="324">
                  <c:v>7.994309887844901</c:v>
                </c:pt>
                <c:pt idx="325">
                  <c:v>7.9744162648563925</c:v>
                </c:pt>
                <c:pt idx="326">
                  <c:v>7.9487696034278947</c:v>
                </c:pt>
                <c:pt idx="327">
                  <c:v>7.9648712417602319</c:v>
                </c:pt>
                <c:pt idx="328">
                  <c:v>7.9792037182250048</c:v>
                </c:pt>
                <c:pt idx="329">
                  <c:v>7.9387025682517427</c:v>
                </c:pt>
                <c:pt idx="330">
                  <c:v>8.0991104825774869</c:v>
                </c:pt>
                <c:pt idx="331">
                  <c:v>8.1671133986608115</c:v>
                </c:pt>
                <c:pt idx="332">
                  <c:v>8.0243472787116374</c:v>
                </c:pt>
                <c:pt idx="333">
                  <c:v>8.125269038088911</c:v>
                </c:pt>
                <c:pt idx="334">
                  <c:v>8.1681282611124928</c:v>
                </c:pt>
                <c:pt idx="335">
                  <c:v>8.0125669548884773</c:v>
                </c:pt>
                <c:pt idx="336">
                  <c:v>7.890848062730619</c:v>
                </c:pt>
                <c:pt idx="337">
                  <c:v>7.8395294038620511</c:v>
                </c:pt>
                <c:pt idx="338">
                  <c:v>7.8121401717561172</c:v>
                </c:pt>
                <c:pt idx="339">
                  <c:v>7.7887408446346438</c:v>
                </c:pt>
                <c:pt idx="340">
                  <c:v>7.7864930714253147</c:v>
                </c:pt>
                <c:pt idx="341">
                  <c:v>7.7897941664135528</c:v>
                </c:pt>
                <c:pt idx="342">
                  <c:v>7.8014314234673172</c:v>
                </c:pt>
                <c:pt idx="343">
                  <c:v>7.7892558233393769</c:v>
                </c:pt>
                <c:pt idx="344">
                  <c:v>7.7824270025342903</c:v>
                </c:pt>
                <c:pt idx="345">
                  <c:v>7.7857195108979909</c:v>
                </c:pt>
                <c:pt idx="346">
                  <c:v>7.7953142102833279</c:v>
                </c:pt>
                <c:pt idx="347">
                  <c:v>7.7985034826036514</c:v>
                </c:pt>
                <c:pt idx="348">
                  <c:v>7.7888720695874047</c:v>
                </c:pt>
                <c:pt idx="349">
                  <c:v>7.7860621486648576</c:v>
                </c:pt>
                <c:pt idx="350">
                  <c:v>7.781144461633736</c:v>
                </c:pt>
                <c:pt idx="351">
                  <c:v>7.7970692524176215</c:v>
                </c:pt>
                <c:pt idx="352">
                  <c:v>7.7966265278339648</c:v>
                </c:pt>
                <c:pt idx="353">
                  <c:v>7.7970375824031555</c:v>
                </c:pt>
                <c:pt idx="354">
                  <c:v>7.7993537021272026</c:v>
                </c:pt>
                <c:pt idx="355">
                  <c:v>7.7812434621331388</c:v>
                </c:pt>
                <c:pt idx="356">
                  <c:v>7.7834109654433101</c:v>
                </c:pt>
                <c:pt idx="357">
                  <c:v>7.7896281827226259</c:v>
                </c:pt>
                <c:pt idx="358">
                  <c:v>7.782804369642438</c:v>
                </c:pt>
                <c:pt idx="359">
                  <c:v>7.7899496321730695</c:v>
                </c:pt>
                <c:pt idx="360">
                  <c:v>7.8111737040945926</c:v>
                </c:pt>
                <c:pt idx="361">
                  <c:v>7.8160448955109523</c:v>
                </c:pt>
                <c:pt idx="362">
                  <c:v>7.807964321229627</c:v>
                </c:pt>
                <c:pt idx="363">
                  <c:v>7.7964669916315739</c:v>
                </c:pt>
                <c:pt idx="364">
                  <c:v>7.7998564742995358</c:v>
                </c:pt>
                <c:pt idx="365">
                  <c:v>7.8098663891414919</c:v>
                </c:pt>
                <c:pt idx="366">
                  <c:v>7.8097671247537876</c:v>
                </c:pt>
                <c:pt idx="367">
                  <c:v>7.7993454273745426</c:v>
                </c:pt>
                <c:pt idx="368">
                  <c:v>7.7999821558434386</c:v>
                </c:pt>
                <c:pt idx="369">
                  <c:v>7.8079280495774412</c:v>
                </c:pt>
                <c:pt idx="370">
                  <c:v>7.8006377620091572</c:v>
                </c:pt>
                <c:pt idx="371">
                  <c:v>7.8031644111025997</c:v>
                </c:pt>
                <c:pt idx="372">
                  <c:v>7.8049261102636782</c:v>
                </c:pt>
                <c:pt idx="373">
                  <c:v>7.8035329772624209</c:v>
                </c:pt>
                <c:pt idx="374">
                  <c:v>7.7757478501498598</c:v>
                </c:pt>
                <c:pt idx="375">
                  <c:v>7.7848447362175817</c:v>
                </c:pt>
                <c:pt idx="376">
                  <c:v>7.8021650045750848</c:v>
                </c:pt>
                <c:pt idx="377">
                  <c:v>7.806959316304952</c:v>
                </c:pt>
                <c:pt idx="378">
                  <c:v>7.8083079236244579</c:v>
                </c:pt>
                <c:pt idx="379">
                  <c:v>7.8067102529197365</c:v>
                </c:pt>
                <c:pt idx="380">
                  <c:v>7.7985819799732896</c:v>
                </c:pt>
                <c:pt idx="381">
                  <c:v>7.8025458873453895</c:v>
                </c:pt>
                <c:pt idx="382">
                  <c:v>7.7765801018966529</c:v>
                </c:pt>
                <c:pt idx="383">
                  <c:v>7.7906412212002421</c:v>
                </c:pt>
                <c:pt idx="384">
                  <c:v>7.7988139900897337</c:v>
                </c:pt>
                <c:pt idx="385">
                  <c:v>7.8010226672387599</c:v>
                </c:pt>
                <c:pt idx="386">
                  <c:v>7.8052966043121303</c:v>
                </c:pt>
                <c:pt idx="387">
                  <c:v>7.799766904463457</c:v>
                </c:pt>
                <c:pt idx="388">
                  <c:v>7.7824930771570235</c:v>
                </c:pt>
                <c:pt idx="389">
                  <c:v>7.7848322555314704</c:v>
                </c:pt>
                <c:pt idx="390">
                  <c:v>7.7854504706214058</c:v>
                </c:pt>
                <c:pt idx="391">
                  <c:v>7.7741370185288199</c:v>
                </c:pt>
                <c:pt idx="392">
                  <c:v>7.7902906155106857</c:v>
                </c:pt>
                <c:pt idx="393">
                  <c:v>7.7975977849656211</c:v>
                </c:pt>
                <c:pt idx="394">
                  <c:v>7.7960110189664205</c:v>
                </c:pt>
                <c:pt idx="395">
                  <c:v>7.7920943904992948</c:v>
                </c:pt>
                <c:pt idx="396">
                  <c:v>7.7839383715095751</c:v>
                </c:pt>
                <c:pt idx="397">
                  <c:v>7.7830350504044699</c:v>
                </c:pt>
                <c:pt idx="398">
                  <c:v>7.7900215431026236</c:v>
                </c:pt>
                <c:pt idx="399">
                  <c:v>7.7911884277765768</c:v>
                </c:pt>
                <c:pt idx="400">
                  <c:v>7.7945943582037422</c:v>
                </c:pt>
                <c:pt idx="401">
                  <c:v>7.7988399404448945</c:v>
                </c:pt>
                <c:pt idx="402">
                  <c:v>7.7989990180046309</c:v>
                </c:pt>
                <c:pt idx="403">
                  <c:v>7.8000724049349932</c:v>
                </c:pt>
                <c:pt idx="404">
                  <c:v>7.8126646490724214</c:v>
                </c:pt>
                <c:pt idx="405">
                  <c:v>7.809416643488249</c:v>
                </c:pt>
                <c:pt idx="406">
                  <c:v>7.8165720048737901</c:v>
                </c:pt>
                <c:pt idx="407">
                  <c:v>7.8149561033158417</c:v>
                </c:pt>
                <c:pt idx="408">
                  <c:v>7.809296462192556</c:v>
                </c:pt>
                <c:pt idx="409">
                  <c:v>7.8094075830953358</c:v>
                </c:pt>
                <c:pt idx="410">
                  <c:v>7.7942760767802186</c:v>
                </c:pt>
                <c:pt idx="411">
                  <c:v>7.7783602212815799</c:v>
                </c:pt>
                <c:pt idx="412">
                  <c:v>7.7928219934431873</c:v>
                </c:pt>
                <c:pt idx="413">
                  <c:v>7.7899410646906881</c:v>
                </c:pt>
                <c:pt idx="414">
                  <c:v>7.7762327264460245</c:v>
                </c:pt>
                <c:pt idx="415">
                  <c:v>7.7750450021163564</c:v>
                </c:pt>
                <c:pt idx="416">
                  <c:v>7.7706844024326243</c:v>
                </c:pt>
                <c:pt idx="417">
                  <c:v>7.7652771533788592</c:v>
                </c:pt>
                <c:pt idx="418">
                  <c:v>7.7550418832574337</c:v>
                </c:pt>
                <c:pt idx="419">
                  <c:v>7.7605832723409529</c:v>
                </c:pt>
                <c:pt idx="420">
                  <c:v>7.7840387311020969</c:v>
                </c:pt>
                <c:pt idx="421">
                  <c:v>7.7774011295031871</c:v>
                </c:pt>
                <c:pt idx="422">
                  <c:v>7.7721073920708328</c:v>
                </c:pt>
                <c:pt idx="423">
                  <c:v>7.7875446239220336</c:v>
                </c:pt>
                <c:pt idx="424">
                  <c:v>7.7849733072470588</c:v>
                </c:pt>
                <c:pt idx="425">
                  <c:v>7.7717536094669271</c:v>
                </c:pt>
                <c:pt idx="426">
                  <c:v>7.733212681960965</c:v>
                </c:pt>
                <c:pt idx="427">
                  <c:v>7.7407160135712854</c:v>
                </c:pt>
                <c:pt idx="428">
                  <c:v>7.7443693980752135</c:v>
                </c:pt>
                <c:pt idx="429">
                  <c:v>7.765080568899644</c:v>
                </c:pt>
                <c:pt idx="430">
                  <c:v>7.759407093466316</c:v>
                </c:pt>
                <c:pt idx="431">
                  <c:v>7.7599477089879398</c:v>
                </c:pt>
                <c:pt idx="432">
                  <c:v>7.7707949374486827</c:v>
                </c:pt>
                <c:pt idx="433">
                  <c:v>7.7417197681029455</c:v>
                </c:pt>
                <c:pt idx="434">
                  <c:v>7.684724674970556</c:v>
                </c:pt>
                <c:pt idx="435">
                  <c:v>7.5224514832743052</c:v>
                </c:pt>
                <c:pt idx="436">
                  <c:v>7.6112541573482648</c:v>
                </c:pt>
                <c:pt idx="437">
                  <c:v>7.7229746909187069</c:v>
                </c:pt>
                <c:pt idx="438">
                  <c:v>7.6811750518938391</c:v>
                </c:pt>
                <c:pt idx="439">
                  <c:v>7.6530600695313122</c:v>
                </c:pt>
                <c:pt idx="440">
                  <c:v>7.6447872232251983</c:v>
                </c:pt>
                <c:pt idx="441">
                  <c:v>7.5694048088772696</c:v>
                </c:pt>
                <c:pt idx="442">
                  <c:v>7.5950104076452414</c:v>
                </c:pt>
                <c:pt idx="443">
                  <c:v>7.6589178976057823</c:v>
                </c:pt>
                <c:pt idx="444">
                  <c:v>7.7283635908480628</c:v>
                </c:pt>
                <c:pt idx="445">
                  <c:v>7.7107471735019697</c:v>
                </c:pt>
                <c:pt idx="446">
                  <c:v>7.7268902956222778</c:v>
                </c:pt>
                <c:pt idx="447">
                  <c:v>7.6952188755752813</c:v>
                </c:pt>
                <c:pt idx="448">
                  <c:v>7.7388258349896217</c:v>
                </c:pt>
                <c:pt idx="449">
                  <c:v>7.8015168655088267</c:v>
                </c:pt>
                <c:pt idx="450">
                  <c:v>7.7740816840232423</c:v>
                </c:pt>
                <c:pt idx="451">
                  <c:v>7.7337532947479959</c:v>
                </c:pt>
                <c:pt idx="452">
                  <c:v>7.7263634597188204</c:v>
                </c:pt>
                <c:pt idx="453">
                  <c:v>7.7373228092600259</c:v>
                </c:pt>
                <c:pt idx="454">
                  <c:v>7.7607917605069874</c:v>
                </c:pt>
                <c:pt idx="455">
                  <c:v>7.7728928877328043</c:v>
                </c:pt>
                <c:pt idx="456">
                  <c:v>7.7879279250987317</c:v>
                </c:pt>
                <c:pt idx="457">
                  <c:v>7.7754290347968968</c:v>
                </c:pt>
                <c:pt idx="458">
                  <c:v>7.771359447850946</c:v>
                </c:pt>
                <c:pt idx="459">
                  <c:v>7.7481072651200504</c:v>
                </c:pt>
                <c:pt idx="460">
                  <c:v>7.753352150401434</c:v>
                </c:pt>
                <c:pt idx="461">
                  <c:v>7.7744461588889129</c:v>
                </c:pt>
                <c:pt idx="462">
                  <c:v>7.8052711736152478</c:v>
                </c:pt>
                <c:pt idx="463">
                  <c:v>7.8091558254515778</c:v>
                </c:pt>
                <c:pt idx="464">
                  <c:v>7.7903535344121719</c:v>
                </c:pt>
                <c:pt idx="465">
                  <c:v>7.7820905299091487</c:v>
                </c:pt>
                <c:pt idx="466">
                  <c:v>7.77216292073257</c:v>
                </c:pt>
                <c:pt idx="467">
                  <c:v>7.7824084838650647</c:v>
                </c:pt>
                <c:pt idx="468">
                  <c:v>7.7707223640637793</c:v>
                </c:pt>
                <c:pt idx="469">
                  <c:v>7.7672408405765063</c:v>
                </c:pt>
                <c:pt idx="470">
                  <c:v>7.7569837265197927</c:v>
                </c:pt>
                <c:pt idx="471">
                  <c:v>7.7674742545650428</c:v>
                </c:pt>
                <c:pt idx="472">
                  <c:v>7.7833360649190819</c:v>
                </c:pt>
                <c:pt idx="473">
                  <c:v>7.7877375577185246</c:v>
                </c:pt>
                <c:pt idx="474">
                  <c:v>7.7833854270717957</c:v>
                </c:pt>
                <c:pt idx="475">
                  <c:v>7.772872558762483</c:v>
                </c:pt>
                <c:pt idx="476">
                  <c:v>7.7964033152476047</c:v>
                </c:pt>
                <c:pt idx="477">
                  <c:v>7.8122333872223324</c:v>
                </c:pt>
                <c:pt idx="478">
                  <c:v>7.8029016381731839</c:v>
                </c:pt>
                <c:pt idx="479">
                  <c:v>7.7930592830347898</c:v>
                </c:pt>
                <c:pt idx="480">
                  <c:v>7.7989006868825177</c:v>
                </c:pt>
                <c:pt idx="481">
                  <c:v>7.7997521713907059</c:v>
                </c:pt>
                <c:pt idx="482">
                  <c:v>7.7909070797769395</c:v>
                </c:pt>
                <c:pt idx="483">
                  <c:v>7.799101562708513</c:v>
                </c:pt>
                <c:pt idx="484">
                  <c:v>7.8044410480151356</c:v>
                </c:pt>
                <c:pt idx="485">
                  <c:v>7.8109686061412233</c:v>
                </c:pt>
                <c:pt idx="486">
                  <c:v>7.8044970675364596</c:v>
                </c:pt>
                <c:pt idx="487">
                  <c:v>7.7916738065543534</c:v>
                </c:pt>
                <c:pt idx="488">
                  <c:v>7.8065176336015334</c:v>
                </c:pt>
                <c:pt idx="489">
                  <c:v>7.8159712720420291</c:v>
                </c:pt>
                <c:pt idx="490">
                  <c:v>7.8103276727296329</c:v>
                </c:pt>
                <c:pt idx="491">
                  <c:v>7.8199419118131566</c:v>
                </c:pt>
                <c:pt idx="492">
                  <c:v>7.8078253061027727</c:v>
                </c:pt>
                <c:pt idx="493">
                  <c:v>7.8036970853638241</c:v>
                </c:pt>
                <c:pt idx="494">
                  <c:v>7.8008395000440318</c:v>
                </c:pt>
                <c:pt idx="495">
                  <c:v>7.8167602529438014</c:v>
                </c:pt>
                <c:pt idx="496">
                  <c:v>7.8282455099938684</c:v>
                </c:pt>
                <c:pt idx="497">
                  <c:v>7.8434550609324374</c:v>
                </c:pt>
                <c:pt idx="498">
                  <c:v>7.8316725302920798</c:v>
                </c:pt>
                <c:pt idx="499">
                  <c:v>7.828197676479089</c:v>
                </c:pt>
                <c:pt idx="500">
                  <c:v>7.8363164667087926</c:v>
                </c:pt>
                <c:pt idx="501">
                  <c:v>7.8259464412740076</c:v>
                </c:pt>
                <c:pt idx="502">
                  <c:v>7.8245679926996408</c:v>
                </c:pt>
                <c:pt idx="503">
                  <c:v>7.8325450762785405</c:v>
                </c:pt>
                <c:pt idx="504">
                  <c:v>7.8436624279150138</c:v>
                </c:pt>
                <c:pt idx="505">
                  <c:v>7.8488489624338564</c:v>
                </c:pt>
                <c:pt idx="506">
                  <c:v>7.8621127815176814</c:v>
                </c:pt>
                <c:pt idx="507">
                  <c:v>7.8835728673427985</c:v>
                </c:pt>
                <c:pt idx="508">
                  <c:v>7.8879271172997232</c:v>
                </c:pt>
                <c:pt idx="509">
                  <c:v>7.9061491760734501</c:v>
                </c:pt>
                <c:pt idx="510">
                  <c:v>7.9289876940653716</c:v>
                </c:pt>
                <c:pt idx="511">
                  <c:v>7.9605236095203074</c:v>
                </c:pt>
                <c:pt idx="512">
                  <c:v>7.9720598106856029</c:v>
                </c:pt>
                <c:pt idx="513">
                  <c:v>7.950937567517121</c:v>
                </c:pt>
                <c:pt idx="514">
                  <c:v>7.942779289752921</c:v>
                </c:pt>
                <c:pt idx="515">
                  <c:v>7.9502998930576929</c:v>
                </c:pt>
                <c:pt idx="516">
                  <c:v>7.9574247678242358</c:v>
                </c:pt>
                <c:pt idx="517">
                  <c:v>7.9489001638743622</c:v>
                </c:pt>
                <c:pt idx="518">
                  <c:v>7.9275383921656033</c:v>
                </c:pt>
                <c:pt idx="519">
                  <c:v>7.9293447226321199</c:v>
                </c:pt>
                <c:pt idx="520">
                  <c:v>7.9358545763142869</c:v>
                </c:pt>
                <c:pt idx="521">
                  <c:v>7.918969039322759</c:v>
                </c:pt>
                <c:pt idx="522">
                  <c:v>7.9089687391737433</c:v>
                </c:pt>
                <c:pt idx="523">
                  <c:v>7.9103123873073899</c:v>
                </c:pt>
                <c:pt idx="524">
                  <c:v>7.9180157927386166</c:v>
                </c:pt>
                <c:pt idx="525">
                  <c:v>7.9293698590183448</c:v>
                </c:pt>
                <c:pt idx="526">
                  <c:v>7.9336346986963298</c:v>
                </c:pt>
                <c:pt idx="527">
                  <c:v>7.9320249745857794</c:v>
                </c:pt>
                <c:pt idx="528">
                  <c:v>7.9653322286449448</c:v>
                </c:pt>
                <c:pt idx="529">
                  <c:v>7.9708519515417722</c:v>
                </c:pt>
                <c:pt idx="530">
                  <c:v>7.9717915470336571</c:v>
                </c:pt>
                <c:pt idx="531">
                  <c:v>7.9655936886275116</c:v>
                </c:pt>
                <c:pt idx="532">
                  <c:v>7.9740397987969018</c:v>
                </c:pt>
                <c:pt idx="533">
                  <c:v>7.9974836355343886</c:v>
                </c:pt>
                <c:pt idx="534">
                  <c:v>7.9913270804330239</c:v>
                </c:pt>
                <c:pt idx="535">
                  <c:v>8.0035375449228141</c:v>
                </c:pt>
                <c:pt idx="536">
                  <c:v>8.0069893461100552</c:v>
                </c:pt>
                <c:pt idx="537">
                  <c:v>8.021539660317071</c:v>
                </c:pt>
                <c:pt idx="538">
                  <c:v>8.033290034868914</c:v>
                </c:pt>
                <c:pt idx="539">
                  <c:v>8.0710610757743257</c:v>
                </c:pt>
                <c:pt idx="540">
                  <c:v>8.0722515647783268</c:v>
                </c:pt>
                <c:pt idx="541">
                  <c:v>8.0965842867002404</c:v>
                </c:pt>
                <c:pt idx="542">
                  <c:v>8.1230097166899569</c:v>
                </c:pt>
                <c:pt idx="543">
                  <c:v>8.1494107322262135</c:v>
                </c:pt>
                <c:pt idx="544">
                  <c:v>8.1580881452777252</c:v>
                </c:pt>
                <c:pt idx="545">
                  <c:v>8.1836218132903369</c:v>
                </c:pt>
                <c:pt idx="546">
                  <c:v>8.2087806450613634</c:v>
                </c:pt>
                <c:pt idx="547">
                  <c:v>8.2118272013239473</c:v>
                </c:pt>
                <c:pt idx="548">
                  <c:v>8.1886408211237001</c:v>
                </c:pt>
                <c:pt idx="549">
                  <c:v>8.2164596469775049</c:v>
                </c:pt>
                <c:pt idx="550">
                  <c:v>8.2513026598540726</c:v>
                </c:pt>
                <c:pt idx="551">
                  <c:v>8.27169669163154</c:v>
                </c:pt>
                <c:pt idx="552">
                  <c:v>8.242448788933725</c:v>
                </c:pt>
                <c:pt idx="553">
                  <c:v>8.2559126162082048</c:v>
                </c:pt>
                <c:pt idx="554">
                  <c:v>8.2707257139411876</c:v>
                </c:pt>
                <c:pt idx="555">
                  <c:v>8.283044818373531</c:v>
                </c:pt>
                <c:pt idx="556">
                  <c:v>8.2762540125241788</c:v>
                </c:pt>
                <c:pt idx="557">
                  <c:v>8.2286735679938605</c:v>
                </c:pt>
                <c:pt idx="558">
                  <c:v>8.1777595879890335</c:v>
                </c:pt>
                <c:pt idx="559">
                  <c:v>8.1849256238614796</c:v>
                </c:pt>
                <c:pt idx="560">
                  <c:v>8.1796835169273994</c:v>
                </c:pt>
                <c:pt idx="561">
                  <c:v>8.1274882594043554</c:v>
                </c:pt>
                <c:pt idx="562">
                  <c:v>8.0787005245257184</c:v>
                </c:pt>
                <c:pt idx="563">
                  <c:v>8.12290669907226</c:v>
                </c:pt>
                <c:pt idx="564">
                  <c:v>8.1060712051473018</c:v>
                </c:pt>
                <c:pt idx="565">
                  <c:v>7.9990169769708697</c:v>
                </c:pt>
                <c:pt idx="566">
                  <c:v>7.9547879084050219</c:v>
                </c:pt>
                <c:pt idx="567">
                  <c:v>7.9176841083872223</c:v>
                </c:pt>
                <c:pt idx="568">
                  <c:v>7.8631131232762757</c:v>
                </c:pt>
                <c:pt idx="569">
                  <c:v>7.8688797799933967</c:v>
                </c:pt>
                <c:pt idx="570">
                  <c:v>7.9287227666178639</c:v>
                </c:pt>
                <c:pt idx="571">
                  <c:v>7.8446763879507406</c:v>
                </c:pt>
                <c:pt idx="572">
                  <c:v>7.7866074389745856</c:v>
                </c:pt>
                <c:pt idx="573">
                  <c:v>7.7459393447843246</c:v>
                </c:pt>
                <c:pt idx="574">
                  <c:v>7.7284631847543199</c:v>
                </c:pt>
                <c:pt idx="575">
                  <c:v>7.7076061370235385</c:v>
                </c:pt>
                <c:pt idx="576">
                  <c:v>7.6679388303306615</c:v>
                </c:pt>
                <c:pt idx="577">
                  <c:v>7.6039975079756061</c:v>
                </c:pt>
                <c:pt idx="578">
                  <c:v>7.5158160242296379</c:v>
                </c:pt>
                <c:pt idx="579">
                  <c:v>7.5453670949346829</c:v>
                </c:pt>
                <c:pt idx="580">
                  <c:v>7.5133592432814522</c:v>
                </c:pt>
                <c:pt idx="581">
                  <c:v>7.6051879969796072</c:v>
                </c:pt>
                <c:pt idx="582">
                  <c:v>7.6608023061945243</c:v>
                </c:pt>
                <c:pt idx="583">
                  <c:v>7.4441753545805573</c:v>
                </c:pt>
                <c:pt idx="584">
                  <c:v>7.1366264843265759</c:v>
                </c:pt>
                <c:pt idx="585">
                  <c:v>7.6387614363994292</c:v>
                </c:pt>
                <c:pt idx="586">
                  <c:v>6.8414520666834813</c:v>
                </c:pt>
                <c:pt idx="587">
                  <c:v>6.9171565614893726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57AB-4D59-AD3D-6260AFD7ADF0}"/>
            </c:ext>
          </c:extLst>
        </c:ser>
        <c:ser>
          <c:idx val="2"/>
          <c:order val="2"/>
          <c:tx>
            <c:strRef>
              <c:f>'Fully separated 1%'!$D$1</c:f>
              <c:strCache>
                <c:ptCount val="1"/>
                <c:pt idx="0">
                  <c:v>1G_12/O-PTIR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1%'!$A$2:$A$589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1%'!$D$2:$D$589</c:f>
              <c:numCache>
                <c:formatCode>General</c:formatCode>
                <c:ptCount val="588"/>
                <c:pt idx="0">
                  <c:v>8.0648355052929812</c:v>
                </c:pt>
                <c:pt idx="1">
                  <c:v>7.8992763892659923</c:v>
                </c:pt>
                <c:pt idx="2">
                  <c:v>7.832913263600398</c:v>
                </c:pt>
                <c:pt idx="3">
                  <c:v>7.9370950208279334</c:v>
                </c:pt>
                <c:pt idx="4">
                  <c:v>7.808017622068415</c:v>
                </c:pt>
                <c:pt idx="5">
                  <c:v>7.7852458691890201</c:v>
                </c:pt>
                <c:pt idx="6">
                  <c:v>7.7234373901188365</c:v>
                </c:pt>
                <c:pt idx="7">
                  <c:v>7.571570059019602</c:v>
                </c:pt>
                <c:pt idx="8">
                  <c:v>7.7079798036427798</c:v>
                </c:pt>
                <c:pt idx="9">
                  <c:v>7.6607220938269682</c:v>
                </c:pt>
                <c:pt idx="10">
                  <c:v>7.6005568677385442</c:v>
                </c:pt>
                <c:pt idx="11">
                  <c:v>7.6414513478515724</c:v>
                </c:pt>
                <c:pt idx="12">
                  <c:v>7.7360704998055532</c:v>
                </c:pt>
                <c:pt idx="13">
                  <c:v>7.7372438053923327</c:v>
                </c:pt>
                <c:pt idx="14">
                  <c:v>7.7192119429826223</c:v>
                </c:pt>
                <c:pt idx="15">
                  <c:v>7.6678190912931434</c:v>
                </c:pt>
                <c:pt idx="16">
                  <c:v>7.6474715453156472</c:v>
                </c:pt>
                <c:pt idx="17">
                  <c:v>7.6600488488855811</c:v>
                </c:pt>
                <c:pt idx="18">
                  <c:v>7.6699923058088704</c:v>
                </c:pt>
                <c:pt idx="19">
                  <c:v>7.6377702355862427</c:v>
                </c:pt>
                <c:pt idx="20">
                  <c:v>7.6743069770928241</c:v>
                </c:pt>
                <c:pt idx="21">
                  <c:v>7.7151554200352397</c:v>
                </c:pt>
                <c:pt idx="22">
                  <c:v>7.7242866701530044</c:v>
                </c:pt>
                <c:pt idx="23">
                  <c:v>7.6755556775670835</c:v>
                </c:pt>
                <c:pt idx="24">
                  <c:v>7.6420877705373975</c:v>
                </c:pt>
                <c:pt idx="25">
                  <c:v>7.6583491433503665</c:v>
                </c:pt>
                <c:pt idx="26">
                  <c:v>7.6704754740353795</c:v>
                </c:pt>
                <c:pt idx="27">
                  <c:v>7.6483387409666417</c:v>
                </c:pt>
                <c:pt idx="28">
                  <c:v>7.6440012440027729</c:v>
                </c:pt>
                <c:pt idx="29">
                  <c:v>7.6607961952378023</c:v>
                </c:pt>
                <c:pt idx="30">
                  <c:v>7.6327976705476628</c:v>
                </c:pt>
                <c:pt idx="31">
                  <c:v>7.6327557580432108</c:v>
                </c:pt>
                <c:pt idx="32">
                  <c:v>7.6407541703746329</c:v>
                </c:pt>
                <c:pt idx="33">
                  <c:v>7.6571028496435973</c:v>
                </c:pt>
                <c:pt idx="34">
                  <c:v>7.6989689626868145</c:v>
                </c:pt>
                <c:pt idx="35">
                  <c:v>7.6967044969330827</c:v>
                </c:pt>
                <c:pt idx="36">
                  <c:v>7.6789720261028469</c:v>
                </c:pt>
                <c:pt idx="37">
                  <c:v>7.7120236492319911</c:v>
                </c:pt>
                <c:pt idx="38">
                  <c:v>7.7134089434141417</c:v>
                </c:pt>
                <c:pt idx="39">
                  <c:v>7.6971699747750169</c:v>
                </c:pt>
                <c:pt idx="40">
                  <c:v>7.7166468436544271</c:v>
                </c:pt>
                <c:pt idx="41">
                  <c:v>7.7319382988215741</c:v>
                </c:pt>
                <c:pt idx="42">
                  <c:v>7.7627196323344752</c:v>
                </c:pt>
                <c:pt idx="43">
                  <c:v>7.8129038105384385</c:v>
                </c:pt>
                <c:pt idx="44">
                  <c:v>7.8649943673918461</c:v>
                </c:pt>
                <c:pt idx="45">
                  <c:v>7.9337987532584027</c:v>
                </c:pt>
                <c:pt idx="46">
                  <c:v>7.9719249105017109</c:v>
                </c:pt>
                <c:pt idx="47">
                  <c:v>7.9800225633808708</c:v>
                </c:pt>
                <c:pt idx="48">
                  <c:v>7.9719474079860602</c:v>
                </c:pt>
                <c:pt idx="49">
                  <c:v>7.9106266275282513</c:v>
                </c:pt>
                <c:pt idx="50">
                  <c:v>7.7974783743575209</c:v>
                </c:pt>
                <c:pt idx="51">
                  <c:v>7.7230134386689224</c:v>
                </c:pt>
                <c:pt idx="52">
                  <c:v>7.6846544813701776</c:v>
                </c:pt>
                <c:pt idx="53">
                  <c:v>7.6676326118590872</c:v>
                </c:pt>
                <c:pt idx="54">
                  <c:v>7.6501377224432323</c:v>
                </c:pt>
                <c:pt idx="55">
                  <c:v>7.6611340886619166</c:v>
                </c:pt>
                <c:pt idx="56">
                  <c:v>7.686822811563645</c:v>
                </c:pt>
                <c:pt idx="57">
                  <c:v>7.6835663650562269</c:v>
                </c:pt>
                <c:pt idx="58">
                  <c:v>7.6807106324655479</c:v>
                </c:pt>
                <c:pt idx="59">
                  <c:v>7.6810333645415136</c:v>
                </c:pt>
                <c:pt idx="60">
                  <c:v>7.6784522608530281</c:v>
                </c:pt>
                <c:pt idx="61">
                  <c:v>7.7110706207874484</c:v>
                </c:pt>
                <c:pt idx="62">
                  <c:v>7.7237658173531694</c:v>
                </c:pt>
                <c:pt idx="63">
                  <c:v>7.7295412356236177</c:v>
                </c:pt>
                <c:pt idx="64">
                  <c:v>7.7663606596941968</c:v>
                </c:pt>
                <c:pt idx="65">
                  <c:v>7.7964643916304412</c:v>
                </c:pt>
                <c:pt idx="66">
                  <c:v>7.8151150378230589</c:v>
                </c:pt>
                <c:pt idx="67">
                  <c:v>7.8292107285303221</c:v>
                </c:pt>
                <c:pt idx="68">
                  <c:v>7.8473371370041187</c:v>
                </c:pt>
                <c:pt idx="69">
                  <c:v>7.8264454427767465</c:v>
                </c:pt>
                <c:pt idx="70">
                  <c:v>7.8036543070532849</c:v>
                </c:pt>
                <c:pt idx="71">
                  <c:v>7.7653352351687257</c:v>
                </c:pt>
                <c:pt idx="72">
                  <c:v>7.7428915234112319</c:v>
                </c:pt>
                <c:pt idx="73">
                  <c:v>7.7154005499476579</c:v>
                </c:pt>
                <c:pt idx="74">
                  <c:v>7.6837194908113986</c:v>
                </c:pt>
                <c:pt idx="75">
                  <c:v>7.6682361442009466</c:v>
                </c:pt>
                <c:pt idx="76">
                  <c:v>7.6571529863428429</c:v>
                </c:pt>
                <c:pt idx="77">
                  <c:v>7.6533828365507821</c:v>
                </c:pt>
                <c:pt idx="78">
                  <c:v>7.6445169132432129</c:v>
                </c:pt>
                <c:pt idx="79">
                  <c:v>7.647028899588836</c:v>
                </c:pt>
                <c:pt idx="80">
                  <c:v>7.6402439292314597</c:v>
                </c:pt>
                <c:pt idx="81">
                  <c:v>7.6413538351569681</c:v>
                </c:pt>
                <c:pt idx="82">
                  <c:v>7.632356118806074</c:v>
                </c:pt>
                <c:pt idx="83">
                  <c:v>7.635371598980127</c:v>
                </c:pt>
                <c:pt idx="84">
                  <c:v>7.6362284210771252</c:v>
                </c:pt>
                <c:pt idx="85">
                  <c:v>7.6432979369909813</c:v>
                </c:pt>
                <c:pt idx="86">
                  <c:v>7.6279538096529542</c:v>
                </c:pt>
                <c:pt idx="87">
                  <c:v>7.6341600296513752</c:v>
                </c:pt>
                <c:pt idx="88">
                  <c:v>7.643700311191175</c:v>
                </c:pt>
                <c:pt idx="89">
                  <c:v>7.6501755807671525</c:v>
                </c:pt>
                <c:pt idx="90">
                  <c:v>7.6460119952776902</c:v>
                </c:pt>
                <c:pt idx="91">
                  <c:v>7.643777639858417</c:v>
                </c:pt>
                <c:pt idx="92">
                  <c:v>7.6416146894981631</c:v>
                </c:pt>
                <c:pt idx="93">
                  <c:v>7.6348708304619439</c:v>
                </c:pt>
                <c:pt idx="94">
                  <c:v>7.6129062158580076</c:v>
                </c:pt>
                <c:pt idx="95">
                  <c:v>7.6153247782787972</c:v>
                </c:pt>
                <c:pt idx="96">
                  <c:v>7.6102406709895298</c:v>
                </c:pt>
                <c:pt idx="97">
                  <c:v>7.6219239400724677</c:v>
                </c:pt>
                <c:pt idx="98">
                  <c:v>7.625147380402189</c:v>
                </c:pt>
                <c:pt idx="99">
                  <c:v>7.6272134390653319</c:v>
                </c:pt>
                <c:pt idx="100">
                  <c:v>7.6378618214550213</c:v>
                </c:pt>
                <c:pt idx="101">
                  <c:v>7.6265873191462239</c:v>
                </c:pt>
                <c:pt idx="102">
                  <c:v>7.6120777247606792</c:v>
                </c:pt>
                <c:pt idx="103">
                  <c:v>7.6181996861781114</c:v>
                </c:pt>
                <c:pt idx="104">
                  <c:v>7.6210367920615694</c:v>
                </c:pt>
                <c:pt idx="105">
                  <c:v>7.638456566521457</c:v>
                </c:pt>
                <c:pt idx="106">
                  <c:v>7.6458983656066692</c:v>
                </c:pt>
                <c:pt idx="107">
                  <c:v>7.6377235578108635</c:v>
                </c:pt>
                <c:pt idx="108">
                  <c:v>7.6493085878251845</c:v>
                </c:pt>
                <c:pt idx="109">
                  <c:v>7.678268181751255</c:v>
                </c:pt>
                <c:pt idx="110">
                  <c:v>7.6902396105639124</c:v>
                </c:pt>
                <c:pt idx="111">
                  <c:v>7.6827675627872862</c:v>
                </c:pt>
                <c:pt idx="112">
                  <c:v>7.6553108632372258</c:v>
                </c:pt>
                <c:pt idx="113">
                  <c:v>7.63763106457787</c:v>
                </c:pt>
                <c:pt idx="114">
                  <c:v>7.6268683961260253</c:v>
                </c:pt>
                <c:pt idx="115">
                  <c:v>7.6190313321357666</c:v>
                </c:pt>
                <c:pt idx="116">
                  <c:v>7.618633248609969</c:v>
                </c:pt>
                <c:pt idx="117">
                  <c:v>7.6243493825341471</c:v>
                </c:pt>
                <c:pt idx="118">
                  <c:v>7.6204252832803947</c:v>
                </c:pt>
                <c:pt idx="119">
                  <c:v>7.6319868376588733</c:v>
                </c:pt>
                <c:pt idx="120">
                  <c:v>7.6494412399686702</c:v>
                </c:pt>
                <c:pt idx="121">
                  <c:v>7.6671761626128463</c:v>
                </c:pt>
                <c:pt idx="122">
                  <c:v>7.6620914158248636</c:v>
                </c:pt>
                <c:pt idx="123">
                  <c:v>7.6947178004626551</c:v>
                </c:pt>
                <c:pt idx="124">
                  <c:v>7.6967342597663535</c:v>
                </c:pt>
                <c:pt idx="125">
                  <c:v>7.6718566303793052</c:v>
                </c:pt>
                <c:pt idx="126">
                  <c:v>7.6321283736058891</c:v>
                </c:pt>
                <c:pt idx="127">
                  <c:v>7.6612827869945388</c:v>
                </c:pt>
                <c:pt idx="128">
                  <c:v>7.677245144687654</c:v>
                </c:pt>
                <c:pt idx="129">
                  <c:v>7.6712422418429114</c:v>
                </c:pt>
                <c:pt idx="130">
                  <c:v>7.6710099372984297</c:v>
                </c:pt>
                <c:pt idx="131">
                  <c:v>7.6360660318411986</c:v>
                </c:pt>
                <c:pt idx="132">
                  <c:v>7.6325627146978174</c:v>
                </c:pt>
                <c:pt idx="133">
                  <c:v>7.6092911722561327</c:v>
                </c:pt>
                <c:pt idx="134">
                  <c:v>7.6007838214082444</c:v>
                </c:pt>
                <c:pt idx="135">
                  <c:v>7.6246646304641468</c:v>
                </c:pt>
                <c:pt idx="136">
                  <c:v>7.6510630537560136</c:v>
                </c:pt>
                <c:pt idx="137">
                  <c:v>7.653795552128936</c:v>
                </c:pt>
                <c:pt idx="138">
                  <c:v>7.6418189526272986</c:v>
                </c:pt>
                <c:pt idx="139">
                  <c:v>7.6416555659342578</c:v>
                </c:pt>
                <c:pt idx="140">
                  <c:v>7.6415062015576902</c:v>
                </c:pt>
                <c:pt idx="141">
                  <c:v>7.6413691348620709</c:v>
                </c:pt>
                <c:pt idx="142">
                  <c:v>7.6521964835814176</c:v>
                </c:pt>
                <c:pt idx="143">
                  <c:v>7.6489631716438611</c:v>
                </c:pt>
                <c:pt idx="144">
                  <c:v>7.6832614906802235</c:v>
                </c:pt>
                <c:pt idx="145">
                  <c:v>7.6844760845563567</c:v>
                </c:pt>
                <c:pt idx="146">
                  <c:v>7.6606947506316025</c:v>
                </c:pt>
                <c:pt idx="147">
                  <c:v>7.6175185886751473</c:v>
                </c:pt>
                <c:pt idx="148">
                  <c:v>7.6237877675231465</c:v>
                </c:pt>
                <c:pt idx="149">
                  <c:v>7.633439241399242</c:v>
                </c:pt>
                <c:pt idx="150">
                  <c:v>7.6278056583129441</c:v>
                </c:pt>
                <c:pt idx="151">
                  <c:v>7.6215712344101956</c:v>
                </c:pt>
                <c:pt idx="152">
                  <c:v>7.6478453825895416</c:v>
                </c:pt>
                <c:pt idx="153">
                  <c:v>7.6348875040837818</c:v>
                </c:pt>
                <c:pt idx="154">
                  <c:v>7.6353151396898147</c:v>
                </c:pt>
                <c:pt idx="155">
                  <c:v>7.6512285190209788</c:v>
                </c:pt>
                <c:pt idx="156">
                  <c:v>7.637339430640667</c:v>
                </c:pt>
                <c:pt idx="157">
                  <c:v>7.6366804976000795</c:v>
                </c:pt>
                <c:pt idx="158">
                  <c:v>7.6269708269277281</c:v>
                </c:pt>
                <c:pt idx="159">
                  <c:v>7.6627777049312318</c:v>
                </c:pt>
                <c:pt idx="160">
                  <c:v>7.6584268484772284</c:v>
                </c:pt>
                <c:pt idx="161">
                  <c:v>7.6554168510997043</c:v>
                </c:pt>
                <c:pt idx="162">
                  <c:v>7.6407460105319114</c:v>
                </c:pt>
                <c:pt idx="163">
                  <c:v>7.6068906750707379</c:v>
                </c:pt>
                <c:pt idx="164">
                  <c:v>7.6103553729269491</c:v>
                </c:pt>
                <c:pt idx="165">
                  <c:v>7.6350997886986844</c:v>
                </c:pt>
                <c:pt idx="166">
                  <c:v>7.6253156498086883</c:v>
                </c:pt>
                <c:pt idx="167">
                  <c:v>7.6300343121386431</c:v>
                </c:pt>
                <c:pt idx="168">
                  <c:v>7.6354565083214432</c:v>
                </c:pt>
                <c:pt idx="169">
                  <c:v>7.6228178418333146</c:v>
                </c:pt>
                <c:pt idx="170">
                  <c:v>7.6217124566408607</c:v>
                </c:pt>
                <c:pt idx="171">
                  <c:v>7.6316959759465339</c:v>
                </c:pt>
                <c:pt idx="172">
                  <c:v>7.66107042515715</c:v>
                </c:pt>
                <c:pt idx="173">
                  <c:v>7.6511353854848698</c:v>
                </c:pt>
                <c:pt idx="174">
                  <c:v>7.6397680263538721</c:v>
                </c:pt>
                <c:pt idx="175">
                  <c:v>7.6578110892417026</c:v>
                </c:pt>
                <c:pt idx="176">
                  <c:v>7.6797364901062029</c:v>
                </c:pt>
                <c:pt idx="177">
                  <c:v>7.6634194945798564</c:v>
                </c:pt>
                <c:pt idx="178">
                  <c:v>7.6668129402132186</c:v>
                </c:pt>
                <c:pt idx="179">
                  <c:v>7.6675657886675896</c:v>
                </c:pt>
                <c:pt idx="180">
                  <c:v>7.6639034028551931</c:v>
                </c:pt>
                <c:pt idx="181">
                  <c:v>7.6648367524361376</c:v>
                </c:pt>
                <c:pt idx="182">
                  <c:v>7.6600852271118471</c:v>
                </c:pt>
                <c:pt idx="183">
                  <c:v>7.6751445064386559</c:v>
                </c:pt>
                <c:pt idx="184">
                  <c:v>7.6994583022770229</c:v>
                </c:pt>
                <c:pt idx="185">
                  <c:v>7.6901255529516126</c:v>
                </c:pt>
                <c:pt idx="186">
                  <c:v>7.6920440619666177</c:v>
                </c:pt>
                <c:pt idx="187">
                  <c:v>7.6992179151123068</c:v>
                </c:pt>
                <c:pt idx="188">
                  <c:v>7.7052165964611294</c:v>
                </c:pt>
                <c:pt idx="189">
                  <c:v>7.6977874071644132</c:v>
                </c:pt>
                <c:pt idx="190">
                  <c:v>7.7028354797065992</c:v>
                </c:pt>
                <c:pt idx="191">
                  <c:v>7.6863267729227482</c:v>
                </c:pt>
                <c:pt idx="192">
                  <c:v>7.6880788996557623</c:v>
                </c:pt>
                <c:pt idx="193">
                  <c:v>7.699178853404641</c:v>
                </c:pt>
                <c:pt idx="194">
                  <c:v>7.7130664616872986</c:v>
                </c:pt>
                <c:pt idx="195">
                  <c:v>7.7232324416401354</c:v>
                </c:pt>
                <c:pt idx="196">
                  <c:v>7.7336121991759432</c:v>
                </c:pt>
                <c:pt idx="197">
                  <c:v>7.7230043264155368</c:v>
                </c:pt>
                <c:pt idx="198">
                  <c:v>7.7111662222255166</c:v>
                </c:pt>
                <c:pt idx="199">
                  <c:v>7.7035930516030504</c:v>
                </c:pt>
                <c:pt idx="200">
                  <c:v>7.703038516928765</c:v>
                </c:pt>
                <c:pt idx="201">
                  <c:v>7.6877150659114513</c:v>
                </c:pt>
                <c:pt idx="202">
                  <c:v>7.6887198076810011</c:v>
                </c:pt>
                <c:pt idx="203">
                  <c:v>7.6942865514877834</c:v>
                </c:pt>
                <c:pt idx="204">
                  <c:v>7.6963221362272609</c:v>
                </c:pt>
                <c:pt idx="205">
                  <c:v>7.7135143907192161</c:v>
                </c:pt>
                <c:pt idx="206">
                  <c:v>7.7095563393123099</c:v>
                </c:pt>
                <c:pt idx="207">
                  <c:v>7.7130701297553985</c:v>
                </c:pt>
                <c:pt idx="208">
                  <c:v>7.7227902399426203</c:v>
                </c:pt>
                <c:pt idx="209">
                  <c:v>7.71453363744578</c:v>
                </c:pt>
                <c:pt idx="210">
                  <c:v>7.7276029769577361</c:v>
                </c:pt>
                <c:pt idx="211">
                  <c:v>7.7463276022922516</c:v>
                </c:pt>
                <c:pt idx="212">
                  <c:v>7.7638299372428294</c:v>
                </c:pt>
                <c:pt idx="213">
                  <c:v>7.7626300027686828</c:v>
                </c:pt>
                <c:pt idx="214">
                  <c:v>7.7803152391781172</c:v>
                </c:pt>
                <c:pt idx="215">
                  <c:v>7.778695343082517</c:v>
                </c:pt>
                <c:pt idx="216">
                  <c:v>7.7577648316853534</c:v>
                </c:pt>
                <c:pt idx="217">
                  <c:v>7.7763839453627224</c:v>
                </c:pt>
                <c:pt idx="218">
                  <c:v>7.7774080957171687</c:v>
                </c:pt>
                <c:pt idx="219">
                  <c:v>7.7576018664983835</c:v>
                </c:pt>
                <c:pt idx="220">
                  <c:v>7.7578855947835486</c:v>
                </c:pt>
                <c:pt idx="221">
                  <c:v>7.7542913127688822</c:v>
                </c:pt>
                <c:pt idx="222">
                  <c:v>7.7471087592230674</c:v>
                </c:pt>
                <c:pt idx="223">
                  <c:v>7.7276856050181024</c:v>
                </c:pt>
                <c:pt idx="224">
                  <c:v>7.7060175416540657</c:v>
                </c:pt>
                <c:pt idx="225">
                  <c:v>7.683438754897578</c:v>
                </c:pt>
                <c:pt idx="226">
                  <c:v>7.6709677609504832</c:v>
                </c:pt>
                <c:pt idx="227">
                  <c:v>7.665307481407142</c:v>
                </c:pt>
                <c:pt idx="228">
                  <c:v>7.6595818072882986</c:v>
                </c:pt>
                <c:pt idx="229">
                  <c:v>7.6475314796178449</c:v>
                </c:pt>
                <c:pt idx="230">
                  <c:v>7.6444506692203626</c:v>
                </c:pt>
                <c:pt idx="231">
                  <c:v>7.6362578106683792</c:v>
                </c:pt>
                <c:pt idx="232">
                  <c:v>7.6279810981490588</c:v>
                </c:pt>
                <c:pt idx="233">
                  <c:v>7.6333198136065397</c:v>
                </c:pt>
                <c:pt idx="234">
                  <c:v>7.6316789194298673</c:v>
                </c:pt>
                <c:pt idx="235">
                  <c:v>7.6162622769595796</c:v>
                </c:pt>
                <c:pt idx="236">
                  <c:v>7.620752915766638</c:v>
                </c:pt>
                <c:pt idx="237">
                  <c:v>7.6402859125231908</c:v>
                </c:pt>
                <c:pt idx="238">
                  <c:v>7.6385076685017816</c:v>
                </c:pt>
                <c:pt idx="239">
                  <c:v>7.6247496218543542</c:v>
                </c:pt>
                <c:pt idx="240">
                  <c:v>7.6250410707793508</c:v>
                </c:pt>
                <c:pt idx="241">
                  <c:v>7.6470898120425268</c:v>
                </c:pt>
                <c:pt idx="242">
                  <c:v>7.6577034410957685</c:v>
                </c:pt>
                <c:pt idx="243">
                  <c:v>7.676528668024341</c:v>
                </c:pt>
                <c:pt idx="244">
                  <c:v>7.6601614070946047</c:v>
                </c:pt>
                <c:pt idx="245">
                  <c:v>7.6375809214434174</c:v>
                </c:pt>
                <c:pt idx="246">
                  <c:v>7.6654685803840259</c:v>
                </c:pt>
                <c:pt idx="247">
                  <c:v>7.670287057603959</c:v>
                </c:pt>
                <c:pt idx="248">
                  <c:v>7.667979186377706</c:v>
                </c:pt>
                <c:pt idx="249">
                  <c:v>7.6832782737005845</c:v>
                </c:pt>
                <c:pt idx="250">
                  <c:v>7.7082963514846323</c:v>
                </c:pt>
                <c:pt idx="251">
                  <c:v>7.7893001398138848</c:v>
                </c:pt>
                <c:pt idx="252">
                  <c:v>7.8774087572564673</c:v>
                </c:pt>
                <c:pt idx="253">
                  <c:v>7.9298219239169052</c:v>
                </c:pt>
                <c:pt idx="254">
                  <c:v>8.019036238659492</c:v>
                </c:pt>
                <c:pt idx="255">
                  <c:v>8.1010118719791198</c:v>
                </c:pt>
                <c:pt idx="256">
                  <c:v>8.1740082290340688</c:v>
                </c:pt>
                <c:pt idx="257">
                  <c:v>8.3222689160856191</c:v>
                </c:pt>
                <c:pt idx="258">
                  <c:v>8.4641310508837488</c:v>
                </c:pt>
                <c:pt idx="259">
                  <c:v>8.6</c:v>
                </c:pt>
                <c:pt idx="260">
                  <c:v>8.371725182263086</c:v>
                </c:pt>
                <c:pt idx="261">
                  <c:v>7.9587392481845232</c:v>
                </c:pt>
                <c:pt idx="262">
                  <c:v>7.7332308101864076</c:v>
                </c:pt>
                <c:pt idx="263">
                  <c:v>7.698593268855646</c:v>
                </c:pt>
                <c:pt idx="264">
                  <c:v>7.658761627261061</c:v>
                </c:pt>
                <c:pt idx="265">
                  <c:v>7.6476777679653729</c:v>
                </c:pt>
                <c:pt idx="266">
                  <c:v>7.6492780077206008</c:v>
                </c:pt>
                <c:pt idx="267">
                  <c:v>7.6904039271443931</c:v>
                </c:pt>
                <c:pt idx="268">
                  <c:v>7.6850947074590845</c:v>
                </c:pt>
                <c:pt idx="269">
                  <c:v>7.6972515345909889</c:v>
                </c:pt>
                <c:pt idx="270">
                  <c:v>7.6961683154697127</c:v>
                </c:pt>
                <c:pt idx="271">
                  <c:v>7.7092796897550571</c:v>
                </c:pt>
                <c:pt idx="272">
                  <c:v>7.7197984348958322</c:v>
                </c:pt>
                <c:pt idx="273">
                  <c:v>7.7159085065922772</c:v>
                </c:pt>
                <c:pt idx="274">
                  <c:v>7.7139739803465677</c:v>
                </c:pt>
                <c:pt idx="275">
                  <c:v>7.7720960509759012</c:v>
                </c:pt>
                <c:pt idx="276">
                  <c:v>7.8915039202767403</c:v>
                </c:pt>
                <c:pt idx="277">
                  <c:v>8.1050289857176487</c:v>
                </c:pt>
                <c:pt idx="278">
                  <c:v>8.617072450239629</c:v>
                </c:pt>
                <c:pt idx="279">
                  <c:v>8.7526193301062545</c:v>
                </c:pt>
                <c:pt idx="280">
                  <c:v>8.5015064253741972</c:v>
                </c:pt>
                <c:pt idx="281">
                  <c:v>8.1313228304574121</c:v>
                </c:pt>
                <c:pt idx="282">
                  <c:v>7.8516464348900668</c:v>
                </c:pt>
                <c:pt idx="283">
                  <c:v>7.7088630873117578</c:v>
                </c:pt>
                <c:pt idx="284">
                  <c:v>7.6980310827200062</c:v>
                </c:pt>
                <c:pt idx="285">
                  <c:v>7.7265674105457292</c:v>
                </c:pt>
                <c:pt idx="286">
                  <c:v>7.7096563295616836</c:v>
                </c:pt>
                <c:pt idx="287">
                  <c:v>7.6180265131437306</c:v>
                </c:pt>
                <c:pt idx="288">
                  <c:v>7.6963308044513505</c:v>
                </c:pt>
                <c:pt idx="289">
                  <c:v>7.6914254905455479</c:v>
                </c:pt>
                <c:pt idx="290">
                  <c:v>7.6745446357296911</c:v>
                </c:pt>
                <c:pt idx="291">
                  <c:v>7.6469814013245401</c:v>
                </c:pt>
                <c:pt idx="292">
                  <c:v>7.7009160826330021</c:v>
                </c:pt>
                <c:pt idx="293">
                  <c:v>7.6367453612709868</c:v>
                </c:pt>
                <c:pt idx="294">
                  <c:v>7.6557243639106574</c:v>
                </c:pt>
                <c:pt idx="295">
                  <c:v>7.6527104217511237</c:v>
                </c:pt>
                <c:pt idx="296">
                  <c:v>7.6221067691352422</c:v>
                </c:pt>
                <c:pt idx="297">
                  <c:v>7.6482185699075087</c:v>
                </c:pt>
                <c:pt idx="298">
                  <c:v>7.6595907393558837</c:v>
                </c:pt>
                <c:pt idx="299">
                  <c:v>7.6603200993039984</c:v>
                </c:pt>
                <c:pt idx="300">
                  <c:v>7.6467431924774587</c:v>
                </c:pt>
                <c:pt idx="301">
                  <c:v>7.6041726378149814</c:v>
                </c:pt>
                <c:pt idx="302">
                  <c:v>7.5526673618492293</c:v>
                </c:pt>
                <c:pt idx="303">
                  <c:v>7.6022996379819494</c:v>
                </c:pt>
                <c:pt idx="304">
                  <c:v>7.5940508488321434</c:v>
                </c:pt>
                <c:pt idx="305">
                  <c:v>7.6360244539675213</c:v>
                </c:pt>
                <c:pt idx="306">
                  <c:v>7.6570802556311408</c:v>
                </c:pt>
                <c:pt idx="307">
                  <c:v>7.6447544463935397</c:v>
                </c:pt>
                <c:pt idx="308">
                  <c:v>7.6276174285025311</c:v>
                </c:pt>
                <c:pt idx="309">
                  <c:v>7.6435503933867892</c:v>
                </c:pt>
                <c:pt idx="310">
                  <c:v>7.6220745030063739</c:v>
                </c:pt>
                <c:pt idx="311">
                  <c:v>7.6075196554394431</c:v>
                </c:pt>
                <c:pt idx="312">
                  <c:v>7.6487631042698165</c:v>
                </c:pt>
                <c:pt idx="313">
                  <c:v>7.6429486982965846</c:v>
                </c:pt>
                <c:pt idx="314">
                  <c:v>7.6377887014132844</c:v>
                </c:pt>
                <c:pt idx="315">
                  <c:v>7.6293921460303986</c:v>
                </c:pt>
                <c:pt idx="316">
                  <c:v>7.6252520570912017</c:v>
                </c:pt>
                <c:pt idx="317">
                  <c:v>7.6129104188527066</c:v>
                </c:pt>
                <c:pt idx="318">
                  <c:v>7.6198891758219069</c:v>
                </c:pt>
                <c:pt idx="319">
                  <c:v>7.6081448977571702</c:v>
                </c:pt>
                <c:pt idx="320">
                  <c:v>7.6367564748738106</c:v>
                </c:pt>
                <c:pt idx="321">
                  <c:v>7.6643687906042262</c:v>
                </c:pt>
                <c:pt idx="322">
                  <c:v>7.7345421252266604</c:v>
                </c:pt>
                <c:pt idx="323">
                  <c:v>7.8014577134298237</c:v>
                </c:pt>
                <c:pt idx="324">
                  <c:v>7.8220326924999553</c:v>
                </c:pt>
                <c:pt idx="325">
                  <c:v>7.7736786357401932</c:v>
                </c:pt>
                <c:pt idx="326">
                  <c:v>7.745488760164152</c:v>
                </c:pt>
                <c:pt idx="327">
                  <c:v>7.745814832112651</c:v>
                </c:pt>
                <c:pt idx="328">
                  <c:v>7.7816058585920356</c:v>
                </c:pt>
                <c:pt idx="329">
                  <c:v>7.8324638029891682</c:v>
                </c:pt>
                <c:pt idx="330">
                  <c:v>7.9223583963546043</c:v>
                </c:pt>
                <c:pt idx="331">
                  <c:v>8.0460125757333802</c:v>
                </c:pt>
                <c:pt idx="332">
                  <c:v>8.1541256010354815</c:v>
                </c:pt>
                <c:pt idx="333">
                  <c:v>8.1455881403558834</c:v>
                </c:pt>
                <c:pt idx="334">
                  <c:v>8.0610165444543593</c:v>
                </c:pt>
                <c:pt idx="335">
                  <c:v>7.9562746410518654</c:v>
                </c:pt>
                <c:pt idx="336">
                  <c:v>7.8250781156930822</c:v>
                </c:pt>
                <c:pt idx="337">
                  <c:v>7.7291565003263418</c:v>
                </c:pt>
                <c:pt idx="338">
                  <c:v>7.680847187562196</c:v>
                </c:pt>
                <c:pt idx="339">
                  <c:v>7.6784218673694529</c:v>
                </c:pt>
                <c:pt idx="340">
                  <c:v>7.6697292023627606</c:v>
                </c:pt>
                <c:pt idx="341">
                  <c:v>7.6604267306871963</c:v>
                </c:pt>
                <c:pt idx="342">
                  <c:v>7.6292643202923083</c:v>
                </c:pt>
                <c:pt idx="343">
                  <c:v>7.6401432246740875</c:v>
                </c:pt>
                <c:pt idx="344">
                  <c:v>7.6386021180377615</c:v>
                </c:pt>
                <c:pt idx="345">
                  <c:v>7.6212838316217226</c:v>
                </c:pt>
                <c:pt idx="346">
                  <c:v>7.6094702471799121</c:v>
                </c:pt>
                <c:pt idx="347">
                  <c:v>7.6231818992010769</c:v>
                </c:pt>
                <c:pt idx="348">
                  <c:v>7.626051576885744</c:v>
                </c:pt>
                <c:pt idx="349">
                  <c:v>7.6108623272880482</c:v>
                </c:pt>
                <c:pt idx="350">
                  <c:v>7.6031759183355989</c:v>
                </c:pt>
                <c:pt idx="351">
                  <c:v>7.6057101906081339</c:v>
                </c:pt>
                <c:pt idx="352">
                  <c:v>7.6066966109406033</c:v>
                </c:pt>
                <c:pt idx="353">
                  <c:v>7.6149032947308415</c:v>
                </c:pt>
                <c:pt idx="354">
                  <c:v>7.6020243335841</c:v>
                </c:pt>
                <c:pt idx="355">
                  <c:v>7.6049665975905087</c:v>
                </c:pt>
                <c:pt idx="356">
                  <c:v>7.6116981585435814</c:v>
                </c:pt>
                <c:pt idx="357">
                  <c:v>7.6080839877166824</c:v>
                </c:pt>
                <c:pt idx="358">
                  <c:v>7.6059623043291591</c:v>
                </c:pt>
                <c:pt idx="359">
                  <c:v>7.6289069507136231</c:v>
                </c:pt>
                <c:pt idx="360">
                  <c:v>7.6159817469723894</c:v>
                </c:pt>
                <c:pt idx="361">
                  <c:v>7.6213528492188738</c:v>
                </c:pt>
                <c:pt idx="362">
                  <c:v>7.6395546187953141</c:v>
                </c:pt>
                <c:pt idx="363">
                  <c:v>7.6315666765459964</c:v>
                </c:pt>
                <c:pt idx="364">
                  <c:v>7.6136025012543502</c:v>
                </c:pt>
                <c:pt idx="365">
                  <c:v>7.6209573687343859</c:v>
                </c:pt>
                <c:pt idx="366">
                  <c:v>7.6123938985561139</c:v>
                </c:pt>
                <c:pt idx="367">
                  <c:v>7.6248419863832044</c:v>
                </c:pt>
                <c:pt idx="368">
                  <c:v>7.6352834688176108</c:v>
                </c:pt>
                <c:pt idx="369">
                  <c:v>7.6363493643611218</c:v>
                </c:pt>
                <c:pt idx="370">
                  <c:v>7.6301554323908372</c:v>
                </c:pt>
                <c:pt idx="371">
                  <c:v>7.6308331562364309</c:v>
                </c:pt>
                <c:pt idx="372">
                  <c:v>7.6398185652535666</c:v>
                </c:pt>
                <c:pt idx="373">
                  <c:v>7.6186895840225439</c:v>
                </c:pt>
                <c:pt idx="374">
                  <c:v>7.6167317896764244</c:v>
                </c:pt>
                <c:pt idx="375">
                  <c:v>7.6306265539094804</c:v>
                </c:pt>
                <c:pt idx="376">
                  <c:v>7.6147698703624931</c:v>
                </c:pt>
                <c:pt idx="377">
                  <c:v>7.6120591865375564</c:v>
                </c:pt>
                <c:pt idx="378">
                  <c:v>7.610082816965873</c:v>
                </c:pt>
                <c:pt idx="379">
                  <c:v>7.5984249084311841</c:v>
                </c:pt>
                <c:pt idx="380">
                  <c:v>7.5948883632965583</c:v>
                </c:pt>
                <c:pt idx="381">
                  <c:v>7.5927819225016746</c:v>
                </c:pt>
                <c:pt idx="382">
                  <c:v>7.6089808480640366</c:v>
                </c:pt>
                <c:pt idx="383">
                  <c:v>7.6326945270467634</c:v>
                </c:pt>
                <c:pt idx="384">
                  <c:v>7.6169140154385246</c:v>
                </c:pt>
                <c:pt idx="385">
                  <c:v>7.5994998593669925</c:v>
                </c:pt>
                <c:pt idx="386">
                  <c:v>7.6078827523525314</c:v>
                </c:pt>
                <c:pt idx="387">
                  <c:v>7.6114286255210839</c:v>
                </c:pt>
                <c:pt idx="388">
                  <c:v>7.6085349316431694</c:v>
                </c:pt>
                <c:pt idx="389">
                  <c:v>7.6282261476213877</c:v>
                </c:pt>
                <c:pt idx="390">
                  <c:v>7.6313911305289626</c:v>
                </c:pt>
                <c:pt idx="391">
                  <c:v>7.634486519888342</c:v>
                </c:pt>
                <c:pt idx="392">
                  <c:v>7.6415945794756839</c:v>
                </c:pt>
                <c:pt idx="393">
                  <c:v>7.6371756192239504</c:v>
                </c:pt>
                <c:pt idx="394">
                  <c:v>7.6346707630878985</c:v>
                </c:pt>
                <c:pt idx="395">
                  <c:v>7.6430620995177501</c:v>
                </c:pt>
                <c:pt idx="396">
                  <c:v>7.634191626518696</c:v>
                </c:pt>
                <c:pt idx="397">
                  <c:v>7.6290553047626606</c:v>
                </c:pt>
                <c:pt idx="398">
                  <c:v>7.6349812328765569</c:v>
                </c:pt>
                <c:pt idx="399">
                  <c:v>7.6466057267989926</c:v>
                </c:pt>
                <c:pt idx="400">
                  <c:v>7.645748212917221</c:v>
                </c:pt>
                <c:pt idx="401">
                  <c:v>7.6218820259592137</c:v>
                </c:pt>
                <c:pt idx="402">
                  <c:v>7.6349111534702185</c:v>
                </c:pt>
                <c:pt idx="403">
                  <c:v>7.6550821237975297</c:v>
                </c:pt>
                <c:pt idx="404">
                  <c:v>7.6503585208372522</c:v>
                </c:pt>
                <c:pt idx="405">
                  <c:v>7.6665134971520859</c:v>
                </c:pt>
                <c:pt idx="406">
                  <c:v>7.6762661759229136</c:v>
                </c:pt>
                <c:pt idx="407">
                  <c:v>7.642669342734707</c:v>
                </c:pt>
                <c:pt idx="408">
                  <c:v>7.6194330306392049</c:v>
                </c:pt>
                <c:pt idx="409">
                  <c:v>7.6182323094609794</c:v>
                </c:pt>
                <c:pt idx="410">
                  <c:v>7.6259648753392248</c:v>
                </c:pt>
                <c:pt idx="411">
                  <c:v>7.6272228344678341</c:v>
                </c:pt>
                <c:pt idx="412">
                  <c:v>7.6439385683023104</c:v>
                </c:pt>
                <c:pt idx="413">
                  <c:v>7.6606774978411165</c:v>
                </c:pt>
                <c:pt idx="414">
                  <c:v>7.6817112170912507</c:v>
                </c:pt>
                <c:pt idx="415">
                  <c:v>7.6614293745792015</c:v>
                </c:pt>
                <c:pt idx="416">
                  <c:v>7.6420572708729031</c:v>
                </c:pt>
                <c:pt idx="417">
                  <c:v>7.634567542364513</c:v>
                </c:pt>
                <c:pt idx="418">
                  <c:v>7.6059845496338259</c:v>
                </c:pt>
                <c:pt idx="419">
                  <c:v>7.6070362032594163</c:v>
                </c:pt>
                <c:pt idx="420">
                  <c:v>7.5927276753138342</c:v>
                </c:pt>
                <c:pt idx="421">
                  <c:v>7.6157118254242571</c:v>
                </c:pt>
                <c:pt idx="422">
                  <c:v>7.6305628421406606</c:v>
                </c:pt>
                <c:pt idx="423">
                  <c:v>7.619501629947889</c:v>
                </c:pt>
                <c:pt idx="424">
                  <c:v>7.6049403367165533</c:v>
                </c:pt>
                <c:pt idx="425">
                  <c:v>7.6270906231360422</c:v>
                </c:pt>
                <c:pt idx="426">
                  <c:v>7.6413321549439326</c:v>
                </c:pt>
                <c:pt idx="427">
                  <c:v>7.6237365497090925</c:v>
                </c:pt>
                <c:pt idx="428">
                  <c:v>7.6087387081097608</c:v>
                </c:pt>
                <c:pt idx="429">
                  <c:v>7.609173481969373</c:v>
                </c:pt>
                <c:pt idx="430">
                  <c:v>7.6220963617964088</c:v>
                </c:pt>
                <c:pt idx="431">
                  <c:v>7.5698229485305948</c:v>
                </c:pt>
                <c:pt idx="432">
                  <c:v>7.6710527056854385</c:v>
                </c:pt>
                <c:pt idx="433">
                  <c:v>7.6856926862171342</c:v>
                </c:pt>
                <c:pt idx="434">
                  <c:v>7.7146480296888535</c:v>
                </c:pt>
                <c:pt idx="435">
                  <c:v>7.7990014978073443</c:v>
                </c:pt>
                <c:pt idx="436">
                  <c:v>7.9502138084719656</c:v>
                </c:pt>
                <c:pt idx="437">
                  <c:v>7.7561233390344118</c:v>
                </c:pt>
                <c:pt idx="438">
                  <c:v>7.7219275618070755</c:v>
                </c:pt>
                <c:pt idx="439">
                  <c:v>7.7115935199831709</c:v>
                </c:pt>
                <c:pt idx="440">
                  <c:v>7.5766357431150748</c:v>
                </c:pt>
                <c:pt idx="441">
                  <c:v>7.6200254509870424</c:v>
                </c:pt>
                <c:pt idx="442">
                  <c:v>7.5746939450852366</c:v>
                </c:pt>
                <c:pt idx="443">
                  <c:v>7.6066371697361568</c:v>
                </c:pt>
                <c:pt idx="444">
                  <c:v>7.619757344167339</c:v>
                </c:pt>
                <c:pt idx="445">
                  <c:v>7.7230440702551642</c:v>
                </c:pt>
                <c:pt idx="446">
                  <c:v>7.77296945016663</c:v>
                </c:pt>
                <c:pt idx="447">
                  <c:v>7.6441132455663734</c:v>
                </c:pt>
                <c:pt idx="448">
                  <c:v>7.6489436987068933</c:v>
                </c:pt>
                <c:pt idx="449">
                  <c:v>7.7178903058700312</c:v>
                </c:pt>
                <c:pt idx="450">
                  <c:v>7.7331223254635377</c:v>
                </c:pt>
                <c:pt idx="451">
                  <c:v>7.644539767881561</c:v>
                </c:pt>
                <c:pt idx="452">
                  <c:v>7.6287457326854051</c:v>
                </c:pt>
                <c:pt idx="453">
                  <c:v>7.6381152431319093</c:v>
                </c:pt>
                <c:pt idx="454">
                  <c:v>7.6420732012283104</c:v>
                </c:pt>
                <c:pt idx="455">
                  <c:v>7.6647590601796889</c:v>
                </c:pt>
                <c:pt idx="456">
                  <c:v>7.7067822115840521</c:v>
                </c:pt>
                <c:pt idx="457">
                  <c:v>7.6521644362495937</c:v>
                </c:pt>
                <c:pt idx="458">
                  <c:v>7.6170027601633281</c:v>
                </c:pt>
                <c:pt idx="459">
                  <c:v>7.6115801505184661</c:v>
                </c:pt>
                <c:pt idx="460">
                  <c:v>7.6330876313309952</c:v>
                </c:pt>
                <c:pt idx="461">
                  <c:v>7.6456396445366579</c:v>
                </c:pt>
                <c:pt idx="462">
                  <c:v>7.6490457868338124</c:v>
                </c:pt>
                <c:pt idx="463">
                  <c:v>7.6238877078996641</c:v>
                </c:pt>
                <c:pt idx="464">
                  <c:v>7.6397643164569251</c:v>
                </c:pt>
                <c:pt idx="465">
                  <c:v>7.6706604283253315</c:v>
                </c:pt>
                <c:pt idx="466">
                  <c:v>7.620539091528415</c:v>
                </c:pt>
                <c:pt idx="467">
                  <c:v>7.6109026293818998</c:v>
                </c:pt>
                <c:pt idx="468">
                  <c:v>7.6082187827841627</c:v>
                </c:pt>
                <c:pt idx="469">
                  <c:v>7.6584489791547679</c:v>
                </c:pt>
                <c:pt idx="470">
                  <c:v>7.6639071288401581</c:v>
                </c:pt>
                <c:pt idx="471">
                  <c:v>7.632063091646514</c:v>
                </c:pt>
                <c:pt idx="472">
                  <c:v>7.6523652951541239</c:v>
                </c:pt>
                <c:pt idx="473">
                  <c:v>7.6255246572943278</c:v>
                </c:pt>
                <c:pt idx="474">
                  <c:v>7.6207232671582954</c:v>
                </c:pt>
                <c:pt idx="475">
                  <c:v>7.6401524591964103</c:v>
                </c:pt>
                <c:pt idx="476">
                  <c:v>7.6059625549000396</c:v>
                </c:pt>
                <c:pt idx="477">
                  <c:v>7.6178271745568997</c:v>
                </c:pt>
                <c:pt idx="478">
                  <c:v>7.6245316501250953</c:v>
                </c:pt>
                <c:pt idx="479">
                  <c:v>7.6234710427130956</c:v>
                </c:pt>
                <c:pt idx="480">
                  <c:v>7.654083437557949</c:v>
                </c:pt>
                <c:pt idx="481">
                  <c:v>7.6388065838759234</c:v>
                </c:pt>
                <c:pt idx="482">
                  <c:v>7.6370003402680151</c:v>
                </c:pt>
                <c:pt idx="483">
                  <c:v>7.644327389956155</c:v>
                </c:pt>
                <c:pt idx="484">
                  <c:v>7.6280468563137669</c:v>
                </c:pt>
                <c:pt idx="485">
                  <c:v>7.6211623236482948</c:v>
                </c:pt>
                <c:pt idx="486">
                  <c:v>7.6177963692200636</c:v>
                </c:pt>
                <c:pt idx="487">
                  <c:v>7.6172177813500896</c:v>
                </c:pt>
                <c:pt idx="488">
                  <c:v>7.6268756534309379</c:v>
                </c:pt>
                <c:pt idx="489">
                  <c:v>7.6511066458495431</c:v>
                </c:pt>
                <c:pt idx="490">
                  <c:v>7.6546738420771323</c:v>
                </c:pt>
                <c:pt idx="491">
                  <c:v>7.6517362890445897</c:v>
                </c:pt>
                <c:pt idx="492">
                  <c:v>7.6317540858674917</c:v>
                </c:pt>
                <c:pt idx="493">
                  <c:v>7.6425913737643496</c:v>
                </c:pt>
                <c:pt idx="494">
                  <c:v>7.6458579428526825</c:v>
                </c:pt>
                <c:pt idx="495">
                  <c:v>7.630216425284619</c:v>
                </c:pt>
                <c:pt idx="496">
                  <c:v>7.6211956145839093</c:v>
                </c:pt>
                <c:pt idx="497">
                  <c:v>7.6305240281884723</c:v>
                </c:pt>
                <c:pt idx="498">
                  <c:v>7.6322118607664153</c:v>
                </c:pt>
                <c:pt idx="499">
                  <c:v>7.6465247654572899</c:v>
                </c:pt>
                <c:pt idx="500">
                  <c:v>7.6611022343863082</c:v>
                </c:pt>
                <c:pt idx="501">
                  <c:v>7.659329045220149</c:v>
                </c:pt>
                <c:pt idx="502">
                  <c:v>7.6570172099062646</c:v>
                </c:pt>
                <c:pt idx="503">
                  <c:v>7.6753766179269221</c:v>
                </c:pt>
                <c:pt idx="504">
                  <c:v>7.6919645614169481</c:v>
                </c:pt>
                <c:pt idx="505">
                  <c:v>7.7250128961552154</c:v>
                </c:pt>
                <c:pt idx="506">
                  <c:v>7.7316431416084326</c:v>
                </c:pt>
                <c:pt idx="507">
                  <c:v>7.7598313054193602</c:v>
                </c:pt>
                <c:pt idx="508">
                  <c:v>7.8554284576393982</c:v>
                </c:pt>
                <c:pt idx="509">
                  <c:v>7.9654604617266305</c:v>
                </c:pt>
                <c:pt idx="510">
                  <c:v>8.0428889776432673</c:v>
                </c:pt>
                <c:pt idx="511">
                  <c:v>8.1398231213802603</c:v>
                </c:pt>
                <c:pt idx="512">
                  <c:v>8.2461245071532208</c:v>
                </c:pt>
                <c:pt idx="513">
                  <c:v>8.3024409616073473</c:v>
                </c:pt>
                <c:pt idx="514">
                  <c:v>8.3489786811367175</c:v>
                </c:pt>
                <c:pt idx="515">
                  <c:v>8.3388512094637282</c:v>
                </c:pt>
                <c:pt idx="516">
                  <c:v>8.3256899237113906</c:v>
                </c:pt>
                <c:pt idx="517">
                  <c:v>8.2396990814745603</c:v>
                </c:pt>
                <c:pt idx="518">
                  <c:v>8.1536529994191831</c:v>
                </c:pt>
                <c:pt idx="519">
                  <c:v>8.0981187572698534</c:v>
                </c:pt>
                <c:pt idx="520">
                  <c:v>8.0632949681724941</c:v>
                </c:pt>
                <c:pt idx="521">
                  <c:v>8.0115517065809101</c:v>
                </c:pt>
                <c:pt idx="522">
                  <c:v>7.9558173294878598</c:v>
                </c:pt>
                <c:pt idx="523">
                  <c:v>7.9404458332136372</c:v>
                </c:pt>
                <c:pt idx="524">
                  <c:v>7.9198113413473799</c:v>
                </c:pt>
                <c:pt idx="525">
                  <c:v>7.8996214193348839</c:v>
                </c:pt>
                <c:pt idx="526">
                  <c:v>7.8970873891870186</c:v>
                </c:pt>
                <c:pt idx="527">
                  <c:v>7.9075806637777202</c:v>
                </c:pt>
                <c:pt idx="528">
                  <c:v>7.9324137937070267</c:v>
                </c:pt>
                <c:pt idx="529">
                  <c:v>7.9803576832306842</c:v>
                </c:pt>
                <c:pt idx="530">
                  <c:v>8.0098875362598196</c:v>
                </c:pt>
                <c:pt idx="531">
                  <c:v>8.0295962592192058</c:v>
                </c:pt>
                <c:pt idx="532">
                  <c:v>8.0470310373646647</c:v>
                </c:pt>
                <c:pt idx="533">
                  <c:v>8.0663135951628657</c:v>
                </c:pt>
                <c:pt idx="534">
                  <c:v>8.1067583060763688</c:v>
                </c:pt>
                <c:pt idx="535">
                  <c:v>8.1611363731604687</c:v>
                </c:pt>
                <c:pt idx="536">
                  <c:v>8.2007482138181498</c:v>
                </c:pt>
                <c:pt idx="537">
                  <c:v>8.2512528009882811</c:v>
                </c:pt>
                <c:pt idx="538">
                  <c:v>8.3473869712486266</c:v>
                </c:pt>
                <c:pt idx="539">
                  <c:v>8.4116236727899985</c:v>
                </c:pt>
                <c:pt idx="540">
                  <c:v>8.479089046484539</c:v>
                </c:pt>
                <c:pt idx="541">
                  <c:v>8.5608879432738014</c:v>
                </c:pt>
                <c:pt idx="542">
                  <c:v>8.6788456000223206</c:v>
                </c:pt>
                <c:pt idx="543">
                  <c:v>8.823033264255244</c:v>
                </c:pt>
                <c:pt idx="544">
                  <c:v>8.9392603136036044</c:v>
                </c:pt>
                <c:pt idx="545">
                  <c:v>9.0817696758004374</c:v>
                </c:pt>
                <c:pt idx="546">
                  <c:v>9.2468323284628564</c:v>
                </c:pt>
                <c:pt idx="547">
                  <c:v>9.3870370627778641</c:v>
                </c:pt>
                <c:pt idx="548">
                  <c:v>9.492249096677094</c:v>
                </c:pt>
                <c:pt idx="549">
                  <c:v>9.6243510299471886</c:v>
                </c:pt>
                <c:pt idx="550">
                  <c:v>9.7120251164592286</c:v>
                </c:pt>
                <c:pt idx="551">
                  <c:v>9.784457955290657</c:v>
                </c:pt>
                <c:pt idx="552">
                  <c:v>9.7654216857421545</c:v>
                </c:pt>
                <c:pt idx="553">
                  <c:v>9.7008268263092248</c:v>
                </c:pt>
                <c:pt idx="554">
                  <c:v>9.7014822907731357</c:v>
                </c:pt>
                <c:pt idx="555">
                  <c:v>9.615918540367332</c:v>
                </c:pt>
                <c:pt idx="556">
                  <c:v>9.3504636695487111</c:v>
                </c:pt>
                <c:pt idx="557">
                  <c:v>9.1630294566718522</c:v>
                </c:pt>
                <c:pt idx="558">
                  <c:v>9.0390445333841534</c:v>
                </c:pt>
                <c:pt idx="559">
                  <c:v>8.929097010696962</c:v>
                </c:pt>
                <c:pt idx="560">
                  <c:v>8.7615048582725414</c:v>
                </c:pt>
                <c:pt idx="561">
                  <c:v>8.5503488242670524</c:v>
                </c:pt>
                <c:pt idx="562">
                  <c:v>8.4005638682988</c:v>
                </c:pt>
                <c:pt idx="563">
                  <c:v>8.2599007927866364</c:v>
                </c:pt>
                <c:pt idx="564">
                  <c:v>8.0648677328106082</c:v>
                </c:pt>
                <c:pt idx="565">
                  <c:v>7.8955609580406989</c:v>
                </c:pt>
                <c:pt idx="566">
                  <c:v>7.8439044945237422</c:v>
                </c:pt>
                <c:pt idx="567">
                  <c:v>7.8724089358978198</c:v>
                </c:pt>
                <c:pt idx="568">
                  <c:v>7.9476842314874778</c:v>
                </c:pt>
                <c:pt idx="569">
                  <c:v>7.8860274045100187</c:v>
                </c:pt>
                <c:pt idx="570">
                  <c:v>7.7138060343092292</c:v>
                </c:pt>
                <c:pt idx="571">
                  <c:v>7.6643415696777977</c:v>
                </c:pt>
                <c:pt idx="572">
                  <c:v>7.7673543071665447</c:v>
                </c:pt>
                <c:pt idx="573">
                  <c:v>7.6846292682283934</c:v>
                </c:pt>
                <c:pt idx="574">
                  <c:v>7.6642243845548021</c:v>
                </c:pt>
                <c:pt idx="575">
                  <c:v>7.6815695009584335</c:v>
                </c:pt>
                <c:pt idx="576">
                  <c:v>7.7450268538622105</c:v>
                </c:pt>
                <c:pt idx="577">
                  <c:v>7.771951567703991</c:v>
                </c:pt>
                <c:pt idx="578">
                  <c:v>7.7744504873614071</c:v>
                </c:pt>
                <c:pt idx="579">
                  <c:v>7.6841154362396065</c:v>
                </c:pt>
                <c:pt idx="580">
                  <c:v>7.87614709627492</c:v>
                </c:pt>
                <c:pt idx="581">
                  <c:v>7.8817690992058749</c:v>
                </c:pt>
                <c:pt idx="582">
                  <c:v>7.6329492293298822</c:v>
                </c:pt>
                <c:pt idx="583">
                  <c:v>8.0378500559657091</c:v>
                </c:pt>
                <c:pt idx="584">
                  <c:v>8.0759163657821187</c:v>
                </c:pt>
                <c:pt idx="585">
                  <c:v>9.365603189474017</c:v>
                </c:pt>
                <c:pt idx="586">
                  <c:v>8.5867393546485928</c:v>
                </c:pt>
                <c:pt idx="587">
                  <c:v>7.8653913681940333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57AB-4D59-AD3D-6260AFD7ADF0}"/>
            </c:ext>
          </c:extLst>
        </c:ser>
        <c:ser>
          <c:idx val="3"/>
          <c:order val="3"/>
          <c:tx>
            <c:strRef>
              <c:f>'Fully separated 1%'!$E$1</c:f>
              <c:strCache>
                <c:ptCount val="1"/>
                <c:pt idx="0">
                  <c:v>1G_13/O-PTIR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1%'!$A$2:$A$589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1%'!$E$2:$E$589</c:f>
              <c:numCache>
                <c:formatCode>General</c:formatCode>
                <c:ptCount val="588"/>
                <c:pt idx="0">
                  <c:v>7.1810603606479528</c:v>
                </c:pt>
                <c:pt idx="1">
                  <c:v>7.2310050790650475</c:v>
                </c:pt>
                <c:pt idx="2">
                  <c:v>7.2719380706052688</c:v>
                </c:pt>
                <c:pt idx="3">
                  <c:v>7.3790069609944107</c:v>
                </c:pt>
                <c:pt idx="4">
                  <c:v>7.3488458700064427</c:v>
                </c:pt>
                <c:pt idx="5">
                  <c:v>7.4487972176924133</c:v>
                </c:pt>
                <c:pt idx="6">
                  <c:v>7.3568092567198873</c:v>
                </c:pt>
                <c:pt idx="7">
                  <c:v>7.3871511906245528</c:v>
                </c:pt>
                <c:pt idx="8">
                  <c:v>7.3995385686032416</c:v>
                </c:pt>
                <c:pt idx="9">
                  <c:v>7.3885936473339697</c:v>
                </c:pt>
                <c:pt idx="10">
                  <c:v>7.4198526556946129</c:v>
                </c:pt>
                <c:pt idx="11">
                  <c:v>7.436244176170093</c:v>
                </c:pt>
                <c:pt idx="12">
                  <c:v>7.4189260056962905</c:v>
                </c:pt>
                <c:pt idx="13">
                  <c:v>7.4839017845395563</c:v>
                </c:pt>
                <c:pt idx="14">
                  <c:v>7.4656738914722345</c:v>
                </c:pt>
                <c:pt idx="15">
                  <c:v>7.4638086949929576</c:v>
                </c:pt>
                <c:pt idx="16">
                  <c:v>7.4554363149874749</c:v>
                </c:pt>
                <c:pt idx="17">
                  <c:v>7.4323319165011563</c:v>
                </c:pt>
                <c:pt idx="18">
                  <c:v>7.4388275065876623</c:v>
                </c:pt>
                <c:pt idx="19">
                  <c:v>7.424994137347837</c:v>
                </c:pt>
                <c:pt idx="20">
                  <c:v>7.4496943271477196</c:v>
                </c:pt>
                <c:pt idx="21">
                  <c:v>7.4783065636674531</c:v>
                </c:pt>
                <c:pt idx="22">
                  <c:v>7.4881058172186572</c:v>
                </c:pt>
                <c:pt idx="23">
                  <c:v>7.4857237114024873</c:v>
                </c:pt>
                <c:pt idx="24">
                  <c:v>7.4842307908784935</c:v>
                </c:pt>
                <c:pt idx="25">
                  <c:v>7.4730043279772378</c:v>
                </c:pt>
                <c:pt idx="26">
                  <c:v>7.4654617286590943</c:v>
                </c:pt>
                <c:pt idx="27">
                  <c:v>7.4618400830658693</c:v>
                </c:pt>
                <c:pt idx="28">
                  <c:v>7.4444902773671684</c:v>
                </c:pt>
                <c:pt idx="29">
                  <c:v>7.4441327727071878</c:v>
                </c:pt>
                <c:pt idx="30">
                  <c:v>7.4381157201702237</c:v>
                </c:pt>
                <c:pt idx="31">
                  <c:v>7.4470570059463252</c:v>
                </c:pt>
                <c:pt idx="32">
                  <c:v>7.4611568727777948</c:v>
                </c:pt>
                <c:pt idx="33">
                  <c:v>7.4556701126087876</c:v>
                </c:pt>
                <c:pt idx="34">
                  <c:v>7.4589280247812457</c:v>
                </c:pt>
                <c:pt idx="35">
                  <c:v>7.4456237521183528</c:v>
                </c:pt>
                <c:pt idx="36">
                  <c:v>7.4498762921422967</c:v>
                </c:pt>
                <c:pt idx="37">
                  <c:v>7.441346424001682</c:v>
                </c:pt>
                <c:pt idx="38">
                  <c:v>7.4330595840062532</c:v>
                </c:pt>
                <c:pt idx="39">
                  <c:v>7.4539174310556042</c:v>
                </c:pt>
                <c:pt idx="40">
                  <c:v>7.4670962275643396</c:v>
                </c:pt>
                <c:pt idx="41">
                  <c:v>7.4808807905115655</c:v>
                </c:pt>
                <c:pt idx="42">
                  <c:v>7.4919157057093422</c:v>
                </c:pt>
                <c:pt idx="43">
                  <c:v>7.5140440643423378</c:v>
                </c:pt>
                <c:pt idx="44">
                  <c:v>7.5341243359919865</c:v>
                </c:pt>
                <c:pt idx="45">
                  <c:v>7.5827039442888502</c:v>
                </c:pt>
                <c:pt idx="46">
                  <c:v>7.6156667429352014</c:v>
                </c:pt>
                <c:pt idx="47">
                  <c:v>7.6300113374093765</c:v>
                </c:pt>
                <c:pt idx="48">
                  <c:v>7.6160982596883313</c:v>
                </c:pt>
                <c:pt idx="49">
                  <c:v>7.5648132724810031</c:v>
                </c:pt>
                <c:pt idx="50">
                  <c:v>7.5070296524723323</c:v>
                </c:pt>
                <c:pt idx="51">
                  <c:v>7.4759298471012459</c:v>
                </c:pt>
                <c:pt idx="52">
                  <c:v>7.4655929298675447</c:v>
                </c:pt>
                <c:pt idx="53">
                  <c:v>7.4544693131848119</c:v>
                </c:pt>
                <c:pt idx="54">
                  <c:v>7.4338097934007275</c:v>
                </c:pt>
                <c:pt idx="55">
                  <c:v>7.433299690244259</c:v>
                </c:pt>
                <c:pt idx="56">
                  <c:v>7.4390820503642283</c:v>
                </c:pt>
                <c:pt idx="57">
                  <c:v>7.4509976779376359</c:v>
                </c:pt>
                <c:pt idx="58">
                  <c:v>7.4457579182333173</c:v>
                </c:pt>
                <c:pt idx="59">
                  <c:v>7.4567843154676261</c:v>
                </c:pt>
                <c:pt idx="60">
                  <c:v>7.4600197983680108</c:v>
                </c:pt>
                <c:pt idx="61">
                  <c:v>7.465981922326133</c:v>
                </c:pt>
                <c:pt idx="62">
                  <c:v>7.4724737980891458</c:v>
                </c:pt>
                <c:pt idx="63">
                  <c:v>7.4776970296681977</c:v>
                </c:pt>
                <c:pt idx="64">
                  <c:v>7.489276725962176</c:v>
                </c:pt>
                <c:pt idx="65">
                  <c:v>7.4871356785121401</c:v>
                </c:pt>
                <c:pt idx="66">
                  <c:v>7.4969892013190531</c:v>
                </c:pt>
                <c:pt idx="67">
                  <c:v>7.5150506419137271</c:v>
                </c:pt>
                <c:pt idx="68">
                  <c:v>7.5189402306952813</c:v>
                </c:pt>
                <c:pt idx="69">
                  <c:v>7.5143141820684551</c:v>
                </c:pt>
                <c:pt idx="70">
                  <c:v>7.5033035021148144</c:v>
                </c:pt>
                <c:pt idx="71">
                  <c:v>7.4834993107657102</c:v>
                </c:pt>
                <c:pt idx="72">
                  <c:v>7.4652672078587523</c:v>
                </c:pt>
                <c:pt idx="73">
                  <c:v>7.4530234994558988</c:v>
                </c:pt>
                <c:pt idx="74">
                  <c:v>7.4620413486190156</c:v>
                </c:pt>
                <c:pt idx="75">
                  <c:v>7.4583314438197066</c:v>
                </c:pt>
                <c:pt idx="76">
                  <c:v>7.4470309401590793</c:v>
                </c:pt>
                <c:pt idx="77">
                  <c:v>7.4372608811086254</c:v>
                </c:pt>
                <c:pt idx="78">
                  <c:v>7.4343580164913021</c:v>
                </c:pt>
                <c:pt idx="79">
                  <c:v>7.4322423406963924</c:v>
                </c:pt>
                <c:pt idx="80">
                  <c:v>7.4320639896935266</c:v>
                </c:pt>
                <c:pt idx="81">
                  <c:v>7.4355766954482103</c:v>
                </c:pt>
                <c:pt idx="82">
                  <c:v>7.4278663557249631</c:v>
                </c:pt>
                <c:pt idx="83">
                  <c:v>7.4273855330679144</c:v>
                </c:pt>
                <c:pt idx="84">
                  <c:v>7.4192078540504625</c:v>
                </c:pt>
                <c:pt idx="85">
                  <c:v>7.4323310237530622</c:v>
                </c:pt>
                <c:pt idx="86">
                  <c:v>7.4377030657919638</c:v>
                </c:pt>
                <c:pt idx="87">
                  <c:v>7.4361989900119676</c:v>
                </c:pt>
                <c:pt idx="88">
                  <c:v>7.4376045276972729</c:v>
                </c:pt>
                <c:pt idx="89">
                  <c:v>7.4346649211721454</c:v>
                </c:pt>
                <c:pt idx="90">
                  <c:v>7.4379388741440762</c:v>
                </c:pt>
                <c:pt idx="91">
                  <c:v>7.4252076208548319</c:v>
                </c:pt>
                <c:pt idx="92">
                  <c:v>7.4180111538964049</c:v>
                </c:pt>
                <c:pt idx="93">
                  <c:v>7.4293567618116638</c:v>
                </c:pt>
                <c:pt idx="94">
                  <c:v>7.4272808296876454</c:v>
                </c:pt>
                <c:pt idx="95">
                  <c:v>7.4167674001845389</c:v>
                </c:pt>
                <c:pt idx="96">
                  <c:v>7.4134515863363744</c:v>
                </c:pt>
                <c:pt idx="97">
                  <c:v>7.4047753781500747</c:v>
                </c:pt>
                <c:pt idx="98">
                  <c:v>7.4084165387866454</c:v>
                </c:pt>
                <c:pt idx="99">
                  <c:v>7.4158688697035959</c:v>
                </c:pt>
                <c:pt idx="100">
                  <c:v>7.4216847877330059</c:v>
                </c:pt>
                <c:pt idx="101">
                  <c:v>7.4216686343162284</c:v>
                </c:pt>
                <c:pt idx="102">
                  <c:v>7.4193927675708551</c:v>
                </c:pt>
                <c:pt idx="103">
                  <c:v>7.4170250972456575</c:v>
                </c:pt>
                <c:pt idx="104">
                  <c:v>7.4273211937775105</c:v>
                </c:pt>
                <c:pt idx="105">
                  <c:v>7.4383151674657828</c:v>
                </c:pt>
                <c:pt idx="106">
                  <c:v>7.4560052289484435</c:v>
                </c:pt>
                <c:pt idx="107">
                  <c:v>7.4770713197287044</c:v>
                </c:pt>
                <c:pt idx="108">
                  <c:v>7.5003567699856326</c:v>
                </c:pt>
                <c:pt idx="109">
                  <c:v>7.4959922392179621</c:v>
                </c:pt>
                <c:pt idx="110">
                  <c:v>7.4860270082343812</c:v>
                </c:pt>
                <c:pt idx="111">
                  <c:v>7.4742525372392263</c:v>
                </c:pt>
                <c:pt idx="112">
                  <c:v>7.4502302176195521</c:v>
                </c:pt>
                <c:pt idx="113">
                  <c:v>7.4376481290227723</c:v>
                </c:pt>
                <c:pt idx="114">
                  <c:v>7.4487912141662385</c:v>
                </c:pt>
                <c:pt idx="115">
                  <c:v>7.4451722222462475</c:v>
                </c:pt>
                <c:pt idx="116">
                  <c:v>7.4402823256058372</c:v>
                </c:pt>
                <c:pt idx="117">
                  <c:v>7.4340726196682141</c:v>
                </c:pt>
                <c:pt idx="118">
                  <c:v>7.4380778479941903</c:v>
                </c:pt>
                <c:pt idx="119">
                  <c:v>7.4486315473981426</c:v>
                </c:pt>
                <c:pt idx="120">
                  <c:v>7.4536237087422617</c:v>
                </c:pt>
                <c:pt idx="121">
                  <c:v>7.4653620029637278</c:v>
                </c:pt>
                <c:pt idx="122">
                  <c:v>7.4916107462365016</c:v>
                </c:pt>
                <c:pt idx="123">
                  <c:v>7.4895684907819913</c:v>
                </c:pt>
                <c:pt idx="124">
                  <c:v>7.4792755721057409</c:v>
                </c:pt>
                <c:pt idx="125">
                  <c:v>7.4582845868302856</c:v>
                </c:pt>
                <c:pt idx="126">
                  <c:v>7.46423146854801</c:v>
                </c:pt>
                <c:pt idx="127">
                  <c:v>7.4790381502547794</c:v>
                </c:pt>
                <c:pt idx="128">
                  <c:v>7.4937391723579774</c:v>
                </c:pt>
                <c:pt idx="129">
                  <c:v>7.483043190202717</c:v>
                </c:pt>
                <c:pt idx="130">
                  <c:v>7.4693373774658198</c:v>
                </c:pt>
                <c:pt idx="131">
                  <c:v>7.4639054803528593</c:v>
                </c:pt>
                <c:pt idx="132">
                  <c:v>7.4441322321441215</c:v>
                </c:pt>
                <c:pt idx="133">
                  <c:v>7.4308172587896211</c:v>
                </c:pt>
                <c:pt idx="134">
                  <c:v>7.4405870147971447</c:v>
                </c:pt>
                <c:pt idx="135">
                  <c:v>7.443600621129896</c:v>
                </c:pt>
                <c:pt idx="136">
                  <c:v>7.4318666780315956</c:v>
                </c:pt>
                <c:pt idx="137">
                  <c:v>7.4081887835956675</c:v>
                </c:pt>
                <c:pt idx="138">
                  <c:v>7.4155795916786449</c:v>
                </c:pt>
                <c:pt idx="139">
                  <c:v>7.4145673207905665</c:v>
                </c:pt>
                <c:pt idx="140">
                  <c:v>7.4136419658912569</c:v>
                </c:pt>
                <c:pt idx="141">
                  <c:v>7.4127927996704734</c:v>
                </c:pt>
                <c:pt idx="142">
                  <c:v>7.4293210150313227</c:v>
                </c:pt>
                <c:pt idx="143">
                  <c:v>7.4294389069218543</c:v>
                </c:pt>
                <c:pt idx="144">
                  <c:v>7.4351899717164303</c:v>
                </c:pt>
                <c:pt idx="145">
                  <c:v>7.4334876014325646</c:v>
                </c:pt>
                <c:pt idx="146">
                  <c:v>7.4168954665367224</c:v>
                </c:pt>
                <c:pt idx="147">
                  <c:v>7.4205430018246794</c:v>
                </c:pt>
                <c:pt idx="148">
                  <c:v>7.4260018165212323</c:v>
                </c:pt>
                <c:pt idx="149">
                  <c:v>7.4322378933366204</c:v>
                </c:pt>
                <c:pt idx="150">
                  <c:v>7.4337721730779416</c:v>
                </c:pt>
                <c:pt idx="151">
                  <c:v>7.4662085001543721</c:v>
                </c:pt>
                <c:pt idx="152">
                  <c:v>7.4682694746526375</c:v>
                </c:pt>
                <c:pt idx="153">
                  <c:v>7.4491013663206544</c:v>
                </c:pt>
                <c:pt idx="154">
                  <c:v>7.4454842499906961</c:v>
                </c:pt>
                <c:pt idx="155">
                  <c:v>7.4246418437977173</c:v>
                </c:pt>
                <c:pt idx="156">
                  <c:v>7.4271067519996254</c:v>
                </c:pt>
                <c:pt idx="157">
                  <c:v>7.426727215299521</c:v>
                </c:pt>
                <c:pt idx="158">
                  <c:v>7.4540716921930379</c:v>
                </c:pt>
                <c:pt idx="159">
                  <c:v>7.449511862541824</c:v>
                </c:pt>
                <c:pt idx="160">
                  <c:v>7.4276739767010111</c:v>
                </c:pt>
                <c:pt idx="161">
                  <c:v>7.431978332970993</c:v>
                </c:pt>
                <c:pt idx="162">
                  <c:v>7.4331692445955495</c:v>
                </c:pt>
                <c:pt idx="163">
                  <c:v>7.4658960465117499</c:v>
                </c:pt>
                <c:pt idx="164">
                  <c:v>7.4635898816160333</c:v>
                </c:pt>
                <c:pt idx="165">
                  <c:v>7.4512751383120701</c:v>
                </c:pt>
                <c:pt idx="166">
                  <c:v>7.4343161515198934</c:v>
                </c:pt>
                <c:pt idx="167">
                  <c:v>7.4323660968771579</c:v>
                </c:pt>
                <c:pt idx="168">
                  <c:v>7.4503988896769098</c:v>
                </c:pt>
                <c:pt idx="169">
                  <c:v>7.467373679748424</c:v>
                </c:pt>
                <c:pt idx="170">
                  <c:v>7.4613146967172561</c:v>
                </c:pt>
                <c:pt idx="171">
                  <c:v>7.4641198504651856</c:v>
                </c:pt>
                <c:pt idx="172">
                  <c:v>7.4670006461858138</c:v>
                </c:pt>
                <c:pt idx="173">
                  <c:v>7.4757017212969537</c:v>
                </c:pt>
                <c:pt idx="174">
                  <c:v>7.4755641152352039</c:v>
                </c:pt>
                <c:pt idx="175">
                  <c:v>7.463074049310098</c:v>
                </c:pt>
                <c:pt idx="176">
                  <c:v>7.4604043066102541</c:v>
                </c:pt>
                <c:pt idx="177">
                  <c:v>7.4663369371198698</c:v>
                </c:pt>
                <c:pt idx="178">
                  <c:v>7.4752604907893296</c:v>
                </c:pt>
                <c:pt idx="179">
                  <c:v>7.4688878173727673</c:v>
                </c:pt>
                <c:pt idx="180">
                  <c:v>7.4601369531270887</c:v>
                </c:pt>
                <c:pt idx="181">
                  <c:v>7.4650042198318634</c:v>
                </c:pt>
                <c:pt idx="182">
                  <c:v>7.4590706433368821</c:v>
                </c:pt>
                <c:pt idx="183">
                  <c:v>7.4581530498175059</c:v>
                </c:pt>
                <c:pt idx="184">
                  <c:v>7.4646187737946033</c:v>
                </c:pt>
                <c:pt idx="185">
                  <c:v>7.4697007341305106</c:v>
                </c:pt>
                <c:pt idx="186">
                  <c:v>7.4565620621439166</c:v>
                </c:pt>
                <c:pt idx="187">
                  <c:v>7.4417593404711253</c:v>
                </c:pt>
                <c:pt idx="188">
                  <c:v>7.4474330248913239</c:v>
                </c:pt>
                <c:pt idx="189">
                  <c:v>7.4533829738949322</c:v>
                </c:pt>
                <c:pt idx="190">
                  <c:v>7.4510417133516595</c:v>
                </c:pt>
                <c:pt idx="191">
                  <c:v>7.4601093188879162</c:v>
                </c:pt>
                <c:pt idx="192">
                  <c:v>7.4595672447022201</c:v>
                </c:pt>
                <c:pt idx="193">
                  <c:v>7.4658759760603299</c:v>
                </c:pt>
                <c:pt idx="194">
                  <c:v>7.4547884419622665</c:v>
                </c:pt>
                <c:pt idx="195">
                  <c:v>7.4548043926678949</c:v>
                </c:pt>
                <c:pt idx="196">
                  <c:v>7.4587187572566496</c:v>
                </c:pt>
                <c:pt idx="197">
                  <c:v>7.4571569354175873</c:v>
                </c:pt>
                <c:pt idx="198">
                  <c:v>7.4436441896939982</c:v>
                </c:pt>
                <c:pt idx="199">
                  <c:v>7.4429678756801927</c:v>
                </c:pt>
                <c:pt idx="200">
                  <c:v>7.4295603534240646</c:v>
                </c:pt>
                <c:pt idx="201">
                  <c:v>7.4327684969378582</c:v>
                </c:pt>
                <c:pt idx="202">
                  <c:v>7.4365784570941011</c:v>
                </c:pt>
                <c:pt idx="203">
                  <c:v>7.437694130120672</c:v>
                </c:pt>
                <c:pt idx="204">
                  <c:v>7.4440598294546465</c:v>
                </c:pt>
                <c:pt idx="205">
                  <c:v>7.4417702418262932</c:v>
                </c:pt>
                <c:pt idx="206">
                  <c:v>7.4426608563344558</c:v>
                </c:pt>
                <c:pt idx="207">
                  <c:v>7.4497703049247459</c:v>
                </c:pt>
                <c:pt idx="208">
                  <c:v>7.4462166023757002</c:v>
                </c:pt>
                <c:pt idx="209">
                  <c:v>7.4445961130632536</c:v>
                </c:pt>
                <c:pt idx="210">
                  <c:v>7.4475229713094029</c:v>
                </c:pt>
                <c:pt idx="211">
                  <c:v>7.4594563268942773</c:v>
                </c:pt>
                <c:pt idx="212">
                  <c:v>7.4609931804529257</c:v>
                </c:pt>
                <c:pt idx="213">
                  <c:v>7.4605461470826899</c:v>
                </c:pt>
                <c:pt idx="214">
                  <c:v>7.4741357264748265</c:v>
                </c:pt>
                <c:pt idx="215">
                  <c:v>7.4777828317694359</c:v>
                </c:pt>
                <c:pt idx="216">
                  <c:v>7.4777261545509779</c:v>
                </c:pt>
                <c:pt idx="217">
                  <c:v>7.4880942524451797</c:v>
                </c:pt>
                <c:pt idx="218">
                  <c:v>7.486998465587166</c:v>
                </c:pt>
                <c:pt idx="219">
                  <c:v>7.4712173329548737</c:v>
                </c:pt>
                <c:pt idx="220">
                  <c:v>7.4592005422797634</c:v>
                </c:pt>
                <c:pt idx="221">
                  <c:v>7.4536147403095718</c:v>
                </c:pt>
                <c:pt idx="222">
                  <c:v>7.4456074451325218</c:v>
                </c:pt>
                <c:pt idx="223">
                  <c:v>7.4347474553239374</c:v>
                </c:pt>
                <c:pt idx="224">
                  <c:v>7.4310843235629678</c:v>
                </c:pt>
                <c:pt idx="225">
                  <c:v>7.4280153873242485</c:v>
                </c:pt>
                <c:pt idx="226">
                  <c:v>7.4375577689920451</c:v>
                </c:pt>
                <c:pt idx="227">
                  <c:v>7.4368446966897359</c:v>
                </c:pt>
                <c:pt idx="228">
                  <c:v>7.4330086686986601</c:v>
                </c:pt>
                <c:pt idx="229">
                  <c:v>7.4207714961946989</c:v>
                </c:pt>
                <c:pt idx="230">
                  <c:v>7.4128771008901673</c:v>
                </c:pt>
                <c:pt idx="231">
                  <c:v>7.4214222829367369</c:v>
                </c:pt>
                <c:pt idx="232">
                  <c:v>7.4254636900839897</c:v>
                </c:pt>
                <c:pt idx="233">
                  <c:v>7.4270774694526178</c:v>
                </c:pt>
                <c:pt idx="234">
                  <c:v>7.4242303442587358</c:v>
                </c:pt>
                <c:pt idx="235">
                  <c:v>7.42634318004996</c:v>
                </c:pt>
                <c:pt idx="236">
                  <c:v>7.4330193796282034</c:v>
                </c:pt>
                <c:pt idx="237">
                  <c:v>7.4266986801219037</c:v>
                </c:pt>
                <c:pt idx="238">
                  <c:v>7.4261028854339157</c:v>
                </c:pt>
                <c:pt idx="239">
                  <c:v>7.4294707878572375</c:v>
                </c:pt>
                <c:pt idx="240">
                  <c:v>7.4335132699878601</c:v>
                </c:pt>
                <c:pt idx="241">
                  <c:v>7.436817213972029</c:v>
                </c:pt>
                <c:pt idx="242">
                  <c:v>7.4429344836253293</c:v>
                </c:pt>
                <c:pt idx="243">
                  <c:v>7.4402555677340594</c:v>
                </c:pt>
                <c:pt idx="244">
                  <c:v>7.4431605495567252</c:v>
                </c:pt>
                <c:pt idx="245">
                  <c:v>7.4577010899520531</c:v>
                </c:pt>
                <c:pt idx="246">
                  <c:v>7.450112276586923</c:v>
                </c:pt>
                <c:pt idx="247">
                  <c:v>7.4555158105196062</c:v>
                </c:pt>
                <c:pt idx="248">
                  <c:v>7.4693304893819006</c:v>
                </c:pt>
                <c:pt idx="249">
                  <c:v>7.4853942464039784</c:v>
                </c:pt>
                <c:pt idx="250">
                  <c:v>7.5039190232595443</c:v>
                </c:pt>
                <c:pt idx="251">
                  <c:v>7.5452230048701781</c:v>
                </c:pt>
                <c:pt idx="252">
                  <c:v>7.5126328016027406</c:v>
                </c:pt>
                <c:pt idx="253">
                  <c:v>7.4909225603111134</c:v>
                </c:pt>
                <c:pt idx="254">
                  <c:v>7.5097013117139557</c:v>
                </c:pt>
                <c:pt idx="255">
                  <c:v>7.5485376065466179</c:v>
                </c:pt>
                <c:pt idx="256">
                  <c:v>7.6092620370617903</c:v>
                </c:pt>
                <c:pt idx="257">
                  <c:v>7.8844676901851569</c:v>
                </c:pt>
                <c:pt idx="258">
                  <c:v>8.1477961407597395</c:v>
                </c:pt>
                <c:pt idx="259">
                  <c:v>8.4</c:v>
                </c:pt>
                <c:pt idx="260">
                  <c:v>8.1160280683932182</c:v>
                </c:pt>
                <c:pt idx="261">
                  <c:v>7.7894998671197708</c:v>
                </c:pt>
                <c:pt idx="262">
                  <c:v>7.6240824580798261</c:v>
                </c:pt>
                <c:pt idx="263">
                  <c:v>7.5454308759401867</c:v>
                </c:pt>
                <c:pt idx="264">
                  <c:v>7.4876039699344723</c:v>
                </c:pt>
                <c:pt idx="265">
                  <c:v>7.4843245294283847</c:v>
                </c:pt>
                <c:pt idx="266">
                  <c:v>7.4859805771431329</c:v>
                </c:pt>
                <c:pt idx="267">
                  <c:v>7.4721185252994005</c:v>
                </c:pt>
                <c:pt idx="268">
                  <c:v>7.4854908925279382</c:v>
                </c:pt>
                <c:pt idx="269">
                  <c:v>7.4757765401395275</c:v>
                </c:pt>
                <c:pt idx="270">
                  <c:v>7.4915543556802762</c:v>
                </c:pt>
                <c:pt idx="271">
                  <c:v>7.5307905279459968</c:v>
                </c:pt>
                <c:pt idx="272">
                  <c:v>7.5238475277331789</c:v>
                </c:pt>
                <c:pt idx="273">
                  <c:v>7.530010831245777</c:v>
                </c:pt>
                <c:pt idx="274">
                  <c:v>7.5723709338518548</c:v>
                </c:pt>
                <c:pt idx="275">
                  <c:v>7.6174074051505114</c:v>
                </c:pt>
                <c:pt idx="276">
                  <c:v>7.7109790193386605</c:v>
                </c:pt>
                <c:pt idx="277">
                  <c:v>7.949273076997672</c:v>
                </c:pt>
                <c:pt idx="278">
                  <c:v>8.3364213964952132</c:v>
                </c:pt>
                <c:pt idx="279">
                  <c:v>8.3412212689092247</c:v>
                </c:pt>
                <c:pt idx="280">
                  <c:v>8.1793843530515016</c:v>
                </c:pt>
                <c:pt idx="281">
                  <c:v>7.9020398884435092</c:v>
                </c:pt>
                <c:pt idx="282">
                  <c:v>7.6909735010087887</c:v>
                </c:pt>
                <c:pt idx="283">
                  <c:v>7.5801691621678717</c:v>
                </c:pt>
                <c:pt idx="284">
                  <c:v>7.5327784895737508</c:v>
                </c:pt>
                <c:pt idx="285">
                  <c:v>7.4882147324861501</c:v>
                </c:pt>
                <c:pt idx="286">
                  <c:v>7.516858636992179</c:v>
                </c:pt>
                <c:pt idx="287">
                  <c:v>7.5104882159217254</c:v>
                </c:pt>
                <c:pt idx="288">
                  <c:v>7.4519965156287595</c:v>
                </c:pt>
                <c:pt idx="289">
                  <c:v>7.420162357379807</c:v>
                </c:pt>
                <c:pt idx="290">
                  <c:v>7.4141432562316769</c:v>
                </c:pt>
                <c:pt idx="291">
                  <c:v>7.3649511193390271</c:v>
                </c:pt>
                <c:pt idx="292">
                  <c:v>7.4035153599398154</c:v>
                </c:pt>
                <c:pt idx="293">
                  <c:v>7.4530856027808925</c:v>
                </c:pt>
                <c:pt idx="294">
                  <c:v>7.4437885036519784</c:v>
                </c:pt>
                <c:pt idx="295">
                  <c:v>7.4490185905535524</c:v>
                </c:pt>
                <c:pt idx="296">
                  <c:v>7.4352310463191129</c:v>
                </c:pt>
                <c:pt idx="297">
                  <c:v>7.4475329881068264</c:v>
                </c:pt>
                <c:pt idx="298">
                  <c:v>7.447682838741061</c:v>
                </c:pt>
                <c:pt idx="299">
                  <c:v>7.4217508183305787</c:v>
                </c:pt>
                <c:pt idx="300">
                  <c:v>7.3717497748800547</c:v>
                </c:pt>
                <c:pt idx="301">
                  <c:v>7.4008457601871651</c:v>
                </c:pt>
                <c:pt idx="302">
                  <c:v>7.4002687823472222</c:v>
                </c:pt>
                <c:pt idx="303">
                  <c:v>7.4005910400621362</c:v>
                </c:pt>
                <c:pt idx="304">
                  <c:v>7.4172498752445968</c:v>
                </c:pt>
                <c:pt idx="305">
                  <c:v>7.442704359375762</c:v>
                </c:pt>
                <c:pt idx="306">
                  <c:v>7.4460122326800979</c:v>
                </c:pt>
                <c:pt idx="307">
                  <c:v>7.4447783401490151</c:v>
                </c:pt>
                <c:pt idx="308">
                  <c:v>7.4459755726757892</c:v>
                </c:pt>
                <c:pt idx="309">
                  <c:v>7.4362664703014003</c:v>
                </c:pt>
                <c:pt idx="310">
                  <c:v>7.4252351424766987</c:v>
                </c:pt>
                <c:pt idx="311">
                  <c:v>7.4231374956886</c:v>
                </c:pt>
                <c:pt idx="312">
                  <c:v>7.3877338889437096</c:v>
                </c:pt>
                <c:pt idx="313">
                  <c:v>7.4226463122394488</c:v>
                </c:pt>
                <c:pt idx="314">
                  <c:v>7.4157316721355269</c:v>
                </c:pt>
                <c:pt idx="315">
                  <c:v>7.4130975605273379</c:v>
                </c:pt>
                <c:pt idx="316">
                  <c:v>7.4067601414463535</c:v>
                </c:pt>
                <c:pt idx="317">
                  <c:v>7.4044116078727349</c:v>
                </c:pt>
                <c:pt idx="318">
                  <c:v>7.4153321397209417</c:v>
                </c:pt>
                <c:pt idx="319">
                  <c:v>7.433405292515384</c:v>
                </c:pt>
                <c:pt idx="320">
                  <c:v>7.4456668005952622</c:v>
                </c:pt>
                <c:pt idx="321">
                  <c:v>7.4667940732861995</c:v>
                </c:pt>
                <c:pt idx="322">
                  <c:v>7.4694415177595612</c:v>
                </c:pt>
                <c:pt idx="323">
                  <c:v>7.4627557395675916</c:v>
                </c:pt>
                <c:pt idx="324">
                  <c:v>7.4561856787283656</c:v>
                </c:pt>
                <c:pt idx="325">
                  <c:v>7.4466671289299917</c:v>
                </c:pt>
                <c:pt idx="326">
                  <c:v>7.4399509194944997</c:v>
                </c:pt>
                <c:pt idx="327">
                  <c:v>7.4522597411757836</c:v>
                </c:pt>
                <c:pt idx="328">
                  <c:v>7.4533183561326455</c:v>
                </c:pt>
                <c:pt idx="329">
                  <c:v>7.444059641076608</c:v>
                </c:pt>
                <c:pt idx="330">
                  <c:v>7.4532291222749727</c:v>
                </c:pt>
                <c:pt idx="331">
                  <c:v>7.5455737647773562</c:v>
                </c:pt>
                <c:pt idx="332">
                  <c:v>7.6953153363180276</c:v>
                </c:pt>
                <c:pt idx="333">
                  <c:v>7.7744905275004417</c:v>
                </c:pt>
                <c:pt idx="334">
                  <c:v>7.7180951225879104</c:v>
                </c:pt>
                <c:pt idx="335">
                  <c:v>7.5905285782916172</c:v>
                </c:pt>
                <c:pt idx="336">
                  <c:v>7.47967943004865</c:v>
                </c:pt>
                <c:pt idx="337">
                  <c:v>7.4261384622645048</c:v>
                </c:pt>
                <c:pt idx="338">
                  <c:v>7.4304553927685379</c:v>
                </c:pt>
                <c:pt idx="339">
                  <c:v>7.4223452042784555</c:v>
                </c:pt>
                <c:pt idx="340">
                  <c:v>7.4297280958767553</c:v>
                </c:pt>
                <c:pt idx="341">
                  <c:v>7.4292607135832167</c:v>
                </c:pt>
                <c:pt idx="342">
                  <c:v>7.4197565910854664</c:v>
                </c:pt>
                <c:pt idx="343">
                  <c:v>7.4057874647552886</c:v>
                </c:pt>
                <c:pt idx="344">
                  <c:v>7.4006377163519721</c:v>
                </c:pt>
                <c:pt idx="345">
                  <c:v>7.4172266371755118</c:v>
                </c:pt>
                <c:pt idx="346">
                  <c:v>7.4158191194732179</c:v>
                </c:pt>
                <c:pt idx="347">
                  <c:v>7.407358499201834</c:v>
                </c:pt>
                <c:pt idx="348">
                  <c:v>7.4080790528765039</c:v>
                </c:pt>
                <c:pt idx="349">
                  <c:v>7.4066248112779673</c:v>
                </c:pt>
                <c:pt idx="350">
                  <c:v>7.4109617671864987</c:v>
                </c:pt>
                <c:pt idx="351">
                  <c:v>7.4106517931721845</c:v>
                </c:pt>
                <c:pt idx="352">
                  <c:v>7.4013995429893509</c:v>
                </c:pt>
                <c:pt idx="353">
                  <c:v>7.4130791486216889</c:v>
                </c:pt>
                <c:pt idx="354">
                  <c:v>7.4083729625440906</c:v>
                </c:pt>
                <c:pt idx="355">
                  <c:v>7.395145705785021</c:v>
                </c:pt>
                <c:pt idx="356">
                  <c:v>7.4008324337846902</c:v>
                </c:pt>
                <c:pt idx="357">
                  <c:v>7.4123775878555858</c:v>
                </c:pt>
                <c:pt idx="358">
                  <c:v>7.4097478253229756</c:v>
                </c:pt>
                <c:pt idx="359">
                  <c:v>7.4009322795198669</c:v>
                </c:pt>
                <c:pt idx="360">
                  <c:v>7.4023732197988732</c:v>
                </c:pt>
                <c:pt idx="361">
                  <c:v>7.4044981378912826</c:v>
                </c:pt>
                <c:pt idx="362">
                  <c:v>7.4103441871926661</c:v>
                </c:pt>
                <c:pt idx="363">
                  <c:v>7.4090877773432524</c:v>
                </c:pt>
                <c:pt idx="364">
                  <c:v>7.421226797722742</c:v>
                </c:pt>
                <c:pt idx="365">
                  <c:v>7.4232753024139129</c:v>
                </c:pt>
                <c:pt idx="366">
                  <c:v>7.4106499687718355</c:v>
                </c:pt>
                <c:pt idx="367">
                  <c:v>7.4126529074774226</c:v>
                </c:pt>
                <c:pt idx="368">
                  <c:v>7.4245878509663044</c:v>
                </c:pt>
                <c:pt idx="369">
                  <c:v>7.4271343555249869</c:v>
                </c:pt>
                <c:pt idx="370">
                  <c:v>7.4247871098838258</c:v>
                </c:pt>
                <c:pt idx="371">
                  <c:v>7.4382500500921775</c:v>
                </c:pt>
                <c:pt idx="372">
                  <c:v>7.4347194320431633</c:v>
                </c:pt>
                <c:pt idx="373">
                  <c:v>7.4255927331353497</c:v>
                </c:pt>
                <c:pt idx="374">
                  <c:v>7.4101080563455426</c:v>
                </c:pt>
                <c:pt idx="375">
                  <c:v>7.4071606909999659</c:v>
                </c:pt>
                <c:pt idx="376">
                  <c:v>7.4158058869398262</c:v>
                </c:pt>
                <c:pt idx="377">
                  <c:v>7.4264319409149504</c:v>
                </c:pt>
                <c:pt idx="378">
                  <c:v>7.4233948753736767</c:v>
                </c:pt>
                <c:pt idx="379">
                  <c:v>7.413800107206761</c:v>
                </c:pt>
                <c:pt idx="380">
                  <c:v>7.4094812857557901</c:v>
                </c:pt>
                <c:pt idx="381">
                  <c:v>7.4051414115233571</c:v>
                </c:pt>
                <c:pt idx="382">
                  <c:v>7.3913315296463793</c:v>
                </c:pt>
                <c:pt idx="383">
                  <c:v>7.4032207364320808</c:v>
                </c:pt>
                <c:pt idx="384">
                  <c:v>7.4115745363738013</c:v>
                </c:pt>
                <c:pt idx="385">
                  <c:v>7.3981696703503914</c:v>
                </c:pt>
                <c:pt idx="386">
                  <c:v>7.4010008911653093</c:v>
                </c:pt>
                <c:pt idx="387">
                  <c:v>7.3994682867983688</c:v>
                </c:pt>
                <c:pt idx="388">
                  <c:v>7.4050516693521189</c:v>
                </c:pt>
                <c:pt idx="389">
                  <c:v>7.4057346027040021</c:v>
                </c:pt>
                <c:pt idx="390">
                  <c:v>7.3980686029733986</c:v>
                </c:pt>
                <c:pt idx="391">
                  <c:v>7.3968079756058964</c:v>
                </c:pt>
                <c:pt idx="392">
                  <c:v>7.4222165789349193</c:v>
                </c:pt>
                <c:pt idx="393">
                  <c:v>7.4238373917661704</c:v>
                </c:pt>
                <c:pt idx="394">
                  <c:v>7.4183413457884306</c:v>
                </c:pt>
                <c:pt idx="395">
                  <c:v>7.4139116853616311</c:v>
                </c:pt>
                <c:pt idx="396">
                  <c:v>7.4084315435069072</c:v>
                </c:pt>
                <c:pt idx="397">
                  <c:v>7.4108815345229129</c:v>
                </c:pt>
                <c:pt idx="398">
                  <c:v>7.4129747810457491</c:v>
                </c:pt>
                <c:pt idx="399">
                  <c:v>7.4089342175044939</c:v>
                </c:pt>
                <c:pt idx="400">
                  <c:v>7.4181498083228892</c:v>
                </c:pt>
                <c:pt idx="401">
                  <c:v>7.4309450507650974</c:v>
                </c:pt>
                <c:pt idx="402">
                  <c:v>7.4206036226964152</c:v>
                </c:pt>
                <c:pt idx="403">
                  <c:v>7.4270731285673888</c:v>
                </c:pt>
                <c:pt idx="404">
                  <c:v>7.4347913678827178</c:v>
                </c:pt>
                <c:pt idx="405">
                  <c:v>7.434410942529694</c:v>
                </c:pt>
                <c:pt idx="406">
                  <c:v>7.4355530376237144</c:v>
                </c:pt>
                <c:pt idx="407">
                  <c:v>7.4396513369860982</c:v>
                </c:pt>
                <c:pt idx="408">
                  <c:v>7.4414193549686987</c:v>
                </c:pt>
                <c:pt idx="409">
                  <c:v>7.4254115974136585</c:v>
                </c:pt>
                <c:pt idx="410">
                  <c:v>7.4143370593526452</c:v>
                </c:pt>
                <c:pt idx="411">
                  <c:v>7.3963846522736345</c:v>
                </c:pt>
                <c:pt idx="412">
                  <c:v>7.3901990725461193</c:v>
                </c:pt>
                <c:pt idx="413">
                  <c:v>7.400670939672839</c:v>
                </c:pt>
                <c:pt idx="414">
                  <c:v>7.4110727177558395</c:v>
                </c:pt>
                <c:pt idx="415">
                  <c:v>7.4108254050340774</c:v>
                </c:pt>
                <c:pt idx="416">
                  <c:v>7.4310094944824572</c:v>
                </c:pt>
                <c:pt idx="417">
                  <c:v>7.4076836192199398</c:v>
                </c:pt>
                <c:pt idx="418">
                  <c:v>7.4094749105925075</c:v>
                </c:pt>
                <c:pt idx="419">
                  <c:v>7.3989359986725942</c:v>
                </c:pt>
                <c:pt idx="420">
                  <c:v>7.3973172581917259</c:v>
                </c:pt>
                <c:pt idx="421">
                  <c:v>7.3996337623798771</c:v>
                </c:pt>
                <c:pt idx="422">
                  <c:v>7.4154304617951654</c:v>
                </c:pt>
                <c:pt idx="423">
                  <c:v>7.4112216090953904</c:v>
                </c:pt>
                <c:pt idx="424">
                  <c:v>7.3866012281085069</c:v>
                </c:pt>
                <c:pt idx="425">
                  <c:v>7.3910608703334013</c:v>
                </c:pt>
                <c:pt idx="426">
                  <c:v>7.3827918648239823</c:v>
                </c:pt>
                <c:pt idx="427">
                  <c:v>7.3983980898554975</c:v>
                </c:pt>
                <c:pt idx="428">
                  <c:v>7.411768064094268</c:v>
                </c:pt>
                <c:pt idx="429">
                  <c:v>7.4460770224397237</c:v>
                </c:pt>
                <c:pt idx="430">
                  <c:v>7.4168945891455333</c:v>
                </c:pt>
                <c:pt idx="431">
                  <c:v>7.4500710177013767</c:v>
                </c:pt>
                <c:pt idx="432">
                  <c:v>7.4152900085631748</c:v>
                </c:pt>
                <c:pt idx="433">
                  <c:v>7.407384898233925</c:v>
                </c:pt>
                <c:pt idx="434">
                  <c:v>7.3917499623162026</c:v>
                </c:pt>
                <c:pt idx="435">
                  <c:v>7.3462018327184682</c:v>
                </c:pt>
                <c:pt idx="436">
                  <c:v>7.5181070510129038</c:v>
                </c:pt>
                <c:pt idx="437">
                  <c:v>7.5872398089774622</c:v>
                </c:pt>
                <c:pt idx="438">
                  <c:v>7.5517251431411001</c:v>
                </c:pt>
                <c:pt idx="439">
                  <c:v>7.5175361017500881</c:v>
                </c:pt>
                <c:pt idx="440">
                  <c:v>7.5094051650571654</c:v>
                </c:pt>
                <c:pt idx="441">
                  <c:v>7.3898815214347344</c:v>
                </c:pt>
                <c:pt idx="442">
                  <c:v>7.4190195661060798</c:v>
                </c:pt>
                <c:pt idx="443">
                  <c:v>7.3994479917522078</c:v>
                </c:pt>
                <c:pt idx="444">
                  <c:v>7.3928522599901632</c:v>
                </c:pt>
                <c:pt idx="445">
                  <c:v>7.3476964609303295</c:v>
                </c:pt>
                <c:pt idx="446">
                  <c:v>7.380307514779977</c:v>
                </c:pt>
                <c:pt idx="447">
                  <c:v>7.3904484062366169</c:v>
                </c:pt>
                <c:pt idx="448">
                  <c:v>7.3608584958888379</c:v>
                </c:pt>
                <c:pt idx="449">
                  <c:v>7.3274163857049182</c:v>
                </c:pt>
                <c:pt idx="450">
                  <c:v>7.3295283574142713</c:v>
                </c:pt>
                <c:pt idx="451">
                  <c:v>7.3759599380357477</c:v>
                </c:pt>
                <c:pt idx="452">
                  <c:v>7.4073311326847104</c:v>
                </c:pt>
                <c:pt idx="453">
                  <c:v>7.4271483507846749</c:v>
                </c:pt>
                <c:pt idx="454">
                  <c:v>7.4018623098929792</c:v>
                </c:pt>
                <c:pt idx="455">
                  <c:v>7.4012794763050822</c:v>
                </c:pt>
                <c:pt idx="456">
                  <c:v>7.3830378916608748</c:v>
                </c:pt>
                <c:pt idx="457">
                  <c:v>7.3770141895839201</c:v>
                </c:pt>
                <c:pt idx="458">
                  <c:v>7.3744498075398921</c:v>
                </c:pt>
                <c:pt idx="459">
                  <c:v>7.4084636204987806</c:v>
                </c:pt>
                <c:pt idx="460">
                  <c:v>7.398036636423269</c:v>
                </c:pt>
                <c:pt idx="461">
                  <c:v>7.3720988803366359</c:v>
                </c:pt>
                <c:pt idx="462">
                  <c:v>7.3919422543176907</c:v>
                </c:pt>
                <c:pt idx="463">
                  <c:v>7.3922870270793926</c:v>
                </c:pt>
                <c:pt idx="464">
                  <c:v>7.4063223682900077</c:v>
                </c:pt>
                <c:pt idx="465">
                  <c:v>7.4042569592293903</c:v>
                </c:pt>
                <c:pt idx="466">
                  <c:v>7.3864540782420161</c:v>
                </c:pt>
                <c:pt idx="467">
                  <c:v>7.4017032016043389</c:v>
                </c:pt>
                <c:pt idx="468">
                  <c:v>7.403543993657574</c:v>
                </c:pt>
                <c:pt idx="469">
                  <c:v>7.3862824085167453</c:v>
                </c:pt>
                <c:pt idx="470">
                  <c:v>7.3746429544091079</c:v>
                </c:pt>
                <c:pt idx="471">
                  <c:v>7.3952759451393035</c:v>
                </c:pt>
                <c:pt idx="472">
                  <c:v>7.4058605769337875</c:v>
                </c:pt>
                <c:pt idx="473">
                  <c:v>7.40782649014072</c:v>
                </c:pt>
                <c:pt idx="474">
                  <c:v>7.3976576964669096</c:v>
                </c:pt>
                <c:pt idx="475">
                  <c:v>7.3855558845891958</c:v>
                </c:pt>
                <c:pt idx="476">
                  <c:v>7.3827244807711567</c:v>
                </c:pt>
                <c:pt idx="477">
                  <c:v>7.3744868606809764</c:v>
                </c:pt>
                <c:pt idx="478">
                  <c:v>7.3869389366937748</c:v>
                </c:pt>
                <c:pt idx="479">
                  <c:v>7.3938319701438502</c:v>
                </c:pt>
                <c:pt idx="480">
                  <c:v>7.4042572287430781</c:v>
                </c:pt>
                <c:pt idx="481">
                  <c:v>7.3986933854837869</c:v>
                </c:pt>
                <c:pt idx="482">
                  <c:v>7.3925734661244524</c:v>
                </c:pt>
                <c:pt idx="483">
                  <c:v>7.3903156191717478</c:v>
                </c:pt>
                <c:pt idx="484">
                  <c:v>7.4018457959728501</c:v>
                </c:pt>
                <c:pt idx="485">
                  <c:v>7.4311680514581973</c:v>
                </c:pt>
                <c:pt idx="486">
                  <c:v>7.43117785121136</c:v>
                </c:pt>
                <c:pt idx="487">
                  <c:v>7.4237313861203331</c:v>
                </c:pt>
                <c:pt idx="488">
                  <c:v>7.4206590795527996</c:v>
                </c:pt>
                <c:pt idx="489">
                  <c:v>7.4217876646653389</c:v>
                </c:pt>
                <c:pt idx="490">
                  <c:v>7.4102792223643199</c:v>
                </c:pt>
                <c:pt idx="491">
                  <c:v>7.421208797382155</c:v>
                </c:pt>
                <c:pt idx="492">
                  <c:v>7.4200608277599649</c:v>
                </c:pt>
                <c:pt idx="493">
                  <c:v>7.4194378882061853</c:v>
                </c:pt>
                <c:pt idx="494">
                  <c:v>7.4116218028806973</c:v>
                </c:pt>
                <c:pt idx="495">
                  <c:v>7.4117135112477088</c:v>
                </c:pt>
                <c:pt idx="496">
                  <c:v>7.4159628621543217</c:v>
                </c:pt>
                <c:pt idx="497">
                  <c:v>7.4133297661494693</c:v>
                </c:pt>
                <c:pt idx="498">
                  <c:v>7.409441368039972</c:v>
                </c:pt>
                <c:pt idx="499">
                  <c:v>7.4202086512827004</c:v>
                </c:pt>
                <c:pt idx="500">
                  <c:v>7.443321530875914</c:v>
                </c:pt>
                <c:pt idx="501">
                  <c:v>7.4488635922846651</c:v>
                </c:pt>
                <c:pt idx="502">
                  <c:v>7.4311836295029234</c:v>
                </c:pt>
                <c:pt idx="503">
                  <c:v>7.426381066559105</c:v>
                </c:pt>
                <c:pt idx="504">
                  <c:v>7.4438734375761708</c:v>
                </c:pt>
                <c:pt idx="505">
                  <c:v>7.4551246639991033</c:v>
                </c:pt>
                <c:pt idx="506">
                  <c:v>7.4855491177224494</c:v>
                </c:pt>
                <c:pt idx="507">
                  <c:v>7.5261645939840642</c:v>
                </c:pt>
                <c:pt idx="508">
                  <c:v>7.5786629568970092</c:v>
                </c:pt>
                <c:pt idx="509">
                  <c:v>7.6587002478858413</c:v>
                </c:pt>
                <c:pt idx="510">
                  <c:v>7.7464348129429021</c:v>
                </c:pt>
                <c:pt idx="511">
                  <c:v>7.8356130090007365</c:v>
                </c:pt>
                <c:pt idx="512">
                  <c:v>7.9074337905251948</c:v>
                </c:pt>
                <c:pt idx="513">
                  <c:v>7.9670875457938823</c:v>
                </c:pt>
                <c:pt idx="514">
                  <c:v>8.0086894104153998</c:v>
                </c:pt>
                <c:pt idx="515">
                  <c:v>8.0031980759362025</c:v>
                </c:pt>
                <c:pt idx="516">
                  <c:v>7.9404944966093263</c:v>
                </c:pt>
                <c:pt idx="517">
                  <c:v>7.8884244480228629</c:v>
                </c:pt>
                <c:pt idx="518">
                  <c:v>7.8388136337736984</c:v>
                </c:pt>
                <c:pt idx="519">
                  <c:v>7.7964045283066348</c:v>
                </c:pt>
                <c:pt idx="520">
                  <c:v>7.7472612847290474</c:v>
                </c:pt>
                <c:pt idx="521">
                  <c:v>7.6922698040029713</c:v>
                </c:pt>
                <c:pt idx="522">
                  <c:v>7.6788255418866269</c:v>
                </c:pt>
                <c:pt idx="523">
                  <c:v>7.6409363299266717</c:v>
                </c:pt>
                <c:pt idx="524">
                  <c:v>7.6212603748795038</c:v>
                </c:pt>
                <c:pt idx="525">
                  <c:v>7.6211804370684995</c:v>
                </c:pt>
                <c:pt idx="526">
                  <c:v>7.6380455133134459</c:v>
                </c:pt>
                <c:pt idx="527">
                  <c:v>7.6556688029719053</c:v>
                </c:pt>
                <c:pt idx="528">
                  <c:v>7.6777717715214866</c:v>
                </c:pt>
                <c:pt idx="529">
                  <c:v>7.6817253187421937</c:v>
                </c:pt>
                <c:pt idx="530">
                  <c:v>7.6830985127373692</c:v>
                </c:pt>
                <c:pt idx="531">
                  <c:v>7.7358495725030698</c:v>
                </c:pt>
                <c:pt idx="532">
                  <c:v>7.7423942514492339</c:v>
                </c:pt>
                <c:pt idx="533">
                  <c:v>7.7547247570807869</c:v>
                </c:pt>
                <c:pt idx="534">
                  <c:v>7.7931093541391796</c:v>
                </c:pt>
                <c:pt idx="535">
                  <c:v>7.8256087591921935</c:v>
                </c:pt>
                <c:pt idx="536">
                  <c:v>7.8619424272159684</c:v>
                </c:pt>
                <c:pt idx="537">
                  <c:v>7.8840685580739027</c:v>
                </c:pt>
                <c:pt idx="538">
                  <c:v>7.9507129404376817</c:v>
                </c:pt>
                <c:pt idx="539">
                  <c:v>8.0204040345268446</c:v>
                </c:pt>
                <c:pt idx="540">
                  <c:v>8.0793792029597427</c:v>
                </c:pt>
                <c:pt idx="541">
                  <c:v>8.1546105770566424</c:v>
                </c:pt>
                <c:pt idx="542">
                  <c:v>8.2559671348139396</c:v>
                </c:pt>
                <c:pt idx="543">
                  <c:v>8.3545595479031913</c:v>
                </c:pt>
                <c:pt idx="544">
                  <c:v>8.4662979961032274</c:v>
                </c:pt>
                <c:pt idx="545">
                  <c:v>8.6074657459927568</c:v>
                </c:pt>
                <c:pt idx="546">
                  <c:v>8.7436867213598539</c:v>
                </c:pt>
                <c:pt idx="547">
                  <c:v>8.8211391216695443</c:v>
                </c:pt>
                <c:pt idx="548">
                  <c:v>8.9271188368602932</c:v>
                </c:pt>
                <c:pt idx="549">
                  <c:v>9.0194065154819931</c:v>
                </c:pt>
                <c:pt idx="550">
                  <c:v>9.0221327879740016</c:v>
                </c:pt>
                <c:pt idx="551">
                  <c:v>9.034178891909928</c:v>
                </c:pt>
                <c:pt idx="552">
                  <c:v>9.034780522221924</c:v>
                </c:pt>
                <c:pt idx="553">
                  <c:v>8.9925175325897282</c:v>
                </c:pt>
                <c:pt idx="554">
                  <c:v>8.9085323784827359</c:v>
                </c:pt>
                <c:pt idx="555">
                  <c:v>8.7874463826961087</c:v>
                </c:pt>
                <c:pt idx="556">
                  <c:v>8.6763026849145035</c:v>
                </c:pt>
                <c:pt idx="557">
                  <c:v>8.5702890289154716</c:v>
                </c:pt>
                <c:pt idx="558">
                  <c:v>8.4473033962299766</c:v>
                </c:pt>
                <c:pt idx="559">
                  <c:v>8.2750856382942484</c:v>
                </c:pt>
                <c:pt idx="560">
                  <c:v>8.1911410427979181</c:v>
                </c:pt>
                <c:pt idx="561">
                  <c:v>8.0851025536592385</c:v>
                </c:pt>
                <c:pt idx="562">
                  <c:v>7.9846570903789997</c:v>
                </c:pt>
                <c:pt idx="563">
                  <c:v>7.8945741555553122</c:v>
                </c:pt>
                <c:pt idx="564">
                  <c:v>7.7484728012253292</c:v>
                </c:pt>
                <c:pt idx="565">
                  <c:v>7.7164661931203167</c:v>
                </c:pt>
                <c:pt idx="566">
                  <c:v>7.716708791272155</c:v>
                </c:pt>
                <c:pt idx="567">
                  <c:v>7.6494796998584178</c:v>
                </c:pt>
                <c:pt idx="568">
                  <c:v>7.5307961383353961</c:v>
                </c:pt>
                <c:pt idx="569">
                  <c:v>7.4560827260352998</c:v>
                </c:pt>
                <c:pt idx="570">
                  <c:v>7.4309714605470214</c:v>
                </c:pt>
                <c:pt idx="571">
                  <c:v>7.4375265432846218</c:v>
                </c:pt>
                <c:pt idx="572">
                  <c:v>7.3719852351423132</c:v>
                </c:pt>
                <c:pt idx="573">
                  <c:v>7.3449533572701213</c:v>
                </c:pt>
                <c:pt idx="574">
                  <c:v>7.4174133648583167</c:v>
                </c:pt>
                <c:pt idx="575">
                  <c:v>7.5096428735703586</c:v>
                </c:pt>
                <c:pt idx="576">
                  <c:v>7.5520190456421314</c:v>
                </c:pt>
                <c:pt idx="577">
                  <c:v>7.4286236661524443</c:v>
                </c:pt>
                <c:pt idx="578">
                  <c:v>7.4877505526192607</c:v>
                </c:pt>
                <c:pt idx="579">
                  <c:v>7.5397737196452539</c:v>
                </c:pt>
                <c:pt idx="580">
                  <c:v>7.4427170011801973</c:v>
                </c:pt>
                <c:pt idx="581">
                  <c:v>7.4729399354495625</c:v>
                </c:pt>
                <c:pt idx="582">
                  <c:v>7.5752837661245058</c:v>
                </c:pt>
                <c:pt idx="583">
                  <c:v>7.7880424435704585</c:v>
                </c:pt>
                <c:pt idx="584">
                  <c:v>7.5612878675894386</c:v>
                </c:pt>
                <c:pt idx="585">
                  <c:v>6.9285933290979402</c:v>
                </c:pt>
                <c:pt idx="586">
                  <c:v>7.4713540708395776</c:v>
                </c:pt>
                <c:pt idx="587">
                  <c:v>7.0417972929125829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3-57AB-4D59-AD3D-6260AFD7ADF0}"/>
            </c:ext>
          </c:extLst>
        </c:ser>
        <c:ser>
          <c:idx val="4"/>
          <c:order val="4"/>
          <c:tx>
            <c:strRef>
              <c:f>'Fully separated 1%'!$F$1</c:f>
              <c:strCache>
                <c:ptCount val="1"/>
                <c:pt idx="0">
                  <c:v>1G_3/O-PTIR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1%'!$A$2:$A$589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1%'!$F$2:$F$589</c:f>
              <c:numCache>
                <c:formatCode>General</c:formatCode>
                <c:ptCount val="588"/>
                <c:pt idx="0">
                  <c:v>7.1394247447857984</c:v>
                </c:pt>
                <c:pt idx="1">
                  <c:v>7.1425169012203984</c:v>
                </c:pt>
                <c:pt idx="2">
                  <c:v>7.1656191998685168</c:v>
                </c:pt>
                <c:pt idx="3">
                  <c:v>7.1371829138015714</c:v>
                </c:pt>
                <c:pt idx="4">
                  <c:v>7.1574089692024678</c:v>
                </c:pt>
                <c:pt idx="5">
                  <c:v>7.1682254169698236</c:v>
                </c:pt>
                <c:pt idx="6">
                  <c:v>7.1858184323440142</c:v>
                </c:pt>
                <c:pt idx="7">
                  <c:v>7.1885255657575255</c:v>
                </c:pt>
                <c:pt idx="8">
                  <c:v>7.2073155789006744</c:v>
                </c:pt>
                <c:pt idx="9">
                  <c:v>7.2202043201624777</c:v>
                </c:pt>
                <c:pt idx="10">
                  <c:v>7.2127282324175264</c:v>
                </c:pt>
                <c:pt idx="11">
                  <c:v>7.213399678749389</c:v>
                </c:pt>
                <c:pt idx="12">
                  <c:v>7.225366197316812</c:v>
                </c:pt>
                <c:pt idx="13">
                  <c:v>7.2270209201648745</c:v>
                </c:pt>
                <c:pt idx="14">
                  <c:v>7.2067503922147971</c:v>
                </c:pt>
                <c:pt idx="15">
                  <c:v>7.1905709831983282</c:v>
                </c:pt>
                <c:pt idx="16">
                  <c:v>7.1998640614977836</c:v>
                </c:pt>
                <c:pt idx="17">
                  <c:v>7.2016569942120388</c:v>
                </c:pt>
                <c:pt idx="18">
                  <c:v>7.2019040323976</c:v>
                </c:pt>
                <c:pt idx="19">
                  <c:v>7.2046361184644816</c:v>
                </c:pt>
                <c:pt idx="20">
                  <c:v>7.2010527049406372</c:v>
                </c:pt>
                <c:pt idx="21">
                  <c:v>7.2048154115624836</c:v>
                </c:pt>
                <c:pt idx="22">
                  <c:v>7.2077172636758036</c:v>
                </c:pt>
                <c:pt idx="23">
                  <c:v>7.2117466212876975</c:v>
                </c:pt>
                <c:pt idx="24">
                  <c:v>7.219991706186506</c:v>
                </c:pt>
                <c:pt idx="25">
                  <c:v>7.228036641732035</c:v>
                </c:pt>
                <c:pt idx="26">
                  <c:v>7.2245840674920352</c:v>
                </c:pt>
                <c:pt idx="27">
                  <c:v>7.218471857541533</c:v>
                </c:pt>
                <c:pt idx="28">
                  <c:v>7.2151451435877405</c:v>
                </c:pt>
                <c:pt idx="29">
                  <c:v>7.2177981451059159</c:v>
                </c:pt>
                <c:pt idx="30">
                  <c:v>7.2234313297592774</c:v>
                </c:pt>
                <c:pt idx="31">
                  <c:v>7.2281834566396768</c:v>
                </c:pt>
                <c:pt idx="32">
                  <c:v>7.2349797753290899</c:v>
                </c:pt>
                <c:pt idx="33">
                  <c:v>7.2480074227543509</c:v>
                </c:pt>
                <c:pt idx="34">
                  <c:v>7.2554920836095587</c:v>
                </c:pt>
                <c:pt idx="35">
                  <c:v>7.253484871163101</c:v>
                </c:pt>
                <c:pt idx="36">
                  <c:v>7.250859797217001</c:v>
                </c:pt>
                <c:pt idx="37">
                  <c:v>7.2525577043858105</c:v>
                </c:pt>
                <c:pt idx="38">
                  <c:v>7.2551838430008981</c:v>
                </c:pt>
                <c:pt idx="39">
                  <c:v>7.2580464559601738</c:v>
                </c:pt>
                <c:pt idx="40">
                  <c:v>7.2750479614442041</c:v>
                </c:pt>
                <c:pt idx="41">
                  <c:v>7.2985363099087976</c:v>
                </c:pt>
                <c:pt idx="42">
                  <c:v>7.3088090190205595</c:v>
                </c:pt>
                <c:pt idx="43">
                  <c:v>7.2805406518730029</c:v>
                </c:pt>
                <c:pt idx="44">
                  <c:v>7.2811538927934043</c:v>
                </c:pt>
                <c:pt idx="45">
                  <c:v>7.3616362445709456</c:v>
                </c:pt>
                <c:pt idx="46">
                  <c:v>7.4343041195569572</c:v>
                </c:pt>
                <c:pt idx="47">
                  <c:v>7.4027930147480134</c:v>
                </c:pt>
                <c:pt idx="48">
                  <c:v>7.4598217860260752</c:v>
                </c:pt>
                <c:pt idx="49">
                  <c:v>7.3438918063344047</c:v>
                </c:pt>
                <c:pt idx="50">
                  <c:v>7.301163189163181</c:v>
                </c:pt>
                <c:pt idx="51">
                  <c:v>7.261190726468846</c:v>
                </c:pt>
                <c:pt idx="52">
                  <c:v>7.2376642939950182</c:v>
                </c:pt>
                <c:pt idx="53">
                  <c:v>7.2339880382713906</c:v>
                </c:pt>
                <c:pt idx="54">
                  <c:v>7.2282218247009133</c:v>
                </c:pt>
                <c:pt idx="55">
                  <c:v>7.2224655887200369</c:v>
                </c:pt>
                <c:pt idx="56">
                  <c:v>7.214120382854631</c:v>
                </c:pt>
                <c:pt idx="57">
                  <c:v>7.2201478863938773</c:v>
                </c:pt>
                <c:pt idx="58">
                  <c:v>7.2226494650497033</c:v>
                </c:pt>
                <c:pt idx="59">
                  <c:v>7.2252327559982694</c:v>
                </c:pt>
                <c:pt idx="60">
                  <c:v>7.2326011217554447</c:v>
                </c:pt>
                <c:pt idx="61">
                  <c:v>7.2469825757535968</c:v>
                </c:pt>
                <c:pt idx="62">
                  <c:v>7.2627967270341562</c:v>
                </c:pt>
                <c:pt idx="63">
                  <c:v>7.2852259444733294</c:v>
                </c:pt>
                <c:pt idx="64">
                  <c:v>7.3079518889466586</c:v>
                </c:pt>
                <c:pt idx="65">
                  <c:v>7.3250203254988504</c:v>
                </c:pt>
                <c:pt idx="66">
                  <c:v>7.335441423376758</c:v>
                </c:pt>
                <c:pt idx="67">
                  <c:v>7.3417704302319802</c:v>
                </c:pt>
                <c:pt idx="68">
                  <c:v>7.3401749248621435</c:v>
                </c:pt>
                <c:pt idx="69">
                  <c:v>7.3347871779717178</c:v>
                </c:pt>
                <c:pt idx="70">
                  <c:v>7.3241592229050916</c:v>
                </c:pt>
                <c:pt idx="71">
                  <c:v>7.3047322120997027</c:v>
                </c:pt>
                <c:pt idx="72">
                  <c:v>7.2843625357981274</c:v>
                </c:pt>
                <c:pt idx="73">
                  <c:v>7.2722878765292354</c:v>
                </c:pt>
                <c:pt idx="74">
                  <c:v>7.2605284097787548</c:v>
                </c:pt>
                <c:pt idx="75">
                  <c:v>7.247376410699033</c:v>
                </c:pt>
                <c:pt idx="76">
                  <c:v>7.2378321960816949</c:v>
                </c:pt>
                <c:pt idx="77">
                  <c:v>7.2330220110760584</c:v>
                </c:pt>
                <c:pt idx="78">
                  <c:v>7.2323088764306629</c:v>
                </c:pt>
                <c:pt idx="79">
                  <c:v>7.2238641408476445</c:v>
                </c:pt>
                <c:pt idx="80">
                  <c:v>7.218120550441105</c:v>
                </c:pt>
                <c:pt idx="81">
                  <c:v>7.2187718964116296</c:v>
                </c:pt>
                <c:pt idx="82">
                  <c:v>7.2175115229587412</c:v>
                </c:pt>
                <c:pt idx="83">
                  <c:v>7.217372319592724</c:v>
                </c:pt>
                <c:pt idx="84">
                  <c:v>7.2182377187360336</c:v>
                </c:pt>
                <c:pt idx="85">
                  <c:v>7.217637226490325</c:v>
                </c:pt>
                <c:pt idx="86">
                  <c:v>7.2212790929848394</c:v>
                </c:pt>
                <c:pt idx="87">
                  <c:v>7.2224180363107173</c:v>
                </c:pt>
                <c:pt idx="88">
                  <c:v>7.2196464251967107</c:v>
                </c:pt>
                <c:pt idx="89">
                  <c:v>7.2128893919512977</c:v>
                </c:pt>
                <c:pt idx="90">
                  <c:v>7.2163995309076858</c:v>
                </c:pt>
                <c:pt idx="91">
                  <c:v>7.2177161466570841</c:v>
                </c:pt>
                <c:pt idx="92">
                  <c:v>7.2160304421518964</c:v>
                </c:pt>
                <c:pt idx="93">
                  <c:v>7.2139344382055688</c:v>
                </c:pt>
                <c:pt idx="94">
                  <c:v>7.2116056894126421</c:v>
                </c:pt>
                <c:pt idx="95">
                  <c:v>7.2084323582800174</c:v>
                </c:pt>
                <c:pt idx="96">
                  <c:v>7.2076252371392364</c:v>
                </c:pt>
                <c:pt idx="97">
                  <c:v>7.2071843637081967</c:v>
                </c:pt>
                <c:pt idx="98">
                  <c:v>7.2110967418671414</c:v>
                </c:pt>
                <c:pt idx="99">
                  <c:v>7.2133656198622358</c:v>
                </c:pt>
                <c:pt idx="100">
                  <c:v>7.2156858797084631</c:v>
                </c:pt>
                <c:pt idx="101">
                  <c:v>7.2154632881428906</c:v>
                </c:pt>
                <c:pt idx="102">
                  <c:v>7.2126800856030897</c:v>
                </c:pt>
                <c:pt idx="103">
                  <c:v>7.2188521105930681</c:v>
                </c:pt>
                <c:pt idx="104">
                  <c:v>7.2262408628676722</c:v>
                </c:pt>
                <c:pt idx="105">
                  <c:v>7.2293510681769249</c:v>
                </c:pt>
                <c:pt idx="106">
                  <c:v>7.2365784284159327</c:v>
                </c:pt>
                <c:pt idx="107">
                  <c:v>7.2473091387684674</c:v>
                </c:pt>
                <c:pt idx="108">
                  <c:v>7.2628955308410958</c:v>
                </c:pt>
                <c:pt idx="109">
                  <c:v>7.2892040696244029</c:v>
                </c:pt>
                <c:pt idx="110">
                  <c:v>7.3091751894050336</c:v>
                </c:pt>
                <c:pt idx="111">
                  <c:v>7.2983765590625502</c:v>
                </c:pt>
                <c:pt idx="112">
                  <c:v>7.2725852432064189</c:v>
                </c:pt>
                <c:pt idx="113">
                  <c:v>7.2487845890333942</c:v>
                </c:pt>
                <c:pt idx="114">
                  <c:v>7.2407692264574672</c:v>
                </c:pt>
                <c:pt idx="115">
                  <c:v>7.2373853380957787</c:v>
                </c:pt>
                <c:pt idx="116">
                  <c:v>7.2400789338012563</c:v>
                </c:pt>
                <c:pt idx="117">
                  <c:v>7.2424347685306945</c:v>
                </c:pt>
                <c:pt idx="118">
                  <c:v>7.246365050908179</c:v>
                </c:pt>
                <c:pt idx="119">
                  <c:v>7.245360701941566</c:v>
                </c:pt>
                <c:pt idx="120">
                  <c:v>7.247351637156231</c:v>
                </c:pt>
                <c:pt idx="121">
                  <c:v>7.2589960018270903</c:v>
                </c:pt>
                <c:pt idx="122">
                  <c:v>7.2824473772413931</c:v>
                </c:pt>
                <c:pt idx="123">
                  <c:v>7.2985495909179852</c:v>
                </c:pt>
                <c:pt idx="124">
                  <c:v>7.3000753331159896</c:v>
                </c:pt>
                <c:pt idx="125">
                  <c:v>7.2879177306623459</c:v>
                </c:pt>
                <c:pt idx="126">
                  <c:v>7.2798905978130675</c:v>
                </c:pt>
                <c:pt idx="127">
                  <c:v>7.2804918875084716</c:v>
                </c:pt>
                <c:pt idx="128">
                  <c:v>7.2776526131033634</c:v>
                </c:pt>
                <c:pt idx="129">
                  <c:v>7.2747406887164408</c:v>
                </c:pt>
                <c:pt idx="130">
                  <c:v>7.2681163813993424</c:v>
                </c:pt>
                <c:pt idx="131">
                  <c:v>7.2677587704485465</c:v>
                </c:pt>
                <c:pt idx="132">
                  <c:v>7.2700051168075701</c:v>
                </c:pt>
                <c:pt idx="133">
                  <c:v>7.2640333421671404</c:v>
                </c:pt>
                <c:pt idx="134">
                  <c:v>7.2544906551183495</c:v>
                </c:pt>
                <c:pt idx="135">
                  <c:v>7.2369782936801785</c:v>
                </c:pt>
                <c:pt idx="136">
                  <c:v>7.2343443867688428</c:v>
                </c:pt>
                <c:pt idx="137">
                  <c:v>7.2356441203608881</c:v>
                </c:pt>
                <c:pt idx="138">
                  <c:v>7.2344274730316398</c:v>
                </c:pt>
                <c:pt idx="139">
                  <c:v>7.2285109349332224</c:v>
                </c:pt>
                <c:pt idx="140">
                  <c:v>7.2231083058219498</c:v>
                </c:pt>
                <c:pt idx="141">
                  <c:v>7.2181554172983988</c:v>
                </c:pt>
                <c:pt idx="142">
                  <c:v>7.2069564324909976</c:v>
                </c:pt>
                <c:pt idx="143">
                  <c:v>7.1975013625974569</c:v>
                </c:pt>
                <c:pt idx="144">
                  <c:v>7.207762284340145</c:v>
                </c:pt>
                <c:pt idx="145">
                  <c:v>7.2023932346467667</c:v>
                </c:pt>
                <c:pt idx="146">
                  <c:v>7.206872630311949</c:v>
                </c:pt>
                <c:pt idx="147">
                  <c:v>7.2047777683598762</c:v>
                </c:pt>
                <c:pt idx="148">
                  <c:v>7.2134790828565976</c:v>
                </c:pt>
                <c:pt idx="149">
                  <c:v>7.2174143003746156</c:v>
                </c:pt>
                <c:pt idx="150">
                  <c:v>7.215725391342021</c:v>
                </c:pt>
                <c:pt idx="151">
                  <c:v>7.20741938675706</c:v>
                </c:pt>
                <c:pt idx="152">
                  <c:v>7.215074620839812</c:v>
                </c:pt>
                <c:pt idx="153">
                  <c:v>7.2178486264069956</c:v>
                </c:pt>
                <c:pt idx="154">
                  <c:v>7.219382492492274</c:v>
                </c:pt>
                <c:pt idx="155">
                  <c:v>7.220143823398196</c:v>
                </c:pt>
                <c:pt idx="156">
                  <c:v>7.2108111675562423</c:v>
                </c:pt>
                <c:pt idx="157">
                  <c:v>7.2213557070701562</c:v>
                </c:pt>
                <c:pt idx="158">
                  <c:v>7.2236312687036675</c:v>
                </c:pt>
                <c:pt idx="159">
                  <c:v>7.2197527174560738</c:v>
                </c:pt>
                <c:pt idx="160">
                  <c:v>7.2145201218735426</c:v>
                </c:pt>
                <c:pt idx="161">
                  <c:v>7.2179821708258949</c:v>
                </c:pt>
                <c:pt idx="162">
                  <c:v>7.2212202647630619</c:v>
                </c:pt>
                <c:pt idx="163">
                  <c:v>7.2205326548202082</c:v>
                </c:pt>
                <c:pt idx="164">
                  <c:v>7.2213210905994423</c:v>
                </c:pt>
                <c:pt idx="165">
                  <c:v>7.2190190868806257</c:v>
                </c:pt>
                <c:pt idx="166">
                  <c:v>7.2177998999160655</c:v>
                </c:pt>
                <c:pt idx="167">
                  <c:v>7.2285035601015997</c:v>
                </c:pt>
                <c:pt idx="168">
                  <c:v>7.2312996775391172</c:v>
                </c:pt>
                <c:pt idx="169">
                  <c:v>7.2325305443012047</c:v>
                </c:pt>
                <c:pt idx="170">
                  <c:v>7.2353155710860886</c:v>
                </c:pt>
                <c:pt idx="171">
                  <c:v>7.2405446444237871</c:v>
                </c:pt>
                <c:pt idx="172">
                  <c:v>7.2452256825563426</c:v>
                </c:pt>
                <c:pt idx="173">
                  <c:v>7.2480306140222952</c:v>
                </c:pt>
                <c:pt idx="174">
                  <c:v>7.2426315092599438</c:v>
                </c:pt>
                <c:pt idx="175">
                  <c:v>7.2444671037987121</c:v>
                </c:pt>
                <c:pt idx="176">
                  <c:v>7.2512346995704426</c:v>
                </c:pt>
                <c:pt idx="177">
                  <c:v>7.2465530554602822</c:v>
                </c:pt>
                <c:pt idx="178">
                  <c:v>7.2471654000388099</c:v>
                </c:pt>
                <c:pt idx="179">
                  <c:v>7.2478903302066238</c:v>
                </c:pt>
                <c:pt idx="180">
                  <c:v>7.2500819702540404</c:v>
                </c:pt>
                <c:pt idx="181">
                  <c:v>7.2503594827482889</c:v>
                </c:pt>
                <c:pt idx="182">
                  <c:v>7.2561023956381998</c:v>
                </c:pt>
                <c:pt idx="183">
                  <c:v>7.2629843570584338</c:v>
                </c:pt>
                <c:pt idx="184">
                  <c:v>7.2693857992784023</c:v>
                </c:pt>
                <c:pt idx="185">
                  <c:v>7.2756901462116232</c:v>
                </c:pt>
                <c:pt idx="186">
                  <c:v>7.2794365185940189</c:v>
                </c:pt>
                <c:pt idx="187">
                  <c:v>7.2886118022622357</c:v>
                </c:pt>
                <c:pt idx="188">
                  <c:v>7.288795144153319</c:v>
                </c:pt>
                <c:pt idx="189">
                  <c:v>7.2936679110753451</c:v>
                </c:pt>
                <c:pt idx="190">
                  <c:v>7.2909717483814003</c:v>
                </c:pt>
                <c:pt idx="191">
                  <c:v>7.2854419670733312</c:v>
                </c:pt>
                <c:pt idx="192">
                  <c:v>7.2814623858927341</c:v>
                </c:pt>
                <c:pt idx="193">
                  <c:v>7.2850880509026581</c:v>
                </c:pt>
                <c:pt idx="194">
                  <c:v>7.2884386020796885</c:v>
                </c:pt>
                <c:pt idx="195">
                  <c:v>7.2962240340279321</c:v>
                </c:pt>
                <c:pt idx="196">
                  <c:v>7.3053755751569112</c:v>
                </c:pt>
                <c:pt idx="197">
                  <c:v>7.3063206729798758</c:v>
                </c:pt>
                <c:pt idx="198">
                  <c:v>7.2990306108914105</c:v>
                </c:pt>
                <c:pt idx="199">
                  <c:v>7.2906556300638687</c:v>
                </c:pt>
                <c:pt idx="200">
                  <c:v>7.2790929040426384</c:v>
                </c:pt>
                <c:pt idx="201">
                  <c:v>7.275007394610058</c:v>
                </c:pt>
                <c:pt idx="202">
                  <c:v>7.2720732342115566</c:v>
                </c:pt>
                <c:pt idx="203">
                  <c:v>7.2798346963789609</c:v>
                </c:pt>
                <c:pt idx="204">
                  <c:v>7.291069470686641</c:v>
                </c:pt>
                <c:pt idx="205">
                  <c:v>7.2976354821164566</c:v>
                </c:pt>
                <c:pt idx="206">
                  <c:v>7.3022706553189956</c:v>
                </c:pt>
                <c:pt idx="207">
                  <c:v>7.3039510396353791</c:v>
                </c:pt>
                <c:pt idx="208">
                  <c:v>7.3079602800532237</c:v>
                </c:pt>
                <c:pt idx="209">
                  <c:v>7.3104518832235366</c:v>
                </c:pt>
                <c:pt idx="210">
                  <c:v>7.3114349472267568</c:v>
                </c:pt>
                <c:pt idx="211">
                  <c:v>7.3099406737824593</c:v>
                </c:pt>
                <c:pt idx="212">
                  <c:v>7.3046074059620389</c:v>
                </c:pt>
                <c:pt idx="213">
                  <c:v>7.3043226722346581</c:v>
                </c:pt>
                <c:pt idx="214">
                  <c:v>7.3013303464023851</c:v>
                </c:pt>
                <c:pt idx="215">
                  <c:v>7.3105927982658807</c:v>
                </c:pt>
                <c:pt idx="216">
                  <c:v>7.3318588416913126</c:v>
                </c:pt>
                <c:pt idx="217">
                  <c:v>7.3423492903396266</c:v>
                </c:pt>
                <c:pt idx="218">
                  <c:v>7.3481834575654759</c:v>
                </c:pt>
                <c:pt idx="219">
                  <c:v>7.332309495453619</c:v>
                </c:pt>
                <c:pt idx="220">
                  <c:v>7.3142482740074524</c:v>
                </c:pt>
                <c:pt idx="221">
                  <c:v>7.3045547448248502</c:v>
                </c:pt>
                <c:pt idx="222">
                  <c:v>7.2988530594530019</c:v>
                </c:pt>
                <c:pt idx="223">
                  <c:v>7.2910002798269922</c:v>
                </c:pt>
                <c:pt idx="224">
                  <c:v>7.2821620122873405</c:v>
                </c:pt>
                <c:pt idx="225">
                  <c:v>7.2715239744266675</c:v>
                </c:pt>
                <c:pt idx="226">
                  <c:v>7.2649330295432932</c:v>
                </c:pt>
                <c:pt idx="227">
                  <c:v>7.2554055634736629</c:v>
                </c:pt>
                <c:pt idx="228">
                  <c:v>7.24642400747938</c:v>
                </c:pt>
                <c:pt idx="229">
                  <c:v>7.2378808047436465</c:v>
                </c:pt>
                <c:pt idx="230">
                  <c:v>7.2362486924349891</c:v>
                </c:pt>
                <c:pt idx="231">
                  <c:v>7.2336320643017649</c:v>
                </c:pt>
                <c:pt idx="232">
                  <c:v>7.2355362353062214</c:v>
                </c:pt>
                <c:pt idx="233">
                  <c:v>7.2316983140154409</c:v>
                </c:pt>
                <c:pt idx="234">
                  <c:v>7.2278727605592605</c:v>
                </c:pt>
                <c:pt idx="235">
                  <c:v>7.2327731941463371</c:v>
                </c:pt>
                <c:pt idx="236">
                  <c:v>7.2321117275081654</c:v>
                </c:pt>
                <c:pt idx="237">
                  <c:v>7.2340000252658996</c:v>
                </c:pt>
                <c:pt idx="238">
                  <c:v>7.2333859300854009</c:v>
                </c:pt>
                <c:pt idx="239">
                  <c:v>7.2327136400138867</c:v>
                </c:pt>
                <c:pt idx="240">
                  <c:v>7.2303409094505176</c:v>
                </c:pt>
                <c:pt idx="241">
                  <c:v>7.2319275334610733</c:v>
                </c:pt>
                <c:pt idx="242">
                  <c:v>7.2366847985265856</c:v>
                </c:pt>
                <c:pt idx="243">
                  <c:v>7.2335251976261299</c:v>
                </c:pt>
                <c:pt idx="244">
                  <c:v>7.2368564669324078</c:v>
                </c:pt>
                <c:pt idx="245">
                  <c:v>7.2374876178575942</c:v>
                </c:pt>
                <c:pt idx="246">
                  <c:v>7.2386541584135884</c:v>
                </c:pt>
                <c:pt idx="247">
                  <c:v>7.2468682395623389</c:v>
                </c:pt>
                <c:pt idx="248">
                  <c:v>7.2607363695100622</c:v>
                </c:pt>
                <c:pt idx="249">
                  <c:v>7.2831417434137302</c:v>
                </c:pt>
                <c:pt idx="250">
                  <c:v>7.3030656306065556</c:v>
                </c:pt>
                <c:pt idx="251">
                  <c:v>7.3499481653489349</c:v>
                </c:pt>
                <c:pt idx="252">
                  <c:v>7.3788209614925471</c:v>
                </c:pt>
                <c:pt idx="253">
                  <c:v>7.446444173909109</c:v>
                </c:pt>
                <c:pt idx="254">
                  <c:v>7.5297240633841813</c:v>
                </c:pt>
                <c:pt idx="255">
                  <c:v>7.7000191219599943</c:v>
                </c:pt>
                <c:pt idx="256">
                  <c:v>7.850694780257033</c:v>
                </c:pt>
                <c:pt idx="257">
                  <c:v>7.9703196747327656</c:v>
                </c:pt>
                <c:pt idx="258">
                  <c:v>8.0867116113523565</c:v>
                </c:pt>
                <c:pt idx="259">
                  <c:v>8.1999999999999993</c:v>
                </c:pt>
                <c:pt idx="260">
                  <c:v>7.7881901428450799</c:v>
                </c:pt>
                <c:pt idx="261">
                  <c:v>7.4590786554892077</c:v>
                </c:pt>
                <c:pt idx="262">
                  <c:v>7.293381822314708</c:v>
                </c:pt>
                <c:pt idx="263">
                  <c:v>7.2453648259558259</c:v>
                </c:pt>
                <c:pt idx="264">
                  <c:v>7.2255529751850824</c:v>
                </c:pt>
                <c:pt idx="265">
                  <c:v>7.235069600988659</c:v>
                </c:pt>
                <c:pt idx="266">
                  <c:v>7.2408862685070607</c:v>
                </c:pt>
                <c:pt idx="267">
                  <c:v>7.2263168331017829</c:v>
                </c:pt>
                <c:pt idx="268">
                  <c:v>7.218723083653054</c:v>
                </c:pt>
                <c:pt idx="269">
                  <c:v>7.2294885724911486</c:v>
                </c:pt>
                <c:pt idx="270">
                  <c:v>7.2290846147739769</c:v>
                </c:pt>
                <c:pt idx="271">
                  <c:v>7.2364390619830257</c:v>
                </c:pt>
                <c:pt idx="272">
                  <c:v>7.2419608856268445</c:v>
                </c:pt>
                <c:pt idx="273">
                  <c:v>7.2544576756288066</c:v>
                </c:pt>
                <c:pt idx="274">
                  <c:v>7.2663374920566435</c:v>
                </c:pt>
                <c:pt idx="275">
                  <c:v>7.2951393930285917</c:v>
                </c:pt>
                <c:pt idx="276">
                  <c:v>7.3627927191656042</c:v>
                </c:pt>
                <c:pt idx="277">
                  <c:v>7.512244235368704</c:v>
                </c:pt>
                <c:pt idx="278">
                  <c:v>7.8869962053682334</c:v>
                </c:pt>
                <c:pt idx="279">
                  <c:v>7.9426933576909393</c:v>
                </c:pt>
                <c:pt idx="280">
                  <c:v>7.7847644167795451</c:v>
                </c:pt>
                <c:pt idx="281">
                  <c:v>7.5143683888684887</c:v>
                </c:pt>
                <c:pt idx="282">
                  <c:v>7.3200289384605499</c:v>
                </c:pt>
                <c:pt idx="283">
                  <c:v>7.2603507278868333</c:v>
                </c:pt>
                <c:pt idx="284">
                  <c:v>7.2405566629796301</c:v>
                </c:pt>
                <c:pt idx="285">
                  <c:v>7.2179184863669184</c:v>
                </c:pt>
                <c:pt idx="286">
                  <c:v>7.1783686572829017</c:v>
                </c:pt>
                <c:pt idx="287">
                  <c:v>7.203319550057083</c:v>
                </c:pt>
                <c:pt idx="288">
                  <c:v>7.2162763817400366</c:v>
                </c:pt>
                <c:pt idx="289">
                  <c:v>7.2084681288434975</c:v>
                </c:pt>
                <c:pt idx="290">
                  <c:v>7.2142059361616733</c:v>
                </c:pt>
                <c:pt idx="291">
                  <c:v>7.1985935451774656</c:v>
                </c:pt>
                <c:pt idx="292">
                  <c:v>7.1987478335458972</c:v>
                </c:pt>
                <c:pt idx="293">
                  <c:v>7.1941913869339382</c:v>
                </c:pt>
                <c:pt idx="294">
                  <c:v>7.2053049594082532</c:v>
                </c:pt>
                <c:pt idx="295">
                  <c:v>7.2025503109330007</c:v>
                </c:pt>
                <c:pt idx="296">
                  <c:v>7.1917278970215461</c:v>
                </c:pt>
                <c:pt idx="297">
                  <c:v>7.1943806250081641</c:v>
                </c:pt>
                <c:pt idx="298">
                  <c:v>7.1945836879985601</c:v>
                </c:pt>
                <c:pt idx="299">
                  <c:v>7.203601888542253</c:v>
                </c:pt>
                <c:pt idx="300">
                  <c:v>7.2177457154185074</c:v>
                </c:pt>
                <c:pt idx="301">
                  <c:v>7.2239299167709961</c:v>
                </c:pt>
                <c:pt idx="302">
                  <c:v>7.2340429150142</c:v>
                </c:pt>
                <c:pt idx="303">
                  <c:v>7.2145742337800334</c:v>
                </c:pt>
                <c:pt idx="304">
                  <c:v>7.2016478624661779</c:v>
                </c:pt>
                <c:pt idx="305">
                  <c:v>7.200379225269856</c:v>
                </c:pt>
                <c:pt idx="306">
                  <c:v>7.2109509474426199</c:v>
                </c:pt>
                <c:pt idx="307">
                  <c:v>7.2186628351712638</c:v>
                </c:pt>
                <c:pt idx="308">
                  <c:v>7.2158613438906754</c:v>
                </c:pt>
                <c:pt idx="309">
                  <c:v>7.2158804942558712</c:v>
                </c:pt>
                <c:pt idx="310">
                  <c:v>7.2145272189654293</c:v>
                </c:pt>
                <c:pt idx="311">
                  <c:v>7.2093072647490573</c:v>
                </c:pt>
                <c:pt idx="312">
                  <c:v>7.2014226005487698</c:v>
                </c:pt>
                <c:pt idx="313">
                  <c:v>7.207544899342575</c:v>
                </c:pt>
                <c:pt idx="314">
                  <c:v>7.2088225689323098</c:v>
                </c:pt>
                <c:pt idx="315">
                  <c:v>7.210207642266373</c:v>
                </c:pt>
                <c:pt idx="316">
                  <c:v>7.2149435929112471</c:v>
                </c:pt>
                <c:pt idx="317">
                  <c:v>7.2138250560916442</c:v>
                </c:pt>
                <c:pt idx="318">
                  <c:v>7.2093110805142917</c:v>
                </c:pt>
                <c:pt idx="319">
                  <c:v>7.2124438868945493</c:v>
                </c:pt>
                <c:pt idx="320">
                  <c:v>7.2134080887927539</c:v>
                </c:pt>
                <c:pt idx="321">
                  <c:v>7.2358553961363139</c:v>
                </c:pt>
                <c:pt idx="322">
                  <c:v>7.2742760385547189</c:v>
                </c:pt>
                <c:pt idx="323">
                  <c:v>7.3170302751124865</c:v>
                </c:pt>
                <c:pt idx="324">
                  <c:v>7.3245149065104487</c:v>
                </c:pt>
                <c:pt idx="325">
                  <c:v>7.3029160635506223</c:v>
                </c:pt>
                <c:pt idx="326">
                  <c:v>7.2868288562361228</c:v>
                </c:pt>
                <c:pt idx="327">
                  <c:v>7.2886881638568832</c:v>
                </c:pt>
                <c:pt idx="328">
                  <c:v>7.316362849694527</c:v>
                </c:pt>
                <c:pt idx="329">
                  <c:v>7.3713399659602183</c:v>
                </c:pt>
                <c:pt idx="330">
                  <c:v>7.5195007161981984</c:v>
                </c:pt>
                <c:pt idx="331">
                  <c:v>7.7417620913068195</c:v>
                </c:pt>
                <c:pt idx="332">
                  <c:v>7.6965952811581229</c:v>
                </c:pt>
                <c:pt idx="333">
                  <c:v>7.6250564939455439</c:v>
                </c:pt>
                <c:pt idx="334">
                  <c:v>7.4591797190876346</c:v>
                </c:pt>
                <c:pt idx="335">
                  <c:v>7.3485784034698547</c:v>
                </c:pt>
                <c:pt idx="336">
                  <c:v>7.2725781734676884</c:v>
                </c:pt>
                <c:pt idx="337">
                  <c:v>7.2410118910312216</c:v>
                </c:pt>
                <c:pt idx="338">
                  <c:v>7.2264169225070454</c:v>
                </c:pt>
                <c:pt idx="339">
                  <c:v>7.2219345103674017</c:v>
                </c:pt>
                <c:pt idx="340">
                  <c:v>7.2216474411013332</c:v>
                </c:pt>
                <c:pt idx="341">
                  <c:v>7.2226379725160879</c:v>
                </c:pt>
                <c:pt idx="342">
                  <c:v>7.2171376379322858</c:v>
                </c:pt>
                <c:pt idx="343">
                  <c:v>7.2100005683564961</c:v>
                </c:pt>
                <c:pt idx="344">
                  <c:v>7.2049532225476662</c:v>
                </c:pt>
                <c:pt idx="345">
                  <c:v>7.2060788706617558</c:v>
                </c:pt>
                <c:pt idx="346">
                  <c:v>7.2077254664664112</c:v>
                </c:pt>
                <c:pt idx="347">
                  <c:v>7.2030455435009779</c:v>
                </c:pt>
                <c:pt idx="348">
                  <c:v>7.2000852279376373</c:v>
                </c:pt>
                <c:pt idx="349">
                  <c:v>7.1999639901868173</c:v>
                </c:pt>
                <c:pt idx="350">
                  <c:v>7.2050137971632369</c:v>
                </c:pt>
                <c:pt idx="351">
                  <c:v>7.2023807505612529</c:v>
                </c:pt>
                <c:pt idx="352">
                  <c:v>7.2011652607439158</c:v>
                </c:pt>
                <c:pt idx="353">
                  <c:v>7.2054427535607246</c:v>
                </c:pt>
                <c:pt idx="354">
                  <c:v>7.2052255584571787</c:v>
                </c:pt>
                <c:pt idx="355">
                  <c:v>7.2025564419850676</c:v>
                </c:pt>
                <c:pt idx="356">
                  <c:v>7.1990618672373428</c:v>
                </c:pt>
                <c:pt idx="357">
                  <c:v>7.2018229639560651</c:v>
                </c:pt>
                <c:pt idx="358">
                  <c:v>7.2004577244873289</c:v>
                </c:pt>
                <c:pt idx="359">
                  <c:v>7.2004721819123505</c:v>
                </c:pt>
                <c:pt idx="360">
                  <c:v>7.2048752292320701</c:v>
                </c:pt>
                <c:pt idx="361">
                  <c:v>7.2080810601219669</c:v>
                </c:pt>
                <c:pt idx="362">
                  <c:v>7.211205043531411</c:v>
                </c:pt>
                <c:pt idx="363">
                  <c:v>7.2123399270177408</c:v>
                </c:pt>
                <c:pt idx="364">
                  <c:v>7.211689776169715</c:v>
                </c:pt>
                <c:pt idx="365">
                  <c:v>7.2109233302236584</c:v>
                </c:pt>
                <c:pt idx="366">
                  <c:v>7.2116223211834152</c:v>
                </c:pt>
                <c:pt idx="367">
                  <c:v>7.2122992328862159</c:v>
                </c:pt>
                <c:pt idx="368">
                  <c:v>7.2096326031841835</c:v>
                </c:pt>
                <c:pt idx="369">
                  <c:v>7.2087373633259597</c:v>
                </c:pt>
                <c:pt idx="370">
                  <c:v>7.2084078903561295</c:v>
                </c:pt>
                <c:pt idx="371">
                  <c:v>7.2067777232776669</c:v>
                </c:pt>
                <c:pt idx="372">
                  <c:v>7.20733220172907</c:v>
                </c:pt>
                <c:pt idx="373">
                  <c:v>7.2069074850707322</c:v>
                </c:pt>
                <c:pt idx="374">
                  <c:v>7.2051260639830543</c:v>
                </c:pt>
                <c:pt idx="375">
                  <c:v>7.2053552639658651</c:v>
                </c:pt>
                <c:pt idx="376">
                  <c:v>7.2052991010987117</c:v>
                </c:pt>
                <c:pt idx="377">
                  <c:v>7.204594521678815</c:v>
                </c:pt>
                <c:pt idx="378">
                  <c:v>7.2039446462034258</c:v>
                </c:pt>
                <c:pt idx="379">
                  <c:v>7.2038950112721096</c:v>
                </c:pt>
                <c:pt idx="380">
                  <c:v>7.2055306376722541</c:v>
                </c:pt>
                <c:pt idx="381">
                  <c:v>7.2037108035484403</c:v>
                </c:pt>
                <c:pt idx="382">
                  <c:v>7.2032849612025363</c:v>
                </c:pt>
                <c:pt idx="383">
                  <c:v>7.2058972125678205</c:v>
                </c:pt>
                <c:pt idx="384">
                  <c:v>7.2030327824647626</c:v>
                </c:pt>
                <c:pt idx="385">
                  <c:v>7.2020541950421997</c:v>
                </c:pt>
                <c:pt idx="386">
                  <c:v>7.2036079146528857</c:v>
                </c:pt>
                <c:pt idx="387">
                  <c:v>7.2083520236394891</c:v>
                </c:pt>
                <c:pt idx="388">
                  <c:v>7.2035305262628508</c:v>
                </c:pt>
                <c:pt idx="389">
                  <c:v>7.2009116818664785</c:v>
                </c:pt>
                <c:pt idx="390">
                  <c:v>7.1963744956898665</c:v>
                </c:pt>
                <c:pt idx="391">
                  <c:v>7.1939862945497905</c:v>
                </c:pt>
                <c:pt idx="392">
                  <c:v>7.2043061899594028</c:v>
                </c:pt>
                <c:pt idx="393">
                  <c:v>7.2061209903135151</c:v>
                </c:pt>
                <c:pt idx="394">
                  <c:v>7.2027829613586096</c:v>
                </c:pt>
                <c:pt idx="395">
                  <c:v>7.206398261363562</c:v>
                </c:pt>
                <c:pt idx="396">
                  <c:v>7.207292560168022</c:v>
                </c:pt>
                <c:pt idx="397">
                  <c:v>7.2058770953737721</c:v>
                </c:pt>
                <c:pt idx="398">
                  <c:v>7.2037241113847603</c:v>
                </c:pt>
                <c:pt idx="399">
                  <c:v>7.2112894963999548</c:v>
                </c:pt>
                <c:pt idx="400">
                  <c:v>7.2179445896939098</c:v>
                </c:pt>
                <c:pt idx="401">
                  <c:v>7.2145414120971578</c:v>
                </c:pt>
                <c:pt idx="402">
                  <c:v>7.2149037772368416</c:v>
                </c:pt>
                <c:pt idx="403">
                  <c:v>7.2150758759288456</c:v>
                </c:pt>
                <c:pt idx="404">
                  <c:v>7.218054892346732</c:v>
                </c:pt>
                <c:pt idx="405">
                  <c:v>7.2194083833062868</c:v>
                </c:pt>
                <c:pt idx="406">
                  <c:v>7.208483107852433</c:v>
                </c:pt>
                <c:pt idx="407">
                  <c:v>7.2098381758266239</c:v>
                </c:pt>
                <c:pt idx="408">
                  <c:v>7.2081988464930129</c:v>
                </c:pt>
                <c:pt idx="409">
                  <c:v>7.2096346452024687</c:v>
                </c:pt>
                <c:pt idx="410">
                  <c:v>7.2076033051685044</c:v>
                </c:pt>
                <c:pt idx="411">
                  <c:v>7.2026674676554405</c:v>
                </c:pt>
                <c:pt idx="412">
                  <c:v>7.2009134796789454</c:v>
                </c:pt>
                <c:pt idx="413">
                  <c:v>7.1991691609772737</c:v>
                </c:pt>
                <c:pt idx="414">
                  <c:v>7.1970539299322569</c:v>
                </c:pt>
                <c:pt idx="415">
                  <c:v>7.2008590923998188</c:v>
                </c:pt>
                <c:pt idx="416">
                  <c:v>7.1998354145492174</c:v>
                </c:pt>
                <c:pt idx="417">
                  <c:v>7.2060773104798308</c:v>
                </c:pt>
                <c:pt idx="418">
                  <c:v>7.2093247928617048</c:v>
                </c:pt>
                <c:pt idx="419">
                  <c:v>7.2032590845911244</c:v>
                </c:pt>
                <c:pt idx="420">
                  <c:v>7.202393022396798</c:v>
                </c:pt>
                <c:pt idx="421">
                  <c:v>7.198105416802675</c:v>
                </c:pt>
                <c:pt idx="422">
                  <c:v>7.2039774555247789</c:v>
                </c:pt>
                <c:pt idx="423">
                  <c:v>7.2080851541529602</c:v>
                </c:pt>
                <c:pt idx="424">
                  <c:v>7.200929268696358</c:v>
                </c:pt>
                <c:pt idx="425">
                  <c:v>7.1956142173544215</c:v>
                </c:pt>
                <c:pt idx="426">
                  <c:v>7.2006950203467293</c:v>
                </c:pt>
                <c:pt idx="427">
                  <c:v>7.2087604041515458</c:v>
                </c:pt>
                <c:pt idx="428">
                  <c:v>7.2087043943568609</c:v>
                </c:pt>
                <c:pt idx="429">
                  <c:v>7.2120446212956422</c:v>
                </c:pt>
                <c:pt idx="430">
                  <c:v>7.205271153537792</c:v>
                </c:pt>
                <c:pt idx="431">
                  <c:v>7.2080473847050177</c:v>
                </c:pt>
                <c:pt idx="432">
                  <c:v>7.2136748462365494</c:v>
                </c:pt>
                <c:pt idx="433">
                  <c:v>7.2111724049042714</c:v>
                </c:pt>
                <c:pt idx="434">
                  <c:v>7.2063014490767729</c:v>
                </c:pt>
                <c:pt idx="435">
                  <c:v>7.1926783444905595</c:v>
                </c:pt>
                <c:pt idx="436">
                  <c:v>7.2497083934766104</c:v>
                </c:pt>
                <c:pt idx="437">
                  <c:v>7.2436948274222912</c:v>
                </c:pt>
                <c:pt idx="438">
                  <c:v>7.1883502351849584</c:v>
                </c:pt>
                <c:pt idx="439">
                  <c:v>7.1637805544008319</c:v>
                </c:pt>
                <c:pt idx="440">
                  <c:v>7.2189685803304791</c:v>
                </c:pt>
                <c:pt idx="441">
                  <c:v>7.1985171286134948</c:v>
                </c:pt>
                <c:pt idx="442">
                  <c:v>7.1960517750043529</c:v>
                </c:pt>
                <c:pt idx="443">
                  <c:v>7.179286031630415</c:v>
                </c:pt>
                <c:pt idx="444">
                  <c:v>7.1657524539231465</c:v>
                </c:pt>
                <c:pt idx="445">
                  <c:v>7.1725068802024019</c:v>
                </c:pt>
                <c:pt idx="446">
                  <c:v>7.1728142581346095</c:v>
                </c:pt>
                <c:pt idx="447">
                  <c:v>7.1742852245860735</c:v>
                </c:pt>
                <c:pt idx="448">
                  <c:v>7.1790352894593426</c:v>
                </c:pt>
                <c:pt idx="449">
                  <c:v>7.1866215378311145</c:v>
                </c:pt>
                <c:pt idx="450">
                  <c:v>7.190249158591679</c:v>
                </c:pt>
                <c:pt idx="451">
                  <c:v>7.1898845483891298</c:v>
                </c:pt>
                <c:pt idx="452">
                  <c:v>7.193638472346616</c:v>
                </c:pt>
                <c:pt idx="453">
                  <c:v>7.1995331585283093</c:v>
                </c:pt>
                <c:pt idx="454">
                  <c:v>7.1877722756273652</c:v>
                </c:pt>
                <c:pt idx="455">
                  <c:v>7.1912039478481535</c:v>
                </c:pt>
                <c:pt idx="456">
                  <c:v>7.2015038874210342</c:v>
                </c:pt>
                <c:pt idx="457">
                  <c:v>7.1843333600805117</c:v>
                </c:pt>
                <c:pt idx="458">
                  <c:v>7.1943647322986202</c:v>
                </c:pt>
                <c:pt idx="459">
                  <c:v>7.1911793021287522</c:v>
                </c:pt>
                <c:pt idx="460">
                  <c:v>7.2048362878066063</c:v>
                </c:pt>
                <c:pt idx="461">
                  <c:v>7.2080925032094934</c:v>
                </c:pt>
                <c:pt idx="462">
                  <c:v>7.2115604841144991</c:v>
                </c:pt>
                <c:pt idx="463">
                  <c:v>7.2070691111862191</c:v>
                </c:pt>
                <c:pt idx="464">
                  <c:v>7.2022217485076458</c:v>
                </c:pt>
                <c:pt idx="465">
                  <c:v>7.2022542272240289</c:v>
                </c:pt>
                <c:pt idx="466">
                  <c:v>7.1963386969841974</c:v>
                </c:pt>
                <c:pt idx="467">
                  <c:v>7.1957714196229787</c:v>
                </c:pt>
                <c:pt idx="468">
                  <c:v>7.1948166180049817</c:v>
                </c:pt>
                <c:pt idx="469">
                  <c:v>7.2005093186541824</c:v>
                </c:pt>
                <c:pt idx="470">
                  <c:v>7.2030196200735874</c:v>
                </c:pt>
                <c:pt idx="471">
                  <c:v>7.2012996610009781</c:v>
                </c:pt>
                <c:pt idx="472">
                  <c:v>7.2012172021511924</c:v>
                </c:pt>
                <c:pt idx="473">
                  <c:v>7.1999898072282669</c:v>
                </c:pt>
                <c:pt idx="474">
                  <c:v>7.2014564056301991</c:v>
                </c:pt>
                <c:pt idx="475">
                  <c:v>7.2027847177468249</c:v>
                </c:pt>
                <c:pt idx="476">
                  <c:v>7.2071147057408096</c:v>
                </c:pt>
                <c:pt idx="477">
                  <c:v>7.2095761199694941</c:v>
                </c:pt>
                <c:pt idx="478">
                  <c:v>7.1965022399246799</c:v>
                </c:pt>
                <c:pt idx="479">
                  <c:v>7.1970993866690245</c:v>
                </c:pt>
                <c:pt idx="480">
                  <c:v>7.1963860744911274</c:v>
                </c:pt>
                <c:pt idx="481">
                  <c:v>7.1985729444374842</c:v>
                </c:pt>
                <c:pt idx="482">
                  <c:v>7.1986425254741206</c:v>
                </c:pt>
                <c:pt idx="483">
                  <c:v>7.2036911455717956</c:v>
                </c:pt>
                <c:pt idx="484">
                  <c:v>7.207178781034302</c:v>
                </c:pt>
                <c:pt idx="485">
                  <c:v>7.199962796445126</c:v>
                </c:pt>
                <c:pt idx="486">
                  <c:v>7.1971580741798569</c:v>
                </c:pt>
                <c:pt idx="487">
                  <c:v>7.1966616664782244</c:v>
                </c:pt>
                <c:pt idx="488">
                  <c:v>7.192605170064585</c:v>
                </c:pt>
                <c:pt idx="489">
                  <c:v>7.1999807141840808</c:v>
                </c:pt>
                <c:pt idx="490">
                  <c:v>7.203897753162968</c:v>
                </c:pt>
                <c:pt idx="491">
                  <c:v>7.1997338895471064</c:v>
                </c:pt>
                <c:pt idx="492">
                  <c:v>7.2016212707275482</c:v>
                </c:pt>
                <c:pt idx="493">
                  <c:v>7.2060094157389489</c:v>
                </c:pt>
                <c:pt idx="494">
                  <c:v>7.2046903534601725</c:v>
                </c:pt>
                <c:pt idx="495">
                  <c:v>7.2056820657948268</c:v>
                </c:pt>
                <c:pt idx="496">
                  <c:v>7.2060329731183623</c:v>
                </c:pt>
                <c:pt idx="497">
                  <c:v>7.2057112205767577</c:v>
                </c:pt>
                <c:pt idx="498">
                  <c:v>7.2070687019409263</c:v>
                </c:pt>
                <c:pt idx="499">
                  <c:v>7.2060636970245966</c:v>
                </c:pt>
                <c:pt idx="500">
                  <c:v>7.2095634722910678</c:v>
                </c:pt>
                <c:pt idx="501">
                  <c:v>7.2083397894145342</c:v>
                </c:pt>
                <c:pt idx="502">
                  <c:v>7.2112491820564779</c:v>
                </c:pt>
                <c:pt idx="503">
                  <c:v>7.2101600393589189</c:v>
                </c:pt>
                <c:pt idx="504">
                  <c:v>7.2113254542273468</c:v>
                </c:pt>
                <c:pt idx="505">
                  <c:v>7.2168613563300488</c:v>
                </c:pt>
                <c:pt idx="506">
                  <c:v>7.2184991412624022</c:v>
                </c:pt>
                <c:pt idx="507">
                  <c:v>7.2284113420929419</c:v>
                </c:pt>
                <c:pt idx="508">
                  <c:v>7.2375436244961469</c:v>
                </c:pt>
                <c:pt idx="509">
                  <c:v>7.2487401338429471</c:v>
                </c:pt>
                <c:pt idx="510">
                  <c:v>7.2714267150209864</c:v>
                </c:pt>
                <c:pt idx="511">
                  <c:v>7.2960985798308835</c:v>
                </c:pt>
                <c:pt idx="512">
                  <c:v>7.3129677507471369</c:v>
                </c:pt>
                <c:pt idx="513">
                  <c:v>7.3252932005811457</c:v>
                </c:pt>
                <c:pt idx="514">
                  <c:v>7.3312007163463271</c:v>
                </c:pt>
                <c:pt idx="515">
                  <c:v>7.337688236843519</c:v>
                </c:pt>
                <c:pt idx="516">
                  <c:v>7.321220298849302</c:v>
                </c:pt>
                <c:pt idx="517">
                  <c:v>7.3095811607352905</c:v>
                </c:pt>
                <c:pt idx="518">
                  <c:v>7.3000334449140096</c:v>
                </c:pt>
                <c:pt idx="519">
                  <c:v>7.2918678966800101</c:v>
                </c:pt>
                <c:pt idx="520">
                  <c:v>7.278448286948441</c:v>
                </c:pt>
                <c:pt idx="521">
                  <c:v>7.2732118408832083</c:v>
                </c:pt>
                <c:pt idx="522">
                  <c:v>7.2605158273270858</c:v>
                </c:pt>
                <c:pt idx="523">
                  <c:v>7.2574304334342354</c:v>
                </c:pt>
                <c:pt idx="524">
                  <c:v>7.2531466767447474</c:v>
                </c:pt>
                <c:pt idx="525">
                  <c:v>7.2590374986685324</c:v>
                </c:pt>
                <c:pt idx="526">
                  <c:v>7.2642621828767693</c:v>
                </c:pt>
                <c:pt idx="527">
                  <c:v>7.2672060683742039</c:v>
                </c:pt>
                <c:pt idx="528">
                  <c:v>7.2558687239404378</c:v>
                </c:pt>
                <c:pt idx="529">
                  <c:v>7.2624631700277549</c:v>
                </c:pt>
                <c:pt idx="530">
                  <c:v>7.2758988634149366</c:v>
                </c:pt>
                <c:pt idx="531">
                  <c:v>7.2786489496994147</c:v>
                </c:pt>
                <c:pt idx="532">
                  <c:v>7.2867050768938446</c:v>
                </c:pt>
                <c:pt idx="533">
                  <c:v>7.2939836254078063</c:v>
                </c:pt>
                <c:pt idx="534">
                  <c:v>7.2935395448192484</c:v>
                </c:pt>
                <c:pt idx="535">
                  <c:v>7.3022938507951167</c:v>
                </c:pt>
                <c:pt idx="536">
                  <c:v>7.3145283703228792</c:v>
                </c:pt>
                <c:pt idx="537">
                  <c:v>7.3264808409407092</c:v>
                </c:pt>
                <c:pt idx="538">
                  <c:v>7.3326563166364958</c:v>
                </c:pt>
                <c:pt idx="539">
                  <c:v>7.3348907748931902</c:v>
                </c:pt>
                <c:pt idx="540">
                  <c:v>7.3430812776216374</c:v>
                </c:pt>
                <c:pt idx="541">
                  <c:v>7.3705059051171036</c:v>
                </c:pt>
                <c:pt idx="542">
                  <c:v>7.3991841151185085</c:v>
                </c:pt>
                <c:pt idx="543">
                  <c:v>7.4201804816767858</c:v>
                </c:pt>
                <c:pt idx="544">
                  <c:v>7.4484962665719721</c:v>
                </c:pt>
                <c:pt idx="545">
                  <c:v>7.4862736174721922</c:v>
                </c:pt>
                <c:pt idx="546">
                  <c:v>7.5162694416131828</c:v>
                </c:pt>
                <c:pt idx="547">
                  <c:v>7.5347756946960933</c:v>
                </c:pt>
                <c:pt idx="548">
                  <c:v>7.5470348909785692</c:v>
                </c:pt>
                <c:pt idx="549">
                  <c:v>7.5712383771811975</c:v>
                </c:pt>
                <c:pt idx="550">
                  <c:v>7.5770088662603392</c:v>
                </c:pt>
                <c:pt idx="551">
                  <c:v>7.5838721012892893</c:v>
                </c:pt>
                <c:pt idx="552">
                  <c:v>7.5890060108938613</c:v>
                </c:pt>
                <c:pt idx="553">
                  <c:v>7.5810196973693982</c:v>
                </c:pt>
                <c:pt idx="554">
                  <c:v>7.5720837496062812</c:v>
                </c:pt>
                <c:pt idx="555">
                  <c:v>7.5364061784399352</c:v>
                </c:pt>
                <c:pt idx="556">
                  <c:v>7.5143832016543994</c:v>
                </c:pt>
                <c:pt idx="557">
                  <c:v>7.4839858836843494</c:v>
                </c:pt>
                <c:pt idx="558">
                  <c:v>7.4307205194924819</c:v>
                </c:pt>
                <c:pt idx="559">
                  <c:v>7.3959685791185237</c:v>
                </c:pt>
                <c:pt idx="560">
                  <c:v>7.3695263928159607</c:v>
                </c:pt>
                <c:pt idx="561">
                  <c:v>7.3259477658077001</c:v>
                </c:pt>
                <c:pt idx="562">
                  <c:v>7.2946848593263391</c:v>
                </c:pt>
                <c:pt idx="563">
                  <c:v>7.2978462444941883</c:v>
                </c:pt>
                <c:pt idx="564">
                  <c:v>7.2708413490704373</c:v>
                </c:pt>
                <c:pt idx="565">
                  <c:v>7.2564363987114495</c:v>
                </c:pt>
                <c:pt idx="566">
                  <c:v>7.2641521053614611</c:v>
                </c:pt>
                <c:pt idx="567">
                  <c:v>7.2775841376339425</c:v>
                </c:pt>
                <c:pt idx="568">
                  <c:v>7.2608825195256088</c:v>
                </c:pt>
                <c:pt idx="569">
                  <c:v>7.2401505780285715</c:v>
                </c:pt>
                <c:pt idx="570">
                  <c:v>7.1892707719781006</c:v>
                </c:pt>
                <c:pt idx="571">
                  <c:v>7.1892832344967026</c:v>
                </c:pt>
                <c:pt idx="572">
                  <c:v>7.1857419539724328</c:v>
                </c:pt>
                <c:pt idx="573">
                  <c:v>7.2046361894774815</c:v>
                </c:pt>
                <c:pt idx="574">
                  <c:v>7.1624588372878764</c:v>
                </c:pt>
                <c:pt idx="575">
                  <c:v>7.2111489411568144</c:v>
                </c:pt>
                <c:pt idx="576">
                  <c:v>7.2306801180397242</c:v>
                </c:pt>
                <c:pt idx="577">
                  <c:v>7.1337327550556378</c:v>
                </c:pt>
                <c:pt idx="578">
                  <c:v>7.1141324094060119</c:v>
                </c:pt>
                <c:pt idx="579">
                  <c:v>7.1106264838876623</c:v>
                </c:pt>
                <c:pt idx="580">
                  <c:v>7.1922656369196636</c:v>
                </c:pt>
                <c:pt idx="581">
                  <c:v>7.1371136808601436</c:v>
                </c:pt>
                <c:pt idx="582">
                  <c:v>7.0028335378171098</c:v>
                </c:pt>
                <c:pt idx="583">
                  <c:v>7.1768697948206963</c:v>
                </c:pt>
                <c:pt idx="584">
                  <c:v>7.1987737454007981</c:v>
                </c:pt>
                <c:pt idx="585">
                  <c:v>7.2175261968747852</c:v>
                </c:pt>
                <c:pt idx="586">
                  <c:v>6.9818266339815818</c:v>
                </c:pt>
                <c:pt idx="587">
                  <c:v>6.7430594220293329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4-57AB-4D59-AD3D-6260AFD7ADF0}"/>
            </c:ext>
          </c:extLst>
        </c:ser>
        <c:ser>
          <c:idx val="5"/>
          <c:order val="5"/>
          <c:tx>
            <c:strRef>
              <c:f>'Fully separated 1%'!$G$1</c:f>
              <c:strCache>
                <c:ptCount val="1"/>
                <c:pt idx="0">
                  <c:v>1G_5/O-PTIR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1%'!$A$2:$A$589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1%'!$G$2:$G$589</c:f>
              <c:numCache>
                <c:formatCode>General</c:formatCode>
                <c:ptCount val="588"/>
                <c:pt idx="0">
                  <c:v>6.765127182780617</c:v>
                </c:pt>
                <c:pt idx="1">
                  <c:v>6.9607109613907534</c:v>
                </c:pt>
                <c:pt idx="2">
                  <c:v>7.0233200511360829</c:v>
                </c:pt>
                <c:pt idx="3">
                  <c:v>6.9386152455708823</c:v>
                </c:pt>
                <c:pt idx="4">
                  <c:v>6.9349751939556583</c:v>
                </c:pt>
                <c:pt idx="5">
                  <c:v>6.9542201389543052</c:v>
                </c:pt>
                <c:pt idx="6">
                  <c:v>6.983617869971174</c:v>
                </c:pt>
                <c:pt idx="7">
                  <c:v>6.968127561400542</c:v>
                </c:pt>
                <c:pt idx="8">
                  <c:v>6.9615237358414488</c:v>
                </c:pt>
                <c:pt idx="9">
                  <c:v>6.9686576673309784</c:v>
                </c:pt>
                <c:pt idx="10">
                  <c:v>6.9851718142462236</c:v>
                </c:pt>
                <c:pt idx="11">
                  <c:v>7.0108620669067196</c:v>
                </c:pt>
                <c:pt idx="12">
                  <c:v>6.988688141799237</c:v>
                </c:pt>
                <c:pt idx="13">
                  <c:v>6.9937733901303218</c:v>
                </c:pt>
                <c:pt idx="14">
                  <c:v>7.0123086511170714</c:v>
                </c:pt>
                <c:pt idx="15">
                  <c:v>7.0114587384210099</c:v>
                </c:pt>
                <c:pt idx="16">
                  <c:v>7.0041412203837963</c:v>
                </c:pt>
                <c:pt idx="17">
                  <c:v>7.0233414019441467</c:v>
                </c:pt>
                <c:pt idx="18">
                  <c:v>7.0284643798128918</c:v>
                </c:pt>
                <c:pt idx="19">
                  <c:v>7.0273551583252285</c:v>
                </c:pt>
                <c:pt idx="20">
                  <c:v>7.0276055019738637</c:v>
                </c:pt>
                <c:pt idx="21">
                  <c:v>7.0233892276470673</c:v>
                </c:pt>
                <c:pt idx="22">
                  <c:v>7.0264804153706359</c:v>
                </c:pt>
                <c:pt idx="23">
                  <c:v>7.0299395489543626</c:v>
                </c:pt>
                <c:pt idx="24">
                  <c:v>7.0278529500982838</c:v>
                </c:pt>
                <c:pt idx="25">
                  <c:v>7.0285881962854493</c:v>
                </c:pt>
                <c:pt idx="26">
                  <c:v>7.0297535496930452</c:v>
                </c:pt>
                <c:pt idx="27">
                  <c:v>7.0215291627127536</c:v>
                </c:pt>
                <c:pt idx="28">
                  <c:v>7.021298309611713</c:v>
                </c:pt>
                <c:pt idx="29">
                  <c:v>7.0260409117589502</c:v>
                </c:pt>
                <c:pt idx="30">
                  <c:v>7.0328002304505137</c:v>
                </c:pt>
                <c:pt idx="31">
                  <c:v>7.0471215896456867</c:v>
                </c:pt>
                <c:pt idx="32">
                  <c:v>7.0559722187817595</c:v>
                </c:pt>
                <c:pt idx="33">
                  <c:v>7.0808186397488306</c:v>
                </c:pt>
                <c:pt idx="34">
                  <c:v>7.1070357070581913</c:v>
                </c:pt>
                <c:pt idx="35">
                  <c:v>7.1044324352540427</c:v>
                </c:pt>
                <c:pt idx="36">
                  <c:v>7.0917054679411411</c:v>
                </c:pt>
                <c:pt idx="37">
                  <c:v>7.0987743077248924</c:v>
                </c:pt>
                <c:pt idx="38">
                  <c:v>7.1119925230868368</c:v>
                </c:pt>
                <c:pt idx="39">
                  <c:v>7.1257244756942253</c:v>
                </c:pt>
                <c:pt idx="40">
                  <c:v>7.1498782154836586</c:v>
                </c:pt>
                <c:pt idx="41">
                  <c:v>7.1847201949683681</c:v>
                </c:pt>
                <c:pt idx="42">
                  <c:v>7.2093328472209777</c:v>
                </c:pt>
                <c:pt idx="43">
                  <c:v>7.2082153088020586</c:v>
                </c:pt>
                <c:pt idx="44">
                  <c:v>7.2095085393803719</c:v>
                </c:pt>
                <c:pt idx="45">
                  <c:v>7.3014079458370142</c:v>
                </c:pt>
                <c:pt idx="46">
                  <c:v>7.4788927266831724</c:v>
                </c:pt>
                <c:pt idx="47">
                  <c:v>7.5445204660472918</c:v>
                </c:pt>
                <c:pt idx="48">
                  <c:v>7.4030321993864074</c:v>
                </c:pt>
                <c:pt idx="49">
                  <c:v>7.2363186614773154</c:v>
                </c:pt>
                <c:pt idx="50">
                  <c:v>7.1697657579302758</c:v>
                </c:pt>
                <c:pt idx="51">
                  <c:v>7.1252361312050789</c:v>
                </c:pt>
                <c:pt idx="52">
                  <c:v>7.0940464015014344</c:v>
                </c:pt>
                <c:pt idx="53">
                  <c:v>7.0689510833085549</c:v>
                </c:pt>
                <c:pt idx="54">
                  <c:v>7.0660898286003953</c:v>
                </c:pt>
                <c:pt idx="55">
                  <c:v>7.0560767844379129</c:v>
                </c:pt>
                <c:pt idx="56">
                  <c:v>7.0547145862763569</c:v>
                </c:pt>
                <c:pt idx="57">
                  <c:v>7.0600882131496672</c:v>
                </c:pt>
                <c:pt idx="58">
                  <c:v>7.0691558485667727</c:v>
                </c:pt>
                <c:pt idx="59">
                  <c:v>7.0843396829081167</c:v>
                </c:pt>
                <c:pt idx="60">
                  <c:v>7.0991907917851416</c:v>
                </c:pt>
                <c:pt idx="61">
                  <c:v>7.1151238356510529</c:v>
                </c:pt>
                <c:pt idx="62">
                  <c:v>7.1304236356032753</c:v>
                </c:pt>
                <c:pt idx="63">
                  <c:v>7.1489808547617484</c:v>
                </c:pt>
                <c:pt idx="64">
                  <c:v>7.1661611651028014</c:v>
                </c:pt>
                <c:pt idx="65">
                  <c:v>7.1592672567671798</c:v>
                </c:pt>
                <c:pt idx="66">
                  <c:v>7.1453182121648142</c:v>
                </c:pt>
                <c:pt idx="67">
                  <c:v>7.1377618743171274</c:v>
                </c:pt>
                <c:pt idx="68">
                  <c:v>7.132593805556029</c:v>
                </c:pt>
                <c:pt idx="69">
                  <c:v>7.1345079265256635</c:v>
                </c:pt>
                <c:pt idx="70">
                  <c:v>7.1391897507892752</c:v>
                </c:pt>
                <c:pt idx="71">
                  <c:v>7.1372983011581752</c:v>
                </c:pt>
                <c:pt idx="72">
                  <c:v>7.1338676969254324</c:v>
                </c:pt>
                <c:pt idx="73">
                  <c:v>7.1239651862525459</c:v>
                </c:pt>
                <c:pt idx="74">
                  <c:v>7.1087179503772822</c:v>
                </c:pt>
                <c:pt idx="75">
                  <c:v>7.0888640774398066</c:v>
                </c:pt>
                <c:pt idx="76">
                  <c:v>7.0753033598666564</c:v>
                </c:pt>
                <c:pt idx="77">
                  <c:v>7.0674572285270063</c:v>
                </c:pt>
                <c:pt idx="78">
                  <c:v>7.0628700056734059</c:v>
                </c:pt>
                <c:pt idx="79">
                  <c:v>7.0612617763460879</c:v>
                </c:pt>
                <c:pt idx="80">
                  <c:v>7.053509405348362</c:v>
                </c:pt>
                <c:pt idx="81">
                  <c:v>7.0469088315620692</c:v>
                </c:pt>
                <c:pt idx="82">
                  <c:v>7.0417472931321781</c:v>
                </c:pt>
                <c:pt idx="83">
                  <c:v>7.0360130971551289</c:v>
                </c:pt>
                <c:pt idx="84">
                  <c:v>7.0339312768515008</c:v>
                </c:pt>
                <c:pt idx="85">
                  <c:v>7.0343991008864277</c:v>
                </c:pt>
                <c:pt idx="86">
                  <c:v>7.0308522524724832</c:v>
                </c:pt>
                <c:pt idx="87">
                  <c:v>7.0296546679428902</c:v>
                </c:pt>
                <c:pt idx="88">
                  <c:v>7.0309201084529978</c:v>
                </c:pt>
                <c:pt idx="89">
                  <c:v>7.0300975599339761</c:v>
                </c:pt>
                <c:pt idx="90">
                  <c:v>7.0279913272273005</c:v>
                </c:pt>
                <c:pt idx="91">
                  <c:v>7.020156689592004</c:v>
                </c:pt>
                <c:pt idx="92">
                  <c:v>7.0133930088641936</c:v>
                </c:pt>
                <c:pt idx="93">
                  <c:v>7.0133916307446666</c:v>
                </c:pt>
                <c:pt idx="94">
                  <c:v>7.0092287803128439</c:v>
                </c:pt>
                <c:pt idx="95">
                  <c:v>7.0078194957311455</c:v>
                </c:pt>
                <c:pt idx="96">
                  <c:v>7.0086068780951845</c:v>
                </c:pt>
                <c:pt idx="97">
                  <c:v>7.0116333832631348</c:v>
                </c:pt>
                <c:pt idx="98">
                  <c:v>7.0140222925257527</c:v>
                </c:pt>
                <c:pt idx="99">
                  <c:v>7.0126865973839418</c:v>
                </c:pt>
                <c:pt idx="100">
                  <c:v>7.0138589284423984</c:v>
                </c:pt>
                <c:pt idx="101">
                  <c:v>7.0171397555913995</c:v>
                </c:pt>
                <c:pt idx="102">
                  <c:v>7.0170488144347081</c:v>
                </c:pt>
                <c:pt idx="103">
                  <c:v>7.0146703743269416</c:v>
                </c:pt>
                <c:pt idx="104">
                  <c:v>7.0151970101818737</c:v>
                </c:pt>
                <c:pt idx="105">
                  <c:v>7.019880910330099</c:v>
                </c:pt>
                <c:pt idx="106">
                  <c:v>7.029846868072438</c:v>
                </c:pt>
                <c:pt idx="107">
                  <c:v>7.0454630462324737</c:v>
                </c:pt>
                <c:pt idx="108">
                  <c:v>7.0767023935962081</c:v>
                </c:pt>
                <c:pt idx="109">
                  <c:v>7.1128347483134284</c:v>
                </c:pt>
                <c:pt idx="110">
                  <c:v>7.1317851051962959</c:v>
                </c:pt>
                <c:pt idx="111">
                  <c:v>7.1121377653671605</c:v>
                </c:pt>
                <c:pt idx="112">
                  <c:v>7.081370573271152</c:v>
                </c:pt>
                <c:pt idx="113">
                  <c:v>7.0615876232662966</c:v>
                </c:pt>
                <c:pt idx="114">
                  <c:v>7.0498584412764762</c:v>
                </c:pt>
                <c:pt idx="115">
                  <c:v>7.0342054087985195</c:v>
                </c:pt>
                <c:pt idx="116">
                  <c:v>7.0242147922255391</c:v>
                </c:pt>
                <c:pt idx="117">
                  <c:v>7.0247727632238828</c:v>
                </c:pt>
                <c:pt idx="118">
                  <c:v>7.0322875057010492</c:v>
                </c:pt>
                <c:pt idx="119">
                  <c:v>7.0338873055975579</c:v>
                </c:pt>
                <c:pt idx="120">
                  <c:v>7.0399731564280357</c:v>
                </c:pt>
                <c:pt idx="121">
                  <c:v>7.0569014275914732</c:v>
                </c:pt>
                <c:pt idx="122">
                  <c:v>7.0853488521145591</c:v>
                </c:pt>
                <c:pt idx="123">
                  <c:v>7.1056924516785491</c:v>
                </c:pt>
                <c:pt idx="124">
                  <c:v>7.1053406923612501</c:v>
                </c:pt>
                <c:pt idx="125">
                  <c:v>7.0790597253056617</c:v>
                </c:pt>
                <c:pt idx="126">
                  <c:v>7.0625163874349184</c:v>
                </c:pt>
                <c:pt idx="127">
                  <c:v>7.0560814022767167</c:v>
                </c:pt>
                <c:pt idx="128">
                  <c:v>7.0507040414896638</c:v>
                </c:pt>
                <c:pt idx="129">
                  <c:v>7.0479778398165793</c:v>
                </c:pt>
                <c:pt idx="130">
                  <c:v>7.0371236070305319</c:v>
                </c:pt>
                <c:pt idx="131">
                  <c:v>7.0264823626843311</c:v>
                </c:pt>
                <c:pt idx="132">
                  <c:v>7.0291559949233342</c:v>
                </c:pt>
                <c:pt idx="133">
                  <c:v>7.0228162406369297</c:v>
                </c:pt>
                <c:pt idx="134">
                  <c:v>7.017340726668257</c:v>
                </c:pt>
                <c:pt idx="135">
                  <c:v>7.0148633900782507</c:v>
                </c:pt>
                <c:pt idx="136">
                  <c:v>7.0154974429172983</c:v>
                </c:pt>
                <c:pt idx="137">
                  <c:v>7.0193749208217433</c:v>
                </c:pt>
                <c:pt idx="138">
                  <c:v>7.0073307507971609</c:v>
                </c:pt>
                <c:pt idx="139">
                  <c:v>7.0032361638219136</c:v>
                </c:pt>
                <c:pt idx="140">
                  <c:v>6.99949723204693</c:v>
                </c:pt>
                <c:pt idx="141">
                  <c:v>6.9960695475291539</c:v>
                </c:pt>
                <c:pt idx="142">
                  <c:v>6.9983359792647892</c:v>
                </c:pt>
                <c:pt idx="143">
                  <c:v>6.9972504771025692</c:v>
                </c:pt>
                <c:pt idx="144">
                  <c:v>7.0032241869721572</c:v>
                </c:pt>
                <c:pt idx="145">
                  <c:v>7.0108830815554048</c:v>
                </c:pt>
                <c:pt idx="146">
                  <c:v>7.0084837238967825</c:v>
                </c:pt>
                <c:pt idx="147">
                  <c:v>7.0024303184731638</c:v>
                </c:pt>
                <c:pt idx="148">
                  <c:v>6.995810746324822</c:v>
                </c:pt>
                <c:pt idx="149">
                  <c:v>7.0044899880835114</c:v>
                </c:pt>
                <c:pt idx="150">
                  <c:v>7.0033074835163509</c:v>
                </c:pt>
                <c:pt idx="151">
                  <c:v>7.0113346728422989</c:v>
                </c:pt>
                <c:pt idx="152">
                  <c:v>7.0084502345208541</c:v>
                </c:pt>
                <c:pt idx="153">
                  <c:v>7.0072949471447101</c:v>
                </c:pt>
                <c:pt idx="154">
                  <c:v>6.9985900888024863</c:v>
                </c:pt>
                <c:pt idx="155">
                  <c:v>6.9964600066927591</c:v>
                </c:pt>
                <c:pt idx="156">
                  <c:v>6.9936369161187475</c:v>
                </c:pt>
                <c:pt idx="157">
                  <c:v>6.9957998814126139</c:v>
                </c:pt>
                <c:pt idx="158">
                  <c:v>7.0003352304208883</c:v>
                </c:pt>
                <c:pt idx="159">
                  <c:v>7.0043022521103415</c:v>
                </c:pt>
                <c:pt idx="160">
                  <c:v>7.0036684617702516</c:v>
                </c:pt>
                <c:pt idx="161">
                  <c:v>7.008506439431569</c:v>
                </c:pt>
                <c:pt idx="162">
                  <c:v>7.0109649664980616</c:v>
                </c:pt>
                <c:pt idx="163">
                  <c:v>7.0065128214562238</c:v>
                </c:pt>
                <c:pt idx="164">
                  <c:v>7.0018197145923295</c:v>
                </c:pt>
                <c:pt idx="165">
                  <c:v>6.9998016704026069</c:v>
                </c:pt>
                <c:pt idx="166">
                  <c:v>6.9978858290436001</c:v>
                </c:pt>
                <c:pt idx="167">
                  <c:v>6.9985616567167419</c:v>
                </c:pt>
                <c:pt idx="168">
                  <c:v>7.0000414978881729</c:v>
                </c:pt>
                <c:pt idx="169">
                  <c:v>7.0070114891186579</c:v>
                </c:pt>
                <c:pt idx="170">
                  <c:v>7.0119474190695357</c:v>
                </c:pt>
                <c:pt idx="171">
                  <c:v>7.0126000986203225</c:v>
                </c:pt>
                <c:pt idx="172">
                  <c:v>7.0141203827611944</c:v>
                </c:pt>
                <c:pt idx="173">
                  <c:v>7.0166981466309322</c:v>
                </c:pt>
                <c:pt idx="174">
                  <c:v>7.0197234886338595</c:v>
                </c:pt>
                <c:pt idx="175">
                  <c:v>7.0215511362862015</c:v>
                </c:pt>
                <c:pt idx="176">
                  <c:v>7.0240219037058678</c:v>
                </c:pt>
                <c:pt idx="177">
                  <c:v>7.0306854504563541</c:v>
                </c:pt>
                <c:pt idx="178">
                  <c:v>7.0364248374842164</c:v>
                </c:pt>
                <c:pt idx="179">
                  <c:v>7.0417023549177902</c:v>
                </c:pt>
                <c:pt idx="180">
                  <c:v>7.0462518502426521</c:v>
                </c:pt>
                <c:pt idx="181">
                  <c:v>7.0517662622711299</c:v>
                </c:pt>
                <c:pt idx="182">
                  <c:v>7.0578876254605731</c:v>
                </c:pt>
                <c:pt idx="183">
                  <c:v>7.0685130207625742</c:v>
                </c:pt>
                <c:pt idx="184">
                  <c:v>7.0811740472659261</c:v>
                </c:pt>
                <c:pt idx="185">
                  <c:v>7.0877601943237991</c:v>
                </c:pt>
                <c:pt idx="186">
                  <c:v>7.0950277297470157</c:v>
                </c:pt>
                <c:pt idx="187">
                  <c:v>7.1050165865055561</c:v>
                </c:pt>
                <c:pt idx="188">
                  <c:v>7.1045399848269168</c:v>
                </c:pt>
                <c:pt idx="189">
                  <c:v>7.1093156122894259</c:v>
                </c:pt>
                <c:pt idx="190">
                  <c:v>7.1080001067995759</c:v>
                </c:pt>
                <c:pt idx="191">
                  <c:v>7.1009867775096547</c:v>
                </c:pt>
                <c:pt idx="192">
                  <c:v>7.1001584165137173</c:v>
                </c:pt>
                <c:pt idx="193">
                  <c:v>7.102080658879669</c:v>
                </c:pt>
                <c:pt idx="194">
                  <c:v>7.1065296947820693</c:v>
                </c:pt>
                <c:pt idx="195">
                  <c:v>7.1159511145084311</c:v>
                </c:pt>
                <c:pt idx="196">
                  <c:v>7.1208154559043324</c:v>
                </c:pt>
                <c:pt idx="197">
                  <c:v>7.1195292431552915</c:v>
                </c:pt>
                <c:pt idx="198">
                  <c:v>7.109784596141175</c:v>
                </c:pt>
                <c:pt idx="199">
                  <c:v>7.1017420780814611</c:v>
                </c:pt>
                <c:pt idx="200">
                  <c:v>7.1006739323235255</c:v>
                </c:pt>
                <c:pt idx="201">
                  <c:v>7.096600505643706</c:v>
                </c:pt>
                <c:pt idx="202">
                  <c:v>7.0921259376998478</c:v>
                </c:pt>
                <c:pt idx="203">
                  <c:v>7.0978936719365597</c:v>
                </c:pt>
                <c:pt idx="204">
                  <c:v>7.106311820647341</c:v>
                </c:pt>
                <c:pt idx="205">
                  <c:v>7.1124267606480078</c:v>
                </c:pt>
                <c:pt idx="206">
                  <c:v>7.1188468744366986</c:v>
                </c:pt>
                <c:pt idx="207">
                  <c:v>7.1238435260214255</c:v>
                </c:pt>
                <c:pt idx="208">
                  <c:v>7.1288435204500189</c:v>
                </c:pt>
                <c:pt idx="209">
                  <c:v>7.1324663274908708</c:v>
                </c:pt>
                <c:pt idx="210">
                  <c:v>7.1278831814067933</c:v>
                </c:pt>
                <c:pt idx="211">
                  <c:v>7.1315624846518464</c:v>
                </c:pt>
                <c:pt idx="212">
                  <c:v>7.1401481291260014</c:v>
                </c:pt>
                <c:pt idx="213">
                  <c:v>7.1483333287619226</c:v>
                </c:pt>
                <c:pt idx="214">
                  <c:v>7.150590551940379</c:v>
                </c:pt>
                <c:pt idx="215">
                  <c:v>7.1524382874593719</c:v>
                </c:pt>
                <c:pt idx="216">
                  <c:v>7.151089964242713</c:v>
                </c:pt>
                <c:pt idx="217">
                  <c:v>7.1504879630620897</c:v>
                </c:pt>
                <c:pt idx="218">
                  <c:v>7.1505019237209311</c:v>
                </c:pt>
                <c:pt idx="219">
                  <c:v>7.1570070550291236</c:v>
                </c:pt>
                <c:pt idx="220">
                  <c:v>7.1564213823550817</c:v>
                </c:pt>
                <c:pt idx="221">
                  <c:v>7.1483865142649865</c:v>
                </c:pt>
                <c:pt idx="222">
                  <c:v>7.1410020757346135</c:v>
                </c:pt>
                <c:pt idx="223">
                  <c:v>7.1355470902558418</c:v>
                </c:pt>
                <c:pt idx="224">
                  <c:v>7.1296013924401844</c:v>
                </c:pt>
                <c:pt idx="225">
                  <c:v>7.1172307272836832</c:v>
                </c:pt>
                <c:pt idx="226">
                  <c:v>7.0903380840858947</c:v>
                </c:pt>
                <c:pt idx="227">
                  <c:v>7.0786477465846636</c:v>
                </c:pt>
                <c:pt idx="228">
                  <c:v>7.0637646931916471</c:v>
                </c:pt>
                <c:pt idx="229">
                  <c:v>7.0418785185038839</c:v>
                </c:pt>
                <c:pt idx="230">
                  <c:v>7.0286279488061458</c:v>
                </c:pt>
                <c:pt idx="231">
                  <c:v>7.0238155929180737</c:v>
                </c:pt>
                <c:pt idx="232">
                  <c:v>7.0125049360518252</c:v>
                </c:pt>
                <c:pt idx="233">
                  <c:v>7.0147102795256044</c:v>
                </c:pt>
                <c:pt idx="234">
                  <c:v>7.0147642632397833</c:v>
                </c:pt>
                <c:pt idx="235">
                  <c:v>7.0144186204160501</c:v>
                </c:pt>
                <c:pt idx="236">
                  <c:v>7.0138429709164871</c:v>
                </c:pt>
                <c:pt idx="237">
                  <c:v>7.0166030081694819</c:v>
                </c:pt>
                <c:pt idx="238">
                  <c:v>7.0135776822379192</c:v>
                </c:pt>
                <c:pt idx="239">
                  <c:v>7.0143082021045684</c:v>
                </c:pt>
                <c:pt idx="240">
                  <c:v>7.0189036012649835</c:v>
                </c:pt>
                <c:pt idx="241">
                  <c:v>7.0186260287066284</c:v>
                </c:pt>
                <c:pt idx="242">
                  <c:v>7.0231422000566912</c:v>
                </c:pt>
                <c:pt idx="243">
                  <c:v>7.0285367652397035</c:v>
                </c:pt>
                <c:pt idx="244">
                  <c:v>7.028621198832953</c:v>
                </c:pt>
                <c:pt idx="245">
                  <c:v>7.0341873231560594</c:v>
                </c:pt>
                <c:pt idx="246">
                  <c:v>7.0389263775495294</c:v>
                </c:pt>
                <c:pt idx="247">
                  <c:v>7.0487564170816581</c:v>
                </c:pt>
                <c:pt idx="248">
                  <c:v>7.0727858716503951</c:v>
                </c:pt>
                <c:pt idx="249">
                  <c:v>7.1149557827470344</c:v>
                </c:pt>
                <c:pt idx="250">
                  <c:v>7.1467736778131075</c:v>
                </c:pt>
                <c:pt idx="251">
                  <c:v>7.2338316284972466</c:v>
                </c:pt>
                <c:pt idx="252">
                  <c:v>7.2997726523314661</c:v>
                </c:pt>
                <c:pt idx="253">
                  <c:v>7.3411146952873532</c:v>
                </c:pt>
                <c:pt idx="254">
                  <c:v>7.3768950174740739</c:v>
                </c:pt>
                <c:pt idx="255">
                  <c:v>7.4220191239811912</c:v>
                </c:pt>
                <c:pt idx="256">
                  <c:v>7.5031487874948155</c:v>
                </c:pt>
                <c:pt idx="257">
                  <c:v>7.6733030974534113</c:v>
                </c:pt>
                <c:pt idx="258">
                  <c:v>7.8388588971032371</c:v>
                </c:pt>
                <c:pt idx="259">
                  <c:v>8</c:v>
                </c:pt>
                <c:pt idx="260">
                  <c:v>7.7355059647048812</c:v>
                </c:pt>
                <c:pt idx="261">
                  <c:v>7.3359845656612963</c:v>
                </c:pt>
                <c:pt idx="262">
                  <c:v>7.0933751327387586</c:v>
                </c:pt>
                <c:pt idx="263">
                  <c:v>7.0455864314567433</c:v>
                </c:pt>
                <c:pt idx="264">
                  <c:v>7.022142708490386</c:v>
                </c:pt>
                <c:pt idx="265">
                  <c:v>7.0065182167472964</c:v>
                </c:pt>
                <c:pt idx="266">
                  <c:v>7.0105608406476616</c:v>
                </c:pt>
                <c:pt idx="267">
                  <c:v>7.0031072754944992</c:v>
                </c:pt>
                <c:pt idx="268">
                  <c:v>6.9951399804619347</c:v>
                </c:pt>
                <c:pt idx="269">
                  <c:v>6.9887900463052448</c:v>
                </c:pt>
                <c:pt idx="270">
                  <c:v>7.0047883934832376</c:v>
                </c:pt>
                <c:pt idx="271">
                  <c:v>7.0130071447716249</c:v>
                </c:pt>
                <c:pt idx="272">
                  <c:v>7.0155776296524133</c:v>
                </c:pt>
                <c:pt idx="273">
                  <c:v>7.0165230732190809</c:v>
                </c:pt>
                <c:pt idx="274">
                  <c:v>7.0399449083259356</c:v>
                </c:pt>
                <c:pt idx="275">
                  <c:v>7.0603674531121152</c:v>
                </c:pt>
                <c:pt idx="276">
                  <c:v>7.1015531966887329</c:v>
                </c:pt>
                <c:pt idx="277">
                  <c:v>7.2130402753543352</c:v>
                </c:pt>
                <c:pt idx="278">
                  <c:v>7.5805544800836371</c:v>
                </c:pt>
                <c:pt idx="279">
                  <c:v>7.7051834137001567</c:v>
                </c:pt>
                <c:pt idx="280">
                  <c:v>7.5890666034212018</c:v>
                </c:pt>
                <c:pt idx="281">
                  <c:v>7.2883415405864529</c:v>
                </c:pt>
                <c:pt idx="282">
                  <c:v>7.0938163559864718</c:v>
                </c:pt>
                <c:pt idx="283">
                  <c:v>7.0317950603353321</c:v>
                </c:pt>
                <c:pt idx="284">
                  <c:v>7.0119918028218402</c:v>
                </c:pt>
                <c:pt idx="285">
                  <c:v>7.0049884089835333</c:v>
                </c:pt>
                <c:pt idx="286">
                  <c:v>6.9772777955967547</c:v>
                </c:pt>
                <c:pt idx="287">
                  <c:v>6.9820766702883663</c:v>
                </c:pt>
                <c:pt idx="288">
                  <c:v>6.9964637657180093</c:v>
                </c:pt>
                <c:pt idx="289">
                  <c:v>6.9970342797468961</c:v>
                </c:pt>
                <c:pt idx="290">
                  <c:v>7.0045608001906796</c:v>
                </c:pt>
                <c:pt idx="291">
                  <c:v>6.9973014758955667</c:v>
                </c:pt>
                <c:pt idx="292">
                  <c:v>6.9999645223629257</c:v>
                </c:pt>
                <c:pt idx="293">
                  <c:v>7.0004145287108717</c:v>
                </c:pt>
                <c:pt idx="294">
                  <c:v>7.0020925969907397</c:v>
                </c:pt>
                <c:pt idx="295">
                  <c:v>7.0060334367529222</c:v>
                </c:pt>
                <c:pt idx="296">
                  <c:v>7.0013718866833461</c:v>
                </c:pt>
                <c:pt idx="297">
                  <c:v>6.9942151356973898</c:v>
                </c:pt>
                <c:pt idx="298">
                  <c:v>6.9886737364993037</c:v>
                </c:pt>
                <c:pt idx="299">
                  <c:v>6.9921541639716773</c:v>
                </c:pt>
                <c:pt idx="300">
                  <c:v>6.9918198407458467</c:v>
                </c:pt>
                <c:pt idx="301">
                  <c:v>6.9914683184811777</c:v>
                </c:pt>
                <c:pt idx="302">
                  <c:v>6.9992794550100301</c:v>
                </c:pt>
                <c:pt idx="303">
                  <c:v>6.991310614866415</c:v>
                </c:pt>
                <c:pt idx="304">
                  <c:v>6.9905646664896102</c:v>
                </c:pt>
                <c:pt idx="305">
                  <c:v>6.9961834647106684</c:v>
                </c:pt>
                <c:pt idx="306">
                  <c:v>7.0013369719782581</c:v>
                </c:pt>
                <c:pt idx="307">
                  <c:v>7.002549835186012</c:v>
                </c:pt>
                <c:pt idx="308">
                  <c:v>6.9967359252398253</c:v>
                </c:pt>
                <c:pt idx="309">
                  <c:v>6.9972275449391788</c:v>
                </c:pt>
                <c:pt idx="310">
                  <c:v>6.9982580497193707</c:v>
                </c:pt>
                <c:pt idx="311">
                  <c:v>6.9895714889607294</c:v>
                </c:pt>
                <c:pt idx="312">
                  <c:v>7.005120402767365</c:v>
                </c:pt>
                <c:pt idx="313">
                  <c:v>7.006003163658864</c:v>
                </c:pt>
                <c:pt idx="314">
                  <c:v>6.9985751032593218</c:v>
                </c:pt>
                <c:pt idx="315">
                  <c:v>6.9994987228334207</c:v>
                </c:pt>
                <c:pt idx="316">
                  <c:v>7.0018345690534254</c:v>
                </c:pt>
                <c:pt idx="317">
                  <c:v>6.9958744337951062</c:v>
                </c:pt>
                <c:pt idx="318">
                  <c:v>6.9996071055224061</c:v>
                </c:pt>
                <c:pt idx="319">
                  <c:v>7.0034201916624887</c:v>
                </c:pt>
                <c:pt idx="320">
                  <c:v>6.9989867982202867</c:v>
                </c:pt>
                <c:pt idx="321">
                  <c:v>7.007399643380702</c:v>
                </c:pt>
                <c:pt idx="322">
                  <c:v>7.0505056404918847</c:v>
                </c:pt>
                <c:pt idx="323">
                  <c:v>7.0971220857151458</c:v>
                </c:pt>
                <c:pt idx="324">
                  <c:v>7.1100003167130277</c:v>
                </c:pt>
                <c:pt idx="325">
                  <c:v>7.0897024723244675</c:v>
                </c:pt>
                <c:pt idx="326">
                  <c:v>7.0702659673723014</c:v>
                </c:pt>
                <c:pt idx="327">
                  <c:v>7.0696513287418661</c:v>
                </c:pt>
                <c:pt idx="328">
                  <c:v>7.096575327172272</c:v>
                </c:pt>
                <c:pt idx="329">
                  <c:v>7.1446663790392373</c:v>
                </c:pt>
                <c:pt idx="330">
                  <c:v>7.2383042678773357</c:v>
                </c:pt>
                <c:pt idx="331">
                  <c:v>7.3777287570200798</c:v>
                </c:pt>
                <c:pt idx="332">
                  <c:v>7.4564117588218721</c:v>
                </c:pt>
                <c:pt idx="333">
                  <c:v>7.3987888876669885</c:v>
                </c:pt>
                <c:pt idx="334">
                  <c:v>7.2774726051802245</c:v>
                </c:pt>
                <c:pt idx="335">
                  <c:v>7.1912138406078903</c:v>
                </c:pt>
                <c:pt idx="336">
                  <c:v>7.1266984753974834</c:v>
                </c:pt>
                <c:pt idx="337">
                  <c:v>7.077278937735076</c:v>
                </c:pt>
                <c:pt idx="338">
                  <c:v>7.0436516641405333</c:v>
                </c:pt>
                <c:pt idx="339">
                  <c:v>7.0211449499529133</c:v>
                </c:pt>
                <c:pt idx="340">
                  <c:v>7.0114340903046131</c:v>
                </c:pt>
                <c:pt idx="341">
                  <c:v>7.0016107823305713</c:v>
                </c:pt>
                <c:pt idx="342">
                  <c:v>7.002026167009026</c:v>
                </c:pt>
                <c:pt idx="343">
                  <c:v>7.0053820201435482</c:v>
                </c:pt>
                <c:pt idx="344">
                  <c:v>7.0081411132038651</c:v>
                </c:pt>
                <c:pt idx="345">
                  <c:v>7.0032012899648768</c:v>
                </c:pt>
                <c:pt idx="346">
                  <c:v>6.9997731964224972</c:v>
                </c:pt>
                <c:pt idx="347">
                  <c:v>6.9968990027171749</c:v>
                </c:pt>
                <c:pt idx="348">
                  <c:v>7.0010433000139747</c:v>
                </c:pt>
                <c:pt idx="349">
                  <c:v>7.0026559552444745</c:v>
                </c:pt>
                <c:pt idx="350">
                  <c:v>7.0017814431483405</c:v>
                </c:pt>
                <c:pt idx="351">
                  <c:v>7.0043391429236541</c:v>
                </c:pt>
                <c:pt idx="352">
                  <c:v>7.0084450508360838</c:v>
                </c:pt>
                <c:pt idx="353">
                  <c:v>7.004916933597749</c:v>
                </c:pt>
                <c:pt idx="354">
                  <c:v>7.0003833911113178</c:v>
                </c:pt>
                <c:pt idx="355">
                  <c:v>6.9996769737926412</c:v>
                </c:pt>
                <c:pt idx="356">
                  <c:v>7.0012515529257522</c:v>
                </c:pt>
                <c:pt idx="357">
                  <c:v>7.0039074925173868</c:v>
                </c:pt>
                <c:pt idx="358">
                  <c:v>7.008264487713892</c:v>
                </c:pt>
                <c:pt idx="359">
                  <c:v>7.0026517488995719</c:v>
                </c:pt>
                <c:pt idx="360">
                  <c:v>6.9940393317080822</c:v>
                </c:pt>
                <c:pt idx="361">
                  <c:v>6.9982522251889305</c:v>
                </c:pt>
                <c:pt idx="362">
                  <c:v>7.0022216570808657</c:v>
                </c:pt>
                <c:pt idx="363">
                  <c:v>7.0034751158863253</c:v>
                </c:pt>
                <c:pt idx="364">
                  <c:v>7.0013085433244191</c:v>
                </c:pt>
                <c:pt idx="365">
                  <c:v>7.0011252588681687</c:v>
                </c:pt>
                <c:pt idx="366">
                  <c:v>7.0015660518720546</c:v>
                </c:pt>
                <c:pt idx="367">
                  <c:v>7.0015527807752065</c:v>
                </c:pt>
                <c:pt idx="368">
                  <c:v>7.0050641164953662</c:v>
                </c:pt>
                <c:pt idx="369">
                  <c:v>7.0050491289432806</c:v>
                </c:pt>
                <c:pt idx="370">
                  <c:v>7.0028278708005631</c:v>
                </c:pt>
                <c:pt idx="371">
                  <c:v>7.006029642571562</c:v>
                </c:pt>
                <c:pt idx="372">
                  <c:v>7.0077647928233944</c:v>
                </c:pt>
                <c:pt idx="373">
                  <c:v>7.0073896925273642</c:v>
                </c:pt>
                <c:pt idx="374">
                  <c:v>7.0023871201514192</c:v>
                </c:pt>
                <c:pt idx="375">
                  <c:v>6.9959141270526457</c:v>
                </c:pt>
                <c:pt idx="376">
                  <c:v>6.9977827995420601</c:v>
                </c:pt>
                <c:pt idx="377">
                  <c:v>6.9983366602888708</c:v>
                </c:pt>
                <c:pt idx="378">
                  <c:v>7.0009582850893288</c:v>
                </c:pt>
                <c:pt idx="379">
                  <c:v>7.0009619537968568</c:v>
                </c:pt>
                <c:pt idx="380">
                  <c:v>6.9960793815302775</c:v>
                </c:pt>
                <c:pt idx="381">
                  <c:v>6.9954809645988121</c:v>
                </c:pt>
                <c:pt idx="382">
                  <c:v>6.9911741401852003</c:v>
                </c:pt>
                <c:pt idx="383">
                  <c:v>6.9967149166179023</c:v>
                </c:pt>
                <c:pt idx="384">
                  <c:v>7.0001923942833528</c:v>
                </c:pt>
                <c:pt idx="385">
                  <c:v>7.0000246016313348</c:v>
                </c:pt>
                <c:pt idx="386">
                  <c:v>7.0012353324823584</c:v>
                </c:pt>
                <c:pt idx="387">
                  <c:v>7.0033851557525244</c:v>
                </c:pt>
                <c:pt idx="388">
                  <c:v>6.998415621080194</c:v>
                </c:pt>
                <c:pt idx="389">
                  <c:v>6.9991966020187624</c:v>
                </c:pt>
                <c:pt idx="390">
                  <c:v>7.0023662729127842</c:v>
                </c:pt>
                <c:pt idx="391">
                  <c:v>6.9995669857459131</c:v>
                </c:pt>
                <c:pt idx="392">
                  <c:v>6.9923950235061927</c:v>
                </c:pt>
                <c:pt idx="393">
                  <c:v>6.9932278161809585</c:v>
                </c:pt>
                <c:pt idx="394">
                  <c:v>6.9971376326846517</c:v>
                </c:pt>
                <c:pt idx="395">
                  <c:v>6.9989219315973195</c:v>
                </c:pt>
                <c:pt idx="396">
                  <c:v>6.9978555145992596</c:v>
                </c:pt>
                <c:pt idx="397">
                  <c:v>6.9980072565747529</c:v>
                </c:pt>
                <c:pt idx="398">
                  <c:v>6.993619581812589</c:v>
                </c:pt>
                <c:pt idx="399">
                  <c:v>6.9956228864682153</c:v>
                </c:pt>
                <c:pt idx="400">
                  <c:v>6.9992142360726142</c:v>
                </c:pt>
                <c:pt idx="401">
                  <c:v>7.0006708867329426</c:v>
                </c:pt>
                <c:pt idx="402">
                  <c:v>7.0032916984227906</c:v>
                </c:pt>
                <c:pt idx="403">
                  <c:v>7.002965490566516</c:v>
                </c:pt>
                <c:pt idx="404">
                  <c:v>7.0079187765868589</c:v>
                </c:pt>
                <c:pt idx="405">
                  <c:v>7.0096053042639346</c:v>
                </c:pt>
                <c:pt idx="406">
                  <c:v>7.0070817866073334</c:v>
                </c:pt>
                <c:pt idx="407">
                  <c:v>7.0071463205028275</c:v>
                </c:pt>
                <c:pt idx="408">
                  <c:v>7.002127940265555</c:v>
                </c:pt>
                <c:pt idx="409">
                  <c:v>6.9975135551314347</c:v>
                </c:pt>
                <c:pt idx="410">
                  <c:v>7.0000242419299177</c:v>
                </c:pt>
                <c:pt idx="411">
                  <c:v>6.9986163937761434</c:v>
                </c:pt>
                <c:pt idx="412">
                  <c:v>6.9997461767962665</c:v>
                </c:pt>
                <c:pt idx="413">
                  <c:v>7.003874058051955</c:v>
                </c:pt>
                <c:pt idx="414">
                  <c:v>7.0073862914248002</c:v>
                </c:pt>
                <c:pt idx="415">
                  <c:v>7.0081729766933929</c:v>
                </c:pt>
                <c:pt idx="416">
                  <c:v>7.0120354030951138</c:v>
                </c:pt>
                <c:pt idx="417">
                  <c:v>7.002002759401095</c:v>
                </c:pt>
                <c:pt idx="418">
                  <c:v>6.9932284516695065</c:v>
                </c:pt>
                <c:pt idx="419">
                  <c:v>6.9949910963433961</c:v>
                </c:pt>
                <c:pt idx="420">
                  <c:v>6.9941560774497926</c:v>
                </c:pt>
                <c:pt idx="421">
                  <c:v>6.9974186003188086</c:v>
                </c:pt>
                <c:pt idx="422">
                  <c:v>6.996661215491887</c:v>
                </c:pt>
                <c:pt idx="423">
                  <c:v>6.9965834632337103</c:v>
                </c:pt>
                <c:pt idx="424">
                  <c:v>6.9951606120764263</c:v>
                </c:pt>
                <c:pt idx="425">
                  <c:v>6.9980537274281431</c:v>
                </c:pt>
                <c:pt idx="426">
                  <c:v>7.0062884859632275</c:v>
                </c:pt>
                <c:pt idx="427">
                  <c:v>7.0116232221427746</c:v>
                </c:pt>
                <c:pt idx="428">
                  <c:v>6.9953853647552657</c:v>
                </c:pt>
                <c:pt idx="429">
                  <c:v>7.0040678850723639</c:v>
                </c:pt>
                <c:pt idx="430">
                  <c:v>6.9856232789711203</c:v>
                </c:pt>
                <c:pt idx="431">
                  <c:v>6.9698388162115581</c:v>
                </c:pt>
                <c:pt idx="432">
                  <c:v>6.9775238321196378</c:v>
                </c:pt>
                <c:pt idx="433">
                  <c:v>6.9766476534564621</c:v>
                </c:pt>
                <c:pt idx="434">
                  <c:v>6.9749421843367534</c:v>
                </c:pt>
                <c:pt idx="435">
                  <c:v>6.9701723345298712</c:v>
                </c:pt>
                <c:pt idx="436">
                  <c:v>6.9358897992519406</c:v>
                </c:pt>
                <c:pt idx="437">
                  <c:v>7.0214968967694675</c:v>
                </c:pt>
                <c:pt idx="438">
                  <c:v>7.0465741346770079</c:v>
                </c:pt>
                <c:pt idx="439">
                  <c:v>6.9908032592920559</c:v>
                </c:pt>
                <c:pt idx="440">
                  <c:v>6.9530125848214492</c:v>
                </c:pt>
                <c:pt idx="441">
                  <c:v>6.9557167955104404</c:v>
                </c:pt>
                <c:pt idx="442">
                  <c:v>6.9837702640088084</c:v>
                </c:pt>
                <c:pt idx="443">
                  <c:v>7.0146597149942744</c:v>
                </c:pt>
                <c:pt idx="444">
                  <c:v>6.9781826295032712</c:v>
                </c:pt>
                <c:pt idx="445">
                  <c:v>6.9756422744135387</c:v>
                </c:pt>
                <c:pt idx="446">
                  <c:v>6.9834653902195933</c:v>
                </c:pt>
                <c:pt idx="447">
                  <c:v>6.995346408436764</c:v>
                </c:pt>
                <c:pt idx="448">
                  <c:v>6.9991725759981085</c:v>
                </c:pt>
                <c:pt idx="449">
                  <c:v>6.977885419076479</c:v>
                </c:pt>
                <c:pt idx="450">
                  <c:v>6.9936993968973953</c:v>
                </c:pt>
                <c:pt idx="451">
                  <c:v>6.9887498357506521</c:v>
                </c:pt>
                <c:pt idx="452">
                  <c:v>7.0006122783998537</c:v>
                </c:pt>
                <c:pt idx="453">
                  <c:v>6.9912057773363419</c:v>
                </c:pt>
                <c:pt idx="454">
                  <c:v>6.9808701353478915</c:v>
                </c:pt>
                <c:pt idx="455">
                  <c:v>6.9961261431749246</c:v>
                </c:pt>
                <c:pt idx="456">
                  <c:v>6.9974736042298291</c:v>
                </c:pt>
                <c:pt idx="457">
                  <c:v>7.0182279918945465</c:v>
                </c:pt>
                <c:pt idx="458">
                  <c:v>7.0152663125852159</c:v>
                </c:pt>
                <c:pt idx="459">
                  <c:v>7.0066911694086418</c:v>
                </c:pt>
                <c:pt idx="460">
                  <c:v>7.0071779081005934</c:v>
                </c:pt>
                <c:pt idx="461">
                  <c:v>7.0006035007561414</c:v>
                </c:pt>
                <c:pt idx="462">
                  <c:v>6.9887485178987436</c:v>
                </c:pt>
                <c:pt idx="463">
                  <c:v>6.989654935504328</c:v>
                </c:pt>
                <c:pt idx="464">
                  <c:v>6.9926124931782416</c:v>
                </c:pt>
                <c:pt idx="465">
                  <c:v>6.9941113334310616</c:v>
                </c:pt>
                <c:pt idx="466">
                  <c:v>6.9899184469578106</c:v>
                </c:pt>
                <c:pt idx="467">
                  <c:v>6.9911656672277784</c:v>
                </c:pt>
                <c:pt idx="468">
                  <c:v>6.9989391437778465</c:v>
                </c:pt>
                <c:pt idx="469">
                  <c:v>6.9998084610773681</c:v>
                </c:pt>
                <c:pt idx="470">
                  <c:v>7.0013140080069576</c:v>
                </c:pt>
                <c:pt idx="471">
                  <c:v>7.0086207403169167</c:v>
                </c:pt>
                <c:pt idx="472">
                  <c:v>7.0054481069346615</c:v>
                </c:pt>
                <c:pt idx="473">
                  <c:v>6.9935317826077066</c:v>
                </c:pt>
                <c:pt idx="474">
                  <c:v>6.9997780660460158</c:v>
                </c:pt>
                <c:pt idx="475">
                  <c:v>7.001530089347467</c:v>
                </c:pt>
                <c:pt idx="476">
                  <c:v>6.9992247870909798</c:v>
                </c:pt>
                <c:pt idx="477">
                  <c:v>6.9956009416892959</c:v>
                </c:pt>
                <c:pt idx="478">
                  <c:v>6.9999363380074326</c:v>
                </c:pt>
                <c:pt idx="479">
                  <c:v>7.0127074285512121</c:v>
                </c:pt>
                <c:pt idx="480">
                  <c:v>7.0066878955377145</c:v>
                </c:pt>
                <c:pt idx="481">
                  <c:v>7.0019151630971912</c:v>
                </c:pt>
                <c:pt idx="482">
                  <c:v>7.0035986601501428</c:v>
                </c:pt>
                <c:pt idx="483">
                  <c:v>7.0046174524210461</c:v>
                </c:pt>
                <c:pt idx="484">
                  <c:v>7.0026473279349872</c:v>
                </c:pt>
                <c:pt idx="485">
                  <c:v>7.0030496854330346</c:v>
                </c:pt>
                <c:pt idx="486">
                  <c:v>7.0061488833926484</c:v>
                </c:pt>
                <c:pt idx="487">
                  <c:v>7.004951537254966</c:v>
                </c:pt>
                <c:pt idx="488">
                  <c:v>7.0046762012948722</c:v>
                </c:pt>
                <c:pt idx="489">
                  <c:v>7.0036845652777266</c:v>
                </c:pt>
                <c:pt idx="490">
                  <c:v>7.005887198717625</c:v>
                </c:pt>
                <c:pt idx="491">
                  <c:v>7.0041601052418319</c:v>
                </c:pt>
                <c:pt idx="492">
                  <c:v>7.0000006203881693</c:v>
                </c:pt>
                <c:pt idx="493">
                  <c:v>7.0020697428404324</c:v>
                </c:pt>
                <c:pt idx="494">
                  <c:v>7.0115492027938799</c:v>
                </c:pt>
                <c:pt idx="495">
                  <c:v>7.0142561804361687</c:v>
                </c:pt>
                <c:pt idx="496">
                  <c:v>7.0144197213045354</c:v>
                </c:pt>
                <c:pt idx="497">
                  <c:v>7.0082677200671259</c:v>
                </c:pt>
                <c:pt idx="498">
                  <c:v>7.0037973963028408</c:v>
                </c:pt>
                <c:pt idx="499">
                  <c:v>7.0077378625732027</c:v>
                </c:pt>
                <c:pt idx="500">
                  <c:v>7.0169254010855502</c:v>
                </c:pt>
                <c:pt idx="501">
                  <c:v>7.0176983131945558</c:v>
                </c:pt>
                <c:pt idx="502">
                  <c:v>7.0139068438771055</c:v>
                </c:pt>
                <c:pt idx="503">
                  <c:v>7.0161675585595535</c:v>
                </c:pt>
                <c:pt idx="504">
                  <c:v>7.0175423071176946</c:v>
                </c:pt>
                <c:pt idx="505">
                  <c:v>7.0181108195920308</c:v>
                </c:pt>
                <c:pt idx="506">
                  <c:v>7.0234948968702664</c:v>
                </c:pt>
                <c:pt idx="507">
                  <c:v>7.0267609838992353</c:v>
                </c:pt>
                <c:pt idx="508">
                  <c:v>7.0440240858757734</c:v>
                </c:pt>
                <c:pt idx="509">
                  <c:v>7.063708791627942</c:v>
                </c:pt>
                <c:pt idx="510">
                  <c:v>7.0843162830010478</c:v>
                </c:pt>
                <c:pt idx="511">
                  <c:v>7.099467990684265</c:v>
                </c:pt>
                <c:pt idx="512">
                  <c:v>7.1211656830848584</c:v>
                </c:pt>
                <c:pt idx="513">
                  <c:v>7.1349860281983455</c:v>
                </c:pt>
                <c:pt idx="514">
                  <c:v>7.1463122153600587</c:v>
                </c:pt>
                <c:pt idx="515">
                  <c:v>7.1427802651012327</c:v>
                </c:pt>
                <c:pt idx="516">
                  <c:v>7.1318199586293067</c:v>
                </c:pt>
                <c:pt idx="517">
                  <c:v>7.11763365782633</c:v>
                </c:pt>
                <c:pt idx="518">
                  <c:v>7.1046710307350489</c:v>
                </c:pt>
                <c:pt idx="519">
                  <c:v>7.0926561213085462</c:v>
                </c:pt>
                <c:pt idx="520">
                  <c:v>7.0831012663978274</c:v>
                </c:pt>
                <c:pt idx="521">
                  <c:v>7.0670570783304605</c:v>
                </c:pt>
                <c:pt idx="522">
                  <c:v>7.0540681745578206</c:v>
                </c:pt>
                <c:pt idx="523">
                  <c:v>7.0557846605980625</c:v>
                </c:pt>
                <c:pt idx="524">
                  <c:v>7.0592361093908798</c:v>
                </c:pt>
                <c:pt idx="525">
                  <c:v>7.0696903714439534</c:v>
                </c:pt>
                <c:pt idx="526">
                  <c:v>7.0668928396970081</c:v>
                </c:pt>
                <c:pt idx="527">
                  <c:v>7.0630841941084865</c:v>
                </c:pt>
                <c:pt idx="528">
                  <c:v>7.0697028910370898</c:v>
                </c:pt>
                <c:pt idx="529">
                  <c:v>7.0721829115450081</c:v>
                </c:pt>
                <c:pt idx="530">
                  <c:v>7.0790139808444756</c:v>
                </c:pt>
                <c:pt idx="531">
                  <c:v>7.083789147594528</c:v>
                </c:pt>
                <c:pt idx="532">
                  <c:v>7.0927058139683385</c:v>
                </c:pt>
                <c:pt idx="533">
                  <c:v>7.0941054691239938</c:v>
                </c:pt>
                <c:pt idx="534">
                  <c:v>7.0973856025257502</c:v>
                </c:pt>
                <c:pt idx="535">
                  <c:v>7.1011595553949087</c:v>
                </c:pt>
                <c:pt idx="536">
                  <c:v>7.1180690953827357</c:v>
                </c:pt>
                <c:pt idx="537">
                  <c:v>7.1254280233001364</c:v>
                </c:pt>
                <c:pt idx="538">
                  <c:v>7.13515179896857</c:v>
                </c:pt>
                <c:pt idx="539">
                  <c:v>7.1587134268238195</c:v>
                </c:pt>
                <c:pt idx="540">
                  <c:v>7.1829312592158558</c:v>
                </c:pt>
                <c:pt idx="541">
                  <c:v>7.2074712046143583</c:v>
                </c:pt>
                <c:pt idx="542">
                  <c:v>7.215819742887307</c:v>
                </c:pt>
                <c:pt idx="543">
                  <c:v>7.2359911913492683</c:v>
                </c:pt>
                <c:pt idx="544">
                  <c:v>7.2534203078450625</c:v>
                </c:pt>
                <c:pt idx="545">
                  <c:v>7.2796933035037368</c:v>
                </c:pt>
                <c:pt idx="546">
                  <c:v>7.3126391940900577</c:v>
                </c:pt>
                <c:pt idx="547">
                  <c:v>7.3403926624405686</c:v>
                </c:pt>
                <c:pt idx="548">
                  <c:v>7.3464071885543083</c:v>
                </c:pt>
                <c:pt idx="549">
                  <c:v>7.3520386376179818</c:v>
                </c:pt>
                <c:pt idx="550">
                  <c:v>7.3562763993594427</c:v>
                </c:pt>
                <c:pt idx="551">
                  <c:v>7.3588128892859537</c:v>
                </c:pt>
                <c:pt idx="552">
                  <c:v>7.3434724073524391</c:v>
                </c:pt>
                <c:pt idx="553">
                  <c:v>7.3209076755380886</c:v>
                </c:pt>
                <c:pt idx="554">
                  <c:v>7.2888895098388033</c:v>
                </c:pt>
                <c:pt idx="555">
                  <c:v>7.268316191544268</c:v>
                </c:pt>
                <c:pt idx="556">
                  <c:v>7.2445266074514727</c:v>
                </c:pt>
                <c:pt idx="557">
                  <c:v>7.2116829736019046</c:v>
                </c:pt>
                <c:pt idx="558">
                  <c:v>7.1785680979724109</c:v>
                </c:pt>
                <c:pt idx="559">
                  <c:v>7.1727448639561118</c:v>
                </c:pt>
                <c:pt idx="560">
                  <c:v>7.1572362648331191</c:v>
                </c:pt>
                <c:pt idx="561">
                  <c:v>7.1335494839034777</c:v>
                </c:pt>
                <c:pt idx="562">
                  <c:v>7.1238073868792346</c:v>
                </c:pt>
                <c:pt idx="563">
                  <c:v>7.1058324975509386</c:v>
                </c:pt>
                <c:pt idx="564">
                  <c:v>7.0824330672658187</c:v>
                </c:pt>
                <c:pt idx="565">
                  <c:v>7.0728010537329578</c:v>
                </c:pt>
                <c:pt idx="566">
                  <c:v>7.0783657423474802</c:v>
                </c:pt>
                <c:pt idx="567">
                  <c:v>7.053118539043516</c:v>
                </c:pt>
                <c:pt idx="568">
                  <c:v>7.0147047349047673</c:v>
                </c:pt>
                <c:pt idx="569">
                  <c:v>6.9899734940606235</c:v>
                </c:pt>
                <c:pt idx="570">
                  <c:v>6.9956380012519377</c:v>
                </c:pt>
                <c:pt idx="571">
                  <c:v>7.0083854957154594</c:v>
                </c:pt>
                <c:pt idx="572">
                  <c:v>7.0111585206400893</c:v>
                </c:pt>
                <c:pt idx="573">
                  <c:v>6.9942162198448701</c:v>
                </c:pt>
                <c:pt idx="574">
                  <c:v>7.0050100417101202</c:v>
                </c:pt>
                <c:pt idx="575">
                  <c:v>6.9842238488145716</c:v>
                </c:pt>
                <c:pt idx="576">
                  <c:v>6.9362323282487539</c:v>
                </c:pt>
                <c:pt idx="577">
                  <c:v>6.9172487464978358</c:v>
                </c:pt>
                <c:pt idx="578">
                  <c:v>6.9596191451911089</c:v>
                </c:pt>
                <c:pt idx="579">
                  <c:v>6.9891232070356919</c:v>
                </c:pt>
                <c:pt idx="580">
                  <c:v>6.934187520298134</c:v>
                </c:pt>
                <c:pt idx="581">
                  <c:v>6.9923931324422739</c:v>
                </c:pt>
                <c:pt idx="582">
                  <c:v>6.9499881521899098</c:v>
                </c:pt>
                <c:pt idx="583">
                  <c:v>7.0962769355001702</c:v>
                </c:pt>
                <c:pt idx="584">
                  <c:v>6.9667205321670291</c:v>
                </c:pt>
                <c:pt idx="585">
                  <c:v>7.1889210354278879</c:v>
                </c:pt>
                <c:pt idx="586">
                  <c:v>7.213976571635901</c:v>
                </c:pt>
                <c:pt idx="587">
                  <c:v>6.6503951884305375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5-57AB-4D59-AD3D-6260AFD7ADF0}"/>
            </c:ext>
          </c:extLst>
        </c:ser>
        <c:ser>
          <c:idx val="6"/>
          <c:order val="6"/>
          <c:tx>
            <c:strRef>
              <c:f>'Fully separated 1%'!$H$1</c:f>
              <c:strCache>
                <c:ptCount val="1"/>
                <c:pt idx="0">
                  <c:v>1G_6/O-PTIR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1%'!$A$2:$A$589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1%'!$H$2:$H$589</c:f>
              <c:numCache>
                <c:formatCode>General</c:formatCode>
                <c:ptCount val="588"/>
                <c:pt idx="0">
                  <c:v>6.5494550856923182</c:v>
                </c:pt>
                <c:pt idx="1">
                  <c:v>6.7167474745732321</c:v>
                </c:pt>
                <c:pt idx="2">
                  <c:v>6.8249603563482362</c:v>
                </c:pt>
                <c:pt idx="3">
                  <c:v>6.839960490054775</c:v>
                </c:pt>
                <c:pt idx="4">
                  <c:v>6.8185763335922882</c:v>
                </c:pt>
                <c:pt idx="5">
                  <c:v>6.8093043807594889</c:v>
                </c:pt>
                <c:pt idx="6">
                  <c:v>6.8105748251053013</c:v>
                </c:pt>
                <c:pt idx="7">
                  <c:v>6.800672476536235</c:v>
                </c:pt>
                <c:pt idx="8">
                  <c:v>6.821411773745357</c:v>
                </c:pt>
                <c:pt idx="9">
                  <c:v>6.8481641129648327</c:v>
                </c:pt>
                <c:pt idx="10">
                  <c:v>6.8566110355697516</c:v>
                </c:pt>
                <c:pt idx="11">
                  <c:v>6.8524559340213198</c:v>
                </c:pt>
                <c:pt idx="12">
                  <c:v>6.8544265941669833</c:v>
                </c:pt>
                <c:pt idx="13">
                  <c:v>6.8443921735411912</c:v>
                </c:pt>
                <c:pt idx="14">
                  <c:v>6.8194051492842647</c:v>
                </c:pt>
                <c:pt idx="15">
                  <c:v>6.8140552404761667</c:v>
                </c:pt>
                <c:pt idx="16">
                  <c:v>6.8193731569386316</c:v>
                </c:pt>
                <c:pt idx="17">
                  <c:v>6.807674848565072</c:v>
                </c:pt>
                <c:pt idx="18">
                  <c:v>6.8083282809139529</c:v>
                </c:pt>
                <c:pt idx="19">
                  <c:v>6.8274844859985668</c:v>
                </c:pt>
                <c:pt idx="20">
                  <c:v>6.8368121920032827</c:v>
                </c:pt>
                <c:pt idx="21">
                  <c:v>6.8358508958973401</c:v>
                </c:pt>
                <c:pt idx="22">
                  <c:v>6.8288143149627798</c:v>
                </c:pt>
                <c:pt idx="23">
                  <c:v>6.8445533385319415</c:v>
                </c:pt>
                <c:pt idx="24">
                  <c:v>6.8520713039161745</c:v>
                </c:pt>
                <c:pt idx="25">
                  <c:v>6.8465688948112078</c:v>
                </c:pt>
                <c:pt idx="26">
                  <c:v>6.8344839631280294</c:v>
                </c:pt>
                <c:pt idx="27">
                  <c:v>6.8296691752734278</c:v>
                </c:pt>
                <c:pt idx="28">
                  <c:v>6.8215167511863974</c:v>
                </c:pt>
                <c:pt idx="29">
                  <c:v>6.8146956625483384</c:v>
                </c:pt>
                <c:pt idx="30">
                  <c:v>6.8199057666831102</c:v>
                </c:pt>
                <c:pt idx="31">
                  <c:v>6.8188828117924816</c:v>
                </c:pt>
                <c:pt idx="32">
                  <c:v>6.8285049561519564</c:v>
                </c:pt>
                <c:pt idx="33">
                  <c:v>6.8411958123689693</c:v>
                </c:pt>
                <c:pt idx="34">
                  <c:v>6.8516461286749371</c:v>
                </c:pt>
                <c:pt idx="35">
                  <c:v>6.8566380367821775</c:v>
                </c:pt>
                <c:pt idx="36">
                  <c:v>6.8505357290824058</c:v>
                </c:pt>
                <c:pt idx="37">
                  <c:v>6.8421640970240096</c:v>
                </c:pt>
                <c:pt idx="38">
                  <c:v>6.8431857632204096</c:v>
                </c:pt>
                <c:pt idx="39">
                  <c:v>6.8604344457537652</c:v>
                </c:pt>
                <c:pt idx="40">
                  <c:v>6.8570033906206973</c:v>
                </c:pt>
                <c:pt idx="41">
                  <c:v>6.8632739673735257</c:v>
                </c:pt>
                <c:pt idx="42">
                  <c:v>6.8832985670663529</c:v>
                </c:pt>
                <c:pt idx="43">
                  <c:v>6.9055948398863718</c:v>
                </c:pt>
                <c:pt idx="44">
                  <c:v>6.9096290327971257</c:v>
                </c:pt>
                <c:pt idx="45">
                  <c:v>6.92987530233657</c:v>
                </c:pt>
                <c:pt idx="46">
                  <c:v>6.9188895438059967</c:v>
                </c:pt>
                <c:pt idx="47">
                  <c:v>6.974990554870006</c:v>
                </c:pt>
                <c:pt idx="48">
                  <c:v>6.9460729590664316</c:v>
                </c:pt>
                <c:pt idx="49">
                  <c:v>6.889868390411233</c:v>
                </c:pt>
                <c:pt idx="50">
                  <c:v>6.8587601154916458</c:v>
                </c:pt>
                <c:pt idx="51">
                  <c:v>6.8504879980621505</c:v>
                </c:pt>
                <c:pt idx="52">
                  <c:v>6.8431897773043957</c:v>
                </c:pt>
                <c:pt idx="53">
                  <c:v>6.8448634337394676</c:v>
                </c:pt>
                <c:pt idx="54">
                  <c:v>6.8464105358288085</c:v>
                </c:pt>
                <c:pt idx="55">
                  <c:v>6.8378321062493566</c:v>
                </c:pt>
                <c:pt idx="56">
                  <c:v>6.8373611444602016</c:v>
                </c:pt>
                <c:pt idx="57">
                  <c:v>6.8412604853264343</c:v>
                </c:pt>
                <c:pt idx="58">
                  <c:v>6.8404752794803567</c:v>
                </c:pt>
                <c:pt idx="59">
                  <c:v>6.8487232979667825</c:v>
                </c:pt>
                <c:pt idx="60">
                  <c:v>6.8571930440564293</c:v>
                </c:pt>
                <c:pt idx="61">
                  <c:v>6.856323171841761</c:v>
                </c:pt>
                <c:pt idx="62">
                  <c:v>6.8626910780986341</c:v>
                </c:pt>
                <c:pt idx="63">
                  <c:v>6.8649257148034337</c:v>
                </c:pt>
                <c:pt idx="64">
                  <c:v>6.8673433821866929</c:v>
                </c:pt>
                <c:pt idx="65">
                  <c:v>6.8791993113410559</c:v>
                </c:pt>
                <c:pt idx="66">
                  <c:v>6.8965070307499241</c:v>
                </c:pt>
                <c:pt idx="67">
                  <c:v>6.8974184973456607</c:v>
                </c:pt>
                <c:pt idx="68">
                  <c:v>6.8883440107325633</c:v>
                </c:pt>
                <c:pt idx="69">
                  <c:v>6.8783754326354689</c:v>
                </c:pt>
                <c:pt idx="70">
                  <c:v>6.8663584588166149</c:v>
                </c:pt>
                <c:pt idx="71">
                  <c:v>6.8486807602278477</c:v>
                </c:pt>
                <c:pt idx="72">
                  <c:v>6.8414025810117236</c:v>
                </c:pt>
                <c:pt idx="73">
                  <c:v>6.8405768733470058</c:v>
                </c:pt>
                <c:pt idx="74">
                  <c:v>6.8409005750478533</c:v>
                </c:pt>
                <c:pt idx="75">
                  <c:v>6.8419000482691192</c:v>
                </c:pt>
                <c:pt idx="76">
                  <c:v>6.8471464512263189</c:v>
                </c:pt>
                <c:pt idx="77">
                  <c:v>6.8444871927810711</c:v>
                </c:pt>
                <c:pt idx="78">
                  <c:v>6.8408031252175494</c:v>
                </c:pt>
                <c:pt idx="79">
                  <c:v>6.8352530187836793</c:v>
                </c:pt>
                <c:pt idx="80">
                  <c:v>6.8319041946157286</c:v>
                </c:pt>
                <c:pt idx="81">
                  <c:v>6.8247475449207764</c:v>
                </c:pt>
                <c:pt idx="82">
                  <c:v>6.8182933527038712</c:v>
                </c:pt>
                <c:pt idx="83">
                  <c:v>6.823684529808876</c:v>
                </c:pt>
                <c:pt idx="84">
                  <c:v>6.829984182198829</c:v>
                </c:pt>
                <c:pt idx="85">
                  <c:v>6.82990108488465</c:v>
                </c:pt>
                <c:pt idx="86">
                  <c:v>6.8303127354544229</c:v>
                </c:pt>
                <c:pt idx="87">
                  <c:v>6.8244153698447994</c:v>
                </c:pt>
                <c:pt idx="88">
                  <c:v>6.8225082275245184</c:v>
                </c:pt>
                <c:pt idx="89">
                  <c:v>6.8208964693233884</c:v>
                </c:pt>
                <c:pt idx="90">
                  <c:v>6.8151531658454703</c:v>
                </c:pt>
                <c:pt idx="91">
                  <c:v>6.812463054544259</c:v>
                </c:pt>
                <c:pt idx="92">
                  <c:v>6.8157615438317176</c:v>
                </c:pt>
                <c:pt idx="93">
                  <c:v>6.817710769057677</c:v>
                </c:pt>
                <c:pt idx="94">
                  <c:v>6.8141144385888657</c:v>
                </c:pt>
                <c:pt idx="95">
                  <c:v>6.8112151521197291</c:v>
                </c:pt>
                <c:pt idx="96">
                  <c:v>6.8065270654088916</c:v>
                </c:pt>
                <c:pt idx="97">
                  <c:v>6.803142232404797</c:v>
                </c:pt>
                <c:pt idx="98">
                  <c:v>6.8058821948749406</c:v>
                </c:pt>
                <c:pt idx="99">
                  <c:v>6.8076203750629158</c:v>
                </c:pt>
                <c:pt idx="100">
                  <c:v>6.8095157386457448</c:v>
                </c:pt>
                <c:pt idx="101">
                  <c:v>6.8060322399145035</c:v>
                </c:pt>
                <c:pt idx="102">
                  <c:v>6.8050577734979276</c:v>
                </c:pt>
                <c:pt idx="103">
                  <c:v>6.8079032320152866</c:v>
                </c:pt>
                <c:pt idx="104">
                  <c:v>6.8175378505979882</c:v>
                </c:pt>
                <c:pt idx="105">
                  <c:v>6.8190633023836229</c:v>
                </c:pt>
                <c:pt idx="106">
                  <c:v>6.8232729008978303</c:v>
                </c:pt>
                <c:pt idx="107">
                  <c:v>6.8300706366156234</c:v>
                </c:pt>
                <c:pt idx="108">
                  <c:v>6.8401250963765197</c:v>
                </c:pt>
                <c:pt idx="109">
                  <c:v>6.8450173887808026</c:v>
                </c:pt>
                <c:pt idx="110">
                  <c:v>6.8460225365884231</c:v>
                </c:pt>
                <c:pt idx="111">
                  <c:v>6.8482591514569142</c:v>
                </c:pt>
                <c:pt idx="112">
                  <c:v>6.8487168292271212</c:v>
                </c:pt>
                <c:pt idx="113">
                  <c:v>6.8412388506651398</c:v>
                </c:pt>
                <c:pt idx="114">
                  <c:v>6.8354404437771032</c:v>
                </c:pt>
                <c:pt idx="115">
                  <c:v>6.833858577025131</c:v>
                </c:pt>
                <c:pt idx="116">
                  <c:v>6.8330486994829931</c:v>
                </c:pt>
                <c:pt idx="117">
                  <c:v>6.8339321420931052</c:v>
                </c:pt>
                <c:pt idx="118">
                  <c:v>6.8401496838441993</c:v>
                </c:pt>
                <c:pt idx="119">
                  <c:v>6.8374044667263432</c:v>
                </c:pt>
                <c:pt idx="120">
                  <c:v>6.8383636667488608</c:v>
                </c:pt>
                <c:pt idx="121">
                  <c:v>6.8477900475051916</c:v>
                </c:pt>
                <c:pt idx="122">
                  <c:v>6.8634986164983047</c:v>
                </c:pt>
                <c:pt idx="123">
                  <c:v>6.8675243673187572</c:v>
                </c:pt>
                <c:pt idx="124">
                  <c:v>6.8728768691577269</c:v>
                </c:pt>
                <c:pt idx="125">
                  <c:v>6.8696184533274272</c:v>
                </c:pt>
                <c:pt idx="126">
                  <c:v>6.851457365653518</c:v>
                </c:pt>
                <c:pt idx="127">
                  <c:v>6.8468111933915967</c:v>
                </c:pt>
                <c:pt idx="128">
                  <c:v>6.8404410923837675</c:v>
                </c:pt>
                <c:pt idx="129">
                  <c:v>6.8387049481160869</c:v>
                </c:pt>
                <c:pt idx="130">
                  <c:v>6.8538034052215666</c:v>
                </c:pt>
                <c:pt idx="131">
                  <c:v>6.8560327090665849</c:v>
                </c:pt>
                <c:pt idx="132">
                  <c:v>6.8465627004154159</c:v>
                </c:pt>
                <c:pt idx="133">
                  <c:v>6.8484303372184785</c:v>
                </c:pt>
                <c:pt idx="134">
                  <c:v>6.8515500890683843</c:v>
                </c:pt>
                <c:pt idx="135">
                  <c:v>6.8403778729675064</c:v>
                </c:pt>
                <c:pt idx="136">
                  <c:v>6.8364476058462929</c:v>
                </c:pt>
                <c:pt idx="137">
                  <c:v>6.8295497418356801</c:v>
                </c:pt>
                <c:pt idx="138">
                  <c:v>6.8104467558519763</c:v>
                </c:pt>
                <c:pt idx="139">
                  <c:v>6.8149694866084767</c:v>
                </c:pt>
                <c:pt idx="140">
                  <c:v>6.8190982583650044</c:v>
                </c:pt>
                <c:pt idx="141">
                  <c:v>6.8228823916516905</c:v>
                </c:pt>
                <c:pt idx="142">
                  <c:v>6.8247837486854595</c:v>
                </c:pt>
                <c:pt idx="143">
                  <c:v>6.8442306235064141</c:v>
                </c:pt>
                <c:pt idx="144">
                  <c:v>6.8423395278959775</c:v>
                </c:pt>
                <c:pt idx="145">
                  <c:v>6.8292077216652256</c:v>
                </c:pt>
                <c:pt idx="146">
                  <c:v>6.8242880093131371</c:v>
                </c:pt>
                <c:pt idx="147">
                  <c:v>6.8178952075533621</c:v>
                </c:pt>
                <c:pt idx="148">
                  <c:v>6.8227949625922024</c:v>
                </c:pt>
                <c:pt idx="149">
                  <c:v>6.8328499373494864</c:v>
                </c:pt>
                <c:pt idx="150">
                  <c:v>6.8349857934155622</c:v>
                </c:pt>
                <c:pt idx="151">
                  <c:v>6.8202410521928716</c:v>
                </c:pt>
                <c:pt idx="152">
                  <c:v>6.8177943597095165</c:v>
                </c:pt>
                <c:pt idx="153">
                  <c:v>6.8113526681876158</c:v>
                </c:pt>
                <c:pt idx="154">
                  <c:v>6.8105260652955346</c:v>
                </c:pt>
                <c:pt idx="155">
                  <c:v>6.8154190880802075</c:v>
                </c:pt>
                <c:pt idx="156">
                  <c:v>6.8230671839065762</c:v>
                </c:pt>
                <c:pt idx="157">
                  <c:v>6.8224483002346918</c:v>
                </c:pt>
                <c:pt idx="158">
                  <c:v>6.8230328692641526</c:v>
                </c:pt>
                <c:pt idx="159">
                  <c:v>6.8149854334475268</c:v>
                </c:pt>
                <c:pt idx="160">
                  <c:v>6.8169924778472621</c:v>
                </c:pt>
                <c:pt idx="161">
                  <c:v>6.8222866755976348</c:v>
                </c:pt>
                <c:pt idx="162">
                  <c:v>6.8305419930749061</c:v>
                </c:pt>
                <c:pt idx="163">
                  <c:v>6.8389429558620947</c:v>
                </c:pt>
                <c:pt idx="164">
                  <c:v>6.8361393059065447</c:v>
                </c:pt>
                <c:pt idx="165">
                  <c:v>6.8287383337435337</c:v>
                </c:pt>
                <c:pt idx="166">
                  <c:v>6.8336463046593101</c:v>
                </c:pt>
                <c:pt idx="167">
                  <c:v>6.8270470807964063</c:v>
                </c:pt>
                <c:pt idx="168">
                  <c:v>6.8399331928397524</c:v>
                </c:pt>
                <c:pt idx="169">
                  <c:v>6.8383863217768273</c:v>
                </c:pt>
                <c:pt idx="170">
                  <c:v>6.834622482716914</c:v>
                </c:pt>
                <c:pt idx="171">
                  <c:v>6.8358370848493797</c:v>
                </c:pt>
                <c:pt idx="172">
                  <c:v>6.8451519424162033</c:v>
                </c:pt>
                <c:pt idx="173">
                  <c:v>6.8512701331821084</c:v>
                </c:pt>
                <c:pt idx="174">
                  <c:v>6.8498796381248415</c:v>
                </c:pt>
                <c:pt idx="175">
                  <c:v>6.8484132171984076</c:v>
                </c:pt>
                <c:pt idx="176">
                  <c:v>6.8482332043025131</c:v>
                </c:pt>
                <c:pt idx="177">
                  <c:v>6.8481892804050783</c:v>
                </c:pt>
                <c:pt idx="178">
                  <c:v>6.8519207709536341</c:v>
                </c:pt>
                <c:pt idx="179">
                  <c:v>6.8591868164698422</c:v>
                </c:pt>
                <c:pt idx="180">
                  <c:v>6.8580313570999962</c:v>
                </c:pt>
                <c:pt idx="181">
                  <c:v>6.8620954631186351</c:v>
                </c:pt>
                <c:pt idx="182">
                  <c:v>6.8649642240192312</c:v>
                </c:pt>
                <c:pt idx="183">
                  <c:v>6.86808009173751</c:v>
                </c:pt>
                <c:pt idx="184">
                  <c:v>6.8755024795680235</c:v>
                </c:pt>
                <c:pt idx="185">
                  <c:v>6.8809726219834877</c:v>
                </c:pt>
                <c:pt idx="186">
                  <c:v>6.8736418072488084</c:v>
                </c:pt>
                <c:pt idx="187">
                  <c:v>6.8748761284485314</c:v>
                </c:pt>
                <c:pt idx="188">
                  <c:v>6.8829865755169912</c:v>
                </c:pt>
                <c:pt idx="189">
                  <c:v>6.8820950638279781</c:v>
                </c:pt>
                <c:pt idx="190">
                  <c:v>6.8728497716842938</c:v>
                </c:pt>
                <c:pt idx="191">
                  <c:v>6.8678461004820139</c:v>
                </c:pt>
                <c:pt idx="192">
                  <c:v>6.8674375543297117</c:v>
                </c:pt>
                <c:pt idx="193">
                  <c:v>6.8744075828106492</c:v>
                </c:pt>
                <c:pt idx="194">
                  <c:v>6.8884688708845729</c:v>
                </c:pt>
                <c:pt idx="195">
                  <c:v>6.8922415130135635</c:v>
                </c:pt>
                <c:pt idx="196">
                  <c:v>6.8901857533247783</c:v>
                </c:pt>
                <c:pt idx="197">
                  <c:v>6.892229749918525</c:v>
                </c:pt>
                <c:pt idx="198">
                  <c:v>6.8893887699445102</c:v>
                </c:pt>
                <c:pt idx="199">
                  <c:v>6.8826247881487763</c:v>
                </c:pt>
                <c:pt idx="200">
                  <c:v>6.8801350308974731</c:v>
                </c:pt>
                <c:pt idx="201">
                  <c:v>6.8734787074118202</c:v>
                </c:pt>
                <c:pt idx="202">
                  <c:v>6.8710068402686435</c:v>
                </c:pt>
                <c:pt idx="203">
                  <c:v>6.8661787154515395</c:v>
                </c:pt>
                <c:pt idx="204">
                  <c:v>6.8746978723160126</c:v>
                </c:pt>
                <c:pt idx="205">
                  <c:v>6.878229236231288</c:v>
                </c:pt>
                <c:pt idx="206">
                  <c:v>6.8851756952046923</c:v>
                </c:pt>
                <c:pt idx="207">
                  <c:v>6.8875428977551012</c:v>
                </c:pt>
                <c:pt idx="208">
                  <c:v>6.8857280119838018</c:v>
                </c:pt>
                <c:pt idx="209">
                  <c:v>6.8789150766530245</c:v>
                </c:pt>
                <c:pt idx="210">
                  <c:v>6.8847324517724653</c:v>
                </c:pt>
                <c:pt idx="211">
                  <c:v>6.8903552400795718</c:v>
                </c:pt>
                <c:pt idx="212">
                  <c:v>6.8983663409758922</c:v>
                </c:pt>
                <c:pt idx="213">
                  <c:v>6.9017307690530565</c:v>
                </c:pt>
                <c:pt idx="214">
                  <c:v>6.9032245473576435</c:v>
                </c:pt>
                <c:pt idx="215">
                  <c:v>6.9068093457578312</c:v>
                </c:pt>
                <c:pt idx="216">
                  <c:v>6.9069657025112878</c:v>
                </c:pt>
                <c:pt idx="217">
                  <c:v>6.9072042276602073</c:v>
                </c:pt>
                <c:pt idx="218">
                  <c:v>6.9013374177006899</c:v>
                </c:pt>
                <c:pt idx="219">
                  <c:v>6.8958807566392366</c:v>
                </c:pt>
                <c:pt idx="220">
                  <c:v>6.8917417932486069</c:v>
                </c:pt>
                <c:pt idx="221">
                  <c:v>6.889021803734126</c:v>
                </c:pt>
                <c:pt idx="222">
                  <c:v>6.8887781286213388</c:v>
                </c:pt>
                <c:pt idx="223">
                  <c:v>6.8850919288765153</c:v>
                </c:pt>
                <c:pt idx="224">
                  <c:v>6.8789219496889151</c:v>
                </c:pt>
                <c:pt idx="225">
                  <c:v>6.8681650372630205</c:v>
                </c:pt>
                <c:pt idx="226">
                  <c:v>6.8647321964882755</c:v>
                </c:pt>
                <c:pt idx="227">
                  <c:v>6.8592941234272491</c:v>
                </c:pt>
                <c:pt idx="228">
                  <c:v>6.8512047719584448</c:v>
                </c:pt>
                <c:pt idx="229">
                  <c:v>6.8356778426722427</c:v>
                </c:pt>
                <c:pt idx="230">
                  <c:v>6.8233605393250087</c:v>
                </c:pt>
                <c:pt idx="231">
                  <c:v>6.815321438508315</c:v>
                </c:pt>
                <c:pt idx="232">
                  <c:v>6.8170265013001394</c:v>
                </c:pt>
                <c:pt idx="233">
                  <c:v>6.8222721522182228</c:v>
                </c:pt>
                <c:pt idx="234">
                  <c:v>6.8192031106667361</c:v>
                </c:pt>
                <c:pt idx="235">
                  <c:v>6.8191972098670153</c:v>
                </c:pt>
                <c:pt idx="236">
                  <c:v>6.8253186133440238</c:v>
                </c:pt>
                <c:pt idx="237">
                  <c:v>6.8275946615339782</c:v>
                </c:pt>
                <c:pt idx="238">
                  <c:v>6.8263796671379087</c:v>
                </c:pt>
                <c:pt idx="239">
                  <c:v>6.8272568359368986</c:v>
                </c:pt>
                <c:pt idx="240">
                  <c:v>6.8268761693787114</c:v>
                </c:pt>
                <c:pt idx="241">
                  <c:v>6.8194557476792621</c:v>
                </c:pt>
                <c:pt idx="242">
                  <c:v>6.8194199698695348</c:v>
                </c:pt>
                <c:pt idx="243">
                  <c:v>6.8322692380125014</c:v>
                </c:pt>
                <c:pt idx="244">
                  <c:v>6.8309026878806929</c:v>
                </c:pt>
                <c:pt idx="245">
                  <c:v>6.8289220382490416</c:v>
                </c:pt>
                <c:pt idx="246">
                  <c:v>6.8342145189437042</c:v>
                </c:pt>
                <c:pt idx="247">
                  <c:v>6.8451195650265433</c:v>
                </c:pt>
                <c:pt idx="248">
                  <c:v>6.8636873554544717</c:v>
                </c:pt>
                <c:pt idx="249">
                  <c:v>6.8890714647875697</c:v>
                </c:pt>
                <c:pt idx="250">
                  <c:v>6.9188136323759801</c:v>
                </c:pt>
                <c:pt idx="251">
                  <c:v>6.9243675651848733</c:v>
                </c:pt>
                <c:pt idx="252">
                  <c:v>6.941284984715292</c:v>
                </c:pt>
                <c:pt idx="253">
                  <c:v>6.9897468474135209</c:v>
                </c:pt>
                <c:pt idx="254">
                  <c:v>7.0361731652344055</c:v>
                </c:pt>
                <c:pt idx="255">
                  <c:v>7.103742539386924</c:v>
                </c:pt>
                <c:pt idx="256">
                  <c:v>7.2339525123660735</c:v>
                </c:pt>
                <c:pt idx="257">
                  <c:v>7.4282194686269207</c:v>
                </c:pt>
                <c:pt idx="258">
                  <c:v>7.616820540527887</c:v>
                </c:pt>
                <c:pt idx="259">
                  <c:v>7.8</c:v>
                </c:pt>
                <c:pt idx="260">
                  <c:v>7.3566870288216251</c:v>
                </c:pt>
                <c:pt idx="261">
                  <c:v>6.9883649629033187</c:v>
                </c:pt>
                <c:pt idx="262">
                  <c:v>6.8816672221568504</c:v>
                </c:pt>
                <c:pt idx="263">
                  <c:v>6.873554691037592</c:v>
                </c:pt>
                <c:pt idx="264">
                  <c:v>6.8728851812956702</c:v>
                </c:pt>
                <c:pt idx="265">
                  <c:v>6.8583946702051701</c:v>
                </c:pt>
                <c:pt idx="266">
                  <c:v>6.8419826931565666</c:v>
                </c:pt>
                <c:pt idx="267">
                  <c:v>6.836294197086171</c:v>
                </c:pt>
                <c:pt idx="268">
                  <c:v>6.8416340165374869</c:v>
                </c:pt>
                <c:pt idx="269">
                  <c:v>6.8508101932782397</c:v>
                </c:pt>
                <c:pt idx="270">
                  <c:v>6.8451963428056217</c:v>
                </c:pt>
                <c:pt idx="271">
                  <c:v>6.8406155606456664</c:v>
                </c:pt>
                <c:pt idx="272">
                  <c:v>6.8320044913653106</c:v>
                </c:pt>
                <c:pt idx="273">
                  <c:v>6.8490597205596879</c:v>
                </c:pt>
                <c:pt idx="274">
                  <c:v>6.8873552369222102</c:v>
                </c:pt>
                <c:pt idx="275">
                  <c:v>6.9137894046356836</c:v>
                </c:pt>
                <c:pt idx="276">
                  <c:v>6.9648002876740938</c:v>
                </c:pt>
                <c:pt idx="277">
                  <c:v>7.0465995991845691</c:v>
                </c:pt>
                <c:pt idx="278">
                  <c:v>7.2946623271691386</c:v>
                </c:pt>
                <c:pt idx="279">
                  <c:v>7.3186060974956142</c:v>
                </c:pt>
                <c:pt idx="280">
                  <c:v>7.1430869349324873</c:v>
                </c:pt>
                <c:pt idx="281">
                  <c:v>6.963379494464915</c:v>
                </c:pt>
                <c:pt idx="282">
                  <c:v>6.9124195142469373</c:v>
                </c:pt>
                <c:pt idx="283">
                  <c:v>6.8868354178590199</c:v>
                </c:pt>
                <c:pt idx="284">
                  <c:v>6.8646101567837672</c:v>
                </c:pt>
                <c:pt idx="285">
                  <c:v>6.8433224971676161</c:v>
                </c:pt>
                <c:pt idx="286">
                  <c:v>6.8676069448234989</c:v>
                </c:pt>
                <c:pt idx="287">
                  <c:v>6.8770186096784052</c:v>
                </c:pt>
                <c:pt idx="288">
                  <c:v>6.8568592445759613</c:v>
                </c:pt>
                <c:pt idx="289">
                  <c:v>6.847884580626987</c:v>
                </c:pt>
                <c:pt idx="290">
                  <c:v>6.8190647126073731</c:v>
                </c:pt>
                <c:pt idx="291">
                  <c:v>6.8035762669676387</c:v>
                </c:pt>
                <c:pt idx="292">
                  <c:v>6.836459019995182</c:v>
                </c:pt>
                <c:pt idx="293">
                  <c:v>6.8473602132312212</c:v>
                </c:pt>
                <c:pt idx="294">
                  <c:v>6.8198389976422211</c:v>
                </c:pt>
                <c:pt idx="295">
                  <c:v>6.8104625655190913</c:v>
                </c:pt>
                <c:pt idx="296">
                  <c:v>6.8083877268987445</c:v>
                </c:pt>
                <c:pt idx="297">
                  <c:v>6.7944710866300548</c:v>
                </c:pt>
                <c:pt idx="298">
                  <c:v>6.8068347155868443</c:v>
                </c:pt>
                <c:pt idx="299">
                  <c:v>6.8038667363607583</c:v>
                </c:pt>
                <c:pt idx="300">
                  <c:v>6.8073482957335267</c:v>
                </c:pt>
                <c:pt idx="301">
                  <c:v>6.8242633087387743</c:v>
                </c:pt>
                <c:pt idx="302">
                  <c:v>6.8335195601980914</c:v>
                </c:pt>
                <c:pt idx="303">
                  <c:v>6.7943611902515633</c:v>
                </c:pt>
                <c:pt idx="304">
                  <c:v>6.8107206545143946</c:v>
                </c:pt>
                <c:pt idx="305">
                  <c:v>6.8122457200527382</c:v>
                </c:pt>
                <c:pt idx="306">
                  <c:v>6.8127801828215997</c:v>
                </c:pt>
                <c:pt idx="307">
                  <c:v>6.8094721041329622</c:v>
                </c:pt>
                <c:pt idx="308">
                  <c:v>6.8108073459739176</c:v>
                </c:pt>
                <c:pt idx="309">
                  <c:v>6.81175578040608</c:v>
                </c:pt>
                <c:pt idx="310">
                  <c:v>6.8072645089498858</c:v>
                </c:pt>
                <c:pt idx="311">
                  <c:v>6.7950801769477529</c:v>
                </c:pt>
                <c:pt idx="312">
                  <c:v>6.8064379060578055</c:v>
                </c:pt>
                <c:pt idx="313">
                  <c:v>6.7999492737301503</c:v>
                </c:pt>
                <c:pt idx="314">
                  <c:v>6.8083559950594612</c:v>
                </c:pt>
                <c:pt idx="315">
                  <c:v>6.8172121635138749</c:v>
                </c:pt>
                <c:pt idx="316">
                  <c:v>6.8192784264817723</c:v>
                </c:pt>
                <c:pt idx="317">
                  <c:v>6.8278950295667604</c:v>
                </c:pt>
                <c:pt idx="318">
                  <c:v>6.8332794611817089</c:v>
                </c:pt>
                <c:pt idx="319">
                  <c:v>6.8359312521793489</c:v>
                </c:pt>
                <c:pt idx="320">
                  <c:v>6.8435475457755741</c:v>
                </c:pt>
                <c:pt idx="321">
                  <c:v>6.8579892621616922</c:v>
                </c:pt>
                <c:pt idx="322">
                  <c:v>6.8714798090997915</c:v>
                </c:pt>
                <c:pt idx="323">
                  <c:v>6.8830439759553865</c:v>
                </c:pt>
                <c:pt idx="324">
                  <c:v>6.8857575352346085</c:v>
                </c:pt>
                <c:pt idx="325">
                  <c:v>6.8740284443959458</c:v>
                </c:pt>
                <c:pt idx="326">
                  <c:v>6.8718942560518137</c:v>
                </c:pt>
                <c:pt idx="327">
                  <c:v>6.8806908756424843</c:v>
                </c:pt>
                <c:pt idx="328">
                  <c:v>6.8898392714566556</c:v>
                </c:pt>
                <c:pt idx="329">
                  <c:v>6.9045719222968831</c:v>
                </c:pt>
                <c:pt idx="330">
                  <c:v>6.9780117835793822</c:v>
                </c:pt>
                <c:pt idx="331">
                  <c:v>7.4763003398860661</c:v>
                </c:pt>
                <c:pt idx="332">
                  <c:v>7.8710603373232138</c:v>
                </c:pt>
                <c:pt idx="333">
                  <c:v>7.7729920107984842</c:v>
                </c:pt>
                <c:pt idx="334">
                  <c:v>7.3371323368599279</c:v>
                </c:pt>
                <c:pt idx="335">
                  <c:v>7.0768838317548584</c:v>
                </c:pt>
                <c:pt idx="336">
                  <c:v>6.965870459791855</c:v>
                </c:pt>
                <c:pt idx="337">
                  <c:v>6.9139843909311969</c:v>
                </c:pt>
                <c:pt idx="338">
                  <c:v>6.8888354905553317</c:v>
                </c:pt>
                <c:pt idx="339">
                  <c:v>6.8650571832735645</c:v>
                </c:pt>
                <c:pt idx="340">
                  <c:v>6.8396728790119274</c:v>
                </c:pt>
                <c:pt idx="341">
                  <c:v>6.8293291188275127</c:v>
                </c:pt>
                <c:pt idx="342">
                  <c:v>6.8269454652710309</c:v>
                </c:pt>
                <c:pt idx="343">
                  <c:v>6.8278064020577371</c:v>
                </c:pt>
                <c:pt idx="344">
                  <c:v>6.8193035048805868</c:v>
                </c:pt>
                <c:pt idx="345">
                  <c:v>6.8122087859076661</c:v>
                </c:pt>
                <c:pt idx="346">
                  <c:v>6.8025031682144537</c:v>
                </c:pt>
                <c:pt idx="347">
                  <c:v>6.8041647604380238</c:v>
                </c:pt>
                <c:pt idx="348">
                  <c:v>6.8116576699846165</c:v>
                </c:pt>
                <c:pt idx="349">
                  <c:v>6.8092054653553555</c:v>
                </c:pt>
                <c:pt idx="350">
                  <c:v>6.8064049968260818</c:v>
                </c:pt>
                <c:pt idx="351">
                  <c:v>6.8028492758679118</c:v>
                </c:pt>
                <c:pt idx="352">
                  <c:v>6.8061260444608029</c:v>
                </c:pt>
                <c:pt idx="353">
                  <c:v>6.8102589361884247</c:v>
                </c:pt>
                <c:pt idx="354">
                  <c:v>6.8118123421704526</c:v>
                </c:pt>
                <c:pt idx="355">
                  <c:v>6.8123587352878525</c:v>
                </c:pt>
                <c:pt idx="356">
                  <c:v>6.8032361759279247</c:v>
                </c:pt>
                <c:pt idx="357">
                  <c:v>6.8049882920023546</c:v>
                </c:pt>
                <c:pt idx="358">
                  <c:v>6.804935947071713</c:v>
                </c:pt>
                <c:pt idx="359">
                  <c:v>6.8154490180337675</c:v>
                </c:pt>
                <c:pt idx="360">
                  <c:v>6.820550483199451</c:v>
                </c:pt>
                <c:pt idx="361">
                  <c:v>6.8203407954416635</c:v>
                </c:pt>
                <c:pt idx="362">
                  <c:v>6.8240266606794888</c:v>
                </c:pt>
                <c:pt idx="363">
                  <c:v>6.8224437109911893</c:v>
                </c:pt>
                <c:pt idx="364">
                  <c:v>6.8289009233971845</c:v>
                </c:pt>
                <c:pt idx="365">
                  <c:v>6.8257361165830144</c:v>
                </c:pt>
                <c:pt idx="366">
                  <c:v>6.8300634218531586</c:v>
                </c:pt>
                <c:pt idx="367">
                  <c:v>6.8340746204158966</c:v>
                </c:pt>
                <c:pt idx="368">
                  <c:v>6.8324484278767867</c:v>
                </c:pt>
                <c:pt idx="369">
                  <c:v>6.8285900412559268</c:v>
                </c:pt>
                <c:pt idx="370">
                  <c:v>6.8251583556132642</c:v>
                </c:pt>
                <c:pt idx="371">
                  <c:v>6.8238311112570855</c:v>
                </c:pt>
                <c:pt idx="372">
                  <c:v>6.822438474392416</c:v>
                </c:pt>
                <c:pt idx="373">
                  <c:v>6.8189039795878914</c:v>
                </c:pt>
                <c:pt idx="374">
                  <c:v>6.8139822770394858</c:v>
                </c:pt>
                <c:pt idx="375">
                  <c:v>6.8135748763931661</c:v>
                </c:pt>
                <c:pt idx="376">
                  <c:v>6.8144814794015307</c:v>
                </c:pt>
                <c:pt idx="377">
                  <c:v>6.8200566979255672</c:v>
                </c:pt>
                <c:pt idx="378">
                  <c:v>6.8239012831245676</c:v>
                </c:pt>
                <c:pt idx="379">
                  <c:v>6.8244152711772674</c:v>
                </c:pt>
                <c:pt idx="380">
                  <c:v>6.8105297966128138</c:v>
                </c:pt>
                <c:pt idx="381">
                  <c:v>6.8034241357715679</c:v>
                </c:pt>
                <c:pt idx="382">
                  <c:v>6.7977719652961932</c:v>
                </c:pt>
                <c:pt idx="383">
                  <c:v>6.8068384017817758</c:v>
                </c:pt>
                <c:pt idx="384">
                  <c:v>6.8076752408286749</c:v>
                </c:pt>
                <c:pt idx="385">
                  <c:v>6.8098322592754794</c:v>
                </c:pt>
                <c:pt idx="386">
                  <c:v>6.8088417491572155</c:v>
                </c:pt>
                <c:pt idx="387">
                  <c:v>6.8100964668610313</c:v>
                </c:pt>
                <c:pt idx="388">
                  <c:v>6.8124697603266497</c:v>
                </c:pt>
                <c:pt idx="389">
                  <c:v>6.8093287991687745</c:v>
                </c:pt>
                <c:pt idx="390">
                  <c:v>6.8020371853754709</c:v>
                </c:pt>
                <c:pt idx="391">
                  <c:v>6.8162797769948202</c:v>
                </c:pt>
                <c:pt idx="392">
                  <c:v>6.8184410291210336</c:v>
                </c:pt>
                <c:pt idx="393">
                  <c:v>6.8199876920195308</c:v>
                </c:pt>
                <c:pt idx="394">
                  <c:v>6.814152141618731</c:v>
                </c:pt>
                <c:pt idx="395">
                  <c:v>6.816733303509106</c:v>
                </c:pt>
                <c:pt idx="396">
                  <c:v>6.8174041488724981</c:v>
                </c:pt>
                <c:pt idx="397">
                  <c:v>6.817930155111906</c:v>
                </c:pt>
                <c:pt idx="398">
                  <c:v>6.8052144653600148</c:v>
                </c:pt>
                <c:pt idx="399">
                  <c:v>6.795123403554518</c:v>
                </c:pt>
                <c:pt idx="400">
                  <c:v>6.8078276689297885</c:v>
                </c:pt>
                <c:pt idx="401">
                  <c:v>6.8258441021805192</c:v>
                </c:pt>
                <c:pt idx="402">
                  <c:v>6.8279078178415231</c:v>
                </c:pt>
                <c:pt idx="403">
                  <c:v>6.8229413635510241</c:v>
                </c:pt>
                <c:pt idx="404">
                  <c:v>6.8164857466712174</c:v>
                </c:pt>
                <c:pt idx="405">
                  <c:v>6.8247550508727866</c:v>
                </c:pt>
                <c:pt idx="406">
                  <c:v>6.8252149667114033</c:v>
                </c:pt>
                <c:pt idx="407">
                  <c:v>6.8238362636274781</c:v>
                </c:pt>
                <c:pt idx="408">
                  <c:v>6.8264939072943358</c:v>
                </c:pt>
                <c:pt idx="409">
                  <c:v>6.8279965921485823</c:v>
                </c:pt>
                <c:pt idx="410">
                  <c:v>6.8319366682663958</c:v>
                </c:pt>
                <c:pt idx="411">
                  <c:v>6.8242057470631918</c:v>
                </c:pt>
                <c:pt idx="412">
                  <c:v>6.8139667092281497</c:v>
                </c:pt>
                <c:pt idx="413">
                  <c:v>6.8183909156408582</c:v>
                </c:pt>
                <c:pt idx="414">
                  <c:v>6.8197513183041147</c:v>
                </c:pt>
                <c:pt idx="415">
                  <c:v>6.8156762710187833</c:v>
                </c:pt>
                <c:pt idx="416">
                  <c:v>6.8124223710329685</c:v>
                </c:pt>
                <c:pt idx="417">
                  <c:v>6.813621439045451</c:v>
                </c:pt>
                <c:pt idx="418">
                  <c:v>6.808732709501685</c:v>
                </c:pt>
                <c:pt idx="419">
                  <c:v>6.8003797861459931</c:v>
                </c:pt>
                <c:pt idx="420">
                  <c:v>6.7828579169056509</c:v>
                </c:pt>
                <c:pt idx="421">
                  <c:v>6.7965224517030611</c:v>
                </c:pt>
                <c:pt idx="422">
                  <c:v>6.8026692623703866</c:v>
                </c:pt>
                <c:pt idx="423">
                  <c:v>6.8026374390831466</c:v>
                </c:pt>
                <c:pt idx="424">
                  <c:v>6.8059240112579555</c:v>
                </c:pt>
                <c:pt idx="425">
                  <c:v>6.8019702645730886</c:v>
                </c:pt>
                <c:pt idx="426">
                  <c:v>6.7996362917734743</c:v>
                </c:pt>
                <c:pt idx="427">
                  <c:v>6.8010587778227034</c:v>
                </c:pt>
                <c:pt idx="428">
                  <c:v>6.7949698552159372</c:v>
                </c:pt>
                <c:pt idx="429">
                  <c:v>6.8158721056144191</c:v>
                </c:pt>
                <c:pt idx="430">
                  <c:v>6.813213289969803</c:v>
                </c:pt>
                <c:pt idx="431">
                  <c:v>6.8284503135914072</c:v>
                </c:pt>
                <c:pt idx="432">
                  <c:v>6.8186969775121966</c:v>
                </c:pt>
                <c:pt idx="433">
                  <c:v>6.8272131238136788</c:v>
                </c:pt>
                <c:pt idx="434">
                  <c:v>6.8439070613840265</c:v>
                </c:pt>
                <c:pt idx="435">
                  <c:v>6.8914370597791637</c:v>
                </c:pt>
                <c:pt idx="436">
                  <c:v>6.7642007481328443</c:v>
                </c:pt>
                <c:pt idx="437">
                  <c:v>6.6775108143465554</c:v>
                </c:pt>
                <c:pt idx="438">
                  <c:v>6.7095487106877743</c:v>
                </c:pt>
                <c:pt idx="439">
                  <c:v>6.7538703586022839</c:v>
                </c:pt>
                <c:pt idx="440">
                  <c:v>6.8025081142253132</c:v>
                </c:pt>
                <c:pt idx="441">
                  <c:v>6.8036492075423309</c:v>
                </c:pt>
                <c:pt idx="442">
                  <c:v>6.8078585602901551</c:v>
                </c:pt>
                <c:pt idx="443">
                  <c:v>6.8122386316328454</c:v>
                </c:pt>
                <c:pt idx="444">
                  <c:v>6.8198088354589812</c:v>
                </c:pt>
                <c:pt idx="445">
                  <c:v>6.8034013634254995</c:v>
                </c:pt>
                <c:pt idx="446">
                  <c:v>6.8115900273750905</c:v>
                </c:pt>
                <c:pt idx="447">
                  <c:v>6.8190128014528941</c:v>
                </c:pt>
                <c:pt idx="448">
                  <c:v>6.8158309648633466</c:v>
                </c:pt>
                <c:pt idx="449">
                  <c:v>6.8283865503004577</c:v>
                </c:pt>
                <c:pt idx="450">
                  <c:v>6.8301040776894091</c:v>
                </c:pt>
                <c:pt idx="451">
                  <c:v>6.8164774225006486</c:v>
                </c:pt>
                <c:pt idx="452">
                  <c:v>6.811670085247977</c:v>
                </c:pt>
                <c:pt idx="453">
                  <c:v>6.8148124030844182</c:v>
                </c:pt>
                <c:pt idx="454">
                  <c:v>6.806408627670935</c:v>
                </c:pt>
                <c:pt idx="455">
                  <c:v>6.8258384107484886</c:v>
                </c:pt>
                <c:pt idx="456">
                  <c:v>6.8403003202873229</c:v>
                </c:pt>
                <c:pt idx="457">
                  <c:v>6.8360064320257132</c:v>
                </c:pt>
                <c:pt idx="458">
                  <c:v>6.8196602060578515</c:v>
                </c:pt>
                <c:pt idx="459">
                  <c:v>6.8327365852008484</c:v>
                </c:pt>
                <c:pt idx="460">
                  <c:v>6.8328694518621038</c:v>
                </c:pt>
                <c:pt idx="461">
                  <c:v>6.812751205852007</c:v>
                </c:pt>
                <c:pt idx="462">
                  <c:v>6.798949086475945</c:v>
                </c:pt>
                <c:pt idx="463">
                  <c:v>6.799125857180802</c:v>
                </c:pt>
                <c:pt idx="464">
                  <c:v>6.7961770055432087</c:v>
                </c:pt>
                <c:pt idx="465">
                  <c:v>6.8118076566659438</c:v>
                </c:pt>
                <c:pt idx="466">
                  <c:v>6.8096603720118267</c:v>
                </c:pt>
                <c:pt idx="467">
                  <c:v>6.8098074865053615</c:v>
                </c:pt>
                <c:pt idx="468">
                  <c:v>6.8069547163628998</c:v>
                </c:pt>
                <c:pt idx="469">
                  <c:v>6.7990319264423391</c:v>
                </c:pt>
                <c:pt idx="470">
                  <c:v>6.8057108731447036</c:v>
                </c:pt>
                <c:pt idx="471">
                  <c:v>6.8116003946855299</c:v>
                </c:pt>
                <c:pt idx="472">
                  <c:v>6.8082391167498155</c:v>
                </c:pt>
                <c:pt idx="473">
                  <c:v>6.8043984623088676</c:v>
                </c:pt>
                <c:pt idx="474">
                  <c:v>6.807932648175723</c:v>
                </c:pt>
                <c:pt idx="475">
                  <c:v>6.8003663414914906</c:v>
                </c:pt>
                <c:pt idx="476">
                  <c:v>6.7964816313206518</c:v>
                </c:pt>
                <c:pt idx="477">
                  <c:v>6.8029723473700878</c:v>
                </c:pt>
                <c:pt idx="478">
                  <c:v>6.8103903493084763</c:v>
                </c:pt>
                <c:pt idx="479">
                  <c:v>6.8138180449324048</c:v>
                </c:pt>
                <c:pt idx="480">
                  <c:v>6.7994099090481246</c:v>
                </c:pt>
                <c:pt idx="481">
                  <c:v>6.8025345306521228</c:v>
                </c:pt>
                <c:pt idx="482">
                  <c:v>6.8077510788596731</c:v>
                </c:pt>
                <c:pt idx="483">
                  <c:v>6.8151468920343472</c:v>
                </c:pt>
                <c:pt idx="484">
                  <c:v>6.8148153306222898</c:v>
                </c:pt>
                <c:pt idx="485">
                  <c:v>6.8098688240189382</c:v>
                </c:pt>
                <c:pt idx="486">
                  <c:v>6.8250321742789355</c:v>
                </c:pt>
                <c:pt idx="487">
                  <c:v>6.8275962907515195</c:v>
                </c:pt>
                <c:pt idx="488">
                  <c:v>6.8256245380434279</c:v>
                </c:pt>
                <c:pt idx="489">
                  <c:v>6.8215864417488454</c:v>
                </c:pt>
                <c:pt idx="490">
                  <c:v>6.8193823703202519</c:v>
                </c:pt>
                <c:pt idx="491">
                  <c:v>6.8119641253228211</c:v>
                </c:pt>
                <c:pt idx="492">
                  <c:v>6.8174940061158855</c:v>
                </c:pt>
                <c:pt idx="493">
                  <c:v>6.8231967680674979</c:v>
                </c:pt>
                <c:pt idx="494">
                  <c:v>6.820809492690632</c:v>
                </c:pt>
                <c:pt idx="495">
                  <c:v>6.8221824513989731</c:v>
                </c:pt>
                <c:pt idx="496">
                  <c:v>6.8283765439687931</c:v>
                </c:pt>
                <c:pt idx="497">
                  <c:v>6.8229555981474146</c:v>
                </c:pt>
                <c:pt idx="498">
                  <c:v>6.8274946559739425</c:v>
                </c:pt>
                <c:pt idx="499">
                  <c:v>6.8294065656205891</c:v>
                </c:pt>
                <c:pt idx="500">
                  <c:v>6.8252926830352987</c:v>
                </c:pt>
                <c:pt idx="501">
                  <c:v>6.822702893752183</c:v>
                </c:pt>
                <c:pt idx="502">
                  <c:v>6.8262223574004848</c:v>
                </c:pt>
                <c:pt idx="503">
                  <c:v>6.8333722447597047</c:v>
                </c:pt>
                <c:pt idx="504">
                  <c:v>6.8413080719551793</c:v>
                </c:pt>
                <c:pt idx="505">
                  <c:v>6.8474005947236032</c:v>
                </c:pt>
                <c:pt idx="506">
                  <c:v>6.8531512705913844</c:v>
                </c:pt>
                <c:pt idx="507">
                  <c:v>6.872934948236221</c:v>
                </c:pt>
                <c:pt idx="508">
                  <c:v>6.902019898613287</c:v>
                </c:pt>
                <c:pt idx="509">
                  <c:v>6.9555897746321911</c:v>
                </c:pt>
                <c:pt idx="510">
                  <c:v>7.0149452644513186</c:v>
                </c:pt>
                <c:pt idx="511">
                  <c:v>7.0583384557023789</c:v>
                </c:pt>
                <c:pt idx="512">
                  <c:v>7.098402402274286</c:v>
                </c:pt>
                <c:pt idx="513">
                  <c:v>7.1333634951154847</c:v>
                </c:pt>
                <c:pt idx="514">
                  <c:v>7.1484878319926608</c:v>
                </c:pt>
                <c:pt idx="515">
                  <c:v>7.1644986557342918</c:v>
                </c:pt>
                <c:pt idx="516">
                  <c:v>7.1503791297512134</c:v>
                </c:pt>
                <c:pt idx="517">
                  <c:v>7.1188610620992847</c:v>
                </c:pt>
                <c:pt idx="518">
                  <c:v>7.0709281632599001</c:v>
                </c:pt>
                <c:pt idx="519">
                  <c:v>7.0361362972687749</c:v>
                </c:pt>
                <c:pt idx="520">
                  <c:v>7.017404405889387</c:v>
                </c:pt>
                <c:pt idx="521">
                  <c:v>6.9932855560436202</c:v>
                </c:pt>
                <c:pt idx="522">
                  <c:v>6.9613933988668002</c:v>
                </c:pt>
                <c:pt idx="523">
                  <c:v>6.9419113165825834</c:v>
                </c:pt>
                <c:pt idx="524">
                  <c:v>6.9299572204534154</c:v>
                </c:pt>
                <c:pt idx="525">
                  <c:v>6.9288581026508895</c:v>
                </c:pt>
                <c:pt idx="526">
                  <c:v>6.9286102305582027</c:v>
                </c:pt>
                <c:pt idx="527">
                  <c:v>6.9335019453964444</c:v>
                </c:pt>
                <c:pt idx="528">
                  <c:v>6.9491379865339322</c:v>
                </c:pt>
                <c:pt idx="529">
                  <c:v>6.9610779611733928</c:v>
                </c:pt>
                <c:pt idx="530">
                  <c:v>6.9716257513749156</c:v>
                </c:pt>
                <c:pt idx="531">
                  <c:v>6.9824414455846542</c:v>
                </c:pt>
                <c:pt idx="532">
                  <c:v>6.9894952788981701</c:v>
                </c:pt>
                <c:pt idx="533">
                  <c:v>6.9983326939035519</c:v>
                </c:pt>
                <c:pt idx="534">
                  <c:v>7.0130080501924912</c:v>
                </c:pt>
                <c:pt idx="535">
                  <c:v>7.0144649990358499</c:v>
                </c:pt>
                <c:pt idx="536">
                  <c:v>7.0304206459683432</c:v>
                </c:pt>
                <c:pt idx="537">
                  <c:v>7.0655829628183007</c:v>
                </c:pt>
                <c:pt idx="538">
                  <c:v>7.0852273700383996</c:v>
                </c:pt>
                <c:pt idx="539">
                  <c:v>7.1094403631488845</c:v>
                </c:pt>
                <c:pt idx="540">
                  <c:v>7.1602166966179599</c:v>
                </c:pt>
                <c:pt idx="541">
                  <c:v>7.213981318279858</c:v>
                </c:pt>
                <c:pt idx="542">
                  <c:v>7.240337042898835</c:v>
                </c:pt>
                <c:pt idx="543">
                  <c:v>7.2752988865758876</c:v>
                </c:pt>
                <c:pt idx="544">
                  <c:v>7.3316667138987341</c:v>
                </c:pt>
                <c:pt idx="545">
                  <c:v>7.3607936003834435</c:v>
                </c:pt>
                <c:pt idx="546">
                  <c:v>7.3993820197376658</c:v>
                </c:pt>
                <c:pt idx="547">
                  <c:v>7.4559275833835956</c:v>
                </c:pt>
                <c:pt idx="548">
                  <c:v>7.4858185512364228</c:v>
                </c:pt>
                <c:pt idx="549">
                  <c:v>7.5020783444462174</c:v>
                </c:pt>
                <c:pt idx="550">
                  <c:v>7.50645852829396</c:v>
                </c:pt>
                <c:pt idx="551">
                  <c:v>7.53761490483868</c:v>
                </c:pt>
                <c:pt idx="552">
                  <c:v>7.5670315754584641</c:v>
                </c:pt>
                <c:pt idx="553">
                  <c:v>7.5242648123357023</c:v>
                </c:pt>
                <c:pt idx="554">
                  <c:v>7.4906728012907919</c:v>
                </c:pt>
                <c:pt idx="555">
                  <c:v>7.4602926735054593</c:v>
                </c:pt>
                <c:pt idx="556">
                  <c:v>7.3973103673566465</c:v>
                </c:pt>
                <c:pt idx="557">
                  <c:v>7.3293056239222629</c:v>
                </c:pt>
                <c:pt idx="558">
                  <c:v>7.2831971021894528</c:v>
                </c:pt>
                <c:pt idx="559">
                  <c:v>7.2393771281383419</c:v>
                </c:pt>
                <c:pt idx="560">
                  <c:v>7.1828931330324055</c:v>
                </c:pt>
                <c:pt idx="561">
                  <c:v>7.1103532832858241</c:v>
                </c:pt>
                <c:pt idx="562">
                  <c:v>7.0929046473890018</c:v>
                </c:pt>
                <c:pt idx="563">
                  <c:v>7.0701047273549449</c:v>
                </c:pt>
                <c:pt idx="564">
                  <c:v>7.053619529371467</c:v>
                </c:pt>
                <c:pt idx="565">
                  <c:v>7.0060065636145099</c:v>
                </c:pt>
                <c:pt idx="566">
                  <c:v>6.9444970701229858</c:v>
                </c:pt>
                <c:pt idx="567">
                  <c:v>6.9462148574166562</c:v>
                </c:pt>
                <c:pt idx="568">
                  <c:v>6.9137847456029515</c:v>
                </c:pt>
                <c:pt idx="569">
                  <c:v>6.8679150714934343</c:v>
                </c:pt>
                <c:pt idx="570">
                  <c:v>6.8421649729991723</c:v>
                </c:pt>
                <c:pt idx="571">
                  <c:v>6.8453031155144402</c:v>
                </c:pt>
                <c:pt idx="572">
                  <c:v>6.8919865561107718</c:v>
                </c:pt>
                <c:pt idx="573">
                  <c:v>6.8755562509664605</c:v>
                </c:pt>
                <c:pt idx="574">
                  <c:v>6.873982056216736</c:v>
                </c:pt>
                <c:pt idx="575">
                  <c:v>6.8775116922469381</c:v>
                </c:pt>
                <c:pt idx="576">
                  <c:v>6.893507480019295</c:v>
                </c:pt>
                <c:pt idx="577">
                  <c:v>6.8648782870053493</c:v>
                </c:pt>
                <c:pt idx="578">
                  <c:v>6.7998064162198366</c:v>
                </c:pt>
                <c:pt idx="579">
                  <c:v>6.7201302451852554</c:v>
                </c:pt>
                <c:pt idx="580">
                  <c:v>6.794537043468698</c:v>
                </c:pt>
                <c:pt idx="581">
                  <c:v>6.8184298351691979</c:v>
                </c:pt>
                <c:pt idx="582">
                  <c:v>6.8701905180520964</c:v>
                </c:pt>
                <c:pt idx="583">
                  <c:v>6.9493841163023946</c:v>
                </c:pt>
                <c:pt idx="584">
                  <c:v>7.0478283131806423</c:v>
                </c:pt>
                <c:pt idx="585">
                  <c:v>7.5655059540128056</c:v>
                </c:pt>
                <c:pt idx="586">
                  <c:v>6.7709392448270105</c:v>
                </c:pt>
                <c:pt idx="587">
                  <c:v>6.4649921358607818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6-57AB-4D59-AD3D-6260AFD7ADF0}"/>
            </c:ext>
          </c:extLst>
        </c:ser>
        <c:ser>
          <c:idx val="7"/>
          <c:order val="7"/>
          <c:tx>
            <c:strRef>
              <c:f>'Fully separated 1%'!$I$1</c:f>
              <c:strCache>
                <c:ptCount val="1"/>
                <c:pt idx="0">
                  <c:v>1G_7/O-PTIR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1%'!$A$2:$A$589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1%'!$I$2:$I$589</c:f>
              <c:numCache>
                <c:formatCode>General</c:formatCode>
                <c:ptCount val="588"/>
                <c:pt idx="0">
                  <c:v>6.617062191413547</c:v>
                </c:pt>
                <c:pt idx="1">
                  <c:v>6.5991346457668083</c:v>
                </c:pt>
                <c:pt idx="2">
                  <c:v>6.5884110939624003</c:v>
                </c:pt>
                <c:pt idx="3">
                  <c:v>6.6118634978427</c:v>
                </c:pt>
                <c:pt idx="4">
                  <c:v>6.6138164074250314</c:v>
                </c:pt>
                <c:pt idx="5">
                  <c:v>6.6047794340453017</c:v>
                </c:pt>
                <c:pt idx="6">
                  <c:v>6.5975510575175287</c:v>
                </c:pt>
                <c:pt idx="7">
                  <c:v>6.5958498934918017</c:v>
                </c:pt>
                <c:pt idx="8">
                  <c:v>6.6073633237932068</c:v>
                </c:pt>
                <c:pt idx="9">
                  <c:v>6.5822107843604201</c:v>
                </c:pt>
                <c:pt idx="10">
                  <c:v>6.5907873256393703</c:v>
                </c:pt>
                <c:pt idx="11">
                  <c:v>6.5885571035167967</c:v>
                </c:pt>
                <c:pt idx="12">
                  <c:v>6.6007232048750355</c:v>
                </c:pt>
                <c:pt idx="13">
                  <c:v>6.6101769819333418</c:v>
                </c:pt>
                <c:pt idx="14">
                  <c:v>6.6156772431330397</c:v>
                </c:pt>
                <c:pt idx="15">
                  <c:v>6.61253777596181</c:v>
                </c:pt>
                <c:pt idx="16">
                  <c:v>6.6191163367504711</c:v>
                </c:pt>
                <c:pt idx="17">
                  <c:v>6.619041715271508</c:v>
                </c:pt>
                <c:pt idx="18">
                  <c:v>6.6091607836514665</c:v>
                </c:pt>
                <c:pt idx="19">
                  <c:v>6.6087092385631445</c:v>
                </c:pt>
                <c:pt idx="20">
                  <c:v>6.6166098046138302</c:v>
                </c:pt>
                <c:pt idx="21">
                  <c:v>6.616125795469733</c:v>
                </c:pt>
                <c:pt idx="22">
                  <c:v>6.6209042743208695</c:v>
                </c:pt>
                <c:pt idx="23">
                  <c:v>6.6222136624659376</c:v>
                </c:pt>
                <c:pt idx="24">
                  <c:v>6.6153354683878929</c:v>
                </c:pt>
                <c:pt idx="25">
                  <c:v>6.6102424050350637</c:v>
                </c:pt>
                <c:pt idx="26">
                  <c:v>6.608856599075736</c:v>
                </c:pt>
                <c:pt idx="27">
                  <c:v>6.6133130206703514</c:v>
                </c:pt>
                <c:pt idx="28">
                  <c:v>6.6156809076570422</c:v>
                </c:pt>
                <c:pt idx="29">
                  <c:v>6.6139388171255025</c:v>
                </c:pt>
                <c:pt idx="30">
                  <c:v>6.6138648195166381</c:v>
                </c:pt>
                <c:pt idx="31">
                  <c:v>6.6123812746687589</c:v>
                </c:pt>
                <c:pt idx="32">
                  <c:v>6.6192007850388981</c:v>
                </c:pt>
                <c:pt idx="33">
                  <c:v>6.6229760134789153</c:v>
                </c:pt>
                <c:pt idx="34">
                  <c:v>6.6271670405051406</c:v>
                </c:pt>
                <c:pt idx="35">
                  <c:v>6.6270290043983957</c:v>
                </c:pt>
                <c:pt idx="36">
                  <c:v>6.6249279809831796</c:v>
                </c:pt>
                <c:pt idx="37">
                  <c:v>6.6245855048118703</c:v>
                </c:pt>
                <c:pt idx="38">
                  <c:v>6.6288755481206358</c:v>
                </c:pt>
                <c:pt idx="39">
                  <c:v>6.6308755502009626</c:v>
                </c:pt>
                <c:pt idx="40">
                  <c:v>6.6404731974638693</c:v>
                </c:pt>
                <c:pt idx="41">
                  <c:v>6.6587173854854607</c:v>
                </c:pt>
                <c:pt idx="42">
                  <c:v>6.6843271093588665</c:v>
                </c:pt>
                <c:pt idx="43">
                  <c:v>6.7353559151772435</c:v>
                </c:pt>
                <c:pt idx="44">
                  <c:v>6.7985087410610712</c:v>
                </c:pt>
                <c:pt idx="45">
                  <c:v>6.8011761039439564</c:v>
                </c:pt>
                <c:pt idx="46">
                  <c:v>6.8200547279380732</c:v>
                </c:pt>
                <c:pt idx="47">
                  <c:v>6.8084160628425288</c:v>
                </c:pt>
                <c:pt idx="48">
                  <c:v>6.7850512129147891</c:v>
                </c:pt>
                <c:pt idx="49">
                  <c:v>6.7538414485443434</c:v>
                </c:pt>
                <c:pt idx="50">
                  <c:v>6.6937340120456064</c:v>
                </c:pt>
                <c:pt idx="51">
                  <c:v>6.6548598061923236</c:v>
                </c:pt>
                <c:pt idx="52">
                  <c:v>6.6403917909698755</c:v>
                </c:pt>
                <c:pt idx="53">
                  <c:v>6.636499439187542</c:v>
                </c:pt>
                <c:pt idx="54">
                  <c:v>6.6338539334282105</c:v>
                </c:pt>
                <c:pt idx="55">
                  <c:v>6.6367651667907923</c:v>
                </c:pt>
                <c:pt idx="56">
                  <c:v>6.6381621910066055</c:v>
                </c:pt>
                <c:pt idx="57">
                  <c:v>6.6385611530838444</c:v>
                </c:pt>
                <c:pt idx="58">
                  <c:v>6.6429877885879369</c:v>
                </c:pt>
                <c:pt idx="59">
                  <c:v>6.6483610870900209</c:v>
                </c:pt>
                <c:pt idx="60">
                  <c:v>6.6474760766004266</c:v>
                </c:pt>
                <c:pt idx="61">
                  <c:v>6.6437354381647511</c:v>
                </c:pt>
                <c:pt idx="62">
                  <c:v>6.6451246497476921</c:v>
                </c:pt>
                <c:pt idx="63">
                  <c:v>6.6554859664766557</c:v>
                </c:pt>
                <c:pt idx="64">
                  <c:v>6.6738807410009233</c:v>
                </c:pt>
                <c:pt idx="65">
                  <c:v>6.701848274134881</c:v>
                </c:pt>
                <c:pt idx="66">
                  <c:v>6.7186383498347082</c:v>
                </c:pt>
                <c:pt idx="67">
                  <c:v>6.7271251365077962</c:v>
                </c:pt>
                <c:pt idx="68">
                  <c:v>6.7263667385729988</c:v>
                </c:pt>
                <c:pt idx="69">
                  <c:v>6.712287648760741</c:v>
                </c:pt>
                <c:pt idx="70">
                  <c:v>6.6924220371777121</c:v>
                </c:pt>
                <c:pt idx="71">
                  <c:v>6.6747598070463532</c:v>
                </c:pt>
                <c:pt idx="72">
                  <c:v>6.6609321403057438</c:v>
                </c:pt>
                <c:pt idx="73">
                  <c:v>6.6540030991038019</c:v>
                </c:pt>
                <c:pt idx="74">
                  <c:v>6.6437025270210794</c:v>
                </c:pt>
                <c:pt idx="75">
                  <c:v>6.6399425816877029</c:v>
                </c:pt>
                <c:pt idx="76">
                  <c:v>6.6396018003444874</c:v>
                </c:pt>
                <c:pt idx="77">
                  <c:v>6.6362140716517288</c:v>
                </c:pt>
                <c:pt idx="78">
                  <c:v>6.6357817080027708</c:v>
                </c:pt>
                <c:pt idx="79">
                  <c:v>6.6324030305588408</c:v>
                </c:pt>
                <c:pt idx="80">
                  <c:v>6.6320159368403857</c:v>
                </c:pt>
                <c:pt idx="81">
                  <c:v>6.63231323432362</c:v>
                </c:pt>
                <c:pt idx="82">
                  <c:v>6.6336087855545278</c:v>
                </c:pt>
                <c:pt idx="83">
                  <c:v>6.6317891150083064</c:v>
                </c:pt>
                <c:pt idx="84">
                  <c:v>6.6319147216153382</c:v>
                </c:pt>
                <c:pt idx="85">
                  <c:v>6.6325980042215313</c:v>
                </c:pt>
                <c:pt idx="86">
                  <c:v>6.6306905584598628</c:v>
                </c:pt>
                <c:pt idx="87">
                  <c:v>6.6302536874349753</c:v>
                </c:pt>
                <c:pt idx="88">
                  <c:v>6.6309964601040292</c:v>
                </c:pt>
                <c:pt idx="89">
                  <c:v>6.6306921004568906</c:v>
                </c:pt>
                <c:pt idx="90">
                  <c:v>6.6301031990179098</c:v>
                </c:pt>
                <c:pt idx="91">
                  <c:v>6.6288796106897285</c:v>
                </c:pt>
                <c:pt idx="92">
                  <c:v>6.6284498725416272</c:v>
                </c:pt>
                <c:pt idx="93">
                  <c:v>6.6273490326514306</c:v>
                </c:pt>
                <c:pt idx="94">
                  <c:v>6.6287088231135609</c:v>
                </c:pt>
                <c:pt idx="95">
                  <c:v>6.6276207959412741</c:v>
                </c:pt>
                <c:pt idx="96">
                  <c:v>6.6282229708724243</c:v>
                </c:pt>
                <c:pt idx="97">
                  <c:v>6.6260209831488375</c:v>
                </c:pt>
                <c:pt idx="98">
                  <c:v>6.6226600090169416</c:v>
                </c:pt>
                <c:pt idx="99">
                  <c:v>6.6242364523425836</c:v>
                </c:pt>
                <c:pt idx="100">
                  <c:v>6.6257768070070089</c:v>
                </c:pt>
                <c:pt idx="101">
                  <c:v>6.6255412623988414</c:v>
                </c:pt>
                <c:pt idx="102">
                  <c:v>6.6246978037108217</c:v>
                </c:pt>
                <c:pt idx="103">
                  <c:v>6.6260704661984393</c:v>
                </c:pt>
                <c:pt idx="104">
                  <c:v>6.6265413181844623</c:v>
                </c:pt>
                <c:pt idx="105">
                  <c:v>6.6261700573082738</c:v>
                </c:pt>
                <c:pt idx="106">
                  <c:v>6.6293316142712495</c:v>
                </c:pt>
                <c:pt idx="107">
                  <c:v>6.636734258418409</c:v>
                </c:pt>
                <c:pt idx="108">
                  <c:v>6.645212808181336</c:v>
                </c:pt>
                <c:pt idx="109">
                  <c:v>6.6521615166885679</c:v>
                </c:pt>
                <c:pt idx="110">
                  <c:v>6.6538845386932488</c:v>
                </c:pt>
                <c:pt idx="111">
                  <c:v>6.6540961435694488</c:v>
                </c:pt>
                <c:pt idx="112">
                  <c:v>6.6500028166537426</c:v>
                </c:pt>
                <c:pt idx="113">
                  <c:v>6.644940791693756</c:v>
                </c:pt>
                <c:pt idx="114">
                  <c:v>6.6409844242241487</c:v>
                </c:pt>
                <c:pt idx="115">
                  <c:v>6.6410442883809626</c:v>
                </c:pt>
                <c:pt idx="116">
                  <c:v>6.6432512967191339</c:v>
                </c:pt>
                <c:pt idx="117">
                  <c:v>6.6417417500604206</c:v>
                </c:pt>
                <c:pt idx="118">
                  <c:v>6.6405180157443553</c:v>
                </c:pt>
                <c:pt idx="119">
                  <c:v>6.6442545893298766</c:v>
                </c:pt>
                <c:pt idx="120">
                  <c:v>6.6427122912017404</c:v>
                </c:pt>
                <c:pt idx="121">
                  <c:v>6.6511370193376278</c:v>
                </c:pt>
                <c:pt idx="122">
                  <c:v>6.6596591442029629</c:v>
                </c:pt>
                <c:pt idx="123">
                  <c:v>6.6669900170564942</c:v>
                </c:pt>
                <c:pt idx="124">
                  <c:v>6.6714505856194481</c:v>
                </c:pt>
                <c:pt idx="125">
                  <c:v>6.6667980384264922</c:v>
                </c:pt>
                <c:pt idx="126">
                  <c:v>6.6580850252781669</c:v>
                </c:pt>
                <c:pt idx="127">
                  <c:v>6.6514560165512302</c:v>
                </c:pt>
                <c:pt idx="128">
                  <c:v>6.6448936604177282</c:v>
                </c:pt>
                <c:pt idx="129">
                  <c:v>6.645794109126089</c:v>
                </c:pt>
                <c:pt idx="130">
                  <c:v>6.6416282718530901</c:v>
                </c:pt>
                <c:pt idx="131">
                  <c:v>6.6379238475369684</c:v>
                </c:pt>
                <c:pt idx="132">
                  <c:v>6.6387097003182607</c:v>
                </c:pt>
                <c:pt idx="133">
                  <c:v>6.6427186097398589</c:v>
                </c:pt>
                <c:pt idx="134">
                  <c:v>6.6315493002545223</c:v>
                </c:pt>
                <c:pt idx="135">
                  <c:v>6.6320660836786489</c:v>
                </c:pt>
                <c:pt idx="136">
                  <c:v>6.6376730335085261</c:v>
                </c:pt>
                <c:pt idx="137">
                  <c:v>6.634600595305745</c:v>
                </c:pt>
                <c:pt idx="138">
                  <c:v>6.6287823120458906</c:v>
                </c:pt>
                <c:pt idx="139">
                  <c:v>6.6227822100003593</c:v>
                </c:pt>
                <c:pt idx="140">
                  <c:v>6.6173047571265258</c:v>
                </c:pt>
                <c:pt idx="141">
                  <c:v>6.6122845154957739</c:v>
                </c:pt>
                <c:pt idx="142">
                  <c:v>6.6163358492246616</c:v>
                </c:pt>
                <c:pt idx="143">
                  <c:v>6.6176813089229904</c:v>
                </c:pt>
                <c:pt idx="144">
                  <c:v>6.6162846690659043</c:v>
                </c:pt>
                <c:pt idx="145">
                  <c:v>6.6129161856822085</c:v>
                </c:pt>
                <c:pt idx="146">
                  <c:v>6.6100191393766039</c:v>
                </c:pt>
                <c:pt idx="147">
                  <c:v>6.6135053232109708</c:v>
                </c:pt>
                <c:pt idx="148">
                  <c:v>6.6128222607271345</c:v>
                </c:pt>
                <c:pt idx="149">
                  <c:v>6.6111143587332544</c:v>
                </c:pt>
                <c:pt idx="150">
                  <c:v>6.6160844421204388</c:v>
                </c:pt>
                <c:pt idx="151">
                  <c:v>6.6157414800832006</c:v>
                </c:pt>
                <c:pt idx="152">
                  <c:v>6.6098091768641023</c:v>
                </c:pt>
                <c:pt idx="153">
                  <c:v>6.6047664262967025</c:v>
                </c:pt>
                <c:pt idx="154">
                  <c:v>6.6155625331529357</c:v>
                </c:pt>
                <c:pt idx="155">
                  <c:v>6.6124273384083825</c:v>
                </c:pt>
                <c:pt idx="156">
                  <c:v>6.6142263151720018</c:v>
                </c:pt>
                <c:pt idx="157">
                  <c:v>6.6136343958897257</c:v>
                </c:pt>
                <c:pt idx="158">
                  <c:v>6.614494336381779</c:v>
                </c:pt>
                <c:pt idx="159">
                  <c:v>6.6105832069078252</c:v>
                </c:pt>
                <c:pt idx="160">
                  <c:v>6.6154683607027769</c:v>
                </c:pt>
                <c:pt idx="161">
                  <c:v>6.614993965088968</c:v>
                </c:pt>
                <c:pt idx="162">
                  <c:v>6.609246882857569</c:v>
                </c:pt>
                <c:pt idx="163">
                  <c:v>6.6046495031174617</c:v>
                </c:pt>
                <c:pt idx="164">
                  <c:v>6.612997094904971</c:v>
                </c:pt>
                <c:pt idx="165">
                  <c:v>6.6147186057069431</c:v>
                </c:pt>
                <c:pt idx="166">
                  <c:v>6.6182660018049937</c:v>
                </c:pt>
                <c:pt idx="167">
                  <c:v>6.6192993086123284</c:v>
                </c:pt>
                <c:pt idx="168">
                  <c:v>6.6172028929397113</c:v>
                </c:pt>
                <c:pt idx="169">
                  <c:v>6.6206108090195981</c:v>
                </c:pt>
                <c:pt idx="170">
                  <c:v>6.6282157855312427</c:v>
                </c:pt>
                <c:pt idx="171">
                  <c:v>6.6303609816867688</c:v>
                </c:pt>
                <c:pt idx="172">
                  <c:v>6.6310481717499279</c:v>
                </c:pt>
                <c:pt idx="173">
                  <c:v>6.6315991596791388</c:v>
                </c:pt>
                <c:pt idx="174">
                  <c:v>6.633217608737433</c:v>
                </c:pt>
                <c:pt idx="175">
                  <c:v>6.6388618014452359</c:v>
                </c:pt>
                <c:pt idx="176">
                  <c:v>6.6398677446485035</c:v>
                </c:pt>
                <c:pt idx="177">
                  <c:v>6.640210017805412</c:v>
                </c:pt>
                <c:pt idx="178">
                  <c:v>6.6400891991447732</c:v>
                </c:pt>
                <c:pt idx="179">
                  <c:v>6.6403819002907127</c:v>
                </c:pt>
                <c:pt idx="180">
                  <c:v>6.6432821640324242</c:v>
                </c:pt>
                <c:pt idx="181">
                  <c:v>6.6474570206194015</c:v>
                </c:pt>
                <c:pt idx="182">
                  <c:v>6.6526596455983515</c:v>
                </c:pt>
                <c:pt idx="183">
                  <c:v>6.6580463977964</c:v>
                </c:pt>
                <c:pt idx="184">
                  <c:v>6.6629115398458962</c:v>
                </c:pt>
                <c:pt idx="185">
                  <c:v>6.6644518443269876</c:v>
                </c:pt>
                <c:pt idx="186">
                  <c:v>6.6650211697031052</c:v>
                </c:pt>
                <c:pt idx="187">
                  <c:v>6.6690719867717458</c:v>
                </c:pt>
                <c:pt idx="188">
                  <c:v>6.670785423759396</c:v>
                </c:pt>
                <c:pt idx="189">
                  <c:v>6.6690922243422097</c:v>
                </c:pt>
                <c:pt idx="190">
                  <c:v>6.6678438682570293</c:v>
                </c:pt>
                <c:pt idx="191">
                  <c:v>6.6702382337962387</c:v>
                </c:pt>
                <c:pt idx="192">
                  <c:v>6.6714177109727482</c:v>
                </c:pt>
                <c:pt idx="193">
                  <c:v>6.6717103801838382</c:v>
                </c:pt>
                <c:pt idx="194">
                  <c:v>6.6718938960786707</c:v>
                </c:pt>
                <c:pt idx="195">
                  <c:v>6.6749568040098781</c:v>
                </c:pt>
                <c:pt idx="196">
                  <c:v>6.6809079544929482</c:v>
                </c:pt>
                <c:pt idx="197">
                  <c:v>6.6835222872768565</c:v>
                </c:pt>
                <c:pt idx="198">
                  <c:v>6.678960275382785</c:v>
                </c:pt>
                <c:pt idx="199">
                  <c:v>6.6754265428382826</c:v>
                </c:pt>
                <c:pt idx="200">
                  <c:v>6.6681123308520496</c:v>
                </c:pt>
                <c:pt idx="201">
                  <c:v>6.6630932400164173</c:v>
                </c:pt>
                <c:pt idx="202">
                  <c:v>6.6661250799009935</c:v>
                </c:pt>
                <c:pt idx="203">
                  <c:v>6.6704619419804727</c:v>
                </c:pt>
                <c:pt idx="204">
                  <c:v>6.6754095443740029</c:v>
                </c:pt>
                <c:pt idx="205">
                  <c:v>6.6791123673855175</c:v>
                </c:pt>
                <c:pt idx="206">
                  <c:v>6.6844596754820715</c:v>
                </c:pt>
                <c:pt idx="207">
                  <c:v>6.6886000378692572</c:v>
                </c:pt>
                <c:pt idx="208">
                  <c:v>6.6954964051578392</c:v>
                </c:pt>
                <c:pt idx="209">
                  <c:v>6.6997758848745379</c:v>
                </c:pt>
                <c:pt idx="210">
                  <c:v>6.7023726899880849</c:v>
                </c:pt>
                <c:pt idx="211">
                  <c:v>6.7131688590032219</c:v>
                </c:pt>
                <c:pt idx="212">
                  <c:v>6.72142964730714</c:v>
                </c:pt>
                <c:pt idx="213">
                  <c:v>6.7154562792929244</c:v>
                </c:pt>
                <c:pt idx="214">
                  <c:v>6.7242135632671705</c:v>
                </c:pt>
                <c:pt idx="215">
                  <c:v>6.753336038488829</c:v>
                </c:pt>
                <c:pt idx="216">
                  <c:v>6.7634857549037148</c:v>
                </c:pt>
                <c:pt idx="217">
                  <c:v>6.765590297995578</c:v>
                </c:pt>
                <c:pt idx="218">
                  <c:v>6.7630244696862354</c:v>
                </c:pt>
                <c:pt idx="219">
                  <c:v>6.7347942541650525</c:v>
                </c:pt>
                <c:pt idx="220">
                  <c:v>6.7227425345993108</c:v>
                </c:pt>
                <c:pt idx="221">
                  <c:v>6.7202527842261839</c:v>
                </c:pt>
                <c:pt idx="222">
                  <c:v>6.7151271587319696</c:v>
                </c:pt>
                <c:pt idx="223">
                  <c:v>6.7033572140314499</c:v>
                </c:pt>
                <c:pt idx="224">
                  <c:v>6.6914155967032132</c:v>
                </c:pt>
                <c:pt idx="225">
                  <c:v>6.6845075412596433</c:v>
                </c:pt>
                <c:pt idx="226">
                  <c:v>6.6720025566858174</c:v>
                </c:pt>
                <c:pt idx="227">
                  <c:v>6.6663450425835702</c:v>
                </c:pt>
                <c:pt idx="228">
                  <c:v>6.6587634765978132</c:v>
                </c:pt>
                <c:pt idx="229">
                  <c:v>6.645216763540577</c:v>
                </c:pt>
                <c:pt idx="230">
                  <c:v>6.6323062611210828</c:v>
                </c:pt>
                <c:pt idx="231">
                  <c:v>6.6293609441496333</c:v>
                </c:pt>
                <c:pt idx="232">
                  <c:v>6.6314459636430305</c:v>
                </c:pt>
                <c:pt idx="233">
                  <c:v>6.6301720573970346</c:v>
                </c:pt>
                <c:pt idx="234">
                  <c:v>6.6262958760539501</c:v>
                </c:pt>
                <c:pt idx="235">
                  <c:v>6.6275334062250835</c:v>
                </c:pt>
                <c:pt idx="236">
                  <c:v>6.627481338733717</c:v>
                </c:pt>
                <c:pt idx="237">
                  <c:v>6.623116784577431</c:v>
                </c:pt>
                <c:pt idx="238">
                  <c:v>6.6241958357758923</c:v>
                </c:pt>
                <c:pt idx="239">
                  <c:v>6.6280434992981991</c:v>
                </c:pt>
                <c:pt idx="240">
                  <c:v>6.6281881071408</c:v>
                </c:pt>
                <c:pt idx="241">
                  <c:v>6.6292926172576507</c:v>
                </c:pt>
                <c:pt idx="242">
                  <c:v>6.6271783043828405</c:v>
                </c:pt>
                <c:pt idx="243">
                  <c:v>6.6322882247741877</c:v>
                </c:pt>
                <c:pt idx="244">
                  <c:v>6.6344497396379074</c:v>
                </c:pt>
                <c:pt idx="245">
                  <c:v>6.6372674905711895</c:v>
                </c:pt>
                <c:pt idx="246">
                  <c:v>6.6417318183221656</c:v>
                </c:pt>
                <c:pt idx="247">
                  <c:v>6.6489861296546131</c:v>
                </c:pt>
                <c:pt idx="248">
                  <c:v>6.6630551554270951</c:v>
                </c:pt>
                <c:pt idx="249">
                  <c:v>6.691224069723229</c:v>
                </c:pt>
                <c:pt idx="250">
                  <c:v>6.7139486350388289</c:v>
                </c:pt>
                <c:pt idx="251">
                  <c:v>6.764834463973</c:v>
                </c:pt>
                <c:pt idx="252">
                  <c:v>6.8233896021735259</c:v>
                </c:pt>
                <c:pt idx="253">
                  <c:v>6.9205334806059104</c:v>
                </c:pt>
                <c:pt idx="254">
                  <c:v>7.0275467604668016</c:v>
                </c:pt>
                <c:pt idx="255">
                  <c:v>7.0808404405709959</c:v>
                </c:pt>
                <c:pt idx="256">
                  <c:v>7.1569257491751506</c:v>
                </c:pt>
                <c:pt idx="257">
                  <c:v>7.3089884083430032</c:v>
                </c:pt>
                <c:pt idx="258">
                  <c:v>7.4566161015731147</c:v>
                </c:pt>
                <c:pt idx="259">
                  <c:v>7.6</c:v>
                </c:pt>
                <c:pt idx="260">
                  <c:v>7.3625186618137368</c:v>
                </c:pt>
                <c:pt idx="261">
                  <c:v>7.0416711977656252</c:v>
                </c:pt>
                <c:pt idx="262">
                  <c:v>6.813681097642025</c:v>
                </c:pt>
                <c:pt idx="263">
                  <c:v>6.7450969658827038</c:v>
                </c:pt>
                <c:pt idx="264">
                  <c:v>6.7299635789426198</c:v>
                </c:pt>
                <c:pt idx="265">
                  <c:v>6.7210547047989939</c:v>
                </c:pt>
                <c:pt idx="266">
                  <c:v>6.7071897244675762</c:v>
                </c:pt>
                <c:pt idx="267">
                  <c:v>6.6990548780866126</c:v>
                </c:pt>
                <c:pt idx="268">
                  <c:v>6.6887213994223398</c:v>
                </c:pt>
                <c:pt idx="269">
                  <c:v>6.6943350350411066</c:v>
                </c:pt>
                <c:pt idx="270">
                  <c:v>6.7118246116886509</c:v>
                </c:pt>
                <c:pt idx="271">
                  <c:v>6.7232643865402961</c:v>
                </c:pt>
                <c:pt idx="272">
                  <c:v>6.7311226315016883</c:v>
                </c:pt>
                <c:pt idx="273">
                  <c:v>6.7455688443460389</c:v>
                </c:pt>
                <c:pt idx="274">
                  <c:v>6.7768482814342761</c:v>
                </c:pt>
                <c:pt idx="275">
                  <c:v>6.8256780535026618</c:v>
                </c:pt>
                <c:pt idx="276">
                  <c:v>6.9049310254692644</c:v>
                </c:pt>
                <c:pt idx="277">
                  <c:v>7.0128955258874113</c:v>
                </c:pt>
                <c:pt idx="278">
                  <c:v>7.2907043747532345</c:v>
                </c:pt>
                <c:pt idx="279">
                  <c:v>7.4169844056471899</c:v>
                </c:pt>
                <c:pt idx="280">
                  <c:v>7.2840685684654343</c:v>
                </c:pt>
                <c:pt idx="281">
                  <c:v>7.0598959602743614</c:v>
                </c:pt>
                <c:pt idx="282">
                  <c:v>6.8877292183144432</c:v>
                </c:pt>
                <c:pt idx="283">
                  <c:v>6.7874572574847445</c:v>
                </c:pt>
                <c:pt idx="284">
                  <c:v>6.7359570659121424</c:v>
                </c:pt>
                <c:pt idx="285">
                  <c:v>6.6966061320604942</c:v>
                </c:pt>
                <c:pt idx="286">
                  <c:v>6.665553386783877</c:v>
                </c:pt>
                <c:pt idx="287">
                  <c:v>6.6737515097884508</c:v>
                </c:pt>
                <c:pt idx="288">
                  <c:v>6.6798621064139265</c:v>
                </c:pt>
                <c:pt idx="289">
                  <c:v>6.6709874709912942</c:v>
                </c:pt>
                <c:pt idx="290">
                  <c:v>6.6550914114086757</c:v>
                </c:pt>
                <c:pt idx="291">
                  <c:v>6.6586170188149909</c:v>
                </c:pt>
                <c:pt idx="292">
                  <c:v>6.6448123406040409</c:v>
                </c:pt>
                <c:pt idx="293">
                  <c:v>6.6278717878924507</c:v>
                </c:pt>
                <c:pt idx="294">
                  <c:v>6.6203929152590693</c:v>
                </c:pt>
                <c:pt idx="295">
                  <c:v>6.6200767534039082</c:v>
                </c:pt>
                <c:pt idx="296">
                  <c:v>6.6243695773256581</c:v>
                </c:pt>
                <c:pt idx="297">
                  <c:v>6.6288897773772355</c:v>
                </c:pt>
                <c:pt idx="298">
                  <c:v>6.6326415816050011</c:v>
                </c:pt>
                <c:pt idx="299">
                  <c:v>6.6415418059664804</c:v>
                </c:pt>
                <c:pt idx="300">
                  <c:v>6.6532366490247608</c:v>
                </c:pt>
                <c:pt idx="301">
                  <c:v>6.6607822883046106</c:v>
                </c:pt>
                <c:pt idx="302">
                  <c:v>6.659694550827032</c:v>
                </c:pt>
                <c:pt idx="303">
                  <c:v>6.660410160625359</c:v>
                </c:pt>
                <c:pt idx="304">
                  <c:v>6.6674131310043441</c:v>
                </c:pt>
                <c:pt idx="305">
                  <c:v>6.6694463955116898</c:v>
                </c:pt>
                <c:pt idx="306">
                  <c:v>6.6708964977287568</c:v>
                </c:pt>
                <c:pt idx="307">
                  <c:v>6.6710437949419132</c:v>
                </c:pt>
                <c:pt idx="308">
                  <c:v>6.6655316026542639</c:v>
                </c:pt>
                <c:pt idx="309">
                  <c:v>6.6567665676357848</c:v>
                </c:pt>
                <c:pt idx="310">
                  <c:v>6.6479110110047852</c:v>
                </c:pt>
                <c:pt idx="311">
                  <c:v>6.6292763008305178</c:v>
                </c:pt>
                <c:pt idx="312">
                  <c:v>6.6156024380286906</c:v>
                </c:pt>
                <c:pt idx="313">
                  <c:v>6.6263285522483697</c:v>
                </c:pt>
                <c:pt idx="314">
                  <c:v>6.6343607212443825</c:v>
                </c:pt>
                <c:pt idx="315">
                  <c:v>6.6342349253093129</c:v>
                </c:pt>
                <c:pt idx="316">
                  <c:v>6.636680445915613</c:v>
                </c:pt>
                <c:pt idx="317">
                  <c:v>6.6440321904744799</c:v>
                </c:pt>
                <c:pt idx="318">
                  <c:v>6.6573590320915672</c:v>
                </c:pt>
                <c:pt idx="319">
                  <c:v>6.6669130266960011</c:v>
                </c:pt>
                <c:pt idx="320">
                  <c:v>6.6791548133628842</c:v>
                </c:pt>
                <c:pt idx="321">
                  <c:v>6.7105408946006158</c:v>
                </c:pt>
                <c:pt idx="322">
                  <c:v>6.7433059408966587</c:v>
                </c:pt>
                <c:pt idx="323">
                  <c:v>6.7710670882212813</c:v>
                </c:pt>
                <c:pt idx="324">
                  <c:v>6.7632882880416867</c:v>
                </c:pt>
                <c:pt idx="325">
                  <c:v>6.7388213208297625</c:v>
                </c:pt>
                <c:pt idx="326">
                  <c:v>6.7274094752852358</c:v>
                </c:pt>
                <c:pt idx="327">
                  <c:v>6.7343495203239581</c:v>
                </c:pt>
                <c:pt idx="328">
                  <c:v>6.7659562896215677</c:v>
                </c:pt>
                <c:pt idx="329">
                  <c:v>6.8648135731067548</c:v>
                </c:pt>
                <c:pt idx="330">
                  <c:v>7.0537282276406597</c:v>
                </c:pt>
                <c:pt idx="331">
                  <c:v>7.08168045485737</c:v>
                </c:pt>
                <c:pt idx="332">
                  <c:v>6.9964514870946353</c:v>
                </c:pt>
                <c:pt idx="333">
                  <c:v>6.9275394391744038</c:v>
                </c:pt>
                <c:pt idx="334">
                  <c:v>6.9200499322360729</c:v>
                </c:pt>
                <c:pt idx="335">
                  <c:v>6.8607101639027874</c:v>
                </c:pt>
                <c:pt idx="336">
                  <c:v>6.7610209684588058</c:v>
                </c:pt>
                <c:pt idx="337">
                  <c:v>6.6845555256523701</c:v>
                </c:pt>
                <c:pt idx="338">
                  <c:v>6.6469500457562525</c:v>
                </c:pt>
                <c:pt idx="339">
                  <c:v>6.6347320208986034</c:v>
                </c:pt>
                <c:pt idx="340">
                  <c:v>6.627576201204735</c:v>
                </c:pt>
                <c:pt idx="341">
                  <c:v>6.6187737111696858</c:v>
                </c:pt>
                <c:pt idx="342">
                  <c:v>6.6166439007685307</c:v>
                </c:pt>
                <c:pt idx="343">
                  <c:v>6.6126137694987799</c:v>
                </c:pt>
                <c:pt idx="344">
                  <c:v>6.6069098512086004</c:v>
                </c:pt>
                <c:pt idx="345">
                  <c:v>6.6077715247365152</c:v>
                </c:pt>
                <c:pt idx="346">
                  <c:v>6.6051190970985125</c:v>
                </c:pt>
                <c:pt idx="347">
                  <c:v>6.6052163991639414</c:v>
                </c:pt>
                <c:pt idx="348">
                  <c:v>6.6075820672488437</c:v>
                </c:pt>
                <c:pt idx="349">
                  <c:v>6.6071902494536952</c:v>
                </c:pt>
                <c:pt idx="350">
                  <c:v>6.6072179198604246</c:v>
                </c:pt>
                <c:pt idx="351">
                  <c:v>6.6078233983377235</c:v>
                </c:pt>
                <c:pt idx="352">
                  <c:v>6.6069939972564855</c:v>
                </c:pt>
                <c:pt idx="353">
                  <c:v>6.6073297562743214</c:v>
                </c:pt>
                <c:pt idx="354">
                  <c:v>6.6076882603185876</c:v>
                </c:pt>
                <c:pt idx="355">
                  <c:v>6.6042052368938098</c:v>
                </c:pt>
                <c:pt idx="356">
                  <c:v>6.6031811059382433</c:v>
                </c:pt>
                <c:pt idx="357">
                  <c:v>6.6061960999044729</c:v>
                </c:pt>
                <c:pt idx="358">
                  <c:v>6.6083421309282118</c:v>
                </c:pt>
                <c:pt idx="359">
                  <c:v>6.6090069825640096</c:v>
                </c:pt>
                <c:pt idx="360">
                  <c:v>6.6102072869651725</c:v>
                </c:pt>
                <c:pt idx="361">
                  <c:v>6.611001417715717</c:v>
                </c:pt>
                <c:pt idx="362">
                  <c:v>6.6121698682448393</c:v>
                </c:pt>
                <c:pt idx="363">
                  <c:v>6.6139450706533909</c:v>
                </c:pt>
                <c:pt idx="364">
                  <c:v>6.6165698757869382</c:v>
                </c:pt>
                <c:pt idx="365">
                  <c:v>6.6171229668541072</c:v>
                </c:pt>
                <c:pt idx="366">
                  <c:v>6.6133702730126718</c:v>
                </c:pt>
                <c:pt idx="367">
                  <c:v>6.6114076415496701</c:v>
                </c:pt>
                <c:pt idx="368">
                  <c:v>6.6149356041511505</c:v>
                </c:pt>
                <c:pt idx="369">
                  <c:v>6.61671409242763</c:v>
                </c:pt>
                <c:pt idx="370">
                  <c:v>6.6167051130322143</c:v>
                </c:pt>
                <c:pt idx="371">
                  <c:v>6.6180886527577441</c:v>
                </c:pt>
                <c:pt idx="372">
                  <c:v>6.6160001363983048</c:v>
                </c:pt>
                <c:pt idx="373">
                  <c:v>6.6112392194334397</c:v>
                </c:pt>
                <c:pt idx="374">
                  <c:v>6.6022292970098961</c:v>
                </c:pt>
                <c:pt idx="375">
                  <c:v>6.6098827171202981</c:v>
                </c:pt>
                <c:pt idx="376">
                  <c:v>6.6153713426294036</c:v>
                </c:pt>
                <c:pt idx="377">
                  <c:v>6.6138093589474911</c:v>
                </c:pt>
                <c:pt idx="378">
                  <c:v>6.6097769511791693</c:v>
                </c:pt>
                <c:pt idx="379">
                  <c:v>6.606976110889331</c:v>
                </c:pt>
                <c:pt idx="380">
                  <c:v>6.6091478825424543</c:v>
                </c:pt>
                <c:pt idx="381">
                  <c:v>6.6135495278861312</c:v>
                </c:pt>
                <c:pt idx="382">
                  <c:v>6.6155137857454065</c:v>
                </c:pt>
                <c:pt idx="383">
                  <c:v>6.6156229618722708</c:v>
                </c:pt>
                <c:pt idx="384">
                  <c:v>6.6153186683758927</c:v>
                </c:pt>
                <c:pt idx="385">
                  <c:v>6.6184799345036307</c:v>
                </c:pt>
                <c:pt idx="386">
                  <c:v>6.6141822313930589</c:v>
                </c:pt>
                <c:pt idx="387">
                  <c:v>6.609294547331535</c:v>
                </c:pt>
                <c:pt idx="388">
                  <c:v>6.6073177208278429</c:v>
                </c:pt>
                <c:pt idx="389">
                  <c:v>6.6040405845155066</c:v>
                </c:pt>
                <c:pt idx="390">
                  <c:v>6.6060295733496774</c:v>
                </c:pt>
                <c:pt idx="391">
                  <c:v>6.6047634837284086</c:v>
                </c:pt>
                <c:pt idx="392">
                  <c:v>6.6039853745779027</c:v>
                </c:pt>
                <c:pt idx="393">
                  <c:v>6.6037807468960965</c:v>
                </c:pt>
                <c:pt idx="394">
                  <c:v>6.6059361633440554</c:v>
                </c:pt>
                <c:pt idx="395">
                  <c:v>6.6082652586126098</c:v>
                </c:pt>
                <c:pt idx="396">
                  <c:v>6.6099652892363059</c:v>
                </c:pt>
                <c:pt idx="397">
                  <c:v>6.6088318210539638</c:v>
                </c:pt>
                <c:pt idx="398">
                  <c:v>6.6086004684650836</c:v>
                </c:pt>
                <c:pt idx="399">
                  <c:v>6.6054149039085841</c:v>
                </c:pt>
                <c:pt idx="400">
                  <c:v>6.6104948808162209</c:v>
                </c:pt>
                <c:pt idx="401">
                  <c:v>6.6115104660630353</c:v>
                </c:pt>
                <c:pt idx="402">
                  <c:v>6.6127303020463772</c:v>
                </c:pt>
                <c:pt idx="403">
                  <c:v>6.618178306426671</c:v>
                </c:pt>
                <c:pt idx="404">
                  <c:v>6.6214985522199026</c:v>
                </c:pt>
                <c:pt idx="405">
                  <c:v>6.6175794538604196</c:v>
                </c:pt>
                <c:pt idx="406">
                  <c:v>6.6172296782948932</c:v>
                </c:pt>
                <c:pt idx="407">
                  <c:v>6.6133436678612849</c:v>
                </c:pt>
                <c:pt idx="408">
                  <c:v>6.6118323408347015</c:v>
                </c:pt>
                <c:pt idx="409">
                  <c:v>6.6105758539086832</c:v>
                </c:pt>
                <c:pt idx="410">
                  <c:v>6.6114649589022205</c:v>
                </c:pt>
                <c:pt idx="411">
                  <c:v>6.6115785477409936</c:v>
                </c:pt>
                <c:pt idx="412">
                  <c:v>6.6094371974537953</c:v>
                </c:pt>
                <c:pt idx="413">
                  <c:v>6.6040468950699118</c:v>
                </c:pt>
                <c:pt idx="414">
                  <c:v>6.6078426208361787</c:v>
                </c:pt>
                <c:pt idx="415">
                  <c:v>6.6036679267747758</c:v>
                </c:pt>
                <c:pt idx="416">
                  <c:v>6.598543289264974</c:v>
                </c:pt>
                <c:pt idx="417">
                  <c:v>6.5988875604884827</c:v>
                </c:pt>
                <c:pt idx="418">
                  <c:v>6.6006796883673733</c:v>
                </c:pt>
                <c:pt idx="419">
                  <c:v>6.6061580940117448</c:v>
                </c:pt>
                <c:pt idx="420">
                  <c:v>6.6122155556094491</c:v>
                </c:pt>
                <c:pt idx="421">
                  <c:v>6.6132685650785152</c:v>
                </c:pt>
                <c:pt idx="422">
                  <c:v>6.605209331867651</c:v>
                </c:pt>
                <c:pt idx="423">
                  <c:v>6.6037324434400047</c:v>
                </c:pt>
                <c:pt idx="424">
                  <c:v>6.6035345237874301</c:v>
                </c:pt>
                <c:pt idx="425">
                  <c:v>6.6099551008787225</c:v>
                </c:pt>
                <c:pt idx="426">
                  <c:v>6.6112749020658521</c:v>
                </c:pt>
                <c:pt idx="427">
                  <c:v>6.615901441745323</c:v>
                </c:pt>
                <c:pt idx="428">
                  <c:v>6.6242723402704584</c:v>
                </c:pt>
                <c:pt idx="429">
                  <c:v>6.6175829336185057</c:v>
                </c:pt>
                <c:pt idx="430">
                  <c:v>6.6038029396207065</c:v>
                </c:pt>
                <c:pt idx="431">
                  <c:v>6.5980407084375496</c:v>
                </c:pt>
                <c:pt idx="432">
                  <c:v>6.609961561983134</c:v>
                </c:pt>
                <c:pt idx="433">
                  <c:v>6.611666636602286</c:v>
                </c:pt>
                <c:pt idx="434">
                  <c:v>6.615009041759615</c:v>
                </c:pt>
                <c:pt idx="435">
                  <c:v>6.6245253532414088</c:v>
                </c:pt>
                <c:pt idx="436">
                  <c:v>6.6225520327280014</c:v>
                </c:pt>
                <c:pt idx="437">
                  <c:v>6.5831886648145179</c:v>
                </c:pt>
                <c:pt idx="438">
                  <c:v>6.6058014741236111</c:v>
                </c:pt>
                <c:pt idx="439">
                  <c:v>6.5972156560559565</c:v>
                </c:pt>
                <c:pt idx="440">
                  <c:v>6.5863082559634041</c:v>
                </c:pt>
                <c:pt idx="441">
                  <c:v>6.5894041902318481</c:v>
                </c:pt>
                <c:pt idx="442">
                  <c:v>6.6070571974645622</c:v>
                </c:pt>
                <c:pt idx="443">
                  <c:v>6.5902092917437933</c:v>
                </c:pt>
                <c:pt idx="444">
                  <c:v>6.5999619546431401</c:v>
                </c:pt>
                <c:pt idx="445">
                  <c:v>6.6090900165948074</c:v>
                </c:pt>
                <c:pt idx="446">
                  <c:v>6.6091095470364563</c:v>
                </c:pt>
                <c:pt idx="447">
                  <c:v>6.6040485200405232</c:v>
                </c:pt>
                <c:pt idx="448">
                  <c:v>6.6045045879019328</c:v>
                </c:pt>
                <c:pt idx="449">
                  <c:v>6.6069235381430209</c:v>
                </c:pt>
                <c:pt idx="450">
                  <c:v>6.6150460702178364</c:v>
                </c:pt>
                <c:pt idx="451">
                  <c:v>6.6016610290479756</c:v>
                </c:pt>
                <c:pt idx="452">
                  <c:v>6.5957077260990093</c:v>
                </c:pt>
                <c:pt idx="453">
                  <c:v>6.5926823310662872</c:v>
                </c:pt>
                <c:pt idx="454">
                  <c:v>6.6012559093899643</c:v>
                </c:pt>
                <c:pt idx="455">
                  <c:v>6.6007827471884415</c:v>
                </c:pt>
                <c:pt idx="456">
                  <c:v>6.6061808339057881</c:v>
                </c:pt>
                <c:pt idx="457">
                  <c:v>6.5973635948174332</c:v>
                </c:pt>
                <c:pt idx="458">
                  <c:v>6.592987603707968</c:v>
                </c:pt>
                <c:pt idx="459">
                  <c:v>6.5993715304981322</c:v>
                </c:pt>
                <c:pt idx="460">
                  <c:v>6.6016405556728621</c:v>
                </c:pt>
                <c:pt idx="461">
                  <c:v>6.5974378863979943</c:v>
                </c:pt>
                <c:pt idx="462">
                  <c:v>6.5949690447974403</c:v>
                </c:pt>
                <c:pt idx="463">
                  <c:v>6.5988044945228355</c:v>
                </c:pt>
                <c:pt idx="464">
                  <c:v>6.5993056523960858</c:v>
                </c:pt>
                <c:pt idx="465">
                  <c:v>6.6004960218512521</c:v>
                </c:pt>
                <c:pt idx="466">
                  <c:v>6.5995617031696137</c:v>
                </c:pt>
                <c:pt idx="467">
                  <c:v>6.5979977412378163</c:v>
                </c:pt>
                <c:pt idx="468">
                  <c:v>6.5942775138757828</c:v>
                </c:pt>
                <c:pt idx="469">
                  <c:v>6.5921532373278682</c:v>
                </c:pt>
                <c:pt idx="470">
                  <c:v>6.5909437773193513</c:v>
                </c:pt>
                <c:pt idx="471">
                  <c:v>6.5971625389915385</c:v>
                </c:pt>
                <c:pt idx="472">
                  <c:v>6.6019477094767831</c:v>
                </c:pt>
                <c:pt idx="473">
                  <c:v>6.6013254930038219</c:v>
                </c:pt>
                <c:pt idx="474">
                  <c:v>6.6053860325233993</c:v>
                </c:pt>
                <c:pt idx="475">
                  <c:v>6.6043941805725597</c:v>
                </c:pt>
                <c:pt idx="476">
                  <c:v>6.6027915774726313</c:v>
                </c:pt>
                <c:pt idx="477">
                  <c:v>6.600366770964631</c:v>
                </c:pt>
                <c:pt idx="478">
                  <c:v>6.6030681674868994</c:v>
                </c:pt>
                <c:pt idx="479">
                  <c:v>6.6033539404812505</c:v>
                </c:pt>
                <c:pt idx="480">
                  <c:v>6.6080096127273551</c:v>
                </c:pt>
                <c:pt idx="481">
                  <c:v>6.6045010197527443</c:v>
                </c:pt>
                <c:pt idx="482">
                  <c:v>6.6038711230909986</c:v>
                </c:pt>
                <c:pt idx="483">
                  <c:v>6.6005825263733264</c:v>
                </c:pt>
                <c:pt idx="484">
                  <c:v>6.6031121848299499</c:v>
                </c:pt>
                <c:pt idx="485">
                  <c:v>6.6045529634965687</c:v>
                </c:pt>
                <c:pt idx="486">
                  <c:v>6.6028588128770727</c:v>
                </c:pt>
                <c:pt idx="487">
                  <c:v>6.601643295797019</c:v>
                </c:pt>
                <c:pt idx="488">
                  <c:v>6.6027598750059946</c:v>
                </c:pt>
                <c:pt idx="489">
                  <c:v>6.6066831759346707</c:v>
                </c:pt>
                <c:pt idx="490">
                  <c:v>6.6092797346936623</c:v>
                </c:pt>
                <c:pt idx="491">
                  <c:v>6.6081553154790873</c:v>
                </c:pt>
                <c:pt idx="492">
                  <c:v>6.6111817173149729</c:v>
                </c:pt>
                <c:pt idx="493">
                  <c:v>6.612038463181527</c:v>
                </c:pt>
                <c:pt idx="494">
                  <c:v>6.6132553075537706</c:v>
                </c:pt>
                <c:pt idx="495">
                  <c:v>6.610485261583281</c:v>
                </c:pt>
                <c:pt idx="496">
                  <c:v>6.6122340264984061</c:v>
                </c:pt>
                <c:pt idx="497">
                  <c:v>6.6137399713622864</c:v>
                </c:pt>
                <c:pt idx="498">
                  <c:v>6.6142455798700803</c:v>
                </c:pt>
                <c:pt idx="499">
                  <c:v>6.615967238940998</c:v>
                </c:pt>
                <c:pt idx="500">
                  <c:v>6.613528185141762</c:v>
                </c:pt>
                <c:pt idx="501">
                  <c:v>6.6120838848025656</c:v>
                </c:pt>
                <c:pt idx="502">
                  <c:v>6.6130261145591014</c:v>
                </c:pt>
                <c:pt idx="503">
                  <c:v>6.6172507895116022</c:v>
                </c:pt>
                <c:pt idx="504">
                  <c:v>6.6201433968730994</c:v>
                </c:pt>
                <c:pt idx="505">
                  <c:v>6.6233816225670115</c:v>
                </c:pt>
                <c:pt idx="506">
                  <c:v>6.6333890030757452</c:v>
                </c:pt>
                <c:pt idx="507">
                  <c:v>6.644443004943076</c:v>
                </c:pt>
                <c:pt idx="508">
                  <c:v>6.662326187737353</c:v>
                </c:pt>
                <c:pt idx="509">
                  <c:v>6.6891079844642611</c:v>
                </c:pt>
                <c:pt idx="510">
                  <c:v>6.7170038877303533</c:v>
                </c:pt>
                <c:pt idx="511">
                  <c:v>6.7469423713556589</c:v>
                </c:pt>
                <c:pt idx="512">
                  <c:v>6.7690181300163719</c:v>
                </c:pt>
                <c:pt idx="513">
                  <c:v>6.7933862269336407</c:v>
                </c:pt>
                <c:pt idx="514">
                  <c:v>6.8086456105421354</c:v>
                </c:pt>
                <c:pt idx="515">
                  <c:v>6.8053181999372692</c:v>
                </c:pt>
                <c:pt idx="516">
                  <c:v>6.7910769540825031</c:v>
                </c:pt>
                <c:pt idx="517">
                  <c:v>6.7742432371295065</c:v>
                </c:pt>
                <c:pt idx="518">
                  <c:v>6.7601375775223032</c:v>
                </c:pt>
                <c:pt idx="519">
                  <c:v>6.7486219163435406</c:v>
                </c:pt>
                <c:pt idx="520">
                  <c:v>6.732361019351643</c:v>
                </c:pt>
                <c:pt idx="521">
                  <c:v>6.7219641180758769</c:v>
                </c:pt>
                <c:pt idx="522">
                  <c:v>6.70866570759926</c:v>
                </c:pt>
                <c:pt idx="523">
                  <c:v>6.6998278474371133</c:v>
                </c:pt>
                <c:pt idx="524">
                  <c:v>6.692942885451993</c:v>
                </c:pt>
                <c:pt idx="525">
                  <c:v>6.6870713987325479</c:v>
                </c:pt>
                <c:pt idx="526">
                  <c:v>6.6909477055339694</c:v>
                </c:pt>
                <c:pt idx="527">
                  <c:v>6.6992772541314025</c:v>
                </c:pt>
                <c:pt idx="528">
                  <c:v>6.7053463354522744</c:v>
                </c:pt>
                <c:pt idx="529">
                  <c:v>6.7112327403086489</c:v>
                </c:pt>
                <c:pt idx="530">
                  <c:v>6.717253636503453</c:v>
                </c:pt>
                <c:pt idx="531">
                  <c:v>6.7257342186914562</c:v>
                </c:pt>
                <c:pt idx="532">
                  <c:v>6.7313642140775096</c:v>
                </c:pt>
                <c:pt idx="533">
                  <c:v>6.7442002626760003</c:v>
                </c:pt>
                <c:pt idx="534">
                  <c:v>6.7472476776429842</c:v>
                </c:pt>
                <c:pt idx="535">
                  <c:v>6.7491321622477223</c:v>
                </c:pt>
                <c:pt idx="536">
                  <c:v>6.7603299165598951</c:v>
                </c:pt>
                <c:pt idx="537">
                  <c:v>6.7744548830647986</c:v>
                </c:pt>
                <c:pt idx="538">
                  <c:v>6.790169949605712</c:v>
                </c:pt>
                <c:pt idx="539">
                  <c:v>6.8055644997466018</c:v>
                </c:pt>
                <c:pt idx="540">
                  <c:v>6.8227550658343308</c:v>
                </c:pt>
                <c:pt idx="541">
                  <c:v>6.8545681616336971</c:v>
                </c:pt>
                <c:pt idx="542">
                  <c:v>6.8747822462965971</c:v>
                </c:pt>
                <c:pt idx="543">
                  <c:v>6.8943113375577854</c:v>
                </c:pt>
                <c:pt idx="544">
                  <c:v>6.9294138871120934</c:v>
                </c:pt>
                <c:pt idx="545">
                  <c:v>6.9613402330127219</c:v>
                </c:pt>
                <c:pt idx="546">
                  <c:v>6.9796448143972079</c:v>
                </c:pt>
                <c:pt idx="547">
                  <c:v>6.9944027661200368</c:v>
                </c:pt>
                <c:pt idx="548">
                  <c:v>7.0204364205610199</c:v>
                </c:pt>
                <c:pt idx="549">
                  <c:v>7.0345583760658119</c:v>
                </c:pt>
                <c:pt idx="550">
                  <c:v>7.0467686202254383</c:v>
                </c:pt>
                <c:pt idx="551">
                  <c:v>7.0677877733249046</c:v>
                </c:pt>
                <c:pt idx="552">
                  <c:v>7.0687685199317611</c:v>
                </c:pt>
                <c:pt idx="553">
                  <c:v>7.0550586517274345</c:v>
                </c:pt>
                <c:pt idx="554">
                  <c:v>7.0355005088772664</c:v>
                </c:pt>
                <c:pt idx="555">
                  <c:v>7.0077535771228803</c:v>
                </c:pt>
                <c:pt idx="556">
                  <c:v>6.9744191780779916</c:v>
                </c:pt>
                <c:pt idx="557">
                  <c:v>6.949597624543542</c:v>
                </c:pt>
                <c:pt idx="558">
                  <c:v>6.9201456637912164</c:v>
                </c:pt>
                <c:pt idx="559">
                  <c:v>6.8811152007183765</c:v>
                </c:pt>
                <c:pt idx="560">
                  <c:v>6.8331438374097893</c:v>
                </c:pt>
                <c:pt idx="561">
                  <c:v>6.7988239471518019</c:v>
                </c:pt>
                <c:pt idx="562">
                  <c:v>6.7688145134147168</c:v>
                </c:pt>
                <c:pt idx="563">
                  <c:v>6.7346145795764256</c:v>
                </c:pt>
                <c:pt idx="564">
                  <c:v>6.7119580354906763</c:v>
                </c:pt>
                <c:pt idx="565">
                  <c:v>6.7003159305556066</c:v>
                </c:pt>
                <c:pt idx="566">
                  <c:v>6.6953378896881963</c:v>
                </c:pt>
                <c:pt idx="567">
                  <c:v>6.6676208672016095</c:v>
                </c:pt>
                <c:pt idx="568">
                  <c:v>6.6551271784403339</c:v>
                </c:pt>
                <c:pt idx="569">
                  <c:v>6.6507730669798981</c:v>
                </c:pt>
                <c:pt idx="570">
                  <c:v>6.6456118888737299</c:v>
                </c:pt>
                <c:pt idx="571">
                  <c:v>6.6433522701517473</c:v>
                </c:pt>
                <c:pt idx="572">
                  <c:v>6.6332247689869464</c:v>
                </c:pt>
                <c:pt idx="573">
                  <c:v>6.5985312067716189</c:v>
                </c:pt>
                <c:pt idx="574">
                  <c:v>6.5942119008757594</c:v>
                </c:pt>
                <c:pt idx="575">
                  <c:v>6.5964372053166116</c:v>
                </c:pt>
                <c:pt idx="576">
                  <c:v>6.5885074345607482</c:v>
                </c:pt>
                <c:pt idx="577">
                  <c:v>6.6198420459450142</c:v>
                </c:pt>
                <c:pt idx="578">
                  <c:v>6.5689947692176078</c:v>
                </c:pt>
                <c:pt idx="579">
                  <c:v>6.5590051787012138</c:v>
                </c:pt>
                <c:pt idx="580">
                  <c:v>6.5350906661405261</c:v>
                </c:pt>
                <c:pt idx="581">
                  <c:v>6.5391063411881385</c:v>
                </c:pt>
                <c:pt idx="582">
                  <c:v>6.5761279242924342</c:v>
                </c:pt>
                <c:pt idx="583">
                  <c:v>6.4999741017493209</c:v>
                </c:pt>
                <c:pt idx="584">
                  <c:v>6.4532753330768324</c:v>
                </c:pt>
                <c:pt idx="585">
                  <c:v>6.6836454828027367</c:v>
                </c:pt>
                <c:pt idx="586">
                  <c:v>6.5163709134615209</c:v>
                </c:pt>
                <c:pt idx="587">
                  <c:v>6.5767428343854313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7-57AB-4D59-AD3D-6260AFD7ADF0}"/>
            </c:ext>
          </c:extLst>
        </c:ser>
        <c:ser>
          <c:idx val="8"/>
          <c:order val="8"/>
          <c:tx>
            <c:strRef>
              <c:f>'Fully separated 1%'!$J$1</c:f>
              <c:strCache>
                <c:ptCount val="1"/>
                <c:pt idx="0">
                  <c:v>1G_8/O-PTIR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1%'!$A$2:$A$589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1%'!$J$2:$J$589</c:f>
              <c:numCache>
                <c:formatCode>General</c:formatCode>
                <c:ptCount val="588"/>
                <c:pt idx="0">
                  <c:v>6.3670252620218788</c:v>
                </c:pt>
                <c:pt idx="1">
                  <c:v>6.3971366954557389</c:v>
                </c:pt>
                <c:pt idx="2">
                  <c:v>6.4873565407285687</c:v>
                </c:pt>
                <c:pt idx="3">
                  <c:v>6.4935329161950781</c:v>
                </c:pt>
                <c:pt idx="4">
                  <c:v>6.5319800751161763</c:v>
                </c:pt>
                <c:pt idx="5">
                  <c:v>6.5501985664053111</c:v>
                </c:pt>
                <c:pt idx="6">
                  <c:v>6.5294125088608395</c:v>
                </c:pt>
                <c:pt idx="7">
                  <c:v>6.5313871541845288</c:v>
                </c:pt>
                <c:pt idx="8">
                  <c:v>6.5604070213447754</c:v>
                </c:pt>
                <c:pt idx="9">
                  <c:v>6.5798506685684881</c:v>
                </c:pt>
                <c:pt idx="10">
                  <c:v>6.5860977621594454</c:v>
                </c:pt>
                <c:pt idx="11">
                  <c:v>6.5854070618052267</c:v>
                </c:pt>
                <c:pt idx="12">
                  <c:v>6.5914878629437297</c:v>
                </c:pt>
                <c:pt idx="13">
                  <c:v>6.6118806988544838</c:v>
                </c:pt>
                <c:pt idx="14">
                  <c:v>6.6540800588241007</c:v>
                </c:pt>
                <c:pt idx="15">
                  <c:v>6.6708087828309584</c:v>
                </c:pt>
                <c:pt idx="16">
                  <c:v>6.6627196597869522</c:v>
                </c:pt>
                <c:pt idx="17">
                  <c:v>6.6558647962789337</c:v>
                </c:pt>
                <c:pt idx="18">
                  <c:v>6.6476017202704698</c:v>
                </c:pt>
                <c:pt idx="19">
                  <c:v>6.6374987726996615</c:v>
                </c:pt>
                <c:pt idx="20">
                  <c:v>6.638632663344235</c:v>
                </c:pt>
                <c:pt idx="21">
                  <c:v>6.6126209093135655</c:v>
                </c:pt>
                <c:pt idx="22">
                  <c:v>6.5983481751257784</c:v>
                </c:pt>
                <c:pt idx="23">
                  <c:v>6.598471808776357</c:v>
                </c:pt>
                <c:pt idx="24">
                  <c:v>6.5767982782190062</c:v>
                </c:pt>
                <c:pt idx="25">
                  <c:v>6.5573441517385582</c:v>
                </c:pt>
                <c:pt idx="26">
                  <c:v>6.5682847789942285</c:v>
                </c:pt>
                <c:pt idx="27">
                  <c:v>6.5800304882982994</c:v>
                </c:pt>
                <c:pt idx="28">
                  <c:v>6.5733542307065695</c:v>
                </c:pt>
                <c:pt idx="29">
                  <c:v>6.5625391522294798</c:v>
                </c:pt>
                <c:pt idx="30">
                  <c:v>6.5646235532691506</c:v>
                </c:pt>
                <c:pt idx="31">
                  <c:v>6.5583674504845009</c:v>
                </c:pt>
                <c:pt idx="32">
                  <c:v>6.5624254853365933</c:v>
                </c:pt>
                <c:pt idx="33">
                  <c:v>6.5800628161984225</c:v>
                </c:pt>
                <c:pt idx="34">
                  <c:v>6.6001978381171975</c:v>
                </c:pt>
                <c:pt idx="35">
                  <c:v>6.5923053124032327</c:v>
                </c:pt>
                <c:pt idx="36">
                  <c:v>6.5833537074180741</c:v>
                </c:pt>
                <c:pt idx="37">
                  <c:v>6.5874068600424458</c:v>
                </c:pt>
                <c:pt idx="38">
                  <c:v>6.59693640210567</c:v>
                </c:pt>
                <c:pt idx="39">
                  <c:v>6.6131510491125143</c:v>
                </c:pt>
                <c:pt idx="40">
                  <c:v>6.6328971247185313</c:v>
                </c:pt>
                <c:pt idx="41">
                  <c:v>6.65194107663641</c:v>
                </c:pt>
                <c:pt idx="42">
                  <c:v>6.6742774033237993</c:v>
                </c:pt>
                <c:pt idx="43">
                  <c:v>6.7658831545341069</c:v>
                </c:pt>
                <c:pt idx="44">
                  <c:v>6.9185851573803641</c:v>
                </c:pt>
                <c:pt idx="45">
                  <c:v>7.0441245491357121</c:v>
                </c:pt>
                <c:pt idx="46">
                  <c:v>6.9896324680551265</c:v>
                </c:pt>
                <c:pt idx="47">
                  <c:v>6.8821710754172019</c:v>
                </c:pt>
                <c:pt idx="48">
                  <c:v>6.8255558996192409</c:v>
                </c:pt>
                <c:pt idx="49">
                  <c:v>6.7014749452704976</c:v>
                </c:pt>
                <c:pt idx="50">
                  <c:v>6.621850450621527</c:v>
                </c:pt>
                <c:pt idx="51">
                  <c:v>6.6002159374254861</c:v>
                </c:pt>
                <c:pt idx="52">
                  <c:v>6.579913503648454</c:v>
                </c:pt>
                <c:pt idx="53">
                  <c:v>6.5740615198455821</c:v>
                </c:pt>
                <c:pt idx="54">
                  <c:v>6.5751831239999525</c:v>
                </c:pt>
                <c:pt idx="55">
                  <c:v>6.5767221316507545</c:v>
                </c:pt>
                <c:pt idx="56">
                  <c:v>6.5802654691092552</c:v>
                </c:pt>
                <c:pt idx="57">
                  <c:v>6.5879360827378459</c:v>
                </c:pt>
                <c:pt idx="58">
                  <c:v>6.5908964929960261</c:v>
                </c:pt>
                <c:pt idx="59">
                  <c:v>6.5947206799297833</c:v>
                </c:pt>
                <c:pt idx="60">
                  <c:v>6.6061538322520503</c:v>
                </c:pt>
                <c:pt idx="61">
                  <c:v>6.6223608592073431</c:v>
                </c:pt>
                <c:pt idx="62">
                  <c:v>6.6303751439043372</c:v>
                </c:pt>
                <c:pt idx="63">
                  <c:v>6.6266249726217623</c:v>
                </c:pt>
                <c:pt idx="64">
                  <c:v>6.635981209087741</c:v>
                </c:pt>
                <c:pt idx="65">
                  <c:v>6.6444531149691803</c:v>
                </c:pt>
                <c:pt idx="66">
                  <c:v>6.6675635849469872</c:v>
                </c:pt>
                <c:pt idx="67">
                  <c:v>6.688411155863367</c:v>
                </c:pt>
                <c:pt idx="68">
                  <c:v>6.6620275702905927</c:v>
                </c:pt>
                <c:pt idx="69">
                  <c:v>6.655892660042662</c:v>
                </c:pt>
                <c:pt idx="70">
                  <c:v>6.6522352241131344</c:v>
                </c:pt>
                <c:pt idx="71">
                  <c:v>6.6437873787130552</c:v>
                </c:pt>
                <c:pt idx="72">
                  <c:v>6.631632061292728</c:v>
                </c:pt>
                <c:pt idx="73">
                  <c:v>6.6245844441974855</c:v>
                </c:pt>
                <c:pt idx="74">
                  <c:v>6.6118377972899056</c:v>
                </c:pt>
                <c:pt idx="75">
                  <c:v>6.5968057957707495</c:v>
                </c:pt>
                <c:pt idx="76">
                  <c:v>6.5902440682281886</c:v>
                </c:pt>
                <c:pt idx="77">
                  <c:v>6.5827908081408593</c:v>
                </c:pt>
                <c:pt idx="78">
                  <c:v>6.5768192771929304</c:v>
                </c:pt>
                <c:pt idx="79">
                  <c:v>6.5703773260713119</c:v>
                </c:pt>
                <c:pt idx="80">
                  <c:v>6.5673864490937399</c:v>
                </c:pt>
                <c:pt idx="81">
                  <c:v>6.5632802663052923</c:v>
                </c:pt>
                <c:pt idx="82">
                  <c:v>6.5593903850863864</c:v>
                </c:pt>
                <c:pt idx="83">
                  <c:v>6.5526346092221779</c:v>
                </c:pt>
                <c:pt idx="84">
                  <c:v>6.5454575591450874</c:v>
                </c:pt>
                <c:pt idx="85">
                  <c:v>6.5392499010067651</c:v>
                </c:pt>
                <c:pt idx="86">
                  <c:v>6.540073527428409</c:v>
                </c:pt>
                <c:pt idx="87">
                  <c:v>6.5418815161555885</c:v>
                </c:pt>
                <c:pt idx="88">
                  <c:v>6.5433857952528571</c:v>
                </c:pt>
                <c:pt idx="89">
                  <c:v>6.5426962682517091</c:v>
                </c:pt>
                <c:pt idx="90">
                  <c:v>6.541774714052508</c:v>
                </c:pt>
                <c:pt idx="91">
                  <c:v>6.5325165267454368</c:v>
                </c:pt>
                <c:pt idx="92">
                  <c:v>6.525110362622744</c:v>
                </c:pt>
                <c:pt idx="93">
                  <c:v>6.5187182992368617</c:v>
                </c:pt>
                <c:pt idx="94">
                  <c:v>6.5109617273807201</c:v>
                </c:pt>
                <c:pt idx="95">
                  <c:v>6.5042684831430977</c:v>
                </c:pt>
                <c:pt idx="96">
                  <c:v>6.5012353115077079</c:v>
                </c:pt>
                <c:pt idx="97">
                  <c:v>6.5021539390676404</c:v>
                </c:pt>
                <c:pt idx="98">
                  <c:v>6.5026805453205601</c:v>
                </c:pt>
                <c:pt idx="99">
                  <c:v>6.5006421882738064</c:v>
                </c:pt>
                <c:pt idx="100">
                  <c:v>6.5007431910456175</c:v>
                </c:pt>
                <c:pt idx="101">
                  <c:v>6.501767824986433</c:v>
                </c:pt>
                <c:pt idx="102">
                  <c:v>6.506618439607653</c:v>
                </c:pt>
                <c:pt idx="103">
                  <c:v>6.5153880669722968</c:v>
                </c:pt>
                <c:pt idx="104">
                  <c:v>6.5247731112791874</c:v>
                </c:pt>
                <c:pt idx="105">
                  <c:v>6.5395816092685726</c:v>
                </c:pt>
                <c:pt idx="106">
                  <c:v>6.5586697844590871</c:v>
                </c:pt>
                <c:pt idx="107">
                  <c:v>6.5782712679010524</c:v>
                </c:pt>
                <c:pt idx="108">
                  <c:v>6.6101789727577094</c:v>
                </c:pt>
                <c:pt idx="109">
                  <c:v>6.6504562859895708</c:v>
                </c:pt>
                <c:pt idx="110">
                  <c:v>6.6610870536268214</c:v>
                </c:pt>
                <c:pt idx="111">
                  <c:v>6.6421171713073903</c:v>
                </c:pt>
                <c:pt idx="112">
                  <c:v>6.6204841416612101</c:v>
                </c:pt>
                <c:pt idx="113">
                  <c:v>6.5943656934219943</c:v>
                </c:pt>
                <c:pt idx="114">
                  <c:v>6.5759561209109325</c:v>
                </c:pt>
                <c:pt idx="115">
                  <c:v>6.57053448794872</c:v>
                </c:pt>
                <c:pt idx="116">
                  <c:v>6.5616284414310702</c:v>
                </c:pt>
                <c:pt idx="117">
                  <c:v>6.559602991268096</c:v>
                </c:pt>
                <c:pt idx="118">
                  <c:v>6.5684285214888147</c:v>
                </c:pt>
                <c:pt idx="119">
                  <c:v>6.5744527858908484</c:v>
                </c:pt>
                <c:pt idx="120">
                  <c:v>6.5867479481156765</c:v>
                </c:pt>
                <c:pt idx="121">
                  <c:v>6.6161411708283389</c:v>
                </c:pt>
                <c:pt idx="122">
                  <c:v>6.666174280963844</c:v>
                </c:pt>
                <c:pt idx="123">
                  <c:v>6.6971267145790341</c:v>
                </c:pt>
                <c:pt idx="124">
                  <c:v>6.6884294709607248</c:v>
                </c:pt>
                <c:pt idx="125">
                  <c:v>6.6676786544688298</c:v>
                </c:pt>
                <c:pt idx="126">
                  <c:v>6.6501317931748076</c:v>
                </c:pt>
                <c:pt idx="127">
                  <c:v>6.63411978559198</c:v>
                </c:pt>
                <c:pt idx="128">
                  <c:v>6.6234847291469539</c:v>
                </c:pt>
                <c:pt idx="129">
                  <c:v>6.6144082766976942</c:v>
                </c:pt>
                <c:pt idx="130">
                  <c:v>6.606750367650629</c:v>
                </c:pt>
                <c:pt idx="131">
                  <c:v>6.5900665277704356</c:v>
                </c:pt>
                <c:pt idx="132">
                  <c:v>6.581242845243632</c:v>
                </c:pt>
                <c:pt idx="133">
                  <c:v>6.5958252906948518</c:v>
                </c:pt>
                <c:pt idx="134">
                  <c:v>6.601036461879243</c:v>
                </c:pt>
                <c:pt idx="135">
                  <c:v>6.575661906000124</c:v>
                </c:pt>
                <c:pt idx="136">
                  <c:v>6.5477798002008996</c:v>
                </c:pt>
                <c:pt idx="137">
                  <c:v>6.5334123885584319</c:v>
                </c:pt>
                <c:pt idx="138">
                  <c:v>6.5287086993205881</c:v>
                </c:pt>
                <c:pt idx="139">
                  <c:v>6.5133956864843761</c:v>
                </c:pt>
                <c:pt idx="140">
                  <c:v>6.499416533327004</c:v>
                </c:pt>
                <c:pt idx="141">
                  <c:v>6.4866042528249492</c:v>
                </c:pt>
                <c:pt idx="142">
                  <c:v>6.4821279715503692</c:v>
                </c:pt>
                <c:pt idx="143">
                  <c:v>6.4738565539456498</c:v>
                </c:pt>
                <c:pt idx="144">
                  <c:v>6.478904649283419</c:v>
                </c:pt>
                <c:pt idx="145">
                  <c:v>6.4765652867135435</c:v>
                </c:pt>
                <c:pt idx="146">
                  <c:v>6.4689390919164342</c:v>
                </c:pt>
                <c:pt idx="147">
                  <c:v>6.468370312387048</c:v>
                </c:pt>
                <c:pt idx="148">
                  <c:v>6.4627092007604414</c:v>
                </c:pt>
                <c:pt idx="149">
                  <c:v>6.4581567122269332</c:v>
                </c:pt>
                <c:pt idx="150">
                  <c:v>6.4584976117544626</c:v>
                </c:pt>
                <c:pt idx="151">
                  <c:v>6.4609454150756722</c:v>
                </c:pt>
                <c:pt idx="152">
                  <c:v>6.466267508585708</c:v>
                </c:pt>
                <c:pt idx="153">
                  <c:v>6.4670263241087103</c:v>
                </c:pt>
                <c:pt idx="154">
                  <c:v>6.4639696044910027</c:v>
                </c:pt>
                <c:pt idx="155">
                  <c:v>6.4529913321576426</c:v>
                </c:pt>
                <c:pt idx="156">
                  <c:v>6.4451476219774699</c:v>
                </c:pt>
                <c:pt idx="157">
                  <c:v>6.4445787547837741</c:v>
                </c:pt>
                <c:pt idx="158">
                  <c:v>6.4479734034575884</c:v>
                </c:pt>
                <c:pt idx="159">
                  <c:v>6.4461179175329706</c:v>
                </c:pt>
                <c:pt idx="160">
                  <c:v>6.4457021122243434</c:v>
                </c:pt>
                <c:pt idx="161">
                  <c:v>6.449208448600662</c:v>
                </c:pt>
                <c:pt idx="162">
                  <c:v>6.4497252398225786</c:v>
                </c:pt>
                <c:pt idx="163">
                  <c:v>6.4478468161941072</c:v>
                </c:pt>
                <c:pt idx="164">
                  <c:v>6.4552440722742341</c:v>
                </c:pt>
                <c:pt idx="165">
                  <c:v>6.4545874834516761</c:v>
                </c:pt>
                <c:pt idx="166">
                  <c:v>6.4535896174707155</c:v>
                </c:pt>
                <c:pt idx="167">
                  <c:v>6.455354242709836</c:v>
                </c:pt>
                <c:pt idx="168">
                  <c:v>6.4626914925698431</c:v>
                </c:pt>
                <c:pt idx="169">
                  <c:v>6.47450940354822</c:v>
                </c:pt>
                <c:pt idx="170">
                  <c:v>6.4837495859547216</c:v>
                </c:pt>
                <c:pt idx="171">
                  <c:v>6.495340345219355</c:v>
                </c:pt>
                <c:pt idx="172">
                  <c:v>6.5032092285432839</c:v>
                </c:pt>
                <c:pt idx="173">
                  <c:v>6.500576655830459</c:v>
                </c:pt>
                <c:pt idx="174">
                  <c:v>6.4946018543294306</c:v>
                </c:pt>
                <c:pt idx="175">
                  <c:v>6.4915895400563866</c:v>
                </c:pt>
                <c:pt idx="176">
                  <c:v>6.4895099605537583</c:v>
                </c:pt>
                <c:pt idx="177">
                  <c:v>6.4988633310711448</c:v>
                </c:pt>
                <c:pt idx="178">
                  <c:v>6.5073652383767921</c:v>
                </c:pt>
                <c:pt idx="179">
                  <c:v>6.5128975509019451</c:v>
                </c:pt>
                <c:pt idx="180">
                  <c:v>6.5150541873329662</c:v>
                </c:pt>
                <c:pt idx="181">
                  <c:v>6.5171591422816029</c:v>
                </c:pt>
                <c:pt idx="182">
                  <c:v>6.5230181392292659</c:v>
                </c:pt>
                <c:pt idx="183">
                  <c:v>6.527964847420944</c:v>
                </c:pt>
                <c:pt idx="184">
                  <c:v>6.5283060638886701</c:v>
                </c:pt>
                <c:pt idx="185">
                  <c:v>6.5331443515592387</c:v>
                </c:pt>
                <c:pt idx="186">
                  <c:v>6.5397231399251856</c:v>
                </c:pt>
                <c:pt idx="187">
                  <c:v>6.5312132281937059</c:v>
                </c:pt>
                <c:pt idx="188">
                  <c:v>6.528454351440554</c:v>
                </c:pt>
                <c:pt idx="189">
                  <c:v>6.5349506679211204</c:v>
                </c:pt>
                <c:pt idx="190">
                  <c:v>6.5343347249930144</c:v>
                </c:pt>
                <c:pt idx="191">
                  <c:v>6.5300373126276536</c:v>
                </c:pt>
                <c:pt idx="192">
                  <c:v>6.5334429901459918</c:v>
                </c:pt>
                <c:pt idx="193">
                  <c:v>6.5286031784651151</c:v>
                </c:pt>
                <c:pt idx="194">
                  <c:v>6.5325763542652338</c:v>
                </c:pt>
                <c:pt idx="195">
                  <c:v>6.5451358850750578</c:v>
                </c:pt>
                <c:pt idx="196">
                  <c:v>6.5501312941625827</c:v>
                </c:pt>
                <c:pt idx="197">
                  <c:v>6.5395716559976957</c:v>
                </c:pt>
                <c:pt idx="198">
                  <c:v>6.5306771676821347</c:v>
                </c:pt>
                <c:pt idx="199">
                  <c:v>6.5292618341423632</c:v>
                </c:pt>
                <c:pt idx="200">
                  <c:v>6.5353242392626054</c:v>
                </c:pt>
                <c:pt idx="201">
                  <c:v>6.5395167781397046</c:v>
                </c:pt>
                <c:pt idx="202">
                  <c:v>6.5388164886586662</c:v>
                </c:pt>
                <c:pt idx="203">
                  <c:v>6.5381281484974076</c:v>
                </c:pt>
                <c:pt idx="204">
                  <c:v>6.5394660542213208</c:v>
                </c:pt>
                <c:pt idx="205">
                  <c:v>6.5423630090059568</c:v>
                </c:pt>
                <c:pt idx="206">
                  <c:v>6.5468199569285019</c:v>
                </c:pt>
                <c:pt idx="207">
                  <c:v>6.5488476593898994</c:v>
                </c:pt>
                <c:pt idx="208">
                  <c:v>6.5513292741610938</c:v>
                </c:pt>
                <c:pt idx="209">
                  <c:v>6.5585882971113394</c:v>
                </c:pt>
                <c:pt idx="210">
                  <c:v>6.5675794184700349</c:v>
                </c:pt>
                <c:pt idx="211">
                  <c:v>6.5644457970223264</c:v>
                </c:pt>
                <c:pt idx="212">
                  <c:v>6.5810425390389407</c:v>
                </c:pt>
                <c:pt idx="213">
                  <c:v>6.5900379357185948</c:v>
                </c:pt>
                <c:pt idx="214">
                  <c:v>6.6000217946961213</c:v>
                </c:pt>
                <c:pt idx="215">
                  <c:v>6.6055601425718402</c:v>
                </c:pt>
                <c:pt idx="216">
                  <c:v>6.5981657389534885</c:v>
                </c:pt>
                <c:pt idx="217">
                  <c:v>6.6095295960104918</c:v>
                </c:pt>
                <c:pt idx="218">
                  <c:v>6.6403913712424387</c:v>
                </c:pt>
                <c:pt idx="219">
                  <c:v>6.6054512904725895</c:v>
                </c:pt>
                <c:pt idx="220">
                  <c:v>6.591698324721551</c:v>
                </c:pt>
                <c:pt idx="221">
                  <c:v>6.5878920617674632</c:v>
                </c:pt>
                <c:pt idx="222">
                  <c:v>6.5786864325858758</c:v>
                </c:pt>
                <c:pt idx="223">
                  <c:v>6.5782724277673061</c:v>
                </c:pt>
                <c:pt idx="224">
                  <c:v>6.5682720609258869</c:v>
                </c:pt>
                <c:pt idx="225">
                  <c:v>6.5602467979599304</c:v>
                </c:pt>
                <c:pt idx="226">
                  <c:v>6.5529485553461209</c:v>
                </c:pt>
                <c:pt idx="227">
                  <c:v>6.5432088347282304</c:v>
                </c:pt>
                <c:pt idx="228">
                  <c:v>6.5235433023927776</c:v>
                </c:pt>
                <c:pt idx="229">
                  <c:v>6.5092676752827652</c:v>
                </c:pt>
                <c:pt idx="230">
                  <c:v>6.4987817425722705</c:v>
                </c:pt>
                <c:pt idx="231">
                  <c:v>6.4918819140166875</c:v>
                </c:pt>
                <c:pt idx="232">
                  <c:v>6.4877800132926069</c:v>
                </c:pt>
                <c:pt idx="233">
                  <c:v>6.4843384473544807</c:v>
                </c:pt>
                <c:pt idx="234">
                  <c:v>6.4819596425885626</c:v>
                </c:pt>
                <c:pt idx="235">
                  <c:v>6.4806605923841571</c:v>
                </c:pt>
                <c:pt idx="236">
                  <c:v>6.4805130331203857</c:v>
                </c:pt>
                <c:pt idx="237">
                  <c:v>6.4829918898375221</c:v>
                </c:pt>
                <c:pt idx="238">
                  <c:v>6.4862689435830267</c:v>
                </c:pt>
                <c:pt idx="239">
                  <c:v>6.4906544855534616</c:v>
                </c:pt>
                <c:pt idx="240">
                  <c:v>6.4990157118719596</c:v>
                </c:pt>
                <c:pt idx="241">
                  <c:v>6.5045972175617779</c:v>
                </c:pt>
                <c:pt idx="242">
                  <c:v>6.5099938527088543</c:v>
                </c:pt>
                <c:pt idx="243">
                  <c:v>6.5170775874997711</c:v>
                </c:pt>
                <c:pt idx="244">
                  <c:v>6.5187903458127749</c:v>
                </c:pt>
                <c:pt idx="245">
                  <c:v>6.5244112599815933</c:v>
                </c:pt>
                <c:pt idx="246">
                  <c:v>6.5361437522050956</c:v>
                </c:pt>
                <c:pt idx="247">
                  <c:v>6.5527390106718491</c:v>
                </c:pt>
                <c:pt idx="248">
                  <c:v>6.5836623667097891</c:v>
                </c:pt>
                <c:pt idx="249">
                  <c:v>6.6164362758690638</c:v>
                </c:pt>
                <c:pt idx="250">
                  <c:v>6.669317086933864</c:v>
                </c:pt>
                <c:pt idx="251">
                  <c:v>6.7658282362156648</c:v>
                </c:pt>
                <c:pt idx="252">
                  <c:v>6.7927119129593212</c:v>
                </c:pt>
                <c:pt idx="253">
                  <c:v>6.8265991049069354</c:v>
                </c:pt>
                <c:pt idx="254">
                  <c:v>6.9692951573695741</c:v>
                </c:pt>
                <c:pt idx="255">
                  <c:v>7.1329513686961272</c:v>
                </c:pt>
                <c:pt idx="256">
                  <c:v>7.2651304283089377</c:v>
                </c:pt>
                <c:pt idx="257">
                  <c:v>7.3114175076146575</c:v>
                </c:pt>
                <c:pt idx="258">
                  <c:v>7.356354610495333</c:v>
                </c:pt>
                <c:pt idx="259">
                  <c:v>7.4</c:v>
                </c:pt>
                <c:pt idx="260">
                  <c:v>7.0035820985702895</c:v>
                </c:pt>
                <c:pt idx="261">
                  <c:v>6.734782500801118</c:v>
                </c:pt>
                <c:pt idx="262">
                  <c:v>6.6090223568266504</c:v>
                </c:pt>
                <c:pt idx="263">
                  <c:v>6.5692819672626408</c:v>
                </c:pt>
                <c:pt idx="264">
                  <c:v>6.536745061936859</c:v>
                </c:pt>
                <c:pt idx="265">
                  <c:v>6.5175112560973911</c:v>
                </c:pt>
                <c:pt idx="266">
                  <c:v>6.5068712162735176</c:v>
                </c:pt>
                <c:pt idx="267">
                  <c:v>6.504742430119407</c:v>
                </c:pt>
                <c:pt idx="268">
                  <c:v>6.5083389865574199</c:v>
                </c:pt>
                <c:pt idx="269">
                  <c:v>6.5122611619594082</c:v>
                </c:pt>
                <c:pt idx="270">
                  <c:v>6.5135825733062447</c:v>
                </c:pt>
                <c:pt idx="271">
                  <c:v>6.5218354802547616</c:v>
                </c:pt>
                <c:pt idx="272">
                  <c:v>6.5290401378460583</c:v>
                </c:pt>
                <c:pt idx="273">
                  <c:v>6.54029894608618</c:v>
                </c:pt>
                <c:pt idx="274">
                  <c:v>6.5896923764958233</c:v>
                </c:pt>
                <c:pt idx="275">
                  <c:v>6.6544496785282323</c:v>
                </c:pt>
                <c:pt idx="276">
                  <c:v>6.7496984617476112</c:v>
                </c:pt>
                <c:pt idx="277">
                  <c:v>6.8744658950768809</c:v>
                </c:pt>
                <c:pt idx="278">
                  <c:v>7.2569825566904864</c:v>
                </c:pt>
                <c:pt idx="279">
                  <c:v>7.316634100499444</c:v>
                </c:pt>
                <c:pt idx="280">
                  <c:v>7.0643961520492953</c:v>
                </c:pt>
                <c:pt idx="281">
                  <c:v>6.7918868434482667</c:v>
                </c:pt>
                <c:pt idx="282">
                  <c:v>6.6939584724723273</c:v>
                </c:pt>
                <c:pt idx="283">
                  <c:v>6.604136501152853</c:v>
                </c:pt>
                <c:pt idx="284">
                  <c:v>6.5557687431689278</c:v>
                </c:pt>
                <c:pt idx="285">
                  <c:v>6.5237633398106025</c:v>
                </c:pt>
                <c:pt idx="286">
                  <c:v>6.5046510164744173</c:v>
                </c:pt>
                <c:pt idx="287">
                  <c:v>6.5030990884530198</c:v>
                </c:pt>
                <c:pt idx="288">
                  <c:v>6.4993948937292778</c:v>
                </c:pt>
                <c:pt idx="289">
                  <c:v>6.4695624323636132</c:v>
                </c:pt>
                <c:pt idx="290">
                  <c:v>6.4417580915506711</c:v>
                </c:pt>
                <c:pt idx="291">
                  <c:v>6.4244042974123658</c:v>
                </c:pt>
                <c:pt idx="292">
                  <c:v>6.4101591319641882</c:v>
                </c:pt>
                <c:pt idx="293">
                  <c:v>6.4172257368117815</c:v>
                </c:pt>
                <c:pt idx="294">
                  <c:v>6.427045928208595</c:v>
                </c:pt>
                <c:pt idx="295">
                  <c:v>6.4250860543211221</c:v>
                </c:pt>
                <c:pt idx="296">
                  <c:v>6.423613204564802</c:v>
                </c:pt>
                <c:pt idx="297">
                  <c:v>6.4296088735432892</c:v>
                </c:pt>
                <c:pt idx="298">
                  <c:v>6.4380888040807873</c:v>
                </c:pt>
                <c:pt idx="299">
                  <c:v>6.4537828093794882</c:v>
                </c:pt>
                <c:pt idx="300">
                  <c:v>6.459392448569373</c:v>
                </c:pt>
                <c:pt idx="301">
                  <c:v>6.4608045992203547</c:v>
                </c:pt>
                <c:pt idx="302">
                  <c:v>6.4592983780214519</c:v>
                </c:pt>
                <c:pt idx="303">
                  <c:v>6.4596418063271512</c:v>
                </c:pt>
                <c:pt idx="304">
                  <c:v>6.4727297034195015</c:v>
                </c:pt>
                <c:pt idx="305">
                  <c:v>6.4689306424256419</c:v>
                </c:pt>
                <c:pt idx="306">
                  <c:v>6.4635187941490955</c:v>
                </c:pt>
                <c:pt idx="307">
                  <c:v>6.4596577275145091</c:v>
                </c:pt>
                <c:pt idx="308">
                  <c:v>6.455245761498051</c:v>
                </c:pt>
                <c:pt idx="309">
                  <c:v>6.4521286782595748</c:v>
                </c:pt>
                <c:pt idx="310">
                  <c:v>6.4457986070276032</c:v>
                </c:pt>
                <c:pt idx="311">
                  <c:v>6.4320304551207288</c:v>
                </c:pt>
                <c:pt idx="312">
                  <c:v>6.4342962066439302</c:v>
                </c:pt>
                <c:pt idx="313">
                  <c:v>6.4342404858598821</c:v>
                </c:pt>
                <c:pt idx="314">
                  <c:v>6.4283047994995854</c:v>
                </c:pt>
                <c:pt idx="315">
                  <c:v>6.433747788836369</c:v>
                </c:pt>
                <c:pt idx="316">
                  <c:v>6.4394464207876085</c:v>
                </c:pt>
                <c:pt idx="317">
                  <c:v>6.4439184739450885</c:v>
                </c:pt>
                <c:pt idx="318">
                  <c:v>6.4552238791376206</c:v>
                </c:pt>
                <c:pt idx="319">
                  <c:v>6.4740278230335413</c:v>
                </c:pt>
                <c:pt idx="320">
                  <c:v>6.4870596824016467</c:v>
                </c:pt>
                <c:pt idx="321">
                  <c:v>6.536016436653501</c:v>
                </c:pt>
                <c:pt idx="322">
                  <c:v>6.5830436589842165</c:v>
                </c:pt>
                <c:pt idx="323">
                  <c:v>6.6108523020917511</c:v>
                </c:pt>
                <c:pt idx="324">
                  <c:v>6.6047846640865489</c:v>
                </c:pt>
                <c:pt idx="325">
                  <c:v>6.5802947624755754</c:v>
                </c:pt>
                <c:pt idx="326">
                  <c:v>6.5653560088085099</c:v>
                </c:pt>
                <c:pt idx="327">
                  <c:v>6.5753009987797135</c:v>
                </c:pt>
                <c:pt idx="328">
                  <c:v>6.6093739041961275</c:v>
                </c:pt>
                <c:pt idx="329">
                  <c:v>6.6708634314130624</c:v>
                </c:pt>
                <c:pt idx="330">
                  <c:v>6.9084666460228465</c:v>
                </c:pt>
                <c:pt idx="331">
                  <c:v>7.213347471113936</c:v>
                </c:pt>
                <c:pt idx="332">
                  <c:v>7.2830777671441727</c:v>
                </c:pt>
                <c:pt idx="333">
                  <c:v>7.1569574172637731</c:v>
                </c:pt>
                <c:pt idx="334">
                  <c:v>6.8658809426961334</c:v>
                </c:pt>
                <c:pt idx="335">
                  <c:v>6.6363793938700804</c:v>
                </c:pt>
                <c:pt idx="336">
                  <c:v>6.5596618747107076</c:v>
                </c:pt>
                <c:pt idx="337">
                  <c:v>6.5288866308960323</c:v>
                </c:pt>
                <c:pt idx="338">
                  <c:v>6.5045346724483757</c:v>
                </c:pt>
                <c:pt idx="339">
                  <c:v>6.4825372087791626</c:v>
                </c:pt>
                <c:pt idx="340">
                  <c:v>6.4673901984288404</c:v>
                </c:pt>
                <c:pt idx="341">
                  <c:v>6.4540949887304162</c:v>
                </c:pt>
                <c:pt idx="342">
                  <c:v>6.4468080042370186</c:v>
                </c:pt>
                <c:pt idx="343">
                  <c:v>6.4430696507777583</c:v>
                </c:pt>
                <c:pt idx="344">
                  <c:v>6.4375715509353917</c:v>
                </c:pt>
                <c:pt idx="345">
                  <c:v>6.4347359375657485</c:v>
                </c:pt>
                <c:pt idx="346">
                  <c:v>6.4335854716231982</c:v>
                </c:pt>
                <c:pt idx="347">
                  <c:v>6.433310013503001</c:v>
                </c:pt>
                <c:pt idx="348">
                  <c:v>6.4306753368467398</c:v>
                </c:pt>
                <c:pt idx="349">
                  <c:v>6.4277192895738278</c:v>
                </c:pt>
                <c:pt idx="350">
                  <c:v>6.4251674000572923</c:v>
                </c:pt>
                <c:pt idx="351">
                  <c:v>6.4238533592558946</c:v>
                </c:pt>
                <c:pt idx="352">
                  <c:v>6.4265959725937094</c:v>
                </c:pt>
                <c:pt idx="353">
                  <c:v>6.4276481803316896</c:v>
                </c:pt>
                <c:pt idx="354">
                  <c:v>6.4248924898390323</c:v>
                </c:pt>
                <c:pt idx="355">
                  <c:v>6.4248397648141902</c:v>
                </c:pt>
                <c:pt idx="356">
                  <c:v>6.4282904394112848</c:v>
                </c:pt>
                <c:pt idx="357">
                  <c:v>6.4317179588296041</c:v>
                </c:pt>
                <c:pt idx="358">
                  <c:v>6.4329157634994951</c:v>
                </c:pt>
                <c:pt idx="359">
                  <c:v>6.4278440409443585</c:v>
                </c:pt>
                <c:pt idx="360">
                  <c:v>6.4384524390099171</c:v>
                </c:pt>
                <c:pt idx="361">
                  <c:v>6.4466282789149263</c:v>
                </c:pt>
                <c:pt idx="362">
                  <c:v>6.451063223095689</c:v>
                </c:pt>
                <c:pt idx="363">
                  <c:v>6.4546155967215171</c:v>
                </c:pt>
                <c:pt idx="364">
                  <c:v>6.4571162380196609</c:v>
                </c:pt>
                <c:pt idx="365">
                  <c:v>6.4588154285948578</c:v>
                </c:pt>
                <c:pt idx="366">
                  <c:v>6.4597959066971224</c:v>
                </c:pt>
                <c:pt idx="367">
                  <c:v>6.4600428503146743</c:v>
                </c:pt>
                <c:pt idx="368">
                  <c:v>6.45649994106261</c:v>
                </c:pt>
                <c:pt idx="369">
                  <c:v>6.4563900369916416</c:v>
                </c:pt>
                <c:pt idx="370">
                  <c:v>6.4573374555339651</c:v>
                </c:pt>
                <c:pt idx="371">
                  <c:v>6.4592090683198986</c:v>
                </c:pt>
                <c:pt idx="372">
                  <c:v>6.4596985116488339</c:v>
                </c:pt>
                <c:pt idx="373">
                  <c:v>6.4558618864981865</c:v>
                </c:pt>
                <c:pt idx="374">
                  <c:v>6.4564548580053973</c:v>
                </c:pt>
                <c:pt idx="375">
                  <c:v>6.4568331969366586</c:v>
                </c:pt>
                <c:pt idx="376">
                  <c:v>6.4536361807060842</c:v>
                </c:pt>
                <c:pt idx="377">
                  <c:v>6.4503946343777887</c:v>
                </c:pt>
                <c:pt idx="378">
                  <c:v>6.4472428124706669</c:v>
                </c:pt>
                <c:pt idx="379">
                  <c:v>6.4435110911536198</c:v>
                </c:pt>
                <c:pt idx="380">
                  <c:v>6.4444383570197807</c:v>
                </c:pt>
                <c:pt idx="381">
                  <c:v>6.4464716531384907</c:v>
                </c:pt>
                <c:pt idx="382">
                  <c:v>6.4456709913943326</c:v>
                </c:pt>
                <c:pt idx="383">
                  <c:v>6.4536090519738769</c:v>
                </c:pt>
                <c:pt idx="384">
                  <c:v>6.4560215333216089</c:v>
                </c:pt>
                <c:pt idx="385">
                  <c:v>6.4519912037631464</c:v>
                </c:pt>
                <c:pt idx="386">
                  <c:v>6.447192105410803</c:v>
                </c:pt>
                <c:pt idx="387">
                  <c:v>6.442072256835389</c:v>
                </c:pt>
                <c:pt idx="388">
                  <c:v>6.4363868082476747</c:v>
                </c:pt>
                <c:pt idx="389">
                  <c:v>6.4338979544275068</c:v>
                </c:pt>
                <c:pt idx="390">
                  <c:v>6.4315737341813124</c:v>
                </c:pt>
                <c:pt idx="391">
                  <c:v>6.4309939898697825</c:v>
                </c:pt>
                <c:pt idx="392">
                  <c:v>6.4382965617518195</c:v>
                </c:pt>
                <c:pt idx="393">
                  <c:v>6.4414778354953608</c:v>
                </c:pt>
                <c:pt idx="394">
                  <c:v>6.4412359258322178</c:v>
                </c:pt>
                <c:pt idx="395">
                  <c:v>6.4422888719734237</c:v>
                </c:pt>
                <c:pt idx="396">
                  <c:v>6.4433448459050249</c:v>
                </c:pt>
                <c:pt idx="397">
                  <c:v>6.4443000935445625</c:v>
                </c:pt>
                <c:pt idx="398">
                  <c:v>6.4478048182462606</c:v>
                </c:pt>
                <c:pt idx="399">
                  <c:v>6.450660125740292</c:v>
                </c:pt>
                <c:pt idx="400">
                  <c:v>6.4713151453717028</c:v>
                </c:pt>
                <c:pt idx="401">
                  <c:v>6.4768885387411519</c:v>
                </c:pt>
                <c:pt idx="402">
                  <c:v>6.477754574458559</c:v>
                </c:pt>
                <c:pt idx="403">
                  <c:v>6.4863382995389669</c:v>
                </c:pt>
                <c:pt idx="404">
                  <c:v>6.4937707899282611</c:v>
                </c:pt>
                <c:pt idx="405">
                  <c:v>6.4939062515172674</c:v>
                </c:pt>
                <c:pt idx="406">
                  <c:v>6.4917563854683324</c:v>
                </c:pt>
                <c:pt idx="407">
                  <c:v>6.4867623115756814</c:v>
                </c:pt>
                <c:pt idx="408">
                  <c:v>6.4796027336698927</c:v>
                </c:pt>
                <c:pt idx="409">
                  <c:v>6.4691947210440741</c:v>
                </c:pt>
                <c:pt idx="410">
                  <c:v>6.4604624117018101</c:v>
                </c:pt>
                <c:pt idx="411">
                  <c:v>6.4568995251022034</c:v>
                </c:pt>
                <c:pt idx="412">
                  <c:v>6.4546064121992037</c:v>
                </c:pt>
                <c:pt idx="413">
                  <c:v>6.4485517046797103</c:v>
                </c:pt>
                <c:pt idx="414">
                  <c:v>6.4387726935924672</c:v>
                </c:pt>
                <c:pt idx="415">
                  <c:v>6.4324783624252966</c:v>
                </c:pt>
                <c:pt idx="416">
                  <c:v>6.4318932301304121</c:v>
                </c:pt>
                <c:pt idx="417">
                  <c:v>6.4306879099318</c:v>
                </c:pt>
                <c:pt idx="418">
                  <c:v>6.4257751986338398</c:v>
                </c:pt>
                <c:pt idx="419">
                  <c:v>6.4283896518081507</c:v>
                </c:pt>
                <c:pt idx="420">
                  <c:v>6.4233122445596882</c:v>
                </c:pt>
                <c:pt idx="421">
                  <c:v>6.4275089879519571</c:v>
                </c:pt>
                <c:pt idx="422">
                  <c:v>6.4218709623841894</c:v>
                </c:pt>
                <c:pt idx="423">
                  <c:v>6.4179250704146718</c:v>
                </c:pt>
                <c:pt idx="424">
                  <c:v>6.4179744405938086</c:v>
                </c:pt>
                <c:pt idx="425">
                  <c:v>6.424516576848962</c:v>
                </c:pt>
                <c:pt idx="426">
                  <c:v>6.4326521097157956</c:v>
                </c:pt>
                <c:pt idx="427">
                  <c:v>6.4387244040445353</c:v>
                </c:pt>
                <c:pt idx="428">
                  <c:v>6.4437010833150818</c:v>
                </c:pt>
                <c:pt idx="429">
                  <c:v>6.4525479193348092</c:v>
                </c:pt>
                <c:pt idx="430">
                  <c:v>6.4696348295967665</c:v>
                </c:pt>
                <c:pt idx="431">
                  <c:v>6.4913652138307851</c:v>
                </c:pt>
                <c:pt idx="432">
                  <c:v>6.4961951936221389</c:v>
                </c:pt>
                <c:pt idx="433">
                  <c:v>6.4849606414222229</c:v>
                </c:pt>
                <c:pt idx="434">
                  <c:v>6.4629379102015365</c:v>
                </c:pt>
                <c:pt idx="435">
                  <c:v>6.4002360390255975</c:v>
                </c:pt>
                <c:pt idx="436">
                  <c:v>6.3801650681866491</c:v>
                </c:pt>
                <c:pt idx="437">
                  <c:v>6.352816836348806</c:v>
                </c:pt>
                <c:pt idx="438">
                  <c:v>6.3633928104206703</c:v>
                </c:pt>
                <c:pt idx="439">
                  <c:v>6.3679367078518094</c:v>
                </c:pt>
                <c:pt idx="440">
                  <c:v>6.3963432396757067</c:v>
                </c:pt>
                <c:pt idx="441">
                  <c:v>6.4157843265115222</c:v>
                </c:pt>
                <c:pt idx="442">
                  <c:v>6.4129864652711772</c:v>
                </c:pt>
                <c:pt idx="443">
                  <c:v>6.411639703766113</c:v>
                </c:pt>
                <c:pt idx="444">
                  <c:v>6.4150635117810042</c:v>
                </c:pt>
                <c:pt idx="445">
                  <c:v>6.4067144257050375</c:v>
                </c:pt>
                <c:pt idx="446">
                  <c:v>6.3849731959629104</c:v>
                </c:pt>
                <c:pt idx="447">
                  <c:v>6.3778264979672672</c:v>
                </c:pt>
                <c:pt idx="448">
                  <c:v>6.3949639349029113</c:v>
                </c:pt>
                <c:pt idx="449">
                  <c:v>6.4170226573803646</c:v>
                </c:pt>
                <c:pt idx="450">
                  <c:v>6.4149700144228028</c:v>
                </c:pt>
                <c:pt idx="451">
                  <c:v>6.4150329422246344</c:v>
                </c:pt>
                <c:pt idx="452">
                  <c:v>6.4122687272207664</c:v>
                </c:pt>
                <c:pt idx="453">
                  <c:v>6.407888354915837</c:v>
                </c:pt>
                <c:pt idx="454">
                  <c:v>6.4052778807739763</c:v>
                </c:pt>
                <c:pt idx="455">
                  <c:v>6.4068275497535421</c:v>
                </c:pt>
                <c:pt idx="456">
                  <c:v>6.4051769315279703</c:v>
                </c:pt>
                <c:pt idx="457">
                  <c:v>6.4042710018061548</c:v>
                </c:pt>
                <c:pt idx="458">
                  <c:v>6.4101729171769186</c:v>
                </c:pt>
                <c:pt idx="459">
                  <c:v>6.4123513938220675</c:v>
                </c:pt>
                <c:pt idx="460">
                  <c:v>6.4115669246874569</c:v>
                </c:pt>
                <c:pt idx="461">
                  <c:v>6.4130164321354171</c:v>
                </c:pt>
                <c:pt idx="462">
                  <c:v>6.4162439420590163</c:v>
                </c:pt>
                <c:pt idx="463">
                  <c:v>6.4135007867197471</c:v>
                </c:pt>
                <c:pt idx="464">
                  <c:v>6.4156000797340615</c:v>
                </c:pt>
                <c:pt idx="465">
                  <c:v>6.4152455399770831</c:v>
                </c:pt>
                <c:pt idx="466">
                  <c:v>6.4161303206841378</c:v>
                </c:pt>
                <c:pt idx="467">
                  <c:v>6.4212648479739025</c:v>
                </c:pt>
                <c:pt idx="468">
                  <c:v>6.4128306040286747</c:v>
                </c:pt>
                <c:pt idx="469">
                  <c:v>6.4095683419496119</c:v>
                </c:pt>
                <c:pt idx="470">
                  <c:v>6.4034127880210905</c:v>
                </c:pt>
                <c:pt idx="471">
                  <c:v>6.4046249784885276</c:v>
                </c:pt>
                <c:pt idx="472">
                  <c:v>6.414791219691077</c:v>
                </c:pt>
                <c:pt idx="473">
                  <c:v>6.4158562651928994</c:v>
                </c:pt>
                <c:pt idx="474">
                  <c:v>6.4161956322808589</c:v>
                </c:pt>
                <c:pt idx="475">
                  <c:v>6.4198247863553339</c:v>
                </c:pt>
                <c:pt idx="476">
                  <c:v>6.4223343559262691</c:v>
                </c:pt>
                <c:pt idx="477">
                  <c:v>6.4232054626868331</c:v>
                </c:pt>
                <c:pt idx="478">
                  <c:v>6.4254386958086211</c:v>
                </c:pt>
                <c:pt idx="479">
                  <c:v>6.4288080432139196</c:v>
                </c:pt>
                <c:pt idx="480">
                  <c:v>6.4318720423410527</c:v>
                </c:pt>
                <c:pt idx="481">
                  <c:v>6.4362766512988889</c:v>
                </c:pt>
                <c:pt idx="482">
                  <c:v>6.4299713519778692</c:v>
                </c:pt>
                <c:pt idx="483">
                  <c:v>6.4311177347866009</c:v>
                </c:pt>
                <c:pt idx="484">
                  <c:v>6.4341476055235534</c:v>
                </c:pt>
                <c:pt idx="485">
                  <c:v>6.4355106169571368</c:v>
                </c:pt>
                <c:pt idx="486">
                  <c:v>6.4354041722547048</c:v>
                </c:pt>
                <c:pt idx="487">
                  <c:v>6.4336620261676618</c:v>
                </c:pt>
                <c:pt idx="488">
                  <c:v>6.4362962779891912</c:v>
                </c:pt>
                <c:pt idx="489">
                  <c:v>6.442816311037288</c:v>
                </c:pt>
                <c:pt idx="490">
                  <c:v>6.4425220455509153</c:v>
                </c:pt>
                <c:pt idx="491">
                  <c:v>6.4355714694750175</c:v>
                </c:pt>
                <c:pt idx="492">
                  <c:v>6.4352166178353984</c:v>
                </c:pt>
                <c:pt idx="493">
                  <c:v>6.4418604328890599</c:v>
                </c:pt>
                <c:pt idx="494">
                  <c:v>6.4423288199251001</c:v>
                </c:pt>
                <c:pt idx="495">
                  <c:v>6.4440305426501707</c:v>
                </c:pt>
                <c:pt idx="496">
                  <c:v>6.444367581576361</c:v>
                </c:pt>
                <c:pt idx="497">
                  <c:v>6.4480381941260063</c:v>
                </c:pt>
                <c:pt idx="498">
                  <c:v>6.4520551043016479</c:v>
                </c:pt>
                <c:pt idx="499">
                  <c:v>6.4550439245396412</c:v>
                </c:pt>
                <c:pt idx="500">
                  <c:v>6.4538427886259742</c:v>
                </c:pt>
                <c:pt idx="501">
                  <c:v>6.4542820845979474</c:v>
                </c:pt>
                <c:pt idx="502">
                  <c:v>6.458078657274088</c:v>
                </c:pt>
                <c:pt idx="503">
                  <c:v>6.4632287331778935</c:v>
                </c:pt>
                <c:pt idx="504">
                  <c:v>6.4743518370663047</c:v>
                </c:pt>
                <c:pt idx="505">
                  <c:v>6.4890538701230325</c:v>
                </c:pt>
                <c:pt idx="506">
                  <c:v>6.5090539092348019</c:v>
                </c:pt>
                <c:pt idx="507">
                  <c:v>6.5350406924239701</c:v>
                </c:pt>
                <c:pt idx="508">
                  <c:v>6.5770804898627686</c:v>
                </c:pt>
                <c:pt idx="509">
                  <c:v>6.6109867117090397</c:v>
                </c:pt>
                <c:pt idx="510">
                  <c:v>6.6511112058185367</c:v>
                </c:pt>
                <c:pt idx="511">
                  <c:v>6.706908136434798</c:v>
                </c:pt>
                <c:pt idx="512">
                  <c:v>6.7534853711194387</c:v>
                </c:pt>
                <c:pt idx="513">
                  <c:v>6.7901574828636511</c:v>
                </c:pt>
                <c:pt idx="514">
                  <c:v>6.8156194872635902</c:v>
                </c:pt>
                <c:pt idx="515">
                  <c:v>6.8080390869532854</c:v>
                </c:pt>
                <c:pt idx="516">
                  <c:v>6.7924361884744906</c:v>
                </c:pt>
                <c:pt idx="517">
                  <c:v>6.7711918893519965</c:v>
                </c:pt>
                <c:pt idx="518">
                  <c:v>6.7289874313655895</c:v>
                </c:pt>
                <c:pt idx="519">
                  <c:v>6.6885650674179011</c:v>
                </c:pt>
                <c:pt idx="520">
                  <c:v>6.6693960117863993</c:v>
                </c:pt>
                <c:pt idx="521">
                  <c:v>6.6499878618647852</c:v>
                </c:pt>
                <c:pt idx="522">
                  <c:v>6.6305212600786989</c:v>
                </c:pt>
                <c:pt idx="523">
                  <c:v>6.6245698110011428</c:v>
                </c:pt>
                <c:pt idx="524">
                  <c:v>6.6223190231012996</c:v>
                </c:pt>
                <c:pt idx="525">
                  <c:v>6.6201101252547661</c:v>
                </c:pt>
                <c:pt idx="526">
                  <c:v>6.6285590361133808</c:v>
                </c:pt>
                <c:pt idx="527">
                  <c:v>6.6363612945617918</c:v>
                </c:pt>
                <c:pt idx="528">
                  <c:v>6.6490653096411325</c:v>
                </c:pt>
                <c:pt idx="529">
                  <c:v>6.6559017501572573</c:v>
                </c:pt>
                <c:pt idx="530">
                  <c:v>6.6546523584126991</c:v>
                </c:pt>
                <c:pt idx="531">
                  <c:v>6.6609866038145036</c:v>
                </c:pt>
                <c:pt idx="532">
                  <c:v>6.673947731571344</c:v>
                </c:pt>
                <c:pt idx="533">
                  <c:v>6.687631294162582</c:v>
                </c:pt>
                <c:pt idx="534">
                  <c:v>6.7022366806893601</c:v>
                </c:pt>
                <c:pt idx="535">
                  <c:v>6.713552012179135</c:v>
                </c:pt>
                <c:pt idx="536">
                  <c:v>6.7249061587279675</c:v>
                </c:pt>
                <c:pt idx="537">
                  <c:v>6.7493183223262934</c:v>
                </c:pt>
                <c:pt idx="538">
                  <c:v>6.7802714302823279</c:v>
                </c:pt>
                <c:pt idx="539">
                  <c:v>6.8145938687851402</c:v>
                </c:pt>
                <c:pt idx="540">
                  <c:v>6.8658521348552224</c:v>
                </c:pt>
                <c:pt idx="541">
                  <c:v>6.9204482802150551</c:v>
                </c:pt>
                <c:pt idx="542">
                  <c:v>6.9624541583093364</c:v>
                </c:pt>
                <c:pt idx="543">
                  <c:v>7.0028527854592699</c:v>
                </c:pt>
                <c:pt idx="544">
                  <c:v>7.0538318744193935</c:v>
                </c:pt>
                <c:pt idx="545">
                  <c:v>7.0834517296033486</c:v>
                </c:pt>
                <c:pt idx="546">
                  <c:v>7.1129012732634109</c:v>
                </c:pt>
                <c:pt idx="547">
                  <c:v>7.155512169964104</c:v>
                </c:pt>
                <c:pt idx="548">
                  <c:v>7.1752729462005487</c:v>
                </c:pt>
                <c:pt idx="549">
                  <c:v>7.1898992912407982</c:v>
                </c:pt>
                <c:pt idx="550">
                  <c:v>7.2138519859607637</c:v>
                </c:pt>
                <c:pt idx="551">
                  <c:v>7.2370260597670999</c:v>
                </c:pt>
                <c:pt idx="552">
                  <c:v>7.2494338234262781</c:v>
                </c:pt>
                <c:pt idx="553">
                  <c:v>7.2246810907274366</c:v>
                </c:pt>
                <c:pt idx="554">
                  <c:v>7.2017446546349877</c:v>
                </c:pt>
                <c:pt idx="555">
                  <c:v>7.1695522700470748</c:v>
                </c:pt>
                <c:pt idx="556">
                  <c:v>7.0963851554382629</c:v>
                </c:pt>
                <c:pt idx="557">
                  <c:v>7.0312901165368888</c:v>
                </c:pt>
                <c:pt idx="558">
                  <c:v>7.0119173290492007</c:v>
                </c:pt>
                <c:pt idx="559">
                  <c:v>6.9916199393416925</c:v>
                </c:pt>
                <c:pt idx="560">
                  <c:v>6.9672172704624682</c:v>
                </c:pt>
                <c:pt idx="561">
                  <c:v>6.9405802136527592</c:v>
                </c:pt>
                <c:pt idx="562">
                  <c:v>6.900050548589765</c:v>
                </c:pt>
                <c:pt idx="563">
                  <c:v>6.8202143918362683</c:v>
                </c:pt>
                <c:pt idx="564">
                  <c:v>6.791959267655054</c:v>
                </c:pt>
                <c:pt idx="565">
                  <c:v>6.7505011701162347</c:v>
                </c:pt>
                <c:pt idx="566">
                  <c:v>6.6844644007375669</c:v>
                </c:pt>
                <c:pt idx="567">
                  <c:v>6.6354481831099736</c:v>
                </c:pt>
                <c:pt idx="568">
                  <c:v>6.5966124892240332</c:v>
                </c:pt>
                <c:pt idx="569">
                  <c:v>6.5832726921089186</c:v>
                </c:pt>
                <c:pt idx="570">
                  <c:v>6.5683887084053083</c:v>
                </c:pt>
                <c:pt idx="571">
                  <c:v>6.5576575853634589</c:v>
                </c:pt>
                <c:pt idx="572">
                  <c:v>6.5118054221859216</c:v>
                </c:pt>
                <c:pt idx="573">
                  <c:v>6.4872773393962877</c:v>
                </c:pt>
                <c:pt idx="574">
                  <c:v>6.464951067130901</c:v>
                </c:pt>
                <c:pt idx="575">
                  <c:v>6.4756651967834484</c:v>
                </c:pt>
                <c:pt idx="576">
                  <c:v>6.4722840517850617</c:v>
                </c:pt>
                <c:pt idx="577">
                  <c:v>6.465820595933887</c:v>
                </c:pt>
                <c:pt idx="578">
                  <c:v>6.4213132336154057</c:v>
                </c:pt>
                <c:pt idx="579">
                  <c:v>6.4005232997700974</c:v>
                </c:pt>
                <c:pt idx="580">
                  <c:v>6.4393268736425524</c:v>
                </c:pt>
                <c:pt idx="581">
                  <c:v>6.3995552585676529</c:v>
                </c:pt>
                <c:pt idx="582">
                  <c:v>6.4134298443769691</c:v>
                </c:pt>
                <c:pt idx="583">
                  <c:v>6.4448296837557226</c:v>
                </c:pt>
                <c:pt idx="584">
                  <c:v>6.4149858057995477</c:v>
                </c:pt>
                <c:pt idx="585">
                  <c:v>6.3226075735490079</c:v>
                </c:pt>
                <c:pt idx="586">
                  <c:v>6.4181584311217472</c:v>
                </c:pt>
                <c:pt idx="587">
                  <c:v>6.0217713909008221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8-57AB-4D59-AD3D-6260AFD7ADF0}"/>
            </c:ext>
          </c:extLst>
        </c:ser>
        <c:ser>
          <c:idx val="9"/>
          <c:order val="9"/>
          <c:tx>
            <c:strRef>
              <c:f>'Fully separated 1%'!$K$1</c:f>
              <c:strCache>
                <c:ptCount val="1"/>
                <c:pt idx="0">
                  <c:v>1G_9/O-PTIR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1%'!$A$2:$A$589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1%'!$K$2:$K$589</c:f>
              <c:numCache>
                <c:formatCode>General</c:formatCode>
                <c:ptCount val="588"/>
                <c:pt idx="0">
                  <c:v>6.2641980895480955</c:v>
                </c:pt>
                <c:pt idx="1">
                  <c:v>6.2794321513946674</c:v>
                </c:pt>
                <c:pt idx="2">
                  <c:v>6.27961198242199</c:v>
                </c:pt>
                <c:pt idx="3">
                  <c:v>6.2821368493478431</c:v>
                </c:pt>
                <c:pt idx="4">
                  <c:v>6.285254325526032</c:v>
                </c:pt>
                <c:pt idx="5">
                  <c:v>6.3052945519553356</c:v>
                </c:pt>
                <c:pt idx="6">
                  <c:v>6.3068844324225575</c:v>
                </c:pt>
                <c:pt idx="7">
                  <c:v>6.2948349396401237</c:v>
                </c:pt>
                <c:pt idx="8">
                  <c:v>6.2949196313272662</c:v>
                </c:pt>
                <c:pt idx="9">
                  <c:v>6.2994273081487648</c:v>
                </c:pt>
                <c:pt idx="10">
                  <c:v>6.3138265112387684</c:v>
                </c:pt>
                <c:pt idx="11">
                  <c:v>6.3210496476193256</c:v>
                </c:pt>
                <c:pt idx="12">
                  <c:v>6.3270769027263389</c:v>
                </c:pt>
                <c:pt idx="13">
                  <c:v>6.3320696018110478</c:v>
                </c:pt>
                <c:pt idx="14">
                  <c:v>6.3369103244625924</c:v>
                </c:pt>
                <c:pt idx="15">
                  <c:v>6.3337690518214753</c:v>
                </c:pt>
                <c:pt idx="16">
                  <c:v>6.3252992435736415</c:v>
                </c:pt>
                <c:pt idx="17">
                  <c:v>6.3209327292539497</c:v>
                </c:pt>
                <c:pt idx="18">
                  <c:v>6.3174385154746657</c:v>
                </c:pt>
                <c:pt idx="19">
                  <c:v>6.3217205997345864</c:v>
                </c:pt>
                <c:pt idx="20">
                  <c:v>6.325509475701538</c:v>
                </c:pt>
                <c:pt idx="21">
                  <c:v>6.3249508140541479</c:v>
                </c:pt>
                <c:pt idx="22">
                  <c:v>6.3209854849599374</c:v>
                </c:pt>
                <c:pt idx="23">
                  <c:v>6.3208841828416729</c:v>
                </c:pt>
                <c:pt idx="24">
                  <c:v>6.3210831824344176</c:v>
                </c:pt>
                <c:pt idx="25">
                  <c:v>6.3137775113390466</c:v>
                </c:pt>
                <c:pt idx="26">
                  <c:v>6.3099829725929863</c:v>
                </c:pt>
                <c:pt idx="27">
                  <c:v>6.309290067034282</c:v>
                </c:pt>
                <c:pt idx="28">
                  <c:v>6.3057415626684303</c:v>
                </c:pt>
                <c:pt idx="29">
                  <c:v>6.3041015311410522</c:v>
                </c:pt>
                <c:pt idx="30">
                  <c:v>6.3061642711056773</c:v>
                </c:pt>
                <c:pt idx="31">
                  <c:v>6.3090184978226089</c:v>
                </c:pt>
                <c:pt idx="32">
                  <c:v>6.323245410567532</c:v>
                </c:pt>
                <c:pt idx="33">
                  <c:v>6.332987902257317</c:v>
                </c:pt>
                <c:pt idx="34">
                  <c:v>6.334312434430367</c:v>
                </c:pt>
                <c:pt idx="35">
                  <c:v>6.3328412281388822</c:v>
                </c:pt>
                <c:pt idx="36">
                  <c:v>6.3319712880587593</c:v>
                </c:pt>
                <c:pt idx="37">
                  <c:v>6.3419628257504961</c:v>
                </c:pt>
                <c:pt idx="38">
                  <c:v>6.3494731941013702</c:v>
                </c:pt>
                <c:pt idx="39">
                  <c:v>6.3557775649203325</c:v>
                </c:pt>
                <c:pt idx="40">
                  <c:v>6.3853570625250811</c:v>
                </c:pt>
                <c:pt idx="41">
                  <c:v>6.4050213478632889</c:v>
                </c:pt>
                <c:pt idx="42">
                  <c:v>6.4074900637412648</c:v>
                </c:pt>
                <c:pt idx="43">
                  <c:v>6.4726762094068278</c:v>
                </c:pt>
                <c:pt idx="44">
                  <c:v>6.6853029603102208</c:v>
                </c:pt>
                <c:pt idx="45">
                  <c:v>6.8946545318697936</c:v>
                </c:pt>
                <c:pt idx="46">
                  <c:v>7.2130083454712928</c:v>
                </c:pt>
                <c:pt idx="47">
                  <c:v>7.4897514070203766</c:v>
                </c:pt>
                <c:pt idx="48">
                  <c:v>7.3750588045308199</c:v>
                </c:pt>
                <c:pt idx="49">
                  <c:v>6.9441592677670805</c:v>
                </c:pt>
                <c:pt idx="50">
                  <c:v>6.6275759621701242</c:v>
                </c:pt>
                <c:pt idx="51">
                  <c:v>6.4752476460048181</c:v>
                </c:pt>
                <c:pt idx="52">
                  <c:v>6.4081417600819792</c:v>
                </c:pt>
                <c:pt idx="53">
                  <c:v>6.3891620896217702</c:v>
                </c:pt>
                <c:pt idx="54">
                  <c:v>6.3860315030052961</c:v>
                </c:pt>
                <c:pt idx="55">
                  <c:v>6.3841336929356984</c:v>
                </c:pt>
                <c:pt idx="56">
                  <c:v>6.3824813939915659</c:v>
                </c:pt>
                <c:pt idx="57">
                  <c:v>6.3813273382138194</c:v>
                </c:pt>
                <c:pt idx="58">
                  <c:v>6.3853636090233117</c:v>
                </c:pt>
                <c:pt idx="59">
                  <c:v>6.3960749708233156</c:v>
                </c:pt>
                <c:pt idx="60">
                  <c:v>6.4166448822151247</c:v>
                </c:pt>
                <c:pt idx="61">
                  <c:v>6.443481827293005</c:v>
                </c:pt>
                <c:pt idx="62">
                  <c:v>6.4849495098707708</c:v>
                </c:pt>
                <c:pt idx="63">
                  <c:v>6.5790575033241794</c:v>
                </c:pt>
                <c:pt idx="64">
                  <c:v>6.7262156207680315</c:v>
                </c:pt>
                <c:pt idx="65">
                  <c:v>6.874141038967176</c:v>
                </c:pt>
                <c:pt idx="66">
                  <c:v>6.9843187669755489</c:v>
                </c:pt>
                <c:pt idx="67">
                  <c:v>7.0306356954432303</c:v>
                </c:pt>
                <c:pt idx="68">
                  <c:v>7.0340187582871927</c:v>
                </c:pt>
                <c:pt idx="69">
                  <c:v>6.9206495484381341</c:v>
                </c:pt>
                <c:pt idx="70">
                  <c:v>6.716048757853704</c:v>
                </c:pt>
                <c:pt idx="71">
                  <c:v>6.542092020834934</c:v>
                </c:pt>
                <c:pt idx="72">
                  <c:v>6.4464090306047748</c:v>
                </c:pt>
                <c:pt idx="73">
                  <c:v>6.4003197993455272</c:v>
                </c:pt>
                <c:pt idx="74">
                  <c:v>6.3694719206156041</c:v>
                </c:pt>
                <c:pt idx="75">
                  <c:v>6.3468379785641371</c:v>
                </c:pt>
                <c:pt idx="76">
                  <c:v>6.3280048659435302</c:v>
                </c:pt>
                <c:pt idx="77">
                  <c:v>6.3128191295794558</c:v>
                </c:pt>
                <c:pt idx="78">
                  <c:v>6.3041891937523475</c:v>
                </c:pt>
                <c:pt idx="79">
                  <c:v>6.3045962975703684</c:v>
                </c:pt>
                <c:pt idx="80">
                  <c:v>6.3062953173491181</c:v>
                </c:pt>
                <c:pt idx="81">
                  <c:v>6.3060414341477626</c:v>
                </c:pt>
                <c:pt idx="82">
                  <c:v>6.3020936282735054</c:v>
                </c:pt>
                <c:pt idx="83">
                  <c:v>6.2970178188937664</c:v>
                </c:pt>
                <c:pt idx="84">
                  <c:v>6.2896004677943917</c:v>
                </c:pt>
                <c:pt idx="85">
                  <c:v>6.2801049465294119</c:v>
                </c:pt>
                <c:pt idx="86">
                  <c:v>6.2764669074630728</c:v>
                </c:pt>
                <c:pt idx="87">
                  <c:v>6.2746370042312467</c:v>
                </c:pt>
                <c:pt idx="88">
                  <c:v>6.2701931412326415</c:v>
                </c:pt>
                <c:pt idx="89">
                  <c:v>6.2660407194980623</c:v>
                </c:pt>
                <c:pt idx="90">
                  <c:v>6.2563155359123916</c:v>
                </c:pt>
                <c:pt idx="91">
                  <c:v>6.2501326067053631</c:v>
                </c:pt>
                <c:pt idx="92">
                  <c:v>6.2562332977085999</c:v>
                </c:pt>
                <c:pt idx="93">
                  <c:v>6.2571149819507346</c:v>
                </c:pt>
                <c:pt idx="94">
                  <c:v>6.2534654777915808</c:v>
                </c:pt>
                <c:pt idx="95">
                  <c:v>6.2551756196405925</c:v>
                </c:pt>
                <c:pt idx="96">
                  <c:v>6.2561361118609806</c:v>
                </c:pt>
                <c:pt idx="97">
                  <c:v>6.2565075762170537</c:v>
                </c:pt>
                <c:pt idx="98">
                  <c:v>6.2581296368509758</c:v>
                </c:pt>
                <c:pt idx="99">
                  <c:v>6.2588083796479674</c:v>
                </c:pt>
                <c:pt idx="100">
                  <c:v>6.2590801000221212</c:v>
                </c:pt>
                <c:pt idx="101">
                  <c:v>6.2595398374533566</c:v>
                </c:pt>
                <c:pt idx="102">
                  <c:v>6.2588058215136675</c:v>
                </c:pt>
                <c:pt idx="103">
                  <c:v>6.2591148150673552</c:v>
                </c:pt>
                <c:pt idx="104">
                  <c:v>6.2575049637107716</c:v>
                </c:pt>
                <c:pt idx="105">
                  <c:v>6.2559650947691088</c:v>
                </c:pt>
                <c:pt idx="106">
                  <c:v>6.254430557211883</c:v>
                </c:pt>
                <c:pt idx="107">
                  <c:v>6.2572955687904637</c:v>
                </c:pt>
                <c:pt idx="108">
                  <c:v>6.2873364026603848</c:v>
                </c:pt>
                <c:pt idx="109">
                  <c:v>6.3341237371421188</c:v>
                </c:pt>
                <c:pt idx="110">
                  <c:v>6.3528243616617717</c:v>
                </c:pt>
                <c:pt idx="111">
                  <c:v>6.3267814614704978</c:v>
                </c:pt>
                <c:pt idx="112">
                  <c:v>6.2912162086738057</c:v>
                </c:pt>
                <c:pt idx="113">
                  <c:v>6.2736851224583541</c:v>
                </c:pt>
                <c:pt idx="114">
                  <c:v>6.2679622969608806</c:v>
                </c:pt>
                <c:pt idx="115">
                  <c:v>6.2613370605195042</c:v>
                </c:pt>
                <c:pt idx="116">
                  <c:v>6.2588466760812214</c:v>
                </c:pt>
                <c:pt idx="117">
                  <c:v>6.2611905608193172</c:v>
                </c:pt>
                <c:pt idx="118">
                  <c:v>6.2668819270788472</c:v>
                </c:pt>
                <c:pt idx="119">
                  <c:v>6.2698482117059857</c:v>
                </c:pt>
                <c:pt idx="120">
                  <c:v>6.2757041939076963</c:v>
                </c:pt>
                <c:pt idx="121">
                  <c:v>6.2880442558629186</c:v>
                </c:pt>
                <c:pt idx="122">
                  <c:v>6.2985137402509501</c:v>
                </c:pt>
                <c:pt idx="123">
                  <c:v>6.3036774041020571</c:v>
                </c:pt>
                <c:pt idx="124">
                  <c:v>6.3070919552536733</c:v>
                </c:pt>
                <c:pt idx="125">
                  <c:v>6.304494855917504</c:v>
                </c:pt>
                <c:pt idx="126">
                  <c:v>6.2967612031398632</c:v>
                </c:pt>
                <c:pt idx="127">
                  <c:v>6.2950447822339344</c:v>
                </c:pt>
                <c:pt idx="128">
                  <c:v>6.2918036028205337</c:v>
                </c:pt>
                <c:pt idx="129">
                  <c:v>6.281754541990705</c:v>
                </c:pt>
                <c:pt idx="130">
                  <c:v>6.2791694426299776</c:v>
                </c:pt>
                <c:pt idx="131">
                  <c:v>6.2901824317196748</c:v>
                </c:pt>
                <c:pt idx="132">
                  <c:v>6.2897942987930628</c:v>
                </c:pt>
                <c:pt idx="133">
                  <c:v>6.2883868016735223</c:v>
                </c:pt>
                <c:pt idx="134">
                  <c:v>6.2828832257273524</c:v>
                </c:pt>
                <c:pt idx="135">
                  <c:v>6.2777650268994796</c:v>
                </c:pt>
                <c:pt idx="136">
                  <c:v>6.2705813322986694</c:v>
                </c:pt>
                <c:pt idx="137">
                  <c:v>6.2535477101814303</c:v>
                </c:pt>
                <c:pt idx="138">
                  <c:v>6.2378392743056716</c:v>
                </c:pt>
                <c:pt idx="139">
                  <c:v>6.2321579952348003</c:v>
                </c:pt>
                <c:pt idx="140">
                  <c:v>6.2269715959651064</c:v>
                </c:pt>
                <c:pt idx="141">
                  <c:v>6.2222181100536353</c:v>
                </c:pt>
                <c:pt idx="142">
                  <c:v>6.2234682295882742</c:v>
                </c:pt>
                <c:pt idx="143">
                  <c:v>6.2235232963360447</c:v>
                </c:pt>
                <c:pt idx="144">
                  <c:v>6.2212459347176221</c:v>
                </c:pt>
                <c:pt idx="145">
                  <c:v>6.2185617003853579</c:v>
                </c:pt>
                <c:pt idx="146">
                  <c:v>6.2162524710995939</c:v>
                </c:pt>
                <c:pt idx="147">
                  <c:v>6.2141864796881352</c:v>
                </c:pt>
                <c:pt idx="148">
                  <c:v>6.2137370547357955</c:v>
                </c:pt>
                <c:pt idx="149">
                  <c:v>6.2096614576986449</c:v>
                </c:pt>
                <c:pt idx="150">
                  <c:v>6.2092107980104601</c:v>
                </c:pt>
                <c:pt idx="151">
                  <c:v>6.2083814973820521</c:v>
                </c:pt>
                <c:pt idx="152">
                  <c:v>6.2069283034083558</c:v>
                </c:pt>
                <c:pt idx="153">
                  <c:v>6.2085719730096836</c:v>
                </c:pt>
                <c:pt idx="154">
                  <c:v>6.210634723148706</c:v>
                </c:pt>
                <c:pt idx="155">
                  <c:v>6.2121714263991743</c:v>
                </c:pt>
                <c:pt idx="156">
                  <c:v>6.2113540458045113</c:v>
                </c:pt>
                <c:pt idx="157">
                  <c:v>6.2113935188341944</c:v>
                </c:pt>
                <c:pt idx="158">
                  <c:v>6.2106338597783806</c:v>
                </c:pt>
                <c:pt idx="159">
                  <c:v>6.2117088459505014</c:v>
                </c:pt>
                <c:pt idx="160">
                  <c:v>6.2128789663756034</c:v>
                </c:pt>
                <c:pt idx="161">
                  <c:v>6.21416207276134</c:v>
                </c:pt>
                <c:pt idx="162">
                  <c:v>6.2137080780509102</c:v>
                </c:pt>
                <c:pt idx="163">
                  <c:v>6.2187333846270274</c:v>
                </c:pt>
                <c:pt idx="164">
                  <c:v>6.2234524461903424</c:v>
                </c:pt>
                <c:pt idx="165">
                  <c:v>6.2199698632012108</c:v>
                </c:pt>
                <c:pt idx="166">
                  <c:v>6.2188682201068985</c:v>
                </c:pt>
                <c:pt idx="167">
                  <c:v>6.234046834392525</c:v>
                </c:pt>
                <c:pt idx="168">
                  <c:v>6.2409565847865247</c:v>
                </c:pt>
                <c:pt idx="169">
                  <c:v>6.2382792704982375</c:v>
                </c:pt>
                <c:pt idx="170">
                  <c:v>6.2328306246722098</c:v>
                </c:pt>
                <c:pt idx="171">
                  <c:v>6.2417808708903113</c:v>
                </c:pt>
                <c:pt idx="172">
                  <c:v>6.2466972242010295</c:v>
                </c:pt>
                <c:pt idx="173">
                  <c:v>6.2381121051426689</c:v>
                </c:pt>
                <c:pt idx="174">
                  <c:v>6.2297940814679267</c:v>
                </c:pt>
                <c:pt idx="175">
                  <c:v>6.2275824958776829</c:v>
                </c:pt>
                <c:pt idx="176">
                  <c:v>6.236601977419209</c:v>
                </c:pt>
                <c:pt idx="177">
                  <c:v>6.2517518126939651</c:v>
                </c:pt>
                <c:pt idx="178">
                  <c:v>6.2436421810346063</c:v>
                </c:pt>
                <c:pt idx="179">
                  <c:v>6.2297109159404513</c:v>
                </c:pt>
                <c:pt idx="180">
                  <c:v>6.223603239486394</c:v>
                </c:pt>
                <c:pt idx="181">
                  <c:v>6.2262564491728485</c:v>
                </c:pt>
                <c:pt idx="182">
                  <c:v>6.235333689317101</c:v>
                </c:pt>
                <c:pt idx="183">
                  <c:v>6.2327937090500836</c:v>
                </c:pt>
                <c:pt idx="184">
                  <c:v>6.2430724670842537</c:v>
                </c:pt>
                <c:pt idx="185">
                  <c:v>6.2400838336656426</c:v>
                </c:pt>
                <c:pt idx="186">
                  <c:v>6.2385246886006378</c:v>
                </c:pt>
                <c:pt idx="187">
                  <c:v>6.2408908232931992</c:v>
                </c:pt>
                <c:pt idx="188">
                  <c:v>6.2421447829362586</c:v>
                </c:pt>
                <c:pt idx="189">
                  <c:v>6.2439133142006593</c:v>
                </c:pt>
                <c:pt idx="190">
                  <c:v>6.2479572012736346</c:v>
                </c:pt>
                <c:pt idx="191">
                  <c:v>6.2502853447648761</c:v>
                </c:pt>
                <c:pt idx="192">
                  <c:v>6.2504891001618414</c:v>
                </c:pt>
                <c:pt idx="193">
                  <c:v>6.253618692594304</c:v>
                </c:pt>
                <c:pt idx="194">
                  <c:v>6.2572354991459553</c:v>
                </c:pt>
                <c:pt idx="195">
                  <c:v>6.2621786401925501</c:v>
                </c:pt>
                <c:pt idx="196">
                  <c:v>6.2734182683533115</c:v>
                </c:pt>
                <c:pt idx="197">
                  <c:v>6.2759859491450349</c:v>
                </c:pt>
                <c:pt idx="198">
                  <c:v>6.2717193009000356</c:v>
                </c:pt>
                <c:pt idx="199">
                  <c:v>6.269750031674354</c:v>
                </c:pt>
                <c:pt idx="200">
                  <c:v>6.2644314030241057</c:v>
                </c:pt>
                <c:pt idx="201">
                  <c:v>6.2623460526406367</c:v>
                </c:pt>
                <c:pt idx="202">
                  <c:v>6.2699380778011431</c:v>
                </c:pt>
                <c:pt idx="203">
                  <c:v>6.2773052894682451</c:v>
                </c:pt>
                <c:pt idx="204">
                  <c:v>6.2843102751324604</c:v>
                </c:pt>
                <c:pt idx="205">
                  <c:v>6.2933689891518361</c:v>
                </c:pt>
                <c:pt idx="206">
                  <c:v>6.2999355280389198</c:v>
                </c:pt>
                <c:pt idx="207">
                  <c:v>6.3035366369482784</c:v>
                </c:pt>
                <c:pt idx="208">
                  <c:v>6.3106531688958407</c:v>
                </c:pt>
                <c:pt idx="209">
                  <c:v>6.3237938629334902</c:v>
                </c:pt>
                <c:pt idx="210">
                  <c:v>6.3337920168907562</c:v>
                </c:pt>
                <c:pt idx="211">
                  <c:v>6.3586427218474535</c:v>
                </c:pt>
                <c:pt idx="212">
                  <c:v>6.4097730358133225</c:v>
                </c:pt>
                <c:pt idx="213">
                  <c:v>6.4350133795075024</c:v>
                </c:pt>
                <c:pt idx="214">
                  <c:v>6.471981327107982</c:v>
                </c:pt>
                <c:pt idx="215">
                  <c:v>6.494665001615811</c:v>
                </c:pt>
                <c:pt idx="216">
                  <c:v>6.4898185929293914</c:v>
                </c:pt>
                <c:pt idx="217">
                  <c:v>6.5074310452573956</c:v>
                </c:pt>
                <c:pt idx="218">
                  <c:v>6.5303462541751083</c:v>
                </c:pt>
                <c:pt idx="219">
                  <c:v>6.4880997359819359</c:v>
                </c:pt>
                <c:pt idx="220">
                  <c:v>6.4599911190879427</c:v>
                </c:pt>
                <c:pt idx="221">
                  <c:v>6.4314195031414823</c:v>
                </c:pt>
                <c:pt idx="222">
                  <c:v>6.4040777218874529</c:v>
                </c:pt>
                <c:pt idx="223">
                  <c:v>6.3832981016224899</c:v>
                </c:pt>
                <c:pt idx="224">
                  <c:v>6.3615276112923302</c:v>
                </c:pt>
                <c:pt idx="225">
                  <c:v>6.3506889590551534</c:v>
                </c:pt>
                <c:pt idx="226">
                  <c:v>6.3426733242964524</c:v>
                </c:pt>
                <c:pt idx="227">
                  <c:v>6.3339814002241113</c:v>
                </c:pt>
                <c:pt idx="228">
                  <c:v>6.3212871820169303</c:v>
                </c:pt>
                <c:pt idx="229">
                  <c:v>6.3037149970483783</c:v>
                </c:pt>
                <c:pt idx="230">
                  <c:v>6.2882945867459625</c:v>
                </c:pt>
                <c:pt idx="231">
                  <c:v>6.2779990206066554</c:v>
                </c:pt>
                <c:pt idx="232">
                  <c:v>6.2750298231947808</c:v>
                </c:pt>
                <c:pt idx="233">
                  <c:v>6.276121960494593</c:v>
                </c:pt>
                <c:pt idx="234">
                  <c:v>6.2680611455957953</c:v>
                </c:pt>
                <c:pt idx="235">
                  <c:v>6.2604358530615105</c:v>
                </c:pt>
                <c:pt idx="236">
                  <c:v>6.2588336528520596</c:v>
                </c:pt>
                <c:pt idx="237">
                  <c:v>6.2594077272586048</c:v>
                </c:pt>
                <c:pt idx="238">
                  <c:v>6.260178562890383</c:v>
                </c:pt>
                <c:pt idx="239">
                  <c:v>6.2619938091754603</c:v>
                </c:pt>
                <c:pt idx="240">
                  <c:v>6.2609288229828746</c:v>
                </c:pt>
                <c:pt idx="241">
                  <c:v>6.2593071111854472</c:v>
                </c:pt>
                <c:pt idx="242">
                  <c:v>6.2660397020582845</c:v>
                </c:pt>
                <c:pt idx="243">
                  <c:v>6.2733388789808986</c:v>
                </c:pt>
                <c:pt idx="244">
                  <c:v>6.2734330764625419</c:v>
                </c:pt>
                <c:pt idx="245">
                  <c:v>6.2772165919753471</c:v>
                </c:pt>
                <c:pt idx="246">
                  <c:v>6.2810199853544493</c:v>
                </c:pt>
                <c:pt idx="247">
                  <c:v>6.290143053893285</c:v>
                </c:pt>
                <c:pt idx="248">
                  <c:v>6.3253432318557117</c:v>
                </c:pt>
                <c:pt idx="249">
                  <c:v>6.3660092997949214</c:v>
                </c:pt>
                <c:pt idx="250">
                  <c:v>6.3981161526925252</c:v>
                </c:pt>
                <c:pt idx="251">
                  <c:v>6.4684815900841883</c:v>
                </c:pt>
                <c:pt idx="252">
                  <c:v>6.5437269942331282</c:v>
                </c:pt>
                <c:pt idx="253">
                  <c:v>6.720401818712558</c:v>
                </c:pt>
                <c:pt idx="254">
                  <c:v>7.0204903208570162</c:v>
                </c:pt>
                <c:pt idx="255">
                  <c:v>7.3285418764724373</c:v>
                </c:pt>
                <c:pt idx="256">
                  <c:v>7.5939763100019722</c:v>
                </c:pt>
                <c:pt idx="257">
                  <c:v>7.4587639355528754</c:v>
                </c:pt>
                <c:pt idx="258">
                  <c:v>7.3274952739631622</c:v>
                </c:pt>
                <c:pt idx="259">
                  <c:v>7.2</c:v>
                </c:pt>
                <c:pt idx="260">
                  <c:v>6.8468129553595318</c:v>
                </c:pt>
                <c:pt idx="261">
                  <c:v>6.5336510846210363</c:v>
                </c:pt>
                <c:pt idx="262">
                  <c:v>6.3420736394772028</c:v>
                </c:pt>
                <c:pt idx="263">
                  <c:v>6.2882801565429354</c:v>
                </c:pt>
                <c:pt idx="264">
                  <c:v>6.2753088109959219</c:v>
                </c:pt>
                <c:pt idx="265">
                  <c:v>6.2697221014989557</c:v>
                </c:pt>
                <c:pt idx="266">
                  <c:v>6.2745451730238324</c:v>
                </c:pt>
                <c:pt idx="267">
                  <c:v>6.2764051517755037</c:v>
                </c:pt>
                <c:pt idx="268">
                  <c:v>6.2556339500979625</c:v>
                </c:pt>
                <c:pt idx="269">
                  <c:v>6.2439967878670393</c:v>
                </c:pt>
                <c:pt idx="270">
                  <c:v>6.2561288851315844</c:v>
                </c:pt>
                <c:pt idx="271">
                  <c:v>6.2791666693798396</c:v>
                </c:pt>
                <c:pt idx="272">
                  <c:v>6.287425262943648</c:v>
                </c:pt>
                <c:pt idx="273">
                  <c:v>6.286914839569631</c:v>
                </c:pt>
                <c:pt idx="274">
                  <c:v>6.2721100326585377</c:v>
                </c:pt>
                <c:pt idx="275">
                  <c:v>6.2652736978119679</c:v>
                </c:pt>
                <c:pt idx="276">
                  <c:v>6.3002763412949294</c:v>
                </c:pt>
                <c:pt idx="277">
                  <c:v>6.378410297671949</c:v>
                </c:pt>
                <c:pt idx="278">
                  <c:v>6.9826582122343552</c:v>
                </c:pt>
                <c:pt idx="279">
                  <c:v>6.9823801662917511</c:v>
                </c:pt>
                <c:pt idx="280">
                  <c:v>6.6428654192521659</c:v>
                </c:pt>
                <c:pt idx="281">
                  <c:v>6.4430346886731948</c:v>
                </c:pt>
                <c:pt idx="282">
                  <c:v>6.3210963335702948</c:v>
                </c:pt>
                <c:pt idx="283">
                  <c:v>6.2697828862582794</c:v>
                </c:pt>
                <c:pt idx="284">
                  <c:v>6.2463214517142385</c:v>
                </c:pt>
                <c:pt idx="285">
                  <c:v>6.2404947775920832</c:v>
                </c:pt>
                <c:pt idx="286">
                  <c:v>6.2315629673827644</c:v>
                </c:pt>
                <c:pt idx="287">
                  <c:v>6.2297340438000965</c:v>
                </c:pt>
                <c:pt idx="288">
                  <c:v>6.2317449263127092</c:v>
                </c:pt>
                <c:pt idx="289">
                  <c:v>6.2309193175372108</c:v>
                </c:pt>
                <c:pt idx="290">
                  <c:v>6.2266088496144478</c:v>
                </c:pt>
                <c:pt idx="291">
                  <c:v>6.2194567479722371</c:v>
                </c:pt>
                <c:pt idx="292">
                  <c:v>6.2182578914140825</c:v>
                </c:pt>
                <c:pt idx="293">
                  <c:v>6.2097737096491521</c:v>
                </c:pt>
                <c:pt idx="294">
                  <c:v>6.2152834963384267</c:v>
                </c:pt>
                <c:pt idx="295">
                  <c:v>6.2200420505534781</c:v>
                </c:pt>
                <c:pt idx="296">
                  <c:v>6.221139171854718</c:v>
                </c:pt>
                <c:pt idx="297">
                  <c:v>6.215029409649115</c:v>
                </c:pt>
                <c:pt idx="298">
                  <c:v>6.2143339663049062</c:v>
                </c:pt>
                <c:pt idx="299">
                  <c:v>6.2133735990842629</c:v>
                </c:pt>
                <c:pt idx="300">
                  <c:v>6.2173712972982758</c:v>
                </c:pt>
                <c:pt idx="301">
                  <c:v>6.2170275610831309</c:v>
                </c:pt>
                <c:pt idx="302">
                  <c:v>6.2183808359299171</c:v>
                </c:pt>
                <c:pt idx="303">
                  <c:v>6.2260155514100344</c:v>
                </c:pt>
                <c:pt idx="304">
                  <c:v>6.2279670735790127</c:v>
                </c:pt>
                <c:pt idx="305">
                  <c:v>6.2247868359013596</c:v>
                </c:pt>
                <c:pt idx="306">
                  <c:v>6.2183633824772642</c:v>
                </c:pt>
                <c:pt idx="307">
                  <c:v>6.2188040618079663</c:v>
                </c:pt>
                <c:pt idx="308">
                  <c:v>6.2189562228337767</c:v>
                </c:pt>
                <c:pt idx="309">
                  <c:v>6.2204414799685992</c:v>
                </c:pt>
                <c:pt idx="310">
                  <c:v>6.2174106867525483</c:v>
                </c:pt>
                <c:pt idx="311">
                  <c:v>6.2135413894385518</c:v>
                </c:pt>
                <c:pt idx="312">
                  <c:v>6.2098738482523572</c:v>
                </c:pt>
                <c:pt idx="313">
                  <c:v>6.2115586965484813</c:v>
                </c:pt>
                <c:pt idx="314">
                  <c:v>6.213102259523283</c:v>
                </c:pt>
                <c:pt idx="315">
                  <c:v>6.2137149428624427</c:v>
                </c:pt>
                <c:pt idx="316">
                  <c:v>6.2129350665514922</c:v>
                </c:pt>
                <c:pt idx="317">
                  <c:v>6.2133395032238079</c:v>
                </c:pt>
                <c:pt idx="318">
                  <c:v>6.2180001739182487</c:v>
                </c:pt>
                <c:pt idx="319">
                  <c:v>6.2213157209120133</c:v>
                </c:pt>
                <c:pt idx="320">
                  <c:v>6.2218044888070931</c:v>
                </c:pt>
                <c:pt idx="321">
                  <c:v>6.2450585298802181</c:v>
                </c:pt>
                <c:pt idx="322">
                  <c:v>6.2506731753665248</c:v>
                </c:pt>
                <c:pt idx="323">
                  <c:v>6.2803008996167637</c:v>
                </c:pt>
                <c:pt idx="324">
                  <c:v>6.2958537224388937</c:v>
                </c:pt>
                <c:pt idx="325">
                  <c:v>6.2783194327416263</c:v>
                </c:pt>
                <c:pt idx="326">
                  <c:v>6.2894582762249236</c:v>
                </c:pt>
                <c:pt idx="327">
                  <c:v>6.2855335982103107</c:v>
                </c:pt>
                <c:pt idx="328">
                  <c:v>6.2747573004966872</c:v>
                </c:pt>
                <c:pt idx="329">
                  <c:v>6.2883798249436138</c:v>
                </c:pt>
                <c:pt idx="330">
                  <c:v>6.5086465078862163</c:v>
                </c:pt>
                <c:pt idx="331">
                  <c:v>6.8044694606206395</c:v>
                </c:pt>
                <c:pt idx="332">
                  <c:v>6.8184947807548664</c:v>
                </c:pt>
                <c:pt idx="333">
                  <c:v>6.7161255949057583</c:v>
                </c:pt>
                <c:pt idx="334">
                  <c:v>6.4672327321748737</c:v>
                </c:pt>
                <c:pt idx="335">
                  <c:v>6.3257309868761205</c:v>
                </c:pt>
                <c:pt idx="336">
                  <c:v>6.2874173152854942</c:v>
                </c:pt>
                <c:pt idx="337">
                  <c:v>6.2609805147375512</c:v>
                </c:pt>
                <c:pt idx="338">
                  <c:v>6.2450827536678535</c:v>
                </c:pt>
                <c:pt idx="339">
                  <c:v>6.2377384925351782</c:v>
                </c:pt>
                <c:pt idx="340">
                  <c:v>6.227250670975371</c:v>
                </c:pt>
                <c:pt idx="341">
                  <c:v>6.2136148369626598</c:v>
                </c:pt>
                <c:pt idx="342">
                  <c:v>6.213381982788035</c:v>
                </c:pt>
                <c:pt idx="343">
                  <c:v>6.2113336839275775</c:v>
                </c:pt>
                <c:pt idx="344">
                  <c:v>6.2126925030944129</c:v>
                </c:pt>
                <c:pt idx="345">
                  <c:v>6.2120675654198667</c:v>
                </c:pt>
                <c:pt idx="346">
                  <c:v>6.2123153120058729</c:v>
                </c:pt>
                <c:pt idx="347">
                  <c:v>6.2113589215212768</c:v>
                </c:pt>
                <c:pt idx="348">
                  <c:v>6.2114286481227667</c:v>
                </c:pt>
                <c:pt idx="349">
                  <c:v>6.2097111254749064</c:v>
                </c:pt>
                <c:pt idx="350">
                  <c:v>6.2083684203739304</c:v>
                </c:pt>
                <c:pt idx="351">
                  <c:v>6.2104354212309989</c:v>
                </c:pt>
                <c:pt idx="352">
                  <c:v>6.2113663873490212</c:v>
                </c:pt>
                <c:pt idx="353">
                  <c:v>6.2104458478084981</c:v>
                </c:pt>
                <c:pt idx="354">
                  <c:v>6.2107018959763529</c:v>
                </c:pt>
                <c:pt idx="355">
                  <c:v>6.2096089142015245</c:v>
                </c:pt>
                <c:pt idx="356">
                  <c:v>6.2112557146103979</c:v>
                </c:pt>
                <c:pt idx="357">
                  <c:v>6.2140853200114385</c:v>
                </c:pt>
                <c:pt idx="358">
                  <c:v>6.2140286326274499</c:v>
                </c:pt>
                <c:pt idx="359">
                  <c:v>6.2117840674535367</c:v>
                </c:pt>
                <c:pt idx="360">
                  <c:v>6.2120850602968538</c:v>
                </c:pt>
                <c:pt idx="361">
                  <c:v>6.2135717207718271</c:v>
                </c:pt>
                <c:pt idx="362">
                  <c:v>6.2169575844821532</c:v>
                </c:pt>
                <c:pt idx="363">
                  <c:v>6.2148957078878535</c:v>
                </c:pt>
                <c:pt idx="364">
                  <c:v>6.214643965670489</c:v>
                </c:pt>
                <c:pt idx="365">
                  <c:v>6.217458222992474</c:v>
                </c:pt>
                <c:pt idx="366">
                  <c:v>6.2162306164931573</c:v>
                </c:pt>
                <c:pt idx="367">
                  <c:v>6.2157693819719624</c:v>
                </c:pt>
                <c:pt idx="368">
                  <c:v>6.2162272298721808</c:v>
                </c:pt>
                <c:pt idx="369">
                  <c:v>6.2154287097040362</c:v>
                </c:pt>
                <c:pt idx="370">
                  <c:v>6.2165819675182989</c:v>
                </c:pt>
                <c:pt idx="371">
                  <c:v>6.2166200197660064</c:v>
                </c:pt>
                <c:pt idx="372">
                  <c:v>6.2161797401437875</c:v>
                </c:pt>
                <c:pt idx="373">
                  <c:v>6.2140462735797195</c:v>
                </c:pt>
                <c:pt idx="374">
                  <c:v>6.2117875652661461</c:v>
                </c:pt>
                <c:pt idx="375">
                  <c:v>6.2169782443235935</c:v>
                </c:pt>
                <c:pt idx="376">
                  <c:v>6.2181858973753732</c:v>
                </c:pt>
                <c:pt idx="377">
                  <c:v>6.2173797115252416</c:v>
                </c:pt>
                <c:pt idx="378">
                  <c:v>6.2148099057378676</c:v>
                </c:pt>
                <c:pt idx="379">
                  <c:v>6.214872062587407</c:v>
                </c:pt>
                <c:pt idx="380">
                  <c:v>6.215860999517024</c:v>
                </c:pt>
                <c:pt idx="381">
                  <c:v>6.2197234683566229</c:v>
                </c:pt>
                <c:pt idx="382">
                  <c:v>6.216452621852774</c:v>
                </c:pt>
                <c:pt idx="383">
                  <c:v>6.2209318103604812</c:v>
                </c:pt>
                <c:pt idx="384">
                  <c:v>6.221225194934485</c:v>
                </c:pt>
                <c:pt idx="385">
                  <c:v>6.2218951092611716</c:v>
                </c:pt>
                <c:pt idx="386">
                  <c:v>6.2227314142357102</c:v>
                </c:pt>
                <c:pt idx="387">
                  <c:v>6.2217779423497923</c:v>
                </c:pt>
                <c:pt idx="388">
                  <c:v>6.221764589179446</c:v>
                </c:pt>
                <c:pt idx="389">
                  <c:v>6.2167875644812636</c:v>
                </c:pt>
                <c:pt idx="390">
                  <c:v>6.2148204885650467</c:v>
                </c:pt>
                <c:pt idx="391">
                  <c:v>6.2142427019567963</c:v>
                </c:pt>
                <c:pt idx="392">
                  <c:v>6.2137400881598195</c:v>
                </c:pt>
                <c:pt idx="393">
                  <c:v>6.2161552212986173</c:v>
                </c:pt>
                <c:pt idx="394">
                  <c:v>6.2194865560507688</c:v>
                </c:pt>
                <c:pt idx="395">
                  <c:v>6.2253578608955404</c:v>
                </c:pt>
                <c:pt idx="396">
                  <c:v>6.2277587484239572</c:v>
                </c:pt>
                <c:pt idx="397">
                  <c:v>6.225863368581944</c:v>
                </c:pt>
                <c:pt idx="398">
                  <c:v>6.225287849410913</c:v>
                </c:pt>
                <c:pt idx="399">
                  <c:v>6.2215750023581347</c:v>
                </c:pt>
                <c:pt idx="400">
                  <c:v>6.227360731796642</c:v>
                </c:pt>
                <c:pt idx="401">
                  <c:v>6.2309579075745152</c:v>
                </c:pt>
                <c:pt idx="402">
                  <c:v>6.2329092524182741</c:v>
                </c:pt>
                <c:pt idx="403">
                  <c:v>6.234239008417843</c:v>
                </c:pt>
                <c:pt idx="404">
                  <c:v>6.2377656000378421</c:v>
                </c:pt>
                <c:pt idx="405">
                  <c:v>6.2408259164492872</c:v>
                </c:pt>
                <c:pt idx="406">
                  <c:v>6.2378479138228746</c:v>
                </c:pt>
                <c:pt idx="407">
                  <c:v>6.2338449772474887</c:v>
                </c:pt>
                <c:pt idx="408">
                  <c:v>6.2344717695694021</c:v>
                </c:pt>
                <c:pt idx="409">
                  <c:v>6.238096756336871</c:v>
                </c:pt>
                <c:pt idx="410">
                  <c:v>6.2291882193357377</c:v>
                </c:pt>
                <c:pt idx="411">
                  <c:v>6.2235310899247462</c:v>
                </c:pt>
                <c:pt idx="412">
                  <c:v>6.2222035301416128</c:v>
                </c:pt>
                <c:pt idx="413">
                  <c:v>6.216117605096529</c:v>
                </c:pt>
                <c:pt idx="414">
                  <c:v>6.2094846005024458</c:v>
                </c:pt>
                <c:pt idx="415">
                  <c:v>6.2116931628430621</c:v>
                </c:pt>
                <c:pt idx="416">
                  <c:v>6.2136312104756621</c:v>
                </c:pt>
                <c:pt idx="417">
                  <c:v>6.2131094106714384</c:v>
                </c:pt>
                <c:pt idx="418">
                  <c:v>6.2098591658696138</c:v>
                </c:pt>
                <c:pt idx="419">
                  <c:v>6.2143113922231974</c:v>
                </c:pt>
                <c:pt idx="420">
                  <c:v>6.2137576651587318</c:v>
                </c:pt>
                <c:pt idx="421">
                  <c:v>6.2159067247141451</c:v>
                </c:pt>
                <c:pt idx="422">
                  <c:v>6.2142061104619133</c:v>
                </c:pt>
                <c:pt idx="423">
                  <c:v>6.2129197235596356</c:v>
                </c:pt>
                <c:pt idx="424">
                  <c:v>6.2137543788282485</c:v>
                </c:pt>
                <c:pt idx="425">
                  <c:v>6.2165729471879221</c:v>
                </c:pt>
                <c:pt idx="426">
                  <c:v>6.2216235865610328</c:v>
                </c:pt>
                <c:pt idx="427">
                  <c:v>6.225568125000116</c:v>
                </c:pt>
                <c:pt idx="428">
                  <c:v>6.2245056068257352</c:v>
                </c:pt>
                <c:pt idx="429">
                  <c:v>6.2304524929111773</c:v>
                </c:pt>
                <c:pt idx="430">
                  <c:v>6.2336847595521201</c:v>
                </c:pt>
                <c:pt idx="431">
                  <c:v>6.2319778095570415</c:v>
                </c:pt>
                <c:pt idx="432">
                  <c:v>6.2404802572729619</c:v>
                </c:pt>
                <c:pt idx="433">
                  <c:v>6.237899954414047</c:v>
                </c:pt>
                <c:pt idx="434">
                  <c:v>6.2328418659282745</c:v>
                </c:pt>
                <c:pt idx="435">
                  <c:v>6.2184407704002842</c:v>
                </c:pt>
                <c:pt idx="436">
                  <c:v>6.2134360175611736</c:v>
                </c:pt>
                <c:pt idx="437">
                  <c:v>6.2115701114960507</c:v>
                </c:pt>
                <c:pt idx="438">
                  <c:v>6.2116148781195522</c:v>
                </c:pt>
                <c:pt idx="439">
                  <c:v>6.205879579173768</c:v>
                </c:pt>
                <c:pt idx="440">
                  <c:v>6.214194547985576</c:v>
                </c:pt>
                <c:pt idx="441">
                  <c:v>6.2113895137551811</c:v>
                </c:pt>
                <c:pt idx="442">
                  <c:v>6.2101188579253606</c:v>
                </c:pt>
                <c:pt idx="443">
                  <c:v>6.1975400293802885</c:v>
                </c:pt>
                <c:pt idx="444">
                  <c:v>6.2009168660378675</c:v>
                </c:pt>
                <c:pt idx="445">
                  <c:v>6.1997169797307308</c:v>
                </c:pt>
                <c:pt idx="446">
                  <c:v>6.196846068591185</c:v>
                </c:pt>
                <c:pt idx="447">
                  <c:v>6.1999886160844859</c:v>
                </c:pt>
                <c:pt idx="448">
                  <c:v>6.2032785143660636</c:v>
                </c:pt>
                <c:pt idx="449">
                  <c:v>6.2034126536264296</c:v>
                </c:pt>
                <c:pt idx="450">
                  <c:v>6.2047295099430961</c:v>
                </c:pt>
                <c:pt idx="451">
                  <c:v>6.2098669107665545</c:v>
                </c:pt>
                <c:pt idx="452">
                  <c:v>6.211358931695675</c:v>
                </c:pt>
                <c:pt idx="453">
                  <c:v>6.2147276253829995</c:v>
                </c:pt>
                <c:pt idx="454">
                  <c:v>6.2109470241084157</c:v>
                </c:pt>
                <c:pt idx="455">
                  <c:v>6.2087584966105185</c:v>
                </c:pt>
                <c:pt idx="456">
                  <c:v>6.2116822696967509</c:v>
                </c:pt>
                <c:pt idx="457">
                  <c:v>6.2062045570697437</c:v>
                </c:pt>
                <c:pt idx="458">
                  <c:v>6.2055141140786736</c:v>
                </c:pt>
                <c:pt idx="459">
                  <c:v>6.2119097452486614</c:v>
                </c:pt>
                <c:pt idx="460">
                  <c:v>6.2143679938515479</c:v>
                </c:pt>
                <c:pt idx="461">
                  <c:v>6.2104267075860404</c:v>
                </c:pt>
                <c:pt idx="462">
                  <c:v>6.2077653365790786</c:v>
                </c:pt>
                <c:pt idx="463">
                  <c:v>6.2040600182172883</c:v>
                </c:pt>
                <c:pt idx="464">
                  <c:v>6.2069893250858001</c:v>
                </c:pt>
                <c:pt idx="465">
                  <c:v>6.2108267343836596</c:v>
                </c:pt>
                <c:pt idx="466">
                  <c:v>6.2105539159012881</c:v>
                </c:pt>
                <c:pt idx="467">
                  <c:v>6.2082704009524354</c:v>
                </c:pt>
                <c:pt idx="468">
                  <c:v>6.2101043085365317</c:v>
                </c:pt>
                <c:pt idx="469">
                  <c:v>6.2107767184976463</c:v>
                </c:pt>
                <c:pt idx="470">
                  <c:v>6.2082029694043888</c:v>
                </c:pt>
                <c:pt idx="471">
                  <c:v>6.2082998260375657</c:v>
                </c:pt>
                <c:pt idx="472">
                  <c:v>6.2081008896714351</c:v>
                </c:pt>
                <c:pt idx="473">
                  <c:v>6.2098131659637534</c:v>
                </c:pt>
                <c:pt idx="474">
                  <c:v>6.2101445635413581</c:v>
                </c:pt>
                <c:pt idx="475">
                  <c:v>6.2083079219512296</c:v>
                </c:pt>
                <c:pt idx="476">
                  <c:v>6.2137967275787904</c:v>
                </c:pt>
                <c:pt idx="477">
                  <c:v>6.2231238204093913</c:v>
                </c:pt>
                <c:pt idx="478">
                  <c:v>6.2269896976722467</c:v>
                </c:pt>
                <c:pt idx="479">
                  <c:v>6.2229710242104623</c:v>
                </c:pt>
                <c:pt idx="480">
                  <c:v>6.2196874509884728</c:v>
                </c:pt>
                <c:pt idx="481">
                  <c:v>6.215849487912676</c:v>
                </c:pt>
                <c:pt idx="482">
                  <c:v>6.2174197812106806</c:v>
                </c:pt>
                <c:pt idx="483">
                  <c:v>6.2168296109068431</c:v>
                </c:pt>
                <c:pt idx="484">
                  <c:v>6.214981351607932</c:v>
                </c:pt>
                <c:pt idx="485">
                  <c:v>6.217081328414956</c:v>
                </c:pt>
                <c:pt idx="486">
                  <c:v>6.219070979866367</c:v>
                </c:pt>
                <c:pt idx="487">
                  <c:v>6.2221703572443854</c:v>
                </c:pt>
                <c:pt idx="488">
                  <c:v>6.2289785802298825</c:v>
                </c:pt>
                <c:pt idx="489">
                  <c:v>6.2317759931095953</c:v>
                </c:pt>
                <c:pt idx="490">
                  <c:v>6.2259344730875901</c:v>
                </c:pt>
                <c:pt idx="491">
                  <c:v>6.2192784285697273</c:v>
                </c:pt>
                <c:pt idx="492">
                  <c:v>6.2158698396152117</c:v>
                </c:pt>
                <c:pt idx="493">
                  <c:v>6.2199151554643333</c:v>
                </c:pt>
                <c:pt idx="494">
                  <c:v>6.2232862750187863</c:v>
                </c:pt>
                <c:pt idx="495">
                  <c:v>6.2250314080752585</c:v>
                </c:pt>
                <c:pt idx="496">
                  <c:v>6.2263643065102565</c:v>
                </c:pt>
                <c:pt idx="497">
                  <c:v>6.2274045543813772</c:v>
                </c:pt>
                <c:pt idx="498">
                  <c:v>6.2288729234693658</c:v>
                </c:pt>
                <c:pt idx="499">
                  <c:v>6.2313503486318451</c:v>
                </c:pt>
                <c:pt idx="500">
                  <c:v>6.2357380634895447</c:v>
                </c:pt>
                <c:pt idx="501">
                  <c:v>6.2435723730379342</c:v>
                </c:pt>
                <c:pt idx="502">
                  <c:v>6.24661616332041</c:v>
                </c:pt>
                <c:pt idx="503">
                  <c:v>6.2494382244054947</c:v>
                </c:pt>
                <c:pt idx="504">
                  <c:v>6.2599490575461152</c:v>
                </c:pt>
                <c:pt idx="505">
                  <c:v>6.2687134524003767</c:v>
                </c:pt>
                <c:pt idx="506">
                  <c:v>6.2818755068594276</c:v>
                </c:pt>
                <c:pt idx="507">
                  <c:v>6.2880585639731716</c:v>
                </c:pt>
                <c:pt idx="508">
                  <c:v>6.2994826801284685</c:v>
                </c:pt>
                <c:pt idx="509">
                  <c:v>6.3321877062205081</c:v>
                </c:pt>
                <c:pt idx="510">
                  <c:v>6.336445744018012</c:v>
                </c:pt>
                <c:pt idx="511">
                  <c:v>6.3325375543417497</c:v>
                </c:pt>
                <c:pt idx="512">
                  <c:v>6.3426583475829164</c:v>
                </c:pt>
                <c:pt idx="513">
                  <c:v>6.357757653891313</c:v>
                </c:pt>
                <c:pt idx="514">
                  <c:v>6.3745148870393011</c:v>
                </c:pt>
                <c:pt idx="515">
                  <c:v>6.3716172301786917</c:v>
                </c:pt>
                <c:pt idx="516">
                  <c:v>6.3596297430833166</c:v>
                </c:pt>
                <c:pt idx="517">
                  <c:v>6.3432249394466353</c:v>
                </c:pt>
                <c:pt idx="518">
                  <c:v>6.3288521316514519</c:v>
                </c:pt>
                <c:pt idx="519">
                  <c:v>6.3277592269113496</c:v>
                </c:pt>
                <c:pt idx="520">
                  <c:v>6.3426072779199894</c:v>
                </c:pt>
                <c:pt idx="521">
                  <c:v>6.353999254606177</c:v>
                </c:pt>
                <c:pt idx="522">
                  <c:v>6.3540835451313491</c:v>
                </c:pt>
                <c:pt idx="523">
                  <c:v>6.3472937799569156</c:v>
                </c:pt>
                <c:pt idx="524">
                  <c:v>6.3438420893464222</c:v>
                </c:pt>
                <c:pt idx="525">
                  <c:v>6.3389380761267278</c:v>
                </c:pt>
                <c:pt idx="526">
                  <c:v>6.3410246648797557</c:v>
                </c:pt>
                <c:pt idx="527">
                  <c:v>6.3519076426076158</c:v>
                </c:pt>
                <c:pt idx="528">
                  <c:v>6.3643553962029102</c:v>
                </c:pt>
                <c:pt idx="529">
                  <c:v>6.3784031465237936</c:v>
                </c:pt>
                <c:pt idx="530">
                  <c:v>6.3851112723304198</c:v>
                </c:pt>
                <c:pt idx="531">
                  <c:v>6.3862014328900907</c:v>
                </c:pt>
                <c:pt idx="532">
                  <c:v>6.3896221817034418</c:v>
                </c:pt>
                <c:pt idx="533">
                  <c:v>6.3933661856692012</c:v>
                </c:pt>
                <c:pt idx="534">
                  <c:v>6.4020315865400086</c:v>
                </c:pt>
                <c:pt idx="535">
                  <c:v>6.4123605654016336</c:v>
                </c:pt>
                <c:pt idx="536">
                  <c:v>6.4036401646433836</c:v>
                </c:pt>
                <c:pt idx="537">
                  <c:v>6.3850867956363251</c:v>
                </c:pt>
                <c:pt idx="538">
                  <c:v>6.3890285898949788</c:v>
                </c:pt>
                <c:pt idx="539">
                  <c:v>6.3901284132255736</c:v>
                </c:pt>
                <c:pt idx="540">
                  <c:v>6.4170358814149404</c:v>
                </c:pt>
                <c:pt idx="541">
                  <c:v>6.4406156703679303</c:v>
                </c:pt>
                <c:pt idx="542">
                  <c:v>6.4642374592349672</c:v>
                </c:pt>
                <c:pt idx="543">
                  <c:v>6.5141992872200634</c:v>
                </c:pt>
                <c:pt idx="544">
                  <c:v>6.5654390893339567</c:v>
                </c:pt>
                <c:pt idx="545">
                  <c:v>6.6203550932267854</c:v>
                </c:pt>
                <c:pt idx="546">
                  <c:v>6.6607394756959568</c:v>
                </c:pt>
                <c:pt idx="547">
                  <c:v>6.7146587141868181</c:v>
                </c:pt>
                <c:pt idx="548">
                  <c:v>6.7524710554080709</c:v>
                </c:pt>
                <c:pt idx="549">
                  <c:v>6.7929190191424702</c:v>
                </c:pt>
                <c:pt idx="550">
                  <c:v>6.8247352796115228</c:v>
                </c:pt>
                <c:pt idx="551">
                  <c:v>6.8110202379120723</c:v>
                </c:pt>
                <c:pt idx="552">
                  <c:v>6.7862074979939599</c:v>
                </c:pt>
                <c:pt idx="553">
                  <c:v>6.7340444884670916</c:v>
                </c:pt>
                <c:pt idx="554">
                  <c:v>6.6862978885066466</c:v>
                </c:pt>
                <c:pt idx="555">
                  <c:v>6.6587184100646493</c:v>
                </c:pt>
                <c:pt idx="556">
                  <c:v>6.5886029489055931</c:v>
                </c:pt>
                <c:pt idx="557">
                  <c:v>6.5921251509996912</c:v>
                </c:pt>
                <c:pt idx="558">
                  <c:v>6.6231173666435295</c:v>
                </c:pt>
                <c:pt idx="559">
                  <c:v>6.6373634770235821</c:v>
                </c:pt>
                <c:pt idx="560">
                  <c:v>6.6039862430048988</c:v>
                </c:pt>
                <c:pt idx="561">
                  <c:v>6.5309149506856823</c:v>
                </c:pt>
                <c:pt idx="562">
                  <c:v>6.4768793170841885</c:v>
                </c:pt>
                <c:pt idx="563">
                  <c:v>6.4796805439095841</c:v>
                </c:pt>
                <c:pt idx="564">
                  <c:v>6.483128350807096</c:v>
                </c:pt>
                <c:pt idx="565">
                  <c:v>6.458994679266703</c:v>
                </c:pt>
                <c:pt idx="566">
                  <c:v>6.4234169613792416</c:v>
                </c:pt>
                <c:pt idx="567">
                  <c:v>6.3814276054504822</c:v>
                </c:pt>
                <c:pt idx="568">
                  <c:v>6.3517070965064075</c:v>
                </c:pt>
                <c:pt idx="569">
                  <c:v>6.3314853704485445</c:v>
                </c:pt>
                <c:pt idx="570">
                  <c:v>6.2988609720984758</c:v>
                </c:pt>
                <c:pt idx="571">
                  <c:v>6.2670843685250128</c:v>
                </c:pt>
                <c:pt idx="572">
                  <c:v>6.2485773046557487</c:v>
                </c:pt>
                <c:pt idx="573">
                  <c:v>6.2492401550434034</c:v>
                </c:pt>
                <c:pt idx="574">
                  <c:v>6.2502880656895403</c:v>
                </c:pt>
                <c:pt idx="575">
                  <c:v>6.244817847233243</c:v>
                </c:pt>
                <c:pt idx="576">
                  <c:v>6.2349357424570853</c:v>
                </c:pt>
                <c:pt idx="577">
                  <c:v>6.233349800935291</c:v>
                </c:pt>
                <c:pt idx="578">
                  <c:v>6.2129008427843218</c:v>
                </c:pt>
                <c:pt idx="579">
                  <c:v>6.1950336616898323</c:v>
                </c:pt>
                <c:pt idx="580">
                  <c:v>6.1775987057282302</c:v>
                </c:pt>
                <c:pt idx="581">
                  <c:v>6.1926472010941005</c:v>
                </c:pt>
                <c:pt idx="582">
                  <c:v>6.229987208979666</c:v>
                </c:pt>
                <c:pt idx="583">
                  <c:v>6.2136769691029468</c:v>
                </c:pt>
                <c:pt idx="584">
                  <c:v>6.193831277159247</c:v>
                </c:pt>
                <c:pt idx="585">
                  <c:v>6.2126865510717098</c:v>
                </c:pt>
                <c:pt idx="586">
                  <c:v>6.2183693737440722</c:v>
                </c:pt>
                <c:pt idx="587">
                  <c:v>6.2019932922506467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9-57AB-4D59-AD3D-6260AFD7ADF0}"/>
            </c:ext>
          </c:extLst>
        </c:ser>
        <c:ser>
          <c:idx val="10"/>
          <c:order val="10"/>
          <c:tx>
            <c:strRef>
              <c:f>'Fully separated 1%'!$L$1</c:f>
              <c:strCache>
                <c:ptCount val="1"/>
                <c:pt idx="0">
                  <c:v>1H_1/O-PTIR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1%'!$A$2:$A$589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1%'!$L$2:$L$589</c:f>
              <c:numCache>
                <c:formatCode>General</c:formatCode>
                <c:ptCount val="588"/>
                <c:pt idx="0">
                  <c:v>5.0630952874146908</c:v>
                </c:pt>
                <c:pt idx="1">
                  <c:v>5.0317331797944238</c:v>
                </c:pt>
                <c:pt idx="2">
                  <c:v>5.0508846822005342</c:v>
                </c:pt>
                <c:pt idx="3">
                  <c:v>5.0696873475017892</c:v>
                </c:pt>
                <c:pt idx="4">
                  <c:v>5.0653978947108254</c:v>
                </c:pt>
                <c:pt idx="5">
                  <c:v>5.0851672904689558</c:v>
                </c:pt>
                <c:pt idx="6">
                  <c:v>5.0996170233024349</c:v>
                </c:pt>
                <c:pt idx="7">
                  <c:v>5.0876646953454578</c:v>
                </c:pt>
                <c:pt idx="8">
                  <c:v>5.0871421865279176</c:v>
                </c:pt>
                <c:pt idx="9">
                  <c:v>5.0969016364902124</c:v>
                </c:pt>
                <c:pt idx="10">
                  <c:v>5.098484508032743</c:v>
                </c:pt>
                <c:pt idx="11">
                  <c:v>5.0989503931282742</c:v>
                </c:pt>
                <c:pt idx="12">
                  <c:v>5.1093634350419954</c:v>
                </c:pt>
                <c:pt idx="13">
                  <c:v>5.1213269911135395</c:v>
                </c:pt>
                <c:pt idx="14">
                  <c:v>5.1278175898744562</c:v>
                </c:pt>
                <c:pt idx="15">
                  <c:v>5.1353565406802355</c:v>
                </c:pt>
                <c:pt idx="16">
                  <c:v>5.1277222393645667</c:v>
                </c:pt>
                <c:pt idx="17">
                  <c:v>5.1179389857993884</c:v>
                </c:pt>
                <c:pt idx="18">
                  <c:v>5.1107754282906459</c:v>
                </c:pt>
                <c:pt idx="19">
                  <c:v>5.1072524066000522</c:v>
                </c:pt>
                <c:pt idx="20">
                  <c:v>5.1103259226325477</c:v>
                </c:pt>
                <c:pt idx="21">
                  <c:v>5.1200267346171291</c:v>
                </c:pt>
                <c:pt idx="22">
                  <c:v>5.1212590372031945</c:v>
                </c:pt>
                <c:pt idx="23">
                  <c:v>5.1206648181606162</c:v>
                </c:pt>
                <c:pt idx="24">
                  <c:v>5.1192823582557372</c:v>
                </c:pt>
                <c:pt idx="25">
                  <c:v>5.1127257722057537</c:v>
                </c:pt>
                <c:pt idx="26">
                  <c:v>5.104864554097138</c:v>
                </c:pt>
                <c:pt idx="27">
                  <c:v>5.1020892363727981</c:v>
                </c:pt>
                <c:pt idx="28">
                  <c:v>5.0998330318119569</c:v>
                </c:pt>
                <c:pt idx="29">
                  <c:v>5.0970080041622143</c:v>
                </c:pt>
                <c:pt idx="30">
                  <c:v>5.0960243941064407</c:v>
                </c:pt>
                <c:pt idx="31">
                  <c:v>5.1022979636201464</c:v>
                </c:pt>
                <c:pt idx="32">
                  <c:v>5.1195210747763582</c:v>
                </c:pt>
                <c:pt idx="33">
                  <c:v>5.1415069343746778</c:v>
                </c:pt>
                <c:pt idx="34">
                  <c:v>5.1510005570233615</c:v>
                </c:pt>
                <c:pt idx="35">
                  <c:v>5.1509193063034013</c:v>
                </c:pt>
                <c:pt idx="36">
                  <c:v>5.1487992069058706</c:v>
                </c:pt>
                <c:pt idx="37">
                  <c:v>5.1452234947358244</c:v>
                </c:pt>
                <c:pt idx="38">
                  <c:v>5.1531825947837966</c:v>
                </c:pt>
                <c:pt idx="39">
                  <c:v>5.165753850440316</c:v>
                </c:pt>
                <c:pt idx="40">
                  <c:v>5.1826059438617138</c:v>
                </c:pt>
                <c:pt idx="41">
                  <c:v>5.2315655317950807</c:v>
                </c:pt>
                <c:pt idx="42">
                  <c:v>5.2991009669080658</c:v>
                </c:pt>
                <c:pt idx="43">
                  <c:v>5.4572806306776158</c:v>
                </c:pt>
                <c:pt idx="44">
                  <c:v>5.6997936422250728</c:v>
                </c:pt>
                <c:pt idx="45">
                  <c:v>5.7958285635395352</c:v>
                </c:pt>
                <c:pt idx="46">
                  <c:v>5.5807153634577471</c:v>
                </c:pt>
                <c:pt idx="47">
                  <c:v>5.722614125006233</c:v>
                </c:pt>
                <c:pt idx="48">
                  <c:v>5.9530525990757956</c:v>
                </c:pt>
                <c:pt idx="49">
                  <c:v>5.6714670009387502</c:v>
                </c:pt>
                <c:pt idx="50">
                  <c:v>5.3490019199667618</c:v>
                </c:pt>
                <c:pt idx="51">
                  <c:v>5.1532587962546605</c:v>
                </c:pt>
                <c:pt idx="52">
                  <c:v>5.120181655378488</c:v>
                </c:pt>
                <c:pt idx="53">
                  <c:v>5.1249107466965667</c:v>
                </c:pt>
                <c:pt idx="54">
                  <c:v>5.1246084314130691</c:v>
                </c:pt>
                <c:pt idx="55">
                  <c:v>5.1247510624926642</c:v>
                </c:pt>
                <c:pt idx="56">
                  <c:v>5.1243996020919518</c:v>
                </c:pt>
                <c:pt idx="57">
                  <c:v>5.1282805828798725</c:v>
                </c:pt>
                <c:pt idx="58">
                  <c:v>5.1342733882851324</c:v>
                </c:pt>
                <c:pt idx="59">
                  <c:v>5.1364940235400081</c:v>
                </c:pt>
                <c:pt idx="60">
                  <c:v>5.1409685973180563</c:v>
                </c:pt>
                <c:pt idx="61">
                  <c:v>5.1371687039320673</c:v>
                </c:pt>
                <c:pt idx="62">
                  <c:v>5.1322107496145151</c:v>
                </c:pt>
                <c:pt idx="63">
                  <c:v>5.1996790610171404</c:v>
                </c:pt>
                <c:pt idx="64">
                  <c:v>5.3163353742280233</c:v>
                </c:pt>
                <c:pt idx="65">
                  <c:v>5.4667869921326444</c:v>
                </c:pt>
                <c:pt idx="66">
                  <c:v>5.5706211115338027</c:v>
                </c:pt>
                <c:pt idx="67">
                  <c:v>5.5990056762814566</c:v>
                </c:pt>
                <c:pt idx="68">
                  <c:v>5.5715880087111689</c:v>
                </c:pt>
                <c:pt idx="69">
                  <c:v>5.4798643023151756</c:v>
                </c:pt>
                <c:pt idx="70">
                  <c:v>5.3571839899552884</c:v>
                </c:pt>
                <c:pt idx="71">
                  <c:v>5.2552881833743559</c:v>
                </c:pt>
                <c:pt idx="72">
                  <c:v>5.1851018788759449</c:v>
                </c:pt>
                <c:pt idx="73">
                  <c:v>5.1405956605963894</c:v>
                </c:pt>
                <c:pt idx="74">
                  <c:v>5.1223305667984897</c:v>
                </c:pt>
                <c:pt idx="75">
                  <c:v>5.1114958921704687</c:v>
                </c:pt>
                <c:pt idx="76">
                  <c:v>5.1073120040711917</c:v>
                </c:pt>
                <c:pt idx="77">
                  <c:v>5.1031723139138032</c:v>
                </c:pt>
                <c:pt idx="78">
                  <c:v>5.0976615893087223</c:v>
                </c:pt>
                <c:pt idx="79">
                  <c:v>5.0907797281821807</c:v>
                </c:pt>
                <c:pt idx="80">
                  <c:v>5.0871876365747024</c:v>
                </c:pt>
                <c:pt idx="81">
                  <c:v>5.0823472372142122</c:v>
                </c:pt>
                <c:pt idx="82">
                  <c:v>5.0764403847271948</c:v>
                </c:pt>
                <c:pt idx="83">
                  <c:v>5.0731389651886536</c:v>
                </c:pt>
                <c:pt idx="84">
                  <c:v>5.0740961177235562</c:v>
                </c:pt>
                <c:pt idx="85">
                  <c:v>5.0724266740152526</c:v>
                </c:pt>
                <c:pt idx="86">
                  <c:v>5.0707582510446372</c:v>
                </c:pt>
                <c:pt idx="87">
                  <c:v>5.0725161246613055</c:v>
                </c:pt>
                <c:pt idx="88">
                  <c:v>5.0742398307850998</c:v>
                </c:pt>
                <c:pt idx="89">
                  <c:v>5.0756003244149346</c:v>
                </c:pt>
                <c:pt idx="90">
                  <c:v>5.0715553451051516</c:v>
                </c:pt>
                <c:pt idx="91">
                  <c:v>5.0650525791509944</c:v>
                </c:pt>
                <c:pt idx="92">
                  <c:v>5.0593489827573181</c:v>
                </c:pt>
                <c:pt idx="93">
                  <c:v>5.053064038823309</c:v>
                </c:pt>
                <c:pt idx="94">
                  <c:v>5.0489216437110471</c:v>
                </c:pt>
                <c:pt idx="95">
                  <c:v>5.0464418499621209</c:v>
                </c:pt>
                <c:pt idx="96">
                  <c:v>5.0446020009017332</c:v>
                </c:pt>
                <c:pt idx="97">
                  <c:v>5.0428235628231111</c:v>
                </c:pt>
                <c:pt idx="98">
                  <c:v>5.043382161522838</c:v>
                </c:pt>
                <c:pt idx="99">
                  <c:v>5.044779238391409</c:v>
                </c:pt>
                <c:pt idx="100">
                  <c:v>5.0467733583434935</c:v>
                </c:pt>
                <c:pt idx="101">
                  <c:v>5.0503249062500073</c:v>
                </c:pt>
                <c:pt idx="102">
                  <c:v>5.0534151317584541</c:v>
                </c:pt>
                <c:pt idx="103">
                  <c:v>5.0571777852311284</c:v>
                </c:pt>
                <c:pt idx="104">
                  <c:v>5.0650049311157215</c:v>
                </c:pt>
                <c:pt idx="105">
                  <c:v>5.0741221601444337</c:v>
                </c:pt>
                <c:pt idx="106">
                  <c:v>5.0857923357897095</c:v>
                </c:pt>
                <c:pt idx="107">
                  <c:v>5.1038673342055247</c:v>
                </c:pt>
                <c:pt idx="108">
                  <c:v>5.127989904006018</c:v>
                </c:pt>
                <c:pt idx="109">
                  <c:v>5.148396355765029</c:v>
                </c:pt>
                <c:pt idx="110">
                  <c:v>5.151115151841128</c:v>
                </c:pt>
                <c:pt idx="111">
                  <c:v>5.1431645851602275</c:v>
                </c:pt>
                <c:pt idx="112">
                  <c:v>5.131288411039689</c:v>
                </c:pt>
                <c:pt idx="113">
                  <c:v>5.1202227570827219</c:v>
                </c:pt>
                <c:pt idx="114">
                  <c:v>5.1141453189132955</c:v>
                </c:pt>
                <c:pt idx="115">
                  <c:v>5.1142271888807862</c:v>
                </c:pt>
                <c:pt idx="116">
                  <c:v>5.1200891493242882</c:v>
                </c:pt>
                <c:pt idx="117">
                  <c:v>5.1246434631305195</c:v>
                </c:pt>
                <c:pt idx="118">
                  <c:v>5.1252054676916652</c:v>
                </c:pt>
                <c:pt idx="119">
                  <c:v>5.1247299264176061</c:v>
                </c:pt>
                <c:pt idx="120">
                  <c:v>5.1325757518018884</c:v>
                </c:pt>
                <c:pt idx="121">
                  <c:v>5.149361891958808</c:v>
                </c:pt>
                <c:pt idx="122">
                  <c:v>5.1704371718804678</c:v>
                </c:pt>
                <c:pt idx="123">
                  <c:v>5.1856997589643639</c:v>
                </c:pt>
                <c:pt idx="124">
                  <c:v>5.1876389836435903</c:v>
                </c:pt>
                <c:pt idx="125">
                  <c:v>5.1788666414648805</c:v>
                </c:pt>
                <c:pt idx="126">
                  <c:v>5.1640400726917672</c:v>
                </c:pt>
                <c:pt idx="127">
                  <c:v>5.1543158585944591</c:v>
                </c:pt>
                <c:pt idx="128">
                  <c:v>5.1535966195998624</c:v>
                </c:pt>
                <c:pt idx="129">
                  <c:v>5.1517427830306906</c:v>
                </c:pt>
                <c:pt idx="130">
                  <c:v>5.1501772027845947</c:v>
                </c:pt>
                <c:pt idx="131">
                  <c:v>5.1505897441285535</c:v>
                </c:pt>
                <c:pt idx="132">
                  <c:v>5.1467160173831354</c:v>
                </c:pt>
                <c:pt idx="133">
                  <c:v>5.1399935206293534</c:v>
                </c:pt>
                <c:pt idx="134">
                  <c:v>5.1318385614338196</c:v>
                </c:pt>
                <c:pt idx="135">
                  <c:v>5.1290316961100038</c:v>
                </c:pt>
                <c:pt idx="136">
                  <c:v>5.1275602959279158</c:v>
                </c:pt>
                <c:pt idx="137">
                  <c:v>5.1274538942313246</c:v>
                </c:pt>
                <c:pt idx="138">
                  <c:v>5.1250440958681196</c:v>
                </c:pt>
                <c:pt idx="139">
                  <c:v>5.1170001657133612</c:v>
                </c:pt>
                <c:pt idx="140">
                  <c:v>5.1096549237010827</c:v>
                </c:pt>
                <c:pt idx="141">
                  <c:v>5.102921130783554</c:v>
                </c:pt>
                <c:pt idx="142">
                  <c:v>5.0974431310287489</c:v>
                </c:pt>
                <c:pt idx="143">
                  <c:v>5.0977030925031146</c:v>
                </c:pt>
                <c:pt idx="144">
                  <c:v>5.0965279852521643</c:v>
                </c:pt>
                <c:pt idx="145">
                  <c:v>5.0958796739170431</c:v>
                </c:pt>
                <c:pt idx="146">
                  <c:v>5.0916565078315354</c:v>
                </c:pt>
                <c:pt idx="147">
                  <c:v>5.0862478161657414</c:v>
                </c:pt>
                <c:pt idx="148">
                  <c:v>5.0858177181335495</c:v>
                </c:pt>
                <c:pt idx="149">
                  <c:v>5.0861985417550848</c:v>
                </c:pt>
                <c:pt idx="150">
                  <c:v>5.0850330498531555</c:v>
                </c:pt>
                <c:pt idx="151">
                  <c:v>5.0837283293305902</c:v>
                </c:pt>
                <c:pt idx="152">
                  <c:v>5.0835259987060857</c:v>
                </c:pt>
                <c:pt idx="153">
                  <c:v>5.082268762900763</c:v>
                </c:pt>
                <c:pt idx="154">
                  <c:v>5.0856212873728817</c:v>
                </c:pt>
                <c:pt idx="155">
                  <c:v>5.0888715747581754</c:v>
                </c:pt>
                <c:pt idx="156">
                  <c:v>5.0835653243267434</c:v>
                </c:pt>
                <c:pt idx="157">
                  <c:v>5.0810327720491868</c:v>
                </c:pt>
                <c:pt idx="158">
                  <c:v>5.0818283622228417</c:v>
                </c:pt>
                <c:pt idx="159">
                  <c:v>5.0842983704997993</c:v>
                </c:pt>
                <c:pt idx="160">
                  <c:v>5.0849857965031218</c:v>
                </c:pt>
                <c:pt idx="161">
                  <c:v>5.0811033934873562</c:v>
                </c:pt>
                <c:pt idx="162">
                  <c:v>5.0798723838356965</c:v>
                </c:pt>
                <c:pt idx="163">
                  <c:v>5.0793816812045121</c:v>
                </c:pt>
                <c:pt idx="164">
                  <c:v>5.0830438566616447</c:v>
                </c:pt>
                <c:pt idx="165">
                  <c:v>5.0858108383615326</c:v>
                </c:pt>
                <c:pt idx="166">
                  <c:v>5.0890996007527436</c:v>
                </c:pt>
                <c:pt idx="167">
                  <c:v>5.0916183322420059</c:v>
                </c:pt>
                <c:pt idx="168">
                  <c:v>5.0950787282729859</c:v>
                </c:pt>
                <c:pt idx="169">
                  <c:v>5.099846022400266</c:v>
                </c:pt>
                <c:pt idx="170">
                  <c:v>5.1049979236834444</c:v>
                </c:pt>
                <c:pt idx="171">
                  <c:v>5.1098253324556264</c:v>
                </c:pt>
                <c:pt idx="172">
                  <c:v>5.1145960698713733</c:v>
                </c:pt>
                <c:pt idx="173">
                  <c:v>5.1169553757436148</c:v>
                </c:pt>
                <c:pt idx="174">
                  <c:v>5.1190409742072926</c:v>
                </c:pt>
                <c:pt idx="175">
                  <c:v>5.1218940449237822</c:v>
                </c:pt>
                <c:pt idx="176">
                  <c:v>5.1237770337613213</c:v>
                </c:pt>
                <c:pt idx="177">
                  <c:v>5.1255669585413912</c:v>
                </c:pt>
                <c:pt idx="178">
                  <c:v>5.1287295713642091</c:v>
                </c:pt>
                <c:pt idx="179">
                  <c:v>5.1298077697790658</c:v>
                </c:pt>
                <c:pt idx="180">
                  <c:v>5.1315008605771402</c:v>
                </c:pt>
                <c:pt idx="181">
                  <c:v>5.1355856350469171</c:v>
                </c:pt>
                <c:pt idx="182">
                  <c:v>5.1411317792497693</c:v>
                </c:pt>
                <c:pt idx="183">
                  <c:v>5.1521290846111523</c:v>
                </c:pt>
                <c:pt idx="184">
                  <c:v>5.1605559819365903</c:v>
                </c:pt>
                <c:pt idx="185">
                  <c:v>5.1607263770812981</c:v>
                </c:pt>
                <c:pt idx="186">
                  <c:v>5.1617323072678483</c:v>
                </c:pt>
                <c:pt idx="187">
                  <c:v>5.1605656857495434</c:v>
                </c:pt>
                <c:pt idx="188">
                  <c:v>5.1564622249751597</c:v>
                </c:pt>
                <c:pt idx="189">
                  <c:v>5.1512320875506585</c:v>
                </c:pt>
                <c:pt idx="190">
                  <c:v>5.1473801093229117</c:v>
                </c:pt>
                <c:pt idx="191">
                  <c:v>5.148394858683087</c:v>
                </c:pt>
                <c:pt idx="192">
                  <c:v>5.1481852127718186</c:v>
                </c:pt>
                <c:pt idx="193">
                  <c:v>5.1416957300174406</c:v>
                </c:pt>
                <c:pt idx="194">
                  <c:v>5.139231886996118</c:v>
                </c:pt>
                <c:pt idx="195">
                  <c:v>5.1490449324919476</c:v>
                </c:pt>
                <c:pt idx="196">
                  <c:v>5.1561839174420827</c:v>
                </c:pt>
                <c:pt idx="197">
                  <c:v>5.1572273427263706</c:v>
                </c:pt>
                <c:pt idx="198">
                  <c:v>5.1472090472962488</c:v>
                </c:pt>
                <c:pt idx="199">
                  <c:v>5.1333008158062237</c:v>
                </c:pt>
                <c:pt idx="200">
                  <c:v>5.1282068311794591</c:v>
                </c:pt>
                <c:pt idx="201">
                  <c:v>5.1353700416373869</c:v>
                </c:pt>
                <c:pt idx="202">
                  <c:v>5.1425380427575318</c:v>
                </c:pt>
                <c:pt idx="203">
                  <c:v>5.1334458830464351</c:v>
                </c:pt>
                <c:pt idx="204">
                  <c:v>5.1348082956631229</c:v>
                </c:pt>
                <c:pt idx="205">
                  <c:v>5.1513299150506713</c:v>
                </c:pt>
                <c:pt idx="206">
                  <c:v>5.1653678210565719</c:v>
                </c:pt>
                <c:pt idx="207">
                  <c:v>5.1769111802514969</c:v>
                </c:pt>
                <c:pt idx="208">
                  <c:v>5.1920676514453543</c:v>
                </c:pt>
                <c:pt idx="209">
                  <c:v>5.1994282997918022</c:v>
                </c:pt>
                <c:pt idx="210">
                  <c:v>5.2199913735416521</c:v>
                </c:pt>
                <c:pt idx="211">
                  <c:v>5.262299154208586</c:v>
                </c:pt>
                <c:pt idx="212">
                  <c:v>5.2920579585202692</c:v>
                </c:pt>
                <c:pt idx="213">
                  <c:v>5.2422985749739732</c:v>
                </c:pt>
                <c:pt idx="214">
                  <c:v>5.2918420793041872</c:v>
                </c:pt>
                <c:pt idx="215">
                  <c:v>5.4412781312584837</c:v>
                </c:pt>
                <c:pt idx="216">
                  <c:v>5.4740599250871087</c:v>
                </c:pt>
                <c:pt idx="217">
                  <c:v>5.5240161340793126</c:v>
                </c:pt>
                <c:pt idx="218">
                  <c:v>5.5128724004941354</c:v>
                </c:pt>
                <c:pt idx="219">
                  <c:v>5.3338877617525293</c:v>
                </c:pt>
                <c:pt idx="220">
                  <c:v>5.2680683636208441</c:v>
                </c:pt>
                <c:pt idx="221">
                  <c:v>5.2357750540201602</c:v>
                </c:pt>
                <c:pt idx="222">
                  <c:v>5.214396764713376</c:v>
                </c:pt>
                <c:pt idx="223">
                  <c:v>5.1926701724877935</c:v>
                </c:pt>
                <c:pt idx="224">
                  <c:v>5.1600434627385567</c:v>
                </c:pt>
                <c:pt idx="225">
                  <c:v>5.1524086170294545</c:v>
                </c:pt>
                <c:pt idx="226">
                  <c:v>5.1537262668960668</c:v>
                </c:pt>
                <c:pt idx="227">
                  <c:v>5.1433504274686124</c:v>
                </c:pt>
                <c:pt idx="228">
                  <c:v>5.1287922038287412</c:v>
                </c:pt>
                <c:pt idx="229">
                  <c:v>5.1139988974944188</c:v>
                </c:pt>
                <c:pt idx="230">
                  <c:v>5.099809629699231</c:v>
                </c:pt>
                <c:pt idx="231">
                  <c:v>5.0888827960678249</c:v>
                </c:pt>
                <c:pt idx="232">
                  <c:v>5.0808938020154315</c:v>
                </c:pt>
                <c:pt idx="233">
                  <c:v>5.0765260790585565</c:v>
                </c:pt>
                <c:pt idx="234">
                  <c:v>5.0744513684635502</c:v>
                </c:pt>
                <c:pt idx="235">
                  <c:v>5.0734913918877105</c:v>
                </c:pt>
                <c:pt idx="236">
                  <c:v>5.0729910058583263</c:v>
                </c:pt>
                <c:pt idx="237">
                  <c:v>5.0720618895852532</c:v>
                </c:pt>
                <c:pt idx="238">
                  <c:v>5.07224226073963</c:v>
                </c:pt>
                <c:pt idx="239">
                  <c:v>5.0745144228329933</c:v>
                </c:pt>
                <c:pt idx="240">
                  <c:v>5.0750184699082173</c:v>
                </c:pt>
                <c:pt idx="241">
                  <c:v>5.0783931988275075</c:v>
                </c:pt>
                <c:pt idx="242">
                  <c:v>5.0870264144593511</c:v>
                </c:pt>
                <c:pt idx="243">
                  <c:v>5.0935938339386624</c:v>
                </c:pt>
                <c:pt idx="244">
                  <c:v>5.0962064732952159</c:v>
                </c:pt>
                <c:pt idx="245">
                  <c:v>5.1048104345849232</c:v>
                </c:pt>
                <c:pt idx="246">
                  <c:v>5.1128434700660916</c:v>
                </c:pt>
                <c:pt idx="247">
                  <c:v>5.1266666196673674</c:v>
                </c:pt>
                <c:pt idx="248">
                  <c:v>5.1549826861112393</c:v>
                </c:pt>
                <c:pt idx="249">
                  <c:v>5.1947653931054099</c:v>
                </c:pt>
                <c:pt idx="250">
                  <c:v>5.2393416203805225</c:v>
                </c:pt>
                <c:pt idx="251">
                  <c:v>5.2979951949657984</c:v>
                </c:pt>
                <c:pt idx="252">
                  <c:v>5.3235568620030156</c:v>
                </c:pt>
                <c:pt idx="253">
                  <c:v>5.512225280019651</c:v>
                </c:pt>
                <c:pt idx="254">
                  <c:v>5.7710198470602849</c:v>
                </c:pt>
                <c:pt idx="255">
                  <c:v>5.9455519463480657</c:v>
                </c:pt>
                <c:pt idx="256">
                  <c:v>5.9348913074958425</c:v>
                </c:pt>
                <c:pt idx="257">
                  <c:v>5.9571887915053718</c:v>
                </c:pt>
                <c:pt idx="258">
                  <c:v>5.9788836319839405</c:v>
                </c:pt>
                <c:pt idx="259">
                  <c:v>6</c:v>
                </c:pt>
                <c:pt idx="260">
                  <c:v>5.7305312387106424</c:v>
                </c:pt>
                <c:pt idx="261">
                  <c:v>5.3798900412367141</c:v>
                </c:pt>
                <c:pt idx="262">
                  <c:v>5.2685466404719072</c:v>
                </c:pt>
                <c:pt idx="263">
                  <c:v>5.2109103875057796</c:v>
                </c:pt>
                <c:pt idx="264">
                  <c:v>5.1707329544427623</c:v>
                </c:pt>
                <c:pt idx="265">
                  <c:v>5.1396828761263231</c:v>
                </c:pt>
                <c:pt idx="266">
                  <c:v>5.1238259747309991</c:v>
                </c:pt>
                <c:pt idx="267">
                  <c:v>5.1207405160675545</c:v>
                </c:pt>
                <c:pt idx="268">
                  <c:v>5.1162087265396377</c:v>
                </c:pt>
                <c:pt idx="269">
                  <c:v>5.1127016079422214</c:v>
                </c:pt>
                <c:pt idx="270">
                  <c:v>5.1156194614773058</c:v>
                </c:pt>
                <c:pt idx="271">
                  <c:v>5.1299904546055357</c:v>
                </c:pt>
                <c:pt idx="272">
                  <c:v>5.143316457318357</c:v>
                </c:pt>
                <c:pt idx="273">
                  <c:v>5.1641537420406962</c:v>
                </c:pt>
                <c:pt idx="274">
                  <c:v>5.2234150638453736</c:v>
                </c:pt>
                <c:pt idx="275">
                  <c:v>5.2979975902969061</c:v>
                </c:pt>
                <c:pt idx="276">
                  <c:v>5.4048713848737462</c:v>
                </c:pt>
                <c:pt idx="277">
                  <c:v>5.5119917352366494</c:v>
                </c:pt>
                <c:pt idx="278">
                  <c:v>5.7088402089861061</c:v>
                </c:pt>
                <c:pt idx="279">
                  <c:v>5.8024869307468414</c:v>
                </c:pt>
                <c:pt idx="280">
                  <c:v>5.7023635603069271</c:v>
                </c:pt>
                <c:pt idx="281">
                  <c:v>5.4946263468565748</c:v>
                </c:pt>
                <c:pt idx="282">
                  <c:v>5.2967725145336724</c:v>
                </c:pt>
                <c:pt idx="283">
                  <c:v>5.1841105656530857</c:v>
                </c:pt>
                <c:pt idx="284">
                  <c:v>5.1260000507374679</c:v>
                </c:pt>
                <c:pt idx="285">
                  <c:v>5.0937663930472681</c:v>
                </c:pt>
                <c:pt idx="286">
                  <c:v>5.0777373340334959</c:v>
                </c:pt>
                <c:pt idx="287">
                  <c:v>5.0629005102490776</c:v>
                </c:pt>
                <c:pt idx="288">
                  <c:v>5.0590883816206684</c:v>
                </c:pt>
                <c:pt idx="289">
                  <c:v>5.0587030191188802</c:v>
                </c:pt>
                <c:pt idx="290">
                  <c:v>5.0484701101874085</c:v>
                </c:pt>
                <c:pt idx="291">
                  <c:v>5.038160179792464</c:v>
                </c:pt>
                <c:pt idx="292">
                  <c:v>5.0320865115475648</c:v>
                </c:pt>
                <c:pt idx="293">
                  <c:v>5.029246666189052</c:v>
                </c:pt>
                <c:pt idx="294">
                  <c:v>5.0347257104987584</c:v>
                </c:pt>
                <c:pt idx="295">
                  <c:v>5.0306447978199005</c:v>
                </c:pt>
                <c:pt idx="296">
                  <c:v>5.0328730205582559</c:v>
                </c:pt>
                <c:pt idx="297">
                  <c:v>5.0337047380411466</c:v>
                </c:pt>
                <c:pt idx="298">
                  <c:v>5.0348133034022196</c:v>
                </c:pt>
                <c:pt idx="299">
                  <c:v>5.0368993782101521</c:v>
                </c:pt>
                <c:pt idx="300">
                  <c:v>5.0441842946250732</c:v>
                </c:pt>
                <c:pt idx="301">
                  <c:v>5.0473562948321602</c:v>
                </c:pt>
                <c:pt idx="302">
                  <c:v>5.0499565288233459</c:v>
                </c:pt>
                <c:pt idx="303">
                  <c:v>5.0590695660226199</c:v>
                </c:pt>
                <c:pt idx="304">
                  <c:v>5.0543341665456296</c:v>
                </c:pt>
                <c:pt idx="305">
                  <c:v>5.0524386634640361</c:v>
                </c:pt>
                <c:pt idx="306">
                  <c:v>5.0492466329810526</c:v>
                </c:pt>
                <c:pt idx="307">
                  <c:v>5.0461686393125662</c:v>
                </c:pt>
                <c:pt idx="308">
                  <c:v>5.0427191651748471</c:v>
                </c:pt>
                <c:pt idx="309">
                  <c:v>5.0396968663570734</c:v>
                </c:pt>
                <c:pt idx="310">
                  <c:v>5.0346509278532805</c:v>
                </c:pt>
                <c:pt idx="311">
                  <c:v>5.0284982630174815</c:v>
                </c:pt>
                <c:pt idx="312">
                  <c:v>5.0200700251232124</c:v>
                </c:pt>
                <c:pt idx="313">
                  <c:v>5.023558040614799</c:v>
                </c:pt>
                <c:pt idx="314">
                  <c:v>5.027161345025779</c:v>
                </c:pt>
                <c:pt idx="315">
                  <c:v>5.0300126345550034</c:v>
                </c:pt>
                <c:pt idx="316">
                  <c:v>5.0347402798280241</c:v>
                </c:pt>
                <c:pt idx="317">
                  <c:v>5.0402109302714759</c:v>
                </c:pt>
                <c:pt idx="318">
                  <c:v>5.0496524238464362</c:v>
                </c:pt>
                <c:pt idx="319">
                  <c:v>5.06242074312099</c:v>
                </c:pt>
                <c:pt idx="320">
                  <c:v>5.0722673096424931</c:v>
                </c:pt>
                <c:pt idx="321">
                  <c:v>5.1147789996748889</c:v>
                </c:pt>
                <c:pt idx="322">
                  <c:v>5.187364963208803</c:v>
                </c:pt>
                <c:pt idx="323">
                  <c:v>5.2448338424137795</c:v>
                </c:pt>
                <c:pt idx="324">
                  <c:v>5.2435039164752402</c:v>
                </c:pt>
                <c:pt idx="325">
                  <c:v>5.2082405051796865</c:v>
                </c:pt>
                <c:pt idx="326">
                  <c:v>5.183620965418605</c:v>
                </c:pt>
                <c:pt idx="327">
                  <c:v>5.1922911929990132</c:v>
                </c:pt>
                <c:pt idx="328">
                  <c:v>5.2427029231967568</c:v>
                </c:pt>
                <c:pt idx="329">
                  <c:v>5.3249880451201994</c:v>
                </c:pt>
                <c:pt idx="330">
                  <c:v>5.4888152191499326</c:v>
                </c:pt>
                <c:pt idx="331">
                  <c:v>5.9141819280107173</c:v>
                </c:pt>
                <c:pt idx="332">
                  <c:v>6.0168992787222528</c:v>
                </c:pt>
                <c:pt idx="333">
                  <c:v>5.884288631301275</c:v>
                </c:pt>
                <c:pt idx="334">
                  <c:v>5.5899096241573067</c:v>
                </c:pt>
                <c:pt idx="335">
                  <c:v>5.3543328382256528</c:v>
                </c:pt>
                <c:pt idx="336">
                  <c:v>5.2217194007883254</c:v>
                </c:pt>
                <c:pt idx="337">
                  <c:v>5.1757953506405441</c:v>
                </c:pt>
                <c:pt idx="338">
                  <c:v>5.1268244529335947</c:v>
                </c:pt>
                <c:pt idx="339">
                  <c:v>5.0894394315487324</c:v>
                </c:pt>
                <c:pt idx="340">
                  <c:v>5.0691426342370773</c:v>
                </c:pt>
                <c:pt idx="341">
                  <c:v>5.0513320170898162</c:v>
                </c:pt>
                <c:pt idx="342">
                  <c:v>5.0397723124820484</c:v>
                </c:pt>
                <c:pt idx="343">
                  <c:v>5.0328843031121666</c:v>
                </c:pt>
                <c:pt idx="344">
                  <c:v>5.0282048077371151</c:v>
                </c:pt>
                <c:pt idx="345">
                  <c:v>5.0252591918381491</c:v>
                </c:pt>
                <c:pt idx="346">
                  <c:v>5.0221125807798197</c:v>
                </c:pt>
                <c:pt idx="347">
                  <c:v>5.0200880122225033</c:v>
                </c:pt>
                <c:pt idx="348">
                  <c:v>5.0185954470444551</c:v>
                </c:pt>
                <c:pt idx="349">
                  <c:v>5.0173781305888792</c:v>
                </c:pt>
                <c:pt idx="350">
                  <c:v>5.0169752743443485</c:v>
                </c:pt>
                <c:pt idx="351">
                  <c:v>5.0166020824382596</c:v>
                </c:pt>
                <c:pt idx="352">
                  <c:v>5.0156851809928513</c:v>
                </c:pt>
                <c:pt idx="353">
                  <c:v>5.0174150574759695</c:v>
                </c:pt>
                <c:pt idx="354">
                  <c:v>5.0186240957488968</c:v>
                </c:pt>
                <c:pt idx="355">
                  <c:v>5.0180332842689674</c:v>
                </c:pt>
                <c:pt idx="356">
                  <c:v>5.0172381687383378</c:v>
                </c:pt>
                <c:pt idx="357">
                  <c:v>5.0183840420619052</c:v>
                </c:pt>
                <c:pt idx="358">
                  <c:v>5.0167727821030441</c:v>
                </c:pt>
                <c:pt idx="359">
                  <c:v>5.0205597104191675</c:v>
                </c:pt>
                <c:pt idx="360">
                  <c:v>5.0257579957241161</c:v>
                </c:pt>
                <c:pt idx="361">
                  <c:v>5.0300317461669799</c:v>
                </c:pt>
                <c:pt idx="362">
                  <c:v>5.0344812370175775</c:v>
                </c:pt>
                <c:pt idx="363">
                  <c:v>5.0357691425879638</c:v>
                </c:pt>
                <c:pt idx="364">
                  <c:v>5.0397350861785695</c:v>
                </c:pt>
                <c:pt idx="365">
                  <c:v>5.0432461142013301</c:v>
                </c:pt>
                <c:pt idx="366">
                  <c:v>5.0433490487922414</c:v>
                </c:pt>
                <c:pt idx="367">
                  <c:v>5.0457617562578569</c:v>
                </c:pt>
                <c:pt idx="368">
                  <c:v>5.0465658151518626</c:v>
                </c:pt>
                <c:pt idx="369">
                  <c:v>5.0471629671140636</c:v>
                </c:pt>
                <c:pt idx="370">
                  <c:v>5.0497260938878341</c:v>
                </c:pt>
                <c:pt idx="371">
                  <c:v>5.053152924661175</c:v>
                </c:pt>
                <c:pt idx="372">
                  <c:v>5.0530662980560583</c:v>
                </c:pt>
                <c:pt idx="373">
                  <c:v>5.0528609018160315</c:v>
                </c:pt>
                <c:pt idx="374">
                  <c:v>5.0493799957624415</c:v>
                </c:pt>
                <c:pt idx="375">
                  <c:v>5.0526120936021357</c:v>
                </c:pt>
                <c:pt idx="376">
                  <c:v>5.0540077244256487</c:v>
                </c:pt>
                <c:pt idx="377">
                  <c:v>5.0566602474061284</c:v>
                </c:pt>
                <c:pt idx="378">
                  <c:v>5.059288371353408</c:v>
                </c:pt>
                <c:pt idx="379">
                  <c:v>5.0595047677432516</c:v>
                </c:pt>
                <c:pt idx="380">
                  <c:v>5.061799767141153</c:v>
                </c:pt>
                <c:pt idx="381">
                  <c:v>5.0722990749993411</c:v>
                </c:pt>
                <c:pt idx="382">
                  <c:v>5.079144128324856</c:v>
                </c:pt>
                <c:pt idx="383">
                  <c:v>5.1091295908426062</c:v>
                </c:pt>
                <c:pt idx="384">
                  <c:v>5.1179957660345101</c:v>
                </c:pt>
                <c:pt idx="385">
                  <c:v>5.1126044881536723</c:v>
                </c:pt>
                <c:pt idx="386">
                  <c:v>5.0926500734822255</c:v>
                </c:pt>
                <c:pt idx="387">
                  <c:v>5.0700452453548541</c:v>
                </c:pt>
                <c:pt idx="388">
                  <c:v>5.0504009886348076</c:v>
                </c:pt>
                <c:pt idx="389">
                  <c:v>5.0381174415054701</c:v>
                </c:pt>
                <c:pt idx="390">
                  <c:v>5.0279767970536122</c:v>
                </c:pt>
                <c:pt idx="391">
                  <c:v>5.0231654870159987</c:v>
                </c:pt>
                <c:pt idx="392">
                  <c:v>5.0253823472426582</c:v>
                </c:pt>
                <c:pt idx="393">
                  <c:v>5.0275749751566057</c:v>
                </c:pt>
                <c:pt idx="394">
                  <c:v>5.0292494562053989</c:v>
                </c:pt>
                <c:pt idx="395">
                  <c:v>5.0302021174944747</c:v>
                </c:pt>
                <c:pt idx="396">
                  <c:v>5.0310306128487303</c:v>
                </c:pt>
                <c:pt idx="397">
                  <c:v>5.0331557342756854</c:v>
                </c:pt>
                <c:pt idx="398">
                  <c:v>5.0360673919330043</c:v>
                </c:pt>
                <c:pt idx="399">
                  <c:v>5.0366310773088756</c:v>
                </c:pt>
                <c:pt idx="400">
                  <c:v>5.0444815674643921</c:v>
                </c:pt>
                <c:pt idx="401">
                  <c:v>5.047340721777501</c:v>
                </c:pt>
                <c:pt idx="402">
                  <c:v>5.0480906169273263</c:v>
                </c:pt>
                <c:pt idx="403">
                  <c:v>5.0490911406065893</c:v>
                </c:pt>
                <c:pt idx="404">
                  <c:v>5.0502971523922717</c:v>
                </c:pt>
                <c:pt idx="405">
                  <c:v>5.0529269741665717</c:v>
                </c:pt>
                <c:pt idx="406">
                  <c:v>5.051069503771231</c:v>
                </c:pt>
                <c:pt idx="407">
                  <c:v>5.0473238455810607</c:v>
                </c:pt>
                <c:pt idx="408">
                  <c:v>5.0415862892445062</c:v>
                </c:pt>
                <c:pt idx="409">
                  <c:v>5.0376712906719057</c:v>
                </c:pt>
                <c:pt idx="410">
                  <c:v>5.0332004868183837</c:v>
                </c:pt>
                <c:pt idx="411">
                  <c:v>5.0305097201991957</c:v>
                </c:pt>
                <c:pt idx="412">
                  <c:v>5.0290545429414273</c:v>
                </c:pt>
                <c:pt idx="413">
                  <c:v>5.0250459614363665</c:v>
                </c:pt>
                <c:pt idx="414">
                  <c:v>5.020577746854114</c:v>
                </c:pt>
                <c:pt idx="415">
                  <c:v>5.0184498183985164</c:v>
                </c:pt>
                <c:pt idx="416">
                  <c:v>5.0168600840962645</c:v>
                </c:pt>
                <c:pt idx="417">
                  <c:v>5.0192123809030482</c:v>
                </c:pt>
                <c:pt idx="418">
                  <c:v>5.0197010607723813</c:v>
                </c:pt>
                <c:pt idx="419">
                  <c:v>5.0204204528776311</c:v>
                </c:pt>
                <c:pt idx="420">
                  <c:v>5.0174896478825168</c:v>
                </c:pt>
                <c:pt idx="421">
                  <c:v>5.0172979346311966</c:v>
                </c:pt>
                <c:pt idx="422">
                  <c:v>5.0163410049573551</c:v>
                </c:pt>
                <c:pt idx="423">
                  <c:v>5.0107903678074468</c:v>
                </c:pt>
                <c:pt idx="424">
                  <c:v>5.0132696307727755</c:v>
                </c:pt>
                <c:pt idx="425">
                  <c:v>5.0207746913860847</c:v>
                </c:pt>
                <c:pt idx="426">
                  <c:v>5.0238676558739943</c:v>
                </c:pt>
                <c:pt idx="427">
                  <c:v>5.0235383369749629</c:v>
                </c:pt>
                <c:pt idx="428">
                  <c:v>5.0315303898379602</c:v>
                </c:pt>
                <c:pt idx="429">
                  <c:v>5.0386310120633233</c:v>
                </c:pt>
                <c:pt idx="430">
                  <c:v>5.0407091659467973</c:v>
                </c:pt>
                <c:pt idx="431">
                  <c:v>5.0433816919835017</c:v>
                </c:pt>
                <c:pt idx="432">
                  <c:v>5.0462524418767467</c:v>
                </c:pt>
                <c:pt idx="433">
                  <c:v>5.0413590356081208</c:v>
                </c:pt>
                <c:pt idx="434">
                  <c:v>5.0318341103370079</c:v>
                </c:pt>
                <c:pt idx="435">
                  <c:v>5.0051947663117691</c:v>
                </c:pt>
                <c:pt idx="436">
                  <c:v>5.0093756874668331</c:v>
                </c:pt>
                <c:pt idx="437">
                  <c:v>5.0054548090198425</c:v>
                </c:pt>
                <c:pt idx="438">
                  <c:v>5.0134053880346574</c:v>
                </c:pt>
                <c:pt idx="439">
                  <c:v>5.0213589089005497</c:v>
                </c:pt>
                <c:pt idx="440">
                  <c:v>5.0296964338364907</c:v>
                </c:pt>
                <c:pt idx="441">
                  <c:v>5.0254698584871047</c:v>
                </c:pt>
                <c:pt idx="442">
                  <c:v>5.0245123997308951</c:v>
                </c:pt>
                <c:pt idx="443">
                  <c:v>5.0230497098437441</c:v>
                </c:pt>
                <c:pt idx="444">
                  <c:v>5.0145039220961021</c:v>
                </c:pt>
                <c:pt idx="445">
                  <c:v>5.0169620183642412</c:v>
                </c:pt>
                <c:pt idx="446">
                  <c:v>5.0136907403590101</c:v>
                </c:pt>
                <c:pt idx="447">
                  <c:v>5.0186168876395909</c:v>
                </c:pt>
                <c:pt idx="448">
                  <c:v>5.0175792380293869</c:v>
                </c:pt>
                <c:pt idx="449">
                  <c:v>5.0180580456640476</c:v>
                </c:pt>
                <c:pt idx="450">
                  <c:v>5.0168894132924979</c:v>
                </c:pt>
                <c:pt idx="451">
                  <c:v>5.0162823261501348</c:v>
                </c:pt>
                <c:pt idx="452">
                  <c:v>5.0209420260189574</c:v>
                </c:pt>
                <c:pt idx="453">
                  <c:v>5.0211467877003884</c:v>
                </c:pt>
                <c:pt idx="454">
                  <c:v>5.0152190900485536</c:v>
                </c:pt>
                <c:pt idx="455">
                  <c:v>5.0099751063173157</c:v>
                </c:pt>
                <c:pt idx="456">
                  <c:v>5.0140530256829035</c:v>
                </c:pt>
                <c:pt idx="457">
                  <c:v>5.0181975566887767</c:v>
                </c:pt>
                <c:pt idx="458">
                  <c:v>5.0168619911745118</c:v>
                </c:pt>
                <c:pt idx="459">
                  <c:v>5.0185837578966987</c:v>
                </c:pt>
                <c:pt idx="460">
                  <c:v>5.0174257326909562</c:v>
                </c:pt>
                <c:pt idx="461">
                  <c:v>5.0187446227538599</c:v>
                </c:pt>
                <c:pt idx="462">
                  <c:v>5.0147637763930106</c:v>
                </c:pt>
                <c:pt idx="463">
                  <c:v>5.0177286553133778</c:v>
                </c:pt>
                <c:pt idx="464">
                  <c:v>5.0125644286226168</c:v>
                </c:pt>
                <c:pt idx="465">
                  <c:v>5.0126829218077367</c:v>
                </c:pt>
                <c:pt idx="466">
                  <c:v>5.0161559043850241</c:v>
                </c:pt>
                <c:pt idx="467">
                  <c:v>5.014958851273783</c:v>
                </c:pt>
                <c:pt idx="468">
                  <c:v>5.0153157147793239</c:v>
                </c:pt>
                <c:pt idx="469">
                  <c:v>5.0137605052281371</c:v>
                </c:pt>
                <c:pt idx="470">
                  <c:v>5.014745971325274</c:v>
                </c:pt>
                <c:pt idx="471">
                  <c:v>5.01629944732362</c:v>
                </c:pt>
                <c:pt idx="472">
                  <c:v>5.017724284854844</c:v>
                </c:pt>
                <c:pt idx="473">
                  <c:v>5.0167271211038038</c:v>
                </c:pt>
                <c:pt idx="474">
                  <c:v>5.0166299894066482</c:v>
                </c:pt>
                <c:pt idx="475">
                  <c:v>5.0177855614394806</c:v>
                </c:pt>
                <c:pt idx="476">
                  <c:v>5.0192331699272934</c:v>
                </c:pt>
                <c:pt idx="477">
                  <c:v>5.0179544629047053</c:v>
                </c:pt>
                <c:pt idx="478">
                  <c:v>5.0203258287927293</c:v>
                </c:pt>
                <c:pt idx="479">
                  <c:v>5.020682098569182</c:v>
                </c:pt>
                <c:pt idx="480">
                  <c:v>5.0210167253041904</c:v>
                </c:pt>
                <c:pt idx="481">
                  <c:v>5.0217247395866789</c:v>
                </c:pt>
                <c:pt idx="482">
                  <c:v>5.0229786954215641</c:v>
                </c:pt>
                <c:pt idx="483">
                  <c:v>5.022725208826599</c:v>
                </c:pt>
                <c:pt idx="484">
                  <c:v>5.0212244777470474</c:v>
                </c:pt>
                <c:pt idx="485">
                  <c:v>5.0240200230899035</c:v>
                </c:pt>
                <c:pt idx="486">
                  <c:v>5.0252658368404974</c:v>
                </c:pt>
                <c:pt idx="487">
                  <c:v>5.0257545592405668</c:v>
                </c:pt>
                <c:pt idx="488">
                  <c:v>5.0281085385633064</c:v>
                </c:pt>
                <c:pt idx="489">
                  <c:v>5.0273583984364372</c:v>
                </c:pt>
                <c:pt idx="490">
                  <c:v>5.0282635954230228</c:v>
                </c:pt>
                <c:pt idx="491">
                  <c:v>5.02767551271518</c:v>
                </c:pt>
                <c:pt idx="492">
                  <c:v>5.0293880485662097</c:v>
                </c:pt>
                <c:pt idx="493">
                  <c:v>5.027761106674002</c:v>
                </c:pt>
                <c:pt idx="494">
                  <c:v>5.0292592382749088</c:v>
                </c:pt>
                <c:pt idx="495">
                  <c:v>5.0312874644756063</c:v>
                </c:pt>
                <c:pt idx="496">
                  <c:v>5.0302616911484019</c:v>
                </c:pt>
                <c:pt idx="497">
                  <c:v>5.0321229757002373</c:v>
                </c:pt>
                <c:pt idx="498">
                  <c:v>5.0331236252704823</c:v>
                </c:pt>
                <c:pt idx="499">
                  <c:v>5.0356542993906928</c:v>
                </c:pt>
                <c:pt idx="500">
                  <c:v>5.0362477971119715</c:v>
                </c:pt>
                <c:pt idx="501">
                  <c:v>5.0380787079126712</c:v>
                </c:pt>
                <c:pt idx="502">
                  <c:v>5.040857441705807</c:v>
                </c:pt>
                <c:pt idx="503">
                  <c:v>5.0440723469203776</c:v>
                </c:pt>
                <c:pt idx="504">
                  <c:v>5.0499833946392929</c:v>
                </c:pt>
                <c:pt idx="505">
                  <c:v>5.0600264463608058</c:v>
                </c:pt>
                <c:pt idx="506">
                  <c:v>5.0724133635958015</c:v>
                </c:pt>
                <c:pt idx="507">
                  <c:v>5.0957922919660374</c:v>
                </c:pt>
                <c:pt idx="508">
                  <c:v>5.1269319025875459</c:v>
                </c:pt>
                <c:pt idx="509">
                  <c:v>5.1776805306616538</c:v>
                </c:pt>
                <c:pt idx="510">
                  <c:v>5.2406911172629993</c:v>
                </c:pt>
                <c:pt idx="511">
                  <c:v>5.2985012086623016</c:v>
                </c:pt>
                <c:pt idx="512">
                  <c:v>5.3484814254049251</c:v>
                </c:pt>
                <c:pt idx="513">
                  <c:v>5.3849872241749015</c:v>
                </c:pt>
                <c:pt idx="514">
                  <c:v>5.4033539698366848</c:v>
                </c:pt>
                <c:pt idx="515">
                  <c:v>5.4016969995429278</c:v>
                </c:pt>
                <c:pt idx="516">
                  <c:v>5.3796580751946701</c:v>
                </c:pt>
                <c:pt idx="517">
                  <c:v>5.3597376034538069</c:v>
                </c:pt>
                <c:pt idx="518">
                  <c:v>5.3365610873670892</c:v>
                </c:pt>
                <c:pt idx="519">
                  <c:v>5.29875318116303</c:v>
                </c:pt>
                <c:pt idx="520">
                  <c:v>5.2642474022089747</c:v>
                </c:pt>
                <c:pt idx="521">
                  <c:v>5.2358340390486884</c:v>
                </c:pt>
                <c:pt idx="522">
                  <c:v>5.211051072378849</c:v>
                </c:pt>
                <c:pt idx="523">
                  <c:v>5.195165590328263</c:v>
                </c:pt>
                <c:pt idx="524">
                  <c:v>5.1877104216719108</c:v>
                </c:pt>
                <c:pt idx="525">
                  <c:v>5.1876489732630962</c:v>
                </c:pt>
                <c:pt idx="526">
                  <c:v>5.1893430439693518</c:v>
                </c:pt>
                <c:pt idx="527">
                  <c:v>5.1941059557294906</c:v>
                </c:pt>
                <c:pt idx="528">
                  <c:v>5.2033420802840951</c:v>
                </c:pt>
                <c:pt idx="529">
                  <c:v>5.2133707600189627</c:v>
                </c:pt>
                <c:pt idx="530">
                  <c:v>5.2296781197608944</c:v>
                </c:pt>
                <c:pt idx="531">
                  <c:v>5.2406241024313269</c:v>
                </c:pt>
                <c:pt idx="532">
                  <c:v>5.2521135258468208</c:v>
                </c:pt>
                <c:pt idx="533">
                  <c:v>5.2662492729625692</c:v>
                </c:pt>
                <c:pt idx="534">
                  <c:v>5.2730112382402856</c:v>
                </c:pt>
                <c:pt idx="535">
                  <c:v>5.288555875562114</c:v>
                </c:pt>
                <c:pt idx="536">
                  <c:v>5.3005110275600265</c:v>
                </c:pt>
                <c:pt idx="537">
                  <c:v>5.3192083289146739</c:v>
                </c:pt>
                <c:pt idx="538">
                  <c:v>5.3473934551279356</c:v>
                </c:pt>
                <c:pt idx="539">
                  <c:v>5.3652596854668957</c:v>
                </c:pt>
                <c:pt idx="540">
                  <c:v>5.3983797653751404</c:v>
                </c:pt>
                <c:pt idx="541">
                  <c:v>5.4295940871904884</c:v>
                </c:pt>
                <c:pt idx="542">
                  <c:v>5.4490589832864691</c:v>
                </c:pt>
                <c:pt idx="543">
                  <c:v>5.4707918768660448</c:v>
                </c:pt>
                <c:pt idx="544">
                  <c:v>5.4898944246926416</c:v>
                </c:pt>
                <c:pt idx="545">
                  <c:v>5.4970815068026315</c:v>
                </c:pt>
                <c:pt idx="546">
                  <c:v>5.5074701666954482</c:v>
                </c:pt>
                <c:pt idx="547">
                  <c:v>5.5059301321112217</c:v>
                </c:pt>
                <c:pt idx="548">
                  <c:v>5.4982589209207573</c:v>
                </c:pt>
                <c:pt idx="549">
                  <c:v>5.4912103869396107</c:v>
                </c:pt>
                <c:pt idx="550">
                  <c:v>5.4805956404538332</c:v>
                </c:pt>
                <c:pt idx="551">
                  <c:v>5.4744374619332898</c:v>
                </c:pt>
                <c:pt idx="552">
                  <c:v>5.4658838434263517</c:v>
                </c:pt>
                <c:pt idx="553">
                  <c:v>5.4553021416219929</c:v>
                </c:pt>
                <c:pt idx="554">
                  <c:v>5.4553622154373871</c:v>
                </c:pt>
                <c:pt idx="555">
                  <c:v>5.4546526530360717</c:v>
                </c:pt>
                <c:pt idx="556">
                  <c:v>5.4467193980663584</c:v>
                </c:pt>
                <c:pt idx="557">
                  <c:v>5.4374962845148165</c:v>
                </c:pt>
                <c:pt idx="558">
                  <c:v>5.4185827500883557</c:v>
                </c:pt>
                <c:pt idx="559">
                  <c:v>5.3857082188383218</c:v>
                </c:pt>
                <c:pt idx="560">
                  <c:v>5.3488512590840216</c:v>
                </c:pt>
                <c:pt idx="561">
                  <c:v>5.3258969099575442</c:v>
                </c:pt>
                <c:pt idx="562">
                  <c:v>5.2899334359260912</c:v>
                </c:pt>
                <c:pt idx="563">
                  <c:v>5.252008702891187</c:v>
                </c:pt>
                <c:pt idx="564">
                  <c:v>5.2248742968342219</c:v>
                </c:pt>
                <c:pt idx="565">
                  <c:v>5.2009573376286697</c:v>
                </c:pt>
                <c:pt idx="566">
                  <c:v>5.1786300889081582</c:v>
                </c:pt>
                <c:pt idx="567">
                  <c:v>5.1601074289670006</c:v>
                </c:pt>
                <c:pt idx="568">
                  <c:v>5.1381320217226047</c:v>
                </c:pt>
                <c:pt idx="569">
                  <c:v>5.1218833748124837</c:v>
                </c:pt>
                <c:pt idx="570">
                  <c:v>5.111855640961207</c:v>
                </c:pt>
                <c:pt idx="571">
                  <c:v>5.1001332852053247</c:v>
                </c:pt>
                <c:pt idx="572">
                  <c:v>5.1072994966320557</c:v>
                </c:pt>
                <c:pt idx="573">
                  <c:v>5.088097488125146</c:v>
                </c:pt>
                <c:pt idx="574">
                  <c:v>5.0604883165547649</c:v>
                </c:pt>
                <c:pt idx="575">
                  <c:v>5.0631344633271542</c:v>
                </c:pt>
                <c:pt idx="576">
                  <c:v>5.0498992858538063</c:v>
                </c:pt>
                <c:pt idx="577">
                  <c:v>5.0679247648819201</c:v>
                </c:pt>
                <c:pt idx="578">
                  <c:v>5.065859438268725</c:v>
                </c:pt>
                <c:pt idx="579">
                  <c:v>5.0332027698683461</c:v>
                </c:pt>
                <c:pt idx="580">
                  <c:v>5.0433484159348749</c:v>
                </c:pt>
                <c:pt idx="581">
                  <c:v>5.0225416733853887</c:v>
                </c:pt>
                <c:pt idx="582">
                  <c:v>4.9958453734730854</c:v>
                </c:pt>
                <c:pt idx="583">
                  <c:v>5.0261321369162548</c:v>
                </c:pt>
                <c:pt idx="584">
                  <c:v>5.0819590438665694</c:v>
                </c:pt>
                <c:pt idx="585">
                  <c:v>4.983441957289287</c:v>
                </c:pt>
                <c:pt idx="586">
                  <c:v>4.9179162628174709</c:v>
                </c:pt>
                <c:pt idx="587">
                  <c:v>4.9731398933794573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A-57AB-4D59-AD3D-6260AFD7ADF0}"/>
            </c:ext>
          </c:extLst>
        </c:ser>
        <c:ser>
          <c:idx val="11"/>
          <c:order val="11"/>
          <c:tx>
            <c:strRef>
              <c:f>'Fully separated 1%'!$M$1</c:f>
              <c:strCache>
                <c:ptCount val="1"/>
                <c:pt idx="0">
                  <c:v>1H_10/O-PTIR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1%'!$A$2:$A$589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1%'!$M$2:$M$589</c:f>
              <c:numCache>
                <c:formatCode>General</c:formatCode>
                <c:ptCount val="588"/>
                <c:pt idx="0">
                  <c:v>4.7811134165369085</c:v>
                </c:pt>
                <c:pt idx="1">
                  <c:v>4.7661130370557832</c:v>
                </c:pt>
                <c:pt idx="2">
                  <c:v>4.7591278808382897</c:v>
                </c:pt>
                <c:pt idx="3">
                  <c:v>4.8341113799678626</c:v>
                </c:pt>
                <c:pt idx="4">
                  <c:v>4.8292404525873716</c:v>
                </c:pt>
                <c:pt idx="5">
                  <c:v>4.8544256238956454</c:v>
                </c:pt>
                <c:pt idx="6">
                  <c:v>4.8309223047780092</c:v>
                </c:pt>
                <c:pt idx="7">
                  <c:v>4.8196208272023542</c:v>
                </c:pt>
                <c:pt idx="8">
                  <c:v>4.8219311034932879</c:v>
                </c:pt>
                <c:pt idx="9">
                  <c:v>4.8322969743945414</c:v>
                </c:pt>
                <c:pt idx="10">
                  <c:v>4.831288321797798</c:v>
                </c:pt>
                <c:pt idx="11">
                  <c:v>4.8492541182548603</c:v>
                </c:pt>
                <c:pt idx="12">
                  <c:v>4.8356061169246018</c:v>
                </c:pt>
                <c:pt idx="13">
                  <c:v>4.849227495091454</c:v>
                </c:pt>
                <c:pt idx="14">
                  <c:v>4.8619054096620777</c:v>
                </c:pt>
                <c:pt idx="15">
                  <c:v>4.8568437445891908</c:v>
                </c:pt>
                <c:pt idx="16">
                  <c:v>4.8673084514107359</c:v>
                </c:pt>
                <c:pt idx="17">
                  <c:v>4.8744625857843928</c:v>
                </c:pt>
                <c:pt idx="18">
                  <c:v>4.8547595688118248</c:v>
                </c:pt>
                <c:pt idx="19">
                  <c:v>4.8516312060264042</c:v>
                </c:pt>
                <c:pt idx="20">
                  <c:v>4.8708913602885318</c:v>
                </c:pt>
                <c:pt idx="21">
                  <c:v>4.8665485587587476</c:v>
                </c:pt>
                <c:pt idx="22">
                  <c:v>4.8617310168837378</c:v>
                </c:pt>
                <c:pt idx="23">
                  <c:v>4.8603976166022873</c:v>
                </c:pt>
                <c:pt idx="24">
                  <c:v>4.8687151321210518</c:v>
                </c:pt>
                <c:pt idx="25">
                  <c:v>4.8633507248455565</c:v>
                </c:pt>
                <c:pt idx="26">
                  <c:v>4.850168510668361</c:v>
                </c:pt>
                <c:pt idx="27">
                  <c:v>4.8481619317651443</c:v>
                </c:pt>
                <c:pt idx="28">
                  <c:v>4.8523863475380882</c:v>
                </c:pt>
                <c:pt idx="29">
                  <c:v>4.8474897979366718</c:v>
                </c:pt>
                <c:pt idx="30">
                  <c:v>4.8368995862740576</c:v>
                </c:pt>
                <c:pt idx="31">
                  <c:v>4.8506667626757984</c:v>
                </c:pt>
                <c:pt idx="32">
                  <c:v>4.8654671595691283</c:v>
                </c:pt>
                <c:pt idx="33">
                  <c:v>4.8788249867212112</c:v>
                </c:pt>
                <c:pt idx="34">
                  <c:v>4.8917323325606645</c:v>
                </c:pt>
                <c:pt idx="35">
                  <c:v>4.8917865626709416</c:v>
                </c:pt>
                <c:pt idx="36">
                  <c:v>4.8903291065318211</c:v>
                </c:pt>
                <c:pt idx="37">
                  <c:v>4.8868580515462261</c:v>
                </c:pt>
                <c:pt idx="38">
                  <c:v>4.886972971182252</c:v>
                </c:pt>
                <c:pt idx="39">
                  <c:v>4.9036415347461331</c:v>
                </c:pt>
                <c:pt idx="40">
                  <c:v>4.9208639455226173</c:v>
                </c:pt>
                <c:pt idx="41">
                  <c:v>4.943531323238485</c:v>
                </c:pt>
                <c:pt idx="42">
                  <c:v>4.9801768302734661</c:v>
                </c:pt>
                <c:pt idx="43">
                  <c:v>5.018858891102461</c:v>
                </c:pt>
                <c:pt idx="44">
                  <c:v>5.0654753562394319</c:v>
                </c:pt>
                <c:pt idx="45">
                  <c:v>5.1099972777415035</c:v>
                </c:pt>
                <c:pt idx="46">
                  <c:v>5.1424232078454732</c:v>
                </c:pt>
                <c:pt idx="47">
                  <c:v>5.1519721914766583</c:v>
                </c:pt>
                <c:pt idx="48">
                  <c:v>5.1221742596854014</c:v>
                </c:pt>
                <c:pt idx="49">
                  <c:v>5.0671362267691356</c:v>
                </c:pt>
                <c:pt idx="50">
                  <c:v>4.9890887645400142</c:v>
                </c:pt>
                <c:pt idx="51">
                  <c:v>4.9175345629823362</c:v>
                </c:pt>
                <c:pt idx="52">
                  <c:v>4.880646740165612</c:v>
                </c:pt>
                <c:pt idx="53">
                  <c:v>4.8674105818617051</c:v>
                </c:pt>
                <c:pt idx="54">
                  <c:v>4.8595232123174936</c:v>
                </c:pt>
                <c:pt idx="55">
                  <c:v>4.8564407136697767</c:v>
                </c:pt>
                <c:pt idx="56">
                  <c:v>4.8552374931074143</c:v>
                </c:pt>
                <c:pt idx="57">
                  <c:v>4.8563716734239115</c:v>
                </c:pt>
                <c:pt idx="58">
                  <c:v>4.8584793265454609</c:v>
                </c:pt>
                <c:pt idx="59">
                  <c:v>4.8591014856991128</c:v>
                </c:pt>
                <c:pt idx="60">
                  <c:v>4.8664180968692072</c:v>
                </c:pt>
                <c:pt idx="61">
                  <c:v>4.8758749175299654</c:v>
                </c:pt>
                <c:pt idx="62">
                  <c:v>4.8820664464740648</c:v>
                </c:pt>
                <c:pt idx="63">
                  <c:v>4.8926230836660709</c:v>
                </c:pt>
                <c:pt idx="64">
                  <c:v>4.9263416289819135</c:v>
                </c:pt>
                <c:pt idx="65">
                  <c:v>4.9540241288986344</c:v>
                </c:pt>
                <c:pt idx="66">
                  <c:v>4.9710346601709912</c:v>
                </c:pt>
                <c:pt idx="67">
                  <c:v>4.9903106236046284</c:v>
                </c:pt>
                <c:pt idx="68">
                  <c:v>4.9896763806920488</c:v>
                </c:pt>
                <c:pt idx="69">
                  <c:v>4.9808212160698417</c:v>
                </c:pt>
                <c:pt idx="70">
                  <c:v>4.9628825117892337</c:v>
                </c:pt>
                <c:pt idx="71">
                  <c:v>4.9355617620175023</c:v>
                </c:pt>
                <c:pt idx="72">
                  <c:v>4.9116616654877534</c:v>
                </c:pt>
                <c:pt idx="73">
                  <c:v>4.8947237130312473</c:v>
                </c:pt>
                <c:pt idx="74">
                  <c:v>4.8766380970864027</c:v>
                </c:pt>
                <c:pt idx="75">
                  <c:v>4.868310972519831</c:v>
                </c:pt>
                <c:pt idx="76">
                  <c:v>4.8637546022763249</c:v>
                </c:pt>
                <c:pt idx="77">
                  <c:v>4.8591981939016771</c:v>
                </c:pt>
                <c:pt idx="78">
                  <c:v>4.8578454306262744</c:v>
                </c:pt>
                <c:pt idx="79">
                  <c:v>4.8537278316216614</c:v>
                </c:pt>
                <c:pt idx="80">
                  <c:v>4.844237116188701</c:v>
                </c:pt>
                <c:pt idx="81">
                  <c:v>4.8427423487270485</c:v>
                </c:pt>
                <c:pt idx="82">
                  <c:v>4.8398075968155796</c:v>
                </c:pt>
                <c:pt idx="83">
                  <c:v>4.8356921827254089</c:v>
                </c:pt>
                <c:pt idx="84">
                  <c:v>4.8361064356399401</c:v>
                </c:pt>
                <c:pt idx="85">
                  <c:v>4.8371320299031124</c:v>
                </c:pt>
                <c:pt idx="86">
                  <c:v>4.8385667484422052</c:v>
                </c:pt>
                <c:pt idx="87">
                  <c:v>4.8401324855855128</c:v>
                </c:pt>
                <c:pt idx="88">
                  <c:v>4.8343641055513942</c:v>
                </c:pt>
                <c:pt idx="89">
                  <c:v>4.8303887719313554</c:v>
                </c:pt>
                <c:pt idx="90">
                  <c:v>4.8333678646414002</c:v>
                </c:pt>
                <c:pt idx="91">
                  <c:v>4.8247742796539175</c:v>
                </c:pt>
                <c:pt idx="92">
                  <c:v>4.8193944902757044</c:v>
                </c:pt>
                <c:pt idx="93">
                  <c:v>4.8151040380376138</c:v>
                </c:pt>
                <c:pt idx="94">
                  <c:v>4.8143927044417962</c:v>
                </c:pt>
                <c:pt idx="95">
                  <c:v>4.8118893358604415</c:v>
                </c:pt>
                <c:pt idx="96">
                  <c:v>4.8091773813523586</c:v>
                </c:pt>
                <c:pt idx="97">
                  <c:v>4.8098625426855257</c:v>
                </c:pt>
                <c:pt idx="98">
                  <c:v>4.8113184240084772</c:v>
                </c:pt>
                <c:pt idx="99">
                  <c:v>4.8139067583071897</c:v>
                </c:pt>
                <c:pt idx="100">
                  <c:v>4.817229045595206</c:v>
                </c:pt>
                <c:pt idx="101">
                  <c:v>4.8123434129397697</c:v>
                </c:pt>
                <c:pt idx="102">
                  <c:v>4.8105774005521509</c:v>
                </c:pt>
                <c:pt idx="103">
                  <c:v>4.8147535365795404</c:v>
                </c:pt>
                <c:pt idx="104">
                  <c:v>4.8248601071350867</c:v>
                </c:pt>
                <c:pt idx="105">
                  <c:v>4.8314254566372039</c:v>
                </c:pt>
                <c:pt idx="106">
                  <c:v>4.8368596362764924</c:v>
                </c:pt>
                <c:pt idx="107">
                  <c:v>4.8475452978139808</c:v>
                </c:pt>
                <c:pt idx="108">
                  <c:v>4.8764963178738903</c:v>
                </c:pt>
                <c:pt idx="109">
                  <c:v>4.9038811050856443</c:v>
                </c:pt>
                <c:pt idx="110">
                  <c:v>4.9167067587662885</c:v>
                </c:pt>
                <c:pt idx="111">
                  <c:v>4.9021729976971233</c:v>
                </c:pt>
                <c:pt idx="112">
                  <c:v>4.876538856976004</c:v>
                </c:pt>
                <c:pt idx="113">
                  <c:v>4.8524768098595787</c:v>
                </c:pt>
                <c:pt idx="114">
                  <c:v>4.8347399260878143</c:v>
                </c:pt>
                <c:pt idx="115">
                  <c:v>4.836616489235853</c:v>
                </c:pt>
                <c:pt idx="116">
                  <c:v>4.8462164923351523</c:v>
                </c:pt>
                <c:pt idx="117">
                  <c:v>4.8442339131727659</c:v>
                </c:pt>
                <c:pt idx="118">
                  <c:v>4.8421935119465171</c:v>
                </c:pt>
                <c:pt idx="119">
                  <c:v>4.8478431363517167</c:v>
                </c:pt>
                <c:pt idx="120">
                  <c:v>4.8562559987912728</c:v>
                </c:pt>
                <c:pt idx="121">
                  <c:v>4.8751023348338904</c:v>
                </c:pt>
                <c:pt idx="122">
                  <c:v>4.8957917663211354</c:v>
                </c:pt>
                <c:pt idx="123">
                  <c:v>4.9021919946321111</c:v>
                </c:pt>
                <c:pt idx="124">
                  <c:v>4.9139670438334857</c:v>
                </c:pt>
                <c:pt idx="125">
                  <c:v>4.893965048202034</c:v>
                </c:pt>
                <c:pt idx="126">
                  <c:v>4.8650106764147356</c:v>
                </c:pt>
                <c:pt idx="127">
                  <c:v>4.8641709981610415</c:v>
                </c:pt>
                <c:pt idx="128">
                  <c:v>4.86563280125036</c:v>
                </c:pt>
                <c:pt idx="129">
                  <c:v>4.8567300108316847</c:v>
                </c:pt>
                <c:pt idx="130">
                  <c:v>4.8639385202139591</c:v>
                </c:pt>
                <c:pt idx="131">
                  <c:v>4.8612148432395195</c:v>
                </c:pt>
                <c:pt idx="132">
                  <c:v>4.8548544962900531</c:v>
                </c:pt>
                <c:pt idx="133">
                  <c:v>4.8529338687942172</c:v>
                </c:pt>
                <c:pt idx="134">
                  <c:v>4.8436291990166191</c:v>
                </c:pt>
                <c:pt idx="135">
                  <c:v>4.8262524676949914</c:v>
                </c:pt>
                <c:pt idx="136">
                  <c:v>4.8217648002367426</c:v>
                </c:pt>
                <c:pt idx="137">
                  <c:v>4.8209729937253831</c:v>
                </c:pt>
                <c:pt idx="138">
                  <c:v>4.8236516015964321</c:v>
                </c:pt>
                <c:pt idx="139">
                  <c:v>4.8276698174988626</c:v>
                </c:pt>
                <c:pt idx="140">
                  <c:v>4.8313430037621101</c:v>
                </c:pt>
                <c:pt idx="141">
                  <c:v>4.834713771937456</c:v>
                </c:pt>
                <c:pt idx="142">
                  <c:v>4.8259679540848577</c:v>
                </c:pt>
                <c:pt idx="143">
                  <c:v>4.8257701831033035</c:v>
                </c:pt>
                <c:pt idx="144">
                  <c:v>4.8205909196816599</c:v>
                </c:pt>
                <c:pt idx="145">
                  <c:v>4.8137280748220856</c:v>
                </c:pt>
                <c:pt idx="146">
                  <c:v>4.8199894180742344</c:v>
                </c:pt>
                <c:pt idx="147">
                  <c:v>4.8146191519487571</c:v>
                </c:pt>
                <c:pt idx="148">
                  <c:v>4.8155144559125294</c:v>
                </c:pt>
                <c:pt idx="149">
                  <c:v>4.8159939397718308</c:v>
                </c:pt>
                <c:pt idx="150">
                  <c:v>4.8148942357274525</c:v>
                </c:pt>
                <c:pt idx="151">
                  <c:v>4.8222051176934473</c:v>
                </c:pt>
                <c:pt idx="152">
                  <c:v>4.8079593706732595</c:v>
                </c:pt>
                <c:pt idx="153">
                  <c:v>4.8055741819405782</c:v>
                </c:pt>
                <c:pt idx="154">
                  <c:v>4.8197205534848138</c:v>
                </c:pt>
                <c:pt idx="155">
                  <c:v>4.8159053887738379</c:v>
                </c:pt>
                <c:pt idx="156">
                  <c:v>4.8145060225698533</c:v>
                </c:pt>
                <c:pt idx="157">
                  <c:v>4.8206736833255626</c:v>
                </c:pt>
                <c:pt idx="158">
                  <c:v>4.8212624415053025</c:v>
                </c:pt>
                <c:pt idx="159">
                  <c:v>4.8217843367273909</c:v>
                </c:pt>
                <c:pt idx="160">
                  <c:v>4.8167467285920482</c:v>
                </c:pt>
                <c:pt idx="161">
                  <c:v>4.8161579437205084</c:v>
                </c:pt>
                <c:pt idx="162">
                  <c:v>4.8229056630358906</c:v>
                </c:pt>
                <c:pt idx="163">
                  <c:v>4.8279029818065036</c:v>
                </c:pt>
                <c:pt idx="164">
                  <c:v>4.8343798575261907</c:v>
                </c:pt>
                <c:pt idx="165">
                  <c:v>4.8299069525396012</c:v>
                </c:pt>
                <c:pt idx="166">
                  <c:v>4.8334319058945372</c:v>
                </c:pt>
                <c:pt idx="167">
                  <c:v>4.8303795155966132</c:v>
                </c:pt>
                <c:pt idx="168">
                  <c:v>4.8356980930524323</c:v>
                </c:pt>
                <c:pt idx="169">
                  <c:v>4.8354477163472538</c:v>
                </c:pt>
                <c:pt idx="170">
                  <c:v>4.834101477310262</c:v>
                </c:pt>
                <c:pt idx="171">
                  <c:v>4.840981658493587</c:v>
                </c:pt>
                <c:pt idx="172">
                  <c:v>4.8405344450198351</c:v>
                </c:pt>
                <c:pt idx="173">
                  <c:v>4.8329878916236071</c:v>
                </c:pt>
                <c:pt idx="174">
                  <c:v>4.8374645067703215</c:v>
                </c:pt>
                <c:pt idx="175">
                  <c:v>4.8465478214549842</c:v>
                </c:pt>
                <c:pt idx="176">
                  <c:v>4.8450451684731473</c:v>
                </c:pt>
                <c:pt idx="177">
                  <c:v>4.8410556862928367</c:v>
                </c:pt>
                <c:pt idx="178">
                  <c:v>4.8534893098885581</c:v>
                </c:pt>
                <c:pt idx="179">
                  <c:v>4.8551102151682386</c:v>
                </c:pt>
                <c:pt idx="180">
                  <c:v>4.8556844968598849</c:v>
                </c:pt>
                <c:pt idx="181">
                  <c:v>4.8623762301258964</c:v>
                </c:pt>
                <c:pt idx="182">
                  <c:v>4.8579596067050286</c:v>
                </c:pt>
                <c:pt idx="183">
                  <c:v>4.868193307441576</c:v>
                </c:pt>
                <c:pt idx="184">
                  <c:v>4.8796431666369955</c:v>
                </c:pt>
                <c:pt idx="185">
                  <c:v>4.8887873195588591</c:v>
                </c:pt>
                <c:pt idx="186">
                  <c:v>4.8924171526201095</c:v>
                </c:pt>
                <c:pt idx="187">
                  <c:v>4.894045123600419</c:v>
                </c:pt>
                <c:pt idx="188">
                  <c:v>4.9028042282494777</c:v>
                </c:pt>
                <c:pt idx="189">
                  <c:v>4.9025119454191444</c:v>
                </c:pt>
                <c:pt idx="190">
                  <c:v>4.9031748858292596</c:v>
                </c:pt>
                <c:pt idx="191">
                  <c:v>4.9064188088538927</c:v>
                </c:pt>
                <c:pt idx="192">
                  <c:v>4.8974625433215531</c:v>
                </c:pt>
                <c:pt idx="193">
                  <c:v>4.9040687103047178</c:v>
                </c:pt>
                <c:pt idx="194">
                  <c:v>4.901298170156652</c:v>
                </c:pt>
                <c:pt idx="195">
                  <c:v>4.9051862730694928</c:v>
                </c:pt>
                <c:pt idx="196">
                  <c:v>4.9297899578068227</c:v>
                </c:pt>
                <c:pt idx="197">
                  <c:v>4.9259547961716574</c:v>
                </c:pt>
                <c:pt idx="198">
                  <c:v>4.9125578312153362</c:v>
                </c:pt>
                <c:pt idx="199">
                  <c:v>4.9096179125341148</c:v>
                </c:pt>
                <c:pt idx="200">
                  <c:v>4.9017445409321638</c:v>
                </c:pt>
                <c:pt idx="201">
                  <c:v>4.8932310923528934</c:v>
                </c:pt>
                <c:pt idx="202">
                  <c:v>4.8978211667128919</c:v>
                </c:pt>
                <c:pt idx="203">
                  <c:v>4.9025320557834817</c:v>
                </c:pt>
                <c:pt idx="204">
                  <c:v>4.9036409246478607</c:v>
                </c:pt>
                <c:pt idx="205">
                  <c:v>4.9141624964416017</c:v>
                </c:pt>
                <c:pt idx="206">
                  <c:v>4.9147969605148054</c:v>
                </c:pt>
                <c:pt idx="207">
                  <c:v>4.9197745769243015</c:v>
                </c:pt>
                <c:pt idx="208">
                  <c:v>4.9273975413161599</c:v>
                </c:pt>
                <c:pt idx="209">
                  <c:v>4.9260732086202985</c:v>
                </c:pt>
                <c:pt idx="210">
                  <c:v>4.9215804373086804</c:v>
                </c:pt>
                <c:pt idx="211">
                  <c:v>4.9305719970261368</c:v>
                </c:pt>
                <c:pt idx="212">
                  <c:v>4.9381422336747161</c:v>
                </c:pt>
                <c:pt idx="213">
                  <c:v>4.9304198537692052</c:v>
                </c:pt>
                <c:pt idx="214">
                  <c:v>4.9434353852849906</c:v>
                </c:pt>
                <c:pt idx="215">
                  <c:v>4.9630715812441633</c:v>
                </c:pt>
                <c:pt idx="216">
                  <c:v>4.9515408458963748</c:v>
                </c:pt>
                <c:pt idx="217">
                  <c:v>4.9689134094841725</c:v>
                </c:pt>
                <c:pt idx="218">
                  <c:v>4.9856133854829068</c:v>
                </c:pt>
                <c:pt idx="219">
                  <c:v>4.9561463862476032</c:v>
                </c:pt>
                <c:pt idx="220">
                  <c:v>4.9435264424522964</c:v>
                </c:pt>
                <c:pt idx="221">
                  <c:v>4.9318463855520918</c:v>
                </c:pt>
                <c:pt idx="222">
                  <c:v>4.926829875377666</c:v>
                </c:pt>
                <c:pt idx="223">
                  <c:v>4.9201129603054197</c:v>
                </c:pt>
                <c:pt idx="224">
                  <c:v>4.8973753755307401</c:v>
                </c:pt>
                <c:pt idx="225">
                  <c:v>4.8886804150889018</c:v>
                </c:pt>
                <c:pt idx="226">
                  <c:v>4.8791866758563733</c:v>
                </c:pt>
                <c:pt idx="227">
                  <c:v>4.8571710241817332</c:v>
                </c:pt>
                <c:pt idx="228">
                  <c:v>4.8462173350333924</c:v>
                </c:pt>
                <c:pt idx="229">
                  <c:v>4.8342359048385797</c:v>
                </c:pt>
                <c:pt idx="230">
                  <c:v>4.8236382118458874</c:v>
                </c:pt>
                <c:pt idx="231">
                  <c:v>4.8182615149032975</c:v>
                </c:pt>
                <c:pt idx="232">
                  <c:v>4.8187184441920534</c:v>
                </c:pt>
                <c:pt idx="233">
                  <c:v>4.8180510443448705</c:v>
                </c:pt>
                <c:pt idx="234">
                  <c:v>4.8167645892190016</c:v>
                </c:pt>
                <c:pt idx="235">
                  <c:v>4.8114482443415518</c:v>
                </c:pt>
                <c:pt idx="236">
                  <c:v>4.8140076761878401</c:v>
                </c:pt>
                <c:pt idx="237">
                  <c:v>4.8138999242532483</c:v>
                </c:pt>
                <c:pt idx="238">
                  <c:v>4.8119506698024903</c:v>
                </c:pt>
                <c:pt idx="239">
                  <c:v>4.8160768368747302</c:v>
                </c:pt>
                <c:pt idx="240">
                  <c:v>4.8223855466315806</c:v>
                </c:pt>
                <c:pt idx="241">
                  <c:v>4.818674970876959</c:v>
                </c:pt>
                <c:pt idx="242">
                  <c:v>4.8104266424089559</c:v>
                </c:pt>
                <c:pt idx="243">
                  <c:v>4.8143165546444893</c:v>
                </c:pt>
                <c:pt idx="244">
                  <c:v>4.8290940423476529</c:v>
                </c:pt>
                <c:pt idx="245">
                  <c:v>4.8261808478773638</c:v>
                </c:pt>
                <c:pt idx="246">
                  <c:v>4.817859023539544</c:v>
                </c:pt>
                <c:pt idx="247">
                  <c:v>4.840478418932765</c:v>
                </c:pt>
                <c:pt idx="248">
                  <c:v>4.8606427312098575</c:v>
                </c:pt>
                <c:pt idx="249">
                  <c:v>4.8845178823464526</c:v>
                </c:pt>
                <c:pt idx="250">
                  <c:v>4.9119925980437076</c:v>
                </c:pt>
                <c:pt idx="251">
                  <c:v>4.978396441492003</c:v>
                </c:pt>
                <c:pt idx="252">
                  <c:v>5.0674234915411702</c:v>
                </c:pt>
                <c:pt idx="253">
                  <c:v>5.1475375091468987</c:v>
                </c:pt>
                <c:pt idx="254">
                  <c:v>5.2340636291012483</c:v>
                </c:pt>
                <c:pt idx="255">
                  <c:v>5.3584216684455095</c:v>
                </c:pt>
                <c:pt idx="256">
                  <c:v>5.500186360618593</c:v>
                </c:pt>
                <c:pt idx="257">
                  <c:v>5.6045324444770905</c:v>
                </c:pt>
                <c:pt idx="258">
                  <c:v>5.7043752099500686</c:v>
                </c:pt>
                <c:pt idx="259">
                  <c:v>5.8</c:v>
                </c:pt>
                <c:pt idx="260">
                  <c:v>5.5883503809026571</c:v>
                </c:pt>
                <c:pt idx="261">
                  <c:v>5.2706918245977219</c:v>
                </c:pt>
                <c:pt idx="262">
                  <c:v>5.0063972220517332</c:v>
                </c:pt>
                <c:pt idx="263">
                  <c:v>4.9206703232093219</c:v>
                </c:pt>
                <c:pt idx="264">
                  <c:v>4.8828789067185356</c:v>
                </c:pt>
                <c:pt idx="265">
                  <c:v>4.8592409236595007</c:v>
                </c:pt>
                <c:pt idx="266">
                  <c:v>4.8549445391689803</c:v>
                </c:pt>
                <c:pt idx="267">
                  <c:v>4.8540452314352889</c:v>
                </c:pt>
                <c:pt idx="268">
                  <c:v>4.8436829257958216</c:v>
                </c:pt>
                <c:pt idx="269">
                  <c:v>4.8370612813820824</c:v>
                </c:pt>
                <c:pt idx="270">
                  <c:v>4.8538964742237747</c:v>
                </c:pt>
                <c:pt idx="271">
                  <c:v>4.8668323383443957</c:v>
                </c:pt>
                <c:pt idx="272">
                  <c:v>4.8739522538311419</c:v>
                </c:pt>
                <c:pt idx="273">
                  <c:v>4.8734409228419695</c:v>
                </c:pt>
                <c:pt idx="274">
                  <c:v>4.8974496244906129</c:v>
                </c:pt>
                <c:pt idx="275">
                  <c:v>4.9592519084789135</c:v>
                </c:pt>
                <c:pt idx="276">
                  <c:v>5.0369750577183474</c:v>
                </c:pt>
                <c:pt idx="277">
                  <c:v>5.2253878791287942</c:v>
                </c:pt>
                <c:pt idx="278">
                  <c:v>5.8002459306140093</c:v>
                </c:pt>
                <c:pt idx="279">
                  <c:v>5.9514920380345044</c:v>
                </c:pt>
                <c:pt idx="280">
                  <c:v>5.7538893215841416</c:v>
                </c:pt>
                <c:pt idx="281">
                  <c:v>5.3214096296203195</c:v>
                </c:pt>
                <c:pt idx="282">
                  <c:v>5.0472465654822747</c:v>
                </c:pt>
                <c:pt idx="283">
                  <c:v>4.920806039570242</c:v>
                </c:pt>
                <c:pt idx="284">
                  <c:v>4.85403985113114</c:v>
                </c:pt>
                <c:pt idx="285">
                  <c:v>4.8260335625279343</c:v>
                </c:pt>
                <c:pt idx="286">
                  <c:v>4.8007070036258943</c:v>
                </c:pt>
                <c:pt idx="287">
                  <c:v>4.7949188570630952</c:v>
                </c:pt>
                <c:pt idx="288">
                  <c:v>4.8201515345313792</c:v>
                </c:pt>
                <c:pt idx="289">
                  <c:v>4.8300342914886043</c:v>
                </c:pt>
                <c:pt idx="290">
                  <c:v>4.8207429904894221</c:v>
                </c:pt>
                <c:pt idx="291">
                  <c:v>4.8213302615546203</c:v>
                </c:pt>
                <c:pt idx="292">
                  <c:v>4.8204505722935336</c:v>
                </c:pt>
                <c:pt idx="293">
                  <c:v>4.7989156300369329</c:v>
                </c:pt>
                <c:pt idx="294">
                  <c:v>4.8002496326712691</c:v>
                </c:pt>
                <c:pt idx="295">
                  <c:v>4.7961805498252925</c:v>
                </c:pt>
                <c:pt idx="296">
                  <c:v>4.8035586329245055</c:v>
                </c:pt>
                <c:pt idx="297">
                  <c:v>4.8015970138551261</c:v>
                </c:pt>
                <c:pt idx="298">
                  <c:v>4.7988501500481409</c:v>
                </c:pt>
                <c:pt idx="299">
                  <c:v>4.8076933287416317</c:v>
                </c:pt>
                <c:pt idx="300">
                  <c:v>4.8163135130605568</c:v>
                </c:pt>
                <c:pt idx="301">
                  <c:v>4.7986233318349827</c:v>
                </c:pt>
                <c:pt idx="302">
                  <c:v>4.8061791973327477</c:v>
                </c:pt>
                <c:pt idx="303">
                  <c:v>4.8054552065809526</c:v>
                </c:pt>
                <c:pt idx="304">
                  <c:v>4.800837750605301</c:v>
                </c:pt>
                <c:pt idx="305">
                  <c:v>4.8186716744397255</c:v>
                </c:pt>
                <c:pt idx="306">
                  <c:v>4.8214529141862608</c:v>
                </c:pt>
                <c:pt idx="307">
                  <c:v>4.8164212240041699</c:v>
                </c:pt>
                <c:pt idx="308">
                  <c:v>4.8190112093813342</c:v>
                </c:pt>
                <c:pt idx="309">
                  <c:v>4.8214831998458649</c:v>
                </c:pt>
                <c:pt idx="310">
                  <c:v>4.8099260853739798</c:v>
                </c:pt>
                <c:pt idx="311">
                  <c:v>4.8060023293666472</c:v>
                </c:pt>
                <c:pt idx="312">
                  <c:v>4.7993166195103276</c:v>
                </c:pt>
                <c:pt idx="313">
                  <c:v>4.8100541869458251</c:v>
                </c:pt>
                <c:pt idx="314">
                  <c:v>4.8174031314178523</c:v>
                </c:pt>
                <c:pt idx="315">
                  <c:v>4.8121886167086272</c:v>
                </c:pt>
                <c:pt idx="316">
                  <c:v>4.807847932887146</c:v>
                </c:pt>
                <c:pt idx="317">
                  <c:v>4.8121618353009818</c:v>
                </c:pt>
                <c:pt idx="318">
                  <c:v>4.817514195995412</c:v>
                </c:pt>
                <c:pt idx="319">
                  <c:v>4.8248328204898083</c:v>
                </c:pt>
                <c:pt idx="320">
                  <c:v>4.8344706554017307</c:v>
                </c:pt>
                <c:pt idx="321">
                  <c:v>4.8512602395843718</c:v>
                </c:pt>
                <c:pt idx="322">
                  <c:v>4.8991370190427528</c:v>
                </c:pt>
                <c:pt idx="323">
                  <c:v>4.9421218437023393</c:v>
                </c:pt>
                <c:pt idx="324">
                  <c:v>4.9571400380530495</c:v>
                </c:pt>
                <c:pt idx="325">
                  <c:v>4.9342721820445394</c:v>
                </c:pt>
                <c:pt idx="326">
                  <c:v>4.8965472815180124</c:v>
                </c:pt>
                <c:pt idx="327">
                  <c:v>4.8946095712705215</c:v>
                </c:pt>
                <c:pt idx="328">
                  <c:v>4.916404165275134</c:v>
                </c:pt>
                <c:pt idx="329">
                  <c:v>4.950078089528505</c:v>
                </c:pt>
                <c:pt idx="330">
                  <c:v>5.0456559630212112</c:v>
                </c:pt>
                <c:pt idx="331">
                  <c:v>5.1432225891082082</c:v>
                </c:pt>
                <c:pt idx="332">
                  <c:v>5.1537432152496256</c:v>
                </c:pt>
                <c:pt idx="333">
                  <c:v>5.1690389585573664</c:v>
                </c:pt>
                <c:pt idx="334">
                  <c:v>5.1480456599988207</c:v>
                </c:pt>
                <c:pt idx="335">
                  <c:v>5.0883643216482017</c:v>
                </c:pt>
                <c:pt idx="336">
                  <c:v>5.0019079511789597</c:v>
                </c:pt>
                <c:pt idx="337">
                  <c:v>4.9224495222991527</c:v>
                </c:pt>
                <c:pt idx="338">
                  <c:v>4.8723661355923884</c:v>
                </c:pt>
                <c:pt idx="339">
                  <c:v>4.8453261873641083</c:v>
                </c:pt>
                <c:pt idx="340">
                  <c:v>4.8276000279760565</c:v>
                </c:pt>
                <c:pt idx="341">
                  <c:v>4.8157253878577748</c:v>
                </c:pt>
                <c:pt idx="342">
                  <c:v>4.8124194655026642</c:v>
                </c:pt>
                <c:pt idx="343">
                  <c:v>4.8097185022962874</c:v>
                </c:pt>
                <c:pt idx="344">
                  <c:v>4.8068122910680326</c:v>
                </c:pt>
                <c:pt idx="345">
                  <c:v>4.8078232911132108</c:v>
                </c:pt>
                <c:pt idx="346">
                  <c:v>4.8056183373264769</c:v>
                </c:pt>
                <c:pt idx="347">
                  <c:v>4.8024322592443918</c:v>
                </c:pt>
                <c:pt idx="348">
                  <c:v>4.7990130906145945</c:v>
                </c:pt>
                <c:pt idx="349">
                  <c:v>4.7983070092261197</c:v>
                </c:pt>
                <c:pt idx="350">
                  <c:v>4.8083170369729311</c:v>
                </c:pt>
                <c:pt idx="351">
                  <c:v>4.8072975761039638</c:v>
                </c:pt>
                <c:pt idx="352">
                  <c:v>4.8034973945486312</c:v>
                </c:pt>
                <c:pt idx="353">
                  <c:v>4.8038591539880873</c:v>
                </c:pt>
                <c:pt idx="354">
                  <c:v>4.8040260909365511</c:v>
                </c:pt>
                <c:pt idx="355">
                  <c:v>4.8033466752515368</c:v>
                </c:pt>
                <c:pt idx="356">
                  <c:v>4.8025863278856793</c:v>
                </c:pt>
                <c:pt idx="357">
                  <c:v>4.8081160610688851</c:v>
                </c:pt>
                <c:pt idx="358">
                  <c:v>4.805929841588898</c:v>
                </c:pt>
                <c:pt idx="359">
                  <c:v>4.80365027040013</c:v>
                </c:pt>
                <c:pt idx="360">
                  <c:v>4.8121149034912998</c:v>
                </c:pt>
                <c:pt idx="361">
                  <c:v>4.8093692401003318</c:v>
                </c:pt>
                <c:pt idx="362">
                  <c:v>4.8080083863498562</c:v>
                </c:pt>
                <c:pt idx="363">
                  <c:v>4.8155163624696335</c:v>
                </c:pt>
                <c:pt idx="364">
                  <c:v>4.8193271125476347</c:v>
                </c:pt>
                <c:pt idx="365">
                  <c:v>4.8220666082263701</c:v>
                </c:pt>
                <c:pt idx="366">
                  <c:v>4.8121803803819363</c:v>
                </c:pt>
                <c:pt idx="367">
                  <c:v>4.8099724213845665</c:v>
                </c:pt>
                <c:pt idx="368">
                  <c:v>4.8184850358451037</c:v>
                </c:pt>
                <c:pt idx="369">
                  <c:v>4.8134025197104444</c:v>
                </c:pt>
                <c:pt idx="370">
                  <c:v>4.8092871675833795</c:v>
                </c:pt>
                <c:pt idx="371">
                  <c:v>4.8131982254437577</c:v>
                </c:pt>
                <c:pt idx="372">
                  <c:v>4.814145172319817</c:v>
                </c:pt>
                <c:pt idx="373">
                  <c:v>4.8158147767876152</c:v>
                </c:pt>
                <c:pt idx="374">
                  <c:v>4.8139195084078255</c:v>
                </c:pt>
                <c:pt idx="375">
                  <c:v>4.8071746589375248</c:v>
                </c:pt>
                <c:pt idx="376">
                  <c:v>4.8106958025147275</c:v>
                </c:pt>
                <c:pt idx="377">
                  <c:v>4.8160506903506004</c:v>
                </c:pt>
                <c:pt idx="378">
                  <c:v>4.8136075603942379</c:v>
                </c:pt>
                <c:pt idx="379">
                  <c:v>4.8103989820784854</c:v>
                </c:pt>
                <c:pt idx="380">
                  <c:v>4.8018094518613239</c:v>
                </c:pt>
                <c:pt idx="381">
                  <c:v>4.7992943493146907</c:v>
                </c:pt>
                <c:pt idx="382">
                  <c:v>4.807920007895282</c:v>
                </c:pt>
                <c:pt idx="383">
                  <c:v>4.805110348055269</c:v>
                </c:pt>
                <c:pt idx="384">
                  <c:v>4.804156202019584</c:v>
                </c:pt>
                <c:pt idx="385">
                  <c:v>4.8013540813021613</c:v>
                </c:pt>
                <c:pt idx="386">
                  <c:v>4.8048735422235591</c:v>
                </c:pt>
                <c:pt idx="387">
                  <c:v>4.8025189906719481</c:v>
                </c:pt>
                <c:pt idx="388">
                  <c:v>4.8021284639073025</c:v>
                </c:pt>
                <c:pt idx="389">
                  <c:v>4.8001945793304861</c:v>
                </c:pt>
                <c:pt idx="390">
                  <c:v>4.7968070604572155</c:v>
                </c:pt>
                <c:pt idx="391">
                  <c:v>4.7991129855677785</c:v>
                </c:pt>
                <c:pt idx="392">
                  <c:v>4.7984439077716043</c:v>
                </c:pt>
                <c:pt idx="393">
                  <c:v>4.8029237865866019</c:v>
                </c:pt>
                <c:pt idx="394">
                  <c:v>4.801549073715055</c:v>
                </c:pt>
                <c:pt idx="395">
                  <c:v>4.8041430091210602</c:v>
                </c:pt>
                <c:pt idx="396">
                  <c:v>4.8104410388216507</c:v>
                </c:pt>
                <c:pt idx="397">
                  <c:v>4.8095045837293382</c:v>
                </c:pt>
                <c:pt idx="398">
                  <c:v>4.8047176006282362</c:v>
                </c:pt>
                <c:pt idx="399">
                  <c:v>4.8014519529811981</c:v>
                </c:pt>
                <c:pt idx="400">
                  <c:v>4.8058677407342545</c:v>
                </c:pt>
                <c:pt idx="401">
                  <c:v>4.8063958222575076</c:v>
                </c:pt>
                <c:pt idx="402">
                  <c:v>4.8102870929149777</c:v>
                </c:pt>
                <c:pt idx="403">
                  <c:v>4.8055855197590391</c:v>
                </c:pt>
                <c:pt idx="404">
                  <c:v>4.8069500565012007</c:v>
                </c:pt>
                <c:pt idx="405">
                  <c:v>4.8073260371884183</c:v>
                </c:pt>
                <c:pt idx="406">
                  <c:v>4.807643222514371</c:v>
                </c:pt>
                <c:pt idx="407">
                  <c:v>4.8124633496808151</c:v>
                </c:pt>
                <c:pt idx="408">
                  <c:v>4.8043006485054844</c:v>
                </c:pt>
                <c:pt idx="409">
                  <c:v>4.8112098103100749</c:v>
                </c:pt>
                <c:pt idx="410">
                  <c:v>4.8121054727065822</c:v>
                </c:pt>
                <c:pt idx="411">
                  <c:v>4.7984897150700743</c:v>
                </c:pt>
                <c:pt idx="412">
                  <c:v>4.7985304983522541</c:v>
                </c:pt>
                <c:pt idx="413">
                  <c:v>4.8099776834821748</c:v>
                </c:pt>
                <c:pt idx="414">
                  <c:v>4.8129952409818015</c:v>
                </c:pt>
                <c:pt idx="415">
                  <c:v>4.8052333381475165</c:v>
                </c:pt>
                <c:pt idx="416">
                  <c:v>4.8024300109369262</c:v>
                </c:pt>
                <c:pt idx="417">
                  <c:v>4.7973669054601471</c:v>
                </c:pt>
                <c:pt idx="418">
                  <c:v>4.803367215544502</c:v>
                </c:pt>
                <c:pt idx="419">
                  <c:v>4.802844204033228</c:v>
                </c:pt>
                <c:pt idx="420">
                  <c:v>4.801479547297129</c:v>
                </c:pt>
                <c:pt idx="421">
                  <c:v>4.8081644990586794</c:v>
                </c:pt>
                <c:pt idx="422">
                  <c:v>4.8114348288524864</c:v>
                </c:pt>
                <c:pt idx="423">
                  <c:v>4.8118085273908502</c:v>
                </c:pt>
                <c:pt idx="424">
                  <c:v>4.8090970876531847</c:v>
                </c:pt>
                <c:pt idx="425">
                  <c:v>4.7957017651958092</c:v>
                </c:pt>
                <c:pt idx="426">
                  <c:v>4.8025138799073099</c:v>
                </c:pt>
                <c:pt idx="427">
                  <c:v>4.8014509707468092</c:v>
                </c:pt>
                <c:pt idx="428">
                  <c:v>4.7994682234499182</c:v>
                </c:pt>
                <c:pt idx="429">
                  <c:v>4.8043404154735683</c:v>
                </c:pt>
                <c:pt idx="430">
                  <c:v>4.8111845846530263</c:v>
                </c:pt>
                <c:pt idx="431">
                  <c:v>4.8239576154510315</c:v>
                </c:pt>
                <c:pt idx="432">
                  <c:v>4.7978722834630814</c:v>
                </c:pt>
                <c:pt idx="433">
                  <c:v>4.7984061712868362</c:v>
                </c:pt>
                <c:pt idx="434">
                  <c:v>4.7994621101937227</c:v>
                </c:pt>
                <c:pt idx="435">
                  <c:v>4.8025382893195978</c:v>
                </c:pt>
                <c:pt idx="436">
                  <c:v>4.8371654861671809</c:v>
                </c:pt>
                <c:pt idx="437">
                  <c:v>4.7893328301598661</c:v>
                </c:pt>
                <c:pt idx="438">
                  <c:v>4.8598644631604966</c:v>
                </c:pt>
                <c:pt idx="439">
                  <c:v>4.8202790317246222</c:v>
                </c:pt>
                <c:pt idx="440">
                  <c:v>4.8078429396140896</c:v>
                </c:pt>
                <c:pt idx="441">
                  <c:v>4.8224714885061752</c:v>
                </c:pt>
                <c:pt idx="442">
                  <c:v>4.8252177753413159</c:v>
                </c:pt>
                <c:pt idx="443">
                  <c:v>4.8061909588835245</c:v>
                </c:pt>
                <c:pt idx="444">
                  <c:v>4.795146687777236</c:v>
                </c:pt>
                <c:pt idx="445">
                  <c:v>4.8094536634021932</c:v>
                </c:pt>
                <c:pt idx="446">
                  <c:v>4.8282452107133009</c:v>
                </c:pt>
                <c:pt idx="447">
                  <c:v>4.8088469244824017</c:v>
                </c:pt>
                <c:pt idx="448">
                  <c:v>4.808738315550392</c:v>
                </c:pt>
                <c:pt idx="449">
                  <c:v>4.8172094061504733</c:v>
                </c:pt>
                <c:pt idx="450">
                  <c:v>4.8084445532317455</c:v>
                </c:pt>
                <c:pt idx="451">
                  <c:v>4.810224417710006</c:v>
                </c:pt>
                <c:pt idx="452">
                  <c:v>4.7878332400620174</c:v>
                </c:pt>
                <c:pt idx="453">
                  <c:v>4.7934727921260345</c:v>
                </c:pt>
                <c:pt idx="454">
                  <c:v>4.8145814383426755</c:v>
                </c:pt>
                <c:pt idx="455">
                  <c:v>4.8138789168537937</c:v>
                </c:pt>
                <c:pt idx="456">
                  <c:v>4.8015404869393361</c:v>
                </c:pt>
                <c:pt idx="457">
                  <c:v>4.7998781530823704</c:v>
                </c:pt>
                <c:pt idx="458">
                  <c:v>4.8086683744562952</c:v>
                </c:pt>
                <c:pt idx="459">
                  <c:v>4.7971730117007851</c:v>
                </c:pt>
                <c:pt idx="460">
                  <c:v>4.7956449812522903</c:v>
                </c:pt>
                <c:pt idx="461">
                  <c:v>4.794135757321393</c:v>
                </c:pt>
                <c:pt idx="462">
                  <c:v>4.7939134217814656</c:v>
                </c:pt>
                <c:pt idx="463">
                  <c:v>4.7986241361637614</c:v>
                </c:pt>
                <c:pt idx="464">
                  <c:v>4.792277587206379</c:v>
                </c:pt>
                <c:pt idx="465">
                  <c:v>4.7956542933538273</c:v>
                </c:pt>
                <c:pt idx="466">
                  <c:v>4.803192628297337</c:v>
                </c:pt>
                <c:pt idx="467">
                  <c:v>4.8112560090485506</c:v>
                </c:pt>
                <c:pt idx="468">
                  <c:v>4.8155815200119552</c:v>
                </c:pt>
                <c:pt idx="469">
                  <c:v>4.8045110022872883</c:v>
                </c:pt>
                <c:pt idx="470">
                  <c:v>4.800563786631006</c:v>
                </c:pt>
                <c:pt idx="471">
                  <c:v>4.8076310377079166</c:v>
                </c:pt>
                <c:pt idx="472">
                  <c:v>4.8059496411844274</c:v>
                </c:pt>
                <c:pt idx="473">
                  <c:v>4.7993249699325453</c:v>
                </c:pt>
                <c:pt idx="474">
                  <c:v>4.8036235550070243</c:v>
                </c:pt>
                <c:pt idx="475">
                  <c:v>4.7904866251358538</c:v>
                </c:pt>
                <c:pt idx="476">
                  <c:v>4.7999629695371597</c:v>
                </c:pt>
                <c:pt idx="477">
                  <c:v>4.8052499352037499</c:v>
                </c:pt>
                <c:pt idx="478">
                  <c:v>4.7973256859338695</c:v>
                </c:pt>
                <c:pt idx="479">
                  <c:v>4.8066466050593499</c:v>
                </c:pt>
                <c:pt idx="480">
                  <c:v>4.8050931919011646</c:v>
                </c:pt>
                <c:pt idx="481">
                  <c:v>4.8057847487801384</c:v>
                </c:pt>
                <c:pt idx="482">
                  <c:v>4.8139046448886393</c:v>
                </c:pt>
                <c:pt idx="483">
                  <c:v>4.8176308791967593</c:v>
                </c:pt>
                <c:pt idx="484">
                  <c:v>4.8160121264200493</c:v>
                </c:pt>
                <c:pt idx="485">
                  <c:v>4.8080589673098357</c:v>
                </c:pt>
                <c:pt idx="486">
                  <c:v>4.8033512114275281</c:v>
                </c:pt>
                <c:pt idx="487">
                  <c:v>4.8024627748824464</c:v>
                </c:pt>
                <c:pt idx="488">
                  <c:v>4.8102823026902524</c:v>
                </c:pt>
                <c:pt idx="489">
                  <c:v>4.8067224345550628</c:v>
                </c:pt>
                <c:pt idx="490">
                  <c:v>4.8035024719485202</c:v>
                </c:pt>
                <c:pt idx="491">
                  <c:v>4.8018197210545281</c:v>
                </c:pt>
                <c:pt idx="492">
                  <c:v>4.8072324028325459</c:v>
                </c:pt>
                <c:pt idx="493">
                  <c:v>4.8152312015833632</c:v>
                </c:pt>
                <c:pt idx="494">
                  <c:v>4.8179538823817163</c:v>
                </c:pt>
                <c:pt idx="495">
                  <c:v>4.8099512786195575</c:v>
                </c:pt>
                <c:pt idx="496">
                  <c:v>4.8034674685133618</c:v>
                </c:pt>
                <c:pt idx="497">
                  <c:v>4.8055607149744715</c:v>
                </c:pt>
                <c:pt idx="498">
                  <c:v>4.7992157239125639</c:v>
                </c:pt>
                <c:pt idx="499">
                  <c:v>4.8038055392191152</c:v>
                </c:pt>
                <c:pt idx="500">
                  <c:v>4.8120208425432747</c:v>
                </c:pt>
                <c:pt idx="501">
                  <c:v>4.8140852663890392</c:v>
                </c:pt>
                <c:pt idx="502">
                  <c:v>4.8163963243683865</c:v>
                </c:pt>
                <c:pt idx="503">
                  <c:v>4.8228613222373129</c:v>
                </c:pt>
                <c:pt idx="504">
                  <c:v>4.8267364109913595</c:v>
                </c:pt>
                <c:pt idx="505">
                  <c:v>4.8356781657175771</c:v>
                </c:pt>
                <c:pt idx="506">
                  <c:v>4.8383323563117902</c:v>
                </c:pt>
                <c:pt idx="507">
                  <c:v>4.8517853892994376</c:v>
                </c:pt>
                <c:pt idx="508">
                  <c:v>4.8771557654713904</c:v>
                </c:pt>
                <c:pt idx="509">
                  <c:v>4.9002183114651743</c:v>
                </c:pt>
                <c:pt idx="510">
                  <c:v>4.9509596357762113</c:v>
                </c:pt>
                <c:pt idx="511">
                  <c:v>5.0170172026969757</c:v>
                </c:pt>
                <c:pt idx="512">
                  <c:v>5.0736085763222567</c:v>
                </c:pt>
                <c:pt idx="513">
                  <c:v>5.101619652290351</c:v>
                </c:pt>
                <c:pt idx="514">
                  <c:v>5.1089169767287776</c:v>
                </c:pt>
                <c:pt idx="515">
                  <c:v>5.1068765945680994</c:v>
                </c:pt>
                <c:pt idx="516">
                  <c:v>5.0874397482197633</c:v>
                </c:pt>
                <c:pt idx="517">
                  <c:v>5.0555784640678345</c:v>
                </c:pt>
                <c:pt idx="518">
                  <c:v>5.0259812088511593</c:v>
                </c:pt>
                <c:pt idx="519">
                  <c:v>4.9909301173914491</c:v>
                </c:pt>
                <c:pt idx="520">
                  <c:v>4.9563085961260462</c:v>
                </c:pt>
                <c:pt idx="521">
                  <c:v>4.9448635033233881</c:v>
                </c:pt>
                <c:pt idx="522">
                  <c:v>4.9330193147351782</c:v>
                </c:pt>
                <c:pt idx="523">
                  <c:v>4.9174194526906003</c:v>
                </c:pt>
                <c:pt idx="524">
                  <c:v>4.9099152591801181</c:v>
                </c:pt>
                <c:pt idx="525">
                  <c:v>4.9054502778448548</c:v>
                </c:pt>
                <c:pt idx="526">
                  <c:v>4.909539728440377</c:v>
                </c:pt>
                <c:pt idx="527">
                  <c:v>4.915748210490249</c:v>
                </c:pt>
                <c:pt idx="528">
                  <c:v>4.9359588444787503</c:v>
                </c:pt>
                <c:pt idx="529">
                  <c:v>4.9360502677050206</c:v>
                </c:pt>
                <c:pt idx="530">
                  <c:v>4.9426928346764241</c:v>
                </c:pt>
                <c:pt idx="531">
                  <c:v>4.9467741938435958</c:v>
                </c:pt>
                <c:pt idx="532">
                  <c:v>4.9710709152608876</c:v>
                </c:pt>
                <c:pt idx="533">
                  <c:v>4.9790306081422981</c:v>
                </c:pt>
                <c:pt idx="534">
                  <c:v>4.993131763778246</c:v>
                </c:pt>
                <c:pt idx="535">
                  <c:v>5.0013326437595911</c:v>
                </c:pt>
                <c:pt idx="536">
                  <c:v>5.0181167218053151</c:v>
                </c:pt>
                <c:pt idx="537">
                  <c:v>5.041910813760059</c:v>
                </c:pt>
                <c:pt idx="538">
                  <c:v>5.0815077627074015</c:v>
                </c:pt>
                <c:pt idx="539">
                  <c:v>5.1245096243612727</c:v>
                </c:pt>
                <c:pt idx="540">
                  <c:v>5.1536675935686365</c:v>
                </c:pt>
                <c:pt idx="541">
                  <c:v>5.2129529171299858</c:v>
                </c:pt>
                <c:pt idx="542">
                  <c:v>5.2819939561224638</c:v>
                </c:pt>
                <c:pt idx="543">
                  <c:v>5.3327353719482424</c:v>
                </c:pt>
                <c:pt idx="544">
                  <c:v>5.3974459944058868</c:v>
                </c:pt>
                <c:pt idx="545">
                  <c:v>5.4624572732926646</c:v>
                </c:pt>
                <c:pt idx="546">
                  <c:v>5.5366574863145779</c:v>
                </c:pt>
                <c:pt idx="547">
                  <c:v>5.5845225633254536</c:v>
                </c:pt>
                <c:pt idx="548">
                  <c:v>5.6356318379051862</c:v>
                </c:pt>
                <c:pt idx="549">
                  <c:v>5.6833648286398644</c:v>
                </c:pt>
                <c:pt idx="550">
                  <c:v>5.7269604379334202</c:v>
                </c:pt>
                <c:pt idx="551">
                  <c:v>5.7680835019543286</c:v>
                </c:pt>
                <c:pt idx="552">
                  <c:v>5.7399233789780393</c:v>
                </c:pt>
                <c:pt idx="553">
                  <c:v>5.7182800207091722</c:v>
                </c:pt>
                <c:pt idx="554">
                  <c:v>5.6682425667761711</c:v>
                </c:pt>
                <c:pt idx="555">
                  <c:v>5.5814081336593526</c:v>
                </c:pt>
                <c:pt idx="556">
                  <c:v>5.5117400966712937</c:v>
                </c:pt>
                <c:pt idx="557">
                  <c:v>5.4216623201232004</c:v>
                </c:pt>
                <c:pt idx="558">
                  <c:v>5.3479410952557407</c:v>
                </c:pt>
                <c:pt idx="559">
                  <c:v>5.2487130953079655</c:v>
                </c:pt>
                <c:pt idx="560">
                  <c:v>5.1522192202675621</c:v>
                </c:pt>
                <c:pt idx="561">
                  <c:v>5.1035935032343138</c:v>
                </c:pt>
                <c:pt idx="562">
                  <c:v>5.0515997081777932</c:v>
                </c:pt>
                <c:pt idx="563">
                  <c:v>5.0101078244981547</c:v>
                </c:pt>
                <c:pt idx="564">
                  <c:v>4.9705706651816062</c:v>
                </c:pt>
                <c:pt idx="565">
                  <c:v>4.9282140282092355</c:v>
                </c:pt>
                <c:pt idx="566">
                  <c:v>4.9034055487339785</c:v>
                </c:pt>
                <c:pt idx="567">
                  <c:v>4.9171096829185048</c:v>
                </c:pt>
                <c:pt idx="568">
                  <c:v>4.9044009698244171</c:v>
                </c:pt>
                <c:pt idx="569">
                  <c:v>4.894284442274393</c:v>
                </c:pt>
                <c:pt idx="570">
                  <c:v>4.8547490446166082</c:v>
                </c:pt>
                <c:pt idx="571">
                  <c:v>4.8009044382192787</c:v>
                </c:pt>
                <c:pt idx="572">
                  <c:v>4.7807766213178589</c:v>
                </c:pt>
                <c:pt idx="573">
                  <c:v>4.8016760336166744</c:v>
                </c:pt>
                <c:pt idx="574">
                  <c:v>4.7957226324633169</c:v>
                </c:pt>
                <c:pt idx="575">
                  <c:v>4.8390317767855411</c:v>
                </c:pt>
                <c:pt idx="576">
                  <c:v>4.8465776705130104</c:v>
                </c:pt>
                <c:pt idx="577">
                  <c:v>4.8480772196198814</c:v>
                </c:pt>
                <c:pt idx="578">
                  <c:v>4.9184398420528783</c:v>
                </c:pt>
                <c:pt idx="579">
                  <c:v>4.8673280889489119</c:v>
                </c:pt>
                <c:pt idx="580">
                  <c:v>4.8470156715028345</c:v>
                </c:pt>
                <c:pt idx="581">
                  <c:v>4.7833761871444729</c:v>
                </c:pt>
                <c:pt idx="582">
                  <c:v>4.8631468414419254</c:v>
                </c:pt>
                <c:pt idx="583">
                  <c:v>5.0401222496617306</c:v>
                </c:pt>
                <c:pt idx="584">
                  <c:v>4.7522895066391504</c:v>
                </c:pt>
                <c:pt idx="585">
                  <c:v>4.5931202817287398</c:v>
                </c:pt>
                <c:pt idx="586">
                  <c:v>4.5337776089296913</c:v>
                </c:pt>
                <c:pt idx="587">
                  <c:v>4.4838022324960054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B-57AB-4D59-AD3D-6260AFD7ADF0}"/>
            </c:ext>
          </c:extLst>
        </c:ser>
        <c:ser>
          <c:idx val="12"/>
          <c:order val="12"/>
          <c:tx>
            <c:strRef>
              <c:f>'Fully separated 1%'!$N$1</c:f>
              <c:strCache>
                <c:ptCount val="1"/>
                <c:pt idx="0">
                  <c:v>1H_11/O-PTIR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1%'!$A$2:$A$589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1%'!$N$2:$N$589</c:f>
              <c:numCache>
                <c:formatCode>General</c:formatCode>
                <c:ptCount val="588"/>
                <c:pt idx="0">
                  <c:v>4.5027921355131681</c:v>
                </c:pt>
                <c:pt idx="1">
                  <c:v>4.3698671683993737</c:v>
                </c:pt>
                <c:pt idx="2">
                  <c:v>4.3608599984398637</c:v>
                </c:pt>
                <c:pt idx="3">
                  <c:v>4.608830627458131</c:v>
                </c:pt>
                <c:pt idx="4">
                  <c:v>4.6049708127634812</c:v>
                </c:pt>
                <c:pt idx="5">
                  <c:v>4.5614881449646596</c:v>
                </c:pt>
                <c:pt idx="6">
                  <c:v>4.621414159753285</c:v>
                </c:pt>
                <c:pt idx="7">
                  <c:v>4.6369652616328487</c:v>
                </c:pt>
                <c:pt idx="8">
                  <c:v>4.6664507075284574</c:v>
                </c:pt>
                <c:pt idx="9">
                  <c:v>4.6064270519208677</c:v>
                </c:pt>
                <c:pt idx="10">
                  <c:v>4.5791733603067994</c:v>
                </c:pt>
                <c:pt idx="11">
                  <c:v>4.5811779187049</c:v>
                </c:pt>
                <c:pt idx="12">
                  <c:v>4.5890619666200845</c:v>
                </c:pt>
                <c:pt idx="13">
                  <c:v>4.6097756641580032</c:v>
                </c:pt>
                <c:pt idx="14">
                  <c:v>4.637611001360785</c:v>
                </c:pt>
                <c:pt idx="15">
                  <c:v>4.6333954957066243</c:v>
                </c:pt>
                <c:pt idx="16">
                  <c:v>4.5912596106309946</c:v>
                </c:pt>
                <c:pt idx="17">
                  <c:v>4.5732599938727976</c:v>
                </c:pt>
                <c:pt idx="18">
                  <c:v>4.6052546073398739</c:v>
                </c:pt>
                <c:pt idx="19">
                  <c:v>4.6128603293854322</c:v>
                </c:pt>
                <c:pt idx="20">
                  <c:v>4.5853536938059252</c:v>
                </c:pt>
                <c:pt idx="21">
                  <c:v>4.5755489208557547</c:v>
                </c:pt>
                <c:pt idx="22">
                  <c:v>4.5967086500554375</c:v>
                </c:pt>
                <c:pt idx="23">
                  <c:v>4.6245437289023235</c:v>
                </c:pt>
                <c:pt idx="24">
                  <c:v>4.6207771020335775</c:v>
                </c:pt>
                <c:pt idx="25">
                  <c:v>4.6006983516143736</c:v>
                </c:pt>
                <c:pt idx="26">
                  <c:v>4.5895085691650399</c:v>
                </c:pt>
                <c:pt idx="27">
                  <c:v>4.6001148758934969</c:v>
                </c:pt>
                <c:pt idx="28">
                  <c:v>4.6049908858706994</c:v>
                </c:pt>
                <c:pt idx="29">
                  <c:v>4.6021949601827723</c:v>
                </c:pt>
                <c:pt idx="30">
                  <c:v>4.5791655408739027</c:v>
                </c:pt>
                <c:pt idx="31">
                  <c:v>4.5916034823291234</c:v>
                </c:pt>
                <c:pt idx="32">
                  <c:v>4.5891876453043565</c:v>
                </c:pt>
                <c:pt idx="33">
                  <c:v>4.5995000559801493</c:v>
                </c:pt>
                <c:pt idx="34">
                  <c:v>4.6067591892608615</c:v>
                </c:pt>
                <c:pt idx="35">
                  <c:v>4.608774619441764</c:v>
                </c:pt>
                <c:pt idx="36">
                  <c:v>4.6110893247176916</c:v>
                </c:pt>
                <c:pt idx="37">
                  <c:v>4.6106068211207107</c:v>
                </c:pt>
                <c:pt idx="38">
                  <c:v>4.6022342808042733</c:v>
                </c:pt>
                <c:pt idx="39">
                  <c:v>4.599858863813429</c:v>
                </c:pt>
                <c:pt idx="40">
                  <c:v>4.6035992007885351</c:v>
                </c:pt>
                <c:pt idx="41">
                  <c:v>4.6304404522161597</c:v>
                </c:pt>
                <c:pt idx="42">
                  <c:v>4.6385988626340033</c:v>
                </c:pt>
                <c:pt idx="43">
                  <c:v>4.6627446838690574</c:v>
                </c:pt>
                <c:pt idx="44">
                  <c:v>4.6905192386801779</c:v>
                </c:pt>
                <c:pt idx="45">
                  <c:v>4.7348497685464528</c:v>
                </c:pt>
                <c:pt idx="46">
                  <c:v>4.8256804594267901</c:v>
                </c:pt>
                <c:pt idx="47">
                  <c:v>4.8456667882328386</c:v>
                </c:pt>
                <c:pt idx="48">
                  <c:v>4.8073651265543855</c:v>
                </c:pt>
                <c:pt idx="49">
                  <c:v>4.7482192444806843</c:v>
                </c:pt>
                <c:pt idx="50">
                  <c:v>4.6729281190557304</c:v>
                </c:pt>
                <c:pt idx="51">
                  <c:v>4.627974397264027</c:v>
                </c:pt>
                <c:pt idx="52">
                  <c:v>4.6096224018147582</c:v>
                </c:pt>
                <c:pt idx="53">
                  <c:v>4.6097360273630557</c:v>
                </c:pt>
                <c:pt idx="54">
                  <c:v>4.6187773648898665</c:v>
                </c:pt>
                <c:pt idx="55">
                  <c:v>4.605044552015876</c:v>
                </c:pt>
                <c:pt idx="56">
                  <c:v>4.6019568498044663</c:v>
                </c:pt>
                <c:pt idx="57">
                  <c:v>4.609629199283404</c:v>
                </c:pt>
                <c:pt idx="58">
                  <c:v>4.6116980341283131</c:v>
                </c:pt>
                <c:pt idx="59">
                  <c:v>4.6045921427137966</c:v>
                </c:pt>
                <c:pt idx="60">
                  <c:v>4.6088793035841791</c:v>
                </c:pt>
                <c:pt idx="61">
                  <c:v>4.6178685438528291</c:v>
                </c:pt>
                <c:pt idx="62">
                  <c:v>4.6176638926466245</c:v>
                </c:pt>
                <c:pt idx="63">
                  <c:v>4.626240910456179</c:v>
                </c:pt>
                <c:pt idx="64">
                  <c:v>4.6369377717320646</c:v>
                </c:pt>
                <c:pt idx="65">
                  <c:v>4.6457726974822462</c:v>
                </c:pt>
                <c:pt idx="66">
                  <c:v>4.6553388162566192</c:v>
                </c:pt>
                <c:pt idx="67">
                  <c:v>4.6572770896991669</c:v>
                </c:pt>
                <c:pt idx="68">
                  <c:v>4.6637118641694704</c:v>
                </c:pt>
                <c:pt idx="69">
                  <c:v>4.6588925849524188</c:v>
                </c:pt>
                <c:pt idx="70">
                  <c:v>4.6493939804076216</c:v>
                </c:pt>
                <c:pt idx="71">
                  <c:v>4.6306309125996998</c:v>
                </c:pt>
                <c:pt idx="72">
                  <c:v>4.6169277335637311</c:v>
                </c:pt>
                <c:pt idx="73">
                  <c:v>4.6097709199936787</c:v>
                </c:pt>
                <c:pt idx="74">
                  <c:v>4.6008280461441542</c:v>
                </c:pt>
                <c:pt idx="75">
                  <c:v>4.5974159808394095</c:v>
                </c:pt>
                <c:pt idx="76">
                  <c:v>4.5995194973590188</c:v>
                </c:pt>
                <c:pt idx="77">
                  <c:v>4.5983185138272908</c:v>
                </c:pt>
                <c:pt idx="78">
                  <c:v>4.5922470166561213</c:v>
                </c:pt>
                <c:pt idx="79">
                  <c:v>4.5905337764081393</c:v>
                </c:pt>
                <c:pt idx="80">
                  <c:v>4.593605150891511</c:v>
                </c:pt>
                <c:pt idx="81">
                  <c:v>4.6072057141948726</c:v>
                </c:pt>
                <c:pt idx="82">
                  <c:v>4.6159048598577606</c:v>
                </c:pt>
                <c:pt idx="83">
                  <c:v>4.6121050957200262</c:v>
                </c:pt>
                <c:pt idx="84">
                  <c:v>4.6137056427928034</c:v>
                </c:pt>
                <c:pt idx="85">
                  <c:v>4.6061274288787883</c:v>
                </c:pt>
                <c:pt idx="86">
                  <c:v>4.5963938032879872</c:v>
                </c:pt>
                <c:pt idx="87">
                  <c:v>4.5913631410268163</c:v>
                </c:pt>
                <c:pt idx="88">
                  <c:v>4.5897928762861957</c:v>
                </c:pt>
                <c:pt idx="89">
                  <c:v>4.5969999463286459</c:v>
                </c:pt>
                <c:pt idx="90">
                  <c:v>4.6058034130814089</c:v>
                </c:pt>
                <c:pt idx="91">
                  <c:v>4.5976246771905576</c:v>
                </c:pt>
                <c:pt idx="92">
                  <c:v>4.5975337549270963</c:v>
                </c:pt>
                <c:pt idx="93">
                  <c:v>4.5945765112444814</c:v>
                </c:pt>
                <c:pt idx="94">
                  <c:v>4.5958899551185803</c:v>
                </c:pt>
                <c:pt idx="95">
                  <c:v>4.5948578274794327</c:v>
                </c:pt>
                <c:pt idx="96">
                  <c:v>4.6011077391904722</c:v>
                </c:pt>
                <c:pt idx="97">
                  <c:v>4.5984395875521038</c:v>
                </c:pt>
                <c:pt idx="98">
                  <c:v>4.5920412361846266</c:v>
                </c:pt>
                <c:pt idx="99">
                  <c:v>4.5976727686301269</c:v>
                </c:pt>
                <c:pt idx="100">
                  <c:v>4.5905081720886951</c:v>
                </c:pt>
                <c:pt idx="101">
                  <c:v>4.601377336823874</c:v>
                </c:pt>
                <c:pt idx="102">
                  <c:v>4.6017914434318925</c:v>
                </c:pt>
                <c:pt idx="103">
                  <c:v>4.5967947106964004</c:v>
                </c:pt>
                <c:pt idx="104">
                  <c:v>4.5911112060036574</c:v>
                </c:pt>
                <c:pt idx="105">
                  <c:v>4.6012854739834772</c:v>
                </c:pt>
                <c:pt idx="106">
                  <c:v>4.6005642032451037</c:v>
                </c:pt>
                <c:pt idx="107">
                  <c:v>4.6076893168461712</c:v>
                </c:pt>
                <c:pt idx="108">
                  <c:v>4.6230404351146666</c:v>
                </c:pt>
                <c:pt idx="109">
                  <c:v>4.6318318841512154</c:v>
                </c:pt>
                <c:pt idx="110">
                  <c:v>4.6320021323528922</c:v>
                </c:pt>
                <c:pt idx="111">
                  <c:v>4.6145703953978643</c:v>
                </c:pt>
                <c:pt idx="112">
                  <c:v>4.5992498210729149</c:v>
                </c:pt>
                <c:pt idx="113">
                  <c:v>4.5906751533383909</c:v>
                </c:pt>
                <c:pt idx="114">
                  <c:v>4.5987241936577039</c:v>
                </c:pt>
                <c:pt idx="115">
                  <c:v>4.588383946989703</c:v>
                </c:pt>
                <c:pt idx="116">
                  <c:v>4.5974401134157379</c:v>
                </c:pt>
                <c:pt idx="117">
                  <c:v>4.5931644973035972</c:v>
                </c:pt>
                <c:pt idx="118">
                  <c:v>4.5990735746911477</c:v>
                </c:pt>
                <c:pt idx="119">
                  <c:v>4.6195005676329064</c:v>
                </c:pt>
                <c:pt idx="120">
                  <c:v>4.6111648865250894</c:v>
                </c:pt>
                <c:pt idx="121">
                  <c:v>4.5969108388070055</c:v>
                </c:pt>
                <c:pt idx="122">
                  <c:v>4.5955717663925979</c:v>
                </c:pt>
                <c:pt idx="123">
                  <c:v>4.6273676380237205</c:v>
                </c:pt>
                <c:pt idx="124">
                  <c:v>4.6219918893750052</c:v>
                </c:pt>
                <c:pt idx="125">
                  <c:v>4.6062444125328605</c:v>
                </c:pt>
                <c:pt idx="126">
                  <c:v>4.5968160401633407</c:v>
                </c:pt>
                <c:pt idx="127">
                  <c:v>4.5960373187695884</c:v>
                </c:pt>
                <c:pt idx="128">
                  <c:v>4.6141925884443902</c:v>
                </c:pt>
                <c:pt idx="129">
                  <c:v>4.6141347761037794</c:v>
                </c:pt>
                <c:pt idx="130">
                  <c:v>4.6175362690008255</c:v>
                </c:pt>
                <c:pt idx="131">
                  <c:v>4.6065032997256754</c:v>
                </c:pt>
                <c:pt idx="132">
                  <c:v>4.6080893434484942</c:v>
                </c:pt>
                <c:pt idx="133">
                  <c:v>4.6141705750635555</c:v>
                </c:pt>
                <c:pt idx="134">
                  <c:v>4.5870893610125281</c:v>
                </c:pt>
                <c:pt idx="135">
                  <c:v>4.6110941751412957</c:v>
                </c:pt>
                <c:pt idx="136">
                  <c:v>4.6494315336872747</c:v>
                </c:pt>
                <c:pt idx="137">
                  <c:v>4.5814518051243134</c:v>
                </c:pt>
                <c:pt idx="138">
                  <c:v>4.5765670639402503</c:v>
                </c:pt>
                <c:pt idx="139">
                  <c:v>4.5835707839317967</c:v>
                </c:pt>
                <c:pt idx="140">
                  <c:v>4.589973125361281</c:v>
                </c:pt>
                <c:pt idx="141">
                  <c:v>4.5958483509643173</c:v>
                </c:pt>
                <c:pt idx="142">
                  <c:v>4.5869730393954402</c:v>
                </c:pt>
                <c:pt idx="143">
                  <c:v>4.5915158850956317</c:v>
                </c:pt>
                <c:pt idx="144">
                  <c:v>4.5811174967613839</c:v>
                </c:pt>
                <c:pt idx="145">
                  <c:v>4.5927838708330526</c:v>
                </c:pt>
                <c:pt idx="146">
                  <c:v>4.605282225897728</c:v>
                </c:pt>
                <c:pt idx="147">
                  <c:v>4.6008365831527405</c:v>
                </c:pt>
                <c:pt idx="148">
                  <c:v>4.5812680349083816</c:v>
                </c:pt>
                <c:pt idx="149">
                  <c:v>4.5926482188819486</c:v>
                </c:pt>
                <c:pt idx="150">
                  <c:v>4.5845093242309822</c:v>
                </c:pt>
                <c:pt idx="151">
                  <c:v>4.5885630178368908</c:v>
                </c:pt>
                <c:pt idx="152">
                  <c:v>4.5929592533372912</c:v>
                </c:pt>
                <c:pt idx="153">
                  <c:v>4.593385981750739</c:v>
                </c:pt>
                <c:pt idx="154">
                  <c:v>4.5975923524925344</c:v>
                </c:pt>
                <c:pt idx="155">
                  <c:v>4.592373785018891</c:v>
                </c:pt>
                <c:pt idx="156">
                  <c:v>4.5855341679006631</c:v>
                </c:pt>
                <c:pt idx="157">
                  <c:v>4.5822176907616594</c:v>
                </c:pt>
                <c:pt idx="158">
                  <c:v>4.5836140043730484</c:v>
                </c:pt>
                <c:pt idx="159">
                  <c:v>4.5894316218199718</c:v>
                </c:pt>
                <c:pt idx="160">
                  <c:v>4.5989579216220298</c:v>
                </c:pt>
                <c:pt idx="161">
                  <c:v>4.5935984174909601</c:v>
                </c:pt>
                <c:pt idx="162">
                  <c:v>4.5960530550397234</c:v>
                </c:pt>
                <c:pt idx="163">
                  <c:v>4.6132240403161875</c:v>
                </c:pt>
                <c:pt idx="164">
                  <c:v>4.6067821871026728</c:v>
                </c:pt>
                <c:pt idx="165">
                  <c:v>4.6085011570177121</c:v>
                </c:pt>
                <c:pt idx="166">
                  <c:v>4.5978538797596658</c:v>
                </c:pt>
                <c:pt idx="167">
                  <c:v>4.5996862746195459</c:v>
                </c:pt>
                <c:pt idx="168">
                  <c:v>4.5893225425020452</c:v>
                </c:pt>
                <c:pt idx="169">
                  <c:v>4.5971746094992296</c:v>
                </c:pt>
                <c:pt idx="170">
                  <c:v>4.6009081366022633</c:v>
                </c:pt>
                <c:pt idx="171">
                  <c:v>4.6059783064804325</c:v>
                </c:pt>
                <c:pt idx="172">
                  <c:v>4.6058019280558833</c:v>
                </c:pt>
                <c:pt idx="173">
                  <c:v>4.600370272018079</c:v>
                </c:pt>
                <c:pt idx="174">
                  <c:v>4.6051357521681888</c:v>
                </c:pt>
                <c:pt idx="175">
                  <c:v>4.6003204541256499</c:v>
                </c:pt>
                <c:pt idx="176">
                  <c:v>4.6130089298632075</c:v>
                </c:pt>
                <c:pt idx="177">
                  <c:v>4.6249953120905891</c:v>
                </c:pt>
                <c:pt idx="178">
                  <c:v>4.6088350184666123</c:v>
                </c:pt>
                <c:pt idx="179">
                  <c:v>4.6062506854765308</c:v>
                </c:pt>
                <c:pt idx="180">
                  <c:v>4.6028385689954421</c:v>
                </c:pt>
                <c:pt idx="181">
                  <c:v>4.5965340501716314</c:v>
                </c:pt>
                <c:pt idx="182">
                  <c:v>4.6169608937513873</c:v>
                </c:pt>
                <c:pt idx="183">
                  <c:v>4.6268133792017831</c:v>
                </c:pt>
                <c:pt idx="184">
                  <c:v>4.6170923073115047</c:v>
                </c:pt>
                <c:pt idx="185">
                  <c:v>4.610291651929268</c:v>
                </c:pt>
                <c:pt idx="186">
                  <c:v>4.634750122344018</c:v>
                </c:pt>
                <c:pt idx="187">
                  <c:v>4.6425794102684961</c:v>
                </c:pt>
                <c:pt idx="188">
                  <c:v>4.6377174106538632</c:v>
                </c:pt>
                <c:pt idx="189">
                  <c:v>4.6469576676363067</c:v>
                </c:pt>
                <c:pt idx="190">
                  <c:v>4.6488803522174269</c:v>
                </c:pt>
                <c:pt idx="191">
                  <c:v>4.6436117420921423</c:v>
                </c:pt>
                <c:pt idx="192">
                  <c:v>4.640500916246685</c:v>
                </c:pt>
                <c:pt idx="193">
                  <c:v>4.6308129118276327</c:v>
                </c:pt>
                <c:pt idx="194">
                  <c:v>4.6256347471012464</c:v>
                </c:pt>
                <c:pt idx="195">
                  <c:v>4.6382385728353608</c:v>
                </c:pt>
                <c:pt idx="196">
                  <c:v>4.6466827477933066</c:v>
                </c:pt>
                <c:pt idx="197">
                  <c:v>4.640065565726073</c:v>
                </c:pt>
                <c:pt idx="198">
                  <c:v>4.6346053367827453</c:v>
                </c:pt>
                <c:pt idx="199">
                  <c:v>4.634398395793232</c:v>
                </c:pt>
                <c:pt idx="200">
                  <c:v>4.6266675893861393</c:v>
                </c:pt>
                <c:pt idx="201">
                  <c:v>4.6275307022646643</c:v>
                </c:pt>
                <c:pt idx="202">
                  <c:v>4.6297498481534047</c:v>
                </c:pt>
                <c:pt idx="203">
                  <c:v>4.6451618399673569</c:v>
                </c:pt>
                <c:pt idx="204">
                  <c:v>4.6539600666791561</c:v>
                </c:pt>
                <c:pt idx="205">
                  <c:v>4.6552639638861795</c:v>
                </c:pt>
                <c:pt idx="206">
                  <c:v>4.6598858925346143</c:v>
                </c:pt>
                <c:pt idx="207">
                  <c:v>4.6601694131287461</c:v>
                </c:pt>
                <c:pt idx="208">
                  <c:v>4.6632886438748979</c:v>
                </c:pt>
                <c:pt idx="209">
                  <c:v>4.6608806669115763</c:v>
                </c:pt>
                <c:pt idx="210">
                  <c:v>4.656199553927709</c:v>
                </c:pt>
                <c:pt idx="211">
                  <c:v>4.6550399943261711</c:v>
                </c:pt>
                <c:pt idx="212">
                  <c:v>4.6636227813895745</c:v>
                </c:pt>
                <c:pt idx="213">
                  <c:v>4.6714495065902417</c:v>
                </c:pt>
                <c:pt idx="214">
                  <c:v>4.6728598964309551</c:v>
                </c:pt>
                <c:pt idx="215">
                  <c:v>4.6821242971886212</c:v>
                </c:pt>
                <c:pt idx="216">
                  <c:v>4.6881460647563218</c:v>
                </c:pt>
                <c:pt idx="217">
                  <c:v>4.6915360441478553</c:v>
                </c:pt>
                <c:pt idx="218">
                  <c:v>4.6918387705859637</c:v>
                </c:pt>
                <c:pt idx="219">
                  <c:v>4.6874613799605163</c:v>
                </c:pt>
                <c:pt idx="220">
                  <c:v>4.6819790928407743</c:v>
                </c:pt>
                <c:pt idx="221">
                  <c:v>4.675133228301938</c:v>
                </c:pt>
                <c:pt idx="222">
                  <c:v>4.6757951944469811</c:v>
                </c:pt>
                <c:pt idx="223">
                  <c:v>4.6648639939554721</c:v>
                </c:pt>
                <c:pt idx="224">
                  <c:v>4.6568254294208353</c:v>
                </c:pt>
                <c:pt idx="225">
                  <c:v>4.655738526164618</c:v>
                </c:pt>
                <c:pt idx="226">
                  <c:v>4.6468181554522427</c:v>
                </c:pt>
                <c:pt idx="227">
                  <c:v>4.6258706031160051</c:v>
                </c:pt>
                <c:pt idx="228">
                  <c:v>4.6076633614544003</c:v>
                </c:pt>
                <c:pt idx="229">
                  <c:v>4.6014026439819489</c:v>
                </c:pt>
                <c:pt idx="230">
                  <c:v>4.6013602586396711</c:v>
                </c:pt>
                <c:pt idx="231">
                  <c:v>4.5950049585580475</c:v>
                </c:pt>
                <c:pt idx="232">
                  <c:v>4.5974673704836881</c:v>
                </c:pt>
                <c:pt idx="233">
                  <c:v>4.6070677297483975</c:v>
                </c:pt>
                <c:pt idx="234">
                  <c:v>4.5983201233428552</c:v>
                </c:pt>
                <c:pt idx="235">
                  <c:v>4.5911047148117596</c:v>
                </c:pt>
                <c:pt idx="236">
                  <c:v>4.593112647983757</c:v>
                </c:pt>
                <c:pt idx="237">
                  <c:v>4.5972915126775238</c:v>
                </c:pt>
                <c:pt idx="238">
                  <c:v>4.6032549735906096</c:v>
                </c:pt>
                <c:pt idx="239">
                  <c:v>4.6068321008368063</c:v>
                </c:pt>
                <c:pt idx="240">
                  <c:v>4.6001091229659448</c:v>
                </c:pt>
                <c:pt idx="241">
                  <c:v>4.5938045156985376</c:v>
                </c:pt>
                <c:pt idx="242">
                  <c:v>4.5936400002891915</c:v>
                </c:pt>
                <c:pt idx="243">
                  <c:v>4.5886501942002935</c:v>
                </c:pt>
                <c:pt idx="244">
                  <c:v>4.5872561432865133</c:v>
                </c:pt>
                <c:pt idx="245">
                  <c:v>4.587631865682936</c:v>
                </c:pt>
                <c:pt idx="246">
                  <c:v>4.6009180010054207</c:v>
                </c:pt>
                <c:pt idx="247">
                  <c:v>4.6157131597826204</c:v>
                </c:pt>
                <c:pt idx="248">
                  <c:v>4.6204597514016221</c:v>
                </c:pt>
                <c:pt idx="249">
                  <c:v>4.6553545884673921</c:v>
                </c:pt>
                <c:pt idx="250">
                  <c:v>4.6540676469078299</c:v>
                </c:pt>
                <c:pt idx="251">
                  <c:v>4.6867644607629062</c:v>
                </c:pt>
                <c:pt idx="252">
                  <c:v>4.7660477348355093</c:v>
                </c:pt>
                <c:pt idx="253">
                  <c:v>4.836358975350513</c:v>
                </c:pt>
                <c:pt idx="254">
                  <c:v>4.942221153980781</c:v>
                </c:pt>
                <c:pt idx="255">
                  <c:v>5.0419446298310042</c:v>
                </c:pt>
                <c:pt idx="256">
                  <c:v>5.1370997733802088</c:v>
                </c:pt>
                <c:pt idx="257">
                  <c:v>5.2982059766552938</c:v>
                </c:pt>
                <c:pt idx="258">
                  <c:v>5.4523591727010814</c:v>
                </c:pt>
                <c:pt idx="259">
                  <c:v>5.6</c:v>
                </c:pt>
                <c:pt idx="260">
                  <c:v>5.3337518809976068</c:v>
                </c:pt>
                <c:pt idx="261">
                  <c:v>4.9647348201742956</c:v>
                </c:pt>
                <c:pt idx="262">
                  <c:v>4.6813737233051684</c:v>
                </c:pt>
                <c:pt idx="263">
                  <c:v>4.6288177771692061</c:v>
                </c:pt>
                <c:pt idx="264">
                  <c:v>4.6248818105114511</c:v>
                </c:pt>
                <c:pt idx="265">
                  <c:v>4.6173274465970024</c:v>
                </c:pt>
                <c:pt idx="266">
                  <c:v>4.6086453180452756</c:v>
                </c:pt>
                <c:pt idx="267">
                  <c:v>4.5831391347761032</c:v>
                </c:pt>
                <c:pt idx="268">
                  <c:v>4.580095313740733</c:v>
                </c:pt>
                <c:pt idx="269">
                  <c:v>4.580173605994923</c:v>
                </c:pt>
                <c:pt idx="270">
                  <c:v>4.6105926740518672</c:v>
                </c:pt>
                <c:pt idx="271">
                  <c:v>4.6496115369075559</c:v>
                </c:pt>
                <c:pt idx="272">
                  <c:v>4.6298964922103192</c:v>
                </c:pt>
                <c:pt idx="273">
                  <c:v>4.6120798268465446</c:v>
                </c:pt>
                <c:pt idx="274">
                  <c:v>4.6089215385226971</c:v>
                </c:pt>
                <c:pt idx="275">
                  <c:v>4.6233248120335837</c:v>
                </c:pt>
                <c:pt idx="276">
                  <c:v>4.7214328884722594</c:v>
                </c:pt>
                <c:pt idx="277">
                  <c:v>4.8451546935098992</c:v>
                </c:pt>
                <c:pt idx="278">
                  <c:v>5.3349355843743682</c:v>
                </c:pt>
                <c:pt idx="279">
                  <c:v>5.5147921585151769</c:v>
                </c:pt>
                <c:pt idx="280">
                  <c:v>5.2946891361845596</c:v>
                </c:pt>
                <c:pt idx="281">
                  <c:v>4.9086969261982212</c:v>
                </c:pt>
                <c:pt idx="282">
                  <c:v>4.7031037043901831</c:v>
                </c:pt>
                <c:pt idx="283">
                  <c:v>4.6282106053928702</c:v>
                </c:pt>
                <c:pt idx="284">
                  <c:v>4.6310709843659676</c:v>
                </c:pt>
                <c:pt idx="285">
                  <c:v>4.5888558246586868</c:v>
                </c:pt>
                <c:pt idx="286">
                  <c:v>4.5641206332019664</c:v>
                </c:pt>
                <c:pt idx="287">
                  <c:v>4.5539718343735354</c:v>
                </c:pt>
                <c:pt idx="288">
                  <c:v>4.587945946237638</c:v>
                </c:pt>
                <c:pt idx="289">
                  <c:v>4.5877840175125293</c:v>
                </c:pt>
                <c:pt idx="290">
                  <c:v>4.635970703941477</c:v>
                </c:pt>
                <c:pt idx="291">
                  <c:v>4.6147066052101877</c:v>
                </c:pt>
                <c:pt idx="292">
                  <c:v>4.5936510611510064</c:v>
                </c:pt>
                <c:pt idx="293">
                  <c:v>4.6191897488213964</c:v>
                </c:pt>
                <c:pt idx="294">
                  <c:v>4.6078172712500223</c:v>
                </c:pt>
                <c:pt idx="295">
                  <c:v>4.5934258539829145</c:v>
                </c:pt>
                <c:pt idx="296">
                  <c:v>4.6097947543668809</c:v>
                </c:pt>
                <c:pt idx="297">
                  <c:v>4.6075826215906188</c:v>
                </c:pt>
                <c:pt idx="298">
                  <c:v>4.5919849078277837</c:v>
                </c:pt>
                <c:pt idx="299">
                  <c:v>4.5975822922389389</c:v>
                </c:pt>
                <c:pt idx="300">
                  <c:v>4.5744884261558836</c:v>
                </c:pt>
                <c:pt idx="301">
                  <c:v>4.5660045581480784</c:v>
                </c:pt>
                <c:pt idx="302">
                  <c:v>4.571653516073737</c:v>
                </c:pt>
                <c:pt idx="303">
                  <c:v>4.575373422195538</c:v>
                </c:pt>
                <c:pt idx="304">
                  <c:v>4.5948291562254768</c:v>
                </c:pt>
                <c:pt idx="305">
                  <c:v>4.5947908117308911</c:v>
                </c:pt>
                <c:pt idx="306">
                  <c:v>4.5924748292600883</c:v>
                </c:pt>
                <c:pt idx="307">
                  <c:v>4.5968532564343949</c:v>
                </c:pt>
                <c:pt idx="308">
                  <c:v>4.6061848495185247</c:v>
                </c:pt>
                <c:pt idx="309">
                  <c:v>4.6047018856313446</c:v>
                </c:pt>
                <c:pt idx="310">
                  <c:v>4.604570902838014</c:v>
                </c:pt>
                <c:pt idx="311">
                  <c:v>4.6294371104243099</c:v>
                </c:pt>
                <c:pt idx="312">
                  <c:v>4.5676309293511625</c:v>
                </c:pt>
                <c:pt idx="313">
                  <c:v>4.5953506116617513</c:v>
                </c:pt>
                <c:pt idx="314">
                  <c:v>4.6023418706692052</c:v>
                </c:pt>
                <c:pt idx="315">
                  <c:v>4.6071211672277705</c:v>
                </c:pt>
                <c:pt idx="316">
                  <c:v>4.6130588352632795</c:v>
                </c:pt>
                <c:pt idx="317">
                  <c:v>4.6068295599899054</c:v>
                </c:pt>
                <c:pt idx="318">
                  <c:v>4.6042195086079181</c:v>
                </c:pt>
                <c:pt idx="319">
                  <c:v>4.6114001185270173</c:v>
                </c:pt>
                <c:pt idx="320">
                  <c:v>4.5974923789177584</c:v>
                </c:pt>
                <c:pt idx="321">
                  <c:v>4.6107800477074994</c:v>
                </c:pt>
                <c:pt idx="322">
                  <c:v>4.6456707135756519</c:v>
                </c:pt>
                <c:pt idx="323">
                  <c:v>4.6719371741798783</c:v>
                </c:pt>
                <c:pt idx="324">
                  <c:v>4.6907308321593417</c:v>
                </c:pt>
                <c:pt idx="325">
                  <c:v>4.6839354053587341</c:v>
                </c:pt>
                <c:pt idx="326">
                  <c:v>4.656581841480822</c:v>
                </c:pt>
                <c:pt idx="327">
                  <c:v>4.6533715444482144</c:v>
                </c:pt>
                <c:pt idx="328">
                  <c:v>4.6658345912209667</c:v>
                </c:pt>
                <c:pt idx="329">
                  <c:v>4.6831442946017283</c:v>
                </c:pt>
                <c:pt idx="330">
                  <c:v>4.7285755289295262</c:v>
                </c:pt>
                <c:pt idx="331">
                  <c:v>4.8287396099259325</c:v>
                </c:pt>
                <c:pt idx="332">
                  <c:v>4.9494773210193692</c:v>
                </c:pt>
                <c:pt idx="333">
                  <c:v>4.9873333937830573</c:v>
                </c:pt>
                <c:pt idx="334">
                  <c:v>4.9218782106970664</c:v>
                </c:pt>
                <c:pt idx="335">
                  <c:v>4.814976324599014</c:v>
                </c:pt>
                <c:pt idx="336">
                  <c:v>4.7159888130230039</c:v>
                </c:pt>
                <c:pt idx="337">
                  <c:v>4.6586430381586652</c:v>
                </c:pt>
                <c:pt idx="338">
                  <c:v>4.6248939490715522</c:v>
                </c:pt>
                <c:pt idx="339">
                  <c:v>4.6011863030829687</c:v>
                </c:pt>
                <c:pt idx="340">
                  <c:v>4.603412454531445</c:v>
                </c:pt>
                <c:pt idx="341">
                  <c:v>4.6064700489051038</c:v>
                </c:pt>
                <c:pt idx="342">
                  <c:v>4.601172492241405</c:v>
                </c:pt>
                <c:pt idx="343">
                  <c:v>4.5880466737845103</c:v>
                </c:pt>
                <c:pt idx="344">
                  <c:v>4.5938130112321476</c:v>
                </c:pt>
                <c:pt idx="345">
                  <c:v>4.5923884680720448</c:v>
                </c:pt>
                <c:pt idx="346">
                  <c:v>4.5987108615037791</c:v>
                </c:pt>
                <c:pt idx="347">
                  <c:v>4.6002228240986431</c:v>
                </c:pt>
                <c:pt idx="348">
                  <c:v>4.5997502412573974</c:v>
                </c:pt>
                <c:pt idx="349">
                  <c:v>4.5982418106441711</c:v>
                </c:pt>
                <c:pt idx="350">
                  <c:v>4.5901870909226066</c:v>
                </c:pt>
                <c:pt idx="351">
                  <c:v>4.5964545622401021</c:v>
                </c:pt>
                <c:pt idx="352">
                  <c:v>4.5974968162844547</c:v>
                </c:pt>
                <c:pt idx="353">
                  <c:v>4.6063038057407013</c:v>
                </c:pt>
                <c:pt idx="354">
                  <c:v>4.6005824842036205</c:v>
                </c:pt>
                <c:pt idx="355">
                  <c:v>4.6019360709064419</c:v>
                </c:pt>
                <c:pt idx="356">
                  <c:v>4.5887477100083407</c:v>
                </c:pt>
                <c:pt idx="357">
                  <c:v>4.5938133586583225</c:v>
                </c:pt>
                <c:pt idx="358">
                  <c:v>4.5947706933072148</c:v>
                </c:pt>
                <c:pt idx="359">
                  <c:v>4.5868203031398069</c:v>
                </c:pt>
                <c:pt idx="360">
                  <c:v>4.5955866770697975</c:v>
                </c:pt>
                <c:pt idx="361">
                  <c:v>4.5956792067653067</c:v>
                </c:pt>
                <c:pt idx="362">
                  <c:v>4.6037746473608694</c:v>
                </c:pt>
                <c:pt idx="363">
                  <c:v>4.6002884264262196</c:v>
                </c:pt>
                <c:pt idx="364">
                  <c:v>4.6079919719238811</c:v>
                </c:pt>
                <c:pt idx="365">
                  <c:v>4.6012029321394063</c:v>
                </c:pt>
                <c:pt idx="366">
                  <c:v>4.6074448132011856</c:v>
                </c:pt>
                <c:pt idx="367">
                  <c:v>4.606220539093747</c:v>
                </c:pt>
                <c:pt idx="368">
                  <c:v>4.608893928819783</c:v>
                </c:pt>
                <c:pt idx="369">
                  <c:v>4.6098248622046318</c:v>
                </c:pt>
                <c:pt idx="370">
                  <c:v>4.5994628758450631</c:v>
                </c:pt>
                <c:pt idx="371">
                  <c:v>4.6060212211658147</c:v>
                </c:pt>
                <c:pt idx="372">
                  <c:v>4.6072010002415205</c:v>
                </c:pt>
                <c:pt idx="373">
                  <c:v>4.6153160688533461</c:v>
                </c:pt>
                <c:pt idx="374">
                  <c:v>4.6184719007126622</c:v>
                </c:pt>
                <c:pt idx="375">
                  <c:v>4.6097317655325227</c:v>
                </c:pt>
                <c:pt idx="376">
                  <c:v>4.6141561696388145</c:v>
                </c:pt>
                <c:pt idx="377">
                  <c:v>4.6118704491858953</c:v>
                </c:pt>
                <c:pt idx="378">
                  <c:v>4.6068767391102154</c:v>
                </c:pt>
                <c:pt idx="379">
                  <c:v>4.611100811137506</c:v>
                </c:pt>
                <c:pt idx="380">
                  <c:v>4.603154861462067</c:v>
                </c:pt>
                <c:pt idx="381">
                  <c:v>4.5866032685604541</c:v>
                </c:pt>
                <c:pt idx="382">
                  <c:v>4.5758551434325261</c:v>
                </c:pt>
                <c:pt idx="383">
                  <c:v>4.5849097185737548</c:v>
                </c:pt>
                <c:pt idx="384">
                  <c:v>4.5979403542388528</c:v>
                </c:pt>
                <c:pt idx="385">
                  <c:v>4.5992572499118047</c:v>
                </c:pt>
                <c:pt idx="386">
                  <c:v>4.5957502043720151</c:v>
                </c:pt>
                <c:pt idx="387">
                  <c:v>4.5998870089960509</c:v>
                </c:pt>
                <c:pt idx="388">
                  <c:v>4.5993482268024319</c:v>
                </c:pt>
                <c:pt idx="389">
                  <c:v>4.5981037530142208</c:v>
                </c:pt>
                <c:pt idx="390">
                  <c:v>4.6001466536931721</c:v>
                </c:pt>
                <c:pt idx="391">
                  <c:v>4.6025737461279945</c:v>
                </c:pt>
                <c:pt idx="392">
                  <c:v>4.5960789492282323</c:v>
                </c:pt>
                <c:pt idx="393">
                  <c:v>4.5895756510651928</c:v>
                </c:pt>
                <c:pt idx="394">
                  <c:v>4.588873562666139</c:v>
                </c:pt>
                <c:pt idx="395">
                  <c:v>4.5931298046904425</c:v>
                </c:pt>
                <c:pt idx="396">
                  <c:v>4.595367453236749</c:v>
                </c:pt>
                <c:pt idx="397">
                  <c:v>4.5961174682172237</c:v>
                </c:pt>
                <c:pt idx="398">
                  <c:v>4.6034880684267252</c:v>
                </c:pt>
                <c:pt idx="399">
                  <c:v>4.6225123952491849</c:v>
                </c:pt>
                <c:pt idx="400">
                  <c:v>4.6068584270942994</c:v>
                </c:pt>
                <c:pt idx="401">
                  <c:v>4.6090284936967825</c:v>
                </c:pt>
                <c:pt idx="402">
                  <c:v>4.6099079590450893</c:v>
                </c:pt>
                <c:pt idx="403">
                  <c:v>4.5973746511882867</c:v>
                </c:pt>
                <c:pt idx="404">
                  <c:v>4.6013405873904647</c:v>
                </c:pt>
                <c:pt idx="405">
                  <c:v>4.6125381491650268</c:v>
                </c:pt>
                <c:pt idx="406">
                  <c:v>4.6134066948096795</c:v>
                </c:pt>
                <c:pt idx="407">
                  <c:v>4.6066685360313127</c:v>
                </c:pt>
                <c:pt idx="408">
                  <c:v>4.6036900868509179</c:v>
                </c:pt>
                <c:pt idx="409">
                  <c:v>4.6105569386393075</c:v>
                </c:pt>
                <c:pt idx="410">
                  <c:v>4.6097048704753547</c:v>
                </c:pt>
                <c:pt idx="411">
                  <c:v>4.612100344263399</c:v>
                </c:pt>
                <c:pt idx="412">
                  <c:v>4.6119852196258471</c:v>
                </c:pt>
                <c:pt idx="413">
                  <c:v>4.5932498401735415</c:v>
                </c:pt>
                <c:pt idx="414">
                  <c:v>4.6096926516999144</c:v>
                </c:pt>
                <c:pt idx="415">
                  <c:v>4.6046812437244515</c:v>
                </c:pt>
                <c:pt idx="416">
                  <c:v>4.5980468968769106</c:v>
                </c:pt>
                <c:pt idx="417">
                  <c:v>4.5905683346345576</c:v>
                </c:pt>
                <c:pt idx="418">
                  <c:v>4.60320864011707</c:v>
                </c:pt>
                <c:pt idx="419">
                  <c:v>4.6131516037817297</c:v>
                </c:pt>
                <c:pt idx="420">
                  <c:v>4.611966449236566</c:v>
                </c:pt>
                <c:pt idx="421">
                  <c:v>4.5972564916502705</c:v>
                </c:pt>
                <c:pt idx="422">
                  <c:v>4.5946032630599731</c:v>
                </c:pt>
                <c:pt idx="423">
                  <c:v>4.6028773294117684</c:v>
                </c:pt>
                <c:pt idx="424">
                  <c:v>4.6215804971967547</c:v>
                </c:pt>
                <c:pt idx="425">
                  <c:v>4.5893140459266775</c:v>
                </c:pt>
                <c:pt idx="426">
                  <c:v>4.5901704488441988</c:v>
                </c:pt>
                <c:pt idx="427">
                  <c:v>4.5939076726242423</c:v>
                </c:pt>
                <c:pt idx="428">
                  <c:v>4.6005351113163879</c:v>
                </c:pt>
                <c:pt idx="429">
                  <c:v>4.593192128362543</c:v>
                </c:pt>
                <c:pt idx="430">
                  <c:v>4.548130911766294</c:v>
                </c:pt>
                <c:pt idx="431">
                  <c:v>4.5864760772440789</c:v>
                </c:pt>
                <c:pt idx="432">
                  <c:v>4.595485104657473</c:v>
                </c:pt>
                <c:pt idx="433">
                  <c:v>4.613239672931436</c:v>
                </c:pt>
                <c:pt idx="434">
                  <c:v>4.648355127181107</c:v>
                </c:pt>
                <c:pt idx="435">
                  <c:v>4.7506544404878026</c:v>
                </c:pt>
                <c:pt idx="436">
                  <c:v>4.6206848939807408</c:v>
                </c:pt>
                <c:pt idx="437">
                  <c:v>4.6709957919658311</c:v>
                </c:pt>
                <c:pt idx="438">
                  <c:v>4.6468404240637016</c:v>
                </c:pt>
                <c:pt idx="439">
                  <c:v>4.6401736084951413</c:v>
                </c:pt>
                <c:pt idx="440">
                  <c:v>4.5693458832904739</c:v>
                </c:pt>
                <c:pt idx="441">
                  <c:v>4.5124872238842189</c:v>
                </c:pt>
                <c:pt idx="442">
                  <c:v>4.6333309379852503</c:v>
                </c:pt>
                <c:pt idx="443">
                  <c:v>4.5659978013079803</c:v>
                </c:pt>
                <c:pt idx="444">
                  <c:v>4.5154461489636759</c:v>
                </c:pt>
                <c:pt idx="445">
                  <c:v>4.5205682796297539</c:v>
                </c:pt>
                <c:pt idx="446">
                  <c:v>4.5337162570531158</c:v>
                </c:pt>
                <c:pt idx="447">
                  <c:v>4.5539809059991239</c:v>
                </c:pt>
                <c:pt idx="448">
                  <c:v>4.5696480742651522</c:v>
                </c:pt>
                <c:pt idx="449">
                  <c:v>4.5369902471482506</c:v>
                </c:pt>
                <c:pt idx="450">
                  <c:v>4.5614577048062195</c:v>
                </c:pt>
                <c:pt idx="451">
                  <c:v>4.5910741621434932</c:v>
                </c:pt>
                <c:pt idx="452">
                  <c:v>4.5719084716731926</c:v>
                </c:pt>
                <c:pt idx="453">
                  <c:v>4.5716433297674657</c:v>
                </c:pt>
                <c:pt idx="454">
                  <c:v>4.6373461032263483</c:v>
                </c:pt>
                <c:pt idx="455">
                  <c:v>4.5693539319100527</c:v>
                </c:pt>
                <c:pt idx="456">
                  <c:v>4.573484159283244</c:v>
                </c:pt>
                <c:pt idx="457">
                  <c:v>4.583445737594416</c:v>
                </c:pt>
                <c:pt idx="458">
                  <c:v>4.5768228404447315</c:v>
                </c:pt>
                <c:pt idx="459">
                  <c:v>4.5949814565055345</c:v>
                </c:pt>
                <c:pt idx="460">
                  <c:v>4.5984387277113861</c:v>
                </c:pt>
                <c:pt idx="461">
                  <c:v>4.5771307256667075</c:v>
                </c:pt>
                <c:pt idx="462">
                  <c:v>4.5906201193654246</c:v>
                </c:pt>
                <c:pt idx="463">
                  <c:v>4.6014014050716678</c:v>
                </c:pt>
                <c:pt idx="464">
                  <c:v>4.5723722142567116</c:v>
                </c:pt>
                <c:pt idx="465">
                  <c:v>4.5620323924956105</c:v>
                </c:pt>
                <c:pt idx="466">
                  <c:v>4.5777369952809206</c:v>
                </c:pt>
                <c:pt idx="467">
                  <c:v>4.5659903610748671</c:v>
                </c:pt>
                <c:pt idx="468">
                  <c:v>4.6103447388571928</c:v>
                </c:pt>
                <c:pt idx="469">
                  <c:v>4.5996401337735051</c:v>
                </c:pt>
                <c:pt idx="470">
                  <c:v>4.6068634942034938</c:v>
                </c:pt>
                <c:pt idx="471">
                  <c:v>4.592794830644376</c:v>
                </c:pt>
                <c:pt idx="472">
                  <c:v>4.5850571991620601</c:v>
                </c:pt>
                <c:pt idx="473">
                  <c:v>4.6063264379255786</c:v>
                </c:pt>
                <c:pt idx="474">
                  <c:v>4.6097001273527889</c:v>
                </c:pt>
                <c:pt idx="475">
                  <c:v>4.6008802308448473</c:v>
                </c:pt>
                <c:pt idx="476">
                  <c:v>4.600711678233961</c:v>
                </c:pt>
                <c:pt idx="477">
                  <c:v>4.6039687143093824</c:v>
                </c:pt>
                <c:pt idx="478">
                  <c:v>4.5802110801009954</c:v>
                </c:pt>
                <c:pt idx="479">
                  <c:v>4.6012621998154506</c:v>
                </c:pt>
                <c:pt idx="480">
                  <c:v>4.6060459618681691</c:v>
                </c:pt>
                <c:pt idx="481">
                  <c:v>4.5987962504714988</c:v>
                </c:pt>
                <c:pt idx="482">
                  <c:v>4.5902256640829959</c:v>
                </c:pt>
                <c:pt idx="483">
                  <c:v>4.5953412181330497</c:v>
                </c:pt>
                <c:pt idx="484">
                  <c:v>4.6024410986059445</c:v>
                </c:pt>
                <c:pt idx="485">
                  <c:v>4.6103000964167533</c:v>
                </c:pt>
                <c:pt idx="486">
                  <c:v>4.6188587449137222</c:v>
                </c:pt>
                <c:pt idx="487">
                  <c:v>4.6156133687758727</c:v>
                </c:pt>
                <c:pt idx="488">
                  <c:v>4.6070420358377957</c:v>
                </c:pt>
                <c:pt idx="489">
                  <c:v>4.607194575201234</c:v>
                </c:pt>
                <c:pt idx="490">
                  <c:v>4.6048543109223203</c:v>
                </c:pt>
                <c:pt idx="491">
                  <c:v>4.6010050382941774</c:v>
                </c:pt>
                <c:pt idx="492">
                  <c:v>4.5997673563263319</c:v>
                </c:pt>
                <c:pt idx="493">
                  <c:v>4.6032781706685713</c:v>
                </c:pt>
                <c:pt idx="494">
                  <c:v>4.6113413019320353</c:v>
                </c:pt>
                <c:pt idx="495">
                  <c:v>4.5952056344170717</c:v>
                </c:pt>
                <c:pt idx="496">
                  <c:v>4.5939639848338416</c:v>
                </c:pt>
                <c:pt idx="497">
                  <c:v>4.6061269710263026</c:v>
                </c:pt>
                <c:pt idx="498">
                  <c:v>4.6009595096435296</c:v>
                </c:pt>
                <c:pt idx="499">
                  <c:v>4.6102310351770717</c:v>
                </c:pt>
                <c:pt idx="500">
                  <c:v>4.613897214731753</c:v>
                </c:pt>
                <c:pt idx="501">
                  <c:v>4.6034928217064284</c:v>
                </c:pt>
                <c:pt idx="502">
                  <c:v>4.5849895088754415</c:v>
                </c:pt>
                <c:pt idx="503">
                  <c:v>4.5982487870346924</c:v>
                </c:pt>
                <c:pt idx="504">
                  <c:v>4.6259537916311357</c:v>
                </c:pt>
                <c:pt idx="505">
                  <c:v>4.6290966056868967</c:v>
                </c:pt>
                <c:pt idx="506">
                  <c:v>4.6358827212576559</c:v>
                </c:pt>
                <c:pt idx="507">
                  <c:v>4.6418233984101276</c:v>
                </c:pt>
                <c:pt idx="508">
                  <c:v>4.6738634257391807</c:v>
                </c:pt>
                <c:pt idx="509">
                  <c:v>4.7026007521323523</c:v>
                </c:pt>
                <c:pt idx="510">
                  <c:v>4.769456915903989</c:v>
                </c:pt>
                <c:pt idx="511">
                  <c:v>4.8310896818322124</c:v>
                </c:pt>
                <c:pt idx="512">
                  <c:v>4.8856664148668978</c:v>
                </c:pt>
                <c:pt idx="513">
                  <c:v>4.9016245418766573</c:v>
                </c:pt>
                <c:pt idx="514">
                  <c:v>4.9325315410879211</c:v>
                </c:pt>
                <c:pt idx="515">
                  <c:v>4.9087285956306852</c:v>
                </c:pt>
                <c:pt idx="516">
                  <c:v>4.8961692987854271</c:v>
                </c:pt>
                <c:pt idx="517">
                  <c:v>4.8744609529232221</c:v>
                </c:pt>
                <c:pt idx="518">
                  <c:v>4.849413798805096</c:v>
                </c:pt>
                <c:pt idx="519">
                  <c:v>4.841206632045866</c:v>
                </c:pt>
                <c:pt idx="520">
                  <c:v>4.8073223394843145</c:v>
                </c:pt>
                <c:pt idx="521">
                  <c:v>4.7794921756500068</c:v>
                </c:pt>
                <c:pt idx="522">
                  <c:v>4.754440421130111</c:v>
                </c:pt>
                <c:pt idx="523">
                  <c:v>4.7296781335569973</c:v>
                </c:pt>
                <c:pt idx="524">
                  <c:v>4.7290394277766925</c:v>
                </c:pt>
                <c:pt idx="525">
                  <c:v>4.7335924587413967</c:v>
                </c:pt>
                <c:pt idx="526">
                  <c:v>4.7253049349643197</c:v>
                </c:pt>
                <c:pt idx="527">
                  <c:v>4.7325835039593454</c:v>
                </c:pt>
                <c:pt idx="528">
                  <c:v>4.7326698198309316</c:v>
                </c:pt>
                <c:pt idx="529">
                  <c:v>4.758291474122073</c:v>
                </c:pt>
                <c:pt idx="530">
                  <c:v>4.7881731171188946</c:v>
                </c:pt>
                <c:pt idx="531">
                  <c:v>4.7965910022808655</c:v>
                </c:pt>
                <c:pt idx="532">
                  <c:v>4.7937368530184958</c:v>
                </c:pt>
                <c:pt idx="533">
                  <c:v>4.7850639122483356</c:v>
                </c:pt>
                <c:pt idx="534">
                  <c:v>4.8160596358748666</c:v>
                </c:pt>
                <c:pt idx="535">
                  <c:v>4.8238705513614857</c:v>
                </c:pt>
                <c:pt idx="536">
                  <c:v>4.8435610376639548</c:v>
                </c:pt>
                <c:pt idx="537">
                  <c:v>4.8810289098581263</c:v>
                </c:pt>
                <c:pt idx="538">
                  <c:v>4.9063239522918325</c:v>
                </c:pt>
                <c:pt idx="539">
                  <c:v>4.9532408830371191</c:v>
                </c:pt>
                <c:pt idx="540">
                  <c:v>4.9956090165207758</c:v>
                </c:pt>
                <c:pt idx="541">
                  <c:v>5.079341129125277</c:v>
                </c:pt>
                <c:pt idx="542">
                  <c:v>5.1215726173419149</c:v>
                </c:pt>
                <c:pt idx="543">
                  <c:v>5.1521250189183192</c:v>
                </c:pt>
                <c:pt idx="544">
                  <c:v>5.228260668098347</c:v>
                </c:pt>
                <c:pt idx="545">
                  <c:v>5.303878805415672</c:v>
                </c:pt>
                <c:pt idx="546">
                  <c:v>5.3829165747141907</c:v>
                </c:pt>
                <c:pt idx="547">
                  <c:v>5.440987046202034</c:v>
                </c:pt>
                <c:pt idx="548">
                  <c:v>5.5175103292354191</c:v>
                </c:pt>
                <c:pt idx="549">
                  <c:v>5.6383726178752944</c:v>
                </c:pt>
                <c:pt idx="550">
                  <c:v>5.7054078722875134</c:v>
                </c:pt>
                <c:pt idx="551">
                  <c:v>5.702314202106983</c:v>
                </c:pt>
                <c:pt idx="552">
                  <c:v>5.6670474554777783</c:v>
                </c:pt>
                <c:pt idx="553">
                  <c:v>5.6383206800060535</c:v>
                </c:pt>
                <c:pt idx="554">
                  <c:v>5.5272177103467035</c:v>
                </c:pt>
                <c:pt idx="555">
                  <c:v>5.4614560338269547</c:v>
                </c:pt>
                <c:pt idx="556">
                  <c:v>5.406092465408646</c:v>
                </c:pt>
                <c:pt idx="557">
                  <c:v>5.2942285626278016</c:v>
                </c:pt>
                <c:pt idx="558">
                  <c:v>5.1624831901986097</c:v>
                </c:pt>
                <c:pt idx="559">
                  <c:v>5.0970154060121242</c:v>
                </c:pt>
                <c:pt idx="560">
                  <c:v>5.0302639097147823</c:v>
                </c:pt>
                <c:pt idx="561">
                  <c:v>4.9583445287555108</c:v>
                </c:pt>
                <c:pt idx="562">
                  <c:v>4.8919365291235435</c:v>
                </c:pt>
                <c:pt idx="563">
                  <c:v>4.8662680707448445</c:v>
                </c:pt>
                <c:pt idx="564">
                  <c:v>4.8188000252022007</c:v>
                </c:pt>
                <c:pt idx="565">
                  <c:v>4.742305044640565</c:v>
                </c:pt>
                <c:pt idx="566">
                  <c:v>4.6188240106302612</c:v>
                </c:pt>
                <c:pt idx="567">
                  <c:v>4.6311325605769564</c:v>
                </c:pt>
                <c:pt idx="568">
                  <c:v>4.5958025425366316</c:v>
                </c:pt>
                <c:pt idx="569">
                  <c:v>4.5863515497020071</c:v>
                </c:pt>
                <c:pt idx="570">
                  <c:v>4.6297467853859233</c:v>
                </c:pt>
                <c:pt idx="571">
                  <c:v>4.6468272895832898</c:v>
                </c:pt>
                <c:pt idx="572">
                  <c:v>4.6284772640977305</c:v>
                </c:pt>
                <c:pt idx="573">
                  <c:v>4.788147848245413</c:v>
                </c:pt>
                <c:pt idx="574">
                  <c:v>4.7197871114077294</c:v>
                </c:pt>
                <c:pt idx="575">
                  <c:v>4.7202347338334212</c:v>
                </c:pt>
                <c:pt idx="576">
                  <c:v>4.7597826710199351</c:v>
                </c:pt>
                <c:pt idx="577">
                  <c:v>4.6738430239574251</c:v>
                </c:pt>
                <c:pt idx="578">
                  <c:v>4.6562016374430026</c:v>
                </c:pt>
                <c:pt idx="579">
                  <c:v>4.4733244620030144</c:v>
                </c:pt>
                <c:pt idx="580">
                  <c:v>4.4056489100048069</c:v>
                </c:pt>
                <c:pt idx="581">
                  <c:v>4.5361512863790105</c:v>
                </c:pt>
                <c:pt idx="582">
                  <c:v>4.411150590484902</c:v>
                </c:pt>
                <c:pt idx="583">
                  <c:v>4.1608999852653792</c:v>
                </c:pt>
                <c:pt idx="584">
                  <c:v>4.5269143505199452</c:v>
                </c:pt>
                <c:pt idx="585">
                  <c:v>3.7488375318111107</c:v>
                </c:pt>
                <c:pt idx="586">
                  <c:v>3.3950807703872803</c:v>
                </c:pt>
                <c:pt idx="587">
                  <c:v>4.085775824421999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C-57AB-4D59-AD3D-6260AFD7ADF0}"/>
            </c:ext>
          </c:extLst>
        </c:ser>
        <c:ser>
          <c:idx val="13"/>
          <c:order val="13"/>
          <c:tx>
            <c:strRef>
              <c:f>'Fully separated 1%'!$O$1</c:f>
              <c:strCache>
                <c:ptCount val="1"/>
                <c:pt idx="0">
                  <c:v>1H_12/O-PTIR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1%'!$A$2:$A$589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1%'!$O$2:$O$589</c:f>
              <c:numCache>
                <c:formatCode>General</c:formatCode>
                <c:ptCount val="588"/>
                <c:pt idx="0">
                  <c:v>4.4968559024143051</c:v>
                </c:pt>
                <c:pt idx="1">
                  <c:v>4.4164157047734864</c:v>
                </c:pt>
                <c:pt idx="2">
                  <c:v>4.3459019897418507</c:v>
                </c:pt>
                <c:pt idx="3">
                  <c:v>4.4368509198543533</c:v>
                </c:pt>
                <c:pt idx="4">
                  <c:v>4.3980539451491518</c:v>
                </c:pt>
                <c:pt idx="5">
                  <c:v>4.4053501236929602</c:v>
                </c:pt>
                <c:pt idx="6">
                  <c:v>4.4044055350604578</c:v>
                </c:pt>
                <c:pt idx="7">
                  <c:v>4.441590047362137</c:v>
                </c:pt>
                <c:pt idx="8">
                  <c:v>4.4256858040305804</c:v>
                </c:pt>
                <c:pt idx="9">
                  <c:v>4.4311225357758435</c:v>
                </c:pt>
                <c:pt idx="10">
                  <c:v>4.4309817728626495</c:v>
                </c:pt>
                <c:pt idx="11">
                  <c:v>4.4409598845336564</c:v>
                </c:pt>
                <c:pt idx="12">
                  <c:v>4.4554859030943534</c:v>
                </c:pt>
                <c:pt idx="13">
                  <c:v>4.4511268818791097</c:v>
                </c:pt>
                <c:pt idx="14">
                  <c:v>4.457656538196539</c:v>
                </c:pt>
                <c:pt idx="15">
                  <c:v>4.4745575402222597</c:v>
                </c:pt>
                <c:pt idx="16">
                  <c:v>4.4655526688071792</c:v>
                </c:pt>
                <c:pt idx="17">
                  <c:v>4.4790572602465879</c:v>
                </c:pt>
                <c:pt idx="18">
                  <c:v>4.4701924854504655</c:v>
                </c:pt>
                <c:pt idx="19">
                  <c:v>4.4617978696238332</c:v>
                </c:pt>
                <c:pt idx="20">
                  <c:v>4.4694905260185918</c:v>
                </c:pt>
                <c:pt idx="21">
                  <c:v>4.4707377588966875</c:v>
                </c:pt>
                <c:pt idx="22">
                  <c:v>4.4847946014175823</c:v>
                </c:pt>
                <c:pt idx="23">
                  <c:v>4.4854653246648626</c:v>
                </c:pt>
                <c:pt idx="24">
                  <c:v>4.4741572508477594</c:v>
                </c:pt>
                <c:pt idx="25">
                  <c:v>4.470846106498171</c:v>
                </c:pt>
                <c:pt idx="26">
                  <c:v>4.4647934003008123</c:v>
                </c:pt>
                <c:pt idx="27">
                  <c:v>4.4538301288944844</c:v>
                </c:pt>
                <c:pt idx="28">
                  <c:v>4.4443147323459922</c:v>
                </c:pt>
                <c:pt idx="29">
                  <c:v>4.4451721694981678</c:v>
                </c:pt>
                <c:pt idx="30">
                  <c:v>4.4421932126474912</c:v>
                </c:pt>
                <c:pt idx="31">
                  <c:v>4.4544278666985102</c:v>
                </c:pt>
                <c:pt idx="32">
                  <c:v>4.4801998519062964</c:v>
                </c:pt>
                <c:pt idx="33">
                  <c:v>4.4986574532458032</c:v>
                </c:pt>
                <c:pt idx="34">
                  <c:v>4.513906305867704</c:v>
                </c:pt>
                <c:pt idx="35">
                  <c:v>4.5129697098522099</c:v>
                </c:pt>
                <c:pt idx="36">
                  <c:v>4.5031593411545838</c:v>
                </c:pt>
                <c:pt idx="37">
                  <c:v>4.4983047951677095</c:v>
                </c:pt>
                <c:pt idx="38">
                  <c:v>4.5023945363841564</c:v>
                </c:pt>
                <c:pt idx="39">
                  <c:v>4.5142855846344583</c:v>
                </c:pt>
                <c:pt idx="40">
                  <c:v>4.5299066062945297</c:v>
                </c:pt>
                <c:pt idx="41">
                  <c:v>4.5596973714113513</c:v>
                </c:pt>
                <c:pt idx="42">
                  <c:v>4.5960649307346157</c:v>
                </c:pt>
                <c:pt idx="43">
                  <c:v>4.6416330072172061</c:v>
                </c:pt>
                <c:pt idx="44">
                  <c:v>4.6940148610888022</c:v>
                </c:pt>
                <c:pt idx="45">
                  <c:v>4.7425570108544033</c:v>
                </c:pt>
                <c:pt idx="46">
                  <c:v>4.7726143014358327</c:v>
                </c:pt>
                <c:pt idx="47">
                  <c:v>4.7718928232736868</c:v>
                </c:pt>
                <c:pt idx="48">
                  <c:v>4.7475034238588005</c:v>
                </c:pt>
                <c:pt idx="49">
                  <c:v>4.6815758664451392</c:v>
                </c:pt>
                <c:pt idx="50">
                  <c:v>4.601969812853917</c:v>
                </c:pt>
                <c:pt idx="51">
                  <c:v>4.5329653047731631</c:v>
                </c:pt>
                <c:pt idx="52">
                  <c:v>4.4887690096270854</c:v>
                </c:pt>
                <c:pt idx="53">
                  <c:v>4.466487454367198</c:v>
                </c:pt>
                <c:pt idx="54">
                  <c:v>4.4634551473564681</c:v>
                </c:pt>
                <c:pt idx="55">
                  <c:v>4.4576800003008623</c:v>
                </c:pt>
                <c:pt idx="56">
                  <c:v>4.4565285350782666</c:v>
                </c:pt>
                <c:pt idx="57">
                  <c:v>4.4565673316627628</c:v>
                </c:pt>
                <c:pt idx="58">
                  <c:v>4.4662122651349732</c:v>
                </c:pt>
                <c:pt idx="59">
                  <c:v>4.4740293223544416</c:v>
                </c:pt>
                <c:pt idx="60">
                  <c:v>4.4842868036226768</c:v>
                </c:pt>
                <c:pt idx="61">
                  <c:v>4.4981022728007369</c:v>
                </c:pt>
                <c:pt idx="62">
                  <c:v>4.5123819101278091</c:v>
                </c:pt>
                <c:pt idx="63">
                  <c:v>4.5316879934695553</c:v>
                </c:pt>
                <c:pt idx="64">
                  <c:v>4.5603659190039831</c:v>
                </c:pt>
                <c:pt idx="65">
                  <c:v>4.5844169419595016</c:v>
                </c:pt>
                <c:pt idx="66">
                  <c:v>4.6079360018131279</c:v>
                </c:pt>
                <c:pt idx="67">
                  <c:v>4.6200539164518775</c:v>
                </c:pt>
                <c:pt idx="68">
                  <c:v>4.6169152082735545</c:v>
                </c:pt>
                <c:pt idx="69">
                  <c:v>4.6093108601469304</c:v>
                </c:pt>
                <c:pt idx="70">
                  <c:v>4.5830953094626308</c:v>
                </c:pt>
                <c:pt idx="71">
                  <c:v>4.5624620068536847</c:v>
                </c:pt>
                <c:pt idx="72">
                  <c:v>4.5404882367947712</c:v>
                </c:pt>
                <c:pt idx="73">
                  <c:v>4.5258288389488435</c:v>
                </c:pt>
                <c:pt idx="74">
                  <c:v>4.5072393463164806</c:v>
                </c:pt>
                <c:pt idx="75">
                  <c:v>4.4893184401277253</c:v>
                </c:pt>
                <c:pt idx="76">
                  <c:v>4.4769253517971404</c:v>
                </c:pt>
                <c:pt idx="77">
                  <c:v>4.472049437773542</c:v>
                </c:pt>
                <c:pt idx="78">
                  <c:v>4.4677621082640568</c:v>
                </c:pt>
                <c:pt idx="79">
                  <c:v>4.4611642568286962</c:v>
                </c:pt>
                <c:pt idx="80">
                  <c:v>4.4548466219418383</c:v>
                </c:pt>
                <c:pt idx="81">
                  <c:v>4.4472188699873545</c:v>
                </c:pt>
                <c:pt idx="82">
                  <c:v>4.4428259784913537</c:v>
                </c:pt>
                <c:pt idx="83">
                  <c:v>4.447834059649737</c:v>
                </c:pt>
                <c:pt idx="84">
                  <c:v>4.4462075363495952</c:v>
                </c:pt>
                <c:pt idx="85">
                  <c:v>4.4406993343491363</c:v>
                </c:pt>
                <c:pt idx="86">
                  <c:v>4.4399530809196834</c:v>
                </c:pt>
                <c:pt idx="87">
                  <c:v>4.4396617374516945</c:v>
                </c:pt>
                <c:pt idx="88">
                  <c:v>4.4387423951545815</c:v>
                </c:pt>
                <c:pt idx="89">
                  <c:v>4.4389856139187698</c:v>
                </c:pt>
                <c:pt idx="90">
                  <c:v>4.435946601229606</c:v>
                </c:pt>
                <c:pt idx="91">
                  <c:v>4.4303116090694221</c:v>
                </c:pt>
                <c:pt idx="92">
                  <c:v>4.427249734523512</c:v>
                </c:pt>
                <c:pt idx="93">
                  <c:v>4.4228912999580041</c:v>
                </c:pt>
                <c:pt idx="94">
                  <c:v>4.4186629034938036</c:v>
                </c:pt>
                <c:pt idx="95">
                  <c:v>4.4117593628676177</c:v>
                </c:pt>
                <c:pt idx="96">
                  <c:v>4.4085325581589787</c:v>
                </c:pt>
                <c:pt idx="97">
                  <c:v>4.4128205928136763</c:v>
                </c:pt>
                <c:pt idx="98">
                  <c:v>4.4149884471572651</c:v>
                </c:pt>
                <c:pt idx="99">
                  <c:v>4.411349259736614</c:v>
                </c:pt>
                <c:pt idx="100">
                  <c:v>4.4101098465886857</c:v>
                </c:pt>
                <c:pt idx="101">
                  <c:v>4.4106508027202151</c:v>
                </c:pt>
                <c:pt idx="102">
                  <c:v>4.4175298614039615</c:v>
                </c:pt>
                <c:pt idx="103">
                  <c:v>4.4251078472009153</c:v>
                </c:pt>
                <c:pt idx="104">
                  <c:v>4.4297158507226158</c:v>
                </c:pt>
                <c:pt idx="105">
                  <c:v>4.4323422990714558</c:v>
                </c:pt>
                <c:pt idx="106">
                  <c:v>4.4397115405176519</c:v>
                </c:pt>
                <c:pt idx="107">
                  <c:v>4.4561593536801389</c:v>
                </c:pt>
                <c:pt idx="108">
                  <c:v>4.4858843557501187</c:v>
                </c:pt>
                <c:pt idx="109">
                  <c:v>4.5235228004255834</c:v>
                </c:pt>
                <c:pt idx="110">
                  <c:v>4.5389522712342654</c:v>
                </c:pt>
                <c:pt idx="111">
                  <c:v>4.5211850905868003</c:v>
                </c:pt>
                <c:pt idx="112">
                  <c:v>4.4913104073621177</c:v>
                </c:pt>
                <c:pt idx="113">
                  <c:v>4.4632233313536949</c:v>
                </c:pt>
                <c:pt idx="114">
                  <c:v>4.4503220217525685</c:v>
                </c:pt>
                <c:pt idx="115">
                  <c:v>4.4434197107597688</c:v>
                </c:pt>
                <c:pt idx="116">
                  <c:v>4.4445612223623483</c:v>
                </c:pt>
                <c:pt idx="117">
                  <c:v>4.4473974096469275</c:v>
                </c:pt>
                <c:pt idx="118">
                  <c:v>4.4545503638254029</c:v>
                </c:pt>
                <c:pt idx="119">
                  <c:v>4.4580500403055563</c:v>
                </c:pt>
                <c:pt idx="120">
                  <c:v>4.4635750803189538</c:v>
                </c:pt>
                <c:pt idx="121">
                  <c:v>4.4882510406466993</c:v>
                </c:pt>
                <c:pt idx="122">
                  <c:v>4.5136367577971734</c:v>
                </c:pt>
                <c:pt idx="123">
                  <c:v>4.5372487647254527</c:v>
                </c:pt>
                <c:pt idx="124">
                  <c:v>4.539010097026738</c:v>
                </c:pt>
                <c:pt idx="125">
                  <c:v>4.5242073235394891</c:v>
                </c:pt>
                <c:pt idx="126">
                  <c:v>4.5049777688499963</c:v>
                </c:pt>
                <c:pt idx="127">
                  <c:v>4.4872773186386716</c:v>
                </c:pt>
                <c:pt idx="128">
                  <c:v>4.4779383132907888</c:v>
                </c:pt>
                <c:pt idx="129">
                  <c:v>4.4693414237434288</c:v>
                </c:pt>
                <c:pt idx="130">
                  <c:v>4.4686149415755922</c:v>
                </c:pt>
                <c:pt idx="131">
                  <c:v>4.4750334025150069</c:v>
                </c:pt>
                <c:pt idx="132">
                  <c:v>4.4687943553821228</c:v>
                </c:pt>
                <c:pt idx="133">
                  <c:v>4.4542427884196991</c:v>
                </c:pt>
                <c:pt idx="134">
                  <c:v>4.4548495046842467</c:v>
                </c:pt>
                <c:pt idx="135">
                  <c:v>4.4557954715551187</c:v>
                </c:pt>
                <c:pt idx="136">
                  <c:v>4.4450206817730864</c:v>
                </c:pt>
                <c:pt idx="137">
                  <c:v>4.423055960106451</c:v>
                </c:pt>
                <c:pt idx="138">
                  <c:v>4.4064644653512079</c:v>
                </c:pt>
                <c:pt idx="139">
                  <c:v>4.4133038095961536</c:v>
                </c:pt>
                <c:pt idx="140">
                  <c:v>4.4195558854037946</c:v>
                </c:pt>
                <c:pt idx="141">
                  <c:v>4.4252932188045939</c:v>
                </c:pt>
                <c:pt idx="142">
                  <c:v>4.4176248850632733</c:v>
                </c:pt>
                <c:pt idx="143">
                  <c:v>4.414245028877775</c:v>
                </c:pt>
                <c:pt idx="144">
                  <c:v>4.4300000533812414</c:v>
                </c:pt>
                <c:pt idx="145">
                  <c:v>4.4379071885307946</c:v>
                </c:pt>
                <c:pt idx="146">
                  <c:v>4.434279707880445</c:v>
                </c:pt>
                <c:pt idx="147">
                  <c:v>4.4271433236431754</c:v>
                </c:pt>
                <c:pt idx="148">
                  <c:v>4.4187076287372156</c:v>
                </c:pt>
                <c:pt idx="149">
                  <c:v>4.4207352281441192</c:v>
                </c:pt>
                <c:pt idx="150">
                  <c:v>4.4154231497549095</c:v>
                </c:pt>
                <c:pt idx="151">
                  <c:v>4.4216072421824384</c:v>
                </c:pt>
                <c:pt idx="152">
                  <c:v>4.4232218693137719</c:v>
                </c:pt>
                <c:pt idx="153">
                  <c:v>4.4190503079421593</c:v>
                </c:pt>
                <c:pt idx="154">
                  <c:v>4.4188661620867693</c:v>
                </c:pt>
                <c:pt idx="155">
                  <c:v>4.4215281862742053</c:v>
                </c:pt>
                <c:pt idx="156">
                  <c:v>4.4262578768799523</c:v>
                </c:pt>
                <c:pt idx="157">
                  <c:v>4.4244528391733713</c:v>
                </c:pt>
                <c:pt idx="158">
                  <c:v>4.4243075695469765</c:v>
                </c:pt>
                <c:pt idx="159">
                  <c:v>4.4253183262477442</c:v>
                </c:pt>
                <c:pt idx="160">
                  <c:v>4.4306820103881916</c:v>
                </c:pt>
                <c:pt idx="161">
                  <c:v>4.4279724656296295</c:v>
                </c:pt>
                <c:pt idx="162">
                  <c:v>4.4257709886802559</c:v>
                </c:pt>
                <c:pt idx="163">
                  <c:v>4.4273222013062385</c:v>
                </c:pt>
                <c:pt idx="164">
                  <c:v>4.4368870668022948</c:v>
                </c:pt>
                <c:pt idx="165">
                  <c:v>4.4334992578220378</c:v>
                </c:pt>
                <c:pt idx="166">
                  <c:v>4.428452323745244</c:v>
                </c:pt>
                <c:pt idx="167">
                  <c:v>4.4327752621166558</c:v>
                </c:pt>
                <c:pt idx="168">
                  <c:v>4.4337936899426076</c:v>
                </c:pt>
                <c:pt idx="169">
                  <c:v>4.4416716693773255</c:v>
                </c:pt>
                <c:pt idx="170">
                  <c:v>4.4482099739219825</c:v>
                </c:pt>
                <c:pt idx="171">
                  <c:v>4.4491991625034997</c:v>
                </c:pt>
                <c:pt idx="172">
                  <c:v>4.4536255280003028</c:v>
                </c:pt>
                <c:pt idx="173">
                  <c:v>4.4583555488393447</c:v>
                </c:pt>
                <c:pt idx="174">
                  <c:v>4.4561555734801876</c:v>
                </c:pt>
                <c:pt idx="175">
                  <c:v>4.454906930311668</c:v>
                </c:pt>
                <c:pt idx="176">
                  <c:v>4.4544341489013073</c:v>
                </c:pt>
                <c:pt idx="177">
                  <c:v>4.4598556199832515</c:v>
                </c:pt>
                <c:pt idx="178">
                  <c:v>4.4683640186628901</c:v>
                </c:pt>
                <c:pt idx="179">
                  <c:v>4.4732653645352878</c:v>
                </c:pt>
                <c:pt idx="180">
                  <c:v>4.4774471903347228</c:v>
                </c:pt>
                <c:pt idx="181">
                  <c:v>4.4791112475626456</c:v>
                </c:pt>
                <c:pt idx="182">
                  <c:v>4.4798185761993823</c:v>
                </c:pt>
                <c:pt idx="183">
                  <c:v>4.4863013588144351</c:v>
                </c:pt>
                <c:pt idx="184">
                  <c:v>4.4929313322366378</c:v>
                </c:pt>
                <c:pt idx="185">
                  <c:v>4.4996234283692438</c:v>
                </c:pt>
                <c:pt idx="186">
                  <c:v>4.5099474924399114</c:v>
                </c:pt>
                <c:pt idx="187">
                  <c:v>4.5196941766179037</c:v>
                </c:pt>
                <c:pt idx="188">
                  <c:v>4.5231336302003742</c:v>
                </c:pt>
                <c:pt idx="189">
                  <c:v>4.521133014738755</c:v>
                </c:pt>
                <c:pt idx="190">
                  <c:v>4.5169839014609954</c:v>
                </c:pt>
                <c:pt idx="191">
                  <c:v>4.5191225699802429</c:v>
                </c:pt>
                <c:pt idx="192">
                  <c:v>4.5140403184238416</c:v>
                </c:pt>
                <c:pt idx="193">
                  <c:v>4.5175955556845757</c:v>
                </c:pt>
                <c:pt idx="194">
                  <c:v>4.5214781823487025</c:v>
                </c:pt>
                <c:pt idx="195">
                  <c:v>4.5294432462458145</c:v>
                </c:pt>
                <c:pt idx="196">
                  <c:v>4.5420097808730366</c:v>
                </c:pt>
                <c:pt idx="197">
                  <c:v>4.544621374551256</c:v>
                </c:pt>
                <c:pt idx="198">
                  <c:v>4.5394841255534244</c:v>
                </c:pt>
                <c:pt idx="199">
                  <c:v>4.5277452721159648</c:v>
                </c:pt>
                <c:pt idx="200">
                  <c:v>4.5165990903152791</c:v>
                </c:pt>
                <c:pt idx="201">
                  <c:v>4.5084191960620403</c:v>
                </c:pt>
                <c:pt idx="202">
                  <c:v>4.4981073234275986</c:v>
                </c:pt>
                <c:pt idx="203">
                  <c:v>4.504976012785888</c:v>
                </c:pt>
                <c:pt idx="204">
                  <c:v>4.5145926549774753</c:v>
                </c:pt>
                <c:pt idx="205">
                  <c:v>4.522301255812728</c:v>
                </c:pt>
                <c:pt idx="206">
                  <c:v>4.5300721425324824</c:v>
                </c:pt>
                <c:pt idx="207">
                  <c:v>4.5342768670970894</c:v>
                </c:pt>
                <c:pt idx="208">
                  <c:v>4.5349806758354143</c:v>
                </c:pt>
                <c:pt idx="209">
                  <c:v>4.5398278323666803</c:v>
                </c:pt>
                <c:pt idx="210">
                  <c:v>4.5465842035537518</c:v>
                </c:pt>
                <c:pt idx="211">
                  <c:v>4.5516355141929763</c:v>
                </c:pt>
                <c:pt idx="212">
                  <c:v>4.5563360471413388</c:v>
                </c:pt>
                <c:pt idx="213">
                  <c:v>4.5564119153270024</c:v>
                </c:pt>
                <c:pt idx="214">
                  <c:v>4.5610067736210205</c:v>
                </c:pt>
                <c:pt idx="215">
                  <c:v>4.5686077494829398</c:v>
                </c:pt>
                <c:pt idx="216">
                  <c:v>4.5741245258937715</c:v>
                </c:pt>
                <c:pt idx="217">
                  <c:v>4.5825971467097393</c:v>
                </c:pt>
                <c:pt idx="218">
                  <c:v>4.5844042299201995</c:v>
                </c:pt>
                <c:pt idx="219">
                  <c:v>4.5787037660954937</c:v>
                </c:pt>
                <c:pt idx="220">
                  <c:v>4.5682478806637263</c:v>
                </c:pt>
                <c:pt idx="221">
                  <c:v>4.5594529521520091</c:v>
                </c:pt>
                <c:pt idx="222">
                  <c:v>4.546865764346018</c:v>
                </c:pt>
                <c:pt idx="223">
                  <c:v>4.5340871810925414</c:v>
                </c:pt>
                <c:pt idx="224">
                  <c:v>4.5197642560081634</c:v>
                </c:pt>
                <c:pt idx="225">
                  <c:v>4.5054440582622917</c:v>
                </c:pt>
                <c:pt idx="226">
                  <c:v>4.4879697207304829</c:v>
                </c:pt>
                <c:pt idx="227">
                  <c:v>4.4744329373724758</c:v>
                </c:pt>
                <c:pt idx="228">
                  <c:v>4.4625732651702803</c:v>
                </c:pt>
                <c:pt idx="229">
                  <c:v>4.4463728783326681</c:v>
                </c:pt>
                <c:pt idx="230">
                  <c:v>4.4373106628772154</c:v>
                </c:pt>
                <c:pt idx="231">
                  <c:v>4.4307161351428404</c:v>
                </c:pt>
                <c:pt idx="232">
                  <c:v>4.4271371774187935</c:v>
                </c:pt>
                <c:pt idx="233">
                  <c:v>4.428948507040916</c:v>
                </c:pt>
                <c:pt idx="234">
                  <c:v>4.4276355480244067</c:v>
                </c:pt>
                <c:pt idx="235">
                  <c:v>4.4233838429172376</c:v>
                </c:pt>
                <c:pt idx="236">
                  <c:v>4.4286393620557876</c:v>
                </c:pt>
                <c:pt idx="237">
                  <c:v>4.4247675029396207</c:v>
                </c:pt>
                <c:pt idx="238">
                  <c:v>4.4209694354244569</c:v>
                </c:pt>
                <c:pt idx="239">
                  <c:v>4.4220787473382419</c:v>
                </c:pt>
                <c:pt idx="240">
                  <c:v>4.4282677272185342</c:v>
                </c:pt>
                <c:pt idx="241">
                  <c:v>4.43146402031328</c:v>
                </c:pt>
                <c:pt idx="242">
                  <c:v>4.4338229719231146</c:v>
                </c:pt>
                <c:pt idx="243">
                  <c:v>4.4395106732022507</c:v>
                </c:pt>
                <c:pt idx="244">
                  <c:v>4.4395212134720019</c:v>
                </c:pt>
                <c:pt idx="245">
                  <c:v>4.441121217096021</c:v>
                </c:pt>
                <c:pt idx="246">
                  <c:v>4.4421803218936997</c:v>
                </c:pt>
                <c:pt idx="247">
                  <c:v>4.4455819812468516</c:v>
                </c:pt>
                <c:pt idx="248">
                  <c:v>4.4656373950153387</c:v>
                </c:pt>
                <c:pt idx="249">
                  <c:v>4.5116899742477088</c:v>
                </c:pt>
                <c:pt idx="250">
                  <c:v>4.5447497070947236</c:v>
                </c:pt>
                <c:pt idx="251">
                  <c:v>4.6180012173720177</c:v>
                </c:pt>
                <c:pt idx="252">
                  <c:v>4.6775079517069322</c:v>
                </c:pt>
                <c:pt idx="253">
                  <c:v>4.7396585726512006</c:v>
                </c:pt>
                <c:pt idx="254">
                  <c:v>4.8243874226772343</c:v>
                </c:pt>
                <c:pt idx="255">
                  <c:v>4.9163711796125984</c:v>
                </c:pt>
                <c:pt idx="256">
                  <c:v>5.0338491333932396</c:v>
                </c:pt>
                <c:pt idx="257">
                  <c:v>5.1612830071674765</c:v>
                </c:pt>
                <c:pt idx="258">
                  <c:v>5.2832170746371396</c:v>
                </c:pt>
                <c:pt idx="259">
                  <c:v>5.4</c:v>
                </c:pt>
                <c:pt idx="260">
                  <c:v>5.2221056706760054</c:v>
                </c:pt>
                <c:pt idx="261">
                  <c:v>4.8930197539496207</c:v>
                </c:pt>
                <c:pt idx="262">
                  <c:v>4.6052747876685389</c:v>
                </c:pt>
                <c:pt idx="263">
                  <c:v>4.5203623201603875</c:v>
                </c:pt>
                <c:pt idx="264">
                  <c:v>4.4815067521131207</c:v>
                </c:pt>
                <c:pt idx="265">
                  <c:v>4.4566141975949449</c:v>
                </c:pt>
                <c:pt idx="266">
                  <c:v>4.4536498331708021</c:v>
                </c:pt>
                <c:pt idx="267">
                  <c:v>4.4489128968580562</c:v>
                </c:pt>
                <c:pt idx="268">
                  <c:v>4.4446816098812514</c:v>
                </c:pt>
                <c:pt idx="269">
                  <c:v>4.4392989897751693</c:v>
                </c:pt>
                <c:pt idx="270">
                  <c:v>4.4441727825354862</c:v>
                </c:pt>
                <c:pt idx="271">
                  <c:v>4.4664583161353013</c:v>
                </c:pt>
                <c:pt idx="272">
                  <c:v>4.4721142567416701</c:v>
                </c:pt>
                <c:pt idx="273">
                  <c:v>4.471092662561186</c:v>
                </c:pt>
                <c:pt idx="274">
                  <c:v>4.4951975951308105</c:v>
                </c:pt>
                <c:pt idx="275">
                  <c:v>4.5481544201345772</c:v>
                </c:pt>
                <c:pt idx="276">
                  <c:v>4.6309771791232635</c:v>
                </c:pt>
                <c:pt idx="277">
                  <c:v>4.8200039136919042</c:v>
                </c:pt>
                <c:pt idx="278">
                  <c:v>5.280761817285784</c:v>
                </c:pt>
                <c:pt idx="279">
                  <c:v>5.4591643795356184</c:v>
                </c:pt>
                <c:pt idx="280">
                  <c:v>5.297533503838352</c:v>
                </c:pt>
                <c:pt idx="281">
                  <c:v>4.9314091802183011</c:v>
                </c:pt>
                <c:pt idx="282">
                  <c:v>4.6497994512626004</c:v>
                </c:pt>
                <c:pt idx="283">
                  <c:v>4.5318509500027107</c:v>
                </c:pt>
                <c:pt idx="284">
                  <c:v>4.4769301693181474</c:v>
                </c:pt>
                <c:pt idx="285">
                  <c:v>4.4365222716793422</c:v>
                </c:pt>
                <c:pt idx="286">
                  <c:v>4.4014829116391434</c:v>
                </c:pt>
                <c:pt idx="287">
                  <c:v>4.4413772178312678</c:v>
                </c:pt>
                <c:pt idx="288">
                  <c:v>4.444421685197443</c:v>
                </c:pt>
                <c:pt idx="289">
                  <c:v>4.4349372723022009</c:v>
                </c:pt>
                <c:pt idx="290">
                  <c:v>4.4216176989225913</c:v>
                </c:pt>
                <c:pt idx="291">
                  <c:v>4.4208739766342156</c:v>
                </c:pt>
                <c:pt idx="292">
                  <c:v>4.416181074017512</c:v>
                </c:pt>
                <c:pt idx="293">
                  <c:v>4.4106371135788702</c:v>
                </c:pt>
                <c:pt idx="294">
                  <c:v>4.3924811725839916</c:v>
                </c:pt>
                <c:pt idx="295">
                  <c:v>4.4011602440862294</c:v>
                </c:pt>
                <c:pt idx="296">
                  <c:v>4.4068358816517224</c:v>
                </c:pt>
                <c:pt idx="297">
                  <c:v>4.4071838460462951</c:v>
                </c:pt>
                <c:pt idx="298">
                  <c:v>4.4033399504056421</c:v>
                </c:pt>
                <c:pt idx="299">
                  <c:v>4.4106630718583926</c:v>
                </c:pt>
                <c:pt idx="300">
                  <c:v>4.4069793223684277</c:v>
                </c:pt>
                <c:pt idx="301">
                  <c:v>4.4010134132576519</c:v>
                </c:pt>
                <c:pt idx="302">
                  <c:v>4.398804604764905</c:v>
                </c:pt>
                <c:pt idx="303">
                  <c:v>4.392130348757596</c:v>
                </c:pt>
                <c:pt idx="304">
                  <c:v>4.4029311458685072</c:v>
                </c:pt>
                <c:pt idx="305">
                  <c:v>4.4041257745252853</c:v>
                </c:pt>
                <c:pt idx="306">
                  <c:v>4.4232305952429503</c:v>
                </c:pt>
                <c:pt idx="307">
                  <c:v>4.4278321203644264</c:v>
                </c:pt>
                <c:pt idx="308">
                  <c:v>4.4247959107731711</c:v>
                </c:pt>
                <c:pt idx="309">
                  <c:v>4.4187749633060305</c:v>
                </c:pt>
                <c:pt idx="310">
                  <c:v>4.413553910810716</c:v>
                </c:pt>
                <c:pt idx="311">
                  <c:v>4.4045023060424091</c:v>
                </c:pt>
                <c:pt idx="312">
                  <c:v>4.3997314150390912</c:v>
                </c:pt>
                <c:pt idx="313">
                  <c:v>4.4070527871355969</c:v>
                </c:pt>
                <c:pt idx="314">
                  <c:v>4.4101895396529223</c:v>
                </c:pt>
                <c:pt idx="315">
                  <c:v>4.4118475905199768</c:v>
                </c:pt>
                <c:pt idx="316">
                  <c:v>4.4095311127395025</c:v>
                </c:pt>
                <c:pt idx="317">
                  <c:v>4.4124118737486882</c:v>
                </c:pt>
                <c:pt idx="318">
                  <c:v>4.419868868865338</c:v>
                </c:pt>
                <c:pt idx="319">
                  <c:v>4.4283197273071764</c:v>
                </c:pt>
                <c:pt idx="320">
                  <c:v>4.428803567647817</c:v>
                </c:pt>
                <c:pt idx="321">
                  <c:v>4.4544846435146352</c:v>
                </c:pt>
                <c:pt idx="322">
                  <c:v>4.4885255694123352</c:v>
                </c:pt>
                <c:pt idx="323">
                  <c:v>4.5293703151939271</c:v>
                </c:pt>
                <c:pt idx="324">
                  <c:v>4.5387805032997841</c:v>
                </c:pt>
                <c:pt idx="325">
                  <c:v>4.5150413759784858</c:v>
                </c:pt>
                <c:pt idx="326">
                  <c:v>4.4874618530038211</c:v>
                </c:pt>
                <c:pt idx="327">
                  <c:v>4.4837759132900921</c:v>
                </c:pt>
                <c:pt idx="328">
                  <c:v>4.4979862793272032</c:v>
                </c:pt>
                <c:pt idx="329">
                  <c:v>4.5318589222229573</c:v>
                </c:pt>
                <c:pt idx="330">
                  <c:v>4.5926953389769398</c:v>
                </c:pt>
                <c:pt idx="331">
                  <c:v>4.6917643328398535</c:v>
                </c:pt>
                <c:pt idx="332">
                  <c:v>4.7746186699017201</c:v>
                </c:pt>
                <c:pt idx="333">
                  <c:v>4.8003183728689152</c:v>
                </c:pt>
                <c:pt idx="334">
                  <c:v>4.7560321144031317</c:v>
                </c:pt>
                <c:pt idx="335">
                  <c:v>4.6679734560187063</c:v>
                </c:pt>
                <c:pt idx="336">
                  <c:v>4.5767485518842665</c:v>
                </c:pt>
                <c:pt idx="337">
                  <c:v>4.5049149235114427</c:v>
                </c:pt>
                <c:pt idx="338">
                  <c:v>4.4686911438796475</c:v>
                </c:pt>
                <c:pt idx="339">
                  <c:v>4.4456391232621497</c:v>
                </c:pt>
                <c:pt idx="340">
                  <c:v>4.4279023571011384</c:v>
                </c:pt>
                <c:pt idx="341">
                  <c:v>4.4151296063504128</c:v>
                </c:pt>
                <c:pt idx="342">
                  <c:v>4.4142866285601796</c:v>
                </c:pt>
                <c:pt idx="343">
                  <c:v>4.4123211887721059</c:v>
                </c:pt>
                <c:pt idx="344">
                  <c:v>4.407975945569814</c:v>
                </c:pt>
                <c:pt idx="345">
                  <c:v>4.4117915052512222</c:v>
                </c:pt>
                <c:pt idx="346">
                  <c:v>4.4091563144615398</c:v>
                </c:pt>
                <c:pt idx="347">
                  <c:v>4.4034689723111118</c:v>
                </c:pt>
                <c:pt idx="348">
                  <c:v>4.4022175957336227</c:v>
                </c:pt>
                <c:pt idx="349">
                  <c:v>4.4045178032110428</c:v>
                </c:pt>
                <c:pt idx="350">
                  <c:v>4.4045498834330861</c:v>
                </c:pt>
                <c:pt idx="351">
                  <c:v>4.4034962398685202</c:v>
                </c:pt>
                <c:pt idx="352">
                  <c:v>4.4000820591948999</c:v>
                </c:pt>
                <c:pt idx="353">
                  <c:v>4.400192124343393</c:v>
                </c:pt>
                <c:pt idx="354">
                  <c:v>4.4022481891773833</c:v>
                </c:pt>
                <c:pt idx="355">
                  <c:v>4.4008355500299912</c:v>
                </c:pt>
                <c:pt idx="356">
                  <c:v>4.40754798555903</c:v>
                </c:pt>
                <c:pt idx="357">
                  <c:v>4.412332703230077</c:v>
                </c:pt>
                <c:pt idx="358">
                  <c:v>4.4039954807359925</c:v>
                </c:pt>
                <c:pt idx="359">
                  <c:v>4.3952961214969788</c:v>
                </c:pt>
                <c:pt idx="360">
                  <c:v>4.4066938963897</c:v>
                </c:pt>
                <c:pt idx="361">
                  <c:v>4.4114135289634335</c:v>
                </c:pt>
                <c:pt idx="362">
                  <c:v>4.4119539761471795</c:v>
                </c:pt>
                <c:pt idx="363">
                  <c:v>4.4119861816636199</c:v>
                </c:pt>
                <c:pt idx="364">
                  <c:v>4.4156321126424061</c:v>
                </c:pt>
                <c:pt idx="365">
                  <c:v>4.4155116046854781</c:v>
                </c:pt>
                <c:pt idx="366">
                  <c:v>4.4135326369876084</c:v>
                </c:pt>
                <c:pt idx="367">
                  <c:v>4.4177028628569257</c:v>
                </c:pt>
                <c:pt idx="368">
                  <c:v>4.4153889317579189</c:v>
                </c:pt>
                <c:pt idx="369">
                  <c:v>4.4151107150633999</c:v>
                </c:pt>
                <c:pt idx="370">
                  <c:v>4.415912582693525</c:v>
                </c:pt>
                <c:pt idx="371">
                  <c:v>4.417809467992142</c:v>
                </c:pt>
                <c:pt idx="372">
                  <c:v>4.4165351462711273</c:v>
                </c:pt>
                <c:pt idx="373">
                  <c:v>4.4171566142512093</c:v>
                </c:pt>
                <c:pt idx="374">
                  <c:v>4.416876529796026</c:v>
                </c:pt>
                <c:pt idx="375">
                  <c:v>4.4105207646189077</c:v>
                </c:pt>
                <c:pt idx="376">
                  <c:v>4.4075403979634444</c:v>
                </c:pt>
                <c:pt idx="377">
                  <c:v>4.4072844627892191</c:v>
                </c:pt>
                <c:pt idx="378">
                  <c:v>4.4083746687643508</c:v>
                </c:pt>
                <c:pt idx="379">
                  <c:v>4.4099725511250876</c:v>
                </c:pt>
                <c:pt idx="380">
                  <c:v>4.4125773555952748</c:v>
                </c:pt>
                <c:pt idx="381">
                  <c:v>4.4055558920589668</c:v>
                </c:pt>
                <c:pt idx="382">
                  <c:v>4.4011290433531514</c:v>
                </c:pt>
                <c:pt idx="383">
                  <c:v>4.4103508450196038</c:v>
                </c:pt>
                <c:pt idx="384">
                  <c:v>4.4068892531798127</c:v>
                </c:pt>
                <c:pt idx="385">
                  <c:v>4.4088549960054984</c:v>
                </c:pt>
                <c:pt idx="386">
                  <c:v>4.4057794172634903</c:v>
                </c:pt>
                <c:pt idx="387">
                  <c:v>4.4060073792494583</c:v>
                </c:pt>
                <c:pt idx="388">
                  <c:v>4.4023772557614755</c:v>
                </c:pt>
                <c:pt idx="389">
                  <c:v>4.4015269056343449</c:v>
                </c:pt>
                <c:pt idx="390">
                  <c:v>4.4009035803955019</c:v>
                </c:pt>
                <c:pt idx="391">
                  <c:v>4.4007519347776274</c:v>
                </c:pt>
                <c:pt idx="392">
                  <c:v>4.4046114432899772</c:v>
                </c:pt>
                <c:pt idx="393">
                  <c:v>4.4036334469461487</c:v>
                </c:pt>
                <c:pt idx="394">
                  <c:v>4.4013916649017322</c:v>
                </c:pt>
                <c:pt idx="395">
                  <c:v>4.4010776637874391</c:v>
                </c:pt>
                <c:pt idx="396">
                  <c:v>4.4068907732242435</c:v>
                </c:pt>
                <c:pt idx="397">
                  <c:v>4.4037930902195193</c:v>
                </c:pt>
                <c:pt idx="398">
                  <c:v>4.4076474382295903</c:v>
                </c:pt>
                <c:pt idx="399">
                  <c:v>4.4062316494214437</c:v>
                </c:pt>
                <c:pt idx="400">
                  <c:v>4.4040024260763841</c:v>
                </c:pt>
                <c:pt idx="401">
                  <c:v>4.4104094925102162</c:v>
                </c:pt>
                <c:pt idx="402">
                  <c:v>4.4121497044497486</c:v>
                </c:pt>
                <c:pt idx="403">
                  <c:v>4.4163722130485574</c:v>
                </c:pt>
                <c:pt idx="404">
                  <c:v>4.4214946850777199</c:v>
                </c:pt>
                <c:pt idx="405">
                  <c:v>4.4163777473700687</c:v>
                </c:pt>
                <c:pt idx="406">
                  <c:v>4.4090181516499047</c:v>
                </c:pt>
                <c:pt idx="407">
                  <c:v>4.4131670968971939</c:v>
                </c:pt>
                <c:pt idx="408">
                  <c:v>4.4141245296623159</c:v>
                </c:pt>
                <c:pt idx="409">
                  <c:v>4.415901005102719</c:v>
                </c:pt>
                <c:pt idx="410">
                  <c:v>4.414030021749709</c:v>
                </c:pt>
                <c:pt idx="411">
                  <c:v>4.4053699886825557</c:v>
                </c:pt>
                <c:pt idx="412">
                  <c:v>4.4042829500332319</c:v>
                </c:pt>
                <c:pt idx="413">
                  <c:v>4.4041449639935379</c:v>
                </c:pt>
                <c:pt idx="414">
                  <c:v>4.405784704881305</c:v>
                </c:pt>
                <c:pt idx="415">
                  <c:v>4.4010943558664</c:v>
                </c:pt>
                <c:pt idx="416">
                  <c:v>4.3946134549740812</c:v>
                </c:pt>
                <c:pt idx="417">
                  <c:v>4.3978272368356111</c:v>
                </c:pt>
                <c:pt idx="418">
                  <c:v>4.4033909071027635</c:v>
                </c:pt>
                <c:pt idx="419">
                  <c:v>4.3987403632194058</c:v>
                </c:pt>
                <c:pt idx="420">
                  <c:v>4.406386151982252</c:v>
                </c:pt>
                <c:pt idx="421">
                  <c:v>4.4001474602447388</c:v>
                </c:pt>
                <c:pt idx="422">
                  <c:v>4.4055089678503201</c:v>
                </c:pt>
                <c:pt idx="423">
                  <c:v>4.4128766975079188</c:v>
                </c:pt>
                <c:pt idx="424">
                  <c:v>4.4155884237487752</c:v>
                </c:pt>
                <c:pt idx="425">
                  <c:v>4.4058220659222433</c:v>
                </c:pt>
                <c:pt idx="426">
                  <c:v>4.407181554809994</c:v>
                </c:pt>
                <c:pt idx="427">
                  <c:v>4.4025107562131884</c:v>
                </c:pt>
                <c:pt idx="428">
                  <c:v>4.3952110038652377</c:v>
                </c:pt>
                <c:pt idx="429">
                  <c:v>4.4119195493261936</c:v>
                </c:pt>
                <c:pt idx="430">
                  <c:v>4.4078546601077315</c:v>
                </c:pt>
                <c:pt idx="431">
                  <c:v>4.4001104536658397</c:v>
                </c:pt>
                <c:pt idx="432">
                  <c:v>4.4007319946356755</c:v>
                </c:pt>
                <c:pt idx="433">
                  <c:v>4.3969000820928894</c:v>
                </c:pt>
                <c:pt idx="434">
                  <c:v>4.3893212265197139</c:v>
                </c:pt>
                <c:pt idx="435">
                  <c:v>4.3672422946393361</c:v>
                </c:pt>
                <c:pt idx="436">
                  <c:v>4.3742271134495745</c:v>
                </c:pt>
                <c:pt idx="437">
                  <c:v>4.4114127451449958</c:v>
                </c:pt>
                <c:pt idx="438">
                  <c:v>4.4178308263161226</c:v>
                </c:pt>
                <c:pt idx="439">
                  <c:v>4.4242342713533667</c:v>
                </c:pt>
                <c:pt idx="440">
                  <c:v>4.4176421271263608</c:v>
                </c:pt>
                <c:pt idx="441">
                  <c:v>4.3955588701610955</c:v>
                </c:pt>
                <c:pt idx="442">
                  <c:v>4.4123548579990617</c:v>
                </c:pt>
                <c:pt idx="443">
                  <c:v>4.3707577446156902</c:v>
                </c:pt>
                <c:pt idx="444">
                  <c:v>4.3724923940667537</c:v>
                </c:pt>
                <c:pt idx="445">
                  <c:v>4.3834338953287579</c:v>
                </c:pt>
                <c:pt idx="446">
                  <c:v>4.3763832823908979</c:v>
                </c:pt>
                <c:pt idx="447">
                  <c:v>4.3719046526188174</c:v>
                </c:pt>
                <c:pt idx="448">
                  <c:v>4.3901816202311519</c:v>
                </c:pt>
                <c:pt idx="449">
                  <c:v>4.3979661011501792</c:v>
                </c:pt>
                <c:pt idx="450">
                  <c:v>4.3891861232224283</c:v>
                </c:pt>
                <c:pt idx="451">
                  <c:v>4.394330243986615</c:v>
                </c:pt>
                <c:pt idx="452">
                  <c:v>4.3920191616354138</c:v>
                </c:pt>
                <c:pt idx="453">
                  <c:v>4.3871924601429395</c:v>
                </c:pt>
                <c:pt idx="454">
                  <c:v>4.3951716177171827</c:v>
                </c:pt>
                <c:pt idx="455">
                  <c:v>4.3975173391128255</c:v>
                </c:pt>
                <c:pt idx="456">
                  <c:v>4.406252265206148</c:v>
                </c:pt>
                <c:pt idx="457">
                  <c:v>4.400642367680434</c:v>
                </c:pt>
                <c:pt idx="458">
                  <c:v>4.403604526036899</c:v>
                </c:pt>
                <c:pt idx="459">
                  <c:v>4.3945673495497521</c:v>
                </c:pt>
                <c:pt idx="460">
                  <c:v>4.4012242570180176</c:v>
                </c:pt>
                <c:pt idx="461">
                  <c:v>4.4122071718419695</c:v>
                </c:pt>
                <c:pt idx="462">
                  <c:v>4.4101827047949937</c:v>
                </c:pt>
                <c:pt idx="463">
                  <c:v>4.396718756089891</c:v>
                </c:pt>
                <c:pt idx="464">
                  <c:v>4.3868240198271762</c:v>
                </c:pt>
                <c:pt idx="465">
                  <c:v>4.3957434258942811</c:v>
                </c:pt>
                <c:pt idx="466">
                  <c:v>4.3980722883945864</c:v>
                </c:pt>
                <c:pt idx="467">
                  <c:v>4.3956297960169923</c:v>
                </c:pt>
                <c:pt idx="468">
                  <c:v>4.3954522771668092</c:v>
                </c:pt>
                <c:pt idx="469">
                  <c:v>4.3925109877941431</c:v>
                </c:pt>
                <c:pt idx="470">
                  <c:v>4.4020287410185484</c:v>
                </c:pt>
                <c:pt idx="471">
                  <c:v>4.4024116374182016</c:v>
                </c:pt>
                <c:pt idx="472">
                  <c:v>4.3949745490559469</c:v>
                </c:pt>
                <c:pt idx="473">
                  <c:v>4.3946241161674955</c:v>
                </c:pt>
                <c:pt idx="474">
                  <c:v>4.4004318629858901</c:v>
                </c:pt>
                <c:pt idx="475">
                  <c:v>4.4025929493377216</c:v>
                </c:pt>
                <c:pt idx="476">
                  <c:v>4.4018233620121654</c:v>
                </c:pt>
                <c:pt idx="477">
                  <c:v>4.3988891404818737</c:v>
                </c:pt>
                <c:pt idx="478">
                  <c:v>4.3975632867050658</c:v>
                </c:pt>
                <c:pt idx="479">
                  <c:v>4.4064351003267399</c:v>
                </c:pt>
                <c:pt idx="480">
                  <c:v>4.4072680696199544</c:v>
                </c:pt>
                <c:pt idx="481">
                  <c:v>4.4027382189641155</c:v>
                </c:pt>
                <c:pt idx="482">
                  <c:v>4.4016647815558043</c:v>
                </c:pt>
                <c:pt idx="483">
                  <c:v>4.3988746547741142</c:v>
                </c:pt>
                <c:pt idx="484">
                  <c:v>4.4003236733682574</c:v>
                </c:pt>
                <c:pt idx="485">
                  <c:v>4.405597869567111</c:v>
                </c:pt>
                <c:pt idx="486">
                  <c:v>4.4021624224915268</c:v>
                </c:pt>
                <c:pt idx="487">
                  <c:v>4.3994756001511295</c:v>
                </c:pt>
                <c:pt idx="488">
                  <c:v>4.4015378308929849</c:v>
                </c:pt>
                <c:pt idx="489">
                  <c:v>4.403524146038845</c:v>
                </c:pt>
                <c:pt idx="490">
                  <c:v>4.4083981920589599</c:v>
                </c:pt>
                <c:pt idx="491">
                  <c:v>4.4111270292408609</c:v>
                </c:pt>
                <c:pt idx="492">
                  <c:v>4.4078057404158377</c:v>
                </c:pt>
                <c:pt idx="493">
                  <c:v>4.4059170405321977</c:v>
                </c:pt>
                <c:pt idx="494">
                  <c:v>4.4042563405142268</c:v>
                </c:pt>
                <c:pt idx="495">
                  <c:v>4.4013378043369826</c:v>
                </c:pt>
                <c:pt idx="496">
                  <c:v>4.4090548842763075</c:v>
                </c:pt>
                <c:pt idx="497">
                  <c:v>4.4091310156773327</c:v>
                </c:pt>
                <c:pt idx="498">
                  <c:v>4.4091917164420193</c:v>
                </c:pt>
                <c:pt idx="499">
                  <c:v>4.409071894204815</c:v>
                </c:pt>
                <c:pt idx="500">
                  <c:v>4.4011214864741186</c:v>
                </c:pt>
                <c:pt idx="501">
                  <c:v>4.4043361035102206</c:v>
                </c:pt>
                <c:pt idx="502">
                  <c:v>4.4117509797983008</c:v>
                </c:pt>
                <c:pt idx="503">
                  <c:v>4.4147929422478072</c:v>
                </c:pt>
                <c:pt idx="504">
                  <c:v>4.4139493389568623</c:v>
                </c:pt>
                <c:pt idx="505">
                  <c:v>4.4177020061929078</c:v>
                </c:pt>
                <c:pt idx="506">
                  <c:v>4.4288677008962205</c:v>
                </c:pt>
                <c:pt idx="507">
                  <c:v>4.4391649616786406</c:v>
                </c:pt>
                <c:pt idx="508">
                  <c:v>4.4591851065312413</c:v>
                </c:pt>
                <c:pt idx="509">
                  <c:v>4.4846819258173873</c:v>
                </c:pt>
                <c:pt idx="510">
                  <c:v>4.5220122200927051</c:v>
                </c:pt>
                <c:pt idx="511">
                  <c:v>4.5637813393727846</c:v>
                </c:pt>
                <c:pt idx="512">
                  <c:v>4.5980923145186035</c:v>
                </c:pt>
                <c:pt idx="513">
                  <c:v>4.6217134281156245</c:v>
                </c:pt>
                <c:pt idx="514">
                  <c:v>4.6300181039331365</c:v>
                </c:pt>
                <c:pt idx="515">
                  <c:v>4.6230494665543453</c:v>
                </c:pt>
                <c:pt idx="516">
                  <c:v>4.6144133297511702</c:v>
                </c:pt>
                <c:pt idx="517">
                  <c:v>4.600167655947196</c:v>
                </c:pt>
                <c:pt idx="518">
                  <c:v>4.5810359124745323</c:v>
                </c:pt>
                <c:pt idx="519">
                  <c:v>4.5557581777263687</c:v>
                </c:pt>
                <c:pt idx="520">
                  <c:v>4.5323486310035017</c:v>
                </c:pt>
                <c:pt idx="521">
                  <c:v>4.5160884175481586</c:v>
                </c:pt>
                <c:pt idx="522">
                  <c:v>4.5015667619520521</c:v>
                </c:pt>
                <c:pt idx="523">
                  <c:v>4.4902381281985235</c:v>
                </c:pt>
                <c:pt idx="524">
                  <c:v>4.4805812597065282</c:v>
                </c:pt>
                <c:pt idx="525">
                  <c:v>4.4808421984008078</c:v>
                </c:pt>
                <c:pt idx="526">
                  <c:v>4.4917673880805955</c:v>
                </c:pt>
                <c:pt idx="527">
                  <c:v>4.507190331925333</c:v>
                </c:pt>
                <c:pt idx="528">
                  <c:v>4.5026483342690726</c:v>
                </c:pt>
                <c:pt idx="529">
                  <c:v>4.5056007986393078</c:v>
                </c:pt>
                <c:pt idx="530">
                  <c:v>4.5103325444616784</c:v>
                </c:pt>
                <c:pt idx="531">
                  <c:v>4.5228672912204511</c:v>
                </c:pt>
                <c:pt idx="532">
                  <c:v>4.5337034577741484</c:v>
                </c:pt>
                <c:pt idx="533">
                  <c:v>4.5528530416149282</c:v>
                </c:pt>
                <c:pt idx="534">
                  <c:v>4.5615446576116341</c:v>
                </c:pt>
                <c:pt idx="535">
                  <c:v>4.5622095065913637</c:v>
                </c:pt>
                <c:pt idx="536">
                  <c:v>4.5739061057074757</c:v>
                </c:pt>
                <c:pt idx="537">
                  <c:v>4.5902587767151743</c:v>
                </c:pt>
                <c:pt idx="538">
                  <c:v>4.611369495655901</c:v>
                </c:pt>
                <c:pt idx="539">
                  <c:v>4.6330790790789553</c:v>
                </c:pt>
                <c:pt idx="540">
                  <c:v>4.6724909542495876</c:v>
                </c:pt>
                <c:pt idx="541">
                  <c:v>4.7214425311392123</c:v>
                </c:pt>
                <c:pt idx="542">
                  <c:v>4.7708329686521731</c:v>
                </c:pt>
                <c:pt idx="543">
                  <c:v>4.7989176864063605</c:v>
                </c:pt>
                <c:pt idx="544">
                  <c:v>4.8298776250205755</c:v>
                </c:pt>
                <c:pt idx="545">
                  <c:v>4.8906132001816109</c:v>
                </c:pt>
                <c:pt idx="546">
                  <c:v>4.9456385832335839</c:v>
                </c:pt>
                <c:pt idx="547">
                  <c:v>4.9888014579621247</c:v>
                </c:pt>
                <c:pt idx="548">
                  <c:v>5.0171187221174316</c:v>
                </c:pt>
                <c:pt idx="549">
                  <c:v>5.048287834385687</c:v>
                </c:pt>
                <c:pt idx="550">
                  <c:v>5.0802894764454889</c:v>
                </c:pt>
                <c:pt idx="551">
                  <c:v>5.082541341168012</c:v>
                </c:pt>
                <c:pt idx="552">
                  <c:v>5.0811638409678492</c:v>
                </c:pt>
                <c:pt idx="553">
                  <c:v>5.0823787886850056</c:v>
                </c:pt>
                <c:pt idx="554">
                  <c:v>5.0373646804970331</c:v>
                </c:pt>
                <c:pt idx="555">
                  <c:v>5.0004550101969825</c:v>
                </c:pt>
                <c:pt idx="556">
                  <c:v>4.9468769658593779</c:v>
                </c:pt>
                <c:pt idx="557">
                  <c:v>4.8839748737995974</c:v>
                </c:pt>
                <c:pt idx="558">
                  <c:v>4.8377105722891711</c:v>
                </c:pt>
                <c:pt idx="559">
                  <c:v>4.7816293440363937</c:v>
                </c:pt>
                <c:pt idx="560">
                  <c:v>4.720575563842659</c:v>
                </c:pt>
                <c:pt idx="561">
                  <c:v>4.6679452657506202</c:v>
                </c:pt>
                <c:pt idx="562">
                  <c:v>4.6253023103214543</c:v>
                </c:pt>
                <c:pt idx="563">
                  <c:v>4.5847155661003667</c:v>
                </c:pt>
                <c:pt idx="564">
                  <c:v>4.5387028790500121</c:v>
                </c:pt>
                <c:pt idx="565">
                  <c:v>4.506314203568671</c:v>
                </c:pt>
                <c:pt idx="566">
                  <c:v>4.4789450586282982</c:v>
                </c:pt>
                <c:pt idx="567">
                  <c:v>4.4840241166344841</c:v>
                </c:pt>
                <c:pt idx="568">
                  <c:v>4.4724012644407525</c:v>
                </c:pt>
                <c:pt idx="569">
                  <c:v>4.4700000798776065</c:v>
                </c:pt>
                <c:pt idx="570">
                  <c:v>4.4280012503176458</c:v>
                </c:pt>
                <c:pt idx="571">
                  <c:v>4.3956909134583952</c:v>
                </c:pt>
                <c:pt idx="572">
                  <c:v>4.4198810467037219</c:v>
                </c:pt>
                <c:pt idx="573">
                  <c:v>4.4075779168364715</c:v>
                </c:pt>
                <c:pt idx="574">
                  <c:v>4.4052716335520641</c:v>
                </c:pt>
                <c:pt idx="575">
                  <c:v>4.4342152929624659</c:v>
                </c:pt>
                <c:pt idx="576">
                  <c:v>4.406678700316129</c:v>
                </c:pt>
                <c:pt idx="577">
                  <c:v>4.3294962949222953</c:v>
                </c:pt>
                <c:pt idx="578">
                  <c:v>4.3653366775838949</c:v>
                </c:pt>
                <c:pt idx="579">
                  <c:v>4.3844305976890077</c:v>
                </c:pt>
                <c:pt idx="580">
                  <c:v>4.4791516214967606</c:v>
                </c:pt>
                <c:pt idx="581">
                  <c:v>4.5214177224600665</c:v>
                </c:pt>
                <c:pt idx="582">
                  <c:v>4.3555831789447357</c:v>
                </c:pt>
                <c:pt idx="583">
                  <c:v>4.3707576610860919</c:v>
                </c:pt>
                <c:pt idx="584">
                  <c:v>4.4489099247584036</c:v>
                </c:pt>
                <c:pt idx="585">
                  <c:v>4.185990767018966</c:v>
                </c:pt>
                <c:pt idx="586">
                  <c:v>4.3393486032483644</c:v>
                </c:pt>
                <c:pt idx="587">
                  <c:v>4.3548676954881653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D-57AB-4D59-AD3D-6260AFD7ADF0}"/>
            </c:ext>
          </c:extLst>
        </c:ser>
        <c:ser>
          <c:idx val="14"/>
          <c:order val="14"/>
          <c:tx>
            <c:strRef>
              <c:f>'Fully separated 1%'!$P$1</c:f>
              <c:strCache>
                <c:ptCount val="1"/>
                <c:pt idx="0">
                  <c:v>1H_13/O-PTIR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1%'!$A$2:$A$589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1%'!$P$2:$P$589</c:f>
              <c:numCache>
                <c:formatCode>General</c:formatCode>
                <c:ptCount val="588"/>
                <c:pt idx="0">
                  <c:v>4.3126839384292355</c:v>
                </c:pt>
                <c:pt idx="1">
                  <c:v>4.2037996462497169</c:v>
                </c:pt>
                <c:pt idx="2">
                  <c:v>4.1544320093647018</c:v>
                </c:pt>
                <c:pt idx="3">
                  <c:v>4.1351055354605579</c:v>
                </c:pt>
                <c:pt idx="4">
                  <c:v>4.1905913935267023</c:v>
                </c:pt>
                <c:pt idx="5">
                  <c:v>4.1805233642341149</c:v>
                </c:pt>
                <c:pt idx="6">
                  <c:v>4.1714650217767275</c:v>
                </c:pt>
                <c:pt idx="7">
                  <c:v>4.197826078439121</c:v>
                </c:pt>
                <c:pt idx="8">
                  <c:v>4.2051383990123012</c:v>
                </c:pt>
                <c:pt idx="9">
                  <c:v>4.1809643141954913</c:v>
                </c:pt>
                <c:pt idx="10">
                  <c:v>4.1902344219351182</c:v>
                </c:pt>
                <c:pt idx="11">
                  <c:v>4.1909789309920056</c:v>
                </c:pt>
                <c:pt idx="12">
                  <c:v>4.2206760333532802</c:v>
                </c:pt>
                <c:pt idx="13">
                  <c:v>4.2141771972221438</c:v>
                </c:pt>
                <c:pt idx="14">
                  <c:v>4.2059239668441464</c:v>
                </c:pt>
                <c:pt idx="15">
                  <c:v>4.2254289149346889</c:v>
                </c:pt>
                <c:pt idx="16">
                  <c:v>4.1959460138380358</c:v>
                </c:pt>
                <c:pt idx="17">
                  <c:v>4.1874350887648628</c:v>
                </c:pt>
                <c:pt idx="18">
                  <c:v>4.1982935553663348</c:v>
                </c:pt>
                <c:pt idx="19">
                  <c:v>4.198402620971363</c:v>
                </c:pt>
                <c:pt idx="20">
                  <c:v>4.2040068234997765</c:v>
                </c:pt>
                <c:pt idx="21">
                  <c:v>4.2108766812418024</c:v>
                </c:pt>
                <c:pt idx="22">
                  <c:v>4.2159285531249653</c:v>
                </c:pt>
                <c:pt idx="23">
                  <c:v>4.2192754668743335</c:v>
                </c:pt>
                <c:pt idx="24">
                  <c:v>4.2095978966337633</c:v>
                </c:pt>
                <c:pt idx="25">
                  <c:v>4.2089565108310891</c:v>
                </c:pt>
                <c:pt idx="26">
                  <c:v>4.2072571643462533</c:v>
                </c:pt>
                <c:pt idx="27">
                  <c:v>4.2067090630029327</c:v>
                </c:pt>
                <c:pt idx="28">
                  <c:v>4.20989727568434</c:v>
                </c:pt>
                <c:pt idx="29">
                  <c:v>4.2055641997106878</c:v>
                </c:pt>
                <c:pt idx="30">
                  <c:v>4.2005505114118797</c:v>
                </c:pt>
                <c:pt idx="31">
                  <c:v>4.2038270424274042</c:v>
                </c:pt>
                <c:pt idx="32">
                  <c:v>4.2080912992451616</c:v>
                </c:pt>
                <c:pt idx="33">
                  <c:v>4.1984904773760183</c:v>
                </c:pt>
                <c:pt idx="34">
                  <c:v>4.2107460258141529</c:v>
                </c:pt>
                <c:pt idx="35">
                  <c:v>4.2106289626640221</c:v>
                </c:pt>
                <c:pt idx="36">
                  <c:v>4.2069729491533314</c:v>
                </c:pt>
                <c:pt idx="37">
                  <c:v>4.2067692116006175</c:v>
                </c:pt>
                <c:pt idx="38">
                  <c:v>4.2067994092907242</c:v>
                </c:pt>
                <c:pt idx="39">
                  <c:v>4.2189794658254707</c:v>
                </c:pt>
                <c:pt idx="40">
                  <c:v>4.2388979789773984</c:v>
                </c:pt>
                <c:pt idx="41">
                  <c:v>4.2662216026017106</c:v>
                </c:pt>
                <c:pt idx="42">
                  <c:v>4.3128221578740762</c:v>
                </c:pt>
                <c:pt idx="43">
                  <c:v>4.3801157519388312</c:v>
                </c:pt>
                <c:pt idx="44">
                  <c:v>4.4881460193436755</c:v>
                </c:pt>
                <c:pt idx="45">
                  <c:v>4.6231169994165544</c:v>
                </c:pt>
                <c:pt idx="46">
                  <c:v>4.7498888767461294</c:v>
                </c:pt>
                <c:pt idx="47">
                  <c:v>4.7850235760637485</c:v>
                </c:pt>
                <c:pt idx="48">
                  <c:v>4.7015098208195401</c:v>
                </c:pt>
                <c:pt idx="49">
                  <c:v>4.5346458555013047</c:v>
                </c:pt>
                <c:pt idx="50">
                  <c:v>4.3813274170061343</c:v>
                </c:pt>
                <c:pt idx="51">
                  <c:v>4.2743988133464752</c:v>
                </c:pt>
                <c:pt idx="52">
                  <c:v>4.2292131737630072</c:v>
                </c:pt>
                <c:pt idx="53">
                  <c:v>4.2085419274600753</c:v>
                </c:pt>
                <c:pt idx="54">
                  <c:v>4.2026161298146265</c:v>
                </c:pt>
                <c:pt idx="55">
                  <c:v>4.2014142569387607</c:v>
                </c:pt>
                <c:pt idx="56">
                  <c:v>4.2057440491126314</c:v>
                </c:pt>
                <c:pt idx="57">
                  <c:v>4.208688433358061</c:v>
                </c:pt>
                <c:pt idx="58">
                  <c:v>4.2128789831337041</c:v>
                </c:pt>
                <c:pt idx="59">
                  <c:v>4.2200589894628004</c:v>
                </c:pt>
                <c:pt idx="60">
                  <c:v>4.2289441489634969</c:v>
                </c:pt>
                <c:pt idx="61">
                  <c:v>4.2411238220565712</c:v>
                </c:pt>
                <c:pt idx="62">
                  <c:v>4.2571610377747735</c:v>
                </c:pt>
                <c:pt idx="63">
                  <c:v>4.2797690559206458</c:v>
                </c:pt>
                <c:pt idx="64">
                  <c:v>4.3195407034293458</c:v>
                </c:pt>
                <c:pt idx="65">
                  <c:v>4.3653738234152026</c:v>
                </c:pt>
                <c:pt idx="66">
                  <c:v>4.4067169979899914</c:v>
                </c:pt>
                <c:pt idx="67">
                  <c:v>4.430321486837884</c:v>
                </c:pt>
                <c:pt idx="68">
                  <c:v>4.4292968245488948</c:v>
                </c:pt>
                <c:pt idx="69">
                  <c:v>4.4074388130051201</c:v>
                </c:pt>
                <c:pt idx="70">
                  <c:v>4.3678530803087465</c:v>
                </c:pt>
                <c:pt idx="71">
                  <c:v>4.3198207617961204</c:v>
                </c:pt>
                <c:pt idx="72">
                  <c:v>4.2886215432720061</c:v>
                </c:pt>
                <c:pt idx="73">
                  <c:v>4.2629398407667844</c:v>
                </c:pt>
                <c:pt idx="74">
                  <c:v>4.2423057829988258</c:v>
                </c:pt>
                <c:pt idx="75">
                  <c:v>4.2280137788291885</c:v>
                </c:pt>
                <c:pt idx="76">
                  <c:v>4.2185841401158388</c:v>
                </c:pt>
                <c:pt idx="77">
                  <c:v>4.2162779401341464</c:v>
                </c:pt>
                <c:pt idx="78">
                  <c:v>4.2063880911444622</c:v>
                </c:pt>
                <c:pt idx="79">
                  <c:v>4.2066761971425795</c:v>
                </c:pt>
                <c:pt idx="80">
                  <c:v>4.2098604924830365</c:v>
                </c:pt>
                <c:pt idx="81">
                  <c:v>4.2134188849284806</c:v>
                </c:pt>
                <c:pt idx="82">
                  <c:v>4.2118489765434957</c:v>
                </c:pt>
                <c:pt idx="83">
                  <c:v>4.2069747237320012</c:v>
                </c:pt>
                <c:pt idx="84">
                  <c:v>4.2014019544648233</c:v>
                </c:pt>
                <c:pt idx="85">
                  <c:v>4.2000355760576396</c:v>
                </c:pt>
                <c:pt idx="86">
                  <c:v>4.2043050568690967</c:v>
                </c:pt>
                <c:pt idx="87">
                  <c:v>4.2047397380898612</c:v>
                </c:pt>
                <c:pt idx="88">
                  <c:v>4.2023206098921859</c:v>
                </c:pt>
                <c:pt idx="89">
                  <c:v>4.2034893918513196</c:v>
                </c:pt>
                <c:pt idx="90">
                  <c:v>4.2012124497793577</c:v>
                </c:pt>
                <c:pt idx="91">
                  <c:v>4.201610437771615</c:v>
                </c:pt>
                <c:pt idx="92">
                  <c:v>4.2072546189038773</c:v>
                </c:pt>
                <c:pt idx="93">
                  <c:v>4.2018299767035172</c:v>
                </c:pt>
                <c:pt idx="94">
                  <c:v>4.2019469917575911</c:v>
                </c:pt>
                <c:pt idx="95">
                  <c:v>4.2029977118270843</c:v>
                </c:pt>
                <c:pt idx="96">
                  <c:v>4.2025809873522739</c:v>
                </c:pt>
                <c:pt idx="97">
                  <c:v>4.2037192001207186</c:v>
                </c:pt>
                <c:pt idx="98">
                  <c:v>4.1988086871110815</c:v>
                </c:pt>
                <c:pt idx="99">
                  <c:v>4.1986205074719969</c:v>
                </c:pt>
                <c:pt idx="100">
                  <c:v>4.2007713463252188</c:v>
                </c:pt>
                <c:pt idx="101">
                  <c:v>4.2004097541122301</c:v>
                </c:pt>
                <c:pt idx="102">
                  <c:v>4.1982310805779566</c:v>
                </c:pt>
                <c:pt idx="103">
                  <c:v>4.1997813055270639</c:v>
                </c:pt>
                <c:pt idx="104">
                  <c:v>4.2034036558194021</c:v>
                </c:pt>
                <c:pt idx="105">
                  <c:v>4.1968108011835668</c:v>
                </c:pt>
                <c:pt idx="106">
                  <c:v>4.1983684502152183</c:v>
                </c:pt>
                <c:pt idx="107">
                  <c:v>4.1964541493478409</c:v>
                </c:pt>
                <c:pt idx="108">
                  <c:v>4.2212878483730778</c:v>
                </c:pt>
                <c:pt idx="109">
                  <c:v>4.2695996096229436</c:v>
                </c:pt>
                <c:pt idx="110">
                  <c:v>4.2853240298124335</c:v>
                </c:pt>
                <c:pt idx="111">
                  <c:v>4.2637836990300144</c:v>
                </c:pt>
                <c:pt idx="112">
                  <c:v>4.228886921952526</c:v>
                </c:pt>
                <c:pt idx="113">
                  <c:v>4.2092389952293381</c:v>
                </c:pt>
                <c:pt idx="114">
                  <c:v>4.2024767155973803</c:v>
                </c:pt>
                <c:pt idx="115">
                  <c:v>4.2004196456054421</c:v>
                </c:pt>
                <c:pt idx="116">
                  <c:v>4.1964438637571932</c:v>
                </c:pt>
                <c:pt idx="117">
                  <c:v>4.1956106960865833</c:v>
                </c:pt>
                <c:pt idx="118">
                  <c:v>4.2002605015769392</c:v>
                </c:pt>
                <c:pt idx="119">
                  <c:v>4.1995400598493671</c:v>
                </c:pt>
                <c:pt idx="120">
                  <c:v>4.1972463217634575</c:v>
                </c:pt>
                <c:pt idx="121">
                  <c:v>4.2108841125802154</c:v>
                </c:pt>
                <c:pt idx="122">
                  <c:v>4.2283283283713597</c:v>
                </c:pt>
                <c:pt idx="123">
                  <c:v>4.2405740914178445</c:v>
                </c:pt>
                <c:pt idx="124">
                  <c:v>4.2348767186996756</c:v>
                </c:pt>
                <c:pt idx="125">
                  <c:v>4.2239810046870216</c:v>
                </c:pt>
                <c:pt idx="126">
                  <c:v>4.2086450361196217</c:v>
                </c:pt>
                <c:pt idx="127">
                  <c:v>4.2110164258292082</c:v>
                </c:pt>
                <c:pt idx="128">
                  <c:v>4.2061761533798103</c:v>
                </c:pt>
                <c:pt idx="129">
                  <c:v>4.2017241890935733</c:v>
                </c:pt>
                <c:pt idx="130">
                  <c:v>4.19935413836164</c:v>
                </c:pt>
                <c:pt idx="131">
                  <c:v>4.1946123834714131</c:v>
                </c:pt>
                <c:pt idx="132">
                  <c:v>4.1998242315070646</c:v>
                </c:pt>
                <c:pt idx="133">
                  <c:v>4.1988636926646699</c:v>
                </c:pt>
                <c:pt idx="134">
                  <c:v>4.1972138162918373</c:v>
                </c:pt>
                <c:pt idx="135">
                  <c:v>4.1963928779559883</c:v>
                </c:pt>
                <c:pt idx="136">
                  <c:v>4.182846349408142</c:v>
                </c:pt>
                <c:pt idx="137">
                  <c:v>4.193710944939963</c:v>
                </c:pt>
                <c:pt idx="138">
                  <c:v>4.1893533711565505</c:v>
                </c:pt>
                <c:pt idx="139">
                  <c:v>4.1927177354823302</c:v>
                </c:pt>
                <c:pt idx="140">
                  <c:v>4.1957932159806521</c:v>
                </c:pt>
                <c:pt idx="141">
                  <c:v>4.1986154881508622</c:v>
                </c:pt>
                <c:pt idx="142">
                  <c:v>4.2050674749075769</c:v>
                </c:pt>
                <c:pt idx="143">
                  <c:v>4.1998772580841059</c:v>
                </c:pt>
                <c:pt idx="144">
                  <c:v>4.1980897388697471</c:v>
                </c:pt>
                <c:pt idx="145">
                  <c:v>4.1987715306677869</c:v>
                </c:pt>
                <c:pt idx="146">
                  <c:v>4.1982080921551566</c:v>
                </c:pt>
                <c:pt idx="147">
                  <c:v>4.1895873282913705</c:v>
                </c:pt>
                <c:pt idx="148">
                  <c:v>4.1894535064846599</c:v>
                </c:pt>
                <c:pt idx="149">
                  <c:v>4.1974565192800739</c:v>
                </c:pt>
                <c:pt idx="150">
                  <c:v>4.2062424144888455</c:v>
                </c:pt>
                <c:pt idx="151">
                  <c:v>4.2103743560674287</c:v>
                </c:pt>
                <c:pt idx="152">
                  <c:v>4.2040064267902277</c:v>
                </c:pt>
                <c:pt idx="153">
                  <c:v>4.1981307908449184</c:v>
                </c:pt>
                <c:pt idx="154">
                  <c:v>4.1942254579869784</c:v>
                </c:pt>
                <c:pt idx="155">
                  <c:v>4.1945114305103282</c:v>
                </c:pt>
                <c:pt idx="156">
                  <c:v>4.1989118526566553</c:v>
                </c:pt>
                <c:pt idx="157">
                  <c:v>4.202747865413385</c:v>
                </c:pt>
                <c:pt idx="158">
                  <c:v>4.2047322360999981</c:v>
                </c:pt>
                <c:pt idx="159">
                  <c:v>4.2010912386759722</c:v>
                </c:pt>
                <c:pt idx="160">
                  <c:v>4.198815798776562</c:v>
                </c:pt>
                <c:pt idx="161">
                  <c:v>4.2058822532994133</c:v>
                </c:pt>
                <c:pt idx="162">
                  <c:v>4.2042403676718969</c:v>
                </c:pt>
                <c:pt idx="163">
                  <c:v>4.2003053787020406</c:v>
                </c:pt>
                <c:pt idx="164">
                  <c:v>4.1987230752996707</c:v>
                </c:pt>
                <c:pt idx="165">
                  <c:v>4.192554186331785</c:v>
                </c:pt>
                <c:pt idx="166">
                  <c:v>4.1985101050453455</c:v>
                </c:pt>
                <c:pt idx="167">
                  <c:v>4.1985139814217227</c:v>
                </c:pt>
                <c:pt idx="168">
                  <c:v>4.1983416212393108</c:v>
                </c:pt>
                <c:pt idx="169">
                  <c:v>4.198716867922994</c:v>
                </c:pt>
                <c:pt idx="170">
                  <c:v>4.2078470595049682</c:v>
                </c:pt>
                <c:pt idx="171">
                  <c:v>4.2012779203716422</c:v>
                </c:pt>
                <c:pt idx="172">
                  <c:v>4.1988402851427766</c:v>
                </c:pt>
                <c:pt idx="173">
                  <c:v>4.1974579387771609</c:v>
                </c:pt>
                <c:pt idx="174">
                  <c:v>4.1946745431476913</c:v>
                </c:pt>
                <c:pt idx="175">
                  <c:v>4.19791025499784</c:v>
                </c:pt>
                <c:pt idx="176">
                  <c:v>4.2001015181104906</c:v>
                </c:pt>
                <c:pt idx="177">
                  <c:v>4.1958504854488323</c:v>
                </c:pt>
                <c:pt idx="178">
                  <c:v>4.1979277291247348</c:v>
                </c:pt>
                <c:pt idx="179">
                  <c:v>4.2087392951046079</c:v>
                </c:pt>
                <c:pt idx="180">
                  <c:v>4.2066538540361904</c:v>
                </c:pt>
                <c:pt idx="181">
                  <c:v>4.2029096413120497</c:v>
                </c:pt>
                <c:pt idx="182">
                  <c:v>4.208813623746801</c:v>
                </c:pt>
                <c:pt idx="183">
                  <c:v>4.2113356834778539</c:v>
                </c:pt>
                <c:pt idx="184">
                  <c:v>4.2209382835743332</c:v>
                </c:pt>
                <c:pt idx="185">
                  <c:v>4.23178845294251</c:v>
                </c:pt>
                <c:pt idx="186">
                  <c:v>4.24642145484213</c:v>
                </c:pt>
                <c:pt idx="187">
                  <c:v>4.2586787290994836</c:v>
                </c:pt>
                <c:pt idx="188">
                  <c:v>4.2685532039356477</c:v>
                </c:pt>
                <c:pt idx="189">
                  <c:v>4.2718763668567821</c:v>
                </c:pt>
                <c:pt idx="190">
                  <c:v>4.2698120973411351</c:v>
                </c:pt>
                <c:pt idx="191">
                  <c:v>4.2579165372783221</c:v>
                </c:pt>
                <c:pt idx="192">
                  <c:v>4.2579109223123934</c:v>
                </c:pt>
                <c:pt idx="193">
                  <c:v>4.2669029930464433</c:v>
                </c:pt>
                <c:pt idx="194">
                  <c:v>4.278486604071154</c:v>
                </c:pt>
                <c:pt idx="195">
                  <c:v>4.2955094347136775</c:v>
                </c:pt>
                <c:pt idx="196">
                  <c:v>4.3097022747638682</c:v>
                </c:pt>
                <c:pt idx="197">
                  <c:v>4.3139099221903709</c:v>
                </c:pt>
                <c:pt idx="198">
                  <c:v>4.3122710951404075</c:v>
                </c:pt>
                <c:pt idx="199">
                  <c:v>4.2982800329773641</c:v>
                </c:pt>
                <c:pt idx="200">
                  <c:v>4.2760816260652623</c:v>
                </c:pt>
                <c:pt idx="201">
                  <c:v>4.2575521801225031</c:v>
                </c:pt>
                <c:pt idx="202">
                  <c:v>4.2472085637379946</c:v>
                </c:pt>
                <c:pt idx="203">
                  <c:v>4.2593183045002183</c:v>
                </c:pt>
                <c:pt idx="204">
                  <c:v>4.2810535722519383</c:v>
                </c:pt>
                <c:pt idx="205">
                  <c:v>4.2961813518935879</c:v>
                </c:pt>
                <c:pt idx="206">
                  <c:v>4.3152870642308807</c:v>
                </c:pt>
                <c:pt idx="207">
                  <c:v>4.3231583760898671</c:v>
                </c:pt>
                <c:pt idx="208">
                  <c:v>4.3363469226972251</c:v>
                </c:pt>
                <c:pt idx="209">
                  <c:v>4.3384137078025233</c:v>
                </c:pt>
                <c:pt idx="210">
                  <c:v>4.3439849534197723</c:v>
                </c:pt>
                <c:pt idx="211">
                  <c:v>4.3539776928124114</c:v>
                </c:pt>
                <c:pt idx="212">
                  <c:v>4.3642811977484444</c:v>
                </c:pt>
                <c:pt idx="213">
                  <c:v>4.3619423043888101</c:v>
                </c:pt>
                <c:pt idx="214">
                  <c:v>4.3759734673860287</c:v>
                </c:pt>
                <c:pt idx="215">
                  <c:v>4.4135273254174425</c:v>
                </c:pt>
                <c:pt idx="216">
                  <c:v>4.4308885240965479</c:v>
                </c:pt>
                <c:pt idx="217">
                  <c:v>4.4499034947632863</c:v>
                </c:pt>
                <c:pt idx="218">
                  <c:v>4.4546508476199733</c:v>
                </c:pt>
                <c:pt idx="219">
                  <c:v>4.4217562968074819</c:v>
                </c:pt>
                <c:pt idx="220">
                  <c:v>4.3950091253279933</c:v>
                </c:pt>
                <c:pt idx="221">
                  <c:v>4.3800515141811758</c:v>
                </c:pt>
                <c:pt idx="222">
                  <c:v>4.3646740330773932</c:v>
                </c:pt>
                <c:pt idx="223">
                  <c:v>4.3446210048721357</c:v>
                </c:pt>
                <c:pt idx="224">
                  <c:v>4.3204642963316218</c:v>
                </c:pt>
                <c:pt idx="225">
                  <c:v>4.2799575075512273</c:v>
                </c:pt>
                <c:pt idx="226">
                  <c:v>4.2379265182252244</c:v>
                </c:pt>
                <c:pt idx="227">
                  <c:v>4.2262585128827492</c:v>
                </c:pt>
                <c:pt idx="228">
                  <c:v>4.2178638442727303</c:v>
                </c:pt>
                <c:pt idx="229">
                  <c:v>4.2119890707394854</c:v>
                </c:pt>
                <c:pt idx="230">
                  <c:v>4.2003793446336219</c:v>
                </c:pt>
                <c:pt idx="231">
                  <c:v>4.2017353462179505</c:v>
                </c:pt>
                <c:pt idx="232">
                  <c:v>4.196952591346049</c:v>
                </c:pt>
                <c:pt idx="233">
                  <c:v>4.2000526884690137</c:v>
                </c:pt>
                <c:pt idx="234">
                  <c:v>4.1988587706965896</c:v>
                </c:pt>
                <c:pt idx="235">
                  <c:v>4.1978669398543955</c:v>
                </c:pt>
                <c:pt idx="236">
                  <c:v>4.197994545328612</c:v>
                </c:pt>
                <c:pt idx="237">
                  <c:v>4.200818328793039</c:v>
                </c:pt>
                <c:pt idx="238">
                  <c:v>4.2014921174900524</c:v>
                </c:pt>
                <c:pt idx="239">
                  <c:v>4.2028030501662501</c:v>
                </c:pt>
                <c:pt idx="240">
                  <c:v>4.2008680636821314</c:v>
                </c:pt>
                <c:pt idx="241">
                  <c:v>4.1971081578778549</c:v>
                </c:pt>
                <c:pt idx="242">
                  <c:v>4.2019841444692947</c:v>
                </c:pt>
                <c:pt idx="243">
                  <c:v>4.2049436444763213</c:v>
                </c:pt>
                <c:pt idx="244">
                  <c:v>4.2057272108487851</c:v>
                </c:pt>
                <c:pt idx="245">
                  <c:v>4.2151283382193094</c:v>
                </c:pt>
                <c:pt idx="246">
                  <c:v>4.2087792957663028</c:v>
                </c:pt>
                <c:pt idx="247">
                  <c:v>4.2149083713983444</c:v>
                </c:pt>
                <c:pt idx="248">
                  <c:v>4.2213317769900272</c:v>
                </c:pt>
                <c:pt idx="249">
                  <c:v>4.2376735077543426</c:v>
                </c:pt>
                <c:pt idx="250">
                  <c:v>4.2491443577383317</c:v>
                </c:pt>
                <c:pt idx="251">
                  <c:v>4.3681753305272526</c:v>
                </c:pt>
                <c:pt idx="252">
                  <c:v>4.511892018070129</c:v>
                </c:pt>
                <c:pt idx="253">
                  <c:v>4.6609049346570828</c:v>
                </c:pt>
                <c:pt idx="254">
                  <c:v>4.8420560056444337</c:v>
                </c:pt>
                <c:pt idx="255">
                  <c:v>5.0089879024975321</c:v>
                </c:pt>
                <c:pt idx="256">
                  <c:v>5.1327880299201114</c:v>
                </c:pt>
                <c:pt idx="257">
                  <c:v>5.1561802539501622</c:v>
                </c:pt>
                <c:pt idx="258">
                  <c:v>5.1785629304577272</c:v>
                </c:pt>
                <c:pt idx="259">
                  <c:v>5.2</c:v>
                </c:pt>
                <c:pt idx="260">
                  <c:v>4.9382061302605882</c:v>
                </c:pt>
                <c:pt idx="261">
                  <c:v>4.5233604320717351</c:v>
                </c:pt>
                <c:pt idx="262">
                  <c:v>4.2431820334591688</c:v>
                </c:pt>
                <c:pt idx="263">
                  <c:v>4.2019925685766726</c:v>
                </c:pt>
                <c:pt idx="264">
                  <c:v>4.2036336398881833</c:v>
                </c:pt>
                <c:pt idx="265">
                  <c:v>4.2035030295713192</c:v>
                </c:pt>
                <c:pt idx="266">
                  <c:v>4.1968211411725136</c:v>
                </c:pt>
                <c:pt idx="267">
                  <c:v>4.1967650711204962</c:v>
                </c:pt>
                <c:pt idx="268">
                  <c:v>4.201553593373073</c:v>
                </c:pt>
                <c:pt idx="269">
                  <c:v>4.1961156224284197</c:v>
                </c:pt>
                <c:pt idx="270">
                  <c:v>4.2071182881414551</c:v>
                </c:pt>
                <c:pt idx="271">
                  <c:v>4.2022766092969999</c:v>
                </c:pt>
                <c:pt idx="272">
                  <c:v>4.1950278402004901</c:v>
                </c:pt>
                <c:pt idx="273">
                  <c:v>4.2091937358442362</c:v>
                </c:pt>
                <c:pt idx="274">
                  <c:v>4.1940872305814096</c:v>
                </c:pt>
                <c:pt idx="275">
                  <c:v>4.2152134131792103</c:v>
                </c:pt>
                <c:pt idx="276">
                  <c:v>4.2564219904398257</c:v>
                </c:pt>
                <c:pt idx="277">
                  <c:v>4.3481016468896749</c:v>
                </c:pt>
                <c:pt idx="278">
                  <c:v>4.7789201823995704</c:v>
                </c:pt>
                <c:pt idx="279">
                  <c:v>4.9958122416531916</c:v>
                </c:pt>
                <c:pt idx="280">
                  <c:v>4.8390359394332654</c:v>
                </c:pt>
                <c:pt idx="281">
                  <c:v>4.480762562048028</c:v>
                </c:pt>
                <c:pt idx="282">
                  <c:v>4.2738715266500087</c:v>
                </c:pt>
                <c:pt idx="283">
                  <c:v>4.2165915529641378</c:v>
                </c:pt>
                <c:pt idx="284">
                  <c:v>4.2079335614251372</c:v>
                </c:pt>
                <c:pt idx="285">
                  <c:v>4.2182148221004718</c:v>
                </c:pt>
                <c:pt idx="286">
                  <c:v>4.1737471339260868</c:v>
                </c:pt>
                <c:pt idx="287">
                  <c:v>4.192090623262704</c:v>
                </c:pt>
                <c:pt idx="288">
                  <c:v>4.2020067423189387</c:v>
                </c:pt>
                <c:pt idx="289">
                  <c:v>4.2096190721668965</c:v>
                </c:pt>
                <c:pt idx="290">
                  <c:v>4.1976765728397902</c:v>
                </c:pt>
                <c:pt idx="291">
                  <c:v>4.204531917016026</c:v>
                </c:pt>
                <c:pt idx="292">
                  <c:v>4.2075727103060547</c:v>
                </c:pt>
                <c:pt idx="293">
                  <c:v>4.2013123284569529</c:v>
                </c:pt>
                <c:pt idx="294">
                  <c:v>4.2004637622116352</c:v>
                </c:pt>
                <c:pt idx="295">
                  <c:v>4.1982845657156611</c:v>
                </c:pt>
                <c:pt idx="296">
                  <c:v>4.183956687691901</c:v>
                </c:pt>
                <c:pt idx="297">
                  <c:v>4.1957290953120197</c:v>
                </c:pt>
                <c:pt idx="298">
                  <c:v>4.2023545035155312</c:v>
                </c:pt>
                <c:pt idx="299">
                  <c:v>4.2207247145240938</c:v>
                </c:pt>
                <c:pt idx="300">
                  <c:v>4.2141125601013645</c:v>
                </c:pt>
                <c:pt idx="301">
                  <c:v>4.2054345950989696</c:v>
                </c:pt>
                <c:pt idx="302">
                  <c:v>4.2153873616924562</c:v>
                </c:pt>
                <c:pt idx="303">
                  <c:v>4.2100631865171527</c:v>
                </c:pt>
                <c:pt idx="304">
                  <c:v>4.1912229869720905</c:v>
                </c:pt>
                <c:pt idx="305">
                  <c:v>4.193624885503521</c:v>
                </c:pt>
                <c:pt idx="306">
                  <c:v>4.1996291148409428</c:v>
                </c:pt>
                <c:pt idx="307">
                  <c:v>4.2033998618697153</c:v>
                </c:pt>
                <c:pt idx="308">
                  <c:v>4.1986061080928812</c:v>
                </c:pt>
                <c:pt idx="309">
                  <c:v>4.1938084890515173</c:v>
                </c:pt>
                <c:pt idx="310">
                  <c:v>4.1907110731023565</c:v>
                </c:pt>
                <c:pt idx="311">
                  <c:v>4.1947702280978545</c:v>
                </c:pt>
                <c:pt idx="312">
                  <c:v>4.1945169834489278</c:v>
                </c:pt>
                <c:pt idx="313">
                  <c:v>4.1968320437194837</c:v>
                </c:pt>
                <c:pt idx="314">
                  <c:v>4.195192332033761</c:v>
                </c:pt>
                <c:pt idx="315">
                  <c:v>4.1973972231435441</c:v>
                </c:pt>
                <c:pt idx="316">
                  <c:v>4.2005635452361236</c:v>
                </c:pt>
                <c:pt idx="317">
                  <c:v>4.1999981731458593</c:v>
                </c:pt>
                <c:pt idx="318">
                  <c:v>4.2077432788274054</c:v>
                </c:pt>
                <c:pt idx="319">
                  <c:v>4.2057378510234695</c:v>
                </c:pt>
                <c:pt idx="320">
                  <c:v>4.2107900413357022</c:v>
                </c:pt>
                <c:pt idx="321">
                  <c:v>4.2085275019598249</c:v>
                </c:pt>
                <c:pt idx="322">
                  <c:v>4.2262440137457764</c:v>
                </c:pt>
                <c:pt idx="323">
                  <c:v>4.2754023425595404</c:v>
                </c:pt>
                <c:pt idx="324">
                  <c:v>4.2862413921192459</c:v>
                </c:pt>
                <c:pt idx="325">
                  <c:v>4.2621898925433515</c:v>
                </c:pt>
                <c:pt idx="326">
                  <c:v>4.231557416731011</c:v>
                </c:pt>
                <c:pt idx="327">
                  <c:v>4.2230356100077762</c:v>
                </c:pt>
                <c:pt idx="328">
                  <c:v>4.2409151475264899</c:v>
                </c:pt>
                <c:pt idx="329">
                  <c:v>4.2743521794092221</c:v>
                </c:pt>
                <c:pt idx="330">
                  <c:v>4.3694038404923417</c:v>
                </c:pt>
                <c:pt idx="331">
                  <c:v>4.5465936963102065</c:v>
                </c:pt>
                <c:pt idx="332">
                  <c:v>4.7028867505740024</c:v>
                </c:pt>
                <c:pt idx="333">
                  <c:v>4.7385379842998354</c:v>
                </c:pt>
                <c:pt idx="334">
                  <c:v>4.6391417512902544</c:v>
                </c:pt>
                <c:pt idx="335">
                  <c:v>4.4852707534447873</c:v>
                </c:pt>
                <c:pt idx="336">
                  <c:v>4.3422162497665919</c:v>
                </c:pt>
                <c:pt idx="337">
                  <c:v>4.2530061593522666</c:v>
                </c:pt>
                <c:pt idx="338">
                  <c:v>4.2153874001693028</c:v>
                </c:pt>
                <c:pt idx="339">
                  <c:v>4.2039335453418163</c:v>
                </c:pt>
                <c:pt idx="340">
                  <c:v>4.2067361931596681</c:v>
                </c:pt>
                <c:pt idx="341">
                  <c:v>4.2089888074994803</c:v>
                </c:pt>
                <c:pt idx="342">
                  <c:v>4.2022297098363399</c:v>
                </c:pt>
                <c:pt idx="343">
                  <c:v>4.204684348348283</c:v>
                </c:pt>
                <c:pt idx="344">
                  <c:v>4.2026526343904944</c:v>
                </c:pt>
                <c:pt idx="345">
                  <c:v>4.2014099000993541</c:v>
                </c:pt>
                <c:pt idx="346">
                  <c:v>4.2042220861946307</c:v>
                </c:pt>
                <c:pt idx="347">
                  <c:v>4.2023919275553379</c:v>
                </c:pt>
                <c:pt idx="348">
                  <c:v>4.2050292909500637</c:v>
                </c:pt>
                <c:pt idx="349">
                  <c:v>4.1994187512685421</c:v>
                </c:pt>
                <c:pt idx="350">
                  <c:v>4.2018995294072115</c:v>
                </c:pt>
                <c:pt idx="351">
                  <c:v>4.2033328823050917</c:v>
                </c:pt>
                <c:pt idx="352">
                  <c:v>4.2026591505770297</c:v>
                </c:pt>
                <c:pt idx="353">
                  <c:v>4.2001288547382103</c:v>
                </c:pt>
                <c:pt idx="354">
                  <c:v>4.2039814141868046</c:v>
                </c:pt>
                <c:pt idx="355">
                  <c:v>4.2075094689660304</c:v>
                </c:pt>
                <c:pt idx="356">
                  <c:v>4.2035732408593027</c:v>
                </c:pt>
                <c:pt idx="357">
                  <c:v>4.2034742837187515</c:v>
                </c:pt>
                <c:pt idx="358">
                  <c:v>4.1987873535243532</c:v>
                </c:pt>
                <c:pt idx="359">
                  <c:v>4.1972146903132943</c:v>
                </c:pt>
                <c:pt idx="360">
                  <c:v>4.1981302243065315</c:v>
                </c:pt>
                <c:pt idx="361">
                  <c:v>4.2023721944063821</c:v>
                </c:pt>
                <c:pt idx="362">
                  <c:v>4.2034162331042602</c:v>
                </c:pt>
                <c:pt idx="363">
                  <c:v>4.2038063282847258</c:v>
                </c:pt>
                <c:pt idx="364">
                  <c:v>4.2059057699496023</c:v>
                </c:pt>
                <c:pt idx="365">
                  <c:v>4.2024050912803999</c:v>
                </c:pt>
                <c:pt idx="366">
                  <c:v>4.1989685341919953</c:v>
                </c:pt>
                <c:pt idx="367">
                  <c:v>4.2011226478891803</c:v>
                </c:pt>
                <c:pt idx="368">
                  <c:v>4.2026009724250617</c:v>
                </c:pt>
                <c:pt idx="369">
                  <c:v>4.2000786895293398</c:v>
                </c:pt>
                <c:pt idx="370">
                  <c:v>4.2021055425668337</c:v>
                </c:pt>
                <c:pt idx="371">
                  <c:v>4.2076796865520105</c:v>
                </c:pt>
                <c:pt idx="372">
                  <c:v>4.2073699831022431</c:v>
                </c:pt>
                <c:pt idx="373">
                  <c:v>4.2055503347782794</c:v>
                </c:pt>
                <c:pt idx="374">
                  <c:v>4.2047249951556323</c:v>
                </c:pt>
                <c:pt idx="375">
                  <c:v>4.198572404863584</c:v>
                </c:pt>
                <c:pt idx="376">
                  <c:v>4.2002238776730945</c:v>
                </c:pt>
                <c:pt idx="377">
                  <c:v>4.2072470562134727</c:v>
                </c:pt>
                <c:pt idx="378">
                  <c:v>4.2074696188947494</c:v>
                </c:pt>
                <c:pt idx="379">
                  <c:v>4.1982490441236973</c:v>
                </c:pt>
                <c:pt idx="380">
                  <c:v>4.1949284223328789</c:v>
                </c:pt>
                <c:pt idx="381">
                  <c:v>4.1975962414779362</c:v>
                </c:pt>
                <c:pt idx="382">
                  <c:v>4.1929314889560736</c:v>
                </c:pt>
                <c:pt idx="383">
                  <c:v>4.2015269775124544</c:v>
                </c:pt>
                <c:pt idx="384">
                  <c:v>4.2051299198432304</c:v>
                </c:pt>
                <c:pt idx="385">
                  <c:v>4.2038401394813798</c:v>
                </c:pt>
                <c:pt idx="386">
                  <c:v>4.2037850253799647</c:v>
                </c:pt>
                <c:pt idx="387">
                  <c:v>4.2025556861725066</c:v>
                </c:pt>
                <c:pt idx="388">
                  <c:v>4.1977227913266164</c:v>
                </c:pt>
                <c:pt idx="389">
                  <c:v>4.1979744647271025</c:v>
                </c:pt>
                <c:pt idx="390">
                  <c:v>4.2022509347923185</c:v>
                </c:pt>
                <c:pt idx="391">
                  <c:v>4.2019561980063713</c:v>
                </c:pt>
                <c:pt idx="392">
                  <c:v>4.2016524206542689</c:v>
                </c:pt>
                <c:pt idx="393">
                  <c:v>4.1974675241555515</c:v>
                </c:pt>
                <c:pt idx="394">
                  <c:v>4.1984290857440216</c:v>
                </c:pt>
                <c:pt idx="395">
                  <c:v>4.202252432238188</c:v>
                </c:pt>
                <c:pt idx="396">
                  <c:v>4.2031409445395909</c:v>
                </c:pt>
                <c:pt idx="397">
                  <c:v>4.1981306765753201</c:v>
                </c:pt>
                <c:pt idx="398">
                  <c:v>4.1987570230725426</c:v>
                </c:pt>
                <c:pt idx="399">
                  <c:v>4.19953792069429</c:v>
                </c:pt>
                <c:pt idx="400">
                  <c:v>4.2107520487673273</c:v>
                </c:pt>
                <c:pt idx="401">
                  <c:v>4.2036925930500688</c:v>
                </c:pt>
                <c:pt idx="402">
                  <c:v>4.2053090245855262</c:v>
                </c:pt>
                <c:pt idx="403">
                  <c:v>4.2040608250896296</c:v>
                </c:pt>
                <c:pt idx="404">
                  <c:v>4.2015020693935705</c:v>
                </c:pt>
                <c:pt idx="405">
                  <c:v>4.2047406880699194</c:v>
                </c:pt>
                <c:pt idx="406">
                  <c:v>4.1966678205607399</c:v>
                </c:pt>
                <c:pt idx="407">
                  <c:v>4.2029977347141738</c:v>
                </c:pt>
                <c:pt idx="408">
                  <c:v>4.1998798069782026</c:v>
                </c:pt>
                <c:pt idx="409">
                  <c:v>4.1942559608382766</c:v>
                </c:pt>
                <c:pt idx="410">
                  <c:v>4.2017932800751163</c:v>
                </c:pt>
                <c:pt idx="411">
                  <c:v>4.1959634955939604</c:v>
                </c:pt>
                <c:pt idx="412">
                  <c:v>4.1936686588862981</c:v>
                </c:pt>
                <c:pt idx="413">
                  <c:v>4.1972601908420781</c:v>
                </c:pt>
                <c:pt idx="414">
                  <c:v>4.202010373073727</c:v>
                </c:pt>
                <c:pt idx="415">
                  <c:v>4.2010384665208562</c:v>
                </c:pt>
                <c:pt idx="416">
                  <c:v>4.1999372759102691</c:v>
                </c:pt>
                <c:pt idx="417">
                  <c:v>4.1933470893099285</c:v>
                </c:pt>
                <c:pt idx="418">
                  <c:v>4.2059028483628884</c:v>
                </c:pt>
                <c:pt idx="419">
                  <c:v>4.2057666887560918</c:v>
                </c:pt>
                <c:pt idx="420">
                  <c:v>4.2052512426455628</c:v>
                </c:pt>
                <c:pt idx="421">
                  <c:v>4.2053304535351277</c:v>
                </c:pt>
                <c:pt idx="422">
                  <c:v>4.1970681230513733</c:v>
                </c:pt>
                <c:pt idx="423">
                  <c:v>4.1940685480825346</c:v>
                </c:pt>
                <c:pt idx="424">
                  <c:v>4.1935774316114136</c:v>
                </c:pt>
                <c:pt idx="425">
                  <c:v>4.2052483436142403</c:v>
                </c:pt>
                <c:pt idx="426">
                  <c:v>4.1953579426808361</c:v>
                </c:pt>
                <c:pt idx="427">
                  <c:v>4.1901729200138869</c:v>
                </c:pt>
                <c:pt idx="428">
                  <c:v>4.1970849490424333</c:v>
                </c:pt>
                <c:pt idx="429">
                  <c:v>4.195407638512612</c:v>
                </c:pt>
                <c:pt idx="430">
                  <c:v>4.2012360462855867</c:v>
                </c:pt>
                <c:pt idx="431">
                  <c:v>4.1991491319022529</c:v>
                </c:pt>
                <c:pt idx="432">
                  <c:v>4.2030824736650674</c:v>
                </c:pt>
                <c:pt idx="433">
                  <c:v>4.2055679638076491</c:v>
                </c:pt>
                <c:pt idx="434">
                  <c:v>4.2104838299913991</c:v>
                </c:pt>
                <c:pt idx="435">
                  <c:v>4.2248048841797052</c:v>
                </c:pt>
                <c:pt idx="436">
                  <c:v>4.1793858546631988</c:v>
                </c:pt>
                <c:pt idx="437">
                  <c:v>4.2378092646810455</c:v>
                </c:pt>
                <c:pt idx="438">
                  <c:v>4.2119551434488995</c:v>
                </c:pt>
                <c:pt idx="439">
                  <c:v>4.167065560639382</c:v>
                </c:pt>
                <c:pt idx="440">
                  <c:v>4.1914970031472683</c:v>
                </c:pt>
                <c:pt idx="441">
                  <c:v>4.1675160104013367</c:v>
                </c:pt>
                <c:pt idx="442">
                  <c:v>4.1621610656903885</c:v>
                </c:pt>
                <c:pt idx="443">
                  <c:v>4.1838694872179598</c:v>
                </c:pt>
                <c:pt idx="444">
                  <c:v>4.1682207682326329</c:v>
                </c:pt>
                <c:pt idx="445">
                  <c:v>4.1900573846598963</c:v>
                </c:pt>
                <c:pt idx="446">
                  <c:v>4.1994994776814609</c:v>
                </c:pt>
                <c:pt idx="447">
                  <c:v>4.1759441830566359</c:v>
                </c:pt>
                <c:pt idx="448">
                  <c:v>4.1803217216793218</c:v>
                </c:pt>
                <c:pt idx="449">
                  <c:v>4.194667350962777</c:v>
                </c:pt>
                <c:pt idx="450">
                  <c:v>4.2084109031854204</c:v>
                </c:pt>
                <c:pt idx="451">
                  <c:v>4.2101062606827648</c:v>
                </c:pt>
                <c:pt idx="452">
                  <c:v>4.2009699803057723</c:v>
                </c:pt>
                <c:pt idx="453">
                  <c:v>4.2112766254997318</c:v>
                </c:pt>
                <c:pt idx="454">
                  <c:v>4.2102591597077179</c:v>
                </c:pt>
                <c:pt idx="455">
                  <c:v>4.1989387046855002</c:v>
                </c:pt>
                <c:pt idx="456">
                  <c:v>4.2094955117369564</c:v>
                </c:pt>
                <c:pt idx="457">
                  <c:v>4.196990168961543</c:v>
                </c:pt>
                <c:pt idx="458">
                  <c:v>4.1967798452342375</c:v>
                </c:pt>
                <c:pt idx="459">
                  <c:v>4.2038507945824266</c:v>
                </c:pt>
                <c:pt idx="460">
                  <c:v>4.1984820071627649</c:v>
                </c:pt>
                <c:pt idx="461">
                  <c:v>4.1949529141720934</c:v>
                </c:pt>
                <c:pt idx="462">
                  <c:v>4.1959484402012075</c:v>
                </c:pt>
                <c:pt idx="463">
                  <c:v>4.1978411268662388</c:v>
                </c:pt>
                <c:pt idx="464">
                  <c:v>4.1976746426952518</c:v>
                </c:pt>
                <c:pt idx="465">
                  <c:v>4.1938155847126195</c:v>
                </c:pt>
                <c:pt idx="466">
                  <c:v>4.1933984413045637</c:v>
                </c:pt>
                <c:pt idx="467">
                  <c:v>4.191966709907212</c:v>
                </c:pt>
                <c:pt idx="468">
                  <c:v>4.1949176382017193</c:v>
                </c:pt>
                <c:pt idx="469">
                  <c:v>4.1973349268081233</c:v>
                </c:pt>
                <c:pt idx="470">
                  <c:v>4.2119215611231393</c:v>
                </c:pt>
                <c:pt idx="471">
                  <c:v>4.2116215093911524</c:v>
                </c:pt>
                <c:pt idx="472">
                  <c:v>4.1999622933207057</c:v>
                </c:pt>
                <c:pt idx="473">
                  <c:v>4.1983824261002551</c:v>
                </c:pt>
                <c:pt idx="474">
                  <c:v>4.1962762075350426</c:v>
                </c:pt>
                <c:pt idx="475">
                  <c:v>4.2036275048214407</c:v>
                </c:pt>
                <c:pt idx="476">
                  <c:v>4.2028319476043228</c:v>
                </c:pt>
                <c:pt idx="477">
                  <c:v>4.1936682037980866</c:v>
                </c:pt>
                <c:pt idx="478">
                  <c:v>4.1944415834255926</c:v>
                </c:pt>
                <c:pt idx="479">
                  <c:v>4.1995690830835075</c:v>
                </c:pt>
                <c:pt idx="480">
                  <c:v>4.1954083486757767</c:v>
                </c:pt>
                <c:pt idx="481">
                  <c:v>4.2008104118502949</c:v>
                </c:pt>
                <c:pt idx="482">
                  <c:v>4.1992294755368942</c:v>
                </c:pt>
                <c:pt idx="483">
                  <c:v>4.2022026602819622</c:v>
                </c:pt>
                <c:pt idx="484">
                  <c:v>4.2000236926983439</c:v>
                </c:pt>
                <c:pt idx="485">
                  <c:v>4.199882985142871</c:v>
                </c:pt>
                <c:pt idx="486">
                  <c:v>4.2021055938140126</c:v>
                </c:pt>
                <c:pt idx="487">
                  <c:v>4.1935231261871566</c:v>
                </c:pt>
                <c:pt idx="488">
                  <c:v>4.2014826211722918</c:v>
                </c:pt>
                <c:pt idx="489">
                  <c:v>4.2023507367649948</c:v>
                </c:pt>
                <c:pt idx="490">
                  <c:v>4.193704594270204</c:v>
                </c:pt>
                <c:pt idx="491">
                  <c:v>4.1960049165819857</c:v>
                </c:pt>
                <c:pt idx="492">
                  <c:v>4.2046727774319637</c:v>
                </c:pt>
                <c:pt idx="493">
                  <c:v>4.2018724966035297</c:v>
                </c:pt>
                <c:pt idx="494">
                  <c:v>4.2012959562273178</c:v>
                </c:pt>
                <c:pt idx="495">
                  <c:v>4.2048199497091172</c:v>
                </c:pt>
                <c:pt idx="496">
                  <c:v>4.196998143619556</c:v>
                </c:pt>
                <c:pt idx="497">
                  <c:v>4.1955692435873484</c:v>
                </c:pt>
                <c:pt idx="498">
                  <c:v>4.1988659766469274</c:v>
                </c:pt>
                <c:pt idx="499">
                  <c:v>4.201498571980955</c:v>
                </c:pt>
                <c:pt idx="500">
                  <c:v>4.2094331785831747</c:v>
                </c:pt>
                <c:pt idx="501">
                  <c:v>4.2079051117779445</c:v>
                </c:pt>
                <c:pt idx="502">
                  <c:v>4.2000148586964636</c:v>
                </c:pt>
                <c:pt idx="503">
                  <c:v>4.2044813537967318</c:v>
                </c:pt>
                <c:pt idx="504">
                  <c:v>4.2091113728385778</c:v>
                </c:pt>
                <c:pt idx="505">
                  <c:v>4.2090682077880022</c:v>
                </c:pt>
                <c:pt idx="506">
                  <c:v>4.220569806742426</c:v>
                </c:pt>
                <c:pt idx="507">
                  <c:v>4.2223545512599898</c:v>
                </c:pt>
                <c:pt idx="508">
                  <c:v>4.2271094004676915</c:v>
                </c:pt>
                <c:pt idx="509">
                  <c:v>4.2318335531130771</c:v>
                </c:pt>
                <c:pt idx="510">
                  <c:v>4.2482942105009762</c:v>
                </c:pt>
                <c:pt idx="511">
                  <c:v>4.2663029559218595</c:v>
                </c:pt>
                <c:pt idx="512">
                  <c:v>4.2830125691171528</c:v>
                </c:pt>
                <c:pt idx="513">
                  <c:v>4.3018289886446501</c:v>
                </c:pt>
                <c:pt idx="514">
                  <c:v>4.3076016937199766</c:v>
                </c:pt>
                <c:pt idx="515">
                  <c:v>4.3113792283877741</c:v>
                </c:pt>
                <c:pt idx="516">
                  <c:v>4.3123396847620148</c:v>
                </c:pt>
                <c:pt idx="517">
                  <c:v>4.2908371355887116</c:v>
                </c:pt>
                <c:pt idx="518">
                  <c:v>4.2748500697954066</c:v>
                </c:pt>
                <c:pt idx="519">
                  <c:v>4.2624575905550719</c:v>
                </c:pt>
                <c:pt idx="520">
                  <c:v>4.2575026113306578</c:v>
                </c:pt>
                <c:pt idx="521">
                  <c:v>4.2406947415387668</c:v>
                </c:pt>
                <c:pt idx="522">
                  <c:v>4.2361796588062237</c:v>
                </c:pt>
                <c:pt idx="523">
                  <c:v>4.2427168722741948</c:v>
                </c:pt>
                <c:pt idx="524">
                  <c:v>4.2432836017180904</c:v>
                </c:pt>
                <c:pt idx="525">
                  <c:v>4.2411991491065777</c:v>
                </c:pt>
                <c:pt idx="526">
                  <c:v>4.2375008104019827</c:v>
                </c:pt>
                <c:pt idx="527">
                  <c:v>4.2372098033823624</c:v>
                </c:pt>
                <c:pt idx="528">
                  <c:v>4.227531398592272</c:v>
                </c:pt>
                <c:pt idx="529">
                  <c:v>4.2319516956050762</c:v>
                </c:pt>
                <c:pt idx="530">
                  <c:v>4.2479035139539443</c:v>
                </c:pt>
                <c:pt idx="531">
                  <c:v>4.2429468019446768</c:v>
                </c:pt>
                <c:pt idx="532">
                  <c:v>4.2530844239104404</c:v>
                </c:pt>
                <c:pt idx="533">
                  <c:v>4.2534041532321449</c:v>
                </c:pt>
                <c:pt idx="534">
                  <c:v>4.2482969065337661</c:v>
                </c:pt>
                <c:pt idx="535">
                  <c:v>4.2503015448989663</c:v>
                </c:pt>
                <c:pt idx="536">
                  <c:v>4.2627755419811368</c:v>
                </c:pt>
                <c:pt idx="537">
                  <c:v>4.2785201240378878</c:v>
                </c:pt>
                <c:pt idx="538">
                  <c:v>4.3030208261952154</c:v>
                </c:pt>
                <c:pt idx="539">
                  <c:v>4.3127659339146751</c:v>
                </c:pt>
                <c:pt idx="540">
                  <c:v>4.3201857345814743</c:v>
                </c:pt>
                <c:pt idx="541">
                  <c:v>4.3248711742127144</c:v>
                </c:pt>
                <c:pt idx="542">
                  <c:v>4.3388782533579624</c:v>
                </c:pt>
                <c:pt idx="543">
                  <c:v>4.3784434898365516</c:v>
                </c:pt>
                <c:pt idx="544">
                  <c:v>4.4011329833670496</c:v>
                </c:pt>
                <c:pt idx="545">
                  <c:v>4.4072651417905213</c:v>
                </c:pt>
                <c:pt idx="546">
                  <c:v>4.4258612720876211</c:v>
                </c:pt>
                <c:pt idx="547">
                  <c:v>4.4402003241523031</c:v>
                </c:pt>
                <c:pt idx="548">
                  <c:v>4.4577797741157594</c:v>
                </c:pt>
                <c:pt idx="549">
                  <c:v>4.4677587679868918</c:v>
                </c:pt>
                <c:pt idx="550">
                  <c:v>4.4796032467197779</c:v>
                </c:pt>
                <c:pt idx="551">
                  <c:v>4.5025606452408917</c:v>
                </c:pt>
                <c:pt idx="552">
                  <c:v>4.4778037615898638</c:v>
                </c:pt>
                <c:pt idx="553">
                  <c:v>4.4571108395548018</c:v>
                </c:pt>
                <c:pt idx="554">
                  <c:v>4.4377349401518948</c:v>
                </c:pt>
                <c:pt idx="555">
                  <c:v>4.4054166398124828</c:v>
                </c:pt>
                <c:pt idx="556">
                  <c:v>4.3875723842346881</c:v>
                </c:pt>
                <c:pt idx="557">
                  <c:v>4.3619345453338134</c:v>
                </c:pt>
                <c:pt idx="558">
                  <c:v>4.3103591727059936</c:v>
                </c:pt>
                <c:pt idx="559">
                  <c:v>4.3003253665776686</c:v>
                </c:pt>
                <c:pt idx="560">
                  <c:v>4.274942467297123</c:v>
                </c:pt>
                <c:pt idx="561">
                  <c:v>4.2561092028718397</c:v>
                </c:pt>
                <c:pt idx="562">
                  <c:v>4.2188591858783422</c:v>
                </c:pt>
                <c:pt idx="563">
                  <c:v>4.2058617822905973</c:v>
                </c:pt>
                <c:pt idx="564">
                  <c:v>4.2035531556140366</c:v>
                </c:pt>
                <c:pt idx="565">
                  <c:v>4.2057514154384439</c:v>
                </c:pt>
                <c:pt idx="566">
                  <c:v>4.2088416647433551</c:v>
                </c:pt>
                <c:pt idx="567">
                  <c:v>4.2230752305447696</c:v>
                </c:pt>
                <c:pt idx="568">
                  <c:v>4.2531312117550772</c:v>
                </c:pt>
                <c:pt idx="569">
                  <c:v>4.238994022491962</c:v>
                </c:pt>
                <c:pt idx="570">
                  <c:v>4.1948696622186157</c:v>
                </c:pt>
                <c:pt idx="571">
                  <c:v>4.1673132135411661</c:v>
                </c:pt>
                <c:pt idx="572">
                  <c:v>4.1662310456157714</c:v>
                </c:pt>
                <c:pt idx="573">
                  <c:v>4.1728232995484333</c:v>
                </c:pt>
                <c:pt idx="574">
                  <c:v>4.2136710223729965</c:v>
                </c:pt>
                <c:pt idx="575">
                  <c:v>4.1842619284909359</c:v>
                </c:pt>
                <c:pt idx="576">
                  <c:v>4.1742710532351417</c:v>
                </c:pt>
                <c:pt idx="577">
                  <c:v>4.241383662830998</c:v>
                </c:pt>
                <c:pt idx="578">
                  <c:v>4.231987882415269</c:v>
                </c:pt>
                <c:pt idx="579">
                  <c:v>4.0964965945496994</c:v>
                </c:pt>
                <c:pt idx="580">
                  <c:v>4.1823405686149684</c:v>
                </c:pt>
                <c:pt idx="581">
                  <c:v>4.266471834778959</c:v>
                </c:pt>
                <c:pt idx="582">
                  <c:v>4.083980623208995</c:v>
                </c:pt>
                <c:pt idx="583">
                  <c:v>4.1569314652755649</c:v>
                </c:pt>
                <c:pt idx="584">
                  <c:v>4.600940749860551</c:v>
                </c:pt>
                <c:pt idx="585">
                  <c:v>4.2858767059200558</c:v>
                </c:pt>
                <c:pt idx="586">
                  <c:v>3.9437094337286691</c:v>
                </c:pt>
                <c:pt idx="587">
                  <c:v>3.8473306558118856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E-57AB-4D59-AD3D-6260AFD7ADF0}"/>
            </c:ext>
          </c:extLst>
        </c:ser>
        <c:ser>
          <c:idx val="15"/>
          <c:order val="15"/>
          <c:tx>
            <c:strRef>
              <c:f>'Fully separated 1%'!$Q$1</c:f>
              <c:strCache>
                <c:ptCount val="1"/>
                <c:pt idx="0">
                  <c:v>1H_2/O-PTIR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1%'!$A$2:$A$589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1%'!$Q$2:$Q$589</c:f>
              <c:numCache>
                <c:formatCode>General</c:formatCode>
                <c:ptCount val="588"/>
                <c:pt idx="0">
                  <c:v>4.0090818344429957</c:v>
                </c:pt>
                <c:pt idx="1">
                  <c:v>4.0195556279450591</c:v>
                </c:pt>
                <c:pt idx="2">
                  <c:v>4.0433674359292393</c:v>
                </c:pt>
                <c:pt idx="3">
                  <c:v>4.0530303113573671</c:v>
                </c:pt>
                <c:pt idx="4">
                  <c:v>4.0435674129970316</c:v>
                </c:pt>
                <c:pt idx="5">
                  <c:v>4.0358777147823419</c:v>
                </c:pt>
                <c:pt idx="6">
                  <c:v>4.040236182939779</c:v>
                </c:pt>
                <c:pt idx="7">
                  <c:v>4.0399646041891657</c:v>
                </c:pt>
                <c:pt idx="8">
                  <c:v>4.0352825707641422</c:v>
                </c:pt>
                <c:pt idx="9">
                  <c:v>4.0345285457104163</c:v>
                </c:pt>
                <c:pt idx="10">
                  <c:v>4.0379685251396928</c:v>
                </c:pt>
                <c:pt idx="11">
                  <c:v>4.0409701191711171</c:v>
                </c:pt>
                <c:pt idx="12">
                  <c:v>4.0514172975145053</c:v>
                </c:pt>
                <c:pt idx="13">
                  <c:v>4.0565843263102774</c:v>
                </c:pt>
                <c:pt idx="14">
                  <c:v>4.0629554985001501</c:v>
                </c:pt>
                <c:pt idx="15">
                  <c:v>4.0643001696428014</c:v>
                </c:pt>
                <c:pt idx="16">
                  <c:v>4.0595765412190818</c:v>
                </c:pt>
                <c:pt idx="17">
                  <c:v>4.0546146671717462</c:v>
                </c:pt>
                <c:pt idx="18">
                  <c:v>4.0488296684514138</c:v>
                </c:pt>
                <c:pt idx="19">
                  <c:v>4.0466219806311932</c:v>
                </c:pt>
                <c:pt idx="20">
                  <c:v>4.0480038464671324</c:v>
                </c:pt>
                <c:pt idx="21">
                  <c:v>4.0508567521178742</c:v>
                </c:pt>
                <c:pt idx="22">
                  <c:v>4.0505748903199477</c:v>
                </c:pt>
                <c:pt idx="23">
                  <c:v>4.0509375629854727</c:v>
                </c:pt>
                <c:pt idx="24">
                  <c:v>4.0484125072053647</c:v>
                </c:pt>
                <c:pt idx="25">
                  <c:v>4.0441645492652549</c:v>
                </c:pt>
                <c:pt idx="26">
                  <c:v>4.0401346866594947</c:v>
                </c:pt>
                <c:pt idx="27">
                  <c:v>4.0372069685854202</c:v>
                </c:pt>
                <c:pt idx="28">
                  <c:v>4.0371564898148371</c:v>
                </c:pt>
                <c:pt idx="29">
                  <c:v>4.0375345906670308</c:v>
                </c:pt>
                <c:pt idx="30">
                  <c:v>4.0389877725455881</c:v>
                </c:pt>
                <c:pt idx="31">
                  <c:v>4.0423008337165012</c:v>
                </c:pt>
                <c:pt idx="32">
                  <c:v>4.0502148534988276</c:v>
                </c:pt>
                <c:pt idx="33">
                  <c:v>4.0605052623747726</c:v>
                </c:pt>
                <c:pt idx="34">
                  <c:v>4.0672077193491143</c:v>
                </c:pt>
                <c:pt idx="35">
                  <c:v>4.0664842541814252</c:v>
                </c:pt>
                <c:pt idx="36">
                  <c:v>4.0639343260094511</c:v>
                </c:pt>
                <c:pt idx="37">
                  <c:v>4.0637821701736438</c:v>
                </c:pt>
                <c:pt idx="38">
                  <c:v>4.0684381199477118</c:v>
                </c:pt>
                <c:pt idx="39">
                  <c:v>4.0751697049913771</c:v>
                </c:pt>
                <c:pt idx="40">
                  <c:v>4.0833298453892493</c:v>
                </c:pt>
                <c:pt idx="41">
                  <c:v>4.1041979087145402</c:v>
                </c:pt>
                <c:pt idx="42">
                  <c:v>4.1489561593341842</c:v>
                </c:pt>
                <c:pt idx="43">
                  <c:v>4.2171869985025801</c:v>
                </c:pt>
                <c:pt idx="44">
                  <c:v>4.2956415730615287</c:v>
                </c:pt>
                <c:pt idx="45">
                  <c:v>4.3417220630286302</c:v>
                </c:pt>
                <c:pt idx="46">
                  <c:v>4.3609460102702045</c:v>
                </c:pt>
                <c:pt idx="47">
                  <c:v>4.3563878868421666</c:v>
                </c:pt>
                <c:pt idx="48">
                  <c:v>4.3273384083474147</c:v>
                </c:pt>
                <c:pt idx="49">
                  <c:v>4.2360352167903566</c:v>
                </c:pt>
                <c:pt idx="50">
                  <c:v>4.1334296256588958</c:v>
                </c:pt>
                <c:pt idx="51">
                  <c:v>4.0786337613587902</c:v>
                </c:pt>
                <c:pt idx="52">
                  <c:v>4.0570802736326126</c:v>
                </c:pt>
                <c:pt idx="53">
                  <c:v>4.0486509372296178</c:v>
                </c:pt>
                <c:pt idx="54">
                  <c:v>4.0462807671378913</c:v>
                </c:pt>
                <c:pt idx="55">
                  <c:v>4.0469256378613299</c:v>
                </c:pt>
                <c:pt idx="56">
                  <c:v>4.0458856508072669</c:v>
                </c:pt>
                <c:pt idx="57">
                  <c:v>4.0479330221595475</c:v>
                </c:pt>
                <c:pt idx="58">
                  <c:v>4.0509142525754767</c:v>
                </c:pt>
                <c:pt idx="59">
                  <c:v>4.0542953648130142</c:v>
                </c:pt>
                <c:pt idx="60">
                  <c:v>4.0582796913084156</c:v>
                </c:pt>
                <c:pt idx="61">
                  <c:v>4.0635152737529427</c:v>
                </c:pt>
                <c:pt idx="62">
                  <c:v>4.071373402063621</c:v>
                </c:pt>
                <c:pt idx="63">
                  <c:v>4.0853960147594561</c:v>
                </c:pt>
                <c:pt idx="64">
                  <c:v>4.1108616126294217</c:v>
                </c:pt>
                <c:pt idx="65">
                  <c:v>4.1454118199911925</c:v>
                </c:pt>
                <c:pt idx="66">
                  <c:v>4.1792025353626912</c:v>
                </c:pt>
                <c:pt idx="67">
                  <c:v>4.1954548120958952</c:v>
                </c:pt>
                <c:pt idx="68">
                  <c:v>4.1870843826573267</c:v>
                </c:pt>
                <c:pt idx="69">
                  <c:v>4.1589147049138564</c:v>
                </c:pt>
                <c:pt idx="70">
                  <c:v>4.1233430264914439</c:v>
                </c:pt>
                <c:pt idx="71">
                  <c:v>4.0966425445564001</c:v>
                </c:pt>
                <c:pt idx="72">
                  <c:v>4.0781433135142899</c:v>
                </c:pt>
                <c:pt idx="73">
                  <c:v>4.0662472234325975</c:v>
                </c:pt>
                <c:pt idx="74">
                  <c:v>4.0586452239916717</c:v>
                </c:pt>
                <c:pt idx="75">
                  <c:v>4.0522203622907034</c:v>
                </c:pt>
                <c:pt idx="76">
                  <c:v>4.0471334826896541</c:v>
                </c:pt>
                <c:pt idx="77">
                  <c:v>4.0440620405893135</c:v>
                </c:pt>
                <c:pt idx="78">
                  <c:v>4.042474857298493</c:v>
                </c:pt>
                <c:pt idx="79">
                  <c:v>4.0404453619609511</c:v>
                </c:pt>
                <c:pt idx="80">
                  <c:v>4.0392754375400477</c:v>
                </c:pt>
                <c:pt idx="81">
                  <c:v>4.0382321818942932</c:v>
                </c:pt>
                <c:pt idx="82">
                  <c:v>4.0362629024041325</c:v>
                </c:pt>
                <c:pt idx="83">
                  <c:v>4.03397352871721</c:v>
                </c:pt>
                <c:pt idx="84">
                  <c:v>4.0323712715782012</c:v>
                </c:pt>
                <c:pt idx="85">
                  <c:v>4.0319555023761797</c:v>
                </c:pt>
                <c:pt idx="86">
                  <c:v>4.032202834250814</c:v>
                </c:pt>
                <c:pt idx="87">
                  <c:v>4.0335360797853399</c:v>
                </c:pt>
                <c:pt idx="88">
                  <c:v>4.0341408813349648</c:v>
                </c:pt>
                <c:pt idx="89">
                  <c:v>4.0326977221734088</c:v>
                </c:pt>
                <c:pt idx="90">
                  <c:v>4.0315211629452543</c:v>
                </c:pt>
                <c:pt idx="91">
                  <c:v>4.0293367981899753</c:v>
                </c:pt>
                <c:pt idx="92">
                  <c:v>4.0263010882327688</c:v>
                </c:pt>
                <c:pt idx="93">
                  <c:v>4.0235010694079953</c:v>
                </c:pt>
                <c:pt idx="94">
                  <c:v>4.0220525391259105</c:v>
                </c:pt>
                <c:pt idx="95">
                  <c:v>4.0202099736071348</c:v>
                </c:pt>
                <c:pt idx="96">
                  <c:v>4.0194376024978284</c:v>
                </c:pt>
                <c:pt idx="97">
                  <c:v>4.0196361730587977</c:v>
                </c:pt>
                <c:pt idx="98">
                  <c:v>4.0193569073325905</c:v>
                </c:pt>
                <c:pt idx="99">
                  <c:v>4.0186666632052379</c:v>
                </c:pt>
                <c:pt idx="100">
                  <c:v>4.018815778238376</c:v>
                </c:pt>
                <c:pt idx="101">
                  <c:v>4.0199339258528362</c:v>
                </c:pt>
                <c:pt idx="102">
                  <c:v>4.0207091389013785</c:v>
                </c:pt>
                <c:pt idx="103">
                  <c:v>4.0224452492090004</c:v>
                </c:pt>
                <c:pt idx="104">
                  <c:v>4.0252414390087736</c:v>
                </c:pt>
                <c:pt idx="105">
                  <c:v>4.0277508153111476</c:v>
                </c:pt>
                <c:pt idx="106">
                  <c:v>4.0323728733327577</c:v>
                </c:pt>
                <c:pt idx="107">
                  <c:v>4.0396016350363411</c:v>
                </c:pt>
                <c:pt idx="108">
                  <c:v>4.0496795239854464</c:v>
                </c:pt>
                <c:pt idx="109">
                  <c:v>4.0608817578567109</c:v>
                </c:pt>
                <c:pt idx="110">
                  <c:v>4.065702084528442</c:v>
                </c:pt>
                <c:pt idx="111">
                  <c:v>4.0612965580514615</c:v>
                </c:pt>
                <c:pt idx="112">
                  <c:v>4.0514194126982881</c:v>
                </c:pt>
                <c:pt idx="113">
                  <c:v>4.0436939335285311</c:v>
                </c:pt>
                <c:pt idx="114">
                  <c:v>4.0399760804170741</c:v>
                </c:pt>
                <c:pt idx="115">
                  <c:v>4.0392727908485444</c:v>
                </c:pt>
                <c:pt idx="116">
                  <c:v>4.039526363419264</c:v>
                </c:pt>
                <c:pt idx="117">
                  <c:v>4.0388063801694951</c:v>
                </c:pt>
                <c:pt idx="118">
                  <c:v>4.0397628011934925</c:v>
                </c:pt>
                <c:pt idx="119">
                  <c:v>4.042928768506882</c:v>
                </c:pt>
                <c:pt idx="120">
                  <c:v>4.0473675268712945</c:v>
                </c:pt>
                <c:pt idx="121">
                  <c:v>4.0552051035501417</c:v>
                </c:pt>
                <c:pt idx="122">
                  <c:v>4.0642093432895985</c:v>
                </c:pt>
                <c:pt idx="123">
                  <c:v>4.0711354240017146</c:v>
                </c:pt>
                <c:pt idx="124">
                  <c:v>4.0718129987205636</c:v>
                </c:pt>
                <c:pt idx="125">
                  <c:v>4.0669151008473348</c:v>
                </c:pt>
                <c:pt idx="126">
                  <c:v>4.0619793176823524</c:v>
                </c:pt>
                <c:pt idx="127">
                  <c:v>4.0572029072879294</c:v>
                </c:pt>
                <c:pt idx="128">
                  <c:v>4.0548161158289391</c:v>
                </c:pt>
                <c:pt idx="129">
                  <c:v>4.0538771803242115</c:v>
                </c:pt>
                <c:pt idx="130">
                  <c:v>4.0528771395102039</c:v>
                </c:pt>
                <c:pt idx="131">
                  <c:v>4.0517925491960654</c:v>
                </c:pt>
                <c:pt idx="132">
                  <c:v>4.0510052344037266</c:v>
                </c:pt>
                <c:pt idx="133">
                  <c:v>4.0490278087442295</c:v>
                </c:pt>
                <c:pt idx="134">
                  <c:v>4.0458029814704979</c:v>
                </c:pt>
                <c:pt idx="135">
                  <c:v>4.0451152900264793</c:v>
                </c:pt>
                <c:pt idx="136">
                  <c:v>4.0418523858289603</c:v>
                </c:pt>
                <c:pt idx="137">
                  <c:v>4.0384323144371326</c:v>
                </c:pt>
                <c:pt idx="138">
                  <c:v>4.0367136317976007</c:v>
                </c:pt>
                <c:pt idx="139">
                  <c:v>4.0360693432016648</c:v>
                </c:pt>
                <c:pt idx="140">
                  <c:v>4.0354810220070521</c:v>
                </c:pt>
                <c:pt idx="141">
                  <c:v>4.0349416718366333</c:v>
                </c:pt>
                <c:pt idx="142">
                  <c:v>4.0362612102571065</c:v>
                </c:pt>
                <c:pt idx="143">
                  <c:v>4.0345105612247139</c:v>
                </c:pt>
                <c:pt idx="144">
                  <c:v>4.0337329835091742</c:v>
                </c:pt>
                <c:pt idx="145">
                  <c:v>4.0327075713368687</c:v>
                </c:pt>
                <c:pt idx="146">
                  <c:v>4.033966496183095</c:v>
                </c:pt>
                <c:pt idx="147">
                  <c:v>4.0336623978377082</c:v>
                </c:pt>
                <c:pt idx="148">
                  <c:v>4.0308372679849489</c:v>
                </c:pt>
                <c:pt idx="149">
                  <c:v>4.029414266344058</c:v>
                </c:pt>
                <c:pt idx="150">
                  <c:v>4.0297702029627676</c:v>
                </c:pt>
                <c:pt idx="151">
                  <c:v>4.0307486110510107</c:v>
                </c:pt>
                <c:pt idx="152">
                  <c:v>4.0348055769347804</c:v>
                </c:pt>
                <c:pt idx="153">
                  <c:v>4.0354385520092526</c:v>
                </c:pt>
                <c:pt idx="154">
                  <c:v>4.036362388355899</c:v>
                </c:pt>
                <c:pt idx="155">
                  <c:v>4.0354917100126277</c:v>
                </c:pt>
                <c:pt idx="156">
                  <c:v>4.0348689709813854</c:v>
                </c:pt>
                <c:pt idx="157">
                  <c:v>4.0335587212910626</c:v>
                </c:pt>
                <c:pt idx="158">
                  <c:v>4.0327281265843995</c:v>
                </c:pt>
                <c:pt idx="159">
                  <c:v>4.0318172742120497</c:v>
                </c:pt>
                <c:pt idx="160">
                  <c:v>4.0317967840470974</c:v>
                </c:pt>
                <c:pt idx="161">
                  <c:v>4.0322439158202847</c:v>
                </c:pt>
                <c:pt idx="162">
                  <c:v>4.032205282078885</c:v>
                </c:pt>
                <c:pt idx="163">
                  <c:v>4.0346092011029677</c:v>
                </c:pt>
                <c:pt idx="164">
                  <c:v>4.033900260197254</c:v>
                </c:pt>
                <c:pt idx="165">
                  <c:v>4.034086284283477</c:v>
                </c:pt>
                <c:pt idx="166">
                  <c:v>4.0355725317273228</c:v>
                </c:pt>
                <c:pt idx="167">
                  <c:v>4.0368098708518678</c:v>
                </c:pt>
                <c:pt idx="168">
                  <c:v>4.0379691795811716</c:v>
                </c:pt>
                <c:pt idx="169">
                  <c:v>4.0401067626178628</c:v>
                </c:pt>
                <c:pt idx="170">
                  <c:v>4.0429819156631606</c:v>
                </c:pt>
                <c:pt idx="171">
                  <c:v>4.0463244953988644</c:v>
                </c:pt>
                <c:pt idx="172">
                  <c:v>4.0476316536667349</c:v>
                </c:pt>
                <c:pt idx="173">
                  <c:v>4.0477137011033149</c:v>
                </c:pt>
                <c:pt idx="174">
                  <c:v>4.0475907492665053</c:v>
                </c:pt>
                <c:pt idx="175">
                  <c:v>4.0480441289671738</c:v>
                </c:pt>
                <c:pt idx="176">
                  <c:v>4.049530054613828</c:v>
                </c:pt>
                <c:pt idx="177">
                  <c:v>4.050032803065557</c:v>
                </c:pt>
                <c:pt idx="178">
                  <c:v>4.0503928218081828</c:v>
                </c:pt>
                <c:pt idx="179">
                  <c:v>4.0509143285051508</c:v>
                </c:pt>
                <c:pt idx="180">
                  <c:v>4.0521696484996994</c:v>
                </c:pt>
                <c:pt idx="181">
                  <c:v>4.0544962060328134</c:v>
                </c:pt>
                <c:pt idx="182">
                  <c:v>4.0559625996746913</c:v>
                </c:pt>
                <c:pt idx="183">
                  <c:v>4.0587665451483339</c:v>
                </c:pt>
                <c:pt idx="184">
                  <c:v>4.0620727979584546</c:v>
                </c:pt>
                <c:pt idx="185">
                  <c:v>4.0640856791601303</c:v>
                </c:pt>
                <c:pt idx="186">
                  <c:v>4.0667190504284116</c:v>
                </c:pt>
                <c:pt idx="187">
                  <c:v>4.0688292879352757</c:v>
                </c:pt>
                <c:pt idx="188">
                  <c:v>4.0695414070402105</c:v>
                </c:pt>
                <c:pt idx="189">
                  <c:v>4.0690520077483558</c:v>
                </c:pt>
                <c:pt idx="190">
                  <c:v>4.0666238635424872</c:v>
                </c:pt>
                <c:pt idx="191">
                  <c:v>4.0653379547363109</c:v>
                </c:pt>
                <c:pt idx="192">
                  <c:v>4.0661635489315699</c:v>
                </c:pt>
                <c:pt idx="193">
                  <c:v>4.067299594254961</c:v>
                </c:pt>
                <c:pt idx="194">
                  <c:v>4.0693410467083488</c:v>
                </c:pt>
                <c:pt idx="195">
                  <c:v>4.0755434380794515</c:v>
                </c:pt>
                <c:pt idx="196">
                  <c:v>4.0831506224324201</c:v>
                </c:pt>
                <c:pt idx="197">
                  <c:v>4.0840382041674603</c:v>
                </c:pt>
                <c:pt idx="198">
                  <c:v>4.0779069335912412</c:v>
                </c:pt>
                <c:pt idx="199">
                  <c:v>4.0733991406901371</c:v>
                </c:pt>
                <c:pt idx="200">
                  <c:v>4.0687536258227306</c:v>
                </c:pt>
                <c:pt idx="201">
                  <c:v>4.0651394601050166</c:v>
                </c:pt>
                <c:pt idx="202">
                  <c:v>4.0658613849850269</c:v>
                </c:pt>
                <c:pt idx="203">
                  <c:v>4.0679108209013073</c:v>
                </c:pt>
                <c:pt idx="204">
                  <c:v>4.0734162501767353</c:v>
                </c:pt>
                <c:pt idx="205">
                  <c:v>4.0814101045879916</c:v>
                </c:pt>
                <c:pt idx="206">
                  <c:v>4.0861404148230456</c:v>
                </c:pt>
                <c:pt idx="207">
                  <c:v>4.0910784107956779</c:v>
                </c:pt>
                <c:pt idx="208">
                  <c:v>4.0966789980314404</c:v>
                </c:pt>
                <c:pt idx="209">
                  <c:v>4.0996027749938504</c:v>
                </c:pt>
                <c:pt idx="210">
                  <c:v>4.1058971135847759</c:v>
                </c:pt>
                <c:pt idx="211">
                  <c:v>4.1175373423584256</c:v>
                </c:pt>
                <c:pt idx="212">
                  <c:v>4.1262622549047965</c:v>
                </c:pt>
                <c:pt idx="213">
                  <c:v>4.1203099831120831</c:v>
                </c:pt>
                <c:pt idx="214">
                  <c:v>4.1353388013883361</c:v>
                </c:pt>
                <c:pt idx="215">
                  <c:v>4.1758569871382942</c:v>
                </c:pt>
                <c:pt idx="216">
                  <c:v>4.1898382290087568</c:v>
                </c:pt>
                <c:pt idx="217">
                  <c:v>4.2102661316280958</c:v>
                </c:pt>
                <c:pt idx="218">
                  <c:v>4.2102670572469822</c:v>
                </c:pt>
                <c:pt idx="219">
                  <c:v>4.1657365450303177</c:v>
                </c:pt>
                <c:pt idx="220">
                  <c:v>4.1420465445142849</c:v>
                </c:pt>
                <c:pt idx="221">
                  <c:v>4.1266771491077145</c:v>
                </c:pt>
                <c:pt idx="222">
                  <c:v>4.1148014081787219</c:v>
                </c:pt>
                <c:pt idx="223">
                  <c:v>4.1030025442370617</c:v>
                </c:pt>
                <c:pt idx="224">
                  <c:v>4.0900549149437238</c:v>
                </c:pt>
                <c:pt idx="225">
                  <c:v>4.077288099514675</c:v>
                </c:pt>
                <c:pt idx="226">
                  <c:v>4.0649655883823721</c:v>
                </c:pt>
                <c:pt idx="227">
                  <c:v>4.0566838664975249</c:v>
                </c:pt>
                <c:pt idx="228">
                  <c:v>4.0502871240859228</c:v>
                </c:pt>
                <c:pt idx="229">
                  <c:v>4.0433799787882858</c:v>
                </c:pt>
                <c:pt idx="230">
                  <c:v>4.0376353963488496</c:v>
                </c:pt>
                <c:pt idx="231">
                  <c:v>4.0341639639559377</c:v>
                </c:pt>
                <c:pt idx="232">
                  <c:v>4.0323714089747549</c:v>
                </c:pt>
                <c:pt idx="233">
                  <c:v>4.0312069623374933</c:v>
                </c:pt>
                <c:pt idx="234">
                  <c:v>4.0295023791153302</c:v>
                </c:pt>
                <c:pt idx="235">
                  <c:v>4.0282162660221736</c:v>
                </c:pt>
                <c:pt idx="236">
                  <c:v>4.0275321053080075</c:v>
                </c:pt>
                <c:pt idx="237">
                  <c:v>4.0274836639836833</c:v>
                </c:pt>
                <c:pt idx="238">
                  <c:v>4.028504722854664</c:v>
                </c:pt>
                <c:pt idx="239">
                  <c:v>4.0305624097955466</c:v>
                </c:pt>
                <c:pt idx="240">
                  <c:v>4.0323117897176699</c:v>
                </c:pt>
                <c:pt idx="241">
                  <c:v>4.0328074984038862</c:v>
                </c:pt>
                <c:pt idx="242">
                  <c:v>4.0365598525130437</c:v>
                </c:pt>
                <c:pt idx="243">
                  <c:v>4.0389521000614836</c:v>
                </c:pt>
                <c:pt idx="244">
                  <c:v>4.0402121566214264</c:v>
                </c:pt>
                <c:pt idx="245">
                  <c:v>4.0424853898290216</c:v>
                </c:pt>
                <c:pt idx="246">
                  <c:v>4.0438160067505384</c:v>
                </c:pt>
                <c:pt idx="247">
                  <c:v>4.0504717886694062</c:v>
                </c:pt>
                <c:pt idx="248">
                  <c:v>4.0628606804155005</c:v>
                </c:pt>
                <c:pt idx="249">
                  <c:v>4.0798063541653891</c:v>
                </c:pt>
                <c:pt idx="250">
                  <c:v>4.0979093118532672</c:v>
                </c:pt>
                <c:pt idx="251">
                  <c:v>4.1392004689185278</c:v>
                </c:pt>
                <c:pt idx="252">
                  <c:v>4.1965378729694525</c:v>
                </c:pt>
                <c:pt idx="253">
                  <c:v>4.3002293452195142</c:v>
                </c:pt>
                <c:pt idx="254">
                  <c:v>4.4947029723705061</c:v>
                </c:pt>
                <c:pt idx="255">
                  <c:v>4.6862869909125049</c:v>
                </c:pt>
                <c:pt idx="256">
                  <c:v>4.8055435546495797</c:v>
                </c:pt>
                <c:pt idx="257">
                  <c:v>4.8721381310319991</c:v>
                </c:pt>
                <c:pt idx="258">
                  <c:v>4.9369329571926714</c:v>
                </c:pt>
                <c:pt idx="259">
                  <c:v>5</c:v>
                </c:pt>
                <c:pt idx="260">
                  <c:v>4.7047544182681991</c:v>
                </c:pt>
                <c:pt idx="261">
                  <c:v>4.3945311948605941</c:v>
                </c:pt>
                <c:pt idx="262">
                  <c:v>4.1718483052959519</c:v>
                </c:pt>
                <c:pt idx="263">
                  <c:v>4.1076199361994039</c:v>
                </c:pt>
                <c:pt idx="264">
                  <c:v>4.0862294839466449</c:v>
                </c:pt>
                <c:pt idx="265">
                  <c:v>4.0737519244195157</c:v>
                </c:pt>
                <c:pt idx="266">
                  <c:v>4.0682173960003549</c:v>
                </c:pt>
                <c:pt idx="267">
                  <c:v>4.0675686600949268</c:v>
                </c:pt>
                <c:pt idx="268">
                  <c:v>4.0690011204038106</c:v>
                </c:pt>
                <c:pt idx="269">
                  <c:v>4.073130891998094</c:v>
                </c:pt>
                <c:pt idx="270">
                  <c:v>4.0777925328820324</c:v>
                </c:pt>
                <c:pt idx="271">
                  <c:v>4.0854181283731581</c:v>
                </c:pt>
                <c:pt idx="272">
                  <c:v>4.0866149029731575</c:v>
                </c:pt>
                <c:pt idx="273">
                  <c:v>4.0935987191632961</c:v>
                </c:pt>
                <c:pt idx="274">
                  <c:v>4.1198975837413192</c:v>
                </c:pt>
                <c:pt idx="275">
                  <c:v>4.1594998696034393</c:v>
                </c:pt>
                <c:pt idx="276">
                  <c:v>4.2320554316126158</c:v>
                </c:pt>
                <c:pt idx="277">
                  <c:v>4.3559143749307232</c:v>
                </c:pt>
                <c:pt idx="278">
                  <c:v>4.875678796825035</c:v>
                </c:pt>
                <c:pt idx="279">
                  <c:v>4.9857712707798534</c:v>
                </c:pt>
                <c:pt idx="280">
                  <c:v>4.7066975815661127</c:v>
                </c:pt>
                <c:pt idx="281">
                  <c:v>4.3757803256466072</c:v>
                </c:pt>
                <c:pt idx="282">
                  <c:v>4.1847615565253466</c:v>
                </c:pt>
                <c:pt idx="283">
                  <c:v>4.1101400276250954</c:v>
                </c:pt>
                <c:pt idx="284">
                  <c:v>4.0814768069989746</c:v>
                </c:pt>
                <c:pt idx="285">
                  <c:v>4.0663363937957619</c:v>
                </c:pt>
                <c:pt idx="286">
                  <c:v>4.0562210389759601</c:v>
                </c:pt>
                <c:pt idx="287">
                  <c:v>4.0589728749988723</c:v>
                </c:pt>
                <c:pt idx="288">
                  <c:v>4.0580368392845614</c:v>
                </c:pt>
                <c:pt idx="289">
                  <c:v>4.0499901088944341</c:v>
                </c:pt>
                <c:pt idx="290">
                  <c:v>4.0399868226581326</c:v>
                </c:pt>
                <c:pt idx="291">
                  <c:v>4.0269218115119454</c:v>
                </c:pt>
                <c:pt idx="292">
                  <c:v>4.0231894269071162</c:v>
                </c:pt>
                <c:pt idx="293">
                  <c:v>4.0244494671964137</c:v>
                </c:pt>
                <c:pt idx="294">
                  <c:v>4.0251025473639181</c:v>
                </c:pt>
                <c:pt idx="295">
                  <c:v>4.0225291081106658</c:v>
                </c:pt>
                <c:pt idx="296">
                  <c:v>4.0216340780361515</c:v>
                </c:pt>
                <c:pt idx="297">
                  <c:v>4.0258409996030249</c:v>
                </c:pt>
                <c:pt idx="298">
                  <c:v>4.028500111030878</c:v>
                </c:pt>
                <c:pt idx="299">
                  <c:v>4.0314721015285899</c:v>
                </c:pt>
                <c:pt idx="300">
                  <c:v>4.0353805670480138</c:v>
                </c:pt>
                <c:pt idx="301">
                  <c:v>4.0346986679534309</c:v>
                </c:pt>
                <c:pt idx="302">
                  <c:v>4.0360785451550445</c:v>
                </c:pt>
                <c:pt idx="303">
                  <c:v>4.0420617890234558</c:v>
                </c:pt>
                <c:pt idx="304">
                  <c:v>4.0428911724710295</c:v>
                </c:pt>
                <c:pt idx="305">
                  <c:v>4.0414643779621251</c:v>
                </c:pt>
                <c:pt idx="306">
                  <c:v>4.0404559487269616</c:v>
                </c:pt>
                <c:pt idx="307">
                  <c:v>4.0369787312160108</c:v>
                </c:pt>
                <c:pt idx="308">
                  <c:v>4.0332270243169335</c:v>
                </c:pt>
                <c:pt idx="309">
                  <c:v>4.0302603742063106</c:v>
                </c:pt>
                <c:pt idx="310">
                  <c:v>4.0252560392004222</c:v>
                </c:pt>
                <c:pt idx="311">
                  <c:v>4.0193920157676866</c:v>
                </c:pt>
                <c:pt idx="312">
                  <c:v>4.0159163204659194</c:v>
                </c:pt>
                <c:pt idx="313">
                  <c:v>4.0204156038199601</c:v>
                </c:pt>
                <c:pt idx="314">
                  <c:v>4.0200663200869942</c:v>
                </c:pt>
                <c:pt idx="315">
                  <c:v>4.020825372769866</c:v>
                </c:pt>
                <c:pt idx="316">
                  <c:v>4.0229607556538536</c:v>
                </c:pt>
                <c:pt idx="317">
                  <c:v>4.0263233139331325</c:v>
                </c:pt>
                <c:pt idx="318">
                  <c:v>4.033303405953534</c:v>
                </c:pt>
                <c:pt idx="319">
                  <c:v>4.0394123387427268</c:v>
                </c:pt>
                <c:pt idx="320">
                  <c:v>4.0467772098109585</c:v>
                </c:pt>
                <c:pt idx="321">
                  <c:v>4.0669535067997122</c:v>
                </c:pt>
                <c:pt idx="322">
                  <c:v>4.0905579526513538</c:v>
                </c:pt>
                <c:pt idx="323">
                  <c:v>4.1109813862670093</c:v>
                </c:pt>
                <c:pt idx="324">
                  <c:v>4.1073551513467867</c:v>
                </c:pt>
                <c:pt idx="325">
                  <c:v>4.0913706821903757</c:v>
                </c:pt>
                <c:pt idx="326">
                  <c:v>4.0819043850731918</c:v>
                </c:pt>
                <c:pt idx="327">
                  <c:v>4.0843479900070179</c:v>
                </c:pt>
                <c:pt idx="328">
                  <c:v>4.1050457249944632</c:v>
                </c:pt>
                <c:pt idx="329">
                  <c:v>4.1698059272236776</c:v>
                </c:pt>
                <c:pt idx="330">
                  <c:v>4.3348902146579604</c:v>
                </c:pt>
                <c:pt idx="331">
                  <c:v>4.4462557616883087</c:v>
                </c:pt>
                <c:pt idx="332">
                  <c:v>4.4709281041728515</c:v>
                </c:pt>
                <c:pt idx="333">
                  <c:v>4.4413396551560558</c:v>
                </c:pt>
                <c:pt idx="334">
                  <c:v>4.3619498439522246</c:v>
                </c:pt>
                <c:pt idx="335">
                  <c:v>4.2291162879304158</c:v>
                </c:pt>
                <c:pt idx="336">
                  <c:v>4.1228224092563739</c:v>
                </c:pt>
                <c:pt idx="337">
                  <c:v>4.0671486894509297</c:v>
                </c:pt>
                <c:pt idx="338">
                  <c:v>4.04488100720872</c:v>
                </c:pt>
                <c:pt idx="339">
                  <c:v>4.0331134009829608</c:v>
                </c:pt>
                <c:pt idx="340">
                  <c:v>4.0264499700533367</c:v>
                </c:pt>
                <c:pt idx="341">
                  <c:v>4.0197665913135756</c:v>
                </c:pt>
                <c:pt idx="342">
                  <c:v>4.0166782385900692</c:v>
                </c:pt>
                <c:pt idx="343">
                  <c:v>4.0153427260124133</c:v>
                </c:pt>
                <c:pt idx="344">
                  <c:v>4.0127324608671477</c:v>
                </c:pt>
                <c:pt idx="345">
                  <c:v>4.0109848571570472</c:v>
                </c:pt>
                <c:pt idx="346">
                  <c:v>4.0102669746282658</c:v>
                </c:pt>
                <c:pt idx="347">
                  <c:v>4.0087960026078155</c:v>
                </c:pt>
                <c:pt idx="348">
                  <c:v>4.0081445820460484</c:v>
                </c:pt>
                <c:pt idx="349">
                  <c:v>4.0070970341138867</c:v>
                </c:pt>
                <c:pt idx="350">
                  <c:v>4.0071338970668124</c:v>
                </c:pt>
                <c:pt idx="351">
                  <c:v>4.0072334223393025</c:v>
                </c:pt>
                <c:pt idx="352">
                  <c:v>4.0072494792055959</c:v>
                </c:pt>
                <c:pt idx="353">
                  <c:v>4.007419119656749</c:v>
                </c:pt>
                <c:pt idx="354">
                  <c:v>4.0077452787362429</c:v>
                </c:pt>
                <c:pt idx="355">
                  <c:v>4.0079640050100283</c:v>
                </c:pt>
                <c:pt idx="356">
                  <c:v>4.0086612464184332</c:v>
                </c:pt>
                <c:pt idx="357">
                  <c:v>4.0091071913384981</c:v>
                </c:pt>
                <c:pt idx="358">
                  <c:v>4.0079442226181108</c:v>
                </c:pt>
                <c:pt idx="359">
                  <c:v>4.0090569385490875</c:v>
                </c:pt>
                <c:pt idx="360">
                  <c:v>4.0109213944121658</c:v>
                </c:pt>
                <c:pt idx="361">
                  <c:v>4.0128752357724853</c:v>
                </c:pt>
                <c:pt idx="362">
                  <c:v>4.0139675880879677</c:v>
                </c:pt>
                <c:pt idx="363">
                  <c:v>4.0156292375989633</c:v>
                </c:pt>
                <c:pt idx="364">
                  <c:v>4.0178212097844623</c:v>
                </c:pt>
                <c:pt idx="365">
                  <c:v>4.0186391079648809</c:v>
                </c:pt>
                <c:pt idx="366">
                  <c:v>4.0182097961631014</c:v>
                </c:pt>
                <c:pt idx="367">
                  <c:v>4.0177953503068311</c:v>
                </c:pt>
                <c:pt idx="368">
                  <c:v>4.018234133431549</c:v>
                </c:pt>
                <c:pt idx="369">
                  <c:v>4.0184810422694275</c:v>
                </c:pt>
                <c:pt idx="370">
                  <c:v>4.0188933096671864</c:v>
                </c:pt>
                <c:pt idx="371">
                  <c:v>4.0185750540532501</c:v>
                </c:pt>
                <c:pt idx="372">
                  <c:v>4.0176173801896269</c:v>
                </c:pt>
                <c:pt idx="373">
                  <c:v>4.016601379681231</c:v>
                </c:pt>
                <c:pt idx="374">
                  <c:v>4.0160671204146867</c:v>
                </c:pt>
                <c:pt idx="375">
                  <c:v>4.0166882757698659</c:v>
                </c:pt>
                <c:pt idx="376">
                  <c:v>4.016097640528038</c:v>
                </c:pt>
                <c:pt idx="377">
                  <c:v>4.0151086592326548</c:v>
                </c:pt>
                <c:pt idx="378">
                  <c:v>4.0145327046317734</c:v>
                </c:pt>
                <c:pt idx="379">
                  <c:v>4.013305349355468</c:v>
                </c:pt>
                <c:pt idx="380">
                  <c:v>4.0117764267229177</c:v>
                </c:pt>
                <c:pt idx="381">
                  <c:v>4.0119076557981463</c:v>
                </c:pt>
                <c:pt idx="382">
                  <c:v>4.0124468685720105</c:v>
                </c:pt>
                <c:pt idx="383">
                  <c:v>4.0161427373309966</c:v>
                </c:pt>
                <c:pt idx="384">
                  <c:v>4.017131037971085</c:v>
                </c:pt>
                <c:pt idx="385">
                  <c:v>4.0160412139329704</c:v>
                </c:pt>
                <c:pt idx="386">
                  <c:v>4.0134960602912271</c:v>
                </c:pt>
                <c:pt idx="387">
                  <c:v>4.0106836477549805</c:v>
                </c:pt>
                <c:pt idx="388">
                  <c:v>4.0091750607162604</c:v>
                </c:pt>
                <c:pt idx="389">
                  <c:v>4.0084667127851459</c:v>
                </c:pt>
                <c:pt idx="390">
                  <c:v>4.0074779647023338</c:v>
                </c:pt>
                <c:pt idx="391">
                  <c:v>4.0075065779865442</c:v>
                </c:pt>
                <c:pt idx="392">
                  <c:v>4.0091429524072222</c:v>
                </c:pt>
                <c:pt idx="393">
                  <c:v>4.0089263395093715</c:v>
                </c:pt>
                <c:pt idx="394">
                  <c:v>4.0092813848583333</c:v>
                </c:pt>
                <c:pt idx="395">
                  <c:v>4.0105603849680769</c:v>
                </c:pt>
                <c:pt idx="396">
                  <c:v>4.0108714200315614</c:v>
                </c:pt>
                <c:pt idx="397">
                  <c:v>4.0107041885397159</c:v>
                </c:pt>
                <c:pt idx="398">
                  <c:v>4.0112523745740125</c:v>
                </c:pt>
                <c:pt idx="399">
                  <c:v>4.0125653848503493</c:v>
                </c:pt>
                <c:pt idx="400">
                  <c:v>4.0165424022106784</c:v>
                </c:pt>
                <c:pt idx="401">
                  <c:v>4.0179914676161816</c:v>
                </c:pt>
                <c:pt idx="402">
                  <c:v>4.0190184490017549</c:v>
                </c:pt>
                <c:pt idx="403">
                  <c:v>4.0201859472887813</c:v>
                </c:pt>
                <c:pt idx="404">
                  <c:v>4.0215338074777511</c:v>
                </c:pt>
                <c:pt idx="405">
                  <c:v>4.0225136763082983</c:v>
                </c:pt>
                <c:pt idx="406">
                  <c:v>4.0231636813239957</c:v>
                </c:pt>
                <c:pt idx="407">
                  <c:v>4.022487323287784</c:v>
                </c:pt>
                <c:pt idx="408">
                  <c:v>4.0202189351165458</c:v>
                </c:pt>
                <c:pt idx="409">
                  <c:v>4.0172512563396214</c:v>
                </c:pt>
                <c:pt idx="410">
                  <c:v>4.0150516197766457</c:v>
                </c:pt>
                <c:pt idx="411">
                  <c:v>4.0134508080132214</c:v>
                </c:pt>
                <c:pt idx="412">
                  <c:v>4.0122324576347133</c:v>
                </c:pt>
                <c:pt idx="413">
                  <c:v>4.0107869744827696</c:v>
                </c:pt>
                <c:pt idx="414">
                  <c:v>4.0085329361160404</c:v>
                </c:pt>
                <c:pt idx="415">
                  <c:v>4.0074095195245416</c:v>
                </c:pt>
                <c:pt idx="416">
                  <c:v>4.0069285375794328</c:v>
                </c:pt>
                <c:pt idx="417">
                  <c:v>4.0080187918857009</c:v>
                </c:pt>
                <c:pt idx="418">
                  <c:v>4.0098881018243828</c:v>
                </c:pt>
                <c:pt idx="419">
                  <c:v>4.0085724737821344</c:v>
                </c:pt>
                <c:pt idx="420">
                  <c:v>4.0086480409825862</c:v>
                </c:pt>
                <c:pt idx="421">
                  <c:v>4.0085386877888656</c:v>
                </c:pt>
                <c:pt idx="422">
                  <c:v>4.0074502779409338</c:v>
                </c:pt>
                <c:pt idx="423">
                  <c:v>4.0073183844810565</c:v>
                </c:pt>
                <c:pt idx="424">
                  <c:v>4.0095927597975027</c:v>
                </c:pt>
                <c:pt idx="425">
                  <c:v>4.0099786994846385</c:v>
                </c:pt>
                <c:pt idx="426">
                  <c:v>4.0134538958199748</c:v>
                </c:pt>
                <c:pt idx="427">
                  <c:v>4.0145305867362167</c:v>
                </c:pt>
                <c:pt idx="428">
                  <c:v>4.0176969183312572</c:v>
                </c:pt>
                <c:pt idx="429">
                  <c:v>4.0194886778587104</c:v>
                </c:pt>
                <c:pt idx="430">
                  <c:v>4.0251246917110599</c:v>
                </c:pt>
                <c:pt idx="431">
                  <c:v>4.0284553306015622</c:v>
                </c:pt>
                <c:pt idx="432">
                  <c:v>4.0302103925943085</c:v>
                </c:pt>
                <c:pt idx="433">
                  <c:v>4.0255790512660958</c:v>
                </c:pt>
                <c:pt idx="434">
                  <c:v>4.0165642319920263</c:v>
                </c:pt>
                <c:pt idx="435">
                  <c:v>3.9913515522513019</c:v>
                </c:pt>
                <c:pt idx="436">
                  <c:v>4.0010927939956851</c:v>
                </c:pt>
                <c:pt idx="437">
                  <c:v>4.0034358561767878</c:v>
                </c:pt>
                <c:pt idx="438">
                  <c:v>4.0087218536652074</c:v>
                </c:pt>
                <c:pt idx="439">
                  <c:v>4.0118862436300065</c:v>
                </c:pt>
                <c:pt idx="440">
                  <c:v>4.0127828962493464</c:v>
                </c:pt>
                <c:pt idx="441">
                  <c:v>4.0124551340594081</c:v>
                </c:pt>
                <c:pt idx="442">
                  <c:v>4.0072185645291158</c:v>
                </c:pt>
                <c:pt idx="443">
                  <c:v>4.0040547503643467</c:v>
                </c:pt>
                <c:pt idx="444">
                  <c:v>4.0051180527999914</c:v>
                </c:pt>
                <c:pt idx="445">
                  <c:v>4.0076206691015459</c:v>
                </c:pt>
                <c:pt idx="446">
                  <c:v>4.0068914807346605</c:v>
                </c:pt>
                <c:pt idx="447">
                  <c:v>4.0059141442491413</c:v>
                </c:pt>
                <c:pt idx="448">
                  <c:v>4.0069312009935416</c:v>
                </c:pt>
                <c:pt idx="449">
                  <c:v>4.0089284230557896</c:v>
                </c:pt>
                <c:pt idx="450">
                  <c:v>4.0083667640239362</c:v>
                </c:pt>
                <c:pt idx="451">
                  <c:v>4.0118093865290172</c:v>
                </c:pt>
                <c:pt idx="452">
                  <c:v>4.0122941260890777</c:v>
                </c:pt>
                <c:pt idx="453">
                  <c:v>4.010179842615285</c:v>
                </c:pt>
                <c:pt idx="454">
                  <c:v>4.0089917357491718</c:v>
                </c:pt>
                <c:pt idx="455">
                  <c:v>4.0093631746763743</c:v>
                </c:pt>
                <c:pt idx="456">
                  <c:v>4.0097661298419416</c:v>
                </c:pt>
                <c:pt idx="457">
                  <c:v>4.006790174730523</c:v>
                </c:pt>
                <c:pt idx="458">
                  <c:v>4.0077831866261144</c:v>
                </c:pt>
                <c:pt idx="459">
                  <c:v>4.007353560710504</c:v>
                </c:pt>
                <c:pt idx="460">
                  <c:v>4.0086779373878985</c:v>
                </c:pt>
                <c:pt idx="461">
                  <c:v>4.0073688731948121</c:v>
                </c:pt>
                <c:pt idx="462">
                  <c:v>4.0084660529201193</c:v>
                </c:pt>
                <c:pt idx="463">
                  <c:v>4.009165383298491</c:v>
                </c:pt>
                <c:pt idx="464">
                  <c:v>4.0086634348201162</c:v>
                </c:pt>
                <c:pt idx="465">
                  <c:v>4.0087950950674234</c:v>
                </c:pt>
                <c:pt idx="466">
                  <c:v>4.0094239889219043</c:v>
                </c:pt>
                <c:pt idx="467">
                  <c:v>4.0084806657667142</c:v>
                </c:pt>
                <c:pt idx="468">
                  <c:v>4.0092907151690191</c:v>
                </c:pt>
                <c:pt idx="469">
                  <c:v>4.0092895093334784</c:v>
                </c:pt>
                <c:pt idx="470">
                  <c:v>4.007650071963976</c:v>
                </c:pt>
                <c:pt idx="471">
                  <c:v>4.0101287699661778</c:v>
                </c:pt>
                <c:pt idx="472">
                  <c:v>4.0107371420183417</c:v>
                </c:pt>
                <c:pt idx="473">
                  <c:v>4.0111125030747905</c:v>
                </c:pt>
                <c:pt idx="474">
                  <c:v>4.0106147280167246</c:v>
                </c:pt>
                <c:pt idx="475">
                  <c:v>4.0114147836276182</c:v>
                </c:pt>
                <c:pt idx="476">
                  <c:v>4.0121585355772034</c:v>
                </c:pt>
                <c:pt idx="477">
                  <c:v>4.0148082922884027</c:v>
                </c:pt>
                <c:pt idx="478">
                  <c:v>4.0149312396055894</c:v>
                </c:pt>
                <c:pt idx="479">
                  <c:v>4.0159212179299093</c:v>
                </c:pt>
                <c:pt idx="480">
                  <c:v>4.01560874924186</c:v>
                </c:pt>
                <c:pt idx="481">
                  <c:v>4.0142153457111336</c:v>
                </c:pt>
                <c:pt idx="482">
                  <c:v>4.013790049142842</c:v>
                </c:pt>
                <c:pt idx="483">
                  <c:v>4.0135965911799394</c:v>
                </c:pt>
                <c:pt idx="484">
                  <c:v>4.0137276503173256</c:v>
                </c:pt>
                <c:pt idx="485">
                  <c:v>4.0147435125252438</c:v>
                </c:pt>
                <c:pt idx="486">
                  <c:v>4.0155522991447512</c:v>
                </c:pt>
                <c:pt idx="487">
                  <c:v>4.0147402574924218</c:v>
                </c:pt>
                <c:pt idx="488">
                  <c:v>4.0155327978734139</c:v>
                </c:pt>
                <c:pt idx="489">
                  <c:v>4.0166235511461128</c:v>
                </c:pt>
                <c:pt idx="490">
                  <c:v>4.0174491091843842</c:v>
                </c:pt>
                <c:pt idx="491">
                  <c:v>4.0200627098117687</c:v>
                </c:pt>
                <c:pt idx="492">
                  <c:v>4.0204820675948234</c:v>
                </c:pt>
                <c:pt idx="493">
                  <c:v>4.0208324884650528</c:v>
                </c:pt>
                <c:pt idx="494">
                  <c:v>4.0209212068658706</c:v>
                </c:pt>
                <c:pt idx="495">
                  <c:v>4.0213697397223331</c:v>
                </c:pt>
                <c:pt idx="496">
                  <c:v>4.0223476379970489</c:v>
                </c:pt>
                <c:pt idx="497">
                  <c:v>4.022821968864263</c:v>
                </c:pt>
                <c:pt idx="498">
                  <c:v>4.0228146958861792</c:v>
                </c:pt>
                <c:pt idx="499">
                  <c:v>4.0246824411312172</c:v>
                </c:pt>
                <c:pt idx="500">
                  <c:v>4.0258605786118862</c:v>
                </c:pt>
                <c:pt idx="501">
                  <c:v>4.0266066455126115</c:v>
                </c:pt>
                <c:pt idx="502">
                  <c:v>4.0281756418385983</c:v>
                </c:pt>
                <c:pt idx="503">
                  <c:v>4.0308381972195333</c:v>
                </c:pt>
                <c:pt idx="504">
                  <c:v>4.0334450003332227</c:v>
                </c:pt>
                <c:pt idx="505">
                  <c:v>4.0387349267303234</c:v>
                </c:pt>
                <c:pt idx="506">
                  <c:v>4.0464585691251029</c:v>
                </c:pt>
                <c:pt idx="507">
                  <c:v>4.0596651547646347</c:v>
                </c:pt>
                <c:pt idx="508">
                  <c:v>4.0771138011395758</c:v>
                </c:pt>
                <c:pt idx="509">
                  <c:v>4.1001766225462708</c:v>
                </c:pt>
                <c:pt idx="510">
                  <c:v>4.1281151414357229</c:v>
                </c:pt>
                <c:pt idx="511">
                  <c:v>4.1618044870763935</c:v>
                </c:pt>
                <c:pt idx="512">
                  <c:v>4.1862209248645064</c:v>
                </c:pt>
                <c:pt idx="513">
                  <c:v>4.203290551999765</c:v>
                </c:pt>
                <c:pt idx="514">
                  <c:v>4.2158614977948288</c:v>
                </c:pt>
                <c:pt idx="515">
                  <c:v>4.2155500559652319</c:v>
                </c:pt>
                <c:pt idx="516">
                  <c:v>4.2056477706584827</c:v>
                </c:pt>
                <c:pt idx="517">
                  <c:v>4.1910708062580166</c:v>
                </c:pt>
                <c:pt idx="518">
                  <c:v>4.1737295533680605</c:v>
                </c:pt>
                <c:pt idx="519">
                  <c:v>4.1549196325616986</c:v>
                </c:pt>
                <c:pt idx="520">
                  <c:v>4.1375948238697671</c:v>
                </c:pt>
                <c:pt idx="521">
                  <c:v>4.1232653323561888</c:v>
                </c:pt>
                <c:pt idx="522">
                  <c:v>4.1126871934032065</c:v>
                </c:pt>
                <c:pt idx="523">
                  <c:v>4.1066611902810939</c:v>
                </c:pt>
                <c:pt idx="524">
                  <c:v>4.1026652646240258</c:v>
                </c:pt>
                <c:pt idx="525">
                  <c:v>4.1028078677836728</c:v>
                </c:pt>
                <c:pt idx="526">
                  <c:v>4.1052427516520558</c:v>
                </c:pt>
                <c:pt idx="527">
                  <c:v>4.1090124358054378</c:v>
                </c:pt>
                <c:pt idx="528">
                  <c:v>4.1144442349910317</c:v>
                </c:pt>
                <c:pt idx="529">
                  <c:v>4.1216543071476517</c:v>
                </c:pt>
                <c:pt idx="530">
                  <c:v>4.128477550155238</c:v>
                </c:pt>
                <c:pt idx="531">
                  <c:v>4.1351215557431988</c:v>
                </c:pt>
                <c:pt idx="532">
                  <c:v>4.1415107847327493</c:v>
                </c:pt>
                <c:pt idx="533">
                  <c:v>4.1488166656754828</c:v>
                </c:pt>
                <c:pt idx="534">
                  <c:v>4.156570112275257</c:v>
                </c:pt>
                <c:pt idx="535">
                  <c:v>4.1644248707546776</c:v>
                </c:pt>
                <c:pt idx="536">
                  <c:v>4.1749294157748134</c:v>
                </c:pt>
                <c:pt idx="537">
                  <c:v>4.188946467525934</c:v>
                </c:pt>
                <c:pt idx="538">
                  <c:v>4.2074583535137533</c:v>
                </c:pt>
                <c:pt idx="539">
                  <c:v>4.229029887192512</c:v>
                </c:pt>
                <c:pt idx="540">
                  <c:v>4.2532644842578842</c:v>
                </c:pt>
                <c:pt idx="541">
                  <c:v>4.2759919857602791</c:v>
                </c:pt>
                <c:pt idx="542">
                  <c:v>4.3048922371352267</c:v>
                </c:pt>
                <c:pt idx="543">
                  <c:v>4.3330689437971142</c:v>
                </c:pt>
                <c:pt idx="544">
                  <c:v>4.3606728369964305</c:v>
                </c:pt>
                <c:pt idx="545">
                  <c:v>4.3941608316037746</c:v>
                </c:pt>
                <c:pt idx="546">
                  <c:v>4.4278587102935543</c:v>
                </c:pt>
                <c:pt idx="547">
                  <c:v>4.4594725291355886</c:v>
                </c:pt>
                <c:pt idx="548">
                  <c:v>4.4851825771682687</c:v>
                </c:pt>
                <c:pt idx="549">
                  <c:v>4.5113445007709245</c:v>
                </c:pt>
                <c:pt idx="550">
                  <c:v>4.5251847593147909</c:v>
                </c:pt>
                <c:pt idx="551">
                  <c:v>4.5238029838713221</c:v>
                </c:pt>
                <c:pt idx="552">
                  <c:v>4.5255555853810536</c:v>
                </c:pt>
                <c:pt idx="553">
                  <c:v>4.516943685115562</c:v>
                </c:pt>
                <c:pt idx="554">
                  <c:v>4.4943407082789442</c:v>
                </c:pt>
                <c:pt idx="555">
                  <c:v>4.4596662727386942</c:v>
                </c:pt>
                <c:pt idx="556">
                  <c:v>4.4260993112701286</c:v>
                </c:pt>
                <c:pt idx="557">
                  <c:v>4.3947028103872015</c:v>
                </c:pt>
                <c:pt idx="558">
                  <c:v>4.3537922490062888</c:v>
                </c:pt>
                <c:pt idx="559">
                  <c:v>4.3154802758714537</c:v>
                </c:pt>
                <c:pt idx="560">
                  <c:v>4.2819180003484956</c:v>
                </c:pt>
                <c:pt idx="561">
                  <c:v>4.2497540457065979</c:v>
                </c:pt>
                <c:pt idx="562">
                  <c:v>4.2182479168368454</c:v>
                </c:pt>
                <c:pt idx="563">
                  <c:v>4.1989162073090105</c:v>
                </c:pt>
                <c:pt idx="564">
                  <c:v>4.170227271833209</c:v>
                </c:pt>
                <c:pt idx="565">
                  <c:v>4.1488028392433716</c:v>
                </c:pt>
                <c:pt idx="566">
                  <c:v>4.1372326176293832</c:v>
                </c:pt>
                <c:pt idx="567">
                  <c:v>4.1164517938841119</c:v>
                </c:pt>
                <c:pt idx="568">
                  <c:v>4.0979029265292324</c:v>
                </c:pt>
                <c:pt idx="569">
                  <c:v>4.0868039172422668</c:v>
                </c:pt>
                <c:pt idx="570">
                  <c:v>4.0786912292751039</c:v>
                </c:pt>
                <c:pt idx="571">
                  <c:v>4.0696192096464294</c:v>
                </c:pt>
                <c:pt idx="572">
                  <c:v>4.0628986524840256</c:v>
                </c:pt>
                <c:pt idx="573">
                  <c:v>4.0664516911982664</c:v>
                </c:pt>
                <c:pt idx="574">
                  <c:v>4.0592578499134433</c:v>
                </c:pt>
                <c:pt idx="575">
                  <c:v>4.0526055788380848</c:v>
                </c:pt>
                <c:pt idx="576">
                  <c:v>4.0548793724789904</c:v>
                </c:pt>
                <c:pt idx="577">
                  <c:v>4.0438046172994007</c:v>
                </c:pt>
                <c:pt idx="578">
                  <c:v>4.0408329648695238</c:v>
                </c:pt>
                <c:pt idx="579">
                  <c:v>4.0532232016555616</c:v>
                </c:pt>
                <c:pt idx="580">
                  <c:v>4.0437073586180787</c:v>
                </c:pt>
                <c:pt idx="581">
                  <c:v>4.0174598893902784</c:v>
                </c:pt>
                <c:pt idx="582">
                  <c:v>4.0096541308606426</c:v>
                </c:pt>
                <c:pt idx="583">
                  <c:v>4.0258676436872909</c:v>
                </c:pt>
                <c:pt idx="584">
                  <c:v>4.0076385252299414</c:v>
                </c:pt>
                <c:pt idx="585">
                  <c:v>4.0298106770948436</c:v>
                </c:pt>
                <c:pt idx="586">
                  <c:v>4.0548223673721191</c:v>
                </c:pt>
                <c:pt idx="587">
                  <c:v>4.0742682534358394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F-57AB-4D59-AD3D-6260AFD7ADF0}"/>
            </c:ext>
          </c:extLst>
        </c:ser>
        <c:ser>
          <c:idx val="16"/>
          <c:order val="16"/>
          <c:tx>
            <c:strRef>
              <c:f>'Fully separated 1%'!$R$1</c:f>
              <c:strCache>
                <c:ptCount val="1"/>
                <c:pt idx="0">
                  <c:v>1H_3/O-PTIR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1%'!$A$2:$A$589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1%'!$R$2:$R$589</c:f>
              <c:numCache>
                <c:formatCode>General</c:formatCode>
                <c:ptCount val="588"/>
                <c:pt idx="0">
                  <c:v>3.8122799272447074</c:v>
                </c:pt>
                <c:pt idx="1">
                  <c:v>3.8169336260616991</c:v>
                </c:pt>
                <c:pt idx="2">
                  <c:v>3.8241278545001944</c:v>
                </c:pt>
                <c:pt idx="3">
                  <c:v>3.8312196846142323</c:v>
                </c:pt>
                <c:pt idx="4">
                  <c:v>3.8349111895729813</c:v>
                </c:pt>
                <c:pt idx="5">
                  <c:v>3.8342965546328012</c:v>
                </c:pt>
                <c:pt idx="6">
                  <c:v>3.8331663080371077</c:v>
                </c:pt>
                <c:pt idx="7">
                  <c:v>3.8311790029436774</c:v>
                </c:pt>
                <c:pt idx="8">
                  <c:v>3.8312414533018826</c:v>
                </c:pt>
                <c:pt idx="9">
                  <c:v>3.8313497659210207</c:v>
                </c:pt>
                <c:pt idx="10">
                  <c:v>3.8323135139563775</c:v>
                </c:pt>
                <c:pt idx="11">
                  <c:v>3.8336930235097335</c:v>
                </c:pt>
                <c:pt idx="12">
                  <c:v>3.8364271834386723</c:v>
                </c:pt>
                <c:pt idx="13">
                  <c:v>3.8422402345820319</c:v>
                </c:pt>
                <c:pt idx="14">
                  <c:v>3.8449925495454309</c:v>
                </c:pt>
                <c:pt idx="15">
                  <c:v>3.8447906392254416</c:v>
                </c:pt>
                <c:pt idx="16">
                  <c:v>3.8439508935972269</c:v>
                </c:pt>
                <c:pt idx="17">
                  <c:v>3.8420572933892765</c:v>
                </c:pt>
                <c:pt idx="18">
                  <c:v>3.8401485495245247</c:v>
                </c:pt>
                <c:pt idx="19">
                  <c:v>3.8388517967124494</c:v>
                </c:pt>
                <c:pt idx="20">
                  <c:v>3.8405724519702615</c:v>
                </c:pt>
                <c:pt idx="21">
                  <c:v>3.8425733746155437</c:v>
                </c:pt>
                <c:pt idx="22">
                  <c:v>3.8433856069704224</c:v>
                </c:pt>
                <c:pt idx="23">
                  <c:v>3.8439662261031358</c:v>
                </c:pt>
                <c:pt idx="24">
                  <c:v>3.8434317984412862</c:v>
                </c:pt>
                <c:pt idx="25">
                  <c:v>3.841104547090433</c:v>
                </c:pt>
                <c:pt idx="26">
                  <c:v>3.8396866960642457</c:v>
                </c:pt>
                <c:pt idx="27">
                  <c:v>3.8391494254577254</c:v>
                </c:pt>
                <c:pt idx="28">
                  <c:v>3.8396332441108068</c:v>
                </c:pt>
                <c:pt idx="29">
                  <c:v>3.8397647570979907</c:v>
                </c:pt>
                <c:pt idx="30">
                  <c:v>3.8407874107427662</c:v>
                </c:pt>
                <c:pt idx="31">
                  <c:v>3.8443922594813684</c:v>
                </c:pt>
                <c:pt idx="32">
                  <c:v>3.8499563054205774</c:v>
                </c:pt>
                <c:pt idx="33">
                  <c:v>3.8559315013867441</c:v>
                </c:pt>
                <c:pt idx="34">
                  <c:v>3.8599427942367091</c:v>
                </c:pt>
                <c:pt idx="35">
                  <c:v>3.8598256159175826</c:v>
                </c:pt>
                <c:pt idx="36">
                  <c:v>3.8591641183266034</c:v>
                </c:pt>
                <c:pt idx="37">
                  <c:v>3.8604620527216076</c:v>
                </c:pt>
                <c:pt idx="38">
                  <c:v>3.8645732416453562</c:v>
                </c:pt>
                <c:pt idx="39">
                  <c:v>3.8740055144756003</c:v>
                </c:pt>
                <c:pt idx="40">
                  <c:v>3.896145132396903</c:v>
                </c:pt>
                <c:pt idx="41">
                  <c:v>3.9500002021195848</c:v>
                </c:pt>
                <c:pt idx="42">
                  <c:v>4.0459951535398364</c:v>
                </c:pt>
                <c:pt idx="43">
                  <c:v>4.1497092254565162</c:v>
                </c:pt>
                <c:pt idx="44">
                  <c:v>4.2280345254550635</c:v>
                </c:pt>
                <c:pt idx="45">
                  <c:v>4.2493890925328772</c:v>
                </c:pt>
                <c:pt idx="46">
                  <c:v>4.1895814172804977</c:v>
                </c:pt>
                <c:pt idx="47">
                  <c:v>4.1292725262890206</c:v>
                </c:pt>
                <c:pt idx="48">
                  <c:v>4.0718030683957984</c:v>
                </c:pt>
                <c:pt idx="49">
                  <c:v>4.0359925206770377</c:v>
                </c:pt>
                <c:pt idx="50">
                  <c:v>3.9681667818952464</c:v>
                </c:pt>
                <c:pt idx="51">
                  <c:v>3.9133934665640306</c:v>
                </c:pt>
                <c:pt idx="52">
                  <c:v>3.8864558359314887</c:v>
                </c:pt>
                <c:pt idx="53">
                  <c:v>3.8760359077896966</c:v>
                </c:pt>
                <c:pt idx="54">
                  <c:v>3.8733032152693627</c:v>
                </c:pt>
                <c:pt idx="55">
                  <c:v>3.8736647643334634</c:v>
                </c:pt>
                <c:pt idx="56">
                  <c:v>3.8752412205377018</c:v>
                </c:pt>
                <c:pt idx="57">
                  <c:v>3.8787950596011864</c:v>
                </c:pt>
                <c:pt idx="58">
                  <c:v>3.8834285439076419</c:v>
                </c:pt>
                <c:pt idx="59">
                  <c:v>3.8895590861287492</c:v>
                </c:pt>
                <c:pt idx="60">
                  <c:v>3.8988631406231291</c:v>
                </c:pt>
                <c:pt idx="61">
                  <c:v>3.9129818571743789</c:v>
                </c:pt>
                <c:pt idx="62">
                  <c:v>3.9365233071239349</c:v>
                </c:pt>
                <c:pt idx="63">
                  <c:v>3.9728831709598498</c:v>
                </c:pt>
                <c:pt idx="64">
                  <c:v>4.0130264888536971</c:v>
                </c:pt>
                <c:pt idx="65">
                  <c:v>4.0443767064813665</c:v>
                </c:pt>
                <c:pt idx="66">
                  <c:v>4.0612046727434841</c:v>
                </c:pt>
                <c:pt idx="67">
                  <c:v>4.0643723766306969</c:v>
                </c:pt>
                <c:pt idx="68">
                  <c:v>4.056774885167493</c:v>
                </c:pt>
                <c:pt idx="69">
                  <c:v>4.0300117204860078</c:v>
                </c:pt>
                <c:pt idx="70">
                  <c:v>3.9871370932639381</c:v>
                </c:pt>
                <c:pt idx="71">
                  <c:v>3.9443559718701802</c:v>
                </c:pt>
                <c:pt idx="72">
                  <c:v>3.9109714410334275</c:v>
                </c:pt>
                <c:pt idx="73">
                  <c:v>3.8871611720355341</c:v>
                </c:pt>
                <c:pt idx="74">
                  <c:v>3.8715000788878866</c:v>
                </c:pt>
                <c:pt idx="75">
                  <c:v>3.8617148164517339</c:v>
                </c:pt>
                <c:pt idx="76">
                  <c:v>3.8554283665323936</c:v>
                </c:pt>
                <c:pt idx="77">
                  <c:v>3.8512507945953796</c:v>
                </c:pt>
                <c:pt idx="78">
                  <c:v>3.8481517756389305</c:v>
                </c:pt>
                <c:pt idx="79">
                  <c:v>3.8459610290165327</c:v>
                </c:pt>
                <c:pt idx="80">
                  <c:v>3.8441236701143775</c:v>
                </c:pt>
                <c:pt idx="81">
                  <c:v>3.8418624266305903</c:v>
                </c:pt>
                <c:pt idx="82">
                  <c:v>3.8398332072433776</c:v>
                </c:pt>
                <c:pt idx="83">
                  <c:v>3.8381243831269427</c:v>
                </c:pt>
                <c:pt idx="84">
                  <c:v>3.8369390232160678</c:v>
                </c:pt>
                <c:pt idx="85">
                  <c:v>3.8359139349490157</c:v>
                </c:pt>
                <c:pt idx="86">
                  <c:v>3.8351448214389836</c:v>
                </c:pt>
                <c:pt idx="87">
                  <c:v>3.8348965537671575</c:v>
                </c:pt>
                <c:pt idx="88">
                  <c:v>3.834747015898277</c:v>
                </c:pt>
                <c:pt idx="89">
                  <c:v>3.834156354586677</c:v>
                </c:pt>
                <c:pt idx="90">
                  <c:v>3.8325857935370076</c:v>
                </c:pt>
                <c:pt idx="91">
                  <c:v>3.8301502601911959</c:v>
                </c:pt>
                <c:pt idx="92">
                  <c:v>3.8278131146783245</c:v>
                </c:pt>
                <c:pt idx="93">
                  <c:v>3.8258696812741553</c:v>
                </c:pt>
                <c:pt idx="94">
                  <c:v>3.8241080176878728</c:v>
                </c:pt>
                <c:pt idx="95">
                  <c:v>3.8229070368933979</c:v>
                </c:pt>
                <c:pt idx="96">
                  <c:v>3.8221520692023159</c:v>
                </c:pt>
                <c:pt idx="97">
                  <c:v>3.8216034804094265</c:v>
                </c:pt>
                <c:pt idx="98">
                  <c:v>3.8213502771406587</c:v>
                </c:pt>
                <c:pt idx="99">
                  <c:v>3.8215005499898491</c:v>
                </c:pt>
                <c:pt idx="100">
                  <c:v>3.822080814392482</c:v>
                </c:pt>
                <c:pt idx="101">
                  <c:v>3.8226467364710133</c:v>
                </c:pt>
                <c:pt idx="102">
                  <c:v>3.8234658337461473</c:v>
                </c:pt>
                <c:pt idx="103">
                  <c:v>3.8248524021728958</c:v>
                </c:pt>
                <c:pt idx="104">
                  <c:v>3.8268646557646218</c:v>
                </c:pt>
                <c:pt idx="105">
                  <c:v>3.8294658735779965</c:v>
                </c:pt>
                <c:pt idx="106">
                  <c:v>3.83295374815867</c:v>
                </c:pt>
                <c:pt idx="107">
                  <c:v>3.8386154724706589</c:v>
                </c:pt>
                <c:pt idx="108">
                  <c:v>3.8471186944610087</c:v>
                </c:pt>
                <c:pt idx="109">
                  <c:v>3.8550359431912482</c:v>
                </c:pt>
                <c:pt idx="110">
                  <c:v>3.8587543565957865</c:v>
                </c:pt>
                <c:pt idx="111">
                  <c:v>3.8551970416879198</c:v>
                </c:pt>
                <c:pt idx="112">
                  <c:v>3.8486598716103728</c:v>
                </c:pt>
                <c:pt idx="113">
                  <c:v>3.8429470227825928</c:v>
                </c:pt>
                <c:pt idx="114">
                  <c:v>3.8397984666636611</c:v>
                </c:pt>
                <c:pt idx="115">
                  <c:v>3.8389196011980502</c:v>
                </c:pt>
                <c:pt idx="116">
                  <c:v>3.8393915376694556</c:v>
                </c:pt>
                <c:pt idx="117">
                  <c:v>3.8407231612140107</c:v>
                </c:pt>
                <c:pt idx="118">
                  <c:v>3.8421287498082926</c:v>
                </c:pt>
                <c:pt idx="119">
                  <c:v>3.8443681684601003</c:v>
                </c:pt>
                <c:pt idx="120">
                  <c:v>3.8494891692893214</c:v>
                </c:pt>
                <c:pt idx="121">
                  <c:v>3.8562956688181989</c:v>
                </c:pt>
                <c:pt idx="122">
                  <c:v>3.8638455549942483</c:v>
                </c:pt>
                <c:pt idx="123">
                  <c:v>3.8698332915619522</c:v>
                </c:pt>
                <c:pt idx="124">
                  <c:v>3.8710152572929237</c:v>
                </c:pt>
                <c:pt idx="125">
                  <c:v>3.8673173876088525</c:v>
                </c:pt>
                <c:pt idx="126">
                  <c:v>3.8632301723136835</c:v>
                </c:pt>
                <c:pt idx="127">
                  <c:v>3.8613519352358217</c:v>
                </c:pt>
                <c:pt idx="128">
                  <c:v>3.8601353131416274</c:v>
                </c:pt>
                <c:pt idx="129">
                  <c:v>3.8595948423083408</c:v>
                </c:pt>
                <c:pt idx="130">
                  <c:v>3.8597668430129422</c:v>
                </c:pt>
                <c:pt idx="131">
                  <c:v>3.8607557896440619</c:v>
                </c:pt>
                <c:pt idx="132">
                  <c:v>3.8605137718568852</c:v>
                </c:pt>
                <c:pt idx="133">
                  <c:v>3.8584414183127365</c:v>
                </c:pt>
                <c:pt idx="134">
                  <c:v>3.856292820769498</c:v>
                </c:pt>
                <c:pt idx="135">
                  <c:v>3.8547432168667202</c:v>
                </c:pt>
                <c:pt idx="136">
                  <c:v>3.8531946082497783</c:v>
                </c:pt>
                <c:pt idx="137">
                  <c:v>3.8521661768431223</c:v>
                </c:pt>
                <c:pt idx="138">
                  <c:v>3.8499176423938599</c:v>
                </c:pt>
                <c:pt idx="139">
                  <c:v>3.8473784793763706</c:v>
                </c:pt>
                <c:pt idx="140">
                  <c:v>3.8450598717002036</c:v>
                </c:pt>
                <c:pt idx="141">
                  <c:v>3.8429342729158282</c:v>
                </c:pt>
                <c:pt idx="142">
                  <c:v>3.8420076949784345</c:v>
                </c:pt>
                <c:pt idx="143">
                  <c:v>3.8410980037240634</c:v>
                </c:pt>
                <c:pt idx="144">
                  <c:v>3.8416013963319253</c:v>
                </c:pt>
                <c:pt idx="145">
                  <c:v>3.8410089690259697</c:v>
                </c:pt>
                <c:pt idx="146">
                  <c:v>3.8399065904336922</c:v>
                </c:pt>
                <c:pt idx="147">
                  <c:v>3.8391916919295732</c:v>
                </c:pt>
                <c:pt idx="148">
                  <c:v>3.8378700391074854</c:v>
                </c:pt>
                <c:pt idx="149">
                  <c:v>3.8373933507842155</c:v>
                </c:pt>
                <c:pt idx="150">
                  <c:v>3.8371108631437263</c:v>
                </c:pt>
                <c:pt idx="151">
                  <c:v>3.8376279753840392</c:v>
                </c:pt>
                <c:pt idx="152">
                  <c:v>3.838302016128571</c:v>
                </c:pt>
                <c:pt idx="153">
                  <c:v>3.8386981373394007</c:v>
                </c:pt>
                <c:pt idx="154">
                  <c:v>3.8387240300832342</c:v>
                </c:pt>
                <c:pt idx="155">
                  <c:v>3.8388614509850614</c:v>
                </c:pt>
                <c:pt idx="156">
                  <c:v>3.8385066035122586</c:v>
                </c:pt>
                <c:pt idx="157">
                  <c:v>3.8377759896999857</c:v>
                </c:pt>
                <c:pt idx="158">
                  <c:v>3.8365378668797128</c:v>
                </c:pt>
                <c:pt idx="159">
                  <c:v>3.8358268244702058</c:v>
                </c:pt>
                <c:pt idx="160">
                  <c:v>3.835765744544037</c:v>
                </c:pt>
                <c:pt idx="161">
                  <c:v>3.8353083622139761</c:v>
                </c:pt>
                <c:pt idx="162">
                  <c:v>3.8354363023802089</c:v>
                </c:pt>
                <c:pt idx="163">
                  <c:v>3.8358962341732195</c:v>
                </c:pt>
                <c:pt idx="164">
                  <c:v>3.8368899224481439</c:v>
                </c:pt>
                <c:pt idx="165">
                  <c:v>3.8377201158843453</c:v>
                </c:pt>
                <c:pt idx="166">
                  <c:v>3.8386205816046184</c:v>
                </c:pt>
                <c:pt idx="167">
                  <c:v>3.8393628504692359</c:v>
                </c:pt>
                <c:pt idx="168">
                  <c:v>3.8409184490551662</c:v>
                </c:pt>
                <c:pt idx="169">
                  <c:v>3.8427133347722613</c:v>
                </c:pt>
                <c:pt idx="170">
                  <c:v>3.8448470234440753</c:v>
                </c:pt>
                <c:pt idx="171">
                  <c:v>3.8464084023439011</c:v>
                </c:pt>
                <c:pt idx="172">
                  <c:v>3.8477976478343479</c:v>
                </c:pt>
                <c:pt idx="173">
                  <c:v>3.8484578541057548</c:v>
                </c:pt>
                <c:pt idx="174">
                  <c:v>3.8484931178485393</c:v>
                </c:pt>
                <c:pt idx="175">
                  <c:v>3.8491119763734862</c:v>
                </c:pt>
                <c:pt idx="176">
                  <c:v>3.8502763536173199</c:v>
                </c:pt>
                <c:pt idx="177">
                  <c:v>3.8503329419971504</c:v>
                </c:pt>
                <c:pt idx="178">
                  <c:v>3.8509867988553252</c:v>
                </c:pt>
                <c:pt idx="179">
                  <c:v>3.8515410301533022</c:v>
                </c:pt>
                <c:pt idx="180">
                  <c:v>3.8525742236198823</c:v>
                </c:pt>
                <c:pt idx="181">
                  <c:v>3.8534525404022757</c:v>
                </c:pt>
                <c:pt idx="182">
                  <c:v>3.8545472476375688</c:v>
                </c:pt>
                <c:pt idx="183">
                  <c:v>3.8568587760242234</c:v>
                </c:pt>
                <c:pt idx="184">
                  <c:v>3.8592682354331393</c:v>
                </c:pt>
                <c:pt idx="185">
                  <c:v>3.8614816745726048</c:v>
                </c:pt>
                <c:pt idx="186">
                  <c:v>3.8644164611580054</c:v>
                </c:pt>
                <c:pt idx="187">
                  <c:v>3.8676106753766732</c:v>
                </c:pt>
                <c:pt idx="188">
                  <c:v>3.8685716161955686</c:v>
                </c:pt>
                <c:pt idx="189">
                  <c:v>3.8680189416267203</c:v>
                </c:pt>
                <c:pt idx="190">
                  <c:v>3.8664796478644003</c:v>
                </c:pt>
                <c:pt idx="191">
                  <c:v>3.8649641235694627</c:v>
                </c:pt>
                <c:pt idx="192">
                  <c:v>3.8645498345640985</c:v>
                </c:pt>
                <c:pt idx="193">
                  <c:v>3.8651294430988861</c:v>
                </c:pt>
                <c:pt idx="194">
                  <c:v>3.8675809648184525</c:v>
                </c:pt>
                <c:pt idx="195">
                  <c:v>3.8721085864401359</c:v>
                </c:pt>
                <c:pt idx="196">
                  <c:v>3.8746162422808692</c:v>
                </c:pt>
                <c:pt idx="197">
                  <c:v>3.8739610583749124</c:v>
                </c:pt>
                <c:pt idx="198">
                  <c:v>3.8713111532200384</c:v>
                </c:pt>
                <c:pt idx="199">
                  <c:v>3.8679259104731916</c:v>
                </c:pt>
                <c:pt idx="200">
                  <c:v>3.8638341627994452</c:v>
                </c:pt>
                <c:pt idx="201">
                  <c:v>3.86101297660819</c:v>
                </c:pt>
                <c:pt idx="202">
                  <c:v>3.8614801433636257</c:v>
                </c:pt>
                <c:pt idx="203">
                  <c:v>3.8632339186716518</c:v>
                </c:pt>
                <c:pt idx="204">
                  <c:v>3.865868424968228</c:v>
                </c:pt>
                <c:pt idx="205">
                  <c:v>3.8686598954972329</c:v>
                </c:pt>
                <c:pt idx="206">
                  <c:v>3.8716458806068585</c:v>
                </c:pt>
                <c:pt idx="207">
                  <c:v>3.8741467072555458</c:v>
                </c:pt>
                <c:pt idx="208">
                  <c:v>3.8747519022923709</c:v>
                </c:pt>
                <c:pt idx="209">
                  <c:v>3.8762437949287336</c:v>
                </c:pt>
                <c:pt idx="210">
                  <c:v>3.879227171879065</c:v>
                </c:pt>
                <c:pt idx="211">
                  <c:v>3.8828325055005108</c:v>
                </c:pt>
                <c:pt idx="212">
                  <c:v>3.8874182926472733</c:v>
                </c:pt>
                <c:pt idx="213">
                  <c:v>3.8894666317306026</c:v>
                </c:pt>
                <c:pt idx="214">
                  <c:v>3.8946617277623132</c:v>
                </c:pt>
                <c:pt idx="215">
                  <c:v>3.9062016229835201</c:v>
                </c:pt>
                <c:pt idx="216">
                  <c:v>3.9132639875327739</c:v>
                </c:pt>
                <c:pt idx="217">
                  <c:v>3.9205714271831322</c:v>
                </c:pt>
                <c:pt idx="218">
                  <c:v>3.9191038348332645</c:v>
                </c:pt>
                <c:pt idx="219">
                  <c:v>3.9070075595174805</c:v>
                </c:pt>
                <c:pt idx="220">
                  <c:v>3.8959899086386809</c:v>
                </c:pt>
                <c:pt idx="221">
                  <c:v>3.8880804282419938</c:v>
                </c:pt>
                <c:pt idx="222">
                  <c:v>3.8816500753028156</c:v>
                </c:pt>
                <c:pt idx="223">
                  <c:v>3.8759674882684894</c:v>
                </c:pt>
                <c:pt idx="224">
                  <c:v>3.8696241028952834</c:v>
                </c:pt>
                <c:pt idx="225">
                  <c:v>3.8629041626099836</c:v>
                </c:pt>
                <c:pt idx="226">
                  <c:v>3.8553661484075508</c:v>
                </c:pt>
                <c:pt idx="227">
                  <c:v>3.8497577331361623</c:v>
                </c:pt>
                <c:pt idx="228">
                  <c:v>3.8453669199327147</c:v>
                </c:pt>
                <c:pt idx="229">
                  <c:v>3.840756493081467</c:v>
                </c:pt>
                <c:pt idx="230">
                  <c:v>3.8360372610721925</c:v>
                </c:pt>
                <c:pt idx="231">
                  <c:v>3.8333864882322302</c:v>
                </c:pt>
                <c:pt idx="232">
                  <c:v>3.8305366556729945</c:v>
                </c:pt>
                <c:pt idx="233">
                  <c:v>3.82848832934974</c:v>
                </c:pt>
                <c:pt idx="234">
                  <c:v>3.8278696469138258</c:v>
                </c:pt>
                <c:pt idx="235">
                  <c:v>3.8277196216100871</c:v>
                </c:pt>
                <c:pt idx="236">
                  <c:v>3.8270300773746437</c:v>
                </c:pt>
                <c:pt idx="237">
                  <c:v>3.8270447565647214</c:v>
                </c:pt>
                <c:pt idx="238">
                  <c:v>3.8279730035199022</c:v>
                </c:pt>
                <c:pt idx="239">
                  <c:v>3.8288769527406026</c:v>
                </c:pt>
                <c:pt idx="240">
                  <c:v>3.8300814476596838</c:v>
                </c:pt>
                <c:pt idx="241">
                  <c:v>3.8320000525102595</c:v>
                </c:pt>
                <c:pt idx="242">
                  <c:v>3.8355964795994781</c:v>
                </c:pt>
                <c:pt idx="243">
                  <c:v>3.838077790989729</c:v>
                </c:pt>
                <c:pt idx="244">
                  <c:v>3.8396900213397447</c:v>
                </c:pt>
                <c:pt idx="245">
                  <c:v>3.8408410540973272</c:v>
                </c:pt>
                <c:pt idx="246">
                  <c:v>3.8431491168476595</c:v>
                </c:pt>
                <c:pt idx="247">
                  <c:v>3.8485993990637657</c:v>
                </c:pt>
                <c:pt idx="248">
                  <c:v>3.8583648425517012</c:v>
                </c:pt>
                <c:pt idx="249">
                  <c:v>3.8730665669216719</c:v>
                </c:pt>
                <c:pt idx="250">
                  <c:v>3.8911350064098449</c:v>
                </c:pt>
                <c:pt idx="251">
                  <c:v>3.917910196185844</c:v>
                </c:pt>
                <c:pt idx="252">
                  <c:v>3.9464702856443812</c:v>
                </c:pt>
                <c:pt idx="253">
                  <c:v>3.9987004159825221</c:v>
                </c:pt>
                <c:pt idx="254">
                  <c:v>4.1081745694199512</c:v>
                </c:pt>
                <c:pt idx="255">
                  <c:v>4.2251800660926957</c:v>
                </c:pt>
                <c:pt idx="256">
                  <c:v>4.2926243909259005</c:v>
                </c:pt>
                <c:pt idx="257">
                  <c:v>4.4663829234348142</c:v>
                </c:pt>
                <c:pt idx="258">
                  <c:v>4.6354455034149629</c:v>
                </c:pt>
                <c:pt idx="259">
                  <c:v>4.8</c:v>
                </c:pt>
                <c:pt idx="260">
                  <c:v>4.4682886048816082</c:v>
                </c:pt>
                <c:pt idx="261">
                  <c:v>4.117847849439447</c:v>
                </c:pt>
                <c:pt idx="262">
                  <c:v>3.9038580259768172</c:v>
                </c:pt>
                <c:pt idx="263">
                  <c:v>3.8622157514691846</c:v>
                </c:pt>
                <c:pt idx="264">
                  <c:v>3.8533666906188579</c:v>
                </c:pt>
                <c:pt idx="265">
                  <c:v>3.8479776465538489</c:v>
                </c:pt>
                <c:pt idx="266">
                  <c:v>3.8446730117516816</c:v>
                </c:pt>
                <c:pt idx="267">
                  <c:v>3.844997046195799</c:v>
                </c:pt>
                <c:pt idx="268">
                  <c:v>3.8454066241815381</c:v>
                </c:pt>
                <c:pt idx="269">
                  <c:v>3.8481714822984889</c:v>
                </c:pt>
                <c:pt idx="270">
                  <c:v>3.8524799828112601</c:v>
                </c:pt>
                <c:pt idx="271">
                  <c:v>3.8546617310288922</c:v>
                </c:pt>
                <c:pt idx="272">
                  <c:v>3.8544789250929301</c:v>
                </c:pt>
                <c:pt idx="273">
                  <c:v>3.8582227106302489</c:v>
                </c:pt>
                <c:pt idx="274">
                  <c:v>3.8711258718295602</c:v>
                </c:pt>
                <c:pt idx="275">
                  <c:v>3.8919229257181533</c:v>
                </c:pt>
                <c:pt idx="276">
                  <c:v>3.9362498536164208</c:v>
                </c:pt>
                <c:pt idx="277">
                  <c:v>4.005828030450397</c:v>
                </c:pt>
                <c:pt idx="278">
                  <c:v>4.4122018899447024</c:v>
                </c:pt>
                <c:pt idx="279">
                  <c:v>4.4913231327866061</c:v>
                </c:pt>
                <c:pt idx="280">
                  <c:v>4.2745701712651121</c:v>
                </c:pt>
                <c:pt idx="281">
                  <c:v>4.026028025125874</c:v>
                </c:pt>
                <c:pt idx="282">
                  <c:v>3.9034553282234232</c:v>
                </c:pt>
                <c:pt idx="283">
                  <c:v>3.86537817778945</c:v>
                </c:pt>
                <c:pt idx="284">
                  <c:v>3.8503240099447735</c:v>
                </c:pt>
                <c:pt idx="285">
                  <c:v>3.8430795080874782</c:v>
                </c:pt>
                <c:pt idx="286">
                  <c:v>3.8414244268541879</c:v>
                </c:pt>
                <c:pt idx="287">
                  <c:v>3.8403326008437899</c:v>
                </c:pt>
                <c:pt idx="288">
                  <c:v>3.8367468896654091</c:v>
                </c:pt>
                <c:pt idx="289">
                  <c:v>3.8315980820811308</c:v>
                </c:pt>
                <c:pt idx="290">
                  <c:v>3.8264469138830104</c:v>
                </c:pt>
                <c:pt idx="291">
                  <c:v>3.8217458062840159</c:v>
                </c:pt>
                <c:pt idx="292">
                  <c:v>3.8182963676007287</c:v>
                </c:pt>
                <c:pt idx="293">
                  <c:v>3.8154068882130061</c:v>
                </c:pt>
                <c:pt idx="294">
                  <c:v>3.8156389327257005</c:v>
                </c:pt>
                <c:pt idx="295">
                  <c:v>3.8151579557412822</c:v>
                </c:pt>
                <c:pt idx="296">
                  <c:v>3.8158634168940613</c:v>
                </c:pt>
                <c:pt idx="297">
                  <c:v>3.8175256680133955</c:v>
                </c:pt>
                <c:pt idx="298">
                  <c:v>3.8183048517744793</c:v>
                </c:pt>
                <c:pt idx="299">
                  <c:v>3.8196532420573535</c:v>
                </c:pt>
                <c:pt idx="300">
                  <c:v>3.8232575842209853</c:v>
                </c:pt>
                <c:pt idx="301">
                  <c:v>3.8243873051015962</c:v>
                </c:pt>
                <c:pt idx="302">
                  <c:v>3.8261293743169786</c:v>
                </c:pt>
                <c:pt idx="303">
                  <c:v>3.8287893854511137</c:v>
                </c:pt>
                <c:pt idx="304">
                  <c:v>3.8291488980072721</c:v>
                </c:pt>
                <c:pt idx="305">
                  <c:v>3.8274063515650916</c:v>
                </c:pt>
                <c:pt idx="306">
                  <c:v>3.8249787396737305</c:v>
                </c:pt>
                <c:pt idx="307">
                  <c:v>3.8240029844079642</c:v>
                </c:pt>
                <c:pt idx="308">
                  <c:v>3.822819561476448</c:v>
                </c:pt>
                <c:pt idx="309">
                  <c:v>3.8209641840726336</c:v>
                </c:pt>
                <c:pt idx="310">
                  <c:v>3.8189402269402786</c:v>
                </c:pt>
                <c:pt idx="311">
                  <c:v>3.8176175941444441</c:v>
                </c:pt>
                <c:pt idx="312">
                  <c:v>3.8161868311985421</c:v>
                </c:pt>
                <c:pt idx="313">
                  <c:v>3.8148114176292047</c:v>
                </c:pt>
                <c:pt idx="314">
                  <c:v>3.8145407994103171</c:v>
                </c:pt>
                <c:pt idx="315">
                  <c:v>3.8153306276258192</c:v>
                </c:pt>
                <c:pt idx="316">
                  <c:v>3.8162452123688855</c:v>
                </c:pt>
                <c:pt idx="317">
                  <c:v>3.8192258637672345</c:v>
                </c:pt>
                <c:pt idx="318">
                  <c:v>3.8231002780185519</c:v>
                </c:pt>
                <c:pt idx="319">
                  <c:v>3.8266576796949274</c:v>
                </c:pt>
                <c:pt idx="320">
                  <c:v>3.8319758976886176</c:v>
                </c:pt>
                <c:pt idx="321">
                  <c:v>3.8424273381111953</c:v>
                </c:pt>
                <c:pt idx="322">
                  <c:v>3.8571774665490044</c:v>
                </c:pt>
                <c:pt idx="323">
                  <c:v>3.8741985948238113</c:v>
                </c:pt>
                <c:pt idx="324">
                  <c:v>3.8727230401872532</c:v>
                </c:pt>
                <c:pt idx="325">
                  <c:v>3.8606366768975926</c:v>
                </c:pt>
                <c:pt idx="326">
                  <c:v>3.8513901958608194</c:v>
                </c:pt>
                <c:pt idx="327">
                  <c:v>3.8522672978840893</c:v>
                </c:pt>
                <c:pt idx="328">
                  <c:v>3.8663334735512436</c:v>
                </c:pt>
                <c:pt idx="329">
                  <c:v>3.9069699121927188</c:v>
                </c:pt>
                <c:pt idx="330">
                  <c:v>4.1339056584174116</c:v>
                </c:pt>
                <c:pt idx="331">
                  <c:v>4.385739740532351</c:v>
                </c:pt>
                <c:pt idx="332">
                  <c:v>4.4741533802642754</c:v>
                </c:pt>
                <c:pt idx="333">
                  <c:v>4.4104118045677563</c:v>
                </c:pt>
                <c:pt idx="334">
                  <c:v>4.1867579904201033</c:v>
                </c:pt>
                <c:pt idx="335">
                  <c:v>3.9755732397262404</c:v>
                </c:pt>
                <c:pt idx="336">
                  <c:v>3.8941639010990894</c:v>
                </c:pt>
                <c:pt idx="337">
                  <c:v>3.8698319440980509</c:v>
                </c:pt>
                <c:pt idx="338">
                  <c:v>3.8521486445003137</c:v>
                </c:pt>
                <c:pt idx="339">
                  <c:v>3.8410437529899406</c:v>
                </c:pt>
                <c:pt idx="340">
                  <c:v>3.8356211269600085</c:v>
                </c:pt>
                <c:pt idx="341">
                  <c:v>3.8294397230806521</c:v>
                </c:pt>
                <c:pt idx="342">
                  <c:v>3.8251398841066715</c:v>
                </c:pt>
                <c:pt idx="343">
                  <c:v>3.82292687370572</c:v>
                </c:pt>
                <c:pt idx="344">
                  <c:v>3.8210576120644895</c:v>
                </c:pt>
                <c:pt idx="345">
                  <c:v>3.818908951996884</c:v>
                </c:pt>
                <c:pt idx="346">
                  <c:v>3.8175125404484165</c:v>
                </c:pt>
                <c:pt idx="347">
                  <c:v>3.8160737488634342</c:v>
                </c:pt>
                <c:pt idx="348">
                  <c:v>3.8150160483971467</c:v>
                </c:pt>
                <c:pt idx="349">
                  <c:v>3.8141686709681797</c:v>
                </c:pt>
                <c:pt idx="350">
                  <c:v>3.8141453110991987</c:v>
                </c:pt>
                <c:pt idx="351">
                  <c:v>3.8137781654662803</c:v>
                </c:pt>
                <c:pt idx="352">
                  <c:v>3.8134491354528692</c:v>
                </c:pt>
                <c:pt idx="353">
                  <c:v>3.8135833076396466</c:v>
                </c:pt>
                <c:pt idx="354">
                  <c:v>3.8136644604395213</c:v>
                </c:pt>
                <c:pt idx="355">
                  <c:v>3.8138371808123424</c:v>
                </c:pt>
                <c:pt idx="356">
                  <c:v>3.8149367407040913</c:v>
                </c:pt>
                <c:pt idx="357">
                  <c:v>3.8153065238444759</c:v>
                </c:pt>
                <c:pt idx="358">
                  <c:v>3.8148181064604278</c:v>
                </c:pt>
                <c:pt idx="359">
                  <c:v>3.816793394115388</c:v>
                </c:pt>
                <c:pt idx="360">
                  <c:v>3.8190128368700584</c:v>
                </c:pt>
                <c:pt idx="361">
                  <c:v>3.820186360535526</c:v>
                </c:pt>
                <c:pt idx="362">
                  <c:v>3.8213847331707065</c:v>
                </c:pt>
                <c:pt idx="363">
                  <c:v>3.8227728340824414</c:v>
                </c:pt>
                <c:pt idx="364">
                  <c:v>3.8243776227568196</c:v>
                </c:pt>
                <c:pt idx="365">
                  <c:v>3.8252094520346134</c:v>
                </c:pt>
                <c:pt idx="366">
                  <c:v>3.8255736858184566</c:v>
                </c:pt>
                <c:pt idx="367">
                  <c:v>3.8261468326513532</c:v>
                </c:pt>
                <c:pt idx="368">
                  <c:v>3.8264422130714451</c:v>
                </c:pt>
                <c:pt idx="369">
                  <c:v>3.8262341498433754</c:v>
                </c:pt>
                <c:pt idx="370">
                  <c:v>3.8267458390518883</c:v>
                </c:pt>
                <c:pt idx="371">
                  <c:v>3.8260639100291001</c:v>
                </c:pt>
                <c:pt idx="372">
                  <c:v>3.8258262383234083</c:v>
                </c:pt>
                <c:pt idx="373">
                  <c:v>3.8252140252454301</c:v>
                </c:pt>
                <c:pt idx="374">
                  <c:v>3.825280193889439</c:v>
                </c:pt>
                <c:pt idx="375">
                  <c:v>3.8248779861229183</c:v>
                </c:pt>
                <c:pt idx="376">
                  <c:v>3.8243902603349254</c:v>
                </c:pt>
                <c:pt idx="377">
                  <c:v>3.8237243936943259</c:v>
                </c:pt>
                <c:pt idx="378">
                  <c:v>3.8223176566933104</c:v>
                </c:pt>
                <c:pt idx="379">
                  <c:v>3.8211968972132486</c:v>
                </c:pt>
                <c:pt idx="380">
                  <c:v>3.8215274762997433</c:v>
                </c:pt>
                <c:pt idx="381">
                  <c:v>3.8219212241366551</c:v>
                </c:pt>
                <c:pt idx="382">
                  <c:v>3.8225290324368042</c:v>
                </c:pt>
                <c:pt idx="383">
                  <c:v>3.8250247371914572</c:v>
                </c:pt>
                <c:pt idx="384">
                  <c:v>3.8252250882303027</c:v>
                </c:pt>
                <c:pt idx="385">
                  <c:v>3.8241789509438209</c:v>
                </c:pt>
                <c:pt idx="386">
                  <c:v>3.8214142612598572</c:v>
                </c:pt>
                <c:pt idx="387">
                  <c:v>3.8186553863419914</c:v>
                </c:pt>
                <c:pt idx="388">
                  <c:v>3.8162805284279768</c:v>
                </c:pt>
                <c:pt idx="389">
                  <c:v>3.8151139181710487</c:v>
                </c:pt>
                <c:pt idx="390">
                  <c:v>3.8143278222774328</c:v>
                </c:pt>
                <c:pt idx="391">
                  <c:v>3.8146765066340955</c:v>
                </c:pt>
                <c:pt idx="392">
                  <c:v>3.8153821553599743</c:v>
                </c:pt>
                <c:pt idx="393">
                  <c:v>3.8157814270332779</c:v>
                </c:pt>
                <c:pt idx="394">
                  <c:v>3.8167899476191782</c:v>
                </c:pt>
                <c:pt idx="395">
                  <c:v>3.8175895398439357</c:v>
                </c:pt>
                <c:pt idx="396">
                  <c:v>3.8184149788762576</c:v>
                </c:pt>
                <c:pt idx="397">
                  <c:v>3.8196645308955506</c:v>
                </c:pt>
                <c:pt idx="398">
                  <c:v>3.8212025652384853</c:v>
                </c:pt>
                <c:pt idx="399">
                  <c:v>3.8233974805773285</c:v>
                </c:pt>
                <c:pt idx="400">
                  <c:v>3.8262452485564578</c:v>
                </c:pt>
                <c:pt idx="401">
                  <c:v>3.8274524919956558</c:v>
                </c:pt>
                <c:pt idx="402">
                  <c:v>3.8300670619513268</c:v>
                </c:pt>
                <c:pt idx="403">
                  <c:v>3.8326420450508629</c:v>
                </c:pt>
                <c:pt idx="404">
                  <c:v>3.8345398560835053</c:v>
                </c:pt>
                <c:pt idx="405">
                  <c:v>3.8346631490304874</c:v>
                </c:pt>
                <c:pt idx="406">
                  <c:v>3.8348234283303548</c:v>
                </c:pt>
                <c:pt idx="407">
                  <c:v>3.834512375986364</c:v>
                </c:pt>
                <c:pt idx="408">
                  <c:v>3.8326798403924922</c:v>
                </c:pt>
                <c:pt idx="409">
                  <c:v>3.8297843114532961</c:v>
                </c:pt>
                <c:pt idx="410">
                  <c:v>3.8277904834096157</c:v>
                </c:pt>
                <c:pt idx="411">
                  <c:v>3.8252092478734161</c:v>
                </c:pt>
                <c:pt idx="412">
                  <c:v>3.8224824862358604</c:v>
                </c:pt>
                <c:pt idx="413">
                  <c:v>3.8206338538075979</c:v>
                </c:pt>
                <c:pt idx="414">
                  <c:v>3.8189154647390744</c:v>
                </c:pt>
                <c:pt idx="415">
                  <c:v>3.8175089484873532</c:v>
                </c:pt>
                <c:pt idx="416">
                  <c:v>3.8169079706552576</c:v>
                </c:pt>
                <c:pt idx="417">
                  <c:v>3.8167200504813059</c:v>
                </c:pt>
                <c:pt idx="418">
                  <c:v>3.817783116559057</c:v>
                </c:pt>
                <c:pt idx="419">
                  <c:v>3.8185052997898934</c:v>
                </c:pt>
                <c:pt idx="420">
                  <c:v>3.8188890258640384</c:v>
                </c:pt>
                <c:pt idx="421">
                  <c:v>3.8181891510720174</c:v>
                </c:pt>
                <c:pt idx="422">
                  <c:v>3.8178406351483427</c:v>
                </c:pt>
                <c:pt idx="423">
                  <c:v>3.8177803169986406</c:v>
                </c:pt>
                <c:pt idx="424">
                  <c:v>3.8183742487174182</c:v>
                </c:pt>
                <c:pt idx="425">
                  <c:v>3.8198524561735323</c:v>
                </c:pt>
                <c:pt idx="426">
                  <c:v>3.8224521019456885</c:v>
                </c:pt>
                <c:pt idx="427">
                  <c:v>3.8265416906147749</c:v>
                </c:pt>
                <c:pt idx="428">
                  <c:v>3.8324356202164007</c:v>
                </c:pt>
                <c:pt idx="429">
                  <c:v>3.8416195386063103</c:v>
                </c:pt>
                <c:pt idx="430">
                  <c:v>3.8483299828439259</c:v>
                </c:pt>
                <c:pt idx="431">
                  <c:v>3.8518751705766801</c:v>
                </c:pt>
                <c:pt idx="432">
                  <c:v>3.8573675151034368</c:v>
                </c:pt>
                <c:pt idx="433">
                  <c:v>3.8513490063392868</c:v>
                </c:pt>
                <c:pt idx="434">
                  <c:v>3.839634086275745</c:v>
                </c:pt>
                <c:pt idx="435">
                  <c:v>3.8068697601518338</c:v>
                </c:pt>
                <c:pt idx="436">
                  <c:v>3.807354225102705</c:v>
                </c:pt>
                <c:pt idx="437">
                  <c:v>3.810682633200277</c:v>
                </c:pt>
                <c:pt idx="438">
                  <c:v>3.8115026026265255</c:v>
                </c:pt>
                <c:pt idx="439">
                  <c:v>3.8135879663429648</c:v>
                </c:pt>
                <c:pt idx="440">
                  <c:v>3.8152874692247409</c:v>
                </c:pt>
                <c:pt idx="441">
                  <c:v>3.8138360962059825</c:v>
                </c:pt>
                <c:pt idx="442">
                  <c:v>3.8116590487999158</c:v>
                </c:pt>
                <c:pt idx="443">
                  <c:v>3.8133951603363627</c:v>
                </c:pt>
                <c:pt idx="444">
                  <c:v>3.8144529092909347</c:v>
                </c:pt>
                <c:pt idx="445">
                  <c:v>3.8134102006365582</c:v>
                </c:pt>
                <c:pt idx="446">
                  <c:v>3.8137714638749824</c:v>
                </c:pt>
                <c:pt idx="447">
                  <c:v>3.8137327638440484</c:v>
                </c:pt>
                <c:pt idx="448">
                  <c:v>3.8143123251665587</c:v>
                </c:pt>
                <c:pt idx="449">
                  <c:v>3.8158330810921739</c:v>
                </c:pt>
                <c:pt idx="450">
                  <c:v>3.8170412088045578</c:v>
                </c:pt>
                <c:pt idx="451">
                  <c:v>3.8165881202396754</c:v>
                </c:pt>
                <c:pt idx="452">
                  <c:v>3.8154542063984769</c:v>
                </c:pt>
                <c:pt idx="453">
                  <c:v>3.8149815451548217</c:v>
                </c:pt>
                <c:pt idx="454">
                  <c:v>3.8150999931013931</c:v>
                </c:pt>
                <c:pt idx="455">
                  <c:v>3.8146137525861095</c:v>
                </c:pt>
                <c:pt idx="456">
                  <c:v>3.8154112342944915</c:v>
                </c:pt>
                <c:pt idx="457">
                  <c:v>3.8159338269869414</c:v>
                </c:pt>
                <c:pt idx="458">
                  <c:v>3.8146070446147746</c:v>
                </c:pt>
                <c:pt idx="459">
                  <c:v>3.8145674258584528</c:v>
                </c:pt>
                <c:pt idx="460">
                  <c:v>3.8143356748274795</c:v>
                </c:pt>
                <c:pt idx="461">
                  <c:v>3.8137098059174241</c:v>
                </c:pt>
                <c:pt idx="462">
                  <c:v>3.8132265614677099</c:v>
                </c:pt>
                <c:pt idx="463">
                  <c:v>3.8137360814635026</c:v>
                </c:pt>
                <c:pt idx="464">
                  <c:v>3.8139743260965537</c:v>
                </c:pt>
                <c:pt idx="465">
                  <c:v>3.8139126821750775</c:v>
                </c:pt>
                <c:pt idx="466">
                  <c:v>3.8140405891651161</c:v>
                </c:pt>
                <c:pt idx="467">
                  <c:v>3.814318618435462</c:v>
                </c:pt>
                <c:pt idx="468">
                  <c:v>3.8150493572964677</c:v>
                </c:pt>
                <c:pt idx="469">
                  <c:v>3.8153252543583105</c:v>
                </c:pt>
                <c:pt idx="470">
                  <c:v>3.8151600292534411</c:v>
                </c:pt>
                <c:pt idx="471">
                  <c:v>3.8150708044302326</c:v>
                </c:pt>
                <c:pt idx="472">
                  <c:v>3.8152798642201455</c:v>
                </c:pt>
                <c:pt idx="473">
                  <c:v>3.8158981383336656</c:v>
                </c:pt>
                <c:pt idx="474">
                  <c:v>3.8161805187895266</c:v>
                </c:pt>
                <c:pt idx="475">
                  <c:v>3.8171303927955269</c:v>
                </c:pt>
                <c:pt idx="476">
                  <c:v>3.8183423561864025</c:v>
                </c:pt>
                <c:pt idx="477">
                  <c:v>3.8192832649638313</c:v>
                </c:pt>
                <c:pt idx="478">
                  <c:v>3.8201485294656869</c:v>
                </c:pt>
                <c:pt idx="479">
                  <c:v>3.8203548611516029</c:v>
                </c:pt>
                <c:pt idx="480">
                  <c:v>3.8207665407216655</c:v>
                </c:pt>
                <c:pt idx="481">
                  <c:v>3.8209358286343589</c:v>
                </c:pt>
                <c:pt idx="482">
                  <c:v>3.8214047983883677</c:v>
                </c:pt>
                <c:pt idx="483">
                  <c:v>3.8219450216762025</c:v>
                </c:pt>
                <c:pt idx="484">
                  <c:v>3.8220178689433739</c:v>
                </c:pt>
                <c:pt idx="485">
                  <c:v>3.8220872556782535</c:v>
                </c:pt>
                <c:pt idx="486">
                  <c:v>3.8224632670111598</c:v>
                </c:pt>
                <c:pt idx="487">
                  <c:v>3.8232527660167315</c:v>
                </c:pt>
                <c:pt idx="488">
                  <c:v>3.8237457464035369</c:v>
                </c:pt>
                <c:pt idx="489">
                  <c:v>3.8247156090667493</c:v>
                </c:pt>
                <c:pt idx="490">
                  <c:v>3.8262102221510652</c:v>
                </c:pt>
                <c:pt idx="491">
                  <c:v>3.8274149697196278</c:v>
                </c:pt>
                <c:pt idx="492">
                  <c:v>3.8286175786996499</c:v>
                </c:pt>
                <c:pt idx="493">
                  <c:v>3.8293318749282372</c:v>
                </c:pt>
                <c:pt idx="494">
                  <c:v>3.8298970696825032</c:v>
                </c:pt>
                <c:pt idx="495">
                  <c:v>3.8304385383536408</c:v>
                </c:pt>
                <c:pt idx="496">
                  <c:v>3.8317026611023755</c:v>
                </c:pt>
                <c:pt idx="497">
                  <c:v>3.8319722993475169</c:v>
                </c:pt>
                <c:pt idx="498">
                  <c:v>3.8321994133672992</c:v>
                </c:pt>
                <c:pt idx="499">
                  <c:v>3.8328723669534557</c:v>
                </c:pt>
                <c:pt idx="500">
                  <c:v>3.834384073434006</c:v>
                </c:pt>
                <c:pt idx="501">
                  <c:v>3.8358616492664162</c:v>
                </c:pt>
                <c:pt idx="502">
                  <c:v>3.8384677465324035</c:v>
                </c:pt>
                <c:pt idx="503">
                  <c:v>3.841717035786028</c:v>
                </c:pt>
                <c:pt idx="504">
                  <c:v>3.8457702046495505</c:v>
                </c:pt>
                <c:pt idx="505">
                  <c:v>3.851660837047842</c:v>
                </c:pt>
                <c:pt idx="506">
                  <c:v>3.861429822732549</c:v>
                </c:pt>
                <c:pt idx="507">
                  <c:v>3.875174914084885</c:v>
                </c:pt>
                <c:pt idx="508">
                  <c:v>3.8935176492455099</c:v>
                </c:pt>
                <c:pt idx="509">
                  <c:v>3.9166539310911865</c:v>
                </c:pt>
                <c:pt idx="510">
                  <c:v>3.9442596588254069</c:v>
                </c:pt>
                <c:pt idx="511">
                  <c:v>3.9727321325061706</c:v>
                </c:pt>
                <c:pt idx="512">
                  <c:v>3.9942028877213041</c:v>
                </c:pt>
                <c:pt idx="513">
                  <c:v>4.0068334426820709</c:v>
                </c:pt>
                <c:pt idx="514">
                  <c:v>4.0131511088484606</c:v>
                </c:pt>
                <c:pt idx="515">
                  <c:v>4.0150806771553249</c:v>
                </c:pt>
                <c:pt idx="516">
                  <c:v>4.0090900976429511</c:v>
                </c:pt>
                <c:pt idx="517">
                  <c:v>3.998032523042041</c:v>
                </c:pt>
                <c:pt idx="518">
                  <c:v>3.9857729493926861</c:v>
                </c:pt>
                <c:pt idx="519">
                  <c:v>3.9715476300723234</c:v>
                </c:pt>
                <c:pt idx="520">
                  <c:v>3.9574802702702261</c:v>
                </c:pt>
                <c:pt idx="521">
                  <c:v>3.9444474667106997</c:v>
                </c:pt>
                <c:pt idx="522">
                  <c:v>3.9353139582723911</c:v>
                </c:pt>
                <c:pt idx="523">
                  <c:v>3.9292522489989157</c:v>
                </c:pt>
                <c:pt idx="524">
                  <c:v>3.9264758098380539</c:v>
                </c:pt>
                <c:pt idx="525">
                  <c:v>3.9272968951328462</c:v>
                </c:pt>
                <c:pt idx="526">
                  <c:v>3.9298633953346385</c:v>
                </c:pt>
                <c:pt idx="527">
                  <c:v>3.9341858349531482</c:v>
                </c:pt>
                <c:pt idx="528">
                  <c:v>3.9406600723416618</c:v>
                </c:pt>
                <c:pt idx="529">
                  <c:v>3.9470403649552894</c:v>
                </c:pt>
                <c:pt idx="530">
                  <c:v>3.9544721796069746</c:v>
                </c:pt>
                <c:pt idx="531">
                  <c:v>3.9618341405050428</c:v>
                </c:pt>
                <c:pt idx="532">
                  <c:v>3.9681266846361178</c:v>
                </c:pt>
                <c:pt idx="533">
                  <c:v>3.9749924623685993</c:v>
                </c:pt>
                <c:pt idx="534">
                  <c:v>3.9820453130060649</c:v>
                </c:pt>
                <c:pt idx="535">
                  <c:v>3.989724550612622</c:v>
                </c:pt>
                <c:pt idx="536">
                  <c:v>3.998962109805078</c:v>
                </c:pt>
                <c:pt idx="537">
                  <c:v>4.0107107496423495</c:v>
                </c:pt>
                <c:pt idx="538">
                  <c:v>4.0234240307202169</c:v>
                </c:pt>
                <c:pt idx="539">
                  <c:v>4.0395224065280617</c:v>
                </c:pt>
                <c:pt idx="540">
                  <c:v>4.0587149473598929</c:v>
                </c:pt>
                <c:pt idx="541">
                  <c:v>4.0761479249137587</c:v>
                </c:pt>
                <c:pt idx="542">
                  <c:v>4.0957851084169459</c:v>
                </c:pt>
                <c:pt idx="543">
                  <c:v>4.1138795682496996</c:v>
                </c:pt>
                <c:pt idx="544">
                  <c:v>4.1325897170048149</c:v>
                </c:pt>
                <c:pt idx="545">
                  <c:v>4.1501906375594864</c:v>
                </c:pt>
                <c:pt idx="546">
                  <c:v>4.1662192106540132</c:v>
                </c:pt>
                <c:pt idx="547">
                  <c:v>4.1832493169174665</c:v>
                </c:pt>
                <c:pt idx="548">
                  <c:v>4.191725844831284</c:v>
                </c:pt>
                <c:pt idx="549">
                  <c:v>4.2009591574708374</c:v>
                </c:pt>
                <c:pt idx="550">
                  <c:v>4.2081193764819034</c:v>
                </c:pt>
                <c:pt idx="551">
                  <c:v>4.2096662650407604</c:v>
                </c:pt>
                <c:pt idx="552">
                  <c:v>4.2126208042219879</c:v>
                </c:pt>
                <c:pt idx="553">
                  <c:v>4.2102767478525918</c:v>
                </c:pt>
                <c:pt idx="554">
                  <c:v>4.2042188359773842</c:v>
                </c:pt>
                <c:pt idx="555">
                  <c:v>4.1946949611219919</c:v>
                </c:pt>
                <c:pt idx="556">
                  <c:v>4.1838353003856357</c:v>
                </c:pt>
                <c:pt idx="557">
                  <c:v>4.1708811090950872</c:v>
                </c:pt>
                <c:pt idx="558">
                  <c:v>4.1504564554382259</c:v>
                </c:pt>
                <c:pt idx="559">
                  <c:v>4.131719602398519</c:v>
                </c:pt>
                <c:pt idx="560">
                  <c:v>4.1113906186786586</c:v>
                </c:pt>
                <c:pt idx="561">
                  <c:v>4.0908407733756809</c:v>
                </c:pt>
                <c:pt idx="562">
                  <c:v>4.0679128380317353</c:v>
                </c:pt>
                <c:pt idx="563">
                  <c:v>4.0490985058176951</c:v>
                </c:pt>
                <c:pt idx="564">
                  <c:v>4.0275003744316358</c:v>
                </c:pt>
                <c:pt idx="565">
                  <c:v>4.0044953478196312</c:v>
                </c:pt>
                <c:pt idx="566">
                  <c:v>3.9830922516252456</c:v>
                </c:pt>
                <c:pt idx="567">
                  <c:v>3.9676574507485611</c:v>
                </c:pt>
                <c:pt idx="568">
                  <c:v>3.9537962835475633</c:v>
                </c:pt>
                <c:pt idx="569">
                  <c:v>3.9406065923160578</c:v>
                </c:pt>
                <c:pt idx="570">
                  <c:v>3.9264535256433808</c:v>
                </c:pt>
                <c:pt idx="571">
                  <c:v>3.9155693451472433</c:v>
                </c:pt>
                <c:pt idx="572">
                  <c:v>3.9078765818613714</c:v>
                </c:pt>
                <c:pt idx="573">
                  <c:v>3.8994687439823483</c:v>
                </c:pt>
                <c:pt idx="574">
                  <c:v>3.8955423464622045</c:v>
                </c:pt>
                <c:pt idx="575">
                  <c:v>3.8923205194416175</c:v>
                </c:pt>
                <c:pt idx="576">
                  <c:v>3.8927072722055107</c:v>
                </c:pt>
                <c:pt idx="577">
                  <c:v>3.8942515066688026</c:v>
                </c:pt>
                <c:pt idx="578">
                  <c:v>3.8952238447865315</c:v>
                </c:pt>
                <c:pt idx="579">
                  <c:v>3.8902968328228487</c:v>
                </c:pt>
                <c:pt idx="580">
                  <c:v>3.8931483726800957</c:v>
                </c:pt>
                <c:pt idx="581">
                  <c:v>3.8800811118145142</c:v>
                </c:pt>
                <c:pt idx="582">
                  <c:v>3.8777056350368704</c:v>
                </c:pt>
                <c:pt idx="583">
                  <c:v>3.873140350778336</c:v>
                </c:pt>
                <c:pt idx="584">
                  <c:v>3.8670438320207401</c:v>
                </c:pt>
                <c:pt idx="585">
                  <c:v>3.85064952455757</c:v>
                </c:pt>
                <c:pt idx="586">
                  <c:v>3.8311100372912676</c:v>
                </c:pt>
                <c:pt idx="587">
                  <c:v>3.8117144185926009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0-57AB-4D59-AD3D-6260AFD7ADF0}"/>
            </c:ext>
          </c:extLst>
        </c:ser>
        <c:ser>
          <c:idx val="17"/>
          <c:order val="17"/>
          <c:tx>
            <c:strRef>
              <c:f>'Fully separated 1%'!$S$1</c:f>
              <c:strCache>
                <c:ptCount val="1"/>
                <c:pt idx="0">
                  <c:v>1H_4/O-PTIR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1%'!$A$2:$A$589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1%'!$S$2:$S$589</c:f>
              <c:numCache>
                <c:formatCode>General</c:formatCode>
                <c:ptCount val="588"/>
                <c:pt idx="0">
                  <c:v>3.6042065590482495</c:v>
                </c:pt>
                <c:pt idx="1">
                  <c:v>3.6103618023868052</c:v>
                </c:pt>
                <c:pt idx="2">
                  <c:v>3.6141561334861909</c:v>
                </c:pt>
                <c:pt idx="3">
                  <c:v>3.6226439526842111</c:v>
                </c:pt>
                <c:pt idx="4">
                  <c:v>3.6347246976237977</c:v>
                </c:pt>
                <c:pt idx="5">
                  <c:v>3.6380777873241308</c:v>
                </c:pt>
                <c:pt idx="6">
                  <c:v>3.6380721843902237</c:v>
                </c:pt>
                <c:pt idx="7">
                  <c:v>3.6381973067199613</c:v>
                </c:pt>
                <c:pt idx="8">
                  <c:v>3.6375275076247235</c:v>
                </c:pt>
                <c:pt idx="9">
                  <c:v>3.6387008193749479</c:v>
                </c:pt>
                <c:pt idx="10">
                  <c:v>3.6403318884587561</c:v>
                </c:pt>
                <c:pt idx="11">
                  <c:v>3.6415243756142521</c:v>
                </c:pt>
                <c:pt idx="12">
                  <c:v>3.6486841826253058</c:v>
                </c:pt>
                <c:pt idx="13">
                  <c:v>3.6559710377897363</c:v>
                </c:pt>
                <c:pt idx="14">
                  <c:v>3.6587729129822595</c:v>
                </c:pt>
                <c:pt idx="15">
                  <c:v>3.6599576169703272</c:v>
                </c:pt>
                <c:pt idx="16">
                  <c:v>3.656096450028409</c:v>
                </c:pt>
                <c:pt idx="17">
                  <c:v>3.6519753531019834</c:v>
                </c:pt>
                <c:pt idx="18">
                  <c:v>3.6507347972701134</c:v>
                </c:pt>
                <c:pt idx="19">
                  <c:v>3.6487042573399262</c:v>
                </c:pt>
                <c:pt idx="20">
                  <c:v>3.6500184796238275</c:v>
                </c:pt>
                <c:pt idx="21">
                  <c:v>3.6502052815586112</c:v>
                </c:pt>
                <c:pt idx="22">
                  <c:v>3.6511546978216454</c:v>
                </c:pt>
                <c:pt idx="23">
                  <c:v>3.6514247805353865</c:v>
                </c:pt>
                <c:pt idx="24">
                  <c:v>3.6487770037748275</c:v>
                </c:pt>
                <c:pt idx="25">
                  <c:v>3.6435998040972915</c:v>
                </c:pt>
                <c:pt idx="26">
                  <c:v>3.6400603828246307</c:v>
                </c:pt>
                <c:pt idx="27">
                  <c:v>3.6369865050112358</c:v>
                </c:pt>
                <c:pt idx="28">
                  <c:v>3.6353326248274511</c:v>
                </c:pt>
                <c:pt idx="29">
                  <c:v>3.6336335336410803</c:v>
                </c:pt>
                <c:pt idx="30">
                  <c:v>3.6338072305087006</c:v>
                </c:pt>
                <c:pt idx="31">
                  <c:v>3.6364383286307342</c:v>
                </c:pt>
                <c:pt idx="32">
                  <c:v>3.6414593443069272</c:v>
                </c:pt>
                <c:pt idx="33">
                  <c:v>3.648922242234748</c:v>
                </c:pt>
                <c:pt idx="34">
                  <c:v>3.6529287748415276</c:v>
                </c:pt>
                <c:pt idx="35">
                  <c:v>3.6520526582069741</c:v>
                </c:pt>
                <c:pt idx="36">
                  <c:v>3.6507680894655663</c:v>
                </c:pt>
                <c:pt idx="37">
                  <c:v>3.6501376854446876</c:v>
                </c:pt>
                <c:pt idx="38">
                  <c:v>3.65368569157173</c:v>
                </c:pt>
                <c:pt idx="39">
                  <c:v>3.659754846378084</c:v>
                </c:pt>
                <c:pt idx="40">
                  <c:v>3.6687921539424493</c:v>
                </c:pt>
                <c:pt idx="41">
                  <c:v>3.6873135719885775</c:v>
                </c:pt>
                <c:pt idx="42">
                  <c:v>3.7245090125943072</c:v>
                </c:pt>
                <c:pt idx="43">
                  <c:v>3.7797611472233781</c:v>
                </c:pt>
                <c:pt idx="44">
                  <c:v>3.8278946685344533</c:v>
                </c:pt>
                <c:pt idx="45">
                  <c:v>3.8639166701850183</c:v>
                </c:pt>
                <c:pt idx="46">
                  <c:v>3.8589559141517409</c:v>
                </c:pt>
                <c:pt idx="47">
                  <c:v>3.8400974444278888</c:v>
                </c:pt>
                <c:pt idx="48">
                  <c:v>3.8443428235397916</c:v>
                </c:pt>
                <c:pt idx="49">
                  <c:v>3.8079120147918402</c:v>
                </c:pt>
                <c:pt idx="50">
                  <c:v>3.7227082876184414</c:v>
                </c:pt>
                <c:pt idx="51">
                  <c:v>3.6685310169901308</c:v>
                </c:pt>
                <c:pt idx="52">
                  <c:v>3.647907327260187</c:v>
                </c:pt>
                <c:pt idx="53">
                  <c:v>3.6411757867442183</c:v>
                </c:pt>
                <c:pt idx="54">
                  <c:v>3.638377343126844</c:v>
                </c:pt>
                <c:pt idx="55">
                  <c:v>3.6381065829728363</c:v>
                </c:pt>
                <c:pt idx="56">
                  <c:v>3.6381544741539442</c:v>
                </c:pt>
                <c:pt idx="57">
                  <c:v>3.6385613495111828</c:v>
                </c:pt>
                <c:pt idx="58">
                  <c:v>3.6402514446458056</c:v>
                </c:pt>
                <c:pt idx="59">
                  <c:v>3.6405553224582539</c:v>
                </c:pt>
                <c:pt idx="60">
                  <c:v>3.6423514710145026</c:v>
                </c:pt>
                <c:pt idx="61">
                  <c:v>3.644942277711082</c:v>
                </c:pt>
                <c:pt idx="62">
                  <c:v>3.6491454277408728</c:v>
                </c:pt>
                <c:pt idx="63">
                  <c:v>3.6612780634215674</c:v>
                </c:pt>
                <c:pt idx="64">
                  <c:v>3.6903575388913428</c:v>
                </c:pt>
                <c:pt idx="65">
                  <c:v>3.7325908572235651</c:v>
                </c:pt>
                <c:pt idx="66">
                  <c:v>3.7656041957798347</c:v>
                </c:pt>
                <c:pt idx="67">
                  <c:v>3.7756988248961396</c:v>
                </c:pt>
                <c:pt idx="68">
                  <c:v>3.765699569902937</c:v>
                </c:pt>
                <c:pt idx="69">
                  <c:v>3.7349411548760272</c:v>
                </c:pt>
                <c:pt idx="70">
                  <c:v>3.693791723220603</c:v>
                </c:pt>
                <c:pt idx="71">
                  <c:v>3.6631343621653176</c:v>
                </c:pt>
                <c:pt idx="72">
                  <c:v>3.6464117462296692</c:v>
                </c:pt>
                <c:pt idx="73">
                  <c:v>3.6373823815784716</c:v>
                </c:pt>
                <c:pt idx="74">
                  <c:v>3.6331685404171394</c:v>
                </c:pt>
                <c:pt idx="75">
                  <c:v>3.6303051009914933</c:v>
                </c:pt>
                <c:pt idx="76">
                  <c:v>3.6281020593284792</c:v>
                </c:pt>
                <c:pt idx="77">
                  <c:v>3.6270902653123511</c:v>
                </c:pt>
                <c:pt idx="78">
                  <c:v>3.6264651713581899</c:v>
                </c:pt>
                <c:pt idx="79">
                  <c:v>3.6262394387949937</c:v>
                </c:pt>
                <c:pt idx="80">
                  <c:v>3.6254774811992281</c:v>
                </c:pt>
                <c:pt idx="81">
                  <c:v>3.6250392305954131</c:v>
                </c:pt>
                <c:pt idx="82">
                  <c:v>3.6243766111836977</c:v>
                </c:pt>
                <c:pt idx="83">
                  <c:v>3.6237547949754547</c:v>
                </c:pt>
                <c:pt idx="84">
                  <c:v>3.6233793229682094</c:v>
                </c:pt>
                <c:pt idx="85">
                  <c:v>3.6235929414794796</c:v>
                </c:pt>
                <c:pt idx="86">
                  <c:v>3.6242598621931488</c:v>
                </c:pt>
                <c:pt idx="87">
                  <c:v>3.6250051367130074</c:v>
                </c:pt>
                <c:pt idx="88">
                  <c:v>3.6258379770433775</c:v>
                </c:pt>
                <c:pt idx="89">
                  <c:v>3.6260594763444725</c:v>
                </c:pt>
                <c:pt idx="90">
                  <c:v>3.6250707567129656</c:v>
                </c:pt>
                <c:pt idx="91">
                  <c:v>3.622684965923749</c:v>
                </c:pt>
                <c:pt idx="92">
                  <c:v>3.620979203873619</c:v>
                </c:pt>
                <c:pt idx="93">
                  <c:v>3.6194592571804174</c:v>
                </c:pt>
                <c:pt idx="94">
                  <c:v>3.6172206868815948</c:v>
                </c:pt>
                <c:pt idx="95">
                  <c:v>3.6158660548420616</c:v>
                </c:pt>
                <c:pt idx="96">
                  <c:v>3.6152595490796657</c:v>
                </c:pt>
                <c:pt idx="97">
                  <c:v>3.6153763616726851</c:v>
                </c:pt>
                <c:pt idx="98">
                  <c:v>3.6155931721404944</c:v>
                </c:pt>
                <c:pt idx="99">
                  <c:v>3.615358616583435</c:v>
                </c:pt>
                <c:pt idx="100">
                  <c:v>3.6160236129525916</c:v>
                </c:pt>
                <c:pt idx="101">
                  <c:v>3.6167172481829692</c:v>
                </c:pt>
                <c:pt idx="102">
                  <c:v>3.6177326039374416</c:v>
                </c:pt>
                <c:pt idx="103">
                  <c:v>3.6195371317493876</c:v>
                </c:pt>
                <c:pt idx="104">
                  <c:v>3.6217979377676985</c:v>
                </c:pt>
                <c:pt idx="105">
                  <c:v>3.6248542509453636</c:v>
                </c:pt>
                <c:pt idx="106">
                  <c:v>3.6285672714632482</c:v>
                </c:pt>
                <c:pt idx="107">
                  <c:v>3.6335160583990667</c:v>
                </c:pt>
                <c:pt idx="108">
                  <c:v>3.6416027723151312</c:v>
                </c:pt>
                <c:pt idx="109">
                  <c:v>3.6492662694764375</c:v>
                </c:pt>
                <c:pt idx="110">
                  <c:v>3.6521571378372388</c:v>
                </c:pt>
                <c:pt idx="111">
                  <c:v>3.6485968608707853</c:v>
                </c:pt>
                <c:pt idx="112">
                  <c:v>3.642153442504124</c:v>
                </c:pt>
                <c:pt idx="113">
                  <c:v>3.6368122135344731</c:v>
                </c:pt>
                <c:pt idx="114">
                  <c:v>3.6346774513421578</c:v>
                </c:pt>
                <c:pt idx="115">
                  <c:v>3.6356824177070415</c:v>
                </c:pt>
                <c:pt idx="116">
                  <c:v>3.637319287927804</c:v>
                </c:pt>
                <c:pt idx="117">
                  <c:v>3.6382090894473906</c:v>
                </c:pt>
                <c:pt idx="118">
                  <c:v>3.6376995360368403</c:v>
                </c:pt>
                <c:pt idx="119">
                  <c:v>3.6370880323035704</c:v>
                </c:pt>
                <c:pt idx="120">
                  <c:v>3.6392765459790364</c:v>
                </c:pt>
                <c:pt idx="121">
                  <c:v>3.6449560306359672</c:v>
                </c:pt>
                <c:pt idx="122">
                  <c:v>3.6518917883305999</c:v>
                </c:pt>
                <c:pt idx="123">
                  <c:v>3.6568024433667037</c:v>
                </c:pt>
                <c:pt idx="124">
                  <c:v>3.6572921646394971</c:v>
                </c:pt>
                <c:pt idx="125">
                  <c:v>3.6545989224664708</c:v>
                </c:pt>
                <c:pt idx="126">
                  <c:v>3.6508524707151744</c:v>
                </c:pt>
                <c:pt idx="127">
                  <c:v>3.6470893639913888</c:v>
                </c:pt>
                <c:pt idx="128">
                  <c:v>3.6466685020071639</c:v>
                </c:pt>
                <c:pt idx="129">
                  <c:v>3.6477029059619666</c:v>
                </c:pt>
                <c:pt idx="130">
                  <c:v>3.6480611890317962</c:v>
                </c:pt>
                <c:pt idx="131">
                  <c:v>3.6485631988935276</c:v>
                </c:pt>
                <c:pt idx="132">
                  <c:v>3.6478815490310086</c:v>
                </c:pt>
                <c:pt idx="133">
                  <c:v>3.6468408439942515</c:v>
                </c:pt>
                <c:pt idx="134">
                  <c:v>3.646040603627795</c:v>
                </c:pt>
                <c:pt idx="135">
                  <c:v>3.6427577133052913</c:v>
                </c:pt>
                <c:pt idx="136">
                  <c:v>3.6420128780862169</c:v>
                </c:pt>
                <c:pt idx="137">
                  <c:v>3.6423632241593871</c:v>
                </c:pt>
                <c:pt idx="138">
                  <c:v>3.6436018393763452</c:v>
                </c:pt>
                <c:pt idx="139">
                  <c:v>3.6402916976139528</c:v>
                </c:pt>
                <c:pt idx="140">
                  <c:v>3.6372690745169622</c:v>
                </c:pt>
                <c:pt idx="141">
                  <c:v>3.6344980657512518</c:v>
                </c:pt>
                <c:pt idx="142">
                  <c:v>3.6331229625910031</c:v>
                </c:pt>
                <c:pt idx="143">
                  <c:v>3.6311187570418291</c:v>
                </c:pt>
                <c:pt idx="144">
                  <c:v>3.629867572201761</c:v>
                </c:pt>
                <c:pt idx="145">
                  <c:v>3.6299582012847442</c:v>
                </c:pt>
                <c:pt idx="146">
                  <c:v>3.628414270543681</c:v>
                </c:pt>
                <c:pt idx="147">
                  <c:v>3.6270799528373781</c:v>
                </c:pt>
                <c:pt idx="148">
                  <c:v>3.6271632247415715</c:v>
                </c:pt>
                <c:pt idx="149">
                  <c:v>3.6283159766234476</c:v>
                </c:pt>
                <c:pt idx="150">
                  <c:v>3.6289974430741916</c:v>
                </c:pt>
                <c:pt idx="151">
                  <c:v>3.6292483296748799</c:v>
                </c:pt>
                <c:pt idx="152">
                  <c:v>3.6297937726282798</c:v>
                </c:pt>
                <c:pt idx="153">
                  <c:v>3.6302213439335715</c:v>
                </c:pt>
                <c:pt idx="154">
                  <c:v>3.6300807321835933</c:v>
                </c:pt>
                <c:pt idx="155">
                  <c:v>3.6305594664994016</c:v>
                </c:pt>
                <c:pt idx="156">
                  <c:v>3.6302382799402331</c:v>
                </c:pt>
                <c:pt idx="157">
                  <c:v>3.6297498395916117</c:v>
                </c:pt>
                <c:pt idx="158">
                  <c:v>3.6289376390024595</c:v>
                </c:pt>
                <c:pt idx="159">
                  <c:v>3.6288962086490462</c:v>
                </c:pt>
                <c:pt idx="160">
                  <c:v>3.6278463596478194</c:v>
                </c:pt>
                <c:pt idx="161">
                  <c:v>3.6273548575058534</c:v>
                </c:pt>
                <c:pt idx="162">
                  <c:v>3.6269973879559951</c:v>
                </c:pt>
                <c:pt idx="163">
                  <c:v>3.626174854184089</c:v>
                </c:pt>
                <c:pt idx="164">
                  <c:v>3.6267906888018566</c:v>
                </c:pt>
                <c:pt idx="165">
                  <c:v>3.6288342687176094</c:v>
                </c:pt>
                <c:pt idx="166">
                  <c:v>3.6300048766232771</c:v>
                </c:pt>
                <c:pt idx="167">
                  <c:v>3.6305343479609631</c:v>
                </c:pt>
                <c:pt idx="168">
                  <c:v>3.6320413803944125</c:v>
                </c:pt>
                <c:pt idx="169">
                  <c:v>3.634046437920865</c:v>
                </c:pt>
                <c:pt idx="170">
                  <c:v>3.6366932709982582</c:v>
                </c:pt>
                <c:pt idx="171">
                  <c:v>3.6389679053769424</c:v>
                </c:pt>
                <c:pt idx="172">
                  <c:v>3.6401529466060163</c:v>
                </c:pt>
                <c:pt idx="173">
                  <c:v>3.6409348250871716</c:v>
                </c:pt>
                <c:pt idx="174">
                  <c:v>3.6418572265706723</c:v>
                </c:pt>
                <c:pt idx="175">
                  <c:v>3.6422367735734067</c:v>
                </c:pt>
                <c:pt idx="176">
                  <c:v>3.6428811109726911</c:v>
                </c:pt>
                <c:pt idx="177">
                  <c:v>3.6440031916725468</c:v>
                </c:pt>
                <c:pt idx="178">
                  <c:v>3.6449149079410152</c:v>
                </c:pt>
                <c:pt idx="179">
                  <c:v>3.6461321882269617</c:v>
                </c:pt>
                <c:pt idx="180">
                  <c:v>3.6482326672085872</c:v>
                </c:pt>
                <c:pt idx="181">
                  <c:v>3.6501292189204846</c:v>
                </c:pt>
                <c:pt idx="182">
                  <c:v>3.6520797617341412</c:v>
                </c:pt>
                <c:pt idx="183">
                  <c:v>3.6554384218275824</c:v>
                </c:pt>
                <c:pt idx="184">
                  <c:v>3.6595332080390306</c:v>
                </c:pt>
                <c:pt idx="185">
                  <c:v>3.6622476786459091</c:v>
                </c:pt>
                <c:pt idx="186">
                  <c:v>3.6646115073541732</c:v>
                </c:pt>
                <c:pt idx="187">
                  <c:v>3.6664428088479166</c:v>
                </c:pt>
                <c:pt idx="188">
                  <c:v>3.6673968281548577</c:v>
                </c:pt>
                <c:pt idx="189">
                  <c:v>3.666540360246286</c:v>
                </c:pt>
                <c:pt idx="190">
                  <c:v>3.6650222195674189</c:v>
                </c:pt>
                <c:pt idx="191">
                  <c:v>3.6641442569820959</c:v>
                </c:pt>
                <c:pt idx="192">
                  <c:v>3.6640875472445069</c:v>
                </c:pt>
                <c:pt idx="193">
                  <c:v>3.665928847638253</c:v>
                </c:pt>
                <c:pt idx="194">
                  <c:v>3.671178341137761</c:v>
                </c:pt>
                <c:pt idx="195">
                  <c:v>3.677196803296054</c:v>
                </c:pt>
                <c:pt idx="196">
                  <c:v>3.682245200575331</c:v>
                </c:pt>
                <c:pt idx="197">
                  <c:v>3.6818497411219711</c:v>
                </c:pt>
                <c:pt idx="198">
                  <c:v>3.6758083702413047</c:v>
                </c:pt>
                <c:pt idx="199">
                  <c:v>3.6692016887704284</c:v>
                </c:pt>
                <c:pt idx="200">
                  <c:v>3.6632666671368321</c:v>
                </c:pt>
                <c:pt idx="201">
                  <c:v>3.659759307425777</c:v>
                </c:pt>
                <c:pt idx="202">
                  <c:v>3.6589248725962644</c:v>
                </c:pt>
                <c:pt idx="203">
                  <c:v>3.6612822523098525</c:v>
                </c:pt>
                <c:pt idx="204">
                  <c:v>3.6670604687086734</c:v>
                </c:pt>
                <c:pt idx="205">
                  <c:v>3.6718920081880699</c:v>
                </c:pt>
                <c:pt idx="206">
                  <c:v>3.6762155384657329</c:v>
                </c:pt>
                <c:pt idx="207">
                  <c:v>3.6795792690072817</c:v>
                </c:pt>
                <c:pt idx="208">
                  <c:v>3.6834902884530005</c:v>
                </c:pt>
                <c:pt idx="209">
                  <c:v>3.6859475092538934</c:v>
                </c:pt>
                <c:pt idx="210">
                  <c:v>3.693737167092245</c:v>
                </c:pt>
                <c:pt idx="211">
                  <c:v>3.7079752102064609</c:v>
                </c:pt>
                <c:pt idx="212">
                  <c:v>3.7149360657317509</c:v>
                </c:pt>
                <c:pt idx="213">
                  <c:v>3.7065393445000421</c:v>
                </c:pt>
                <c:pt idx="214">
                  <c:v>3.7173865535455413</c:v>
                </c:pt>
                <c:pt idx="215">
                  <c:v>3.7470998172792731</c:v>
                </c:pt>
                <c:pt idx="216">
                  <c:v>3.7565882882280786</c:v>
                </c:pt>
                <c:pt idx="217">
                  <c:v>3.7644048720983312</c:v>
                </c:pt>
                <c:pt idx="218">
                  <c:v>3.7631787939636845</c:v>
                </c:pt>
                <c:pt idx="219">
                  <c:v>3.7313518929325835</c:v>
                </c:pt>
                <c:pt idx="220">
                  <c:v>3.7142980530804564</c:v>
                </c:pt>
                <c:pt idx="221">
                  <c:v>3.7042173040939783</c:v>
                </c:pt>
                <c:pt idx="222">
                  <c:v>3.6959119633418793</c:v>
                </c:pt>
                <c:pt idx="223">
                  <c:v>3.6873267303043207</c:v>
                </c:pt>
                <c:pt idx="224">
                  <c:v>3.676624895798446</c:v>
                </c:pt>
                <c:pt idx="225">
                  <c:v>3.6670661603902133</c:v>
                </c:pt>
                <c:pt idx="226">
                  <c:v>3.6586861592125914</c:v>
                </c:pt>
                <c:pt idx="227">
                  <c:v>3.6515018430635133</c:v>
                </c:pt>
                <c:pt idx="228">
                  <c:v>3.6452807818917341</c:v>
                </c:pt>
                <c:pt idx="229">
                  <c:v>3.6405905197695647</c:v>
                </c:pt>
                <c:pt idx="230">
                  <c:v>3.6356162326804853</c:v>
                </c:pt>
                <c:pt idx="231">
                  <c:v>3.63222341953955</c:v>
                </c:pt>
                <c:pt idx="232">
                  <c:v>3.6296143574548299</c:v>
                </c:pt>
                <c:pt idx="233">
                  <c:v>3.627739205755542</c:v>
                </c:pt>
                <c:pt idx="234">
                  <c:v>3.6266221925455397</c:v>
                </c:pt>
                <c:pt idx="235">
                  <c:v>3.6256188709701238</c:v>
                </c:pt>
                <c:pt idx="236">
                  <c:v>3.6254749311839021</c:v>
                </c:pt>
                <c:pt idx="237">
                  <c:v>3.6249377388021315</c:v>
                </c:pt>
                <c:pt idx="238">
                  <c:v>3.6248346110941454</c:v>
                </c:pt>
                <c:pt idx="239">
                  <c:v>3.6261002322158737</c:v>
                </c:pt>
                <c:pt idx="240">
                  <c:v>3.6278685080988016</c:v>
                </c:pt>
                <c:pt idx="241">
                  <c:v>3.6284672942962395</c:v>
                </c:pt>
                <c:pt idx="242">
                  <c:v>3.6311405830430772</c:v>
                </c:pt>
                <c:pt idx="243">
                  <c:v>3.6344020053131194</c:v>
                </c:pt>
                <c:pt idx="244">
                  <c:v>3.6372599423855099</c:v>
                </c:pt>
                <c:pt idx="245">
                  <c:v>3.6392884854939509</c:v>
                </c:pt>
                <c:pt idx="246">
                  <c:v>3.6410693132504619</c:v>
                </c:pt>
                <c:pt idx="247">
                  <c:v>3.6474817586931505</c:v>
                </c:pt>
                <c:pt idx="248">
                  <c:v>3.6582661935794616</c:v>
                </c:pt>
                <c:pt idx="249">
                  <c:v>3.6734492688236333</c:v>
                </c:pt>
                <c:pt idx="250">
                  <c:v>3.691653579743464</c:v>
                </c:pt>
                <c:pt idx="251">
                  <c:v>3.7317276030793112</c:v>
                </c:pt>
                <c:pt idx="252">
                  <c:v>3.7971228585314449</c:v>
                </c:pt>
                <c:pt idx="253">
                  <c:v>3.9073797230543725</c:v>
                </c:pt>
                <c:pt idx="254">
                  <c:v>4.0393390757864092</c:v>
                </c:pt>
                <c:pt idx="255">
                  <c:v>4.1585596169207228</c:v>
                </c:pt>
                <c:pt idx="256">
                  <c:v>4.294543994308035</c:v>
                </c:pt>
                <c:pt idx="257">
                  <c:v>4.3991520364812882</c:v>
                </c:pt>
                <c:pt idx="258">
                  <c:v>4.5009330287167471</c:v>
                </c:pt>
                <c:pt idx="259">
                  <c:v>4.5999999999999996</c:v>
                </c:pt>
                <c:pt idx="260">
                  <c:v>4.3009061346339941</c:v>
                </c:pt>
                <c:pt idx="261">
                  <c:v>3.9622855880848902</c:v>
                </c:pt>
                <c:pt idx="262">
                  <c:v>3.735773974498616</c:v>
                </c:pt>
                <c:pt idx="263">
                  <c:v>3.6793851956830883</c:v>
                </c:pt>
                <c:pt idx="264">
                  <c:v>3.6606242596080794</c:v>
                </c:pt>
                <c:pt idx="265">
                  <c:v>3.6482631993526491</c:v>
                </c:pt>
                <c:pt idx="266">
                  <c:v>3.6422822863179456</c:v>
                </c:pt>
                <c:pt idx="267">
                  <c:v>3.6401072119923943</c:v>
                </c:pt>
                <c:pt idx="268">
                  <c:v>3.6378247826132646</c:v>
                </c:pt>
                <c:pt idx="269">
                  <c:v>3.6346750995298791</c:v>
                </c:pt>
                <c:pt idx="270">
                  <c:v>3.6377500068158182</c:v>
                </c:pt>
                <c:pt idx="271">
                  <c:v>3.6431556961496874</c:v>
                </c:pt>
                <c:pt idx="272">
                  <c:v>3.6467953519574934</c:v>
                </c:pt>
                <c:pt idx="273">
                  <c:v>3.6523968806934568</c:v>
                </c:pt>
                <c:pt idx="274">
                  <c:v>3.6746416051081532</c:v>
                </c:pt>
                <c:pt idx="275">
                  <c:v>3.7110271466466838</c:v>
                </c:pt>
                <c:pt idx="276">
                  <c:v>3.7744414247634959</c:v>
                </c:pt>
                <c:pt idx="277">
                  <c:v>3.8886225912945718</c:v>
                </c:pt>
                <c:pt idx="278">
                  <c:v>4.4342134574165666</c:v>
                </c:pt>
                <c:pt idx="279">
                  <c:v>4.5534503281153835</c:v>
                </c:pt>
                <c:pt idx="280">
                  <c:v>4.2565333120275923</c:v>
                </c:pt>
                <c:pt idx="281">
                  <c:v>3.9019419544093701</c:v>
                </c:pt>
                <c:pt idx="282">
                  <c:v>3.7183363898807062</c:v>
                </c:pt>
                <c:pt idx="283">
                  <c:v>3.6578891226356922</c:v>
                </c:pt>
                <c:pt idx="284">
                  <c:v>3.6365993671276118</c:v>
                </c:pt>
                <c:pt idx="285">
                  <c:v>3.6259131314973918</c:v>
                </c:pt>
                <c:pt idx="286">
                  <c:v>3.6184444560986524</c:v>
                </c:pt>
                <c:pt idx="287">
                  <c:v>3.6170946534094903</c:v>
                </c:pt>
                <c:pt idx="288">
                  <c:v>3.6166880176708607</c:v>
                </c:pt>
                <c:pt idx="289">
                  <c:v>3.6139942962606151</c:v>
                </c:pt>
                <c:pt idx="290">
                  <c:v>3.6107848431254239</c:v>
                </c:pt>
                <c:pt idx="291">
                  <c:v>3.610151412070691</c:v>
                </c:pt>
                <c:pt idx="292">
                  <c:v>3.6086156801318046</c:v>
                </c:pt>
                <c:pt idx="293">
                  <c:v>3.607422588013276</c:v>
                </c:pt>
                <c:pt idx="294">
                  <c:v>3.605409108336437</c:v>
                </c:pt>
                <c:pt idx="295">
                  <c:v>3.6049664669434711</c:v>
                </c:pt>
                <c:pt idx="296">
                  <c:v>3.6068808524922513</c:v>
                </c:pt>
                <c:pt idx="297">
                  <c:v>3.608997326755627</c:v>
                </c:pt>
                <c:pt idx="298">
                  <c:v>3.6085944982904605</c:v>
                </c:pt>
                <c:pt idx="299">
                  <c:v>3.6099729612881877</c:v>
                </c:pt>
                <c:pt idx="300">
                  <c:v>3.6115882776671104</c:v>
                </c:pt>
                <c:pt idx="301">
                  <c:v>3.6120475962194738</c:v>
                </c:pt>
                <c:pt idx="302">
                  <c:v>3.6116634949840312</c:v>
                </c:pt>
                <c:pt idx="303">
                  <c:v>3.61436255012703</c:v>
                </c:pt>
                <c:pt idx="304">
                  <c:v>3.6163543960891595</c:v>
                </c:pt>
                <c:pt idx="305">
                  <c:v>3.6161814683676932</c:v>
                </c:pt>
                <c:pt idx="306">
                  <c:v>3.6148470648720115</c:v>
                </c:pt>
                <c:pt idx="307">
                  <c:v>3.6136664551080866</c:v>
                </c:pt>
                <c:pt idx="308">
                  <c:v>3.6128336916923316</c:v>
                </c:pt>
                <c:pt idx="309">
                  <c:v>3.6110053588069175</c:v>
                </c:pt>
                <c:pt idx="310">
                  <c:v>3.6098944455175679</c:v>
                </c:pt>
                <c:pt idx="311">
                  <c:v>3.607674197167611</c:v>
                </c:pt>
                <c:pt idx="312">
                  <c:v>3.6078355255734236</c:v>
                </c:pt>
                <c:pt idx="313">
                  <c:v>3.6073578540105222</c:v>
                </c:pt>
                <c:pt idx="314">
                  <c:v>3.6076605891971933</c:v>
                </c:pt>
                <c:pt idx="315">
                  <c:v>3.6080142070997727</c:v>
                </c:pt>
                <c:pt idx="316">
                  <c:v>3.6081391645068255</c:v>
                </c:pt>
                <c:pt idx="317">
                  <c:v>3.6095736109906773</c:v>
                </c:pt>
                <c:pt idx="318">
                  <c:v>3.612660996193839</c:v>
                </c:pt>
                <c:pt idx="319">
                  <c:v>3.6154380634646395</c:v>
                </c:pt>
                <c:pt idx="320">
                  <c:v>3.6185515759710034</c:v>
                </c:pt>
                <c:pt idx="321">
                  <c:v>3.6298556178955748</c:v>
                </c:pt>
                <c:pt idx="322">
                  <c:v>3.6518231213285697</c:v>
                </c:pt>
                <c:pt idx="323">
                  <c:v>3.6779507972708707</c:v>
                </c:pt>
                <c:pt idx="324">
                  <c:v>3.6783232533377159</c:v>
                </c:pt>
                <c:pt idx="325">
                  <c:v>3.6624477098945425</c:v>
                </c:pt>
                <c:pt idx="326">
                  <c:v>3.6520695853388725</c:v>
                </c:pt>
                <c:pt idx="327">
                  <c:v>3.6546286055915078</c:v>
                </c:pt>
                <c:pt idx="328">
                  <c:v>3.6917601419848536</c:v>
                </c:pt>
                <c:pt idx="329">
                  <c:v>3.7997779273891954</c:v>
                </c:pt>
                <c:pt idx="330">
                  <c:v>3.931006212618315</c:v>
                </c:pt>
                <c:pt idx="331">
                  <c:v>4.0338064300050496</c:v>
                </c:pt>
                <c:pt idx="332">
                  <c:v>4.0539357658357495</c:v>
                </c:pt>
                <c:pt idx="333">
                  <c:v>4.0175489049157376</c:v>
                </c:pt>
                <c:pt idx="334">
                  <c:v>3.9476294252883131</c:v>
                </c:pt>
                <c:pt idx="335">
                  <c:v>3.8400161042638437</c:v>
                </c:pt>
                <c:pt idx="336">
                  <c:v>3.7401875481248834</c:v>
                </c:pt>
                <c:pt idx="337">
                  <c:v>3.6844666958295336</c:v>
                </c:pt>
                <c:pt idx="338">
                  <c:v>3.6570921097248283</c:v>
                </c:pt>
                <c:pt idx="339">
                  <c:v>3.6433662706171401</c:v>
                </c:pt>
                <c:pt idx="340">
                  <c:v>3.6358010555430496</c:v>
                </c:pt>
                <c:pt idx="341">
                  <c:v>3.6283630365350579</c:v>
                </c:pt>
                <c:pt idx="342">
                  <c:v>3.624054244281008</c:v>
                </c:pt>
                <c:pt idx="343">
                  <c:v>3.6215781557333053</c:v>
                </c:pt>
                <c:pt idx="344">
                  <c:v>3.6194053799714534</c:v>
                </c:pt>
                <c:pt idx="345">
                  <c:v>3.6178673272819597</c:v>
                </c:pt>
                <c:pt idx="346">
                  <c:v>3.6172623775613988</c:v>
                </c:pt>
                <c:pt idx="347">
                  <c:v>3.6161520115491199</c:v>
                </c:pt>
                <c:pt idx="348">
                  <c:v>3.6149832022621511</c:v>
                </c:pt>
                <c:pt idx="349">
                  <c:v>3.613499284149758</c:v>
                </c:pt>
                <c:pt idx="350">
                  <c:v>3.6124088626889046</c:v>
                </c:pt>
                <c:pt idx="351">
                  <c:v>3.6127937877982088</c:v>
                </c:pt>
                <c:pt idx="352">
                  <c:v>3.6128737568113216</c:v>
                </c:pt>
                <c:pt idx="353">
                  <c:v>3.6127907334005007</c:v>
                </c:pt>
                <c:pt idx="354">
                  <c:v>3.6129655100309912</c:v>
                </c:pt>
                <c:pt idx="355">
                  <c:v>3.6132380791575875</c:v>
                </c:pt>
                <c:pt idx="356">
                  <c:v>3.6140855820760831</c:v>
                </c:pt>
                <c:pt idx="357">
                  <c:v>3.6149428072977914</c:v>
                </c:pt>
                <c:pt idx="358">
                  <c:v>3.614582846897695</c:v>
                </c:pt>
                <c:pt idx="359">
                  <c:v>3.615864346450123</c:v>
                </c:pt>
                <c:pt idx="360">
                  <c:v>3.6188877579219216</c:v>
                </c:pt>
                <c:pt idx="361">
                  <c:v>3.6207071805449664</c:v>
                </c:pt>
                <c:pt idx="362">
                  <c:v>3.6227569506081321</c:v>
                </c:pt>
                <c:pt idx="363">
                  <c:v>3.6237327145643246</c:v>
                </c:pt>
                <c:pt idx="364">
                  <c:v>3.6260622571036447</c:v>
                </c:pt>
                <c:pt idx="365">
                  <c:v>3.6274832220824558</c:v>
                </c:pt>
                <c:pt idx="366">
                  <c:v>3.6279652223111647</c:v>
                </c:pt>
                <c:pt idx="367">
                  <c:v>3.6296043023479929</c:v>
                </c:pt>
                <c:pt idx="368">
                  <c:v>3.6305992491050927</c:v>
                </c:pt>
                <c:pt idx="369">
                  <c:v>3.6308303745661306</c:v>
                </c:pt>
                <c:pt idx="370">
                  <c:v>3.6320229475110053</c:v>
                </c:pt>
                <c:pt idx="371">
                  <c:v>3.6325216145452215</c:v>
                </c:pt>
                <c:pt idx="372">
                  <c:v>3.6337765297441362</c:v>
                </c:pt>
                <c:pt idx="373">
                  <c:v>3.6339677661023235</c:v>
                </c:pt>
                <c:pt idx="374">
                  <c:v>3.6356008467991501</c:v>
                </c:pt>
                <c:pt idx="375">
                  <c:v>3.6378791701211193</c:v>
                </c:pt>
                <c:pt idx="376">
                  <c:v>3.6382243984141107</c:v>
                </c:pt>
                <c:pt idx="377">
                  <c:v>3.638870143942508</c:v>
                </c:pt>
                <c:pt idx="378">
                  <c:v>3.6391676644661675</c:v>
                </c:pt>
                <c:pt idx="379">
                  <c:v>3.6402782405145109</c:v>
                </c:pt>
                <c:pt idx="380">
                  <c:v>3.6450983640900287</c:v>
                </c:pt>
                <c:pt idx="381">
                  <c:v>3.6526208974690788</c:v>
                </c:pt>
                <c:pt idx="382">
                  <c:v>3.6618370433472789</c:v>
                </c:pt>
                <c:pt idx="383">
                  <c:v>3.6799825619183957</c:v>
                </c:pt>
                <c:pt idx="384">
                  <c:v>3.6852187314399116</c:v>
                </c:pt>
                <c:pt idx="385">
                  <c:v>3.682543818611387</c:v>
                </c:pt>
                <c:pt idx="386">
                  <c:v>3.6684075986149502</c:v>
                </c:pt>
                <c:pt idx="387">
                  <c:v>3.6530823614954739</c:v>
                </c:pt>
                <c:pt idx="388">
                  <c:v>3.6391009854111198</c:v>
                </c:pt>
                <c:pt idx="389">
                  <c:v>3.6309511245958079</c:v>
                </c:pt>
                <c:pt idx="390">
                  <c:v>3.6257533384256333</c:v>
                </c:pt>
                <c:pt idx="391">
                  <c:v>3.6236561016908722</c:v>
                </c:pt>
                <c:pt idx="392">
                  <c:v>3.6220401773906628</c:v>
                </c:pt>
                <c:pt idx="393">
                  <c:v>3.6224384900804285</c:v>
                </c:pt>
                <c:pt idx="394">
                  <c:v>3.6234099926711023</c:v>
                </c:pt>
                <c:pt idx="395">
                  <c:v>3.6246843998085136</c:v>
                </c:pt>
                <c:pt idx="396">
                  <c:v>3.6253806871139953</c:v>
                </c:pt>
                <c:pt idx="397">
                  <c:v>3.6261991089122314</c:v>
                </c:pt>
                <c:pt idx="398">
                  <c:v>3.6277579492556655</c:v>
                </c:pt>
                <c:pt idx="399">
                  <c:v>3.6289205905821298</c:v>
                </c:pt>
                <c:pt idx="400">
                  <c:v>3.6322188667859687</c:v>
                </c:pt>
                <c:pt idx="401">
                  <c:v>3.6333735001176679</c:v>
                </c:pt>
                <c:pt idx="402">
                  <c:v>3.6337710214743715</c:v>
                </c:pt>
                <c:pt idx="403">
                  <c:v>3.634056566984063</c:v>
                </c:pt>
                <c:pt idx="404">
                  <c:v>3.6350251675271323</c:v>
                </c:pt>
                <c:pt idx="405">
                  <c:v>3.6352026627934517</c:v>
                </c:pt>
                <c:pt idx="406">
                  <c:v>3.6340975979731271</c:v>
                </c:pt>
                <c:pt idx="407">
                  <c:v>3.631444647225555</c:v>
                </c:pt>
                <c:pt idx="408">
                  <c:v>3.6294562417133376</c:v>
                </c:pt>
                <c:pt idx="409">
                  <c:v>3.6270438118429009</c:v>
                </c:pt>
                <c:pt idx="410">
                  <c:v>3.6244217852081033</c:v>
                </c:pt>
                <c:pt idx="411">
                  <c:v>3.6215747981145174</c:v>
                </c:pt>
                <c:pt idx="412">
                  <c:v>3.6202316248735524</c:v>
                </c:pt>
                <c:pt idx="413">
                  <c:v>3.6187803229954727</c:v>
                </c:pt>
                <c:pt idx="414">
                  <c:v>3.6165219590162012</c:v>
                </c:pt>
                <c:pt idx="415">
                  <c:v>3.6155287014223858</c:v>
                </c:pt>
                <c:pt idx="416">
                  <c:v>3.6142473275957712</c:v>
                </c:pt>
                <c:pt idx="417">
                  <c:v>3.6132418346615975</c:v>
                </c:pt>
                <c:pt idx="418">
                  <c:v>3.6131813960442885</c:v>
                </c:pt>
                <c:pt idx="419">
                  <c:v>3.6154935307353644</c:v>
                </c:pt>
                <c:pt idx="420">
                  <c:v>3.6163122143391186</c:v>
                </c:pt>
                <c:pt idx="421">
                  <c:v>3.616311104993704</c:v>
                </c:pt>
                <c:pt idx="422">
                  <c:v>3.6152899880387124</c:v>
                </c:pt>
                <c:pt idx="423">
                  <c:v>3.6151420841915427</c:v>
                </c:pt>
                <c:pt idx="424">
                  <c:v>3.616443446943399</c:v>
                </c:pt>
                <c:pt idx="425">
                  <c:v>3.6177290022626623</c:v>
                </c:pt>
                <c:pt idx="426">
                  <c:v>3.619491107226831</c:v>
                </c:pt>
                <c:pt idx="427">
                  <c:v>3.6216900088127586</c:v>
                </c:pt>
                <c:pt idx="428">
                  <c:v>3.6261416152372163</c:v>
                </c:pt>
                <c:pt idx="429">
                  <c:v>3.6349468181583244</c:v>
                </c:pt>
                <c:pt idx="430">
                  <c:v>3.6421115979950893</c:v>
                </c:pt>
                <c:pt idx="431">
                  <c:v>3.6462984302933963</c:v>
                </c:pt>
                <c:pt idx="432">
                  <c:v>3.6507154325365581</c:v>
                </c:pt>
                <c:pt idx="433">
                  <c:v>3.6462093483774853</c:v>
                </c:pt>
                <c:pt idx="434">
                  <c:v>3.6374383369611789</c:v>
                </c:pt>
                <c:pt idx="435">
                  <c:v>3.6129075400770114</c:v>
                </c:pt>
                <c:pt idx="436">
                  <c:v>3.6146600706506891</c:v>
                </c:pt>
                <c:pt idx="437">
                  <c:v>3.6154993185601736</c:v>
                </c:pt>
                <c:pt idx="438">
                  <c:v>3.6160546627911798</c:v>
                </c:pt>
                <c:pt idx="439">
                  <c:v>3.6173144798176997</c:v>
                </c:pt>
                <c:pt idx="440">
                  <c:v>3.614997397446075</c:v>
                </c:pt>
                <c:pt idx="441">
                  <c:v>3.6128877197722722</c:v>
                </c:pt>
                <c:pt idx="442">
                  <c:v>3.6168566869850625</c:v>
                </c:pt>
                <c:pt idx="443">
                  <c:v>3.6157167606153058</c:v>
                </c:pt>
                <c:pt idx="444">
                  <c:v>3.6153636574489982</c:v>
                </c:pt>
                <c:pt idx="445">
                  <c:v>3.6181543386067259</c:v>
                </c:pt>
                <c:pt idx="446">
                  <c:v>3.617791931730209</c:v>
                </c:pt>
                <c:pt idx="447">
                  <c:v>3.6195614456426193</c:v>
                </c:pt>
                <c:pt idx="448">
                  <c:v>3.6237354065758636</c:v>
                </c:pt>
                <c:pt idx="449">
                  <c:v>3.6238925727176809</c:v>
                </c:pt>
                <c:pt idx="450">
                  <c:v>3.6218812422126909</c:v>
                </c:pt>
                <c:pt idx="451">
                  <c:v>3.6224125106899483</c:v>
                </c:pt>
                <c:pt idx="452">
                  <c:v>3.6244528335675641</c:v>
                </c:pt>
                <c:pt idx="453">
                  <c:v>3.6249351384964799</c:v>
                </c:pt>
                <c:pt idx="454">
                  <c:v>3.6250176175884841</c:v>
                </c:pt>
                <c:pt idx="455">
                  <c:v>3.6244971215947652</c:v>
                </c:pt>
                <c:pt idx="456">
                  <c:v>3.622258221450573</c:v>
                </c:pt>
                <c:pt idx="457">
                  <c:v>3.6202177979923063</c:v>
                </c:pt>
                <c:pt idx="458">
                  <c:v>3.6194726403234978</c:v>
                </c:pt>
                <c:pt idx="459">
                  <c:v>3.6210895985336338</c:v>
                </c:pt>
                <c:pt idx="460">
                  <c:v>3.621582211500141</c:v>
                </c:pt>
                <c:pt idx="461">
                  <c:v>3.6212224626152372</c:v>
                </c:pt>
                <c:pt idx="462">
                  <c:v>3.6207142552104563</c:v>
                </c:pt>
                <c:pt idx="463">
                  <c:v>3.6200726704669273</c:v>
                </c:pt>
                <c:pt idx="464">
                  <c:v>3.6203698138131455</c:v>
                </c:pt>
                <c:pt idx="465">
                  <c:v>3.6210351888388708</c:v>
                </c:pt>
                <c:pt idx="466">
                  <c:v>3.6207226433409172</c:v>
                </c:pt>
                <c:pt idx="467">
                  <c:v>3.6206901853732165</c:v>
                </c:pt>
                <c:pt idx="468">
                  <c:v>3.6196913633028016</c:v>
                </c:pt>
                <c:pt idx="469">
                  <c:v>3.6199869313785316</c:v>
                </c:pt>
                <c:pt idx="470">
                  <c:v>3.6212345944166899</c:v>
                </c:pt>
                <c:pt idx="471">
                  <c:v>3.6222240817152236</c:v>
                </c:pt>
                <c:pt idx="472">
                  <c:v>3.6223921638159191</c:v>
                </c:pt>
                <c:pt idx="473">
                  <c:v>3.6213911112216577</c:v>
                </c:pt>
                <c:pt idx="474">
                  <c:v>3.6213747387624671</c:v>
                </c:pt>
                <c:pt idx="475">
                  <c:v>3.6219447869971608</c:v>
                </c:pt>
                <c:pt idx="476">
                  <c:v>3.6235699247808193</c:v>
                </c:pt>
                <c:pt idx="477">
                  <c:v>3.626058414331129</c:v>
                </c:pt>
                <c:pt idx="478">
                  <c:v>3.6255790942809418</c:v>
                </c:pt>
                <c:pt idx="479">
                  <c:v>3.6262932169024342</c:v>
                </c:pt>
                <c:pt idx="480">
                  <c:v>3.6269267152574556</c:v>
                </c:pt>
                <c:pt idx="481">
                  <c:v>3.627933536447872</c:v>
                </c:pt>
                <c:pt idx="482">
                  <c:v>3.6283331078749019</c:v>
                </c:pt>
                <c:pt idx="483">
                  <c:v>3.6289340890971333</c:v>
                </c:pt>
                <c:pt idx="484">
                  <c:v>3.6293252827475926</c:v>
                </c:pt>
                <c:pt idx="485">
                  <c:v>3.6300065864943427</c:v>
                </c:pt>
                <c:pt idx="486">
                  <c:v>3.6308768724093978</c:v>
                </c:pt>
                <c:pt idx="487">
                  <c:v>3.6324506963115635</c:v>
                </c:pt>
                <c:pt idx="488">
                  <c:v>3.6330904247504323</c:v>
                </c:pt>
                <c:pt idx="489">
                  <c:v>3.635029637449589</c:v>
                </c:pt>
                <c:pt idx="490">
                  <c:v>3.6373765833997718</c:v>
                </c:pt>
                <c:pt idx="491">
                  <c:v>3.6394946639953076</c:v>
                </c:pt>
                <c:pt idx="492">
                  <c:v>3.6405184359836582</c:v>
                </c:pt>
                <c:pt idx="493">
                  <c:v>3.6407277324851934</c:v>
                </c:pt>
                <c:pt idx="494">
                  <c:v>3.6413238621701454</c:v>
                </c:pt>
                <c:pt idx="495">
                  <c:v>3.6423992261159057</c:v>
                </c:pt>
                <c:pt idx="496">
                  <c:v>3.6435997390156936</c:v>
                </c:pt>
                <c:pt idx="497">
                  <c:v>3.6443309899303857</c:v>
                </c:pt>
                <c:pt idx="498">
                  <c:v>3.6455406645441704</c:v>
                </c:pt>
                <c:pt idx="499">
                  <c:v>3.6468749408349113</c:v>
                </c:pt>
                <c:pt idx="500">
                  <c:v>3.6484614171913115</c:v>
                </c:pt>
                <c:pt idx="501">
                  <c:v>3.6506305365506773</c:v>
                </c:pt>
                <c:pt idx="502">
                  <c:v>3.6531079918119302</c:v>
                </c:pt>
                <c:pt idx="503">
                  <c:v>3.6572124692649197</c:v>
                </c:pt>
                <c:pt idx="504">
                  <c:v>3.6629784562398915</c:v>
                </c:pt>
                <c:pt idx="505">
                  <c:v>3.6704229212843047</c:v>
                </c:pt>
                <c:pt idx="506">
                  <c:v>3.6828537785949607</c:v>
                </c:pt>
                <c:pt idx="507">
                  <c:v>3.6997485412729034</c:v>
                </c:pt>
                <c:pt idx="508">
                  <c:v>3.7274745443388855</c:v>
                </c:pt>
                <c:pt idx="509">
                  <c:v>3.7635601011278101</c:v>
                </c:pt>
                <c:pt idx="510">
                  <c:v>3.8051184522942898</c:v>
                </c:pt>
                <c:pt idx="511">
                  <c:v>3.8509000666624882</c:v>
                </c:pt>
                <c:pt idx="512">
                  <c:v>3.8873435604054722</c:v>
                </c:pt>
                <c:pt idx="513">
                  <c:v>3.9150768881094455</c:v>
                </c:pt>
                <c:pt idx="514">
                  <c:v>3.9299751071172091</c:v>
                </c:pt>
                <c:pt idx="515">
                  <c:v>3.9294472598612105</c:v>
                </c:pt>
                <c:pt idx="516">
                  <c:v>3.9198765494390106</c:v>
                </c:pt>
                <c:pt idx="517">
                  <c:v>3.8988665057628689</c:v>
                </c:pt>
                <c:pt idx="518">
                  <c:v>3.8745851769963862</c:v>
                </c:pt>
                <c:pt idx="519">
                  <c:v>3.848330408526893</c:v>
                </c:pt>
                <c:pt idx="520">
                  <c:v>3.8222234344491524</c:v>
                </c:pt>
                <c:pt idx="521">
                  <c:v>3.8018032430420434</c:v>
                </c:pt>
                <c:pt idx="522">
                  <c:v>3.7855606393881214</c:v>
                </c:pt>
                <c:pt idx="523">
                  <c:v>3.7743583451458407</c:v>
                </c:pt>
                <c:pt idx="524">
                  <c:v>3.769716453441998</c:v>
                </c:pt>
                <c:pt idx="525">
                  <c:v>3.7690879900360312</c:v>
                </c:pt>
                <c:pt idx="526">
                  <c:v>3.7727138278373542</c:v>
                </c:pt>
                <c:pt idx="527">
                  <c:v>3.7781728604152613</c:v>
                </c:pt>
                <c:pt idx="528">
                  <c:v>3.7879109725396365</c:v>
                </c:pt>
                <c:pt idx="529">
                  <c:v>3.8002097615391333</c:v>
                </c:pt>
                <c:pt idx="530">
                  <c:v>3.8129420649770887</c:v>
                </c:pt>
                <c:pt idx="531">
                  <c:v>3.8264497387364345</c:v>
                </c:pt>
                <c:pt idx="532">
                  <c:v>3.8376781602819174</c:v>
                </c:pt>
                <c:pt idx="533">
                  <c:v>3.8499435565053117</c:v>
                </c:pt>
                <c:pt idx="534">
                  <c:v>3.8659600666889942</c:v>
                </c:pt>
                <c:pt idx="535">
                  <c:v>3.8821670174604237</c:v>
                </c:pt>
                <c:pt idx="536">
                  <c:v>3.901530828040503</c:v>
                </c:pt>
                <c:pt idx="537">
                  <c:v>3.9228718885553135</c:v>
                </c:pt>
                <c:pt idx="538">
                  <c:v>3.9501814285614216</c:v>
                </c:pt>
                <c:pt idx="539">
                  <c:v>3.986206601460744</c:v>
                </c:pt>
                <c:pt idx="540">
                  <c:v>4.028742939711627</c:v>
                </c:pt>
                <c:pt idx="541">
                  <c:v>4.0737577745293256</c:v>
                </c:pt>
                <c:pt idx="542">
                  <c:v>4.1246015538929575</c:v>
                </c:pt>
                <c:pt idx="543">
                  <c:v>4.1759469585452482</c:v>
                </c:pt>
                <c:pt idx="544">
                  <c:v>4.2373002089616278</c:v>
                </c:pt>
                <c:pt idx="545">
                  <c:v>4.2984058179824398</c:v>
                </c:pt>
                <c:pt idx="546">
                  <c:v>4.3618963007335898</c:v>
                </c:pt>
                <c:pt idx="547">
                  <c:v>4.4295257837670308</c:v>
                </c:pt>
                <c:pt idx="548">
                  <c:v>4.4831435538168485</c:v>
                </c:pt>
                <c:pt idx="549">
                  <c:v>4.5375467522531494</c:v>
                </c:pt>
                <c:pt idx="550">
                  <c:v>4.5796654796414353</c:v>
                </c:pt>
                <c:pt idx="551">
                  <c:v>4.6000411789017877</c:v>
                </c:pt>
                <c:pt idx="552">
                  <c:v>4.6076327697724535</c:v>
                </c:pt>
                <c:pt idx="553">
                  <c:v>4.5869673982374684</c:v>
                </c:pt>
                <c:pt idx="554">
                  <c:v>4.5389636851311614</c:v>
                </c:pt>
                <c:pt idx="555">
                  <c:v>4.476546599086566</c:v>
                </c:pt>
                <c:pt idx="556">
                  <c:v>4.4108314143334004</c:v>
                </c:pt>
                <c:pt idx="557">
                  <c:v>4.3410912522570291</c:v>
                </c:pt>
                <c:pt idx="558">
                  <c:v>4.2617483596124144</c:v>
                </c:pt>
                <c:pt idx="559">
                  <c:v>4.1927102268133911</c:v>
                </c:pt>
                <c:pt idx="560">
                  <c:v>4.1286237386239737</c:v>
                </c:pt>
                <c:pt idx="561">
                  <c:v>4.0651299899599227</c:v>
                </c:pt>
                <c:pt idx="562">
                  <c:v>4.0122158111457935</c:v>
                </c:pt>
                <c:pt idx="563">
                  <c:v>3.9683170665627121</c:v>
                </c:pt>
                <c:pt idx="564">
                  <c:v>3.9225988771696776</c:v>
                </c:pt>
                <c:pt idx="565">
                  <c:v>3.8827819083950241</c:v>
                </c:pt>
                <c:pt idx="566">
                  <c:v>3.8463355510617436</c:v>
                </c:pt>
                <c:pt idx="567">
                  <c:v>3.8182619530992192</c:v>
                </c:pt>
                <c:pt idx="568">
                  <c:v>3.7948734373553417</c:v>
                </c:pt>
                <c:pt idx="569">
                  <c:v>3.7691219744630224</c:v>
                </c:pt>
                <c:pt idx="570">
                  <c:v>3.7469173403124789</c:v>
                </c:pt>
                <c:pt idx="571">
                  <c:v>3.7304167058733988</c:v>
                </c:pt>
                <c:pt idx="572">
                  <c:v>3.7200609220552496</c:v>
                </c:pt>
                <c:pt idx="573">
                  <c:v>3.7076373183844771</c:v>
                </c:pt>
                <c:pt idx="574">
                  <c:v>3.6988080707712911</c:v>
                </c:pt>
                <c:pt idx="575">
                  <c:v>3.6890378379202216</c:v>
                </c:pt>
                <c:pt idx="576">
                  <c:v>3.689823130226999</c:v>
                </c:pt>
                <c:pt idx="577">
                  <c:v>3.6846147564641885</c:v>
                </c:pt>
                <c:pt idx="578">
                  <c:v>3.6896637276448265</c:v>
                </c:pt>
                <c:pt idx="579">
                  <c:v>3.6914498151777293</c:v>
                </c:pt>
                <c:pt idx="580">
                  <c:v>3.6791473224436753</c:v>
                </c:pt>
                <c:pt idx="581">
                  <c:v>3.6503114592269235</c:v>
                </c:pt>
                <c:pt idx="582">
                  <c:v>3.6363188891077733</c:v>
                </c:pt>
                <c:pt idx="583">
                  <c:v>3.6613905480883431</c:v>
                </c:pt>
                <c:pt idx="584">
                  <c:v>3.6531722865139002</c:v>
                </c:pt>
                <c:pt idx="585">
                  <c:v>3.629076747959183</c:v>
                </c:pt>
                <c:pt idx="586">
                  <c:v>3.6161642883050407</c:v>
                </c:pt>
                <c:pt idx="587">
                  <c:v>3.6051445109659888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1-57AB-4D59-AD3D-6260AFD7ADF0}"/>
            </c:ext>
          </c:extLst>
        </c:ser>
        <c:ser>
          <c:idx val="18"/>
          <c:order val="18"/>
          <c:tx>
            <c:strRef>
              <c:f>'Fully separated 1%'!$T$1</c:f>
              <c:strCache>
                <c:ptCount val="1"/>
                <c:pt idx="0">
                  <c:v>1H_6/O-PTIR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1%'!$A$2:$A$589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1%'!$T$2:$T$589</c:f>
              <c:numCache>
                <c:formatCode>General</c:formatCode>
                <c:ptCount val="588"/>
                <c:pt idx="0">
                  <c:v>3.398841496339037</c:v>
                </c:pt>
                <c:pt idx="1">
                  <c:v>3.3109527140592014</c:v>
                </c:pt>
                <c:pt idx="2">
                  <c:v>3.3686878850952779</c:v>
                </c:pt>
                <c:pt idx="3">
                  <c:v>3.4224277634065978</c:v>
                </c:pt>
                <c:pt idx="4">
                  <c:v>3.4302162267753165</c:v>
                </c:pt>
                <c:pt idx="5">
                  <c:v>3.4446096987381911</c:v>
                </c:pt>
                <c:pt idx="6">
                  <c:v>3.4728683066943051</c:v>
                </c:pt>
                <c:pt idx="7">
                  <c:v>3.4674749598844214</c:v>
                </c:pt>
                <c:pt idx="8">
                  <c:v>3.4508696705288022</c:v>
                </c:pt>
                <c:pt idx="9">
                  <c:v>3.4453611924843486</c:v>
                </c:pt>
                <c:pt idx="10">
                  <c:v>3.4404042298855826</c:v>
                </c:pt>
                <c:pt idx="11">
                  <c:v>3.4640089025177163</c:v>
                </c:pt>
                <c:pt idx="12">
                  <c:v>3.4958710457841047</c:v>
                </c:pt>
                <c:pt idx="13">
                  <c:v>3.5017262832702332</c:v>
                </c:pt>
                <c:pt idx="14">
                  <c:v>3.5479973142072914</c:v>
                </c:pt>
                <c:pt idx="15">
                  <c:v>3.5780775358470525</c:v>
                </c:pt>
                <c:pt idx="16">
                  <c:v>3.5685554204093597</c:v>
                </c:pt>
                <c:pt idx="17">
                  <c:v>3.5517879175493996</c:v>
                </c:pt>
                <c:pt idx="18">
                  <c:v>3.528806040463913</c:v>
                </c:pt>
                <c:pt idx="19">
                  <c:v>3.5286223272936308</c:v>
                </c:pt>
                <c:pt idx="20">
                  <c:v>3.5084272218700807</c:v>
                </c:pt>
                <c:pt idx="21">
                  <c:v>3.5070853724229427</c:v>
                </c:pt>
                <c:pt idx="22">
                  <c:v>3.5236510220668991</c:v>
                </c:pt>
                <c:pt idx="23">
                  <c:v>3.5214164273056228</c:v>
                </c:pt>
                <c:pt idx="24">
                  <c:v>3.5097907422952392</c:v>
                </c:pt>
                <c:pt idx="25">
                  <c:v>3.490481891361493</c:v>
                </c:pt>
                <c:pt idx="26">
                  <c:v>3.4935327691455522</c:v>
                </c:pt>
                <c:pt idx="27">
                  <c:v>3.4882248356831638</c:v>
                </c:pt>
                <c:pt idx="28">
                  <c:v>3.4794317102465557</c:v>
                </c:pt>
                <c:pt idx="29">
                  <c:v>3.4750393066048422</c:v>
                </c:pt>
                <c:pt idx="30">
                  <c:v>3.4828452937716636</c:v>
                </c:pt>
                <c:pt idx="31">
                  <c:v>3.4909432443081561</c:v>
                </c:pt>
                <c:pt idx="32">
                  <c:v>3.5016443960963688</c:v>
                </c:pt>
                <c:pt idx="33">
                  <c:v>3.528462217120929</c:v>
                </c:pt>
                <c:pt idx="34">
                  <c:v>3.5337284360920287</c:v>
                </c:pt>
                <c:pt idx="35">
                  <c:v>3.5255117853193161</c:v>
                </c:pt>
                <c:pt idx="36">
                  <c:v>3.5199719619230354</c:v>
                </c:pt>
                <c:pt idx="37">
                  <c:v>3.5160632769716593</c:v>
                </c:pt>
                <c:pt idx="38">
                  <c:v>3.528144033485801</c:v>
                </c:pt>
                <c:pt idx="39">
                  <c:v>3.5347870114988473</c:v>
                </c:pt>
                <c:pt idx="40">
                  <c:v>3.5342322839516749</c:v>
                </c:pt>
                <c:pt idx="41">
                  <c:v>3.497718560902396</c:v>
                </c:pt>
                <c:pt idx="42">
                  <c:v>3.4966536088792952</c:v>
                </c:pt>
                <c:pt idx="43">
                  <c:v>3.6169407088893837</c:v>
                </c:pt>
                <c:pt idx="44">
                  <c:v>3.6928927186655929</c:v>
                </c:pt>
                <c:pt idx="45">
                  <c:v>3.7764861608392009</c:v>
                </c:pt>
                <c:pt idx="46">
                  <c:v>3.8023197558993207</c:v>
                </c:pt>
                <c:pt idx="47">
                  <c:v>3.6494641738855673</c:v>
                </c:pt>
                <c:pt idx="48">
                  <c:v>3.6869986504415091</c:v>
                </c:pt>
                <c:pt idx="49">
                  <c:v>3.6370252609178135</c:v>
                </c:pt>
                <c:pt idx="50">
                  <c:v>3.5225756200069664</c:v>
                </c:pt>
                <c:pt idx="51">
                  <c:v>3.4660720757503944</c:v>
                </c:pt>
                <c:pt idx="52">
                  <c:v>3.4580582061341145</c:v>
                </c:pt>
                <c:pt idx="53">
                  <c:v>3.4577683794067653</c:v>
                </c:pt>
                <c:pt idx="54">
                  <c:v>3.4554824624017573</c:v>
                </c:pt>
                <c:pt idx="55">
                  <c:v>3.4619848027151061</c:v>
                </c:pt>
                <c:pt idx="56">
                  <c:v>3.4649240611622192</c:v>
                </c:pt>
                <c:pt idx="57">
                  <c:v>3.4629725976811958</c:v>
                </c:pt>
                <c:pt idx="58">
                  <c:v>3.454159276453916</c:v>
                </c:pt>
                <c:pt idx="59">
                  <c:v>3.455173629550953</c:v>
                </c:pt>
                <c:pt idx="60">
                  <c:v>3.4712501261047248</c:v>
                </c:pt>
                <c:pt idx="61">
                  <c:v>3.4938693593118582</c:v>
                </c:pt>
                <c:pt idx="62">
                  <c:v>3.4952470605702408</c:v>
                </c:pt>
                <c:pt idx="63">
                  <c:v>3.5074770774920672</c:v>
                </c:pt>
                <c:pt idx="64">
                  <c:v>3.5521267062207222</c:v>
                </c:pt>
                <c:pt idx="65">
                  <c:v>3.5877151536954868</c:v>
                </c:pt>
                <c:pt idx="66">
                  <c:v>3.6188927148586578</c:v>
                </c:pt>
                <c:pt idx="67">
                  <c:v>3.6462770078251552</c:v>
                </c:pt>
                <c:pt idx="68">
                  <c:v>3.6187029010748879</c:v>
                </c:pt>
                <c:pt idx="69">
                  <c:v>3.5491271935084141</c:v>
                </c:pt>
                <c:pt idx="70">
                  <c:v>3.5038947325342575</c:v>
                </c:pt>
                <c:pt idx="71">
                  <c:v>3.4664968916374961</c:v>
                </c:pt>
                <c:pt idx="72">
                  <c:v>3.4488849772630799</c:v>
                </c:pt>
                <c:pt idx="73">
                  <c:v>3.4579565942777957</c:v>
                </c:pt>
                <c:pt idx="74">
                  <c:v>3.4532953686731118</c:v>
                </c:pt>
                <c:pt idx="75">
                  <c:v>3.4470030236581981</c:v>
                </c:pt>
                <c:pt idx="76">
                  <c:v>3.4389943267149765</c:v>
                </c:pt>
                <c:pt idx="77">
                  <c:v>3.4403124827498255</c:v>
                </c:pt>
                <c:pt idx="78">
                  <c:v>3.4367458723306248</c:v>
                </c:pt>
                <c:pt idx="79">
                  <c:v>3.4371029937737574</c:v>
                </c:pt>
                <c:pt idx="80">
                  <c:v>3.4396365875966244</c:v>
                </c:pt>
                <c:pt idx="81">
                  <c:v>3.4389448770074442</c:v>
                </c:pt>
                <c:pt idx="82">
                  <c:v>3.4434426114051968</c:v>
                </c:pt>
                <c:pt idx="83">
                  <c:v>3.4426651543617006</c:v>
                </c:pt>
                <c:pt idx="84">
                  <c:v>3.4429912183524727</c:v>
                </c:pt>
                <c:pt idx="85">
                  <c:v>3.4423162535190355</c:v>
                </c:pt>
                <c:pt idx="86">
                  <c:v>3.4433052096003292</c:v>
                </c:pt>
                <c:pt idx="87">
                  <c:v>3.447120524709864</c:v>
                </c:pt>
                <c:pt idx="88">
                  <c:v>3.4455283074176224</c:v>
                </c:pt>
                <c:pt idx="89">
                  <c:v>3.4426788402933624</c:v>
                </c:pt>
                <c:pt idx="90">
                  <c:v>3.4405909267412444</c:v>
                </c:pt>
                <c:pt idx="91">
                  <c:v>3.4356609981403121</c:v>
                </c:pt>
                <c:pt idx="92">
                  <c:v>3.4342766656768635</c:v>
                </c:pt>
                <c:pt idx="93">
                  <c:v>3.4290132233890476</c:v>
                </c:pt>
                <c:pt idx="94">
                  <c:v>3.4298001335282482</c:v>
                </c:pt>
                <c:pt idx="95">
                  <c:v>3.4277140163736277</c:v>
                </c:pt>
                <c:pt idx="96">
                  <c:v>3.423439825204575</c:v>
                </c:pt>
                <c:pt idx="97">
                  <c:v>3.4228551323195466</c:v>
                </c:pt>
                <c:pt idx="98">
                  <c:v>3.4227447740298502</c:v>
                </c:pt>
                <c:pt idx="99">
                  <c:v>3.4242829304644271</c:v>
                </c:pt>
                <c:pt idx="100">
                  <c:v>3.4204615647074275</c:v>
                </c:pt>
                <c:pt idx="101">
                  <c:v>3.4223686179112489</c:v>
                </c:pt>
                <c:pt idx="102">
                  <c:v>3.4317913628256593</c:v>
                </c:pt>
                <c:pt idx="103">
                  <c:v>3.4316317356578478</c:v>
                </c:pt>
                <c:pt idx="104">
                  <c:v>3.4383689115211182</c:v>
                </c:pt>
                <c:pt idx="105">
                  <c:v>3.4435265162546611</c:v>
                </c:pt>
                <c:pt idx="106">
                  <c:v>3.4448651964283337</c:v>
                </c:pt>
                <c:pt idx="107">
                  <c:v>3.4519193519835083</c:v>
                </c:pt>
                <c:pt idx="108">
                  <c:v>3.4449497103874127</c:v>
                </c:pt>
                <c:pt idx="109">
                  <c:v>3.4652340027828696</c:v>
                </c:pt>
                <c:pt idx="110">
                  <c:v>3.4738223103527694</c:v>
                </c:pt>
                <c:pt idx="111">
                  <c:v>3.4590148032671117</c:v>
                </c:pt>
                <c:pt idx="112">
                  <c:v>3.4461937644306633</c:v>
                </c:pt>
                <c:pt idx="113">
                  <c:v>3.4593818679488422</c:v>
                </c:pt>
                <c:pt idx="114">
                  <c:v>3.4633986888915533</c:v>
                </c:pt>
                <c:pt idx="115">
                  <c:v>3.4667073913548312</c:v>
                </c:pt>
                <c:pt idx="116">
                  <c:v>3.4589059582341148</c:v>
                </c:pt>
                <c:pt idx="117">
                  <c:v>3.4602807804978326</c:v>
                </c:pt>
                <c:pt idx="118">
                  <c:v>3.4664120350542582</c:v>
                </c:pt>
                <c:pt idx="119">
                  <c:v>3.4772187341179426</c:v>
                </c:pt>
                <c:pt idx="120">
                  <c:v>3.4829640225598975</c:v>
                </c:pt>
                <c:pt idx="121">
                  <c:v>3.4841816612322667</c:v>
                </c:pt>
                <c:pt idx="122">
                  <c:v>3.4806531844060324</c:v>
                </c:pt>
                <c:pt idx="123">
                  <c:v>3.4882656936140566</c:v>
                </c:pt>
                <c:pt idx="124">
                  <c:v>3.4923549414969246</c:v>
                </c:pt>
                <c:pt idx="125">
                  <c:v>3.4958150172168638</c:v>
                </c:pt>
                <c:pt idx="126">
                  <c:v>3.4905466853967875</c:v>
                </c:pt>
                <c:pt idx="127">
                  <c:v>3.4914787753851191</c:v>
                </c:pt>
                <c:pt idx="128">
                  <c:v>3.4896234750845614</c:v>
                </c:pt>
                <c:pt idx="129">
                  <c:v>3.501512971179598</c:v>
                </c:pt>
                <c:pt idx="130">
                  <c:v>3.5040746007000956</c:v>
                </c:pt>
                <c:pt idx="131">
                  <c:v>3.4977594854546528</c:v>
                </c:pt>
                <c:pt idx="132">
                  <c:v>3.5001334425923707</c:v>
                </c:pt>
                <c:pt idx="133">
                  <c:v>3.498538317753451</c:v>
                </c:pt>
                <c:pt idx="134">
                  <c:v>3.486551487845408</c:v>
                </c:pt>
                <c:pt idx="135">
                  <c:v>3.4776536241070355</c:v>
                </c:pt>
                <c:pt idx="136">
                  <c:v>3.4688671322548283</c:v>
                </c:pt>
                <c:pt idx="137">
                  <c:v>3.457005069885811</c:v>
                </c:pt>
                <c:pt idx="138">
                  <c:v>3.4770051174724999</c:v>
                </c:pt>
                <c:pt idx="139">
                  <c:v>3.4610855380246193</c:v>
                </c:pt>
                <c:pt idx="140">
                  <c:v>3.4465526584779491</c:v>
                </c:pt>
                <c:pt idx="141">
                  <c:v>3.4332328611782081</c:v>
                </c:pt>
                <c:pt idx="142">
                  <c:v>3.4290944919359596</c:v>
                </c:pt>
                <c:pt idx="143">
                  <c:v>3.4371168415001607</c:v>
                </c:pt>
                <c:pt idx="144">
                  <c:v>3.4412765557516125</c:v>
                </c:pt>
                <c:pt idx="145">
                  <c:v>3.4436975190203993</c:v>
                </c:pt>
                <c:pt idx="146">
                  <c:v>3.4454884821178742</c:v>
                </c:pt>
                <c:pt idx="147">
                  <c:v>3.4535704149749598</c:v>
                </c:pt>
                <c:pt idx="148">
                  <c:v>3.4507356806895122</c:v>
                </c:pt>
                <c:pt idx="149">
                  <c:v>3.4401007838479356</c:v>
                </c:pt>
                <c:pt idx="150">
                  <c:v>3.4331916725198295</c:v>
                </c:pt>
                <c:pt idx="151">
                  <c:v>3.4462329806207967</c:v>
                </c:pt>
                <c:pt idx="152">
                  <c:v>3.452239810262355</c:v>
                </c:pt>
                <c:pt idx="153">
                  <c:v>3.4530724345540271</c:v>
                </c:pt>
                <c:pt idx="154">
                  <c:v>3.4419194757088989</c:v>
                </c:pt>
                <c:pt idx="155">
                  <c:v>3.4397965074225718</c:v>
                </c:pt>
                <c:pt idx="156">
                  <c:v>3.4471663173803715</c:v>
                </c:pt>
                <c:pt idx="157">
                  <c:v>3.4497441644443683</c:v>
                </c:pt>
                <c:pt idx="158">
                  <c:v>3.4538854531299665</c:v>
                </c:pt>
                <c:pt idx="159">
                  <c:v>3.4486704374358768</c:v>
                </c:pt>
                <c:pt idx="160">
                  <c:v>3.4542430337846453</c:v>
                </c:pt>
                <c:pt idx="161">
                  <c:v>3.461570098999347</c:v>
                </c:pt>
                <c:pt idx="162">
                  <c:v>3.4568353805126799</c:v>
                </c:pt>
                <c:pt idx="163">
                  <c:v>3.4527230530858062</c:v>
                </c:pt>
                <c:pt idx="164">
                  <c:v>3.4652110945509436</c:v>
                </c:pt>
                <c:pt idx="165">
                  <c:v>3.4605807669832132</c:v>
                </c:pt>
                <c:pt idx="166">
                  <c:v>3.4544365307781186</c:v>
                </c:pt>
                <c:pt idx="167">
                  <c:v>3.4416520432772382</c:v>
                </c:pt>
                <c:pt idx="168">
                  <c:v>3.4408512354456109</c:v>
                </c:pt>
                <c:pt idx="169">
                  <c:v>3.4579319300970575</c:v>
                </c:pt>
                <c:pt idx="170">
                  <c:v>3.4680370966790202</c:v>
                </c:pt>
                <c:pt idx="171">
                  <c:v>3.4682542014287425</c:v>
                </c:pt>
                <c:pt idx="172">
                  <c:v>3.468102366581201</c:v>
                </c:pt>
                <c:pt idx="173">
                  <c:v>3.4637867250269814</c:v>
                </c:pt>
                <c:pt idx="174">
                  <c:v>3.4621197442881697</c:v>
                </c:pt>
                <c:pt idx="175">
                  <c:v>3.4650130625460402</c:v>
                </c:pt>
                <c:pt idx="176">
                  <c:v>3.4672582881735656</c:v>
                </c:pt>
                <c:pt idx="177">
                  <c:v>3.4682735406590184</c:v>
                </c:pt>
                <c:pt idx="178">
                  <c:v>3.470727629021789</c:v>
                </c:pt>
                <c:pt idx="179">
                  <c:v>3.4685969017258738</c:v>
                </c:pt>
                <c:pt idx="180">
                  <c:v>3.4653191020582197</c:v>
                </c:pt>
                <c:pt idx="181">
                  <c:v>3.4711306977921681</c:v>
                </c:pt>
                <c:pt idx="182">
                  <c:v>3.4719047809394374</c:v>
                </c:pt>
                <c:pt idx="183">
                  <c:v>3.46711264435422</c:v>
                </c:pt>
                <c:pt idx="184">
                  <c:v>3.4725754058668676</c:v>
                </c:pt>
                <c:pt idx="185">
                  <c:v>3.4730933489036979</c:v>
                </c:pt>
                <c:pt idx="186">
                  <c:v>3.4685129254963765</c:v>
                </c:pt>
                <c:pt idx="187">
                  <c:v>3.4624305519865541</c:v>
                </c:pt>
                <c:pt idx="188">
                  <c:v>3.4609904788553307</c:v>
                </c:pt>
                <c:pt idx="189">
                  <c:v>3.4620469604478479</c:v>
                </c:pt>
                <c:pt idx="190">
                  <c:v>3.46069775885731</c:v>
                </c:pt>
                <c:pt idx="191">
                  <c:v>3.4613417875844426</c:v>
                </c:pt>
                <c:pt idx="192">
                  <c:v>3.4633716834457329</c:v>
                </c:pt>
                <c:pt idx="193">
                  <c:v>3.4632191919018873</c:v>
                </c:pt>
                <c:pt idx="194">
                  <c:v>3.4687217644382771</c:v>
                </c:pt>
                <c:pt idx="195">
                  <c:v>3.4659550886349662</c:v>
                </c:pt>
                <c:pt idx="196">
                  <c:v>3.4566551792400215</c:v>
                </c:pt>
                <c:pt idx="197">
                  <c:v>3.4532448173337364</c:v>
                </c:pt>
                <c:pt idx="198">
                  <c:v>3.4553730510871654</c:v>
                </c:pt>
                <c:pt idx="199">
                  <c:v>3.4618000188443285</c:v>
                </c:pt>
                <c:pt idx="200">
                  <c:v>3.466334930342605</c:v>
                </c:pt>
                <c:pt idx="201">
                  <c:v>3.4715193240025353</c:v>
                </c:pt>
                <c:pt idx="202">
                  <c:v>3.4758722116579772</c:v>
                </c:pt>
                <c:pt idx="203">
                  <c:v>3.4659480410463739</c:v>
                </c:pt>
                <c:pt idx="204">
                  <c:v>3.4548604377594665</c:v>
                </c:pt>
                <c:pt idx="205">
                  <c:v>3.4633855216547986</c:v>
                </c:pt>
                <c:pt idx="206">
                  <c:v>3.4535832633809007</c:v>
                </c:pt>
                <c:pt idx="207">
                  <c:v>3.4572860692824117</c:v>
                </c:pt>
                <c:pt idx="208">
                  <c:v>3.4667072248014206</c:v>
                </c:pt>
                <c:pt idx="209">
                  <c:v>3.4767172941447435</c:v>
                </c:pt>
                <c:pt idx="210">
                  <c:v>3.4839753063155148</c:v>
                </c:pt>
                <c:pt idx="211">
                  <c:v>3.4610058731491153</c:v>
                </c:pt>
                <c:pt idx="212">
                  <c:v>3.4714419718401008</c:v>
                </c:pt>
                <c:pt idx="213">
                  <c:v>3.4456336833810153</c:v>
                </c:pt>
                <c:pt idx="214">
                  <c:v>3.443928690395293</c:v>
                </c:pt>
                <c:pt idx="215">
                  <c:v>3.4870064165891002</c:v>
                </c:pt>
                <c:pt idx="216">
                  <c:v>3.5136961437650966</c:v>
                </c:pt>
                <c:pt idx="217">
                  <c:v>3.5345427680605757</c:v>
                </c:pt>
                <c:pt idx="218">
                  <c:v>3.528818460589656</c:v>
                </c:pt>
                <c:pt idx="219">
                  <c:v>3.4642657469111477</c:v>
                </c:pt>
                <c:pt idx="220">
                  <c:v>3.4523249238137113</c:v>
                </c:pt>
                <c:pt idx="221">
                  <c:v>3.4578170653479443</c:v>
                </c:pt>
                <c:pt idx="222">
                  <c:v>3.4773586675346477</c:v>
                </c:pt>
                <c:pt idx="223">
                  <c:v>3.4823014826108722</c:v>
                </c:pt>
                <c:pt idx="224">
                  <c:v>3.464967669603717</c:v>
                </c:pt>
                <c:pt idx="225">
                  <c:v>3.4638803994236298</c:v>
                </c:pt>
                <c:pt idx="226">
                  <c:v>3.4845363248229297</c:v>
                </c:pt>
                <c:pt idx="227">
                  <c:v>3.4868361323823609</c:v>
                </c:pt>
                <c:pt idx="228">
                  <c:v>3.4755710164707043</c:v>
                </c:pt>
                <c:pt idx="229">
                  <c:v>3.4573470421066053</c:v>
                </c:pt>
                <c:pt idx="230">
                  <c:v>3.439897503031272</c:v>
                </c:pt>
                <c:pt idx="231">
                  <c:v>3.4308447422419421</c:v>
                </c:pt>
                <c:pt idx="232">
                  <c:v>3.429300623195275</c:v>
                </c:pt>
                <c:pt idx="233">
                  <c:v>3.4292196068578127</c:v>
                </c:pt>
                <c:pt idx="234">
                  <c:v>3.4298730767839771</c:v>
                </c:pt>
                <c:pt idx="235">
                  <c:v>3.4285394027299532</c:v>
                </c:pt>
                <c:pt idx="236">
                  <c:v>3.4271172602630209</c:v>
                </c:pt>
                <c:pt idx="237">
                  <c:v>3.4304856863999147</c:v>
                </c:pt>
                <c:pt idx="238">
                  <c:v>3.4375462257093745</c:v>
                </c:pt>
                <c:pt idx="239">
                  <c:v>3.4429735208629562</c:v>
                </c:pt>
                <c:pt idx="240">
                  <c:v>3.4468857415053002</c:v>
                </c:pt>
                <c:pt idx="241">
                  <c:v>3.4456205637309485</c:v>
                </c:pt>
                <c:pt idx="242">
                  <c:v>3.451148814044545</c:v>
                </c:pt>
                <c:pt idx="243">
                  <c:v>3.4609747704894005</c:v>
                </c:pt>
                <c:pt idx="244">
                  <c:v>3.464690010792661</c:v>
                </c:pt>
                <c:pt idx="245">
                  <c:v>3.4720345022527539</c:v>
                </c:pt>
                <c:pt idx="246">
                  <c:v>3.4803570619597721</c:v>
                </c:pt>
                <c:pt idx="247">
                  <c:v>3.4874035560580707</c:v>
                </c:pt>
                <c:pt idx="248">
                  <c:v>3.5112553178124588</c:v>
                </c:pt>
                <c:pt idx="249">
                  <c:v>3.546639085421913</c:v>
                </c:pt>
                <c:pt idx="250">
                  <c:v>3.5683333618853466</c:v>
                </c:pt>
                <c:pt idx="251">
                  <c:v>3.5644271609591192</c:v>
                </c:pt>
                <c:pt idx="252">
                  <c:v>3.5180082972150366</c:v>
                </c:pt>
                <c:pt idx="253">
                  <c:v>3.551169385770057</c:v>
                </c:pt>
                <c:pt idx="254">
                  <c:v>3.6639929990463624</c:v>
                </c:pt>
                <c:pt idx="255">
                  <c:v>3.7767736605774749</c:v>
                </c:pt>
                <c:pt idx="256">
                  <c:v>3.7850126675765252</c:v>
                </c:pt>
                <c:pt idx="257">
                  <c:v>3.9960757351667531</c:v>
                </c:pt>
                <c:pt idx="258">
                  <c:v>4.200983026779884</c:v>
                </c:pt>
                <c:pt idx="259">
                  <c:v>4.4000000000000004</c:v>
                </c:pt>
                <c:pt idx="260">
                  <c:v>3.9798883045243514</c:v>
                </c:pt>
                <c:pt idx="261">
                  <c:v>3.5930252190415275</c:v>
                </c:pt>
                <c:pt idx="262">
                  <c:v>3.4196673428735127</c:v>
                </c:pt>
                <c:pt idx="263">
                  <c:v>3.4148630609756792</c:v>
                </c:pt>
                <c:pt idx="264">
                  <c:v>3.4100470192174082</c:v>
                </c:pt>
                <c:pt idx="265">
                  <c:v>3.4267498838884793</c:v>
                </c:pt>
                <c:pt idx="266">
                  <c:v>3.4373261111015934</c:v>
                </c:pt>
                <c:pt idx="267">
                  <c:v>3.4421476110530551</c:v>
                </c:pt>
                <c:pt idx="268">
                  <c:v>3.4267752238001967</c:v>
                </c:pt>
                <c:pt idx="269">
                  <c:v>3.4161007146093039</c:v>
                </c:pt>
                <c:pt idx="270">
                  <c:v>3.4143342586564946</c:v>
                </c:pt>
                <c:pt idx="271">
                  <c:v>3.4233152028049498</c:v>
                </c:pt>
                <c:pt idx="272">
                  <c:v>3.4301784714965251</c:v>
                </c:pt>
                <c:pt idx="273">
                  <c:v>3.4326371662507591</c:v>
                </c:pt>
                <c:pt idx="274">
                  <c:v>3.4337812121090989</c:v>
                </c:pt>
                <c:pt idx="275">
                  <c:v>3.4567071343867122</c:v>
                </c:pt>
                <c:pt idx="276">
                  <c:v>3.4447924030706738</c:v>
                </c:pt>
                <c:pt idx="277">
                  <c:v>3.4840433647976514</c:v>
                </c:pt>
                <c:pt idx="278">
                  <c:v>3.7855026962617786</c:v>
                </c:pt>
                <c:pt idx="279">
                  <c:v>3.8978493862268886</c:v>
                </c:pt>
                <c:pt idx="280">
                  <c:v>3.7594794016259421</c:v>
                </c:pt>
                <c:pt idx="281">
                  <c:v>3.5293047013744938</c:v>
                </c:pt>
                <c:pt idx="282">
                  <c:v>3.4397248609041089</c:v>
                </c:pt>
                <c:pt idx="283">
                  <c:v>3.4183830614229942</c:v>
                </c:pt>
                <c:pt idx="284">
                  <c:v>3.4213974663895215</c:v>
                </c:pt>
                <c:pt idx="285">
                  <c:v>3.4139544050521833</c:v>
                </c:pt>
                <c:pt idx="286">
                  <c:v>3.371985697344853</c:v>
                </c:pt>
                <c:pt idx="287">
                  <c:v>3.3747303048212927</c:v>
                </c:pt>
                <c:pt idx="288">
                  <c:v>3.391011212970418</c:v>
                </c:pt>
                <c:pt idx="289">
                  <c:v>3.3974737574282821</c:v>
                </c:pt>
                <c:pt idx="290">
                  <c:v>3.3977759632378555</c:v>
                </c:pt>
                <c:pt idx="291">
                  <c:v>3.3821411202287206</c:v>
                </c:pt>
                <c:pt idx="292">
                  <c:v>3.3858579594447202</c:v>
                </c:pt>
                <c:pt idx="293">
                  <c:v>3.3894024372950202</c:v>
                </c:pt>
                <c:pt idx="294">
                  <c:v>3.3888148475703188</c:v>
                </c:pt>
                <c:pt idx="295">
                  <c:v>3.3958675835550873</c:v>
                </c:pt>
                <c:pt idx="296">
                  <c:v>3.3953382777092527</c:v>
                </c:pt>
                <c:pt idx="297">
                  <c:v>3.4006945445995531</c:v>
                </c:pt>
                <c:pt idx="298">
                  <c:v>3.4025611712012021</c:v>
                </c:pt>
                <c:pt idx="299">
                  <c:v>3.4063482266582534</c:v>
                </c:pt>
                <c:pt idx="300">
                  <c:v>3.4006083839551602</c:v>
                </c:pt>
                <c:pt idx="301">
                  <c:v>3.4035315259433108</c:v>
                </c:pt>
                <c:pt idx="302">
                  <c:v>3.4025715082196486</c:v>
                </c:pt>
                <c:pt idx="303">
                  <c:v>3.4233640624375425</c:v>
                </c:pt>
                <c:pt idx="304">
                  <c:v>3.417285693347571</c:v>
                </c:pt>
                <c:pt idx="305">
                  <c:v>3.4127366141024105</c:v>
                </c:pt>
                <c:pt idx="306">
                  <c:v>3.4121423836553046</c:v>
                </c:pt>
                <c:pt idx="307">
                  <c:v>3.419950035166563</c:v>
                </c:pt>
                <c:pt idx="308">
                  <c:v>3.4209906525467444</c:v>
                </c:pt>
                <c:pt idx="309">
                  <c:v>3.4294281840729255</c:v>
                </c:pt>
                <c:pt idx="310">
                  <c:v>3.4315923719489794</c:v>
                </c:pt>
                <c:pt idx="311">
                  <c:v>3.4228795395321656</c:v>
                </c:pt>
                <c:pt idx="312">
                  <c:v>3.4168919444301684</c:v>
                </c:pt>
                <c:pt idx="313">
                  <c:v>3.4250292967448801</c:v>
                </c:pt>
                <c:pt idx="314">
                  <c:v>3.4261410526556229</c:v>
                </c:pt>
                <c:pt idx="315">
                  <c:v>3.4179754992795375</c:v>
                </c:pt>
                <c:pt idx="316">
                  <c:v>3.4119772566559501</c:v>
                </c:pt>
                <c:pt idx="317">
                  <c:v>3.4061425665071559</c:v>
                </c:pt>
                <c:pt idx="318">
                  <c:v>3.4089131848676231</c:v>
                </c:pt>
                <c:pt idx="319">
                  <c:v>3.4139542694301208</c:v>
                </c:pt>
                <c:pt idx="320">
                  <c:v>3.4220684672517927</c:v>
                </c:pt>
                <c:pt idx="321">
                  <c:v>3.431459769261664</c:v>
                </c:pt>
                <c:pt idx="322">
                  <c:v>3.446464518413193</c:v>
                </c:pt>
                <c:pt idx="323">
                  <c:v>3.4740081173373536</c:v>
                </c:pt>
                <c:pt idx="324">
                  <c:v>3.481147257959825</c:v>
                </c:pt>
                <c:pt idx="325">
                  <c:v>3.4688408548853444</c:v>
                </c:pt>
                <c:pt idx="326">
                  <c:v>3.4582128628722941</c:v>
                </c:pt>
                <c:pt idx="327">
                  <c:v>3.4563125265295791</c:v>
                </c:pt>
                <c:pt idx="328">
                  <c:v>3.4705740572601105</c:v>
                </c:pt>
                <c:pt idx="329">
                  <c:v>3.4672682623435112</c:v>
                </c:pt>
                <c:pt idx="330">
                  <c:v>3.511063362627699</c:v>
                </c:pt>
                <c:pt idx="331">
                  <c:v>3.6486652695214872</c:v>
                </c:pt>
                <c:pt idx="332">
                  <c:v>3.7357484529567495</c:v>
                </c:pt>
                <c:pt idx="333">
                  <c:v>3.6823402181754501</c:v>
                </c:pt>
                <c:pt idx="334">
                  <c:v>3.5874014432090937</c:v>
                </c:pt>
                <c:pt idx="335">
                  <c:v>3.4924403405684132</c:v>
                </c:pt>
                <c:pt idx="336">
                  <c:v>3.4480441728196252</c:v>
                </c:pt>
                <c:pt idx="337">
                  <c:v>3.437185932613442</c:v>
                </c:pt>
                <c:pt idx="338">
                  <c:v>3.4241631262170293</c:v>
                </c:pt>
                <c:pt idx="339">
                  <c:v>3.4165300500421618</c:v>
                </c:pt>
                <c:pt idx="340">
                  <c:v>3.4130050375268626</c:v>
                </c:pt>
                <c:pt idx="341">
                  <c:v>3.4182647989843096</c:v>
                </c:pt>
                <c:pt idx="342">
                  <c:v>3.4140579370313899</c:v>
                </c:pt>
                <c:pt idx="343">
                  <c:v>3.4081762288548547</c:v>
                </c:pt>
                <c:pt idx="344">
                  <c:v>3.4007135840336904</c:v>
                </c:pt>
                <c:pt idx="345">
                  <c:v>3.4013346446737645</c:v>
                </c:pt>
                <c:pt idx="346">
                  <c:v>3.4076862073076022</c:v>
                </c:pt>
                <c:pt idx="347">
                  <c:v>3.4126701021876551</c:v>
                </c:pt>
                <c:pt idx="348">
                  <c:v>3.4120769079406954</c:v>
                </c:pt>
                <c:pt idx="349">
                  <c:v>3.4098958404713366</c:v>
                </c:pt>
                <c:pt idx="350">
                  <c:v>3.3975715528321695</c:v>
                </c:pt>
                <c:pt idx="351">
                  <c:v>3.4020075516803336</c:v>
                </c:pt>
                <c:pt idx="352">
                  <c:v>3.4059929735874843</c:v>
                </c:pt>
                <c:pt idx="353">
                  <c:v>3.4081880797248347</c:v>
                </c:pt>
                <c:pt idx="354">
                  <c:v>3.4105843847612194</c:v>
                </c:pt>
                <c:pt idx="355">
                  <c:v>3.407546982932558</c:v>
                </c:pt>
                <c:pt idx="356">
                  <c:v>3.4098317453655325</c:v>
                </c:pt>
                <c:pt idx="357">
                  <c:v>3.4124411614387928</c:v>
                </c:pt>
                <c:pt idx="358">
                  <c:v>3.4072728544589679</c:v>
                </c:pt>
                <c:pt idx="359">
                  <c:v>3.4018037924687401</c:v>
                </c:pt>
                <c:pt idx="360">
                  <c:v>3.4243888655714114</c:v>
                </c:pt>
                <c:pt idx="361">
                  <c:v>3.4304272071182074</c:v>
                </c:pt>
                <c:pt idx="362">
                  <c:v>3.4211454639416625</c:v>
                </c:pt>
                <c:pt idx="363">
                  <c:v>3.4169507032836717</c:v>
                </c:pt>
                <c:pt idx="364">
                  <c:v>3.4153604096833199</c:v>
                </c:pt>
                <c:pt idx="365">
                  <c:v>3.4139368419950622</c:v>
                </c:pt>
                <c:pt idx="366">
                  <c:v>3.4082673424928189</c:v>
                </c:pt>
                <c:pt idx="367">
                  <c:v>3.404979513930527</c:v>
                </c:pt>
                <c:pt idx="368">
                  <c:v>3.406443004471245</c:v>
                </c:pt>
                <c:pt idx="369">
                  <c:v>3.4100570362153735</c:v>
                </c:pt>
                <c:pt idx="370">
                  <c:v>3.4062603756826308</c:v>
                </c:pt>
                <c:pt idx="371">
                  <c:v>3.4034884638564824</c:v>
                </c:pt>
                <c:pt idx="372">
                  <c:v>3.4031033096898868</c:v>
                </c:pt>
                <c:pt idx="373">
                  <c:v>3.4052114704857837</c:v>
                </c:pt>
                <c:pt idx="374">
                  <c:v>3.4076208214128676</c:v>
                </c:pt>
                <c:pt idx="375">
                  <c:v>3.4083336152844637</c:v>
                </c:pt>
                <c:pt idx="376">
                  <c:v>3.4050915276421558</c:v>
                </c:pt>
                <c:pt idx="377">
                  <c:v>3.4100208536766425</c:v>
                </c:pt>
                <c:pt idx="378">
                  <c:v>3.4066212523103339</c:v>
                </c:pt>
                <c:pt idx="379">
                  <c:v>3.4090870089291663</c:v>
                </c:pt>
                <c:pt idx="380">
                  <c:v>3.4131082673305961</c:v>
                </c:pt>
                <c:pt idx="381">
                  <c:v>3.4108439189922279</c:v>
                </c:pt>
                <c:pt idx="382">
                  <c:v>3.4053203547777988</c:v>
                </c:pt>
                <c:pt idx="383">
                  <c:v>3.4029378466095435</c:v>
                </c:pt>
                <c:pt idx="384">
                  <c:v>3.408279415235735</c:v>
                </c:pt>
                <c:pt idx="385">
                  <c:v>3.4104570713343496</c:v>
                </c:pt>
                <c:pt idx="386">
                  <c:v>3.4122610410635055</c:v>
                </c:pt>
                <c:pt idx="387">
                  <c:v>3.4093319060895735</c:v>
                </c:pt>
                <c:pt idx="388">
                  <c:v>3.4077724641291538</c:v>
                </c:pt>
                <c:pt idx="389">
                  <c:v>3.4043723128391741</c:v>
                </c:pt>
                <c:pt idx="390">
                  <c:v>3.3971810787711973</c:v>
                </c:pt>
                <c:pt idx="391">
                  <c:v>3.3964554650456735</c:v>
                </c:pt>
                <c:pt idx="392">
                  <c:v>3.4024398330266372</c:v>
                </c:pt>
                <c:pt idx="393">
                  <c:v>3.4101220860291193</c:v>
                </c:pt>
                <c:pt idx="394">
                  <c:v>3.4061827326465623</c:v>
                </c:pt>
                <c:pt idx="395">
                  <c:v>3.407457629407241</c:v>
                </c:pt>
                <c:pt idx="396">
                  <c:v>3.4091215651928115</c:v>
                </c:pt>
                <c:pt idx="397">
                  <c:v>3.4085729079226126</c:v>
                </c:pt>
                <c:pt idx="398">
                  <c:v>3.4113600537348887</c:v>
                </c:pt>
                <c:pt idx="399">
                  <c:v>3.4142628108124571</c:v>
                </c:pt>
                <c:pt idx="400">
                  <c:v>3.4131656699634725</c:v>
                </c:pt>
                <c:pt idx="401">
                  <c:v>3.417015688855388</c:v>
                </c:pt>
                <c:pt idx="402">
                  <c:v>3.4230388074204776</c:v>
                </c:pt>
                <c:pt idx="403">
                  <c:v>3.4329505317336593</c:v>
                </c:pt>
                <c:pt idx="404">
                  <c:v>3.4369593557333391</c:v>
                </c:pt>
                <c:pt idx="405">
                  <c:v>3.441812296210006</c:v>
                </c:pt>
                <c:pt idx="406">
                  <c:v>3.4427849205397472</c:v>
                </c:pt>
                <c:pt idx="407">
                  <c:v>3.4357068621908531</c:v>
                </c:pt>
                <c:pt idx="408">
                  <c:v>3.431582638091812</c:v>
                </c:pt>
                <c:pt idx="409">
                  <c:v>3.4366404630565501</c:v>
                </c:pt>
                <c:pt idx="410">
                  <c:v>3.4221148381005677</c:v>
                </c:pt>
                <c:pt idx="411">
                  <c:v>3.4120425015751192</c:v>
                </c:pt>
                <c:pt idx="412">
                  <c:v>3.4103849263453232</c:v>
                </c:pt>
                <c:pt idx="413">
                  <c:v>3.4029420110396358</c:v>
                </c:pt>
                <c:pt idx="414">
                  <c:v>3.3970208478472732</c:v>
                </c:pt>
                <c:pt idx="415">
                  <c:v>3.4013663907947356</c:v>
                </c:pt>
                <c:pt idx="416">
                  <c:v>3.4117201386390588</c:v>
                </c:pt>
                <c:pt idx="417">
                  <c:v>3.4104717601554753</c:v>
                </c:pt>
                <c:pt idx="418">
                  <c:v>3.4066018738210397</c:v>
                </c:pt>
                <c:pt idx="419">
                  <c:v>3.398015812342845</c:v>
                </c:pt>
                <c:pt idx="420">
                  <c:v>3.4005755448646111</c:v>
                </c:pt>
                <c:pt idx="421">
                  <c:v>3.4059525373936199</c:v>
                </c:pt>
                <c:pt idx="422">
                  <c:v>3.4048672530655346</c:v>
                </c:pt>
                <c:pt idx="423">
                  <c:v>3.3984368897007178</c:v>
                </c:pt>
                <c:pt idx="424">
                  <c:v>3.3989200024043176</c:v>
                </c:pt>
                <c:pt idx="425">
                  <c:v>3.3937571748829845</c:v>
                </c:pt>
                <c:pt idx="426">
                  <c:v>3.3927474079530682</c:v>
                </c:pt>
                <c:pt idx="427">
                  <c:v>3.3942113136876446</c:v>
                </c:pt>
                <c:pt idx="428">
                  <c:v>3.3881039547869354</c:v>
                </c:pt>
                <c:pt idx="429">
                  <c:v>3.4014584729705226</c:v>
                </c:pt>
                <c:pt idx="430">
                  <c:v>3.4083016869957001</c:v>
                </c:pt>
                <c:pt idx="431">
                  <c:v>3.415176159973123</c:v>
                </c:pt>
                <c:pt idx="432">
                  <c:v>3.4004152826003913</c:v>
                </c:pt>
                <c:pt idx="433">
                  <c:v>3.3860623180998823</c:v>
                </c:pt>
                <c:pt idx="434">
                  <c:v>3.3579266670092909</c:v>
                </c:pt>
                <c:pt idx="435">
                  <c:v>3.2778204630375152</c:v>
                </c:pt>
                <c:pt idx="436">
                  <c:v>3.3555248145546743</c:v>
                </c:pt>
                <c:pt idx="437">
                  <c:v>3.379268371317028</c:v>
                </c:pt>
                <c:pt idx="438">
                  <c:v>3.3528718852132933</c:v>
                </c:pt>
                <c:pt idx="439">
                  <c:v>3.3781456395365437</c:v>
                </c:pt>
                <c:pt idx="440">
                  <c:v>3.4268017153097796</c:v>
                </c:pt>
                <c:pt idx="441">
                  <c:v>3.3993540906320607</c:v>
                </c:pt>
                <c:pt idx="442">
                  <c:v>3.3900805916262655</c:v>
                </c:pt>
                <c:pt idx="443">
                  <c:v>3.4111106102612125</c:v>
                </c:pt>
                <c:pt idx="444">
                  <c:v>3.4067890013362341</c:v>
                </c:pt>
                <c:pt idx="445">
                  <c:v>3.3897853566717489</c:v>
                </c:pt>
                <c:pt idx="446">
                  <c:v>3.3879202332889826</c:v>
                </c:pt>
                <c:pt idx="447">
                  <c:v>3.3874841572016741</c:v>
                </c:pt>
                <c:pt idx="448">
                  <c:v>3.3935033724686261</c:v>
                </c:pt>
                <c:pt idx="449">
                  <c:v>3.4047862471376606</c:v>
                </c:pt>
                <c:pt idx="450">
                  <c:v>3.4069492542690019</c:v>
                </c:pt>
                <c:pt idx="451">
                  <c:v>3.4185425934174285</c:v>
                </c:pt>
                <c:pt idx="452">
                  <c:v>3.4133229249348536</c:v>
                </c:pt>
                <c:pt idx="453">
                  <c:v>3.4126244760705577</c:v>
                </c:pt>
                <c:pt idx="454">
                  <c:v>3.4087962780547323</c:v>
                </c:pt>
                <c:pt idx="455">
                  <c:v>3.4009026540523872</c:v>
                </c:pt>
                <c:pt idx="456">
                  <c:v>3.3911241819848215</c:v>
                </c:pt>
                <c:pt idx="457">
                  <c:v>3.4035225341410698</c:v>
                </c:pt>
                <c:pt idx="458">
                  <c:v>3.4068973740713457</c:v>
                </c:pt>
                <c:pt idx="459">
                  <c:v>3.3900157928323025</c:v>
                </c:pt>
                <c:pt idx="460">
                  <c:v>3.3949943919087402</c:v>
                </c:pt>
                <c:pt idx="461">
                  <c:v>3.3918118102309478</c:v>
                </c:pt>
                <c:pt idx="462">
                  <c:v>3.3974926222787549</c:v>
                </c:pt>
                <c:pt idx="463">
                  <c:v>3.4039944314056916</c:v>
                </c:pt>
                <c:pt idx="464">
                  <c:v>3.4110975025078183</c:v>
                </c:pt>
                <c:pt idx="465">
                  <c:v>3.4101009182803312</c:v>
                </c:pt>
                <c:pt idx="466">
                  <c:v>3.4026913431009769</c:v>
                </c:pt>
                <c:pt idx="467">
                  <c:v>3.4020422936807733</c:v>
                </c:pt>
                <c:pt idx="468">
                  <c:v>3.4071371187830368</c:v>
                </c:pt>
                <c:pt idx="469">
                  <c:v>3.4066061488901833</c:v>
                </c:pt>
                <c:pt idx="470">
                  <c:v>3.4004335821730507</c:v>
                </c:pt>
                <c:pt idx="471">
                  <c:v>3.4039304314732646</c:v>
                </c:pt>
                <c:pt idx="472">
                  <c:v>3.4110838546455078</c:v>
                </c:pt>
                <c:pt idx="473">
                  <c:v>3.4032921345627831</c:v>
                </c:pt>
                <c:pt idx="474">
                  <c:v>3.4015312919060277</c:v>
                </c:pt>
                <c:pt idx="475">
                  <c:v>3.3965863879228788</c:v>
                </c:pt>
                <c:pt idx="476">
                  <c:v>3.3991948893651127</c:v>
                </c:pt>
                <c:pt idx="477">
                  <c:v>3.4100309706066541</c:v>
                </c:pt>
                <c:pt idx="478">
                  <c:v>3.4127391659385902</c:v>
                </c:pt>
                <c:pt idx="479">
                  <c:v>3.4136504403196302</c:v>
                </c:pt>
                <c:pt idx="480">
                  <c:v>3.4119236109921443</c:v>
                </c:pt>
                <c:pt idx="481">
                  <c:v>3.4114448639211048</c:v>
                </c:pt>
                <c:pt idx="482">
                  <c:v>3.4226197780747185</c:v>
                </c:pt>
                <c:pt idx="483">
                  <c:v>3.4195728963828405</c:v>
                </c:pt>
                <c:pt idx="484">
                  <c:v>3.4197893979712841</c:v>
                </c:pt>
                <c:pt idx="485">
                  <c:v>3.4186290976897613</c:v>
                </c:pt>
                <c:pt idx="486">
                  <c:v>3.4145431106847344</c:v>
                </c:pt>
                <c:pt idx="487">
                  <c:v>3.4102548552698448</c:v>
                </c:pt>
                <c:pt idx="488">
                  <c:v>3.4066092087142645</c:v>
                </c:pt>
                <c:pt idx="489">
                  <c:v>3.4072704763142014</c:v>
                </c:pt>
                <c:pt idx="490">
                  <c:v>3.4054094727490067</c:v>
                </c:pt>
                <c:pt idx="491">
                  <c:v>3.4025743741279739</c:v>
                </c:pt>
                <c:pt idx="492">
                  <c:v>3.3967025925346954</c:v>
                </c:pt>
                <c:pt idx="493">
                  <c:v>3.4086050057389548</c:v>
                </c:pt>
                <c:pt idx="494">
                  <c:v>3.4155502817607837</c:v>
                </c:pt>
                <c:pt idx="495">
                  <c:v>3.4187557936793458</c:v>
                </c:pt>
                <c:pt idx="496">
                  <c:v>3.4244623941434109</c:v>
                </c:pt>
                <c:pt idx="497">
                  <c:v>3.4169742598842312</c:v>
                </c:pt>
                <c:pt idx="498">
                  <c:v>3.4145983481232762</c:v>
                </c:pt>
                <c:pt idx="499">
                  <c:v>3.4106604437553889</c:v>
                </c:pt>
                <c:pt idx="500">
                  <c:v>3.4171028890830426</c:v>
                </c:pt>
                <c:pt idx="501">
                  <c:v>3.4215676435262115</c:v>
                </c:pt>
                <c:pt idx="502">
                  <c:v>3.4288878467404067</c:v>
                </c:pt>
                <c:pt idx="503">
                  <c:v>3.4387900370605129</c:v>
                </c:pt>
                <c:pt idx="504">
                  <c:v>3.4442549637674951</c:v>
                </c:pt>
                <c:pt idx="505">
                  <c:v>3.4464006713530035</c:v>
                </c:pt>
                <c:pt idx="506">
                  <c:v>3.4566638923627173</c:v>
                </c:pt>
                <c:pt idx="507">
                  <c:v>3.4818788842634625</c:v>
                </c:pt>
                <c:pt idx="508">
                  <c:v>3.5193553050592263</c:v>
                </c:pt>
                <c:pt idx="509">
                  <c:v>3.5606211585645569</c:v>
                </c:pt>
                <c:pt idx="510">
                  <c:v>3.6111980234392993</c:v>
                </c:pt>
                <c:pt idx="511">
                  <c:v>3.6583694325953591</c:v>
                </c:pt>
                <c:pt idx="512">
                  <c:v>3.6913478644045856</c:v>
                </c:pt>
                <c:pt idx="513">
                  <c:v>3.7132926752665329</c:v>
                </c:pt>
                <c:pt idx="514">
                  <c:v>3.7163277542699533</c:v>
                </c:pt>
                <c:pt idx="515">
                  <c:v>3.7087275319449438</c:v>
                </c:pt>
                <c:pt idx="516">
                  <c:v>3.7065402193175307</c:v>
                </c:pt>
                <c:pt idx="517">
                  <c:v>3.6944828183501883</c:v>
                </c:pt>
                <c:pt idx="518">
                  <c:v>3.6753572903758776</c:v>
                </c:pt>
                <c:pt idx="519">
                  <c:v>3.6612189235129633</c:v>
                </c:pt>
                <c:pt idx="520">
                  <c:v>3.6356153625058769</c:v>
                </c:pt>
                <c:pt idx="521">
                  <c:v>3.6117890881819408</c:v>
                </c:pt>
                <c:pt idx="522">
                  <c:v>3.5934455237105434</c:v>
                </c:pt>
                <c:pt idx="523">
                  <c:v>3.574483579737207</c:v>
                </c:pt>
                <c:pt idx="524">
                  <c:v>3.5648795200216234</c:v>
                </c:pt>
                <c:pt idx="525">
                  <c:v>3.5585497575934077</c:v>
                </c:pt>
                <c:pt idx="526">
                  <c:v>3.5662478847716885</c:v>
                </c:pt>
                <c:pt idx="527">
                  <c:v>3.5817490011554045</c:v>
                </c:pt>
                <c:pt idx="528">
                  <c:v>3.6058492796327068</c:v>
                </c:pt>
                <c:pt idx="529">
                  <c:v>3.6287652015676959</c:v>
                </c:pt>
                <c:pt idx="530">
                  <c:v>3.6410528650041782</c:v>
                </c:pt>
                <c:pt idx="531">
                  <c:v>3.6543361181063543</c:v>
                </c:pt>
                <c:pt idx="532">
                  <c:v>3.6606478642142388</c:v>
                </c:pt>
                <c:pt idx="533">
                  <c:v>3.6645311473912026</c:v>
                </c:pt>
                <c:pt idx="534">
                  <c:v>3.6874106179226698</c:v>
                </c:pt>
                <c:pt idx="535">
                  <c:v>3.7040111961961104</c:v>
                </c:pt>
                <c:pt idx="536">
                  <c:v>3.723522861596972</c:v>
                </c:pt>
                <c:pt idx="537">
                  <c:v>3.7367099705533571</c:v>
                </c:pt>
                <c:pt idx="538">
                  <c:v>3.7515956578098328</c:v>
                </c:pt>
                <c:pt idx="539">
                  <c:v>3.7859258751667912</c:v>
                </c:pt>
                <c:pt idx="540">
                  <c:v>3.8137442539073416</c:v>
                </c:pt>
                <c:pt idx="541">
                  <c:v>3.8380627649388876</c:v>
                </c:pt>
                <c:pt idx="542">
                  <c:v>3.868562444204608</c:v>
                </c:pt>
                <c:pt idx="543">
                  <c:v>3.9011359513625967</c:v>
                </c:pt>
                <c:pt idx="544">
                  <c:v>3.9523996063629117</c:v>
                </c:pt>
                <c:pt idx="545">
                  <c:v>3.9676337423885104</c:v>
                </c:pt>
                <c:pt idx="546">
                  <c:v>3.9854881157003699</c:v>
                </c:pt>
                <c:pt idx="547">
                  <c:v>4.0306961551859022</c:v>
                </c:pt>
                <c:pt idx="548">
                  <c:v>4.0727637777739707</c:v>
                </c:pt>
                <c:pt idx="549">
                  <c:v>4.1140180106099278</c:v>
                </c:pt>
                <c:pt idx="550">
                  <c:v>4.1523721964302371</c:v>
                </c:pt>
                <c:pt idx="551">
                  <c:v>4.1887880431782563</c:v>
                </c:pt>
                <c:pt idx="552">
                  <c:v>4.1998996491909324</c:v>
                </c:pt>
                <c:pt idx="553">
                  <c:v>4.1733739914001333</c:v>
                </c:pt>
                <c:pt idx="554">
                  <c:v>4.1366389712138592</c:v>
                </c:pt>
                <c:pt idx="555">
                  <c:v>4.0902876329810018</c:v>
                </c:pt>
                <c:pt idx="556">
                  <c:v>4.0249598653867755</c:v>
                </c:pt>
                <c:pt idx="557">
                  <c:v>3.9541107094794592</c:v>
                </c:pt>
                <c:pt idx="558">
                  <c:v>3.9032899152385889</c:v>
                </c:pt>
                <c:pt idx="559">
                  <c:v>3.8709963320180378</c:v>
                </c:pt>
                <c:pt idx="560">
                  <c:v>3.8309358398193982</c:v>
                </c:pt>
                <c:pt idx="561">
                  <c:v>3.7828045310141474</c:v>
                </c:pt>
                <c:pt idx="562">
                  <c:v>3.7267741745137108</c:v>
                </c:pt>
                <c:pt idx="563">
                  <c:v>3.6839654558709602</c:v>
                </c:pt>
                <c:pt idx="564">
                  <c:v>3.6594276273086681</c:v>
                </c:pt>
                <c:pt idx="565">
                  <c:v>3.6225319354267667</c:v>
                </c:pt>
                <c:pt idx="566">
                  <c:v>3.5868416143688959</c:v>
                </c:pt>
                <c:pt idx="567">
                  <c:v>3.5656718574226667</c:v>
                </c:pt>
                <c:pt idx="568">
                  <c:v>3.5127736091838502</c:v>
                </c:pt>
                <c:pt idx="569">
                  <c:v>3.4737323619938443</c:v>
                </c:pt>
                <c:pt idx="570">
                  <c:v>3.4807659743755197</c:v>
                </c:pt>
                <c:pt idx="571">
                  <c:v>3.478983919506164</c:v>
                </c:pt>
                <c:pt idx="572">
                  <c:v>3.4657502279402386</c:v>
                </c:pt>
                <c:pt idx="573">
                  <c:v>3.470016436442267</c:v>
                </c:pt>
                <c:pt idx="574">
                  <c:v>3.4628440232070763</c:v>
                </c:pt>
                <c:pt idx="575">
                  <c:v>3.4388065710554918</c:v>
                </c:pt>
                <c:pt idx="576">
                  <c:v>3.4960476399857621</c:v>
                </c:pt>
                <c:pt idx="577">
                  <c:v>3.4580583108248293</c:v>
                </c:pt>
                <c:pt idx="578">
                  <c:v>3.3609860199826023</c:v>
                </c:pt>
                <c:pt idx="579">
                  <c:v>3.3552360537691515</c:v>
                </c:pt>
                <c:pt idx="580">
                  <c:v>3.305297274044126</c:v>
                </c:pt>
                <c:pt idx="581">
                  <c:v>3.3441632213904069</c:v>
                </c:pt>
                <c:pt idx="582">
                  <c:v>3.3269309488595376</c:v>
                </c:pt>
                <c:pt idx="583">
                  <c:v>3.5498376818049437</c:v>
                </c:pt>
                <c:pt idx="584">
                  <c:v>3.6809109043945352</c:v>
                </c:pt>
                <c:pt idx="585">
                  <c:v>3.7359385332259771</c:v>
                </c:pt>
                <c:pt idx="586">
                  <c:v>3.8504107873312821</c:v>
                </c:pt>
                <c:pt idx="587">
                  <c:v>3.3303048403276247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2-57AB-4D59-AD3D-6260AFD7ADF0}"/>
            </c:ext>
          </c:extLst>
        </c:ser>
        <c:ser>
          <c:idx val="19"/>
          <c:order val="19"/>
          <c:tx>
            <c:strRef>
              <c:f>'Fully separated 1%'!#REF!</c:f>
              <c:strCache>
                <c:ptCount val="1"/>
                <c:pt idx="0">
                  <c:v>#REF!</c:v>
                </c:pt>
              </c:strCache>
            </c:strRef>
          </c:tx>
          <c:spPr>
            <a:ln w="19050" cap="rnd">
              <a:solidFill>
                <a:schemeClr val="accent2">
                  <a:lumMod val="8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'Fully separated 1%'!$A$2:$A$589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1%'!#REF!</c:f>
              <c:numCache>
                <c:formatCode>General</c:formatCode>
                <c:ptCount val="1"/>
                <c:pt idx="0">
                  <c:v>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3-57AB-4D59-AD3D-6260AFD7ADF0}"/>
            </c:ext>
          </c:extLst>
        </c:ser>
        <c:ser>
          <c:idx val="20"/>
          <c:order val="20"/>
          <c:tx>
            <c:strRef>
              <c:f>'Fully separated 1%'!$U$1</c:f>
              <c:strCache>
                <c:ptCount val="1"/>
                <c:pt idx="0">
                  <c:v>1H_9/O-PTIR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1%'!$A$2:$A$589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1%'!$U$2:$U$589</c:f>
              <c:numCache>
                <c:formatCode>General</c:formatCode>
                <c:ptCount val="588"/>
                <c:pt idx="0">
                  <c:v>3.1599423994309679</c:v>
                </c:pt>
                <c:pt idx="1">
                  <c:v>3.1765421791680275</c:v>
                </c:pt>
                <c:pt idx="2">
                  <c:v>3.2181336375134069</c:v>
                </c:pt>
                <c:pt idx="3">
                  <c:v>3.2587814773895158</c:v>
                </c:pt>
                <c:pt idx="4">
                  <c:v>3.2596809495085566</c:v>
                </c:pt>
                <c:pt idx="5">
                  <c:v>3.2168013195461289</c:v>
                </c:pt>
                <c:pt idx="6">
                  <c:v>3.2010158174688086</c:v>
                </c:pt>
                <c:pt idx="7">
                  <c:v>3.2160259276463461</c:v>
                </c:pt>
                <c:pt idx="8">
                  <c:v>3.2190068366939255</c:v>
                </c:pt>
                <c:pt idx="9">
                  <c:v>3.2115003570124463</c:v>
                </c:pt>
                <c:pt idx="10">
                  <c:v>3.2137668863045263</c:v>
                </c:pt>
                <c:pt idx="11">
                  <c:v>3.2177963948840245</c:v>
                </c:pt>
                <c:pt idx="12">
                  <c:v>3.2398048562027055</c:v>
                </c:pt>
                <c:pt idx="13">
                  <c:v>3.2472430767063023</c:v>
                </c:pt>
                <c:pt idx="14">
                  <c:v>3.2544875513803615</c:v>
                </c:pt>
                <c:pt idx="15">
                  <c:v>3.2605617863983407</c:v>
                </c:pt>
                <c:pt idx="16">
                  <c:v>3.2606422395404406</c:v>
                </c:pt>
                <c:pt idx="17">
                  <c:v>3.2512326012592263</c:v>
                </c:pt>
                <c:pt idx="18">
                  <c:v>3.2518543941375735</c:v>
                </c:pt>
                <c:pt idx="19">
                  <c:v>3.2436202468445128</c:v>
                </c:pt>
                <c:pt idx="20">
                  <c:v>3.2458685364664484</c:v>
                </c:pt>
                <c:pt idx="21">
                  <c:v>3.2559008824581941</c:v>
                </c:pt>
                <c:pt idx="22">
                  <c:v>3.2650289803208854</c:v>
                </c:pt>
                <c:pt idx="23">
                  <c:v>3.2662042238811182</c:v>
                </c:pt>
                <c:pt idx="24">
                  <c:v>3.2648570114040836</c:v>
                </c:pt>
                <c:pt idx="25">
                  <c:v>3.2487961492141433</c:v>
                </c:pt>
                <c:pt idx="26">
                  <c:v>3.2425284060276569</c:v>
                </c:pt>
                <c:pt idx="27">
                  <c:v>3.2389853553924444</c:v>
                </c:pt>
                <c:pt idx="28">
                  <c:v>3.2403389554166142</c:v>
                </c:pt>
                <c:pt idx="29">
                  <c:v>3.2350114904224561</c:v>
                </c:pt>
                <c:pt idx="30">
                  <c:v>3.2403924747271913</c:v>
                </c:pt>
                <c:pt idx="31">
                  <c:v>3.2553392536323726</c:v>
                </c:pt>
                <c:pt idx="32">
                  <c:v>3.2611449479646062</c:v>
                </c:pt>
                <c:pt idx="33">
                  <c:v>3.2715075223297192</c:v>
                </c:pt>
                <c:pt idx="34">
                  <c:v>3.2815941754946349</c:v>
                </c:pt>
                <c:pt idx="35">
                  <c:v>3.2765932925676302</c:v>
                </c:pt>
                <c:pt idx="36">
                  <c:v>3.2751780699684496</c:v>
                </c:pt>
                <c:pt idx="37">
                  <c:v>3.2782475044940727</c:v>
                </c:pt>
                <c:pt idx="38">
                  <c:v>3.2830012655287071</c:v>
                </c:pt>
                <c:pt idx="39">
                  <c:v>3.2812110138241892</c:v>
                </c:pt>
                <c:pt idx="40">
                  <c:v>3.2914145831933417</c:v>
                </c:pt>
                <c:pt idx="41">
                  <c:v>3.3087667489169172</c:v>
                </c:pt>
                <c:pt idx="42">
                  <c:v>3.3255039195187295</c:v>
                </c:pt>
                <c:pt idx="43">
                  <c:v>3.348944107855655</c:v>
                </c:pt>
                <c:pt idx="44">
                  <c:v>3.3862560300789015</c:v>
                </c:pt>
                <c:pt idx="45">
                  <c:v>3.4295582864652765</c:v>
                </c:pt>
                <c:pt idx="46">
                  <c:v>3.4645698843235411</c:v>
                </c:pt>
                <c:pt idx="47">
                  <c:v>3.4707960824086048</c:v>
                </c:pt>
                <c:pt idx="48">
                  <c:v>3.4555596793542507</c:v>
                </c:pt>
                <c:pt idx="49">
                  <c:v>3.3964652707564684</c:v>
                </c:pt>
                <c:pt idx="50">
                  <c:v>3.3290754373874534</c:v>
                </c:pt>
                <c:pt idx="51">
                  <c:v>3.2944155583198032</c:v>
                </c:pt>
                <c:pt idx="52">
                  <c:v>3.2744550855814119</c:v>
                </c:pt>
                <c:pt idx="53">
                  <c:v>3.2621891654178068</c:v>
                </c:pt>
                <c:pt idx="54">
                  <c:v>3.2605510167724878</c:v>
                </c:pt>
                <c:pt idx="55">
                  <c:v>3.264043865584652</c:v>
                </c:pt>
                <c:pt idx="56">
                  <c:v>3.2650356869198145</c:v>
                </c:pt>
                <c:pt idx="57">
                  <c:v>3.2667663410515222</c:v>
                </c:pt>
                <c:pt idx="58">
                  <c:v>3.2700224469215025</c:v>
                </c:pt>
                <c:pt idx="59">
                  <c:v>3.2762257449012924</c:v>
                </c:pt>
                <c:pt idx="60">
                  <c:v>3.2769381615115716</c:v>
                </c:pt>
                <c:pt idx="61">
                  <c:v>3.2821701616511727</c:v>
                </c:pt>
                <c:pt idx="62">
                  <c:v>3.2936397610940169</c:v>
                </c:pt>
                <c:pt idx="63">
                  <c:v>3.3066183387845616</c:v>
                </c:pt>
                <c:pt idx="64">
                  <c:v>3.3217209028670913</c:v>
                </c:pt>
                <c:pt idx="65">
                  <c:v>3.3399628519531968</c:v>
                </c:pt>
                <c:pt idx="66">
                  <c:v>3.3545211722770301</c:v>
                </c:pt>
                <c:pt idx="67">
                  <c:v>3.3617142796123045</c:v>
                </c:pt>
                <c:pt idx="68">
                  <c:v>3.3579305988120338</c:v>
                </c:pt>
                <c:pt idx="69">
                  <c:v>3.3579451059017553</c:v>
                </c:pt>
                <c:pt idx="70">
                  <c:v>3.3460059663987676</c:v>
                </c:pt>
                <c:pt idx="71">
                  <c:v>3.3284703458938174</c:v>
                </c:pt>
                <c:pt idx="72">
                  <c:v>3.313927170763292</c:v>
                </c:pt>
                <c:pt idx="73">
                  <c:v>3.3023058719594367</c:v>
                </c:pt>
                <c:pt idx="74">
                  <c:v>3.2864618315083578</c:v>
                </c:pt>
                <c:pt idx="75">
                  <c:v>3.2764460664429924</c:v>
                </c:pt>
                <c:pt idx="76">
                  <c:v>3.2761128852127182</c:v>
                </c:pt>
                <c:pt idx="77">
                  <c:v>3.2671205797001801</c:v>
                </c:pt>
                <c:pt idx="78">
                  <c:v>3.2668277878224834</c:v>
                </c:pt>
                <c:pt idx="79">
                  <c:v>3.2673545879127039</c:v>
                </c:pt>
                <c:pt idx="80">
                  <c:v>3.2633543490796466</c:v>
                </c:pt>
                <c:pt idx="81">
                  <c:v>3.2662822743678741</c:v>
                </c:pt>
                <c:pt idx="82">
                  <c:v>3.2653543024590173</c:v>
                </c:pt>
                <c:pt idx="83">
                  <c:v>3.2632270083463952</c:v>
                </c:pt>
                <c:pt idx="84">
                  <c:v>3.2594598075479588</c:v>
                </c:pt>
                <c:pt idx="85">
                  <c:v>3.2560173298516322</c:v>
                </c:pt>
                <c:pt idx="86">
                  <c:v>3.2555767388583208</c:v>
                </c:pt>
                <c:pt idx="87">
                  <c:v>3.2577802993721585</c:v>
                </c:pt>
                <c:pt idx="88">
                  <c:v>3.2593175495155364</c:v>
                </c:pt>
                <c:pt idx="89">
                  <c:v>3.2578643011515558</c:v>
                </c:pt>
                <c:pt idx="90">
                  <c:v>3.2564185732941411</c:v>
                </c:pt>
                <c:pt idx="91">
                  <c:v>3.2535417776836688</c:v>
                </c:pt>
                <c:pt idx="92">
                  <c:v>3.2462997284543675</c:v>
                </c:pt>
                <c:pt idx="93">
                  <c:v>3.2432614861250237</c:v>
                </c:pt>
                <c:pt idx="94">
                  <c:v>3.2442208032447959</c:v>
                </c:pt>
                <c:pt idx="95">
                  <c:v>3.2368055512147151</c:v>
                </c:pt>
                <c:pt idx="96">
                  <c:v>3.2361312450156299</c:v>
                </c:pt>
                <c:pt idx="97">
                  <c:v>3.2372115804341295</c:v>
                </c:pt>
                <c:pt idx="98">
                  <c:v>3.2375499348613443</c:v>
                </c:pt>
                <c:pt idx="99">
                  <c:v>3.2390648448679022</c:v>
                </c:pt>
                <c:pt idx="100">
                  <c:v>3.2389894965545012</c:v>
                </c:pt>
                <c:pt idx="101">
                  <c:v>3.2409741940491243</c:v>
                </c:pt>
                <c:pt idx="102">
                  <c:v>3.243005860525662</c:v>
                </c:pt>
                <c:pt idx="103">
                  <c:v>3.2468992072409395</c:v>
                </c:pt>
                <c:pt idx="104">
                  <c:v>3.2492660473936468</c:v>
                </c:pt>
                <c:pt idx="105">
                  <c:v>3.2543128477338992</c:v>
                </c:pt>
                <c:pt idx="106">
                  <c:v>3.2607331888354274</c:v>
                </c:pt>
                <c:pt idx="107">
                  <c:v>3.2706035899968278</c:v>
                </c:pt>
                <c:pt idx="108">
                  <c:v>3.2948215159153453</c:v>
                </c:pt>
                <c:pt idx="109">
                  <c:v>3.323717685262308</c:v>
                </c:pt>
                <c:pt idx="110">
                  <c:v>3.3315003351997214</c:v>
                </c:pt>
                <c:pt idx="111">
                  <c:v>3.3222630044208863</c:v>
                </c:pt>
                <c:pt idx="112">
                  <c:v>3.3036973610119236</c:v>
                </c:pt>
                <c:pt idx="113">
                  <c:v>3.2854446162549213</c:v>
                </c:pt>
                <c:pt idx="114">
                  <c:v>3.2768895223911856</c:v>
                </c:pt>
                <c:pt idx="115">
                  <c:v>3.2748969983607252</c:v>
                </c:pt>
                <c:pt idx="116">
                  <c:v>3.2739116296853088</c:v>
                </c:pt>
                <c:pt idx="117">
                  <c:v>3.2685140872436063</c:v>
                </c:pt>
                <c:pt idx="118">
                  <c:v>3.2690586240090513</c:v>
                </c:pt>
                <c:pt idx="119">
                  <c:v>3.274089133174042</c:v>
                </c:pt>
                <c:pt idx="120">
                  <c:v>3.2785294160544782</c:v>
                </c:pt>
                <c:pt idx="121">
                  <c:v>3.2968719250569478</c:v>
                </c:pt>
                <c:pt idx="122">
                  <c:v>3.3252194946115416</c:v>
                </c:pt>
                <c:pt idx="123">
                  <c:v>3.3443851051516584</c:v>
                </c:pt>
                <c:pt idx="124">
                  <c:v>3.341733446160466</c:v>
                </c:pt>
                <c:pt idx="125">
                  <c:v>3.324662521337403</c:v>
                </c:pt>
                <c:pt idx="126">
                  <c:v>3.3142435268948947</c:v>
                </c:pt>
                <c:pt idx="127">
                  <c:v>3.3099106472662347</c:v>
                </c:pt>
                <c:pt idx="128">
                  <c:v>3.3051981871607312</c:v>
                </c:pt>
                <c:pt idx="129">
                  <c:v>3.2973996757912878</c:v>
                </c:pt>
                <c:pt idx="130">
                  <c:v>3.2859796726242103</c:v>
                </c:pt>
                <c:pt idx="131">
                  <c:v>3.279543883555732</c:v>
                </c:pt>
                <c:pt idx="132">
                  <c:v>3.2813908483443952</c:v>
                </c:pt>
                <c:pt idx="133">
                  <c:v>3.2843889129371471</c:v>
                </c:pt>
                <c:pt idx="134">
                  <c:v>3.2764422378214677</c:v>
                </c:pt>
                <c:pt idx="135">
                  <c:v>3.2687478024493806</c:v>
                </c:pt>
                <c:pt idx="136">
                  <c:v>3.2754452400337337</c:v>
                </c:pt>
                <c:pt idx="137">
                  <c:v>3.2617105551709571</c:v>
                </c:pt>
                <c:pt idx="138">
                  <c:v>3.2485128572663853</c:v>
                </c:pt>
                <c:pt idx="139">
                  <c:v>3.2418910837915962</c:v>
                </c:pt>
                <c:pt idx="140">
                  <c:v>3.2358378964251098</c:v>
                </c:pt>
                <c:pt idx="141">
                  <c:v>3.2302830712160069</c:v>
                </c:pt>
                <c:pt idx="142">
                  <c:v>3.2294173144069207</c:v>
                </c:pt>
                <c:pt idx="143">
                  <c:v>3.2363587224332742</c:v>
                </c:pt>
                <c:pt idx="144">
                  <c:v>3.2390613873882605</c:v>
                </c:pt>
                <c:pt idx="145">
                  <c:v>3.2417143128197359</c:v>
                </c:pt>
                <c:pt idx="146">
                  <c:v>3.2425054082534666</c:v>
                </c:pt>
                <c:pt idx="147">
                  <c:v>3.239233606988615</c:v>
                </c:pt>
                <c:pt idx="148">
                  <c:v>3.235306772857522</c:v>
                </c:pt>
                <c:pt idx="149">
                  <c:v>3.2359553498083868</c:v>
                </c:pt>
                <c:pt idx="150">
                  <c:v>3.237095855790673</c:v>
                </c:pt>
                <c:pt idx="151">
                  <c:v>3.2316476199257091</c:v>
                </c:pt>
                <c:pt idx="152">
                  <c:v>3.2346513297818311</c:v>
                </c:pt>
                <c:pt idx="153">
                  <c:v>3.2377093858786896</c:v>
                </c:pt>
                <c:pt idx="154">
                  <c:v>3.2401645252431179</c:v>
                </c:pt>
                <c:pt idx="155">
                  <c:v>3.2351570594311454</c:v>
                </c:pt>
                <c:pt idx="156">
                  <c:v>3.2314829924557928</c:v>
                </c:pt>
                <c:pt idx="157">
                  <c:v>3.2367948857690401</c:v>
                </c:pt>
                <c:pt idx="158">
                  <c:v>3.2369574133572532</c:v>
                </c:pt>
                <c:pt idx="159">
                  <c:v>3.2249529903227034</c:v>
                </c:pt>
                <c:pt idx="160">
                  <c:v>3.2248574440773834</c:v>
                </c:pt>
                <c:pt idx="161">
                  <c:v>3.2345888998104444</c:v>
                </c:pt>
                <c:pt idx="162">
                  <c:v>3.240688629671244</c:v>
                </c:pt>
                <c:pt idx="163">
                  <c:v>3.239399579033948</c:v>
                </c:pt>
                <c:pt idx="164">
                  <c:v>3.2415348103738455</c:v>
                </c:pt>
                <c:pt idx="165">
                  <c:v>3.2423057567101154</c:v>
                </c:pt>
                <c:pt idx="166">
                  <c:v>3.2440384944453737</c:v>
                </c:pt>
                <c:pt idx="167">
                  <c:v>3.2494416756391846</c:v>
                </c:pt>
                <c:pt idx="168">
                  <c:v>3.2494490854543119</c:v>
                </c:pt>
                <c:pt idx="169">
                  <c:v>3.2511877712265811</c:v>
                </c:pt>
                <c:pt idx="170">
                  <c:v>3.2538027653065429</c:v>
                </c:pt>
                <c:pt idx="171">
                  <c:v>3.2545942774609835</c:v>
                </c:pt>
                <c:pt idx="172">
                  <c:v>3.2604730444208654</c:v>
                </c:pt>
                <c:pt idx="173">
                  <c:v>3.2636903366634531</c:v>
                </c:pt>
                <c:pt idx="174">
                  <c:v>3.2647061324619711</c:v>
                </c:pt>
                <c:pt idx="175">
                  <c:v>3.2632824061557986</c:v>
                </c:pt>
                <c:pt idx="176">
                  <c:v>3.2625241177110995</c:v>
                </c:pt>
                <c:pt idx="177">
                  <c:v>3.2608550145305308</c:v>
                </c:pt>
                <c:pt idx="178">
                  <c:v>3.2652452323244008</c:v>
                </c:pt>
                <c:pt idx="179">
                  <c:v>3.2685723695416753</c:v>
                </c:pt>
                <c:pt idx="180">
                  <c:v>3.2730663573036303</c:v>
                </c:pt>
                <c:pt idx="181">
                  <c:v>3.2787475498124499</c:v>
                </c:pt>
                <c:pt idx="182">
                  <c:v>3.2810682153570965</c:v>
                </c:pt>
                <c:pt idx="183">
                  <c:v>3.2810248698919811</c:v>
                </c:pt>
                <c:pt idx="184">
                  <c:v>3.2841008547462667</c:v>
                </c:pt>
                <c:pt idx="185">
                  <c:v>3.2911592180444238</c:v>
                </c:pt>
                <c:pt idx="186">
                  <c:v>3.2983810595749143</c:v>
                </c:pt>
                <c:pt idx="187">
                  <c:v>3.3049142115305585</c:v>
                </c:pt>
                <c:pt idx="188">
                  <c:v>3.304978992067201</c:v>
                </c:pt>
                <c:pt idx="189">
                  <c:v>3.306177832437645</c:v>
                </c:pt>
                <c:pt idx="190">
                  <c:v>3.3061713276878102</c:v>
                </c:pt>
                <c:pt idx="191">
                  <c:v>3.3043599208959917</c:v>
                </c:pt>
                <c:pt idx="192">
                  <c:v>3.3023293645894705</c:v>
                </c:pt>
                <c:pt idx="193">
                  <c:v>3.3008475122554959</c:v>
                </c:pt>
                <c:pt idx="194">
                  <c:v>3.30169935449962</c:v>
                </c:pt>
                <c:pt idx="195">
                  <c:v>3.3080659809527382</c:v>
                </c:pt>
                <c:pt idx="196">
                  <c:v>3.3152857193458951</c:v>
                </c:pt>
                <c:pt idx="197">
                  <c:v>3.3183579667363117</c:v>
                </c:pt>
                <c:pt idx="198">
                  <c:v>3.3115102297120829</c:v>
                </c:pt>
                <c:pt idx="199">
                  <c:v>3.3006140379663824</c:v>
                </c:pt>
                <c:pt idx="200">
                  <c:v>3.2970688841938363</c:v>
                </c:pt>
                <c:pt idx="201">
                  <c:v>3.2923131697808734</c:v>
                </c:pt>
                <c:pt idx="202">
                  <c:v>3.2875088683376128</c:v>
                </c:pt>
                <c:pt idx="203">
                  <c:v>3.2897652677352434</c:v>
                </c:pt>
                <c:pt idx="204">
                  <c:v>3.2977136618238516</c:v>
                </c:pt>
                <c:pt idx="205">
                  <c:v>3.3046926919168165</c:v>
                </c:pt>
                <c:pt idx="206">
                  <c:v>3.3094441284312395</c:v>
                </c:pt>
                <c:pt idx="207">
                  <c:v>3.3144325227594624</c:v>
                </c:pt>
                <c:pt idx="208">
                  <c:v>3.319299638338514</c:v>
                </c:pt>
                <c:pt idx="209">
                  <c:v>3.3192172318180853</c:v>
                </c:pt>
                <c:pt idx="210">
                  <c:v>3.3183449051465534</c:v>
                </c:pt>
                <c:pt idx="211">
                  <c:v>3.324486053139184</c:v>
                </c:pt>
                <c:pt idx="212">
                  <c:v>3.3318110786242601</c:v>
                </c:pt>
                <c:pt idx="213">
                  <c:v>3.3351613047733801</c:v>
                </c:pt>
                <c:pt idx="214">
                  <c:v>3.3434365055676496</c:v>
                </c:pt>
                <c:pt idx="215">
                  <c:v>3.3505734467647112</c:v>
                </c:pt>
                <c:pt idx="216">
                  <c:v>3.3535469834369152</c:v>
                </c:pt>
                <c:pt idx="217">
                  <c:v>3.3583393367160643</c:v>
                </c:pt>
                <c:pt idx="218">
                  <c:v>3.3582758388978573</c:v>
                </c:pt>
                <c:pt idx="219">
                  <c:v>3.3512329203110198</c:v>
                </c:pt>
                <c:pt idx="220">
                  <c:v>3.3429219075807235</c:v>
                </c:pt>
                <c:pt idx="221">
                  <c:v>3.3353939000422455</c:v>
                </c:pt>
                <c:pt idx="222">
                  <c:v>3.3285233996492263</c:v>
                </c:pt>
                <c:pt idx="223">
                  <c:v>3.3178201495923174</c:v>
                </c:pt>
                <c:pt idx="224">
                  <c:v>3.3083173416760823</c:v>
                </c:pt>
                <c:pt idx="225">
                  <c:v>3.3007780761671697</c:v>
                </c:pt>
                <c:pt idx="226">
                  <c:v>3.2890539905956557</c:v>
                </c:pt>
                <c:pt idx="227">
                  <c:v>3.2837446236517134</c:v>
                </c:pt>
                <c:pt idx="228">
                  <c:v>3.2710405932852753</c:v>
                </c:pt>
                <c:pt idx="229">
                  <c:v>3.2544276998683688</c:v>
                </c:pt>
                <c:pt idx="230">
                  <c:v>3.2436622282004284</c:v>
                </c:pt>
                <c:pt idx="231">
                  <c:v>3.235247266442367</c:v>
                </c:pt>
                <c:pt idx="232">
                  <c:v>3.235946110328892</c:v>
                </c:pt>
                <c:pt idx="233">
                  <c:v>3.238117619159985</c:v>
                </c:pt>
                <c:pt idx="234">
                  <c:v>3.2368372284999465</c:v>
                </c:pt>
                <c:pt idx="235">
                  <c:v>3.2324394804326189</c:v>
                </c:pt>
                <c:pt idx="236">
                  <c:v>3.2304813651614195</c:v>
                </c:pt>
                <c:pt idx="237">
                  <c:v>3.2321556936290179</c:v>
                </c:pt>
                <c:pt idx="238">
                  <c:v>3.2357621118572153</c:v>
                </c:pt>
                <c:pt idx="239">
                  <c:v>3.2412285011181141</c:v>
                </c:pt>
                <c:pt idx="240">
                  <c:v>3.2422917542431287</c:v>
                </c:pt>
                <c:pt idx="241">
                  <c:v>3.2376631168573429</c:v>
                </c:pt>
                <c:pt idx="242">
                  <c:v>3.2347930669133658</c:v>
                </c:pt>
                <c:pt idx="243">
                  <c:v>3.2414603313138008</c:v>
                </c:pt>
                <c:pt idx="244">
                  <c:v>3.2454895647925177</c:v>
                </c:pt>
                <c:pt idx="245">
                  <c:v>3.2513799641203471</c:v>
                </c:pt>
                <c:pt idx="246">
                  <c:v>3.2530811124723993</c:v>
                </c:pt>
                <c:pt idx="247">
                  <c:v>3.2589314577775976</c:v>
                </c:pt>
                <c:pt idx="248">
                  <c:v>3.2831973456453474</c:v>
                </c:pt>
                <c:pt idx="249">
                  <c:v>3.3106514464636305</c:v>
                </c:pt>
                <c:pt idx="250">
                  <c:v>3.3452114492973313</c:v>
                </c:pt>
                <c:pt idx="251">
                  <c:v>3.413788064181241</c:v>
                </c:pt>
                <c:pt idx="252">
                  <c:v>3.4632761488338861</c:v>
                </c:pt>
                <c:pt idx="253">
                  <c:v>3.516058566970405</c:v>
                </c:pt>
                <c:pt idx="254">
                  <c:v>3.6028946462327678</c:v>
                </c:pt>
                <c:pt idx="255">
                  <c:v>3.698987056133844</c:v>
                </c:pt>
                <c:pt idx="256">
                  <c:v>3.8030306534545373</c:v>
                </c:pt>
                <c:pt idx="257">
                  <c:v>3.9411904460526408</c:v>
                </c:pt>
                <c:pt idx="258">
                  <c:v>4.0733875903697943</c:v>
                </c:pt>
                <c:pt idx="259">
                  <c:v>4.2</c:v>
                </c:pt>
                <c:pt idx="260">
                  <c:v>3.9845573201941313</c:v>
                </c:pt>
                <c:pt idx="261">
                  <c:v>3.6709584732603355</c:v>
                </c:pt>
                <c:pt idx="262">
                  <c:v>3.4030893329395329</c:v>
                </c:pt>
                <c:pt idx="263">
                  <c:v>3.320304807758923</c:v>
                </c:pt>
                <c:pt idx="264">
                  <c:v>3.2921231581595745</c:v>
                </c:pt>
                <c:pt idx="265">
                  <c:v>3.2778906678522373</c:v>
                </c:pt>
                <c:pt idx="266">
                  <c:v>3.2658244024876151</c:v>
                </c:pt>
                <c:pt idx="267">
                  <c:v>3.2561722587981468</c:v>
                </c:pt>
                <c:pt idx="268">
                  <c:v>3.2500292127729069</c:v>
                </c:pt>
                <c:pt idx="269">
                  <c:v>3.2682990333121333</c:v>
                </c:pt>
                <c:pt idx="270">
                  <c:v>3.2931387846653033</c:v>
                </c:pt>
                <c:pt idx="271">
                  <c:v>3.3015007024348475</c:v>
                </c:pt>
                <c:pt idx="272">
                  <c:v>3.2946653107616566</c:v>
                </c:pt>
                <c:pt idx="273">
                  <c:v>3.2989006126315341</c:v>
                </c:pt>
                <c:pt idx="274">
                  <c:v>3.322761988403705</c:v>
                </c:pt>
                <c:pt idx="275">
                  <c:v>3.3708050028363057</c:v>
                </c:pt>
                <c:pt idx="276">
                  <c:v>3.4523434549584824</c:v>
                </c:pt>
                <c:pt idx="277">
                  <c:v>3.6241941012141692</c:v>
                </c:pt>
                <c:pt idx="278">
                  <c:v>4.0786323851374497</c:v>
                </c:pt>
                <c:pt idx="279">
                  <c:v>4.2580947216592175</c:v>
                </c:pt>
                <c:pt idx="280">
                  <c:v>4.0829074187225363</c:v>
                </c:pt>
                <c:pt idx="281">
                  <c:v>3.7240382216235348</c:v>
                </c:pt>
                <c:pt idx="282">
                  <c:v>3.4570808662165051</c:v>
                </c:pt>
                <c:pt idx="283">
                  <c:v>3.3368772434550116</c:v>
                </c:pt>
                <c:pt idx="284">
                  <c:v>3.2900404531629364</c:v>
                </c:pt>
                <c:pt idx="285">
                  <c:v>3.2713867579701743</c:v>
                </c:pt>
                <c:pt idx="286">
                  <c:v>3.2215432121796006</c:v>
                </c:pt>
                <c:pt idx="287">
                  <c:v>3.2277003111341003</c:v>
                </c:pt>
                <c:pt idx="288">
                  <c:v>3.2290423080909973</c:v>
                </c:pt>
                <c:pt idx="289">
                  <c:v>3.2312376253482875</c:v>
                </c:pt>
                <c:pt idx="290">
                  <c:v>3.2181448645553514</c:v>
                </c:pt>
                <c:pt idx="291">
                  <c:v>3.2135728922331595</c:v>
                </c:pt>
                <c:pt idx="292">
                  <c:v>3.2247864664479926</c:v>
                </c:pt>
                <c:pt idx="293">
                  <c:v>3.2312652851854229</c:v>
                </c:pt>
                <c:pt idx="294">
                  <c:v>3.2248273783292731</c:v>
                </c:pt>
                <c:pt idx="295">
                  <c:v>3.2107588212286386</c:v>
                </c:pt>
                <c:pt idx="296">
                  <c:v>3.2095210435168418</c:v>
                </c:pt>
                <c:pt idx="297">
                  <c:v>3.2157755094280458</c:v>
                </c:pt>
                <c:pt idx="298">
                  <c:v>3.2191987691372477</c:v>
                </c:pt>
                <c:pt idx="299">
                  <c:v>3.2228196179478488</c:v>
                </c:pt>
                <c:pt idx="300">
                  <c:v>3.2323762984105753</c:v>
                </c:pt>
                <c:pt idx="301">
                  <c:v>3.2182382718514018</c:v>
                </c:pt>
                <c:pt idx="302">
                  <c:v>3.2254771549799952</c:v>
                </c:pt>
                <c:pt idx="303">
                  <c:v>3.2284962444348255</c:v>
                </c:pt>
                <c:pt idx="304">
                  <c:v>3.2314471805197655</c:v>
                </c:pt>
                <c:pt idx="305">
                  <c:v>3.2281740574689115</c:v>
                </c:pt>
                <c:pt idx="306">
                  <c:v>3.2282158825545606</c:v>
                </c:pt>
                <c:pt idx="307">
                  <c:v>3.2257898973616892</c:v>
                </c:pt>
                <c:pt idx="308">
                  <c:v>3.2232305550303142</c:v>
                </c:pt>
                <c:pt idx="309">
                  <c:v>3.223586766591084</c:v>
                </c:pt>
                <c:pt idx="310">
                  <c:v>3.2181872235644104</c:v>
                </c:pt>
                <c:pt idx="311">
                  <c:v>3.2126549354577758</c:v>
                </c:pt>
                <c:pt idx="312">
                  <c:v>3.2218136753151843</c:v>
                </c:pt>
                <c:pt idx="313">
                  <c:v>3.2135254088616181</c:v>
                </c:pt>
                <c:pt idx="314">
                  <c:v>3.2129642382657964</c:v>
                </c:pt>
                <c:pt idx="315">
                  <c:v>3.2163809720635648</c:v>
                </c:pt>
                <c:pt idx="316">
                  <c:v>3.2181744012634974</c:v>
                </c:pt>
                <c:pt idx="317">
                  <c:v>3.217425892732964</c:v>
                </c:pt>
                <c:pt idx="318">
                  <c:v>3.2215623373812545</c:v>
                </c:pt>
                <c:pt idx="319">
                  <c:v>3.2304912329776103</c:v>
                </c:pt>
                <c:pt idx="320">
                  <c:v>3.2343773163811349</c:v>
                </c:pt>
                <c:pt idx="321">
                  <c:v>3.261127120131726</c:v>
                </c:pt>
                <c:pt idx="322">
                  <c:v>3.2986307338816339</c:v>
                </c:pt>
                <c:pt idx="323">
                  <c:v>3.3405163091463428</c:v>
                </c:pt>
                <c:pt idx="324">
                  <c:v>3.3496619223013826</c:v>
                </c:pt>
                <c:pt idx="325">
                  <c:v>3.3243450713139362</c:v>
                </c:pt>
                <c:pt idx="326">
                  <c:v>3.3012855313006741</c:v>
                </c:pt>
                <c:pt idx="327">
                  <c:v>3.2956050354967914</c:v>
                </c:pt>
                <c:pt idx="328">
                  <c:v>3.312510645911892</c:v>
                </c:pt>
                <c:pt idx="329">
                  <c:v>3.3429529662961501</c:v>
                </c:pt>
                <c:pt idx="330">
                  <c:v>3.3958369601057643</c:v>
                </c:pt>
                <c:pt idx="331">
                  <c:v>3.4951334313668809</c:v>
                </c:pt>
                <c:pt idx="332">
                  <c:v>3.6027435849753449</c:v>
                </c:pt>
                <c:pt idx="333">
                  <c:v>3.6387320543132948</c:v>
                </c:pt>
                <c:pt idx="334">
                  <c:v>3.5843566952172456</c:v>
                </c:pt>
                <c:pt idx="335">
                  <c:v>3.4865731805843576</c:v>
                </c:pt>
                <c:pt idx="336">
                  <c:v>3.386913498156793</c:v>
                </c:pt>
                <c:pt idx="337">
                  <c:v>3.3181622903178596</c:v>
                </c:pt>
                <c:pt idx="338">
                  <c:v>3.2754320286849707</c:v>
                </c:pt>
                <c:pt idx="339">
                  <c:v>3.2564290173569388</c:v>
                </c:pt>
                <c:pt idx="340">
                  <c:v>3.2446867946676421</c:v>
                </c:pt>
                <c:pt idx="341">
                  <c:v>3.2362580322916883</c:v>
                </c:pt>
                <c:pt idx="342">
                  <c:v>3.2292954235992064</c:v>
                </c:pt>
                <c:pt idx="343">
                  <c:v>3.2238817674141074</c:v>
                </c:pt>
                <c:pt idx="344">
                  <c:v>3.2196086530232306</c:v>
                </c:pt>
                <c:pt idx="345">
                  <c:v>3.214584007248857</c:v>
                </c:pt>
                <c:pt idx="346">
                  <c:v>3.2153864778557222</c:v>
                </c:pt>
                <c:pt idx="347">
                  <c:v>3.2144989115775955</c:v>
                </c:pt>
                <c:pt idx="348">
                  <c:v>3.2159703149653263</c:v>
                </c:pt>
                <c:pt idx="349">
                  <c:v>3.2167062290890853</c:v>
                </c:pt>
                <c:pt idx="350">
                  <c:v>3.2098288829189308</c:v>
                </c:pt>
                <c:pt idx="351">
                  <c:v>3.2133074728832023</c:v>
                </c:pt>
                <c:pt idx="352">
                  <c:v>3.2160532114581528</c:v>
                </c:pt>
                <c:pt idx="353">
                  <c:v>3.212909265316179</c:v>
                </c:pt>
                <c:pt idx="354">
                  <c:v>3.2117213663060991</c:v>
                </c:pt>
                <c:pt idx="355">
                  <c:v>3.2075476259681595</c:v>
                </c:pt>
                <c:pt idx="356">
                  <c:v>3.2070040398468347</c:v>
                </c:pt>
                <c:pt idx="357">
                  <c:v>3.2118144162966971</c:v>
                </c:pt>
                <c:pt idx="358">
                  <c:v>3.2115421641921271</c:v>
                </c:pt>
                <c:pt idx="359">
                  <c:v>3.2180972623532949</c:v>
                </c:pt>
                <c:pt idx="360">
                  <c:v>3.2214880015689538</c:v>
                </c:pt>
                <c:pt idx="361">
                  <c:v>3.2240583056083838</c:v>
                </c:pt>
                <c:pt idx="362">
                  <c:v>3.2251787194667436</c:v>
                </c:pt>
                <c:pt idx="363">
                  <c:v>3.2243885339817511</c:v>
                </c:pt>
                <c:pt idx="364">
                  <c:v>3.2280085542343775</c:v>
                </c:pt>
                <c:pt idx="365">
                  <c:v>3.2296284583261059</c:v>
                </c:pt>
                <c:pt idx="366">
                  <c:v>3.2302570164047317</c:v>
                </c:pt>
                <c:pt idx="367">
                  <c:v>3.2287740832014156</c:v>
                </c:pt>
                <c:pt idx="368">
                  <c:v>3.2290037679365713</c:v>
                </c:pt>
                <c:pt idx="369">
                  <c:v>3.2286997832010509</c:v>
                </c:pt>
                <c:pt idx="370">
                  <c:v>3.2276041951534342</c:v>
                </c:pt>
                <c:pt idx="371">
                  <c:v>3.2290492197946508</c:v>
                </c:pt>
                <c:pt idx="372">
                  <c:v>3.2284243470898053</c:v>
                </c:pt>
                <c:pt idx="373">
                  <c:v>3.2239227655695974</c:v>
                </c:pt>
                <c:pt idx="374">
                  <c:v>3.2149794263683158</c:v>
                </c:pt>
                <c:pt idx="375">
                  <c:v>3.2119907754312931</c:v>
                </c:pt>
                <c:pt idx="376">
                  <c:v>3.2181356201924105</c:v>
                </c:pt>
                <c:pt idx="377">
                  <c:v>3.2199661814865577</c:v>
                </c:pt>
                <c:pt idx="378">
                  <c:v>3.2199027683147454</c:v>
                </c:pt>
                <c:pt idx="379">
                  <c:v>3.2178034775082813</c:v>
                </c:pt>
                <c:pt idx="380">
                  <c:v>3.2116758924725137</c:v>
                </c:pt>
                <c:pt idx="381">
                  <c:v>3.211410796243888</c:v>
                </c:pt>
                <c:pt idx="382">
                  <c:v>3.2137207686699996</c:v>
                </c:pt>
                <c:pt idx="383">
                  <c:v>3.2147080597952549</c:v>
                </c:pt>
                <c:pt idx="384">
                  <c:v>3.2113239522990225</c:v>
                </c:pt>
                <c:pt idx="385">
                  <c:v>3.2112927763808954</c:v>
                </c:pt>
                <c:pt idx="386">
                  <c:v>3.2113740442445402</c:v>
                </c:pt>
                <c:pt idx="387">
                  <c:v>3.2097770581640539</c:v>
                </c:pt>
                <c:pt idx="388">
                  <c:v>3.2095135694030112</c:v>
                </c:pt>
                <c:pt idx="389">
                  <c:v>3.2084824200508297</c:v>
                </c:pt>
                <c:pt idx="390">
                  <c:v>3.2084344686823969</c:v>
                </c:pt>
                <c:pt idx="391">
                  <c:v>3.2063453818359777</c:v>
                </c:pt>
                <c:pt idx="392">
                  <c:v>3.2162395132884423</c:v>
                </c:pt>
                <c:pt idx="393">
                  <c:v>3.2173082586621913</c:v>
                </c:pt>
                <c:pt idx="394">
                  <c:v>3.2166091250245477</c:v>
                </c:pt>
                <c:pt idx="395">
                  <c:v>3.2185819004001042</c:v>
                </c:pt>
                <c:pt idx="396">
                  <c:v>3.2210866832469423</c:v>
                </c:pt>
                <c:pt idx="397">
                  <c:v>3.2241073972614158</c:v>
                </c:pt>
                <c:pt idx="398">
                  <c:v>3.2224795217582907</c:v>
                </c:pt>
                <c:pt idx="399">
                  <c:v>3.2205340448448787</c:v>
                </c:pt>
                <c:pt idx="400">
                  <c:v>3.2293420084167166</c:v>
                </c:pt>
                <c:pt idx="401">
                  <c:v>3.2336478663118293</c:v>
                </c:pt>
                <c:pt idx="402">
                  <c:v>3.2391937971382752</c:v>
                </c:pt>
                <c:pt idx="403">
                  <c:v>3.2392007283757116</c:v>
                </c:pt>
                <c:pt idx="404">
                  <c:v>3.2317042451078293</c:v>
                </c:pt>
                <c:pt idx="405">
                  <c:v>3.2340619011267608</c:v>
                </c:pt>
                <c:pt idx="406">
                  <c:v>3.242673848066755</c:v>
                </c:pt>
                <c:pt idx="407">
                  <c:v>3.2430562446640216</c:v>
                </c:pt>
                <c:pt idx="408">
                  <c:v>3.2328156880762142</c:v>
                </c:pt>
                <c:pt idx="409">
                  <c:v>3.2275531598889651</c:v>
                </c:pt>
                <c:pt idx="410">
                  <c:v>3.2242900218570014</c:v>
                </c:pt>
                <c:pt idx="411">
                  <c:v>3.2236949332882237</c:v>
                </c:pt>
                <c:pt idx="412">
                  <c:v>3.2235661682166077</c:v>
                </c:pt>
                <c:pt idx="413">
                  <c:v>3.2206311098418494</c:v>
                </c:pt>
                <c:pt idx="414">
                  <c:v>3.2159245994011725</c:v>
                </c:pt>
                <c:pt idx="415">
                  <c:v>3.2129616850375391</c:v>
                </c:pt>
                <c:pt idx="416">
                  <c:v>3.2117620755243781</c:v>
                </c:pt>
                <c:pt idx="417">
                  <c:v>3.2157116388401414</c:v>
                </c:pt>
                <c:pt idx="418">
                  <c:v>3.2105021440606101</c:v>
                </c:pt>
                <c:pt idx="419">
                  <c:v>3.2101203155708737</c:v>
                </c:pt>
                <c:pt idx="420">
                  <c:v>3.2089426180791158</c:v>
                </c:pt>
                <c:pt idx="421">
                  <c:v>3.2099313131950447</c:v>
                </c:pt>
                <c:pt idx="422">
                  <c:v>3.2110526597915565</c:v>
                </c:pt>
                <c:pt idx="423">
                  <c:v>3.2136711023981759</c:v>
                </c:pt>
                <c:pt idx="424">
                  <c:v>3.2171685302547051</c:v>
                </c:pt>
                <c:pt idx="425">
                  <c:v>3.2153178686975554</c:v>
                </c:pt>
                <c:pt idx="426">
                  <c:v>3.2125843778047258</c:v>
                </c:pt>
                <c:pt idx="427">
                  <c:v>3.2074768428626945</c:v>
                </c:pt>
                <c:pt idx="428">
                  <c:v>3.2082509992506845</c:v>
                </c:pt>
                <c:pt idx="429">
                  <c:v>3.225010859155693</c:v>
                </c:pt>
                <c:pt idx="430">
                  <c:v>3.2377007617133682</c:v>
                </c:pt>
                <c:pt idx="431">
                  <c:v>3.2477383557815576</c:v>
                </c:pt>
                <c:pt idx="432">
                  <c:v>3.2351042661261804</c:v>
                </c:pt>
                <c:pt idx="433">
                  <c:v>3.2247652120639607</c:v>
                </c:pt>
                <c:pt idx="434">
                  <c:v>3.2043163467228304</c:v>
                </c:pt>
                <c:pt idx="435">
                  <c:v>3.1447441491110046</c:v>
                </c:pt>
                <c:pt idx="436">
                  <c:v>3.2053445981568705</c:v>
                </c:pt>
                <c:pt idx="437">
                  <c:v>3.2162756947385365</c:v>
                </c:pt>
                <c:pt idx="438">
                  <c:v>3.1837662182491377</c:v>
                </c:pt>
                <c:pt idx="439">
                  <c:v>3.204480676302552</c:v>
                </c:pt>
                <c:pt idx="440">
                  <c:v>3.2181916968007833</c:v>
                </c:pt>
                <c:pt idx="441">
                  <c:v>3.1952499349199455</c:v>
                </c:pt>
                <c:pt idx="442">
                  <c:v>3.1802177209440186</c:v>
                </c:pt>
                <c:pt idx="443">
                  <c:v>3.2041001870978323</c:v>
                </c:pt>
                <c:pt idx="444">
                  <c:v>3.2074897058589893</c:v>
                </c:pt>
                <c:pt idx="445">
                  <c:v>3.211987182029076</c:v>
                </c:pt>
                <c:pt idx="446">
                  <c:v>3.2038436084126278</c:v>
                </c:pt>
                <c:pt idx="447">
                  <c:v>3.2043153586389592</c:v>
                </c:pt>
                <c:pt idx="448">
                  <c:v>3.1980189347716843</c:v>
                </c:pt>
                <c:pt idx="449">
                  <c:v>3.2067105252191563</c:v>
                </c:pt>
                <c:pt idx="450">
                  <c:v>3.2191480675749098</c:v>
                </c:pt>
                <c:pt idx="451">
                  <c:v>3.2063967544651626</c:v>
                </c:pt>
                <c:pt idx="452">
                  <c:v>3.2018462617759416</c:v>
                </c:pt>
                <c:pt idx="453">
                  <c:v>3.2015320361493171</c:v>
                </c:pt>
                <c:pt idx="454">
                  <c:v>3.2012841193744008</c:v>
                </c:pt>
                <c:pt idx="455">
                  <c:v>3.1983122798013586</c:v>
                </c:pt>
                <c:pt idx="456">
                  <c:v>3.206467198171143</c:v>
                </c:pt>
                <c:pt idx="457">
                  <c:v>3.2025794580586235</c:v>
                </c:pt>
                <c:pt idx="458">
                  <c:v>3.1984728739519803</c:v>
                </c:pt>
                <c:pt idx="459">
                  <c:v>3.188560389797948</c:v>
                </c:pt>
                <c:pt idx="460">
                  <c:v>3.2025641285152346</c:v>
                </c:pt>
                <c:pt idx="461">
                  <c:v>3.2055146051493137</c:v>
                </c:pt>
                <c:pt idx="462">
                  <c:v>3.2035367619778556</c:v>
                </c:pt>
                <c:pt idx="463">
                  <c:v>3.2009359938842659</c:v>
                </c:pt>
                <c:pt idx="464">
                  <c:v>3.2017652588392322</c:v>
                </c:pt>
                <c:pt idx="465">
                  <c:v>3.1990534710987584</c:v>
                </c:pt>
                <c:pt idx="466">
                  <c:v>3.2049549561538191</c:v>
                </c:pt>
                <c:pt idx="467">
                  <c:v>3.2065063955559863</c:v>
                </c:pt>
                <c:pt idx="468">
                  <c:v>3.2054520026295079</c:v>
                </c:pt>
                <c:pt idx="469">
                  <c:v>3.2112135579366807</c:v>
                </c:pt>
                <c:pt idx="470">
                  <c:v>3.2125656978105495</c:v>
                </c:pt>
                <c:pt idx="471">
                  <c:v>3.2160956323241923</c:v>
                </c:pt>
                <c:pt idx="472">
                  <c:v>3.2154101918686333</c:v>
                </c:pt>
                <c:pt idx="473">
                  <c:v>3.2060316167793377</c:v>
                </c:pt>
                <c:pt idx="474">
                  <c:v>3.2040673605750176</c:v>
                </c:pt>
                <c:pt idx="475">
                  <c:v>3.2043326232477547</c:v>
                </c:pt>
                <c:pt idx="476">
                  <c:v>3.2022805403050971</c:v>
                </c:pt>
                <c:pt idx="477">
                  <c:v>3.203976646499338</c:v>
                </c:pt>
                <c:pt idx="478">
                  <c:v>3.2098549995871863</c:v>
                </c:pt>
                <c:pt idx="479">
                  <c:v>3.2129061342134997</c:v>
                </c:pt>
                <c:pt idx="480">
                  <c:v>3.2095106743335466</c:v>
                </c:pt>
                <c:pt idx="481">
                  <c:v>3.2036269193407114</c:v>
                </c:pt>
                <c:pt idx="482">
                  <c:v>3.2060873788124087</c:v>
                </c:pt>
                <c:pt idx="483">
                  <c:v>3.2058273902611591</c:v>
                </c:pt>
                <c:pt idx="484">
                  <c:v>3.2061630355968043</c:v>
                </c:pt>
                <c:pt idx="485">
                  <c:v>3.2091947170166861</c:v>
                </c:pt>
                <c:pt idx="486">
                  <c:v>3.2093862246002218</c:v>
                </c:pt>
                <c:pt idx="487">
                  <c:v>3.2071847680376258</c:v>
                </c:pt>
                <c:pt idx="488">
                  <c:v>3.209797319580769</c:v>
                </c:pt>
                <c:pt idx="489">
                  <c:v>3.2097680652985727</c:v>
                </c:pt>
                <c:pt idx="490">
                  <c:v>3.2098837443632013</c:v>
                </c:pt>
                <c:pt idx="491">
                  <c:v>3.2158963014604502</c:v>
                </c:pt>
                <c:pt idx="492">
                  <c:v>3.2150075778056637</c:v>
                </c:pt>
                <c:pt idx="493">
                  <c:v>3.2119852026057027</c:v>
                </c:pt>
                <c:pt idx="494">
                  <c:v>3.2165230233634468</c:v>
                </c:pt>
                <c:pt idx="495">
                  <c:v>3.2163127226525736</c:v>
                </c:pt>
                <c:pt idx="496">
                  <c:v>3.2152164199940514</c:v>
                </c:pt>
                <c:pt idx="497">
                  <c:v>3.2108275606120276</c:v>
                </c:pt>
                <c:pt idx="498">
                  <c:v>3.2087093244774976</c:v>
                </c:pt>
                <c:pt idx="499">
                  <c:v>3.2083163275471667</c:v>
                </c:pt>
                <c:pt idx="500">
                  <c:v>3.2132688497101971</c:v>
                </c:pt>
                <c:pt idx="501">
                  <c:v>3.219088616505474</c:v>
                </c:pt>
                <c:pt idx="502">
                  <c:v>3.2240389394900695</c:v>
                </c:pt>
                <c:pt idx="503">
                  <c:v>3.2290224520002857</c:v>
                </c:pt>
                <c:pt idx="504">
                  <c:v>3.228516461900528</c:v>
                </c:pt>
                <c:pt idx="505">
                  <c:v>3.2258164242393939</c:v>
                </c:pt>
                <c:pt idx="506">
                  <c:v>3.2293415623953319</c:v>
                </c:pt>
                <c:pt idx="507">
                  <c:v>3.2443532357842244</c:v>
                </c:pt>
                <c:pt idx="508">
                  <c:v>3.2624725420119591</c:v>
                </c:pt>
                <c:pt idx="509">
                  <c:v>3.2899021800223052</c:v>
                </c:pt>
                <c:pt idx="510">
                  <c:v>3.3302044640164277</c:v>
                </c:pt>
                <c:pt idx="511">
                  <c:v>3.3736443684623687</c:v>
                </c:pt>
                <c:pt idx="512">
                  <c:v>3.4089064545349896</c:v>
                </c:pt>
                <c:pt idx="513">
                  <c:v>3.4307877427853932</c:v>
                </c:pt>
                <c:pt idx="514">
                  <c:v>3.4378405584890963</c:v>
                </c:pt>
                <c:pt idx="515">
                  <c:v>3.4359208043126435</c:v>
                </c:pt>
                <c:pt idx="516">
                  <c:v>3.4281841499236108</c:v>
                </c:pt>
                <c:pt idx="517">
                  <c:v>3.4125350240734353</c:v>
                </c:pt>
                <c:pt idx="518">
                  <c:v>3.3953351762806747</c:v>
                </c:pt>
                <c:pt idx="519">
                  <c:v>3.3687405944833477</c:v>
                </c:pt>
                <c:pt idx="520">
                  <c:v>3.3415697530565165</c:v>
                </c:pt>
                <c:pt idx="521">
                  <c:v>3.3268752562181243</c:v>
                </c:pt>
                <c:pt idx="522">
                  <c:v>3.3187190942992086</c:v>
                </c:pt>
                <c:pt idx="523">
                  <c:v>3.3065110201791796</c:v>
                </c:pt>
                <c:pt idx="524">
                  <c:v>3.2963580172636977</c:v>
                </c:pt>
                <c:pt idx="525">
                  <c:v>3.3007250614793278</c:v>
                </c:pt>
                <c:pt idx="526">
                  <c:v>3.3029414556887851</c:v>
                </c:pt>
                <c:pt idx="527">
                  <c:v>3.3079262818459272</c:v>
                </c:pt>
                <c:pt idx="528">
                  <c:v>3.3166155272220204</c:v>
                </c:pt>
                <c:pt idx="529">
                  <c:v>3.3293649410782966</c:v>
                </c:pt>
                <c:pt idx="530">
                  <c:v>3.3388015164466647</c:v>
                </c:pt>
                <c:pt idx="531">
                  <c:v>3.351806861931574</c:v>
                </c:pt>
                <c:pt idx="532">
                  <c:v>3.3557243491473638</c:v>
                </c:pt>
                <c:pt idx="533">
                  <c:v>3.3590921036113546</c:v>
                </c:pt>
                <c:pt idx="534">
                  <c:v>3.3699680583575686</c:v>
                </c:pt>
                <c:pt idx="535">
                  <c:v>3.3809111572282036</c:v>
                </c:pt>
                <c:pt idx="536">
                  <c:v>3.3965923445280151</c:v>
                </c:pt>
                <c:pt idx="537">
                  <c:v>3.4171971130631009</c:v>
                </c:pt>
                <c:pt idx="538">
                  <c:v>3.4429902627997078</c:v>
                </c:pt>
                <c:pt idx="539">
                  <c:v>3.472876248013415</c:v>
                </c:pt>
                <c:pt idx="540">
                  <c:v>3.5043611645468613</c:v>
                </c:pt>
                <c:pt idx="541">
                  <c:v>3.5386038345597957</c:v>
                </c:pt>
                <c:pt idx="542">
                  <c:v>3.5762102220548404</c:v>
                </c:pt>
                <c:pt idx="543">
                  <c:v>3.6165326909583597</c:v>
                </c:pt>
                <c:pt idx="544">
                  <c:v>3.6723096380728557</c:v>
                </c:pt>
                <c:pt idx="545">
                  <c:v>3.7259553973405941</c:v>
                </c:pt>
                <c:pt idx="546">
                  <c:v>3.7711775120836011</c:v>
                </c:pt>
                <c:pt idx="547">
                  <c:v>3.8190378335523727</c:v>
                </c:pt>
                <c:pt idx="548">
                  <c:v>3.8617375899270288</c:v>
                </c:pt>
                <c:pt idx="549">
                  <c:v>3.9042780027201465</c:v>
                </c:pt>
                <c:pt idx="550">
                  <c:v>3.9502028127606135</c:v>
                </c:pt>
                <c:pt idx="551">
                  <c:v>3.9874925446060487</c:v>
                </c:pt>
                <c:pt idx="552">
                  <c:v>3.9921484609201943</c:v>
                </c:pt>
                <c:pt idx="553">
                  <c:v>3.9709128423425795</c:v>
                </c:pt>
                <c:pt idx="554">
                  <c:v>3.953190075171209</c:v>
                </c:pt>
                <c:pt idx="555">
                  <c:v>3.9112107768142845</c:v>
                </c:pt>
                <c:pt idx="556">
                  <c:v>3.8375981572610232</c:v>
                </c:pt>
                <c:pt idx="557">
                  <c:v>3.7707579264185824</c:v>
                </c:pt>
                <c:pt idx="558">
                  <c:v>3.7083187350859581</c:v>
                </c:pt>
                <c:pt idx="559">
                  <c:v>3.651163197727207</c:v>
                </c:pt>
                <c:pt idx="560">
                  <c:v>3.5951455683575642</c:v>
                </c:pt>
                <c:pt idx="561">
                  <c:v>3.5435758595776234</c:v>
                </c:pt>
                <c:pt idx="562">
                  <c:v>3.4886994719627711</c:v>
                </c:pt>
                <c:pt idx="563">
                  <c:v>3.4291630268717146</c:v>
                </c:pt>
                <c:pt idx="564">
                  <c:v>3.4079850980674062</c:v>
                </c:pt>
                <c:pt idx="565">
                  <c:v>3.3683335104396357</c:v>
                </c:pt>
                <c:pt idx="566">
                  <c:v>3.321246192865638</c:v>
                </c:pt>
                <c:pt idx="567">
                  <c:v>3.2784422888697549</c:v>
                </c:pt>
                <c:pt idx="568">
                  <c:v>3.2818715877736229</c:v>
                </c:pt>
                <c:pt idx="569">
                  <c:v>3.2751435407508582</c:v>
                </c:pt>
                <c:pt idx="570">
                  <c:v>3.2537518146884676</c:v>
                </c:pt>
                <c:pt idx="571">
                  <c:v>3.2350301679749096</c:v>
                </c:pt>
                <c:pt idx="572">
                  <c:v>3.2069451568849296</c:v>
                </c:pt>
                <c:pt idx="573">
                  <c:v>3.208971270883568</c:v>
                </c:pt>
                <c:pt idx="574">
                  <c:v>3.2231436882960347</c:v>
                </c:pt>
                <c:pt idx="575">
                  <c:v>3.2269320279036191</c:v>
                </c:pt>
                <c:pt idx="576">
                  <c:v>3.2009798605554836</c:v>
                </c:pt>
                <c:pt idx="577">
                  <c:v>3.181605028139066</c:v>
                </c:pt>
                <c:pt idx="578">
                  <c:v>3.1863066567617366</c:v>
                </c:pt>
                <c:pt idx="579">
                  <c:v>3.2082355187274287</c:v>
                </c:pt>
                <c:pt idx="580">
                  <c:v>3.179950925276247</c:v>
                </c:pt>
                <c:pt idx="581">
                  <c:v>3.1894931344611881</c:v>
                </c:pt>
                <c:pt idx="582">
                  <c:v>3.1268181329245301</c:v>
                </c:pt>
                <c:pt idx="583">
                  <c:v>3.2450465776551232</c:v>
                </c:pt>
                <c:pt idx="584">
                  <c:v>3.1157762321780273</c:v>
                </c:pt>
                <c:pt idx="585">
                  <c:v>2.9559090736246518</c:v>
                </c:pt>
                <c:pt idx="586">
                  <c:v>2.9677834000346919</c:v>
                </c:pt>
                <c:pt idx="587">
                  <c:v>2.8965448383670584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4-57AB-4D59-AD3D-6260AFD7ADF0}"/>
            </c:ext>
          </c:extLst>
        </c:ser>
        <c:ser>
          <c:idx val="21"/>
          <c:order val="21"/>
          <c:tx>
            <c:strRef>
              <c:f>'Fully separated 1%'!$V$1</c:f>
              <c:strCache>
                <c:ptCount val="1"/>
                <c:pt idx="0">
                  <c:v>1I_10/O-PTIR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1%'!$A$2:$A$589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1%'!$V$2:$V$589</c:f>
              <c:numCache>
                <c:formatCode>General</c:formatCode>
                <c:ptCount val="588"/>
                <c:pt idx="0">
                  <c:v>1.9811134165369089</c:v>
                </c:pt>
                <c:pt idx="1">
                  <c:v>1.9661130370557829</c:v>
                </c:pt>
                <c:pt idx="2">
                  <c:v>1.9591278808382897</c:v>
                </c:pt>
                <c:pt idx="3">
                  <c:v>2.0341113799678623</c:v>
                </c:pt>
                <c:pt idx="4">
                  <c:v>2.0292404525873717</c:v>
                </c:pt>
                <c:pt idx="5">
                  <c:v>2.054425623895646</c:v>
                </c:pt>
                <c:pt idx="6">
                  <c:v>2.0309223047780089</c:v>
                </c:pt>
                <c:pt idx="7">
                  <c:v>2.0196208272023539</c:v>
                </c:pt>
                <c:pt idx="8">
                  <c:v>2.0219311034932885</c:v>
                </c:pt>
                <c:pt idx="9">
                  <c:v>2.0322969743945416</c:v>
                </c:pt>
                <c:pt idx="10">
                  <c:v>2.0312883217977986</c:v>
                </c:pt>
                <c:pt idx="11">
                  <c:v>2.0492541182548605</c:v>
                </c:pt>
                <c:pt idx="12">
                  <c:v>2.035606116924602</c:v>
                </c:pt>
                <c:pt idx="13">
                  <c:v>2.0492274950914542</c:v>
                </c:pt>
                <c:pt idx="14">
                  <c:v>2.0619054096620775</c:v>
                </c:pt>
                <c:pt idx="15">
                  <c:v>2.0568437445891909</c:v>
                </c:pt>
                <c:pt idx="16">
                  <c:v>2.067308451410736</c:v>
                </c:pt>
                <c:pt idx="17">
                  <c:v>2.0744625857843926</c:v>
                </c:pt>
                <c:pt idx="18">
                  <c:v>2.054759568811825</c:v>
                </c:pt>
                <c:pt idx="19">
                  <c:v>2.0516312060264044</c:v>
                </c:pt>
                <c:pt idx="20">
                  <c:v>2.0708913602885324</c:v>
                </c:pt>
                <c:pt idx="21">
                  <c:v>2.0665485587587473</c:v>
                </c:pt>
                <c:pt idx="22">
                  <c:v>2.0617310168837375</c:v>
                </c:pt>
                <c:pt idx="23">
                  <c:v>2.060397616602287</c:v>
                </c:pt>
                <c:pt idx="24">
                  <c:v>2.0687151321210515</c:v>
                </c:pt>
                <c:pt idx="25">
                  <c:v>2.0633507248455567</c:v>
                </c:pt>
                <c:pt idx="26">
                  <c:v>2.0501685106683616</c:v>
                </c:pt>
                <c:pt idx="27">
                  <c:v>2.0481619317651449</c:v>
                </c:pt>
                <c:pt idx="28">
                  <c:v>2.0523863475380888</c:v>
                </c:pt>
                <c:pt idx="29">
                  <c:v>2.047489797936672</c:v>
                </c:pt>
                <c:pt idx="30">
                  <c:v>2.0368995862740578</c:v>
                </c:pt>
                <c:pt idx="31">
                  <c:v>2.0506667626757982</c:v>
                </c:pt>
                <c:pt idx="32">
                  <c:v>2.065467159569129</c:v>
                </c:pt>
                <c:pt idx="33">
                  <c:v>2.078824986721211</c:v>
                </c:pt>
                <c:pt idx="34">
                  <c:v>2.0917323325606643</c:v>
                </c:pt>
                <c:pt idx="35">
                  <c:v>2.0917865626709418</c:v>
                </c:pt>
                <c:pt idx="36">
                  <c:v>2.0903291065318217</c:v>
                </c:pt>
                <c:pt idx="37">
                  <c:v>2.0868580515462267</c:v>
                </c:pt>
                <c:pt idx="38">
                  <c:v>2.0869729711822522</c:v>
                </c:pt>
                <c:pt idx="39">
                  <c:v>2.1036415347461337</c:v>
                </c:pt>
                <c:pt idx="40">
                  <c:v>2.120863945522617</c:v>
                </c:pt>
                <c:pt idx="41">
                  <c:v>2.1435313232384847</c:v>
                </c:pt>
                <c:pt idx="42">
                  <c:v>2.1801768302734663</c:v>
                </c:pt>
                <c:pt idx="43">
                  <c:v>2.2188588911024612</c:v>
                </c:pt>
                <c:pt idx="44">
                  <c:v>2.2654753562394321</c:v>
                </c:pt>
                <c:pt idx="45">
                  <c:v>2.3099972777415037</c:v>
                </c:pt>
                <c:pt idx="46">
                  <c:v>2.342423207845473</c:v>
                </c:pt>
                <c:pt idx="47">
                  <c:v>2.3519721914766585</c:v>
                </c:pt>
                <c:pt idx="48">
                  <c:v>2.3221742596854011</c:v>
                </c:pt>
                <c:pt idx="49">
                  <c:v>2.2671362267691357</c:v>
                </c:pt>
                <c:pt idx="50">
                  <c:v>2.1890887645400143</c:v>
                </c:pt>
                <c:pt idx="51">
                  <c:v>2.1175345629823359</c:v>
                </c:pt>
                <c:pt idx="52">
                  <c:v>2.0806467401656126</c:v>
                </c:pt>
                <c:pt idx="53">
                  <c:v>2.0674105818617052</c:v>
                </c:pt>
                <c:pt idx="54">
                  <c:v>2.0595232123174938</c:v>
                </c:pt>
                <c:pt idx="55">
                  <c:v>2.0564407136697764</c:v>
                </c:pt>
                <c:pt idx="56">
                  <c:v>2.0552374931074149</c:v>
                </c:pt>
                <c:pt idx="57">
                  <c:v>2.0563716734239117</c:v>
                </c:pt>
                <c:pt idx="58">
                  <c:v>2.0584793265454611</c:v>
                </c:pt>
                <c:pt idx="59">
                  <c:v>2.0591014856991134</c:v>
                </c:pt>
                <c:pt idx="60">
                  <c:v>2.0664180968692074</c:v>
                </c:pt>
                <c:pt idx="61">
                  <c:v>2.075874917529966</c:v>
                </c:pt>
                <c:pt idx="62">
                  <c:v>2.082066446474065</c:v>
                </c:pt>
                <c:pt idx="63">
                  <c:v>2.0926230836660706</c:v>
                </c:pt>
                <c:pt idx="64">
                  <c:v>2.1263416289819133</c:v>
                </c:pt>
                <c:pt idx="65">
                  <c:v>2.1540241288986346</c:v>
                </c:pt>
                <c:pt idx="66">
                  <c:v>2.1710346601709909</c:v>
                </c:pt>
                <c:pt idx="67">
                  <c:v>2.190310623604629</c:v>
                </c:pt>
                <c:pt idx="68">
                  <c:v>2.189676380692049</c:v>
                </c:pt>
                <c:pt idx="69">
                  <c:v>2.1808212160698424</c:v>
                </c:pt>
                <c:pt idx="70">
                  <c:v>2.1628825117892343</c:v>
                </c:pt>
                <c:pt idx="71">
                  <c:v>2.135561762017502</c:v>
                </c:pt>
                <c:pt idx="72">
                  <c:v>2.1116616654877531</c:v>
                </c:pt>
                <c:pt idx="73">
                  <c:v>2.0947237130312475</c:v>
                </c:pt>
                <c:pt idx="74">
                  <c:v>2.0766380970864029</c:v>
                </c:pt>
                <c:pt idx="75">
                  <c:v>2.0683109725198316</c:v>
                </c:pt>
                <c:pt idx="76">
                  <c:v>2.0637546022763256</c:v>
                </c:pt>
                <c:pt idx="77">
                  <c:v>2.0591981939016772</c:v>
                </c:pt>
                <c:pt idx="78">
                  <c:v>2.0578454306262746</c:v>
                </c:pt>
                <c:pt idx="79">
                  <c:v>2.0537278316216621</c:v>
                </c:pt>
                <c:pt idx="80">
                  <c:v>2.0442371161887016</c:v>
                </c:pt>
                <c:pt idx="81">
                  <c:v>2.0427423487270482</c:v>
                </c:pt>
                <c:pt idx="82">
                  <c:v>2.0398075968155798</c:v>
                </c:pt>
                <c:pt idx="83">
                  <c:v>2.0356921827254091</c:v>
                </c:pt>
                <c:pt idx="84">
                  <c:v>2.0361064356399399</c:v>
                </c:pt>
                <c:pt idx="85">
                  <c:v>2.0371320299031126</c:v>
                </c:pt>
                <c:pt idx="86">
                  <c:v>2.0385667484422054</c:v>
                </c:pt>
                <c:pt idx="87">
                  <c:v>2.040132485585513</c:v>
                </c:pt>
                <c:pt idx="88">
                  <c:v>2.0343641055513939</c:v>
                </c:pt>
                <c:pt idx="89">
                  <c:v>2.0303887719313551</c:v>
                </c:pt>
                <c:pt idx="90">
                  <c:v>2.0333678646414008</c:v>
                </c:pt>
                <c:pt idx="91">
                  <c:v>2.0247742796539181</c:v>
                </c:pt>
                <c:pt idx="92">
                  <c:v>2.0193944902757046</c:v>
                </c:pt>
                <c:pt idx="93">
                  <c:v>2.015104038037614</c:v>
                </c:pt>
                <c:pt idx="94">
                  <c:v>2.014392704441796</c:v>
                </c:pt>
                <c:pt idx="95">
                  <c:v>2.0118893358604417</c:v>
                </c:pt>
                <c:pt idx="96">
                  <c:v>2.0091773813523583</c:v>
                </c:pt>
                <c:pt idx="97">
                  <c:v>2.0098625426855259</c:v>
                </c:pt>
                <c:pt idx="98">
                  <c:v>2.0113184240084774</c:v>
                </c:pt>
                <c:pt idx="99">
                  <c:v>2.0139067583071895</c:v>
                </c:pt>
                <c:pt idx="100">
                  <c:v>2.0172290455952062</c:v>
                </c:pt>
                <c:pt idx="101">
                  <c:v>2.0123434129397695</c:v>
                </c:pt>
                <c:pt idx="102">
                  <c:v>2.0105774005521511</c:v>
                </c:pt>
                <c:pt idx="103">
                  <c:v>2.0147535365795401</c:v>
                </c:pt>
                <c:pt idx="104">
                  <c:v>2.0248601071350869</c:v>
                </c:pt>
                <c:pt idx="105">
                  <c:v>2.0314254566372041</c:v>
                </c:pt>
                <c:pt idx="106">
                  <c:v>2.0368596362764921</c:v>
                </c:pt>
                <c:pt idx="107">
                  <c:v>2.0475452978139814</c:v>
                </c:pt>
                <c:pt idx="108">
                  <c:v>2.0764963178738904</c:v>
                </c:pt>
                <c:pt idx="109">
                  <c:v>2.103881105085645</c:v>
                </c:pt>
                <c:pt idx="110">
                  <c:v>2.1167067587662882</c:v>
                </c:pt>
                <c:pt idx="111">
                  <c:v>2.1021729976971231</c:v>
                </c:pt>
                <c:pt idx="112">
                  <c:v>2.0765388569760037</c:v>
                </c:pt>
                <c:pt idx="113">
                  <c:v>2.0524768098595785</c:v>
                </c:pt>
                <c:pt idx="114">
                  <c:v>2.0347399260878145</c:v>
                </c:pt>
                <c:pt idx="115">
                  <c:v>2.0366164892358531</c:v>
                </c:pt>
                <c:pt idx="116">
                  <c:v>2.0462164923351525</c:v>
                </c:pt>
                <c:pt idx="117">
                  <c:v>2.044233913172766</c:v>
                </c:pt>
                <c:pt idx="118">
                  <c:v>2.0421935119465173</c:v>
                </c:pt>
                <c:pt idx="119">
                  <c:v>2.0478431363517173</c:v>
                </c:pt>
                <c:pt idx="120">
                  <c:v>2.0562559987912734</c:v>
                </c:pt>
                <c:pt idx="121">
                  <c:v>2.0751023348338906</c:v>
                </c:pt>
                <c:pt idx="122">
                  <c:v>2.0957917663211356</c:v>
                </c:pt>
                <c:pt idx="123">
                  <c:v>2.1021919946321113</c:v>
                </c:pt>
                <c:pt idx="124">
                  <c:v>2.1139670438334863</c:v>
                </c:pt>
                <c:pt idx="125">
                  <c:v>2.0939650482020342</c:v>
                </c:pt>
                <c:pt idx="126">
                  <c:v>2.0650106764147353</c:v>
                </c:pt>
                <c:pt idx="127">
                  <c:v>2.0641709981610417</c:v>
                </c:pt>
                <c:pt idx="128">
                  <c:v>2.0656328012503602</c:v>
                </c:pt>
                <c:pt idx="129">
                  <c:v>2.0567300108316848</c:v>
                </c:pt>
                <c:pt idx="130">
                  <c:v>2.0639385202139588</c:v>
                </c:pt>
                <c:pt idx="131">
                  <c:v>2.0612148432395192</c:v>
                </c:pt>
                <c:pt idx="132">
                  <c:v>2.0548544962900532</c:v>
                </c:pt>
                <c:pt idx="133">
                  <c:v>2.0529338687942178</c:v>
                </c:pt>
                <c:pt idx="134">
                  <c:v>2.0436291990166193</c:v>
                </c:pt>
                <c:pt idx="135">
                  <c:v>2.0262524676949916</c:v>
                </c:pt>
                <c:pt idx="136">
                  <c:v>2.0217648002367423</c:v>
                </c:pt>
                <c:pt idx="137">
                  <c:v>2.0209729937253833</c:v>
                </c:pt>
                <c:pt idx="138">
                  <c:v>2.0236516015964319</c:v>
                </c:pt>
                <c:pt idx="139">
                  <c:v>2.0276698174988632</c:v>
                </c:pt>
                <c:pt idx="140">
                  <c:v>2.0313430037621099</c:v>
                </c:pt>
                <c:pt idx="141">
                  <c:v>2.0347137719374562</c:v>
                </c:pt>
                <c:pt idx="142">
                  <c:v>2.0259679540848583</c:v>
                </c:pt>
                <c:pt idx="143">
                  <c:v>2.0257701831033037</c:v>
                </c:pt>
                <c:pt idx="144">
                  <c:v>2.0205909196816605</c:v>
                </c:pt>
                <c:pt idx="145">
                  <c:v>2.0137280748220863</c:v>
                </c:pt>
                <c:pt idx="146">
                  <c:v>2.0199894180742346</c:v>
                </c:pt>
                <c:pt idx="147">
                  <c:v>2.0146191519487577</c:v>
                </c:pt>
                <c:pt idx="148">
                  <c:v>2.0155144559125295</c:v>
                </c:pt>
                <c:pt idx="149">
                  <c:v>2.0159939397718305</c:v>
                </c:pt>
                <c:pt idx="150">
                  <c:v>2.0148942357274526</c:v>
                </c:pt>
                <c:pt idx="151">
                  <c:v>2.0222051176934479</c:v>
                </c:pt>
                <c:pt idx="152">
                  <c:v>2.0079593706732592</c:v>
                </c:pt>
                <c:pt idx="153">
                  <c:v>2.0055741819405788</c:v>
                </c:pt>
                <c:pt idx="154">
                  <c:v>2.0197205534848144</c:v>
                </c:pt>
                <c:pt idx="155">
                  <c:v>2.0159053887738381</c:v>
                </c:pt>
                <c:pt idx="156">
                  <c:v>2.0145060225698534</c:v>
                </c:pt>
                <c:pt idx="157">
                  <c:v>2.0206736833255627</c:v>
                </c:pt>
                <c:pt idx="158">
                  <c:v>2.0212624415053027</c:v>
                </c:pt>
                <c:pt idx="159">
                  <c:v>2.0217843367273916</c:v>
                </c:pt>
                <c:pt idx="160">
                  <c:v>2.016746728592048</c:v>
                </c:pt>
                <c:pt idx="161">
                  <c:v>2.0161579437205086</c:v>
                </c:pt>
                <c:pt idx="162">
                  <c:v>2.0229056630358904</c:v>
                </c:pt>
                <c:pt idx="163">
                  <c:v>2.0279029818065033</c:v>
                </c:pt>
                <c:pt idx="164">
                  <c:v>2.0343798575261904</c:v>
                </c:pt>
                <c:pt idx="165">
                  <c:v>2.0299069525396014</c:v>
                </c:pt>
                <c:pt idx="166">
                  <c:v>2.0334319058945378</c:v>
                </c:pt>
                <c:pt idx="167">
                  <c:v>2.0303795155966133</c:v>
                </c:pt>
                <c:pt idx="168">
                  <c:v>2.0356980930524329</c:v>
                </c:pt>
                <c:pt idx="169">
                  <c:v>2.035447716347254</c:v>
                </c:pt>
                <c:pt idx="170">
                  <c:v>2.0341014773102621</c:v>
                </c:pt>
                <c:pt idx="171">
                  <c:v>2.0409816584935867</c:v>
                </c:pt>
                <c:pt idx="172">
                  <c:v>2.0405344450198348</c:v>
                </c:pt>
                <c:pt idx="173">
                  <c:v>2.0329878916236068</c:v>
                </c:pt>
                <c:pt idx="174">
                  <c:v>2.0374645067703216</c:v>
                </c:pt>
                <c:pt idx="175">
                  <c:v>2.0465478214549844</c:v>
                </c:pt>
                <c:pt idx="176">
                  <c:v>2.0450451684731474</c:v>
                </c:pt>
                <c:pt idx="177">
                  <c:v>2.0410556862928368</c:v>
                </c:pt>
                <c:pt idx="178">
                  <c:v>2.0534893098885583</c:v>
                </c:pt>
                <c:pt idx="179">
                  <c:v>2.0551102151682388</c:v>
                </c:pt>
                <c:pt idx="180">
                  <c:v>2.0556844968598851</c:v>
                </c:pt>
                <c:pt idx="181">
                  <c:v>2.0623762301258961</c:v>
                </c:pt>
                <c:pt idx="182">
                  <c:v>2.0579596067050288</c:v>
                </c:pt>
                <c:pt idx="183">
                  <c:v>2.0681933074415761</c:v>
                </c:pt>
                <c:pt idx="184">
                  <c:v>2.0796431666369952</c:v>
                </c:pt>
                <c:pt idx="185">
                  <c:v>2.0887873195588598</c:v>
                </c:pt>
                <c:pt idx="186">
                  <c:v>2.0924171526201096</c:v>
                </c:pt>
                <c:pt idx="187">
                  <c:v>2.0940451236004192</c:v>
                </c:pt>
                <c:pt idx="188">
                  <c:v>2.1028042282494779</c:v>
                </c:pt>
                <c:pt idx="189">
                  <c:v>2.1025119454191441</c:v>
                </c:pt>
                <c:pt idx="190">
                  <c:v>2.1031748858292594</c:v>
                </c:pt>
                <c:pt idx="191">
                  <c:v>2.1064188088538924</c:v>
                </c:pt>
                <c:pt idx="192">
                  <c:v>2.0974625433215528</c:v>
                </c:pt>
                <c:pt idx="193">
                  <c:v>2.1040687103047184</c:v>
                </c:pt>
                <c:pt idx="194">
                  <c:v>2.1012981701566527</c:v>
                </c:pt>
                <c:pt idx="195">
                  <c:v>2.1051862730694935</c:v>
                </c:pt>
                <c:pt idx="196">
                  <c:v>2.1297899578068233</c:v>
                </c:pt>
                <c:pt idx="197">
                  <c:v>2.1259547961716576</c:v>
                </c:pt>
                <c:pt idx="198">
                  <c:v>2.1125578312153364</c:v>
                </c:pt>
                <c:pt idx="199">
                  <c:v>2.1096179125341155</c:v>
                </c:pt>
                <c:pt idx="200">
                  <c:v>2.101744540932164</c:v>
                </c:pt>
                <c:pt idx="201">
                  <c:v>2.0932310923528936</c:v>
                </c:pt>
                <c:pt idx="202">
                  <c:v>2.0978211667128916</c:v>
                </c:pt>
                <c:pt idx="203">
                  <c:v>2.1025320557834819</c:v>
                </c:pt>
                <c:pt idx="204">
                  <c:v>2.1036409246478605</c:v>
                </c:pt>
                <c:pt idx="205">
                  <c:v>2.1141624964416015</c:v>
                </c:pt>
                <c:pt idx="206">
                  <c:v>2.114796960514806</c:v>
                </c:pt>
                <c:pt idx="207">
                  <c:v>2.1197745769243022</c:v>
                </c:pt>
                <c:pt idx="208">
                  <c:v>2.1273975413161601</c:v>
                </c:pt>
                <c:pt idx="209">
                  <c:v>2.1260732086202982</c:v>
                </c:pt>
                <c:pt idx="210">
                  <c:v>2.1215804373086806</c:v>
                </c:pt>
                <c:pt idx="211">
                  <c:v>2.130571997026137</c:v>
                </c:pt>
                <c:pt idx="212">
                  <c:v>2.1381422336747158</c:v>
                </c:pt>
                <c:pt idx="213">
                  <c:v>2.1304198537692054</c:v>
                </c:pt>
                <c:pt idx="214">
                  <c:v>2.1434353852849908</c:v>
                </c:pt>
                <c:pt idx="215">
                  <c:v>2.1630715812441634</c:v>
                </c:pt>
                <c:pt idx="216">
                  <c:v>2.1515408458963754</c:v>
                </c:pt>
                <c:pt idx="217">
                  <c:v>2.1689134094841727</c:v>
                </c:pt>
                <c:pt idx="218">
                  <c:v>2.185613385482907</c:v>
                </c:pt>
                <c:pt idx="219">
                  <c:v>2.1561463862476038</c:v>
                </c:pt>
                <c:pt idx="220">
                  <c:v>2.1435264424522971</c:v>
                </c:pt>
                <c:pt idx="221">
                  <c:v>2.1318463855520919</c:v>
                </c:pt>
                <c:pt idx="222">
                  <c:v>2.1268298753776662</c:v>
                </c:pt>
                <c:pt idx="223">
                  <c:v>2.1201129603054198</c:v>
                </c:pt>
                <c:pt idx="224">
                  <c:v>2.0973753755307398</c:v>
                </c:pt>
                <c:pt idx="225">
                  <c:v>2.0886804150889016</c:v>
                </c:pt>
                <c:pt idx="226">
                  <c:v>2.0791866758563735</c:v>
                </c:pt>
                <c:pt idx="227">
                  <c:v>2.0571710241817334</c:v>
                </c:pt>
                <c:pt idx="228">
                  <c:v>2.0462173350333925</c:v>
                </c:pt>
                <c:pt idx="229">
                  <c:v>2.0342359048385794</c:v>
                </c:pt>
                <c:pt idx="230">
                  <c:v>2.0236382118458875</c:v>
                </c:pt>
                <c:pt idx="231">
                  <c:v>2.0182615149032976</c:v>
                </c:pt>
                <c:pt idx="232">
                  <c:v>2.0187184441920536</c:v>
                </c:pt>
                <c:pt idx="233">
                  <c:v>2.0180510443448711</c:v>
                </c:pt>
                <c:pt idx="234">
                  <c:v>2.0167645892190023</c:v>
                </c:pt>
                <c:pt idx="235">
                  <c:v>2.011448244341552</c:v>
                </c:pt>
                <c:pt idx="236">
                  <c:v>2.0140076761878398</c:v>
                </c:pt>
                <c:pt idx="237">
                  <c:v>2.0138999242532489</c:v>
                </c:pt>
                <c:pt idx="238">
                  <c:v>2.0119506698024905</c:v>
                </c:pt>
                <c:pt idx="239">
                  <c:v>2.0160768368747299</c:v>
                </c:pt>
                <c:pt idx="240">
                  <c:v>2.0223855466315803</c:v>
                </c:pt>
                <c:pt idx="241">
                  <c:v>2.0186749708769587</c:v>
                </c:pt>
                <c:pt idx="242">
                  <c:v>2.0104266424089561</c:v>
                </c:pt>
                <c:pt idx="243">
                  <c:v>2.014316554644489</c:v>
                </c:pt>
                <c:pt idx="244">
                  <c:v>2.0290940423476531</c:v>
                </c:pt>
                <c:pt idx="245">
                  <c:v>2.0261808478773644</c:v>
                </c:pt>
                <c:pt idx="246">
                  <c:v>2.0178590235395437</c:v>
                </c:pt>
                <c:pt idx="247">
                  <c:v>2.0404784189327647</c:v>
                </c:pt>
                <c:pt idx="248">
                  <c:v>2.0606427312098576</c:v>
                </c:pt>
                <c:pt idx="249">
                  <c:v>2.0845178823464523</c:v>
                </c:pt>
                <c:pt idx="250">
                  <c:v>2.1119925980437078</c:v>
                </c:pt>
                <c:pt idx="251">
                  <c:v>2.1783964414920027</c:v>
                </c:pt>
                <c:pt idx="252">
                  <c:v>2.2674234915411704</c:v>
                </c:pt>
                <c:pt idx="253">
                  <c:v>2.3475375091468984</c:v>
                </c:pt>
                <c:pt idx="254">
                  <c:v>2.4340636291012481</c:v>
                </c:pt>
                <c:pt idx="255">
                  <c:v>2.5584216684455097</c:v>
                </c:pt>
                <c:pt idx="256">
                  <c:v>2.7001863606185932</c:v>
                </c:pt>
                <c:pt idx="257">
                  <c:v>2.8045324444770907</c:v>
                </c:pt>
                <c:pt idx="258">
                  <c:v>2.9043752099500693</c:v>
                </c:pt>
                <c:pt idx="259">
                  <c:v>3</c:v>
                </c:pt>
                <c:pt idx="260">
                  <c:v>2.7883503809026573</c:v>
                </c:pt>
                <c:pt idx="261">
                  <c:v>2.4706918245977225</c:v>
                </c:pt>
                <c:pt idx="262">
                  <c:v>2.2063972220517338</c:v>
                </c:pt>
                <c:pt idx="263">
                  <c:v>2.1206703232093216</c:v>
                </c:pt>
                <c:pt idx="264">
                  <c:v>2.0828789067185363</c:v>
                </c:pt>
                <c:pt idx="265">
                  <c:v>2.0592409236595013</c:v>
                </c:pt>
                <c:pt idx="266">
                  <c:v>2.05494453916898</c:v>
                </c:pt>
                <c:pt idx="267">
                  <c:v>2.0540452314352891</c:v>
                </c:pt>
                <c:pt idx="268">
                  <c:v>2.0436829257958213</c:v>
                </c:pt>
                <c:pt idx="269">
                  <c:v>2.0370612813820825</c:v>
                </c:pt>
                <c:pt idx="270">
                  <c:v>2.0538964742237749</c:v>
                </c:pt>
                <c:pt idx="271">
                  <c:v>2.0668323383443958</c:v>
                </c:pt>
                <c:pt idx="272">
                  <c:v>2.0739522538311426</c:v>
                </c:pt>
                <c:pt idx="273">
                  <c:v>2.0734409228419692</c:v>
                </c:pt>
                <c:pt idx="274">
                  <c:v>2.0974496244906136</c:v>
                </c:pt>
                <c:pt idx="275">
                  <c:v>2.1592519084789137</c:v>
                </c:pt>
                <c:pt idx="276">
                  <c:v>2.2369750577183471</c:v>
                </c:pt>
                <c:pt idx="277">
                  <c:v>2.4253878791287939</c:v>
                </c:pt>
                <c:pt idx="278">
                  <c:v>3.0002459306140095</c:v>
                </c:pt>
                <c:pt idx="279">
                  <c:v>3.1514920380345046</c:v>
                </c:pt>
                <c:pt idx="280">
                  <c:v>2.9538893215841417</c:v>
                </c:pt>
                <c:pt idx="281">
                  <c:v>2.5214096296203201</c:v>
                </c:pt>
                <c:pt idx="282">
                  <c:v>2.2472465654822749</c:v>
                </c:pt>
                <c:pt idx="283">
                  <c:v>2.1208060395702422</c:v>
                </c:pt>
                <c:pt idx="284">
                  <c:v>2.0540398511311406</c:v>
                </c:pt>
                <c:pt idx="285">
                  <c:v>2.0260335625279349</c:v>
                </c:pt>
                <c:pt idx="286">
                  <c:v>2.000707003625894</c:v>
                </c:pt>
                <c:pt idx="287">
                  <c:v>1.9949188570630956</c:v>
                </c:pt>
                <c:pt idx="288">
                  <c:v>2.0201515345313794</c:v>
                </c:pt>
                <c:pt idx="289">
                  <c:v>2.0300342914886045</c:v>
                </c:pt>
                <c:pt idx="290">
                  <c:v>2.0207429904894219</c:v>
                </c:pt>
                <c:pt idx="291">
                  <c:v>2.0213302615546205</c:v>
                </c:pt>
                <c:pt idx="292">
                  <c:v>2.0204505722935338</c:v>
                </c:pt>
                <c:pt idx="293">
                  <c:v>1.9989156300369333</c:v>
                </c:pt>
                <c:pt idx="294">
                  <c:v>2.0002496326712689</c:v>
                </c:pt>
                <c:pt idx="295">
                  <c:v>1.9961805498252922</c:v>
                </c:pt>
                <c:pt idx="296">
                  <c:v>2.0035586329245056</c:v>
                </c:pt>
                <c:pt idx="297">
                  <c:v>2.0015970138551258</c:v>
                </c:pt>
                <c:pt idx="298">
                  <c:v>1.9988501500481413</c:v>
                </c:pt>
                <c:pt idx="299">
                  <c:v>2.0076933287416319</c:v>
                </c:pt>
                <c:pt idx="300">
                  <c:v>2.016313513060557</c:v>
                </c:pt>
                <c:pt idx="301">
                  <c:v>1.9986233318349829</c:v>
                </c:pt>
                <c:pt idx="302">
                  <c:v>2.0061791973327479</c:v>
                </c:pt>
                <c:pt idx="303">
                  <c:v>2.0054552065809532</c:v>
                </c:pt>
                <c:pt idx="304">
                  <c:v>2.0008377506053012</c:v>
                </c:pt>
                <c:pt idx="305">
                  <c:v>2.0186716744397253</c:v>
                </c:pt>
                <c:pt idx="306">
                  <c:v>2.0214529141862614</c:v>
                </c:pt>
                <c:pt idx="307">
                  <c:v>2.0164212240041701</c:v>
                </c:pt>
                <c:pt idx="308">
                  <c:v>2.0190112093813348</c:v>
                </c:pt>
                <c:pt idx="309">
                  <c:v>2.0214831998458647</c:v>
                </c:pt>
                <c:pt idx="310">
                  <c:v>2.00992608537398</c:v>
                </c:pt>
                <c:pt idx="311">
                  <c:v>2.0060023293666474</c:v>
                </c:pt>
                <c:pt idx="312">
                  <c:v>1.999316619510328</c:v>
                </c:pt>
                <c:pt idx="313">
                  <c:v>2.0100541869458248</c:v>
                </c:pt>
                <c:pt idx="314">
                  <c:v>2.0174031314178524</c:v>
                </c:pt>
                <c:pt idx="315">
                  <c:v>2.0121886167086274</c:v>
                </c:pt>
                <c:pt idx="316">
                  <c:v>2.0078479328871461</c:v>
                </c:pt>
                <c:pt idx="317">
                  <c:v>2.0121618353009816</c:v>
                </c:pt>
                <c:pt idx="318">
                  <c:v>2.0175141959954126</c:v>
                </c:pt>
                <c:pt idx="319">
                  <c:v>2.0248328204898089</c:v>
                </c:pt>
                <c:pt idx="320">
                  <c:v>2.0344706554017309</c:v>
                </c:pt>
                <c:pt idx="321">
                  <c:v>2.0512602395843715</c:v>
                </c:pt>
                <c:pt idx="322">
                  <c:v>2.0991370190427534</c:v>
                </c:pt>
                <c:pt idx="323">
                  <c:v>2.1421218437023395</c:v>
                </c:pt>
                <c:pt idx="324">
                  <c:v>2.1571400380530492</c:v>
                </c:pt>
                <c:pt idx="325">
                  <c:v>2.1342721820445392</c:v>
                </c:pt>
                <c:pt idx="326">
                  <c:v>2.0965472815180126</c:v>
                </c:pt>
                <c:pt idx="327">
                  <c:v>2.0946095712705213</c:v>
                </c:pt>
                <c:pt idx="328">
                  <c:v>2.1164041652751342</c:v>
                </c:pt>
                <c:pt idx="329">
                  <c:v>2.1500780895285048</c:v>
                </c:pt>
                <c:pt idx="330">
                  <c:v>2.2456559630212114</c:v>
                </c:pt>
                <c:pt idx="331">
                  <c:v>2.3432225891082079</c:v>
                </c:pt>
                <c:pt idx="332">
                  <c:v>2.3537432152496258</c:v>
                </c:pt>
                <c:pt idx="333">
                  <c:v>2.3690389585573666</c:v>
                </c:pt>
                <c:pt idx="334">
                  <c:v>2.3480456599988209</c:v>
                </c:pt>
                <c:pt idx="335">
                  <c:v>2.2883643216482024</c:v>
                </c:pt>
                <c:pt idx="336">
                  <c:v>2.2019079511789599</c:v>
                </c:pt>
                <c:pt idx="337">
                  <c:v>2.1224495222991528</c:v>
                </c:pt>
                <c:pt idx="338">
                  <c:v>2.0723661355923886</c:v>
                </c:pt>
                <c:pt idx="339">
                  <c:v>2.0453261873641084</c:v>
                </c:pt>
                <c:pt idx="340">
                  <c:v>2.0276000279760562</c:v>
                </c:pt>
                <c:pt idx="341">
                  <c:v>2.0157253878577754</c:v>
                </c:pt>
                <c:pt idx="342">
                  <c:v>2.0124194655026644</c:v>
                </c:pt>
                <c:pt idx="343">
                  <c:v>2.009718502296288</c:v>
                </c:pt>
                <c:pt idx="344">
                  <c:v>2.0068122910680333</c:v>
                </c:pt>
                <c:pt idx="345">
                  <c:v>2.007823291113211</c:v>
                </c:pt>
                <c:pt idx="346">
                  <c:v>2.0056183373264775</c:v>
                </c:pt>
                <c:pt idx="347">
                  <c:v>2.0024322592443919</c:v>
                </c:pt>
                <c:pt idx="348">
                  <c:v>1.9990130906145944</c:v>
                </c:pt>
                <c:pt idx="349">
                  <c:v>1.9983070092261197</c:v>
                </c:pt>
                <c:pt idx="350">
                  <c:v>2.0083170369729317</c:v>
                </c:pt>
                <c:pt idx="351">
                  <c:v>2.0072975761039635</c:v>
                </c:pt>
                <c:pt idx="352">
                  <c:v>2.0034973945486314</c:v>
                </c:pt>
                <c:pt idx="353">
                  <c:v>2.0038591539880874</c:v>
                </c:pt>
                <c:pt idx="354">
                  <c:v>2.0040260909365508</c:v>
                </c:pt>
                <c:pt idx="355">
                  <c:v>2.0033466752515374</c:v>
                </c:pt>
                <c:pt idx="356">
                  <c:v>2.0025863278856795</c:v>
                </c:pt>
                <c:pt idx="357">
                  <c:v>2.0081160610688849</c:v>
                </c:pt>
                <c:pt idx="358">
                  <c:v>2.0059298415888986</c:v>
                </c:pt>
                <c:pt idx="359">
                  <c:v>2.0036502704001307</c:v>
                </c:pt>
                <c:pt idx="360">
                  <c:v>2.0121149034912995</c:v>
                </c:pt>
                <c:pt idx="361">
                  <c:v>2.009369240100332</c:v>
                </c:pt>
                <c:pt idx="362">
                  <c:v>2.0080083863498563</c:v>
                </c:pt>
                <c:pt idx="363">
                  <c:v>2.0155163624696337</c:v>
                </c:pt>
                <c:pt idx="364">
                  <c:v>2.0193271125476349</c:v>
                </c:pt>
                <c:pt idx="365">
                  <c:v>2.0220666082263699</c:v>
                </c:pt>
                <c:pt idx="366">
                  <c:v>2.012180380381936</c:v>
                </c:pt>
                <c:pt idx="367">
                  <c:v>2.0099724213845667</c:v>
                </c:pt>
                <c:pt idx="368">
                  <c:v>2.0184850358451039</c:v>
                </c:pt>
                <c:pt idx="369">
                  <c:v>2.013402519710445</c:v>
                </c:pt>
                <c:pt idx="370">
                  <c:v>2.0092871675833801</c:v>
                </c:pt>
                <c:pt idx="371">
                  <c:v>2.0131982254437579</c:v>
                </c:pt>
                <c:pt idx="372">
                  <c:v>2.0141451723198167</c:v>
                </c:pt>
                <c:pt idx="373">
                  <c:v>2.0158147767876153</c:v>
                </c:pt>
                <c:pt idx="374">
                  <c:v>2.0139195084078252</c:v>
                </c:pt>
                <c:pt idx="375">
                  <c:v>2.007174658937525</c:v>
                </c:pt>
                <c:pt idx="376">
                  <c:v>2.0106958025147272</c:v>
                </c:pt>
                <c:pt idx="377">
                  <c:v>2.0160506903506001</c:v>
                </c:pt>
                <c:pt idx="378">
                  <c:v>2.013607560394238</c:v>
                </c:pt>
                <c:pt idx="379">
                  <c:v>2.0103989820784851</c:v>
                </c:pt>
                <c:pt idx="380">
                  <c:v>2.0018094518613245</c:v>
                </c:pt>
                <c:pt idx="381">
                  <c:v>1.9992943493146911</c:v>
                </c:pt>
                <c:pt idx="382">
                  <c:v>2.0079200078952817</c:v>
                </c:pt>
                <c:pt idx="383">
                  <c:v>2.0051103480552692</c:v>
                </c:pt>
                <c:pt idx="384">
                  <c:v>2.0041562020195838</c:v>
                </c:pt>
                <c:pt idx="385">
                  <c:v>2.0013540813021611</c:v>
                </c:pt>
                <c:pt idx="386">
                  <c:v>2.0048735422235593</c:v>
                </c:pt>
                <c:pt idx="387">
                  <c:v>2.0025189906719483</c:v>
                </c:pt>
                <c:pt idx="388">
                  <c:v>2.0021284639073031</c:v>
                </c:pt>
                <c:pt idx="389">
                  <c:v>2.0001945793304867</c:v>
                </c:pt>
                <c:pt idx="390">
                  <c:v>1.9968070604572157</c:v>
                </c:pt>
                <c:pt idx="391">
                  <c:v>1.9991129855677783</c:v>
                </c:pt>
                <c:pt idx="392">
                  <c:v>1.9984439077716041</c:v>
                </c:pt>
                <c:pt idx="393">
                  <c:v>2.0029237865866021</c:v>
                </c:pt>
                <c:pt idx="394">
                  <c:v>2.0015490737150552</c:v>
                </c:pt>
                <c:pt idx="395">
                  <c:v>2.0041430091210608</c:v>
                </c:pt>
                <c:pt idx="396">
                  <c:v>2.0104410388216514</c:v>
                </c:pt>
                <c:pt idx="397">
                  <c:v>2.0095045837293379</c:v>
                </c:pt>
                <c:pt idx="398">
                  <c:v>2.0047176006282363</c:v>
                </c:pt>
                <c:pt idx="399">
                  <c:v>2.0014519529811978</c:v>
                </c:pt>
                <c:pt idx="400">
                  <c:v>2.0058677407342547</c:v>
                </c:pt>
                <c:pt idx="401">
                  <c:v>2.0063958222575078</c:v>
                </c:pt>
                <c:pt idx="402">
                  <c:v>2.0102870929149774</c:v>
                </c:pt>
                <c:pt idx="403">
                  <c:v>2.0055855197590393</c:v>
                </c:pt>
                <c:pt idx="404">
                  <c:v>2.0069500565012013</c:v>
                </c:pt>
                <c:pt idx="405">
                  <c:v>2.0073260371884181</c:v>
                </c:pt>
                <c:pt idx="406">
                  <c:v>2.0076432225143712</c:v>
                </c:pt>
                <c:pt idx="407">
                  <c:v>2.0124633496808149</c:v>
                </c:pt>
                <c:pt idx="408">
                  <c:v>2.0043006485054851</c:v>
                </c:pt>
                <c:pt idx="409">
                  <c:v>2.0112098103100751</c:v>
                </c:pt>
                <c:pt idx="410">
                  <c:v>2.0121054727065828</c:v>
                </c:pt>
                <c:pt idx="411">
                  <c:v>1.998489715070074</c:v>
                </c:pt>
                <c:pt idx="412">
                  <c:v>1.9985304983522543</c:v>
                </c:pt>
                <c:pt idx="413">
                  <c:v>2.009977683482175</c:v>
                </c:pt>
                <c:pt idx="414">
                  <c:v>2.0129952409818017</c:v>
                </c:pt>
                <c:pt idx="415">
                  <c:v>2.0052333381475171</c:v>
                </c:pt>
                <c:pt idx="416">
                  <c:v>2.0024300109369269</c:v>
                </c:pt>
                <c:pt idx="417">
                  <c:v>1.9973669054601477</c:v>
                </c:pt>
                <c:pt idx="418">
                  <c:v>2.0033672155445017</c:v>
                </c:pt>
                <c:pt idx="419">
                  <c:v>2.0028442040332286</c:v>
                </c:pt>
                <c:pt idx="420">
                  <c:v>2.0014795472971287</c:v>
                </c:pt>
                <c:pt idx="421">
                  <c:v>2.0081644990586796</c:v>
                </c:pt>
                <c:pt idx="422">
                  <c:v>2.011434828852487</c:v>
                </c:pt>
                <c:pt idx="423">
                  <c:v>2.0118085273908499</c:v>
                </c:pt>
                <c:pt idx="424">
                  <c:v>2.0090970876531848</c:v>
                </c:pt>
                <c:pt idx="425">
                  <c:v>1.9957017651958091</c:v>
                </c:pt>
                <c:pt idx="426">
                  <c:v>2.0025138799073101</c:v>
                </c:pt>
                <c:pt idx="427">
                  <c:v>2.0014509707468098</c:v>
                </c:pt>
                <c:pt idx="428">
                  <c:v>1.9994682234499188</c:v>
                </c:pt>
                <c:pt idx="429">
                  <c:v>2.0043404154735684</c:v>
                </c:pt>
                <c:pt idx="430">
                  <c:v>2.0111845846530265</c:v>
                </c:pt>
                <c:pt idx="431">
                  <c:v>2.0239576154510317</c:v>
                </c:pt>
                <c:pt idx="432">
                  <c:v>1.997872283463082</c:v>
                </c:pt>
                <c:pt idx="433">
                  <c:v>1.9984061712868366</c:v>
                </c:pt>
                <c:pt idx="434">
                  <c:v>1.9994621101937233</c:v>
                </c:pt>
                <c:pt idx="435">
                  <c:v>2.0025382893195984</c:v>
                </c:pt>
                <c:pt idx="436">
                  <c:v>2.0371654861671806</c:v>
                </c:pt>
                <c:pt idx="437">
                  <c:v>1.9893328301598665</c:v>
                </c:pt>
                <c:pt idx="438">
                  <c:v>2.0598644631604968</c:v>
                </c:pt>
                <c:pt idx="439">
                  <c:v>2.020279031724622</c:v>
                </c:pt>
                <c:pt idx="440">
                  <c:v>2.0078429396140898</c:v>
                </c:pt>
                <c:pt idx="441">
                  <c:v>2.0224714885061754</c:v>
                </c:pt>
                <c:pt idx="442">
                  <c:v>2.0252177753413165</c:v>
                </c:pt>
                <c:pt idx="443">
                  <c:v>2.0061909588835252</c:v>
                </c:pt>
                <c:pt idx="444">
                  <c:v>1.9951466877772364</c:v>
                </c:pt>
                <c:pt idx="445">
                  <c:v>2.0094536634021933</c:v>
                </c:pt>
                <c:pt idx="446">
                  <c:v>2.0282452107133011</c:v>
                </c:pt>
                <c:pt idx="447">
                  <c:v>2.0088469244824019</c:v>
                </c:pt>
                <c:pt idx="448">
                  <c:v>2.0087383155503922</c:v>
                </c:pt>
                <c:pt idx="449">
                  <c:v>2.0172094061504739</c:v>
                </c:pt>
                <c:pt idx="450">
                  <c:v>2.0084445532317456</c:v>
                </c:pt>
                <c:pt idx="451">
                  <c:v>2.0102244177100057</c:v>
                </c:pt>
                <c:pt idx="452">
                  <c:v>1.9878332400620178</c:v>
                </c:pt>
                <c:pt idx="453">
                  <c:v>1.9934727921260351</c:v>
                </c:pt>
                <c:pt idx="454">
                  <c:v>2.0145814383426752</c:v>
                </c:pt>
                <c:pt idx="455">
                  <c:v>2.0138789168537938</c:v>
                </c:pt>
                <c:pt idx="456">
                  <c:v>2.0015404869393363</c:v>
                </c:pt>
                <c:pt idx="457">
                  <c:v>1.9998781530823708</c:v>
                </c:pt>
                <c:pt idx="458">
                  <c:v>2.0086683744562959</c:v>
                </c:pt>
                <c:pt idx="459">
                  <c:v>1.9971730117007851</c:v>
                </c:pt>
                <c:pt idx="460">
                  <c:v>1.9956449812522901</c:v>
                </c:pt>
                <c:pt idx="461">
                  <c:v>1.9941357573213929</c:v>
                </c:pt>
                <c:pt idx="462">
                  <c:v>1.9939134217814662</c:v>
                </c:pt>
                <c:pt idx="463">
                  <c:v>1.9986241361637613</c:v>
                </c:pt>
                <c:pt idx="464">
                  <c:v>1.9922775872063796</c:v>
                </c:pt>
                <c:pt idx="465">
                  <c:v>1.9956542933538273</c:v>
                </c:pt>
                <c:pt idx="466">
                  <c:v>2.0031926282973371</c:v>
                </c:pt>
                <c:pt idx="467">
                  <c:v>2.0112560090485503</c:v>
                </c:pt>
                <c:pt idx="468">
                  <c:v>2.0155815200119553</c:v>
                </c:pt>
                <c:pt idx="469">
                  <c:v>2.004511002287289</c:v>
                </c:pt>
                <c:pt idx="470">
                  <c:v>2.0005637866310058</c:v>
                </c:pt>
                <c:pt idx="471">
                  <c:v>2.0076310377079167</c:v>
                </c:pt>
                <c:pt idx="472">
                  <c:v>2.0059496411844275</c:v>
                </c:pt>
                <c:pt idx="473">
                  <c:v>1.9993249699325459</c:v>
                </c:pt>
                <c:pt idx="474">
                  <c:v>2.0036235550070245</c:v>
                </c:pt>
                <c:pt idx="475">
                  <c:v>1.9904866251358537</c:v>
                </c:pt>
                <c:pt idx="476">
                  <c:v>1.9999629695371601</c:v>
                </c:pt>
                <c:pt idx="477">
                  <c:v>2.0052499352037501</c:v>
                </c:pt>
                <c:pt idx="478">
                  <c:v>1.9973256859338702</c:v>
                </c:pt>
                <c:pt idx="479">
                  <c:v>2.0066466050593497</c:v>
                </c:pt>
                <c:pt idx="480">
                  <c:v>2.0050931919011652</c:v>
                </c:pt>
                <c:pt idx="481">
                  <c:v>2.005784748780139</c:v>
                </c:pt>
                <c:pt idx="482">
                  <c:v>2.0139046448886395</c:v>
                </c:pt>
                <c:pt idx="483">
                  <c:v>2.0176308791967594</c:v>
                </c:pt>
                <c:pt idx="484">
                  <c:v>2.0160121264200495</c:v>
                </c:pt>
                <c:pt idx="485">
                  <c:v>2.0080589673098364</c:v>
                </c:pt>
                <c:pt idx="486">
                  <c:v>2.0033512114275283</c:v>
                </c:pt>
                <c:pt idx="487">
                  <c:v>2.0024627748824462</c:v>
                </c:pt>
                <c:pt idx="488">
                  <c:v>2.0102823026902525</c:v>
                </c:pt>
                <c:pt idx="489">
                  <c:v>2.0067224345550634</c:v>
                </c:pt>
                <c:pt idx="490">
                  <c:v>2.0035024719485204</c:v>
                </c:pt>
                <c:pt idx="491">
                  <c:v>2.0018197210545279</c:v>
                </c:pt>
                <c:pt idx="492">
                  <c:v>2.0072324028325461</c:v>
                </c:pt>
                <c:pt idx="493">
                  <c:v>2.0152312015833638</c:v>
                </c:pt>
                <c:pt idx="494">
                  <c:v>2.0179538823817165</c:v>
                </c:pt>
                <c:pt idx="495">
                  <c:v>2.0099512786195572</c:v>
                </c:pt>
                <c:pt idx="496">
                  <c:v>2.003467468513362</c:v>
                </c:pt>
                <c:pt idx="497">
                  <c:v>2.0055607149744716</c:v>
                </c:pt>
                <c:pt idx="498">
                  <c:v>1.9992157239125639</c:v>
                </c:pt>
                <c:pt idx="499">
                  <c:v>2.003805539219115</c:v>
                </c:pt>
                <c:pt idx="500">
                  <c:v>2.0120208425432753</c:v>
                </c:pt>
                <c:pt idx="501">
                  <c:v>2.0140852663890394</c:v>
                </c:pt>
                <c:pt idx="502">
                  <c:v>2.0163963243683867</c:v>
                </c:pt>
                <c:pt idx="503">
                  <c:v>2.0228613222373135</c:v>
                </c:pt>
                <c:pt idx="504">
                  <c:v>2.0267364109913597</c:v>
                </c:pt>
                <c:pt idx="505">
                  <c:v>2.0356781657175773</c:v>
                </c:pt>
                <c:pt idx="506">
                  <c:v>2.0383323563117899</c:v>
                </c:pt>
                <c:pt idx="507">
                  <c:v>2.0517853892994373</c:v>
                </c:pt>
                <c:pt idx="508">
                  <c:v>2.0771557654713906</c:v>
                </c:pt>
                <c:pt idx="509">
                  <c:v>2.1002183114651745</c:v>
                </c:pt>
                <c:pt idx="510">
                  <c:v>2.1509596357762115</c:v>
                </c:pt>
                <c:pt idx="511">
                  <c:v>2.2170172026969759</c:v>
                </c:pt>
                <c:pt idx="512">
                  <c:v>2.2736085763222569</c:v>
                </c:pt>
                <c:pt idx="513">
                  <c:v>2.3016196522903516</c:v>
                </c:pt>
                <c:pt idx="514">
                  <c:v>2.3089169767287778</c:v>
                </c:pt>
                <c:pt idx="515">
                  <c:v>2.3068765945680996</c:v>
                </c:pt>
                <c:pt idx="516">
                  <c:v>2.2874397482197635</c:v>
                </c:pt>
                <c:pt idx="517">
                  <c:v>2.2555784640678347</c:v>
                </c:pt>
                <c:pt idx="518">
                  <c:v>2.225981208851159</c:v>
                </c:pt>
                <c:pt idx="519">
                  <c:v>2.1909301173914493</c:v>
                </c:pt>
                <c:pt idx="520">
                  <c:v>2.1563085961260469</c:v>
                </c:pt>
                <c:pt idx="521">
                  <c:v>2.1448635033233887</c:v>
                </c:pt>
                <c:pt idx="522">
                  <c:v>2.1330193147351788</c:v>
                </c:pt>
                <c:pt idx="523">
                  <c:v>2.1174194526906005</c:v>
                </c:pt>
                <c:pt idx="524">
                  <c:v>2.1099152591801178</c:v>
                </c:pt>
                <c:pt idx="525">
                  <c:v>2.1054502778448545</c:v>
                </c:pt>
                <c:pt idx="526">
                  <c:v>2.1095397284403776</c:v>
                </c:pt>
                <c:pt idx="527">
                  <c:v>2.1157482104902496</c:v>
                </c:pt>
                <c:pt idx="528">
                  <c:v>2.135958844478751</c:v>
                </c:pt>
                <c:pt idx="529">
                  <c:v>2.1360502677050213</c:v>
                </c:pt>
                <c:pt idx="530">
                  <c:v>2.1426928346764242</c:v>
                </c:pt>
                <c:pt idx="531">
                  <c:v>2.146774193843596</c:v>
                </c:pt>
                <c:pt idx="532">
                  <c:v>2.1710709152608882</c:v>
                </c:pt>
                <c:pt idx="533">
                  <c:v>2.1790306081422983</c:v>
                </c:pt>
                <c:pt idx="534">
                  <c:v>2.1931317637782457</c:v>
                </c:pt>
                <c:pt idx="535">
                  <c:v>2.2013326437595913</c:v>
                </c:pt>
                <c:pt idx="536">
                  <c:v>2.2181167218053153</c:v>
                </c:pt>
                <c:pt idx="537">
                  <c:v>2.2419108137600587</c:v>
                </c:pt>
                <c:pt idx="538">
                  <c:v>2.2815077627074012</c:v>
                </c:pt>
                <c:pt idx="539">
                  <c:v>2.3245096243612728</c:v>
                </c:pt>
                <c:pt idx="540">
                  <c:v>2.3536675935686371</c:v>
                </c:pt>
                <c:pt idx="541">
                  <c:v>2.4129529171299855</c:v>
                </c:pt>
                <c:pt idx="542">
                  <c:v>2.481993956122464</c:v>
                </c:pt>
                <c:pt idx="543">
                  <c:v>2.5327353719482426</c:v>
                </c:pt>
                <c:pt idx="544">
                  <c:v>2.597445994405887</c:v>
                </c:pt>
                <c:pt idx="545">
                  <c:v>2.6624572732926644</c:v>
                </c:pt>
                <c:pt idx="546">
                  <c:v>2.7366574863145781</c:v>
                </c:pt>
                <c:pt idx="547">
                  <c:v>2.7845225633254542</c:v>
                </c:pt>
                <c:pt idx="548">
                  <c:v>2.8356318379051864</c:v>
                </c:pt>
                <c:pt idx="549">
                  <c:v>2.8833648286398645</c:v>
                </c:pt>
                <c:pt idx="550">
                  <c:v>2.9269604379334204</c:v>
                </c:pt>
                <c:pt idx="551">
                  <c:v>2.9680835019543288</c:v>
                </c:pt>
                <c:pt idx="552">
                  <c:v>2.939923378978039</c:v>
                </c:pt>
                <c:pt idx="553">
                  <c:v>2.9182800207091724</c:v>
                </c:pt>
                <c:pt idx="554">
                  <c:v>2.8682425667761713</c:v>
                </c:pt>
                <c:pt idx="555">
                  <c:v>2.7814081336593528</c:v>
                </c:pt>
                <c:pt idx="556">
                  <c:v>2.7117400966712939</c:v>
                </c:pt>
                <c:pt idx="557">
                  <c:v>2.6216623201232006</c:v>
                </c:pt>
                <c:pt idx="558">
                  <c:v>2.5479410952557413</c:v>
                </c:pt>
                <c:pt idx="559">
                  <c:v>2.4487130953079657</c:v>
                </c:pt>
                <c:pt idx="560">
                  <c:v>2.3522192202675618</c:v>
                </c:pt>
                <c:pt idx="561">
                  <c:v>2.3035935032343136</c:v>
                </c:pt>
                <c:pt idx="562">
                  <c:v>2.2515997081777939</c:v>
                </c:pt>
                <c:pt idx="563">
                  <c:v>2.2101078244981549</c:v>
                </c:pt>
                <c:pt idx="564">
                  <c:v>2.1705706651816059</c:v>
                </c:pt>
                <c:pt idx="565">
                  <c:v>2.1282140282092357</c:v>
                </c:pt>
                <c:pt idx="566">
                  <c:v>2.1034055487339787</c:v>
                </c:pt>
                <c:pt idx="567">
                  <c:v>2.117109682918505</c:v>
                </c:pt>
                <c:pt idx="568">
                  <c:v>2.1044009698244173</c:v>
                </c:pt>
                <c:pt idx="569">
                  <c:v>2.0942844422743927</c:v>
                </c:pt>
                <c:pt idx="570">
                  <c:v>2.0547490446166088</c:v>
                </c:pt>
                <c:pt idx="571">
                  <c:v>2.0009044382192793</c:v>
                </c:pt>
                <c:pt idx="572">
                  <c:v>1.9807766213178586</c:v>
                </c:pt>
                <c:pt idx="573">
                  <c:v>2.0016760336166741</c:v>
                </c:pt>
                <c:pt idx="574">
                  <c:v>1.9957226324633168</c:v>
                </c:pt>
                <c:pt idx="575">
                  <c:v>2.0390317767855413</c:v>
                </c:pt>
                <c:pt idx="576">
                  <c:v>2.046577670513011</c:v>
                </c:pt>
                <c:pt idx="577">
                  <c:v>2.048077219619882</c:v>
                </c:pt>
                <c:pt idx="578">
                  <c:v>2.1184398420528785</c:v>
                </c:pt>
                <c:pt idx="579">
                  <c:v>2.0673280889489121</c:v>
                </c:pt>
                <c:pt idx="580">
                  <c:v>2.0470156715028343</c:v>
                </c:pt>
                <c:pt idx="581">
                  <c:v>1.9833761871444728</c:v>
                </c:pt>
                <c:pt idx="582">
                  <c:v>2.0631468414419256</c:v>
                </c:pt>
                <c:pt idx="583">
                  <c:v>2.2401222496617308</c:v>
                </c:pt>
                <c:pt idx="584">
                  <c:v>1.9522895066391504</c:v>
                </c:pt>
                <c:pt idx="585">
                  <c:v>1.7931202817287399</c:v>
                </c:pt>
                <c:pt idx="586">
                  <c:v>1.733777608929691</c:v>
                </c:pt>
                <c:pt idx="587">
                  <c:v>1.6838022324960058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5-57AB-4D59-AD3D-6260AFD7ADF0}"/>
            </c:ext>
          </c:extLst>
        </c:ser>
        <c:ser>
          <c:idx val="22"/>
          <c:order val="22"/>
          <c:tx>
            <c:strRef>
              <c:f>'Fully separated 1%'!$W$1</c:f>
              <c:strCache>
                <c:ptCount val="1"/>
                <c:pt idx="0">
                  <c:v>1I_11/O-PTIR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1%'!$A$2:$A$589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1%'!$W$2:$W$589</c:f>
              <c:numCache>
                <c:formatCode>General</c:formatCode>
                <c:ptCount val="588"/>
                <c:pt idx="0">
                  <c:v>1.7027921355131683</c:v>
                </c:pt>
                <c:pt idx="1">
                  <c:v>1.5698671683993739</c:v>
                </c:pt>
                <c:pt idx="2">
                  <c:v>1.5608599984398641</c:v>
                </c:pt>
                <c:pt idx="3">
                  <c:v>1.8088306274581314</c:v>
                </c:pt>
                <c:pt idx="4">
                  <c:v>1.8049708127634814</c:v>
                </c:pt>
                <c:pt idx="5">
                  <c:v>1.7614881449646602</c:v>
                </c:pt>
                <c:pt idx="6">
                  <c:v>1.8214141597532851</c:v>
                </c:pt>
                <c:pt idx="7">
                  <c:v>1.8369652616328493</c:v>
                </c:pt>
                <c:pt idx="8">
                  <c:v>1.8664507075284575</c:v>
                </c:pt>
                <c:pt idx="9">
                  <c:v>1.8064270519208678</c:v>
                </c:pt>
                <c:pt idx="10">
                  <c:v>1.7791733603068001</c:v>
                </c:pt>
                <c:pt idx="11">
                  <c:v>1.7811779187049002</c:v>
                </c:pt>
                <c:pt idx="12">
                  <c:v>1.7890619666200849</c:v>
                </c:pt>
                <c:pt idx="13">
                  <c:v>1.8097756641580032</c:v>
                </c:pt>
                <c:pt idx="14">
                  <c:v>1.8376110013607856</c:v>
                </c:pt>
                <c:pt idx="15">
                  <c:v>1.833395495706625</c:v>
                </c:pt>
                <c:pt idx="16">
                  <c:v>1.7912596106309953</c:v>
                </c:pt>
                <c:pt idx="17">
                  <c:v>1.7732599938727982</c:v>
                </c:pt>
                <c:pt idx="18">
                  <c:v>1.8052546073398743</c:v>
                </c:pt>
                <c:pt idx="19">
                  <c:v>1.8128603293854331</c:v>
                </c:pt>
                <c:pt idx="20">
                  <c:v>1.7853536938059258</c:v>
                </c:pt>
                <c:pt idx="21">
                  <c:v>1.7755489208557547</c:v>
                </c:pt>
                <c:pt idx="22">
                  <c:v>1.7967086500554381</c:v>
                </c:pt>
                <c:pt idx="23">
                  <c:v>1.8245437289023243</c:v>
                </c:pt>
                <c:pt idx="24">
                  <c:v>1.8207771020335777</c:v>
                </c:pt>
                <c:pt idx="25">
                  <c:v>1.8006983516143744</c:v>
                </c:pt>
                <c:pt idx="26">
                  <c:v>1.7895085691650405</c:v>
                </c:pt>
                <c:pt idx="27">
                  <c:v>1.8001148758934973</c:v>
                </c:pt>
                <c:pt idx="28">
                  <c:v>1.8049908858706993</c:v>
                </c:pt>
                <c:pt idx="29">
                  <c:v>1.8021949601827727</c:v>
                </c:pt>
                <c:pt idx="30">
                  <c:v>1.7791655408739031</c:v>
                </c:pt>
                <c:pt idx="31">
                  <c:v>1.7916034823291234</c:v>
                </c:pt>
                <c:pt idx="32">
                  <c:v>1.7891876453043567</c:v>
                </c:pt>
                <c:pt idx="33">
                  <c:v>1.7995000559801495</c:v>
                </c:pt>
                <c:pt idx="34">
                  <c:v>1.8067591892608621</c:v>
                </c:pt>
                <c:pt idx="35">
                  <c:v>1.8087746194417647</c:v>
                </c:pt>
                <c:pt idx="36">
                  <c:v>1.811089324717692</c:v>
                </c:pt>
                <c:pt idx="37">
                  <c:v>1.8106068211207114</c:v>
                </c:pt>
                <c:pt idx="38">
                  <c:v>1.8022342808042737</c:v>
                </c:pt>
                <c:pt idx="39">
                  <c:v>1.7998588638134294</c:v>
                </c:pt>
                <c:pt idx="40">
                  <c:v>1.8035992007885355</c:v>
                </c:pt>
                <c:pt idx="41">
                  <c:v>1.8304404522161604</c:v>
                </c:pt>
                <c:pt idx="42">
                  <c:v>1.8385988626340035</c:v>
                </c:pt>
                <c:pt idx="43">
                  <c:v>1.862744683869058</c:v>
                </c:pt>
                <c:pt idx="44">
                  <c:v>1.8905192386801781</c:v>
                </c:pt>
                <c:pt idx="45">
                  <c:v>1.9348497685464532</c:v>
                </c:pt>
                <c:pt idx="46">
                  <c:v>2.0256804594267903</c:v>
                </c:pt>
                <c:pt idx="47">
                  <c:v>2.0456667882328388</c:v>
                </c:pt>
                <c:pt idx="48">
                  <c:v>2.0073651265543857</c:v>
                </c:pt>
                <c:pt idx="49">
                  <c:v>1.948219244480685</c:v>
                </c:pt>
                <c:pt idx="50">
                  <c:v>1.872928119055731</c:v>
                </c:pt>
                <c:pt idx="51">
                  <c:v>1.8279743972640279</c:v>
                </c:pt>
                <c:pt idx="52">
                  <c:v>1.8096224018147584</c:v>
                </c:pt>
                <c:pt idx="53">
                  <c:v>1.8097360273630565</c:v>
                </c:pt>
                <c:pt idx="54">
                  <c:v>1.8187773648898671</c:v>
                </c:pt>
                <c:pt idx="55">
                  <c:v>1.805044552015876</c:v>
                </c:pt>
                <c:pt idx="56">
                  <c:v>1.8019568498044662</c:v>
                </c:pt>
                <c:pt idx="57">
                  <c:v>1.8096291992834042</c:v>
                </c:pt>
                <c:pt idx="58">
                  <c:v>1.811698034128314</c:v>
                </c:pt>
                <c:pt idx="59">
                  <c:v>1.804592142713797</c:v>
                </c:pt>
                <c:pt idx="60">
                  <c:v>1.8088793035841797</c:v>
                </c:pt>
                <c:pt idx="61">
                  <c:v>1.8178685438528299</c:v>
                </c:pt>
                <c:pt idx="62">
                  <c:v>1.8176638926466244</c:v>
                </c:pt>
                <c:pt idx="63">
                  <c:v>1.8262409104561799</c:v>
                </c:pt>
                <c:pt idx="64">
                  <c:v>1.8369377717320647</c:v>
                </c:pt>
                <c:pt idx="65">
                  <c:v>1.8457726974822468</c:v>
                </c:pt>
                <c:pt idx="66">
                  <c:v>1.8553388162566198</c:v>
                </c:pt>
                <c:pt idx="67">
                  <c:v>1.857277089699167</c:v>
                </c:pt>
                <c:pt idx="68">
                  <c:v>1.8637118641694708</c:v>
                </c:pt>
                <c:pt idx="69">
                  <c:v>1.8588925849524192</c:v>
                </c:pt>
                <c:pt idx="70">
                  <c:v>1.8493939804076223</c:v>
                </c:pt>
                <c:pt idx="71">
                  <c:v>1.8306309125997005</c:v>
                </c:pt>
                <c:pt idx="72">
                  <c:v>1.8169277335637313</c:v>
                </c:pt>
                <c:pt idx="73">
                  <c:v>1.8097709199936796</c:v>
                </c:pt>
                <c:pt idx="74">
                  <c:v>1.800828046144155</c:v>
                </c:pt>
                <c:pt idx="75">
                  <c:v>1.7974159808394101</c:v>
                </c:pt>
                <c:pt idx="76">
                  <c:v>1.7995194973590194</c:v>
                </c:pt>
                <c:pt idx="77">
                  <c:v>1.798318513827291</c:v>
                </c:pt>
                <c:pt idx="78">
                  <c:v>1.7922470166561213</c:v>
                </c:pt>
                <c:pt idx="79">
                  <c:v>1.7905337764081397</c:v>
                </c:pt>
                <c:pt idx="80">
                  <c:v>1.7936051508915112</c:v>
                </c:pt>
                <c:pt idx="81">
                  <c:v>1.807205714194873</c:v>
                </c:pt>
                <c:pt idx="82">
                  <c:v>1.815904859857761</c:v>
                </c:pt>
                <c:pt idx="83">
                  <c:v>1.8121050957200262</c:v>
                </c:pt>
                <c:pt idx="84">
                  <c:v>1.813705642792804</c:v>
                </c:pt>
                <c:pt idx="85">
                  <c:v>1.8061274288787887</c:v>
                </c:pt>
                <c:pt idx="86">
                  <c:v>1.7963938032879871</c:v>
                </c:pt>
                <c:pt idx="87">
                  <c:v>1.7913631410268165</c:v>
                </c:pt>
                <c:pt idx="88">
                  <c:v>1.7897928762861957</c:v>
                </c:pt>
                <c:pt idx="89">
                  <c:v>1.7969999463286461</c:v>
                </c:pt>
                <c:pt idx="90">
                  <c:v>1.8058034130814091</c:v>
                </c:pt>
                <c:pt idx="91">
                  <c:v>1.797624677190558</c:v>
                </c:pt>
                <c:pt idx="92">
                  <c:v>1.7975337549270971</c:v>
                </c:pt>
                <c:pt idx="93">
                  <c:v>1.794576511244482</c:v>
                </c:pt>
                <c:pt idx="94">
                  <c:v>1.7958899551185803</c:v>
                </c:pt>
                <c:pt idx="95">
                  <c:v>1.7948578274794333</c:v>
                </c:pt>
                <c:pt idx="96">
                  <c:v>1.8011077391904726</c:v>
                </c:pt>
                <c:pt idx="97">
                  <c:v>1.7984395875521046</c:v>
                </c:pt>
                <c:pt idx="98">
                  <c:v>1.7920412361846267</c:v>
                </c:pt>
                <c:pt idx="99">
                  <c:v>1.797672768630127</c:v>
                </c:pt>
                <c:pt idx="100">
                  <c:v>1.7905081720886957</c:v>
                </c:pt>
                <c:pt idx="101">
                  <c:v>1.8013773368238744</c:v>
                </c:pt>
                <c:pt idx="102">
                  <c:v>1.8017914434318931</c:v>
                </c:pt>
                <c:pt idx="103">
                  <c:v>1.7967947106964008</c:v>
                </c:pt>
                <c:pt idx="104">
                  <c:v>1.7911112060036576</c:v>
                </c:pt>
                <c:pt idx="105">
                  <c:v>1.8012854739834778</c:v>
                </c:pt>
                <c:pt idx="106">
                  <c:v>1.8005642032451044</c:v>
                </c:pt>
                <c:pt idx="107">
                  <c:v>1.8076893168461712</c:v>
                </c:pt>
                <c:pt idx="108">
                  <c:v>1.8230404351146667</c:v>
                </c:pt>
                <c:pt idx="109">
                  <c:v>1.831831884151216</c:v>
                </c:pt>
                <c:pt idx="110">
                  <c:v>1.8320021323528921</c:v>
                </c:pt>
                <c:pt idx="111">
                  <c:v>1.8145703953978647</c:v>
                </c:pt>
                <c:pt idx="112">
                  <c:v>1.7992498210729153</c:v>
                </c:pt>
                <c:pt idx="113">
                  <c:v>1.7906751533383916</c:v>
                </c:pt>
                <c:pt idx="114">
                  <c:v>1.7987241936577045</c:v>
                </c:pt>
                <c:pt idx="115">
                  <c:v>1.7883839469897038</c:v>
                </c:pt>
                <c:pt idx="116">
                  <c:v>1.7974401134157383</c:v>
                </c:pt>
                <c:pt idx="117">
                  <c:v>1.7931644973035978</c:v>
                </c:pt>
                <c:pt idx="118">
                  <c:v>1.7990735746911481</c:v>
                </c:pt>
                <c:pt idx="119">
                  <c:v>1.8195005676329066</c:v>
                </c:pt>
                <c:pt idx="120">
                  <c:v>1.81116488652509</c:v>
                </c:pt>
                <c:pt idx="121">
                  <c:v>1.7969108388070059</c:v>
                </c:pt>
                <c:pt idx="122">
                  <c:v>1.7955717663925983</c:v>
                </c:pt>
                <c:pt idx="123">
                  <c:v>1.8273676380237207</c:v>
                </c:pt>
                <c:pt idx="124">
                  <c:v>1.8219918893750056</c:v>
                </c:pt>
                <c:pt idx="125">
                  <c:v>1.8062444125328612</c:v>
                </c:pt>
                <c:pt idx="126">
                  <c:v>1.7968160401633411</c:v>
                </c:pt>
                <c:pt idx="127">
                  <c:v>1.7960373187695893</c:v>
                </c:pt>
                <c:pt idx="128">
                  <c:v>1.8141925884443908</c:v>
                </c:pt>
                <c:pt idx="129">
                  <c:v>1.8141347761037798</c:v>
                </c:pt>
                <c:pt idx="130">
                  <c:v>1.8175362690008261</c:v>
                </c:pt>
                <c:pt idx="131">
                  <c:v>1.806503299725676</c:v>
                </c:pt>
                <c:pt idx="132">
                  <c:v>1.8080893434484946</c:v>
                </c:pt>
                <c:pt idx="133">
                  <c:v>1.8141705750635557</c:v>
                </c:pt>
                <c:pt idx="134">
                  <c:v>1.7870893610125285</c:v>
                </c:pt>
                <c:pt idx="135">
                  <c:v>1.8110941751412957</c:v>
                </c:pt>
                <c:pt idx="136">
                  <c:v>1.8494315336872753</c:v>
                </c:pt>
                <c:pt idx="137">
                  <c:v>1.7814518051243142</c:v>
                </c:pt>
                <c:pt idx="138">
                  <c:v>1.7765670639402509</c:v>
                </c:pt>
                <c:pt idx="139">
                  <c:v>1.7835707839317967</c:v>
                </c:pt>
                <c:pt idx="140">
                  <c:v>1.7899731253612816</c:v>
                </c:pt>
                <c:pt idx="141">
                  <c:v>1.7958483509643175</c:v>
                </c:pt>
                <c:pt idx="142">
                  <c:v>1.7869730393954406</c:v>
                </c:pt>
                <c:pt idx="143">
                  <c:v>1.7915158850956316</c:v>
                </c:pt>
                <c:pt idx="144">
                  <c:v>1.7811174967613839</c:v>
                </c:pt>
                <c:pt idx="145">
                  <c:v>1.7927838708330528</c:v>
                </c:pt>
                <c:pt idx="146">
                  <c:v>1.8052822258977284</c:v>
                </c:pt>
                <c:pt idx="147">
                  <c:v>1.8008365831527413</c:v>
                </c:pt>
                <c:pt idx="148">
                  <c:v>1.781268034908382</c:v>
                </c:pt>
                <c:pt idx="149">
                  <c:v>1.792648218881949</c:v>
                </c:pt>
                <c:pt idx="150">
                  <c:v>1.7845093242309829</c:v>
                </c:pt>
                <c:pt idx="151">
                  <c:v>1.7885630178368912</c:v>
                </c:pt>
                <c:pt idx="152">
                  <c:v>1.7929592533372916</c:v>
                </c:pt>
                <c:pt idx="153">
                  <c:v>1.7933859817507396</c:v>
                </c:pt>
                <c:pt idx="154">
                  <c:v>1.7975923524925344</c:v>
                </c:pt>
                <c:pt idx="155">
                  <c:v>1.7923737850188917</c:v>
                </c:pt>
                <c:pt idx="156">
                  <c:v>1.7855341679006633</c:v>
                </c:pt>
                <c:pt idx="157">
                  <c:v>1.7822176907616598</c:v>
                </c:pt>
                <c:pt idx="158">
                  <c:v>1.7836140043730486</c:v>
                </c:pt>
                <c:pt idx="159">
                  <c:v>1.7894316218199724</c:v>
                </c:pt>
                <c:pt idx="160">
                  <c:v>1.7989579216220299</c:v>
                </c:pt>
                <c:pt idx="161">
                  <c:v>1.7935984174909609</c:v>
                </c:pt>
                <c:pt idx="162">
                  <c:v>1.7960530550397236</c:v>
                </c:pt>
                <c:pt idx="163">
                  <c:v>1.8132240403161877</c:v>
                </c:pt>
                <c:pt idx="164">
                  <c:v>1.8067821871026737</c:v>
                </c:pt>
                <c:pt idx="165">
                  <c:v>1.808501157017713</c:v>
                </c:pt>
                <c:pt idx="166">
                  <c:v>1.7978538797596657</c:v>
                </c:pt>
                <c:pt idx="167">
                  <c:v>1.7996862746195459</c:v>
                </c:pt>
                <c:pt idx="168">
                  <c:v>1.7893225425020451</c:v>
                </c:pt>
                <c:pt idx="169">
                  <c:v>1.7971746094992296</c:v>
                </c:pt>
                <c:pt idx="170">
                  <c:v>1.8009081366022632</c:v>
                </c:pt>
                <c:pt idx="171">
                  <c:v>1.8059783064804327</c:v>
                </c:pt>
                <c:pt idx="172">
                  <c:v>1.8058019280558837</c:v>
                </c:pt>
                <c:pt idx="173">
                  <c:v>1.8003702720180792</c:v>
                </c:pt>
                <c:pt idx="174">
                  <c:v>1.8051357521681894</c:v>
                </c:pt>
                <c:pt idx="175">
                  <c:v>1.8003204541256499</c:v>
                </c:pt>
                <c:pt idx="176">
                  <c:v>1.8130089298632082</c:v>
                </c:pt>
                <c:pt idx="177">
                  <c:v>1.8249953120905893</c:v>
                </c:pt>
                <c:pt idx="178">
                  <c:v>1.8088350184666129</c:v>
                </c:pt>
                <c:pt idx="179">
                  <c:v>1.8062506854765317</c:v>
                </c:pt>
                <c:pt idx="180">
                  <c:v>1.8028385689954423</c:v>
                </c:pt>
                <c:pt idx="181">
                  <c:v>1.7965340501716316</c:v>
                </c:pt>
                <c:pt idx="182">
                  <c:v>1.8169608937513877</c:v>
                </c:pt>
                <c:pt idx="183">
                  <c:v>1.8268133792017835</c:v>
                </c:pt>
                <c:pt idx="184">
                  <c:v>1.8170923073115053</c:v>
                </c:pt>
                <c:pt idx="185">
                  <c:v>1.8102916519292684</c:v>
                </c:pt>
                <c:pt idx="186">
                  <c:v>1.8347501223440181</c:v>
                </c:pt>
                <c:pt idx="187">
                  <c:v>1.8425794102684969</c:v>
                </c:pt>
                <c:pt idx="188">
                  <c:v>1.8377174106538638</c:v>
                </c:pt>
                <c:pt idx="189">
                  <c:v>1.8469576676363071</c:v>
                </c:pt>
                <c:pt idx="190">
                  <c:v>1.8488803522174271</c:v>
                </c:pt>
                <c:pt idx="191">
                  <c:v>1.8436117420921427</c:v>
                </c:pt>
                <c:pt idx="192">
                  <c:v>1.8405009162466857</c:v>
                </c:pt>
                <c:pt idx="193">
                  <c:v>1.8308129118276331</c:v>
                </c:pt>
                <c:pt idx="194">
                  <c:v>1.8256347471012468</c:v>
                </c:pt>
                <c:pt idx="195">
                  <c:v>1.838238572835361</c:v>
                </c:pt>
                <c:pt idx="196">
                  <c:v>1.8466827477933072</c:v>
                </c:pt>
                <c:pt idx="197">
                  <c:v>1.8400655657260734</c:v>
                </c:pt>
                <c:pt idx="198">
                  <c:v>1.8346053367827457</c:v>
                </c:pt>
                <c:pt idx="199">
                  <c:v>1.8343983957932326</c:v>
                </c:pt>
                <c:pt idx="200">
                  <c:v>1.8266675893861397</c:v>
                </c:pt>
                <c:pt idx="201">
                  <c:v>1.8275307022646645</c:v>
                </c:pt>
                <c:pt idx="202">
                  <c:v>1.8297498481534056</c:v>
                </c:pt>
                <c:pt idx="203">
                  <c:v>1.8451618399673573</c:v>
                </c:pt>
                <c:pt idx="204">
                  <c:v>1.8539600666791567</c:v>
                </c:pt>
                <c:pt idx="205">
                  <c:v>1.8552639638861794</c:v>
                </c:pt>
                <c:pt idx="206">
                  <c:v>1.8598858925346149</c:v>
                </c:pt>
                <c:pt idx="207">
                  <c:v>1.8601694131287467</c:v>
                </c:pt>
                <c:pt idx="208">
                  <c:v>1.8632886438748983</c:v>
                </c:pt>
                <c:pt idx="209">
                  <c:v>1.8608806669115769</c:v>
                </c:pt>
                <c:pt idx="210">
                  <c:v>1.8561995539277096</c:v>
                </c:pt>
                <c:pt idx="211">
                  <c:v>1.8550399943261711</c:v>
                </c:pt>
                <c:pt idx="212">
                  <c:v>1.8636227813895747</c:v>
                </c:pt>
                <c:pt idx="213">
                  <c:v>1.8714495065902423</c:v>
                </c:pt>
                <c:pt idx="214">
                  <c:v>1.8728598964309551</c:v>
                </c:pt>
                <c:pt idx="215">
                  <c:v>1.8821242971886212</c:v>
                </c:pt>
                <c:pt idx="216">
                  <c:v>1.8881460647563222</c:v>
                </c:pt>
                <c:pt idx="217">
                  <c:v>1.8915360441478557</c:v>
                </c:pt>
                <c:pt idx="218">
                  <c:v>1.8918387705859645</c:v>
                </c:pt>
                <c:pt idx="219">
                  <c:v>1.8874613799605164</c:v>
                </c:pt>
                <c:pt idx="220">
                  <c:v>1.8819790928407747</c:v>
                </c:pt>
                <c:pt idx="221">
                  <c:v>1.8751332283019384</c:v>
                </c:pt>
                <c:pt idx="222">
                  <c:v>1.8757951944469817</c:v>
                </c:pt>
                <c:pt idx="223">
                  <c:v>1.8648639939554721</c:v>
                </c:pt>
                <c:pt idx="224">
                  <c:v>1.8568254294208362</c:v>
                </c:pt>
                <c:pt idx="225">
                  <c:v>1.8557385261646184</c:v>
                </c:pt>
                <c:pt idx="226">
                  <c:v>1.8468181554522429</c:v>
                </c:pt>
                <c:pt idx="227">
                  <c:v>1.8258706031160055</c:v>
                </c:pt>
                <c:pt idx="228">
                  <c:v>1.8076633614544004</c:v>
                </c:pt>
                <c:pt idx="229">
                  <c:v>1.8014026439819495</c:v>
                </c:pt>
                <c:pt idx="230">
                  <c:v>1.8013602586396713</c:v>
                </c:pt>
                <c:pt idx="231">
                  <c:v>1.7950049585580474</c:v>
                </c:pt>
                <c:pt idx="232">
                  <c:v>1.797467370483689</c:v>
                </c:pt>
                <c:pt idx="233">
                  <c:v>1.8070677297483981</c:v>
                </c:pt>
                <c:pt idx="234">
                  <c:v>1.7983201233428554</c:v>
                </c:pt>
                <c:pt idx="235">
                  <c:v>1.7911047148117603</c:v>
                </c:pt>
                <c:pt idx="236">
                  <c:v>1.7931126479837574</c:v>
                </c:pt>
                <c:pt idx="237">
                  <c:v>1.797291512677524</c:v>
                </c:pt>
                <c:pt idx="238">
                  <c:v>1.8032549735906103</c:v>
                </c:pt>
                <c:pt idx="239">
                  <c:v>1.8068321008368065</c:v>
                </c:pt>
                <c:pt idx="240">
                  <c:v>1.8001091229659447</c:v>
                </c:pt>
                <c:pt idx="241">
                  <c:v>1.7938045156985376</c:v>
                </c:pt>
                <c:pt idx="242">
                  <c:v>1.7936400002891919</c:v>
                </c:pt>
                <c:pt idx="243">
                  <c:v>1.7886501942002935</c:v>
                </c:pt>
                <c:pt idx="244">
                  <c:v>1.7872561432865137</c:v>
                </c:pt>
                <c:pt idx="245">
                  <c:v>1.7876318656829364</c:v>
                </c:pt>
                <c:pt idx="246">
                  <c:v>1.8009180010054211</c:v>
                </c:pt>
                <c:pt idx="247">
                  <c:v>1.815713159782621</c:v>
                </c:pt>
                <c:pt idx="248">
                  <c:v>1.8204597514016225</c:v>
                </c:pt>
                <c:pt idx="249">
                  <c:v>1.855354588467393</c:v>
                </c:pt>
                <c:pt idx="250">
                  <c:v>1.8540676469078299</c:v>
                </c:pt>
                <c:pt idx="251">
                  <c:v>1.8867644607629066</c:v>
                </c:pt>
                <c:pt idx="252">
                  <c:v>1.9660477348355097</c:v>
                </c:pt>
                <c:pt idx="253">
                  <c:v>2.0363589753505136</c:v>
                </c:pt>
                <c:pt idx="254">
                  <c:v>2.1422211539807816</c:v>
                </c:pt>
                <c:pt idx="255">
                  <c:v>2.2419446298310053</c:v>
                </c:pt>
                <c:pt idx="256">
                  <c:v>2.337099773380209</c:v>
                </c:pt>
                <c:pt idx="257">
                  <c:v>2.4982059766552944</c:v>
                </c:pt>
                <c:pt idx="258">
                  <c:v>2.652359172701082</c:v>
                </c:pt>
                <c:pt idx="259">
                  <c:v>2.8</c:v>
                </c:pt>
                <c:pt idx="260">
                  <c:v>2.533751880997607</c:v>
                </c:pt>
                <c:pt idx="261">
                  <c:v>2.1647348201742957</c:v>
                </c:pt>
                <c:pt idx="262">
                  <c:v>1.8813737233051686</c:v>
                </c:pt>
                <c:pt idx="263">
                  <c:v>1.8288177771692062</c:v>
                </c:pt>
                <c:pt idx="264">
                  <c:v>1.8248818105114515</c:v>
                </c:pt>
                <c:pt idx="265">
                  <c:v>1.8173274465970028</c:v>
                </c:pt>
                <c:pt idx="266">
                  <c:v>1.808645318045276</c:v>
                </c:pt>
                <c:pt idx="267">
                  <c:v>1.7831391347761039</c:v>
                </c:pt>
                <c:pt idx="268">
                  <c:v>1.7800953137407334</c:v>
                </c:pt>
                <c:pt idx="269">
                  <c:v>1.7801736059949236</c:v>
                </c:pt>
                <c:pt idx="270">
                  <c:v>1.8105926740518672</c:v>
                </c:pt>
                <c:pt idx="271">
                  <c:v>1.8496115369075565</c:v>
                </c:pt>
                <c:pt idx="272">
                  <c:v>1.8298964922103198</c:v>
                </c:pt>
                <c:pt idx="273">
                  <c:v>1.8120798268465446</c:v>
                </c:pt>
                <c:pt idx="274">
                  <c:v>1.8089215385226978</c:v>
                </c:pt>
                <c:pt idx="275">
                  <c:v>1.8233248120335843</c:v>
                </c:pt>
                <c:pt idx="276">
                  <c:v>1.92143288847226</c:v>
                </c:pt>
                <c:pt idx="277">
                  <c:v>2.0451546935098994</c:v>
                </c:pt>
                <c:pt idx="278">
                  <c:v>2.5349355843743688</c:v>
                </c:pt>
                <c:pt idx="279">
                  <c:v>2.7147921585151775</c:v>
                </c:pt>
                <c:pt idx="280">
                  <c:v>2.4946891361845598</c:v>
                </c:pt>
                <c:pt idx="281">
                  <c:v>2.1086969261982214</c:v>
                </c:pt>
                <c:pt idx="282">
                  <c:v>1.9031037043901835</c:v>
                </c:pt>
                <c:pt idx="283">
                  <c:v>1.8282106053928711</c:v>
                </c:pt>
                <c:pt idx="284">
                  <c:v>1.831070984365968</c:v>
                </c:pt>
                <c:pt idx="285">
                  <c:v>1.788855824658687</c:v>
                </c:pt>
                <c:pt idx="286">
                  <c:v>1.7641206332019663</c:v>
                </c:pt>
                <c:pt idx="287">
                  <c:v>1.7539718343735353</c:v>
                </c:pt>
                <c:pt idx="288">
                  <c:v>1.7879459462376381</c:v>
                </c:pt>
                <c:pt idx="289">
                  <c:v>1.7877840175125295</c:v>
                </c:pt>
                <c:pt idx="290">
                  <c:v>1.8359707039414777</c:v>
                </c:pt>
                <c:pt idx="291">
                  <c:v>1.8147066052101883</c:v>
                </c:pt>
                <c:pt idx="292">
                  <c:v>1.7936510611510073</c:v>
                </c:pt>
                <c:pt idx="293">
                  <c:v>1.8191897488213971</c:v>
                </c:pt>
                <c:pt idx="294">
                  <c:v>1.8078172712500225</c:v>
                </c:pt>
                <c:pt idx="295">
                  <c:v>1.7934258539829147</c:v>
                </c:pt>
                <c:pt idx="296">
                  <c:v>1.8097947543668815</c:v>
                </c:pt>
                <c:pt idx="297">
                  <c:v>1.807582621590619</c:v>
                </c:pt>
                <c:pt idx="298">
                  <c:v>1.7919849078277836</c:v>
                </c:pt>
                <c:pt idx="299">
                  <c:v>1.7975822922389388</c:v>
                </c:pt>
                <c:pt idx="300">
                  <c:v>1.7744884261558844</c:v>
                </c:pt>
                <c:pt idx="301">
                  <c:v>1.7660045581480783</c:v>
                </c:pt>
                <c:pt idx="302">
                  <c:v>1.7716535160737372</c:v>
                </c:pt>
                <c:pt idx="303">
                  <c:v>1.7753734221955384</c:v>
                </c:pt>
                <c:pt idx="304">
                  <c:v>1.794829156225477</c:v>
                </c:pt>
                <c:pt idx="305">
                  <c:v>1.7947908117308913</c:v>
                </c:pt>
                <c:pt idx="306">
                  <c:v>1.7924748292600887</c:v>
                </c:pt>
                <c:pt idx="307">
                  <c:v>1.7968532564343953</c:v>
                </c:pt>
                <c:pt idx="308">
                  <c:v>1.8061848495185246</c:v>
                </c:pt>
                <c:pt idx="309">
                  <c:v>1.8047018856313453</c:v>
                </c:pt>
                <c:pt idx="310">
                  <c:v>1.8045709028380146</c:v>
                </c:pt>
                <c:pt idx="311">
                  <c:v>1.8294371104243103</c:v>
                </c:pt>
                <c:pt idx="312">
                  <c:v>1.7676309293511634</c:v>
                </c:pt>
                <c:pt idx="313">
                  <c:v>1.7953506116617519</c:v>
                </c:pt>
                <c:pt idx="314">
                  <c:v>1.8023418706692051</c:v>
                </c:pt>
                <c:pt idx="315">
                  <c:v>1.8071211672277712</c:v>
                </c:pt>
                <c:pt idx="316">
                  <c:v>1.8130588352632797</c:v>
                </c:pt>
                <c:pt idx="317">
                  <c:v>1.8068295599899058</c:v>
                </c:pt>
                <c:pt idx="318">
                  <c:v>1.8042195086079185</c:v>
                </c:pt>
                <c:pt idx="319">
                  <c:v>1.8114001185270181</c:v>
                </c:pt>
                <c:pt idx="320">
                  <c:v>1.7974923789177588</c:v>
                </c:pt>
                <c:pt idx="321">
                  <c:v>1.8107800477074998</c:v>
                </c:pt>
                <c:pt idx="322">
                  <c:v>1.8456707135756523</c:v>
                </c:pt>
                <c:pt idx="323">
                  <c:v>1.8719371741798785</c:v>
                </c:pt>
                <c:pt idx="324">
                  <c:v>1.8907308321593419</c:v>
                </c:pt>
                <c:pt idx="325">
                  <c:v>1.8839354053587347</c:v>
                </c:pt>
                <c:pt idx="326">
                  <c:v>1.8565818414808228</c:v>
                </c:pt>
                <c:pt idx="327">
                  <c:v>1.8533715444482153</c:v>
                </c:pt>
                <c:pt idx="328">
                  <c:v>1.8658345912209666</c:v>
                </c:pt>
                <c:pt idx="329">
                  <c:v>1.8831442946017285</c:v>
                </c:pt>
                <c:pt idx="330">
                  <c:v>1.9285755289295266</c:v>
                </c:pt>
                <c:pt idx="331">
                  <c:v>2.0287396099259336</c:v>
                </c:pt>
                <c:pt idx="332">
                  <c:v>2.1494773210193694</c:v>
                </c:pt>
                <c:pt idx="333">
                  <c:v>2.1873333937830575</c:v>
                </c:pt>
                <c:pt idx="334">
                  <c:v>2.1218782106970671</c:v>
                </c:pt>
                <c:pt idx="335">
                  <c:v>2.0149763245990147</c:v>
                </c:pt>
                <c:pt idx="336">
                  <c:v>1.9159888130230041</c:v>
                </c:pt>
                <c:pt idx="337">
                  <c:v>1.8586430381586658</c:v>
                </c:pt>
                <c:pt idx="338">
                  <c:v>1.8248939490715523</c:v>
                </c:pt>
                <c:pt idx="339">
                  <c:v>1.8011863030829693</c:v>
                </c:pt>
                <c:pt idx="340">
                  <c:v>1.8034124545314458</c:v>
                </c:pt>
                <c:pt idx="341">
                  <c:v>1.8064700489051044</c:v>
                </c:pt>
                <c:pt idx="342">
                  <c:v>1.8011724922414059</c:v>
                </c:pt>
                <c:pt idx="343">
                  <c:v>1.7880466737845107</c:v>
                </c:pt>
                <c:pt idx="344">
                  <c:v>1.7938130112321478</c:v>
                </c:pt>
                <c:pt idx="345">
                  <c:v>1.792388468072045</c:v>
                </c:pt>
                <c:pt idx="346">
                  <c:v>1.7987108615037797</c:v>
                </c:pt>
                <c:pt idx="347">
                  <c:v>1.8002228240986431</c:v>
                </c:pt>
                <c:pt idx="348">
                  <c:v>1.799750241257398</c:v>
                </c:pt>
                <c:pt idx="349">
                  <c:v>1.7982418106441713</c:v>
                </c:pt>
                <c:pt idx="350">
                  <c:v>1.7901870909226072</c:v>
                </c:pt>
                <c:pt idx="351">
                  <c:v>1.7964545622401022</c:v>
                </c:pt>
                <c:pt idx="352">
                  <c:v>1.7974968162844556</c:v>
                </c:pt>
                <c:pt idx="353">
                  <c:v>1.8063038057407015</c:v>
                </c:pt>
                <c:pt idx="354">
                  <c:v>1.8005824842036204</c:v>
                </c:pt>
                <c:pt idx="355">
                  <c:v>1.8019360709064425</c:v>
                </c:pt>
                <c:pt idx="356">
                  <c:v>1.7887477100083409</c:v>
                </c:pt>
                <c:pt idx="357">
                  <c:v>1.7938133586583229</c:v>
                </c:pt>
                <c:pt idx="358">
                  <c:v>1.7947706933072156</c:v>
                </c:pt>
                <c:pt idx="359">
                  <c:v>1.7868203031398076</c:v>
                </c:pt>
                <c:pt idx="360">
                  <c:v>1.7955866770697975</c:v>
                </c:pt>
                <c:pt idx="361">
                  <c:v>1.7956792067653076</c:v>
                </c:pt>
                <c:pt idx="362">
                  <c:v>1.8037746473608696</c:v>
                </c:pt>
                <c:pt idx="363">
                  <c:v>1.8002884264262204</c:v>
                </c:pt>
                <c:pt idx="364">
                  <c:v>1.8079919719238815</c:v>
                </c:pt>
                <c:pt idx="365">
                  <c:v>1.801202932139407</c:v>
                </c:pt>
                <c:pt idx="366">
                  <c:v>1.8074448132011862</c:v>
                </c:pt>
                <c:pt idx="367">
                  <c:v>1.8062205390937476</c:v>
                </c:pt>
                <c:pt idx="368">
                  <c:v>1.8088939288197836</c:v>
                </c:pt>
                <c:pt idx="369">
                  <c:v>1.8098248622046327</c:v>
                </c:pt>
                <c:pt idx="370">
                  <c:v>1.7994628758450635</c:v>
                </c:pt>
                <c:pt idx="371">
                  <c:v>1.8060212211658151</c:v>
                </c:pt>
                <c:pt idx="372">
                  <c:v>1.8072010002415211</c:v>
                </c:pt>
                <c:pt idx="373">
                  <c:v>1.8153160688533465</c:v>
                </c:pt>
                <c:pt idx="374">
                  <c:v>1.8184719007126624</c:v>
                </c:pt>
                <c:pt idx="375">
                  <c:v>1.8097317655325231</c:v>
                </c:pt>
                <c:pt idx="376">
                  <c:v>1.8141561696388151</c:v>
                </c:pt>
                <c:pt idx="377">
                  <c:v>1.8118704491858957</c:v>
                </c:pt>
                <c:pt idx="378">
                  <c:v>1.8068767391102156</c:v>
                </c:pt>
                <c:pt idx="379">
                  <c:v>1.811100811137506</c:v>
                </c:pt>
                <c:pt idx="380">
                  <c:v>1.8031548614620678</c:v>
                </c:pt>
                <c:pt idx="381">
                  <c:v>1.7866032685604543</c:v>
                </c:pt>
                <c:pt idx="382">
                  <c:v>1.7758551434325265</c:v>
                </c:pt>
                <c:pt idx="383">
                  <c:v>1.7849097185737555</c:v>
                </c:pt>
                <c:pt idx="384">
                  <c:v>1.7979403542388537</c:v>
                </c:pt>
                <c:pt idx="385">
                  <c:v>1.7992572499118049</c:v>
                </c:pt>
                <c:pt idx="386">
                  <c:v>1.7957502043720153</c:v>
                </c:pt>
                <c:pt idx="387">
                  <c:v>1.7998870089960513</c:v>
                </c:pt>
                <c:pt idx="388">
                  <c:v>1.7993482268024326</c:v>
                </c:pt>
                <c:pt idx="389">
                  <c:v>1.7981037530142217</c:v>
                </c:pt>
                <c:pt idx="390">
                  <c:v>1.8001466536931725</c:v>
                </c:pt>
                <c:pt idx="391">
                  <c:v>1.8025737461279951</c:v>
                </c:pt>
                <c:pt idx="392">
                  <c:v>1.7960789492282327</c:v>
                </c:pt>
                <c:pt idx="393">
                  <c:v>1.789575651065193</c:v>
                </c:pt>
                <c:pt idx="394">
                  <c:v>1.7888735626661396</c:v>
                </c:pt>
                <c:pt idx="395">
                  <c:v>1.7931298046904429</c:v>
                </c:pt>
                <c:pt idx="396">
                  <c:v>1.7953674532367494</c:v>
                </c:pt>
                <c:pt idx="397">
                  <c:v>1.7961174682172243</c:v>
                </c:pt>
                <c:pt idx="398">
                  <c:v>1.803488068426726</c:v>
                </c:pt>
                <c:pt idx="399">
                  <c:v>1.8225123952491851</c:v>
                </c:pt>
                <c:pt idx="400">
                  <c:v>1.8068584270942996</c:v>
                </c:pt>
                <c:pt idx="401">
                  <c:v>1.8090284936967829</c:v>
                </c:pt>
                <c:pt idx="402">
                  <c:v>1.8099079590450899</c:v>
                </c:pt>
                <c:pt idx="403">
                  <c:v>1.7973746511882871</c:v>
                </c:pt>
                <c:pt idx="404">
                  <c:v>1.8013405873904655</c:v>
                </c:pt>
                <c:pt idx="405">
                  <c:v>1.8125381491650272</c:v>
                </c:pt>
                <c:pt idx="406">
                  <c:v>1.8134066948096801</c:v>
                </c:pt>
                <c:pt idx="407">
                  <c:v>1.8066685360313135</c:v>
                </c:pt>
                <c:pt idx="408">
                  <c:v>1.8036900868509185</c:v>
                </c:pt>
                <c:pt idx="409">
                  <c:v>1.8105569386393079</c:v>
                </c:pt>
                <c:pt idx="410">
                  <c:v>1.8097048704753549</c:v>
                </c:pt>
                <c:pt idx="411">
                  <c:v>1.8121003442633989</c:v>
                </c:pt>
                <c:pt idx="412">
                  <c:v>1.8119852196258475</c:v>
                </c:pt>
                <c:pt idx="413">
                  <c:v>1.7932498401735419</c:v>
                </c:pt>
                <c:pt idx="414">
                  <c:v>1.8096926516999152</c:v>
                </c:pt>
                <c:pt idx="415">
                  <c:v>1.8046812437244519</c:v>
                </c:pt>
                <c:pt idx="416">
                  <c:v>1.7980468968769105</c:v>
                </c:pt>
                <c:pt idx="417">
                  <c:v>1.7905683346345582</c:v>
                </c:pt>
                <c:pt idx="418">
                  <c:v>1.8032086401170702</c:v>
                </c:pt>
                <c:pt idx="419">
                  <c:v>1.8131516037817303</c:v>
                </c:pt>
                <c:pt idx="420">
                  <c:v>1.8119664492365668</c:v>
                </c:pt>
                <c:pt idx="421">
                  <c:v>1.7972564916502709</c:v>
                </c:pt>
                <c:pt idx="422">
                  <c:v>1.794603263059974</c:v>
                </c:pt>
                <c:pt idx="423">
                  <c:v>1.8028773294117686</c:v>
                </c:pt>
                <c:pt idx="424">
                  <c:v>1.8215804971967551</c:v>
                </c:pt>
                <c:pt idx="425">
                  <c:v>1.7893140459266776</c:v>
                </c:pt>
                <c:pt idx="426">
                  <c:v>1.7901704488441992</c:v>
                </c:pt>
                <c:pt idx="427">
                  <c:v>1.7939076726242427</c:v>
                </c:pt>
                <c:pt idx="428">
                  <c:v>1.8005351113163883</c:v>
                </c:pt>
                <c:pt idx="429">
                  <c:v>1.7931921283625436</c:v>
                </c:pt>
                <c:pt idx="430">
                  <c:v>1.7481309117662942</c:v>
                </c:pt>
                <c:pt idx="431">
                  <c:v>1.7864760772440793</c:v>
                </c:pt>
                <c:pt idx="432">
                  <c:v>1.7954851046574736</c:v>
                </c:pt>
                <c:pt idx="433">
                  <c:v>1.813239672931436</c:v>
                </c:pt>
                <c:pt idx="434">
                  <c:v>1.8483551271811072</c:v>
                </c:pt>
                <c:pt idx="435">
                  <c:v>1.950654440487803</c:v>
                </c:pt>
                <c:pt idx="436">
                  <c:v>1.8206848939807412</c:v>
                </c:pt>
                <c:pt idx="437">
                  <c:v>1.8709957919658318</c:v>
                </c:pt>
                <c:pt idx="438">
                  <c:v>1.8468404240637015</c:v>
                </c:pt>
                <c:pt idx="439">
                  <c:v>1.8401736084951419</c:v>
                </c:pt>
                <c:pt idx="440">
                  <c:v>1.769345883290474</c:v>
                </c:pt>
                <c:pt idx="441">
                  <c:v>1.7124872238842193</c:v>
                </c:pt>
                <c:pt idx="442">
                  <c:v>1.8333309379852507</c:v>
                </c:pt>
                <c:pt idx="443">
                  <c:v>1.7659978013079809</c:v>
                </c:pt>
                <c:pt idx="444">
                  <c:v>1.7154461489636761</c:v>
                </c:pt>
                <c:pt idx="445">
                  <c:v>1.7205682796297543</c:v>
                </c:pt>
                <c:pt idx="446">
                  <c:v>1.7337162570531159</c:v>
                </c:pt>
                <c:pt idx="447">
                  <c:v>1.753980905999124</c:v>
                </c:pt>
                <c:pt idx="448">
                  <c:v>1.7696480742651526</c:v>
                </c:pt>
                <c:pt idx="449">
                  <c:v>1.736990247148251</c:v>
                </c:pt>
                <c:pt idx="450">
                  <c:v>1.7614577048062199</c:v>
                </c:pt>
                <c:pt idx="451">
                  <c:v>1.7910741621434938</c:v>
                </c:pt>
                <c:pt idx="452">
                  <c:v>1.7719084716731928</c:v>
                </c:pt>
                <c:pt idx="453">
                  <c:v>1.7716433297674665</c:v>
                </c:pt>
                <c:pt idx="454">
                  <c:v>1.8373461032263485</c:v>
                </c:pt>
                <c:pt idx="455">
                  <c:v>1.7693539319100535</c:v>
                </c:pt>
                <c:pt idx="456">
                  <c:v>1.773484159283244</c:v>
                </c:pt>
                <c:pt idx="457">
                  <c:v>1.7834457375944166</c:v>
                </c:pt>
                <c:pt idx="458">
                  <c:v>1.7768228404447322</c:v>
                </c:pt>
                <c:pt idx="459">
                  <c:v>1.7949814565055349</c:v>
                </c:pt>
                <c:pt idx="460">
                  <c:v>1.7984387277113869</c:v>
                </c:pt>
                <c:pt idx="461">
                  <c:v>1.7771307256667082</c:v>
                </c:pt>
                <c:pt idx="462">
                  <c:v>1.7906201193654245</c:v>
                </c:pt>
                <c:pt idx="463">
                  <c:v>1.801401405071668</c:v>
                </c:pt>
                <c:pt idx="464">
                  <c:v>1.7723722142567118</c:v>
                </c:pt>
                <c:pt idx="465">
                  <c:v>1.7620323924956114</c:v>
                </c:pt>
                <c:pt idx="466">
                  <c:v>1.7777369952809212</c:v>
                </c:pt>
                <c:pt idx="467">
                  <c:v>1.7659903610748673</c:v>
                </c:pt>
                <c:pt idx="468">
                  <c:v>1.8103447388571936</c:v>
                </c:pt>
                <c:pt idx="469">
                  <c:v>1.799640133773506</c:v>
                </c:pt>
                <c:pt idx="470">
                  <c:v>1.8068634942034938</c:v>
                </c:pt>
                <c:pt idx="471">
                  <c:v>1.7927948306443764</c:v>
                </c:pt>
                <c:pt idx="472">
                  <c:v>1.7850571991620603</c:v>
                </c:pt>
                <c:pt idx="473">
                  <c:v>1.8063264379255788</c:v>
                </c:pt>
                <c:pt idx="474">
                  <c:v>1.8097001273527888</c:v>
                </c:pt>
                <c:pt idx="475">
                  <c:v>1.8008802308448479</c:v>
                </c:pt>
                <c:pt idx="476">
                  <c:v>1.8007116782339616</c:v>
                </c:pt>
                <c:pt idx="477">
                  <c:v>1.803968714309383</c:v>
                </c:pt>
                <c:pt idx="478">
                  <c:v>1.7802110801009956</c:v>
                </c:pt>
                <c:pt idx="479">
                  <c:v>1.8012621998154505</c:v>
                </c:pt>
                <c:pt idx="480">
                  <c:v>1.8060459618681699</c:v>
                </c:pt>
                <c:pt idx="481">
                  <c:v>1.7987962504714996</c:v>
                </c:pt>
                <c:pt idx="482">
                  <c:v>1.7902256640829965</c:v>
                </c:pt>
                <c:pt idx="483">
                  <c:v>1.7953412181330504</c:v>
                </c:pt>
                <c:pt idx="484">
                  <c:v>1.8024410986059449</c:v>
                </c:pt>
                <c:pt idx="485">
                  <c:v>1.8103000964167537</c:v>
                </c:pt>
                <c:pt idx="486">
                  <c:v>1.8188587449137226</c:v>
                </c:pt>
                <c:pt idx="487">
                  <c:v>1.8156133687758731</c:v>
                </c:pt>
                <c:pt idx="488">
                  <c:v>1.8070420358377965</c:v>
                </c:pt>
                <c:pt idx="489">
                  <c:v>1.8071945752012344</c:v>
                </c:pt>
                <c:pt idx="490">
                  <c:v>1.8048543109223205</c:v>
                </c:pt>
                <c:pt idx="491">
                  <c:v>1.8010050382941778</c:v>
                </c:pt>
                <c:pt idx="492">
                  <c:v>1.7997673563263328</c:v>
                </c:pt>
                <c:pt idx="493">
                  <c:v>1.8032781706685717</c:v>
                </c:pt>
                <c:pt idx="494">
                  <c:v>1.8113413019320355</c:v>
                </c:pt>
                <c:pt idx="495">
                  <c:v>1.7952056344170724</c:v>
                </c:pt>
                <c:pt idx="496">
                  <c:v>1.7939639848338422</c:v>
                </c:pt>
                <c:pt idx="497">
                  <c:v>1.806126971026303</c:v>
                </c:pt>
                <c:pt idx="498">
                  <c:v>1.8009595096435298</c:v>
                </c:pt>
                <c:pt idx="499">
                  <c:v>1.8102310351770721</c:v>
                </c:pt>
                <c:pt idx="500">
                  <c:v>1.8138972147317534</c:v>
                </c:pt>
                <c:pt idx="501">
                  <c:v>1.803492821706429</c:v>
                </c:pt>
                <c:pt idx="502">
                  <c:v>1.7849895088754417</c:v>
                </c:pt>
                <c:pt idx="503">
                  <c:v>1.7982487870346928</c:v>
                </c:pt>
                <c:pt idx="504">
                  <c:v>1.8259537916311357</c:v>
                </c:pt>
                <c:pt idx="505">
                  <c:v>1.8290966056868967</c:v>
                </c:pt>
                <c:pt idx="506">
                  <c:v>1.8358827212576565</c:v>
                </c:pt>
                <c:pt idx="507">
                  <c:v>1.841823398410128</c:v>
                </c:pt>
                <c:pt idx="508">
                  <c:v>1.8738634257391813</c:v>
                </c:pt>
                <c:pt idx="509">
                  <c:v>1.9026007521323529</c:v>
                </c:pt>
                <c:pt idx="510">
                  <c:v>1.9694569159039896</c:v>
                </c:pt>
                <c:pt idx="511">
                  <c:v>2.0310896818322126</c:v>
                </c:pt>
                <c:pt idx="512">
                  <c:v>2.0856664148668984</c:v>
                </c:pt>
                <c:pt idx="513">
                  <c:v>2.1016245418766579</c:v>
                </c:pt>
                <c:pt idx="514">
                  <c:v>2.1325315410879218</c:v>
                </c:pt>
                <c:pt idx="515">
                  <c:v>2.1087285956306854</c:v>
                </c:pt>
                <c:pt idx="516">
                  <c:v>2.0961692987854272</c:v>
                </c:pt>
                <c:pt idx="517">
                  <c:v>2.0744609529232227</c:v>
                </c:pt>
                <c:pt idx="518">
                  <c:v>2.0494137988050962</c:v>
                </c:pt>
                <c:pt idx="519">
                  <c:v>2.0412066320458662</c:v>
                </c:pt>
                <c:pt idx="520">
                  <c:v>2.0073223394843147</c:v>
                </c:pt>
                <c:pt idx="521">
                  <c:v>1.979492175650007</c:v>
                </c:pt>
                <c:pt idx="522">
                  <c:v>1.9544404211301118</c:v>
                </c:pt>
                <c:pt idx="523">
                  <c:v>1.9296781335569972</c:v>
                </c:pt>
                <c:pt idx="524">
                  <c:v>1.9290394277766925</c:v>
                </c:pt>
                <c:pt idx="525">
                  <c:v>1.9335924587413968</c:v>
                </c:pt>
                <c:pt idx="526">
                  <c:v>1.9253049349643203</c:v>
                </c:pt>
                <c:pt idx="527">
                  <c:v>1.9325835039593457</c:v>
                </c:pt>
                <c:pt idx="528">
                  <c:v>1.932669819830932</c:v>
                </c:pt>
                <c:pt idx="529">
                  <c:v>1.9582914741220729</c:v>
                </c:pt>
                <c:pt idx="530">
                  <c:v>1.9881731171188952</c:v>
                </c:pt>
                <c:pt idx="531">
                  <c:v>1.9965910022808657</c:v>
                </c:pt>
                <c:pt idx="532">
                  <c:v>1.9937368530184967</c:v>
                </c:pt>
                <c:pt idx="533">
                  <c:v>1.9850639122483358</c:v>
                </c:pt>
                <c:pt idx="534">
                  <c:v>2.0160596358748668</c:v>
                </c:pt>
                <c:pt idx="535">
                  <c:v>2.0238705513614863</c:v>
                </c:pt>
                <c:pt idx="536">
                  <c:v>2.0435610376639559</c:v>
                </c:pt>
                <c:pt idx="537">
                  <c:v>2.0810289098581269</c:v>
                </c:pt>
                <c:pt idx="538">
                  <c:v>2.1063239522918331</c:v>
                </c:pt>
                <c:pt idx="539">
                  <c:v>2.1532408830371192</c:v>
                </c:pt>
                <c:pt idx="540">
                  <c:v>2.195609016520776</c:v>
                </c:pt>
                <c:pt idx="541">
                  <c:v>2.2793411291252772</c:v>
                </c:pt>
                <c:pt idx="542">
                  <c:v>2.3215726173419151</c:v>
                </c:pt>
                <c:pt idx="543">
                  <c:v>2.3521250189183194</c:v>
                </c:pt>
                <c:pt idx="544">
                  <c:v>2.4282606680983472</c:v>
                </c:pt>
                <c:pt idx="545">
                  <c:v>2.5038788054156722</c:v>
                </c:pt>
                <c:pt idx="546">
                  <c:v>2.5829165747141909</c:v>
                </c:pt>
                <c:pt idx="547">
                  <c:v>2.6409870462020351</c:v>
                </c:pt>
                <c:pt idx="548">
                  <c:v>2.7175103292354201</c:v>
                </c:pt>
                <c:pt idx="549">
                  <c:v>2.8383726178752946</c:v>
                </c:pt>
                <c:pt idx="550">
                  <c:v>2.9054078722875136</c:v>
                </c:pt>
                <c:pt idx="551">
                  <c:v>2.9023142021069837</c:v>
                </c:pt>
                <c:pt idx="552">
                  <c:v>2.8670474554777785</c:v>
                </c:pt>
                <c:pt idx="553">
                  <c:v>2.8383206800060541</c:v>
                </c:pt>
                <c:pt idx="554">
                  <c:v>2.7272177103467037</c:v>
                </c:pt>
                <c:pt idx="555">
                  <c:v>2.6614560338269548</c:v>
                </c:pt>
                <c:pt idx="556">
                  <c:v>2.6060924654086461</c:v>
                </c:pt>
                <c:pt idx="557">
                  <c:v>2.4942285626278018</c:v>
                </c:pt>
                <c:pt idx="558">
                  <c:v>2.3624831901986099</c:v>
                </c:pt>
                <c:pt idx="559">
                  <c:v>2.2970154060121248</c:v>
                </c:pt>
                <c:pt idx="560">
                  <c:v>2.2302639097147825</c:v>
                </c:pt>
                <c:pt idx="561">
                  <c:v>2.1583445287555114</c:v>
                </c:pt>
                <c:pt idx="562">
                  <c:v>2.0919365291235441</c:v>
                </c:pt>
                <c:pt idx="563">
                  <c:v>2.0662680707448451</c:v>
                </c:pt>
                <c:pt idx="564">
                  <c:v>2.0188000252022009</c:v>
                </c:pt>
                <c:pt idx="565">
                  <c:v>1.9423050446405654</c:v>
                </c:pt>
                <c:pt idx="566">
                  <c:v>1.8188240106302618</c:v>
                </c:pt>
                <c:pt idx="567">
                  <c:v>1.8311325605769571</c:v>
                </c:pt>
                <c:pt idx="568">
                  <c:v>1.7958025425366315</c:v>
                </c:pt>
                <c:pt idx="569">
                  <c:v>1.7863515497020073</c:v>
                </c:pt>
                <c:pt idx="570">
                  <c:v>1.8297467853859237</c:v>
                </c:pt>
                <c:pt idx="571">
                  <c:v>1.8468272895832902</c:v>
                </c:pt>
                <c:pt idx="572">
                  <c:v>1.8284772640977311</c:v>
                </c:pt>
                <c:pt idx="573">
                  <c:v>1.9881478482454134</c:v>
                </c:pt>
                <c:pt idx="574">
                  <c:v>1.9197871114077296</c:v>
                </c:pt>
                <c:pt idx="575">
                  <c:v>1.9202347338334214</c:v>
                </c:pt>
                <c:pt idx="576">
                  <c:v>1.9597826710199353</c:v>
                </c:pt>
                <c:pt idx="577">
                  <c:v>1.8738430239574257</c:v>
                </c:pt>
                <c:pt idx="578">
                  <c:v>1.8562016374430035</c:v>
                </c:pt>
                <c:pt idx="579">
                  <c:v>1.673324462003015</c:v>
                </c:pt>
                <c:pt idx="580">
                  <c:v>1.605648910004807</c:v>
                </c:pt>
                <c:pt idx="581">
                  <c:v>1.7361512863790105</c:v>
                </c:pt>
                <c:pt idx="582">
                  <c:v>1.6111505904849028</c:v>
                </c:pt>
                <c:pt idx="583">
                  <c:v>1.3608999852653794</c:v>
                </c:pt>
                <c:pt idx="584">
                  <c:v>1.7269143505199456</c:v>
                </c:pt>
                <c:pt idx="585">
                  <c:v>0.94883753181111108</c:v>
                </c:pt>
                <c:pt idx="586">
                  <c:v>0.59508077038728047</c:v>
                </c:pt>
                <c:pt idx="587">
                  <c:v>1.2857758244219999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6-57AB-4D59-AD3D-6260AFD7ADF0}"/>
            </c:ext>
          </c:extLst>
        </c:ser>
        <c:ser>
          <c:idx val="23"/>
          <c:order val="23"/>
          <c:tx>
            <c:strRef>
              <c:f>'Fully separated 1%'!$X$1</c:f>
              <c:strCache>
                <c:ptCount val="1"/>
                <c:pt idx="0">
                  <c:v>1I_12/O-PTIR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1%'!$A$2:$A$589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1%'!$X$2:$X$589</c:f>
              <c:numCache>
                <c:formatCode>General</c:formatCode>
                <c:ptCount val="588"/>
                <c:pt idx="0">
                  <c:v>1.6968559024143051</c:v>
                </c:pt>
                <c:pt idx="1">
                  <c:v>1.6164157047734857</c:v>
                </c:pt>
                <c:pt idx="2">
                  <c:v>1.5459019897418507</c:v>
                </c:pt>
                <c:pt idx="3">
                  <c:v>1.636850919854353</c:v>
                </c:pt>
                <c:pt idx="4">
                  <c:v>1.5980539451491511</c:v>
                </c:pt>
                <c:pt idx="5">
                  <c:v>1.6053501236929599</c:v>
                </c:pt>
                <c:pt idx="6">
                  <c:v>1.6044055350604571</c:v>
                </c:pt>
                <c:pt idx="7">
                  <c:v>1.6415900473621368</c:v>
                </c:pt>
                <c:pt idx="8">
                  <c:v>1.6256858040305806</c:v>
                </c:pt>
                <c:pt idx="9">
                  <c:v>1.6311225357758434</c:v>
                </c:pt>
                <c:pt idx="10">
                  <c:v>1.6309817728626494</c:v>
                </c:pt>
                <c:pt idx="11">
                  <c:v>1.6409598845336566</c:v>
                </c:pt>
                <c:pt idx="12">
                  <c:v>1.6554859030943527</c:v>
                </c:pt>
                <c:pt idx="13">
                  <c:v>1.6511268818791092</c:v>
                </c:pt>
                <c:pt idx="14">
                  <c:v>1.6576565381965389</c:v>
                </c:pt>
                <c:pt idx="15">
                  <c:v>1.6745575402222599</c:v>
                </c:pt>
                <c:pt idx="16">
                  <c:v>1.6655526688071793</c:v>
                </c:pt>
                <c:pt idx="17">
                  <c:v>1.6790572602465876</c:v>
                </c:pt>
                <c:pt idx="18">
                  <c:v>1.6701924854504651</c:v>
                </c:pt>
                <c:pt idx="19">
                  <c:v>1.6617978696238331</c:v>
                </c:pt>
                <c:pt idx="20">
                  <c:v>1.6694905260185917</c:v>
                </c:pt>
                <c:pt idx="21">
                  <c:v>1.6707377588966867</c:v>
                </c:pt>
                <c:pt idx="22">
                  <c:v>1.6847946014175816</c:v>
                </c:pt>
                <c:pt idx="23">
                  <c:v>1.6854653246648623</c:v>
                </c:pt>
                <c:pt idx="24">
                  <c:v>1.6741572508477591</c:v>
                </c:pt>
                <c:pt idx="25">
                  <c:v>1.6708461064981708</c:v>
                </c:pt>
                <c:pt idx="26">
                  <c:v>1.6647934003008122</c:v>
                </c:pt>
                <c:pt idx="27">
                  <c:v>1.6538301288944841</c:v>
                </c:pt>
                <c:pt idx="28">
                  <c:v>1.6443147323459923</c:v>
                </c:pt>
                <c:pt idx="29">
                  <c:v>1.6451721694981674</c:v>
                </c:pt>
                <c:pt idx="30">
                  <c:v>1.6421932126474907</c:v>
                </c:pt>
                <c:pt idx="31">
                  <c:v>1.6544278666985099</c:v>
                </c:pt>
                <c:pt idx="32">
                  <c:v>1.6801998519062962</c:v>
                </c:pt>
                <c:pt idx="33">
                  <c:v>1.6986574532458032</c:v>
                </c:pt>
                <c:pt idx="34">
                  <c:v>1.7139063058677033</c:v>
                </c:pt>
                <c:pt idx="35">
                  <c:v>1.7129697098522099</c:v>
                </c:pt>
                <c:pt idx="36">
                  <c:v>1.7031593411545836</c:v>
                </c:pt>
                <c:pt idx="37">
                  <c:v>1.6983047951677095</c:v>
                </c:pt>
                <c:pt idx="38">
                  <c:v>1.7023945363841566</c:v>
                </c:pt>
                <c:pt idx="39">
                  <c:v>1.7142855846344576</c:v>
                </c:pt>
                <c:pt idx="40">
                  <c:v>1.7299066062945292</c:v>
                </c:pt>
                <c:pt idx="41">
                  <c:v>1.7596973714113511</c:v>
                </c:pt>
                <c:pt idx="42">
                  <c:v>1.7960649307346155</c:v>
                </c:pt>
                <c:pt idx="43">
                  <c:v>1.8416330072172058</c:v>
                </c:pt>
                <c:pt idx="44">
                  <c:v>1.8940148610888017</c:v>
                </c:pt>
                <c:pt idx="45">
                  <c:v>1.9425570108544028</c:v>
                </c:pt>
                <c:pt idx="46">
                  <c:v>1.9726143014358324</c:v>
                </c:pt>
                <c:pt idx="47">
                  <c:v>1.9718928232736861</c:v>
                </c:pt>
                <c:pt idx="48">
                  <c:v>1.9475034238588</c:v>
                </c:pt>
                <c:pt idx="49">
                  <c:v>1.8815758664451394</c:v>
                </c:pt>
                <c:pt idx="50">
                  <c:v>1.8019698128539168</c:v>
                </c:pt>
                <c:pt idx="51">
                  <c:v>1.7329653047731626</c:v>
                </c:pt>
                <c:pt idx="52">
                  <c:v>1.6887690096270851</c:v>
                </c:pt>
                <c:pt idx="53">
                  <c:v>1.6664874543671979</c:v>
                </c:pt>
                <c:pt idx="54">
                  <c:v>1.6634551473564678</c:v>
                </c:pt>
                <c:pt idx="55">
                  <c:v>1.657680000300862</c:v>
                </c:pt>
                <c:pt idx="56">
                  <c:v>1.6565285350782664</c:v>
                </c:pt>
                <c:pt idx="57">
                  <c:v>1.656567331662762</c:v>
                </c:pt>
                <c:pt idx="58">
                  <c:v>1.6662122651349729</c:v>
                </c:pt>
                <c:pt idx="59">
                  <c:v>1.6740293223544414</c:v>
                </c:pt>
                <c:pt idx="60">
                  <c:v>1.6842868036226761</c:v>
                </c:pt>
                <c:pt idx="61">
                  <c:v>1.6981022728007364</c:v>
                </c:pt>
                <c:pt idx="62">
                  <c:v>1.7123819101278093</c:v>
                </c:pt>
                <c:pt idx="63">
                  <c:v>1.7316879934695546</c:v>
                </c:pt>
                <c:pt idx="64">
                  <c:v>1.7603659190039829</c:v>
                </c:pt>
                <c:pt idx="65">
                  <c:v>1.7844169419595013</c:v>
                </c:pt>
                <c:pt idx="66">
                  <c:v>1.8079360018131281</c:v>
                </c:pt>
                <c:pt idx="67">
                  <c:v>1.8200539164518776</c:v>
                </c:pt>
                <c:pt idx="68">
                  <c:v>1.8169152082735547</c:v>
                </c:pt>
                <c:pt idx="69">
                  <c:v>1.8093108601469299</c:v>
                </c:pt>
                <c:pt idx="70">
                  <c:v>1.7830953094626305</c:v>
                </c:pt>
                <c:pt idx="71">
                  <c:v>1.7624620068536847</c:v>
                </c:pt>
                <c:pt idx="72">
                  <c:v>1.7404882367947712</c:v>
                </c:pt>
                <c:pt idx="73">
                  <c:v>1.725828838948843</c:v>
                </c:pt>
                <c:pt idx="74">
                  <c:v>1.7072393463164801</c:v>
                </c:pt>
                <c:pt idx="75">
                  <c:v>1.6893184401277248</c:v>
                </c:pt>
                <c:pt idx="76">
                  <c:v>1.6769253517971405</c:v>
                </c:pt>
                <c:pt idx="77">
                  <c:v>1.6720494377735418</c:v>
                </c:pt>
                <c:pt idx="78">
                  <c:v>1.6677621082640566</c:v>
                </c:pt>
                <c:pt idx="79">
                  <c:v>1.6611642568286962</c:v>
                </c:pt>
                <c:pt idx="80">
                  <c:v>1.6548466219418376</c:v>
                </c:pt>
                <c:pt idx="81">
                  <c:v>1.647218869987354</c:v>
                </c:pt>
                <c:pt idx="82">
                  <c:v>1.6428259784913539</c:v>
                </c:pt>
                <c:pt idx="83">
                  <c:v>1.6478340596497372</c:v>
                </c:pt>
                <c:pt idx="84">
                  <c:v>1.6462075363495947</c:v>
                </c:pt>
                <c:pt idx="85">
                  <c:v>1.6406993343491361</c:v>
                </c:pt>
                <c:pt idx="86">
                  <c:v>1.6399530809196827</c:v>
                </c:pt>
                <c:pt idx="87">
                  <c:v>1.6396617374516944</c:v>
                </c:pt>
                <c:pt idx="88">
                  <c:v>1.638742395154581</c:v>
                </c:pt>
                <c:pt idx="89">
                  <c:v>1.6389856139187693</c:v>
                </c:pt>
                <c:pt idx="90">
                  <c:v>1.6359466012296056</c:v>
                </c:pt>
                <c:pt idx="91">
                  <c:v>1.6303116090694216</c:v>
                </c:pt>
                <c:pt idx="92">
                  <c:v>1.6272497345235117</c:v>
                </c:pt>
                <c:pt idx="93">
                  <c:v>1.6228912999580036</c:v>
                </c:pt>
                <c:pt idx="94">
                  <c:v>1.6186629034938032</c:v>
                </c:pt>
                <c:pt idx="95">
                  <c:v>1.6117593628676172</c:v>
                </c:pt>
                <c:pt idx="96">
                  <c:v>1.6085325581589784</c:v>
                </c:pt>
                <c:pt idx="97">
                  <c:v>1.6128205928136761</c:v>
                </c:pt>
                <c:pt idx="98">
                  <c:v>1.6149884471572649</c:v>
                </c:pt>
                <c:pt idx="99">
                  <c:v>1.6113492597366141</c:v>
                </c:pt>
                <c:pt idx="100">
                  <c:v>1.6101098465886856</c:v>
                </c:pt>
                <c:pt idx="101">
                  <c:v>1.6106508027202149</c:v>
                </c:pt>
                <c:pt idx="102">
                  <c:v>1.6175298614039613</c:v>
                </c:pt>
                <c:pt idx="103">
                  <c:v>1.6251078472009146</c:v>
                </c:pt>
                <c:pt idx="104">
                  <c:v>1.6297158507226157</c:v>
                </c:pt>
                <c:pt idx="105">
                  <c:v>1.6323422990714556</c:v>
                </c:pt>
                <c:pt idx="106">
                  <c:v>1.6397115405176517</c:v>
                </c:pt>
                <c:pt idx="107">
                  <c:v>1.6561593536801384</c:v>
                </c:pt>
                <c:pt idx="108">
                  <c:v>1.6858843557501182</c:v>
                </c:pt>
                <c:pt idx="109">
                  <c:v>1.7235228004255829</c:v>
                </c:pt>
                <c:pt idx="110">
                  <c:v>1.7389522712342647</c:v>
                </c:pt>
                <c:pt idx="111">
                  <c:v>1.7211850905868002</c:v>
                </c:pt>
                <c:pt idx="112">
                  <c:v>1.6913104073621172</c:v>
                </c:pt>
                <c:pt idx="113">
                  <c:v>1.6632233313536948</c:v>
                </c:pt>
                <c:pt idx="114">
                  <c:v>1.6503220217525683</c:v>
                </c:pt>
                <c:pt idx="115">
                  <c:v>1.6434197107597686</c:v>
                </c:pt>
                <c:pt idx="116">
                  <c:v>1.6445612223623483</c:v>
                </c:pt>
                <c:pt idx="117">
                  <c:v>1.6473974096469273</c:v>
                </c:pt>
                <c:pt idx="118">
                  <c:v>1.6545503638254027</c:v>
                </c:pt>
                <c:pt idx="119">
                  <c:v>1.6580500403055565</c:v>
                </c:pt>
                <c:pt idx="120">
                  <c:v>1.6635750803189535</c:v>
                </c:pt>
                <c:pt idx="121">
                  <c:v>1.6882510406466993</c:v>
                </c:pt>
                <c:pt idx="122">
                  <c:v>1.7136367577971732</c:v>
                </c:pt>
                <c:pt idx="123">
                  <c:v>1.7372487647254522</c:v>
                </c:pt>
                <c:pt idx="124">
                  <c:v>1.7390100970267377</c:v>
                </c:pt>
                <c:pt idx="125">
                  <c:v>1.7242073235394888</c:v>
                </c:pt>
                <c:pt idx="126">
                  <c:v>1.7049777688499959</c:v>
                </c:pt>
                <c:pt idx="127">
                  <c:v>1.6872773186386716</c:v>
                </c:pt>
                <c:pt idx="128">
                  <c:v>1.6779383132907884</c:v>
                </c:pt>
                <c:pt idx="129">
                  <c:v>1.669341423743429</c:v>
                </c:pt>
                <c:pt idx="130">
                  <c:v>1.6686149415755918</c:v>
                </c:pt>
                <c:pt idx="131">
                  <c:v>1.6750334025150071</c:v>
                </c:pt>
                <c:pt idx="132">
                  <c:v>1.6687943553821221</c:v>
                </c:pt>
                <c:pt idx="133">
                  <c:v>1.6542427884196989</c:v>
                </c:pt>
                <c:pt idx="134">
                  <c:v>1.6548495046842466</c:v>
                </c:pt>
                <c:pt idx="135">
                  <c:v>1.6557954715551182</c:v>
                </c:pt>
                <c:pt idx="136">
                  <c:v>1.6450206817730866</c:v>
                </c:pt>
                <c:pt idx="137">
                  <c:v>1.6230559601064505</c:v>
                </c:pt>
                <c:pt idx="138">
                  <c:v>1.6064644653512079</c:v>
                </c:pt>
                <c:pt idx="139">
                  <c:v>1.6133038095961538</c:v>
                </c:pt>
                <c:pt idx="140">
                  <c:v>1.6195558854037941</c:v>
                </c:pt>
                <c:pt idx="141">
                  <c:v>1.6252932188045934</c:v>
                </c:pt>
                <c:pt idx="142">
                  <c:v>1.6176248850632731</c:v>
                </c:pt>
                <c:pt idx="143">
                  <c:v>1.614245028877775</c:v>
                </c:pt>
                <c:pt idx="144">
                  <c:v>1.6300000533812409</c:v>
                </c:pt>
                <c:pt idx="145">
                  <c:v>1.6379071885307941</c:v>
                </c:pt>
                <c:pt idx="146">
                  <c:v>1.634279707880445</c:v>
                </c:pt>
                <c:pt idx="147">
                  <c:v>1.6271433236431747</c:v>
                </c:pt>
                <c:pt idx="148">
                  <c:v>1.6187076287372153</c:v>
                </c:pt>
                <c:pt idx="149">
                  <c:v>1.6207352281441194</c:v>
                </c:pt>
                <c:pt idx="150">
                  <c:v>1.6154231497549094</c:v>
                </c:pt>
                <c:pt idx="151">
                  <c:v>1.6216072421824377</c:v>
                </c:pt>
                <c:pt idx="152">
                  <c:v>1.6232218693137712</c:v>
                </c:pt>
                <c:pt idx="153">
                  <c:v>1.619050307942159</c:v>
                </c:pt>
                <c:pt idx="154">
                  <c:v>1.6188661620867686</c:v>
                </c:pt>
                <c:pt idx="155">
                  <c:v>1.621528186274205</c:v>
                </c:pt>
                <c:pt idx="156">
                  <c:v>1.626257876879952</c:v>
                </c:pt>
                <c:pt idx="157">
                  <c:v>1.6244528391733706</c:v>
                </c:pt>
                <c:pt idx="158">
                  <c:v>1.6243075695469766</c:v>
                </c:pt>
                <c:pt idx="159">
                  <c:v>1.6253183262477442</c:v>
                </c:pt>
                <c:pt idx="160">
                  <c:v>1.6306820103881916</c:v>
                </c:pt>
                <c:pt idx="161">
                  <c:v>1.6279724656296295</c:v>
                </c:pt>
                <c:pt idx="162">
                  <c:v>1.6257709886802554</c:v>
                </c:pt>
                <c:pt idx="163">
                  <c:v>1.6273222013062383</c:v>
                </c:pt>
                <c:pt idx="164">
                  <c:v>1.636887066802295</c:v>
                </c:pt>
                <c:pt idx="165">
                  <c:v>1.633499257822038</c:v>
                </c:pt>
                <c:pt idx="166">
                  <c:v>1.6284523237452442</c:v>
                </c:pt>
                <c:pt idx="167">
                  <c:v>1.632775262116656</c:v>
                </c:pt>
                <c:pt idx="168">
                  <c:v>1.6337936899426075</c:v>
                </c:pt>
                <c:pt idx="169">
                  <c:v>1.6416716693773252</c:v>
                </c:pt>
                <c:pt idx="170">
                  <c:v>1.6482099739219818</c:v>
                </c:pt>
                <c:pt idx="171">
                  <c:v>1.6491991625034996</c:v>
                </c:pt>
                <c:pt idx="172">
                  <c:v>1.6536255280003023</c:v>
                </c:pt>
                <c:pt idx="173">
                  <c:v>1.6583555488393442</c:v>
                </c:pt>
                <c:pt idx="174">
                  <c:v>1.6561555734801872</c:v>
                </c:pt>
                <c:pt idx="175">
                  <c:v>1.6549069303116681</c:v>
                </c:pt>
                <c:pt idx="176">
                  <c:v>1.6544341489013068</c:v>
                </c:pt>
                <c:pt idx="177">
                  <c:v>1.6598556199832513</c:v>
                </c:pt>
                <c:pt idx="178">
                  <c:v>1.6683640186628901</c:v>
                </c:pt>
                <c:pt idx="179">
                  <c:v>1.673265364535288</c:v>
                </c:pt>
                <c:pt idx="180">
                  <c:v>1.6774471903347226</c:v>
                </c:pt>
                <c:pt idx="181">
                  <c:v>1.6791112475626453</c:v>
                </c:pt>
                <c:pt idx="182">
                  <c:v>1.6798185761993822</c:v>
                </c:pt>
                <c:pt idx="183">
                  <c:v>1.6863013588144344</c:v>
                </c:pt>
                <c:pt idx="184">
                  <c:v>1.6929313322366379</c:v>
                </c:pt>
                <c:pt idx="185">
                  <c:v>1.6996234283692433</c:v>
                </c:pt>
                <c:pt idx="186">
                  <c:v>1.709947492439911</c:v>
                </c:pt>
                <c:pt idx="187">
                  <c:v>1.7196941766179035</c:v>
                </c:pt>
                <c:pt idx="188">
                  <c:v>1.7231336302003741</c:v>
                </c:pt>
                <c:pt idx="189">
                  <c:v>1.7211330147387547</c:v>
                </c:pt>
                <c:pt idx="190">
                  <c:v>1.7169839014609953</c:v>
                </c:pt>
                <c:pt idx="191">
                  <c:v>1.7191225699802426</c:v>
                </c:pt>
                <c:pt idx="192">
                  <c:v>1.7140403184238413</c:v>
                </c:pt>
                <c:pt idx="193">
                  <c:v>1.7175955556845752</c:v>
                </c:pt>
                <c:pt idx="194">
                  <c:v>1.7214781823487022</c:v>
                </c:pt>
                <c:pt idx="195">
                  <c:v>1.7294432462458147</c:v>
                </c:pt>
                <c:pt idx="196">
                  <c:v>1.7420097808730366</c:v>
                </c:pt>
                <c:pt idx="197">
                  <c:v>1.7446213745512558</c:v>
                </c:pt>
                <c:pt idx="198">
                  <c:v>1.7394841255534246</c:v>
                </c:pt>
                <c:pt idx="199">
                  <c:v>1.727745272115965</c:v>
                </c:pt>
                <c:pt idx="200">
                  <c:v>1.7165990903152784</c:v>
                </c:pt>
                <c:pt idx="201">
                  <c:v>1.7084191960620398</c:v>
                </c:pt>
                <c:pt idx="202">
                  <c:v>1.6981073234275987</c:v>
                </c:pt>
                <c:pt idx="203">
                  <c:v>1.7049760127858875</c:v>
                </c:pt>
                <c:pt idx="204">
                  <c:v>1.7145926549774753</c:v>
                </c:pt>
                <c:pt idx="205">
                  <c:v>1.7223012558127275</c:v>
                </c:pt>
                <c:pt idx="206">
                  <c:v>1.7300721425324816</c:v>
                </c:pt>
                <c:pt idx="207">
                  <c:v>1.7342768670970896</c:v>
                </c:pt>
                <c:pt idx="208">
                  <c:v>1.7349806758354136</c:v>
                </c:pt>
                <c:pt idx="209">
                  <c:v>1.7398278323666798</c:v>
                </c:pt>
                <c:pt idx="210">
                  <c:v>1.7465842035537515</c:v>
                </c:pt>
                <c:pt idx="211">
                  <c:v>1.7516355141929765</c:v>
                </c:pt>
                <c:pt idx="212">
                  <c:v>1.7563360471413385</c:v>
                </c:pt>
                <c:pt idx="213">
                  <c:v>1.7564119153270021</c:v>
                </c:pt>
                <c:pt idx="214">
                  <c:v>1.7610067736210204</c:v>
                </c:pt>
                <c:pt idx="215">
                  <c:v>1.76860774948294</c:v>
                </c:pt>
                <c:pt idx="216">
                  <c:v>1.7741245258937712</c:v>
                </c:pt>
                <c:pt idx="217">
                  <c:v>1.7825971467097386</c:v>
                </c:pt>
                <c:pt idx="218">
                  <c:v>1.7844042299201994</c:v>
                </c:pt>
                <c:pt idx="219">
                  <c:v>1.778703766095493</c:v>
                </c:pt>
                <c:pt idx="220">
                  <c:v>1.7682478806637265</c:v>
                </c:pt>
                <c:pt idx="221">
                  <c:v>1.7594529521520084</c:v>
                </c:pt>
                <c:pt idx="222">
                  <c:v>1.7468657643460179</c:v>
                </c:pt>
                <c:pt idx="223">
                  <c:v>1.7340871810925416</c:v>
                </c:pt>
                <c:pt idx="224">
                  <c:v>1.7197642560081634</c:v>
                </c:pt>
                <c:pt idx="225">
                  <c:v>1.7054440582622912</c:v>
                </c:pt>
                <c:pt idx="226">
                  <c:v>1.6879697207304827</c:v>
                </c:pt>
                <c:pt idx="227">
                  <c:v>1.6744329373724753</c:v>
                </c:pt>
                <c:pt idx="228">
                  <c:v>1.6625732651702805</c:v>
                </c:pt>
                <c:pt idx="229">
                  <c:v>1.6463728783326679</c:v>
                </c:pt>
                <c:pt idx="230">
                  <c:v>1.6373106628772149</c:v>
                </c:pt>
                <c:pt idx="231">
                  <c:v>1.6307161351428399</c:v>
                </c:pt>
                <c:pt idx="232">
                  <c:v>1.6271371774187935</c:v>
                </c:pt>
                <c:pt idx="233">
                  <c:v>1.6289485070409158</c:v>
                </c:pt>
                <c:pt idx="234">
                  <c:v>1.6276355480244062</c:v>
                </c:pt>
                <c:pt idx="235">
                  <c:v>1.6233838429172371</c:v>
                </c:pt>
                <c:pt idx="236">
                  <c:v>1.6286393620557873</c:v>
                </c:pt>
                <c:pt idx="237">
                  <c:v>1.6247675029396202</c:v>
                </c:pt>
                <c:pt idx="238">
                  <c:v>1.6209694354244566</c:v>
                </c:pt>
                <c:pt idx="239">
                  <c:v>1.6220787473382421</c:v>
                </c:pt>
                <c:pt idx="240">
                  <c:v>1.6282677272185337</c:v>
                </c:pt>
                <c:pt idx="241">
                  <c:v>1.6314640203132793</c:v>
                </c:pt>
                <c:pt idx="242">
                  <c:v>1.6338229719231148</c:v>
                </c:pt>
                <c:pt idx="243">
                  <c:v>1.6395106732022504</c:v>
                </c:pt>
                <c:pt idx="244">
                  <c:v>1.6395212134720016</c:v>
                </c:pt>
                <c:pt idx="245">
                  <c:v>1.6411212170960208</c:v>
                </c:pt>
                <c:pt idx="246">
                  <c:v>1.6421803218936999</c:v>
                </c:pt>
                <c:pt idx="247">
                  <c:v>1.6455819812468515</c:v>
                </c:pt>
                <c:pt idx="248">
                  <c:v>1.6656373950153389</c:v>
                </c:pt>
                <c:pt idx="249">
                  <c:v>1.7116899742477083</c:v>
                </c:pt>
                <c:pt idx="250">
                  <c:v>1.7447497070947229</c:v>
                </c:pt>
                <c:pt idx="251">
                  <c:v>1.8180012173720177</c:v>
                </c:pt>
                <c:pt idx="252">
                  <c:v>1.8775079517069315</c:v>
                </c:pt>
                <c:pt idx="253">
                  <c:v>1.9396585726512003</c:v>
                </c:pt>
                <c:pt idx="254">
                  <c:v>2.0243874226772336</c:v>
                </c:pt>
                <c:pt idx="255">
                  <c:v>2.1163711796125986</c:v>
                </c:pt>
                <c:pt idx="256">
                  <c:v>2.2338491333932398</c:v>
                </c:pt>
                <c:pt idx="257">
                  <c:v>2.3612830071674757</c:v>
                </c:pt>
                <c:pt idx="258">
                  <c:v>2.4832170746371398</c:v>
                </c:pt>
                <c:pt idx="259">
                  <c:v>2.6</c:v>
                </c:pt>
                <c:pt idx="260">
                  <c:v>2.4221056706760051</c:v>
                </c:pt>
                <c:pt idx="261">
                  <c:v>2.0930197539496209</c:v>
                </c:pt>
                <c:pt idx="262">
                  <c:v>1.8052747876685387</c:v>
                </c:pt>
                <c:pt idx="263">
                  <c:v>1.720362320160387</c:v>
                </c:pt>
                <c:pt idx="264">
                  <c:v>1.6815067521131204</c:v>
                </c:pt>
                <c:pt idx="265">
                  <c:v>1.6566141975949444</c:v>
                </c:pt>
                <c:pt idx="266">
                  <c:v>1.6536498331708016</c:v>
                </c:pt>
                <c:pt idx="267">
                  <c:v>1.6489128968580564</c:v>
                </c:pt>
                <c:pt idx="268">
                  <c:v>1.6446816098812516</c:v>
                </c:pt>
                <c:pt idx="269">
                  <c:v>1.6392989897751691</c:v>
                </c:pt>
                <c:pt idx="270">
                  <c:v>1.6441727825354855</c:v>
                </c:pt>
                <c:pt idx="271">
                  <c:v>1.6664583161353013</c:v>
                </c:pt>
                <c:pt idx="272">
                  <c:v>1.6721142567416698</c:v>
                </c:pt>
                <c:pt idx="273">
                  <c:v>1.6710926625611859</c:v>
                </c:pt>
                <c:pt idx="274">
                  <c:v>1.6951975951308105</c:v>
                </c:pt>
                <c:pt idx="275">
                  <c:v>1.7481544201345771</c:v>
                </c:pt>
                <c:pt idx="276">
                  <c:v>1.830977179123263</c:v>
                </c:pt>
                <c:pt idx="277">
                  <c:v>2.0200039136919039</c:v>
                </c:pt>
                <c:pt idx="278">
                  <c:v>2.4807618172857833</c:v>
                </c:pt>
                <c:pt idx="279">
                  <c:v>2.6591643795356177</c:v>
                </c:pt>
                <c:pt idx="280">
                  <c:v>2.4975335038383522</c:v>
                </c:pt>
                <c:pt idx="281">
                  <c:v>2.1314091802183008</c:v>
                </c:pt>
                <c:pt idx="282">
                  <c:v>1.8497994512626006</c:v>
                </c:pt>
                <c:pt idx="283">
                  <c:v>1.7318509500027099</c:v>
                </c:pt>
                <c:pt idx="284">
                  <c:v>1.6769301693181473</c:v>
                </c:pt>
                <c:pt idx="285">
                  <c:v>1.6365222716793419</c:v>
                </c:pt>
                <c:pt idx="286">
                  <c:v>1.6014829116391434</c:v>
                </c:pt>
                <c:pt idx="287">
                  <c:v>1.6413772178312678</c:v>
                </c:pt>
                <c:pt idx="288">
                  <c:v>1.6444216851974427</c:v>
                </c:pt>
                <c:pt idx="289">
                  <c:v>1.6349372723022007</c:v>
                </c:pt>
                <c:pt idx="290">
                  <c:v>1.621617698922591</c:v>
                </c:pt>
                <c:pt idx="291">
                  <c:v>1.6208739766342151</c:v>
                </c:pt>
                <c:pt idx="292">
                  <c:v>1.6161810740175118</c:v>
                </c:pt>
                <c:pt idx="293">
                  <c:v>1.61063711357887</c:v>
                </c:pt>
                <c:pt idx="294">
                  <c:v>1.5924811725839916</c:v>
                </c:pt>
                <c:pt idx="295">
                  <c:v>1.6011602440862289</c:v>
                </c:pt>
                <c:pt idx="296">
                  <c:v>1.6068358816517223</c:v>
                </c:pt>
                <c:pt idx="297">
                  <c:v>1.6071838460462948</c:v>
                </c:pt>
                <c:pt idx="298">
                  <c:v>1.6033399504056416</c:v>
                </c:pt>
                <c:pt idx="299">
                  <c:v>1.6106630718583921</c:v>
                </c:pt>
                <c:pt idx="300">
                  <c:v>1.6069793223684277</c:v>
                </c:pt>
                <c:pt idx="301">
                  <c:v>1.6010134132576517</c:v>
                </c:pt>
                <c:pt idx="302">
                  <c:v>1.5988046047649045</c:v>
                </c:pt>
                <c:pt idx="303">
                  <c:v>1.5921303487575957</c:v>
                </c:pt>
                <c:pt idx="304">
                  <c:v>1.6029311458685065</c:v>
                </c:pt>
                <c:pt idx="305">
                  <c:v>1.6041257745252846</c:v>
                </c:pt>
                <c:pt idx="306">
                  <c:v>1.6232305952429498</c:v>
                </c:pt>
                <c:pt idx="307">
                  <c:v>1.6278321203644259</c:v>
                </c:pt>
                <c:pt idx="308">
                  <c:v>1.6247959107731704</c:v>
                </c:pt>
                <c:pt idx="309">
                  <c:v>1.6187749633060304</c:v>
                </c:pt>
                <c:pt idx="310">
                  <c:v>1.6135539108107162</c:v>
                </c:pt>
                <c:pt idx="311">
                  <c:v>1.6045023060424084</c:v>
                </c:pt>
                <c:pt idx="312">
                  <c:v>1.5997314150390913</c:v>
                </c:pt>
                <c:pt idx="313">
                  <c:v>1.6070527871355966</c:v>
                </c:pt>
                <c:pt idx="314">
                  <c:v>1.6101895396529222</c:v>
                </c:pt>
                <c:pt idx="315">
                  <c:v>1.6118475905199765</c:v>
                </c:pt>
                <c:pt idx="316">
                  <c:v>1.6095311127395022</c:v>
                </c:pt>
                <c:pt idx="317">
                  <c:v>1.6124118737486879</c:v>
                </c:pt>
                <c:pt idx="318">
                  <c:v>1.6198688688653378</c:v>
                </c:pt>
                <c:pt idx="319">
                  <c:v>1.6283197273071761</c:v>
                </c:pt>
                <c:pt idx="320">
                  <c:v>1.6288035676478165</c:v>
                </c:pt>
                <c:pt idx="321">
                  <c:v>1.6544846435146345</c:v>
                </c:pt>
                <c:pt idx="322">
                  <c:v>1.6885255694123349</c:v>
                </c:pt>
                <c:pt idx="323">
                  <c:v>1.7293703151939268</c:v>
                </c:pt>
                <c:pt idx="324">
                  <c:v>1.7387805032997838</c:v>
                </c:pt>
                <c:pt idx="325">
                  <c:v>1.7150413759784853</c:v>
                </c:pt>
                <c:pt idx="326">
                  <c:v>1.6874618530038206</c:v>
                </c:pt>
                <c:pt idx="327">
                  <c:v>1.6837759132900922</c:v>
                </c:pt>
                <c:pt idx="328">
                  <c:v>1.6979862793272027</c:v>
                </c:pt>
                <c:pt idx="329">
                  <c:v>1.731858922222957</c:v>
                </c:pt>
                <c:pt idx="330">
                  <c:v>1.7926953389769398</c:v>
                </c:pt>
                <c:pt idx="331">
                  <c:v>1.891764332839853</c:v>
                </c:pt>
                <c:pt idx="332">
                  <c:v>1.9746186699017199</c:v>
                </c:pt>
                <c:pt idx="333">
                  <c:v>2.0003183728689149</c:v>
                </c:pt>
                <c:pt idx="334">
                  <c:v>1.9560321144031314</c:v>
                </c:pt>
                <c:pt idx="335">
                  <c:v>1.8679734560187056</c:v>
                </c:pt>
                <c:pt idx="336">
                  <c:v>1.7767485518842663</c:v>
                </c:pt>
                <c:pt idx="337">
                  <c:v>1.704914923511442</c:v>
                </c:pt>
                <c:pt idx="338">
                  <c:v>1.668691143879647</c:v>
                </c:pt>
                <c:pt idx="339">
                  <c:v>1.6456391232621492</c:v>
                </c:pt>
                <c:pt idx="340">
                  <c:v>1.627902357101138</c:v>
                </c:pt>
                <c:pt idx="341">
                  <c:v>1.6151296063504128</c:v>
                </c:pt>
                <c:pt idx="342">
                  <c:v>1.6142866285601791</c:v>
                </c:pt>
                <c:pt idx="343">
                  <c:v>1.6123211887721054</c:v>
                </c:pt>
                <c:pt idx="344">
                  <c:v>1.6079759455698139</c:v>
                </c:pt>
                <c:pt idx="345">
                  <c:v>1.6117915052512222</c:v>
                </c:pt>
                <c:pt idx="346">
                  <c:v>1.6091563144615393</c:v>
                </c:pt>
                <c:pt idx="347">
                  <c:v>1.6034689723111115</c:v>
                </c:pt>
                <c:pt idx="348">
                  <c:v>1.6022175957336222</c:v>
                </c:pt>
                <c:pt idx="349">
                  <c:v>1.6045178032110425</c:v>
                </c:pt>
                <c:pt idx="350">
                  <c:v>1.6045498834330862</c:v>
                </c:pt>
                <c:pt idx="351">
                  <c:v>1.6034962398685204</c:v>
                </c:pt>
                <c:pt idx="352">
                  <c:v>1.6000820591948999</c:v>
                </c:pt>
                <c:pt idx="353">
                  <c:v>1.6001921243433923</c:v>
                </c:pt>
                <c:pt idx="354">
                  <c:v>1.6022481891773832</c:v>
                </c:pt>
                <c:pt idx="355">
                  <c:v>1.6008355500299907</c:v>
                </c:pt>
                <c:pt idx="356">
                  <c:v>1.6075479855590302</c:v>
                </c:pt>
                <c:pt idx="357">
                  <c:v>1.6123327032300765</c:v>
                </c:pt>
                <c:pt idx="358">
                  <c:v>1.6039954807359924</c:v>
                </c:pt>
                <c:pt idx="359">
                  <c:v>1.5952961214969785</c:v>
                </c:pt>
                <c:pt idx="360">
                  <c:v>1.6066938963897002</c:v>
                </c:pt>
                <c:pt idx="361">
                  <c:v>1.6114135289634337</c:v>
                </c:pt>
                <c:pt idx="362">
                  <c:v>1.6119539761471793</c:v>
                </c:pt>
                <c:pt idx="363">
                  <c:v>1.6119861816636201</c:v>
                </c:pt>
                <c:pt idx="364">
                  <c:v>1.615632112642406</c:v>
                </c:pt>
                <c:pt idx="365">
                  <c:v>1.6155116046854774</c:v>
                </c:pt>
                <c:pt idx="366">
                  <c:v>1.6135326369876086</c:v>
                </c:pt>
                <c:pt idx="367">
                  <c:v>1.6177028628569254</c:v>
                </c:pt>
                <c:pt idx="368">
                  <c:v>1.6153889317579191</c:v>
                </c:pt>
                <c:pt idx="369">
                  <c:v>1.6151107150633999</c:v>
                </c:pt>
                <c:pt idx="370">
                  <c:v>1.6159125826935252</c:v>
                </c:pt>
                <c:pt idx="371">
                  <c:v>1.617809467992142</c:v>
                </c:pt>
                <c:pt idx="372">
                  <c:v>1.616535146271127</c:v>
                </c:pt>
                <c:pt idx="373">
                  <c:v>1.6171566142512095</c:v>
                </c:pt>
                <c:pt idx="374">
                  <c:v>1.6168765297960257</c:v>
                </c:pt>
                <c:pt idx="375">
                  <c:v>1.6105207646189075</c:v>
                </c:pt>
                <c:pt idx="376">
                  <c:v>1.6075403979634444</c:v>
                </c:pt>
                <c:pt idx="377">
                  <c:v>1.6072844627892191</c:v>
                </c:pt>
                <c:pt idx="378">
                  <c:v>1.6083746687643501</c:v>
                </c:pt>
                <c:pt idx="379">
                  <c:v>1.6099725511250871</c:v>
                </c:pt>
                <c:pt idx="380">
                  <c:v>1.612577355595274</c:v>
                </c:pt>
                <c:pt idx="381">
                  <c:v>1.6055558920589663</c:v>
                </c:pt>
                <c:pt idx="382">
                  <c:v>1.6011290433531513</c:v>
                </c:pt>
                <c:pt idx="383">
                  <c:v>1.6103508450196033</c:v>
                </c:pt>
                <c:pt idx="384">
                  <c:v>1.6068892531798127</c:v>
                </c:pt>
                <c:pt idx="385">
                  <c:v>1.6088549960054981</c:v>
                </c:pt>
                <c:pt idx="386">
                  <c:v>1.6057794172634903</c:v>
                </c:pt>
                <c:pt idx="387">
                  <c:v>1.6060073792494576</c:v>
                </c:pt>
                <c:pt idx="388">
                  <c:v>1.6023772557614755</c:v>
                </c:pt>
                <c:pt idx="389">
                  <c:v>1.6015269056343442</c:v>
                </c:pt>
                <c:pt idx="390">
                  <c:v>1.6009035803955016</c:v>
                </c:pt>
                <c:pt idx="391">
                  <c:v>1.6007519347776267</c:v>
                </c:pt>
                <c:pt idx="392">
                  <c:v>1.6046114432899765</c:v>
                </c:pt>
                <c:pt idx="393">
                  <c:v>1.6036334469461486</c:v>
                </c:pt>
                <c:pt idx="394">
                  <c:v>1.6013916649017317</c:v>
                </c:pt>
                <c:pt idx="395">
                  <c:v>1.6010776637874391</c:v>
                </c:pt>
                <c:pt idx="396">
                  <c:v>1.6068907732242432</c:v>
                </c:pt>
                <c:pt idx="397">
                  <c:v>1.6037930902195188</c:v>
                </c:pt>
                <c:pt idx="398">
                  <c:v>1.6076474382295904</c:v>
                </c:pt>
                <c:pt idx="399">
                  <c:v>1.6062316494214437</c:v>
                </c:pt>
                <c:pt idx="400">
                  <c:v>1.6040024260763834</c:v>
                </c:pt>
                <c:pt idx="401">
                  <c:v>1.6104094925102157</c:v>
                </c:pt>
                <c:pt idx="402">
                  <c:v>1.6121497044497484</c:v>
                </c:pt>
                <c:pt idx="403">
                  <c:v>1.6163722130485572</c:v>
                </c:pt>
                <c:pt idx="404">
                  <c:v>1.6214946850777194</c:v>
                </c:pt>
                <c:pt idx="405">
                  <c:v>1.6163777473700687</c:v>
                </c:pt>
                <c:pt idx="406">
                  <c:v>1.6090181516499047</c:v>
                </c:pt>
                <c:pt idx="407">
                  <c:v>1.6131670968971934</c:v>
                </c:pt>
                <c:pt idx="408">
                  <c:v>1.6141245296623161</c:v>
                </c:pt>
                <c:pt idx="409">
                  <c:v>1.6159010051027183</c:v>
                </c:pt>
                <c:pt idx="410">
                  <c:v>1.6140300217497088</c:v>
                </c:pt>
                <c:pt idx="411">
                  <c:v>1.6053699886825554</c:v>
                </c:pt>
                <c:pt idx="412">
                  <c:v>1.6042829500332316</c:v>
                </c:pt>
                <c:pt idx="413">
                  <c:v>1.6041449639935372</c:v>
                </c:pt>
                <c:pt idx="414">
                  <c:v>1.605784704881305</c:v>
                </c:pt>
                <c:pt idx="415">
                  <c:v>1.6010943558663995</c:v>
                </c:pt>
                <c:pt idx="416">
                  <c:v>1.5946134549740811</c:v>
                </c:pt>
                <c:pt idx="417">
                  <c:v>1.597827236835611</c:v>
                </c:pt>
                <c:pt idx="418">
                  <c:v>1.6033909071027634</c:v>
                </c:pt>
                <c:pt idx="419">
                  <c:v>1.5987403632194053</c:v>
                </c:pt>
                <c:pt idx="420">
                  <c:v>1.6063861519822515</c:v>
                </c:pt>
                <c:pt idx="421">
                  <c:v>1.6001474602447385</c:v>
                </c:pt>
                <c:pt idx="422">
                  <c:v>1.6055089678503203</c:v>
                </c:pt>
                <c:pt idx="423">
                  <c:v>1.6128766975079183</c:v>
                </c:pt>
                <c:pt idx="424">
                  <c:v>1.6155884237487748</c:v>
                </c:pt>
                <c:pt idx="425">
                  <c:v>1.6058220659222426</c:v>
                </c:pt>
                <c:pt idx="426">
                  <c:v>1.6071815548099933</c:v>
                </c:pt>
                <c:pt idx="427">
                  <c:v>1.6025107562131879</c:v>
                </c:pt>
                <c:pt idx="428">
                  <c:v>1.595211003865237</c:v>
                </c:pt>
                <c:pt idx="429">
                  <c:v>1.6119195493261935</c:v>
                </c:pt>
                <c:pt idx="430">
                  <c:v>1.607854660107731</c:v>
                </c:pt>
                <c:pt idx="431">
                  <c:v>1.6001104536658393</c:v>
                </c:pt>
                <c:pt idx="432">
                  <c:v>1.6007319946356748</c:v>
                </c:pt>
                <c:pt idx="433">
                  <c:v>1.5969000820928891</c:v>
                </c:pt>
                <c:pt idx="434">
                  <c:v>1.5893212265197136</c:v>
                </c:pt>
                <c:pt idx="435">
                  <c:v>1.5672422946393363</c:v>
                </c:pt>
                <c:pt idx="436">
                  <c:v>1.574227113449574</c:v>
                </c:pt>
                <c:pt idx="437">
                  <c:v>1.6114127451449956</c:v>
                </c:pt>
                <c:pt idx="438">
                  <c:v>1.6178308263161219</c:v>
                </c:pt>
                <c:pt idx="439">
                  <c:v>1.6242342713533666</c:v>
                </c:pt>
                <c:pt idx="440">
                  <c:v>1.6176421271263606</c:v>
                </c:pt>
                <c:pt idx="441">
                  <c:v>1.5955588701610954</c:v>
                </c:pt>
                <c:pt idx="442">
                  <c:v>1.6123548579990616</c:v>
                </c:pt>
                <c:pt idx="443">
                  <c:v>1.57075774461569</c:v>
                </c:pt>
                <c:pt idx="444">
                  <c:v>1.5724923940667537</c:v>
                </c:pt>
                <c:pt idx="445">
                  <c:v>1.5834338953287577</c:v>
                </c:pt>
                <c:pt idx="446">
                  <c:v>1.5763832823908979</c:v>
                </c:pt>
                <c:pt idx="447">
                  <c:v>1.571904652618817</c:v>
                </c:pt>
                <c:pt idx="448">
                  <c:v>1.5901816202311516</c:v>
                </c:pt>
                <c:pt idx="449">
                  <c:v>1.5979661011501787</c:v>
                </c:pt>
                <c:pt idx="450">
                  <c:v>1.589186123222428</c:v>
                </c:pt>
                <c:pt idx="451">
                  <c:v>1.5943302439866149</c:v>
                </c:pt>
                <c:pt idx="452">
                  <c:v>1.5920191616354136</c:v>
                </c:pt>
                <c:pt idx="453">
                  <c:v>1.5871924601429395</c:v>
                </c:pt>
                <c:pt idx="454">
                  <c:v>1.5951716177171826</c:v>
                </c:pt>
                <c:pt idx="455">
                  <c:v>1.5975173391128252</c:v>
                </c:pt>
                <c:pt idx="456">
                  <c:v>1.6062522652061477</c:v>
                </c:pt>
                <c:pt idx="457">
                  <c:v>1.6006423676804336</c:v>
                </c:pt>
                <c:pt idx="458">
                  <c:v>1.6036045260368985</c:v>
                </c:pt>
                <c:pt idx="459">
                  <c:v>1.5945673495497514</c:v>
                </c:pt>
                <c:pt idx="460">
                  <c:v>1.6012242570180171</c:v>
                </c:pt>
                <c:pt idx="461">
                  <c:v>1.612207171841969</c:v>
                </c:pt>
                <c:pt idx="462">
                  <c:v>1.6101827047949937</c:v>
                </c:pt>
                <c:pt idx="463">
                  <c:v>1.5967187560898906</c:v>
                </c:pt>
                <c:pt idx="464">
                  <c:v>1.5868240198271761</c:v>
                </c:pt>
                <c:pt idx="465">
                  <c:v>1.5957434258942811</c:v>
                </c:pt>
                <c:pt idx="466">
                  <c:v>1.5980722883945857</c:v>
                </c:pt>
                <c:pt idx="467">
                  <c:v>1.5956297960169918</c:v>
                </c:pt>
                <c:pt idx="468">
                  <c:v>1.5954522771668092</c:v>
                </c:pt>
                <c:pt idx="469">
                  <c:v>1.5925109877941424</c:v>
                </c:pt>
                <c:pt idx="470">
                  <c:v>1.6020287410185481</c:v>
                </c:pt>
                <c:pt idx="471">
                  <c:v>1.6024116374182016</c:v>
                </c:pt>
                <c:pt idx="472">
                  <c:v>1.5949745490559462</c:v>
                </c:pt>
                <c:pt idx="473">
                  <c:v>1.594624116167495</c:v>
                </c:pt>
                <c:pt idx="474">
                  <c:v>1.6004318629858894</c:v>
                </c:pt>
                <c:pt idx="475">
                  <c:v>1.6025929493377216</c:v>
                </c:pt>
                <c:pt idx="476">
                  <c:v>1.6018233620121656</c:v>
                </c:pt>
                <c:pt idx="477">
                  <c:v>1.598889140481873</c:v>
                </c:pt>
                <c:pt idx="478">
                  <c:v>1.5975632867050655</c:v>
                </c:pt>
                <c:pt idx="479">
                  <c:v>1.6064351003267399</c:v>
                </c:pt>
                <c:pt idx="480">
                  <c:v>1.6072680696199542</c:v>
                </c:pt>
                <c:pt idx="481">
                  <c:v>1.6027382189641155</c:v>
                </c:pt>
                <c:pt idx="482">
                  <c:v>1.6016647815558038</c:v>
                </c:pt>
                <c:pt idx="483">
                  <c:v>1.5988746547741137</c:v>
                </c:pt>
                <c:pt idx="484">
                  <c:v>1.6003236733682569</c:v>
                </c:pt>
                <c:pt idx="485">
                  <c:v>1.6055978695671107</c:v>
                </c:pt>
                <c:pt idx="486">
                  <c:v>1.6021624224915263</c:v>
                </c:pt>
                <c:pt idx="487">
                  <c:v>1.5994756001511297</c:v>
                </c:pt>
                <c:pt idx="488">
                  <c:v>1.6015378308929844</c:v>
                </c:pt>
                <c:pt idx="489">
                  <c:v>1.6035241460388447</c:v>
                </c:pt>
                <c:pt idx="490">
                  <c:v>1.6083981920589601</c:v>
                </c:pt>
                <c:pt idx="491">
                  <c:v>1.6111270292408608</c:v>
                </c:pt>
                <c:pt idx="492">
                  <c:v>1.6078057404158372</c:v>
                </c:pt>
                <c:pt idx="493">
                  <c:v>1.6059170405321976</c:v>
                </c:pt>
                <c:pt idx="494">
                  <c:v>1.6042563405142267</c:v>
                </c:pt>
                <c:pt idx="495">
                  <c:v>1.6013378043369828</c:v>
                </c:pt>
                <c:pt idx="496">
                  <c:v>1.6090548842763077</c:v>
                </c:pt>
                <c:pt idx="497">
                  <c:v>1.6091310156773324</c:v>
                </c:pt>
                <c:pt idx="498">
                  <c:v>1.6091917164420191</c:v>
                </c:pt>
                <c:pt idx="499">
                  <c:v>1.6090718942048143</c:v>
                </c:pt>
                <c:pt idx="500">
                  <c:v>1.6011214864741183</c:v>
                </c:pt>
                <c:pt idx="501">
                  <c:v>1.6043361035102199</c:v>
                </c:pt>
                <c:pt idx="502">
                  <c:v>1.6117509797983007</c:v>
                </c:pt>
                <c:pt idx="503">
                  <c:v>1.6147929422478069</c:v>
                </c:pt>
                <c:pt idx="504">
                  <c:v>1.613949338956862</c:v>
                </c:pt>
                <c:pt idx="505">
                  <c:v>1.6177020061929077</c:v>
                </c:pt>
                <c:pt idx="506">
                  <c:v>1.6288677008962207</c:v>
                </c:pt>
                <c:pt idx="507">
                  <c:v>1.6391649616786408</c:v>
                </c:pt>
                <c:pt idx="508">
                  <c:v>1.6591851065312406</c:v>
                </c:pt>
                <c:pt idx="509">
                  <c:v>1.6846819258173873</c:v>
                </c:pt>
                <c:pt idx="510">
                  <c:v>1.7220122200927053</c:v>
                </c:pt>
                <c:pt idx="511">
                  <c:v>1.7637813393727848</c:v>
                </c:pt>
                <c:pt idx="512">
                  <c:v>1.7980923145186034</c:v>
                </c:pt>
                <c:pt idx="513">
                  <c:v>1.8217134281156244</c:v>
                </c:pt>
                <c:pt idx="514">
                  <c:v>1.8300181039331358</c:v>
                </c:pt>
                <c:pt idx="515">
                  <c:v>1.8230494665543449</c:v>
                </c:pt>
                <c:pt idx="516">
                  <c:v>1.8144133297511695</c:v>
                </c:pt>
                <c:pt idx="517">
                  <c:v>1.8001676559471955</c:v>
                </c:pt>
                <c:pt idx="518">
                  <c:v>1.7810359124745323</c:v>
                </c:pt>
                <c:pt idx="519">
                  <c:v>1.7557581777263684</c:v>
                </c:pt>
                <c:pt idx="520">
                  <c:v>1.7323486310035012</c:v>
                </c:pt>
                <c:pt idx="521">
                  <c:v>1.7160884175481588</c:v>
                </c:pt>
                <c:pt idx="522">
                  <c:v>1.7015667619520518</c:v>
                </c:pt>
                <c:pt idx="523">
                  <c:v>1.6902381281985233</c:v>
                </c:pt>
                <c:pt idx="524">
                  <c:v>1.6805812597065277</c:v>
                </c:pt>
                <c:pt idx="525">
                  <c:v>1.6808421984008071</c:v>
                </c:pt>
                <c:pt idx="526">
                  <c:v>1.6917673880805955</c:v>
                </c:pt>
                <c:pt idx="527">
                  <c:v>1.7071903319253325</c:v>
                </c:pt>
                <c:pt idx="528">
                  <c:v>1.7026483342690724</c:v>
                </c:pt>
                <c:pt idx="529">
                  <c:v>1.705600798639308</c:v>
                </c:pt>
                <c:pt idx="530">
                  <c:v>1.7103325444616784</c:v>
                </c:pt>
                <c:pt idx="531">
                  <c:v>1.7228672912204503</c:v>
                </c:pt>
                <c:pt idx="532">
                  <c:v>1.7337034577741484</c:v>
                </c:pt>
                <c:pt idx="533">
                  <c:v>1.7528530416149275</c:v>
                </c:pt>
                <c:pt idx="534">
                  <c:v>1.7615446576116334</c:v>
                </c:pt>
                <c:pt idx="535">
                  <c:v>1.762209506591363</c:v>
                </c:pt>
                <c:pt idx="536">
                  <c:v>1.7739061057074759</c:v>
                </c:pt>
                <c:pt idx="537">
                  <c:v>1.7902587767151741</c:v>
                </c:pt>
                <c:pt idx="538">
                  <c:v>1.811369495655901</c:v>
                </c:pt>
                <c:pt idx="539">
                  <c:v>1.8330790790789546</c:v>
                </c:pt>
                <c:pt idx="540">
                  <c:v>1.8724909542495876</c:v>
                </c:pt>
                <c:pt idx="541">
                  <c:v>1.921442531139212</c:v>
                </c:pt>
                <c:pt idx="542">
                  <c:v>1.9708329686521728</c:v>
                </c:pt>
                <c:pt idx="543">
                  <c:v>1.9989176864063603</c:v>
                </c:pt>
                <c:pt idx="544">
                  <c:v>2.0298776250205748</c:v>
                </c:pt>
                <c:pt idx="545">
                  <c:v>2.0906132001816107</c:v>
                </c:pt>
                <c:pt idx="546">
                  <c:v>2.145638583233584</c:v>
                </c:pt>
                <c:pt idx="547">
                  <c:v>2.1888014579621249</c:v>
                </c:pt>
                <c:pt idx="548">
                  <c:v>2.2171187221174309</c:v>
                </c:pt>
                <c:pt idx="549">
                  <c:v>2.2482878343856862</c:v>
                </c:pt>
                <c:pt idx="550">
                  <c:v>2.2802894764454891</c:v>
                </c:pt>
                <c:pt idx="551">
                  <c:v>2.2825413411680113</c:v>
                </c:pt>
                <c:pt idx="552">
                  <c:v>2.281163840967849</c:v>
                </c:pt>
                <c:pt idx="553">
                  <c:v>2.2823787886850053</c:v>
                </c:pt>
                <c:pt idx="554">
                  <c:v>2.2373646804970333</c:v>
                </c:pt>
                <c:pt idx="555">
                  <c:v>2.2004550101969818</c:v>
                </c:pt>
                <c:pt idx="556">
                  <c:v>2.146876965859378</c:v>
                </c:pt>
                <c:pt idx="557">
                  <c:v>2.0839748737995976</c:v>
                </c:pt>
                <c:pt idx="558">
                  <c:v>2.0377105722891709</c:v>
                </c:pt>
                <c:pt idx="559">
                  <c:v>1.9816293440363935</c:v>
                </c:pt>
                <c:pt idx="560">
                  <c:v>1.9205755638426585</c:v>
                </c:pt>
                <c:pt idx="561">
                  <c:v>1.8679452657506201</c:v>
                </c:pt>
                <c:pt idx="562">
                  <c:v>1.8253023103214543</c:v>
                </c:pt>
                <c:pt idx="563">
                  <c:v>1.7847155661003664</c:v>
                </c:pt>
                <c:pt idx="564">
                  <c:v>1.7387028790500119</c:v>
                </c:pt>
                <c:pt idx="565">
                  <c:v>1.7063142035686703</c:v>
                </c:pt>
                <c:pt idx="566">
                  <c:v>1.6789450586282979</c:v>
                </c:pt>
                <c:pt idx="567">
                  <c:v>1.6840241166344836</c:v>
                </c:pt>
                <c:pt idx="568">
                  <c:v>1.6724012644407522</c:v>
                </c:pt>
                <c:pt idx="569">
                  <c:v>1.6700000798776062</c:v>
                </c:pt>
                <c:pt idx="570">
                  <c:v>1.6280012503176455</c:v>
                </c:pt>
                <c:pt idx="571">
                  <c:v>1.5956909134583945</c:v>
                </c:pt>
                <c:pt idx="572">
                  <c:v>1.6198810467037217</c:v>
                </c:pt>
                <c:pt idx="573">
                  <c:v>1.6075779168364714</c:v>
                </c:pt>
                <c:pt idx="574">
                  <c:v>1.6052716335520634</c:v>
                </c:pt>
                <c:pt idx="575">
                  <c:v>1.6342152929624658</c:v>
                </c:pt>
                <c:pt idx="576">
                  <c:v>1.6066787003161289</c:v>
                </c:pt>
                <c:pt idx="577">
                  <c:v>1.5294962949222954</c:v>
                </c:pt>
                <c:pt idx="578">
                  <c:v>1.5653366775838946</c:v>
                </c:pt>
                <c:pt idx="579">
                  <c:v>1.5844305976890072</c:v>
                </c:pt>
                <c:pt idx="580">
                  <c:v>1.6791516214967608</c:v>
                </c:pt>
                <c:pt idx="581">
                  <c:v>1.7214177224600662</c:v>
                </c:pt>
                <c:pt idx="582">
                  <c:v>1.5555831789447354</c:v>
                </c:pt>
                <c:pt idx="583">
                  <c:v>1.5707576610860918</c:v>
                </c:pt>
                <c:pt idx="584">
                  <c:v>1.6489099247584029</c:v>
                </c:pt>
                <c:pt idx="585">
                  <c:v>1.3859907670189657</c:v>
                </c:pt>
                <c:pt idx="586">
                  <c:v>1.5393486032483645</c:v>
                </c:pt>
                <c:pt idx="587">
                  <c:v>1.5548676954881648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7-57AB-4D59-AD3D-6260AFD7ADF0}"/>
            </c:ext>
          </c:extLst>
        </c:ser>
        <c:ser>
          <c:idx val="24"/>
          <c:order val="24"/>
          <c:tx>
            <c:strRef>
              <c:f>'Fully separated 1%'!$Y$1</c:f>
              <c:strCache>
                <c:ptCount val="1"/>
                <c:pt idx="0">
                  <c:v>1I_13/O-PTIR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1%'!$A$2:$A$589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1%'!$Y$2:$Y$589</c:f>
              <c:numCache>
                <c:formatCode>General</c:formatCode>
                <c:ptCount val="588"/>
                <c:pt idx="0">
                  <c:v>1.512683938429235</c:v>
                </c:pt>
                <c:pt idx="1">
                  <c:v>1.4037996462497164</c:v>
                </c:pt>
                <c:pt idx="2">
                  <c:v>1.3544320093647015</c:v>
                </c:pt>
                <c:pt idx="3">
                  <c:v>1.3351055354605581</c:v>
                </c:pt>
                <c:pt idx="4">
                  <c:v>1.390591393526702</c:v>
                </c:pt>
                <c:pt idx="5">
                  <c:v>1.3805233642341146</c:v>
                </c:pt>
                <c:pt idx="6">
                  <c:v>1.371465021776727</c:v>
                </c:pt>
                <c:pt idx="7">
                  <c:v>1.397826078439121</c:v>
                </c:pt>
                <c:pt idx="8">
                  <c:v>1.405138399012301</c:v>
                </c:pt>
                <c:pt idx="9">
                  <c:v>1.3809643141954913</c:v>
                </c:pt>
                <c:pt idx="10">
                  <c:v>1.3902344219351179</c:v>
                </c:pt>
                <c:pt idx="11">
                  <c:v>1.3909789309920049</c:v>
                </c:pt>
                <c:pt idx="12">
                  <c:v>1.4206760333532797</c:v>
                </c:pt>
                <c:pt idx="13">
                  <c:v>1.4141771972221437</c:v>
                </c:pt>
                <c:pt idx="14">
                  <c:v>1.4059239668441461</c:v>
                </c:pt>
                <c:pt idx="15">
                  <c:v>1.4254289149346884</c:v>
                </c:pt>
                <c:pt idx="16">
                  <c:v>1.3959460138380357</c:v>
                </c:pt>
                <c:pt idx="17">
                  <c:v>1.3874350887648628</c:v>
                </c:pt>
                <c:pt idx="18">
                  <c:v>1.3982935553663343</c:v>
                </c:pt>
                <c:pt idx="19">
                  <c:v>1.3984026209713627</c:v>
                </c:pt>
                <c:pt idx="20">
                  <c:v>1.4040068234997765</c:v>
                </c:pt>
                <c:pt idx="21">
                  <c:v>1.4108766812418021</c:v>
                </c:pt>
                <c:pt idx="22">
                  <c:v>1.4159285531249652</c:v>
                </c:pt>
                <c:pt idx="23">
                  <c:v>1.4192754668743333</c:v>
                </c:pt>
                <c:pt idx="24">
                  <c:v>1.409597896633763</c:v>
                </c:pt>
                <c:pt idx="25">
                  <c:v>1.4089565108310886</c:v>
                </c:pt>
                <c:pt idx="26">
                  <c:v>1.4072571643462528</c:v>
                </c:pt>
                <c:pt idx="27">
                  <c:v>1.4067090630029322</c:v>
                </c:pt>
                <c:pt idx="28">
                  <c:v>1.4098972756843402</c:v>
                </c:pt>
                <c:pt idx="29">
                  <c:v>1.405564199710688</c:v>
                </c:pt>
                <c:pt idx="30">
                  <c:v>1.4005505114118795</c:v>
                </c:pt>
                <c:pt idx="31">
                  <c:v>1.4038270424274042</c:v>
                </c:pt>
                <c:pt idx="32">
                  <c:v>1.4080912992451617</c:v>
                </c:pt>
                <c:pt idx="33">
                  <c:v>1.3984904773760178</c:v>
                </c:pt>
                <c:pt idx="34">
                  <c:v>1.4107460258141531</c:v>
                </c:pt>
                <c:pt idx="35">
                  <c:v>1.4106289626640218</c:v>
                </c:pt>
                <c:pt idx="36">
                  <c:v>1.4069729491533309</c:v>
                </c:pt>
                <c:pt idx="37">
                  <c:v>1.4067692116006172</c:v>
                </c:pt>
                <c:pt idx="38">
                  <c:v>1.4067994092907243</c:v>
                </c:pt>
                <c:pt idx="39">
                  <c:v>1.4189794658254704</c:v>
                </c:pt>
                <c:pt idx="40">
                  <c:v>1.4388979789773977</c:v>
                </c:pt>
                <c:pt idx="41">
                  <c:v>1.4662216026017101</c:v>
                </c:pt>
                <c:pt idx="42">
                  <c:v>1.5128221578740764</c:v>
                </c:pt>
                <c:pt idx="43">
                  <c:v>1.5801157519388305</c:v>
                </c:pt>
                <c:pt idx="44">
                  <c:v>1.6881460193436755</c:v>
                </c:pt>
                <c:pt idx="45">
                  <c:v>1.8231169994165541</c:v>
                </c:pt>
                <c:pt idx="46">
                  <c:v>1.9498888767461287</c:v>
                </c:pt>
                <c:pt idx="47">
                  <c:v>1.9850235760637482</c:v>
                </c:pt>
                <c:pt idx="48">
                  <c:v>1.9015098208195393</c:v>
                </c:pt>
                <c:pt idx="49">
                  <c:v>1.7346458555013047</c:v>
                </c:pt>
                <c:pt idx="50">
                  <c:v>1.581327417006134</c:v>
                </c:pt>
                <c:pt idx="51">
                  <c:v>1.4743988133464749</c:v>
                </c:pt>
                <c:pt idx="52">
                  <c:v>1.4292131737630072</c:v>
                </c:pt>
                <c:pt idx="53">
                  <c:v>1.4085419274600746</c:v>
                </c:pt>
                <c:pt idx="54">
                  <c:v>1.4026161298146262</c:v>
                </c:pt>
                <c:pt idx="55">
                  <c:v>1.4014142569387604</c:v>
                </c:pt>
                <c:pt idx="56">
                  <c:v>1.4057440491126316</c:v>
                </c:pt>
                <c:pt idx="57">
                  <c:v>1.4086884333580603</c:v>
                </c:pt>
                <c:pt idx="58">
                  <c:v>1.4128789831337036</c:v>
                </c:pt>
                <c:pt idx="59">
                  <c:v>1.4200589894628</c:v>
                </c:pt>
                <c:pt idx="60">
                  <c:v>1.4289441489634964</c:v>
                </c:pt>
                <c:pt idx="61">
                  <c:v>1.4411238220565712</c:v>
                </c:pt>
                <c:pt idx="62">
                  <c:v>1.4571610377747737</c:v>
                </c:pt>
                <c:pt idx="63">
                  <c:v>1.4797690559206453</c:v>
                </c:pt>
                <c:pt idx="64">
                  <c:v>1.519540703429346</c:v>
                </c:pt>
                <c:pt idx="65">
                  <c:v>1.5653738234152028</c:v>
                </c:pt>
                <c:pt idx="66">
                  <c:v>1.6067169979899916</c:v>
                </c:pt>
                <c:pt idx="67">
                  <c:v>1.6303214868378837</c:v>
                </c:pt>
                <c:pt idx="68">
                  <c:v>1.6292968245488946</c:v>
                </c:pt>
                <c:pt idx="69">
                  <c:v>1.6074388130051194</c:v>
                </c:pt>
                <c:pt idx="70">
                  <c:v>1.567853080308746</c:v>
                </c:pt>
                <c:pt idx="71">
                  <c:v>1.5198207617961201</c:v>
                </c:pt>
                <c:pt idx="72">
                  <c:v>1.4886215432720058</c:v>
                </c:pt>
                <c:pt idx="73">
                  <c:v>1.4629398407667842</c:v>
                </c:pt>
                <c:pt idx="74">
                  <c:v>1.4423057829988257</c:v>
                </c:pt>
                <c:pt idx="75">
                  <c:v>1.4280137788291882</c:v>
                </c:pt>
                <c:pt idx="76">
                  <c:v>1.4185841401158386</c:v>
                </c:pt>
                <c:pt idx="77">
                  <c:v>1.4162779401341461</c:v>
                </c:pt>
                <c:pt idx="78">
                  <c:v>1.4063880911444619</c:v>
                </c:pt>
                <c:pt idx="79">
                  <c:v>1.4066761971425787</c:v>
                </c:pt>
                <c:pt idx="80">
                  <c:v>1.409860492483036</c:v>
                </c:pt>
                <c:pt idx="81">
                  <c:v>1.4134188849284803</c:v>
                </c:pt>
                <c:pt idx="82">
                  <c:v>1.4118489765434956</c:v>
                </c:pt>
                <c:pt idx="83">
                  <c:v>1.4069747237320005</c:v>
                </c:pt>
                <c:pt idx="84">
                  <c:v>1.4014019544648233</c:v>
                </c:pt>
                <c:pt idx="85">
                  <c:v>1.4000355760576393</c:v>
                </c:pt>
                <c:pt idx="86">
                  <c:v>1.4043050568690967</c:v>
                </c:pt>
                <c:pt idx="87">
                  <c:v>1.4047397380898612</c:v>
                </c:pt>
                <c:pt idx="88">
                  <c:v>1.4023206098921859</c:v>
                </c:pt>
                <c:pt idx="89">
                  <c:v>1.4034893918513194</c:v>
                </c:pt>
                <c:pt idx="90">
                  <c:v>1.4012124497793572</c:v>
                </c:pt>
                <c:pt idx="91">
                  <c:v>1.4016104377716145</c:v>
                </c:pt>
                <c:pt idx="92">
                  <c:v>1.407254618903877</c:v>
                </c:pt>
                <c:pt idx="93">
                  <c:v>1.4018299767035169</c:v>
                </c:pt>
                <c:pt idx="94">
                  <c:v>1.4019469917575909</c:v>
                </c:pt>
                <c:pt idx="95">
                  <c:v>1.402997711827084</c:v>
                </c:pt>
                <c:pt idx="96">
                  <c:v>1.4025809873522732</c:v>
                </c:pt>
                <c:pt idx="97">
                  <c:v>1.4037192001207186</c:v>
                </c:pt>
                <c:pt idx="98">
                  <c:v>1.3988086871110812</c:v>
                </c:pt>
                <c:pt idx="99">
                  <c:v>1.3986205074719964</c:v>
                </c:pt>
                <c:pt idx="100">
                  <c:v>1.400771346325218</c:v>
                </c:pt>
                <c:pt idx="101">
                  <c:v>1.40040975411223</c:v>
                </c:pt>
                <c:pt idx="102">
                  <c:v>1.3982310805779559</c:v>
                </c:pt>
                <c:pt idx="103">
                  <c:v>1.399781305527064</c:v>
                </c:pt>
                <c:pt idx="104">
                  <c:v>1.4034036558194016</c:v>
                </c:pt>
                <c:pt idx="105">
                  <c:v>1.3968108011835667</c:v>
                </c:pt>
                <c:pt idx="106">
                  <c:v>1.3983684502152176</c:v>
                </c:pt>
                <c:pt idx="107">
                  <c:v>1.3964541493478402</c:v>
                </c:pt>
                <c:pt idx="108">
                  <c:v>1.421287848373078</c:v>
                </c:pt>
                <c:pt idx="109">
                  <c:v>1.4695996096229436</c:v>
                </c:pt>
                <c:pt idx="110">
                  <c:v>1.4853240298124335</c:v>
                </c:pt>
                <c:pt idx="111">
                  <c:v>1.4637836990300142</c:v>
                </c:pt>
                <c:pt idx="112">
                  <c:v>1.4288869219525255</c:v>
                </c:pt>
                <c:pt idx="113">
                  <c:v>1.409238995229338</c:v>
                </c:pt>
                <c:pt idx="114">
                  <c:v>1.4024767155973796</c:v>
                </c:pt>
                <c:pt idx="115">
                  <c:v>1.4004196456054416</c:v>
                </c:pt>
                <c:pt idx="116">
                  <c:v>1.396443863757193</c:v>
                </c:pt>
                <c:pt idx="117">
                  <c:v>1.3956106960865831</c:v>
                </c:pt>
                <c:pt idx="118">
                  <c:v>1.4002605015769389</c:v>
                </c:pt>
                <c:pt idx="119">
                  <c:v>1.3995400598493672</c:v>
                </c:pt>
                <c:pt idx="120">
                  <c:v>1.3972463217634572</c:v>
                </c:pt>
                <c:pt idx="121">
                  <c:v>1.4108841125802154</c:v>
                </c:pt>
                <c:pt idx="122">
                  <c:v>1.4283283283713593</c:v>
                </c:pt>
                <c:pt idx="123">
                  <c:v>1.4405740914178442</c:v>
                </c:pt>
                <c:pt idx="124">
                  <c:v>1.4348767186996749</c:v>
                </c:pt>
                <c:pt idx="125">
                  <c:v>1.4239810046870212</c:v>
                </c:pt>
                <c:pt idx="126">
                  <c:v>1.4086450361196217</c:v>
                </c:pt>
                <c:pt idx="127">
                  <c:v>1.4110164258292084</c:v>
                </c:pt>
                <c:pt idx="128">
                  <c:v>1.4061761533798103</c:v>
                </c:pt>
                <c:pt idx="129">
                  <c:v>1.401724189093573</c:v>
                </c:pt>
                <c:pt idx="130">
                  <c:v>1.3993541383616392</c:v>
                </c:pt>
                <c:pt idx="131">
                  <c:v>1.3946123834714126</c:v>
                </c:pt>
                <c:pt idx="132">
                  <c:v>1.3998242315070646</c:v>
                </c:pt>
                <c:pt idx="133">
                  <c:v>1.39886369266467</c:v>
                </c:pt>
                <c:pt idx="134">
                  <c:v>1.3972138162918373</c:v>
                </c:pt>
                <c:pt idx="135">
                  <c:v>1.3963928779559875</c:v>
                </c:pt>
                <c:pt idx="136">
                  <c:v>1.382846349408142</c:v>
                </c:pt>
                <c:pt idx="137">
                  <c:v>1.3937109449399625</c:v>
                </c:pt>
                <c:pt idx="138">
                  <c:v>1.3893533711565504</c:v>
                </c:pt>
                <c:pt idx="139">
                  <c:v>1.3927177354823304</c:v>
                </c:pt>
                <c:pt idx="140">
                  <c:v>1.3957932159806514</c:v>
                </c:pt>
                <c:pt idx="141">
                  <c:v>1.3986154881508615</c:v>
                </c:pt>
                <c:pt idx="142">
                  <c:v>1.4050674749075769</c:v>
                </c:pt>
                <c:pt idx="143">
                  <c:v>1.3998772580841052</c:v>
                </c:pt>
                <c:pt idx="144">
                  <c:v>1.3980897388697469</c:v>
                </c:pt>
                <c:pt idx="145">
                  <c:v>1.3987715306677868</c:v>
                </c:pt>
                <c:pt idx="146">
                  <c:v>1.3982080921551558</c:v>
                </c:pt>
                <c:pt idx="147">
                  <c:v>1.3895873282913698</c:v>
                </c:pt>
                <c:pt idx="148">
                  <c:v>1.3894535064846592</c:v>
                </c:pt>
                <c:pt idx="149">
                  <c:v>1.3974565192800734</c:v>
                </c:pt>
                <c:pt idx="150">
                  <c:v>1.4062424144888452</c:v>
                </c:pt>
                <c:pt idx="151">
                  <c:v>1.4103743560674282</c:v>
                </c:pt>
                <c:pt idx="152">
                  <c:v>1.4040064267902272</c:v>
                </c:pt>
                <c:pt idx="153">
                  <c:v>1.3981307908449179</c:v>
                </c:pt>
                <c:pt idx="154">
                  <c:v>1.3942254579869779</c:v>
                </c:pt>
                <c:pt idx="155">
                  <c:v>1.3945114305103279</c:v>
                </c:pt>
                <c:pt idx="156">
                  <c:v>1.3989118526566546</c:v>
                </c:pt>
                <c:pt idx="157">
                  <c:v>1.4027478654133849</c:v>
                </c:pt>
                <c:pt idx="158">
                  <c:v>1.4047322360999979</c:v>
                </c:pt>
                <c:pt idx="159">
                  <c:v>1.4010912386759722</c:v>
                </c:pt>
                <c:pt idx="160">
                  <c:v>1.3988157987765615</c:v>
                </c:pt>
                <c:pt idx="161">
                  <c:v>1.4058822532994133</c:v>
                </c:pt>
                <c:pt idx="162">
                  <c:v>1.4042403676718962</c:v>
                </c:pt>
                <c:pt idx="163">
                  <c:v>1.4003053787020403</c:v>
                </c:pt>
                <c:pt idx="164">
                  <c:v>1.3987230752996702</c:v>
                </c:pt>
                <c:pt idx="165">
                  <c:v>1.3925541863317845</c:v>
                </c:pt>
                <c:pt idx="166">
                  <c:v>1.398510105045345</c:v>
                </c:pt>
                <c:pt idx="167">
                  <c:v>1.3985139814217229</c:v>
                </c:pt>
                <c:pt idx="168">
                  <c:v>1.3983416212393101</c:v>
                </c:pt>
                <c:pt idx="169">
                  <c:v>1.3987168679229935</c:v>
                </c:pt>
                <c:pt idx="170">
                  <c:v>1.4078470595049675</c:v>
                </c:pt>
                <c:pt idx="171">
                  <c:v>1.4012779203716419</c:v>
                </c:pt>
                <c:pt idx="172">
                  <c:v>1.3988402851427768</c:v>
                </c:pt>
                <c:pt idx="173">
                  <c:v>1.3974579387771606</c:v>
                </c:pt>
                <c:pt idx="174">
                  <c:v>1.3946745431476908</c:v>
                </c:pt>
                <c:pt idx="175">
                  <c:v>1.3979102549978397</c:v>
                </c:pt>
                <c:pt idx="176">
                  <c:v>1.4001015181104901</c:v>
                </c:pt>
                <c:pt idx="177">
                  <c:v>1.3958504854488316</c:v>
                </c:pt>
                <c:pt idx="178">
                  <c:v>1.3979277291247347</c:v>
                </c:pt>
                <c:pt idx="179">
                  <c:v>1.4087392951046074</c:v>
                </c:pt>
                <c:pt idx="180">
                  <c:v>1.4066538540361904</c:v>
                </c:pt>
                <c:pt idx="181">
                  <c:v>1.4029096413120492</c:v>
                </c:pt>
                <c:pt idx="182">
                  <c:v>1.4088136237468012</c:v>
                </c:pt>
                <c:pt idx="183">
                  <c:v>1.4113356834778534</c:v>
                </c:pt>
                <c:pt idx="184">
                  <c:v>1.4209382835743332</c:v>
                </c:pt>
                <c:pt idx="185">
                  <c:v>1.4317884529425096</c:v>
                </c:pt>
                <c:pt idx="186">
                  <c:v>1.4464214548421301</c:v>
                </c:pt>
                <c:pt idx="187">
                  <c:v>1.4586787290994836</c:v>
                </c:pt>
                <c:pt idx="188">
                  <c:v>1.4685532039356477</c:v>
                </c:pt>
                <c:pt idx="189">
                  <c:v>1.4718763668567818</c:v>
                </c:pt>
                <c:pt idx="190">
                  <c:v>1.4698120973411344</c:v>
                </c:pt>
                <c:pt idx="191">
                  <c:v>1.4579165372783214</c:v>
                </c:pt>
                <c:pt idx="192">
                  <c:v>1.4579109223123929</c:v>
                </c:pt>
                <c:pt idx="193">
                  <c:v>1.4669029930464432</c:v>
                </c:pt>
                <c:pt idx="194">
                  <c:v>1.478486604071154</c:v>
                </c:pt>
                <c:pt idx="195">
                  <c:v>1.495509434713677</c:v>
                </c:pt>
                <c:pt idx="196">
                  <c:v>1.5097022747638684</c:v>
                </c:pt>
                <c:pt idx="197">
                  <c:v>1.5139099221903709</c:v>
                </c:pt>
                <c:pt idx="198">
                  <c:v>1.5122710951404075</c:v>
                </c:pt>
                <c:pt idx="199">
                  <c:v>1.4982800329773638</c:v>
                </c:pt>
                <c:pt idx="200">
                  <c:v>1.4760816260652623</c:v>
                </c:pt>
                <c:pt idx="201">
                  <c:v>1.4575521801225026</c:v>
                </c:pt>
                <c:pt idx="202">
                  <c:v>1.4472085637379939</c:v>
                </c:pt>
                <c:pt idx="203">
                  <c:v>1.459318304500218</c:v>
                </c:pt>
                <c:pt idx="204">
                  <c:v>1.4810535722519382</c:v>
                </c:pt>
                <c:pt idx="205">
                  <c:v>1.4961813518935874</c:v>
                </c:pt>
                <c:pt idx="206">
                  <c:v>1.51528706423088</c:v>
                </c:pt>
                <c:pt idx="207">
                  <c:v>1.5231583760898664</c:v>
                </c:pt>
                <c:pt idx="208">
                  <c:v>1.5363469226972251</c:v>
                </c:pt>
                <c:pt idx="209">
                  <c:v>1.5384137078025228</c:v>
                </c:pt>
                <c:pt idx="210">
                  <c:v>1.5439849534197718</c:v>
                </c:pt>
                <c:pt idx="211">
                  <c:v>1.5539776928124107</c:v>
                </c:pt>
                <c:pt idx="212">
                  <c:v>1.5642811977484439</c:v>
                </c:pt>
                <c:pt idx="213">
                  <c:v>1.5619423043888103</c:v>
                </c:pt>
                <c:pt idx="214">
                  <c:v>1.5759734673860284</c:v>
                </c:pt>
                <c:pt idx="215">
                  <c:v>1.6135273254174418</c:v>
                </c:pt>
                <c:pt idx="216">
                  <c:v>1.6308885240965474</c:v>
                </c:pt>
                <c:pt idx="217">
                  <c:v>1.6499034947632862</c:v>
                </c:pt>
                <c:pt idx="218">
                  <c:v>1.6546508476199726</c:v>
                </c:pt>
                <c:pt idx="219">
                  <c:v>1.6217562968074812</c:v>
                </c:pt>
                <c:pt idx="220">
                  <c:v>1.5950091253279932</c:v>
                </c:pt>
                <c:pt idx="221">
                  <c:v>1.580051514181176</c:v>
                </c:pt>
                <c:pt idx="222">
                  <c:v>1.5646740330773932</c:v>
                </c:pt>
                <c:pt idx="223">
                  <c:v>1.5446210048721354</c:v>
                </c:pt>
                <c:pt idx="224">
                  <c:v>1.5204642963316213</c:v>
                </c:pt>
                <c:pt idx="225">
                  <c:v>1.4799575075512272</c:v>
                </c:pt>
                <c:pt idx="226">
                  <c:v>1.4379265182252241</c:v>
                </c:pt>
                <c:pt idx="227">
                  <c:v>1.4262585128827485</c:v>
                </c:pt>
                <c:pt idx="228">
                  <c:v>1.4178638442727305</c:v>
                </c:pt>
                <c:pt idx="229">
                  <c:v>1.4119890707394849</c:v>
                </c:pt>
                <c:pt idx="230">
                  <c:v>1.4003793446336219</c:v>
                </c:pt>
                <c:pt idx="231">
                  <c:v>1.4017353462179498</c:v>
                </c:pt>
                <c:pt idx="232">
                  <c:v>1.3969525913460488</c:v>
                </c:pt>
                <c:pt idx="233">
                  <c:v>1.400052688469013</c:v>
                </c:pt>
                <c:pt idx="234">
                  <c:v>1.3988587706965891</c:v>
                </c:pt>
                <c:pt idx="235">
                  <c:v>1.3978669398543955</c:v>
                </c:pt>
                <c:pt idx="236">
                  <c:v>1.3979945453286116</c:v>
                </c:pt>
                <c:pt idx="237">
                  <c:v>1.4008183287930389</c:v>
                </c:pt>
                <c:pt idx="238">
                  <c:v>1.4014921174900519</c:v>
                </c:pt>
                <c:pt idx="239">
                  <c:v>1.4028030501662496</c:v>
                </c:pt>
                <c:pt idx="240">
                  <c:v>1.4008680636821307</c:v>
                </c:pt>
                <c:pt idx="241">
                  <c:v>1.3971081578778544</c:v>
                </c:pt>
                <c:pt idx="242">
                  <c:v>1.4019841444692946</c:v>
                </c:pt>
                <c:pt idx="243">
                  <c:v>1.4049436444763213</c:v>
                </c:pt>
                <c:pt idx="244">
                  <c:v>1.4057272108487848</c:v>
                </c:pt>
                <c:pt idx="245">
                  <c:v>1.4151283382193089</c:v>
                </c:pt>
                <c:pt idx="246">
                  <c:v>1.4087792957663028</c:v>
                </c:pt>
                <c:pt idx="247">
                  <c:v>1.4149083713983444</c:v>
                </c:pt>
                <c:pt idx="248">
                  <c:v>1.4213317769900267</c:v>
                </c:pt>
                <c:pt idx="249">
                  <c:v>1.4376735077543423</c:v>
                </c:pt>
                <c:pt idx="250">
                  <c:v>1.4491443577383316</c:v>
                </c:pt>
                <c:pt idx="251">
                  <c:v>1.5681753305272519</c:v>
                </c:pt>
                <c:pt idx="252">
                  <c:v>1.7118920180701289</c:v>
                </c:pt>
                <c:pt idx="253">
                  <c:v>1.8609049346570825</c:v>
                </c:pt>
                <c:pt idx="254">
                  <c:v>2.042056005644433</c:v>
                </c:pt>
                <c:pt idx="255">
                  <c:v>2.2089879024975314</c:v>
                </c:pt>
                <c:pt idx="256">
                  <c:v>2.3327880299201111</c:v>
                </c:pt>
                <c:pt idx="257">
                  <c:v>2.356180253950162</c:v>
                </c:pt>
                <c:pt idx="258">
                  <c:v>2.3785629304577269</c:v>
                </c:pt>
                <c:pt idx="259">
                  <c:v>2.4</c:v>
                </c:pt>
                <c:pt idx="260">
                  <c:v>2.1382061302605884</c:v>
                </c:pt>
                <c:pt idx="261">
                  <c:v>1.7233604320717351</c:v>
                </c:pt>
                <c:pt idx="262">
                  <c:v>1.4431820334591681</c:v>
                </c:pt>
                <c:pt idx="263">
                  <c:v>1.4019925685766721</c:v>
                </c:pt>
                <c:pt idx="264">
                  <c:v>1.403633639888183</c:v>
                </c:pt>
                <c:pt idx="265">
                  <c:v>1.4035030295713189</c:v>
                </c:pt>
                <c:pt idx="266">
                  <c:v>1.3968211411725135</c:v>
                </c:pt>
                <c:pt idx="267">
                  <c:v>1.3967650711204957</c:v>
                </c:pt>
                <c:pt idx="268">
                  <c:v>1.4015535933730727</c:v>
                </c:pt>
                <c:pt idx="269">
                  <c:v>1.3961156224284197</c:v>
                </c:pt>
                <c:pt idx="270">
                  <c:v>1.4071182881414552</c:v>
                </c:pt>
                <c:pt idx="271">
                  <c:v>1.4022766092969994</c:v>
                </c:pt>
                <c:pt idx="272">
                  <c:v>1.3950278402004896</c:v>
                </c:pt>
                <c:pt idx="273">
                  <c:v>1.4091937358442357</c:v>
                </c:pt>
                <c:pt idx="274">
                  <c:v>1.3940872305814098</c:v>
                </c:pt>
                <c:pt idx="275">
                  <c:v>1.4152134131792102</c:v>
                </c:pt>
                <c:pt idx="276">
                  <c:v>1.4564219904398255</c:v>
                </c:pt>
                <c:pt idx="277">
                  <c:v>1.5481016468896744</c:v>
                </c:pt>
                <c:pt idx="278">
                  <c:v>1.9789201823995697</c:v>
                </c:pt>
                <c:pt idx="279">
                  <c:v>2.1958122416531913</c:v>
                </c:pt>
                <c:pt idx="280">
                  <c:v>2.0390359394332647</c:v>
                </c:pt>
                <c:pt idx="281">
                  <c:v>1.6807625620480278</c:v>
                </c:pt>
                <c:pt idx="282">
                  <c:v>1.4738715266500084</c:v>
                </c:pt>
                <c:pt idx="283">
                  <c:v>1.4165915529641373</c:v>
                </c:pt>
                <c:pt idx="284">
                  <c:v>1.4079335614251374</c:v>
                </c:pt>
                <c:pt idx="285">
                  <c:v>1.418214822100472</c:v>
                </c:pt>
                <c:pt idx="286">
                  <c:v>1.3737471339260867</c:v>
                </c:pt>
                <c:pt idx="287">
                  <c:v>1.3920906232627039</c:v>
                </c:pt>
                <c:pt idx="288">
                  <c:v>1.4020067423189388</c:v>
                </c:pt>
                <c:pt idx="289">
                  <c:v>1.4096190721668962</c:v>
                </c:pt>
                <c:pt idx="290">
                  <c:v>1.3976765728397897</c:v>
                </c:pt>
                <c:pt idx="291">
                  <c:v>1.4045319170160258</c:v>
                </c:pt>
                <c:pt idx="292">
                  <c:v>1.4075727103060545</c:v>
                </c:pt>
                <c:pt idx="293">
                  <c:v>1.4013123284569529</c:v>
                </c:pt>
                <c:pt idx="294">
                  <c:v>1.4004637622116354</c:v>
                </c:pt>
                <c:pt idx="295">
                  <c:v>1.3982845657156613</c:v>
                </c:pt>
                <c:pt idx="296">
                  <c:v>1.3839566876919012</c:v>
                </c:pt>
                <c:pt idx="297">
                  <c:v>1.3957290953120192</c:v>
                </c:pt>
                <c:pt idx="298">
                  <c:v>1.4023545035155311</c:v>
                </c:pt>
                <c:pt idx="299">
                  <c:v>1.4207247145240933</c:v>
                </c:pt>
                <c:pt idx="300">
                  <c:v>1.414112560101364</c:v>
                </c:pt>
                <c:pt idx="301">
                  <c:v>1.4054345950989691</c:v>
                </c:pt>
                <c:pt idx="302">
                  <c:v>1.4153873616924564</c:v>
                </c:pt>
                <c:pt idx="303">
                  <c:v>1.4100631865171527</c:v>
                </c:pt>
                <c:pt idx="304">
                  <c:v>1.3912229869720902</c:v>
                </c:pt>
                <c:pt idx="305">
                  <c:v>1.3936248855035207</c:v>
                </c:pt>
                <c:pt idx="306">
                  <c:v>1.3996291148409423</c:v>
                </c:pt>
                <c:pt idx="307">
                  <c:v>1.4033998618697152</c:v>
                </c:pt>
                <c:pt idx="308">
                  <c:v>1.3986061080928811</c:v>
                </c:pt>
                <c:pt idx="309">
                  <c:v>1.3938084890515168</c:v>
                </c:pt>
                <c:pt idx="310">
                  <c:v>1.3907110731023558</c:v>
                </c:pt>
                <c:pt idx="311">
                  <c:v>1.394770228097854</c:v>
                </c:pt>
                <c:pt idx="312">
                  <c:v>1.3945169834489273</c:v>
                </c:pt>
                <c:pt idx="313">
                  <c:v>1.3968320437194832</c:v>
                </c:pt>
                <c:pt idx="314">
                  <c:v>1.3951923320337605</c:v>
                </c:pt>
                <c:pt idx="315">
                  <c:v>1.3973972231435436</c:v>
                </c:pt>
                <c:pt idx="316">
                  <c:v>1.4005635452361238</c:v>
                </c:pt>
                <c:pt idx="317">
                  <c:v>1.3999981731458591</c:v>
                </c:pt>
                <c:pt idx="318">
                  <c:v>1.4077432788274049</c:v>
                </c:pt>
                <c:pt idx="319">
                  <c:v>1.4057378510234693</c:v>
                </c:pt>
                <c:pt idx="320">
                  <c:v>1.4107900413357022</c:v>
                </c:pt>
                <c:pt idx="321">
                  <c:v>1.4085275019598247</c:v>
                </c:pt>
                <c:pt idx="322">
                  <c:v>1.4262440137457764</c:v>
                </c:pt>
                <c:pt idx="323">
                  <c:v>1.4754023425595397</c:v>
                </c:pt>
                <c:pt idx="324">
                  <c:v>1.4862413921192459</c:v>
                </c:pt>
                <c:pt idx="325">
                  <c:v>1.4621898925433507</c:v>
                </c:pt>
                <c:pt idx="326">
                  <c:v>1.4315574167310106</c:v>
                </c:pt>
                <c:pt idx="327">
                  <c:v>1.4230356100077757</c:v>
                </c:pt>
                <c:pt idx="328">
                  <c:v>1.4409151475264896</c:v>
                </c:pt>
                <c:pt idx="329">
                  <c:v>1.4743521794092216</c:v>
                </c:pt>
                <c:pt idx="330">
                  <c:v>1.5694038404923414</c:v>
                </c:pt>
                <c:pt idx="331">
                  <c:v>1.746593696310206</c:v>
                </c:pt>
                <c:pt idx="332">
                  <c:v>1.9028867505740021</c:v>
                </c:pt>
                <c:pt idx="333">
                  <c:v>1.9385379842998349</c:v>
                </c:pt>
                <c:pt idx="334">
                  <c:v>1.8391417512902546</c:v>
                </c:pt>
                <c:pt idx="335">
                  <c:v>1.6852707534447875</c:v>
                </c:pt>
                <c:pt idx="336">
                  <c:v>1.5422162497665919</c:v>
                </c:pt>
                <c:pt idx="337">
                  <c:v>1.4530061593522661</c:v>
                </c:pt>
                <c:pt idx="338">
                  <c:v>1.4153874001693023</c:v>
                </c:pt>
                <c:pt idx="339">
                  <c:v>1.4039335453418158</c:v>
                </c:pt>
                <c:pt idx="340">
                  <c:v>1.406736193159668</c:v>
                </c:pt>
                <c:pt idx="341">
                  <c:v>1.4089888074994801</c:v>
                </c:pt>
                <c:pt idx="342">
                  <c:v>1.4022297098363397</c:v>
                </c:pt>
                <c:pt idx="343">
                  <c:v>1.4046843483482829</c:v>
                </c:pt>
                <c:pt idx="344">
                  <c:v>1.4026526343904944</c:v>
                </c:pt>
                <c:pt idx="345">
                  <c:v>1.4014099000993541</c:v>
                </c:pt>
                <c:pt idx="346">
                  <c:v>1.4042220861946308</c:v>
                </c:pt>
                <c:pt idx="347">
                  <c:v>1.402391927555338</c:v>
                </c:pt>
                <c:pt idx="348">
                  <c:v>1.4050292909500632</c:v>
                </c:pt>
                <c:pt idx="349">
                  <c:v>1.3994187512685416</c:v>
                </c:pt>
                <c:pt idx="350">
                  <c:v>1.4018995294072112</c:v>
                </c:pt>
                <c:pt idx="351">
                  <c:v>1.4033328823050919</c:v>
                </c:pt>
                <c:pt idx="352">
                  <c:v>1.4026591505770294</c:v>
                </c:pt>
                <c:pt idx="353">
                  <c:v>1.4001288547382102</c:v>
                </c:pt>
                <c:pt idx="354">
                  <c:v>1.4039814141868048</c:v>
                </c:pt>
                <c:pt idx="355">
                  <c:v>1.4075094689660301</c:v>
                </c:pt>
                <c:pt idx="356">
                  <c:v>1.4035732408593025</c:v>
                </c:pt>
                <c:pt idx="357">
                  <c:v>1.4034742837187513</c:v>
                </c:pt>
                <c:pt idx="358">
                  <c:v>1.3987873535243527</c:v>
                </c:pt>
                <c:pt idx="359">
                  <c:v>1.3972146903132943</c:v>
                </c:pt>
                <c:pt idx="360">
                  <c:v>1.3981302243065314</c:v>
                </c:pt>
                <c:pt idx="361">
                  <c:v>1.4023721944063814</c:v>
                </c:pt>
                <c:pt idx="362">
                  <c:v>1.4034162331042597</c:v>
                </c:pt>
                <c:pt idx="363">
                  <c:v>1.4038063282847253</c:v>
                </c:pt>
                <c:pt idx="364">
                  <c:v>1.4059057699496025</c:v>
                </c:pt>
                <c:pt idx="365">
                  <c:v>1.4024050912803994</c:v>
                </c:pt>
                <c:pt idx="366">
                  <c:v>1.3989685341919953</c:v>
                </c:pt>
                <c:pt idx="367">
                  <c:v>1.4011226478891803</c:v>
                </c:pt>
                <c:pt idx="368">
                  <c:v>1.4026009724250614</c:v>
                </c:pt>
                <c:pt idx="369">
                  <c:v>1.4000786895293393</c:v>
                </c:pt>
                <c:pt idx="370">
                  <c:v>1.4021055425668336</c:v>
                </c:pt>
                <c:pt idx="371">
                  <c:v>1.40767968655201</c:v>
                </c:pt>
                <c:pt idx="372">
                  <c:v>1.4073699831022428</c:v>
                </c:pt>
                <c:pt idx="373">
                  <c:v>1.4055503347782794</c:v>
                </c:pt>
                <c:pt idx="374">
                  <c:v>1.4047249951556324</c:v>
                </c:pt>
                <c:pt idx="375">
                  <c:v>1.3985724048635837</c:v>
                </c:pt>
                <c:pt idx="376">
                  <c:v>1.400223877673094</c:v>
                </c:pt>
                <c:pt idx="377">
                  <c:v>1.4072470562134725</c:v>
                </c:pt>
                <c:pt idx="378">
                  <c:v>1.4074696188947489</c:v>
                </c:pt>
                <c:pt idx="379">
                  <c:v>1.3982490441236972</c:v>
                </c:pt>
                <c:pt idx="380">
                  <c:v>1.3949284223328784</c:v>
                </c:pt>
                <c:pt idx="381">
                  <c:v>1.3975962414779357</c:v>
                </c:pt>
                <c:pt idx="382">
                  <c:v>1.3929314889560731</c:v>
                </c:pt>
                <c:pt idx="383">
                  <c:v>1.4015269775124541</c:v>
                </c:pt>
                <c:pt idx="384">
                  <c:v>1.4051299198432301</c:v>
                </c:pt>
                <c:pt idx="385">
                  <c:v>1.4038401394813791</c:v>
                </c:pt>
                <c:pt idx="386">
                  <c:v>1.4037850253799644</c:v>
                </c:pt>
                <c:pt idx="387">
                  <c:v>1.4025556861725064</c:v>
                </c:pt>
                <c:pt idx="388">
                  <c:v>1.3977227913266161</c:v>
                </c:pt>
                <c:pt idx="389">
                  <c:v>1.3979744647271024</c:v>
                </c:pt>
                <c:pt idx="390">
                  <c:v>1.402250934792318</c:v>
                </c:pt>
                <c:pt idx="391">
                  <c:v>1.4019561980063706</c:v>
                </c:pt>
                <c:pt idx="392">
                  <c:v>1.4016524206542689</c:v>
                </c:pt>
                <c:pt idx="393">
                  <c:v>1.3974675241555514</c:v>
                </c:pt>
                <c:pt idx="394">
                  <c:v>1.3984290857440218</c:v>
                </c:pt>
                <c:pt idx="395">
                  <c:v>1.4022524322381877</c:v>
                </c:pt>
                <c:pt idx="396">
                  <c:v>1.403140944539591</c:v>
                </c:pt>
                <c:pt idx="397">
                  <c:v>1.3981306765753194</c:v>
                </c:pt>
                <c:pt idx="398">
                  <c:v>1.3987570230725423</c:v>
                </c:pt>
                <c:pt idx="399">
                  <c:v>1.3995379206942902</c:v>
                </c:pt>
                <c:pt idx="400">
                  <c:v>1.4107520487673271</c:v>
                </c:pt>
                <c:pt idx="401">
                  <c:v>1.403692593050069</c:v>
                </c:pt>
                <c:pt idx="402">
                  <c:v>1.4053090245855262</c:v>
                </c:pt>
                <c:pt idx="403">
                  <c:v>1.4040608250896291</c:v>
                </c:pt>
                <c:pt idx="404">
                  <c:v>1.40150206939357</c:v>
                </c:pt>
                <c:pt idx="405">
                  <c:v>1.4047406880699189</c:v>
                </c:pt>
                <c:pt idx="406">
                  <c:v>1.3966678205607399</c:v>
                </c:pt>
                <c:pt idx="407">
                  <c:v>1.4029977347141733</c:v>
                </c:pt>
                <c:pt idx="408">
                  <c:v>1.3998798069782024</c:v>
                </c:pt>
                <c:pt idx="409">
                  <c:v>1.3942559608382767</c:v>
                </c:pt>
                <c:pt idx="410">
                  <c:v>1.4017932800751161</c:v>
                </c:pt>
                <c:pt idx="411">
                  <c:v>1.3959634955939606</c:v>
                </c:pt>
                <c:pt idx="412">
                  <c:v>1.3936686588862981</c:v>
                </c:pt>
                <c:pt idx="413">
                  <c:v>1.3972601908420774</c:v>
                </c:pt>
                <c:pt idx="414">
                  <c:v>1.402010373073727</c:v>
                </c:pt>
                <c:pt idx="415">
                  <c:v>1.4010384665208557</c:v>
                </c:pt>
                <c:pt idx="416">
                  <c:v>1.3999372759102688</c:v>
                </c:pt>
                <c:pt idx="417">
                  <c:v>1.3933470893099285</c:v>
                </c:pt>
                <c:pt idx="418">
                  <c:v>1.4059028483628881</c:v>
                </c:pt>
                <c:pt idx="419">
                  <c:v>1.4057666887560911</c:v>
                </c:pt>
                <c:pt idx="420">
                  <c:v>1.4052512426455621</c:v>
                </c:pt>
                <c:pt idx="421">
                  <c:v>1.4053304535351272</c:v>
                </c:pt>
                <c:pt idx="422">
                  <c:v>1.3970681230513733</c:v>
                </c:pt>
                <c:pt idx="423">
                  <c:v>1.3940685480825348</c:v>
                </c:pt>
                <c:pt idx="424">
                  <c:v>1.3935774316114131</c:v>
                </c:pt>
                <c:pt idx="425">
                  <c:v>1.4052483436142404</c:v>
                </c:pt>
                <c:pt idx="426">
                  <c:v>1.3953579426808356</c:v>
                </c:pt>
                <c:pt idx="427">
                  <c:v>1.3901729200138868</c:v>
                </c:pt>
                <c:pt idx="428">
                  <c:v>1.3970849490424329</c:v>
                </c:pt>
                <c:pt idx="429">
                  <c:v>1.3954076385126117</c:v>
                </c:pt>
                <c:pt idx="430">
                  <c:v>1.4012360462855864</c:v>
                </c:pt>
                <c:pt idx="431">
                  <c:v>1.3991491319022524</c:v>
                </c:pt>
                <c:pt idx="432">
                  <c:v>1.4030824736650667</c:v>
                </c:pt>
                <c:pt idx="433">
                  <c:v>1.405567963807649</c:v>
                </c:pt>
                <c:pt idx="434">
                  <c:v>1.4104838299913989</c:v>
                </c:pt>
                <c:pt idx="435">
                  <c:v>1.4248048841797052</c:v>
                </c:pt>
                <c:pt idx="436">
                  <c:v>1.3793858546631983</c:v>
                </c:pt>
                <c:pt idx="437">
                  <c:v>1.437809264681045</c:v>
                </c:pt>
                <c:pt idx="438">
                  <c:v>1.4119551434488993</c:v>
                </c:pt>
                <c:pt idx="439">
                  <c:v>1.3670655606393816</c:v>
                </c:pt>
                <c:pt idx="440">
                  <c:v>1.391497003147268</c:v>
                </c:pt>
                <c:pt idx="441">
                  <c:v>1.3675160104013369</c:v>
                </c:pt>
                <c:pt idx="442">
                  <c:v>1.3621610656903884</c:v>
                </c:pt>
                <c:pt idx="443">
                  <c:v>1.3838694872179598</c:v>
                </c:pt>
                <c:pt idx="444">
                  <c:v>1.3682207682326326</c:v>
                </c:pt>
                <c:pt idx="445">
                  <c:v>1.390057384659896</c:v>
                </c:pt>
                <c:pt idx="446">
                  <c:v>1.3994994776814602</c:v>
                </c:pt>
                <c:pt idx="447">
                  <c:v>1.3759441830566352</c:v>
                </c:pt>
                <c:pt idx="448">
                  <c:v>1.3803217216793218</c:v>
                </c:pt>
                <c:pt idx="449">
                  <c:v>1.3946673509627765</c:v>
                </c:pt>
                <c:pt idx="450">
                  <c:v>1.4084109031854199</c:v>
                </c:pt>
                <c:pt idx="451">
                  <c:v>1.4101062606827646</c:v>
                </c:pt>
                <c:pt idx="452">
                  <c:v>1.4009699803057722</c:v>
                </c:pt>
                <c:pt idx="453">
                  <c:v>1.411276625499732</c:v>
                </c:pt>
                <c:pt idx="454">
                  <c:v>1.4102591597077176</c:v>
                </c:pt>
                <c:pt idx="455">
                  <c:v>1.3989387046855</c:v>
                </c:pt>
                <c:pt idx="456">
                  <c:v>1.4094955117369559</c:v>
                </c:pt>
                <c:pt idx="457">
                  <c:v>1.3969901689615425</c:v>
                </c:pt>
                <c:pt idx="458">
                  <c:v>1.3967798452342377</c:v>
                </c:pt>
                <c:pt idx="459">
                  <c:v>1.4038507945824261</c:v>
                </c:pt>
                <c:pt idx="460">
                  <c:v>1.3984820071627646</c:v>
                </c:pt>
                <c:pt idx="461">
                  <c:v>1.3949529141720933</c:v>
                </c:pt>
                <c:pt idx="462">
                  <c:v>1.3959484402012072</c:v>
                </c:pt>
                <c:pt idx="463">
                  <c:v>1.3978411268662383</c:v>
                </c:pt>
                <c:pt idx="464">
                  <c:v>1.397674642695252</c:v>
                </c:pt>
                <c:pt idx="465">
                  <c:v>1.3938155847126195</c:v>
                </c:pt>
                <c:pt idx="466">
                  <c:v>1.3933984413045639</c:v>
                </c:pt>
                <c:pt idx="467">
                  <c:v>1.3919667099072113</c:v>
                </c:pt>
                <c:pt idx="468">
                  <c:v>1.3949176382017188</c:v>
                </c:pt>
                <c:pt idx="469">
                  <c:v>1.397334926808123</c:v>
                </c:pt>
                <c:pt idx="470">
                  <c:v>1.4119215611231393</c:v>
                </c:pt>
                <c:pt idx="471">
                  <c:v>1.4116215093911526</c:v>
                </c:pt>
                <c:pt idx="472">
                  <c:v>1.3999622933207057</c:v>
                </c:pt>
                <c:pt idx="473">
                  <c:v>1.3983824261002551</c:v>
                </c:pt>
                <c:pt idx="474">
                  <c:v>1.3962762075350421</c:v>
                </c:pt>
                <c:pt idx="475">
                  <c:v>1.4036275048214406</c:v>
                </c:pt>
                <c:pt idx="476">
                  <c:v>1.4028319476043221</c:v>
                </c:pt>
                <c:pt idx="477">
                  <c:v>1.3936682037980859</c:v>
                </c:pt>
                <c:pt idx="478">
                  <c:v>1.3944415834255928</c:v>
                </c:pt>
                <c:pt idx="479">
                  <c:v>1.399569083083507</c:v>
                </c:pt>
                <c:pt idx="480">
                  <c:v>1.3954083486757765</c:v>
                </c:pt>
                <c:pt idx="481">
                  <c:v>1.4008104118502942</c:v>
                </c:pt>
                <c:pt idx="482">
                  <c:v>1.3992294755368937</c:v>
                </c:pt>
                <c:pt idx="483">
                  <c:v>1.4022026602819622</c:v>
                </c:pt>
                <c:pt idx="484">
                  <c:v>1.4000236926983438</c:v>
                </c:pt>
                <c:pt idx="485">
                  <c:v>1.3998829851428711</c:v>
                </c:pt>
                <c:pt idx="486">
                  <c:v>1.4021055938140121</c:v>
                </c:pt>
                <c:pt idx="487">
                  <c:v>1.3935231261871566</c:v>
                </c:pt>
                <c:pt idx="488">
                  <c:v>1.4014826211722915</c:v>
                </c:pt>
                <c:pt idx="489">
                  <c:v>1.4023507367649946</c:v>
                </c:pt>
                <c:pt idx="490">
                  <c:v>1.3937045942702042</c:v>
                </c:pt>
                <c:pt idx="491">
                  <c:v>1.3960049165819857</c:v>
                </c:pt>
                <c:pt idx="492">
                  <c:v>1.4046727774319638</c:v>
                </c:pt>
                <c:pt idx="493">
                  <c:v>1.4018724966035294</c:v>
                </c:pt>
                <c:pt idx="494">
                  <c:v>1.4012959562273177</c:v>
                </c:pt>
                <c:pt idx="495">
                  <c:v>1.4048199497091172</c:v>
                </c:pt>
                <c:pt idx="496">
                  <c:v>1.396998143619556</c:v>
                </c:pt>
                <c:pt idx="497">
                  <c:v>1.3955692435873479</c:v>
                </c:pt>
                <c:pt idx="498">
                  <c:v>1.3988659766469267</c:v>
                </c:pt>
                <c:pt idx="499">
                  <c:v>1.4014985719809547</c:v>
                </c:pt>
                <c:pt idx="500">
                  <c:v>1.409433178583174</c:v>
                </c:pt>
                <c:pt idx="501">
                  <c:v>1.407905111777944</c:v>
                </c:pt>
                <c:pt idx="502">
                  <c:v>1.4000148586964634</c:v>
                </c:pt>
                <c:pt idx="503">
                  <c:v>1.4044813537967316</c:v>
                </c:pt>
                <c:pt idx="504">
                  <c:v>1.4091113728385778</c:v>
                </c:pt>
                <c:pt idx="505">
                  <c:v>1.4090682077880023</c:v>
                </c:pt>
                <c:pt idx="506">
                  <c:v>1.4205698067424255</c:v>
                </c:pt>
                <c:pt idx="507">
                  <c:v>1.4223545512599898</c:v>
                </c:pt>
                <c:pt idx="508">
                  <c:v>1.4271094004676916</c:v>
                </c:pt>
                <c:pt idx="509">
                  <c:v>1.4318335531130773</c:v>
                </c:pt>
                <c:pt idx="510">
                  <c:v>1.4482942105009755</c:v>
                </c:pt>
                <c:pt idx="511">
                  <c:v>1.4663029559218594</c:v>
                </c:pt>
                <c:pt idx="512">
                  <c:v>1.4830125691171525</c:v>
                </c:pt>
                <c:pt idx="513">
                  <c:v>1.5018289886446496</c:v>
                </c:pt>
                <c:pt idx="514">
                  <c:v>1.5076016937199763</c:v>
                </c:pt>
                <c:pt idx="515">
                  <c:v>1.5113792283877738</c:v>
                </c:pt>
                <c:pt idx="516">
                  <c:v>1.5123396847620147</c:v>
                </c:pt>
                <c:pt idx="517">
                  <c:v>1.4908371355887116</c:v>
                </c:pt>
                <c:pt idx="518">
                  <c:v>1.4748500697954066</c:v>
                </c:pt>
                <c:pt idx="519">
                  <c:v>1.4624575905550712</c:v>
                </c:pt>
                <c:pt idx="520">
                  <c:v>1.4575026113306575</c:v>
                </c:pt>
                <c:pt idx="521">
                  <c:v>1.4406947415387665</c:v>
                </c:pt>
                <c:pt idx="522">
                  <c:v>1.4361796588062239</c:v>
                </c:pt>
                <c:pt idx="523">
                  <c:v>1.4427168722741941</c:v>
                </c:pt>
                <c:pt idx="524">
                  <c:v>1.4432836017180903</c:v>
                </c:pt>
                <c:pt idx="525">
                  <c:v>1.4411991491065772</c:v>
                </c:pt>
                <c:pt idx="526">
                  <c:v>1.4375008104019824</c:v>
                </c:pt>
                <c:pt idx="527">
                  <c:v>1.4372098033823621</c:v>
                </c:pt>
                <c:pt idx="528">
                  <c:v>1.4275313985922717</c:v>
                </c:pt>
                <c:pt idx="529">
                  <c:v>1.431951695605076</c:v>
                </c:pt>
                <c:pt idx="530">
                  <c:v>1.447903513953944</c:v>
                </c:pt>
                <c:pt idx="531">
                  <c:v>1.4429468019446761</c:v>
                </c:pt>
                <c:pt idx="532">
                  <c:v>1.4530844239104399</c:v>
                </c:pt>
                <c:pt idx="533">
                  <c:v>1.4534041532321442</c:v>
                </c:pt>
                <c:pt idx="534">
                  <c:v>1.4482969065337654</c:v>
                </c:pt>
                <c:pt idx="535">
                  <c:v>1.450301544898966</c:v>
                </c:pt>
                <c:pt idx="536">
                  <c:v>1.4627755419811368</c:v>
                </c:pt>
                <c:pt idx="537">
                  <c:v>1.478520124037888</c:v>
                </c:pt>
                <c:pt idx="538">
                  <c:v>1.5030208261952152</c:v>
                </c:pt>
                <c:pt idx="539">
                  <c:v>1.5127659339146748</c:v>
                </c:pt>
                <c:pt idx="540">
                  <c:v>1.520185734581474</c:v>
                </c:pt>
                <c:pt idx="541">
                  <c:v>1.5248711742127141</c:v>
                </c:pt>
                <c:pt idx="542">
                  <c:v>1.5388782533579621</c:v>
                </c:pt>
                <c:pt idx="543">
                  <c:v>1.5784434898365514</c:v>
                </c:pt>
                <c:pt idx="544">
                  <c:v>1.6011329833670496</c:v>
                </c:pt>
                <c:pt idx="545">
                  <c:v>1.6072651417905213</c:v>
                </c:pt>
                <c:pt idx="546">
                  <c:v>1.6258612720876204</c:v>
                </c:pt>
                <c:pt idx="547">
                  <c:v>1.6402003241523024</c:v>
                </c:pt>
                <c:pt idx="548">
                  <c:v>1.6577797741157596</c:v>
                </c:pt>
                <c:pt idx="549">
                  <c:v>1.6677587679868915</c:v>
                </c:pt>
                <c:pt idx="550">
                  <c:v>1.6796032467197777</c:v>
                </c:pt>
                <c:pt idx="551">
                  <c:v>1.7025606452408915</c:v>
                </c:pt>
                <c:pt idx="552">
                  <c:v>1.6778037615898636</c:v>
                </c:pt>
                <c:pt idx="553">
                  <c:v>1.6571108395548013</c:v>
                </c:pt>
                <c:pt idx="554">
                  <c:v>1.6377349401518941</c:v>
                </c:pt>
                <c:pt idx="555">
                  <c:v>1.6054166398124823</c:v>
                </c:pt>
                <c:pt idx="556">
                  <c:v>1.5875723842346878</c:v>
                </c:pt>
                <c:pt idx="557">
                  <c:v>1.5619345453338127</c:v>
                </c:pt>
                <c:pt idx="558">
                  <c:v>1.5103591727059931</c:v>
                </c:pt>
                <c:pt idx="559">
                  <c:v>1.5003253665776684</c:v>
                </c:pt>
                <c:pt idx="560">
                  <c:v>1.4749424672971223</c:v>
                </c:pt>
                <c:pt idx="561">
                  <c:v>1.4561092028718396</c:v>
                </c:pt>
                <c:pt idx="562">
                  <c:v>1.4188591858783415</c:v>
                </c:pt>
                <c:pt idx="563">
                  <c:v>1.405861782290597</c:v>
                </c:pt>
                <c:pt idx="564">
                  <c:v>1.4035531556140359</c:v>
                </c:pt>
                <c:pt idx="565">
                  <c:v>1.4057514154384432</c:v>
                </c:pt>
                <c:pt idx="566">
                  <c:v>1.408841664743355</c:v>
                </c:pt>
                <c:pt idx="567">
                  <c:v>1.4230752305447694</c:v>
                </c:pt>
                <c:pt idx="568">
                  <c:v>1.4531312117550768</c:v>
                </c:pt>
                <c:pt idx="569">
                  <c:v>1.4389940224919613</c:v>
                </c:pt>
                <c:pt idx="570">
                  <c:v>1.3948696622186159</c:v>
                </c:pt>
                <c:pt idx="571">
                  <c:v>1.3673132135411663</c:v>
                </c:pt>
                <c:pt idx="572">
                  <c:v>1.3662310456157707</c:v>
                </c:pt>
                <c:pt idx="573">
                  <c:v>1.3728232995484335</c:v>
                </c:pt>
                <c:pt idx="574">
                  <c:v>1.4136710223729962</c:v>
                </c:pt>
                <c:pt idx="575">
                  <c:v>1.3842619284909357</c:v>
                </c:pt>
                <c:pt idx="576">
                  <c:v>1.3742710532351414</c:v>
                </c:pt>
                <c:pt idx="577">
                  <c:v>1.4413836628309975</c:v>
                </c:pt>
                <c:pt idx="578">
                  <c:v>1.4319878824152683</c:v>
                </c:pt>
                <c:pt idx="579">
                  <c:v>1.2964965945496993</c:v>
                </c:pt>
                <c:pt idx="580">
                  <c:v>1.3823405686149683</c:v>
                </c:pt>
                <c:pt idx="581">
                  <c:v>1.4664718347789589</c:v>
                </c:pt>
                <c:pt idx="582">
                  <c:v>1.2839806232089948</c:v>
                </c:pt>
                <c:pt idx="583">
                  <c:v>1.3569314652755644</c:v>
                </c:pt>
                <c:pt idx="584">
                  <c:v>1.8009407498605507</c:v>
                </c:pt>
                <c:pt idx="585">
                  <c:v>1.4858767059200551</c:v>
                </c:pt>
                <c:pt idx="586">
                  <c:v>1.1437094337286688</c:v>
                </c:pt>
                <c:pt idx="587">
                  <c:v>1.0473306558118853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8-57AB-4D59-AD3D-6260AFD7ADF0}"/>
            </c:ext>
          </c:extLst>
        </c:ser>
        <c:ser>
          <c:idx val="25"/>
          <c:order val="25"/>
          <c:tx>
            <c:strRef>
              <c:f>'Fully separated 1%'!#REF!</c:f>
              <c:strCache>
                <c:ptCount val="1"/>
                <c:pt idx="0">
                  <c:v>#REF!</c:v>
                </c:pt>
              </c:strCache>
            </c:strRef>
          </c:tx>
          <c:spPr>
            <a:ln w="19050" cap="rnd">
              <a:solidFill>
                <a:schemeClr val="accent2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'Fully separated 1%'!$A$2:$A$589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1%'!#REF!</c:f>
              <c:numCache>
                <c:formatCode>General</c:formatCode>
                <c:ptCount val="1"/>
                <c:pt idx="0">
                  <c:v>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9-57AB-4D59-AD3D-6260AFD7ADF0}"/>
            </c:ext>
          </c:extLst>
        </c:ser>
        <c:ser>
          <c:idx val="26"/>
          <c:order val="26"/>
          <c:tx>
            <c:strRef>
              <c:f>'Fully separated 1%'!$Z$1</c:f>
              <c:strCache>
                <c:ptCount val="1"/>
                <c:pt idx="0">
                  <c:v>1I_15/O-PTIR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1%'!$A$2:$A$589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1%'!$Z$2:$Z$589</c:f>
              <c:numCache>
                <c:formatCode>General</c:formatCode>
                <c:ptCount val="588"/>
                <c:pt idx="0">
                  <c:v>0.98106036064795277</c:v>
                </c:pt>
                <c:pt idx="1">
                  <c:v>1.0310050790650473</c:v>
                </c:pt>
                <c:pt idx="2">
                  <c:v>1.0719380706052681</c:v>
                </c:pt>
                <c:pt idx="3">
                  <c:v>1.1790069609944107</c:v>
                </c:pt>
                <c:pt idx="4">
                  <c:v>1.1488458700064423</c:v>
                </c:pt>
                <c:pt idx="5">
                  <c:v>1.2487972176924129</c:v>
                </c:pt>
                <c:pt idx="6">
                  <c:v>1.1568092567198869</c:v>
                </c:pt>
                <c:pt idx="7">
                  <c:v>1.1871511906245529</c:v>
                </c:pt>
                <c:pt idx="8">
                  <c:v>1.1995385686032416</c:v>
                </c:pt>
                <c:pt idx="9">
                  <c:v>1.1885936473339691</c:v>
                </c:pt>
                <c:pt idx="10">
                  <c:v>1.2198526556946123</c:v>
                </c:pt>
                <c:pt idx="11">
                  <c:v>1.2362441761700929</c:v>
                </c:pt>
                <c:pt idx="12">
                  <c:v>1.2189260056962898</c:v>
                </c:pt>
                <c:pt idx="13">
                  <c:v>1.2839017845395555</c:v>
                </c:pt>
                <c:pt idx="14">
                  <c:v>1.2656738914722343</c:v>
                </c:pt>
                <c:pt idx="15">
                  <c:v>1.2638086949929574</c:v>
                </c:pt>
                <c:pt idx="16">
                  <c:v>1.2554363149874745</c:v>
                </c:pt>
                <c:pt idx="17">
                  <c:v>1.2323319165011561</c:v>
                </c:pt>
                <c:pt idx="18">
                  <c:v>1.2388275065876619</c:v>
                </c:pt>
                <c:pt idx="19">
                  <c:v>1.2249941373478364</c:v>
                </c:pt>
                <c:pt idx="20">
                  <c:v>1.2496943271477192</c:v>
                </c:pt>
                <c:pt idx="21">
                  <c:v>1.2783065636674524</c:v>
                </c:pt>
                <c:pt idx="22">
                  <c:v>1.2881058172186568</c:v>
                </c:pt>
                <c:pt idx="23">
                  <c:v>1.2857237114024866</c:v>
                </c:pt>
                <c:pt idx="24">
                  <c:v>1.2842307908784929</c:v>
                </c:pt>
                <c:pt idx="25">
                  <c:v>1.2730043279772378</c:v>
                </c:pt>
                <c:pt idx="26">
                  <c:v>1.2654617286590943</c:v>
                </c:pt>
                <c:pt idx="27">
                  <c:v>1.2618400830658691</c:v>
                </c:pt>
                <c:pt idx="28">
                  <c:v>1.2444902773671682</c:v>
                </c:pt>
                <c:pt idx="29">
                  <c:v>1.2441327727071869</c:v>
                </c:pt>
                <c:pt idx="30">
                  <c:v>1.2381157201702229</c:v>
                </c:pt>
                <c:pt idx="31">
                  <c:v>1.2470570059463248</c:v>
                </c:pt>
                <c:pt idx="32">
                  <c:v>1.2611568727777944</c:v>
                </c:pt>
                <c:pt idx="33">
                  <c:v>1.2556701126087875</c:v>
                </c:pt>
                <c:pt idx="34">
                  <c:v>1.2589280247812455</c:v>
                </c:pt>
                <c:pt idx="35">
                  <c:v>1.245623752118352</c:v>
                </c:pt>
                <c:pt idx="36">
                  <c:v>1.2498762921422966</c:v>
                </c:pt>
                <c:pt idx="37">
                  <c:v>1.2413464240016816</c:v>
                </c:pt>
                <c:pt idx="38">
                  <c:v>1.2330595840062524</c:v>
                </c:pt>
                <c:pt idx="39">
                  <c:v>1.2539174310556036</c:v>
                </c:pt>
                <c:pt idx="40">
                  <c:v>1.2670962275643394</c:v>
                </c:pt>
                <c:pt idx="41">
                  <c:v>1.2808807905115653</c:v>
                </c:pt>
                <c:pt idx="42">
                  <c:v>1.291915705709342</c:v>
                </c:pt>
                <c:pt idx="43">
                  <c:v>1.3140440643423372</c:v>
                </c:pt>
                <c:pt idx="44">
                  <c:v>1.3341243359919863</c:v>
                </c:pt>
                <c:pt idx="45">
                  <c:v>1.3827039442888498</c:v>
                </c:pt>
                <c:pt idx="46">
                  <c:v>1.4156667429352012</c:v>
                </c:pt>
                <c:pt idx="47">
                  <c:v>1.4300113374093757</c:v>
                </c:pt>
                <c:pt idx="48">
                  <c:v>1.4160982596883309</c:v>
                </c:pt>
                <c:pt idx="49">
                  <c:v>1.3648132724810027</c:v>
                </c:pt>
                <c:pt idx="50">
                  <c:v>1.3070296524723322</c:v>
                </c:pt>
                <c:pt idx="51">
                  <c:v>1.2759298471012452</c:v>
                </c:pt>
                <c:pt idx="52">
                  <c:v>1.2655929298675443</c:v>
                </c:pt>
                <c:pt idx="53">
                  <c:v>1.2544693131848115</c:v>
                </c:pt>
                <c:pt idx="54">
                  <c:v>1.2338097934007273</c:v>
                </c:pt>
                <c:pt idx="55">
                  <c:v>1.2332996902442583</c:v>
                </c:pt>
                <c:pt idx="56">
                  <c:v>1.2390820503642281</c:v>
                </c:pt>
                <c:pt idx="57">
                  <c:v>1.2509976779376359</c:v>
                </c:pt>
                <c:pt idx="58">
                  <c:v>1.2457579182333167</c:v>
                </c:pt>
                <c:pt idx="59">
                  <c:v>1.2567843154676257</c:v>
                </c:pt>
                <c:pt idx="60">
                  <c:v>1.2600197983680106</c:v>
                </c:pt>
                <c:pt idx="61">
                  <c:v>1.2659819223261326</c:v>
                </c:pt>
                <c:pt idx="62">
                  <c:v>1.2724737980891456</c:v>
                </c:pt>
                <c:pt idx="63">
                  <c:v>1.2776970296681978</c:v>
                </c:pt>
                <c:pt idx="64">
                  <c:v>1.289276725962176</c:v>
                </c:pt>
                <c:pt idx="65">
                  <c:v>1.2871356785121397</c:v>
                </c:pt>
                <c:pt idx="66">
                  <c:v>1.2969892013190525</c:v>
                </c:pt>
                <c:pt idx="67">
                  <c:v>1.3150506419137269</c:v>
                </c:pt>
                <c:pt idx="68">
                  <c:v>1.3189402306952807</c:v>
                </c:pt>
                <c:pt idx="69">
                  <c:v>1.314314182068455</c:v>
                </c:pt>
                <c:pt idx="70">
                  <c:v>1.3033035021148138</c:v>
                </c:pt>
                <c:pt idx="71">
                  <c:v>1.2834993107657098</c:v>
                </c:pt>
                <c:pt idx="72">
                  <c:v>1.2652672078587517</c:v>
                </c:pt>
                <c:pt idx="73">
                  <c:v>1.2530234994558986</c:v>
                </c:pt>
                <c:pt idx="74">
                  <c:v>1.2620413486190152</c:v>
                </c:pt>
                <c:pt idx="75">
                  <c:v>1.2583314438197064</c:v>
                </c:pt>
                <c:pt idx="76">
                  <c:v>1.2470309401590789</c:v>
                </c:pt>
                <c:pt idx="77">
                  <c:v>1.2372608811086248</c:v>
                </c:pt>
                <c:pt idx="78">
                  <c:v>1.2343580164913013</c:v>
                </c:pt>
                <c:pt idx="79">
                  <c:v>1.232242340696392</c:v>
                </c:pt>
                <c:pt idx="80">
                  <c:v>1.2320639896935262</c:v>
                </c:pt>
                <c:pt idx="81">
                  <c:v>1.2355766954482099</c:v>
                </c:pt>
                <c:pt idx="82">
                  <c:v>1.2278663557249625</c:v>
                </c:pt>
                <c:pt idx="83">
                  <c:v>1.2273855330679135</c:v>
                </c:pt>
                <c:pt idx="84">
                  <c:v>1.2192078540504621</c:v>
                </c:pt>
                <c:pt idx="85">
                  <c:v>1.2323310237530618</c:v>
                </c:pt>
                <c:pt idx="86">
                  <c:v>1.2377030657919634</c:v>
                </c:pt>
                <c:pt idx="87">
                  <c:v>1.236198990011967</c:v>
                </c:pt>
                <c:pt idx="88">
                  <c:v>1.237604527697272</c:v>
                </c:pt>
                <c:pt idx="89">
                  <c:v>1.234664921172145</c:v>
                </c:pt>
                <c:pt idx="90">
                  <c:v>1.2379388741440758</c:v>
                </c:pt>
                <c:pt idx="91">
                  <c:v>1.2252076208548313</c:v>
                </c:pt>
                <c:pt idx="92">
                  <c:v>1.2180111538964047</c:v>
                </c:pt>
                <c:pt idx="93">
                  <c:v>1.2293567618116632</c:v>
                </c:pt>
                <c:pt idx="94">
                  <c:v>1.227280829687645</c:v>
                </c:pt>
                <c:pt idx="95">
                  <c:v>1.2167674001845383</c:v>
                </c:pt>
                <c:pt idx="96">
                  <c:v>1.2134515863363742</c:v>
                </c:pt>
                <c:pt idx="97">
                  <c:v>1.2047753781500739</c:v>
                </c:pt>
                <c:pt idx="98">
                  <c:v>1.2084165387866448</c:v>
                </c:pt>
                <c:pt idx="99">
                  <c:v>1.2158688697035958</c:v>
                </c:pt>
                <c:pt idx="100">
                  <c:v>1.2216847877330055</c:v>
                </c:pt>
                <c:pt idx="101">
                  <c:v>1.2216686343162277</c:v>
                </c:pt>
                <c:pt idx="102">
                  <c:v>1.2193927675708551</c:v>
                </c:pt>
                <c:pt idx="103">
                  <c:v>1.2170250972456576</c:v>
                </c:pt>
                <c:pt idx="104">
                  <c:v>1.2273211937775097</c:v>
                </c:pt>
                <c:pt idx="105">
                  <c:v>1.2383151674657826</c:v>
                </c:pt>
                <c:pt idx="106">
                  <c:v>1.2560052289484429</c:v>
                </c:pt>
                <c:pt idx="107">
                  <c:v>1.277071319728704</c:v>
                </c:pt>
                <c:pt idx="108">
                  <c:v>1.3003567699856322</c:v>
                </c:pt>
                <c:pt idx="109">
                  <c:v>1.2959922392179617</c:v>
                </c:pt>
                <c:pt idx="110">
                  <c:v>1.2860270082343808</c:v>
                </c:pt>
                <c:pt idx="111">
                  <c:v>1.2742525372392257</c:v>
                </c:pt>
                <c:pt idx="112">
                  <c:v>1.2502302176195514</c:v>
                </c:pt>
                <c:pt idx="113">
                  <c:v>1.2376481290227719</c:v>
                </c:pt>
                <c:pt idx="114">
                  <c:v>1.2487912141662381</c:v>
                </c:pt>
                <c:pt idx="115">
                  <c:v>1.2451722222462471</c:v>
                </c:pt>
                <c:pt idx="116">
                  <c:v>1.2402823256058368</c:v>
                </c:pt>
                <c:pt idx="117">
                  <c:v>1.2340726196682135</c:v>
                </c:pt>
                <c:pt idx="118">
                  <c:v>1.2380778479941899</c:v>
                </c:pt>
                <c:pt idx="119">
                  <c:v>1.248631547398142</c:v>
                </c:pt>
                <c:pt idx="120">
                  <c:v>1.253623708742261</c:v>
                </c:pt>
                <c:pt idx="121">
                  <c:v>1.2653620029637271</c:v>
                </c:pt>
                <c:pt idx="122">
                  <c:v>1.2916107462365016</c:v>
                </c:pt>
                <c:pt idx="123">
                  <c:v>1.2895684907819909</c:v>
                </c:pt>
                <c:pt idx="124">
                  <c:v>1.2792755721057403</c:v>
                </c:pt>
                <c:pt idx="125">
                  <c:v>1.258284586830285</c:v>
                </c:pt>
                <c:pt idx="126">
                  <c:v>1.2642314685480094</c:v>
                </c:pt>
                <c:pt idx="127">
                  <c:v>1.2790381502547787</c:v>
                </c:pt>
                <c:pt idx="128">
                  <c:v>1.2937391723579768</c:v>
                </c:pt>
                <c:pt idx="129">
                  <c:v>1.2830431902027171</c:v>
                </c:pt>
                <c:pt idx="130">
                  <c:v>1.2693373774658192</c:v>
                </c:pt>
                <c:pt idx="131">
                  <c:v>1.2639054803528587</c:v>
                </c:pt>
                <c:pt idx="132">
                  <c:v>1.2441322321441208</c:v>
                </c:pt>
                <c:pt idx="133">
                  <c:v>1.2308172587896209</c:v>
                </c:pt>
                <c:pt idx="134">
                  <c:v>1.2405870147971438</c:v>
                </c:pt>
                <c:pt idx="135">
                  <c:v>1.243600621129896</c:v>
                </c:pt>
                <c:pt idx="136">
                  <c:v>1.2318666780315954</c:v>
                </c:pt>
                <c:pt idx="137">
                  <c:v>1.2081887835956668</c:v>
                </c:pt>
                <c:pt idx="138">
                  <c:v>1.2155795916786443</c:v>
                </c:pt>
                <c:pt idx="139">
                  <c:v>1.2145673207905665</c:v>
                </c:pt>
                <c:pt idx="140">
                  <c:v>1.2136419658912567</c:v>
                </c:pt>
                <c:pt idx="141">
                  <c:v>1.2127927996704726</c:v>
                </c:pt>
                <c:pt idx="142">
                  <c:v>1.2293210150313225</c:v>
                </c:pt>
                <c:pt idx="143">
                  <c:v>1.2294389069218543</c:v>
                </c:pt>
                <c:pt idx="144">
                  <c:v>1.2351899717164299</c:v>
                </c:pt>
                <c:pt idx="145">
                  <c:v>1.2334876014325642</c:v>
                </c:pt>
                <c:pt idx="146">
                  <c:v>1.2168954665367218</c:v>
                </c:pt>
                <c:pt idx="147">
                  <c:v>1.2205430018246788</c:v>
                </c:pt>
                <c:pt idx="148">
                  <c:v>1.2260018165212321</c:v>
                </c:pt>
                <c:pt idx="149">
                  <c:v>1.23223789333662</c:v>
                </c:pt>
                <c:pt idx="150">
                  <c:v>1.2337721730779412</c:v>
                </c:pt>
                <c:pt idx="151">
                  <c:v>1.2662085001543715</c:v>
                </c:pt>
                <c:pt idx="152">
                  <c:v>1.2682694746526375</c:v>
                </c:pt>
                <c:pt idx="153">
                  <c:v>1.2491013663206538</c:v>
                </c:pt>
                <c:pt idx="154">
                  <c:v>1.2454842499906957</c:v>
                </c:pt>
                <c:pt idx="155">
                  <c:v>1.2246418437977169</c:v>
                </c:pt>
                <c:pt idx="156">
                  <c:v>1.2271067519996246</c:v>
                </c:pt>
                <c:pt idx="157">
                  <c:v>1.2267272152995203</c:v>
                </c:pt>
                <c:pt idx="158">
                  <c:v>1.2540716921930375</c:v>
                </c:pt>
                <c:pt idx="159">
                  <c:v>1.2495118625418231</c:v>
                </c:pt>
                <c:pt idx="160">
                  <c:v>1.227673976701011</c:v>
                </c:pt>
                <c:pt idx="161">
                  <c:v>1.2319783329709924</c:v>
                </c:pt>
                <c:pt idx="162">
                  <c:v>1.2331692445955487</c:v>
                </c:pt>
                <c:pt idx="163">
                  <c:v>1.2658960465117497</c:v>
                </c:pt>
                <c:pt idx="164">
                  <c:v>1.2635898816160334</c:v>
                </c:pt>
                <c:pt idx="165">
                  <c:v>1.2512751383120697</c:v>
                </c:pt>
                <c:pt idx="166">
                  <c:v>1.2343161515198928</c:v>
                </c:pt>
                <c:pt idx="167">
                  <c:v>1.2323660968771573</c:v>
                </c:pt>
                <c:pt idx="168">
                  <c:v>1.2503988896769096</c:v>
                </c:pt>
                <c:pt idx="169">
                  <c:v>1.2673736797484239</c:v>
                </c:pt>
                <c:pt idx="170">
                  <c:v>1.2613146967172555</c:v>
                </c:pt>
                <c:pt idx="171">
                  <c:v>1.2641198504651856</c:v>
                </c:pt>
                <c:pt idx="172">
                  <c:v>1.2670006461858132</c:v>
                </c:pt>
                <c:pt idx="173">
                  <c:v>1.275701721296953</c:v>
                </c:pt>
                <c:pt idx="174">
                  <c:v>1.2755641152352031</c:v>
                </c:pt>
                <c:pt idx="175">
                  <c:v>1.2630740493100974</c:v>
                </c:pt>
                <c:pt idx="176">
                  <c:v>1.2604043066102542</c:v>
                </c:pt>
                <c:pt idx="177">
                  <c:v>1.2663369371198694</c:v>
                </c:pt>
                <c:pt idx="178">
                  <c:v>1.2752604907893295</c:v>
                </c:pt>
                <c:pt idx="179">
                  <c:v>1.2688878173727665</c:v>
                </c:pt>
                <c:pt idx="180">
                  <c:v>1.2601369531270885</c:v>
                </c:pt>
                <c:pt idx="181">
                  <c:v>1.2650042198318632</c:v>
                </c:pt>
                <c:pt idx="182">
                  <c:v>1.2590706433368821</c:v>
                </c:pt>
                <c:pt idx="183">
                  <c:v>1.2581530498175058</c:v>
                </c:pt>
                <c:pt idx="184">
                  <c:v>1.2646187737946033</c:v>
                </c:pt>
                <c:pt idx="185">
                  <c:v>1.2697007341305098</c:v>
                </c:pt>
                <c:pt idx="186">
                  <c:v>1.2565620621439162</c:v>
                </c:pt>
                <c:pt idx="187">
                  <c:v>1.2417593404711247</c:v>
                </c:pt>
                <c:pt idx="188">
                  <c:v>1.2474330248913239</c:v>
                </c:pt>
                <c:pt idx="189">
                  <c:v>1.2533829738949318</c:v>
                </c:pt>
                <c:pt idx="190">
                  <c:v>1.2510417133516587</c:v>
                </c:pt>
                <c:pt idx="191">
                  <c:v>1.2601093188879156</c:v>
                </c:pt>
                <c:pt idx="192">
                  <c:v>1.2595672447022199</c:v>
                </c:pt>
                <c:pt idx="193">
                  <c:v>1.2658759760603291</c:v>
                </c:pt>
                <c:pt idx="194">
                  <c:v>1.2547884419622661</c:v>
                </c:pt>
                <c:pt idx="195">
                  <c:v>1.2548043926678942</c:v>
                </c:pt>
                <c:pt idx="196">
                  <c:v>1.2587187572566496</c:v>
                </c:pt>
                <c:pt idx="197">
                  <c:v>1.2571569354175873</c:v>
                </c:pt>
                <c:pt idx="198">
                  <c:v>1.243644189693998</c:v>
                </c:pt>
                <c:pt idx="199">
                  <c:v>1.2429678756801921</c:v>
                </c:pt>
                <c:pt idx="200">
                  <c:v>1.229560353424064</c:v>
                </c:pt>
                <c:pt idx="201">
                  <c:v>1.2327684969378576</c:v>
                </c:pt>
                <c:pt idx="202">
                  <c:v>1.2365784570941005</c:v>
                </c:pt>
                <c:pt idx="203">
                  <c:v>1.2376941301206719</c:v>
                </c:pt>
                <c:pt idx="204">
                  <c:v>1.2440598294546459</c:v>
                </c:pt>
                <c:pt idx="205">
                  <c:v>1.2417702418262933</c:v>
                </c:pt>
                <c:pt idx="206">
                  <c:v>1.2426608563344557</c:v>
                </c:pt>
                <c:pt idx="207">
                  <c:v>1.2497703049247457</c:v>
                </c:pt>
                <c:pt idx="208">
                  <c:v>1.2462166023756993</c:v>
                </c:pt>
                <c:pt idx="209">
                  <c:v>1.2445961130632537</c:v>
                </c:pt>
                <c:pt idx="210">
                  <c:v>1.2475229713094023</c:v>
                </c:pt>
                <c:pt idx="211">
                  <c:v>1.2594563268942771</c:v>
                </c:pt>
                <c:pt idx="212">
                  <c:v>1.2609931804529251</c:v>
                </c:pt>
                <c:pt idx="213">
                  <c:v>1.2605461470826891</c:v>
                </c:pt>
                <c:pt idx="214">
                  <c:v>1.2741357264748263</c:v>
                </c:pt>
                <c:pt idx="215">
                  <c:v>1.2777828317694353</c:v>
                </c:pt>
                <c:pt idx="216">
                  <c:v>1.2777261545509775</c:v>
                </c:pt>
                <c:pt idx="217">
                  <c:v>1.2880942524451797</c:v>
                </c:pt>
                <c:pt idx="218">
                  <c:v>1.2869984655871654</c:v>
                </c:pt>
                <c:pt idx="219">
                  <c:v>1.2712173329548737</c:v>
                </c:pt>
                <c:pt idx="220">
                  <c:v>1.2592005422797634</c:v>
                </c:pt>
                <c:pt idx="221">
                  <c:v>1.2536147403095714</c:v>
                </c:pt>
                <c:pt idx="222">
                  <c:v>1.2456074451325212</c:v>
                </c:pt>
                <c:pt idx="223">
                  <c:v>1.2347474553239368</c:v>
                </c:pt>
                <c:pt idx="224">
                  <c:v>1.2310843235629672</c:v>
                </c:pt>
                <c:pt idx="225">
                  <c:v>1.2280153873242481</c:v>
                </c:pt>
                <c:pt idx="226">
                  <c:v>1.2375577689920445</c:v>
                </c:pt>
                <c:pt idx="227">
                  <c:v>1.2368446966897357</c:v>
                </c:pt>
                <c:pt idx="228">
                  <c:v>1.2330086686986597</c:v>
                </c:pt>
                <c:pt idx="229">
                  <c:v>1.220771496194698</c:v>
                </c:pt>
                <c:pt idx="230">
                  <c:v>1.2128771008901664</c:v>
                </c:pt>
                <c:pt idx="231">
                  <c:v>1.2214222829367369</c:v>
                </c:pt>
                <c:pt idx="232">
                  <c:v>1.2254636900839897</c:v>
                </c:pt>
                <c:pt idx="233">
                  <c:v>1.2270774694526172</c:v>
                </c:pt>
                <c:pt idx="234">
                  <c:v>1.2242303442587352</c:v>
                </c:pt>
                <c:pt idx="235">
                  <c:v>1.2263431800499598</c:v>
                </c:pt>
                <c:pt idx="236">
                  <c:v>1.2330193796282027</c:v>
                </c:pt>
                <c:pt idx="237">
                  <c:v>1.2266986801219038</c:v>
                </c:pt>
                <c:pt idx="238">
                  <c:v>1.2261028854339155</c:v>
                </c:pt>
                <c:pt idx="239">
                  <c:v>1.2294707878572368</c:v>
                </c:pt>
                <c:pt idx="240">
                  <c:v>1.2335132699878599</c:v>
                </c:pt>
                <c:pt idx="241">
                  <c:v>1.2368172139720286</c:v>
                </c:pt>
                <c:pt idx="242">
                  <c:v>1.2429344836253291</c:v>
                </c:pt>
                <c:pt idx="243">
                  <c:v>1.2402555677340592</c:v>
                </c:pt>
                <c:pt idx="244">
                  <c:v>1.2431605495567251</c:v>
                </c:pt>
                <c:pt idx="245">
                  <c:v>1.2577010899520529</c:v>
                </c:pt>
                <c:pt idx="246">
                  <c:v>1.2501122765869228</c:v>
                </c:pt>
                <c:pt idx="247">
                  <c:v>1.2555158105196063</c:v>
                </c:pt>
                <c:pt idx="248">
                  <c:v>1.2693304893818997</c:v>
                </c:pt>
                <c:pt idx="249">
                  <c:v>1.2853942464039778</c:v>
                </c:pt>
                <c:pt idx="250">
                  <c:v>1.3039190232595441</c:v>
                </c:pt>
                <c:pt idx="251">
                  <c:v>1.3452230048701779</c:v>
                </c:pt>
                <c:pt idx="252">
                  <c:v>1.31263280160274</c:v>
                </c:pt>
                <c:pt idx="253">
                  <c:v>1.2909225603111125</c:v>
                </c:pt>
                <c:pt idx="254">
                  <c:v>1.3097013117139558</c:v>
                </c:pt>
                <c:pt idx="255">
                  <c:v>1.3485376065466177</c:v>
                </c:pt>
                <c:pt idx="256">
                  <c:v>1.4092620370617901</c:v>
                </c:pt>
                <c:pt idx="257">
                  <c:v>1.6844676901851565</c:v>
                </c:pt>
                <c:pt idx="258">
                  <c:v>1.9477961407597388</c:v>
                </c:pt>
                <c:pt idx="259">
                  <c:v>2.2000000000000002</c:v>
                </c:pt>
                <c:pt idx="260">
                  <c:v>1.9160280683932185</c:v>
                </c:pt>
                <c:pt idx="261">
                  <c:v>1.5894998671197702</c:v>
                </c:pt>
                <c:pt idx="262">
                  <c:v>1.4240824580798257</c:v>
                </c:pt>
                <c:pt idx="263">
                  <c:v>1.3454308759401861</c:v>
                </c:pt>
                <c:pt idx="264">
                  <c:v>1.2876039699344719</c:v>
                </c:pt>
                <c:pt idx="265">
                  <c:v>1.2843245294283843</c:v>
                </c:pt>
                <c:pt idx="266">
                  <c:v>1.2859805771431327</c:v>
                </c:pt>
                <c:pt idx="267">
                  <c:v>1.2721185252993998</c:v>
                </c:pt>
                <c:pt idx="268">
                  <c:v>1.2854908925279376</c:v>
                </c:pt>
                <c:pt idx="269">
                  <c:v>1.2757765401395269</c:v>
                </c:pt>
                <c:pt idx="270">
                  <c:v>1.291554355680276</c:v>
                </c:pt>
                <c:pt idx="271">
                  <c:v>1.3307905279459966</c:v>
                </c:pt>
                <c:pt idx="272">
                  <c:v>1.3238475277331785</c:v>
                </c:pt>
                <c:pt idx="273">
                  <c:v>1.330010831245777</c:v>
                </c:pt>
                <c:pt idx="274">
                  <c:v>1.3723709338518548</c:v>
                </c:pt>
                <c:pt idx="275">
                  <c:v>1.4174074051505106</c:v>
                </c:pt>
                <c:pt idx="276">
                  <c:v>1.5109790193386605</c:v>
                </c:pt>
                <c:pt idx="277">
                  <c:v>1.7492730769976719</c:v>
                </c:pt>
                <c:pt idx="278">
                  <c:v>2.1364213964952121</c:v>
                </c:pt>
                <c:pt idx="279">
                  <c:v>2.141221268909224</c:v>
                </c:pt>
                <c:pt idx="280">
                  <c:v>1.9793843530515016</c:v>
                </c:pt>
                <c:pt idx="281">
                  <c:v>1.7020398884435086</c:v>
                </c:pt>
                <c:pt idx="282">
                  <c:v>1.4909735010087888</c:v>
                </c:pt>
                <c:pt idx="283">
                  <c:v>1.3801691621678711</c:v>
                </c:pt>
                <c:pt idx="284">
                  <c:v>1.3327784895737507</c:v>
                </c:pt>
                <c:pt idx="285">
                  <c:v>1.2882147324861497</c:v>
                </c:pt>
                <c:pt idx="286">
                  <c:v>1.3168586369921786</c:v>
                </c:pt>
                <c:pt idx="287">
                  <c:v>1.3104882159217248</c:v>
                </c:pt>
                <c:pt idx="288">
                  <c:v>1.2519965156287594</c:v>
                </c:pt>
                <c:pt idx="289">
                  <c:v>1.2201623573798064</c:v>
                </c:pt>
                <c:pt idx="290">
                  <c:v>1.2141432562316765</c:v>
                </c:pt>
                <c:pt idx="291">
                  <c:v>1.164951119339027</c:v>
                </c:pt>
                <c:pt idx="292">
                  <c:v>1.2035153599398147</c:v>
                </c:pt>
                <c:pt idx="293">
                  <c:v>1.2530856027808921</c:v>
                </c:pt>
                <c:pt idx="294">
                  <c:v>1.2437885036519785</c:v>
                </c:pt>
                <c:pt idx="295">
                  <c:v>1.2490185905535522</c:v>
                </c:pt>
                <c:pt idx="296">
                  <c:v>1.2352310463191127</c:v>
                </c:pt>
                <c:pt idx="297">
                  <c:v>1.2475329881068262</c:v>
                </c:pt>
                <c:pt idx="298">
                  <c:v>1.2476828387410608</c:v>
                </c:pt>
                <c:pt idx="299">
                  <c:v>1.2217508183305787</c:v>
                </c:pt>
                <c:pt idx="300">
                  <c:v>1.1717497748800541</c:v>
                </c:pt>
                <c:pt idx="301">
                  <c:v>1.2008457601871649</c:v>
                </c:pt>
                <c:pt idx="302">
                  <c:v>1.2002687823472222</c:v>
                </c:pt>
                <c:pt idx="303">
                  <c:v>1.2005910400621362</c:v>
                </c:pt>
                <c:pt idx="304">
                  <c:v>1.2172498752445966</c:v>
                </c:pt>
                <c:pt idx="305">
                  <c:v>1.2427043593757616</c:v>
                </c:pt>
                <c:pt idx="306">
                  <c:v>1.2460122326800973</c:v>
                </c:pt>
                <c:pt idx="307">
                  <c:v>1.2447783401490145</c:v>
                </c:pt>
                <c:pt idx="308">
                  <c:v>1.2459755726757884</c:v>
                </c:pt>
                <c:pt idx="309">
                  <c:v>1.2362664703013995</c:v>
                </c:pt>
                <c:pt idx="310">
                  <c:v>1.2252351424766987</c:v>
                </c:pt>
                <c:pt idx="311">
                  <c:v>1.2231374956886001</c:v>
                </c:pt>
                <c:pt idx="312">
                  <c:v>1.1877338889437097</c:v>
                </c:pt>
                <c:pt idx="313">
                  <c:v>1.2226463122394486</c:v>
                </c:pt>
                <c:pt idx="314">
                  <c:v>1.2157316721355269</c:v>
                </c:pt>
                <c:pt idx="315">
                  <c:v>1.213097560527338</c:v>
                </c:pt>
                <c:pt idx="316">
                  <c:v>1.2067601414463527</c:v>
                </c:pt>
                <c:pt idx="317">
                  <c:v>1.2044116078727343</c:v>
                </c:pt>
                <c:pt idx="318">
                  <c:v>1.2153321397209411</c:v>
                </c:pt>
                <c:pt idx="319">
                  <c:v>1.2334052925153833</c:v>
                </c:pt>
                <c:pt idx="320">
                  <c:v>1.2456668005952614</c:v>
                </c:pt>
                <c:pt idx="321">
                  <c:v>1.2667940732861986</c:v>
                </c:pt>
                <c:pt idx="322">
                  <c:v>1.2694415177595606</c:v>
                </c:pt>
                <c:pt idx="323">
                  <c:v>1.2627557395675915</c:v>
                </c:pt>
                <c:pt idx="324">
                  <c:v>1.256185678728365</c:v>
                </c:pt>
                <c:pt idx="325">
                  <c:v>1.2466671289299918</c:v>
                </c:pt>
                <c:pt idx="326">
                  <c:v>1.2399509194944993</c:v>
                </c:pt>
                <c:pt idx="327">
                  <c:v>1.252259741175783</c:v>
                </c:pt>
                <c:pt idx="328">
                  <c:v>1.2533183561326453</c:v>
                </c:pt>
                <c:pt idx="329">
                  <c:v>1.2440596410766076</c:v>
                </c:pt>
                <c:pt idx="330">
                  <c:v>1.2532291222749725</c:v>
                </c:pt>
                <c:pt idx="331">
                  <c:v>1.3455737647773556</c:v>
                </c:pt>
                <c:pt idx="332">
                  <c:v>1.4953153363180274</c:v>
                </c:pt>
                <c:pt idx="333">
                  <c:v>1.5744905275004417</c:v>
                </c:pt>
                <c:pt idx="334">
                  <c:v>1.5180951225879096</c:v>
                </c:pt>
                <c:pt idx="335">
                  <c:v>1.3905285782916164</c:v>
                </c:pt>
                <c:pt idx="336">
                  <c:v>1.2796794300486494</c:v>
                </c:pt>
                <c:pt idx="337">
                  <c:v>1.2261384622645044</c:v>
                </c:pt>
                <c:pt idx="338">
                  <c:v>1.2304553927685373</c:v>
                </c:pt>
                <c:pt idx="339">
                  <c:v>1.2223452042784551</c:v>
                </c:pt>
                <c:pt idx="340">
                  <c:v>1.2297280958767551</c:v>
                </c:pt>
                <c:pt idx="341">
                  <c:v>1.2292607135832163</c:v>
                </c:pt>
                <c:pt idx="342">
                  <c:v>1.2197565910854662</c:v>
                </c:pt>
                <c:pt idx="343">
                  <c:v>1.205787464755288</c:v>
                </c:pt>
                <c:pt idx="344">
                  <c:v>1.2006377163519721</c:v>
                </c:pt>
                <c:pt idx="345">
                  <c:v>1.2172266371755114</c:v>
                </c:pt>
                <c:pt idx="346">
                  <c:v>1.2158191194732177</c:v>
                </c:pt>
                <c:pt idx="347">
                  <c:v>1.207358499201834</c:v>
                </c:pt>
                <c:pt idx="348">
                  <c:v>1.2080790528765031</c:v>
                </c:pt>
                <c:pt idx="349">
                  <c:v>1.2066248112779669</c:v>
                </c:pt>
                <c:pt idx="350">
                  <c:v>1.2109617671864983</c:v>
                </c:pt>
                <c:pt idx="351">
                  <c:v>1.2106517931721839</c:v>
                </c:pt>
                <c:pt idx="352">
                  <c:v>1.2013995429893507</c:v>
                </c:pt>
                <c:pt idx="353">
                  <c:v>1.2130791486216885</c:v>
                </c:pt>
                <c:pt idx="354">
                  <c:v>1.2083729625440902</c:v>
                </c:pt>
                <c:pt idx="355">
                  <c:v>1.1951457057850208</c:v>
                </c:pt>
                <c:pt idx="356">
                  <c:v>1.2008324337846896</c:v>
                </c:pt>
                <c:pt idx="357">
                  <c:v>1.2123775878555856</c:v>
                </c:pt>
                <c:pt idx="358">
                  <c:v>1.209747825322975</c:v>
                </c:pt>
                <c:pt idx="359">
                  <c:v>1.2009322795198665</c:v>
                </c:pt>
                <c:pt idx="360">
                  <c:v>1.2023732197988726</c:v>
                </c:pt>
                <c:pt idx="361">
                  <c:v>1.2044981378912825</c:v>
                </c:pt>
                <c:pt idx="362">
                  <c:v>1.2103441871926652</c:v>
                </c:pt>
                <c:pt idx="363">
                  <c:v>1.2090877773432525</c:v>
                </c:pt>
                <c:pt idx="364">
                  <c:v>1.221226797722742</c:v>
                </c:pt>
                <c:pt idx="365">
                  <c:v>1.2232753024139122</c:v>
                </c:pt>
                <c:pt idx="366">
                  <c:v>1.2106499687718355</c:v>
                </c:pt>
                <c:pt idx="367">
                  <c:v>1.2126529074774222</c:v>
                </c:pt>
                <c:pt idx="368">
                  <c:v>1.224587850966304</c:v>
                </c:pt>
                <c:pt idx="369">
                  <c:v>1.227134355524987</c:v>
                </c:pt>
                <c:pt idx="370">
                  <c:v>1.2247871098838254</c:v>
                </c:pt>
                <c:pt idx="371">
                  <c:v>1.2382500500921774</c:v>
                </c:pt>
                <c:pt idx="372">
                  <c:v>1.2347194320431631</c:v>
                </c:pt>
                <c:pt idx="373">
                  <c:v>1.2255927331353496</c:v>
                </c:pt>
                <c:pt idx="374">
                  <c:v>1.210108056345542</c:v>
                </c:pt>
                <c:pt idx="375">
                  <c:v>1.2071606909999657</c:v>
                </c:pt>
                <c:pt idx="376">
                  <c:v>1.2158058869398261</c:v>
                </c:pt>
                <c:pt idx="377">
                  <c:v>1.2264319409149498</c:v>
                </c:pt>
                <c:pt idx="378">
                  <c:v>1.2233948753736765</c:v>
                </c:pt>
                <c:pt idx="379">
                  <c:v>1.2138001072067606</c:v>
                </c:pt>
                <c:pt idx="380">
                  <c:v>1.2094812857557897</c:v>
                </c:pt>
                <c:pt idx="381">
                  <c:v>1.2051414115233565</c:v>
                </c:pt>
                <c:pt idx="382">
                  <c:v>1.1913315296463787</c:v>
                </c:pt>
                <c:pt idx="383">
                  <c:v>1.2032207364320799</c:v>
                </c:pt>
                <c:pt idx="384">
                  <c:v>1.2115745363738006</c:v>
                </c:pt>
                <c:pt idx="385">
                  <c:v>1.198169670350391</c:v>
                </c:pt>
                <c:pt idx="386">
                  <c:v>1.2010008911653092</c:v>
                </c:pt>
                <c:pt idx="387">
                  <c:v>1.1994682867983679</c:v>
                </c:pt>
                <c:pt idx="388">
                  <c:v>1.2050516693521185</c:v>
                </c:pt>
                <c:pt idx="389">
                  <c:v>1.2057346027040012</c:v>
                </c:pt>
                <c:pt idx="390">
                  <c:v>1.1980686029733982</c:v>
                </c:pt>
                <c:pt idx="391">
                  <c:v>1.1968079756058958</c:v>
                </c:pt>
                <c:pt idx="392">
                  <c:v>1.2222165789349191</c:v>
                </c:pt>
                <c:pt idx="393">
                  <c:v>1.2238373917661696</c:v>
                </c:pt>
                <c:pt idx="394">
                  <c:v>1.2183413457884305</c:v>
                </c:pt>
                <c:pt idx="395">
                  <c:v>1.2139116853616307</c:v>
                </c:pt>
                <c:pt idx="396">
                  <c:v>1.2084315435069071</c:v>
                </c:pt>
                <c:pt idx="397">
                  <c:v>1.2108815345229127</c:v>
                </c:pt>
                <c:pt idx="398">
                  <c:v>1.212974781045749</c:v>
                </c:pt>
                <c:pt idx="399">
                  <c:v>1.2089342175044935</c:v>
                </c:pt>
                <c:pt idx="400">
                  <c:v>1.218149808322889</c:v>
                </c:pt>
                <c:pt idx="401">
                  <c:v>1.2309450507650965</c:v>
                </c:pt>
                <c:pt idx="402">
                  <c:v>1.220603622696415</c:v>
                </c:pt>
                <c:pt idx="403">
                  <c:v>1.2270731285673886</c:v>
                </c:pt>
                <c:pt idx="404">
                  <c:v>1.2347913678827172</c:v>
                </c:pt>
                <c:pt idx="405">
                  <c:v>1.2344109425296936</c:v>
                </c:pt>
                <c:pt idx="406">
                  <c:v>1.2355530376237136</c:v>
                </c:pt>
                <c:pt idx="407">
                  <c:v>1.2396513369860982</c:v>
                </c:pt>
                <c:pt idx="408">
                  <c:v>1.2414193549686985</c:v>
                </c:pt>
                <c:pt idx="409">
                  <c:v>1.2254115974136579</c:v>
                </c:pt>
                <c:pt idx="410">
                  <c:v>1.2143370593526452</c:v>
                </c:pt>
                <c:pt idx="411">
                  <c:v>1.1963846522736343</c:v>
                </c:pt>
                <c:pt idx="412">
                  <c:v>1.1901990725461189</c:v>
                </c:pt>
                <c:pt idx="413">
                  <c:v>1.2006709396728383</c:v>
                </c:pt>
                <c:pt idx="414">
                  <c:v>1.2110727177558389</c:v>
                </c:pt>
                <c:pt idx="415">
                  <c:v>1.210825405034077</c:v>
                </c:pt>
                <c:pt idx="416">
                  <c:v>1.2310094944824563</c:v>
                </c:pt>
                <c:pt idx="417">
                  <c:v>1.2076836192199394</c:v>
                </c:pt>
                <c:pt idx="418">
                  <c:v>1.2094749105925069</c:v>
                </c:pt>
                <c:pt idx="419">
                  <c:v>1.198935998672594</c:v>
                </c:pt>
                <c:pt idx="420">
                  <c:v>1.1973172581917255</c:v>
                </c:pt>
                <c:pt idx="421">
                  <c:v>1.199633762379877</c:v>
                </c:pt>
                <c:pt idx="422">
                  <c:v>1.2154304617951648</c:v>
                </c:pt>
                <c:pt idx="423">
                  <c:v>1.2112216090953896</c:v>
                </c:pt>
                <c:pt idx="424">
                  <c:v>1.1866012281085063</c:v>
                </c:pt>
                <c:pt idx="425">
                  <c:v>1.1910608703334009</c:v>
                </c:pt>
                <c:pt idx="426">
                  <c:v>1.1827918648239821</c:v>
                </c:pt>
                <c:pt idx="427">
                  <c:v>1.1983980898554969</c:v>
                </c:pt>
                <c:pt idx="428">
                  <c:v>1.2117680640942678</c:v>
                </c:pt>
                <c:pt idx="429">
                  <c:v>1.2460770224397228</c:v>
                </c:pt>
                <c:pt idx="430">
                  <c:v>1.2168945891455329</c:v>
                </c:pt>
                <c:pt idx="431">
                  <c:v>1.2500710177013765</c:v>
                </c:pt>
                <c:pt idx="432">
                  <c:v>1.2152900085631742</c:v>
                </c:pt>
                <c:pt idx="433">
                  <c:v>1.2073848982339248</c:v>
                </c:pt>
                <c:pt idx="434">
                  <c:v>1.191749962316202</c:v>
                </c:pt>
                <c:pt idx="435">
                  <c:v>1.1462018327184673</c:v>
                </c:pt>
                <c:pt idx="436">
                  <c:v>1.3181070510129036</c:v>
                </c:pt>
                <c:pt idx="437">
                  <c:v>1.3872398089774618</c:v>
                </c:pt>
                <c:pt idx="438">
                  <c:v>1.3517251431410997</c:v>
                </c:pt>
                <c:pt idx="439">
                  <c:v>1.3175361017500877</c:v>
                </c:pt>
                <c:pt idx="440">
                  <c:v>1.3094051650571648</c:v>
                </c:pt>
                <c:pt idx="441">
                  <c:v>1.1898815214347342</c:v>
                </c:pt>
                <c:pt idx="442">
                  <c:v>1.2190195661060799</c:v>
                </c:pt>
                <c:pt idx="443">
                  <c:v>1.1994479917522074</c:v>
                </c:pt>
                <c:pt idx="444">
                  <c:v>1.1928522599901623</c:v>
                </c:pt>
                <c:pt idx="445">
                  <c:v>1.1476964609303293</c:v>
                </c:pt>
                <c:pt idx="446">
                  <c:v>1.1803075147799771</c:v>
                </c:pt>
                <c:pt idx="447">
                  <c:v>1.190448406236617</c:v>
                </c:pt>
                <c:pt idx="448">
                  <c:v>1.1608584958888377</c:v>
                </c:pt>
                <c:pt idx="449">
                  <c:v>1.1274163857049178</c:v>
                </c:pt>
                <c:pt idx="450">
                  <c:v>1.1295283574142712</c:v>
                </c:pt>
                <c:pt idx="451">
                  <c:v>1.1759599380357471</c:v>
                </c:pt>
                <c:pt idx="452">
                  <c:v>1.20733113268471</c:v>
                </c:pt>
                <c:pt idx="453">
                  <c:v>1.2271483507846748</c:v>
                </c:pt>
                <c:pt idx="454">
                  <c:v>1.201862309892979</c:v>
                </c:pt>
                <c:pt idx="455">
                  <c:v>1.2012794763050814</c:v>
                </c:pt>
                <c:pt idx="456">
                  <c:v>1.1830378916608744</c:v>
                </c:pt>
                <c:pt idx="457">
                  <c:v>1.1770141895839197</c:v>
                </c:pt>
                <c:pt idx="458">
                  <c:v>1.1744498075398915</c:v>
                </c:pt>
                <c:pt idx="459">
                  <c:v>1.2084636204987804</c:v>
                </c:pt>
                <c:pt idx="460">
                  <c:v>1.1980366364232689</c:v>
                </c:pt>
                <c:pt idx="461">
                  <c:v>1.172098880336635</c:v>
                </c:pt>
                <c:pt idx="462">
                  <c:v>1.1919422543176901</c:v>
                </c:pt>
                <c:pt idx="463">
                  <c:v>1.1922870270793922</c:v>
                </c:pt>
                <c:pt idx="464">
                  <c:v>1.2063223682900071</c:v>
                </c:pt>
                <c:pt idx="465">
                  <c:v>1.2042569592293904</c:v>
                </c:pt>
                <c:pt idx="466">
                  <c:v>1.1864540782420154</c:v>
                </c:pt>
                <c:pt idx="467">
                  <c:v>1.2017032016043387</c:v>
                </c:pt>
                <c:pt idx="468">
                  <c:v>1.2035439936575736</c:v>
                </c:pt>
                <c:pt idx="469">
                  <c:v>1.1862824085167447</c:v>
                </c:pt>
                <c:pt idx="470">
                  <c:v>1.1746429544091075</c:v>
                </c:pt>
                <c:pt idx="471">
                  <c:v>1.1952759451393027</c:v>
                </c:pt>
                <c:pt idx="472">
                  <c:v>1.2058605769337873</c:v>
                </c:pt>
                <c:pt idx="473">
                  <c:v>1.2078264901407194</c:v>
                </c:pt>
                <c:pt idx="474">
                  <c:v>1.1976576964669092</c:v>
                </c:pt>
                <c:pt idx="475">
                  <c:v>1.1855558845891956</c:v>
                </c:pt>
                <c:pt idx="476">
                  <c:v>1.1827244807711561</c:v>
                </c:pt>
                <c:pt idx="477">
                  <c:v>1.1744868606809757</c:v>
                </c:pt>
                <c:pt idx="478">
                  <c:v>1.1869389366937748</c:v>
                </c:pt>
                <c:pt idx="479">
                  <c:v>1.19383197014385</c:v>
                </c:pt>
                <c:pt idx="480">
                  <c:v>1.2042572287430782</c:v>
                </c:pt>
                <c:pt idx="481">
                  <c:v>1.1986933854837865</c:v>
                </c:pt>
                <c:pt idx="482">
                  <c:v>1.1925734661244525</c:v>
                </c:pt>
                <c:pt idx="483">
                  <c:v>1.1903156191717472</c:v>
                </c:pt>
                <c:pt idx="484">
                  <c:v>1.2018457959728492</c:v>
                </c:pt>
                <c:pt idx="485">
                  <c:v>1.2311680514581966</c:v>
                </c:pt>
                <c:pt idx="486">
                  <c:v>1.2311778512113591</c:v>
                </c:pt>
                <c:pt idx="487">
                  <c:v>1.2237313861203323</c:v>
                </c:pt>
                <c:pt idx="488">
                  <c:v>1.220659079552799</c:v>
                </c:pt>
                <c:pt idx="489">
                  <c:v>1.2217876646653383</c:v>
                </c:pt>
                <c:pt idx="490">
                  <c:v>1.2102792223643193</c:v>
                </c:pt>
                <c:pt idx="491">
                  <c:v>1.2212087973821546</c:v>
                </c:pt>
                <c:pt idx="492">
                  <c:v>1.2200608277599643</c:v>
                </c:pt>
                <c:pt idx="493">
                  <c:v>1.2194378882061849</c:v>
                </c:pt>
                <c:pt idx="494">
                  <c:v>1.2116218028806967</c:v>
                </c:pt>
                <c:pt idx="495">
                  <c:v>1.2117135112477087</c:v>
                </c:pt>
                <c:pt idx="496">
                  <c:v>1.2159628621543213</c:v>
                </c:pt>
                <c:pt idx="497">
                  <c:v>1.2133297661494691</c:v>
                </c:pt>
                <c:pt idx="498">
                  <c:v>1.209441368039972</c:v>
                </c:pt>
                <c:pt idx="499">
                  <c:v>1.2202086512827004</c:v>
                </c:pt>
                <c:pt idx="500">
                  <c:v>1.2433215308759138</c:v>
                </c:pt>
                <c:pt idx="501">
                  <c:v>1.2488635922846645</c:v>
                </c:pt>
                <c:pt idx="502">
                  <c:v>1.231183629502923</c:v>
                </c:pt>
                <c:pt idx="503">
                  <c:v>1.2263810665591044</c:v>
                </c:pt>
                <c:pt idx="504">
                  <c:v>1.2438734375761702</c:v>
                </c:pt>
                <c:pt idx="505">
                  <c:v>1.2551246639991025</c:v>
                </c:pt>
                <c:pt idx="506">
                  <c:v>1.2855491177224485</c:v>
                </c:pt>
                <c:pt idx="507">
                  <c:v>1.3261645939840638</c:v>
                </c:pt>
                <c:pt idx="508">
                  <c:v>1.3786629568970084</c:v>
                </c:pt>
                <c:pt idx="509">
                  <c:v>1.4587002478858411</c:v>
                </c:pt>
                <c:pt idx="510">
                  <c:v>1.5464348129429015</c:v>
                </c:pt>
                <c:pt idx="511">
                  <c:v>1.6356130090007359</c:v>
                </c:pt>
                <c:pt idx="512">
                  <c:v>1.7074337905251942</c:v>
                </c:pt>
                <c:pt idx="513">
                  <c:v>1.7670875457938815</c:v>
                </c:pt>
                <c:pt idx="514">
                  <c:v>1.808689410415399</c:v>
                </c:pt>
                <c:pt idx="515">
                  <c:v>1.8031980759362027</c:v>
                </c:pt>
                <c:pt idx="516">
                  <c:v>1.7404944966093261</c:v>
                </c:pt>
                <c:pt idx="517">
                  <c:v>1.6884244480228621</c:v>
                </c:pt>
                <c:pt idx="518">
                  <c:v>1.6388136337736983</c:v>
                </c:pt>
                <c:pt idx="519">
                  <c:v>1.5964045283066344</c:v>
                </c:pt>
                <c:pt idx="520">
                  <c:v>1.5472612847290468</c:v>
                </c:pt>
                <c:pt idx="521">
                  <c:v>1.4922698040029707</c:v>
                </c:pt>
                <c:pt idx="522">
                  <c:v>1.4788255418866263</c:v>
                </c:pt>
                <c:pt idx="523">
                  <c:v>1.4409363299266715</c:v>
                </c:pt>
                <c:pt idx="524">
                  <c:v>1.4212603748795034</c:v>
                </c:pt>
                <c:pt idx="525">
                  <c:v>1.4211804370684993</c:v>
                </c:pt>
                <c:pt idx="526">
                  <c:v>1.4380455133134458</c:v>
                </c:pt>
                <c:pt idx="527">
                  <c:v>1.4556688029719049</c:v>
                </c:pt>
                <c:pt idx="528">
                  <c:v>1.4777717715214862</c:v>
                </c:pt>
                <c:pt idx="529">
                  <c:v>1.4817253187421928</c:v>
                </c:pt>
                <c:pt idx="530">
                  <c:v>1.483098512737369</c:v>
                </c:pt>
                <c:pt idx="531">
                  <c:v>1.5358495725030696</c:v>
                </c:pt>
                <c:pt idx="532">
                  <c:v>1.5423942514492337</c:v>
                </c:pt>
                <c:pt idx="533">
                  <c:v>1.5547247570807865</c:v>
                </c:pt>
                <c:pt idx="534">
                  <c:v>1.5931093541391794</c:v>
                </c:pt>
                <c:pt idx="535">
                  <c:v>1.6256087591921931</c:v>
                </c:pt>
                <c:pt idx="536">
                  <c:v>1.6619424272159682</c:v>
                </c:pt>
                <c:pt idx="537">
                  <c:v>1.6840685580739025</c:v>
                </c:pt>
                <c:pt idx="538">
                  <c:v>1.7507129404376811</c:v>
                </c:pt>
                <c:pt idx="539">
                  <c:v>1.820404034526844</c:v>
                </c:pt>
                <c:pt idx="540">
                  <c:v>1.8793792029597425</c:v>
                </c:pt>
                <c:pt idx="541">
                  <c:v>1.9546105770566418</c:v>
                </c:pt>
                <c:pt idx="542">
                  <c:v>2.055967134813939</c:v>
                </c:pt>
                <c:pt idx="543">
                  <c:v>2.1545595479031912</c:v>
                </c:pt>
                <c:pt idx="544">
                  <c:v>2.2662979961032272</c:v>
                </c:pt>
                <c:pt idx="545">
                  <c:v>2.4074657459927566</c:v>
                </c:pt>
                <c:pt idx="546">
                  <c:v>2.5436867213598546</c:v>
                </c:pt>
                <c:pt idx="547">
                  <c:v>2.6211391216695441</c:v>
                </c:pt>
                <c:pt idx="548">
                  <c:v>2.727118836860293</c:v>
                </c:pt>
                <c:pt idx="549">
                  <c:v>2.8194065154819929</c:v>
                </c:pt>
                <c:pt idx="550">
                  <c:v>2.822132787974001</c:v>
                </c:pt>
                <c:pt idx="551">
                  <c:v>2.8341788919099273</c:v>
                </c:pt>
                <c:pt idx="552">
                  <c:v>2.8347805222219229</c:v>
                </c:pt>
                <c:pt idx="553">
                  <c:v>2.792517532589728</c:v>
                </c:pt>
                <c:pt idx="554">
                  <c:v>2.7085323784827358</c:v>
                </c:pt>
                <c:pt idx="555">
                  <c:v>2.587446382696108</c:v>
                </c:pt>
                <c:pt idx="556">
                  <c:v>2.4763026849145033</c:v>
                </c:pt>
                <c:pt idx="557">
                  <c:v>2.3702890289154714</c:v>
                </c:pt>
                <c:pt idx="558">
                  <c:v>2.247303396229976</c:v>
                </c:pt>
                <c:pt idx="559">
                  <c:v>2.0750856382942477</c:v>
                </c:pt>
                <c:pt idx="560">
                  <c:v>1.9911410427979181</c:v>
                </c:pt>
                <c:pt idx="561">
                  <c:v>1.8851025536592383</c:v>
                </c:pt>
                <c:pt idx="562">
                  <c:v>1.7846570903789991</c:v>
                </c:pt>
                <c:pt idx="563">
                  <c:v>1.6945741555553113</c:v>
                </c:pt>
                <c:pt idx="564">
                  <c:v>1.5484728012253286</c:v>
                </c:pt>
                <c:pt idx="565">
                  <c:v>1.5164661931203163</c:v>
                </c:pt>
                <c:pt idx="566">
                  <c:v>1.5167087912721544</c:v>
                </c:pt>
                <c:pt idx="567">
                  <c:v>1.4494796998584178</c:v>
                </c:pt>
                <c:pt idx="568">
                  <c:v>1.3307961383353959</c:v>
                </c:pt>
                <c:pt idx="569">
                  <c:v>1.2560827260352994</c:v>
                </c:pt>
                <c:pt idx="570">
                  <c:v>1.230971460547021</c:v>
                </c:pt>
                <c:pt idx="571">
                  <c:v>1.237526543284621</c:v>
                </c:pt>
                <c:pt idx="572">
                  <c:v>1.1719852351423128</c:v>
                </c:pt>
                <c:pt idx="573">
                  <c:v>1.1449533572701212</c:v>
                </c:pt>
                <c:pt idx="574">
                  <c:v>1.2174133648583161</c:v>
                </c:pt>
                <c:pt idx="575">
                  <c:v>1.309642873570358</c:v>
                </c:pt>
                <c:pt idx="576">
                  <c:v>1.352019045642131</c:v>
                </c:pt>
                <c:pt idx="577">
                  <c:v>1.2286236661524437</c:v>
                </c:pt>
                <c:pt idx="578">
                  <c:v>1.2877505526192607</c:v>
                </c:pt>
                <c:pt idx="579">
                  <c:v>1.3397737196452539</c:v>
                </c:pt>
                <c:pt idx="580">
                  <c:v>1.2427170011801965</c:v>
                </c:pt>
                <c:pt idx="581">
                  <c:v>1.2729399354495623</c:v>
                </c:pt>
                <c:pt idx="582">
                  <c:v>1.3752837661245052</c:v>
                </c:pt>
                <c:pt idx="583">
                  <c:v>1.5880424435704583</c:v>
                </c:pt>
                <c:pt idx="584">
                  <c:v>1.3612878675894378</c:v>
                </c:pt>
                <c:pt idx="585">
                  <c:v>0.72859332909794028</c:v>
                </c:pt>
                <c:pt idx="586">
                  <c:v>1.2713540708395776</c:v>
                </c:pt>
                <c:pt idx="587">
                  <c:v>0.84179729291258265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A-57AB-4D59-AD3D-6260AFD7ADF0}"/>
            </c:ext>
          </c:extLst>
        </c:ser>
        <c:ser>
          <c:idx val="27"/>
          <c:order val="27"/>
          <c:tx>
            <c:strRef>
              <c:f>'Fully separated 1%'!$AA$1</c:f>
              <c:strCache>
                <c:ptCount val="1"/>
                <c:pt idx="0">
                  <c:v>1I_3/O-PTIR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1%'!$A$2:$A$589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1%'!$AA$2:$AA$589</c:f>
              <c:numCache>
                <c:formatCode>General</c:formatCode>
                <c:ptCount val="588"/>
                <c:pt idx="0">
                  <c:v>1.0051985967228259</c:v>
                </c:pt>
                <c:pt idx="1">
                  <c:v>0.95562108915213495</c:v>
                </c:pt>
                <c:pt idx="2">
                  <c:v>1.0308764024239028</c:v>
                </c:pt>
                <c:pt idx="3">
                  <c:v>0.99470809263916316</c:v>
                </c:pt>
                <c:pt idx="4">
                  <c:v>0.93993993769831585</c:v>
                </c:pt>
                <c:pt idx="5">
                  <c:v>1.0309246705231141</c:v>
                </c:pt>
                <c:pt idx="6">
                  <c:v>1.0016056209331843</c:v>
                </c:pt>
                <c:pt idx="7">
                  <c:v>1.0058461700775922</c:v>
                </c:pt>
                <c:pt idx="8">
                  <c:v>1.0007378614048514</c:v>
                </c:pt>
                <c:pt idx="9">
                  <c:v>0.98623093071746271</c:v>
                </c:pt>
                <c:pt idx="10">
                  <c:v>1.0004546008558488</c:v>
                </c:pt>
                <c:pt idx="11">
                  <c:v>0.99900787589682716</c:v>
                </c:pt>
                <c:pt idx="12">
                  <c:v>1.0075843621505569</c:v>
                </c:pt>
                <c:pt idx="13">
                  <c:v>0.99316763948112163</c:v>
                </c:pt>
                <c:pt idx="14">
                  <c:v>1.0078727440922055</c:v>
                </c:pt>
                <c:pt idx="15">
                  <c:v>1.0142025430306145</c:v>
                </c:pt>
                <c:pt idx="16">
                  <c:v>1.0122320442306807</c:v>
                </c:pt>
                <c:pt idx="17">
                  <c:v>1.0038964716665804</c:v>
                </c:pt>
                <c:pt idx="18">
                  <c:v>1.0061286106765455</c:v>
                </c:pt>
                <c:pt idx="19">
                  <c:v>1.018518858707758</c:v>
                </c:pt>
                <c:pt idx="20">
                  <c:v>1.0150278950591138</c:v>
                </c:pt>
                <c:pt idx="21">
                  <c:v>1.0193010282807426</c:v>
                </c:pt>
                <c:pt idx="22">
                  <c:v>1.0235526248936992</c:v>
                </c:pt>
                <c:pt idx="23">
                  <c:v>1.0262955392083466</c:v>
                </c:pt>
                <c:pt idx="24">
                  <c:v>1.0299808618367277</c:v>
                </c:pt>
                <c:pt idx="25">
                  <c:v>1.0217541049034053</c:v>
                </c:pt>
                <c:pt idx="26">
                  <c:v>1.0228757821574355</c:v>
                </c:pt>
                <c:pt idx="27">
                  <c:v>1.0273807931186363</c:v>
                </c:pt>
                <c:pt idx="28">
                  <c:v>1.0154804839697598</c:v>
                </c:pt>
                <c:pt idx="29">
                  <c:v>1.0154924425149909</c:v>
                </c:pt>
                <c:pt idx="30">
                  <c:v>1.0163536322492635</c:v>
                </c:pt>
                <c:pt idx="31">
                  <c:v>1.0262028748961751</c:v>
                </c:pt>
                <c:pt idx="32">
                  <c:v>1.04295674821466</c:v>
                </c:pt>
                <c:pt idx="33">
                  <c:v>1.062370977583551</c:v>
                </c:pt>
                <c:pt idx="34">
                  <c:v>1.0725188273199906</c:v>
                </c:pt>
                <c:pt idx="35">
                  <c:v>1.0691925129032129</c:v>
                </c:pt>
                <c:pt idx="36">
                  <c:v>1.0578955140301625</c:v>
                </c:pt>
                <c:pt idx="37">
                  <c:v>1.0617602937312438</c:v>
                </c:pt>
                <c:pt idx="38">
                  <c:v>1.0725425198653256</c:v>
                </c:pt>
                <c:pt idx="39">
                  <c:v>1.0835156457704243</c:v>
                </c:pt>
                <c:pt idx="40">
                  <c:v>1.0996468888289457</c:v>
                </c:pt>
                <c:pt idx="41">
                  <c:v>1.1166233500909544</c:v>
                </c:pt>
                <c:pt idx="42">
                  <c:v>1.1456388772530013</c:v>
                </c:pt>
                <c:pt idx="43">
                  <c:v>1.1788406052940414</c:v>
                </c:pt>
                <c:pt idx="44">
                  <c:v>1.2257380082220908</c:v>
                </c:pt>
                <c:pt idx="45">
                  <c:v>1.2862150993756631</c:v>
                </c:pt>
                <c:pt idx="46">
                  <c:v>1.3356170422420612</c:v>
                </c:pt>
                <c:pt idx="47">
                  <c:v>1.3456677792452925</c:v>
                </c:pt>
                <c:pt idx="48">
                  <c:v>1.3091448224311706</c:v>
                </c:pt>
                <c:pt idx="49">
                  <c:v>1.2327197109742514</c:v>
                </c:pt>
                <c:pt idx="50">
                  <c:v>1.1596774022056209</c:v>
                </c:pt>
                <c:pt idx="51">
                  <c:v>1.1022796501038299</c:v>
                </c:pt>
                <c:pt idx="52">
                  <c:v>1.0697736903120214</c:v>
                </c:pt>
                <c:pt idx="53">
                  <c:v>1.0465427460368879</c:v>
                </c:pt>
                <c:pt idx="54">
                  <c:v>1.0407731257448831</c:v>
                </c:pt>
                <c:pt idx="55">
                  <c:v>1.0431582471225695</c:v>
                </c:pt>
                <c:pt idx="56">
                  <c:v>1.0439485367328643</c:v>
                </c:pt>
                <c:pt idx="57">
                  <c:v>1.0466312835737448</c:v>
                </c:pt>
                <c:pt idx="58">
                  <c:v>1.0506733295153381</c:v>
                </c:pt>
                <c:pt idx="59">
                  <c:v>1.0574929653045977</c:v>
                </c:pt>
                <c:pt idx="60">
                  <c:v>1.065432437988161</c:v>
                </c:pt>
                <c:pt idx="61">
                  <c:v>1.0709383998190825</c:v>
                </c:pt>
                <c:pt idx="62">
                  <c:v>1.0811507364885982</c:v>
                </c:pt>
                <c:pt idx="63">
                  <c:v>1.0990484882019864</c:v>
                </c:pt>
                <c:pt idx="64">
                  <c:v>1.1194584568695662</c:v>
                </c:pt>
                <c:pt idx="65">
                  <c:v>1.1452318801063994</c:v>
                </c:pt>
                <c:pt idx="66">
                  <c:v>1.1655790671701141</c:v>
                </c:pt>
                <c:pt idx="67">
                  <c:v>1.1779616628399325</c:v>
                </c:pt>
                <c:pt idx="68">
                  <c:v>1.1759262037415197</c:v>
                </c:pt>
                <c:pt idx="69">
                  <c:v>1.1653178422927086</c:v>
                </c:pt>
                <c:pt idx="70">
                  <c:v>1.1459518446103054</c:v>
                </c:pt>
                <c:pt idx="71">
                  <c:v>1.1249800579651719</c:v>
                </c:pt>
                <c:pt idx="72">
                  <c:v>1.1063459560223639</c:v>
                </c:pt>
                <c:pt idx="73">
                  <c:v>1.093417054195144</c:v>
                </c:pt>
                <c:pt idx="74">
                  <c:v>1.0760472080762842</c:v>
                </c:pt>
                <c:pt idx="75">
                  <c:v>1.0677150909279109</c:v>
                </c:pt>
                <c:pt idx="76">
                  <c:v>1.0632837595952382</c:v>
                </c:pt>
                <c:pt idx="77">
                  <c:v>1.0546615968989177</c:v>
                </c:pt>
                <c:pt idx="78">
                  <c:v>1.0502666176017359</c:v>
                </c:pt>
                <c:pt idx="79">
                  <c:v>1.0483792490492396</c:v>
                </c:pt>
                <c:pt idx="80">
                  <c:v>1.0473792585650981</c:v>
                </c:pt>
                <c:pt idx="81">
                  <c:v>1.0460289412694816</c:v>
                </c:pt>
                <c:pt idx="82">
                  <c:v>1.0407673209499002</c:v>
                </c:pt>
                <c:pt idx="83">
                  <c:v>1.0391190474421859</c:v>
                </c:pt>
                <c:pt idx="84">
                  <c:v>1.0379677620924714</c:v>
                </c:pt>
                <c:pt idx="85">
                  <c:v>1.0321586764771282</c:v>
                </c:pt>
                <c:pt idx="86">
                  <c:v>1.0292113881666223</c:v>
                </c:pt>
                <c:pt idx="87">
                  <c:v>1.0303393784765655</c:v>
                </c:pt>
                <c:pt idx="88">
                  <c:v>1.0344654740868613</c:v>
                </c:pt>
                <c:pt idx="89">
                  <c:v>1.0345946967732891</c:v>
                </c:pt>
                <c:pt idx="90">
                  <c:v>1.0297904657750503</c:v>
                </c:pt>
                <c:pt idx="91">
                  <c:v>1.0214828847334365</c:v>
                </c:pt>
                <c:pt idx="92">
                  <c:v>1.0195711408970425</c:v>
                </c:pt>
                <c:pt idx="93">
                  <c:v>1.0192633623528173</c:v>
                </c:pt>
                <c:pt idx="94">
                  <c:v>1.0163604232221706</c:v>
                </c:pt>
                <c:pt idx="95">
                  <c:v>1.0120876799201213</c:v>
                </c:pt>
                <c:pt idx="96">
                  <c:v>1.0109754426646229</c:v>
                </c:pt>
                <c:pt idx="97">
                  <c:v>1.0103582113494964</c:v>
                </c:pt>
                <c:pt idx="98">
                  <c:v>1.0112688101149787</c:v>
                </c:pt>
                <c:pt idx="99">
                  <c:v>1.0078722995535412</c:v>
                </c:pt>
                <c:pt idx="100">
                  <c:v>1.0095121071030737</c:v>
                </c:pt>
                <c:pt idx="101">
                  <c:v>1.009368823795239</c:v>
                </c:pt>
                <c:pt idx="102">
                  <c:v>1.0119714505071467</c:v>
                </c:pt>
                <c:pt idx="103">
                  <c:v>1.0118120598794127</c:v>
                </c:pt>
                <c:pt idx="104">
                  <c:v>1.0124323498633019</c:v>
                </c:pt>
                <c:pt idx="105">
                  <c:v>1.0180341689470742</c:v>
                </c:pt>
                <c:pt idx="106">
                  <c:v>1.0276561430983131</c:v>
                </c:pt>
                <c:pt idx="107">
                  <c:v>1.0428234867503325</c:v>
                </c:pt>
                <c:pt idx="108">
                  <c:v>1.0676419316978873</c:v>
                </c:pt>
                <c:pt idx="109">
                  <c:v>1.0970056191143689</c:v>
                </c:pt>
                <c:pt idx="110">
                  <c:v>1.1138004415746692</c:v>
                </c:pt>
                <c:pt idx="111">
                  <c:v>1.1060577250417971</c:v>
                </c:pt>
                <c:pt idx="112">
                  <c:v>1.0817484392050258</c:v>
                </c:pt>
                <c:pt idx="113">
                  <c:v>1.0640424490304408</c:v>
                </c:pt>
                <c:pt idx="114">
                  <c:v>1.0538356774388127</c:v>
                </c:pt>
                <c:pt idx="115">
                  <c:v>1.0463362949986008</c:v>
                </c:pt>
                <c:pt idx="116">
                  <c:v>1.0415153748354875</c:v>
                </c:pt>
                <c:pt idx="117">
                  <c:v>1.0444379207004684</c:v>
                </c:pt>
                <c:pt idx="118">
                  <c:v>1.0493403810887658</c:v>
                </c:pt>
                <c:pt idx="119">
                  <c:v>1.0484202315693847</c:v>
                </c:pt>
                <c:pt idx="120">
                  <c:v>1.0543581939502833</c:v>
                </c:pt>
                <c:pt idx="121">
                  <c:v>1.0704103971239582</c:v>
                </c:pt>
                <c:pt idx="122">
                  <c:v>1.0974982347111717</c:v>
                </c:pt>
                <c:pt idx="123">
                  <c:v>1.1226282451261813</c:v>
                </c:pt>
                <c:pt idx="124">
                  <c:v>1.1220843968276073</c:v>
                </c:pt>
                <c:pt idx="125">
                  <c:v>1.102745077533855</c:v>
                </c:pt>
                <c:pt idx="126">
                  <c:v>1.0874133000919153</c:v>
                </c:pt>
                <c:pt idx="127">
                  <c:v>1.0690139509766283</c:v>
                </c:pt>
                <c:pt idx="128">
                  <c:v>1.0570192054297101</c:v>
                </c:pt>
                <c:pt idx="129">
                  <c:v>1.0550991807331445</c:v>
                </c:pt>
                <c:pt idx="130">
                  <c:v>1.0496397300875324</c:v>
                </c:pt>
                <c:pt idx="131">
                  <c:v>1.0440480344994534</c:v>
                </c:pt>
                <c:pt idx="132">
                  <c:v>1.03886150024984</c:v>
                </c:pt>
                <c:pt idx="133">
                  <c:v>1.0470483488383566</c:v>
                </c:pt>
                <c:pt idx="134">
                  <c:v>1.033956624484226</c:v>
                </c:pt>
                <c:pt idx="135">
                  <c:v>1.0260827432530137</c:v>
                </c:pt>
                <c:pt idx="136">
                  <c:v>1.0260496410530833</c:v>
                </c:pt>
                <c:pt idx="137">
                  <c:v>1.0191475865816881</c:v>
                </c:pt>
                <c:pt idx="138">
                  <c:v>1.0189625932578397</c:v>
                </c:pt>
                <c:pt idx="139">
                  <c:v>1.0098174270298734</c:v>
                </c:pt>
                <c:pt idx="140">
                  <c:v>1.0014575206203129</c:v>
                </c:pt>
                <c:pt idx="141">
                  <c:v>0.99378589680058871</c:v>
                </c:pt>
                <c:pt idx="142">
                  <c:v>1.0085753306238869</c:v>
                </c:pt>
                <c:pt idx="143">
                  <c:v>1.0098093426466885</c:v>
                </c:pt>
                <c:pt idx="144">
                  <c:v>1.0114700541338248</c:v>
                </c:pt>
                <c:pt idx="145">
                  <c:v>1.01161924313023</c:v>
                </c:pt>
                <c:pt idx="146">
                  <c:v>1.0103496687728757</c:v>
                </c:pt>
                <c:pt idx="147">
                  <c:v>1.0073837963186834</c:v>
                </c:pt>
                <c:pt idx="148">
                  <c:v>1.0123926455814665</c:v>
                </c:pt>
                <c:pt idx="149">
                  <c:v>1.0072632269642432</c:v>
                </c:pt>
                <c:pt idx="150">
                  <c:v>1.0077091652426864</c:v>
                </c:pt>
                <c:pt idx="151">
                  <c:v>1.0049178633495792</c:v>
                </c:pt>
                <c:pt idx="152">
                  <c:v>1.0039349735699461</c:v>
                </c:pt>
                <c:pt idx="153">
                  <c:v>1.0092715327914052</c:v>
                </c:pt>
                <c:pt idx="154">
                  <c:v>1.0158863674939056</c:v>
                </c:pt>
                <c:pt idx="155">
                  <c:v>1.0167209440789902</c:v>
                </c:pt>
                <c:pt idx="156">
                  <c:v>1.0066127751078351</c:v>
                </c:pt>
                <c:pt idx="157">
                  <c:v>1.0087583842116179</c:v>
                </c:pt>
                <c:pt idx="158">
                  <c:v>1.0166724347454867</c:v>
                </c:pt>
                <c:pt idx="159">
                  <c:v>1.0226110267630604</c:v>
                </c:pt>
                <c:pt idx="160">
                  <c:v>1.0210162162364236</c:v>
                </c:pt>
                <c:pt idx="161">
                  <c:v>1.0178580360525773</c:v>
                </c:pt>
                <c:pt idx="162">
                  <c:v>1.0126115065310346</c:v>
                </c:pt>
                <c:pt idx="163">
                  <c:v>1.0161641480228669</c:v>
                </c:pt>
                <c:pt idx="164">
                  <c:v>1.0216096101139205</c:v>
                </c:pt>
                <c:pt idx="165">
                  <c:v>1.0248544723029291</c:v>
                </c:pt>
                <c:pt idx="166">
                  <c:v>1.0233549022886417</c:v>
                </c:pt>
                <c:pt idx="167">
                  <c:v>1.0181132179351016</c:v>
                </c:pt>
                <c:pt idx="168">
                  <c:v>1.0256031209296645</c:v>
                </c:pt>
                <c:pt idx="169">
                  <c:v>1.030767124806697</c:v>
                </c:pt>
                <c:pt idx="170">
                  <c:v>1.0318244835364969</c:v>
                </c:pt>
                <c:pt idx="171">
                  <c:v>1.0322794787212783</c:v>
                </c:pt>
                <c:pt idx="172">
                  <c:v>1.0363411359487962</c:v>
                </c:pt>
                <c:pt idx="173">
                  <c:v>1.0422336158038212</c:v>
                </c:pt>
                <c:pt idx="174">
                  <c:v>1.0468847313003189</c:v>
                </c:pt>
                <c:pt idx="175">
                  <c:v>1.047622113223567</c:v>
                </c:pt>
                <c:pt idx="176">
                  <c:v>1.0469285084969819</c:v>
                </c:pt>
                <c:pt idx="177">
                  <c:v>1.0485297580068667</c:v>
                </c:pt>
                <c:pt idx="178">
                  <c:v>1.053193909258328</c:v>
                </c:pt>
                <c:pt idx="179">
                  <c:v>1.0530587634355668</c:v>
                </c:pt>
                <c:pt idx="180">
                  <c:v>1.0595510852545174</c:v>
                </c:pt>
                <c:pt idx="181">
                  <c:v>1.0649070994906298</c:v>
                </c:pt>
                <c:pt idx="182">
                  <c:v>1.0715826804774791</c:v>
                </c:pt>
                <c:pt idx="183">
                  <c:v>1.0761174360820767</c:v>
                </c:pt>
                <c:pt idx="184">
                  <c:v>1.0823778998850135</c:v>
                </c:pt>
                <c:pt idx="185">
                  <c:v>1.0920674772915695</c:v>
                </c:pt>
                <c:pt idx="186">
                  <c:v>1.1010278110185485</c:v>
                </c:pt>
                <c:pt idx="187">
                  <c:v>1.1052359748385172</c:v>
                </c:pt>
                <c:pt idx="188">
                  <c:v>1.1129839590787018</c:v>
                </c:pt>
                <c:pt idx="189">
                  <c:v>1.1208534404391748</c:v>
                </c:pt>
                <c:pt idx="190">
                  <c:v>1.1162175545642234</c:v>
                </c:pt>
                <c:pt idx="191">
                  <c:v>1.113744815070945</c:v>
                </c:pt>
                <c:pt idx="192">
                  <c:v>1.1144306244403366</c:v>
                </c:pt>
                <c:pt idx="193">
                  <c:v>1.1163734252953657</c:v>
                </c:pt>
                <c:pt idx="194">
                  <c:v>1.1197387377388655</c:v>
                </c:pt>
                <c:pt idx="195">
                  <c:v>1.1274987988656324</c:v>
                </c:pt>
                <c:pt idx="196">
                  <c:v>1.1352328734454924</c:v>
                </c:pt>
                <c:pt idx="197">
                  <c:v>1.1397391178876974</c:v>
                </c:pt>
                <c:pt idx="198">
                  <c:v>1.1376144233418961</c:v>
                </c:pt>
                <c:pt idx="199">
                  <c:v>1.1298111160373483</c:v>
                </c:pt>
                <c:pt idx="200">
                  <c:v>1.1200594974189695</c:v>
                </c:pt>
                <c:pt idx="201">
                  <c:v>1.1085255124046982</c:v>
                </c:pt>
                <c:pt idx="202">
                  <c:v>1.1020209498419107</c:v>
                </c:pt>
                <c:pt idx="203">
                  <c:v>1.108891569512666</c:v>
                </c:pt>
                <c:pt idx="204">
                  <c:v>1.1170640654193904</c:v>
                </c:pt>
                <c:pt idx="205">
                  <c:v>1.1264004818908364</c:v>
                </c:pt>
                <c:pt idx="206">
                  <c:v>1.1349212897716761</c:v>
                </c:pt>
                <c:pt idx="207">
                  <c:v>1.138008336183236</c:v>
                </c:pt>
                <c:pt idx="208">
                  <c:v>1.1422471291723402</c:v>
                </c:pt>
                <c:pt idx="209">
                  <c:v>1.1448907171636376</c:v>
                </c:pt>
                <c:pt idx="210">
                  <c:v>1.1473553851699041</c:v>
                </c:pt>
                <c:pt idx="211">
                  <c:v>1.1552672266652222</c:v>
                </c:pt>
                <c:pt idx="212">
                  <c:v>1.1672707173345349</c:v>
                </c:pt>
                <c:pt idx="213">
                  <c:v>1.1720612844583314</c:v>
                </c:pt>
                <c:pt idx="214">
                  <c:v>1.1850216893600474</c:v>
                </c:pt>
                <c:pt idx="215">
                  <c:v>1.1969267200253864</c:v>
                </c:pt>
                <c:pt idx="216">
                  <c:v>1.2024105125765669</c:v>
                </c:pt>
                <c:pt idx="217">
                  <c:v>1.2105052066310391</c:v>
                </c:pt>
                <c:pt idx="218">
                  <c:v>1.2075363073692171</c:v>
                </c:pt>
                <c:pt idx="219">
                  <c:v>1.1960022616670738</c:v>
                </c:pt>
                <c:pt idx="220">
                  <c:v>1.188271087967508</c:v>
                </c:pt>
                <c:pt idx="221">
                  <c:v>1.1793411952772603</c:v>
                </c:pt>
                <c:pt idx="222">
                  <c:v>1.1684513392017051</c:v>
                </c:pt>
                <c:pt idx="223">
                  <c:v>1.1528602242751882</c:v>
                </c:pt>
                <c:pt idx="224">
                  <c:v>1.1391169579587439</c:v>
                </c:pt>
                <c:pt idx="225">
                  <c:v>1.1213322556138225</c:v>
                </c:pt>
                <c:pt idx="226">
                  <c:v>1.0977220333777473</c:v>
                </c:pt>
                <c:pt idx="227">
                  <c:v>1.0811544627239553</c:v>
                </c:pt>
                <c:pt idx="228">
                  <c:v>1.0641941505047581</c:v>
                </c:pt>
                <c:pt idx="229">
                  <c:v>1.0512336181585107</c:v>
                </c:pt>
                <c:pt idx="230">
                  <c:v>1.0380857605569225</c:v>
                </c:pt>
                <c:pt idx="231">
                  <c:v>1.0295989439533419</c:v>
                </c:pt>
                <c:pt idx="232">
                  <c:v>1.0273052822335624</c:v>
                </c:pt>
                <c:pt idx="233">
                  <c:v>1.0242082299090616</c:v>
                </c:pt>
                <c:pt idx="234">
                  <c:v>1.0231786161572674</c:v>
                </c:pt>
                <c:pt idx="235">
                  <c:v>1.0214734492864952</c:v>
                </c:pt>
                <c:pt idx="236">
                  <c:v>1.0238052700231624</c:v>
                </c:pt>
                <c:pt idx="237">
                  <c:v>1.0189530455383344</c:v>
                </c:pt>
                <c:pt idx="238">
                  <c:v>1.013002162709429</c:v>
                </c:pt>
                <c:pt idx="239">
                  <c:v>1.0182977121012007</c:v>
                </c:pt>
                <c:pt idx="240">
                  <c:v>1.0215593150397753</c:v>
                </c:pt>
                <c:pt idx="241">
                  <c:v>1.0118785206855341</c:v>
                </c:pt>
                <c:pt idx="242">
                  <c:v>1.0132940243419541</c:v>
                </c:pt>
                <c:pt idx="243">
                  <c:v>1.0221573803662403</c:v>
                </c:pt>
                <c:pt idx="244">
                  <c:v>1.0293198616695205</c:v>
                </c:pt>
                <c:pt idx="245">
                  <c:v>1.039382099024547</c:v>
                </c:pt>
                <c:pt idx="246">
                  <c:v>1.0404083764605629</c:v>
                </c:pt>
                <c:pt idx="247">
                  <c:v>1.0449242035177992</c:v>
                </c:pt>
                <c:pt idx="248">
                  <c:v>1.0697543490871282</c:v>
                </c:pt>
                <c:pt idx="249">
                  <c:v>1.1024253131348563</c:v>
                </c:pt>
                <c:pt idx="250">
                  <c:v>1.1416880360802515</c:v>
                </c:pt>
                <c:pt idx="251">
                  <c:v>1.2211293469266407</c:v>
                </c:pt>
                <c:pt idx="252">
                  <c:v>1.2997900296720006</c:v>
                </c:pt>
                <c:pt idx="253">
                  <c:v>1.3871001178995443</c:v>
                </c:pt>
                <c:pt idx="254">
                  <c:v>1.4952740169098759</c:v>
                </c:pt>
                <c:pt idx="255">
                  <c:v>1.6121804152371051</c:v>
                </c:pt>
                <c:pt idx="256">
                  <c:v>1.7376116147071665</c:v>
                </c:pt>
                <c:pt idx="257">
                  <c:v>1.8289323459367985</c:v>
                </c:pt>
                <c:pt idx="258">
                  <c:v>1.9163119096405161</c:v>
                </c:pt>
                <c:pt idx="259">
                  <c:v>2</c:v>
                </c:pt>
                <c:pt idx="260">
                  <c:v>1.7909674210023567</c:v>
                </c:pt>
                <c:pt idx="261">
                  <c:v>1.457321812153461</c:v>
                </c:pt>
                <c:pt idx="262">
                  <c:v>1.1659285079386539</c:v>
                </c:pt>
                <c:pt idx="263">
                  <c:v>1.0900528948212176</c:v>
                </c:pt>
                <c:pt idx="264">
                  <c:v>1.0569801042336058</c:v>
                </c:pt>
                <c:pt idx="265">
                  <c:v>1.0317220029609857</c:v>
                </c:pt>
                <c:pt idx="266">
                  <c:v>1.0237162211909816</c:v>
                </c:pt>
                <c:pt idx="267">
                  <c:v>1.0269863189144774</c:v>
                </c:pt>
                <c:pt idx="268">
                  <c:v>1.0103114225171719</c:v>
                </c:pt>
                <c:pt idx="269">
                  <c:v>1.0175560759581062</c:v>
                </c:pt>
                <c:pt idx="270">
                  <c:v>1.041785441935883</c:v>
                </c:pt>
                <c:pt idx="271">
                  <c:v>1.0586319006723053</c:v>
                </c:pt>
                <c:pt idx="272">
                  <c:v>1.0597601003554078</c:v>
                </c:pt>
                <c:pt idx="273">
                  <c:v>1.0647970602406274</c:v>
                </c:pt>
                <c:pt idx="274">
                  <c:v>1.0898069511500497</c:v>
                </c:pt>
                <c:pt idx="275">
                  <c:v>1.1354714253338178</c:v>
                </c:pt>
                <c:pt idx="276">
                  <c:v>1.2231959146283802</c:v>
                </c:pt>
                <c:pt idx="277">
                  <c:v>1.3684335964953682</c:v>
                </c:pt>
                <c:pt idx="278">
                  <c:v>1.7870044058424286</c:v>
                </c:pt>
                <c:pt idx="279">
                  <c:v>1.9409207932963306</c:v>
                </c:pt>
                <c:pt idx="280">
                  <c:v>1.7989407393122825</c:v>
                </c:pt>
                <c:pt idx="281">
                  <c:v>1.4485794571261068</c:v>
                </c:pt>
                <c:pt idx="282">
                  <c:v>1.185745064522375</c:v>
                </c:pt>
                <c:pt idx="283">
                  <c:v>1.0828495296155847</c:v>
                </c:pt>
                <c:pt idx="284">
                  <c:v>1.0321485719463952</c:v>
                </c:pt>
                <c:pt idx="285">
                  <c:v>0.99872360973081598</c:v>
                </c:pt>
                <c:pt idx="286">
                  <c:v>1.0209777552973716</c:v>
                </c:pt>
                <c:pt idx="287">
                  <c:v>1.0083931054256123</c:v>
                </c:pt>
                <c:pt idx="288">
                  <c:v>1.0059496834848296</c:v>
                </c:pt>
                <c:pt idx="289">
                  <c:v>1.0085697799593694</c:v>
                </c:pt>
                <c:pt idx="290">
                  <c:v>1.0103684160152189</c:v>
                </c:pt>
                <c:pt idx="291">
                  <c:v>1.0109175388484919</c:v>
                </c:pt>
                <c:pt idx="292">
                  <c:v>1.0047022541320674</c:v>
                </c:pt>
                <c:pt idx="293">
                  <c:v>0.99218025841964119</c:v>
                </c:pt>
                <c:pt idx="294">
                  <c:v>0.98511158691212142</c:v>
                </c:pt>
                <c:pt idx="295">
                  <c:v>0.98399585100078668</c:v>
                </c:pt>
                <c:pt idx="296">
                  <c:v>0.98941582570268305</c:v>
                </c:pt>
                <c:pt idx="297">
                  <c:v>1.0078695526687225</c:v>
                </c:pt>
                <c:pt idx="298">
                  <c:v>1.0097242536981732</c:v>
                </c:pt>
                <c:pt idx="299">
                  <c:v>1.0193512490122443</c:v>
                </c:pt>
                <c:pt idx="300">
                  <c:v>1.0096379570609999</c:v>
                </c:pt>
                <c:pt idx="301">
                  <c:v>0.99745285357197411</c:v>
                </c:pt>
                <c:pt idx="302">
                  <c:v>0.99211455848771846</c:v>
                </c:pt>
                <c:pt idx="303">
                  <c:v>1.0127631951091789</c:v>
                </c:pt>
                <c:pt idx="304">
                  <c:v>0.99995387949286885</c:v>
                </c:pt>
                <c:pt idx="305">
                  <c:v>1.0060912246714311</c:v>
                </c:pt>
                <c:pt idx="306">
                  <c:v>1.0154683858424225</c:v>
                </c:pt>
                <c:pt idx="307">
                  <c:v>1.0154066677935192</c:v>
                </c:pt>
                <c:pt idx="308">
                  <c:v>1.014623850377498</c:v>
                </c:pt>
                <c:pt idx="309">
                  <c:v>1.0116769466763826</c:v>
                </c:pt>
                <c:pt idx="310">
                  <c:v>1.007712395354688</c:v>
                </c:pt>
                <c:pt idx="311">
                  <c:v>1.0107646114791549</c:v>
                </c:pt>
                <c:pt idx="312">
                  <c:v>1.0069997407049969</c:v>
                </c:pt>
                <c:pt idx="313">
                  <c:v>1.0063731315964077</c:v>
                </c:pt>
                <c:pt idx="314">
                  <c:v>0.99965777293332791</c:v>
                </c:pt>
                <c:pt idx="315">
                  <c:v>1.0016896944977365</c:v>
                </c:pt>
                <c:pt idx="316">
                  <c:v>1.0027235692967624</c:v>
                </c:pt>
                <c:pt idx="317">
                  <c:v>1.003946487955812</c:v>
                </c:pt>
                <c:pt idx="318">
                  <c:v>1.0112490114552486</c:v>
                </c:pt>
                <c:pt idx="319">
                  <c:v>1.0190509730062287</c:v>
                </c:pt>
                <c:pt idx="320">
                  <c:v>1.0177826723355936</c:v>
                </c:pt>
                <c:pt idx="321">
                  <c:v>1.0363037764946259</c:v>
                </c:pt>
                <c:pt idx="322">
                  <c:v>1.0760060374237348</c:v>
                </c:pt>
                <c:pt idx="323">
                  <c:v>1.1185239364620314</c:v>
                </c:pt>
                <c:pt idx="324">
                  <c:v>1.1359358938954609</c:v>
                </c:pt>
                <c:pt idx="325">
                  <c:v>1.119264219265574</c:v>
                </c:pt>
                <c:pt idx="326">
                  <c:v>1.092718603541958</c:v>
                </c:pt>
                <c:pt idx="327">
                  <c:v>1.0851218777546228</c:v>
                </c:pt>
                <c:pt idx="328">
                  <c:v>1.1043197700308336</c:v>
                </c:pt>
                <c:pt idx="329">
                  <c:v>1.147972423042438</c:v>
                </c:pt>
                <c:pt idx="330">
                  <c:v>1.2283306912261265</c:v>
                </c:pt>
                <c:pt idx="331">
                  <c:v>1.3489159398201587</c:v>
                </c:pt>
                <c:pt idx="332">
                  <c:v>1.448566688397781</c:v>
                </c:pt>
                <c:pt idx="333">
                  <c:v>1.4656561019276615</c:v>
                </c:pt>
                <c:pt idx="334">
                  <c:v>1.3977691186703285</c:v>
                </c:pt>
                <c:pt idx="335">
                  <c:v>1.2960102676111842</c:v>
                </c:pt>
                <c:pt idx="336">
                  <c:v>1.1931657347922511</c:v>
                </c:pt>
                <c:pt idx="337">
                  <c:v>1.1163052728148048</c:v>
                </c:pt>
                <c:pt idx="338">
                  <c:v>1.0654604272348527</c:v>
                </c:pt>
                <c:pt idx="339">
                  <c:v>1.0409751678092494</c:v>
                </c:pt>
                <c:pt idx="340">
                  <c:v>1.0298314422264081</c:v>
                </c:pt>
                <c:pt idx="341">
                  <c:v>1.0161723105416873</c:v>
                </c:pt>
                <c:pt idx="342">
                  <c:v>1.012227813527385</c:v>
                </c:pt>
                <c:pt idx="343">
                  <c:v>1.009445961873888</c:v>
                </c:pt>
                <c:pt idx="344">
                  <c:v>1.0078207929977459</c:v>
                </c:pt>
                <c:pt idx="345">
                  <c:v>1.0057677450367517</c:v>
                </c:pt>
                <c:pt idx="346">
                  <c:v>1.0002974865685677</c:v>
                </c:pt>
                <c:pt idx="347">
                  <c:v>1.0034694763488681</c:v>
                </c:pt>
                <c:pt idx="348">
                  <c:v>1.0034166972442511</c:v>
                </c:pt>
                <c:pt idx="349">
                  <c:v>1.0009608638749905</c:v>
                </c:pt>
                <c:pt idx="350">
                  <c:v>1.0025453439982195</c:v>
                </c:pt>
                <c:pt idx="351">
                  <c:v>1.0003359044808666</c:v>
                </c:pt>
                <c:pt idx="352">
                  <c:v>1.0003026931375907</c:v>
                </c:pt>
                <c:pt idx="353">
                  <c:v>1.0035775538633998</c:v>
                </c:pt>
                <c:pt idx="354">
                  <c:v>1.0045039970944347</c:v>
                </c:pt>
                <c:pt idx="355">
                  <c:v>1.0046951062386114</c:v>
                </c:pt>
                <c:pt idx="356">
                  <c:v>1.0063387082973576</c:v>
                </c:pt>
                <c:pt idx="357">
                  <c:v>1.0050851555382829</c:v>
                </c:pt>
                <c:pt idx="358">
                  <c:v>1.0029136808840389</c:v>
                </c:pt>
                <c:pt idx="359">
                  <c:v>1.0004772656425842</c:v>
                </c:pt>
                <c:pt idx="360">
                  <c:v>0.99887542129672646</c:v>
                </c:pt>
                <c:pt idx="361">
                  <c:v>1.0004092201718107</c:v>
                </c:pt>
                <c:pt idx="362">
                  <c:v>1.0048142930474615</c:v>
                </c:pt>
                <c:pt idx="363">
                  <c:v>1.0069810495989358</c:v>
                </c:pt>
                <c:pt idx="364">
                  <c:v>1.0092867510339758</c:v>
                </c:pt>
                <c:pt idx="365">
                  <c:v>1.0101214140992785</c:v>
                </c:pt>
                <c:pt idx="366">
                  <c:v>1.0078340707456006</c:v>
                </c:pt>
                <c:pt idx="367">
                  <c:v>1.0054569055479687</c:v>
                </c:pt>
                <c:pt idx="368">
                  <c:v>1.0056361642471869</c:v>
                </c:pt>
                <c:pt idx="369">
                  <c:v>1.0093371386571259</c:v>
                </c:pt>
                <c:pt idx="370">
                  <c:v>1.0067343298816014</c:v>
                </c:pt>
                <c:pt idx="371">
                  <c:v>1.0051050372645383</c:v>
                </c:pt>
                <c:pt idx="372">
                  <c:v>1.0047689683100554</c:v>
                </c:pt>
                <c:pt idx="373">
                  <c:v>1.0000075629134564</c:v>
                </c:pt>
                <c:pt idx="374">
                  <c:v>0.99514470015724465</c:v>
                </c:pt>
                <c:pt idx="375">
                  <c:v>1.0030123007626257</c:v>
                </c:pt>
                <c:pt idx="376">
                  <c:v>1.0036725144529381</c:v>
                </c:pt>
                <c:pt idx="377">
                  <c:v>1.0044682523169659</c:v>
                </c:pt>
                <c:pt idx="378">
                  <c:v>1.0047442569670648</c:v>
                </c:pt>
                <c:pt idx="379">
                  <c:v>1.0045734513298559</c:v>
                </c:pt>
                <c:pt idx="380">
                  <c:v>1.0009181922406756</c:v>
                </c:pt>
                <c:pt idx="381">
                  <c:v>1.0035475793646864</c:v>
                </c:pt>
                <c:pt idx="382">
                  <c:v>1.0080094465588909</c:v>
                </c:pt>
                <c:pt idx="383">
                  <c:v>1.0077099594952148</c:v>
                </c:pt>
                <c:pt idx="384">
                  <c:v>1.0015737314476265</c:v>
                </c:pt>
                <c:pt idx="385">
                  <c:v>1.0012102839181667</c:v>
                </c:pt>
                <c:pt idx="386">
                  <c:v>1.002375793841368</c:v>
                </c:pt>
                <c:pt idx="387">
                  <c:v>1.0016985625130721</c:v>
                </c:pt>
                <c:pt idx="388">
                  <c:v>1.0028864445462624</c:v>
                </c:pt>
                <c:pt idx="389">
                  <c:v>1.0020915582089427</c:v>
                </c:pt>
                <c:pt idx="390">
                  <c:v>1.0031447575436967</c:v>
                </c:pt>
                <c:pt idx="391">
                  <c:v>0.99891546931846331</c:v>
                </c:pt>
                <c:pt idx="392">
                  <c:v>1.0008016138724356</c:v>
                </c:pt>
                <c:pt idx="393">
                  <c:v>1.0055084864464074</c:v>
                </c:pt>
                <c:pt idx="394">
                  <c:v>0.99992318206765674</c:v>
                </c:pt>
                <c:pt idx="395">
                  <c:v>1.0000799332470709</c:v>
                </c:pt>
                <c:pt idx="396">
                  <c:v>0.99992070636398755</c:v>
                </c:pt>
                <c:pt idx="397">
                  <c:v>1.0008767484927015</c:v>
                </c:pt>
                <c:pt idx="398">
                  <c:v>1.0028758901666761</c:v>
                </c:pt>
                <c:pt idx="399">
                  <c:v>1.0034926723915478</c:v>
                </c:pt>
                <c:pt idx="400">
                  <c:v>1.0028889410936082</c:v>
                </c:pt>
                <c:pt idx="401">
                  <c:v>1.0033563496033635</c:v>
                </c:pt>
                <c:pt idx="402">
                  <c:v>1.0035025868933811</c:v>
                </c:pt>
                <c:pt idx="403">
                  <c:v>1.0078861227336477</c:v>
                </c:pt>
                <c:pt idx="404">
                  <c:v>1.0046528128604253</c:v>
                </c:pt>
                <c:pt idx="405">
                  <c:v>1.0062025967788286</c:v>
                </c:pt>
                <c:pt idx="406">
                  <c:v>1.0081387724147015</c:v>
                </c:pt>
                <c:pt idx="407">
                  <c:v>1.0070850875769692</c:v>
                </c:pt>
                <c:pt idx="408">
                  <c:v>1.009454683479732</c:v>
                </c:pt>
                <c:pt idx="409">
                  <c:v>1.0092537633824041</c:v>
                </c:pt>
                <c:pt idx="410">
                  <c:v>1.001406340261831</c:v>
                </c:pt>
                <c:pt idx="411">
                  <c:v>1.0076160806669996</c:v>
                </c:pt>
                <c:pt idx="412">
                  <c:v>1.0043201173930423</c:v>
                </c:pt>
                <c:pt idx="413">
                  <c:v>0.99834979225600662</c:v>
                </c:pt>
                <c:pt idx="414">
                  <c:v>1.0103062966677601</c:v>
                </c:pt>
                <c:pt idx="415">
                  <c:v>1.0055144399266773</c:v>
                </c:pt>
                <c:pt idx="416">
                  <c:v>0.99534563239214691</c:v>
                </c:pt>
                <c:pt idx="417">
                  <c:v>0.99828375873043596</c:v>
                </c:pt>
                <c:pt idx="418">
                  <c:v>0.99680792791528516</c:v>
                </c:pt>
                <c:pt idx="419">
                  <c:v>0.99496330410702505</c:v>
                </c:pt>
                <c:pt idx="420">
                  <c:v>0.99302592192039152</c:v>
                </c:pt>
                <c:pt idx="421">
                  <c:v>0.99293572305303102</c:v>
                </c:pt>
                <c:pt idx="422">
                  <c:v>1.0014570490565804</c:v>
                </c:pt>
                <c:pt idx="423">
                  <c:v>0.99255462976610986</c:v>
                </c:pt>
                <c:pt idx="424">
                  <c:v>1.0070523578488548</c:v>
                </c:pt>
                <c:pt idx="425">
                  <c:v>1.0068545480049809</c:v>
                </c:pt>
                <c:pt idx="426">
                  <c:v>1.001695179164193</c:v>
                </c:pt>
                <c:pt idx="427">
                  <c:v>0.99807337227328174</c:v>
                </c:pt>
                <c:pt idx="428">
                  <c:v>1.0092237092308585</c:v>
                </c:pt>
                <c:pt idx="429">
                  <c:v>0.99504628566917552</c:v>
                </c:pt>
                <c:pt idx="430">
                  <c:v>0.99315107396778668</c:v>
                </c:pt>
                <c:pt idx="431">
                  <c:v>0.98683589322061116</c:v>
                </c:pt>
                <c:pt idx="432">
                  <c:v>0.99812396339045373</c:v>
                </c:pt>
                <c:pt idx="433">
                  <c:v>0.99715926442123481</c:v>
                </c:pt>
                <c:pt idx="434">
                  <c:v>0.99525125326828467</c:v>
                </c:pt>
                <c:pt idx="435">
                  <c:v>0.98969278694536866</c:v>
                </c:pt>
                <c:pt idx="436">
                  <c:v>0.99546005368582691</c:v>
                </c:pt>
                <c:pt idx="437">
                  <c:v>1.0298157665490002</c:v>
                </c:pt>
                <c:pt idx="438">
                  <c:v>1.0238833950383344</c:v>
                </c:pt>
                <c:pt idx="439">
                  <c:v>1.0109237161152906</c:v>
                </c:pt>
                <c:pt idx="440">
                  <c:v>1.0109702690235118</c:v>
                </c:pt>
                <c:pt idx="441">
                  <c:v>0.99515769608579241</c:v>
                </c:pt>
                <c:pt idx="442">
                  <c:v>0.97151631100660496</c:v>
                </c:pt>
                <c:pt idx="443">
                  <c:v>0.98933892354813735</c:v>
                </c:pt>
                <c:pt idx="444">
                  <c:v>0.98781353236139524</c:v>
                </c:pt>
                <c:pt idx="445">
                  <c:v>0.97789066015344994</c:v>
                </c:pt>
                <c:pt idx="446">
                  <c:v>1.0044096043158011</c:v>
                </c:pt>
                <c:pt idx="447">
                  <c:v>1.0075471475886815</c:v>
                </c:pt>
                <c:pt idx="448">
                  <c:v>1.0199127165173356</c:v>
                </c:pt>
                <c:pt idx="449">
                  <c:v>1.023031344897626</c:v>
                </c:pt>
                <c:pt idx="450">
                  <c:v>1.0171535075089833</c:v>
                </c:pt>
                <c:pt idx="451">
                  <c:v>1.0062997671655161</c:v>
                </c:pt>
                <c:pt idx="452">
                  <c:v>1.0009410274749897</c:v>
                </c:pt>
                <c:pt idx="453">
                  <c:v>0.99338619547413154</c:v>
                </c:pt>
                <c:pt idx="454">
                  <c:v>1.0033562138142493</c:v>
                </c:pt>
                <c:pt idx="455">
                  <c:v>1.0031355309009657</c:v>
                </c:pt>
                <c:pt idx="456">
                  <c:v>1.0034768654766164</c:v>
                </c:pt>
                <c:pt idx="457">
                  <c:v>1.0029708589111475</c:v>
                </c:pt>
                <c:pt idx="458">
                  <c:v>0.98787000621953591</c:v>
                </c:pt>
                <c:pt idx="459">
                  <c:v>0.98937284579294182</c:v>
                </c:pt>
                <c:pt idx="460">
                  <c:v>0.99482449387467597</c:v>
                </c:pt>
                <c:pt idx="461">
                  <c:v>0.99545999337725388</c:v>
                </c:pt>
                <c:pt idx="462">
                  <c:v>1.0025010105592771</c:v>
                </c:pt>
                <c:pt idx="463">
                  <c:v>0.99063322442045021</c:v>
                </c:pt>
                <c:pt idx="464">
                  <c:v>0.9933419289814982</c:v>
                </c:pt>
                <c:pt idx="465">
                  <c:v>1.0009729753726249</c:v>
                </c:pt>
                <c:pt idx="466">
                  <c:v>1.0008830787119034</c:v>
                </c:pt>
                <c:pt idx="467">
                  <c:v>1.0033900298552774</c:v>
                </c:pt>
                <c:pt idx="468">
                  <c:v>1.0043465947531158</c:v>
                </c:pt>
                <c:pt idx="469">
                  <c:v>0.99666785575449202</c:v>
                </c:pt>
                <c:pt idx="470">
                  <c:v>0.99961159382447007</c:v>
                </c:pt>
                <c:pt idx="471">
                  <c:v>0.99380980137417729</c:v>
                </c:pt>
                <c:pt idx="472">
                  <c:v>1.0021324130949063</c:v>
                </c:pt>
                <c:pt idx="473">
                  <c:v>1.0054823553865051</c:v>
                </c:pt>
                <c:pt idx="474">
                  <c:v>0.99563101066341753</c:v>
                </c:pt>
                <c:pt idx="475">
                  <c:v>0.9995394542455257</c:v>
                </c:pt>
                <c:pt idx="476">
                  <c:v>1.0049182434073793</c:v>
                </c:pt>
                <c:pt idx="477">
                  <c:v>1.0024554561562045</c:v>
                </c:pt>
                <c:pt idx="478">
                  <c:v>1.0019946269704016</c:v>
                </c:pt>
                <c:pt idx="479">
                  <c:v>0.99669379109600642</c:v>
                </c:pt>
                <c:pt idx="480">
                  <c:v>1.0019330128494797</c:v>
                </c:pt>
                <c:pt idx="481">
                  <c:v>1.0057851222503782</c:v>
                </c:pt>
                <c:pt idx="482">
                  <c:v>1.0010570804190106</c:v>
                </c:pt>
                <c:pt idx="483">
                  <c:v>1.0021148534383637</c:v>
                </c:pt>
                <c:pt idx="484">
                  <c:v>1.002324947645483</c:v>
                </c:pt>
                <c:pt idx="485">
                  <c:v>1.0064963605968502</c:v>
                </c:pt>
                <c:pt idx="486">
                  <c:v>1.0010050783088085</c:v>
                </c:pt>
                <c:pt idx="487">
                  <c:v>1.0078007113808112</c:v>
                </c:pt>
                <c:pt idx="488">
                  <c:v>1.0069224410448878</c:v>
                </c:pt>
                <c:pt idx="489">
                  <c:v>1.0044659879007318</c:v>
                </c:pt>
                <c:pt idx="490">
                  <c:v>1.0043099684843024</c:v>
                </c:pt>
                <c:pt idx="491">
                  <c:v>1.0039975655242102</c:v>
                </c:pt>
                <c:pt idx="492">
                  <c:v>1.0042138969274021</c:v>
                </c:pt>
                <c:pt idx="493">
                  <c:v>1.0011040075058943</c:v>
                </c:pt>
                <c:pt idx="494">
                  <c:v>0.99574585146201455</c:v>
                </c:pt>
                <c:pt idx="495">
                  <c:v>0.99706771752451162</c:v>
                </c:pt>
                <c:pt idx="496">
                  <c:v>1.0024163636839816</c:v>
                </c:pt>
                <c:pt idx="497">
                  <c:v>1.0045839423664755</c:v>
                </c:pt>
                <c:pt idx="498">
                  <c:v>1.0078908594220786</c:v>
                </c:pt>
                <c:pt idx="499">
                  <c:v>1.0030863177777936</c:v>
                </c:pt>
                <c:pt idx="500">
                  <c:v>1.0001370928366824</c:v>
                </c:pt>
                <c:pt idx="501">
                  <c:v>1.0038479907805169</c:v>
                </c:pt>
                <c:pt idx="502">
                  <c:v>1.0055907022034698</c:v>
                </c:pt>
                <c:pt idx="503">
                  <c:v>1.005820338664059</c:v>
                </c:pt>
                <c:pt idx="504">
                  <c:v>1.004386723850057</c:v>
                </c:pt>
                <c:pt idx="505">
                  <c:v>1.0063167043920687</c:v>
                </c:pt>
                <c:pt idx="506">
                  <c:v>1.0066254725279111</c:v>
                </c:pt>
                <c:pt idx="507">
                  <c:v>1.0159335007299053</c:v>
                </c:pt>
                <c:pt idx="508">
                  <c:v>1.0320269109688522</c:v>
                </c:pt>
                <c:pt idx="509">
                  <c:v>1.0533512486359795</c:v>
                </c:pt>
                <c:pt idx="510">
                  <c:v>1.0839039389147922</c:v>
                </c:pt>
                <c:pt idx="511">
                  <c:v>1.123753240489628</c:v>
                </c:pt>
                <c:pt idx="512">
                  <c:v>1.1533005876139648</c:v>
                </c:pt>
                <c:pt idx="513">
                  <c:v>1.1732315893872158</c:v>
                </c:pt>
                <c:pt idx="514">
                  <c:v>1.184413050689036</c:v>
                </c:pt>
                <c:pt idx="515">
                  <c:v>1.1941963726518898</c:v>
                </c:pt>
                <c:pt idx="516">
                  <c:v>1.1854745786756609</c:v>
                </c:pt>
                <c:pt idx="517">
                  <c:v>1.1637307330570632</c:v>
                </c:pt>
                <c:pt idx="518">
                  <c:v>1.1455186788531804</c:v>
                </c:pt>
                <c:pt idx="519">
                  <c:v>1.1271239298786111</c:v>
                </c:pt>
                <c:pt idx="520">
                  <c:v>1.1035368722033818</c:v>
                </c:pt>
                <c:pt idx="521">
                  <c:v>1.0866852398258484</c:v>
                </c:pt>
                <c:pt idx="522">
                  <c:v>1.0799336897604896</c:v>
                </c:pt>
                <c:pt idx="523">
                  <c:v>1.0734638952797269</c:v>
                </c:pt>
                <c:pt idx="524">
                  <c:v>1.069419364169764</c:v>
                </c:pt>
                <c:pt idx="525">
                  <c:v>1.0745013969377193</c:v>
                </c:pt>
                <c:pt idx="526">
                  <c:v>1.0762082979644414</c:v>
                </c:pt>
                <c:pt idx="527">
                  <c:v>1.073392945088254</c:v>
                </c:pt>
                <c:pt idx="528">
                  <c:v>1.0703553350174464</c:v>
                </c:pt>
                <c:pt idx="529">
                  <c:v>1.0806799988697491</c:v>
                </c:pt>
                <c:pt idx="530">
                  <c:v>1.0886657035744089</c:v>
                </c:pt>
                <c:pt idx="531">
                  <c:v>1.0917404910357702</c:v>
                </c:pt>
                <c:pt idx="532">
                  <c:v>1.0989809790128715</c:v>
                </c:pt>
                <c:pt idx="533">
                  <c:v>1.1144335253206314</c:v>
                </c:pt>
                <c:pt idx="534">
                  <c:v>1.1152082788356243</c:v>
                </c:pt>
                <c:pt idx="535">
                  <c:v>1.1182639374796453</c:v>
                </c:pt>
                <c:pt idx="536">
                  <c:v>1.138019660540202</c:v>
                </c:pt>
                <c:pt idx="537">
                  <c:v>1.1543303394306685</c:v>
                </c:pt>
                <c:pt idx="538">
                  <c:v>1.1685376252185011</c:v>
                </c:pt>
                <c:pt idx="539">
                  <c:v>1.1770446569523352</c:v>
                </c:pt>
                <c:pt idx="540">
                  <c:v>1.210696980307417</c:v>
                </c:pt>
                <c:pt idx="541">
                  <c:v>1.2543268996420682</c:v>
                </c:pt>
                <c:pt idx="542">
                  <c:v>1.2838279055071389</c:v>
                </c:pt>
                <c:pt idx="543">
                  <c:v>1.3195692268015518</c:v>
                </c:pt>
                <c:pt idx="544">
                  <c:v>1.3602774620390086</c:v>
                </c:pt>
                <c:pt idx="545">
                  <c:v>1.4173250572553671</c:v>
                </c:pt>
                <c:pt idx="546">
                  <c:v>1.4523581268052226</c:v>
                </c:pt>
                <c:pt idx="547">
                  <c:v>1.4753789302194347</c:v>
                </c:pt>
                <c:pt idx="548">
                  <c:v>1.5175644781940227</c:v>
                </c:pt>
                <c:pt idx="549">
                  <c:v>1.5507440915744102</c:v>
                </c:pt>
                <c:pt idx="550">
                  <c:v>1.5746846318304695</c:v>
                </c:pt>
                <c:pt idx="551">
                  <c:v>1.581384912781334</c:v>
                </c:pt>
                <c:pt idx="552">
                  <c:v>1.5804490572406062</c:v>
                </c:pt>
                <c:pt idx="553">
                  <c:v>1.5744102255472079</c:v>
                </c:pt>
                <c:pt idx="554">
                  <c:v>1.551013254425506</c:v>
                </c:pt>
                <c:pt idx="555">
                  <c:v>1.5308900298856216</c:v>
                </c:pt>
                <c:pt idx="556">
                  <c:v>1.4791429862589074</c:v>
                </c:pt>
                <c:pt idx="557">
                  <c:v>1.4168718887755409</c:v>
                </c:pt>
                <c:pt idx="558">
                  <c:v>1.3463813957977588</c:v>
                </c:pt>
                <c:pt idx="559">
                  <c:v>1.2764575818960997</c:v>
                </c:pt>
                <c:pt idx="560">
                  <c:v>1.220696715222791</c:v>
                </c:pt>
                <c:pt idx="561">
                  <c:v>1.1615175313183408</c:v>
                </c:pt>
                <c:pt idx="562">
                  <c:v>1.1185128305814056</c:v>
                </c:pt>
                <c:pt idx="563">
                  <c:v>1.0880492179615129</c:v>
                </c:pt>
                <c:pt idx="564">
                  <c:v>1.0921195778299144</c:v>
                </c:pt>
                <c:pt idx="565">
                  <c:v>1.0989075527562104</c:v>
                </c:pt>
                <c:pt idx="566">
                  <c:v>1.0637115302005189</c:v>
                </c:pt>
                <c:pt idx="567">
                  <c:v>1.045703317456415</c:v>
                </c:pt>
                <c:pt idx="568">
                  <c:v>1.026028048308129</c:v>
                </c:pt>
                <c:pt idx="569">
                  <c:v>1.0338054115472806</c:v>
                </c:pt>
                <c:pt idx="570">
                  <c:v>1.035102614817085</c:v>
                </c:pt>
                <c:pt idx="571">
                  <c:v>1.0032767608725721</c:v>
                </c:pt>
                <c:pt idx="572">
                  <c:v>0.98218267640653611</c:v>
                </c:pt>
                <c:pt idx="573">
                  <c:v>0.97971417899552926</c:v>
                </c:pt>
                <c:pt idx="574">
                  <c:v>1.0187477460524239</c:v>
                </c:pt>
                <c:pt idx="575">
                  <c:v>0.99582727296654849</c:v>
                </c:pt>
                <c:pt idx="576">
                  <c:v>1.0039143499344523</c:v>
                </c:pt>
                <c:pt idx="577">
                  <c:v>0.99818169614264485</c:v>
                </c:pt>
                <c:pt idx="578">
                  <c:v>1.0466374524959612</c:v>
                </c:pt>
                <c:pt idx="579">
                  <c:v>1.0253311785740156</c:v>
                </c:pt>
                <c:pt idx="580">
                  <c:v>0.95478554459548759</c:v>
                </c:pt>
                <c:pt idx="581">
                  <c:v>0.88724795355639652</c:v>
                </c:pt>
                <c:pt idx="582">
                  <c:v>0.93812144381206031</c:v>
                </c:pt>
                <c:pt idx="583">
                  <c:v>1.0323522343769511</c:v>
                </c:pt>
                <c:pt idx="584">
                  <c:v>0.96186449055978285</c:v>
                </c:pt>
                <c:pt idx="585">
                  <c:v>0.96235680271722412</c:v>
                </c:pt>
                <c:pt idx="586">
                  <c:v>1.1626982138733841</c:v>
                </c:pt>
                <c:pt idx="587">
                  <c:v>0.99099113569876207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B-57AB-4D59-AD3D-6260AFD7ADF0}"/>
            </c:ext>
          </c:extLst>
        </c:ser>
        <c:ser>
          <c:idx val="28"/>
          <c:order val="28"/>
          <c:tx>
            <c:strRef>
              <c:f>'Fully separated 1%'!$AB$1</c:f>
              <c:strCache>
                <c:ptCount val="1"/>
                <c:pt idx="0">
                  <c:v>1I_6/O-PTIR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1%'!$A$2:$A$589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1%'!$AB$2:$AB$589</c:f>
              <c:numCache>
                <c:formatCode>General</c:formatCode>
                <c:ptCount val="588"/>
                <c:pt idx="0">
                  <c:v>0.80114012674290858</c:v>
                </c:pt>
                <c:pt idx="1">
                  <c:v>0.81017257847491719</c:v>
                </c:pt>
                <c:pt idx="2">
                  <c:v>0.82504625422998457</c:v>
                </c:pt>
                <c:pt idx="3">
                  <c:v>0.80132530915018652</c:v>
                </c:pt>
                <c:pt idx="4">
                  <c:v>0.80958022125171425</c:v>
                </c:pt>
                <c:pt idx="5">
                  <c:v>0.82795415936304462</c:v>
                </c:pt>
                <c:pt idx="6">
                  <c:v>0.81346366771834211</c:v>
                </c:pt>
                <c:pt idx="7">
                  <c:v>0.80926834861597874</c:v>
                </c:pt>
                <c:pt idx="8">
                  <c:v>0.80762125956597075</c:v>
                </c:pt>
                <c:pt idx="9">
                  <c:v>0.80910147913423103</c:v>
                </c:pt>
                <c:pt idx="10">
                  <c:v>0.81300345333084989</c:v>
                </c:pt>
                <c:pt idx="11">
                  <c:v>0.82647471426291386</c:v>
                </c:pt>
                <c:pt idx="12">
                  <c:v>0.82012340301245645</c:v>
                </c:pt>
                <c:pt idx="13">
                  <c:v>0.80909386338069167</c:v>
                </c:pt>
                <c:pt idx="14">
                  <c:v>0.81301173355820933</c:v>
                </c:pt>
                <c:pt idx="15">
                  <c:v>0.82585840352484952</c:v>
                </c:pt>
                <c:pt idx="16">
                  <c:v>0.82834291170992647</c:v>
                </c:pt>
                <c:pt idx="17">
                  <c:v>0.82313121363263564</c:v>
                </c:pt>
                <c:pt idx="18">
                  <c:v>0.82016596179428092</c:v>
                </c:pt>
                <c:pt idx="19">
                  <c:v>0.8237881465314042</c:v>
                </c:pt>
                <c:pt idx="20">
                  <c:v>0.82841993116794144</c:v>
                </c:pt>
                <c:pt idx="21">
                  <c:v>0.83414229135067652</c:v>
                </c:pt>
                <c:pt idx="22">
                  <c:v>0.84069214954240634</c:v>
                </c:pt>
                <c:pt idx="23">
                  <c:v>0.83791245269451309</c:v>
                </c:pt>
                <c:pt idx="24">
                  <c:v>0.8335975346156782</c:v>
                </c:pt>
                <c:pt idx="25">
                  <c:v>0.83099176221241233</c:v>
                </c:pt>
                <c:pt idx="26">
                  <c:v>0.82942616091384169</c:v>
                </c:pt>
                <c:pt idx="27">
                  <c:v>0.83010884870968671</c:v>
                </c:pt>
                <c:pt idx="28">
                  <c:v>0.82675614642430939</c:v>
                </c:pt>
                <c:pt idx="29">
                  <c:v>0.82642705607277644</c:v>
                </c:pt>
                <c:pt idx="30">
                  <c:v>0.82755028550339349</c:v>
                </c:pt>
                <c:pt idx="31">
                  <c:v>0.83132059470843289</c:v>
                </c:pt>
                <c:pt idx="32">
                  <c:v>0.83755488824231961</c:v>
                </c:pt>
                <c:pt idx="33">
                  <c:v>0.84866777921763348</c:v>
                </c:pt>
                <c:pt idx="34">
                  <c:v>0.85415051950204157</c:v>
                </c:pt>
                <c:pt idx="35">
                  <c:v>0.85358718995741711</c:v>
                </c:pt>
                <c:pt idx="36">
                  <c:v>0.85073582009622162</c:v>
                </c:pt>
                <c:pt idx="37">
                  <c:v>0.85020187526088509</c:v>
                </c:pt>
                <c:pt idx="38">
                  <c:v>0.85093253319794149</c:v>
                </c:pt>
                <c:pt idx="39">
                  <c:v>0.85706932489084831</c:v>
                </c:pt>
                <c:pt idx="40">
                  <c:v>0.86712933951713422</c:v>
                </c:pt>
                <c:pt idx="41">
                  <c:v>0.8819471381630084</c:v>
                </c:pt>
                <c:pt idx="42">
                  <c:v>0.90271032037151744</c:v>
                </c:pt>
                <c:pt idx="43">
                  <c:v>0.92865016656816968</c:v>
                </c:pt>
                <c:pt idx="44">
                  <c:v>0.96279489582550759</c:v>
                </c:pt>
                <c:pt idx="45">
                  <c:v>1.0076901010372386</c:v>
                </c:pt>
                <c:pt idx="46">
                  <c:v>1.0506770744796932</c:v>
                </c:pt>
                <c:pt idx="47">
                  <c:v>1.0643989114645782</c:v>
                </c:pt>
                <c:pt idx="48">
                  <c:v>1.0355671597989251</c:v>
                </c:pt>
                <c:pt idx="49">
                  <c:v>0.97548258434493484</c:v>
                </c:pt>
                <c:pt idx="50">
                  <c:v>0.91540882800334822</c:v>
                </c:pt>
                <c:pt idx="51">
                  <c:v>0.87450852955741132</c:v>
                </c:pt>
                <c:pt idx="52">
                  <c:v>0.84976268781834874</c:v>
                </c:pt>
                <c:pt idx="53">
                  <c:v>0.83952472403762124</c:v>
                </c:pt>
                <c:pt idx="54">
                  <c:v>0.83624171847434714</c:v>
                </c:pt>
                <c:pt idx="55">
                  <c:v>0.83370988027887583</c:v>
                </c:pt>
                <c:pt idx="56">
                  <c:v>0.83600791024256627</c:v>
                </c:pt>
                <c:pt idx="57">
                  <c:v>0.83697760204269478</c:v>
                </c:pt>
                <c:pt idx="58">
                  <c:v>0.83776488721407116</c:v>
                </c:pt>
                <c:pt idx="59">
                  <c:v>0.84259300267702364</c:v>
                </c:pt>
                <c:pt idx="60">
                  <c:v>0.84781941655036841</c:v>
                </c:pt>
                <c:pt idx="61">
                  <c:v>0.85233611107552831</c:v>
                </c:pt>
                <c:pt idx="62">
                  <c:v>0.86017228960461622</c:v>
                </c:pt>
                <c:pt idx="63">
                  <c:v>0.87365107162298572</c:v>
                </c:pt>
                <c:pt idx="64">
                  <c:v>0.89158371436804684</c:v>
                </c:pt>
                <c:pt idx="65">
                  <c:v>0.90890822923039127</c:v>
                </c:pt>
                <c:pt idx="66">
                  <c:v>0.92154928016261795</c:v>
                </c:pt>
                <c:pt idx="67">
                  <c:v>0.92774946824783822</c:v>
                </c:pt>
                <c:pt idx="68">
                  <c:v>0.92940010416352914</c:v>
                </c:pt>
                <c:pt idx="69">
                  <c:v>0.92362225095009143</c:v>
                </c:pt>
                <c:pt idx="70">
                  <c:v>0.90923137447965852</c:v>
                </c:pt>
                <c:pt idx="71">
                  <c:v>0.89461279896958212</c:v>
                </c:pt>
                <c:pt idx="72">
                  <c:v>0.88109444785078206</c:v>
                </c:pt>
                <c:pt idx="73">
                  <c:v>0.87040356356750737</c:v>
                </c:pt>
                <c:pt idx="74">
                  <c:v>0.86027691763429925</c:v>
                </c:pt>
                <c:pt idx="75">
                  <c:v>0.85207614222995587</c:v>
                </c:pt>
                <c:pt idx="76">
                  <c:v>0.8451609442505853</c:v>
                </c:pt>
                <c:pt idx="77">
                  <c:v>0.84094783041309618</c:v>
                </c:pt>
                <c:pt idx="78">
                  <c:v>0.83959355883710318</c:v>
                </c:pt>
                <c:pt idx="79">
                  <c:v>0.83821276601023798</c:v>
                </c:pt>
                <c:pt idx="80">
                  <c:v>0.83697797349888725</c:v>
                </c:pt>
                <c:pt idx="81">
                  <c:v>0.83554938543979451</c:v>
                </c:pt>
                <c:pt idx="82">
                  <c:v>0.83176551267417198</c:v>
                </c:pt>
                <c:pt idx="83">
                  <c:v>0.82943555370659339</c:v>
                </c:pt>
                <c:pt idx="84">
                  <c:v>0.82652690926751904</c:v>
                </c:pt>
                <c:pt idx="85">
                  <c:v>0.82567007343205678</c:v>
                </c:pt>
                <c:pt idx="86">
                  <c:v>0.82503767467384859</c:v>
                </c:pt>
                <c:pt idx="87">
                  <c:v>0.82520625988650498</c:v>
                </c:pt>
                <c:pt idx="88">
                  <c:v>0.82565191174870212</c:v>
                </c:pt>
                <c:pt idx="89">
                  <c:v>0.82574409599593601</c:v>
                </c:pt>
                <c:pt idx="90">
                  <c:v>0.82540910742495788</c:v>
                </c:pt>
                <c:pt idx="91">
                  <c:v>0.82281637205213809</c:v>
                </c:pt>
                <c:pt idx="92">
                  <c:v>0.81875461579398845</c:v>
                </c:pt>
                <c:pt idx="93">
                  <c:v>0.81661910873363763</c:v>
                </c:pt>
                <c:pt idx="94">
                  <c:v>0.81429577557081356</c:v>
                </c:pt>
                <c:pt idx="95">
                  <c:v>0.81473170285414542</c:v>
                </c:pt>
                <c:pt idx="96">
                  <c:v>0.81505089732419989</c:v>
                </c:pt>
                <c:pt idx="97">
                  <c:v>0.81419947374971746</c:v>
                </c:pt>
                <c:pt idx="98">
                  <c:v>0.81419308776862132</c:v>
                </c:pt>
                <c:pt idx="99">
                  <c:v>0.81354874651350506</c:v>
                </c:pt>
                <c:pt idx="100">
                  <c:v>0.81583695723109662</c:v>
                </c:pt>
                <c:pt idx="101">
                  <c:v>0.81639534604772346</c:v>
                </c:pt>
                <c:pt idx="102">
                  <c:v>0.8168038486842979</c:v>
                </c:pt>
                <c:pt idx="103">
                  <c:v>0.81834745472735204</c:v>
                </c:pt>
                <c:pt idx="104">
                  <c:v>0.82152637501974857</c:v>
                </c:pt>
                <c:pt idx="105">
                  <c:v>0.82885968481069328</c:v>
                </c:pt>
                <c:pt idx="106">
                  <c:v>0.83623388183059633</c:v>
                </c:pt>
                <c:pt idx="107">
                  <c:v>0.84559290813240662</c:v>
                </c:pt>
                <c:pt idx="108">
                  <c:v>0.86500875742234384</c:v>
                </c:pt>
                <c:pt idx="109">
                  <c:v>0.88980260716951154</c:v>
                </c:pt>
                <c:pt idx="110">
                  <c:v>0.90501380316785929</c:v>
                </c:pt>
                <c:pt idx="111">
                  <c:v>0.89571953646652536</c:v>
                </c:pt>
                <c:pt idx="112">
                  <c:v>0.87637776924558541</c:v>
                </c:pt>
                <c:pt idx="113">
                  <c:v>0.85931734170426821</c:v>
                </c:pt>
                <c:pt idx="114">
                  <c:v>0.84893128230659087</c:v>
                </c:pt>
                <c:pt idx="115">
                  <c:v>0.84258731543027021</c:v>
                </c:pt>
                <c:pt idx="116">
                  <c:v>0.84215105996719553</c:v>
                </c:pt>
                <c:pt idx="117">
                  <c:v>0.84312585838837806</c:v>
                </c:pt>
                <c:pt idx="118">
                  <c:v>0.84484407048014143</c:v>
                </c:pt>
                <c:pt idx="119">
                  <c:v>0.84793106618400149</c:v>
                </c:pt>
                <c:pt idx="120">
                  <c:v>0.85610313848313857</c:v>
                </c:pt>
                <c:pt idx="121">
                  <c:v>0.87275330167574494</c:v>
                </c:pt>
                <c:pt idx="122">
                  <c:v>0.8987062101474389</c:v>
                </c:pt>
                <c:pt idx="123">
                  <c:v>0.91679381143308403</c:v>
                </c:pt>
                <c:pt idx="124">
                  <c:v>0.91768396472519309</c:v>
                </c:pt>
                <c:pt idx="125">
                  <c:v>0.90698581721112481</c:v>
                </c:pt>
                <c:pt idx="126">
                  <c:v>0.8967826945787073</c:v>
                </c:pt>
                <c:pt idx="127">
                  <c:v>0.88655065606520611</c:v>
                </c:pt>
                <c:pt idx="128">
                  <c:v>0.87818017567007256</c:v>
                </c:pt>
                <c:pt idx="129">
                  <c:v>0.87344754969319327</c:v>
                </c:pt>
                <c:pt idx="130">
                  <c:v>0.86689540866874615</c:v>
                </c:pt>
                <c:pt idx="131">
                  <c:v>0.86685806830547096</c:v>
                </c:pt>
                <c:pt idx="132">
                  <c:v>0.8645078830072539</c:v>
                </c:pt>
                <c:pt idx="133">
                  <c:v>0.85461122976551918</c:v>
                </c:pt>
                <c:pt idx="134">
                  <c:v>0.84503373673331583</c:v>
                </c:pt>
                <c:pt idx="135">
                  <c:v>0.84158814876158372</c:v>
                </c:pt>
                <c:pt idx="136">
                  <c:v>0.83957565320607541</c:v>
                </c:pt>
                <c:pt idx="137">
                  <c:v>0.83893957234327909</c:v>
                </c:pt>
                <c:pt idx="138">
                  <c:v>0.83123041740654979</c:v>
                </c:pt>
                <c:pt idx="139">
                  <c:v>0.82695426060108568</c:v>
                </c:pt>
                <c:pt idx="140">
                  <c:v>0.82304528102918562</c:v>
                </c:pt>
                <c:pt idx="141">
                  <c:v>0.81945813398758094</c:v>
                </c:pt>
                <c:pt idx="142">
                  <c:v>0.81603879678891056</c:v>
                </c:pt>
                <c:pt idx="143">
                  <c:v>0.81417686901753583</c:v>
                </c:pt>
                <c:pt idx="144">
                  <c:v>0.81672134213310899</c:v>
                </c:pt>
                <c:pt idx="145">
                  <c:v>0.81649858021509214</c:v>
                </c:pt>
                <c:pt idx="146">
                  <c:v>0.81633239504220378</c:v>
                </c:pt>
                <c:pt idx="147">
                  <c:v>0.81491100259445204</c:v>
                </c:pt>
                <c:pt idx="148">
                  <c:v>0.81394572950014787</c:v>
                </c:pt>
                <c:pt idx="149">
                  <c:v>0.81040879486080053</c:v>
                </c:pt>
                <c:pt idx="150">
                  <c:v>0.81247067515646754</c:v>
                </c:pt>
                <c:pt idx="151">
                  <c:v>0.8132815261578441</c:v>
                </c:pt>
                <c:pt idx="152">
                  <c:v>0.81622031264407457</c:v>
                </c:pt>
                <c:pt idx="153">
                  <c:v>0.82101038450144559</c:v>
                </c:pt>
                <c:pt idx="154">
                  <c:v>0.82277572104046748</c:v>
                </c:pt>
                <c:pt idx="155">
                  <c:v>0.82340614350747665</c:v>
                </c:pt>
                <c:pt idx="156">
                  <c:v>0.82335927511254481</c:v>
                </c:pt>
                <c:pt idx="157">
                  <c:v>0.82190085335099938</c:v>
                </c:pt>
                <c:pt idx="158">
                  <c:v>0.81877861799485552</c:v>
                </c:pt>
                <c:pt idx="159">
                  <c:v>0.81698461261114985</c:v>
                </c:pt>
                <c:pt idx="160">
                  <c:v>0.81950220023240039</c:v>
                </c:pt>
                <c:pt idx="161">
                  <c:v>0.82240468679333167</c:v>
                </c:pt>
                <c:pt idx="162">
                  <c:v>0.82341052885437094</c:v>
                </c:pt>
                <c:pt idx="163">
                  <c:v>0.82714228415236046</c:v>
                </c:pt>
                <c:pt idx="164">
                  <c:v>0.82709813856738346</c:v>
                </c:pt>
                <c:pt idx="165">
                  <c:v>0.82424244106122635</c:v>
                </c:pt>
                <c:pt idx="166">
                  <c:v>0.82192625662692276</c:v>
                </c:pt>
                <c:pt idx="167">
                  <c:v>0.81982229449196975</c:v>
                </c:pt>
                <c:pt idx="168">
                  <c:v>0.82237753623075516</c:v>
                </c:pt>
                <c:pt idx="169">
                  <c:v>0.826340851188331</c:v>
                </c:pt>
                <c:pt idx="170">
                  <c:v>0.82890502951396172</c:v>
                </c:pt>
                <c:pt idx="171">
                  <c:v>0.8323280019343996</c:v>
                </c:pt>
                <c:pt idx="172">
                  <c:v>0.83696378603615551</c:v>
                </c:pt>
                <c:pt idx="173">
                  <c:v>0.83955080891762601</c:v>
                </c:pt>
                <c:pt idx="174">
                  <c:v>0.8411353003864529</c:v>
                </c:pt>
                <c:pt idx="175">
                  <c:v>0.84103904274339913</c:v>
                </c:pt>
                <c:pt idx="176">
                  <c:v>0.84335176506173348</c:v>
                </c:pt>
                <c:pt idx="177">
                  <c:v>0.84433630429045048</c:v>
                </c:pt>
                <c:pt idx="178">
                  <c:v>0.84659712011384358</c:v>
                </c:pt>
                <c:pt idx="179">
                  <c:v>0.8513352349870823</c:v>
                </c:pt>
                <c:pt idx="180">
                  <c:v>0.85619084181465221</c:v>
                </c:pt>
                <c:pt idx="181">
                  <c:v>0.85689001252824359</c:v>
                </c:pt>
                <c:pt idx="182">
                  <c:v>0.86128922591818502</c:v>
                </c:pt>
                <c:pt idx="183">
                  <c:v>0.86580818885057864</c:v>
                </c:pt>
                <c:pt idx="184">
                  <c:v>0.87142180072499031</c:v>
                </c:pt>
                <c:pt idx="185">
                  <c:v>0.87727582048974884</c:v>
                </c:pt>
                <c:pt idx="186">
                  <c:v>0.88317636965058377</c:v>
                </c:pt>
                <c:pt idx="187">
                  <c:v>0.89371100431252726</c:v>
                </c:pt>
                <c:pt idx="188">
                  <c:v>0.89767509824619607</c:v>
                </c:pt>
                <c:pt idx="189">
                  <c:v>0.89609769329599354</c:v>
                </c:pt>
                <c:pt idx="190">
                  <c:v>0.89403868637626216</c:v>
                </c:pt>
                <c:pt idx="191">
                  <c:v>0.89065350150907885</c:v>
                </c:pt>
                <c:pt idx="192">
                  <c:v>0.89018165837893815</c:v>
                </c:pt>
                <c:pt idx="193">
                  <c:v>0.89324444812198101</c:v>
                </c:pt>
                <c:pt idx="194">
                  <c:v>0.89931202274010102</c:v>
                </c:pt>
                <c:pt idx="195">
                  <c:v>0.90543937656062101</c:v>
                </c:pt>
                <c:pt idx="196">
                  <c:v>0.91134040897514323</c:v>
                </c:pt>
                <c:pt idx="197">
                  <c:v>0.91274556644314098</c:v>
                </c:pt>
                <c:pt idx="198">
                  <c:v>0.90960886052415757</c:v>
                </c:pt>
                <c:pt idx="199">
                  <c:v>0.90278771308891037</c:v>
                </c:pt>
                <c:pt idx="200">
                  <c:v>0.8956334740337264</c:v>
                </c:pt>
                <c:pt idx="201">
                  <c:v>0.88981909549681415</c:v>
                </c:pt>
                <c:pt idx="202">
                  <c:v>0.88863494364425355</c:v>
                </c:pt>
                <c:pt idx="203">
                  <c:v>0.89300027518051783</c:v>
                </c:pt>
                <c:pt idx="204">
                  <c:v>0.90020223373414254</c:v>
                </c:pt>
                <c:pt idx="205">
                  <c:v>0.90786750995733423</c:v>
                </c:pt>
                <c:pt idx="206">
                  <c:v>0.91411488379811678</c:v>
                </c:pt>
                <c:pt idx="207">
                  <c:v>0.91833347210648186</c:v>
                </c:pt>
                <c:pt idx="208">
                  <c:v>0.92099256470204305</c:v>
                </c:pt>
                <c:pt idx="209">
                  <c:v>0.92279088150204136</c:v>
                </c:pt>
                <c:pt idx="210">
                  <c:v>0.93037492061656613</c:v>
                </c:pt>
                <c:pt idx="211">
                  <c:v>0.93734646813970479</c:v>
                </c:pt>
                <c:pt idx="212">
                  <c:v>0.94389058859549002</c:v>
                </c:pt>
                <c:pt idx="213">
                  <c:v>0.9490948124692955</c:v>
                </c:pt>
                <c:pt idx="214">
                  <c:v>0.95770070953758735</c:v>
                </c:pt>
                <c:pt idx="215">
                  <c:v>0.96739479293142117</c:v>
                </c:pt>
                <c:pt idx="216">
                  <c:v>0.97459877826543617</c:v>
                </c:pt>
                <c:pt idx="217">
                  <c:v>0.98156285338827509</c:v>
                </c:pt>
                <c:pt idx="218">
                  <c:v>0.9825191186699106</c:v>
                </c:pt>
                <c:pt idx="219">
                  <c:v>0.97491375869120966</c:v>
                </c:pt>
                <c:pt idx="220">
                  <c:v>0.96439057065018896</c:v>
                </c:pt>
                <c:pt idx="221">
                  <c:v>0.9524776604081997</c:v>
                </c:pt>
                <c:pt idx="222">
                  <c:v>0.94180024952623853</c:v>
                </c:pt>
                <c:pt idx="223">
                  <c:v>0.93166281333159306</c:v>
                </c:pt>
                <c:pt idx="224">
                  <c:v>0.91988469480466828</c:v>
                </c:pt>
                <c:pt idx="225">
                  <c:v>0.90547048511515194</c:v>
                </c:pt>
                <c:pt idx="226">
                  <c:v>0.88912292889009992</c:v>
                </c:pt>
                <c:pt idx="227">
                  <c:v>0.87449338280004629</c:v>
                </c:pt>
                <c:pt idx="228">
                  <c:v>0.86106240683301682</c:v>
                </c:pt>
                <c:pt idx="229">
                  <c:v>0.84952477553659644</c:v>
                </c:pt>
                <c:pt idx="230">
                  <c:v>0.83937255322166615</c:v>
                </c:pt>
                <c:pt idx="231">
                  <c:v>0.83490653541900428</c:v>
                </c:pt>
                <c:pt idx="232">
                  <c:v>0.83076909406003607</c:v>
                </c:pt>
                <c:pt idx="233">
                  <c:v>0.82855952656891274</c:v>
                </c:pt>
                <c:pt idx="234">
                  <c:v>0.82649241974036214</c:v>
                </c:pt>
                <c:pt idx="235">
                  <c:v>0.82617764487772449</c:v>
                </c:pt>
                <c:pt idx="236">
                  <c:v>0.82630357213335937</c:v>
                </c:pt>
                <c:pt idx="237">
                  <c:v>0.82614495673278276</c:v>
                </c:pt>
                <c:pt idx="238">
                  <c:v>0.82835707032169181</c:v>
                </c:pt>
                <c:pt idx="239">
                  <c:v>0.8290090102000861</c:v>
                </c:pt>
                <c:pt idx="240">
                  <c:v>0.83104629775166727</c:v>
                </c:pt>
                <c:pt idx="241">
                  <c:v>0.83083713545794169</c:v>
                </c:pt>
                <c:pt idx="242">
                  <c:v>0.83150274167848703</c:v>
                </c:pt>
                <c:pt idx="243">
                  <c:v>0.83809527044953636</c:v>
                </c:pt>
                <c:pt idx="244">
                  <c:v>0.83893678101227909</c:v>
                </c:pt>
                <c:pt idx="245">
                  <c:v>0.84291960282951806</c:v>
                </c:pt>
                <c:pt idx="246">
                  <c:v>0.84749879215429136</c:v>
                </c:pt>
                <c:pt idx="247">
                  <c:v>0.85600280564107956</c:v>
                </c:pt>
                <c:pt idx="248">
                  <c:v>0.87626484656305959</c:v>
                </c:pt>
                <c:pt idx="249">
                  <c:v>0.90955519051389477</c:v>
                </c:pt>
                <c:pt idx="250">
                  <c:v>0.94729883981031771</c:v>
                </c:pt>
                <c:pt idx="251">
                  <c:v>1.0280016574303183</c:v>
                </c:pt>
                <c:pt idx="252">
                  <c:v>1.0933106380091175</c:v>
                </c:pt>
                <c:pt idx="253">
                  <c:v>1.1680054149801848</c:v>
                </c:pt>
                <c:pt idx="254">
                  <c:v>1.2693094382705299</c:v>
                </c:pt>
                <c:pt idx="255">
                  <c:v>1.3792364672522499</c:v>
                </c:pt>
                <c:pt idx="256">
                  <c:v>1.5092513855099594</c:v>
                </c:pt>
                <c:pt idx="257">
                  <c:v>1.610442514968748</c:v>
                </c:pt>
                <c:pt idx="258">
                  <c:v>1.7072664736421608</c:v>
                </c:pt>
                <c:pt idx="259">
                  <c:v>1.8</c:v>
                </c:pt>
                <c:pt idx="260">
                  <c:v>1.5875248075034671</c:v>
                </c:pt>
                <c:pt idx="261">
                  <c:v>1.2514812432366118</c:v>
                </c:pt>
                <c:pt idx="262">
                  <c:v>0.97614148271579015</c:v>
                </c:pt>
                <c:pt idx="263">
                  <c:v>0.90122744561275481</c:v>
                </c:pt>
                <c:pt idx="264">
                  <c:v>0.87665724855719218</c:v>
                </c:pt>
                <c:pt idx="265">
                  <c:v>0.86192388947725629</c:v>
                </c:pt>
                <c:pt idx="266">
                  <c:v>0.85566318288362186</c:v>
                </c:pt>
                <c:pt idx="267">
                  <c:v>0.85091125200384388</c:v>
                </c:pt>
                <c:pt idx="268">
                  <c:v>0.84691470433933536</c:v>
                </c:pt>
                <c:pt idx="269">
                  <c:v>0.84744287176864841</c:v>
                </c:pt>
                <c:pt idx="270">
                  <c:v>0.85141967455302059</c:v>
                </c:pt>
                <c:pt idx="271">
                  <c:v>0.8642289951404587</c:v>
                </c:pt>
                <c:pt idx="272">
                  <c:v>0.87089806913176271</c:v>
                </c:pt>
                <c:pt idx="273">
                  <c:v>0.87510974763367277</c:v>
                </c:pt>
                <c:pt idx="274">
                  <c:v>0.89535468714531363</c:v>
                </c:pt>
                <c:pt idx="275">
                  <c:v>0.93717575697146116</c:v>
                </c:pt>
                <c:pt idx="276">
                  <c:v>1.0242822196918002</c:v>
                </c:pt>
                <c:pt idx="277">
                  <c:v>1.1908192589663911</c:v>
                </c:pt>
                <c:pt idx="278">
                  <c:v>1.6170701012703548</c:v>
                </c:pt>
                <c:pt idx="279">
                  <c:v>1.7730156911174011</c:v>
                </c:pt>
                <c:pt idx="280">
                  <c:v>1.6272798812632701</c:v>
                </c:pt>
                <c:pt idx="281">
                  <c:v>1.2790027282627894</c:v>
                </c:pt>
                <c:pt idx="282">
                  <c:v>1.0140187191994297</c:v>
                </c:pt>
                <c:pt idx="283">
                  <c:v>0.90864185547027598</c:v>
                </c:pt>
                <c:pt idx="284">
                  <c:v>0.867123576536594</c:v>
                </c:pt>
                <c:pt idx="285">
                  <c:v>0.84171691783740998</c:v>
                </c:pt>
                <c:pt idx="286">
                  <c:v>0.83361741653790489</c:v>
                </c:pt>
                <c:pt idx="287">
                  <c:v>0.83777722460858184</c:v>
                </c:pt>
                <c:pt idx="288">
                  <c:v>0.82935968648404934</c:v>
                </c:pt>
                <c:pt idx="289">
                  <c:v>0.83002158355222566</c:v>
                </c:pt>
                <c:pt idx="290">
                  <c:v>0.82565999362566755</c:v>
                </c:pt>
                <c:pt idx="291">
                  <c:v>0.81565415029518584</c:v>
                </c:pt>
                <c:pt idx="292">
                  <c:v>0.80625437470810046</c:v>
                </c:pt>
                <c:pt idx="293">
                  <c:v>0.80873377717371553</c:v>
                </c:pt>
                <c:pt idx="294">
                  <c:v>0.81182602104868418</c:v>
                </c:pt>
                <c:pt idx="295">
                  <c:v>0.81750338724771132</c:v>
                </c:pt>
                <c:pt idx="296">
                  <c:v>0.8106025363129804</c:v>
                </c:pt>
                <c:pt idx="297">
                  <c:v>0.80494388176885512</c:v>
                </c:pt>
                <c:pt idx="298">
                  <c:v>0.80971124611247658</c:v>
                </c:pt>
                <c:pt idx="299">
                  <c:v>0.81219421708199946</c:v>
                </c:pt>
                <c:pt idx="300">
                  <c:v>0.81786667681355163</c:v>
                </c:pt>
                <c:pt idx="301">
                  <c:v>0.81987725918935017</c:v>
                </c:pt>
                <c:pt idx="302">
                  <c:v>0.82055475922079779</c:v>
                </c:pt>
                <c:pt idx="303">
                  <c:v>0.82671097663002491</c:v>
                </c:pt>
                <c:pt idx="304">
                  <c:v>0.82962501800300315</c:v>
                </c:pt>
                <c:pt idx="305">
                  <c:v>0.82953033995036018</c:v>
                </c:pt>
                <c:pt idx="306">
                  <c:v>0.82405511534270159</c:v>
                </c:pt>
                <c:pt idx="307">
                  <c:v>0.82010932193766328</c:v>
                </c:pt>
                <c:pt idx="308">
                  <c:v>0.82088693121618028</c:v>
                </c:pt>
                <c:pt idx="309">
                  <c:v>0.82007406425352569</c:v>
                </c:pt>
                <c:pt idx="310">
                  <c:v>0.81599569344509515</c:v>
                </c:pt>
                <c:pt idx="311">
                  <c:v>0.81419756237319285</c:v>
                </c:pt>
                <c:pt idx="312">
                  <c:v>0.81560195709376604</c:v>
                </c:pt>
                <c:pt idx="313">
                  <c:v>0.81408955337088351</c:v>
                </c:pt>
                <c:pt idx="314">
                  <c:v>0.81569990432154016</c:v>
                </c:pt>
                <c:pt idx="315">
                  <c:v>0.81185468899177538</c:v>
                </c:pt>
                <c:pt idx="316">
                  <c:v>0.81067544090191124</c:v>
                </c:pt>
                <c:pt idx="317">
                  <c:v>0.81527193269219567</c:v>
                </c:pt>
                <c:pt idx="318">
                  <c:v>0.82385004087027913</c:v>
                </c:pt>
                <c:pt idx="319">
                  <c:v>0.82809841599827638</c:v>
                </c:pt>
                <c:pt idx="320">
                  <c:v>0.83054469124330488</c:v>
                </c:pt>
                <c:pt idx="321">
                  <c:v>0.85198482170852896</c:v>
                </c:pt>
                <c:pt idx="322">
                  <c:v>0.88762414282336255</c:v>
                </c:pt>
                <c:pt idx="323">
                  <c:v>0.92908192128048461</c:v>
                </c:pt>
                <c:pt idx="324">
                  <c:v>0.94253467972715321</c:v>
                </c:pt>
                <c:pt idx="325">
                  <c:v>0.9192018501316932</c:v>
                </c:pt>
                <c:pt idx="326">
                  <c:v>0.89541650034084552</c:v>
                </c:pt>
                <c:pt idx="327">
                  <c:v>0.89226505157802682</c:v>
                </c:pt>
                <c:pt idx="328">
                  <c:v>0.90832311720612802</c:v>
                </c:pt>
                <c:pt idx="329">
                  <c:v>0.94428890503773677</c:v>
                </c:pt>
                <c:pt idx="330">
                  <c:v>1.0142591631534847</c:v>
                </c:pt>
                <c:pt idx="331">
                  <c:v>1.1241619573234212</c:v>
                </c:pt>
                <c:pt idx="332">
                  <c:v>1.2259474455412047</c:v>
                </c:pt>
                <c:pt idx="333">
                  <c:v>1.2497505891655862</c:v>
                </c:pt>
                <c:pt idx="334">
                  <c:v>1.1833913468565909</c:v>
                </c:pt>
                <c:pt idx="335">
                  <c:v>1.079807577902514</c:v>
                </c:pt>
                <c:pt idx="336">
                  <c:v>0.98310831310592095</c:v>
                </c:pt>
                <c:pt idx="337">
                  <c:v>0.91261679736731471</c:v>
                </c:pt>
                <c:pt idx="338">
                  <c:v>0.86986298300989684</c:v>
                </c:pt>
                <c:pt idx="339">
                  <c:v>0.8480295561705814</c:v>
                </c:pt>
                <c:pt idx="340">
                  <c:v>0.83595672862815629</c:v>
                </c:pt>
                <c:pt idx="341">
                  <c:v>0.82501420621585997</c:v>
                </c:pt>
                <c:pt idx="342">
                  <c:v>0.81810443762773055</c:v>
                </c:pt>
                <c:pt idx="343">
                  <c:v>0.81518610467349883</c:v>
                </c:pt>
                <c:pt idx="344">
                  <c:v>0.81516619570349103</c:v>
                </c:pt>
                <c:pt idx="345">
                  <c:v>0.81459914077782902</c:v>
                </c:pt>
                <c:pt idx="346">
                  <c:v>0.81078928411058415</c:v>
                </c:pt>
                <c:pt idx="347">
                  <c:v>0.81060226763835574</c:v>
                </c:pt>
                <c:pt idx="348">
                  <c:v>0.81005012595754922</c:v>
                </c:pt>
                <c:pt idx="349">
                  <c:v>0.80852796790324222</c:v>
                </c:pt>
                <c:pt idx="350">
                  <c:v>0.80864693215845274</c:v>
                </c:pt>
                <c:pt idx="351">
                  <c:v>0.8094670434184541</c:v>
                </c:pt>
                <c:pt idx="352">
                  <c:v>0.80879098954169781</c:v>
                </c:pt>
                <c:pt idx="353">
                  <c:v>0.80783490908656574</c:v>
                </c:pt>
                <c:pt idx="354">
                  <c:v>0.80934404994546594</c:v>
                </c:pt>
                <c:pt idx="355">
                  <c:v>0.80842352289687713</c:v>
                </c:pt>
                <c:pt idx="356">
                  <c:v>0.80856681482791959</c:v>
                </c:pt>
                <c:pt idx="357">
                  <c:v>0.81132457141745151</c:v>
                </c:pt>
                <c:pt idx="358">
                  <c:v>0.81148930953405574</c:v>
                </c:pt>
                <c:pt idx="359">
                  <c:v>0.81223000580423743</c:v>
                </c:pt>
                <c:pt idx="360">
                  <c:v>0.81307065624754415</c:v>
                </c:pt>
                <c:pt idx="361">
                  <c:v>0.81685311170944175</c:v>
                </c:pt>
                <c:pt idx="362">
                  <c:v>0.81785250918585928</c:v>
                </c:pt>
                <c:pt idx="363">
                  <c:v>0.81738221318879234</c:v>
                </c:pt>
                <c:pt idx="364">
                  <c:v>0.82124755026444229</c:v>
                </c:pt>
                <c:pt idx="365">
                  <c:v>0.82305771399252259</c:v>
                </c:pt>
                <c:pt idx="366">
                  <c:v>0.82242289535950674</c:v>
                </c:pt>
                <c:pt idx="367">
                  <c:v>0.82117623788822014</c:v>
                </c:pt>
                <c:pt idx="368">
                  <c:v>0.82219978722989295</c:v>
                </c:pt>
                <c:pt idx="369">
                  <c:v>0.82303600724667036</c:v>
                </c:pt>
                <c:pt idx="370">
                  <c:v>0.82004790724610488</c:v>
                </c:pt>
                <c:pt idx="371">
                  <c:v>0.81947702776420828</c:v>
                </c:pt>
                <c:pt idx="372">
                  <c:v>0.81873508188654398</c:v>
                </c:pt>
                <c:pt idx="373">
                  <c:v>0.81929274942901054</c:v>
                </c:pt>
                <c:pt idx="374">
                  <c:v>0.81985996303498787</c:v>
                </c:pt>
                <c:pt idx="375">
                  <c:v>0.81842580854256353</c:v>
                </c:pt>
                <c:pt idx="376">
                  <c:v>0.81706233891784186</c:v>
                </c:pt>
                <c:pt idx="377">
                  <c:v>0.81272934570855149</c:v>
                </c:pt>
                <c:pt idx="378">
                  <c:v>0.81229782991830213</c:v>
                </c:pt>
                <c:pt idx="379">
                  <c:v>0.81037677209127157</c:v>
                </c:pt>
                <c:pt idx="380">
                  <c:v>0.8101056820997411</c:v>
                </c:pt>
                <c:pt idx="381">
                  <c:v>0.81247556900164464</c:v>
                </c:pt>
                <c:pt idx="382">
                  <c:v>0.80556128072930866</c:v>
                </c:pt>
                <c:pt idx="383">
                  <c:v>0.8072789915355304</c:v>
                </c:pt>
                <c:pt idx="384">
                  <c:v>0.80944485432050728</c:v>
                </c:pt>
                <c:pt idx="385">
                  <c:v>0.80711216487943593</c:v>
                </c:pt>
                <c:pt idx="386">
                  <c:v>0.8070869374140891</c:v>
                </c:pt>
                <c:pt idx="387">
                  <c:v>0.80843216105653859</c:v>
                </c:pt>
                <c:pt idx="388">
                  <c:v>0.81081913404170536</c:v>
                </c:pt>
                <c:pt idx="389">
                  <c:v>0.81057497462413253</c:v>
                </c:pt>
                <c:pt idx="390">
                  <c:v>0.81000094227256303</c:v>
                </c:pt>
                <c:pt idx="391">
                  <c:v>0.8120346784504977</c:v>
                </c:pt>
                <c:pt idx="392">
                  <c:v>0.81287958711612784</c:v>
                </c:pt>
                <c:pt idx="393">
                  <c:v>0.81354491564612152</c:v>
                </c:pt>
                <c:pt idx="394">
                  <c:v>0.81311003961987816</c:v>
                </c:pt>
                <c:pt idx="395">
                  <c:v>0.81179232402151091</c:v>
                </c:pt>
                <c:pt idx="396">
                  <c:v>0.81302281864045944</c:v>
                </c:pt>
                <c:pt idx="397">
                  <c:v>0.81522926391606176</c:v>
                </c:pt>
                <c:pt idx="398">
                  <c:v>0.81666485374406494</c:v>
                </c:pt>
                <c:pt idx="399">
                  <c:v>0.81745489959228979</c:v>
                </c:pt>
                <c:pt idx="400">
                  <c:v>0.82437763128026398</c:v>
                </c:pt>
                <c:pt idx="401">
                  <c:v>0.83092869760621224</c:v>
                </c:pt>
                <c:pt idx="402">
                  <c:v>0.8347237681531724</c:v>
                </c:pt>
                <c:pt idx="403">
                  <c:v>0.83938187929655805</c:v>
                </c:pt>
                <c:pt idx="404">
                  <c:v>0.84023755568380787</c:v>
                </c:pt>
                <c:pt idx="405">
                  <c:v>0.84344745650457154</c:v>
                </c:pt>
                <c:pt idx="406">
                  <c:v>0.84218850491522379</c:v>
                </c:pt>
                <c:pt idx="407">
                  <c:v>0.84041648216473652</c:v>
                </c:pt>
                <c:pt idx="408">
                  <c:v>0.83674174178592786</c:v>
                </c:pt>
                <c:pt idx="409">
                  <c:v>0.83206280024479484</c:v>
                </c:pt>
                <c:pt idx="410">
                  <c:v>0.8275107200093339</c:v>
                </c:pt>
                <c:pt idx="411">
                  <c:v>0.82340345135167359</c:v>
                </c:pt>
                <c:pt idx="412">
                  <c:v>0.81784741518710258</c:v>
                </c:pt>
                <c:pt idx="413">
                  <c:v>0.81285377632030398</c:v>
                </c:pt>
                <c:pt idx="414">
                  <c:v>0.81282027313556116</c:v>
                </c:pt>
                <c:pt idx="415">
                  <c:v>0.81313239280769645</c:v>
                </c:pt>
                <c:pt idx="416">
                  <c:v>0.81075773918518645</c:v>
                </c:pt>
                <c:pt idx="417">
                  <c:v>0.81299512982704081</c:v>
                </c:pt>
                <c:pt idx="418">
                  <c:v>0.80803915950326033</c:v>
                </c:pt>
                <c:pt idx="419">
                  <c:v>0.80740904898732535</c:v>
                </c:pt>
                <c:pt idx="420">
                  <c:v>0.80817412342253014</c:v>
                </c:pt>
                <c:pt idx="421">
                  <c:v>0.81080264932077328</c:v>
                </c:pt>
                <c:pt idx="422">
                  <c:v>0.80941671380914582</c:v>
                </c:pt>
                <c:pt idx="423">
                  <c:v>0.80899263886345196</c:v>
                </c:pt>
                <c:pt idx="424">
                  <c:v>0.80771207609707829</c:v>
                </c:pt>
                <c:pt idx="425">
                  <c:v>0.81221594185970569</c:v>
                </c:pt>
                <c:pt idx="426">
                  <c:v>0.81643479974428812</c:v>
                </c:pt>
                <c:pt idx="427">
                  <c:v>0.82002879889041502</c:v>
                </c:pt>
                <c:pt idx="428">
                  <c:v>0.81806755527354702</c:v>
                </c:pt>
                <c:pt idx="429">
                  <c:v>0.81731787192732885</c:v>
                </c:pt>
                <c:pt idx="430">
                  <c:v>0.82949035070773158</c:v>
                </c:pt>
                <c:pt idx="431">
                  <c:v>0.84174495737038912</c:v>
                </c:pt>
                <c:pt idx="432">
                  <c:v>0.85765322156815171</c:v>
                </c:pt>
                <c:pt idx="433">
                  <c:v>0.85366792217417209</c:v>
                </c:pt>
                <c:pt idx="434">
                  <c:v>0.84578569750269517</c:v>
                </c:pt>
                <c:pt idx="435">
                  <c:v>0.82282297892344591</c:v>
                </c:pt>
                <c:pt idx="436">
                  <c:v>0.82836325164124502</c:v>
                </c:pt>
                <c:pt idx="437">
                  <c:v>0.80519620150195825</c:v>
                </c:pt>
                <c:pt idx="438">
                  <c:v>0.83133284555004427</c:v>
                </c:pt>
                <c:pt idx="439">
                  <c:v>0.8245438380913771</c:v>
                </c:pt>
                <c:pt idx="440">
                  <c:v>0.79924718497153746</c:v>
                </c:pt>
                <c:pt idx="441">
                  <c:v>0.81289212105784725</c:v>
                </c:pt>
                <c:pt idx="442">
                  <c:v>0.81030942041178178</c:v>
                </c:pt>
                <c:pt idx="443">
                  <c:v>0.79985615196939752</c:v>
                </c:pt>
                <c:pt idx="444">
                  <c:v>0.79363182806445443</c:v>
                </c:pt>
                <c:pt idx="445">
                  <c:v>0.79719376071380643</c:v>
                </c:pt>
                <c:pt idx="446">
                  <c:v>0.79405241429719453</c:v>
                </c:pt>
                <c:pt idx="447">
                  <c:v>0.79731072974437123</c:v>
                </c:pt>
                <c:pt idx="448">
                  <c:v>0.80559228109271541</c:v>
                </c:pt>
                <c:pt idx="449">
                  <c:v>0.80275042799326757</c:v>
                </c:pt>
                <c:pt idx="450">
                  <c:v>0.80893917621951017</c:v>
                </c:pt>
                <c:pt idx="451">
                  <c:v>0.81516968306405579</c:v>
                </c:pt>
                <c:pt idx="452">
                  <c:v>0.81313873190597219</c:v>
                </c:pt>
                <c:pt idx="453">
                  <c:v>0.81235718897850395</c:v>
                </c:pt>
                <c:pt idx="454">
                  <c:v>0.81166465579037173</c:v>
                </c:pt>
                <c:pt idx="455">
                  <c:v>0.81315169320263159</c:v>
                </c:pt>
                <c:pt idx="456">
                  <c:v>0.81457212635575027</c:v>
                </c:pt>
                <c:pt idx="457">
                  <c:v>0.81154646420010523</c:v>
                </c:pt>
                <c:pt idx="458">
                  <c:v>0.81280745248736308</c:v>
                </c:pt>
                <c:pt idx="459">
                  <c:v>0.81278436179671587</c:v>
                </c:pt>
                <c:pt idx="460">
                  <c:v>0.80514877186557043</c:v>
                </c:pt>
                <c:pt idx="461">
                  <c:v>0.80399676269436759</c:v>
                </c:pt>
                <c:pt idx="462">
                  <c:v>0.80425271404286747</c:v>
                </c:pt>
                <c:pt idx="463">
                  <c:v>0.80669520620492541</c:v>
                </c:pt>
                <c:pt idx="464">
                  <c:v>0.80851950014460106</c:v>
                </c:pt>
                <c:pt idx="465">
                  <c:v>0.80349293421079515</c:v>
                </c:pt>
                <c:pt idx="466">
                  <c:v>0.80645387688683878</c:v>
                </c:pt>
                <c:pt idx="467">
                  <c:v>0.81498236455827267</c:v>
                </c:pt>
                <c:pt idx="468">
                  <c:v>0.81574305815454684</c:v>
                </c:pt>
                <c:pt idx="469">
                  <c:v>0.81019295717472184</c:v>
                </c:pt>
                <c:pt idx="470">
                  <c:v>0.80720507761357163</c:v>
                </c:pt>
                <c:pt idx="471">
                  <c:v>0.80800361871901483</c:v>
                </c:pt>
                <c:pt idx="472">
                  <c:v>0.809745355167514</c:v>
                </c:pt>
                <c:pt idx="473">
                  <c:v>0.81097488778705129</c:v>
                </c:pt>
                <c:pt idx="474">
                  <c:v>0.81450793656186038</c:v>
                </c:pt>
                <c:pt idx="475">
                  <c:v>0.81539355213790865</c:v>
                </c:pt>
                <c:pt idx="476">
                  <c:v>0.81600669287603866</c:v>
                </c:pt>
                <c:pt idx="477">
                  <c:v>0.81319188440202506</c:v>
                </c:pt>
                <c:pt idx="478">
                  <c:v>0.81492070643668524</c:v>
                </c:pt>
                <c:pt idx="479">
                  <c:v>0.814273380909731</c:v>
                </c:pt>
                <c:pt idx="480">
                  <c:v>0.81616582579082519</c:v>
                </c:pt>
                <c:pt idx="481">
                  <c:v>0.81947044974386696</c:v>
                </c:pt>
                <c:pt idx="482">
                  <c:v>0.81704396626179532</c:v>
                </c:pt>
                <c:pt idx="483">
                  <c:v>0.81493465948531496</c:v>
                </c:pt>
                <c:pt idx="484">
                  <c:v>0.81396576108676288</c:v>
                </c:pt>
                <c:pt idx="485">
                  <c:v>0.81810968489724623</c:v>
                </c:pt>
                <c:pt idx="486">
                  <c:v>0.82291388831860157</c:v>
                </c:pt>
                <c:pt idx="487">
                  <c:v>0.82187177157685887</c:v>
                </c:pt>
                <c:pt idx="488">
                  <c:v>0.82213263840876083</c:v>
                </c:pt>
                <c:pt idx="489">
                  <c:v>0.82387053046598591</c:v>
                </c:pt>
                <c:pt idx="490">
                  <c:v>0.82321071788013267</c:v>
                </c:pt>
                <c:pt idx="491">
                  <c:v>0.82261105414968649</c:v>
                </c:pt>
                <c:pt idx="492">
                  <c:v>0.82171265669392624</c:v>
                </c:pt>
                <c:pt idx="493">
                  <c:v>0.82342580183471381</c:v>
                </c:pt>
                <c:pt idx="494">
                  <c:v>0.82242081808992529</c:v>
                </c:pt>
                <c:pt idx="495">
                  <c:v>0.82162763469910349</c:v>
                </c:pt>
                <c:pt idx="496">
                  <c:v>0.82587037126635321</c:v>
                </c:pt>
                <c:pt idx="497">
                  <c:v>0.82696244345643355</c:v>
                </c:pt>
                <c:pt idx="498">
                  <c:v>0.82756037252252435</c:v>
                </c:pt>
                <c:pt idx="499">
                  <c:v>0.82932344245749767</c:v>
                </c:pt>
                <c:pt idx="500">
                  <c:v>0.82917885764252297</c:v>
                </c:pt>
                <c:pt idx="501">
                  <c:v>0.83004800923427113</c:v>
                </c:pt>
                <c:pt idx="502">
                  <c:v>0.83497519350631688</c:v>
                </c:pt>
                <c:pt idx="503">
                  <c:v>0.84138619560308969</c:v>
                </c:pt>
                <c:pt idx="504">
                  <c:v>0.84806185843384718</c:v>
                </c:pt>
                <c:pt idx="505">
                  <c:v>0.85546427350208387</c:v>
                </c:pt>
                <c:pt idx="506">
                  <c:v>0.86682098038815181</c:v>
                </c:pt>
                <c:pt idx="507">
                  <c:v>0.88666171064765709</c:v>
                </c:pt>
                <c:pt idx="508">
                  <c:v>0.92209501061773269</c:v>
                </c:pt>
                <c:pt idx="509">
                  <c:v>0.97122177264722986</c:v>
                </c:pt>
                <c:pt idx="510">
                  <c:v>1.0317327221082997</c:v>
                </c:pt>
                <c:pt idx="511">
                  <c:v>1.0940225067543001</c:v>
                </c:pt>
                <c:pt idx="512">
                  <c:v>1.1455940996773208</c:v>
                </c:pt>
                <c:pt idx="513">
                  <c:v>1.1857870157033517</c:v>
                </c:pt>
                <c:pt idx="514">
                  <c:v>1.2045127931532282</c:v>
                </c:pt>
                <c:pt idx="515">
                  <c:v>1.2035619518532776</c:v>
                </c:pt>
                <c:pt idx="516">
                  <c:v>1.1844267791900533</c:v>
                </c:pt>
                <c:pt idx="517">
                  <c:v>1.1579374663381361</c:v>
                </c:pt>
                <c:pt idx="518">
                  <c:v>1.1225540352634977</c:v>
                </c:pt>
                <c:pt idx="519">
                  <c:v>1.0845323275655638</c:v>
                </c:pt>
                <c:pt idx="520">
                  <c:v>1.0412528630256519</c:v>
                </c:pt>
                <c:pt idx="521">
                  <c:v>1.0132259811954021</c:v>
                </c:pt>
                <c:pt idx="522">
                  <c:v>0.99406735269648672</c:v>
                </c:pt>
                <c:pt idx="523">
                  <c:v>0.97737750139321355</c:v>
                </c:pt>
                <c:pt idx="524">
                  <c:v>0.96837301379849428</c:v>
                </c:pt>
                <c:pt idx="525">
                  <c:v>0.9675925807316399</c:v>
                </c:pt>
                <c:pt idx="526">
                  <c:v>0.97150015562211289</c:v>
                </c:pt>
                <c:pt idx="527">
                  <c:v>0.98075869040154917</c:v>
                </c:pt>
                <c:pt idx="528">
                  <c:v>0.99607171588583865</c:v>
                </c:pt>
                <c:pt idx="529">
                  <c:v>1.0064993783770779</c:v>
                </c:pt>
                <c:pt idx="530">
                  <c:v>1.017558126907554</c:v>
                </c:pt>
                <c:pt idx="531">
                  <c:v>1.0327961687301459</c:v>
                </c:pt>
                <c:pt idx="532">
                  <c:v>1.0498527735184136</c:v>
                </c:pt>
                <c:pt idx="533">
                  <c:v>1.0683676215528723</c:v>
                </c:pt>
                <c:pt idx="534">
                  <c:v>1.0856359058816851</c:v>
                </c:pt>
                <c:pt idx="535">
                  <c:v>1.1018857510962505</c:v>
                </c:pt>
                <c:pt idx="536">
                  <c:v>1.1195574873393306</c:v>
                </c:pt>
                <c:pt idx="537">
                  <c:v>1.1550135074454553</c:v>
                </c:pt>
                <c:pt idx="538">
                  <c:v>1.1947002044148678</c:v>
                </c:pt>
                <c:pt idx="539">
                  <c:v>1.2391937320467663</c:v>
                </c:pt>
                <c:pt idx="540">
                  <c:v>1.29012587215029</c:v>
                </c:pt>
                <c:pt idx="541">
                  <c:v>1.3393155004355917</c:v>
                </c:pt>
                <c:pt idx="542">
                  <c:v>1.3995319680825218</c:v>
                </c:pt>
                <c:pt idx="543">
                  <c:v>1.4625959684121161</c:v>
                </c:pt>
                <c:pt idx="544">
                  <c:v>1.5321630342722954</c:v>
                </c:pt>
                <c:pt idx="545">
                  <c:v>1.6108472940274707</c:v>
                </c:pt>
                <c:pt idx="546">
                  <c:v>1.6908597945741961</c:v>
                </c:pt>
                <c:pt idx="547">
                  <c:v>1.7671779288722136</c:v>
                </c:pt>
                <c:pt idx="548">
                  <c:v>1.826064540073475</c:v>
                </c:pt>
                <c:pt idx="549">
                  <c:v>1.8804448034274042</c:v>
                </c:pt>
                <c:pt idx="550">
                  <c:v>1.9277049944831184</c:v>
                </c:pt>
                <c:pt idx="551">
                  <c:v>1.959325769071556</c:v>
                </c:pt>
                <c:pt idx="552">
                  <c:v>1.960505196578368</c:v>
                </c:pt>
                <c:pt idx="553">
                  <c:v>1.9381020749499653</c:v>
                </c:pt>
                <c:pt idx="554">
                  <c:v>1.8977318408843811</c:v>
                </c:pt>
                <c:pt idx="555">
                  <c:v>1.8237681185511609</c:v>
                </c:pt>
                <c:pt idx="556">
                  <c:v>1.7370185134343386</c:v>
                </c:pt>
                <c:pt idx="557">
                  <c:v>1.648881349939026</c:v>
                </c:pt>
                <c:pt idx="558">
                  <c:v>1.5624065791282189</c:v>
                </c:pt>
                <c:pt idx="559">
                  <c:v>1.4556690821849794</c:v>
                </c:pt>
                <c:pt idx="560">
                  <c:v>1.3680162110118133</c:v>
                </c:pt>
                <c:pt idx="561">
                  <c:v>1.2986240974119434</c:v>
                </c:pt>
                <c:pt idx="562">
                  <c:v>1.2289009766744545</c:v>
                </c:pt>
                <c:pt idx="563">
                  <c:v>1.1753678353962342</c:v>
                </c:pt>
                <c:pt idx="564">
                  <c:v>1.1143594952742686</c:v>
                </c:pt>
                <c:pt idx="565">
                  <c:v>1.0608651008439374</c:v>
                </c:pt>
                <c:pt idx="566">
                  <c:v>1.0117273321707549</c:v>
                </c:pt>
                <c:pt idx="567">
                  <c:v>0.97994337651630592</c:v>
                </c:pt>
                <c:pt idx="568">
                  <c:v>0.9513096001821536</c:v>
                </c:pt>
                <c:pt idx="569">
                  <c:v>0.92426871455442405</c:v>
                </c:pt>
                <c:pt idx="570">
                  <c:v>0.91477098362523013</c:v>
                </c:pt>
                <c:pt idx="571">
                  <c:v>0.91699259459164406</c:v>
                </c:pt>
                <c:pt idx="572">
                  <c:v>0.90683675148042975</c:v>
                </c:pt>
                <c:pt idx="573">
                  <c:v>0.87271750483917265</c:v>
                </c:pt>
                <c:pt idx="574">
                  <c:v>0.87017655695105767</c:v>
                </c:pt>
                <c:pt idx="575">
                  <c:v>0.88597886597468201</c:v>
                </c:pt>
                <c:pt idx="576">
                  <c:v>0.85327298490136605</c:v>
                </c:pt>
                <c:pt idx="577">
                  <c:v>0.85378440434467873</c:v>
                </c:pt>
                <c:pt idx="578">
                  <c:v>0.86715891897044517</c:v>
                </c:pt>
                <c:pt idx="579">
                  <c:v>0.84541924695284743</c:v>
                </c:pt>
                <c:pt idx="580">
                  <c:v>0.83162288070898593</c:v>
                </c:pt>
                <c:pt idx="581">
                  <c:v>0.8329751507491846</c:v>
                </c:pt>
                <c:pt idx="582">
                  <c:v>0.88416955695648181</c:v>
                </c:pt>
                <c:pt idx="583">
                  <c:v>0.91773051575949438</c:v>
                </c:pt>
                <c:pt idx="584">
                  <c:v>0.87399794679212472</c:v>
                </c:pt>
                <c:pt idx="585">
                  <c:v>0.79695609276367563</c:v>
                </c:pt>
                <c:pt idx="586">
                  <c:v>0.84242608541086272</c:v>
                </c:pt>
                <c:pt idx="587">
                  <c:v>0.95288101134408476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C-57AB-4D59-AD3D-6260AFD7ADF0}"/>
            </c:ext>
          </c:extLst>
        </c:ser>
        <c:ser>
          <c:idx val="29"/>
          <c:order val="29"/>
          <c:tx>
            <c:strRef>
              <c:f>'Fully separated 1%'!$AC$1</c:f>
              <c:strCache>
                <c:ptCount val="1"/>
                <c:pt idx="0">
                  <c:v>1I_7/O-PTIR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1%'!$A$2:$A$589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1%'!$AC$2:$AC$589</c:f>
              <c:numCache>
                <c:formatCode>General</c:formatCode>
                <c:ptCount val="588"/>
                <c:pt idx="0">
                  <c:v>0.68035190641920262</c:v>
                </c:pt>
                <c:pt idx="1">
                  <c:v>0.56307586316038383</c:v>
                </c:pt>
                <c:pt idx="2">
                  <c:v>0.625962829828278</c:v>
                </c:pt>
                <c:pt idx="3">
                  <c:v>0.62819564258715932</c:v>
                </c:pt>
                <c:pt idx="4">
                  <c:v>0.63140611908690503</c:v>
                </c:pt>
                <c:pt idx="5">
                  <c:v>0.64581033982725577</c:v>
                </c:pt>
                <c:pt idx="6">
                  <c:v>0.62623783597531868</c:v>
                </c:pt>
                <c:pt idx="7">
                  <c:v>0.60399287080610509</c:v>
                </c:pt>
                <c:pt idx="8">
                  <c:v>0.61107602612787981</c:v>
                </c:pt>
                <c:pt idx="9">
                  <c:v>0.60137602961804426</c:v>
                </c:pt>
                <c:pt idx="10">
                  <c:v>0.61069514685128712</c:v>
                </c:pt>
                <c:pt idx="11">
                  <c:v>0.6056492737939756</c:v>
                </c:pt>
                <c:pt idx="12">
                  <c:v>0.61790542708205809</c:v>
                </c:pt>
                <c:pt idx="13">
                  <c:v>0.60762205698107175</c:v>
                </c:pt>
                <c:pt idx="14">
                  <c:v>0.603994485245684</c:v>
                </c:pt>
                <c:pt idx="15">
                  <c:v>0.60035847183749957</c:v>
                </c:pt>
                <c:pt idx="16">
                  <c:v>0.60522165051912558</c:v>
                </c:pt>
                <c:pt idx="17">
                  <c:v>0.60407986874048791</c:v>
                </c:pt>
                <c:pt idx="18">
                  <c:v>0.59416342717482873</c:v>
                </c:pt>
                <c:pt idx="19">
                  <c:v>0.59501425749229775</c:v>
                </c:pt>
                <c:pt idx="20">
                  <c:v>0.59948678184694149</c:v>
                </c:pt>
                <c:pt idx="21">
                  <c:v>0.60306339008584031</c:v>
                </c:pt>
                <c:pt idx="22">
                  <c:v>0.60671540529287848</c:v>
                </c:pt>
                <c:pt idx="23">
                  <c:v>0.60891044287012031</c:v>
                </c:pt>
                <c:pt idx="24">
                  <c:v>0.60705335279719919</c:v>
                </c:pt>
                <c:pt idx="25">
                  <c:v>0.60794220132618371</c:v>
                </c:pt>
                <c:pt idx="26">
                  <c:v>0.61663934434899681</c:v>
                </c:pt>
                <c:pt idx="27">
                  <c:v>0.61115632440094836</c:v>
                </c:pt>
                <c:pt idx="28">
                  <c:v>0.60940488208211441</c:v>
                </c:pt>
                <c:pt idx="29">
                  <c:v>0.60759727168996636</c:v>
                </c:pt>
                <c:pt idx="30">
                  <c:v>0.61368768001790119</c:v>
                </c:pt>
                <c:pt idx="31">
                  <c:v>0.61756369326993044</c:v>
                </c:pt>
                <c:pt idx="32">
                  <c:v>0.61667759807787292</c:v>
                </c:pt>
                <c:pt idx="33">
                  <c:v>0.62723376414384291</c:v>
                </c:pt>
                <c:pt idx="34">
                  <c:v>0.64193121338880743</c:v>
                </c:pt>
                <c:pt idx="35">
                  <c:v>0.64070555550159891</c:v>
                </c:pt>
                <c:pt idx="36">
                  <c:v>0.63670476838229595</c:v>
                </c:pt>
                <c:pt idx="37">
                  <c:v>0.64076759986452936</c:v>
                </c:pt>
                <c:pt idx="38">
                  <c:v>0.63872539464866562</c:v>
                </c:pt>
                <c:pt idx="39">
                  <c:v>0.63977670808638976</c:v>
                </c:pt>
                <c:pt idx="40">
                  <c:v>0.64656460840249719</c:v>
                </c:pt>
                <c:pt idx="41">
                  <c:v>0.6616865147726585</c:v>
                </c:pt>
                <c:pt idx="42">
                  <c:v>0.68307446607290268</c:v>
                </c:pt>
                <c:pt idx="43">
                  <c:v>0.71126173671279969</c:v>
                </c:pt>
                <c:pt idx="44">
                  <c:v>0.74780951155138775</c:v>
                </c:pt>
                <c:pt idx="45">
                  <c:v>0.79076648380522796</c:v>
                </c:pt>
                <c:pt idx="46">
                  <c:v>0.83781554127662017</c:v>
                </c:pt>
                <c:pt idx="47">
                  <c:v>0.8464256052298833</c:v>
                </c:pt>
                <c:pt idx="48">
                  <c:v>0.81867826749709294</c:v>
                </c:pt>
                <c:pt idx="49">
                  <c:v>0.75827658519365637</c:v>
                </c:pt>
                <c:pt idx="50">
                  <c:v>0.70092935946826473</c:v>
                </c:pt>
                <c:pt idx="51">
                  <c:v>0.66168289674519842</c:v>
                </c:pt>
                <c:pt idx="52">
                  <c:v>0.64366703117792479</c:v>
                </c:pt>
                <c:pt idx="53">
                  <c:v>0.63214198199919547</c:v>
                </c:pt>
                <c:pt idx="54">
                  <c:v>0.6278171891018185</c:v>
                </c:pt>
                <c:pt idx="55">
                  <c:v>0.62809105034149848</c:v>
                </c:pt>
                <c:pt idx="56">
                  <c:v>0.62534814980085696</c:v>
                </c:pt>
                <c:pt idx="57">
                  <c:v>0.62600084015165225</c:v>
                </c:pt>
                <c:pt idx="58">
                  <c:v>0.63208554497782676</c:v>
                </c:pt>
                <c:pt idx="59">
                  <c:v>0.6333284666256318</c:v>
                </c:pt>
                <c:pt idx="60">
                  <c:v>0.63217739599721634</c:v>
                </c:pt>
                <c:pt idx="61">
                  <c:v>0.63722102243677048</c:v>
                </c:pt>
                <c:pt idx="62">
                  <c:v>0.64954532212849048</c:v>
                </c:pt>
                <c:pt idx="63">
                  <c:v>0.65678745317118536</c:v>
                </c:pt>
                <c:pt idx="64">
                  <c:v>0.67766344156580316</c:v>
                </c:pt>
                <c:pt idx="65">
                  <c:v>0.69818182821307484</c:v>
                </c:pt>
                <c:pt idx="66">
                  <c:v>0.71665953318262454</c:v>
                </c:pt>
                <c:pt idx="67">
                  <c:v>0.72336155042164763</c:v>
                </c:pt>
                <c:pt idx="68">
                  <c:v>0.72043770343290936</c:v>
                </c:pt>
                <c:pt idx="69">
                  <c:v>0.7120468847317124</c:v>
                </c:pt>
                <c:pt idx="70">
                  <c:v>0.69398852837682612</c:v>
                </c:pt>
                <c:pt idx="71">
                  <c:v>0.67913398942795555</c:v>
                </c:pt>
                <c:pt idx="72">
                  <c:v>0.66384649519636518</c:v>
                </c:pt>
                <c:pt idx="73">
                  <c:v>0.65143184698835366</c:v>
                </c:pt>
                <c:pt idx="74">
                  <c:v>0.64334116830602162</c:v>
                </c:pt>
                <c:pt idx="75">
                  <c:v>0.63741831912358049</c:v>
                </c:pt>
                <c:pt idx="76">
                  <c:v>0.63033216593249952</c:v>
                </c:pt>
                <c:pt idx="77">
                  <c:v>0.62434415619570249</c:v>
                </c:pt>
                <c:pt idx="78">
                  <c:v>0.62435503882564158</c:v>
                </c:pt>
                <c:pt idx="79">
                  <c:v>0.62564724407756545</c:v>
                </c:pt>
                <c:pt idx="80">
                  <c:v>0.62317139543256361</c:v>
                </c:pt>
                <c:pt idx="81">
                  <c:v>0.62395193377197122</c:v>
                </c:pt>
                <c:pt idx="82">
                  <c:v>0.61921188057086074</c:v>
                </c:pt>
                <c:pt idx="83">
                  <c:v>0.61829245835758573</c:v>
                </c:pt>
                <c:pt idx="84">
                  <c:v>0.61832930123605279</c:v>
                </c:pt>
                <c:pt idx="85">
                  <c:v>0.6215250291653881</c:v>
                </c:pt>
                <c:pt idx="86">
                  <c:v>0.62427819029968601</c:v>
                </c:pt>
                <c:pt idx="87">
                  <c:v>0.61836442525097568</c:v>
                </c:pt>
                <c:pt idx="88">
                  <c:v>0.61411263447162323</c:v>
                </c:pt>
                <c:pt idx="89">
                  <c:v>0.61860461539622857</c:v>
                </c:pt>
                <c:pt idx="90">
                  <c:v>0.61944268007175085</c:v>
                </c:pt>
                <c:pt idx="91">
                  <c:v>0.61777288827877375</c:v>
                </c:pt>
                <c:pt idx="92">
                  <c:v>0.61259267303883436</c:v>
                </c:pt>
                <c:pt idx="93">
                  <c:v>0.61131061944909248</c:v>
                </c:pt>
                <c:pt idx="94">
                  <c:v>0.61072709006715153</c:v>
                </c:pt>
                <c:pt idx="95">
                  <c:v>0.61070959717483253</c:v>
                </c:pt>
                <c:pt idx="96">
                  <c:v>0.60949507734308983</c:v>
                </c:pt>
                <c:pt idx="97">
                  <c:v>0.603916020026395</c:v>
                </c:pt>
                <c:pt idx="98">
                  <c:v>0.60302226958105309</c:v>
                </c:pt>
                <c:pt idx="99">
                  <c:v>0.60434375298397114</c:v>
                </c:pt>
                <c:pt idx="100">
                  <c:v>0.60740668893825001</c:v>
                </c:pt>
                <c:pt idx="101">
                  <c:v>0.6087267656226425</c:v>
                </c:pt>
                <c:pt idx="102">
                  <c:v>0.60947583253215853</c:v>
                </c:pt>
                <c:pt idx="103">
                  <c:v>0.61034974618034865</c:v>
                </c:pt>
                <c:pt idx="104">
                  <c:v>0.60594359499396733</c:v>
                </c:pt>
                <c:pt idx="105">
                  <c:v>0.61231133008497773</c:v>
                </c:pt>
                <c:pt idx="106">
                  <c:v>0.61866191785938163</c:v>
                </c:pt>
                <c:pt idx="107">
                  <c:v>0.62347382676865282</c:v>
                </c:pt>
                <c:pt idx="108">
                  <c:v>0.64299523800274105</c:v>
                </c:pt>
                <c:pt idx="109">
                  <c:v>0.66902017830408578</c:v>
                </c:pt>
                <c:pt idx="110">
                  <c:v>0.68141853937851471</c:v>
                </c:pt>
                <c:pt idx="111">
                  <c:v>0.66985186785896333</c:v>
                </c:pt>
                <c:pt idx="112">
                  <c:v>0.65377750674491675</c:v>
                </c:pt>
                <c:pt idx="113">
                  <c:v>0.64062094354213583</c:v>
                </c:pt>
                <c:pt idx="114">
                  <c:v>0.63233075348342715</c:v>
                </c:pt>
                <c:pt idx="115">
                  <c:v>0.6287160585752154</c:v>
                </c:pt>
                <c:pt idx="116">
                  <c:v>0.62928470491271871</c:v>
                </c:pt>
                <c:pt idx="117">
                  <c:v>0.62946655586768074</c:v>
                </c:pt>
                <c:pt idx="118">
                  <c:v>0.62952386434084628</c:v>
                </c:pt>
                <c:pt idx="119">
                  <c:v>0.63412297523884498</c:v>
                </c:pt>
                <c:pt idx="120">
                  <c:v>0.64279873163256063</c:v>
                </c:pt>
                <c:pt idx="121">
                  <c:v>0.6636225380945836</c:v>
                </c:pt>
                <c:pt idx="122">
                  <c:v>0.67895501125891644</c:v>
                </c:pt>
                <c:pt idx="123">
                  <c:v>0.69105477688766559</c:v>
                </c:pt>
                <c:pt idx="124">
                  <c:v>0.69441326196259268</c:v>
                </c:pt>
                <c:pt idx="125">
                  <c:v>0.67849705432464591</c:v>
                </c:pt>
                <c:pt idx="126">
                  <c:v>0.66490334986551525</c:v>
                </c:pt>
                <c:pt idx="127">
                  <c:v>0.65594503574418772</c:v>
                </c:pt>
                <c:pt idx="128">
                  <c:v>0.65275277559200284</c:v>
                </c:pt>
                <c:pt idx="129">
                  <c:v>0.64533078591345394</c:v>
                </c:pt>
                <c:pt idx="130">
                  <c:v>0.63522655474933765</c:v>
                </c:pt>
                <c:pt idx="131">
                  <c:v>0.63964067145589321</c:v>
                </c:pt>
                <c:pt idx="132">
                  <c:v>0.63348106685028127</c:v>
                </c:pt>
                <c:pt idx="133">
                  <c:v>0.63203414134183666</c:v>
                </c:pt>
                <c:pt idx="134">
                  <c:v>0.63007214875636486</c:v>
                </c:pt>
                <c:pt idx="135">
                  <c:v>0.61762861192128748</c:v>
                </c:pt>
                <c:pt idx="136">
                  <c:v>0.60898632904284156</c:v>
                </c:pt>
                <c:pt idx="137">
                  <c:v>0.61855523863691764</c:v>
                </c:pt>
                <c:pt idx="138">
                  <c:v>0.61557880854725688</c:v>
                </c:pt>
                <c:pt idx="139">
                  <c:v>0.61019995789024717</c:v>
                </c:pt>
                <c:pt idx="140">
                  <c:v>0.60528296917305979</c:v>
                </c:pt>
                <c:pt idx="141">
                  <c:v>0.60077080221323875</c:v>
                </c:pt>
                <c:pt idx="142">
                  <c:v>0.61144340541413644</c:v>
                </c:pt>
                <c:pt idx="143">
                  <c:v>0.61541045007011519</c:v>
                </c:pt>
                <c:pt idx="144">
                  <c:v>0.61174962305803271</c:v>
                </c:pt>
                <c:pt idx="145">
                  <c:v>0.61276853727020231</c:v>
                </c:pt>
                <c:pt idx="146">
                  <c:v>0.6028910475339212</c:v>
                </c:pt>
                <c:pt idx="147">
                  <c:v>0.60683931897712862</c:v>
                </c:pt>
                <c:pt idx="148">
                  <c:v>0.60388100494294672</c:v>
                </c:pt>
                <c:pt idx="149">
                  <c:v>0.60304488131361411</c:v>
                </c:pt>
                <c:pt idx="150">
                  <c:v>0.60052130293441619</c:v>
                </c:pt>
                <c:pt idx="151">
                  <c:v>0.60371244775977029</c:v>
                </c:pt>
                <c:pt idx="152">
                  <c:v>0.60151819768196468</c:v>
                </c:pt>
                <c:pt idx="153">
                  <c:v>0.60299791306676942</c:v>
                </c:pt>
                <c:pt idx="154">
                  <c:v>0.60260056823435115</c:v>
                </c:pt>
                <c:pt idx="155">
                  <c:v>0.60187594836493041</c:v>
                </c:pt>
                <c:pt idx="156">
                  <c:v>0.60756902989048411</c:v>
                </c:pt>
                <c:pt idx="157">
                  <c:v>0.601301548567439</c:v>
                </c:pt>
                <c:pt idx="158">
                  <c:v>0.60129580318340503</c:v>
                </c:pt>
                <c:pt idx="159">
                  <c:v>0.60718097240534064</c:v>
                </c:pt>
                <c:pt idx="160">
                  <c:v>0.59950970534889536</c:v>
                </c:pt>
                <c:pt idx="161">
                  <c:v>0.60084396491128189</c:v>
                </c:pt>
                <c:pt idx="162">
                  <c:v>0.60396531189428082</c:v>
                </c:pt>
                <c:pt idx="163">
                  <c:v>0.60439635035867267</c:v>
                </c:pt>
                <c:pt idx="164">
                  <c:v>0.60519066552461198</c:v>
                </c:pt>
                <c:pt idx="165">
                  <c:v>0.60487642338729486</c:v>
                </c:pt>
                <c:pt idx="166">
                  <c:v>0.60977077238780097</c:v>
                </c:pt>
                <c:pt idx="167">
                  <c:v>0.60846951380345993</c:v>
                </c:pt>
                <c:pt idx="168">
                  <c:v>0.60378297487956656</c:v>
                </c:pt>
                <c:pt idx="169">
                  <c:v>0.61541484489167697</c:v>
                </c:pt>
                <c:pt idx="170">
                  <c:v>0.62387827355758974</c:v>
                </c:pt>
                <c:pt idx="171">
                  <c:v>0.62415674748178074</c:v>
                </c:pt>
                <c:pt idx="172">
                  <c:v>0.63218268480812134</c:v>
                </c:pt>
                <c:pt idx="173">
                  <c:v>0.62958555110803949</c:v>
                </c:pt>
                <c:pt idx="174">
                  <c:v>0.62841056363530934</c:v>
                </c:pt>
                <c:pt idx="175">
                  <c:v>0.62395027350604793</c:v>
                </c:pt>
                <c:pt idx="176">
                  <c:v>0.62324685714815964</c:v>
                </c:pt>
                <c:pt idx="177">
                  <c:v>0.62900444901985342</c:v>
                </c:pt>
                <c:pt idx="178">
                  <c:v>0.63765961811611971</c:v>
                </c:pt>
                <c:pt idx="179">
                  <c:v>0.63945516340839037</c:v>
                </c:pt>
                <c:pt idx="180">
                  <c:v>0.64171215144211924</c:v>
                </c:pt>
                <c:pt idx="181">
                  <c:v>0.63899098911630015</c:v>
                </c:pt>
                <c:pt idx="182">
                  <c:v>0.64067784633946478</c:v>
                </c:pt>
                <c:pt idx="183">
                  <c:v>0.64323321045342119</c:v>
                </c:pt>
                <c:pt idx="184">
                  <c:v>0.65058322121855516</c:v>
                </c:pt>
                <c:pt idx="185">
                  <c:v>0.6594687841398752</c:v>
                </c:pt>
                <c:pt idx="186">
                  <c:v>0.66831944691923395</c:v>
                </c:pt>
                <c:pt idx="187">
                  <c:v>0.6770693338108007</c:v>
                </c:pt>
                <c:pt idx="188">
                  <c:v>0.67232592552027193</c:v>
                </c:pt>
                <c:pt idx="189">
                  <c:v>0.67064694441834749</c:v>
                </c:pt>
                <c:pt idx="190">
                  <c:v>0.67024764520502467</c:v>
                </c:pt>
                <c:pt idx="191">
                  <c:v>0.67409763510339571</c:v>
                </c:pt>
                <c:pt idx="192">
                  <c:v>0.67145922764321075</c:v>
                </c:pt>
                <c:pt idx="193">
                  <c:v>0.6696411988945804</c:v>
                </c:pt>
                <c:pt idx="194">
                  <c:v>0.67430328570743092</c:v>
                </c:pt>
                <c:pt idx="195">
                  <c:v>0.67935469511303281</c:v>
                </c:pt>
                <c:pt idx="196">
                  <c:v>0.68144680446679473</c:v>
                </c:pt>
                <c:pt idx="197">
                  <c:v>0.68134884126480277</c:v>
                </c:pt>
                <c:pt idx="198">
                  <c:v>0.68049657943750697</c:v>
                </c:pt>
                <c:pt idx="199">
                  <c:v>0.67812847228465922</c:v>
                </c:pt>
                <c:pt idx="200">
                  <c:v>0.67236198559462523</c:v>
                </c:pt>
                <c:pt idx="201">
                  <c:v>0.66391139131017585</c:v>
                </c:pt>
                <c:pt idx="202">
                  <c:v>0.66253014622215889</c:v>
                </c:pt>
                <c:pt idx="203">
                  <c:v>0.66692329099047176</c:v>
                </c:pt>
                <c:pt idx="204">
                  <c:v>0.66908584369948243</c:v>
                </c:pt>
                <c:pt idx="205">
                  <c:v>0.67258308794052035</c:v>
                </c:pt>
                <c:pt idx="206">
                  <c:v>0.67687099739184664</c:v>
                </c:pt>
                <c:pt idx="207">
                  <c:v>0.68538763570247385</c:v>
                </c:pt>
                <c:pt idx="208">
                  <c:v>0.69269160376267136</c:v>
                </c:pt>
                <c:pt idx="209">
                  <c:v>0.69262555973649409</c:v>
                </c:pt>
                <c:pt idx="210">
                  <c:v>0.69139157798212225</c:v>
                </c:pt>
                <c:pt idx="211">
                  <c:v>0.69644649122494895</c:v>
                </c:pt>
                <c:pt idx="212">
                  <c:v>0.69819505625034994</c:v>
                </c:pt>
                <c:pt idx="213">
                  <c:v>0.70322278019711482</c:v>
                </c:pt>
                <c:pt idx="214">
                  <c:v>0.71105168677969344</c:v>
                </c:pt>
                <c:pt idx="215">
                  <c:v>0.72606246201071123</c:v>
                </c:pt>
                <c:pt idx="216">
                  <c:v>0.73220004292591223</c:v>
                </c:pt>
                <c:pt idx="217">
                  <c:v>0.73663564843177587</c:v>
                </c:pt>
                <c:pt idx="218">
                  <c:v>0.73438807207745349</c:v>
                </c:pt>
                <c:pt idx="219">
                  <c:v>0.72752404894438683</c:v>
                </c:pt>
                <c:pt idx="220">
                  <c:v>0.72130636658402314</c:v>
                </c:pt>
                <c:pt idx="221">
                  <c:v>0.71633288900911019</c:v>
                </c:pt>
                <c:pt idx="222">
                  <c:v>0.70760697605697587</c:v>
                </c:pt>
                <c:pt idx="223">
                  <c:v>0.6988471185548506</c:v>
                </c:pt>
                <c:pt idx="224">
                  <c:v>0.68766400602616717</c:v>
                </c:pt>
                <c:pt idx="225">
                  <c:v>0.66967037149473208</c:v>
                </c:pt>
                <c:pt idx="226">
                  <c:v>0.65791477523563335</c:v>
                </c:pt>
                <c:pt idx="227">
                  <c:v>0.65214972493856094</c:v>
                </c:pt>
                <c:pt idx="228">
                  <c:v>0.63675306183687319</c:v>
                </c:pt>
                <c:pt idx="229">
                  <c:v>0.62492786662926669</c:v>
                </c:pt>
                <c:pt idx="230">
                  <c:v>0.62320893096495888</c:v>
                </c:pt>
                <c:pt idx="231">
                  <c:v>0.6204294024037933</c:v>
                </c:pt>
                <c:pt idx="232">
                  <c:v>0.60897965041657076</c:v>
                </c:pt>
                <c:pt idx="233">
                  <c:v>0.60685369342426754</c:v>
                </c:pt>
                <c:pt idx="234">
                  <c:v>0.60956646652403867</c:v>
                </c:pt>
                <c:pt idx="235">
                  <c:v>0.61078522191201479</c:v>
                </c:pt>
                <c:pt idx="236">
                  <c:v>0.61126151163783604</c:v>
                </c:pt>
                <c:pt idx="237">
                  <c:v>0.6089352912663557</c:v>
                </c:pt>
                <c:pt idx="238">
                  <c:v>0.60552682354774301</c:v>
                </c:pt>
                <c:pt idx="239">
                  <c:v>0.60426786455749526</c:v>
                </c:pt>
                <c:pt idx="240">
                  <c:v>0.60386638183154495</c:v>
                </c:pt>
                <c:pt idx="241">
                  <c:v>0.61253699177652399</c:v>
                </c:pt>
                <c:pt idx="242">
                  <c:v>0.61178089540626379</c:v>
                </c:pt>
                <c:pt idx="243">
                  <c:v>0.6084950518486173</c:v>
                </c:pt>
                <c:pt idx="244">
                  <c:v>0.61348633558774501</c:v>
                </c:pt>
                <c:pt idx="245">
                  <c:v>0.6177055100298452</c:v>
                </c:pt>
                <c:pt idx="246">
                  <c:v>0.61875392964660259</c:v>
                </c:pt>
                <c:pt idx="247">
                  <c:v>0.62774416144124123</c:v>
                </c:pt>
                <c:pt idx="248">
                  <c:v>0.64423812359047172</c:v>
                </c:pt>
                <c:pt idx="249">
                  <c:v>0.6666231509716074</c:v>
                </c:pt>
                <c:pt idx="250">
                  <c:v>0.69064301290864083</c:v>
                </c:pt>
                <c:pt idx="251">
                  <c:v>0.77752845788947722</c:v>
                </c:pt>
                <c:pt idx="252">
                  <c:v>0.84820281397434583</c:v>
                </c:pt>
                <c:pt idx="253">
                  <c:v>0.91257817223118454</c:v>
                </c:pt>
                <c:pt idx="254">
                  <c:v>1.0196685396429546</c:v>
                </c:pt>
                <c:pt idx="255">
                  <c:v>1.1341975474726074</c:v>
                </c:pt>
                <c:pt idx="256">
                  <c:v>1.272281043949731</c:v>
                </c:pt>
                <c:pt idx="257">
                  <c:v>1.3863392033685271</c:v>
                </c:pt>
                <c:pt idx="258">
                  <c:v>1.4954748260774515</c:v>
                </c:pt>
                <c:pt idx="259">
                  <c:v>1.6</c:v>
                </c:pt>
                <c:pt idx="260">
                  <c:v>1.3437724972793861</c:v>
                </c:pt>
                <c:pt idx="261">
                  <c:v>1.0073064249532631</c:v>
                </c:pt>
                <c:pt idx="262">
                  <c:v>0.74411259666864527</c:v>
                </c:pt>
                <c:pt idx="263">
                  <c:v>0.66784766695646114</c:v>
                </c:pt>
                <c:pt idx="264">
                  <c:v>0.64621110848860874</c:v>
                </c:pt>
                <c:pt idx="265">
                  <c:v>0.62823733404312376</c:v>
                </c:pt>
                <c:pt idx="266">
                  <c:v>0.62729686326394818</c:v>
                </c:pt>
                <c:pt idx="267">
                  <c:v>0.62829796605314214</c:v>
                </c:pt>
                <c:pt idx="268">
                  <c:v>0.61291776137039045</c:v>
                </c:pt>
                <c:pt idx="269">
                  <c:v>0.61986186040606717</c:v>
                </c:pt>
                <c:pt idx="270">
                  <c:v>0.64330190189005743</c:v>
                </c:pt>
                <c:pt idx="271">
                  <c:v>0.65322232584017781</c:v>
                </c:pt>
                <c:pt idx="272">
                  <c:v>0.64818307168463907</c:v>
                </c:pt>
                <c:pt idx="273">
                  <c:v>0.64264838215755204</c:v>
                </c:pt>
                <c:pt idx="274">
                  <c:v>0.66336949253282373</c:v>
                </c:pt>
                <c:pt idx="275">
                  <c:v>0.70721019503884519</c:v>
                </c:pt>
                <c:pt idx="276">
                  <c:v>0.78594092465531074</c:v>
                </c:pt>
                <c:pt idx="277">
                  <c:v>0.93295175363987903</c:v>
                </c:pt>
                <c:pt idx="278">
                  <c:v>1.4031592567701334</c:v>
                </c:pt>
                <c:pt idx="279">
                  <c:v>1.5615251507479377</c:v>
                </c:pt>
                <c:pt idx="280">
                  <c:v>1.3757679281314039</c:v>
                </c:pt>
                <c:pt idx="281">
                  <c:v>1.024129170840419</c:v>
                </c:pt>
                <c:pt idx="282">
                  <c:v>0.77455505233855304</c:v>
                </c:pt>
                <c:pt idx="283">
                  <c:v>0.67773196772709876</c:v>
                </c:pt>
                <c:pt idx="284">
                  <c:v>0.64194032456759398</c:v>
                </c:pt>
                <c:pt idx="285">
                  <c:v>0.6386954798119836</c:v>
                </c:pt>
                <c:pt idx="286">
                  <c:v>0.62304529335255121</c:v>
                </c:pt>
                <c:pt idx="287">
                  <c:v>0.62334480232011469</c:v>
                </c:pt>
                <c:pt idx="288">
                  <c:v>0.61849725704236413</c:v>
                </c:pt>
                <c:pt idx="289">
                  <c:v>0.59648084475628338</c:v>
                </c:pt>
                <c:pt idx="290">
                  <c:v>0.60103579981151756</c:v>
                </c:pt>
                <c:pt idx="291">
                  <c:v>0.5973609964217107</c:v>
                </c:pt>
                <c:pt idx="292">
                  <c:v>0.59379748240340491</c:v>
                </c:pt>
                <c:pt idx="293">
                  <c:v>0.58423511245406301</c:v>
                </c:pt>
                <c:pt idx="294">
                  <c:v>0.60824385286316507</c:v>
                </c:pt>
                <c:pt idx="295">
                  <c:v>0.60281304959309567</c:v>
                </c:pt>
                <c:pt idx="296">
                  <c:v>0.60196874802721345</c:v>
                </c:pt>
                <c:pt idx="297">
                  <c:v>0.59505115258274754</c:v>
                </c:pt>
                <c:pt idx="298">
                  <c:v>0.59479582058689839</c:v>
                </c:pt>
                <c:pt idx="299">
                  <c:v>0.60749300323372324</c:v>
                </c:pt>
                <c:pt idx="300">
                  <c:v>0.61140980268360035</c:v>
                </c:pt>
                <c:pt idx="301">
                  <c:v>0.61441401255304073</c:v>
                </c:pt>
                <c:pt idx="302">
                  <c:v>0.6123982393716777</c:v>
                </c:pt>
                <c:pt idx="303">
                  <c:v>0.59479295606474192</c:v>
                </c:pt>
                <c:pt idx="304">
                  <c:v>0.60631201701737403</c:v>
                </c:pt>
                <c:pt idx="305">
                  <c:v>0.59879115230526525</c:v>
                </c:pt>
                <c:pt idx="306">
                  <c:v>0.60570763890244472</c:v>
                </c:pt>
                <c:pt idx="307">
                  <c:v>0.61079721939925258</c:v>
                </c:pt>
                <c:pt idx="308">
                  <c:v>0.61221278240928023</c:v>
                </c:pt>
                <c:pt idx="309">
                  <c:v>0.62075282971817458</c:v>
                </c:pt>
                <c:pt idx="310">
                  <c:v>0.61266747590682191</c:v>
                </c:pt>
                <c:pt idx="311">
                  <c:v>0.61300150939057219</c:v>
                </c:pt>
                <c:pt idx="312">
                  <c:v>0.60707303633903498</c:v>
                </c:pt>
                <c:pt idx="313">
                  <c:v>0.59986906631607984</c:v>
                </c:pt>
                <c:pt idx="314">
                  <c:v>0.60244284710351781</c:v>
                </c:pt>
                <c:pt idx="315">
                  <c:v>0.60816254565926608</c:v>
                </c:pt>
                <c:pt idx="316">
                  <c:v>0.6080415558460448</c:v>
                </c:pt>
                <c:pt idx="317">
                  <c:v>0.60833242316703995</c:v>
                </c:pt>
                <c:pt idx="318">
                  <c:v>0.61311780463286369</c:v>
                </c:pt>
                <c:pt idx="319">
                  <c:v>0.61308644438820137</c:v>
                </c:pt>
                <c:pt idx="320">
                  <c:v>0.61653229400826759</c:v>
                </c:pt>
                <c:pt idx="321">
                  <c:v>0.64081312570839999</c:v>
                </c:pt>
                <c:pt idx="322">
                  <c:v>0.66984847821197402</c:v>
                </c:pt>
                <c:pt idx="323">
                  <c:v>0.71388290745744454</c:v>
                </c:pt>
                <c:pt idx="324">
                  <c:v>0.72548057261090215</c:v>
                </c:pt>
                <c:pt idx="325">
                  <c:v>0.70028514623994842</c:v>
                </c:pt>
                <c:pt idx="326">
                  <c:v>0.67497155701535283</c:v>
                </c:pt>
                <c:pt idx="327">
                  <c:v>0.66392659063151549</c:v>
                </c:pt>
                <c:pt idx="328">
                  <c:v>0.68369616579479775</c:v>
                </c:pt>
                <c:pt idx="329">
                  <c:v>0.72189490305753834</c:v>
                </c:pt>
                <c:pt idx="330">
                  <c:v>0.7979206703365882</c:v>
                </c:pt>
                <c:pt idx="331">
                  <c:v>0.92603771518368494</c:v>
                </c:pt>
                <c:pt idx="332">
                  <c:v>1.0367952479168565</c:v>
                </c:pt>
                <c:pt idx="333">
                  <c:v>1.0544970422565405</c:v>
                </c:pt>
                <c:pt idx="334">
                  <c:v>0.97337036109981412</c:v>
                </c:pt>
                <c:pt idx="335">
                  <c:v>0.864812925623067</c:v>
                </c:pt>
                <c:pt idx="336">
                  <c:v>0.76221649689743898</c:v>
                </c:pt>
                <c:pt idx="337">
                  <c:v>0.68551855180241206</c:v>
                </c:pt>
                <c:pt idx="338">
                  <c:v>0.65004038788427643</c:v>
                </c:pt>
                <c:pt idx="339">
                  <c:v>0.63355059367864008</c:v>
                </c:pt>
                <c:pt idx="340">
                  <c:v>0.62532232177260161</c:v>
                </c:pt>
                <c:pt idx="341">
                  <c:v>0.61307044874021954</c:v>
                </c:pt>
                <c:pt idx="342">
                  <c:v>0.61667238889963205</c:v>
                </c:pt>
                <c:pt idx="343">
                  <c:v>0.61576146334137649</c:v>
                </c:pt>
                <c:pt idx="344">
                  <c:v>0.6081485040165634</c:v>
                </c:pt>
                <c:pt idx="345">
                  <c:v>0.6016451621987553</c:v>
                </c:pt>
                <c:pt idx="346">
                  <c:v>0.6043602861524362</c:v>
                </c:pt>
                <c:pt idx="347">
                  <c:v>0.60525823646956289</c:v>
                </c:pt>
                <c:pt idx="348">
                  <c:v>0.6070744126318729</c:v>
                </c:pt>
                <c:pt idx="349">
                  <c:v>0.60797800372125543</c:v>
                </c:pt>
                <c:pt idx="350">
                  <c:v>0.60584882160605225</c:v>
                </c:pt>
                <c:pt idx="351">
                  <c:v>0.60230209674517676</c:v>
                </c:pt>
                <c:pt idx="352">
                  <c:v>0.60491832181306104</c:v>
                </c:pt>
                <c:pt idx="353">
                  <c:v>0.6054369528274367</c:v>
                </c:pt>
                <c:pt idx="354">
                  <c:v>0.60175781124165362</c:v>
                </c:pt>
                <c:pt idx="355">
                  <c:v>0.59902926195325956</c:v>
                </c:pt>
                <c:pt idx="356">
                  <c:v>0.60186458080211647</c:v>
                </c:pt>
                <c:pt idx="357">
                  <c:v>0.60252638195607244</c:v>
                </c:pt>
                <c:pt idx="358">
                  <c:v>0.60038108180931482</c:v>
                </c:pt>
                <c:pt idx="359">
                  <c:v>0.59916581816810877</c:v>
                </c:pt>
                <c:pt idx="360">
                  <c:v>0.60644715214601197</c:v>
                </c:pt>
                <c:pt idx="361">
                  <c:v>0.61309697242740935</c:v>
                </c:pt>
                <c:pt idx="362">
                  <c:v>0.61555445747954696</c:v>
                </c:pt>
                <c:pt idx="363">
                  <c:v>0.61490364075011483</c:v>
                </c:pt>
                <c:pt idx="364">
                  <c:v>0.61233401938426113</c:v>
                </c:pt>
                <c:pt idx="365">
                  <c:v>0.61420411136774122</c:v>
                </c:pt>
                <c:pt idx="366">
                  <c:v>0.61547040445123624</c:v>
                </c:pt>
                <c:pt idx="367">
                  <c:v>0.61526467872204627</c:v>
                </c:pt>
                <c:pt idx="368">
                  <c:v>0.61277078501483695</c:v>
                </c:pt>
                <c:pt idx="369">
                  <c:v>0.61568436239490043</c:v>
                </c:pt>
                <c:pt idx="370">
                  <c:v>0.61303753490735391</c:v>
                </c:pt>
                <c:pt idx="371">
                  <c:v>0.61427478761096999</c:v>
                </c:pt>
                <c:pt idx="372">
                  <c:v>0.61147158786474642</c:v>
                </c:pt>
                <c:pt idx="373">
                  <c:v>0.60971561399656882</c:v>
                </c:pt>
                <c:pt idx="374">
                  <c:v>0.61285224923030968</c:v>
                </c:pt>
                <c:pt idx="375">
                  <c:v>0.61234618139558827</c:v>
                </c:pt>
                <c:pt idx="376">
                  <c:v>0.61356462952168078</c:v>
                </c:pt>
                <c:pt idx="377">
                  <c:v>0.61022866621694138</c:v>
                </c:pt>
                <c:pt idx="378">
                  <c:v>0.60430322747041076</c:v>
                </c:pt>
                <c:pt idx="379">
                  <c:v>0.60033260887604722</c:v>
                </c:pt>
                <c:pt idx="380">
                  <c:v>0.60326201273163427</c:v>
                </c:pt>
                <c:pt idx="381">
                  <c:v>0.60932030993898345</c:v>
                </c:pt>
                <c:pt idx="382">
                  <c:v>0.61085009924453659</c:v>
                </c:pt>
                <c:pt idx="383">
                  <c:v>0.6104648379176586</c:v>
                </c:pt>
                <c:pt idx="384">
                  <c:v>0.60996588443510646</c:v>
                </c:pt>
                <c:pt idx="385">
                  <c:v>0.60884120602485947</c:v>
                </c:pt>
                <c:pt idx="386">
                  <c:v>0.60500604207580821</c:v>
                </c:pt>
                <c:pt idx="387">
                  <c:v>0.60408446489746481</c:v>
                </c:pt>
                <c:pt idx="388">
                  <c:v>0.60246443732178512</c:v>
                </c:pt>
                <c:pt idx="389">
                  <c:v>0.60319847751000477</c:v>
                </c:pt>
                <c:pt idx="390">
                  <c:v>0.60310982250251766</c:v>
                </c:pt>
                <c:pt idx="391">
                  <c:v>0.60357091271918628</c:v>
                </c:pt>
                <c:pt idx="392">
                  <c:v>0.60422615619837095</c:v>
                </c:pt>
                <c:pt idx="393">
                  <c:v>0.60477502508759473</c:v>
                </c:pt>
                <c:pt idx="394">
                  <c:v>0.60439819317872245</c:v>
                </c:pt>
                <c:pt idx="395">
                  <c:v>0.60206067398394492</c:v>
                </c:pt>
                <c:pt idx="396">
                  <c:v>0.601846307359438</c:v>
                </c:pt>
                <c:pt idx="397">
                  <c:v>0.60786253560691939</c:v>
                </c:pt>
                <c:pt idx="398">
                  <c:v>0.61085920291080764</c:v>
                </c:pt>
                <c:pt idx="399">
                  <c:v>0.60261720019239484</c:v>
                </c:pt>
                <c:pt idx="400">
                  <c:v>0.60640807279168341</c:v>
                </c:pt>
                <c:pt idx="401">
                  <c:v>0.61226380966824434</c:v>
                </c:pt>
                <c:pt idx="402">
                  <c:v>0.62018037904282708</c:v>
                </c:pt>
                <c:pt idx="403">
                  <c:v>0.62597609092062134</c:v>
                </c:pt>
                <c:pt idx="404">
                  <c:v>0.6275952603792192</c:v>
                </c:pt>
                <c:pt idx="405">
                  <c:v>0.62521590548817985</c:v>
                </c:pt>
                <c:pt idx="406">
                  <c:v>0.62133270726633572</c:v>
                </c:pt>
                <c:pt idx="407">
                  <c:v>0.61800987959493081</c:v>
                </c:pt>
                <c:pt idx="408">
                  <c:v>0.61475687775000132</c:v>
                </c:pt>
                <c:pt idx="409">
                  <c:v>0.61281468965786479</c:v>
                </c:pt>
                <c:pt idx="410">
                  <c:v>0.61521756172739483</c:v>
                </c:pt>
                <c:pt idx="411">
                  <c:v>0.61806640075647301</c:v>
                </c:pt>
                <c:pt idx="412">
                  <c:v>0.60701181760155687</c:v>
                </c:pt>
                <c:pt idx="413">
                  <c:v>0.60413144892059212</c:v>
                </c:pt>
                <c:pt idx="414">
                  <c:v>0.61521808459847294</c:v>
                </c:pt>
                <c:pt idx="415">
                  <c:v>0.60425400922517669</c:v>
                </c:pt>
                <c:pt idx="416">
                  <c:v>0.60056222341847842</c:v>
                </c:pt>
                <c:pt idx="417">
                  <c:v>0.59723052844332114</c:v>
                </c:pt>
                <c:pt idx="418">
                  <c:v>0.61471845273577197</c:v>
                </c:pt>
                <c:pt idx="419">
                  <c:v>0.608407533296911</c:v>
                </c:pt>
                <c:pt idx="420">
                  <c:v>0.60176283241919437</c:v>
                </c:pt>
                <c:pt idx="421">
                  <c:v>0.60200327573621926</c:v>
                </c:pt>
                <c:pt idx="422">
                  <c:v>0.60346890102259632</c:v>
                </c:pt>
                <c:pt idx="423">
                  <c:v>0.60307909668978854</c:v>
                </c:pt>
                <c:pt idx="424">
                  <c:v>0.61123361240906005</c:v>
                </c:pt>
                <c:pt idx="425">
                  <c:v>0.59784087412493014</c:v>
                </c:pt>
                <c:pt idx="426">
                  <c:v>0.59538015418362245</c:v>
                </c:pt>
                <c:pt idx="427">
                  <c:v>0.59486103673386881</c:v>
                </c:pt>
                <c:pt idx="428">
                  <c:v>0.61086260833407935</c:v>
                </c:pt>
                <c:pt idx="429">
                  <c:v>0.61837409836592083</c:v>
                </c:pt>
                <c:pt idx="430">
                  <c:v>0.59888129751410624</c:v>
                </c:pt>
                <c:pt idx="431">
                  <c:v>0.6104923081818</c:v>
                </c:pt>
                <c:pt idx="432">
                  <c:v>0.60327524828142487</c:v>
                </c:pt>
                <c:pt idx="433">
                  <c:v>0.62074522855500158</c:v>
                </c:pt>
                <c:pt idx="434">
                  <c:v>0.65529781750967564</c:v>
                </c:pt>
                <c:pt idx="435">
                  <c:v>0.75595738151164393</c:v>
                </c:pt>
                <c:pt idx="436">
                  <c:v>0.72430144423963361</c:v>
                </c:pt>
                <c:pt idx="437">
                  <c:v>0.63644908142008982</c:v>
                </c:pt>
                <c:pt idx="438">
                  <c:v>0.61718603010121909</c:v>
                </c:pt>
                <c:pt idx="439">
                  <c:v>0.59919514364795057</c:v>
                </c:pt>
                <c:pt idx="440">
                  <c:v>0.61341681176439244</c:v>
                </c:pt>
                <c:pt idx="441">
                  <c:v>0.58289076132961859</c:v>
                </c:pt>
                <c:pt idx="442">
                  <c:v>0.61735775118029423</c:v>
                </c:pt>
                <c:pt idx="443">
                  <c:v>0.62260013173466355</c:v>
                </c:pt>
                <c:pt idx="444">
                  <c:v>0.62975897602562769</c:v>
                </c:pt>
                <c:pt idx="445">
                  <c:v>0.61463662491454962</c:v>
                </c:pt>
                <c:pt idx="446">
                  <c:v>0.60515916817654203</c:v>
                </c:pt>
                <c:pt idx="447">
                  <c:v>0.62782506522305837</c:v>
                </c:pt>
                <c:pt idx="448">
                  <c:v>0.6202569015256103</c:v>
                </c:pt>
                <c:pt idx="449">
                  <c:v>0.62495623689276392</c:v>
                </c:pt>
                <c:pt idx="450">
                  <c:v>0.59360367152378235</c:v>
                </c:pt>
                <c:pt idx="451">
                  <c:v>0.60182017789149866</c:v>
                </c:pt>
                <c:pt idx="452">
                  <c:v>0.59840810923639853</c:v>
                </c:pt>
                <c:pt idx="453">
                  <c:v>0.59305265555763154</c:v>
                </c:pt>
                <c:pt idx="454">
                  <c:v>0.61038021093316441</c:v>
                </c:pt>
                <c:pt idx="455">
                  <c:v>0.60541318585780612</c:v>
                </c:pt>
                <c:pt idx="456">
                  <c:v>0.60688415517207717</c:v>
                </c:pt>
                <c:pt idx="457">
                  <c:v>0.59167787273543937</c:v>
                </c:pt>
                <c:pt idx="458">
                  <c:v>0.58926425476375222</c:v>
                </c:pt>
                <c:pt idx="459">
                  <c:v>0.61153946644720658</c:v>
                </c:pt>
                <c:pt idx="460">
                  <c:v>0.61225814598281636</c:v>
                </c:pt>
                <c:pt idx="461">
                  <c:v>0.60612007374910248</c:v>
                </c:pt>
                <c:pt idx="462">
                  <c:v>0.59290701041982297</c:v>
                </c:pt>
                <c:pt idx="463">
                  <c:v>0.61037897812937247</c:v>
                </c:pt>
                <c:pt idx="464">
                  <c:v>0.6087028630521073</c:v>
                </c:pt>
                <c:pt idx="465">
                  <c:v>0.5995251180256751</c:v>
                </c:pt>
                <c:pt idx="466">
                  <c:v>0.60285833447303194</c:v>
                </c:pt>
                <c:pt idx="467">
                  <c:v>0.60458150306419278</c:v>
                </c:pt>
                <c:pt idx="468">
                  <c:v>0.60414966977566209</c:v>
                </c:pt>
                <c:pt idx="469">
                  <c:v>0.6064586838572894</c:v>
                </c:pt>
                <c:pt idx="470">
                  <c:v>0.60487561654313127</c:v>
                </c:pt>
                <c:pt idx="471">
                  <c:v>0.60419979703527049</c:v>
                </c:pt>
                <c:pt idx="472">
                  <c:v>0.59995194191311996</c:v>
                </c:pt>
                <c:pt idx="473">
                  <c:v>0.5938877636826827</c:v>
                </c:pt>
                <c:pt idx="474">
                  <c:v>0.58847594021956062</c:v>
                </c:pt>
                <c:pt idx="475">
                  <c:v>0.59727044037217891</c:v>
                </c:pt>
                <c:pt idx="476">
                  <c:v>0.5980518781475036</c:v>
                </c:pt>
                <c:pt idx="477">
                  <c:v>0.60237298540478101</c:v>
                </c:pt>
                <c:pt idx="478">
                  <c:v>0.61151463908601456</c:v>
                </c:pt>
                <c:pt idx="479">
                  <c:v>0.60668680890266502</c:v>
                </c:pt>
                <c:pt idx="480">
                  <c:v>0.6010123910949694</c:v>
                </c:pt>
                <c:pt idx="481">
                  <c:v>0.5995376019952442</c:v>
                </c:pt>
                <c:pt idx="482">
                  <c:v>0.60311729783105616</c:v>
                </c:pt>
                <c:pt idx="483">
                  <c:v>0.60645318169094442</c:v>
                </c:pt>
                <c:pt idx="484">
                  <c:v>0.59805066882032254</c:v>
                </c:pt>
                <c:pt idx="485">
                  <c:v>0.60210082612548543</c:v>
                </c:pt>
                <c:pt idx="486">
                  <c:v>0.6052129018192115</c:v>
                </c:pt>
                <c:pt idx="487">
                  <c:v>0.5978771625797541</c:v>
                </c:pt>
                <c:pt idx="488">
                  <c:v>0.60189421053883552</c:v>
                </c:pt>
                <c:pt idx="489">
                  <c:v>0.60193133419756906</c:v>
                </c:pt>
                <c:pt idx="490">
                  <c:v>0.59933795065131346</c:v>
                </c:pt>
                <c:pt idx="491">
                  <c:v>0.59941932340191006</c:v>
                </c:pt>
                <c:pt idx="492">
                  <c:v>0.59379738398945203</c:v>
                </c:pt>
                <c:pt idx="493">
                  <c:v>0.59642784809138349</c:v>
                </c:pt>
                <c:pt idx="494">
                  <c:v>0.60350734256435978</c:v>
                </c:pt>
                <c:pt idx="495">
                  <c:v>0.6006088147248585</c:v>
                </c:pt>
                <c:pt idx="496">
                  <c:v>0.59959401323929395</c:v>
                </c:pt>
                <c:pt idx="497">
                  <c:v>0.60573030416167872</c:v>
                </c:pt>
                <c:pt idx="498">
                  <c:v>0.60589117003149628</c:v>
                </c:pt>
                <c:pt idx="499">
                  <c:v>0.60686632421656117</c:v>
                </c:pt>
                <c:pt idx="500">
                  <c:v>0.60573317506947333</c:v>
                </c:pt>
                <c:pt idx="501">
                  <c:v>0.60418568176991594</c:v>
                </c:pt>
                <c:pt idx="502">
                  <c:v>0.60497601943452894</c:v>
                </c:pt>
                <c:pt idx="503">
                  <c:v>0.60842356425371558</c:v>
                </c:pt>
                <c:pt idx="504">
                  <c:v>0.60263028154780507</c:v>
                </c:pt>
                <c:pt idx="505">
                  <c:v>0.60829491392844892</c:v>
                </c:pt>
                <c:pt idx="506">
                  <c:v>0.61172564010358177</c:v>
                </c:pt>
                <c:pt idx="507">
                  <c:v>0.61575679656675397</c:v>
                </c:pt>
                <c:pt idx="508">
                  <c:v>0.62771113942815249</c:v>
                </c:pt>
                <c:pt idx="509">
                  <c:v>0.65450406916303017</c:v>
                </c:pt>
                <c:pt idx="510">
                  <c:v>0.69145855957023272</c:v>
                </c:pt>
                <c:pt idx="511">
                  <c:v>0.72680368885906188</c:v>
                </c:pt>
                <c:pt idx="512">
                  <c:v>0.76925202174412843</c:v>
                </c:pt>
                <c:pt idx="513">
                  <c:v>0.79721433762018645</c:v>
                </c:pt>
                <c:pt idx="514">
                  <c:v>0.80729518382608512</c:v>
                </c:pt>
                <c:pt idx="515">
                  <c:v>0.80535784431144608</c:v>
                </c:pt>
                <c:pt idx="516">
                  <c:v>0.78448165758641919</c:v>
                </c:pt>
                <c:pt idx="517">
                  <c:v>0.77100989026871281</c:v>
                </c:pt>
                <c:pt idx="518">
                  <c:v>0.74996775508151314</c:v>
                </c:pt>
                <c:pt idx="519">
                  <c:v>0.72017588325305715</c:v>
                </c:pt>
                <c:pt idx="520">
                  <c:v>0.70339216638637569</c:v>
                </c:pt>
                <c:pt idx="521">
                  <c:v>0.69407027055537196</c:v>
                </c:pt>
                <c:pt idx="522">
                  <c:v>0.67773169727654103</c:v>
                </c:pt>
                <c:pt idx="523">
                  <c:v>0.67561812015851419</c:v>
                </c:pt>
                <c:pt idx="524">
                  <c:v>0.66864316421671288</c:v>
                </c:pt>
                <c:pt idx="525">
                  <c:v>0.66874486564641322</c:v>
                </c:pt>
                <c:pt idx="526">
                  <c:v>0.66326860245479635</c:v>
                </c:pt>
                <c:pt idx="527">
                  <c:v>0.66393607443107028</c:v>
                </c:pt>
                <c:pt idx="528">
                  <c:v>0.66445482865070016</c:v>
                </c:pt>
                <c:pt idx="529">
                  <c:v>0.68002534638586198</c:v>
                </c:pt>
                <c:pt idx="530">
                  <c:v>0.6878202543283386</c:v>
                </c:pt>
                <c:pt idx="531">
                  <c:v>0.69026714072362272</c:v>
                </c:pt>
                <c:pt idx="532">
                  <c:v>0.69296335849300805</c:v>
                </c:pt>
                <c:pt idx="533">
                  <c:v>0.6970600053099657</c:v>
                </c:pt>
                <c:pt idx="534">
                  <c:v>0.71137234498086543</c:v>
                </c:pt>
                <c:pt idx="535">
                  <c:v>0.72394537504544765</c:v>
                </c:pt>
                <c:pt idx="536">
                  <c:v>0.74354897770650763</c:v>
                </c:pt>
                <c:pt idx="537">
                  <c:v>0.76538072034181459</c:v>
                </c:pt>
                <c:pt idx="538">
                  <c:v>0.78304943557329187</c:v>
                </c:pt>
                <c:pt idx="539">
                  <c:v>0.81830434856610201</c:v>
                </c:pt>
                <c:pt idx="540">
                  <c:v>0.86028596792884238</c:v>
                </c:pt>
                <c:pt idx="541">
                  <c:v>0.90804272839946198</c:v>
                </c:pt>
                <c:pt idx="542">
                  <c:v>0.95114716231735597</c:v>
                </c:pt>
                <c:pt idx="543">
                  <c:v>0.9933261024069564</c:v>
                </c:pt>
                <c:pt idx="544">
                  <c:v>1.0445592223255504</c:v>
                </c:pt>
                <c:pt idx="545">
                  <c:v>1.0934273062076305</c:v>
                </c:pt>
                <c:pt idx="546">
                  <c:v>1.1609241687407592</c:v>
                </c:pt>
                <c:pt idx="547">
                  <c:v>1.2209460663411094</c:v>
                </c:pt>
                <c:pt idx="548">
                  <c:v>1.2372293054358463</c:v>
                </c:pt>
                <c:pt idx="549">
                  <c:v>1.2967554010538964</c:v>
                </c:pt>
                <c:pt idx="550">
                  <c:v>1.3371809560881562</c:v>
                </c:pt>
                <c:pt idx="551">
                  <c:v>1.3340841649828212</c:v>
                </c:pt>
                <c:pt idx="552">
                  <c:v>1.3489944287665927</c:v>
                </c:pt>
                <c:pt idx="553">
                  <c:v>1.3065057085982468</c:v>
                </c:pt>
                <c:pt idx="554">
                  <c:v>1.2467249326950716</c:v>
                </c:pt>
                <c:pt idx="555">
                  <c:v>1.1932172634865377</c:v>
                </c:pt>
                <c:pt idx="556">
                  <c:v>1.1313342814087779</c:v>
                </c:pt>
                <c:pt idx="557">
                  <c:v>1.0672339413190073</c:v>
                </c:pt>
                <c:pt idx="558">
                  <c:v>0.97582345583789909</c:v>
                </c:pt>
                <c:pt idx="559">
                  <c:v>0.89543497248327752</c:v>
                </c:pt>
                <c:pt idx="560">
                  <c:v>0.83078976467003085</c:v>
                </c:pt>
                <c:pt idx="561">
                  <c:v>0.77968768706163516</c:v>
                </c:pt>
                <c:pt idx="562">
                  <c:v>0.73328626852562251</c:v>
                </c:pt>
                <c:pt idx="563">
                  <c:v>0.72088513683548094</c:v>
                </c:pt>
                <c:pt idx="564">
                  <c:v>0.72917790819451223</c:v>
                </c:pt>
                <c:pt idx="565">
                  <c:v>0.72187543061738746</c:v>
                </c:pt>
                <c:pt idx="566">
                  <c:v>0.67222562442345923</c:v>
                </c:pt>
                <c:pt idx="567">
                  <c:v>0.65369894386292626</c:v>
                </c:pt>
                <c:pt idx="568">
                  <c:v>0.66532741032989384</c:v>
                </c:pt>
                <c:pt idx="569">
                  <c:v>0.60840609840645232</c:v>
                </c:pt>
                <c:pt idx="570">
                  <c:v>0.61260968062265264</c:v>
                </c:pt>
                <c:pt idx="571">
                  <c:v>0.62468741655097781</c:v>
                </c:pt>
                <c:pt idx="572">
                  <c:v>0.655497968952372</c:v>
                </c:pt>
                <c:pt idx="573">
                  <c:v>0.59744364010211537</c:v>
                </c:pt>
                <c:pt idx="574">
                  <c:v>0.63969995121312329</c:v>
                </c:pt>
                <c:pt idx="575">
                  <c:v>0.6338392605838481</c:v>
                </c:pt>
                <c:pt idx="576">
                  <c:v>0.63101563956676743</c:v>
                </c:pt>
                <c:pt idx="577">
                  <c:v>0.60820155815220678</c:v>
                </c:pt>
                <c:pt idx="578">
                  <c:v>0.60434375260834539</c:v>
                </c:pt>
                <c:pt idx="579">
                  <c:v>0.69221256971494172</c:v>
                </c:pt>
                <c:pt idx="580">
                  <c:v>0.62186978601374909</c:v>
                </c:pt>
                <c:pt idx="581">
                  <c:v>0.54032182101836934</c:v>
                </c:pt>
                <c:pt idx="582">
                  <c:v>0.59033582795325035</c:v>
                </c:pt>
                <c:pt idx="583">
                  <c:v>0.57407678516840488</c:v>
                </c:pt>
                <c:pt idx="584">
                  <c:v>0.58466915705152833</c:v>
                </c:pt>
                <c:pt idx="585">
                  <c:v>0.78044372258051986</c:v>
                </c:pt>
                <c:pt idx="586">
                  <c:v>0.88138620791584921</c:v>
                </c:pt>
                <c:pt idx="587">
                  <c:v>0.85144132117188831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D-57AB-4D59-AD3D-6260AFD7ADF0}"/>
            </c:ext>
          </c:extLst>
        </c:ser>
        <c:ser>
          <c:idx val="30"/>
          <c:order val="30"/>
          <c:tx>
            <c:strRef>
              <c:f>'Fully separated 1%'!$AD$1</c:f>
              <c:strCache>
                <c:ptCount val="1"/>
                <c:pt idx="0">
                  <c:v>1I_8/O-PTIR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1%'!$A$2:$A$589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1%'!$AD$2:$AD$589</c:f>
              <c:numCache>
                <c:formatCode>General</c:formatCode>
                <c:ptCount val="588"/>
                <c:pt idx="0">
                  <c:v>0.5755892592704972</c:v>
                </c:pt>
                <c:pt idx="1">
                  <c:v>0.51048870755403197</c:v>
                </c:pt>
                <c:pt idx="2">
                  <c:v>0.42357284498661596</c:v>
                </c:pt>
                <c:pt idx="3">
                  <c:v>0.40355362033246062</c:v>
                </c:pt>
                <c:pt idx="4">
                  <c:v>0.40706381270101494</c:v>
                </c:pt>
                <c:pt idx="5">
                  <c:v>0.41285169613463452</c:v>
                </c:pt>
                <c:pt idx="6">
                  <c:v>0.42155940332435304</c:v>
                </c:pt>
                <c:pt idx="7">
                  <c:v>0.41852841573418076</c:v>
                </c:pt>
                <c:pt idx="8">
                  <c:v>0.40890006171885473</c:v>
                </c:pt>
                <c:pt idx="9">
                  <c:v>0.41458925256736534</c:v>
                </c:pt>
                <c:pt idx="10">
                  <c:v>0.42041356617194664</c:v>
                </c:pt>
                <c:pt idx="11">
                  <c:v>0.41796353531910385</c:v>
                </c:pt>
                <c:pt idx="12">
                  <c:v>0.41705001962476795</c:v>
                </c:pt>
                <c:pt idx="13">
                  <c:v>0.43853635354586984</c:v>
                </c:pt>
                <c:pt idx="14">
                  <c:v>0.43012902962252186</c:v>
                </c:pt>
                <c:pt idx="15">
                  <c:v>0.4474568621210322</c:v>
                </c:pt>
                <c:pt idx="16">
                  <c:v>0.45609505888852647</c:v>
                </c:pt>
                <c:pt idx="17">
                  <c:v>0.45298968168104969</c:v>
                </c:pt>
                <c:pt idx="18">
                  <c:v>0.44690336978678102</c:v>
                </c:pt>
                <c:pt idx="19">
                  <c:v>0.43957889794088234</c:v>
                </c:pt>
                <c:pt idx="20">
                  <c:v>0.43839314489025943</c:v>
                </c:pt>
                <c:pt idx="21">
                  <c:v>0.44267618595651514</c:v>
                </c:pt>
                <c:pt idx="22">
                  <c:v>0.44092925633323482</c:v>
                </c:pt>
                <c:pt idx="23">
                  <c:v>0.44083670636500949</c:v>
                </c:pt>
                <c:pt idx="24">
                  <c:v>0.43678595712608492</c:v>
                </c:pt>
                <c:pt idx="25">
                  <c:v>0.43281430220741379</c:v>
                </c:pt>
                <c:pt idx="26">
                  <c:v>0.4371006421626511</c:v>
                </c:pt>
                <c:pt idx="27">
                  <c:v>0.4365343691028245</c:v>
                </c:pt>
                <c:pt idx="28">
                  <c:v>0.43239332512417</c:v>
                </c:pt>
                <c:pt idx="29">
                  <c:v>0.43363086941488233</c:v>
                </c:pt>
                <c:pt idx="30">
                  <c:v>0.43449833235565072</c:v>
                </c:pt>
                <c:pt idx="31">
                  <c:v>0.43356357142119678</c:v>
                </c:pt>
                <c:pt idx="32">
                  <c:v>0.44486934792988342</c:v>
                </c:pt>
                <c:pt idx="33">
                  <c:v>0.45900955158076989</c:v>
                </c:pt>
                <c:pt idx="34">
                  <c:v>0.46641703888142999</c:v>
                </c:pt>
                <c:pt idx="35">
                  <c:v>0.46078370197660479</c:v>
                </c:pt>
                <c:pt idx="36">
                  <c:v>0.45579313482370959</c:v>
                </c:pt>
                <c:pt idx="37">
                  <c:v>0.45519457742720282</c:v>
                </c:pt>
                <c:pt idx="38">
                  <c:v>0.45876906191555056</c:v>
                </c:pt>
                <c:pt idx="39">
                  <c:v>0.46308793971490447</c:v>
                </c:pt>
                <c:pt idx="40">
                  <c:v>0.47450824561580973</c:v>
                </c:pt>
                <c:pt idx="41">
                  <c:v>0.48861067995093044</c:v>
                </c:pt>
                <c:pt idx="42">
                  <c:v>0.50007916543402786</c:v>
                </c:pt>
                <c:pt idx="43">
                  <c:v>0.51355529153908364</c:v>
                </c:pt>
                <c:pt idx="44">
                  <c:v>0.53618420816971946</c:v>
                </c:pt>
                <c:pt idx="45">
                  <c:v>0.56078514927360756</c:v>
                </c:pt>
                <c:pt idx="46">
                  <c:v>0.5827392883692003</c:v>
                </c:pt>
                <c:pt idx="47">
                  <c:v>0.58845993060138468</c:v>
                </c:pt>
                <c:pt idx="48">
                  <c:v>0.57252636266634327</c:v>
                </c:pt>
                <c:pt idx="49">
                  <c:v>0.52831841893114018</c:v>
                </c:pt>
                <c:pt idx="50">
                  <c:v>0.48651124988305738</c:v>
                </c:pt>
                <c:pt idx="51">
                  <c:v>0.46038199475085562</c:v>
                </c:pt>
                <c:pt idx="52">
                  <c:v>0.44496844629150634</c:v>
                </c:pt>
                <c:pt idx="53">
                  <c:v>0.43545638305123824</c:v>
                </c:pt>
                <c:pt idx="54">
                  <c:v>0.43148386225651708</c:v>
                </c:pt>
                <c:pt idx="55">
                  <c:v>0.43313931191049326</c:v>
                </c:pt>
                <c:pt idx="56">
                  <c:v>0.43431700869231571</c:v>
                </c:pt>
                <c:pt idx="57">
                  <c:v>0.43675084469994846</c:v>
                </c:pt>
                <c:pt idx="58">
                  <c:v>0.43979985107195335</c:v>
                </c:pt>
                <c:pt idx="59">
                  <c:v>0.43858134946973365</c:v>
                </c:pt>
                <c:pt idx="60">
                  <c:v>0.44211998734806945</c:v>
                </c:pt>
                <c:pt idx="61">
                  <c:v>0.44567885643677652</c:v>
                </c:pt>
                <c:pt idx="62">
                  <c:v>0.44879189483652904</c:v>
                </c:pt>
                <c:pt idx="63">
                  <c:v>0.46036001532686244</c:v>
                </c:pt>
                <c:pt idx="64">
                  <c:v>0.47040405240000072</c:v>
                </c:pt>
                <c:pt idx="65">
                  <c:v>0.48272113591980981</c:v>
                </c:pt>
                <c:pt idx="66">
                  <c:v>0.4915796273575006</c:v>
                </c:pt>
                <c:pt idx="67">
                  <c:v>0.49860010427913204</c:v>
                </c:pt>
                <c:pt idx="68">
                  <c:v>0.49518443067681817</c:v>
                </c:pt>
                <c:pt idx="69">
                  <c:v>0.48979518521819598</c:v>
                </c:pt>
                <c:pt idx="70">
                  <c:v>0.48170587485113547</c:v>
                </c:pt>
                <c:pt idx="71">
                  <c:v>0.46833285054982032</c:v>
                </c:pt>
                <c:pt idx="72">
                  <c:v>0.46065867342574129</c:v>
                </c:pt>
                <c:pt idx="73">
                  <c:v>0.45462378732577663</c:v>
                </c:pt>
                <c:pt idx="74">
                  <c:v>0.44944253319591004</c:v>
                </c:pt>
                <c:pt idx="75">
                  <c:v>0.44169163221072616</c:v>
                </c:pt>
                <c:pt idx="76">
                  <c:v>0.43719123650207892</c:v>
                </c:pt>
                <c:pt idx="77">
                  <c:v>0.4350636012626436</c:v>
                </c:pt>
                <c:pt idx="78">
                  <c:v>0.43210757944304123</c:v>
                </c:pt>
                <c:pt idx="79">
                  <c:v>0.42428552846805556</c:v>
                </c:pt>
                <c:pt idx="80">
                  <c:v>0.42539736270089912</c:v>
                </c:pt>
                <c:pt idx="81">
                  <c:v>0.42369890402874816</c:v>
                </c:pt>
                <c:pt idx="82">
                  <c:v>0.41796602430120977</c:v>
                </c:pt>
                <c:pt idx="83">
                  <c:v>0.41905530131064272</c:v>
                </c:pt>
                <c:pt idx="84">
                  <c:v>0.42054860991271237</c:v>
                </c:pt>
                <c:pt idx="85">
                  <c:v>0.42152200274667745</c:v>
                </c:pt>
                <c:pt idx="86">
                  <c:v>0.42278480724269046</c:v>
                </c:pt>
                <c:pt idx="87">
                  <c:v>0.42376772965166271</c:v>
                </c:pt>
                <c:pt idx="88">
                  <c:v>0.42268441829775333</c:v>
                </c:pt>
                <c:pt idx="89">
                  <c:v>0.41969635083353773</c:v>
                </c:pt>
                <c:pt idx="90">
                  <c:v>0.4175680472563148</c:v>
                </c:pt>
                <c:pt idx="91">
                  <c:v>0.41621187794674419</c:v>
                </c:pt>
                <c:pt idx="92">
                  <c:v>0.4128844142324159</c:v>
                </c:pt>
                <c:pt idx="93">
                  <c:v>0.41176203721789434</c:v>
                </c:pt>
                <c:pt idx="94">
                  <c:v>0.40973176200337302</c:v>
                </c:pt>
                <c:pt idx="95">
                  <c:v>0.40742186726308477</c:v>
                </c:pt>
                <c:pt idx="96">
                  <c:v>0.40833369071297304</c:v>
                </c:pt>
                <c:pt idx="97">
                  <c:v>0.40703996324813801</c:v>
                </c:pt>
                <c:pt idx="98">
                  <c:v>0.40979970199641125</c:v>
                </c:pt>
                <c:pt idx="99">
                  <c:v>0.40972236082823632</c:v>
                </c:pt>
                <c:pt idx="100">
                  <c:v>0.40800376889176926</c:v>
                </c:pt>
                <c:pt idx="101">
                  <c:v>0.40710458624452056</c:v>
                </c:pt>
                <c:pt idx="102">
                  <c:v>0.40487959468401363</c:v>
                </c:pt>
                <c:pt idx="103">
                  <c:v>0.40959100117606384</c:v>
                </c:pt>
                <c:pt idx="104">
                  <c:v>0.41414280127903658</c:v>
                </c:pt>
                <c:pt idx="105">
                  <c:v>0.41602755334797337</c:v>
                </c:pt>
                <c:pt idx="106">
                  <c:v>0.41982944553011481</c:v>
                </c:pt>
                <c:pt idx="107">
                  <c:v>0.43023075195072991</c:v>
                </c:pt>
                <c:pt idx="108">
                  <c:v>0.44332732145385645</c:v>
                </c:pt>
                <c:pt idx="109">
                  <c:v>0.4536829751358854</c:v>
                </c:pt>
                <c:pt idx="110">
                  <c:v>0.45661704057762509</c:v>
                </c:pt>
                <c:pt idx="111">
                  <c:v>0.45114894442927367</c:v>
                </c:pt>
                <c:pt idx="112">
                  <c:v>0.43723809257791341</c:v>
                </c:pt>
                <c:pt idx="113">
                  <c:v>0.4278250750223983</c:v>
                </c:pt>
                <c:pt idx="114">
                  <c:v>0.42622402082127042</c:v>
                </c:pt>
                <c:pt idx="115">
                  <c:v>0.42234988395812323</c:v>
                </c:pt>
                <c:pt idx="116">
                  <c:v>0.42253386944954363</c:v>
                </c:pt>
                <c:pt idx="117">
                  <c:v>0.42162671777956046</c:v>
                </c:pt>
                <c:pt idx="118">
                  <c:v>0.42416570505040552</c:v>
                </c:pt>
                <c:pt idx="119">
                  <c:v>0.42692901018739066</c:v>
                </c:pt>
                <c:pt idx="120">
                  <c:v>0.42722327470608423</c:v>
                </c:pt>
                <c:pt idx="121">
                  <c:v>0.43242650496763962</c:v>
                </c:pt>
                <c:pt idx="122">
                  <c:v>0.44579069601632237</c:v>
                </c:pt>
                <c:pt idx="123">
                  <c:v>0.45363906238016027</c:v>
                </c:pt>
                <c:pt idx="124">
                  <c:v>0.45433392626418179</c:v>
                </c:pt>
                <c:pt idx="125">
                  <c:v>0.44936093672433319</c:v>
                </c:pt>
                <c:pt idx="126">
                  <c:v>0.44460480139661146</c:v>
                </c:pt>
                <c:pt idx="127">
                  <c:v>0.4388072114266246</c:v>
                </c:pt>
                <c:pt idx="128">
                  <c:v>0.43622065858835274</c:v>
                </c:pt>
                <c:pt idx="129">
                  <c:v>0.43131778196242843</c:v>
                </c:pt>
                <c:pt idx="130">
                  <c:v>0.42899284879884103</c:v>
                </c:pt>
                <c:pt idx="131">
                  <c:v>0.43829764830962042</c:v>
                </c:pt>
                <c:pt idx="132">
                  <c:v>0.43892574096865611</c:v>
                </c:pt>
                <c:pt idx="133">
                  <c:v>0.43351024267496524</c:v>
                </c:pt>
                <c:pt idx="134">
                  <c:v>0.42571870806921158</c:v>
                </c:pt>
                <c:pt idx="135">
                  <c:v>0.41557931104606577</c:v>
                </c:pt>
                <c:pt idx="136">
                  <c:v>0.41814665987293081</c:v>
                </c:pt>
                <c:pt idx="137">
                  <c:v>0.42493984597757323</c:v>
                </c:pt>
                <c:pt idx="138">
                  <c:v>0.42222186434873693</c:v>
                </c:pt>
                <c:pt idx="139">
                  <c:v>0.41936057529515913</c:v>
                </c:pt>
                <c:pt idx="140">
                  <c:v>0.41674497116310111</c:v>
                </c:pt>
                <c:pt idx="141">
                  <c:v>0.4143447150139194</c:v>
                </c:pt>
                <c:pt idx="142">
                  <c:v>0.41843040712530527</c:v>
                </c:pt>
                <c:pt idx="143">
                  <c:v>0.41973810712989873</c:v>
                </c:pt>
                <c:pt idx="144">
                  <c:v>0.42055066266448887</c:v>
                </c:pt>
                <c:pt idx="145">
                  <c:v>0.41763424726649195</c:v>
                </c:pt>
                <c:pt idx="146">
                  <c:v>0.40895257068129737</c:v>
                </c:pt>
                <c:pt idx="147">
                  <c:v>0.41236554377094964</c:v>
                </c:pt>
                <c:pt idx="148">
                  <c:v>0.42024783980057806</c:v>
                </c:pt>
                <c:pt idx="149">
                  <c:v>0.42425628951292021</c:v>
                </c:pt>
                <c:pt idx="150">
                  <c:v>0.42535057905576085</c:v>
                </c:pt>
                <c:pt idx="151">
                  <c:v>0.42507880262208608</c:v>
                </c:pt>
                <c:pt idx="152">
                  <c:v>0.42180780768928489</c:v>
                </c:pt>
                <c:pt idx="153">
                  <c:v>0.41533883619621592</c:v>
                </c:pt>
                <c:pt idx="154">
                  <c:v>0.41108212204187772</c:v>
                </c:pt>
                <c:pt idx="155">
                  <c:v>0.41097664730976069</c:v>
                </c:pt>
                <c:pt idx="156">
                  <c:v>0.41582751622658309</c:v>
                </c:pt>
                <c:pt idx="157">
                  <c:v>0.42406997307000388</c:v>
                </c:pt>
                <c:pt idx="158">
                  <c:v>0.42455201416860311</c:v>
                </c:pt>
                <c:pt idx="159">
                  <c:v>0.42591744473037457</c:v>
                </c:pt>
                <c:pt idx="160">
                  <c:v>0.42821834077973575</c:v>
                </c:pt>
                <c:pt idx="161">
                  <c:v>0.42089369279555316</c:v>
                </c:pt>
                <c:pt idx="162">
                  <c:v>0.42342680824154921</c:v>
                </c:pt>
                <c:pt idx="163">
                  <c:v>0.42480987238554169</c:v>
                </c:pt>
                <c:pt idx="164">
                  <c:v>0.42362057023080485</c:v>
                </c:pt>
                <c:pt idx="165">
                  <c:v>0.42610317349696042</c:v>
                </c:pt>
                <c:pt idx="166">
                  <c:v>0.42713316598155138</c:v>
                </c:pt>
                <c:pt idx="167">
                  <c:v>0.42476241217185479</c:v>
                </c:pt>
                <c:pt idx="168">
                  <c:v>0.42328786312010164</c:v>
                </c:pt>
                <c:pt idx="169">
                  <c:v>0.42774063729214767</c:v>
                </c:pt>
                <c:pt idx="170">
                  <c:v>0.43072914098669268</c:v>
                </c:pt>
                <c:pt idx="171">
                  <c:v>0.42958535823221494</c:v>
                </c:pt>
                <c:pt idx="172">
                  <c:v>0.43669737767693328</c:v>
                </c:pt>
                <c:pt idx="173">
                  <c:v>0.4429026438204976</c:v>
                </c:pt>
                <c:pt idx="174">
                  <c:v>0.44320592760702054</c:v>
                </c:pt>
                <c:pt idx="175">
                  <c:v>0.44538942008244575</c:v>
                </c:pt>
                <c:pt idx="176">
                  <c:v>0.44648080581282951</c:v>
                </c:pt>
                <c:pt idx="177">
                  <c:v>0.44953476051830682</c:v>
                </c:pt>
                <c:pt idx="178">
                  <c:v>0.45067557361424027</c:v>
                </c:pt>
                <c:pt idx="179">
                  <c:v>0.45361473883545361</c:v>
                </c:pt>
                <c:pt idx="180">
                  <c:v>0.45471000948499735</c:v>
                </c:pt>
                <c:pt idx="181">
                  <c:v>0.45574574539456658</c:v>
                </c:pt>
                <c:pt idx="182">
                  <c:v>0.45911302212259991</c:v>
                </c:pt>
                <c:pt idx="183">
                  <c:v>0.46352565158127557</c:v>
                </c:pt>
                <c:pt idx="184">
                  <c:v>0.46309468893886885</c:v>
                </c:pt>
                <c:pt idx="185">
                  <c:v>0.46614670118476598</c:v>
                </c:pt>
                <c:pt idx="186">
                  <c:v>0.4714396796635254</c:v>
                </c:pt>
                <c:pt idx="187">
                  <c:v>0.4770343122381433</c:v>
                </c:pt>
                <c:pt idx="188">
                  <c:v>0.47777418521524645</c:v>
                </c:pt>
                <c:pt idx="189">
                  <c:v>0.47421446671201106</c:v>
                </c:pt>
                <c:pt idx="190">
                  <c:v>0.47363585080309095</c:v>
                </c:pt>
                <c:pt idx="191">
                  <c:v>0.47150697436490663</c:v>
                </c:pt>
                <c:pt idx="192">
                  <c:v>0.46969291465546381</c:v>
                </c:pt>
                <c:pt idx="193">
                  <c:v>0.47059546697623839</c:v>
                </c:pt>
                <c:pt idx="194">
                  <c:v>0.47574038394274176</c:v>
                </c:pt>
                <c:pt idx="195">
                  <c:v>0.4786111811713486</c:v>
                </c:pt>
                <c:pt idx="196">
                  <c:v>0.48050048978953702</c:v>
                </c:pt>
                <c:pt idx="197">
                  <c:v>0.48125438139865961</c:v>
                </c:pt>
                <c:pt idx="198">
                  <c:v>0.47825620491386706</c:v>
                </c:pt>
                <c:pt idx="199">
                  <c:v>0.4751112772539593</c:v>
                </c:pt>
                <c:pt idx="200">
                  <c:v>0.46729323301339504</c:v>
                </c:pt>
                <c:pt idx="201">
                  <c:v>0.46475187034494503</c:v>
                </c:pt>
                <c:pt idx="202">
                  <c:v>0.46265888002442523</c:v>
                </c:pt>
                <c:pt idx="203">
                  <c:v>0.46345793546493474</c:v>
                </c:pt>
                <c:pt idx="204">
                  <c:v>0.46547489330826797</c:v>
                </c:pt>
                <c:pt idx="205">
                  <c:v>0.4672043605491546</c:v>
                </c:pt>
                <c:pt idx="206">
                  <c:v>0.4727061303866314</c:v>
                </c:pt>
                <c:pt idx="207">
                  <c:v>0.47797931553150119</c:v>
                </c:pt>
                <c:pt idx="208">
                  <c:v>0.47527150712317745</c:v>
                </c:pt>
                <c:pt idx="209">
                  <c:v>0.47749576161904261</c:v>
                </c:pt>
                <c:pt idx="210">
                  <c:v>0.47878660173294291</c:v>
                </c:pt>
                <c:pt idx="211">
                  <c:v>0.4820876043739501</c:v>
                </c:pt>
                <c:pt idx="212">
                  <c:v>0.48383498175062511</c:v>
                </c:pt>
                <c:pt idx="213">
                  <c:v>0.48082494638548212</c:v>
                </c:pt>
                <c:pt idx="214">
                  <c:v>0.48235650662590762</c:v>
                </c:pt>
                <c:pt idx="215">
                  <c:v>0.49062692665651919</c:v>
                </c:pt>
                <c:pt idx="216">
                  <c:v>0.49539912184497181</c:v>
                </c:pt>
                <c:pt idx="217">
                  <c:v>0.49492485881545306</c:v>
                </c:pt>
                <c:pt idx="218">
                  <c:v>0.49569506050043893</c:v>
                </c:pt>
                <c:pt idx="219">
                  <c:v>0.49568683632411548</c:v>
                </c:pt>
                <c:pt idx="220">
                  <c:v>0.49041701591431469</c:v>
                </c:pt>
                <c:pt idx="221">
                  <c:v>0.4862538180195356</c:v>
                </c:pt>
                <c:pt idx="222">
                  <c:v>0.48231778254187402</c:v>
                </c:pt>
                <c:pt idx="223">
                  <c:v>0.47684322689234299</c:v>
                </c:pt>
                <c:pt idx="224">
                  <c:v>0.47215575586462144</c:v>
                </c:pt>
                <c:pt idx="225">
                  <c:v>0.46566725606816473</c:v>
                </c:pt>
                <c:pt idx="226">
                  <c:v>0.45561861635351353</c:v>
                </c:pt>
                <c:pt idx="227">
                  <c:v>0.4509907854195061</c:v>
                </c:pt>
                <c:pt idx="228">
                  <c:v>0.44149140084337785</c:v>
                </c:pt>
                <c:pt idx="229">
                  <c:v>0.43130536009802967</c:v>
                </c:pt>
                <c:pt idx="230">
                  <c:v>0.42248012258065676</c:v>
                </c:pt>
                <c:pt idx="231">
                  <c:v>0.41857284538169248</c:v>
                </c:pt>
                <c:pt idx="232">
                  <c:v>0.4171865712409365</c:v>
                </c:pt>
                <c:pt idx="233">
                  <c:v>0.41817365018417946</c:v>
                </c:pt>
                <c:pt idx="234">
                  <c:v>0.41659665449725625</c:v>
                </c:pt>
                <c:pt idx="235">
                  <c:v>0.41723761018947664</c:v>
                </c:pt>
                <c:pt idx="236">
                  <c:v>0.41886039030716099</c:v>
                </c:pt>
                <c:pt idx="237">
                  <c:v>0.42081955668568516</c:v>
                </c:pt>
                <c:pt idx="238">
                  <c:v>0.41966270842130377</c:v>
                </c:pt>
                <c:pt idx="239">
                  <c:v>0.42072022292429961</c:v>
                </c:pt>
                <c:pt idx="240">
                  <c:v>0.42163208917414474</c:v>
                </c:pt>
                <c:pt idx="241">
                  <c:v>0.4217980015607104</c:v>
                </c:pt>
                <c:pt idx="242">
                  <c:v>0.42354069234211067</c:v>
                </c:pt>
                <c:pt idx="243">
                  <c:v>0.42973021304001174</c:v>
                </c:pt>
                <c:pt idx="244">
                  <c:v>0.43109655227779009</c:v>
                </c:pt>
                <c:pt idx="245">
                  <c:v>0.43221022690877808</c:v>
                </c:pt>
                <c:pt idx="246">
                  <c:v>0.4395773373886096</c:v>
                </c:pt>
                <c:pt idx="247">
                  <c:v>0.44291685669847519</c:v>
                </c:pt>
                <c:pt idx="248">
                  <c:v>0.45370201453207359</c:v>
                </c:pt>
                <c:pt idx="249">
                  <c:v>0.47019627507102957</c:v>
                </c:pt>
                <c:pt idx="250">
                  <c:v>0.49211074189892967</c:v>
                </c:pt>
                <c:pt idx="251">
                  <c:v>0.53323174862344824</c:v>
                </c:pt>
                <c:pt idx="252">
                  <c:v>0.56447956253334508</c:v>
                </c:pt>
                <c:pt idx="253">
                  <c:v>0.58644918862870754</c:v>
                </c:pt>
                <c:pt idx="254">
                  <c:v>0.61535446213123079</c:v>
                </c:pt>
                <c:pt idx="255">
                  <c:v>0.65036586720034695</c:v>
                </c:pt>
                <c:pt idx="256">
                  <c:v>0.69162254978807114</c:v>
                </c:pt>
                <c:pt idx="257">
                  <c:v>0.93816376016769065</c:v>
                </c:pt>
                <c:pt idx="258">
                  <c:v>1.1740647959213817</c:v>
                </c:pt>
                <c:pt idx="259">
                  <c:v>1.4</c:v>
                </c:pt>
                <c:pt idx="260">
                  <c:v>1.2140453286573138</c:v>
                </c:pt>
                <c:pt idx="261">
                  <c:v>0.90647003655353486</c:v>
                </c:pt>
                <c:pt idx="262">
                  <c:v>0.63053523808681033</c:v>
                </c:pt>
                <c:pt idx="263">
                  <c:v>0.55626472318515563</c:v>
                </c:pt>
                <c:pt idx="264">
                  <c:v>0.5193152043778273</c:v>
                </c:pt>
                <c:pt idx="265">
                  <c:v>0.49386975427925861</c:v>
                </c:pt>
                <c:pt idx="266">
                  <c:v>0.47391727698088254</c:v>
                </c:pt>
                <c:pt idx="267">
                  <c:v>0.46564240575475868</c:v>
                </c:pt>
                <c:pt idx="268">
                  <c:v>0.46534472876258276</c:v>
                </c:pt>
                <c:pt idx="269">
                  <c:v>0.47225439330363211</c:v>
                </c:pt>
                <c:pt idx="270">
                  <c:v>0.48299729441060479</c:v>
                </c:pt>
                <c:pt idx="271">
                  <c:v>0.50059034178017492</c:v>
                </c:pt>
                <c:pt idx="272">
                  <c:v>0.50677405320701008</c:v>
                </c:pt>
                <c:pt idx="273">
                  <c:v>0.51473749219328835</c:v>
                </c:pt>
                <c:pt idx="274">
                  <c:v>0.54874941950089351</c:v>
                </c:pt>
                <c:pt idx="275">
                  <c:v>0.59276912244127411</c:v>
                </c:pt>
                <c:pt idx="276">
                  <c:v>0.69339907722766347</c:v>
                </c:pt>
                <c:pt idx="277">
                  <c:v>0.88087134285562663</c:v>
                </c:pt>
                <c:pt idx="278">
                  <c:v>1.2261862409701321</c:v>
                </c:pt>
                <c:pt idx="279">
                  <c:v>1.320431798624337</c:v>
                </c:pt>
                <c:pt idx="280">
                  <c:v>1.1888480327085451</c:v>
                </c:pt>
                <c:pt idx="281">
                  <c:v>0.89577341866143567</c:v>
                </c:pt>
                <c:pt idx="282">
                  <c:v>0.65288690318159914</c:v>
                </c:pt>
                <c:pt idx="283">
                  <c:v>0.52653192239390689</c:v>
                </c:pt>
                <c:pt idx="284">
                  <c:v>0.47388461073689458</c:v>
                </c:pt>
                <c:pt idx="285">
                  <c:v>0.44245961488256441</c:v>
                </c:pt>
                <c:pt idx="286">
                  <c:v>0.42561941546163062</c:v>
                </c:pt>
                <c:pt idx="287">
                  <c:v>0.42464017714125163</c:v>
                </c:pt>
                <c:pt idx="288">
                  <c:v>0.4251023853983088</c:v>
                </c:pt>
                <c:pt idx="289">
                  <c:v>0.4286482367155256</c:v>
                </c:pt>
                <c:pt idx="290">
                  <c:v>0.4307460897696041</c:v>
                </c:pt>
                <c:pt idx="291">
                  <c:v>0.41406614655632346</c:v>
                </c:pt>
                <c:pt idx="292">
                  <c:v>0.4025854902470356</c:v>
                </c:pt>
                <c:pt idx="293">
                  <c:v>0.39582764949906407</c:v>
                </c:pt>
                <c:pt idx="294">
                  <c:v>0.40218397129994243</c:v>
                </c:pt>
                <c:pt idx="295">
                  <c:v>0.41029554196571333</c:v>
                </c:pt>
                <c:pt idx="296">
                  <c:v>0.4052520086316056</c:v>
                </c:pt>
                <c:pt idx="297">
                  <c:v>0.4138566769829049</c:v>
                </c:pt>
                <c:pt idx="298">
                  <c:v>0.41657332852077456</c:v>
                </c:pt>
                <c:pt idx="299">
                  <c:v>0.41708886552406327</c:v>
                </c:pt>
                <c:pt idx="300">
                  <c:v>0.42078943374682576</c:v>
                </c:pt>
                <c:pt idx="301">
                  <c:v>0.41281779280727898</c:v>
                </c:pt>
                <c:pt idx="302">
                  <c:v>0.4071611793105378</c:v>
                </c:pt>
                <c:pt idx="303">
                  <c:v>0.409273449365465</c:v>
                </c:pt>
                <c:pt idx="304">
                  <c:v>0.41804968010917182</c:v>
                </c:pt>
                <c:pt idx="305">
                  <c:v>0.42407942362970608</c:v>
                </c:pt>
                <c:pt idx="306">
                  <c:v>0.42832917291414352</c:v>
                </c:pt>
                <c:pt idx="307">
                  <c:v>0.42773610708133064</c:v>
                </c:pt>
                <c:pt idx="308">
                  <c:v>0.42335157908662946</c:v>
                </c:pt>
                <c:pt idx="309">
                  <c:v>0.41863368881265495</c:v>
                </c:pt>
                <c:pt idx="310">
                  <c:v>0.41060711412849493</c:v>
                </c:pt>
                <c:pt idx="311">
                  <c:v>0.4110242359233181</c:v>
                </c:pt>
                <c:pt idx="312">
                  <c:v>0.40907762474751985</c:v>
                </c:pt>
                <c:pt idx="313">
                  <c:v>0.40113737428401602</c:v>
                </c:pt>
                <c:pt idx="314">
                  <c:v>0.40742111497153555</c:v>
                </c:pt>
                <c:pt idx="315">
                  <c:v>0.40785612220986428</c:v>
                </c:pt>
                <c:pt idx="316">
                  <c:v>0.40925912290298649</c:v>
                </c:pt>
                <c:pt idx="317">
                  <c:v>0.41743379696090288</c:v>
                </c:pt>
                <c:pt idx="318">
                  <c:v>0.42602414337664218</c:v>
                </c:pt>
                <c:pt idx="319">
                  <c:v>0.43052170276507223</c:v>
                </c:pt>
                <c:pt idx="320">
                  <c:v>0.4334471687077901</c:v>
                </c:pt>
                <c:pt idx="321">
                  <c:v>0.45792328867599041</c:v>
                </c:pt>
                <c:pt idx="322">
                  <c:v>0.50016411347145651</c:v>
                </c:pt>
                <c:pt idx="323">
                  <c:v>0.54726071847879354</c:v>
                </c:pt>
                <c:pt idx="324">
                  <c:v>0.56037853651434244</c:v>
                </c:pt>
                <c:pt idx="325">
                  <c:v>0.53704676557697217</c:v>
                </c:pt>
                <c:pt idx="326">
                  <c:v>0.50943555206202584</c:v>
                </c:pt>
                <c:pt idx="327">
                  <c:v>0.49699424989822877</c:v>
                </c:pt>
                <c:pt idx="328">
                  <c:v>0.51374616617740432</c:v>
                </c:pt>
                <c:pt idx="329">
                  <c:v>0.54874415181389691</c:v>
                </c:pt>
                <c:pt idx="330">
                  <c:v>0.61014699796625205</c:v>
                </c:pt>
                <c:pt idx="331">
                  <c:v>0.70281253924426879</c:v>
                </c:pt>
                <c:pt idx="332">
                  <c:v>0.78518146444227077</c:v>
                </c:pt>
                <c:pt idx="333">
                  <c:v>0.80090424588214448</c:v>
                </c:pt>
                <c:pt idx="334">
                  <c:v>0.74589737260415134</c:v>
                </c:pt>
                <c:pt idx="335">
                  <c:v>0.6588236654420353</c:v>
                </c:pt>
                <c:pt idx="336">
                  <c:v>0.577740898701115</c:v>
                </c:pt>
                <c:pt idx="337">
                  <c:v>0.51432305691883318</c:v>
                </c:pt>
                <c:pt idx="338">
                  <c:v>0.47523271060844735</c:v>
                </c:pt>
                <c:pt idx="339">
                  <c:v>0.45299404069203936</c:v>
                </c:pt>
                <c:pt idx="340">
                  <c:v>0.44180166760747569</c:v>
                </c:pt>
                <c:pt idx="341">
                  <c:v>0.42902614716526805</c:v>
                </c:pt>
                <c:pt idx="342">
                  <c:v>0.42272413830385963</c:v>
                </c:pt>
                <c:pt idx="343">
                  <c:v>0.42080152802693943</c:v>
                </c:pt>
                <c:pt idx="344">
                  <c:v>0.41340167969550035</c:v>
                </c:pt>
                <c:pt idx="345">
                  <c:v>0.41147013904296875</c:v>
                </c:pt>
                <c:pt idx="346">
                  <c:v>0.41191842990636585</c:v>
                </c:pt>
                <c:pt idx="347">
                  <c:v>0.40952142984620887</c:v>
                </c:pt>
                <c:pt idx="348">
                  <c:v>0.40589270834716107</c:v>
                </c:pt>
                <c:pt idx="349">
                  <c:v>0.40578989462005338</c:v>
                </c:pt>
                <c:pt idx="350">
                  <c:v>0.40836049500902466</c:v>
                </c:pt>
                <c:pt idx="351">
                  <c:v>0.41136904060643936</c:v>
                </c:pt>
                <c:pt idx="352">
                  <c:v>0.41279668172856415</c:v>
                </c:pt>
                <c:pt idx="353">
                  <c:v>0.41136569891750091</c:v>
                </c:pt>
                <c:pt idx="354">
                  <c:v>0.40824696894656382</c:v>
                </c:pt>
                <c:pt idx="355">
                  <c:v>0.40642711889680522</c:v>
                </c:pt>
                <c:pt idx="356">
                  <c:v>0.40376913457670766</c:v>
                </c:pt>
                <c:pt idx="357">
                  <c:v>0.40613681995872875</c:v>
                </c:pt>
                <c:pt idx="358">
                  <c:v>0.39703042067675925</c:v>
                </c:pt>
                <c:pt idx="359">
                  <c:v>0.39848241497433007</c:v>
                </c:pt>
                <c:pt idx="360">
                  <c:v>0.40956607760888525</c:v>
                </c:pt>
                <c:pt idx="361">
                  <c:v>0.41535230501340525</c:v>
                </c:pt>
                <c:pt idx="362">
                  <c:v>0.41880394704099277</c:v>
                </c:pt>
                <c:pt idx="363">
                  <c:v>0.41922338332579007</c:v>
                </c:pt>
                <c:pt idx="364">
                  <c:v>0.41918821822278363</c:v>
                </c:pt>
                <c:pt idx="365">
                  <c:v>0.42047767886115145</c:v>
                </c:pt>
                <c:pt idx="366">
                  <c:v>0.41841186157477295</c:v>
                </c:pt>
                <c:pt idx="367">
                  <c:v>0.42094597788129845</c:v>
                </c:pt>
                <c:pt idx="368">
                  <c:v>0.41833074248733026</c:v>
                </c:pt>
                <c:pt idx="369">
                  <c:v>0.41687335621827282</c:v>
                </c:pt>
                <c:pt idx="370">
                  <c:v>0.41601546236016407</c:v>
                </c:pt>
                <c:pt idx="371">
                  <c:v>0.41662826061923564</c:v>
                </c:pt>
                <c:pt idx="372">
                  <c:v>0.41596295504387359</c:v>
                </c:pt>
                <c:pt idx="373">
                  <c:v>0.41757949130631478</c:v>
                </c:pt>
                <c:pt idx="374">
                  <c:v>0.41437772859601818</c:v>
                </c:pt>
                <c:pt idx="375">
                  <c:v>0.41193542725076682</c:v>
                </c:pt>
                <c:pt idx="376">
                  <c:v>0.41119987377700112</c:v>
                </c:pt>
                <c:pt idx="377">
                  <c:v>0.40768418819860069</c:v>
                </c:pt>
                <c:pt idx="378">
                  <c:v>0.40925236050980468</c:v>
                </c:pt>
                <c:pt idx="379">
                  <c:v>0.41074084423981594</c:v>
                </c:pt>
                <c:pt idx="380">
                  <c:v>0.41056923287438085</c:v>
                </c:pt>
                <c:pt idx="381">
                  <c:v>0.40815425436311981</c:v>
                </c:pt>
                <c:pt idx="382">
                  <c:v>0.39769378790792181</c:v>
                </c:pt>
                <c:pt idx="383">
                  <c:v>0.40408984699950445</c:v>
                </c:pt>
                <c:pt idx="384">
                  <c:v>0.40536777593026829</c:v>
                </c:pt>
                <c:pt idx="385">
                  <c:v>0.40570899159008506</c:v>
                </c:pt>
                <c:pt idx="386">
                  <c:v>0.40254480580151708</c:v>
                </c:pt>
                <c:pt idx="387">
                  <c:v>0.40539995902858905</c:v>
                </c:pt>
                <c:pt idx="388">
                  <c:v>0.40862881040772747</c:v>
                </c:pt>
                <c:pt idx="389">
                  <c:v>0.40643227546852917</c:v>
                </c:pt>
                <c:pt idx="390">
                  <c:v>0.40485025119821444</c:v>
                </c:pt>
                <c:pt idx="391">
                  <c:v>0.40361695768398559</c:v>
                </c:pt>
                <c:pt idx="392">
                  <c:v>0.40251061995329251</c:v>
                </c:pt>
                <c:pt idx="393">
                  <c:v>0.40460983602138134</c:v>
                </c:pt>
                <c:pt idx="394">
                  <c:v>0.40859975829086526</c:v>
                </c:pt>
                <c:pt idx="395">
                  <c:v>0.409908459155988</c:v>
                </c:pt>
                <c:pt idx="396">
                  <c:v>0.40846317045934866</c:v>
                </c:pt>
                <c:pt idx="397">
                  <c:v>0.40409539329775856</c:v>
                </c:pt>
                <c:pt idx="398">
                  <c:v>0.4065781006830399</c:v>
                </c:pt>
                <c:pt idx="399">
                  <c:v>0.40314476592545573</c:v>
                </c:pt>
                <c:pt idx="400">
                  <c:v>0.40635415155498966</c:v>
                </c:pt>
                <c:pt idx="401">
                  <c:v>0.41652788155121168</c:v>
                </c:pt>
                <c:pt idx="402">
                  <c:v>0.41967521423946402</c:v>
                </c:pt>
                <c:pt idx="403">
                  <c:v>0.4239779910242828</c:v>
                </c:pt>
                <c:pt idx="404">
                  <c:v>0.42448100410173722</c:v>
                </c:pt>
                <c:pt idx="405">
                  <c:v>0.42576491720723675</c:v>
                </c:pt>
                <c:pt idx="406">
                  <c:v>0.4235965429934917</c:v>
                </c:pt>
                <c:pt idx="407">
                  <c:v>0.42523015643871498</c:v>
                </c:pt>
                <c:pt idx="408">
                  <c:v>0.41920905027870281</c:v>
                </c:pt>
                <c:pt idx="409">
                  <c:v>0.41858727061330209</c:v>
                </c:pt>
                <c:pt idx="410">
                  <c:v>0.41416599227103901</c:v>
                </c:pt>
                <c:pt idx="411">
                  <c:v>0.41091551827139383</c:v>
                </c:pt>
                <c:pt idx="412">
                  <c:v>0.40845914973263331</c:v>
                </c:pt>
                <c:pt idx="413">
                  <c:v>0.41397902559800892</c:v>
                </c:pt>
                <c:pt idx="414">
                  <c:v>0.41365815596767835</c:v>
                </c:pt>
                <c:pt idx="415">
                  <c:v>0.40772688527093615</c:v>
                </c:pt>
                <c:pt idx="416">
                  <c:v>0.40678491789374804</c:v>
                </c:pt>
                <c:pt idx="417">
                  <c:v>0.40659711332925513</c:v>
                </c:pt>
                <c:pt idx="418">
                  <c:v>0.40299313884756394</c:v>
                </c:pt>
                <c:pt idx="419">
                  <c:v>0.40009858735354442</c:v>
                </c:pt>
                <c:pt idx="420">
                  <c:v>0.41036314778985766</c:v>
                </c:pt>
                <c:pt idx="421">
                  <c:v>0.40385155288976354</c:v>
                </c:pt>
                <c:pt idx="422">
                  <c:v>0.40192288971125389</c:v>
                </c:pt>
                <c:pt idx="423">
                  <c:v>0.40384346328638143</c:v>
                </c:pt>
                <c:pt idx="424">
                  <c:v>0.40286458629640731</c:v>
                </c:pt>
                <c:pt idx="425">
                  <c:v>0.40578425366804854</c:v>
                </c:pt>
                <c:pt idx="426">
                  <c:v>0.40874826097190725</c:v>
                </c:pt>
                <c:pt idx="427">
                  <c:v>0.41342276196655192</c:v>
                </c:pt>
                <c:pt idx="428">
                  <c:v>0.40299182048543158</c:v>
                </c:pt>
                <c:pt idx="429">
                  <c:v>0.39115242337438122</c:v>
                </c:pt>
                <c:pt idx="430">
                  <c:v>0.40317741570792132</c:v>
                </c:pt>
                <c:pt idx="431">
                  <c:v>0.41100575786502547</c:v>
                </c:pt>
                <c:pt idx="432">
                  <c:v>0.41360130610192009</c:v>
                </c:pt>
                <c:pt idx="433">
                  <c:v>0.41437120654105553</c:v>
                </c:pt>
                <c:pt idx="434">
                  <c:v>0.41589394340576197</c:v>
                </c:pt>
                <c:pt idx="435">
                  <c:v>0.42033001571772455</c:v>
                </c:pt>
                <c:pt idx="436">
                  <c:v>0.37386952836133214</c:v>
                </c:pt>
                <c:pt idx="437">
                  <c:v>0.45851461287978962</c:v>
                </c:pt>
                <c:pt idx="438">
                  <c:v>0.45199896803377904</c:v>
                </c:pt>
                <c:pt idx="439">
                  <c:v>0.43740099909058661</c:v>
                </c:pt>
                <c:pt idx="440">
                  <c:v>0.40373163029144427</c:v>
                </c:pt>
                <c:pt idx="441">
                  <c:v>0.43397830629534961</c:v>
                </c:pt>
                <c:pt idx="442">
                  <c:v>0.41384447405674696</c:v>
                </c:pt>
                <c:pt idx="443">
                  <c:v>0.40250835814018837</c:v>
                </c:pt>
                <c:pt idx="444">
                  <c:v>0.39325799070914341</c:v>
                </c:pt>
                <c:pt idx="445">
                  <c:v>0.38783863095396126</c:v>
                </c:pt>
                <c:pt idx="446">
                  <c:v>0.37371598845459969</c:v>
                </c:pt>
                <c:pt idx="447">
                  <c:v>0.37958121881792684</c:v>
                </c:pt>
                <c:pt idx="448">
                  <c:v>0.40081127369645952</c:v>
                </c:pt>
                <c:pt idx="449">
                  <c:v>0.40959970685190172</c:v>
                </c:pt>
                <c:pt idx="450">
                  <c:v>0.40223641729706394</c:v>
                </c:pt>
                <c:pt idx="451">
                  <c:v>0.3949112727922281</c:v>
                </c:pt>
                <c:pt idx="452">
                  <c:v>0.39372421804676377</c:v>
                </c:pt>
                <c:pt idx="453">
                  <c:v>0.39774778684386219</c:v>
                </c:pt>
                <c:pt idx="454">
                  <c:v>0.40308657547451066</c:v>
                </c:pt>
                <c:pt idx="455">
                  <c:v>0.40289443288746846</c:v>
                </c:pt>
                <c:pt idx="456">
                  <c:v>0.38832347215742968</c:v>
                </c:pt>
                <c:pt idx="457">
                  <c:v>0.40289093296215106</c:v>
                </c:pt>
                <c:pt idx="458">
                  <c:v>0.41450931212488806</c:v>
                </c:pt>
                <c:pt idx="459">
                  <c:v>0.40425006205335284</c:v>
                </c:pt>
                <c:pt idx="460">
                  <c:v>0.39984888689454673</c:v>
                </c:pt>
                <c:pt idx="461">
                  <c:v>0.40657787516019039</c:v>
                </c:pt>
                <c:pt idx="462">
                  <c:v>0.41562812110454556</c:v>
                </c:pt>
                <c:pt idx="463">
                  <c:v>0.40139782405891855</c:v>
                </c:pt>
                <c:pt idx="464">
                  <c:v>0.40610959219002724</c:v>
                </c:pt>
                <c:pt idx="465">
                  <c:v>0.40344436006762185</c:v>
                </c:pt>
                <c:pt idx="466">
                  <c:v>0.40431076309215125</c:v>
                </c:pt>
                <c:pt idx="467">
                  <c:v>0.40920531265724047</c:v>
                </c:pt>
                <c:pt idx="468">
                  <c:v>0.40263794241722783</c:v>
                </c:pt>
                <c:pt idx="469">
                  <c:v>0.40094778055786545</c:v>
                </c:pt>
                <c:pt idx="470">
                  <c:v>0.40314446900075512</c:v>
                </c:pt>
                <c:pt idx="471">
                  <c:v>0.40108175872374402</c:v>
                </c:pt>
                <c:pt idx="472">
                  <c:v>0.39890040346827937</c:v>
                </c:pt>
                <c:pt idx="473">
                  <c:v>0.39974815990968604</c:v>
                </c:pt>
                <c:pt idx="474">
                  <c:v>0.40067110882768403</c:v>
                </c:pt>
                <c:pt idx="475">
                  <c:v>0.40114930971044371</c:v>
                </c:pt>
                <c:pt idx="476">
                  <c:v>0.40659835699723201</c:v>
                </c:pt>
                <c:pt idx="477">
                  <c:v>0.40526744213142946</c:v>
                </c:pt>
                <c:pt idx="478">
                  <c:v>0.40238343062191528</c:v>
                </c:pt>
                <c:pt idx="479">
                  <c:v>0.4070635764781762</c:v>
                </c:pt>
                <c:pt idx="480">
                  <c:v>0.41056691509210236</c:v>
                </c:pt>
                <c:pt idx="481">
                  <c:v>0.40568686853931357</c:v>
                </c:pt>
                <c:pt idx="482">
                  <c:v>0.40878323923664056</c:v>
                </c:pt>
                <c:pt idx="483">
                  <c:v>0.40225915251067973</c:v>
                </c:pt>
                <c:pt idx="484">
                  <c:v>0.4012322225893471</c:v>
                </c:pt>
                <c:pt idx="485">
                  <c:v>0.40368640308319831</c:v>
                </c:pt>
                <c:pt idx="486">
                  <c:v>0.40355225402614586</c:v>
                </c:pt>
                <c:pt idx="487">
                  <c:v>0.40270722525891212</c:v>
                </c:pt>
                <c:pt idx="488">
                  <c:v>0.40209958706963789</c:v>
                </c:pt>
                <c:pt idx="489">
                  <c:v>0.40250076629207354</c:v>
                </c:pt>
                <c:pt idx="490">
                  <c:v>0.40479208646839726</c:v>
                </c:pt>
                <c:pt idx="491">
                  <c:v>0.40437448564328787</c:v>
                </c:pt>
                <c:pt idx="492">
                  <c:v>0.40856519732571128</c:v>
                </c:pt>
                <c:pt idx="493">
                  <c:v>0.40572339706786847</c:v>
                </c:pt>
                <c:pt idx="494">
                  <c:v>0.4061833455695118</c:v>
                </c:pt>
                <c:pt idx="495">
                  <c:v>0.40638027105173163</c:v>
                </c:pt>
                <c:pt idx="496">
                  <c:v>0.40682807835792401</c:v>
                </c:pt>
                <c:pt idx="497">
                  <c:v>0.41144917447179857</c:v>
                </c:pt>
                <c:pt idx="498">
                  <c:v>0.41073312131683332</c:v>
                </c:pt>
                <c:pt idx="499">
                  <c:v>0.40797662960374781</c:v>
                </c:pt>
                <c:pt idx="500">
                  <c:v>0.40866285777339928</c:v>
                </c:pt>
                <c:pt idx="501">
                  <c:v>0.4062483463578212</c:v>
                </c:pt>
                <c:pt idx="502">
                  <c:v>0.40519266114144248</c:v>
                </c:pt>
                <c:pt idx="503">
                  <c:v>0.40985337067306926</c:v>
                </c:pt>
                <c:pt idx="504">
                  <c:v>0.41002359680143941</c:v>
                </c:pt>
                <c:pt idx="505">
                  <c:v>0.4095233945288434</c:v>
                </c:pt>
                <c:pt idx="506">
                  <c:v>0.41619005161490435</c:v>
                </c:pt>
                <c:pt idx="507">
                  <c:v>0.42007908944764305</c:v>
                </c:pt>
                <c:pt idx="508">
                  <c:v>0.43184727669010586</c:v>
                </c:pt>
                <c:pt idx="509">
                  <c:v>0.44166902066429337</c:v>
                </c:pt>
                <c:pt idx="510">
                  <c:v>0.45884167039618912</c:v>
                </c:pt>
                <c:pt idx="511">
                  <c:v>0.48230994685746692</c:v>
                </c:pt>
                <c:pt idx="512">
                  <c:v>0.4963537518363158</c:v>
                </c:pt>
                <c:pt idx="513">
                  <c:v>0.50155280745592656</c:v>
                </c:pt>
                <c:pt idx="514">
                  <c:v>0.50111396962146015</c:v>
                </c:pt>
                <c:pt idx="515">
                  <c:v>0.50480891623450597</c:v>
                </c:pt>
                <c:pt idx="516">
                  <c:v>0.50010361408630111</c:v>
                </c:pt>
                <c:pt idx="517">
                  <c:v>0.49416471182802224</c:v>
                </c:pt>
                <c:pt idx="518">
                  <c:v>0.48363205069369142</c:v>
                </c:pt>
                <c:pt idx="519">
                  <c:v>0.47145204555875009</c:v>
                </c:pt>
                <c:pt idx="520">
                  <c:v>0.46024466615085513</c:v>
                </c:pt>
                <c:pt idx="521">
                  <c:v>0.45262635613967894</c:v>
                </c:pt>
                <c:pt idx="522">
                  <c:v>0.44581515783781267</c:v>
                </c:pt>
                <c:pt idx="523">
                  <c:v>0.44626962094883277</c:v>
                </c:pt>
                <c:pt idx="524">
                  <c:v>0.44567770083794161</c:v>
                </c:pt>
                <c:pt idx="525">
                  <c:v>0.44320588151475931</c:v>
                </c:pt>
                <c:pt idx="526">
                  <c:v>0.44167345539828362</c:v>
                </c:pt>
                <c:pt idx="527">
                  <c:v>0.44148920487636117</c:v>
                </c:pt>
                <c:pt idx="528">
                  <c:v>0.44629302594061937</c:v>
                </c:pt>
                <c:pt idx="529">
                  <c:v>0.45429049747719946</c:v>
                </c:pt>
                <c:pt idx="530">
                  <c:v>0.46105656816302731</c:v>
                </c:pt>
                <c:pt idx="531">
                  <c:v>0.45440633720655832</c:v>
                </c:pt>
                <c:pt idx="532">
                  <c:v>0.45818750927112928</c:v>
                </c:pt>
                <c:pt idx="533">
                  <c:v>0.45350813072755619</c:v>
                </c:pt>
                <c:pt idx="534">
                  <c:v>0.45563518322911778</c:v>
                </c:pt>
                <c:pt idx="535">
                  <c:v>0.46559153306758927</c:v>
                </c:pt>
                <c:pt idx="536">
                  <c:v>0.47685639610983432</c:v>
                </c:pt>
                <c:pt idx="537">
                  <c:v>0.48200723922420907</c:v>
                </c:pt>
                <c:pt idx="538">
                  <c:v>0.49896645874052598</c:v>
                </c:pt>
                <c:pt idx="539">
                  <c:v>0.51616870958103822</c:v>
                </c:pt>
                <c:pt idx="540">
                  <c:v>0.52502560095880391</c:v>
                </c:pt>
                <c:pt idx="541">
                  <c:v>0.53491659197086561</c:v>
                </c:pt>
                <c:pt idx="542">
                  <c:v>0.55092669939796712</c:v>
                </c:pt>
                <c:pt idx="543">
                  <c:v>0.57063039042410391</c:v>
                </c:pt>
                <c:pt idx="544">
                  <c:v>0.59546886470388494</c:v>
                </c:pt>
                <c:pt idx="545">
                  <c:v>0.63327240726553136</c:v>
                </c:pt>
                <c:pt idx="546">
                  <c:v>0.65183968700668182</c:v>
                </c:pt>
                <c:pt idx="547">
                  <c:v>0.6695821786563444</c:v>
                </c:pt>
                <c:pt idx="548">
                  <c:v>0.68645405333764953</c:v>
                </c:pt>
                <c:pt idx="549">
                  <c:v>0.72048602419427654</c:v>
                </c:pt>
                <c:pt idx="550">
                  <c:v>0.7342368996838553</c:v>
                </c:pt>
                <c:pt idx="551">
                  <c:v>0.74522927186237675</c:v>
                </c:pt>
                <c:pt idx="552">
                  <c:v>0.72702001046794806</c:v>
                </c:pt>
                <c:pt idx="553">
                  <c:v>0.7218023401594138</c:v>
                </c:pt>
                <c:pt idx="554">
                  <c:v>0.722273007992557</c:v>
                </c:pt>
                <c:pt idx="555">
                  <c:v>0.70673551744278706</c:v>
                </c:pt>
                <c:pt idx="556">
                  <c:v>0.66493357657404872</c:v>
                </c:pt>
                <c:pt idx="557">
                  <c:v>0.63270586752905056</c:v>
                </c:pt>
                <c:pt idx="558">
                  <c:v>0.60224368962703978</c:v>
                </c:pt>
                <c:pt idx="559">
                  <c:v>0.57443202745265631</c:v>
                </c:pt>
                <c:pt idx="560">
                  <c:v>0.53518251797966931</c:v>
                </c:pt>
                <c:pt idx="561">
                  <c:v>0.5172109872993963</c:v>
                </c:pt>
                <c:pt idx="562">
                  <c:v>0.49781311842645359</c:v>
                </c:pt>
                <c:pt idx="563">
                  <c:v>0.50171575676855651</c:v>
                </c:pt>
                <c:pt idx="564">
                  <c:v>0.46655578317231111</c:v>
                </c:pt>
                <c:pt idx="565">
                  <c:v>0.44098530781518269</c:v>
                </c:pt>
                <c:pt idx="566">
                  <c:v>0.41503000487682468</c:v>
                </c:pt>
                <c:pt idx="567">
                  <c:v>0.41978115400957378</c:v>
                </c:pt>
                <c:pt idx="568">
                  <c:v>0.41989156143671746</c:v>
                </c:pt>
                <c:pt idx="569">
                  <c:v>0.42407784496975937</c:v>
                </c:pt>
                <c:pt idx="570">
                  <c:v>0.40607961946255478</c:v>
                </c:pt>
                <c:pt idx="571">
                  <c:v>0.39315775856020208</c:v>
                </c:pt>
                <c:pt idx="572">
                  <c:v>0.392535852141083</c:v>
                </c:pt>
                <c:pt idx="573">
                  <c:v>0.43186849559178891</c:v>
                </c:pt>
                <c:pt idx="574">
                  <c:v>0.43856252736563406</c:v>
                </c:pt>
                <c:pt idx="575">
                  <c:v>0.41129668727938934</c:v>
                </c:pt>
                <c:pt idx="576">
                  <c:v>0.44162722486028</c:v>
                </c:pt>
                <c:pt idx="577">
                  <c:v>0.43226401657762181</c:v>
                </c:pt>
                <c:pt idx="578">
                  <c:v>0.42642314597434938</c:v>
                </c:pt>
                <c:pt idx="579">
                  <c:v>0.42720815973670845</c:v>
                </c:pt>
                <c:pt idx="580">
                  <c:v>0.36896797030330913</c:v>
                </c:pt>
                <c:pt idx="581">
                  <c:v>0.38938023766118068</c:v>
                </c:pt>
                <c:pt idx="582">
                  <c:v>0.37846181886963443</c:v>
                </c:pt>
                <c:pt idx="583">
                  <c:v>0.45219675980358703</c:v>
                </c:pt>
                <c:pt idx="584">
                  <c:v>0.53292706560756709</c:v>
                </c:pt>
                <c:pt idx="585">
                  <c:v>0.76741887656671626</c:v>
                </c:pt>
                <c:pt idx="586">
                  <c:v>0.59600714329962878</c:v>
                </c:pt>
                <c:pt idx="587">
                  <c:v>0.33391438423056785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E-57AB-4D59-AD3D-6260AFD7ADF0}"/>
            </c:ext>
          </c:extLst>
        </c:ser>
        <c:ser>
          <c:idx val="31"/>
          <c:order val="31"/>
          <c:tx>
            <c:strRef>
              <c:f>'Fully separated 1%'!$AE$1</c:f>
              <c:strCache>
                <c:ptCount val="1"/>
                <c:pt idx="0">
                  <c:v>1I_9/O-PTIR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1%'!$A$2:$A$589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1%'!$AE$2:$AE$589</c:f>
              <c:numCache>
                <c:formatCode>General</c:formatCode>
                <c:ptCount val="588"/>
                <c:pt idx="0">
                  <c:v>0.36601596581896012</c:v>
                </c:pt>
                <c:pt idx="1">
                  <c:v>0.24750975752841989</c:v>
                </c:pt>
                <c:pt idx="2">
                  <c:v>0.33373469170050757</c:v>
                </c:pt>
                <c:pt idx="3">
                  <c:v>0.2937586476455078</c:v>
                </c:pt>
                <c:pt idx="4">
                  <c:v>0.24788942647023349</c:v>
                </c:pt>
                <c:pt idx="5">
                  <c:v>0.244594259797345</c:v>
                </c:pt>
                <c:pt idx="6">
                  <c:v>0.22074713269846993</c:v>
                </c:pt>
                <c:pt idx="7">
                  <c:v>0.25459292867035727</c:v>
                </c:pt>
                <c:pt idx="8">
                  <c:v>0.28809239152609473</c:v>
                </c:pt>
                <c:pt idx="9">
                  <c:v>0.25586833769110362</c:v>
                </c:pt>
                <c:pt idx="10">
                  <c:v>0.24272539508140997</c:v>
                </c:pt>
                <c:pt idx="11">
                  <c:v>0.29963698472782752</c:v>
                </c:pt>
                <c:pt idx="12">
                  <c:v>0.32476630331452161</c:v>
                </c:pt>
                <c:pt idx="13">
                  <c:v>0.32545849477412625</c:v>
                </c:pt>
                <c:pt idx="14">
                  <c:v>0.31594034673706989</c:v>
                </c:pt>
                <c:pt idx="15">
                  <c:v>0.32739823966220755</c:v>
                </c:pt>
                <c:pt idx="16">
                  <c:v>0.31361193257336833</c:v>
                </c:pt>
                <c:pt idx="17">
                  <c:v>0.32020839048691269</c:v>
                </c:pt>
                <c:pt idx="18">
                  <c:v>0.31670368627627005</c:v>
                </c:pt>
                <c:pt idx="19">
                  <c:v>0.31419844641350825</c:v>
                </c:pt>
                <c:pt idx="20">
                  <c:v>0.31861117375095227</c:v>
                </c:pt>
                <c:pt idx="21">
                  <c:v>0.32721961660937299</c:v>
                </c:pt>
                <c:pt idx="22">
                  <c:v>0.33378878865788159</c:v>
                </c:pt>
                <c:pt idx="23">
                  <c:v>0.33320679872327996</c:v>
                </c:pt>
                <c:pt idx="24">
                  <c:v>0.31729513096997181</c:v>
                </c:pt>
                <c:pt idx="25">
                  <c:v>0.30999581277611776</c:v>
                </c:pt>
                <c:pt idx="26">
                  <c:v>0.30841215419183682</c:v>
                </c:pt>
                <c:pt idx="27">
                  <c:v>0.30140931119867848</c:v>
                </c:pt>
                <c:pt idx="28">
                  <c:v>0.29018511495900878</c:v>
                </c:pt>
                <c:pt idx="29">
                  <c:v>0.28878544435901743</c:v>
                </c:pt>
                <c:pt idx="30">
                  <c:v>0.2835351094679231</c:v>
                </c:pt>
                <c:pt idx="31">
                  <c:v>0.28663853579665766</c:v>
                </c:pt>
                <c:pt idx="32">
                  <c:v>0.30767957314081268</c:v>
                </c:pt>
                <c:pt idx="33">
                  <c:v>0.33812403309148392</c:v>
                </c:pt>
                <c:pt idx="34">
                  <c:v>0.35140928542530392</c:v>
                </c:pt>
                <c:pt idx="35">
                  <c:v>0.34492401249448784</c:v>
                </c:pt>
                <c:pt idx="36">
                  <c:v>0.33005044202150779</c:v>
                </c:pt>
                <c:pt idx="37">
                  <c:v>0.32299768007069224</c:v>
                </c:pt>
                <c:pt idx="38">
                  <c:v>0.33196003206098323</c:v>
                </c:pt>
                <c:pt idx="39">
                  <c:v>0.34802168729114441</c:v>
                </c:pt>
                <c:pt idx="40">
                  <c:v>0.36389072045643134</c:v>
                </c:pt>
                <c:pt idx="41">
                  <c:v>0.38008361642445565</c:v>
                </c:pt>
                <c:pt idx="42">
                  <c:v>0.40540399032612989</c:v>
                </c:pt>
                <c:pt idx="43">
                  <c:v>0.44574847833993703</c:v>
                </c:pt>
                <c:pt idx="44">
                  <c:v>0.48685017454271051</c:v>
                </c:pt>
                <c:pt idx="45">
                  <c:v>0.53580206091500859</c:v>
                </c:pt>
                <c:pt idx="46">
                  <c:v>0.57453477701851696</c:v>
                </c:pt>
                <c:pt idx="47">
                  <c:v>0.57960998860978596</c:v>
                </c:pt>
                <c:pt idx="48">
                  <c:v>0.54564846679346501</c:v>
                </c:pt>
                <c:pt idx="49">
                  <c:v>0.47099254948704017</c:v>
                </c:pt>
                <c:pt idx="50">
                  <c:v>0.39219647862990137</c:v>
                </c:pt>
                <c:pt idx="51">
                  <c:v>0.33026824060415699</c:v>
                </c:pt>
                <c:pt idx="52">
                  <c:v>0.30105313672280581</c:v>
                </c:pt>
                <c:pt idx="53">
                  <c:v>0.29033622154292849</c:v>
                </c:pt>
                <c:pt idx="54">
                  <c:v>0.28608279400962799</c:v>
                </c:pt>
                <c:pt idx="55">
                  <c:v>0.28686652164485016</c:v>
                </c:pt>
                <c:pt idx="56">
                  <c:v>0.28586692843009509</c:v>
                </c:pt>
                <c:pt idx="57">
                  <c:v>0.2881793631013721</c:v>
                </c:pt>
                <c:pt idx="58">
                  <c:v>0.29683033202834042</c:v>
                </c:pt>
                <c:pt idx="59">
                  <c:v>0.30847925313858993</c:v>
                </c:pt>
                <c:pt idx="60">
                  <c:v>0.31422826213876093</c:v>
                </c:pt>
                <c:pt idx="61">
                  <c:v>0.31854005280122455</c:v>
                </c:pt>
                <c:pt idx="62">
                  <c:v>0.3275676656896917</c:v>
                </c:pt>
                <c:pt idx="63">
                  <c:v>0.34038613507461246</c:v>
                </c:pt>
                <c:pt idx="64">
                  <c:v>0.35637380715394051</c:v>
                </c:pt>
                <c:pt idx="65">
                  <c:v>0.37570390613672283</c:v>
                </c:pt>
                <c:pt idx="66">
                  <c:v>0.39126262786848531</c:v>
                </c:pt>
                <c:pt idx="67">
                  <c:v>0.39678229452704916</c:v>
                </c:pt>
                <c:pt idx="68">
                  <c:v>0.39301197534089272</c:v>
                </c:pt>
                <c:pt idx="69">
                  <c:v>0.3853137802584744</c:v>
                </c:pt>
                <c:pt idx="70">
                  <c:v>0.37022493428059677</c:v>
                </c:pt>
                <c:pt idx="71">
                  <c:v>0.35069123920121681</c:v>
                </c:pt>
                <c:pt idx="72">
                  <c:v>0.33548800013368585</c:v>
                </c:pt>
                <c:pt idx="73">
                  <c:v>0.32155287893479767</c:v>
                </c:pt>
                <c:pt idx="74">
                  <c:v>0.31118062160170284</c:v>
                </c:pt>
                <c:pt idx="75">
                  <c:v>0.29432368819489435</c:v>
                </c:pt>
                <c:pt idx="76">
                  <c:v>0.2861207486953688</c:v>
                </c:pt>
                <c:pt idx="77">
                  <c:v>0.27538257048121761</c:v>
                </c:pt>
                <c:pt idx="78">
                  <c:v>0.26698810767648384</c:v>
                </c:pt>
                <c:pt idx="79">
                  <c:v>0.25876968380463083</c:v>
                </c:pt>
                <c:pt idx="80">
                  <c:v>0.25559365794834682</c:v>
                </c:pt>
                <c:pt idx="81">
                  <c:v>0.25420962432619254</c:v>
                </c:pt>
                <c:pt idx="82">
                  <c:v>0.25418406799026139</c:v>
                </c:pt>
                <c:pt idx="83">
                  <c:v>0.25517836409823219</c:v>
                </c:pt>
                <c:pt idx="84">
                  <c:v>0.25186318575624478</c:v>
                </c:pt>
                <c:pt idx="85">
                  <c:v>0.24753252966161757</c:v>
                </c:pt>
                <c:pt idx="86">
                  <c:v>0.24511962969682127</c:v>
                </c:pt>
                <c:pt idx="87">
                  <c:v>0.24893936254683782</c:v>
                </c:pt>
                <c:pt idx="88">
                  <c:v>0.25570878354444426</c:v>
                </c:pt>
                <c:pt idx="89">
                  <c:v>0.252747405814854</c:v>
                </c:pt>
                <c:pt idx="90">
                  <c:v>0.24973950036114276</c:v>
                </c:pt>
                <c:pt idx="91">
                  <c:v>0.24109216005405873</c:v>
                </c:pt>
                <c:pt idx="92">
                  <c:v>0.23250055127891367</c:v>
                </c:pt>
                <c:pt idx="93">
                  <c:v>0.22293151439140843</c:v>
                </c:pt>
                <c:pt idx="94">
                  <c:v>0.22102467803356501</c:v>
                </c:pt>
                <c:pt idx="95">
                  <c:v>0.22040424337997652</c:v>
                </c:pt>
                <c:pt idx="96">
                  <c:v>0.21594754191726426</c:v>
                </c:pt>
                <c:pt idx="97">
                  <c:v>0.21165258872930942</c:v>
                </c:pt>
                <c:pt idx="98">
                  <c:v>0.21680551552391764</c:v>
                </c:pt>
                <c:pt idx="99">
                  <c:v>0.21359886767660757</c:v>
                </c:pt>
                <c:pt idx="100">
                  <c:v>0.21323695269016602</c:v>
                </c:pt>
                <c:pt idx="101">
                  <c:v>0.21302662669061487</c:v>
                </c:pt>
                <c:pt idx="102">
                  <c:v>0.2144026196980541</c:v>
                </c:pt>
                <c:pt idx="103">
                  <c:v>0.22331064751832325</c:v>
                </c:pt>
                <c:pt idx="104">
                  <c:v>0.23496352619811003</c:v>
                </c:pt>
                <c:pt idx="105">
                  <c:v>0.24655611213685122</c:v>
                </c:pt>
                <c:pt idx="106">
                  <c:v>0.25394819074162939</c:v>
                </c:pt>
                <c:pt idx="107">
                  <c:v>0.27041233791530506</c:v>
                </c:pt>
                <c:pt idx="108">
                  <c:v>0.29979864483051283</c:v>
                </c:pt>
                <c:pt idx="109">
                  <c:v>0.33190072616889632</c:v>
                </c:pt>
                <c:pt idx="110">
                  <c:v>0.34034583365526461</c:v>
                </c:pt>
                <c:pt idx="111">
                  <c:v>0.32701006550668443</c:v>
                </c:pt>
                <c:pt idx="112">
                  <c:v>0.30322952188706565</c:v>
                </c:pt>
                <c:pt idx="113">
                  <c:v>0.27738393408265749</c:v>
                </c:pt>
                <c:pt idx="114">
                  <c:v>0.26747472255910482</c:v>
                </c:pt>
                <c:pt idx="115">
                  <c:v>0.25848028949955876</c:v>
                </c:pt>
                <c:pt idx="116">
                  <c:v>0.25877536751203783</c:v>
                </c:pt>
                <c:pt idx="117">
                  <c:v>0.25818099957502794</c:v>
                </c:pt>
                <c:pt idx="118">
                  <c:v>0.2572345605547241</c:v>
                </c:pt>
                <c:pt idx="119">
                  <c:v>0.25621780430704105</c:v>
                </c:pt>
                <c:pt idx="120">
                  <c:v>0.26840590781096141</c:v>
                </c:pt>
                <c:pt idx="121">
                  <c:v>0.30144217903411474</c:v>
                </c:pt>
                <c:pt idx="122">
                  <c:v>0.33673886340609471</c:v>
                </c:pt>
                <c:pt idx="123">
                  <c:v>0.36146360104941677</c:v>
                </c:pt>
                <c:pt idx="124">
                  <c:v>0.36018897201238381</c:v>
                </c:pt>
                <c:pt idx="125">
                  <c:v>0.34041843318281412</c:v>
                </c:pt>
                <c:pt idx="126">
                  <c:v>0.32833355543651183</c:v>
                </c:pt>
                <c:pt idx="127">
                  <c:v>0.31667315160950715</c:v>
                </c:pt>
                <c:pt idx="128">
                  <c:v>0.31251044635577585</c:v>
                </c:pt>
                <c:pt idx="129">
                  <c:v>0.31110710644109785</c:v>
                </c:pt>
                <c:pt idx="130">
                  <c:v>0.30692880151309843</c:v>
                </c:pt>
                <c:pt idx="131">
                  <c:v>0.30179481306217504</c:v>
                </c:pt>
                <c:pt idx="132">
                  <c:v>0.29530191663836919</c:v>
                </c:pt>
                <c:pt idx="133">
                  <c:v>0.2790148935923058</c:v>
                </c:pt>
                <c:pt idx="134">
                  <c:v>0.27598818374863432</c:v>
                </c:pt>
                <c:pt idx="135">
                  <c:v>0.26751186334879667</c:v>
                </c:pt>
                <c:pt idx="136">
                  <c:v>0.26339472949132892</c:v>
                </c:pt>
                <c:pt idx="137">
                  <c:v>0.25173227057680136</c:v>
                </c:pt>
                <c:pt idx="138">
                  <c:v>0.24122035546420589</c:v>
                </c:pt>
                <c:pt idx="139">
                  <c:v>0.23984985625509578</c:v>
                </c:pt>
                <c:pt idx="140">
                  <c:v>0.23859703624093614</c:v>
                </c:pt>
                <c:pt idx="141">
                  <c:v>0.23744736059478952</c:v>
                </c:pt>
                <c:pt idx="142">
                  <c:v>0.24594092880839402</c:v>
                </c:pt>
                <c:pt idx="143">
                  <c:v>0.26177652780224514</c:v>
                </c:pt>
                <c:pt idx="144">
                  <c:v>0.24792898860067039</c:v>
                </c:pt>
                <c:pt idx="145">
                  <c:v>0.23574749121967942</c:v>
                </c:pt>
                <c:pt idx="146">
                  <c:v>0.23664054883288471</c:v>
                </c:pt>
                <c:pt idx="147">
                  <c:v>0.23129194277636952</c:v>
                </c:pt>
                <c:pt idx="148">
                  <c:v>0.23652568097053603</c:v>
                </c:pt>
                <c:pt idx="149">
                  <c:v>0.24152561395976135</c:v>
                </c:pt>
                <c:pt idx="150">
                  <c:v>0.23910132284151592</c:v>
                </c:pt>
                <c:pt idx="151">
                  <c:v>0.24260064177330232</c:v>
                </c:pt>
                <c:pt idx="152">
                  <c:v>0.25087659453086891</c:v>
                </c:pt>
                <c:pt idx="153">
                  <c:v>0.25263015391532911</c:v>
                </c:pt>
                <c:pt idx="154">
                  <c:v>0.23310360077377723</c:v>
                </c:pt>
                <c:pt idx="155">
                  <c:v>0.23007741657130421</c:v>
                </c:pt>
                <c:pt idx="156">
                  <c:v>0.24406549188186522</c:v>
                </c:pt>
                <c:pt idx="157">
                  <c:v>0.24604195026421316</c:v>
                </c:pt>
                <c:pt idx="158">
                  <c:v>0.24008470935119974</c:v>
                </c:pt>
                <c:pt idx="159">
                  <c:v>0.23619116291202755</c:v>
                </c:pt>
                <c:pt idx="160">
                  <c:v>0.24042715611371662</c:v>
                </c:pt>
                <c:pt idx="161">
                  <c:v>0.24301256473728169</c:v>
                </c:pt>
                <c:pt idx="162">
                  <c:v>0.24072464190200643</c:v>
                </c:pt>
                <c:pt idx="163">
                  <c:v>0.2447788717686056</c:v>
                </c:pt>
                <c:pt idx="164">
                  <c:v>0.24557053489030278</c:v>
                </c:pt>
                <c:pt idx="165">
                  <c:v>0.24985018344130738</c:v>
                </c:pt>
                <c:pt idx="166">
                  <c:v>0.25507856348648622</c:v>
                </c:pt>
                <c:pt idx="167">
                  <c:v>0.25392486583736529</c:v>
                </c:pt>
                <c:pt idx="168">
                  <c:v>0.25996939371037514</c:v>
                </c:pt>
                <c:pt idx="169">
                  <c:v>0.2685246620269427</c:v>
                </c:pt>
                <c:pt idx="170">
                  <c:v>0.27191819481979124</c:v>
                </c:pt>
                <c:pt idx="171">
                  <c:v>0.27692906114593835</c:v>
                </c:pt>
                <c:pt idx="172">
                  <c:v>0.27662104896875123</c:v>
                </c:pt>
                <c:pt idx="173">
                  <c:v>0.27849998225705597</c:v>
                </c:pt>
                <c:pt idx="174">
                  <c:v>0.27614064004350214</c:v>
                </c:pt>
                <c:pt idx="175">
                  <c:v>0.28084460651706167</c:v>
                </c:pt>
                <c:pt idx="176">
                  <c:v>0.28335567930150662</c:v>
                </c:pt>
                <c:pt idx="177">
                  <c:v>0.28680523527237844</c:v>
                </c:pt>
                <c:pt idx="178">
                  <c:v>0.29851097989176584</c:v>
                </c:pt>
                <c:pt idx="179">
                  <c:v>0.30183397502705489</c:v>
                </c:pt>
                <c:pt idx="180">
                  <c:v>0.30181789379762447</c:v>
                </c:pt>
                <c:pt idx="181">
                  <c:v>0.30758048129687565</c:v>
                </c:pt>
                <c:pt idx="182">
                  <c:v>0.3146110510154283</c:v>
                </c:pt>
                <c:pt idx="183">
                  <c:v>0.31494797684974801</c:v>
                </c:pt>
                <c:pt idx="184">
                  <c:v>0.32033953627023637</c:v>
                </c:pt>
                <c:pt idx="185">
                  <c:v>0.33113088902624016</c:v>
                </c:pt>
                <c:pt idx="186">
                  <c:v>0.34100495380542051</c:v>
                </c:pt>
                <c:pt idx="187">
                  <c:v>0.341200044688309</c:v>
                </c:pt>
                <c:pt idx="188">
                  <c:v>0.34331682553193066</c:v>
                </c:pt>
                <c:pt idx="189">
                  <c:v>0.34299903981969143</c:v>
                </c:pt>
                <c:pt idx="190">
                  <c:v>0.34030744489163112</c:v>
                </c:pt>
                <c:pt idx="191">
                  <c:v>0.33511950869760876</c:v>
                </c:pt>
                <c:pt idx="192">
                  <c:v>0.33698699318149439</c:v>
                </c:pt>
                <c:pt idx="193">
                  <c:v>0.34214408271526847</c:v>
                </c:pt>
                <c:pt idx="194">
                  <c:v>0.34246386247282729</c:v>
                </c:pt>
                <c:pt idx="195">
                  <c:v>0.34787612198282314</c:v>
                </c:pt>
                <c:pt idx="196">
                  <c:v>0.35033791336151532</c:v>
                </c:pt>
                <c:pt idx="197">
                  <c:v>0.34937105911532157</c:v>
                </c:pt>
                <c:pt idx="198">
                  <c:v>0.34946263598574179</c:v>
                </c:pt>
                <c:pt idx="199">
                  <c:v>0.33791722210549352</c:v>
                </c:pt>
                <c:pt idx="200">
                  <c:v>0.32497136442400743</c:v>
                </c:pt>
                <c:pt idx="201">
                  <c:v>0.32321009337448564</c:v>
                </c:pt>
                <c:pt idx="202">
                  <c:v>0.3280178722890652</c:v>
                </c:pt>
                <c:pt idx="203">
                  <c:v>0.33152221024648509</c:v>
                </c:pt>
                <c:pt idx="204">
                  <c:v>0.33512470406738637</c:v>
                </c:pt>
                <c:pt idx="205">
                  <c:v>0.34456802792769337</c:v>
                </c:pt>
                <c:pt idx="206">
                  <c:v>0.34996988313319871</c:v>
                </c:pt>
                <c:pt idx="207">
                  <c:v>0.35256279316534678</c:v>
                </c:pt>
                <c:pt idx="208">
                  <c:v>0.35644602686333426</c:v>
                </c:pt>
                <c:pt idx="209">
                  <c:v>0.36183810175132042</c:v>
                </c:pt>
                <c:pt idx="210">
                  <c:v>0.36701821097834064</c:v>
                </c:pt>
                <c:pt idx="211">
                  <c:v>0.3736151097522441</c:v>
                </c:pt>
                <c:pt idx="212">
                  <c:v>0.37485371032418541</c:v>
                </c:pt>
                <c:pt idx="213">
                  <c:v>0.3826666647494793</c:v>
                </c:pt>
                <c:pt idx="214">
                  <c:v>0.39289519482282975</c:v>
                </c:pt>
                <c:pt idx="215">
                  <c:v>0.39417316083366216</c:v>
                </c:pt>
                <c:pt idx="216">
                  <c:v>0.40151919666071545</c:v>
                </c:pt>
                <c:pt idx="217">
                  <c:v>0.40933021130042657</c:v>
                </c:pt>
                <c:pt idx="218">
                  <c:v>0.41206985322523171</c:v>
                </c:pt>
                <c:pt idx="219">
                  <c:v>0.41031342485720007</c:v>
                </c:pt>
                <c:pt idx="220">
                  <c:v>0.40070729465727212</c:v>
                </c:pt>
                <c:pt idx="221">
                  <c:v>0.3880834685124136</c:v>
                </c:pt>
                <c:pt idx="222">
                  <c:v>0.376095810649136</c:v>
                </c:pt>
                <c:pt idx="223">
                  <c:v>0.36529512521843988</c:v>
                </c:pt>
                <c:pt idx="224">
                  <c:v>0.35262276373920654</c:v>
                </c:pt>
                <c:pt idx="225">
                  <c:v>0.33888227221544531</c:v>
                </c:pt>
                <c:pt idx="226">
                  <c:v>0.31693045128038938</c:v>
                </c:pt>
                <c:pt idx="227">
                  <c:v>0.30263416370986279</c:v>
                </c:pt>
                <c:pt idx="228">
                  <c:v>0.29107405900593414</c:v>
                </c:pt>
                <c:pt idx="229">
                  <c:v>0.27549994785638304</c:v>
                </c:pt>
                <c:pt idx="230">
                  <c:v>0.2565399613193089</c:v>
                </c:pt>
                <c:pt idx="231">
                  <c:v>0.25485022834123938</c:v>
                </c:pt>
                <c:pt idx="232">
                  <c:v>0.25607342593045762</c:v>
                </c:pt>
                <c:pt idx="233">
                  <c:v>0.25167287312140935</c:v>
                </c:pt>
                <c:pt idx="234">
                  <c:v>0.25504605173057165</c:v>
                </c:pt>
                <c:pt idx="235">
                  <c:v>0.25588756937648915</c:v>
                </c:pt>
                <c:pt idx="236">
                  <c:v>0.24580648674607264</c:v>
                </c:pt>
                <c:pt idx="237">
                  <c:v>0.24547505471008235</c:v>
                </c:pt>
                <c:pt idx="238">
                  <c:v>0.24816713119330483</c:v>
                </c:pt>
                <c:pt idx="239">
                  <c:v>0.25552453443517209</c:v>
                </c:pt>
                <c:pt idx="240">
                  <c:v>0.25669928825332128</c:v>
                </c:pt>
                <c:pt idx="241">
                  <c:v>0.25931237612501123</c:v>
                </c:pt>
                <c:pt idx="242">
                  <c:v>0.26965955867733704</c:v>
                </c:pt>
                <c:pt idx="243">
                  <c:v>0.27441924990036914</c:v>
                </c:pt>
                <c:pt idx="244">
                  <c:v>0.27702985538911029</c:v>
                </c:pt>
                <c:pt idx="245">
                  <c:v>0.28191743002880426</c:v>
                </c:pt>
                <c:pt idx="246">
                  <c:v>0.28856006976064819</c:v>
                </c:pt>
                <c:pt idx="247">
                  <c:v>0.30258520786252957</c:v>
                </c:pt>
                <c:pt idx="248">
                  <c:v>0.33214036429552041</c:v>
                </c:pt>
                <c:pt idx="249">
                  <c:v>0.37554788226417479</c:v>
                </c:pt>
                <c:pt idx="250">
                  <c:v>0.42380036063190329</c:v>
                </c:pt>
                <c:pt idx="251">
                  <c:v>0.51440467953330404</c:v>
                </c:pt>
                <c:pt idx="252">
                  <c:v>0.56771546758435498</c:v>
                </c:pt>
                <c:pt idx="253">
                  <c:v>0.62254921792185036</c:v>
                </c:pt>
                <c:pt idx="254">
                  <c:v>0.7121135404521427</c:v>
                </c:pt>
                <c:pt idx="255">
                  <c:v>0.81761991618822993</c:v>
                </c:pt>
                <c:pt idx="256">
                  <c:v>0.9599349577685512</c:v>
                </c:pt>
                <c:pt idx="257">
                  <c:v>1.0434863790697932</c:v>
                </c:pt>
                <c:pt idx="258">
                  <c:v>1.123431915316603</c:v>
                </c:pt>
                <c:pt idx="259">
                  <c:v>1.19999999999999</c:v>
                </c:pt>
                <c:pt idx="260">
                  <c:v>1.0070762509907734</c:v>
                </c:pt>
                <c:pt idx="261">
                  <c:v>0.73328417039466154</c:v>
                </c:pt>
                <c:pt idx="262">
                  <c:v>0.48715514139218175</c:v>
                </c:pt>
                <c:pt idx="263">
                  <c:v>0.38965341973074014</c:v>
                </c:pt>
                <c:pt idx="264">
                  <c:v>0.34384330775600691</c:v>
                </c:pt>
                <c:pt idx="265">
                  <c:v>0.30474446051496268</c:v>
                </c:pt>
                <c:pt idx="266">
                  <c:v>0.29760551375505034</c:v>
                </c:pt>
                <c:pt idx="267">
                  <c:v>0.29671119121173573</c:v>
                </c:pt>
                <c:pt idx="268">
                  <c:v>0.28298321333972465</c:v>
                </c:pt>
                <c:pt idx="269">
                  <c:v>0.29814845702671278</c:v>
                </c:pt>
                <c:pt idx="270">
                  <c:v>0.31971089652710655</c:v>
                </c:pt>
                <c:pt idx="271">
                  <c:v>0.33664687958765083</c:v>
                </c:pt>
                <c:pt idx="272">
                  <c:v>0.34479061493209595</c:v>
                </c:pt>
                <c:pt idx="273">
                  <c:v>0.36276390850678775</c:v>
                </c:pt>
                <c:pt idx="274">
                  <c:v>0.38824485053394897</c:v>
                </c:pt>
                <c:pt idx="275">
                  <c:v>0.45314416182596473</c:v>
                </c:pt>
                <c:pt idx="276">
                  <c:v>0.57550722001757837</c:v>
                </c:pt>
                <c:pt idx="277">
                  <c:v>0.80685348221625186</c:v>
                </c:pt>
                <c:pt idx="278">
                  <c:v>1.2332848757712387</c:v>
                </c:pt>
                <c:pt idx="279">
                  <c:v>1.2977281882370002</c:v>
                </c:pt>
                <c:pt idx="280">
                  <c:v>1.1228085794627225</c:v>
                </c:pt>
                <c:pt idx="281">
                  <c:v>0.81426313758444868</c:v>
                </c:pt>
                <c:pt idx="282">
                  <c:v>0.5396488863297485</c:v>
                </c:pt>
                <c:pt idx="283">
                  <c:v>0.39838773161310115</c:v>
                </c:pt>
                <c:pt idx="284">
                  <c:v>0.33931850693264809</c:v>
                </c:pt>
                <c:pt idx="285">
                  <c:v>0.30223276374354691</c:v>
                </c:pt>
                <c:pt idx="286">
                  <c:v>0.27187166709567023</c:v>
                </c:pt>
                <c:pt idx="287">
                  <c:v>0.28037053241605875</c:v>
                </c:pt>
                <c:pt idx="288">
                  <c:v>0.27346920260758256</c:v>
                </c:pt>
                <c:pt idx="289">
                  <c:v>0.2433700346643653</c:v>
                </c:pt>
                <c:pt idx="290">
                  <c:v>0.22316918899381477</c:v>
                </c:pt>
                <c:pt idx="291">
                  <c:v>0.21838344461913872</c:v>
                </c:pt>
                <c:pt idx="292">
                  <c:v>0.2237894303470917</c:v>
                </c:pt>
                <c:pt idx="293">
                  <c:v>0.18826398268663047</c:v>
                </c:pt>
                <c:pt idx="294">
                  <c:v>0.20932695283368305</c:v>
                </c:pt>
                <c:pt idx="295">
                  <c:v>0.24726801344576971</c:v>
                </c:pt>
                <c:pt idx="296">
                  <c:v>0.2414187934945948</c:v>
                </c:pt>
                <c:pt idx="297">
                  <c:v>0.23101040935063549</c:v>
                </c:pt>
                <c:pt idx="298">
                  <c:v>0.22341418696504323</c:v>
                </c:pt>
                <c:pt idx="299">
                  <c:v>0.20561492216955252</c:v>
                </c:pt>
                <c:pt idx="300">
                  <c:v>0.23644955116887489</c:v>
                </c:pt>
                <c:pt idx="301">
                  <c:v>0.24848087455516865</c:v>
                </c:pt>
                <c:pt idx="302">
                  <c:v>0.24637675318633875</c:v>
                </c:pt>
                <c:pt idx="303">
                  <c:v>0.25952462664959425</c:v>
                </c:pt>
                <c:pt idx="304">
                  <c:v>0.24444902343867692</c:v>
                </c:pt>
                <c:pt idx="305">
                  <c:v>0.24692165998221879</c:v>
                </c:pt>
                <c:pt idx="306">
                  <c:v>0.24415402003333581</c:v>
                </c:pt>
                <c:pt idx="307">
                  <c:v>0.23455285120807212</c:v>
                </c:pt>
                <c:pt idx="308">
                  <c:v>0.23357417173053699</c:v>
                </c:pt>
                <c:pt idx="309">
                  <c:v>0.220320083137301</c:v>
                </c:pt>
                <c:pt idx="310">
                  <c:v>0.21620289671571324</c:v>
                </c:pt>
                <c:pt idx="311">
                  <c:v>0.2211729054602124</c:v>
                </c:pt>
                <c:pt idx="312">
                  <c:v>0.21591806531536495</c:v>
                </c:pt>
                <c:pt idx="313">
                  <c:v>0.20853156274632917</c:v>
                </c:pt>
                <c:pt idx="314">
                  <c:v>0.22048366946063519</c:v>
                </c:pt>
                <c:pt idx="315">
                  <c:v>0.22514661048648713</c:v>
                </c:pt>
                <c:pt idx="316">
                  <c:v>0.2272067611212826</c:v>
                </c:pt>
                <c:pt idx="317">
                  <c:v>0.22145458470898849</c:v>
                </c:pt>
                <c:pt idx="318">
                  <c:v>0.23492361816185242</c:v>
                </c:pt>
                <c:pt idx="319">
                  <c:v>0.25954934195960871</c:v>
                </c:pt>
                <c:pt idx="320">
                  <c:v>0.27550772734611606</c:v>
                </c:pt>
                <c:pt idx="321">
                  <c:v>0.30926362510818362</c:v>
                </c:pt>
                <c:pt idx="322">
                  <c:v>0.35061973843333327</c:v>
                </c:pt>
                <c:pt idx="323">
                  <c:v>0.38755062433422283</c:v>
                </c:pt>
                <c:pt idx="324">
                  <c:v>0.38885494701210133</c:v>
                </c:pt>
                <c:pt idx="325">
                  <c:v>0.36232589678321203</c:v>
                </c:pt>
                <c:pt idx="326">
                  <c:v>0.34292882772055155</c:v>
                </c:pt>
                <c:pt idx="327">
                  <c:v>0.3408441957708559</c:v>
                </c:pt>
                <c:pt idx="328">
                  <c:v>0.35434083047347315</c:v>
                </c:pt>
                <c:pt idx="329">
                  <c:v>0.38856815717438598</c:v>
                </c:pt>
                <c:pt idx="330">
                  <c:v>0.45237307670936699</c:v>
                </c:pt>
                <c:pt idx="331">
                  <c:v>0.53981885495459825</c:v>
                </c:pt>
                <c:pt idx="332">
                  <c:v>0.6014501565718855</c:v>
                </c:pt>
                <c:pt idx="333">
                  <c:v>0.59978327033415135</c:v>
                </c:pt>
                <c:pt idx="334">
                  <c:v>0.54402786411103754</c:v>
                </c:pt>
                <c:pt idx="335">
                  <c:v>0.46864635847714031</c:v>
                </c:pt>
                <c:pt idx="336">
                  <c:v>0.40490706609355775</c:v>
                </c:pt>
                <c:pt idx="337">
                  <c:v>0.34605812237870215</c:v>
                </c:pt>
                <c:pt idx="338">
                  <c:v>0.30069402543869084</c:v>
                </c:pt>
                <c:pt idx="339">
                  <c:v>0.27682701214635774</c:v>
                </c:pt>
                <c:pt idx="340">
                  <c:v>0.25778163434883422</c:v>
                </c:pt>
                <c:pt idx="341">
                  <c:v>0.24021138887995613</c:v>
                </c:pt>
                <c:pt idx="342">
                  <c:v>0.23249960512475698</c:v>
                </c:pt>
                <c:pt idx="343">
                  <c:v>0.22445770004532939</c:v>
                </c:pt>
                <c:pt idx="344">
                  <c:v>0.21995482015555048</c:v>
                </c:pt>
                <c:pt idx="345">
                  <c:v>0.22173122967157965</c:v>
                </c:pt>
                <c:pt idx="346">
                  <c:v>0.22009877632355859</c:v>
                </c:pt>
                <c:pt idx="347">
                  <c:v>0.21413608654606039</c:v>
                </c:pt>
                <c:pt idx="348">
                  <c:v>0.21244104713531464</c:v>
                </c:pt>
                <c:pt idx="349">
                  <c:v>0.21324117816715249</c:v>
                </c:pt>
                <c:pt idx="350">
                  <c:v>0.20861267596567221</c:v>
                </c:pt>
                <c:pt idx="351">
                  <c:v>0.21241436575765774</c:v>
                </c:pt>
                <c:pt idx="352">
                  <c:v>0.21943693640410608</c:v>
                </c:pt>
                <c:pt idx="353">
                  <c:v>0.22001720359207139</c:v>
                </c:pt>
                <c:pt idx="354">
                  <c:v>0.21871524290835093</c:v>
                </c:pt>
                <c:pt idx="355">
                  <c:v>0.21339551405320747</c:v>
                </c:pt>
                <c:pt idx="356">
                  <c:v>0.20905022054682829</c:v>
                </c:pt>
                <c:pt idx="357">
                  <c:v>0.21594132239495831</c:v>
                </c:pt>
                <c:pt idx="358">
                  <c:v>0.2174109168392388</c:v>
                </c:pt>
                <c:pt idx="359">
                  <c:v>0.2134311737216523</c:v>
                </c:pt>
                <c:pt idx="360">
                  <c:v>0.2217559246341925</c:v>
                </c:pt>
                <c:pt idx="361">
                  <c:v>0.22311133285406518</c:v>
                </c:pt>
                <c:pt idx="362">
                  <c:v>0.22364002446679043</c:v>
                </c:pt>
                <c:pt idx="363">
                  <c:v>0.22391700855273522</c:v>
                </c:pt>
                <c:pt idx="364">
                  <c:v>0.23450963332788288</c:v>
                </c:pt>
                <c:pt idx="365">
                  <c:v>0.23879640007808056</c:v>
                </c:pt>
                <c:pt idx="366">
                  <c:v>0.24072248846871075</c:v>
                </c:pt>
                <c:pt idx="367">
                  <c:v>0.23881426170511738</c:v>
                </c:pt>
                <c:pt idx="368">
                  <c:v>0.23344033669901859</c:v>
                </c:pt>
                <c:pt idx="369">
                  <c:v>0.23149303614261754</c:v>
                </c:pt>
                <c:pt idx="370">
                  <c:v>0.23191251138368268</c:v>
                </c:pt>
                <c:pt idx="371">
                  <c:v>0.23608456965950794</c:v>
                </c:pt>
                <c:pt idx="372">
                  <c:v>0.23639344999248041</c:v>
                </c:pt>
                <c:pt idx="373">
                  <c:v>0.23230918057921482</c:v>
                </c:pt>
                <c:pt idx="374">
                  <c:v>0.22813286630530125</c:v>
                </c:pt>
                <c:pt idx="375">
                  <c:v>0.2227793124390563</c:v>
                </c:pt>
                <c:pt idx="376">
                  <c:v>0.21525374640419723</c:v>
                </c:pt>
                <c:pt idx="377">
                  <c:v>0.21436705922319024</c:v>
                </c:pt>
                <c:pt idx="378">
                  <c:v>0.2162606612921574</c:v>
                </c:pt>
                <c:pt idx="379">
                  <c:v>0.2177877693616003</c:v>
                </c:pt>
                <c:pt idx="380">
                  <c:v>0.22204210744110514</c:v>
                </c:pt>
                <c:pt idx="381">
                  <c:v>0.21880655526255499</c:v>
                </c:pt>
                <c:pt idx="382">
                  <c:v>0.21503872185058126</c:v>
                </c:pt>
                <c:pt idx="383">
                  <c:v>0.21639473031878981</c:v>
                </c:pt>
                <c:pt idx="384">
                  <c:v>0.22221978094854999</c:v>
                </c:pt>
                <c:pt idx="385">
                  <c:v>0.2219806091165373</c:v>
                </c:pt>
                <c:pt idx="386">
                  <c:v>0.21626952428100504</c:v>
                </c:pt>
                <c:pt idx="387">
                  <c:v>0.21604464141149846</c:v>
                </c:pt>
                <c:pt idx="388">
                  <c:v>0.21357523586570842</c:v>
                </c:pt>
                <c:pt idx="389">
                  <c:v>0.21352633936496224</c:v>
                </c:pt>
                <c:pt idx="390">
                  <c:v>0.21686592695813706</c:v>
                </c:pt>
                <c:pt idx="391">
                  <c:v>0.22332710178344239</c:v>
                </c:pt>
                <c:pt idx="392">
                  <c:v>0.21826567386088278</c:v>
                </c:pt>
                <c:pt idx="393">
                  <c:v>0.22013358564019411</c:v>
                </c:pt>
                <c:pt idx="394">
                  <c:v>0.22062904825111185</c:v>
                </c:pt>
                <c:pt idx="395">
                  <c:v>0.22461059720055654</c:v>
                </c:pt>
                <c:pt idx="396">
                  <c:v>0.22638645394551929</c:v>
                </c:pt>
                <c:pt idx="397">
                  <c:v>0.22491575565472269</c:v>
                </c:pt>
                <c:pt idx="398">
                  <c:v>0.2271317148187364</c:v>
                </c:pt>
                <c:pt idx="399">
                  <c:v>0.2251917579785587</c:v>
                </c:pt>
                <c:pt idx="400">
                  <c:v>0.23576822183028812</c:v>
                </c:pt>
                <c:pt idx="401">
                  <c:v>0.24116996851632039</c:v>
                </c:pt>
                <c:pt idx="402">
                  <c:v>0.23808055137332557</c:v>
                </c:pt>
                <c:pt idx="403">
                  <c:v>0.23941731798244797</c:v>
                </c:pt>
                <c:pt idx="404">
                  <c:v>0.24355507732228499</c:v>
                </c:pt>
                <c:pt idx="405">
                  <c:v>0.25296801573010463</c:v>
                </c:pt>
                <c:pt idx="406">
                  <c:v>0.2514547150680056</c:v>
                </c:pt>
                <c:pt idx="407">
                  <c:v>0.24773165611241438</c:v>
                </c:pt>
                <c:pt idx="408">
                  <c:v>0.24059206501813007</c:v>
                </c:pt>
                <c:pt idx="409">
                  <c:v>0.24410482340842166</c:v>
                </c:pt>
                <c:pt idx="410">
                  <c:v>0.23603681091761325</c:v>
                </c:pt>
                <c:pt idx="411">
                  <c:v>0.23579506005249601</c:v>
                </c:pt>
                <c:pt idx="412">
                  <c:v>0.23596507954584897</c:v>
                </c:pt>
                <c:pt idx="413">
                  <c:v>0.22641955747168596</c:v>
                </c:pt>
                <c:pt idx="414">
                  <c:v>0.2184247549304637</c:v>
                </c:pt>
                <c:pt idx="415">
                  <c:v>0.2137433282906043</c:v>
                </c:pt>
                <c:pt idx="416">
                  <c:v>0.21543502309727464</c:v>
                </c:pt>
                <c:pt idx="417">
                  <c:v>0.21458257211443549</c:v>
                </c:pt>
                <c:pt idx="418">
                  <c:v>0.21167947612440366</c:v>
                </c:pt>
                <c:pt idx="419">
                  <c:v>0.2269552282430293</c:v>
                </c:pt>
                <c:pt idx="420">
                  <c:v>0.22364838385745789</c:v>
                </c:pt>
                <c:pt idx="421">
                  <c:v>0.20953358917114645</c:v>
                </c:pt>
                <c:pt idx="422">
                  <c:v>0.21115732620117036</c:v>
                </c:pt>
                <c:pt idx="423">
                  <c:v>0.21697403948328098</c:v>
                </c:pt>
                <c:pt idx="424">
                  <c:v>0.22634413135098364</c:v>
                </c:pt>
                <c:pt idx="425">
                  <c:v>0.22623504723743143</c:v>
                </c:pt>
                <c:pt idx="426">
                  <c:v>0.22851691332961049</c:v>
                </c:pt>
                <c:pt idx="427">
                  <c:v>0.24619884229254629</c:v>
                </c:pt>
                <c:pt idx="428">
                  <c:v>0.24927767200444012</c:v>
                </c:pt>
                <c:pt idx="429">
                  <c:v>0.25156099971827339</c:v>
                </c:pt>
                <c:pt idx="430">
                  <c:v>0.26930338420146438</c:v>
                </c:pt>
                <c:pt idx="431">
                  <c:v>0.26024958420762861</c:v>
                </c:pt>
                <c:pt idx="432">
                  <c:v>0.28690297740536741</c:v>
                </c:pt>
                <c:pt idx="433">
                  <c:v>0.28318826088427629</c:v>
                </c:pt>
                <c:pt idx="434">
                  <c:v>0.27584118055729384</c:v>
                </c:pt>
                <c:pt idx="435">
                  <c:v>0.25443747791627719</c:v>
                </c:pt>
                <c:pt idx="436">
                  <c:v>0.21364153448134721</c:v>
                </c:pt>
                <c:pt idx="437">
                  <c:v>0.18684157556139377</c:v>
                </c:pt>
                <c:pt idx="438">
                  <c:v>0.20295214636798972</c:v>
                </c:pt>
                <c:pt idx="439">
                  <c:v>0.18522827674819528</c:v>
                </c:pt>
                <c:pt idx="440">
                  <c:v>0.1569495212717601</c:v>
                </c:pt>
                <c:pt idx="441">
                  <c:v>0.19573311562811266</c:v>
                </c:pt>
                <c:pt idx="442">
                  <c:v>0.25344100463637592</c:v>
                </c:pt>
                <c:pt idx="443">
                  <c:v>0.22345390170098928</c:v>
                </c:pt>
                <c:pt idx="444">
                  <c:v>0.19210692513897087</c:v>
                </c:pt>
                <c:pt idx="445">
                  <c:v>0.18859045419576523</c:v>
                </c:pt>
                <c:pt idx="446">
                  <c:v>0.22999368023282066</c:v>
                </c:pt>
                <c:pt idx="447">
                  <c:v>0.20472589503740532</c:v>
                </c:pt>
                <c:pt idx="448">
                  <c:v>0.1927586201832989</c:v>
                </c:pt>
                <c:pt idx="449">
                  <c:v>0.20359925900800155</c:v>
                </c:pt>
                <c:pt idx="450">
                  <c:v>0.22304530723272603</c:v>
                </c:pt>
                <c:pt idx="451">
                  <c:v>0.21923237041471669</c:v>
                </c:pt>
                <c:pt idx="452">
                  <c:v>0.22336644348369944</c:v>
                </c:pt>
                <c:pt idx="453">
                  <c:v>0.2123420282028988</c:v>
                </c:pt>
                <c:pt idx="454">
                  <c:v>0.21769459522018464</c:v>
                </c:pt>
                <c:pt idx="455">
                  <c:v>0.19977410211838947</c:v>
                </c:pt>
                <c:pt idx="456">
                  <c:v>0.17934036960483585</c:v>
                </c:pt>
                <c:pt idx="457">
                  <c:v>0.20124899025172641</c:v>
                </c:pt>
                <c:pt idx="458">
                  <c:v>0.2115031260458464</c:v>
                </c:pt>
                <c:pt idx="459">
                  <c:v>0.20748236680644419</c:v>
                </c:pt>
                <c:pt idx="460">
                  <c:v>0.20149412493205679</c:v>
                </c:pt>
                <c:pt idx="461">
                  <c:v>0.19188767171713486</c:v>
                </c:pt>
                <c:pt idx="462">
                  <c:v>0.21313739031257595</c:v>
                </c:pt>
                <c:pt idx="463">
                  <c:v>0.21890003461498894</c:v>
                </c:pt>
                <c:pt idx="464">
                  <c:v>0.19923907252863057</c:v>
                </c:pt>
                <c:pt idx="465">
                  <c:v>0.19693581829745294</c:v>
                </c:pt>
                <c:pt idx="466">
                  <c:v>0.21109736156196937</c:v>
                </c:pt>
                <c:pt idx="467">
                  <c:v>0.20288465446205028</c:v>
                </c:pt>
                <c:pt idx="468">
                  <c:v>0.20610284776393537</c:v>
                </c:pt>
                <c:pt idx="469">
                  <c:v>0.21059025175947044</c:v>
                </c:pt>
                <c:pt idx="470">
                  <c:v>0.22277094796153848</c:v>
                </c:pt>
                <c:pt idx="471">
                  <c:v>0.2285765278239488</c:v>
                </c:pt>
                <c:pt idx="472">
                  <c:v>0.22373662544969466</c:v>
                </c:pt>
                <c:pt idx="473">
                  <c:v>0.20875578093406269</c:v>
                </c:pt>
                <c:pt idx="474">
                  <c:v>0.20809454041513775</c:v>
                </c:pt>
                <c:pt idx="475">
                  <c:v>0.21924483658919688</c:v>
                </c:pt>
                <c:pt idx="476">
                  <c:v>0.23023824582177321</c:v>
                </c:pt>
                <c:pt idx="477">
                  <c:v>0.22834071500875402</c:v>
                </c:pt>
                <c:pt idx="478">
                  <c:v>0.227651704526207</c:v>
                </c:pt>
                <c:pt idx="479">
                  <c:v>0.23198964838170416</c:v>
                </c:pt>
                <c:pt idx="480">
                  <c:v>0.23791029110239154</c:v>
                </c:pt>
                <c:pt idx="481">
                  <c:v>0.22715367136026851</c:v>
                </c:pt>
                <c:pt idx="482">
                  <c:v>0.22262562173518163</c:v>
                </c:pt>
                <c:pt idx="483">
                  <c:v>0.2152378906917973</c:v>
                </c:pt>
                <c:pt idx="484">
                  <c:v>0.23022440619771067</c:v>
                </c:pt>
                <c:pt idx="485">
                  <c:v>0.22560608871834897</c:v>
                </c:pt>
                <c:pt idx="486">
                  <c:v>0.2211361190544251</c:v>
                </c:pt>
                <c:pt idx="487">
                  <c:v>0.22251161524615121</c:v>
                </c:pt>
                <c:pt idx="488">
                  <c:v>0.22278711227619027</c:v>
                </c:pt>
                <c:pt idx="489">
                  <c:v>0.22418382402492082</c:v>
                </c:pt>
                <c:pt idx="490">
                  <c:v>0.21874947571528522</c:v>
                </c:pt>
                <c:pt idx="491">
                  <c:v>0.22128998779806042</c:v>
                </c:pt>
                <c:pt idx="492">
                  <c:v>0.22715909563831022</c:v>
                </c:pt>
                <c:pt idx="493">
                  <c:v>0.23487364494445834</c:v>
                </c:pt>
                <c:pt idx="494">
                  <c:v>0.22988867407759617</c:v>
                </c:pt>
                <c:pt idx="495">
                  <c:v>0.23005542781305344</c:v>
                </c:pt>
                <c:pt idx="496">
                  <c:v>0.23510454047102528</c:v>
                </c:pt>
                <c:pt idx="497">
                  <c:v>0.24433012679088678</c:v>
                </c:pt>
                <c:pt idx="498">
                  <c:v>0.23604376972883018</c:v>
                </c:pt>
                <c:pt idx="499">
                  <c:v>0.24090843319475114</c:v>
                </c:pt>
                <c:pt idx="500">
                  <c:v>0.24307515334343149</c:v>
                </c:pt>
                <c:pt idx="501">
                  <c:v>0.2409826672968654</c:v>
                </c:pt>
                <c:pt idx="502">
                  <c:v>0.24220221252756474</c:v>
                </c:pt>
                <c:pt idx="503">
                  <c:v>0.24292294460861227</c:v>
                </c:pt>
                <c:pt idx="504">
                  <c:v>0.24675247473231585</c:v>
                </c:pt>
                <c:pt idx="505">
                  <c:v>0.26706103276245297</c:v>
                </c:pt>
                <c:pt idx="506">
                  <c:v>0.28884957258519267</c:v>
                </c:pt>
                <c:pt idx="507">
                  <c:v>0.31281868913684319</c:v>
                </c:pt>
                <c:pt idx="508">
                  <c:v>0.34855931989108857</c:v>
                </c:pt>
                <c:pt idx="509">
                  <c:v>0.39733883664519254</c:v>
                </c:pt>
                <c:pt idx="510">
                  <c:v>0.44763139971888094</c:v>
                </c:pt>
                <c:pt idx="511">
                  <c:v>0.5017253999376563</c:v>
                </c:pt>
                <c:pt idx="512">
                  <c:v>0.55340185759292337</c:v>
                </c:pt>
                <c:pt idx="513">
                  <c:v>0.58455777120968633</c:v>
                </c:pt>
                <c:pt idx="514">
                  <c:v>0.60606866396032555</c:v>
                </c:pt>
                <c:pt idx="515">
                  <c:v>0.6083792063232889</c:v>
                </c:pt>
                <c:pt idx="516">
                  <c:v>0.58400877119492822</c:v>
                </c:pt>
                <c:pt idx="517">
                  <c:v>0.555966606821784</c:v>
                </c:pt>
                <c:pt idx="518">
                  <c:v>0.52232451207473451</c:v>
                </c:pt>
                <c:pt idx="519">
                  <c:v>0.4864456682064755</c:v>
                </c:pt>
                <c:pt idx="520">
                  <c:v>0.45992757844437648</c:v>
                </c:pt>
                <c:pt idx="521">
                  <c:v>0.44303939821176253</c:v>
                </c:pt>
                <c:pt idx="522">
                  <c:v>0.41813259202233294</c:v>
                </c:pt>
                <c:pt idx="523">
                  <c:v>0.39717236777335252</c:v>
                </c:pt>
                <c:pt idx="524">
                  <c:v>0.39846050748479472</c:v>
                </c:pt>
                <c:pt idx="525">
                  <c:v>0.40167671267601945</c:v>
                </c:pt>
                <c:pt idx="526">
                  <c:v>0.41036278765255751</c:v>
                </c:pt>
                <c:pt idx="527">
                  <c:v>0.4097159708976717</c:v>
                </c:pt>
                <c:pt idx="528">
                  <c:v>0.41084759839893709</c:v>
                </c:pt>
                <c:pt idx="529">
                  <c:v>0.42971714073759215</c:v>
                </c:pt>
                <c:pt idx="530">
                  <c:v>0.45199754507246781</c:v>
                </c:pt>
                <c:pt idx="531">
                  <c:v>0.46817538396358949</c:v>
                </c:pt>
                <c:pt idx="532">
                  <c:v>0.46903770682725365</c:v>
                </c:pt>
                <c:pt idx="533">
                  <c:v>0.48627426169860588</c:v>
                </c:pt>
                <c:pt idx="534">
                  <c:v>0.50727288827615336</c:v>
                </c:pt>
                <c:pt idx="535">
                  <c:v>0.52037737429754305</c:v>
                </c:pt>
                <c:pt idx="536">
                  <c:v>0.55194039871789724</c:v>
                </c:pt>
                <c:pt idx="537">
                  <c:v>0.57279097760417508</c:v>
                </c:pt>
                <c:pt idx="538">
                  <c:v>0.59989659179400767</c:v>
                </c:pt>
                <c:pt idx="539">
                  <c:v>0.63045632655505168</c:v>
                </c:pt>
                <c:pt idx="540">
                  <c:v>0.67826241006990251</c:v>
                </c:pt>
                <c:pt idx="541">
                  <c:v>0.73497262487768777</c:v>
                </c:pt>
                <c:pt idx="542">
                  <c:v>0.785714974037793</c:v>
                </c:pt>
                <c:pt idx="543">
                  <c:v>0.84372850771832697</c:v>
                </c:pt>
                <c:pt idx="544">
                  <c:v>0.90897980192156314</c:v>
                </c:pt>
                <c:pt idx="545">
                  <c:v>0.99539244765236545</c:v>
                </c:pt>
                <c:pt idx="546">
                  <c:v>1.0463281785136549</c:v>
                </c:pt>
                <c:pt idx="547">
                  <c:v>1.1128760091225682</c:v>
                </c:pt>
                <c:pt idx="548">
                  <c:v>1.1509658016072952</c:v>
                </c:pt>
                <c:pt idx="549">
                  <c:v>1.1883356759070165</c:v>
                </c:pt>
                <c:pt idx="550">
                  <c:v>1.2221768224977263</c:v>
                </c:pt>
                <c:pt idx="551">
                  <c:v>1.2328299621397141</c:v>
                </c:pt>
                <c:pt idx="552">
                  <c:v>1.2485888344748053</c:v>
                </c:pt>
                <c:pt idx="553">
                  <c:v>1.2376257632174437</c:v>
                </c:pt>
                <c:pt idx="554">
                  <c:v>1.2107014308075377</c:v>
                </c:pt>
                <c:pt idx="555">
                  <c:v>1.1708262759502526</c:v>
                </c:pt>
                <c:pt idx="556">
                  <c:v>1.097482413334165</c:v>
                </c:pt>
                <c:pt idx="557">
                  <c:v>1.023217654468779</c:v>
                </c:pt>
                <c:pt idx="558">
                  <c:v>0.93957697590085532</c:v>
                </c:pt>
                <c:pt idx="559">
                  <c:v>0.86442610127730957</c:v>
                </c:pt>
                <c:pt idx="560">
                  <c:v>0.78347610878685436</c:v>
                </c:pt>
                <c:pt idx="561">
                  <c:v>0.73378281737387052</c:v>
                </c:pt>
                <c:pt idx="562">
                  <c:v>0.68140876941520823</c:v>
                </c:pt>
                <c:pt idx="563">
                  <c:v>0.60809512947240274</c:v>
                </c:pt>
                <c:pt idx="564">
                  <c:v>0.55460205583629707</c:v>
                </c:pt>
                <c:pt idx="565">
                  <c:v>0.52180614168127748</c:v>
                </c:pt>
                <c:pt idx="566">
                  <c:v>0.45028054996799827</c:v>
                </c:pt>
                <c:pt idx="567">
                  <c:v>0.40061708784520123</c:v>
                </c:pt>
                <c:pt idx="568">
                  <c:v>0.3754061829620855</c:v>
                </c:pt>
                <c:pt idx="569">
                  <c:v>0.335426428897597</c:v>
                </c:pt>
                <c:pt idx="570">
                  <c:v>0.32574860802070732</c:v>
                </c:pt>
                <c:pt idx="571">
                  <c:v>0.31366529702429913</c:v>
                </c:pt>
                <c:pt idx="572">
                  <c:v>0.25912505116692164</c:v>
                </c:pt>
                <c:pt idx="573">
                  <c:v>0.2442388483490181</c:v>
                </c:pt>
                <c:pt idx="574">
                  <c:v>0.29998145266553183</c:v>
                </c:pt>
                <c:pt idx="575">
                  <c:v>0.25602266594688311</c:v>
                </c:pt>
                <c:pt idx="576">
                  <c:v>0.21365092480700981</c:v>
                </c:pt>
                <c:pt idx="577">
                  <c:v>0.26695594521762356</c:v>
                </c:pt>
                <c:pt idx="578">
                  <c:v>0.27146934471383294</c:v>
                </c:pt>
                <c:pt idx="579">
                  <c:v>0.2822736723293473</c:v>
                </c:pt>
                <c:pt idx="580">
                  <c:v>0.35449686791095536</c:v>
                </c:pt>
                <c:pt idx="581">
                  <c:v>0.53370120530407406</c:v>
                </c:pt>
                <c:pt idx="582">
                  <c:v>0.42321493876896232</c:v>
                </c:pt>
                <c:pt idx="583">
                  <c:v>0.35738629383860165</c:v>
                </c:pt>
                <c:pt idx="584">
                  <c:v>0.38063507169229438</c:v>
                </c:pt>
                <c:pt idx="585">
                  <c:v>0.23510041673104487</c:v>
                </c:pt>
                <c:pt idx="586">
                  <c:v>-9.5948284393954614E-2</c:v>
                </c:pt>
                <c:pt idx="587">
                  <c:v>-3.3908596869266228E-2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F-57AB-4D59-AD3D-6260AFD7ADF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364648175"/>
        <c:axId val="1364652495"/>
      </c:scatterChart>
      <c:valAx>
        <c:axId val="1364648175"/>
        <c:scaling>
          <c:orientation val="maxMin"/>
          <c:max val="3000"/>
          <c:min val="900"/>
        </c:scaling>
        <c:delete val="0"/>
        <c:axPos val="b"/>
        <c:numFmt formatCode="General" sourceLinked="1"/>
        <c:majorTickMark val="out"/>
        <c:minorTickMark val="out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0" i="0" u="none" strike="noStrike" kern="1200" baseline="0">
                <a:solidFill>
                  <a:sysClr val="windowText" lastClr="000000"/>
                </a:solidFill>
                <a:latin typeface="Avenir LT Std 65 Medium" panose="020B0803020203020204" pitchFamily="34" charset="0"/>
                <a:ea typeface="+mn-ea"/>
                <a:cs typeface="+mn-cs"/>
              </a:defRPr>
            </a:pPr>
            <a:endParaRPr lang="en-US"/>
          </a:p>
        </c:txPr>
        <c:crossAx val="1364652495"/>
        <c:crosses val="autoZero"/>
        <c:crossBetween val="midCat"/>
        <c:majorUnit val="500"/>
      </c:valAx>
      <c:valAx>
        <c:axId val="1364652495"/>
        <c:scaling>
          <c:orientation val="minMax"/>
          <c:max val="10"/>
          <c:min val="0"/>
        </c:scaling>
        <c:delete val="1"/>
        <c:axPos val="r"/>
        <c:numFmt formatCode="General" sourceLinked="1"/>
        <c:majorTickMark val="out"/>
        <c:minorTickMark val="none"/>
        <c:tickLblPos val="nextTo"/>
        <c:crossAx val="1364648175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>
          <a:latin typeface="Avenir LT Std 45 Book" panose="020B0502020203020204" pitchFamily="34" charset="0"/>
        </a:defRPr>
      </a:pPr>
      <a:endParaRPr lang="en-US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Sheet3!$B$1</c:f>
              <c:strCache>
                <c:ptCount val="1"/>
                <c:pt idx="0">
                  <c:v>3D_1/O-PTIR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Sheet3!$A$2:$A$32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Sheet3!$B$2:$B$32</c:f>
              <c:numCache>
                <c:formatCode>General</c:formatCode>
                <c:ptCount val="31"/>
                <c:pt idx="0">
                  <c:v>8.0952742415794017</c:v>
                </c:pt>
                <c:pt idx="1">
                  <c:v>8.0703507795862937</c:v>
                </c:pt>
                <c:pt idx="2">
                  <c:v>8.0544307000710109</c:v>
                </c:pt>
                <c:pt idx="3">
                  <c:v>8.0527275179985462</c:v>
                </c:pt>
                <c:pt idx="4">
                  <c:v>8.050374192364643</c:v>
                </c:pt>
                <c:pt idx="5">
                  <c:v>8.0459416772758328</c:v>
                </c:pt>
                <c:pt idx="6">
                  <c:v>8.0576864120309573</c:v>
                </c:pt>
                <c:pt idx="7">
                  <c:v>8.0875979243958707</c:v>
                </c:pt>
                <c:pt idx="8">
                  <c:v>8.1135414159284895</c:v>
                </c:pt>
                <c:pt idx="9">
                  <c:v>8.1044355439235449</c:v>
                </c:pt>
                <c:pt idx="10">
                  <c:v>8.0859965802325</c:v>
                </c:pt>
                <c:pt idx="11">
                  <c:v>8.0923076577693767</c:v>
                </c:pt>
                <c:pt idx="12">
                  <c:v>8.1231428125257086</c:v>
                </c:pt>
                <c:pt idx="13">
                  <c:v>8.1873693672330461</c:v>
                </c:pt>
                <c:pt idx="14">
                  <c:v>8.2851964294452358</c:v>
                </c:pt>
                <c:pt idx="15">
                  <c:v>8.6722510870510696</c:v>
                </c:pt>
                <c:pt idx="16">
                  <c:v>8.8576181319745491</c:v>
                </c:pt>
                <c:pt idx="17">
                  <c:v>8.672150328830238</c:v>
                </c:pt>
                <c:pt idx="18">
                  <c:v>8.3636650330999132</c:v>
                </c:pt>
                <c:pt idx="19">
                  <c:v>8.1700852228860885</c:v>
                </c:pt>
                <c:pt idx="20">
                  <c:v>8.091829969436926</c:v>
                </c:pt>
                <c:pt idx="21">
                  <c:v>8.0581347109635519</c:v>
                </c:pt>
                <c:pt idx="22">
                  <c:v>8.0476131393438255</c:v>
                </c:pt>
                <c:pt idx="23">
                  <c:v>8.0611403585607615</c:v>
                </c:pt>
                <c:pt idx="24">
                  <c:v>8.0681751173692486</c:v>
                </c:pt>
                <c:pt idx="25">
                  <c:v>8.0595773837595246</c:v>
                </c:pt>
                <c:pt idx="26">
                  <c:v>8.0437940156085439</c:v>
                </c:pt>
                <c:pt idx="27">
                  <c:v>8.0222225290587392</c:v>
                </c:pt>
                <c:pt idx="28">
                  <c:v>8.0160086305998917</c:v>
                </c:pt>
                <c:pt idx="29">
                  <c:v>8.0248089603395396</c:v>
                </c:pt>
                <c:pt idx="30">
                  <c:v>8.0164160357450438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8384-4C1D-972B-6716FFB4FB94}"/>
            </c:ext>
          </c:extLst>
        </c:ser>
        <c:ser>
          <c:idx val="1"/>
          <c:order val="1"/>
          <c:tx>
            <c:strRef>
              <c:f>Sheet3!$C$1</c:f>
              <c:strCache>
                <c:ptCount val="1"/>
                <c:pt idx="0">
                  <c:v>3D_10/O-PTIR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Sheet3!$A$2:$A$32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Sheet3!$C$2:$C$32</c:f>
              <c:numCache>
                <c:formatCode>General</c:formatCode>
                <c:ptCount val="31"/>
                <c:pt idx="0">
                  <c:v>7.8923934584216084</c:v>
                </c:pt>
                <c:pt idx="1">
                  <c:v>7.8489335665848499</c:v>
                </c:pt>
                <c:pt idx="2">
                  <c:v>7.8365985416874695</c:v>
                </c:pt>
                <c:pt idx="3">
                  <c:v>7.8387406198595384</c:v>
                </c:pt>
                <c:pt idx="4">
                  <c:v>7.8519172151153445</c:v>
                </c:pt>
                <c:pt idx="5">
                  <c:v>7.8403196739799856</c:v>
                </c:pt>
                <c:pt idx="6">
                  <c:v>7.8669475679951297</c:v>
                </c:pt>
                <c:pt idx="7">
                  <c:v>7.9215663414155921</c:v>
                </c:pt>
                <c:pt idx="8">
                  <c:v>7.9409684416470601</c:v>
                </c:pt>
                <c:pt idx="9">
                  <c:v>7.9105513585818219</c:v>
                </c:pt>
                <c:pt idx="10">
                  <c:v>7.8902735688802847</c:v>
                </c:pt>
                <c:pt idx="11">
                  <c:v>7.9027445471760176</c:v>
                </c:pt>
                <c:pt idx="12">
                  <c:v>7.9580249374590881</c:v>
                </c:pt>
                <c:pt idx="13">
                  <c:v>8.069462232986373</c:v>
                </c:pt>
                <c:pt idx="14">
                  <c:v>8.2508248705316873</c:v>
                </c:pt>
                <c:pt idx="15">
                  <c:v>8.7535600355746794</c:v>
                </c:pt>
                <c:pt idx="16">
                  <c:v>8.9187568537107982</c:v>
                </c:pt>
                <c:pt idx="17">
                  <c:v>8.7149870580078836</c:v>
                </c:pt>
                <c:pt idx="18">
                  <c:v>8.3310025412600357</c:v>
                </c:pt>
                <c:pt idx="19">
                  <c:v>8.0403261839733808</c:v>
                </c:pt>
                <c:pt idx="20">
                  <c:v>7.903934599302648</c:v>
                </c:pt>
                <c:pt idx="21">
                  <c:v>7.8608069391576638</c:v>
                </c:pt>
                <c:pt idx="22">
                  <c:v>7.7909871772699946</c:v>
                </c:pt>
                <c:pt idx="23">
                  <c:v>7.7977622318011521</c:v>
                </c:pt>
                <c:pt idx="24">
                  <c:v>7.8707888768436769</c:v>
                </c:pt>
                <c:pt idx="25">
                  <c:v>7.8723750365920262</c:v>
                </c:pt>
                <c:pt idx="26">
                  <c:v>7.8570367719837666</c:v>
                </c:pt>
                <c:pt idx="27">
                  <c:v>7.8224700378052141</c:v>
                </c:pt>
                <c:pt idx="28">
                  <c:v>7.7927920490101732</c:v>
                </c:pt>
                <c:pt idx="29">
                  <c:v>7.7851781690118393</c:v>
                </c:pt>
                <c:pt idx="30">
                  <c:v>7.7527150992052398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8384-4C1D-972B-6716FFB4FB94}"/>
            </c:ext>
          </c:extLst>
        </c:ser>
        <c:ser>
          <c:idx val="2"/>
          <c:order val="2"/>
          <c:tx>
            <c:strRef>
              <c:f>Sheet3!$D$1</c:f>
              <c:strCache>
                <c:ptCount val="1"/>
                <c:pt idx="0">
                  <c:v>3D_11/O-PTIR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Sheet3!$A$2:$A$32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Sheet3!$D$2:$D$32</c:f>
              <c:numCache>
                <c:formatCode>General</c:formatCode>
                <c:ptCount val="31"/>
                <c:pt idx="0">
                  <c:v>7.6319553641511302</c:v>
                </c:pt>
                <c:pt idx="1">
                  <c:v>7.618993962733307</c:v>
                </c:pt>
                <c:pt idx="2">
                  <c:v>7.6238091200446476</c:v>
                </c:pt>
                <c:pt idx="3">
                  <c:v>7.6114434582203812</c:v>
                </c:pt>
                <c:pt idx="4">
                  <c:v>7.6085817545564938</c:v>
                </c:pt>
                <c:pt idx="5">
                  <c:v>7.6035361443728675</c:v>
                </c:pt>
                <c:pt idx="6">
                  <c:v>7.6050628494077497</c:v>
                </c:pt>
                <c:pt idx="7">
                  <c:v>7.6165321742144485</c:v>
                </c:pt>
                <c:pt idx="8">
                  <c:v>7.6219525505770367</c:v>
                </c:pt>
                <c:pt idx="9">
                  <c:v>7.6374143487345458</c:v>
                </c:pt>
                <c:pt idx="10">
                  <c:v>7.6282139393318991</c:v>
                </c:pt>
                <c:pt idx="11">
                  <c:v>7.6216140315519247</c:v>
                </c:pt>
                <c:pt idx="12">
                  <c:v>7.6291028735079927</c:v>
                </c:pt>
                <c:pt idx="13">
                  <c:v>7.65476958519971</c:v>
                </c:pt>
                <c:pt idx="14">
                  <c:v>7.7139033940808659</c:v>
                </c:pt>
                <c:pt idx="15">
                  <c:v>7.9456570952954912</c:v>
                </c:pt>
                <c:pt idx="16">
                  <c:v>8.1851584744133117</c:v>
                </c:pt>
                <c:pt idx="17">
                  <c:v>8.0965604365045447</c:v>
                </c:pt>
                <c:pt idx="18">
                  <c:v>7.8150426288380457</c:v>
                </c:pt>
                <c:pt idx="19">
                  <c:v>7.6713546814988005</c:v>
                </c:pt>
                <c:pt idx="20">
                  <c:v>7.6313867609086188</c:v>
                </c:pt>
                <c:pt idx="21">
                  <c:v>7.6084510982376523</c:v>
                </c:pt>
                <c:pt idx="22">
                  <c:v>7.5847119086735404</c:v>
                </c:pt>
                <c:pt idx="23">
                  <c:v>7.5460318236035429</c:v>
                </c:pt>
                <c:pt idx="24">
                  <c:v>7.5745769088628281</c:v>
                </c:pt>
                <c:pt idx="25">
                  <c:v>7.5846882728682115</c:v>
                </c:pt>
                <c:pt idx="26">
                  <c:v>7.5767252401860308</c:v>
                </c:pt>
                <c:pt idx="27">
                  <c:v>7.5553626362937223</c:v>
                </c:pt>
                <c:pt idx="28">
                  <c:v>7.5847144088239515</c:v>
                </c:pt>
                <c:pt idx="29">
                  <c:v>7.5874263673865521</c:v>
                </c:pt>
                <c:pt idx="30">
                  <c:v>7.5812375273997716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8384-4C1D-972B-6716FFB4FB94}"/>
            </c:ext>
          </c:extLst>
        </c:ser>
        <c:ser>
          <c:idx val="3"/>
          <c:order val="3"/>
          <c:tx>
            <c:strRef>
              <c:f>Sheet3!$E$1</c:f>
              <c:strCache>
                <c:ptCount val="1"/>
                <c:pt idx="0">
                  <c:v>3D_12/O-PTIR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Sheet3!$A$2:$A$32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Sheet3!$E$2:$E$32</c:f>
              <c:numCache>
                <c:formatCode>General</c:formatCode>
                <c:ptCount val="31"/>
                <c:pt idx="0">
                  <c:v>7.5736360427009499</c:v>
                </c:pt>
                <c:pt idx="1">
                  <c:v>7.5287627159945689</c:v>
                </c:pt>
                <c:pt idx="2">
                  <c:v>7.4972420526064996</c:v>
                </c:pt>
                <c:pt idx="3">
                  <c:v>7.4939943865332417</c:v>
                </c:pt>
                <c:pt idx="4">
                  <c:v>7.4884355429340248</c:v>
                </c:pt>
                <c:pt idx="5">
                  <c:v>7.4797266877164308</c:v>
                </c:pt>
                <c:pt idx="6">
                  <c:v>7.5071025896724191</c:v>
                </c:pt>
                <c:pt idx="7">
                  <c:v>7.5576269278138275</c:v>
                </c:pt>
                <c:pt idx="8">
                  <c:v>7.6048767044016445</c:v>
                </c:pt>
                <c:pt idx="9">
                  <c:v>7.5885347395339169</c:v>
                </c:pt>
                <c:pt idx="10">
                  <c:v>7.5583553446180058</c:v>
                </c:pt>
                <c:pt idx="11">
                  <c:v>7.5694377996209541</c:v>
                </c:pt>
                <c:pt idx="12">
                  <c:v>7.630764016639966</c:v>
                </c:pt>
                <c:pt idx="13">
                  <c:v>7.7518537437330295</c:v>
                </c:pt>
                <c:pt idx="14">
                  <c:v>7.9809680628985431</c:v>
                </c:pt>
                <c:pt idx="15">
                  <c:v>8.4084442970741051</c:v>
                </c:pt>
                <c:pt idx="16">
                  <c:v>8.4959347938079954</c:v>
                </c:pt>
                <c:pt idx="17">
                  <c:v>8.3291869399082543</c:v>
                </c:pt>
                <c:pt idx="18">
                  <c:v>7.973571894181811</c:v>
                </c:pt>
                <c:pt idx="19">
                  <c:v>7.6779856457672588</c:v>
                </c:pt>
                <c:pt idx="20">
                  <c:v>7.552208504839891</c:v>
                </c:pt>
                <c:pt idx="21">
                  <c:v>7.4966510443105543</c:v>
                </c:pt>
                <c:pt idx="22">
                  <c:v>7.4562882045437515</c:v>
                </c:pt>
                <c:pt idx="23">
                  <c:v>7.4419631466227294</c:v>
                </c:pt>
                <c:pt idx="24">
                  <c:v>7.5050207380944647</c:v>
                </c:pt>
                <c:pt idx="25">
                  <c:v>7.5137913822167679</c:v>
                </c:pt>
                <c:pt idx="26">
                  <c:v>7.4841650237740733</c:v>
                </c:pt>
                <c:pt idx="27">
                  <c:v>7.4445516672193062</c:v>
                </c:pt>
                <c:pt idx="28">
                  <c:v>7.4101024085918956</c:v>
                </c:pt>
                <c:pt idx="29">
                  <c:v>7.3971283254416607</c:v>
                </c:pt>
                <c:pt idx="30">
                  <c:v>7.3886880754395543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3-8384-4C1D-972B-6716FFB4FB94}"/>
            </c:ext>
          </c:extLst>
        </c:ser>
        <c:ser>
          <c:idx val="4"/>
          <c:order val="4"/>
          <c:tx>
            <c:strRef>
              <c:f>Sheet3!$F$1</c:f>
              <c:strCache>
                <c:ptCount val="1"/>
                <c:pt idx="0">
                  <c:v>3D_13/O-PTIR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Sheet3!$A$2:$A$32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Sheet3!$F$2:$F$32</c:f>
              <c:numCache>
                <c:formatCode>General</c:formatCode>
                <c:ptCount val="31"/>
                <c:pt idx="0">
                  <c:v>7.391646650047595</c:v>
                </c:pt>
                <c:pt idx="1">
                  <c:v>7.3499368853311653</c:v>
                </c:pt>
                <c:pt idx="2">
                  <c:v>7.3198942283489714</c:v>
                </c:pt>
                <c:pt idx="3">
                  <c:v>7.3191782258980069</c:v>
                </c:pt>
                <c:pt idx="4">
                  <c:v>7.3295264006576</c:v>
                </c:pt>
                <c:pt idx="5">
                  <c:v>7.3300371104746036</c:v>
                </c:pt>
                <c:pt idx="6">
                  <c:v>7.3414998928283195</c:v>
                </c:pt>
                <c:pt idx="7">
                  <c:v>7.3902334513161447</c:v>
                </c:pt>
                <c:pt idx="8">
                  <c:v>7.4404807338037839</c:v>
                </c:pt>
                <c:pt idx="9">
                  <c:v>7.4297921272865732</c:v>
                </c:pt>
                <c:pt idx="10">
                  <c:v>7.3922182553776814</c:v>
                </c:pt>
                <c:pt idx="11">
                  <c:v>7.4018155374728911</c:v>
                </c:pt>
                <c:pt idx="12">
                  <c:v>7.4594274876625448</c:v>
                </c:pt>
                <c:pt idx="13">
                  <c:v>7.5673459715220694</c:v>
                </c:pt>
                <c:pt idx="14">
                  <c:v>7.7487247564815114</c:v>
                </c:pt>
                <c:pt idx="15">
                  <c:v>8.1186936706140571</c:v>
                </c:pt>
                <c:pt idx="16">
                  <c:v>8.2251631811827099</c:v>
                </c:pt>
                <c:pt idx="17">
                  <c:v>8.0845625024250456</c:v>
                </c:pt>
                <c:pt idx="18">
                  <c:v>7.772096363204442</c:v>
                </c:pt>
                <c:pt idx="19">
                  <c:v>7.5314831985866384</c:v>
                </c:pt>
                <c:pt idx="20">
                  <c:v>7.4084279445377987</c:v>
                </c:pt>
                <c:pt idx="21">
                  <c:v>7.3517489793818047</c:v>
                </c:pt>
                <c:pt idx="22">
                  <c:v>7.3173899815536485</c:v>
                </c:pt>
                <c:pt idx="23">
                  <c:v>7.3265746747845215</c:v>
                </c:pt>
                <c:pt idx="24">
                  <c:v>7.3804155387109756</c:v>
                </c:pt>
                <c:pt idx="25">
                  <c:v>7.3443556671600216</c:v>
                </c:pt>
                <c:pt idx="26">
                  <c:v>7.300225433614191</c:v>
                </c:pt>
                <c:pt idx="27">
                  <c:v>7.2833221615560868</c:v>
                </c:pt>
                <c:pt idx="28">
                  <c:v>7.2346860918517137</c:v>
                </c:pt>
                <c:pt idx="29">
                  <c:v>7.1957518984525111</c:v>
                </c:pt>
                <c:pt idx="30">
                  <c:v>7.2008571739543408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4-8384-4C1D-972B-6716FFB4FB94}"/>
            </c:ext>
          </c:extLst>
        </c:ser>
        <c:ser>
          <c:idx val="5"/>
          <c:order val="5"/>
          <c:tx>
            <c:strRef>
              <c:f>Sheet3!$G$1</c:f>
              <c:strCache>
                <c:ptCount val="1"/>
                <c:pt idx="0">
                  <c:v>3D_5/O-PTIR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Sheet3!$A$2:$A$32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Sheet3!$G$2:$G$32</c:f>
              <c:numCache>
                <c:formatCode>General</c:formatCode>
                <c:ptCount val="31"/>
                <c:pt idx="0">
                  <c:v>7.2073847610180266</c:v>
                </c:pt>
                <c:pt idx="1">
                  <c:v>7.1667222341713943</c:v>
                </c:pt>
                <c:pt idx="2">
                  <c:v>7.1438632584596</c:v>
                </c:pt>
                <c:pt idx="3">
                  <c:v>7.1362166131226878</c:v>
                </c:pt>
                <c:pt idx="4">
                  <c:v>7.1401219651589862</c:v>
                </c:pt>
                <c:pt idx="5">
                  <c:v>7.1297588012975375</c:v>
                </c:pt>
                <c:pt idx="6">
                  <c:v>7.1576733027144295</c:v>
                </c:pt>
                <c:pt idx="7">
                  <c:v>7.2149043460713562</c:v>
                </c:pt>
                <c:pt idx="8">
                  <c:v>7.271189494600856</c:v>
                </c:pt>
                <c:pt idx="9">
                  <c:v>7.2454861310558263</c:v>
                </c:pt>
                <c:pt idx="10">
                  <c:v>7.2136353757326441</c:v>
                </c:pt>
                <c:pt idx="11">
                  <c:v>7.2328654404003334</c:v>
                </c:pt>
                <c:pt idx="12">
                  <c:v>7.2734895530009123</c:v>
                </c:pt>
                <c:pt idx="13">
                  <c:v>7.3747697312268325</c:v>
                </c:pt>
                <c:pt idx="14">
                  <c:v>7.5521007550631403</c:v>
                </c:pt>
                <c:pt idx="15">
                  <c:v>7.9090073851279676</c:v>
                </c:pt>
                <c:pt idx="16">
                  <c:v>8.0132502133225856</c:v>
                </c:pt>
                <c:pt idx="17">
                  <c:v>7.8939606159639837</c:v>
                </c:pt>
                <c:pt idx="18">
                  <c:v>7.6039558554290609</c:v>
                </c:pt>
                <c:pt idx="19">
                  <c:v>7.3418084878060839</c:v>
                </c:pt>
                <c:pt idx="20">
                  <c:v>7.2112101784836531</c:v>
                </c:pt>
                <c:pt idx="21">
                  <c:v>7.1578512015583211</c:v>
                </c:pt>
                <c:pt idx="22">
                  <c:v>7.1089028850875753</c:v>
                </c:pt>
                <c:pt idx="23">
                  <c:v>7.1176644464898651</c:v>
                </c:pt>
                <c:pt idx="24">
                  <c:v>7.1645803257343141</c:v>
                </c:pt>
                <c:pt idx="25">
                  <c:v>7.1727030823510134</c:v>
                </c:pt>
                <c:pt idx="26">
                  <c:v>7.1278662315113204</c:v>
                </c:pt>
                <c:pt idx="27">
                  <c:v>7.0808271709697745</c:v>
                </c:pt>
                <c:pt idx="28">
                  <c:v>7.0411658813247993</c:v>
                </c:pt>
                <c:pt idx="29">
                  <c:v>7.0274003081692236</c:v>
                </c:pt>
                <c:pt idx="30">
                  <c:v>7.034198250044005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5-8384-4C1D-972B-6716FFB4FB94}"/>
            </c:ext>
          </c:extLst>
        </c:ser>
        <c:ser>
          <c:idx val="6"/>
          <c:order val="6"/>
          <c:tx>
            <c:strRef>
              <c:f>Sheet3!$H$1</c:f>
              <c:strCache>
                <c:ptCount val="1"/>
                <c:pt idx="0">
                  <c:v>3D_6/O-PTIR (mV) []</c:v>
                </c:pt>
              </c:strCache>
            </c:strRef>
          </c:tx>
          <c:spPr>
            <a:ln w="19050" cap="rnd">
              <a:solidFill>
                <a:schemeClr val="accent1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Sheet3!$A$2:$A$32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Sheet3!$H$2:$H$32</c:f>
              <c:numCache>
                <c:formatCode>General</c:formatCode>
                <c:ptCount val="31"/>
                <c:pt idx="0">
                  <c:v>6.9678993731652996</c:v>
                </c:pt>
                <c:pt idx="1">
                  <c:v>6.9455103828655176</c:v>
                </c:pt>
                <c:pt idx="2">
                  <c:v>6.9346134897147502</c:v>
                </c:pt>
                <c:pt idx="3">
                  <c:v>6.9272535248156144</c:v>
                </c:pt>
                <c:pt idx="4">
                  <c:v>6.9333467682770111</c:v>
                </c:pt>
                <c:pt idx="5">
                  <c:v>6.9292817852183655</c:v>
                </c:pt>
                <c:pt idx="6">
                  <c:v>6.9595024567848176</c:v>
                </c:pt>
                <c:pt idx="7">
                  <c:v>7.0058535868364</c:v>
                </c:pt>
                <c:pt idx="8">
                  <c:v>7.009484263578738</c:v>
                </c:pt>
                <c:pt idx="9">
                  <c:v>6.9894236054334451</c:v>
                </c:pt>
                <c:pt idx="10">
                  <c:v>6.9725521956368777</c:v>
                </c:pt>
                <c:pt idx="11">
                  <c:v>6.9741168062542762</c:v>
                </c:pt>
                <c:pt idx="12">
                  <c:v>7.0100960602302083</c:v>
                </c:pt>
                <c:pt idx="13">
                  <c:v>7.0863998904986998</c:v>
                </c:pt>
                <c:pt idx="14">
                  <c:v>7.2284691230124176</c:v>
                </c:pt>
                <c:pt idx="15">
                  <c:v>7.4380949857410394</c:v>
                </c:pt>
                <c:pt idx="16">
                  <c:v>7.4500812631573359</c:v>
                </c:pt>
                <c:pt idx="17">
                  <c:v>7.3422266687129234</c:v>
                </c:pt>
                <c:pt idx="18">
                  <c:v>7.207112310615285</c:v>
                </c:pt>
                <c:pt idx="19">
                  <c:v>7.0852240329827234</c:v>
                </c:pt>
                <c:pt idx="20">
                  <c:v>6.993510695011615</c:v>
                </c:pt>
                <c:pt idx="21">
                  <c:v>6.9401299980772944</c:v>
                </c:pt>
                <c:pt idx="22">
                  <c:v>6.8934513864872082</c:v>
                </c:pt>
                <c:pt idx="23">
                  <c:v>6.9084398811414642</c:v>
                </c:pt>
                <c:pt idx="24">
                  <c:v>6.9404459604853876</c:v>
                </c:pt>
                <c:pt idx="25">
                  <c:v>6.9585981444206153</c:v>
                </c:pt>
                <c:pt idx="26">
                  <c:v>6.9166638637846303</c:v>
                </c:pt>
                <c:pt idx="27">
                  <c:v>6.8762407462772979</c:v>
                </c:pt>
                <c:pt idx="28">
                  <c:v>6.8457088316362364</c:v>
                </c:pt>
                <c:pt idx="29">
                  <c:v>6.8287035159372689</c:v>
                </c:pt>
                <c:pt idx="30">
                  <c:v>6.8000992986908306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6-8384-4C1D-972B-6716FFB4FB94}"/>
            </c:ext>
          </c:extLst>
        </c:ser>
        <c:ser>
          <c:idx val="7"/>
          <c:order val="7"/>
          <c:tx>
            <c:strRef>
              <c:f>Sheet3!$I$1</c:f>
              <c:strCache>
                <c:ptCount val="1"/>
                <c:pt idx="0">
                  <c:v>3D_7/O-PTIR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Sheet3!$A$2:$A$32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Sheet3!$I$2:$I$32</c:f>
              <c:numCache>
                <c:formatCode>General</c:formatCode>
                <c:ptCount val="31"/>
                <c:pt idx="0">
                  <c:v>6.6638678766270409</c:v>
                </c:pt>
                <c:pt idx="1">
                  <c:v>6.6526101502736728</c:v>
                </c:pt>
                <c:pt idx="2">
                  <c:v>6.6410107098609634</c:v>
                </c:pt>
                <c:pt idx="3">
                  <c:v>6.6311701999359922</c:v>
                </c:pt>
                <c:pt idx="4">
                  <c:v>6.6344914448665655</c:v>
                </c:pt>
                <c:pt idx="5">
                  <c:v>6.6442351179473551</c:v>
                </c:pt>
                <c:pt idx="6">
                  <c:v>6.6605643394178005</c:v>
                </c:pt>
                <c:pt idx="7">
                  <c:v>6.6739807723546596</c:v>
                </c:pt>
                <c:pt idx="8">
                  <c:v>6.6761334963794896</c:v>
                </c:pt>
                <c:pt idx="9">
                  <c:v>6.6681095246955921</c:v>
                </c:pt>
                <c:pt idx="10">
                  <c:v>6.6649971358267441</c:v>
                </c:pt>
                <c:pt idx="11">
                  <c:v>6.6766011050922716</c:v>
                </c:pt>
                <c:pt idx="12">
                  <c:v>6.6977465192504573</c:v>
                </c:pt>
                <c:pt idx="13">
                  <c:v>6.7450226547009526</c:v>
                </c:pt>
                <c:pt idx="14">
                  <c:v>6.8218385867653266</c:v>
                </c:pt>
                <c:pt idx="15">
                  <c:v>7.1527394415667276</c:v>
                </c:pt>
                <c:pt idx="16">
                  <c:v>7.2908249467552277</c:v>
                </c:pt>
                <c:pt idx="17">
                  <c:v>7.0946587492628037</c:v>
                </c:pt>
                <c:pt idx="18">
                  <c:v>6.8579196216965368</c:v>
                </c:pt>
                <c:pt idx="19">
                  <c:v>6.7076570190546541</c:v>
                </c:pt>
                <c:pt idx="20">
                  <c:v>6.6737620595150151</c:v>
                </c:pt>
                <c:pt idx="21">
                  <c:v>6.6554491166425986</c:v>
                </c:pt>
                <c:pt idx="22">
                  <c:v>6.6309240856730725</c:v>
                </c:pt>
                <c:pt idx="23">
                  <c:v>6.6339309410889058</c:v>
                </c:pt>
                <c:pt idx="24">
                  <c:v>6.655862989491645</c:v>
                </c:pt>
                <c:pt idx="25">
                  <c:v>6.650321113370194</c:v>
                </c:pt>
                <c:pt idx="26">
                  <c:v>6.6273697073272659</c:v>
                </c:pt>
                <c:pt idx="27">
                  <c:v>6.6233031842196421</c:v>
                </c:pt>
                <c:pt idx="28">
                  <c:v>6.6195432905399603</c:v>
                </c:pt>
                <c:pt idx="29">
                  <c:v>6.6007134041767284</c:v>
                </c:pt>
                <c:pt idx="30">
                  <c:v>6.5951339089756864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7-8384-4C1D-972B-6716FFB4FB94}"/>
            </c:ext>
          </c:extLst>
        </c:ser>
        <c:ser>
          <c:idx val="8"/>
          <c:order val="8"/>
          <c:tx>
            <c:strRef>
              <c:f>Sheet3!$J$1</c:f>
              <c:strCache>
                <c:ptCount val="1"/>
                <c:pt idx="0">
                  <c:v>3D_8/O-PTIR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Sheet3!$A$2:$A$32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Sheet3!$J$2:$J$32</c:f>
              <c:numCache>
                <c:formatCode>General</c:formatCode>
                <c:ptCount val="31"/>
                <c:pt idx="0">
                  <c:v>6.4960702407944</c:v>
                </c:pt>
                <c:pt idx="1">
                  <c:v>6.4735562573366146</c:v>
                </c:pt>
                <c:pt idx="2">
                  <c:v>6.4606135414740891</c:v>
                </c:pt>
                <c:pt idx="3">
                  <c:v>6.4574152315782127</c:v>
                </c:pt>
                <c:pt idx="4">
                  <c:v>6.4602346813993874</c:v>
                </c:pt>
                <c:pt idx="5">
                  <c:v>6.4607882729239705</c:v>
                </c:pt>
                <c:pt idx="6">
                  <c:v>6.469639365003335</c:v>
                </c:pt>
                <c:pt idx="7">
                  <c:v>6.4882381402393898</c:v>
                </c:pt>
                <c:pt idx="8">
                  <c:v>6.500624813187164</c:v>
                </c:pt>
                <c:pt idx="9">
                  <c:v>6.4894984603969279</c:v>
                </c:pt>
                <c:pt idx="10">
                  <c:v>6.4809747491987277</c:v>
                </c:pt>
                <c:pt idx="11">
                  <c:v>6.4916090878248438</c:v>
                </c:pt>
                <c:pt idx="12">
                  <c:v>6.5183129847575296</c:v>
                </c:pt>
                <c:pt idx="13">
                  <c:v>6.57410799048637</c:v>
                </c:pt>
                <c:pt idx="14">
                  <c:v>6.6857755751130412</c:v>
                </c:pt>
                <c:pt idx="15">
                  <c:v>7.0773129392930221</c:v>
                </c:pt>
                <c:pt idx="16">
                  <c:v>7.1921378754424383</c:v>
                </c:pt>
                <c:pt idx="17">
                  <c:v>6.9977042191376899</c:v>
                </c:pt>
                <c:pt idx="18">
                  <c:v>6.720719654286623</c:v>
                </c:pt>
                <c:pt idx="19">
                  <c:v>6.5532900959259539</c:v>
                </c:pt>
                <c:pt idx="20">
                  <c:v>6.4870616485223049</c:v>
                </c:pt>
                <c:pt idx="21">
                  <c:v>6.458831322300405</c:v>
                </c:pt>
                <c:pt idx="22">
                  <c:v>6.4389534220782529</c:v>
                </c:pt>
                <c:pt idx="23">
                  <c:v>6.4382083555237246</c:v>
                </c:pt>
                <c:pt idx="24">
                  <c:v>6.4587108595570095</c:v>
                </c:pt>
                <c:pt idx="25">
                  <c:v>6.4559782292624366</c:v>
                </c:pt>
                <c:pt idx="26">
                  <c:v>6.4438474079715622</c:v>
                </c:pt>
                <c:pt idx="27">
                  <c:v>6.4303980768928666</c:v>
                </c:pt>
                <c:pt idx="28">
                  <c:v>6.4210360796645372</c:v>
                </c:pt>
                <c:pt idx="29">
                  <c:v>6.4159468522485641</c:v>
                </c:pt>
                <c:pt idx="30">
                  <c:v>6.4125702874358366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8-8384-4C1D-972B-6716FFB4FB94}"/>
            </c:ext>
          </c:extLst>
        </c:ser>
        <c:ser>
          <c:idx val="9"/>
          <c:order val="9"/>
          <c:tx>
            <c:strRef>
              <c:f>Sheet3!$K$1</c:f>
              <c:strCache>
                <c:ptCount val="1"/>
                <c:pt idx="0">
                  <c:v>3D_9/O-PTIR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Sheet3!$A$2:$A$32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Sheet3!$K$2:$K$32</c:f>
              <c:numCache>
                <c:formatCode>General</c:formatCode>
                <c:ptCount val="31"/>
                <c:pt idx="0">
                  <c:v>6.2287958031552346</c:v>
                </c:pt>
                <c:pt idx="1">
                  <c:v>6.2188277484729753</c:v>
                </c:pt>
                <c:pt idx="2">
                  <c:v>6.2142039244667258</c:v>
                </c:pt>
                <c:pt idx="3">
                  <c:v>6.2125479191000217</c:v>
                </c:pt>
                <c:pt idx="4">
                  <c:v>6.2128119523019878</c:v>
                </c:pt>
                <c:pt idx="5">
                  <c:v>6.2120552375124154</c:v>
                </c:pt>
                <c:pt idx="6">
                  <c:v>6.2153592413088141</c:v>
                </c:pt>
                <c:pt idx="7">
                  <c:v>6.2207253899107124</c:v>
                </c:pt>
                <c:pt idx="8">
                  <c:v>6.2250251177166316</c:v>
                </c:pt>
                <c:pt idx="9">
                  <c:v>6.2240177058434565</c:v>
                </c:pt>
                <c:pt idx="10">
                  <c:v>6.2233085648805293</c:v>
                </c:pt>
                <c:pt idx="11">
                  <c:v>6.2309079669618281</c:v>
                </c:pt>
                <c:pt idx="12">
                  <c:v>6.246915953600201</c:v>
                </c:pt>
                <c:pt idx="13">
                  <c:v>6.2733061685042495</c:v>
                </c:pt>
                <c:pt idx="14">
                  <c:v>6.3341335568397144</c:v>
                </c:pt>
                <c:pt idx="15">
                  <c:v>6.6223990870712122</c:v>
                </c:pt>
                <c:pt idx="16">
                  <c:v>6.7070545161069628</c:v>
                </c:pt>
                <c:pt idx="17">
                  <c:v>6.5690235793876983</c:v>
                </c:pt>
                <c:pt idx="18">
                  <c:v>6.3821481187189386</c:v>
                </c:pt>
                <c:pt idx="19">
                  <c:v>6.2779920846701458</c:v>
                </c:pt>
                <c:pt idx="20">
                  <c:v>6.241078154895022</c:v>
                </c:pt>
                <c:pt idx="21">
                  <c:v>6.2256587514117063</c:v>
                </c:pt>
                <c:pt idx="22">
                  <c:v>6.2177595899004672</c:v>
                </c:pt>
                <c:pt idx="23">
                  <c:v>6.2195340615995507</c:v>
                </c:pt>
                <c:pt idx="24">
                  <c:v>6.2221492766047062</c:v>
                </c:pt>
                <c:pt idx="25">
                  <c:v>6.2228164476314625</c:v>
                </c:pt>
                <c:pt idx="26">
                  <c:v>6.22400527108696</c:v>
                </c:pt>
                <c:pt idx="27">
                  <c:v>6.2161013807171654</c:v>
                </c:pt>
                <c:pt idx="28">
                  <c:v>6.2072185433415088</c:v>
                </c:pt>
                <c:pt idx="29">
                  <c:v>6.2056158688444514</c:v>
                </c:pt>
                <c:pt idx="30">
                  <c:v>6.203228587586282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9-8384-4C1D-972B-6716FFB4FB94}"/>
            </c:ext>
          </c:extLst>
        </c:ser>
        <c:ser>
          <c:idx val="10"/>
          <c:order val="10"/>
          <c:tx>
            <c:strRef>
              <c:f>Sheet3!$L$1</c:f>
              <c:strCache>
                <c:ptCount val="1"/>
                <c:pt idx="0">
                  <c:v>3E_1/O-PTIR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Sheet3!$A$2:$A$32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Sheet3!$L$2:$L$32</c:f>
              <c:numCache>
                <c:formatCode>General</c:formatCode>
                <c:ptCount val="31"/>
                <c:pt idx="0">
                  <c:v>5.1259595770701045</c:v>
                </c:pt>
                <c:pt idx="1">
                  <c:v>5.1020344812949361</c:v>
                </c:pt>
                <c:pt idx="2">
                  <c:v>5.0868450895350987</c:v>
                </c:pt>
                <c:pt idx="3">
                  <c:v>5.0825938710539402</c:v>
                </c:pt>
                <c:pt idx="4">
                  <c:v>5.0809333281241926</c:v>
                </c:pt>
                <c:pt idx="5">
                  <c:v>5.0773390280245216</c:v>
                </c:pt>
                <c:pt idx="6">
                  <c:v>5.0964532224091554</c:v>
                </c:pt>
                <c:pt idx="7">
                  <c:v>5.1413790959591239</c:v>
                </c:pt>
                <c:pt idx="8">
                  <c:v>5.1730884307170149</c:v>
                </c:pt>
                <c:pt idx="9">
                  <c:v>5.1585951961699088</c:v>
                </c:pt>
                <c:pt idx="10">
                  <c:v>5.1383626712559414</c:v>
                </c:pt>
                <c:pt idx="11">
                  <c:v>5.1614625936855187</c:v>
                </c:pt>
                <c:pt idx="12">
                  <c:v>5.228351253648305</c:v>
                </c:pt>
                <c:pt idx="13">
                  <c:v>5.3653244575246903</c:v>
                </c:pt>
                <c:pt idx="14">
                  <c:v>5.6323927565485326</c:v>
                </c:pt>
                <c:pt idx="15">
                  <c:v>5.9526688562493</c:v>
                </c:pt>
                <c:pt idx="16">
                  <c:v>5.8686326703775791</c:v>
                </c:pt>
                <c:pt idx="17">
                  <c:v>5.6909394085424223</c:v>
                </c:pt>
                <c:pt idx="18">
                  <c:v>5.4251728769864744</c:v>
                </c:pt>
                <c:pt idx="19">
                  <c:v>5.2275140859298936</c:v>
                </c:pt>
                <c:pt idx="20">
                  <c:v>5.1308984933596538</c:v>
                </c:pt>
                <c:pt idx="21">
                  <c:v>5.0799531474324056</c:v>
                </c:pt>
                <c:pt idx="22">
                  <c:v>5.0551396711681047</c:v>
                </c:pt>
                <c:pt idx="23">
                  <c:v>5.0638918240252098</c:v>
                </c:pt>
                <c:pt idx="24">
                  <c:v>5.0855638780110848</c:v>
                </c:pt>
                <c:pt idx="25">
                  <c:v>5.0878256652715326</c:v>
                </c:pt>
                <c:pt idx="26">
                  <c:v>5.0725582590050013</c:v>
                </c:pt>
                <c:pt idx="27">
                  <c:v>5.0484247567451286</c:v>
                </c:pt>
                <c:pt idx="28">
                  <c:v>5.0203507777829728</c:v>
                </c:pt>
                <c:pt idx="29">
                  <c:v>5.021258770876611</c:v>
                </c:pt>
                <c:pt idx="30">
                  <c:v>5.0125554281695495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A-8384-4C1D-972B-6716FFB4FB94}"/>
            </c:ext>
          </c:extLst>
        </c:ser>
        <c:ser>
          <c:idx val="11"/>
          <c:order val="11"/>
          <c:tx>
            <c:strRef>
              <c:f>Sheet3!$M$1</c:f>
              <c:strCache>
                <c:ptCount val="1"/>
                <c:pt idx="0">
                  <c:v>3E_10/O-PTIR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Sheet3!$A$2:$A$32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Sheet3!$M$2:$M$32</c:f>
              <c:numCache>
                <c:formatCode>General</c:formatCode>
                <c:ptCount val="31"/>
                <c:pt idx="0">
                  <c:v>4.9239825045439796</c:v>
                </c:pt>
                <c:pt idx="1">
                  <c:v>4.9008637956045131</c:v>
                </c:pt>
                <c:pt idx="2">
                  <c:v>4.8887648122360163</c:v>
                </c:pt>
                <c:pt idx="3">
                  <c:v>4.8842667623597267</c:v>
                </c:pt>
                <c:pt idx="4">
                  <c:v>4.8859203430797784</c:v>
                </c:pt>
                <c:pt idx="5">
                  <c:v>4.8863871347316206</c:v>
                </c:pt>
                <c:pt idx="6">
                  <c:v>4.9073640487955847</c:v>
                </c:pt>
                <c:pt idx="7">
                  <c:v>4.9366631867587412</c:v>
                </c:pt>
                <c:pt idx="8">
                  <c:v>4.9510612543725117</c:v>
                </c:pt>
                <c:pt idx="9">
                  <c:v>4.9370386095225935</c:v>
                </c:pt>
                <c:pt idx="10">
                  <c:v>4.9265183383095836</c:v>
                </c:pt>
                <c:pt idx="11">
                  <c:v>4.9411649099038257</c:v>
                </c:pt>
                <c:pt idx="12">
                  <c:v>4.9780966596292702</c:v>
                </c:pt>
                <c:pt idx="13">
                  <c:v>5.0570720709442778</c:v>
                </c:pt>
                <c:pt idx="14">
                  <c:v>5.1919284943277075</c:v>
                </c:pt>
                <c:pt idx="15">
                  <c:v>5.4955141101127234</c:v>
                </c:pt>
                <c:pt idx="16">
                  <c:v>5.4991271372987933</c:v>
                </c:pt>
                <c:pt idx="17">
                  <c:v>5.3300589756528671</c:v>
                </c:pt>
                <c:pt idx="18">
                  <c:v>5.128160548058756</c:v>
                </c:pt>
                <c:pt idx="19">
                  <c:v>4.9853853505808869</c:v>
                </c:pt>
                <c:pt idx="20">
                  <c:v>4.91932298511803</c:v>
                </c:pt>
                <c:pt idx="21">
                  <c:v>4.8902770308797896</c:v>
                </c:pt>
                <c:pt idx="22">
                  <c:v>4.868450644020994</c:v>
                </c:pt>
                <c:pt idx="23">
                  <c:v>4.8731239602445351</c:v>
                </c:pt>
                <c:pt idx="24">
                  <c:v>4.902493411918952</c:v>
                </c:pt>
                <c:pt idx="25">
                  <c:v>4.9002790846778375</c:v>
                </c:pt>
                <c:pt idx="26">
                  <c:v>4.8766279427731751</c:v>
                </c:pt>
                <c:pt idx="27">
                  <c:v>4.8575145808200828</c:v>
                </c:pt>
                <c:pt idx="28">
                  <c:v>4.8385565944637197</c:v>
                </c:pt>
                <c:pt idx="29">
                  <c:v>4.8264632899687792</c:v>
                </c:pt>
                <c:pt idx="30">
                  <c:v>4.8163950475403263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B-8384-4C1D-972B-6716FFB4FB94}"/>
            </c:ext>
          </c:extLst>
        </c:ser>
        <c:ser>
          <c:idx val="12"/>
          <c:order val="12"/>
          <c:tx>
            <c:strRef>
              <c:f>Sheet3!$N$1</c:f>
              <c:strCache>
                <c:ptCount val="1"/>
                <c:pt idx="0">
                  <c:v>3E_11/O-PTIR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Sheet3!$A$2:$A$32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Sheet3!$N$2:$N$32</c:f>
              <c:numCache>
                <c:formatCode>General</c:formatCode>
                <c:ptCount val="31"/>
                <c:pt idx="0">
                  <c:v>4.7177577225019096</c:v>
                </c:pt>
                <c:pt idx="1">
                  <c:v>4.7014087640418341</c:v>
                </c:pt>
                <c:pt idx="2">
                  <c:v>4.6960426934269686</c:v>
                </c:pt>
                <c:pt idx="3">
                  <c:v>4.696842808991927</c:v>
                </c:pt>
                <c:pt idx="4">
                  <c:v>4.6989814704805966</c:v>
                </c:pt>
                <c:pt idx="5">
                  <c:v>4.7068874472693123</c:v>
                </c:pt>
                <c:pt idx="6">
                  <c:v>4.7249464164127053</c:v>
                </c:pt>
                <c:pt idx="7">
                  <c:v>4.746398436199029</c:v>
                </c:pt>
                <c:pt idx="8">
                  <c:v>4.7572273428027891</c:v>
                </c:pt>
                <c:pt idx="9">
                  <c:v>4.7505266746541039</c:v>
                </c:pt>
                <c:pt idx="10">
                  <c:v>4.744791441513013</c:v>
                </c:pt>
                <c:pt idx="11">
                  <c:v>4.7477972875157874</c:v>
                </c:pt>
                <c:pt idx="12">
                  <c:v>4.7663206159392804</c:v>
                </c:pt>
                <c:pt idx="13">
                  <c:v>4.8173291611615854</c:v>
                </c:pt>
                <c:pt idx="14">
                  <c:v>4.8952179391933646</c:v>
                </c:pt>
                <c:pt idx="15">
                  <c:v>5.2312459114482328</c:v>
                </c:pt>
                <c:pt idx="16">
                  <c:v>5.4082283013907393</c:v>
                </c:pt>
                <c:pt idx="17">
                  <c:v>5.2539706010761567</c:v>
                </c:pt>
                <c:pt idx="18">
                  <c:v>4.9174424119580626</c:v>
                </c:pt>
                <c:pt idx="19">
                  <c:v>4.790042983770805</c:v>
                </c:pt>
                <c:pt idx="20">
                  <c:v>4.7496858226798375</c:v>
                </c:pt>
                <c:pt idx="21">
                  <c:v>4.7114088069850473</c:v>
                </c:pt>
                <c:pt idx="22">
                  <c:v>4.6767658130032999</c:v>
                </c:pt>
                <c:pt idx="23">
                  <c:v>4.6696857534935496</c:v>
                </c:pt>
                <c:pt idx="24">
                  <c:v>4.720889690336489</c:v>
                </c:pt>
                <c:pt idx="25">
                  <c:v>4.7404956410252739</c:v>
                </c:pt>
                <c:pt idx="26">
                  <c:v>4.7072373270998868</c:v>
                </c:pt>
                <c:pt idx="27">
                  <c:v>4.6756538044585545</c:v>
                </c:pt>
                <c:pt idx="28">
                  <c:v>4.631344084405363</c:v>
                </c:pt>
                <c:pt idx="29">
                  <c:v>4.6098412507198949</c:v>
                </c:pt>
                <c:pt idx="30">
                  <c:v>4.6244539830068927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C-8384-4C1D-972B-6716FFB4FB94}"/>
            </c:ext>
          </c:extLst>
        </c:ser>
        <c:ser>
          <c:idx val="13"/>
          <c:order val="13"/>
          <c:tx>
            <c:strRef>
              <c:f>Sheet3!$O$1</c:f>
              <c:strCache>
                <c:ptCount val="1"/>
                <c:pt idx="0">
                  <c:v>3E_12/O-PTIR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Sheet3!$A$2:$A$32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Sheet3!$O$2:$O$32</c:f>
              <c:numCache>
                <c:formatCode>General</c:formatCode>
                <c:ptCount val="31"/>
                <c:pt idx="0">
                  <c:v>4.607384761018027</c:v>
                </c:pt>
                <c:pt idx="1">
                  <c:v>4.5667222341713947</c:v>
                </c:pt>
                <c:pt idx="2">
                  <c:v>4.5438632584596004</c:v>
                </c:pt>
                <c:pt idx="3">
                  <c:v>4.5362166131226882</c:v>
                </c:pt>
                <c:pt idx="4">
                  <c:v>4.5401219651589866</c:v>
                </c:pt>
                <c:pt idx="5">
                  <c:v>4.5297588012975378</c:v>
                </c:pt>
                <c:pt idx="6">
                  <c:v>4.5576733027144298</c:v>
                </c:pt>
                <c:pt idx="7">
                  <c:v>4.6149043460713566</c:v>
                </c:pt>
                <c:pt idx="8">
                  <c:v>4.6711894946008563</c:v>
                </c:pt>
                <c:pt idx="9">
                  <c:v>4.6454861310558266</c:v>
                </c:pt>
                <c:pt idx="10">
                  <c:v>4.6136353757326445</c:v>
                </c:pt>
                <c:pt idx="11">
                  <c:v>4.6328654404003338</c:v>
                </c:pt>
                <c:pt idx="12">
                  <c:v>4.6734895530009126</c:v>
                </c:pt>
                <c:pt idx="13">
                  <c:v>4.7747697312268329</c:v>
                </c:pt>
                <c:pt idx="14">
                  <c:v>4.9521007550631406</c:v>
                </c:pt>
                <c:pt idx="15">
                  <c:v>5.309007385127968</c:v>
                </c:pt>
                <c:pt idx="16">
                  <c:v>5.4132502133225859</c:v>
                </c:pt>
                <c:pt idx="17">
                  <c:v>5.293960615963984</c:v>
                </c:pt>
                <c:pt idx="18">
                  <c:v>5.0039558554290613</c:v>
                </c:pt>
                <c:pt idx="19">
                  <c:v>4.7418084878060842</c:v>
                </c:pt>
                <c:pt idx="20">
                  <c:v>4.6112101784836534</c:v>
                </c:pt>
                <c:pt idx="21">
                  <c:v>4.5578512015583215</c:v>
                </c:pt>
                <c:pt idx="22">
                  <c:v>4.5089028850875756</c:v>
                </c:pt>
                <c:pt idx="23">
                  <c:v>4.5176644464898654</c:v>
                </c:pt>
                <c:pt idx="24">
                  <c:v>4.5645803257343145</c:v>
                </c:pt>
                <c:pt idx="25">
                  <c:v>4.5727030823510137</c:v>
                </c:pt>
                <c:pt idx="26">
                  <c:v>4.5278662315113207</c:v>
                </c:pt>
                <c:pt idx="27">
                  <c:v>4.4808271709697749</c:v>
                </c:pt>
                <c:pt idx="28">
                  <c:v>4.4411658813247996</c:v>
                </c:pt>
                <c:pt idx="29">
                  <c:v>4.4274003081692239</c:v>
                </c:pt>
                <c:pt idx="30">
                  <c:v>4.4341982500440054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D-8384-4C1D-972B-6716FFB4FB94}"/>
            </c:ext>
          </c:extLst>
        </c:ser>
        <c:ser>
          <c:idx val="14"/>
          <c:order val="14"/>
          <c:tx>
            <c:strRef>
              <c:f>Sheet3!$P$1</c:f>
              <c:strCache>
                <c:ptCount val="1"/>
                <c:pt idx="0">
                  <c:v>3E_2/O-PTIR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Sheet3!$A$2:$A$32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Sheet3!$P$2:$P$32</c:f>
              <c:numCache>
                <c:formatCode>General</c:formatCode>
                <c:ptCount val="31"/>
                <c:pt idx="0">
                  <c:v>4.3678993731653</c:v>
                </c:pt>
                <c:pt idx="1">
                  <c:v>4.3455103828655179</c:v>
                </c:pt>
                <c:pt idx="2">
                  <c:v>4.3346134897147506</c:v>
                </c:pt>
                <c:pt idx="3">
                  <c:v>4.3272535248156148</c:v>
                </c:pt>
                <c:pt idx="4">
                  <c:v>4.3333467682770115</c:v>
                </c:pt>
                <c:pt idx="5">
                  <c:v>4.3292817852183658</c:v>
                </c:pt>
                <c:pt idx="6">
                  <c:v>4.359502456784818</c:v>
                </c:pt>
                <c:pt idx="7">
                  <c:v>4.4058535868364004</c:v>
                </c:pt>
                <c:pt idx="8">
                  <c:v>4.4094842635787384</c:v>
                </c:pt>
                <c:pt idx="9">
                  <c:v>4.3894236054334455</c:v>
                </c:pt>
                <c:pt idx="10">
                  <c:v>4.372552195636878</c:v>
                </c:pt>
                <c:pt idx="11">
                  <c:v>4.3741168062542766</c:v>
                </c:pt>
                <c:pt idx="12">
                  <c:v>4.4100960602302086</c:v>
                </c:pt>
                <c:pt idx="13">
                  <c:v>4.4863998904987001</c:v>
                </c:pt>
                <c:pt idx="14">
                  <c:v>4.628469123012418</c:v>
                </c:pt>
                <c:pt idx="15">
                  <c:v>4.8380949857410398</c:v>
                </c:pt>
                <c:pt idx="16">
                  <c:v>4.8500812631573362</c:v>
                </c:pt>
                <c:pt idx="17">
                  <c:v>4.7422266687129238</c:v>
                </c:pt>
                <c:pt idx="18">
                  <c:v>4.6071123106152854</c:v>
                </c:pt>
                <c:pt idx="19">
                  <c:v>4.4852240329827238</c:v>
                </c:pt>
                <c:pt idx="20">
                  <c:v>4.3935106950116154</c:v>
                </c:pt>
                <c:pt idx="21">
                  <c:v>4.3401299980772947</c:v>
                </c:pt>
                <c:pt idx="22">
                  <c:v>4.2934513864872086</c:v>
                </c:pt>
                <c:pt idx="23">
                  <c:v>4.3084398811414646</c:v>
                </c:pt>
                <c:pt idx="24">
                  <c:v>4.340445960485388</c:v>
                </c:pt>
                <c:pt idx="25">
                  <c:v>4.3585981444206157</c:v>
                </c:pt>
                <c:pt idx="26">
                  <c:v>4.3166638637846306</c:v>
                </c:pt>
                <c:pt idx="27">
                  <c:v>4.2762407462772982</c:v>
                </c:pt>
                <c:pt idx="28">
                  <c:v>4.2457088316362368</c:v>
                </c:pt>
                <c:pt idx="29">
                  <c:v>4.2287035159372692</c:v>
                </c:pt>
                <c:pt idx="30">
                  <c:v>4.200099298690831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E-8384-4C1D-972B-6716FFB4FB94}"/>
            </c:ext>
          </c:extLst>
        </c:ser>
        <c:ser>
          <c:idx val="15"/>
          <c:order val="15"/>
          <c:tx>
            <c:strRef>
              <c:f>Sheet3!$Q$1</c:f>
              <c:strCache>
                <c:ptCount val="1"/>
                <c:pt idx="0">
                  <c:v>3E_4/O-PTIR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Sheet3!$A$2:$A$32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Sheet3!$Q$2:$Q$32</c:f>
              <c:numCache>
                <c:formatCode>General</c:formatCode>
                <c:ptCount val="31"/>
                <c:pt idx="0">
                  <c:v>4.0638678766270413</c:v>
                </c:pt>
                <c:pt idx="1">
                  <c:v>4.0526101502736731</c:v>
                </c:pt>
                <c:pt idx="2">
                  <c:v>4.0410107098609638</c:v>
                </c:pt>
                <c:pt idx="3">
                  <c:v>4.0311701999359926</c:v>
                </c:pt>
                <c:pt idx="4">
                  <c:v>4.0344914448665659</c:v>
                </c:pt>
                <c:pt idx="5">
                  <c:v>4.0442351179473555</c:v>
                </c:pt>
                <c:pt idx="6">
                  <c:v>4.0605643394178008</c:v>
                </c:pt>
                <c:pt idx="7">
                  <c:v>4.0739807723546599</c:v>
                </c:pt>
                <c:pt idx="8">
                  <c:v>4.07613349637949</c:v>
                </c:pt>
                <c:pt idx="9">
                  <c:v>4.0681095246955925</c:v>
                </c:pt>
                <c:pt idx="10">
                  <c:v>4.0649971358267445</c:v>
                </c:pt>
                <c:pt idx="11">
                  <c:v>4.0766011050922719</c:v>
                </c:pt>
                <c:pt idx="12">
                  <c:v>4.0977465192504576</c:v>
                </c:pt>
                <c:pt idx="13">
                  <c:v>4.145022654700953</c:v>
                </c:pt>
                <c:pt idx="14">
                  <c:v>4.221838586765327</c:v>
                </c:pt>
                <c:pt idx="15">
                  <c:v>4.5527394415667279</c:v>
                </c:pt>
                <c:pt idx="16">
                  <c:v>4.6908249467552281</c:v>
                </c:pt>
                <c:pt idx="17">
                  <c:v>4.4946587492628041</c:v>
                </c:pt>
                <c:pt idx="18">
                  <c:v>4.2579196216965371</c:v>
                </c:pt>
                <c:pt idx="19">
                  <c:v>4.1076570190546544</c:v>
                </c:pt>
                <c:pt idx="20">
                  <c:v>4.0737620595150155</c:v>
                </c:pt>
                <c:pt idx="21">
                  <c:v>4.055449116642599</c:v>
                </c:pt>
                <c:pt idx="22">
                  <c:v>4.0309240856730728</c:v>
                </c:pt>
                <c:pt idx="23">
                  <c:v>4.0339309410889062</c:v>
                </c:pt>
                <c:pt idx="24">
                  <c:v>4.0558629894916454</c:v>
                </c:pt>
                <c:pt idx="25">
                  <c:v>4.0503211133701944</c:v>
                </c:pt>
                <c:pt idx="26">
                  <c:v>4.0273697073272663</c:v>
                </c:pt>
                <c:pt idx="27">
                  <c:v>4.0233031842196425</c:v>
                </c:pt>
                <c:pt idx="28">
                  <c:v>4.0195432905399606</c:v>
                </c:pt>
                <c:pt idx="29">
                  <c:v>4.0007134041767287</c:v>
                </c:pt>
                <c:pt idx="30">
                  <c:v>3.9951339089756868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F-8384-4C1D-972B-6716FFB4FB94}"/>
            </c:ext>
          </c:extLst>
        </c:ser>
        <c:ser>
          <c:idx val="16"/>
          <c:order val="16"/>
          <c:tx>
            <c:strRef>
              <c:f>Sheet3!$R$1</c:f>
              <c:strCache>
                <c:ptCount val="1"/>
                <c:pt idx="0">
                  <c:v>3E_5/O-PTIR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Sheet3!$A$2:$A$32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Sheet3!$R$2:$R$32</c:f>
              <c:numCache>
                <c:formatCode>General</c:formatCode>
                <c:ptCount val="31"/>
                <c:pt idx="0">
                  <c:v>3.896070240794399</c:v>
                </c:pt>
                <c:pt idx="1">
                  <c:v>3.873556257336614</c:v>
                </c:pt>
                <c:pt idx="2">
                  <c:v>3.8606135414740881</c:v>
                </c:pt>
                <c:pt idx="3">
                  <c:v>3.8574152315782122</c:v>
                </c:pt>
                <c:pt idx="4">
                  <c:v>3.8602346813993873</c:v>
                </c:pt>
                <c:pt idx="5">
                  <c:v>3.86078827292397</c:v>
                </c:pt>
                <c:pt idx="6">
                  <c:v>3.8696393650033349</c:v>
                </c:pt>
                <c:pt idx="7">
                  <c:v>3.8882381402393893</c:v>
                </c:pt>
                <c:pt idx="8">
                  <c:v>3.9006248131871635</c:v>
                </c:pt>
                <c:pt idx="9">
                  <c:v>3.8894984603969274</c:v>
                </c:pt>
                <c:pt idx="10">
                  <c:v>3.8809747491987272</c:v>
                </c:pt>
                <c:pt idx="11">
                  <c:v>3.8916090878248437</c:v>
                </c:pt>
                <c:pt idx="12">
                  <c:v>3.9183129847575291</c:v>
                </c:pt>
                <c:pt idx="13">
                  <c:v>3.9741079904863699</c:v>
                </c:pt>
                <c:pt idx="14">
                  <c:v>4.0857755751130398</c:v>
                </c:pt>
                <c:pt idx="15">
                  <c:v>4.4773129392930215</c:v>
                </c:pt>
                <c:pt idx="16">
                  <c:v>4.5921378754424378</c:v>
                </c:pt>
                <c:pt idx="17">
                  <c:v>4.3977042191376894</c:v>
                </c:pt>
                <c:pt idx="18">
                  <c:v>4.1207196542866225</c:v>
                </c:pt>
                <c:pt idx="19">
                  <c:v>3.9532900959259534</c:v>
                </c:pt>
                <c:pt idx="20">
                  <c:v>3.8870616485223044</c:v>
                </c:pt>
                <c:pt idx="21">
                  <c:v>3.858831322300404</c:v>
                </c:pt>
                <c:pt idx="22">
                  <c:v>3.8389534220782524</c:v>
                </c:pt>
                <c:pt idx="23">
                  <c:v>3.8382083555237245</c:v>
                </c:pt>
                <c:pt idx="24">
                  <c:v>3.858710859557009</c:v>
                </c:pt>
                <c:pt idx="25">
                  <c:v>3.8559782292624356</c:v>
                </c:pt>
                <c:pt idx="26">
                  <c:v>3.8438474079715617</c:v>
                </c:pt>
                <c:pt idx="27">
                  <c:v>3.830398076892866</c:v>
                </c:pt>
                <c:pt idx="28">
                  <c:v>3.8210360796645362</c:v>
                </c:pt>
                <c:pt idx="29">
                  <c:v>3.8159468522485631</c:v>
                </c:pt>
                <c:pt idx="30">
                  <c:v>3.812570287435836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0-8384-4C1D-972B-6716FFB4FB94}"/>
            </c:ext>
          </c:extLst>
        </c:ser>
        <c:ser>
          <c:idx val="17"/>
          <c:order val="17"/>
          <c:tx>
            <c:strRef>
              <c:f>Sheet3!$S$1</c:f>
              <c:strCache>
                <c:ptCount val="1"/>
                <c:pt idx="0">
                  <c:v>3E_6/O-PTIR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Sheet3!$A$2:$A$32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Sheet3!$S$2:$S$32</c:f>
              <c:numCache>
                <c:formatCode>General</c:formatCode>
                <c:ptCount val="31"/>
                <c:pt idx="0">
                  <c:v>3.628795803155235</c:v>
                </c:pt>
                <c:pt idx="1">
                  <c:v>3.6188277484729756</c:v>
                </c:pt>
                <c:pt idx="2">
                  <c:v>3.6142039244667252</c:v>
                </c:pt>
                <c:pt idx="3">
                  <c:v>3.612547919100022</c:v>
                </c:pt>
                <c:pt idx="4">
                  <c:v>3.6128119523019873</c:v>
                </c:pt>
                <c:pt idx="5">
                  <c:v>3.6120552375124153</c:v>
                </c:pt>
                <c:pt idx="6">
                  <c:v>3.6153592413088145</c:v>
                </c:pt>
                <c:pt idx="7">
                  <c:v>3.6207253899107124</c:v>
                </c:pt>
                <c:pt idx="8">
                  <c:v>3.6250251177166311</c:v>
                </c:pt>
                <c:pt idx="9">
                  <c:v>3.6240177058434564</c:v>
                </c:pt>
                <c:pt idx="10">
                  <c:v>3.6233085648805292</c:v>
                </c:pt>
                <c:pt idx="11">
                  <c:v>3.630907966961828</c:v>
                </c:pt>
                <c:pt idx="12">
                  <c:v>3.6469159536002014</c:v>
                </c:pt>
                <c:pt idx="13">
                  <c:v>3.673306168504249</c:v>
                </c:pt>
                <c:pt idx="14">
                  <c:v>3.7341335568397147</c:v>
                </c:pt>
                <c:pt idx="15">
                  <c:v>4.0223990870712116</c:v>
                </c:pt>
                <c:pt idx="16">
                  <c:v>4.1070545161069623</c:v>
                </c:pt>
                <c:pt idx="17">
                  <c:v>3.9690235793876982</c:v>
                </c:pt>
                <c:pt idx="18">
                  <c:v>3.7821481187189385</c:v>
                </c:pt>
                <c:pt idx="19">
                  <c:v>3.6779920846701453</c:v>
                </c:pt>
                <c:pt idx="20">
                  <c:v>3.6410781548950224</c:v>
                </c:pt>
                <c:pt idx="21">
                  <c:v>3.6256587514117067</c:v>
                </c:pt>
                <c:pt idx="22">
                  <c:v>3.6177595899004671</c:v>
                </c:pt>
                <c:pt idx="23">
                  <c:v>3.619534061599551</c:v>
                </c:pt>
                <c:pt idx="24">
                  <c:v>3.6221492766047056</c:v>
                </c:pt>
                <c:pt idx="25">
                  <c:v>3.6228164476314619</c:v>
                </c:pt>
                <c:pt idx="26">
                  <c:v>3.6240052710869599</c:v>
                </c:pt>
                <c:pt idx="27">
                  <c:v>3.6161013807171654</c:v>
                </c:pt>
                <c:pt idx="28">
                  <c:v>3.6072185433415087</c:v>
                </c:pt>
                <c:pt idx="29">
                  <c:v>3.6056158688444517</c:v>
                </c:pt>
                <c:pt idx="30">
                  <c:v>3.6032285875862824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1-8384-4C1D-972B-6716FFB4FB94}"/>
            </c:ext>
          </c:extLst>
        </c:ser>
        <c:ser>
          <c:idx val="18"/>
          <c:order val="18"/>
          <c:tx>
            <c:strRef>
              <c:f>Sheet3!$T$1</c:f>
              <c:strCache>
                <c:ptCount val="1"/>
                <c:pt idx="0">
                  <c:v>3E_8/O-PTIR (mV) []</c:v>
                </c:pt>
              </c:strCache>
            </c:strRef>
          </c:tx>
          <c:spPr>
            <a:ln w="19050" cap="rnd">
              <a:solidFill>
                <a:schemeClr val="accent1">
                  <a:lumMod val="8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Sheet3!$A$2:$A$32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Sheet3!$T$2:$T$32</c:f>
              <c:numCache>
                <c:formatCode>General</c:formatCode>
                <c:ptCount val="31"/>
                <c:pt idx="0">
                  <c:v>3.5210925589154822</c:v>
                </c:pt>
                <c:pt idx="1">
                  <c:v>3.498852055619861</c:v>
                </c:pt>
                <c:pt idx="2">
                  <c:v>3.4843481495306978</c:v>
                </c:pt>
                <c:pt idx="3">
                  <c:v>3.4713792437928768</c:v>
                </c:pt>
                <c:pt idx="4">
                  <c:v>3.4765693423247246</c:v>
                </c:pt>
                <c:pt idx="5">
                  <c:v>3.4680400130239866</c:v>
                </c:pt>
                <c:pt idx="6">
                  <c:v>3.4764833095068335</c:v>
                </c:pt>
                <c:pt idx="7">
                  <c:v>3.5007905453016468</c:v>
                </c:pt>
                <c:pt idx="8">
                  <c:v>3.5338952257209568</c:v>
                </c:pt>
                <c:pt idx="9">
                  <c:v>3.5395851083564445</c:v>
                </c:pt>
                <c:pt idx="10">
                  <c:v>3.5310901621401589</c:v>
                </c:pt>
                <c:pt idx="11">
                  <c:v>3.53961497712928</c:v>
                </c:pt>
                <c:pt idx="12">
                  <c:v>3.5877276723096143</c:v>
                </c:pt>
                <c:pt idx="13">
                  <c:v>3.6964413246694816</c:v>
                </c:pt>
                <c:pt idx="14">
                  <c:v>3.8673348522502966</c:v>
                </c:pt>
                <c:pt idx="15">
                  <c:v>4.3261460516897694</c:v>
                </c:pt>
                <c:pt idx="16">
                  <c:v>4.458096138804124</c:v>
                </c:pt>
                <c:pt idx="17">
                  <c:v>4.2251738508048939</c:v>
                </c:pt>
                <c:pt idx="18">
                  <c:v>3.8825615383686118</c:v>
                </c:pt>
                <c:pt idx="19">
                  <c:v>3.6436305355817251</c:v>
                </c:pt>
                <c:pt idx="20">
                  <c:v>3.5408405929683502</c:v>
                </c:pt>
                <c:pt idx="21">
                  <c:v>3.4912617031354527</c:v>
                </c:pt>
                <c:pt idx="22">
                  <c:v>3.458158109787679</c:v>
                </c:pt>
                <c:pt idx="23">
                  <c:v>3.4697130991313738</c:v>
                </c:pt>
                <c:pt idx="24">
                  <c:v>3.4957349036834064</c:v>
                </c:pt>
                <c:pt idx="25">
                  <c:v>3.4854249195820053</c:v>
                </c:pt>
                <c:pt idx="26">
                  <c:v>3.4636812791323313</c:v>
                </c:pt>
                <c:pt idx="27">
                  <c:v>3.4609523619479234</c:v>
                </c:pt>
                <c:pt idx="28">
                  <c:v>3.4339994944603465</c:v>
                </c:pt>
                <c:pt idx="29">
                  <c:v>3.3969153265492533</c:v>
                </c:pt>
                <c:pt idx="30">
                  <c:v>3.3654268005715324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2-8384-4C1D-972B-6716FFB4FB94}"/>
            </c:ext>
          </c:extLst>
        </c:ser>
        <c:ser>
          <c:idx val="19"/>
          <c:order val="19"/>
          <c:tx>
            <c:strRef>
              <c:f>Sheet3!$U$1</c:f>
              <c:strCache>
                <c:ptCount val="1"/>
                <c:pt idx="0">
                  <c:v>3E_9/O-PTIR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Sheet3!$A$2:$A$32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Sheet3!$U$2:$U$32</c:f>
              <c:numCache>
                <c:formatCode>General</c:formatCode>
                <c:ptCount val="31"/>
                <c:pt idx="0">
                  <c:v>3.2952742415794019</c:v>
                </c:pt>
                <c:pt idx="1">
                  <c:v>3.2703507795862934</c:v>
                </c:pt>
                <c:pt idx="2">
                  <c:v>3.2544307000710102</c:v>
                </c:pt>
                <c:pt idx="3">
                  <c:v>3.2527275179985464</c:v>
                </c:pt>
                <c:pt idx="4">
                  <c:v>3.2503741923646428</c:v>
                </c:pt>
                <c:pt idx="5">
                  <c:v>3.2459416772758329</c:v>
                </c:pt>
                <c:pt idx="6">
                  <c:v>3.2576864120309579</c:v>
                </c:pt>
                <c:pt idx="7">
                  <c:v>3.2875979243958713</c:v>
                </c:pt>
                <c:pt idx="8">
                  <c:v>3.3135414159284897</c:v>
                </c:pt>
                <c:pt idx="9">
                  <c:v>3.3044355439235451</c:v>
                </c:pt>
                <c:pt idx="10">
                  <c:v>3.2859965802325006</c:v>
                </c:pt>
                <c:pt idx="11">
                  <c:v>3.292307657769376</c:v>
                </c:pt>
                <c:pt idx="12">
                  <c:v>3.3231428125257083</c:v>
                </c:pt>
                <c:pt idx="13">
                  <c:v>3.3873693672330463</c:v>
                </c:pt>
                <c:pt idx="14">
                  <c:v>3.485196429445236</c:v>
                </c:pt>
                <c:pt idx="15">
                  <c:v>3.8722510870510702</c:v>
                </c:pt>
                <c:pt idx="16">
                  <c:v>4.0576181319745492</c:v>
                </c:pt>
                <c:pt idx="17">
                  <c:v>3.8721503288302381</c:v>
                </c:pt>
                <c:pt idx="18">
                  <c:v>3.5636650330999133</c:v>
                </c:pt>
                <c:pt idx="19">
                  <c:v>3.3700852228860891</c:v>
                </c:pt>
                <c:pt idx="20">
                  <c:v>3.2918299694369271</c:v>
                </c:pt>
                <c:pt idx="21">
                  <c:v>3.2581347109635526</c:v>
                </c:pt>
                <c:pt idx="22">
                  <c:v>3.2476131393438252</c:v>
                </c:pt>
                <c:pt idx="23">
                  <c:v>3.2611403585607617</c:v>
                </c:pt>
                <c:pt idx="24">
                  <c:v>3.2681751173692488</c:v>
                </c:pt>
                <c:pt idx="25">
                  <c:v>3.2595773837595252</c:v>
                </c:pt>
                <c:pt idx="26">
                  <c:v>3.2437940156085445</c:v>
                </c:pt>
                <c:pt idx="27">
                  <c:v>3.2222225290587394</c:v>
                </c:pt>
                <c:pt idx="28">
                  <c:v>3.2160086305998914</c:v>
                </c:pt>
                <c:pt idx="29">
                  <c:v>3.2248089603395402</c:v>
                </c:pt>
                <c:pt idx="30">
                  <c:v>3.2164160357450444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3-8384-4C1D-972B-6716FFB4FB94}"/>
            </c:ext>
          </c:extLst>
        </c:ser>
        <c:ser>
          <c:idx val="20"/>
          <c:order val="20"/>
          <c:tx>
            <c:strRef>
              <c:f>Sheet3!$V$1</c:f>
              <c:strCache>
                <c:ptCount val="1"/>
                <c:pt idx="0">
                  <c:v>3F_1/O-PTIR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Sheet3!$A$2:$A$32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Sheet3!$V$2:$V$32</c:f>
              <c:numCache>
                <c:formatCode>General</c:formatCode>
                <c:ptCount val="31"/>
                <c:pt idx="0">
                  <c:v>2.1239825045439802</c:v>
                </c:pt>
                <c:pt idx="1">
                  <c:v>2.1008637956045133</c:v>
                </c:pt>
                <c:pt idx="2">
                  <c:v>2.088764812236017</c:v>
                </c:pt>
                <c:pt idx="3">
                  <c:v>2.0842667623597264</c:v>
                </c:pt>
                <c:pt idx="4">
                  <c:v>2.085920343079779</c:v>
                </c:pt>
                <c:pt idx="5">
                  <c:v>2.0863871347316203</c:v>
                </c:pt>
                <c:pt idx="6">
                  <c:v>2.1073640487955849</c:v>
                </c:pt>
                <c:pt idx="7">
                  <c:v>2.1366631867587418</c:v>
                </c:pt>
                <c:pt idx="8">
                  <c:v>2.1510612543725118</c:v>
                </c:pt>
                <c:pt idx="9">
                  <c:v>2.1370386095225933</c:v>
                </c:pt>
                <c:pt idx="10">
                  <c:v>2.1265183383095834</c:v>
                </c:pt>
                <c:pt idx="11">
                  <c:v>2.1411649099038259</c:v>
                </c:pt>
                <c:pt idx="12">
                  <c:v>2.1780966596292708</c:v>
                </c:pt>
                <c:pt idx="13">
                  <c:v>2.2570720709442784</c:v>
                </c:pt>
                <c:pt idx="14">
                  <c:v>2.3919284943277082</c:v>
                </c:pt>
                <c:pt idx="15">
                  <c:v>2.6955141101127236</c:v>
                </c:pt>
                <c:pt idx="16">
                  <c:v>2.6991271372987931</c:v>
                </c:pt>
                <c:pt idx="17">
                  <c:v>2.5300589756528677</c:v>
                </c:pt>
                <c:pt idx="18">
                  <c:v>2.3281605480587562</c:v>
                </c:pt>
                <c:pt idx="19">
                  <c:v>2.1853853505808871</c:v>
                </c:pt>
                <c:pt idx="20">
                  <c:v>2.1193229851180306</c:v>
                </c:pt>
                <c:pt idx="21">
                  <c:v>2.0902770308797893</c:v>
                </c:pt>
                <c:pt idx="22">
                  <c:v>2.0684506440209938</c:v>
                </c:pt>
                <c:pt idx="23">
                  <c:v>2.0731239602445348</c:v>
                </c:pt>
                <c:pt idx="24">
                  <c:v>2.1024934119189522</c:v>
                </c:pt>
                <c:pt idx="25">
                  <c:v>2.1002790846778372</c:v>
                </c:pt>
                <c:pt idx="26">
                  <c:v>2.0766279427731753</c:v>
                </c:pt>
                <c:pt idx="27">
                  <c:v>2.0575145808200825</c:v>
                </c:pt>
                <c:pt idx="28">
                  <c:v>2.0385565944637198</c:v>
                </c:pt>
                <c:pt idx="29">
                  <c:v>2.0264632899687789</c:v>
                </c:pt>
                <c:pt idx="30">
                  <c:v>2.0163950475403261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4-8384-4C1D-972B-6716FFB4FB94}"/>
            </c:ext>
          </c:extLst>
        </c:ser>
        <c:ser>
          <c:idx val="21"/>
          <c:order val="21"/>
          <c:tx>
            <c:strRef>
              <c:f>Sheet3!$W$1</c:f>
              <c:strCache>
                <c:ptCount val="1"/>
                <c:pt idx="0">
                  <c:v>3F_10/O-PTIR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Sheet3!$A$2:$A$32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Sheet3!$W$2:$W$32</c:f>
              <c:numCache>
                <c:formatCode>General</c:formatCode>
                <c:ptCount val="31"/>
                <c:pt idx="0">
                  <c:v>1.9177577225019102</c:v>
                </c:pt>
                <c:pt idx="1">
                  <c:v>1.9014087640418347</c:v>
                </c:pt>
                <c:pt idx="2">
                  <c:v>1.8960426934269687</c:v>
                </c:pt>
                <c:pt idx="3">
                  <c:v>1.8968428089919274</c:v>
                </c:pt>
                <c:pt idx="4">
                  <c:v>1.8989814704805967</c:v>
                </c:pt>
                <c:pt idx="5">
                  <c:v>1.9068874472693127</c:v>
                </c:pt>
                <c:pt idx="6">
                  <c:v>1.9249464164127055</c:v>
                </c:pt>
                <c:pt idx="7">
                  <c:v>1.9463984361990296</c:v>
                </c:pt>
                <c:pt idx="8">
                  <c:v>1.9572273428027893</c:v>
                </c:pt>
                <c:pt idx="9">
                  <c:v>1.9505266746541048</c:v>
                </c:pt>
                <c:pt idx="10">
                  <c:v>1.9447914415130136</c:v>
                </c:pt>
                <c:pt idx="11">
                  <c:v>1.9477972875157876</c:v>
                </c:pt>
                <c:pt idx="12">
                  <c:v>1.9663206159392808</c:v>
                </c:pt>
                <c:pt idx="13">
                  <c:v>2.0173291611615856</c:v>
                </c:pt>
                <c:pt idx="14">
                  <c:v>2.0952179391933647</c:v>
                </c:pt>
                <c:pt idx="15">
                  <c:v>2.431245911448233</c:v>
                </c:pt>
                <c:pt idx="16">
                  <c:v>2.6082283013907395</c:v>
                </c:pt>
                <c:pt idx="17">
                  <c:v>2.4539706010761573</c:v>
                </c:pt>
                <c:pt idx="18">
                  <c:v>2.1174424119580628</c:v>
                </c:pt>
                <c:pt idx="19">
                  <c:v>1.9900429837708056</c:v>
                </c:pt>
                <c:pt idx="20">
                  <c:v>1.9496858226798381</c:v>
                </c:pt>
                <c:pt idx="21">
                  <c:v>1.9114088069850481</c:v>
                </c:pt>
                <c:pt idx="22">
                  <c:v>1.8767658130033007</c:v>
                </c:pt>
                <c:pt idx="23">
                  <c:v>1.8696857534935498</c:v>
                </c:pt>
                <c:pt idx="24">
                  <c:v>1.9208896903364889</c:v>
                </c:pt>
                <c:pt idx="25">
                  <c:v>1.9404956410252745</c:v>
                </c:pt>
                <c:pt idx="26">
                  <c:v>1.9072373270998877</c:v>
                </c:pt>
                <c:pt idx="27">
                  <c:v>1.8756538044585553</c:v>
                </c:pt>
                <c:pt idx="28">
                  <c:v>1.831344084405363</c:v>
                </c:pt>
                <c:pt idx="29">
                  <c:v>1.8098412507198953</c:v>
                </c:pt>
                <c:pt idx="30">
                  <c:v>1.8244539830068935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5-8384-4C1D-972B-6716FFB4FB94}"/>
            </c:ext>
          </c:extLst>
        </c:ser>
        <c:ser>
          <c:idx val="22"/>
          <c:order val="22"/>
          <c:tx>
            <c:strRef>
              <c:f>Sheet3!$X$1</c:f>
              <c:strCache>
                <c:ptCount val="1"/>
                <c:pt idx="0">
                  <c:v>3F_11/O-PTIR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Sheet3!$A$2:$A$32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Sheet3!$X$2:$X$32</c:f>
              <c:numCache>
                <c:formatCode>General</c:formatCode>
                <c:ptCount val="31"/>
                <c:pt idx="0">
                  <c:v>1.8073847610180263</c:v>
                </c:pt>
                <c:pt idx="1">
                  <c:v>1.7667222341713948</c:v>
                </c:pt>
                <c:pt idx="2">
                  <c:v>1.7438632584595999</c:v>
                </c:pt>
                <c:pt idx="3">
                  <c:v>1.7362166131226879</c:v>
                </c:pt>
                <c:pt idx="4">
                  <c:v>1.7401219651589868</c:v>
                </c:pt>
                <c:pt idx="5">
                  <c:v>1.7297588012975376</c:v>
                </c:pt>
                <c:pt idx="6">
                  <c:v>1.7576733027144296</c:v>
                </c:pt>
                <c:pt idx="7">
                  <c:v>1.8149043460713568</c:v>
                </c:pt>
                <c:pt idx="8">
                  <c:v>1.8711894946008563</c:v>
                </c:pt>
                <c:pt idx="9">
                  <c:v>1.8454861310558268</c:v>
                </c:pt>
                <c:pt idx="10">
                  <c:v>1.8136353757326444</c:v>
                </c:pt>
                <c:pt idx="11">
                  <c:v>1.8328654404003333</c:v>
                </c:pt>
                <c:pt idx="12">
                  <c:v>1.8734895530009119</c:v>
                </c:pt>
                <c:pt idx="13">
                  <c:v>1.9747697312268331</c:v>
                </c:pt>
                <c:pt idx="14">
                  <c:v>2.1521007550631404</c:v>
                </c:pt>
                <c:pt idx="15">
                  <c:v>2.5090073851279673</c:v>
                </c:pt>
                <c:pt idx="16">
                  <c:v>2.6132502133225852</c:v>
                </c:pt>
                <c:pt idx="17">
                  <c:v>2.4939606159639838</c:v>
                </c:pt>
                <c:pt idx="18">
                  <c:v>2.203955855429061</c:v>
                </c:pt>
                <c:pt idx="19">
                  <c:v>1.9418084878060835</c:v>
                </c:pt>
                <c:pt idx="20">
                  <c:v>1.8112101784836534</c:v>
                </c:pt>
                <c:pt idx="21">
                  <c:v>1.757851201558321</c:v>
                </c:pt>
                <c:pt idx="22">
                  <c:v>1.7089028850875752</c:v>
                </c:pt>
                <c:pt idx="23">
                  <c:v>1.7176644464898656</c:v>
                </c:pt>
                <c:pt idx="24">
                  <c:v>1.7645803257343147</c:v>
                </c:pt>
                <c:pt idx="25">
                  <c:v>1.772703082351013</c:v>
                </c:pt>
                <c:pt idx="26">
                  <c:v>1.7278662315113202</c:v>
                </c:pt>
                <c:pt idx="27">
                  <c:v>1.6808271709697751</c:v>
                </c:pt>
                <c:pt idx="28">
                  <c:v>1.6411658813247996</c:v>
                </c:pt>
                <c:pt idx="29">
                  <c:v>1.6274003081692237</c:v>
                </c:pt>
                <c:pt idx="30">
                  <c:v>1.6341982500440051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6-8384-4C1D-972B-6716FFB4FB94}"/>
            </c:ext>
          </c:extLst>
        </c:ser>
        <c:ser>
          <c:idx val="23"/>
          <c:order val="23"/>
          <c:tx>
            <c:strRef>
              <c:f>Sheet3!$Y$1</c:f>
              <c:strCache>
                <c:ptCount val="1"/>
                <c:pt idx="0">
                  <c:v>3F_12/O-PTIR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Sheet3!$A$2:$A$32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Sheet3!$Y$2:$Y$32</c:f>
              <c:numCache>
                <c:formatCode>General</c:formatCode>
                <c:ptCount val="31"/>
                <c:pt idx="0">
                  <c:v>1.5678993731652993</c:v>
                </c:pt>
                <c:pt idx="1">
                  <c:v>1.5455103828655175</c:v>
                </c:pt>
                <c:pt idx="2">
                  <c:v>1.5346134897147503</c:v>
                </c:pt>
                <c:pt idx="3">
                  <c:v>1.5272535248156147</c:v>
                </c:pt>
                <c:pt idx="4">
                  <c:v>1.5333467682770117</c:v>
                </c:pt>
                <c:pt idx="5">
                  <c:v>1.529281785218366</c:v>
                </c:pt>
                <c:pt idx="6">
                  <c:v>1.5595024567848175</c:v>
                </c:pt>
                <c:pt idx="7">
                  <c:v>1.6058535868363999</c:v>
                </c:pt>
                <c:pt idx="8">
                  <c:v>1.6094842635787381</c:v>
                </c:pt>
                <c:pt idx="9">
                  <c:v>1.5894236054334454</c:v>
                </c:pt>
                <c:pt idx="10">
                  <c:v>1.5725521956368775</c:v>
                </c:pt>
                <c:pt idx="11">
                  <c:v>1.5741168062542763</c:v>
                </c:pt>
                <c:pt idx="12">
                  <c:v>1.6100960602302079</c:v>
                </c:pt>
                <c:pt idx="13">
                  <c:v>1.6863998904987003</c:v>
                </c:pt>
                <c:pt idx="14">
                  <c:v>1.8284691230124177</c:v>
                </c:pt>
                <c:pt idx="15">
                  <c:v>2.03809498574104</c:v>
                </c:pt>
                <c:pt idx="16">
                  <c:v>2.0500812631573364</c:v>
                </c:pt>
                <c:pt idx="17">
                  <c:v>1.9422266687129239</c:v>
                </c:pt>
                <c:pt idx="18">
                  <c:v>1.8071123106152855</c:v>
                </c:pt>
                <c:pt idx="19">
                  <c:v>1.6852240329827231</c:v>
                </c:pt>
                <c:pt idx="20">
                  <c:v>1.5935106950116154</c:v>
                </c:pt>
                <c:pt idx="21">
                  <c:v>1.5401299980772942</c:v>
                </c:pt>
                <c:pt idx="22">
                  <c:v>1.4934513864872085</c:v>
                </c:pt>
                <c:pt idx="23">
                  <c:v>1.5084398811414643</c:v>
                </c:pt>
                <c:pt idx="24">
                  <c:v>1.5404459604853877</c:v>
                </c:pt>
                <c:pt idx="25">
                  <c:v>1.5585981444206156</c:v>
                </c:pt>
                <c:pt idx="26">
                  <c:v>1.5166638637846299</c:v>
                </c:pt>
                <c:pt idx="27">
                  <c:v>1.4762407462772977</c:v>
                </c:pt>
                <c:pt idx="28">
                  <c:v>1.4457088316362368</c:v>
                </c:pt>
                <c:pt idx="29">
                  <c:v>1.428703515937269</c:v>
                </c:pt>
                <c:pt idx="30">
                  <c:v>1.4000992986908305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7-8384-4C1D-972B-6716FFB4FB94}"/>
            </c:ext>
          </c:extLst>
        </c:ser>
        <c:ser>
          <c:idx val="24"/>
          <c:order val="24"/>
          <c:tx>
            <c:strRef>
              <c:f>Sheet3!$Z$1</c:f>
              <c:strCache>
                <c:ptCount val="1"/>
                <c:pt idx="0">
                  <c:v>3F_13/O-PTIR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Sheet3!$A$2:$A$32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Sheet3!$Z$2:$Z$32</c:f>
              <c:numCache>
                <c:formatCode>General</c:formatCode>
                <c:ptCount val="31"/>
                <c:pt idx="0">
                  <c:v>1.2638678766270415</c:v>
                </c:pt>
                <c:pt idx="1">
                  <c:v>1.2526101502736731</c:v>
                </c:pt>
                <c:pt idx="2">
                  <c:v>1.2410107098609637</c:v>
                </c:pt>
                <c:pt idx="3">
                  <c:v>1.2311701999359921</c:v>
                </c:pt>
                <c:pt idx="4">
                  <c:v>1.2344914448665658</c:v>
                </c:pt>
                <c:pt idx="5">
                  <c:v>1.2442351179473554</c:v>
                </c:pt>
                <c:pt idx="6">
                  <c:v>1.2605643394178003</c:v>
                </c:pt>
                <c:pt idx="7">
                  <c:v>1.2739807723546597</c:v>
                </c:pt>
                <c:pt idx="8">
                  <c:v>1.2761334963794897</c:v>
                </c:pt>
                <c:pt idx="9">
                  <c:v>1.268109524695592</c:v>
                </c:pt>
                <c:pt idx="10">
                  <c:v>1.2649971358267444</c:v>
                </c:pt>
                <c:pt idx="11">
                  <c:v>1.2766011050922719</c:v>
                </c:pt>
                <c:pt idx="12">
                  <c:v>1.2977465192504574</c:v>
                </c:pt>
                <c:pt idx="13">
                  <c:v>1.3450226547009529</c:v>
                </c:pt>
                <c:pt idx="14">
                  <c:v>1.4218385867653272</c:v>
                </c:pt>
                <c:pt idx="15">
                  <c:v>1.7527394415667277</c:v>
                </c:pt>
                <c:pt idx="16">
                  <c:v>1.8908249467552278</c:v>
                </c:pt>
                <c:pt idx="17">
                  <c:v>1.6946587492628038</c:v>
                </c:pt>
                <c:pt idx="18">
                  <c:v>1.4579196216965367</c:v>
                </c:pt>
                <c:pt idx="19">
                  <c:v>1.3076570190546544</c:v>
                </c:pt>
                <c:pt idx="20">
                  <c:v>1.2737620595150154</c:v>
                </c:pt>
                <c:pt idx="21">
                  <c:v>1.2554491166425985</c:v>
                </c:pt>
                <c:pt idx="22">
                  <c:v>1.2309240856730728</c:v>
                </c:pt>
                <c:pt idx="23">
                  <c:v>1.2339309410889061</c:v>
                </c:pt>
                <c:pt idx="24">
                  <c:v>1.2558629894916449</c:v>
                </c:pt>
                <c:pt idx="25">
                  <c:v>1.2503211133701948</c:v>
                </c:pt>
                <c:pt idx="26">
                  <c:v>1.2273697073272662</c:v>
                </c:pt>
                <c:pt idx="27">
                  <c:v>1.2233031842196429</c:v>
                </c:pt>
                <c:pt idx="28">
                  <c:v>1.2195432905399606</c:v>
                </c:pt>
                <c:pt idx="29">
                  <c:v>1.2007134041767289</c:v>
                </c:pt>
                <c:pt idx="30">
                  <c:v>1.1951339089756867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8-8384-4C1D-972B-6716FFB4FB94}"/>
            </c:ext>
          </c:extLst>
        </c:ser>
        <c:ser>
          <c:idx val="25"/>
          <c:order val="25"/>
          <c:tx>
            <c:strRef>
              <c:f>Sheet3!$AA$1</c:f>
              <c:strCache>
                <c:ptCount val="1"/>
                <c:pt idx="0">
                  <c:v>3F_5/O-PTIR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Sheet3!$A$2:$A$32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Sheet3!$AA$2:$AA$32</c:f>
              <c:numCache>
                <c:formatCode>General</c:formatCode>
                <c:ptCount val="31"/>
                <c:pt idx="0">
                  <c:v>1.0960702407943994</c:v>
                </c:pt>
                <c:pt idx="1">
                  <c:v>1.0735562573366142</c:v>
                </c:pt>
                <c:pt idx="2">
                  <c:v>1.0606135414740883</c:v>
                </c:pt>
                <c:pt idx="3">
                  <c:v>1.0574152315782126</c:v>
                </c:pt>
                <c:pt idx="4">
                  <c:v>1.0602346813993875</c:v>
                </c:pt>
                <c:pt idx="5">
                  <c:v>1.0607882729239704</c:v>
                </c:pt>
                <c:pt idx="6">
                  <c:v>1.0696393650033351</c:v>
                </c:pt>
                <c:pt idx="7">
                  <c:v>1.0882381402393893</c:v>
                </c:pt>
                <c:pt idx="8">
                  <c:v>1.1006248131871634</c:v>
                </c:pt>
                <c:pt idx="9">
                  <c:v>1.0894984603969275</c:v>
                </c:pt>
                <c:pt idx="10">
                  <c:v>1.0809747491987272</c:v>
                </c:pt>
                <c:pt idx="11">
                  <c:v>1.0916090878248437</c:v>
                </c:pt>
                <c:pt idx="12">
                  <c:v>1.1183129847575293</c:v>
                </c:pt>
                <c:pt idx="13">
                  <c:v>1.17410799048637</c:v>
                </c:pt>
                <c:pt idx="14">
                  <c:v>1.2857755751130404</c:v>
                </c:pt>
                <c:pt idx="15">
                  <c:v>1.6773129392930217</c:v>
                </c:pt>
                <c:pt idx="16">
                  <c:v>1.792137875442438</c:v>
                </c:pt>
                <c:pt idx="17">
                  <c:v>1.5977042191376896</c:v>
                </c:pt>
                <c:pt idx="18">
                  <c:v>1.3207196542866226</c:v>
                </c:pt>
                <c:pt idx="19">
                  <c:v>1.1532900959259538</c:v>
                </c:pt>
                <c:pt idx="20">
                  <c:v>1.0870616485223046</c:v>
                </c:pt>
                <c:pt idx="21">
                  <c:v>1.0588313223004044</c:v>
                </c:pt>
                <c:pt idx="22">
                  <c:v>1.0389534220782526</c:v>
                </c:pt>
                <c:pt idx="23">
                  <c:v>1.0382083555237247</c:v>
                </c:pt>
                <c:pt idx="24">
                  <c:v>1.0587108595570092</c:v>
                </c:pt>
                <c:pt idx="25">
                  <c:v>1.0559782292624358</c:v>
                </c:pt>
                <c:pt idx="26">
                  <c:v>1.0438474079715621</c:v>
                </c:pt>
                <c:pt idx="27">
                  <c:v>1.030398076892866</c:v>
                </c:pt>
                <c:pt idx="28">
                  <c:v>1.0210360796645366</c:v>
                </c:pt>
                <c:pt idx="29">
                  <c:v>1.0159468522485633</c:v>
                </c:pt>
                <c:pt idx="30">
                  <c:v>1.012570287435836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9-8384-4C1D-972B-6716FFB4FB94}"/>
            </c:ext>
          </c:extLst>
        </c:ser>
        <c:ser>
          <c:idx val="26"/>
          <c:order val="26"/>
          <c:tx>
            <c:strRef>
              <c:f>Sheet3!$AB$1</c:f>
              <c:strCache>
                <c:ptCount val="1"/>
                <c:pt idx="0">
                  <c:v>3F_6/O-PTIR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Sheet3!$A$2:$A$32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Sheet3!$AB$2:$AB$32</c:f>
              <c:numCache>
                <c:formatCode>General</c:formatCode>
                <c:ptCount val="31"/>
                <c:pt idx="0">
                  <c:v>0.82879580315523482</c:v>
                </c:pt>
                <c:pt idx="1">
                  <c:v>0.81882774847297546</c:v>
                </c:pt>
                <c:pt idx="2">
                  <c:v>0.81420392446672518</c:v>
                </c:pt>
                <c:pt idx="3">
                  <c:v>0.812547919100022</c:v>
                </c:pt>
                <c:pt idx="4">
                  <c:v>0.81281195230198733</c:v>
                </c:pt>
                <c:pt idx="5">
                  <c:v>0.81205523751241515</c:v>
                </c:pt>
                <c:pt idx="6">
                  <c:v>0.81535924130881443</c:v>
                </c:pt>
                <c:pt idx="7">
                  <c:v>0.82072538991071242</c:v>
                </c:pt>
                <c:pt idx="8">
                  <c:v>0.82502511771663101</c:v>
                </c:pt>
                <c:pt idx="9">
                  <c:v>0.82401770584345657</c:v>
                </c:pt>
                <c:pt idx="10">
                  <c:v>0.82330856488052917</c:v>
                </c:pt>
                <c:pt idx="11">
                  <c:v>0.830907966961828</c:v>
                </c:pt>
                <c:pt idx="12">
                  <c:v>0.84691595360020111</c:v>
                </c:pt>
                <c:pt idx="13">
                  <c:v>0.87330616850424914</c:v>
                </c:pt>
                <c:pt idx="14">
                  <c:v>0.93413355683971455</c:v>
                </c:pt>
                <c:pt idx="15">
                  <c:v>1.2223990870712118</c:v>
                </c:pt>
                <c:pt idx="16">
                  <c:v>1.3070545161069624</c:v>
                </c:pt>
                <c:pt idx="17">
                  <c:v>1.1690235793876982</c:v>
                </c:pt>
                <c:pt idx="18">
                  <c:v>0.98214811871893826</c:v>
                </c:pt>
                <c:pt idx="19">
                  <c:v>0.87799208467014545</c:v>
                </c:pt>
                <c:pt idx="20">
                  <c:v>0.84107815489502225</c:v>
                </c:pt>
                <c:pt idx="21">
                  <c:v>0.82565875141170642</c:v>
                </c:pt>
                <c:pt idx="22">
                  <c:v>0.81775958990046693</c:v>
                </c:pt>
                <c:pt idx="23">
                  <c:v>0.81953406159955089</c:v>
                </c:pt>
                <c:pt idx="24">
                  <c:v>0.82214927660470571</c:v>
                </c:pt>
                <c:pt idx="25">
                  <c:v>0.82281644763146189</c:v>
                </c:pt>
                <c:pt idx="26">
                  <c:v>0.82400527108695976</c:v>
                </c:pt>
                <c:pt idx="27">
                  <c:v>0.81610138071716543</c:v>
                </c:pt>
                <c:pt idx="28">
                  <c:v>0.80721854334150878</c:v>
                </c:pt>
                <c:pt idx="29">
                  <c:v>0.80561586884445158</c:v>
                </c:pt>
                <c:pt idx="30">
                  <c:v>0.80322858758628224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A-8384-4C1D-972B-6716FFB4FB94}"/>
            </c:ext>
          </c:extLst>
        </c:ser>
        <c:ser>
          <c:idx val="27"/>
          <c:order val="27"/>
          <c:tx>
            <c:strRef>
              <c:f>Sheet3!$AC$1</c:f>
              <c:strCache>
                <c:ptCount val="1"/>
                <c:pt idx="0">
                  <c:v>3F_7/O-PTIR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Sheet3!$A$2:$A$32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Sheet3!$AC$2:$AC$32</c:f>
              <c:numCache>
                <c:formatCode>General</c:formatCode>
                <c:ptCount val="31"/>
                <c:pt idx="0">
                  <c:v>0.7210925589154823</c:v>
                </c:pt>
                <c:pt idx="1">
                  <c:v>0.69885205561986108</c:v>
                </c:pt>
                <c:pt idx="2">
                  <c:v>0.68434814953069811</c:v>
                </c:pt>
                <c:pt idx="3">
                  <c:v>0.67137924379287672</c:v>
                </c:pt>
                <c:pt idx="4">
                  <c:v>0.67656934232472465</c:v>
                </c:pt>
                <c:pt idx="5">
                  <c:v>0.66804001302398652</c:v>
                </c:pt>
                <c:pt idx="6">
                  <c:v>0.67648330950683344</c:v>
                </c:pt>
                <c:pt idx="7">
                  <c:v>0.70079054530164686</c:v>
                </c:pt>
                <c:pt idx="8">
                  <c:v>0.73389522572095689</c:v>
                </c:pt>
                <c:pt idx="9">
                  <c:v>0.73958510835644464</c:v>
                </c:pt>
                <c:pt idx="10">
                  <c:v>0.73109016214015887</c:v>
                </c:pt>
                <c:pt idx="11">
                  <c:v>0.73961497712927993</c:v>
                </c:pt>
                <c:pt idx="12">
                  <c:v>0.78772767230961416</c:v>
                </c:pt>
                <c:pt idx="13">
                  <c:v>0.89644132466948145</c:v>
                </c:pt>
                <c:pt idx="14">
                  <c:v>1.0673348522502966</c:v>
                </c:pt>
                <c:pt idx="15">
                  <c:v>1.5261460516897696</c:v>
                </c:pt>
                <c:pt idx="16">
                  <c:v>1.6580961388041238</c:v>
                </c:pt>
                <c:pt idx="17">
                  <c:v>1.4251738508048939</c:v>
                </c:pt>
                <c:pt idx="18">
                  <c:v>1.0825615383686118</c:v>
                </c:pt>
                <c:pt idx="19">
                  <c:v>0.84363053558172518</c:v>
                </c:pt>
                <c:pt idx="20">
                  <c:v>0.74084059296835014</c:v>
                </c:pt>
                <c:pt idx="21">
                  <c:v>0.69126170313545265</c:v>
                </c:pt>
                <c:pt idx="22">
                  <c:v>0.65815810978767897</c:v>
                </c:pt>
                <c:pt idx="23">
                  <c:v>0.66971309913137378</c:v>
                </c:pt>
                <c:pt idx="24">
                  <c:v>0.69573490368340629</c:v>
                </c:pt>
                <c:pt idx="25">
                  <c:v>0.68542491958200535</c:v>
                </c:pt>
                <c:pt idx="26">
                  <c:v>0.66368127913233133</c:v>
                </c:pt>
                <c:pt idx="27">
                  <c:v>0.66095236194792328</c:v>
                </c:pt>
                <c:pt idx="28">
                  <c:v>0.63399949446034654</c:v>
                </c:pt>
                <c:pt idx="29">
                  <c:v>0.59691532654925317</c:v>
                </c:pt>
                <c:pt idx="30">
                  <c:v>0.56542680057153238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B-8384-4C1D-972B-6716FFB4FB94}"/>
            </c:ext>
          </c:extLst>
        </c:ser>
        <c:ser>
          <c:idx val="28"/>
          <c:order val="28"/>
          <c:tx>
            <c:strRef>
              <c:f>Sheet3!$AD$1</c:f>
              <c:strCache>
                <c:ptCount val="1"/>
                <c:pt idx="0">
                  <c:v>3F_8/O-PTIR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Sheet3!$A$2:$A$32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Sheet3!$AD$2:$AD$32</c:f>
              <c:numCache>
                <c:formatCode>General</c:formatCode>
                <c:ptCount val="31"/>
                <c:pt idx="0">
                  <c:v>0.49527424157940192</c:v>
                </c:pt>
                <c:pt idx="1">
                  <c:v>0.47035077958629312</c:v>
                </c:pt>
                <c:pt idx="2">
                  <c:v>0.45443070007101022</c:v>
                </c:pt>
                <c:pt idx="3">
                  <c:v>0.4527275179985461</c:v>
                </c:pt>
                <c:pt idx="4">
                  <c:v>0.45037419236464254</c:v>
                </c:pt>
                <c:pt idx="5">
                  <c:v>0.44594167727583267</c:v>
                </c:pt>
                <c:pt idx="6">
                  <c:v>0.45768641203095783</c:v>
                </c:pt>
                <c:pt idx="7">
                  <c:v>0.48759792439587119</c:v>
                </c:pt>
                <c:pt idx="8">
                  <c:v>0.51354141592848979</c:v>
                </c:pt>
                <c:pt idx="9">
                  <c:v>0.50443554392354495</c:v>
                </c:pt>
                <c:pt idx="10">
                  <c:v>0.48599658023250036</c:v>
                </c:pt>
                <c:pt idx="11">
                  <c:v>0.49230765776937596</c:v>
                </c:pt>
                <c:pt idx="12">
                  <c:v>0.52314281252570816</c:v>
                </c:pt>
                <c:pt idx="13">
                  <c:v>0.58736936723304622</c:v>
                </c:pt>
                <c:pt idx="14">
                  <c:v>0.68519642944523607</c:v>
                </c:pt>
                <c:pt idx="15">
                  <c:v>1.07225108705107</c:v>
                </c:pt>
                <c:pt idx="16">
                  <c:v>1.2576181319745494</c:v>
                </c:pt>
                <c:pt idx="17">
                  <c:v>1.0721503288302381</c:v>
                </c:pt>
                <c:pt idx="18">
                  <c:v>0.76366503309991318</c:v>
                </c:pt>
                <c:pt idx="19">
                  <c:v>0.57008522288608909</c:v>
                </c:pt>
                <c:pt idx="20">
                  <c:v>0.49182996943692681</c:v>
                </c:pt>
                <c:pt idx="21">
                  <c:v>0.45813471096355229</c:v>
                </c:pt>
                <c:pt idx="22">
                  <c:v>0.44761313934382513</c:v>
                </c:pt>
                <c:pt idx="23">
                  <c:v>0.46114035856076163</c:v>
                </c:pt>
                <c:pt idx="24">
                  <c:v>0.46817511736924855</c:v>
                </c:pt>
                <c:pt idx="25">
                  <c:v>0.45957738375952512</c:v>
                </c:pt>
                <c:pt idx="26">
                  <c:v>0.44379401560854431</c:v>
                </c:pt>
                <c:pt idx="27">
                  <c:v>0.42222252905873942</c:v>
                </c:pt>
                <c:pt idx="28">
                  <c:v>0.41600863059989118</c:v>
                </c:pt>
                <c:pt idx="29">
                  <c:v>0.42480896033954008</c:v>
                </c:pt>
                <c:pt idx="30">
                  <c:v>0.41641603574504438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C-8384-4C1D-972B-6716FFB4FB94}"/>
            </c:ext>
          </c:extLst>
        </c:ser>
        <c:ser>
          <c:idx val="29"/>
          <c:order val="29"/>
          <c:tx>
            <c:strRef>
              <c:f>Sheet3!$AE$1</c:f>
              <c:strCache>
                <c:ptCount val="1"/>
                <c:pt idx="0">
                  <c:v>3F_9/O-PTIR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Sheet3!$A$2:$A$32</c:f>
              <c:numCache>
                <c:formatCode>General</c:formatCode>
                <c:ptCount val="31"/>
                <c:pt idx="0">
                  <c:v>1461</c:v>
                </c:pt>
                <c:pt idx="1">
                  <c:v>1463</c:v>
                </c:pt>
                <c:pt idx="2">
                  <c:v>1465</c:v>
                </c:pt>
                <c:pt idx="3">
                  <c:v>1467</c:v>
                </c:pt>
                <c:pt idx="4">
                  <c:v>1469</c:v>
                </c:pt>
                <c:pt idx="5">
                  <c:v>1471</c:v>
                </c:pt>
                <c:pt idx="6">
                  <c:v>1473</c:v>
                </c:pt>
                <c:pt idx="7">
                  <c:v>1475</c:v>
                </c:pt>
                <c:pt idx="8">
                  <c:v>1477</c:v>
                </c:pt>
                <c:pt idx="9">
                  <c:v>1479</c:v>
                </c:pt>
                <c:pt idx="10">
                  <c:v>1481</c:v>
                </c:pt>
                <c:pt idx="11">
                  <c:v>1483</c:v>
                </c:pt>
                <c:pt idx="12">
                  <c:v>1485</c:v>
                </c:pt>
                <c:pt idx="13">
                  <c:v>1487</c:v>
                </c:pt>
                <c:pt idx="14">
                  <c:v>1489</c:v>
                </c:pt>
                <c:pt idx="15">
                  <c:v>1491</c:v>
                </c:pt>
                <c:pt idx="16">
                  <c:v>1493</c:v>
                </c:pt>
                <c:pt idx="17">
                  <c:v>1495</c:v>
                </c:pt>
                <c:pt idx="18">
                  <c:v>1497</c:v>
                </c:pt>
                <c:pt idx="19">
                  <c:v>1499</c:v>
                </c:pt>
                <c:pt idx="20">
                  <c:v>1501</c:v>
                </c:pt>
                <c:pt idx="21">
                  <c:v>1503</c:v>
                </c:pt>
                <c:pt idx="22">
                  <c:v>1505</c:v>
                </c:pt>
                <c:pt idx="23">
                  <c:v>1507</c:v>
                </c:pt>
                <c:pt idx="24">
                  <c:v>1509</c:v>
                </c:pt>
                <c:pt idx="25">
                  <c:v>1511</c:v>
                </c:pt>
                <c:pt idx="26">
                  <c:v>1513</c:v>
                </c:pt>
                <c:pt idx="27">
                  <c:v>1515</c:v>
                </c:pt>
                <c:pt idx="28">
                  <c:v>1517</c:v>
                </c:pt>
                <c:pt idx="29">
                  <c:v>1519</c:v>
                </c:pt>
                <c:pt idx="30">
                  <c:v>1521</c:v>
                </c:pt>
              </c:numCache>
            </c:numRef>
          </c:xVal>
          <c:yVal>
            <c:numRef>
              <c:f>Sheet3!$AE$2:$AE$32</c:f>
              <c:numCache>
                <c:formatCode>General</c:formatCode>
                <c:ptCount val="31"/>
                <c:pt idx="0">
                  <c:v>0.27606653026906414</c:v>
                </c:pt>
                <c:pt idx="1">
                  <c:v>0.22492894644225792</c:v>
                </c:pt>
                <c:pt idx="2">
                  <c:v>0.18993818466708642</c:v>
                </c:pt>
                <c:pt idx="3">
                  <c:v>0.2037508142442708</c:v>
                </c:pt>
                <c:pt idx="4">
                  <c:v>0.23396447995351499</c:v>
                </c:pt>
                <c:pt idx="5">
                  <c:v>0.22867025019320483</c:v>
                </c:pt>
                <c:pt idx="6">
                  <c:v>0.22667309309168834</c:v>
                </c:pt>
                <c:pt idx="7">
                  <c:v>0.26883737533732921</c:v>
                </c:pt>
                <c:pt idx="8">
                  <c:v>0.3041287461487453</c:v>
                </c:pt>
                <c:pt idx="9">
                  <c:v>0.29200191697516775</c:v>
                </c:pt>
                <c:pt idx="10">
                  <c:v>0.2623164386743958</c:v>
                </c:pt>
                <c:pt idx="11">
                  <c:v>0.27621034975356018</c:v>
                </c:pt>
                <c:pt idx="12">
                  <c:v>0.29762400015454232</c:v>
                </c:pt>
                <c:pt idx="13">
                  <c:v>0.31866968635545295</c:v>
                </c:pt>
                <c:pt idx="14">
                  <c:v>0.4477973860564668</c:v>
                </c:pt>
                <c:pt idx="15">
                  <c:v>0.93588561530979908</c:v>
                </c:pt>
                <c:pt idx="16">
                  <c:v>1.1239581307721016</c:v>
                </c:pt>
                <c:pt idx="17">
                  <c:v>0.95711606417782613</c:v>
                </c:pt>
                <c:pt idx="18">
                  <c:v>0.58723091291514617</c:v>
                </c:pt>
                <c:pt idx="19">
                  <c:v>0.36894407275898922</c:v>
                </c:pt>
                <c:pt idx="20">
                  <c:v>0.28471886022764825</c:v>
                </c:pt>
                <c:pt idx="21">
                  <c:v>0.27090013971174026</c:v>
                </c:pt>
                <c:pt idx="22">
                  <c:v>0.30652061102009459</c:v>
                </c:pt>
                <c:pt idx="23">
                  <c:v>0.22829022684156475</c:v>
                </c:pt>
                <c:pt idx="24">
                  <c:v>0.18923444627399694</c:v>
                </c:pt>
                <c:pt idx="25">
                  <c:v>0.20854131182370791</c:v>
                </c:pt>
                <c:pt idx="26">
                  <c:v>0.23449460696446309</c:v>
                </c:pt>
                <c:pt idx="27">
                  <c:v>0.20931384378890555</c:v>
                </c:pt>
                <c:pt idx="28">
                  <c:v>0.22376987445748359</c:v>
                </c:pt>
                <c:pt idx="29">
                  <c:v>0.22717319266277647</c:v>
                </c:pt>
                <c:pt idx="30">
                  <c:v>0.2311152363132585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D-8384-4C1D-972B-6716FFB4FB9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052535023"/>
        <c:axId val="1052533583"/>
      </c:scatterChart>
      <c:valAx>
        <c:axId val="1052535023"/>
        <c:scaling>
          <c:orientation val="minMax"/>
          <c:max val="1520"/>
          <c:min val="1460"/>
        </c:scaling>
        <c:delete val="0"/>
        <c:axPos val="b"/>
        <c:numFmt formatCode="General" sourceLinked="1"/>
        <c:majorTickMark val="out"/>
        <c:minorTickMark val="out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ysClr val="windowText" lastClr="000000"/>
                </a:solidFill>
                <a:latin typeface="Avenir LT Std 65 Medium" panose="020B0803020203020204" pitchFamily="34" charset="0"/>
                <a:ea typeface="+mn-ea"/>
                <a:cs typeface="+mn-cs"/>
              </a:defRPr>
            </a:pPr>
            <a:endParaRPr lang="en-US"/>
          </a:p>
        </c:txPr>
        <c:crossAx val="1052533583"/>
        <c:crosses val="autoZero"/>
        <c:crossBetween val="midCat"/>
        <c:majorUnit val="50"/>
      </c:valAx>
      <c:valAx>
        <c:axId val="1052533583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052535023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'Fully separated 3%'!$B$1</c:f>
              <c:strCache>
                <c:ptCount val="1"/>
                <c:pt idx="0">
                  <c:v>3D_1/O-PTIR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3%'!$A$2:$A$589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3%'!$B$2:$B$589</c:f>
              <c:numCache>
                <c:formatCode>General</c:formatCode>
                <c:ptCount val="588"/>
                <c:pt idx="0">
                  <c:v>7.9743010697494219</c:v>
                </c:pt>
                <c:pt idx="1">
                  <c:v>8.0029917439354055</c:v>
                </c:pt>
                <c:pt idx="2">
                  <c:v>8.0217936121951539</c:v>
                </c:pt>
                <c:pt idx="3">
                  <c:v>8.0445000270920897</c:v>
                </c:pt>
                <c:pt idx="4">
                  <c:v>8.0547199946926895</c:v>
                </c:pt>
                <c:pt idx="5">
                  <c:v>8.0703274164640906</c:v>
                </c:pt>
                <c:pt idx="6">
                  <c:v>8.0728587907780653</c:v>
                </c:pt>
                <c:pt idx="7">
                  <c:v>8.0608689001989067</c:v>
                </c:pt>
                <c:pt idx="8">
                  <c:v>8.0662507894566424</c:v>
                </c:pt>
                <c:pt idx="9">
                  <c:v>8.0595823446179242</c:v>
                </c:pt>
                <c:pt idx="10">
                  <c:v>8.067194570174486</c:v>
                </c:pt>
                <c:pt idx="11">
                  <c:v>8.0872583600595025</c:v>
                </c:pt>
                <c:pt idx="12">
                  <c:v>8.0990402322857502</c:v>
                </c:pt>
                <c:pt idx="13">
                  <c:v>8.1143917441575262</c:v>
                </c:pt>
                <c:pt idx="14">
                  <c:v>8.1109812039496312</c:v>
                </c:pt>
                <c:pt idx="15">
                  <c:v>8.1069865381233264</c:v>
                </c:pt>
                <c:pt idx="16">
                  <c:v>8.108780827810973</c:v>
                </c:pt>
                <c:pt idx="17">
                  <c:v>8.1003898996884942</c:v>
                </c:pt>
                <c:pt idx="18">
                  <c:v>8.0863620190364554</c:v>
                </c:pt>
                <c:pt idx="19">
                  <c:v>8.0913359097961273</c:v>
                </c:pt>
                <c:pt idx="20">
                  <c:v>8.0983434005305934</c:v>
                </c:pt>
                <c:pt idx="21">
                  <c:v>8.0985239890940637</c:v>
                </c:pt>
                <c:pt idx="22">
                  <c:v>8.1045444735295451</c:v>
                </c:pt>
                <c:pt idx="23">
                  <c:v>8.0988272530744378</c:v>
                </c:pt>
                <c:pt idx="24">
                  <c:v>8.0991989036531482</c:v>
                </c:pt>
                <c:pt idx="25">
                  <c:v>8.0992541247135641</c:v>
                </c:pt>
                <c:pt idx="26">
                  <c:v>8.0880948283255716</c:v>
                </c:pt>
                <c:pt idx="27">
                  <c:v>8.0817913514135498</c:v>
                </c:pt>
                <c:pt idx="28">
                  <c:v>8.0752463858125125</c:v>
                </c:pt>
                <c:pt idx="29">
                  <c:v>8.072113335000461</c:v>
                </c:pt>
                <c:pt idx="30">
                  <c:v>8.0759714749595659</c:v>
                </c:pt>
                <c:pt idx="31">
                  <c:v>8.0898119987820731</c:v>
                </c:pt>
                <c:pt idx="32">
                  <c:v>8.1225824780997371</c:v>
                </c:pt>
                <c:pt idx="33">
                  <c:v>8.1476536005425118</c:v>
                </c:pt>
                <c:pt idx="34">
                  <c:v>8.1639887036640602</c:v>
                </c:pt>
                <c:pt idx="35">
                  <c:v>8.1598479707606337</c:v>
                </c:pt>
                <c:pt idx="36">
                  <c:v>8.1526547546198671</c:v>
                </c:pt>
                <c:pt idx="37">
                  <c:v>8.1577439009123562</c:v>
                </c:pt>
                <c:pt idx="38">
                  <c:v>8.1803122013258829</c:v>
                </c:pt>
                <c:pt idx="39">
                  <c:v>8.2306223448705804</c:v>
                </c:pt>
                <c:pt idx="40">
                  <c:v>8.3019065981947069</c:v>
                </c:pt>
                <c:pt idx="41">
                  <c:v>8.3682400955772387</c:v>
                </c:pt>
                <c:pt idx="42">
                  <c:v>8.4413416307170124</c:v>
                </c:pt>
                <c:pt idx="43">
                  <c:v>8.4776011963745006</c:v>
                </c:pt>
                <c:pt idx="44">
                  <c:v>8.3858081361045702</c:v>
                </c:pt>
                <c:pt idx="45">
                  <c:v>8.2657597006232777</c:v>
                </c:pt>
                <c:pt idx="46">
                  <c:v>8.1989863372917959</c:v>
                </c:pt>
                <c:pt idx="47">
                  <c:v>8.1792281752861253</c:v>
                </c:pt>
                <c:pt idx="48">
                  <c:v>8.1293407368302582</c:v>
                </c:pt>
                <c:pt idx="49">
                  <c:v>8.0930223257843554</c:v>
                </c:pt>
                <c:pt idx="50">
                  <c:v>8.0611558309216171</c:v>
                </c:pt>
                <c:pt idx="51">
                  <c:v>8.0342754387111111</c:v>
                </c:pt>
                <c:pt idx="52">
                  <c:v>8.021143832493415</c:v>
                </c:pt>
                <c:pt idx="53">
                  <c:v>8.0172105578843418</c:v>
                </c:pt>
                <c:pt idx="54">
                  <c:v>8.0153532289090563</c:v>
                </c:pt>
                <c:pt idx="55">
                  <c:v>8.0157331721594982</c:v>
                </c:pt>
                <c:pt idx="56">
                  <c:v>8.0165631789431764</c:v>
                </c:pt>
                <c:pt idx="57">
                  <c:v>8.0213221950916598</c:v>
                </c:pt>
                <c:pt idx="58">
                  <c:v>8.0224157147779813</c:v>
                </c:pt>
                <c:pt idx="59">
                  <c:v>8.0237330153145638</c:v>
                </c:pt>
                <c:pt idx="60">
                  <c:v>8.0247176410674061</c:v>
                </c:pt>
                <c:pt idx="61">
                  <c:v>8.0305409230579325</c:v>
                </c:pt>
                <c:pt idx="62">
                  <c:v>8.0471532111698245</c:v>
                </c:pt>
                <c:pt idx="63">
                  <c:v>8.076326673372213</c:v>
                </c:pt>
                <c:pt idx="64">
                  <c:v>8.0947011411477323</c:v>
                </c:pt>
                <c:pt idx="65">
                  <c:v>8.0967598070130009</c:v>
                </c:pt>
                <c:pt idx="66">
                  <c:v>8.0770178688692642</c:v>
                </c:pt>
                <c:pt idx="67">
                  <c:v>8.0640655574916593</c:v>
                </c:pt>
                <c:pt idx="68">
                  <c:v>8.0662249530397432</c:v>
                </c:pt>
                <c:pt idx="69">
                  <c:v>8.0678944650099957</c:v>
                </c:pt>
                <c:pt idx="70">
                  <c:v>8.0637031342046992</c:v>
                </c:pt>
                <c:pt idx="71">
                  <c:v>8.0634899552272774</c:v>
                </c:pt>
                <c:pt idx="72">
                  <c:v>8.0526961880136216</c:v>
                </c:pt>
                <c:pt idx="73">
                  <c:v>8.0398669111562864</c:v>
                </c:pt>
                <c:pt idx="74">
                  <c:v>8.0296260037866514</c:v>
                </c:pt>
                <c:pt idx="75">
                  <c:v>8.0204238017096472</c:v>
                </c:pt>
                <c:pt idx="76">
                  <c:v>8.0147291536358924</c:v>
                </c:pt>
                <c:pt idx="77">
                  <c:v>8.0107620674236113</c:v>
                </c:pt>
                <c:pt idx="78">
                  <c:v>8.0111931436637196</c:v>
                </c:pt>
                <c:pt idx="79">
                  <c:v>8.0112122332180675</c:v>
                </c:pt>
                <c:pt idx="80">
                  <c:v>8.0105687425815422</c:v>
                </c:pt>
                <c:pt idx="81">
                  <c:v>8.0088395986438208</c:v>
                </c:pt>
                <c:pt idx="82">
                  <c:v>8.0063076993492643</c:v>
                </c:pt>
                <c:pt idx="83">
                  <c:v>8.0068530150499218</c:v>
                </c:pt>
                <c:pt idx="84">
                  <c:v>8.0061709582578633</c:v>
                </c:pt>
                <c:pt idx="85">
                  <c:v>8.0070277277548634</c:v>
                </c:pt>
                <c:pt idx="86">
                  <c:v>8.0073466412696082</c:v>
                </c:pt>
                <c:pt idx="87">
                  <c:v>8.007693979837093</c:v>
                </c:pt>
                <c:pt idx="88">
                  <c:v>8.0072514152620311</c:v>
                </c:pt>
                <c:pt idx="89">
                  <c:v>8.0081390884573462</c:v>
                </c:pt>
                <c:pt idx="90">
                  <c:v>8.0070963908152262</c:v>
                </c:pt>
                <c:pt idx="91">
                  <c:v>8.005901200286111</c:v>
                </c:pt>
                <c:pt idx="92">
                  <c:v>8.0046047108002192</c:v>
                </c:pt>
                <c:pt idx="93">
                  <c:v>8.0046421422723579</c:v>
                </c:pt>
                <c:pt idx="94">
                  <c:v>8.0056031016865816</c:v>
                </c:pt>
                <c:pt idx="95">
                  <c:v>8.0025500872259698</c:v>
                </c:pt>
                <c:pt idx="96">
                  <c:v>8.0031046685663352</c:v>
                </c:pt>
                <c:pt idx="97">
                  <c:v>8.0057780629100765</c:v>
                </c:pt>
                <c:pt idx="98">
                  <c:v>8.0057666381911172</c:v>
                </c:pt>
                <c:pt idx="99">
                  <c:v>8.0045008229103303</c:v>
                </c:pt>
                <c:pt idx="100">
                  <c:v>8.0035662748351122</c:v>
                </c:pt>
                <c:pt idx="101">
                  <c:v>8.0032416902815573</c:v>
                </c:pt>
                <c:pt idx="102">
                  <c:v>8.0019017137646813</c:v>
                </c:pt>
                <c:pt idx="103">
                  <c:v>8.0029842586516988</c:v>
                </c:pt>
                <c:pt idx="104">
                  <c:v>8.0040623615668416</c:v>
                </c:pt>
                <c:pt idx="105">
                  <c:v>8.0049034140489574</c:v>
                </c:pt>
                <c:pt idx="106">
                  <c:v>8.0078290003239641</c:v>
                </c:pt>
                <c:pt idx="107">
                  <c:v>8.0115956176775729</c:v>
                </c:pt>
                <c:pt idx="108">
                  <c:v>8.0153675621274498</c:v>
                </c:pt>
                <c:pt idx="109">
                  <c:v>8.0263480012582598</c:v>
                </c:pt>
                <c:pt idx="110">
                  <c:v>8.0391092006790981</c:v>
                </c:pt>
                <c:pt idx="111">
                  <c:v>8.0387682165764467</c:v>
                </c:pt>
                <c:pt idx="112">
                  <c:v>8.0302928040366002</c:v>
                </c:pt>
                <c:pt idx="113">
                  <c:v>8.0228833363253855</c:v>
                </c:pt>
                <c:pt idx="114">
                  <c:v>8.0198022294582785</c:v>
                </c:pt>
                <c:pt idx="115">
                  <c:v>8.0230468020794241</c:v>
                </c:pt>
                <c:pt idx="116">
                  <c:v>8.0285922641087577</c:v>
                </c:pt>
                <c:pt idx="117">
                  <c:v>8.0328432655267541</c:v>
                </c:pt>
                <c:pt idx="118">
                  <c:v>8.0280245454712187</c:v>
                </c:pt>
                <c:pt idx="119">
                  <c:v>8.0223293611205833</c:v>
                </c:pt>
                <c:pt idx="120">
                  <c:v>8.0189117732118902</c:v>
                </c:pt>
                <c:pt idx="121">
                  <c:v>8.0229723321274058</c:v>
                </c:pt>
                <c:pt idx="122">
                  <c:v>8.0288338526808278</c:v>
                </c:pt>
                <c:pt idx="123">
                  <c:v>8.0344797851726675</c:v>
                </c:pt>
                <c:pt idx="124">
                  <c:v>8.0350325142174484</c:v>
                </c:pt>
                <c:pt idx="125">
                  <c:v>8.0300185869998906</c:v>
                </c:pt>
                <c:pt idx="126">
                  <c:v>8.0237938964147659</c:v>
                </c:pt>
                <c:pt idx="127">
                  <c:v>8.0201837399214195</c:v>
                </c:pt>
                <c:pt idx="128">
                  <c:v>8.0197782182853032</c:v>
                </c:pt>
                <c:pt idx="129">
                  <c:v>8.0166988593716599</c:v>
                </c:pt>
                <c:pt idx="130">
                  <c:v>8.0145765703785141</c:v>
                </c:pt>
                <c:pt idx="131">
                  <c:v>8.0142676653836986</c:v>
                </c:pt>
                <c:pt idx="132">
                  <c:v>8.0126626790560724</c:v>
                </c:pt>
                <c:pt idx="133">
                  <c:v>8.0094400604926026</c:v>
                </c:pt>
                <c:pt idx="134">
                  <c:v>8.010471972548407</c:v>
                </c:pt>
                <c:pt idx="135">
                  <c:v>8.008653471921674</c:v>
                </c:pt>
                <c:pt idx="136">
                  <c:v>8.0127202223975171</c:v>
                </c:pt>
                <c:pt idx="137">
                  <c:v>8.0152478094789892</c:v>
                </c:pt>
                <c:pt idx="138">
                  <c:v>8.0153811521683522</c:v>
                </c:pt>
                <c:pt idx="139">
                  <c:v>8.0150688214225667</c:v>
                </c:pt>
                <c:pt idx="140">
                  <c:v>8.0147836196279751</c:v>
                </c:pt>
                <c:pt idx="141">
                  <c:v>8.0145221614624607</c:v>
                </c:pt>
                <c:pt idx="142">
                  <c:v>8.0095651592626744</c:v>
                </c:pt>
                <c:pt idx="143">
                  <c:v>8.012523760751888</c:v>
                </c:pt>
                <c:pt idx="144">
                  <c:v>8.0145391641744101</c:v>
                </c:pt>
                <c:pt idx="145">
                  <c:v>8.0076207917176134</c:v>
                </c:pt>
                <c:pt idx="146">
                  <c:v>8.0062995053715014</c:v>
                </c:pt>
                <c:pt idx="147">
                  <c:v>8.0097025822937447</c:v>
                </c:pt>
                <c:pt idx="148">
                  <c:v>8.0106310256117652</c:v>
                </c:pt>
                <c:pt idx="149">
                  <c:v>8.012603319983377</c:v>
                </c:pt>
                <c:pt idx="150">
                  <c:v>8.0094552956312022</c:v>
                </c:pt>
                <c:pt idx="151">
                  <c:v>8.0048537106355173</c:v>
                </c:pt>
                <c:pt idx="152">
                  <c:v>8.0051789138100169</c:v>
                </c:pt>
                <c:pt idx="153">
                  <c:v>8.0069720453298601</c:v>
                </c:pt>
                <c:pt idx="154">
                  <c:v>8.0079977955524377</c:v>
                </c:pt>
                <c:pt idx="155">
                  <c:v>8.0041789836544321</c:v>
                </c:pt>
                <c:pt idx="156">
                  <c:v>8.0060348307337996</c:v>
                </c:pt>
                <c:pt idx="157">
                  <c:v>8.0063283537381409</c:v>
                </c:pt>
                <c:pt idx="158">
                  <c:v>8.0039576490472069</c:v>
                </c:pt>
                <c:pt idx="159">
                  <c:v>8.0062853249503991</c:v>
                </c:pt>
                <c:pt idx="160">
                  <c:v>8.0057004918270174</c:v>
                </c:pt>
                <c:pt idx="161">
                  <c:v>8.004627794190414</c:v>
                </c:pt>
                <c:pt idx="162">
                  <c:v>8.0071720094223782</c:v>
                </c:pt>
                <c:pt idx="163">
                  <c:v>8.0071048012062747</c:v>
                </c:pt>
                <c:pt idx="164">
                  <c:v>8.0062265889577127</c:v>
                </c:pt>
                <c:pt idx="165">
                  <c:v>8.0055594492242879</c:v>
                </c:pt>
                <c:pt idx="166">
                  <c:v>8.0047820481107941</c:v>
                </c:pt>
                <c:pt idx="167">
                  <c:v>8.0021115714818887</c:v>
                </c:pt>
                <c:pt idx="168">
                  <c:v>8.0046368434168347</c:v>
                </c:pt>
                <c:pt idx="169">
                  <c:v>8.0063791632969608</c:v>
                </c:pt>
                <c:pt idx="170">
                  <c:v>8.0088514978072904</c:v>
                </c:pt>
                <c:pt idx="171">
                  <c:v>8.0092217809394128</c:v>
                </c:pt>
                <c:pt idx="172">
                  <c:v>8.0097327410309394</c:v>
                </c:pt>
                <c:pt idx="173">
                  <c:v>8.0133700163682651</c:v>
                </c:pt>
                <c:pt idx="174">
                  <c:v>8.0147866589266492</c:v>
                </c:pt>
                <c:pt idx="175">
                  <c:v>8.0170233746610737</c:v>
                </c:pt>
                <c:pt idx="176">
                  <c:v>8.0217285146031312</c:v>
                </c:pt>
                <c:pt idx="177">
                  <c:v>8.0235941374392361</c:v>
                </c:pt>
                <c:pt idx="178">
                  <c:v>8.0236108987671351</c:v>
                </c:pt>
                <c:pt idx="179">
                  <c:v>8.0252831551432315</c:v>
                </c:pt>
                <c:pt idx="180">
                  <c:v>8.0280575829807486</c:v>
                </c:pt>
                <c:pt idx="181">
                  <c:v>8.0297193112072129</c:v>
                </c:pt>
                <c:pt idx="182">
                  <c:v>8.0289740647083914</c:v>
                </c:pt>
                <c:pt idx="183">
                  <c:v>8.0303379820936502</c:v>
                </c:pt>
                <c:pt idx="184">
                  <c:v>8.0358697339845993</c:v>
                </c:pt>
                <c:pt idx="185">
                  <c:v>8.0404738600527672</c:v>
                </c:pt>
                <c:pt idx="186">
                  <c:v>8.0449059328023331</c:v>
                </c:pt>
                <c:pt idx="187">
                  <c:v>8.0532431856735816</c:v>
                </c:pt>
                <c:pt idx="188">
                  <c:v>8.0568208540141999</c:v>
                </c:pt>
                <c:pt idx="189">
                  <c:v>8.0572896147040645</c:v>
                </c:pt>
                <c:pt idx="190">
                  <c:v>8.0547738411720164</c:v>
                </c:pt>
                <c:pt idx="191">
                  <c:v>8.050552331415096</c:v>
                </c:pt>
                <c:pt idx="192">
                  <c:v>8.0477573942569496</c:v>
                </c:pt>
                <c:pt idx="193">
                  <c:v>8.0505113222865088</c:v>
                </c:pt>
                <c:pt idx="194">
                  <c:v>8.0578517184870098</c:v>
                </c:pt>
                <c:pt idx="195">
                  <c:v>8.0680359374665862</c:v>
                </c:pt>
                <c:pt idx="196">
                  <c:v>8.0749084624120471</c:v>
                </c:pt>
                <c:pt idx="197">
                  <c:v>8.0757705150092072</c:v>
                </c:pt>
                <c:pt idx="198">
                  <c:v>8.0675154468668957</c:v>
                </c:pt>
                <c:pt idx="199">
                  <c:v>8.0553489154831066</c:v>
                </c:pt>
                <c:pt idx="200">
                  <c:v>8.046857723798734</c:v>
                </c:pt>
                <c:pt idx="201">
                  <c:v>8.0408443833798557</c:v>
                </c:pt>
                <c:pt idx="202">
                  <c:v>8.0382911013824803</c:v>
                </c:pt>
                <c:pt idx="203">
                  <c:v>8.0465488901489586</c:v>
                </c:pt>
                <c:pt idx="204">
                  <c:v>8.0624208403007316</c:v>
                </c:pt>
                <c:pt idx="205">
                  <c:v>8.076937748390133</c:v>
                </c:pt>
                <c:pt idx="206">
                  <c:v>8.0863244534950969</c:v>
                </c:pt>
                <c:pt idx="207">
                  <c:v>8.0944239989644124</c:v>
                </c:pt>
                <c:pt idx="208">
                  <c:v>8.1004062805095174</c:v>
                </c:pt>
                <c:pt idx="209">
                  <c:v>8.1028388704820795</c:v>
                </c:pt>
                <c:pt idx="210">
                  <c:v>8.1086605400747178</c:v>
                </c:pt>
                <c:pt idx="211">
                  <c:v>8.1079647547134712</c:v>
                </c:pt>
                <c:pt idx="212">
                  <c:v>8.1064710844834096</c:v>
                </c:pt>
                <c:pt idx="213">
                  <c:v>8.1123571548648528</c:v>
                </c:pt>
                <c:pt idx="214">
                  <c:v>8.1182356912101472</c:v>
                </c:pt>
                <c:pt idx="215">
                  <c:v>8.1061846389069654</c:v>
                </c:pt>
                <c:pt idx="216">
                  <c:v>8.0991182266827106</c:v>
                </c:pt>
                <c:pt idx="217">
                  <c:v>8.0934161408886069</c:v>
                </c:pt>
                <c:pt idx="218">
                  <c:v>8.0926278638184161</c:v>
                </c:pt>
                <c:pt idx="219">
                  <c:v>8.1130794710680458</c:v>
                </c:pt>
                <c:pt idx="220">
                  <c:v>8.1304646399906488</c:v>
                </c:pt>
                <c:pt idx="221">
                  <c:v>8.1311454714316582</c:v>
                </c:pt>
                <c:pt idx="222">
                  <c:v>8.1275431842961456</c:v>
                </c:pt>
                <c:pt idx="223">
                  <c:v>8.120918588118581</c:v>
                </c:pt>
                <c:pt idx="224">
                  <c:v>8.1056922820344361</c:v>
                </c:pt>
                <c:pt idx="225">
                  <c:v>8.0819856382245643</c:v>
                </c:pt>
                <c:pt idx="226">
                  <c:v>8.0498521940064531</c:v>
                </c:pt>
                <c:pt idx="227">
                  <c:v>8.0316186279272106</c:v>
                </c:pt>
                <c:pt idx="228">
                  <c:v>8.0227531387631714</c:v>
                </c:pt>
                <c:pt idx="229">
                  <c:v>8.0169910196857508</c:v>
                </c:pt>
                <c:pt idx="230">
                  <c:v>8.0118435214747041</c:v>
                </c:pt>
                <c:pt idx="231">
                  <c:v>8.0070012527998653</c:v>
                </c:pt>
                <c:pt idx="232">
                  <c:v>8.007120439444348</c:v>
                </c:pt>
                <c:pt idx="233">
                  <c:v>8.0073917806814308</c:v>
                </c:pt>
                <c:pt idx="234">
                  <c:v>8.0073758023653365</c:v>
                </c:pt>
                <c:pt idx="235">
                  <c:v>8.0075465399625063</c:v>
                </c:pt>
                <c:pt idx="236">
                  <c:v>8.0079024958216536</c:v>
                </c:pt>
                <c:pt idx="237">
                  <c:v>8.0088924778033217</c:v>
                </c:pt>
                <c:pt idx="238">
                  <c:v>8.0094630466751795</c:v>
                </c:pt>
                <c:pt idx="239">
                  <c:v>8.0138408460642694</c:v>
                </c:pt>
                <c:pt idx="240">
                  <c:v>8.0188033132940664</c:v>
                </c:pt>
                <c:pt idx="241">
                  <c:v>8.022787586526313</c:v>
                </c:pt>
                <c:pt idx="242">
                  <c:v>8.023305644260164</c:v>
                </c:pt>
                <c:pt idx="243">
                  <c:v>8.0307440733009976</c:v>
                </c:pt>
                <c:pt idx="244">
                  <c:v>8.0319407912084948</c:v>
                </c:pt>
                <c:pt idx="245">
                  <c:v>8.0336443633005068</c:v>
                </c:pt>
                <c:pt idx="246">
                  <c:v>8.0370854415633897</c:v>
                </c:pt>
                <c:pt idx="247">
                  <c:v>8.0439913559872416</c:v>
                </c:pt>
                <c:pt idx="248">
                  <c:v>8.058298129154231</c:v>
                </c:pt>
                <c:pt idx="249">
                  <c:v>8.0761858477773103</c:v>
                </c:pt>
                <c:pt idx="250">
                  <c:v>8.0983654033407131</c:v>
                </c:pt>
                <c:pt idx="251">
                  <c:v>8.1522632606075618</c:v>
                </c:pt>
                <c:pt idx="252">
                  <c:v>8.2275691576955197</c:v>
                </c:pt>
                <c:pt idx="253">
                  <c:v>8.3056150182106787</c:v>
                </c:pt>
                <c:pt idx="254">
                  <c:v>8.3902464063598838</c:v>
                </c:pt>
                <c:pt idx="255">
                  <c:v>8.4592433757748164</c:v>
                </c:pt>
                <c:pt idx="256">
                  <c:v>8.5304387997686817</c:v>
                </c:pt>
                <c:pt idx="257">
                  <c:v>8.6912472079356693</c:v>
                </c:pt>
                <c:pt idx="258">
                  <c:v>8.8477096568155211</c:v>
                </c:pt>
                <c:pt idx="259">
                  <c:v>9</c:v>
                </c:pt>
                <c:pt idx="260">
                  <c:v>8.725770292412685</c:v>
                </c:pt>
                <c:pt idx="261">
                  <c:v>8.3874795125585155</c:v>
                </c:pt>
                <c:pt idx="262">
                  <c:v>8.1527525258617199</c:v>
                </c:pt>
                <c:pt idx="263">
                  <c:v>8.0952742415794017</c:v>
                </c:pt>
                <c:pt idx="264">
                  <c:v>8.0703507795862937</c:v>
                </c:pt>
                <c:pt idx="265">
                  <c:v>8.0544307000710109</c:v>
                </c:pt>
                <c:pt idx="266">
                  <c:v>8.0527275179985462</c:v>
                </c:pt>
                <c:pt idx="267">
                  <c:v>8.050374192364643</c:v>
                </c:pt>
                <c:pt idx="268">
                  <c:v>8.0459416772758328</c:v>
                </c:pt>
                <c:pt idx="269">
                  <c:v>8.0576864120309573</c:v>
                </c:pt>
                <c:pt idx="270">
                  <c:v>8.0875979243958707</c:v>
                </c:pt>
                <c:pt idx="271">
                  <c:v>8.1135414159284895</c:v>
                </c:pt>
                <c:pt idx="272">
                  <c:v>8.1044355439235449</c:v>
                </c:pt>
                <c:pt idx="273">
                  <c:v>8.0859965802325</c:v>
                </c:pt>
                <c:pt idx="274">
                  <c:v>8.0923076577693767</c:v>
                </c:pt>
                <c:pt idx="275">
                  <c:v>8.1231428125257086</c:v>
                </c:pt>
                <c:pt idx="276">
                  <c:v>8.1873693672330461</c:v>
                </c:pt>
                <c:pt idx="277">
                  <c:v>8.2851964294452358</c:v>
                </c:pt>
                <c:pt idx="278">
                  <c:v>8.6722510870510696</c:v>
                </c:pt>
                <c:pt idx="279">
                  <c:v>8.8576181319745491</c:v>
                </c:pt>
                <c:pt idx="280">
                  <c:v>8.672150328830238</c:v>
                </c:pt>
                <c:pt idx="281">
                  <c:v>8.3636650330999132</c:v>
                </c:pt>
                <c:pt idx="282">
                  <c:v>8.1700852228860885</c:v>
                </c:pt>
                <c:pt idx="283">
                  <c:v>8.091829969436926</c:v>
                </c:pt>
                <c:pt idx="284">
                  <c:v>8.0581347109635519</c:v>
                </c:pt>
                <c:pt idx="285">
                  <c:v>8.0476131393438255</c:v>
                </c:pt>
                <c:pt idx="286">
                  <c:v>8.0611403585607615</c:v>
                </c:pt>
                <c:pt idx="287">
                  <c:v>8.0681751173692486</c:v>
                </c:pt>
                <c:pt idx="288">
                  <c:v>8.0595773837595246</c:v>
                </c:pt>
                <c:pt idx="289">
                  <c:v>8.0437940156085439</c:v>
                </c:pt>
                <c:pt idx="290">
                  <c:v>8.0222225290587392</c:v>
                </c:pt>
                <c:pt idx="291">
                  <c:v>8.0160086305998917</c:v>
                </c:pt>
                <c:pt idx="292">
                  <c:v>8.0248089603395396</c:v>
                </c:pt>
                <c:pt idx="293">
                  <c:v>8.0164160357450438</c:v>
                </c:pt>
                <c:pt idx="294">
                  <c:v>8.0042398882390415</c:v>
                </c:pt>
                <c:pt idx="295">
                  <c:v>8.0071532302189503</c:v>
                </c:pt>
                <c:pt idx="296">
                  <c:v>8.0033414951543023</c:v>
                </c:pt>
                <c:pt idx="297">
                  <c:v>8.0071595852783268</c:v>
                </c:pt>
                <c:pt idx="298">
                  <c:v>8.0127396484626345</c:v>
                </c:pt>
                <c:pt idx="299">
                  <c:v>8.0155221287769205</c:v>
                </c:pt>
                <c:pt idx="300">
                  <c:v>8.0170049664518501</c:v>
                </c:pt>
                <c:pt idx="301">
                  <c:v>8.0162863922959691</c:v>
                </c:pt>
                <c:pt idx="302">
                  <c:v>8.01427962994679</c:v>
                </c:pt>
                <c:pt idx="303">
                  <c:v>8.0050984383893162</c:v>
                </c:pt>
                <c:pt idx="304">
                  <c:v>8.0137979141868723</c:v>
                </c:pt>
                <c:pt idx="305">
                  <c:v>8.0190799465494376</c:v>
                </c:pt>
                <c:pt idx="306">
                  <c:v>8.0195019548350519</c:v>
                </c:pt>
                <c:pt idx="307">
                  <c:v>8.0154619599380297</c:v>
                </c:pt>
                <c:pt idx="308">
                  <c:v>8.0158748824328878</c:v>
                </c:pt>
                <c:pt idx="309">
                  <c:v>8.011613147153728</c:v>
                </c:pt>
                <c:pt idx="310">
                  <c:v>8.0083861705974417</c:v>
                </c:pt>
                <c:pt idx="311">
                  <c:v>8.0094878105383209</c:v>
                </c:pt>
                <c:pt idx="312">
                  <c:v>8.0135403907002747</c:v>
                </c:pt>
                <c:pt idx="313">
                  <c:v>8.0093231913728129</c:v>
                </c:pt>
                <c:pt idx="314">
                  <c:v>8.0106051784931118</c:v>
                </c:pt>
                <c:pt idx="315">
                  <c:v>8.0111183966551316</c:v>
                </c:pt>
                <c:pt idx="316">
                  <c:v>8.0128559622802005</c:v>
                </c:pt>
                <c:pt idx="317">
                  <c:v>8.0133847550642994</c:v>
                </c:pt>
                <c:pt idx="318">
                  <c:v>8.0190769131961837</c:v>
                </c:pt>
                <c:pt idx="319">
                  <c:v>8.0302699522205128</c:v>
                </c:pt>
                <c:pt idx="320">
                  <c:v>8.0355146354550069</c:v>
                </c:pt>
                <c:pt idx="321">
                  <c:v>8.0701302473134877</c:v>
                </c:pt>
                <c:pt idx="322">
                  <c:v>8.1240243423185969</c:v>
                </c:pt>
                <c:pt idx="323">
                  <c:v>8.1664552824133452</c:v>
                </c:pt>
                <c:pt idx="324">
                  <c:v>8.155182975483104</c:v>
                </c:pt>
                <c:pt idx="325">
                  <c:v>8.1159045253454494</c:v>
                </c:pt>
                <c:pt idx="326">
                  <c:v>8.0871453209792392</c:v>
                </c:pt>
                <c:pt idx="327">
                  <c:v>8.0867213982684039</c:v>
                </c:pt>
                <c:pt idx="328">
                  <c:v>8.134724823515203</c:v>
                </c:pt>
                <c:pt idx="329">
                  <c:v>8.2504287170974759</c:v>
                </c:pt>
                <c:pt idx="330">
                  <c:v>8.3395345807312697</c:v>
                </c:pt>
                <c:pt idx="331">
                  <c:v>8.3068686171398411</c:v>
                </c:pt>
                <c:pt idx="332">
                  <c:v>8.2333628124693927</c:v>
                </c:pt>
                <c:pt idx="333">
                  <c:v>8.1508305761170909</c:v>
                </c:pt>
                <c:pt idx="334">
                  <c:v>8.114448430169416</c:v>
                </c:pt>
                <c:pt idx="335">
                  <c:v>8.1102323854425062</c:v>
                </c:pt>
                <c:pt idx="336">
                  <c:v>8.0904180511092267</c:v>
                </c:pt>
                <c:pt idx="337">
                  <c:v>8.0537078892088783</c:v>
                </c:pt>
                <c:pt idx="338">
                  <c:v>8.0301962099878939</c:v>
                </c:pt>
                <c:pt idx="339">
                  <c:v>8.0212636422179084</c:v>
                </c:pt>
                <c:pt idx="340">
                  <c:v>8.0147351811026279</c:v>
                </c:pt>
                <c:pt idx="341">
                  <c:v>8.0096123421153305</c:v>
                </c:pt>
                <c:pt idx="342">
                  <c:v>8.0069927080423255</c:v>
                </c:pt>
                <c:pt idx="343">
                  <c:v>8.0057750979291527</c:v>
                </c:pt>
                <c:pt idx="344">
                  <c:v>8.0063633746397649</c:v>
                </c:pt>
                <c:pt idx="345">
                  <c:v>8.0053586658529028</c:v>
                </c:pt>
                <c:pt idx="346">
                  <c:v>8.0037847211573308</c:v>
                </c:pt>
                <c:pt idx="347">
                  <c:v>8.004972189180485</c:v>
                </c:pt>
                <c:pt idx="348">
                  <c:v>8.0063334287486043</c:v>
                </c:pt>
                <c:pt idx="349">
                  <c:v>8.0048856964002599</c:v>
                </c:pt>
                <c:pt idx="350">
                  <c:v>8.0022739261855751</c:v>
                </c:pt>
                <c:pt idx="351">
                  <c:v>8.0012095642506829</c:v>
                </c:pt>
                <c:pt idx="352">
                  <c:v>8.0018691410383553</c:v>
                </c:pt>
                <c:pt idx="353">
                  <c:v>8.0023515385893038</c:v>
                </c:pt>
                <c:pt idx="354">
                  <c:v>8.0026881348234031</c:v>
                </c:pt>
                <c:pt idx="355">
                  <c:v>8.0018174355047496</c:v>
                </c:pt>
                <c:pt idx="356">
                  <c:v>8.0047002007844412</c:v>
                </c:pt>
                <c:pt idx="357">
                  <c:v>8.0024174773096135</c:v>
                </c:pt>
                <c:pt idx="358">
                  <c:v>8.0001942581615229</c:v>
                </c:pt>
                <c:pt idx="359">
                  <c:v>7.997670283925955</c:v>
                </c:pt>
                <c:pt idx="360">
                  <c:v>8.0030560284912511</c:v>
                </c:pt>
                <c:pt idx="361">
                  <c:v>8.0071494881716401</c:v>
                </c:pt>
                <c:pt idx="362">
                  <c:v>8.0066029893324142</c:v>
                </c:pt>
                <c:pt idx="363">
                  <c:v>8.0057838388855505</c:v>
                </c:pt>
                <c:pt idx="364">
                  <c:v>8.0062098882730979</c:v>
                </c:pt>
                <c:pt idx="365">
                  <c:v>8.0069080595313658</c:v>
                </c:pt>
                <c:pt idx="366">
                  <c:v>8.0070122131815271</c:v>
                </c:pt>
                <c:pt idx="367">
                  <c:v>8.006837548039945</c:v>
                </c:pt>
                <c:pt idx="368">
                  <c:v>8.0069300772050358</c:v>
                </c:pt>
                <c:pt idx="369">
                  <c:v>8.0076521615368499</c:v>
                </c:pt>
                <c:pt idx="370">
                  <c:v>8.0082239581379273</c:v>
                </c:pt>
                <c:pt idx="371">
                  <c:v>8.0107597154154835</c:v>
                </c:pt>
                <c:pt idx="372">
                  <c:v>8.0144439007106882</c:v>
                </c:pt>
                <c:pt idx="373">
                  <c:v>8.0136680816734422</c:v>
                </c:pt>
                <c:pt idx="374">
                  <c:v>8.0122644060759498</c:v>
                </c:pt>
                <c:pt idx="375">
                  <c:v>8.0172280386080548</c:v>
                </c:pt>
                <c:pt idx="376">
                  <c:v>8.0225478196309137</c:v>
                </c:pt>
                <c:pt idx="377">
                  <c:v>8.0241131060114235</c:v>
                </c:pt>
                <c:pt idx="378">
                  <c:v>8.0271462000452498</c:v>
                </c:pt>
                <c:pt idx="379">
                  <c:v>8.0297803920735245</c:v>
                </c:pt>
                <c:pt idx="380">
                  <c:v>8.0327024018811652</c:v>
                </c:pt>
                <c:pt idx="381">
                  <c:v>8.0379037739204691</c:v>
                </c:pt>
                <c:pt idx="382">
                  <c:v>8.0444103416213562</c:v>
                </c:pt>
                <c:pt idx="383">
                  <c:v>8.0640345366685722</c:v>
                </c:pt>
                <c:pt idx="384">
                  <c:v>8.0690629065002515</c:v>
                </c:pt>
                <c:pt idx="385">
                  <c:v>8.0636977214943837</c:v>
                </c:pt>
                <c:pt idx="386">
                  <c:v>8.0491906447513983</c:v>
                </c:pt>
                <c:pt idx="387">
                  <c:v>8.0365501540025477</c:v>
                </c:pt>
                <c:pt idx="388">
                  <c:v>8.0228848203022025</c:v>
                </c:pt>
                <c:pt idx="389">
                  <c:v>8.0144090462808233</c:v>
                </c:pt>
                <c:pt idx="390">
                  <c:v>8.0086292342281986</c:v>
                </c:pt>
                <c:pt idx="391">
                  <c:v>8.0077513364923529</c:v>
                </c:pt>
                <c:pt idx="392">
                  <c:v>8.0060879869498702</c:v>
                </c:pt>
                <c:pt idx="393">
                  <c:v>8.004762766222111</c:v>
                </c:pt>
                <c:pt idx="394">
                  <c:v>8.007300517890787</c:v>
                </c:pt>
                <c:pt idx="395">
                  <c:v>8.010911601869644</c:v>
                </c:pt>
                <c:pt idx="396">
                  <c:v>8.0084171842860243</c:v>
                </c:pt>
                <c:pt idx="397">
                  <c:v>8.0065749097085721</c:v>
                </c:pt>
                <c:pt idx="398">
                  <c:v>8.0067587040424755</c:v>
                </c:pt>
                <c:pt idx="399">
                  <c:v>8.0055382674766626</c:v>
                </c:pt>
                <c:pt idx="400">
                  <c:v>8.0047983540195258</c:v>
                </c:pt>
                <c:pt idx="401">
                  <c:v>8.0083573858467965</c:v>
                </c:pt>
                <c:pt idx="402">
                  <c:v>8.0087852628564331</c:v>
                </c:pt>
                <c:pt idx="403">
                  <c:v>8.0112120370192095</c:v>
                </c:pt>
                <c:pt idx="404">
                  <c:v>8.0114090396980533</c:v>
                </c:pt>
                <c:pt idx="405">
                  <c:v>8.0132821977593931</c:v>
                </c:pt>
                <c:pt idx="406">
                  <c:v>8.0128327394699106</c:v>
                </c:pt>
                <c:pt idx="407">
                  <c:v>8.0131468264927452</c:v>
                </c:pt>
                <c:pt idx="408">
                  <c:v>8.013125892669132</c:v>
                </c:pt>
                <c:pt idx="409">
                  <c:v>8.0104254995788935</c:v>
                </c:pt>
                <c:pt idx="410">
                  <c:v>8.0097933956106395</c:v>
                </c:pt>
                <c:pt idx="411">
                  <c:v>8.0074518615281072</c:v>
                </c:pt>
                <c:pt idx="412">
                  <c:v>8.0037708198736954</c:v>
                </c:pt>
                <c:pt idx="413">
                  <c:v>8.0027036223450807</c:v>
                </c:pt>
                <c:pt idx="414">
                  <c:v>8.0031537337389427</c:v>
                </c:pt>
                <c:pt idx="415">
                  <c:v>8.0025100590916711</c:v>
                </c:pt>
                <c:pt idx="416">
                  <c:v>8.0051130468806537</c:v>
                </c:pt>
                <c:pt idx="417">
                  <c:v>8.003020066726922</c:v>
                </c:pt>
                <c:pt idx="418">
                  <c:v>8.0009228491980799</c:v>
                </c:pt>
                <c:pt idx="419">
                  <c:v>8.0028296081718082</c:v>
                </c:pt>
                <c:pt idx="420">
                  <c:v>8.0024250638140941</c:v>
                </c:pt>
                <c:pt idx="421">
                  <c:v>8.0033455859004921</c:v>
                </c:pt>
                <c:pt idx="422">
                  <c:v>8.0005837481585615</c:v>
                </c:pt>
                <c:pt idx="423">
                  <c:v>8.002756912630371</c:v>
                </c:pt>
                <c:pt idx="424">
                  <c:v>8.0056413646256992</c:v>
                </c:pt>
                <c:pt idx="425">
                  <c:v>8.0080116014120843</c:v>
                </c:pt>
                <c:pt idx="426">
                  <c:v>8.0080155236056196</c:v>
                </c:pt>
                <c:pt idx="427">
                  <c:v>8.0123922112011794</c:v>
                </c:pt>
                <c:pt idx="428">
                  <c:v>8.0245264649001058</c:v>
                </c:pt>
                <c:pt idx="429">
                  <c:v>8.0259657202686956</c:v>
                </c:pt>
                <c:pt idx="430">
                  <c:v>8.0187075956002598</c:v>
                </c:pt>
                <c:pt idx="431">
                  <c:v>8.0203636174126647</c:v>
                </c:pt>
                <c:pt idx="432">
                  <c:v>8.0299440171648175</c:v>
                </c:pt>
                <c:pt idx="433">
                  <c:v>8.0291766941326674</c:v>
                </c:pt>
                <c:pt idx="434">
                  <c:v>8.0276831142729872</c:v>
                </c:pt>
                <c:pt idx="435">
                  <c:v>8.0235058646002813</c:v>
                </c:pt>
                <c:pt idx="436">
                  <c:v>7.9991993030218689</c:v>
                </c:pt>
                <c:pt idx="437">
                  <c:v>7.969982247737069</c:v>
                </c:pt>
                <c:pt idx="438">
                  <c:v>7.9716349389252219</c:v>
                </c:pt>
                <c:pt idx="439">
                  <c:v>7.9830321805319437</c:v>
                </c:pt>
                <c:pt idx="440">
                  <c:v>7.9921152161788935</c:v>
                </c:pt>
                <c:pt idx="441">
                  <c:v>8.0068219323944678</c:v>
                </c:pt>
                <c:pt idx="442">
                  <c:v>7.9911673604702216</c:v>
                </c:pt>
                <c:pt idx="443">
                  <c:v>7.9822513851782073</c:v>
                </c:pt>
                <c:pt idx="444">
                  <c:v>7.9852441633194111</c:v>
                </c:pt>
                <c:pt idx="445">
                  <c:v>7.9906546185363396</c:v>
                </c:pt>
                <c:pt idx="446">
                  <c:v>7.9910308738427931</c:v>
                </c:pt>
                <c:pt idx="447">
                  <c:v>7.9901653366350045</c:v>
                </c:pt>
                <c:pt idx="448">
                  <c:v>7.9995708111334523</c:v>
                </c:pt>
                <c:pt idx="449">
                  <c:v>7.9982346002969322</c:v>
                </c:pt>
                <c:pt idx="450">
                  <c:v>7.994750017612712</c:v>
                </c:pt>
                <c:pt idx="451">
                  <c:v>7.9992152001086616</c:v>
                </c:pt>
                <c:pt idx="452">
                  <c:v>8.0017145121106115</c:v>
                </c:pt>
                <c:pt idx="453">
                  <c:v>7.9967096467534926</c:v>
                </c:pt>
                <c:pt idx="454">
                  <c:v>7.9965118173640048</c:v>
                </c:pt>
                <c:pt idx="455">
                  <c:v>7.9971510787260547</c:v>
                </c:pt>
                <c:pt idx="456">
                  <c:v>7.9946416676851566</c:v>
                </c:pt>
                <c:pt idx="457">
                  <c:v>7.994229669703099</c:v>
                </c:pt>
                <c:pt idx="458">
                  <c:v>7.9934444408497116</c:v>
                </c:pt>
                <c:pt idx="459">
                  <c:v>7.9955294380880879</c:v>
                </c:pt>
                <c:pt idx="460">
                  <c:v>8.0017726263610065</c:v>
                </c:pt>
                <c:pt idx="461">
                  <c:v>8.0022931622945261</c:v>
                </c:pt>
                <c:pt idx="462">
                  <c:v>8.0069497981629816</c:v>
                </c:pt>
                <c:pt idx="463">
                  <c:v>8.0019676674971763</c:v>
                </c:pt>
                <c:pt idx="464">
                  <c:v>7.9969750196807672</c:v>
                </c:pt>
                <c:pt idx="465">
                  <c:v>7.9955204298850635</c:v>
                </c:pt>
                <c:pt idx="466">
                  <c:v>7.9973082875201467</c:v>
                </c:pt>
                <c:pt idx="467">
                  <c:v>7.9955919086963094</c:v>
                </c:pt>
                <c:pt idx="468">
                  <c:v>7.998066680977451</c:v>
                </c:pt>
                <c:pt idx="469">
                  <c:v>8.0007306796254252</c:v>
                </c:pt>
                <c:pt idx="470">
                  <c:v>8.0036620386059241</c:v>
                </c:pt>
                <c:pt idx="471">
                  <c:v>8.0051626013613237</c:v>
                </c:pt>
                <c:pt idx="472">
                  <c:v>8.0019821790781691</c:v>
                </c:pt>
                <c:pt idx="473">
                  <c:v>8.0006282399655149</c:v>
                </c:pt>
                <c:pt idx="474">
                  <c:v>8.0010890693908614</c:v>
                </c:pt>
                <c:pt idx="475">
                  <c:v>7.9998333595403484</c:v>
                </c:pt>
                <c:pt idx="476">
                  <c:v>8.0011571147220906</c:v>
                </c:pt>
                <c:pt idx="477">
                  <c:v>8.0005811247420109</c:v>
                </c:pt>
                <c:pt idx="478">
                  <c:v>8.0035772682138564</c:v>
                </c:pt>
                <c:pt idx="479">
                  <c:v>8.0033035291889103</c:v>
                </c:pt>
                <c:pt idx="480">
                  <c:v>8.0057295340143462</c:v>
                </c:pt>
                <c:pt idx="481">
                  <c:v>8.0066243262554995</c:v>
                </c:pt>
                <c:pt idx="482">
                  <c:v>8.0042350439108745</c:v>
                </c:pt>
                <c:pt idx="483">
                  <c:v>8.006965746751975</c:v>
                </c:pt>
                <c:pt idx="484">
                  <c:v>8.0057843472189543</c:v>
                </c:pt>
                <c:pt idx="485">
                  <c:v>8.002400245550362</c:v>
                </c:pt>
                <c:pt idx="486">
                  <c:v>8.0026304383873939</c:v>
                </c:pt>
                <c:pt idx="487">
                  <c:v>8.004040814175891</c:v>
                </c:pt>
                <c:pt idx="488">
                  <c:v>8.006647267847427</c:v>
                </c:pt>
                <c:pt idx="489">
                  <c:v>8.0054576047752324</c:v>
                </c:pt>
                <c:pt idx="490">
                  <c:v>8.0058485898595908</c:v>
                </c:pt>
                <c:pt idx="491">
                  <c:v>8.0082509741261418</c:v>
                </c:pt>
                <c:pt idx="492">
                  <c:v>8.0112256496527081</c:v>
                </c:pt>
                <c:pt idx="493">
                  <c:v>8.0100575767784878</c:v>
                </c:pt>
                <c:pt idx="494">
                  <c:v>8.0115805567397782</c:v>
                </c:pt>
                <c:pt idx="495">
                  <c:v>8.0128213658815621</c:v>
                </c:pt>
                <c:pt idx="496">
                  <c:v>8.0119496377079873</c:v>
                </c:pt>
                <c:pt idx="497">
                  <c:v>8.011449525629688</c:v>
                </c:pt>
                <c:pt idx="498">
                  <c:v>8.0146364954551874</c:v>
                </c:pt>
                <c:pt idx="499">
                  <c:v>8.0153875827345615</c:v>
                </c:pt>
                <c:pt idx="500">
                  <c:v>8.017949254908558</c:v>
                </c:pt>
                <c:pt idx="501">
                  <c:v>8.0151073596346283</c:v>
                </c:pt>
                <c:pt idx="502">
                  <c:v>8.0143164309071437</c:v>
                </c:pt>
                <c:pt idx="503">
                  <c:v>8.0171738258908594</c:v>
                </c:pt>
                <c:pt idx="504">
                  <c:v>8.0214924005737434</c:v>
                </c:pt>
                <c:pt idx="505">
                  <c:v>8.0259721841292553</c:v>
                </c:pt>
                <c:pt idx="506">
                  <c:v>8.0305183756473468</c:v>
                </c:pt>
                <c:pt idx="507">
                  <c:v>8.0443999157329475</c:v>
                </c:pt>
                <c:pt idx="508">
                  <c:v>8.0598467873842488</c:v>
                </c:pt>
                <c:pt idx="509">
                  <c:v>8.0824703278835361</c:v>
                </c:pt>
                <c:pt idx="510">
                  <c:v>8.1116575454094999</c:v>
                </c:pt>
                <c:pt idx="511">
                  <c:v>8.1428303619678211</c:v>
                </c:pt>
                <c:pt idx="512">
                  <c:v>8.1696370809125813</c:v>
                </c:pt>
                <c:pt idx="513">
                  <c:v>8.1879209880515518</c:v>
                </c:pt>
                <c:pt idx="514">
                  <c:v>8.1975998463361037</c:v>
                </c:pt>
                <c:pt idx="515">
                  <c:v>8.1971261533258559</c:v>
                </c:pt>
                <c:pt idx="516">
                  <c:v>8.1891987301420119</c:v>
                </c:pt>
                <c:pt idx="517">
                  <c:v>8.170918266590272</c:v>
                </c:pt>
                <c:pt idx="518">
                  <c:v>8.1499617742792108</c:v>
                </c:pt>
                <c:pt idx="519">
                  <c:v>8.130337626795356</c:v>
                </c:pt>
                <c:pt idx="520">
                  <c:v>8.1125348230380467</c:v>
                </c:pt>
                <c:pt idx="521">
                  <c:v>8.0973875862827889</c:v>
                </c:pt>
                <c:pt idx="522">
                  <c:v>8.0919281021603133</c:v>
                </c:pt>
                <c:pt idx="523">
                  <c:v>8.0848080670045217</c:v>
                </c:pt>
                <c:pt idx="524">
                  <c:v>8.0819476636383136</c:v>
                </c:pt>
                <c:pt idx="525">
                  <c:v>8.0840297592144879</c:v>
                </c:pt>
                <c:pt idx="526">
                  <c:v>8.0858658285571483</c:v>
                </c:pt>
                <c:pt idx="527">
                  <c:v>8.0892667514537457</c:v>
                </c:pt>
                <c:pt idx="528">
                  <c:v>8.0921797789209382</c:v>
                </c:pt>
                <c:pt idx="529">
                  <c:v>8.0975042592037187</c:v>
                </c:pt>
                <c:pt idx="530">
                  <c:v>8.1091973877137526</c:v>
                </c:pt>
                <c:pt idx="531">
                  <c:v>8.1123944445387259</c:v>
                </c:pt>
                <c:pt idx="532">
                  <c:v>8.1202852344230578</c:v>
                </c:pt>
                <c:pt idx="533">
                  <c:v>8.1316640357152892</c:v>
                </c:pt>
                <c:pt idx="534">
                  <c:v>8.1375208831686354</c:v>
                </c:pt>
                <c:pt idx="535">
                  <c:v>8.1436045127202306</c:v>
                </c:pt>
                <c:pt idx="536">
                  <c:v>8.1540110523549298</c:v>
                </c:pt>
                <c:pt idx="537">
                  <c:v>8.1670793897917768</c:v>
                </c:pt>
                <c:pt idx="538">
                  <c:v>8.1838872536817284</c:v>
                </c:pt>
                <c:pt idx="539">
                  <c:v>8.2054083611211155</c:v>
                </c:pt>
                <c:pt idx="540">
                  <c:v>8.2304261935758714</c:v>
                </c:pt>
                <c:pt idx="541">
                  <c:v>8.2549047526602557</c:v>
                </c:pt>
                <c:pt idx="542">
                  <c:v>8.2847367010373461</c:v>
                </c:pt>
                <c:pt idx="543">
                  <c:v>8.3174864712682695</c:v>
                </c:pt>
                <c:pt idx="544">
                  <c:v>8.3510764577579906</c:v>
                </c:pt>
                <c:pt idx="545">
                  <c:v>8.3778589669527506</c:v>
                </c:pt>
                <c:pt idx="546">
                  <c:v>8.4129417389940482</c:v>
                </c:pt>
                <c:pt idx="547">
                  <c:v>8.447276662820757</c:v>
                </c:pt>
                <c:pt idx="548">
                  <c:v>8.4692411178470142</c:v>
                </c:pt>
                <c:pt idx="549">
                  <c:v>8.4912852129624685</c:v>
                </c:pt>
                <c:pt idx="550">
                  <c:v>8.5165252614329567</c:v>
                </c:pt>
                <c:pt idx="551">
                  <c:v>8.5239612790114627</c:v>
                </c:pt>
                <c:pt idx="552">
                  <c:v>8.524285585022092</c:v>
                </c:pt>
                <c:pt idx="553">
                  <c:v>8.5185624952484211</c:v>
                </c:pt>
                <c:pt idx="554">
                  <c:v>8.5013154122712091</c:v>
                </c:pt>
                <c:pt idx="555">
                  <c:v>8.4611628427120795</c:v>
                </c:pt>
                <c:pt idx="556">
                  <c:v>8.4265763277387915</c:v>
                </c:pt>
                <c:pt idx="557">
                  <c:v>8.3970068720302855</c:v>
                </c:pt>
                <c:pt idx="558">
                  <c:v>8.3399312972004509</c:v>
                </c:pt>
                <c:pt idx="559">
                  <c:v>8.2853511054904327</c:v>
                </c:pt>
                <c:pt idx="560">
                  <c:v>8.2497046125119642</c:v>
                </c:pt>
                <c:pt idx="561">
                  <c:v>8.2145135862643706</c:v>
                </c:pt>
                <c:pt idx="562">
                  <c:v>8.1785624404554316</c:v>
                </c:pt>
                <c:pt idx="563">
                  <c:v>8.1459453244342424</c:v>
                </c:pt>
                <c:pt idx="564">
                  <c:v>8.1183384185540639</c:v>
                </c:pt>
                <c:pt idx="565">
                  <c:v>8.0955175757267668</c:v>
                </c:pt>
                <c:pt idx="566">
                  <c:v>8.0788470129867758</c:v>
                </c:pt>
                <c:pt idx="567">
                  <c:v>8.0586320001564644</c:v>
                </c:pt>
                <c:pt idx="568">
                  <c:v>8.0439108169505467</c:v>
                </c:pt>
                <c:pt idx="569">
                  <c:v>8.036643242631655</c:v>
                </c:pt>
                <c:pt idx="570">
                  <c:v>8.0242927647112143</c:v>
                </c:pt>
                <c:pt idx="571">
                  <c:v>8.0410404823548696</c:v>
                </c:pt>
                <c:pt idx="572">
                  <c:v>8.0419261834543896</c:v>
                </c:pt>
                <c:pt idx="573">
                  <c:v>8.0159107820675786</c:v>
                </c:pt>
                <c:pt idx="574">
                  <c:v>8.0115647395445659</c:v>
                </c:pt>
                <c:pt idx="575">
                  <c:v>8.0150307172261623</c:v>
                </c:pt>
                <c:pt idx="576">
                  <c:v>8.0206846843585122</c:v>
                </c:pt>
                <c:pt idx="577">
                  <c:v>8.0249792561920081</c:v>
                </c:pt>
                <c:pt idx="578">
                  <c:v>8.0071522171193923</c:v>
                </c:pt>
                <c:pt idx="579">
                  <c:v>7.9678392567916863</c:v>
                </c:pt>
                <c:pt idx="580">
                  <c:v>7.9311328119678848</c:v>
                </c:pt>
                <c:pt idx="581">
                  <c:v>7.9365487756163891</c:v>
                </c:pt>
                <c:pt idx="582">
                  <c:v>7.9590547394909139</c:v>
                </c:pt>
                <c:pt idx="583">
                  <c:v>7.9899405944103385</c:v>
                </c:pt>
                <c:pt idx="584">
                  <c:v>7.868643356764693</c:v>
                </c:pt>
                <c:pt idx="585">
                  <c:v>7.8951628691192566</c:v>
                </c:pt>
                <c:pt idx="586">
                  <c:v>8.0252028325198221</c:v>
                </c:pt>
                <c:pt idx="587">
                  <c:v>8.1429678010515225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1251-45ED-B486-8EADCA04E34F}"/>
            </c:ext>
          </c:extLst>
        </c:ser>
        <c:ser>
          <c:idx val="1"/>
          <c:order val="1"/>
          <c:tx>
            <c:strRef>
              <c:f>'Fully separated 3%'!$C$1</c:f>
              <c:strCache>
                <c:ptCount val="1"/>
                <c:pt idx="0">
                  <c:v>3D_10/O-PTIR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3%'!$A$2:$A$589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3%'!$C$2:$C$589</c:f>
              <c:numCache>
                <c:formatCode>General</c:formatCode>
                <c:ptCount val="588"/>
                <c:pt idx="0">
                  <c:v>8.223674412201964</c:v>
                </c:pt>
                <c:pt idx="1">
                  <c:v>8.0093681765334868</c:v>
                </c:pt>
                <c:pt idx="2">
                  <c:v>7.8751213671134144</c:v>
                </c:pt>
                <c:pt idx="3">
                  <c:v>7.7535884189466255</c:v>
                </c:pt>
                <c:pt idx="4">
                  <c:v>7.8532923836151518</c:v>
                </c:pt>
                <c:pt idx="5">
                  <c:v>7.9170797333857399</c:v>
                </c:pt>
                <c:pt idx="6">
                  <c:v>7.8730555757025984</c:v>
                </c:pt>
                <c:pt idx="7">
                  <c:v>7.8764155663250195</c:v>
                </c:pt>
                <c:pt idx="8">
                  <c:v>7.8260936002552075</c:v>
                </c:pt>
                <c:pt idx="9">
                  <c:v>7.7755894105891263</c:v>
                </c:pt>
                <c:pt idx="10">
                  <c:v>7.7835163007018036</c:v>
                </c:pt>
                <c:pt idx="11">
                  <c:v>7.7923217783986862</c:v>
                </c:pt>
                <c:pt idx="12">
                  <c:v>7.7912428393274986</c:v>
                </c:pt>
                <c:pt idx="13">
                  <c:v>7.7945970862043819</c:v>
                </c:pt>
                <c:pt idx="14">
                  <c:v>7.7902250186190933</c:v>
                </c:pt>
                <c:pt idx="15">
                  <c:v>7.7969190198007272</c:v>
                </c:pt>
                <c:pt idx="16">
                  <c:v>7.8304849547989548</c:v>
                </c:pt>
                <c:pt idx="17">
                  <c:v>7.8412771404385762</c:v>
                </c:pt>
                <c:pt idx="18">
                  <c:v>7.8485771394650659</c:v>
                </c:pt>
                <c:pt idx="19">
                  <c:v>7.8273437282063236</c:v>
                </c:pt>
                <c:pt idx="20">
                  <c:v>7.8194857648191869</c:v>
                </c:pt>
                <c:pt idx="21">
                  <c:v>7.8464699738723533</c:v>
                </c:pt>
                <c:pt idx="22">
                  <c:v>7.8516463615313867</c:v>
                </c:pt>
                <c:pt idx="23">
                  <c:v>7.8294642333078022</c:v>
                </c:pt>
                <c:pt idx="24">
                  <c:v>7.8287599808987061</c:v>
                </c:pt>
                <c:pt idx="25">
                  <c:v>7.8306150977364348</c:v>
                </c:pt>
                <c:pt idx="26">
                  <c:v>7.8137663748252093</c:v>
                </c:pt>
                <c:pt idx="27">
                  <c:v>7.8157507486207747</c:v>
                </c:pt>
                <c:pt idx="28">
                  <c:v>7.8177209076023857</c:v>
                </c:pt>
                <c:pt idx="29">
                  <c:v>7.8234621304119907</c:v>
                </c:pt>
                <c:pt idx="30">
                  <c:v>7.8270875253098406</c:v>
                </c:pt>
                <c:pt idx="31">
                  <c:v>7.8243131049639789</c:v>
                </c:pt>
                <c:pt idx="32">
                  <c:v>7.8549511438801334</c:v>
                </c:pt>
                <c:pt idx="33">
                  <c:v>7.8788489147525045</c:v>
                </c:pt>
                <c:pt idx="34">
                  <c:v>7.880821261997089</c:v>
                </c:pt>
                <c:pt idx="35">
                  <c:v>7.8727629675823394</c:v>
                </c:pt>
                <c:pt idx="36">
                  <c:v>7.8808276737855119</c:v>
                </c:pt>
                <c:pt idx="37">
                  <c:v>7.875528917749322</c:v>
                </c:pt>
                <c:pt idx="38">
                  <c:v>7.8644212450773692</c:v>
                </c:pt>
                <c:pt idx="39">
                  <c:v>7.8651846179473601</c:v>
                </c:pt>
                <c:pt idx="40">
                  <c:v>7.8978941608860467</c:v>
                </c:pt>
                <c:pt idx="41">
                  <c:v>7.9171382863215216</c:v>
                </c:pt>
                <c:pt idx="42">
                  <c:v>7.9284441337814737</c:v>
                </c:pt>
                <c:pt idx="43">
                  <c:v>7.9545449375137416</c:v>
                </c:pt>
                <c:pt idx="44">
                  <c:v>7.9783255277933733</c:v>
                </c:pt>
                <c:pt idx="45">
                  <c:v>8.000096061542239</c:v>
                </c:pt>
                <c:pt idx="46">
                  <c:v>8.0096211041518099</c:v>
                </c:pt>
                <c:pt idx="47">
                  <c:v>8.0086451175163393</c:v>
                </c:pt>
                <c:pt idx="48">
                  <c:v>7.9799296419725652</c:v>
                </c:pt>
                <c:pt idx="49">
                  <c:v>7.9353491531201676</c:v>
                </c:pt>
                <c:pt idx="50">
                  <c:v>7.8927791264277722</c:v>
                </c:pt>
                <c:pt idx="51">
                  <c:v>7.863522392043131</c:v>
                </c:pt>
                <c:pt idx="52">
                  <c:v>7.8340927066041903</c:v>
                </c:pt>
                <c:pt idx="53">
                  <c:v>7.8175467058579464</c:v>
                </c:pt>
                <c:pt idx="54">
                  <c:v>7.8310171830521327</c:v>
                </c:pt>
                <c:pt idx="55">
                  <c:v>7.8348575240835592</c:v>
                </c:pt>
                <c:pt idx="56">
                  <c:v>7.8262484011803499</c:v>
                </c:pt>
                <c:pt idx="57">
                  <c:v>7.8316236307807285</c:v>
                </c:pt>
                <c:pt idx="58">
                  <c:v>7.834769890378201</c:v>
                </c:pt>
                <c:pt idx="59">
                  <c:v>7.8336252331442973</c:v>
                </c:pt>
                <c:pt idx="60">
                  <c:v>7.8363667316963861</c:v>
                </c:pt>
                <c:pt idx="61">
                  <c:v>7.8490010469219369</c:v>
                </c:pt>
                <c:pt idx="62">
                  <c:v>7.8565030386326402</c:v>
                </c:pt>
                <c:pt idx="63">
                  <c:v>7.8604087535756575</c:v>
                </c:pt>
                <c:pt idx="64">
                  <c:v>7.8722671747972219</c:v>
                </c:pt>
                <c:pt idx="65">
                  <c:v>7.8783042045049951</c:v>
                </c:pt>
                <c:pt idx="66">
                  <c:v>7.8909460452202866</c:v>
                </c:pt>
                <c:pt idx="67">
                  <c:v>7.9006216189735881</c:v>
                </c:pt>
                <c:pt idx="68">
                  <c:v>7.8986428741731851</c:v>
                </c:pt>
                <c:pt idx="69">
                  <c:v>7.8923733121696396</c:v>
                </c:pt>
                <c:pt idx="70">
                  <c:v>7.8749748068664003</c:v>
                </c:pt>
                <c:pt idx="71">
                  <c:v>7.8660205984502856</c:v>
                </c:pt>
                <c:pt idx="72">
                  <c:v>7.8678882293057075</c:v>
                </c:pt>
                <c:pt idx="73">
                  <c:v>7.8563693695673438</c:v>
                </c:pt>
                <c:pt idx="74">
                  <c:v>7.8338066597147034</c:v>
                </c:pt>
                <c:pt idx="75">
                  <c:v>7.8299303208678106</c:v>
                </c:pt>
                <c:pt idx="76">
                  <c:v>7.8360532336705626</c:v>
                </c:pt>
                <c:pt idx="77">
                  <c:v>7.8357062107443411</c:v>
                </c:pt>
                <c:pt idx="78">
                  <c:v>7.8296023553992979</c:v>
                </c:pt>
                <c:pt idx="79">
                  <c:v>7.8274431731945171</c:v>
                </c:pt>
                <c:pt idx="80">
                  <c:v>7.8200677342467548</c:v>
                </c:pt>
                <c:pt idx="81">
                  <c:v>7.8224474773476711</c:v>
                </c:pt>
                <c:pt idx="82">
                  <c:v>7.8285440616107822</c:v>
                </c:pt>
                <c:pt idx="83">
                  <c:v>7.8305005288266605</c:v>
                </c:pt>
                <c:pt idx="84">
                  <c:v>7.8257537612362142</c:v>
                </c:pt>
                <c:pt idx="85">
                  <c:v>7.8176247467877298</c:v>
                </c:pt>
                <c:pt idx="86">
                  <c:v>7.8156781676739744</c:v>
                </c:pt>
                <c:pt idx="87">
                  <c:v>7.8165063647211985</c:v>
                </c:pt>
                <c:pt idx="88">
                  <c:v>7.8230408702195957</c:v>
                </c:pt>
                <c:pt idx="89">
                  <c:v>7.8330906138135283</c:v>
                </c:pt>
                <c:pt idx="90">
                  <c:v>7.8299414329739392</c:v>
                </c:pt>
                <c:pt idx="91">
                  <c:v>7.8179318010017704</c:v>
                </c:pt>
                <c:pt idx="92">
                  <c:v>7.8127289958493167</c:v>
                </c:pt>
                <c:pt idx="93">
                  <c:v>7.8108803904282427</c:v>
                </c:pt>
                <c:pt idx="94">
                  <c:v>7.8123825920414003</c:v>
                </c:pt>
                <c:pt idx="95">
                  <c:v>7.81111382026765</c:v>
                </c:pt>
                <c:pt idx="96">
                  <c:v>7.8060463453923248</c:v>
                </c:pt>
                <c:pt idx="97">
                  <c:v>7.7990022742839473</c:v>
                </c:pt>
                <c:pt idx="98">
                  <c:v>7.8022618072905887</c:v>
                </c:pt>
                <c:pt idx="99">
                  <c:v>7.8005050746116371</c:v>
                </c:pt>
                <c:pt idx="100">
                  <c:v>7.8071153945823131</c:v>
                </c:pt>
                <c:pt idx="101">
                  <c:v>7.8029381580124557</c:v>
                </c:pt>
                <c:pt idx="102">
                  <c:v>7.7981283172999243</c:v>
                </c:pt>
                <c:pt idx="103">
                  <c:v>7.7974878736606694</c:v>
                </c:pt>
                <c:pt idx="104">
                  <c:v>7.8094890590267108</c:v>
                </c:pt>
                <c:pt idx="105">
                  <c:v>7.8156639475227925</c:v>
                </c:pt>
                <c:pt idx="106">
                  <c:v>7.8219572246039375</c:v>
                </c:pt>
                <c:pt idx="107">
                  <c:v>7.8401895239262043</c:v>
                </c:pt>
                <c:pt idx="108">
                  <c:v>7.8557091688489047</c:v>
                </c:pt>
                <c:pt idx="109">
                  <c:v>7.8786320383219142</c:v>
                </c:pt>
                <c:pt idx="110">
                  <c:v>7.89456596590255</c:v>
                </c:pt>
                <c:pt idx="111">
                  <c:v>7.8852505055136541</c:v>
                </c:pt>
                <c:pt idx="112">
                  <c:v>7.8716809409254678</c:v>
                </c:pt>
                <c:pt idx="113">
                  <c:v>7.8609827331747555</c:v>
                </c:pt>
                <c:pt idx="114">
                  <c:v>7.8570787795165717</c:v>
                </c:pt>
                <c:pt idx="115">
                  <c:v>7.8514126657201793</c:v>
                </c:pt>
                <c:pt idx="116">
                  <c:v>7.8547465217221992</c:v>
                </c:pt>
                <c:pt idx="117">
                  <c:v>7.8567124998761759</c:v>
                </c:pt>
                <c:pt idx="118">
                  <c:v>7.8509850791349898</c:v>
                </c:pt>
                <c:pt idx="119">
                  <c:v>7.8586029989692179</c:v>
                </c:pt>
                <c:pt idx="120">
                  <c:v>7.8779152985812599</c:v>
                </c:pt>
                <c:pt idx="121">
                  <c:v>7.888265910543411</c:v>
                </c:pt>
                <c:pt idx="122">
                  <c:v>7.9080570519083588</c:v>
                </c:pt>
                <c:pt idx="123">
                  <c:v>7.914962839807707</c:v>
                </c:pt>
                <c:pt idx="124">
                  <c:v>7.9050081504434138</c:v>
                </c:pt>
                <c:pt idx="125">
                  <c:v>7.8875183572135565</c:v>
                </c:pt>
                <c:pt idx="126">
                  <c:v>7.8725553494611136</c:v>
                </c:pt>
                <c:pt idx="127">
                  <c:v>7.8744932538022967</c:v>
                </c:pt>
                <c:pt idx="128">
                  <c:v>7.8615090335480708</c:v>
                </c:pt>
                <c:pt idx="129">
                  <c:v>7.8601416858645523</c:v>
                </c:pt>
                <c:pt idx="130">
                  <c:v>7.8619174523728654</c:v>
                </c:pt>
                <c:pt idx="131">
                  <c:v>7.8499653806123</c:v>
                </c:pt>
                <c:pt idx="132">
                  <c:v>7.8327079951429237</c:v>
                </c:pt>
                <c:pt idx="133">
                  <c:v>7.8207573021659407</c:v>
                </c:pt>
                <c:pt idx="134">
                  <c:v>7.8253436505105345</c:v>
                </c:pt>
                <c:pt idx="135">
                  <c:v>7.8227358886286158</c:v>
                </c:pt>
                <c:pt idx="136">
                  <c:v>7.8154342208292231</c:v>
                </c:pt>
                <c:pt idx="137">
                  <c:v>7.8216552692205346</c:v>
                </c:pt>
                <c:pt idx="138">
                  <c:v>7.8231428824138636</c:v>
                </c:pt>
                <c:pt idx="139">
                  <c:v>7.813268622388331</c:v>
                </c:pt>
                <c:pt idx="140">
                  <c:v>7.804220170111507</c:v>
                </c:pt>
                <c:pt idx="141">
                  <c:v>7.7958980917144203</c:v>
                </c:pt>
                <c:pt idx="142">
                  <c:v>7.8212454111235887</c:v>
                </c:pt>
                <c:pt idx="143">
                  <c:v>7.8372152155425505</c:v>
                </c:pt>
                <c:pt idx="144">
                  <c:v>7.8474287675213326</c:v>
                </c:pt>
                <c:pt idx="145">
                  <c:v>7.8188019166280203</c:v>
                </c:pt>
                <c:pt idx="146">
                  <c:v>7.8082130126128773</c:v>
                </c:pt>
                <c:pt idx="147">
                  <c:v>7.8068700204741708</c:v>
                </c:pt>
                <c:pt idx="148">
                  <c:v>7.8068600300752014</c:v>
                </c:pt>
                <c:pt idx="149">
                  <c:v>7.7888909627770699</c:v>
                </c:pt>
                <c:pt idx="150">
                  <c:v>7.7816868310177645</c:v>
                </c:pt>
                <c:pt idx="151">
                  <c:v>7.8013742715121337</c:v>
                </c:pt>
                <c:pt idx="152">
                  <c:v>7.814880206016384</c:v>
                </c:pt>
                <c:pt idx="153">
                  <c:v>7.8016316097924188</c:v>
                </c:pt>
                <c:pt idx="154">
                  <c:v>7.8148462310098621</c:v>
                </c:pt>
                <c:pt idx="155">
                  <c:v>7.8318477017930004</c:v>
                </c:pt>
                <c:pt idx="156">
                  <c:v>7.837584814937995</c:v>
                </c:pt>
                <c:pt idx="157">
                  <c:v>7.810801726822004</c:v>
                </c:pt>
                <c:pt idx="158">
                  <c:v>7.7942027087336729</c:v>
                </c:pt>
                <c:pt idx="159">
                  <c:v>7.8063278267290821</c:v>
                </c:pt>
                <c:pt idx="160">
                  <c:v>7.8036842307066507</c:v>
                </c:pt>
                <c:pt idx="161">
                  <c:v>7.8037972144600758</c:v>
                </c:pt>
                <c:pt idx="162">
                  <c:v>7.8125902679825829</c:v>
                </c:pt>
                <c:pt idx="163">
                  <c:v>7.817213239487713</c:v>
                </c:pt>
                <c:pt idx="164">
                  <c:v>7.8110452004326483</c:v>
                </c:pt>
                <c:pt idx="165">
                  <c:v>7.8201910348595201</c:v>
                </c:pt>
                <c:pt idx="166">
                  <c:v>7.8208925830737206</c:v>
                </c:pt>
                <c:pt idx="167">
                  <c:v>7.8187165067671476</c:v>
                </c:pt>
                <c:pt idx="168">
                  <c:v>7.8302401077419557</c:v>
                </c:pt>
                <c:pt idx="169">
                  <c:v>7.8327641925826264</c:v>
                </c:pt>
                <c:pt idx="170">
                  <c:v>7.8439216153243478</c:v>
                </c:pt>
                <c:pt idx="171">
                  <c:v>7.8482728357018852</c:v>
                </c:pt>
                <c:pt idx="172">
                  <c:v>7.8431542253016771</c:v>
                </c:pt>
                <c:pt idx="173">
                  <c:v>7.8390764666329105</c:v>
                </c:pt>
                <c:pt idx="174">
                  <c:v>7.8446231831083804</c:v>
                </c:pt>
                <c:pt idx="175">
                  <c:v>7.8524578192563954</c:v>
                </c:pt>
                <c:pt idx="176">
                  <c:v>7.8474969488142019</c:v>
                </c:pt>
                <c:pt idx="177">
                  <c:v>7.8581708188108577</c:v>
                </c:pt>
                <c:pt idx="178">
                  <c:v>7.8645147105925082</c:v>
                </c:pt>
                <c:pt idx="179">
                  <c:v>7.8769423933047094</c:v>
                </c:pt>
                <c:pt idx="180">
                  <c:v>7.8783767836727199</c:v>
                </c:pt>
                <c:pt idx="181">
                  <c:v>7.8779957056815757</c:v>
                </c:pt>
                <c:pt idx="182">
                  <c:v>7.8735558019440823</c:v>
                </c:pt>
                <c:pt idx="183">
                  <c:v>7.8727036745511123</c:v>
                </c:pt>
                <c:pt idx="184">
                  <c:v>7.8896739919416126</c:v>
                </c:pt>
                <c:pt idx="185">
                  <c:v>7.8931475516333274</c:v>
                </c:pt>
                <c:pt idx="186">
                  <c:v>7.881594932156589</c:v>
                </c:pt>
                <c:pt idx="187">
                  <c:v>7.8911535138991633</c:v>
                </c:pt>
                <c:pt idx="188">
                  <c:v>7.9014024481332568</c:v>
                </c:pt>
                <c:pt idx="189">
                  <c:v>7.8967036461997635</c:v>
                </c:pt>
                <c:pt idx="190">
                  <c:v>7.8928943535955147</c:v>
                </c:pt>
                <c:pt idx="191">
                  <c:v>7.8851740408448423</c:v>
                </c:pt>
                <c:pt idx="192">
                  <c:v>7.8899866324530032</c:v>
                </c:pt>
                <c:pt idx="193">
                  <c:v>7.8939467479693768</c:v>
                </c:pt>
                <c:pt idx="194">
                  <c:v>7.897544593881733</c:v>
                </c:pt>
                <c:pt idx="195">
                  <c:v>7.9060034578397795</c:v>
                </c:pt>
                <c:pt idx="196">
                  <c:v>7.9021513322116519</c:v>
                </c:pt>
                <c:pt idx="197">
                  <c:v>7.8974835075423124</c:v>
                </c:pt>
                <c:pt idx="198">
                  <c:v>7.9011616324615428</c:v>
                </c:pt>
                <c:pt idx="199">
                  <c:v>7.8861316745365375</c:v>
                </c:pt>
                <c:pt idx="200">
                  <c:v>7.8896459181288199</c:v>
                </c:pt>
                <c:pt idx="201">
                  <c:v>7.8807361012067991</c:v>
                </c:pt>
                <c:pt idx="202">
                  <c:v>7.8828298098717573</c:v>
                </c:pt>
                <c:pt idx="203">
                  <c:v>7.8955701330953492</c:v>
                </c:pt>
                <c:pt idx="204">
                  <c:v>7.8993546325021908</c:v>
                </c:pt>
                <c:pt idx="205">
                  <c:v>7.9020738427953017</c:v>
                </c:pt>
                <c:pt idx="206">
                  <c:v>7.9051212711856591</c:v>
                </c:pt>
                <c:pt idx="207">
                  <c:v>7.9117771487788824</c:v>
                </c:pt>
                <c:pt idx="208">
                  <c:v>7.9208802587054867</c:v>
                </c:pt>
                <c:pt idx="209">
                  <c:v>7.9258649438535134</c:v>
                </c:pt>
                <c:pt idx="210">
                  <c:v>7.9266306010565595</c:v>
                </c:pt>
                <c:pt idx="211">
                  <c:v>7.9349949320541135</c:v>
                </c:pt>
                <c:pt idx="212">
                  <c:v>7.9414494894536967</c:v>
                </c:pt>
                <c:pt idx="213">
                  <c:v>7.9475238370510226</c:v>
                </c:pt>
                <c:pt idx="214">
                  <c:v>7.9531206807602857</c:v>
                </c:pt>
                <c:pt idx="215">
                  <c:v>7.9489283531817447</c:v>
                </c:pt>
                <c:pt idx="216">
                  <c:v>7.9510045628592101</c:v>
                </c:pt>
                <c:pt idx="217">
                  <c:v>7.9471621723327042</c:v>
                </c:pt>
                <c:pt idx="218">
                  <c:v>7.9517540660559094</c:v>
                </c:pt>
                <c:pt idx="219">
                  <c:v>7.9537400267869005</c:v>
                </c:pt>
                <c:pt idx="220">
                  <c:v>7.9434174317071236</c:v>
                </c:pt>
                <c:pt idx="221">
                  <c:v>7.9357865779933645</c:v>
                </c:pt>
                <c:pt idx="222">
                  <c:v>7.9291464558935569</c:v>
                </c:pt>
                <c:pt idx="223">
                  <c:v>7.9238591428715548</c:v>
                </c:pt>
                <c:pt idx="224">
                  <c:v>7.9121019652836031</c:v>
                </c:pt>
                <c:pt idx="225">
                  <c:v>7.8962532127258616</c:v>
                </c:pt>
                <c:pt idx="226">
                  <c:v>7.8824519555655801</c:v>
                </c:pt>
                <c:pt idx="227">
                  <c:v>7.8713628706753802</c:v>
                </c:pt>
                <c:pt idx="228">
                  <c:v>7.8594087956757015</c:v>
                </c:pt>
                <c:pt idx="229">
                  <c:v>7.857475844280958</c:v>
                </c:pt>
                <c:pt idx="230">
                  <c:v>7.8473553130484177</c:v>
                </c:pt>
                <c:pt idx="231">
                  <c:v>7.8413865393546889</c:v>
                </c:pt>
                <c:pt idx="232">
                  <c:v>7.8314982344169204</c:v>
                </c:pt>
                <c:pt idx="233">
                  <c:v>7.8206001101632072</c:v>
                </c:pt>
                <c:pt idx="234">
                  <c:v>7.8151986676631005</c:v>
                </c:pt>
                <c:pt idx="235">
                  <c:v>7.8214882015692071</c:v>
                </c:pt>
                <c:pt idx="236">
                  <c:v>7.8454936847940333</c:v>
                </c:pt>
                <c:pt idx="237">
                  <c:v>7.8482082161183451</c:v>
                </c:pt>
                <c:pt idx="238">
                  <c:v>7.8328242150348455</c:v>
                </c:pt>
                <c:pt idx="239">
                  <c:v>7.8373808723869365</c:v>
                </c:pt>
                <c:pt idx="240">
                  <c:v>7.8440765443429319</c:v>
                </c:pt>
                <c:pt idx="241">
                  <c:v>7.8525638699522498</c:v>
                </c:pt>
                <c:pt idx="242">
                  <c:v>7.8751328385928119</c:v>
                </c:pt>
                <c:pt idx="243">
                  <c:v>7.8820615267531409</c:v>
                </c:pt>
                <c:pt idx="244">
                  <c:v>7.8886095781330718</c:v>
                </c:pt>
                <c:pt idx="245">
                  <c:v>7.8871941598271409</c:v>
                </c:pt>
                <c:pt idx="246">
                  <c:v>7.885781573809548</c:v>
                </c:pt>
                <c:pt idx="247">
                  <c:v>7.8964854105554236</c:v>
                </c:pt>
                <c:pt idx="248">
                  <c:v>7.9176670347028475</c:v>
                </c:pt>
                <c:pt idx="249">
                  <c:v>7.965661256493056</c:v>
                </c:pt>
                <c:pt idx="250">
                  <c:v>8.0106676133436245</c:v>
                </c:pt>
                <c:pt idx="251">
                  <c:v>8.0831158838031936</c:v>
                </c:pt>
                <c:pt idx="252">
                  <c:v>8.1238068152770726</c:v>
                </c:pt>
                <c:pt idx="253">
                  <c:v>8.1692876160056898</c:v>
                </c:pt>
                <c:pt idx="254">
                  <c:v>8.2461427705598229</c:v>
                </c:pt>
                <c:pt idx="255">
                  <c:v>8.322288714421191</c:v>
                </c:pt>
                <c:pt idx="256">
                  <c:v>8.511094178739425</c:v>
                </c:pt>
                <c:pt idx="257">
                  <c:v>8.6099173017349759</c:v>
                </c:pt>
                <c:pt idx="258">
                  <c:v>8.7061866400019774</c:v>
                </c:pt>
                <c:pt idx="259">
                  <c:v>8.8000000000000007</c:v>
                </c:pt>
                <c:pt idx="260">
                  <c:v>8.5568212604599676</c:v>
                </c:pt>
                <c:pt idx="261">
                  <c:v>8.2168303795744588</c:v>
                </c:pt>
                <c:pt idx="262">
                  <c:v>7.9738527894368101</c:v>
                </c:pt>
                <c:pt idx="263">
                  <c:v>7.8923934584216084</c:v>
                </c:pt>
                <c:pt idx="264">
                  <c:v>7.8489335665848499</c:v>
                </c:pt>
                <c:pt idx="265">
                  <c:v>7.8365985416874695</c:v>
                </c:pt>
                <c:pt idx="266">
                  <c:v>7.8387406198595384</c:v>
                </c:pt>
                <c:pt idx="267">
                  <c:v>7.8519172151153445</c:v>
                </c:pt>
                <c:pt idx="268">
                  <c:v>7.8403196739799856</c:v>
                </c:pt>
                <c:pt idx="269">
                  <c:v>7.8669475679951297</c:v>
                </c:pt>
                <c:pt idx="270">
                  <c:v>7.9215663414155921</c:v>
                </c:pt>
                <c:pt idx="271">
                  <c:v>7.9409684416470601</c:v>
                </c:pt>
                <c:pt idx="272">
                  <c:v>7.9105513585818219</c:v>
                </c:pt>
                <c:pt idx="273">
                  <c:v>7.8902735688802847</c:v>
                </c:pt>
                <c:pt idx="274">
                  <c:v>7.9027445471760176</c:v>
                </c:pt>
                <c:pt idx="275">
                  <c:v>7.9580249374590881</c:v>
                </c:pt>
                <c:pt idx="276">
                  <c:v>8.069462232986373</c:v>
                </c:pt>
                <c:pt idx="277">
                  <c:v>8.2508248705316873</c:v>
                </c:pt>
                <c:pt idx="278">
                  <c:v>8.7535600355746794</c:v>
                </c:pt>
                <c:pt idx="279">
                  <c:v>8.9187568537107982</c:v>
                </c:pt>
                <c:pt idx="280">
                  <c:v>8.7149870580078836</c:v>
                </c:pt>
                <c:pt idx="281">
                  <c:v>8.3310025412600357</c:v>
                </c:pt>
                <c:pt idx="282">
                  <c:v>8.0403261839733808</c:v>
                </c:pt>
                <c:pt idx="283">
                  <c:v>7.903934599302648</c:v>
                </c:pt>
                <c:pt idx="284">
                  <c:v>7.8608069391576638</c:v>
                </c:pt>
                <c:pt idx="285">
                  <c:v>7.7909871772699946</c:v>
                </c:pt>
                <c:pt idx="286">
                  <c:v>7.7977622318011521</c:v>
                </c:pt>
                <c:pt idx="287">
                  <c:v>7.8707888768436769</c:v>
                </c:pt>
                <c:pt idx="288">
                  <c:v>7.8723750365920262</c:v>
                </c:pt>
                <c:pt idx="289">
                  <c:v>7.8570367719837666</c:v>
                </c:pt>
                <c:pt idx="290">
                  <c:v>7.8224700378052141</c:v>
                </c:pt>
                <c:pt idx="291">
                  <c:v>7.7927920490101732</c:v>
                </c:pt>
                <c:pt idx="292">
                  <c:v>7.7851781690118393</c:v>
                </c:pt>
                <c:pt idx="293">
                  <c:v>7.7527150992052398</c:v>
                </c:pt>
                <c:pt idx="294">
                  <c:v>7.7914047307584005</c:v>
                </c:pt>
                <c:pt idx="295">
                  <c:v>7.7724255861783647</c:v>
                </c:pt>
                <c:pt idx="296">
                  <c:v>7.7736841202616382</c:v>
                </c:pt>
                <c:pt idx="297">
                  <c:v>7.8119225906989813</c:v>
                </c:pt>
                <c:pt idx="298">
                  <c:v>7.8126090665847929</c:v>
                </c:pt>
                <c:pt idx="299">
                  <c:v>7.7967293698981806</c:v>
                </c:pt>
                <c:pt idx="300">
                  <c:v>7.7968173732064923</c:v>
                </c:pt>
                <c:pt idx="301">
                  <c:v>7.806517069223319</c:v>
                </c:pt>
                <c:pt idx="302">
                  <c:v>7.7885256625177863</c:v>
                </c:pt>
                <c:pt idx="303">
                  <c:v>7.7913294651865366</c:v>
                </c:pt>
                <c:pt idx="304">
                  <c:v>7.7822683361066032</c:v>
                </c:pt>
                <c:pt idx="305">
                  <c:v>7.8154517820843612</c:v>
                </c:pt>
                <c:pt idx="306">
                  <c:v>7.8360880074820232</c:v>
                </c:pt>
                <c:pt idx="307">
                  <c:v>7.8232426849962495</c:v>
                </c:pt>
                <c:pt idx="308">
                  <c:v>7.8142163484080713</c:v>
                </c:pt>
                <c:pt idx="309">
                  <c:v>7.8222582566471104</c:v>
                </c:pt>
                <c:pt idx="310">
                  <c:v>7.8086576943354</c:v>
                </c:pt>
                <c:pt idx="311">
                  <c:v>7.8032440880731082</c:v>
                </c:pt>
                <c:pt idx="312">
                  <c:v>7.8128050628947339</c:v>
                </c:pt>
                <c:pt idx="313">
                  <c:v>7.8149910086231369</c:v>
                </c:pt>
                <c:pt idx="314">
                  <c:v>7.81499488700792</c:v>
                </c:pt>
                <c:pt idx="315">
                  <c:v>7.8120959091323909</c:v>
                </c:pt>
                <c:pt idx="316">
                  <c:v>7.8238790461017977</c:v>
                </c:pt>
                <c:pt idx="317">
                  <c:v>7.8275758726636182</c:v>
                </c:pt>
                <c:pt idx="318">
                  <c:v>7.8375048775136342</c:v>
                </c:pt>
                <c:pt idx="319">
                  <c:v>7.8546743303929532</c:v>
                </c:pt>
                <c:pt idx="320">
                  <c:v>7.87737379066981</c:v>
                </c:pt>
                <c:pt idx="321">
                  <c:v>7.9202576818776018</c:v>
                </c:pt>
                <c:pt idx="322">
                  <c:v>7.9654959020915213</c:v>
                </c:pt>
                <c:pt idx="323">
                  <c:v>7.991775111523844</c:v>
                </c:pt>
                <c:pt idx="324">
                  <c:v>7.9873887081474608</c:v>
                </c:pt>
                <c:pt idx="325">
                  <c:v>7.948626081122887</c:v>
                </c:pt>
                <c:pt idx="326">
                  <c:v>7.9168361637050131</c:v>
                </c:pt>
                <c:pt idx="327">
                  <c:v>7.9100057730291224</c:v>
                </c:pt>
                <c:pt idx="328">
                  <c:v>7.9368613246729254</c:v>
                </c:pt>
                <c:pt idx="329">
                  <c:v>7.9745753930106069</c:v>
                </c:pt>
                <c:pt idx="330">
                  <c:v>8.0309537006537095</c:v>
                </c:pt>
                <c:pt idx="331">
                  <c:v>8.1306253715421466</c:v>
                </c:pt>
                <c:pt idx="332">
                  <c:v>8.2073070021796379</c:v>
                </c:pt>
                <c:pt idx="333">
                  <c:v>8.2141202923809686</c:v>
                </c:pt>
                <c:pt idx="334">
                  <c:v>8.1579245890563108</c:v>
                </c:pt>
                <c:pt idx="335">
                  <c:v>8.0825061590173632</c:v>
                </c:pt>
                <c:pt idx="336">
                  <c:v>8.0055889930045048</c:v>
                </c:pt>
                <c:pt idx="337">
                  <c:v>7.93076830389822</c:v>
                </c:pt>
                <c:pt idx="338">
                  <c:v>7.8921488070629238</c:v>
                </c:pt>
                <c:pt idx="339">
                  <c:v>7.8574498982425691</c:v>
                </c:pt>
                <c:pt idx="340">
                  <c:v>7.8333695693077177</c:v>
                </c:pt>
                <c:pt idx="341">
                  <c:v>7.81801138794824</c:v>
                </c:pt>
                <c:pt idx="342">
                  <c:v>7.822723372831847</c:v>
                </c:pt>
                <c:pt idx="343">
                  <c:v>7.8204780317753713</c:v>
                </c:pt>
                <c:pt idx="344">
                  <c:v>7.8121840045078645</c:v>
                </c:pt>
                <c:pt idx="345">
                  <c:v>7.80938045357831</c:v>
                </c:pt>
                <c:pt idx="346">
                  <c:v>7.8177134906362555</c:v>
                </c:pt>
                <c:pt idx="347">
                  <c:v>7.8148181678715227</c:v>
                </c:pt>
                <c:pt idx="348">
                  <c:v>7.8101133028484222</c:v>
                </c:pt>
                <c:pt idx="349">
                  <c:v>7.8070779646109987</c:v>
                </c:pt>
                <c:pt idx="350">
                  <c:v>7.8003793114524784</c:v>
                </c:pt>
                <c:pt idx="351">
                  <c:v>7.811718681060821</c:v>
                </c:pt>
                <c:pt idx="352">
                  <c:v>7.8123041268020899</c:v>
                </c:pt>
                <c:pt idx="353">
                  <c:v>7.8164110436302199</c:v>
                </c:pt>
                <c:pt idx="354">
                  <c:v>7.8147638687054739</c:v>
                </c:pt>
                <c:pt idx="355">
                  <c:v>7.814396863202238</c:v>
                </c:pt>
                <c:pt idx="356">
                  <c:v>7.8078910710943088</c:v>
                </c:pt>
                <c:pt idx="357">
                  <c:v>7.809234366565402</c:v>
                </c:pt>
                <c:pt idx="358">
                  <c:v>7.8045615867257787</c:v>
                </c:pt>
                <c:pt idx="359">
                  <c:v>7.8119667064363592</c:v>
                </c:pt>
                <c:pt idx="360">
                  <c:v>7.8093535966532199</c:v>
                </c:pt>
                <c:pt idx="361">
                  <c:v>7.8124539507632713</c:v>
                </c:pt>
                <c:pt idx="362">
                  <c:v>7.822558004197707</c:v>
                </c:pt>
                <c:pt idx="363">
                  <c:v>7.8235424147560915</c:v>
                </c:pt>
                <c:pt idx="364">
                  <c:v>7.8265489333032816</c:v>
                </c:pt>
                <c:pt idx="365">
                  <c:v>7.8336705960136639</c:v>
                </c:pt>
                <c:pt idx="366">
                  <c:v>7.8259289414722275</c:v>
                </c:pt>
                <c:pt idx="367">
                  <c:v>7.8211549789323289</c:v>
                </c:pt>
                <c:pt idx="368">
                  <c:v>7.8242432228748466</c:v>
                </c:pt>
                <c:pt idx="369">
                  <c:v>7.8196063665742832</c:v>
                </c:pt>
                <c:pt idx="370">
                  <c:v>7.8092482077734839</c:v>
                </c:pt>
                <c:pt idx="371">
                  <c:v>7.8122012215118763</c:v>
                </c:pt>
                <c:pt idx="372">
                  <c:v>7.8165639284909529</c:v>
                </c:pt>
                <c:pt idx="373">
                  <c:v>7.8172792752154221</c:v>
                </c:pt>
                <c:pt idx="374">
                  <c:v>7.8166116166121142</c:v>
                </c:pt>
                <c:pt idx="375">
                  <c:v>7.8179295647037552</c:v>
                </c:pt>
                <c:pt idx="376">
                  <c:v>7.8244007404484135</c:v>
                </c:pt>
                <c:pt idx="377">
                  <c:v>7.8252608719024588</c:v>
                </c:pt>
                <c:pt idx="378">
                  <c:v>7.8216663119427148</c:v>
                </c:pt>
                <c:pt idx="379">
                  <c:v>7.8105092005392223</c:v>
                </c:pt>
                <c:pt idx="380">
                  <c:v>7.8057430347980921</c:v>
                </c:pt>
                <c:pt idx="381">
                  <c:v>7.8069222176624118</c:v>
                </c:pt>
                <c:pt idx="382">
                  <c:v>7.801594077301873</c:v>
                </c:pt>
                <c:pt idx="383">
                  <c:v>7.8154959262869488</c:v>
                </c:pt>
                <c:pt idx="384">
                  <c:v>7.8238294543697569</c:v>
                </c:pt>
                <c:pt idx="385">
                  <c:v>7.8233802804813717</c:v>
                </c:pt>
                <c:pt idx="386">
                  <c:v>7.8197957384962695</c:v>
                </c:pt>
                <c:pt idx="387">
                  <c:v>7.812939013053974</c:v>
                </c:pt>
                <c:pt idx="388">
                  <c:v>7.8102261602874803</c:v>
                </c:pt>
                <c:pt idx="389">
                  <c:v>7.7998212945257075</c:v>
                </c:pt>
                <c:pt idx="390">
                  <c:v>7.7868931204897587</c:v>
                </c:pt>
                <c:pt idx="391">
                  <c:v>7.7915253903334536</c:v>
                </c:pt>
                <c:pt idx="392">
                  <c:v>7.7996357479776126</c:v>
                </c:pt>
                <c:pt idx="393">
                  <c:v>7.8011267562865196</c:v>
                </c:pt>
                <c:pt idx="394">
                  <c:v>7.8100243784237238</c:v>
                </c:pt>
                <c:pt idx="395">
                  <c:v>7.805333069067073</c:v>
                </c:pt>
                <c:pt idx="396">
                  <c:v>7.8107504093866416</c:v>
                </c:pt>
                <c:pt idx="397">
                  <c:v>7.8141545513279533</c:v>
                </c:pt>
                <c:pt idx="398">
                  <c:v>7.8036651049769166</c:v>
                </c:pt>
                <c:pt idx="399">
                  <c:v>7.7923716254280739</c:v>
                </c:pt>
                <c:pt idx="400">
                  <c:v>7.80804090750902</c:v>
                </c:pt>
                <c:pt idx="401">
                  <c:v>7.8218095755626633</c:v>
                </c:pt>
                <c:pt idx="402">
                  <c:v>7.8323081407880144</c:v>
                </c:pt>
                <c:pt idx="403">
                  <c:v>7.8392478592169947</c:v>
                </c:pt>
                <c:pt idx="404">
                  <c:v>7.8455959602914884</c:v>
                </c:pt>
                <c:pt idx="405">
                  <c:v>7.8321794139947034</c:v>
                </c:pt>
                <c:pt idx="406">
                  <c:v>7.8289659711657675</c:v>
                </c:pt>
                <c:pt idx="407">
                  <c:v>7.8345608774617137</c:v>
                </c:pt>
                <c:pt idx="408">
                  <c:v>7.8327357985362278</c:v>
                </c:pt>
                <c:pt idx="409">
                  <c:v>7.8340117230833828</c:v>
                </c:pt>
                <c:pt idx="410">
                  <c:v>7.8444634327949494</c:v>
                </c:pt>
                <c:pt idx="411">
                  <c:v>7.8391340126119093</c:v>
                </c:pt>
                <c:pt idx="412">
                  <c:v>7.8249618662263822</c:v>
                </c:pt>
                <c:pt idx="413">
                  <c:v>7.8344231485459233</c:v>
                </c:pt>
                <c:pt idx="414">
                  <c:v>7.8304375815741736</c:v>
                </c:pt>
                <c:pt idx="415">
                  <c:v>7.8191964497678432</c:v>
                </c:pt>
                <c:pt idx="416">
                  <c:v>7.8214602095938908</c:v>
                </c:pt>
                <c:pt idx="417">
                  <c:v>7.8131456891546751</c:v>
                </c:pt>
                <c:pt idx="418">
                  <c:v>7.8180659948943658</c:v>
                </c:pt>
                <c:pt idx="419">
                  <c:v>7.8177351099628121</c:v>
                </c:pt>
                <c:pt idx="420">
                  <c:v>7.8136873936539777</c:v>
                </c:pt>
                <c:pt idx="421">
                  <c:v>7.8124633949860351</c:v>
                </c:pt>
                <c:pt idx="422">
                  <c:v>7.8051926604186761</c:v>
                </c:pt>
                <c:pt idx="423">
                  <c:v>7.7983818570314432</c:v>
                </c:pt>
                <c:pt idx="424">
                  <c:v>7.8159922563528941</c:v>
                </c:pt>
                <c:pt idx="425">
                  <c:v>7.8046355749213703</c:v>
                </c:pt>
                <c:pt idx="426">
                  <c:v>7.8090430625673273</c:v>
                </c:pt>
                <c:pt idx="427">
                  <c:v>7.8066454633294944</c:v>
                </c:pt>
                <c:pt idx="428">
                  <c:v>7.8000901463368999</c:v>
                </c:pt>
                <c:pt idx="429">
                  <c:v>7.7980034982461444</c:v>
                </c:pt>
                <c:pt idx="430">
                  <c:v>7.8342811249416604</c:v>
                </c:pt>
                <c:pt idx="431">
                  <c:v>7.8176706344843945</c:v>
                </c:pt>
                <c:pt idx="432">
                  <c:v>7.839772309351698</c:v>
                </c:pt>
                <c:pt idx="433">
                  <c:v>7.8727958022014075</c:v>
                </c:pt>
                <c:pt idx="434">
                  <c:v>7.9362019565618631</c:v>
                </c:pt>
                <c:pt idx="435">
                  <c:v>8.1076402557724307</c:v>
                </c:pt>
                <c:pt idx="436">
                  <c:v>7.9233577851379948</c:v>
                </c:pt>
                <c:pt idx="437">
                  <c:v>7.825883550137652</c:v>
                </c:pt>
                <c:pt idx="438">
                  <c:v>7.7495150296875055</c:v>
                </c:pt>
                <c:pt idx="439">
                  <c:v>7.7736293638731633</c:v>
                </c:pt>
                <c:pt idx="440">
                  <c:v>7.8287629110362005</c:v>
                </c:pt>
                <c:pt idx="441">
                  <c:v>7.8632977446103682</c:v>
                </c:pt>
                <c:pt idx="442">
                  <c:v>7.7993181408153411</c:v>
                </c:pt>
                <c:pt idx="443">
                  <c:v>7.7845292796559944</c:v>
                </c:pt>
                <c:pt idx="444">
                  <c:v>7.8187650684144225</c:v>
                </c:pt>
                <c:pt idx="445">
                  <c:v>7.8284326505601785</c:v>
                </c:pt>
                <c:pt idx="446">
                  <c:v>7.8612426490019924</c:v>
                </c:pt>
                <c:pt idx="447">
                  <c:v>7.7916367266628832</c:v>
                </c:pt>
                <c:pt idx="448">
                  <c:v>7.8421844903378259</c:v>
                </c:pt>
                <c:pt idx="449">
                  <c:v>7.803830999105509</c:v>
                </c:pt>
                <c:pt idx="450">
                  <c:v>7.7986361590968514</c:v>
                </c:pt>
                <c:pt idx="451">
                  <c:v>7.7820630556907018</c:v>
                </c:pt>
                <c:pt idx="452">
                  <c:v>7.7972348301800478</c:v>
                </c:pt>
                <c:pt idx="453">
                  <c:v>7.7921256370940846</c:v>
                </c:pt>
                <c:pt idx="454">
                  <c:v>7.7768685926236847</c:v>
                </c:pt>
                <c:pt idx="455">
                  <c:v>7.7987053075396879</c:v>
                </c:pt>
                <c:pt idx="456">
                  <c:v>7.7925552669475877</c:v>
                </c:pt>
                <c:pt idx="457">
                  <c:v>7.8067410962034698</c:v>
                </c:pt>
                <c:pt idx="458">
                  <c:v>7.7986276349897441</c:v>
                </c:pt>
                <c:pt idx="459">
                  <c:v>7.8040159037686907</c:v>
                </c:pt>
                <c:pt idx="460">
                  <c:v>7.7791345478290097</c:v>
                </c:pt>
                <c:pt idx="461">
                  <c:v>7.8117117168694277</c:v>
                </c:pt>
                <c:pt idx="462">
                  <c:v>7.8163737915664644</c:v>
                </c:pt>
                <c:pt idx="463">
                  <c:v>7.8123796743574347</c:v>
                </c:pt>
                <c:pt idx="464">
                  <c:v>7.8123594862971899</c:v>
                </c:pt>
                <c:pt idx="465">
                  <c:v>7.798791715128389</c:v>
                </c:pt>
                <c:pt idx="466">
                  <c:v>7.7910302558063051</c:v>
                </c:pt>
                <c:pt idx="467">
                  <c:v>7.7952655031386593</c:v>
                </c:pt>
                <c:pt idx="468">
                  <c:v>7.8068537032376382</c:v>
                </c:pt>
                <c:pt idx="469">
                  <c:v>7.8058791990169025</c:v>
                </c:pt>
                <c:pt idx="470">
                  <c:v>7.8012064620974773</c:v>
                </c:pt>
                <c:pt idx="471">
                  <c:v>7.7996794404617891</c:v>
                </c:pt>
                <c:pt idx="472">
                  <c:v>7.7877171224767441</c:v>
                </c:pt>
                <c:pt idx="473">
                  <c:v>7.7991261003355685</c:v>
                </c:pt>
                <c:pt idx="474">
                  <c:v>7.801375996437109</c:v>
                </c:pt>
                <c:pt idx="475">
                  <c:v>7.7967556744203002</c:v>
                </c:pt>
                <c:pt idx="476">
                  <c:v>7.8059153658445499</c:v>
                </c:pt>
                <c:pt idx="477">
                  <c:v>7.8062479675840475</c:v>
                </c:pt>
                <c:pt idx="478">
                  <c:v>7.7938092221350646</c:v>
                </c:pt>
                <c:pt idx="479">
                  <c:v>7.791669777439636</c:v>
                </c:pt>
                <c:pt idx="480">
                  <c:v>7.8098681818137825</c:v>
                </c:pt>
                <c:pt idx="481">
                  <c:v>7.8289538147422686</c:v>
                </c:pt>
                <c:pt idx="482">
                  <c:v>7.8162210419154761</c:v>
                </c:pt>
                <c:pt idx="483">
                  <c:v>7.8104879583766902</c:v>
                </c:pt>
                <c:pt idx="484">
                  <c:v>7.8053006076091087</c:v>
                </c:pt>
                <c:pt idx="485">
                  <c:v>7.804326038452114</c:v>
                </c:pt>
                <c:pt idx="486">
                  <c:v>7.7957151022261097</c:v>
                </c:pt>
                <c:pt idx="487">
                  <c:v>7.7966637876123617</c:v>
                </c:pt>
                <c:pt idx="488">
                  <c:v>7.8025872426912297</c:v>
                </c:pt>
                <c:pt idx="489">
                  <c:v>7.8073998251816281</c:v>
                </c:pt>
                <c:pt idx="490">
                  <c:v>7.7931444954483275</c:v>
                </c:pt>
                <c:pt idx="491">
                  <c:v>7.8074820865234766</c:v>
                </c:pt>
                <c:pt idx="492">
                  <c:v>7.8042561590315955</c:v>
                </c:pt>
                <c:pt idx="493">
                  <c:v>7.8034090050444336</c:v>
                </c:pt>
                <c:pt idx="494">
                  <c:v>7.8021016073158034</c:v>
                </c:pt>
                <c:pt idx="495">
                  <c:v>7.8067780511616025</c:v>
                </c:pt>
                <c:pt idx="496">
                  <c:v>7.8116409808240128</c:v>
                </c:pt>
                <c:pt idx="497">
                  <c:v>7.8004334151981931</c:v>
                </c:pt>
                <c:pt idx="498">
                  <c:v>7.8034118226553977</c:v>
                </c:pt>
                <c:pt idx="499">
                  <c:v>7.8178817822915878</c:v>
                </c:pt>
                <c:pt idx="500">
                  <c:v>7.8339933523488519</c:v>
                </c:pt>
                <c:pt idx="501">
                  <c:v>7.8286097077209371</c:v>
                </c:pt>
                <c:pt idx="502">
                  <c:v>7.8200753878299389</c:v>
                </c:pt>
                <c:pt idx="503">
                  <c:v>7.8170388242542028</c:v>
                </c:pt>
                <c:pt idx="504">
                  <c:v>7.8348975248191008</c:v>
                </c:pt>
                <c:pt idx="505">
                  <c:v>7.8344561966540622</c:v>
                </c:pt>
                <c:pt idx="506">
                  <c:v>7.8368527964961832</c:v>
                </c:pt>
                <c:pt idx="507">
                  <c:v>7.8548231927637788</c:v>
                </c:pt>
                <c:pt idx="508">
                  <c:v>7.8894780374399485</c:v>
                </c:pt>
                <c:pt idx="509">
                  <c:v>7.9361720823245738</c:v>
                </c:pt>
                <c:pt idx="510">
                  <c:v>7.9886677638676522</c:v>
                </c:pt>
                <c:pt idx="511">
                  <c:v>8.0561877956894783</c:v>
                </c:pt>
                <c:pt idx="512">
                  <c:v>8.107451958412101</c:v>
                </c:pt>
                <c:pt idx="513">
                  <c:v>8.1361214626426577</c:v>
                </c:pt>
                <c:pt idx="514">
                  <c:v>8.1515149070593829</c:v>
                </c:pt>
                <c:pt idx="515">
                  <c:v>8.1428951292724712</c:v>
                </c:pt>
                <c:pt idx="516">
                  <c:v>8.1275285275482307</c:v>
                </c:pt>
                <c:pt idx="517">
                  <c:v>8.1102376492018191</c:v>
                </c:pt>
                <c:pt idx="518">
                  <c:v>8.072518485591651</c:v>
                </c:pt>
                <c:pt idx="519">
                  <c:v>8.0310076991559836</c:v>
                </c:pt>
                <c:pt idx="520">
                  <c:v>7.9925733044612617</c:v>
                </c:pt>
                <c:pt idx="521">
                  <c:v>7.9792994791663698</c:v>
                </c:pt>
                <c:pt idx="522">
                  <c:v>7.9542142287106703</c:v>
                </c:pt>
                <c:pt idx="523">
                  <c:v>7.9309624223938764</c:v>
                </c:pt>
                <c:pt idx="524">
                  <c:v>7.9348681053135319</c:v>
                </c:pt>
                <c:pt idx="525">
                  <c:v>7.9420677111045404</c:v>
                </c:pt>
                <c:pt idx="526">
                  <c:v>7.9534620355516799</c:v>
                </c:pt>
                <c:pt idx="527">
                  <c:v>7.9758092032804218</c:v>
                </c:pt>
                <c:pt idx="528">
                  <c:v>7.9936609174154816</c:v>
                </c:pt>
                <c:pt idx="529">
                  <c:v>8.0012382707681322</c:v>
                </c:pt>
                <c:pt idx="530">
                  <c:v>8.0085487627824445</c:v>
                </c:pt>
                <c:pt idx="531">
                  <c:v>8.0119959708065362</c:v>
                </c:pt>
                <c:pt idx="532">
                  <c:v>8.0193158990377729</c:v>
                </c:pt>
                <c:pt idx="533">
                  <c:v>8.0452059178942665</c:v>
                </c:pt>
                <c:pt idx="534">
                  <c:v>8.0555473569426823</c:v>
                </c:pt>
                <c:pt idx="535">
                  <c:v>8.0710881657485878</c:v>
                </c:pt>
                <c:pt idx="536">
                  <c:v>8.09992450457157</c:v>
                </c:pt>
                <c:pt idx="537">
                  <c:v>8.1351572321386794</c:v>
                </c:pt>
                <c:pt idx="538">
                  <c:v>8.1643781928713786</c:v>
                </c:pt>
                <c:pt idx="539">
                  <c:v>8.2072282389451665</c:v>
                </c:pt>
                <c:pt idx="540">
                  <c:v>8.2618859100743052</c:v>
                </c:pt>
                <c:pt idx="541">
                  <c:v>8.3085372856100044</c:v>
                </c:pt>
                <c:pt idx="542">
                  <c:v>8.3631134608445681</c:v>
                </c:pt>
                <c:pt idx="543">
                  <c:v>8.4376545077334839</c:v>
                </c:pt>
                <c:pt idx="544">
                  <c:v>8.5013984729667609</c:v>
                </c:pt>
                <c:pt idx="545">
                  <c:v>8.5854897114777753</c:v>
                </c:pt>
                <c:pt idx="546">
                  <c:v>8.6865835042289614</c:v>
                </c:pt>
                <c:pt idx="547">
                  <c:v>8.7733320839004083</c:v>
                </c:pt>
                <c:pt idx="548">
                  <c:v>8.8333370869456154</c:v>
                </c:pt>
                <c:pt idx="549">
                  <c:v>8.9056888176474267</c:v>
                </c:pt>
                <c:pt idx="550">
                  <c:v>8.9638693146294894</c:v>
                </c:pt>
                <c:pt idx="551">
                  <c:v>8.989748744428077</c:v>
                </c:pt>
                <c:pt idx="552">
                  <c:v>9.0027113453557455</c:v>
                </c:pt>
                <c:pt idx="553">
                  <c:v>8.9652327981608284</c:v>
                </c:pt>
                <c:pt idx="554">
                  <c:v>8.8885047123015575</c:v>
                </c:pt>
                <c:pt idx="555">
                  <c:v>8.7831908383926436</c:v>
                </c:pt>
                <c:pt idx="556">
                  <c:v>8.696323046424137</c:v>
                </c:pt>
                <c:pt idx="557">
                  <c:v>8.6177314002343941</c:v>
                </c:pt>
                <c:pt idx="558">
                  <c:v>8.5152988317536469</c:v>
                </c:pt>
                <c:pt idx="559">
                  <c:v>8.421589825213367</c:v>
                </c:pt>
                <c:pt idx="560">
                  <c:v>8.3165669796055877</c:v>
                </c:pt>
                <c:pt idx="561">
                  <c:v>8.2362313554301529</c:v>
                </c:pt>
                <c:pt idx="562">
                  <c:v>8.1640430434956368</c:v>
                </c:pt>
                <c:pt idx="563">
                  <c:v>8.0983901443880679</c:v>
                </c:pt>
                <c:pt idx="564">
                  <c:v>8.0400397955013805</c:v>
                </c:pt>
                <c:pt idx="565">
                  <c:v>7.9474292186949018</c:v>
                </c:pt>
                <c:pt idx="566">
                  <c:v>7.9252768668594484</c:v>
                </c:pt>
                <c:pt idx="567">
                  <c:v>7.8751465161259393</c:v>
                </c:pt>
                <c:pt idx="568">
                  <c:v>7.8545958945083889</c:v>
                </c:pt>
                <c:pt idx="569">
                  <c:v>7.8637901998496806</c:v>
                </c:pt>
                <c:pt idx="570">
                  <c:v>7.8734057760578207</c:v>
                </c:pt>
                <c:pt idx="571">
                  <c:v>7.8896287963053524</c:v>
                </c:pt>
                <c:pt idx="572">
                  <c:v>7.8955900516256419</c:v>
                </c:pt>
                <c:pt idx="573">
                  <c:v>7.8049504134806504</c:v>
                </c:pt>
                <c:pt idx="574">
                  <c:v>7.8502172621341781</c:v>
                </c:pt>
                <c:pt idx="575">
                  <c:v>7.8296320303801208</c:v>
                </c:pt>
                <c:pt idx="576">
                  <c:v>7.7748999974495172</c:v>
                </c:pt>
                <c:pt idx="577">
                  <c:v>7.7747113691811274</c:v>
                </c:pt>
                <c:pt idx="578">
                  <c:v>7.7185952154423534</c:v>
                </c:pt>
                <c:pt idx="579">
                  <c:v>7.8481000767877491</c:v>
                </c:pt>
                <c:pt idx="580">
                  <c:v>7.8514865400549327</c:v>
                </c:pt>
                <c:pt idx="581">
                  <c:v>7.7184506050621842</c:v>
                </c:pt>
                <c:pt idx="582">
                  <c:v>7.791181224602628</c:v>
                </c:pt>
                <c:pt idx="583">
                  <c:v>7.7904373263835716</c:v>
                </c:pt>
                <c:pt idx="584">
                  <c:v>7.8043885311507877</c:v>
                </c:pt>
                <c:pt idx="585">
                  <c:v>8.2217741032861262</c:v>
                </c:pt>
                <c:pt idx="586">
                  <c:v>8.4229290563862786</c:v>
                </c:pt>
                <c:pt idx="587">
                  <c:v>7.8197455472157547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1251-45ED-B486-8EADCA04E34F}"/>
            </c:ext>
          </c:extLst>
        </c:ser>
        <c:ser>
          <c:idx val="2"/>
          <c:order val="2"/>
          <c:tx>
            <c:strRef>
              <c:f>'Fully separated 3%'!$D$1</c:f>
              <c:strCache>
                <c:ptCount val="1"/>
                <c:pt idx="0">
                  <c:v>3D_11/O-PTIR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3%'!$A$2:$A$589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3%'!$D$2:$D$589</c:f>
              <c:numCache>
                <c:formatCode>General</c:formatCode>
                <c:ptCount val="588"/>
                <c:pt idx="0">
                  <c:v>7.4341615779780428</c:v>
                </c:pt>
                <c:pt idx="1">
                  <c:v>7.4443325115859516</c:v>
                </c:pt>
                <c:pt idx="2">
                  <c:v>7.4760266167219278</c:v>
                </c:pt>
                <c:pt idx="3">
                  <c:v>7.6114286299154292</c:v>
                </c:pt>
                <c:pt idx="4">
                  <c:v>7.550334260726034</c:v>
                </c:pt>
                <c:pt idx="5">
                  <c:v>7.564336450294757</c:v>
                </c:pt>
                <c:pt idx="6">
                  <c:v>7.6123206968202055</c:v>
                </c:pt>
                <c:pt idx="7">
                  <c:v>7.5763375727617497</c:v>
                </c:pt>
                <c:pt idx="8">
                  <c:v>7.5552132774422134</c:v>
                </c:pt>
                <c:pt idx="9">
                  <c:v>7.5519675660916432</c:v>
                </c:pt>
                <c:pt idx="10">
                  <c:v>7.553724873555395</c:v>
                </c:pt>
                <c:pt idx="11">
                  <c:v>7.5657662916771722</c:v>
                </c:pt>
                <c:pt idx="12">
                  <c:v>7.5922899651121103</c:v>
                </c:pt>
                <c:pt idx="13">
                  <c:v>7.6015078326277186</c:v>
                </c:pt>
                <c:pt idx="14">
                  <c:v>7.6057730190591091</c:v>
                </c:pt>
                <c:pt idx="15">
                  <c:v>7.6334690074920317</c:v>
                </c:pt>
                <c:pt idx="16">
                  <c:v>7.6272556527931599</c:v>
                </c:pt>
                <c:pt idx="17">
                  <c:v>7.6072879644220412</c:v>
                </c:pt>
                <c:pt idx="18">
                  <c:v>7.6000709246312255</c:v>
                </c:pt>
                <c:pt idx="19">
                  <c:v>7.6027465046673983</c:v>
                </c:pt>
                <c:pt idx="20">
                  <c:v>7.604864176681299</c:v>
                </c:pt>
                <c:pt idx="21">
                  <c:v>7.6092026774680486</c:v>
                </c:pt>
                <c:pt idx="22">
                  <c:v>7.6264907994732978</c:v>
                </c:pt>
                <c:pt idx="23">
                  <c:v>7.6427858783246903</c:v>
                </c:pt>
                <c:pt idx="24">
                  <c:v>7.6288431293292813</c:v>
                </c:pt>
                <c:pt idx="25">
                  <c:v>7.6185906107193144</c:v>
                </c:pt>
                <c:pt idx="26">
                  <c:v>7.6156835591529957</c:v>
                </c:pt>
                <c:pt idx="27">
                  <c:v>7.6099833787587645</c:v>
                </c:pt>
                <c:pt idx="28">
                  <c:v>7.617963007613648</c:v>
                </c:pt>
                <c:pt idx="29">
                  <c:v>7.6075982788347902</c:v>
                </c:pt>
                <c:pt idx="30">
                  <c:v>7.6158574972312003</c:v>
                </c:pt>
                <c:pt idx="31">
                  <c:v>7.6157092678042071</c:v>
                </c:pt>
                <c:pt idx="32">
                  <c:v>7.6183832574270687</c:v>
                </c:pt>
                <c:pt idx="33">
                  <c:v>7.6204801798263677</c:v>
                </c:pt>
                <c:pt idx="34">
                  <c:v>7.6225304338684605</c:v>
                </c:pt>
                <c:pt idx="35">
                  <c:v>7.6248705394635534</c:v>
                </c:pt>
                <c:pt idx="36">
                  <c:v>7.6151592162810005</c:v>
                </c:pt>
                <c:pt idx="37">
                  <c:v>7.6133321408800034</c:v>
                </c:pt>
                <c:pt idx="38">
                  <c:v>7.6311463778142574</c:v>
                </c:pt>
                <c:pt idx="39">
                  <c:v>7.6490966802399587</c:v>
                </c:pt>
                <c:pt idx="40">
                  <c:v>7.6695532929648635</c:v>
                </c:pt>
                <c:pt idx="41">
                  <c:v>7.7317039824058043</c:v>
                </c:pt>
                <c:pt idx="42">
                  <c:v>7.8509790669444026</c:v>
                </c:pt>
                <c:pt idx="43">
                  <c:v>7.9774480695299737</c:v>
                </c:pt>
                <c:pt idx="44">
                  <c:v>8.0397059168921583</c:v>
                </c:pt>
                <c:pt idx="45">
                  <c:v>8.0463208188717843</c:v>
                </c:pt>
                <c:pt idx="46">
                  <c:v>8.0381289855614906</c:v>
                </c:pt>
                <c:pt idx="47">
                  <c:v>7.9904766817606925</c:v>
                </c:pt>
                <c:pt idx="48">
                  <c:v>7.9720312557141497</c:v>
                </c:pt>
                <c:pt idx="49">
                  <c:v>7.9279506413200833</c:v>
                </c:pt>
                <c:pt idx="50">
                  <c:v>7.8292726940462583</c:v>
                </c:pt>
                <c:pt idx="51">
                  <c:v>7.7259085265075997</c:v>
                </c:pt>
                <c:pt idx="52">
                  <c:v>7.6529619932094572</c:v>
                </c:pt>
                <c:pt idx="53">
                  <c:v>7.6279836188402319</c:v>
                </c:pt>
                <c:pt idx="54">
                  <c:v>7.6164492486491682</c:v>
                </c:pt>
                <c:pt idx="55">
                  <c:v>7.6147477052640911</c:v>
                </c:pt>
                <c:pt idx="56">
                  <c:v>7.6162427784529445</c:v>
                </c:pt>
                <c:pt idx="57">
                  <c:v>7.6202479959518206</c:v>
                </c:pt>
                <c:pt idx="58">
                  <c:v>7.6224358202675786</c:v>
                </c:pt>
                <c:pt idx="59">
                  <c:v>7.6198974068305878</c:v>
                </c:pt>
                <c:pt idx="60">
                  <c:v>7.6242980670204394</c:v>
                </c:pt>
                <c:pt idx="61">
                  <c:v>7.640201755033198</c:v>
                </c:pt>
                <c:pt idx="62">
                  <c:v>7.6608527360198284</c:v>
                </c:pt>
                <c:pt idx="63">
                  <c:v>7.6909491914205237</c:v>
                </c:pt>
                <c:pt idx="64">
                  <c:v>7.7485229433105838</c:v>
                </c:pt>
                <c:pt idx="65">
                  <c:v>7.8113973022934671</c:v>
                </c:pt>
                <c:pt idx="66">
                  <c:v>7.8614337977866544</c:v>
                </c:pt>
                <c:pt idx="67">
                  <c:v>7.8713504265511309</c:v>
                </c:pt>
                <c:pt idx="68">
                  <c:v>7.8753162415454687</c:v>
                </c:pt>
                <c:pt idx="69">
                  <c:v>7.8676536089731508</c:v>
                </c:pt>
                <c:pt idx="70">
                  <c:v>7.8341800134034871</c:v>
                </c:pt>
                <c:pt idx="71">
                  <c:v>7.791643231834108</c:v>
                </c:pt>
                <c:pt idx="72">
                  <c:v>7.7492626526914909</c:v>
                </c:pt>
                <c:pt idx="73">
                  <c:v>7.7038571596639747</c:v>
                </c:pt>
                <c:pt idx="74">
                  <c:v>7.6693000940860889</c:v>
                </c:pt>
                <c:pt idx="75">
                  <c:v>7.6503574296802199</c:v>
                </c:pt>
                <c:pt idx="76">
                  <c:v>7.6424133257507503</c:v>
                </c:pt>
                <c:pt idx="77">
                  <c:v>7.628584189488504</c:v>
                </c:pt>
                <c:pt idx="78">
                  <c:v>7.6240752838454942</c:v>
                </c:pt>
                <c:pt idx="79">
                  <c:v>7.6242656069576942</c:v>
                </c:pt>
                <c:pt idx="80">
                  <c:v>7.6218232398485313</c:v>
                </c:pt>
                <c:pt idx="81">
                  <c:v>7.6163136808418175</c:v>
                </c:pt>
                <c:pt idx="82">
                  <c:v>7.614552051737375</c:v>
                </c:pt>
                <c:pt idx="83">
                  <c:v>7.6123988885216036</c:v>
                </c:pt>
                <c:pt idx="84">
                  <c:v>7.6087444922289693</c:v>
                </c:pt>
                <c:pt idx="85">
                  <c:v>7.6053503357045127</c:v>
                </c:pt>
                <c:pt idx="86">
                  <c:v>7.6092562363202223</c:v>
                </c:pt>
                <c:pt idx="87">
                  <c:v>7.6104705075956849</c:v>
                </c:pt>
                <c:pt idx="88">
                  <c:v>7.6136600619149846</c:v>
                </c:pt>
                <c:pt idx="89">
                  <c:v>7.6104824754738596</c:v>
                </c:pt>
                <c:pt idx="90">
                  <c:v>7.6071779309926848</c:v>
                </c:pt>
                <c:pt idx="91">
                  <c:v>7.6046571212454444</c:v>
                </c:pt>
                <c:pt idx="92">
                  <c:v>7.6076549586857176</c:v>
                </c:pt>
                <c:pt idx="93">
                  <c:v>7.6082311268940677</c:v>
                </c:pt>
                <c:pt idx="94">
                  <c:v>7.6091664830988757</c:v>
                </c:pt>
                <c:pt idx="95">
                  <c:v>7.6102376056819612</c:v>
                </c:pt>
                <c:pt idx="96">
                  <c:v>7.6004979825813779</c:v>
                </c:pt>
                <c:pt idx="97">
                  <c:v>7.5951946681792331</c:v>
                </c:pt>
                <c:pt idx="98">
                  <c:v>7.5964898811958683</c:v>
                </c:pt>
                <c:pt idx="99">
                  <c:v>7.6007791163365326</c:v>
                </c:pt>
                <c:pt idx="100">
                  <c:v>7.6030677388054526</c:v>
                </c:pt>
                <c:pt idx="101">
                  <c:v>7.6056080409703464</c:v>
                </c:pt>
                <c:pt idx="102">
                  <c:v>7.6037578098532252</c:v>
                </c:pt>
                <c:pt idx="103">
                  <c:v>7.601907991378221</c:v>
                </c:pt>
                <c:pt idx="104">
                  <c:v>7.6021870086668217</c:v>
                </c:pt>
                <c:pt idx="105">
                  <c:v>7.6022544681123039</c:v>
                </c:pt>
                <c:pt idx="106">
                  <c:v>7.6049076519844787</c:v>
                </c:pt>
                <c:pt idx="107">
                  <c:v>7.6151771429627022</c:v>
                </c:pt>
                <c:pt idx="108">
                  <c:v>7.6392510678122294</c:v>
                </c:pt>
                <c:pt idx="109">
                  <c:v>7.6763009308120305</c:v>
                </c:pt>
                <c:pt idx="110">
                  <c:v>7.6996069039649457</c:v>
                </c:pt>
                <c:pt idx="111">
                  <c:v>7.6911475612634712</c:v>
                </c:pt>
                <c:pt idx="112">
                  <c:v>7.6697875630909262</c:v>
                </c:pt>
                <c:pt idx="113">
                  <c:v>7.6459009015180426</c:v>
                </c:pt>
                <c:pt idx="114">
                  <c:v>7.6298076042430001</c:v>
                </c:pt>
                <c:pt idx="115">
                  <c:v>7.6274029857184971</c:v>
                </c:pt>
                <c:pt idx="116">
                  <c:v>7.630056560239173</c:v>
                </c:pt>
                <c:pt idx="117">
                  <c:v>7.6347059250695937</c:v>
                </c:pt>
                <c:pt idx="118">
                  <c:v>7.6261552447686123</c:v>
                </c:pt>
                <c:pt idx="119">
                  <c:v>7.625873300862926</c:v>
                </c:pt>
                <c:pt idx="120">
                  <c:v>7.6410036330335798</c:v>
                </c:pt>
                <c:pt idx="121">
                  <c:v>7.6659129734239233</c:v>
                </c:pt>
                <c:pt idx="122">
                  <c:v>7.6998462347171763</c:v>
                </c:pt>
                <c:pt idx="123">
                  <c:v>7.724276766141104</c:v>
                </c:pt>
                <c:pt idx="124">
                  <c:v>7.7279617733570882</c:v>
                </c:pt>
                <c:pt idx="125">
                  <c:v>7.7156499334705284</c:v>
                </c:pt>
                <c:pt idx="126">
                  <c:v>7.6817537856701081</c:v>
                </c:pt>
                <c:pt idx="127">
                  <c:v>7.656757932032157</c:v>
                </c:pt>
                <c:pt idx="128">
                  <c:v>7.6412396894601375</c:v>
                </c:pt>
                <c:pt idx="129">
                  <c:v>7.6407326381780178</c:v>
                </c:pt>
                <c:pt idx="130">
                  <c:v>7.6417883886901929</c:v>
                </c:pt>
                <c:pt idx="131">
                  <c:v>7.6406181641329836</c:v>
                </c:pt>
                <c:pt idx="132">
                  <c:v>7.6308235299732239</c:v>
                </c:pt>
                <c:pt idx="133">
                  <c:v>7.6355553897129891</c:v>
                </c:pt>
                <c:pt idx="134">
                  <c:v>7.6316354957118593</c:v>
                </c:pt>
                <c:pt idx="135">
                  <c:v>7.6152227070309531</c:v>
                </c:pt>
                <c:pt idx="136">
                  <c:v>7.6119565135500373</c:v>
                </c:pt>
                <c:pt idx="137">
                  <c:v>7.6149036898493296</c:v>
                </c:pt>
                <c:pt idx="138">
                  <c:v>7.5967393996002057</c:v>
                </c:pt>
                <c:pt idx="139">
                  <c:v>7.5939505651827952</c:v>
                </c:pt>
                <c:pt idx="140">
                  <c:v>7.5913949699145435</c:v>
                </c:pt>
                <c:pt idx="141">
                  <c:v>7.5890445243877407</c:v>
                </c:pt>
                <c:pt idx="142">
                  <c:v>7.5959067774580058</c:v>
                </c:pt>
                <c:pt idx="143">
                  <c:v>7.5970748675872075</c:v>
                </c:pt>
                <c:pt idx="144">
                  <c:v>7.5826252901783153</c:v>
                </c:pt>
                <c:pt idx="145">
                  <c:v>7.5917695559553229</c:v>
                </c:pt>
                <c:pt idx="146">
                  <c:v>7.5877678750298001</c:v>
                </c:pt>
                <c:pt idx="147">
                  <c:v>7.5832926409835482</c:v>
                </c:pt>
                <c:pt idx="148">
                  <c:v>7.5814300239000971</c:v>
                </c:pt>
                <c:pt idx="149">
                  <c:v>7.5907020512172361</c:v>
                </c:pt>
                <c:pt idx="150">
                  <c:v>7.5983319554047029</c:v>
                </c:pt>
                <c:pt idx="151">
                  <c:v>7.5789886806460958</c:v>
                </c:pt>
                <c:pt idx="152">
                  <c:v>7.5751413194938584</c:v>
                </c:pt>
                <c:pt idx="153">
                  <c:v>7.584311060161367</c:v>
                </c:pt>
                <c:pt idx="154">
                  <c:v>7.5816131314307489</c:v>
                </c:pt>
                <c:pt idx="155">
                  <c:v>7.5806447923435387</c:v>
                </c:pt>
                <c:pt idx="156">
                  <c:v>7.5817802142037714</c:v>
                </c:pt>
                <c:pt idx="157">
                  <c:v>7.5859644480019117</c:v>
                </c:pt>
                <c:pt idx="158">
                  <c:v>7.5926837279097965</c:v>
                </c:pt>
                <c:pt idx="159">
                  <c:v>7.5924561983031902</c:v>
                </c:pt>
                <c:pt idx="160">
                  <c:v>7.5849713746853826</c:v>
                </c:pt>
                <c:pt idx="161">
                  <c:v>7.5926916171243652</c:v>
                </c:pt>
                <c:pt idx="162">
                  <c:v>7.5864554100117978</c:v>
                </c:pt>
                <c:pt idx="163">
                  <c:v>7.5811326685444556</c:v>
                </c:pt>
                <c:pt idx="164">
                  <c:v>7.5833164678191363</c:v>
                </c:pt>
                <c:pt idx="165">
                  <c:v>7.5789921057851304</c:v>
                </c:pt>
                <c:pt idx="166">
                  <c:v>7.5825395812686418</c:v>
                </c:pt>
                <c:pt idx="167">
                  <c:v>7.5977042557365913</c:v>
                </c:pt>
                <c:pt idx="168">
                  <c:v>7.5966619914999036</c:v>
                </c:pt>
                <c:pt idx="169">
                  <c:v>7.5922073587684471</c:v>
                </c:pt>
                <c:pt idx="170">
                  <c:v>7.6005388219497538</c:v>
                </c:pt>
                <c:pt idx="171">
                  <c:v>7.6001134423088264</c:v>
                </c:pt>
                <c:pt idx="172">
                  <c:v>7.6036878102498981</c:v>
                </c:pt>
                <c:pt idx="173">
                  <c:v>7.6052042725439026</c:v>
                </c:pt>
                <c:pt idx="174">
                  <c:v>7.6147335355108225</c:v>
                </c:pt>
                <c:pt idx="175">
                  <c:v>7.6133313616776297</c:v>
                </c:pt>
                <c:pt idx="176">
                  <c:v>7.6068852273914276</c:v>
                </c:pt>
                <c:pt idx="177">
                  <c:v>7.6062742409858384</c:v>
                </c:pt>
                <c:pt idx="178">
                  <c:v>7.6214333521164113</c:v>
                </c:pt>
                <c:pt idx="179">
                  <c:v>7.6299965164124082</c:v>
                </c:pt>
                <c:pt idx="180">
                  <c:v>7.6356245661267126</c:v>
                </c:pt>
                <c:pt idx="181">
                  <c:v>7.645137430654005</c:v>
                </c:pt>
                <c:pt idx="182">
                  <c:v>7.6586169513790585</c:v>
                </c:pt>
                <c:pt idx="183">
                  <c:v>7.6716946483321946</c:v>
                </c:pt>
                <c:pt idx="184">
                  <c:v>7.685236260594337</c:v>
                </c:pt>
                <c:pt idx="185">
                  <c:v>7.6978227215599775</c:v>
                </c:pt>
                <c:pt idx="186">
                  <c:v>7.7204556515410738</c:v>
                </c:pt>
                <c:pt idx="187">
                  <c:v>7.7386119851285411</c:v>
                </c:pt>
                <c:pt idx="188">
                  <c:v>7.7490667829989555</c:v>
                </c:pt>
                <c:pt idx="189">
                  <c:v>7.7558872871601165</c:v>
                </c:pt>
                <c:pt idx="190">
                  <c:v>7.7663773552489319</c:v>
                </c:pt>
                <c:pt idx="191">
                  <c:v>7.7539545167274939</c:v>
                </c:pt>
                <c:pt idx="192">
                  <c:v>7.7482175093858192</c:v>
                </c:pt>
                <c:pt idx="193">
                  <c:v>7.7549244946532436</c:v>
                </c:pt>
                <c:pt idx="194">
                  <c:v>7.7650729738271647</c:v>
                </c:pt>
                <c:pt idx="195">
                  <c:v>7.7870879041623837</c:v>
                </c:pt>
                <c:pt idx="196">
                  <c:v>7.806119987486646</c:v>
                </c:pt>
                <c:pt idx="197">
                  <c:v>7.8151325270077905</c:v>
                </c:pt>
                <c:pt idx="198">
                  <c:v>7.8068756227586453</c:v>
                </c:pt>
                <c:pt idx="199">
                  <c:v>7.7855544204857789</c:v>
                </c:pt>
                <c:pt idx="200">
                  <c:v>7.760334498407893</c:v>
                </c:pt>
                <c:pt idx="201">
                  <c:v>7.7389587084005811</c:v>
                </c:pt>
                <c:pt idx="202">
                  <c:v>7.7259283936545673</c:v>
                </c:pt>
                <c:pt idx="203">
                  <c:v>7.7393075765737747</c:v>
                </c:pt>
                <c:pt idx="204">
                  <c:v>7.7655897743553259</c:v>
                </c:pt>
                <c:pt idx="205">
                  <c:v>7.7941599247954754</c:v>
                </c:pt>
                <c:pt idx="206">
                  <c:v>7.8164082605934784</c:v>
                </c:pt>
                <c:pt idx="207">
                  <c:v>7.8246960916361825</c:v>
                </c:pt>
                <c:pt idx="208">
                  <c:v>7.8318775156339155</c:v>
                </c:pt>
                <c:pt idx="209">
                  <c:v>7.8431222135723129</c:v>
                </c:pt>
                <c:pt idx="210">
                  <c:v>7.8518233536623478</c:v>
                </c:pt>
                <c:pt idx="211">
                  <c:v>7.8666250216232836</c:v>
                </c:pt>
                <c:pt idx="212">
                  <c:v>7.8841007646679868</c:v>
                </c:pt>
                <c:pt idx="213">
                  <c:v>7.8913261591394397</c:v>
                </c:pt>
                <c:pt idx="214">
                  <c:v>7.8999214751686395</c:v>
                </c:pt>
                <c:pt idx="215">
                  <c:v>7.9156902522500276</c:v>
                </c:pt>
                <c:pt idx="216">
                  <c:v>7.9283122448438981</c:v>
                </c:pt>
                <c:pt idx="217">
                  <c:v>7.9361723960015178</c:v>
                </c:pt>
                <c:pt idx="218">
                  <c:v>7.9382864373931765</c:v>
                </c:pt>
                <c:pt idx="219">
                  <c:v>7.937703346013631</c:v>
                </c:pt>
                <c:pt idx="220">
                  <c:v>7.9230520088125402</c:v>
                </c:pt>
                <c:pt idx="221">
                  <c:v>7.9075394669856269</c:v>
                </c:pt>
                <c:pt idx="222">
                  <c:v>7.8857558776458294</c:v>
                </c:pt>
                <c:pt idx="223">
                  <c:v>7.8646338026341311</c:v>
                </c:pt>
                <c:pt idx="224">
                  <c:v>7.8421132252567682</c:v>
                </c:pt>
                <c:pt idx="225">
                  <c:v>7.8060289900550579</c:v>
                </c:pt>
                <c:pt idx="226">
                  <c:v>7.7470835537666121</c:v>
                </c:pt>
                <c:pt idx="227">
                  <c:v>7.712660624944836</c:v>
                </c:pt>
                <c:pt idx="228">
                  <c:v>7.6866287170198655</c:v>
                </c:pt>
                <c:pt idx="229">
                  <c:v>7.6607237202152323</c:v>
                </c:pt>
                <c:pt idx="230">
                  <c:v>7.6316058357505474</c:v>
                </c:pt>
                <c:pt idx="231">
                  <c:v>7.6194479344146062</c:v>
                </c:pt>
                <c:pt idx="232">
                  <c:v>7.6162109719147715</c:v>
                </c:pt>
                <c:pt idx="233">
                  <c:v>7.6136134806943874</c:v>
                </c:pt>
                <c:pt idx="234">
                  <c:v>7.6120803564562971</c:v>
                </c:pt>
                <c:pt idx="235">
                  <c:v>7.6144828635937234</c:v>
                </c:pt>
                <c:pt idx="236">
                  <c:v>7.616364111154569</c:v>
                </c:pt>
                <c:pt idx="237">
                  <c:v>7.6194423794557506</c:v>
                </c:pt>
                <c:pt idx="238">
                  <c:v>7.6279310469777322</c:v>
                </c:pt>
                <c:pt idx="239">
                  <c:v>7.6302755546473087</c:v>
                </c:pt>
                <c:pt idx="240">
                  <c:v>7.621161609896852</c:v>
                </c:pt>
                <c:pt idx="241">
                  <c:v>7.6153840035979643</c:v>
                </c:pt>
                <c:pt idx="242">
                  <c:v>7.6263092604016176</c:v>
                </c:pt>
                <c:pt idx="243">
                  <c:v>7.6435397876215392</c:v>
                </c:pt>
                <c:pt idx="244">
                  <c:v>7.6411434035066339</c:v>
                </c:pt>
                <c:pt idx="245">
                  <c:v>7.6364756763114645</c:v>
                </c:pt>
                <c:pt idx="246">
                  <c:v>7.6573534906496787</c:v>
                </c:pt>
                <c:pt idx="247">
                  <c:v>7.6589041871580692</c:v>
                </c:pt>
                <c:pt idx="248">
                  <c:v>7.6689700206092821</c:v>
                </c:pt>
                <c:pt idx="249">
                  <c:v>7.7313237718644521</c:v>
                </c:pt>
                <c:pt idx="250">
                  <c:v>7.8148642669012034</c:v>
                </c:pt>
                <c:pt idx="251">
                  <c:v>8.0157384160055098</c:v>
                </c:pt>
                <c:pt idx="252">
                  <c:v>8.2502552593244474</c:v>
                </c:pt>
                <c:pt idx="253">
                  <c:v>8.4106866804533755</c:v>
                </c:pt>
                <c:pt idx="254">
                  <c:v>8.5555801694879445</c:v>
                </c:pt>
                <c:pt idx="255">
                  <c:v>8.6697986227375186</c:v>
                </c:pt>
                <c:pt idx="256">
                  <c:v>8.8042781340518221</c:v>
                </c:pt>
                <c:pt idx="257">
                  <c:v>8.7344027238528792</c:v>
                </c:pt>
                <c:pt idx="258">
                  <c:v>8.6663331059380617</c:v>
                </c:pt>
                <c:pt idx="259">
                  <c:v>8.6</c:v>
                </c:pt>
                <c:pt idx="260">
                  <c:v>8.3872565845516291</c:v>
                </c:pt>
                <c:pt idx="261">
                  <c:v>7.949671358244716</c:v>
                </c:pt>
                <c:pt idx="262">
                  <c:v>7.6711469478217396</c:v>
                </c:pt>
                <c:pt idx="263">
                  <c:v>7.6319553641511302</c:v>
                </c:pt>
                <c:pt idx="264">
                  <c:v>7.618993962733307</c:v>
                </c:pt>
                <c:pt idx="265">
                  <c:v>7.6238091200446476</c:v>
                </c:pt>
                <c:pt idx="266">
                  <c:v>7.6114434582203812</c:v>
                </c:pt>
                <c:pt idx="267">
                  <c:v>7.6085817545564938</c:v>
                </c:pt>
                <c:pt idx="268">
                  <c:v>7.6035361443728675</c:v>
                </c:pt>
                <c:pt idx="269">
                  <c:v>7.6050628494077497</c:v>
                </c:pt>
                <c:pt idx="270">
                  <c:v>7.6165321742144485</c:v>
                </c:pt>
                <c:pt idx="271">
                  <c:v>7.6219525505770367</c:v>
                </c:pt>
                <c:pt idx="272">
                  <c:v>7.6374143487345458</c:v>
                </c:pt>
                <c:pt idx="273">
                  <c:v>7.6282139393318991</c:v>
                </c:pt>
                <c:pt idx="274">
                  <c:v>7.6216140315519247</c:v>
                </c:pt>
                <c:pt idx="275">
                  <c:v>7.6291028735079927</c:v>
                </c:pt>
                <c:pt idx="276">
                  <c:v>7.65476958519971</c:v>
                </c:pt>
                <c:pt idx="277">
                  <c:v>7.7139033940808659</c:v>
                </c:pt>
                <c:pt idx="278">
                  <c:v>7.9456570952954912</c:v>
                </c:pt>
                <c:pt idx="279">
                  <c:v>8.1851584744133117</c:v>
                </c:pt>
                <c:pt idx="280">
                  <c:v>8.0965604365045447</c:v>
                </c:pt>
                <c:pt idx="281">
                  <c:v>7.8150426288380457</c:v>
                </c:pt>
                <c:pt idx="282">
                  <c:v>7.6713546814988005</c:v>
                </c:pt>
                <c:pt idx="283">
                  <c:v>7.6313867609086188</c:v>
                </c:pt>
                <c:pt idx="284">
                  <c:v>7.6084510982376523</c:v>
                </c:pt>
                <c:pt idx="285">
                  <c:v>7.5847119086735404</c:v>
                </c:pt>
                <c:pt idx="286">
                  <c:v>7.5460318236035429</c:v>
                </c:pt>
                <c:pt idx="287">
                  <c:v>7.5745769088628281</c:v>
                </c:pt>
                <c:pt idx="288">
                  <c:v>7.5846882728682115</c:v>
                </c:pt>
                <c:pt idx="289">
                  <c:v>7.5767252401860308</c:v>
                </c:pt>
                <c:pt idx="290">
                  <c:v>7.5553626362937223</c:v>
                </c:pt>
                <c:pt idx="291">
                  <c:v>7.5847144088239515</c:v>
                </c:pt>
                <c:pt idx="292">
                  <c:v>7.5874263673865521</c:v>
                </c:pt>
                <c:pt idx="293">
                  <c:v>7.5812375273997716</c:v>
                </c:pt>
                <c:pt idx="294">
                  <c:v>7.5739851591205642</c:v>
                </c:pt>
                <c:pt idx="295">
                  <c:v>7.5600230473651013</c:v>
                </c:pt>
                <c:pt idx="296">
                  <c:v>7.565105213032119</c:v>
                </c:pt>
                <c:pt idx="297">
                  <c:v>7.5861620662916014</c:v>
                </c:pt>
                <c:pt idx="298">
                  <c:v>7.5887114748605784</c:v>
                </c:pt>
                <c:pt idx="299">
                  <c:v>7.577128034190582</c:v>
                </c:pt>
                <c:pt idx="300">
                  <c:v>7.5857727784615241</c:v>
                </c:pt>
                <c:pt idx="301">
                  <c:v>7.5831250018767884</c:v>
                </c:pt>
                <c:pt idx="302">
                  <c:v>7.5674126675342075</c:v>
                </c:pt>
                <c:pt idx="303">
                  <c:v>7.5479319312132338</c:v>
                </c:pt>
                <c:pt idx="304">
                  <c:v>7.5701151122871844</c:v>
                </c:pt>
                <c:pt idx="305">
                  <c:v>7.5821745123888951</c:v>
                </c:pt>
                <c:pt idx="306">
                  <c:v>7.5818781557528547</c:v>
                </c:pt>
                <c:pt idx="307">
                  <c:v>7.5767865508450427</c:v>
                </c:pt>
                <c:pt idx="308">
                  <c:v>7.5880374237527848</c:v>
                </c:pt>
                <c:pt idx="309">
                  <c:v>7.5941203533799726</c:v>
                </c:pt>
                <c:pt idx="310">
                  <c:v>7.5956656474185733</c:v>
                </c:pt>
                <c:pt idx="311">
                  <c:v>7.5801762319829642</c:v>
                </c:pt>
                <c:pt idx="312">
                  <c:v>7.5510386161033383</c:v>
                </c:pt>
                <c:pt idx="313">
                  <c:v>7.5683226317958638</c:v>
                </c:pt>
                <c:pt idx="314">
                  <c:v>7.5798683716387654</c:v>
                </c:pt>
                <c:pt idx="315">
                  <c:v>7.5865805507508277</c:v>
                </c:pt>
                <c:pt idx="316">
                  <c:v>7.5971573888888919</c:v>
                </c:pt>
                <c:pt idx="317">
                  <c:v>7.600689433599487</c:v>
                </c:pt>
                <c:pt idx="318">
                  <c:v>7.6103673554449225</c:v>
                </c:pt>
                <c:pt idx="319">
                  <c:v>7.6157599746081237</c:v>
                </c:pt>
                <c:pt idx="320">
                  <c:v>7.620302064218019</c:v>
                </c:pt>
                <c:pt idx="321">
                  <c:v>7.621489303873938</c:v>
                </c:pt>
                <c:pt idx="322">
                  <c:v>7.6673359142571469</c:v>
                </c:pt>
                <c:pt idx="323">
                  <c:v>7.7714809464676629</c:v>
                </c:pt>
                <c:pt idx="324">
                  <c:v>7.8232748935351486</c:v>
                </c:pt>
                <c:pt idx="325">
                  <c:v>7.789823256391081</c:v>
                </c:pt>
                <c:pt idx="326">
                  <c:v>7.7334026636884001</c:v>
                </c:pt>
                <c:pt idx="327">
                  <c:v>7.7059476138457228</c:v>
                </c:pt>
                <c:pt idx="328">
                  <c:v>7.7122236281453498</c:v>
                </c:pt>
                <c:pt idx="329">
                  <c:v>7.7713904986669977</c:v>
                </c:pt>
                <c:pt idx="330">
                  <c:v>7.9085108122858641</c:v>
                </c:pt>
                <c:pt idx="331">
                  <c:v>7.995216672016408</c:v>
                </c:pt>
                <c:pt idx="332">
                  <c:v>7.9616919205541477</c:v>
                </c:pt>
                <c:pt idx="333">
                  <c:v>7.9186933015487577</c:v>
                </c:pt>
                <c:pt idx="334">
                  <c:v>7.9219661794130456</c:v>
                </c:pt>
                <c:pt idx="335">
                  <c:v>7.9354757589169704</c:v>
                </c:pt>
                <c:pt idx="336">
                  <c:v>7.8721156736614386</c:v>
                </c:pt>
                <c:pt idx="337">
                  <c:v>7.7620704205368281</c:v>
                </c:pt>
                <c:pt idx="338">
                  <c:v>7.6822565370956895</c:v>
                </c:pt>
                <c:pt idx="339">
                  <c:v>7.6362030426173622</c:v>
                </c:pt>
                <c:pt idx="340">
                  <c:v>7.6158211461837002</c:v>
                </c:pt>
                <c:pt idx="341">
                  <c:v>7.6006712289080136</c:v>
                </c:pt>
                <c:pt idx="342">
                  <c:v>7.597558907054287</c:v>
                </c:pt>
                <c:pt idx="343">
                  <c:v>7.5953673385873399</c:v>
                </c:pt>
                <c:pt idx="344">
                  <c:v>7.5969910337903439</c:v>
                </c:pt>
                <c:pt idx="345">
                  <c:v>7.5962179573718851</c:v>
                </c:pt>
                <c:pt idx="346">
                  <c:v>7.5927810770975066</c:v>
                </c:pt>
                <c:pt idx="347">
                  <c:v>7.5917656222401151</c:v>
                </c:pt>
                <c:pt idx="348">
                  <c:v>7.5927505533107675</c:v>
                </c:pt>
                <c:pt idx="349">
                  <c:v>7.5870095259551267</c:v>
                </c:pt>
                <c:pt idx="350">
                  <c:v>7.5797720856852617</c:v>
                </c:pt>
                <c:pt idx="351">
                  <c:v>7.5858447533009761</c:v>
                </c:pt>
                <c:pt idx="352">
                  <c:v>7.5897733173947515</c:v>
                </c:pt>
                <c:pt idx="353">
                  <c:v>7.5906352760873865</c:v>
                </c:pt>
                <c:pt idx="354">
                  <c:v>7.5914130691937602</c:v>
                </c:pt>
                <c:pt idx="355">
                  <c:v>7.5891158155399481</c:v>
                </c:pt>
                <c:pt idx="356">
                  <c:v>7.5906366451375789</c:v>
                </c:pt>
                <c:pt idx="357">
                  <c:v>7.5965539825304766</c:v>
                </c:pt>
                <c:pt idx="358">
                  <c:v>7.5901995980669721</c:v>
                </c:pt>
                <c:pt idx="359">
                  <c:v>7.5771226803162097</c:v>
                </c:pt>
                <c:pt idx="360">
                  <c:v>7.5954578567675757</c:v>
                </c:pt>
                <c:pt idx="361">
                  <c:v>7.5986969707666523</c:v>
                </c:pt>
                <c:pt idx="362">
                  <c:v>7.5987874272600333</c:v>
                </c:pt>
                <c:pt idx="363">
                  <c:v>7.6003377413413453</c:v>
                </c:pt>
                <c:pt idx="364">
                  <c:v>7.6022592321388585</c:v>
                </c:pt>
                <c:pt idx="365">
                  <c:v>7.5975646096845608</c:v>
                </c:pt>
                <c:pt idx="366">
                  <c:v>7.5962855188258507</c:v>
                </c:pt>
                <c:pt idx="367">
                  <c:v>7.5964248733053799</c:v>
                </c:pt>
                <c:pt idx="368">
                  <c:v>7.5948347026561054</c:v>
                </c:pt>
                <c:pt idx="369">
                  <c:v>7.5935679269652301</c:v>
                </c:pt>
                <c:pt idx="370">
                  <c:v>7.5958258367641474</c:v>
                </c:pt>
                <c:pt idx="371">
                  <c:v>7.6011857512118155</c:v>
                </c:pt>
                <c:pt idx="372">
                  <c:v>7.5983746449074241</c:v>
                </c:pt>
                <c:pt idx="373">
                  <c:v>7.5926574419785462</c:v>
                </c:pt>
                <c:pt idx="374">
                  <c:v>7.5825442263202101</c:v>
                </c:pt>
                <c:pt idx="375">
                  <c:v>7.5901179276040089</c:v>
                </c:pt>
                <c:pt idx="376">
                  <c:v>7.5940196783386913</c:v>
                </c:pt>
                <c:pt idx="377">
                  <c:v>7.5966731141948589</c:v>
                </c:pt>
                <c:pt idx="378">
                  <c:v>7.5941871536453824</c:v>
                </c:pt>
                <c:pt idx="379">
                  <c:v>7.5919428346439926</c:v>
                </c:pt>
                <c:pt idx="380">
                  <c:v>7.5896365900002127</c:v>
                </c:pt>
                <c:pt idx="381">
                  <c:v>7.5952930144108395</c:v>
                </c:pt>
                <c:pt idx="382">
                  <c:v>7.5897980767596307</c:v>
                </c:pt>
                <c:pt idx="383">
                  <c:v>7.5877806338402767</c:v>
                </c:pt>
                <c:pt idx="384">
                  <c:v>7.5866683878046173</c:v>
                </c:pt>
                <c:pt idx="385">
                  <c:v>7.5827455504293608</c:v>
                </c:pt>
                <c:pt idx="386">
                  <c:v>7.588468598318622</c:v>
                </c:pt>
                <c:pt idx="387">
                  <c:v>7.5952721451928635</c:v>
                </c:pt>
                <c:pt idx="388">
                  <c:v>7.5992827198127877</c:v>
                </c:pt>
                <c:pt idx="389">
                  <c:v>7.5945039547084274</c:v>
                </c:pt>
                <c:pt idx="390">
                  <c:v>7.5890304585281214</c:v>
                </c:pt>
                <c:pt idx="391">
                  <c:v>7.5912027842573151</c:v>
                </c:pt>
                <c:pt idx="392">
                  <c:v>7.5939469611623549</c:v>
                </c:pt>
                <c:pt idx="393">
                  <c:v>7.5939974404894492</c:v>
                </c:pt>
                <c:pt idx="394">
                  <c:v>7.5985170500061381</c:v>
                </c:pt>
                <c:pt idx="395">
                  <c:v>7.597157418632638</c:v>
                </c:pt>
                <c:pt idx="396">
                  <c:v>7.5880543089844332</c:v>
                </c:pt>
                <c:pt idx="397">
                  <c:v>7.5886180250361441</c:v>
                </c:pt>
                <c:pt idx="398">
                  <c:v>7.5885229430759855</c:v>
                </c:pt>
                <c:pt idx="399">
                  <c:v>7.5950991513738781</c:v>
                </c:pt>
                <c:pt idx="400">
                  <c:v>7.5919786653853913</c:v>
                </c:pt>
                <c:pt idx="401">
                  <c:v>7.5917521822559513</c:v>
                </c:pt>
                <c:pt idx="402">
                  <c:v>7.589147968948855</c:v>
                </c:pt>
                <c:pt idx="403">
                  <c:v>7.5915195652119118</c:v>
                </c:pt>
                <c:pt idx="404">
                  <c:v>7.5995045327027348</c:v>
                </c:pt>
                <c:pt idx="405">
                  <c:v>7.5897376827107239</c:v>
                </c:pt>
                <c:pt idx="406">
                  <c:v>7.5849182699490019</c:v>
                </c:pt>
                <c:pt idx="407">
                  <c:v>7.5873231624511135</c:v>
                </c:pt>
                <c:pt idx="408">
                  <c:v>7.5893400724965865</c:v>
                </c:pt>
                <c:pt idx="409">
                  <c:v>7.6040992404140875</c:v>
                </c:pt>
                <c:pt idx="410">
                  <c:v>7.602590999961901</c:v>
                </c:pt>
                <c:pt idx="411">
                  <c:v>7.5940712506437382</c:v>
                </c:pt>
                <c:pt idx="412">
                  <c:v>7.5860007873194837</c:v>
                </c:pt>
                <c:pt idx="413">
                  <c:v>7.5755397516408225</c:v>
                </c:pt>
                <c:pt idx="414">
                  <c:v>7.588777549546144</c:v>
                </c:pt>
                <c:pt idx="415">
                  <c:v>7.5798887532268697</c:v>
                </c:pt>
                <c:pt idx="416">
                  <c:v>7.576832507028036</c:v>
                </c:pt>
                <c:pt idx="417">
                  <c:v>7.5847778526541916</c:v>
                </c:pt>
                <c:pt idx="418">
                  <c:v>7.5803874008532839</c:v>
                </c:pt>
                <c:pt idx="419">
                  <c:v>7.5724745370740267</c:v>
                </c:pt>
                <c:pt idx="420">
                  <c:v>7.5781270453643375</c:v>
                </c:pt>
                <c:pt idx="421">
                  <c:v>7.5824969245468816</c:v>
                </c:pt>
                <c:pt idx="422">
                  <c:v>7.5857408345156205</c:v>
                </c:pt>
                <c:pt idx="423">
                  <c:v>7.5949384329247582</c:v>
                </c:pt>
                <c:pt idx="424">
                  <c:v>7.5939641748319922</c:v>
                </c:pt>
                <c:pt idx="425">
                  <c:v>7.6127838530352872</c:v>
                </c:pt>
                <c:pt idx="426">
                  <c:v>7.585031116885423</c:v>
                </c:pt>
                <c:pt idx="427">
                  <c:v>7.5664772895452472</c:v>
                </c:pt>
                <c:pt idx="428">
                  <c:v>7.5683564642602086</c:v>
                </c:pt>
                <c:pt idx="429">
                  <c:v>7.5604471647034206</c:v>
                </c:pt>
                <c:pt idx="430">
                  <c:v>7.5580500868470475</c:v>
                </c:pt>
                <c:pt idx="431">
                  <c:v>7.5686261721750761</c:v>
                </c:pt>
                <c:pt idx="432">
                  <c:v>7.5759065096302303</c:v>
                </c:pt>
                <c:pt idx="433">
                  <c:v>7.5714588626994068</c:v>
                </c:pt>
                <c:pt idx="434">
                  <c:v>7.5629192303150887</c:v>
                </c:pt>
                <c:pt idx="435">
                  <c:v>7.5398296843917363</c:v>
                </c:pt>
                <c:pt idx="436">
                  <c:v>7.5444391440064109</c:v>
                </c:pt>
                <c:pt idx="437">
                  <c:v>7.5729701198377724</c:v>
                </c:pt>
                <c:pt idx="438">
                  <c:v>7.6591592494197238</c:v>
                </c:pt>
                <c:pt idx="439">
                  <c:v>7.5996502688915957</c:v>
                </c:pt>
                <c:pt idx="440">
                  <c:v>7.586112590292295</c:v>
                </c:pt>
                <c:pt idx="441">
                  <c:v>7.5591595068078625</c:v>
                </c:pt>
                <c:pt idx="442">
                  <c:v>7.5830966690730666</c:v>
                </c:pt>
                <c:pt idx="443">
                  <c:v>7.5724833814398913</c:v>
                </c:pt>
                <c:pt idx="444">
                  <c:v>7.567973723405772</c:v>
                </c:pt>
                <c:pt idx="445">
                  <c:v>7.5593847985117382</c:v>
                </c:pt>
                <c:pt idx="446">
                  <c:v>7.5450989390621785</c:v>
                </c:pt>
                <c:pt idx="447">
                  <c:v>7.5651920346092671</c:v>
                </c:pt>
                <c:pt idx="448">
                  <c:v>7.6067515849680065</c:v>
                </c:pt>
                <c:pt idx="449">
                  <c:v>7.6006643153721161</c:v>
                </c:pt>
                <c:pt idx="450">
                  <c:v>7.5833358573904546</c:v>
                </c:pt>
                <c:pt idx="451">
                  <c:v>7.5779978234481451</c:v>
                </c:pt>
                <c:pt idx="452">
                  <c:v>7.5775395049905949</c:v>
                </c:pt>
                <c:pt idx="453">
                  <c:v>7.5863500886621704</c:v>
                </c:pt>
                <c:pt idx="454">
                  <c:v>7.5781015746630978</c:v>
                </c:pt>
                <c:pt idx="455">
                  <c:v>7.599572424348942</c:v>
                </c:pt>
                <c:pt idx="456">
                  <c:v>7.6063751376389774</c:v>
                </c:pt>
                <c:pt idx="457">
                  <c:v>7.5883287415468104</c:v>
                </c:pt>
                <c:pt idx="458">
                  <c:v>7.5828488709883777</c:v>
                </c:pt>
                <c:pt idx="459">
                  <c:v>7.5830869784766675</c:v>
                </c:pt>
                <c:pt idx="460">
                  <c:v>7.6020823236657984</c:v>
                </c:pt>
                <c:pt idx="461">
                  <c:v>7.5979103933055647</c:v>
                </c:pt>
                <c:pt idx="462">
                  <c:v>7.591852603009146</c:v>
                </c:pt>
                <c:pt idx="463">
                  <c:v>7.6059041483454122</c:v>
                </c:pt>
                <c:pt idx="464">
                  <c:v>7.595861941902081</c:v>
                </c:pt>
                <c:pt idx="465">
                  <c:v>7.5946741496827581</c:v>
                </c:pt>
                <c:pt idx="466">
                  <c:v>7.5900096377446937</c:v>
                </c:pt>
                <c:pt idx="467">
                  <c:v>7.5852251332493026</c:v>
                </c:pt>
                <c:pt idx="468">
                  <c:v>7.5958686132987463</c:v>
                </c:pt>
                <c:pt idx="469">
                  <c:v>7.5957444172378628</c:v>
                </c:pt>
                <c:pt idx="470">
                  <c:v>7.5917717117485566</c:v>
                </c:pt>
                <c:pt idx="471">
                  <c:v>7.5911019680379699</c:v>
                </c:pt>
                <c:pt idx="472">
                  <c:v>7.6091686514598891</c:v>
                </c:pt>
                <c:pt idx="473">
                  <c:v>7.6118263884293729</c:v>
                </c:pt>
                <c:pt idx="474">
                  <c:v>7.6169322468756562</c:v>
                </c:pt>
                <c:pt idx="475">
                  <c:v>7.6043638625672276</c:v>
                </c:pt>
                <c:pt idx="476">
                  <c:v>7.5960502374124061</c:v>
                </c:pt>
                <c:pt idx="477">
                  <c:v>7.5955242247013466</c:v>
                </c:pt>
                <c:pt idx="478">
                  <c:v>7.5885863592571088</c:v>
                </c:pt>
                <c:pt idx="479">
                  <c:v>7.5946595580710001</c:v>
                </c:pt>
                <c:pt idx="480">
                  <c:v>7.5946211278937259</c:v>
                </c:pt>
                <c:pt idx="481">
                  <c:v>7.5964409772400243</c:v>
                </c:pt>
                <c:pt idx="482">
                  <c:v>7.5979439480219666</c:v>
                </c:pt>
                <c:pt idx="483">
                  <c:v>7.5843506101278582</c:v>
                </c:pt>
                <c:pt idx="484">
                  <c:v>7.5862354152083569</c:v>
                </c:pt>
                <c:pt idx="485">
                  <c:v>7.6003867030566123</c:v>
                </c:pt>
                <c:pt idx="486">
                  <c:v>7.6058191951782561</c:v>
                </c:pt>
                <c:pt idx="487">
                  <c:v>7.5985283283321046</c:v>
                </c:pt>
                <c:pt idx="488">
                  <c:v>7.5924157401051149</c:v>
                </c:pt>
                <c:pt idx="489">
                  <c:v>7.6008050249725478</c:v>
                </c:pt>
                <c:pt idx="490">
                  <c:v>7.5970916005392519</c:v>
                </c:pt>
                <c:pt idx="491">
                  <c:v>7.5996619436262964</c:v>
                </c:pt>
                <c:pt idx="492">
                  <c:v>7.5989355234685565</c:v>
                </c:pt>
                <c:pt idx="493">
                  <c:v>7.6026211624249589</c:v>
                </c:pt>
                <c:pt idx="494">
                  <c:v>7.5984546105510002</c:v>
                </c:pt>
                <c:pt idx="495">
                  <c:v>7.6003713922274487</c:v>
                </c:pt>
                <c:pt idx="496">
                  <c:v>7.5980567275113007</c:v>
                </c:pt>
                <c:pt idx="497">
                  <c:v>7.5951947896677749</c:v>
                </c:pt>
                <c:pt idx="498">
                  <c:v>7.6024417774708075</c:v>
                </c:pt>
                <c:pt idx="499">
                  <c:v>7.6015295565594814</c:v>
                </c:pt>
                <c:pt idx="500">
                  <c:v>7.5965164327262071</c:v>
                </c:pt>
                <c:pt idx="501">
                  <c:v>7.5913988567100388</c:v>
                </c:pt>
                <c:pt idx="502">
                  <c:v>7.5831743949287453</c:v>
                </c:pt>
                <c:pt idx="503">
                  <c:v>7.5898755236105888</c:v>
                </c:pt>
                <c:pt idx="504">
                  <c:v>7.5975326917120691</c:v>
                </c:pt>
                <c:pt idx="505">
                  <c:v>7.6017102252076505</c:v>
                </c:pt>
                <c:pt idx="506">
                  <c:v>7.5978590497341179</c:v>
                </c:pt>
                <c:pt idx="507">
                  <c:v>7.6032823288350109</c:v>
                </c:pt>
                <c:pt idx="508">
                  <c:v>7.6067478204989056</c:v>
                </c:pt>
                <c:pt idx="509">
                  <c:v>7.630092457170881</c:v>
                </c:pt>
                <c:pt idx="510">
                  <c:v>7.6494328197653498</c:v>
                </c:pt>
                <c:pt idx="511">
                  <c:v>7.6628708735185027</c:v>
                </c:pt>
                <c:pt idx="512">
                  <c:v>7.6725944343675794</c:v>
                </c:pt>
                <c:pt idx="513">
                  <c:v>7.6789283609984471</c:v>
                </c:pt>
                <c:pt idx="514">
                  <c:v>7.6881778249608361</c:v>
                </c:pt>
                <c:pt idx="515">
                  <c:v>7.68865824260312</c:v>
                </c:pt>
                <c:pt idx="516">
                  <c:v>7.6778852017263448</c:v>
                </c:pt>
                <c:pt idx="517">
                  <c:v>7.674059757107103</c:v>
                </c:pt>
                <c:pt idx="518">
                  <c:v>7.654373488984163</c:v>
                </c:pt>
                <c:pt idx="519">
                  <c:v>7.6370385553490134</c:v>
                </c:pt>
                <c:pt idx="520">
                  <c:v>7.631800384988308</c:v>
                </c:pt>
                <c:pt idx="521">
                  <c:v>7.6273129183026454</c:v>
                </c:pt>
                <c:pt idx="522">
                  <c:v>7.6317372310548652</c:v>
                </c:pt>
                <c:pt idx="523">
                  <c:v>7.6236675951094748</c:v>
                </c:pt>
                <c:pt idx="524">
                  <c:v>7.6207528570887746</c:v>
                </c:pt>
                <c:pt idx="525">
                  <c:v>7.6341962027152519</c:v>
                </c:pt>
                <c:pt idx="526">
                  <c:v>7.6325082593440738</c:v>
                </c:pt>
                <c:pt idx="527">
                  <c:v>7.6296361864236548</c:v>
                </c:pt>
                <c:pt idx="528">
                  <c:v>7.6383841657927087</c:v>
                </c:pt>
                <c:pt idx="529">
                  <c:v>7.6383010575756884</c:v>
                </c:pt>
                <c:pt idx="530">
                  <c:v>7.627816594716851</c:v>
                </c:pt>
                <c:pt idx="531">
                  <c:v>7.6337443524752535</c:v>
                </c:pt>
                <c:pt idx="532">
                  <c:v>7.6389107088640928</c:v>
                </c:pt>
                <c:pt idx="533">
                  <c:v>7.6306353014910595</c:v>
                </c:pt>
                <c:pt idx="534">
                  <c:v>7.6346623534134332</c:v>
                </c:pt>
                <c:pt idx="535">
                  <c:v>7.6488051881727142</c:v>
                </c:pt>
                <c:pt idx="536">
                  <c:v>7.6465765118684343</c:v>
                </c:pt>
                <c:pt idx="537">
                  <c:v>7.6373658940768445</c:v>
                </c:pt>
                <c:pt idx="538">
                  <c:v>7.6515189673877426</c:v>
                </c:pt>
                <c:pt idx="539">
                  <c:v>7.6608121504682476</c:v>
                </c:pt>
                <c:pt idx="540">
                  <c:v>7.6653301166429415</c:v>
                </c:pt>
                <c:pt idx="541">
                  <c:v>7.6876553002277133</c:v>
                </c:pt>
                <c:pt idx="542">
                  <c:v>7.7047922092149452</c:v>
                </c:pt>
                <c:pt idx="543">
                  <c:v>7.7184198052022222</c:v>
                </c:pt>
                <c:pt idx="544">
                  <c:v>7.7110776677824795</c:v>
                </c:pt>
                <c:pt idx="545">
                  <c:v>7.7147984345224412</c:v>
                </c:pt>
                <c:pt idx="546">
                  <c:v>7.7351931065236199</c:v>
                </c:pt>
                <c:pt idx="547">
                  <c:v>7.7636751819600081</c:v>
                </c:pt>
                <c:pt idx="548">
                  <c:v>7.7635544508361303</c:v>
                </c:pt>
                <c:pt idx="549">
                  <c:v>7.7616666294883796</c:v>
                </c:pt>
                <c:pt idx="550">
                  <c:v>7.7679506134363674</c:v>
                </c:pt>
                <c:pt idx="551">
                  <c:v>7.7598164377503034</c:v>
                </c:pt>
                <c:pt idx="552">
                  <c:v>7.7394477860812856</c:v>
                </c:pt>
                <c:pt idx="553">
                  <c:v>7.7484278303499012</c:v>
                </c:pt>
                <c:pt idx="554">
                  <c:v>7.72864858411321</c:v>
                </c:pt>
                <c:pt idx="555">
                  <c:v>7.7326547366549345</c:v>
                </c:pt>
                <c:pt idx="556">
                  <c:v>7.7283499870608834</c:v>
                </c:pt>
                <c:pt idx="557">
                  <c:v>7.7139505416894245</c:v>
                </c:pt>
                <c:pt idx="558">
                  <c:v>7.7123581536647938</c:v>
                </c:pt>
                <c:pt idx="559">
                  <c:v>7.6929605389664726</c:v>
                </c:pt>
                <c:pt idx="560">
                  <c:v>7.6728514873656204</c:v>
                </c:pt>
                <c:pt idx="561">
                  <c:v>7.6720703344726688</c:v>
                </c:pt>
                <c:pt idx="562">
                  <c:v>7.6465188710012466</c:v>
                </c:pt>
                <c:pt idx="563">
                  <c:v>7.618038888519191</c:v>
                </c:pt>
                <c:pt idx="564">
                  <c:v>7.6228057084721126</c:v>
                </c:pt>
                <c:pt idx="565">
                  <c:v>7.6222955454076109</c:v>
                </c:pt>
                <c:pt idx="566">
                  <c:v>7.5782545831979808</c:v>
                </c:pt>
                <c:pt idx="567">
                  <c:v>7.5749392547235281</c:v>
                </c:pt>
                <c:pt idx="568">
                  <c:v>7.6165485408156988</c:v>
                </c:pt>
                <c:pt idx="569">
                  <c:v>7.6009182227595007</c:v>
                </c:pt>
                <c:pt idx="570">
                  <c:v>7.518688955442788</c:v>
                </c:pt>
                <c:pt idx="571">
                  <c:v>7.49546697527862</c:v>
                </c:pt>
                <c:pt idx="572">
                  <c:v>7.5074888781512747</c:v>
                </c:pt>
                <c:pt idx="573">
                  <c:v>7.5658466148740953</c:v>
                </c:pt>
                <c:pt idx="574">
                  <c:v>7.5996301084178741</c:v>
                </c:pt>
                <c:pt idx="575">
                  <c:v>7.6082263427590657</c:v>
                </c:pt>
                <c:pt idx="576">
                  <c:v>7.6288736606566889</c:v>
                </c:pt>
                <c:pt idx="577">
                  <c:v>7.6145562929442718</c:v>
                </c:pt>
                <c:pt idx="578">
                  <c:v>7.5509812668086518</c:v>
                </c:pt>
                <c:pt idx="579">
                  <c:v>7.6228217164727008</c:v>
                </c:pt>
                <c:pt idx="580">
                  <c:v>7.5784667055438932</c:v>
                </c:pt>
                <c:pt idx="581">
                  <c:v>7.4387226030434643</c:v>
                </c:pt>
                <c:pt idx="582">
                  <c:v>7.1979701030807313</c:v>
                </c:pt>
                <c:pt idx="583">
                  <c:v>7.18026308606877</c:v>
                </c:pt>
                <c:pt idx="584">
                  <c:v>7.4959887425935214</c:v>
                </c:pt>
                <c:pt idx="585">
                  <c:v>7.6155707222707978</c:v>
                </c:pt>
                <c:pt idx="586">
                  <c:v>7.5258004958796985</c:v>
                </c:pt>
                <c:pt idx="587">
                  <c:v>7.4154331188181937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1251-45ED-B486-8EADCA04E34F}"/>
            </c:ext>
          </c:extLst>
        </c:ser>
        <c:ser>
          <c:idx val="3"/>
          <c:order val="3"/>
          <c:tx>
            <c:strRef>
              <c:f>'Fully separated 3%'!$E$1</c:f>
              <c:strCache>
                <c:ptCount val="1"/>
                <c:pt idx="0">
                  <c:v>3D_12/O-PTIR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3%'!$A$2:$A$589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3%'!$E$2:$E$589</c:f>
              <c:numCache>
                <c:formatCode>General</c:formatCode>
                <c:ptCount val="588"/>
                <c:pt idx="0">
                  <c:v>7.2861620735784935</c:v>
                </c:pt>
                <c:pt idx="1">
                  <c:v>7.3774326777847223</c:v>
                </c:pt>
                <c:pt idx="2">
                  <c:v>7.5426253623967137</c:v>
                </c:pt>
                <c:pt idx="3">
                  <c:v>7.546012602167476</c:v>
                </c:pt>
                <c:pt idx="4">
                  <c:v>7.4985971738712394</c:v>
                </c:pt>
                <c:pt idx="5">
                  <c:v>7.4593406648114975</c:v>
                </c:pt>
                <c:pt idx="6">
                  <c:v>7.4580129876889991</c:v>
                </c:pt>
                <c:pt idx="7">
                  <c:v>7.4863627129780328</c:v>
                </c:pt>
                <c:pt idx="8">
                  <c:v>7.4919633579864442</c:v>
                </c:pt>
                <c:pt idx="9">
                  <c:v>7.4893142636424015</c:v>
                </c:pt>
                <c:pt idx="10">
                  <c:v>7.488589028340825</c:v>
                </c:pt>
                <c:pt idx="11">
                  <c:v>7.5182871105192737</c:v>
                </c:pt>
                <c:pt idx="12">
                  <c:v>7.5315557512376055</c:v>
                </c:pt>
                <c:pt idx="13">
                  <c:v>7.5478365900136639</c:v>
                </c:pt>
                <c:pt idx="14">
                  <c:v>7.5554739784902143</c:v>
                </c:pt>
                <c:pt idx="15">
                  <c:v>7.5367930789592394</c:v>
                </c:pt>
                <c:pt idx="16">
                  <c:v>7.5331176922652725</c:v>
                </c:pt>
                <c:pt idx="17">
                  <c:v>7.5387175492626222</c:v>
                </c:pt>
                <c:pt idx="18">
                  <c:v>7.5245517321749835</c:v>
                </c:pt>
                <c:pt idx="19">
                  <c:v>7.5266777418307269</c:v>
                </c:pt>
                <c:pt idx="20">
                  <c:v>7.5350893253989017</c:v>
                </c:pt>
                <c:pt idx="21">
                  <c:v>7.5503162914378938</c:v>
                </c:pt>
                <c:pt idx="22">
                  <c:v>7.5487226090300945</c:v>
                </c:pt>
                <c:pt idx="23">
                  <c:v>7.546906736961378</c:v>
                </c:pt>
                <c:pt idx="24">
                  <c:v>7.5402002473088032</c:v>
                </c:pt>
                <c:pt idx="25">
                  <c:v>7.5424034673193701</c:v>
                </c:pt>
                <c:pt idx="26">
                  <c:v>7.5331250568546304</c:v>
                </c:pt>
                <c:pt idx="27">
                  <c:v>7.5284043698056085</c:v>
                </c:pt>
                <c:pt idx="28">
                  <c:v>7.5291935444719869</c:v>
                </c:pt>
                <c:pt idx="29">
                  <c:v>7.5365781802417846</c:v>
                </c:pt>
                <c:pt idx="30">
                  <c:v>7.5440665830756322</c:v>
                </c:pt>
                <c:pt idx="31">
                  <c:v>7.553039039040101</c:v>
                </c:pt>
                <c:pt idx="32">
                  <c:v>7.5713168156788226</c:v>
                </c:pt>
                <c:pt idx="33">
                  <c:v>7.5854977890913586</c:v>
                </c:pt>
                <c:pt idx="34">
                  <c:v>7.5930327361299454</c:v>
                </c:pt>
                <c:pt idx="35">
                  <c:v>7.5861461969967561</c:v>
                </c:pt>
                <c:pt idx="36">
                  <c:v>7.5792403184519141</c:v>
                </c:pt>
                <c:pt idx="37">
                  <c:v>7.5726024520429736</c:v>
                </c:pt>
                <c:pt idx="38">
                  <c:v>7.5778197628107336</c:v>
                </c:pt>
                <c:pt idx="39">
                  <c:v>7.5875621571341787</c:v>
                </c:pt>
                <c:pt idx="40">
                  <c:v>7.6012544458553037</c:v>
                </c:pt>
                <c:pt idx="41">
                  <c:v>7.6309374085318007</c:v>
                </c:pt>
                <c:pt idx="42">
                  <c:v>7.6681295274549539</c:v>
                </c:pt>
                <c:pt idx="43">
                  <c:v>7.7055971409367947</c:v>
                </c:pt>
                <c:pt idx="44">
                  <c:v>7.724192375564364</c:v>
                </c:pt>
                <c:pt idx="45">
                  <c:v>7.7410397574705225</c:v>
                </c:pt>
                <c:pt idx="46">
                  <c:v>7.7538332275189141</c:v>
                </c:pt>
                <c:pt idx="47">
                  <c:v>7.7510067275818368</c:v>
                </c:pt>
                <c:pt idx="48">
                  <c:v>7.7297036512809214</c:v>
                </c:pt>
                <c:pt idx="49">
                  <c:v>7.6810622471589189</c:v>
                </c:pt>
                <c:pt idx="50">
                  <c:v>7.6236361841010662</c:v>
                </c:pt>
                <c:pt idx="51">
                  <c:v>7.5822015461866989</c:v>
                </c:pt>
                <c:pt idx="52">
                  <c:v>7.5571298916780849</c:v>
                </c:pt>
                <c:pt idx="53">
                  <c:v>7.5484865739411848</c:v>
                </c:pt>
                <c:pt idx="54">
                  <c:v>7.5408729289007228</c:v>
                </c:pt>
                <c:pt idx="55">
                  <c:v>7.5400225250384256</c:v>
                </c:pt>
                <c:pt idx="56">
                  <c:v>7.5452832426958594</c:v>
                </c:pt>
                <c:pt idx="57">
                  <c:v>7.5514886162301886</c:v>
                </c:pt>
                <c:pt idx="58">
                  <c:v>7.5494762274590546</c:v>
                </c:pt>
                <c:pt idx="59">
                  <c:v>7.5532595937621814</c:v>
                </c:pt>
                <c:pt idx="60">
                  <c:v>7.5644905630741146</c:v>
                </c:pt>
                <c:pt idx="61">
                  <c:v>7.5820073419653395</c:v>
                </c:pt>
                <c:pt idx="62">
                  <c:v>7.5961613462516482</c:v>
                </c:pt>
                <c:pt idx="63">
                  <c:v>7.6109951168648395</c:v>
                </c:pt>
                <c:pt idx="64">
                  <c:v>7.6326692653651262</c:v>
                </c:pt>
                <c:pt idx="65">
                  <c:v>7.6477394540258743</c:v>
                </c:pt>
                <c:pt idx="66">
                  <c:v>7.6540982172273422</c:v>
                </c:pt>
                <c:pt idx="67">
                  <c:v>7.6612641394223999</c:v>
                </c:pt>
                <c:pt idx="68">
                  <c:v>7.6622842234234954</c:v>
                </c:pt>
                <c:pt idx="69">
                  <c:v>7.6521862225383313</c:v>
                </c:pt>
                <c:pt idx="70">
                  <c:v>7.6330283332838436</c:v>
                </c:pt>
                <c:pt idx="71">
                  <c:v>7.6086347954340967</c:v>
                </c:pt>
                <c:pt idx="72">
                  <c:v>7.5915993955616399</c:v>
                </c:pt>
                <c:pt idx="73">
                  <c:v>7.5720080707651025</c:v>
                </c:pt>
                <c:pt idx="74">
                  <c:v>7.5565947953445436</c:v>
                </c:pt>
                <c:pt idx="75">
                  <c:v>7.5480521957316968</c:v>
                </c:pt>
                <c:pt idx="76">
                  <c:v>7.5432263423466486</c:v>
                </c:pt>
                <c:pt idx="77">
                  <c:v>7.5360682118871312</c:v>
                </c:pt>
                <c:pt idx="78">
                  <c:v>7.5305153998865979</c:v>
                </c:pt>
                <c:pt idx="79">
                  <c:v>7.5297591302054689</c:v>
                </c:pt>
                <c:pt idx="80">
                  <c:v>7.5278551776480356</c:v>
                </c:pt>
                <c:pt idx="81">
                  <c:v>7.5246218136073111</c:v>
                </c:pt>
                <c:pt idx="82">
                  <c:v>7.5223044866492375</c:v>
                </c:pt>
                <c:pt idx="83">
                  <c:v>7.5192264786210101</c:v>
                </c:pt>
                <c:pt idx="84">
                  <c:v>7.5138231015031307</c:v>
                </c:pt>
                <c:pt idx="85">
                  <c:v>7.511731388740027</c:v>
                </c:pt>
                <c:pt idx="86">
                  <c:v>7.5109660090618622</c:v>
                </c:pt>
                <c:pt idx="87">
                  <c:v>7.5120564101621436</c:v>
                </c:pt>
                <c:pt idx="88">
                  <c:v>7.5140577152262953</c:v>
                </c:pt>
                <c:pt idx="89">
                  <c:v>7.5137558259793495</c:v>
                </c:pt>
                <c:pt idx="90">
                  <c:v>7.5132394798903119</c:v>
                </c:pt>
                <c:pt idx="91">
                  <c:v>7.5129194369306003</c:v>
                </c:pt>
                <c:pt idx="92">
                  <c:v>7.507759105990699</c:v>
                </c:pt>
                <c:pt idx="93">
                  <c:v>7.5040789838657762</c:v>
                </c:pt>
                <c:pt idx="94">
                  <c:v>7.5012139008450545</c:v>
                </c:pt>
                <c:pt idx="95">
                  <c:v>7.5016251026918344</c:v>
                </c:pt>
                <c:pt idx="96">
                  <c:v>7.4997434280172079</c:v>
                </c:pt>
                <c:pt idx="97">
                  <c:v>7.4965048351180386</c:v>
                </c:pt>
                <c:pt idx="98">
                  <c:v>7.4943494554799379</c:v>
                </c:pt>
                <c:pt idx="99">
                  <c:v>7.4924796009712304</c:v>
                </c:pt>
                <c:pt idx="100">
                  <c:v>7.4972661642720562</c:v>
                </c:pt>
                <c:pt idx="101">
                  <c:v>7.4992822647962267</c:v>
                </c:pt>
                <c:pt idx="102">
                  <c:v>7.4975222678669651</c:v>
                </c:pt>
                <c:pt idx="103">
                  <c:v>7.4983163399852666</c:v>
                </c:pt>
                <c:pt idx="104">
                  <c:v>7.5074334143909498</c:v>
                </c:pt>
                <c:pt idx="105">
                  <c:v>7.5114018822829909</c:v>
                </c:pt>
                <c:pt idx="106">
                  <c:v>7.5192557528637058</c:v>
                </c:pt>
                <c:pt idx="107">
                  <c:v>7.5369602993251918</c:v>
                </c:pt>
                <c:pt idx="108">
                  <c:v>7.5649660651505748</c:v>
                </c:pt>
                <c:pt idx="109">
                  <c:v>7.5993019901123615</c:v>
                </c:pt>
                <c:pt idx="110">
                  <c:v>7.615979809713151</c:v>
                </c:pt>
                <c:pt idx="111">
                  <c:v>7.6004366082071462</c:v>
                </c:pt>
                <c:pt idx="112">
                  <c:v>7.5706694682742919</c:v>
                </c:pt>
                <c:pt idx="113">
                  <c:v>7.5533258750663999</c:v>
                </c:pt>
                <c:pt idx="114">
                  <c:v>7.5444585412504201</c:v>
                </c:pt>
                <c:pt idx="115">
                  <c:v>7.5365833943710507</c:v>
                </c:pt>
                <c:pt idx="116">
                  <c:v>7.5355025966952915</c:v>
                </c:pt>
                <c:pt idx="117">
                  <c:v>7.54105856074007</c:v>
                </c:pt>
                <c:pt idx="118">
                  <c:v>7.5447941897749811</c:v>
                </c:pt>
                <c:pt idx="119">
                  <c:v>7.5533799164231059</c:v>
                </c:pt>
                <c:pt idx="120">
                  <c:v>7.5719014756987404</c:v>
                </c:pt>
                <c:pt idx="121">
                  <c:v>7.593597703237922</c:v>
                </c:pt>
                <c:pt idx="122">
                  <c:v>7.6240408388279066</c:v>
                </c:pt>
                <c:pt idx="123">
                  <c:v>7.6467681825230409</c:v>
                </c:pt>
                <c:pt idx="124">
                  <c:v>7.6470815899877413</c:v>
                </c:pt>
                <c:pt idx="125">
                  <c:v>7.6222553972424159</c:v>
                </c:pt>
                <c:pt idx="126">
                  <c:v>7.6025745337684691</c:v>
                </c:pt>
                <c:pt idx="127">
                  <c:v>7.5911178692510841</c:v>
                </c:pt>
                <c:pt idx="128">
                  <c:v>7.5784433225916388</c:v>
                </c:pt>
                <c:pt idx="129">
                  <c:v>7.5655876954090688</c:v>
                </c:pt>
                <c:pt idx="130">
                  <c:v>7.5612025685095352</c:v>
                </c:pt>
                <c:pt idx="131">
                  <c:v>7.5512317982701118</c:v>
                </c:pt>
                <c:pt idx="132">
                  <c:v>7.5421160863134595</c:v>
                </c:pt>
                <c:pt idx="133">
                  <c:v>7.5379134539382058</c:v>
                </c:pt>
                <c:pt idx="134">
                  <c:v>7.5293472139935211</c:v>
                </c:pt>
                <c:pt idx="135">
                  <c:v>7.5298322311194328</c:v>
                </c:pt>
                <c:pt idx="136">
                  <c:v>7.5202276650858142</c:v>
                </c:pt>
                <c:pt idx="137">
                  <c:v>7.5197613098293346</c:v>
                </c:pt>
                <c:pt idx="138">
                  <c:v>7.5092206676654234</c:v>
                </c:pt>
                <c:pt idx="139">
                  <c:v>7.5022098142638791</c:v>
                </c:pt>
                <c:pt idx="140">
                  <c:v>7.4957853000086256</c:v>
                </c:pt>
                <c:pt idx="141">
                  <c:v>7.4898765132169052</c:v>
                </c:pt>
                <c:pt idx="142">
                  <c:v>7.4941385483699161</c:v>
                </c:pt>
                <c:pt idx="143">
                  <c:v>7.4821404907950892</c:v>
                </c:pt>
                <c:pt idx="144">
                  <c:v>7.4812183116449127</c:v>
                </c:pt>
                <c:pt idx="145">
                  <c:v>7.4799800148611526</c:v>
                </c:pt>
                <c:pt idx="146">
                  <c:v>7.4743904020075993</c:v>
                </c:pt>
                <c:pt idx="147">
                  <c:v>7.4686065186513826</c:v>
                </c:pt>
                <c:pt idx="148">
                  <c:v>7.4541071850878025</c:v>
                </c:pt>
                <c:pt idx="149">
                  <c:v>7.4516017849290108</c:v>
                </c:pt>
                <c:pt idx="150">
                  <c:v>7.4552523934620831</c:v>
                </c:pt>
                <c:pt idx="151">
                  <c:v>7.4605935103415337</c:v>
                </c:pt>
                <c:pt idx="152">
                  <c:v>7.4554872060291597</c:v>
                </c:pt>
                <c:pt idx="153">
                  <c:v>7.453376349016021</c:v>
                </c:pt>
                <c:pt idx="154">
                  <c:v>7.4593828270855695</c:v>
                </c:pt>
                <c:pt idx="155">
                  <c:v>7.4583362710680285</c:v>
                </c:pt>
                <c:pt idx="156">
                  <c:v>7.4605101542368901</c:v>
                </c:pt>
                <c:pt idx="157">
                  <c:v>7.4661670941663498</c:v>
                </c:pt>
                <c:pt idx="158">
                  <c:v>7.460443077557021</c:v>
                </c:pt>
                <c:pt idx="159">
                  <c:v>7.4571612618829128</c:v>
                </c:pt>
                <c:pt idx="160">
                  <c:v>7.4545334990719443</c:v>
                </c:pt>
                <c:pt idx="161">
                  <c:v>7.4502742109107629</c:v>
                </c:pt>
                <c:pt idx="162">
                  <c:v>7.4508794991454721</c:v>
                </c:pt>
                <c:pt idx="163">
                  <c:v>7.4530417646746221</c:v>
                </c:pt>
                <c:pt idx="164">
                  <c:v>7.4528947232835092</c:v>
                </c:pt>
                <c:pt idx="165">
                  <c:v>7.4525334643994574</c:v>
                </c:pt>
                <c:pt idx="166">
                  <c:v>7.4599431618668399</c:v>
                </c:pt>
                <c:pt idx="167">
                  <c:v>7.4651803275675084</c:v>
                </c:pt>
                <c:pt idx="168">
                  <c:v>7.4641643309135066</c:v>
                </c:pt>
                <c:pt idx="169">
                  <c:v>7.469936357280857</c:v>
                </c:pt>
                <c:pt idx="170">
                  <c:v>7.4758500488890904</c:v>
                </c:pt>
                <c:pt idx="171">
                  <c:v>7.4764298924675696</c:v>
                </c:pt>
                <c:pt idx="172">
                  <c:v>7.4804628741623818</c:v>
                </c:pt>
                <c:pt idx="173">
                  <c:v>7.4827340472389512</c:v>
                </c:pt>
                <c:pt idx="174">
                  <c:v>7.4851730151194431</c:v>
                </c:pt>
                <c:pt idx="175">
                  <c:v>7.4882977146441974</c:v>
                </c:pt>
                <c:pt idx="176">
                  <c:v>7.4917895831359624</c:v>
                </c:pt>
                <c:pt idx="177">
                  <c:v>7.4941661582154184</c:v>
                </c:pt>
                <c:pt idx="178">
                  <c:v>7.4981231299834707</c:v>
                </c:pt>
                <c:pt idx="179">
                  <c:v>7.5071763607640136</c:v>
                </c:pt>
                <c:pt idx="180">
                  <c:v>7.5097924396539666</c:v>
                </c:pt>
                <c:pt idx="181">
                  <c:v>7.5138784979442788</c:v>
                </c:pt>
                <c:pt idx="182">
                  <c:v>7.5226267758087033</c:v>
                </c:pt>
                <c:pt idx="183">
                  <c:v>7.5324668245870301</c:v>
                </c:pt>
                <c:pt idx="184">
                  <c:v>7.5372743106862199</c:v>
                </c:pt>
                <c:pt idx="185">
                  <c:v>7.5424962464160972</c:v>
                </c:pt>
                <c:pt idx="186">
                  <c:v>7.5505629315354783</c:v>
                </c:pt>
                <c:pt idx="187">
                  <c:v>7.5560168665592977</c:v>
                </c:pt>
                <c:pt idx="188">
                  <c:v>7.5578494415166775</c:v>
                </c:pt>
                <c:pt idx="189">
                  <c:v>7.5583382734998752</c:v>
                </c:pt>
                <c:pt idx="190">
                  <c:v>7.555325287431085</c:v>
                </c:pt>
                <c:pt idx="191">
                  <c:v>7.5459628322725978</c:v>
                </c:pt>
                <c:pt idx="192">
                  <c:v>7.541443993888687</c:v>
                </c:pt>
                <c:pt idx="193">
                  <c:v>7.5457433233222062</c:v>
                </c:pt>
                <c:pt idx="194">
                  <c:v>7.5552026375599253</c:v>
                </c:pt>
                <c:pt idx="195">
                  <c:v>7.5648360065025209</c:v>
                </c:pt>
                <c:pt idx="196">
                  <c:v>7.5681028794248224</c:v>
                </c:pt>
                <c:pt idx="197">
                  <c:v>7.5653833722419321</c:v>
                </c:pt>
                <c:pt idx="198">
                  <c:v>7.5609278545973186</c:v>
                </c:pt>
                <c:pt idx="199">
                  <c:v>7.5491902604543002</c:v>
                </c:pt>
                <c:pt idx="200">
                  <c:v>7.5367638562686681</c:v>
                </c:pt>
                <c:pt idx="201">
                  <c:v>7.5325919489602144</c:v>
                </c:pt>
                <c:pt idx="202">
                  <c:v>7.5311662381064837</c:v>
                </c:pt>
                <c:pt idx="203">
                  <c:v>7.5347346320462627</c:v>
                </c:pt>
                <c:pt idx="204">
                  <c:v>7.544625275553476</c:v>
                </c:pt>
                <c:pt idx="205">
                  <c:v>7.5520361145322088</c:v>
                </c:pt>
                <c:pt idx="206">
                  <c:v>7.557718204534325</c:v>
                </c:pt>
                <c:pt idx="207">
                  <c:v>7.5588877602410216</c:v>
                </c:pt>
                <c:pt idx="208">
                  <c:v>7.5596477122168295</c:v>
                </c:pt>
                <c:pt idx="209">
                  <c:v>7.5602558063600833</c:v>
                </c:pt>
                <c:pt idx="210">
                  <c:v>7.5655040778615028</c:v>
                </c:pt>
                <c:pt idx="211">
                  <c:v>7.5704246545948681</c:v>
                </c:pt>
                <c:pt idx="212">
                  <c:v>7.5751432501005125</c:v>
                </c:pt>
                <c:pt idx="213">
                  <c:v>7.5779160327228148</c:v>
                </c:pt>
                <c:pt idx="214">
                  <c:v>7.5824816362491463</c:v>
                </c:pt>
                <c:pt idx="215">
                  <c:v>7.5808344280058959</c:v>
                </c:pt>
                <c:pt idx="216">
                  <c:v>7.5857764798818277</c:v>
                </c:pt>
                <c:pt idx="217">
                  <c:v>7.5901394540965743</c:v>
                </c:pt>
                <c:pt idx="218">
                  <c:v>7.5908884622925958</c:v>
                </c:pt>
                <c:pt idx="219">
                  <c:v>7.5894336318525442</c:v>
                </c:pt>
                <c:pt idx="220">
                  <c:v>7.5813388876477106</c:v>
                </c:pt>
                <c:pt idx="221">
                  <c:v>7.5716886096079499</c:v>
                </c:pt>
                <c:pt idx="222">
                  <c:v>7.5616060596312575</c:v>
                </c:pt>
                <c:pt idx="223">
                  <c:v>7.5569715677360767</c:v>
                </c:pt>
                <c:pt idx="224">
                  <c:v>7.5445638401490553</c:v>
                </c:pt>
                <c:pt idx="225">
                  <c:v>7.5282958157584776</c:v>
                </c:pt>
                <c:pt idx="226">
                  <c:v>7.5070498665772085</c:v>
                </c:pt>
                <c:pt idx="227">
                  <c:v>7.4916887619076578</c:v>
                </c:pt>
                <c:pt idx="228">
                  <c:v>7.4779190787169734</c:v>
                </c:pt>
                <c:pt idx="229">
                  <c:v>7.464820294887585</c:v>
                </c:pt>
                <c:pt idx="230">
                  <c:v>7.4553533104300502</c:v>
                </c:pt>
                <c:pt idx="231">
                  <c:v>7.4510800074553218</c:v>
                </c:pt>
                <c:pt idx="232">
                  <c:v>7.4441494280777745</c:v>
                </c:pt>
                <c:pt idx="233">
                  <c:v>7.442628529906596</c:v>
                </c:pt>
                <c:pt idx="234">
                  <c:v>7.4378382327589661</c:v>
                </c:pt>
                <c:pt idx="235">
                  <c:v>7.4354241829665657</c:v>
                </c:pt>
                <c:pt idx="236">
                  <c:v>7.436693237957777</c:v>
                </c:pt>
                <c:pt idx="237">
                  <c:v>7.4390958100376645</c:v>
                </c:pt>
                <c:pt idx="238">
                  <c:v>7.4404604942216848</c:v>
                </c:pt>
                <c:pt idx="239">
                  <c:v>7.4434321391681149</c:v>
                </c:pt>
                <c:pt idx="240">
                  <c:v>7.4459203393284632</c:v>
                </c:pt>
                <c:pt idx="241">
                  <c:v>7.4491038671930054</c:v>
                </c:pt>
                <c:pt idx="242">
                  <c:v>7.4639864613513422</c:v>
                </c:pt>
                <c:pt idx="243">
                  <c:v>7.4789800140952352</c:v>
                </c:pt>
                <c:pt idx="244">
                  <c:v>7.4841660916395298</c:v>
                </c:pt>
                <c:pt idx="245">
                  <c:v>7.4860913941415106</c:v>
                </c:pt>
                <c:pt idx="246">
                  <c:v>7.4861941890797636</c:v>
                </c:pt>
                <c:pt idx="247">
                  <c:v>7.490765102475021</c:v>
                </c:pt>
                <c:pt idx="248">
                  <c:v>7.5060136983129553</c:v>
                </c:pt>
                <c:pt idx="249">
                  <c:v>7.5449432637927574</c:v>
                </c:pt>
                <c:pt idx="250">
                  <c:v>7.5964609524758933</c:v>
                </c:pt>
                <c:pt idx="251">
                  <c:v>7.6948623976557755</c:v>
                </c:pt>
                <c:pt idx="252">
                  <c:v>7.7478152091378414</c:v>
                </c:pt>
                <c:pt idx="253">
                  <c:v>7.7943113083799851</c:v>
                </c:pt>
                <c:pt idx="254">
                  <c:v>7.8550683162875501</c:v>
                </c:pt>
                <c:pt idx="255">
                  <c:v>7.9374411009601546</c:v>
                </c:pt>
                <c:pt idx="256">
                  <c:v>8.0450546016546642</c:v>
                </c:pt>
                <c:pt idx="257">
                  <c:v>8.1664671628868089</c:v>
                </c:pt>
                <c:pt idx="258">
                  <c:v>8.284742350135911</c:v>
                </c:pt>
                <c:pt idx="259">
                  <c:v>8.4</c:v>
                </c:pt>
                <c:pt idx="260">
                  <c:v>8.2403119003751382</c:v>
                </c:pt>
                <c:pt idx="261">
                  <c:v>7.9413339639778506</c:v>
                </c:pt>
                <c:pt idx="262">
                  <c:v>7.6723942433184922</c:v>
                </c:pt>
                <c:pt idx="263">
                  <c:v>7.5736360427009499</c:v>
                </c:pt>
                <c:pt idx="264">
                  <c:v>7.5287627159945689</c:v>
                </c:pt>
                <c:pt idx="265">
                  <c:v>7.4972420526064996</c:v>
                </c:pt>
                <c:pt idx="266">
                  <c:v>7.4939943865332417</c:v>
                </c:pt>
                <c:pt idx="267">
                  <c:v>7.4884355429340248</c:v>
                </c:pt>
                <c:pt idx="268">
                  <c:v>7.4797266877164308</c:v>
                </c:pt>
                <c:pt idx="269">
                  <c:v>7.5071025896724191</c:v>
                </c:pt>
                <c:pt idx="270">
                  <c:v>7.5576269278138275</c:v>
                </c:pt>
                <c:pt idx="271">
                  <c:v>7.6048767044016445</c:v>
                </c:pt>
                <c:pt idx="272">
                  <c:v>7.5885347395339169</c:v>
                </c:pt>
                <c:pt idx="273">
                  <c:v>7.5583553446180058</c:v>
                </c:pt>
                <c:pt idx="274">
                  <c:v>7.5694377996209541</c:v>
                </c:pt>
                <c:pt idx="275">
                  <c:v>7.630764016639966</c:v>
                </c:pt>
                <c:pt idx="276">
                  <c:v>7.7518537437330295</c:v>
                </c:pt>
                <c:pt idx="277">
                  <c:v>7.9809680628985431</c:v>
                </c:pt>
                <c:pt idx="278">
                  <c:v>8.4084442970741051</c:v>
                </c:pt>
                <c:pt idx="279">
                  <c:v>8.4959347938079954</c:v>
                </c:pt>
                <c:pt idx="280">
                  <c:v>8.3291869399082543</c:v>
                </c:pt>
                <c:pt idx="281">
                  <c:v>7.973571894181811</c:v>
                </c:pt>
                <c:pt idx="282">
                  <c:v>7.6779856457672588</c:v>
                </c:pt>
                <c:pt idx="283">
                  <c:v>7.552208504839891</c:v>
                </c:pt>
                <c:pt idx="284">
                  <c:v>7.4966510443105543</c:v>
                </c:pt>
                <c:pt idx="285">
                  <c:v>7.4562882045437515</c:v>
                </c:pt>
                <c:pt idx="286">
                  <c:v>7.4419631466227294</c:v>
                </c:pt>
                <c:pt idx="287">
                  <c:v>7.5050207380944647</c:v>
                </c:pt>
                <c:pt idx="288">
                  <c:v>7.5137913822167679</c:v>
                </c:pt>
                <c:pt idx="289">
                  <c:v>7.4841650237740733</c:v>
                </c:pt>
                <c:pt idx="290">
                  <c:v>7.4445516672193062</c:v>
                </c:pt>
                <c:pt idx="291">
                  <c:v>7.4101024085918956</c:v>
                </c:pt>
                <c:pt idx="292">
                  <c:v>7.3971283254416607</c:v>
                </c:pt>
                <c:pt idx="293">
                  <c:v>7.3886880754395543</c:v>
                </c:pt>
                <c:pt idx="294">
                  <c:v>7.3895100409400474</c:v>
                </c:pt>
                <c:pt idx="295">
                  <c:v>7.3910049945834926</c:v>
                </c:pt>
                <c:pt idx="296">
                  <c:v>7.4072457239647633</c:v>
                </c:pt>
                <c:pt idx="297">
                  <c:v>7.4214195528050491</c:v>
                </c:pt>
                <c:pt idx="298">
                  <c:v>7.4250574261219748</c:v>
                </c:pt>
                <c:pt idx="299">
                  <c:v>7.4172323547679415</c:v>
                </c:pt>
                <c:pt idx="300">
                  <c:v>7.4228213618840204</c:v>
                </c:pt>
                <c:pt idx="301">
                  <c:v>7.4298765924598866</c:v>
                </c:pt>
                <c:pt idx="302">
                  <c:v>7.4231031678957873</c:v>
                </c:pt>
                <c:pt idx="303">
                  <c:v>7.4077431154419413</c:v>
                </c:pt>
                <c:pt idx="304">
                  <c:v>7.4250793468221978</c:v>
                </c:pt>
                <c:pt idx="305">
                  <c:v>7.4292895352661317</c:v>
                </c:pt>
                <c:pt idx="306">
                  <c:v>7.4313496944461335</c:v>
                </c:pt>
                <c:pt idx="307">
                  <c:v>7.4369118189699099</c:v>
                </c:pt>
                <c:pt idx="308">
                  <c:v>7.4387275805697861</c:v>
                </c:pt>
                <c:pt idx="309">
                  <c:v>7.4276362144137158</c:v>
                </c:pt>
                <c:pt idx="310">
                  <c:v>7.4217284918051565</c:v>
                </c:pt>
                <c:pt idx="311">
                  <c:v>7.4065619770773328</c:v>
                </c:pt>
                <c:pt idx="312">
                  <c:v>7.3849428254892215</c:v>
                </c:pt>
                <c:pt idx="313">
                  <c:v>7.4064355878359258</c:v>
                </c:pt>
                <c:pt idx="314">
                  <c:v>7.4165733123955118</c:v>
                </c:pt>
                <c:pt idx="315">
                  <c:v>7.4194805411199791</c:v>
                </c:pt>
                <c:pt idx="316">
                  <c:v>7.424254636171022</c:v>
                </c:pt>
                <c:pt idx="317">
                  <c:v>7.4351713271555626</c:v>
                </c:pt>
                <c:pt idx="318">
                  <c:v>7.4596550738603504</c:v>
                </c:pt>
                <c:pt idx="319">
                  <c:v>7.4757544786129966</c:v>
                </c:pt>
                <c:pt idx="320">
                  <c:v>7.483896363554309</c:v>
                </c:pt>
                <c:pt idx="321">
                  <c:v>7.5425494776679729</c:v>
                </c:pt>
                <c:pt idx="322">
                  <c:v>7.603257584702205</c:v>
                </c:pt>
                <c:pt idx="323">
                  <c:v>7.6432664823044831</c:v>
                </c:pt>
                <c:pt idx="324">
                  <c:v>7.6366487506828458</c:v>
                </c:pt>
                <c:pt idx="325">
                  <c:v>7.5945517857891947</c:v>
                </c:pt>
                <c:pt idx="326">
                  <c:v>7.5561823930696974</c:v>
                </c:pt>
                <c:pt idx="327">
                  <c:v>7.5414930125954509</c:v>
                </c:pt>
                <c:pt idx="328">
                  <c:v>7.5626305623859666</c:v>
                </c:pt>
                <c:pt idx="329">
                  <c:v>7.6061561397815565</c:v>
                </c:pt>
                <c:pt idx="330">
                  <c:v>7.6784273149202109</c:v>
                </c:pt>
                <c:pt idx="331">
                  <c:v>7.7482880452329548</c:v>
                </c:pt>
                <c:pt idx="332">
                  <c:v>7.7892010787414829</c:v>
                </c:pt>
                <c:pt idx="333">
                  <c:v>7.791910010374056</c:v>
                </c:pt>
                <c:pt idx="334">
                  <c:v>7.7746077619708167</c:v>
                </c:pt>
                <c:pt idx="335">
                  <c:v>7.7184966021552208</c:v>
                </c:pt>
                <c:pt idx="336">
                  <c:v>7.6366237405373871</c:v>
                </c:pt>
                <c:pt idx="337">
                  <c:v>7.5639511216328508</c:v>
                </c:pt>
                <c:pt idx="338">
                  <c:v>7.5172828456561183</c:v>
                </c:pt>
                <c:pt idx="339">
                  <c:v>7.4845099001290984</c:v>
                </c:pt>
                <c:pt idx="340">
                  <c:v>7.4642532877883561</c:v>
                </c:pt>
                <c:pt idx="341">
                  <c:v>7.4453124329822371</c:v>
                </c:pt>
                <c:pt idx="342">
                  <c:v>7.4399565501011251</c:v>
                </c:pt>
                <c:pt idx="343">
                  <c:v>7.4330385273484323</c:v>
                </c:pt>
                <c:pt idx="344">
                  <c:v>7.4232205907496516</c:v>
                </c:pt>
                <c:pt idx="345">
                  <c:v>7.4214503220593846</c:v>
                </c:pt>
                <c:pt idx="346">
                  <c:v>7.4202179721815309</c:v>
                </c:pt>
                <c:pt idx="347">
                  <c:v>7.418543411853407</c:v>
                </c:pt>
                <c:pt idx="348">
                  <c:v>7.4203567523445324</c:v>
                </c:pt>
                <c:pt idx="349">
                  <c:v>7.4200748229758933</c:v>
                </c:pt>
                <c:pt idx="350">
                  <c:v>7.4202239356577628</c:v>
                </c:pt>
                <c:pt idx="351">
                  <c:v>7.4185262284252884</c:v>
                </c:pt>
                <c:pt idx="352">
                  <c:v>7.4153503689394142</c:v>
                </c:pt>
                <c:pt idx="353">
                  <c:v>7.419338862991065</c:v>
                </c:pt>
                <c:pt idx="354">
                  <c:v>7.41842974862241</c:v>
                </c:pt>
                <c:pt idx="355">
                  <c:v>7.4160057897750278</c:v>
                </c:pt>
                <c:pt idx="356">
                  <c:v>7.4165687003214265</c:v>
                </c:pt>
                <c:pt idx="357">
                  <c:v>7.4168995673863467</c:v>
                </c:pt>
                <c:pt idx="358">
                  <c:v>7.411693856767398</c:v>
                </c:pt>
                <c:pt idx="359">
                  <c:v>7.4120043285226664</c:v>
                </c:pt>
                <c:pt idx="360">
                  <c:v>7.4198763123109073</c:v>
                </c:pt>
                <c:pt idx="361">
                  <c:v>7.4277524791859033</c:v>
                </c:pt>
                <c:pt idx="362">
                  <c:v>7.4345511882264139</c:v>
                </c:pt>
                <c:pt idx="363">
                  <c:v>7.4348235344231517</c:v>
                </c:pt>
                <c:pt idx="364">
                  <c:v>7.4398129921607783</c:v>
                </c:pt>
                <c:pt idx="365">
                  <c:v>7.4431527892468985</c:v>
                </c:pt>
                <c:pt idx="366">
                  <c:v>7.4442625923578429</c:v>
                </c:pt>
                <c:pt idx="367">
                  <c:v>7.4465395503193523</c:v>
                </c:pt>
                <c:pt idx="368">
                  <c:v>7.4427571561420205</c:v>
                </c:pt>
                <c:pt idx="369">
                  <c:v>7.4421680368632463</c:v>
                </c:pt>
                <c:pt idx="370">
                  <c:v>7.4367286027158723</c:v>
                </c:pt>
                <c:pt idx="371">
                  <c:v>7.4404508502919207</c:v>
                </c:pt>
                <c:pt idx="372">
                  <c:v>7.435161105105534</c:v>
                </c:pt>
                <c:pt idx="373">
                  <c:v>7.4317028854225438</c:v>
                </c:pt>
                <c:pt idx="374">
                  <c:v>7.4249181709429601</c:v>
                </c:pt>
                <c:pt idx="375">
                  <c:v>7.4303966613488441</c:v>
                </c:pt>
                <c:pt idx="376">
                  <c:v>7.434817377626449</c:v>
                </c:pt>
                <c:pt idx="377">
                  <c:v>7.4374069587238925</c:v>
                </c:pt>
                <c:pt idx="378">
                  <c:v>7.4360175737071676</c:v>
                </c:pt>
                <c:pt idx="379">
                  <c:v>7.432632193495218</c:v>
                </c:pt>
                <c:pt idx="380">
                  <c:v>7.4268498438147352</c:v>
                </c:pt>
                <c:pt idx="381">
                  <c:v>7.4274036682990134</c:v>
                </c:pt>
                <c:pt idx="382">
                  <c:v>7.4270909273296501</c:v>
                </c:pt>
                <c:pt idx="383">
                  <c:v>7.4484367863712917</c:v>
                </c:pt>
                <c:pt idx="384">
                  <c:v>7.4517585733541383</c:v>
                </c:pt>
                <c:pt idx="385">
                  <c:v>7.4430306254386354</c:v>
                </c:pt>
                <c:pt idx="386">
                  <c:v>7.4370797978885665</c:v>
                </c:pt>
                <c:pt idx="387">
                  <c:v>7.4313570369417237</c:v>
                </c:pt>
                <c:pt idx="388">
                  <c:v>7.424680070086735</c:v>
                </c:pt>
                <c:pt idx="389">
                  <c:v>7.4197958854716806</c:v>
                </c:pt>
                <c:pt idx="390">
                  <c:v>7.4096911441461062</c:v>
                </c:pt>
                <c:pt idx="391">
                  <c:v>7.4014452381774856</c:v>
                </c:pt>
                <c:pt idx="392">
                  <c:v>7.4114101700236237</c:v>
                </c:pt>
                <c:pt idx="393">
                  <c:v>7.4166315129040568</c:v>
                </c:pt>
                <c:pt idx="394">
                  <c:v>7.4169826528423313</c:v>
                </c:pt>
                <c:pt idx="395">
                  <c:v>7.4214164154899827</c:v>
                </c:pt>
                <c:pt idx="396">
                  <c:v>7.4232776810463514</c:v>
                </c:pt>
                <c:pt idx="397">
                  <c:v>7.4216135268829904</c:v>
                </c:pt>
                <c:pt idx="398">
                  <c:v>7.4216197738959133</c:v>
                </c:pt>
                <c:pt idx="399">
                  <c:v>7.4177097550673095</c:v>
                </c:pt>
                <c:pt idx="400">
                  <c:v>7.4308968495288319</c:v>
                </c:pt>
                <c:pt idx="401">
                  <c:v>7.4323359676174885</c:v>
                </c:pt>
                <c:pt idx="402">
                  <c:v>7.4391921351841672</c:v>
                </c:pt>
                <c:pt idx="403">
                  <c:v>7.4437698497776958</c:v>
                </c:pt>
                <c:pt idx="404">
                  <c:v>7.4397644595169119</c:v>
                </c:pt>
                <c:pt idx="405">
                  <c:v>7.438680863297197</c:v>
                </c:pt>
                <c:pt idx="406">
                  <c:v>7.4373296931346475</c:v>
                </c:pt>
                <c:pt idx="407">
                  <c:v>7.4364330948856052</c:v>
                </c:pt>
                <c:pt idx="408">
                  <c:v>7.4375314939299288</c:v>
                </c:pt>
                <c:pt idx="409">
                  <c:v>7.428849311413841</c:v>
                </c:pt>
                <c:pt idx="410">
                  <c:v>7.4186959987803069</c:v>
                </c:pt>
                <c:pt idx="411">
                  <c:v>7.4174281497406023</c:v>
                </c:pt>
                <c:pt idx="412">
                  <c:v>7.417711272172717</c:v>
                </c:pt>
                <c:pt idx="413">
                  <c:v>7.4176638644698745</c:v>
                </c:pt>
                <c:pt idx="414">
                  <c:v>7.4129021640227206</c:v>
                </c:pt>
                <c:pt idx="415">
                  <c:v>7.4063870791269748</c:v>
                </c:pt>
                <c:pt idx="416">
                  <c:v>7.4111930389150205</c:v>
                </c:pt>
                <c:pt idx="417">
                  <c:v>7.4112920751509801</c:v>
                </c:pt>
                <c:pt idx="418">
                  <c:v>7.4028630984940333</c:v>
                </c:pt>
                <c:pt idx="419">
                  <c:v>7.4032225288886329</c:v>
                </c:pt>
                <c:pt idx="420">
                  <c:v>7.3986588789347012</c:v>
                </c:pt>
                <c:pt idx="421">
                  <c:v>7.4015711934834787</c:v>
                </c:pt>
                <c:pt idx="422">
                  <c:v>7.398374324780387</c:v>
                </c:pt>
                <c:pt idx="423">
                  <c:v>7.4051741087057286</c:v>
                </c:pt>
                <c:pt idx="424">
                  <c:v>7.3931445343707454</c:v>
                </c:pt>
                <c:pt idx="425">
                  <c:v>7.3902610274488856</c:v>
                </c:pt>
                <c:pt idx="426">
                  <c:v>7.3994478444582494</c:v>
                </c:pt>
                <c:pt idx="427">
                  <c:v>7.4063168826229395</c:v>
                </c:pt>
                <c:pt idx="428">
                  <c:v>7.4035942749479302</c:v>
                </c:pt>
                <c:pt idx="429">
                  <c:v>7.3944418960817266</c:v>
                </c:pt>
                <c:pt idx="430">
                  <c:v>7.3963754029663953</c:v>
                </c:pt>
                <c:pt idx="431">
                  <c:v>7.4051220521058543</c:v>
                </c:pt>
                <c:pt idx="432">
                  <c:v>7.401573557516663</c:v>
                </c:pt>
                <c:pt idx="433">
                  <c:v>7.3974067154346832</c:v>
                </c:pt>
                <c:pt idx="434">
                  <c:v>7.3894062471793625</c:v>
                </c:pt>
                <c:pt idx="435">
                  <c:v>7.3677744864936967</c:v>
                </c:pt>
                <c:pt idx="436">
                  <c:v>7.3656655074508439</c:v>
                </c:pt>
                <c:pt idx="437">
                  <c:v>7.3709350920738643</c:v>
                </c:pt>
                <c:pt idx="438">
                  <c:v>7.3517868725252038</c:v>
                </c:pt>
                <c:pt idx="439">
                  <c:v>7.3877494677316689</c:v>
                </c:pt>
                <c:pt idx="440">
                  <c:v>7.3792076524475894</c:v>
                </c:pt>
                <c:pt idx="441">
                  <c:v>7.3636280164768841</c:v>
                </c:pt>
                <c:pt idx="442">
                  <c:v>7.3618766803047082</c:v>
                </c:pt>
                <c:pt idx="443">
                  <c:v>7.3844504667882944</c:v>
                </c:pt>
                <c:pt idx="444">
                  <c:v>7.3951369871984882</c:v>
                </c:pt>
                <c:pt idx="445">
                  <c:v>7.3832610101200062</c:v>
                </c:pt>
                <c:pt idx="446">
                  <c:v>7.3885055671066686</c:v>
                </c:pt>
                <c:pt idx="447">
                  <c:v>7.3920385622271274</c:v>
                </c:pt>
                <c:pt idx="448">
                  <c:v>7.3915226515694359</c:v>
                </c:pt>
                <c:pt idx="449">
                  <c:v>7.3844147558944995</c:v>
                </c:pt>
                <c:pt idx="450">
                  <c:v>7.3972854388292939</c:v>
                </c:pt>
                <c:pt idx="451">
                  <c:v>7.3964314562368561</c:v>
                </c:pt>
                <c:pt idx="452">
                  <c:v>7.3982796059198668</c:v>
                </c:pt>
                <c:pt idx="453">
                  <c:v>7.387652323274601</c:v>
                </c:pt>
                <c:pt idx="454">
                  <c:v>7.4000911599946333</c:v>
                </c:pt>
                <c:pt idx="455">
                  <c:v>7.4072416674568871</c:v>
                </c:pt>
                <c:pt idx="456">
                  <c:v>7.3921305266161568</c:v>
                </c:pt>
                <c:pt idx="457">
                  <c:v>7.399360307740892</c:v>
                </c:pt>
                <c:pt idx="458">
                  <c:v>7.3976577409150872</c:v>
                </c:pt>
                <c:pt idx="459">
                  <c:v>7.4052496537427848</c:v>
                </c:pt>
                <c:pt idx="460">
                  <c:v>7.3997233971569178</c:v>
                </c:pt>
                <c:pt idx="461">
                  <c:v>7.413956219953949</c:v>
                </c:pt>
                <c:pt idx="462">
                  <c:v>7.4072023396291442</c:v>
                </c:pt>
                <c:pt idx="463">
                  <c:v>7.3941856189586801</c:v>
                </c:pt>
                <c:pt idx="464">
                  <c:v>7.3999202619224862</c:v>
                </c:pt>
                <c:pt idx="465">
                  <c:v>7.4008483370593376</c:v>
                </c:pt>
                <c:pt idx="466">
                  <c:v>7.4018244869121901</c:v>
                </c:pt>
                <c:pt idx="467">
                  <c:v>7.4056983210967742</c:v>
                </c:pt>
                <c:pt idx="468">
                  <c:v>7.3960445711134177</c:v>
                </c:pt>
                <c:pt idx="469">
                  <c:v>7.3929977558034148</c:v>
                </c:pt>
                <c:pt idx="470">
                  <c:v>7.4019266842830591</c:v>
                </c:pt>
                <c:pt idx="471">
                  <c:v>7.4115478611479739</c:v>
                </c:pt>
                <c:pt idx="472">
                  <c:v>7.4152898541086634</c:v>
                </c:pt>
                <c:pt idx="473">
                  <c:v>7.413462081784119</c:v>
                </c:pt>
                <c:pt idx="474">
                  <c:v>7.416232823494596</c:v>
                </c:pt>
                <c:pt idx="475">
                  <c:v>7.4143826978002032</c:v>
                </c:pt>
                <c:pt idx="476">
                  <c:v>7.4047378806034514</c:v>
                </c:pt>
                <c:pt idx="477">
                  <c:v>7.4021419486984037</c:v>
                </c:pt>
                <c:pt idx="478">
                  <c:v>7.4022914599886729</c:v>
                </c:pt>
                <c:pt idx="479">
                  <c:v>7.4000457738931464</c:v>
                </c:pt>
                <c:pt idx="480">
                  <c:v>7.4034935096444752</c:v>
                </c:pt>
                <c:pt idx="481">
                  <c:v>7.4078522908762992</c:v>
                </c:pt>
                <c:pt idx="482">
                  <c:v>7.4051775129871595</c:v>
                </c:pt>
                <c:pt idx="483">
                  <c:v>7.4065015487805068</c:v>
                </c:pt>
                <c:pt idx="484">
                  <c:v>7.4100552070975558</c:v>
                </c:pt>
                <c:pt idx="485">
                  <c:v>7.4038173400744078</c:v>
                </c:pt>
                <c:pt idx="486">
                  <c:v>7.408778520550622</c:v>
                </c:pt>
                <c:pt idx="487">
                  <c:v>7.408935596194735</c:v>
                </c:pt>
                <c:pt idx="488">
                  <c:v>7.4071921824795597</c:v>
                </c:pt>
                <c:pt idx="489">
                  <c:v>7.4145542577504351</c:v>
                </c:pt>
                <c:pt idx="490">
                  <c:v>7.4222930851602236</c:v>
                </c:pt>
                <c:pt idx="491">
                  <c:v>7.4235652627373225</c:v>
                </c:pt>
                <c:pt idx="492">
                  <c:v>7.4180448033778372</c:v>
                </c:pt>
                <c:pt idx="493">
                  <c:v>7.4157071041244533</c:v>
                </c:pt>
                <c:pt idx="494">
                  <c:v>7.4160485633100173</c:v>
                </c:pt>
                <c:pt idx="495">
                  <c:v>7.4130302572459907</c:v>
                </c:pt>
                <c:pt idx="496">
                  <c:v>7.4190086495334508</c:v>
                </c:pt>
                <c:pt idx="497">
                  <c:v>7.4238210220376795</c:v>
                </c:pt>
                <c:pt idx="498">
                  <c:v>7.4241891226252443</c:v>
                </c:pt>
                <c:pt idx="499">
                  <c:v>7.4238446457991918</c:v>
                </c:pt>
                <c:pt idx="500">
                  <c:v>7.4232802568114797</c:v>
                </c:pt>
                <c:pt idx="501">
                  <c:v>7.4248303831966709</c:v>
                </c:pt>
                <c:pt idx="502">
                  <c:v>7.4294565972934139</c:v>
                </c:pt>
                <c:pt idx="503">
                  <c:v>7.4302138078008326</c:v>
                </c:pt>
                <c:pt idx="504">
                  <c:v>7.4349586783201573</c:v>
                </c:pt>
                <c:pt idx="505">
                  <c:v>7.4459804306953261</c:v>
                </c:pt>
                <c:pt idx="506">
                  <c:v>7.457404657878886</c:v>
                </c:pt>
                <c:pt idx="507">
                  <c:v>7.4760589601953962</c:v>
                </c:pt>
                <c:pt idx="508">
                  <c:v>7.5076375018912271</c:v>
                </c:pt>
                <c:pt idx="509">
                  <c:v>7.5464928175811252</c:v>
                </c:pt>
                <c:pt idx="510">
                  <c:v>7.5944683449917738</c:v>
                </c:pt>
                <c:pt idx="511">
                  <c:v>7.6522089643902671</c:v>
                </c:pt>
                <c:pt idx="512">
                  <c:v>7.7041102303455027</c:v>
                </c:pt>
                <c:pt idx="513">
                  <c:v>7.7402429383603906</c:v>
                </c:pt>
                <c:pt idx="514">
                  <c:v>7.7507718266396886</c:v>
                </c:pt>
                <c:pt idx="515">
                  <c:v>7.747604464048786</c:v>
                </c:pt>
                <c:pt idx="516">
                  <c:v>7.7279188283209361</c:v>
                </c:pt>
                <c:pt idx="517">
                  <c:v>7.6875540737609001</c:v>
                </c:pt>
                <c:pt idx="518">
                  <c:v>7.6558661900068774</c:v>
                </c:pt>
                <c:pt idx="519">
                  <c:v>7.6232562154777517</c:v>
                </c:pt>
                <c:pt idx="520">
                  <c:v>7.5956236870410097</c:v>
                </c:pt>
                <c:pt idx="521">
                  <c:v>7.579659010086071</c:v>
                </c:pt>
                <c:pt idx="522">
                  <c:v>7.5632049119807849</c:v>
                </c:pt>
                <c:pt idx="523">
                  <c:v>7.54546665042922</c:v>
                </c:pt>
                <c:pt idx="524">
                  <c:v>7.5339987622776547</c:v>
                </c:pt>
                <c:pt idx="525">
                  <c:v>7.533291422928218</c:v>
                </c:pt>
                <c:pt idx="526">
                  <c:v>7.5443118975471331</c:v>
                </c:pt>
                <c:pt idx="527">
                  <c:v>7.5486692304864311</c:v>
                </c:pt>
                <c:pt idx="528">
                  <c:v>7.5610385738337209</c:v>
                </c:pt>
                <c:pt idx="529">
                  <c:v>7.5783910781947359</c:v>
                </c:pt>
                <c:pt idx="530">
                  <c:v>7.5789318599912621</c:v>
                </c:pt>
                <c:pt idx="531">
                  <c:v>7.5898469326072915</c:v>
                </c:pt>
                <c:pt idx="532">
                  <c:v>7.6065860550498936</c:v>
                </c:pt>
                <c:pt idx="533">
                  <c:v>7.6237746089226306</c:v>
                </c:pt>
                <c:pt idx="534">
                  <c:v>7.640316831704169</c:v>
                </c:pt>
                <c:pt idx="535">
                  <c:v>7.6569028885215635</c:v>
                </c:pt>
                <c:pt idx="536">
                  <c:v>7.6780668330003365</c:v>
                </c:pt>
                <c:pt idx="537">
                  <c:v>7.6896163060728053</c:v>
                </c:pt>
                <c:pt idx="538">
                  <c:v>7.7080267778825711</c:v>
                </c:pt>
                <c:pt idx="539">
                  <c:v>7.7540256200512916</c:v>
                </c:pt>
                <c:pt idx="540">
                  <c:v>7.8021443445374077</c:v>
                </c:pt>
                <c:pt idx="541">
                  <c:v>7.8556591625625289</c:v>
                </c:pt>
                <c:pt idx="542">
                  <c:v>7.9120519442751585</c:v>
                </c:pt>
                <c:pt idx="543">
                  <c:v>7.9671083181446054</c:v>
                </c:pt>
                <c:pt idx="544">
                  <c:v>8.017192003446393</c:v>
                </c:pt>
                <c:pt idx="545">
                  <c:v>8.0639430647720953</c:v>
                </c:pt>
                <c:pt idx="546">
                  <c:v>8.1126608838732714</c:v>
                </c:pt>
                <c:pt idx="547">
                  <c:v>8.1733568835225974</c:v>
                </c:pt>
                <c:pt idx="548">
                  <c:v>8.213087252355372</c:v>
                </c:pt>
                <c:pt idx="549">
                  <c:v>8.2450266515651336</c:v>
                </c:pt>
                <c:pt idx="550">
                  <c:v>8.2681902293462759</c:v>
                </c:pt>
                <c:pt idx="551">
                  <c:v>8.2734082471146113</c:v>
                </c:pt>
                <c:pt idx="552">
                  <c:v>8.2770077048923074</c:v>
                </c:pt>
                <c:pt idx="553">
                  <c:v>8.2448575016767691</c:v>
                </c:pt>
                <c:pt idx="554">
                  <c:v>8.1915150739593301</c:v>
                </c:pt>
                <c:pt idx="555">
                  <c:v>8.1420602656719652</c:v>
                </c:pt>
                <c:pt idx="556">
                  <c:v>8.0942971330183866</c:v>
                </c:pt>
                <c:pt idx="557">
                  <c:v>8.0178457433144867</c:v>
                </c:pt>
                <c:pt idx="558">
                  <c:v>7.9296342827408441</c:v>
                </c:pt>
                <c:pt idx="559">
                  <c:v>7.8761229997186151</c:v>
                </c:pt>
                <c:pt idx="560">
                  <c:v>7.8109377820637729</c:v>
                </c:pt>
                <c:pt idx="561">
                  <c:v>7.7685811122910167</c:v>
                </c:pt>
                <c:pt idx="562">
                  <c:v>7.7345148196747902</c:v>
                </c:pt>
                <c:pt idx="563">
                  <c:v>7.6749918223599778</c:v>
                </c:pt>
                <c:pt idx="564">
                  <c:v>7.6269810480246649</c:v>
                </c:pt>
                <c:pt idx="565">
                  <c:v>7.578165132593246</c:v>
                </c:pt>
                <c:pt idx="566">
                  <c:v>7.527845721515301</c:v>
                </c:pt>
                <c:pt idx="567">
                  <c:v>7.4948700362078569</c:v>
                </c:pt>
                <c:pt idx="568">
                  <c:v>7.4681366136628338</c:v>
                </c:pt>
                <c:pt idx="569">
                  <c:v>7.4710103574406395</c:v>
                </c:pt>
                <c:pt idx="570">
                  <c:v>7.457926626831898</c:v>
                </c:pt>
                <c:pt idx="571">
                  <c:v>7.456842389892909</c:v>
                </c:pt>
                <c:pt idx="572">
                  <c:v>7.4209499147828639</c:v>
                </c:pt>
                <c:pt idx="573">
                  <c:v>7.3823111364315519</c:v>
                </c:pt>
                <c:pt idx="574">
                  <c:v>7.4334094853966679</c:v>
                </c:pt>
                <c:pt idx="575">
                  <c:v>7.4658517940021847</c:v>
                </c:pt>
                <c:pt idx="576">
                  <c:v>7.4264729222902677</c:v>
                </c:pt>
                <c:pt idx="577">
                  <c:v>7.3939137413339404</c:v>
                </c:pt>
                <c:pt idx="578">
                  <c:v>7.3745911062155249</c:v>
                </c:pt>
                <c:pt idx="579">
                  <c:v>7.3866955747419807</c:v>
                </c:pt>
                <c:pt idx="580">
                  <c:v>7.3704626426196924</c:v>
                </c:pt>
                <c:pt idx="581">
                  <c:v>7.3664502891396699</c:v>
                </c:pt>
                <c:pt idx="582">
                  <c:v>7.2976128022368556</c:v>
                </c:pt>
                <c:pt idx="583">
                  <c:v>7.3478414116103163</c:v>
                </c:pt>
                <c:pt idx="584">
                  <c:v>7.4068216129134132</c:v>
                </c:pt>
                <c:pt idx="585">
                  <c:v>7.3947762097744656</c:v>
                </c:pt>
                <c:pt idx="586">
                  <c:v>7.494676759924757</c:v>
                </c:pt>
                <c:pt idx="587">
                  <c:v>7.3428036458487993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3-1251-45ED-B486-8EADCA04E34F}"/>
            </c:ext>
          </c:extLst>
        </c:ser>
        <c:ser>
          <c:idx val="4"/>
          <c:order val="4"/>
          <c:tx>
            <c:strRef>
              <c:f>'Fully separated 3%'!$F$1</c:f>
              <c:strCache>
                <c:ptCount val="1"/>
                <c:pt idx="0">
                  <c:v>3D_13/O-PTIR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3%'!$A$2:$A$589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3%'!$F$2:$F$589</c:f>
              <c:numCache>
                <c:formatCode>General</c:formatCode>
                <c:ptCount val="588"/>
                <c:pt idx="0">
                  <c:v>7.4176463396421477</c:v>
                </c:pt>
                <c:pt idx="1">
                  <c:v>7.3452914986823803</c:v>
                </c:pt>
                <c:pt idx="2">
                  <c:v>7.3585384076443754</c:v>
                </c:pt>
                <c:pt idx="3">
                  <c:v>7.3990795643888463</c:v>
                </c:pt>
                <c:pt idx="4">
                  <c:v>7.4246588580020001</c:v>
                </c:pt>
                <c:pt idx="5">
                  <c:v>7.4204475470618547</c:v>
                </c:pt>
                <c:pt idx="6">
                  <c:v>7.3862534521275327</c:v>
                </c:pt>
                <c:pt idx="7">
                  <c:v>7.396118925966201</c:v>
                </c:pt>
                <c:pt idx="8">
                  <c:v>7.4039680494632414</c:v>
                </c:pt>
                <c:pt idx="9">
                  <c:v>7.3819813285817428</c:v>
                </c:pt>
                <c:pt idx="10">
                  <c:v>7.4158787116139946</c:v>
                </c:pt>
                <c:pt idx="11">
                  <c:v>7.463076437451921</c:v>
                </c:pt>
                <c:pt idx="12">
                  <c:v>7.4677149704191796</c:v>
                </c:pt>
                <c:pt idx="13">
                  <c:v>7.4817808805057311</c:v>
                </c:pt>
                <c:pt idx="14">
                  <c:v>7.4660341050247112</c:v>
                </c:pt>
                <c:pt idx="15">
                  <c:v>7.4856608933243267</c:v>
                </c:pt>
                <c:pt idx="16">
                  <c:v>7.4991781496231642</c:v>
                </c:pt>
                <c:pt idx="17">
                  <c:v>7.4702952709708015</c:v>
                </c:pt>
                <c:pt idx="18">
                  <c:v>7.4480501276056019</c:v>
                </c:pt>
                <c:pt idx="19">
                  <c:v>7.4437603862292745</c:v>
                </c:pt>
                <c:pt idx="20">
                  <c:v>7.4247092657241973</c:v>
                </c:pt>
                <c:pt idx="21">
                  <c:v>7.430753922654878</c:v>
                </c:pt>
                <c:pt idx="22">
                  <c:v>7.4303912717039244</c:v>
                </c:pt>
                <c:pt idx="23">
                  <c:v>7.4208114278064699</c:v>
                </c:pt>
                <c:pt idx="24">
                  <c:v>7.4180194783839868</c:v>
                </c:pt>
                <c:pt idx="25">
                  <c:v>7.4178737409261961</c:v>
                </c:pt>
                <c:pt idx="26">
                  <c:v>7.4134596107573181</c:v>
                </c:pt>
                <c:pt idx="27">
                  <c:v>7.4159196264345617</c:v>
                </c:pt>
                <c:pt idx="28">
                  <c:v>7.4042308107695218</c:v>
                </c:pt>
                <c:pt idx="29">
                  <c:v>7.3921838764267962</c:v>
                </c:pt>
                <c:pt idx="30">
                  <c:v>7.3753300517464018</c:v>
                </c:pt>
                <c:pt idx="31">
                  <c:v>7.3778885338239686</c:v>
                </c:pt>
                <c:pt idx="32">
                  <c:v>7.4038504728984984</c:v>
                </c:pt>
                <c:pt idx="33">
                  <c:v>7.410010343531944</c:v>
                </c:pt>
                <c:pt idx="34">
                  <c:v>7.4098689310788259</c:v>
                </c:pt>
                <c:pt idx="35">
                  <c:v>7.396315651498254</c:v>
                </c:pt>
                <c:pt idx="36">
                  <c:v>7.3892767547552669</c:v>
                </c:pt>
                <c:pt idx="37">
                  <c:v>7.3954372610124022</c:v>
                </c:pt>
                <c:pt idx="38">
                  <c:v>7.3954174323168553</c:v>
                </c:pt>
                <c:pt idx="39">
                  <c:v>7.4034559440377015</c:v>
                </c:pt>
                <c:pt idx="40">
                  <c:v>7.416363222680646</c:v>
                </c:pt>
                <c:pt idx="41">
                  <c:v>7.4275983412100928</c:v>
                </c:pt>
                <c:pt idx="42">
                  <c:v>7.4459307647724753</c:v>
                </c:pt>
                <c:pt idx="43">
                  <c:v>7.4595357647763443</c:v>
                </c:pt>
                <c:pt idx="44">
                  <c:v>7.4550252961647132</c:v>
                </c:pt>
                <c:pt idx="45">
                  <c:v>7.4505532136967956</c:v>
                </c:pt>
                <c:pt idx="46">
                  <c:v>7.4416850748814456</c:v>
                </c:pt>
                <c:pt idx="47">
                  <c:v>7.4440527178550457</c:v>
                </c:pt>
                <c:pt idx="48">
                  <c:v>7.4254597714872039</c:v>
                </c:pt>
                <c:pt idx="49">
                  <c:v>7.4061766345173741</c:v>
                </c:pt>
                <c:pt idx="50">
                  <c:v>7.3854032501705413</c:v>
                </c:pt>
                <c:pt idx="51">
                  <c:v>7.3537118267902235</c:v>
                </c:pt>
                <c:pt idx="52">
                  <c:v>7.3401744654377135</c:v>
                </c:pt>
                <c:pt idx="53">
                  <c:v>7.3324717702937789</c:v>
                </c:pt>
                <c:pt idx="54">
                  <c:v>7.3307326762421443</c:v>
                </c:pt>
                <c:pt idx="55">
                  <c:v>7.3213370250357253</c:v>
                </c:pt>
                <c:pt idx="56">
                  <c:v>7.3212227509505894</c:v>
                </c:pt>
                <c:pt idx="57">
                  <c:v>7.3236755398628359</c:v>
                </c:pt>
                <c:pt idx="58">
                  <c:v>7.3196938825254669</c:v>
                </c:pt>
                <c:pt idx="59">
                  <c:v>7.3274871264094124</c:v>
                </c:pt>
                <c:pt idx="60">
                  <c:v>7.3352853447396278</c:v>
                </c:pt>
                <c:pt idx="61">
                  <c:v>7.3391721559681251</c:v>
                </c:pt>
                <c:pt idx="62">
                  <c:v>7.341904798936751</c:v>
                </c:pt>
                <c:pt idx="63">
                  <c:v>7.3409677790744503</c:v>
                </c:pt>
                <c:pt idx="64">
                  <c:v>7.3532663927626007</c:v>
                </c:pt>
                <c:pt idx="65">
                  <c:v>7.3620586436365283</c:v>
                </c:pt>
                <c:pt idx="66">
                  <c:v>7.359128266428689</c:v>
                </c:pt>
                <c:pt idx="67">
                  <c:v>7.3670335735327628</c:v>
                </c:pt>
                <c:pt idx="68">
                  <c:v>7.3658481491688317</c:v>
                </c:pt>
                <c:pt idx="69">
                  <c:v>7.3573400359022374</c:v>
                </c:pt>
                <c:pt idx="70">
                  <c:v>7.3467312692476527</c:v>
                </c:pt>
                <c:pt idx="71">
                  <c:v>7.3345613279030069</c:v>
                </c:pt>
                <c:pt idx="72">
                  <c:v>7.3284221564932057</c:v>
                </c:pt>
                <c:pt idx="73">
                  <c:v>7.3199911056900699</c:v>
                </c:pt>
                <c:pt idx="74">
                  <c:v>7.3103219290283592</c:v>
                </c:pt>
                <c:pt idx="75">
                  <c:v>7.3044924998062735</c:v>
                </c:pt>
                <c:pt idx="76">
                  <c:v>7.3025014569600408</c:v>
                </c:pt>
                <c:pt idx="77">
                  <c:v>7.3002023784375218</c:v>
                </c:pt>
                <c:pt idx="78">
                  <c:v>7.2858100272234863</c:v>
                </c:pt>
                <c:pt idx="79">
                  <c:v>7.2781856174277184</c:v>
                </c:pt>
                <c:pt idx="80">
                  <c:v>7.2745397283045881</c:v>
                </c:pt>
                <c:pt idx="81">
                  <c:v>7.2764352617824457</c:v>
                </c:pt>
                <c:pt idx="82">
                  <c:v>7.2751146499321875</c:v>
                </c:pt>
                <c:pt idx="83">
                  <c:v>7.2704766834990879</c:v>
                </c:pt>
                <c:pt idx="84">
                  <c:v>7.2681985045598543</c:v>
                </c:pt>
                <c:pt idx="85">
                  <c:v>7.2662809660662067</c:v>
                </c:pt>
                <c:pt idx="86">
                  <c:v>7.2674504514752165</c:v>
                </c:pt>
                <c:pt idx="87">
                  <c:v>7.2676988076141757</c:v>
                </c:pt>
                <c:pt idx="88">
                  <c:v>7.2677575268070145</c:v>
                </c:pt>
                <c:pt idx="89">
                  <c:v>7.2668374269709837</c:v>
                </c:pt>
                <c:pt idx="90">
                  <c:v>7.258767534784921</c:v>
                </c:pt>
                <c:pt idx="91">
                  <c:v>7.2542690221167199</c:v>
                </c:pt>
                <c:pt idx="92">
                  <c:v>7.2506937390403277</c:v>
                </c:pt>
                <c:pt idx="93">
                  <c:v>7.2465702132589334</c:v>
                </c:pt>
                <c:pt idx="94">
                  <c:v>7.2475545663592795</c:v>
                </c:pt>
                <c:pt idx="95">
                  <c:v>7.2448617742324348</c:v>
                </c:pt>
                <c:pt idx="96">
                  <c:v>7.2385483728420441</c:v>
                </c:pt>
                <c:pt idx="97">
                  <c:v>7.2337033830822177</c:v>
                </c:pt>
                <c:pt idx="98">
                  <c:v>7.232501543045597</c:v>
                </c:pt>
                <c:pt idx="99">
                  <c:v>7.2320704140054763</c:v>
                </c:pt>
                <c:pt idx="100">
                  <c:v>7.2351985323614816</c:v>
                </c:pt>
                <c:pt idx="101">
                  <c:v>7.2329741016232951</c:v>
                </c:pt>
                <c:pt idx="102">
                  <c:v>7.2393699095524076</c:v>
                </c:pt>
                <c:pt idx="103">
                  <c:v>7.2385938717530269</c:v>
                </c:pt>
                <c:pt idx="104">
                  <c:v>7.2362059544564019</c:v>
                </c:pt>
                <c:pt idx="105">
                  <c:v>7.2424580216151853</c:v>
                </c:pt>
                <c:pt idx="106">
                  <c:v>7.2527042893157851</c:v>
                </c:pt>
                <c:pt idx="107">
                  <c:v>7.2587251414483793</c:v>
                </c:pt>
                <c:pt idx="108">
                  <c:v>7.2841671679803079</c:v>
                </c:pt>
                <c:pt idx="109">
                  <c:v>7.3069825487028695</c:v>
                </c:pt>
                <c:pt idx="110">
                  <c:v>7.3182924428322824</c:v>
                </c:pt>
                <c:pt idx="111">
                  <c:v>7.3058816070180814</c:v>
                </c:pt>
                <c:pt idx="112">
                  <c:v>7.2842952323359347</c:v>
                </c:pt>
                <c:pt idx="113">
                  <c:v>7.2684217259272454</c:v>
                </c:pt>
                <c:pt idx="114">
                  <c:v>7.2667974724949049</c:v>
                </c:pt>
                <c:pt idx="115">
                  <c:v>7.2674867511150776</c:v>
                </c:pt>
                <c:pt idx="116">
                  <c:v>7.2644810041373029</c:v>
                </c:pt>
                <c:pt idx="117">
                  <c:v>7.2588217286134462</c:v>
                </c:pt>
                <c:pt idx="118">
                  <c:v>7.2634093356870206</c:v>
                </c:pt>
                <c:pt idx="119">
                  <c:v>7.280132304794714</c:v>
                </c:pt>
                <c:pt idx="120">
                  <c:v>7.2980664548436902</c:v>
                </c:pt>
                <c:pt idx="121">
                  <c:v>7.3181682613083261</c:v>
                </c:pt>
                <c:pt idx="122">
                  <c:v>7.3413792072346578</c:v>
                </c:pt>
                <c:pt idx="123">
                  <c:v>7.3525786202942154</c:v>
                </c:pt>
                <c:pt idx="124">
                  <c:v>7.3518400393843493</c:v>
                </c:pt>
                <c:pt idx="125">
                  <c:v>7.3490662881444688</c:v>
                </c:pt>
                <c:pt idx="126">
                  <c:v>7.3356716795819876</c:v>
                </c:pt>
                <c:pt idx="127">
                  <c:v>7.323396818874774</c:v>
                </c:pt>
                <c:pt idx="128">
                  <c:v>7.3171386891096004</c:v>
                </c:pt>
                <c:pt idx="129">
                  <c:v>7.3054165999261791</c:v>
                </c:pt>
                <c:pt idx="130">
                  <c:v>7.2885351877958486</c:v>
                </c:pt>
                <c:pt idx="131">
                  <c:v>7.2909986095869961</c:v>
                </c:pt>
                <c:pt idx="132">
                  <c:v>7.2960372676671055</c:v>
                </c:pt>
                <c:pt idx="133">
                  <c:v>7.2951028870249086</c:v>
                </c:pt>
                <c:pt idx="134">
                  <c:v>7.277876331230912</c:v>
                </c:pt>
                <c:pt idx="135">
                  <c:v>7.264162418489553</c:v>
                </c:pt>
                <c:pt idx="136">
                  <c:v>7.2480665750594753</c:v>
                </c:pt>
                <c:pt idx="137">
                  <c:v>7.2645279435650183</c:v>
                </c:pt>
                <c:pt idx="138">
                  <c:v>7.2580966961607114</c:v>
                </c:pt>
                <c:pt idx="139">
                  <c:v>7.2703164234217716</c:v>
                </c:pt>
                <c:pt idx="140">
                  <c:v>7.2815141783325723</c:v>
                </c:pt>
                <c:pt idx="141">
                  <c:v>7.2918130300756134</c:v>
                </c:pt>
                <c:pt idx="142">
                  <c:v>7.2794824901149466</c:v>
                </c:pt>
                <c:pt idx="143">
                  <c:v>7.269294451071513</c:v>
                </c:pt>
                <c:pt idx="144">
                  <c:v>7.2547840500294436</c:v>
                </c:pt>
                <c:pt idx="145">
                  <c:v>7.2508100547211196</c:v>
                </c:pt>
                <c:pt idx="146">
                  <c:v>7.2549367413485815</c:v>
                </c:pt>
                <c:pt idx="147">
                  <c:v>7.2527232060295157</c:v>
                </c:pt>
                <c:pt idx="148">
                  <c:v>7.2465857791303856</c:v>
                </c:pt>
                <c:pt idx="149">
                  <c:v>7.246407231054075</c:v>
                </c:pt>
                <c:pt idx="150">
                  <c:v>7.2565144249821998</c:v>
                </c:pt>
                <c:pt idx="151">
                  <c:v>7.2652818830777415</c:v>
                </c:pt>
                <c:pt idx="152">
                  <c:v>7.2590433747395187</c:v>
                </c:pt>
                <c:pt idx="153">
                  <c:v>7.2578715161051015</c:v>
                </c:pt>
                <c:pt idx="154">
                  <c:v>7.2516980970145255</c:v>
                </c:pt>
                <c:pt idx="155">
                  <c:v>7.2637886303061183</c:v>
                </c:pt>
                <c:pt idx="156">
                  <c:v>7.2602625355216919</c:v>
                </c:pt>
                <c:pt idx="157">
                  <c:v>7.2507038433843132</c:v>
                </c:pt>
                <c:pt idx="158">
                  <c:v>7.2510935532502865</c:v>
                </c:pt>
                <c:pt idx="159">
                  <c:v>7.2559911615973194</c:v>
                </c:pt>
                <c:pt idx="160">
                  <c:v>7.2498157561827119</c:v>
                </c:pt>
                <c:pt idx="161">
                  <c:v>7.2490495118244249</c:v>
                </c:pt>
                <c:pt idx="162">
                  <c:v>7.2578498289011568</c:v>
                </c:pt>
                <c:pt idx="163">
                  <c:v>7.2629518524451004</c:v>
                </c:pt>
                <c:pt idx="164">
                  <c:v>7.2614669733246977</c:v>
                </c:pt>
                <c:pt idx="165">
                  <c:v>7.2667172042771835</c:v>
                </c:pt>
                <c:pt idx="166">
                  <c:v>7.2606510674111533</c:v>
                </c:pt>
                <c:pt idx="167">
                  <c:v>7.2635437839153605</c:v>
                </c:pt>
                <c:pt idx="168">
                  <c:v>7.2621863335268948</c:v>
                </c:pt>
                <c:pt idx="169">
                  <c:v>7.2654936286739469</c:v>
                </c:pt>
                <c:pt idx="170">
                  <c:v>7.2740785625906392</c:v>
                </c:pt>
                <c:pt idx="171">
                  <c:v>7.2767227916857768</c:v>
                </c:pt>
                <c:pt idx="172">
                  <c:v>7.2755289314900464</c:v>
                </c:pt>
                <c:pt idx="173">
                  <c:v>7.2795534036100991</c:v>
                </c:pt>
                <c:pt idx="174">
                  <c:v>7.287988758691049</c:v>
                </c:pt>
                <c:pt idx="175">
                  <c:v>7.2938810248420527</c:v>
                </c:pt>
                <c:pt idx="176">
                  <c:v>7.2960331430220737</c:v>
                </c:pt>
                <c:pt idx="177">
                  <c:v>7.2998895064940292</c:v>
                </c:pt>
                <c:pt idx="178">
                  <c:v>7.3010268307261157</c:v>
                </c:pt>
                <c:pt idx="179">
                  <c:v>7.3000411441978112</c:v>
                </c:pt>
                <c:pt idx="180">
                  <c:v>7.3068784031430543</c:v>
                </c:pt>
                <c:pt idx="181">
                  <c:v>7.3080746676544814</c:v>
                </c:pt>
                <c:pt idx="182">
                  <c:v>7.3137462203880883</c:v>
                </c:pt>
                <c:pt idx="183">
                  <c:v>7.3250325411693469</c:v>
                </c:pt>
                <c:pt idx="184">
                  <c:v>7.3217331429557477</c:v>
                </c:pt>
                <c:pt idx="185">
                  <c:v>7.3224017776239014</c:v>
                </c:pt>
                <c:pt idx="186">
                  <c:v>7.3315071837084016</c:v>
                </c:pt>
                <c:pt idx="187">
                  <c:v>7.3399841790499982</c:v>
                </c:pt>
                <c:pt idx="188">
                  <c:v>7.3457137324453177</c:v>
                </c:pt>
                <c:pt idx="189">
                  <c:v>7.3503955154593079</c:v>
                </c:pt>
                <c:pt idx="190">
                  <c:v>7.3426288157733728</c:v>
                </c:pt>
                <c:pt idx="191">
                  <c:v>7.3324955923642472</c:v>
                </c:pt>
                <c:pt idx="192">
                  <c:v>7.3332951516946343</c:v>
                </c:pt>
                <c:pt idx="193">
                  <c:v>7.3343024494283977</c:v>
                </c:pt>
                <c:pt idx="194">
                  <c:v>7.3390749193614626</c:v>
                </c:pt>
                <c:pt idx="195">
                  <c:v>7.3478958285730647</c:v>
                </c:pt>
                <c:pt idx="196">
                  <c:v>7.3520959884628221</c:v>
                </c:pt>
                <c:pt idx="197">
                  <c:v>7.3510593138602554</c:v>
                </c:pt>
                <c:pt idx="198">
                  <c:v>7.3441927540446956</c:v>
                </c:pt>
                <c:pt idx="199">
                  <c:v>7.3341190858117411</c:v>
                </c:pt>
                <c:pt idx="200">
                  <c:v>7.3260694644942266</c:v>
                </c:pt>
                <c:pt idx="201">
                  <c:v>7.3220482879448276</c:v>
                </c:pt>
                <c:pt idx="202">
                  <c:v>7.3216896303687955</c:v>
                </c:pt>
                <c:pt idx="203">
                  <c:v>7.3257747700064773</c:v>
                </c:pt>
                <c:pt idx="204">
                  <c:v>7.3263536435552794</c:v>
                </c:pt>
                <c:pt idx="205">
                  <c:v>7.3362840891893901</c:v>
                </c:pt>
                <c:pt idx="206">
                  <c:v>7.3476962289165009</c:v>
                </c:pt>
                <c:pt idx="207">
                  <c:v>7.3514003812415627</c:v>
                </c:pt>
                <c:pt idx="208">
                  <c:v>7.3509486324307591</c:v>
                </c:pt>
                <c:pt idx="209">
                  <c:v>7.3516328813330372</c:v>
                </c:pt>
                <c:pt idx="210">
                  <c:v>7.355505280485259</c:v>
                </c:pt>
                <c:pt idx="211">
                  <c:v>7.3631787922110785</c:v>
                </c:pt>
                <c:pt idx="212">
                  <c:v>7.3667750266879048</c:v>
                </c:pt>
                <c:pt idx="213">
                  <c:v>7.3764867210473142</c:v>
                </c:pt>
                <c:pt idx="214">
                  <c:v>7.3834560860857774</c:v>
                </c:pt>
                <c:pt idx="215">
                  <c:v>7.3864795407104822</c:v>
                </c:pt>
                <c:pt idx="216">
                  <c:v>7.3891259599437698</c:v>
                </c:pt>
                <c:pt idx="217">
                  <c:v>7.3935012203422135</c:v>
                </c:pt>
                <c:pt idx="218">
                  <c:v>7.3977810404618154</c:v>
                </c:pt>
                <c:pt idx="219">
                  <c:v>7.3943630707942196</c:v>
                </c:pt>
                <c:pt idx="220">
                  <c:v>7.384129349752544</c:v>
                </c:pt>
                <c:pt idx="221">
                  <c:v>7.3708980412067655</c:v>
                </c:pt>
                <c:pt idx="222">
                  <c:v>7.3599260156133504</c:v>
                </c:pt>
                <c:pt idx="223">
                  <c:v>7.3506113097020611</c:v>
                </c:pt>
                <c:pt idx="224">
                  <c:v>7.3414819433680298</c:v>
                </c:pt>
                <c:pt idx="225">
                  <c:v>7.3281204286911477</c:v>
                </c:pt>
                <c:pt idx="226">
                  <c:v>7.3091936209801363</c:v>
                </c:pt>
                <c:pt idx="227">
                  <c:v>7.2970412352854499</c:v>
                </c:pt>
                <c:pt idx="228">
                  <c:v>7.283494837022217</c:v>
                </c:pt>
                <c:pt idx="229">
                  <c:v>7.2698317603581515</c:v>
                </c:pt>
                <c:pt idx="230">
                  <c:v>7.2612681129261212</c:v>
                </c:pt>
                <c:pt idx="231">
                  <c:v>7.2568066667915812</c:v>
                </c:pt>
                <c:pt idx="232">
                  <c:v>7.2506467443409877</c:v>
                </c:pt>
                <c:pt idx="233">
                  <c:v>7.2471309128064689</c:v>
                </c:pt>
                <c:pt idx="234">
                  <c:v>7.2489327746974901</c:v>
                </c:pt>
                <c:pt idx="235">
                  <c:v>7.2516866696060118</c:v>
                </c:pt>
                <c:pt idx="236">
                  <c:v>7.25403188611768</c:v>
                </c:pt>
                <c:pt idx="237">
                  <c:v>7.2504293679479623</c:v>
                </c:pt>
                <c:pt idx="238">
                  <c:v>7.2499054482125329</c:v>
                </c:pt>
                <c:pt idx="239">
                  <c:v>7.260255108397053</c:v>
                </c:pt>
                <c:pt idx="240">
                  <c:v>7.2758946361982941</c:v>
                </c:pt>
                <c:pt idx="241">
                  <c:v>7.2806547874678884</c:v>
                </c:pt>
                <c:pt idx="242">
                  <c:v>7.2916602523945606</c:v>
                </c:pt>
                <c:pt idx="243">
                  <c:v>7.3001717026855273</c:v>
                </c:pt>
                <c:pt idx="244">
                  <c:v>7.2978398411803012</c:v>
                </c:pt>
                <c:pt idx="245">
                  <c:v>7.2946431376463554</c:v>
                </c:pt>
                <c:pt idx="246">
                  <c:v>7.2990511119379748</c:v>
                </c:pt>
                <c:pt idx="247">
                  <c:v>7.3062472909994689</c:v>
                </c:pt>
                <c:pt idx="248">
                  <c:v>7.3271509782027504</c:v>
                </c:pt>
                <c:pt idx="249">
                  <c:v>7.3745631717644242</c:v>
                </c:pt>
                <c:pt idx="250">
                  <c:v>7.4443789309870754</c:v>
                </c:pt>
                <c:pt idx="251">
                  <c:v>7.5398563523623601</c:v>
                </c:pt>
                <c:pt idx="252">
                  <c:v>7.5762613123053546</c:v>
                </c:pt>
                <c:pt idx="253">
                  <c:v>7.611881995522336</c:v>
                </c:pt>
                <c:pt idx="254">
                  <c:v>7.677313429800007</c:v>
                </c:pt>
                <c:pt idx="255">
                  <c:v>7.7720249522646618</c:v>
                </c:pt>
                <c:pt idx="256">
                  <c:v>7.8858434333937701</c:v>
                </c:pt>
                <c:pt idx="257">
                  <c:v>7.9933037431160603</c:v>
                </c:pt>
                <c:pt idx="258">
                  <c:v>8.0979872063874545</c:v>
                </c:pt>
                <c:pt idx="259">
                  <c:v>8.1999999999999993</c:v>
                </c:pt>
                <c:pt idx="260">
                  <c:v>8.0387248592867344</c:v>
                </c:pt>
                <c:pt idx="261">
                  <c:v>7.7556466984655383</c:v>
                </c:pt>
                <c:pt idx="262">
                  <c:v>7.4937036333245013</c:v>
                </c:pt>
                <c:pt idx="263">
                  <c:v>7.391646650047595</c:v>
                </c:pt>
                <c:pt idx="264">
                  <c:v>7.3499368853311653</c:v>
                </c:pt>
                <c:pt idx="265">
                  <c:v>7.3198942283489714</c:v>
                </c:pt>
                <c:pt idx="266">
                  <c:v>7.3191782258980069</c:v>
                </c:pt>
                <c:pt idx="267">
                  <c:v>7.3295264006576</c:v>
                </c:pt>
                <c:pt idx="268">
                  <c:v>7.3300371104746036</c:v>
                </c:pt>
                <c:pt idx="269">
                  <c:v>7.3414998928283195</c:v>
                </c:pt>
                <c:pt idx="270">
                  <c:v>7.3902334513161447</c:v>
                </c:pt>
                <c:pt idx="271">
                  <c:v>7.4404807338037839</c:v>
                </c:pt>
                <c:pt idx="272">
                  <c:v>7.4297921272865732</c:v>
                </c:pt>
                <c:pt idx="273">
                  <c:v>7.3922182553776814</c:v>
                </c:pt>
                <c:pt idx="274">
                  <c:v>7.4018155374728911</c:v>
                </c:pt>
                <c:pt idx="275">
                  <c:v>7.4594274876625448</c:v>
                </c:pt>
                <c:pt idx="276">
                  <c:v>7.5673459715220694</c:v>
                </c:pt>
                <c:pt idx="277">
                  <c:v>7.7487247564815114</c:v>
                </c:pt>
                <c:pt idx="278">
                  <c:v>8.1186936706140571</c:v>
                </c:pt>
                <c:pt idx="279">
                  <c:v>8.2251631811827099</c:v>
                </c:pt>
                <c:pt idx="280">
                  <c:v>8.0845625024250456</c:v>
                </c:pt>
                <c:pt idx="281">
                  <c:v>7.772096363204442</c:v>
                </c:pt>
                <c:pt idx="282">
                  <c:v>7.5314831985866384</c:v>
                </c:pt>
                <c:pt idx="283">
                  <c:v>7.4084279445377987</c:v>
                </c:pt>
                <c:pt idx="284">
                  <c:v>7.3517489793818047</c:v>
                </c:pt>
                <c:pt idx="285">
                  <c:v>7.3173899815536485</c:v>
                </c:pt>
                <c:pt idx="286">
                  <c:v>7.3265746747845215</c:v>
                </c:pt>
                <c:pt idx="287">
                  <c:v>7.3804155387109756</c:v>
                </c:pt>
                <c:pt idx="288">
                  <c:v>7.3443556671600216</c:v>
                </c:pt>
                <c:pt idx="289">
                  <c:v>7.300225433614191</c:v>
                </c:pt>
                <c:pt idx="290">
                  <c:v>7.2833221615560868</c:v>
                </c:pt>
                <c:pt idx="291">
                  <c:v>7.2346860918517137</c:v>
                </c:pt>
                <c:pt idx="292">
                  <c:v>7.1957518984525111</c:v>
                </c:pt>
                <c:pt idx="293">
                  <c:v>7.2008571739543408</c:v>
                </c:pt>
                <c:pt idx="294">
                  <c:v>7.2009765382107114</c:v>
                </c:pt>
                <c:pt idx="295">
                  <c:v>7.2255423358955051</c:v>
                </c:pt>
                <c:pt idx="296">
                  <c:v>7.2225791031609514</c:v>
                </c:pt>
                <c:pt idx="297">
                  <c:v>7.2198600552848902</c:v>
                </c:pt>
                <c:pt idx="298">
                  <c:v>7.2258454368520022</c:v>
                </c:pt>
                <c:pt idx="299">
                  <c:v>7.2273865824868766</c:v>
                </c:pt>
                <c:pt idx="300">
                  <c:v>7.2331592684767241</c:v>
                </c:pt>
                <c:pt idx="301">
                  <c:v>7.2411739995808206</c:v>
                </c:pt>
                <c:pt idx="302">
                  <c:v>7.2326363125402588</c:v>
                </c:pt>
                <c:pt idx="303">
                  <c:v>7.2395545824156864</c:v>
                </c:pt>
                <c:pt idx="304">
                  <c:v>7.2461228447244288</c:v>
                </c:pt>
                <c:pt idx="305">
                  <c:v>7.2490204320406075</c:v>
                </c:pt>
                <c:pt idx="306">
                  <c:v>7.248141803195872</c:v>
                </c:pt>
                <c:pt idx="307">
                  <c:v>7.2385661184882153</c:v>
                </c:pt>
                <c:pt idx="308">
                  <c:v>7.2308335732121867</c:v>
                </c:pt>
                <c:pt idx="309">
                  <c:v>7.2244631660493379</c:v>
                </c:pt>
                <c:pt idx="310">
                  <c:v>7.2291561795666777</c:v>
                </c:pt>
                <c:pt idx="311">
                  <c:v>7.232030998427744</c:v>
                </c:pt>
                <c:pt idx="312">
                  <c:v>7.2311390422123774</c:v>
                </c:pt>
                <c:pt idx="313">
                  <c:v>7.2191257216539748</c:v>
                </c:pt>
                <c:pt idx="314">
                  <c:v>7.2135931926029322</c:v>
                </c:pt>
                <c:pt idx="315">
                  <c:v>7.2277271852410836</c:v>
                </c:pt>
                <c:pt idx="316">
                  <c:v>7.2334553102103385</c:v>
                </c:pt>
                <c:pt idx="317">
                  <c:v>7.2401330897899712</c:v>
                </c:pt>
                <c:pt idx="318">
                  <c:v>7.2662943072547437</c:v>
                </c:pt>
                <c:pt idx="319">
                  <c:v>7.2825750549980315</c:v>
                </c:pt>
                <c:pt idx="320">
                  <c:v>7.305291064247406</c:v>
                </c:pt>
                <c:pt idx="321">
                  <c:v>7.3510266759655654</c:v>
                </c:pt>
                <c:pt idx="322">
                  <c:v>7.3802176524747924</c:v>
                </c:pt>
                <c:pt idx="323">
                  <c:v>7.4168559415836413</c:v>
                </c:pt>
                <c:pt idx="324">
                  <c:v>7.4195088966866107</c:v>
                </c:pt>
                <c:pt idx="325">
                  <c:v>7.3771833646115459</c:v>
                </c:pt>
                <c:pt idx="326">
                  <c:v>7.3407368818601073</c:v>
                </c:pt>
                <c:pt idx="327">
                  <c:v>7.3371631982063699</c:v>
                </c:pt>
                <c:pt idx="328">
                  <c:v>7.3511550166793187</c:v>
                </c:pt>
                <c:pt idx="329">
                  <c:v>7.374619783726553</c:v>
                </c:pt>
                <c:pt idx="330">
                  <c:v>7.4433181579559138</c:v>
                </c:pt>
                <c:pt idx="331">
                  <c:v>7.5412650602742604</c:v>
                </c:pt>
                <c:pt idx="332">
                  <c:v>7.6286443871167151</c:v>
                </c:pt>
                <c:pt idx="333">
                  <c:v>7.6455041120431018</c:v>
                </c:pt>
                <c:pt idx="334">
                  <c:v>7.5883037005569065</c:v>
                </c:pt>
                <c:pt idx="335">
                  <c:v>7.5082482509570561</c:v>
                </c:pt>
                <c:pt idx="336">
                  <c:v>7.420184122496071</c:v>
                </c:pt>
                <c:pt idx="337">
                  <c:v>7.3494949334159312</c:v>
                </c:pt>
                <c:pt idx="338">
                  <c:v>7.3057610596034843</c:v>
                </c:pt>
                <c:pt idx="339">
                  <c:v>7.2788787097900309</c:v>
                </c:pt>
                <c:pt idx="340">
                  <c:v>7.2555077076005006</c:v>
                </c:pt>
                <c:pt idx="341">
                  <c:v>7.2420979857029995</c:v>
                </c:pt>
                <c:pt idx="342">
                  <c:v>7.2387348938502916</c:v>
                </c:pt>
                <c:pt idx="343">
                  <c:v>7.2364594888557479</c:v>
                </c:pt>
                <c:pt idx="344">
                  <c:v>7.2320404429667029</c:v>
                </c:pt>
                <c:pt idx="345">
                  <c:v>7.2215919622980085</c:v>
                </c:pt>
                <c:pt idx="346">
                  <c:v>7.216453326484074</c:v>
                </c:pt>
                <c:pt idx="347">
                  <c:v>7.221144902939157</c:v>
                </c:pt>
                <c:pt idx="348">
                  <c:v>7.2187950591561156</c:v>
                </c:pt>
                <c:pt idx="349">
                  <c:v>7.2135551130440154</c:v>
                </c:pt>
                <c:pt idx="350">
                  <c:v>7.2118049698490525</c:v>
                </c:pt>
                <c:pt idx="351">
                  <c:v>7.2148270556374134</c:v>
                </c:pt>
                <c:pt idx="352">
                  <c:v>7.2197838167140951</c:v>
                </c:pt>
                <c:pt idx="353">
                  <c:v>7.2231685111360724</c:v>
                </c:pt>
                <c:pt idx="354">
                  <c:v>7.218857346823258</c:v>
                </c:pt>
                <c:pt idx="355">
                  <c:v>7.2112099112138726</c:v>
                </c:pt>
                <c:pt idx="356">
                  <c:v>7.2151250336051485</c:v>
                </c:pt>
                <c:pt idx="357">
                  <c:v>7.2242611068054519</c:v>
                </c:pt>
                <c:pt idx="358">
                  <c:v>7.2220103909549973</c:v>
                </c:pt>
                <c:pt idx="359">
                  <c:v>7.2194025582250649</c:v>
                </c:pt>
                <c:pt idx="360">
                  <c:v>7.2284060969770509</c:v>
                </c:pt>
                <c:pt idx="361">
                  <c:v>7.2313298087723368</c:v>
                </c:pt>
                <c:pt idx="362">
                  <c:v>7.2323924506753254</c:v>
                </c:pt>
                <c:pt idx="363">
                  <c:v>7.2306447791583528</c:v>
                </c:pt>
                <c:pt idx="364">
                  <c:v>7.2329984591376322</c:v>
                </c:pt>
                <c:pt idx="365">
                  <c:v>7.240522989652157</c:v>
                </c:pt>
                <c:pt idx="366">
                  <c:v>7.239618165511545</c:v>
                </c:pt>
                <c:pt idx="367">
                  <c:v>7.2330214521337224</c:v>
                </c:pt>
                <c:pt idx="368">
                  <c:v>7.2292604702145082</c:v>
                </c:pt>
                <c:pt idx="369">
                  <c:v>7.2367617313748163</c:v>
                </c:pt>
                <c:pt idx="370">
                  <c:v>7.2383987663704881</c:v>
                </c:pt>
                <c:pt idx="371">
                  <c:v>7.240125838843638</c:v>
                </c:pt>
                <c:pt idx="372">
                  <c:v>7.2421221843114143</c:v>
                </c:pt>
                <c:pt idx="373">
                  <c:v>7.2354287421349861</c:v>
                </c:pt>
                <c:pt idx="374">
                  <c:v>7.2262502721436652</c:v>
                </c:pt>
                <c:pt idx="375">
                  <c:v>7.2228419456474313</c:v>
                </c:pt>
                <c:pt idx="376">
                  <c:v>7.2271007366408764</c:v>
                </c:pt>
                <c:pt idx="377">
                  <c:v>7.2331191378223405</c:v>
                </c:pt>
                <c:pt idx="378">
                  <c:v>7.234402728047133</c:v>
                </c:pt>
                <c:pt idx="379">
                  <c:v>7.2310641767960213</c:v>
                </c:pt>
                <c:pt idx="380">
                  <c:v>7.2287607646326375</c:v>
                </c:pt>
                <c:pt idx="381">
                  <c:v>7.2380038160635483</c:v>
                </c:pt>
                <c:pt idx="382">
                  <c:v>7.2395851959871029</c:v>
                </c:pt>
                <c:pt idx="383">
                  <c:v>7.2335879275660933</c:v>
                </c:pt>
                <c:pt idx="384">
                  <c:v>7.2271539804883425</c:v>
                </c:pt>
                <c:pt idx="385">
                  <c:v>7.2349381546440386</c:v>
                </c:pt>
                <c:pt idx="386">
                  <c:v>7.2344267159324769</c:v>
                </c:pt>
                <c:pt idx="387">
                  <c:v>7.2319154945489466</c:v>
                </c:pt>
                <c:pt idx="388">
                  <c:v>7.2294490708176546</c:v>
                </c:pt>
                <c:pt idx="389">
                  <c:v>7.2198612764423604</c:v>
                </c:pt>
                <c:pt idx="390">
                  <c:v>7.2118505698034756</c:v>
                </c:pt>
                <c:pt idx="391">
                  <c:v>7.2090740247556635</c:v>
                </c:pt>
                <c:pt idx="392">
                  <c:v>7.2086969150930011</c:v>
                </c:pt>
                <c:pt idx="393">
                  <c:v>7.2137622305052282</c:v>
                </c:pt>
                <c:pt idx="394">
                  <c:v>7.2243279526544368</c:v>
                </c:pt>
                <c:pt idx="395">
                  <c:v>7.2242310200417128</c:v>
                </c:pt>
                <c:pt idx="396">
                  <c:v>7.2265840073984391</c:v>
                </c:pt>
                <c:pt idx="397">
                  <c:v>7.2233190416801119</c:v>
                </c:pt>
                <c:pt idx="398">
                  <c:v>7.2245937625362959</c:v>
                </c:pt>
                <c:pt idx="399">
                  <c:v>7.2219618503773892</c:v>
                </c:pt>
                <c:pt idx="400">
                  <c:v>7.2274271794955975</c:v>
                </c:pt>
                <c:pt idx="401">
                  <c:v>7.2338902322657397</c:v>
                </c:pt>
                <c:pt idx="402">
                  <c:v>7.2321010241224171</c:v>
                </c:pt>
                <c:pt idx="403">
                  <c:v>7.2349337570953569</c:v>
                </c:pt>
                <c:pt idx="404">
                  <c:v>7.2421046666606976</c:v>
                </c:pt>
                <c:pt idx="405">
                  <c:v>7.2480294048915166</c:v>
                </c:pt>
                <c:pt idx="406">
                  <c:v>7.243817983408122</c:v>
                </c:pt>
                <c:pt idx="407">
                  <c:v>7.2396273993274329</c:v>
                </c:pt>
                <c:pt idx="408">
                  <c:v>7.2361804500558415</c:v>
                </c:pt>
                <c:pt idx="409">
                  <c:v>7.2365756663574778</c:v>
                </c:pt>
                <c:pt idx="410">
                  <c:v>7.2358712571299018</c:v>
                </c:pt>
                <c:pt idx="411">
                  <c:v>7.2333065362676381</c:v>
                </c:pt>
                <c:pt idx="412">
                  <c:v>7.2288092896651017</c:v>
                </c:pt>
                <c:pt idx="413">
                  <c:v>7.2192707492168289</c:v>
                </c:pt>
                <c:pt idx="414">
                  <c:v>7.2127029247629926</c:v>
                </c:pt>
                <c:pt idx="415">
                  <c:v>7.2167064601641373</c:v>
                </c:pt>
                <c:pt idx="416">
                  <c:v>7.2124847780216914</c:v>
                </c:pt>
                <c:pt idx="417">
                  <c:v>7.2198419831906833</c:v>
                </c:pt>
                <c:pt idx="418">
                  <c:v>7.2121081252135557</c:v>
                </c:pt>
                <c:pt idx="419">
                  <c:v>7.2164570676822057</c:v>
                </c:pt>
                <c:pt idx="420">
                  <c:v>7.218177391835364</c:v>
                </c:pt>
                <c:pt idx="421">
                  <c:v>7.2195907943809319</c:v>
                </c:pt>
                <c:pt idx="422">
                  <c:v>7.2081534948372985</c:v>
                </c:pt>
                <c:pt idx="423">
                  <c:v>7.2096933476343139</c:v>
                </c:pt>
                <c:pt idx="424">
                  <c:v>7.2177179015425539</c:v>
                </c:pt>
                <c:pt idx="425">
                  <c:v>7.2082345498120599</c:v>
                </c:pt>
                <c:pt idx="426">
                  <c:v>7.221892099313604</c:v>
                </c:pt>
                <c:pt idx="427">
                  <c:v>7.2088856461026376</c:v>
                </c:pt>
                <c:pt idx="428">
                  <c:v>7.21458319377248</c:v>
                </c:pt>
                <c:pt idx="429">
                  <c:v>7.2145263952686163</c:v>
                </c:pt>
                <c:pt idx="430">
                  <c:v>7.2345951907550914</c:v>
                </c:pt>
                <c:pt idx="431">
                  <c:v>7.242030267598679</c:v>
                </c:pt>
                <c:pt idx="432">
                  <c:v>7.2269510075354022</c:v>
                </c:pt>
                <c:pt idx="433">
                  <c:v>7.2264334474913481</c:v>
                </c:pt>
                <c:pt idx="434">
                  <c:v>7.2254397206688132</c:v>
                </c:pt>
                <c:pt idx="435">
                  <c:v>7.2227528685144415</c:v>
                </c:pt>
                <c:pt idx="436">
                  <c:v>7.1958593564235525</c:v>
                </c:pt>
                <c:pt idx="437">
                  <c:v>7.2234742979481075</c:v>
                </c:pt>
                <c:pt idx="438">
                  <c:v>7.2531577515469703</c:v>
                </c:pt>
                <c:pt idx="439">
                  <c:v>7.229668626985398</c:v>
                </c:pt>
                <c:pt idx="440">
                  <c:v>7.2178371138019548</c:v>
                </c:pt>
                <c:pt idx="441">
                  <c:v>7.2220721293603649</c:v>
                </c:pt>
                <c:pt idx="442">
                  <c:v>7.1881780634892447</c:v>
                </c:pt>
                <c:pt idx="443">
                  <c:v>7.2125415221175491</c:v>
                </c:pt>
                <c:pt idx="444">
                  <c:v>7.2635748880224513</c:v>
                </c:pt>
                <c:pt idx="445">
                  <c:v>7.2325042340828496</c:v>
                </c:pt>
                <c:pt idx="446">
                  <c:v>7.2394380801931595</c:v>
                </c:pt>
                <c:pt idx="447">
                  <c:v>7.2419264847589044</c:v>
                </c:pt>
                <c:pt idx="448">
                  <c:v>7.2263853611774094</c:v>
                </c:pt>
                <c:pt idx="449">
                  <c:v>7.1906168280902119</c:v>
                </c:pt>
                <c:pt idx="450">
                  <c:v>7.1805911408096605</c:v>
                </c:pt>
                <c:pt idx="451">
                  <c:v>7.1861802947771194</c:v>
                </c:pt>
                <c:pt idx="452">
                  <c:v>7.2078647204587813</c:v>
                </c:pt>
                <c:pt idx="453">
                  <c:v>7.1982711187845059</c:v>
                </c:pt>
                <c:pt idx="454">
                  <c:v>7.2127593156386203</c:v>
                </c:pt>
                <c:pt idx="455">
                  <c:v>7.2200600936599804</c:v>
                </c:pt>
                <c:pt idx="456">
                  <c:v>7.2215677654168315</c:v>
                </c:pt>
                <c:pt idx="457">
                  <c:v>7.2008570796579257</c:v>
                </c:pt>
                <c:pt idx="458">
                  <c:v>7.2003729069410634</c:v>
                </c:pt>
                <c:pt idx="459">
                  <c:v>7.219851826721686</c:v>
                </c:pt>
                <c:pt idx="460">
                  <c:v>7.2264694707730834</c:v>
                </c:pt>
                <c:pt idx="461">
                  <c:v>7.2182990723182794</c:v>
                </c:pt>
                <c:pt idx="462">
                  <c:v>7.1937387486834297</c:v>
                </c:pt>
                <c:pt idx="463">
                  <c:v>7.2008408626716154</c:v>
                </c:pt>
                <c:pt idx="464">
                  <c:v>7.2049538662253116</c:v>
                </c:pt>
                <c:pt idx="465">
                  <c:v>7.196172943011887</c:v>
                </c:pt>
                <c:pt idx="466">
                  <c:v>7.1994991041890204</c:v>
                </c:pt>
                <c:pt idx="467">
                  <c:v>7.1967667528537849</c:v>
                </c:pt>
                <c:pt idx="468">
                  <c:v>7.2050862322678952</c:v>
                </c:pt>
                <c:pt idx="469">
                  <c:v>7.2099917686386696</c:v>
                </c:pt>
                <c:pt idx="470">
                  <c:v>7.1964491823903387</c:v>
                </c:pt>
                <c:pt idx="471">
                  <c:v>7.2114162056460414</c:v>
                </c:pt>
                <c:pt idx="472">
                  <c:v>7.2084864260626498</c:v>
                </c:pt>
                <c:pt idx="473">
                  <c:v>7.2084593438299125</c:v>
                </c:pt>
                <c:pt idx="474">
                  <c:v>7.2038508173098128</c:v>
                </c:pt>
                <c:pt idx="475">
                  <c:v>7.2197855024986648</c:v>
                </c:pt>
                <c:pt idx="476">
                  <c:v>7.2175016668540373</c:v>
                </c:pt>
                <c:pt idx="477">
                  <c:v>7.2174658370229912</c:v>
                </c:pt>
                <c:pt idx="478">
                  <c:v>7.2195566624251226</c:v>
                </c:pt>
                <c:pt idx="479">
                  <c:v>7.2134663304051534</c:v>
                </c:pt>
                <c:pt idx="480">
                  <c:v>7.2126957860871483</c:v>
                </c:pt>
                <c:pt idx="481">
                  <c:v>7.2093670446858935</c:v>
                </c:pt>
                <c:pt idx="482">
                  <c:v>7.2064470822931215</c:v>
                </c:pt>
                <c:pt idx="483">
                  <c:v>7.2071910556409229</c:v>
                </c:pt>
                <c:pt idx="484">
                  <c:v>7.2128376173955502</c:v>
                </c:pt>
                <c:pt idx="485">
                  <c:v>7.2184960241185481</c:v>
                </c:pt>
                <c:pt idx="486">
                  <c:v>7.2169128323220288</c:v>
                </c:pt>
                <c:pt idx="487">
                  <c:v>7.2116034486398926</c:v>
                </c:pt>
                <c:pt idx="488">
                  <c:v>7.2028092805314659</c:v>
                </c:pt>
                <c:pt idx="489">
                  <c:v>7.2000583456775598</c:v>
                </c:pt>
                <c:pt idx="490">
                  <c:v>7.2116656749900763</c:v>
                </c:pt>
                <c:pt idx="491">
                  <c:v>7.216061410934806</c:v>
                </c:pt>
                <c:pt idx="492">
                  <c:v>7.218697256015294</c:v>
                </c:pt>
                <c:pt idx="493">
                  <c:v>7.218936829147558</c:v>
                </c:pt>
                <c:pt idx="494">
                  <c:v>7.2120003204994276</c:v>
                </c:pt>
                <c:pt idx="495">
                  <c:v>7.2161739128734581</c:v>
                </c:pt>
                <c:pt idx="496">
                  <c:v>7.2221435489363364</c:v>
                </c:pt>
                <c:pt idx="497">
                  <c:v>7.2118177090950457</c:v>
                </c:pt>
                <c:pt idx="498">
                  <c:v>7.209864587765427</c:v>
                </c:pt>
                <c:pt idx="499">
                  <c:v>7.2120821259592258</c:v>
                </c:pt>
                <c:pt idx="500">
                  <c:v>7.2127107180621479</c:v>
                </c:pt>
                <c:pt idx="501">
                  <c:v>7.2227695432728742</c:v>
                </c:pt>
                <c:pt idx="502">
                  <c:v>7.2343758902186135</c:v>
                </c:pt>
                <c:pt idx="503">
                  <c:v>7.2352690555007815</c:v>
                </c:pt>
                <c:pt idx="504">
                  <c:v>7.2376500396629186</c:v>
                </c:pt>
                <c:pt idx="505">
                  <c:v>7.238292254494219</c:v>
                </c:pt>
                <c:pt idx="506">
                  <c:v>7.2532982312914118</c:v>
                </c:pt>
                <c:pt idx="507">
                  <c:v>7.2735357261414784</c:v>
                </c:pt>
                <c:pt idx="508">
                  <c:v>7.2956290659880203</c:v>
                </c:pt>
                <c:pt idx="509">
                  <c:v>7.335357211670317</c:v>
                </c:pt>
                <c:pt idx="510">
                  <c:v>7.3780437641833903</c:v>
                </c:pt>
                <c:pt idx="511">
                  <c:v>7.4231530378445925</c:v>
                </c:pt>
                <c:pt idx="512">
                  <c:v>7.4618616500370933</c:v>
                </c:pt>
                <c:pt idx="513">
                  <c:v>7.4807155199296771</c:v>
                </c:pt>
                <c:pt idx="514">
                  <c:v>7.4991083139247028</c:v>
                </c:pt>
                <c:pt idx="515">
                  <c:v>7.5030445656219555</c:v>
                </c:pt>
                <c:pt idx="516">
                  <c:v>7.4813367177254886</c:v>
                </c:pt>
                <c:pt idx="517">
                  <c:v>7.4513289785925263</c:v>
                </c:pt>
                <c:pt idx="518">
                  <c:v>7.4303828842347972</c:v>
                </c:pt>
                <c:pt idx="519">
                  <c:v>7.4023062251436595</c:v>
                </c:pt>
                <c:pt idx="520">
                  <c:v>7.367638894554231</c:v>
                </c:pt>
                <c:pt idx="521">
                  <c:v>7.3494779373911774</c:v>
                </c:pt>
                <c:pt idx="522">
                  <c:v>7.3387213191391378</c:v>
                </c:pt>
                <c:pt idx="523">
                  <c:v>7.3362067918215246</c:v>
                </c:pt>
                <c:pt idx="524">
                  <c:v>7.3285630576837901</c:v>
                </c:pt>
                <c:pt idx="525">
                  <c:v>7.3286728133135641</c:v>
                </c:pt>
                <c:pt idx="526">
                  <c:v>7.3241473108198747</c:v>
                </c:pt>
                <c:pt idx="527">
                  <c:v>7.3246317113432742</c:v>
                </c:pt>
                <c:pt idx="528">
                  <c:v>7.3358879850872736</c:v>
                </c:pt>
                <c:pt idx="529">
                  <c:v>7.3513516178502147</c:v>
                </c:pt>
                <c:pt idx="530">
                  <c:v>7.3462178787568266</c:v>
                </c:pt>
                <c:pt idx="531">
                  <c:v>7.356265348239428</c:v>
                </c:pt>
                <c:pt idx="532">
                  <c:v>7.3705981511862451</c:v>
                </c:pt>
                <c:pt idx="533">
                  <c:v>7.3738946200037079</c:v>
                </c:pt>
                <c:pt idx="534">
                  <c:v>7.3830852272984799</c:v>
                </c:pt>
                <c:pt idx="535">
                  <c:v>7.3965179041928284</c:v>
                </c:pt>
                <c:pt idx="536">
                  <c:v>7.4111848793857069</c:v>
                </c:pt>
                <c:pt idx="537">
                  <c:v>7.4478112989130398</c:v>
                </c:pt>
                <c:pt idx="538">
                  <c:v>7.4787823119302814</c:v>
                </c:pt>
                <c:pt idx="539">
                  <c:v>7.5019185720730386</c:v>
                </c:pt>
                <c:pt idx="540">
                  <c:v>7.5240773535238379</c:v>
                </c:pt>
                <c:pt idx="541">
                  <c:v>7.560099585098019</c:v>
                </c:pt>
                <c:pt idx="542">
                  <c:v>7.6087958766925423</c:v>
                </c:pt>
                <c:pt idx="543">
                  <c:v>7.6565125892733477</c:v>
                </c:pt>
                <c:pt idx="544">
                  <c:v>7.7077960074652081</c:v>
                </c:pt>
                <c:pt idx="545">
                  <c:v>7.7351848111805221</c:v>
                </c:pt>
                <c:pt idx="546">
                  <c:v>7.76802334187059</c:v>
                </c:pt>
                <c:pt idx="547">
                  <c:v>7.8002335447251898</c:v>
                </c:pt>
                <c:pt idx="548">
                  <c:v>7.8534336999721326</c:v>
                </c:pt>
                <c:pt idx="549">
                  <c:v>7.8574522787551446</c:v>
                </c:pt>
                <c:pt idx="550">
                  <c:v>7.8729483974158123</c:v>
                </c:pt>
                <c:pt idx="551">
                  <c:v>7.8921572769571604</c:v>
                </c:pt>
                <c:pt idx="552">
                  <c:v>7.8897610309175086</c:v>
                </c:pt>
                <c:pt idx="553">
                  <c:v>7.8641268249447016</c:v>
                </c:pt>
                <c:pt idx="554">
                  <c:v>7.8226885268155248</c:v>
                </c:pt>
                <c:pt idx="555">
                  <c:v>7.7982459770823969</c:v>
                </c:pt>
                <c:pt idx="556">
                  <c:v>7.7439203810027895</c:v>
                </c:pt>
                <c:pt idx="557">
                  <c:v>7.6869793316179242</c:v>
                </c:pt>
                <c:pt idx="558">
                  <c:v>7.6376371081753041</c:v>
                </c:pt>
                <c:pt idx="559">
                  <c:v>7.586356121934954</c:v>
                </c:pt>
                <c:pt idx="560">
                  <c:v>7.5462941701811133</c:v>
                </c:pt>
                <c:pt idx="561">
                  <c:v>7.5089604811196002</c:v>
                </c:pt>
                <c:pt idx="562">
                  <c:v>7.4572146328753641</c:v>
                </c:pt>
                <c:pt idx="563">
                  <c:v>7.3954347046997357</c:v>
                </c:pt>
                <c:pt idx="564">
                  <c:v>7.3766753216504597</c:v>
                </c:pt>
                <c:pt idx="565">
                  <c:v>7.357498596377078</c:v>
                </c:pt>
                <c:pt idx="566">
                  <c:v>7.3163280340004508</c:v>
                </c:pt>
                <c:pt idx="567">
                  <c:v>7.3056382322343456</c:v>
                </c:pt>
                <c:pt idx="568">
                  <c:v>7.2757382036810245</c:v>
                </c:pt>
                <c:pt idx="569">
                  <c:v>7.2660210374307193</c:v>
                </c:pt>
                <c:pt idx="570">
                  <c:v>7.2574982184573402</c:v>
                </c:pt>
                <c:pt idx="571">
                  <c:v>7.2453571392644873</c:v>
                </c:pt>
                <c:pt idx="572">
                  <c:v>7.243436056477873</c:v>
                </c:pt>
                <c:pt idx="573">
                  <c:v>7.1790575121158167</c:v>
                </c:pt>
                <c:pt idx="574">
                  <c:v>7.2101997911727462</c:v>
                </c:pt>
                <c:pt idx="575">
                  <c:v>7.2737541112416633</c:v>
                </c:pt>
                <c:pt idx="576">
                  <c:v>7.3129439803838796</c:v>
                </c:pt>
                <c:pt idx="577">
                  <c:v>7.2795276608506549</c:v>
                </c:pt>
                <c:pt idx="578">
                  <c:v>7.2637876492347697</c:v>
                </c:pt>
                <c:pt idx="579">
                  <c:v>7.2461589060054061</c:v>
                </c:pt>
                <c:pt idx="580">
                  <c:v>7.2671487029462982</c:v>
                </c:pt>
                <c:pt idx="581">
                  <c:v>7.28673830726005</c:v>
                </c:pt>
                <c:pt idx="582">
                  <c:v>7.3145291913219568</c:v>
                </c:pt>
                <c:pt idx="583">
                  <c:v>7.5491647020367489</c:v>
                </c:pt>
                <c:pt idx="584">
                  <c:v>7.5594099886660011</c:v>
                </c:pt>
                <c:pt idx="585">
                  <c:v>7.3559623077362701</c:v>
                </c:pt>
                <c:pt idx="586">
                  <c:v>7.6035460395503858</c:v>
                </c:pt>
                <c:pt idx="587">
                  <c:v>7.4396588447368099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4-1251-45ED-B486-8EADCA04E34F}"/>
            </c:ext>
          </c:extLst>
        </c:ser>
        <c:ser>
          <c:idx val="5"/>
          <c:order val="5"/>
          <c:tx>
            <c:strRef>
              <c:f>'Fully separated 3%'!#REF!</c:f>
              <c:strCache>
                <c:ptCount val="1"/>
                <c:pt idx="0">
                  <c:v>#REF!</c:v>
                </c:pt>
              </c:strCache>
            </c:strRef>
          </c:tx>
          <c:spPr>
            <a:ln w="19050" cap="rnd">
              <a:solidFill>
                <a:schemeClr val="accent6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3%'!$A$2:$A$589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3%'!#REF!</c:f>
              <c:numCache>
                <c:formatCode>General</c:formatCode>
                <c:ptCount val="1"/>
                <c:pt idx="0">
                  <c:v>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5-1251-45ED-B486-8EADCA04E34F}"/>
            </c:ext>
          </c:extLst>
        </c:ser>
        <c:ser>
          <c:idx val="6"/>
          <c:order val="6"/>
          <c:tx>
            <c:strRef>
              <c:f>'Fully separated 3%'!#REF!</c:f>
              <c:strCache>
                <c:ptCount val="1"/>
                <c:pt idx="0">
                  <c:v>#REF!</c:v>
                </c:pt>
              </c:strCache>
            </c:strRef>
          </c:tx>
          <c:spPr>
            <a:ln w="19050" cap="rnd">
              <a:solidFill>
                <a:schemeClr val="accent1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'Fully separated 3%'!$A$2:$A$589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3%'!#REF!</c:f>
              <c:numCache>
                <c:formatCode>General</c:formatCode>
                <c:ptCount val="1"/>
                <c:pt idx="0">
                  <c:v>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6-1251-45ED-B486-8EADCA04E34F}"/>
            </c:ext>
          </c:extLst>
        </c:ser>
        <c:ser>
          <c:idx val="7"/>
          <c:order val="7"/>
          <c:tx>
            <c:strRef>
              <c:f>'Fully separated 3%'!$G$1</c:f>
              <c:strCache>
                <c:ptCount val="1"/>
                <c:pt idx="0">
                  <c:v>3D_5/O-PTIR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3%'!$A$2:$A$589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3%'!$G$2:$G$589</c:f>
              <c:numCache>
                <c:formatCode>General</c:formatCode>
                <c:ptCount val="588"/>
                <c:pt idx="0">
                  <c:v>6.9592558266277669</c:v>
                </c:pt>
                <c:pt idx="1">
                  <c:v>7.043314175281532</c:v>
                </c:pt>
                <c:pt idx="2">
                  <c:v>7.0385780014051615</c:v>
                </c:pt>
                <c:pt idx="3">
                  <c:v>7.0076167105047515</c:v>
                </c:pt>
                <c:pt idx="4">
                  <c:v>7.0473337840566348</c:v>
                </c:pt>
                <c:pt idx="5">
                  <c:v>7.0519197248586485</c:v>
                </c:pt>
                <c:pt idx="6">
                  <c:v>7.0493010839260695</c:v>
                </c:pt>
                <c:pt idx="7">
                  <c:v>7.0779915812846603</c:v>
                </c:pt>
                <c:pt idx="8">
                  <c:v>7.0626467080363584</c:v>
                </c:pt>
                <c:pt idx="9">
                  <c:v>7.0584876146634183</c:v>
                </c:pt>
                <c:pt idx="10">
                  <c:v>7.0722343924319633</c:v>
                </c:pt>
                <c:pt idx="11">
                  <c:v>7.0832647058517599</c:v>
                </c:pt>
                <c:pt idx="12">
                  <c:v>7.0815772817195342</c:v>
                </c:pt>
                <c:pt idx="13">
                  <c:v>7.1008895346707135</c:v>
                </c:pt>
                <c:pt idx="14">
                  <c:v>7.1140146669318725</c:v>
                </c:pt>
                <c:pt idx="15">
                  <c:v>7.0914629257306849</c:v>
                </c:pt>
                <c:pt idx="16">
                  <c:v>7.0961642429044742</c:v>
                </c:pt>
                <c:pt idx="17">
                  <c:v>7.1020016697122612</c:v>
                </c:pt>
                <c:pt idx="18">
                  <c:v>7.0834379239074892</c:v>
                </c:pt>
                <c:pt idx="19">
                  <c:v>7.0811701037135526</c:v>
                </c:pt>
                <c:pt idx="20">
                  <c:v>7.0818391891534231</c:v>
                </c:pt>
                <c:pt idx="21">
                  <c:v>7.0869517150118888</c:v>
                </c:pt>
                <c:pt idx="22">
                  <c:v>7.0848021136127839</c:v>
                </c:pt>
                <c:pt idx="23">
                  <c:v>7.0983706133069147</c:v>
                </c:pt>
                <c:pt idx="24">
                  <c:v>7.1042160725783363</c:v>
                </c:pt>
                <c:pt idx="25">
                  <c:v>7.0933668507622576</c:v>
                </c:pt>
                <c:pt idx="26">
                  <c:v>7.0896945196292034</c:v>
                </c:pt>
                <c:pt idx="27">
                  <c:v>7.0777657043621129</c:v>
                </c:pt>
                <c:pt idx="28">
                  <c:v>7.0641709619158357</c:v>
                </c:pt>
                <c:pt idx="29">
                  <c:v>7.0538989036727315</c:v>
                </c:pt>
                <c:pt idx="30">
                  <c:v>7.0618641929413943</c:v>
                </c:pt>
                <c:pt idx="31">
                  <c:v>7.0831491019416717</c:v>
                </c:pt>
                <c:pt idx="32">
                  <c:v>7.1080209465848103</c:v>
                </c:pt>
                <c:pt idx="33">
                  <c:v>7.1346798410242531</c:v>
                </c:pt>
                <c:pt idx="34">
                  <c:v>7.138554218956175</c:v>
                </c:pt>
                <c:pt idx="35">
                  <c:v>7.1317441778218713</c:v>
                </c:pt>
                <c:pt idx="36">
                  <c:v>7.1143125326427183</c:v>
                </c:pt>
                <c:pt idx="37">
                  <c:v>7.1097057052682215</c:v>
                </c:pt>
                <c:pt idx="38">
                  <c:v>7.1231529378764638</c:v>
                </c:pt>
                <c:pt idx="39">
                  <c:v>7.1419587122123147</c:v>
                </c:pt>
                <c:pt idx="40">
                  <c:v>7.1594990556943285</c:v>
                </c:pt>
                <c:pt idx="41">
                  <c:v>7.1970747038765825</c:v>
                </c:pt>
                <c:pt idx="42">
                  <c:v>7.2356860775677099</c:v>
                </c:pt>
                <c:pt idx="43">
                  <c:v>7.2730926972885763</c:v>
                </c:pt>
                <c:pt idx="44">
                  <c:v>7.2899335952186162</c:v>
                </c:pt>
                <c:pt idx="45">
                  <c:v>7.3132105190832251</c:v>
                </c:pt>
                <c:pt idx="46">
                  <c:v>7.3422516890999692</c:v>
                </c:pt>
                <c:pt idx="47">
                  <c:v>7.3270836817438498</c:v>
                </c:pt>
                <c:pt idx="48">
                  <c:v>7.2983354077122513</c:v>
                </c:pt>
                <c:pt idx="49">
                  <c:v>7.2468774808899594</c:v>
                </c:pt>
                <c:pt idx="50">
                  <c:v>7.1841003103304759</c:v>
                </c:pt>
                <c:pt idx="51">
                  <c:v>7.1336081427915454</c:v>
                </c:pt>
                <c:pt idx="52">
                  <c:v>7.1088965790257461</c:v>
                </c:pt>
                <c:pt idx="53">
                  <c:v>7.0927419872130111</c:v>
                </c:pt>
                <c:pt idx="54">
                  <c:v>7.0833538430831071</c:v>
                </c:pt>
                <c:pt idx="55">
                  <c:v>7.0827294707276796</c:v>
                </c:pt>
                <c:pt idx="56">
                  <c:v>7.0867277884177424</c:v>
                </c:pt>
                <c:pt idx="57">
                  <c:v>7.0880468244088428</c:v>
                </c:pt>
                <c:pt idx="58">
                  <c:v>7.0951480423499218</c:v>
                </c:pt>
                <c:pt idx="59">
                  <c:v>7.099216282924866</c:v>
                </c:pt>
                <c:pt idx="60">
                  <c:v>7.1065198438257919</c:v>
                </c:pt>
                <c:pt idx="61">
                  <c:v>7.1232257067961227</c:v>
                </c:pt>
                <c:pt idx="62">
                  <c:v>7.1444228004543024</c:v>
                </c:pt>
                <c:pt idx="63">
                  <c:v>7.1650280633475907</c:v>
                </c:pt>
                <c:pt idx="64">
                  <c:v>7.1848027897266293</c:v>
                </c:pt>
                <c:pt idx="65">
                  <c:v>7.1890604433064667</c:v>
                </c:pt>
                <c:pt idx="66">
                  <c:v>7.2009772676656123</c:v>
                </c:pt>
                <c:pt idx="67">
                  <c:v>7.2078762004343542</c:v>
                </c:pt>
                <c:pt idx="68">
                  <c:v>7.2022275870860639</c:v>
                </c:pt>
                <c:pt idx="69">
                  <c:v>7.1939278273318497</c:v>
                </c:pt>
                <c:pt idx="70">
                  <c:v>7.1778411575115264</c:v>
                </c:pt>
                <c:pt idx="71">
                  <c:v>7.1573072910845781</c:v>
                </c:pt>
                <c:pt idx="72">
                  <c:v>7.1400703898079474</c:v>
                </c:pt>
                <c:pt idx="73">
                  <c:v>7.1180537175917538</c:v>
                </c:pt>
                <c:pt idx="74">
                  <c:v>7.1024231862437066</c:v>
                </c:pt>
                <c:pt idx="75">
                  <c:v>7.093455460682593</c:v>
                </c:pt>
                <c:pt idx="76">
                  <c:v>7.0872553016860431</c:v>
                </c:pt>
                <c:pt idx="77">
                  <c:v>7.0807630846232179</c:v>
                </c:pt>
                <c:pt idx="78">
                  <c:v>7.0747061447422208</c:v>
                </c:pt>
                <c:pt idx="79">
                  <c:v>7.0662811883515637</c:v>
                </c:pt>
                <c:pt idx="80">
                  <c:v>7.0636983684506092</c:v>
                </c:pt>
                <c:pt idx="81">
                  <c:v>7.0633306593127054</c:v>
                </c:pt>
                <c:pt idx="82">
                  <c:v>7.0573920826953112</c:v>
                </c:pt>
                <c:pt idx="83">
                  <c:v>7.0510502323404554</c:v>
                </c:pt>
                <c:pt idx="84">
                  <c:v>7.0493307144708819</c:v>
                </c:pt>
                <c:pt idx="85">
                  <c:v>7.0491480084286549</c:v>
                </c:pt>
                <c:pt idx="86">
                  <c:v>7.0511457875969281</c:v>
                </c:pt>
                <c:pt idx="87">
                  <c:v>7.0557264300067875</c:v>
                </c:pt>
                <c:pt idx="88">
                  <c:v>7.049081003812935</c:v>
                </c:pt>
                <c:pt idx="89">
                  <c:v>7.0433815482926159</c:v>
                </c:pt>
                <c:pt idx="90">
                  <c:v>7.0479981453677132</c:v>
                </c:pt>
                <c:pt idx="91">
                  <c:v>7.0462876026205015</c:v>
                </c:pt>
                <c:pt idx="92">
                  <c:v>7.0350037826258163</c:v>
                </c:pt>
                <c:pt idx="93">
                  <c:v>7.0282870701230609</c:v>
                </c:pt>
                <c:pt idx="94">
                  <c:v>7.0305662112510197</c:v>
                </c:pt>
                <c:pt idx="95">
                  <c:v>7.032050938474911</c:v>
                </c:pt>
                <c:pt idx="96">
                  <c:v>7.0286629760578263</c:v>
                </c:pt>
                <c:pt idx="97">
                  <c:v>7.025470745348481</c:v>
                </c:pt>
                <c:pt idx="98">
                  <c:v>7.0250004290722483</c:v>
                </c:pt>
                <c:pt idx="99">
                  <c:v>7.0259916256943606</c:v>
                </c:pt>
                <c:pt idx="100">
                  <c:v>7.0268970259254413</c:v>
                </c:pt>
                <c:pt idx="101">
                  <c:v>7.0263019319721991</c:v>
                </c:pt>
                <c:pt idx="102">
                  <c:v>7.0263467100675889</c:v>
                </c:pt>
                <c:pt idx="103">
                  <c:v>7.0347764610155643</c:v>
                </c:pt>
                <c:pt idx="104">
                  <c:v>7.0416444124564901</c:v>
                </c:pt>
                <c:pt idx="105">
                  <c:v>7.0427107617329732</c:v>
                </c:pt>
                <c:pt idx="106">
                  <c:v>7.0566461543164554</c:v>
                </c:pt>
                <c:pt idx="107">
                  <c:v>7.0816792116605018</c:v>
                </c:pt>
                <c:pt idx="108">
                  <c:v>7.1161042632271849</c:v>
                </c:pt>
                <c:pt idx="109">
                  <c:v>7.1509760772429436</c:v>
                </c:pt>
                <c:pt idx="110">
                  <c:v>7.1670104782621307</c:v>
                </c:pt>
                <c:pt idx="111">
                  <c:v>7.1531509245596796</c:v>
                </c:pt>
                <c:pt idx="112">
                  <c:v>7.1217138700074631</c:v>
                </c:pt>
                <c:pt idx="113">
                  <c:v>7.0987294737326305</c:v>
                </c:pt>
                <c:pt idx="114">
                  <c:v>7.0854103271362394</c:v>
                </c:pt>
                <c:pt idx="115">
                  <c:v>7.0756034980627893</c:v>
                </c:pt>
                <c:pt idx="116">
                  <c:v>7.0795891602885632</c:v>
                </c:pt>
                <c:pt idx="117">
                  <c:v>7.0859429834927674</c:v>
                </c:pt>
                <c:pt idx="118">
                  <c:v>7.0984616214088385</c:v>
                </c:pt>
                <c:pt idx="119">
                  <c:v>7.1141278726603714</c:v>
                </c:pt>
                <c:pt idx="120">
                  <c:v>7.1283393811813127</c:v>
                </c:pt>
                <c:pt idx="121">
                  <c:v>7.1515999511811135</c:v>
                </c:pt>
                <c:pt idx="122">
                  <c:v>7.1811159900462176</c:v>
                </c:pt>
                <c:pt idx="123">
                  <c:v>7.2083252093728101</c:v>
                </c:pt>
                <c:pt idx="124">
                  <c:v>7.2057588372413681</c:v>
                </c:pt>
                <c:pt idx="125">
                  <c:v>7.1940026910486798</c:v>
                </c:pt>
                <c:pt idx="126">
                  <c:v>7.1745985126188847</c:v>
                </c:pt>
                <c:pt idx="127">
                  <c:v>7.1447404005991872</c:v>
                </c:pt>
                <c:pt idx="128">
                  <c:v>7.1359194986494483</c:v>
                </c:pt>
                <c:pt idx="129">
                  <c:v>7.1359768383044271</c:v>
                </c:pt>
                <c:pt idx="130">
                  <c:v>7.1293585939097284</c:v>
                </c:pt>
                <c:pt idx="131">
                  <c:v>7.1187979267922419</c:v>
                </c:pt>
                <c:pt idx="132">
                  <c:v>7.11313384083864</c:v>
                </c:pt>
                <c:pt idx="133">
                  <c:v>7.0948589458934403</c:v>
                </c:pt>
                <c:pt idx="134">
                  <c:v>7.0769373421028572</c:v>
                </c:pt>
                <c:pt idx="135">
                  <c:v>7.0673580585662528</c:v>
                </c:pt>
                <c:pt idx="136">
                  <c:v>7.0683876224820681</c:v>
                </c:pt>
                <c:pt idx="137">
                  <c:v>7.0682917457825809</c:v>
                </c:pt>
                <c:pt idx="138">
                  <c:v>7.064251156530295</c:v>
                </c:pt>
                <c:pt idx="139">
                  <c:v>7.0642294284272236</c:v>
                </c:pt>
                <c:pt idx="140">
                  <c:v>7.0642095784181684</c:v>
                </c:pt>
                <c:pt idx="141">
                  <c:v>7.0641913897999729</c:v>
                </c:pt>
                <c:pt idx="142">
                  <c:v>7.0688432553136478</c:v>
                </c:pt>
                <c:pt idx="143">
                  <c:v>7.0646258001691784</c:v>
                </c:pt>
                <c:pt idx="144">
                  <c:v>7.0663915047046544</c:v>
                </c:pt>
                <c:pt idx="145">
                  <c:v>7.0489526974862091</c:v>
                </c:pt>
                <c:pt idx="146">
                  <c:v>7.0416178879902418</c:v>
                </c:pt>
                <c:pt idx="147">
                  <c:v>7.048436727272664</c:v>
                </c:pt>
                <c:pt idx="148">
                  <c:v>7.0490923735051672</c:v>
                </c:pt>
                <c:pt idx="149">
                  <c:v>7.0495262132227294</c:v>
                </c:pt>
                <c:pt idx="150">
                  <c:v>7.0410242260836862</c:v>
                </c:pt>
                <c:pt idx="151">
                  <c:v>7.0302599230108589</c:v>
                </c:pt>
                <c:pt idx="152">
                  <c:v>7.0340400061763289</c:v>
                </c:pt>
                <c:pt idx="153">
                  <c:v>7.042946690070222</c:v>
                </c:pt>
                <c:pt idx="154">
                  <c:v>7.0525124368830392</c:v>
                </c:pt>
                <c:pt idx="155">
                  <c:v>7.0552093762774648</c:v>
                </c:pt>
                <c:pt idx="156">
                  <c:v>7.0389350270774926</c:v>
                </c:pt>
                <c:pt idx="157">
                  <c:v>7.0372550719806979</c:v>
                </c:pt>
                <c:pt idx="158">
                  <c:v>7.0466610760623452</c:v>
                </c:pt>
                <c:pt idx="159">
                  <c:v>7.0472254758194532</c:v>
                </c:pt>
                <c:pt idx="160">
                  <c:v>7.0432636401056401</c:v>
                </c:pt>
                <c:pt idx="161">
                  <c:v>7.0397398987146786</c:v>
                </c:pt>
                <c:pt idx="162">
                  <c:v>7.042608633147446</c:v>
                </c:pt>
                <c:pt idx="163">
                  <c:v>7.049275419049005</c:v>
                </c:pt>
                <c:pt idx="164">
                  <c:v>7.0522454297015544</c:v>
                </c:pt>
                <c:pt idx="165">
                  <c:v>7.0568751337058471</c:v>
                </c:pt>
                <c:pt idx="166">
                  <c:v>7.0591793600299297</c:v>
                </c:pt>
                <c:pt idx="167">
                  <c:v>7.0665241848234057</c:v>
                </c:pt>
                <c:pt idx="168">
                  <c:v>7.074435142999234</c:v>
                </c:pt>
                <c:pt idx="169">
                  <c:v>7.0764318819923604</c:v>
                </c:pt>
                <c:pt idx="170">
                  <c:v>7.0868773858295091</c:v>
                </c:pt>
                <c:pt idx="171">
                  <c:v>7.0840680533434179</c:v>
                </c:pt>
                <c:pt idx="172">
                  <c:v>7.0866137881110056</c:v>
                </c:pt>
                <c:pt idx="173">
                  <c:v>7.0959607225241488</c:v>
                </c:pt>
                <c:pt idx="174">
                  <c:v>7.0913425904683667</c:v>
                </c:pt>
                <c:pt idx="175">
                  <c:v>7.0902350856509111</c:v>
                </c:pt>
                <c:pt idx="176">
                  <c:v>7.0976149188391782</c:v>
                </c:pt>
                <c:pt idx="177">
                  <c:v>7.1031331274518514</c:v>
                </c:pt>
                <c:pt idx="178">
                  <c:v>7.1062922477248769</c:v>
                </c:pt>
                <c:pt idx="179">
                  <c:v>7.1135096980151955</c:v>
                </c:pt>
                <c:pt idx="180">
                  <c:v>7.1258245410602781</c:v>
                </c:pt>
                <c:pt idx="181">
                  <c:v>7.128870809553292</c:v>
                </c:pt>
                <c:pt idx="182">
                  <c:v>7.1407792258299994</c:v>
                </c:pt>
                <c:pt idx="183">
                  <c:v>7.1406321421748373</c:v>
                </c:pt>
                <c:pt idx="184">
                  <c:v>7.1415124770742509</c:v>
                </c:pt>
                <c:pt idx="185">
                  <c:v>7.1528647608192371</c:v>
                </c:pt>
                <c:pt idx="186">
                  <c:v>7.16422409464022</c:v>
                </c:pt>
                <c:pt idx="187">
                  <c:v>7.1724492073807591</c:v>
                </c:pt>
                <c:pt idx="188">
                  <c:v>7.1778756133132706</c:v>
                </c:pt>
                <c:pt idx="189">
                  <c:v>7.1808503842118059</c:v>
                </c:pt>
                <c:pt idx="190">
                  <c:v>7.1723218437127594</c:v>
                </c:pt>
                <c:pt idx="191">
                  <c:v>7.162738045527079</c:v>
                </c:pt>
                <c:pt idx="192">
                  <c:v>7.1572207398442211</c:v>
                </c:pt>
                <c:pt idx="193">
                  <c:v>7.1649650749636891</c:v>
                </c:pt>
                <c:pt idx="194">
                  <c:v>7.1713538451634573</c:v>
                </c:pt>
                <c:pt idx="195">
                  <c:v>7.1795424217519574</c:v>
                </c:pt>
                <c:pt idx="196">
                  <c:v>7.1899224884595458</c:v>
                </c:pt>
                <c:pt idx="197">
                  <c:v>7.1813820726275708</c:v>
                </c:pt>
                <c:pt idx="198">
                  <c:v>7.1745745019092411</c:v>
                </c:pt>
                <c:pt idx="199">
                  <c:v>7.1660573166555501</c:v>
                </c:pt>
                <c:pt idx="200">
                  <c:v>7.153178604776091</c:v>
                </c:pt>
                <c:pt idx="201">
                  <c:v>7.1489380418517934</c:v>
                </c:pt>
                <c:pt idx="202">
                  <c:v>7.1514394030365489</c:v>
                </c:pt>
                <c:pt idx="203">
                  <c:v>7.1568897474443185</c:v>
                </c:pt>
                <c:pt idx="204">
                  <c:v>7.1607399413040724</c:v>
                </c:pt>
                <c:pt idx="205">
                  <c:v>7.1671953549476335</c:v>
                </c:pt>
                <c:pt idx="206">
                  <c:v>7.1752147441590983</c:v>
                </c:pt>
                <c:pt idx="207">
                  <c:v>7.1813693449288971</c:v>
                </c:pt>
                <c:pt idx="208">
                  <c:v>7.1793626881546819</c:v>
                </c:pt>
                <c:pt idx="209">
                  <c:v>7.1835272316119863</c:v>
                </c:pt>
                <c:pt idx="210">
                  <c:v>7.1887736727971889</c:v>
                </c:pt>
                <c:pt idx="211">
                  <c:v>7.195514961243652</c:v>
                </c:pt>
                <c:pt idx="212">
                  <c:v>7.2007219335607768</c:v>
                </c:pt>
                <c:pt idx="213">
                  <c:v>7.2025622200989803</c:v>
                </c:pt>
                <c:pt idx="214">
                  <c:v>7.2140312923979728</c:v>
                </c:pt>
                <c:pt idx="215">
                  <c:v>7.2246003820447742</c:v>
                </c:pt>
                <c:pt idx="216">
                  <c:v>7.2303778326425219</c:v>
                </c:pt>
                <c:pt idx="217">
                  <c:v>7.2421705294341248</c:v>
                </c:pt>
                <c:pt idx="218">
                  <c:v>7.2433338642079068</c:v>
                </c:pt>
                <c:pt idx="219">
                  <c:v>7.2334915969450746</c:v>
                </c:pt>
                <c:pt idx="220">
                  <c:v>7.2258239891895748</c:v>
                </c:pt>
                <c:pt idx="221">
                  <c:v>7.2082627988639896</c:v>
                </c:pt>
                <c:pt idx="222">
                  <c:v>7.1921856639825137</c:v>
                </c:pt>
                <c:pt idx="223">
                  <c:v>7.1853348248674438</c:v>
                </c:pt>
                <c:pt idx="224">
                  <c:v>7.1705613328295801</c:v>
                </c:pt>
                <c:pt idx="225">
                  <c:v>7.1547558281302424</c:v>
                </c:pt>
                <c:pt idx="226">
                  <c:v>7.130452800376867</c:v>
                </c:pt>
                <c:pt idx="227">
                  <c:v>7.1146920159854119</c:v>
                </c:pt>
                <c:pt idx="228">
                  <c:v>7.1037751683379007</c:v>
                </c:pt>
                <c:pt idx="229">
                  <c:v>7.0907379092063474</c:v>
                </c:pt>
                <c:pt idx="230">
                  <c:v>7.0749254483357138</c:v>
                </c:pt>
                <c:pt idx="231">
                  <c:v>7.0671778193282799</c:v>
                </c:pt>
                <c:pt idx="232">
                  <c:v>7.0598506739005842</c:v>
                </c:pt>
                <c:pt idx="233">
                  <c:v>7.0564122304833958</c:v>
                </c:pt>
                <c:pt idx="234">
                  <c:v>7.0482830883470449</c:v>
                </c:pt>
                <c:pt idx="235">
                  <c:v>7.0543332598661479</c:v>
                </c:pt>
                <c:pt idx="236">
                  <c:v>7.0574136266006997</c:v>
                </c:pt>
                <c:pt idx="237">
                  <c:v>7.0591800390331505</c:v>
                </c:pt>
                <c:pt idx="238">
                  <c:v>7.0647791971096074</c:v>
                </c:pt>
                <c:pt idx="239">
                  <c:v>7.0743148944181771</c:v>
                </c:pt>
                <c:pt idx="240">
                  <c:v>7.080481746139708</c:v>
                </c:pt>
                <c:pt idx="241">
                  <c:v>7.0867802955923498</c:v>
                </c:pt>
                <c:pt idx="242">
                  <c:v>7.1008204063640692</c:v>
                </c:pt>
                <c:pt idx="243">
                  <c:v>7.121104182902549</c:v>
                </c:pt>
                <c:pt idx="244">
                  <c:v>7.1268200031228366</c:v>
                </c:pt>
                <c:pt idx="245">
                  <c:v>7.1226856391916726</c:v>
                </c:pt>
                <c:pt idx="246">
                  <c:v>7.1240614586329851</c:v>
                </c:pt>
                <c:pt idx="247">
                  <c:v>7.1372791664822284</c:v>
                </c:pt>
                <c:pt idx="248">
                  <c:v>7.170235627986675</c:v>
                </c:pt>
                <c:pt idx="249">
                  <c:v>7.2287481237840785</c:v>
                </c:pt>
                <c:pt idx="250">
                  <c:v>7.2949782424253007</c:v>
                </c:pt>
                <c:pt idx="251">
                  <c:v>7.4046029079367548</c:v>
                </c:pt>
                <c:pt idx="252">
                  <c:v>7.4643168204758235</c:v>
                </c:pt>
                <c:pt idx="253">
                  <c:v>7.5080841834549963</c:v>
                </c:pt>
                <c:pt idx="254">
                  <c:v>7.6049277257414101</c:v>
                </c:pt>
                <c:pt idx="255">
                  <c:v>7.7254609102757632</c:v>
                </c:pt>
                <c:pt idx="256">
                  <c:v>7.8948428000636595</c:v>
                </c:pt>
                <c:pt idx="257">
                  <c:v>7.9308554550656476</c:v>
                </c:pt>
                <c:pt idx="258">
                  <c:v>7.9658948528550901</c:v>
                </c:pt>
                <c:pt idx="259">
                  <c:v>8</c:v>
                </c:pt>
                <c:pt idx="260">
                  <c:v>7.8665789298192665</c:v>
                </c:pt>
                <c:pt idx="261">
                  <c:v>7.5824903387954468</c:v>
                </c:pt>
                <c:pt idx="262">
                  <c:v>7.2990744521541968</c:v>
                </c:pt>
                <c:pt idx="263">
                  <c:v>7.2073847610180266</c:v>
                </c:pt>
                <c:pt idx="264">
                  <c:v>7.1667222341713943</c:v>
                </c:pt>
                <c:pt idx="265">
                  <c:v>7.1438632584596</c:v>
                </c:pt>
                <c:pt idx="266">
                  <c:v>7.1362166131226878</c:v>
                </c:pt>
                <c:pt idx="267">
                  <c:v>7.1401219651589862</c:v>
                </c:pt>
                <c:pt idx="268">
                  <c:v>7.1297588012975375</c:v>
                </c:pt>
                <c:pt idx="269">
                  <c:v>7.1576733027144295</c:v>
                </c:pt>
                <c:pt idx="270">
                  <c:v>7.2149043460713562</c:v>
                </c:pt>
                <c:pt idx="271">
                  <c:v>7.271189494600856</c:v>
                </c:pt>
                <c:pt idx="272">
                  <c:v>7.2454861310558263</c:v>
                </c:pt>
                <c:pt idx="273">
                  <c:v>7.2136353757326441</c:v>
                </c:pt>
                <c:pt idx="274">
                  <c:v>7.2328654404003334</c:v>
                </c:pt>
                <c:pt idx="275">
                  <c:v>7.2734895530009123</c:v>
                </c:pt>
                <c:pt idx="276">
                  <c:v>7.3747697312268325</c:v>
                </c:pt>
                <c:pt idx="277">
                  <c:v>7.5521007550631403</c:v>
                </c:pt>
                <c:pt idx="278">
                  <c:v>7.9090073851279676</c:v>
                </c:pt>
                <c:pt idx="279">
                  <c:v>8.0132502133225856</c:v>
                </c:pt>
                <c:pt idx="280">
                  <c:v>7.8939606159639837</c:v>
                </c:pt>
                <c:pt idx="281">
                  <c:v>7.6039558554290609</c:v>
                </c:pt>
                <c:pt idx="282">
                  <c:v>7.3418084878060839</c:v>
                </c:pt>
                <c:pt idx="283">
                  <c:v>7.2112101784836531</c:v>
                </c:pt>
                <c:pt idx="284">
                  <c:v>7.1578512015583211</c:v>
                </c:pt>
                <c:pt idx="285">
                  <c:v>7.1089028850875753</c:v>
                </c:pt>
                <c:pt idx="286">
                  <c:v>7.1176644464898651</c:v>
                </c:pt>
                <c:pt idx="287">
                  <c:v>7.1645803257343141</c:v>
                </c:pt>
                <c:pt idx="288">
                  <c:v>7.1727030823510134</c:v>
                </c:pt>
                <c:pt idx="289">
                  <c:v>7.1278662315113204</c:v>
                </c:pt>
                <c:pt idx="290">
                  <c:v>7.0808271709697745</c:v>
                </c:pt>
                <c:pt idx="291">
                  <c:v>7.0411658813247993</c:v>
                </c:pt>
                <c:pt idx="292">
                  <c:v>7.0274003081692236</c:v>
                </c:pt>
                <c:pt idx="293">
                  <c:v>7.034198250044005</c:v>
                </c:pt>
                <c:pt idx="294">
                  <c:v>7.0312949045055646</c:v>
                </c:pt>
                <c:pt idx="295">
                  <c:v>7.013893369326957</c:v>
                </c:pt>
                <c:pt idx="296">
                  <c:v>7.0089022459938519</c:v>
                </c:pt>
                <c:pt idx="297">
                  <c:v>7.0257885405262064</c:v>
                </c:pt>
                <c:pt idx="298">
                  <c:v>7.041633985422985</c:v>
                </c:pt>
                <c:pt idx="299">
                  <c:v>7.0391057313766172</c:v>
                </c:pt>
                <c:pt idx="300">
                  <c:v>7.0341164698847916</c:v>
                </c:pt>
                <c:pt idx="301">
                  <c:v>7.03066705406449</c:v>
                </c:pt>
                <c:pt idx="302">
                  <c:v>7.0285460665112263</c:v>
                </c:pt>
                <c:pt idx="303">
                  <c:v>7.0142995026431425</c:v>
                </c:pt>
                <c:pt idx="304">
                  <c:v>7.0231519096199904</c:v>
                </c:pt>
                <c:pt idx="305">
                  <c:v>7.034095200470067</c:v>
                </c:pt>
                <c:pt idx="306">
                  <c:v>7.0439303309756411</c:v>
                </c:pt>
                <c:pt idx="307">
                  <c:v>7.0373305027374524</c:v>
                </c:pt>
                <c:pt idx="308">
                  <c:v>7.035394946268597</c:v>
                </c:pt>
                <c:pt idx="309">
                  <c:v>7.0269205905877552</c:v>
                </c:pt>
                <c:pt idx="310">
                  <c:v>7.0125261990503436</c:v>
                </c:pt>
                <c:pt idx="311">
                  <c:v>7.0049464901579492</c:v>
                </c:pt>
                <c:pt idx="312">
                  <c:v>7.0021889919380218</c:v>
                </c:pt>
                <c:pt idx="313">
                  <c:v>7.0047960295452789</c:v>
                </c:pt>
                <c:pt idx="314">
                  <c:v>7.0201527487812907</c:v>
                </c:pt>
                <c:pt idx="315">
                  <c:v>7.0312220236226084</c:v>
                </c:pt>
                <c:pt idx="316">
                  <c:v>7.0345764548380796</c:v>
                </c:pt>
                <c:pt idx="317">
                  <c:v>7.0304869773538847</c:v>
                </c:pt>
                <c:pt idx="318">
                  <c:v>7.0567498503881412</c:v>
                </c:pt>
                <c:pt idx="319">
                  <c:v>7.0755425900291815</c:v>
                </c:pt>
                <c:pt idx="320">
                  <c:v>7.0867759615292378</c:v>
                </c:pt>
                <c:pt idx="321">
                  <c:v>7.1408322458687419</c:v>
                </c:pt>
                <c:pt idx="322">
                  <c:v>7.1824964758288141</c:v>
                </c:pt>
                <c:pt idx="323">
                  <c:v>7.2120993837655698</c:v>
                </c:pt>
                <c:pt idx="324">
                  <c:v>7.2086073135408038</c:v>
                </c:pt>
                <c:pt idx="325">
                  <c:v>7.1744897854222689</c:v>
                </c:pt>
                <c:pt idx="326">
                  <c:v>7.145480080703722</c:v>
                </c:pt>
                <c:pt idx="327">
                  <c:v>7.133539447891212</c:v>
                </c:pt>
                <c:pt idx="328">
                  <c:v>7.148919174230377</c:v>
                </c:pt>
                <c:pt idx="329">
                  <c:v>7.1979741808880764</c:v>
                </c:pt>
                <c:pt idx="330">
                  <c:v>7.2842705349932828</c:v>
                </c:pt>
                <c:pt idx="331">
                  <c:v>7.3874373308920802</c:v>
                </c:pt>
                <c:pt idx="332">
                  <c:v>7.4266598219289497</c:v>
                </c:pt>
                <c:pt idx="333">
                  <c:v>7.4195272542646888</c:v>
                </c:pt>
                <c:pt idx="334">
                  <c:v>7.3679575664016035</c:v>
                </c:pt>
                <c:pt idx="335">
                  <c:v>7.2912447070976576</c:v>
                </c:pt>
                <c:pt idx="336">
                  <c:v>7.2095640290791358</c:v>
                </c:pt>
                <c:pt idx="337">
                  <c:v>7.1455351666458826</c:v>
                </c:pt>
                <c:pt idx="338">
                  <c:v>7.095667458143641</c:v>
                </c:pt>
                <c:pt idx="339">
                  <c:v>7.0641447480574442</c:v>
                </c:pt>
                <c:pt idx="340">
                  <c:v>7.0540138430264747</c:v>
                </c:pt>
                <c:pt idx="341">
                  <c:v>7.0431612442528877</c:v>
                </c:pt>
                <c:pt idx="342">
                  <c:v>7.033555772139926</c:v>
                </c:pt>
                <c:pt idx="343">
                  <c:v>7.0241467143496434</c:v>
                </c:pt>
                <c:pt idx="344">
                  <c:v>7.0242728410037962</c:v>
                </c:pt>
                <c:pt idx="345">
                  <c:v>7.0186141527646297</c:v>
                </c:pt>
                <c:pt idx="346">
                  <c:v>7.0164395022865937</c:v>
                </c:pt>
                <c:pt idx="347">
                  <c:v>7.0193735727207827</c:v>
                </c:pt>
                <c:pt idx="348">
                  <c:v>7.0191820938124723</c:v>
                </c:pt>
                <c:pt idx="349">
                  <c:v>7.0087311371821706</c:v>
                </c:pt>
                <c:pt idx="350">
                  <c:v>7.0028673233791991</c:v>
                </c:pt>
                <c:pt idx="351">
                  <c:v>7.0081693920387194</c:v>
                </c:pt>
                <c:pt idx="352">
                  <c:v>7.0138249209264636</c:v>
                </c:pt>
                <c:pt idx="353">
                  <c:v>7.0181489813824829</c:v>
                </c:pt>
                <c:pt idx="354">
                  <c:v>7.0174862507626505</c:v>
                </c:pt>
                <c:pt idx="355">
                  <c:v>7.0120158161664943</c:v>
                </c:pt>
                <c:pt idx="356">
                  <c:v>7.0215609527033518</c:v>
                </c:pt>
                <c:pt idx="357">
                  <c:v>7.0134423613018901</c:v>
                </c:pt>
                <c:pt idx="358">
                  <c:v>7.0096177050060975</c:v>
                </c:pt>
                <c:pt idx="359">
                  <c:v>7.0169786398733347</c:v>
                </c:pt>
                <c:pt idx="360">
                  <c:v>7.0173425169771031</c:v>
                </c:pt>
                <c:pt idx="361">
                  <c:v>7.0262570437193705</c:v>
                </c:pt>
                <c:pt idx="362">
                  <c:v>7.0308233150982922</c:v>
                </c:pt>
                <c:pt idx="363">
                  <c:v>7.0299452790581887</c:v>
                </c:pt>
                <c:pt idx="364">
                  <c:v>7.0299741294716407</c:v>
                </c:pt>
                <c:pt idx="365">
                  <c:v>7.0321127458266153</c:v>
                </c:pt>
                <c:pt idx="366">
                  <c:v>7.0322523207174346</c:v>
                </c:pt>
                <c:pt idx="367">
                  <c:v>7.0323273252913152</c:v>
                </c:pt>
                <c:pt idx="368">
                  <c:v>7.0336498682618176</c:v>
                </c:pt>
                <c:pt idx="369">
                  <c:v>7.034186266359499</c:v>
                </c:pt>
                <c:pt idx="370">
                  <c:v>7.0299748626506506</c:v>
                </c:pt>
                <c:pt idx="371">
                  <c:v>7.0275951405588675</c:v>
                </c:pt>
                <c:pt idx="372">
                  <c:v>7.0245512558005654</c:v>
                </c:pt>
                <c:pt idx="373">
                  <c:v>7.0241785209553109</c:v>
                </c:pt>
                <c:pt idx="374">
                  <c:v>7.0158973922549022</c:v>
                </c:pt>
                <c:pt idx="375">
                  <c:v>7.0201301665066147</c:v>
                </c:pt>
                <c:pt idx="376">
                  <c:v>7.0242257062615883</c:v>
                </c:pt>
                <c:pt idx="377">
                  <c:v>7.0231160199656992</c:v>
                </c:pt>
                <c:pt idx="378">
                  <c:v>7.0202102347108992</c:v>
                </c:pt>
                <c:pt idx="379">
                  <c:v>7.0175010389471622</c:v>
                </c:pt>
                <c:pt idx="380">
                  <c:v>7.0162092678247587</c:v>
                </c:pt>
                <c:pt idx="381">
                  <c:v>7.02122624384433</c:v>
                </c:pt>
                <c:pt idx="382">
                  <c:v>7.0231861577478778</c:v>
                </c:pt>
                <c:pt idx="383">
                  <c:v>7.0268719660113526</c:v>
                </c:pt>
                <c:pt idx="384">
                  <c:v>7.0321228622522636</c:v>
                </c:pt>
                <c:pt idx="385">
                  <c:v>7.030175797039985</c:v>
                </c:pt>
                <c:pt idx="386">
                  <c:v>7.0261705574899604</c:v>
                </c:pt>
                <c:pt idx="387">
                  <c:v>7.0201543993369926</c:v>
                </c:pt>
                <c:pt idx="388">
                  <c:v>7.0136328054526329</c:v>
                </c:pt>
                <c:pt idx="389">
                  <c:v>7.0106124365984357</c:v>
                </c:pt>
                <c:pt idx="390">
                  <c:v>7.003943628134091</c:v>
                </c:pt>
                <c:pt idx="391">
                  <c:v>7.0048782661355151</c:v>
                </c:pt>
                <c:pt idx="392">
                  <c:v>7.0092476175510603</c:v>
                </c:pt>
                <c:pt idx="393">
                  <c:v>7.0157082736051279</c:v>
                </c:pt>
                <c:pt idx="394">
                  <c:v>7.0147800653669181</c:v>
                </c:pt>
                <c:pt idx="395">
                  <c:v>7.0119685739756381</c:v>
                </c:pt>
                <c:pt idx="396">
                  <c:v>7.0169297859527582</c:v>
                </c:pt>
                <c:pt idx="397">
                  <c:v>7.0240919065098666</c:v>
                </c:pt>
                <c:pt idx="398">
                  <c:v>7.0230577791867654</c:v>
                </c:pt>
                <c:pt idx="399">
                  <c:v>7.0160526961831007</c:v>
                </c:pt>
                <c:pt idx="400">
                  <c:v>7.0272375966048219</c:v>
                </c:pt>
                <c:pt idx="401">
                  <c:v>7.0371898262722583</c:v>
                </c:pt>
                <c:pt idx="402">
                  <c:v>7.0396640634453673</c:v>
                </c:pt>
                <c:pt idx="403">
                  <c:v>7.0424744938941144</c:v>
                </c:pt>
                <c:pt idx="404">
                  <c:v>7.0416998992994886</c:v>
                </c:pt>
                <c:pt idx="405">
                  <c:v>7.0418861159328365</c:v>
                </c:pt>
                <c:pt idx="406">
                  <c:v>7.0447873522272291</c:v>
                </c:pt>
                <c:pt idx="407">
                  <c:v>7.0335780528360434</c:v>
                </c:pt>
                <c:pt idx="408">
                  <c:v>7.0300166899714061</c:v>
                </c:pt>
                <c:pt idx="409">
                  <c:v>7.0293643123448328</c:v>
                </c:pt>
                <c:pt idx="410">
                  <c:v>7.0252703581346143</c:v>
                </c:pt>
                <c:pt idx="411">
                  <c:v>7.0253188364363872</c:v>
                </c:pt>
                <c:pt idx="412">
                  <c:v>7.0278046311111302</c:v>
                </c:pt>
                <c:pt idx="413">
                  <c:v>7.0220927891996068</c:v>
                </c:pt>
                <c:pt idx="414">
                  <c:v>7.0131699383473745</c:v>
                </c:pt>
                <c:pt idx="415">
                  <c:v>7.0115998689061483</c:v>
                </c:pt>
                <c:pt idx="416">
                  <c:v>7.0076042898022157</c:v>
                </c:pt>
                <c:pt idx="417">
                  <c:v>6.9971541239126989</c:v>
                </c:pt>
                <c:pt idx="418">
                  <c:v>7.0010785867971332</c:v>
                </c:pt>
                <c:pt idx="419">
                  <c:v>7.0154435959825658</c:v>
                </c:pt>
                <c:pt idx="420">
                  <c:v>7.0065428285362863</c:v>
                </c:pt>
                <c:pt idx="421">
                  <c:v>7.0162003468781862</c:v>
                </c:pt>
                <c:pt idx="422">
                  <c:v>7.012603878102337</c:v>
                </c:pt>
                <c:pt idx="423">
                  <c:v>6.9979847913517732</c:v>
                </c:pt>
                <c:pt idx="424">
                  <c:v>6.9987607837946184</c:v>
                </c:pt>
                <c:pt idx="425">
                  <c:v>7.0102518741500184</c:v>
                </c:pt>
                <c:pt idx="426">
                  <c:v>7.0211602649568805</c:v>
                </c:pt>
                <c:pt idx="427">
                  <c:v>7.0152317614245039</c:v>
                </c:pt>
                <c:pt idx="428">
                  <c:v>7.0020805737691347</c:v>
                </c:pt>
                <c:pt idx="429">
                  <c:v>7.0062535505909116</c:v>
                </c:pt>
                <c:pt idx="430">
                  <c:v>7.020137693329553</c:v>
                </c:pt>
                <c:pt idx="431">
                  <c:v>7.0292296692566643</c:v>
                </c:pt>
                <c:pt idx="432">
                  <c:v>7.0053229139229636</c:v>
                </c:pt>
                <c:pt idx="433">
                  <c:v>7.0067033401121934</c:v>
                </c:pt>
                <c:pt idx="434">
                  <c:v>7.0093903192878289</c:v>
                </c:pt>
                <c:pt idx="435">
                  <c:v>7.0169052696024181</c:v>
                </c:pt>
                <c:pt idx="436">
                  <c:v>6.9743913537925772</c:v>
                </c:pt>
                <c:pt idx="437">
                  <c:v>6.9741853124322084</c:v>
                </c:pt>
                <c:pt idx="438">
                  <c:v>6.9849261014067903</c:v>
                </c:pt>
                <c:pt idx="439">
                  <c:v>6.9893200414070611</c:v>
                </c:pt>
                <c:pt idx="440">
                  <c:v>7.0008183555395798</c:v>
                </c:pt>
                <c:pt idx="441">
                  <c:v>7.016333057696551</c:v>
                </c:pt>
                <c:pt idx="442">
                  <c:v>6.9744115414973828</c:v>
                </c:pt>
                <c:pt idx="443">
                  <c:v>7.0002878500465213</c:v>
                </c:pt>
                <c:pt idx="444">
                  <c:v>6.973825998735725</c:v>
                </c:pt>
                <c:pt idx="445">
                  <c:v>6.9921613303851684</c:v>
                </c:pt>
                <c:pt idx="446">
                  <c:v>7.0209438814384093</c:v>
                </c:pt>
                <c:pt idx="447">
                  <c:v>7.0074149878576888</c:v>
                </c:pt>
                <c:pt idx="448">
                  <c:v>6.9775950607398718</c:v>
                </c:pt>
                <c:pt idx="449">
                  <c:v>6.9811775034039734</c:v>
                </c:pt>
                <c:pt idx="450">
                  <c:v>6.9900917755200327</c:v>
                </c:pt>
                <c:pt idx="451">
                  <c:v>6.9920144345394091</c:v>
                </c:pt>
                <c:pt idx="452">
                  <c:v>6.9977669872989701</c:v>
                </c:pt>
                <c:pt idx="453">
                  <c:v>6.9967811247347411</c:v>
                </c:pt>
                <c:pt idx="454">
                  <c:v>6.9961267561479259</c:v>
                </c:pt>
                <c:pt idx="455">
                  <c:v>7.0065208692831833</c:v>
                </c:pt>
                <c:pt idx="456">
                  <c:v>7.01526596260004</c:v>
                </c:pt>
                <c:pt idx="457">
                  <c:v>7.0115919177061965</c:v>
                </c:pt>
                <c:pt idx="458">
                  <c:v>7.0010590613913468</c:v>
                </c:pt>
                <c:pt idx="459">
                  <c:v>7.0103950047784487</c:v>
                </c:pt>
                <c:pt idx="460">
                  <c:v>7.0126585035502913</c:v>
                </c:pt>
                <c:pt idx="461">
                  <c:v>7.0031308892694257</c:v>
                </c:pt>
                <c:pt idx="462">
                  <c:v>6.9974577218734764</c:v>
                </c:pt>
                <c:pt idx="463">
                  <c:v>6.9986845301302045</c:v>
                </c:pt>
                <c:pt idx="464">
                  <c:v>6.9993316830098351</c:v>
                </c:pt>
                <c:pt idx="465">
                  <c:v>7.0010135513584748</c:v>
                </c:pt>
                <c:pt idx="466">
                  <c:v>6.9997544579997104</c:v>
                </c:pt>
                <c:pt idx="467">
                  <c:v>7.0041469828267946</c:v>
                </c:pt>
                <c:pt idx="468">
                  <c:v>7.0049139363778608</c:v>
                </c:pt>
                <c:pt idx="469">
                  <c:v>7.0082515252434909</c:v>
                </c:pt>
                <c:pt idx="470">
                  <c:v>7.009166652737469</c:v>
                </c:pt>
                <c:pt idx="471">
                  <c:v>7.0113224437204567</c:v>
                </c:pt>
                <c:pt idx="472">
                  <c:v>7.0068019093483889</c:v>
                </c:pt>
                <c:pt idx="473">
                  <c:v>7.011395579229621</c:v>
                </c:pt>
                <c:pt idx="474">
                  <c:v>7.0132811106779291</c:v>
                </c:pt>
                <c:pt idx="475">
                  <c:v>7.0136346609734028</c:v>
                </c:pt>
                <c:pt idx="476">
                  <c:v>7.019123916238625</c:v>
                </c:pt>
                <c:pt idx="477">
                  <c:v>7.0185081921449672</c:v>
                </c:pt>
                <c:pt idx="478">
                  <c:v>7.0138396684791333</c:v>
                </c:pt>
                <c:pt idx="479">
                  <c:v>7.0157565604857801</c:v>
                </c:pt>
                <c:pt idx="480">
                  <c:v>7.0241301708695714</c:v>
                </c:pt>
                <c:pt idx="481">
                  <c:v>7.0154531562034483</c:v>
                </c:pt>
                <c:pt idx="482">
                  <c:v>7.0048763185159038</c:v>
                </c:pt>
                <c:pt idx="483">
                  <c:v>7.0110930534979996</c:v>
                </c:pt>
                <c:pt idx="484">
                  <c:v>7.0114262598818087</c:v>
                </c:pt>
                <c:pt idx="485">
                  <c:v>7.0146473599661316</c:v>
                </c:pt>
                <c:pt idx="486">
                  <c:v>7.0153936585462118</c:v>
                </c:pt>
                <c:pt idx="487">
                  <c:v>7.0145614786996981</c:v>
                </c:pt>
                <c:pt idx="488">
                  <c:v>7.0196078035499792</c:v>
                </c:pt>
                <c:pt idx="489">
                  <c:v>7.0209938098454661</c:v>
                </c:pt>
                <c:pt idx="490">
                  <c:v>7.017576798370369</c:v>
                </c:pt>
                <c:pt idx="491">
                  <c:v>7.0176526535041361</c:v>
                </c:pt>
                <c:pt idx="492">
                  <c:v>7.0218553728340227</c:v>
                </c:pt>
                <c:pt idx="493">
                  <c:v>7.0214040289190649</c:v>
                </c:pt>
                <c:pt idx="494">
                  <c:v>7.0261639931902042</c:v>
                </c:pt>
                <c:pt idx="495">
                  <c:v>7.0296763107131452</c:v>
                </c:pt>
                <c:pt idx="496">
                  <c:v>7.0333467041588165</c:v>
                </c:pt>
                <c:pt idx="497">
                  <c:v>7.0297285957670193</c:v>
                </c:pt>
                <c:pt idx="498">
                  <c:v>7.0285537757259871</c:v>
                </c:pt>
                <c:pt idx="499">
                  <c:v>7.0375286344326407</c:v>
                </c:pt>
                <c:pt idx="500">
                  <c:v>7.0434092285090282</c:v>
                </c:pt>
                <c:pt idx="501">
                  <c:v>7.0401508148500955</c:v>
                </c:pt>
                <c:pt idx="502">
                  <c:v>7.0336960079753696</c:v>
                </c:pt>
                <c:pt idx="503">
                  <c:v>7.0372179110012274</c:v>
                </c:pt>
                <c:pt idx="504">
                  <c:v>7.0479006903469088</c:v>
                </c:pt>
                <c:pt idx="505">
                  <c:v>7.057335761545164</c:v>
                </c:pt>
                <c:pt idx="506">
                  <c:v>7.0737669315954239</c:v>
                </c:pt>
                <c:pt idx="507">
                  <c:v>7.0988534929485949</c:v>
                </c:pt>
                <c:pt idx="508">
                  <c:v>7.1260378203060446</c:v>
                </c:pt>
                <c:pt idx="509">
                  <c:v>7.1726227866084153</c:v>
                </c:pt>
                <c:pt idx="510">
                  <c:v>7.2314804616389763</c:v>
                </c:pt>
                <c:pt idx="511">
                  <c:v>7.2818471580508</c:v>
                </c:pt>
                <c:pt idx="512">
                  <c:v>7.3231509528755589</c:v>
                </c:pt>
                <c:pt idx="513">
                  <c:v>7.356608648778967</c:v>
                </c:pt>
                <c:pt idx="514">
                  <c:v>7.3785245612512336</c:v>
                </c:pt>
                <c:pt idx="515">
                  <c:v>7.3711552670597671</c:v>
                </c:pt>
                <c:pt idx="516">
                  <c:v>7.3517975208927844</c:v>
                </c:pt>
                <c:pt idx="517">
                  <c:v>7.3397949976590287</c:v>
                </c:pt>
                <c:pt idx="518">
                  <c:v>7.2970103979374938</c:v>
                </c:pt>
                <c:pt idx="519">
                  <c:v>7.2583252729390697</c:v>
                </c:pt>
                <c:pt idx="520">
                  <c:v>7.2219511426266205</c:v>
                </c:pt>
                <c:pt idx="521">
                  <c:v>7.1936097648869</c:v>
                </c:pt>
                <c:pt idx="522">
                  <c:v>7.183308303637296</c:v>
                </c:pt>
                <c:pt idx="523">
                  <c:v>7.177311043805358</c:v>
                </c:pt>
                <c:pt idx="524">
                  <c:v>7.1700063560480229</c:v>
                </c:pt>
                <c:pt idx="525">
                  <c:v>7.1681639747126491</c:v>
                </c:pt>
                <c:pt idx="526">
                  <c:v>7.1689211788790352</c:v>
                </c:pt>
                <c:pt idx="527">
                  <c:v>7.180454077480797</c:v>
                </c:pt>
                <c:pt idx="528">
                  <c:v>7.2014376174025463</c:v>
                </c:pt>
                <c:pt idx="529">
                  <c:v>7.2169794521489958</c:v>
                </c:pt>
                <c:pt idx="530">
                  <c:v>7.2272355646515658</c:v>
                </c:pt>
                <c:pt idx="531">
                  <c:v>7.2415955870684963</c:v>
                </c:pt>
                <c:pt idx="532">
                  <c:v>7.2521103420107424</c:v>
                </c:pt>
                <c:pt idx="533">
                  <c:v>7.2610460532923335</c:v>
                </c:pt>
                <c:pt idx="534">
                  <c:v>7.2673194651789226</c:v>
                </c:pt>
                <c:pt idx="535">
                  <c:v>7.2754155528606024</c:v>
                </c:pt>
                <c:pt idx="536">
                  <c:v>7.3009086854509189</c:v>
                </c:pt>
                <c:pt idx="537">
                  <c:v>7.324474546856365</c:v>
                </c:pt>
                <c:pt idx="538">
                  <c:v>7.3524047809223552</c:v>
                </c:pt>
                <c:pt idx="539">
                  <c:v>7.3957207078877296</c:v>
                </c:pt>
                <c:pt idx="540">
                  <c:v>7.4451386489904685</c:v>
                </c:pt>
                <c:pt idx="541">
                  <c:v>7.4910013292282613</c:v>
                </c:pt>
                <c:pt idx="542">
                  <c:v>7.5433488369512736</c:v>
                </c:pt>
                <c:pt idx="543">
                  <c:v>7.5907045441438186</c:v>
                </c:pt>
                <c:pt idx="544">
                  <c:v>7.6413594557526254</c:v>
                </c:pt>
                <c:pt idx="545">
                  <c:v>7.7015864057891976</c:v>
                </c:pt>
                <c:pt idx="546">
                  <c:v>7.7593943707339097</c:v>
                </c:pt>
                <c:pt idx="547">
                  <c:v>7.7997870877049094</c:v>
                </c:pt>
                <c:pt idx="548">
                  <c:v>7.8268682788071589</c:v>
                </c:pt>
                <c:pt idx="549">
                  <c:v>7.895472972840218</c:v>
                </c:pt>
                <c:pt idx="550">
                  <c:v>7.9544669686025431</c:v>
                </c:pt>
                <c:pt idx="551">
                  <c:v>7.9682552992011795</c:v>
                </c:pt>
                <c:pt idx="552">
                  <c:v>7.960685366781358</c:v>
                </c:pt>
                <c:pt idx="553">
                  <c:v>7.9407492543388889</c:v>
                </c:pt>
                <c:pt idx="554">
                  <c:v>7.8760938741889666</c:v>
                </c:pt>
                <c:pt idx="555">
                  <c:v>7.8113630235533797</c:v>
                </c:pt>
                <c:pt idx="556">
                  <c:v>7.7737851361051842</c:v>
                </c:pt>
                <c:pt idx="557">
                  <c:v>7.7251831835115139</c:v>
                </c:pt>
                <c:pt idx="558">
                  <c:v>7.6666503320643571</c:v>
                </c:pt>
                <c:pt idx="559">
                  <c:v>7.5881358894058053</c:v>
                </c:pt>
                <c:pt idx="560">
                  <c:v>7.5172036301188028</c:v>
                </c:pt>
                <c:pt idx="561">
                  <c:v>7.4727245561890481</c:v>
                </c:pt>
                <c:pt idx="562">
                  <c:v>7.404736079249326</c:v>
                </c:pt>
                <c:pt idx="563">
                  <c:v>7.3494000905414687</c:v>
                </c:pt>
                <c:pt idx="564">
                  <c:v>7.301010969340374</c:v>
                </c:pt>
                <c:pt idx="565">
                  <c:v>7.2780571354339241</c:v>
                </c:pt>
                <c:pt idx="566">
                  <c:v>7.2312446597119013</c:v>
                </c:pt>
                <c:pt idx="567">
                  <c:v>7.1753082443473124</c:v>
                </c:pt>
                <c:pt idx="568">
                  <c:v>7.1465732469957137</c:v>
                </c:pt>
                <c:pt idx="569">
                  <c:v>7.1400000046230003</c:v>
                </c:pt>
                <c:pt idx="570">
                  <c:v>7.1048636393948543</c:v>
                </c:pt>
                <c:pt idx="571">
                  <c:v>7.0286364859029105</c:v>
                </c:pt>
                <c:pt idx="572">
                  <c:v>7.0395484559235602</c:v>
                </c:pt>
                <c:pt idx="573">
                  <c:v>7.022930863371954</c:v>
                </c:pt>
                <c:pt idx="574">
                  <c:v>7.0908070230661151</c:v>
                </c:pt>
                <c:pt idx="575">
                  <c:v>7.1003827743412833</c:v>
                </c:pt>
                <c:pt idx="576">
                  <c:v>7.031151587873592</c:v>
                </c:pt>
                <c:pt idx="577">
                  <c:v>7.0124548639832307</c:v>
                </c:pt>
                <c:pt idx="578">
                  <c:v>7.0763715084932031</c:v>
                </c:pt>
                <c:pt idx="579">
                  <c:v>7.0805496392383649</c:v>
                </c:pt>
                <c:pt idx="580">
                  <c:v>7.0294189594631034</c:v>
                </c:pt>
                <c:pt idx="581">
                  <c:v>7.0563825421510753</c:v>
                </c:pt>
                <c:pt idx="582">
                  <c:v>7.0478389407827136</c:v>
                </c:pt>
                <c:pt idx="583">
                  <c:v>7.2477201094402943</c:v>
                </c:pt>
                <c:pt idx="584">
                  <c:v>7.1443493236376678</c:v>
                </c:pt>
                <c:pt idx="585">
                  <c:v>6.7370904440380563</c:v>
                </c:pt>
                <c:pt idx="586">
                  <c:v>6.7987707932456578</c:v>
                </c:pt>
                <c:pt idx="587">
                  <c:v>6.2885979236486005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7-1251-45ED-B486-8EADCA04E34F}"/>
            </c:ext>
          </c:extLst>
        </c:ser>
        <c:ser>
          <c:idx val="8"/>
          <c:order val="8"/>
          <c:tx>
            <c:strRef>
              <c:f>'Fully separated 3%'!$H$1</c:f>
              <c:strCache>
                <c:ptCount val="1"/>
                <c:pt idx="0">
                  <c:v>3D_6/O-PTIR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3%'!$A$2:$A$589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3%'!$H$2:$H$589</c:f>
              <c:numCache>
                <c:formatCode>General</c:formatCode>
                <c:ptCount val="588"/>
                <c:pt idx="0">
                  <c:v>6.645006354220369</c:v>
                </c:pt>
                <c:pt idx="1">
                  <c:v>6.835040377838709</c:v>
                </c:pt>
                <c:pt idx="2">
                  <c:v>6.961945150610747</c:v>
                </c:pt>
                <c:pt idx="3">
                  <c:v>6.9277775846222758</c:v>
                </c:pt>
                <c:pt idx="4">
                  <c:v>6.8655527737759696</c:v>
                </c:pt>
                <c:pt idx="5">
                  <c:v>6.8612494691627326</c:v>
                </c:pt>
                <c:pt idx="6">
                  <c:v>6.8354565375360021</c:v>
                </c:pt>
                <c:pt idx="7">
                  <c:v>6.8239967625563756</c:v>
                </c:pt>
                <c:pt idx="8">
                  <c:v>6.7986709473231057</c:v>
                </c:pt>
                <c:pt idx="9">
                  <c:v>6.8227474394728089</c:v>
                </c:pt>
                <c:pt idx="10">
                  <c:v>6.7985161860311099</c:v>
                </c:pt>
                <c:pt idx="11">
                  <c:v>6.841744559600861</c:v>
                </c:pt>
                <c:pt idx="12">
                  <c:v>6.8657549169647476</c:v>
                </c:pt>
                <c:pt idx="13">
                  <c:v>6.8799166188542982</c:v>
                </c:pt>
                <c:pt idx="14">
                  <c:v>6.8690809079213935</c:v>
                </c:pt>
                <c:pt idx="15">
                  <c:v>6.8587642534720255</c:v>
                </c:pt>
                <c:pt idx="16">
                  <c:v>6.8626893349368476</c:v>
                </c:pt>
                <c:pt idx="17">
                  <c:v>6.8589429244382822</c:v>
                </c:pt>
                <c:pt idx="18">
                  <c:v>6.8438398607044206</c:v>
                </c:pt>
                <c:pt idx="19">
                  <c:v>6.8539426709535958</c:v>
                </c:pt>
                <c:pt idx="20">
                  <c:v>6.8723047966246149</c:v>
                </c:pt>
                <c:pt idx="21">
                  <c:v>6.8734282724107265</c:v>
                </c:pt>
                <c:pt idx="22">
                  <c:v>6.8677162643024836</c:v>
                </c:pt>
                <c:pt idx="23">
                  <c:v>6.8588574212198692</c:v>
                </c:pt>
                <c:pt idx="24">
                  <c:v>6.8619523403350247</c:v>
                </c:pt>
                <c:pt idx="25">
                  <c:v>6.8548530651633826</c:v>
                </c:pt>
                <c:pt idx="26">
                  <c:v>6.8595604583186933</c:v>
                </c:pt>
                <c:pt idx="27">
                  <c:v>6.8540747038007179</c:v>
                </c:pt>
                <c:pt idx="28">
                  <c:v>6.85316316405968</c:v>
                </c:pt>
                <c:pt idx="29">
                  <c:v>6.8570721666053505</c:v>
                </c:pt>
                <c:pt idx="30">
                  <c:v>6.8540100371256782</c:v>
                </c:pt>
                <c:pt idx="31">
                  <c:v>6.865091383144172</c:v>
                </c:pt>
                <c:pt idx="32">
                  <c:v>6.869649359457215</c:v>
                </c:pt>
                <c:pt idx="33">
                  <c:v>6.8808573329469542</c:v>
                </c:pt>
                <c:pt idx="34">
                  <c:v>6.8862197849061175</c:v>
                </c:pt>
                <c:pt idx="35">
                  <c:v>6.8702070768227586</c:v>
                </c:pt>
                <c:pt idx="36">
                  <c:v>6.8659946169859145</c:v>
                </c:pt>
                <c:pt idx="37">
                  <c:v>6.8768625431932291</c:v>
                </c:pt>
                <c:pt idx="38">
                  <c:v>6.8773100853413762</c:v>
                </c:pt>
                <c:pt idx="39">
                  <c:v>6.8971880137021619</c:v>
                </c:pt>
                <c:pt idx="40">
                  <c:v>6.9257147987372427</c:v>
                </c:pt>
                <c:pt idx="41">
                  <c:v>7.0071486944747283</c:v>
                </c:pt>
                <c:pt idx="42">
                  <c:v>7.1737279944403882</c:v>
                </c:pt>
                <c:pt idx="43">
                  <c:v>7.5009263091169425</c:v>
                </c:pt>
                <c:pt idx="44">
                  <c:v>7.7039205733685776</c:v>
                </c:pt>
                <c:pt idx="45">
                  <c:v>7.471923678696391</c:v>
                </c:pt>
                <c:pt idx="46">
                  <c:v>7.1572521790238026</c:v>
                </c:pt>
                <c:pt idx="47">
                  <c:v>7.172063368414797</c:v>
                </c:pt>
                <c:pt idx="48">
                  <c:v>7.3517646873826701</c:v>
                </c:pt>
                <c:pt idx="49">
                  <c:v>7.2028391663401754</c:v>
                </c:pt>
                <c:pt idx="50">
                  <c:v>6.9901476194750165</c:v>
                </c:pt>
                <c:pt idx="51">
                  <c:v>6.9020701274959055</c:v>
                </c:pt>
                <c:pt idx="52">
                  <c:v>6.8787193631974546</c:v>
                </c:pt>
                <c:pt idx="53">
                  <c:v>6.8741584704065177</c:v>
                </c:pt>
                <c:pt idx="54">
                  <c:v>6.8699204004476035</c:v>
                </c:pt>
                <c:pt idx="55">
                  <c:v>6.8620843157460394</c:v>
                </c:pt>
                <c:pt idx="56">
                  <c:v>6.8606765567559105</c:v>
                </c:pt>
                <c:pt idx="57">
                  <c:v>6.8643949448158983</c:v>
                </c:pt>
                <c:pt idx="58">
                  <c:v>6.8730078273416497</c:v>
                </c:pt>
                <c:pt idx="59">
                  <c:v>6.8869969528741075</c:v>
                </c:pt>
                <c:pt idx="60">
                  <c:v>6.8864589935294775</c:v>
                </c:pt>
                <c:pt idx="61">
                  <c:v>6.8944797225524583</c:v>
                </c:pt>
                <c:pt idx="62">
                  <c:v>6.9050659820895328</c:v>
                </c:pt>
                <c:pt idx="63">
                  <c:v>6.9203185743469815</c:v>
                </c:pt>
                <c:pt idx="64">
                  <c:v>6.9722980217166688</c:v>
                </c:pt>
                <c:pt idx="65">
                  <c:v>7.0476873670481757</c:v>
                </c:pt>
                <c:pt idx="66">
                  <c:v>7.1221016642584347</c:v>
                </c:pt>
                <c:pt idx="67">
                  <c:v>7.190925181837609</c:v>
                </c:pt>
                <c:pt idx="68">
                  <c:v>7.2354418153853404</c:v>
                </c:pt>
                <c:pt idx="69">
                  <c:v>7.1860211848869815</c:v>
                </c:pt>
                <c:pt idx="70">
                  <c:v>7.0542626270856843</c:v>
                </c:pt>
                <c:pt idx="71">
                  <c:v>6.9675069952073265</c:v>
                </c:pt>
                <c:pt idx="72">
                  <c:v>6.9170898993014847</c:v>
                </c:pt>
                <c:pt idx="73">
                  <c:v>6.8911841599691055</c:v>
                </c:pt>
                <c:pt idx="74">
                  <c:v>6.8753822806903075</c:v>
                </c:pt>
                <c:pt idx="75">
                  <c:v>6.8661180982348373</c:v>
                </c:pt>
                <c:pt idx="76">
                  <c:v>6.8635253557694593</c:v>
                </c:pt>
                <c:pt idx="77">
                  <c:v>6.8618577494480775</c:v>
                </c:pt>
                <c:pt idx="78">
                  <c:v>6.8590381662677791</c:v>
                </c:pt>
                <c:pt idx="79">
                  <c:v>6.8524067560535871</c:v>
                </c:pt>
                <c:pt idx="80">
                  <c:v>6.847602672402517</c:v>
                </c:pt>
                <c:pt idx="81">
                  <c:v>6.8468866387889671</c:v>
                </c:pt>
                <c:pt idx="82">
                  <c:v>6.8498510949772662</c:v>
                </c:pt>
                <c:pt idx="83">
                  <c:v>6.8505658075603479</c:v>
                </c:pt>
                <c:pt idx="84">
                  <c:v>6.8403362422041329</c:v>
                </c:pt>
                <c:pt idx="85">
                  <c:v>6.8372127199075381</c:v>
                </c:pt>
                <c:pt idx="86">
                  <c:v>6.8420450142599814</c:v>
                </c:pt>
                <c:pt idx="87">
                  <c:v>6.8429242429997634</c:v>
                </c:pt>
                <c:pt idx="88">
                  <c:v>6.8414448356566622</c:v>
                </c:pt>
                <c:pt idx="89">
                  <c:v>6.8443354928288596</c:v>
                </c:pt>
                <c:pt idx="90">
                  <c:v>6.8434604441613311</c:v>
                </c:pt>
                <c:pt idx="91">
                  <c:v>6.8410369754768752</c:v>
                </c:pt>
                <c:pt idx="92">
                  <c:v>6.8412976460589991</c:v>
                </c:pt>
                <c:pt idx="93">
                  <c:v>6.8413112105530089</c:v>
                </c:pt>
                <c:pt idx="94">
                  <c:v>6.8435069386901972</c:v>
                </c:pt>
                <c:pt idx="95">
                  <c:v>6.8356992210438543</c:v>
                </c:pt>
                <c:pt idx="96">
                  <c:v>6.834704938208449</c:v>
                </c:pt>
                <c:pt idx="97">
                  <c:v>6.834732284177317</c:v>
                </c:pt>
                <c:pt idx="98">
                  <c:v>6.8340012533579699</c:v>
                </c:pt>
                <c:pt idx="99">
                  <c:v>6.8343223913975111</c:v>
                </c:pt>
                <c:pt idx="100">
                  <c:v>6.8293170324810628</c:v>
                </c:pt>
                <c:pt idx="101">
                  <c:v>6.8298248633965146</c:v>
                </c:pt>
                <c:pt idx="102">
                  <c:v>6.8353894266355066</c:v>
                </c:pt>
                <c:pt idx="103">
                  <c:v>6.8363665839382506</c:v>
                </c:pt>
                <c:pt idx="104">
                  <c:v>6.8386401699097901</c:v>
                </c:pt>
                <c:pt idx="105">
                  <c:v>6.8430325930253062</c:v>
                </c:pt>
                <c:pt idx="106">
                  <c:v>6.8444198473251268</c:v>
                </c:pt>
                <c:pt idx="107">
                  <c:v>6.8556129129541237</c:v>
                </c:pt>
                <c:pt idx="108">
                  <c:v>6.8667424989209671</c:v>
                </c:pt>
                <c:pt idx="109">
                  <c:v>6.8731926120624403</c:v>
                </c:pt>
                <c:pt idx="110">
                  <c:v>6.8913522244008796</c:v>
                </c:pt>
                <c:pt idx="111">
                  <c:v>6.881471726986832</c:v>
                </c:pt>
                <c:pt idx="112">
                  <c:v>6.8763485410871361</c:v>
                </c:pt>
                <c:pt idx="113">
                  <c:v>6.8692525397736111</c:v>
                </c:pt>
                <c:pt idx="114">
                  <c:v>6.8579006696896947</c:v>
                </c:pt>
                <c:pt idx="115">
                  <c:v>6.8596222404247884</c:v>
                </c:pt>
                <c:pt idx="116">
                  <c:v>6.8593604913202046</c:v>
                </c:pt>
                <c:pt idx="117">
                  <c:v>6.8597410246764916</c:v>
                </c:pt>
                <c:pt idx="118">
                  <c:v>6.8670635029429237</c:v>
                </c:pt>
                <c:pt idx="119">
                  <c:v>6.8734001287181457</c:v>
                </c:pt>
                <c:pt idx="120">
                  <c:v>6.876701326421804</c:v>
                </c:pt>
                <c:pt idx="121">
                  <c:v>6.8954434047062483</c:v>
                </c:pt>
                <c:pt idx="122">
                  <c:v>6.9164523585103614</c:v>
                </c:pt>
                <c:pt idx="123">
                  <c:v>6.9129645062215301</c:v>
                </c:pt>
                <c:pt idx="124">
                  <c:v>6.9114653472393037</c:v>
                </c:pt>
                <c:pt idx="125">
                  <c:v>6.9179376179546193</c:v>
                </c:pt>
                <c:pt idx="126">
                  <c:v>6.9118911402481507</c:v>
                </c:pt>
                <c:pt idx="127">
                  <c:v>6.9050208564545574</c:v>
                </c:pt>
                <c:pt idx="128">
                  <c:v>6.8971398248081304</c:v>
                </c:pt>
                <c:pt idx="129">
                  <c:v>6.8915132305732447</c:v>
                </c:pt>
                <c:pt idx="130">
                  <c:v>6.8860138636978379</c:v>
                </c:pt>
                <c:pt idx="131">
                  <c:v>6.8881571622417379</c:v>
                </c:pt>
                <c:pt idx="132">
                  <c:v>6.8809055728953039</c:v>
                </c:pt>
                <c:pt idx="133">
                  <c:v>6.8768715478984968</c:v>
                </c:pt>
                <c:pt idx="134">
                  <c:v>6.8665403493503998</c:v>
                </c:pt>
                <c:pt idx="135">
                  <c:v>6.8574158642714842</c:v>
                </c:pt>
                <c:pt idx="136">
                  <c:v>6.8595657807313035</c:v>
                </c:pt>
                <c:pt idx="137">
                  <c:v>6.8656490047828704</c:v>
                </c:pt>
                <c:pt idx="138">
                  <c:v>6.862601910799734</c:v>
                </c:pt>
                <c:pt idx="139">
                  <c:v>6.8587323891960486</c:v>
                </c:pt>
                <c:pt idx="140">
                  <c:v>6.8551989645469629</c:v>
                </c:pt>
                <c:pt idx="141">
                  <c:v>6.851959686157878</c:v>
                </c:pt>
                <c:pt idx="142">
                  <c:v>6.8409541270829779</c:v>
                </c:pt>
                <c:pt idx="143">
                  <c:v>6.829249669499875</c:v>
                </c:pt>
                <c:pt idx="144">
                  <c:v>6.8372011497228105</c:v>
                </c:pt>
                <c:pt idx="145">
                  <c:v>6.84456518939467</c:v>
                </c:pt>
                <c:pt idx="146">
                  <c:v>6.8431540289106305</c:v>
                </c:pt>
                <c:pt idx="147">
                  <c:v>6.8418200944637615</c:v>
                </c:pt>
                <c:pt idx="148">
                  <c:v>6.8414380645777895</c:v>
                </c:pt>
                <c:pt idx="149">
                  <c:v>6.8408322508541639</c:v>
                </c:pt>
                <c:pt idx="150">
                  <c:v>6.8438866232684541</c:v>
                </c:pt>
                <c:pt idx="151">
                  <c:v>6.8392047668446319</c:v>
                </c:pt>
                <c:pt idx="152">
                  <c:v>6.8476447028694878</c:v>
                </c:pt>
                <c:pt idx="153">
                  <c:v>6.8398499306835525</c:v>
                </c:pt>
                <c:pt idx="154">
                  <c:v>6.8349625455315168</c:v>
                </c:pt>
                <c:pt idx="155">
                  <c:v>6.8283755749099067</c:v>
                </c:pt>
                <c:pt idx="156">
                  <c:v>6.8430387514523678</c:v>
                </c:pt>
                <c:pt idx="157">
                  <c:v>6.8457545699230229</c:v>
                </c:pt>
                <c:pt idx="158">
                  <c:v>6.8389260070795999</c:v>
                </c:pt>
                <c:pt idx="159">
                  <c:v>6.8441356694206386</c:v>
                </c:pt>
                <c:pt idx="160">
                  <c:v>6.8450852893008225</c:v>
                </c:pt>
                <c:pt idx="161">
                  <c:v>6.8398926759109697</c:v>
                </c:pt>
                <c:pt idx="162">
                  <c:v>6.8337846617973099</c:v>
                </c:pt>
                <c:pt idx="163">
                  <c:v>6.8387680514027123</c:v>
                </c:pt>
                <c:pt idx="164">
                  <c:v>6.8413546290592393</c:v>
                </c:pt>
                <c:pt idx="165">
                  <c:v>6.8428949282487723</c:v>
                </c:pt>
                <c:pt idx="166">
                  <c:v>6.8440105448608675</c:v>
                </c:pt>
                <c:pt idx="167">
                  <c:v>6.8377839985761968</c:v>
                </c:pt>
                <c:pt idx="168">
                  <c:v>6.8474412801318749</c:v>
                </c:pt>
                <c:pt idx="169">
                  <c:v>6.8485169244041781</c:v>
                </c:pt>
                <c:pt idx="170">
                  <c:v>6.8493074749851708</c:v>
                </c:pt>
                <c:pt idx="171">
                  <c:v>6.843085080054701</c:v>
                </c:pt>
                <c:pt idx="172">
                  <c:v>6.8504759104797257</c:v>
                </c:pt>
                <c:pt idx="173">
                  <c:v>6.8631804327997035</c:v>
                </c:pt>
                <c:pt idx="174">
                  <c:v>6.8679969035045829</c:v>
                </c:pt>
                <c:pt idx="175">
                  <c:v>6.8626689770277016</c:v>
                </c:pt>
                <c:pt idx="176">
                  <c:v>6.8601454961259476</c:v>
                </c:pt>
                <c:pt idx="177">
                  <c:v>6.8660193655663742</c:v>
                </c:pt>
                <c:pt idx="178">
                  <c:v>6.8638552432426803</c:v>
                </c:pt>
                <c:pt idx="179">
                  <c:v>6.8643751293588773</c:v>
                </c:pt>
                <c:pt idx="180">
                  <c:v>6.8652156557350184</c:v>
                </c:pt>
                <c:pt idx="181">
                  <c:v>6.8610485704229474</c:v>
                </c:pt>
                <c:pt idx="182">
                  <c:v>6.8667636290266669</c:v>
                </c:pt>
                <c:pt idx="183">
                  <c:v>6.87102433519365</c:v>
                </c:pt>
                <c:pt idx="184">
                  <c:v>6.8692339879109499</c:v>
                </c:pt>
                <c:pt idx="185">
                  <c:v>6.8722806032598589</c:v>
                </c:pt>
                <c:pt idx="186">
                  <c:v>6.8771590028519967</c:v>
                </c:pt>
                <c:pt idx="187">
                  <c:v>6.8832814749102234</c:v>
                </c:pt>
                <c:pt idx="188">
                  <c:v>6.8853537122258039</c:v>
                </c:pt>
                <c:pt idx="189">
                  <c:v>6.8891209784131116</c:v>
                </c:pt>
                <c:pt idx="190">
                  <c:v>6.8908624220413337</c:v>
                </c:pt>
                <c:pt idx="191">
                  <c:v>6.8895531851206071</c:v>
                </c:pt>
                <c:pt idx="192">
                  <c:v>6.8903798566313075</c:v>
                </c:pt>
                <c:pt idx="193">
                  <c:v>6.8915450629402732</c:v>
                </c:pt>
                <c:pt idx="194">
                  <c:v>6.8863797508467615</c:v>
                </c:pt>
                <c:pt idx="195">
                  <c:v>6.9029596660169492</c:v>
                </c:pt>
                <c:pt idx="196">
                  <c:v>6.9178200143340103</c:v>
                </c:pt>
                <c:pt idx="197">
                  <c:v>6.9089020248244468</c:v>
                </c:pt>
                <c:pt idx="198">
                  <c:v>6.9021818407246203</c:v>
                </c:pt>
                <c:pt idx="199">
                  <c:v>6.9024046098577108</c:v>
                </c:pt>
                <c:pt idx="200">
                  <c:v>6.8866309189440207</c:v>
                </c:pt>
                <c:pt idx="201">
                  <c:v>6.8777830142489531</c:v>
                </c:pt>
                <c:pt idx="202">
                  <c:v>6.8761263271697493</c:v>
                </c:pt>
                <c:pt idx="203">
                  <c:v>6.88593528472125</c:v>
                </c:pt>
                <c:pt idx="204">
                  <c:v>6.8964425759925643</c:v>
                </c:pt>
                <c:pt idx="205">
                  <c:v>6.9083262852847875</c:v>
                </c:pt>
                <c:pt idx="206">
                  <c:v>6.919339888605605</c:v>
                </c:pt>
                <c:pt idx="207">
                  <c:v>6.9364311000030527</c:v>
                </c:pt>
                <c:pt idx="208">
                  <c:v>6.9523267213907687</c:v>
                </c:pt>
                <c:pt idx="209">
                  <c:v>6.9599830693671949</c:v>
                </c:pt>
                <c:pt idx="210">
                  <c:v>6.9658085074055816</c:v>
                </c:pt>
                <c:pt idx="211">
                  <c:v>6.996607343591779</c:v>
                </c:pt>
                <c:pt idx="212">
                  <c:v>7.0230708130532813</c:v>
                </c:pt>
                <c:pt idx="213">
                  <c:v>7.0085079390995508</c:v>
                </c:pt>
                <c:pt idx="214">
                  <c:v>7.0379000246183914</c:v>
                </c:pt>
                <c:pt idx="215">
                  <c:v>7.1340812535591249</c:v>
                </c:pt>
                <c:pt idx="216">
                  <c:v>7.1625886060445652</c:v>
                </c:pt>
                <c:pt idx="217">
                  <c:v>7.1920099073966588</c:v>
                </c:pt>
                <c:pt idx="218">
                  <c:v>7.1942874149779694</c:v>
                </c:pt>
                <c:pt idx="219">
                  <c:v>7.0937694536095455</c:v>
                </c:pt>
                <c:pt idx="220">
                  <c:v>7.0317425675890242</c:v>
                </c:pt>
                <c:pt idx="221">
                  <c:v>7.0107579922215679</c:v>
                </c:pt>
                <c:pt idx="222">
                  <c:v>6.9908631584998648</c:v>
                </c:pt>
                <c:pt idx="223">
                  <c:v>6.9722782892229134</c:v>
                </c:pt>
                <c:pt idx="224">
                  <c:v>6.9511828366411939</c:v>
                </c:pt>
                <c:pt idx="225">
                  <c:v>6.9313708768405462</c:v>
                </c:pt>
                <c:pt idx="226">
                  <c:v>6.9111486573071845</c:v>
                </c:pt>
                <c:pt idx="227">
                  <c:v>6.8956386236531992</c:v>
                </c:pt>
                <c:pt idx="228">
                  <c:v>6.8822367376454423</c:v>
                </c:pt>
                <c:pt idx="229">
                  <c:v>6.8705385980341429</c:v>
                </c:pt>
                <c:pt idx="230">
                  <c:v>6.8623234733150822</c:v>
                </c:pt>
                <c:pt idx="231">
                  <c:v>6.8582790077103253</c:v>
                </c:pt>
                <c:pt idx="232">
                  <c:v>6.8558242459200702</c:v>
                </c:pt>
                <c:pt idx="233">
                  <c:v>6.856272158212021</c:v>
                </c:pt>
                <c:pt idx="234">
                  <c:v>6.8648729727734468</c:v>
                </c:pt>
                <c:pt idx="235">
                  <c:v>6.864658410621912</c:v>
                </c:pt>
                <c:pt idx="236">
                  <c:v>6.8612055113952728</c:v>
                </c:pt>
                <c:pt idx="237">
                  <c:v>6.8630916365778045</c:v>
                </c:pt>
                <c:pt idx="238">
                  <c:v>6.8692799495603758</c:v>
                </c:pt>
                <c:pt idx="239">
                  <c:v>6.870648320144471</c:v>
                </c:pt>
                <c:pt idx="240">
                  <c:v>6.8761447003422989</c:v>
                </c:pt>
                <c:pt idx="241">
                  <c:v>6.8819986011627519</c:v>
                </c:pt>
                <c:pt idx="242">
                  <c:v>6.8988493339606887</c:v>
                </c:pt>
                <c:pt idx="243">
                  <c:v>6.9061785769242041</c:v>
                </c:pt>
                <c:pt idx="244">
                  <c:v>6.9112036172800888</c:v>
                </c:pt>
                <c:pt idx="245">
                  <c:v>6.9131555387144381</c:v>
                </c:pt>
                <c:pt idx="246">
                  <c:v>6.9036374439921371</c:v>
                </c:pt>
                <c:pt idx="247">
                  <c:v>6.9039983022907769</c:v>
                </c:pt>
                <c:pt idx="248">
                  <c:v>6.9257652148758799</c:v>
                </c:pt>
                <c:pt idx="249">
                  <c:v>6.9750134987615757</c:v>
                </c:pt>
                <c:pt idx="250">
                  <c:v>7.0343576463183561</c:v>
                </c:pt>
                <c:pt idx="251">
                  <c:v>7.1087126694658718</c:v>
                </c:pt>
                <c:pt idx="252">
                  <c:v>7.1824611928473718</c:v>
                </c:pt>
                <c:pt idx="253">
                  <c:v>7.3286396342223625</c:v>
                </c:pt>
                <c:pt idx="254">
                  <c:v>7.5573236652793163</c:v>
                </c:pt>
                <c:pt idx="255">
                  <c:v>7.7091889705111276</c:v>
                </c:pt>
                <c:pt idx="256">
                  <c:v>7.7315545396427074</c:v>
                </c:pt>
                <c:pt idx="257">
                  <c:v>7.7549947000512889</c:v>
                </c:pt>
                <c:pt idx="258">
                  <c:v>7.7778013784869984</c:v>
                </c:pt>
                <c:pt idx="259">
                  <c:v>7.8</c:v>
                </c:pt>
                <c:pt idx="260">
                  <c:v>7.4626139238806664</c:v>
                </c:pt>
                <c:pt idx="261">
                  <c:v>7.1975232631550883</c:v>
                </c:pt>
                <c:pt idx="262">
                  <c:v>7.0270196092486321</c:v>
                </c:pt>
                <c:pt idx="263">
                  <c:v>6.9678993731652996</c:v>
                </c:pt>
                <c:pt idx="264">
                  <c:v>6.9455103828655176</c:v>
                </c:pt>
                <c:pt idx="265">
                  <c:v>6.9346134897147502</c:v>
                </c:pt>
                <c:pt idx="266">
                  <c:v>6.9272535248156144</c:v>
                </c:pt>
                <c:pt idx="267">
                  <c:v>6.9333467682770111</c:v>
                </c:pt>
                <c:pt idx="268">
                  <c:v>6.9292817852183655</c:v>
                </c:pt>
                <c:pt idx="269">
                  <c:v>6.9595024567848176</c:v>
                </c:pt>
                <c:pt idx="270">
                  <c:v>7.0058535868364</c:v>
                </c:pt>
                <c:pt idx="271">
                  <c:v>7.009484263578738</c:v>
                </c:pt>
                <c:pt idx="272">
                  <c:v>6.9894236054334451</c:v>
                </c:pt>
                <c:pt idx="273">
                  <c:v>6.9725521956368777</c:v>
                </c:pt>
                <c:pt idx="274">
                  <c:v>6.9741168062542762</c:v>
                </c:pt>
                <c:pt idx="275">
                  <c:v>7.0100960602302083</c:v>
                </c:pt>
                <c:pt idx="276">
                  <c:v>7.0863998904986998</c:v>
                </c:pt>
                <c:pt idx="277">
                  <c:v>7.2284691230124176</c:v>
                </c:pt>
                <c:pt idx="278">
                  <c:v>7.4380949857410394</c:v>
                </c:pt>
                <c:pt idx="279">
                  <c:v>7.4500812631573359</c:v>
                </c:pt>
                <c:pt idx="280">
                  <c:v>7.3422266687129234</c:v>
                </c:pt>
                <c:pt idx="281">
                  <c:v>7.207112310615285</c:v>
                </c:pt>
                <c:pt idx="282">
                  <c:v>7.0852240329827234</c:v>
                </c:pt>
                <c:pt idx="283">
                  <c:v>6.993510695011615</c:v>
                </c:pt>
                <c:pt idx="284">
                  <c:v>6.9401299980772944</c:v>
                </c:pt>
                <c:pt idx="285">
                  <c:v>6.8934513864872082</c:v>
                </c:pt>
                <c:pt idx="286">
                  <c:v>6.9084398811414642</c:v>
                </c:pt>
                <c:pt idx="287">
                  <c:v>6.9404459604853876</c:v>
                </c:pt>
                <c:pt idx="288">
                  <c:v>6.9585981444206153</c:v>
                </c:pt>
                <c:pt idx="289">
                  <c:v>6.9166638637846303</c:v>
                </c:pt>
                <c:pt idx="290">
                  <c:v>6.8762407462772979</c:v>
                </c:pt>
                <c:pt idx="291">
                  <c:v>6.8457088316362364</c:v>
                </c:pt>
                <c:pt idx="292">
                  <c:v>6.8287035159372689</c:v>
                </c:pt>
                <c:pt idx="293">
                  <c:v>6.8000992986908306</c:v>
                </c:pt>
                <c:pt idx="294">
                  <c:v>6.8100884384587683</c:v>
                </c:pt>
                <c:pt idx="295">
                  <c:v>6.8052776750681909</c:v>
                </c:pt>
                <c:pt idx="296">
                  <c:v>6.831010702031584</c:v>
                </c:pt>
                <c:pt idx="297">
                  <c:v>6.8521454728196511</c:v>
                </c:pt>
                <c:pt idx="298">
                  <c:v>6.8494030167587843</c:v>
                </c:pt>
                <c:pt idx="299">
                  <c:v>6.8352022455526837</c:v>
                </c:pt>
                <c:pt idx="300">
                  <c:v>6.8470856740461592</c:v>
                </c:pt>
                <c:pt idx="301">
                  <c:v>6.8425869813685436</c:v>
                </c:pt>
                <c:pt idx="302">
                  <c:v>6.8361415779878696</c:v>
                </c:pt>
                <c:pt idx="303">
                  <c:v>6.8485705218649811</c:v>
                </c:pt>
                <c:pt idx="304">
                  <c:v>6.8539095430832582</c:v>
                </c:pt>
                <c:pt idx="305">
                  <c:v>6.8713163722721546</c:v>
                </c:pt>
                <c:pt idx="306">
                  <c:v>6.8624032329227642</c:v>
                </c:pt>
                <c:pt idx="307">
                  <c:v>6.8481801286436061</c:v>
                </c:pt>
                <c:pt idx="308">
                  <c:v>6.8506915511537203</c:v>
                </c:pt>
                <c:pt idx="309">
                  <c:v>6.8607817158866027</c:v>
                </c:pt>
                <c:pt idx="310">
                  <c:v>6.8631400552162658</c:v>
                </c:pt>
                <c:pt idx="311">
                  <c:v>6.8454877568683115</c:v>
                </c:pt>
                <c:pt idx="312">
                  <c:v>6.8220391884517992</c:v>
                </c:pt>
                <c:pt idx="313">
                  <c:v>6.8328397101962928</c:v>
                </c:pt>
                <c:pt idx="314">
                  <c:v>6.8421314587923749</c:v>
                </c:pt>
                <c:pt idx="315">
                  <c:v>6.848281244910523</c:v>
                </c:pt>
                <c:pt idx="316">
                  <c:v>6.8563366781058965</c:v>
                </c:pt>
                <c:pt idx="317">
                  <c:v>6.8643861443279004</c:v>
                </c:pt>
                <c:pt idx="318">
                  <c:v>6.8799153105874096</c:v>
                </c:pt>
                <c:pt idx="319">
                  <c:v>6.8935856976332541</c:v>
                </c:pt>
                <c:pt idx="320">
                  <c:v>6.909558889674785</c:v>
                </c:pt>
                <c:pt idx="321">
                  <c:v>6.9403745482586343</c:v>
                </c:pt>
                <c:pt idx="322">
                  <c:v>6.9492622242671178</c:v>
                </c:pt>
                <c:pt idx="323">
                  <c:v>6.9501454639617268</c:v>
                </c:pt>
                <c:pt idx="324">
                  <c:v>6.9437882313875612</c:v>
                </c:pt>
                <c:pt idx="325">
                  <c:v>6.9241137481006518</c:v>
                </c:pt>
                <c:pt idx="326">
                  <c:v>6.9145312100659506</c:v>
                </c:pt>
                <c:pt idx="327">
                  <c:v>6.9151197131850122</c:v>
                </c:pt>
                <c:pt idx="328">
                  <c:v>6.9168553430028163</c:v>
                </c:pt>
                <c:pt idx="329">
                  <c:v>6.9542790002053403</c:v>
                </c:pt>
                <c:pt idx="330">
                  <c:v>7.0165296317727757</c:v>
                </c:pt>
                <c:pt idx="331">
                  <c:v>7.1240383076882399</c:v>
                </c:pt>
                <c:pt idx="332">
                  <c:v>7.3092941321945375</c:v>
                </c:pt>
                <c:pt idx="333">
                  <c:v>7.5658283956150063</c:v>
                </c:pt>
                <c:pt idx="334">
                  <c:v>7.4844494470868463</c:v>
                </c:pt>
                <c:pt idx="335">
                  <c:v>7.1857378334242608</c:v>
                </c:pt>
                <c:pt idx="336">
                  <c:v>6.9905597171631646</c:v>
                </c:pt>
                <c:pt idx="337">
                  <c:v>6.8988168761782696</c:v>
                </c:pt>
                <c:pt idx="338">
                  <c:v>6.8610243387674528</c:v>
                </c:pt>
                <c:pt idx="339">
                  <c:v>6.8432277034818325</c:v>
                </c:pt>
                <c:pt idx="340">
                  <c:v>6.8338310893173846</c:v>
                </c:pt>
                <c:pt idx="341">
                  <c:v>6.8278690873611874</c:v>
                </c:pt>
                <c:pt idx="342">
                  <c:v>6.8283803899702367</c:v>
                </c:pt>
                <c:pt idx="343">
                  <c:v>6.819857246575812</c:v>
                </c:pt>
                <c:pt idx="344">
                  <c:v>6.8171497834633223</c:v>
                </c:pt>
                <c:pt idx="345">
                  <c:v>6.8183765229885847</c:v>
                </c:pt>
                <c:pt idx="346">
                  <c:v>6.8193866932894514</c:v>
                </c:pt>
                <c:pt idx="347">
                  <c:v>6.8206821551171073</c:v>
                </c:pt>
                <c:pt idx="348">
                  <c:v>6.8231483562654009</c:v>
                </c:pt>
                <c:pt idx="349">
                  <c:v>6.8230054153442321</c:v>
                </c:pt>
                <c:pt idx="350">
                  <c:v>6.8184118430036849</c:v>
                </c:pt>
                <c:pt idx="351">
                  <c:v>6.82276101513495</c:v>
                </c:pt>
                <c:pt idx="352">
                  <c:v>6.8172967209802922</c:v>
                </c:pt>
                <c:pt idx="353">
                  <c:v>6.8125202561196003</c:v>
                </c:pt>
                <c:pt idx="354">
                  <c:v>6.8134438925430167</c:v>
                </c:pt>
                <c:pt idx="355">
                  <c:v>6.8133814483262398</c:v>
                </c:pt>
                <c:pt idx="356">
                  <c:v>6.8102060915382472</c:v>
                </c:pt>
                <c:pt idx="357">
                  <c:v>6.8127519182766392</c:v>
                </c:pt>
                <c:pt idx="358">
                  <c:v>6.8133596202122915</c:v>
                </c:pt>
                <c:pt idx="359">
                  <c:v>6.8148732554867308</c:v>
                </c:pt>
                <c:pt idx="360">
                  <c:v>6.8242388637259177</c:v>
                </c:pt>
                <c:pt idx="361">
                  <c:v>6.8242288666523505</c:v>
                </c:pt>
                <c:pt idx="362">
                  <c:v>6.8193942780465102</c:v>
                </c:pt>
                <c:pt idx="363">
                  <c:v>6.8172435064268706</c:v>
                </c:pt>
                <c:pt idx="364">
                  <c:v>6.8227978300842871</c:v>
                </c:pt>
                <c:pt idx="365">
                  <c:v>6.8255446656483372</c:v>
                </c:pt>
                <c:pt idx="366">
                  <c:v>6.8233133063838007</c:v>
                </c:pt>
                <c:pt idx="367">
                  <c:v>6.818607655457078</c:v>
                </c:pt>
                <c:pt idx="368">
                  <c:v>6.8191559086284963</c:v>
                </c:pt>
                <c:pt idx="369">
                  <c:v>6.8206350591045624</c:v>
                </c:pt>
                <c:pt idx="370">
                  <c:v>6.8200151320530136</c:v>
                </c:pt>
                <c:pt idx="371">
                  <c:v>6.8210290341054076</c:v>
                </c:pt>
                <c:pt idx="372">
                  <c:v>6.8226345408266571</c:v>
                </c:pt>
                <c:pt idx="373">
                  <c:v>6.8187947025223181</c:v>
                </c:pt>
                <c:pt idx="374">
                  <c:v>6.8167179357314973</c:v>
                </c:pt>
                <c:pt idx="375">
                  <c:v>6.8154060838724408</c:v>
                </c:pt>
                <c:pt idx="376">
                  <c:v>6.819473093149317</c:v>
                </c:pt>
                <c:pt idx="377">
                  <c:v>6.8229647729165217</c:v>
                </c:pt>
                <c:pt idx="378">
                  <c:v>6.8210270621323899</c:v>
                </c:pt>
                <c:pt idx="379">
                  <c:v>6.81233709157567</c:v>
                </c:pt>
                <c:pt idx="380">
                  <c:v>6.8106432146169835</c:v>
                </c:pt>
                <c:pt idx="381">
                  <c:v>6.8165892166286772</c:v>
                </c:pt>
                <c:pt idx="382">
                  <c:v>6.8172259932004833</c:v>
                </c:pt>
                <c:pt idx="383">
                  <c:v>6.8142292132473496</c:v>
                </c:pt>
                <c:pt idx="384">
                  <c:v>6.8162367376199153</c:v>
                </c:pt>
                <c:pt idx="385">
                  <c:v>6.8193144498345886</c:v>
                </c:pt>
                <c:pt idx="386">
                  <c:v>6.8184677889630976</c:v>
                </c:pt>
                <c:pt idx="387">
                  <c:v>6.8142843168105225</c:v>
                </c:pt>
                <c:pt idx="388">
                  <c:v>6.8093214510407982</c:v>
                </c:pt>
                <c:pt idx="389">
                  <c:v>6.8067562922659546</c:v>
                </c:pt>
                <c:pt idx="390">
                  <c:v>6.8050420793355251</c:v>
                </c:pt>
                <c:pt idx="391">
                  <c:v>6.8074040957726414</c:v>
                </c:pt>
                <c:pt idx="392">
                  <c:v>6.8034030654263118</c:v>
                </c:pt>
                <c:pt idx="393">
                  <c:v>6.8030298585640319</c:v>
                </c:pt>
                <c:pt idx="394">
                  <c:v>6.8069321831650731</c:v>
                </c:pt>
                <c:pt idx="395">
                  <c:v>6.8044235355368938</c:v>
                </c:pt>
                <c:pt idx="396">
                  <c:v>6.809083840258034</c:v>
                </c:pt>
                <c:pt idx="397">
                  <c:v>6.8097056882282834</c:v>
                </c:pt>
                <c:pt idx="398">
                  <c:v>6.8085037116425084</c:v>
                </c:pt>
                <c:pt idx="399">
                  <c:v>6.8131978673705316</c:v>
                </c:pt>
                <c:pt idx="400">
                  <c:v>6.8218576137712281</c:v>
                </c:pt>
                <c:pt idx="401">
                  <c:v>6.8285411504436979</c:v>
                </c:pt>
                <c:pt idx="402">
                  <c:v>6.8274123969175031</c:v>
                </c:pt>
                <c:pt idx="403">
                  <c:v>6.8278786153732103</c:v>
                </c:pt>
                <c:pt idx="404">
                  <c:v>6.8277896245067256</c:v>
                </c:pt>
                <c:pt idx="405">
                  <c:v>6.8258806684715383</c:v>
                </c:pt>
                <c:pt idx="406">
                  <c:v>6.8254534092465082</c:v>
                </c:pt>
                <c:pt idx="407">
                  <c:v>6.8174913847115395</c:v>
                </c:pt>
                <c:pt idx="408">
                  <c:v>6.8231394839822697</c:v>
                </c:pt>
                <c:pt idx="409">
                  <c:v>6.8237888262979975</c:v>
                </c:pt>
                <c:pt idx="410">
                  <c:v>6.815829186956929</c:v>
                </c:pt>
                <c:pt idx="411">
                  <c:v>6.8119808369405757</c:v>
                </c:pt>
                <c:pt idx="412">
                  <c:v>6.8121633449578907</c:v>
                </c:pt>
                <c:pt idx="413">
                  <c:v>6.8098722649053336</c:v>
                </c:pt>
                <c:pt idx="414">
                  <c:v>6.8192322842921893</c:v>
                </c:pt>
                <c:pt idx="415">
                  <c:v>6.8189180018902347</c:v>
                </c:pt>
                <c:pt idx="416">
                  <c:v>6.8118683674697813</c:v>
                </c:pt>
                <c:pt idx="417">
                  <c:v>6.8137376255821342</c:v>
                </c:pt>
                <c:pt idx="418">
                  <c:v>6.8076635362648004</c:v>
                </c:pt>
                <c:pt idx="419">
                  <c:v>6.8084873184202142</c:v>
                </c:pt>
                <c:pt idx="420">
                  <c:v>6.8122683198144047</c:v>
                </c:pt>
                <c:pt idx="421">
                  <c:v>6.8057494712080961</c:v>
                </c:pt>
                <c:pt idx="422">
                  <c:v>6.8019837356531623</c:v>
                </c:pt>
                <c:pt idx="423">
                  <c:v>6.8064822869342505</c:v>
                </c:pt>
                <c:pt idx="424">
                  <c:v>6.8204535035693601</c:v>
                </c:pt>
                <c:pt idx="425">
                  <c:v>6.8142573968261164</c:v>
                </c:pt>
                <c:pt idx="426">
                  <c:v>6.8065986700375785</c:v>
                </c:pt>
                <c:pt idx="427">
                  <c:v>6.8015655118457632</c:v>
                </c:pt>
                <c:pt idx="428">
                  <c:v>6.8034285933828391</c:v>
                </c:pt>
                <c:pt idx="429">
                  <c:v>6.8277881822222533</c:v>
                </c:pt>
                <c:pt idx="430">
                  <c:v>6.8276854832714911</c:v>
                </c:pt>
                <c:pt idx="431">
                  <c:v>6.8328574802897144</c:v>
                </c:pt>
                <c:pt idx="432">
                  <c:v>6.8177476390951908</c:v>
                </c:pt>
                <c:pt idx="433">
                  <c:v>6.8138706077204745</c:v>
                </c:pt>
                <c:pt idx="434">
                  <c:v>6.8063240313132463</c:v>
                </c:pt>
                <c:pt idx="435">
                  <c:v>6.7852177392617197</c:v>
                </c:pt>
                <c:pt idx="436">
                  <c:v>6.7936013579867742</c:v>
                </c:pt>
                <c:pt idx="437">
                  <c:v>6.7743992910699564</c:v>
                </c:pt>
                <c:pt idx="438">
                  <c:v>6.7631354162933315</c:v>
                </c:pt>
                <c:pt idx="439">
                  <c:v>6.8567073196881481</c:v>
                </c:pt>
                <c:pt idx="440">
                  <c:v>6.8414259104593036</c:v>
                </c:pt>
                <c:pt idx="441">
                  <c:v>6.8497367301149303</c:v>
                </c:pt>
                <c:pt idx="442">
                  <c:v>6.824888474076813</c:v>
                </c:pt>
                <c:pt idx="443">
                  <c:v>6.7786368632492744</c:v>
                </c:pt>
                <c:pt idx="444">
                  <c:v>6.7666858962753933</c:v>
                </c:pt>
                <c:pt idx="445">
                  <c:v>6.7939184902566918</c:v>
                </c:pt>
                <c:pt idx="446">
                  <c:v>6.8180225650000592</c:v>
                </c:pt>
                <c:pt idx="447">
                  <c:v>6.807787120420083</c:v>
                </c:pt>
                <c:pt idx="448">
                  <c:v>6.80551213284798</c:v>
                </c:pt>
                <c:pt idx="449">
                  <c:v>6.8081812517747755</c:v>
                </c:pt>
                <c:pt idx="450">
                  <c:v>6.8135359961274276</c:v>
                </c:pt>
                <c:pt idx="451">
                  <c:v>6.8052159615663355</c:v>
                </c:pt>
                <c:pt idx="452">
                  <c:v>6.8012601934651675</c:v>
                </c:pt>
                <c:pt idx="453">
                  <c:v>6.8141094190774254</c:v>
                </c:pt>
                <c:pt idx="454">
                  <c:v>6.8184338474145738</c:v>
                </c:pt>
                <c:pt idx="455">
                  <c:v>6.8227549269075753</c:v>
                </c:pt>
                <c:pt idx="456">
                  <c:v>6.8066376651658231</c:v>
                </c:pt>
                <c:pt idx="457">
                  <c:v>6.8044558545153864</c:v>
                </c:pt>
                <c:pt idx="458">
                  <c:v>6.8135856432604065</c:v>
                </c:pt>
                <c:pt idx="459">
                  <c:v>6.8070065852603019</c:v>
                </c:pt>
                <c:pt idx="460">
                  <c:v>6.8004414759578902</c:v>
                </c:pt>
                <c:pt idx="461">
                  <c:v>6.8040586259983797</c:v>
                </c:pt>
                <c:pt idx="462">
                  <c:v>6.8111237538087792</c:v>
                </c:pt>
                <c:pt idx="463">
                  <c:v>6.8037016913038206</c:v>
                </c:pt>
                <c:pt idx="464">
                  <c:v>6.7982833781433882</c:v>
                </c:pt>
                <c:pt idx="465">
                  <c:v>6.8080022042829258</c:v>
                </c:pt>
                <c:pt idx="466">
                  <c:v>6.8155835949484205</c:v>
                </c:pt>
                <c:pt idx="467">
                  <c:v>6.8082897717154687</c:v>
                </c:pt>
                <c:pt idx="468">
                  <c:v>6.8115377660338376</c:v>
                </c:pt>
                <c:pt idx="469">
                  <c:v>6.8072179190239721</c:v>
                </c:pt>
                <c:pt idx="470">
                  <c:v>6.8133485773229383</c:v>
                </c:pt>
                <c:pt idx="471">
                  <c:v>6.8149827606162088</c:v>
                </c:pt>
                <c:pt idx="472">
                  <c:v>6.8015339383400795</c:v>
                </c:pt>
                <c:pt idx="473">
                  <c:v>6.7992799679459131</c:v>
                </c:pt>
                <c:pt idx="474">
                  <c:v>6.8081590431466159</c:v>
                </c:pt>
                <c:pt idx="475">
                  <c:v>6.8114135405086911</c:v>
                </c:pt>
                <c:pt idx="476">
                  <c:v>6.8068136007374695</c:v>
                </c:pt>
                <c:pt idx="477">
                  <c:v>6.8083109544709339</c:v>
                </c:pt>
                <c:pt idx="478">
                  <c:v>6.8054662322244184</c:v>
                </c:pt>
                <c:pt idx="479">
                  <c:v>6.8065156421558459</c:v>
                </c:pt>
                <c:pt idx="480">
                  <c:v>6.8161972885868787</c:v>
                </c:pt>
                <c:pt idx="481">
                  <c:v>6.8240903467159972</c:v>
                </c:pt>
                <c:pt idx="482">
                  <c:v>6.8213908113817636</c:v>
                </c:pt>
                <c:pt idx="483">
                  <c:v>6.8219031765587976</c:v>
                </c:pt>
                <c:pt idx="484">
                  <c:v>6.8177580637486672</c:v>
                </c:pt>
                <c:pt idx="485">
                  <c:v>6.8177080767853875</c:v>
                </c:pt>
                <c:pt idx="486">
                  <c:v>6.8119477904380572</c:v>
                </c:pt>
                <c:pt idx="487">
                  <c:v>6.8054385595876896</c:v>
                </c:pt>
                <c:pt idx="488">
                  <c:v>6.8067599729631647</c:v>
                </c:pt>
                <c:pt idx="489">
                  <c:v>6.8192900873524058</c:v>
                </c:pt>
                <c:pt idx="490">
                  <c:v>6.8122738225125747</c:v>
                </c:pt>
                <c:pt idx="491">
                  <c:v>6.8111511564160319</c:v>
                </c:pt>
                <c:pt idx="492">
                  <c:v>6.8239233799520518</c:v>
                </c:pt>
                <c:pt idx="493">
                  <c:v>6.8338660423795767</c:v>
                </c:pt>
                <c:pt idx="494">
                  <c:v>6.8231551783985918</c:v>
                </c:pt>
                <c:pt idx="495">
                  <c:v>6.8250281108263637</c:v>
                </c:pt>
                <c:pt idx="496">
                  <c:v>6.8253013407706193</c:v>
                </c:pt>
                <c:pt idx="497">
                  <c:v>6.8212052050055485</c:v>
                </c:pt>
                <c:pt idx="498">
                  <c:v>6.8205686884916723</c:v>
                </c:pt>
                <c:pt idx="499">
                  <c:v>6.8231449834895441</c:v>
                </c:pt>
                <c:pt idx="500">
                  <c:v>6.8320806665110529</c:v>
                </c:pt>
                <c:pt idx="501">
                  <c:v>6.8367504996430792</c:v>
                </c:pt>
                <c:pt idx="502">
                  <c:v>6.8370523008598258</c:v>
                </c:pt>
                <c:pt idx="503">
                  <c:v>6.8379937967217206</c:v>
                </c:pt>
                <c:pt idx="504">
                  <c:v>6.8409913488714089</c:v>
                </c:pt>
                <c:pt idx="505">
                  <c:v>6.8425795433926471</c:v>
                </c:pt>
                <c:pt idx="506">
                  <c:v>6.8551914212715364</c:v>
                </c:pt>
                <c:pt idx="507">
                  <c:v>6.868669225049576</c:v>
                </c:pt>
                <c:pt idx="508">
                  <c:v>6.8950259782236998</c:v>
                </c:pt>
                <c:pt idx="509">
                  <c:v>6.9266133291999754</c:v>
                </c:pt>
                <c:pt idx="510">
                  <c:v>6.9542358210162236</c:v>
                </c:pt>
                <c:pt idx="511">
                  <c:v>6.981261730367649</c:v>
                </c:pt>
                <c:pt idx="512">
                  <c:v>6.9965331489047164</c:v>
                </c:pt>
                <c:pt idx="513">
                  <c:v>7.0132787991534373</c:v>
                </c:pt>
                <c:pt idx="514">
                  <c:v>7.0255795201118776</c:v>
                </c:pt>
                <c:pt idx="515">
                  <c:v>7.0158110167252925</c:v>
                </c:pt>
                <c:pt idx="516">
                  <c:v>6.9981067195548556</c:v>
                </c:pt>
                <c:pt idx="517">
                  <c:v>6.985073675464653</c:v>
                </c:pt>
                <c:pt idx="518">
                  <c:v>6.9803195101726239</c:v>
                </c:pt>
                <c:pt idx="519">
                  <c:v>6.97139748737197</c:v>
                </c:pt>
                <c:pt idx="520">
                  <c:v>6.9550326002239649</c:v>
                </c:pt>
                <c:pt idx="521">
                  <c:v>6.9370746141493367</c:v>
                </c:pt>
                <c:pt idx="522">
                  <c:v>6.9245538363184282</c:v>
                </c:pt>
                <c:pt idx="523">
                  <c:v>6.9218927704125113</c:v>
                </c:pt>
                <c:pt idx="524">
                  <c:v>6.9319985258576331</c:v>
                </c:pt>
                <c:pt idx="525">
                  <c:v>6.9339061704350371</c:v>
                </c:pt>
                <c:pt idx="526">
                  <c:v>6.9168337342628892</c:v>
                </c:pt>
                <c:pt idx="527">
                  <c:v>6.92586039288748</c:v>
                </c:pt>
                <c:pt idx="528">
                  <c:v>6.9226737100182145</c:v>
                </c:pt>
                <c:pt idx="529">
                  <c:v>6.936495122117333</c:v>
                </c:pt>
                <c:pt idx="530">
                  <c:v>6.9583009955285604</c:v>
                </c:pt>
                <c:pt idx="531">
                  <c:v>6.9713888464287148</c:v>
                </c:pt>
                <c:pt idx="532">
                  <c:v>6.9676499217694685</c:v>
                </c:pt>
                <c:pt idx="533">
                  <c:v>6.9649948164551327</c:v>
                </c:pt>
                <c:pt idx="534">
                  <c:v>6.9696811433226413</c:v>
                </c:pt>
                <c:pt idx="535">
                  <c:v>6.9680243413712226</c:v>
                </c:pt>
                <c:pt idx="536">
                  <c:v>6.9867836121971214</c:v>
                </c:pt>
                <c:pt idx="537">
                  <c:v>7.0064001743607056</c:v>
                </c:pt>
                <c:pt idx="538">
                  <c:v>7.0182580246410611</c:v>
                </c:pt>
                <c:pt idx="539">
                  <c:v>7.036638855337694</c:v>
                </c:pt>
                <c:pt idx="540">
                  <c:v>7.0756043784591212</c:v>
                </c:pt>
                <c:pt idx="541">
                  <c:v>7.1094752678079747</c:v>
                </c:pt>
                <c:pt idx="542">
                  <c:v>7.131783758212471</c:v>
                </c:pt>
                <c:pt idx="543">
                  <c:v>7.1598558215859898</c:v>
                </c:pt>
                <c:pt idx="544">
                  <c:v>7.1966707071053628</c:v>
                </c:pt>
                <c:pt idx="545">
                  <c:v>7.2368092031738218</c:v>
                </c:pt>
                <c:pt idx="546">
                  <c:v>7.2579026008192589</c:v>
                </c:pt>
                <c:pt idx="547">
                  <c:v>7.2756297830875631</c:v>
                </c:pt>
                <c:pt idx="548">
                  <c:v>7.3114544445897796</c:v>
                </c:pt>
                <c:pt idx="549">
                  <c:v>7.3251793767921978</c:v>
                </c:pt>
                <c:pt idx="550">
                  <c:v>7.3496561951197998</c:v>
                </c:pt>
                <c:pt idx="551">
                  <c:v>7.3462710896451533</c:v>
                </c:pt>
                <c:pt idx="552">
                  <c:v>7.36009210607331</c:v>
                </c:pt>
                <c:pt idx="553">
                  <c:v>7.3672273043391785</c:v>
                </c:pt>
                <c:pt idx="554">
                  <c:v>7.329455788543636</c:v>
                </c:pt>
                <c:pt idx="555">
                  <c:v>7.3003237864822657</c:v>
                </c:pt>
                <c:pt idx="556">
                  <c:v>7.2869399992301016</c:v>
                </c:pt>
                <c:pt idx="557">
                  <c:v>7.2538695649998557</c:v>
                </c:pt>
                <c:pt idx="558">
                  <c:v>7.2221751467377677</c:v>
                </c:pt>
                <c:pt idx="559">
                  <c:v>7.1658385707405046</c:v>
                </c:pt>
                <c:pt idx="560">
                  <c:v>7.1508954059384964</c:v>
                </c:pt>
                <c:pt idx="561">
                  <c:v>7.1156435738798356</c:v>
                </c:pt>
                <c:pt idx="562">
                  <c:v>7.1018320535547543</c:v>
                </c:pt>
                <c:pt idx="563">
                  <c:v>7.0785681071233952</c:v>
                </c:pt>
                <c:pt idx="564">
                  <c:v>7.0264215334450206</c:v>
                </c:pt>
                <c:pt idx="565">
                  <c:v>6.9951598388153924</c:v>
                </c:pt>
                <c:pt idx="566">
                  <c:v>6.9639388855312161</c:v>
                </c:pt>
                <c:pt idx="567">
                  <c:v>6.9530781005465769</c:v>
                </c:pt>
                <c:pt idx="568">
                  <c:v>6.9462921521038821</c:v>
                </c:pt>
                <c:pt idx="569">
                  <c:v>6.9274033820013718</c:v>
                </c:pt>
                <c:pt idx="570">
                  <c:v>6.8577399826068151</c:v>
                </c:pt>
                <c:pt idx="571">
                  <c:v>6.8806508246140217</c:v>
                </c:pt>
                <c:pt idx="572">
                  <c:v>6.8642941955018895</c:v>
                </c:pt>
                <c:pt idx="573">
                  <c:v>6.8253724674122846</c:v>
                </c:pt>
                <c:pt idx="574">
                  <c:v>6.8286861798055467</c:v>
                </c:pt>
                <c:pt idx="575">
                  <c:v>6.8111822748203368</c:v>
                </c:pt>
                <c:pt idx="576">
                  <c:v>6.8294731597752012</c:v>
                </c:pt>
                <c:pt idx="577">
                  <c:v>6.8095720280247871</c:v>
                </c:pt>
                <c:pt idx="578">
                  <c:v>6.7800731440530244</c:v>
                </c:pt>
                <c:pt idx="579">
                  <c:v>6.7679386288301071</c:v>
                </c:pt>
                <c:pt idx="580">
                  <c:v>6.9633560749685683</c:v>
                </c:pt>
                <c:pt idx="581">
                  <c:v>6.9002176088179379</c:v>
                </c:pt>
                <c:pt idx="582">
                  <c:v>6.6960881773414602</c:v>
                </c:pt>
                <c:pt idx="583">
                  <c:v>6.7158529501890589</c:v>
                </c:pt>
                <c:pt idx="584">
                  <c:v>6.8639832364169218</c:v>
                </c:pt>
                <c:pt idx="585">
                  <c:v>7.0402063268348343</c:v>
                </c:pt>
                <c:pt idx="586">
                  <c:v>7.2748613645532521</c:v>
                </c:pt>
                <c:pt idx="587">
                  <c:v>6.625334538521555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8-1251-45ED-B486-8EADCA04E34F}"/>
            </c:ext>
          </c:extLst>
        </c:ser>
        <c:ser>
          <c:idx val="9"/>
          <c:order val="9"/>
          <c:tx>
            <c:strRef>
              <c:f>'Fully separated 3%'!$I$1</c:f>
              <c:strCache>
                <c:ptCount val="1"/>
                <c:pt idx="0">
                  <c:v>3D_7/O-PTIR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3%'!$A$2:$A$589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3%'!$I$2:$I$589</c:f>
              <c:numCache>
                <c:formatCode>General</c:formatCode>
                <c:ptCount val="588"/>
                <c:pt idx="0">
                  <c:v>6.7153655924824172</c:v>
                </c:pt>
                <c:pt idx="1">
                  <c:v>6.6419716606755346</c:v>
                </c:pt>
                <c:pt idx="2">
                  <c:v>6.5691558425220586</c:v>
                </c:pt>
                <c:pt idx="3">
                  <c:v>6.5927209453963478</c:v>
                </c:pt>
                <c:pt idx="4">
                  <c:v>6.6264252551421485</c:v>
                </c:pt>
                <c:pt idx="5">
                  <c:v>6.6241854578647832</c:v>
                </c:pt>
                <c:pt idx="6">
                  <c:v>6.6428833998198744</c:v>
                </c:pt>
                <c:pt idx="7">
                  <c:v>6.6495166223062734</c:v>
                </c:pt>
                <c:pt idx="8">
                  <c:v>6.6164269098041872</c:v>
                </c:pt>
                <c:pt idx="9">
                  <c:v>6.6286498747054656</c:v>
                </c:pt>
                <c:pt idx="10">
                  <c:v>6.6625896125784463</c:v>
                </c:pt>
                <c:pt idx="11">
                  <c:v>6.6675178291430441</c:v>
                </c:pt>
                <c:pt idx="12">
                  <c:v>6.6607962614114973</c:v>
                </c:pt>
                <c:pt idx="13">
                  <c:v>6.6710884987788495</c:v>
                </c:pt>
                <c:pt idx="14">
                  <c:v>6.6832624092617312</c:v>
                </c:pt>
                <c:pt idx="15">
                  <c:v>6.7022191341534167</c:v>
                </c:pt>
                <c:pt idx="16">
                  <c:v>6.7041990442368649</c:v>
                </c:pt>
                <c:pt idx="17">
                  <c:v>6.6944450414578265</c:v>
                </c:pt>
                <c:pt idx="18">
                  <c:v>6.6861416693746589</c:v>
                </c:pt>
                <c:pt idx="19">
                  <c:v>6.6866826343207419</c:v>
                </c:pt>
                <c:pt idx="20">
                  <c:v>6.676715239638189</c:v>
                </c:pt>
                <c:pt idx="21">
                  <c:v>6.6826806753216577</c:v>
                </c:pt>
                <c:pt idx="22">
                  <c:v>6.6946549155795738</c:v>
                </c:pt>
                <c:pt idx="23">
                  <c:v>6.6846267960628873</c:v>
                </c:pt>
                <c:pt idx="24">
                  <c:v>6.6785622521198569</c:v>
                </c:pt>
                <c:pt idx="25">
                  <c:v>6.6763798109928931</c:v>
                </c:pt>
                <c:pt idx="26">
                  <c:v>6.6641364860560159</c:v>
                </c:pt>
                <c:pt idx="27">
                  <c:v>6.6557190959097712</c:v>
                </c:pt>
                <c:pt idx="28">
                  <c:v>6.6548841096383455</c:v>
                </c:pt>
                <c:pt idx="29">
                  <c:v>6.6573573431863275</c:v>
                </c:pt>
                <c:pt idx="30">
                  <c:v>6.6629295514393068</c:v>
                </c:pt>
                <c:pt idx="31">
                  <c:v>6.6769421388918273</c:v>
                </c:pt>
                <c:pt idx="32">
                  <c:v>6.6951582332717781</c:v>
                </c:pt>
                <c:pt idx="33">
                  <c:v>6.7053110732948795</c:v>
                </c:pt>
                <c:pt idx="34">
                  <c:v>6.7062443617646137</c:v>
                </c:pt>
                <c:pt idx="35">
                  <c:v>6.7012341645772437</c:v>
                </c:pt>
                <c:pt idx="36">
                  <c:v>6.6965917549681135</c:v>
                </c:pt>
                <c:pt idx="37">
                  <c:v>6.6965174202789575</c:v>
                </c:pt>
                <c:pt idx="38">
                  <c:v>6.7055694974643263</c:v>
                </c:pt>
                <c:pt idx="39">
                  <c:v>6.7180806304282399</c:v>
                </c:pt>
                <c:pt idx="40">
                  <c:v>6.7361131431930819</c:v>
                </c:pt>
                <c:pt idx="41">
                  <c:v>6.7677423717158636</c:v>
                </c:pt>
                <c:pt idx="42">
                  <c:v>6.8117240369813823</c:v>
                </c:pt>
                <c:pt idx="43">
                  <c:v>6.8714196101041649</c:v>
                </c:pt>
                <c:pt idx="44">
                  <c:v>6.923796426612121</c:v>
                </c:pt>
                <c:pt idx="45">
                  <c:v>6.9340488548040833</c:v>
                </c:pt>
                <c:pt idx="46">
                  <c:v>7.0004351277058205</c:v>
                </c:pt>
                <c:pt idx="47">
                  <c:v>7.0058825362440542</c:v>
                </c:pt>
                <c:pt idx="48">
                  <c:v>6.967499819032259</c:v>
                </c:pt>
                <c:pt idx="49">
                  <c:v>6.8452996658042089</c:v>
                </c:pt>
                <c:pt idx="50">
                  <c:v>6.7554090381588834</c:v>
                </c:pt>
                <c:pt idx="51">
                  <c:v>6.7046857561354027</c:v>
                </c:pt>
                <c:pt idx="52">
                  <c:v>6.6810595417039504</c:v>
                </c:pt>
                <c:pt idx="53">
                  <c:v>6.6649342583897271</c:v>
                </c:pt>
                <c:pt idx="54">
                  <c:v>6.660731720599526</c:v>
                </c:pt>
                <c:pt idx="55">
                  <c:v>6.6625844034658428</c:v>
                </c:pt>
                <c:pt idx="56">
                  <c:v>6.6654066242616938</c:v>
                </c:pt>
                <c:pt idx="57">
                  <c:v>6.6696534814428485</c:v>
                </c:pt>
                <c:pt idx="58">
                  <c:v>6.6764610181696078</c:v>
                </c:pt>
                <c:pt idx="59">
                  <c:v>6.680042422863945</c:v>
                </c:pt>
                <c:pt idx="60">
                  <c:v>6.6866970222811357</c:v>
                </c:pt>
                <c:pt idx="61">
                  <c:v>6.6952473566222972</c:v>
                </c:pt>
                <c:pt idx="62">
                  <c:v>6.7026449395045899</c:v>
                </c:pt>
                <c:pt idx="63">
                  <c:v>6.7139261161833019</c:v>
                </c:pt>
                <c:pt idx="64">
                  <c:v>6.7307583338533128</c:v>
                </c:pt>
                <c:pt idx="65">
                  <c:v>6.747133416947511</c:v>
                </c:pt>
                <c:pt idx="66">
                  <c:v>6.7563674030544068</c:v>
                </c:pt>
                <c:pt idx="67">
                  <c:v>6.761785998397345</c:v>
                </c:pt>
                <c:pt idx="68">
                  <c:v>6.7639199453883707</c:v>
                </c:pt>
                <c:pt idx="69">
                  <c:v>6.7507344513300396</c:v>
                </c:pt>
                <c:pt idx="70">
                  <c:v>6.7329065569812059</c:v>
                </c:pt>
                <c:pt idx="71">
                  <c:v>6.7191343341986238</c:v>
                </c:pt>
                <c:pt idx="72">
                  <c:v>6.7114670143334649</c:v>
                </c:pt>
                <c:pt idx="73">
                  <c:v>6.6986364574664679</c:v>
                </c:pt>
                <c:pt idx="74">
                  <c:v>6.6834951978877575</c:v>
                </c:pt>
                <c:pt idx="75">
                  <c:v>6.6734214403943701</c:v>
                </c:pt>
                <c:pt idx="76">
                  <c:v>6.6672378370109477</c:v>
                </c:pt>
                <c:pt idx="77">
                  <c:v>6.6605769521797127</c:v>
                </c:pt>
                <c:pt idx="78">
                  <c:v>6.6605542706411134</c:v>
                </c:pt>
                <c:pt idx="79">
                  <c:v>6.6570354964401721</c:v>
                </c:pt>
                <c:pt idx="80">
                  <c:v>6.6505948620220687</c:v>
                </c:pt>
                <c:pt idx="81">
                  <c:v>6.6486437884304843</c:v>
                </c:pt>
                <c:pt idx="82">
                  <c:v>6.6437265911425474</c:v>
                </c:pt>
                <c:pt idx="83">
                  <c:v>6.6383162800591888</c:v>
                </c:pt>
                <c:pt idx="84">
                  <c:v>6.6392754137414558</c:v>
                </c:pt>
                <c:pt idx="85">
                  <c:v>6.6398486817087194</c:v>
                </c:pt>
                <c:pt idx="86">
                  <c:v>6.6382050529249561</c:v>
                </c:pt>
                <c:pt idx="87">
                  <c:v>6.6376823478288678</c:v>
                </c:pt>
                <c:pt idx="88">
                  <c:v>6.6364326709988584</c:v>
                </c:pt>
                <c:pt idx="89">
                  <c:v>6.6367519178480263</c:v>
                </c:pt>
                <c:pt idx="90">
                  <c:v>6.6330722086257232</c:v>
                </c:pt>
                <c:pt idx="91">
                  <c:v>6.6310669542059548</c:v>
                </c:pt>
                <c:pt idx="92">
                  <c:v>6.6299755286326745</c:v>
                </c:pt>
                <c:pt idx="93">
                  <c:v>6.6239593367165162</c:v>
                </c:pt>
                <c:pt idx="94">
                  <c:v>6.6200117123029658</c:v>
                </c:pt>
                <c:pt idx="95">
                  <c:v>6.6173704569176381</c:v>
                </c:pt>
                <c:pt idx="96">
                  <c:v>6.6137537346262221</c:v>
                </c:pt>
                <c:pt idx="97">
                  <c:v>6.6133447284302296</c:v>
                </c:pt>
                <c:pt idx="98">
                  <c:v>6.6125545158328318</c:v>
                </c:pt>
                <c:pt idx="99">
                  <c:v>6.6148465556639247</c:v>
                </c:pt>
                <c:pt idx="100">
                  <c:v>6.6136773941025613</c:v>
                </c:pt>
                <c:pt idx="101">
                  <c:v>6.6136523421381685</c:v>
                </c:pt>
                <c:pt idx="102">
                  <c:v>6.6166883893185267</c:v>
                </c:pt>
                <c:pt idx="103">
                  <c:v>6.6194219165855381</c:v>
                </c:pt>
                <c:pt idx="104">
                  <c:v>6.6248318001768745</c:v>
                </c:pt>
                <c:pt idx="105">
                  <c:v>6.6297836697469572</c:v>
                </c:pt>
                <c:pt idx="106">
                  <c:v>6.6408612810145344</c:v>
                </c:pt>
                <c:pt idx="107">
                  <c:v>6.649218062809485</c:v>
                </c:pt>
                <c:pt idx="108">
                  <c:v>6.6658623144502904</c:v>
                </c:pt>
                <c:pt idx="109">
                  <c:v>6.6853939893214491</c:v>
                </c:pt>
                <c:pt idx="110">
                  <c:v>6.6976838235266705</c:v>
                </c:pt>
                <c:pt idx="111">
                  <c:v>6.6890216563405094</c:v>
                </c:pt>
                <c:pt idx="112">
                  <c:v>6.6716837866621814</c:v>
                </c:pt>
                <c:pt idx="113">
                  <c:v>6.6611456260637674</c:v>
                </c:pt>
                <c:pt idx="114">
                  <c:v>6.6535866259211556</c:v>
                </c:pt>
                <c:pt idx="115">
                  <c:v>6.6458664228466491</c:v>
                </c:pt>
                <c:pt idx="116">
                  <c:v>6.6465555819210573</c:v>
                </c:pt>
                <c:pt idx="117">
                  <c:v>6.6481180128467336</c:v>
                </c:pt>
                <c:pt idx="118">
                  <c:v>6.6550034439782397</c:v>
                </c:pt>
                <c:pt idx="119">
                  <c:v>6.6647387209759241</c:v>
                </c:pt>
                <c:pt idx="120">
                  <c:v>6.6803358757530287</c:v>
                </c:pt>
                <c:pt idx="121">
                  <c:v>6.6908474083742249</c:v>
                </c:pt>
                <c:pt idx="122">
                  <c:v>6.7047780944123048</c:v>
                </c:pt>
                <c:pt idx="123">
                  <c:v>6.720794428996645</c:v>
                </c:pt>
                <c:pt idx="124">
                  <c:v>6.7195303944917812</c:v>
                </c:pt>
                <c:pt idx="125">
                  <c:v>6.7104874309238118</c:v>
                </c:pt>
                <c:pt idx="126">
                  <c:v>6.6946923019118909</c:v>
                </c:pt>
                <c:pt idx="127">
                  <c:v>6.6841710872370363</c:v>
                </c:pt>
                <c:pt idx="128">
                  <c:v>6.6790504084056099</c:v>
                </c:pt>
                <c:pt idx="129">
                  <c:v>6.6728594339880747</c:v>
                </c:pt>
                <c:pt idx="130">
                  <c:v>6.6637847637910648</c:v>
                </c:pt>
                <c:pt idx="131">
                  <c:v>6.661507813147062</c:v>
                </c:pt>
                <c:pt idx="132">
                  <c:v>6.6585424256222581</c:v>
                </c:pt>
                <c:pt idx="133">
                  <c:v>6.6570480299937529</c:v>
                </c:pt>
                <c:pt idx="134">
                  <c:v>6.6522334867030271</c:v>
                </c:pt>
                <c:pt idx="135">
                  <c:v>6.6413860641644886</c:v>
                </c:pt>
                <c:pt idx="136">
                  <c:v>6.641471343581288</c:v>
                </c:pt>
                <c:pt idx="137">
                  <c:v>6.6353936650332228</c:v>
                </c:pt>
                <c:pt idx="138">
                  <c:v>6.6368427534962926</c:v>
                </c:pt>
                <c:pt idx="139">
                  <c:v>6.6313997247128427</c:v>
                </c:pt>
                <c:pt idx="140">
                  <c:v>6.6264294788099258</c:v>
                </c:pt>
                <c:pt idx="141">
                  <c:v>6.6218729799545892</c:v>
                </c:pt>
                <c:pt idx="142">
                  <c:v>6.6254464591564943</c:v>
                </c:pt>
                <c:pt idx="143">
                  <c:v>6.6268344943038207</c:v>
                </c:pt>
                <c:pt idx="144">
                  <c:v>6.6269304179225372</c:v>
                </c:pt>
                <c:pt idx="145">
                  <c:v>6.6245047979002223</c:v>
                </c:pt>
                <c:pt idx="146">
                  <c:v>6.6223517453937832</c:v>
                </c:pt>
                <c:pt idx="147">
                  <c:v>6.6197607500242466</c:v>
                </c:pt>
                <c:pt idx="148">
                  <c:v>6.6147384316325493</c:v>
                </c:pt>
                <c:pt idx="149">
                  <c:v>6.6149452841894281</c:v>
                </c:pt>
                <c:pt idx="150">
                  <c:v>6.6201116545796612</c:v>
                </c:pt>
                <c:pt idx="151">
                  <c:v>6.6250366515585624</c:v>
                </c:pt>
                <c:pt idx="152">
                  <c:v>6.6242786161808791</c:v>
                </c:pt>
                <c:pt idx="153">
                  <c:v>6.6280767628252075</c:v>
                </c:pt>
                <c:pt idx="154">
                  <c:v>6.6228127122550307</c:v>
                </c:pt>
                <c:pt idx="155">
                  <c:v>6.6150645136947661</c:v>
                </c:pt>
                <c:pt idx="156">
                  <c:v>6.6104931120248827</c:v>
                </c:pt>
                <c:pt idx="157">
                  <c:v>6.6073408475854274</c:v>
                </c:pt>
                <c:pt idx="158">
                  <c:v>6.6145379576759877</c:v>
                </c:pt>
                <c:pt idx="159">
                  <c:v>6.6155123948737709</c:v>
                </c:pt>
                <c:pt idx="160">
                  <c:v>6.619321926550878</c:v>
                </c:pt>
                <c:pt idx="161">
                  <c:v>6.6230947474961406</c:v>
                </c:pt>
                <c:pt idx="162">
                  <c:v>6.6192315195594622</c:v>
                </c:pt>
                <c:pt idx="163">
                  <c:v>6.6129412376967096</c:v>
                </c:pt>
                <c:pt idx="164">
                  <c:v>6.6149095356058405</c:v>
                </c:pt>
                <c:pt idx="165">
                  <c:v>6.6194062601270174</c:v>
                </c:pt>
                <c:pt idx="166">
                  <c:v>6.6220731254295417</c:v>
                </c:pt>
                <c:pt idx="167">
                  <c:v>6.6202484893014333</c:v>
                </c:pt>
                <c:pt idx="168">
                  <c:v>6.6224971509229205</c:v>
                </c:pt>
                <c:pt idx="169">
                  <c:v>6.6243772608387372</c:v>
                </c:pt>
                <c:pt idx="170">
                  <c:v>6.6312746384503107</c:v>
                </c:pt>
                <c:pt idx="171">
                  <c:v>6.6340938819447715</c:v>
                </c:pt>
                <c:pt idx="172">
                  <c:v>6.637815813866907</c:v>
                </c:pt>
                <c:pt idx="173">
                  <c:v>6.640230228240017</c:v>
                </c:pt>
                <c:pt idx="174">
                  <c:v>6.6431363632737837</c:v>
                </c:pt>
                <c:pt idx="175">
                  <c:v>6.6495019081939279</c:v>
                </c:pt>
                <c:pt idx="176">
                  <c:v>6.6541777623560705</c:v>
                </c:pt>
                <c:pt idx="177">
                  <c:v>6.651970258781259</c:v>
                </c:pt>
                <c:pt idx="178">
                  <c:v>6.6518148986286185</c:v>
                </c:pt>
                <c:pt idx="179">
                  <c:v>6.6571214700946983</c:v>
                </c:pt>
                <c:pt idx="180">
                  <c:v>6.6612548077593301</c:v>
                </c:pt>
                <c:pt idx="181">
                  <c:v>6.6614881834588697</c:v>
                </c:pt>
                <c:pt idx="182">
                  <c:v>6.6656583529975002</c:v>
                </c:pt>
                <c:pt idx="183">
                  <c:v>6.6681269505284515</c:v>
                </c:pt>
                <c:pt idx="184">
                  <c:v>6.6693309870521027</c:v>
                </c:pt>
                <c:pt idx="185">
                  <c:v>6.6715903441279565</c:v>
                </c:pt>
                <c:pt idx="186">
                  <c:v>6.6730926652488929</c:v>
                </c:pt>
                <c:pt idx="187">
                  <c:v>6.676777394881598</c:v>
                </c:pt>
                <c:pt idx="188">
                  <c:v>6.6783654799879493</c:v>
                </c:pt>
                <c:pt idx="189">
                  <c:v>6.6795172157164533</c:v>
                </c:pt>
                <c:pt idx="190">
                  <c:v>6.6804302827651689</c:v>
                </c:pt>
                <c:pt idx="191">
                  <c:v>6.6766586988676675</c:v>
                </c:pt>
                <c:pt idx="192">
                  <c:v>6.6782551567605557</c:v>
                </c:pt>
                <c:pt idx="193">
                  <c:v>6.6807205580023785</c:v>
                </c:pt>
                <c:pt idx="194">
                  <c:v>6.6794524792133112</c:v>
                </c:pt>
                <c:pt idx="195">
                  <c:v>6.6829888516417144</c:v>
                </c:pt>
                <c:pt idx="196">
                  <c:v>6.6898280623823192</c:v>
                </c:pt>
                <c:pt idx="197">
                  <c:v>6.6881566640895072</c:v>
                </c:pt>
                <c:pt idx="198">
                  <c:v>6.6826454975039864</c:v>
                </c:pt>
                <c:pt idx="199">
                  <c:v>6.6792061785778474</c:v>
                </c:pt>
                <c:pt idx="200">
                  <c:v>6.6731553004016027</c:v>
                </c:pt>
                <c:pt idx="201">
                  <c:v>6.6695504733378046</c:v>
                </c:pt>
                <c:pt idx="202">
                  <c:v>6.6717318055481316</c:v>
                </c:pt>
                <c:pt idx="203">
                  <c:v>6.6757236864519012</c:v>
                </c:pt>
                <c:pt idx="204">
                  <c:v>6.6788255592499564</c:v>
                </c:pt>
                <c:pt idx="205">
                  <c:v>6.685452687354168</c:v>
                </c:pt>
                <c:pt idx="206">
                  <c:v>6.6892072740756605</c:v>
                </c:pt>
                <c:pt idx="207">
                  <c:v>6.6901333872024535</c:v>
                </c:pt>
                <c:pt idx="208">
                  <c:v>6.6920185641218088</c:v>
                </c:pt>
                <c:pt idx="209">
                  <c:v>6.6910302771143533</c:v>
                </c:pt>
                <c:pt idx="210">
                  <c:v>6.6930409293489266</c:v>
                </c:pt>
                <c:pt idx="211">
                  <c:v>6.6985034992936106</c:v>
                </c:pt>
                <c:pt idx="212">
                  <c:v>6.7044031221724953</c:v>
                </c:pt>
                <c:pt idx="213">
                  <c:v>6.7053858739153958</c:v>
                </c:pt>
                <c:pt idx="214">
                  <c:v>6.7041686189190646</c:v>
                </c:pt>
                <c:pt idx="215">
                  <c:v>6.7052253791991685</c:v>
                </c:pt>
                <c:pt idx="216">
                  <c:v>6.7089039818344913</c:v>
                </c:pt>
                <c:pt idx="217">
                  <c:v>6.7089653356759609</c:v>
                </c:pt>
                <c:pt idx="218">
                  <c:v>6.7054926653830815</c:v>
                </c:pt>
                <c:pt idx="219">
                  <c:v>6.7037056602012539</c:v>
                </c:pt>
                <c:pt idx="220">
                  <c:v>6.703135770236349</c:v>
                </c:pt>
                <c:pt idx="221">
                  <c:v>6.6982244436835474</c:v>
                </c:pt>
                <c:pt idx="222">
                  <c:v>6.6919550204029479</c:v>
                </c:pt>
                <c:pt idx="223">
                  <c:v>6.6871755524249936</c:v>
                </c:pt>
                <c:pt idx="224">
                  <c:v>6.6797560148570225</c:v>
                </c:pt>
                <c:pt idx="225">
                  <c:v>6.6675393738091255</c:v>
                </c:pt>
                <c:pt idx="226">
                  <c:v>6.6561553334640919</c:v>
                </c:pt>
                <c:pt idx="227">
                  <c:v>6.6501599803280049</c:v>
                </c:pt>
                <c:pt idx="228">
                  <c:v>6.6470050565853134</c:v>
                </c:pt>
                <c:pt idx="229">
                  <c:v>6.6391071985425958</c:v>
                </c:pt>
                <c:pt idx="230">
                  <c:v>6.6331867927954038</c:v>
                </c:pt>
                <c:pt idx="231">
                  <c:v>6.6300489477667091</c:v>
                </c:pt>
                <c:pt idx="232">
                  <c:v>6.6268352095084584</c:v>
                </c:pt>
                <c:pt idx="233">
                  <c:v>6.6230770980162283</c:v>
                </c:pt>
                <c:pt idx="234">
                  <c:v>6.627336314026703</c:v>
                </c:pt>
                <c:pt idx="235">
                  <c:v>6.6289062487769295</c:v>
                </c:pt>
                <c:pt idx="236">
                  <c:v>6.6291586484538945</c:v>
                </c:pt>
                <c:pt idx="237">
                  <c:v>6.6296510144294842</c:v>
                </c:pt>
                <c:pt idx="238">
                  <c:v>6.6298435955088086</c:v>
                </c:pt>
                <c:pt idx="239">
                  <c:v>6.6280144538244503</c:v>
                </c:pt>
                <c:pt idx="240">
                  <c:v>6.6290052428833084</c:v>
                </c:pt>
                <c:pt idx="241">
                  <c:v>6.6323083421170708</c:v>
                </c:pt>
                <c:pt idx="242">
                  <c:v>6.6395652696404417</c:v>
                </c:pt>
                <c:pt idx="243">
                  <c:v>6.6527024046829304</c:v>
                </c:pt>
                <c:pt idx="244">
                  <c:v>6.6514770238436833</c:v>
                </c:pt>
                <c:pt idx="245">
                  <c:v>6.6500226843341874</c:v>
                </c:pt>
                <c:pt idx="246">
                  <c:v>6.6489987955115222</c:v>
                </c:pt>
                <c:pt idx="247">
                  <c:v>6.6555105217365176</c:v>
                </c:pt>
                <c:pt idx="248">
                  <c:v>6.6670722543242711</c:v>
                </c:pt>
                <c:pt idx="249">
                  <c:v>6.6935052951794436</c:v>
                </c:pt>
                <c:pt idx="250">
                  <c:v>6.7255050043637263</c:v>
                </c:pt>
                <c:pt idx="251">
                  <c:v>6.7756214573840916</c:v>
                </c:pt>
                <c:pt idx="252">
                  <c:v>6.8010614028201735</c:v>
                </c:pt>
                <c:pt idx="253">
                  <c:v>6.8116342799642124</c:v>
                </c:pt>
                <c:pt idx="254">
                  <c:v>6.7945890198392078</c:v>
                </c:pt>
                <c:pt idx="255">
                  <c:v>6.873263375044254</c:v>
                </c:pt>
                <c:pt idx="256">
                  <c:v>6.908454145607501</c:v>
                </c:pt>
                <c:pt idx="257">
                  <c:v>7.14528457708305</c:v>
                </c:pt>
                <c:pt idx="258">
                  <c:v>7.3757145094678362</c:v>
                </c:pt>
                <c:pt idx="259">
                  <c:v>7.6</c:v>
                </c:pt>
                <c:pt idx="260">
                  <c:v>7.1961734883863437</c:v>
                </c:pt>
                <c:pt idx="261">
                  <c:v>6.857968078557966</c:v>
                </c:pt>
                <c:pt idx="262">
                  <c:v>6.6929788672917896</c:v>
                </c:pt>
                <c:pt idx="263">
                  <c:v>6.6638678766270409</c:v>
                </c:pt>
                <c:pt idx="264">
                  <c:v>6.6526101502736728</c:v>
                </c:pt>
                <c:pt idx="265">
                  <c:v>6.6410107098609634</c:v>
                </c:pt>
                <c:pt idx="266">
                  <c:v>6.6311701999359922</c:v>
                </c:pt>
                <c:pt idx="267">
                  <c:v>6.6344914448665655</c:v>
                </c:pt>
                <c:pt idx="268">
                  <c:v>6.6442351179473551</c:v>
                </c:pt>
                <c:pt idx="269">
                  <c:v>6.6605643394178005</c:v>
                </c:pt>
                <c:pt idx="270">
                  <c:v>6.6739807723546596</c:v>
                </c:pt>
                <c:pt idx="271">
                  <c:v>6.6761334963794896</c:v>
                </c:pt>
                <c:pt idx="272">
                  <c:v>6.6681095246955921</c:v>
                </c:pt>
                <c:pt idx="273">
                  <c:v>6.6649971358267441</c:v>
                </c:pt>
                <c:pt idx="274">
                  <c:v>6.6766011050922716</c:v>
                </c:pt>
                <c:pt idx="275">
                  <c:v>6.6977465192504573</c:v>
                </c:pt>
                <c:pt idx="276">
                  <c:v>6.7450226547009526</c:v>
                </c:pt>
                <c:pt idx="277">
                  <c:v>6.8218385867653266</c:v>
                </c:pt>
                <c:pt idx="278">
                  <c:v>7.1527394415667276</c:v>
                </c:pt>
                <c:pt idx="279">
                  <c:v>7.2908249467552277</c:v>
                </c:pt>
                <c:pt idx="280">
                  <c:v>7.0946587492628037</c:v>
                </c:pt>
                <c:pt idx="281">
                  <c:v>6.8579196216965368</c:v>
                </c:pt>
                <c:pt idx="282">
                  <c:v>6.7076570190546541</c:v>
                </c:pt>
                <c:pt idx="283">
                  <c:v>6.6737620595150151</c:v>
                </c:pt>
                <c:pt idx="284">
                  <c:v>6.6554491166425986</c:v>
                </c:pt>
                <c:pt idx="285">
                  <c:v>6.6309240856730725</c:v>
                </c:pt>
                <c:pt idx="286">
                  <c:v>6.6339309410889058</c:v>
                </c:pt>
                <c:pt idx="287">
                  <c:v>6.655862989491645</c:v>
                </c:pt>
                <c:pt idx="288">
                  <c:v>6.650321113370194</c:v>
                </c:pt>
                <c:pt idx="289">
                  <c:v>6.6273697073272659</c:v>
                </c:pt>
                <c:pt idx="290">
                  <c:v>6.6233031842196421</c:v>
                </c:pt>
                <c:pt idx="291">
                  <c:v>6.6195432905399603</c:v>
                </c:pt>
                <c:pt idx="292">
                  <c:v>6.6007134041767284</c:v>
                </c:pt>
                <c:pt idx="293">
                  <c:v>6.5951339089756864</c:v>
                </c:pt>
                <c:pt idx="294">
                  <c:v>6.5858017167688248</c:v>
                </c:pt>
                <c:pt idx="295">
                  <c:v>6.5988505828624255</c:v>
                </c:pt>
                <c:pt idx="296">
                  <c:v>6.6103434187624073</c:v>
                </c:pt>
                <c:pt idx="297">
                  <c:v>6.6155311206551248</c:v>
                </c:pt>
                <c:pt idx="298">
                  <c:v>6.5994504630817232</c:v>
                </c:pt>
                <c:pt idx="299">
                  <c:v>6.5977337024397302</c:v>
                </c:pt>
                <c:pt idx="300">
                  <c:v>6.6000247818698075</c:v>
                </c:pt>
                <c:pt idx="301">
                  <c:v>6.6046585002574361</c:v>
                </c:pt>
                <c:pt idx="302">
                  <c:v>6.6044600437836625</c:v>
                </c:pt>
                <c:pt idx="303">
                  <c:v>6.6134846639252007</c:v>
                </c:pt>
                <c:pt idx="304">
                  <c:v>6.6177036153123829</c:v>
                </c:pt>
                <c:pt idx="305">
                  <c:v>6.617617561284697</c:v>
                </c:pt>
                <c:pt idx="306">
                  <c:v>6.6099900086611045</c:v>
                </c:pt>
                <c:pt idx="307">
                  <c:v>6.6104648940569</c:v>
                </c:pt>
                <c:pt idx="308">
                  <c:v>6.60791979816804</c:v>
                </c:pt>
                <c:pt idx="309">
                  <c:v>6.6029304435464331</c:v>
                </c:pt>
                <c:pt idx="310">
                  <c:v>6.6027508203094332</c:v>
                </c:pt>
                <c:pt idx="311">
                  <c:v>6.5936267782782867</c:v>
                </c:pt>
                <c:pt idx="312">
                  <c:v>6.5912333051901468</c:v>
                </c:pt>
                <c:pt idx="313">
                  <c:v>6.6008887395347848</c:v>
                </c:pt>
                <c:pt idx="314">
                  <c:v>6.6033284718171723</c:v>
                </c:pt>
                <c:pt idx="315">
                  <c:v>6.6042218264748795</c:v>
                </c:pt>
                <c:pt idx="316">
                  <c:v>6.6042146857855819</c:v>
                </c:pt>
                <c:pt idx="317">
                  <c:v>6.6067623175058685</c:v>
                </c:pt>
                <c:pt idx="318">
                  <c:v>6.6131936024288214</c:v>
                </c:pt>
                <c:pt idx="319">
                  <c:v>6.6226879311775395</c:v>
                </c:pt>
                <c:pt idx="320">
                  <c:v>6.6299457579484349</c:v>
                </c:pt>
                <c:pt idx="321">
                  <c:v>6.6522928603362175</c:v>
                </c:pt>
                <c:pt idx="322">
                  <c:v>6.674821177407801</c:v>
                </c:pt>
                <c:pt idx="323">
                  <c:v>6.6792870363060421</c:v>
                </c:pt>
                <c:pt idx="324">
                  <c:v>6.6713972854689869</c:v>
                </c:pt>
                <c:pt idx="325">
                  <c:v>6.6611937614325578</c:v>
                </c:pt>
                <c:pt idx="326">
                  <c:v>6.6505798357357122</c:v>
                </c:pt>
                <c:pt idx="327">
                  <c:v>6.6512064575029965</c:v>
                </c:pt>
                <c:pt idx="328">
                  <c:v>6.6611115105695964</c:v>
                </c:pt>
                <c:pt idx="329">
                  <c:v>6.6802125530406942</c:v>
                </c:pt>
                <c:pt idx="330">
                  <c:v>6.7786664679189848</c:v>
                </c:pt>
                <c:pt idx="331">
                  <c:v>6.922364973651022</c:v>
                </c:pt>
                <c:pt idx="332">
                  <c:v>6.954994519528972</c:v>
                </c:pt>
                <c:pt idx="333">
                  <c:v>6.9445173260489996</c:v>
                </c:pt>
                <c:pt idx="334">
                  <c:v>6.7736842825249717</c:v>
                </c:pt>
                <c:pt idx="335">
                  <c:v>6.6825145707918585</c:v>
                </c:pt>
                <c:pt idx="336">
                  <c:v>6.6696472985337021</c:v>
                </c:pt>
                <c:pt idx="337">
                  <c:v>6.6506478244397469</c:v>
                </c:pt>
                <c:pt idx="338">
                  <c:v>6.6367722277960031</c:v>
                </c:pt>
                <c:pt idx="339">
                  <c:v>6.6255558784770496</c:v>
                </c:pt>
                <c:pt idx="340">
                  <c:v>6.6160758899307606</c:v>
                </c:pt>
                <c:pt idx="341">
                  <c:v>6.6124696312928597</c:v>
                </c:pt>
                <c:pt idx="342">
                  <c:v>6.615759741525137</c:v>
                </c:pt>
                <c:pt idx="343">
                  <c:v>6.6101257391255528</c:v>
                </c:pt>
                <c:pt idx="344">
                  <c:v>6.6064797015978014</c:v>
                </c:pt>
                <c:pt idx="345">
                  <c:v>6.6080007904339144</c:v>
                </c:pt>
                <c:pt idx="346">
                  <c:v>6.6035579791215966</c:v>
                </c:pt>
                <c:pt idx="347">
                  <c:v>6.6024719918409076</c:v>
                </c:pt>
                <c:pt idx="348">
                  <c:v>6.6012221881902073</c:v>
                </c:pt>
                <c:pt idx="349">
                  <c:v>6.5980151021213445</c:v>
                </c:pt>
                <c:pt idx="350">
                  <c:v>6.5979646678181041</c:v>
                </c:pt>
                <c:pt idx="351">
                  <c:v>6.6002947350193431</c:v>
                </c:pt>
                <c:pt idx="352">
                  <c:v>6.6011663808975678</c:v>
                </c:pt>
                <c:pt idx="353">
                  <c:v>6.6029576064710929</c:v>
                </c:pt>
                <c:pt idx="354">
                  <c:v>6.6014122228090466</c:v>
                </c:pt>
                <c:pt idx="355">
                  <c:v>6.5993892790867941</c:v>
                </c:pt>
                <c:pt idx="356">
                  <c:v>6.6001709257181451</c:v>
                </c:pt>
                <c:pt idx="357">
                  <c:v>6.6053642805594874</c:v>
                </c:pt>
                <c:pt idx="358">
                  <c:v>6.6026413430386643</c:v>
                </c:pt>
                <c:pt idx="359">
                  <c:v>6.6042026303940586</c:v>
                </c:pt>
                <c:pt idx="360">
                  <c:v>6.6041348353427463</c:v>
                </c:pt>
                <c:pt idx="361">
                  <c:v>6.6068273848202761</c:v>
                </c:pt>
                <c:pt idx="362">
                  <c:v>6.6072141608486747</c:v>
                </c:pt>
                <c:pt idx="363">
                  <c:v>6.6071431447556295</c:v>
                </c:pt>
                <c:pt idx="364">
                  <c:v>6.6103919478431958</c:v>
                </c:pt>
                <c:pt idx="365">
                  <c:v>6.6109335720821534</c:v>
                </c:pt>
                <c:pt idx="366">
                  <c:v>6.6084622267210067</c:v>
                </c:pt>
                <c:pt idx="367">
                  <c:v>6.609281411512776</c:v>
                </c:pt>
                <c:pt idx="368">
                  <c:v>6.6106094620744171</c:v>
                </c:pt>
                <c:pt idx="369">
                  <c:v>6.6091278818879653</c:v>
                </c:pt>
                <c:pt idx="370">
                  <c:v>6.608572767188897</c:v>
                </c:pt>
                <c:pt idx="371">
                  <c:v>6.6095358152770016</c:v>
                </c:pt>
                <c:pt idx="372">
                  <c:v>6.6092917592658651</c:v>
                </c:pt>
                <c:pt idx="373">
                  <c:v>6.6060900694101674</c:v>
                </c:pt>
                <c:pt idx="374">
                  <c:v>6.6000725338917503</c:v>
                </c:pt>
                <c:pt idx="375">
                  <c:v>6.6085013690321368</c:v>
                </c:pt>
                <c:pt idx="376">
                  <c:v>6.6082026796569817</c:v>
                </c:pt>
                <c:pt idx="377">
                  <c:v>6.6062091911688787</c:v>
                </c:pt>
                <c:pt idx="378">
                  <c:v>6.6045981161356089</c:v>
                </c:pt>
                <c:pt idx="379">
                  <c:v>6.6034203528989277</c:v>
                </c:pt>
                <c:pt idx="380">
                  <c:v>6.5993591446120847</c:v>
                </c:pt>
                <c:pt idx="381">
                  <c:v>6.6021657778198941</c:v>
                </c:pt>
                <c:pt idx="382">
                  <c:v>6.5958453206406356</c:v>
                </c:pt>
                <c:pt idx="383">
                  <c:v>6.5999231259030298</c:v>
                </c:pt>
                <c:pt idx="384">
                  <c:v>6.6043699524607433</c:v>
                </c:pt>
                <c:pt idx="385">
                  <c:v>6.6054928741203307</c:v>
                </c:pt>
                <c:pt idx="386">
                  <c:v>6.6014616065826743</c:v>
                </c:pt>
                <c:pt idx="387">
                  <c:v>6.6023938471436594</c:v>
                </c:pt>
                <c:pt idx="388">
                  <c:v>6.6023611431303024</c:v>
                </c:pt>
                <c:pt idx="389">
                  <c:v>6.6006828042802717</c:v>
                </c:pt>
                <c:pt idx="390">
                  <c:v>6.599824360730933</c:v>
                </c:pt>
                <c:pt idx="391">
                  <c:v>6.5983247186061131</c:v>
                </c:pt>
                <c:pt idx="392">
                  <c:v>6.6007479915720051</c:v>
                </c:pt>
                <c:pt idx="393">
                  <c:v>6.6045553046150198</c:v>
                </c:pt>
                <c:pt idx="394">
                  <c:v>6.6031015064595229</c:v>
                </c:pt>
                <c:pt idx="395">
                  <c:v>6.604099339526921</c:v>
                </c:pt>
                <c:pt idx="396">
                  <c:v>6.6032058354799723</c:v>
                </c:pt>
                <c:pt idx="397">
                  <c:v>6.6033499372749223</c:v>
                </c:pt>
                <c:pt idx="398">
                  <c:v>6.6042782038782182</c:v>
                </c:pt>
                <c:pt idx="399">
                  <c:v>6.5985896273752616</c:v>
                </c:pt>
                <c:pt idx="400">
                  <c:v>6.6078013706470546</c:v>
                </c:pt>
                <c:pt idx="401">
                  <c:v>6.6070517808576827</c:v>
                </c:pt>
                <c:pt idx="402">
                  <c:v>6.6078482386825454</c:v>
                </c:pt>
                <c:pt idx="403">
                  <c:v>6.6088403288547264</c:v>
                </c:pt>
                <c:pt idx="404">
                  <c:v>6.6117244474669095</c:v>
                </c:pt>
                <c:pt idx="405">
                  <c:v>6.6150593290435591</c:v>
                </c:pt>
                <c:pt idx="406">
                  <c:v>6.6132030736485392</c:v>
                </c:pt>
                <c:pt idx="407">
                  <c:v>6.6048081000424332</c:v>
                </c:pt>
                <c:pt idx="408">
                  <c:v>6.603604282215314</c:v>
                </c:pt>
                <c:pt idx="409">
                  <c:v>6.6010079919726827</c:v>
                </c:pt>
                <c:pt idx="410">
                  <c:v>6.5977260834427707</c:v>
                </c:pt>
                <c:pt idx="411">
                  <c:v>6.6015688968881223</c:v>
                </c:pt>
                <c:pt idx="412">
                  <c:v>6.6004119003941559</c:v>
                </c:pt>
                <c:pt idx="413">
                  <c:v>6.6025599853078791</c:v>
                </c:pt>
                <c:pt idx="414">
                  <c:v>6.6046289200226393</c:v>
                </c:pt>
                <c:pt idx="415">
                  <c:v>6.597687362071504</c:v>
                </c:pt>
                <c:pt idx="416">
                  <c:v>6.5931680490523963</c:v>
                </c:pt>
                <c:pt idx="417">
                  <c:v>6.5972741690454324</c:v>
                </c:pt>
                <c:pt idx="418">
                  <c:v>6.5958588341061084</c:v>
                </c:pt>
                <c:pt idx="419">
                  <c:v>6.5921017773659933</c:v>
                </c:pt>
                <c:pt idx="420">
                  <c:v>6.5971966319517978</c:v>
                </c:pt>
                <c:pt idx="421">
                  <c:v>6.6007520941704305</c:v>
                </c:pt>
                <c:pt idx="422">
                  <c:v>6.6037044548368256</c:v>
                </c:pt>
                <c:pt idx="423">
                  <c:v>6.6093939455844728</c:v>
                </c:pt>
                <c:pt idx="424">
                  <c:v>6.6083273093067811</c:v>
                </c:pt>
                <c:pt idx="425">
                  <c:v>6.6018249704338592</c:v>
                </c:pt>
                <c:pt idx="426">
                  <c:v>6.5894688738002918</c:v>
                </c:pt>
                <c:pt idx="427">
                  <c:v>6.5969702958926915</c:v>
                </c:pt>
                <c:pt idx="428">
                  <c:v>6.6021222866219347</c:v>
                </c:pt>
                <c:pt idx="429">
                  <c:v>6.5928404591198158</c:v>
                </c:pt>
                <c:pt idx="430">
                  <c:v>6.5977688045435556</c:v>
                </c:pt>
                <c:pt idx="431">
                  <c:v>6.6020890237821517</c:v>
                </c:pt>
                <c:pt idx="432">
                  <c:v>6.6096226013993373</c:v>
                </c:pt>
                <c:pt idx="433">
                  <c:v>6.609717731769913</c:v>
                </c:pt>
                <c:pt idx="434">
                  <c:v>6.6099029051230307</c:v>
                </c:pt>
                <c:pt idx="435">
                  <c:v>6.6104207913240298</c:v>
                </c:pt>
                <c:pt idx="436">
                  <c:v>6.577670446916887</c:v>
                </c:pt>
                <c:pt idx="437">
                  <c:v>6.5523609459539749</c:v>
                </c:pt>
                <c:pt idx="438">
                  <c:v>6.5918343939189095</c:v>
                </c:pt>
                <c:pt idx="439">
                  <c:v>6.5751597920917355</c:v>
                </c:pt>
                <c:pt idx="440">
                  <c:v>6.5677865098595172</c:v>
                </c:pt>
                <c:pt idx="441">
                  <c:v>6.5891397957994311</c:v>
                </c:pt>
                <c:pt idx="442">
                  <c:v>6.5858979420780965</c:v>
                </c:pt>
                <c:pt idx="443">
                  <c:v>6.5950971673758882</c:v>
                </c:pt>
                <c:pt idx="444">
                  <c:v>6.5994119495959245</c:v>
                </c:pt>
                <c:pt idx="445">
                  <c:v>6.6089884280495372</c:v>
                </c:pt>
                <c:pt idx="446">
                  <c:v>6.6080987437661172</c:v>
                </c:pt>
                <c:pt idx="447">
                  <c:v>6.6010055106697862</c:v>
                </c:pt>
                <c:pt idx="448">
                  <c:v>6.5948890055518889</c:v>
                </c:pt>
                <c:pt idx="449">
                  <c:v>6.5797613138943785</c:v>
                </c:pt>
                <c:pt idx="450">
                  <c:v>6.5810624633265427</c:v>
                </c:pt>
                <c:pt idx="451">
                  <c:v>6.5805855103603372</c:v>
                </c:pt>
                <c:pt idx="452">
                  <c:v>6.5912334356509277</c:v>
                </c:pt>
                <c:pt idx="453">
                  <c:v>6.5896632149353289</c:v>
                </c:pt>
                <c:pt idx="454">
                  <c:v>6.5995136154182426</c:v>
                </c:pt>
                <c:pt idx="455">
                  <c:v>6.5898564436592437</c:v>
                </c:pt>
                <c:pt idx="456">
                  <c:v>6.5931432941192449</c:v>
                </c:pt>
                <c:pt idx="457">
                  <c:v>6.587137659625288</c:v>
                </c:pt>
                <c:pt idx="458">
                  <c:v>6.5934787944014879</c:v>
                </c:pt>
                <c:pt idx="459">
                  <c:v>6.6017616981200149</c:v>
                </c:pt>
                <c:pt idx="460">
                  <c:v>6.5990502756559417</c:v>
                </c:pt>
                <c:pt idx="461">
                  <c:v>6.5929618499642499</c:v>
                </c:pt>
                <c:pt idx="462">
                  <c:v>6.5859873764377985</c:v>
                </c:pt>
                <c:pt idx="463">
                  <c:v>6.5977602341730011</c:v>
                </c:pt>
                <c:pt idx="464">
                  <c:v>6.6075425987763294</c:v>
                </c:pt>
                <c:pt idx="465">
                  <c:v>6.6070166490507338</c:v>
                </c:pt>
                <c:pt idx="466">
                  <c:v>6.6017964520857522</c:v>
                </c:pt>
                <c:pt idx="467">
                  <c:v>6.5979651053567716</c:v>
                </c:pt>
                <c:pt idx="468">
                  <c:v>6.5918901792982147</c:v>
                </c:pt>
                <c:pt idx="469">
                  <c:v>6.5944704832902845</c:v>
                </c:pt>
                <c:pt idx="470">
                  <c:v>6.5961046134808621</c:v>
                </c:pt>
                <c:pt idx="471">
                  <c:v>6.5994984667885035</c:v>
                </c:pt>
                <c:pt idx="472">
                  <c:v>6.6016726184505607</c:v>
                </c:pt>
                <c:pt idx="473">
                  <c:v>6.5940587764396472</c:v>
                </c:pt>
                <c:pt idx="474">
                  <c:v>6.599593460837756</c:v>
                </c:pt>
                <c:pt idx="475">
                  <c:v>6.5999352393767188</c:v>
                </c:pt>
                <c:pt idx="476">
                  <c:v>6.5974084559962867</c:v>
                </c:pt>
                <c:pt idx="477">
                  <c:v>6.5985929037463436</c:v>
                </c:pt>
                <c:pt idx="478">
                  <c:v>6.5992584168770394</c:v>
                </c:pt>
                <c:pt idx="479">
                  <c:v>6.5953772564799493</c:v>
                </c:pt>
                <c:pt idx="480">
                  <c:v>6.5946098934476476</c:v>
                </c:pt>
                <c:pt idx="481">
                  <c:v>6.596404630760393</c:v>
                </c:pt>
                <c:pt idx="482">
                  <c:v>6.5985787250182515</c:v>
                </c:pt>
                <c:pt idx="483">
                  <c:v>6.6064186203261768</c:v>
                </c:pt>
                <c:pt idx="484">
                  <c:v>6.60387365664534</c:v>
                </c:pt>
                <c:pt idx="485">
                  <c:v>6.6029288570501521</c:v>
                </c:pt>
                <c:pt idx="486">
                  <c:v>6.5982981873096529</c:v>
                </c:pt>
                <c:pt idx="487">
                  <c:v>6.5984670983478777</c:v>
                </c:pt>
                <c:pt idx="488">
                  <c:v>6.6030331234610751</c:v>
                </c:pt>
                <c:pt idx="489">
                  <c:v>6.6048029762535094</c:v>
                </c:pt>
                <c:pt idx="490">
                  <c:v>6.6015783673798225</c:v>
                </c:pt>
                <c:pt idx="491">
                  <c:v>6.6047766234670018</c:v>
                </c:pt>
                <c:pt idx="492">
                  <c:v>6.6036528395431917</c:v>
                </c:pt>
                <c:pt idx="493">
                  <c:v>6.6031326664928365</c:v>
                </c:pt>
                <c:pt idx="494">
                  <c:v>6.6048283814521147</c:v>
                </c:pt>
                <c:pt idx="495">
                  <c:v>6.6016230193292831</c:v>
                </c:pt>
                <c:pt idx="496">
                  <c:v>6.6013416602710597</c:v>
                </c:pt>
                <c:pt idx="497">
                  <c:v>6.600867428125591</c:v>
                </c:pt>
                <c:pt idx="498">
                  <c:v>6.6052416229641686</c:v>
                </c:pt>
                <c:pt idx="499">
                  <c:v>6.608927091680493</c:v>
                </c:pt>
                <c:pt idx="500">
                  <c:v>6.6061750902350624</c:v>
                </c:pt>
                <c:pt idx="501">
                  <c:v>6.6073671179603268</c:v>
                </c:pt>
                <c:pt idx="502">
                  <c:v>6.6080954210931075</c:v>
                </c:pt>
                <c:pt idx="503">
                  <c:v>6.613804879911596</c:v>
                </c:pt>
                <c:pt idx="504">
                  <c:v>6.6145836865093042</c:v>
                </c:pt>
                <c:pt idx="505">
                  <c:v>6.6119642774806122</c:v>
                </c:pt>
                <c:pt idx="506">
                  <c:v>6.6200314421664004</c:v>
                </c:pt>
                <c:pt idx="507">
                  <c:v>6.6288584651863163</c:v>
                </c:pt>
                <c:pt idx="508">
                  <c:v>6.6468208785780636</c:v>
                </c:pt>
                <c:pt idx="509">
                  <c:v>6.6649379904999204</c:v>
                </c:pt>
                <c:pt idx="510">
                  <c:v>6.6937524717658636</c:v>
                </c:pt>
                <c:pt idx="511">
                  <c:v>6.7188593694658998</c:v>
                </c:pt>
                <c:pt idx="512">
                  <c:v>6.7388643653683129</c:v>
                </c:pt>
                <c:pt idx="513">
                  <c:v>6.757429186074571</c:v>
                </c:pt>
                <c:pt idx="514">
                  <c:v>6.7740926434060311</c:v>
                </c:pt>
                <c:pt idx="515">
                  <c:v>6.773444644707955</c:v>
                </c:pt>
                <c:pt idx="516">
                  <c:v>6.7621695344555484</c:v>
                </c:pt>
                <c:pt idx="517">
                  <c:v>6.7456300800962099</c:v>
                </c:pt>
                <c:pt idx="518">
                  <c:v>6.7285950145493585</c:v>
                </c:pt>
                <c:pt idx="519">
                  <c:v>6.7074238017717764</c:v>
                </c:pt>
                <c:pt idx="520">
                  <c:v>6.686697926187974</c:v>
                </c:pt>
                <c:pt idx="521">
                  <c:v>6.674102301231259</c:v>
                </c:pt>
                <c:pt idx="522">
                  <c:v>6.6696290340243953</c:v>
                </c:pt>
                <c:pt idx="523">
                  <c:v>6.6655400856404201</c:v>
                </c:pt>
                <c:pt idx="524">
                  <c:v>6.6696794897313572</c:v>
                </c:pt>
                <c:pt idx="525">
                  <c:v>6.6721478449780012</c:v>
                </c:pt>
                <c:pt idx="526">
                  <c:v>6.6753098182621677</c:v>
                </c:pt>
                <c:pt idx="527">
                  <c:v>6.6729746681320021</c:v>
                </c:pt>
                <c:pt idx="528">
                  <c:v>6.679244021522897</c:v>
                </c:pt>
                <c:pt idx="529">
                  <c:v>6.6912941154062029</c:v>
                </c:pt>
                <c:pt idx="530">
                  <c:v>6.6973338158891238</c:v>
                </c:pt>
                <c:pt idx="531">
                  <c:v>6.6944290972866911</c:v>
                </c:pt>
                <c:pt idx="532">
                  <c:v>6.7052505115367209</c:v>
                </c:pt>
                <c:pt idx="533">
                  <c:v>6.722515803087119</c:v>
                </c:pt>
                <c:pt idx="534">
                  <c:v>6.7246538036809769</c:v>
                </c:pt>
                <c:pt idx="535">
                  <c:v>6.7203247515486249</c:v>
                </c:pt>
                <c:pt idx="536">
                  <c:v>6.7290177727094385</c:v>
                </c:pt>
                <c:pt idx="537">
                  <c:v>6.7497621271309738</c:v>
                </c:pt>
                <c:pt idx="538">
                  <c:v>6.7674018504408044</c:v>
                </c:pt>
                <c:pt idx="539">
                  <c:v>6.7947977943629461</c:v>
                </c:pt>
                <c:pt idx="540">
                  <c:v>6.8216023036541014</c:v>
                </c:pt>
                <c:pt idx="541">
                  <c:v>6.8533592719185101</c:v>
                </c:pt>
                <c:pt idx="542">
                  <c:v>6.8774009759808283</c:v>
                </c:pt>
                <c:pt idx="543">
                  <c:v>6.9153316838617709</c:v>
                </c:pt>
                <c:pt idx="544">
                  <c:v>6.9657869062552811</c:v>
                </c:pt>
                <c:pt idx="545">
                  <c:v>6.98926980951906</c:v>
                </c:pt>
                <c:pt idx="546">
                  <c:v>7.0315193842728254</c:v>
                </c:pt>
                <c:pt idx="547">
                  <c:v>7.0782377626110291</c:v>
                </c:pt>
                <c:pt idx="548">
                  <c:v>7.1067862343449866</c:v>
                </c:pt>
                <c:pt idx="549">
                  <c:v>7.1634718536083923</c:v>
                </c:pt>
                <c:pt idx="550">
                  <c:v>7.1892023352032464</c:v>
                </c:pt>
                <c:pt idx="551">
                  <c:v>7.204525997590725</c:v>
                </c:pt>
                <c:pt idx="552">
                  <c:v>7.2211837891968482</c:v>
                </c:pt>
                <c:pt idx="553">
                  <c:v>7.2160802752767195</c:v>
                </c:pt>
                <c:pt idx="554">
                  <c:v>7.1977323456184896</c:v>
                </c:pt>
                <c:pt idx="555">
                  <c:v>7.1645271322267723</c:v>
                </c:pt>
                <c:pt idx="556">
                  <c:v>7.1299281131278356</c:v>
                </c:pt>
                <c:pt idx="557">
                  <c:v>7.0818967774919805</c:v>
                </c:pt>
                <c:pt idx="558">
                  <c:v>7.0348032312227984</c:v>
                </c:pt>
                <c:pt idx="559">
                  <c:v>6.9827906425774922</c:v>
                </c:pt>
                <c:pt idx="560">
                  <c:v>6.9147354408191504</c:v>
                </c:pt>
                <c:pt idx="561">
                  <c:v>6.8570524675240252</c:v>
                </c:pt>
                <c:pt idx="562">
                  <c:v>6.8226414983219383</c:v>
                </c:pt>
                <c:pt idx="563">
                  <c:v>6.7904615202945156</c:v>
                </c:pt>
                <c:pt idx="564">
                  <c:v>6.7457602333622804</c:v>
                </c:pt>
                <c:pt idx="565">
                  <c:v>6.7067478192362255</c:v>
                </c:pt>
                <c:pt idx="566">
                  <c:v>6.6640125250177178</c:v>
                </c:pt>
                <c:pt idx="567">
                  <c:v>6.655237616420405</c:v>
                </c:pt>
                <c:pt idx="568">
                  <c:v>6.6580231870554876</c:v>
                </c:pt>
                <c:pt idx="569">
                  <c:v>6.6595461675729215</c:v>
                </c:pt>
                <c:pt idx="570">
                  <c:v>6.6223396474860241</c:v>
                </c:pt>
                <c:pt idx="571">
                  <c:v>6.6095436691324867</c:v>
                </c:pt>
                <c:pt idx="572">
                  <c:v>6.6165546472161569</c:v>
                </c:pt>
                <c:pt idx="573">
                  <c:v>6.6350855516139005</c:v>
                </c:pt>
                <c:pt idx="574">
                  <c:v>6.6573595563602872</c:v>
                </c:pt>
                <c:pt idx="575">
                  <c:v>6.6766023025358665</c:v>
                </c:pt>
                <c:pt idx="576">
                  <c:v>6.6525967733843308</c:v>
                </c:pt>
                <c:pt idx="577">
                  <c:v>6.6287551495665751</c:v>
                </c:pt>
                <c:pt idx="578">
                  <c:v>6.6132060090161069</c:v>
                </c:pt>
                <c:pt idx="579">
                  <c:v>6.575838824148037</c:v>
                </c:pt>
                <c:pt idx="580">
                  <c:v>6.528905579233566</c:v>
                </c:pt>
                <c:pt idx="581">
                  <c:v>6.5171252549483212</c:v>
                </c:pt>
                <c:pt idx="582">
                  <c:v>6.5812918145439614</c:v>
                </c:pt>
                <c:pt idx="583">
                  <c:v>6.5012970634471028</c:v>
                </c:pt>
                <c:pt idx="584">
                  <c:v>6.5995196890519239</c:v>
                </c:pt>
                <c:pt idx="585">
                  <c:v>6.5058327002258007</c:v>
                </c:pt>
                <c:pt idx="586">
                  <c:v>6.5312822997596607</c:v>
                </c:pt>
                <c:pt idx="587">
                  <c:v>6.476405043971619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9-1251-45ED-B486-8EADCA04E34F}"/>
            </c:ext>
          </c:extLst>
        </c:ser>
        <c:ser>
          <c:idx val="10"/>
          <c:order val="10"/>
          <c:tx>
            <c:strRef>
              <c:f>'Fully separated 3%'!$J$1</c:f>
              <c:strCache>
                <c:ptCount val="1"/>
                <c:pt idx="0">
                  <c:v>3D_8/O-PTIR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3%'!$A$2:$A$589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3%'!$J$2:$J$589</c:f>
              <c:numCache>
                <c:formatCode>General</c:formatCode>
                <c:ptCount val="588"/>
                <c:pt idx="0">
                  <c:v>6.4109825514469421</c:v>
                </c:pt>
                <c:pt idx="1">
                  <c:v>6.3988314078389665</c:v>
                </c:pt>
                <c:pt idx="2">
                  <c:v>6.4381991774409064</c:v>
                </c:pt>
                <c:pt idx="3">
                  <c:v>6.4488617623240296</c:v>
                </c:pt>
                <c:pt idx="4">
                  <c:v>6.4384209664787155</c:v>
                </c:pt>
                <c:pt idx="5">
                  <c:v>6.4249313857842578</c:v>
                </c:pt>
                <c:pt idx="6">
                  <c:v>6.4345038140509887</c:v>
                </c:pt>
                <c:pt idx="7">
                  <c:v>6.4322263425373132</c:v>
                </c:pt>
                <c:pt idx="8">
                  <c:v>6.4253951943311272</c:v>
                </c:pt>
                <c:pt idx="9">
                  <c:v>6.4339962364853633</c:v>
                </c:pt>
                <c:pt idx="10">
                  <c:v>6.4339705066421367</c:v>
                </c:pt>
                <c:pt idx="11">
                  <c:v>6.4312631672814087</c:v>
                </c:pt>
                <c:pt idx="12">
                  <c:v>6.4359646312646221</c:v>
                </c:pt>
                <c:pt idx="13">
                  <c:v>6.4386335481730814</c:v>
                </c:pt>
                <c:pt idx="14">
                  <c:v>6.444549737757173</c:v>
                </c:pt>
                <c:pt idx="15">
                  <c:v>6.4533374318149406</c:v>
                </c:pt>
                <c:pt idx="16">
                  <c:v>6.4449992980050865</c:v>
                </c:pt>
                <c:pt idx="17">
                  <c:v>6.4361361635527992</c:v>
                </c:pt>
                <c:pt idx="18">
                  <c:v>6.436315466162597</c:v>
                </c:pt>
                <c:pt idx="19">
                  <c:v>6.4333383405849407</c:v>
                </c:pt>
                <c:pt idx="20">
                  <c:v>6.4335804885156342</c:v>
                </c:pt>
                <c:pt idx="21">
                  <c:v>6.4390165697589437</c:v>
                </c:pt>
                <c:pt idx="22">
                  <c:v>6.4380472757811606</c:v>
                </c:pt>
                <c:pt idx="23">
                  <c:v>6.4390417826644555</c:v>
                </c:pt>
                <c:pt idx="24">
                  <c:v>6.4414322424573394</c:v>
                </c:pt>
                <c:pt idx="25">
                  <c:v>6.4398384974739109</c:v>
                </c:pt>
                <c:pt idx="26">
                  <c:v>6.4382877623585699</c:v>
                </c:pt>
                <c:pt idx="27">
                  <c:v>6.4378046531780999</c:v>
                </c:pt>
                <c:pt idx="28">
                  <c:v>6.4392013213474186</c:v>
                </c:pt>
                <c:pt idx="29">
                  <c:v>6.44137052204493</c:v>
                </c:pt>
                <c:pt idx="30">
                  <c:v>6.4413507353598298</c:v>
                </c:pt>
                <c:pt idx="31">
                  <c:v>6.4438593690649704</c:v>
                </c:pt>
                <c:pt idx="32">
                  <c:v>6.4474380898486912</c:v>
                </c:pt>
                <c:pt idx="33">
                  <c:v>6.448270310801421</c:v>
                </c:pt>
                <c:pt idx="34">
                  <c:v>6.4466150014622512</c:v>
                </c:pt>
                <c:pt idx="35">
                  <c:v>6.4588888746992925</c:v>
                </c:pt>
                <c:pt idx="36">
                  <c:v>6.464031260543579</c:v>
                </c:pt>
                <c:pt idx="37">
                  <c:v>6.4676515216617583</c:v>
                </c:pt>
                <c:pt idx="38">
                  <c:v>6.4704864210931188</c:v>
                </c:pt>
                <c:pt idx="39">
                  <c:v>6.4785910551126618</c:v>
                </c:pt>
                <c:pt idx="40">
                  <c:v>6.4881485897210887</c:v>
                </c:pt>
                <c:pt idx="41">
                  <c:v>6.5003678918918473</c:v>
                </c:pt>
                <c:pt idx="42">
                  <c:v>6.5231987289080315</c:v>
                </c:pt>
                <c:pt idx="43">
                  <c:v>6.5562217504918134</c:v>
                </c:pt>
                <c:pt idx="44">
                  <c:v>6.5650871737752396</c:v>
                </c:pt>
                <c:pt idx="45">
                  <c:v>6.5600348911499538</c:v>
                </c:pt>
                <c:pt idx="46">
                  <c:v>6.576560707136462</c:v>
                </c:pt>
                <c:pt idx="47">
                  <c:v>6.6350504734083087</c:v>
                </c:pt>
                <c:pt idx="48">
                  <c:v>6.6538500220508086</c:v>
                </c:pt>
                <c:pt idx="49">
                  <c:v>6.5811598532151789</c:v>
                </c:pt>
                <c:pt idx="50">
                  <c:v>6.50051950094534</c:v>
                </c:pt>
                <c:pt idx="51">
                  <c:v>6.4782876614419243</c:v>
                </c:pt>
                <c:pt idx="52">
                  <c:v>6.4709884098793031</c:v>
                </c:pt>
                <c:pt idx="53">
                  <c:v>6.4683517609382468</c:v>
                </c:pt>
                <c:pt idx="54">
                  <c:v>6.4675578356417409</c:v>
                </c:pt>
                <c:pt idx="55">
                  <c:v>6.4651760337427815</c:v>
                </c:pt>
                <c:pt idx="56">
                  <c:v>6.4632289016846114</c:v>
                </c:pt>
                <c:pt idx="57">
                  <c:v>6.4630519659342864</c:v>
                </c:pt>
                <c:pt idx="58">
                  <c:v>6.4640902954808181</c:v>
                </c:pt>
                <c:pt idx="59">
                  <c:v>6.4628089336824708</c:v>
                </c:pt>
                <c:pt idx="60">
                  <c:v>6.4623288773605783</c:v>
                </c:pt>
                <c:pt idx="61">
                  <c:v>6.4606275735695355</c:v>
                </c:pt>
                <c:pt idx="62">
                  <c:v>6.45934376038102</c:v>
                </c:pt>
                <c:pt idx="63">
                  <c:v>6.461701503543579</c:v>
                </c:pt>
                <c:pt idx="64">
                  <c:v>6.4748797414307466</c:v>
                </c:pt>
                <c:pt idx="65">
                  <c:v>6.4918825836388319</c:v>
                </c:pt>
                <c:pt idx="66">
                  <c:v>6.5092690846641768</c:v>
                </c:pt>
                <c:pt idx="67">
                  <c:v>6.5228562625489079</c:v>
                </c:pt>
                <c:pt idx="68">
                  <c:v>6.5292429727422068</c:v>
                </c:pt>
                <c:pt idx="69">
                  <c:v>6.516424699068124</c:v>
                </c:pt>
                <c:pt idx="70">
                  <c:v>6.4858520012655161</c:v>
                </c:pt>
                <c:pt idx="71">
                  <c:v>6.4605089639990796</c:v>
                </c:pt>
                <c:pt idx="72">
                  <c:v>6.4486886207014589</c:v>
                </c:pt>
                <c:pt idx="73">
                  <c:v>6.4425816453377083</c:v>
                </c:pt>
                <c:pt idx="74">
                  <c:v>6.4398945770879896</c:v>
                </c:pt>
                <c:pt idx="75">
                  <c:v>6.4382007445099525</c:v>
                </c:pt>
                <c:pt idx="76">
                  <c:v>6.4378359327866015</c:v>
                </c:pt>
                <c:pt idx="77">
                  <c:v>6.437193395463308</c:v>
                </c:pt>
                <c:pt idx="78">
                  <c:v>6.4378994380971575</c:v>
                </c:pt>
                <c:pt idx="79">
                  <c:v>6.4385816138142618</c:v>
                </c:pt>
                <c:pt idx="80">
                  <c:v>6.4405160402586672</c:v>
                </c:pt>
                <c:pt idx="81">
                  <c:v>6.4430633370034398</c:v>
                </c:pt>
                <c:pt idx="82">
                  <c:v>6.4443688193106192</c:v>
                </c:pt>
                <c:pt idx="83">
                  <c:v>6.4440264634916353</c:v>
                </c:pt>
                <c:pt idx="84">
                  <c:v>6.4458634683095211</c:v>
                </c:pt>
                <c:pt idx="85">
                  <c:v>6.4491829497061612</c:v>
                </c:pt>
                <c:pt idx="86">
                  <c:v>6.4502365045314178</c:v>
                </c:pt>
                <c:pt idx="87">
                  <c:v>6.4500966192351497</c:v>
                </c:pt>
                <c:pt idx="88">
                  <c:v>6.4515923931425379</c:v>
                </c:pt>
                <c:pt idx="89">
                  <c:v>6.4532400166907813</c:v>
                </c:pt>
                <c:pt idx="90">
                  <c:v>6.4523774069530324</c:v>
                </c:pt>
                <c:pt idx="91">
                  <c:v>6.4507569502698381</c:v>
                </c:pt>
                <c:pt idx="92">
                  <c:v>6.4553502767352908</c:v>
                </c:pt>
                <c:pt idx="93">
                  <c:v>6.4583159516548925</c:v>
                </c:pt>
                <c:pt idx="94">
                  <c:v>6.4603086327531951</c:v>
                </c:pt>
                <c:pt idx="95">
                  <c:v>6.4633762061749964</c:v>
                </c:pt>
                <c:pt idx="96">
                  <c:v>6.4648361878352167</c:v>
                </c:pt>
                <c:pt idx="97">
                  <c:v>6.4619871717777144</c:v>
                </c:pt>
                <c:pt idx="98">
                  <c:v>6.4586227265534486</c:v>
                </c:pt>
                <c:pt idx="99">
                  <c:v>6.4581813332711882</c:v>
                </c:pt>
                <c:pt idx="100">
                  <c:v>6.4605317287656039</c:v>
                </c:pt>
                <c:pt idx="101">
                  <c:v>6.4605311695625414</c:v>
                </c:pt>
                <c:pt idx="102">
                  <c:v>6.4600116569129522</c:v>
                </c:pt>
                <c:pt idx="103">
                  <c:v>6.4608452856268794</c:v>
                </c:pt>
                <c:pt idx="104">
                  <c:v>6.4646422679174647</c:v>
                </c:pt>
                <c:pt idx="105">
                  <c:v>6.4681732906306806</c:v>
                </c:pt>
                <c:pt idx="106">
                  <c:v>6.4676430490851287</c:v>
                </c:pt>
                <c:pt idx="107">
                  <c:v>6.4654370840374531</c:v>
                </c:pt>
                <c:pt idx="108">
                  <c:v>6.458169030803818</c:v>
                </c:pt>
                <c:pt idx="109">
                  <c:v>6.4587334487597818</c:v>
                </c:pt>
                <c:pt idx="110">
                  <c:v>6.4560208847518386</c:v>
                </c:pt>
                <c:pt idx="111">
                  <c:v>6.4514816709362046</c:v>
                </c:pt>
                <c:pt idx="112">
                  <c:v>6.4495329978184319</c:v>
                </c:pt>
                <c:pt idx="113">
                  <c:v>6.4506686384513436</c:v>
                </c:pt>
                <c:pt idx="114">
                  <c:v>6.4547012630602536</c:v>
                </c:pt>
                <c:pt idx="115">
                  <c:v>6.4594059034469069</c:v>
                </c:pt>
                <c:pt idx="116">
                  <c:v>6.459181493957538</c:v>
                </c:pt>
                <c:pt idx="117">
                  <c:v>6.4584836930664968</c:v>
                </c:pt>
                <c:pt idx="118">
                  <c:v>6.4587105344389499</c:v>
                </c:pt>
                <c:pt idx="119">
                  <c:v>6.4577416045933926</c:v>
                </c:pt>
                <c:pt idx="120">
                  <c:v>6.4560432853861363</c:v>
                </c:pt>
                <c:pt idx="121">
                  <c:v>6.4548889081994574</c:v>
                </c:pt>
                <c:pt idx="122">
                  <c:v>6.4565877540979706</c:v>
                </c:pt>
                <c:pt idx="123">
                  <c:v>6.4574764578111727</c:v>
                </c:pt>
                <c:pt idx="124">
                  <c:v>6.4566751198229113</c:v>
                </c:pt>
                <c:pt idx="125">
                  <c:v>6.4550611167331979</c:v>
                </c:pt>
                <c:pt idx="126">
                  <c:v>6.4540877165143229</c:v>
                </c:pt>
                <c:pt idx="127">
                  <c:v>6.4551362385120195</c:v>
                </c:pt>
                <c:pt idx="128">
                  <c:v>6.4551295085681879</c:v>
                </c:pt>
                <c:pt idx="129">
                  <c:v>6.4563594692013329</c:v>
                </c:pt>
                <c:pt idx="130">
                  <c:v>6.4566220865650505</c:v>
                </c:pt>
                <c:pt idx="131">
                  <c:v>6.4560791849222632</c:v>
                </c:pt>
                <c:pt idx="132">
                  <c:v>6.4571455006313538</c:v>
                </c:pt>
                <c:pt idx="133">
                  <c:v>6.4522565313097022</c:v>
                </c:pt>
                <c:pt idx="134">
                  <c:v>6.4456263467040262</c:v>
                </c:pt>
                <c:pt idx="135">
                  <c:v>6.4437241589663978</c:v>
                </c:pt>
                <c:pt idx="136">
                  <c:v>6.4398767931301366</c:v>
                </c:pt>
                <c:pt idx="137">
                  <c:v>6.4348024609980579</c:v>
                </c:pt>
                <c:pt idx="138">
                  <c:v>6.4346883705686286</c:v>
                </c:pt>
                <c:pt idx="139">
                  <c:v>6.4330583359074014</c:v>
                </c:pt>
                <c:pt idx="140">
                  <c:v>6.4315698901610752</c:v>
                </c:pt>
                <c:pt idx="141">
                  <c:v>6.4302053501583929</c:v>
                </c:pt>
                <c:pt idx="142">
                  <c:v>6.4304267945710594</c:v>
                </c:pt>
                <c:pt idx="143">
                  <c:v>6.4313932925335315</c:v>
                </c:pt>
                <c:pt idx="144">
                  <c:v>6.4298029385314637</c:v>
                </c:pt>
                <c:pt idx="145">
                  <c:v>6.4284724513943301</c:v>
                </c:pt>
                <c:pt idx="146">
                  <c:v>6.427669065162295</c:v>
                </c:pt>
                <c:pt idx="147">
                  <c:v>6.4249140846267228</c:v>
                </c:pt>
                <c:pt idx="148">
                  <c:v>6.4251230916480244</c:v>
                </c:pt>
                <c:pt idx="149">
                  <c:v>6.4255337125059553</c:v>
                </c:pt>
                <c:pt idx="150">
                  <c:v>6.4219017373840934</c:v>
                </c:pt>
                <c:pt idx="151">
                  <c:v>6.4215018844362923</c:v>
                </c:pt>
                <c:pt idx="152">
                  <c:v>6.4220131732245669</c:v>
                </c:pt>
                <c:pt idx="153">
                  <c:v>6.4202618158826779</c:v>
                </c:pt>
                <c:pt idx="154">
                  <c:v>6.4188431030833373</c:v>
                </c:pt>
                <c:pt idx="155">
                  <c:v>6.4181724983179693</c:v>
                </c:pt>
                <c:pt idx="156">
                  <c:v>6.4181688618724744</c:v>
                </c:pt>
                <c:pt idx="157">
                  <c:v>6.4178578523111947</c:v>
                </c:pt>
                <c:pt idx="158">
                  <c:v>6.4169655007733652</c:v>
                </c:pt>
                <c:pt idx="159">
                  <c:v>6.4182170281129851</c:v>
                </c:pt>
                <c:pt idx="160">
                  <c:v>6.4180033930361065</c:v>
                </c:pt>
                <c:pt idx="161">
                  <c:v>6.4169051929989234</c:v>
                </c:pt>
                <c:pt idx="162">
                  <c:v>6.4160039153447714</c:v>
                </c:pt>
                <c:pt idx="163">
                  <c:v>6.4173499382483765</c:v>
                </c:pt>
                <c:pt idx="164">
                  <c:v>6.4176274005026901</c:v>
                </c:pt>
                <c:pt idx="165">
                  <c:v>6.4175791025893654</c:v>
                </c:pt>
                <c:pt idx="166">
                  <c:v>6.4193287693173451</c:v>
                </c:pt>
                <c:pt idx="167">
                  <c:v>6.4196042272188221</c:v>
                </c:pt>
                <c:pt idx="168">
                  <c:v>6.41900007170804</c:v>
                </c:pt>
                <c:pt idx="169">
                  <c:v>6.4206112706544909</c:v>
                </c:pt>
                <c:pt idx="170">
                  <c:v>6.4201085145896863</c:v>
                </c:pt>
                <c:pt idx="171">
                  <c:v>6.4202519875637405</c:v>
                </c:pt>
                <c:pt idx="172">
                  <c:v>6.420978689824679</c:v>
                </c:pt>
                <c:pt idx="173">
                  <c:v>6.4218331504782675</c:v>
                </c:pt>
                <c:pt idx="174">
                  <c:v>6.4222415377751298</c:v>
                </c:pt>
                <c:pt idx="175">
                  <c:v>6.4219483544370508</c:v>
                </c:pt>
                <c:pt idx="176">
                  <c:v>6.4219858616819812</c:v>
                </c:pt>
                <c:pt idx="177">
                  <c:v>6.42411115355997</c:v>
                </c:pt>
                <c:pt idx="178">
                  <c:v>6.4253046473259747</c:v>
                </c:pt>
                <c:pt idx="179">
                  <c:v>6.4251797288395744</c:v>
                </c:pt>
                <c:pt idx="180">
                  <c:v>6.4262104798841397</c:v>
                </c:pt>
                <c:pt idx="181">
                  <c:v>6.4292371453261081</c:v>
                </c:pt>
                <c:pt idx="182">
                  <c:v>6.4320626163337442</c:v>
                </c:pt>
                <c:pt idx="183">
                  <c:v>6.434803316058554</c:v>
                </c:pt>
                <c:pt idx="184">
                  <c:v>6.4380529360865761</c:v>
                </c:pt>
                <c:pt idx="185">
                  <c:v>6.4412934950742802</c:v>
                </c:pt>
                <c:pt idx="186">
                  <c:v>6.4439645024918617</c:v>
                </c:pt>
                <c:pt idx="187">
                  <c:v>6.4469948336399501</c:v>
                </c:pt>
                <c:pt idx="188">
                  <c:v>6.4479064711810672</c:v>
                </c:pt>
                <c:pt idx="189">
                  <c:v>6.4479516788472369</c:v>
                </c:pt>
                <c:pt idx="190">
                  <c:v>6.445935579495111</c:v>
                </c:pt>
                <c:pt idx="191">
                  <c:v>6.4440671487655976</c:v>
                </c:pt>
                <c:pt idx="192">
                  <c:v>6.4438600095475476</c:v>
                </c:pt>
                <c:pt idx="193">
                  <c:v>6.4451634078479652</c:v>
                </c:pt>
                <c:pt idx="194">
                  <c:v>6.4470646429896803</c:v>
                </c:pt>
                <c:pt idx="195">
                  <c:v>6.451915892114072</c:v>
                </c:pt>
                <c:pt idx="196">
                  <c:v>6.4554437156655826</c:v>
                </c:pt>
                <c:pt idx="197">
                  <c:v>6.4537089539750392</c:v>
                </c:pt>
                <c:pt idx="198">
                  <c:v>6.4510052039176884</c:v>
                </c:pt>
                <c:pt idx="199">
                  <c:v>6.44830567389275</c:v>
                </c:pt>
                <c:pt idx="200">
                  <c:v>6.44524652753105</c:v>
                </c:pt>
                <c:pt idx="201">
                  <c:v>6.4430594485914483</c:v>
                </c:pt>
                <c:pt idx="202">
                  <c:v>6.4405833689576033</c:v>
                </c:pt>
                <c:pt idx="203">
                  <c:v>6.4430599167614542</c:v>
                </c:pt>
                <c:pt idx="204">
                  <c:v>6.4473340553208409</c:v>
                </c:pt>
                <c:pt idx="205">
                  <c:v>6.4511861126107002</c:v>
                </c:pt>
                <c:pt idx="206">
                  <c:v>6.4558915267783368</c:v>
                </c:pt>
                <c:pt idx="207">
                  <c:v>6.4588313353051277</c:v>
                </c:pt>
                <c:pt idx="208">
                  <c:v>6.460682030844497</c:v>
                </c:pt>
                <c:pt idx="209">
                  <c:v>6.4632342531278706</c:v>
                </c:pt>
                <c:pt idx="210">
                  <c:v>6.4674450716939944</c:v>
                </c:pt>
                <c:pt idx="211">
                  <c:v>6.4737948029592092</c:v>
                </c:pt>
                <c:pt idx="212">
                  <c:v>6.4783572432090129</c:v>
                </c:pt>
                <c:pt idx="213">
                  <c:v>6.4742911151840747</c:v>
                </c:pt>
                <c:pt idx="214">
                  <c:v>6.4802489881545711</c:v>
                </c:pt>
                <c:pt idx="215">
                  <c:v>6.5001485217323998</c:v>
                </c:pt>
                <c:pt idx="216">
                  <c:v>6.5065468776545901</c:v>
                </c:pt>
                <c:pt idx="217">
                  <c:v>6.5126527963846463</c:v>
                </c:pt>
                <c:pt idx="218">
                  <c:v>6.5115829498934295</c:v>
                </c:pt>
                <c:pt idx="219">
                  <c:v>6.4908628443429413</c:v>
                </c:pt>
                <c:pt idx="220">
                  <c:v>6.4777026244986295</c:v>
                </c:pt>
                <c:pt idx="221">
                  <c:v>6.4708179894948898</c:v>
                </c:pt>
                <c:pt idx="222">
                  <c:v>6.4647088520960443</c:v>
                </c:pt>
                <c:pt idx="223">
                  <c:v>6.458835984493378</c:v>
                </c:pt>
                <c:pt idx="224">
                  <c:v>6.4528633576653425</c:v>
                </c:pt>
                <c:pt idx="225">
                  <c:v>6.4432132944571903</c:v>
                </c:pt>
                <c:pt idx="226">
                  <c:v>6.4317909054179028</c:v>
                </c:pt>
                <c:pt idx="227">
                  <c:v>6.4281213433971853</c:v>
                </c:pt>
                <c:pt idx="228">
                  <c:v>6.4243537615327186</c:v>
                </c:pt>
                <c:pt idx="229">
                  <c:v>6.4187703985572879</c:v>
                </c:pt>
                <c:pt idx="230">
                  <c:v>6.4143212099323206</c:v>
                </c:pt>
                <c:pt idx="231">
                  <c:v>6.4135715055686742</c:v>
                </c:pt>
                <c:pt idx="232">
                  <c:v>6.4127663815806111</c:v>
                </c:pt>
                <c:pt idx="233">
                  <c:v>6.4104911355000525</c:v>
                </c:pt>
                <c:pt idx="234">
                  <c:v>6.4103025158194651</c:v>
                </c:pt>
                <c:pt idx="235">
                  <c:v>6.4101630832500947</c:v>
                </c:pt>
                <c:pt idx="236">
                  <c:v>6.4091400058045283</c:v>
                </c:pt>
                <c:pt idx="237">
                  <c:v>6.4110443994681905</c:v>
                </c:pt>
                <c:pt idx="238">
                  <c:v>6.4135351451776987</c:v>
                </c:pt>
                <c:pt idx="239">
                  <c:v>6.4143178514627666</c:v>
                </c:pt>
                <c:pt idx="240">
                  <c:v>6.415273961903238</c:v>
                </c:pt>
                <c:pt idx="241">
                  <c:v>6.4166502549237707</c:v>
                </c:pt>
                <c:pt idx="242">
                  <c:v>6.4196159395969143</c:v>
                </c:pt>
                <c:pt idx="243">
                  <c:v>6.4224256375018953</c:v>
                </c:pt>
                <c:pt idx="244">
                  <c:v>6.423770437961597</c:v>
                </c:pt>
                <c:pt idx="245">
                  <c:v>6.4219036344479701</c:v>
                </c:pt>
                <c:pt idx="246">
                  <c:v>6.4202745751409225</c:v>
                </c:pt>
                <c:pt idx="247">
                  <c:v>6.4237125328096143</c:v>
                </c:pt>
                <c:pt idx="248">
                  <c:v>6.4291137532689975</c:v>
                </c:pt>
                <c:pt idx="249">
                  <c:v>6.4413830000760521</c:v>
                </c:pt>
                <c:pt idx="250">
                  <c:v>6.4573266759211743</c:v>
                </c:pt>
                <c:pt idx="251">
                  <c:v>6.4964313234136091</c:v>
                </c:pt>
                <c:pt idx="252">
                  <c:v>6.535841178735553</c:v>
                </c:pt>
                <c:pt idx="253">
                  <c:v>6.5867808453548129</c:v>
                </c:pt>
                <c:pt idx="254">
                  <c:v>6.6761107255355432</c:v>
                </c:pt>
                <c:pt idx="255">
                  <c:v>6.7775100544710609</c:v>
                </c:pt>
                <c:pt idx="256">
                  <c:v>6.8773795338753789</c:v>
                </c:pt>
                <c:pt idx="257">
                  <c:v>7.0563588982940217</c:v>
                </c:pt>
                <c:pt idx="258">
                  <c:v>7.2305012862710836</c:v>
                </c:pt>
                <c:pt idx="259">
                  <c:v>7.4</c:v>
                </c:pt>
                <c:pt idx="260">
                  <c:v>7.1044020881214553</c:v>
                </c:pt>
                <c:pt idx="261">
                  <c:v>6.7820051367613026</c:v>
                </c:pt>
                <c:pt idx="262">
                  <c:v>6.5585394651188897</c:v>
                </c:pt>
                <c:pt idx="263">
                  <c:v>6.4960702407944</c:v>
                </c:pt>
                <c:pt idx="264">
                  <c:v>6.4735562573366146</c:v>
                </c:pt>
                <c:pt idx="265">
                  <c:v>6.4606135414740891</c:v>
                </c:pt>
                <c:pt idx="266">
                  <c:v>6.4574152315782127</c:v>
                </c:pt>
                <c:pt idx="267">
                  <c:v>6.4602346813993874</c:v>
                </c:pt>
                <c:pt idx="268">
                  <c:v>6.4607882729239705</c:v>
                </c:pt>
                <c:pt idx="269">
                  <c:v>6.469639365003335</c:v>
                </c:pt>
                <c:pt idx="270">
                  <c:v>6.4882381402393898</c:v>
                </c:pt>
                <c:pt idx="271">
                  <c:v>6.500624813187164</c:v>
                </c:pt>
                <c:pt idx="272">
                  <c:v>6.4894984603969279</c:v>
                </c:pt>
                <c:pt idx="273">
                  <c:v>6.4809747491987277</c:v>
                </c:pt>
                <c:pt idx="274">
                  <c:v>6.4916090878248438</c:v>
                </c:pt>
                <c:pt idx="275">
                  <c:v>6.5183129847575296</c:v>
                </c:pt>
                <c:pt idx="276">
                  <c:v>6.57410799048637</c:v>
                </c:pt>
                <c:pt idx="277">
                  <c:v>6.6857755751130412</c:v>
                </c:pt>
                <c:pt idx="278">
                  <c:v>7.0773129392930221</c:v>
                </c:pt>
                <c:pt idx="279">
                  <c:v>7.1921378754424383</c:v>
                </c:pt>
                <c:pt idx="280">
                  <c:v>6.9977042191376899</c:v>
                </c:pt>
                <c:pt idx="281">
                  <c:v>6.720719654286623</c:v>
                </c:pt>
                <c:pt idx="282">
                  <c:v>6.5532900959259539</c:v>
                </c:pt>
                <c:pt idx="283">
                  <c:v>6.4870616485223049</c:v>
                </c:pt>
                <c:pt idx="284">
                  <c:v>6.458831322300405</c:v>
                </c:pt>
                <c:pt idx="285">
                  <c:v>6.4389534220782529</c:v>
                </c:pt>
                <c:pt idx="286">
                  <c:v>6.4382083555237246</c:v>
                </c:pt>
                <c:pt idx="287">
                  <c:v>6.4587108595570095</c:v>
                </c:pt>
                <c:pt idx="288">
                  <c:v>6.4559782292624366</c:v>
                </c:pt>
                <c:pt idx="289">
                  <c:v>6.4438474079715622</c:v>
                </c:pt>
                <c:pt idx="290">
                  <c:v>6.4303980768928666</c:v>
                </c:pt>
                <c:pt idx="291">
                  <c:v>6.4210360796645372</c:v>
                </c:pt>
                <c:pt idx="292">
                  <c:v>6.4159468522485641</c:v>
                </c:pt>
                <c:pt idx="293">
                  <c:v>6.4125702874358366</c:v>
                </c:pt>
                <c:pt idx="294">
                  <c:v>6.4109504232803056</c:v>
                </c:pt>
                <c:pt idx="295">
                  <c:v>6.4092918123672415</c:v>
                </c:pt>
                <c:pt idx="296">
                  <c:v>6.4107386413763665</c:v>
                </c:pt>
                <c:pt idx="297">
                  <c:v>6.4132868573924515</c:v>
                </c:pt>
                <c:pt idx="298">
                  <c:v>6.4136228181392054</c:v>
                </c:pt>
                <c:pt idx="299">
                  <c:v>6.4150779758602186</c:v>
                </c:pt>
                <c:pt idx="300">
                  <c:v>6.4193549998423833</c:v>
                </c:pt>
                <c:pt idx="301">
                  <c:v>6.4189132781908835</c:v>
                </c:pt>
                <c:pt idx="302">
                  <c:v>6.4199105258194198</c:v>
                </c:pt>
                <c:pt idx="303">
                  <c:v>6.4182327784573765</c:v>
                </c:pt>
                <c:pt idx="304">
                  <c:v>6.4199554018651686</c:v>
                </c:pt>
                <c:pt idx="305">
                  <c:v>6.420775993344912</c:v>
                </c:pt>
                <c:pt idx="306">
                  <c:v>6.4203163056694459</c:v>
                </c:pt>
                <c:pt idx="307">
                  <c:v>6.4198477861618937</c:v>
                </c:pt>
                <c:pt idx="308">
                  <c:v>6.417966558785559</c:v>
                </c:pt>
                <c:pt idx="309">
                  <c:v>6.4152274944045882</c:v>
                </c:pt>
                <c:pt idx="310">
                  <c:v>6.4133288756504578</c:v>
                </c:pt>
                <c:pt idx="311">
                  <c:v>6.4134138997125749</c:v>
                </c:pt>
                <c:pt idx="312">
                  <c:v>6.4107916990180813</c:v>
                </c:pt>
                <c:pt idx="313">
                  <c:v>6.4126400130676657</c:v>
                </c:pt>
                <c:pt idx="314">
                  <c:v>6.4133135390187972</c:v>
                </c:pt>
                <c:pt idx="315">
                  <c:v>6.4170015238543545</c:v>
                </c:pt>
                <c:pt idx="316">
                  <c:v>6.4188592126831834</c:v>
                </c:pt>
                <c:pt idx="317">
                  <c:v>6.4210728797776886</c:v>
                </c:pt>
                <c:pt idx="318">
                  <c:v>6.4286163909127998</c:v>
                </c:pt>
                <c:pt idx="319">
                  <c:v>6.4358625116821422</c:v>
                </c:pt>
                <c:pt idx="320">
                  <c:v>6.4426712543772595</c:v>
                </c:pt>
                <c:pt idx="321">
                  <c:v>6.4622057486490965</c:v>
                </c:pt>
                <c:pt idx="322">
                  <c:v>6.4854915753847866</c:v>
                </c:pt>
                <c:pt idx="323">
                  <c:v>6.5024844559755302</c:v>
                </c:pt>
                <c:pt idx="324">
                  <c:v>6.4968530730627156</c:v>
                </c:pt>
                <c:pt idx="325">
                  <c:v>6.4774000891395698</c:v>
                </c:pt>
                <c:pt idx="326">
                  <c:v>6.4643428211799705</c:v>
                </c:pt>
                <c:pt idx="327">
                  <c:v>6.4650434245886848</c:v>
                </c:pt>
                <c:pt idx="328">
                  <c:v>6.4821678414439283</c:v>
                </c:pt>
                <c:pt idx="329">
                  <c:v>6.5193502284097429</c:v>
                </c:pt>
                <c:pt idx="330">
                  <c:v>6.6320272135780129</c:v>
                </c:pt>
                <c:pt idx="331">
                  <c:v>6.749500223317094</c:v>
                </c:pt>
                <c:pt idx="332">
                  <c:v>6.7941937347825254</c:v>
                </c:pt>
                <c:pt idx="333">
                  <c:v>6.8014815812036202</c:v>
                </c:pt>
                <c:pt idx="334">
                  <c:v>6.7217488480156833</c:v>
                </c:pt>
                <c:pt idx="335">
                  <c:v>6.608096118527329</c:v>
                </c:pt>
                <c:pt idx="336">
                  <c:v>6.5298975784478674</c:v>
                </c:pt>
                <c:pt idx="337">
                  <c:v>6.484285263839288</c:v>
                </c:pt>
                <c:pt idx="338">
                  <c:v>6.4582185007677477</c:v>
                </c:pt>
                <c:pt idx="339">
                  <c:v>6.4438679229211147</c:v>
                </c:pt>
                <c:pt idx="340">
                  <c:v>6.4353013904233016</c:v>
                </c:pt>
                <c:pt idx="341">
                  <c:v>6.427440588446002</c:v>
                </c:pt>
                <c:pt idx="342">
                  <c:v>6.4225031358937317</c:v>
                </c:pt>
                <c:pt idx="343">
                  <c:v>6.4191309447316991</c:v>
                </c:pt>
                <c:pt idx="344">
                  <c:v>6.4173488799890928</c:v>
                </c:pt>
                <c:pt idx="345">
                  <c:v>6.4157409192185142</c:v>
                </c:pt>
                <c:pt idx="346">
                  <c:v>6.4160423231667272</c:v>
                </c:pt>
                <c:pt idx="347">
                  <c:v>6.4159219660867013</c:v>
                </c:pt>
                <c:pt idx="348">
                  <c:v>6.4147368538642704</c:v>
                </c:pt>
                <c:pt idx="349">
                  <c:v>6.4123398819566555</c:v>
                </c:pt>
                <c:pt idx="350">
                  <c:v>6.4121599884447846</c:v>
                </c:pt>
                <c:pt idx="351">
                  <c:v>6.4136541603329338</c:v>
                </c:pt>
                <c:pt idx="352">
                  <c:v>6.4130917353506751</c:v>
                </c:pt>
                <c:pt idx="353">
                  <c:v>6.4134396539396565</c:v>
                </c:pt>
                <c:pt idx="354">
                  <c:v>6.4129505642124816</c:v>
                </c:pt>
                <c:pt idx="355">
                  <c:v>6.4121023563919719</c:v>
                </c:pt>
                <c:pt idx="356">
                  <c:v>6.4134757794328339</c:v>
                </c:pt>
                <c:pt idx="357">
                  <c:v>6.4148208708731991</c:v>
                </c:pt>
                <c:pt idx="358">
                  <c:v>6.4141402508460095</c:v>
                </c:pt>
                <c:pt idx="359">
                  <c:v>6.4158513894583518</c:v>
                </c:pt>
                <c:pt idx="360">
                  <c:v>6.4205655021596684</c:v>
                </c:pt>
                <c:pt idx="361">
                  <c:v>6.421430868898562</c:v>
                </c:pt>
                <c:pt idx="362">
                  <c:v>6.4237191961042432</c:v>
                </c:pt>
                <c:pt idx="363">
                  <c:v>6.425018065510093</c:v>
                </c:pt>
                <c:pt idx="364">
                  <c:v>6.4266514683944154</c:v>
                </c:pt>
                <c:pt idx="365">
                  <c:v>6.4280927947803832</c:v>
                </c:pt>
                <c:pt idx="366">
                  <c:v>6.4291047702570143</c:v>
                </c:pt>
                <c:pt idx="367">
                  <c:v>6.4308717316401678</c:v>
                </c:pt>
                <c:pt idx="368">
                  <c:v>6.4321100120444541</c:v>
                </c:pt>
                <c:pt idx="369">
                  <c:v>6.4321776691126296</c:v>
                </c:pt>
                <c:pt idx="370">
                  <c:v>6.4328060865586005</c:v>
                </c:pt>
                <c:pt idx="371">
                  <c:v>6.4328535537952831</c:v>
                </c:pt>
                <c:pt idx="372">
                  <c:v>6.4326482384895467</c:v>
                </c:pt>
                <c:pt idx="373">
                  <c:v>6.4322597419155629</c:v>
                </c:pt>
                <c:pt idx="374">
                  <c:v>6.4292190199942931</c:v>
                </c:pt>
                <c:pt idx="375">
                  <c:v>6.4319961719559302</c:v>
                </c:pt>
                <c:pt idx="376">
                  <c:v>6.4340456544304025</c:v>
                </c:pt>
                <c:pt idx="377">
                  <c:v>6.4338033341871368</c:v>
                </c:pt>
                <c:pt idx="378">
                  <c:v>6.4334937600220901</c:v>
                </c:pt>
                <c:pt idx="379">
                  <c:v>6.432931884489351</c:v>
                </c:pt>
                <c:pt idx="380">
                  <c:v>6.4357652103493042</c:v>
                </c:pt>
                <c:pt idx="381">
                  <c:v>6.4414908482387396</c:v>
                </c:pt>
                <c:pt idx="382">
                  <c:v>6.4462972083126608</c:v>
                </c:pt>
                <c:pt idx="383">
                  <c:v>6.4601208770738507</c:v>
                </c:pt>
                <c:pt idx="384">
                  <c:v>6.4623150273312451</c:v>
                </c:pt>
                <c:pt idx="385">
                  <c:v>6.4586939534179173</c:v>
                </c:pt>
                <c:pt idx="386">
                  <c:v>6.448269969427459</c:v>
                </c:pt>
                <c:pt idx="387">
                  <c:v>6.4375603139516855</c:v>
                </c:pt>
                <c:pt idx="388">
                  <c:v>6.4284034515885686</c:v>
                </c:pt>
                <c:pt idx="389">
                  <c:v>6.4226180830092474</c:v>
                </c:pt>
                <c:pt idx="390">
                  <c:v>6.418343897307742</c:v>
                </c:pt>
                <c:pt idx="391">
                  <c:v>6.4150768818379484</c:v>
                </c:pt>
                <c:pt idx="392">
                  <c:v>6.4180356089846198</c:v>
                </c:pt>
                <c:pt idx="393">
                  <c:v>6.4185033644647316</c:v>
                </c:pt>
                <c:pt idx="394">
                  <c:v>6.4186541412159919</c:v>
                </c:pt>
                <c:pt idx="395">
                  <c:v>6.4189479829181417</c:v>
                </c:pt>
                <c:pt idx="396">
                  <c:v>6.4195658974252003</c:v>
                </c:pt>
                <c:pt idx="397">
                  <c:v>6.4190495676814132</c:v>
                </c:pt>
                <c:pt idx="398">
                  <c:v>6.4193660928705727</c:v>
                </c:pt>
                <c:pt idx="399">
                  <c:v>6.4190633982036633</c:v>
                </c:pt>
                <c:pt idx="400">
                  <c:v>6.4252885263469954</c:v>
                </c:pt>
                <c:pt idx="401">
                  <c:v>6.4271515064722431</c:v>
                </c:pt>
                <c:pt idx="402">
                  <c:v>6.4297323456472109</c:v>
                </c:pt>
                <c:pt idx="403">
                  <c:v>6.4319202828984885</c:v>
                </c:pt>
                <c:pt idx="404">
                  <c:v>6.4332745036539629</c:v>
                </c:pt>
                <c:pt idx="405">
                  <c:v>6.434205531236147</c:v>
                </c:pt>
                <c:pt idx="406">
                  <c:v>6.4341846554055486</c:v>
                </c:pt>
                <c:pt idx="407">
                  <c:v>6.4330625266791888</c:v>
                </c:pt>
                <c:pt idx="408">
                  <c:v>6.4312716528627609</c:v>
                </c:pt>
                <c:pt idx="409">
                  <c:v>6.4282080946489941</c:v>
                </c:pt>
                <c:pt idx="410">
                  <c:v>6.426521965743377</c:v>
                </c:pt>
                <c:pt idx="411">
                  <c:v>6.424681147290654</c:v>
                </c:pt>
                <c:pt idx="412">
                  <c:v>6.4214633075529459</c:v>
                </c:pt>
                <c:pt idx="413">
                  <c:v>6.418474931264841</c:v>
                </c:pt>
                <c:pt idx="414">
                  <c:v>6.4168145240744989</c:v>
                </c:pt>
                <c:pt idx="415">
                  <c:v>6.4161068038314619</c:v>
                </c:pt>
                <c:pt idx="416">
                  <c:v>6.413926870986808</c:v>
                </c:pt>
                <c:pt idx="417">
                  <c:v>6.4134114808342124</c:v>
                </c:pt>
                <c:pt idx="418">
                  <c:v>6.4127399836197725</c:v>
                </c:pt>
                <c:pt idx="419">
                  <c:v>6.4142780456331554</c:v>
                </c:pt>
                <c:pt idx="420">
                  <c:v>6.4140131166800343</c:v>
                </c:pt>
                <c:pt idx="421">
                  <c:v>6.4132739331367921</c:v>
                </c:pt>
                <c:pt idx="422">
                  <c:v>6.4119861234345308</c:v>
                </c:pt>
                <c:pt idx="423">
                  <c:v>6.4121636330182312</c:v>
                </c:pt>
                <c:pt idx="424">
                  <c:v>6.4108571095204665</c:v>
                </c:pt>
                <c:pt idx="425">
                  <c:v>6.4136524128233638</c:v>
                </c:pt>
                <c:pt idx="426">
                  <c:v>6.4172975568522252</c:v>
                </c:pt>
                <c:pt idx="427">
                  <c:v>6.4169464082153231</c:v>
                </c:pt>
                <c:pt idx="428">
                  <c:v>6.422767494264658</c:v>
                </c:pt>
                <c:pt idx="429">
                  <c:v>6.4342448737725233</c:v>
                </c:pt>
                <c:pt idx="430">
                  <c:v>6.4375048455595589</c:v>
                </c:pt>
                <c:pt idx="431">
                  <c:v>6.4419344100584564</c:v>
                </c:pt>
                <c:pt idx="432">
                  <c:v>6.4429138379661532</c:v>
                </c:pt>
                <c:pt idx="433">
                  <c:v>6.4379121599668245</c:v>
                </c:pt>
                <c:pt idx="434">
                  <c:v>6.4281764834200716</c:v>
                </c:pt>
                <c:pt idx="435">
                  <c:v>6.400947711015406</c:v>
                </c:pt>
                <c:pt idx="436">
                  <c:v>6.387490967244954</c:v>
                </c:pt>
                <c:pt idx="437">
                  <c:v>6.3795167169463918</c:v>
                </c:pt>
                <c:pt idx="438">
                  <c:v>6.4040967175703578</c:v>
                </c:pt>
                <c:pt idx="439">
                  <c:v>6.4237619735129181</c:v>
                </c:pt>
                <c:pt idx="440">
                  <c:v>6.4217767197366848</c:v>
                </c:pt>
                <c:pt idx="441">
                  <c:v>6.4122418816199893</c:v>
                </c:pt>
                <c:pt idx="442">
                  <c:v>6.4050346051435971</c:v>
                </c:pt>
                <c:pt idx="443">
                  <c:v>6.4062420159945344</c:v>
                </c:pt>
                <c:pt idx="444">
                  <c:v>6.4118527608193308</c:v>
                </c:pt>
                <c:pt idx="445">
                  <c:v>6.4184304242280898</c:v>
                </c:pt>
                <c:pt idx="446">
                  <c:v>6.4123542521748842</c:v>
                </c:pt>
                <c:pt idx="447">
                  <c:v>6.4066152364900963</c:v>
                </c:pt>
                <c:pt idx="448">
                  <c:v>6.4079272934972336</c:v>
                </c:pt>
                <c:pt idx="449">
                  <c:v>6.4175815084630052</c:v>
                </c:pt>
                <c:pt idx="450">
                  <c:v>6.4215358625246877</c:v>
                </c:pt>
                <c:pt idx="451">
                  <c:v>6.416767264913374</c:v>
                </c:pt>
                <c:pt idx="452">
                  <c:v>6.4166479222016939</c:v>
                </c:pt>
                <c:pt idx="453">
                  <c:v>6.4143137712311198</c:v>
                </c:pt>
                <c:pt idx="454">
                  <c:v>6.4143160405551747</c:v>
                </c:pt>
                <c:pt idx="455">
                  <c:v>6.4130809633765695</c:v>
                </c:pt>
                <c:pt idx="456">
                  <c:v>6.4151643841124741</c:v>
                </c:pt>
                <c:pt idx="457">
                  <c:v>6.4149235626634633</c:v>
                </c:pt>
                <c:pt idx="458">
                  <c:v>6.4163061304625426</c:v>
                </c:pt>
                <c:pt idx="459">
                  <c:v>6.4169697874549794</c:v>
                </c:pt>
                <c:pt idx="460">
                  <c:v>6.4166306698118678</c:v>
                </c:pt>
                <c:pt idx="461">
                  <c:v>6.41713860825854</c:v>
                </c:pt>
                <c:pt idx="462">
                  <c:v>6.4168738776274354</c:v>
                </c:pt>
                <c:pt idx="463">
                  <c:v>6.4158634025706487</c:v>
                </c:pt>
                <c:pt idx="464">
                  <c:v>6.4160239572475479</c:v>
                </c:pt>
                <c:pt idx="465">
                  <c:v>6.4142459889924917</c:v>
                </c:pt>
                <c:pt idx="466">
                  <c:v>6.4140574741624778</c:v>
                </c:pt>
                <c:pt idx="467">
                  <c:v>6.4145760049555278</c:v>
                </c:pt>
                <c:pt idx="468">
                  <c:v>6.414677061401953</c:v>
                </c:pt>
                <c:pt idx="469">
                  <c:v>6.4159765599112477</c:v>
                </c:pt>
                <c:pt idx="470">
                  <c:v>6.4170320979566675</c:v>
                </c:pt>
                <c:pt idx="471">
                  <c:v>6.4177467724749953</c:v>
                </c:pt>
                <c:pt idx="472">
                  <c:v>6.4178489554554972</c:v>
                </c:pt>
                <c:pt idx="473">
                  <c:v>6.4192688858219711</c:v>
                </c:pt>
                <c:pt idx="474">
                  <c:v>6.4196023464108478</c:v>
                </c:pt>
                <c:pt idx="475">
                  <c:v>6.4190235598622465</c:v>
                </c:pt>
                <c:pt idx="476">
                  <c:v>6.4199652090514325</c:v>
                </c:pt>
                <c:pt idx="477">
                  <c:v>6.4217934373073033</c:v>
                </c:pt>
                <c:pt idx="478">
                  <c:v>6.4226598883149242</c:v>
                </c:pt>
                <c:pt idx="479">
                  <c:v>6.4244999850055553</c:v>
                </c:pt>
                <c:pt idx="480">
                  <c:v>6.4249877482510476</c:v>
                </c:pt>
                <c:pt idx="481">
                  <c:v>6.4232320164456684</c:v>
                </c:pt>
                <c:pt idx="482">
                  <c:v>6.4215968514214632</c:v>
                </c:pt>
                <c:pt idx="483">
                  <c:v>6.4203767597470138</c:v>
                </c:pt>
                <c:pt idx="484">
                  <c:v>6.4208652512569584</c:v>
                </c:pt>
                <c:pt idx="485">
                  <c:v>6.4240989746374622</c:v>
                </c:pt>
                <c:pt idx="486">
                  <c:v>6.4268274856862231</c:v>
                </c:pt>
                <c:pt idx="487">
                  <c:v>6.427876457972431</c:v>
                </c:pt>
                <c:pt idx="488">
                  <c:v>6.4287412004846498</c:v>
                </c:pt>
                <c:pt idx="489">
                  <c:v>6.4297403500538346</c:v>
                </c:pt>
                <c:pt idx="490">
                  <c:v>6.4314487349162128</c:v>
                </c:pt>
                <c:pt idx="491">
                  <c:v>6.434618408413411</c:v>
                </c:pt>
                <c:pt idx="492">
                  <c:v>6.43413114422414</c:v>
                </c:pt>
                <c:pt idx="493">
                  <c:v>6.4346258276075279</c:v>
                </c:pt>
                <c:pt idx="494">
                  <c:v>6.435542644279332</c:v>
                </c:pt>
                <c:pt idx="495">
                  <c:v>6.4349635895083317</c:v>
                </c:pt>
                <c:pt idx="496">
                  <c:v>6.4348524023831732</c:v>
                </c:pt>
                <c:pt idx="497">
                  <c:v>6.4361490544838569</c:v>
                </c:pt>
                <c:pt idx="498">
                  <c:v>6.4365261329115926</c:v>
                </c:pt>
                <c:pt idx="499">
                  <c:v>6.4388778516365095</c:v>
                </c:pt>
                <c:pt idx="500">
                  <c:v>6.4413129013712496</c:v>
                </c:pt>
                <c:pt idx="501">
                  <c:v>6.4434196989084258</c:v>
                </c:pt>
                <c:pt idx="502">
                  <c:v>6.4436848847048136</c:v>
                </c:pt>
                <c:pt idx="503">
                  <c:v>6.447840592508677</c:v>
                </c:pt>
                <c:pt idx="504">
                  <c:v>6.4547021798931805</c:v>
                </c:pt>
                <c:pt idx="505">
                  <c:v>6.4658043829139595</c:v>
                </c:pt>
                <c:pt idx="506">
                  <c:v>6.4797315757676461</c:v>
                </c:pt>
                <c:pt idx="507">
                  <c:v>6.4976907527476646</c:v>
                </c:pt>
                <c:pt idx="508">
                  <c:v>6.5245277335068135</c:v>
                </c:pt>
                <c:pt idx="509">
                  <c:v>6.5630873335772675</c:v>
                </c:pt>
                <c:pt idx="510">
                  <c:v>6.6065790916523941</c:v>
                </c:pt>
                <c:pt idx="511">
                  <c:v>6.6534232330717797</c:v>
                </c:pt>
                <c:pt idx="512">
                  <c:v>6.6935066224728059</c:v>
                </c:pt>
                <c:pt idx="513">
                  <c:v>6.719509356793715</c:v>
                </c:pt>
                <c:pt idx="514">
                  <c:v>6.7322608512183821</c:v>
                </c:pt>
                <c:pt idx="515">
                  <c:v>6.7305514324805751</c:v>
                </c:pt>
                <c:pt idx="516">
                  <c:v>6.7204175805952078</c:v>
                </c:pt>
                <c:pt idx="517">
                  <c:v>6.6996556713646322</c:v>
                </c:pt>
                <c:pt idx="518">
                  <c:v>6.673967833391405</c:v>
                </c:pt>
                <c:pt idx="519">
                  <c:v>6.6451239833818381</c:v>
                </c:pt>
                <c:pt idx="520">
                  <c:v>6.6216407579651593</c:v>
                </c:pt>
                <c:pt idx="521">
                  <c:v>6.6022132242837079</c:v>
                </c:pt>
                <c:pt idx="522">
                  <c:v>6.5864725684108221</c:v>
                </c:pt>
                <c:pt idx="523">
                  <c:v>6.5771081149155535</c:v>
                </c:pt>
                <c:pt idx="524">
                  <c:v>6.5725193205958501</c:v>
                </c:pt>
                <c:pt idx="525">
                  <c:v>6.5711199734537207</c:v>
                </c:pt>
                <c:pt idx="526">
                  <c:v>6.5745477451736107</c:v>
                </c:pt>
                <c:pt idx="527">
                  <c:v>6.5800421233361632</c:v>
                </c:pt>
                <c:pt idx="528">
                  <c:v>6.5903572090326019</c:v>
                </c:pt>
                <c:pt idx="529">
                  <c:v>6.5991701192470629</c:v>
                </c:pt>
                <c:pt idx="530">
                  <c:v>6.6093039191135405</c:v>
                </c:pt>
                <c:pt idx="531">
                  <c:v>6.6193702374755947</c:v>
                </c:pt>
                <c:pt idx="532">
                  <c:v>6.6332427129598726</c:v>
                </c:pt>
                <c:pt idx="533">
                  <c:v>6.6455126425148521</c:v>
                </c:pt>
                <c:pt idx="534">
                  <c:v>6.654792786394939</c:v>
                </c:pt>
                <c:pt idx="535">
                  <c:v>6.6687915897524039</c:v>
                </c:pt>
                <c:pt idx="536">
                  <c:v>6.6881399896981799</c:v>
                </c:pt>
                <c:pt idx="537">
                  <c:v>6.7116736214187993</c:v>
                </c:pt>
                <c:pt idx="538">
                  <c:v>6.739452748797766</c:v>
                </c:pt>
                <c:pt idx="539">
                  <c:v>6.7711868723465827</c:v>
                </c:pt>
                <c:pt idx="540">
                  <c:v>6.8136833660133354</c:v>
                </c:pt>
                <c:pt idx="541">
                  <c:v>6.8570672499163292</c:v>
                </c:pt>
                <c:pt idx="542">
                  <c:v>6.9012868953077202</c:v>
                </c:pt>
                <c:pt idx="543">
                  <c:v>6.9560409380337482</c:v>
                </c:pt>
                <c:pt idx="544">
                  <c:v>7.0139820220637077</c:v>
                </c:pt>
                <c:pt idx="545">
                  <c:v>7.0727836545829232</c:v>
                </c:pt>
                <c:pt idx="546">
                  <c:v>7.1317230331215731</c:v>
                </c:pt>
                <c:pt idx="547">
                  <c:v>7.1869093528194714</c:v>
                </c:pt>
                <c:pt idx="548">
                  <c:v>7.2398969901142278</c:v>
                </c:pt>
                <c:pt idx="549">
                  <c:v>7.28308629736099</c:v>
                </c:pt>
                <c:pt idx="550">
                  <c:v>7.3196388266078305</c:v>
                </c:pt>
                <c:pt idx="551">
                  <c:v>7.3367472151427409</c:v>
                </c:pt>
                <c:pt idx="552">
                  <c:v>7.3444804472958669</c:v>
                </c:pt>
                <c:pt idx="553">
                  <c:v>7.3307151047145496</c:v>
                </c:pt>
                <c:pt idx="554">
                  <c:v>7.2948062572065711</c:v>
                </c:pt>
                <c:pt idx="555">
                  <c:v>7.244910934817943</c:v>
                </c:pt>
                <c:pt idx="556">
                  <c:v>7.1913735098798988</c:v>
                </c:pt>
                <c:pt idx="557">
                  <c:v>7.1204497074613728</c:v>
                </c:pt>
                <c:pt idx="558">
                  <c:v>7.0407399146037113</c:v>
                </c:pt>
                <c:pt idx="559">
                  <c:v>6.9806125286663097</c:v>
                </c:pt>
                <c:pt idx="560">
                  <c:v>6.9217870714956993</c:v>
                </c:pt>
                <c:pt idx="561">
                  <c:v>6.8584220298748653</c:v>
                </c:pt>
                <c:pt idx="562">
                  <c:v>6.7994243901799578</c:v>
                </c:pt>
                <c:pt idx="563">
                  <c:v>6.7529217137560735</c:v>
                </c:pt>
                <c:pt idx="564">
                  <c:v>6.705672800352648</c:v>
                </c:pt>
                <c:pt idx="565">
                  <c:v>6.6598147680170809</c:v>
                </c:pt>
                <c:pt idx="566">
                  <c:v>6.6217016460753371</c:v>
                </c:pt>
                <c:pt idx="567">
                  <c:v>6.5936001836474887</c:v>
                </c:pt>
                <c:pt idx="568">
                  <c:v>6.5724057633600381</c:v>
                </c:pt>
                <c:pt idx="569">
                  <c:v>6.5437918238374069</c:v>
                </c:pt>
                <c:pt idx="570">
                  <c:v>6.5359800951800029</c:v>
                </c:pt>
                <c:pt idx="571">
                  <c:v>6.5305582183447113</c:v>
                </c:pt>
                <c:pt idx="572">
                  <c:v>6.5299831495211196</c:v>
                </c:pt>
                <c:pt idx="573">
                  <c:v>6.5113923266728007</c:v>
                </c:pt>
                <c:pt idx="574">
                  <c:v>6.5023679921842668</c:v>
                </c:pt>
                <c:pt idx="575">
                  <c:v>6.4924357980264666</c:v>
                </c:pt>
                <c:pt idx="576">
                  <c:v>6.4923862305271189</c:v>
                </c:pt>
                <c:pt idx="577">
                  <c:v>6.4859156658839217</c:v>
                </c:pt>
                <c:pt idx="578">
                  <c:v>6.4810401954640993</c:v>
                </c:pt>
                <c:pt idx="579">
                  <c:v>6.4837680465231982</c:v>
                </c:pt>
                <c:pt idx="580">
                  <c:v>6.4789915615477618</c:v>
                </c:pt>
                <c:pt idx="581">
                  <c:v>6.4879418081329039</c:v>
                </c:pt>
                <c:pt idx="582">
                  <c:v>6.4877935803072306</c:v>
                </c:pt>
                <c:pt idx="583">
                  <c:v>6.4722787384337304</c:v>
                </c:pt>
                <c:pt idx="584">
                  <c:v>6.4612284827764945</c:v>
                </c:pt>
                <c:pt idx="585">
                  <c:v>6.4334278293308094</c:v>
                </c:pt>
                <c:pt idx="586">
                  <c:v>6.4526438054397826</c:v>
                </c:pt>
                <c:pt idx="587">
                  <c:v>6.5465702567641983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A-1251-45ED-B486-8EADCA04E34F}"/>
            </c:ext>
          </c:extLst>
        </c:ser>
        <c:ser>
          <c:idx val="11"/>
          <c:order val="11"/>
          <c:tx>
            <c:strRef>
              <c:f>'Fully separated 3%'!$K$1</c:f>
              <c:strCache>
                <c:ptCount val="1"/>
                <c:pt idx="0">
                  <c:v>3D_9/O-PTIR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3%'!$A$2:$A$589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3%'!$K$2:$K$589</c:f>
              <c:numCache>
                <c:formatCode>General</c:formatCode>
                <c:ptCount val="588"/>
                <c:pt idx="0">
                  <c:v>6.2046108152568999</c:v>
                </c:pt>
                <c:pt idx="1">
                  <c:v>6.1944440642595078</c:v>
                </c:pt>
                <c:pt idx="2">
                  <c:v>6.2050788502584018</c:v>
                </c:pt>
                <c:pt idx="3">
                  <c:v>6.1999402068835945</c:v>
                </c:pt>
                <c:pt idx="4">
                  <c:v>6.2210366994109174</c:v>
                </c:pt>
                <c:pt idx="5">
                  <c:v>6.2303506181457182</c:v>
                </c:pt>
                <c:pt idx="6">
                  <c:v>6.2317293349372651</c:v>
                </c:pt>
                <c:pt idx="7">
                  <c:v>6.2216308030782814</c:v>
                </c:pt>
                <c:pt idx="8">
                  <c:v>6.2130970125999543</c:v>
                </c:pt>
                <c:pt idx="9">
                  <c:v>6.2115825780944833</c:v>
                </c:pt>
                <c:pt idx="10">
                  <c:v>6.2181366382580343</c:v>
                </c:pt>
                <c:pt idx="11">
                  <c:v>6.2236802665034423</c:v>
                </c:pt>
                <c:pt idx="12">
                  <c:v>6.2301551059988922</c:v>
                </c:pt>
                <c:pt idx="13">
                  <c:v>6.2349183163584048</c:v>
                </c:pt>
                <c:pt idx="14">
                  <c:v>6.236697241329261</c:v>
                </c:pt>
                <c:pt idx="15">
                  <c:v>6.2419416823822518</c:v>
                </c:pt>
                <c:pt idx="16">
                  <c:v>6.2386802479671601</c:v>
                </c:pt>
                <c:pt idx="17">
                  <c:v>6.2339197373049213</c:v>
                </c:pt>
                <c:pt idx="18">
                  <c:v>6.2273153035636515</c:v>
                </c:pt>
                <c:pt idx="19">
                  <c:v>6.2224810550060266</c:v>
                </c:pt>
                <c:pt idx="20">
                  <c:v>6.2244283003093539</c:v>
                </c:pt>
                <c:pt idx="21">
                  <c:v>6.2288277361154538</c:v>
                </c:pt>
                <c:pt idx="22">
                  <c:v>6.2265491389559537</c:v>
                </c:pt>
                <c:pt idx="23">
                  <c:v>6.2259947426046134</c:v>
                </c:pt>
                <c:pt idx="24">
                  <c:v>6.2260590104955806</c:v>
                </c:pt>
                <c:pt idx="25">
                  <c:v>6.2263506936529858</c:v>
                </c:pt>
                <c:pt idx="26">
                  <c:v>6.2221108963180312</c:v>
                </c:pt>
                <c:pt idx="27">
                  <c:v>6.2195632580005684</c:v>
                </c:pt>
                <c:pt idx="28">
                  <c:v>6.2187067781625958</c:v>
                </c:pt>
                <c:pt idx="29">
                  <c:v>6.216109423638434</c:v>
                </c:pt>
                <c:pt idx="30">
                  <c:v>6.2199006376593688</c:v>
                </c:pt>
                <c:pt idx="31">
                  <c:v>6.2273671103681743</c:v>
                </c:pt>
                <c:pt idx="32">
                  <c:v>6.2351182062978205</c:v>
                </c:pt>
                <c:pt idx="33">
                  <c:v>6.2395931669250704</c:v>
                </c:pt>
                <c:pt idx="34">
                  <c:v>6.2396623058563083</c:v>
                </c:pt>
                <c:pt idx="35">
                  <c:v>6.2379012782283718</c:v>
                </c:pt>
                <c:pt idx="36">
                  <c:v>6.2362742665220914</c:v>
                </c:pt>
                <c:pt idx="37">
                  <c:v>6.2356610315149394</c:v>
                </c:pt>
                <c:pt idx="38">
                  <c:v>6.2382957254151874</c:v>
                </c:pt>
                <c:pt idx="39">
                  <c:v>6.2452855646393326</c:v>
                </c:pt>
                <c:pt idx="40">
                  <c:v>6.255381491588853</c:v>
                </c:pt>
                <c:pt idx="41">
                  <c:v>6.2720776482647063</c:v>
                </c:pt>
                <c:pt idx="42">
                  <c:v>6.3016019027662988</c:v>
                </c:pt>
                <c:pt idx="43">
                  <c:v>6.3455045132478816</c:v>
                </c:pt>
                <c:pt idx="44">
                  <c:v>6.4017833926363323</c:v>
                </c:pt>
                <c:pt idx="45">
                  <c:v>6.4276580355741606</c:v>
                </c:pt>
                <c:pt idx="46">
                  <c:v>6.4190113510579891</c:v>
                </c:pt>
                <c:pt idx="47">
                  <c:v>6.4086903065687757</c:v>
                </c:pt>
                <c:pt idx="48">
                  <c:v>6.3848378597625715</c:v>
                </c:pt>
                <c:pt idx="49">
                  <c:v>6.3402456855116256</c:v>
                </c:pt>
                <c:pt idx="50">
                  <c:v>6.2881797311138028</c:v>
                </c:pt>
                <c:pt idx="51">
                  <c:v>6.2549970883993087</c:v>
                </c:pt>
                <c:pt idx="52">
                  <c:v>6.2381981185448101</c:v>
                </c:pt>
                <c:pt idx="53">
                  <c:v>6.2337287117811337</c:v>
                </c:pt>
                <c:pt idx="54">
                  <c:v>6.232679091246931</c:v>
                </c:pt>
                <c:pt idx="55">
                  <c:v>6.2308286400962718</c:v>
                </c:pt>
                <c:pt idx="56">
                  <c:v>6.231518625144794</c:v>
                </c:pt>
                <c:pt idx="57">
                  <c:v>6.2345710875439435</c:v>
                </c:pt>
                <c:pt idx="58">
                  <c:v>6.2370950025787906</c:v>
                </c:pt>
                <c:pt idx="59">
                  <c:v>6.2405991815557025</c:v>
                </c:pt>
                <c:pt idx="60">
                  <c:v>6.2453712598415025</c:v>
                </c:pt>
                <c:pt idx="61">
                  <c:v>6.2484060074520356</c:v>
                </c:pt>
                <c:pt idx="62">
                  <c:v>6.2532763842081653</c:v>
                </c:pt>
                <c:pt idx="63">
                  <c:v>6.2614485012628824</c:v>
                </c:pt>
                <c:pt idx="64">
                  <c:v>6.2726290254487438</c:v>
                </c:pt>
                <c:pt idx="65">
                  <c:v>6.2894985736049396</c:v>
                </c:pt>
                <c:pt idx="66">
                  <c:v>6.3061179872607429</c:v>
                </c:pt>
                <c:pt idx="67">
                  <c:v>6.3183126708076349</c:v>
                </c:pt>
                <c:pt idx="68">
                  <c:v>6.3241462075719932</c:v>
                </c:pt>
                <c:pt idx="69">
                  <c:v>6.3169344981683349</c:v>
                </c:pt>
                <c:pt idx="70">
                  <c:v>6.2974877817809904</c:v>
                </c:pt>
                <c:pt idx="71">
                  <c:v>6.2753831239051658</c:v>
                </c:pt>
                <c:pt idx="72">
                  <c:v>6.259163946513949</c:v>
                </c:pt>
                <c:pt idx="73">
                  <c:v>6.2493685495841635</c:v>
                </c:pt>
                <c:pt idx="74">
                  <c:v>6.2424766331897654</c:v>
                </c:pt>
                <c:pt idx="75">
                  <c:v>6.2378298082191233</c:v>
                </c:pt>
                <c:pt idx="76">
                  <c:v>6.2363646098376435</c:v>
                </c:pt>
                <c:pt idx="77">
                  <c:v>6.2346911801894098</c:v>
                </c:pt>
                <c:pt idx="78">
                  <c:v>6.2335562822215369</c:v>
                </c:pt>
                <c:pt idx="79">
                  <c:v>6.2314156715397617</c:v>
                </c:pt>
                <c:pt idx="80">
                  <c:v>6.2309741288536795</c:v>
                </c:pt>
                <c:pt idx="81">
                  <c:v>6.2305298794490032</c:v>
                </c:pt>
                <c:pt idx="82">
                  <c:v>6.2280587928206392</c:v>
                </c:pt>
                <c:pt idx="83">
                  <c:v>6.2261505562120645</c:v>
                </c:pt>
                <c:pt idx="84">
                  <c:v>6.2257423261754452</c:v>
                </c:pt>
                <c:pt idx="85">
                  <c:v>6.2254470533685424</c:v>
                </c:pt>
                <c:pt idx="86">
                  <c:v>6.2260975294533116</c:v>
                </c:pt>
                <c:pt idx="87">
                  <c:v>6.227030762843313</c:v>
                </c:pt>
                <c:pt idx="88">
                  <c:v>6.22969180073361</c:v>
                </c:pt>
                <c:pt idx="89">
                  <c:v>6.2311508133327775</c:v>
                </c:pt>
                <c:pt idx="90">
                  <c:v>6.2301711216282358</c:v>
                </c:pt>
                <c:pt idx="91">
                  <c:v>6.2282367674671608</c:v>
                </c:pt>
                <c:pt idx="92">
                  <c:v>6.2257202844988031</c:v>
                </c:pt>
                <c:pt idx="93">
                  <c:v>6.2230590956501413</c:v>
                </c:pt>
                <c:pt idx="94">
                  <c:v>6.2209941677692013</c:v>
                </c:pt>
                <c:pt idx="95">
                  <c:v>6.2189959476876888</c:v>
                </c:pt>
                <c:pt idx="96">
                  <c:v>6.2173048278254548</c:v>
                </c:pt>
                <c:pt idx="97">
                  <c:v>6.2164327536372967</c:v>
                </c:pt>
                <c:pt idx="98">
                  <c:v>6.2167156583902354</c:v>
                </c:pt>
                <c:pt idx="99">
                  <c:v>6.2166850454380471</c:v>
                </c:pt>
                <c:pt idx="100">
                  <c:v>6.2170128901452246</c:v>
                </c:pt>
                <c:pt idx="101">
                  <c:v>6.2177003756040721</c:v>
                </c:pt>
                <c:pt idx="102">
                  <c:v>6.2193250193704159</c:v>
                </c:pt>
                <c:pt idx="103">
                  <c:v>6.2206200560784346</c:v>
                </c:pt>
                <c:pt idx="104">
                  <c:v>6.2241564576449866</c:v>
                </c:pt>
                <c:pt idx="105">
                  <c:v>6.2283198840898137</c:v>
                </c:pt>
                <c:pt idx="106">
                  <c:v>6.2346510112216409</c:v>
                </c:pt>
                <c:pt idx="107">
                  <c:v>6.2441147456018742</c:v>
                </c:pt>
                <c:pt idx="108">
                  <c:v>6.2596248329347288</c:v>
                </c:pt>
                <c:pt idx="109">
                  <c:v>6.275189595281045</c:v>
                </c:pt>
                <c:pt idx="110">
                  <c:v>6.2801529448368081</c:v>
                </c:pt>
                <c:pt idx="111">
                  <c:v>6.2728449942093771</c:v>
                </c:pt>
                <c:pt idx="112">
                  <c:v>6.2598041925364836</c:v>
                </c:pt>
                <c:pt idx="113">
                  <c:v>6.2498721923288771</c:v>
                </c:pt>
                <c:pt idx="114">
                  <c:v>6.2437441428154328</c:v>
                </c:pt>
                <c:pt idx="115">
                  <c:v>6.2436656374442352</c:v>
                </c:pt>
                <c:pt idx="116">
                  <c:v>6.2444889678784188</c:v>
                </c:pt>
                <c:pt idx="117">
                  <c:v>6.2473693342306396</c:v>
                </c:pt>
                <c:pt idx="118">
                  <c:v>6.2496920112327627</c:v>
                </c:pt>
                <c:pt idx="119">
                  <c:v>6.2542826375636542</c:v>
                </c:pt>
                <c:pt idx="120">
                  <c:v>6.2632829754014541</c:v>
                </c:pt>
                <c:pt idx="121">
                  <c:v>6.2760816117713718</c:v>
                </c:pt>
                <c:pt idx="122">
                  <c:v>6.2916625933652917</c:v>
                </c:pt>
                <c:pt idx="123">
                  <c:v>6.3051131873183515</c:v>
                </c:pt>
                <c:pt idx="124">
                  <c:v>6.3077362749777812</c:v>
                </c:pt>
                <c:pt idx="125">
                  <c:v>6.2988346604001295</c:v>
                </c:pt>
                <c:pt idx="126">
                  <c:v>6.2900362592163246</c:v>
                </c:pt>
                <c:pt idx="127">
                  <c:v>6.281496635776981</c:v>
                </c:pt>
                <c:pt idx="128">
                  <c:v>6.2782167668880424</c:v>
                </c:pt>
                <c:pt idx="129">
                  <c:v>6.2746336963673714</c:v>
                </c:pt>
                <c:pt idx="130">
                  <c:v>6.2726245247830672</c:v>
                </c:pt>
                <c:pt idx="131">
                  <c:v>6.2712071942459788</c:v>
                </c:pt>
                <c:pt idx="132">
                  <c:v>6.2666678200353854</c:v>
                </c:pt>
                <c:pt idx="133">
                  <c:v>6.2611082270651979</c:v>
                </c:pt>
                <c:pt idx="134">
                  <c:v>6.2568442851684685</c:v>
                </c:pt>
                <c:pt idx="135">
                  <c:v>6.2511075197374906</c:v>
                </c:pt>
                <c:pt idx="136">
                  <c:v>6.243641666660114</c:v>
                </c:pt>
                <c:pt idx="137">
                  <c:v>6.2414815332</c:v>
                </c:pt>
                <c:pt idx="138">
                  <c:v>6.2392088901192739</c:v>
                </c:pt>
                <c:pt idx="139">
                  <c:v>6.2363557278687178</c:v>
                </c:pt>
                <c:pt idx="140">
                  <c:v>6.2337503971258199</c:v>
                </c:pt>
                <c:pt idx="141">
                  <c:v>6.2313619444044077</c:v>
                </c:pt>
                <c:pt idx="142">
                  <c:v>6.2317799270535481</c:v>
                </c:pt>
                <c:pt idx="143">
                  <c:v>6.2286185868111987</c:v>
                </c:pt>
                <c:pt idx="144">
                  <c:v>6.2297888143025064</c:v>
                </c:pt>
                <c:pt idx="145">
                  <c:v>6.2315406018742321</c:v>
                </c:pt>
                <c:pt idx="146">
                  <c:v>6.2301565348373709</c:v>
                </c:pt>
                <c:pt idx="147">
                  <c:v>6.2280548380625387</c:v>
                </c:pt>
                <c:pt idx="148">
                  <c:v>6.2242657058627797</c:v>
                </c:pt>
                <c:pt idx="149">
                  <c:v>6.2200489805830754</c:v>
                </c:pt>
                <c:pt idx="150">
                  <c:v>6.2195708585787211</c:v>
                </c:pt>
                <c:pt idx="151">
                  <c:v>6.220276036006898</c:v>
                </c:pt>
                <c:pt idx="152">
                  <c:v>6.2220133245542506</c:v>
                </c:pt>
                <c:pt idx="153">
                  <c:v>6.2240899288892013</c:v>
                </c:pt>
                <c:pt idx="154">
                  <c:v>6.2242548772330748</c:v>
                </c:pt>
                <c:pt idx="155">
                  <c:v>6.224171279650049</c:v>
                </c:pt>
                <c:pt idx="156">
                  <c:v>6.2256026633577344</c:v>
                </c:pt>
                <c:pt idx="157">
                  <c:v>6.2245710595288797</c:v>
                </c:pt>
                <c:pt idx="158">
                  <c:v>6.224332678717011</c:v>
                </c:pt>
                <c:pt idx="159">
                  <c:v>6.222987551917039</c:v>
                </c:pt>
                <c:pt idx="160">
                  <c:v>6.2188718581562066</c:v>
                </c:pt>
                <c:pt idx="161">
                  <c:v>6.2187464117547675</c:v>
                </c:pt>
                <c:pt idx="162">
                  <c:v>6.2197662513631196</c:v>
                </c:pt>
                <c:pt idx="163">
                  <c:v>6.2210642300039289</c:v>
                </c:pt>
                <c:pt idx="164">
                  <c:v>6.2233335063620459</c:v>
                </c:pt>
                <c:pt idx="165">
                  <c:v>6.2234760935592481</c:v>
                </c:pt>
                <c:pt idx="166">
                  <c:v>6.2257008828382219</c:v>
                </c:pt>
                <c:pt idx="167">
                  <c:v>6.230340953299689</c:v>
                </c:pt>
                <c:pt idx="168">
                  <c:v>6.2317395228715826</c:v>
                </c:pt>
                <c:pt idx="169">
                  <c:v>6.2315632386076851</c:v>
                </c:pt>
                <c:pt idx="170">
                  <c:v>6.2321851905827597</c:v>
                </c:pt>
                <c:pt idx="171">
                  <c:v>6.2349404124502712</c:v>
                </c:pt>
                <c:pt idx="172">
                  <c:v>6.2378351725070749</c:v>
                </c:pt>
                <c:pt idx="173">
                  <c:v>6.2403957282967371</c:v>
                </c:pt>
                <c:pt idx="174">
                  <c:v>6.2413790359807226</c:v>
                </c:pt>
                <c:pt idx="175">
                  <c:v>6.2426207001300122</c:v>
                </c:pt>
                <c:pt idx="176">
                  <c:v>6.2453134568302886</c:v>
                </c:pt>
                <c:pt idx="177">
                  <c:v>6.2475751536742115</c:v>
                </c:pt>
                <c:pt idx="178">
                  <c:v>6.2485667078977265</c:v>
                </c:pt>
                <c:pt idx="179">
                  <c:v>6.2520178724031936</c:v>
                </c:pt>
                <c:pt idx="180">
                  <c:v>6.2553012624837656</c:v>
                </c:pt>
                <c:pt idx="181">
                  <c:v>6.2599366497252529</c:v>
                </c:pt>
                <c:pt idx="182">
                  <c:v>6.263860801895329</c:v>
                </c:pt>
                <c:pt idx="183">
                  <c:v>6.2679518227401099</c:v>
                </c:pt>
                <c:pt idx="184">
                  <c:v>6.271427108988064</c:v>
                </c:pt>
                <c:pt idx="185">
                  <c:v>6.2759185205664556</c:v>
                </c:pt>
                <c:pt idx="186">
                  <c:v>6.2809642021124397</c:v>
                </c:pt>
                <c:pt idx="187">
                  <c:v>6.2843489905758165</c:v>
                </c:pt>
                <c:pt idx="188">
                  <c:v>6.2850841156861774</c:v>
                </c:pt>
                <c:pt idx="189">
                  <c:v>6.2837207018600658</c:v>
                </c:pt>
                <c:pt idx="190">
                  <c:v>6.2820221604633213</c:v>
                </c:pt>
                <c:pt idx="191">
                  <c:v>6.280100116430325</c:v>
                </c:pt>
                <c:pt idx="192">
                  <c:v>6.2797277196968002</c:v>
                </c:pt>
                <c:pt idx="193">
                  <c:v>6.2807370273261887</c:v>
                </c:pt>
                <c:pt idx="194">
                  <c:v>6.2863987945349651</c:v>
                </c:pt>
                <c:pt idx="195">
                  <c:v>6.2928389662663244</c:v>
                </c:pt>
                <c:pt idx="196">
                  <c:v>6.2968670339621777</c:v>
                </c:pt>
                <c:pt idx="197">
                  <c:v>6.29427868076937</c:v>
                </c:pt>
                <c:pt idx="198">
                  <c:v>6.2884892729968707</c:v>
                </c:pt>
                <c:pt idx="199">
                  <c:v>6.281727833779196</c:v>
                </c:pt>
                <c:pt idx="200">
                  <c:v>6.2748033454845222</c:v>
                </c:pt>
                <c:pt idx="201">
                  <c:v>6.269615215412391</c:v>
                </c:pt>
                <c:pt idx="202">
                  <c:v>6.2680136524779471</c:v>
                </c:pt>
                <c:pt idx="203">
                  <c:v>6.2713552879128498</c:v>
                </c:pt>
                <c:pt idx="204">
                  <c:v>6.2771250219486445</c:v>
                </c:pt>
                <c:pt idx="205">
                  <c:v>6.2813628024096273</c:v>
                </c:pt>
                <c:pt idx="206">
                  <c:v>6.2872520252574269</c:v>
                </c:pt>
                <c:pt idx="207">
                  <c:v>6.2923540599121877</c:v>
                </c:pt>
                <c:pt idx="208">
                  <c:v>6.2983305366950439</c:v>
                </c:pt>
                <c:pt idx="209">
                  <c:v>6.3026261728271349</c:v>
                </c:pt>
                <c:pt idx="210">
                  <c:v>6.3085842677960393</c:v>
                </c:pt>
                <c:pt idx="211">
                  <c:v>6.31790662791198</c:v>
                </c:pt>
                <c:pt idx="212">
                  <c:v>6.323807892322395</c:v>
                </c:pt>
                <c:pt idx="213">
                  <c:v>6.3219359945519056</c:v>
                </c:pt>
                <c:pt idx="214">
                  <c:v>6.3239672481854381</c:v>
                </c:pt>
                <c:pt idx="215">
                  <c:v>6.3290736149942131</c:v>
                </c:pt>
                <c:pt idx="216">
                  <c:v>6.3330534251624533</c:v>
                </c:pt>
                <c:pt idx="217">
                  <c:v>6.3353092908006898</c:v>
                </c:pt>
                <c:pt idx="218">
                  <c:v>6.3343792889729</c:v>
                </c:pt>
                <c:pt idx="219">
                  <c:v>6.3292038745100383</c:v>
                </c:pt>
                <c:pt idx="220">
                  <c:v>6.3241431322341359</c:v>
                </c:pt>
                <c:pt idx="221">
                  <c:v>6.3185171175832817</c:v>
                </c:pt>
                <c:pt idx="222">
                  <c:v>6.3121528954628907</c:v>
                </c:pt>
                <c:pt idx="223">
                  <c:v>6.3039432880737225</c:v>
                </c:pt>
                <c:pt idx="224">
                  <c:v>6.28876831426886</c:v>
                </c:pt>
                <c:pt idx="225">
                  <c:v>6.2728535321336576</c:v>
                </c:pt>
                <c:pt idx="226">
                  <c:v>6.2585239953868248</c:v>
                </c:pt>
                <c:pt idx="227">
                  <c:v>6.2491828005818375</c:v>
                </c:pt>
                <c:pt idx="228">
                  <c:v>6.2429096625261851</c:v>
                </c:pt>
                <c:pt idx="229">
                  <c:v>6.2380946313195107</c:v>
                </c:pt>
                <c:pt idx="230">
                  <c:v>6.234040735700578</c:v>
                </c:pt>
                <c:pt idx="231">
                  <c:v>6.2318755784864983</c:v>
                </c:pt>
                <c:pt idx="232">
                  <c:v>6.2315714921685332</c:v>
                </c:pt>
                <c:pt idx="233">
                  <c:v>6.2304452514873683</c:v>
                </c:pt>
                <c:pt idx="234">
                  <c:v>6.2281577425183352</c:v>
                </c:pt>
                <c:pt idx="235">
                  <c:v>6.2280866270857107</c:v>
                </c:pt>
                <c:pt idx="236">
                  <c:v>6.2286857106237958</c:v>
                </c:pt>
                <c:pt idx="237">
                  <c:v>6.2308522984316843</c:v>
                </c:pt>
                <c:pt idx="238">
                  <c:v>6.232837088484688</c:v>
                </c:pt>
                <c:pt idx="239">
                  <c:v>6.2365285681754941</c:v>
                </c:pt>
                <c:pt idx="240">
                  <c:v>6.2415942604815102</c:v>
                </c:pt>
                <c:pt idx="241">
                  <c:v>6.246513147532748</c:v>
                </c:pt>
                <c:pt idx="242">
                  <c:v>6.2545216889115167</c:v>
                </c:pt>
                <c:pt idx="243">
                  <c:v>6.2635122706261361</c:v>
                </c:pt>
                <c:pt idx="244">
                  <c:v>6.2658039660568079</c:v>
                </c:pt>
                <c:pt idx="245">
                  <c:v>6.263471771656361</c:v>
                </c:pt>
                <c:pt idx="246">
                  <c:v>6.2631111356326787</c:v>
                </c:pt>
                <c:pt idx="247">
                  <c:v>6.2707556180946025</c:v>
                </c:pt>
                <c:pt idx="248">
                  <c:v>6.2874320518845161</c:v>
                </c:pt>
                <c:pt idx="249">
                  <c:v>6.3142880505795622</c:v>
                </c:pt>
                <c:pt idx="250">
                  <c:v>6.3521012674211565</c:v>
                </c:pt>
                <c:pt idx="251">
                  <c:v>6.4160898783918725</c:v>
                </c:pt>
                <c:pt idx="252">
                  <c:v>6.4535920788733447</c:v>
                </c:pt>
                <c:pt idx="253">
                  <c:v>6.5084455461861825</c:v>
                </c:pt>
                <c:pt idx="254">
                  <c:v>6.5984025768354204</c:v>
                </c:pt>
                <c:pt idx="255">
                  <c:v>6.7180375446232929</c:v>
                </c:pt>
                <c:pt idx="256">
                  <c:v>6.8818371725720047</c:v>
                </c:pt>
                <c:pt idx="257">
                  <c:v>6.9907968703115131</c:v>
                </c:pt>
                <c:pt idx="258">
                  <c:v>7.0968119390738211</c:v>
                </c:pt>
                <c:pt idx="259">
                  <c:v>7.2</c:v>
                </c:pt>
                <c:pt idx="260">
                  <c:v>6.8139097278525425</c:v>
                </c:pt>
                <c:pt idx="261">
                  <c:v>6.4617737133263855</c:v>
                </c:pt>
                <c:pt idx="262">
                  <c:v>6.2678872476664225</c:v>
                </c:pt>
                <c:pt idx="263">
                  <c:v>6.2287958031552346</c:v>
                </c:pt>
                <c:pt idx="264">
                  <c:v>6.2188277484729753</c:v>
                </c:pt>
                <c:pt idx="265">
                  <c:v>6.2142039244667258</c:v>
                </c:pt>
                <c:pt idx="266">
                  <c:v>6.2125479191000217</c:v>
                </c:pt>
                <c:pt idx="267">
                  <c:v>6.2128119523019878</c:v>
                </c:pt>
                <c:pt idx="268">
                  <c:v>6.2120552375124154</c:v>
                </c:pt>
                <c:pt idx="269">
                  <c:v>6.2153592413088141</c:v>
                </c:pt>
                <c:pt idx="270">
                  <c:v>6.2207253899107124</c:v>
                </c:pt>
                <c:pt idx="271">
                  <c:v>6.2250251177166316</c:v>
                </c:pt>
                <c:pt idx="272">
                  <c:v>6.2240177058434565</c:v>
                </c:pt>
                <c:pt idx="273">
                  <c:v>6.2233085648805293</c:v>
                </c:pt>
                <c:pt idx="274">
                  <c:v>6.2309079669618281</c:v>
                </c:pt>
                <c:pt idx="275">
                  <c:v>6.246915953600201</c:v>
                </c:pt>
                <c:pt idx="276">
                  <c:v>6.2733061685042495</c:v>
                </c:pt>
                <c:pt idx="277">
                  <c:v>6.3341335568397144</c:v>
                </c:pt>
                <c:pt idx="278">
                  <c:v>6.6223990870712122</c:v>
                </c:pt>
                <c:pt idx="279">
                  <c:v>6.7070545161069628</c:v>
                </c:pt>
                <c:pt idx="280">
                  <c:v>6.5690235793876983</c:v>
                </c:pt>
                <c:pt idx="281">
                  <c:v>6.3821481187189386</c:v>
                </c:pt>
                <c:pt idx="282">
                  <c:v>6.2779920846701458</c:v>
                </c:pt>
                <c:pt idx="283">
                  <c:v>6.241078154895022</c:v>
                </c:pt>
                <c:pt idx="284">
                  <c:v>6.2256587514117063</c:v>
                </c:pt>
                <c:pt idx="285">
                  <c:v>6.2177595899004672</c:v>
                </c:pt>
                <c:pt idx="286">
                  <c:v>6.2195340615995507</c:v>
                </c:pt>
                <c:pt idx="287">
                  <c:v>6.2221492766047062</c:v>
                </c:pt>
                <c:pt idx="288">
                  <c:v>6.2228164476314625</c:v>
                </c:pt>
                <c:pt idx="289">
                  <c:v>6.22400527108696</c:v>
                </c:pt>
                <c:pt idx="290">
                  <c:v>6.2161013807171654</c:v>
                </c:pt>
                <c:pt idx="291">
                  <c:v>6.2072185433415088</c:v>
                </c:pt>
                <c:pt idx="292">
                  <c:v>6.2056158688444514</c:v>
                </c:pt>
                <c:pt idx="293">
                  <c:v>6.203228587586282</c:v>
                </c:pt>
                <c:pt idx="294">
                  <c:v>6.200805003090311</c:v>
                </c:pt>
                <c:pt idx="295">
                  <c:v>6.2022011844811207</c:v>
                </c:pt>
                <c:pt idx="296">
                  <c:v>6.2039005973991239</c:v>
                </c:pt>
                <c:pt idx="297">
                  <c:v>6.207639735172406</c:v>
                </c:pt>
                <c:pt idx="298">
                  <c:v>6.2045914456310882</c:v>
                </c:pt>
                <c:pt idx="299">
                  <c:v>6.2025274989795216</c:v>
                </c:pt>
                <c:pt idx="300">
                  <c:v>6.2093837940269019</c:v>
                </c:pt>
                <c:pt idx="301">
                  <c:v>6.2079269439940816</c:v>
                </c:pt>
                <c:pt idx="302">
                  <c:v>6.2082108817586237</c:v>
                </c:pt>
                <c:pt idx="303">
                  <c:v>6.209524221290752</c:v>
                </c:pt>
                <c:pt idx="304">
                  <c:v>6.2080959392508719</c:v>
                </c:pt>
                <c:pt idx="305">
                  <c:v>6.2089291065534074</c:v>
                </c:pt>
                <c:pt idx="306">
                  <c:v>6.2096069473525191</c:v>
                </c:pt>
                <c:pt idx="307">
                  <c:v>6.2081011718890871</c:v>
                </c:pt>
                <c:pt idx="308">
                  <c:v>6.2082407522062955</c:v>
                </c:pt>
                <c:pt idx="309">
                  <c:v>6.2072436950237719</c:v>
                </c:pt>
                <c:pt idx="310">
                  <c:v>6.2042312260594077</c:v>
                </c:pt>
                <c:pt idx="311">
                  <c:v>6.1999291568423454</c:v>
                </c:pt>
                <c:pt idx="312">
                  <c:v>6.1949724246811844</c:v>
                </c:pt>
                <c:pt idx="313">
                  <c:v>6.2001063901774254</c:v>
                </c:pt>
                <c:pt idx="314">
                  <c:v>6.2025925648873121</c:v>
                </c:pt>
                <c:pt idx="315">
                  <c:v>6.2051999934687689</c:v>
                </c:pt>
                <c:pt idx="316">
                  <c:v>6.2068019662727281</c:v>
                </c:pt>
                <c:pt idx="317">
                  <c:v>6.2085917593682094</c:v>
                </c:pt>
                <c:pt idx="318">
                  <c:v>6.2124202153444248</c:v>
                </c:pt>
                <c:pt idx="319">
                  <c:v>6.2151247538185022</c:v>
                </c:pt>
                <c:pt idx="320">
                  <c:v>6.2177883913522738</c:v>
                </c:pt>
                <c:pt idx="321">
                  <c:v>6.2303183446515131</c:v>
                </c:pt>
                <c:pt idx="322">
                  <c:v>6.2401778778225285</c:v>
                </c:pt>
                <c:pt idx="323">
                  <c:v>6.2497541323553518</c:v>
                </c:pt>
                <c:pt idx="324">
                  <c:v>6.2464136659701142</c:v>
                </c:pt>
                <c:pt idx="325">
                  <c:v>6.2345866573195119</c:v>
                </c:pt>
                <c:pt idx="326">
                  <c:v>6.2288093262162247</c:v>
                </c:pt>
                <c:pt idx="327">
                  <c:v>6.2304422849799606</c:v>
                </c:pt>
                <c:pt idx="328">
                  <c:v>6.2428014991022263</c:v>
                </c:pt>
                <c:pt idx="329">
                  <c:v>6.2851032979305304</c:v>
                </c:pt>
                <c:pt idx="330">
                  <c:v>6.4474635343568885</c:v>
                </c:pt>
                <c:pt idx="331">
                  <c:v>6.6461165419923764</c:v>
                </c:pt>
                <c:pt idx="332">
                  <c:v>6.7200662565392353</c:v>
                </c:pt>
                <c:pt idx="333">
                  <c:v>6.6353885277933591</c:v>
                </c:pt>
                <c:pt idx="334">
                  <c:v>6.5175316389073661</c:v>
                </c:pt>
                <c:pt idx="335">
                  <c:v>6.4070821857220972</c:v>
                </c:pt>
                <c:pt idx="336">
                  <c:v>6.3245519555722369</c:v>
                </c:pt>
                <c:pt idx="337">
                  <c:v>6.2749793348530094</c:v>
                </c:pt>
                <c:pt idx="338">
                  <c:v>6.2491573939379164</c:v>
                </c:pt>
                <c:pt idx="339">
                  <c:v>6.2357077759482404</c:v>
                </c:pt>
                <c:pt idx="340">
                  <c:v>6.2284489025874521</c:v>
                </c:pt>
                <c:pt idx="341">
                  <c:v>6.2250514564406902</c:v>
                </c:pt>
                <c:pt idx="342">
                  <c:v>6.2221277264204158</c:v>
                </c:pt>
                <c:pt idx="343">
                  <c:v>6.2188484789182361</c:v>
                </c:pt>
                <c:pt idx="344">
                  <c:v>6.2165179643684336</c:v>
                </c:pt>
                <c:pt idx="345">
                  <c:v>6.2158164836648728</c:v>
                </c:pt>
                <c:pt idx="346">
                  <c:v>6.2149670707847848</c:v>
                </c:pt>
                <c:pt idx="347">
                  <c:v>6.2139312137917582</c:v>
                </c:pt>
                <c:pt idx="348">
                  <c:v>6.2123669586374639</c:v>
                </c:pt>
                <c:pt idx="349">
                  <c:v>6.2101882362344787</c:v>
                </c:pt>
                <c:pt idx="350">
                  <c:v>6.2089573190920575</c:v>
                </c:pt>
                <c:pt idx="351">
                  <c:v>6.2102461129695454</c:v>
                </c:pt>
                <c:pt idx="352">
                  <c:v>6.21147445855377</c:v>
                </c:pt>
                <c:pt idx="353">
                  <c:v>6.2127842935698983</c:v>
                </c:pt>
                <c:pt idx="354">
                  <c:v>6.2134771880776087</c:v>
                </c:pt>
                <c:pt idx="355">
                  <c:v>6.2152019128517217</c:v>
                </c:pt>
                <c:pt idx="356">
                  <c:v>6.2148087488110102</c:v>
                </c:pt>
                <c:pt idx="357">
                  <c:v>6.2160791652628706</c:v>
                </c:pt>
                <c:pt idx="358">
                  <c:v>6.2150999510080425</c:v>
                </c:pt>
                <c:pt idx="359">
                  <c:v>6.2144487605040339</c:v>
                </c:pt>
                <c:pt idx="360">
                  <c:v>6.2192315392804618</c:v>
                </c:pt>
                <c:pt idx="361">
                  <c:v>6.2223185904538596</c:v>
                </c:pt>
                <c:pt idx="362">
                  <c:v>6.2238535175573988</c:v>
                </c:pt>
                <c:pt idx="363">
                  <c:v>6.2234175497988478</c:v>
                </c:pt>
                <c:pt idx="364">
                  <c:v>6.2258332118879141</c:v>
                </c:pt>
                <c:pt idx="365">
                  <c:v>6.2284149211573245</c:v>
                </c:pt>
                <c:pt idx="366">
                  <c:v>6.2286180093076853</c:v>
                </c:pt>
                <c:pt idx="367">
                  <c:v>6.228258695047364</c:v>
                </c:pt>
                <c:pt idx="368">
                  <c:v>6.2282262495308354</c:v>
                </c:pt>
                <c:pt idx="369">
                  <c:v>6.226232221176951</c:v>
                </c:pt>
                <c:pt idx="370">
                  <c:v>6.2256337256743581</c:v>
                </c:pt>
                <c:pt idx="371">
                  <c:v>6.2248613559757215</c:v>
                </c:pt>
                <c:pt idx="372">
                  <c:v>6.2229597510032342</c:v>
                </c:pt>
                <c:pt idx="373">
                  <c:v>6.2208148994445969</c:v>
                </c:pt>
                <c:pt idx="374">
                  <c:v>6.2187327149161247</c:v>
                </c:pt>
                <c:pt idx="375">
                  <c:v>6.2204277509192032</c:v>
                </c:pt>
                <c:pt idx="376">
                  <c:v>6.2183592491867348</c:v>
                </c:pt>
                <c:pt idx="377">
                  <c:v>6.2160907785250084</c:v>
                </c:pt>
                <c:pt idx="378">
                  <c:v>6.2149479569982953</c:v>
                </c:pt>
                <c:pt idx="379">
                  <c:v>6.2141495346943607</c:v>
                </c:pt>
                <c:pt idx="380">
                  <c:v>6.2126889238673852</c:v>
                </c:pt>
                <c:pt idx="381">
                  <c:v>6.2139591094933744</c:v>
                </c:pt>
                <c:pt idx="382">
                  <c:v>6.216226274189709</c:v>
                </c:pt>
                <c:pt idx="383">
                  <c:v>6.2215115213951959</c:v>
                </c:pt>
                <c:pt idx="384">
                  <c:v>6.2222087173386482</c:v>
                </c:pt>
                <c:pt idx="385">
                  <c:v>6.2196348631702145</c:v>
                </c:pt>
                <c:pt idx="386">
                  <c:v>6.2176396289047382</c:v>
                </c:pt>
                <c:pt idx="387">
                  <c:v>6.2156438171357493</c:v>
                </c:pt>
                <c:pt idx="388">
                  <c:v>6.2135178845219903</c:v>
                </c:pt>
                <c:pt idx="389">
                  <c:v>6.2124850054460161</c:v>
                </c:pt>
                <c:pt idx="390">
                  <c:v>6.2106812004301881</c:v>
                </c:pt>
                <c:pt idx="391">
                  <c:v>6.2086181595288119</c:v>
                </c:pt>
                <c:pt idx="392">
                  <c:v>6.2086692773663783</c:v>
                </c:pt>
                <c:pt idx="393">
                  <c:v>6.2106068060414463</c:v>
                </c:pt>
                <c:pt idx="394">
                  <c:v>6.2117270856225177</c:v>
                </c:pt>
                <c:pt idx="395">
                  <c:v>6.212783084147647</c:v>
                </c:pt>
                <c:pt idx="396">
                  <c:v>6.2140113911146164</c:v>
                </c:pt>
                <c:pt idx="397">
                  <c:v>6.2152185059845797</c:v>
                </c:pt>
                <c:pt idx="398">
                  <c:v>6.2178474880415697</c:v>
                </c:pt>
                <c:pt idx="399">
                  <c:v>6.2199540892079401</c:v>
                </c:pt>
                <c:pt idx="400">
                  <c:v>6.2234113868358243</c:v>
                </c:pt>
                <c:pt idx="401">
                  <c:v>6.2264615357102615</c:v>
                </c:pt>
                <c:pt idx="402">
                  <c:v>6.2296384000896037</c:v>
                </c:pt>
                <c:pt idx="403">
                  <c:v>6.2325043060347065</c:v>
                </c:pt>
                <c:pt idx="404">
                  <c:v>6.2351512767117665</c:v>
                </c:pt>
                <c:pt idx="405">
                  <c:v>6.2351614190075093</c:v>
                </c:pt>
                <c:pt idx="406">
                  <c:v>6.2320528562670781</c:v>
                </c:pt>
                <c:pt idx="407">
                  <c:v>6.2283441304607186</c:v>
                </c:pt>
                <c:pt idx="408">
                  <c:v>6.2254896920853779</c:v>
                </c:pt>
                <c:pt idx="409">
                  <c:v>6.2228926078820095</c:v>
                </c:pt>
                <c:pt idx="410">
                  <c:v>6.2220061628085546</c:v>
                </c:pt>
                <c:pt idx="411">
                  <c:v>6.2205665360719999</c:v>
                </c:pt>
                <c:pt idx="412">
                  <c:v>6.2166423681039555</c:v>
                </c:pt>
                <c:pt idx="413">
                  <c:v>6.2152457346608605</c:v>
                </c:pt>
                <c:pt idx="414">
                  <c:v>6.2134738002910419</c:v>
                </c:pt>
                <c:pt idx="415">
                  <c:v>6.2120100263597182</c:v>
                </c:pt>
                <c:pt idx="416">
                  <c:v>6.2108744016852961</c:v>
                </c:pt>
                <c:pt idx="417">
                  <c:v>6.2108776095505558</c:v>
                </c:pt>
                <c:pt idx="418">
                  <c:v>6.2103595344840024</c:v>
                </c:pt>
                <c:pt idx="419">
                  <c:v>6.2119258916457651</c:v>
                </c:pt>
                <c:pt idx="420">
                  <c:v>6.2141349654567941</c:v>
                </c:pt>
                <c:pt idx="421">
                  <c:v>6.2130508439148358</c:v>
                </c:pt>
                <c:pt idx="422">
                  <c:v>6.2119176451062357</c:v>
                </c:pt>
                <c:pt idx="423">
                  <c:v>6.2077243613787108</c:v>
                </c:pt>
                <c:pt idx="424">
                  <c:v>6.2083681873964291</c:v>
                </c:pt>
                <c:pt idx="425">
                  <c:v>6.2118700194973613</c:v>
                </c:pt>
                <c:pt idx="426">
                  <c:v>6.2134746463600194</c:v>
                </c:pt>
                <c:pt idx="427">
                  <c:v>6.2135711675588983</c:v>
                </c:pt>
                <c:pt idx="428">
                  <c:v>6.2150616286472529</c:v>
                </c:pt>
                <c:pt idx="429">
                  <c:v>6.2197046463074992</c:v>
                </c:pt>
                <c:pt idx="430">
                  <c:v>6.2298135188144963</c:v>
                </c:pt>
                <c:pt idx="431">
                  <c:v>6.2353594096800515</c:v>
                </c:pt>
                <c:pt idx="432">
                  <c:v>6.2355139313647499</c:v>
                </c:pt>
                <c:pt idx="433">
                  <c:v>6.2311548611233594</c:v>
                </c:pt>
                <c:pt idx="434">
                  <c:v>6.2226700127512773</c:v>
                </c:pt>
                <c:pt idx="435">
                  <c:v>6.1989395640010674</c:v>
                </c:pt>
                <c:pt idx="436">
                  <c:v>6.1883910164789242</c:v>
                </c:pt>
                <c:pt idx="437">
                  <c:v>6.2148501903929034</c:v>
                </c:pt>
                <c:pt idx="438">
                  <c:v>6.2095822595161625</c:v>
                </c:pt>
                <c:pt idx="439">
                  <c:v>6.1967122529713805</c:v>
                </c:pt>
                <c:pt idx="440">
                  <c:v>6.2037644987786278</c:v>
                </c:pt>
                <c:pt idx="441">
                  <c:v>6.207627002009839</c:v>
                </c:pt>
                <c:pt idx="442">
                  <c:v>6.1941886457775022</c:v>
                </c:pt>
                <c:pt idx="443">
                  <c:v>6.1980616781352662</c:v>
                </c:pt>
                <c:pt idx="444">
                  <c:v>6.1966926786302272</c:v>
                </c:pt>
                <c:pt idx="445">
                  <c:v>6.1955689300785854</c:v>
                </c:pt>
                <c:pt idx="446">
                  <c:v>6.1968446206383287</c:v>
                </c:pt>
                <c:pt idx="447">
                  <c:v>6.204359722346422</c:v>
                </c:pt>
                <c:pt idx="448">
                  <c:v>6.2062827410263051</c:v>
                </c:pt>
                <c:pt idx="449">
                  <c:v>6.2056477276419848</c:v>
                </c:pt>
                <c:pt idx="450">
                  <c:v>6.2075007894069305</c:v>
                </c:pt>
                <c:pt idx="451">
                  <c:v>6.2118164055807803</c:v>
                </c:pt>
                <c:pt idx="452">
                  <c:v>6.2098112624784294</c:v>
                </c:pt>
                <c:pt idx="453">
                  <c:v>6.210874502616762</c:v>
                </c:pt>
                <c:pt idx="454">
                  <c:v>6.2114544802673404</c:v>
                </c:pt>
                <c:pt idx="455">
                  <c:v>6.2100538139539676</c:v>
                </c:pt>
                <c:pt idx="456">
                  <c:v>6.212160923288323</c:v>
                </c:pt>
                <c:pt idx="457">
                  <c:v>6.213519036018357</c:v>
                </c:pt>
                <c:pt idx="458">
                  <c:v>6.2134738810362142</c:v>
                </c:pt>
                <c:pt idx="459">
                  <c:v>6.2127064718996694</c:v>
                </c:pt>
                <c:pt idx="460">
                  <c:v>6.2062739832469642</c:v>
                </c:pt>
                <c:pt idx="461">
                  <c:v>6.2059882633838139</c:v>
                </c:pt>
                <c:pt idx="462">
                  <c:v>6.2069834853690029</c:v>
                </c:pt>
                <c:pt idx="463">
                  <c:v>6.2091716378426529</c:v>
                </c:pt>
                <c:pt idx="464">
                  <c:v>6.2081308799687491</c:v>
                </c:pt>
                <c:pt idx="465">
                  <c:v>6.2079893837090339</c:v>
                </c:pt>
                <c:pt idx="466">
                  <c:v>6.2104984714728291</c:v>
                </c:pt>
                <c:pt idx="467">
                  <c:v>6.2131449401255594</c:v>
                </c:pt>
                <c:pt idx="468">
                  <c:v>6.2132207457994815</c:v>
                </c:pt>
                <c:pt idx="469">
                  <c:v>6.2115800828931338</c:v>
                </c:pt>
                <c:pt idx="470">
                  <c:v>6.2107990541524591</c:v>
                </c:pt>
                <c:pt idx="471">
                  <c:v>6.2109162873656363</c:v>
                </c:pt>
                <c:pt idx="472">
                  <c:v>6.2111035889571946</c:v>
                </c:pt>
                <c:pt idx="473">
                  <c:v>6.2116614310209863</c:v>
                </c:pt>
                <c:pt idx="474">
                  <c:v>6.2116921475376348</c:v>
                </c:pt>
                <c:pt idx="475">
                  <c:v>6.2132170876921213</c:v>
                </c:pt>
                <c:pt idx="476">
                  <c:v>6.2156870983033015</c:v>
                </c:pt>
                <c:pt idx="477">
                  <c:v>6.2171069530046807</c:v>
                </c:pt>
                <c:pt idx="478">
                  <c:v>6.220308994079736</c:v>
                </c:pt>
                <c:pt idx="479">
                  <c:v>6.2205283629142452</c:v>
                </c:pt>
                <c:pt idx="480">
                  <c:v>6.2181657784884976</c:v>
                </c:pt>
                <c:pt idx="481">
                  <c:v>6.2178859262541284</c:v>
                </c:pt>
                <c:pt idx="482">
                  <c:v>6.2180225681492063</c:v>
                </c:pt>
                <c:pt idx="483">
                  <c:v>6.2194811348945978</c:v>
                </c:pt>
                <c:pt idx="484">
                  <c:v>6.2204487007806923</c:v>
                </c:pt>
                <c:pt idx="485">
                  <c:v>6.2193969510314098</c:v>
                </c:pt>
                <c:pt idx="486">
                  <c:v>6.2210790098810751</c:v>
                </c:pt>
                <c:pt idx="487">
                  <c:v>6.2232140666992759</c:v>
                </c:pt>
                <c:pt idx="488">
                  <c:v>6.2244542756801389</c:v>
                </c:pt>
                <c:pt idx="489">
                  <c:v>6.2254571605576885</c:v>
                </c:pt>
                <c:pt idx="490">
                  <c:v>6.2252548043798654</c:v>
                </c:pt>
                <c:pt idx="491">
                  <c:v>6.2258180089762796</c:v>
                </c:pt>
                <c:pt idx="492">
                  <c:v>6.225875676827096</c:v>
                </c:pt>
                <c:pt idx="493">
                  <c:v>6.2282157807437457</c:v>
                </c:pt>
                <c:pt idx="494">
                  <c:v>6.2308283557328403</c:v>
                </c:pt>
                <c:pt idx="495">
                  <c:v>6.2330871878784846</c:v>
                </c:pt>
                <c:pt idx="496">
                  <c:v>6.2340806905181072</c:v>
                </c:pt>
                <c:pt idx="497">
                  <c:v>6.2330213700312793</c:v>
                </c:pt>
                <c:pt idx="498">
                  <c:v>6.2342614543837245</c:v>
                </c:pt>
                <c:pt idx="499">
                  <c:v>6.2359669539079032</c:v>
                </c:pt>
                <c:pt idx="500">
                  <c:v>6.235876266547705</c:v>
                </c:pt>
                <c:pt idx="501">
                  <c:v>6.2381159059170175</c:v>
                </c:pt>
                <c:pt idx="502">
                  <c:v>6.2412247495102209</c:v>
                </c:pt>
                <c:pt idx="503">
                  <c:v>6.2444577230074927</c:v>
                </c:pt>
                <c:pt idx="504">
                  <c:v>6.2458262378220839</c:v>
                </c:pt>
                <c:pt idx="505">
                  <c:v>6.2542144710851399</c:v>
                </c:pt>
                <c:pt idx="506">
                  <c:v>6.2682288348508184</c:v>
                </c:pt>
                <c:pt idx="507">
                  <c:v>6.2889968722550158</c:v>
                </c:pt>
                <c:pt idx="508">
                  <c:v>6.3175250192075216</c:v>
                </c:pt>
                <c:pt idx="509">
                  <c:v>6.3558586000657646</c:v>
                </c:pt>
                <c:pt idx="510">
                  <c:v>6.3996967127081721</c:v>
                </c:pt>
                <c:pt idx="511">
                  <c:v>6.4475793861254918</c:v>
                </c:pt>
                <c:pt idx="512">
                  <c:v>6.4877392542639916</c:v>
                </c:pt>
                <c:pt idx="513">
                  <c:v>6.5165007126358248</c:v>
                </c:pt>
                <c:pt idx="514">
                  <c:v>6.5316260948624052</c:v>
                </c:pt>
                <c:pt idx="515">
                  <c:v>6.5288520839444217</c:v>
                </c:pt>
                <c:pt idx="516">
                  <c:v>6.5140603828966954</c:v>
                </c:pt>
                <c:pt idx="517">
                  <c:v>6.4915522519280824</c:v>
                </c:pt>
                <c:pt idx="518">
                  <c:v>6.4646357715885063</c:v>
                </c:pt>
                <c:pt idx="519">
                  <c:v>6.4372049936521654</c:v>
                </c:pt>
                <c:pt idx="520">
                  <c:v>6.4103304727167822</c:v>
                </c:pt>
                <c:pt idx="521">
                  <c:v>6.3855515347424427</c:v>
                </c:pt>
                <c:pt idx="522">
                  <c:v>6.3685349180319948</c:v>
                </c:pt>
                <c:pt idx="523">
                  <c:v>6.3583689604436842</c:v>
                </c:pt>
                <c:pt idx="524">
                  <c:v>6.3536134068328787</c:v>
                </c:pt>
                <c:pt idx="525">
                  <c:v>6.355695719500428</c:v>
                </c:pt>
                <c:pt idx="526">
                  <c:v>6.3584623018625823</c:v>
                </c:pt>
                <c:pt idx="527">
                  <c:v>6.365196519425294</c:v>
                </c:pt>
                <c:pt idx="528">
                  <c:v>6.3753071349748094</c:v>
                </c:pt>
                <c:pt idx="529">
                  <c:v>6.3864835306249166</c:v>
                </c:pt>
                <c:pt idx="530">
                  <c:v>6.4028300185778493</c:v>
                </c:pt>
                <c:pt idx="531">
                  <c:v>6.4168293496988866</c:v>
                </c:pt>
                <c:pt idx="532">
                  <c:v>6.4259396940569644</c:v>
                </c:pt>
                <c:pt idx="533">
                  <c:v>6.4386653438126622</c:v>
                </c:pt>
                <c:pt idx="534">
                  <c:v>6.454175915616549</c:v>
                </c:pt>
                <c:pt idx="535">
                  <c:v>6.4710555604299111</c:v>
                </c:pt>
                <c:pt idx="536">
                  <c:v>6.4909659717657586</c:v>
                </c:pt>
                <c:pt idx="537">
                  <c:v>6.5136325598685429</c:v>
                </c:pt>
                <c:pt idx="538">
                  <c:v>6.5417640373866712</c:v>
                </c:pt>
                <c:pt idx="539">
                  <c:v>6.5810824706191493</c:v>
                </c:pt>
                <c:pt idx="540">
                  <c:v>6.6330975836438535</c:v>
                </c:pt>
                <c:pt idx="541">
                  <c:v>6.6929171177630273</c:v>
                </c:pt>
                <c:pt idx="542">
                  <c:v>6.7544853816693688</c:v>
                </c:pt>
                <c:pt idx="543">
                  <c:v>6.8160439842403377</c:v>
                </c:pt>
                <c:pt idx="544">
                  <c:v>6.885567459094637</c:v>
                </c:pt>
                <c:pt idx="545">
                  <c:v>6.9650123951562559</c:v>
                </c:pt>
                <c:pt idx="546">
                  <c:v>7.0472121598915027</c:v>
                </c:pt>
                <c:pt idx="547">
                  <c:v>7.1218122732886213</c:v>
                </c:pt>
                <c:pt idx="548">
                  <c:v>7.1940710856341461</c:v>
                </c:pt>
                <c:pt idx="549">
                  <c:v>7.2676397953100071</c:v>
                </c:pt>
                <c:pt idx="550">
                  <c:v>7.3254510916803399</c:v>
                </c:pt>
                <c:pt idx="551">
                  <c:v>7.3556720857396343</c:v>
                </c:pt>
                <c:pt idx="552">
                  <c:v>7.3581797639735758</c:v>
                </c:pt>
                <c:pt idx="553">
                  <c:v>7.3325086971677997</c:v>
                </c:pt>
                <c:pt idx="554">
                  <c:v>7.2751638410818185</c:v>
                </c:pt>
                <c:pt idx="555">
                  <c:v>7.1928061247473858</c:v>
                </c:pt>
                <c:pt idx="556">
                  <c:v>7.1069624638022919</c:v>
                </c:pt>
                <c:pt idx="557">
                  <c:v>7.0208162682507984</c:v>
                </c:pt>
                <c:pt idx="558">
                  <c:v>6.9241043914027127</c:v>
                </c:pt>
                <c:pt idx="559">
                  <c:v>6.8353297509251574</c:v>
                </c:pt>
                <c:pt idx="560">
                  <c:v>6.750610680651187</c:v>
                </c:pt>
                <c:pt idx="561">
                  <c:v>6.6771567274181169</c:v>
                </c:pt>
                <c:pt idx="562">
                  <c:v>6.6061679032239766</c:v>
                </c:pt>
                <c:pt idx="563">
                  <c:v>6.5553495881181751</c:v>
                </c:pt>
                <c:pt idx="564">
                  <c:v>6.5008891180897157</c:v>
                </c:pt>
                <c:pt idx="565">
                  <c:v>6.4565747914864762</c:v>
                </c:pt>
                <c:pt idx="566">
                  <c:v>6.4214028545426416</c:v>
                </c:pt>
                <c:pt idx="567">
                  <c:v>6.3910275459275727</c:v>
                </c:pt>
                <c:pt idx="568">
                  <c:v>6.3688933844680102</c:v>
                </c:pt>
                <c:pt idx="569">
                  <c:v>6.3467657247501279</c:v>
                </c:pt>
                <c:pt idx="570">
                  <c:v>6.3277111560675268</c:v>
                </c:pt>
                <c:pt idx="571">
                  <c:v>6.3106481705643604</c:v>
                </c:pt>
                <c:pt idx="572">
                  <c:v>6.3072251439960256</c:v>
                </c:pt>
                <c:pt idx="573">
                  <c:v>6.2897190500525699</c:v>
                </c:pt>
                <c:pt idx="574">
                  <c:v>6.275947687126866</c:v>
                </c:pt>
                <c:pt idx="575">
                  <c:v>6.2773451613729474</c:v>
                </c:pt>
                <c:pt idx="576">
                  <c:v>6.2859295387015681</c:v>
                </c:pt>
                <c:pt idx="577">
                  <c:v>6.2739403059789849</c:v>
                </c:pt>
                <c:pt idx="578">
                  <c:v>6.2599871610963644</c:v>
                </c:pt>
                <c:pt idx="579">
                  <c:v>6.2575828963638669</c:v>
                </c:pt>
                <c:pt idx="580">
                  <c:v>6.2493432307067343</c:v>
                </c:pt>
                <c:pt idx="581">
                  <c:v>6.2687053156217845</c:v>
                </c:pt>
                <c:pt idx="582">
                  <c:v>6.2794959950956368</c:v>
                </c:pt>
                <c:pt idx="583">
                  <c:v>6.1661937272151173</c:v>
                </c:pt>
                <c:pt idx="584">
                  <c:v>6.2022911600550739</c:v>
                </c:pt>
                <c:pt idx="585">
                  <c:v>6.1643674645094784</c:v>
                </c:pt>
                <c:pt idx="586">
                  <c:v>6.1750568052817396</c:v>
                </c:pt>
                <c:pt idx="587">
                  <c:v>6.1071199660370361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B-1251-45ED-B486-8EADCA04E34F}"/>
            </c:ext>
          </c:extLst>
        </c:ser>
        <c:ser>
          <c:idx val="12"/>
          <c:order val="12"/>
          <c:tx>
            <c:strRef>
              <c:f>'Fully separated 3%'!$L$1</c:f>
              <c:strCache>
                <c:ptCount val="1"/>
                <c:pt idx="0">
                  <c:v>3E_1/O-PTIR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3%'!$A$2:$A$589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3%'!$L$2:$L$589</c:f>
              <c:numCache>
                <c:formatCode>General</c:formatCode>
                <c:ptCount val="588"/>
                <c:pt idx="0">
                  <c:v>4.9032971842961199</c:v>
                </c:pt>
                <c:pt idx="1">
                  <c:v>4.9880382064433579</c:v>
                </c:pt>
                <c:pt idx="2">
                  <c:v>5.0762001211179646</c:v>
                </c:pt>
                <c:pt idx="3">
                  <c:v>5.0762086282001064</c:v>
                </c:pt>
                <c:pt idx="4">
                  <c:v>5.0806288917346629</c:v>
                </c:pt>
                <c:pt idx="5">
                  <c:v>5.0484579915788466</c:v>
                </c:pt>
                <c:pt idx="6">
                  <c:v>5.0619315443750112</c:v>
                </c:pt>
                <c:pt idx="7">
                  <c:v>5.0866766098042122</c:v>
                </c:pt>
                <c:pt idx="8">
                  <c:v>5.0983790854972515</c:v>
                </c:pt>
                <c:pt idx="9">
                  <c:v>5.1122832607976871</c:v>
                </c:pt>
                <c:pt idx="10">
                  <c:v>5.1096217087876887</c:v>
                </c:pt>
                <c:pt idx="11">
                  <c:v>5.1094273400101873</c:v>
                </c:pt>
                <c:pt idx="12">
                  <c:v>5.1092207997708847</c:v>
                </c:pt>
                <c:pt idx="13">
                  <c:v>5.1358088983234627</c:v>
                </c:pt>
                <c:pt idx="14">
                  <c:v>5.1630113866579306</c:v>
                </c:pt>
                <c:pt idx="15">
                  <c:v>5.1554369095717192</c:v>
                </c:pt>
                <c:pt idx="16">
                  <c:v>5.1524699608050319</c:v>
                </c:pt>
                <c:pt idx="17">
                  <c:v>5.1262655050937331</c:v>
                </c:pt>
                <c:pt idx="18">
                  <c:v>5.1107354145702057</c:v>
                </c:pt>
                <c:pt idx="19">
                  <c:v>5.117078905291506</c:v>
                </c:pt>
                <c:pt idx="20">
                  <c:v>5.1227505476681028</c:v>
                </c:pt>
                <c:pt idx="21">
                  <c:v>5.1272231478072898</c:v>
                </c:pt>
                <c:pt idx="22">
                  <c:v>5.1362570696645165</c:v>
                </c:pt>
                <c:pt idx="23">
                  <c:v>5.1321477198894794</c:v>
                </c:pt>
                <c:pt idx="24">
                  <c:v>5.1260577797204894</c:v>
                </c:pt>
                <c:pt idx="25">
                  <c:v>5.119561774520939</c:v>
                </c:pt>
                <c:pt idx="26">
                  <c:v>5.1183739570003981</c:v>
                </c:pt>
                <c:pt idx="27">
                  <c:v>5.1082618084566365</c:v>
                </c:pt>
                <c:pt idx="28">
                  <c:v>5.1030829910884465</c:v>
                </c:pt>
                <c:pt idx="29">
                  <c:v>5.0999776268507429</c:v>
                </c:pt>
                <c:pt idx="30">
                  <c:v>5.0992544227019136</c:v>
                </c:pt>
                <c:pt idx="31">
                  <c:v>5.1128538891682354</c:v>
                </c:pt>
                <c:pt idx="32">
                  <c:v>5.1339702515578924</c:v>
                </c:pt>
                <c:pt idx="33">
                  <c:v>5.1375333635637848</c:v>
                </c:pt>
                <c:pt idx="34">
                  <c:v>5.1273039684932007</c:v>
                </c:pt>
                <c:pt idx="35">
                  <c:v>5.1145849203230362</c:v>
                </c:pt>
                <c:pt idx="36">
                  <c:v>5.1097607781257075</c:v>
                </c:pt>
                <c:pt idx="37">
                  <c:v>5.1078952751352471</c:v>
                </c:pt>
                <c:pt idx="38">
                  <c:v>5.1084004963722371</c:v>
                </c:pt>
                <c:pt idx="39">
                  <c:v>5.1113329332212167</c:v>
                </c:pt>
                <c:pt idx="40">
                  <c:v>5.1267222448169596</c:v>
                </c:pt>
                <c:pt idx="41">
                  <c:v>5.1459733153607088</c:v>
                </c:pt>
                <c:pt idx="42">
                  <c:v>5.1591956640335441</c:v>
                </c:pt>
                <c:pt idx="43">
                  <c:v>5.2932910085222851</c:v>
                </c:pt>
                <c:pt idx="44">
                  <c:v>5.4289009814325739</c:v>
                </c:pt>
                <c:pt idx="45">
                  <c:v>5.4488709242562647</c:v>
                </c:pt>
                <c:pt idx="46">
                  <c:v>5.395307992063799</c:v>
                </c:pt>
                <c:pt idx="47">
                  <c:v>5.3944836019963862</c:v>
                </c:pt>
                <c:pt idx="48">
                  <c:v>5.3253945705935521</c:v>
                </c:pt>
                <c:pt idx="49">
                  <c:v>5.1933205060974181</c:v>
                </c:pt>
                <c:pt idx="50">
                  <c:v>5.1182462758460003</c:v>
                </c:pt>
                <c:pt idx="51">
                  <c:v>5.0936461032578055</c:v>
                </c:pt>
                <c:pt idx="52">
                  <c:v>5.0807881424052583</c:v>
                </c:pt>
                <c:pt idx="53">
                  <c:v>5.0759860273525641</c:v>
                </c:pt>
                <c:pt idx="54">
                  <c:v>5.0732789089858539</c:v>
                </c:pt>
                <c:pt idx="55">
                  <c:v>5.0716897737816335</c:v>
                </c:pt>
                <c:pt idx="56">
                  <c:v>5.0707853667398339</c:v>
                </c:pt>
                <c:pt idx="57">
                  <c:v>5.0770619995601649</c:v>
                </c:pt>
                <c:pt idx="58">
                  <c:v>5.0805690016039353</c:v>
                </c:pt>
                <c:pt idx="59">
                  <c:v>5.0839312265956478</c:v>
                </c:pt>
                <c:pt idx="60">
                  <c:v>5.0954368746988123</c:v>
                </c:pt>
                <c:pt idx="61">
                  <c:v>5.1097184879151207</c:v>
                </c:pt>
                <c:pt idx="62">
                  <c:v>5.1186666714616909</c:v>
                </c:pt>
                <c:pt idx="63">
                  <c:v>5.1301945237984699</c:v>
                </c:pt>
                <c:pt idx="64">
                  <c:v>5.1408836963493947</c:v>
                </c:pt>
                <c:pt idx="65">
                  <c:v>5.1482696145388633</c:v>
                </c:pt>
                <c:pt idx="66">
                  <c:v>5.1401480823497536</c:v>
                </c:pt>
                <c:pt idx="67">
                  <c:v>5.1263886909124912</c:v>
                </c:pt>
                <c:pt idx="68">
                  <c:v>5.1224537192935884</c:v>
                </c:pt>
                <c:pt idx="69">
                  <c:v>5.1108225764038142</c:v>
                </c:pt>
                <c:pt idx="70">
                  <c:v>5.112148039739421</c:v>
                </c:pt>
                <c:pt idx="71">
                  <c:v>5.1160321459544482</c:v>
                </c:pt>
                <c:pt idx="72">
                  <c:v>5.1104266258784428</c:v>
                </c:pt>
                <c:pt idx="73">
                  <c:v>5.1014074637065674</c:v>
                </c:pt>
                <c:pt idx="74">
                  <c:v>5.0925507738624951</c:v>
                </c:pt>
                <c:pt idx="75">
                  <c:v>5.082652337661715</c:v>
                </c:pt>
                <c:pt idx="76">
                  <c:v>5.076753258546205</c:v>
                </c:pt>
                <c:pt idx="77">
                  <c:v>5.0688472845121355</c:v>
                </c:pt>
                <c:pt idx="78">
                  <c:v>5.0634861540392961</c:v>
                </c:pt>
                <c:pt idx="79">
                  <c:v>5.0579039007307838</c:v>
                </c:pt>
                <c:pt idx="80">
                  <c:v>5.0554574607478191</c:v>
                </c:pt>
                <c:pt idx="81">
                  <c:v>5.0558378070096284</c:v>
                </c:pt>
                <c:pt idx="82">
                  <c:v>5.0539013560438777</c:v>
                </c:pt>
                <c:pt idx="83">
                  <c:v>5.0493189505205764</c:v>
                </c:pt>
                <c:pt idx="84">
                  <c:v>5.0442392076254405</c:v>
                </c:pt>
                <c:pt idx="85">
                  <c:v>5.0402653002698941</c:v>
                </c:pt>
                <c:pt idx="86">
                  <c:v>5.03984363438133</c:v>
                </c:pt>
                <c:pt idx="87">
                  <c:v>5.0398733921410415</c:v>
                </c:pt>
                <c:pt idx="88">
                  <c:v>5.0375651394567544</c:v>
                </c:pt>
                <c:pt idx="89">
                  <c:v>5.0376924221609478</c:v>
                </c:pt>
                <c:pt idx="90">
                  <c:v>5.0369700115069698</c:v>
                </c:pt>
                <c:pt idx="91">
                  <c:v>5.0326891987328493</c:v>
                </c:pt>
                <c:pt idx="92">
                  <c:v>5.0286650049181691</c:v>
                </c:pt>
                <c:pt idx="93">
                  <c:v>5.0263519861564365</c:v>
                </c:pt>
                <c:pt idx="94">
                  <c:v>5.021555337023214</c:v>
                </c:pt>
                <c:pt idx="95">
                  <c:v>5.0227662237889241</c:v>
                </c:pt>
                <c:pt idx="96">
                  <c:v>5.020267641318096</c:v>
                </c:pt>
                <c:pt idx="97">
                  <c:v>5.0194158280005032</c:v>
                </c:pt>
                <c:pt idx="98">
                  <c:v>5.0175112819983436</c:v>
                </c:pt>
                <c:pt idx="99">
                  <c:v>5.0189915279133643</c:v>
                </c:pt>
                <c:pt idx="100">
                  <c:v>5.0213150443054833</c:v>
                </c:pt>
                <c:pt idx="101">
                  <c:v>5.0238359723405539</c:v>
                </c:pt>
                <c:pt idx="102">
                  <c:v>5.0246725508975523</c:v>
                </c:pt>
                <c:pt idx="103">
                  <c:v>5.0293115738110137</c:v>
                </c:pt>
                <c:pt idx="104">
                  <c:v>5.0336373569693178</c:v>
                </c:pt>
                <c:pt idx="105">
                  <c:v>5.0393531183407729</c:v>
                </c:pt>
                <c:pt idx="106">
                  <c:v>5.0467037106843398</c:v>
                </c:pt>
                <c:pt idx="107">
                  <c:v>5.0601506081834939</c:v>
                </c:pt>
                <c:pt idx="108">
                  <c:v>5.0926323029043248</c:v>
                </c:pt>
                <c:pt idx="109">
                  <c:v>5.1281181555109328</c:v>
                </c:pt>
                <c:pt idx="110">
                  <c:v>5.1425979449178074</c:v>
                </c:pt>
                <c:pt idx="111">
                  <c:v>5.1308904426221895</c:v>
                </c:pt>
                <c:pt idx="112">
                  <c:v>5.1074849191024843</c:v>
                </c:pt>
                <c:pt idx="113">
                  <c:v>5.0833869572386234</c:v>
                </c:pt>
                <c:pt idx="114">
                  <c:v>5.0683713306346059</c:v>
                </c:pt>
                <c:pt idx="115">
                  <c:v>5.0587382963255507</c:v>
                </c:pt>
                <c:pt idx="116">
                  <c:v>5.0546532486074263</c:v>
                </c:pt>
                <c:pt idx="117">
                  <c:v>5.0570487789142708</c:v>
                </c:pt>
                <c:pt idx="118">
                  <c:v>5.0665270033994547</c:v>
                </c:pt>
                <c:pt idx="119">
                  <c:v>5.0737298524505521</c:v>
                </c:pt>
                <c:pt idx="120">
                  <c:v>5.0871955281926748</c:v>
                </c:pt>
                <c:pt idx="121">
                  <c:v>5.1162395443941913</c:v>
                </c:pt>
                <c:pt idx="122">
                  <c:v>5.1506931725823106</c:v>
                </c:pt>
                <c:pt idx="123">
                  <c:v>5.1734809961184274</c:v>
                </c:pt>
                <c:pt idx="124">
                  <c:v>5.1791863671345517</c:v>
                </c:pt>
                <c:pt idx="125">
                  <c:v>5.1635514944239311</c:v>
                </c:pt>
                <c:pt idx="126">
                  <c:v>5.141293793559802</c:v>
                </c:pt>
                <c:pt idx="127">
                  <c:v>5.1236449423714312</c:v>
                </c:pt>
                <c:pt idx="128">
                  <c:v>5.1119410840221278</c:v>
                </c:pt>
                <c:pt idx="129">
                  <c:v>5.0999697259578003</c:v>
                </c:pt>
                <c:pt idx="130">
                  <c:v>5.0929646035637059</c:v>
                </c:pt>
                <c:pt idx="131">
                  <c:v>5.0860986049965469</c:v>
                </c:pt>
                <c:pt idx="132">
                  <c:v>5.0730092092808139</c:v>
                </c:pt>
                <c:pt idx="133">
                  <c:v>5.0652980126911222</c:v>
                </c:pt>
                <c:pt idx="134">
                  <c:v>5.0604828543539586</c:v>
                </c:pt>
                <c:pt idx="135">
                  <c:v>5.0543823092795277</c:v>
                </c:pt>
                <c:pt idx="136">
                  <c:v>5.0560243770609068</c:v>
                </c:pt>
                <c:pt idx="137">
                  <c:v>5.0513188742633375</c:v>
                </c:pt>
                <c:pt idx="138">
                  <c:v>5.0448025583200327</c:v>
                </c:pt>
                <c:pt idx="139">
                  <c:v>5.0435449132525543</c:v>
                </c:pt>
                <c:pt idx="140">
                  <c:v>5.0423965116522371</c:v>
                </c:pt>
                <c:pt idx="141">
                  <c:v>5.0413437040454099</c:v>
                </c:pt>
                <c:pt idx="142">
                  <c:v>5.0318930781966085</c:v>
                </c:pt>
                <c:pt idx="143">
                  <c:v>5.0364065075622984</c:v>
                </c:pt>
                <c:pt idx="144">
                  <c:v>5.039133044416749</c:v>
                </c:pt>
                <c:pt idx="145">
                  <c:v>5.0372249719600033</c:v>
                </c:pt>
                <c:pt idx="146">
                  <c:v>5.0392941715494182</c:v>
                </c:pt>
                <c:pt idx="147">
                  <c:v>5.0423625173792397</c:v>
                </c:pt>
                <c:pt idx="148">
                  <c:v>5.0416638536763347</c:v>
                </c:pt>
                <c:pt idx="149">
                  <c:v>5.0371675440472057</c:v>
                </c:pt>
                <c:pt idx="150">
                  <c:v>5.0325370418381157</c:v>
                </c:pt>
                <c:pt idx="151">
                  <c:v>5.0316504731054694</c:v>
                </c:pt>
                <c:pt idx="152">
                  <c:v>5.0343892222884081</c:v>
                </c:pt>
                <c:pt idx="153">
                  <c:v>5.0383130815738317</c:v>
                </c:pt>
                <c:pt idx="154">
                  <c:v>5.0419781661820418</c:v>
                </c:pt>
                <c:pt idx="155">
                  <c:v>5.0352843355643273</c:v>
                </c:pt>
                <c:pt idx="156">
                  <c:v>5.0363752241129145</c:v>
                </c:pt>
                <c:pt idx="157">
                  <c:v>5.0372755172414916</c:v>
                </c:pt>
                <c:pt idx="158">
                  <c:v>5.0361444363056167</c:v>
                </c:pt>
                <c:pt idx="159">
                  <c:v>5.0354789631641843</c:v>
                </c:pt>
                <c:pt idx="160">
                  <c:v>5.0336454690068129</c:v>
                </c:pt>
                <c:pt idx="161">
                  <c:v>5.0377592732508019</c:v>
                </c:pt>
                <c:pt idx="162">
                  <c:v>5.0321074716510514</c:v>
                </c:pt>
                <c:pt idx="163">
                  <c:v>5.0351568791767116</c:v>
                </c:pt>
                <c:pt idx="164">
                  <c:v>5.0364088199357075</c:v>
                </c:pt>
                <c:pt idx="165">
                  <c:v>5.0331869686104609</c:v>
                </c:pt>
                <c:pt idx="166">
                  <c:v>5.0338723778843439</c:v>
                </c:pt>
                <c:pt idx="167">
                  <c:v>5.0363734600342323</c:v>
                </c:pt>
                <c:pt idx="168">
                  <c:v>5.0420471763952266</c:v>
                </c:pt>
                <c:pt idx="169">
                  <c:v>5.04678393880328</c:v>
                </c:pt>
                <c:pt idx="170">
                  <c:v>5.044698477677743</c:v>
                </c:pt>
                <c:pt idx="171">
                  <c:v>5.0488995186776018</c:v>
                </c:pt>
                <c:pt idx="172">
                  <c:v>5.0567377663935895</c:v>
                </c:pt>
                <c:pt idx="173">
                  <c:v>5.0594214238760404</c:v>
                </c:pt>
                <c:pt idx="174">
                  <c:v>5.0624240969388348</c:v>
                </c:pt>
                <c:pt idx="175">
                  <c:v>5.0651093856832334</c:v>
                </c:pt>
                <c:pt idx="176">
                  <c:v>5.0649311456251178</c:v>
                </c:pt>
                <c:pt idx="177">
                  <c:v>5.0678690586102402</c:v>
                </c:pt>
                <c:pt idx="178">
                  <c:v>5.0737599643882234</c:v>
                </c:pt>
                <c:pt idx="179">
                  <c:v>5.0731225053611642</c:v>
                </c:pt>
                <c:pt idx="180">
                  <c:v>5.0762080492553654</c:v>
                </c:pt>
                <c:pt idx="181">
                  <c:v>5.0851126825351471</c:v>
                </c:pt>
                <c:pt idx="182">
                  <c:v>5.0936693427808395</c:v>
                </c:pt>
                <c:pt idx="183">
                  <c:v>5.0962187770333136</c:v>
                </c:pt>
                <c:pt idx="184">
                  <c:v>5.1014902323712548</c:v>
                </c:pt>
                <c:pt idx="185">
                  <c:v>5.1121142702332056</c:v>
                </c:pt>
                <c:pt idx="186">
                  <c:v>5.1164216463542882</c:v>
                </c:pt>
                <c:pt idx="187">
                  <c:v>5.1202051796510482</c:v>
                </c:pt>
                <c:pt idx="188">
                  <c:v>5.125136644581219</c:v>
                </c:pt>
                <c:pt idx="189">
                  <c:v>5.124306969088873</c:v>
                </c:pt>
                <c:pt idx="190">
                  <c:v>5.1199140181238851</c:v>
                </c:pt>
                <c:pt idx="191">
                  <c:v>5.1155536242867123</c:v>
                </c:pt>
                <c:pt idx="192">
                  <c:v>5.1093194383326042</c:v>
                </c:pt>
                <c:pt idx="193">
                  <c:v>5.1112350166376457</c:v>
                </c:pt>
                <c:pt idx="194">
                  <c:v>5.1195755602169006</c:v>
                </c:pt>
                <c:pt idx="195">
                  <c:v>5.1259691398750107</c:v>
                </c:pt>
                <c:pt idx="196">
                  <c:v>5.1307264173602558</c:v>
                </c:pt>
                <c:pt idx="197">
                  <c:v>5.1284743495603511</c:v>
                </c:pt>
                <c:pt idx="198">
                  <c:v>5.1231161546779065</c:v>
                </c:pt>
                <c:pt idx="199">
                  <c:v>5.1158937441056613</c:v>
                </c:pt>
                <c:pt idx="200">
                  <c:v>5.1109661342663575</c:v>
                </c:pt>
                <c:pt idx="201">
                  <c:v>5.1077485977822139</c:v>
                </c:pt>
                <c:pt idx="202">
                  <c:v>5.1047555488243574</c:v>
                </c:pt>
                <c:pt idx="203">
                  <c:v>5.1083148193616124</c:v>
                </c:pt>
                <c:pt idx="204">
                  <c:v>5.1138974268480837</c:v>
                </c:pt>
                <c:pt idx="205">
                  <c:v>5.1193546757702393</c:v>
                </c:pt>
                <c:pt idx="206">
                  <c:v>5.124049904001426</c:v>
                </c:pt>
                <c:pt idx="207">
                  <c:v>5.12090400000959</c:v>
                </c:pt>
                <c:pt idx="208">
                  <c:v>5.1204340739684868</c:v>
                </c:pt>
                <c:pt idx="209">
                  <c:v>5.1209492394328011</c:v>
                </c:pt>
                <c:pt idx="210">
                  <c:v>5.1278142844439154</c:v>
                </c:pt>
                <c:pt idx="211">
                  <c:v>5.1329191875964044</c:v>
                </c:pt>
                <c:pt idx="212">
                  <c:v>5.1329082625685771</c:v>
                </c:pt>
                <c:pt idx="213">
                  <c:v>5.1351410957808357</c:v>
                </c:pt>
                <c:pt idx="214">
                  <c:v>5.1387778631800733</c:v>
                </c:pt>
                <c:pt idx="215">
                  <c:v>5.1303941439453329</c:v>
                </c:pt>
                <c:pt idx="216">
                  <c:v>5.1393827446459737</c:v>
                </c:pt>
                <c:pt idx="217">
                  <c:v>5.1531107504671336</c:v>
                </c:pt>
                <c:pt idx="218">
                  <c:v>5.1536171295936057</c:v>
                </c:pt>
                <c:pt idx="219">
                  <c:v>5.1286012406254544</c:v>
                </c:pt>
                <c:pt idx="220">
                  <c:v>5.1317122580882799</c:v>
                </c:pt>
                <c:pt idx="221">
                  <c:v>5.1274619591075936</c:v>
                </c:pt>
                <c:pt idx="222">
                  <c:v>5.1217223009405437</c:v>
                </c:pt>
                <c:pt idx="223">
                  <c:v>5.1186546975222145</c:v>
                </c:pt>
                <c:pt idx="224">
                  <c:v>5.1151938884577</c:v>
                </c:pt>
                <c:pt idx="225">
                  <c:v>5.1071823353361276</c:v>
                </c:pt>
                <c:pt idx="226">
                  <c:v>5.0892136410169897</c:v>
                </c:pt>
                <c:pt idx="227">
                  <c:v>5.0803934519360894</c:v>
                </c:pt>
                <c:pt idx="228">
                  <c:v>5.0702957497664061</c:v>
                </c:pt>
                <c:pt idx="229">
                  <c:v>5.0600293703435133</c:v>
                </c:pt>
                <c:pt idx="230">
                  <c:v>5.0490035856976618</c:v>
                </c:pt>
                <c:pt idx="231">
                  <c:v>5.0385680011601774</c:v>
                </c:pt>
                <c:pt idx="232">
                  <c:v>5.032344048905764</c:v>
                </c:pt>
                <c:pt idx="233">
                  <c:v>5.029324950840099</c:v>
                </c:pt>
                <c:pt idx="234">
                  <c:v>5.030335178763969</c:v>
                </c:pt>
                <c:pt idx="235">
                  <c:v>5.027801467969562</c:v>
                </c:pt>
                <c:pt idx="236">
                  <c:v>5.0298185250711134</c:v>
                </c:pt>
                <c:pt idx="237">
                  <c:v>5.030972688874388</c:v>
                </c:pt>
                <c:pt idx="238">
                  <c:v>5.0329430523797596</c:v>
                </c:pt>
                <c:pt idx="239">
                  <c:v>5.0423589142996139</c:v>
                </c:pt>
                <c:pt idx="240">
                  <c:v>5.0486622875558869</c:v>
                </c:pt>
                <c:pt idx="241">
                  <c:v>5.0451410128214604</c:v>
                </c:pt>
                <c:pt idx="242">
                  <c:v>5.0566399690045243</c:v>
                </c:pt>
                <c:pt idx="243">
                  <c:v>5.0730414190417843</c:v>
                </c:pt>
                <c:pt idx="244">
                  <c:v>5.0739661640717957</c:v>
                </c:pt>
                <c:pt idx="245">
                  <c:v>5.0656319071513218</c:v>
                </c:pt>
                <c:pt idx="246">
                  <c:v>5.0636427688085384</c:v>
                </c:pt>
                <c:pt idx="247">
                  <c:v>5.0697512760759436</c:v>
                </c:pt>
                <c:pt idx="248">
                  <c:v>5.0903871756302026</c:v>
                </c:pt>
                <c:pt idx="249">
                  <c:v>5.1384363402715163</c:v>
                </c:pt>
                <c:pt idx="250">
                  <c:v>5.1917161889187415</c:v>
                </c:pt>
                <c:pt idx="251">
                  <c:v>5.2799733996005731</c:v>
                </c:pt>
                <c:pt idx="252">
                  <c:v>5.3233100425907169</c:v>
                </c:pt>
                <c:pt idx="253">
                  <c:v>5.3890132961675334</c:v>
                </c:pt>
                <c:pt idx="254">
                  <c:v>5.5084522118032133</c:v>
                </c:pt>
                <c:pt idx="255">
                  <c:v>5.7267536658508575</c:v>
                </c:pt>
                <c:pt idx="256">
                  <c:v>5.8418864586105448</c:v>
                </c:pt>
                <c:pt idx="257">
                  <c:v>5.8960348742145143</c:v>
                </c:pt>
                <c:pt idx="258">
                  <c:v>5.9487198264898522</c:v>
                </c:pt>
                <c:pt idx="259">
                  <c:v>6</c:v>
                </c:pt>
                <c:pt idx="260">
                  <c:v>5.7420612917491338</c:v>
                </c:pt>
                <c:pt idx="261">
                  <c:v>5.438114948293288</c:v>
                </c:pt>
                <c:pt idx="262">
                  <c:v>5.1954884974986317</c:v>
                </c:pt>
                <c:pt idx="263">
                  <c:v>5.1259595770701045</c:v>
                </c:pt>
                <c:pt idx="264">
                  <c:v>5.1020344812949361</c:v>
                </c:pt>
                <c:pt idx="265">
                  <c:v>5.0868450895350987</c:v>
                </c:pt>
                <c:pt idx="266">
                  <c:v>5.0825938710539402</c:v>
                </c:pt>
                <c:pt idx="267">
                  <c:v>5.0809333281241926</c:v>
                </c:pt>
                <c:pt idx="268">
                  <c:v>5.0773390280245216</c:v>
                </c:pt>
                <c:pt idx="269">
                  <c:v>5.0964532224091554</c:v>
                </c:pt>
                <c:pt idx="270">
                  <c:v>5.1413790959591239</c:v>
                </c:pt>
                <c:pt idx="271">
                  <c:v>5.1730884307170149</c:v>
                </c:pt>
                <c:pt idx="272">
                  <c:v>5.1585951961699088</c:v>
                </c:pt>
                <c:pt idx="273">
                  <c:v>5.1383626712559414</c:v>
                </c:pt>
                <c:pt idx="274">
                  <c:v>5.1614625936855187</c:v>
                </c:pt>
                <c:pt idx="275">
                  <c:v>5.228351253648305</c:v>
                </c:pt>
                <c:pt idx="276">
                  <c:v>5.3653244575246903</c:v>
                </c:pt>
                <c:pt idx="277">
                  <c:v>5.6323927565485326</c:v>
                </c:pt>
                <c:pt idx="278">
                  <c:v>5.9526688562493</c:v>
                </c:pt>
                <c:pt idx="279">
                  <c:v>5.8686326703775791</c:v>
                </c:pt>
                <c:pt idx="280">
                  <c:v>5.6909394085424223</c:v>
                </c:pt>
                <c:pt idx="281">
                  <c:v>5.4251728769864744</c:v>
                </c:pt>
                <c:pt idx="282">
                  <c:v>5.2275140859298936</c:v>
                </c:pt>
                <c:pt idx="283">
                  <c:v>5.1308984933596538</c:v>
                </c:pt>
                <c:pt idx="284">
                  <c:v>5.0799531474324056</c:v>
                </c:pt>
                <c:pt idx="285">
                  <c:v>5.0551396711681047</c:v>
                </c:pt>
                <c:pt idx="286">
                  <c:v>5.0638918240252098</c:v>
                </c:pt>
                <c:pt idx="287">
                  <c:v>5.0855638780110848</c:v>
                </c:pt>
                <c:pt idx="288">
                  <c:v>5.0878256652715326</c:v>
                </c:pt>
                <c:pt idx="289">
                  <c:v>5.0725582590050013</c:v>
                </c:pt>
                <c:pt idx="290">
                  <c:v>5.0484247567451286</c:v>
                </c:pt>
                <c:pt idx="291">
                  <c:v>5.0203507777829728</c:v>
                </c:pt>
                <c:pt idx="292">
                  <c:v>5.021258770876611</c:v>
                </c:pt>
                <c:pt idx="293">
                  <c:v>5.0125554281695495</c:v>
                </c:pt>
                <c:pt idx="294">
                  <c:v>5.0144588179850045</c:v>
                </c:pt>
                <c:pt idx="295">
                  <c:v>5.0067365848354841</c:v>
                </c:pt>
                <c:pt idx="296">
                  <c:v>5.0077118853636557</c:v>
                </c:pt>
                <c:pt idx="297">
                  <c:v>5.0203154093676039</c:v>
                </c:pt>
                <c:pt idx="298">
                  <c:v>5.0112996169946786</c:v>
                </c:pt>
                <c:pt idx="299">
                  <c:v>5.0182558577220275</c:v>
                </c:pt>
                <c:pt idx="300">
                  <c:v>5.02963276894803</c:v>
                </c:pt>
                <c:pt idx="301">
                  <c:v>5.0249468106438213</c:v>
                </c:pt>
                <c:pt idx="302">
                  <c:v>5.0147881098345088</c:v>
                </c:pt>
                <c:pt idx="303">
                  <c:v>5.0210592001103294</c:v>
                </c:pt>
                <c:pt idx="304">
                  <c:v>5.0223029590179049</c:v>
                </c:pt>
                <c:pt idx="305">
                  <c:v>5.0244575853094826</c:v>
                </c:pt>
                <c:pt idx="306">
                  <c:v>5.0278511771867329</c:v>
                </c:pt>
                <c:pt idx="307">
                  <c:v>5.0262214596589123</c:v>
                </c:pt>
                <c:pt idx="308">
                  <c:v>5.019548777552048</c:v>
                </c:pt>
                <c:pt idx="309">
                  <c:v>5.0155142972515359</c:v>
                </c:pt>
                <c:pt idx="310">
                  <c:v>5.0121449137783722</c:v>
                </c:pt>
                <c:pt idx="311">
                  <c:v>5.0096180064360674</c:v>
                </c:pt>
                <c:pt idx="312">
                  <c:v>5.0058486015194728</c:v>
                </c:pt>
                <c:pt idx="313">
                  <c:v>5.0109908734265511</c:v>
                </c:pt>
                <c:pt idx="314">
                  <c:v>5.0118568087388891</c:v>
                </c:pt>
                <c:pt idx="315">
                  <c:v>5.0186927072878271</c:v>
                </c:pt>
                <c:pt idx="316">
                  <c:v>5.0261560695531404</c:v>
                </c:pt>
                <c:pt idx="317">
                  <c:v>5.0293299467926627</c:v>
                </c:pt>
                <c:pt idx="318">
                  <c:v>5.0423872212919143</c:v>
                </c:pt>
                <c:pt idx="319">
                  <c:v>5.0489552574339776</c:v>
                </c:pt>
                <c:pt idx="320">
                  <c:v>5.0598667073045007</c:v>
                </c:pt>
                <c:pt idx="321">
                  <c:v>5.0952875410110829</c:v>
                </c:pt>
                <c:pt idx="322">
                  <c:v>5.1353176398714151</c:v>
                </c:pt>
                <c:pt idx="323">
                  <c:v>5.1558204161907062</c:v>
                </c:pt>
                <c:pt idx="324">
                  <c:v>5.1423255275780395</c:v>
                </c:pt>
                <c:pt idx="325">
                  <c:v>5.1134982001765881</c:v>
                </c:pt>
                <c:pt idx="326">
                  <c:v>5.0978007605671989</c:v>
                </c:pt>
                <c:pt idx="327">
                  <c:v>5.0983086245166556</c:v>
                </c:pt>
                <c:pt idx="328">
                  <c:v>5.1181725250970498</c:v>
                </c:pt>
                <c:pt idx="329">
                  <c:v>5.1616584677193487</c:v>
                </c:pt>
                <c:pt idx="330">
                  <c:v>5.233030761826984</c:v>
                </c:pt>
                <c:pt idx="331">
                  <c:v>5.4995879548108144</c:v>
                </c:pt>
                <c:pt idx="332">
                  <c:v>5.6695668937546753</c:v>
                </c:pt>
                <c:pt idx="333">
                  <c:v>5.820222591584427</c:v>
                </c:pt>
                <c:pt idx="334">
                  <c:v>5.6640090242364511</c:v>
                </c:pt>
                <c:pt idx="335">
                  <c:v>5.3660165485020022</c:v>
                </c:pt>
                <c:pt idx="336">
                  <c:v>5.1688702665750377</c:v>
                </c:pt>
                <c:pt idx="337">
                  <c:v>5.0869510364227892</c:v>
                </c:pt>
                <c:pt idx="338">
                  <c:v>5.0555953245185519</c:v>
                </c:pt>
                <c:pt idx="339">
                  <c:v>5.0442847841988243</c:v>
                </c:pt>
                <c:pt idx="340">
                  <c:v>5.0394581593502217</c:v>
                </c:pt>
                <c:pt idx="341">
                  <c:v>5.0308232802643973</c:v>
                </c:pt>
                <c:pt idx="342">
                  <c:v>5.0289526927768842</c:v>
                </c:pt>
                <c:pt idx="343">
                  <c:v>5.0266301588880467</c:v>
                </c:pt>
                <c:pt idx="344">
                  <c:v>5.0263205068875081</c:v>
                </c:pt>
                <c:pt idx="345">
                  <c:v>5.0265788933311883</c:v>
                </c:pt>
                <c:pt idx="346">
                  <c:v>5.0261358371372049</c:v>
                </c:pt>
                <c:pt idx="347">
                  <c:v>5.0211451904322253</c:v>
                </c:pt>
                <c:pt idx="348">
                  <c:v>5.0196850100608339</c:v>
                </c:pt>
                <c:pt idx="349">
                  <c:v>5.0172608015559419</c:v>
                </c:pt>
                <c:pt idx="350">
                  <c:v>5.0098865976322058</c:v>
                </c:pt>
                <c:pt idx="351">
                  <c:v>5.0117873208962926</c:v>
                </c:pt>
                <c:pt idx="352">
                  <c:v>5.0168849080603053</c:v>
                </c:pt>
                <c:pt idx="353">
                  <c:v>5.0179888279739124</c:v>
                </c:pt>
                <c:pt idx="354">
                  <c:v>5.0191974279078932</c:v>
                </c:pt>
                <c:pt idx="355">
                  <c:v>5.017481663866481</c:v>
                </c:pt>
                <c:pt idx="356">
                  <c:v>5.0170851684519411</c:v>
                </c:pt>
                <c:pt idx="357">
                  <c:v>5.0194266610782829</c:v>
                </c:pt>
                <c:pt idx="358">
                  <c:v>5.0187835403122083</c:v>
                </c:pt>
                <c:pt idx="359">
                  <c:v>5.018689790427997</c:v>
                </c:pt>
                <c:pt idx="360">
                  <c:v>5.0301431019265319</c:v>
                </c:pt>
                <c:pt idx="361">
                  <c:v>5.0321453516649308</c:v>
                </c:pt>
                <c:pt idx="362">
                  <c:v>5.0330721127848657</c:v>
                </c:pt>
                <c:pt idx="363">
                  <c:v>5.034828477880442</c:v>
                </c:pt>
                <c:pt idx="364">
                  <c:v>5.0408078021426785</c:v>
                </c:pt>
                <c:pt idx="365">
                  <c:v>5.0421859766942188</c:v>
                </c:pt>
                <c:pt idx="366">
                  <c:v>5.0422811211541454</c:v>
                </c:pt>
                <c:pt idx="367">
                  <c:v>5.0426547959291987</c:v>
                </c:pt>
                <c:pt idx="368">
                  <c:v>5.0417069305706583</c:v>
                </c:pt>
                <c:pt idx="369">
                  <c:v>5.0383958876996502</c:v>
                </c:pt>
                <c:pt idx="370">
                  <c:v>5.0361375672965369</c:v>
                </c:pt>
                <c:pt idx="371">
                  <c:v>5.0346594055825857</c:v>
                </c:pt>
                <c:pt idx="372">
                  <c:v>5.0369160947237512</c:v>
                </c:pt>
                <c:pt idx="373">
                  <c:v>5.0382263999238024</c:v>
                </c:pt>
                <c:pt idx="374">
                  <c:v>5.0340013838005317</c:v>
                </c:pt>
                <c:pt idx="375">
                  <c:v>5.0337153476371101</c:v>
                </c:pt>
                <c:pt idx="376">
                  <c:v>5.0383922267255494</c:v>
                </c:pt>
                <c:pt idx="377">
                  <c:v>5.037343304859605</c:v>
                </c:pt>
                <c:pt idx="378">
                  <c:v>5.0346001420744013</c:v>
                </c:pt>
                <c:pt idx="379">
                  <c:v>5.0321964282133589</c:v>
                </c:pt>
                <c:pt idx="380">
                  <c:v>5.0300330479367332</c:v>
                </c:pt>
                <c:pt idx="381">
                  <c:v>5.0301402650972982</c:v>
                </c:pt>
                <c:pt idx="382">
                  <c:v>5.0287009778199598</c:v>
                </c:pt>
                <c:pt idx="383">
                  <c:v>5.0405635215173463</c:v>
                </c:pt>
                <c:pt idx="384">
                  <c:v>5.0454752342151599</c:v>
                </c:pt>
                <c:pt idx="385">
                  <c:v>5.0447708525815429</c:v>
                </c:pt>
                <c:pt idx="386">
                  <c:v>5.0384604298216535</c:v>
                </c:pt>
                <c:pt idx="387">
                  <c:v>5.0302293067985389</c:v>
                </c:pt>
                <c:pt idx="388">
                  <c:v>5.0256122616491314</c:v>
                </c:pt>
                <c:pt idx="389">
                  <c:v>5.0216141816478492</c:v>
                </c:pt>
                <c:pt idx="390">
                  <c:v>5.019538829919167</c:v>
                </c:pt>
                <c:pt idx="391">
                  <c:v>5.0147661473954628</c:v>
                </c:pt>
                <c:pt idx="392">
                  <c:v>5.0201286741467959</c:v>
                </c:pt>
                <c:pt idx="393">
                  <c:v>5.0242107317856082</c:v>
                </c:pt>
                <c:pt idx="394">
                  <c:v>5.0249280102647313</c:v>
                </c:pt>
                <c:pt idx="395">
                  <c:v>5.0272917360719243</c:v>
                </c:pt>
                <c:pt idx="396">
                  <c:v>5.0294412812720068</c:v>
                </c:pt>
                <c:pt idx="397">
                  <c:v>5.0295795911707462</c:v>
                </c:pt>
                <c:pt idx="398">
                  <c:v>5.0348921515853329</c:v>
                </c:pt>
                <c:pt idx="399">
                  <c:v>5.0346387168219708</c:v>
                </c:pt>
                <c:pt idx="400">
                  <c:v>5.0367889209973908</c:v>
                </c:pt>
                <c:pt idx="401">
                  <c:v>5.0442140950458896</c:v>
                </c:pt>
                <c:pt idx="402">
                  <c:v>5.0496117875819326</c:v>
                </c:pt>
                <c:pt idx="403">
                  <c:v>5.0520980657742252</c:v>
                </c:pt>
                <c:pt idx="404">
                  <c:v>5.0580471112264824</c:v>
                </c:pt>
                <c:pt idx="405">
                  <c:v>5.062674126144894</c:v>
                </c:pt>
                <c:pt idx="406">
                  <c:v>5.0626586649147391</c:v>
                </c:pt>
                <c:pt idx="407">
                  <c:v>5.0587589476250354</c:v>
                </c:pt>
                <c:pt idx="408">
                  <c:v>5.0508147870769289</c:v>
                </c:pt>
                <c:pt idx="409">
                  <c:v>5.0415686240774757</c:v>
                </c:pt>
                <c:pt idx="410">
                  <c:v>5.0411662404543591</c:v>
                </c:pt>
                <c:pt idx="411">
                  <c:v>5.0418172944661706</c:v>
                </c:pt>
                <c:pt idx="412">
                  <c:v>5.0373782969608918</c:v>
                </c:pt>
                <c:pt idx="413">
                  <c:v>5.0262676594492826</c:v>
                </c:pt>
                <c:pt idx="414">
                  <c:v>5.0251965759191899</c:v>
                </c:pt>
                <c:pt idx="415">
                  <c:v>5.0249220488366726</c:v>
                </c:pt>
                <c:pt idx="416">
                  <c:v>5.020558494642323</c:v>
                </c:pt>
                <c:pt idx="417">
                  <c:v>5.0173415677529363</c:v>
                </c:pt>
                <c:pt idx="418">
                  <c:v>5.0065983643326231</c:v>
                </c:pt>
                <c:pt idx="419">
                  <c:v>5.0162559220598162</c:v>
                </c:pt>
                <c:pt idx="420">
                  <c:v>5.0158855472697894</c:v>
                </c:pt>
                <c:pt idx="421">
                  <c:v>5.0126785271465959</c:v>
                </c:pt>
                <c:pt idx="422">
                  <c:v>5.0069635222345568</c:v>
                </c:pt>
                <c:pt idx="423">
                  <c:v>5.0044090239183729</c:v>
                </c:pt>
                <c:pt idx="424">
                  <c:v>5.0021363865523591</c:v>
                </c:pt>
                <c:pt idx="425">
                  <c:v>5.0052988151596178</c:v>
                </c:pt>
                <c:pt idx="426">
                  <c:v>5.0053829881909984</c:v>
                </c:pt>
                <c:pt idx="427">
                  <c:v>5.011532077782002</c:v>
                </c:pt>
                <c:pt idx="428">
                  <c:v>5.0189996671953185</c:v>
                </c:pt>
                <c:pt idx="429">
                  <c:v>5.0358478939979152</c:v>
                </c:pt>
                <c:pt idx="430">
                  <c:v>5.0540330148892059</c:v>
                </c:pt>
                <c:pt idx="431">
                  <c:v>5.074754441609568</c:v>
                </c:pt>
                <c:pt idx="432">
                  <c:v>5.0880340921895808</c:v>
                </c:pt>
                <c:pt idx="433">
                  <c:v>5.0761061209252913</c:v>
                </c:pt>
                <c:pt idx="434">
                  <c:v>5.0528885194631137</c:v>
                </c:pt>
                <c:pt idx="435">
                  <c:v>4.9879534710693276</c:v>
                </c:pt>
                <c:pt idx="436">
                  <c:v>4.9952581850219939</c:v>
                </c:pt>
                <c:pt idx="437">
                  <c:v>5.020940702041198</c:v>
                </c:pt>
                <c:pt idx="438">
                  <c:v>5.012202781008062</c:v>
                </c:pt>
                <c:pt idx="439">
                  <c:v>4.986805467919214</c:v>
                </c:pt>
                <c:pt idx="440">
                  <c:v>4.9892733126812168</c:v>
                </c:pt>
                <c:pt idx="441">
                  <c:v>4.9883007050974815</c:v>
                </c:pt>
                <c:pt idx="442">
                  <c:v>5.0045196951654329</c:v>
                </c:pt>
                <c:pt idx="443">
                  <c:v>5.0003714850017076</c:v>
                </c:pt>
                <c:pt idx="444">
                  <c:v>4.9905474738502242</c:v>
                </c:pt>
                <c:pt idx="445">
                  <c:v>4.9820307131138915</c:v>
                </c:pt>
                <c:pt idx="446">
                  <c:v>5.0055294288577992</c:v>
                </c:pt>
                <c:pt idx="447">
                  <c:v>5.0153874742975777</c:v>
                </c:pt>
                <c:pt idx="448">
                  <c:v>5.0007981615293016</c:v>
                </c:pt>
                <c:pt idx="449">
                  <c:v>5.0094493751578817</c:v>
                </c:pt>
                <c:pt idx="450">
                  <c:v>5.0103267071677333</c:v>
                </c:pt>
                <c:pt idx="451">
                  <c:v>5.0081473105551133</c:v>
                </c:pt>
                <c:pt idx="452">
                  <c:v>5.0132141821464229</c:v>
                </c:pt>
                <c:pt idx="453">
                  <c:v>5.0192536076839396</c:v>
                </c:pt>
                <c:pt idx="454">
                  <c:v>5.0091069489252495</c:v>
                </c:pt>
                <c:pt idx="455">
                  <c:v>5.012159602798409</c:v>
                </c:pt>
                <c:pt idx="456">
                  <c:v>5.0133080895376594</c:v>
                </c:pt>
                <c:pt idx="457">
                  <c:v>5.0135185614928677</c:v>
                </c:pt>
                <c:pt idx="458">
                  <c:v>5.015088760947096</c:v>
                </c:pt>
                <c:pt idx="459">
                  <c:v>5.0110523735344934</c:v>
                </c:pt>
                <c:pt idx="460">
                  <c:v>5.013444747741107</c:v>
                </c:pt>
                <c:pt idx="461">
                  <c:v>5.0199953840395208</c:v>
                </c:pt>
                <c:pt idx="462">
                  <c:v>5.0162560889321242</c:v>
                </c:pt>
                <c:pt idx="463">
                  <c:v>5.0085353235778012</c:v>
                </c:pt>
                <c:pt idx="464">
                  <c:v>5.0058194559086857</c:v>
                </c:pt>
                <c:pt idx="465">
                  <c:v>5.0077024928366143</c:v>
                </c:pt>
                <c:pt idx="466">
                  <c:v>5.0081545626893895</c:v>
                </c:pt>
                <c:pt idx="467">
                  <c:v>5.0084908699869377</c:v>
                </c:pt>
                <c:pt idx="468">
                  <c:v>5.0116977785781289</c:v>
                </c:pt>
                <c:pt idx="469">
                  <c:v>5.0173732138941727</c:v>
                </c:pt>
                <c:pt idx="470">
                  <c:v>5.0201927190574329</c:v>
                </c:pt>
                <c:pt idx="471">
                  <c:v>5.0193574329094313</c:v>
                </c:pt>
                <c:pt idx="472">
                  <c:v>5.0208548292110287</c:v>
                </c:pt>
                <c:pt idx="473">
                  <c:v>5.0189490980749287</c:v>
                </c:pt>
                <c:pt idx="474">
                  <c:v>5.020034311262271</c:v>
                </c:pt>
                <c:pt idx="475">
                  <c:v>5.0190224095069862</c:v>
                </c:pt>
                <c:pt idx="476">
                  <c:v>5.0233891904668804</c:v>
                </c:pt>
                <c:pt idx="477">
                  <c:v>5.0198138286713707</c:v>
                </c:pt>
                <c:pt idx="478">
                  <c:v>5.0263810372630084</c:v>
                </c:pt>
                <c:pt idx="479">
                  <c:v>5.0250238767028055</c:v>
                </c:pt>
                <c:pt idx="480">
                  <c:v>5.0211117716984131</c:v>
                </c:pt>
                <c:pt idx="481">
                  <c:v>5.0255282176032328</c:v>
                </c:pt>
                <c:pt idx="482">
                  <c:v>5.0288186330136577</c:v>
                </c:pt>
                <c:pt idx="483">
                  <c:v>5.0336080283098257</c:v>
                </c:pt>
                <c:pt idx="484">
                  <c:v>5.0344032259400375</c:v>
                </c:pt>
                <c:pt idx="485">
                  <c:v>5.0339507908412413</c:v>
                </c:pt>
                <c:pt idx="486">
                  <c:v>5.0342310750183792</c:v>
                </c:pt>
                <c:pt idx="487">
                  <c:v>5.0336413244435754</c:v>
                </c:pt>
                <c:pt idx="488">
                  <c:v>5.0357367297964357</c:v>
                </c:pt>
                <c:pt idx="489">
                  <c:v>5.0341697988258289</c:v>
                </c:pt>
                <c:pt idx="490">
                  <c:v>5.0353822112812106</c:v>
                </c:pt>
                <c:pt idx="491">
                  <c:v>5.0377780821437854</c:v>
                </c:pt>
                <c:pt idx="492">
                  <c:v>5.0400024116794597</c:v>
                </c:pt>
                <c:pt idx="493">
                  <c:v>5.0464523975831765</c:v>
                </c:pt>
                <c:pt idx="494">
                  <c:v>5.0464501533209143</c:v>
                </c:pt>
                <c:pt idx="495">
                  <c:v>5.0460672018077677</c:v>
                </c:pt>
                <c:pt idx="496">
                  <c:v>5.0464258001806419</c:v>
                </c:pt>
                <c:pt idx="497">
                  <c:v>5.0527937496144908</c:v>
                </c:pt>
                <c:pt idx="498">
                  <c:v>5.0528368980255181</c:v>
                </c:pt>
                <c:pt idx="499">
                  <c:v>5.0505851571591132</c:v>
                </c:pt>
                <c:pt idx="500">
                  <c:v>5.0473390139936258</c:v>
                </c:pt>
                <c:pt idx="501">
                  <c:v>5.050790457775558</c:v>
                </c:pt>
                <c:pt idx="502">
                  <c:v>5.0606491204725979</c:v>
                </c:pt>
                <c:pt idx="503">
                  <c:v>5.0652448451305103</c:v>
                </c:pt>
                <c:pt idx="504">
                  <c:v>5.0728895311860773</c:v>
                </c:pt>
                <c:pt idx="505">
                  <c:v>5.0889714377816118</c:v>
                </c:pt>
                <c:pt idx="506">
                  <c:v>5.1042296149878519</c:v>
                </c:pt>
                <c:pt idx="507">
                  <c:v>5.1332558609913628</c:v>
                </c:pt>
                <c:pt idx="508">
                  <c:v>5.1789887630776121</c:v>
                </c:pt>
                <c:pt idx="509">
                  <c:v>5.2356550842845451</c:v>
                </c:pt>
                <c:pt idx="510">
                  <c:v>5.3011015860851858</c:v>
                </c:pt>
                <c:pt idx="511">
                  <c:v>5.359338686542479</c:v>
                </c:pt>
                <c:pt idx="512">
                  <c:v>5.4083707835658803</c:v>
                </c:pt>
                <c:pt idx="513">
                  <c:v>5.443693714311121</c:v>
                </c:pt>
                <c:pt idx="514">
                  <c:v>5.4681662670449507</c:v>
                </c:pt>
                <c:pt idx="515">
                  <c:v>5.4573981672979759</c:v>
                </c:pt>
                <c:pt idx="516">
                  <c:v>5.4387923000185916</c:v>
                </c:pt>
                <c:pt idx="517">
                  <c:v>5.420103037451975</c:v>
                </c:pt>
                <c:pt idx="518">
                  <c:v>5.3853375828149792</c:v>
                </c:pt>
                <c:pt idx="519">
                  <c:v>5.3522421862348342</c:v>
                </c:pt>
                <c:pt idx="520">
                  <c:v>5.3232544094066183</c:v>
                </c:pt>
                <c:pt idx="521">
                  <c:v>5.2885167986061301</c:v>
                </c:pt>
                <c:pt idx="522">
                  <c:v>5.2641515345495691</c:v>
                </c:pt>
                <c:pt idx="523">
                  <c:v>5.2514259204649258</c:v>
                </c:pt>
                <c:pt idx="524">
                  <c:v>5.243141153103176</c:v>
                </c:pt>
                <c:pt idx="525">
                  <c:v>5.2502761498305732</c:v>
                </c:pt>
                <c:pt idx="526">
                  <c:v>5.2581817833089106</c:v>
                </c:pt>
                <c:pt idx="527">
                  <c:v>5.2718641955289005</c:v>
                </c:pt>
                <c:pt idx="528">
                  <c:v>5.2919466852103341</c:v>
                </c:pt>
                <c:pt idx="529">
                  <c:v>5.3091048637025127</c:v>
                </c:pt>
                <c:pt idx="530">
                  <c:v>5.3228472409754906</c:v>
                </c:pt>
                <c:pt idx="531">
                  <c:v>5.3387082018243328</c:v>
                </c:pt>
                <c:pt idx="532">
                  <c:v>5.3533762640611364</c:v>
                </c:pt>
                <c:pt idx="533">
                  <c:v>5.3794743846512132</c:v>
                </c:pt>
                <c:pt idx="534">
                  <c:v>5.3990259615713638</c:v>
                </c:pt>
                <c:pt idx="535">
                  <c:v>5.4259250147501499</c:v>
                </c:pt>
                <c:pt idx="536">
                  <c:v>5.4527161526291215</c:v>
                </c:pt>
                <c:pt idx="537">
                  <c:v>5.4877536704279271</c:v>
                </c:pt>
                <c:pt idx="538">
                  <c:v>5.5340581884963429</c:v>
                </c:pt>
                <c:pt idx="539">
                  <c:v>5.5892037512785828</c:v>
                </c:pt>
                <c:pt idx="540">
                  <c:v>5.6563613412904576</c:v>
                </c:pt>
                <c:pt idx="541">
                  <c:v>5.7255258125986659</c:v>
                </c:pt>
                <c:pt idx="542">
                  <c:v>5.8066713069428237</c:v>
                </c:pt>
                <c:pt idx="543">
                  <c:v>5.8947397271500162</c:v>
                </c:pt>
                <c:pt idx="544">
                  <c:v>5.9845837776904478</c:v>
                </c:pt>
                <c:pt idx="545">
                  <c:v>6.0824511032806887</c:v>
                </c:pt>
                <c:pt idx="546">
                  <c:v>6.1796136692204531</c:v>
                </c:pt>
                <c:pt idx="547">
                  <c:v>6.2968972485058581</c:v>
                </c:pt>
                <c:pt idx="548">
                  <c:v>6.3941005721554207</c:v>
                </c:pt>
                <c:pt idx="549">
                  <c:v>6.4682104030675927</c:v>
                </c:pt>
                <c:pt idx="550">
                  <c:v>6.5499554389638028</c:v>
                </c:pt>
                <c:pt idx="551">
                  <c:v>6.5958113497798294</c:v>
                </c:pt>
                <c:pt idx="552">
                  <c:v>6.6067125114617422</c:v>
                </c:pt>
                <c:pt idx="553">
                  <c:v>6.583469174203028</c:v>
                </c:pt>
                <c:pt idx="554">
                  <c:v>6.5240996850758552</c:v>
                </c:pt>
                <c:pt idx="555">
                  <c:v>6.4241658128253381</c:v>
                </c:pt>
                <c:pt idx="556">
                  <c:v>6.3118847520176686</c:v>
                </c:pt>
                <c:pt idx="557">
                  <c:v>6.1870649196212195</c:v>
                </c:pt>
                <c:pt idx="558">
                  <c:v>6.0618852424179197</c:v>
                </c:pt>
                <c:pt idx="559">
                  <c:v>5.9418464855411477</c:v>
                </c:pt>
                <c:pt idx="560">
                  <c:v>5.8355015018235257</c:v>
                </c:pt>
                <c:pt idx="561">
                  <c:v>5.7302229751864004</c:v>
                </c:pt>
                <c:pt idx="562">
                  <c:v>5.6320677301595499</c:v>
                </c:pt>
                <c:pt idx="563">
                  <c:v>5.5466946042241121</c:v>
                </c:pt>
                <c:pt idx="564">
                  <c:v>5.4808202282039415</c:v>
                </c:pt>
                <c:pt idx="565">
                  <c:v>5.406480481307141</c:v>
                </c:pt>
                <c:pt idx="566">
                  <c:v>5.3477308853424592</c:v>
                </c:pt>
                <c:pt idx="567">
                  <c:v>5.2952639432234205</c:v>
                </c:pt>
                <c:pt idx="568">
                  <c:v>5.2632258495857434</c:v>
                </c:pt>
                <c:pt idx="569">
                  <c:v>5.2245343867566643</c:v>
                </c:pt>
                <c:pt idx="570">
                  <c:v>5.1981413176597053</c:v>
                </c:pt>
                <c:pt idx="571">
                  <c:v>5.1896007112111384</c:v>
                </c:pt>
                <c:pt idx="572">
                  <c:v>5.1497585105694332</c:v>
                </c:pt>
                <c:pt idx="573">
                  <c:v>5.1442126286129151</c:v>
                </c:pt>
                <c:pt idx="574">
                  <c:v>5.1496086251814202</c:v>
                </c:pt>
                <c:pt idx="575">
                  <c:v>5.1095970457417019</c:v>
                </c:pt>
                <c:pt idx="576">
                  <c:v>5.0923866873005297</c:v>
                </c:pt>
                <c:pt idx="577">
                  <c:v>5.1376464961773847</c:v>
                </c:pt>
                <c:pt idx="578">
                  <c:v>5.154037075675733</c:v>
                </c:pt>
                <c:pt idx="579">
                  <c:v>5.1222134231703</c:v>
                </c:pt>
                <c:pt idx="580">
                  <c:v>5.0217441087672885</c:v>
                </c:pt>
                <c:pt idx="581">
                  <c:v>5.0220221282488202</c:v>
                </c:pt>
                <c:pt idx="582">
                  <c:v>5.1950939568739836</c:v>
                </c:pt>
                <c:pt idx="583">
                  <c:v>5.3578242760765962</c:v>
                </c:pt>
                <c:pt idx="584">
                  <c:v>5.1742276168792714</c:v>
                </c:pt>
                <c:pt idx="585">
                  <c:v>5.0237900518058822</c:v>
                </c:pt>
                <c:pt idx="586">
                  <c:v>4.8463829112730812</c:v>
                </c:pt>
                <c:pt idx="587">
                  <c:v>4.6181730836084478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C-1251-45ED-B486-8EADCA04E34F}"/>
            </c:ext>
          </c:extLst>
        </c:ser>
        <c:ser>
          <c:idx val="13"/>
          <c:order val="13"/>
          <c:tx>
            <c:strRef>
              <c:f>'Fully separated 3%'!$M$1</c:f>
              <c:strCache>
                <c:ptCount val="1"/>
                <c:pt idx="0">
                  <c:v>3E_10/O-PTIR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3%'!$A$2:$A$589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3%'!$M$2:$M$589</c:f>
              <c:numCache>
                <c:formatCode>General</c:formatCode>
                <c:ptCount val="588"/>
                <c:pt idx="0">
                  <c:v>4.7950830808548757</c:v>
                </c:pt>
                <c:pt idx="1">
                  <c:v>4.8278221239275085</c:v>
                </c:pt>
                <c:pt idx="2">
                  <c:v>4.8515822076380717</c:v>
                </c:pt>
                <c:pt idx="3">
                  <c:v>4.8549471459230418</c:v>
                </c:pt>
                <c:pt idx="4">
                  <c:v>4.8814393739033823</c:v>
                </c:pt>
                <c:pt idx="5">
                  <c:v>4.876766248689818</c:v>
                </c:pt>
                <c:pt idx="6">
                  <c:v>4.8678854014189277</c:v>
                </c:pt>
                <c:pt idx="7">
                  <c:v>4.8610675316950198</c:v>
                </c:pt>
                <c:pt idx="8">
                  <c:v>4.8539837687361684</c:v>
                </c:pt>
                <c:pt idx="9">
                  <c:v>4.8563326074072606</c:v>
                </c:pt>
                <c:pt idx="10">
                  <c:v>4.8584232079355765</c:v>
                </c:pt>
                <c:pt idx="11">
                  <c:v>4.8713407572152692</c:v>
                </c:pt>
                <c:pt idx="12">
                  <c:v>4.8805715053784287</c:v>
                </c:pt>
                <c:pt idx="13">
                  <c:v>4.8920179913179203</c:v>
                </c:pt>
                <c:pt idx="14">
                  <c:v>4.9011883068628768</c:v>
                </c:pt>
                <c:pt idx="15">
                  <c:v>4.9057801352914847</c:v>
                </c:pt>
                <c:pt idx="16">
                  <c:v>4.8996218340390119</c:v>
                </c:pt>
                <c:pt idx="17">
                  <c:v>4.8916468736250955</c:v>
                </c:pt>
                <c:pt idx="18">
                  <c:v>4.8846931554013677</c:v>
                </c:pt>
                <c:pt idx="19">
                  <c:v>4.882392704700103</c:v>
                </c:pt>
                <c:pt idx="20">
                  <c:v>4.8849781055548167</c:v>
                </c:pt>
                <c:pt idx="21">
                  <c:v>4.8849540456442133</c:v>
                </c:pt>
                <c:pt idx="22">
                  <c:v>4.8883515327639708</c:v>
                </c:pt>
                <c:pt idx="23">
                  <c:v>4.8860861544331531</c:v>
                </c:pt>
                <c:pt idx="24">
                  <c:v>4.8813144019524621</c:v>
                </c:pt>
                <c:pt idx="25">
                  <c:v>4.8777463429229737</c:v>
                </c:pt>
                <c:pt idx="26">
                  <c:v>4.8733962596602556</c:v>
                </c:pt>
                <c:pt idx="27">
                  <c:v>4.868424233218362</c:v>
                </c:pt>
                <c:pt idx="28">
                  <c:v>4.8649311088722778</c:v>
                </c:pt>
                <c:pt idx="29">
                  <c:v>4.8635239089833338</c:v>
                </c:pt>
                <c:pt idx="30">
                  <c:v>4.8657498878330641</c:v>
                </c:pt>
                <c:pt idx="31">
                  <c:v>4.8763482086614145</c:v>
                </c:pt>
                <c:pt idx="32">
                  <c:v>4.8902015892852919</c:v>
                </c:pt>
                <c:pt idx="33">
                  <c:v>4.9003396274941045</c:v>
                </c:pt>
                <c:pt idx="34">
                  <c:v>4.9024524917045831</c:v>
                </c:pt>
                <c:pt idx="35">
                  <c:v>4.898143607824661</c:v>
                </c:pt>
                <c:pt idx="36">
                  <c:v>4.8958598925360226</c:v>
                </c:pt>
                <c:pt idx="37">
                  <c:v>4.8976016243606004</c:v>
                </c:pt>
                <c:pt idx="38">
                  <c:v>4.9030258375376095</c:v>
                </c:pt>
                <c:pt idx="39">
                  <c:v>4.9120388269801056</c:v>
                </c:pt>
                <c:pt idx="40">
                  <c:v>4.9334880572921787</c:v>
                </c:pt>
                <c:pt idx="41">
                  <c:v>4.9808886965467387</c:v>
                </c:pt>
                <c:pt idx="42">
                  <c:v>5.0505190181875577</c:v>
                </c:pt>
                <c:pt idx="43">
                  <c:v>5.1382320633697036</c:v>
                </c:pt>
                <c:pt idx="44">
                  <c:v>5.1816834537989171</c:v>
                </c:pt>
                <c:pt idx="45">
                  <c:v>5.1921427781360912</c:v>
                </c:pt>
                <c:pt idx="46">
                  <c:v>5.1722492947030041</c:v>
                </c:pt>
                <c:pt idx="47">
                  <c:v>5.1537146268623024</c:v>
                </c:pt>
                <c:pt idx="48">
                  <c:v>5.1377814561401705</c:v>
                </c:pt>
                <c:pt idx="49">
                  <c:v>5.0715724023612818</c:v>
                </c:pt>
                <c:pt idx="50">
                  <c:v>4.9747598622565334</c:v>
                </c:pt>
                <c:pt idx="51">
                  <c:v>4.9078218042061916</c:v>
                </c:pt>
                <c:pt idx="52">
                  <c:v>4.8774860844823609</c:v>
                </c:pt>
                <c:pt idx="53">
                  <c:v>4.8671430778748261</c:v>
                </c:pt>
                <c:pt idx="54">
                  <c:v>4.8653972981080367</c:v>
                </c:pt>
                <c:pt idx="55">
                  <c:v>4.8668172148535467</c:v>
                </c:pt>
                <c:pt idx="56">
                  <c:v>4.8686279306660811</c:v>
                </c:pt>
                <c:pt idx="57">
                  <c:v>4.8718529504694086</c:v>
                </c:pt>
                <c:pt idx="58">
                  <c:v>4.876525708356092</c:v>
                </c:pt>
                <c:pt idx="59">
                  <c:v>4.8819351109133224</c:v>
                </c:pt>
                <c:pt idx="60">
                  <c:v>4.8883296988542568</c:v>
                </c:pt>
                <c:pt idx="61">
                  <c:v>4.8966884497383392</c:v>
                </c:pt>
                <c:pt idx="62">
                  <c:v>4.9102692811642177</c:v>
                </c:pt>
                <c:pt idx="63">
                  <c:v>4.9329751073446682</c:v>
                </c:pt>
                <c:pt idx="64">
                  <c:v>4.9741891538305021</c:v>
                </c:pt>
                <c:pt idx="65">
                  <c:v>5.0258475671029794</c:v>
                </c:pt>
                <c:pt idx="66">
                  <c:v>5.0607370234580227</c:v>
                </c:pt>
                <c:pt idx="67">
                  <c:v>5.074984810298881</c:v>
                </c:pt>
                <c:pt idx="68">
                  <c:v>5.0748570980894403</c:v>
                </c:pt>
                <c:pt idx="69">
                  <c:v>5.053818553921646</c:v>
                </c:pt>
                <c:pt idx="70">
                  <c:v>5.0123952780452896</c:v>
                </c:pt>
                <c:pt idx="71">
                  <c:v>4.9702831761115505</c:v>
                </c:pt>
                <c:pt idx="72">
                  <c:v>4.9340075162719925</c:v>
                </c:pt>
                <c:pt idx="73">
                  <c:v>4.9068403067843569</c:v>
                </c:pt>
                <c:pt idx="74">
                  <c:v>4.8866543723829423</c:v>
                </c:pt>
                <c:pt idx="75">
                  <c:v>4.8727873271991502</c:v>
                </c:pt>
                <c:pt idx="76">
                  <c:v>4.8633428462179253</c:v>
                </c:pt>
                <c:pt idx="77">
                  <c:v>4.857554391707275</c:v>
                </c:pt>
                <c:pt idx="78">
                  <c:v>4.8540010992183396</c:v>
                </c:pt>
                <c:pt idx="79">
                  <c:v>4.8521186407929839</c:v>
                </c:pt>
                <c:pt idx="80">
                  <c:v>4.8507289403565759</c:v>
                </c:pt>
                <c:pt idx="81">
                  <c:v>4.8494225680227663</c:v>
                </c:pt>
                <c:pt idx="82">
                  <c:v>4.8464098925419004</c:v>
                </c:pt>
                <c:pt idx="83">
                  <c:v>4.8447725439966502</c:v>
                </c:pt>
                <c:pt idx="84">
                  <c:v>4.8435628300578939</c:v>
                </c:pt>
                <c:pt idx="85">
                  <c:v>4.8427903122443032</c:v>
                </c:pt>
                <c:pt idx="86">
                  <c:v>4.8429602486785344</c:v>
                </c:pt>
                <c:pt idx="87">
                  <c:v>4.8437957152994526</c:v>
                </c:pt>
                <c:pt idx="88">
                  <c:v>4.8450096792102038</c:v>
                </c:pt>
                <c:pt idx="89">
                  <c:v>4.8456594474004948</c:v>
                </c:pt>
                <c:pt idx="90">
                  <c:v>4.8446753639974283</c:v>
                </c:pt>
                <c:pt idx="91">
                  <c:v>4.8413819222162706</c:v>
                </c:pt>
                <c:pt idx="92">
                  <c:v>4.838851488155794</c:v>
                </c:pt>
                <c:pt idx="93">
                  <c:v>4.8363974691060463</c:v>
                </c:pt>
                <c:pt idx="94">
                  <c:v>4.8331046517805829</c:v>
                </c:pt>
                <c:pt idx="95">
                  <c:v>4.8315541135967486</c:v>
                </c:pt>
                <c:pt idx="96">
                  <c:v>4.8298269848522617</c:v>
                </c:pt>
                <c:pt idx="97">
                  <c:v>4.8275884397499871</c:v>
                </c:pt>
                <c:pt idx="98">
                  <c:v>4.8284530904914762</c:v>
                </c:pt>
                <c:pt idx="99">
                  <c:v>4.8288586524257857</c:v>
                </c:pt>
                <c:pt idx="100">
                  <c:v>4.8295082791952284</c:v>
                </c:pt>
                <c:pt idx="101">
                  <c:v>4.8318813724601695</c:v>
                </c:pt>
                <c:pt idx="102">
                  <c:v>4.8344992303179497</c:v>
                </c:pt>
                <c:pt idx="103">
                  <c:v>4.8372997414665262</c:v>
                </c:pt>
                <c:pt idx="104">
                  <c:v>4.8422409124505474</c:v>
                </c:pt>
                <c:pt idx="105">
                  <c:v>4.848436133727672</c:v>
                </c:pt>
                <c:pt idx="106">
                  <c:v>4.8570875853623585</c:v>
                </c:pt>
                <c:pt idx="107">
                  <c:v>4.8688094268772071</c:v>
                </c:pt>
                <c:pt idx="108">
                  <c:v>4.8843051700582389</c:v>
                </c:pt>
                <c:pt idx="109">
                  <c:v>4.8993276419412766</c:v>
                </c:pt>
                <c:pt idx="110">
                  <c:v>4.9039204841920725</c:v>
                </c:pt>
                <c:pt idx="111">
                  <c:v>4.8933525266035751</c:v>
                </c:pt>
                <c:pt idx="112">
                  <c:v>4.8766246294847226</c:v>
                </c:pt>
                <c:pt idx="113">
                  <c:v>4.8649581661702168</c:v>
                </c:pt>
                <c:pt idx="114">
                  <c:v>4.8611153466349153</c:v>
                </c:pt>
                <c:pt idx="115">
                  <c:v>4.8611883675452772</c:v>
                </c:pt>
                <c:pt idx="116">
                  <c:v>4.8618495889876687</c:v>
                </c:pt>
                <c:pt idx="117">
                  <c:v>4.8654589355584053</c:v>
                </c:pt>
                <c:pt idx="118">
                  <c:v>4.8704157693605659</c:v>
                </c:pt>
                <c:pt idx="119">
                  <c:v>4.877421699426935</c:v>
                </c:pt>
                <c:pt idx="120">
                  <c:v>4.8899783941268131</c:v>
                </c:pt>
                <c:pt idx="121">
                  <c:v>4.9074655632519839</c:v>
                </c:pt>
                <c:pt idx="122">
                  <c:v>4.9250875560349803</c:v>
                </c:pt>
                <c:pt idx="123">
                  <c:v>4.9355602510705667</c:v>
                </c:pt>
                <c:pt idx="124">
                  <c:v>4.9351765120261639</c:v>
                </c:pt>
                <c:pt idx="125">
                  <c:v>4.9267299479782851</c:v>
                </c:pt>
                <c:pt idx="126">
                  <c:v>4.9162831641807738</c:v>
                </c:pt>
                <c:pt idx="127">
                  <c:v>4.9108888220256013</c:v>
                </c:pt>
                <c:pt idx="128">
                  <c:v>4.9071993320763108</c:v>
                </c:pt>
                <c:pt idx="129">
                  <c:v>4.9035178351599171</c:v>
                </c:pt>
                <c:pt idx="130">
                  <c:v>4.9027322698955693</c:v>
                </c:pt>
                <c:pt idx="131">
                  <c:v>4.8993190244526854</c:v>
                </c:pt>
                <c:pt idx="132">
                  <c:v>4.8954495443324753</c:v>
                </c:pt>
                <c:pt idx="133">
                  <c:v>4.8922797337591266</c:v>
                </c:pt>
                <c:pt idx="134">
                  <c:v>4.8840177882008486</c:v>
                </c:pt>
                <c:pt idx="135">
                  <c:v>4.8760048168014487</c:v>
                </c:pt>
                <c:pt idx="136">
                  <c:v>4.8719935705453912</c:v>
                </c:pt>
                <c:pt idx="137">
                  <c:v>4.8678414911637606</c:v>
                </c:pt>
                <c:pt idx="138">
                  <c:v>4.8668167373286035</c:v>
                </c:pt>
                <c:pt idx="139">
                  <c:v>4.8655366619260922</c:v>
                </c:pt>
                <c:pt idx="140">
                  <c:v>4.8643677837165225</c:v>
                </c:pt>
                <c:pt idx="141">
                  <c:v>4.8632961957042387</c:v>
                </c:pt>
                <c:pt idx="142">
                  <c:v>4.8619259342062895</c:v>
                </c:pt>
                <c:pt idx="143">
                  <c:v>4.8621211243634805</c:v>
                </c:pt>
                <c:pt idx="144">
                  <c:v>4.8591696675803409</c:v>
                </c:pt>
                <c:pt idx="145">
                  <c:v>4.8552042086198037</c:v>
                </c:pt>
                <c:pt idx="146">
                  <c:v>4.8515432416027018</c:v>
                </c:pt>
                <c:pt idx="147">
                  <c:v>4.8502350142681507</c:v>
                </c:pt>
                <c:pt idx="148">
                  <c:v>4.8515810505584014</c:v>
                </c:pt>
                <c:pt idx="149">
                  <c:v>4.8502425628355237</c:v>
                </c:pt>
                <c:pt idx="150">
                  <c:v>4.8485335745289779</c:v>
                </c:pt>
                <c:pt idx="151">
                  <c:v>4.8472118111989202</c:v>
                </c:pt>
                <c:pt idx="152">
                  <c:v>4.8485473456136878</c:v>
                </c:pt>
                <c:pt idx="153">
                  <c:v>4.8504610121307197</c:v>
                </c:pt>
                <c:pt idx="154">
                  <c:v>4.8522334561556875</c:v>
                </c:pt>
                <c:pt idx="155">
                  <c:v>4.8513950325533894</c:v>
                </c:pt>
                <c:pt idx="156">
                  <c:v>4.8522254594495218</c:v>
                </c:pt>
                <c:pt idx="157">
                  <c:v>4.8526492407970512</c:v>
                </c:pt>
                <c:pt idx="158">
                  <c:v>4.8513820475482019</c:v>
                </c:pt>
                <c:pt idx="159">
                  <c:v>4.849676438648947</c:v>
                </c:pt>
                <c:pt idx="160">
                  <c:v>4.84878960136394</c:v>
                </c:pt>
                <c:pt idx="161">
                  <c:v>4.8473040028991194</c:v>
                </c:pt>
                <c:pt idx="162">
                  <c:v>4.8446088704857138</c:v>
                </c:pt>
                <c:pt idx="163">
                  <c:v>4.845700290476219</c:v>
                </c:pt>
                <c:pt idx="164">
                  <c:v>4.8467975032116124</c:v>
                </c:pt>
                <c:pt idx="165">
                  <c:v>4.8481126142518827</c:v>
                </c:pt>
                <c:pt idx="166">
                  <c:v>4.8514381420359589</c:v>
                </c:pt>
                <c:pt idx="167">
                  <c:v>4.8532371511408465</c:v>
                </c:pt>
                <c:pt idx="168">
                  <c:v>4.8565161202429552</c:v>
                </c:pt>
                <c:pt idx="169">
                  <c:v>4.8609211996860617</c:v>
                </c:pt>
                <c:pt idx="170">
                  <c:v>4.8663104580372227</c:v>
                </c:pt>
                <c:pt idx="171">
                  <c:v>4.8711579459739145</c:v>
                </c:pt>
                <c:pt idx="172">
                  <c:v>4.8733471113237883</c:v>
                </c:pt>
                <c:pt idx="173">
                  <c:v>4.8737480853453734</c:v>
                </c:pt>
                <c:pt idx="174">
                  <c:v>4.8737619262221905</c:v>
                </c:pt>
                <c:pt idx="175">
                  <c:v>4.8735580083783434</c:v>
                </c:pt>
                <c:pt idx="176">
                  <c:v>4.8757799833650877</c:v>
                </c:pt>
                <c:pt idx="177">
                  <c:v>4.8781040017589365</c:v>
                </c:pt>
                <c:pt idx="178">
                  <c:v>4.879504788120566</c:v>
                </c:pt>
                <c:pt idx="179">
                  <c:v>4.8791209021454121</c:v>
                </c:pt>
                <c:pt idx="180">
                  <c:v>4.8796029378627495</c:v>
                </c:pt>
                <c:pt idx="181">
                  <c:v>4.8815118107640059</c:v>
                </c:pt>
                <c:pt idx="182">
                  <c:v>4.8831580890256943</c:v>
                </c:pt>
                <c:pt idx="183">
                  <c:v>4.8826544985670726</c:v>
                </c:pt>
                <c:pt idx="184">
                  <c:v>4.8821349220426571</c:v>
                </c:pt>
                <c:pt idx="185">
                  <c:v>4.8832386511568915</c:v>
                </c:pt>
                <c:pt idx="186">
                  <c:v>4.8874427366781115</c:v>
                </c:pt>
                <c:pt idx="187">
                  <c:v>4.8925191500726006</c:v>
                </c:pt>
                <c:pt idx="188">
                  <c:v>4.8950290652535919</c:v>
                </c:pt>
                <c:pt idx="189">
                  <c:v>4.8955520432249111</c:v>
                </c:pt>
                <c:pt idx="190">
                  <c:v>4.8944829383423318</c:v>
                </c:pt>
                <c:pt idx="191">
                  <c:v>4.8922657753377079</c:v>
                </c:pt>
                <c:pt idx="192">
                  <c:v>4.8921609108601691</c:v>
                </c:pt>
                <c:pt idx="193">
                  <c:v>4.897232328609098</c:v>
                </c:pt>
                <c:pt idx="194">
                  <c:v>4.9083972658420434</c:v>
                </c:pt>
                <c:pt idx="195">
                  <c:v>4.9219420918872006</c:v>
                </c:pt>
                <c:pt idx="196">
                  <c:v>4.9321356772667206</c:v>
                </c:pt>
                <c:pt idx="197">
                  <c:v>4.9352001531841241</c:v>
                </c:pt>
                <c:pt idx="198">
                  <c:v>4.9272361097250634</c:v>
                </c:pt>
                <c:pt idx="199">
                  <c:v>4.9155647462699861</c:v>
                </c:pt>
                <c:pt idx="200">
                  <c:v>4.9039300199978628</c:v>
                </c:pt>
                <c:pt idx="201">
                  <c:v>4.8935765151881139</c:v>
                </c:pt>
                <c:pt idx="202">
                  <c:v>4.8878678293826008</c:v>
                </c:pt>
                <c:pt idx="203">
                  <c:v>4.8940779237250727</c:v>
                </c:pt>
                <c:pt idx="204">
                  <c:v>4.9085408171865241</c:v>
                </c:pt>
                <c:pt idx="205">
                  <c:v>4.9252344280144511</c:v>
                </c:pt>
                <c:pt idx="206">
                  <c:v>4.9380513297291806</c:v>
                </c:pt>
                <c:pt idx="207">
                  <c:v>4.9467670415281546</c:v>
                </c:pt>
                <c:pt idx="208">
                  <c:v>4.9564934018101159</c:v>
                </c:pt>
                <c:pt idx="209">
                  <c:v>4.9624274206165468</c:v>
                </c:pt>
                <c:pt idx="210">
                  <c:v>4.9715996756474263</c:v>
                </c:pt>
                <c:pt idx="211">
                  <c:v>4.985903310867033</c:v>
                </c:pt>
                <c:pt idx="212">
                  <c:v>4.9943001682415877</c:v>
                </c:pt>
                <c:pt idx="213">
                  <c:v>4.9887312429671589</c:v>
                </c:pt>
                <c:pt idx="214">
                  <c:v>4.9934976471684855</c:v>
                </c:pt>
                <c:pt idx="215">
                  <c:v>5.018301585711936</c:v>
                </c:pt>
                <c:pt idx="216">
                  <c:v>5.0277896537006734</c:v>
                </c:pt>
                <c:pt idx="217">
                  <c:v>5.0372413269421976</c:v>
                </c:pt>
                <c:pt idx="218">
                  <c:v>5.0337982545567037</c:v>
                </c:pt>
                <c:pt idx="219">
                  <c:v>4.99850074211784</c:v>
                </c:pt>
                <c:pt idx="220">
                  <c:v>4.9684650843752776</c:v>
                </c:pt>
                <c:pt idx="221">
                  <c:v>4.9516190475854627</c:v>
                </c:pt>
                <c:pt idx="222">
                  <c:v>4.9341369916504538</c:v>
                </c:pt>
                <c:pt idx="223">
                  <c:v>4.9166469353360105</c:v>
                </c:pt>
                <c:pt idx="224">
                  <c:v>4.8977378512071059</c:v>
                </c:pt>
                <c:pt idx="225">
                  <c:v>4.8817879671119604</c:v>
                </c:pt>
                <c:pt idx="226">
                  <c:v>4.8665712821612317</c:v>
                </c:pt>
                <c:pt idx="227">
                  <c:v>4.8568101764297449</c:v>
                </c:pt>
                <c:pt idx="228">
                  <c:v>4.8508059908428054</c:v>
                </c:pt>
                <c:pt idx="229">
                  <c:v>4.8458284324581076</c:v>
                </c:pt>
                <c:pt idx="230">
                  <c:v>4.8428355852821934</c:v>
                </c:pt>
                <c:pt idx="231">
                  <c:v>4.8400409513636875</c:v>
                </c:pt>
                <c:pt idx="232">
                  <c:v>4.8384302229973892</c:v>
                </c:pt>
                <c:pt idx="233">
                  <c:v>4.8362986140962541</c:v>
                </c:pt>
                <c:pt idx="234">
                  <c:v>4.8346103650653207</c:v>
                </c:pt>
                <c:pt idx="235">
                  <c:v>4.8358905727055088</c:v>
                </c:pt>
                <c:pt idx="236">
                  <c:v>4.8369471994939941</c:v>
                </c:pt>
                <c:pt idx="237">
                  <c:v>4.8379940553874858</c:v>
                </c:pt>
                <c:pt idx="238">
                  <c:v>4.8407683100107208</c:v>
                </c:pt>
                <c:pt idx="239">
                  <c:v>4.8450270868310197</c:v>
                </c:pt>
                <c:pt idx="240">
                  <c:v>4.8488477602287601</c:v>
                </c:pt>
                <c:pt idx="241">
                  <c:v>4.8537176771447097</c:v>
                </c:pt>
                <c:pt idx="242">
                  <c:v>4.8638519318866651</c:v>
                </c:pt>
                <c:pt idx="243">
                  <c:v>4.8690468743186086</c:v>
                </c:pt>
                <c:pt idx="244">
                  <c:v>4.8698020616500273</c:v>
                </c:pt>
                <c:pt idx="245">
                  <c:v>4.8679751614151847</c:v>
                </c:pt>
                <c:pt idx="246">
                  <c:v>4.8689051228758364</c:v>
                </c:pt>
                <c:pt idx="247">
                  <c:v>4.8755816341967337</c:v>
                </c:pt>
                <c:pt idx="248">
                  <c:v>4.8920570969375037</c:v>
                </c:pt>
                <c:pt idx="249">
                  <c:v>4.9197304902115313</c:v>
                </c:pt>
                <c:pt idx="250">
                  <c:v>4.957290442366177</c:v>
                </c:pt>
                <c:pt idx="251">
                  <c:v>5.0055089422643242</c:v>
                </c:pt>
                <c:pt idx="252">
                  <c:v>5.0148167849929388</c:v>
                </c:pt>
                <c:pt idx="253">
                  <c:v>5.0761777704586661</c:v>
                </c:pt>
                <c:pt idx="254">
                  <c:v>5.2269865537204083</c:v>
                </c:pt>
                <c:pt idx="255">
                  <c:v>5.3968693876126075</c:v>
                </c:pt>
                <c:pt idx="256">
                  <c:v>5.5159249073366512</c:v>
                </c:pt>
                <c:pt idx="257">
                  <c:v>5.6132107554720836</c:v>
                </c:pt>
                <c:pt idx="258">
                  <c:v>5.7078674247353067</c:v>
                </c:pt>
                <c:pt idx="259">
                  <c:v>5.8</c:v>
                </c:pt>
                <c:pt idx="260">
                  <c:v>5.5007900995473449</c:v>
                </c:pt>
                <c:pt idx="261">
                  <c:v>5.1972704850560243</c:v>
                </c:pt>
                <c:pt idx="262">
                  <c:v>4.9859374428806698</c:v>
                </c:pt>
                <c:pt idx="263">
                  <c:v>4.9239825045439796</c:v>
                </c:pt>
                <c:pt idx="264">
                  <c:v>4.9008637956045131</c:v>
                </c:pt>
                <c:pt idx="265">
                  <c:v>4.8887648122360163</c:v>
                </c:pt>
                <c:pt idx="266">
                  <c:v>4.8842667623597267</c:v>
                </c:pt>
                <c:pt idx="267">
                  <c:v>4.8859203430797784</c:v>
                </c:pt>
                <c:pt idx="268">
                  <c:v>4.8863871347316206</c:v>
                </c:pt>
                <c:pt idx="269">
                  <c:v>4.9073640487955847</c:v>
                </c:pt>
                <c:pt idx="270">
                  <c:v>4.9366631867587412</c:v>
                </c:pt>
                <c:pt idx="271">
                  <c:v>4.9510612543725117</c:v>
                </c:pt>
                <c:pt idx="272">
                  <c:v>4.9370386095225935</c:v>
                </c:pt>
                <c:pt idx="273">
                  <c:v>4.9265183383095836</c:v>
                </c:pt>
                <c:pt idx="274">
                  <c:v>4.9411649099038257</c:v>
                </c:pt>
                <c:pt idx="275">
                  <c:v>4.9780966596292702</c:v>
                </c:pt>
                <c:pt idx="276">
                  <c:v>5.0570720709442778</c:v>
                </c:pt>
                <c:pt idx="277">
                  <c:v>5.1919284943277075</c:v>
                </c:pt>
                <c:pt idx="278">
                  <c:v>5.4955141101127234</c:v>
                </c:pt>
                <c:pt idx="279">
                  <c:v>5.4991271372987933</c:v>
                </c:pt>
                <c:pt idx="280">
                  <c:v>5.3300589756528671</c:v>
                </c:pt>
                <c:pt idx="281">
                  <c:v>5.128160548058756</c:v>
                </c:pt>
                <c:pt idx="282">
                  <c:v>4.9853853505808869</c:v>
                </c:pt>
                <c:pt idx="283">
                  <c:v>4.91932298511803</c:v>
                </c:pt>
                <c:pt idx="284">
                  <c:v>4.8902770308797896</c:v>
                </c:pt>
                <c:pt idx="285">
                  <c:v>4.868450644020994</c:v>
                </c:pt>
                <c:pt idx="286">
                  <c:v>4.8731239602445351</c:v>
                </c:pt>
                <c:pt idx="287">
                  <c:v>4.902493411918952</c:v>
                </c:pt>
                <c:pt idx="288">
                  <c:v>4.9002790846778375</c:v>
                </c:pt>
                <c:pt idx="289">
                  <c:v>4.8766279427731751</c:v>
                </c:pt>
                <c:pt idx="290">
                  <c:v>4.8575145808200828</c:v>
                </c:pt>
                <c:pt idx="291">
                  <c:v>4.8385565944637197</c:v>
                </c:pt>
                <c:pt idx="292">
                  <c:v>4.8264632899687792</c:v>
                </c:pt>
                <c:pt idx="293">
                  <c:v>4.8163950475403263</c:v>
                </c:pt>
                <c:pt idx="294">
                  <c:v>4.8149058354973295</c:v>
                </c:pt>
                <c:pt idx="295">
                  <c:v>4.8167089375419705</c:v>
                </c:pt>
                <c:pt idx="296">
                  <c:v>4.8216297806564841</c:v>
                </c:pt>
                <c:pt idx="297">
                  <c:v>4.8247708350450766</c:v>
                </c:pt>
                <c:pt idx="298">
                  <c:v>4.8262291466326586</c:v>
                </c:pt>
                <c:pt idx="299">
                  <c:v>4.8251447627885291</c:v>
                </c:pt>
                <c:pt idx="300">
                  <c:v>4.8329111623468437</c:v>
                </c:pt>
                <c:pt idx="301">
                  <c:v>4.8315855751439711</c:v>
                </c:pt>
                <c:pt idx="302">
                  <c:v>4.825692941220411</c:v>
                </c:pt>
                <c:pt idx="303">
                  <c:v>4.8292119566015925</c:v>
                </c:pt>
                <c:pt idx="304">
                  <c:v>4.8337108733693182</c:v>
                </c:pt>
                <c:pt idx="305">
                  <c:v>4.8337971915127156</c:v>
                </c:pt>
                <c:pt idx="306">
                  <c:v>4.8327966298258378</c:v>
                </c:pt>
                <c:pt idx="307">
                  <c:v>4.8290656613253224</c:v>
                </c:pt>
                <c:pt idx="308">
                  <c:v>4.8249723266948843</c:v>
                </c:pt>
                <c:pt idx="309">
                  <c:v>4.8212506423812469</c:v>
                </c:pt>
                <c:pt idx="310">
                  <c:v>4.8171486792424103</c:v>
                </c:pt>
                <c:pt idx="311">
                  <c:v>4.8136570829761443</c:v>
                </c:pt>
                <c:pt idx="312">
                  <c:v>4.8118268079255975</c:v>
                </c:pt>
                <c:pt idx="313">
                  <c:v>4.819058564129219</c:v>
                </c:pt>
                <c:pt idx="314">
                  <c:v>4.8212029211097054</c:v>
                </c:pt>
                <c:pt idx="315">
                  <c:v>4.8227455966616857</c:v>
                </c:pt>
                <c:pt idx="316">
                  <c:v>4.8239749589152225</c:v>
                </c:pt>
                <c:pt idx="317">
                  <c:v>4.8300237251288847</c:v>
                </c:pt>
                <c:pt idx="318">
                  <c:v>4.8413442932507413</c:v>
                </c:pt>
                <c:pt idx="319">
                  <c:v>4.8491358363339527</c:v>
                </c:pt>
                <c:pt idx="320">
                  <c:v>4.8582960393699182</c:v>
                </c:pt>
                <c:pt idx="321">
                  <c:v>4.8812453959248927</c:v>
                </c:pt>
                <c:pt idx="322">
                  <c:v>4.898109071751457</c:v>
                </c:pt>
                <c:pt idx="323">
                  <c:v>4.9100715784911708</c:v>
                </c:pt>
                <c:pt idx="324">
                  <c:v>4.9041855546148065</c:v>
                </c:pt>
                <c:pt idx="325">
                  <c:v>4.887858580091776</c:v>
                </c:pt>
                <c:pt idx="326">
                  <c:v>4.8772066295390291</c:v>
                </c:pt>
                <c:pt idx="327">
                  <c:v>4.8781287963232982</c:v>
                </c:pt>
                <c:pt idx="328">
                  <c:v>4.8926605562281056</c:v>
                </c:pt>
                <c:pt idx="329">
                  <c:v>4.8985755695417952</c:v>
                </c:pt>
                <c:pt idx="330">
                  <c:v>4.9361633136481382</c:v>
                </c:pt>
                <c:pt idx="331">
                  <c:v>4.9857840912550451</c:v>
                </c:pt>
                <c:pt idx="332">
                  <c:v>4.9997457745360538</c:v>
                </c:pt>
                <c:pt idx="333">
                  <c:v>5.0017159983727115</c:v>
                </c:pt>
                <c:pt idx="334">
                  <c:v>4.9954388521816684</c:v>
                </c:pt>
                <c:pt idx="335">
                  <c:v>4.9536095184797153</c:v>
                </c:pt>
                <c:pt idx="336">
                  <c:v>4.9081089656674548</c:v>
                </c:pt>
                <c:pt idx="337">
                  <c:v>4.8770057898944321</c:v>
                </c:pt>
                <c:pt idx="338">
                  <c:v>4.8583104055241728</c:v>
                </c:pt>
                <c:pt idx="339">
                  <c:v>4.8475884498147437</c:v>
                </c:pt>
                <c:pt idx="340">
                  <c:v>4.839652091782586</c:v>
                </c:pt>
                <c:pt idx="341">
                  <c:v>4.8318896336416879</c:v>
                </c:pt>
                <c:pt idx="342">
                  <c:v>4.8268062594028329</c:v>
                </c:pt>
                <c:pt idx="343">
                  <c:v>4.8235296926185161</c:v>
                </c:pt>
                <c:pt idx="344">
                  <c:v>4.8210418574562475</c:v>
                </c:pt>
                <c:pt idx="345">
                  <c:v>4.818569321458507</c:v>
                </c:pt>
                <c:pt idx="346">
                  <c:v>4.8168322675417388</c:v>
                </c:pt>
                <c:pt idx="347">
                  <c:v>4.8151659185393578</c:v>
                </c:pt>
                <c:pt idx="348">
                  <c:v>4.8147577513391564</c:v>
                </c:pt>
                <c:pt idx="349">
                  <c:v>4.8140249792122374</c:v>
                </c:pt>
                <c:pt idx="350">
                  <c:v>4.8128051435813184</c:v>
                </c:pt>
                <c:pt idx="351">
                  <c:v>4.8127845429716025</c:v>
                </c:pt>
                <c:pt idx="352">
                  <c:v>4.8125287576540634</c:v>
                </c:pt>
                <c:pt idx="353">
                  <c:v>4.8131404827177695</c:v>
                </c:pt>
                <c:pt idx="354">
                  <c:v>4.8123183261863272</c:v>
                </c:pt>
                <c:pt idx="355">
                  <c:v>4.8112016074753194</c:v>
                </c:pt>
                <c:pt idx="356">
                  <c:v>4.8128742901114192</c:v>
                </c:pt>
                <c:pt idx="357">
                  <c:v>4.8150934311712881</c:v>
                </c:pt>
                <c:pt idx="358">
                  <c:v>4.8144125311096477</c:v>
                </c:pt>
                <c:pt idx="359">
                  <c:v>4.8151873713474336</c:v>
                </c:pt>
                <c:pt idx="360">
                  <c:v>4.8189001672689065</c:v>
                </c:pt>
                <c:pt idx="361">
                  <c:v>4.8221522517167097</c:v>
                </c:pt>
                <c:pt idx="362">
                  <c:v>4.824604911657004</c:v>
                </c:pt>
                <c:pt idx="363">
                  <c:v>4.8257233522127594</c:v>
                </c:pt>
                <c:pt idx="364">
                  <c:v>4.8270040814571153</c:v>
                </c:pt>
                <c:pt idx="365">
                  <c:v>4.8279872869489404</c:v>
                </c:pt>
                <c:pt idx="366">
                  <c:v>4.827928044469826</c:v>
                </c:pt>
                <c:pt idx="367">
                  <c:v>4.8265185396047139</c:v>
                </c:pt>
                <c:pt idx="368">
                  <c:v>4.8263451613176231</c:v>
                </c:pt>
                <c:pt idx="369">
                  <c:v>4.8247738434522187</c:v>
                </c:pt>
                <c:pt idx="370">
                  <c:v>4.8233133040271134</c:v>
                </c:pt>
                <c:pt idx="371">
                  <c:v>4.8224816686255476</c:v>
                </c:pt>
                <c:pt idx="372">
                  <c:v>4.8220392748250376</c:v>
                </c:pt>
                <c:pt idx="373">
                  <c:v>4.8211864483357978</c:v>
                </c:pt>
                <c:pt idx="374">
                  <c:v>4.8183037477979482</c:v>
                </c:pt>
                <c:pt idx="375">
                  <c:v>4.8207685093222858</c:v>
                </c:pt>
                <c:pt idx="376">
                  <c:v>4.8221122920621307</c:v>
                </c:pt>
                <c:pt idx="377">
                  <c:v>4.8236380669043886</c:v>
                </c:pt>
                <c:pt idx="378">
                  <c:v>4.8253145045395138</c:v>
                </c:pt>
                <c:pt idx="379">
                  <c:v>4.8266677312534281</c:v>
                </c:pt>
                <c:pt idx="380">
                  <c:v>4.8308233351364676</c:v>
                </c:pt>
                <c:pt idx="381">
                  <c:v>4.8379310514811262</c:v>
                </c:pt>
                <c:pt idx="382">
                  <c:v>4.8419837469022591</c:v>
                </c:pt>
                <c:pt idx="383">
                  <c:v>4.8590228433533635</c:v>
                </c:pt>
                <c:pt idx="384">
                  <c:v>4.8626139227583858</c:v>
                </c:pt>
                <c:pt idx="385">
                  <c:v>4.8581723310234644</c:v>
                </c:pt>
                <c:pt idx="386">
                  <c:v>4.8474599147930935</c:v>
                </c:pt>
                <c:pt idx="387">
                  <c:v>4.8339102547262041</c:v>
                </c:pt>
                <c:pt idx="388">
                  <c:v>4.8224570981305819</c:v>
                </c:pt>
                <c:pt idx="389">
                  <c:v>4.8155174099570148</c:v>
                </c:pt>
                <c:pt idx="390">
                  <c:v>4.8108522318604878</c:v>
                </c:pt>
                <c:pt idx="391">
                  <c:v>4.8082097979978391</c:v>
                </c:pt>
                <c:pt idx="392">
                  <c:v>4.8092820784212913</c:v>
                </c:pt>
                <c:pt idx="393">
                  <c:v>4.8099621198563511</c:v>
                </c:pt>
                <c:pt idx="394">
                  <c:v>4.8120132520297894</c:v>
                </c:pt>
                <c:pt idx="395">
                  <c:v>4.813428489030855</c:v>
                </c:pt>
                <c:pt idx="396">
                  <c:v>4.8136200132657896</c:v>
                </c:pt>
                <c:pt idx="397">
                  <c:v>4.8141384299555829</c:v>
                </c:pt>
                <c:pt idx="398">
                  <c:v>4.8153652760199961</c:v>
                </c:pt>
                <c:pt idx="399">
                  <c:v>4.8163450745550138</c:v>
                </c:pt>
                <c:pt idx="400">
                  <c:v>4.8216157230568086</c:v>
                </c:pt>
                <c:pt idx="401">
                  <c:v>4.8247432396132588</c:v>
                </c:pt>
                <c:pt idx="402">
                  <c:v>4.8279641875981278</c:v>
                </c:pt>
                <c:pt idx="403">
                  <c:v>4.8324031162131735</c:v>
                </c:pt>
                <c:pt idx="404">
                  <c:v>4.8347386356116182</c:v>
                </c:pt>
                <c:pt idx="405">
                  <c:v>4.8349055415990927</c:v>
                </c:pt>
                <c:pt idx="406">
                  <c:v>4.8332768031958961</c:v>
                </c:pt>
                <c:pt idx="407">
                  <c:v>4.8307275656724622</c:v>
                </c:pt>
                <c:pt idx="408">
                  <c:v>4.8300960315884653</c:v>
                </c:pt>
                <c:pt idx="409">
                  <c:v>4.8272302482900491</c:v>
                </c:pt>
                <c:pt idx="410">
                  <c:v>4.8232040940725902</c:v>
                </c:pt>
                <c:pt idx="411">
                  <c:v>4.8195942185511473</c:v>
                </c:pt>
                <c:pt idx="412">
                  <c:v>4.8164155829495208</c:v>
                </c:pt>
                <c:pt idx="413">
                  <c:v>4.8130862900649305</c:v>
                </c:pt>
                <c:pt idx="414">
                  <c:v>4.8117968496636285</c:v>
                </c:pt>
                <c:pt idx="415">
                  <c:v>4.8100548414255737</c:v>
                </c:pt>
                <c:pt idx="416">
                  <c:v>4.8089021852893161</c:v>
                </c:pt>
                <c:pt idx="417">
                  <c:v>4.810581029833819</c:v>
                </c:pt>
                <c:pt idx="418">
                  <c:v>4.811322680251414</c:v>
                </c:pt>
                <c:pt idx="419">
                  <c:v>4.8109401790985951</c:v>
                </c:pt>
                <c:pt idx="420">
                  <c:v>4.8110113477631673</c:v>
                </c:pt>
                <c:pt idx="421">
                  <c:v>4.8100498990424105</c:v>
                </c:pt>
                <c:pt idx="422">
                  <c:v>4.8117696665562333</c:v>
                </c:pt>
                <c:pt idx="423">
                  <c:v>4.8116599827500357</c:v>
                </c:pt>
                <c:pt idx="424">
                  <c:v>4.8113351822217547</c:v>
                </c:pt>
                <c:pt idx="425">
                  <c:v>4.8136530772765243</c:v>
                </c:pt>
                <c:pt idx="426">
                  <c:v>4.8145041911041888</c:v>
                </c:pt>
                <c:pt idx="427">
                  <c:v>4.8174767498982352</c:v>
                </c:pt>
                <c:pt idx="428">
                  <c:v>4.816066930968641</c:v>
                </c:pt>
                <c:pt idx="429">
                  <c:v>4.8190104553278204</c:v>
                </c:pt>
                <c:pt idx="430">
                  <c:v>4.825670479181734</c:v>
                </c:pt>
                <c:pt idx="431">
                  <c:v>4.8270025037881688</c:v>
                </c:pt>
                <c:pt idx="432">
                  <c:v>4.8284577977854362</c:v>
                </c:pt>
                <c:pt idx="433">
                  <c:v>4.8234658861029249</c:v>
                </c:pt>
                <c:pt idx="434">
                  <c:v>4.8137492241688982</c:v>
                </c:pt>
                <c:pt idx="435">
                  <c:v>4.7865736267719701</c:v>
                </c:pt>
                <c:pt idx="436">
                  <c:v>4.7824236126857187</c:v>
                </c:pt>
                <c:pt idx="437">
                  <c:v>4.7848432113702302</c:v>
                </c:pt>
                <c:pt idx="438">
                  <c:v>4.7827410694313626</c:v>
                </c:pt>
                <c:pt idx="439">
                  <c:v>4.7895447612560416</c:v>
                </c:pt>
                <c:pt idx="440">
                  <c:v>4.7945585959250341</c:v>
                </c:pt>
                <c:pt idx="441">
                  <c:v>4.7943407361894792</c:v>
                </c:pt>
                <c:pt idx="442">
                  <c:v>4.7998035661973937</c:v>
                </c:pt>
                <c:pt idx="443">
                  <c:v>4.7998058517167168</c:v>
                </c:pt>
                <c:pt idx="444">
                  <c:v>4.7986269846983518</c:v>
                </c:pt>
                <c:pt idx="445">
                  <c:v>4.7961059190803565</c:v>
                </c:pt>
                <c:pt idx="446">
                  <c:v>4.7969491702761671</c:v>
                </c:pt>
                <c:pt idx="447">
                  <c:v>4.8000991812419764</c:v>
                </c:pt>
                <c:pt idx="448">
                  <c:v>4.8015517682697224</c:v>
                </c:pt>
                <c:pt idx="449">
                  <c:v>4.7980196124581669</c:v>
                </c:pt>
                <c:pt idx="450">
                  <c:v>4.7985189935803305</c:v>
                </c:pt>
                <c:pt idx="451">
                  <c:v>4.8007944786806567</c:v>
                </c:pt>
                <c:pt idx="452">
                  <c:v>4.8037699531318081</c:v>
                </c:pt>
                <c:pt idx="453">
                  <c:v>4.8015314098661674</c:v>
                </c:pt>
                <c:pt idx="454">
                  <c:v>4.7997131036454332</c:v>
                </c:pt>
                <c:pt idx="455">
                  <c:v>4.7981286848946896</c:v>
                </c:pt>
                <c:pt idx="456">
                  <c:v>4.8000562729641398</c:v>
                </c:pt>
                <c:pt idx="457">
                  <c:v>4.8029636908344386</c:v>
                </c:pt>
                <c:pt idx="458">
                  <c:v>4.8038729981933983</c:v>
                </c:pt>
                <c:pt idx="459">
                  <c:v>4.8013065874496128</c:v>
                </c:pt>
                <c:pt idx="460">
                  <c:v>4.8016905726030243</c:v>
                </c:pt>
                <c:pt idx="461">
                  <c:v>4.8024561651570412</c:v>
                </c:pt>
                <c:pt idx="462">
                  <c:v>4.8023555359584211</c:v>
                </c:pt>
                <c:pt idx="463">
                  <c:v>4.8002904424651263</c:v>
                </c:pt>
                <c:pt idx="464">
                  <c:v>4.7994416779511315</c:v>
                </c:pt>
                <c:pt idx="465">
                  <c:v>4.8010431525498101</c:v>
                </c:pt>
                <c:pt idx="466">
                  <c:v>4.8021264998434008</c:v>
                </c:pt>
                <c:pt idx="467">
                  <c:v>4.8021939128202105</c:v>
                </c:pt>
                <c:pt idx="468">
                  <c:v>4.8014749871948013</c:v>
                </c:pt>
                <c:pt idx="469">
                  <c:v>4.8010999017977296</c:v>
                </c:pt>
                <c:pt idx="470">
                  <c:v>4.8006052422034431</c:v>
                </c:pt>
                <c:pt idx="471">
                  <c:v>4.8010398611861804</c:v>
                </c:pt>
                <c:pt idx="472">
                  <c:v>4.8035218575729104</c:v>
                </c:pt>
                <c:pt idx="473">
                  <c:v>4.8040822133500045</c:v>
                </c:pt>
                <c:pt idx="474">
                  <c:v>4.8047754138113614</c:v>
                </c:pt>
                <c:pt idx="475">
                  <c:v>4.8059112234186108</c:v>
                </c:pt>
                <c:pt idx="476">
                  <c:v>4.8056967899245233</c:v>
                </c:pt>
                <c:pt idx="477">
                  <c:v>4.806804944868496</c:v>
                </c:pt>
                <c:pt idx="478">
                  <c:v>4.8054788287149179</c:v>
                </c:pt>
                <c:pt idx="479">
                  <c:v>4.8059536308476822</c:v>
                </c:pt>
                <c:pt idx="480">
                  <c:v>4.8055748695416547</c:v>
                </c:pt>
                <c:pt idx="481">
                  <c:v>4.8047778450561447</c:v>
                </c:pt>
                <c:pt idx="482">
                  <c:v>4.8056138521067338</c:v>
                </c:pt>
                <c:pt idx="483">
                  <c:v>4.8076125873966147</c:v>
                </c:pt>
                <c:pt idx="484">
                  <c:v>4.808926163469688</c:v>
                </c:pt>
                <c:pt idx="485">
                  <c:v>4.8092546326751773</c:v>
                </c:pt>
                <c:pt idx="486">
                  <c:v>4.8081752922291026</c:v>
                </c:pt>
                <c:pt idx="487">
                  <c:v>4.8098600801225144</c:v>
                </c:pt>
                <c:pt idx="488">
                  <c:v>4.8127066274305728</c:v>
                </c:pt>
                <c:pt idx="489">
                  <c:v>4.8128431508935323</c:v>
                </c:pt>
                <c:pt idx="490">
                  <c:v>4.8127839267807619</c:v>
                </c:pt>
                <c:pt idx="491">
                  <c:v>4.8124217029900054</c:v>
                </c:pt>
                <c:pt idx="492">
                  <c:v>4.8122960817888263</c:v>
                </c:pt>
                <c:pt idx="493">
                  <c:v>4.8127829065303551</c:v>
                </c:pt>
                <c:pt idx="494">
                  <c:v>4.8142569213420323</c:v>
                </c:pt>
                <c:pt idx="495">
                  <c:v>4.8140533809265547</c:v>
                </c:pt>
                <c:pt idx="496">
                  <c:v>4.815042101831474</c:v>
                </c:pt>
                <c:pt idx="497">
                  <c:v>4.8170843878553384</c:v>
                </c:pt>
                <c:pt idx="498">
                  <c:v>4.8178979268981896</c:v>
                </c:pt>
                <c:pt idx="499">
                  <c:v>4.8168708423739819</c:v>
                </c:pt>
                <c:pt idx="500">
                  <c:v>4.8174379638530365</c:v>
                </c:pt>
                <c:pt idx="501">
                  <c:v>4.817331156216305</c:v>
                </c:pt>
                <c:pt idx="502">
                  <c:v>4.8194853318442776</c:v>
                </c:pt>
                <c:pt idx="503">
                  <c:v>4.8208799838470204</c:v>
                </c:pt>
                <c:pt idx="504">
                  <c:v>4.8215941885185014</c:v>
                </c:pt>
                <c:pt idx="505">
                  <c:v>4.8247521197405696</c:v>
                </c:pt>
                <c:pt idx="506">
                  <c:v>4.8319948250401499</c:v>
                </c:pt>
                <c:pt idx="507">
                  <c:v>4.8412663832196143</c:v>
                </c:pt>
                <c:pt idx="508">
                  <c:v>4.85179343161355</c:v>
                </c:pt>
                <c:pt idx="509">
                  <c:v>4.8650072777739961</c:v>
                </c:pt>
                <c:pt idx="510">
                  <c:v>4.882756857875294</c:v>
                </c:pt>
                <c:pt idx="511">
                  <c:v>4.9032357795422783</c:v>
                </c:pt>
                <c:pt idx="512">
                  <c:v>4.9157619420319385</c:v>
                </c:pt>
                <c:pt idx="513">
                  <c:v>4.9227940257721237</c:v>
                </c:pt>
                <c:pt idx="514">
                  <c:v>4.9270411620036132</c:v>
                </c:pt>
                <c:pt idx="515">
                  <c:v>4.9273539628810603</c:v>
                </c:pt>
                <c:pt idx="516">
                  <c:v>4.9208442693891872</c:v>
                </c:pt>
                <c:pt idx="517">
                  <c:v>4.9140324936182092</c:v>
                </c:pt>
                <c:pt idx="518">
                  <c:v>4.9065004559555083</c:v>
                </c:pt>
                <c:pt idx="519">
                  <c:v>4.8947101300172591</c:v>
                </c:pt>
                <c:pt idx="520">
                  <c:v>4.8847990190080193</c:v>
                </c:pt>
                <c:pt idx="521">
                  <c:v>4.8777946978333828</c:v>
                </c:pt>
                <c:pt idx="522">
                  <c:v>4.8714709892871024</c:v>
                </c:pt>
                <c:pt idx="523">
                  <c:v>4.8676707796698144</c:v>
                </c:pt>
                <c:pt idx="524">
                  <c:v>4.8686301419738953</c:v>
                </c:pt>
                <c:pt idx="525">
                  <c:v>4.8693429177438157</c:v>
                </c:pt>
                <c:pt idx="526">
                  <c:v>4.8686267846062181</c:v>
                </c:pt>
                <c:pt idx="527">
                  <c:v>4.8722914726446085</c:v>
                </c:pt>
                <c:pt idx="528">
                  <c:v>4.8785670172904574</c:v>
                </c:pt>
                <c:pt idx="529">
                  <c:v>4.881583167683603</c:v>
                </c:pt>
                <c:pt idx="530">
                  <c:v>4.8845142672110864</c:v>
                </c:pt>
                <c:pt idx="531">
                  <c:v>4.8895018830057424</c:v>
                </c:pt>
                <c:pt idx="532">
                  <c:v>4.8937192290273099</c:v>
                </c:pt>
                <c:pt idx="533">
                  <c:v>4.8985021702847478</c:v>
                </c:pt>
                <c:pt idx="534">
                  <c:v>4.9045439848372165</c:v>
                </c:pt>
                <c:pt idx="535">
                  <c:v>4.9110223747324238</c:v>
                </c:pt>
                <c:pt idx="536">
                  <c:v>4.9186749249977275</c:v>
                </c:pt>
                <c:pt idx="537">
                  <c:v>4.9275851878051231</c:v>
                </c:pt>
                <c:pt idx="538">
                  <c:v>4.9399137210871134</c:v>
                </c:pt>
                <c:pt idx="539">
                  <c:v>4.9527677668958896</c:v>
                </c:pt>
                <c:pt idx="540">
                  <c:v>4.9712941037629665</c:v>
                </c:pt>
                <c:pt idx="541">
                  <c:v>4.9890893425953768</c:v>
                </c:pt>
                <c:pt idx="542">
                  <c:v>5.0098579896652424</c:v>
                </c:pt>
                <c:pt idx="543">
                  <c:v>5.0314517998370594</c:v>
                </c:pt>
                <c:pt idx="544">
                  <c:v>5.056131273340684</c:v>
                </c:pt>
                <c:pt idx="545">
                  <c:v>5.0781729431369751</c:v>
                </c:pt>
                <c:pt idx="546">
                  <c:v>5.1045425169990057</c:v>
                </c:pt>
                <c:pt idx="547">
                  <c:v>5.1383932170182476</c:v>
                </c:pt>
                <c:pt idx="548">
                  <c:v>5.1687537533460528</c:v>
                </c:pt>
                <c:pt idx="549">
                  <c:v>5.1903695296652588</c:v>
                </c:pt>
                <c:pt idx="550">
                  <c:v>5.2100807895799992</c:v>
                </c:pt>
                <c:pt idx="551">
                  <c:v>5.2233427886210704</c:v>
                </c:pt>
                <c:pt idx="552">
                  <c:v>5.2278604684457974</c:v>
                </c:pt>
                <c:pt idx="553">
                  <c:v>5.2143377848649326</c:v>
                </c:pt>
                <c:pt idx="554">
                  <c:v>5.1994122358523009</c:v>
                </c:pt>
                <c:pt idx="555">
                  <c:v>5.1762266513811657</c:v>
                </c:pt>
                <c:pt idx="556">
                  <c:v>5.142161285533585</c:v>
                </c:pt>
                <c:pt idx="557">
                  <c:v>5.1123449513241912</c:v>
                </c:pt>
                <c:pt idx="558">
                  <c:v>5.0825842450974195</c:v>
                </c:pt>
                <c:pt idx="559">
                  <c:v>5.0510714778142196</c:v>
                </c:pt>
                <c:pt idx="560">
                  <c:v>5.0209389339339383</c:v>
                </c:pt>
                <c:pt idx="561">
                  <c:v>4.9907419609190056</c:v>
                </c:pt>
                <c:pt idx="562">
                  <c:v>4.9652135803039439</c:v>
                </c:pt>
                <c:pt idx="563">
                  <c:v>4.9471584062785734</c:v>
                </c:pt>
                <c:pt idx="564">
                  <c:v>4.9269950698267824</c:v>
                </c:pt>
                <c:pt idx="565">
                  <c:v>4.9055969126440262</c:v>
                </c:pt>
                <c:pt idx="566">
                  <c:v>4.8878056850211387</c:v>
                </c:pt>
                <c:pt idx="567">
                  <c:v>4.8759696856587</c:v>
                </c:pt>
                <c:pt idx="568">
                  <c:v>4.8687744426652104</c:v>
                </c:pt>
                <c:pt idx="569">
                  <c:v>4.8629550739243879</c:v>
                </c:pt>
                <c:pt idx="570">
                  <c:v>4.8505428195000375</c:v>
                </c:pt>
                <c:pt idx="571">
                  <c:v>4.8395601094587084</c:v>
                </c:pt>
                <c:pt idx="572">
                  <c:v>4.830125790575603</c:v>
                </c:pt>
                <c:pt idx="573">
                  <c:v>4.8197649649411467</c:v>
                </c:pt>
                <c:pt idx="574">
                  <c:v>4.8053706771209654</c:v>
                </c:pt>
                <c:pt idx="575">
                  <c:v>4.8116077406029261</c:v>
                </c:pt>
                <c:pt idx="576">
                  <c:v>4.8224966206661746</c:v>
                </c:pt>
                <c:pt idx="577">
                  <c:v>4.8163909353159111</c:v>
                </c:pt>
                <c:pt idx="578">
                  <c:v>4.7842635915941036</c:v>
                </c:pt>
                <c:pt idx="579">
                  <c:v>4.7954012290933701</c:v>
                </c:pt>
                <c:pt idx="580">
                  <c:v>4.8069709059075745</c:v>
                </c:pt>
                <c:pt idx="581">
                  <c:v>4.7825518960884565</c:v>
                </c:pt>
                <c:pt idx="582">
                  <c:v>4.7629259404949265</c:v>
                </c:pt>
                <c:pt idx="583">
                  <c:v>4.742248067243505</c:v>
                </c:pt>
                <c:pt idx="584">
                  <c:v>4.7584011014693193</c:v>
                </c:pt>
                <c:pt idx="585">
                  <c:v>4.7326907287518445</c:v>
                </c:pt>
                <c:pt idx="586">
                  <c:v>4.6814168332567538</c:v>
                </c:pt>
                <c:pt idx="587">
                  <c:v>4.6707200982108654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D-1251-45ED-B486-8EADCA04E34F}"/>
            </c:ext>
          </c:extLst>
        </c:ser>
        <c:ser>
          <c:idx val="14"/>
          <c:order val="14"/>
          <c:tx>
            <c:strRef>
              <c:f>'Fully separated 3%'!$N$1</c:f>
              <c:strCache>
                <c:ptCount val="1"/>
                <c:pt idx="0">
                  <c:v>3E_11/O-PTIR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3%'!$A$2:$A$589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3%'!$N$2:$N$589</c:f>
              <c:numCache>
                <c:formatCode>General</c:formatCode>
                <c:ptCount val="588"/>
                <c:pt idx="0">
                  <c:v>4.7037271726999492</c:v>
                </c:pt>
                <c:pt idx="1">
                  <c:v>4.6089312899938495</c:v>
                </c:pt>
                <c:pt idx="2">
                  <c:v>4.6947276469838837</c:v>
                </c:pt>
                <c:pt idx="3">
                  <c:v>4.6918811083738783</c:v>
                </c:pt>
                <c:pt idx="4">
                  <c:v>4.6222048650127805</c:v>
                </c:pt>
                <c:pt idx="5">
                  <c:v>4.582776738591777</c:v>
                </c:pt>
                <c:pt idx="6">
                  <c:v>4.606428756344263</c:v>
                </c:pt>
                <c:pt idx="7">
                  <c:v>4.6277416617401252</c:v>
                </c:pt>
                <c:pt idx="8">
                  <c:v>4.6340669555074907</c:v>
                </c:pt>
                <c:pt idx="9">
                  <c:v>4.626595766825031</c:v>
                </c:pt>
                <c:pt idx="10">
                  <c:v>4.6075401811297017</c:v>
                </c:pt>
                <c:pt idx="11">
                  <c:v>4.6241513690415692</c:v>
                </c:pt>
                <c:pt idx="12">
                  <c:v>4.6307173132960298</c:v>
                </c:pt>
                <c:pt idx="13">
                  <c:v>4.6398363225388408</c:v>
                </c:pt>
                <c:pt idx="14">
                  <c:v>4.6309010804273898</c:v>
                </c:pt>
                <c:pt idx="15">
                  <c:v>4.6428695269471048</c:v>
                </c:pt>
                <c:pt idx="16">
                  <c:v>4.6739255130878981</c:v>
                </c:pt>
                <c:pt idx="17">
                  <c:v>4.6736909119277632</c:v>
                </c:pt>
                <c:pt idx="18">
                  <c:v>4.6450378580211478</c:v>
                </c:pt>
                <c:pt idx="19">
                  <c:v>4.6413333110267194</c:v>
                </c:pt>
                <c:pt idx="20">
                  <c:v>4.6546569290544708</c:v>
                </c:pt>
                <c:pt idx="21">
                  <c:v>4.6579272992869996</c:v>
                </c:pt>
                <c:pt idx="22">
                  <c:v>4.6634040381412074</c:v>
                </c:pt>
                <c:pt idx="23">
                  <c:v>4.6687521083924874</c:v>
                </c:pt>
                <c:pt idx="24">
                  <c:v>4.657409928995782</c:v>
                </c:pt>
                <c:pt idx="25">
                  <c:v>4.6528945276508962</c:v>
                </c:pt>
                <c:pt idx="26">
                  <c:v>4.653631045509786</c:v>
                </c:pt>
                <c:pt idx="27">
                  <c:v>4.6344295483185105</c:v>
                </c:pt>
                <c:pt idx="28">
                  <c:v>4.6339292240972503</c:v>
                </c:pt>
                <c:pt idx="29">
                  <c:v>4.6420655435107792</c:v>
                </c:pt>
                <c:pt idx="30">
                  <c:v>4.6424198488780606</c:v>
                </c:pt>
                <c:pt idx="31">
                  <c:v>4.6415295227434417</c:v>
                </c:pt>
                <c:pt idx="32">
                  <c:v>4.6464699127918765</c:v>
                </c:pt>
                <c:pt idx="33">
                  <c:v>4.6567541801639569</c:v>
                </c:pt>
                <c:pt idx="34">
                  <c:v>4.6574175096658017</c:v>
                </c:pt>
                <c:pt idx="35">
                  <c:v>4.6602670662294088</c:v>
                </c:pt>
                <c:pt idx="36">
                  <c:v>4.6602981523443887</c:v>
                </c:pt>
                <c:pt idx="37">
                  <c:v>4.6667313319887338</c:v>
                </c:pt>
                <c:pt idx="38">
                  <c:v>4.6698969863884328</c:v>
                </c:pt>
                <c:pt idx="39">
                  <c:v>4.6854844543182024</c:v>
                </c:pt>
                <c:pt idx="40">
                  <c:v>4.7185081432261136</c:v>
                </c:pt>
                <c:pt idx="41">
                  <c:v>4.7519311920892875</c:v>
                </c:pt>
                <c:pt idx="42">
                  <c:v>4.8062949024974344</c:v>
                </c:pt>
                <c:pt idx="43">
                  <c:v>4.9345720541790667</c:v>
                </c:pt>
                <c:pt idx="44">
                  <c:v>5.1016562243086252</c:v>
                </c:pt>
                <c:pt idx="45">
                  <c:v>5.2447918709451482</c:v>
                </c:pt>
                <c:pt idx="46">
                  <c:v>5.3165816629616227</c:v>
                </c:pt>
                <c:pt idx="47">
                  <c:v>5.2966595428647238</c:v>
                </c:pt>
                <c:pt idx="48">
                  <c:v>5.1633720633402866</c:v>
                </c:pt>
                <c:pt idx="49">
                  <c:v>4.9267350131764092</c:v>
                </c:pt>
                <c:pt idx="50">
                  <c:v>4.7573790754898742</c:v>
                </c:pt>
                <c:pt idx="51">
                  <c:v>4.6884393589341684</c:v>
                </c:pt>
                <c:pt idx="52">
                  <c:v>4.662777526480455</c:v>
                </c:pt>
                <c:pt idx="53">
                  <c:v>4.6496001837730958</c:v>
                </c:pt>
                <c:pt idx="54">
                  <c:v>4.6473457485741658</c:v>
                </c:pt>
                <c:pt idx="55">
                  <c:v>4.6527173332169092</c:v>
                </c:pt>
                <c:pt idx="56">
                  <c:v>4.6535733286382088</c:v>
                </c:pt>
                <c:pt idx="57">
                  <c:v>4.6574382059088908</c:v>
                </c:pt>
                <c:pt idx="58">
                  <c:v>4.6601669667920129</c:v>
                </c:pt>
                <c:pt idx="59">
                  <c:v>4.6669415748039755</c:v>
                </c:pt>
                <c:pt idx="60">
                  <c:v>4.6790473978559879</c:v>
                </c:pt>
                <c:pt idx="61">
                  <c:v>4.6926732138366853</c:v>
                </c:pt>
                <c:pt idx="62">
                  <c:v>4.7043648317031606</c:v>
                </c:pt>
                <c:pt idx="63">
                  <c:v>4.7118953058773512</c:v>
                </c:pt>
                <c:pt idx="64">
                  <c:v>4.7272645507114017</c:v>
                </c:pt>
                <c:pt idx="65">
                  <c:v>4.7623087178063077</c:v>
                </c:pt>
                <c:pt idx="66">
                  <c:v>4.7898027999929385</c:v>
                </c:pt>
                <c:pt idx="67">
                  <c:v>4.8093451589399896</c:v>
                </c:pt>
                <c:pt idx="68">
                  <c:v>4.8240066638324146</c:v>
                </c:pt>
                <c:pt idx="69">
                  <c:v>4.8057152645468939</c:v>
                </c:pt>
                <c:pt idx="70">
                  <c:v>4.7557872063578861</c:v>
                </c:pt>
                <c:pt idx="71">
                  <c:v>4.7178043039596975</c:v>
                </c:pt>
                <c:pt idx="72">
                  <c:v>4.7052611400659696</c:v>
                </c:pt>
                <c:pt idx="73">
                  <c:v>4.6880902485028324</c:v>
                </c:pt>
                <c:pt idx="74">
                  <c:v>4.680049931028428</c:v>
                </c:pt>
                <c:pt idx="75">
                  <c:v>4.6765123824369885</c:v>
                </c:pt>
                <c:pt idx="76">
                  <c:v>4.6660562467822411</c:v>
                </c:pt>
                <c:pt idx="77">
                  <c:v>4.6579861374535909</c:v>
                </c:pt>
                <c:pt idx="78">
                  <c:v>4.6532957961934178</c:v>
                </c:pt>
                <c:pt idx="79">
                  <c:v>4.6533013907398209</c:v>
                </c:pt>
                <c:pt idx="80">
                  <c:v>4.6503904253811568</c:v>
                </c:pt>
                <c:pt idx="81">
                  <c:v>4.6449860637344083</c:v>
                </c:pt>
                <c:pt idx="82">
                  <c:v>4.6440587259178034</c:v>
                </c:pt>
                <c:pt idx="83">
                  <c:v>4.6432085248481361</c:v>
                </c:pt>
                <c:pt idx="84">
                  <c:v>4.6394910829610394</c:v>
                </c:pt>
                <c:pt idx="85">
                  <c:v>4.6354635463412137</c:v>
                </c:pt>
                <c:pt idx="86">
                  <c:v>4.6342741624761246</c:v>
                </c:pt>
                <c:pt idx="87">
                  <c:v>4.6363708052234216</c:v>
                </c:pt>
                <c:pt idx="88">
                  <c:v>4.6315047188627103</c:v>
                </c:pt>
                <c:pt idx="89">
                  <c:v>4.6279250024215202</c:v>
                </c:pt>
                <c:pt idx="90">
                  <c:v>4.6273892947817785</c:v>
                </c:pt>
                <c:pt idx="91">
                  <c:v>4.6256344412443795</c:v>
                </c:pt>
                <c:pt idx="92">
                  <c:v>4.6238906470754957</c:v>
                </c:pt>
                <c:pt idx="93">
                  <c:v>4.6268219403795507</c:v>
                </c:pt>
                <c:pt idx="94">
                  <c:v>4.6287484534478862</c:v>
                </c:pt>
                <c:pt idx="95">
                  <c:v>4.6278755133503289</c:v>
                </c:pt>
                <c:pt idx="96">
                  <c:v>4.625752875048132</c:v>
                </c:pt>
                <c:pt idx="97">
                  <c:v>4.624956517014339</c:v>
                </c:pt>
                <c:pt idx="98">
                  <c:v>4.6237969622805899</c:v>
                </c:pt>
                <c:pt idx="99">
                  <c:v>4.6226196725961701</c:v>
                </c:pt>
                <c:pt idx="100">
                  <c:v>4.6249117859915421</c:v>
                </c:pt>
                <c:pt idx="101">
                  <c:v>4.6308566192907588</c:v>
                </c:pt>
                <c:pt idx="102">
                  <c:v>4.6302927540246142</c:v>
                </c:pt>
                <c:pt idx="103">
                  <c:v>4.6294048255527382</c:v>
                </c:pt>
                <c:pt idx="104">
                  <c:v>4.6351846450814991</c:v>
                </c:pt>
                <c:pt idx="105">
                  <c:v>4.6391499021133304</c:v>
                </c:pt>
                <c:pt idx="106">
                  <c:v>4.6373816974116213</c:v>
                </c:pt>
                <c:pt idx="107">
                  <c:v>4.6411048471674894</c:v>
                </c:pt>
                <c:pt idx="108">
                  <c:v>4.6517561030656207</c:v>
                </c:pt>
                <c:pt idx="109">
                  <c:v>4.6717550020493457</c:v>
                </c:pt>
                <c:pt idx="110">
                  <c:v>4.6836264147999485</c:v>
                </c:pt>
                <c:pt idx="111">
                  <c:v>4.6767504488758656</c:v>
                </c:pt>
                <c:pt idx="112">
                  <c:v>4.6664385487388769</c:v>
                </c:pt>
                <c:pt idx="113">
                  <c:v>4.6604192283486281</c:v>
                </c:pt>
                <c:pt idx="114">
                  <c:v>4.6518275796584678</c:v>
                </c:pt>
                <c:pt idx="115">
                  <c:v>4.6473908508768282</c:v>
                </c:pt>
                <c:pt idx="116">
                  <c:v>4.6504158095917001</c:v>
                </c:pt>
                <c:pt idx="117">
                  <c:v>4.6565788048522014</c:v>
                </c:pt>
                <c:pt idx="118">
                  <c:v>4.6564340862232925</c:v>
                </c:pt>
                <c:pt idx="119">
                  <c:v>4.6553567125729618</c:v>
                </c:pt>
                <c:pt idx="120">
                  <c:v>4.6623191434642095</c:v>
                </c:pt>
                <c:pt idx="121">
                  <c:v>4.6771454071517624</c:v>
                </c:pt>
                <c:pt idx="122">
                  <c:v>4.6937442414343797</c:v>
                </c:pt>
                <c:pt idx="123">
                  <c:v>4.7026642327407648</c:v>
                </c:pt>
                <c:pt idx="124">
                  <c:v>4.7014631349213731</c:v>
                </c:pt>
                <c:pt idx="125">
                  <c:v>4.6949427507323005</c:v>
                </c:pt>
                <c:pt idx="126">
                  <c:v>4.6839260928212783</c:v>
                </c:pt>
                <c:pt idx="127">
                  <c:v>4.6796994845860107</c:v>
                </c:pt>
                <c:pt idx="128">
                  <c:v>4.6731985739513151</c:v>
                </c:pt>
                <c:pt idx="129">
                  <c:v>4.6698848907166788</c:v>
                </c:pt>
                <c:pt idx="130">
                  <c:v>4.6784054385671086</c:v>
                </c:pt>
                <c:pt idx="131">
                  <c:v>4.6767522858911024</c:v>
                </c:pt>
                <c:pt idx="132">
                  <c:v>4.6650558249844565</c:v>
                </c:pt>
                <c:pt idx="133">
                  <c:v>4.6663465607973311</c:v>
                </c:pt>
                <c:pt idx="134">
                  <c:v>4.6682384538820898</c:v>
                </c:pt>
                <c:pt idx="135">
                  <c:v>4.6698421860767603</c:v>
                </c:pt>
                <c:pt idx="136">
                  <c:v>4.6564095012336626</c:v>
                </c:pt>
                <c:pt idx="137">
                  <c:v>4.6482984735834822</c:v>
                </c:pt>
                <c:pt idx="138">
                  <c:v>4.6472078292873666</c:v>
                </c:pt>
                <c:pt idx="139">
                  <c:v>4.6451547053117412</c:v>
                </c:pt>
                <c:pt idx="140">
                  <c:v>4.6432799179402906</c:v>
                </c:pt>
                <c:pt idx="141">
                  <c:v>4.6415611963454371</c:v>
                </c:pt>
                <c:pt idx="142">
                  <c:v>4.6543409266477429</c:v>
                </c:pt>
                <c:pt idx="143">
                  <c:v>4.6467865981149838</c:v>
                </c:pt>
                <c:pt idx="144">
                  <c:v>4.6418832674632151</c:v>
                </c:pt>
                <c:pt idx="145">
                  <c:v>4.631747643252595</c:v>
                </c:pt>
                <c:pt idx="146">
                  <c:v>4.6361235298510204</c:v>
                </c:pt>
                <c:pt idx="147">
                  <c:v>4.6423897230210454</c:v>
                </c:pt>
                <c:pt idx="148">
                  <c:v>4.6382985260696312</c:v>
                </c:pt>
                <c:pt idx="149">
                  <c:v>4.6287927595118026</c:v>
                </c:pt>
                <c:pt idx="150">
                  <c:v>4.6274430871208052</c:v>
                </c:pt>
                <c:pt idx="151">
                  <c:v>4.626826368898425</c:v>
                </c:pt>
                <c:pt idx="152">
                  <c:v>4.6411362106240555</c:v>
                </c:pt>
                <c:pt idx="153">
                  <c:v>4.6462706085673613</c:v>
                </c:pt>
                <c:pt idx="154">
                  <c:v>4.6468384967775886</c:v>
                </c:pt>
                <c:pt idx="155">
                  <c:v>4.6376142050901068</c:v>
                </c:pt>
                <c:pt idx="156">
                  <c:v>4.6335019242138165</c:v>
                </c:pt>
                <c:pt idx="157">
                  <c:v>4.6350840088539362</c:v>
                </c:pt>
                <c:pt idx="158">
                  <c:v>4.6371980436026297</c:v>
                </c:pt>
                <c:pt idx="159">
                  <c:v>4.6347993549929356</c:v>
                </c:pt>
                <c:pt idx="160">
                  <c:v>4.6290771211203783</c:v>
                </c:pt>
                <c:pt idx="161">
                  <c:v>4.6306227606903549</c:v>
                </c:pt>
                <c:pt idx="162">
                  <c:v>4.6351719171902159</c:v>
                </c:pt>
                <c:pt idx="163">
                  <c:v>4.637275487512829</c:v>
                </c:pt>
                <c:pt idx="164">
                  <c:v>4.6274611083595643</c:v>
                </c:pt>
                <c:pt idx="165">
                  <c:v>4.6397789038840225</c:v>
                </c:pt>
                <c:pt idx="166">
                  <c:v>4.6540733486783745</c:v>
                </c:pt>
                <c:pt idx="167">
                  <c:v>4.6423588277647916</c:v>
                </c:pt>
                <c:pt idx="168">
                  <c:v>4.6422735377716577</c:v>
                </c:pt>
                <c:pt idx="169">
                  <c:v>4.6410629894631663</c:v>
                </c:pt>
                <c:pt idx="170">
                  <c:v>4.643055196701388</c:v>
                </c:pt>
                <c:pt idx="171">
                  <c:v>4.64050669293837</c:v>
                </c:pt>
                <c:pt idx="172">
                  <c:v>4.6396117951408318</c:v>
                </c:pt>
                <c:pt idx="173">
                  <c:v>4.651335432540745</c:v>
                </c:pt>
                <c:pt idx="174">
                  <c:v>4.6483829792665396</c:v>
                </c:pt>
                <c:pt idx="175">
                  <c:v>4.6414217114206524</c:v>
                </c:pt>
                <c:pt idx="176">
                  <c:v>4.6381174577999422</c:v>
                </c:pt>
                <c:pt idx="177">
                  <c:v>4.6373736843273017</c:v>
                </c:pt>
                <c:pt idx="178">
                  <c:v>4.6368897172952837</c:v>
                </c:pt>
                <c:pt idx="179">
                  <c:v>4.6385387068653312</c:v>
                </c:pt>
                <c:pt idx="180">
                  <c:v>4.6442017029608387</c:v>
                </c:pt>
                <c:pt idx="181">
                  <c:v>4.6492061231296438</c:v>
                </c:pt>
                <c:pt idx="182">
                  <c:v>4.6519483574459475</c:v>
                </c:pt>
                <c:pt idx="183">
                  <c:v>4.6592538986473366</c:v>
                </c:pt>
                <c:pt idx="184">
                  <c:v>4.6643843959154321</c:v>
                </c:pt>
                <c:pt idx="185">
                  <c:v>4.6650848295464575</c:v>
                </c:pt>
                <c:pt idx="186">
                  <c:v>4.6709753620470744</c:v>
                </c:pt>
                <c:pt idx="187">
                  <c:v>4.688166550242844</c:v>
                </c:pt>
                <c:pt idx="188">
                  <c:v>4.6932870751425115</c:v>
                </c:pt>
                <c:pt idx="189">
                  <c:v>4.695828072789701</c:v>
                </c:pt>
                <c:pt idx="190">
                  <c:v>4.6965876785900882</c:v>
                </c:pt>
                <c:pt idx="191">
                  <c:v>4.6889222971183671</c:v>
                </c:pt>
                <c:pt idx="192">
                  <c:v>4.6858805696751249</c:v>
                </c:pt>
                <c:pt idx="193">
                  <c:v>4.6872602516186008</c:v>
                </c:pt>
                <c:pt idx="194">
                  <c:v>4.6894263192274419</c:v>
                </c:pt>
                <c:pt idx="195">
                  <c:v>4.6967254010538264</c:v>
                </c:pt>
                <c:pt idx="196">
                  <c:v>4.7014396354407477</c:v>
                </c:pt>
                <c:pt idx="197">
                  <c:v>4.7029765253310085</c:v>
                </c:pt>
                <c:pt idx="198">
                  <c:v>4.7015686082247701</c:v>
                </c:pt>
                <c:pt idx="199">
                  <c:v>4.6944346907683068</c:v>
                </c:pt>
                <c:pt idx="200">
                  <c:v>4.6889281958458637</c:v>
                </c:pt>
                <c:pt idx="201">
                  <c:v>4.6825605165305122</c:v>
                </c:pt>
                <c:pt idx="202">
                  <c:v>4.6763668347654894</c:v>
                </c:pt>
                <c:pt idx="203">
                  <c:v>4.6850038660820665</c:v>
                </c:pt>
                <c:pt idx="204">
                  <c:v>4.6919172761024353</c:v>
                </c:pt>
                <c:pt idx="205">
                  <c:v>4.6975475190512794</c:v>
                </c:pt>
                <c:pt idx="206">
                  <c:v>4.7034927981845511</c:v>
                </c:pt>
                <c:pt idx="207">
                  <c:v>4.7026499302649931</c:v>
                </c:pt>
                <c:pt idx="208">
                  <c:v>4.7071953739662016</c:v>
                </c:pt>
                <c:pt idx="209">
                  <c:v>4.7119805362271334</c:v>
                </c:pt>
                <c:pt idx="210">
                  <c:v>4.7178213261723139</c:v>
                </c:pt>
                <c:pt idx="211">
                  <c:v>4.7314111235328333</c:v>
                </c:pt>
                <c:pt idx="212">
                  <c:v>4.7331961774814379</c:v>
                </c:pt>
                <c:pt idx="213">
                  <c:v>4.727472455507252</c:v>
                </c:pt>
                <c:pt idx="214">
                  <c:v>4.7405930028328207</c:v>
                </c:pt>
                <c:pt idx="215">
                  <c:v>4.7638604946771883</c:v>
                </c:pt>
                <c:pt idx="216">
                  <c:v>4.7818647470096014</c:v>
                </c:pt>
                <c:pt idx="217">
                  <c:v>4.7937642517789225</c:v>
                </c:pt>
                <c:pt idx="218">
                  <c:v>4.7940595102278802</c:v>
                </c:pt>
                <c:pt idx="219">
                  <c:v>4.7674179223977964</c:v>
                </c:pt>
                <c:pt idx="220">
                  <c:v>4.7471000209467444</c:v>
                </c:pt>
                <c:pt idx="221">
                  <c:v>4.7395768471188209</c:v>
                </c:pt>
                <c:pt idx="222">
                  <c:v>4.7293017528942531</c:v>
                </c:pt>
                <c:pt idx="223">
                  <c:v>4.7164916492150217</c:v>
                </c:pt>
                <c:pt idx="224">
                  <c:v>4.7052935621920309</c:v>
                </c:pt>
                <c:pt idx="225">
                  <c:v>4.6878437067436591</c:v>
                </c:pt>
                <c:pt idx="226">
                  <c:v>4.6629837672267893</c:v>
                </c:pt>
                <c:pt idx="227">
                  <c:v>4.6462612714006308</c:v>
                </c:pt>
                <c:pt idx="228">
                  <c:v>4.6357159420953709</c:v>
                </c:pt>
                <c:pt idx="229">
                  <c:v>4.6252377443647763</c:v>
                </c:pt>
                <c:pt idx="230">
                  <c:v>4.6305051469826903</c:v>
                </c:pt>
                <c:pt idx="231">
                  <c:v>4.6330901882630471</c:v>
                </c:pt>
                <c:pt idx="232">
                  <c:v>4.6318062547744496</c:v>
                </c:pt>
                <c:pt idx="233">
                  <c:v>4.6328730268189906</c:v>
                </c:pt>
                <c:pt idx="234">
                  <c:v>4.6307851397157442</c:v>
                </c:pt>
                <c:pt idx="235">
                  <c:v>4.6319683564582537</c:v>
                </c:pt>
                <c:pt idx="236">
                  <c:v>4.635413809750113</c:v>
                </c:pt>
                <c:pt idx="237">
                  <c:v>4.6362651887759796</c:v>
                </c:pt>
                <c:pt idx="238">
                  <c:v>4.6352024635328615</c:v>
                </c:pt>
                <c:pt idx="239">
                  <c:v>4.6404278593380734</c:v>
                </c:pt>
                <c:pt idx="240">
                  <c:v>4.6428285460000538</c:v>
                </c:pt>
                <c:pt idx="241">
                  <c:v>4.6469333177783465</c:v>
                </c:pt>
                <c:pt idx="242">
                  <c:v>4.6562155768394842</c:v>
                </c:pt>
                <c:pt idx="243">
                  <c:v>4.6500436648978836</c:v>
                </c:pt>
                <c:pt idx="244">
                  <c:v>4.6601384632341674</c:v>
                </c:pt>
                <c:pt idx="245">
                  <c:v>4.6661349103989851</c:v>
                </c:pt>
                <c:pt idx="246">
                  <c:v>4.6622722637896619</c:v>
                </c:pt>
                <c:pt idx="247">
                  <c:v>4.6624557983119495</c:v>
                </c:pt>
                <c:pt idx="248">
                  <c:v>4.6705755726596783</c:v>
                </c:pt>
                <c:pt idx="249">
                  <c:v>4.6878130798824884</c:v>
                </c:pt>
                <c:pt idx="250">
                  <c:v>4.7189938906121842</c:v>
                </c:pt>
                <c:pt idx="251">
                  <c:v>4.7742815958270644</c:v>
                </c:pt>
                <c:pt idx="252">
                  <c:v>4.8317646177505296</c:v>
                </c:pt>
                <c:pt idx="253">
                  <c:v>4.8803953018216033</c:v>
                </c:pt>
                <c:pt idx="254">
                  <c:v>4.9417722950427789</c:v>
                </c:pt>
                <c:pt idx="255">
                  <c:v>5.0082741551996373</c:v>
                </c:pt>
                <c:pt idx="256">
                  <c:v>5.0574468541949074</c:v>
                </c:pt>
                <c:pt idx="257">
                  <c:v>5.24325249989145</c:v>
                </c:pt>
                <c:pt idx="258">
                  <c:v>5.424036557080357</c:v>
                </c:pt>
                <c:pt idx="259">
                  <c:v>5.6</c:v>
                </c:pt>
                <c:pt idx="260">
                  <c:v>5.322651161303777</c:v>
                </c:pt>
                <c:pt idx="261">
                  <c:v>4.9513545482350105</c:v>
                </c:pt>
                <c:pt idx="262">
                  <c:v>4.7530155797977951</c:v>
                </c:pt>
                <c:pt idx="263">
                  <c:v>4.7177577225019096</c:v>
                </c:pt>
                <c:pt idx="264">
                  <c:v>4.7014087640418341</c:v>
                </c:pt>
                <c:pt idx="265">
                  <c:v>4.6960426934269686</c:v>
                </c:pt>
                <c:pt idx="266">
                  <c:v>4.696842808991927</c:v>
                </c:pt>
                <c:pt idx="267">
                  <c:v>4.6989814704805966</c:v>
                </c:pt>
                <c:pt idx="268">
                  <c:v>4.7068874472693123</c:v>
                </c:pt>
                <c:pt idx="269">
                  <c:v>4.7249464164127053</c:v>
                </c:pt>
                <c:pt idx="270">
                  <c:v>4.746398436199029</c:v>
                </c:pt>
                <c:pt idx="271">
                  <c:v>4.7572273428027891</c:v>
                </c:pt>
                <c:pt idx="272">
                  <c:v>4.7505266746541039</c:v>
                </c:pt>
                <c:pt idx="273">
                  <c:v>4.744791441513013</c:v>
                </c:pt>
                <c:pt idx="274">
                  <c:v>4.7477972875157874</c:v>
                </c:pt>
                <c:pt idx="275">
                  <c:v>4.7663206159392804</c:v>
                </c:pt>
                <c:pt idx="276">
                  <c:v>4.8173291611615854</c:v>
                </c:pt>
                <c:pt idx="277">
                  <c:v>4.8952179391933646</c:v>
                </c:pt>
                <c:pt idx="278">
                  <c:v>5.2312459114482328</c:v>
                </c:pt>
                <c:pt idx="279">
                  <c:v>5.4082283013907393</c:v>
                </c:pt>
                <c:pt idx="280">
                  <c:v>5.2539706010761567</c:v>
                </c:pt>
                <c:pt idx="281">
                  <c:v>4.9174424119580626</c:v>
                </c:pt>
                <c:pt idx="282">
                  <c:v>4.790042983770805</c:v>
                </c:pt>
                <c:pt idx="283">
                  <c:v>4.7496858226798375</c:v>
                </c:pt>
                <c:pt idx="284">
                  <c:v>4.7114088069850473</c:v>
                </c:pt>
                <c:pt idx="285">
                  <c:v>4.6767658130032999</c:v>
                </c:pt>
                <c:pt idx="286">
                  <c:v>4.6696857534935496</c:v>
                </c:pt>
                <c:pt idx="287">
                  <c:v>4.720889690336489</c:v>
                </c:pt>
                <c:pt idx="288">
                  <c:v>4.7404956410252739</c:v>
                </c:pt>
                <c:pt idx="289">
                  <c:v>4.7072373270998868</c:v>
                </c:pt>
                <c:pt idx="290">
                  <c:v>4.6756538044585545</c:v>
                </c:pt>
                <c:pt idx="291">
                  <c:v>4.631344084405363</c:v>
                </c:pt>
                <c:pt idx="292">
                  <c:v>4.6098412507198949</c:v>
                </c:pt>
                <c:pt idx="293">
                  <c:v>4.6244539830068927</c:v>
                </c:pt>
                <c:pt idx="294">
                  <c:v>4.6332715338743222</c:v>
                </c:pt>
                <c:pt idx="295">
                  <c:v>4.6178605282563954</c:v>
                </c:pt>
                <c:pt idx="296">
                  <c:v>4.6124511446394223</c:v>
                </c:pt>
                <c:pt idx="297">
                  <c:v>4.6347452286511395</c:v>
                </c:pt>
                <c:pt idx="298">
                  <c:v>4.6424895689741961</c:v>
                </c:pt>
                <c:pt idx="299">
                  <c:v>4.6331314793555274</c:v>
                </c:pt>
                <c:pt idx="300">
                  <c:v>4.6401874757549777</c:v>
                </c:pt>
                <c:pt idx="301">
                  <c:v>4.6373975506145406</c:v>
                </c:pt>
                <c:pt idx="302">
                  <c:v>4.6375325235197593</c:v>
                </c:pt>
                <c:pt idx="303">
                  <c:v>4.6233543951901686</c:v>
                </c:pt>
                <c:pt idx="304">
                  <c:v>4.6278199973184346</c:v>
                </c:pt>
                <c:pt idx="305">
                  <c:v>4.6357610801840448</c:v>
                </c:pt>
                <c:pt idx="306">
                  <c:v>4.6366814277998136</c:v>
                </c:pt>
                <c:pt idx="307">
                  <c:v>4.6438394381882544</c:v>
                </c:pt>
                <c:pt idx="308">
                  <c:v>4.6361937509513114</c:v>
                </c:pt>
                <c:pt idx="309">
                  <c:v>4.6302296155723539</c:v>
                </c:pt>
                <c:pt idx="310">
                  <c:v>4.625740794287216</c:v>
                </c:pt>
                <c:pt idx="311">
                  <c:v>4.6190665272682248</c:v>
                </c:pt>
                <c:pt idx="312">
                  <c:v>4.6303837459221837</c:v>
                </c:pt>
                <c:pt idx="313">
                  <c:v>4.6251656951957516</c:v>
                </c:pt>
                <c:pt idx="314">
                  <c:v>4.6196346689626973</c:v>
                </c:pt>
                <c:pt idx="315">
                  <c:v>4.6261790059218688</c:v>
                </c:pt>
                <c:pt idx="316">
                  <c:v>4.6339471200849705</c:v>
                </c:pt>
                <c:pt idx="317">
                  <c:v>4.6394580256332807</c:v>
                </c:pt>
                <c:pt idx="318">
                  <c:v>4.6563998986540165</c:v>
                </c:pt>
                <c:pt idx="319">
                  <c:v>4.6645069451104613</c:v>
                </c:pt>
                <c:pt idx="320">
                  <c:v>4.6816214080984215</c:v>
                </c:pt>
                <c:pt idx="321">
                  <c:v>4.6915761817375872</c:v>
                </c:pt>
                <c:pt idx="322">
                  <c:v>4.7138045611418313</c:v>
                </c:pt>
                <c:pt idx="323">
                  <c:v>4.7598717620220716</c:v>
                </c:pt>
                <c:pt idx="324">
                  <c:v>4.7571711468366837</c:v>
                </c:pt>
                <c:pt idx="325">
                  <c:v>4.715915410935537</c:v>
                </c:pt>
                <c:pt idx="326">
                  <c:v>4.680117113299942</c:v>
                </c:pt>
                <c:pt idx="327">
                  <c:v>4.6751795264890434</c:v>
                </c:pt>
                <c:pt idx="328">
                  <c:v>4.692373941390148</c:v>
                </c:pt>
                <c:pt idx="329">
                  <c:v>4.743092953925272</c:v>
                </c:pt>
                <c:pt idx="330">
                  <c:v>4.8073896204344804</c:v>
                </c:pt>
                <c:pt idx="331">
                  <c:v>4.9394261641547272</c:v>
                </c:pt>
                <c:pt idx="332">
                  <c:v>5.1376029861756276</c:v>
                </c:pt>
                <c:pt idx="333">
                  <c:v>5.1181450822147836</c:v>
                </c:pt>
                <c:pt idx="334">
                  <c:v>4.9622711186373074</c:v>
                </c:pt>
                <c:pt idx="335">
                  <c:v>4.833946610134312</c:v>
                </c:pt>
                <c:pt idx="336">
                  <c:v>4.7490677266960297</c:v>
                </c:pt>
                <c:pt idx="337">
                  <c:v>4.6865905522067797</c:v>
                </c:pt>
                <c:pt idx="338">
                  <c:v>4.6560022862489623</c:v>
                </c:pt>
                <c:pt idx="339">
                  <c:v>4.6444381113145345</c:v>
                </c:pt>
                <c:pt idx="340">
                  <c:v>4.6426133855904519</c:v>
                </c:pt>
                <c:pt idx="341">
                  <c:v>4.6409037983749331</c:v>
                </c:pt>
                <c:pt idx="342">
                  <c:v>4.629666126059325</c:v>
                </c:pt>
                <c:pt idx="343">
                  <c:v>4.6265905748712539</c:v>
                </c:pt>
                <c:pt idx="344">
                  <c:v>4.6240795405529465</c:v>
                </c:pt>
                <c:pt idx="345">
                  <c:v>4.6129933504223466</c:v>
                </c:pt>
                <c:pt idx="346">
                  <c:v>4.6114055728242933</c:v>
                </c:pt>
                <c:pt idx="347">
                  <c:v>4.611849322344165</c:v>
                </c:pt>
                <c:pt idx="348">
                  <c:v>4.6149016961257106</c:v>
                </c:pt>
                <c:pt idx="349">
                  <c:v>4.616166006951552</c:v>
                </c:pt>
                <c:pt idx="350">
                  <c:v>4.6132697720097084</c:v>
                </c:pt>
                <c:pt idx="351">
                  <c:v>4.6150127595022594</c:v>
                </c:pt>
                <c:pt idx="352">
                  <c:v>4.6128833322955387</c:v>
                </c:pt>
                <c:pt idx="353">
                  <c:v>4.6127980139718128</c:v>
                </c:pt>
                <c:pt idx="354">
                  <c:v>4.6148411611057591</c:v>
                </c:pt>
                <c:pt idx="355">
                  <c:v>4.6188959085137782</c:v>
                </c:pt>
                <c:pt idx="356">
                  <c:v>4.6165526539263695</c:v>
                </c:pt>
                <c:pt idx="357">
                  <c:v>4.6168898670000962</c:v>
                </c:pt>
                <c:pt idx="358">
                  <c:v>4.6217787579963838</c:v>
                </c:pt>
                <c:pt idx="359">
                  <c:v>4.6285553580962988</c:v>
                </c:pt>
                <c:pt idx="360">
                  <c:v>4.6237799848004881</c:v>
                </c:pt>
                <c:pt idx="361">
                  <c:v>4.6195533706008849</c:v>
                </c:pt>
                <c:pt idx="362">
                  <c:v>4.6242971582686438</c:v>
                </c:pt>
                <c:pt idx="363">
                  <c:v>4.6301017551368426</c:v>
                </c:pt>
                <c:pt idx="364">
                  <c:v>4.630371653232598</c:v>
                </c:pt>
                <c:pt idx="365">
                  <c:v>4.6294914903251323</c:v>
                </c:pt>
                <c:pt idx="366">
                  <c:v>4.6295002877195293</c:v>
                </c:pt>
                <c:pt idx="367">
                  <c:v>4.6340628967773982</c:v>
                </c:pt>
                <c:pt idx="368">
                  <c:v>4.6344469283912373</c:v>
                </c:pt>
                <c:pt idx="369">
                  <c:v>4.6293037807682156</c:v>
                </c:pt>
                <c:pt idx="370">
                  <c:v>4.6279007752920016</c:v>
                </c:pt>
                <c:pt idx="371">
                  <c:v>4.627946327901971</c:v>
                </c:pt>
                <c:pt idx="372">
                  <c:v>4.6267892737157474</c:v>
                </c:pt>
                <c:pt idx="373">
                  <c:v>4.6244525187626051</c:v>
                </c:pt>
                <c:pt idx="374">
                  <c:v>4.6196457238579605</c:v>
                </c:pt>
                <c:pt idx="375">
                  <c:v>4.6218916062002364</c:v>
                </c:pt>
                <c:pt idx="376">
                  <c:v>4.6223030036749844</c:v>
                </c:pt>
                <c:pt idx="377">
                  <c:v>4.6227561321119328</c:v>
                </c:pt>
                <c:pt idx="378">
                  <c:v>4.6226015156687854</c:v>
                </c:pt>
                <c:pt idx="379">
                  <c:v>4.61752478091804</c:v>
                </c:pt>
                <c:pt idx="380">
                  <c:v>4.6144748957553494</c:v>
                </c:pt>
                <c:pt idx="381">
                  <c:v>4.6161911898657833</c:v>
                </c:pt>
                <c:pt idx="382">
                  <c:v>4.6210635850020347</c:v>
                </c:pt>
                <c:pt idx="383">
                  <c:v>4.6211547319723199</c:v>
                </c:pt>
                <c:pt idx="384">
                  <c:v>4.6223138095592544</c:v>
                </c:pt>
                <c:pt idx="385">
                  <c:v>4.61715068290445</c:v>
                </c:pt>
                <c:pt idx="386">
                  <c:v>4.61624696236409</c:v>
                </c:pt>
                <c:pt idx="387">
                  <c:v>4.6148330048773945</c:v>
                </c:pt>
                <c:pt idx="388">
                  <c:v>4.613655306636014</c:v>
                </c:pt>
                <c:pt idx="389">
                  <c:v>4.612323199957677</c:v>
                </c:pt>
                <c:pt idx="390">
                  <c:v>4.6105201284980231</c:v>
                </c:pt>
                <c:pt idx="391">
                  <c:v>4.6129388393809307</c:v>
                </c:pt>
                <c:pt idx="392">
                  <c:v>4.6158410341847063</c:v>
                </c:pt>
                <c:pt idx="393">
                  <c:v>4.6139746744188708</c:v>
                </c:pt>
                <c:pt idx="394">
                  <c:v>4.6197678972998739</c:v>
                </c:pt>
                <c:pt idx="395">
                  <c:v>4.6220147801593763</c:v>
                </c:pt>
                <c:pt idx="396">
                  <c:v>4.6250161379999239</c:v>
                </c:pt>
                <c:pt idx="397">
                  <c:v>4.6246928665596903</c:v>
                </c:pt>
                <c:pt idx="398">
                  <c:v>4.6203674397280068</c:v>
                </c:pt>
                <c:pt idx="399">
                  <c:v>4.6243017955392496</c:v>
                </c:pt>
                <c:pt idx="400">
                  <c:v>4.6307680131272626</c:v>
                </c:pt>
                <c:pt idx="401">
                  <c:v>4.6367987253977132</c:v>
                </c:pt>
                <c:pt idx="402">
                  <c:v>4.6392403154703876</c:v>
                </c:pt>
                <c:pt idx="403">
                  <c:v>4.6443994832977138</c:v>
                </c:pt>
                <c:pt idx="404">
                  <c:v>4.6471387533394308</c:v>
                </c:pt>
                <c:pt idx="405">
                  <c:v>4.6539070033700876</c:v>
                </c:pt>
                <c:pt idx="406">
                  <c:v>4.6511685862283016</c:v>
                </c:pt>
                <c:pt idx="407">
                  <c:v>4.6422688348933647</c:v>
                </c:pt>
                <c:pt idx="408">
                  <c:v>4.642398920025899</c:v>
                </c:pt>
                <c:pt idx="409">
                  <c:v>4.6405112079401043</c:v>
                </c:pt>
                <c:pt idx="410">
                  <c:v>4.6432812420227014</c:v>
                </c:pt>
                <c:pt idx="411">
                  <c:v>4.6374308793195498</c:v>
                </c:pt>
                <c:pt idx="412">
                  <c:v>4.6179755280941652</c:v>
                </c:pt>
                <c:pt idx="413">
                  <c:v>4.610626153502424</c:v>
                </c:pt>
                <c:pt idx="414">
                  <c:v>4.6213754407047265</c:v>
                </c:pt>
                <c:pt idx="415">
                  <c:v>4.6239220657021614</c:v>
                </c:pt>
                <c:pt idx="416">
                  <c:v>4.6231599131306504</c:v>
                </c:pt>
                <c:pt idx="417">
                  <c:v>4.6133160597239895</c:v>
                </c:pt>
                <c:pt idx="418">
                  <c:v>4.6021304139314223</c:v>
                </c:pt>
                <c:pt idx="419">
                  <c:v>4.5981316276438102</c:v>
                </c:pt>
                <c:pt idx="420">
                  <c:v>4.6088637133306705</c:v>
                </c:pt>
                <c:pt idx="421">
                  <c:v>4.6180233889018512</c:v>
                </c:pt>
                <c:pt idx="422">
                  <c:v>4.612827607511913</c:v>
                </c:pt>
                <c:pt idx="423">
                  <c:v>4.6137879206466677</c:v>
                </c:pt>
                <c:pt idx="424">
                  <c:v>4.624377819937675</c:v>
                </c:pt>
                <c:pt idx="425">
                  <c:v>4.6282860445053915</c:v>
                </c:pt>
                <c:pt idx="426">
                  <c:v>4.6291428600227791</c:v>
                </c:pt>
                <c:pt idx="427">
                  <c:v>4.6310793156378667</c:v>
                </c:pt>
                <c:pt idx="428">
                  <c:v>4.6157433831069028</c:v>
                </c:pt>
                <c:pt idx="429">
                  <c:v>4.6308794597123466</c:v>
                </c:pt>
                <c:pt idx="430">
                  <c:v>4.6409879640908844</c:v>
                </c:pt>
                <c:pt idx="431">
                  <c:v>4.6479363370441042</c:v>
                </c:pt>
                <c:pt idx="432">
                  <c:v>4.6541538910607017</c:v>
                </c:pt>
                <c:pt idx="433">
                  <c:v>4.6546278827421244</c:v>
                </c:pt>
                <c:pt idx="434">
                  <c:v>4.6555504997874309</c:v>
                </c:pt>
                <c:pt idx="435">
                  <c:v>4.6581308859041766</c:v>
                </c:pt>
                <c:pt idx="436">
                  <c:v>4.5906458550435127</c:v>
                </c:pt>
                <c:pt idx="437">
                  <c:v>4.6278690659039947</c:v>
                </c:pt>
                <c:pt idx="438">
                  <c:v>4.650938768464985</c:v>
                </c:pt>
                <c:pt idx="439">
                  <c:v>4.6040210101460497</c:v>
                </c:pt>
                <c:pt idx="440">
                  <c:v>4.6087208011497802</c:v>
                </c:pt>
                <c:pt idx="441">
                  <c:v>4.5919441931471212</c:v>
                </c:pt>
                <c:pt idx="442">
                  <c:v>4.6073518035672443</c:v>
                </c:pt>
                <c:pt idx="443">
                  <c:v>4.6127230422785477</c:v>
                </c:pt>
                <c:pt idx="444">
                  <c:v>4.6310801118766136</c:v>
                </c:pt>
                <c:pt idx="445">
                  <c:v>4.6170385832246632</c:v>
                </c:pt>
                <c:pt idx="446">
                  <c:v>4.6028298127502927</c:v>
                </c:pt>
                <c:pt idx="447">
                  <c:v>4.6140634848608473</c:v>
                </c:pt>
                <c:pt idx="448">
                  <c:v>4.5992077282813506</c:v>
                </c:pt>
                <c:pt idx="449">
                  <c:v>4.6038587466796539</c:v>
                </c:pt>
                <c:pt idx="450">
                  <c:v>4.61679836962512</c:v>
                </c:pt>
                <c:pt idx="451">
                  <c:v>4.6181366769754231</c:v>
                </c:pt>
                <c:pt idx="452">
                  <c:v>4.6166679504898145</c:v>
                </c:pt>
                <c:pt idx="453">
                  <c:v>4.6135257254898026</c:v>
                </c:pt>
                <c:pt idx="454">
                  <c:v>4.6081001509394302</c:v>
                </c:pt>
                <c:pt idx="455">
                  <c:v>4.6073449147601071</c:v>
                </c:pt>
                <c:pt idx="456">
                  <c:v>4.6046385182700709</c:v>
                </c:pt>
                <c:pt idx="457">
                  <c:v>4.6088685779915552</c:v>
                </c:pt>
                <c:pt idx="458">
                  <c:v>4.6075580540056231</c:v>
                </c:pt>
                <c:pt idx="459">
                  <c:v>4.6082353348330054</c:v>
                </c:pt>
                <c:pt idx="460">
                  <c:v>4.605403962781832</c:v>
                </c:pt>
                <c:pt idx="461">
                  <c:v>4.6006761133087695</c:v>
                </c:pt>
                <c:pt idx="462">
                  <c:v>4.6040344813426053</c:v>
                </c:pt>
                <c:pt idx="463">
                  <c:v>4.601608850153414</c:v>
                </c:pt>
                <c:pt idx="464">
                  <c:v>4.6051047809186363</c:v>
                </c:pt>
                <c:pt idx="465">
                  <c:v>4.616416424037511</c:v>
                </c:pt>
                <c:pt idx="466">
                  <c:v>4.6101799489130828</c:v>
                </c:pt>
                <c:pt idx="467">
                  <c:v>4.6111030319220756</c:v>
                </c:pt>
                <c:pt idx="468">
                  <c:v>4.6130504320922263</c:v>
                </c:pt>
                <c:pt idx="469">
                  <c:v>4.6169722956034258</c:v>
                </c:pt>
                <c:pt idx="470">
                  <c:v>4.6091212570516333</c:v>
                </c:pt>
                <c:pt idx="471">
                  <c:v>4.604641472479841</c:v>
                </c:pt>
                <c:pt idx="472">
                  <c:v>4.605493112072601</c:v>
                </c:pt>
                <c:pt idx="473">
                  <c:v>4.6009425514377682</c:v>
                </c:pt>
                <c:pt idx="474">
                  <c:v>4.5987861979602807</c:v>
                </c:pt>
                <c:pt idx="475">
                  <c:v>4.6051248975028996</c:v>
                </c:pt>
                <c:pt idx="476">
                  <c:v>4.6156435446091715</c:v>
                </c:pt>
                <c:pt idx="477">
                  <c:v>4.6158266168954825</c:v>
                </c:pt>
                <c:pt idx="478">
                  <c:v>4.6114129119387375</c:v>
                </c:pt>
                <c:pt idx="479">
                  <c:v>4.6054349184269805</c:v>
                </c:pt>
                <c:pt idx="480">
                  <c:v>4.6060418514119483</c:v>
                </c:pt>
                <c:pt idx="481">
                  <c:v>4.6117177394179567</c:v>
                </c:pt>
                <c:pt idx="482">
                  <c:v>4.6048347818019542</c:v>
                </c:pt>
                <c:pt idx="483">
                  <c:v>4.6040755085132528</c:v>
                </c:pt>
                <c:pt idx="484">
                  <c:v>4.6097876753335614</c:v>
                </c:pt>
                <c:pt idx="485">
                  <c:v>4.6058863973524788</c:v>
                </c:pt>
                <c:pt idx="486">
                  <c:v>4.6059409863030227</c:v>
                </c:pt>
                <c:pt idx="487">
                  <c:v>4.6086787250016812</c:v>
                </c:pt>
                <c:pt idx="488">
                  <c:v>4.6111960323095191</c:v>
                </c:pt>
                <c:pt idx="489">
                  <c:v>4.6120200216171359</c:v>
                </c:pt>
                <c:pt idx="490">
                  <c:v>4.6107125864112879</c:v>
                </c:pt>
                <c:pt idx="491">
                  <c:v>4.6101539526126407</c:v>
                </c:pt>
                <c:pt idx="492">
                  <c:v>4.615412504157141</c:v>
                </c:pt>
                <c:pt idx="493">
                  <c:v>4.6193433648679658</c:v>
                </c:pt>
                <c:pt idx="494">
                  <c:v>4.6214977349244268</c:v>
                </c:pt>
                <c:pt idx="495">
                  <c:v>4.6186504418260217</c:v>
                </c:pt>
                <c:pt idx="496">
                  <c:v>4.6210705558187817</c:v>
                </c:pt>
                <c:pt idx="497">
                  <c:v>4.6182125149883744</c:v>
                </c:pt>
                <c:pt idx="498">
                  <c:v>4.6195579556835575</c:v>
                </c:pt>
                <c:pt idx="499">
                  <c:v>4.6227827091895133</c:v>
                </c:pt>
                <c:pt idx="500">
                  <c:v>4.6282227748377576</c:v>
                </c:pt>
                <c:pt idx="501">
                  <c:v>4.6282245015127934</c:v>
                </c:pt>
                <c:pt idx="502">
                  <c:v>4.6287178951765702</c:v>
                </c:pt>
                <c:pt idx="503">
                  <c:v>4.6341623103162481</c:v>
                </c:pt>
                <c:pt idx="504">
                  <c:v>4.6336328801392881</c:v>
                </c:pt>
                <c:pt idx="505">
                  <c:v>4.6363509917019394</c:v>
                </c:pt>
                <c:pt idx="506">
                  <c:v>4.6390377040220132</c:v>
                </c:pt>
                <c:pt idx="507">
                  <c:v>4.6499582675467162</c:v>
                </c:pt>
                <c:pt idx="508">
                  <c:v>4.6697953899029052</c:v>
                </c:pt>
                <c:pt idx="509">
                  <c:v>4.6876012505540867</c:v>
                </c:pt>
                <c:pt idx="510">
                  <c:v>4.7035212480633799</c:v>
                </c:pt>
                <c:pt idx="511">
                  <c:v>4.7171635077161795</c:v>
                </c:pt>
                <c:pt idx="512">
                  <c:v>4.7184386587212179</c:v>
                </c:pt>
                <c:pt idx="513">
                  <c:v>4.7079108556148963</c:v>
                </c:pt>
                <c:pt idx="514">
                  <c:v>4.7130550231392343</c:v>
                </c:pt>
                <c:pt idx="515">
                  <c:v>4.7125331915252993</c:v>
                </c:pt>
                <c:pt idx="516">
                  <c:v>4.7110686967355049</c:v>
                </c:pt>
                <c:pt idx="517">
                  <c:v>4.7063984552849014</c:v>
                </c:pt>
                <c:pt idx="518">
                  <c:v>4.7043117968347037</c:v>
                </c:pt>
                <c:pt idx="519">
                  <c:v>4.708053844586602</c:v>
                </c:pt>
                <c:pt idx="520">
                  <c:v>4.7043604300237947</c:v>
                </c:pt>
                <c:pt idx="521">
                  <c:v>4.6966572823816879</c:v>
                </c:pt>
                <c:pt idx="522">
                  <c:v>4.689841383277245</c:v>
                </c:pt>
                <c:pt idx="523">
                  <c:v>4.6908066632121237</c:v>
                </c:pt>
                <c:pt idx="524">
                  <c:v>4.6841746624544145</c:v>
                </c:pt>
                <c:pt idx="525">
                  <c:v>4.6871006281160668</c:v>
                </c:pt>
                <c:pt idx="526">
                  <c:v>4.6917904087287328</c:v>
                </c:pt>
                <c:pt idx="527">
                  <c:v>4.6993253322969704</c:v>
                </c:pt>
                <c:pt idx="528">
                  <c:v>4.6948780734815632</c:v>
                </c:pt>
                <c:pt idx="529">
                  <c:v>4.6991202844176732</c:v>
                </c:pt>
                <c:pt idx="530">
                  <c:v>4.7166573026604279</c:v>
                </c:pt>
                <c:pt idx="531">
                  <c:v>4.7257646158419426</c:v>
                </c:pt>
                <c:pt idx="532">
                  <c:v>4.728905041103812</c:v>
                </c:pt>
                <c:pt idx="533">
                  <c:v>4.723141071795804</c:v>
                </c:pt>
                <c:pt idx="534">
                  <c:v>4.7218701793260873</c:v>
                </c:pt>
                <c:pt idx="535">
                  <c:v>4.7282627060618161</c:v>
                </c:pt>
                <c:pt idx="536">
                  <c:v>4.7282828178000571</c:v>
                </c:pt>
                <c:pt idx="537">
                  <c:v>4.7295711977005341</c:v>
                </c:pt>
                <c:pt idx="538">
                  <c:v>4.7463540496165884</c:v>
                </c:pt>
                <c:pt idx="539">
                  <c:v>4.7539178524957881</c:v>
                </c:pt>
                <c:pt idx="540">
                  <c:v>4.7605187015308301</c:v>
                </c:pt>
                <c:pt idx="541">
                  <c:v>4.7568778566183365</c:v>
                </c:pt>
                <c:pt idx="542">
                  <c:v>4.7610982440520075</c:v>
                </c:pt>
                <c:pt idx="543">
                  <c:v>4.7702007261220229</c:v>
                </c:pt>
                <c:pt idx="544">
                  <c:v>4.7803460841276637</c:v>
                </c:pt>
                <c:pt idx="545">
                  <c:v>4.7829523077444263</c:v>
                </c:pt>
                <c:pt idx="546">
                  <c:v>4.7965726067150785</c:v>
                </c:pt>
                <c:pt idx="547">
                  <c:v>4.8028048359783968</c:v>
                </c:pt>
                <c:pt idx="548">
                  <c:v>4.8090285243137316</c:v>
                </c:pt>
                <c:pt idx="549">
                  <c:v>4.8302826236013034</c:v>
                </c:pt>
                <c:pt idx="550">
                  <c:v>4.8358425052879799</c:v>
                </c:pt>
                <c:pt idx="551">
                  <c:v>4.8259291360636629</c:v>
                </c:pt>
                <c:pt idx="552">
                  <c:v>4.8337574452796108</c:v>
                </c:pt>
                <c:pt idx="553">
                  <c:v>4.8432871407501992</c:v>
                </c:pt>
                <c:pt idx="554">
                  <c:v>4.8402543955957436</c:v>
                </c:pt>
                <c:pt idx="555">
                  <c:v>4.8275472601991325</c:v>
                </c:pt>
                <c:pt idx="556">
                  <c:v>4.839258614050733</c:v>
                </c:pt>
                <c:pt idx="557">
                  <c:v>4.8456813441798348</c:v>
                </c:pt>
                <c:pt idx="558">
                  <c:v>4.8338044442408616</c:v>
                </c:pt>
                <c:pt idx="559">
                  <c:v>4.8133478242820971</c:v>
                </c:pt>
                <c:pt idx="560">
                  <c:v>4.7925625694546836</c:v>
                </c:pt>
                <c:pt idx="561">
                  <c:v>4.7935006043064412</c:v>
                </c:pt>
                <c:pt idx="562">
                  <c:v>4.7817993063239612</c:v>
                </c:pt>
                <c:pt idx="563">
                  <c:v>4.7703573972786408</c:v>
                </c:pt>
                <c:pt idx="564">
                  <c:v>4.7358034031065124</c:v>
                </c:pt>
                <c:pt idx="565">
                  <c:v>4.7079663000747685</c:v>
                </c:pt>
                <c:pt idx="566">
                  <c:v>4.6843010526813025</c:v>
                </c:pt>
                <c:pt idx="567">
                  <c:v>4.685870716593401</c:v>
                </c:pt>
                <c:pt idx="568">
                  <c:v>4.7166472110052959</c:v>
                </c:pt>
                <c:pt idx="569">
                  <c:v>4.6827945749361461</c:v>
                </c:pt>
                <c:pt idx="570">
                  <c:v>4.6579674213697837</c:v>
                </c:pt>
                <c:pt idx="571">
                  <c:v>4.6517206093069392</c:v>
                </c:pt>
                <c:pt idx="572">
                  <c:v>4.6342111701500768</c:v>
                </c:pt>
                <c:pt idx="573">
                  <c:v>4.5801383165115217</c:v>
                </c:pt>
                <c:pt idx="574">
                  <c:v>4.5629656714338402</c:v>
                </c:pt>
                <c:pt idx="575">
                  <c:v>4.6456988912539465</c:v>
                </c:pt>
                <c:pt idx="576">
                  <c:v>4.6498704725328048</c:v>
                </c:pt>
                <c:pt idx="577">
                  <c:v>4.6159223638592772</c:v>
                </c:pt>
                <c:pt idx="578">
                  <c:v>4.5944778002374758</c:v>
                </c:pt>
                <c:pt idx="579">
                  <c:v>4.6030141328873562</c:v>
                </c:pt>
                <c:pt idx="580">
                  <c:v>4.6139686027256532</c:v>
                </c:pt>
                <c:pt idx="581">
                  <c:v>4.6118068130362229</c:v>
                </c:pt>
                <c:pt idx="582">
                  <c:v>4.6248118252249384</c:v>
                </c:pt>
                <c:pt idx="583">
                  <c:v>4.7480892536517239</c:v>
                </c:pt>
                <c:pt idx="584">
                  <c:v>4.5767713687815244</c:v>
                </c:pt>
                <c:pt idx="585">
                  <c:v>4.6040924606449307</c:v>
                </c:pt>
                <c:pt idx="586">
                  <c:v>4.6103914964266473</c:v>
                </c:pt>
                <c:pt idx="587">
                  <c:v>4.4544324553354793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E-1251-45ED-B486-8EADCA04E34F}"/>
            </c:ext>
          </c:extLst>
        </c:ser>
        <c:ser>
          <c:idx val="15"/>
          <c:order val="15"/>
          <c:tx>
            <c:strRef>
              <c:f>'Fully separated 3%'!$O$1</c:f>
              <c:strCache>
                <c:ptCount val="1"/>
                <c:pt idx="0">
                  <c:v>3E_12/O-PTIR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3%'!$A$2:$A$589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3%'!$O$2:$O$589</c:f>
              <c:numCache>
                <c:formatCode>General</c:formatCode>
                <c:ptCount val="588"/>
                <c:pt idx="0">
                  <c:v>4.3592558266277672</c:v>
                </c:pt>
                <c:pt idx="1">
                  <c:v>4.4433141752815324</c:v>
                </c:pt>
                <c:pt idx="2">
                  <c:v>4.4385780014051619</c:v>
                </c:pt>
                <c:pt idx="3">
                  <c:v>4.4076167105047519</c:v>
                </c:pt>
                <c:pt idx="4">
                  <c:v>4.4473337840566352</c:v>
                </c:pt>
                <c:pt idx="5">
                  <c:v>4.4519197248586488</c:v>
                </c:pt>
                <c:pt idx="6">
                  <c:v>4.4493010839260698</c:v>
                </c:pt>
                <c:pt idx="7">
                  <c:v>4.4779915812846607</c:v>
                </c:pt>
                <c:pt idx="8">
                  <c:v>4.4626467080363588</c:v>
                </c:pt>
                <c:pt idx="9">
                  <c:v>4.4584876146634187</c:v>
                </c:pt>
                <c:pt idx="10">
                  <c:v>4.4722343924319636</c:v>
                </c:pt>
                <c:pt idx="11">
                  <c:v>4.4832647058517603</c:v>
                </c:pt>
                <c:pt idx="12">
                  <c:v>4.4815772817195345</c:v>
                </c:pt>
                <c:pt idx="13">
                  <c:v>4.5008895346707138</c:v>
                </c:pt>
                <c:pt idx="14">
                  <c:v>4.5140146669318728</c:v>
                </c:pt>
                <c:pt idx="15">
                  <c:v>4.4914629257306853</c:v>
                </c:pt>
                <c:pt idx="16">
                  <c:v>4.4961642429044746</c:v>
                </c:pt>
                <c:pt idx="17">
                  <c:v>4.5020016697122616</c:v>
                </c:pt>
                <c:pt idx="18">
                  <c:v>4.4834379239074895</c:v>
                </c:pt>
                <c:pt idx="19">
                  <c:v>4.481170103713553</c:v>
                </c:pt>
                <c:pt idx="20">
                  <c:v>4.4818391891534235</c:v>
                </c:pt>
                <c:pt idx="21">
                  <c:v>4.4869517150118892</c:v>
                </c:pt>
                <c:pt idx="22">
                  <c:v>4.4848021136127842</c:v>
                </c:pt>
                <c:pt idx="23">
                  <c:v>4.498370613306915</c:v>
                </c:pt>
                <c:pt idx="24">
                  <c:v>4.5042160725783367</c:v>
                </c:pt>
                <c:pt idx="25">
                  <c:v>4.4933668507622579</c:v>
                </c:pt>
                <c:pt idx="26">
                  <c:v>4.4896945196292037</c:v>
                </c:pt>
                <c:pt idx="27">
                  <c:v>4.4777657043621133</c:v>
                </c:pt>
                <c:pt idx="28">
                  <c:v>4.4641709619158361</c:v>
                </c:pt>
                <c:pt idx="29">
                  <c:v>4.4538989036727319</c:v>
                </c:pt>
                <c:pt idx="30">
                  <c:v>4.4618641929413947</c:v>
                </c:pt>
                <c:pt idx="31">
                  <c:v>4.483149101941672</c:v>
                </c:pt>
                <c:pt idx="32">
                  <c:v>4.5080209465848107</c:v>
                </c:pt>
                <c:pt idx="33">
                  <c:v>4.5346798410242535</c:v>
                </c:pt>
                <c:pt idx="34">
                  <c:v>4.5385542189561754</c:v>
                </c:pt>
                <c:pt idx="35">
                  <c:v>4.5317441778218717</c:v>
                </c:pt>
                <c:pt idx="36">
                  <c:v>4.5143125326427187</c:v>
                </c:pt>
                <c:pt idx="37">
                  <c:v>4.5097057052682219</c:v>
                </c:pt>
                <c:pt idx="38">
                  <c:v>4.5231529378764641</c:v>
                </c:pt>
                <c:pt idx="39">
                  <c:v>4.5419587122123151</c:v>
                </c:pt>
                <c:pt idx="40">
                  <c:v>4.5594990556943289</c:v>
                </c:pt>
                <c:pt idx="41">
                  <c:v>4.5970747038765829</c:v>
                </c:pt>
                <c:pt idx="42">
                  <c:v>4.6356860775677102</c:v>
                </c:pt>
                <c:pt idx="43">
                  <c:v>4.6730926972885767</c:v>
                </c:pt>
                <c:pt idx="44">
                  <c:v>4.6899335952186165</c:v>
                </c:pt>
                <c:pt idx="45">
                  <c:v>4.7132105190832254</c:v>
                </c:pt>
                <c:pt idx="46">
                  <c:v>4.7422516890999695</c:v>
                </c:pt>
                <c:pt idx="47">
                  <c:v>4.7270836817438502</c:v>
                </c:pt>
                <c:pt idx="48">
                  <c:v>4.6983354077122517</c:v>
                </c:pt>
                <c:pt idx="49">
                  <c:v>4.6468774808899598</c:v>
                </c:pt>
                <c:pt idx="50">
                  <c:v>4.5841003103304763</c:v>
                </c:pt>
                <c:pt idx="51">
                  <c:v>4.5336081427915458</c:v>
                </c:pt>
                <c:pt idx="52">
                  <c:v>4.5088965790257465</c:v>
                </c:pt>
                <c:pt idx="53">
                  <c:v>4.4927419872130114</c:v>
                </c:pt>
                <c:pt idx="54">
                  <c:v>4.4833538430831075</c:v>
                </c:pt>
                <c:pt idx="55">
                  <c:v>4.4827294707276799</c:v>
                </c:pt>
                <c:pt idx="56">
                  <c:v>4.4867277884177428</c:v>
                </c:pt>
                <c:pt idx="57">
                  <c:v>4.4880468244088432</c:v>
                </c:pt>
                <c:pt idx="58">
                  <c:v>4.4951480423499222</c:v>
                </c:pt>
                <c:pt idx="59">
                  <c:v>4.4992162829248663</c:v>
                </c:pt>
                <c:pt idx="60">
                  <c:v>4.5065198438257923</c:v>
                </c:pt>
                <c:pt idx="61">
                  <c:v>4.523225706796123</c:v>
                </c:pt>
                <c:pt idx="62">
                  <c:v>4.5444228004543028</c:v>
                </c:pt>
                <c:pt idx="63">
                  <c:v>4.565028063347591</c:v>
                </c:pt>
                <c:pt idx="64">
                  <c:v>4.5848027897266297</c:v>
                </c:pt>
                <c:pt idx="65">
                  <c:v>4.589060443306467</c:v>
                </c:pt>
                <c:pt idx="66">
                  <c:v>4.6009772676656127</c:v>
                </c:pt>
                <c:pt idx="67">
                  <c:v>4.6078762004343545</c:v>
                </c:pt>
                <c:pt idx="68">
                  <c:v>4.6022275870860643</c:v>
                </c:pt>
                <c:pt idx="69">
                  <c:v>4.59392782733185</c:v>
                </c:pt>
                <c:pt idx="70">
                  <c:v>4.5778411575115268</c:v>
                </c:pt>
                <c:pt idx="71">
                  <c:v>4.5573072910845784</c:v>
                </c:pt>
                <c:pt idx="72">
                  <c:v>4.5400703898079477</c:v>
                </c:pt>
                <c:pt idx="73">
                  <c:v>4.5180537175917541</c:v>
                </c:pt>
                <c:pt idx="74">
                  <c:v>4.502423186243707</c:v>
                </c:pt>
                <c:pt idx="75">
                  <c:v>4.4934554606825934</c:v>
                </c:pt>
                <c:pt idx="76">
                  <c:v>4.4872553016860435</c:v>
                </c:pt>
                <c:pt idx="77">
                  <c:v>4.4807630846232183</c:v>
                </c:pt>
                <c:pt idx="78">
                  <c:v>4.4747061447422212</c:v>
                </c:pt>
                <c:pt idx="79">
                  <c:v>4.4662811883515641</c:v>
                </c:pt>
                <c:pt idx="80">
                  <c:v>4.4636983684506095</c:v>
                </c:pt>
                <c:pt idx="81">
                  <c:v>4.4633306593127058</c:v>
                </c:pt>
                <c:pt idx="82">
                  <c:v>4.4573920826953115</c:v>
                </c:pt>
                <c:pt idx="83">
                  <c:v>4.4510502323404557</c:v>
                </c:pt>
                <c:pt idx="84">
                  <c:v>4.4493307144708822</c:v>
                </c:pt>
                <c:pt idx="85">
                  <c:v>4.4491480084286552</c:v>
                </c:pt>
                <c:pt idx="86">
                  <c:v>4.4511457875969285</c:v>
                </c:pt>
                <c:pt idx="87">
                  <c:v>4.4557264300067878</c:v>
                </c:pt>
                <c:pt idx="88">
                  <c:v>4.4490810038129354</c:v>
                </c:pt>
                <c:pt idx="89">
                  <c:v>4.4433815482926162</c:v>
                </c:pt>
                <c:pt idx="90">
                  <c:v>4.4479981453677135</c:v>
                </c:pt>
                <c:pt idx="91">
                  <c:v>4.4462876026205018</c:v>
                </c:pt>
                <c:pt idx="92">
                  <c:v>4.4350037826258166</c:v>
                </c:pt>
                <c:pt idx="93">
                  <c:v>4.4282870701230612</c:v>
                </c:pt>
                <c:pt idx="94">
                  <c:v>4.43056621125102</c:v>
                </c:pt>
                <c:pt idx="95">
                  <c:v>4.4320509384749114</c:v>
                </c:pt>
                <c:pt idx="96">
                  <c:v>4.4286629760578267</c:v>
                </c:pt>
                <c:pt idx="97">
                  <c:v>4.4254707453484814</c:v>
                </c:pt>
                <c:pt idx="98">
                  <c:v>4.4250004290722487</c:v>
                </c:pt>
                <c:pt idx="99">
                  <c:v>4.425991625694361</c:v>
                </c:pt>
                <c:pt idx="100">
                  <c:v>4.4268970259254417</c:v>
                </c:pt>
                <c:pt idx="101">
                  <c:v>4.4263019319721995</c:v>
                </c:pt>
                <c:pt idx="102">
                  <c:v>4.4263467100675893</c:v>
                </c:pt>
                <c:pt idx="103">
                  <c:v>4.4347764610155647</c:v>
                </c:pt>
                <c:pt idx="104">
                  <c:v>4.4416444124564904</c:v>
                </c:pt>
                <c:pt idx="105">
                  <c:v>4.4427107617329735</c:v>
                </c:pt>
                <c:pt idx="106">
                  <c:v>4.4566461543164557</c:v>
                </c:pt>
                <c:pt idx="107">
                  <c:v>4.4816792116605022</c:v>
                </c:pt>
                <c:pt idx="108">
                  <c:v>4.5161042632271853</c:v>
                </c:pt>
                <c:pt idx="109">
                  <c:v>4.550976077242944</c:v>
                </c:pt>
                <c:pt idx="110">
                  <c:v>4.567010478262131</c:v>
                </c:pt>
                <c:pt idx="111">
                  <c:v>4.55315092455968</c:v>
                </c:pt>
                <c:pt idx="112">
                  <c:v>4.5217138700074635</c:v>
                </c:pt>
                <c:pt idx="113">
                  <c:v>4.4987294737326309</c:v>
                </c:pt>
                <c:pt idx="114">
                  <c:v>4.4854103271362398</c:v>
                </c:pt>
                <c:pt idx="115">
                  <c:v>4.4756034980627897</c:v>
                </c:pt>
                <c:pt idx="116">
                  <c:v>4.4795891602885636</c:v>
                </c:pt>
                <c:pt idx="117">
                  <c:v>4.4859429834927678</c:v>
                </c:pt>
                <c:pt idx="118">
                  <c:v>4.4984616214088389</c:v>
                </c:pt>
                <c:pt idx="119">
                  <c:v>4.5141278726603717</c:v>
                </c:pt>
                <c:pt idx="120">
                  <c:v>4.5283393811813131</c:v>
                </c:pt>
                <c:pt idx="121">
                  <c:v>4.5515999511811138</c:v>
                </c:pt>
                <c:pt idx="122">
                  <c:v>4.5811159900462179</c:v>
                </c:pt>
                <c:pt idx="123">
                  <c:v>4.6083252093728104</c:v>
                </c:pt>
                <c:pt idx="124">
                  <c:v>4.6057588372413685</c:v>
                </c:pt>
                <c:pt idx="125">
                  <c:v>4.5940026910486802</c:v>
                </c:pt>
                <c:pt idx="126">
                  <c:v>4.5745985126188851</c:v>
                </c:pt>
                <c:pt idx="127">
                  <c:v>4.5447404005991876</c:v>
                </c:pt>
                <c:pt idx="128">
                  <c:v>4.5359194986494487</c:v>
                </c:pt>
                <c:pt idx="129">
                  <c:v>4.5359768383044274</c:v>
                </c:pt>
                <c:pt idx="130">
                  <c:v>4.5293585939097287</c:v>
                </c:pt>
                <c:pt idx="131">
                  <c:v>4.5187979267922422</c:v>
                </c:pt>
                <c:pt idx="132">
                  <c:v>4.5131338408386403</c:v>
                </c:pt>
                <c:pt idx="133">
                  <c:v>4.4948589458934407</c:v>
                </c:pt>
                <c:pt idx="134">
                  <c:v>4.4769373421028575</c:v>
                </c:pt>
                <c:pt idx="135">
                  <c:v>4.4673580585662531</c:v>
                </c:pt>
                <c:pt idx="136">
                  <c:v>4.4683876224820684</c:v>
                </c:pt>
                <c:pt idx="137">
                  <c:v>4.4682917457825813</c:v>
                </c:pt>
                <c:pt idx="138">
                  <c:v>4.4642511565302954</c:v>
                </c:pt>
                <c:pt idx="139">
                  <c:v>4.4642294284272239</c:v>
                </c:pt>
                <c:pt idx="140">
                  <c:v>4.4642095784181688</c:v>
                </c:pt>
                <c:pt idx="141">
                  <c:v>4.4641913897999732</c:v>
                </c:pt>
                <c:pt idx="142">
                  <c:v>4.4688432553136481</c:v>
                </c:pt>
                <c:pt idx="143">
                  <c:v>4.4646258001691788</c:v>
                </c:pt>
                <c:pt idx="144">
                  <c:v>4.4663915047046547</c:v>
                </c:pt>
                <c:pt idx="145">
                  <c:v>4.4489526974862095</c:v>
                </c:pt>
                <c:pt idx="146">
                  <c:v>4.4416178879902422</c:v>
                </c:pt>
                <c:pt idx="147">
                  <c:v>4.4484367272726644</c:v>
                </c:pt>
                <c:pt idx="148">
                  <c:v>4.4490923735051675</c:v>
                </c:pt>
                <c:pt idx="149">
                  <c:v>4.4495262132227298</c:v>
                </c:pt>
                <c:pt idx="150">
                  <c:v>4.4410242260836865</c:v>
                </c:pt>
                <c:pt idx="151">
                  <c:v>4.4302599230108592</c:v>
                </c:pt>
                <c:pt idx="152">
                  <c:v>4.4340400061763292</c:v>
                </c:pt>
                <c:pt idx="153">
                  <c:v>4.4429466900702224</c:v>
                </c:pt>
                <c:pt idx="154">
                  <c:v>4.4525124368830395</c:v>
                </c:pt>
                <c:pt idx="155">
                  <c:v>4.4552093762774652</c:v>
                </c:pt>
                <c:pt idx="156">
                  <c:v>4.438935027077493</c:v>
                </c:pt>
                <c:pt idx="157">
                  <c:v>4.4372550719806982</c:v>
                </c:pt>
                <c:pt idx="158">
                  <c:v>4.4466610760623455</c:v>
                </c:pt>
                <c:pt idx="159">
                  <c:v>4.4472254758194536</c:v>
                </c:pt>
                <c:pt idx="160">
                  <c:v>4.4432636401056405</c:v>
                </c:pt>
                <c:pt idx="161">
                  <c:v>4.439739898714679</c:v>
                </c:pt>
                <c:pt idx="162">
                  <c:v>4.4426086331474464</c:v>
                </c:pt>
                <c:pt idx="163">
                  <c:v>4.4492754190490054</c:v>
                </c:pt>
                <c:pt idx="164">
                  <c:v>4.4522454297015548</c:v>
                </c:pt>
                <c:pt idx="165">
                  <c:v>4.4568751337058474</c:v>
                </c:pt>
                <c:pt idx="166">
                  <c:v>4.4591793600299301</c:v>
                </c:pt>
                <c:pt idx="167">
                  <c:v>4.4665241848234061</c:v>
                </c:pt>
                <c:pt idx="168">
                  <c:v>4.4744351429992344</c:v>
                </c:pt>
                <c:pt idx="169">
                  <c:v>4.4764318819923608</c:v>
                </c:pt>
                <c:pt idx="170">
                  <c:v>4.4868773858295095</c:v>
                </c:pt>
                <c:pt idx="171">
                  <c:v>4.4840680533434183</c:v>
                </c:pt>
                <c:pt idx="172">
                  <c:v>4.486613788111006</c:v>
                </c:pt>
                <c:pt idx="173">
                  <c:v>4.4959607225241491</c:v>
                </c:pt>
                <c:pt idx="174">
                  <c:v>4.491342590468367</c:v>
                </c:pt>
                <c:pt idx="175">
                  <c:v>4.4902350856509115</c:v>
                </c:pt>
                <c:pt idx="176">
                  <c:v>4.4976149188391785</c:v>
                </c:pt>
                <c:pt idx="177">
                  <c:v>4.5031331274518518</c:v>
                </c:pt>
                <c:pt idx="178">
                  <c:v>4.5062922477248772</c:v>
                </c:pt>
                <c:pt idx="179">
                  <c:v>4.5135096980151959</c:v>
                </c:pt>
                <c:pt idx="180">
                  <c:v>4.5258245410602784</c:v>
                </c:pt>
                <c:pt idx="181">
                  <c:v>4.5288708095532924</c:v>
                </c:pt>
                <c:pt idx="182">
                  <c:v>4.5407792258299997</c:v>
                </c:pt>
                <c:pt idx="183">
                  <c:v>4.5406321421748377</c:v>
                </c:pt>
                <c:pt idx="184">
                  <c:v>4.5415124770742512</c:v>
                </c:pt>
                <c:pt idx="185">
                  <c:v>4.5528647608192374</c:v>
                </c:pt>
                <c:pt idx="186">
                  <c:v>4.5642240946402204</c:v>
                </c:pt>
                <c:pt idx="187">
                  <c:v>4.5724492073807594</c:v>
                </c:pt>
                <c:pt idx="188">
                  <c:v>4.577875613313271</c:v>
                </c:pt>
                <c:pt idx="189">
                  <c:v>4.5808503842118062</c:v>
                </c:pt>
                <c:pt idx="190">
                  <c:v>4.5723218437127597</c:v>
                </c:pt>
                <c:pt idx="191">
                  <c:v>4.5627380455270794</c:v>
                </c:pt>
                <c:pt idx="192">
                  <c:v>4.5572207398442215</c:v>
                </c:pt>
                <c:pt idx="193">
                  <c:v>4.5649650749636894</c:v>
                </c:pt>
                <c:pt idx="194">
                  <c:v>4.5713538451634577</c:v>
                </c:pt>
                <c:pt idx="195">
                  <c:v>4.5795424217519578</c:v>
                </c:pt>
                <c:pt idx="196">
                  <c:v>4.5899224884595462</c:v>
                </c:pt>
                <c:pt idx="197">
                  <c:v>4.5813820726275711</c:v>
                </c:pt>
                <c:pt idx="198">
                  <c:v>4.5745745019092414</c:v>
                </c:pt>
                <c:pt idx="199">
                  <c:v>4.5660573166555505</c:v>
                </c:pt>
                <c:pt idx="200">
                  <c:v>4.5531786047760914</c:v>
                </c:pt>
                <c:pt idx="201">
                  <c:v>4.5489380418517937</c:v>
                </c:pt>
                <c:pt idx="202">
                  <c:v>4.5514394030365493</c:v>
                </c:pt>
                <c:pt idx="203">
                  <c:v>4.5568897474443189</c:v>
                </c:pt>
                <c:pt idx="204">
                  <c:v>4.5607399413040728</c:v>
                </c:pt>
                <c:pt idx="205">
                  <c:v>4.5671953549476338</c:v>
                </c:pt>
                <c:pt idx="206">
                  <c:v>4.5752147441590987</c:v>
                </c:pt>
                <c:pt idx="207">
                  <c:v>4.5813693449288975</c:v>
                </c:pt>
                <c:pt idx="208">
                  <c:v>4.5793626881546823</c:v>
                </c:pt>
                <c:pt idx="209">
                  <c:v>4.5835272316119866</c:v>
                </c:pt>
                <c:pt idx="210">
                  <c:v>4.5887736727971893</c:v>
                </c:pt>
                <c:pt idx="211">
                  <c:v>4.5955149612436523</c:v>
                </c:pt>
                <c:pt idx="212">
                  <c:v>4.6007219335607772</c:v>
                </c:pt>
                <c:pt idx="213">
                  <c:v>4.6025622200989806</c:v>
                </c:pt>
                <c:pt idx="214">
                  <c:v>4.6140312923979732</c:v>
                </c:pt>
                <c:pt idx="215">
                  <c:v>4.6246003820447745</c:v>
                </c:pt>
                <c:pt idx="216">
                  <c:v>4.6303778326425222</c:v>
                </c:pt>
                <c:pt idx="217">
                  <c:v>4.6421705294341251</c:v>
                </c:pt>
                <c:pt idx="218">
                  <c:v>4.6433338642079072</c:v>
                </c:pt>
                <c:pt idx="219">
                  <c:v>4.633491596945075</c:v>
                </c:pt>
                <c:pt idx="220">
                  <c:v>4.6258239891895752</c:v>
                </c:pt>
                <c:pt idx="221">
                  <c:v>4.6082627988639899</c:v>
                </c:pt>
                <c:pt idx="222">
                  <c:v>4.592185663982514</c:v>
                </c:pt>
                <c:pt idx="223">
                  <c:v>4.5853348248674441</c:v>
                </c:pt>
                <c:pt idx="224">
                  <c:v>4.5705613328295804</c:v>
                </c:pt>
                <c:pt idx="225">
                  <c:v>4.5547558281302427</c:v>
                </c:pt>
                <c:pt idx="226">
                  <c:v>4.5304528003768674</c:v>
                </c:pt>
                <c:pt idx="227">
                  <c:v>4.5146920159854123</c:v>
                </c:pt>
                <c:pt idx="228">
                  <c:v>4.503775168337901</c:v>
                </c:pt>
                <c:pt idx="229">
                  <c:v>4.4907379092063477</c:v>
                </c:pt>
                <c:pt idx="230">
                  <c:v>4.4749254483357142</c:v>
                </c:pt>
                <c:pt idx="231">
                  <c:v>4.4671778193282803</c:v>
                </c:pt>
                <c:pt idx="232">
                  <c:v>4.4598506739005845</c:v>
                </c:pt>
                <c:pt idx="233">
                  <c:v>4.4564122304833962</c:v>
                </c:pt>
                <c:pt idx="234">
                  <c:v>4.4482830883470452</c:v>
                </c:pt>
                <c:pt idx="235">
                  <c:v>4.4543332598661483</c:v>
                </c:pt>
                <c:pt idx="236">
                  <c:v>4.4574136266007001</c:v>
                </c:pt>
                <c:pt idx="237">
                  <c:v>4.4591800390331509</c:v>
                </c:pt>
                <c:pt idx="238">
                  <c:v>4.4647791971096078</c:v>
                </c:pt>
                <c:pt idx="239">
                  <c:v>4.4743148944181774</c:v>
                </c:pt>
                <c:pt idx="240">
                  <c:v>4.4804817461397084</c:v>
                </c:pt>
                <c:pt idx="241">
                  <c:v>4.4867802955923501</c:v>
                </c:pt>
                <c:pt idx="242">
                  <c:v>4.5008204063640695</c:v>
                </c:pt>
                <c:pt idx="243">
                  <c:v>4.5211041829025493</c:v>
                </c:pt>
                <c:pt idx="244">
                  <c:v>4.5268200031228369</c:v>
                </c:pt>
                <c:pt idx="245">
                  <c:v>4.522685639191673</c:v>
                </c:pt>
                <c:pt idx="246">
                  <c:v>4.5240614586329855</c:v>
                </c:pt>
                <c:pt idx="247">
                  <c:v>4.5372791664822287</c:v>
                </c:pt>
                <c:pt idx="248">
                  <c:v>4.5702356279866754</c:v>
                </c:pt>
                <c:pt idx="249">
                  <c:v>4.6287481237840788</c:v>
                </c:pt>
                <c:pt idx="250">
                  <c:v>4.694978242425301</c:v>
                </c:pt>
                <c:pt idx="251">
                  <c:v>4.8046029079367552</c:v>
                </c:pt>
                <c:pt idx="252">
                  <c:v>4.8643168204758238</c:v>
                </c:pt>
                <c:pt idx="253">
                  <c:v>4.9080841834549966</c:v>
                </c:pt>
                <c:pt idx="254">
                  <c:v>5.0049277257414104</c:v>
                </c:pt>
                <c:pt idx="255">
                  <c:v>5.1254609102757636</c:v>
                </c:pt>
                <c:pt idx="256">
                  <c:v>5.2948428000636598</c:v>
                </c:pt>
                <c:pt idx="257">
                  <c:v>5.330855455065648</c:v>
                </c:pt>
                <c:pt idx="258">
                  <c:v>5.3658948528550905</c:v>
                </c:pt>
                <c:pt idx="259">
                  <c:v>5.4</c:v>
                </c:pt>
                <c:pt idx="260">
                  <c:v>5.2665789298192669</c:v>
                </c:pt>
                <c:pt idx="261">
                  <c:v>4.9824903387954471</c:v>
                </c:pt>
                <c:pt idx="262">
                  <c:v>4.6990744521541972</c:v>
                </c:pt>
                <c:pt idx="263">
                  <c:v>4.607384761018027</c:v>
                </c:pt>
                <c:pt idx="264">
                  <c:v>4.5667222341713947</c:v>
                </c:pt>
                <c:pt idx="265">
                  <c:v>4.5438632584596004</c:v>
                </c:pt>
                <c:pt idx="266">
                  <c:v>4.5362166131226882</c:v>
                </c:pt>
                <c:pt idx="267">
                  <c:v>4.5401219651589866</c:v>
                </c:pt>
                <c:pt idx="268">
                  <c:v>4.5297588012975378</c:v>
                </c:pt>
                <c:pt idx="269">
                  <c:v>4.5576733027144298</c:v>
                </c:pt>
                <c:pt idx="270">
                  <c:v>4.6149043460713566</c:v>
                </c:pt>
                <c:pt idx="271">
                  <c:v>4.6711894946008563</c:v>
                </c:pt>
                <c:pt idx="272">
                  <c:v>4.6454861310558266</c:v>
                </c:pt>
                <c:pt idx="273">
                  <c:v>4.6136353757326445</c:v>
                </c:pt>
                <c:pt idx="274">
                  <c:v>4.6328654404003338</c:v>
                </c:pt>
                <c:pt idx="275">
                  <c:v>4.6734895530009126</c:v>
                </c:pt>
                <c:pt idx="276">
                  <c:v>4.7747697312268329</c:v>
                </c:pt>
                <c:pt idx="277">
                  <c:v>4.9521007550631406</c:v>
                </c:pt>
                <c:pt idx="278">
                  <c:v>5.309007385127968</c:v>
                </c:pt>
                <c:pt idx="279">
                  <c:v>5.4132502133225859</c:v>
                </c:pt>
                <c:pt idx="280">
                  <c:v>5.293960615963984</c:v>
                </c:pt>
                <c:pt idx="281">
                  <c:v>5.0039558554290613</c:v>
                </c:pt>
                <c:pt idx="282">
                  <c:v>4.7418084878060842</c:v>
                </c:pt>
                <c:pt idx="283">
                  <c:v>4.6112101784836534</c:v>
                </c:pt>
                <c:pt idx="284">
                  <c:v>4.5578512015583215</c:v>
                </c:pt>
                <c:pt idx="285">
                  <c:v>4.5089028850875756</c:v>
                </c:pt>
                <c:pt idx="286">
                  <c:v>4.5176644464898654</c:v>
                </c:pt>
                <c:pt idx="287">
                  <c:v>4.5645803257343145</c:v>
                </c:pt>
                <c:pt idx="288">
                  <c:v>4.5727030823510137</c:v>
                </c:pt>
                <c:pt idx="289">
                  <c:v>4.5278662315113207</c:v>
                </c:pt>
                <c:pt idx="290">
                  <c:v>4.4808271709697749</c:v>
                </c:pt>
                <c:pt idx="291">
                  <c:v>4.4411658813247996</c:v>
                </c:pt>
                <c:pt idx="292">
                  <c:v>4.4274003081692239</c:v>
                </c:pt>
                <c:pt idx="293">
                  <c:v>4.4341982500440054</c:v>
                </c:pt>
                <c:pt idx="294">
                  <c:v>4.431294904505565</c:v>
                </c:pt>
                <c:pt idx="295">
                  <c:v>4.4138933693269573</c:v>
                </c:pt>
                <c:pt idx="296">
                  <c:v>4.4089022459938523</c:v>
                </c:pt>
                <c:pt idx="297">
                  <c:v>4.4257885405262067</c:v>
                </c:pt>
                <c:pt idx="298">
                  <c:v>4.4416339854229854</c:v>
                </c:pt>
                <c:pt idx="299">
                  <c:v>4.4391057313766176</c:v>
                </c:pt>
                <c:pt idx="300">
                  <c:v>4.4341164698847919</c:v>
                </c:pt>
                <c:pt idx="301">
                  <c:v>4.4306670540644904</c:v>
                </c:pt>
                <c:pt idx="302">
                  <c:v>4.4285460665112266</c:v>
                </c:pt>
                <c:pt idx="303">
                  <c:v>4.4142995026431429</c:v>
                </c:pt>
                <c:pt idx="304">
                  <c:v>4.4231519096199907</c:v>
                </c:pt>
                <c:pt idx="305">
                  <c:v>4.4340952004700673</c:v>
                </c:pt>
                <c:pt idx="306">
                  <c:v>4.4439303309756415</c:v>
                </c:pt>
                <c:pt idx="307">
                  <c:v>4.4373305027374528</c:v>
                </c:pt>
                <c:pt idx="308">
                  <c:v>4.4353949462685973</c:v>
                </c:pt>
                <c:pt idx="309">
                  <c:v>4.4269205905877556</c:v>
                </c:pt>
                <c:pt idx="310">
                  <c:v>4.4125261990503439</c:v>
                </c:pt>
                <c:pt idx="311">
                  <c:v>4.4049464901579496</c:v>
                </c:pt>
                <c:pt idx="312">
                  <c:v>4.4021889919380222</c:v>
                </c:pt>
                <c:pt idx="313">
                  <c:v>4.4047960295452793</c:v>
                </c:pt>
                <c:pt idx="314">
                  <c:v>4.4201527487812911</c:v>
                </c:pt>
                <c:pt idx="315">
                  <c:v>4.4312220236226088</c:v>
                </c:pt>
                <c:pt idx="316">
                  <c:v>4.4345764548380799</c:v>
                </c:pt>
                <c:pt idx="317">
                  <c:v>4.4304869773538851</c:v>
                </c:pt>
                <c:pt idx="318">
                  <c:v>4.4567498503881415</c:v>
                </c:pt>
                <c:pt idx="319">
                  <c:v>4.4755425900291819</c:v>
                </c:pt>
                <c:pt idx="320">
                  <c:v>4.4867759615292382</c:v>
                </c:pt>
                <c:pt idx="321">
                  <c:v>4.5408322458687422</c:v>
                </c:pt>
                <c:pt idx="322">
                  <c:v>4.5824964758288145</c:v>
                </c:pt>
                <c:pt idx="323">
                  <c:v>4.6120993837655702</c:v>
                </c:pt>
                <c:pt idx="324">
                  <c:v>4.6086073135408041</c:v>
                </c:pt>
                <c:pt idx="325">
                  <c:v>4.5744897854222693</c:v>
                </c:pt>
                <c:pt idx="326">
                  <c:v>4.5454800807037223</c:v>
                </c:pt>
                <c:pt idx="327">
                  <c:v>4.5335394478912123</c:v>
                </c:pt>
                <c:pt idx="328">
                  <c:v>4.5489191742303774</c:v>
                </c:pt>
                <c:pt idx="329">
                  <c:v>4.5979741808880767</c:v>
                </c:pt>
                <c:pt idx="330">
                  <c:v>4.6842705349932832</c:v>
                </c:pt>
                <c:pt idx="331">
                  <c:v>4.7874373308920806</c:v>
                </c:pt>
                <c:pt idx="332">
                  <c:v>4.82665982192895</c:v>
                </c:pt>
                <c:pt idx="333">
                  <c:v>4.8195272542646892</c:v>
                </c:pt>
                <c:pt idx="334">
                  <c:v>4.7679575664016038</c:v>
                </c:pt>
                <c:pt idx="335">
                  <c:v>4.691244707097658</c:v>
                </c:pt>
                <c:pt idx="336">
                  <c:v>4.6095640290791362</c:v>
                </c:pt>
                <c:pt idx="337">
                  <c:v>4.545535166645883</c:v>
                </c:pt>
                <c:pt idx="338">
                  <c:v>4.4956674581436413</c:v>
                </c:pt>
                <c:pt idx="339">
                  <c:v>4.4641447480574445</c:v>
                </c:pt>
                <c:pt idx="340">
                  <c:v>4.4540138430264751</c:v>
                </c:pt>
                <c:pt idx="341">
                  <c:v>4.4431612442528881</c:v>
                </c:pt>
                <c:pt idx="342">
                  <c:v>4.4335557721399264</c:v>
                </c:pt>
                <c:pt idx="343">
                  <c:v>4.4241467143496438</c:v>
                </c:pt>
                <c:pt idx="344">
                  <c:v>4.4242728410037966</c:v>
                </c:pt>
                <c:pt idx="345">
                  <c:v>4.4186141527646301</c:v>
                </c:pt>
                <c:pt idx="346">
                  <c:v>4.4164395022865941</c:v>
                </c:pt>
                <c:pt idx="347">
                  <c:v>4.419373572720783</c:v>
                </c:pt>
                <c:pt idx="348">
                  <c:v>4.4191820938124726</c:v>
                </c:pt>
                <c:pt idx="349">
                  <c:v>4.4087311371821709</c:v>
                </c:pt>
                <c:pt idx="350">
                  <c:v>4.4028673233791995</c:v>
                </c:pt>
                <c:pt idx="351">
                  <c:v>4.4081693920387197</c:v>
                </c:pt>
                <c:pt idx="352">
                  <c:v>4.4138249209264639</c:v>
                </c:pt>
                <c:pt idx="353">
                  <c:v>4.4181489813824832</c:v>
                </c:pt>
                <c:pt idx="354">
                  <c:v>4.4174862507626509</c:v>
                </c:pt>
                <c:pt idx="355">
                  <c:v>4.4120158161664946</c:v>
                </c:pt>
                <c:pt idx="356">
                  <c:v>4.4215609527033521</c:v>
                </c:pt>
                <c:pt idx="357">
                  <c:v>4.4134423613018905</c:v>
                </c:pt>
                <c:pt idx="358">
                  <c:v>4.4096177050060978</c:v>
                </c:pt>
                <c:pt idx="359">
                  <c:v>4.4169786398733351</c:v>
                </c:pt>
                <c:pt idx="360">
                  <c:v>4.4173425169771035</c:v>
                </c:pt>
                <c:pt idx="361">
                  <c:v>4.4262570437193709</c:v>
                </c:pt>
                <c:pt idx="362">
                  <c:v>4.4308233150982925</c:v>
                </c:pt>
                <c:pt idx="363">
                  <c:v>4.429945279058189</c:v>
                </c:pt>
                <c:pt idx="364">
                  <c:v>4.429974129471641</c:v>
                </c:pt>
                <c:pt idx="365">
                  <c:v>4.4321127458266156</c:v>
                </c:pt>
                <c:pt idx="366">
                  <c:v>4.4322523207174349</c:v>
                </c:pt>
                <c:pt idx="367">
                  <c:v>4.4323273252913156</c:v>
                </c:pt>
                <c:pt idx="368">
                  <c:v>4.433649868261818</c:v>
                </c:pt>
                <c:pt idx="369">
                  <c:v>4.4341862663594993</c:v>
                </c:pt>
                <c:pt idx="370">
                  <c:v>4.429974862650651</c:v>
                </c:pt>
                <c:pt idx="371">
                  <c:v>4.4275951405588678</c:v>
                </c:pt>
                <c:pt idx="372">
                  <c:v>4.4245512558005657</c:v>
                </c:pt>
                <c:pt idx="373">
                  <c:v>4.4241785209553113</c:v>
                </c:pt>
                <c:pt idx="374">
                  <c:v>4.4158973922549025</c:v>
                </c:pt>
                <c:pt idx="375">
                  <c:v>4.4201301665066151</c:v>
                </c:pt>
                <c:pt idx="376">
                  <c:v>4.4242257062615886</c:v>
                </c:pt>
                <c:pt idx="377">
                  <c:v>4.4231160199656996</c:v>
                </c:pt>
                <c:pt idx="378">
                  <c:v>4.4202102347108996</c:v>
                </c:pt>
                <c:pt idx="379">
                  <c:v>4.4175010389471625</c:v>
                </c:pt>
                <c:pt idx="380">
                  <c:v>4.4162092678247591</c:v>
                </c:pt>
                <c:pt idx="381">
                  <c:v>4.4212262438443304</c:v>
                </c:pt>
                <c:pt idx="382">
                  <c:v>4.4231861577478782</c:v>
                </c:pt>
                <c:pt idx="383">
                  <c:v>4.4268719660113529</c:v>
                </c:pt>
                <c:pt idx="384">
                  <c:v>4.4321228622522639</c:v>
                </c:pt>
                <c:pt idx="385">
                  <c:v>4.4301757970399853</c:v>
                </c:pt>
                <c:pt idx="386">
                  <c:v>4.4261705574899608</c:v>
                </c:pt>
                <c:pt idx="387">
                  <c:v>4.4201543993369929</c:v>
                </c:pt>
                <c:pt idx="388">
                  <c:v>4.4136328054526333</c:v>
                </c:pt>
                <c:pt idx="389">
                  <c:v>4.410612436598436</c:v>
                </c:pt>
                <c:pt idx="390">
                  <c:v>4.4039436281340913</c:v>
                </c:pt>
                <c:pt idx="391">
                  <c:v>4.4048782661355155</c:v>
                </c:pt>
                <c:pt idx="392">
                  <c:v>4.4092476175510606</c:v>
                </c:pt>
                <c:pt idx="393">
                  <c:v>4.4157082736051283</c:v>
                </c:pt>
                <c:pt idx="394">
                  <c:v>4.4147800653669185</c:v>
                </c:pt>
                <c:pt idx="395">
                  <c:v>4.4119685739756385</c:v>
                </c:pt>
                <c:pt idx="396">
                  <c:v>4.4169297859527585</c:v>
                </c:pt>
                <c:pt idx="397">
                  <c:v>4.4240919065098669</c:v>
                </c:pt>
                <c:pt idx="398">
                  <c:v>4.4230577791867658</c:v>
                </c:pt>
                <c:pt idx="399">
                  <c:v>4.416052696183101</c:v>
                </c:pt>
                <c:pt idx="400">
                  <c:v>4.4272375966048223</c:v>
                </c:pt>
                <c:pt idx="401">
                  <c:v>4.4371898262722587</c:v>
                </c:pt>
                <c:pt idx="402">
                  <c:v>4.4396640634453677</c:v>
                </c:pt>
                <c:pt idx="403">
                  <c:v>4.4424744938941148</c:v>
                </c:pt>
                <c:pt idx="404">
                  <c:v>4.4416998992994889</c:v>
                </c:pt>
                <c:pt idx="405">
                  <c:v>4.4418861159328369</c:v>
                </c:pt>
                <c:pt idx="406">
                  <c:v>4.4447873522272294</c:v>
                </c:pt>
                <c:pt idx="407">
                  <c:v>4.4335780528360438</c:v>
                </c:pt>
                <c:pt idx="408">
                  <c:v>4.4300166899714064</c:v>
                </c:pt>
                <c:pt idx="409">
                  <c:v>4.4293643123448332</c:v>
                </c:pt>
                <c:pt idx="410">
                  <c:v>4.4252703581346147</c:v>
                </c:pt>
                <c:pt idx="411">
                  <c:v>4.4253188364363876</c:v>
                </c:pt>
                <c:pt idx="412">
                  <c:v>4.4278046311111305</c:v>
                </c:pt>
                <c:pt idx="413">
                  <c:v>4.4220927891996071</c:v>
                </c:pt>
                <c:pt idx="414">
                  <c:v>4.4131699383473748</c:v>
                </c:pt>
                <c:pt idx="415">
                  <c:v>4.4115998689061486</c:v>
                </c:pt>
                <c:pt idx="416">
                  <c:v>4.4076042898022161</c:v>
                </c:pt>
                <c:pt idx="417">
                  <c:v>4.3971541239126992</c:v>
                </c:pt>
                <c:pt idx="418">
                  <c:v>4.4010785867971336</c:v>
                </c:pt>
                <c:pt idx="419">
                  <c:v>4.4154435959825662</c:v>
                </c:pt>
                <c:pt idx="420">
                  <c:v>4.4065428285362866</c:v>
                </c:pt>
                <c:pt idx="421">
                  <c:v>4.4162003468781865</c:v>
                </c:pt>
                <c:pt idx="422">
                  <c:v>4.4126038781023373</c:v>
                </c:pt>
                <c:pt idx="423">
                  <c:v>4.3979847913517736</c:v>
                </c:pt>
                <c:pt idx="424">
                  <c:v>4.3987607837946188</c:v>
                </c:pt>
                <c:pt idx="425">
                  <c:v>4.4102518741500187</c:v>
                </c:pt>
                <c:pt idx="426">
                  <c:v>4.4211602649568809</c:v>
                </c:pt>
                <c:pt idx="427">
                  <c:v>4.4152317614245042</c:v>
                </c:pt>
                <c:pt idx="428">
                  <c:v>4.4020805737691351</c:v>
                </c:pt>
                <c:pt idx="429">
                  <c:v>4.4062535505909119</c:v>
                </c:pt>
                <c:pt idx="430">
                  <c:v>4.4201376933295533</c:v>
                </c:pt>
                <c:pt idx="431">
                  <c:v>4.4292296692566646</c:v>
                </c:pt>
                <c:pt idx="432">
                  <c:v>4.4053229139229639</c:v>
                </c:pt>
                <c:pt idx="433">
                  <c:v>4.4067033401121938</c:v>
                </c:pt>
                <c:pt idx="434">
                  <c:v>4.4093903192878292</c:v>
                </c:pt>
                <c:pt idx="435">
                  <c:v>4.4169052696024185</c:v>
                </c:pt>
                <c:pt idx="436">
                  <c:v>4.3743913537925776</c:v>
                </c:pt>
                <c:pt idx="437">
                  <c:v>4.3741853124322088</c:v>
                </c:pt>
                <c:pt idx="438">
                  <c:v>4.3849261014067906</c:v>
                </c:pt>
                <c:pt idx="439">
                  <c:v>4.3893200414070614</c:v>
                </c:pt>
                <c:pt idx="440">
                  <c:v>4.4008183555395801</c:v>
                </c:pt>
                <c:pt idx="441">
                  <c:v>4.4163330576965514</c:v>
                </c:pt>
                <c:pt idx="442">
                  <c:v>4.3744115414973832</c:v>
                </c:pt>
                <c:pt idx="443">
                  <c:v>4.4002878500465217</c:v>
                </c:pt>
                <c:pt idx="444">
                  <c:v>4.3738259987357253</c:v>
                </c:pt>
                <c:pt idx="445">
                  <c:v>4.3921613303851688</c:v>
                </c:pt>
                <c:pt idx="446">
                  <c:v>4.4209438814384097</c:v>
                </c:pt>
                <c:pt idx="447">
                  <c:v>4.4074149878576891</c:v>
                </c:pt>
                <c:pt idx="448">
                  <c:v>4.3775950607398721</c:v>
                </c:pt>
                <c:pt idx="449">
                  <c:v>4.3811775034039737</c:v>
                </c:pt>
                <c:pt idx="450">
                  <c:v>4.390091775520033</c:v>
                </c:pt>
                <c:pt idx="451">
                  <c:v>4.3920144345394094</c:v>
                </c:pt>
                <c:pt idx="452">
                  <c:v>4.3977669872989704</c:v>
                </c:pt>
                <c:pt idx="453">
                  <c:v>4.3967811247347415</c:v>
                </c:pt>
                <c:pt idx="454">
                  <c:v>4.3961267561479263</c:v>
                </c:pt>
                <c:pt idx="455">
                  <c:v>4.4065208692831837</c:v>
                </c:pt>
                <c:pt idx="456">
                  <c:v>4.4152659626000403</c:v>
                </c:pt>
                <c:pt idx="457">
                  <c:v>4.4115919177061969</c:v>
                </c:pt>
                <c:pt idx="458">
                  <c:v>4.4010590613913472</c:v>
                </c:pt>
                <c:pt idx="459">
                  <c:v>4.410395004778449</c:v>
                </c:pt>
                <c:pt idx="460">
                  <c:v>4.4126585035502917</c:v>
                </c:pt>
                <c:pt idx="461">
                  <c:v>4.4031308892694261</c:v>
                </c:pt>
                <c:pt idx="462">
                  <c:v>4.3974577218734767</c:v>
                </c:pt>
                <c:pt idx="463">
                  <c:v>4.3986845301302049</c:v>
                </c:pt>
                <c:pt idx="464">
                  <c:v>4.3993316830098355</c:v>
                </c:pt>
                <c:pt idx="465">
                  <c:v>4.4010135513584752</c:v>
                </c:pt>
                <c:pt idx="466">
                  <c:v>4.3997544579997108</c:v>
                </c:pt>
                <c:pt idx="467">
                  <c:v>4.404146982826795</c:v>
                </c:pt>
                <c:pt idx="468">
                  <c:v>4.4049139363778611</c:v>
                </c:pt>
                <c:pt idx="469">
                  <c:v>4.4082515252434913</c:v>
                </c:pt>
                <c:pt idx="470">
                  <c:v>4.4091666527374693</c:v>
                </c:pt>
                <c:pt idx="471">
                  <c:v>4.411322443720457</c:v>
                </c:pt>
                <c:pt idx="472">
                  <c:v>4.4068019093483892</c:v>
                </c:pt>
                <c:pt idx="473">
                  <c:v>4.4113955792296213</c:v>
                </c:pt>
                <c:pt idx="474">
                  <c:v>4.4132811106779295</c:v>
                </c:pt>
                <c:pt idx="475">
                  <c:v>4.4136346609734032</c:v>
                </c:pt>
                <c:pt idx="476">
                  <c:v>4.4191239162386253</c:v>
                </c:pt>
                <c:pt idx="477">
                  <c:v>4.4185081921449676</c:v>
                </c:pt>
                <c:pt idx="478">
                  <c:v>4.4138396684791337</c:v>
                </c:pt>
                <c:pt idx="479">
                  <c:v>4.4157565604857805</c:v>
                </c:pt>
                <c:pt idx="480">
                  <c:v>4.4241301708695717</c:v>
                </c:pt>
                <c:pt idx="481">
                  <c:v>4.4154531562034487</c:v>
                </c:pt>
                <c:pt idx="482">
                  <c:v>4.4048763185159041</c:v>
                </c:pt>
                <c:pt idx="483">
                  <c:v>4.411093053498</c:v>
                </c:pt>
                <c:pt idx="484">
                  <c:v>4.411426259881809</c:v>
                </c:pt>
                <c:pt idx="485">
                  <c:v>4.414647359966132</c:v>
                </c:pt>
                <c:pt idx="486">
                  <c:v>4.4153936585462121</c:v>
                </c:pt>
                <c:pt idx="487">
                  <c:v>4.4145614786996985</c:v>
                </c:pt>
                <c:pt idx="488">
                  <c:v>4.4196078035499795</c:v>
                </c:pt>
                <c:pt idx="489">
                  <c:v>4.4209938098454664</c:v>
                </c:pt>
                <c:pt idx="490">
                  <c:v>4.4175767983703693</c:v>
                </c:pt>
                <c:pt idx="491">
                  <c:v>4.4176526535041365</c:v>
                </c:pt>
                <c:pt idx="492">
                  <c:v>4.4218553728340231</c:v>
                </c:pt>
                <c:pt idx="493">
                  <c:v>4.4214040289190653</c:v>
                </c:pt>
                <c:pt idx="494">
                  <c:v>4.4261639931902046</c:v>
                </c:pt>
                <c:pt idx="495">
                  <c:v>4.4296763107131456</c:v>
                </c:pt>
                <c:pt idx="496">
                  <c:v>4.4333467041588168</c:v>
                </c:pt>
                <c:pt idx="497">
                  <c:v>4.4297285957670196</c:v>
                </c:pt>
                <c:pt idx="498">
                  <c:v>4.4285537757259874</c:v>
                </c:pt>
                <c:pt idx="499">
                  <c:v>4.437528634432641</c:v>
                </c:pt>
                <c:pt idx="500">
                  <c:v>4.4434092285090285</c:v>
                </c:pt>
                <c:pt idx="501">
                  <c:v>4.4401508148500959</c:v>
                </c:pt>
                <c:pt idx="502">
                  <c:v>4.43369600797537</c:v>
                </c:pt>
                <c:pt idx="503">
                  <c:v>4.4372179110012278</c:v>
                </c:pt>
                <c:pt idx="504">
                  <c:v>4.4479006903469092</c:v>
                </c:pt>
                <c:pt idx="505">
                  <c:v>4.4573357615451643</c:v>
                </c:pt>
                <c:pt idx="506">
                  <c:v>4.4737669315954243</c:v>
                </c:pt>
                <c:pt idx="507">
                  <c:v>4.4988534929485953</c:v>
                </c:pt>
                <c:pt idx="508">
                  <c:v>4.526037820306045</c:v>
                </c:pt>
                <c:pt idx="509">
                  <c:v>4.5726227866084157</c:v>
                </c:pt>
                <c:pt idx="510">
                  <c:v>4.6314804616389766</c:v>
                </c:pt>
                <c:pt idx="511">
                  <c:v>4.6818471580508003</c:v>
                </c:pt>
                <c:pt idx="512">
                  <c:v>4.7231509528755593</c:v>
                </c:pt>
                <c:pt idx="513">
                  <c:v>4.7566086487789674</c:v>
                </c:pt>
                <c:pt idx="514">
                  <c:v>4.7785245612512339</c:v>
                </c:pt>
                <c:pt idx="515">
                  <c:v>4.7711552670597674</c:v>
                </c:pt>
                <c:pt idx="516">
                  <c:v>4.7517975208927847</c:v>
                </c:pt>
                <c:pt idx="517">
                  <c:v>4.739794997659029</c:v>
                </c:pt>
                <c:pt idx="518">
                  <c:v>4.6970103979374942</c:v>
                </c:pt>
                <c:pt idx="519">
                  <c:v>4.6583252729390701</c:v>
                </c:pt>
                <c:pt idx="520">
                  <c:v>4.6219511426266209</c:v>
                </c:pt>
                <c:pt idx="521">
                  <c:v>4.5936097648869003</c:v>
                </c:pt>
                <c:pt idx="522">
                  <c:v>4.5833083036372964</c:v>
                </c:pt>
                <c:pt idx="523">
                  <c:v>4.5773110438053584</c:v>
                </c:pt>
                <c:pt idx="524">
                  <c:v>4.5700063560480233</c:v>
                </c:pt>
                <c:pt idx="525">
                  <c:v>4.5681639747126495</c:v>
                </c:pt>
                <c:pt idx="526">
                  <c:v>4.5689211788790356</c:v>
                </c:pt>
                <c:pt idx="527">
                  <c:v>4.5804540774807974</c:v>
                </c:pt>
                <c:pt idx="528">
                  <c:v>4.6014376174025466</c:v>
                </c:pt>
                <c:pt idx="529">
                  <c:v>4.6169794521489962</c:v>
                </c:pt>
                <c:pt idx="530">
                  <c:v>4.6272355646515662</c:v>
                </c:pt>
                <c:pt idx="531">
                  <c:v>4.6415955870684966</c:v>
                </c:pt>
                <c:pt idx="532">
                  <c:v>4.6521103420107428</c:v>
                </c:pt>
                <c:pt idx="533">
                  <c:v>4.6610460532923339</c:v>
                </c:pt>
                <c:pt idx="534">
                  <c:v>4.6673194651789229</c:v>
                </c:pt>
                <c:pt idx="535">
                  <c:v>4.6754155528606027</c:v>
                </c:pt>
                <c:pt idx="536">
                  <c:v>4.7009086854509192</c:v>
                </c:pt>
                <c:pt idx="537">
                  <c:v>4.7244745468563654</c:v>
                </c:pt>
                <c:pt idx="538">
                  <c:v>4.7524047809223555</c:v>
                </c:pt>
                <c:pt idx="539">
                  <c:v>4.79572070788773</c:v>
                </c:pt>
                <c:pt idx="540">
                  <c:v>4.8451386489904689</c:v>
                </c:pt>
                <c:pt idx="541">
                  <c:v>4.8910013292282617</c:v>
                </c:pt>
                <c:pt idx="542">
                  <c:v>4.9433488369512739</c:v>
                </c:pt>
                <c:pt idx="543">
                  <c:v>4.9907045441438189</c:v>
                </c:pt>
                <c:pt idx="544">
                  <c:v>5.0413594557526258</c:v>
                </c:pt>
                <c:pt idx="545">
                  <c:v>5.101586405789198</c:v>
                </c:pt>
                <c:pt idx="546">
                  <c:v>5.1593943707339101</c:v>
                </c:pt>
                <c:pt idx="547">
                  <c:v>5.1997870877049097</c:v>
                </c:pt>
                <c:pt idx="548">
                  <c:v>5.2268682788071592</c:v>
                </c:pt>
                <c:pt idx="549">
                  <c:v>5.2954729728402183</c:v>
                </c:pt>
                <c:pt idx="550">
                  <c:v>5.3544669686025435</c:v>
                </c:pt>
                <c:pt idx="551">
                  <c:v>5.3682552992011798</c:v>
                </c:pt>
                <c:pt idx="552">
                  <c:v>5.3606853667813583</c:v>
                </c:pt>
                <c:pt idx="553">
                  <c:v>5.3407492543388893</c:v>
                </c:pt>
                <c:pt idx="554">
                  <c:v>5.2760938741889669</c:v>
                </c:pt>
                <c:pt idx="555">
                  <c:v>5.2113630235533801</c:v>
                </c:pt>
                <c:pt idx="556">
                  <c:v>5.1737851361051845</c:v>
                </c:pt>
                <c:pt idx="557">
                  <c:v>5.1251831835115143</c:v>
                </c:pt>
                <c:pt idx="558">
                  <c:v>5.0666503320643574</c:v>
                </c:pt>
                <c:pt idx="559">
                  <c:v>4.9881358894058057</c:v>
                </c:pt>
                <c:pt idx="560">
                  <c:v>4.9172036301188031</c:v>
                </c:pt>
                <c:pt idx="561">
                  <c:v>4.8727245561890484</c:v>
                </c:pt>
                <c:pt idx="562">
                  <c:v>4.8047360792493263</c:v>
                </c:pt>
                <c:pt idx="563">
                  <c:v>4.7494000905414691</c:v>
                </c:pt>
                <c:pt idx="564">
                  <c:v>4.7010109693403743</c:v>
                </c:pt>
                <c:pt idx="565">
                  <c:v>4.6780571354339244</c:v>
                </c:pt>
                <c:pt idx="566">
                  <c:v>4.6312446597119017</c:v>
                </c:pt>
                <c:pt idx="567">
                  <c:v>4.5753082443473128</c:v>
                </c:pt>
                <c:pt idx="568">
                  <c:v>4.5465732469957141</c:v>
                </c:pt>
                <c:pt idx="569">
                  <c:v>4.5400000046230007</c:v>
                </c:pt>
                <c:pt idx="570">
                  <c:v>4.5048636393948547</c:v>
                </c:pt>
                <c:pt idx="571">
                  <c:v>4.4286364859029108</c:v>
                </c:pt>
                <c:pt idx="572">
                  <c:v>4.4395484559235605</c:v>
                </c:pt>
                <c:pt idx="573">
                  <c:v>4.4229308633719544</c:v>
                </c:pt>
                <c:pt idx="574">
                  <c:v>4.4908070230661155</c:v>
                </c:pt>
                <c:pt idx="575">
                  <c:v>4.5003827743412836</c:v>
                </c:pt>
                <c:pt idx="576">
                  <c:v>4.4311515878735923</c:v>
                </c:pt>
                <c:pt idx="577">
                  <c:v>4.4124548639832311</c:v>
                </c:pt>
                <c:pt idx="578">
                  <c:v>4.4763715084932034</c:v>
                </c:pt>
                <c:pt idx="579">
                  <c:v>4.4805496392383652</c:v>
                </c:pt>
                <c:pt idx="580">
                  <c:v>4.4294189594631037</c:v>
                </c:pt>
                <c:pt idx="581">
                  <c:v>4.4563825421510757</c:v>
                </c:pt>
                <c:pt idx="582">
                  <c:v>4.4478389407827139</c:v>
                </c:pt>
                <c:pt idx="583">
                  <c:v>4.6477201094402947</c:v>
                </c:pt>
                <c:pt idx="584">
                  <c:v>4.5443493236376682</c:v>
                </c:pt>
                <c:pt idx="585">
                  <c:v>4.1370904440380567</c:v>
                </c:pt>
                <c:pt idx="586">
                  <c:v>4.1987707932456582</c:v>
                </c:pt>
                <c:pt idx="587">
                  <c:v>3.6885979236486013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F-1251-45ED-B486-8EADCA04E34F}"/>
            </c:ext>
          </c:extLst>
        </c:ser>
        <c:ser>
          <c:idx val="16"/>
          <c:order val="16"/>
          <c:tx>
            <c:strRef>
              <c:f>'Fully separated 3%'!$P$1</c:f>
              <c:strCache>
                <c:ptCount val="1"/>
                <c:pt idx="0">
                  <c:v>3E_2/O-PTIR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3%'!$A$2:$A$589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3%'!$P$2:$P$589</c:f>
              <c:numCache>
                <c:formatCode>General</c:formatCode>
                <c:ptCount val="588"/>
                <c:pt idx="0">
                  <c:v>4.0450063542203694</c:v>
                </c:pt>
                <c:pt idx="1">
                  <c:v>4.2350403778387093</c:v>
                </c:pt>
                <c:pt idx="2">
                  <c:v>4.3619451506107474</c:v>
                </c:pt>
                <c:pt idx="3">
                  <c:v>4.3277775846222761</c:v>
                </c:pt>
                <c:pt idx="4">
                  <c:v>4.26555277377597</c:v>
                </c:pt>
                <c:pt idx="5">
                  <c:v>4.261249469162733</c:v>
                </c:pt>
                <c:pt idx="6">
                  <c:v>4.2354565375360025</c:v>
                </c:pt>
                <c:pt idx="7">
                  <c:v>4.2239967625563759</c:v>
                </c:pt>
                <c:pt idx="8">
                  <c:v>4.1986709473231061</c:v>
                </c:pt>
                <c:pt idx="9">
                  <c:v>4.2227474394728093</c:v>
                </c:pt>
                <c:pt idx="10">
                  <c:v>4.1985161860311102</c:v>
                </c:pt>
                <c:pt idx="11">
                  <c:v>4.2417445596008614</c:v>
                </c:pt>
                <c:pt idx="12">
                  <c:v>4.265754916964748</c:v>
                </c:pt>
                <c:pt idx="13">
                  <c:v>4.2799166188542985</c:v>
                </c:pt>
                <c:pt idx="14">
                  <c:v>4.2690809079213938</c:v>
                </c:pt>
                <c:pt idx="15">
                  <c:v>4.2587642534720258</c:v>
                </c:pt>
                <c:pt idx="16">
                  <c:v>4.262689334936848</c:v>
                </c:pt>
                <c:pt idx="17">
                  <c:v>4.2589429244382826</c:v>
                </c:pt>
                <c:pt idx="18">
                  <c:v>4.243839860704421</c:v>
                </c:pt>
                <c:pt idx="19">
                  <c:v>4.2539426709535961</c:v>
                </c:pt>
                <c:pt idx="20">
                  <c:v>4.2723047966246153</c:v>
                </c:pt>
                <c:pt idx="21">
                  <c:v>4.2734282724107269</c:v>
                </c:pt>
                <c:pt idx="22">
                  <c:v>4.267716264302484</c:v>
                </c:pt>
                <c:pt idx="23">
                  <c:v>4.2588574212198695</c:v>
                </c:pt>
                <c:pt idx="24">
                  <c:v>4.261952340335025</c:v>
                </c:pt>
                <c:pt idx="25">
                  <c:v>4.2548530651633829</c:v>
                </c:pt>
                <c:pt idx="26">
                  <c:v>4.2595604583186937</c:v>
                </c:pt>
                <c:pt idx="27">
                  <c:v>4.2540747038007183</c:v>
                </c:pt>
                <c:pt idx="28">
                  <c:v>4.2531631640596803</c:v>
                </c:pt>
                <c:pt idx="29">
                  <c:v>4.2570721666053508</c:v>
                </c:pt>
                <c:pt idx="30">
                  <c:v>4.2540100371256786</c:v>
                </c:pt>
                <c:pt idx="31">
                  <c:v>4.2650913831441724</c:v>
                </c:pt>
                <c:pt idx="32">
                  <c:v>4.2696493594572154</c:v>
                </c:pt>
                <c:pt idx="33">
                  <c:v>4.2808573329469546</c:v>
                </c:pt>
                <c:pt idx="34">
                  <c:v>4.2862197849061179</c:v>
                </c:pt>
                <c:pt idx="35">
                  <c:v>4.2702070768227589</c:v>
                </c:pt>
                <c:pt idx="36">
                  <c:v>4.2659946169859149</c:v>
                </c:pt>
                <c:pt idx="37">
                  <c:v>4.2768625431932294</c:v>
                </c:pt>
                <c:pt idx="38">
                  <c:v>4.2773100853413766</c:v>
                </c:pt>
                <c:pt idx="39">
                  <c:v>4.2971880137021623</c:v>
                </c:pt>
                <c:pt idx="40">
                  <c:v>4.3257147987372431</c:v>
                </c:pt>
                <c:pt idx="41">
                  <c:v>4.4071486944747287</c:v>
                </c:pt>
                <c:pt idx="42">
                  <c:v>4.5737279944403886</c:v>
                </c:pt>
                <c:pt idx="43">
                  <c:v>4.9009263091169428</c:v>
                </c:pt>
                <c:pt idx="44">
                  <c:v>5.103920573368578</c:v>
                </c:pt>
                <c:pt idx="45">
                  <c:v>4.8719236786963913</c:v>
                </c:pt>
                <c:pt idx="46">
                  <c:v>4.557252179023803</c:v>
                </c:pt>
                <c:pt idx="47">
                  <c:v>4.5720633684147973</c:v>
                </c:pt>
                <c:pt idx="48">
                  <c:v>4.7517646873826704</c:v>
                </c:pt>
                <c:pt idx="49">
                  <c:v>4.6028391663401758</c:v>
                </c:pt>
                <c:pt idx="50">
                  <c:v>4.3901476194750169</c:v>
                </c:pt>
                <c:pt idx="51">
                  <c:v>4.3020701274959059</c:v>
                </c:pt>
                <c:pt idx="52">
                  <c:v>4.2787193631974549</c:v>
                </c:pt>
                <c:pt idx="53">
                  <c:v>4.2741584704065181</c:v>
                </c:pt>
                <c:pt idx="54">
                  <c:v>4.2699204004476039</c:v>
                </c:pt>
                <c:pt idx="55">
                  <c:v>4.2620843157460397</c:v>
                </c:pt>
                <c:pt idx="56">
                  <c:v>4.2606765567559108</c:v>
                </c:pt>
                <c:pt idx="57">
                  <c:v>4.2643949448158986</c:v>
                </c:pt>
                <c:pt idx="58">
                  <c:v>4.2730078273416501</c:v>
                </c:pt>
                <c:pt idx="59">
                  <c:v>4.2869969528741079</c:v>
                </c:pt>
                <c:pt idx="60">
                  <c:v>4.2864589935294779</c:v>
                </c:pt>
                <c:pt idx="61">
                  <c:v>4.2944797225524587</c:v>
                </c:pt>
                <c:pt idx="62">
                  <c:v>4.3050659820895332</c:v>
                </c:pt>
                <c:pt idx="63">
                  <c:v>4.3203185743469819</c:v>
                </c:pt>
                <c:pt idx="64">
                  <c:v>4.3722980217166691</c:v>
                </c:pt>
                <c:pt idx="65">
                  <c:v>4.447687367048176</c:v>
                </c:pt>
                <c:pt idx="66">
                  <c:v>4.5221016642584351</c:v>
                </c:pt>
                <c:pt idx="67">
                  <c:v>4.5909251818376093</c:v>
                </c:pt>
                <c:pt idx="68">
                  <c:v>4.6354418153853407</c:v>
                </c:pt>
                <c:pt idx="69">
                  <c:v>4.5860211848869818</c:v>
                </c:pt>
                <c:pt idx="70">
                  <c:v>4.4542626270856847</c:v>
                </c:pt>
                <c:pt idx="71">
                  <c:v>4.3675069952073269</c:v>
                </c:pt>
                <c:pt idx="72">
                  <c:v>4.317089899301485</c:v>
                </c:pt>
                <c:pt idx="73">
                  <c:v>4.2911841599691058</c:v>
                </c:pt>
                <c:pt idx="74">
                  <c:v>4.2753822806903079</c:v>
                </c:pt>
                <c:pt idx="75">
                  <c:v>4.2661180982348377</c:v>
                </c:pt>
                <c:pt idx="76">
                  <c:v>4.2635253557694597</c:v>
                </c:pt>
                <c:pt idx="77">
                  <c:v>4.2618577494480778</c:v>
                </c:pt>
                <c:pt idx="78">
                  <c:v>4.2590381662677794</c:v>
                </c:pt>
                <c:pt idx="79">
                  <c:v>4.2524067560535874</c:v>
                </c:pt>
                <c:pt idx="80">
                  <c:v>4.2476026724025173</c:v>
                </c:pt>
                <c:pt idx="81">
                  <c:v>4.2468866387889674</c:v>
                </c:pt>
                <c:pt idx="82">
                  <c:v>4.2498510949772665</c:v>
                </c:pt>
                <c:pt idx="83">
                  <c:v>4.2505658075603483</c:v>
                </c:pt>
                <c:pt idx="84">
                  <c:v>4.2403362422041333</c:v>
                </c:pt>
                <c:pt idx="85">
                  <c:v>4.2372127199075384</c:v>
                </c:pt>
                <c:pt idx="86">
                  <c:v>4.2420450142599817</c:v>
                </c:pt>
                <c:pt idx="87">
                  <c:v>4.2429242429997638</c:v>
                </c:pt>
                <c:pt idx="88">
                  <c:v>4.2414448356566625</c:v>
                </c:pt>
                <c:pt idx="89">
                  <c:v>4.2443354928288599</c:v>
                </c:pt>
                <c:pt idx="90">
                  <c:v>4.2434604441613315</c:v>
                </c:pt>
                <c:pt idx="91">
                  <c:v>4.2410369754768755</c:v>
                </c:pt>
                <c:pt idx="92">
                  <c:v>4.2412976460589995</c:v>
                </c:pt>
                <c:pt idx="93">
                  <c:v>4.2413112105530093</c:v>
                </c:pt>
                <c:pt idx="94">
                  <c:v>4.2435069386901976</c:v>
                </c:pt>
                <c:pt idx="95">
                  <c:v>4.2356992210438547</c:v>
                </c:pt>
                <c:pt idx="96">
                  <c:v>4.2347049382084494</c:v>
                </c:pt>
                <c:pt idx="97">
                  <c:v>4.2347322841773174</c:v>
                </c:pt>
                <c:pt idx="98">
                  <c:v>4.2340012533579703</c:v>
                </c:pt>
                <c:pt idx="99">
                  <c:v>4.2343223913975114</c:v>
                </c:pt>
                <c:pt idx="100">
                  <c:v>4.2293170324810632</c:v>
                </c:pt>
                <c:pt idx="101">
                  <c:v>4.229824863396515</c:v>
                </c:pt>
                <c:pt idx="102">
                  <c:v>4.235389426635507</c:v>
                </c:pt>
                <c:pt idx="103">
                  <c:v>4.2363665839382509</c:v>
                </c:pt>
                <c:pt idx="104">
                  <c:v>4.2386401699097904</c:v>
                </c:pt>
                <c:pt idx="105">
                  <c:v>4.2430325930253066</c:v>
                </c:pt>
                <c:pt idx="106">
                  <c:v>4.2444198473251271</c:v>
                </c:pt>
                <c:pt idx="107">
                  <c:v>4.255612912954124</c:v>
                </c:pt>
                <c:pt idx="108">
                  <c:v>4.2667424989209675</c:v>
                </c:pt>
                <c:pt idx="109">
                  <c:v>4.2731926120624406</c:v>
                </c:pt>
                <c:pt idx="110">
                  <c:v>4.2913522244008799</c:v>
                </c:pt>
                <c:pt idx="111">
                  <c:v>4.2814717269868323</c:v>
                </c:pt>
                <c:pt idx="112">
                  <c:v>4.2763485410871365</c:v>
                </c:pt>
                <c:pt idx="113">
                  <c:v>4.2692525397736114</c:v>
                </c:pt>
                <c:pt idx="114">
                  <c:v>4.2579006696896951</c:v>
                </c:pt>
                <c:pt idx="115">
                  <c:v>4.2596222404247888</c:v>
                </c:pt>
                <c:pt idx="116">
                  <c:v>4.259360491320205</c:v>
                </c:pt>
                <c:pt idx="117">
                  <c:v>4.259741024676492</c:v>
                </c:pt>
                <c:pt idx="118">
                  <c:v>4.267063502942924</c:v>
                </c:pt>
                <c:pt idx="119">
                  <c:v>4.273400128718146</c:v>
                </c:pt>
                <c:pt idx="120">
                  <c:v>4.2767013264218043</c:v>
                </c:pt>
                <c:pt idx="121">
                  <c:v>4.2954434047062486</c:v>
                </c:pt>
                <c:pt idx="122">
                  <c:v>4.3164523585103618</c:v>
                </c:pt>
                <c:pt idx="123">
                  <c:v>4.3129645062215305</c:v>
                </c:pt>
                <c:pt idx="124">
                  <c:v>4.3114653472393041</c:v>
                </c:pt>
                <c:pt idx="125">
                  <c:v>4.3179376179546196</c:v>
                </c:pt>
                <c:pt idx="126">
                  <c:v>4.311891140248151</c:v>
                </c:pt>
                <c:pt idx="127">
                  <c:v>4.3050208564545578</c:v>
                </c:pt>
                <c:pt idx="128">
                  <c:v>4.2971398248081307</c:v>
                </c:pt>
                <c:pt idx="129">
                  <c:v>4.2915132305732451</c:v>
                </c:pt>
                <c:pt idx="130">
                  <c:v>4.2860138636978382</c:v>
                </c:pt>
                <c:pt idx="131">
                  <c:v>4.2881571622417383</c:v>
                </c:pt>
                <c:pt idx="132">
                  <c:v>4.2809055728953043</c:v>
                </c:pt>
                <c:pt idx="133">
                  <c:v>4.2768715478984971</c:v>
                </c:pt>
                <c:pt idx="134">
                  <c:v>4.2665403493504002</c:v>
                </c:pt>
                <c:pt idx="135">
                  <c:v>4.2574158642714846</c:v>
                </c:pt>
                <c:pt idx="136">
                  <c:v>4.2595657807313039</c:v>
                </c:pt>
                <c:pt idx="137">
                  <c:v>4.2656490047828708</c:v>
                </c:pt>
                <c:pt idx="138">
                  <c:v>4.2626019107997344</c:v>
                </c:pt>
                <c:pt idx="139">
                  <c:v>4.2587323891960489</c:v>
                </c:pt>
                <c:pt idx="140">
                  <c:v>4.2551989645469632</c:v>
                </c:pt>
                <c:pt idx="141">
                  <c:v>4.2519596861578783</c:v>
                </c:pt>
                <c:pt idx="142">
                  <c:v>4.2409541270829783</c:v>
                </c:pt>
                <c:pt idx="143">
                  <c:v>4.2292496694998754</c:v>
                </c:pt>
                <c:pt idx="144">
                  <c:v>4.2372011497228108</c:v>
                </c:pt>
                <c:pt idx="145">
                  <c:v>4.2445651893946703</c:v>
                </c:pt>
                <c:pt idx="146">
                  <c:v>4.2431540289106309</c:v>
                </c:pt>
                <c:pt idx="147">
                  <c:v>4.2418200944637618</c:v>
                </c:pt>
                <c:pt idx="148">
                  <c:v>4.2414380645777898</c:v>
                </c:pt>
                <c:pt idx="149">
                  <c:v>4.2408322508541643</c:v>
                </c:pt>
                <c:pt idx="150">
                  <c:v>4.2438866232684544</c:v>
                </c:pt>
                <c:pt idx="151">
                  <c:v>4.2392047668446322</c:v>
                </c:pt>
                <c:pt idx="152">
                  <c:v>4.2476447028694881</c:v>
                </c:pt>
                <c:pt idx="153">
                  <c:v>4.2398499306835529</c:v>
                </c:pt>
                <c:pt idx="154">
                  <c:v>4.2349625455315172</c:v>
                </c:pt>
                <c:pt idx="155">
                  <c:v>4.228375574909907</c:v>
                </c:pt>
                <c:pt idx="156">
                  <c:v>4.2430387514523682</c:v>
                </c:pt>
                <c:pt idx="157">
                  <c:v>4.2457545699230232</c:v>
                </c:pt>
                <c:pt idx="158">
                  <c:v>4.2389260070796002</c:v>
                </c:pt>
                <c:pt idx="159">
                  <c:v>4.2441356694206389</c:v>
                </c:pt>
                <c:pt idx="160">
                  <c:v>4.2450852893008229</c:v>
                </c:pt>
                <c:pt idx="161">
                  <c:v>4.2398926759109701</c:v>
                </c:pt>
                <c:pt idx="162">
                  <c:v>4.2337846617973103</c:v>
                </c:pt>
                <c:pt idx="163">
                  <c:v>4.2387680514027126</c:v>
                </c:pt>
                <c:pt idx="164">
                  <c:v>4.2413546290592397</c:v>
                </c:pt>
                <c:pt idx="165">
                  <c:v>4.2428949282487727</c:v>
                </c:pt>
                <c:pt idx="166">
                  <c:v>4.2440105448608678</c:v>
                </c:pt>
                <c:pt idx="167">
                  <c:v>4.2377839985761971</c:v>
                </c:pt>
                <c:pt idx="168">
                  <c:v>4.2474412801318753</c:v>
                </c:pt>
                <c:pt idx="169">
                  <c:v>4.2485169244041785</c:v>
                </c:pt>
                <c:pt idx="170">
                  <c:v>4.2493074749851711</c:v>
                </c:pt>
                <c:pt idx="171">
                  <c:v>4.2430850800547013</c:v>
                </c:pt>
                <c:pt idx="172">
                  <c:v>4.2504759104797261</c:v>
                </c:pt>
                <c:pt idx="173">
                  <c:v>4.2631804327997038</c:v>
                </c:pt>
                <c:pt idx="174">
                  <c:v>4.2679969035045833</c:v>
                </c:pt>
                <c:pt idx="175">
                  <c:v>4.262668977027702</c:v>
                </c:pt>
                <c:pt idx="176">
                  <c:v>4.260145496125948</c:v>
                </c:pt>
                <c:pt idx="177">
                  <c:v>4.2660193655663745</c:v>
                </c:pt>
                <c:pt idx="178">
                  <c:v>4.2638552432426806</c:v>
                </c:pt>
                <c:pt idx="179">
                  <c:v>4.2643751293588776</c:v>
                </c:pt>
                <c:pt idx="180">
                  <c:v>4.2652156557350187</c:v>
                </c:pt>
                <c:pt idx="181">
                  <c:v>4.2610485704229477</c:v>
                </c:pt>
                <c:pt idx="182">
                  <c:v>4.2667636290266673</c:v>
                </c:pt>
                <c:pt idx="183">
                  <c:v>4.2710243351936503</c:v>
                </c:pt>
                <c:pt idx="184">
                  <c:v>4.2692339879109502</c:v>
                </c:pt>
                <c:pt idx="185">
                  <c:v>4.2722806032598593</c:v>
                </c:pt>
                <c:pt idx="186">
                  <c:v>4.277159002851997</c:v>
                </c:pt>
                <c:pt idx="187">
                  <c:v>4.2832814749102237</c:v>
                </c:pt>
                <c:pt idx="188">
                  <c:v>4.2853537122258043</c:v>
                </c:pt>
                <c:pt idx="189">
                  <c:v>4.2891209784131119</c:v>
                </c:pt>
                <c:pt idx="190">
                  <c:v>4.2908624220413341</c:v>
                </c:pt>
                <c:pt idx="191">
                  <c:v>4.2895531851206075</c:v>
                </c:pt>
                <c:pt idx="192">
                  <c:v>4.2903798566313078</c:v>
                </c:pt>
                <c:pt idx="193">
                  <c:v>4.2915450629402736</c:v>
                </c:pt>
                <c:pt idx="194">
                  <c:v>4.2863797508467618</c:v>
                </c:pt>
                <c:pt idx="195">
                  <c:v>4.3029596660169496</c:v>
                </c:pt>
                <c:pt idx="196">
                  <c:v>4.3178200143340106</c:v>
                </c:pt>
                <c:pt idx="197">
                  <c:v>4.3089020248244472</c:v>
                </c:pt>
                <c:pt idx="198">
                  <c:v>4.3021818407246206</c:v>
                </c:pt>
                <c:pt idx="199">
                  <c:v>4.3024046098577111</c:v>
                </c:pt>
                <c:pt idx="200">
                  <c:v>4.286630918944021</c:v>
                </c:pt>
                <c:pt idx="201">
                  <c:v>4.2777830142489535</c:v>
                </c:pt>
                <c:pt idx="202">
                  <c:v>4.2761263271697496</c:v>
                </c:pt>
                <c:pt idx="203">
                  <c:v>4.2859352847212504</c:v>
                </c:pt>
                <c:pt idx="204">
                  <c:v>4.2964425759925646</c:v>
                </c:pt>
                <c:pt idx="205">
                  <c:v>4.3083262852847879</c:v>
                </c:pt>
                <c:pt idx="206">
                  <c:v>4.3193398886056054</c:v>
                </c:pt>
                <c:pt idx="207">
                  <c:v>4.3364311000030531</c:v>
                </c:pt>
                <c:pt idx="208">
                  <c:v>4.352326721390769</c:v>
                </c:pt>
                <c:pt idx="209">
                  <c:v>4.3599830693671953</c:v>
                </c:pt>
                <c:pt idx="210">
                  <c:v>4.3658085074055819</c:v>
                </c:pt>
                <c:pt idx="211">
                  <c:v>4.3966073435917794</c:v>
                </c:pt>
                <c:pt idx="212">
                  <c:v>4.4230708130532816</c:v>
                </c:pt>
                <c:pt idx="213">
                  <c:v>4.4085079390995512</c:v>
                </c:pt>
                <c:pt idx="214">
                  <c:v>4.4379000246183917</c:v>
                </c:pt>
                <c:pt idx="215">
                  <c:v>4.5340812535591253</c:v>
                </c:pt>
                <c:pt idx="216">
                  <c:v>4.5625886060445655</c:v>
                </c:pt>
                <c:pt idx="217">
                  <c:v>4.5920099073966592</c:v>
                </c:pt>
                <c:pt idx="218">
                  <c:v>4.5942874149779698</c:v>
                </c:pt>
                <c:pt idx="219">
                  <c:v>4.4937694536095458</c:v>
                </c:pt>
                <c:pt idx="220">
                  <c:v>4.4317425675890245</c:v>
                </c:pt>
                <c:pt idx="221">
                  <c:v>4.4107579922215683</c:v>
                </c:pt>
                <c:pt idx="222">
                  <c:v>4.3908631584998652</c:v>
                </c:pt>
                <c:pt idx="223">
                  <c:v>4.3722782892229137</c:v>
                </c:pt>
                <c:pt idx="224">
                  <c:v>4.3511828366411942</c:v>
                </c:pt>
                <c:pt idx="225">
                  <c:v>4.3313708768405466</c:v>
                </c:pt>
                <c:pt idx="226">
                  <c:v>4.3111486573071849</c:v>
                </c:pt>
                <c:pt idx="227">
                  <c:v>4.2956386236531996</c:v>
                </c:pt>
                <c:pt idx="228">
                  <c:v>4.2822367376454427</c:v>
                </c:pt>
                <c:pt idx="229">
                  <c:v>4.2705385980341433</c:v>
                </c:pt>
                <c:pt idx="230">
                  <c:v>4.2623234733150825</c:v>
                </c:pt>
                <c:pt idx="231">
                  <c:v>4.2582790077103256</c:v>
                </c:pt>
                <c:pt idx="232">
                  <c:v>4.2558242459200706</c:v>
                </c:pt>
                <c:pt idx="233">
                  <c:v>4.2562721582120213</c:v>
                </c:pt>
                <c:pt idx="234">
                  <c:v>4.2648729727734471</c:v>
                </c:pt>
                <c:pt idx="235">
                  <c:v>4.2646584106219123</c:v>
                </c:pt>
                <c:pt idx="236">
                  <c:v>4.2612055113952731</c:v>
                </c:pt>
                <c:pt idx="237">
                  <c:v>4.2630916365778049</c:v>
                </c:pt>
                <c:pt idx="238">
                  <c:v>4.2692799495603762</c:v>
                </c:pt>
                <c:pt idx="239">
                  <c:v>4.2706483201444714</c:v>
                </c:pt>
                <c:pt idx="240">
                  <c:v>4.2761447003422992</c:v>
                </c:pt>
                <c:pt idx="241">
                  <c:v>4.2819986011627522</c:v>
                </c:pt>
                <c:pt idx="242">
                  <c:v>4.298849333960689</c:v>
                </c:pt>
                <c:pt idx="243">
                  <c:v>4.3061785769242045</c:v>
                </c:pt>
                <c:pt idx="244">
                  <c:v>4.3112036172800892</c:v>
                </c:pt>
                <c:pt idx="245">
                  <c:v>4.3131555387144385</c:v>
                </c:pt>
                <c:pt idx="246">
                  <c:v>4.3036374439921374</c:v>
                </c:pt>
                <c:pt idx="247">
                  <c:v>4.3039983022907773</c:v>
                </c:pt>
                <c:pt idx="248">
                  <c:v>4.3257652148758803</c:v>
                </c:pt>
                <c:pt idx="249">
                  <c:v>4.3750134987615761</c:v>
                </c:pt>
                <c:pt idx="250">
                  <c:v>4.4343576463183565</c:v>
                </c:pt>
                <c:pt idx="251">
                  <c:v>4.5087126694658721</c:v>
                </c:pt>
                <c:pt idx="252">
                  <c:v>4.5824611928473722</c:v>
                </c:pt>
                <c:pt idx="253">
                  <c:v>4.7286396342223629</c:v>
                </c:pt>
                <c:pt idx="254">
                  <c:v>4.9573236652793167</c:v>
                </c:pt>
                <c:pt idx="255">
                  <c:v>5.109188970511128</c:v>
                </c:pt>
                <c:pt idx="256">
                  <c:v>5.1315545396427078</c:v>
                </c:pt>
                <c:pt idx="257">
                  <c:v>5.1549947000512892</c:v>
                </c:pt>
                <c:pt idx="258">
                  <c:v>5.1778013784869987</c:v>
                </c:pt>
                <c:pt idx="259">
                  <c:v>5.2</c:v>
                </c:pt>
                <c:pt idx="260">
                  <c:v>4.8626139238806667</c:v>
                </c:pt>
                <c:pt idx="261">
                  <c:v>4.5975232631550886</c:v>
                </c:pt>
                <c:pt idx="262">
                  <c:v>4.4270196092486325</c:v>
                </c:pt>
                <c:pt idx="263">
                  <c:v>4.3678993731653</c:v>
                </c:pt>
                <c:pt idx="264">
                  <c:v>4.3455103828655179</c:v>
                </c:pt>
                <c:pt idx="265">
                  <c:v>4.3346134897147506</c:v>
                </c:pt>
                <c:pt idx="266">
                  <c:v>4.3272535248156148</c:v>
                </c:pt>
                <c:pt idx="267">
                  <c:v>4.3333467682770115</c:v>
                </c:pt>
                <c:pt idx="268">
                  <c:v>4.3292817852183658</c:v>
                </c:pt>
                <c:pt idx="269">
                  <c:v>4.359502456784818</c:v>
                </c:pt>
                <c:pt idx="270">
                  <c:v>4.4058535868364004</c:v>
                </c:pt>
                <c:pt idx="271">
                  <c:v>4.4094842635787384</c:v>
                </c:pt>
                <c:pt idx="272">
                  <c:v>4.3894236054334455</c:v>
                </c:pt>
                <c:pt idx="273">
                  <c:v>4.372552195636878</c:v>
                </c:pt>
                <c:pt idx="274">
                  <c:v>4.3741168062542766</c:v>
                </c:pt>
                <c:pt idx="275">
                  <c:v>4.4100960602302086</c:v>
                </c:pt>
                <c:pt idx="276">
                  <c:v>4.4863998904987001</c:v>
                </c:pt>
                <c:pt idx="277">
                  <c:v>4.628469123012418</c:v>
                </c:pt>
                <c:pt idx="278">
                  <c:v>4.8380949857410398</c:v>
                </c:pt>
                <c:pt idx="279">
                  <c:v>4.8500812631573362</c:v>
                </c:pt>
                <c:pt idx="280">
                  <c:v>4.7422266687129238</c:v>
                </c:pt>
                <c:pt idx="281">
                  <c:v>4.6071123106152854</c:v>
                </c:pt>
                <c:pt idx="282">
                  <c:v>4.4852240329827238</c:v>
                </c:pt>
                <c:pt idx="283">
                  <c:v>4.3935106950116154</c:v>
                </c:pt>
                <c:pt idx="284">
                  <c:v>4.3401299980772947</c:v>
                </c:pt>
                <c:pt idx="285">
                  <c:v>4.2934513864872086</c:v>
                </c:pt>
                <c:pt idx="286">
                  <c:v>4.3084398811414646</c:v>
                </c:pt>
                <c:pt idx="287">
                  <c:v>4.340445960485388</c:v>
                </c:pt>
                <c:pt idx="288">
                  <c:v>4.3585981444206157</c:v>
                </c:pt>
                <c:pt idx="289">
                  <c:v>4.3166638637846306</c:v>
                </c:pt>
                <c:pt idx="290">
                  <c:v>4.2762407462772982</c:v>
                </c:pt>
                <c:pt idx="291">
                  <c:v>4.2457088316362368</c:v>
                </c:pt>
                <c:pt idx="292">
                  <c:v>4.2287035159372692</c:v>
                </c:pt>
                <c:pt idx="293">
                  <c:v>4.200099298690831</c:v>
                </c:pt>
                <c:pt idx="294">
                  <c:v>4.2100884384587687</c:v>
                </c:pt>
                <c:pt idx="295">
                  <c:v>4.2052776750681913</c:v>
                </c:pt>
                <c:pt idx="296">
                  <c:v>4.2310107020315844</c:v>
                </c:pt>
                <c:pt idx="297">
                  <c:v>4.2521454728196515</c:v>
                </c:pt>
                <c:pt idx="298">
                  <c:v>4.2494030167587846</c:v>
                </c:pt>
                <c:pt idx="299">
                  <c:v>4.2352022455526841</c:v>
                </c:pt>
                <c:pt idx="300">
                  <c:v>4.2470856740461596</c:v>
                </c:pt>
                <c:pt idx="301">
                  <c:v>4.242586981368544</c:v>
                </c:pt>
                <c:pt idx="302">
                  <c:v>4.2361415779878699</c:v>
                </c:pt>
                <c:pt idx="303">
                  <c:v>4.2485705218649814</c:v>
                </c:pt>
                <c:pt idx="304">
                  <c:v>4.2539095430832585</c:v>
                </c:pt>
                <c:pt idx="305">
                  <c:v>4.271316372272155</c:v>
                </c:pt>
                <c:pt idx="306">
                  <c:v>4.2624032329227646</c:v>
                </c:pt>
                <c:pt idx="307">
                  <c:v>4.2481801286436065</c:v>
                </c:pt>
                <c:pt idx="308">
                  <c:v>4.2506915511537207</c:v>
                </c:pt>
                <c:pt idx="309">
                  <c:v>4.260781715886603</c:v>
                </c:pt>
                <c:pt idx="310">
                  <c:v>4.2631400552162662</c:v>
                </c:pt>
                <c:pt idx="311">
                  <c:v>4.2454877568683118</c:v>
                </c:pt>
                <c:pt idx="312">
                  <c:v>4.2220391884517996</c:v>
                </c:pt>
                <c:pt idx="313">
                  <c:v>4.2328397101962931</c:v>
                </c:pt>
                <c:pt idx="314">
                  <c:v>4.2421314587923753</c:v>
                </c:pt>
                <c:pt idx="315">
                  <c:v>4.2482812449105234</c:v>
                </c:pt>
                <c:pt idx="316">
                  <c:v>4.2563366781058969</c:v>
                </c:pt>
                <c:pt idx="317">
                  <c:v>4.2643861443279008</c:v>
                </c:pt>
                <c:pt idx="318">
                  <c:v>4.2799153105874099</c:v>
                </c:pt>
                <c:pt idx="319">
                  <c:v>4.2935856976332545</c:v>
                </c:pt>
                <c:pt idx="320">
                  <c:v>4.3095588896747854</c:v>
                </c:pt>
                <c:pt idx="321">
                  <c:v>4.3403745482586347</c:v>
                </c:pt>
                <c:pt idx="322">
                  <c:v>4.3492622242671182</c:v>
                </c:pt>
                <c:pt idx="323">
                  <c:v>4.3501454639617272</c:v>
                </c:pt>
                <c:pt idx="324">
                  <c:v>4.3437882313875615</c:v>
                </c:pt>
                <c:pt idx="325">
                  <c:v>4.3241137481006522</c:v>
                </c:pt>
                <c:pt idx="326">
                  <c:v>4.314531210065951</c:v>
                </c:pt>
                <c:pt idx="327">
                  <c:v>4.3151197131850125</c:v>
                </c:pt>
                <c:pt idx="328">
                  <c:v>4.3168553430028167</c:v>
                </c:pt>
                <c:pt idx="329">
                  <c:v>4.3542790002053406</c:v>
                </c:pt>
                <c:pt idx="330">
                  <c:v>4.416529631772776</c:v>
                </c:pt>
                <c:pt idx="331">
                  <c:v>4.5240383076882402</c:v>
                </c:pt>
                <c:pt idx="332">
                  <c:v>4.7092941321945379</c:v>
                </c:pt>
                <c:pt idx="333">
                  <c:v>4.9658283956150067</c:v>
                </c:pt>
                <c:pt idx="334">
                  <c:v>4.8844494470868467</c:v>
                </c:pt>
                <c:pt idx="335">
                  <c:v>4.5857378334242611</c:v>
                </c:pt>
                <c:pt idx="336">
                  <c:v>4.390559717163165</c:v>
                </c:pt>
                <c:pt idx="337">
                  <c:v>4.2988168761782699</c:v>
                </c:pt>
                <c:pt idx="338">
                  <c:v>4.2610243387674531</c:v>
                </c:pt>
                <c:pt idx="339">
                  <c:v>4.2432277034818329</c:v>
                </c:pt>
                <c:pt idx="340">
                  <c:v>4.2338310893173849</c:v>
                </c:pt>
                <c:pt idx="341">
                  <c:v>4.2278690873611877</c:v>
                </c:pt>
                <c:pt idx="342">
                  <c:v>4.228380389970237</c:v>
                </c:pt>
                <c:pt idx="343">
                  <c:v>4.2198572465758124</c:v>
                </c:pt>
                <c:pt idx="344">
                  <c:v>4.2171497834633227</c:v>
                </c:pt>
                <c:pt idx="345">
                  <c:v>4.218376522988585</c:v>
                </c:pt>
                <c:pt idx="346">
                  <c:v>4.2193866932894517</c:v>
                </c:pt>
                <c:pt idx="347">
                  <c:v>4.2206821551171076</c:v>
                </c:pt>
                <c:pt idx="348">
                  <c:v>4.2231483562654013</c:v>
                </c:pt>
                <c:pt idx="349">
                  <c:v>4.2230054153442325</c:v>
                </c:pt>
                <c:pt idx="350">
                  <c:v>4.2184118430036852</c:v>
                </c:pt>
                <c:pt idx="351">
                  <c:v>4.2227610151349504</c:v>
                </c:pt>
                <c:pt idx="352">
                  <c:v>4.2172967209802925</c:v>
                </c:pt>
                <c:pt idx="353">
                  <c:v>4.2125202561196007</c:v>
                </c:pt>
                <c:pt idx="354">
                  <c:v>4.2134438925430171</c:v>
                </c:pt>
                <c:pt idx="355">
                  <c:v>4.2133814483262402</c:v>
                </c:pt>
                <c:pt idx="356">
                  <c:v>4.2102060915382475</c:v>
                </c:pt>
                <c:pt idx="357">
                  <c:v>4.2127519182766395</c:v>
                </c:pt>
                <c:pt idx="358">
                  <c:v>4.2133596202122918</c:v>
                </c:pt>
                <c:pt idx="359">
                  <c:v>4.2148732554867312</c:v>
                </c:pt>
                <c:pt idx="360">
                  <c:v>4.2242388637259181</c:v>
                </c:pt>
                <c:pt idx="361">
                  <c:v>4.2242288666523509</c:v>
                </c:pt>
                <c:pt idx="362">
                  <c:v>4.2193942780465106</c:v>
                </c:pt>
                <c:pt idx="363">
                  <c:v>4.217243506426871</c:v>
                </c:pt>
                <c:pt idx="364">
                  <c:v>4.2227978300842874</c:v>
                </c:pt>
                <c:pt idx="365">
                  <c:v>4.2255446656483375</c:v>
                </c:pt>
                <c:pt idx="366">
                  <c:v>4.2233133063838011</c:v>
                </c:pt>
                <c:pt idx="367">
                  <c:v>4.2186076554570784</c:v>
                </c:pt>
                <c:pt idx="368">
                  <c:v>4.2191559086284967</c:v>
                </c:pt>
                <c:pt idx="369">
                  <c:v>4.2206350591045627</c:v>
                </c:pt>
                <c:pt idx="370">
                  <c:v>4.2200151320530139</c:v>
                </c:pt>
                <c:pt idx="371">
                  <c:v>4.221029034105408</c:v>
                </c:pt>
                <c:pt idx="372">
                  <c:v>4.2226345408266575</c:v>
                </c:pt>
                <c:pt idx="373">
                  <c:v>4.2187947025223185</c:v>
                </c:pt>
                <c:pt idx="374">
                  <c:v>4.2167179357314977</c:v>
                </c:pt>
                <c:pt idx="375">
                  <c:v>4.2154060838724412</c:v>
                </c:pt>
                <c:pt idx="376">
                  <c:v>4.2194730931493174</c:v>
                </c:pt>
                <c:pt idx="377">
                  <c:v>4.2229647729165221</c:v>
                </c:pt>
                <c:pt idx="378">
                  <c:v>4.2210270621323902</c:v>
                </c:pt>
                <c:pt idx="379">
                  <c:v>4.2123370915756704</c:v>
                </c:pt>
                <c:pt idx="380">
                  <c:v>4.2106432146169839</c:v>
                </c:pt>
                <c:pt idx="381">
                  <c:v>4.2165892166286776</c:v>
                </c:pt>
                <c:pt idx="382">
                  <c:v>4.2172259932004836</c:v>
                </c:pt>
                <c:pt idx="383">
                  <c:v>4.21422921324735</c:v>
                </c:pt>
                <c:pt idx="384">
                  <c:v>4.2162367376199157</c:v>
                </c:pt>
                <c:pt idx="385">
                  <c:v>4.2193144498345889</c:v>
                </c:pt>
                <c:pt idx="386">
                  <c:v>4.2184677889630979</c:v>
                </c:pt>
                <c:pt idx="387">
                  <c:v>4.2142843168105228</c:v>
                </c:pt>
                <c:pt idx="388">
                  <c:v>4.2093214510407986</c:v>
                </c:pt>
                <c:pt idx="389">
                  <c:v>4.2067562922659549</c:v>
                </c:pt>
                <c:pt idx="390">
                  <c:v>4.2050420793355254</c:v>
                </c:pt>
                <c:pt idx="391">
                  <c:v>4.2074040957726417</c:v>
                </c:pt>
                <c:pt idx="392">
                  <c:v>4.2034030654263121</c:v>
                </c:pt>
                <c:pt idx="393">
                  <c:v>4.2030298585640322</c:v>
                </c:pt>
                <c:pt idx="394">
                  <c:v>4.2069321831650734</c:v>
                </c:pt>
                <c:pt idx="395">
                  <c:v>4.2044235355368942</c:v>
                </c:pt>
                <c:pt idx="396">
                  <c:v>4.2090838402580344</c:v>
                </c:pt>
                <c:pt idx="397">
                  <c:v>4.2097056882282837</c:v>
                </c:pt>
                <c:pt idx="398">
                  <c:v>4.2085037116425088</c:v>
                </c:pt>
                <c:pt idx="399">
                  <c:v>4.2131978673705319</c:v>
                </c:pt>
                <c:pt idx="400">
                  <c:v>4.2218576137712285</c:v>
                </c:pt>
                <c:pt idx="401">
                  <c:v>4.2285411504436983</c:v>
                </c:pt>
                <c:pt idx="402">
                  <c:v>4.2274123969175035</c:v>
                </c:pt>
                <c:pt idx="403">
                  <c:v>4.2278786153732106</c:v>
                </c:pt>
                <c:pt idx="404">
                  <c:v>4.2277896245067259</c:v>
                </c:pt>
                <c:pt idx="405">
                  <c:v>4.2258806684715386</c:v>
                </c:pt>
                <c:pt idx="406">
                  <c:v>4.2254534092465086</c:v>
                </c:pt>
                <c:pt idx="407">
                  <c:v>4.2174913847115398</c:v>
                </c:pt>
                <c:pt idx="408">
                  <c:v>4.22313948398227</c:v>
                </c:pt>
                <c:pt idx="409">
                  <c:v>4.2237888262979979</c:v>
                </c:pt>
                <c:pt idx="410">
                  <c:v>4.2158291869569293</c:v>
                </c:pt>
                <c:pt idx="411">
                  <c:v>4.211980836940576</c:v>
                </c:pt>
                <c:pt idx="412">
                  <c:v>4.212163344957891</c:v>
                </c:pt>
                <c:pt idx="413">
                  <c:v>4.2098722649053339</c:v>
                </c:pt>
                <c:pt idx="414">
                  <c:v>4.2192322842921897</c:v>
                </c:pt>
                <c:pt idx="415">
                  <c:v>4.218918001890235</c:v>
                </c:pt>
                <c:pt idx="416">
                  <c:v>4.2118683674697817</c:v>
                </c:pt>
                <c:pt idx="417">
                  <c:v>4.2137376255821346</c:v>
                </c:pt>
                <c:pt idx="418">
                  <c:v>4.2076635362648007</c:v>
                </c:pt>
                <c:pt idx="419">
                  <c:v>4.2084873184202145</c:v>
                </c:pt>
                <c:pt idx="420">
                  <c:v>4.2122683198144051</c:v>
                </c:pt>
                <c:pt idx="421">
                  <c:v>4.2057494712080965</c:v>
                </c:pt>
                <c:pt idx="422">
                  <c:v>4.2019837356531626</c:v>
                </c:pt>
                <c:pt idx="423">
                  <c:v>4.2064822869342509</c:v>
                </c:pt>
                <c:pt idx="424">
                  <c:v>4.2204535035693604</c:v>
                </c:pt>
                <c:pt idx="425">
                  <c:v>4.2142573968261168</c:v>
                </c:pt>
                <c:pt idx="426">
                  <c:v>4.2065986700375788</c:v>
                </c:pt>
                <c:pt idx="427">
                  <c:v>4.2015655118457635</c:v>
                </c:pt>
                <c:pt idx="428">
                  <c:v>4.2034285933828395</c:v>
                </c:pt>
                <c:pt idx="429">
                  <c:v>4.2277881822222536</c:v>
                </c:pt>
                <c:pt idx="430">
                  <c:v>4.2276854832714914</c:v>
                </c:pt>
                <c:pt idx="431">
                  <c:v>4.2328574802897148</c:v>
                </c:pt>
                <c:pt idx="432">
                  <c:v>4.2177476390951911</c:v>
                </c:pt>
                <c:pt idx="433">
                  <c:v>4.2138706077204748</c:v>
                </c:pt>
                <c:pt idx="434">
                  <c:v>4.2063240313132466</c:v>
                </c:pt>
                <c:pt idx="435">
                  <c:v>4.18521773926172</c:v>
                </c:pt>
                <c:pt idx="436">
                  <c:v>4.1936013579867746</c:v>
                </c:pt>
                <c:pt idx="437">
                  <c:v>4.1743992910699568</c:v>
                </c:pt>
                <c:pt idx="438">
                  <c:v>4.1631354162933318</c:v>
                </c:pt>
                <c:pt idx="439">
                  <c:v>4.2567073196881484</c:v>
                </c:pt>
                <c:pt idx="440">
                  <c:v>4.2414259104593039</c:v>
                </c:pt>
                <c:pt idx="441">
                  <c:v>4.2497367301149307</c:v>
                </c:pt>
                <c:pt idx="442">
                  <c:v>4.2248884740768133</c:v>
                </c:pt>
                <c:pt idx="443">
                  <c:v>4.1786368632492747</c:v>
                </c:pt>
                <c:pt idx="444">
                  <c:v>4.1666858962753937</c:v>
                </c:pt>
                <c:pt idx="445">
                  <c:v>4.1939184902566922</c:v>
                </c:pt>
                <c:pt idx="446">
                  <c:v>4.2180225650000596</c:v>
                </c:pt>
                <c:pt idx="447">
                  <c:v>4.2077871204200834</c:v>
                </c:pt>
                <c:pt idx="448">
                  <c:v>4.2055121328479803</c:v>
                </c:pt>
                <c:pt idx="449">
                  <c:v>4.2081812517747759</c:v>
                </c:pt>
                <c:pt idx="450">
                  <c:v>4.2135359961274279</c:v>
                </c:pt>
                <c:pt idx="451">
                  <c:v>4.2052159615663358</c:v>
                </c:pt>
                <c:pt idx="452">
                  <c:v>4.2012601934651679</c:v>
                </c:pt>
                <c:pt idx="453">
                  <c:v>4.2141094190774258</c:v>
                </c:pt>
                <c:pt idx="454">
                  <c:v>4.2184338474145742</c:v>
                </c:pt>
                <c:pt idx="455">
                  <c:v>4.2227549269075757</c:v>
                </c:pt>
                <c:pt idx="456">
                  <c:v>4.2066376651658235</c:v>
                </c:pt>
                <c:pt idx="457">
                  <c:v>4.2044558545153867</c:v>
                </c:pt>
                <c:pt idx="458">
                  <c:v>4.2135856432604069</c:v>
                </c:pt>
                <c:pt idx="459">
                  <c:v>4.2070065852603022</c:v>
                </c:pt>
                <c:pt idx="460">
                  <c:v>4.2004414759578905</c:v>
                </c:pt>
                <c:pt idx="461">
                  <c:v>4.2040586259983801</c:v>
                </c:pt>
                <c:pt idx="462">
                  <c:v>4.2111237538087796</c:v>
                </c:pt>
                <c:pt idx="463">
                  <c:v>4.203701691303821</c:v>
                </c:pt>
                <c:pt idx="464">
                  <c:v>4.1982833781433886</c:v>
                </c:pt>
                <c:pt idx="465">
                  <c:v>4.2080022042829262</c:v>
                </c:pt>
                <c:pt idx="466">
                  <c:v>4.2155835949484208</c:v>
                </c:pt>
                <c:pt idx="467">
                  <c:v>4.208289771715469</c:v>
                </c:pt>
                <c:pt idx="468">
                  <c:v>4.211537766033838</c:v>
                </c:pt>
                <c:pt idx="469">
                  <c:v>4.2072179190239725</c:v>
                </c:pt>
                <c:pt idx="470">
                  <c:v>4.2133485773229387</c:v>
                </c:pt>
                <c:pt idx="471">
                  <c:v>4.2149827606162091</c:v>
                </c:pt>
                <c:pt idx="472">
                  <c:v>4.2015339383400798</c:v>
                </c:pt>
                <c:pt idx="473">
                  <c:v>4.1992799679459134</c:v>
                </c:pt>
                <c:pt idx="474">
                  <c:v>4.2081590431466163</c:v>
                </c:pt>
                <c:pt idx="475">
                  <c:v>4.2114135405086914</c:v>
                </c:pt>
                <c:pt idx="476">
                  <c:v>4.2068136007374699</c:v>
                </c:pt>
                <c:pt idx="477">
                  <c:v>4.2083109544709343</c:v>
                </c:pt>
                <c:pt idx="478">
                  <c:v>4.2054662322244187</c:v>
                </c:pt>
                <c:pt idx="479">
                  <c:v>4.2065156421558463</c:v>
                </c:pt>
                <c:pt idx="480">
                  <c:v>4.216197288586879</c:v>
                </c:pt>
                <c:pt idx="481">
                  <c:v>4.2240903467159976</c:v>
                </c:pt>
                <c:pt idx="482">
                  <c:v>4.221390811381764</c:v>
                </c:pt>
                <c:pt idx="483">
                  <c:v>4.221903176558798</c:v>
                </c:pt>
                <c:pt idx="484">
                  <c:v>4.2177580637486676</c:v>
                </c:pt>
                <c:pt idx="485">
                  <c:v>4.2177080767853878</c:v>
                </c:pt>
                <c:pt idx="486">
                  <c:v>4.2119477904380576</c:v>
                </c:pt>
                <c:pt idx="487">
                  <c:v>4.20543855958769</c:v>
                </c:pt>
                <c:pt idx="488">
                  <c:v>4.2067599729631651</c:v>
                </c:pt>
                <c:pt idx="489">
                  <c:v>4.2192900873524062</c:v>
                </c:pt>
                <c:pt idx="490">
                  <c:v>4.2122738225125751</c:v>
                </c:pt>
                <c:pt idx="491">
                  <c:v>4.2111511564160322</c:v>
                </c:pt>
                <c:pt idx="492">
                  <c:v>4.2239233799520521</c:v>
                </c:pt>
                <c:pt idx="493">
                  <c:v>4.2338660423795771</c:v>
                </c:pt>
                <c:pt idx="494">
                  <c:v>4.2231551783985921</c:v>
                </c:pt>
                <c:pt idx="495">
                  <c:v>4.2250281108263641</c:v>
                </c:pt>
                <c:pt idx="496">
                  <c:v>4.2253013407706197</c:v>
                </c:pt>
                <c:pt idx="497">
                  <c:v>4.2212052050055489</c:v>
                </c:pt>
                <c:pt idx="498">
                  <c:v>4.2205686884916727</c:v>
                </c:pt>
                <c:pt idx="499">
                  <c:v>4.2231449834895445</c:v>
                </c:pt>
                <c:pt idx="500">
                  <c:v>4.2320806665110533</c:v>
                </c:pt>
                <c:pt idx="501">
                  <c:v>4.2367504996430796</c:v>
                </c:pt>
                <c:pt idx="502">
                  <c:v>4.2370523008598262</c:v>
                </c:pt>
                <c:pt idx="503">
                  <c:v>4.2379937967217209</c:v>
                </c:pt>
                <c:pt idx="504">
                  <c:v>4.2409913488714093</c:v>
                </c:pt>
                <c:pt idx="505">
                  <c:v>4.2425795433926474</c:v>
                </c:pt>
                <c:pt idx="506">
                  <c:v>4.2551914212715367</c:v>
                </c:pt>
                <c:pt idx="507">
                  <c:v>4.2686692250495764</c:v>
                </c:pt>
                <c:pt idx="508">
                  <c:v>4.2950259782237001</c:v>
                </c:pt>
                <c:pt idx="509">
                  <c:v>4.3266133291999758</c:v>
                </c:pt>
                <c:pt idx="510">
                  <c:v>4.354235821016224</c:v>
                </c:pt>
                <c:pt idx="511">
                  <c:v>4.3812617303676493</c:v>
                </c:pt>
                <c:pt idx="512">
                  <c:v>4.3965331489047168</c:v>
                </c:pt>
                <c:pt idx="513">
                  <c:v>4.4132787991534377</c:v>
                </c:pt>
                <c:pt idx="514">
                  <c:v>4.4255795201118779</c:v>
                </c:pt>
                <c:pt idx="515">
                  <c:v>4.4158110167252929</c:v>
                </c:pt>
                <c:pt idx="516">
                  <c:v>4.398106719554856</c:v>
                </c:pt>
                <c:pt idx="517">
                  <c:v>4.3850736754646533</c:v>
                </c:pt>
                <c:pt idx="518">
                  <c:v>4.3803195101726242</c:v>
                </c:pt>
                <c:pt idx="519">
                  <c:v>4.3713974873719703</c:v>
                </c:pt>
                <c:pt idx="520">
                  <c:v>4.3550326002239652</c:v>
                </c:pt>
                <c:pt idx="521">
                  <c:v>4.337074614149337</c:v>
                </c:pt>
                <c:pt idx="522">
                  <c:v>4.3245538363184286</c:v>
                </c:pt>
                <c:pt idx="523">
                  <c:v>4.3218927704125116</c:v>
                </c:pt>
                <c:pt idx="524">
                  <c:v>4.3319985258576335</c:v>
                </c:pt>
                <c:pt idx="525">
                  <c:v>4.3339061704350375</c:v>
                </c:pt>
                <c:pt idx="526">
                  <c:v>4.3168337342628895</c:v>
                </c:pt>
                <c:pt idx="527">
                  <c:v>4.3258603928874804</c:v>
                </c:pt>
                <c:pt idx="528">
                  <c:v>4.3226737100182149</c:v>
                </c:pt>
                <c:pt idx="529">
                  <c:v>4.3364951221173333</c:v>
                </c:pt>
                <c:pt idx="530">
                  <c:v>4.3583009955285608</c:v>
                </c:pt>
                <c:pt idx="531">
                  <c:v>4.3713888464287152</c:v>
                </c:pt>
                <c:pt idx="532">
                  <c:v>4.3676499217694689</c:v>
                </c:pt>
                <c:pt idx="533">
                  <c:v>4.3649948164551331</c:v>
                </c:pt>
                <c:pt idx="534">
                  <c:v>4.3696811433226417</c:v>
                </c:pt>
                <c:pt idx="535">
                  <c:v>4.368024341371223</c:v>
                </c:pt>
                <c:pt idx="536">
                  <c:v>4.3867836121971218</c:v>
                </c:pt>
                <c:pt idx="537">
                  <c:v>4.406400174360706</c:v>
                </c:pt>
                <c:pt idx="538">
                  <c:v>4.4182580246410614</c:v>
                </c:pt>
                <c:pt idx="539">
                  <c:v>4.4366388553376943</c:v>
                </c:pt>
                <c:pt idx="540">
                  <c:v>4.4756043784591215</c:v>
                </c:pt>
                <c:pt idx="541">
                  <c:v>4.509475267807975</c:v>
                </c:pt>
                <c:pt idx="542">
                  <c:v>4.5317837582124714</c:v>
                </c:pt>
                <c:pt idx="543">
                  <c:v>4.5598558215859901</c:v>
                </c:pt>
                <c:pt idx="544">
                  <c:v>4.5966707071053632</c:v>
                </c:pt>
                <c:pt idx="545">
                  <c:v>4.6368092031738222</c:v>
                </c:pt>
                <c:pt idx="546">
                  <c:v>4.6579026008192592</c:v>
                </c:pt>
                <c:pt idx="547">
                  <c:v>4.6756297830875635</c:v>
                </c:pt>
                <c:pt idx="548">
                  <c:v>4.7114544445897799</c:v>
                </c:pt>
                <c:pt idx="549">
                  <c:v>4.7251793767921981</c:v>
                </c:pt>
                <c:pt idx="550">
                  <c:v>4.7496561951198002</c:v>
                </c:pt>
                <c:pt idx="551">
                  <c:v>4.7462710896451537</c:v>
                </c:pt>
                <c:pt idx="552">
                  <c:v>4.7600921060733103</c:v>
                </c:pt>
                <c:pt idx="553">
                  <c:v>4.7672273043391789</c:v>
                </c:pt>
                <c:pt idx="554">
                  <c:v>4.7294557885436364</c:v>
                </c:pt>
                <c:pt idx="555">
                  <c:v>4.700323786482266</c:v>
                </c:pt>
                <c:pt idx="556">
                  <c:v>4.686939999230102</c:v>
                </c:pt>
                <c:pt idx="557">
                  <c:v>4.653869564999856</c:v>
                </c:pt>
                <c:pt idx="558">
                  <c:v>4.6221751467377681</c:v>
                </c:pt>
                <c:pt idx="559">
                  <c:v>4.5658385707405049</c:v>
                </c:pt>
                <c:pt idx="560">
                  <c:v>4.5508954059384967</c:v>
                </c:pt>
                <c:pt idx="561">
                  <c:v>4.5156435738798359</c:v>
                </c:pt>
                <c:pt idx="562">
                  <c:v>4.5018320535547547</c:v>
                </c:pt>
                <c:pt idx="563">
                  <c:v>4.4785681071233956</c:v>
                </c:pt>
                <c:pt idx="564">
                  <c:v>4.426421533445021</c:v>
                </c:pt>
                <c:pt idx="565">
                  <c:v>4.3951598388153927</c:v>
                </c:pt>
                <c:pt idx="566">
                  <c:v>4.3639388855312164</c:v>
                </c:pt>
                <c:pt idx="567">
                  <c:v>4.3530781005465773</c:v>
                </c:pt>
                <c:pt idx="568">
                  <c:v>4.3462921521038824</c:v>
                </c:pt>
                <c:pt idx="569">
                  <c:v>4.3274033820013722</c:v>
                </c:pt>
                <c:pt idx="570">
                  <c:v>4.2577399826068154</c:v>
                </c:pt>
                <c:pt idx="571">
                  <c:v>4.280650824614022</c:v>
                </c:pt>
                <c:pt idx="572">
                  <c:v>4.2642941955018898</c:v>
                </c:pt>
                <c:pt idx="573">
                  <c:v>4.225372467412285</c:v>
                </c:pt>
                <c:pt idx="574">
                  <c:v>4.2286861798055471</c:v>
                </c:pt>
                <c:pt idx="575">
                  <c:v>4.2111822748203371</c:v>
                </c:pt>
                <c:pt idx="576">
                  <c:v>4.2294731597752016</c:v>
                </c:pt>
                <c:pt idx="577">
                  <c:v>4.2095720280247875</c:v>
                </c:pt>
                <c:pt idx="578">
                  <c:v>4.1800731440530248</c:v>
                </c:pt>
                <c:pt idx="579">
                  <c:v>4.1679386288301075</c:v>
                </c:pt>
                <c:pt idx="580">
                  <c:v>4.3633560749685687</c:v>
                </c:pt>
                <c:pt idx="581">
                  <c:v>4.3002176088179382</c:v>
                </c:pt>
                <c:pt idx="582">
                  <c:v>4.0960881773414606</c:v>
                </c:pt>
                <c:pt idx="583">
                  <c:v>4.1158529501890593</c:v>
                </c:pt>
                <c:pt idx="584">
                  <c:v>4.2639832364169221</c:v>
                </c:pt>
                <c:pt idx="585">
                  <c:v>4.4402063268348346</c:v>
                </c:pt>
                <c:pt idx="586">
                  <c:v>4.6748613645532524</c:v>
                </c:pt>
                <c:pt idx="587">
                  <c:v>4.0253345385215553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0-1251-45ED-B486-8EADCA04E34F}"/>
            </c:ext>
          </c:extLst>
        </c:ser>
        <c:ser>
          <c:idx val="17"/>
          <c:order val="17"/>
          <c:tx>
            <c:strRef>
              <c:f>'Fully separated 3%'!$Q$1</c:f>
              <c:strCache>
                <c:ptCount val="1"/>
                <c:pt idx="0">
                  <c:v>3E_4/O-PTIR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3%'!$A$2:$A$589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3%'!$Q$2:$Q$589</c:f>
              <c:numCache>
                <c:formatCode>General</c:formatCode>
                <c:ptCount val="588"/>
                <c:pt idx="0">
                  <c:v>4.1153655924824175</c:v>
                </c:pt>
                <c:pt idx="1">
                  <c:v>4.0419716606755349</c:v>
                </c:pt>
                <c:pt idx="2">
                  <c:v>3.969155842522059</c:v>
                </c:pt>
                <c:pt idx="3">
                  <c:v>3.9927209453963486</c:v>
                </c:pt>
                <c:pt idx="4">
                  <c:v>4.0264252551421489</c:v>
                </c:pt>
                <c:pt idx="5">
                  <c:v>4.0241854578647835</c:v>
                </c:pt>
                <c:pt idx="6">
                  <c:v>4.0428833998198748</c:v>
                </c:pt>
                <c:pt idx="7">
                  <c:v>4.0495166223062737</c:v>
                </c:pt>
                <c:pt idx="8">
                  <c:v>4.0164269098041876</c:v>
                </c:pt>
                <c:pt idx="9">
                  <c:v>4.028649874705466</c:v>
                </c:pt>
                <c:pt idx="10">
                  <c:v>4.0625896125784466</c:v>
                </c:pt>
                <c:pt idx="11">
                  <c:v>4.0675178291430445</c:v>
                </c:pt>
                <c:pt idx="12">
                  <c:v>4.0607962614114976</c:v>
                </c:pt>
                <c:pt idx="13">
                  <c:v>4.0710884987788498</c:v>
                </c:pt>
                <c:pt idx="14">
                  <c:v>4.0832624092617316</c:v>
                </c:pt>
                <c:pt idx="15">
                  <c:v>4.1022191341534171</c:v>
                </c:pt>
                <c:pt idx="16">
                  <c:v>4.1041990442368652</c:v>
                </c:pt>
                <c:pt idx="17">
                  <c:v>4.0944450414578268</c:v>
                </c:pt>
                <c:pt idx="18">
                  <c:v>4.0861416693746593</c:v>
                </c:pt>
                <c:pt idx="19">
                  <c:v>4.0866826343207423</c:v>
                </c:pt>
                <c:pt idx="20">
                  <c:v>4.0767152396381894</c:v>
                </c:pt>
                <c:pt idx="21">
                  <c:v>4.082680675321658</c:v>
                </c:pt>
                <c:pt idx="22">
                  <c:v>4.0946549155795742</c:v>
                </c:pt>
                <c:pt idx="23">
                  <c:v>4.0846267960628877</c:v>
                </c:pt>
                <c:pt idx="24">
                  <c:v>4.0785622521198572</c:v>
                </c:pt>
                <c:pt idx="25">
                  <c:v>4.0763798109928935</c:v>
                </c:pt>
                <c:pt idx="26">
                  <c:v>4.0641364860560163</c:v>
                </c:pt>
                <c:pt idx="27">
                  <c:v>4.0557190959097715</c:v>
                </c:pt>
                <c:pt idx="28">
                  <c:v>4.0548841096383459</c:v>
                </c:pt>
                <c:pt idx="29">
                  <c:v>4.0573573431863279</c:v>
                </c:pt>
                <c:pt idx="30">
                  <c:v>4.0629295514393071</c:v>
                </c:pt>
                <c:pt idx="31">
                  <c:v>4.0769421388918277</c:v>
                </c:pt>
                <c:pt idx="32">
                  <c:v>4.0951582332717784</c:v>
                </c:pt>
                <c:pt idx="33">
                  <c:v>4.1053110732948799</c:v>
                </c:pt>
                <c:pt idx="34">
                  <c:v>4.106244361764614</c:v>
                </c:pt>
                <c:pt idx="35">
                  <c:v>4.1012341645772441</c:v>
                </c:pt>
                <c:pt idx="36">
                  <c:v>4.0965917549681139</c:v>
                </c:pt>
                <c:pt idx="37">
                  <c:v>4.0965174202789578</c:v>
                </c:pt>
                <c:pt idx="38">
                  <c:v>4.1055694974643266</c:v>
                </c:pt>
                <c:pt idx="39">
                  <c:v>4.1180806304282402</c:v>
                </c:pt>
                <c:pt idx="40">
                  <c:v>4.1361131431930822</c:v>
                </c:pt>
                <c:pt idx="41">
                  <c:v>4.1677423717158639</c:v>
                </c:pt>
                <c:pt idx="42">
                  <c:v>4.2117240369813826</c:v>
                </c:pt>
                <c:pt idx="43">
                  <c:v>4.2714196101041653</c:v>
                </c:pt>
                <c:pt idx="44">
                  <c:v>4.3237964266121214</c:v>
                </c:pt>
                <c:pt idx="45">
                  <c:v>4.3340488548040836</c:v>
                </c:pt>
                <c:pt idx="46">
                  <c:v>4.4004351277058209</c:v>
                </c:pt>
                <c:pt idx="47">
                  <c:v>4.4058825362440546</c:v>
                </c:pt>
                <c:pt idx="48">
                  <c:v>4.3674998190322594</c:v>
                </c:pt>
                <c:pt idx="49">
                  <c:v>4.2452996658042093</c:v>
                </c:pt>
                <c:pt idx="50">
                  <c:v>4.1554090381588837</c:v>
                </c:pt>
                <c:pt idx="51">
                  <c:v>4.1046857561354031</c:v>
                </c:pt>
                <c:pt idx="52">
                  <c:v>4.0810595417039508</c:v>
                </c:pt>
                <c:pt idx="53">
                  <c:v>4.0649342583897274</c:v>
                </c:pt>
                <c:pt idx="54">
                  <c:v>4.0607317205995264</c:v>
                </c:pt>
                <c:pt idx="55">
                  <c:v>4.0625844034658432</c:v>
                </c:pt>
                <c:pt idx="56">
                  <c:v>4.0654066242616942</c:v>
                </c:pt>
                <c:pt idx="57">
                  <c:v>4.0696534814428489</c:v>
                </c:pt>
                <c:pt idx="58">
                  <c:v>4.0764610181696082</c:v>
                </c:pt>
                <c:pt idx="59">
                  <c:v>4.0800424228639454</c:v>
                </c:pt>
                <c:pt idx="60">
                  <c:v>4.0866970222811361</c:v>
                </c:pt>
                <c:pt idx="61">
                  <c:v>4.0952473566222976</c:v>
                </c:pt>
                <c:pt idx="62">
                  <c:v>4.1026449395045903</c:v>
                </c:pt>
                <c:pt idx="63">
                  <c:v>4.1139261161833023</c:v>
                </c:pt>
                <c:pt idx="64">
                  <c:v>4.1307583338533131</c:v>
                </c:pt>
                <c:pt idx="65">
                  <c:v>4.1471334169475114</c:v>
                </c:pt>
                <c:pt idx="66">
                  <c:v>4.1563674030544071</c:v>
                </c:pt>
                <c:pt idx="67">
                  <c:v>4.1617859983973453</c:v>
                </c:pt>
                <c:pt idx="68">
                  <c:v>4.1639199453883711</c:v>
                </c:pt>
                <c:pt idx="69">
                  <c:v>4.1507344513300399</c:v>
                </c:pt>
                <c:pt idx="70">
                  <c:v>4.1329065569812062</c:v>
                </c:pt>
                <c:pt idx="71">
                  <c:v>4.1191343341986242</c:v>
                </c:pt>
                <c:pt idx="72">
                  <c:v>4.1114670143334653</c:v>
                </c:pt>
                <c:pt idx="73">
                  <c:v>4.0986364574664682</c:v>
                </c:pt>
                <c:pt idx="74">
                  <c:v>4.0834951978877578</c:v>
                </c:pt>
                <c:pt idx="75">
                  <c:v>4.0734214403943705</c:v>
                </c:pt>
                <c:pt idx="76">
                  <c:v>4.0672378370109481</c:v>
                </c:pt>
                <c:pt idx="77">
                  <c:v>4.060576952179713</c:v>
                </c:pt>
                <c:pt idx="78">
                  <c:v>4.0605542706411137</c:v>
                </c:pt>
                <c:pt idx="79">
                  <c:v>4.0570354964401725</c:v>
                </c:pt>
                <c:pt idx="80">
                  <c:v>4.0505948620220691</c:v>
                </c:pt>
                <c:pt idx="81">
                  <c:v>4.0486437884304847</c:v>
                </c:pt>
                <c:pt idx="82">
                  <c:v>4.0437265911425477</c:v>
                </c:pt>
                <c:pt idx="83">
                  <c:v>4.0383162800591892</c:v>
                </c:pt>
                <c:pt idx="84">
                  <c:v>4.0392754137414562</c:v>
                </c:pt>
                <c:pt idx="85">
                  <c:v>4.0398486817087198</c:v>
                </c:pt>
                <c:pt idx="86">
                  <c:v>4.0382050529249565</c:v>
                </c:pt>
                <c:pt idx="87">
                  <c:v>4.0376823478288681</c:v>
                </c:pt>
                <c:pt idx="88">
                  <c:v>4.0364326709988587</c:v>
                </c:pt>
                <c:pt idx="89">
                  <c:v>4.0367519178480267</c:v>
                </c:pt>
                <c:pt idx="90">
                  <c:v>4.0330722086257236</c:v>
                </c:pt>
                <c:pt idx="91">
                  <c:v>4.0310669542059552</c:v>
                </c:pt>
                <c:pt idx="92">
                  <c:v>4.0299755286326748</c:v>
                </c:pt>
                <c:pt idx="93">
                  <c:v>4.0239593367165165</c:v>
                </c:pt>
                <c:pt idx="94">
                  <c:v>4.0200117123029662</c:v>
                </c:pt>
                <c:pt idx="95">
                  <c:v>4.0173704569176385</c:v>
                </c:pt>
                <c:pt idx="96">
                  <c:v>4.0137537346262224</c:v>
                </c:pt>
                <c:pt idx="97">
                  <c:v>4.0133447284302299</c:v>
                </c:pt>
                <c:pt idx="98">
                  <c:v>4.0125545158328322</c:v>
                </c:pt>
                <c:pt idx="99">
                  <c:v>4.014846555663925</c:v>
                </c:pt>
                <c:pt idx="100">
                  <c:v>4.0136773941025616</c:v>
                </c:pt>
                <c:pt idx="101">
                  <c:v>4.0136523421381689</c:v>
                </c:pt>
                <c:pt idx="102">
                  <c:v>4.016688389318527</c:v>
                </c:pt>
                <c:pt idx="103">
                  <c:v>4.0194219165855385</c:v>
                </c:pt>
                <c:pt idx="104">
                  <c:v>4.0248318001768748</c:v>
                </c:pt>
                <c:pt idx="105">
                  <c:v>4.0297836697469576</c:v>
                </c:pt>
                <c:pt idx="106">
                  <c:v>4.0408612810145348</c:v>
                </c:pt>
                <c:pt idx="107">
                  <c:v>4.0492180628094854</c:v>
                </c:pt>
                <c:pt idx="108">
                  <c:v>4.0658623144502908</c:v>
                </c:pt>
                <c:pt idx="109">
                  <c:v>4.0853939893214495</c:v>
                </c:pt>
                <c:pt idx="110">
                  <c:v>4.0976838235266708</c:v>
                </c:pt>
                <c:pt idx="111">
                  <c:v>4.0890216563405097</c:v>
                </c:pt>
                <c:pt idx="112">
                  <c:v>4.0716837866621818</c:v>
                </c:pt>
                <c:pt idx="113">
                  <c:v>4.0611456260637677</c:v>
                </c:pt>
                <c:pt idx="114">
                  <c:v>4.0535866259211559</c:v>
                </c:pt>
                <c:pt idx="115">
                  <c:v>4.0458664228466494</c:v>
                </c:pt>
                <c:pt idx="116">
                  <c:v>4.0465555819210577</c:v>
                </c:pt>
                <c:pt idx="117">
                  <c:v>4.048118012846734</c:v>
                </c:pt>
                <c:pt idx="118">
                  <c:v>4.0550034439782401</c:v>
                </c:pt>
                <c:pt idx="119">
                  <c:v>4.0647387209759245</c:v>
                </c:pt>
                <c:pt idx="120">
                  <c:v>4.080335875753029</c:v>
                </c:pt>
                <c:pt idx="121">
                  <c:v>4.0908474083742252</c:v>
                </c:pt>
                <c:pt idx="122">
                  <c:v>4.1047780944123051</c:v>
                </c:pt>
                <c:pt idx="123">
                  <c:v>4.1207944289966454</c:v>
                </c:pt>
                <c:pt idx="124">
                  <c:v>4.1195303944917816</c:v>
                </c:pt>
                <c:pt idx="125">
                  <c:v>4.1104874309238122</c:v>
                </c:pt>
                <c:pt idx="126">
                  <c:v>4.0946923019118913</c:v>
                </c:pt>
                <c:pt idx="127">
                  <c:v>4.0841710872370367</c:v>
                </c:pt>
                <c:pt idx="128">
                  <c:v>4.0790504084056103</c:v>
                </c:pt>
                <c:pt idx="129">
                  <c:v>4.072859433988075</c:v>
                </c:pt>
                <c:pt idx="130">
                  <c:v>4.0637847637910651</c:v>
                </c:pt>
                <c:pt idx="131">
                  <c:v>4.0615078131470623</c:v>
                </c:pt>
                <c:pt idx="132">
                  <c:v>4.0585424256222584</c:v>
                </c:pt>
                <c:pt idx="133">
                  <c:v>4.0570480299937532</c:v>
                </c:pt>
                <c:pt idx="134">
                  <c:v>4.0522334867030274</c:v>
                </c:pt>
                <c:pt idx="135">
                  <c:v>4.041386064164489</c:v>
                </c:pt>
                <c:pt idx="136">
                  <c:v>4.0414713435812883</c:v>
                </c:pt>
                <c:pt idx="137">
                  <c:v>4.0353936650332232</c:v>
                </c:pt>
                <c:pt idx="138">
                  <c:v>4.036842753496293</c:v>
                </c:pt>
                <c:pt idx="139">
                  <c:v>4.031399724712843</c:v>
                </c:pt>
                <c:pt idx="140">
                  <c:v>4.0264294788099262</c:v>
                </c:pt>
                <c:pt idx="141">
                  <c:v>4.0218729799545896</c:v>
                </c:pt>
                <c:pt idx="142">
                  <c:v>4.0254464591564947</c:v>
                </c:pt>
                <c:pt idx="143">
                  <c:v>4.026834494303821</c:v>
                </c:pt>
                <c:pt idx="144">
                  <c:v>4.0269304179225376</c:v>
                </c:pt>
                <c:pt idx="145">
                  <c:v>4.0245047979002226</c:v>
                </c:pt>
                <c:pt idx="146">
                  <c:v>4.0223517453937836</c:v>
                </c:pt>
                <c:pt idx="147">
                  <c:v>4.0197607500242469</c:v>
                </c:pt>
                <c:pt idx="148">
                  <c:v>4.0147384316325496</c:v>
                </c:pt>
                <c:pt idx="149">
                  <c:v>4.0149452841894284</c:v>
                </c:pt>
                <c:pt idx="150">
                  <c:v>4.0201116545796616</c:v>
                </c:pt>
                <c:pt idx="151">
                  <c:v>4.0250366515585627</c:v>
                </c:pt>
                <c:pt idx="152">
                  <c:v>4.0242786161808795</c:v>
                </c:pt>
                <c:pt idx="153">
                  <c:v>4.0280767628252079</c:v>
                </c:pt>
                <c:pt idx="154">
                  <c:v>4.022812712255031</c:v>
                </c:pt>
                <c:pt idx="155">
                  <c:v>4.0150645136947665</c:v>
                </c:pt>
                <c:pt idx="156">
                  <c:v>4.010493112024883</c:v>
                </c:pt>
                <c:pt idx="157">
                  <c:v>4.0073408475854277</c:v>
                </c:pt>
                <c:pt idx="158">
                  <c:v>4.0145379576759881</c:v>
                </c:pt>
                <c:pt idx="159">
                  <c:v>4.0155123948737712</c:v>
                </c:pt>
                <c:pt idx="160">
                  <c:v>4.0193219265508784</c:v>
                </c:pt>
                <c:pt idx="161">
                  <c:v>4.0230947474961409</c:v>
                </c:pt>
                <c:pt idx="162">
                  <c:v>4.0192315195594626</c:v>
                </c:pt>
                <c:pt idx="163">
                  <c:v>4.01294123769671</c:v>
                </c:pt>
                <c:pt idx="164">
                  <c:v>4.0149095356058409</c:v>
                </c:pt>
                <c:pt idx="165">
                  <c:v>4.0194062601270177</c:v>
                </c:pt>
                <c:pt idx="166">
                  <c:v>4.0220731254295421</c:v>
                </c:pt>
                <c:pt idx="167">
                  <c:v>4.0202484893014336</c:v>
                </c:pt>
                <c:pt idx="168">
                  <c:v>4.0224971509229208</c:v>
                </c:pt>
                <c:pt idx="169">
                  <c:v>4.0243772608387376</c:v>
                </c:pt>
                <c:pt idx="170">
                  <c:v>4.0312746384503111</c:v>
                </c:pt>
                <c:pt idx="171">
                  <c:v>4.0340938819447718</c:v>
                </c:pt>
                <c:pt idx="172">
                  <c:v>4.0378158138669074</c:v>
                </c:pt>
                <c:pt idx="173">
                  <c:v>4.0402302282400173</c:v>
                </c:pt>
                <c:pt idx="174">
                  <c:v>4.043136363273784</c:v>
                </c:pt>
                <c:pt idx="175">
                  <c:v>4.0495019081939283</c:v>
                </c:pt>
                <c:pt idx="176">
                  <c:v>4.0541777623560709</c:v>
                </c:pt>
                <c:pt idx="177">
                  <c:v>4.0519702587812594</c:v>
                </c:pt>
                <c:pt idx="178">
                  <c:v>4.0518148986286189</c:v>
                </c:pt>
                <c:pt idx="179">
                  <c:v>4.0571214700946987</c:v>
                </c:pt>
                <c:pt idx="180">
                  <c:v>4.0612548077593305</c:v>
                </c:pt>
                <c:pt idx="181">
                  <c:v>4.0614881834588701</c:v>
                </c:pt>
                <c:pt idx="182">
                  <c:v>4.0656583529975006</c:v>
                </c:pt>
                <c:pt idx="183">
                  <c:v>4.0681269505284519</c:v>
                </c:pt>
                <c:pt idx="184">
                  <c:v>4.0693309870521031</c:v>
                </c:pt>
                <c:pt idx="185">
                  <c:v>4.0715903441279568</c:v>
                </c:pt>
                <c:pt idx="186">
                  <c:v>4.0730926652488932</c:v>
                </c:pt>
                <c:pt idx="187">
                  <c:v>4.0767773948815984</c:v>
                </c:pt>
                <c:pt idx="188">
                  <c:v>4.0783654799879496</c:v>
                </c:pt>
                <c:pt idx="189">
                  <c:v>4.0795172157164536</c:v>
                </c:pt>
                <c:pt idx="190">
                  <c:v>4.0804302827651693</c:v>
                </c:pt>
                <c:pt idx="191">
                  <c:v>4.0766586988676679</c:v>
                </c:pt>
                <c:pt idx="192">
                  <c:v>4.0782551567605561</c:v>
                </c:pt>
                <c:pt idx="193">
                  <c:v>4.0807205580023789</c:v>
                </c:pt>
                <c:pt idx="194">
                  <c:v>4.0794524792133116</c:v>
                </c:pt>
                <c:pt idx="195">
                  <c:v>4.0829888516417148</c:v>
                </c:pt>
                <c:pt idx="196">
                  <c:v>4.0898280623823196</c:v>
                </c:pt>
                <c:pt idx="197">
                  <c:v>4.0881566640895075</c:v>
                </c:pt>
                <c:pt idx="198">
                  <c:v>4.0826454975039868</c:v>
                </c:pt>
                <c:pt idx="199">
                  <c:v>4.0792061785778477</c:v>
                </c:pt>
                <c:pt idx="200">
                  <c:v>4.073155300401603</c:v>
                </c:pt>
                <c:pt idx="201">
                  <c:v>4.069550473337805</c:v>
                </c:pt>
                <c:pt idx="202">
                  <c:v>4.071731805548132</c:v>
                </c:pt>
                <c:pt idx="203">
                  <c:v>4.0757236864519015</c:v>
                </c:pt>
                <c:pt idx="204">
                  <c:v>4.0788255592499567</c:v>
                </c:pt>
                <c:pt idx="205">
                  <c:v>4.0854526873541683</c:v>
                </c:pt>
                <c:pt idx="206">
                  <c:v>4.0892072740756609</c:v>
                </c:pt>
                <c:pt idx="207">
                  <c:v>4.0901333872024539</c:v>
                </c:pt>
                <c:pt idx="208">
                  <c:v>4.0920185641218092</c:v>
                </c:pt>
                <c:pt idx="209">
                  <c:v>4.0910302771143536</c:v>
                </c:pt>
                <c:pt idx="210">
                  <c:v>4.0930409293489269</c:v>
                </c:pt>
                <c:pt idx="211">
                  <c:v>4.0985034992936109</c:v>
                </c:pt>
                <c:pt idx="212">
                  <c:v>4.1044031221724957</c:v>
                </c:pt>
                <c:pt idx="213">
                  <c:v>4.1053858739153961</c:v>
                </c:pt>
                <c:pt idx="214">
                  <c:v>4.1041686189190649</c:v>
                </c:pt>
                <c:pt idx="215">
                  <c:v>4.1052253791991689</c:v>
                </c:pt>
                <c:pt idx="216">
                  <c:v>4.1089039818344917</c:v>
                </c:pt>
                <c:pt idx="217">
                  <c:v>4.1089653356759612</c:v>
                </c:pt>
                <c:pt idx="218">
                  <c:v>4.1054926653830819</c:v>
                </c:pt>
                <c:pt idx="219">
                  <c:v>4.1037056602012543</c:v>
                </c:pt>
                <c:pt idx="220">
                  <c:v>4.1031357702363493</c:v>
                </c:pt>
                <c:pt idx="221">
                  <c:v>4.0982244436835478</c:v>
                </c:pt>
                <c:pt idx="222">
                  <c:v>4.0919550204029482</c:v>
                </c:pt>
                <c:pt idx="223">
                  <c:v>4.087175552424994</c:v>
                </c:pt>
                <c:pt idx="224">
                  <c:v>4.0797560148570229</c:v>
                </c:pt>
                <c:pt idx="225">
                  <c:v>4.0675393738091259</c:v>
                </c:pt>
                <c:pt idx="226">
                  <c:v>4.0561553334640923</c:v>
                </c:pt>
                <c:pt idx="227">
                  <c:v>4.0501599803280053</c:v>
                </c:pt>
                <c:pt idx="228">
                  <c:v>4.0470050565853137</c:v>
                </c:pt>
                <c:pt idx="229">
                  <c:v>4.0391071985425961</c:v>
                </c:pt>
                <c:pt idx="230">
                  <c:v>4.0331867927954042</c:v>
                </c:pt>
                <c:pt idx="231">
                  <c:v>4.0300489477667094</c:v>
                </c:pt>
                <c:pt idx="232">
                  <c:v>4.0268352095084587</c:v>
                </c:pt>
                <c:pt idx="233">
                  <c:v>4.0230770980162287</c:v>
                </c:pt>
                <c:pt idx="234">
                  <c:v>4.0273363140267033</c:v>
                </c:pt>
                <c:pt idx="235">
                  <c:v>4.0289062487769298</c:v>
                </c:pt>
                <c:pt idx="236">
                  <c:v>4.0291586484538948</c:v>
                </c:pt>
                <c:pt idx="237">
                  <c:v>4.0296510144294846</c:v>
                </c:pt>
                <c:pt idx="238">
                  <c:v>4.029843595508809</c:v>
                </c:pt>
                <c:pt idx="239">
                  <c:v>4.0280144538244507</c:v>
                </c:pt>
                <c:pt idx="240">
                  <c:v>4.0290052428833087</c:v>
                </c:pt>
                <c:pt idx="241">
                  <c:v>4.0323083421170711</c:v>
                </c:pt>
                <c:pt idx="242">
                  <c:v>4.039565269640442</c:v>
                </c:pt>
                <c:pt idx="243">
                  <c:v>4.0527024046829307</c:v>
                </c:pt>
                <c:pt idx="244">
                  <c:v>4.0514770238436837</c:v>
                </c:pt>
                <c:pt idx="245">
                  <c:v>4.0500226843341878</c:v>
                </c:pt>
                <c:pt idx="246">
                  <c:v>4.0489987955115225</c:v>
                </c:pt>
                <c:pt idx="247">
                  <c:v>4.0555105217365179</c:v>
                </c:pt>
                <c:pt idx="248">
                  <c:v>4.0670722543242714</c:v>
                </c:pt>
                <c:pt idx="249">
                  <c:v>4.0935052951794439</c:v>
                </c:pt>
                <c:pt idx="250">
                  <c:v>4.1255050043637267</c:v>
                </c:pt>
                <c:pt idx="251">
                  <c:v>4.175621457384092</c:v>
                </c:pt>
                <c:pt idx="252">
                  <c:v>4.2010614028201738</c:v>
                </c:pt>
                <c:pt idx="253">
                  <c:v>4.2116342799642128</c:v>
                </c:pt>
                <c:pt idx="254">
                  <c:v>4.1945890198392082</c:v>
                </c:pt>
                <c:pt idx="255">
                  <c:v>4.2732633750442544</c:v>
                </c:pt>
                <c:pt idx="256">
                  <c:v>4.3084541456075014</c:v>
                </c:pt>
                <c:pt idx="257">
                  <c:v>4.5452845770830503</c:v>
                </c:pt>
                <c:pt idx="258">
                  <c:v>4.7757145094678366</c:v>
                </c:pt>
                <c:pt idx="259">
                  <c:v>5</c:v>
                </c:pt>
                <c:pt idx="260">
                  <c:v>4.5961734883863441</c:v>
                </c:pt>
                <c:pt idx="261">
                  <c:v>4.2579680785579663</c:v>
                </c:pt>
                <c:pt idx="262">
                  <c:v>4.0929788672917899</c:v>
                </c:pt>
                <c:pt idx="263">
                  <c:v>4.0638678766270413</c:v>
                </c:pt>
                <c:pt idx="264">
                  <c:v>4.0526101502736731</c:v>
                </c:pt>
                <c:pt idx="265">
                  <c:v>4.0410107098609638</c:v>
                </c:pt>
                <c:pt idx="266">
                  <c:v>4.0311701999359926</c:v>
                </c:pt>
                <c:pt idx="267">
                  <c:v>4.0344914448665659</c:v>
                </c:pt>
                <c:pt idx="268">
                  <c:v>4.0442351179473555</c:v>
                </c:pt>
                <c:pt idx="269">
                  <c:v>4.0605643394178008</c:v>
                </c:pt>
                <c:pt idx="270">
                  <c:v>4.0739807723546599</c:v>
                </c:pt>
                <c:pt idx="271">
                  <c:v>4.07613349637949</c:v>
                </c:pt>
                <c:pt idx="272">
                  <c:v>4.0681095246955925</c:v>
                </c:pt>
                <c:pt idx="273">
                  <c:v>4.0649971358267445</c:v>
                </c:pt>
                <c:pt idx="274">
                  <c:v>4.0766011050922719</c:v>
                </c:pt>
                <c:pt idx="275">
                  <c:v>4.0977465192504576</c:v>
                </c:pt>
                <c:pt idx="276">
                  <c:v>4.145022654700953</c:v>
                </c:pt>
                <c:pt idx="277">
                  <c:v>4.221838586765327</c:v>
                </c:pt>
                <c:pt idx="278">
                  <c:v>4.5527394415667279</c:v>
                </c:pt>
                <c:pt idx="279">
                  <c:v>4.6908249467552281</c:v>
                </c:pt>
                <c:pt idx="280">
                  <c:v>4.4946587492628041</c:v>
                </c:pt>
                <c:pt idx="281">
                  <c:v>4.2579196216965371</c:v>
                </c:pt>
                <c:pt idx="282">
                  <c:v>4.1076570190546544</c:v>
                </c:pt>
                <c:pt idx="283">
                  <c:v>4.0737620595150155</c:v>
                </c:pt>
                <c:pt idx="284">
                  <c:v>4.055449116642599</c:v>
                </c:pt>
                <c:pt idx="285">
                  <c:v>4.0309240856730728</c:v>
                </c:pt>
                <c:pt idx="286">
                  <c:v>4.0339309410889062</c:v>
                </c:pt>
                <c:pt idx="287">
                  <c:v>4.0558629894916454</c:v>
                </c:pt>
                <c:pt idx="288">
                  <c:v>4.0503211133701944</c:v>
                </c:pt>
                <c:pt idx="289">
                  <c:v>4.0273697073272663</c:v>
                </c:pt>
                <c:pt idx="290">
                  <c:v>4.0233031842196425</c:v>
                </c:pt>
                <c:pt idx="291">
                  <c:v>4.0195432905399606</c:v>
                </c:pt>
                <c:pt idx="292">
                  <c:v>4.0007134041767287</c:v>
                </c:pt>
                <c:pt idx="293">
                  <c:v>3.9951339089756868</c:v>
                </c:pt>
                <c:pt idx="294">
                  <c:v>3.9858017167688251</c:v>
                </c:pt>
                <c:pt idx="295">
                  <c:v>3.9988505828624259</c:v>
                </c:pt>
                <c:pt idx="296">
                  <c:v>4.0103434187624076</c:v>
                </c:pt>
                <c:pt idx="297">
                  <c:v>4.0155311206551252</c:v>
                </c:pt>
                <c:pt idx="298">
                  <c:v>3.9994504630817236</c:v>
                </c:pt>
                <c:pt idx="299">
                  <c:v>3.9977337024397301</c:v>
                </c:pt>
                <c:pt idx="300">
                  <c:v>4.0000247818698078</c:v>
                </c:pt>
                <c:pt idx="301">
                  <c:v>4.0046585002574364</c:v>
                </c:pt>
                <c:pt idx="302">
                  <c:v>4.0044600437836628</c:v>
                </c:pt>
                <c:pt idx="303">
                  <c:v>4.0134846639252011</c:v>
                </c:pt>
                <c:pt idx="304">
                  <c:v>4.0177036153123833</c:v>
                </c:pt>
                <c:pt idx="305">
                  <c:v>4.0176175612846974</c:v>
                </c:pt>
                <c:pt idx="306">
                  <c:v>4.0099900086611049</c:v>
                </c:pt>
                <c:pt idx="307">
                  <c:v>4.0104648940569003</c:v>
                </c:pt>
                <c:pt idx="308">
                  <c:v>4.0079197981680403</c:v>
                </c:pt>
                <c:pt idx="309">
                  <c:v>4.0029304435464335</c:v>
                </c:pt>
                <c:pt idx="310">
                  <c:v>4.0027508203094335</c:v>
                </c:pt>
                <c:pt idx="311">
                  <c:v>3.9936267782782875</c:v>
                </c:pt>
                <c:pt idx="312">
                  <c:v>3.9912333051901472</c:v>
                </c:pt>
                <c:pt idx="313">
                  <c:v>4.0008887395347852</c:v>
                </c:pt>
                <c:pt idx="314">
                  <c:v>4.0033284718171727</c:v>
                </c:pt>
                <c:pt idx="315">
                  <c:v>4.0042218264748799</c:v>
                </c:pt>
                <c:pt idx="316">
                  <c:v>4.0042146857855823</c:v>
                </c:pt>
                <c:pt idx="317">
                  <c:v>4.0067623175058689</c:v>
                </c:pt>
                <c:pt idx="318">
                  <c:v>4.0131936024288217</c:v>
                </c:pt>
                <c:pt idx="319">
                  <c:v>4.0226879311775399</c:v>
                </c:pt>
                <c:pt idx="320">
                  <c:v>4.0299457579484352</c:v>
                </c:pt>
                <c:pt idx="321">
                  <c:v>4.0522928603362178</c:v>
                </c:pt>
                <c:pt idx="322">
                  <c:v>4.0748211774078014</c:v>
                </c:pt>
                <c:pt idx="323">
                  <c:v>4.0792870363060425</c:v>
                </c:pt>
                <c:pt idx="324">
                  <c:v>4.0713972854689873</c:v>
                </c:pt>
                <c:pt idx="325">
                  <c:v>4.0611937614325582</c:v>
                </c:pt>
                <c:pt idx="326">
                  <c:v>4.0505798357357126</c:v>
                </c:pt>
                <c:pt idx="327">
                  <c:v>4.0512064575029969</c:v>
                </c:pt>
                <c:pt idx="328">
                  <c:v>4.0611115105695967</c:v>
                </c:pt>
                <c:pt idx="329">
                  <c:v>4.0802125530406945</c:v>
                </c:pt>
                <c:pt idx="330">
                  <c:v>4.1786664679189851</c:v>
                </c:pt>
                <c:pt idx="331">
                  <c:v>4.3223649736510223</c:v>
                </c:pt>
                <c:pt idx="332">
                  <c:v>4.3549945195289723</c:v>
                </c:pt>
                <c:pt idx="333">
                  <c:v>4.344517326049</c:v>
                </c:pt>
                <c:pt idx="334">
                  <c:v>4.173684282524972</c:v>
                </c:pt>
                <c:pt idx="335">
                  <c:v>4.0825145707918589</c:v>
                </c:pt>
                <c:pt idx="336">
                  <c:v>4.0696472985337024</c:v>
                </c:pt>
                <c:pt idx="337">
                  <c:v>4.0506478244397472</c:v>
                </c:pt>
                <c:pt idx="338">
                  <c:v>4.0367722277960034</c:v>
                </c:pt>
                <c:pt idx="339">
                  <c:v>4.02555587847705</c:v>
                </c:pt>
                <c:pt idx="340">
                  <c:v>4.0160758899307609</c:v>
                </c:pt>
                <c:pt idx="341">
                  <c:v>4.0124696312928601</c:v>
                </c:pt>
                <c:pt idx="342">
                  <c:v>4.0157597415251374</c:v>
                </c:pt>
                <c:pt idx="343">
                  <c:v>4.0101257391255531</c:v>
                </c:pt>
                <c:pt idx="344">
                  <c:v>4.0064797015978018</c:v>
                </c:pt>
                <c:pt idx="345">
                  <c:v>4.0080007904339148</c:v>
                </c:pt>
                <c:pt idx="346">
                  <c:v>4.0035579791215969</c:v>
                </c:pt>
                <c:pt idx="347">
                  <c:v>4.002471991840908</c:v>
                </c:pt>
                <c:pt idx="348">
                  <c:v>4.0012221881902077</c:v>
                </c:pt>
                <c:pt idx="349">
                  <c:v>3.9980151021213444</c:v>
                </c:pt>
                <c:pt idx="350">
                  <c:v>3.997964667818104</c:v>
                </c:pt>
                <c:pt idx="351">
                  <c:v>4.0002947350193434</c:v>
                </c:pt>
                <c:pt idx="352">
                  <c:v>4.0011663808975682</c:v>
                </c:pt>
                <c:pt idx="353">
                  <c:v>4.0029576064710932</c:v>
                </c:pt>
                <c:pt idx="354">
                  <c:v>4.001412222809047</c:v>
                </c:pt>
                <c:pt idx="355">
                  <c:v>3.9993892790867949</c:v>
                </c:pt>
                <c:pt idx="356">
                  <c:v>4.0001709257181455</c:v>
                </c:pt>
                <c:pt idx="357">
                  <c:v>4.0053642805594878</c:v>
                </c:pt>
                <c:pt idx="358">
                  <c:v>4.0026413430386647</c:v>
                </c:pt>
                <c:pt idx="359">
                  <c:v>4.004202630394059</c:v>
                </c:pt>
                <c:pt idx="360">
                  <c:v>4.0041348353427466</c:v>
                </c:pt>
                <c:pt idx="361">
                  <c:v>4.0068273848202764</c:v>
                </c:pt>
                <c:pt idx="362">
                  <c:v>4.0072141608486751</c:v>
                </c:pt>
                <c:pt idx="363">
                  <c:v>4.0071431447556298</c:v>
                </c:pt>
                <c:pt idx="364">
                  <c:v>4.0103919478431962</c:v>
                </c:pt>
                <c:pt idx="365">
                  <c:v>4.0109335720821537</c:v>
                </c:pt>
                <c:pt idx="366">
                  <c:v>4.008462226721007</c:v>
                </c:pt>
                <c:pt idx="367">
                  <c:v>4.0092814115127764</c:v>
                </c:pt>
                <c:pt idx="368">
                  <c:v>4.0106094620744175</c:v>
                </c:pt>
                <c:pt idx="369">
                  <c:v>4.0091278818879656</c:v>
                </c:pt>
                <c:pt idx="370">
                  <c:v>4.0085727671888973</c:v>
                </c:pt>
                <c:pt idx="371">
                  <c:v>4.009535815277002</c:v>
                </c:pt>
                <c:pt idx="372">
                  <c:v>4.0092917592658655</c:v>
                </c:pt>
                <c:pt idx="373">
                  <c:v>4.0060900694101678</c:v>
                </c:pt>
                <c:pt idx="374">
                  <c:v>4.0000725338917507</c:v>
                </c:pt>
                <c:pt idx="375">
                  <c:v>4.0085013690321372</c:v>
                </c:pt>
                <c:pt idx="376">
                  <c:v>4.0082026796569821</c:v>
                </c:pt>
                <c:pt idx="377">
                  <c:v>4.0062091911688791</c:v>
                </c:pt>
                <c:pt idx="378">
                  <c:v>4.0045981161356092</c:v>
                </c:pt>
                <c:pt idx="379">
                  <c:v>4.0034203528989281</c:v>
                </c:pt>
                <c:pt idx="380">
                  <c:v>3.9993591446120855</c:v>
                </c:pt>
                <c:pt idx="381">
                  <c:v>4.0021657778198945</c:v>
                </c:pt>
                <c:pt idx="382">
                  <c:v>3.9958453206406364</c:v>
                </c:pt>
                <c:pt idx="383">
                  <c:v>3.9999231259030301</c:v>
                </c:pt>
                <c:pt idx="384">
                  <c:v>4.0043699524607437</c:v>
                </c:pt>
                <c:pt idx="385">
                  <c:v>4.0054928741203311</c:v>
                </c:pt>
                <c:pt idx="386">
                  <c:v>4.0014616065826747</c:v>
                </c:pt>
                <c:pt idx="387">
                  <c:v>4.0023938471436598</c:v>
                </c:pt>
                <c:pt idx="388">
                  <c:v>4.0023611431303028</c:v>
                </c:pt>
                <c:pt idx="389">
                  <c:v>4.000682804280272</c:v>
                </c:pt>
                <c:pt idx="390">
                  <c:v>3.9998243607309338</c:v>
                </c:pt>
                <c:pt idx="391">
                  <c:v>3.9983247186061135</c:v>
                </c:pt>
                <c:pt idx="392">
                  <c:v>4.0007479915720054</c:v>
                </c:pt>
                <c:pt idx="393">
                  <c:v>4.0045553046150202</c:v>
                </c:pt>
                <c:pt idx="394">
                  <c:v>4.0031015064595232</c:v>
                </c:pt>
                <c:pt idx="395">
                  <c:v>4.0040993395269213</c:v>
                </c:pt>
                <c:pt idx="396">
                  <c:v>4.0032058354799727</c:v>
                </c:pt>
                <c:pt idx="397">
                  <c:v>4.0033499372749226</c:v>
                </c:pt>
                <c:pt idx="398">
                  <c:v>4.0042782038782185</c:v>
                </c:pt>
                <c:pt idx="399">
                  <c:v>3.9985896273752624</c:v>
                </c:pt>
                <c:pt idx="400">
                  <c:v>4.007801370647055</c:v>
                </c:pt>
                <c:pt idx="401">
                  <c:v>4.0070517808576831</c:v>
                </c:pt>
                <c:pt idx="402">
                  <c:v>4.0078482386825458</c:v>
                </c:pt>
                <c:pt idx="403">
                  <c:v>4.0088403288547267</c:v>
                </c:pt>
                <c:pt idx="404">
                  <c:v>4.0117244474669098</c:v>
                </c:pt>
                <c:pt idx="405">
                  <c:v>4.0150593290435594</c:v>
                </c:pt>
                <c:pt idx="406">
                  <c:v>4.0132030736485396</c:v>
                </c:pt>
                <c:pt idx="407">
                  <c:v>4.0048081000424336</c:v>
                </c:pt>
                <c:pt idx="408">
                  <c:v>4.0036042822153144</c:v>
                </c:pt>
                <c:pt idx="409">
                  <c:v>4.0010079919726831</c:v>
                </c:pt>
                <c:pt idx="410">
                  <c:v>3.9977260834427715</c:v>
                </c:pt>
                <c:pt idx="411">
                  <c:v>4.0015688968881227</c:v>
                </c:pt>
                <c:pt idx="412">
                  <c:v>4.0004119003941563</c:v>
                </c:pt>
                <c:pt idx="413">
                  <c:v>4.0025599853078795</c:v>
                </c:pt>
                <c:pt idx="414">
                  <c:v>4.0046289200226397</c:v>
                </c:pt>
                <c:pt idx="415">
                  <c:v>3.9976873620715043</c:v>
                </c:pt>
                <c:pt idx="416">
                  <c:v>3.9931680490523962</c:v>
                </c:pt>
                <c:pt idx="417">
                  <c:v>3.9972741690454328</c:v>
                </c:pt>
                <c:pt idx="418">
                  <c:v>3.9958588341061083</c:v>
                </c:pt>
                <c:pt idx="419">
                  <c:v>3.9921017773659937</c:v>
                </c:pt>
                <c:pt idx="420">
                  <c:v>3.9971966319517982</c:v>
                </c:pt>
                <c:pt idx="421">
                  <c:v>4.0007520941704309</c:v>
                </c:pt>
                <c:pt idx="422">
                  <c:v>4.0037044548368259</c:v>
                </c:pt>
                <c:pt idx="423">
                  <c:v>4.0093939455844732</c:v>
                </c:pt>
                <c:pt idx="424">
                  <c:v>4.0083273093067815</c:v>
                </c:pt>
                <c:pt idx="425">
                  <c:v>4.0018249704338595</c:v>
                </c:pt>
                <c:pt idx="426">
                  <c:v>3.9894688738002921</c:v>
                </c:pt>
                <c:pt idx="427">
                  <c:v>3.9969702958926923</c:v>
                </c:pt>
                <c:pt idx="428">
                  <c:v>4.002122286621935</c:v>
                </c:pt>
                <c:pt idx="429">
                  <c:v>3.9928404591198161</c:v>
                </c:pt>
                <c:pt idx="430">
                  <c:v>3.9977688045435555</c:v>
                </c:pt>
                <c:pt idx="431">
                  <c:v>4.002089023782152</c:v>
                </c:pt>
                <c:pt idx="432">
                  <c:v>4.0096226013993377</c:v>
                </c:pt>
                <c:pt idx="433">
                  <c:v>4.0097177317699133</c:v>
                </c:pt>
                <c:pt idx="434">
                  <c:v>4.009902905123031</c:v>
                </c:pt>
                <c:pt idx="435">
                  <c:v>4.0104207913240302</c:v>
                </c:pt>
                <c:pt idx="436">
                  <c:v>3.9776704469168873</c:v>
                </c:pt>
                <c:pt idx="437">
                  <c:v>3.9523609459539748</c:v>
                </c:pt>
                <c:pt idx="438">
                  <c:v>3.9918343939189098</c:v>
                </c:pt>
                <c:pt idx="439">
                  <c:v>3.9751597920917359</c:v>
                </c:pt>
                <c:pt idx="440">
                  <c:v>3.9677865098595175</c:v>
                </c:pt>
                <c:pt idx="441">
                  <c:v>3.9891397957994315</c:v>
                </c:pt>
                <c:pt idx="442">
                  <c:v>3.9858979420780969</c:v>
                </c:pt>
                <c:pt idx="443">
                  <c:v>3.9950971673758886</c:v>
                </c:pt>
                <c:pt idx="444">
                  <c:v>3.9994119495959253</c:v>
                </c:pt>
                <c:pt idx="445">
                  <c:v>4.0089884280495376</c:v>
                </c:pt>
                <c:pt idx="446">
                  <c:v>4.0080987437661175</c:v>
                </c:pt>
                <c:pt idx="447">
                  <c:v>4.0010055106697866</c:v>
                </c:pt>
                <c:pt idx="448">
                  <c:v>3.9948890055518889</c:v>
                </c:pt>
                <c:pt idx="449">
                  <c:v>3.9797613138943788</c:v>
                </c:pt>
                <c:pt idx="450">
                  <c:v>3.9810624633265426</c:v>
                </c:pt>
                <c:pt idx="451">
                  <c:v>3.980585510360338</c:v>
                </c:pt>
                <c:pt idx="452">
                  <c:v>3.991233435650928</c:v>
                </c:pt>
                <c:pt idx="453">
                  <c:v>3.9896632149353293</c:v>
                </c:pt>
                <c:pt idx="454">
                  <c:v>3.9995136154182429</c:v>
                </c:pt>
                <c:pt idx="455">
                  <c:v>3.9898564436592445</c:v>
                </c:pt>
                <c:pt idx="456">
                  <c:v>3.9931432941192453</c:v>
                </c:pt>
                <c:pt idx="457">
                  <c:v>3.9871376596252883</c:v>
                </c:pt>
                <c:pt idx="458">
                  <c:v>3.9934787944014882</c:v>
                </c:pt>
                <c:pt idx="459">
                  <c:v>4.0017616981200153</c:v>
                </c:pt>
                <c:pt idx="460">
                  <c:v>3.9990502756559421</c:v>
                </c:pt>
                <c:pt idx="461">
                  <c:v>3.9929618499642499</c:v>
                </c:pt>
                <c:pt idx="462">
                  <c:v>3.9859873764377989</c:v>
                </c:pt>
                <c:pt idx="463">
                  <c:v>3.9977602341730014</c:v>
                </c:pt>
                <c:pt idx="464">
                  <c:v>4.0075425987763298</c:v>
                </c:pt>
                <c:pt idx="465">
                  <c:v>4.0070166490507342</c:v>
                </c:pt>
                <c:pt idx="466">
                  <c:v>4.0017964520857525</c:v>
                </c:pt>
                <c:pt idx="467">
                  <c:v>3.997965105356772</c:v>
                </c:pt>
                <c:pt idx="468">
                  <c:v>3.9918901792982151</c:v>
                </c:pt>
                <c:pt idx="469">
                  <c:v>3.9944704832902849</c:v>
                </c:pt>
                <c:pt idx="470">
                  <c:v>3.9961046134808629</c:v>
                </c:pt>
                <c:pt idx="471">
                  <c:v>3.9994984667885034</c:v>
                </c:pt>
                <c:pt idx="472">
                  <c:v>4.0016726184505611</c:v>
                </c:pt>
                <c:pt idx="473">
                  <c:v>3.9940587764396476</c:v>
                </c:pt>
                <c:pt idx="474">
                  <c:v>3.9995934608377564</c:v>
                </c:pt>
                <c:pt idx="475">
                  <c:v>3.9999352393767191</c:v>
                </c:pt>
                <c:pt idx="476">
                  <c:v>3.997408455996287</c:v>
                </c:pt>
                <c:pt idx="477">
                  <c:v>3.9985929037463435</c:v>
                </c:pt>
                <c:pt idx="478">
                  <c:v>3.9992584168770393</c:v>
                </c:pt>
                <c:pt idx="479">
                  <c:v>3.9953772564799497</c:v>
                </c:pt>
                <c:pt idx="480">
                  <c:v>3.9946098934476484</c:v>
                </c:pt>
                <c:pt idx="481">
                  <c:v>3.9964046307603933</c:v>
                </c:pt>
                <c:pt idx="482">
                  <c:v>3.9985787250182514</c:v>
                </c:pt>
                <c:pt idx="483">
                  <c:v>4.0064186203261771</c:v>
                </c:pt>
                <c:pt idx="484">
                  <c:v>4.0038736566453403</c:v>
                </c:pt>
                <c:pt idx="485">
                  <c:v>4.0029288570501524</c:v>
                </c:pt>
                <c:pt idx="486">
                  <c:v>3.9982981873096533</c:v>
                </c:pt>
                <c:pt idx="487">
                  <c:v>3.9984670983478781</c:v>
                </c:pt>
                <c:pt idx="488">
                  <c:v>4.0030331234610754</c:v>
                </c:pt>
                <c:pt idx="489">
                  <c:v>4.0048029762535098</c:v>
                </c:pt>
                <c:pt idx="490">
                  <c:v>4.0015783673798229</c:v>
                </c:pt>
                <c:pt idx="491">
                  <c:v>4.0047766234670021</c:v>
                </c:pt>
                <c:pt idx="492">
                  <c:v>4.0036528395431921</c:v>
                </c:pt>
                <c:pt idx="493">
                  <c:v>4.0031326664928368</c:v>
                </c:pt>
                <c:pt idx="494">
                  <c:v>4.0048283814521151</c:v>
                </c:pt>
                <c:pt idx="495">
                  <c:v>4.0016230193292834</c:v>
                </c:pt>
                <c:pt idx="496">
                  <c:v>4.0013416602710601</c:v>
                </c:pt>
                <c:pt idx="497">
                  <c:v>4.0008674281255914</c:v>
                </c:pt>
                <c:pt idx="498">
                  <c:v>4.005241622964169</c:v>
                </c:pt>
                <c:pt idx="499">
                  <c:v>4.0089270916804933</c:v>
                </c:pt>
                <c:pt idx="500">
                  <c:v>4.0061750902350628</c:v>
                </c:pt>
                <c:pt idx="501">
                  <c:v>4.0073671179603272</c:v>
                </c:pt>
                <c:pt idx="502">
                  <c:v>4.0080954210931079</c:v>
                </c:pt>
                <c:pt idx="503">
                  <c:v>4.0138048799115964</c:v>
                </c:pt>
                <c:pt idx="504">
                  <c:v>4.0145836865093045</c:v>
                </c:pt>
                <c:pt idx="505">
                  <c:v>4.0119642774806126</c:v>
                </c:pt>
                <c:pt idx="506">
                  <c:v>4.0200314421664007</c:v>
                </c:pt>
                <c:pt idx="507">
                  <c:v>4.0288584651863166</c:v>
                </c:pt>
                <c:pt idx="508">
                  <c:v>4.0468208785780639</c:v>
                </c:pt>
                <c:pt idx="509">
                  <c:v>4.0649379904999208</c:v>
                </c:pt>
                <c:pt idx="510">
                  <c:v>4.093752471765864</c:v>
                </c:pt>
                <c:pt idx="511">
                  <c:v>4.1188593694659001</c:v>
                </c:pt>
                <c:pt idx="512">
                  <c:v>4.1388643653683133</c:v>
                </c:pt>
                <c:pt idx="513">
                  <c:v>4.1574291860745713</c:v>
                </c:pt>
                <c:pt idx="514">
                  <c:v>4.1740926434060315</c:v>
                </c:pt>
                <c:pt idx="515">
                  <c:v>4.1734446447079554</c:v>
                </c:pt>
                <c:pt idx="516">
                  <c:v>4.1621695344555487</c:v>
                </c:pt>
                <c:pt idx="517">
                  <c:v>4.1456300800962103</c:v>
                </c:pt>
                <c:pt idx="518">
                  <c:v>4.1285950145493588</c:v>
                </c:pt>
                <c:pt idx="519">
                  <c:v>4.1074238017717768</c:v>
                </c:pt>
                <c:pt idx="520">
                  <c:v>4.0866979261879743</c:v>
                </c:pt>
                <c:pt idx="521">
                  <c:v>4.0741023012312594</c:v>
                </c:pt>
                <c:pt idx="522">
                  <c:v>4.0696290340243957</c:v>
                </c:pt>
                <c:pt idx="523">
                  <c:v>4.0655400856404205</c:v>
                </c:pt>
                <c:pt idx="524">
                  <c:v>4.0696794897313575</c:v>
                </c:pt>
                <c:pt idx="525">
                  <c:v>4.0721478449780015</c:v>
                </c:pt>
                <c:pt idx="526">
                  <c:v>4.0753098182621681</c:v>
                </c:pt>
                <c:pt idx="527">
                  <c:v>4.0729746681320025</c:v>
                </c:pt>
                <c:pt idx="528">
                  <c:v>4.0792440215228973</c:v>
                </c:pt>
                <c:pt idx="529">
                  <c:v>4.0912941154062032</c:v>
                </c:pt>
                <c:pt idx="530">
                  <c:v>4.0973338158891242</c:v>
                </c:pt>
                <c:pt idx="531">
                  <c:v>4.0944290972866915</c:v>
                </c:pt>
                <c:pt idx="532">
                  <c:v>4.1052505115367213</c:v>
                </c:pt>
                <c:pt idx="533">
                  <c:v>4.1225158030871194</c:v>
                </c:pt>
                <c:pt idx="534">
                  <c:v>4.1246538036809772</c:v>
                </c:pt>
                <c:pt idx="535">
                  <c:v>4.1203247515486252</c:v>
                </c:pt>
                <c:pt idx="536">
                  <c:v>4.1290177727094388</c:v>
                </c:pt>
                <c:pt idx="537">
                  <c:v>4.1497621271309741</c:v>
                </c:pt>
                <c:pt idx="538">
                  <c:v>4.1674018504408048</c:v>
                </c:pt>
                <c:pt idx="539">
                  <c:v>4.1947977943629464</c:v>
                </c:pt>
                <c:pt idx="540">
                  <c:v>4.2216023036541017</c:v>
                </c:pt>
                <c:pt idx="541">
                  <c:v>4.2533592719185105</c:v>
                </c:pt>
                <c:pt idx="542">
                  <c:v>4.2774009759808287</c:v>
                </c:pt>
                <c:pt idx="543">
                  <c:v>4.3153316838617712</c:v>
                </c:pt>
                <c:pt idx="544">
                  <c:v>4.3657869062552814</c:v>
                </c:pt>
                <c:pt idx="545">
                  <c:v>4.3892698095190603</c:v>
                </c:pt>
                <c:pt idx="546">
                  <c:v>4.4315193842728258</c:v>
                </c:pt>
                <c:pt idx="547">
                  <c:v>4.4782377626110295</c:v>
                </c:pt>
                <c:pt idx="548">
                  <c:v>4.5067862343449869</c:v>
                </c:pt>
                <c:pt idx="549">
                  <c:v>4.5634718536083927</c:v>
                </c:pt>
                <c:pt idx="550">
                  <c:v>4.5892023352032467</c:v>
                </c:pt>
                <c:pt idx="551">
                  <c:v>4.6045259975907253</c:v>
                </c:pt>
                <c:pt idx="552">
                  <c:v>4.6211837891968486</c:v>
                </c:pt>
                <c:pt idx="553">
                  <c:v>4.6160802752767198</c:v>
                </c:pt>
                <c:pt idx="554">
                  <c:v>4.59773234561849</c:v>
                </c:pt>
                <c:pt idx="555">
                  <c:v>4.5645271322267726</c:v>
                </c:pt>
                <c:pt idx="556">
                  <c:v>4.5299281131278359</c:v>
                </c:pt>
                <c:pt idx="557">
                  <c:v>4.4818967774919809</c:v>
                </c:pt>
                <c:pt idx="558">
                  <c:v>4.4348032312227987</c:v>
                </c:pt>
                <c:pt idx="559">
                  <c:v>4.3827906425774925</c:v>
                </c:pt>
                <c:pt idx="560">
                  <c:v>4.3147354408191507</c:v>
                </c:pt>
                <c:pt idx="561">
                  <c:v>4.2570524675240256</c:v>
                </c:pt>
                <c:pt idx="562">
                  <c:v>4.2226414983219387</c:v>
                </c:pt>
                <c:pt idx="563">
                  <c:v>4.1904615202945159</c:v>
                </c:pt>
                <c:pt idx="564">
                  <c:v>4.1457602333622807</c:v>
                </c:pt>
                <c:pt idx="565">
                  <c:v>4.1067478192362259</c:v>
                </c:pt>
                <c:pt idx="566">
                  <c:v>4.0640125250177181</c:v>
                </c:pt>
                <c:pt idx="567">
                  <c:v>4.0552376164204054</c:v>
                </c:pt>
                <c:pt idx="568">
                  <c:v>4.0580231870554879</c:v>
                </c:pt>
                <c:pt idx="569">
                  <c:v>4.0595461675729219</c:v>
                </c:pt>
                <c:pt idx="570">
                  <c:v>4.0223396474860245</c:v>
                </c:pt>
                <c:pt idx="571">
                  <c:v>4.0095436691324871</c:v>
                </c:pt>
                <c:pt idx="572">
                  <c:v>4.0165546472161573</c:v>
                </c:pt>
                <c:pt idx="573">
                  <c:v>4.0350855516139008</c:v>
                </c:pt>
                <c:pt idx="574">
                  <c:v>4.0573595563602876</c:v>
                </c:pt>
                <c:pt idx="575">
                  <c:v>4.0766023025358669</c:v>
                </c:pt>
                <c:pt idx="576">
                  <c:v>4.0525967733843311</c:v>
                </c:pt>
                <c:pt idx="577">
                  <c:v>4.0287551495665754</c:v>
                </c:pt>
                <c:pt idx="578">
                  <c:v>4.0132060090161072</c:v>
                </c:pt>
                <c:pt idx="579">
                  <c:v>3.9758388241480369</c:v>
                </c:pt>
                <c:pt idx="580">
                  <c:v>3.9289055792335659</c:v>
                </c:pt>
                <c:pt idx="581">
                  <c:v>3.9171252549483215</c:v>
                </c:pt>
                <c:pt idx="582">
                  <c:v>3.9812918145439617</c:v>
                </c:pt>
                <c:pt idx="583">
                  <c:v>3.9012970634471031</c:v>
                </c:pt>
                <c:pt idx="584">
                  <c:v>3.9995196890519242</c:v>
                </c:pt>
                <c:pt idx="585">
                  <c:v>3.9058327002258015</c:v>
                </c:pt>
                <c:pt idx="586">
                  <c:v>3.9312822997596615</c:v>
                </c:pt>
                <c:pt idx="587">
                  <c:v>3.8764050439716198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1-1251-45ED-B486-8EADCA04E34F}"/>
            </c:ext>
          </c:extLst>
        </c:ser>
        <c:ser>
          <c:idx val="18"/>
          <c:order val="18"/>
          <c:tx>
            <c:strRef>
              <c:f>'Fully separated 3%'!$R$1</c:f>
              <c:strCache>
                <c:ptCount val="1"/>
                <c:pt idx="0">
                  <c:v>3E_5/O-PTIR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3%'!$A$2:$A$589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3%'!$R$2:$R$589</c:f>
              <c:numCache>
                <c:formatCode>General</c:formatCode>
                <c:ptCount val="588"/>
                <c:pt idx="0">
                  <c:v>3.8109825514469415</c:v>
                </c:pt>
                <c:pt idx="1">
                  <c:v>3.7988314078389656</c:v>
                </c:pt>
                <c:pt idx="2">
                  <c:v>3.8381991774409054</c:v>
                </c:pt>
                <c:pt idx="3">
                  <c:v>3.8488617623240291</c:v>
                </c:pt>
                <c:pt idx="4">
                  <c:v>3.8384209664787154</c:v>
                </c:pt>
                <c:pt idx="5">
                  <c:v>3.8249313857842568</c:v>
                </c:pt>
                <c:pt idx="6">
                  <c:v>3.8345038140509886</c:v>
                </c:pt>
                <c:pt idx="7">
                  <c:v>3.8322263425373126</c:v>
                </c:pt>
                <c:pt idx="8">
                  <c:v>3.8253951943311271</c:v>
                </c:pt>
                <c:pt idx="9">
                  <c:v>3.8339962364853624</c:v>
                </c:pt>
                <c:pt idx="10">
                  <c:v>3.8339705066421357</c:v>
                </c:pt>
                <c:pt idx="11">
                  <c:v>3.8312631672814086</c:v>
                </c:pt>
                <c:pt idx="12">
                  <c:v>3.8359646312646216</c:v>
                </c:pt>
                <c:pt idx="13">
                  <c:v>3.8386335481730809</c:v>
                </c:pt>
                <c:pt idx="14">
                  <c:v>3.844549737757172</c:v>
                </c:pt>
                <c:pt idx="15">
                  <c:v>3.85333743181494</c:v>
                </c:pt>
                <c:pt idx="16">
                  <c:v>3.844999298005086</c:v>
                </c:pt>
                <c:pt idx="17">
                  <c:v>3.8361361635527986</c:v>
                </c:pt>
                <c:pt idx="18">
                  <c:v>3.8363154661625964</c:v>
                </c:pt>
                <c:pt idx="19">
                  <c:v>3.8333383405849397</c:v>
                </c:pt>
                <c:pt idx="20">
                  <c:v>3.8335804885156337</c:v>
                </c:pt>
                <c:pt idx="21">
                  <c:v>3.8390165697589436</c:v>
                </c:pt>
                <c:pt idx="22">
                  <c:v>3.8380472757811597</c:v>
                </c:pt>
                <c:pt idx="23">
                  <c:v>3.8390417826644554</c:v>
                </c:pt>
                <c:pt idx="24">
                  <c:v>3.8414322424573388</c:v>
                </c:pt>
                <c:pt idx="25">
                  <c:v>3.8398384974739108</c:v>
                </c:pt>
                <c:pt idx="26">
                  <c:v>3.8382877623585698</c:v>
                </c:pt>
                <c:pt idx="27">
                  <c:v>3.8378046531780989</c:v>
                </c:pt>
                <c:pt idx="28">
                  <c:v>3.8392013213474181</c:v>
                </c:pt>
                <c:pt idx="29">
                  <c:v>3.841370522044929</c:v>
                </c:pt>
                <c:pt idx="30">
                  <c:v>3.8413507353598297</c:v>
                </c:pt>
                <c:pt idx="31">
                  <c:v>3.8438593690649698</c:v>
                </c:pt>
                <c:pt idx="32">
                  <c:v>3.8474380898486906</c:v>
                </c:pt>
                <c:pt idx="33">
                  <c:v>3.8482703108014205</c:v>
                </c:pt>
                <c:pt idx="34">
                  <c:v>3.8466150014622511</c:v>
                </c:pt>
                <c:pt idx="35">
                  <c:v>3.8588888746992915</c:v>
                </c:pt>
                <c:pt idx="36">
                  <c:v>3.8640312605435785</c:v>
                </c:pt>
                <c:pt idx="37">
                  <c:v>3.8676515216617577</c:v>
                </c:pt>
                <c:pt idx="38">
                  <c:v>3.8704864210931187</c:v>
                </c:pt>
                <c:pt idx="39">
                  <c:v>3.8785910551126608</c:v>
                </c:pt>
                <c:pt idx="40">
                  <c:v>3.8881485897210881</c:v>
                </c:pt>
                <c:pt idx="41">
                  <c:v>3.9003678918918472</c:v>
                </c:pt>
                <c:pt idx="42">
                  <c:v>3.923198728908031</c:v>
                </c:pt>
                <c:pt idx="43">
                  <c:v>3.9562217504918129</c:v>
                </c:pt>
                <c:pt idx="44">
                  <c:v>3.9650871737752387</c:v>
                </c:pt>
                <c:pt idx="45">
                  <c:v>3.9600348911499537</c:v>
                </c:pt>
                <c:pt idx="46">
                  <c:v>3.9765607071364615</c:v>
                </c:pt>
                <c:pt idx="47">
                  <c:v>4.0350504734083081</c:v>
                </c:pt>
                <c:pt idx="48">
                  <c:v>4.053850022050808</c:v>
                </c:pt>
                <c:pt idx="49">
                  <c:v>3.9811598532151784</c:v>
                </c:pt>
                <c:pt idx="50">
                  <c:v>3.9005195009453391</c:v>
                </c:pt>
                <c:pt idx="51">
                  <c:v>3.8782876614419242</c:v>
                </c:pt>
                <c:pt idx="52">
                  <c:v>3.8709884098793026</c:v>
                </c:pt>
                <c:pt idx="53">
                  <c:v>3.8683517609382463</c:v>
                </c:pt>
                <c:pt idx="54">
                  <c:v>3.8675578356417408</c:v>
                </c:pt>
                <c:pt idx="55">
                  <c:v>3.865176033742781</c:v>
                </c:pt>
                <c:pt idx="56">
                  <c:v>3.8632289016846109</c:v>
                </c:pt>
                <c:pt idx="57">
                  <c:v>3.8630519659342855</c:v>
                </c:pt>
                <c:pt idx="58">
                  <c:v>3.8640902954808172</c:v>
                </c:pt>
                <c:pt idx="59">
                  <c:v>3.8628089336824698</c:v>
                </c:pt>
                <c:pt idx="60">
                  <c:v>3.8623288773605782</c:v>
                </c:pt>
                <c:pt idx="61">
                  <c:v>3.860627573569535</c:v>
                </c:pt>
                <c:pt idx="62">
                  <c:v>3.8593437603810199</c:v>
                </c:pt>
                <c:pt idx="63">
                  <c:v>3.8617015035435784</c:v>
                </c:pt>
                <c:pt idx="64">
                  <c:v>3.8748797414307465</c:v>
                </c:pt>
                <c:pt idx="65">
                  <c:v>3.8918825836388318</c:v>
                </c:pt>
                <c:pt idx="66">
                  <c:v>3.9092690846641758</c:v>
                </c:pt>
                <c:pt idx="67">
                  <c:v>3.922856262548907</c:v>
                </c:pt>
                <c:pt idx="68">
                  <c:v>3.9292429727422062</c:v>
                </c:pt>
                <c:pt idx="69">
                  <c:v>3.9164246990681231</c:v>
                </c:pt>
                <c:pt idx="70">
                  <c:v>3.8858520012655156</c:v>
                </c:pt>
                <c:pt idx="71">
                  <c:v>3.8605089639990791</c:v>
                </c:pt>
                <c:pt idx="72">
                  <c:v>3.8486886207014579</c:v>
                </c:pt>
                <c:pt idx="73">
                  <c:v>3.8425816453377082</c:v>
                </c:pt>
                <c:pt idx="74">
                  <c:v>3.8398945770879886</c:v>
                </c:pt>
                <c:pt idx="75">
                  <c:v>3.8382007445099524</c:v>
                </c:pt>
                <c:pt idx="76">
                  <c:v>3.837835932786601</c:v>
                </c:pt>
                <c:pt idx="77">
                  <c:v>3.8371933954633075</c:v>
                </c:pt>
                <c:pt idx="78">
                  <c:v>3.8378994380971574</c:v>
                </c:pt>
                <c:pt idx="79">
                  <c:v>3.8385816138142612</c:v>
                </c:pt>
                <c:pt idx="80">
                  <c:v>3.8405160402586671</c:v>
                </c:pt>
                <c:pt idx="81">
                  <c:v>3.8430633370034393</c:v>
                </c:pt>
                <c:pt idx="82">
                  <c:v>3.8443688193106187</c:v>
                </c:pt>
                <c:pt idx="83">
                  <c:v>3.8440264634916348</c:v>
                </c:pt>
                <c:pt idx="84">
                  <c:v>3.8458634683095201</c:v>
                </c:pt>
                <c:pt idx="85">
                  <c:v>3.8491829497061607</c:v>
                </c:pt>
                <c:pt idx="86">
                  <c:v>3.8502365045314173</c:v>
                </c:pt>
                <c:pt idx="87">
                  <c:v>3.8500966192351496</c:v>
                </c:pt>
                <c:pt idx="88">
                  <c:v>3.8515923931425369</c:v>
                </c:pt>
                <c:pt idx="89">
                  <c:v>3.8532400166907808</c:v>
                </c:pt>
                <c:pt idx="90">
                  <c:v>3.8523774069530319</c:v>
                </c:pt>
                <c:pt idx="91">
                  <c:v>3.8507569502698376</c:v>
                </c:pt>
                <c:pt idx="92">
                  <c:v>3.8553502767352903</c:v>
                </c:pt>
                <c:pt idx="93">
                  <c:v>3.8583159516548924</c:v>
                </c:pt>
                <c:pt idx="94">
                  <c:v>3.8603086327531946</c:v>
                </c:pt>
                <c:pt idx="95">
                  <c:v>3.8633762061749954</c:v>
                </c:pt>
                <c:pt idx="96">
                  <c:v>3.8648361878352162</c:v>
                </c:pt>
                <c:pt idx="97">
                  <c:v>3.8619871717777134</c:v>
                </c:pt>
                <c:pt idx="98">
                  <c:v>3.8586227265534476</c:v>
                </c:pt>
                <c:pt idx="99">
                  <c:v>3.8581813332711876</c:v>
                </c:pt>
                <c:pt idx="100">
                  <c:v>3.8605317287656034</c:v>
                </c:pt>
                <c:pt idx="101">
                  <c:v>3.8605311695625413</c:v>
                </c:pt>
                <c:pt idx="102">
                  <c:v>3.8600116569129517</c:v>
                </c:pt>
                <c:pt idx="103">
                  <c:v>3.8608452856268789</c:v>
                </c:pt>
                <c:pt idx="104">
                  <c:v>3.8646422679174646</c:v>
                </c:pt>
                <c:pt idx="105">
                  <c:v>3.8681732906306805</c:v>
                </c:pt>
                <c:pt idx="106">
                  <c:v>3.8676430490851281</c:v>
                </c:pt>
                <c:pt idx="107">
                  <c:v>3.8654370840374526</c:v>
                </c:pt>
                <c:pt idx="108">
                  <c:v>3.8581690308038175</c:v>
                </c:pt>
                <c:pt idx="109">
                  <c:v>3.8587334487597813</c:v>
                </c:pt>
                <c:pt idx="110">
                  <c:v>3.856020884751838</c:v>
                </c:pt>
                <c:pt idx="111">
                  <c:v>3.8514816709362036</c:v>
                </c:pt>
                <c:pt idx="112">
                  <c:v>3.8495329978184318</c:v>
                </c:pt>
                <c:pt idx="113">
                  <c:v>3.8506686384513436</c:v>
                </c:pt>
                <c:pt idx="114">
                  <c:v>3.8547012630602526</c:v>
                </c:pt>
                <c:pt idx="115">
                  <c:v>3.8594059034469064</c:v>
                </c:pt>
                <c:pt idx="116">
                  <c:v>3.859181493957538</c:v>
                </c:pt>
                <c:pt idx="117">
                  <c:v>3.8584836930664959</c:v>
                </c:pt>
                <c:pt idx="118">
                  <c:v>3.8587105344389494</c:v>
                </c:pt>
                <c:pt idx="119">
                  <c:v>3.8577416045933925</c:v>
                </c:pt>
                <c:pt idx="120">
                  <c:v>3.8560432853861353</c:v>
                </c:pt>
                <c:pt idx="121">
                  <c:v>3.8548889081994564</c:v>
                </c:pt>
                <c:pt idx="122">
                  <c:v>3.8565877540979701</c:v>
                </c:pt>
                <c:pt idx="123">
                  <c:v>3.8574764578111718</c:v>
                </c:pt>
                <c:pt idx="124">
                  <c:v>3.8566751198229108</c:v>
                </c:pt>
                <c:pt idx="125">
                  <c:v>3.8550611167331974</c:v>
                </c:pt>
                <c:pt idx="126">
                  <c:v>3.8540877165143224</c:v>
                </c:pt>
                <c:pt idx="127">
                  <c:v>3.8551362385120185</c:v>
                </c:pt>
                <c:pt idx="128">
                  <c:v>3.8551295085681874</c:v>
                </c:pt>
                <c:pt idx="129">
                  <c:v>3.8563594692013323</c:v>
                </c:pt>
                <c:pt idx="130">
                  <c:v>3.8566220865650505</c:v>
                </c:pt>
                <c:pt idx="131">
                  <c:v>3.8560791849222622</c:v>
                </c:pt>
                <c:pt idx="132">
                  <c:v>3.8571455006313533</c:v>
                </c:pt>
                <c:pt idx="133">
                  <c:v>3.8522565313097012</c:v>
                </c:pt>
                <c:pt idx="134">
                  <c:v>3.8456263467040257</c:v>
                </c:pt>
                <c:pt idx="135">
                  <c:v>3.8437241589663969</c:v>
                </c:pt>
                <c:pt idx="136">
                  <c:v>3.8398767931301356</c:v>
                </c:pt>
                <c:pt idx="137">
                  <c:v>3.8348024609980573</c:v>
                </c:pt>
                <c:pt idx="138">
                  <c:v>3.8346883705686277</c:v>
                </c:pt>
                <c:pt idx="139">
                  <c:v>3.8330583359074013</c:v>
                </c:pt>
                <c:pt idx="140">
                  <c:v>3.8315698901610742</c:v>
                </c:pt>
                <c:pt idx="141">
                  <c:v>3.8302053501583924</c:v>
                </c:pt>
                <c:pt idx="142">
                  <c:v>3.8304267945710588</c:v>
                </c:pt>
                <c:pt idx="143">
                  <c:v>3.831393292533531</c:v>
                </c:pt>
                <c:pt idx="144">
                  <c:v>3.8298029385314631</c:v>
                </c:pt>
                <c:pt idx="145">
                  <c:v>3.82847245139433</c:v>
                </c:pt>
                <c:pt idx="146">
                  <c:v>3.827669065162294</c:v>
                </c:pt>
                <c:pt idx="147">
                  <c:v>3.8249140846267222</c:v>
                </c:pt>
                <c:pt idx="148">
                  <c:v>3.8251230916480239</c:v>
                </c:pt>
                <c:pt idx="149">
                  <c:v>3.8255337125059548</c:v>
                </c:pt>
                <c:pt idx="150">
                  <c:v>3.8219017373840929</c:v>
                </c:pt>
                <c:pt idx="151">
                  <c:v>3.8215018844362914</c:v>
                </c:pt>
                <c:pt idx="152">
                  <c:v>3.8220131732245664</c:v>
                </c:pt>
                <c:pt idx="153">
                  <c:v>3.8202618158826778</c:v>
                </c:pt>
                <c:pt idx="154">
                  <c:v>3.8188431030833363</c:v>
                </c:pt>
                <c:pt idx="155">
                  <c:v>3.8181724983179692</c:v>
                </c:pt>
                <c:pt idx="156">
                  <c:v>3.8181688618724738</c:v>
                </c:pt>
                <c:pt idx="157">
                  <c:v>3.8178578523111941</c:v>
                </c:pt>
                <c:pt idx="158">
                  <c:v>3.8169655007733647</c:v>
                </c:pt>
                <c:pt idx="159">
                  <c:v>3.8182170281129846</c:v>
                </c:pt>
                <c:pt idx="160">
                  <c:v>3.8180033930361064</c:v>
                </c:pt>
                <c:pt idx="161">
                  <c:v>3.8169051929989233</c:v>
                </c:pt>
                <c:pt idx="162">
                  <c:v>3.8160039153447713</c:v>
                </c:pt>
                <c:pt idx="163">
                  <c:v>3.817349938248376</c:v>
                </c:pt>
                <c:pt idx="164">
                  <c:v>3.8176274005026896</c:v>
                </c:pt>
                <c:pt idx="165">
                  <c:v>3.8175791025893648</c:v>
                </c:pt>
                <c:pt idx="166">
                  <c:v>3.8193287693173446</c:v>
                </c:pt>
                <c:pt idx="167">
                  <c:v>3.8196042272188215</c:v>
                </c:pt>
                <c:pt idx="168">
                  <c:v>3.819000071708039</c:v>
                </c:pt>
                <c:pt idx="169">
                  <c:v>3.8206112706544899</c:v>
                </c:pt>
                <c:pt idx="170">
                  <c:v>3.8201085145896858</c:v>
                </c:pt>
                <c:pt idx="171">
                  <c:v>3.82025198756374</c:v>
                </c:pt>
                <c:pt idx="172">
                  <c:v>3.8209786898246785</c:v>
                </c:pt>
                <c:pt idx="173">
                  <c:v>3.8218331504782665</c:v>
                </c:pt>
                <c:pt idx="174">
                  <c:v>3.8222415377751293</c:v>
                </c:pt>
                <c:pt idx="175">
                  <c:v>3.8219483544370498</c:v>
                </c:pt>
                <c:pt idx="176">
                  <c:v>3.8219858616819806</c:v>
                </c:pt>
                <c:pt idx="177">
                  <c:v>3.8241111535599699</c:v>
                </c:pt>
                <c:pt idx="178">
                  <c:v>3.8253046473259742</c:v>
                </c:pt>
                <c:pt idx="179">
                  <c:v>3.8251797288395739</c:v>
                </c:pt>
                <c:pt idx="180">
                  <c:v>3.8262104798841392</c:v>
                </c:pt>
                <c:pt idx="181">
                  <c:v>3.829237145326108</c:v>
                </c:pt>
                <c:pt idx="182">
                  <c:v>3.8320626163337441</c:v>
                </c:pt>
                <c:pt idx="183">
                  <c:v>3.8348033160585535</c:v>
                </c:pt>
                <c:pt idx="184">
                  <c:v>3.8380529360865752</c:v>
                </c:pt>
                <c:pt idx="185">
                  <c:v>3.8412934950742792</c:v>
                </c:pt>
                <c:pt idx="186">
                  <c:v>3.8439645024918607</c:v>
                </c:pt>
                <c:pt idx="187">
                  <c:v>3.84699483363995</c:v>
                </c:pt>
                <c:pt idx="188">
                  <c:v>3.8479064711810671</c:v>
                </c:pt>
                <c:pt idx="189">
                  <c:v>3.8479516788472363</c:v>
                </c:pt>
                <c:pt idx="190">
                  <c:v>3.8459355794951109</c:v>
                </c:pt>
                <c:pt idx="191">
                  <c:v>3.8440671487655971</c:v>
                </c:pt>
                <c:pt idx="192">
                  <c:v>3.843860009547547</c:v>
                </c:pt>
                <c:pt idx="193">
                  <c:v>3.8451634078479651</c:v>
                </c:pt>
                <c:pt idx="194">
                  <c:v>3.8470646429896793</c:v>
                </c:pt>
                <c:pt idx="195">
                  <c:v>3.8519158921140715</c:v>
                </c:pt>
                <c:pt idx="196">
                  <c:v>3.8554437156655821</c:v>
                </c:pt>
                <c:pt idx="197">
                  <c:v>3.8537089539750391</c:v>
                </c:pt>
                <c:pt idx="198">
                  <c:v>3.8510052039176883</c:v>
                </c:pt>
                <c:pt idx="199">
                  <c:v>3.848305673892749</c:v>
                </c:pt>
                <c:pt idx="200">
                  <c:v>3.845246527531049</c:v>
                </c:pt>
                <c:pt idx="201">
                  <c:v>3.8430594485914482</c:v>
                </c:pt>
                <c:pt idx="202">
                  <c:v>3.8405833689576028</c:v>
                </c:pt>
                <c:pt idx="203">
                  <c:v>3.8430599167614536</c:v>
                </c:pt>
                <c:pt idx="204">
                  <c:v>3.8473340553208404</c:v>
                </c:pt>
                <c:pt idx="205">
                  <c:v>3.8511861126107001</c:v>
                </c:pt>
                <c:pt idx="206">
                  <c:v>3.8558915267783362</c:v>
                </c:pt>
                <c:pt idx="207">
                  <c:v>3.8588313353051267</c:v>
                </c:pt>
                <c:pt idx="208">
                  <c:v>3.8606820308444965</c:v>
                </c:pt>
                <c:pt idx="209">
                  <c:v>3.8632342531278696</c:v>
                </c:pt>
                <c:pt idx="210">
                  <c:v>3.8674450716939939</c:v>
                </c:pt>
                <c:pt idx="211">
                  <c:v>3.8737948029592091</c:v>
                </c:pt>
                <c:pt idx="212">
                  <c:v>3.8783572432090119</c:v>
                </c:pt>
                <c:pt idx="213">
                  <c:v>3.8742911151840742</c:v>
                </c:pt>
                <c:pt idx="214">
                  <c:v>3.8802489881545705</c:v>
                </c:pt>
                <c:pt idx="215">
                  <c:v>3.9001485217323997</c:v>
                </c:pt>
                <c:pt idx="216">
                  <c:v>3.9065468776545891</c:v>
                </c:pt>
                <c:pt idx="217">
                  <c:v>3.9126527963846458</c:v>
                </c:pt>
                <c:pt idx="218">
                  <c:v>3.9115829498934289</c:v>
                </c:pt>
                <c:pt idx="219">
                  <c:v>3.8908628443429407</c:v>
                </c:pt>
                <c:pt idx="220">
                  <c:v>3.877702624498629</c:v>
                </c:pt>
                <c:pt idx="221">
                  <c:v>3.8708179894948898</c:v>
                </c:pt>
                <c:pt idx="222">
                  <c:v>3.8647088520960442</c:v>
                </c:pt>
                <c:pt idx="223">
                  <c:v>3.8588359844933771</c:v>
                </c:pt>
                <c:pt idx="224">
                  <c:v>3.8528633576653424</c:v>
                </c:pt>
                <c:pt idx="225">
                  <c:v>3.8432132944571897</c:v>
                </c:pt>
                <c:pt idx="226">
                  <c:v>3.8317909054179027</c:v>
                </c:pt>
                <c:pt idx="227">
                  <c:v>3.8281213433971848</c:v>
                </c:pt>
                <c:pt idx="228">
                  <c:v>3.8243537615327177</c:v>
                </c:pt>
                <c:pt idx="229">
                  <c:v>3.8187703985572874</c:v>
                </c:pt>
                <c:pt idx="230">
                  <c:v>3.81432120993232</c:v>
                </c:pt>
                <c:pt idx="231">
                  <c:v>3.8135715055686741</c:v>
                </c:pt>
                <c:pt idx="232">
                  <c:v>3.8127663815806105</c:v>
                </c:pt>
                <c:pt idx="233">
                  <c:v>3.8104911355000515</c:v>
                </c:pt>
                <c:pt idx="234">
                  <c:v>3.8103025158194641</c:v>
                </c:pt>
                <c:pt idx="235">
                  <c:v>3.8101630832500941</c:v>
                </c:pt>
                <c:pt idx="236">
                  <c:v>3.8091400058045277</c:v>
                </c:pt>
                <c:pt idx="237">
                  <c:v>3.81104439946819</c:v>
                </c:pt>
                <c:pt idx="238">
                  <c:v>3.8135351451776978</c:v>
                </c:pt>
                <c:pt idx="239">
                  <c:v>3.8143178514627656</c:v>
                </c:pt>
                <c:pt idx="240">
                  <c:v>3.8152739619032379</c:v>
                </c:pt>
                <c:pt idx="241">
                  <c:v>3.8166502549237697</c:v>
                </c:pt>
                <c:pt idx="242">
                  <c:v>3.8196159395969138</c:v>
                </c:pt>
                <c:pt idx="243">
                  <c:v>3.8224256375018948</c:v>
                </c:pt>
                <c:pt idx="244">
                  <c:v>3.823770437961596</c:v>
                </c:pt>
                <c:pt idx="245">
                  <c:v>3.8219036344479695</c:v>
                </c:pt>
                <c:pt idx="246">
                  <c:v>3.8202745751409215</c:v>
                </c:pt>
                <c:pt idx="247">
                  <c:v>3.8237125328096138</c:v>
                </c:pt>
                <c:pt idx="248">
                  <c:v>3.8291137532689969</c:v>
                </c:pt>
                <c:pt idx="249">
                  <c:v>3.8413830000760516</c:v>
                </c:pt>
                <c:pt idx="250">
                  <c:v>3.8573266759211737</c:v>
                </c:pt>
                <c:pt idx="251">
                  <c:v>3.896431323413609</c:v>
                </c:pt>
                <c:pt idx="252">
                  <c:v>3.9358411787355521</c:v>
                </c:pt>
                <c:pt idx="253">
                  <c:v>3.9867808453548124</c:v>
                </c:pt>
                <c:pt idx="254">
                  <c:v>4.0761107255355427</c:v>
                </c:pt>
                <c:pt idx="255">
                  <c:v>4.1775100544710604</c:v>
                </c:pt>
                <c:pt idx="256">
                  <c:v>4.2773795338753784</c:v>
                </c:pt>
                <c:pt idx="257">
                  <c:v>4.4563588982940212</c:v>
                </c:pt>
                <c:pt idx="258">
                  <c:v>4.6305012862710822</c:v>
                </c:pt>
                <c:pt idx="259">
                  <c:v>4.8</c:v>
                </c:pt>
                <c:pt idx="260">
                  <c:v>4.5044020881214539</c:v>
                </c:pt>
                <c:pt idx="261">
                  <c:v>4.182005136761302</c:v>
                </c:pt>
                <c:pt idx="262">
                  <c:v>3.9585394651188897</c:v>
                </c:pt>
                <c:pt idx="263">
                  <c:v>3.896070240794399</c:v>
                </c:pt>
                <c:pt idx="264">
                  <c:v>3.873556257336614</c:v>
                </c:pt>
                <c:pt idx="265">
                  <c:v>3.8606135414740881</c:v>
                </c:pt>
                <c:pt idx="266">
                  <c:v>3.8574152315782122</c:v>
                </c:pt>
                <c:pt idx="267">
                  <c:v>3.8602346813993873</c:v>
                </c:pt>
                <c:pt idx="268">
                  <c:v>3.86078827292397</c:v>
                </c:pt>
                <c:pt idx="269">
                  <c:v>3.8696393650033349</c:v>
                </c:pt>
                <c:pt idx="270">
                  <c:v>3.8882381402393893</c:v>
                </c:pt>
                <c:pt idx="271">
                  <c:v>3.9006248131871635</c:v>
                </c:pt>
                <c:pt idx="272">
                  <c:v>3.8894984603969274</c:v>
                </c:pt>
                <c:pt idx="273">
                  <c:v>3.8809747491987272</c:v>
                </c:pt>
                <c:pt idx="274">
                  <c:v>3.8916090878248437</c:v>
                </c:pt>
                <c:pt idx="275">
                  <c:v>3.9183129847575291</c:v>
                </c:pt>
                <c:pt idx="276">
                  <c:v>3.9741079904863699</c:v>
                </c:pt>
                <c:pt idx="277">
                  <c:v>4.0857755751130398</c:v>
                </c:pt>
                <c:pt idx="278">
                  <c:v>4.4773129392930215</c:v>
                </c:pt>
                <c:pt idx="279">
                  <c:v>4.5921378754424378</c:v>
                </c:pt>
                <c:pt idx="280">
                  <c:v>4.3977042191376894</c:v>
                </c:pt>
                <c:pt idx="281">
                  <c:v>4.1207196542866225</c:v>
                </c:pt>
                <c:pt idx="282">
                  <c:v>3.9532900959259534</c:v>
                </c:pt>
                <c:pt idx="283">
                  <c:v>3.8870616485223044</c:v>
                </c:pt>
                <c:pt idx="284">
                  <c:v>3.858831322300404</c:v>
                </c:pt>
                <c:pt idx="285">
                  <c:v>3.8389534220782524</c:v>
                </c:pt>
                <c:pt idx="286">
                  <c:v>3.8382083555237245</c:v>
                </c:pt>
                <c:pt idx="287">
                  <c:v>3.858710859557009</c:v>
                </c:pt>
                <c:pt idx="288">
                  <c:v>3.8559782292624356</c:v>
                </c:pt>
                <c:pt idx="289">
                  <c:v>3.8438474079715617</c:v>
                </c:pt>
                <c:pt idx="290">
                  <c:v>3.830398076892866</c:v>
                </c:pt>
                <c:pt idx="291">
                  <c:v>3.8210360796645362</c:v>
                </c:pt>
                <c:pt idx="292">
                  <c:v>3.8159468522485631</c:v>
                </c:pt>
                <c:pt idx="293">
                  <c:v>3.812570287435836</c:v>
                </c:pt>
                <c:pt idx="294">
                  <c:v>3.8109504232803046</c:v>
                </c:pt>
                <c:pt idx="295">
                  <c:v>3.809291812367241</c:v>
                </c:pt>
                <c:pt idx="296">
                  <c:v>3.8107386413763655</c:v>
                </c:pt>
                <c:pt idx="297">
                  <c:v>3.813286857392451</c:v>
                </c:pt>
                <c:pt idx="298">
                  <c:v>3.8136228181392049</c:v>
                </c:pt>
                <c:pt idx="299">
                  <c:v>3.815077975860218</c:v>
                </c:pt>
                <c:pt idx="300">
                  <c:v>3.8193549998423828</c:v>
                </c:pt>
                <c:pt idx="301">
                  <c:v>3.8189132781908826</c:v>
                </c:pt>
                <c:pt idx="302">
                  <c:v>3.8199105258194197</c:v>
                </c:pt>
                <c:pt idx="303">
                  <c:v>3.8182327784573755</c:v>
                </c:pt>
                <c:pt idx="304">
                  <c:v>3.8199554018651685</c:v>
                </c:pt>
                <c:pt idx="305">
                  <c:v>3.820775993344911</c:v>
                </c:pt>
                <c:pt idx="306">
                  <c:v>3.8203163056694449</c:v>
                </c:pt>
                <c:pt idx="307">
                  <c:v>3.8198477861618931</c:v>
                </c:pt>
                <c:pt idx="308">
                  <c:v>3.8179665587855585</c:v>
                </c:pt>
                <c:pt idx="309">
                  <c:v>3.8152274944045881</c:v>
                </c:pt>
                <c:pt idx="310">
                  <c:v>3.8133288756504569</c:v>
                </c:pt>
                <c:pt idx="311">
                  <c:v>3.8134138997125748</c:v>
                </c:pt>
                <c:pt idx="312">
                  <c:v>3.8107916990180808</c:v>
                </c:pt>
                <c:pt idx="313">
                  <c:v>3.8126400130676652</c:v>
                </c:pt>
                <c:pt idx="314">
                  <c:v>3.8133135390187967</c:v>
                </c:pt>
                <c:pt idx="315">
                  <c:v>3.817001523854354</c:v>
                </c:pt>
                <c:pt idx="316">
                  <c:v>3.8188592126831833</c:v>
                </c:pt>
                <c:pt idx="317">
                  <c:v>3.8210728797776876</c:v>
                </c:pt>
                <c:pt idx="318">
                  <c:v>3.8286163909127993</c:v>
                </c:pt>
                <c:pt idx="319">
                  <c:v>3.8358625116821421</c:v>
                </c:pt>
                <c:pt idx="320">
                  <c:v>3.8426712543772594</c:v>
                </c:pt>
                <c:pt idx="321">
                  <c:v>3.8622057486490955</c:v>
                </c:pt>
                <c:pt idx="322">
                  <c:v>3.8854915753847861</c:v>
                </c:pt>
                <c:pt idx="323">
                  <c:v>3.9024844559755296</c:v>
                </c:pt>
                <c:pt idx="324">
                  <c:v>3.8968530730627151</c:v>
                </c:pt>
                <c:pt idx="325">
                  <c:v>3.8774000891395692</c:v>
                </c:pt>
                <c:pt idx="326">
                  <c:v>3.8643428211799695</c:v>
                </c:pt>
                <c:pt idx="327">
                  <c:v>3.8650434245886838</c:v>
                </c:pt>
                <c:pt idx="328">
                  <c:v>3.8821678414439282</c:v>
                </c:pt>
                <c:pt idx="329">
                  <c:v>3.9193502284097419</c:v>
                </c:pt>
                <c:pt idx="330">
                  <c:v>4.0320272135780124</c:v>
                </c:pt>
                <c:pt idx="331">
                  <c:v>4.1495002233170935</c:v>
                </c:pt>
                <c:pt idx="332">
                  <c:v>4.1941937347825249</c:v>
                </c:pt>
                <c:pt idx="333">
                  <c:v>4.2014815812036197</c:v>
                </c:pt>
                <c:pt idx="334">
                  <c:v>4.1217488480156828</c:v>
                </c:pt>
                <c:pt idx="335">
                  <c:v>4.0080961185273285</c:v>
                </c:pt>
                <c:pt idx="336">
                  <c:v>3.9298975784478665</c:v>
                </c:pt>
                <c:pt idx="337">
                  <c:v>3.8842852638392875</c:v>
                </c:pt>
                <c:pt idx="338">
                  <c:v>3.8582185007677468</c:v>
                </c:pt>
                <c:pt idx="339">
                  <c:v>3.8438679229211146</c:v>
                </c:pt>
                <c:pt idx="340">
                  <c:v>3.8353013904233015</c:v>
                </c:pt>
                <c:pt idx="341">
                  <c:v>3.827440588446001</c:v>
                </c:pt>
                <c:pt idx="342">
                  <c:v>3.8225031358937307</c:v>
                </c:pt>
                <c:pt idx="343">
                  <c:v>3.8191309447316986</c:v>
                </c:pt>
                <c:pt idx="344">
                  <c:v>3.8173488799890927</c:v>
                </c:pt>
                <c:pt idx="345">
                  <c:v>3.8157409192185137</c:v>
                </c:pt>
                <c:pt idx="346">
                  <c:v>3.8160423231667266</c:v>
                </c:pt>
                <c:pt idx="347">
                  <c:v>3.8159219660867012</c:v>
                </c:pt>
                <c:pt idx="348">
                  <c:v>3.8147368538642699</c:v>
                </c:pt>
                <c:pt idx="349">
                  <c:v>3.812339881956655</c:v>
                </c:pt>
                <c:pt idx="350">
                  <c:v>3.8121599884447837</c:v>
                </c:pt>
                <c:pt idx="351">
                  <c:v>3.8136541603329333</c:v>
                </c:pt>
                <c:pt idx="352">
                  <c:v>3.8130917353506741</c:v>
                </c:pt>
                <c:pt idx="353">
                  <c:v>3.8134396539396556</c:v>
                </c:pt>
                <c:pt idx="354">
                  <c:v>3.812950564212481</c:v>
                </c:pt>
                <c:pt idx="355">
                  <c:v>3.8121023563919718</c:v>
                </c:pt>
                <c:pt idx="356">
                  <c:v>3.8134757794328338</c:v>
                </c:pt>
                <c:pt idx="357">
                  <c:v>3.8148208708731981</c:v>
                </c:pt>
                <c:pt idx="358">
                  <c:v>3.8141402508460089</c:v>
                </c:pt>
                <c:pt idx="359">
                  <c:v>3.8158513894583512</c:v>
                </c:pt>
                <c:pt idx="360">
                  <c:v>3.8205655021596683</c:v>
                </c:pt>
                <c:pt idx="361">
                  <c:v>3.8214308688985614</c:v>
                </c:pt>
                <c:pt idx="362">
                  <c:v>3.8237191961042427</c:v>
                </c:pt>
                <c:pt idx="363">
                  <c:v>3.8250180655100925</c:v>
                </c:pt>
                <c:pt idx="364">
                  <c:v>3.8266514683944148</c:v>
                </c:pt>
                <c:pt idx="365">
                  <c:v>3.8280927947803831</c:v>
                </c:pt>
                <c:pt idx="366">
                  <c:v>3.8291047702570138</c:v>
                </c:pt>
                <c:pt idx="367">
                  <c:v>3.8308717316401668</c:v>
                </c:pt>
                <c:pt idx="368">
                  <c:v>3.8321100120444536</c:v>
                </c:pt>
                <c:pt idx="369">
                  <c:v>3.8321776691126295</c:v>
                </c:pt>
                <c:pt idx="370">
                  <c:v>3.8328060865585996</c:v>
                </c:pt>
                <c:pt idx="371">
                  <c:v>3.8328535537952826</c:v>
                </c:pt>
                <c:pt idx="372">
                  <c:v>3.8326482384895462</c:v>
                </c:pt>
                <c:pt idx="373">
                  <c:v>3.8322597419155624</c:v>
                </c:pt>
                <c:pt idx="374">
                  <c:v>3.8292190199942926</c:v>
                </c:pt>
                <c:pt idx="375">
                  <c:v>3.8319961719559297</c:v>
                </c:pt>
                <c:pt idx="376">
                  <c:v>3.834045654430402</c:v>
                </c:pt>
                <c:pt idx="377">
                  <c:v>3.8338033341871367</c:v>
                </c:pt>
                <c:pt idx="378">
                  <c:v>3.8334937600220891</c:v>
                </c:pt>
                <c:pt idx="379">
                  <c:v>3.832931884489351</c:v>
                </c:pt>
                <c:pt idx="380">
                  <c:v>3.8357652103493036</c:v>
                </c:pt>
                <c:pt idx="381">
                  <c:v>3.8414908482387391</c:v>
                </c:pt>
                <c:pt idx="382">
                  <c:v>3.8462972083126599</c:v>
                </c:pt>
                <c:pt idx="383">
                  <c:v>3.8601208770738502</c:v>
                </c:pt>
                <c:pt idx="384">
                  <c:v>3.862315027331245</c:v>
                </c:pt>
                <c:pt idx="385">
                  <c:v>3.8586939534179168</c:v>
                </c:pt>
                <c:pt idx="386">
                  <c:v>3.848269969427458</c:v>
                </c:pt>
                <c:pt idx="387">
                  <c:v>3.8375603139516845</c:v>
                </c:pt>
                <c:pt idx="388">
                  <c:v>3.8284034515885685</c:v>
                </c:pt>
                <c:pt idx="389">
                  <c:v>3.8226180830092469</c:v>
                </c:pt>
                <c:pt idx="390">
                  <c:v>3.8183438973077415</c:v>
                </c:pt>
                <c:pt idx="391">
                  <c:v>3.8150768818379479</c:v>
                </c:pt>
                <c:pt idx="392">
                  <c:v>3.8180356089846192</c:v>
                </c:pt>
                <c:pt idx="393">
                  <c:v>3.818503364464731</c:v>
                </c:pt>
                <c:pt idx="394">
                  <c:v>3.8186541412159913</c:v>
                </c:pt>
                <c:pt idx="395">
                  <c:v>3.8189479829181407</c:v>
                </c:pt>
                <c:pt idx="396">
                  <c:v>3.8195658974252003</c:v>
                </c:pt>
                <c:pt idx="397">
                  <c:v>3.8190495676814127</c:v>
                </c:pt>
                <c:pt idx="398">
                  <c:v>3.8193660928705717</c:v>
                </c:pt>
                <c:pt idx="399">
                  <c:v>3.8190633982036628</c:v>
                </c:pt>
                <c:pt idx="400">
                  <c:v>3.8252885263469953</c:v>
                </c:pt>
                <c:pt idx="401">
                  <c:v>3.8271515064722421</c:v>
                </c:pt>
                <c:pt idx="402">
                  <c:v>3.8297323456472099</c:v>
                </c:pt>
                <c:pt idx="403">
                  <c:v>3.8319202828984884</c:v>
                </c:pt>
                <c:pt idx="404">
                  <c:v>3.8332745036539628</c:v>
                </c:pt>
                <c:pt idx="405">
                  <c:v>3.8342055312361465</c:v>
                </c:pt>
                <c:pt idx="406">
                  <c:v>3.8341846554055481</c:v>
                </c:pt>
                <c:pt idx="407">
                  <c:v>3.8330625266791878</c:v>
                </c:pt>
                <c:pt idx="408">
                  <c:v>3.8312716528627608</c:v>
                </c:pt>
                <c:pt idx="409">
                  <c:v>3.8282080946489936</c:v>
                </c:pt>
                <c:pt idx="410">
                  <c:v>3.8265219657433764</c:v>
                </c:pt>
                <c:pt idx="411">
                  <c:v>3.8246811472906534</c:v>
                </c:pt>
                <c:pt idx="412">
                  <c:v>3.8214633075529449</c:v>
                </c:pt>
                <c:pt idx="413">
                  <c:v>3.8184749312648401</c:v>
                </c:pt>
                <c:pt idx="414">
                  <c:v>3.8168145240744979</c:v>
                </c:pt>
                <c:pt idx="415">
                  <c:v>3.8161068038314614</c:v>
                </c:pt>
                <c:pt idx="416">
                  <c:v>3.8139268709868075</c:v>
                </c:pt>
                <c:pt idx="417">
                  <c:v>3.8134114808342123</c:v>
                </c:pt>
                <c:pt idx="418">
                  <c:v>3.812739983619772</c:v>
                </c:pt>
                <c:pt idx="419">
                  <c:v>3.8142780456331544</c:v>
                </c:pt>
                <c:pt idx="420">
                  <c:v>3.8140131166800337</c:v>
                </c:pt>
                <c:pt idx="421">
                  <c:v>3.813273933136792</c:v>
                </c:pt>
                <c:pt idx="422">
                  <c:v>3.8119861234345302</c:v>
                </c:pt>
                <c:pt idx="423">
                  <c:v>3.8121636330182307</c:v>
                </c:pt>
                <c:pt idx="424">
                  <c:v>3.810857109520466</c:v>
                </c:pt>
                <c:pt idx="425">
                  <c:v>3.8136524128233638</c:v>
                </c:pt>
                <c:pt idx="426">
                  <c:v>3.8172975568522243</c:v>
                </c:pt>
                <c:pt idx="427">
                  <c:v>3.8169464082153222</c:v>
                </c:pt>
                <c:pt idx="428">
                  <c:v>3.822767494264657</c:v>
                </c:pt>
                <c:pt idx="429">
                  <c:v>3.8342448737725232</c:v>
                </c:pt>
                <c:pt idx="430">
                  <c:v>3.8375048455595584</c:v>
                </c:pt>
                <c:pt idx="431">
                  <c:v>3.8419344100584558</c:v>
                </c:pt>
                <c:pt idx="432">
                  <c:v>3.8429138379661527</c:v>
                </c:pt>
                <c:pt idx="433">
                  <c:v>3.8379121599668244</c:v>
                </c:pt>
                <c:pt idx="434">
                  <c:v>3.8281764834200711</c:v>
                </c:pt>
                <c:pt idx="435">
                  <c:v>3.8009477110154055</c:v>
                </c:pt>
                <c:pt idx="436">
                  <c:v>3.7874909672449535</c:v>
                </c:pt>
                <c:pt idx="437">
                  <c:v>3.7795167169463912</c:v>
                </c:pt>
                <c:pt idx="438">
                  <c:v>3.8040967175703577</c:v>
                </c:pt>
                <c:pt idx="439">
                  <c:v>3.8237619735129176</c:v>
                </c:pt>
                <c:pt idx="440">
                  <c:v>3.8217767197366843</c:v>
                </c:pt>
                <c:pt idx="441">
                  <c:v>3.8122418816199888</c:v>
                </c:pt>
                <c:pt idx="442">
                  <c:v>3.8050346051435966</c:v>
                </c:pt>
                <c:pt idx="443">
                  <c:v>3.8062420159945338</c:v>
                </c:pt>
                <c:pt idx="444">
                  <c:v>3.8118527608193307</c:v>
                </c:pt>
                <c:pt idx="445">
                  <c:v>3.8184304242280889</c:v>
                </c:pt>
                <c:pt idx="446">
                  <c:v>3.8123542521748837</c:v>
                </c:pt>
                <c:pt idx="447">
                  <c:v>3.8066152364900958</c:v>
                </c:pt>
                <c:pt idx="448">
                  <c:v>3.807927293497233</c:v>
                </c:pt>
                <c:pt idx="449">
                  <c:v>3.8175815084630051</c:v>
                </c:pt>
                <c:pt idx="450">
                  <c:v>3.8215358625246867</c:v>
                </c:pt>
                <c:pt idx="451">
                  <c:v>3.8167672649133735</c:v>
                </c:pt>
                <c:pt idx="452">
                  <c:v>3.8166479222016929</c:v>
                </c:pt>
                <c:pt idx="453">
                  <c:v>3.8143137712311193</c:v>
                </c:pt>
                <c:pt idx="454">
                  <c:v>3.8143160405551746</c:v>
                </c:pt>
                <c:pt idx="455">
                  <c:v>3.813080963376569</c:v>
                </c:pt>
                <c:pt idx="456">
                  <c:v>3.815164384112474</c:v>
                </c:pt>
                <c:pt idx="457">
                  <c:v>3.8149235626634628</c:v>
                </c:pt>
                <c:pt idx="458">
                  <c:v>3.8163061304625425</c:v>
                </c:pt>
                <c:pt idx="459">
                  <c:v>3.8169697874549788</c:v>
                </c:pt>
                <c:pt idx="460">
                  <c:v>3.8166306698118673</c:v>
                </c:pt>
                <c:pt idx="461">
                  <c:v>3.8171386082585395</c:v>
                </c:pt>
                <c:pt idx="462">
                  <c:v>3.8168738776274349</c:v>
                </c:pt>
                <c:pt idx="463">
                  <c:v>3.8158634025706486</c:v>
                </c:pt>
                <c:pt idx="464">
                  <c:v>3.8160239572475474</c:v>
                </c:pt>
                <c:pt idx="465">
                  <c:v>3.8142459889924907</c:v>
                </c:pt>
                <c:pt idx="466">
                  <c:v>3.8140574741624778</c:v>
                </c:pt>
                <c:pt idx="467">
                  <c:v>3.8145760049555273</c:v>
                </c:pt>
                <c:pt idx="468">
                  <c:v>3.8146770614019525</c:v>
                </c:pt>
                <c:pt idx="469">
                  <c:v>3.8159765599112472</c:v>
                </c:pt>
                <c:pt idx="470">
                  <c:v>3.8170320979566665</c:v>
                </c:pt>
                <c:pt idx="471">
                  <c:v>3.8177467724749952</c:v>
                </c:pt>
                <c:pt idx="472">
                  <c:v>3.8178489554554966</c:v>
                </c:pt>
                <c:pt idx="473">
                  <c:v>3.8192688858219705</c:v>
                </c:pt>
                <c:pt idx="474">
                  <c:v>3.8196023464108473</c:v>
                </c:pt>
                <c:pt idx="475">
                  <c:v>3.8190235598622455</c:v>
                </c:pt>
                <c:pt idx="476">
                  <c:v>3.8199652090514324</c:v>
                </c:pt>
                <c:pt idx="477">
                  <c:v>3.8217934373073024</c:v>
                </c:pt>
                <c:pt idx="478">
                  <c:v>3.8226598883149241</c:v>
                </c:pt>
                <c:pt idx="479">
                  <c:v>3.8244999850055548</c:v>
                </c:pt>
                <c:pt idx="480">
                  <c:v>3.8249877482510466</c:v>
                </c:pt>
                <c:pt idx="481">
                  <c:v>3.8232320164456679</c:v>
                </c:pt>
                <c:pt idx="482">
                  <c:v>3.8215968514214627</c:v>
                </c:pt>
                <c:pt idx="483">
                  <c:v>3.8203767597470133</c:v>
                </c:pt>
                <c:pt idx="484">
                  <c:v>3.8208652512569583</c:v>
                </c:pt>
                <c:pt idx="485">
                  <c:v>3.8240989746374621</c:v>
                </c:pt>
                <c:pt idx="486">
                  <c:v>3.8268274856862221</c:v>
                </c:pt>
                <c:pt idx="487">
                  <c:v>3.8278764579724305</c:v>
                </c:pt>
                <c:pt idx="488">
                  <c:v>3.8287412004846493</c:v>
                </c:pt>
                <c:pt idx="489">
                  <c:v>3.8297403500538341</c:v>
                </c:pt>
                <c:pt idx="490">
                  <c:v>3.8314487349162127</c:v>
                </c:pt>
                <c:pt idx="491">
                  <c:v>3.8346184084134101</c:v>
                </c:pt>
                <c:pt idx="492">
                  <c:v>3.8341311442241395</c:v>
                </c:pt>
                <c:pt idx="493">
                  <c:v>3.8346258276075273</c:v>
                </c:pt>
                <c:pt idx="494">
                  <c:v>3.8355426442793319</c:v>
                </c:pt>
                <c:pt idx="495">
                  <c:v>3.8349635895083307</c:v>
                </c:pt>
                <c:pt idx="496">
                  <c:v>3.8348524023831727</c:v>
                </c:pt>
                <c:pt idx="497">
                  <c:v>3.8361490544838563</c:v>
                </c:pt>
                <c:pt idx="498">
                  <c:v>3.8365261329115921</c:v>
                </c:pt>
                <c:pt idx="499">
                  <c:v>3.838877851636509</c:v>
                </c:pt>
                <c:pt idx="500">
                  <c:v>3.841312901371249</c:v>
                </c:pt>
                <c:pt idx="501">
                  <c:v>3.8434196989084253</c:v>
                </c:pt>
                <c:pt idx="502">
                  <c:v>3.8436848847048131</c:v>
                </c:pt>
                <c:pt idx="503">
                  <c:v>3.8478405925086765</c:v>
                </c:pt>
                <c:pt idx="504">
                  <c:v>3.85470217989318</c:v>
                </c:pt>
                <c:pt idx="505">
                  <c:v>3.8658043829139586</c:v>
                </c:pt>
                <c:pt idx="506">
                  <c:v>3.8797315757676456</c:v>
                </c:pt>
                <c:pt idx="507">
                  <c:v>3.8976907527476641</c:v>
                </c:pt>
                <c:pt idx="508">
                  <c:v>3.9245277335068129</c:v>
                </c:pt>
                <c:pt idx="509">
                  <c:v>3.9630873335772674</c:v>
                </c:pt>
                <c:pt idx="510">
                  <c:v>4.0065790916523936</c:v>
                </c:pt>
                <c:pt idx="511">
                  <c:v>4.0534232330717792</c:v>
                </c:pt>
                <c:pt idx="512">
                  <c:v>4.0935066224728054</c:v>
                </c:pt>
                <c:pt idx="513">
                  <c:v>4.1195093567937144</c:v>
                </c:pt>
                <c:pt idx="514">
                  <c:v>4.1322608512183816</c:v>
                </c:pt>
                <c:pt idx="515">
                  <c:v>4.1305514324805745</c:v>
                </c:pt>
                <c:pt idx="516">
                  <c:v>4.1204175805952072</c:v>
                </c:pt>
                <c:pt idx="517">
                  <c:v>4.0996556713646317</c:v>
                </c:pt>
                <c:pt idx="518">
                  <c:v>4.0739678333914044</c:v>
                </c:pt>
                <c:pt idx="519">
                  <c:v>4.0451239833818375</c:v>
                </c:pt>
                <c:pt idx="520">
                  <c:v>4.0216407579651587</c:v>
                </c:pt>
                <c:pt idx="521">
                  <c:v>4.0022132242837074</c:v>
                </c:pt>
                <c:pt idx="522">
                  <c:v>3.986472568410822</c:v>
                </c:pt>
                <c:pt idx="523">
                  <c:v>3.9771081149155534</c:v>
                </c:pt>
                <c:pt idx="524">
                  <c:v>3.9725193205958496</c:v>
                </c:pt>
                <c:pt idx="525">
                  <c:v>3.9711199734537201</c:v>
                </c:pt>
                <c:pt idx="526">
                  <c:v>3.9745477451736098</c:v>
                </c:pt>
                <c:pt idx="527">
                  <c:v>3.9800421233361627</c:v>
                </c:pt>
                <c:pt idx="528">
                  <c:v>3.9903572090326018</c:v>
                </c:pt>
                <c:pt idx="529">
                  <c:v>3.9991701192470623</c:v>
                </c:pt>
                <c:pt idx="530">
                  <c:v>4.00930391911354</c:v>
                </c:pt>
                <c:pt idx="531">
                  <c:v>4.0193702374755942</c:v>
                </c:pt>
                <c:pt idx="532">
                  <c:v>4.033242712959872</c:v>
                </c:pt>
                <c:pt idx="533">
                  <c:v>4.0455126425148515</c:v>
                </c:pt>
                <c:pt idx="534">
                  <c:v>4.0547927863949385</c:v>
                </c:pt>
                <c:pt idx="535">
                  <c:v>4.0687915897524034</c:v>
                </c:pt>
                <c:pt idx="536">
                  <c:v>4.0881399896981794</c:v>
                </c:pt>
                <c:pt idx="537">
                  <c:v>4.1116736214187988</c:v>
                </c:pt>
                <c:pt idx="538">
                  <c:v>4.1394527487977655</c:v>
                </c:pt>
                <c:pt idx="539">
                  <c:v>4.1711868723465821</c:v>
                </c:pt>
                <c:pt idx="540">
                  <c:v>4.2136833660133348</c:v>
                </c:pt>
                <c:pt idx="541">
                  <c:v>4.2570672499163287</c:v>
                </c:pt>
                <c:pt idx="542">
                  <c:v>4.3012868953077197</c:v>
                </c:pt>
                <c:pt idx="543">
                  <c:v>4.3560409380337486</c:v>
                </c:pt>
                <c:pt idx="544">
                  <c:v>4.4139820220637072</c:v>
                </c:pt>
                <c:pt idx="545">
                  <c:v>4.4727836545829227</c:v>
                </c:pt>
                <c:pt idx="546">
                  <c:v>4.5317230331215725</c:v>
                </c:pt>
                <c:pt idx="547">
                  <c:v>4.5869093528194709</c:v>
                </c:pt>
                <c:pt idx="548">
                  <c:v>4.6398969901142273</c:v>
                </c:pt>
                <c:pt idx="549">
                  <c:v>4.6830862973609895</c:v>
                </c:pt>
                <c:pt idx="550">
                  <c:v>4.71963882660783</c:v>
                </c:pt>
                <c:pt idx="551">
                  <c:v>4.7367472151427403</c:v>
                </c:pt>
                <c:pt idx="552">
                  <c:v>4.7444804472958664</c:v>
                </c:pt>
                <c:pt idx="553">
                  <c:v>4.730715104714549</c:v>
                </c:pt>
                <c:pt idx="554">
                  <c:v>4.6948062572065705</c:v>
                </c:pt>
                <c:pt idx="555">
                  <c:v>4.6449109348179425</c:v>
                </c:pt>
                <c:pt idx="556">
                  <c:v>4.5913735098798982</c:v>
                </c:pt>
                <c:pt idx="557">
                  <c:v>4.5204497074613723</c:v>
                </c:pt>
                <c:pt idx="558">
                  <c:v>4.4407399146037108</c:v>
                </c:pt>
                <c:pt idx="559">
                  <c:v>4.3806125286663091</c:v>
                </c:pt>
                <c:pt idx="560">
                  <c:v>4.3217870714956987</c:v>
                </c:pt>
                <c:pt idx="561">
                  <c:v>4.2584220298748647</c:v>
                </c:pt>
                <c:pt idx="562">
                  <c:v>4.1994243901799582</c:v>
                </c:pt>
                <c:pt idx="563">
                  <c:v>4.152921713756073</c:v>
                </c:pt>
                <c:pt idx="564">
                  <c:v>4.1056728003526475</c:v>
                </c:pt>
                <c:pt idx="565">
                  <c:v>4.0598147680170804</c:v>
                </c:pt>
                <c:pt idx="566">
                  <c:v>4.0217016460753365</c:v>
                </c:pt>
                <c:pt idx="567">
                  <c:v>3.9936001836474877</c:v>
                </c:pt>
                <c:pt idx="568">
                  <c:v>3.9724057633600371</c:v>
                </c:pt>
                <c:pt idx="569">
                  <c:v>3.9437918238374063</c:v>
                </c:pt>
                <c:pt idx="570">
                  <c:v>3.9359800951800028</c:v>
                </c:pt>
                <c:pt idx="571">
                  <c:v>3.9305582183447112</c:v>
                </c:pt>
                <c:pt idx="572">
                  <c:v>3.9299831495211195</c:v>
                </c:pt>
                <c:pt idx="573">
                  <c:v>3.9113923266728001</c:v>
                </c:pt>
                <c:pt idx="574">
                  <c:v>3.9023679921842662</c:v>
                </c:pt>
                <c:pt idx="575">
                  <c:v>3.8924357980264657</c:v>
                </c:pt>
                <c:pt idx="576">
                  <c:v>3.8923862305271189</c:v>
                </c:pt>
                <c:pt idx="577">
                  <c:v>3.8859156658839207</c:v>
                </c:pt>
                <c:pt idx="578">
                  <c:v>3.8810401954640987</c:v>
                </c:pt>
                <c:pt idx="579">
                  <c:v>3.8837680465231976</c:v>
                </c:pt>
                <c:pt idx="580">
                  <c:v>3.8789915615477617</c:v>
                </c:pt>
                <c:pt idx="581">
                  <c:v>3.8879418081329038</c:v>
                </c:pt>
                <c:pt idx="582">
                  <c:v>3.8877935803072301</c:v>
                </c:pt>
                <c:pt idx="583">
                  <c:v>3.8722787384337298</c:v>
                </c:pt>
                <c:pt idx="584">
                  <c:v>3.8612284827764936</c:v>
                </c:pt>
                <c:pt idx="585">
                  <c:v>3.8334278293308093</c:v>
                </c:pt>
                <c:pt idx="586">
                  <c:v>3.8526438054397816</c:v>
                </c:pt>
                <c:pt idx="587">
                  <c:v>3.9465702567641983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2-1251-45ED-B486-8EADCA04E34F}"/>
            </c:ext>
          </c:extLst>
        </c:ser>
        <c:ser>
          <c:idx val="19"/>
          <c:order val="19"/>
          <c:tx>
            <c:strRef>
              <c:f>'Fully separated 3%'!$S$1</c:f>
              <c:strCache>
                <c:ptCount val="1"/>
                <c:pt idx="0">
                  <c:v>3E_6/O-PTIR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3%'!$A$2:$A$589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3%'!$S$2:$S$589</c:f>
              <c:numCache>
                <c:formatCode>General</c:formatCode>
                <c:ptCount val="588"/>
                <c:pt idx="0">
                  <c:v>3.6046108152568999</c:v>
                </c:pt>
                <c:pt idx="1">
                  <c:v>3.5944440642595077</c:v>
                </c:pt>
                <c:pt idx="2">
                  <c:v>3.6050788502584017</c:v>
                </c:pt>
                <c:pt idx="3">
                  <c:v>3.5999402068835948</c:v>
                </c:pt>
                <c:pt idx="4">
                  <c:v>3.6210366994109169</c:v>
                </c:pt>
                <c:pt idx="5">
                  <c:v>3.6303506181457181</c:v>
                </c:pt>
                <c:pt idx="6">
                  <c:v>3.631729334937265</c:v>
                </c:pt>
                <c:pt idx="7">
                  <c:v>3.6216308030782813</c:v>
                </c:pt>
                <c:pt idx="8">
                  <c:v>3.6130970125999542</c:v>
                </c:pt>
                <c:pt idx="9">
                  <c:v>3.6115825780944837</c:v>
                </c:pt>
                <c:pt idx="10">
                  <c:v>3.6181366382580342</c:v>
                </c:pt>
                <c:pt idx="11">
                  <c:v>3.6236802665034427</c:v>
                </c:pt>
                <c:pt idx="12">
                  <c:v>3.6301551059988917</c:v>
                </c:pt>
                <c:pt idx="13">
                  <c:v>3.6349183163584047</c:v>
                </c:pt>
                <c:pt idx="14">
                  <c:v>3.6366972413292604</c:v>
                </c:pt>
                <c:pt idx="15">
                  <c:v>3.6419416823822517</c:v>
                </c:pt>
                <c:pt idx="16">
                  <c:v>3.6386802479671596</c:v>
                </c:pt>
                <c:pt idx="17">
                  <c:v>3.6339197373049212</c:v>
                </c:pt>
                <c:pt idx="18">
                  <c:v>3.627315303563651</c:v>
                </c:pt>
                <c:pt idx="19">
                  <c:v>3.6224810550060265</c:v>
                </c:pt>
                <c:pt idx="20">
                  <c:v>3.6244283003093538</c:v>
                </c:pt>
                <c:pt idx="21">
                  <c:v>3.6288277361154533</c:v>
                </c:pt>
                <c:pt idx="22">
                  <c:v>3.6265491389559537</c:v>
                </c:pt>
                <c:pt idx="23">
                  <c:v>3.6259947426046129</c:v>
                </c:pt>
                <c:pt idx="24">
                  <c:v>3.6260590104955805</c:v>
                </c:pt>
                <c:pt idx="25">
                  <c:v>3.6263506936529857</c:v>
                </c:pt>
                <c:pt idx="26">
                  <c:v>3.6221108963180315</c:v>
                </c:pt>
                <c:pt idx="27">
                  <c:v>3.6195632580005688</c:v>
                </c:pt>
                <c:pt idx="28">
                  <c:v>3.6187067781625961</c:v>
                </c:pt>
                <c:pt idx="29">
                  <c:v>3.6161094236384344</c:v>
                </c:pt>
                <c:pt idx="30">
                  <c:v>3.6199006376593688</c:v>
                </c:pt>
                <c:pt idx="31">
                  <c:v>3.6273671103681746</c:v>
                </c:pt>
                <c:pt idx="32">
                  <c:v>3.63511820629782</c:v>
                </c:pt>
                <c:pt idx="33">
                  <c:v>3.6395931669250698</c:v>
                </c:pt>
                <c:pt idx="34">
                  <c:v>3.6396623058563082</c:v>
                </c:pt>
                <c:pt idx="35">
                  <c:v>3.6379012782283717</c:v>
                </c:pt>
                <c:pt idx="36">
                  <c:v>3.6362742665220913</c:v>
                </c:pt>
                <c:pt idx="37">
                  <c:v>3.6356610315149389</c:v>
                </c:pt>
                <c:pt idx="38">
                  <c:v>3.6382957254151873</c:v>
                </c:pt>
                <c:pt idx="39">
                  <c:v>3.645285564639333</c:v>
                </c:pt>
                <c:pt idx="40">
                  <c:v>3.6553814915888529</c:v>
                </c:pt>
                <c:pt idx="41">
                  <c:v>3.6720776482647066</c:v>
                </c:pt>
                <c:pt idx="42">
                  <c:v>3.7016019027662987</c:v>
                </c:pt>
                <c:pt idx="43">
                  <c:v>3.7455045132478815</c:v>
                </c:pt>
                <c:pt idx="44">
                  <c:v>3.8017833926363322</c:v>
                </c:pt>
                <c:pt idx="45">
                  <c:v>3.8276580355741601</c:v>
                </c:pt>
                <c:pt idx="46">
                  <c:v>3.8190113510579895</c:v>
                </c:pt>
                <c:pt idx="47">
                  <c:v>3.8086903065687756</c:v>
                </c:pt>
                <c:pt idx="48">
                  <c:v>3.7848378597625714</c:v>
                </c:pt>
                <c:pt idx="49">
                  <c:v>3.740245685511626</c:v>
                </c:pt>
                <c:pt idx="50">
                  <c:v>3.6881797311138027</c:v>
                </c:pt>
                <c:pt idx="51">
                  <c:v>3.654997088399309</c:v>
                </c:pt>
                <c:pt idx="52">
                  <c:v>3.6381981185448096</c:v>
                </c:pt>
                <c:pt idx="53">
                  <c:v>3.6337287117811337</c:v>
                </c:pt>
                <c:pt idx="54">
                  <c:v>3.6326790912469313</c:v>
                </c:pt>
                <c:pt idx="55">
                  <c:v>3.6308286400962717</c:v>
                </c:pt>
                <c:pt idx="56">
                  <c:v>3.6315186251447935</c:v>
                </c:pt>
                <c:pt idx="57">
                  <c:v>3.6345710875439439</c:v>
                </c:pt>
                <c:pt idx="58">
                  <c:v>3.63709500257879</c:v>
                </c:pt>
                <c:pt idx="59">
                  <c:v>3.6405991815557019</c:v>
                </c:pt>
                <c:pt idx="60">
                  <c:v>3.6453712598415025</c:v>
                </c:pt>
                <c:pt idx="61">
                  <c:v>3.648406007452035</c:v>
                </c:pt>
                <c:pt idx="62">
                  <c:v>3.6532763842081653</c:v>
                </c:pt>
                <c:pt idx="63">
                  <c:v>3.6614485012628828</c:v>
                </c:pt>
                <c:pt idx="64">
                  <c:v>3.6726290254487437</c:v>
                </c:pt>
                <c:pt idx="65">
                  <c:v>3.6894985736049399</c:v>
                </c:pt>
                <c:pt idx="66">
                  <c:v>3.7061179872607428</c:v>
                </c:pt>
                <c:pt idx="67">
                  <c:v>3.7183126708076344</c:v>
                </c:pt>
                <c:pt idx="68">
                  <c:v>3.7241462075719931</c:v>
                </c:pt>
                <c:pt idx="69">
                  <c:v>3.7169344981683343</c:v>
                </c:pt>
                <c:pt idx="70">
                  <c:v>3.6974877817809904</c:v>
                </c:pt>
                <c:pt idx="71">
                  <c:v>3.6753831239051653</c:v>
                </c:pt>
                <c:pt idx="72">
                  <c:v>3.6591639465139489</c:v>
                </c:pt>
                <c:pt idx="73">
                  <c:v>3.6493685495841639</c:v>
                </c:pt>
                <c:pt idx="74">
                  <c:v>3.6424766331897653</c:v>
                </c:pt>
                <c:pt idx="75">
                  <c:v>3.6378298082191227</c:v>
                </c:pt>
                <c:pt idx="76">
                  <c:v>3.6363646098376434</c:v>
                </c:pt>
                <c:pt idx="77">
                  <c:v>3.6346911801894093</c:v>
                </c:pt>
                <c:pt idx="78">
                  <c:v>3.6335562822215364</c:v>
                </c:pt>
                <c:pt idx="79">
                  <c:v>3.6314156715397621</c:v>
                </c:pt>
                <c:pt idx="80">
                  <c:v>3.6309741288536794</c:v>
                </c:pt>
                <c:pt idx="81">
                  <c:v>3.6305298794490031</c:v>
                </c:pt>
                <c:pt idx="82">
                  <c:v>3.6280587928206391</c:v>
                </c:pt>
                <c:pt idx="83">
                  <c:v>3.6261505562120644</c:v>
                </c:pt>
                <c:pt idx="84">
                  <c:v>3.6257423261754447</c:v>
                </c:pt>
                <c:pt idx="85">
                  <c:v>3.6254470533685428</c:v>
                </c:pt>
                <c:pt idx="86">
                  <c:v>3.6260975294533111</c:v>
                </c:pt>
                <c:pt idx="87">
                  <c:v>3.6270307628433129</c:v>
                </c:pt>
                <c:pt idx="88">
                  <c:v>3.6296918007336099</c:v>
                </c:pt>
                <c:pt idx="89">
                  <c:v>3.6311508133327774</c:v>
                </c:pt>
                <c:pt idx="90">
                  <c:v>3.6301711216282362</c:v>
                </c:pt>
                <c:pt idx="91">
                  <c:v>3.6282367674671607</c:v>
                </c:pt>
                <c:pt idx="92">
                  <c:v>3.625720284498803</c:v>
                </c:pt>
                <c:pt idx="93">
                  <c:v>3.6230590956501412</c:v>
                </c:pt>
                <c:pt idx="94">
                  <c:v>3.6209941677692012</c:v>
                </c:pt>
                <c:pt idx="95">
                  <c:v>3.6189959476876887</c:v>
                </c:pt>
                <c:pt idx="96">
                  <c:v>3.6173048278254547</c:v>
                </c:pt>
                <c:pt idx="97">
                  <c:v>3.6164327536372962</c:v>
                </c:pt>
                <c:pt idx="98">
                  <c:v>3.6167156583902353</c:v>
                </c:pt>
                <c:pt idx="99">
                  <c:v>3.6166850454380466</c:v>
                </c:pt>
                <c:pt idx="100">
                  <c:v>3.6170128901452245</c:v>
                </c:pt>
                <c:pt idx="101">
                  <c:v>3.6177003756040724</c:v>
                </c:pt>
                <c:pt idx="102">
                  <c:v>3.6193250193704158</c:v>
                </c:pt>
                <c:pt idx="103">
                  <c:v>3.620620056078435</c:v>
                </c:pt>
                <c:pt idx="104">
                  <c:v>3.6241564576449865</c:v>
                </c:pt>
                <c:pt idx="105">
                  <c:v>3.6283198840898141</c:v>
                </c:pt>
                <c:pt idx="106">
                  <c:v>3.6346510112216412</c:v>
                </c:pt>
                <c:pt idx="107">
                  <c:v>3.6441147456018737</c:v>
                </c:pt>
                <c:pt idx="108">
                  <c:v>3.6596248329347287</c:v>
                </c:pt>
                <c:pt idx="109">
                  <c:v>3.6751895952810445</c:v>
                </c:pt>
                <c:pt idx="110">
                  <c:v>3.680152944836808</c:v>
                </c:pt>
                <c:pt idx="111">
                  <c:v>3.6728449942093775</c:v>
                </c:pt>
                <c:pt idx="112">
                  <c:v>3.6598041925364835</c:v>
                </c:pt>
                <c:pt idx="113">
                  <c:v>3.6498721923288775</c:v>
                </c:pt>
                <c:pt idx="114">
                  <c:v>3.6437441428154322</c:v>
                </c:pt>
                <c:pt idx="115">
                  <c:v>3.6436656374442355</c:v>
                </c:pt>
                <c:pt idx="116">
                  <c:v>3.6444889678784191</c:v>
                </c:pt>
                <c:pt idx="117">
                  <c:v>3.647369334230639</c:v>
                </c:pt>
                <c:pt idx="118">
                  <c:v>3.6496920112327627</c:v>
                </c:pt>
                <c:pt idx="119">
                  <c:v>3.6542826375636541</c:v>
                </c:pt>
                <c:pt idx="120">
                  <c:v>3.6632829754014535</c:v>
                </c:pt>
                <c:pt idx="121">
                  <c:v>3.6760816117713713</c:v>
                </c:pt>
                <c:pt idx="122">
                  <c:v>3.6916625933652916</c:v>
                </c:pt>
                <c:pt idx="123">
                  <c:v>3.7051131873183518</c:v>
                </c:pt>
                <c:pt idx="124">
                  <c:v>3.7077362749777816</c:v>
                </c:pt>
                <c:pt idx="125">
                  <c:v>3.6988346604001299</c:v>
                </c:pt>
                <c:pt idx="126">
                  <c:v>3.6900362592163245</c:v>
                </c:pt>
                <c:pt idx="127">
                  <c:v>3.6814966357769809</c:v>
                </c:pt>
                <c:pt idx="128">
                  <c:v>3.6782167668880423</c:v>
                </c:pt>
                <c:pt idx="129">
                  <c:v>3.6746336963673714</c:v>
                </c:pt>
                <c:pt idx="130">
                  <c:v>3.6726245247830667</c:v>
                </c:pt>
                <c:pt idx="131">
                  <c:v>3.6712071942459783</c:v>
                </c:pt>
                <c:pt idx="132">
                  <c:v>3.6666678200353853</c:v>
                </c:pt>
                <c:pt idx="133">
                  <c:v>3.6611082270651973</c:v>
                </c:pt>
                <c:pt idx="134">
                  <c:v>3.6568442851684684</c:v>
                </c:pt>
                <c:pt idx="135">
                  <c:v>3.6511075197374905</c:v>
                </c:pt>
                <c:pt idx="136">
                  <c:v>3.6436416666601135</c:v>
                </c:pt>
                <c:pt idx="137">
                  <c:v>3.6414815331999995</c:v>
                </c:pt>
                <c:pt idx="138">
                  <c:v>3.6392088901192738</c:v>
                </c:pt>
                <c:pt idx="139">
                  <c:v>3.6363557278687173</c:v>
                </c:pt>
                <c:pt idx="140">
                  <c:v>3.6337503971258203</c:v>
                </c:pt>
                <c:pt idx="141">
                  <c:v>3.6313619444044072</c:v>
                </c:pt>
                <c:pt idx="142">
                  <c:v>3.6317799270535476</c:v>
                </c:pt>
                <c:pt idx="143">
                  <c:v>3.6286185868111986</c:v>
                </c:pt>
                <c:pt idx="144">
                  <c:v>3.6297888143025063</c:v>
                </c:pt>
                <c:pt idx="145">
                  <c:v>3.6315406018742316</c:v>
                </c:pt>
                <c:pt idx="146">
                  <c:v>3.6301565348373712</c:v>
                </c:pt>
                <c:pt idx="147">
                  <c:v>3.6280548380625381</c:v>
                </c:pt>
                <c:pt idx="148">
                  <c:v>3.6242657058627792</c:v>
                </c:pt>
                <c:pt idx="149">
                  <c:v>3.6200489805830753</c:v>
                </c:pt>
                <c:pt idx="150">
                  <c:v>3.619570858578721</c:v>
                </c:pt>
                <c:pt idx="151">
                  <c:v>3.6202760360068984</c:v>
                </c:pt>
                <c:pt idx="152">
                  <c:v>3.6220133245542501</c:v>
                </c:pt>
                <c:pt idx="153">
                  <c:v>3.6240899288892017</c:v>
                </c:pt>
                <c:pt idx="154">
                  <c:v>3.6242548772330747</c:v>
                </c:pt>
                <c:pt idx="155">
                  <c:v>3.6241712796500485</c:v>
                </c:pt>
                <c:pt idx="156">
                  <c:v>3.6256026633577343</c:v>
                </c:pt>
                <c:pt idx="157">
                  <c:v>3.6245710595288796</c:v>
                </c:pt>
                <c:pt idx="158">
                  <c:v>3.6243326787170105</c:v>
                </c:pt>
                <c:pt idx="159">
                  <c:v>3.6229875519170394</c:v>
                </c:pt>
                <c:pt idx="160">
                  <c:v>3.618871858156206</c:v>
                </c:pt>
                <c:pt idx="161">
                  <c:v>3.618746411754767</c:v>
                </c:pt>
                <c:pt idx="162">
                  <c:v>3.619766251363119</c:v>
                </c:pt>
                <c:pt idx="163">
                  <c:v>3.6210642300039289</c:v>
                </c:pt>
                <c:pt idx="164">
                  <c:v>3.6233335063620458</c:v>
                </c:pt>
                <c:pt idx="165">
                  <c:v>3.6234760935592485</c:v>
                </c:pt>
                <c:pt idx="166">
                  <c:v>3.6257008828382218</c:v>
                </c:pt>
                <c:pt idx="167">
                  <c:v>3.6303409532996889</c:v>
                </c:pt>
                <c:pt idx="168">
                  <c:v>3.6317395228715825</c:v>
                </c:pt>
                <c:pt idx="169">
                  <c:v>3.631563238607685</c:v>
                </c:pt>
                <c:pt idx="170">
                  <c:v>3.6321851905827596</c:v>
                </c:pt>
                <c:pt idx="171">
                  <c:v>3.6349404124502711</c:v>
                </c:pt>
                <c:pt idx="172">
                  <c:v>3.6378351725070752</c:v>
                </c:pt>
                <c:pt idx="173">
                  <c:v>3.640395728296737</c:v>
                </c:pt>
                <c:pt idx="174">
                  <c:v>3.641379035980723</c:v>
                </c:pt>
                <c:pt idx="175">
                  <c:v>3.6426207001300126</c:v>
                </c:pt>
                <c:pt idx="176">
                  <c:v>3.645313456830289</c:v>
                </c:pt>
                <c:pt idx="177">
                  <c:v>3.6475751536742114</c:v>
                </c:pt>
                <c:pt idx="178">
                  <c:v>3.648566707897726</c:v>
                </c:pt>
                <c:pt idx="179">
                  <c:v>3.6520178724031931</c:v>
                </c:pt>
                <c:pt idx="180">
                  <c:v>3.6553012624837655</c:v>
                </c:pt>
                <c:pt idx="181">
                  <c:v>3.6599366497252532</c:v>
                </c:pt>
                <c:pt idx="182">
                  <c:v>3.6638608018953294</c:v>
                </c:pt>
                <c:pt idx="183">
                  <c:v>3.6679518227401098</c:v>
                </c:pt>
                <c:pt idx="184">
                  <c:v>3.6714271089880639</c:v>
                </c:pt>
                <c:pt idx="185">
                  <c:v>3.6759185205664555</c:v>
                </c:pt>
                <c:pt idx="186">
                  <c:v>3.6809642021124396</c:v>
                </c:pt>
                <c:pt idx="187">
                  <c:v>3.6843489905758164</c:v>
                </c:pt>
                <c:pt idx="188">
                  <c:v>3.6850841156861778</c:v>
                </c:pt>
                <c:pt idx="189">
                  <c:v>3.6837207018600653</c:v>
                </c:pt>
                <c:pt idx="190">
                  <c:v>3.6820221604633216</c:v>
                </c:pt>
                <c:pt idx="191">
                  <c:v>3.6801001164303253</c:v>
                </c:pt>
                <c:pt idx="192">
                  <c:v>3.6797277196968006</c:v>
                </c:pt>
                <c:pt idx="193">
                  <c:v>3.6807370273261886</c:v>
                </c:pt>
                <c:pt idx="194">
                  <c:v>3.6863987945349646</c:v>
                </c:pt>
                <c:pt idx="195">
                  <c:v>3.6928389662663239</c:v>
                </c:pt>
                <c:pt idx="196">
                  <c:v>3.6968670339621776</c:v>
                </c:pt>
                <c:pt idx="197">
                  <c:v>3.6942786807693704</c:v>
                </c:pt>
                <c:pt idx="198">
                  <c:v>3.688489272996871</c:v>
                </c:pt>
                <c:pt idx="199">
                  <c:v>3.6817278337791963</c:v>
                </c:pt>
                <c:pt idx="200">
                  <c:v>3.6748033454845221</c:v>
                </c:pt>
                <c:pt idx="201">
                  <c:v>3.6696152154123913</c:v>
                </c:pt>
                <c:pt idx="202">
                  <c:v>3.6680136524779474</c:v>
                </c:pt>
                <c:pt idx="203">
                  <c:v>3.6713552879128493</c:v>
                </c:pt>
                <c:pt idx="204">
                  <c:v>3.6771250219486444</c:v>
                </c:pt>
                <c:pt idx="205">
                  <c:v>3.6813628024096272</c:v>
                </c:pt>
                <c:pt idx="206">
                  <c:v>3.6872520252574268</c:v>
                </c:pt>
                <c:pt idx="207">
                  <c:v>3.6923540599121876</c:v>
                </c:pt>
                <c:pt idx="208">
                  <c:v>3.6983305366950439</c:v>
                </c:pt>
                <c:pt idx="209">
                  <c:v>3.7026261728271344</c:v>
                </c:pt>
                <c:pt idx="210">
                  <c:v>3.7085842677960392</c:v>
                </c:pt>
                <c:pt idx="211">
                  <c:v>3.7179066279119799</c:v>
                </c:pt>
                <c:pt idx="212">
                  <c:v>3.723807892322395</c:v>
                </c:pt>
                <c:pt idx="213">
                  <c:v>3.7219359945519059</c:v>
                </c:pt>
                <c:pt idx="214">
                  <c:v>3.7239672481854385</c:v>
                </c:pt>
                <c:pt idx="215">
                  <c:v>3.729073614994213</c:v>
                </c:pt>
                <c:pt idx="216">
                  <c:v>3.7330534251624536</c:v>
                </c:pt>
                <c:pt idx="217">
                  <c:v>3.7353092908006897</c:v>
                </c:pt>
                <c:pt idx="218">
                  <c:v>3.7343792889728999</c:v>
                </c:pt>
                <c:pt idx="219">
                  <c:v>3.7292038745100382</c:v>
                </c:pt>
                <c:pt idx="220">
                  <c:v>3.7241431322341358</c:v>
                </c:pt>
                <c:pt idx="221">
                  <c:v>3.7185171175832821</c:v>
                </c:pt>
                <c:pt idx="222">
                  <c:v>3.7121528954628906</c:v>
                </c:pt>
                <c:pt idx="223">
                  <c:v>3.703943288073722</c:v>
                </c:pt>
                <c:pt idx="224">
                  <c:v>3.6887683142688599</c:v>
                </c:pt>
                <c:pt idx="225">
                  <c:v>3.6728535321336579</c:v>
                </c:pt>
                <c:pt idx="226">
                  <c:v>3.6585239953868247</c:v>
                </c:pt>
                <c:pt idx="227">
                  <c:v>3.649182800581837</c:v>
                </c:pt>
                <c:pt idx="228">
                  <c:v>3.6429096625261854</c:v>
                </c:pt>
                <c:pt idx="229">
                  <c:v>3.6380946313195106</c:v>
                </c:pt>
                <c:pt idx="230">
                  <c:v>3.634040735700578</c:v>
                </c:pt>
                <c:pt idx="231">
                  <c:v>3.6318755784864978</c:v>
                </c:pt>
                <c:pt idx="232">
                  <c:v>3.6315714921685327</c:v>
                </c:pt>
                <c:pt idx="233">
                  <c:v>3.6304452514873682</c:v>
                </c:pt>
                <c:pt idx="234">
                  <c:v>3.6281577425183351</c:v>
                </c:pt>
                <c:pt idx="235">
                  <c:v>3.6280866270857111</c:v>
                </c:pt>
                <c:pt idx="236">
                  <c:v>3.6286857106237953</c:v>
                </c:pt>
                <c:pt idx="237">
                  <c:v>3.6308522984316847</c:v>
                </c:pt>
                <c:pt idx="238">
                  <c:v>3.6328370884846883</c:v>
                </c:pt>
                <c:pt idx="239">
                  <c:v>3.636528568175494</c:v>
                </c:pt>
                <c:pt idx="240">
                  <c:v>3.6415942604815097</c:v>
                </c:pt>
                <c:pt idx="241">
                  <c:v>3.6465131475327479</c:v>
                </c:pt>
                <c:pt idx="242">
                  <c:v>3.6545216889115171</c:v>
                </c:pt>
                <c:pt idx="243">
                  <c:v>3.6635122706261365</c:v>
                </c:pt>
                <c:pt idx="244">
                  <c:v>3.6658039660568078</c:v>
                </c:pt>
                <c:pt idx="245">
                  <c:v>3.6634717716563605</c:v>
                </c:pt>
                <c:pt idx="246">
                  <c:v>3.6631111356326791</c:v>
                </c:pt>
                <c:pt idx="247">
                  <c:v>3.6707556180946028</c:v>
                </c:pt>
                <c:pt idx="248">
                  <c:v>3.6874320518845165</c:v>
                </c:pt>
                <c:pt idx="249">
                  <c:v>3.7142880505795626</c:v>
                </c:pt>
                <c:pt idx="250">
                  <c:v>3.7521012674211569</c:v>
                </c:pt>
                <c:pt idx="251">
                  <c:v>3.8160898783918729</c:v>
                </c:pt>
                <c:pt idx="252">
                  <c:v>3.8535920788733447</c:v>
                </c:pt>
                <c:pt idx="253">
                  <c:v>3.9084455461861825</c:v>
                </c:pt>
                <c:pt idx="254">
                  <c:v>3.9984025768354203</c:v>
                </c:pt>
                <c:pt idx="255">
                  <c:v>4.1180375446232924</c:v>
                </c:pt>
                <c:pt idx="256">
                  <c:v>4.281837172572005</c:v>
                </c:pt>
                <c:pt idx="257">
                  <c:v>4.3907968703115134</c:v>
                </c:pt>
                <c:pt idx="258">
                  <c:v>4.4968119390738206</c:v>
                </c:pt>
                <c:pt idx="259">
                  <c:v>4.5999999999999996</c:v>
                </c:pt>
                <c:pt idx="260">
                  <c:v>4.2139097278525428</c:v>
                </c:pt>
                <c:pt idx="261">
                  <c:v>3.861773713326385</c:v>
                </c:pt>
                <c:pt idx="262">
                  <c:v>3.6678872476664224</c:v>
                </c:pt>
                <c:pt idx="263">
                  <c:v>3.628795803155235</c:v>
                </c:pt>
                <c:pt idx="264">
                  <c:v>3.6188277484729756</c:v>
                </c:pt>
                <c:pt idx="265">
                  <c:v>3.6142039244667252</c:v>
                </c:pt>
                <c:pt idx="266">
                  <c:v>3.612547919100022</c:v>
                </c:pt>
                <c:pt idx="267">
                  <c:v>3.6128119523019873</c:v>
                </c:pt>
                <c:pt idx="268">
                  <c:v>3.6120552375124153</c:v>
                </c:pt>
                <c:pt idx="269">
                  <c:v>3.6153592413088145</c:v>
                </c:pt>
                <c:pt idx="270">
                  <c:v>3.6207253899107124</c:v>
                </c:pt>
                <c:pt idx="271">
                  <c:v>3.6250251177166311</c:v>
                </c:pt>
                <c:pt idx="272">
                  <c:v>3.6240177058434564</c:v>
                </c:pt>
                <c:pt idx="273">
                  <c:v>3.6233085648805292</c:v>
                </c:pt>
                <c:pt idx="274">
                  <c:v>3.630907966961828</c:v>
                </c:pt>
                <c:pt idx="275">
                  <c:v>3.6469159536002014</c:v>
                </c:pt>
                <c:pt idx="276">
                  <c:v>3.673306168504249</c:v>
                </c:pt>
                <c:pt idx="277">
                  <c:v>3.7341335568397147</c:v>
                </c:pt>
                <c:pt idx="278">
                  <c:v>4.0223990870712116</c:v>
                </c:pt>
                <c:pt idx="279">
                  <c:v>4.1070545161069623</c:v>
                </c:pt>
                <c:pt idx="280">
                  <c:v>3.9690235793876982</c:v>
                </c:pt>
                <c:pt idx="281">
                  <c:v>3.7821481187189385</c:v>
                </c:pt>
                <c:pt idx="282">
                  <c:v>3.6779920846701453</c:v>
                </c:pt>
                <c:pt idx="283">
                  <c:v>3.6410781548950224</c:v>
                </c:pt>
                <c:pt idx="284">
                  <c:v>3.6256587514117067</c:v>
                </c:pt>
                <c:pt idx="285">
                  <c:v>3.6177595899004671</c:v>
                </c:pt>
                <c:pt idx="286">
                  <c:v>3.619534061599551</c:v>
                </c:pt>
                <c:pt idx="287">
                  <c:v>3.6221492766047056</c:v>
                </c:pt>
                <c:pt idx="288">
                  <c:v>3.6228164476314619</c:v>
                </c:pt>
                <c:pt idx="289">
                  <c:v>3.6240052710869599</c:v>
                </c:pt>
                <c:pt idx="290">
                  <c:v>3.6161013807171654</c:v>
                </c:pt>
                <c:pt idx="291">
                  <c:v>3.6072185433415087</c:v>
                </c:pt>
                <c:pt idx="292">
                  <c:v>3.6056158688444517</c:v>
                </c:pt>
                <c:pt idx="293">
                  <c:v>3.6032285875862824</c:v>
                </c:pt>
                <c:pt idx="294">
                  <c:v>3.6008050030903109</c:v>
                </c:pt>
                <c:pt idx="295">
                  <c:v>3.6022011844811206</c:v>
                </c:pt>
                <c:pt idx="296">
                  <c:v>3.6039005973991238</c:v>
                </c:pt>
                <c:pt idx="297">
                  <c:v>3.6076397351724059</c:v>
                </c:pt>
                <c:pt idx="298">
                  <c:v>3.6045914456310881</c:v>
                </c:pt>
                <c:pt idx="299">
                  <c:v>3.6025274989795215</c:v>
                </c:pt>
                <c:pt idx="300">
                  <c:v>3.6093837940269018</c:v>
                </c:pt>
                <c:pt idx="301">
                  <c:v>3.6079269439940815</c:v>
                </c:pt>
                <c:pt idx="302">
                  <c:v>3.6082108817586236</c:v>
                </c:pt>
                <c:pt idx="303">
                  <c:v>3.6095242212907523</c:v>
                </c:pt>
                <c:pt idx="304">
                  <c:v>3.6080959392508714</c:v>
                </c:pt>
                <c:pt idx="305">
                  <c:v>3.6089291065534073</c:v>
                </c:pt>
                <c:pt idx="306">
                  <c:v>3.609606947352519</c:v>
                </c:pt>
                <c:pt idx="307">
                  <c:v>3.6081011718890865</c:v>
                </c:pt>
                <c:pt idx="308">
                  <c:v>3.6082407522062954</c:v>
                </c:pt>
                <c:pt idx="309">
                  <c:v>3.6072436950237718</c:v>
                </c:pt>
                <c:pt idx="310">
                  <c:v>3.6042312260594076</c:v>
                </c:pt>
                <c:pt idx="311">
                  <c:v>3.5999291568423453</c:v>
                </c:pt>
                <c:pt idx="312">
                  <c:v>3.5949724246811843</c:v>
                </c:pt>
                <c:pt idx="313">
                  <c:v>3.6001063901774257</c:v>
                </c:pt>
                <c:pt idx="314">
                  <c:v>3.6025925648873121</c:v>
                </c:pt>
                <c:pt idx="315">
                  <c:v>3.6051999934687688</c:v>
                </c:pt>
                <c:pt idx="316">
                  <c:v>3.6068019662727275</c:v>
                </c:pt>
                <c:pt idx="317">
                  <c:v>3.6085917593682093</c:v>
                </c:pt>
                <c:pt idx="318">
                  <c:v>3.6124202153444251</c:v>
                </c:pt>
                <c:pt idx="319">
                  <c:v>3.6151247538185025</c:v>
                </c:pt>
                <c:pt idx="320">
                  <c:v>3.6177883913522737</c:v>
                </c:pt>
                <c:pt idx="321">
                  <c:v>3.630318344651513</c:v>
                </c:pt>
                <c:pt idx="322">
                  <c:v>3.6401778778225284</c:v>
                </c:pt>
                <c:pt idx="323">
                  <c:v>3.6497541323553517</c:v>
                </c:pt>
                <c:pt idx="324">
                  <c:v>3.6464136659701145</c:v>
                </c:pt>
                <c:pt idx="325">
                  <c:v>3.6345866573195122</c:v>
                </c:pt>
                <c:pt idx="326">
                  <c:v>3.6288093262162247</c:v>
                </c:pt>
                <c:pt idx="327">
                  <c:v>3.63044228497996</c:v>
                </c:pt>
                <c:pt idx="328">
                  <c:v>3.6428014991022262</c:v>
                </c:pt>
                <c:pt idx="329">
                  <c:v>3.6851032979305307</c:v>
                </c:pt>
                <c:pt idx="330">
                  <c:v>3.8474635343568884</c:v>
                </c:pt>
                <c:pt idx="331">
                  <c:v>4.0461165419923759</c:v>
                </c:pt>
                <c:pt idx="332">
                  <c:v>4.1200662565392356</c:v>
                </c:pt>
                <c:pt idx="333">
                  <c:v>4.0353885277933585</c:v>
                </c:pt>
                <c:pt idx="334">
                  <c:v>3.9175316389073656</c:v>
                </c:pt>
                <c:pt idx="335">
                  <c:v>3.8070821857220967</c:v>
                </c:pt>
                <c:pt idx="336">
                  <c:v>3.7245519555722368</c:v>
                </c:pt>
                <c:pt idx="337">
                  <c:v>3.6749793348530093</c:v>
                </c:pt>
                <c:pt idx="338">
                  <c:v>3.6491573939379167</c:v>
                </c:pt>
                <c:pt idx="339">
                  <c:v>3.6357077759482404</c:v>
                </c:pt>
                <c:pt idx="340">
                  <c:v>3.6284489025874516</c:v>
                </c:pt>
                <c:pt idx="341">
                  <c:v>3.6250514564406902</c:v>
                </c:pt>
                <c:pt idx="342">
                  <c:v>3.6221277264204157</c:v>
                </c:pt>
                <c:pt idx="343">
                  <c:v>3.618848478918236</c:v>
                </c:pt>
                <c:pt idx="344">
                  <c:v>3.6165179643684335</c:v>
                </c:pt>
                <c:pt idx="345">
                  <c:v>3.6158164836648727</c:v>
                </c:pt>
                <c:pt idx="346">
                  <c:v>3.6149670707847847</c:v>
                </c:pt>
                <c:pt idx="347">
                  <c:v>3.6139312137917585</c:v>
                </c:pt>
                <c:pt idx="348">
                  <c:v>3.6123669586374643</c:v>
                </c:pt>
                <c:pt idx="349">
                  <c:v>3.610188236234479</c:v>
                </c:pt>
                <c:pt idx="350">
                  <c:v>3.608957319092057</c:v>
                </c:pt>
                <c:pt idx="351">
                  <c:v>3.6102461129695453</c:v>
                </c:pt>
                <c:pt idx="352">
                  <c:v>3.6114744585537699</c:v>
                </c:pt>
                <c:pt idx="353">
                  <c:v>3.6127842935698982</c:v>
                </c:pt>
                <c:pt idx="354">
                  <c:v>3.6134771880776091</c:v>
                </c:pt>
                <c:pt idx="355">
                  <c:v>3.6152019128517217</c:v>
                </c:pt>
                <c:pt idx="356">
                  <c:v>3.6148087488110097</c:v>
                </c:pt>
                <c:pt idx="357">
                  <c:v>3.616079165262871</c:v>
                </c:pt>
                <c:pt idx="358">
                  <c:v>3.6150999510080424</c:v>
                </c:pt>
                <c:pt idx="359">
                  <c:v>3.6144487605040343</c:v>
                </c:pt>
                <c:pt idx="360">
                  <c:v>3.6192315392804622</c:v>
                </c:pt>
                <c:pt idx="361">
                  <c:v>3.6223185904538591</c:v>
                </c:pt>
                <c:pt idx="362">
                  <c:v>3.6238535175573987</c:v>
                </c:pt>
                <c:pt idx="363">
                  <c:v>3.6234175497988477</c:v>
                </c:pt>
                <c:pt idx="364">
                  <c:v>3.625833211887914</c:v>
                </c:pt>
                <c:pt idx="365">
                  <c:v>3.6284149211573249</c:v>
                </c:pt>
                <c:pt idx="366">
                  <c:v>3.6286180093076856</c:v>
                </c:pt>
                <c:pt idx="367">
                  <c:v>3.6282586950473634</c:v>
                </c:pt>
                <c:pt idx="368">
                  <c:v>3.6282262495308357</c:v>
                </c:pt>
                <c:pt idx="369">
                  <c:v>3.6262322211769509</c:v>
                </c:pt>
                <c:pt idx="370">
                  <c:v>3.6256337256743585</c:v>
                </c:pt>
                <c:pt idx="371">
                  <c:v>3.6248613559757215</c:v>
                </c:pt>
                <c:pt idx="372">
                  <c:v>3.6229597510032341</c:v>
                </c:pt>
                <c:pt idx="373">
                  <c:v>3.6208148994445968</c:v>
                </c:pt>
                <c:pt idx="374">
                  <c:v>3.6187327149161246</c:v>
                </c:pt>
                <c:pt idx="375">
                  <c:v>3.6204277509192031</c:v>
                </c:pt>
                <c:pt idx="376">
                  <c:v>3.6183592491867347</c:v>
                </c:pt>
                <c:pt idx="377">
                  <c:v>3.6160907785250087</c:v>
                </c:pt>
                <c:pt idx="378">
                  <c:v>3.6149479569982952</c:v>
                </c:pt>
                <c:pt idx="379">
                  <c:v>3.6141495346943611</c:v>
                </c:pt>
                <c:pt idx="380">
                  <c:v>3.6126889238673856</c:v>
                </c:pt>
                <c:pt idx="381">
                  <c:v>3.6139591094933743</c:v>
                </c:pt>
                <c:pt idx="382">
                  <c:v>3.6162262741897089</c:v>
                </c:pt>
                <c:pt idx="383">
                  <c:v>3.6215115213951958</c:v>
                </c:pt>
                <c:pt idx="384">
                  <c:v>3.6222087173386481</c:v>
                </c:pt>
                <c:pt idx="385">
                  <c:v>3.6196348631702144</c:v>
                </c:pt>
                <c:pt idx="386">
                  <c:v>3.6176396289047381</c:v>
                </c:pt>
                <c:pt idx="387">
                  <c:v>3.6156438171357488</c:v>
                </c:pt>
                <c:pt idx="388">
                  <c:v>3.6135178845219902</c:v>
                </c:pt>
                <c:pt idx="389">
                  <c:v>3.612485005446016</c:v>
                </c:pt>
                <c:pt idx="390">
                  <c:v>3.610681200430188</c:v>
                </c:pt>
                <c:pt idx="391">
                  <c:v>3.6086181595288123</c:v>
                </c:pt>
                <c:pt idx="392">
                  <c:v>3.6086692773663787</c:v>
                </c:pt>
                <c:pt idx="393">
                  <c:v>3.6106068060414467</c:v>
                </c:pt>
                <c:pt idx="394">
                  <c:v>3.6117270856225177</c:v>
                </c:pt>
                <c:pt idx="395">
                  <c:v>3.6127830841476474</c:v>
                </c:pt>
                <c:pt idx="396">
                  <c:v>3.6140113911146159</c:v>
                </c:pt>
                <c:pt idx="397">
                  <c:v>3.6152185059845796</c:v>
                </c:pt>
                <c:pt idx="398">
                  <c:v>3.6178474880415701</c:v>
                </c:pt>
                <c:pt idx="399">
                  <c:v>3.61995408920794</c:v>
                </c:pt>
                <c:pt idx="400">
                  <c:v>3.6234113868358242</c:v>
                </c:pt>
                <c:pt idx="401">
                  <c:v>3.6264615357102614</c:v>
                </c:pt>
                <c:pt idx="402">
                  <c:v>3.6296384000896031</c:v>
                </c:pt>
                <c:pt idx="403">
                  <c:v>3.632504306034706</c:v>
                </c:pt>
                <c:pt idx="404">
                  <c:v>3.6351512767117669</c:v>
                </c:pt>
                <c:pt idx="405">
                  <c:v>3.6351614190075092</c:v>
                </c:pt>
                <c:pt idx="406">
                  <c:v>3.632052856267078</c:v>
                </c:pt>
                <c:pt idx="407">
                  <c:v>3.6283441304607189</c:v>
                </c:pt>
                <c:pt idx="408">
                  <c:v>3.6254896920853779</c:v>
                </c:pt>
                <c:pt idx="409">
                  <c:v>3.6228926078820094</c:v>
                </c:pt>
                <c:pt idx="410">
                  <c:v>3.6220061628085549</c:v>
                </c:pt>
                <c:pt idx="411">
                  <c:v>3.6205665360719999</c:v>
                </c:pt>
                <c:pt idx="412">
                  <c:v>3.616642368103955</c:v>
                </c:pt>
                <c:pt idx="413">
                  <c:v>3.6152457346608609</c:v>
                </c:pt>
                <c:pt idx="414">
                  <c:v>3.6134738002910423</c:v>
                </c:pt>
                <c:pt idx="415">
                  <c:v>3.6120100263597181</c:v>
                </c:pt>
                <c:pt idx="416">
                  <c:v>3.6108744016852965</c:v>
                </c:pt>
                <c:pt idx="417">
                  <c:v>3.6108776095505557</c:v>
                </c:pt>
                <c:pt idx="418">
                  <c:v>3.6103595344840023</c:v>
                </c:pt>
                <c:pt idx="419">
                  <c:v>3.6119258916457646</c:v>
                </c:pt>
                <c:pt idx="420">
                  <c:v>3.614134965456794</c:v>
                </c:pt>
                <c:pt idx="421">
                  <c:v>3.6130508439148361</c:v>
                </c:pt>
                <c:pt idx="422">
                  <c:v>3.611917645106236</c:v>
                </c:pt>
                <c:pt idx="423">
                  <c:v>3.6077243613787107</c:v>
                </c:pt>
                <c:pt idx="424">
                  <c:v>3.6083681873964286</c:v>
                </c:pt>
                <c:pt idx="425">
                  <c:v>3.6118700194973612</c:v>
                </c:pt>
                <c:pt idx="426">
                  <c:v>3.6134746463600189</c:v>
                </c:pt>
                <c:pt idx="427">
                  <c:v>3.6135711675588986</c:v>
                </c:pt>
                <c:pt idx="428">
                  <c:v>3.6150616286472523</c:v>
                </c:pt>
                <c:pt idx="429">
                  <c:v>3.6197046463074996</c:v>
                </c:pt>
                <c:pt idx="430">
                  <c:v>3.6298135188144958</c:v>
                </c:pt>
                <c:pt idx="431">
                  <c:v>3.6353594096800514</c:v>
                </c:pt>
                <c:pt idx="432">
                  <c:v>3.6355139313647502</c:v>
                </c:pt>
                <c:pt idx="433">
                  <c:v>3.6311548611233593</c:v>
                </c:pt>
                <c:pt idx="434">
                  <c:v>3.6226700127512776</c:v>
                </c:pt>
                <c:pt idx="435">
                  <c:v>3.5989395640010668</c:v>
                </c:pt>
                <c:pt idx="436">
                  <c:v>3.5883910164789241</c:v>
                </c:pt>
                <c:pt idx="437">
                  <c:v>3.6148501903929029</c:v>
                </c:pt>
                <c:pt idx="438">
                  <c:v>3.6095822595161628</c:v>
                </c:pt>
                <c:pt idx="439">
                  <c:v>3.5967122529713804</c:v>
                </c:pt>
                <c:pt idx="440">
                  <c:v>3.6037644987786277</c:v>
                </c:pt>
                <c:pt idx="441">
                  <c:v>3.6076270020098389</c:v>
                </c:pt>
                <c:pt idx="442">
                  <c:v>3.5941886457775021</c:v>
                </c:pt>
                <c:pt idx="443">
                  <c:v>3.5980616781352661</c:v>
                </c:pt>
                <c:pt idx="444">
                  <c:v>3.5966926786302271</c:v>
                </c:pt>
                <c:pt idx="445">
                  <c:v>3.5955689300785849</c:v>
                </c:pt>
                <c:pt idx="446">
                  <c:v>3.5968446206383287</c:v>
                </c:pt>
                <c:pt idx="447">
                  <c:v>3.6043597223464214</c:v>
                </c:pt>
                <c:pt idx="448">
                  <c:v>3.6062827410263045</c:v>
                </c:pt>
                <c:pt idx="449">
                  <c:v>3.6056477276419847</c:v>
                </c:pt>
                <c:pt idx="450">
                  <c:v>3.60750078940693</c:v>
                </c:pt>
                <c:pt idx="451">
                  <c:v>3.6118164055807807</c:v>
                </c:pt>
                <c:pt idx="452">
                  <c:v>3.6098112624784293</c:v>
                </c:pt>
                <c:pt idx="453">
                  <c:v>3.6108745026167615</c:v>
                </c:pt>
                <c:pt idx="454">
                  <c:v>3.6114544802673403</c:v>
                </c:pt>
                <c:pt idx="455">
                  <c:v>3.610053813953968</c:v>
                </c:pt>
                <c:pt idx="456">
                  <c:v>3.6121609232883234</c:v>
                </c:pt>
                <c:pt idx="457">
                  <c:v>3.6135190360183569</c:v>
                </c:pt>
                <c:pt idx="458">
                  <c:v>3.6134738810362141</c:v>
                </c:pt>
                <c:pt idx="459">
                  <c:v>3.6127064718996693</c:v>
                </c:pt>
                <c:pt idx="460">
                  <c:v>3.6062739832469637</c:v>
                </c:pt>
                <c:pt idx="461">
                  <c:v>3.6059882633838143</c:v>
                </c:pt>
                <c:pt idx="462">
                  <c:v>3.6069834853690028</c:v>
                </c:pt>
                <c:pt idx="463">
                  <c:v>3.6091716378426533</c:v>
                </c:pt>
                <c:pt idx="464">
                  <c:v>3.608130879968749</c:v>
                </c:pt>
                <c:pt idx="465">
                  <c:v>3.6079893837090338</c:v>
                </c:pt>
                <c:pt idx="466">
                  <c:v>3.610498471472829</c:v>
                </c:pt>
                <c:pt idx="467">
                  <c:v>3.6131449401255593</c:v>
                </c:pt>
                <c:pt idx="468">
                  <c:v>3.6132207457994818</c:v>
                </c:pt>
                <c:pt idx="469">
                  <c:v>3.6115800828931341</c:v>
                </c:pt>
                <c:pt idx="470">
                  <c:v>3.6107990541524591</c:v>
                </c:pt>
                <c:pt idx="471">
                  <c:v>3.6109162873656357</c:v>
                </c:pt>
                <c:pt idx="472">
                  <c:v>3.611103588957195</c:v>
                </c:pt>
                <c:pt idx="473">
                  <c:v>3.6116614310209862</c:v>
                </c:pt>
                <c:pt idx="474">
                  <c:v>3.6116921475376347</c:v>
                </c:pt>
                <c:pt idx="475">
                  <c:v>3.6132170876921217</c:v>
                </c:pt>
                <c:pt idx="476">
                  <c:v>3.6156870983033009</c:v>
                </c:pt>
                <c:pt idx="477">
                  <c:v>3.6171069530046811</c:v>
                </c:pt>
                <c:pt idx="478">
                  <c:v>3.6203089940797359</c:v>
                </c:pt>
                <c:pt idx="479">
                  <c:v>3.6205283629142451</c:v>
                </c:pt>
                <c:pt idx="480">
                  <c:v>3.6181657784884975</c:v>
                </c:pt>
                <c:pt idx="481">
                  <c:v>3.6178859262541283</c:v>
                </c:pt>
                <c:pt idx="482">
                  <c:v>3.6180225681492062</c:v>
                </c:pt>
                <c:pt idx="483">
                  <c:v>3.6194811348945977</c:v>
                </c:pt>
                <c:pt idx="484">
                  <c:v>3.6204487007806923</c:v>
                </c:pt>
                <c:pt idx="485">
                  <c:v>3.6193969510314092</c:v>
                </c:pt>
                <c:pt idx="486">
                  <c:v>3.6210790098810746</c:v>
                </c:pt>
                <c:pt idx="487">
                  <c:v>3.6232140666992758</c:v>
                </c:pt>
                <c:pt idx="488">
                  <c:v>3.6244542756801383</c:v>
                </c:pt>
                <c:pt idx="489">
                  <c:v>3.6254571605576884</c:v>
                </c:pt>
                <c:pt idx="490">
                  <c:v>3.6252548043798654</c:v>
                </c:pt>
                <c:pt idx="491">
                  <c:v>3.6258180089762795</c:v>
                </c:pt>
                <c:pt idx="492">
                  <c:v>3.6258756768270963</c:v>
                </c:pt>
                <c:pt idx="493">
                  <c:v>3.6282157807437452</c:v>
                </c:pt>
                <c:pt idx="494">
                  <c:v>3.6308283557328398</c:v>
                </c:pt>
                <c:pt idx="495">
                  <c:v>3.6330871878784845</c:v>
                </c:pt>
                <c:pt idx="496">
                  <c:v>3.6340806905181071</c:v>
                </c:pt>
                <c:pt idx="497">
                  <c:v>3.6330213700312792</c:v>
                </c:pt>
                <c:pt idx="498">
                  <c:v>3.6342614543837244</c:v>
                </c:pt>
                <c:pt idx="499">
                  <c:v>3.6359669539079036</c:v>
                </c:pt>
                <c:pt idx="500">
                  <c:v>3.6358762665477049</c:v>
                </c:pt>
                <c:pt idx="501">
                  <c:v>3.6381159059170174</c:v>
                </c:pt>
                <c:pt idx="502">
                  <c:v>3.6412247495102208</c:v>
                </c:pt>
                <c:pt idx="503">
                  <c:v>3.644457723007493</c:v>
                </c:pt>
                <c:pt idx="504">
                  <c:v>3.6458262378220834</c:v>
                </c:pt>
                <c:pt idx="505">
                  <c:v>3.6542144710851399</c:v>
                </c:pt>
                <c:pt idx="506">
                  <c:v>3.6682288348508183</c:v>
                </c:pt>
                <c:pt idx="507">
                  <c:v>3.6889968722550153</c:v>
                </c:pt>
                <c:pt idx="508">
                  <c:v>3.7175250192075211</c:v>
                </c:pt>
                <c:pt idx="509">
                  <c:v>3.7558586000657641</c:v>
                </c:pt>
                <c:pt idx="510">
                  <c:v>3.799696712708172</c:v>
                </c:pt>
                <c:pt idx="511">
                  <c:v>3.8475793861254912</c:v>
                </c:pt>
                <c:pt idx="512">
                  <c:v>3.887739254263991</c:v>
                </c:pt>
                <c:pt idx="513">
                  <c:v>3.9165007126358242</c:v>
                </c:pt>
                <c:pt idx="514">
                  <c:v>3.9316260948624051</c:v>
                </c:pt>
                <c:pt idx="515">
                  <c:v>3.9288520839444221</c:v>
                </c:pt>
                <c:pt idx="516">
                  <c:v>3.9140603828966949</c:v>
                </c:pt>
                <c:pt idx="517">
                  <c:v>3.8915522519280827</c:v>
                </c:pt>
                <c:pt idx="518">
                  <c:v>3.8646357715885067</c:v>
                </c:pt>
                <c:pt idx="519">
                  <c:v>3.8372049936521653</c:v>
                </c:pt>
                <c:pt idx="520">
                  <c:v>3.8103304727167817</c:v>
                </c:pt>
                <c:pt idx="521">
                  <c:v>3.7855515347424427</c:v>
                </c:pt>
                <c:pt idx="522">
                  <c:v>3.7685349180319947</c:v>
                </c:pt>
                <c:pt idx="523">
                  <c:v>3.7583689604436845</c:v>
                </c:pt>
                <c:pt idx="524">
                  <c:v>3.7536134068328786</c:v>
                </c:pt>
                <c:pt idx="525">
                  <c:v>3.7556957195004279</c:v>
                </c:pt>
                <c:pt idx="526">
                  <c:v>3.7584623018625818</c:v>
                </c:pt>
                <c:pt idx="527">
                  <c:v>3.7651965194252943</c:v>
                </c:pt>
                <c:pt idx="528">
                  <c:v>3.7753071349748093</c:v>
                </c:pt>
                <c:pt idx="529">
                  <c:v>3.786483530624916</c:v>
                </c:pt>
                <c:pt idx="530">
                  <c:v>3.8028300185778492</c:v>
                </c:pt>
                <c:pt idx="531">
                  <c:v>3.8168293496988865</c:v>
                </c:pt>
                <c:pt idx="532">
                  <c:v>3.8259396940569643</c:v>
                </c:pt>
                <c:pt idx="533">
                  <c:v>3.8386653438126617</c:v>
                </c:pt>
                <c:pt idx="534">
                  <c:v>3.8541759156165489</c:v>
                </c:pt>
                <c:pt idx="535">
                  <c:v>3.8710555604299115</c:v>
                </c:pt>
                <c:pt idx="536">
                  <c:v>3.8909659717657585</c:v>
                </c:pt>
                <c:pt idx="537">
                  <c:v>3.9136325598685424</c:v>
                </c:pt>
                <c:pt idx="538">
                  <c:v>3.9417640373866716</c:v>
                </c:pt>
                <c:pt idx="539">
                  <c:v>3.9810824706191488</c:v>
                </c:pt>
                <c:pt idx="540">
                  <c:v>4.033097583643853</c:v>
                </c:pt>
                <c:pt idx="541">
                  <c:v>4.0929171177630277</c:v>
                </c:pt>
                <c:pt idx="542">
                  <c:v>4.1544853816693683</c:v>
                </c:pt>
                <c:pt idx="543">
                  <c:v>4.2160439842403381</c:v>
                </c:pt>
                <c:pt idx="544">
                  <c:v>4.2855674590946364</c:v>
                </c:pt>
                <c:pt idx="545">
                  <c:v>4.3650123951562554</c:v>
                </c:pt>
                <c:pt idx="546">
                  <c:v>4.4472121598915031</c:v>
                </c:pt>
                <c:pt idx="547">
                  <c:v>4.5218122732886217</c:v>
                </c:pt>
                <c:pt idx="548">
                  <c:v>4.5940710856341456</c:v>
                </c:pt>
                <c:pt idx="549">
                  <c:v>4.6676397953100075</c:v>
                </c:pt>
                <c:pt idx="550">
                  <c:v>4.7254510916803403</c:v>
                </c:pt>
                <c:pt idx="551">
                  <c:v>4.7556720857396346</c:v>
                </c:pt>
                <c:pt idx="552">
                  <c:v>4.7581797639735761</c:v>
                </c:pt>
                <c:pt idx="553">
                  <c:v>4.7325086971678001</c:v>
                </c:pt>
                <c:pt idx="554">
                  <c:v>4.6751638410818188</c:v>
                </c:pt>
                <c:pt idx="555">
                  <c:v>4.5928061247473861</c:v>
                </c:pt>
                <c:pt idx="556">
                  <c:v>4.5069624638022923</c:v>
                </c:pt>
                <c:pt idx="557">
                  <c:v>4.4208162682507988</c:v>
                </c:pt>
                <c:pt idx="558">
                  <c:v>4.3241043914027131</c:v>
                </c:pt>
                <c:pt idx="559">
                  <c:v>4.2353297509251568</c:v>
                </c:pt>
                <c:pt idx="560">
                  <c:v>4.1506106806511873</c:v>
                </c:pt>
                <c:pt idx="561">
                  <c:v>4.0771567274181173</c:v>
                </c:pt>
                <c:pt idx="562">
                  <c:v>4.0061679032239761</c:v>
                </c:pt>
                <c:pt idx="563">
                  <c:v>3.9553495881181751</c:v>
                </c:pt>
                <c:pt idx="564">
                  <c:v>3.9008891180897156</c:v>
                </c:pt>
                <c:pt idx="565">
                  <c:v>3.8565747914864765</c:v>
                </c:pt>
                <c:pt idx="566">
                  <c:v>3.8214028545426419</c:v>
                </c:pt>
                <c:pt idx="567">
                  <c:v>3.7910275459275731</c:v>
                </c:pt>
                <c:pt idx="568">
                  <c:v>3.7688933844680106</c:v>
                </c:pt>
                <c:pt idx="569">
                  <c:v>3.7467657247501283</c:v>
                </c:pt>
                <c:pt idx="570">
                  <c:v>3.7277111560675267</c:v>
                </c:pt>
                <c:pt idx="571">
                  <c:v>3.7106481705643599</c:v>
                </c:pt>
                <c:pt idx="572">
                  <c:v>3.7072251439960251</c:v>
                </c:pt>
                <c:pt idx="573">
                  <c:v>3.6897190500525698</c:v>
                </c:pt>
                <c:pt idx="574">
                  <c:v>3.6759476871268659</c:v>
                </c:pt>
                <c:pt idx="575">
                  <c:v>3.6773451613729473</c:v>
                </c:pt>
                <c:pt idx="576">
                  <c:v>3.685929538701568</c:v>
                </c:pt>
                <c:pt idx="577">
                  <c:v>3.6739403059789844</c:v>
                </c:pt>
                <c:pt idx="578">
                  <c:v>3.6599871610963639</c:v>
                </c:pt>
                <c:pt idx="579">
                  <c:v>3.6575828963638668</c:v>
                </c:pt>
                <c:pt idx="580">
                  <c:v>3.6493432307067346</c:v>
                </c:pt>
                <c:pt idx="581">
                  <c:v>3.6687053156217844</c:v>
                </c:pt>
                <c:pt idx="582">
                  <c:v>3.6794959950956367</c:v>
                </c:pt>
                <c:pt idx="583">
                  <c:v>3.5661937272151167</c:v>
                </c:pt>
                <c:pt idx="584">
                  <c:v>3.6022911600550742</c:v>
                </c:pt>
                <c:pt idx="585">
                  <c:v>3.5643674645094778</c:v>
                </c:pt>
                <c:pt idx="586">
                  <c:v>3.57505680528174</c:v>
                </c:pt>
                <c:pt idx="587">
                  <c:v>3.5071199660370356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3-1251-45ED-B486-8EADCA04E34F}"/>
            </c:ext>
          </c:extLst>
        </c:ser>
        <c:ser>
          <c:idx val="20"/>
          <c:order val="20"/>
          <c:tx>
            <c:strRef>
              <c:f>'Fully separated 3%'!#REF!</c:f>
              <c:strCache>
                <c:ptCount val="1"/>
                <c:pt idx="0">
                  <c:v>#REF!</c:v>
                </c:pt>
              </c:strCache>
            </c:strRef>
          </c:tx>
          <c:spPr>
            <a:ln w="19050" cap="rnd">
              <a:solidFill>
                <a:schemeClr val="accent3">
                  <a:lumMod val="8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'Fully separated 3%'!$A$2:$A$589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3%'!#REF!</c:f>
              <c:numCache>
                <c:formatCode>General</c:formatCode>
                <c:ptCount val="1"/>
                <c:pt idx="0">
                  <c:v>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4-1251-45ED-B486-8EADCA04E34F}"/>
            </c:ext>
          </c:extLst>
        </c:ser>
        <c:ser>
          <c:idx val="21"/>
          <c:order val="21"/>
          <c:tx>
            <c:strRef>
              <c:f>'Fully separated 3%'!$T$1</c:f>
              <c:strCache>
                <c:ptCount val="1"/>
                <c:pt idx="0">
                  <c:v>3E_8/O-PTIR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3%'!$A$2:$A$589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3%'!$T$2:$T$589</c:f>
              <c:numCache>
                <c:formatCode>General</c:formatCode>
                <c:ptCount val="588"/>
                <c:pt idx="0">
                  <c:v>3.4008578440969202</c:v>
                </c:pt>
                <c:pt idx="1">
                  <c:v>3.2946174115370432</c:v>
                </c:pt>
                <c:pt idx="2">
                  <c:v>3.2919888172199974</c:v>
                </c:pt>
                <c:pt idx="3">
                  <c:v>3.3462970730436807</c:v>
                </c:pt>
                <c:pt idx="4">
                  <c:v>3.3853268082134478</c:v>
                </c:pt>
                <c:pt idx="5">
                  <c:v>3.385783939582983</c:v>
                </c:pt>
                <c:pt idx="6">
                  <c:v>3.3562750971217379</c:v>
                </c:pt>
                <c:pt idx="7">
                  <c:v>3.4221543914179819</c:v>
                </c:pt>
                <c:pt idx="8">
                  <c:v>3.4263157407895233</c:v>
                </c:pt>
                <c:pt idx="9">
                  <c:v>3.4279453400824638</c:v>
                </c:pt>
                <c:pt idx="10">
                  <c:v>3.3999753345437145</c:v>
                </c:pt>
                <c:pt idx="11">
                  <c:v>3.4159283275473191</c:v>
                </c:pt>
                <c:pt idx="12">
                  <c:v>3.4430133730512642</c:v>
                </c:pt>
                <c:pt idx="13">
                  <c:v>3.4335095295774218</c:v>
                </c:pt>
                <c:pt idx="14">
                  <c:v>3.4334252874628253</c:v>
                </c:pt>
                <c:pt idx="15">
                  <c:v>3.4546377649948354</c:v>
                </c:pt>
                <c:pt idx="16">
                  <c:v>3.4728922734402192</c:v>
                </c:pt>
                <c:pt idx="17">
                  <c:v>3.4590196040978753</c:v>
                </c:pt>
                <c:pt idx="18">
                  <c:v>3.4453106991177624</c:v>
                </c:pt>
                <c:pt idx="19">
                  <c:v>3.4391290095072193</c:v>
                </c:pt>
                <c:pt idx="20">
                  <c:v>3.4388194233925904</c:v>
                </c:pt>
                <c:pt idx="21">
                  <c:v>3.4476677666829194</c:v>
                </c:pt>
                <c:pt idx="22">
                  <c:v>3.4688953683447425</c:v>
                </c:pt>
                <c:pt idx="23">
                  <c:v>3.4762419717197588</c:v>
                </c:pt>
                <c:pt idx="24">
                  <c:v>3.477827451720267</c:v>
                </c:pt>
                <c:pt idx="25">
                  <c:v>3.471699546456362</c:v>
                </c:pt>
                <c:pt idx="26">
                  <c:v>3.4668748620802692</c:v>
                </c:pt>
                <c:pt idx="27">
                  <c:v>3.4578384949440024</c:v>
                </c:pt>
                <c:pt idx="28">
                  <c:v>3.4544622681659849</c:v>
                </c:pt>
                <c:pt idx="29">
                  <c:v>3.4559184143245636</c:v>
                </c:pt>
                <c:pt idx="30">
                  <c:v>3.4609285531047806</c:v>
                </c:pt>
                <c:pt idx="31">
                  <c:v>3.4777441543696606</c:v>
                </c:pt>
                <c:pt idx="32">
                  <c:v>3.4954177950337448</c:v>
                </c:pt>
                <c:pt idx="33">
                  <c:v>3.5184550071289755</c:v>
                </c:pt>
                <c:pt idx="34">
                  <c:v>3.542496973750962</c:v>
                </c:pt>
                <c:pt idx="35">
                  <c:v>3.542815979834578</c:v>
                </c:pt>
                <c:pt idx="36">
                  <c:v>3.5454212673378818</c:v>
                </c:pt>
                <c:pt idx="37">
                  <c:v>3.5532877597104817</c:v>
                </c:pt>
                <c:pt idx="38">
                  <c:v>3.5686419059546979</c:v>
                </c:pt>
                <c:pt idx="39">
                  <c:v>3.5866590691302864</c:v>
                </c:pt>
                <c:pt idx="40">
                  <c:v>3.6794071113421198</c:v>
                </c:pt>
                <c:pt idx="41">
                  <c:v>3.9234486153064601</c:v>
                </c:pt>
                <c:pt idx="42">
                  <c:v>4.2129085847312098</c:v>
                </c:pt>
                <c:pt idx="43">
                  <c:v>4.3066194323674516</c:v>
                </c:pt>
                <c:pt idx="44">
                  <c:v>4.2086133634881957</c:v>
                </c:pt>
                <c:pt idx="45">
                  <c:v>4.1537119342334208</c:v>
                </c:pt>
                <c:pt idx="46">
                  <c:v>3.9656004584706408</c:v>
                </c:pt>
                <c:pt idx="47">
                  <c:v>3.9778999416033081</c:v>
                </c:pt>
                <c:pt idx="48">
                  <c:v>4.0911975572182273</c:v>
                </c:pt>
                <c:pt idx="49">
                  <c:v>4.0309743949510031</c:v>
                </c:pt>
                <c:pt idx="50">
                  <c:v>3.8195584772384152</c:v>
                </c:pt>
                <c:pt idx="51">
                  <c:v>3.6302565197886234</c:v>
                </c:pt>
                <c:pt idx="52">
                  <c:v>3.5050823195396421</c:v>
                </c:pt>
                <c:pt idx="53">
                  <c:v>3.4699803052680291</c:v>
                </c:pt>
                <c:pt idx="54">
                  <c:v>3.4620106596890849</c:v>
                </c:pt>
                <c:pt idx="55">
                  <c:v>3.4654611156646014</c:v>
                </c:pt>
                <c:pt idx="56">
                  <c:v>3.464364738795763</c:v>
                </c:pt>
                <c:pt idx="57">
                  <c:v>3.4670702582477184</c:v>
                </c:pt>
                <c:pt idx="58">
                  <c:v>3.4672388610665337</c:v>
                </c:pt>
                <c:pt idx="59">
                  <c:v>3.4651603051820121</c:v>
                </c:pt>
                <c:pt idx="60">
                  <c:v>3.4731772917381236</c:v>
                </c:pt>
                <c:pt idx="61">
                  <c:v>3.4853008353073496</c:v>
                </c:pt>
                <c:pt idx="62">
                  <c:v>3.5100243997357001</c:v>
                </c:pt>
                <c:pt idx="63">
                  <c:v>3.6184289126685152</c:v>
                </c:pt>
                <c:pt idx="64">
                  <c:v>3.7253153361301079</c:v>
                </c:pt>
                <c:pt idx="65">
                  <c:v>3.7908775929304652</c:v>
                </c:pt>
                <c:pt idx="66">
                  <c:v>3.8131203257109827</c:v>
                </c:pt>
                <c:pt idx="67">
                  <c:v>3.7751626021839337</c:v>
                </c:pt>
                <c:pt idx="68">
                  <c:v>3.8537672191340784</c:v>
                </c:pt>
                <c:pt idx="69">
                  <c:v>3.8152505431879056</c:v>
                </c:pt>
                <c:pt idx="70">
                  <c:v>3.6892500816054716</c:v>
                </c:pt>
                <c:pt idx="71">
                  <c:v>3.6273962171618219</c:v>
                </c:pt>
                <c:pt idx="72">
                  <c:v>3.5734790027112435</c:v>
                </c:pt>
                <c:pt idx="73">
                  <c:v>3.5320102911125395</c:v>
                </c:pt>
                <c:pt idx="74">
                  <c:v>3.492899915987949</c:v>
                </c:pt>
                <c:pt idx="75">
                  <c:v>3.4577836551497274</c:v>
                </c:pt>
                <c:pt idx="76">
                  <c:v>3.4356895586486398</c:v>
                </c:pt>
                <c:pt idx="77">
                  <c:v>3.4262807133681243</c:v>
                </c:pt>
                <c:pt idx="78">
                  <c:v>3.4238048980613094</c:v>
                </c:pt>
                <c:pt idx="79">
                  <c:v>3.4214736355979354</c:v>
                </c:pt>
                <c:pt idx="80">
                  <c:v>3.4182898560587627</c:v>
                </c:pt>
                <c:pt idx="81">
                  <c:v>3.4192018576890377</c:v>
                </c:pt>
                <c:pt idx="82">
                  <c:v>3.4209208340272141</c:v>
                </c:pt>
                <c:pt idx="83">
                  <c:v>3.416396952227736</c:v>
                </c:pt>
                <c:pt idx="84">
                  <c:v>3.4124019425897201</c:v>
                </c:pt>
                <c:pt idx="85">
                  <c:v>3.4142626779974887</c:v>
                </c:pt>
                <c:pt idx="86">
                  <c:v>3.4188280414585521</c:v>
                </c:pt>
                <c:pt idx="87">
                  <c:v>3.4197083915186726</c:v>
                </c:pt>
                <c:pt idx="88">
                  <c:v>3.4201295230319069</c:v>
                </c:pt>
                <c:pt idx="89">
                  <c:v>3.4194739022822778</c:v>
                </c:pt>
                <c:pt idx="90">
                  <c:v>3.4200842119137729</c:v>
                </c:pt>
                <c:pt idx="91">
                  <c:v>3.4232258763251284</c:v>
                </c:pt>
                <c:pt idx="92">
                  <c:v>3.4278175597645841</c:v>
                </c:pt>
                <c:pt idx="93">
                  <c:v>3.428775781700097</c:v>
                </c:pt>
                <c:pt idx="94">
                  <c:v>3.4193644381315411</c:v>
                </c:pt>
                <c:pt idx="95">
                  <c:v>3.4136520768331726</c:v>
                </c:pt>
                <c:pt idx="96">
                  <c:v>3.4118467405673973</c:v>
                </c:pt>
                <c:pt idx="97">
                  <c:v>3.4092561285298357</c:v>
                </c:pt>
                <c:pt idx="98">
                  <c:v>3.4104831338439792</c:v>
                </c:pt>
                <c:pt idx="99">
                  <c:v>3.4133401011376572</c:v>
                </c:pt>
                <c:pt idx="100">
                  <c:v>3.4144835709337027</c:v>
                </c:pt>
                <c:pt idx="101">
                  <c:v>3.4140873076642353</c:v>
                </c:pt>
                <c:pt idx="102">
                  <c:v>3.4165283613880537</c:v>
                </c:pt>
                <c:pt idx="103">
                  <c:v>3.4177422684784293</c:v>
                </c:pt>
                <c:pt idx="104">
                  <c:v>3.424816040615712</c:v>
                </c:pt>
                <c:pt idx="105">
                  <c:v>3.4334561602944613</c:v>
                </c:pt>
                <c:pt idx="106">
                  <c:v>3.4382276216481276</c:v>
                </c:pt>
                <c:pt idx="107">
                  <c:v>3.4446027665093037</c:v>
                </c:pt>
                <c:pt idx="108">
                  <c:v>3.470116208975027</c:v>
                </c:pt>
                <c:pt idx="109">
                  <c:v>3.504358219212695</c:v>
                </c:pt>
                <c:pt idx="110">
                  <c:v>3.5346910885812615</c:v>
                </c:pt>
                <c:pt idx="111">
                  <c:v>3.5228555201445184</c:v>
                </c:pt>
                <c:pt idx="112">
                  <c:v>3.4832180853031911</c:v>
                </c:pt>
                <c:pt idx="113">
                  <c:v>3.4580657166130524</c:v>
                </c:pt>
                <c:pt idx="114">
                  <c:v>3.4490108653076779</c:v>
                </c:pt>
                <c:pt idx="115">
                  <c:v>3.4450618822785173</c:v>
                </c:pt>
                <c:pt idx="116">
                  <c:v>3.4488882041084885</c:v>
                </c:pt>
                <c:pt idx="117">
                  <c:v>3.4524346741950942</c:v>
                </c:pt>
                <c:pt idx="118">
                  <c:v>3.4507084441250289</c:v>
                </c:pt>
                <c:pt idx="119">
                  <c:v>3.4549445365824316</c:v>
                </c:pt>
                <c:pt idx="120">
                  <c:v>3.47308571683189</c:v>
                </c:pt>
                <c:pt idx="121">
                  <c:v>3.4877416073808156</c:v>
                </c:pt>
                <c:pt idx="122">
                  <c:v>3.5125172959010933</c:v>
                </c:pt>
                <c:pt idx="123">
                  <c:v>3.5292120345760534</c:v>
                </c:pt>
                <c:pt idx="124">
                  <c:v>3.5284819494261748</c:v>
                </c:pt>
                <c:pt idx="125">
                  <c:v>3.5149276536894623</c:v>
                </c:pt>
                <c:pt idx="126">
                  <c:v>3.4977074206807779</c:v>
                </c:pt>
                <c:pt idx="127">
                  <c:v>3.4883782439084303</c:v>
                </c:pt>
                <c:pt idx="128">
                  <c:v>3.4849515414342336</c:v>
                </c:pt>
                <c:pt idx="129">
                  <c:v>3.4802067627455542</c:v>
                </c:pt>
                <c:pt idx="130">
                  <c:v>3.4643317866927514</c:v>
                </c:pt>
                <c:pt idx="131">
                  <c:v>3.4555810584734119</c:v>
                </c:pt>
                <c:pt idx="132">
                  <c:v>3.4563710630063813</c:v>
                </c:pt>
                <c:pt idx="133">
                  <c:v>3.4495971565876977</c:v>
                </c:pt>
                <c:pt idx="134">
                  <c:v>3.4388962180789151</c:v>
                </c:pt>
                <c:pt idx="135">
                  <c:v>3.4322481886146754</c:v>
                </c:pt>
                <c:pt idx="136">
                  <c:v>3.4306866597648558</c:v>
                </c:pt>
                <c:pt idx="137">
                  <c:v>3.4319808559824225</c:v>
                </c:pt>
                <c:pt idx="138">
                  <c:v>3.4280034331853737</c:v>
                </c:pt>
                <c:pt idx="139">
                  <c:v>3.4333689139094368</c:v>
                </c:pt>
                <c:pt idx="140">
                  <c:v>3.4382683453243779</c:v>
                </c:pt>
                <c:pt idx="141">
                  <c:v>3.4427599272637668</c:v>
                </c:pt>
                <c:pt idx="142">
                  <c:v>3.4373796939907062</c:v>
                </c:pt>
                <c:pt idx="143">
                  <c:v>3.4353107201476556</c:v>
                </c:pt>
                <c:pt idx="144">
                  <c:v>3.4273263417846516</c:v>
                </c:pt>
                <c:pt idx="145">
                  <c:v>3.404910679640603</c:v>
                </c:pt>
                <c:pt idx="146">
                  <c:v>3.4080348397296043</c:v>
                </c:pt>
                <c:pt idx="147">
                  <c:v>3.4182136365321054</c:v>
                </c:pt>
                <c:pt idx="148">
                  <c:v>3.4223120701561025</c:v>
                </c:pt>
                <c:pt idx="149">
                  <c:v>3.4196900536100987</c:v>
                </c:pt>
                <c:pt idx="150">
                  <c:v>3.4132890927764246</c:v>
                </c:pt>
                <c:pt idx="151">
                  <c:v>3.4113783846901238</c:v>
                </c:pt>
                <c:pt idx="152">
                  <c:v>3.4112207484466182</c:v>
                </c:pt>
                <c:pt idx="153">
                  <c:v>3.4148026956069408</c:v>
                </c:pt>
                <c:pt idx="154">
                  <c:v>3.4220189798579161</c:v>
                </c:pt>
                <c:pt idx="155">
                  <c:v>3.4191835178039707</c:v>
                </c:pt>
                <c:pt idx="156">
                  <c:v>3.4161600071979157</c:v>
                </c:pt>
                <c:pt idx="157">
                  <c:v>3.4189566716687243</c:v>
                </c:pt>
                <c:pt idx="158">
                  <c:v>3.4223254253240514</c:v>
                </c:pt>
                <c:pt idx="159">
                  <c:v>3.4207476832963892</c:v>
                </c:pt>
                <c:pt idx="160">
                  <c:v>3.4143767355195904</c:v>
                </c:pt>
                <c:pt idx="161">
                  <c:v>3.4155502707495944</c:v>
                </c:pt>
                <c:pt idx="162">
                  <c:v>3.4203744916379137</c:v>
                </c:pt>
                <c:pt idx="163">
                  <c:v>3.42992444670984</c:v>
                </c:pt>
                <c:pt idx="164">
                  <c:v>3.4295962064476448</c:v>
                </c:pt>
                <c:pt idx="165">
                  <c:v>3.4270694944514921</c:v>
                </c:pt>
                <c:pt idx="166">
                  <c:v>3.4310824012399856</c:v>
                </c:pt>
                <c:pt idx="167">
                  <c:v>3.4250354116517752</c:v>
                </c:pt>
                <c:pt idx="168">
                  <c:v>3.4235995798954728</c:v>
                </c:pt>
                <c:pt idx="169">
                  <c:v>3.4281615625640582</c:v>
                </c:pt>
                <c:pt idx="170">
                  <c:v>3.4375809129086035</c:v>
                </c:pt>
                <c:pt idx="171">
                  <c:v>3.4465388764926717</c:v>
                </c:pt>
                <c:pt idx="172">
                  <c:v>3.4520699913420088</c:v>
                </c:pt>
                <c:pt idx="173">
                  <c:v>3.4474389282420206</c:v>
                </c:pt>
                <c:pt idx="174">
                  <c:v>3.4480732246010914</c:v>
                </c:pt>
                <c:pt idx="175">
                  <c:v>3.4492547171947425</c:v>
                </c:pt>
                <c:pt idx="176">
                  <c:v>3.45236997565023</c:v>
                </c:pt>
                <c:pt idx="177">
                  <c:v>3.4650245714534726</c:v>
                </c:pt>
                <c:pt idx="178">
                  <c:v>3.4709000152237452</c:v>
                </c:pt>
                <c:pt idx="179">
                  <c:v>3.473650345740928</c:v>
                </c:pt>
                <c:pt idx="180">
                  <c:v>3.471815788004005</c:v>
                </c:pt>
                <c:pt idx="181">
                  <c:v>3.4747189172963564</c:v>
                </c:pt>
                <c:pt idx="182">
                  <c:v>3.4820689123345665</c:v>
                </c:pt>
                <c:pt idx="183">
                  <c:v>3.4927685661224426</c:v>
                </c:pt>
                <c:pt idx="184">
                  <c:v>3.5025205069918228</c:v>
                </c:pt>
                <c:pt idx="185">
                  <c:v>3.5131412275271874</c:v>
                </c:pt>
                <c:pt idx="186">
                  <c:v>3.5435399615719025</c:v>
                </c:pt>
                <c:pt idx="187">
                  <c:v>3.5775905049116026</c:v>
                </c:pt>
                <c:pt idx="188">
                  <c:v>3.5944359868082802</c:v>
                </c:pt>
                <c:pt idx="189">
                  <c:v>3.5879332750905437</c:v>
                </c:pt>
                <c:pt idx="190">
                  <c:v>3.5808590720776339</c:v>
                </c:pt>
                <c:pt idx="191">
                  <c:v>3.5629521656267569</c:v>
                </c:pt>
                <c:pt idx="192">
                  <c:v>3.5511550281335693</c:v>
                </c:pt>
                <c:pt idx="193">
                  <c:v>3.5734439001830833</c:v>
                </c:pt>
                <c:pt idx="194">
                  <c:v>3.6109340169239723</c:v>
                </c:pt>
                <c:pt idx="195">
                  <c:v>3.6447103968691832</c:v>
                </c:pt>
                <c:pt idx="196">
                  <c:v>3.6744315967785877</c:v>
                </c:pt>
                <c:pt idx="197">
                  <c:v>3.6788286469771636</c:v>
                </c:pt>
                <c:pt idx="198">
                  <c:v>3.6602946386042929</c:v>
                </c:pt>
                <c:pt idx="199">
                  <c:v>3.6387911460924842</c:v>
                </c:pt>
                <c:pt idx="200">
                  <c:v>3.6148513641949278</c:v>
                </c:pt>
                <c:pt idx="201">
                  <c:v>3.5737361366359899</c:v>
                </c:pt>
                <c:pt idx="202">
                  <c:v>3.5456764563928247</c:v>
                </c:pt>
                <c:pt idx="203">
                  <c:v>3.5830958304711067</c:v>
                </c:pt>
                <c:pt idx="204">
                  <c:v>3.6269741171666734</c:v>
                </c:pt>
                <c:pt idx="205">
                  <c:v>3.6770719393742017</c:v>
                </c:pt>
                <c:pt idx="206">
                  <c:v>3.7185754609799972</c:v>
                </c:pt>
                <c:pt idx="207">
                  <c:v>3.7542973432066513</c:v>
                </c:pt>
                <c:pt idx="208">
                  <c:v>3.7905559778751621</c:v>
                </c:pt>
                <c:pt idx="209">
                  <c:v>3.8252009714608848</c:v>
                </c:pt>
                <c:pt idx="210">
                  <c:v>3.8488096353214156</c:v>
                </c:pt>
                <c:pt idx="211">
                  <c:v>3.8491772631501187</c:v>
                </c:pt>
                <c:pt idx="212">
                  <c:v>3.8399056418743931</c:v>
                </c:pt>
                <c:pt idx="213">
                  <c:v>3.7953062037804854</c:v>
                </c:pt>
                <c:pt idx="214">
                  <c:v>3.7595252164861459</c:v>
                </c:pt>
                <c:pt idx="215">
                  <c:v>3.787675831251585</c:v>
                </c:pt>
                <c:pt idx="216">
                  <c:v>3.8431084787658492</c:v>
                </c:pt>
                <c:pt idx="217">
                  <c:v>3.8774802102382107</c:v>
                </c:pt>
                <c:pt idx="218">
                  <c:v>3.8020806754763687</c:v>
                </c:pt>
                <c:pt idx="219">
                  <c:v>3.7539349965691233</c:v>
                </c:pt>
                <c:pt idx="220">
                  <c:v>3.7528187677975362</c:v>
                </c:pt>
                <c:pt idx="221">
                  <c:v>3.7509099808631134</c:v>
                </c:pt>
                <c:pt idx="222">
                  <c:v>3.7531132495472872</c:v>
                </c:pt>
                <c:pt idx="223">
                  <c:v>3.7439235025467035</c:v>
                </c:pt>
                <c:pt idx="224">
                  <c:v>3.7028488010146461</c:v>
                </c:pt>
                <c:pt idx="225">
                  <c:v>3.6143711078490708</c:v>
                </c:pt>
                <c:pt idx="226">
                  <c:v>3.4909539788778918</c:v>
                </c:pt>
                <c:pt idx="227">
                  <c:v>3.429143033994996</c:v>
                </c:pt>
                <c:pt idx="228">
                  <c:v>3.4088883742055365</c:v>
                </c:pt>
                <c:pt idx="229">
                  <c:v>3.4038877707721267</c:v>
                </c:pt>
                <c:pt idx="230">
                  <c:v>3.4099249651046084</c:v>
                </c:pt>
                <c:pt idx="231">
                  <c:v>3.4181946799810028</c:v>
                </c:pt>
                <c:pt idx="232">
                  <c:v>3.4210766291668362</c:v>
                </c:pt>
                <c:pt idx="233">
                  <c:v>3.426317464292032</c:v>
                </c:pt>
                <c:pt idx="234">
                  <c:v>3.426890710713614</c:v>
                </c:pt>
                <c:pt idx="235">
                  <c:v>3.4271802789000221</c:v>
                </c:pt>
                <c:pt idx="236">
                  <c:v>3.4254273780239326</c:v>
                </c:pt>
                <c:pt idx="237">
                  <c:v>3.424613106101281</c:v>
                </c:pt>
                <c:pt idx="238">
                  <c:v>3.4321916549652967</c:v>
                </c:pt>
                <c:pt idx="239">
                  <c:v>3.4354295706669866</c:v>
                </c:pt>
                <c:pt idx="240">
                  <c:v>3.4408964178470867</c:v>
                </c:pt>
                <c:pt idx="241">
                  <c:v>3.4459976532220611</c:v>
                </c:pt>
                <c:pt idx="242">
                  <c:v>3.45613346869838</c:v>
                </c:pt>
                <c:pt idx="243">
                  <c:v>3.4678244329028458</c:v>
                </c:pt>
                <c:pt idx="244">
                  <c:v>3.4692252214257988</c:v>
                </c:pt>
                <c:pt idx="245">
                  <c:v>3.4677805389306959</c:v>
                </c:pt>
                <c:pt idx="246">
                  <c:v>3.4714725263896695</c:v>
                </c:pt>
                <c:pt idx="247">
                  <c:v>3.4697296621486022</c:v>
                </c:pt>
                <c:pt idx="248">
                  <c:v>3.4844983788640529</c:v>
                </c:pt>
                <c:pt idx="249">
                  <c:v>3.5177593683113475</c:v>
                </c:pt>
                <c:pt idx="250">
                  <c:v>3.5605888167646129</c:v>
                </c:pt>
                <c:pt idx="251">
                  <c:v>3.6742862217137651</c:v>
                </c:pt>
                <c:pt idx="252">
                  <c:v>3.837073278962575</c:v>
                </c:pt>
                <c:pt idx="253">
                  <c:v>4.0255178808799812</c:v>
                </c:pt>
                <c:pt idx="254">
                  <c:v>4.2267662406273869</c:v>
                </c:pt>
                <c:pt idx="255">
                  <c:v>4.3651705758338881</c:v>
                </c:pt>
                <c:pt idx="256">
                  <c:v>4.3192290194560989</c:v>
                </c:pt>
                <c:pt idx="257">
                  <c:v>4.3468902543807495</c:v>
                </c:pt>
                <c:pt idx="258">
                  <c:v>4.3738039635750878</c:v>
                </c:pt>
                <c:pt idx="259">
                  <c:v>4.4000000000000004</c:v>
                </c:pt>
                <c:pt idx="260">
                  <c:v>4.0744332854948073</c:v>
                </c:pt>
                <c:pt idx="261">
                  <c:v>3.7564183581288937</c:v>
                </c:pt>
                <c:pt idx="262">
                  <c:v>3.5630722731960827</c:v>
                </c:pt>
                <c:pt idx="263">
                  <c:v>3.5210925589154822</c:v>
                </c:pt>
                <c:pt idx="264">
                  <c:v>3.498852055619861</c:v>
                </c:pt>
                <c:pt idx="265">
                  <c:v>3.4843481495306978</c:v>
                </c:pt>
                <c:pt idx="266">
                  <c:v>3.4713792437928768</c:v>
                </c:pt>
                <c:pt idx="267">
                  <c:v>3.4765693423247246</c:v>
                </c:pt>
                <c:pt idx="268">
                  <c:v>3.4680400130239866</c:v>
                </c:pt>
                <c:pt idx="269">
                  <c:v>3.4764833095068335</c:v>
                </c:pt>
                <c:pt idx="270">
                  <c:v>3.5007905453016468</c:v>
                </c:pt>
                <c:pt idx="271">
                  <c:v>3.5338952257209568</c:v>
                </c:pt>
                <c:pt idx="272">
                  <c:v>3.5395851083564445</c:v>
                </c:pt>
                <c:pt idx="273">
                  <c:v>3.5310901621401589</c:v>
                </c:pt>
                <c:pt idx="274">
                  <c:v>3.53961497712928</c:v>
                </c:pt>
                <c:pt idx="275">
                  <c:v>3.5877276723096143</c:v>
                </c:pt>
                <c:pt idx="276">
                  <c:v>3.6964413246694816</c:v>
                </c:pt>
                <c:pt idx="277">
                  <c:v>3.8673348522502966</c:v>
                </c:pt>
                <c:pt idx="278">
                  <c:v>4.3261460516897694</c:v>
                </c:pt>
                <c:pt idx="279">
                  <c:v>4.458096138804124</c:v>
                </c:pt>
                <c:pt idx="280">
                  <c:v>4.2251738508048939</c:v>
                </c:pt>
                <c:pt idx="281">
                  <c:v>3.8825615383686118</c:v>
                </c:pt>
                <c:pt idx="282">
                  <c:v>3.6436305355817251</c:v>
                </c:pt>
                <c:pt idx="283">
                  <c:v>3.5408405929683502</c:v>
                </c:pt>
                <c:pt idx="284">
                  <c:v>3.4912617031354527</c:v>
                </c:pt>
                <c:pt idx="285">
                  <c:v>3.458158109787679</c:v>
                </c:pt>
                <c:pt idx="286">
                  <c:v>3.4697130991313738</c:v>
                </c:pt>
                <c:pt idx="287">
                  <c:v>3.4957349036834064</c:v>
                </c:pt>
                <c:pt idx="288">
                  <c:v>3.4854249195820053</c:v>
                </c:pt>
                <c:pt idx="289">
                  <c:v>3.4636812791323313</c:v>
                </c:pt>
                <c:pt idx="290">
                  <c:v>3.4609523619479234</c:v>
                </c:pt>
                <c:pt idx="291">
                  <c:v>3.4339994944603465</c:v>
                </c:pt>
                <c:pt idx="292">
                  <c:v>3.3969153265492533</c:v>
                </c:pt>
                <c:pt idx="293">
                  <c:v>3.3654268005715324</c:v>
                </c:pt>
                <c:pt idx="294">
                  <c:v>3.3691353984835835</c:v>
                </c:pt>
                <c:pt idx="295">
                  <c:v>3.3834026589817219</c:v>
                </c:pt>
                <c:pt idx="296">
                  <c:v>3.3941002478278017</c:v>
                </c:pt>
                <c:pt idx="297">
                  <c:v>3.4032036902426102</c:v>
                </c:pt>
                <c:pt idx="298">
                  <c:v>3.4007396267967591</c:v>
                </c:pt>
                <c:pt idx="299">
                  <c:v>3.3986049751797456</c:v>
                </c:pt>
                <c:pt idx="300">
                  <c:v>3.4143346984632745</c:v>
                </c:pt>
                <c:pt idx="301">
                  <c:v>3.4143438980532137</c:v>
                </c:pt>
                <c:pt idx="302">
                  <c:v>3.4059802369722658</c:v>
                </c:pt>
                <c:pt idx="303">
                  <c:v>3.4096967621064351</c:v>
                </c:pt>
                <c:pt idx="304">
                  <c:v>3.4208132475454951</c:v>
                </c:pt>
                <c:pt idx="305">
                  <c:v>3.4202868242597302</c:v>
                </c:pt>
                <c:pt idx="306">
                  <c:v>3.4212383537875657</c:v>
                </c:pt>
                <c:pt idx="307">
                  <c:v>3.4164507849984695</c:v>
                </c:pt>
                <c:pt idx="308">
                  <c:v>3.4198277420909102</c:v>
                </c:pt>
                <c:pt idx="309">
                  <c:v>3.412477472320075</c:v>
                </c:pt>
                <c:pt idx="310">
                  <c:v>3.4029868439301909</c:v>
                </c:pt>
                <c:pt idx="311">
                  <c:v>3.3951235477949697</c:v>
                </c:pt>
                <c:pt idx="312">
                  <c:v>3.3915840720254544</c:v>
                </c:pt>
                <c:pt idx="313">
                  <c:v>3.4051657076113098</c:v>
                </c:pt>
                <c:pt idx="314">
                  <c:v>3.4145558018960678</c:v>
                </c:pt>
                <c:pt idx="315">
                  <c:v>3.4151549878210039</c:v>
                </c:pt>
                <c:pt idx="316">
                  <c:v>3.4214368234027228</c:v>
                </c:pt>
                <c:pt idx="317">
                  <c:v>3.4268551674273584</c:v>
                </c:pt>
                <c:pt idx="318">
                  <c:v>3.4465331802378207</c:v>
                </c:pt>
                <c:pt idx="319">
                  <c:v>3.4701082792822917</c:v>
                </c:pt>
                <c:pt idx="320">
                  <c:v>3.4821550637420797</c:v>
                </c:pt>
                <c:pt idx="321">
                  <c:v>3.5291880636604271</c:v>
                </c:pt>
                <c:pt idx="322">
                  <c:v>3.5874568136125959</c:v>
                </c:pt>
                <c:pt idx="323">
                  <c:v>3.6375072474071088</c:v>
                </c:pt>
                <c:pt idx="324">
                  <c:v>3.606430979227083</c:v>
                </c:pt>
                <c:pt idx="325">
                  <c:v>3.555944641605401</c:v>
                </c:pt>
                <c:pt idx="326">
                  <c:v>3.5336569238282096</c:v>
                </c:pt>
                <c:pt idx="327">
                  <c:v>3.5387907634433038</c:v>
                </c:pt>
                <c:pt idx="328">
                  <c:v>3.5705319557288178</c:v>
                </c:pt>
                <c:pt idx="329">
                  <c:v>3.6854743461553285</c:v>
                </c:pt>
                <c:pt idx="330">
                  <c:v>3.8821001456786548</c:v>
                </c:pt>
                <c:pt idx="331">
                  <c:v>4.0534654385883808</c:v>
                </c:pt>
                <c:pt idx="332">
                  <c:v>4.0968535548456773</c:v>
                </c:pt>
                <c:pt idx="333">
                  <c:v>4.1394737163337512</c:v>
                </c:pt>
                <c:pt idx="334">
                  <c:v>4.107020511956776</c:v>
                </c:pt>
                <c:pt idx="335">
                  <c:v>4.0659416993178148</c:v>
                </c:pt>
                <c:pt idx="336">
                  <c:v>3.8661753303606443</c:v>
                </c:pt>
                <c:pt idx="337">
                  <c:v>3.6237051230780022</c:v>
                </c:pt>
                <c:pt idx="338">
                  <c:v>3.5040010984245162</c:v>
                </c:pt>
                <c:pt idx="339">
                  <c:v>3.4495848509379048</c:v>
                </c:pt>
                <c:pt idx="340">
                  <c:v>3.426990831978618</c:v>
                </c:pt>
                <c:pt idx="341">
                  <c:v>3.4213656795118941</c:v>
                </c:pt>
                <c:pt idx="342">
                  <c:v>3.4192723849138313</c:v>
                </c:pt>
                <c:pt idx="343">
                  <c:v>3.4172816762684204</c:v>
                </c:pt>
                <c:pt idx="344">
                  <c:v>3.4165291183851418</c:v>
                </c:pt>
                <c:pt idx="345">
                  <c:v>3.4206426484680401</c:v>
                </c:pt>
                <c:pt idx="346">
                  <c:v>3.4189074134926654</c:v>
                </c:pt>
                <c:pt idx="347">
                  <c:v>3.4188287450903103</c:v>
                </c:pt>
                <c:pt idx="348">
                  <c:v>3.4167041803853775</c:v>
                </c:pt>
                <c:pt idx="349">
                  <c:v>3.4132724418052263</c:v>
                </c:pt>
                <c:pt idx="350">
                  <c:v>3.413186356610252</c:v>
                </c:pt>
                <c:pt idx="351">
                  <c:v>3.4199172238903124</c:v>
                </c:pt>
                <c:pt idx="352">
                  <c:v>3.4197445613534319</c:v>
                </c:pt>
                <c:pt idx="353">
                  <c:v>3.4170110310327222</c:v>
                </c:pt>
                <c:pt idx="354">
                  <c:v>3.4165599803460629</c:v>
                </c:pt>
                <c:pt idx="355">
                  <c:v>3.4130437081184937</c:v>
                </c:pt>
                <c:pt idx="356">
                  <c:v>3.4177071619972819</c:v>
                </c:pt>
                <c:pt idx="357">
                  <c:v>3.42444861043638</c:v>
                </c:pt>
                <c:pt idx="358">
                  <c:v>3.4223709044441506</c:v>
                </c:pt>
                <c:pt idx="359">
                  <c:v>3.4163663699406741</c:v>
                </c:pt>
                <c:pt idx="360">
                  <c:v>3.4263233937731403</c:v>
                </c:pt>
                <c:pt idx="361">
                  <c:v>3.4319582646594005</c:v>
                </c:pt>
                <c:pt idx="362">
                  <c:v>3.4300091869008495</c:v>
                </c:pt>
                <c:pt idx="363">
                  <c:v>3.4291311829387543</c:v>
                </c:pt>
                <c:pt idx="364">
                  <c:v>3.4390130486216814</c:v>
                </c:pt>
                <c:pt idx="365">
                  <c:v>3.436000393907289</c:v>
                </c:pt>
                <c:pt idx="366">
                  <c:v>3.4320072817032274</c:v>
                </c:pt>
                <c:pt idx="367">
                  <c:v>3.4363422956939571</c:v>
                </c:pt>
                <c:pt idx="368">
                  <c:v>3.4342939406332129</c:v>
                </c:pt>
                <c:pt idx="369">
                  <c:v>3.4335762401928753</c:v>
                </c:pt>
                <c:pt idx="370">
                  <c:v>3.4299973496800642</c:v>
                </c:pt>
                <c:pt idx="371">
                  <c:v>3.4282193690753808</c:v>
                </c:pt>
                <c:pt idx="372">
                  <c:v>3.4313985315252644</c:v>
                </c:pt>
                <c:pt idx="373">
                  <c:v>3.4265545961005075</c:v>
                </c:pt>
                <c:pt idx="374">
                  <c:v>3.4168590090195785</c:v>
                </c:pt>
                <c:pt idx="375">
                  <c:v>3.4291462062673888</c:v>
                </c:pt>
                <c:pt idx="376">
                  <c:v>3.4306018345846172</c:v>
                </c:pt>
                <c:pt idx="377">
                  <c:v>3.4283344662331703</c:v>
                </c:pt>
                <c:pt idx="378">
                  <c:v>3.4271093840473998</c:v>
                </c:pt>
                <c:pt idx="379">
                  <c:v>3.4220947487440094</c:v>
                </c:pt>
                <c:pt idx="380">
                  <c:v>3.4187400321469585</c:v>
                </c:pt>
                <c:pt idx="381">
                  <c:v>3.4232375020610877</c:v>
                </c:pt>
                <c:pt idx="382">
                  <c:v>3.4202776157755692</c:v>
                </c:pt>
                <c:pt idx="383">
                  <c:v>3.4359591207657889</c:v>
                </c:pt>
                <c:pt idx="384">
                  <c:v>3.4391927395701689</c:v>
                </c:pt>
                <c:pt idx="385">
                  <c:v>3.4337283551012225</c:v>
                </c:pt>
                <c:pt idx="386">
                  <c:v>3.4290690182588173</c:v>
                </c:pt>
                <c:pt idx="387">
                  <c:v>3.4223601147650276</c:v>
                </c:pt>
                <c:pt idx="388">
                  <c:v>3.4173232676254064</c:v>
                </c:pt>
                <c:pt idx="389">
                  <c:v>3.4132277849065074</c:v>
                </c:pt>
                <c:pt idx="390">
                  <c:v>3.4132819457751955</c:v>
                </c:pt>
                <c:pt idx="391">
                  <c:v>3.4130886140554191</c:v>
                </c:pt>
                <c:pt idx="392">
                  <c:v>3.4141500741865052</c:v>
                </c:pt>
                <c:pt idx="393">
                  <c:v>3.4168263711790661</c:v>
                </c:pt>
                <c:pt idx="394">
                  <c:v>3.4175167960063062</c:v>
                </c:pt>
                <c:pt idx="395">
                  <c:v>3.4182656795877913</c:v>
                </c:pt>
                <c:pt idx="396">
                  <c:v>3.4201317722817408</c:v>
                </c:pt>
                <c:pt idx="397">
                  <c:v>3.4256079247941931</c:v>
                </c:pt>
                <c:pt idx="398">
                  <c:v>3.4260860900097128</c:v>
                </c:pt>
                <c:pt idx="399">
                  <c:v>3.4313719615204188</c:v>
                </c:pt>
                <c:pt idx="400">
                  <c:v>3.4376494339922887</c:v>
                </c:pt>
                <c:pt idx="401">
                  <c:v>3.4392299411346414</c:v>
                </c:pt>
                <c:pt idx="402">
                  <c:v>3.4444303371986802</c:v>
                </c:pt>
                <c:pt idx="403">
                  <c:v>3.454696723801987</c:v>
                </c:pt>
                <c:pt idx="404">
                  <c:v>3.451603953891849</c:v>
                </c:pt>
                <c:pt idx="405">
                  <c:v>3.4516484684830209</c:v>
                </c:pt>
                <c:pt idx="406">
                  <c:v>3.4507469936582065</c:v>
                </c:pt>
                <c:pt idx="407">
                  <c:v>3.4481704759972391</c:v>
                </c:pt>
                <c:pt idx="408">
                  <c:v>3.4509079355874301</c:v>
                </c:pt>
                <c:pt idx="409">
                  <c:v>3.4429377010133622</c:v>
                </c:pt>
                <c:pt idx="410">
                  <c:v>3.4427243978129667</c:v>
                </c:pt>
                <c:pt idx="411">
                  <c:v>3.4394899646931814</c:v>
                </c:pt>
                <c:pt idx="412">
                  <c:v>3.4324851998570347</c:v>
                </c:pt>
                <c:pt idx="413">
                  <c:v>3.4267787186274314</c:v>
                </c:pt>
                <c:pt idx="414">
                  <c:v>3.4209380670758081</c:v>
                </c:pt>
                <c:pt idx="415">
                  <c:v>3.416865462271518</c:v>
                </c:pt>
                <c:pt idx="416">
                  <c:v>3.4216613175104627</c:v>
                </c:pt>
                <c:pt idx="417">
                  <c:v>3.4200521373739652</c:v>
                </c:pt>
                <c:pt idx="418">
                  <c:v>3.412031162253562</c:v>
                </c:pt>
                <c:pt idx="419">
                  <c:v>3.414005125056077</c:v>
                </c:pt>
                <c:pt idx="420">
                  <c:v>3.4090722404969709</c:v>
                </c:pt>
                <c:pt idx="421">
                  <c:v>3.4102564300162794</c:v>
                </c:pt>
                <c:pt idx="422">
                  <c:v>3.4052696331325678</c:v>
                </c:pt>
                <c:pt idx="423">
                  <c:v>3.4131743652229574</c:v>
                </c:pt>
                <c:pt idx="424">
                  <c:v>3.420713733064058</c:v>
                </c:pt>
                <c:pt idx="425">
                  <c:v>3.4231671922506015</c:v>
                </c:pt>
                <c:pt idx="426">
                  <c:v>3.4094419891034162</c:v>
                </c:pt>
                <c:pt idx="427">
                  <c:v>3.4142132794903768</c:v>
                </c:pt>
                <c:pt idx="428">
                  <c:v>3.413917057437919</c:v>
                </c:pt>
                <c:pt idx="429">
                  <c:v>3.4037249966332404</c:v>
                </c:pt>
                <c:pt idx="430">
                  <c:v>3.402482588503672</c:v>
                </c:pt>
                <c:pt idx="431">
                  <c:v>3.4205931590422183</c:v>
                </c:pt>
                <c:pt idx="432">
                  <c:v>3.443297735153259</c:v>
                </c:pt>
                <c:pt idx="433">
                  <c:v>3.4347284767267392</c:v>
                </c:pt>
                <c:pt idx="434">
                  <c:v>3.4180485775664993</c:v>
                </c:pt>
                <c:pt idx="435">
                  <c:v>3.3713981576517154</c:v>
                </c:pt>
                <c:pt idx="436">
                  <c:v>3.4112435028303705</c:v>
                </c:pt>
                <c:pt idx="437">
                  <c:v>3.380362074434816</c:v>
                </c:pt>
                <c:pt idx="438">
                  <c:v>3.3748222887076049</c:v>
                </c:pt>
                <c:pt idx="439">
                  <c:v>3.3755587579321435</c:v>
                </c:pt>
                <c:pt idx="440">
                  <c:v>3.3895549709781152</c:v>
                </c:pt>
                <c:pt idx="441">
                  <c:v>3.3762711969462442</c:v>
                </c:pt>
                <c:pt idx="442">
                  <c:v>3.3963835929190327</c:v>
                </c:pt>
                <c:pt idx="443">
                  <c:v>3.4108256621791511</c:v>
                </c:pt>
                <c:pt idx="444">
                  <c:v>3.3944331689212079</c:v>
                </c:pt>
                <c:pt idx="445">
                  <c:v>3.3777334623293265</c:v>
                </c:pt>
                <c:pt idx="446">
                  <c:v>3.3821210787234595</c:v>
                </c:pt>
                <c:pt idx="447">
                  <c:v>3.412477787570821</c:v>
                </c:pt>
                <c:pt idx="448">
                  <c:v>3.4078449189438351</c:v>
                </c:pt>
                <c:pt idx="449">
                  <c:v>3.3984877441499424</c:v>
                </c:pt>
                <c:pt idx="450">
                  <c:v>3.3895248413081109</c:v>
                </c:pt>
                <c:pt idx="451">
                  <c:v>3.3954165170329165</c:v>
                </c:pt>
                <c:pt idx="452">
                  <c:v>3.4056346846017287</c:v>
                </c:pt>
                <c:pt idx="453">
                  <c:v>3.4078821042022343</c:v>
                </c:pt>
                <c:pt idx="454">
                  <c:v>3.4132583326049293</c:v>
                </c:pt>
                <c:pt idx="455">
                  <c:v>3.4149007059766703</c:v>
                </c:pt>
                <c:pt idx="456">
                  <c:v>3.4245221518140703</c:v>
                </c:pt>
                <c:pt idx="457">
                  <c:v>3.4294580910441939</c:v>
                </c:pt>
                <c:pt idx="458">
                  <c:v>3.4235341065650773</c:v>
                </c:pt>
                <c:pt idx="459">
                  <c:v>3.4193309919051038</c:v>
                </c:pt>
                <c:pt idx="460">
                  <c:v>3.413695340303831</c:v>
                </c:pt>
                <c:pt idx="461">
                  <c:v>3.4005331000667889</c:v>
                </c:pt>
                <c:pt idx="462">
                  <c:v>3.4080635690538199</c:v>
                </c:pt>
                <c:pt idx="463">
                  <c:v>3.4130285760827057</c:v>
                </c:pt>
                <c:pt idx="464">
                  <c:v>3.410212687245898</c:v>
                </c:pt>
                <c:pt idx="465">
                  <c:v>3.4086020622925037</c:v>
                </c:pt>
                <c:pt idx="466">
                  <c:v>3.4125974138639301</c:v>
                </c:pt>
                <c:pt idx="467">
                  <c:v>3.4154208114003146</c:v>
                </c:pt>
                <c:pt idx="468">
                  <c:v>3.4238716185592315</c:v>
                </c:pt>
                <c:pt idx="469">
                  <c:v>3.4230314446866061</c:v>
                </c:pt>
                <c:pt idx="470">
                  <c:v>3.4209839197532173</c:v>
                </c:pt>
                <c:pt idx="471">
                  <c:v>3.4189944226984457</c:v>
                </c:pt>
                <c:pt idx="472">
                  <c:v>3.4189271922651483</c:v>
                </c:pt>
                <c:pt idx="473">
                  <c:v>3.41647176350263</c:v>
                </c:pt>
                <c:pt idx="474">
                  <c:v>3.4146335354169013</c:v>
                </c:pt>
                <c:pt idx="475">
                  <c:v>3.4147433563247511</c:v>
                </c:pt>
                <c:pt idx="476">
                  <c:v>3.4182826438332414</c:v>
                </c:pt>
                <c:pt idx="477">
                  <c:v>3.4267004969126535</c:v>
                </c:pt>
                <c:pt idx="478">
                  <c:v>3.4344316587614299</c:v>
                </c:pt>
                <c:pt idx="479">
                  <c:v>3.4303304857171604</c:v>
                </c:pt>
                <c:pt idx="480">
                  <c:v>3.4202166033914607</c:v>
                </c:pt>
                <c:pt idx="481">
                  <c:v>3.4167959470115004</c:v>
                </c:pt>
                <c:pt idx="482">
                  <c:v>3.424817690987954</c:v>
                </c:pt>
                <c:pt idx="483">
                  <c:v>3.4234927919172096</c:v>
                </c:pt>
                <c:pt idx="484">
                  <c:v>3.4295972520128135</c:v>
                </c:pt>
                <c:pt idx="485">
                  <c:v>3.4301320912087645</c:v>
                </c:pt>
                <c:pt idx="486">
                  <c:v>3.4306572949979151</c:v>
                </c:pt>
                <c:pt idx="487">
                  <c:v>3.4354139484607606</c:v>
                </c:pt>
                <c:pt idx="488">
                  <c:v>3.435131230801526</c:v>
                </c:pt>
                <c:pt idx="489">
                  <c:v>3.4312142748763237</c:v>
                </c:pt>
                <c:pt idx="490">
                  <c:v>3.4338051023516987</c:v>
                </c:pt>
                <c:pt idx="491">
                  <c:v>3.4385737570843067</c:v>
                </c:pt>
                <c:pt idx="492">
                  <c:v>3.4398780017958579</c:v>
                </c:pt>
                <c:pt idx="493">
                  <c:v>3.4448862391891328</c:v>
                </c:pt>
                <c:pt idx="494">
                  <c:v>3.4494778910046895</c:v>
                </c:pt>
                <c:pt idx="495">
                  <c:v>3.4500280401208614</c:v>
                </c:pt>
                <c:pt idx="496">
                  <c:v>3.4427837954017204</c:v>
                </c:pt>
                <c:pt idx="497">
                  <c:v>3.44356650271994</c:v>
                </c:pt>
                <c:pt idx="498">
                  <c:v>3.4483951361304506</c:v>
                </c:pt>
                <c:pt idx="499">
                  <c:v>3.4461186304486158</c:v>
                </c:pt>
                <c:pt idx="500">
                  <c:v>3.4438998107119887</c:v>
                </c:pt>
                <c:pt idx="501">
                  <c:v>3.4466167977804067</c:v>
                </c:pt>
                <c:pt idx="502">
                  <c:v>3.4497091210029684</c:v>
                </c:pt>
                <c:pt idx="503">
                  <c:v>3.4527557516441107</c:v>
                </c:pt>
                <c:pt idx="504">
                  <c:v>3.4661327321777664</c:v>
                </c:pt>
                <c:pt idx="505">
                  <c:v>3.4843306219845425</c:v>
                </c:pt>
                <c:pt idx="506">
                  <c:v>3.5010785283401051</c:v>
                </c:pt>
                <c:pt idx="507">
                  <c:v>3.5319372952471113</c:v>
                </c:pt>
                <c:pt idx="508">
                  <c:v>3.564932011462778</c:v>
                </c:pt>
                <c:pt idx="509">
                  <c:v>3.6175673985933816</c:v>
                </c:pt>
                <c:pt idx="510">
                  <c:v>3.6852353011009478</c:v>
                </c:pt>
                <c:pt idx="511">
                  <c:v>3.7284183047477515</c:v>
                </c:pt>
                <c:pt idx="512">
                  <c:v>3.7650242963255507</c:v>
                </c:pt>
                <c:pt idx="513">
                  <c:v>3.7857665699586742</c:v>
                </c:pt>
                <c:pt idx="514">
                  <c:v>3.7871857556850124</c:v>
                </c:pt>
                <c:pt idx="515">
                  <c:v>3.7808043058089247</c:v>
                </c:pt>
                <c:pt idx="516">
                  <c:v>3.7644751156912926</c:v>
                </c:pt>
                <c:pt idx="517">
                  <c:v>3.7371493470898138</c:v>
                </c:pt>
                <c:pt idx="518">
                  <c:v>3.7066792141865825</c:v>
                </c:pt>
                <c:pt idx="519">
                  <c:v>3.6745627410887503</c:v>
                </c:pt>
                <c:pt idx="520">
                  <c:v>3.6441929350058664</c:v>
                </c:pt>
                <c:pt idx="521">
                  <c:v>3.6203065658741314</c:v>
                </c:pt>
                <c:pt idx="522">
                  <c:v>3.611569167128323</c:v>
                </c:pt>
                <c:pt idx="523">
                  <c:v>3.6070956345294269</c:v>
                </c:pt>
                <c:pt idx="524">
                  <c:v>3.6063142079791271</c:v>
                </c:pt>
                <c:pt idx="525">
                  <c:v>3.6095434824503485</c:v>
                </c:pt>
                <c:pt idx="526">
                  <c:v>3.6109133348938673</c:v>
                </c:pt>
                <c:pt idx="527">
                  <c:v>3.6150317627281607</c:v>
                </c:pt>
                <c:pt idx="528">
                  <c:v>3.6214638266549879</c:v>
                </c:pt>
                <c:pt idx="529">
                  <c:v>3.6347263840152064</c:v>
                </c:pt>
                <c:pt idx="530">
                  <c:v>3.6512972597828055</c:v>
                </c:pt>
                <c:pt idx="531">
                  <c:v>3.6625317290487081</c:v>
                </c:pt>
                <c:pt idx="532">
                  <c:v>3.6725658815949345</c:v>
                </c:pt>
                <c:pt idx="533">
                  <c:v>3.6828075343560465</c:v>
                </c:pt>
                <c:pt idx="534">
                  <c:v>3.7069952318117196</c:v>
                </c:pt>
                <c:pt idx="535">
                  <c:v>3.7295826967178871</c:v>
                </c:pt>
                <c:pt idx="536">
                  <c:v>3.7469524079923215</c:v>
                </c:pt>
                <c:pt idx="537">
                  <c:v>3.7657564528408298</c:v>
                </c:pt>
                <c:pt idx="538">
                  <c:v>3.8024099751391875</c:v>
                </c:pt>
                <c:pt idx="539">
                  <c:v>3.8517263391725178</c:v>
                </c:pt>
                <c:pt idx="540">
                  <c:v>3.8836752372282604</c:v>
                </c:pt>
                <c:pt idx="541">
                  <c:v>3.9394598903650007</c:v>
                </c:pt>
                <c:pt idx="542">
                  <c:v>4.0081022833277462</c:v>
                </c:pt>
                <c:pt idx="543">
                  <c:v>4.063553905181557</c:v>
                </c:pt>
                <c:pt idx="544">
                  <c:v>4.128480236992031</c:v>
                </c:pt>
                <c:pt idx="545">
                  <c:v>4.183632633511202</c:v>
                </c:pt>
                <c:pt idx="546">
                  <c:v>4.261628806639906</c:v>
                </c:pt>
                <c:pt idx="547">
                  <c:v>4.3324786742654249</c:v>
                </c:pt>
                <c:pt idx="548">
                  <c:v>4.3845077679997386</c:v>
                </c:pt>
                <c:pt idx="549">
                  <c:v>4.4488232525724296</c:v>
                </c:pt>
                <c:pt idx="550">
                  <c:v>4.5287821946315638</c:v>
                </c:pt>
                <c:pt idx="551">
                  <c:v>4.5578923733717396</c:v>
                </c:pt>
                <c:pt idx="552">
                  <c:v>4.5527582965774016</c:v>
                </c:pt>
                <c:pt idx="553">
                  <c:v>4.5476214368799299</c:v>
                </c:pt>
                <c:pt idx="554">
                  <c:v>4.5250662599748894</c:v>
                </c:pt>
                <c:pt idx="555">
                  <c:v>4.4584260393210311</c:v>
                </c:pt>
                <c:pt idx="556">
                  <c:v>4.3926012725330557</c:v>
                </c:pt>
                <c:pt idx="557">
                  <c:v>4.3160006620779532</c:v>
                </c:pt>
                <c:pt idx="558">
                  <c:v>4.2476108808223625</c:v>
                </c:pt>
                <c:pt idx="559">
                  <c:v>4.1583763961239972</c:v>
                </c:pt>
                <c:pt idx="560">
                  <c:v>4.0754677032390516</c:v>
                </c:pt>
                <c:pt idx="561">
                  <c:v>4.0076006650379519</c:v>
                </c:pt>
                <c:pt idx="562">
                  <c:v>3.9423068635182714</c:v>
                </c:pt>
                <c:pt idx="563">
                  <c:v>3.8895899183515206</c:v>
                </c:pt>
                <c:pt idx="564">
                  <c:v>3.8223998529615173</c:v>
                </c:pt>
                <c:pt idx="565">
                  <c:v>3.7194157079828911</c:v>
                </c:pt>
                <c:pt idx="566">
                  <c:v>3.6396343815538552</c:v>
                </c:pt>
                <c:pt idx="567">
                  <c:v>3.5899118559705956</c:v>
                </c:pt>
                <c:pt idx="568">
                  <c:v>3.586236494776649</c:v>
                </c:pt>
                <c:pt idx="569">
                  <c:v>3.5863236976788118</c:v>
                </c:pt>
                <c:pt idx="570">
                  <c:v>3.5339223274026081</c:v>
                </c:pt>
                <c:pt idx="571">
                  <c:v>3.4844263475275516</c:v>
                </c:pt>
                <c:pt idx="572">
                  <c:v>3.5035959646513115</c:v>
                </c:pt>
                <c:pt idx="573">
                  <c:v>3.5259240898657609</c:v>
                </c:pt>
                <c:pt idx="574">
                  <c:v>3.5154671574105514</c:v>
                </c:pt>
                <c:pt idx="575">
                  <c:v>3.4472790378074465</c:v>
                </c:pt>
                <c:pt idx="576">
                  <c:v>3.3909549086205293</c:v>
                </c:pt>
                <c:pt idx="577">
                  <c:v>3.4629290335350578</c:v>
                </c:pt>
                <c:pt idx="578">
                  <c:v>3.5087443117301835</c:v>
                </c:pt>
                <c:pt idx="579">
                  <c:v>3.445633092911585</c:v>
                </c:pt>
                <c:pt idx="580">
                  <c:v>3.4497841210330109</c:v>
                </c:pt>
                <c:pt idx="581">
                  <c:v>3.4595798214729689</c:v>
                </c:pt>
                <c:pt idx="582">
                  <c:v>3.3876697883197382</c:v>
                </c:pt>
                <c:pt idx="583">
                  <c:v>3.2918256695238015</c:v>
                </c:pt>
                <c:pt idx="584">
                  <c:v>3.2529869278817611</c:v>
                </c:pt>
                <c:pt idx="585">
                  <c:v>3.104838526156791</c:v>
                </c:pt>
                <c:pt idx="586">
                  <c:v>3.3206908737284899</c:v>
                </c:pt>
                <c:pt idx="587">
                  <c:v>3.6033808225211748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5-1251-45ED-B486-8EADCA04E34F}"/>
            </c:ext>
          </c:extLst>
        </c:ser>
        <c:ser>
          <c:idx val="22"/>
          <c:order val="22"/>
          <c:tx>
            <c:strRef>
              <c:f>'Fully separated 3%'!$U$1</c:f>
              <c:strCache>
                <c:ptCount val="1"/>
                <c:pt idx="0">
                  <c:v>3E_9/O-PTIR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3%'!$A$2:$A$589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3%'!$U$2:$U$589</c:f>
              <c:numCache>
                <c:formatCode>General</c:formatCode>
                <c:ptCount val="588"/>
                <c:pt idx="0">
                  <c:v>3.1743010697494221</c:v>
                </c:pt>
                <c:pt idx="1">
                  <c:v>3.2029917439354056</c:v>
                </c:pt>
                <c:pt idx="2">
                  <c:v>3.2217936121951545</c:v>
                </c:pt>
                <c:pt idx="3">
                  <c:v>3.2445000270920898</c:v>
                </c:pt>
                <c:pt idx="4">
                  <c:v>3.2547199946926901</c:v>
                </c:pt>
                <c:pt idx="5">
                  <c:v>3.2703274164640912</c:v>
                </c:pt>
                <c:pt idx="6">
                  <c:v>3.272858790778066</c:v>
                </c:pt>
                <c:pt idx="7">
                  <c:v>3.2608689001989064</c:v>
                </c:pt>
                <c:pt idx="8">
                  <c:v>3.2662507894566417</c:v>
                </c:pt>
                <c:pt idx="9">
                  <c:v>3.2595823446179244</c:v>
                </c:pt>
                <c:pt idx="10">
                  <c:v>3.2671945701744862</c:v>
                </c:pt>
                <c:pt idx="11">
                  <c:v>3.2872583600595022</c:v>
                </c:pt>
                <c:pt idx="12">
                  <c:v>3.2990402322857499</c:v>
                </c:pt>
                <c:pt idx="13">
                  <c:v>3.3143917441575264</c:v>
                </c:pt>
                <c:pt idx="14">
                  <c:v>3.3109812039496314</c:v>
                </c:pt>
                <c:pt idx="15">
                  <c:v>3.3069865381233265</c:v>
                </c:pt>
                <c:pt idx="16">
                  <c:v>3.308780827810974</c:v>
                </c:pt>
                <c:pt idx="17">
                  <c:v>3.3003898996884944</c:v>
                </c:pt>
                <c:pt idx="18">
                  <c:v>3.2863620190364546</c:v>
                </c:pt>
                <c:pt idx="19">
                  <c:v>3.291335909796127</c:v>
                </c:pt>
                <c:pt idx="20">
                  <c:v>3.298343400530594</c:v>
                </c:pt>
                <c:pt idx="21">
                  <c:v>3.2985239890940643</c:v>
                </c:pt>
                <c:pt idx="22">
                  <c:v>3.3045444735295448</c:v>
                </c:pt>
                <c:pt idx="23">
                  <c:v>3.2988272530744389</c:v>
                </c:pt>
                <c:pt idx="24">
                  <c:v>3.2991989036531479</c:v>
                </c:pt>
                <c:pt idx="25">
                  <c:v>3.2992541247135643</c:v>
                </c:pt>
                <c:pt idx="26">
                  <c:v>3.2880948283255713</c:v>
                </c:pt>
                <c:pt idx="27">
                  <c:v>3.2817913514135491</c:v>
                </c:pt>
                <c:pt idx="28">
                  <c:v>3.2752463858125123</c:v>
                </c:pt>
                <c:pt idx="29">
                  <c:v>3.2721133350004608</c:v>
                </c:pt>
                <c:pt idx="30">
                  <c:v>3.2759714749595656</c:v>
                </c:pt>
                <c:pt idx="31">
                  <c:v>3.2898119987820738</c:v>
                </c:pt>
                <c:pt idx="32">
                  <c:v>3.3225824780997368</c:v>
                </c:pt>
                <c:pt idx="33">
                  <c:v>3.3476536005425119</c:v>
                </c:pt>
                <c:pt idx="34">
                  <c:v>3.3639887036640599</c:v>
                </c:pt>
                <c:pt idx="35">
                  <c:v>3.3598479707606335</c:v>
                </c:pt>
                <c:pt idx="36">
                  <c:v>3.3526547546198673</c:v>
                </c:pt>
                <c:pt idx="37">
                  <c:v>3.3577439009123569</c:v>
                </c:pt>
                <c:pt idx="38">
                  <c:v>3.3803122013258839</c:v>
                </c:pt>
                <c:pt idx="39">
                  <c:v>3.4306223448705815</c:v>
                </c:pt>
                <c:pt idx="40">
                  <c:v>3.501906598194708</c:v>
                </c:pt>
                <c:pt idx="41">
                  <c:v>3.5682400955772389</c:v>
                </c:pt>
                <c:pt idx="42">
                  <c:v>3.6413416307170117</c:v>
                </c:pt>
                <c:pt idx="43">
                  <c:v>3.6776011963744999</c:v>
                </c:pt>
                <c:pt idx="44">
                  <c:v>3.5858081361045695</c:v>
                </c:pt>
                <c:pt idx="45">
                  <c:v>3.4657597006232783</c:v>
                </c:pt>
                <c:pt idx="46">
                  <c:v>3.3989863372917966</c:v>
                </c:pt>
                <c:pt idx="47">
                  <c:v>3.3792281752861246</c:v>
                </c:pt>
                <c:pt idx="48">
                  <c:v>3.3293407368302579</c:v>
                </c:pt>
                <c:pt idx="49">
                  <c:v>3.2930223257843561</c:v>
                </c:pt>
                <c:pt idx="50">
                  <c:v>3.2611558309216178</c:v>
                </c:pt>
                <c:pt idx="51">
                  <c:v>3.2342754387111108</c:v>
                </c:pt>
                <c:pt idx="52">
                  <c:v>3.2211438324934152</c:v>
                </c:pt>
                <c:pt idx="53">
                  <c:v>3.2172105578843424</c:v>
                </c:pt>
                <c:pt idx="54">
                  <c:v>3.2153532289090556</c:v>
                </c:pt>
                <c:pt idx="55">
                  <c:v>3.2157331721594993</c:v>
                </c:pt>
                <c:pt idx="56">
                  <c:v>3.2165631789431757</c:v>
                </c:pt>
                <c:pt idx="57">
                  <c:v>3.2213221950916595</c:v>
                </c:pt>
                <c:pt idx="58">
                  <c:v>3.2224157147779815</c:v>
                </c:pt>
                <c:pt idx="59">
                  <c:v>3.2237330153145649</c:v>
                </c:pt>
                <c:pt idx="60">
                  <c:v>3.2247176410674072</c:v>
                </c:pt>
                <c:pt idx="61">
                  <c:v>3.2305409230579332</c:v>
                </c:pt>
                <c:pt idx="62">
                  <c:v>3.2471532111698251</c:v>
                </c:pt>
                <c:pt idx="63">
                  <c:v>3.2763266733722127</c:v>
                </c:pt>
                <c:pt idx="64">
                  <c:v>3.2947011411477325</c:v>
                </c:pt>
                <c:pt idx="65">
                  <c:v>3.2967598070130006</c:v>
                </c:pt>
                <c:pt idx="66">
                  <c:v>3.2770178688692639</c:v>
                </c:pt>
                <c:pt idx="67">
                  <c:v>3.2640655574916591</c:v>
                </c:pt>
                <c:pt idx="68">
                  <c:v>3.2662249530397442</c:v>
                </c:pt>
                <c:pt idx="69">
                  <c:v>3.2678944650099959</c:v>
                </c:pt>
                <c:pt idx="70">
                  <c:v>3.2637031342046994</c:v>
                </c:pt>
                <c:pt idx="71">
                  <c:v>3.263489955227278</c:v>
                </c:pt>
                <c:pt idx="72">
                  <c:v>3.2526961880136227</c:v>
                </c:pt>
                <c:pt idx="73">
                  <c:v>3.2398669111562866</c:v>
                </c:pt>
                <c:pt idx="74">
                  <c:v>3.2296260037866524</c:v>
                </c:pt>
                <c:pt idx="75">
                  <c:v>3.2204238017096478</c:v>
                </c:pt>
                <c:pt idx="76">
                  <c:v>3.2147291536358917</c:v>
                </c:pt>
                <c:pt idx="77">
                  <c:v>3.2107620674236119</c:v>
                </c:pt>
                <c:pt idx="78">
                  <c:v>3.2111931436637198</c:v>
                </c:pt>
                <c:pt idx="79">
                  <c:v>3.2112122332180677</c:v>
                </c:pt>
                <c:pt idx="80">
                  <c:v>3.2105687425815428</c:v>
                </c:pt>
                <c:pt idx="81">
                  <c:v>3.2088395986438205</c:v>
                </c:pt>
                <c:pt idx="82">
                  <c:v>3.206307699349265</c:v>
                </c:pt>
                <c:pt idx="83">
                  <c:v>3.2068530150499224</c:v>
                </c:pt>
                <c:pt idx="84">
                  <c:v>3.206170958257863</c:v>
                </c:pt>
                <c:pt idx="85">
                  <c:v>3.2070277277548644</c:v>
                </c:pt>
                <c:pt idx="86">
                  <c:v>3.2073466412696088</c:v>
                </c:pt>
                <c:pt idx="87">
                  <c:v>3.2076939798370931</c:v>
                </c:pt>
                <c:pt idx="88">
                  <c:v>3.2072514152620322</c:v>
                </c:pt>
                <c:pt idx="89">
                  <c:v>3.2081390884573469</c:v>
                </c:pt>
                <c:pt idx="90">
                  <c:v>3.2070963908152263</c:v>
                </c:pt>
                <c:pt idx="91">
                  <c:v>3.2059012002861107</c:v>
                </c:pt>
                <c:pt idx="92">
                  <c:v>3.2046047108002198</c:v>
                </c:pt>
                <c:pt idx="93">
                  <c:v>3.2046421422723581</c:v>
                </c:pt>
                <c:pt idx="94">
                  <c:v>3.2056031016865818</c:v>
                </c:pt>
                <c:pt idx="95">
                  <c:v>3.2025500872259696</c:v>
                </c:pt>
                <c:pt idx="96">
                  <c:v>3.2031046685663349</c:v>
                </c:pt>
                <c:pt idx="97">
                  <c:v>3.2057780629100772</c:v>
                </c:pt>
                <c:pt idx="98">
                  <c:v>3.2057666381911178</c:v>
                </c:pt>
                <c:pt idx="99">
                  <c:v>3.2045008229103304</c:v>
                </c:pt>
                <c:pt idx="100">
                  <c:v>3.2035662748351132</c:v>
                </c:pt>
                <c:pt idx="101">
                  <c:v>3.2032416902815579</c:v>
                </c:pt>
                <c:pt idx="102">
                  <c:v>3.2019017137646824</c:v>
                </c:pt>
                <c:pt idx="103">
                  <c:v>3.202984258651699</c:v>
                </c:pt>
                <c:pt idx="104">
                  <c:v>3.2040623615668422</c:v>
                </c:pt>
                <c:pt idx="105">
                  <c:v>3.2049034140489572</c:v>
                </c:pt>
                <c:pt idx="106">
                  <c:v>3.2078290003239638</c:v>
                </c:pt>
                <c:pt idx="107">
                  <c:v>3.2115956176775735</c:v>
                </c:pt>
                <c:pt idx="108">
                  <c:v>3.2153675621274505</c:v>
                </c:pt>
                <c:pt idx="109">
                  <c:v>3.2263480012582604</c:v>
                </c:pt>
                <c:pt idx="110">
                  <c:v>3.2391092006790982</c:v>
                </c:pt>
                <c:pt idx="111">
                  <c:v>3.2387682165764473</c:v>
                </c:pt>
                <c:pt idx="112">
                  <c:v>3.2302928040365999</c:v>
                </c:pt>
                <c:pt idx="113">
                  <c:v>3.2228833363253857</c:v>
                </c:pt>
                <c:pt idx="114">
                  <c:v>3.2198022294582795</c:v>
                </c:pt>
                <c:pt idx="115">
                  <c:v>3.2230468020794247</c:v>
                </c:pt>
                <c:pt idx="116">
                  <c:v>3.2285922641087574</c:v>
                </c:pt>
                <c:pt idx="117">
                  <c:v>3.2328432655267547</c:v>
                </c:pt>
                <c:pt idx="118">
                  <c:v>3.2280245454712189</c:v>
                </c:pt>
                <c:pt idx="119">
                  <c:v>3.2223293611205839</c:v>
                </c:pt>
                <c:pt idx="120">
                  <c:v>3.2189117732118899</c:v>
                </c:pt>
                <c:pt idx="121">
                  <c:v>3.222972332127406</c:v>
                </c:pt>
                <c:pt idx="122">
                  <c:v>3.2288338526808271</c:v>
                </c:pt>
                <c:pt idx="123">
                  <c:v>3.2344797851726668</c:v>
                </c:pt>
                <c:pt idx="124">
                  <c:v>3.2350325142174494</c:v>
                </c:pt>
                <c:pt idx="125">
                  <c:v>3.2300185869998912</c:v>
                </c:pt>
                <c:pt idx="126">
                  <c:v>3.2237938964147652</c:v>
                </c:pt>
                <c:pt idx="127">
                  <c:v>3.2201837399214193</c:v>
                </c:pt>
                <c:pt idx="128">
                  <c:v>3.2197782182853039</c:v>
                </c:pt>
                <c:pt idx="129">
                  <c:v>3.2166988593716601</c:v>
                </c:pt>
                <c:pt idx="130">
                  <c:v>3.2145765703785139</c:v>
                </c:pt>
                <c:pt idx="131">
                  <c:v>3.2142676653836992</c:v>
                </c:pt>
                <c:pt idx="132">
                  <c:v>3.2126626790560722</c:v>
                </c:pt>
                <c:pt idx="133">
                  <c:v>3.2094400604926028</c:v>
                </c:pt>
                <c:pt idx="134">
                  <c:v>3.2104719725484077</c:v>
                </c:pt>
                <c:pt idx="135">
                  <c:v>3.2086534719216746</c:v>
                </c:pt>
                <c:pt idx="136">
                  <c:v>3.2127202223975178</c:v>
                </c:pt>
                <c:pt idx="137">
                  <c:v>3.2152478094789898</c:v>
                </c:pt>
                <c:pt idx="138">
                  <c:v>3.2153811521683529</c:v>
                </c:pt>
                <c:pt idx="139">
                  <c:v>3.2150688214225678</c:v>
                </c:pt>
                <c:pt idx="140">
                  <c:v>3.2147836196279758</c:v>
                </c:pt>
                <c:pt idx="141">
                  <c:v>3.2145221614624617</c:v>
                </c:pt>
                <c:pt idx="142">
                  <c:v>3.209565159262675</c:v>
                </c:pt>
                <c:pt idx="143">
                  <c:v>3.2125237607518877</c:v>
                </c:pt>
                <c:pt idx="144">
                  <c:v>3.2145391641744103</c:v>
                </c:pt>
                <c:pt idx="145">
                  <c:v>3.2076207917176136</c:v>
                </c:pt>
                <c:pt idx="146">
                  <c:v>3.2062995053715015</c:v>
                </c:pt>
                <c:pt idx="147">
                  <c:v>3.2097025822937444</c:v>
                </c:pt>
                <c:pt idx="148">
                  <c:v>3.2106310256117658</c:v>
                </c:pt>
                <c:pt idx="149">
                  <c:v>3.2126033199833768</c:v>
                </c:pt>
                <c:pt idx="150">
                  <c:v>3.2094552956312028</c:v>
                </c:pt>
                <c:pt idx="151">
                  <c:v>3.2048537106355175</c:v>
                </c:pt>
                <c:pt idx="152">
                  <c:v>3.205178913810018</c:v>
                </c:pt>
                <c:pt idx="153">
                  <c:v>3.2069720453298602</c:v>
                </c:pt>
                <c:pt idx="154">
                  <c:v>3.2079977955524379</c:v>
                </c:pt>
                <c:pt idx="155">
                  <c:v>3.2041789836544332</c:v>
                </c:pt>
                <c:pt idx="156">
                  <c:v>3.2060348307337994</c:v>
                </c:pt>
                <c:pt idx="157">
                  <c:v>3.2063283537381415</c:v>
                </c:pt>
                <c:pt idx="158">
                  <c:v>3.203957649047207</c:v>
                </c:pt>
                <c:pt idx="159">
                  <c:v>3.2062853249503993</c:v>
                </c:pt>
                <c:pt idx="160">
                  <c:v>3.2057004918270171</c:v>
                </c:pt>
                <c:pt idx="161">
                  <c:v>3.2046277941904138</c:v>
                </c:pt>
                <c:pt idx="162">
                  <c:v>3.2071720094223779</c:v>
                </c:pt>
                <c:pt idx="163">
                  <c:v>3.2071048012062753</c:v>
                </c:pt>
                <c:pt idx="164">
                  <c:v>3.2062265889577133</c:v>
                </c:pt>
                <c:pt idx="165">
                  <c:v>3.2055594492242876</c:v>
                </c:pt>
                <c:pt idx="166">
                  <c:v>3.2047820481107951</c:v>
                </c:pt>
                <c:pt idx="167">
                  <c:v>3.2021115714818889</c:v>
                </c:pt>
                <c:pt idx="168">
                  <c:v>3.2046368434168353</c:v>
                </c:pt>
                <c:pt idx="169">
                  <c:v>3.2063791632969614</c:v>
                </c:pt>
                <c:pt idx="170">
                  <c:v>3.2088514978072911</c:v>
                </c:pt>
                <c:pt idx="171">
                  <c:v>3.2092217809394139</c:v>
                </c:pt>
                <c:pt idx="172">
                  <c:v>3.2097327410309395</c:v>
                </c:pt>
                <c:pt idx="173">
                  <c:v>3.2133700163682644</c:v>
                </c:pt>
                <c:pt idx="174">
                  <c:v>3.2147866589266498</c:v>
                </c:pt>
                <c:pt idx="175">
                  <c:v>3.2170233746610735</c:v>
                </c:pt>
                <c:pt idx="176">
                  <c:v>3.2217285146031309</c:v>
                </c:pt>
                <c:pt idx="177">
                  <c:v>3.2235941374392363</c:v>
                </c:pt>
                <c:pt idx="178">
                  <c:v>3.2236108987671352</c:v>
                </c:pt>
                <c:pt idx="179">
                  <c:v>3.2252831551432317</c:v>
                </c:pt>
                <c:pt idx="180">
                  <c:v>3.2280575829807496</c:v>
                </c:pt>
                <c:pt idx="181">
                  <c:v>3.229719311207214</c:v>
                </c:pt>
                <c:pt idx="182">
                  <c:v>3.2289740647083907</c:v>
                </c:pt>
                <c:pt idx="183">
                  <c:v>3.2303379820936509</c:v>
                </c:pt>
                <c:pt idx="184">
                  <c:v>3.235869733984599</c:v>
                </c:pt>
                <c:pt idx="185">
                  <c:v>3.2404738600527674</c:v>
                </c:pt>
                <c:pt idx="186">
                  <c:v>3.2449059328023337</c:v>
                </c:pt>
                <c:pt idx="187">
                  <c:v>3.2532431856735813</c:v>
                </c:pt>
                <c:pt idx="188">
                  <c:v>3.2568208540141992</c:v>
                </c:pt>
                <c:pt idx="189">
                  <c:v>3.2572896147040642</c:v>
                </c:pt>
                <c:pt idx="190">
                  <c:v>3.2547738411720162</c:v>
                </c:pt>
                <c:pt idx="191">
                  <c:v>3.250552331415097</c:v>
                </c:pt>
                <c:pt idx="192">
                  <c:v>3.2477573942569489</c:v>
                </c:pt>
                <c:pt idx="193">
                  <c:v>3.2505113222865085</c:v>
                </c:pt>
                <c:pt idx="194">
                  <c:v>3.2578517184870104</c:v>
                </c:pt>
                <c:pt idx="195">
                  <c:v>3.2680359374665868</c:v>
                </c:pt>
                <c:pt idx="196">
                  <c:v>3.2749084624120468</c:v>
                </c:pt>
                <c:pt idx="197">
                  <c:v>3.2757705150092082</c:v>
                </c:pt>
                <c:pt idx="198">
                  <c:v>3.267515446866895</c:v>
                </c:pt>
                <c:pt idx="199">
                  <c:v>3.2553489154831063</c:v>
                </c:pt>
                <c:pt idx="200">
                  <c:v>3.2468577237987342</c:v>
                </c:pt>
                <c:pt idx="201">
                  <c:v>3.2408443833798555</c:v>
                </c:pt>
                <c:pt idx="202">
                  <c:v>3.2382911013824804</c:v>
                </c:pt>
                <c:pt idx="203">
                  <c:v>3.2465488901489588</c:v>
                </c:pt>
                <c:pt idx="204">
                  <c:v>3.2624208403007313</c:v>
                </c:pt>
                <c:pt idx="205">
                  <c:v>3.2769377483901327</c:v>
                </c:pt>
                <c:pt idx="206">
                  <c:v>3.2863244534950966</c:v>
                </c:pt>
                <c:pt idx="207">
                  <c:v>3.2944239989644126</c:v>
                </c:pt>
                <c:pt idx="208">
                  <c:v>3.3004062805095171</c:v>
                </c:pt>
                <c:pt idx="209">
                  <c:v>3.3028388704820806</c:v>
                </c:pt>
                <c:pt idx="210">
                  <c:v>3.308660540074718</c:v>
                </c:pt>
                <c:pt idx="211">
                  <c:v>3.3079647547134723</c:v>
                </c:pt>
                <c:pt idx="212">
                  <c:v>3.3064710844834093</c:v>
                </c:pt>
                <c:pt idx="213">
                  <c:v>3.3123571548648529</c:v>
                </c:pt>
                <c:pt idx="214">
                  <c:v>3.3182356912101469</c:v>
                </c:pt>
                <c:pt idx="215">
                  <c:v>3.3061846389069651</c:v>
                </c:pt>
                <c:pt idx="216">
                  <c:v>3.2991182266827099</c:v>
                </c:pt>
                <c:pt idx="217">
                  <c:v>3.2934161408886071</c:v>
                </c:pt>
                <c:pt idx="218">
                  <c:v>3.2926278638184154</c:v>
                </c:pt>
                <c:pt idx="219">
                  <c:v>3.3130794710680456</c:v>
                </c:pt>
                <c:pt idx="220">
                  <c:v>3.330464639990649</c:v>
                </c:pt>
                <c:pt idx="221">
                  <c:v>3.331145471431658</c:v>
                </c:pt>
                <c:pt idx="222">
                  <c:v>3.3275431842961467</c:v>
                </c:pt>
                <c:pt idx="223">
                  <c:v>3.3209185881185816</c:v>
                </c:pt>
                <c:pt idx="224">
                  <c:v>3.3056922820344363</c:v>
                </c:pt>
                <c:pt idx="225">
                  <c:v>3.2819856382245645</c:v>
                </c:pt>
                <c:pt idx="226">
                  <c:v>3.2498521940064538</c:v>
                </c:pt>
                <c:pt idx="227">
                  <c:v>3.2316186279272112</c:v>
                </c:pt>
                <c:pt idx="228">
                  <c:v>3.2227531387631716</c:v>
                </c:pt>
                <c:pt idx="229">
                  <c:v>3.2169910196857519</c:v>
                </c:pt>
                <c:pt idx="230">
                  <c:v>3.2118435214747048</c:v>
                </c:pt>
                <c:pt idx="231">
                  <c:v>3.207001252799865</c:v>
                </c:pt>
                <c:pt idx="232">
                  <c:v>3.2071204394443473</c:v>
                </c:pt>
                <c:pt idx="233">
                  <c:v>3.20739178068143</c:v>
                </c:pt>
                <c:pt idx="234">
                  <c:v>3.2073758023653376</c:v>
                </c:pt>
                <c:pt idx="235">
                  <c:v>3.2075465399625065</c:v>
                </c:pt>
                <c:pt idx="236">
                  <c:v>3.2079024958216542</c:v>
                </c:pt>
                <c:pt idx="237">
                  <c:v>3.2088924778033219</c:v>
                </c:pt>
                <c:pt idx="238">
                  <c:v>3.2094630466751806</c:v>
                </c:pt>
                <c:pt idx="239">
                  <c:v>3.2138408460642691</c:v>
                </c:pt>
                <c:pt idx="240">
                  <c:v>3.2188033132940657</c:v>
                </c:pt>
                <c:pt idx="241">
                  <c:v>3.2227875865263127</c:v>
                </c:pt>
                <c:pt idx="242">
                  <c:v>3.2233056442601642</c:v>
                </c:pt>
                <c:pt idx="243">
                  <c:v>3.2307440733009969</c:v>
                </c:pt>
                <c:pt idx="244">
                  <c:v>3.2319407912084954</c:v>
                </c:pt>
                <c:pt idx="245">
                  <c:v>3.2336443633005079</c:v>
                </c:pt>
                <c:pt idx="246">
                  <c:v>3.2370854415633903</c:v>
                </c:pt>
                <c:pt idx="247">
                  <c:v>3.2439913559872418</c:v>
                </c:pt>
                <c:pt idx="248">
                  <c:v>3.2582981291542317</c:v>
                </c:pt>
                <c:pt idx="249">
                  <c:v>3.2761858477773109</c:v>
                </c:pt>
                <c:pt idx="250">
                  <c:v>3.2983654033407137</c:v>
                </c:pt>
                <c:pt idx="251">
                  <c:v>3.3522632606075615</c:v>
                </c:pt>
                <c:pt idx="252">
                  <c:v>3.4275691576955198</c:v>
                </c:pt>
                <c:pt idx="253">
                  <c:v>3.5056150182106789</c:v>
                </c:pt>
                <c:pt idx="254">
                  <c:v>3.5902464063598836</c:v>
                </c:pt>
                <c:pt idx="255">
                  <c:v>3.6592433757748171</c:v>
                </c:pt>
                <c:pt idx="256">
                  <c:v>3.7304387997686823</c:v>
                </c:pt>
                <c:pt idx="257">
                  <c:v>3.8912472079356695</c:v>
                </c:pt>
                <c:pt idx="258">
                  <c:v>4.0477096568155213</c:v>
                </c:pt>
                <c:pt idx="259">
                  <c:v>4.2</c:v>
                </c:pt>
                <c:pt idx="260">
                  <c:v>3.9257702924126852</c:v>
                </c:pt>
                <c:pt idx="261">
                  <c:v>3.5874795125585157</c:v>
                </c:pt>
                <c:pt idx="262">
                  <c:v>3.352752525861721</c:v>
                </c:pt>
                <c:pt idx="263">
                  <c:v>3.2952742415794019</c:v>
                </c:pt>
                <c:pt idx="264">
                  <c:v>3.2703507795862934</c:v>
                </c:pt>
                <c:pt idx="265">
                  <c:v>3.2544307000710102</c:v>
                </c:pt>
                <c:pt idx="266">
                  <c:v>3.2527275179985464</c:v>
                </c:pt>
                <c:pt idx="267">
                  <c:v>3.2503741923646428</c:v>
                </c:pt>
                <c:pt idx="268">
                  <c:v>3.2459416772758329</c:v>
                </c:pt>
                <c:pt idx="269">
                  <c:v>3.2576864120309579</c:v>
                </c:pt>
                <c:pt idx="270">
                  <c:v>3.2875979243958713</c:v>
                </c:pt>
                <c:pt idx="271">
                  <c:v>3.3135414159284897</c:v>
                </c:pt>
                <c:pt idx="272">
                  <c:v>3.3044355439235451</c:v>
                </c:pt>
                <c:pt idx="273">
                  <c:v>3.2859965802325006</c:v>
                </c:pt>
                <c:pt idx="274">
                  <c:v>3.292307657769376</c:v>
                </c:pt>
                <c:pt idx="275">
                  <c:v>3.3231428125257083</c:v>
                </c:pt>
                <c:pt idx="276">
                  <c:v>3.3873693672330463</c:v>
                </c:pt>
                <c:pt idx="277">
                  <c:v>3.485196429445236</c:v>
                </c:pt>
                <c:pt idx="278">
                  <c:v>3.8722510870510702</c:v>
                </c:pt>
                <c:pt idx="279">
                  <c:v>4.0576181319745492</c:v>
                </c:pt>
                <c:pt idx="280">
                  <c:v>3.8721503288302381</c:v>
                </c:pt>
                <c:pt idx="281">
                  <c:v>3.5636650330999133</c:v>
                </c:pt>
                <c:pt idx="282">
                  <c:v>3.3700852228860891</c:v>
                </c:pt>
                <c:pt idx="283">
                  <c:v>3.2918299694369271</c:v>
                </c:pt>
                <c:pt idx="284">
                  <c:v>3.2581347109635526</c:v>
                </c:pt>
                <c:pt idx="285">
                  <c:v>3.2476131393438252</c:v>
                </c:pt>
                <c:pt idx="286">
                  <c:v>3.2611403585607617</c:v>
                </c:pt>
                <c:pt idx="287">
                  <c:v>3.2681751173692488</c:v>
                </c:pt>
                <c:pt idx="288">
                  <c:v>3.2595773837595252</c:v>
                </c:pt>
                <c:pt idx="289">
                  <c:v>3.2437940156085445</c:v>
                </c:pt>
                <c:pt idx="290">
                  <c:v>3.2222225290587394</c:v>
                </c:pt>
                <c:pt idx="291">
                  <c:v>3.2160086305998914</c:v>
                </c:pt>
                <c:pt idx="292">
                  <c:v>3.2248089603395402</c:v>
                </c:pt>
                <c:pt idx="293">
                  <c:v>3.2164160357450444</c:v>
                </c:pt>
                <c:pt idx="294">
                  <c:v>3.2042398882390426</c:v>
                </c:pt>
                <c:pt idx="295">
                  <c:v>3.2071532302189505</c:v>
                </c:pt>
                <c:pt idx="296">
                  <c:v>3.203341495154302</c:v>
                </c:pt>
                <c:pt idx="297">
                  <c:v>3.2071595852783261</c:v>
                </c:pt>
                <c:pt idx="298">
                  <c:v>3.2127396484626343</c:v>
                </c:pt>
                <c:pt idx="299">
                  <c:v>3.2155221287769211</c:v>
                </c:pt>
                <c:pt idx="300">
                  <c:v>3.2170049664518503</c:v>
                </c:pt>
                <c:pt idx="301">
                  <c:v>3.2162863922959688</c:v>
                </c:pt>
                <c:pt idx="302">
                  <c:v>3.2142796299467893</c:v>
                </c:pt>
                <c:pt idx="303">
                  <c:v>3.205098438389316</c:v>
                </c:pt>
                <c:pt idx="304">
                  <c:v>3.213797914186872</c:v>
                </c:pt>
                <c:pt idx="305">
                  <c:v>3.2190799465494382</c:v>
                </c:pt>
                <c:pt idx="306">
                  <c:v>3.2195019548350516</c:v>
                </c:pt>
                <c:pt idx="307">
                  <c:v>3.2154619599380294</c:v>
                </c:pt>
                <c:pt idx="308">
                  <c:v>3.215874882432888</c:v>
                </c:pt>
                <c:pt idx="309">
                  <c:v>3.211613147153729</c:v>
                </c:pt>
                <c:pt idx="310">
                  <c:v>3.2083861705974424</c:v>
                </c:pt>
                <c:pt idx="311">
                  <c:v>3.2094878105383207</c:v>
                </c:pt>
                <c:pt idx="312">
                  <c:v>3.2135403907002753</c:v>
                </c:pt>
                <c:pt idx="313">
                  <c:v>3.2093231913728135</c:v>
                </c:pt>
                <c:pt idx="314">
                  <c:v>3.2106051784931124</c:v>
                </c:pt>
                <c:pt idx="315">
                  <c:v>3.2111183966551318</c:v>
                </c:pt>
                <c:pt idx="316">
                  <c:v>3.2128559622802015</c:v>
                </c:pt>
                <c:pt idx="317">
                  <c:v>3.2133847550642995</c:v>
                </c:pt>
                <c:pt idx="318">
                  <c:v>3.2190769131961843</c:v>
                </c:pt>
                <c:pt idx="319">
                  <c:v>3.2302699522205125</c:v>
                </c:pt>
                <c:pt idx="320">
                  <c:v>3.2355146354550066</c:v>
                </c:pt>
                <c:pt idx="321">
                  <c:v>3.2701302473134883</c:v>
                </c:pt>
                <c:pt idx="322">
                  <c:v>3.3240243423185976</c:v>
                </c:pt>
                <c:pt idx="323">
                  <c:v>3.3664552824133445</c:v>
                </c:pt>
                <c:pt idx="324">
                  <c:v>3.3551829754831051</c:v>
                </c:pt>
                <c:pt idx="325">
                  <c:v>3.3159045253454491</c:v>
                </c:pt>
                <c:pt idx="326">
                  <c:v>3.2871453209792394</c:v>
                </c:pt>
                <c:pt idx="327">
                  <c:v>3.2867213982684045</c:v>
                </c:pt>
                <c:pt idx="328">
                  <c:v>3.3347248235152036</c:v>
                </c:pt>
                <c:pt idx="329">
                  <c:v>3.4504287170974761</c:v>
                </c:pt>
                <c:pt idx="330">
                  <c:v>3.5395345807312695</c:v>
                </c:pt>
                <c:pt idx="331">
                  <c:v>3.5068686171398409</c:v>
                </c:pt>
                <c:pt idx="332">
                  <c:v>3.4333628124693929</c:v>
                </c:pt>
                <c:pt idx="333">
                  <c:v>3.3508305761170902</c:v>
                </c:pt>
                <c:pt idx="334">
                  <c:v>3.3144484301694166</c:v>
                </c:pt>
                <c:pt idx="335">
                  <c:v>3.3102323854425073</c:v>
                </c:pt>
                <c:pt idx="336">
                  <c:v>3.2904180511092274</c:v>
                </c:pt>
                <c:pt idx="337">
                  <c:v>3.2537078892088784</c:v>
                </c:pt>
                <c:pt idx="338">
                  <c:v>3.2301962099878949</c:v>
                </c:pt>
                <c:pt idx="339">
                  <c:v>3.2212636422179077</c:v>
                </c:pt>
                <c:pt idx="340">
                  <c:v>3.2147351811026286</c:v>
                </c:pt>
                <c:pt idx="341">
                  <c:v>3.2096123421153306</c:v>
                </c:pt>
                <c:pt idx="342">
                  <c:v>3.2069927080423248</c:v>
                </c:pt>
                <c:pt idx="343">
                  <c:v>3.2057750979291524</c:v>
                </c:pt>
                <c:pt idx="344">
                  <c:v>3.2063633746397646</c:v>
                </c:pt>
                <c:pt idx="345">
                  <c:v>3.2053586658529021</c:v>
                </c:pt>
                <c:pt idx="346">
                  <c:v>3.2037847211573318</c:v>
                </c:pt>
                <c:pt idx="347">
                  <c:v>3.2049721891804852</c:v>
                </c:pt>
                <c:pt idx="348">
                  <c:v>3.2063334287486036</c:v>
                </c:pt>
                <c:pt idx="349">
                  <c:v>3.2048856964002606</c:v>
                </c:pt>
                <c:pt idx="350">
                  <c:v>3.2022739261855757</c:v>
                </c:pt>
                <c:pt idx="351">
                  <c:v>3.2012095642506839</c:v>
                </c:pt>
                <c:pt idx="352">
                  <c:v>3.2018691410383555</c:v>
                </c:pt>
                <c:pt idx="353">
                  <c:v>3.2023515385893049</c:v>
                </c:pt>
                <c:pt idx="354">
                  <c:v>3.2026881348234033</c:v>
                </c:pt>
                <c:pt idx="355">
                  <c:v>3.2018174355047506</c:v>
                </c:pt>
                <c:pt idx="356">
                  <c:v>3.2047002007844418</c:v>
                </c:pt>
                <c:pt idx="357">
                  <c:v>3.2024174773096141</c:v>
                </c:pt>
                <c:pt idx="358">
                  <c:v>3.200194258161523</c:v>
                </c:pt>
                <c:pt idx="359">
                  <c:v>3.1976702839259552</c:v>
                </c:pt>
                <c:pt idx="360">
                  <c:v>3.2030560284912517</c:v>
                </c:pt>
                <c:pt idx="361">
                  <c:v>3.2071494881716394</c:v>
                </c:pt>
                <c:pt idx="362">
                  <c:v>3.2066029893324139</c:v>
                </c:pt>
                <c:pt idx="363">
                  <c:v>3.2057838388855502</c:v>
                </c:pt>
                <c:pt idx="364">
                  <c:v>3.2062098882730981</c:v>
                </c:pt>
                <c:pt idx="365">
                  <c:v>3.2069080595313664</c:v>
                </c:pt>
                <c:pt idx="366">
                  <c:v>3.2070122131815268</c:v>
                </c:pt>
                <c:pt idx="367">
                  <c:v>3.2068375480399447</c:v>
                </c:pt>
                <c:pt idx="368">
                  <c:v>3.2069300772050355</c:v>
                </c:pt>
                <c:pt idx="369">
                  <c:v>3.2076521615368505</c:v>
                </c:pt>
                <c:pt idx="370">
                  <c:v>3.2082239581379275</c:v>
                </c:pt>
                <c:pt idx="371">
                  <c:v>3.2107597154154828</c:v>
                </c:pt>
                <c:pt idx="372">
                  <c:v>3.214443900710688</c:v>
                </c:pt>
                <c:pt idx="373">
                  <c:v>3.213668081673442</c:v>
                </c:pt>
                <c:pt idx="374">
                  <c:v>3.2122644060759491</c:v>
                </c:pt>
                <c:pt idx="375">
                  <c:v>3.2172280386080541</c:v>
                </c:pt>
                <c:pt idx="376">
                  <c:v>3.222547819630913</c:v>
                </c:pt>
                <c:pt idx="377">
                  <c:v>3.2241131060114228</c:v>
                </c:pt>
                <c:pt idx="378">
                  <c:v>3.22714620004525</c:v>
                </c:pt>
                <c:pt idx="379">
                  <c:v>3.2297803920735246</c:v>
                </c:pt>
                <c:pt idx="380">
                  <c:v>3.2327024018811654</c:v>
                </c:pt>
                <c:pt idx="381">
                  <c:v>3.2379037739204697</c:v>
                </c:pt>
                <c:pt idx="382">
                  <c:v>3.2444103416213568</c:v>
                </c:pt>
                <c:pt idx="383">
                  <c:v>3.2640345366685728</c:v>
                </c:pt>
                <c:pt idx="384">
                  <c:v>3.2690629065002526</c:v>
                </c:pt>
                <c:pt idx="385">
                  <c:v>3.2636977214943848</c:v>
                </c:pt>
                <c:pt idx="386">
                  <c:v>3.2491906447513985</c:v>
                </c:pt>
                <c:pt idx="387">
                  <c:v>3.2365501540025483</c:v>
                </c:pt>
                <c:pt idx="388">
                  <c:v>3.2228848203022031</c:v>
                </c:pt>
                <c:pt idx="389">
                  <c:v>3.2144090462808235</c:v>
                </c:pt>
                <c:pt idx="390">
                  <c:v>3.2086292342281992</c:v>
                </c:pt>
                <c:pt idx="391">
                  <c:v>3.2077513364923522</c:v>
                </c:pt>
                <c:pt idx="392">
                  <c:v>3.20608798694987</c:v>
                </c:pt>
                <c:pt idx="393">
                  <c:v>3.2047627662221116</c:v>
                </c:pt>
                <c:pt idx="394">
                  <c:v>3.2073005178907867</c:v>
                </c:pt>
                <c:pt idx="395">
                  <c:v>3.2109116018696438</c:v>
                </c:pt>
                <c:pt idx="396">
                  <c:v>3.208417184286025</c:v>
                </c:pt>
                <c:pt idx="397">
                  <c:v>3.2065749097085723</c:v>
                </c:pt>
                <c:pt idx="398">
                  <c:v>3.2067587040424748</c:v>
                </c:pt>
                <c:pt idx="399">
                  <c:v>3.2055382674766619</c:v>
                </c:pt>
                <c:pt idx="400">
                  <c:v>3.2047983540195264</c:v>
                </c:pt>
                <c:pt idx="401">
                  <c:v>3.2083573858467958</c:v>
                </c:pt>
                <c:pt idx="402">
                  <c:v>3.2087852628564333</c:v>
                </c:pt>
                <c:pt idx="403">
                  <c:v>3.2112120370192097</c:v>
                </c:pt>
                <c:pt idx="404">
                  <c:v>3.2114090396980544</c:v>
                </c:pt>
                <c:pt idx="405">
                  <c:v>3.2132821977593928</c:v>
                </c:pt>
                <c:pt idx="406">
                  <c:v>3.2128327394699099</c:v>
                </c:pt>
                <c:pt idx="407">
                  <c:v>3.2131468264927459</c:v>
                </c:pt>
                <c:pt idx="408">
                  <c:v>3.2131258926691317</c:v>
                </c:pt>
                <c:pt idx="409">
                  <c:v>3.2104254995788932</c:v>
                </c:pt>
                <c:pt idx="410">
                  <c:v>3.2097933956106401</c:v>
                </c:pt>
                <c:pt idx="411">
                  <c:v>3.2074518615281065</c:v>
                </c:pt>
                <c:pt idx="412">
                  <c:v>3.2037708198736956</c:v>
                </c:pt>
                <c:pt idx="413">
                  <c:v>3.20270362234508</c:v>
                </c:pt>
                <c:pt idx="414">
                  <c:v>3.2031537337389437</c:v>
                </c:pt>
                <c:pt idx="415">
                  <c:v>3.2025100590916717</c:v>
                </c:pt>
                <c:pt idx="416">
                  <c:v>3.2051130468806543</c:v>
                </c:pt>
                <c:pt idx="417">
                  <c:v>3.2030200667269226</c:v>
                </c:pt>
                <c:pt idx="418">
                  <c:v>3.200922849198081</c:v>
                </c:pt>
                <c:pt idx="419">
                  <c:v>3.2028296081718075</c:v>
                </c:pt>
                <c:pt idx="420">
                  <c:v>3.2024250638140948</c:v>
                </c:pt>
                <c:pt idx="421">
                  <c:v>3.2033455859004931</c:v>
                </c:pt>
                <c:pt idx="422">
                  <c:v>3.2005837481585608</c:v>
                </c:pt>
                <c:pt idx="423">
                  <c:v>3.2027569126303703</c:v>
                </c:pt>
                <c:pt idx="424">
                  <c:v>3.2056413646256989</c:v>
                </c:pt>
                <c:pt idx="425">
                  <c:v>3.2080116014120841</c:v>
                </c:pt>
                <c:pt idx="426">
                  <c:v>3.2080155236056194</c:v>
                </c:pt>
                <c:pt idx="427">
                  <c:v>3.2123922112011791</c:v>
                </c:pt>
                <c:pt idx="428">
                  <c:v>3.2245264649001055</c:v>
                </c:pt>
                <c:pt idx="429">
                  <c:v>3.2259657202686958</c:v>
                </c:pt>
                <c:pt idx="430">
                  <c:v>3.21870759560026</c:v>
                </c:pt>
                <c:pt idx="431">
                  <c:v>3.2203636174126644</c:v>
                </c:pt>
                <c:pt idx="432">
                  <c:v>3.2299440171648177</c:v>
                </c:pt>
                <c:pt idx="433">
                  <c:v>3.2291766941326676</c:v>
                </c:pt>
                <c:pt idx="434">
                  <c:v>3.2276831142729883</c:v>
                </c:pt>
                <c:pt idx="435">
                  <c:v>3.223505864600281</c:v>
                </c:pt>
                <c:pt idx="436">
                  <c:v>3.1991993030218686</c:v>
                </c:pt>
                <c:pt idx="437">
                  <c:v>3.1699822477370687</c:v>
                </c:pt>
                <c:pt idx="438">
                  <c:v>3.1716349389252221</c:v>
                </c:pt>
                <c:pt idx="439">
                  <c:v>3.1830321805319444</c:v>
                </c:pt>
                <c:pt idx="440">
                  <c:v>3.1921152161788937</c:v>
                </c:pt>
                <c:pt idx="441">
                  <c:v>3.2068219323944684</c:v>
                </c:pt>
                <c:pt idx="442">
                  <c:v>3.1911673604702213</c:v>
                </c:pt>
                <c:pt idx="443">
                  <c:v>3.182251385178207</c:v>
                </c:pt>
                <c:pt idx="444">
                  <c:v>3.1852441633194113</c:v>
                </c:pt>
                <c:pt idx="445">
                  <c:v>3.1906546185363394</c:v>
                </c:pt>
                <c:pt idx="446">
                  <c:v>3.1910308738427933</c:v>
                </c:pt>
                <c:pt idx="447">
                  <c:v>3.1901653366350042</c:v>
                </c:pt>
                <c:pt idx="448">
                  <c:v>3.1995708111334524</c:v>
                </c:pt>
                <c:pt idx="449">
                  <c:v>3.1982346002969324</c:v>
                </c:pt>
                <c:pt idx="450">
                  <c:v>3.1947500176127122</c:v>
                </c:pt>
                <c:pt idx="451">
                  <c:v>3.1992152001086613</c:v>
                </c:pt>
                <c:pt idx="452">
                  <c:v>3.2017145121106112</c:v>
                </c:pt>
                <c:pt idx="453">
                  <c:v>3.1967096467534928</c:v>
                </c:pt>
                <c:pt idx="454">
                  <c:v>3.1965118173640055</c:v>
                </c:pt>
                <c:pt idx="455">
                  <c:v>3.1971510787260549</c:v>
                </c:pt>
                <c:pt idx="456">
                  <c:v>3.1946416676851568</c:v>
                </c:pt>
                <c:pt idx="457">
                  <c:v>3.1942296697030992</c:v>
                </c:pt>
                <c:pt idx="458">
                  <c:v>3.1934444408497118</c:v>
                </c:pt>
                <c:pt idx="459">
                  <c:v>3.1955294380880876</c:v>
                </c:pt>
                <c:pt idx="460">
                  <c:v>3.2017726263610067</c:v>
                </c:pt>
                <c:pt idx="461">
                  <c:v>3.2022931622945254</c:v>
                </c:pt>
                <c:pt idx="462">
                  <c:v>3.2069497981629813</c:v>
                </c:pt>
                <c:pt idx="463">
                  <c:v>3.2019676674971769</c:v>
                </c:pt>
                <c:pt idx="464">
                  <c:v>3.1969750196807669</c:v>
                </c:pt>
                <c:pt idx="465">
                  <c:v>3.1955204298850637</c:v>
                </c:pt>
                <c:pt idx="466">
                  <c:v>3.1973082875201468</c:v>
                </c:pt>
                <c:pt idx="467">
                  <c:v>3.1955919086963096</c:v>
                </c:pt>
                <c:pt idx="468">
                  <c:v>3.1980666809774512</c:v>
                </c:pt>
                <c:pt idx="469">
                  <c:v>3.2007306796254245</c:v>
                </c:pt>
                <c:pt idx="470">
                  <c:v>3.2036620386059234</c:v>
                </c:pt>
                <c:pt idx="471">
                  <c:v>3.2051626013613244</c:v>
                </c:pt>
                <c:pt idx="472">
                  <c:v>3.2019821790781702</c:v>
                </c:pt>
                <c:pt idx="473">
                  <c:v>3.2006282399655155</c:v>
                </c:pt>
                <c:pt idx="474">
                  <c:v>3.2010890693908607</c:v>
                </c:pt>
                <c:pt idx="475">
                  <c:v>3.1998333595403481</c:v>
                </c:pt>
                <c:pt idx="476">
                  <c:v>3.2011571147220907</c:v>
                </c:pt>
                <c:pt idx="477">
                  <c:v>3.200581124742012</c:v>
                </c:pt>
                <c:pt idx="478">
                  <c:v>3.2035772682138561</c:v>
                </c:pt>
                <c:pt idx="479">
                  <c:v>3.2033035291889109</c:v>
                </c:pt>
                <c:pt idx="480">
                  <c:v>3.2057295340143468</c:v>
                </c:pt>
                <c:pt idx="481">
                  <c:v>3.2066243262554996</c:v>
                </c:pt>
                <c:pt idx="482">
                  <c:v>3.2042350439108742</c:v>
                </c:pt>
                <c:pt idx="483">
                  <c:v>3.2069657467519743</c:v>
                </c:pt>
                <c:pt idx="484">
                  <c:v>3.2057843472189553</c:v>
                </c:pt>
                <c:pt idx="485">
                  <c:v>3.2024002455503622</c:v>
                </c:pt>
                <c:pt idx="486">
                  <c:v>3.2026304383873945</c:v>
                </c:pt>
                <c:pt idx="487">
                  <c:v>3.2040408141758903</c:v>
                </c:pt>
                <c:pt idx="488">
                  <c:v>3.206647267847428</c:v>
                </c:pt>
                <c:pt idx="489">
                  <c:v>3.2054576047752321</c:v>
                </c:pt>
                <c:pt idx="490">
                  <c:v>3.205848589859591</c:v>
                </c:pt>
                <c:pt idx="491">
                  <c:v>3.2082509741261416</c:v>
                </c:pt>
                <c:pt idx="492">
                  <c:v>3.2112256496527078</c:v>
                </c:pt>
                <c:pt idx="493">
                  <c:v>3.2100575767784876</c:v>
                </c:pt>
                <c:pt idx="494">
                  <c:v>3.2115805567397775</c:v>
                </c:pt>
                <c:pt idx="495">
                  <c:v>3.2128213658815619</c:v>
                </c:pt>
                <c:pt idx="496">
                  <c:v>3.2119496377079879</c:v>
                </c:pt>
                <c:pt idx="497">
                  <c:v>3.2114495256296878</c:v>
                </c:pt>
                <c:pt idx="498">
                  <c:v>3.214636495455188</c:v>
                </c:pt>
                <c:pt idx="499">
                  <c:v>3.2153875827345617</c:v>
                </c:pt>
                <c:pt idx="500">
                  <c:v>3.2179492549085578</c:v>
                </c:pt>
                <c:pt idx="501">
                  <c:v>3.2151073596346285</c:v>
                </c:pt>
                <c:pt idx="502">
                  <c:v>3.214316430907143</c:v>
                </c:pt>
                <c:pt idx="503">
                  <c:v>3.21717382589086</c:v>
                </c:pt>
                <c:pt idx="504">
                  <c:v>3.2214924005737435</c:v>
                </c:pt>
                <c:pt idx="505">
                  <c:v>3.2259721841292563</c:v>
                </c:pt>
                <c:pt idx="506">
                  <c:v>3.230518375647347</c:v>
                </c:pt>
                <c:pt idx="507">
                  <c:v>3.2443999157329473</c:v>
                </c:pt>
                <c:pt idx="508">
                  <c:v>3.2598467873842489</c:v>
                </c:pt>
                <c:pt idx="509">
                  <c:v>3.2824703278835363</c:v>
                </c:pt>
                <c:pt idx="510">
                  <c:v>3.3116575454095005</c:v>
                </c:pt>
                <c:pt idx="511">
                  <c:v>3.3428303619678204</c:v>
                </c:pt>
                <c:pt idx="512">
                  <c:v>3.3696370809125811</c:v>
                </c:pt>
                <c:pt idx="513">
                  <c:v>3.3879209880515524</c:v>
                </c:pt>
                <c:pt idx="514">
                  <c:v>3.397599846336103</c:v>
                </c:pt>
                <c:pt idx="515">
                  <c:v>3.3971261533258552</c:v>
                </c:pt>
                <c:pt idx="516">
                  <c:v>3.389198730142013</c:v>
                </c:pt>
                <c:pt idx="517">
                  <c:v>3.3709182665902717</c:v>
                </c:pt>
                <c:pt idx="518">
                  <c:v>3.3499617742792118</c:v>
                </c:pt>
                <c:pt idx="519">
                  <c:v>3.3303376267953553</c:v>
                </c:pt>
                <c:pt idx="520">
                  <c:v>3.3125348230380478</c:v>
                </c:pt>
                <c:pt idx="521">
                  <c:v>3.2973875862827882</c:v>
                </c:pt>
                <c:pt idx="522">
                  <c:v>3.2919281021603126</c:v>
                </c:pt>
                <c:pt idx="523">
                  <c:v>3.2848080670045214</c:v>
                </c:pt>
                <c:pt idx="524">
                  <c:v>3.2819476636383142</c:v>
                </c:pt>
                <c:pt idx="525">
                  <c:v>3.284029759214488</c:v>
                </c:pt>
                <c:pt idx="526">
                  <c:v>3.285865828557148</c:v>
                </c:pt>
                <c:pt idx="527">
                  <c:v>3.2892667514537459</c:v>
                </c:pt>
                <c:pt idx="528">
                  <c:v>3.2921797789209388</c:v>
                </c:pt>
                <c:pt idx="529">
                  <c:v>3.2975042592037198</c:v>
                </c:pt>
                <c:pt idx="530">
                  <c:v>3.3091973877137528</c:v>
                </c:pt>
                <c:pt idx="531">
                  <c:v>3.3123944445387257</c:v>
                </c:pt>
                <c:pt idx="532">
                  <c:v>3.3202852344230571</c:v>
                </c:pt>
                <c:pt idx="533">
                  <c:v>3.3316640357152889</c:v>
                </c:pt>
                <c:pt idx="534">
                  <c:v>3.337520883168636</c:v>
                </c:pt>
                <c:pt idx="535">
                  <c:v>3.3436045127202307</c:v>
                </c:pt>
                <c:pt idx="536">
                  <c:v>3.3540110523549305</c:v>
                </c:pt>
                <c:pt idx="537">
                  <c:v>3.367079389791777</c:v>
                </c:pt>
                <c:pt idx="538">
                  <c:v>3.3838872536817282</c:v>
                </c:pt>
                <c:pt idx="539">
                  <c:v>3.4054083611211166</c:v>
                </c:pt>
                <c:pt idx="540">
                  <c:v>3.4304261935758724</c:v>
                </c:pt>
                <c:pt idx="541">
                  <c:v>3.4549047526602568</c:v>
                </c:pt>
                <c:pt idx="542">
                  <c:v>3.4847367010373453</c:v>
                </c:pt>
                <c:pt idx="543">
                  <c:v>3.5174864712682687</c:v>
                </c:pt>
                <c:pt idx="544">
                  <c:v>3.5510764577579907</c:v>
                </c:pt>
                <c:pt idx="545">
                  <c:v>3.5778589669527503</c:v>
                </c:pt>
                <c:pt idx="546">
                  <c:v>3.6129417389940488</c:v>
                </c:pt>
                <c:pt idx="547">
                  <c:v>3.6472766628207567</c:v>
                </c:pt>
                <c:pt idx="548">
                  <c:v>3.6692411178470135</c:v>
                </c:pt>
                <c:pt idx="549">
                  <c:v>3.6912852129624691</c:v>
                </c:pt>
                <c:pt idx="550">
                  <c:v>3.7165252614329569</c:v>
                </c:pt>
                <c:pt idx="551">
                  <c:v>3.723961279011462</c:v>
                </c:pt>
                <c:pt idx="552">
                  <c:v>3.7242855850220931</c:v>
                </c:pt>
                <c:pt idx="553">
                  <c:v>3.7185624952484204</c:v>
                </c:pt>
                <c:pt idx="554">
                  <c:v>3.7013154122712097</c:v>
                </c:pt>
                <c:pt idx="555">
                  <c:v>3.6611628427120801</c:v>
                </c:pt>
                <c:pt idx="556">
                  <c:v>3.6265763277387917</c:v>
                </c:pt>
                <c:pt idx="557">
                  <c:v>3.5970068720302861</c:v>
                </c:pt>
                <c:pt idx="558">
                  <c:v>3.5399312972004515</c:v>
                </c:pt>
                <c:pt idx="559">
                  <c:v>3.485351105490432</c:v>
                </c:pt>
                <c:pt idx="560">
                  <c:v>3.4497046125119653</c:v>
                </c:pt>
                <c:pt idx="561">
                  <c:v>3.4145135862643716</c:v>
                </c:pt>
                <c:pt idx="562">
                  <c:v>3.3785624404554313</c:v>
                </c:pt>
                <c:pt idx="563">
                  <c:v>3.3459453244342416</c:v>
                </c:pt>
                <c:pt idx="564">
                  <c:v>3.3183384185540636</c:v>
                </c:pt>
                <c:pt idx="565">
                  <c:v>3.2955175757267665</c:v>
                </c:pt>
                <c:pt idx="566">
                  <c:v>3.2788470129867759</c:v>
                </c:pt>
                <c:pt idx="567">
                  <c:v>3.2586320001564646</c:v>
                </c:pt>
                <c:pt idx="568">
                  <c:v>3.2439108169505464</c:v>
                </c:pt>
                <c:pt idx="569">
                  <c:v>3.2366432426316556</c:v>
                </c:pt>
                <c:pt idx="570">
                  <c:v>3.2242927647112141</c:v>
                </c:pt>
                <c:pt idx="571">
                  <c:v>3.2410404823548689</c:v>
                </c:pt>
                <c:pt idx="572">
                  <c:v>3.2419261834543893</c:v>
                </c:pt>
                <c:pt idx="573">
                  <c:v>3.2159107820675787</c:v>
                </c:pt>
                <c:pt idx="574">
                  <c:v>3.2115647395445652</c:v>
                </c:pt>
                <c:pt idx="575">
                  <c:v>3.215030717226163</c:v>
                </c:pt>
                <c:pt idx="576">
                  <c:v>3.2206846843585115</c:v>
                </c:pt>
                <c:pt idx="577">
                  <c:v>3.2249792561920079</c:v>
                </c:pt>
                <c:pt idx="578">
                  <c:v>3.2071522171193925</c:v>
                </c:pt>
                <c:pt idx="579">
                  <c:v>3.1678392567916864</c:v>
                </c:pt>
                <c:pt idx="580">
                  <c:v>3.131132811967885</c:v>
                </c:pt>
                <c:pt idx="581">
                  <c:v>3.1365487756163888</c:v>
                </c:pt>
                <c:pt idx="582">
                  <c:v>3.1590547394909141</c:v>
                </c:pt>
                <c:pt idx="583">
                  <c:v>3.1899405944103387</c:v>
                </c:pt>
                <c:pt idx="584">
                  <c:v>3.0686433567646931</c:v>
                </c:pt>
                <c:pt idx="585">
                  <c:v>3.0951628691192568</c:v>
                </c:pt>
                <c:pt idx="586">
                  <c:v>3.2252028325198228</c:v>
                </c:pt>
                <c:pt idx="587">
                  <c:v>3.3429678010515236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6-1251-45ED-B486-8EADCA04E34F}"/>
            </c:ext>
          </c:extLst>
        </c:ser>
        <c:ser>
          <c:idx val="23"/>
          <c:order val="23"/>
          <c:tx>
            <c:strRef>
              <c:f>'Fully separated 3%'!$V$1</c:f>
              <c:strCache>
                <c:ptCount val="1"/>
                <c:pt idx="0">
                  <c:v>3F_1/O-PTIR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3%'!$A$2:$A$589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3%'!$V$2:$V$589</c:f>
              <c:numCache>
                <c:formatCode>General</c:formatCode>
                <c:ptCount val="588"/>
                <c:pt idx="0">
                  <c:v>1.9950830808548761</c:v>
                </c:pt>
                <c:pt idx="1">
                  <c:v>2.0278221239275083</c:v>
                </c:pt>
                <c:pt idx="2">
                  <c:v>2.0515822076380714</c:v>
                </c:pt>
                <c:pt idx="3">
                  <c:v>2.054947145923042</c:v>
                </c:pt>
                <c:pt idx="4">
                  <c:v>2.0814393739033825</c:v>
                </c:pt>
                <c:pt idx="5">
                  <c:v>2.0767662486898182</c:v>
                </c:pt>
                <c:pt idx="6">
                  <c:v>2.0678854014189278</c:v>
                </c:pt>
                <c:pt idx="7">
                  <c:v>2.06106753169502</c:v>
                </c:pt>
                <c:pt idx="8">
                  <c:v>2.0539837687361686</c:v>
                </c:pt>
                <c:pt idx="9">
                  <c:v>2.0563326074072612</c:v>
                </c:pt>
                <c:pt idx="10">
                  <c:v>2.0584232079355771</c:v>
                </c:pt>
                <c:pt idx="11">
                  <c:v>2.0713407572152698</c:v>
                </c:pt>
                <c:pt idx="12">
                  <c:v>2.0805715053784293</c:v>
                </c:pt>
                <c:pt idx="13">
                  <c:v>2.0920179913179209</c:v>
                </c:pt>
                <c:pt idx="14">
                  <c:v>2.1011883068628765</c:v>
                </c:pt>
                <c:pt idx="15">
                  <c:v>2.1057801352914849</c:v>
                </c:pt>
                <c:pt idx="16">
                  <c:v>2.099621834039012</c:v>
                </c:pt>
                <c:pt idx="17">
                  <c:v>2.0916468736250953</c:v>
                </c:pt>
                <c:pt idx="18">
                  <c:v>2.0846931554013683</c:v>
                </c:pt>
                <c:pt idx="19">
                  <c:v>2.0823927047001027</c:v>
                </c:pt>
                <c:pt idx="20">
                  <c:v>2.0849781055548164</c:v>
                </c:pt>
                <c:pt idx="21">
                  <c:v>2.0849540456442139</c:v>
                </c:pt>
                <c:pt idx="22">
                  <c:v>2.0883515327639706</c:v>
                </c:pt>
                <c:pt idx="23">
                  <c:v>2.0860861544331533</c:v>
                </c:pt>
                <c:pt idx="24">
                  <c:v>2.0813144019524628</c:v>
                </c:pt>
                <c:pt idx="25">
                  <c:v>2.0777463429229739</c:v>
                </c:pt>
                <c:pt idx="26">
                  <c:v>2.0733962596602562</c:v>
                </c:pt>
                <c:pt idx="27">
                  <c:v>2.0684242332183627</c:v>
                </c:pt>
                <c:pt idx="28">
                  <c:v>2.0649311088722784</c:v>
                </c:pt>
                <c:pt idx="29">
                  <c:v>2.0635239089833339</c:v>
                </c:pt>
                <c:pt idx="30">
                  <c:v>2.0657498878330638</c:v>
                </c:pt>
                <c:pt idx="31">
                  <c:v>2.0763482086614151</c:v>
                </c:pt>
                <c:pt idx="32">
                  <c:v>2.0902015892852921</c:v>
                </c:pt>
                <c:pt idx="33">
                  <c:v>2.1003396274941051</c:v>
                </c:pt>
                <c:pt idx="34">
                  <c:v>2.1024524917045837</c:v>
                </c:pt>
                <c:pt idx="35">
                  <c:v>2.0981436078246616</c:v>
                </c:pt>
                <c:pt idx="36">
                  <c:v>2.0958598925360232</c:v>
                </c:pt>
                <c:pt idx="37">
                  <c:v>2.097601624360601</c:v>
                </c:pt>
                <c:pt idx="38">
                  <c:v>2.1030258375376096</c:v>
                </c:pt>
                <c:pt idx="39">
                  <c:v>2.1120388269801058</c:v>
                </c:pt>
                <c:pt idx="40">
                  <c:v>2.1334880572921788</c:v>
                </c:pt>
                <c:pt idx="41">
                  <c:v>2.1808886965467389</c:v>
                </c:pt>
                <c:pt idx="42">
                  <c:v>2.2505190181875578</c:v>
                </c:pt>
                <c:pt idx="43">
                  <c:v>2.3382320633697042</c:v>
                </c:pt>
                <c:pt idx="44">
                  <c:v>2.3816834537989169</c:v>
                </c:pt>
                <c:pt idx="45">
                  <c:v>2.3921427781360918</c:v>
                </c:pt>
                <c:pt idx="46">
                  <c:v>2.3722492947030043</c:v>
                </c:pt>
                <c:pt idx="47">
                  <c:v>2.3537146268623022</c:v>
                </c:pt>
                <c:pt idx="48">
                  <c:v>2.3377814561401706</c:v>
                </c:pt>
                <c:pt idx="49">
                  <c:v>2.271572402361282</c:v>
                </c:pt>
                <c:pt idx="50">
                  <c:v>2.1747598622565341</c:v>
                </c:pt>
                <c:pt idx="51">
                  <c:v>2.1078218042061923</c:v>
                </c:pt>
                <c:pt idx="52">
                  <c:v>2.0774860844823611</c:v>
                </c:pt>
                <c:pt idx="53">
                  <c:v>2.0671430778748263</c:v>
                </c:pt>
                <c:pt idx="54">
                  <c:v>2.0653972981080373</c:v>
                </c:pt>
                <c:pt idx="55">
                  <c:v>2.0668172148535469</c:v>
                </c:pt>
                <c:pt idx="56">
                  <c:v>2.0686279306660817</c:v>
                </c:pt>
                <c:pt idx="57">
                  <c:v>2.0718529504694083</c:v>
                </c:pt>
                <c:pt idx="58">
                  <c:v>2.0765257083560926</c:v>
                </c:pt>
                <c:pt idx="59">
                  <c:v>2.0819351109133222</c:v>
                </c:pt>
                <c:pt idx="60">
                  <c:v>2.088329698854257</c:v>
                </c:pt>
                <c:pt idx="61">
                  <c:v>2.0966884497383393</c:v>
                </c:pt>
                <c:pt idx="62">
                  <c:v>2.1102692811642174</c:v>
                </c:pt>
                <c:pt idx="63">
                  <c:v>2.1329751073446683</c:v>
                </c:pt>
                <c:pt idx="64">
                  <c:v>2.1741891538305023</c:v>
                </c:pt>
                <c:pt idx="65">
                  <c:v>2.22584756710298</c:v>
                </c:pt>
                <c:pt idx="66">
                  <c:v>2.2607370234580229</c:v>
                </c:pt>
                <c:pt idx="67">
                  <c:v>2.2749848102988808</c:v>
                </c:pt>
                <c:pt idx="68">
                  <c:v>2.2748570980894409</c:v>
                </c:pt>
                <c:pt idx="69">
                  <c:v>2.2538185539216462</c:v>
                </c:pt>
                <c:pt idx="70">
                  <c:v>2.2123952780452893</c:v>
                </c:pt>
                <c:pt idx="71">
                  <c:v>2.1702831761115511</c:v>
                </c:pt>
                <c:pt idx="72">
                  <c:v>2.1340075162719927</c:v>
                </c:pt>
                <c:pt idx="73">
                  <c:v>2.1068403067843571</c:v>
                </c:pt>
                <c:pt idx="74">
                  <c:v>2.0866543723829425</c:v>
                </c:pt>
                <c:pt idx="75">
                  <c:v>2.0727873271991504</c:v>
                </c:pt>
                <c:pt idx="76">
                  <c:v>2.0633428462179255</c:v>
                </c:pt>
                <c:pt idx="77">
                  <c:v>2.0575543917072752</c:v>
                </c:pt>
                <c:pt idx="78">
                  <c:v>2.0540010992183402</c:v>
                </c:pt>
                <c:pt idx="79">
                  <c:v>2.0521186407929841</c:v>
                </c:pt>
                <c:pt idx="80">
                  <c:v>2.050728940356576</c:v>
                </c:pt>
                <c:pt idx="81">
                  <c:v>2.0494225680227669</c:v>
                </c:pt>
                <c:pt idx="82">
                  <c:v>2.0464098925419005</c:v>
                </c:pt>
                <c:pt idx="83">
                  <c:v>2.0447725439966504</c:v>
                </c:pt>
                <c:pt idx="84">
                  <c:v>2.0435628300578941</c:v>
                </c:pt>
                <c:pt idx="85">
                  <c:v>2.0427903122443039</c:v>
                </c:pt>
                <c:pt idx="86">
                  <c:v>2.0429602486785341</c:v>
                </c:pt>
                <c:pt idx="87">
                  <c:v>2.0437957152994524</c:v>
                </c:pt>
                <c:pt idx="88">
                  <c:v>2.0450096792102035</c:v>
                </c:pt>
                <c:pt idx="89">
                  <c:v>2.045659447400495</c:v>
                </c:pt>
                <c:pt idx="90">
                  <c:v>2.0446753639974284</c:v>
                </c:pt>
                <c:pt idx="91">
                  <c:v>2.0413819222162704</c:v>
                </c:pt>
                <c:pt idx="92">
                  <c:v>2.0388514881557946</c:v>
                </c:pt>
                <c:pt idx="93">
                  <c:v>2.036397469106046</c:v>
                </c:pt>
                <c:pt idx="94">
                  <c:v>2.0331046517805831</c:v>
                </c:pt>
                <c:pt idx="95">
                  <c:v>2.0315541135967483</c:v>
                </c:pt>
                <c:pt idx="96">
                  <c:v>2.0298269848522623</c:v>
                </c:pt>
                <c:pt idx="97">
                  <c:v>2.0275884397499873</c:v>
                </c:pt>
                <c:pt idx="98">
                  <c:v>2.0284530904914764</c:v>
                </c:pt>
                <c:pt idx="99">
                  <c:v>2.0288586524257854</c:v>
                </c:pt>
                <c:pt idx="100">
                  <c:v>2.0295082791952286</c:v>
                </c:pt>
                <c:pt idx="101">
                  <c:v>2.0318813724601696</c:v>
                </c:pt>
                <c:pt idx="102">
                  <c:v>2.0344992303179499</c:v>
                </c:pt>
                <c:pt idx="103">
                  <c:v>2.0372997414665264</c:v>
                </c:pt>
                <c:pt idx="104">
                  <c:v>2.0422409124505476</c:v>
                </c:pt>
                <c:pt idx="105">
                  <c:v>2.0484361337276717</c:v>
                </c:pt>
                <c:pt idx="106">
                  <c:v>2.0570875853623587</c:v>
                </c:pt>
                <c:pt idx="107">
                  <c:v>2.0688094268772077</c:v>
                </c:pt>
                <c:pt idx="108">
                  <c:v>2.0843051700582396</c:v>
                </c:pt>
                <c:pt idx="109">
                  <c:v>2.0993276419412767</c:v>
                </c:pt>
                <c:pt idx="110">
                  <c:v>2.1039204841920727</c:v>
                </c:pt>
                <c:pt idx="111">
                  <c:v>2.0933525266035753</c:v>
                </c:pt>
                <c:pt idx="112">
                  <c:v>2.0766246294847228</c:v>
                </c:pt>
                <c:pt idx="113">
                  <c:v>2.0649581661702165</c:v>
                </c:pt>
                <c:pt idx="114">
                  <c:v>2.0611153466349155</c:v>
                </c:pt>
                <c:pt idx="115">
                  <c:v>2.0611883675452773</c:v>
                </c:pt>
                <c:pt idx="116">
                  <c:v>2.0618495889876689</c:v>
                </c:pt>
                <c:pt idx="117">
                  <c:v>2.0654589355584054</c:v>
                </c:pt>
                <c:pt idx="118">
                  <c:v>2.0704157693605656</c:v>
                </c:pt>
                <c:pt idx="119">
                  <c:v>2.0774216994269348</c:v>
                </c:pt>
                <c:pt idx="120">
                  <c:v>2.0899783941268133</c:v>
                </c:pt>
                <c:pt idx="121">
                  <c:v>2.1074655632519836</c:v>
                </c:pt>
                <c:pt idx="122">
                  <c:v>2.1250875560349805</c:v>
                </c:pt>
                <c:pt idx="123">
                  <c:v>2.1355602510705669</c:v>
                </c:pt>
                <c:pt idx="124">
                  <c:v>2.1351765120261641</c:v>
                </c:pt>
                <c:pt idx="125">
                  <c:v>2.1267299479782853</c:v>
                </c:pt>
                <c:pt idx="126">
                  <c:v>2.116283164180774</c:v>
                </c:pt>
                <c:pt idx="127">
                  <c:v>2.110888822025601</c:v>
                </c:pt>
                <c:pt idx="128">
                  <c:v>2.1071993320763109</c:v>
                </c:pt>
                <c:pt idx="129">
                  <c:v>2.1035178351599173</c:v>
                </c:pt>
                <c:pt idx="130">
                  <c:v>2.1027322698955695</c:v>
                </c:pt>
                <c:pt idx="131">
                  <c:v>2.0993190244526856</c:v>
                </c:pt>
                <c:pt idx="132">
                  <c:v>2.0954495443324754</c:v>
                </c:pt>
                <c:pt idx="133">
                  <c:v>2.0922797337591268</c:v>
                </c:pt>
                <c:pt idx="134">
                  <c:v>2.0840177882008488</c:v>
                </c:pt>
                <c:pt idx="135">
                  <c:v>2.0760048168014489</c:v>
                </c:pt>
                <c:pt idx="136">
                  <c:v>2.0719935705453913</c:v>
                </c:pt>
                <c:pt idx="137">
                  <c:v>2.0678414911637608</c:v>
                </c:pt>
                <c:pt idx="138">
                  <c:v>2.0668167373286037</c:v>
                </c:pt>
                <c:pt idx="139">
                  <c:v>2.0655366619260929</c:v>
                </c:pt>
                <c:pt idx="140">
                  <c:v>2.0643677837165226</c:v>
                </c:pt>
                <c:pt idx="141">
                  <c:v>2.0632961957042384</c:v>
                </c:pt>
                <c:pt idx="142">
                  <c:v>2.0619259342062897</c:v>
                </c:pt>
                <c:pt idx="143">
                  <c:v>2.0621211243634812</c:v>
                </c:pt>
                <c:pt idx="144">
                  <c:v>2.0591696675803406</c:v>
                </c:pt>
                <c:pt idx="145">
                  <c:v>2.0552042086198039</c:v>
                </c:pt>
                <c:pt idx="146">
                  <c:v>2.0515432416027015</c:v>
                </c:pt>
                <c:pt idx="147">
                  <c:v>2.0502350142681514</c:v>
                </c:pt>
                <c:pt idx="148">
                  <c:v>2.0515810505584016</c:v>
                </c:pt>
                <c:pt idx="149">
                  <c:v>2.0502425628355234</c:v>
                </c:pt>
                <c:pt idx="150">
                  <c:v>2.0485335745289781</c:v>
                </c:pt>
                <c:pt idx="151">
                  <c:v>2.0472118111989208</c:v>
                </c:pt>
                <c:pt idx="152">
                  <c:v>2.048547345613688</c:v>
                </c:pt>
                <c:pt idx="153">
                  <c:v>2.0504610121307203</c:v>
                </c:pt>
                <c:pt idx="154">
                  <c:v>2.0522334561556872</c:v>
                </c:pt>
                <c:pt idx="155">
                  <c:v>2.0513950325533896</c:v>
                </c:pt>
                <c:pt idx="156">
                  <c:v>2.0522254594495219</c:v>
                </c:pt>
                <c:pt idx="157">
                  <c:v>2.0526492407970509</c:v>
                </c:pt>
                <c:pt idx="158">
                  <c:v>2.0513820475482016</c:v>
                </c:pt>
                <c:pt idx="159">
                  <c:v>2.0496764386489468</c:v>
                </c:pt>
                <c:pt idx="160">
                  <c:v>2.0487896013639406</c:v>
                </c:pt>
                <c:pt idx="161">
                  <c:v>2.0473040028991201</c:v>
                </c:pt>
                <c:pt idx="162">
                  <c:v>2.0446088704857139</c:v>
                </c:pt>
                <c:pt idx="163">
                  <c:v>2.0457002904762187</c:v>
                </c:pt>
                <c:pt idx="164">
                  <c:v>2.0467975032116121</c:v>
                </c:pt>
                <c:pt idx="165">
                  <c:v>2.0481126142518833</c:v>
                </c:pt>
                <c:pt idx="166">
                  <c:v>2.0514381420359595</c:v>
                </c:pt>
                <c:pt idx="167">
                  <c:v>2.0532371511408467</c:v>
                </c:pt>
                <c:pt idx="168">
                  <c:v>2.0565161202429554</c:v>
                </c:pt>
                <c:pt idx="169">
                  <c:v>2.0609211996860619</c:v>
                </c:pt>
                <c:pt idx="170">
                  <c:v>2.0663104580372234</c:v>
                </c:pt>
                <c:pt idx="171">
                  <c:v>2.0711579459739147</c:v>
                </c:pt>
                <c:pt idx="172">
                  <c:v>2.073347111323788</c:v>
                </c:pt>
                <c:pt idx="173">
                  <c:v>2.0737480853453736</c:v>
                </c:pt>
                <c:pt idx="174">
                  <c:v>2.0737619262221902</c:v>
                </c:pt>
                <c:pt idx="175">
                  <c:v>2.073558008378344</c:v>
                </c:pt>
                <c:pt idx="176">
                  <c:v>2.0757799833650878</c:v>
                </c:pt>
                <c:pt idx="177">
                  <c:v>2.0781040017589367</c:v>
                </c:pt>
                <c:pt idx="178">
                  <c:v>2.0795047881205662</c:v>
                </c:pt>
                <c:pt idx="179">
                  <c:v>2.0791209021454118</c:v>
                </c:pt>
                <c:pt idx="180">
                  <c:v>2.0796029378627496</c:v>
                </c:pt>
                <c:pt idx="181">
                  <c:v>2.0815118107640056</c:v>
                </c:pt>
                <c:pt idx="182">
                  <c:v>2.0831580890256949</c:v>
                </c:pt>
                <c:pt idx="183">
                  <c:v>2.0826544985670727</c:v>
                </c:pt>
                <c:pt idx="184">
                  <c:v>2.0821349220426573</c:v>
                </c:pt>
                <c:pt idx="185">
                  <c:v>2.0832386511568917</c:v>
                </c:pt>
                <c:pt idx="186">
                  <c:v>2.0874427366781116</c:v>
                </c:pt>
                <c:pt idx="187">
                  <c:v>2.0925191500726013</c:v>
                </c:pt>
                <c:pt idx="188">
                  <c:v>2.0950290652535926</c:v>
                </c:pt>
                <c:pt idx="189">
                  <c:v>2.0955520432249113</c:v>
                </c:pt>
                <c:pt idx="190">
                  <c:v>2.0944829383423316</c:v>
                </c:pt>
                <c:pt idx="191">
                  <c:v>2.0922657753377081</c:v>
                </c:pt>
                <c:pt idx="192">
                  <c:v>2.0921609108601689</c:v>
                </c:pt>
                <c:pt idx="193">
                  <c:v>2.0972323286090977</c:v>
                </c:pt>
                <c:pt idx="194">
                  <c:v>2.108397265842044</c:v>
                </c:pt>
                <c:pt idx="195">
                  <c:v>2.1219420918872007</c:v>
                </c:pt>
                <c:pt idx="196">
                  <c:v>2.1321356772667208</c:v>
                </c:pt>
                <c:pt idx="197">
                  <c:v>2.1352001531841243</c:v>
                </c:pt>
                <c:pt idx="198">
                  <c:v>2.1272361097250636</c:v>
                </c:pt>
                <c:pt idx="199">
                  <c:v>2.1155647462699863</c:v>
                </c:pt>
                <c:pt idx="200">
                  <c:v>2.1039300199978626</c:v>
                </c:pt>
                <c:pt idx="201">
                  <c:v>2.0935765151881141</c:v>
                </c:pt>
                <c:pt idx="202">
                  <c:v>2.0878678293826005</c:v>
                </c:pt>
                <c:pt idx="203">
                  <c:v>2.0940779237250728</c:v>
                </c:pt>
                <c:pt idx="204">
                  <c:v>2.1085408171865248</c:v>
                </c:pt>
                <c:pt idx="205">
                  <c:v>2.1252344280144517</c:v>
                </c:pt>
                <c:pt idx="206">
                  <c:v>2.1380513297291808</c:v>
                </c:pt>
                <c:pt idx="207">
                  <c:v>2.1467670415281548</c:v>
                </c:pt>
                <c:pt idx="208">
                  <c:v>2.1564934018101161</c:v>
                </c:pt>
                <c:pt idx="209">
                  <c:v>2.162427420616547</c:v>
                </c:pt>
                <c:pt idx="210">
                  <c:v>2.1715996756474261</c:v>
                </c:pt>
                <c:pt idx="211">
                  <c:v>2.1859033108670332</c:v>
                </c:pt>
                <c:pt idx="212">
                  <c:v>2.1943001682415875</c:v>
                </c:pt>
                <c:pt idx="213">
                  <c:v>2.188731242967159</c:v>
                </c:pt>
                <c:pt idx="214">
                  <c:v>2.1934976471684853</c:v>
                </c:pt>
                <c:pt idx="215">
                  <c:v>2.2183015857119357</c:v>
                </c:pt>
                <c:pt idx="216">
                  <c:v>2.2277896537006741</c:v>
                </c:pt>
                <c:pt idx="217">
                  <c:v>2.2372413269421974</c:v>
                </c:pt>
                <c:pt idx="218">
                  <c:v>2.2337982545567043</c:v>
                </c:pt>
                <c:pt idx="219">
                  <c:v>2.1985007421178402</c:v>
                </c:pt>
                <c:pt idx="220">
                  <c:v>2.1684650843752777</c:v>
                </c:pt>
                <c:pt idx="221">
                  <c:v>2.1516190475854629</c:v>
                </c:pt>
                <c:pt idx="222">
                  <c:v>2.1341369916504545</c:v>
                </c:pt>
                <c:pt idx="223">
                  <c:v>2.1166469353360111</c:v>
                </c:pt>
                <c:pt idx="224">
                  <c:v>2.0977378512071061</c:v>
                </c:pt>
                <c:pt idx="225">
                  <c:v>2.0817879671119606</c:v>
                </c:pt>
                <c:pt idx="226">
                  <c:v>2.0665712821612314</c:v>
                </c:pt>
                <c:pt idx="227">
                  <c:v>2.0568101764297446</c:v>
                </c:pt>
                <c:pt idx="228">
                  <c:v>2.0508059908428051</c:v>
                </c:pt>
                <c:pt idx="229">
                  <c:v>2.0458284324581077</c:v>
                </c:pt>
                <c:pt idx="230">
                  <c:v>2.0428355852821931</c:v>
                </c:pt>
                <c:pt idx="231">
                  <c:v>2.0400409513636877</c:v>
                </c:pt>
                <c:pt idx="232">
                  <c:v>2.0384302229973894</c:v>
                </c:pt>
                <c:pt idx="233">
                  <c:v>2.0362986140962542</c:v>
                </c:pt>
                <c:pt idx="234">
                  <c:v>2.0346103650653213</c:v>
                </c:pt>
                <c:pt idx="235">
                  <c:v>2.0358905727055085</c:v>
                </c:pt>
                <c:pt idx="236">
                  <c:v>2.0369471994939938</c:v>
                </c:pt>
                <c:pt idx="237">
                  <c:v>2.037994055387486</c:v>
                </c:pt>
                <c:pt idx="238">
                  <c:v>2.040768310010721</c:v>
                </c:pt>
                <c:pt idx="239">
                  <c:v>2.0450270868310199</c:v>
                </c:pt>
                <c:pt idx="240">
                  <c:v>2.0488477602287607</c:v>
                </c:pt>
                <c:pt idx="241">
                  <c:v>2.0537176771447099</c:v>
                </c:pt>
                <c:pt idx="242">
                  <c:v>2.0638519318866648</c:v>
                </c:pt>
                <c:pt idx="243">
                  <c:v>2.0690468743186083</c:v>
                </c:pt>
                <c:pt idx="244">
                  <c:v>2.0698020616500274</c:v>
                </c:pt>
                <c:pt idx="245">
                  <c:v>2.0679751614151849</c:v>
                </c:pt>
                <c:pt idx="246">
                  <c:v>2.0689051228758366</c:v>
                </c:pt>
                <c:pt idx="247">
                  <c:v>2.0755816341967335</c:v>
                </c:pt>
                <c:pt idx="248">
                  <c:v>2.0920570969375043</c:v>
                </c:pt>
                <c:pt idx="249">
                  <c:v>2.1197304902115319</c:v>
                </c:pt>
                <c:pt idx="250">
                  <c:v>2.1572904423661772</c:v>
                </c:pt>
                <c:pt idx="251">
                  <c:v>2.2055089422643244</c:v>
                </c:pt>
                <c:pt idx="252">
                  <c:v>2.2148167849929394</c:v>
                </c:pt>
                <c:pt idx="253">
                  <c:v>2.2761777704586668</c:v>
                </c:pt>
                <c:pt idx="254">
                  <c:v>2.4269865537204089</c:v>
                </c:pt>
                <c:pt idx="255">
                  <c:v>2.5968693876126077</c:v>
                </c:pt>
                <c:pt idx="256">
                  <c:v>2.7159249073366514</c:v>
                </c:pt>
                <c:pt idx="257">
                  <c:v>2.8132107554720833</c:v>
                </c:pt>
                <c:pt idx="258">
                  <c:v>2.9078674247353073</c:v>
                </c:pt>
                <c:pt idx="259">
                  <c:v>3</c:v>
                </c:pt>
                <c:pt idx="260">
                  <c:v>2.7007900995473451</c:v>
                </c:pt>
                <c:pt idx="261">
                  <c:v>2.3972704850560249</c:v>
                </c:pt>
                <c:pt idx="262">
                  <c:v>2.1859374428806695</c:v>
                </c:pt>
                <c:pt idx="263">
                  <c:v>2.1239825045439802</c:v>
                </c:pt>
                <c:pt idx="264">
                  <c:v>2.1008637956045133</c:v>
                </c:pt>
                <c:pt idx="265">
                  <c:v>2.088764812236017</c:v>
                </c:pt>
                <c:pt idx="266">
                  <c:v>2.0842667623597264</c:v>
                </c:pt>
                <c:pt idx="267">
                  <c:v>2.085920343079779</c:v>
                </c:pt>
                <c:pt idx="268">
                  <c:v>2.0863871347316203</c:v>
                </c:pt>
                <c:pt idx="269">
                  <c:v>2.1073640487955849</c:v>
                </c:pt>
                <c:pt idx="270">
                  <c:v>2.1366631867587418</c:v>
                </c:pt>
                <c:pt idx="271">
                  <c:v>2.1510612543725118</c:v>
                </c:pt>
                <c:pt idx="272">
                  <c:v>2.1370386095225933</c:v>
                </c:pt>
                <c:pt idx="273">
                  <c:v>2.1265183383095834</c:v>
                </c:pt>
                <c:pt idx="274">
                  <c:v>2.1411649099038259</c:v>
                </c:pt>
                <c:pt idx="275">
                  <c:v>2.1780966596292708</c:v>
                </c:pt>
                <c:pt idx="276">
                  <c:v>2.2570720709442784</c:v>
                </c:pt>
                <c:pt idx="277">
                  <c:v>2.3919284943277082</c:v>
                </c:pt>
                <c:pt idx="278">
                  <c:v>2.6955141101127236</c:v>
                </c:pt>
                <c:pt idx="279">
                  <c:v>2.6991271372987931</c:v>
                </c:pt>
                <c:pt idx="280">
                  <c:v>2.5300589756528677</c:v>
                </c:pt>
                <c:pt idx="281">
                  <c:v>2.3281605480587562</c:v>
                </c:pt>
                <c:pt idx="282">
                  <c:v>2.1853853505808871</c:v>
                </c:pt>
                <c:pt idx="283">
                  <c:v>2.1193229851180306</c:v>
                </c:pt>
                <c:pt idx="284">
                  <c:v>2.0902770308797893</c:v>
                </c:pt>
                <c:pt idx="285">
                  <c:v>2.0684506440209938</c:v>
                </c:pt>
                <c:pt idx="286">
                  <c:v>2.0731239602445348</c:v>
                </c:pt>
                <c:pt idx="287">
                  <c:v>2.1024934119189522</c:v>
                </c:pt>
                <c:pt idx="288">
                  <c:v>2.1002790846778372</c:v>
                </c:pt>
                <c:pt idx="289">
                  <c:v>2.0766279427731753</c:v>
                </c:pt>
                <c:pt idx="290">
                  <c:v>2.0575145808200825</c:v>
                </c:pt>
                <c:pt idx="291">
                  <c:v>2.0385565944637198</c:v>
                </c:pt>
                <c:pt idx="292">
                  <c:v>2.0264632899687789</c:v>
                </c:pt>
                <c:pt idx="293">
                  <c:v>2.0163950475403261</c:v>
                </c:pt>
                <c:pt idx="294">
                  <c:v>2.0149058354973293</c:v>
                </c:pt>
                <c:pt idx="295">
                  <c:v>2.0167089375419707</c:v>
                </c:pt>
                <c:pt idx="296">
                  <c:v>2.0216297806564842</c:v>
                </c:pt>
                <c:pt idx="297">
                  <c:v>2.0247708350450764</c:v>
                </c:pt>
                <c:pt idx="298">
                  <c:v>2.0262291466326587</c:v>
                </c:pt>
                <c:pt idx="299">
                  <c:v>2.0251447627885293</c:v>
                </c:pt>
                <c:pt idx="300">
                  <c:v>2.0329111623468439</c:v>
                </c:pt>
                <c:pt idx="301">
                  <c:v>2.0315855751439713</c:v>
                </c:pt>
                <c:pt idx="302">
                  <c:v>2.0256929412204117</c:v>
                </c:pt>
                <c:pt idx="303">
                  <c:v>2.0292119566015927</c:v>
                </c:pt>
                <c:pt idx="304">
                  <c:v>2.0337108733693183</c:v>
                </c:pt>
                <c:pt idx="305">
                  <c:v>2.0337971915127153</c:v>
                </c:pt>
                <c:pt idx="306">
                  <c:v>2.0327966298258375</c:v>
                </c:pt>
                <c:pt idx="307">
                  <c:v>2.0290656613253222</c:v>
                </c:pt>
                <c:pt idx="308">
                  <c:v>2.0249723266948845</c:v>
                </c:pt>
                <c:pt idx="309">
                  <c:v>2.0212506423812466</c:v>
                </c:pt>
                <c:pt idx="310">
                  <c:v>2.0171486792424109</c:v>
                </c:pt>
                <c:pt idx="311">
                  <c:v>2.0136570829761444</c:v>
                </c:pt>
                <c:pt idx="312">
                  <c:v>2.0118268079255976</c:v>
                </c:pt>
                <c:pt idx="313">
                  <c:v>2.0190585641292196</c:v>
                </c:pt>
                <c:pt idx="314">
                  <c:v>2.0212029211097056</c:v>
                </c:pt>
                <c:pt idx="315">
                  <c:v>2.0227455966616863</c:v>
                </c:pt>
                <c:pt idx="316">
                  <c:v>2.0239749589152232</c:v>
                </c:pt>
                <c:pt idx="317">
                  <c:v>2.0300237251288848</c:v>
                </c:pt>
                <c:pt idx="318">
                  <c:v>2.0413442932507415</c:v>
                </c:pt>
                <c:pt idx="319">
                  <c:v>2.0491358363339529</c:v>
                </c:pt>
                <c:pt idx="320">
                  <c:v>2.0582960393699183</c:v>
                </c:pt>
                <c:pt idx="321">
                  <c:v>2.0812453959248933</c:v>
                </c:pt>
                <c:pt idx="322">
                  <c:v>2.0981090717514577</c:v>
                </c:pt>
                <c:pt idx="323">
                  <c:v>2.110071578491171</c:v>
                </c:pt>
                <c:pt idx="324">
                  <c:v>2.1041855546148067</c:v>
                </c:pt>
                <c:pt idx="325">
                  <c:v>2.0878585800917762</c:v>
                </c:pt>
                <c:pt idx="326">
                  <c:v>2.0772066295390288</c:v>
                </c:pt>
                <c:pt idx="327">
                  <c:v>2.0781287963232988</c:v>
                </c:pt>
                <c:pt idx="328">
                  <c:v>2.0926605562281062</c:v>
                </c:pt>
                <c:pt idx="329">
                  <c:v>2.0985755695417958</c:v>
                </c:pt>
                <c:pt idx="330">
                  <c:v>2.1361633136481384</c:v>
                </c:pt>
                <c:pt idx="331">
                  <c:v>2.1857840912550457</c:v>
                </c:pt>
                <c:pt idx="332">
                  <c:v>2.1997457745360536</c:v>
                </c:pt>
                <c:pt idx="333">
                  <c:v>2.2017159983727117</c:v>
                </c:pt>
                <c:pt idx="334">
                  <c:v>2.1954388521816686</c:v>
                </c:pt>
                <c:pt idx="335">
                  <c:v>2.1536095184797155</c:v>
                </c:pt>
                <c:pt idx="336">
                  <c:v>2.108108965667455</c:v>
                </c:pt>
                <c:pt idx="337">
                  <c:v>2.0770057898944319</c:v>
                </c:pt>
                <c:pt idx="338">
                  <c:v>2.058310405524173</c:v>
                </c:pt>
                <c:pt idx="339">
                  <c:v>2.0475884498147439</c:v>
                </c:pt>
                <c:pt idx="340">
                  <c:v>2.0396520917825862</c:v>
                </c:pt>
                <c:pt idx="341">
                  <c:v>2.0318896336416881</c:v>
                </c:pt>
                <c:pt idx="342">
                  <c:v>2.0268062594028335</c:v>
                </c:pt>
                <c:pt idx="343">
                  <c:v>2.0235296926185162</c:v>
                </c:pt>
                <c:pt idx="344">
                  <c:v>2.0210418574562476</c:v>
                </c:pt>
                <c:pt idx="345">
                  <c:v>2.0185693214585076</c:v>
                </c:pt>
                <c:pt idx="346">
                  <c:v>2.0168322675417394</c:v>
                </c:pt>
                <c:pt idx="347">
                  <c:v>2.015165918539358</c:v>
                </c:pt>
                <c:pt idx="348">
                  <c:v>2.0147577513391561</c:v>
                </c:pt>
                <c:pt idx="349">
                  <c:v>2.0140249792122371</c:v>
                </c:pt>
                <c:pt idx="350">
                  <c:v>2.0128051435813181</c:v>
                </c:pt>
                <c:pt idx="351">
                  <c:v>2.0127845429716027</c:v>
                </c:pt>
                <c:pt idx="352">
                  <c:v>2.0125287576540636</c:v>
                </c:pt>
                <c:pt idx="353">
                  <c:v>2.0131404827177697</c:v>
                </c:pt>
                <c:pt idx="354">
                  <c:v>2.0123183261863278</c:v>
                </c:pt>
                <c:pt idx="355">
                  <c:v>2.0112016074753196</c:v>
                </c:pt>
                <c:pt idx="356">
                  <c:v>2.0128742901114194</c:v>
                </c:pt>
                <c:pt idx="357">
                  <c:v>2.0150934311712883</c:v>
                </c:pt>
                <c:pt idx="358">
                  <c:v>2.0144125311096479</c:v>
                </c:pt>
                <c:pt idx="359">
                  <c:v>2.0151873713474338</c:v>
                </c:pt>
                <c:pt idx="360">
                  <c:v>2.0189001672689062</c:v>
                </c:pt>
                <c:pt idx="361">
                  <c:v>2.0221522517167094</c:v>
                </c:pt>
                <c:pt idx="362">
                  <c:v>2.0246049116570037</c:v>
                </c:pt>
                <c:pt idx="363">
                  <c:v>2.0257233522127596</c:v>
                </c:pt>
                <c:pt idx="364">
                  <c:v>2.0270040814571155</c:v>
                </c:pt>
                <c:pt idx="365">
                  <c:v>2.0279872869489406</c:v>
                </c:pt>
                <c:pt idx="366">
                  <c:v>2.0279280444698262</c:v>
                </c:pt>
                <c:pt idx="367">
                  <c:v>2.0265185396047141</c:v>
                </c:pt>
                <c:pt idx="368">
                  <c:v>2.0263451613176233</c:v>
                </c:pt>
                <c:pt idx="369">
                  <c:v>2.0247738434522189</c:v>
                </c:pt>
                <c:pt idx="370">
                  <c:v>2.0233133040271132</c:v>
                </c:pt>
                <c:pt idx="371">
                  <c:v>2.0224816686255473</c:v>
                </c:pt>
                <c:pt idx="372">
                  <c:v>2.0220392748250378</c:v>
                </c:pt>
                <c:pt idx="373">
                  <c:v>2.0211864483357975</c:v>
                </c:pt>
                <c:pt idx="374">
                  <c:v>2.0183037477979489</c:v>
                </c:pt>
                <c:pt idx="375">
                  <c:v>2.020768509322286</c:v>
                </c:pt>
                <c:pt idx="376">
                  <c:v>2.0221122920621308</c:v>
                </c:pt>
                <c:pt idx="377">
                  <c:v>2.0236380669043887</c:v>
                </c:pt>
                <c:pt idx="378">
                  <c:v>2.0253145045395136</c:v>
                </c:pt>
                <c:pt idx="379">
                  <c:v>2.0266677312534287</c:v>
                </c:pt>
                <c:pt idx="380">
                  <c:v>2.0308233351364673</c:v>
                </c:pt>
                <c:pt idx="381">
                  <c:v>2.0379310514811264</c:v>
                </c:pt>
                <c:pt idx="382">
                  <c:v>2.0419837469022588</c:v>
                </c:pt>
                <c:pt idx="383">
                  <c:v>2.0590228433533642</c:v>
                </c:pt>
                <c:pt idx="384">
                  <c:v>2.0626139227583864</c:v>
                </c:pt>
                <c:pt idx="385">
                  <c:v>2.0581723310234641</c:v>
                </c:pt>
                <c:pt idx="386">
                  <c:v>2.0474599147930936</c:v>
                </c:pt>
                <c:pt idx="387">
                  <c:v>2.0339102547262038</c:v>
                </c:pt>
                <c:pt idx="388">
                  <c:v>2.0224570981305825</c:v>
                </c:pt>
                <c:pt idx="389">
                  <c:v>2.015517409957015</c:v>
                </c:pt>
                <c:pt idx="390">
                  <c:v>2.0108522318604876</c:v>
                </c:pt>
                <c:pt idx="391">
                  <c:v>2.0082097979978393</c:v>
                </c:pt>
                <c:pt idx="392">
                  <c:v>2.0092820784212915</c:v>
                </c:pt>
                <c:pt idx="393">
                  <c:v>2.0099621198563509</c:v>
                </c:pt>
                <c:pt idx="394">
                  <c:v>2.0120132520297895</c:v>
                </c:pt>
                <c:pt idx="395">
                  <c:v>2.0134284890308551</c:v>
                </c:pt>
                <c:pt idx="396">
                  <c:v>2.0136200132657898</c:v>
                </c:pt>
                <c:pt idx="397">
                  <c:v>2.0141384299555836</c:v>
                </c:pt>
                <c:pt idx="398">
                  <c:v>2.0153652760199963</c:v>
                </c:pt>
                <c:pt idx="399">
                  <c:v>2.0163450745550144</c:v>
                </c:pt>
                <c:pt idx="400">
                  <c:v>2.0216157230568084</c:v>
                </c:pt>
                <c:pt idx="401">
                  <c:v>2.0247432396132594</c:v>
                </c:pt>
                <c:pt idx="402">
                  <c:v>2.0279641875981276</c:v>
                </c:pt>
                <c:pt idx="403">
                  <c:v>2.0324031162131737</c:v>
                </c:pt>
                <c:pt idx="404">
                  <c:v>2.0347386356116179</c:v>
                </c:pt>
                <c:pt idx="405">
                  <c:v>2.0349055415990933</c:v>
                </c:pt>
                <c:pt idx="406">
                  <c:v>2.0332768031958968</c:v>
                </c:pt>
                <c:pt idx="407">
                  <c:v>2.0307275656724624</c:v>
                </c:pt>
                <c:pt idx="408">
                  <c:v>2.030096031588466</c:v>
                </c:pt>
                <c:pt idx="409">
                  <c:v>2.0272302482900493</c:v>
                </c:pt>
                <c:pt idx="410">
                  <c:v>2.0232040940725899</c:v>
                </c:pt>
                <c:pt idx="411">
                  <c:v>2.0195942185511475</c:v>
                </c:pt>
                <c:pt idx="412">
                  <c:v>2.0164155829495209</c:v>
                </c:pt>
                <c:pt idx="413">
                  <c:v>2.0130862900649302</c:v>
                </c:pt>
                <c:pt idx="414">
                  <c:v>2.0117968496636283</c:v>
                </c:pt>
                <c:pt idx="415">
                  <c:v>2.0100548414255739</c:v>
                </c:pt>
                <c:pt idx="416">
                  <c:v>2.0089021852893167</c:v>
                </c:pt>
                <c:pt idx="417">
                  <c:v>2.0105810298338187</c:v>
                </c:pt>
                <c:pt idx="418">
                  <c:v>2.0113226802514137</c:v>
                </c:pt>
                <c:pt idx="419">
                  <c:v>2.0109401790985952</c:v>
                </c:pt>
                <c:pt idx="420">
                  <c:v>2.0110113477631675</c:v>
                </c:pt>
                <c:pt idx="421">
                  <c:v>2.0100498990424112</c:v>
                </c:pt>
                <c:pt idx="422">
                  <c:v>2.0117696665562335</c:v>
                </c:pt>
                <c:pt idx="423">
                  <c:v>2.0116599827500359</c:v>
                </c:pt>
                <c:pt idx="424">
                  <c:v>2.0113351822217553</c:v>
                </c:pt>
                <c:pt idx="425">
                  <c:v>2.0136530772765244</c:v>
                </c:pt>
                <c:pt idx="426">
                  <c:v>2.0145041911041894</c:v>
                </c:pt>
                <c:pt idx="427">
                  <c:v>2.0174767498982358</c:v>
                </c:pt>
                <c:pt idx="428">
                  <c:v>2.0160669309686416</c:v>
                </c:pt>
                <c:pt idx="429">
                  <c:v>2.0190104553278205</c:v>
                </c:pt>
                <c:pt idx="430">
                  <c:v>2.0256704791817342</c:v>
                </c:pt>
                <c:pt idx="431">
                  <c:v>2.0270025037881685</c:v>
                </c:pt>
                <c:pt idx="432">
                  <c:v>2.0284577977854363</c:v>
                </c:pt>
                <c:pt idx="433">
                  <c:v>2.0234658861029251</c:v>
                </c:pt>
                <c:pt idx="434">
                  <c:v>2.0137492241688979</c:v>
                </c:pt>
                <c:pt idx="435">
                  <c:v>1.9865736267719702</c:v>
                </c:pt>
                <c:pt idx="436">
                  <c:v>1.9824236126857191</c:v>
                </c:pt>
                <c:pt idx="437">
                  <c:v>1.9848432113702303</c:v>
                </c:pt>
                <c:pt idx="438">
                  <c:v>1.9827410694313627</c:v>
                </c:pt>
                <c:pt idx="439">
                  <c:v>1.9895447612560417</c:v>
                </c:pt>
                <c:pt idx="440">
                  <c:v>1.9945585959250343</c:v>
                </c:pt>
                <c:pt idx="441">
                  <c:v>1.9943407361894792</c:v>
                </c:pt>
                <c:pt idx="442">
                  <c:v>1.9998035661973939</c:v>
                </c:pt>
                <c:pt idx="443">
                  <c:v>1.9998058517167168</c:v>
                </c:pt>
                <c:pt idx="444">
                  <c:v>1.9986269846983524</c:v>
                </c:pt>
                <c:pt idx="445">
                  <c:v>1.9961059190803569</c:v>
                </c:pt>
                <c:pt idx="446">
                  <c:v>1.9969491702761675</c:v>
                </c:pt>
                <c:pt idx="447">
                  <c:v>2.0000991812419771</c:v>
                </c:pt>
                <c:pt idx="448">
                  <c:v>2.0015517682697221</c:v>
                </c:pt>
                <c:pt idx="449">
                  <c:v>1.9980196124581673</c:v>
                </c:pt>
                <c:pt idx="450">
                  <c:v>1.9985189935803309</c:v>
                </c:pt>
                <c:pt idx="451">
                  <c:v>2.0007944786806564</c:v>
                </c:pt>
                <c:pt idx="452">
                  <c:v>2.0037699531318083</c:v>
                </c:pt>
                <c:pt idx="453">
                  <c:v>2.0015314098661676</c:v>
                </c:pt>
                <c:pt idx="454">
                  <c:v>1.9997131036454334</c:v>
                </c:pt>
                <c:pt idx="455">
                  <c:v>1.99812868489469</c:v>
                </c:pt>
                <c:pt idx="456">
                  <c:v>2.00005627296414</c:v>
                </c:pt>
                <c:pt idx="457">
                  <c:v>2.0029636908344393</c:v>
                </c:pt>
                <c:pt idx="458">
                  <c:v>2.003872998193398</c:v>
                </c:pt>
                <c:pt idx="459">
                  <c:v>2.001306587449613</c:v>
                </c:pt>
                <c:pt idx="460">
                  <c:v>2.0016905726030245</c:v>
                </c:pt>
                <c:pt idx="461">
                  <c:v>2.0024561651570414</c:v>
                </c:pt>
                <c:pt idx="462">
                  <c:v>2.0023555359584218</c:v>
                </c:pt>
                <c:pt idx="463">
                  <c:v>2.000290442465126</c:v>
                </c:pt>
                <c:pt idx="464">
                  <c:v>1.9994416779511321</c:v>
                </c:pt>
                <c:pt idx="465">
                  <c:v>2.0010431525498098</c:v>
                </c:pt>
                <c:pt idx="466">
                  <c:v>2.0021264998434014</c:v>
                </c:pt>
                <c:pt idx="467">
                  <c:v>2.0021939128202106</c:v>
                </c:pt>
                <c:pt idx="468">
                  <c:v>2.0014749871948014</c:v>
                </c:pt>
                <c:pt idx="469">
                  <c:v>2.0010999017977302</c:v>
                </c:pt>
                <c:pt idx="470">
                  <c:v>2.0006052422034428</c:v>
                </c:pt>
                <c:pt idx="471">
                  <c:v>2.0010398611861806</c:v>
                </c:pt>
                <c:pt idx="472">
                  <c:v>2.003521857572911</c:v>
                </c:pt>
                <c:pt idx="473">
                  <c:v>2.0040822133500047</c:v>
                </c:pt>
                <c:pt idx="474">
                  <c:v>2.0047754138113612</c:v>
                </c:pt>
                <c:pt idx="475">
                  <c:v>2.0059112234186109</c:v>
                </c:pt>
                <c:pt idx="476">
                  <c:v>2.0056967899245235</c:v>
                </c:pt>
                <c:pt idx="477">
                  <c:v>2.0068049448684966</c:v>
                </c:pt>
                <c:pt idx="478">
                  <c:v>2.0054788287149177</c:v>
                </c:pt>
                <c:pt idx="479">
                  <c:v>2.0059536308476824</c:v>
                </c:pt>
                <c:pt idx="480">
                  <c:v>2.0055748695416549</c:v>
                </c:pt>
                <c:pt idx="481">
                  <c:v>2.0047778450561444</c:v>
                </c:pt>
                <c:pt idx="482">
                  <c:v>2.0056138521067344</c:v>
                </c:pt>
                <c:pt idx="483">
                  <c:v>2.0076125873966153</c:v>
                </c:pt>
                <c:pt idx="484">
                  <c:v>2.0089261634696887</c:v>
                </c:pt>
                <c:pt idx="485">
                  <c:v>2.0092546326751775</c:v>
                </c:pt>
                <c:pt idx="486">
                  <c:v>2.0081752922291027</c:v>
                </c:pt>
                <c:pt idx="487">
                  <c:v>2.0098600801225142</c:v>
                </c:pt>
                <c:pt idx="488">
                  <c:v>2.0127066274305725</c:v>
                </c:pt>
                <c:pt idx="489">
                  <c:v>2.0128431508935329</c:v>
                </c:pt>
                <c:pt idx="490">
                  <c:v>2.0127839267807626</c:v>
                </c:pt>
                <c:pt idx="491">
                  <c:v>2.0124217029900056</c:v>
                </c:pt>
                <c:pt idx="492">
                  <c:v>2.0122960817888265</c:v>
                </c:pt>
                <c:pt idx="493">
                  <c:v>2.0127829065303549</c:v>
                </c:pt>
                <c:pt idx="494">
                  <c:v>2.0142569213420325</c:v>
                </c:pt>
                <c:pt idx="495">
                  <c:v>2.0140533809265548</c:v>
                </c:pt>
                <c:pt idx="496">
                  <c:v>2.0150421018314741</c:v>
                </c:pt>
                <c:pt idx="497">
                  <c:v>2.0170843878553386</c:v>
                </c:pt>
                <c:pt idx="498">
                  <c:v>2.0178979268981894</c:v>
                </c:pt>
                <c:pt idx="499">
                  <c:v>2.0168708423739825</c:v>
                </c:pt>
                <c:pt idx="500">
                  <c:v>2.0174379638530366</c:v>
                </c:pt>
                <c:pt idx="501">
                  <c:v>2.0173311562163052</c:v>
                </c:pt>
                <c:pt idx="502">
                  <c:v>2.0194853318442783</c:v>
                </c:pt>
                <c:pt idx="503">
                  <c:v>2.0208799838470211</c:v>
                </c:pt>
                <c:pt idx="504">
                  <c:v>2.021594188518502</c:v>
                </c:pt>
                <c:pt idx="505">
                  <c:v>2.0247521197405698</c:v>
                </c:pt>
                <c:pt idx="506">
                  <c:v>2.0319948250401501</c:v>
                </c:pt>
                <c:pt idx="507">
                  <c:v>2.0412663832196145</c:v>
                </c:pt>
                <c:pt idx="508">
                  <c:v>2.0517934316135498</c:v>
                </c:pt>
                <c:pt idx="509">
                  <c:v>2.0650072777739967</c:v>
                </c:pt>
                <c:pt idx="510">
                  <c:v>2.0827568578752942</c:v>
                </c:pt>
                <c:pt idx="511">
                  <c:v>2.1032357795422785</c:v>
                </c:pt>
                <c:pt idx="512">
                  <c:v>2.1157619420319387</c:v>
                </c:pt>
                <c:pt idx="513">
                  <c:v>2.1227940257721234</c:v>
                </c:pt>
                <c:pt idx="514">
                  <c:v>2.1270411620036129</c:v>
                </c:pt>
                <c:pt idx="515">
                  <c:v>2.1273539628810605</c:v>
                </c:pt>
                <c:pt idx="516">
                  <c:v>2.1208442693891878</c:v>
                </c:pt>
                <c:pt idx="517">
                  <c:v>2.1140324936182093</c:v>
                </c:pt>
                <c:pt idx="518">
                  <c:v>2.1065004559555089</c:v>
                </c:pt>
                <c:pt idx="519">
                  <c:v>2.0947101300172588</c:v>
                </c:pt>
                <c:pt idx="520">
                  <c:v>2.0847990190080194</c:v>
                </c:pt>
                <c:pt idx="521">
                  <c:v>2.0777946978333826</c:v>
                </c:pt>
                <c:pt idx="522">
                  <c:v>2.0714709892871022</c:v>
                </c:pt>
                <c:pt idx="523">
                  <c:v>2.0676707796698146</c:v>
                </c:pt>
                <c:pt idx="524">
                  <c:v>2.0686301419738955</c:v>
                </c:pt>
                <c:pt idx="525">
                  <c:v>2.0693429177438158</c:v>
                </c:pt>
                <c:pt idx="526">
                  <c:v>2.0686267846062178</c:v>
                </c:pt>
                <c:pt idx="527">
                  <c:v>2.0722914726446087</c:v>
                </c:pt>
                <c:pt idx="528">
                  <c:v>2.078567017290458</c:v>
                </c:pt>
                <c:pt idx="529">
                  <c:v>2.0815831676836032</c:v>
                </c:pt>
                <c:pt idx="530">
                  <c:v>2.0845142672110861</c:v>
                </c:pt>
                <c:pt idx="531">
                  <c:v>2.0895018830057421</c:v>
                </c:pt>
                <c:pt idx="532">
                  <c:v>2.0937192290273101</c:v>
                </c:pt>
                <c:pt idx="533">
                  <c:v>2.0985021702847479</c:v>
                </c:pt>
                <c:pt idx="534">
                  <c:v>2.1045439848372163</c:v>
                </c:pt>
                <c:pt idx="535">
                  <c:v>2.1110223747324239</c:v>
                </c:pt>
                <c:pt idx="536">
                  <c:v>2.1186749249977277</c:v>
                </c:pt>
                <c:pt idx="537">
                  <c:v>2.1275851878051233</c:v>
                </c:pt>
                <c:pt idx="538">
                  <c:v>2.1399137210871135</c:v>
                </c:pt>
                <c:pt idx="539">
                  <c:v>2.1527677668958902</c:v>
                </c:pt>
                <c:pt idx="540">
                  <c:v>2.1712941037629667</c:v>
                </c:pt>
                <c:pt idx="541">
                  <c:v>2.189089342595377</c:v>
                </c:pt>
                <c:pt idx="542">
                  <c:v>2.2098579896652426</c:v>
                </c:pt>
                <c:pt idx="543">
                  <c:v>2.2314517998370591</c:v>
                </c:pt>
                <c:pt idx="544">
                  <c:v>2.2561312733406838</c:v>
                </c:pt>
                <c:pt idx="545">
                  <c:v>2.2781729431369757</c:v>
                </c:pt>
                <c:pt idx="546">
                  <c:v>2.3045425169990059</c:v>
                </c:pt>
                <c:pt idx="547">
                  <c:v>2.3383932170182478</c:v>
                </c:pt>
                <c:pt idx="548">
                  <c:v>2.368753753346053</c:v>
                </c:pt>
                <c:pt idx="549">
                  <c:v>2.390369529665259</c:v>
                </c:pt>
                <c:pt idx="550">
                  <c:v>2.4100807895799994</c:v>
                </c:pt>
                <c:pt idx="551">
                  <c:v>2.4233427886210706</c:v>
                </c:pt>
                <c:pt idx="552">
                  <c:v>2.4278604684457976</c:v>
                </c:pt>
                <c:pt idx="553">
                  <c:v>2.4143377848649328</c:v>
                </c:pt>
                <c:pt idx="554">
                  <c:v>2.3994122358523016</c:v>
                </c:pt>
                <c:pt idx="555">
                  <c:v>2.3762266513811658</c:v>
                </c:pt>
                <c:pt idx="556">
                  <c:v>2.3421612855335852</c:v>
                </c:pt>
                <c:pt idx="557">
                  <c:v>2.3123449513241918</c:v>
                </c:pt>
                <c:pt idx="558">
                  <c:v>2.2825842450974196</c:v>
                </c:pt>
                <c:pt idx="559">
                  <c:v>2.2510714778142198</c:v>
                </c:pt>
                <c:pt idx="560">
                  <c:v>2.2209389339339389</c:v>
                </c:pt>
                <c:pt idx="561">
                  <c:v>2.1907419609190053</c:v>
                </c:pt>
                <c:pt idx="562">
                  <c:v>2.1652135803039436</c:v>
                </c:pt>
                <c:pt idx="563">
                  <c:v>2.1471584062785736</c:v>
                </c:pt>
                <c:pt idx="564">
                  <c:v>2.1269950698267821</c:v>
                </c:pt>
                <c:pt idx="565">
                  <c:v>2.1055969126440259</c:v>
                </c:pt>
                <c:pt idx="566">
                  <c:v>2.0878056850211388</c:v>
                </c:pt>
                <c:pt idx="567">
                  <c:v>2.0759696856587002</c:v>
                </c:pt>
                <c:pt idx="568">
                  <c:v>2.068774442665211</c:v>
                </c:pt>
                <c:pt idx="569">
                  <c:v>2.0629550739243876</c:v>
                </c:pt>
                <c:pt idx="570">
                  <c:v>2.0505428195000381</c:v>
                </c:pt>
                <c:pt idx="571">
                  <c:v>2.0395601094587081</c:v>
                </c:pt>
                <c:pt idx="572">
                  <c:v>2.0301257905756027</c:v>
                </c:pt>
                <c:pt idx="573">
                  <c:v>2.0197649649411473</c:v>
                </c:pt>
                <c:pt idx="574">
                  <c:v>2.0053706771209661</c:v>
                </c:pt>
                <c:pt idx="575">
                  <c:v>2.0116077406029262</c:v>
                </c:pt>
                <c:pt idx="576">
                  <c:v>2.0224966206661747</c:v>
                </c:pt>
                <c:pt idx="577">
                  <c:v>2.0163909353159108</c:v>
                </c:pt>
                <c:pt idx="578">
                  <c:v>1.9842635915941034</c:v>
                </c:pt>
                <c:pt idx="579">
                  <c:v>1.9954012290933703</c:v>
                </c:pt>
                <c:pt idx="580">
                  <c:v>2.0069709059075742</c:v>
                </c:pt>
                <c:pt idx="581">
                  <c:v>1.9825518960884565</c:v>
                </c:pt>
                <c:pt idx="582">
                  <c:v>1.9629259404949264</c:v>
                </c:pt>
                <c:pt idx="583">
                  <c:v>1.9422480672435052</c:v>
                </c:pt>
                <c:pt idx="584">
                  <c:v>1.9584011014693194</c:v>
                </c:pt>
                <c:pt idx="585">
                  <c:v>1.9326907287518447</c:v>
                </c:pt>
                <c:pt idx="586">
                  <c:v>1.8814168332567536</c:v>
                </c:pt>
                <c:pt idx="587">
                  <c:v>1.8707200982108658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7-1251-45ED-B486-8EADCA04E34F}"/>
            </c:ext>
          </c:extLst>
        </c:ser>
        <c:ser>
          <c:idx val="24"/>
          <c:order val="24"/>
          <c:tx>
            <c:strRef>
              <c:f>'Fully separated 3%'!$W$1</c:f>
              <c:strCache>
                <c:ptCount val="1"/>
                <c:pt idx="0">
                  <c:v>3F_10/O-PTIR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3%'!$A$2:$A$589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3%'!$W$2:$W$589</c:f>
              <c:numCache>
                <c:formatCode>General</c:formatCode>
                <c:ptCount val="588"/>
                <c:pt idx="0">
                  <c:v>1.9037271726999498</c:v>
                </c:pt>
                <c:pt idx="1">
                  <c:v>1.8089312899938497</c:v>
                </c:pt>
                <c:pt idx="2">
                  <c:v>1.8947276469838836</c:v>
                </c:pt>
                <c:pt idx="3">
                  <c:v>1.8918811083738789</c:v>
                </c:pt>
                <c:pt idx="4">
                  <c:v>1.8222048650127805</c:v>
                </c:pt>
                <c:pt idx="5">
                  <c:v>1.7827767385917777</c:v>
                </c:pt>
                <c:pt idx="6">
                  <c:v>1.8064287563442634</c:v>
                </c:pt>
                <c:pt idx="7">
                  <c:v>1.8277416617401259</c:v>
                </c:pt>
                <c:pt idx="8">
                  <c:v>1.8340669555074911</c:v>
                </c:pt>
                <c:pt idx="9">
                  <c:v>1.8265957668250319</c:v>
                </c:pt>
                <c:pt idx="10">
                  <c:v>1.8075401811297025</c:v>
                </c:pt>
                <c:pt idx="11">
                  <c:v>1.8241513690415696</c:v>
                </c:pt>
                <c:pt idx="12">
                  <c:v>1.8307173132960302</c:v>
                </c:pt>
                <c:pt idx="13">
                  <c:v>1.839836322538841</c:v>
                </c:pt>
                <c:pt idx="14">
                  <c:v>1.83090108042739</c:v>
                </c:pt>
                <c:pt idx="15">
                  <c:v>1.8428695269471052</c:v>
                </c:pt>
                <c:pt idx="16">
                  <c:v>1.8739255130878987</c:v>
                </c:pt>
                <c:pt idx="17">
                  <c:v>1.8736909119277638</c:v>
                </c:pt>
                <c:pt idx="18">
                  <c:v>1.8450378580211479</c:v>
                </c:pt>
                <c:pt idx="19">
                  <c:v>1.8413333110267198</c:v>
                </c:pt>
                <c:pt idx="20">
                  <c:v>1.8546569290544717</c:v>
                </c:pt>
                <c:pt idx="21">
                  <c:v>1.8579272992869997</c:v>
                </c:pt>
                <c:pt idx="22">
                  <c:v>1.8634040381412078</c:v>
                </c:pt>
                <c:pt idx="23">
                  <c:v>1.8687521083924876</c:v>
                </c:pt>
                <c:pt idx="24">
                  <c:v>1.8574099289957826</c:v>
                </c:pt>
                <c:pt idx="25">
                  <c:v>1.8528945276508966</c:v>
                </c:pt>
                <c:pt idx="26">
                  <c:v>1.8536310455097862</c:v>
                </c:pt>
                <c:pt idx="27">
                  <c:v>1.8344295483185109</c:v>
                </c:pt>
                <c:pt idx="28">
                  <c:v>1.8339292240972502</c:v>
                </c:pt>
                <c:pt idx="29">
                  <c:v>1.8420655435107796</c:v>
                </c:pt>
                <c:pt idx="30">
                  <c:v>1.842419848878061</c:v>
                </c:pt>
                <c:pt idx="31">
                  <c:v>1.8415295227434418</c:v>
                </c:pt>
                <c:pt idx="32">
                  <c:v>1.8464699127918769</c:v>
                </c:pt>
                <c:pt idx="33">
                  <c:v>1.8567541801639573</c:v>
                </c:pt>
                <c:pt idx="34">
                  <c:v>1.8574175096658017</c:v>
                </c:pt>
                <c:pt idx="35">
                  <c:v>1.8602670662294094</c:v>
                </c:pt>
                <c:pt idx="36">
                  <c:v>1.8602981523443893</c:v>
                </c:pt>
                <c:pt idx="37">
                  <c:v>1.8667313319887338</c:v>
                </c:pt>
                <c:pt idx="38">
                  <c:v>1.8698969863884329</c:v>
                </c:pt>
                <c:pt idx="39">
                  <c:v>1.8854844543182028</c:v>
                </c:pt>
                <c:pt idx="40">
                  <c:v>1.918508143226114</c:v>
                </c:pt>
                <c:pt idx="41">
                  <c:v>1.9519311920892879</c:v>
                </c:pt>
                <c:pt idx="42">
                  <c:v>2.0062949024974346</c:v>
                </c:pt>
                <c:pt idx="43">
                  <c:v>2.1345720541790669</c:v>
                </c:pt>
                <c:pt idx="44">
                  <c:v>2.3016562243086254</c:v>
                </c:pt>
                <c:pt idx="45">
                  <c:v>2.4447918709451493</c:v>
                </c:pt>
                <c:pt idx="46">
                  <c:v>2.5165816629616233</c:v>
                </c:pt>
                <c:pt idx="47">
                  <c:v>2.496659542864724</c:v>
                </c:pt>
                <c:pt idx="48">
                  <c:v>2.3633720633402868</c:v>
                </c:pt>
                <c:pt idx="49">
                  <c:v>2.1267350131764098</c:v>
                </c:pt>
                <c:pt idx="50">
                  <c:v>1.9573790754898748</c:v>
                </c:pt>
                <c:pt idx="51">
                  <c:v>1.8884393589341686</c:v>
                </c:pt>
                <c:pt idx="52">
                  <c:v>1.8627775264804556</c:v>
                </c:pt>
                <c:pt idx="53">
                  <c:v>1.849600183773096</c:v>
                </c:pt>
                <c:pt idx="54">
                  <c:v>1.8473457485741662</c:v>
                </c:pt>
                <c:pt idx="55">
                  <c:v>1.8527173332169096</c:v>
                </c:pt>
                <c:pt idx="56">
                  <c:v>1.8535733286382088</c:v>
                </c:pt>
                <c:pt idx="57">
                  <c:v>1.857438205908891</c:v>
                </c:pt>
                <c:pt idx="58">
                  <c:v>1.8601669667920133</c:v>
                </c:pt>
                <c:pt idx="59">
                  <c:v>1.8669415748039764</c:v>
                </c:pt>
                <c:pt idx="60">
                  <c:v>1.8790473978559887</c:v>
                </c:pt>
                <c:pt idx="61">
                  <c:v>1.8926732138366855</c:v>
                </c:pt>
                <c:pt idx="62">
                  <c:v>1.9043648317031614</c:v>
                </c:pt>
                <c:pt idx="63">
                  <c:v>1.9118953058773513</c:v>
                </c:pt>
                <c:pt idx="64">
                  <c:v>1.9272645507114021</c:v>
                </c:pt>
                <c:pt idx="65">
                  <c:v>1.9623087178063081</c:v>
                </c:pt>
                <c:pt idx="66">
                  <c:v>1.9898027999929384</c:v>
                </c:pt>
                <c:pt idx="67">
                  <c:v>2.0093451589399902</c:v>
                </c:pt>
                <c:pt idx="68">
                  <c:v>2.0240066638324152</c:v>
                </c:pt>
                <c:pt idx="69">
                  <c:v>2.0057152645468945</c:v>
                </c:pt>
                <c:pt idx="70">
                  <c:v>1.9557872063578863</c:v>
                </c:pt>
                <c:pt idx="71">
                  <c:v>1.9178043039596984</c:v>
                </c:pt>
                <c:pt idx="72">
                  <c:v>1.9052611400659705</c:v>
                </c:pt>
                <c:pt idx="73">
                  <c:v>1.8880902485028328</c:v>
                </c:pt>
                <c:pt idx="74">
                  <c:v>1.8800499310284282</c:v>
                </c:pt>
                <c:pt idx="75">
                  <c:v>1.8765123824369894</c:v>
                </c:pt>
                <c:pt idx="76">
                  <c:v>1.8660562467822412</c:v>
                </c:pt>
                <c:pt idx="77">
                  <c:v>1.8579861374535915</c:v>
                </c:pt>
                <c:pt idx="78">
                  <c:v>1.8532957961934184</c:v>
                </c:pt>
                <c:pt idx="79">
                  <c:v>1.8533013907398213</c:v>
                </c:pt>
                <c:pt idx="80">
                  <c:v>1.8503904253811569</c:v>
                </c:pt>
                <c:pt idx="81">
                  <c:v>1.8449860637344087</c:v>
                </c:pt>
                <c:pt idx="82">
                  <c:v>1.8440587259178038</c:v>
                </c:pt>
                <c:pt idx="83">
                  <c:v>1.8432085248481362</c:v>
                </c:pt>
                <c:pt idx="84">
                  <c:v>1.8394910829610396</c:v>
                </c:pt>
                <c:pt idx="85">
                  <c:v>1.8354635463412146</c:v>
                </c:pt>
                <c:pt idx="86">
                  <c:v>1.8342741624761247</c:v>
                </c:pt>
                <c:pt idx="87">
                  <c:v>1.8363708052234218</c:v>
                </c:pt>
                <c:pt idx="88">
                  <c:v>1.8315047188627112</c:v>
                </c:pt>
                <c:pt idx="89">
                  <c:v>1.8279250024215201</c:v>
                </c:pt>
                <c:pt idx="90">
                  <c:v>1.8273892947817794</c:v>
                </c:pt>
                <c:pt idx="91">
                  <c:v>1.8256344412443799</c:v>
                </c:pt>
                <c:pt idx="92">
                  <c:v>1.8238906470754956</c:v>
                </c:pt>
                <c:pt idx="93">
                  <c:v>1.8268219403795514</c:v>
                </c:pt>
                <c:pt idx="94">
                  <c:v>1.8287484534478868</c:v>
                </c:pt>
                <c:pt idx="95">
                  <c:v>1.8278755133503295</c:v>
                </c:pt>
                <c:pt idx="96">
                  <c:v>1.8257528750481322</c:v>
                </c:pt>
                <c:pt idx="97">
                  <c:v>1.8249565170143398</c:v>
                </c:pt>
                <c:pt idx="98">
                  <c:v>1.8237969622805901</c:v>
                </c:pt>
                <c:pt idx="99">
                  <c:v>1.8226196725961703</c:v>
                </c:pt>
                <c:pt idx="100">
                  <c:v>1.8249117859915422</c:v>
                </c:pt>
                <c:pt idx="101">
                  <c:v>1.8308566192907596</c:v>
                </c:pt>
                <c:pt idx="102">
                  <c:v>1.8302927540246141</c:v>
                </c:pt>
                <c:pt idx="103">
                  <c:v>1.8294048255527389</c:v>
                </c:pt>
                <c:pt idx="104">
                  <c:v>1.8351846450814993</c:v>
                </c:pt>
                <c:pt idx="105">
                  <c:v>1.8391499021133311</c:v>
                </c:pt>
                <c:pt idx="106">
                  <c:v>1.8373816974116217</c:v>
                </c:pt>
                <c:pt idx="107">
                  <c:v>1.8411048471674898</c:v>
                </c:pt>
                <c:pt idx="108">
                  <c:v>1.8517561030656207</c:v>
                </c:pt>
                <c:pt idx="109">
                  <c:v>1.8717550020493459</c:v>
                </c:pt>
                <c:pt idx="110">
                  <c:v>1.8836264147999491</c:v>
                </c:pt>
                <c:pt idx="111">
                  <c:v>1.8767504488758662</c:v>
                </c:pt>
                <c:pt idx="112">
                  <c:v>1.8664385487388773</c:v>
                </c:pt>
                <c:pt idx="113">
                  <c:v>1.8604192283486283</c:v>
                </c:pt>
                <c:pt idx="114">
                  <c:v>1.851827579658468</c:v>
                </c:pt>
                <c:pt idx="115">
                  <c:v>1.8473908508768291</c:v>
                </c:pt>
                <c:pt idx="116">
                  <c:v>1.8504158095917009</c:v>
                </c:pt>
                <c:pt idx="117">
                  <c:v>1.8565788048522014</c:v>
                </c:pt>
                <c:pt idx="118">
                  <c:v>1.8564340862232924</c:v>
                </c:pt>
                <c:pt idx="119">
                  <c:v>1.855356712572962</c:v>
                </c:pt>
                <c:pt idx="120">
                  <c:v>1.8623191434642101</c:v>
                </c:pt>
                <c:pt idx="121">
                  <c:v>1.8771454071517628</c:v>
                </c:pt>
                <c:pt idx="122">
                  <c:v>1.8937442414343799</c:v>
                </c:pt>
                <c:pt idx="123">
                  <c:v>1.902664232740765</c:v>
                </c:pt>
                <c:pt idx="124">
                  <c:v>1.9014631349213735</c:v>
                </c:pt>
                <c:pt idx="125">
                  <c:v>1.8949427507323013</c:v>
                </c:pt>
                <c:pt idx="126">
                  <c:v>1.8839260928212787</c:v>
                </c:pt>
                <c:pt idx="127">
                  <c:v>1.8796994845860111</c:v>
                </c:pt>
                <c:pt idx="128">
                  <c:v>1.8731985739513151</c:v>
                </c:pt>
                <c:pt idx="129">
                  <c:v>1.8698848907166794</c:v>
                </c:pt>
                <c:pt idx="130">
                  <c:v>1.8784054385671094</c:v>
                </c:pt>
                <c:pt idx="131">
                  <c:v>1.8767522858911028</c:v>
                </c:pt>
                <c:pt idx="132">
                  <c:v>1.8650558249844571</c:v>
                </c:pt>
                <c:pt idx="133">
                  <c:v>1.8663465607973313</c:v>
                </c:pt>
                <c:pt idx="134">
                  <c:v>1.8682384538820904</c:v>
                </c:pt>
                <c:pt idx="135">
                  <c:v>1.8698421860767607</c:v>
                </c:pt>
                <c:pt idx="136">
                  <c:v>1.8564095012336632</c:v>
                </c:pt>
                <c:pt idx="137">
                  <c:v>1.8482984735834826</c:v>
                </c:pt>
                <c:pt idx="138">
                  <c:v>1.8472078292873668</c:v>
                </c:pt>
                <c:pt idx="139">
                  <c:v>1.8451547053117416</c:v>
                </c:pt>
                <c:pt idx="140">
                  <c:v>1.8432799179402908</c:v>
                </c:pt>
                <c:pt idx="141">
                  <c:v>1.8415611963454375</c:v>
                </c:pt>
                <c:pt idx="142">
                  <c:v>1.8543409266477433</c:v>
                </c:pt>
                <c:pt idx="143">
                  <c:v>1.846786598114984</c:v>
                </c:pt>
                <c:pt idx="144">
                  <c:v>1.8418832674632157</c:v>
                </c:pt>
                <c:pt idx="145">
                  <c:v>1.8317476432525954</c:v>
                </c:pt>
                <c:pt idx="146">
                  <c:v>1.8361235298510206</c:v>
                </c:pt>
                <c:pt idx="147">
                  <c:v>1.8423897230210455</c:v>
                </c:pt>
                <c:pt idx="148">
                  <c:v>1.8382985260696321</c:v>
                </c:pt>
                <c:pt idx="149">
                  <c:v>1.8287927595118025</c:v>
                </c:pt>
                <c:pt idx="150">
                  <c:v>1.8274430871208056</c:v>
                </c:pt>
                <c:pt idx="151">
                  <c:v>1.8268263688984256</c:v>
                </c:pt>
                <c:pt idx="152">
                  <c:v>1.8411362106240554</c:v>
                </c:pt>
                <c:pt idx="153">
                  <c:v>1.8462706085673619</c:v>
                </c:pt>
                <c:pt idx="154">
                  <c:v>1.846838496777589</c:v>
                </c:pt>
                <c:pt idx="155">
                  <c:v>1.837614205090107</c:v>
                </c:pt>
                <c:pt idx="156">
                  <c:v>1.8335019242138173</c:v>
                </c:pt>
                <c:pt idx="157">
                  <c:v>1.8350840088539364</c:v>
                </c:pt>
                <c:pt idx="158">
                  <c:v>1.8371980436026303</c:v>
                </c:pt>
                <c:pt idx="159">
                  <c:v>1.834799354992936</c:v>
                </c:pt>
                <c:pt idx="160">
                  <c:v>1.8290771211203789</c:v>
                </c:pt>
                <c:pt idx="161">
                  <c:v>1.8306227606903551</c:v>
                </c:pt>
                <c:pt idx="162">
                  <c:v>1.8351719171902161</c:v>
                </c:pt>
                <c:pt idx="163">
                  <c:v>1.8372754875128294</c:v>
                </c:pt>
                <c:pt idx="164">
                  <c:v>1.8274611083595647</c:v>
                </c:pt>
                <c:pt idx="165">
                  <c:v>1.8397789038840229</c:v>
                </c:pt>
                <c:pt idx="166">
                  <c:v>1.8540733486783749</c:v>
                </c:pt>
                <c:pt idx="167">
                  <c:v>1.8423588277647915</c:v>
                </c:pt>
                <c:pt idx="168">
                  <c:v>1.8422735377716577</c:v>
                </c:pt>
                <c:pt idx="169">
                  <c:v>1.8410629894631669</c:v>
                </c:pt>
                <c:pt idx="170">
                  <c:v>1.8430551967013886</c:v>
                </c:pt>
                <c:pt idx="171">
                  <c:v>1.8405066929383702</c:v>
                </c:pt>
                <c:pt idx="172">
                  <c:v>1.8396117951408324</c:v>
                </c:pt>
                <c:pt idx="173">
                  <c:v>1.851335432540745</c:v>
                </c:pt>
                <c:pt idx="174">
                  <c:v>1.8483829792665396</c:v>
                </c:pt>
                <c:pt idx="175">
                  <c:v>1.8414217114206524</c:v>
                </c:pt>
                <c:pt idx="176">
                  <c:v>1.8381174577999428</c:v>
                </c:pt>
                <c:pt idx="177">
                  <c:v>1.8373736843273019</c:v>
                </c:pt>
                <c:pt idx="178">
                  <c:v>1.8368897172952838</c:v>
                </c:pt>
                <c:pt idx="179">
                  <c:v>1.8385387068653316</c:v>
                </c:pt>
                <c:pt idx="180">
                  <c:v>1.8442017029608393</c:v>
                </c:pt>
                <c:pt idx="181">
                  <c:v>1.8492061231296444</c:v>
                </c:pt>
                <c:pt idx="182">
                  <c:v>1.8519483574459479</c:v>
                </c:pt>
                <c:pt idx="183">
                  <c:v>1.8592538986473366</c:v>
                </c:pt>
                <c:pt idx="184">
                  <c:v>1.8643843959154327</c:v>
                </c:pt>
                <c:pt idx="185">
                  <c:v>1.8650848295464579</c:v>
                </c:pt>
                <c:pt idx="186">
                  <c:v>1.8709753620470746</c:v>
                </c:pt>
                <c:pt idx="187">
                  <c:v>1.8881665502428442</c:v>
                </c:pt>
                <c:pt idx="188">
                  <c:v>1.8932870751425122</c:v>
                </c:pt>
                <c:pt idx="189">
                  <c:v>1.895828072789701</c:v>
                </c:pt>
                <c:pt idx="190">
                  <c:v>1.8965876785900886</c:v>
                </c:pt>
                <c:pt idx="191">
                  <c:v>1.8889222971183672</c:v>
                </c:pt>
                <c:pt idx="192">
                  <c:v>1.8858805696751253</c:v>
                </c:pt>
                <c:pt idx="193">
                  <c:v>1.8872602516186014</c:v>
                </c:pt>
                <c:pt idx="194">
                  <c:v>1.8894263192274423</c:v>
                </c:pt>
                <c:pt idx="195">
                  <c:v>1.8967254010538266</c:v>
                </c:pt>
                <c:pt idx="196">
                  <c:v>1.9014396354407479</c:v>
                </c:pt>
                <c:pt idx="197">
                  <c:v>1.9029765253310089</c:v>
                </c:pt>
                <c:pt idx="198">
                  <c:v>1.9015686082247707</c:v>
                </c:pt>
                <c:pt idx="199">
                  <c:v>1.894434690768307</c:v>
                </c:pt>
                <c:pt idx="200">
                  <c:v>1.8889281958458646</c:v>
                </c:pt>
                <c:pt idx="201">
                  <c:v>1.8825605165305128</c:v>
                </c:pt>
                <c:pt idx="202">
                  <c:v>1.8763668347654898</c:v>
                </c:pt>
                <c:pt idx="203">
                  <c:v>1.8850038660820665</c:v>
                </c:pt>
                <c:pt idx="204">
                  <c:v>1.8919172761024361</c:v>
                </c:pt>
                <c:pt idx="205">
                  <c:v>1.8975475190512796</c:v>
                </c:pt>
                <c:pt idx="206">
                  <c:v>1.903492798184552</c:v>
                </c:pt>
                <c:pt idx="207">
                  <c:v>1.9026499302649933</c:v>
                </c:pt>
                <c:pt idx="208">
                  <c:v>1.907195373966202</c:v>
                </c:pt>
                <c:pt idx="209">
                  <c:v>1.9119805362271334</c:v>
                </c:pt>
                <c:pt idx="210">
                  <c:v>1.9178213261723143</c:v>
                </c:pt>
                <c:pt idx="211">
                  <c:v>1.9314111235328337</c:v>
                </c:pt>
                <c:pt idx="212">
                  <c:v>1.9331961774814381</c:v>
                </c:pt>
                <c:pt idx="213">
                  <c:v>1.9274724555072524</c:v>
                </c:pt>
                <c:pt idx="214">
                  <c:v>1.9405930028328209</c:v>
                </c:pt>
                <c:pt idx="215">
                  <c:v>1.9638604946771892</c:v>
                </c:pt>
                <c:pt idx="216">
                  <c:v>1.9818647470096018</c:v>
                </c:pt>
                <c:pt idx="217">
                  <c:v>1.9937642517789231</c:v>
                </c:pt>
                <c:pt idx="218">
                  <c:v>1.9940595102278809</c:v>
                </c:pt>
                <c:pt idx="219">
                  <c:v>1.9674179223977966</c:v>
                </c:pt>
                <c:pt idx="220">
                  <c:v>1.9471000209467453</c:v>
                </c:pt>
                <c:pt idx="221">
                  <c:v>1.9395768471188208</c:v>
                </c:pt>
                <c:pt idx="222">
                  <c:v>1.9293017528942538</c:v>
                </c:pt>
                <c:pt idx="223">
                  <c:v>1.9164916492150224</c:v>
                </c:pt>
                <c:pt idx="224">
                  <c:v>1.9052935621920317</c:v>
                </c:pt>
                <c:pt idx="225">
                  <c:v>1.8878437067436593</c:v>
                </c:pt>
                <c:pt idx="226">
                  <c:v>1.8629837672267895</c:v>
                </c:pt>
                <c:pt idx="227">
                  <c:v>1.846261271400631</c:v>
                </c:pt>
                <c:pt idx="228">
                  <c:v>1.8357159420953713</c:v>
                </c:pt>
                <c:pt idx="229">
                  <c:v>1.8252377443647769</c:v>
                </c:pt>
                <c:pt idx="230">
                  <c:v>1.8305051469826907</c:v>
                </c:pt>
                <c:pt idx="231">
                  <c:v>1.8330901882630473</c:v>
                </c:pt>
                <c:pt idx="232">
                  <c:v>1.8318062547744505</c:v>
                </c:pt>
                <c:pt idx="233">
                  <c:v>1.832873026818991</c:v>
                </c:pt>
                <c:pt idx="234">
                  <c:v>1.8307851397157446</c:v>
                </c:pt>
                <c:pt idx="235">
                  <c:v>1.8319683564582538</c:v>
                </c:pt>
                <c:pt idx="236">
                  <c:v>1.8354138097501136</c:v>
                </c:pt>
                <c:pt idx="237">
                  <c:v>1.8362651887759802</c:v>
                </c:pt>
                <c:pt idx="238">
                  <c:v>1.8352024635328619</c:v>
                </c:pt>
                <c:pt idx="239">
                  <c:v>1.8404278593380736</c:v>
                </c:pt>
                <c:pt idx="240">
                  <c:v>1.8428285460000546</c:v>
                </c:pt>
                <c:pt idx="241">
                  <c:v>1.8469333177783473</c:v>
                </c:pt>
                <c:pt idx="242">
                  <c:v>1.8562155768394846</c:v>
                </c:pt>
                <c:pt idx="243">
                  <c:v>1.8500436648978835</c:v>
                </c:pt>
                <c:pt idx="244">
                  <c:v>1.860138463234168</c:v>
                </c:pt>
                <c:pt idx="245">
                  <c:v>1.8661349103989857</c:v>
                </c:pt>
                <c:pt idx="246">
                  <c:v>1.8622722637896623</c:v>
                </c:pt>
                <c:pt idx="247">
                  <c:v>1.8624557983119501</c:v>
                </c:pt>
                <c:pt idx="248">
                  <c:v>1.8705755726596784</c:v>
                </c:pt>
                <c:pt idx="249">
                  <c:v>1.8878130798824886</c:v>
                </c:pt>
                <c:pt idx="250">
                  <c:v>1.9189938906121842</c:v>
                </c:pt>
                <c:pt idx="251">
                  <c:v>1.974281595827065</c:v>
                </c:pt>
                <c:pt idx="252">
                  <c:v>2.0317646177505297</c:v>
                </c:pt>
                <c:pt idx="253">
                  <c:v>2.0803953018216039</c:v>
                </c:pt>
                <c:pt idx="254">
                  <c:v>2.1417722950427791</c:v>
                </c:pt>
                <c:pt idx="255">
                  <c:v>2.2082741551996379</c:v>
                </c:pt>
                <c:pt idx="256">
                  <c:v>2.257446854194908</c:v>
                </c:pt>
                <c:pt idx="257">
                  <c:v>2.4432524998914502</c:v>
                </c:pt>
                <c:pt idx="258">
                  <c:v>2.6240365570803572</c:v>
                </c:pt>
                <c:pt idx="259">
                  <c:v>2.8</c:v>
                </c:pt>
                <c:pt idx="260">
                  <c:v>2.5226511613037776</c:v>
                </c:pt>
                <c:pt idx="261">
                  <c:v>2.1513545482350107</c:v>
                </c:pt>
                <c:pt idx="262">
                  <c:v>1.9530155797977951</c:v>
                </c:pt>
                <c:pt idx="263">
                  <c:v>1.9177577225019102</c:v>
                </c:pt>
                <c:pt idx="264">
                  <c:v>1.9014087640418347</c:v>
                </c:pt>
                <c:pt idx="265">
                  <c:v>1.8960426934269687</c:v>
                </c:pt>
                <c:pt idx="266">
                  <c:v>1.8968428089919274</c:v>
                </c:pt>
                <c:pt idx="267">
                  <c:v>1.8989814704805967</c:v>
                </c:pt>
                <c:pt idx="268">
                  <c:v>1.9068874472693127</c:v>
                </c:pt>
                <c:pt idx="269">
                  <c:v>1.9249464164127055</c:v>
                </c:pt>
                <c:pt idx="270">
                  <c:v>1.9463984361990296</c:v>
                </c:pt>
                <c:pt idx="271">
                  <c:v>1.9572273428027893</c:v>
                </c:pt>
                <c:pt idx="272">
                  <c:v>1.9505266746541048</c:v>
                </c:pt>
                <c:pt idx="273">
                  <c:v>1.9447914415130136</c:v>
                </c:pt>
                <c:pt idx="274">
                  <c:v>1.9477972875157876</c:v>
                </c:pt>
                <c:pt idx="275">
                  <c:v>1.9663206159392808</c:v>
                </c:pt>
                <c:pt idx="276">
                  <c:v>2.0173291611615856</c:v>
                </c:pt>
                <c:pt idx="277">
                  <c:v>2.0952179391933647</c:v>
                </c:pt>
                <c:pt idx="278">
                  <c:v>2.431245911448233</c:v>
                </c:pt>
                <c:pt idx="279">
                  <c:v>2.6082283013907395</c:v>
                </c:pt>
                <c:pt idx="280">
                  <c:v>2.4539706010761573</c:v>
                </c:pt>
                <c:pt idx="281">
                  <c:v>2.1174424119580628</c:v>
                </c:pt>
                <c:pt idx="282">
                  <c:v>1.9900429837708056</c:v>
                </c:pt>
                <c:pt idx="283">
                  <c:v>1.9496858226798381</c:v>
                </c:pt>
                <c:pt idx="284">
                  <c:v>1.9114088069850481</c:v>
                </c:pt>
                <c:pt idx="285">
                  <c:v>1.8767658130033007</c:v>
                </c:pt>
                <c:pt idx="286">
                  <c:v>1.8696857534935498</c:v>
                </c:pt>
                <c:pt idx="287">
                  <c:v>1.9208896903364889</c:v>
                </c:pt>
                <c:pt idx="288">
                  <c:v>1.9404956410252745</c:v>
                </c:pt>
                <c:pt idx="289">
                  <c:v>1.9072373270998877</c:v>
                </c:pt>
                <c:pt idx="290">
                  <c:v>1.8756538044585553</c:v>
                </c:pt>
                <c:pt idx="291">
                  <c:v>1.831344084405363</c:v>
                </c:pt>
                <c:pt idx="292">
                  <c:v>1.8098412507198953</c:v>
                </c:pt>
                <c:pt idx="293">
                  <c:v>1.8244539830068935</c:v>
                </c:pt>
                <c:pt idx="294">
                  <c:v>1.8332715338743224</c:v>
                </c:pt>
                <c:pt idx="295">
                  <c:v>1.817860528256396</c:v>
                </c:pt>
                <c:pt idx="296">
                  <c:v>1.8124511446394227</c:v>
                </c:pt>
                <c:pt idx="297">
                  <c:v>1.8347452286511394</c:v>
                </c:pt>
                <c:pt idx="298">
                  <c:v>1.8424895689741967</c:v>
                </c:pt>
                <c:pt idx="299">
                  <c:v>1.8331314793555273</c:v>
                </c:pt>
                <c:pt idx="300">
                  <c:v>1.8401874757549779</c:v>
                </c:pt>
                <c:pt idx="301">
                  <c:v>1.8373975506145412</c:v>
                </c:pt>
                <c:pt idx="302">
                  <c:v>1.8375325235197595</c:v>
                </c:pt>
                <c:pt idx="303">
                  <c:v>1.8233543951901694</c:v>
                </c:pt>
                <c:pt idx="304">
                  <c:v>1.827819997318435</c:v>
                </c:pt>
                <c:pt idx="305">
                  <c:v>1.8357610801840452</c:v>
                </c:pt>
                <c:pt idx="306">
                  <c:v>1.836681427799814</c:v>
                </c:pt>
                <c:pt idx="307">
                  <c:v>1.8438394381882544</c:v>
                </c:pt>
                <c:pt idx="308">
                  <c:v>1.8361937509513115</c:v>
                </c:pt>
                <c:pt idx="309">
                  <c:v>1.8302296155723543</c:v>
                </c:pt>
                <c:pt idx="310">
                  <c:v>1.8257407942872168</c:v>
                </c:pt>
                <c:pt idx="311">
                  <c:v>1.8190665272682249</c:v>
                </c:pt>
                <c:pt idx="312">
                  <c:v>1.8303837459221841</c:v>
                </c:pt>
                <c:pt idx="313">
                  <c:v>1.825165695195752</c:v>
                </c:pt>
                <c:pt idx="314">
                  <c:v>1.8196346689626972</c:v>
                </c:pt>
                <c:pt idx="315">
                  <c:v>1.8261790059218692</c:v>
                </c:pt>
                <c:pt idx="316">
                  <c:v>1.8339471200849704</c:v>
                </c:pt>
                <c:pt idx="317">
                  <c:v>1.8394580256332813</c:v>
                </c:pt>
                <c:pt idx="318">
                  <c:v>1.8563998986540169</c:v>
                </c:pt>
                <c:pt idx="319">
                  <c:v>1.8645069451104621</c:v>
                </c:pt>
                <c:pt idx="320">
                  <c:v>1.8816214080984222</c:v>
                </c:pt>
                <c:pt idx="321">
                  <c:v>1.8915761817375878</c:v>
                </c:pt>
                <c:pt idx="322">
                  <c:v>1.9138045611418315</c:v>
                </c:pt>
                <c:pt idx="323">
                  <c:v>1.9598717620220723</c:v>
                </c:pt>
                <c:pt idx="324">
                  <c:v>1.9571711468366837</c:v>
                </c:pt>
                <c:pt idx="325">
                  <c:v>1.9159154109355372</c:v>
                </c:pt>
                <c:pt idx="326">
                  <c:v>1.8801171132999428</c:v>
                </c:pt>
                <c:pt idx="327">
                  <c:v>1.8751795264890443</c:v>
                </c:pt>
                <c:pt idx="328">
                  <c:v>1.8923739413901484</c:v>
                </c:pt>
                <c:pt idx="329">
                  <c:v>1.9430929539252724</c:v>
                </c:pt>
                <c:pt idx="330">
                  <c:v>2.007389620434481</c:v>
                </c:pt>
                <c:pt idx="331">
                  <c:v>2.1394261641547279</c:v>
                </c:pt>
                <c:pt idx="332">
                  <c:v>2.3376029861756278</c:v>
                </c:pt>
                <c:pt idx="333">
                  <c:v>2.3181450822147842</c:v>
                </c:pt>
                <c:pt idx="334">
                  <c:v>2.1622711186373076</c:v>
                </c:pt>
                <c:pt idx="335">
                  <c:v>2.0339466101343122</c:v>
                </c:pt>
                <c:pt idx="336">
                  <c:v>1.9490677266960306</c:v>
                </c:pt>
                <c:pt idx="337">
                  <c:v>1.8865905522067803</c:v>
                </c:pt>
                <c:pt idx="338">
                  <c:v>1.8560022862489629</c:v>
                </c:pt>
                <c:pt idx="339">
                  <c:v>1.8444381113145349</c:v>
                </c:pt>
                <c:pt idx="340">
                  <c:v>1.8426133855904525</c:v>
                </c:pt>
                <c:pt idx="341">
                  <c:v>1.8409037983749335</c:v>
                </c:pt>
                <c:pt idx="342">
                  <c:v>1.8296661260593257</c:v>
                </c:pt>
                <c:pt idx="343">
                  <c:v>1.8265905748712539</c:v>
                </c:pt>
                <c:pt idx="344">
                  <c:v>1.8240795405529464</c:v>
                </c:pt>
                <c:pt idx="345">
                  <c:v>1.8129933504223466</c:v>
                </c:pt>
                <c:pt idx="346">
                  <c:v>1.8114055728242942</c:v>
                </c:pt>
                <c:pt idx="347">
                  <c:v>1.8118493223441652</c:v>
                </c:pt>
                <c:pt idx="348">
                  <c:v>1.8149016961257112</c:v>
                </c:pt>
                <c:pt idx="349">
                  <c:v>1.8161660069515519</c:v>
                </c:pt>
                <c:pt idx="350">
                  <c:v>1.8132697720097091</c:v>
                </c:pt>
                <c:pt idx="351">
                  <c:v>1.8150127595022596</c:v>
                </c:pt>
                <c:pt idx="352">
                  <c:v>1.8128833322955391</c:v>
                </c:pt>
                <c:pt idx="353">
                  <c:v>1.8127980139718132</c:v>
                </c:pt>
                <c:pt idx="354">
                  <c:v>1.8148411611057591</c:v>
                </c:pt>
                <c:pt idx="355">
                  <c:v>1.8188959085137784</c:v>
                </c:pt>
                <c:pt idx="356">
                  <c:v>1.8165526539263697</c:v>
                </c:pt>
                <c:pt idx="357">
                  <c:v>1.816889867000097</c:v>
                </c:pt>
                <c:pt idx="358">
                  <c:v>1.8217787579963842</c:v>
                </c:pt>
                <c:pt idx="359">
                  <c:v>1.8285553580962988</c:v>
                </c:pt>
                <c:pt idx="360">
                  <c:v>1.8237799848004883</c:v>
                </c:pt>
                <c:pt idx="361">
                  <c:v>1.8195533706008853</c:v>
                </c:pt>
                <c:pt idx="362">
                  <c:v>1.8242971582686442</c:v>
                </c:pt>
                <c:pt idx="363">
                  <c:v>1.8301017551368435</c:v>
                </c:pt>
                <c:pt idx="364">
                  <c:v>1.8303716532325982</c:v>
                </c:pt>
                <c:pt idx="365">
                  <c:v>1.8294914903251327</c:v>
                </c:pt>
                <c:pt idx="366">
                  <c:v>1.8295002877195294</c:v>
                </c:pt>
                <c:pt idx="367">
                  <c:v>1.8340628967773982</c:v>
                </c:pt>
                <c:pt idx="368">
                  <c:v>1.8344469283912375</c:v>
                </c:pt>
                <c:pt idx="369">
                  <c:v>1.829303780768216</c:v>
                </c:pt>
                <c:pt idx="370">
                  <c:v>1.827900775292002</c:v>
                </c:pt>
                <c:pt idx="371">
                  <c:v>1.8279463279019712</c:v>
                </c:pt>
                <c:pt idx="372">
                  <c:v>1.8267892737157476</c:v>
                </c:pt>
                <c:pt idx="373">
                  <c:v>1.8244525187626057</c:v>
                </c:pt>
                <c:pt idx="374">
                  <c:v>1.8196457238579611</c:v>
                </c:pt>
                <c:pt idx="375">
                  <c:v>1.8218916062002366</c:v>
                </c:pt>
                <c:pt idx="376">
                  <c:v>1.8223030036749848</c:v>
                </c:pt>
                <c:pt idx="377">
                  <c:v>1.822756132111933</c:v>
                </c:pt>
                <c:pt idx="378">
                  <c:v>1.8226015156687858</c:v>
                </c:pt>
                <c:pt idx="379">
                  <c:v>1.8175247809180402</c:v>
                </c:pt>
                <c:pt idx="380">
                  <c:v>1.8144748957553498</c:v>
                </c:pt>
                <c:pt idx="381">
                  <c:v>1.8161911898657834</c:v>
                </c:pt>
                <c:pt idx="382">
                  <c:v>1.8210635850020351</c:v>
                </c:pt>
                <c:pt idx="383">
                  <c:v>1.8211547319723198</c:v>
                </c:pt>
                <c:pt idx="384">
                  <c:v>1.8223138095592548</c:v>
                </c:pt>
                <c:pt idx="385">
                  <c:v>1.8171506829044499</c:v>
                </c:pt>
                <c:pt idx="386">
                  <c:v>1.8162469623640907</c:v>
                </c:pt>
                <c:pt idx="387">
                  <c:v>1.8148330048773949</c:v>
                </c:pt>
                <c:pt idx="388">
                  <c:v>1.8136553066360148</c:v>
                </c:pt>
                <c:pt idx="389">
                  <c:v>1.8123231999576772</c:v>
                </c:pt>
                <c:pt idx="390">
                  <c:v>1.810520128498023</c:v>
                </c:pt>
                <c:pt idx="391">
                  <c:v>1.8129388393809307</c:v>
                </c:pt>
                <c:pt idx="392">
                  <c:v>1.8158410341847064</c:v>
                </c:pt>
                <c:pt idx="393">
                  <c:v>1.8139746744188709</c:v>
                </c:pt>
                <c:pt idx="394">
                  <c:v>1.8197678972998739</c:v>
                </c:pt>
                <c:pt idx="395">
                  <c:v>1.8220147801593767</c:v>
                </c:pt>
                <c:pt idx="396">
                  <c:v>1.8250161379999248</c:v>
                </c:pt>
                <c:pt idx="397">
                  <c:v>1.8246928665596904</c:v>
                </c:pt>
                <c:pt idx="398">
                  <c:v>1.8203674397280072</c:v>
                </c:pt>
                <c:pt idx="399">
                  <c:v>1.82430179553925</c:v>
                </c:pt>
                <c:pt idx="400">
                  <c:v>1.8307680131272632</c:v>
                </c:pt>
                <c:pt idx="401">
                  <c:v>1.8367987253977138</c:v>
                </c:pt>
                <c:pt idx="402">
                  <c:v>1.839240315470388</c:v>
                </c:pt>
                <c:pt idx="403">
                  <c:v>1.8443994832977146</c:v>
                </c:pt>
                <c:pt idx="404">
                  <c:v>1.8471387533394314</c:v>
                </c:pt>
                <c:pt idx="405">
                  <c:v>1.8539070033700882</c:v>
                </c:pt>
                <c:pt idx="406">
                  <c:v>1.8511685862283025</c:v>
                </c:pt>
                <c:pt idx="407">
                  <c:v>1.8422688348933651</c:v>
                </c:pt>
                <c:pt idx="408">
                  <c:v>1.8423989200258997</c:v>
                </c:pt>
                <c:pt idx="409">
                  <c:v>1.8405112079401047</c:v>
                </c:pt>
                <c:pt idx="410">
                  <c:v>1.8432812420227016</c:v>
                </c:pt>
                <c:pt idx="411">
                  <c:v>1.8374308793195506</c:v>
                </c:pt>
                <c:pt idx="412">
                  <c:v>1.8179755280941658</c:v>
                </c:pt>
                <c:pt idx="413">
                  <c:v>1.8106261535024246</c:v>
                </c:pt>
                <c:pt idx="414">
                  <c:v>1.8213754407047269</c:v>
                </c:pt>
                <c:pt idx="415">
                  <c:v>1.8239220657021622</c:v>
                </c:pt>
                <c:pt idx="416">
                  <c:v>1.8231599131306511</c:v>
                </c:pt>
                <c:pt idx="417">
                  <c:v>1.8133160597239897</c:v>
                </c:pt>
                <c:pt idx="418">
                  <c:v>1.8021304139314227</c:v>
                </c:pt>
                <c:pt idx="419">
                  <c:v>1.7981316276438108</c:v>
                </c:pt>
                <c:pt idx="420">
                  <c:v>1.8088637133306709</c:v>
                </c:pt>
                <c:pt idx="421">
                  <c:v>1.8180233889018516</c:v>
                </c:pt>
                <c:pt idx="422">
                  <c:v>1.8128276075119132</c:v>
                </c:pt>
                <c:pt idx="423">
                  <c:v>1.8137879206466676</c:v>
                </c:pt>
                <c:pt idx="424">
                  <c:v>1.8243778199376752</c:v>
                </c:pt>
                <c:pt idx="425">
                  <c:v>1.8282860445053921</c:v>
                </c:pt>
                <c:pt idx="426">
                  <c:v>1.829142860022779</c:v>
                </c:pt>
                <c:pt idx="427">
                  <c:v>1.8310793156378666</c:v>
                </c:pt>
                <c:pt idx="428">
                  <c:v>1.8157433831069034</c:v>
                </c:pt>
                <c:pt idx="429">
                  <c:v>1.8308794597123474</c:v>
                </c:pt>
                <c:pt idx="430">
                  <c:v>1.8409879640908853</c:v>
                </c:pt>
                <c:pt idx="431">
                  <c:v>1.8479363370441042</c:v>
                </c:pt>
                <c:pt idx="432">
                  <c:v>1.8541538910607023</c:v>
                </c:pt>
                <c:pt idx="433">
                  <c:v>1.8546278827421248</c:v>
                </c:pt>
                <c:pt idx="434">
                  <c:v>1.855550499787431</c:v>
                </c:pt>
                <c:pt idx="435">
                  <c:v>1.8581308859041767</c:v>
                </c:pt>
                <c:pt idx="436">
                  <c:v>1.7906458550435134</c:v>
                </c:pt>
                <c:pt idx="437">
                  <c:v>1.8278690659039953</c:v>
                </c:pt>
                <c:pt idx="438">
                  <c:v>1.8509387684649856</c:v>
                </c:pt>
                <c:pt idx="439">
                  <c:v>1.8040210101460499</c:v>
                </c:pt>
                <c:pt idx="440">
                  <c:v>1.8087208011497808</c:v>
                </c:pt>
                <c:pt idx="441">
                  <c:v>1.7919441931471221</c:v>
                </c:pt>
                <c:pt idx="442">
                  <c:v>1.8073518035672451</c:v>
                </c:pt>
                <c:pt idx="443">
                  <c:v>1.8127230422785479</c:v>
                </c:pt>
                <c:pt idx="444">
                  <c:v>1.8310801118766138</c:v>
                </c:pt>
                <c:pt idx="445">
                  <c:v>1.8170385832246632</c:v>
                </c:pt>
                <c:pt idx="446">
                  <c:v>1.8028298127502933</c:v>
                </c:pt>
                <c:pt idx="447">
                  <c:v>1.8140634848608475</c:v>
                </c:pt>
                <c:pt idx="448">
                  <c:v>1.7992077282813506</c:v>
                </c:pt>
                <c:pt idx="449">
                  <c:v>1.8038587466796547</c:v>
                </c:pt>
                <c:pt idx="450">
                  <c:v>1.8167983696251202</c:v>
                </c:pt>
                <c:pt idx="451">
                  <c:v>1.8181366769754237</c:v>
                </c:pt>
                <c:pt idx="452">
                  <c:v>1.8166679504898151</c:v>
                </c:pt>
                <c:pt idx="453">
                  <c:v>1.8135257254898032</c:v>
                </c:pt>
                <c:pt idx="454">
                  <c:v>1.8081001509394306</c:v>
                </c:pt>
                <c:pt idx="455">
                  <c:v>1.8073449147601073</c:v>
                </c:pt>
                <c:pt idx="456">
                  <c:v>1.8046385182700708</c:v>
                </c:pt>
                <c:pt idx="457">
                  <c:v>1.8088685779915554</c:v>
                </c:pt>
                <c:pt idx="458">
                  <c:v>1.8075580540056237</c:v>
                </c:pt>
                <c:pt idx="459">
                  <c:v>1.8082353348330058</c:v>
                </c:pt>
                <c:pt idx="460">
                  <c:v>1.8054039627818328</c:v>
                </c:pt>
                <c:pt idx="461">
                  <c:v>1.8006761133087699</c:v>
                </c:pt>
                <c:pt idx="462">
                  <c:v>1.8040344813426052</c:v>
                </c:pt>
                <c:pt idx="463">
                  <c:v>1.8016088501534147</c:v>
                </c:pt>
                <c:pt idx="464">
                  <c:v>1.8051047809186365</c:v>
                </c:pt>
                <c:pt idx="465">
                  <c:v>1.8164164240375114</c:v>
                </c:pt>
                <c:pt idx="466">
                  <c:v>1.8101799489130834</c:v>
                </c:pt>
                <c:pt idx="467">
                  <c:v>1.8111030319220762</c:v>
                </c:pt>
                <c:pt idx="468">
                  <c:v>1.8130504320922267</c:v>
                </c:pt>
                <c:pt idx="469">
                  <c:v>1.8169722956034262</c:v>
                </c:pt>
                <c:pt idx="470">
                  <c:v>1.8091212570516335</c:v>
                </c:pt>
                <c:pt idx="471">
                  <c:v>1.8046414724798419</c:v>
                </c:pt>
                <c:pt idx="472">
                  <c:v>1.8054931120726019</c:v>
                </c:pt>
                <c:pt idx="473">
                  <c:v>1.8009425514377686</c:v>
                </c:pt>
                <c:pt idx="474">
                  <c:v>1.7987861979602808</c:v>
                </c:pt>
                <c:pt idx="475">
                  <c:v>1.8051248975028999</c:v>
                </c:pt>
                <c:pt idx="476">
                  <c:v>1.8156435446091714</c:v>
                </c:pt>
                <c:pt idx="477">
                  <c:v>1.8158266168954824</c:v>
                </c:pt>
                <c:pt idx="478">
                  <c:v>1.8114129119387383</c:v>
                </c:pt>
                <c:pt idx="479">
                  <c:v>1.8054349184269807</c:v>
                </c:pt>
                <c:pt idx="480">
                  <c:v>1.806041851411949</c:v>
                </c:pt>
                <c:pt idx="481">
                  <c:v>1.8117177394179573</c:v>
                </c:pt>
                <c:pt idx="482">
                  <c:v>1.8048347818019546</c:v>
                </c:pt>
                <c:pt idx="483">
                  <c:v>1.8040755085132536</c:v>
                </c:pt>
                <c:pt idx="484">
                  <c:v>1.8097876753335616</c:v>
                </c:pt>
                <c:pt idx="485">
                  <c:v>1.8058863973524795</c:v>
                </c:pt>
                <c:pt idx="486">
                  <c:v>1.8059409863030236</c:v>
                </c:pt>
                <c:pt idx="487">
                  <c:v>1.808678725001682</c:v>
                </c:pt>
                <c:pt idx="488">
                  <c:v>1.8111960323095195</c:v>
                </c:pt>
                <c:pt idx="489">
                  <c:v>1.8120200216171365</c:v>
                </c:pt>
                <c:pt idx="490">
                  <c:v>1.8107125864112883</c:v>
                </c:pt>
                <c:pt idx="491">
                  <c:v>1.8101539526126413</c:v>
                </c:pt>
                <c:pt idx="492">
                  <c:v>1.8154125041571416</c:v>
                </c:pt>
                <c:pt idx="493">
                  <c:v>1.8193433648679664</c:v>
                </c:pt>
                <c:pt idx="494">
                  <c:v>1.8214977349244272</c:v>
                </c:pt>
                <c:pt idx="495">
                  <c:v>1.8186504418260219</c:v>
                </c:pt>
                <c:pt idx="496">
                  <c:v>1.8210705558187816</c:v>
                </c:pt>
                <c:pt idx="497">
                  <c:v>1.8182125149883743</c:v>
                </c:pt>
                <c:pt idx="498">
                  <c:v>1.8195579556835582</c:v>
                </c:pt>
                <c:pt idx="499">
                  <c:v>1.8227827091895137</c:v>
                </c:pt>
                <c:pt idx="500">
                  <c:v>1.8282227748377582</c:v>
                </c:pt>
                <c:pt idx="501">
                  <c:v>1.828224501512794</c:v>
                </c:pt>
                <c:pt idx="502">
                  <c:v>1.8287178951765706</c:v>
                </c:pt>
                <c:pt idx="503">
                  <c:v>1.8341623103162483</c:v>
                </c:pt>
                <c:pt idx="504">
                  <c:v>1.8336328801392887</c:v>
                </c:pt>
                <c:pt idx="505">
                  <c:v>1.8363509917019398</c:v>
                </c:pt>
                <c:pt idx="506">
                  <c:v>1.8390377040220138</c:v>
                </c:pt>
                <c:pt idx="507">
                  <c:v>1.8499582675467163</c:v>
                </c:pt>
                <c:pt idx="508">
                  <c:v>1.8697953899029054</c:v>
                </c:pt>
                <c:pt idx="509">
                  <c:v>1.8876012505540869</c:v>
                </c:pt>
                <c:pt idx="510">
                  <c:v>1.9035212480633805</c:v>
                </c:pt>
                <c:pt idx="511">
                  <c:v>1.9171635077161799</c:v>
                </c:pt>
                <c:pt idx="512">
                  <c:v>1.9184386587212183</c:v>
                </c:pt>
                <c:pt idx="513">
                  <c:v>1.9079108556148969</c:v>
                </c:pt>
                <c:pt idx="514">
                  <c:v>1.9130550231392349</c:v>
                </c:pt>
                <c:pt idx="515">
                  <c:v>1.9125331915253001</c:v>
                </c:pt>
                <c:pt idx="516">
                  <c:v>1.9110686967355051</c:v>
                </c:pt>
                <c:pt idx="517">
                  <c:v>1.906398455284902</c:v>
                </c:pt>
                <c:pt idx="518">
                  <c:v>1.9043117968347039</c:v>
                </c:pt>
                <c:pt idx="519">
                  <c:v>1.9080538445866024</c:v>
                </c:pt>
                <c:pt idx="520">
                  <c:v>1.9043604300237953</c:v>
                </c:pt>
                <c:pt idx="521">
                  <c:v>1.8966572823816881</c:v>
                </c:pt>
                <c:pt idx="522">
                  <c:v>1.8898413832772449</c:v>
                </c:pt>
                <c:pt idx="523">
                  <c:v>1.8908066632121241</c:v>
                </c:pt>
                <c:pt idx="524">
                  <c:v>1.8841746624544147</c:v>
                </c:pt>
                <c:pt idx="525">
                  <c:v>1.8871006281160669</c:v>
                </c:pt>
                <c:pt idx="526">
                  <c:v>1.8917904087287329</c:v>
                </c:pt>
                <c:pt idx="527">
                  <c:v>1.8993253322969708</c:v>
                </c:pt>
                <c:pt idx="528">
                  <c:v>1.894878073481564</c:v>
                </c:pt>
                <c:pt idx="529">
                  <c:v>1.8991202844176738</c:v>
                </c:pt>
                <c:pt idx="530">
                  <c:v>1.9166573026604279</c:v>
                </c:pt>
                <c:pt idx="531">
                  <c:v>1.9257646158419426</c:v>
                </c:pt>
                <c:pt idx="532">
                  <c:v>1.9289050411038127</c:v>
                </c:pt>
                <c:pt idx="533">
                  <c:v>1.9231410717958042</c:v>
                </c:pt>
                <c:pt idx="534">
                  <c:v>1.9218701793260877</c:v>
                </c:pt>
                <c:pt idx="535">
                  <c:v>1.9282627060618163</c:v>
                </c:pt>
                <c:pt idx="536">
                  <c:v>1.9282828178000575</c:v>
                </c:pt>
                <c:pt idx="537">
                  <c:v>1.9295711977005343</c:v>
                </c:pt>
                <c:pt idx="538">
                  <c:v>1.9463540496165892</c:v>
                </c:pt>
                <c:pt idx="539">
                  <c:v>1.9539178524957883</c:v>
                </c:pt>
                <c:pt idx="540">
                  <c:v>1.9605187015308305</c:v>
                </c:pt>
                <c:pt idx="541">
                  <c:v>1.9568778566183367</c:v>
                </c:pt>
                <c:pt idx="542">
                  <c:v>1.9610982440520075</c:v>
                </c:pt>
                <c:pt idx="543">
                  <c:v>1.9702007261220231</c:v>
                </c:pt>
                <c:pt idx="544">
                  <c:v>1.9803460841276637</c:v>
                </c:pt>
                <c:pt idx="545">
                  <c:v>1.9829523077444269</c:v>
                </c:pt>
                <c:pt idx="546">
                  <c:v>1.9965726067150784</c:v>
                </c:pt>
                <c:pt idx="547">
                  <c:v>2.002804835978397</c:v>
                </c:pt>
                <c:pt idx="548">
                  <c:v>2.0090285243137322</c:v>
                </c:pt>
                <c:pt idx="549">
                  <c:v>2.0302826236013041</c:v>
                </c:pt>
                <c:pt idx="550">
                  <c:v>2.0358425052879801</c:v>
                </c:pt>
                <c:pt idx="551">
                  <c:v>2.0259291360636631</c:v>
                </c:pt>
                <c:pt idx="552">
                  <c:v>2.033757445279611</c:v>
                </c:pt>
                <c:pt idx="553">
                  <c:v>2.0432871407501993</c:v>
                </c:pt>
                <c:pt idx="554">
                  <c:v>2.0402543955957442</c:v>
                </c:pt>
                <c:pt idx="555">
                  <c:v>2.0275472601991327</c:v>
                </c:pt>
                <c:pt idx="556">
                  <c:v>2.0392586140507336</c:v>
                </c:pt>
                <c:pt idx="557">
                  <c:v>2.0456813441798349</c:v>
                </c:pt>
                <c:pt idx="558">
                  <c:v>2.0338044442408623</c:v>
                </c:pt>
                <c:pt idx="559">
                  <c:v>2.0133478242820972</c:v>
                </c:pt>
                <c:pt idx="560">
                  <c:v>1.9925625694546836</c:v>
                </c:pt>
                <c:pt idx="561">
                  <c:v>1.9935006043064412</c:v>
                </c:pt>
                <c:pt idx="562">
                  <c:v>1.9817993063239612</c:v>
                </c:pt>
                <c:pt idx="563">
                  <c:v>1.9703573972786415</c:v>
                </c:pt>
                <c:pt idx="564">
                  <c:v>1.9358034031065126</c:v>
                </c:pt>
                <c:pt idx="565">
                  <c:v>1.9079663000747691</c:v>
                </c:pt>
                <c:pt idx="566">
                  <c:v>1.8843010526813029</c:v>
                </c:pt>
                <c:pt idx="567">
                  <c:v>1.885870716593401</c:v>
                </c:pt>
                <c:pt idx="568">
                  <c:v>1.9166472110052963</c:v>
                </c:pt>
                <c:pt idx="569">
                  <c:v>1.8827945749361461</c:v>
                </c:pt>
                <c:pt idx="570">
                  <c:v>1.8579674213697837</c:v>
                </c:pt>
                <c:pt idx="571">
                  <c:v>1.8517206093069394</c:v>
                </c:pt>
                <c:pt idx="572">
                  <c:v>1.8342111701500772</c:v>
                </c:pt>
                <c:pt idx="573">
                  <c:v>1.7801383165115223</c:v>
                </c:pt>
                <c:pt idx="574">
                  <c:v>1.7629656714338404</c:v>
                </c:pt>
                <c:pt idx="575">
                  <c:v>1.8456988912539467</c:v>
                </c:pt>
                <c:pt idx="576">
                  <c:v>1.8498704725328052</c:v>
                </c:pt>
                <c:pt idx="577">
                  <c:v>1.8159223638592781</c:v>
                </c:pt>
                <c:pt idx="578">
                  <c:v>1.7944778002374759</c:v>
                </c:pt>
                <c:pt idx="579">
                  <c:v>1.8030141328873561</c:v>
                </c:pt>
                <c:pt idx="580">
                  <c:v>1.8139686027256536</c:v>
                </c:pt>
                <c:pt idx="581">
                  <c:v>1.8118068130362237</c:v>
                </c:pt>
                <c:pt idx="582">
                  <c:v>1.824811825224939</c:v>
                </c:pt>
                <c:pt idx="583">
                  <c:v>1.9480892536517243</c:v>
                </c:pt>
                <c:pt idx="584">
                  <c:v>1.7767713687815245</c:v>
                </c:pt>
                <c:pt idx="585">
                  <c:v>1.8040924606449307</c:v>
                </c:pt>
                <c:pt idx="586">
                  <c:v>1.8103914964266477</c:v>
                </c:pt>
                <c:pt idx="587">
                  <c:v>1.6544324553354794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8-1251-45ED-B486-8EADCA04E34F}"/>
            </c:ext>
          </c:extLst>
        </c:ser>
        <c:ser>
          <c:idx val="25"/>
          <c:order val="25"/>
          <c:tx>
            <c:strRef>
              <c:f>'Fully separated 3%'!$X$1</c:f>
              <c:strCache>
                <c:ptCount val="1"/>
                <c:pt idx="0">
                  <c:v>3F_11/O-PTIR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3%'!$A$2:$A$589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3%'!$X$2:$X$589</c:f>
              <c:numCache>
                <c:formatCode>General</c:formatCode>
                <c:ptCount val="588"/>
                <c:pt idx="0">
                  <c:v>1.5592558266277674</c:v>
                </c:pt>
                <c:pt idx="1">
                  <c:v>1.6433141752815321</c:v>
                </c:pt>
                <c:pt idx="2">
                  <c:v>1.6385780014051612</c:v>
                </c:pt>
                <c:pt idx="3">
                  <c:v>1.6076167105047521</c:v>
                </c:pt>
                <c:pt idx="4">
                  <c:v>1.6473337840566347</c:v>
                </c:pt>
                <c:pt idx="5">
                  <c:v>1.651919724858649</c:v>
                </c:pt>
                <c:pt idx="6">
                  <c:v>1.6493010839260693</c:v>
                </c:pt>
                <c:pt idx="7">
                  <c:v>1.6779915812846602</c:v>
                </c:pt>
                <c:pt idx="8">
                  <c:v>1.6626467080363587</c:v>
                </c:pt>
                <c:pt idx="9">
                  <c:v>1.6584876146634187</c:v>
                </c:pt>
                <c:pt idx="10">
                  <c:v>1.6722343924319631</c:v>
                </c:pt>
                <c:pt idx="11">
                  <c:v>1.6832647058517596</c:v>
                </c:pt>
                <c:pt idx="12">
                  <c:v>1.6815772817195345</c:v>
                </c:pt>
                <c:pt idx="13">
                  <c:v>1.7008895346707136</c:v>
                </c:pt>
                <c:pt idx="14">
                  <c:v>1.7140146669318728</c:v>
                </c:pt>
                <c:pt idx="15">
                  <c:v>1.6914629257306855</c:v>
                </c:pt>
                <c:pt idx="16">
                  <c:v>1.6961642429044743</c:v>
                </c:pt>
                <c:pt idx="17">
                  <c:v>1.7020016697122609</c:v>
                </c:pt>
                <c:pt idx="18">
                  <c:v>1.6834379239074897</c:v>
                </c:pt>
                <c:pt idx="19">
                  <c:v>1.6811701037135525</c:v>
                </c:pt>
                <c:pt idx="20">
                  <c:v>1.6818391891534235</c:v>
                </c:pt>
                <c:pt idx="21">
                  <c:v>1.6869517150118885</c:v>
                </c:pt>
                <c:pt idx="22">
                  <c:v>1.6848021136127838</c:v>
                </c:pt>
                <c:pt idx="23">
                  <c:v>1.6983706133069145</c:v>
                </c:pt>
                <c:pt idx="24">
                  <c:v>1.7042160725783364</c:v>
                </c:pt>
                <c:pt idx="25">
                  <c:v>1.6933668507622579</c:v>
                </c:pt>
                <c:pt idx="26">
                  <c:v>1.689694519629203</c:v>
                </c:pt>
                <c:pt idx="27">
                  <c:v>1.6777657043621133</c:v>
                </c:pt>
                <c:pt idx="28">
                  <c:v>1.6641709619158362</c:v>
                </c:pt>
                <c:pt idx="29">
                  <c:v>1.6538989036727314</c:v>
                </c:pt>
                <c:pt idx="30">
                  <c:v>1.6618641929413946</c:v>
                </c:pt>
                <c:pt idx="31">
                  <c:v>1.6831491019416718</c:v>
                </c:pt>
                <c:pt idx="32">
                  <c:v>1.7080209465848104</c:v>
                </c:pt>
                <c:pt idx="33">
                  <c:v>1.7346798410242534</c:v>
                </c:pt>
                <c:pt idx="34">
                  <c:v>1.7385542189561749</c:v>
                </c:pt>
                <c:pt idx="35">
                  <c:v>1.731744177821871</c:v>
                </c:pt>
                <c:pt idx="36">
                  <c:v>1.7143125326427187</c:v>
                </c:pt>
                <c:pt idx="37">
                  <c:v>1.7097057052682212</c:v>
                </c:pt>
                <c:pt idx="38">
                  <c:v>1.7231529378764638</c:v>
                </c:pt>
                <c:pt idx="39">
                  <c:v>1.741958712212315</c:v>
                </c:pt>
                <c:pt idx="40">
                  <c:v>1.7594990556943291</c:v>
                </c:pt>
                <c:pt idx="41">
                  <c:v>1.7970747038765826</c:v>
                </c:pt>
                <c:pt idx="42">
                  <c:v>1.83568607756771</c:v>
                </c:pt>
                <c:pt idx="43">
                  <c:v>1.8730926972885764</c:v>
                </c:pt>
                <c:pt idx="44">
                  <c:v>1.889933595218616</c:v>
                </c:pt>
                <c:pt idx="45">
                  <c:v>1.9132105190832256</c:v>
                </c:pt>
                <c:pt idx="46">
                  <c:v>1.942251689099969</c:v>
                </c:pt>
                <c:pt idx="47">
                  <c:v>1.9270836817438501</c:v>
                </c:pt>
                <c:pt idx="48">
                  <c:v>1.8983354077122512</c:v>
                </c:pt>
                <c:pt idx="49">
                  <c:v>1.8468774808899597</c:v>
                </c:pt>
                <c:pt idx="50">
                  <c:v>1.7841003103304762</c:v>
                </c:pt>
                <c:pt idx="51">
                  <c:v>1.7336081427915457</c:v>
                </c:pt>
                <c:pt idx="52">
                  <c:v>1.7088965790257467</c:v>
                </c:pt>
                <c:pt idx="53">
                  <c:v>1.6927419872130114</c:v>
                </c:pt>
                <c:pt idx="54">
                  <c:v>1.683353843083107</c:v>
                </c:pt>
                <c:pt idx="55">
                  <c:v>1.6827294707276801</c:v>
                </c:pt>
                <c:pt idx="56">
                  <c:v>1.6867277884177423</c:v>
                </c:pt>
                <c:pt idx="57">
                  <c:v>1.6880468244088425</c:v>
                </c:pt>
                <c:pt idx="58">
                  <c:v>1.6951480423499223</c:v>
                </c:pt>
                <c:pt idx="59">
                  <c:v>1.6992162829248663</c:v>
                </c:pt>
                <c:pt idx="60">
                  <c:v>1.706519843825792</c:v>
                </c:pt>
                <c:pt idx="61">
                  <c:v>1.7232257067961232</c:v>
                </c:pt>
                <c:pt idx="62">
                  <c:v>1.7444228004543023</c:v>
                </c:pt>
                <c:pt idx="63">
                  <c:v>1.7650280633475912</c:v>
                </c:pt>
                <c:pt idx="64">
                  <c:v>1.7848027897266294</c:v>
                </c:pt>
                <c:pt idx="65">
                  <c:v>1.7890604433064672</c:v>
                </c:pt>
                <c:pt idx="66">
                  <c:v>1.8009772676656124</c:v>
                </c:pt>
                <c:pt idx="67">
                  <c:v>1.807876200434354</c:v>
                </c:pt>
                <c:pt idx="68">
                  <c:v>1.8022275870860638</c:v>
                </c:pt>
                <c:pt idx="69">
                  <c:v>1.7939278273318502</c:v>
                </c:pt>
                <c:pt idx="70">
                  <c:v>1.7778411575115265</c:v>
                </c:pt>
                <c:pt idx="71">
                  <c:v>1.7573072910845777</c:v>
                </c:pt>
                <c:pt idx="72">
                  <c:v>1.7400703898079479</c:v>
                </c:pt>
                <c:pt idx="73">
                  <c:v>1.7180537175917541</c:v>
                </c:pt>
                <c:pt idx="74">
                  <c:v>1.7024231862437069</c:v>
                </c:pt>
                <c:pt idx="75">
                  <c:v>1.6934554606825931</c:v>
                </c:pt>
                <c:pt idx="76">
                  <c:v>1.6872553016860432</c:v>
                </c:pt>
                <c:pt idx="77">
                  <c:v>1.680763084623218</c:v>
                </c:pt>
                <c:pt idx="78">
                  <c:v>1.6747061447422209</c:v>
                </c:pt>
                <c:pt idx="79">
                  <c:v>1.666281188351564</c:v>
                </c:pt>
                <c:pt idx="80">
                  <c:v>1.6636983684506095</c:v>
                </c:pt>
                <c:pt idx="81">
                  <c:v>1.6633306593127055</c:v>
                </c:pt>
                <c:pt idx="82">
                  <c:v>1.657392082695311</c:v>
                </c:pt>
                <c:pt idx="83">
                  <c:v>1.6510502323404552</c:v>
                </c:pt>
                <c:pt idx="84">
                  <c:v>1.6493307144708822</c:v>
                </c:pt>
                <c:pt idx="85">
                  <c:v>1.6491480084286549</c:v>
                </c:pt>
                <c:pt idx="86">
                  <c:v>1.6511457875969284</c:v>
                </c:pt>
                <c:pt idx="87">
                  <c:v>1.655726430006788</c:v>
                </c:pt>
                <c:pt idx="88">
                  <c:v>1.6490810038129353</c:v>
                </c:pt>
                <c:pt idx="89">
                  <c:v>1.6433815482926162</c:v>
                </c:pt>
                <c:pt idx="90">
                  <c:v>1.6479981453677128</c:v>
                </c:pt>
                <c:pt idx="91">
                  <c:v>1.6462876026205018</c:v>
                </c:pt>
                <c:pt idx="92">
                  <c:v>1.6350037826258159</c:v>
                </c:pt>
                <c:pt idx="93">
                  <c:v>1.628287070123061</c:v>
                </c:pt>
                <c:pt idx="94">
                  <c:v>1.6305662112510197</c:v>
                </c:pt>
                <c:pt idx="95">
                  <c:v>1.6320509384749113</c:v>
                </c:pt>
                <c:pt idx="96">
                  <c:v>1.6286629760578264</c:v>
                </c:pt>
                <c:pt idx="97">
                  <c:v>1.6254707453484813</c:v>
                </c:pt>
                <c:pt idx="98">
                  <c:v>1.6250004290722482</c:v>
                </c:pt>
                <c:pt idx="99">
                  <c:v>1.6259916256943605</c:v>
                </c:pt>
                <c:pt idx="100">
                  <c:v>1.6268970259254409</c:v>
                </c:pt>
                <c:pt idx="101">
                  <c:v>1.6263019319721987</c:v>
                </c:pt>
                <c:pt idx="102">
                  <c:v>1.6263467100675895</c:v>
                </c:pt>
                <c:pt idx="103">
                  <c:v>1.6347764610155646</c:v>
                </c:pt>
                <c:pt idx="104">
                  <c:v>1.6416444124564904</c:v>
                </c:pt>
                <c:pt idx="105">
                  <c:v>1.6427107617329735</c:v>
                </c:pt>
                <c:pt idx="106">
                  <c:v>1.6566461543164555</c:v>
                </c:pt>
                <c:pt idx="107">
                  <c:v>1.6816792116605019</c:v>
                </c:pt>
                <c:pt idx="108">
                  <c:v>1.716104263227185</c:v>
                </c:pt>
                <c:pt idx="109">
                  <c:v>1.7509760772429441</c:v>
                </c:pt>
                <c:pt idx="110">
                  <c:v>1.7670104782621308</c:v>
                </c:pt>
                <c:pt idx="111">
                  <c:v>1.7531509245596795</c:v>
                </c:pt>
                <c:pt idx="112">
                  <c:v>1.7217138700074628</c:v>
                </c:pt>
                <c:pt idx="113">
                  <c:v>1.6987294737326306</c:v>
                </c:pt>
                <c:pt idx="114">
                  <c:v>1.6854103271362395</c:v>
                </c:pt>
                <c:pt idx="115">
                  <c:v>1.6756034980627894</c:v>
                </c:pt>
                <c:pt idx="116">
                  <c:v>1.6795891602885633</c:v>
                </c:pt>
                <c:pt idx="117">
                  <c:v>1.6859429834927673</c:v>
                </c:pt>
                <c:pt idx="118">
                  <c:v>1.6984616214088386</c:v>
                </c:pt>
                <c:pt idx="119">
                  <c:v>1.7141278726603717</c:v>
                </c:pt>
                <c:pt idx="120">
                  <c:v>1.728339381181313</c:v>
                </c:pt>
                <c:pt idx="121">
                  <c:v>1.7515999511811131</c:v>
                </c:pt>
                <c:pt idx="122">
                  <c:v>1.7811159900462172</c:v>
                </c:pt>
                <c:pt idx="123">
                  <c:v>1.8083252093728102</c:v>
                </c:pt>
                <c:pt idx="124">
                  <c:v>1.8057588372413678</c:v>
                </c:pt>
                <c:pt idx="125">
                  <c:v>1.7940026910486802</c:v>
                </c:pt>
                <c:pt idx="126">
                  <c:v>1.7745985126188848</c:v>
                </c:pt>
                <c:pt idx="127">
                  <c:v>1.7447404005991871</c:v>
                </c:pt>
                <c:pt idx="128">
                  <c:v>1.7359194986494482</c:v>
                </c:pt>
                <c:pt idx="129">
                  <c:v>1.7359768383044267</c:v>
                </c:pt>
                <c:pt idx="130">
                  <c:v>1.7293585939097282</c:v>
                </c:pt>
                <c:pt idx="131">
                  <c:v>1.7187979267922422</c:v>
                </c:pt>
                <c:pt idx="132">
                  <c:v>1.7131338408386403</c:v>
                </c:pt>
                <c:pt idx="133">
                  <c:v>1.6948589458934404</c:v>
                </c:pt>
                <c:pt idx="134">
                  <c:v>1.6769373421028575</c:v>
                </c:pt>
                <c:pt idx="135">
                  <c:v>1.6673580585662529</c:v>
                </c:pt>
                <c:pt idx="136">
                  <c:v>1.6683876224820682</c:v>
                </c:pt>
                <c:pt idx="137">
                  <c:v>1.668291745782581</c:v>
                </c:pt>
                <c:pt idx="138">
                  <c:v>1.6642511565302947</c:v>
                </c:pt>
                <c:pt idx="139">
                  <c:v>1.6642294284272239</c:v>
                </c:pt>
                <c:pt idx="140">
                  <c:v>1.6642095784181687</c:v>
                </c:pt>
                <c:pt idx="141">
                  <c:v>1.6641913897999734</c:v>
                </c:pt>
                <c:pt idx="142">
                  <c:v>1.6688432553136481</c:v>
                </c:pt>
                <c:pt idx="143">
                  <c:v>1.6646258001691787</c:v>
                </c:pt>
                <c:pt idx="144">
                  <c:v>1.6663915047046545</c:v>
                </c:pt>
                <c:pt idx="145">
                  <c:v>1.6489526974862088</c:v>
                </c:pt>
                <c:pt idx="146">
                  <c:v>1.6416178879902419</c:v>
                </c:pt>
                <c:pt idx="147">
                  <c:v>1.6484367272726643</c:v>
                </c:pt>
                <c:pt idx="148">
                  <c:v>1.6490923735051675</c:v>
                </c:pt>
                <c:pt idx="149">
                  <c:v>1.6495262132227297</c:v>
                </c:pt>
                <c:pt idx="150">
                  <c:v>1.6410242260836863</c:v>
                </c:pt>
                <c:pt idx="151">
                  <c:v>1.6302599230108588</c:v>
                </c:pt>
                <c:pt idx="152">
                  <c:v>1.6340400061763289</c:v>
                </c:pt>
                <c:pt idx="153">
                  <c:v>1.6429466900702223</c:v>
                </c:pt>
                <c:pt idx="154">
                  <c:v>1.6525124368830391</c:v>
                </c:pt>
                <c:pt idx="155">
                  <c:v>1.6552093762774651</c:v>
                </c:pt>
                <c:pt idx="156">
                  <c:v>1.6389350270774927</c:v>
                </c:pt>
                <c:pt idx="157">
                  <c:v>1.6372550719806982</c:v>
                </c:pt>
                <c:pt idx="158">
                  <c:v>1.6466610760623452</c:v>
                </c:pt>
                <c:pt idx="159">
                  <c:v>1.6472254758194531</c:v>
                </c:pt>
                <c:pt idx="160">
                  <c:v>1.6432636401056404</c:v>
                </c:pt>
                <c:pt idx="161">
                  <c:v>1.6397398987146787</c:v>
                </c:pt>
                <c:pt idx="162">
                  <c:v>1.6426086331474463</c:v>
                </c:pt>
                <c:pt idx="163">
                  <c:v>1.6492754190490049</c:v>
                </c:pt>
                <c:pt idx="164">
                  <c:v>1.6522454297015543</c:v>
                </c:pt>
                <c:pt idx="165">
                  <c:v>1.6568751337058472</c:v>
                </c:pt>
                <c:pt idx="166">
                  <c:v>1.6591793600299294</c:v>
                </c:pt>
                <c:pt idx="167">
                  <c:v>1.6665241848234054</c:v>
                </c:pt>
                <c:pt idx="168">
                  <c:v>1.6744351429992341</c:v>
                </c:pt>
                <c:pt idx="169">
                  <c:v>1.6764318819923609</c:v>
                </c:pt>
                <c:pt idx="170">
                  <c:v>1.6868773858295092</c:v>
                </c:pt>
                <c:pt idx="171">
                  <c:v>1.6840680533434176</c:v>
                </c:pt>
                <c:pt idx="172">
                  <c:v>1.6866137881110062</c:v>
                </c:pt>
                <c:pt idx="173">
                  <c:v>1.6959607225241493</c:v>
                </c:pt>
                <c:pt idx="174">
                  <c:v>1.6913425904683668</c:v>
                </c:pt>
                <c:pt idx="175">
                  <c:v>1.690235085650911</c:v>
                </c:pt>
                <c:pt idx="176">
                  <c:v>1.6976149188391783</c:v>
                </c:pt>
                <c:pt idx="177">
                  <c:v>1.7031331274518517</c:v>
                </c:pt>
                <c:pt idx="178">
                  <c:v>1.706292247724877</c:v>
                </c:pt>
                <c:pt idx="179">
                  <c:v>1.7135096980151958</c:v>
                </c:pt>
                <c:pt idx="180">
                  <c:v>1.7258245410602784</c:v>
                </c:pt>
                <c:pt idx="181">
                  <c:v>1.7288708095532923</c:v>
                </c:pt>
                <c:pt idx="182">
                  <c:v>1.7407792258299992</c:v>
                </c:pt>
                <c:pt idx="183">
                  <c:v>1.7406321421748374</c:v>
                </c:pt>
                <c:pt idx="184">
                  <c:v>1.7415124770742509</c:v>
                </c:pt>
                <c:pt idx="185">
                  <c:v>1.7528647608192374</c:v>
                </c:pt>
                <c:pt idx="186">
                  <c:v>1.7642240946402201</c:v>
                </c:pt>
                <c:pt idx="187">
                  <c:v>1.7724492073807592</c:v>
                </c:pt>
                <c:pt idx="188">
                  <c:v>1.7778756133132709</c:v>
                </c:pt>
                <c:pt idx="189">
                  <c:v>1.7808503842118055</c:v>
                </c:pt>
                <c:pt idx="190">
                  <c:v>1.7723218437127595</c:v>
                </c:pt>
                <c:pt idx="191">
                  <c:v>1.7627380455270794</c:v>
                </c:pt>
                <c:pt idx="192">
                  <c:v>1.757220739844221</c:v>
                </c:pt>
                <c:pt idx="193">
                  <c:v>1.7649650749636892</c:v>
                </c:pt>
                <c:pt idx="194">
                  <c:v>1.7713538451634572</c:v>
                </c:pt>
                <c:pt idx="195">
                  <c:v>1.7795424217519578</c:v>
                </c:pt>
                <c:pt idx="196">
                  <c:v>1.7899224884595455</c:v>
                </c:pt>
                <c:pt idx="197">
                  <c:v>1.7813820726275713</c:v>
                </c:pt>
                <c:pt idx="198">
                  <c:v>1.7745745019092416</c:v>
                </c:pt>
                <c:pt idx="199">
                  <c:v>1.7660573166555502</c:v>
                </c:pt>
                <c:pt idx="200">
                  <c:v>1.7531786047760913</c:v>
                </c:pt>
                <c:pt idx="201">
                  <c:v>1.7489380418517937</c:v>
                </c:pt>
                <c:pt idx="202">
                  <c:v>1.7514394030365485</c:v>
                </c:pt>
                <c:pt idx="203">
                  <c:v>1.7568897474443186</c:v>
                </c:pt>
                <c:pt idx="204">
                  <c:v>1.7607399413040721</c:v>
                </c:pt>
                <c:pt idx="205">
                  <c:v>1.7671953549476336</c:v>
                </c:pt>
                <c:pt idx="206">
                  <c:v>1.7752147441590989</c:v>
                </c:pt>
                <c:pt idx="207">
                  <c:v>1.7813693449288976</c:v>
                </c:pt>
                <c:pt idx="208">
                  <c:v>1.7793626881546818</c:v>
                </c:pt>
                <c:pt idx="209">
                  <c:v>1.7835272316119859</c:v>
                </c:pt>
                <c:pt idx="210">
                  <c:v>1.7887736727971892</c:v>
                </c:pt>
                <c:pt idx="211">
                  <c:v>1.7955149612436521</c:v>
                </c:pt>
                <c:pt idx="212">
                  <c:v>1.8007219335607774</c:v>
                </c:pt>
                <c:pt idx="213">
                  <c:v>1.8025622200989808</c:v>
                </c:pt>
                <c:pt idx="214">
                  <c:v>1.8140312923979725</c:v>
                </c:pt>
                <c:pt idx="215">
                  <c:v>1.824600382044774</c:v>
                </c:pt>
                <c:pt idx="216">
                  <c:v>1.8303778326425224</c:v>
                </c:pt>
                <c:pt idx="217">
                  <c:v>1.8421705294341248</c:v>
                </c:pt>
                <c:pt idx="218">
                  <c:v>1.8433338642079071</c:v>
                </c:pt>
                <c:pt idx="219">
                  <c:v>1.8334915969450749</c:v>
                </c:pt>
                <c:pt idx="220">
                  <c:v>1.8258239891895751</c:v>
                </c:pt>
                <c:pt idx="221">
                  <c:v>1.8082627988639901</c:v>
                </c:pt>
                <c:pt idx="222">
                  <c:v>1.792185663982514</c:v>
                </c:pt>
                <c:pt idx="223">
                  <c:v>1.7853348248674441</c:v>
                </c:pt>
                <c:pt idx="224">
                  <c:v>1.7705613328295804</c:v>
                </c:pt>
                <c:pt idx="225">
                  <c:v>1.7547558281302424</c:v>
                </c:pt>
                <c:pt idx="226">
                  <c:v>1.7304528003768671</c:v>
                </c:pt>
                <c:pt idx="227">
                  <c:v>1.7146920159854118</c:v>
                </c:pt>
                <c:pt idx="228">
                  <c:v>1.7037751683379005</c:v>
                </c:pt>
                <c:pt idx="229">
                  <c:v>1.6907379092063475</c:v>
                </c:pt>
                <c:pt idx="230">
                  <c:v>1.6749254483357139</c:v>
                </c:pt>
                <c:pt idx="231">
                  <c:v>1.6671778193282805</c:v>
                </c:pt>
                <c:pt idx="232">
                  <c:v>1.6598506739005841</c:v>
                </c:pt>
                <c:pt idx="233">
                  <c:v>1.6564122304833961</c:v>
                </c:pt>
                <c:pt idx="234">
                  <c:v>1.6482830883470452</c:v>
                </c:pt>
                <c:pt idx="235">
                  <c:v>1.6543332598661482</c:v>
                </c:pt>
                <c:pt idx="236">
                  <c:v>1.6574136266006998</c:v>
                </c:pt>
                <c:pt idx="237">
                  <c:v>1.6591800390331504</c:v>
                </c:pt>
                <c:pt idx="238">
                  <c:v>1.6647791971096075</c:v>
                </c:pt>
                <c:pt idx="239">
                  <c:v>1.6743148944181776</c:v>
                </c:pt>
                <c:pt idx="240">
                  <c:v>1.6804817461397077</c:v>
                </c:pt>
                <c:pt idx="241">
                  <c:v>1.6867802955923503</c:v>
                </c:pt>
                <c:pt idx="242">
                  <c:v>1.7008204063640691</c:v>
                </c:pt>
                <c:pt idx="243">
                  <c:v>1.7211041829025489</c:v>
                </c:pt>
                <c:pt idx="244">
                  <c:v>1.7268200031228369</c:v>
                </c:pt>
                <c:pt idx="245">
                  <c:v>1.7226856391916729</c:v>
                </c:pt>
                <c:pt idx="246">
                  <c:v>1.7240614586329857</c:v>
                </c:pt>
                <c:pt idx="247">
                  <c:v>1.7372791664822282</c:v>
                </c:pt>
                <c:pt idx="248">
                  <c:v>1.7702356279866751</c:v>
                </c:pt>
                <c:pt idx="249">
                  <c:v>1.8287481237840786</c:v>
                </c:pt>
                <c:pt idx="250">
                  <c:v>1.894978242425301</c:v>
                </c:pt>
                <c:pt idx="251">
                  <c:v>2.0046029079367553</c:v>
                </c:pt>
                <c:pt idx="252">
                  <c:v>2.0643168204758235</c:v>
                </c:pt>
                <c:pt idx="253">
                  <c:v>2.1080841834549968</c:v>
                </c:pt>
                <c:pt idx="254">
                  <c:v>2.2049277257414106</c:v>
                </c:pt>
                <c:pt idx="255">
                  <c:v>2.3254609102757628</c:v>
                </c:pt>
                <c:pt idx="256">
                  <c:v>2.4948428000636595</c:v>
                </c:pt>
                <c:pt idx="257">
                  <c:v>2.5308554550656477</c:v>
                </c:pt>
                <c:pt idx="258">
                  <c:v>2.5658948528550898</c:v>
                </c:pt>
                <c:pt idx="259">
                  <c:v>2.6</c:v>
                </c:pt>
                <c:pt idx="260">
                  <c:v>2.4665789298192666</c:v>
                </c:pt>
                <c:pt idx="261">
                  <c:v>2.1824903387954468</c:v>
                </c:pt>
                <c:pt idx="262">
                  <c:v>1.8990744521541965</c:v>
                </c:pt>
                <c:pt idx="263">
                  <c:v>1.8073847610180263</c:v>
                </c:pt>
                <c:pt idx="264">
                  <c:v>1.7667222341713948</c:v>
                </c:pt>
                <c:pt idx="265">
                  <c:v>1.7438632584595999</c:v>
                </c:pt>
                <c:pt idx="266">
                  <c:v>1.7362166131226879</c:v>
                </c:pt>
                <c:pt idx="267">
                  <c:v>1.7401219651589868</c:v>
                </c:pt>
                <c:pt idx="268">
                  <c:v>1.7297588012975376</c:v>
                </c:pt>
                <c:pt idx="269">
                  <c:v>1.7576733027144296</c:v>
                </c:pt>
                <c:pt idx="270">
                  <c:v>1.8149043460713568</c:v>
                </c:pt>
                <c:pt idx="271">
                  <c:v>1.8711894946008563</c:v>
                </c:pt>
                <c:pt idx="272">
                  <c:v>1.8454861310558268</c:v>
                </c:pt>
                <c:pt idx="273">
                  <c:v>1.8136353757326444</c:v>
                </c:pt>
                <c:pt idx="274">
                  <c:v>1.8328654404003333</c:v>
                </c:pt>
                <c:pt idx="275">
                  <c:v>1.8734895530009119</c:v>
                </c:pt>
                <c:pt idx="276">
                  <c:v>1.9747697312268331</c:v>
                </c:pt>
                <c:pt idx="277">
                  <c:v>2.1521007550631404</c:v>
                </c:pt>
                <c:pt idx="278">
                  <c:v>2.5090073851279673</c:v>
                </c:pt>
                <c:pt idx="279">
                  <c:v>2.6132502133225852</c:v>
                </c:pt>
                <c:pt idx="280">
                  <c:v>2.4939606159639838</c:v>
                </c:pt>
                <c:pt idx="281">
                  <c:v>2.203955855429061</c:v>
                </c:pt>
                <c:pt idx="282">
                  <c:v>1.9418084878060835</c:v>
                </c:pt>
                <c:pt idx="283">
                  <c:v>1.8112101784836534</c:v>
                </c:pt>
                <c:pt idx="284">
                  <c:v>1.757851201558321</c:v>
                </c:pt>
                <c:pt idx="285">
                  <c:v>1.7089028850875752</c:v>
                </c:pt>
                <c:pt idx="286">
                  <c:v>1.7176644464898656</c:v>
                </c:pt>
                <c:pt idx="287">
                  <c:v>1.7645803257343147</c:v>
                </c:pt>
                <c:pt idx="288">
                  <c:v>1.772703082351013</c:v>
                </c:pt>
                <c:pt idx="289">
                  <c:v>1.7278662315113202</c:v>
                </c:pt>
                <c:pt idx="290">
                  <c:v>1.6808271709697751</c:v>
                </c:pt>
                <c:pt idx="291">
                  <c:v>1.6411658813247996</c:v>
                </c:pt>
                <c:pt idx="292">
                  <c:v>1.6274003081692237</c:v>
                </c:pt>
                <c:pt idx="293">
                  <c:v>1.6341982500440051</c:v>
                </c:pt>
                <c:pt idx="294">
                  <c:v>1.6312949045055649</c:v>
                </c:pt>
                <c:pt idx="295">
                  <c:v>1.613893369326957</c:v>
                </c:pt>
                <c:pt idx="296">
                  <c:v>1.6089022459938522</c:v>
                </c:pt>
                <c:pt idx="297">
                  <c:v>1.6257885405262062</c:v>
                </c:pt>
                <c:pt idx="298">
                  <c:v>1.6416339854229856</c:v>
                </c:pt>
                <c:pt idx="299">
                  <c:v>1.6391057313766175</c:v>
                </c:pt>
                <c:pt idx="300">
                  <c:v>1.6341164698847914</c:v>
                </c:pt>
                <c:pt idx="301">
                  <c:v>1.6306670540644903</c:v>
                </c:pt>
                <c:pt idx="302">
                  <c:v>1.6285460665112261</c:v>
                </c:pt>
                <c:pt idx="303">
                  <c:v>1.614299502643143</c:v>
                </c:pt>
                <c:pt idx="304">
                  <c:v>1.6231519096199907</c:v>
                </c:pt>
                <c:pt idx="305">
                  <c:v>1.6340952004700668</c:v>
                </c:pt>
                <c:pt idx="306">
                  <c:v>1.6439303309756415</c:v>
                </c:pt>
                <c:pt idx="307">
                  <c:v>1.6373305027374521</c:v>
                </c:pt>
                <c:pt idx="308">
                  <c:v>1.635394946268597</c:v>
                </c:pt>
                <c:pt idx="309">
                  <c:v>1.6269205905877555</c:v>
                </c:pt>
                <c:pt idx="310">
                  <c:v>1.6125261990503432</c:v>
                </c:pt>
                <c:pt idx="311">
                  <c:v>1.6049464901579495</c:v>
                </c:pt>
                <c:pt idx="312">
                  <c:v>1.6021889919380214</c:v>
                </c:pt>
                <c:pt idx="313">
                  <c:v>1.6047960295452794</c:v>
                </c:pt>
                <c:pt idx="314">
                  <c:v>1.6201527487812903</c:v>
                </c:pt>
                <c:pt idx="315">
                  <c:v>1.6312220236226089</c:v>
                </c:pt>
                <c:pt idx="316">
                  <c:v>1.6345764548380799</c:v>
                </c:pt>
                <c:pt idx="317">
                  <c:v>1.6304869773538846</c:v>
                </c:pt>
                <c:pt idx="318">
                  <c:v>1.6567498503881413</c:v>
                </c:pt>
                <c:pt idx="319">
                  <c:v>1.6755425900291816</c:v>
                </c:pt>
                <c:pt idx="320">
                  <c:v>1.6867759615292377</c:v>
                </c:pt>
                <c:pt idx="321">
                  <c:v>1.7408322458687422</c:v>
                </c:pt>
                <c:pt idx="322">
                  <c:v>1.7824964758288147</c:v>
                </c:pt>
                <c:pt idx="323">
                  <c:v>1.8120993837655703</c:v>
                </c:pt>
                <c:pt idx="324">
                  <c:v>1.8086073135408036</c:v>
                </c:pt>
                <c:pt idx="325">
                  <c:v>1.774489785422269</c:v>
                </c:pt>
                <c:pt idx="326">
                  <c:v>1.7454800807037225</c:v>
                </c:pt>
                <c:pt idx="327">
                  <c:v>1.7335394478912125</c:v>
                </c:pt>
                <c:pt idx="328">
                  <c:v>1.7489191742303773</c:v>
                </c:pt>
                <c:pt idx="329">
                  <c:v>1.7979741808880763</c:v>
                </c:pt>
                <c:pt idx="330">
                  <c:v>1.8842705349932829</c:v>
                </c:pt>
                <c:pt idx="331">
                  <c:v>1.9874373308920805</c:v>
                </c:pt>
                <c:pt idx="332">
                  <c:v>2.0266598219289498</c:v>
                </c:pt>
                <c:pt idx="333">
                  <c:v>2.0195272542646889</c:v>
                </c:pt>
                <c:pt idx="334">
                  <c:v>1.9679575664016036</c:v>
                </c:pt>
                <c:pt idx="335">
                  <c:v>1.8912447070976577</c:v>
                </c:pt>
                <c:pt idx="336">
                  <c:v>1.8095640290791364</c:v>
                </c:pt>
                <c:pt idx="337">
                  <c:v>1.7455351666458825</c:v>
                </c:pt>
                <c:pt idx="338">
                  <c:v>1.6956674581436413</c:v>
                </c:pt>
                <c:pt idx="339">
                  <c:v>1.6641447480574441</c:v>
                </c:pt>
                <c:pt idx="340">
                  <c:v>1.6540138430264753</c:v>
                </c:pt>
                <c:pt idx="341">
                  <c:v>1.643161244252888</c:v>
                </c:pt>
                <c:pt idx="342">
                  <c:v>1.6335557721399256</c:v>
                </c:pt>
                <c:pt idx="343">
                  <c:v>1.6241467143496437</c:v>
                </c:pt>
                <c:pt idx="344">
                  <c:v>1.6242728410037968</c:v>
                </c:pt>
                <c:pt idx="345">
                  <c:v>1.6186141527646296</c:v>
                </c:pt>
                <c:pt idx="346">
                  <c:v>1.6164395022865941</c:v>
                </c:pt>
                <c:pt idx="347">
                  <c:v>1.6193735727207828</c:v>
                </c:pt>
                <c:pt idx="348">
                  <c:v>1.6191820938124719</c:v>
                </c:pt>
                <c:pt idx="349">
                  <c:v>1.6087311371821702</c:v>
                </c:pt>
                <c:pt idx="350">
                  <c:v>1.6028673233791992</c:v>
                </c:pt>
                <c:pt idx="351">
                  <c:v>1.608169392038719</c:v>
                </c:pt>
                <c:pt idx="352">
                  <c:v>1.6138249209264632</c:v>
                </c:pt>
                <c:pt idx="353">
                  <c:v>1.618148981382483</c:v>
                </c:pt>
                <c:pt idx="354">
                  <c:v>1.6174862507626506</c:v>
                </c:pt>
                <c:pt idx="355">
                  <c:v>1.6120158161664946</c:v>
                </c:pt>
                <c:pt idx="356">
                  <c:v>1.6215609527033517</c:v>
                </c:pt>
                <c:pt idx="357">
                  <c:v>1.6134423613018902</c:v>
                </c:pt>
                <c:pt idx="358">
                  <c:v>1.6096177050060971</c:v>
                </c:pt>
                <c:pt idx="359">
                  <c:v>1.6169786398733346</c:v>
                </c:pt>
                <c:pt idx="360">
                  <c:v>1.6173425169771032</c:v>
                </c:pt>
                <c:pt idx="361">
                  <c:v>1.6262570437193704</c:v>
                </c:pt>
                <c:pt idx="362">
                  <c:v>1.6308233150982925</c:v>
                </c:pt>
                <c:pt idx="363">
                  <c:v>1.6299452790581885</c:v>
                </c:pt>
                <c:pt idx="364">
                  <c:v>1.6299741294716408</c:v>
                </c:pt>
                <c:pt idx="365">
                  <c:v>1.6321127458266149</c:v>
                </c:pt>
                <c:pt idx="366">
                  <c:v>1.6322523207174344</c:v>
                </c:pt>
                <c:pt idx="367">
                  <c:v>1.6323273252913155</c:v>
                </c:pt>
                <c:pt idx="368">
                  <c:v>1.6336498682618177</c:v>
                </c:pt>
                <c:pt idx="369">
                  <c:v>1.634186266359499</c:v>
                </c:pt>
                <c:pt idx="370">
                  <c:v>1.6299748626506507</c:v>
                </c:pt>
                <c:pt idx="371">
                  <c:v>1.6275951405588678</c:v>
                </c:pt>
                <c:pt idx="372">
                  <c:v>1.6245512558005657</c:v>
                </c:pt>
                <c:pt idx="373">
                  <c:v>1.6241785209553108</c:v>
                </c:pt>
                <c:pt idx="374">
                  <c:v>1.6158973922549023</c:v>
                </c:pt>
                <c:pt idx="375">
                  <c:v>1.6201301665066146</c:v>
                </c:pt>
                <c:pt idx="376">
                  <c:v>1.6242257062615886</c:v>
                </c:pt>
                <c:pt idx="377">
                  <c:v>1.6231160199656998</c:v>
                </c:pt>
                <c:pt idx="378">
                  <c:v>1.6202102347108991</c:v>
                </c:pt>
                <c:pt idx="379">
                  <c:v>1.6175010389471625</c:v>
                </c:pt>
                <c:pt idx="380">
                  <c:v>1.6162092678247593</c:v>
                </c:pt>
                <c:pt idx="381">
                  <c:v>1.6212262438443303</c:v>
                </c:pt>
                <c:pt idx="382">
                  <c:v>1.6231861577478777</c:v>
                </c:pt>
                <c:pt idx="383">
                  <c:v>1.6268719660113526</c:v>
                </c:pt>
                <c:pt idx="384">
                  <c:v>1.6321228622522634</c:v>
                </c:pt>
                <c:pt idx="385">
                  <c:v>1.6301757970399851</c:v>
                </c:pt>
                <c:pt idx="386">
                  <c:v>1.6261705574899603</c:v>
                </c:pt>
                <c:pt idx="387">
                  <c:v>1.6201543993369925</c:v>
                </c:pt>
                <c:pt idx="388">
                  <c:v>1.6136328054526328</c:v>
                </c:pt>
                <c:pt idx="389">
                  <c:v>1.6106124365984356</c:v>
                </c:pt>
                <c:pt idx="390">
                  <c:v>1.6039436281340911</c:v>
                </c:pt>
                <c:pt idx="391">
                  <c:v>1.6048782661355148</c:v>
                </c:pt>
                <c:pt idx="392">
                  <c:v>1.6092476175510602</c:v>
                </c:pt>
                <c:pt idx="393">
                  <c:v>1.615708273605128</c:v>
                </c:pt>
                <c:pt idx="394">
                  <c:v>1.6147800653669178</c:v>
                </c:pt>
                <c:pt idx="395">
                  <c:v>1.6119685739756384</c:v>
                </c:pt>
                <c:pt idx="396">
                  <c:v>1.6169297859527583</c:v>
                </c:pt>
                <c:pt idx="397">
                  <c:v>1.6240919065098669</c:v>
                </c:pt>
                <c:pt idx="398">
                  <c:v>1.6230577791867657</c:v>
                </c:pt>
                <c:pt idx="399">
                  <c:v>1.6160526961831005</c:v>
                </c:pt>
                <c:pt idx="400">
                  <c:v>1.627237596604822</c:v>
                </c:pt>
                <c:pt idx="401">
                  <c:v>1.6371898262722586</c:v>
                </c:pt>
                <c:pt idx="402">
                  <c:v>1.6396640634453676</c:v>
                </c:pt>
                <c:pt idx="403">
                  <c:v>1.6424744938941143</c:v>
                </c:pt>
                <c:pt idx="404">
                  <c:v>1.6416998992994885</c:v>
                </c:pt>
                <c:pt idx="405">
                  <c:v>1.6418861159328366</c:v>
                </c:pt>
                <c:pt idx="406">
                  <c:v>1.6447873522272289</c:v>
                </c:pt>
                <c:pt idx="407">
                  <c:v>1.6335780528360433</c:v>
                </c:pt>
                <c:pt idx="408">
                  <c:v>1.6300166899714057</c:v>
                </c:pt>
                <c:pt idx="409">
                  <c:v>1.6293643123448334</c:v>
                </c:pt>
                <c:pt idx="410">
                  <c:v>1.6252703581346146</c:v>
                </c:pt>
                <c:pt idx="411">
                  <c:v>1.6253188364363877</c:v>
                </c:pt>
                <c:pt idx="412">
                  <c:v>1.6278046311111303</c:v>
                </c:pt>
                <c:pt idx="413">
                  <c:v>1.6220927891996073</c:v>
                </c:pt>
                <c:pt idx="414">
                  <c:v>1.6131699383473743</c:v>
                </c:pt>
                <c:pt idx="415">
                  <c:v>1.6115998689061484</c:v>
                </c:pt>
                <c:pt idx="416">
                  <c:v>1.6076042898022154</c:v>
                </c:pt>
                <c:pt idx="417">
                  <c:v>1.5971541239126992</c:v>
                </c:pt>
                <c:pt idx="418">
                  <c:v>1.6010785867971336</c:v>
                </c:pt>
                <c:pt idx="419">
                  <c:v>1.6154435959825664</c:v>
                </c:pt>
                <c:pt idx="420">
                  <c:v>1.6065428285362864</c:v>
                </c:pt>
                <c:pt idx="421">
                  <c:v>1.616200346878186</c:v>
                </c:pt>
                <c:pt idx="422">
                  <c:v>1.6126038781023369</c:v>
                </c:pt>
                <c:pt idx="423">
                  <c:v>1.5979847913517731</c:v>
                </c:pt>
                <c:pt idx="424">
                  <c:v>1.5987607837946189</c:v>
                </c:pt>
                <c:pt idx="425">
                  <c:v>1.610251874150018</c:v>
                </c:pt>
                <c:pt idx="426">
                  <c:v>1.6211602649568808</c:v>
                </c:pt>
                <c:pt idx="427">
                  <c:v>1.6152317614245038</c:v>
                </c:pt>
                <c:pt idx="428">
                  <c:v>1.6020805737691348</c:v>
                </c:pt>
                <c:pt idx="429">
                  <c:v>1.6062535505909121</c:v>
                </c:pt>
                <c:pt idx="430">
                  <c:v>1.6201376933295533</c:v>
                </c:pt>
                <c:pt idx="431">
                  <c:v>1.6292296692566641</c:v>
                </c:pt>
                <c:pt idx="432">
                  <c:v>1.6053229139229641</c:v>
                </c:pt>
                <c:pt idx="433">
                  <c:v>1.6067033401121933</c:v>
                </c:pt>
                <c:pt idx="434">
                  <c:v>1.6093903192878292</c:v>
                </c:pt>
                <c:pt idx="435">
                  <c:v>1.6169052696024186</c:v>
                </c:pt>
                <c:pt idx="436">
                  <c:v>1.5743913537925771</c:v>
                </c:pt>
                <c:pt idx="437">
                  <c:v>1.5741853124322081</c:v>
                </c:pt>
                <c:pt idx="438">
                  <c:v>1.5849261014067908</c:v>
                </c:pt>
                <c:pt idx="439">
                  <c:v>1.5893200414070612</c:v>
                </c:pt>
                <c:pt idx="440">
                  <c:v>1.6008183555395801</c:v>
                </c:pt>
                <c:pt idx="441">
                  <c:v>1.6163330576965507</c:v>
                </c:pt>
                <c:pt idx="442">
                  <c:v>1.5744115414973832</c:v>
                </c:pt>
                <c:pt idx="443">
                  <c:v>1.6002878500465216</c:v>
                </c:pt>
                <c:pt idx="444">
                  <c:v>1.5738259987357248</c:v>
                </c:pt>
                <c:pt idx="445">
                  <c:v>1.5921613303851689</c:v>
                </c:pt>
                <c:pt idx="446">
                  <c:v>1.6209438814384098</c:v>
                </c:pt>
                <c:pt idx="447">
                  <c:v>1.6074149878576889</c:v>
                </c:pt>
                <c:pt idx="448">
                  <c:v>1.5775950607398721</c:v>
                </c:pt>
                <c:pt idx="449">
                  <c:v>1.5811775034039732</c:v>
                </c:pt>
                <c:pt idx="450">
                  <c:v>1.5900917755200328</c:v>
                </c:pt>
                <c:pt idx="451">
                  <c:v>1.5920144345394087</c:v>
                </c:pt>
                <c:pt idx="452">
                  <c:v>1.5977669872989704</c:v>
                </c:pt>
                <c:pt idx="453">
                  <c:v>1.596781124734741</c:v>
                </c:pt>
                <c:pt idx="454">
                  <c:v>1.5961267561479264</c:v>
                </c:pt>
                <c:pt idx="455">
                  <c:v>1.6065208692831829</c:v>
                </c:pt>
                <c:pt idx="456">
                  <c:v>1.6152659626000403</c:v>
                </c:pt>
                <c:pt idx="457">
                  <c:v>1.6115919177061966</c:v>
                </c:pt>
                <c:pt idx="458">
                  <c:v>1.6010590613913467</c:v>
                </c:pt>
                <c:pt idx="459">
                  <c:v>1.6103950047784492</c:v>
                </c:pt>
                <c:pt idx="460">
                  <c:v>1.6126585035502912</c:v>
                </c:pt>
                <c:pt idx="461">
                  <c:v>1.603130889269426</c:v>
                </c:pt>
                <c:pt idx="462">
                  <c:v>1.5974577218734762</c:v>
                </c:pt>
                <c:pt idx="463">
                  <c:v>1.5986845301302046</c:v>
                </c:pt>
                <c:pt idx="464">
                  <c:v>1.5993316830098347</c:v>
                </c:pt>
                <c:pt idx="465">
                  <c:v>1.6010135513584747</c:v>
                </c:pt>
                <c:pt idx="466">
                  <c:v>1.5997544579997105</c:v>
                </c:pt>
                <c:pt idx="467">
                  <c:v>1.6041469828267951</c:v>
                </c:pt>
                <c:pt idx="468">
                  <c:v>1.6049139363778606</c:v>
                </c:pt>
                <c:pt idx="469">
                  <c:v>1.6082515252434906</c:v>
                </c:pt>
                <c:pt idx="470">
                  <c:v>1.6091666527374695</c:v>
                </c:pt>
                <c:pt idx="471">
                  <c:v>1.611322443720457</c:v>
                </c:pt>
                <c:pt idx="472">
                  <c:v>1.6068019093483894</c:v>
                </c:pt>
                <c:pt idx="473">
                  <c:v>1.6113955792296208</c:v>
                </c:pt>
                <c:pt idx="474">
                  <c:v>1.6132811106779297</c:v>
                </c:pt>
                <c:pt idx="475">
                  <c:v>1.6136346609734029</c:v>
                </c:pt>
                <c:pt idx="476">
                  <c:v>1.6191239162386251</c:v>
                </c:pt>
                <c:pt idx="477">
                  <c:v>1.6185081921449671</c:v>
                </c:pt>
                <c:pt idx="478">
                  <c:v>1.6138396684791334</c:v>
                </c:pt>
                <c:pt idx="479">
                  <c:v>1.6157565604857804</c:v>
                </c:pt>
                <c:pt idx="480">
                  <c:v>1.6241301708695715</c:v>
                </c:pt>
                <c:pt idx="481">
                  <c:v>1.6154531562034486</c:v>
                </c:pt>
                <c:pt idx="482">
                  <c:v>1.6048763185159036</c:v>
                </c:pt>
                <c:pt idx="483">
                  <c:v>1.6110930534979993</c:v>
                </c:pt>
                <c:pt idx="484">
                  <c:v>1.6114262598818085</c:v>
                </c:pt>
                <c:pt idx="485">
                  <c:v>1.614647359966132</c:v>
                </c:pt>
                <c:pt idx="486">
                  <c:v>1.6153936585462121</c:v>
                </c:pt>
                <c:pt idx="487">
                  <c:v>1.614561478699698</c:v>
                </c:pt>
                <c:pt idx="488">
                  <c:v>1.6196078035499792</c:v>
                </c:pt>
                <c:pt idx="489">
                  <c:v>1.6209938098454659</c:v>
                </c:pt>
                <c:pt idx="490">
                  <c:v>1.6175767983703693</c:v>
                </c:pt>
                <c:pt idx="491">
                  <c:v>1.6176526535041362</c:v>
                </c:pt>
                <c:pt idx="492">
                  <c:v>1.6218553728340233</c:v>
                </c:pt>
                <c:pt idx="493">
                  <c:v>1.621404028919065</c:v>
                </c:pt>
                <c:pt idx="494">
                  <c:v>1.6261639931902043</c:v>
                </c:pt>
                <c:pt idx="495">
                  <c:v>1.6296763107131453</c:v>
                </c:pt>
                <c:pt idx="496">
                  <c:v>1.6333467041588168</c:v>
                </c:pt>
                <c:pt idx="497">
                  <c:v>1.6297285957670189</c:v>
                </c:pt>
                <c:pt idx="498">
                  <c:v>1.6285537757259874</c:v>
                </c:pt>
                <c:pt idx="499">
                  <c:v>1.6375286344326405</c:v>
                </c:pt>
                <c:pt idx="500">
                  <c:v>1.643409228509028</c:v>
                </c:pt>
                <c:pt idx="501">
                  <c:v>1.6401508148500954</c:v>
                </c:pt>
                <c:pt idx="502">
                  <c:v>1.6336960079753697</c:v>
                </c:pt>
                <c:pt idx="503">
                  <c:v>1.6372179110012275</c:v>
                </c:pt>
                <c:pt idx="504">
                  <c:v>1.6479006903469089</c:v>
                </c:pt>
                <c:pt idx="505">
                  <c:v>1.657335761545164</c:v>
                </c:pt>
                <c:pt idx="506">
                  <c:v>1.6737669315954242</c:v>
                </c:pt>
                <c:pt idx="507">
                  <c:v>1.698853492948595</c:v>
                </c:pt>
                <c:pt idx="508">
                  <c:v>1.7260378203060449</c:v>
                </c:pt>
                <c:pt idx="509">
                  <c:v>1.7726227866084152</c:v>
                </c:pt>
                <c:pt idx="510">
                  <c:v>1.8314804616389764</c:v>
                </c:pt>
                <c:pt idx="511">
                  <c:v>1.8818471580508001</c:v>
                </c:pt>
                <c:pt idx="512">
                  <c:v>1.923150952875559</c:v>
                </c:pt>
                <c:pt idx="513">
                  <c:v>1.9566086487789667</c:v>
                </c:pt>
                <c:pt idx="514">
                  <c:v>1.9785245612512337</c:v>
                </c:pt>
                <c:pt idx="515">
                  <c:v>1.9711552670597676</c:v>
                </c:pt>
                <c:pt idx="516">
                  <c:v>1.951797520892784</c:v>
                </c:pt>
                <c:pt idx="517">
                  <c:v>1.9397949976590283</c:v>
                </c:pt>
                <c:pt idx="518">
                  <c:v>1.8970103979374939</c:v>
                </c:pt>
                <c:pt idx="519">
                  <c:v>1.8583252729390694</c:v>
                </c:pt>
                <c:pt idx="520">
                  <c:v>1.8219511426266204</c:v>
                </c:pt>
                <c:pt idx="521">
                  <c:v>1.7936097648869</c:v>
                </c:pt>
                <c:pt idx="522">
                  <c:v>1.7833083036372961</c:v>
                </c:pt>
                <c:pt idx="523">
                  <c:v>1.7773110438053583</c:v>
                </c:pt>
                <c:pt idx="524">
                  <c:v>1.7700063560480233</c:v>
                </c:pt>
                <c:pt idx="525">
                  <c:v>1.7681639747126487</c:v>
                </c:pt>
                <c:pt idx="526">
                  <c:v>1.7689211788790355</c:v>
                </c:pt>
                <c:pt idx="527">
                  <c:v>1.7804540774807975</c:v>
                </c:pt>
                <c:pt idx="528">
                  <c:v>1.8014376174025464</c:v>
                </c:pt>
                <c:pt idx="529">
                  <c:v>1.8169794521489961</c:v>
                </c:pt>
                <c:pt idx="530">
                  <c:v>1.8272355646515661</c:v>
                </c:pt>
                <c:pt idx="531">
                  <c:v>1.8415955870684964</c:v>
                </c:pt>
                <c:pt idx="532">
                  <c:v>1.852110342010743</c:v>
                </c:pt>
                <c:pt idx="533">
                  <c:v>1.8610460532923339</c:v>
                </c:pt>
                <c:pt idx="534">
                  <c:v>1.8673194651789222</c:v>
                </c:pt>
                <c:pt idx="535">
                  <c:v>1.8754155528606025</c:v>
                </c:pt>
                <c:pt idx="536">
                  <c:v>1.900908685450919</c:v>
                </c:pt>
                <c:pt idx="537">
                  <c:v>1.9244745468563655</c:v>
                </c:pt>
                <c:pt idx="538">
                  <c:v>1.9524047809223555</c:v>
                </c:pt>
                <c:pt idx="539">
                  <c:v>1.9957207078877297</c:v>
                </c:pt>
                <c:pt idx="540">
                  <c:v>2.0451386489904686</c:v>
                </c:pt>
                <c:pt idx="541">
                  <c:v>2.0910013292282619</c:v>
                </c:pt>
                <c:pt idx="542">
                  <c:v>2.1433488369512732</c:v>
                </c:pt>
                <c:pt idx="543">
                  <c:v>2.1907045441438191</c:v>
                </c:pt>
                <c:pt idx="544">
                  <c:v>2.2413594557526255</c:v>
                </c:pt>
                <c:pt idx="545">
                  <c:v>2.3015864057891982</c:v>
                </c:pt>
                <c:pt idx="546">
                  <c:v>2.3593943707339098</c:v>
                </c:pt>
                <c:pt idx="547">
                  <c:v>2.3997870877049099</c:v>
                </c:pt>
                <c:pt idx="548">
                  <c:v>2.4268682788071585</c:v>
                </c:pt>
                <c:pt idx="549">
                  <c:v>2.4954729728402181</c:v>
                </c:pt>
                <c:pt idx="550">
                  <c:v>2.5544669686025436</c:v>
                </c:pt>
                <c:pt idx="551">
                  <c:v>2.5682552992011796</c:v>
                </c:pt>
                <c:pt idx="552">
                  <c:v>2.5606853667813585</c:v>
                </c:pt>
                <c:pt idx="553">
                  <c:v>2.540749254338889</c:v>
                </c:pt>
                <c:pt idx="554">
                  <c:v>2.4760938741889666</c:v>
                </c:pt>
                <c:pt idx="555">
                  <c:v>2.4113630235533798</c:v>
                </c:pt>
                <c:pt idx="556">
                  <c:v>2.3737851361051843</c:v>
                </c:pt>
                <c:pt idx="557">
                  <c:v>2.325183183511514</c:v>
                </c:pt>
                <c:pt idx="558">
                  <c:v>2.2666503320643572</c:v>
                </c:pt>
                <c:pt idx="559">
                  <c:v>2.1881358894058049</c:v>
                </c:pt>
                <c:pt idx="560">
                  <c:v>2.1172036301188029</c:v>
                </c:pt>
                <c:pt idx="561">
                  <c:v>2.0727245561890482</c:v>
                </c:pt>
                <c:pt idx="562">
                  <c:v>2.0047360792493256</c:v>
                </c:pt>
                <c:pt idx="563">
                  <c:v>1.9494000905414688</c:v>
                </c:pt>
                <c:pt idx="564">
                  <c:v>1.9010109693403743</c:v>
                </c:pt>
                <c:pt idx="565">
                  <c:v>1.8780571354339239</c:v>
                </c:pt>
                <c:pt idx="566">
                  <c:v>1.8312446597119016</c:v>
                </c:pt>
                <c:pt idx="567">
                  <c:v>1.7753082443473127</c:v>
                </c:pt>
                <c:pt idx="568">
                  <c:v>1.746573246995714</c:v>
                </c:pt>
                <c:pt idx="569">
                  <c:v>1.7400000046230006</c:v>
                </c:pt>
                <c:pt idx="570">
                  <c:v>1.704863639394854</c:v>
                </c:pt>
                <c:pt idx="571">
                  <c:v>1.628636485902911</c:v>
                </c:pt>
                <c:pt idx="572">
                  <c:v>1.6395484559235607</c:v>
                </c:pt>
                <c:pt idx="573">
                  <c:v>1.6229308633719544</c:v>
                </c:pt>
                <c:pt idx="574">
                  <c:v>1.6908070230661152</c:v>
                </c:pt>
                <c:pt idx="575">
                  <c:v>1.7003827743412832</c:v>
                </c:pt>
                <c:pt idx="576">
                  <c:v>1.6311515878735918</c:v>
                </c:pt>
                <c:pt idx="577">
                  <c:v>1.6124548639832306</c:v>
                </c:pt>
                <c:pt idx="578">
                  <c:v>1.6763715084932034</c:v>
                </c:pt>
                <c:pt idx="579">
                  <c:v>1.6805496392383652</c:v>
                </c:pt>
                <c:pt idx="580">
                  <c:v>1.6294189594631032</c:v>
                </c:pt>
                <c:pt idx="581">
                  <c:v>1.6563825421510752</c:v>
                </c:pt>
                <c:pt idx="582">
                  <c:v>1.6478389407827132</c:v>
                </c:pt>
                <c:pt idx="583">
                  <c:v>1.8477201094402944</c:v>
                </c:pt>
                <c:pt idx="584">
                  <c:v>1.7443493236376681</c:v>
                </c:pt>
                <c:pt idx="585">
                  <c:v>1.3370904440380564</c:v>
                </c:pt>
                <c:pt idx="586">
                  <c:v>1.3987707932456575</c:v>
                </c:pt>
                <c:pt idx="587">
                  <c:v>0.88859792364860102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9-1251-45ED-B486-8EADCA04E34F}"/>
            </c:ext>
          </c:extLst>
        </c:ser>
        <c:ser>
          <c:idx val="26"/>
          <c:order val="26"/>
          <c:tx>
            <c:strRef>
              <c:f>'Fully separated 3%'!$Y$1</c:f>
              <c:strCache>
                <c:ptCount val="1"/>
                <c:pt idx="0">
                  <c:v>3F_12/O-PTIR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3%'!$A$2:$A$589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3%'!$Y$2:$Y$589</c:f>
              <c:numCache>
                <c:formatCode>General</c:formatCode>
                <c:ptCount val="588"/>
                <c:pt idx="0">
                  <c:v>1.2450063542203691</c:v>
                </c:pt>
                <c:pt idx="1">
                  <c:v>1.4350403778387093</c:v>
                </c:pt>
                <c:pt idx="2">
                  <c:v>1.5619451506107473</c:v>
                </c:pt>
                <c:pt idx="3">
                  <c:v>1.5277775846222761</c:v>
                </c:pt>
                <c:pt idx="4">
                  <c:v>1.4655527737759702</c:v>
                </c:pt>
                <c:pt idx="5">
                  <c:v>1.4612494691627325</c:v>
                </c:pt>
                <c:pt idx="6">
                  <c:v>1.435456537536002</c:v>
                </c:pt>
                <c:pt idx="7">
                  <c:v>1.4239967625563754</c:v>
                </c:pt>
                <c:pt idx="8">
                  <c:v>1.3986709473231058</c:v>
                </c:pt>
                <c:pt idx="9">
                  <c:v>1.422747439472809</c:v>
                </c:pt>
                <c:pt idx="10">
                  <c:v>1.3985161860311097</c:v>
                </c:pt>
                <c:pt idx="11">
                  <c:v>1.4417445596008613</c:v>
                </c:pt>
                <c:pt idx="12">
                  <c:v>1.4657549169647472</c:v>
                </c:pt>
                <c:pt idx="13">
                  <c:v>1.479916618854298</c:v>
                </c:pt>
                <c:pt idx="14">
                  <c:v>1.4690809079213938</c:v>
                </c:pt>
                <c:pt idx="15">
                  <c:v>1.4587642534720253</c:v>
                </c:pt>
                <c:pt idx="16">
                  <c:v>1.4626893349368473</c:v>
                </c:pt>
                <c:pt idx="17">
                  <c:v>1.4589429244382823</c:v>
                </c:pt>
                <c:pt idx="18">
                  <c:v>1.4438398607044207</c:v>
                </c:pt>
                <c:pt idx="19">
                  <c:v>1.4539426709535956</c:v>
                </c:pt>
                <c:pt idx="20">
                  <c:v>1.472304796624615</c:v>
                </c:pt>
                <c:pt idx="21">
                  <c:v>1.4734282724107266</c:v>
                </c:pt>
                <c:pt idx="22">
                  <c:v>1.4677162643024841</c:v>
                </c:pt>
                <c:pt idx="23">
                  <c:v>1.4588574212198693</c:v>
                </c:pt>
                <c:pt idx="24">
                  <c:v>1.4619523403350245</c:v>
                </c:pt>
                <c:pt idx="25">
                  <c:v>1.4548530651633824</c:v>
                </c:pt>
                <c:pt idx="26">
                  <c:v>1.4595604583186934</c:v>
                </c:pt>
                <c:pt idx="27">
                  <c:v>1.4540747038007182</c:v>
                </c:pt>
                <c:pt idx="28">
                  <c:v>1.4531631640596798</c:v>
                </c:pt>
                <c:pt idx="29">
                  <c:v>1.4570721666053503</c:v>
                </c:pt>
                <c:pt idx="30">
                  <c:v>1.4540100371256786</c:v>
                </c:pt>
                <c:pt idx="31">
                  <c:v>1.4650913831441719</c:v>
                </c:pt>
                <c:pt idx="32">
                  <c:v>1.4696493594572149</c:v>
                </c:pt>
                <c:pt idx="33">
                  <c:v>1.4808573329469541</c:v>
                </c:pt>
                <c:pt idx="34">
                  <c:v>1.4862197849061176</c:v>
                </c:pt>
                <c:pt idx="35">
                  <c:v>1.4702070768227589</c:v>
                </c:pt>
                <c:pt idx="36">
                  <c:v>1.4659946169859142</c:v>
                </c:pt>
                <c:pt idx="37">
                  <c:v>1.476862543193229</c:v>
                </c:pt>
                <c:pt idx="38">
                  <c:v>1.4773100853413761</c:v>
                </c:pt>
                <c:pt idx="39">
                  <c:v>1.4971880137021618</c:v>
                </c:pt>
                <c:pt idx="40">
                  <c:v>1.5257147987372428</c:v>
                </c:pt>
                <c:pt idx="41">
                  <c:v>1.6071486944747282</c:v>
                </c:pt>
                <c:pt idx="42">
                  <c:v>1.7737279944403881</c:v>
                </c:pt>
                <c:pt idx="43">
                  <c:v>2.1009263091169421</c:v>
                </c:pt>
                <c:pt idx="44">
                  <c:v>2.3039205733685781</c:v>
                </c:pt>
                <c:pt idx="45">
                  <c:v>2.0719236786963906</c:v>
                </c:pt>
                <c:pt idx="46">
                  <c:v>1.7572521790238025</c:v>
                </c:pt>
                <c:pt idx="47">
                  <c:v>1.7720633684147975</c:v>
                </c:pt>
                <c:pt idx="48">
                  <c:v>1.9517646873826702</c:v>
                </c:pt>
                <c:pt idx="49">
                  <c:v>1.8028391663401753</c:v>
                </c:pt>
                <c:pt idx="50">
                  <c:v>1.5901476194750166</c:v>
                </c:pt>
                <c:pt idx="51">
                  <c:v>1.5020701274959052</c:v>
                </c:pt>
                <c:pt idx="52">
                  <c:v>1.4787193631974542</c:v>
                </c:pt>
                <c:pt idx="53">
                  <c:v>1.474158470406518</c:v>
                </c:pt>
                <c:pt idx="54">
                  <c:v>1.4699204004476034</c:v>
                </c:pt>
                <c:pt idx="55">
                  <c:v>1.4620843157460399</c:v>
                </c:pt>
                <c:pt idx="56">
                  <c:v>1.4606765567559106</c:v>
                </c:pt>
                <c:pt idx="57">
                  <c:v>1.4643949448158986</c:v>
                </c:pt>
                <c:pt idx="58">
                  <c:v>1.4730078273416496</c:v>
                </c:pt>
                <c:pt idx="59">
                  <c:v>1.486996952874108</c:v>
                </c:pt>
                <c:pt idx="60">
                  <c:v>1.4864589935294776</c:v>
                </c:pt>
                <c:pt idx="61">
                  <c:v>1.4944797225524586</c:v>
                </c:pt>
                <c:pt idx="62">
                  <c:v>1.5050659820895327</c:v>
                </c:pt>
                <c:pt idx="63">
                  <c:v>1.520318574346982</c:v>
                </c:pt>
                <c:pt idx="64">
                  <c:v>1.5722980217166689</c:v>
                </c:pt>
                <c:pt idx="65">
                  <c:v>1.6476873670481758</c:v>
                </c:pt>
                <c:pt idx="66">
                  <c:v>1.7221016642584348</c:v>
                </c:pt>
                <c:pt idx="67">
                  <c:v>1.7909251818376095</c:v>
                </c:pt>
                <c:pt idx="68">
                  <c:v>1.8354418153853402</c:v>
                </c:pt>
                <c:pt idx="69">
                  <c:v>1.786021184886982</c:v>
                </c:pt>
                <c:pt idx="70">
                  <c:v>1.6542626270856842</c:v>
                </c:pt>
                <c:pt idx="71">
                  <c:v>1.5675069952073271</c:v>
                </c:pt>
                <c:pt idx="72">
                  <c:v>1.517089899301485</c:v>
                </c:pt>
                <c:pt idx="73">
                  <c:v>1.4911841599691058</c:v>
                </c:pt>
                <c:pt idx="74">
                  <c:v>1.4753822806903074</c:v>
                </c:pt>
                <c:pt idx="75">
                  <c:v>1.4661180982348379</c:v>
                </c:pt>
                <c:pt idx="76">
                  <c:v>1.4635253557694594</c:v>
                </c:pt>
                <c:pt idx="77">
                  <c:v>1.4618577494480773</c:v>
                </c:pt>
                <c:pt idx="78">
                  <c:v>1.4590381662677792</c:v>
                </c:pt>
                <c:pt idx="79">
                  <c:v>1.4524067560535869</c:v>
                </c:pt>
                <c:pt idx="80">
                  <c:v>1.4476026724025171</c:v>
                </c:pt>
                <c:pt idx="81">
                  <c:v>1.446886638788967</c:v>
                </c:pt>
                <c:pt idx="82">
                  <c:v>1.4498510949772658</c:v>
                </c:pt>
                <c:pt idx="83">
                  <c:v>1.4505658075603478</c:v>
                </c:pt>
                <c:pt idx="84">
                  <c:v>1.4403362422041333</c:v>
                </c:pt>
                <c:pt idx="85">
                  <c:v>1.4372127199075384</c:v>
                </c:pt>
                <c:pt idx="86">
                  <c:v>1.4420450142599814</c:v>
                </c:pt>
                <c:pt idx="87">
                  <c:v>1.4429242429997637</c:v>
                </c:pt>
                <c:pt idx="88">
                  <c:v>1.441444835656662</c:v>
                </c:pt>
                <c:pt idx="89">
                  <c:v>1.4443354928288594</c:v>
                </c:pt>
                <c:pt idx="90">
                  <c:v>1.4434604441613312</c:v>
                </c:pt>
                <c:pt idx="91">
                  <c:v>1.4410369754768753</c:v>
                </c:pt>
                <c:pt idx="92">
                  <c:v>1.4412976460589997</c:v>
                </c:pt>
                <c:pt idx="93">
                  <c:v>1.441311210553009</c:v>
                </c:pt>
                <c:pt idx="94">
                  <c:v>1.4435069386901973</c:v>
                </c:pt>
                <c:pt idx="95">
                  <c:v>1.4356992210438546</c:v>
                </c:pt>
                <c:pt idx="96">
                  <c:v>1.4347049382084489</c:v>
                </c:pt>
                <c:pt idx="97">
                  <c:v>1.4347322841773174</c:v>
                </c:pt>
                <c:pt idx="98">
                  <c:v>1.43400125335797</c:v>
                </c:pt>
                <c:pt idx="99">
                  <c:v>1.4343223913975107</c:v>
                </c:pt>
                <c:pt idx="100">
                  <c:v>1.4293170324810631</c:v>
                </c:pt>
                <c:pt idx="101">
                  <c:v>1.4298248633965149</c:v>
                </c:pt>
                <c:pt idx="102">
                  <c:v>1.4353894266355069</c:v>
                </c:pt>
                <c:pt idx="103">
                  <c:v>1.4363665839382502</c:v>
                </c:pt>
                <c:pt idx="104">
                  <c:v>1.4386401699097899</c:v>
                </c:pt>
                <c:pt idx="105">
                  <c:v>1.4430325930253063</c:v>
                </c:pt>
                <c:pt idx="106">
                  <c:v>1.4444198473251264</c:v>
                </c:pt>
                <c:pt idx="107">
                  <c:v>1.4556129129541242</c:v>
                </c:pt>
                <c:pt idx="108">
                  <c:v>1.4667424989209668</c:v>
                </c:pt>
                <c:pt idx="109">
                  <c:v>1.4731926120624401</c:v>
                </c:pt>
                <c:pt idx="110">
                  <c:v>1.4913522244008799</c:v>
                </c:pt>
                <c:pt idx="111">
                  <c:v>1.4814717269868323</c:v>
                </c:pt>
                <c:pt idx="112">
                  <c:v>1.4763485410871362</c:v>
                </c:pt>
                <c:pt idx="113">
                  <c:v>1.4692525397736107</c:v>
                </c:pt>
                <c:pt idx="114">
                  <c:v>1.4579006696896948</c:v>
                </c:pt>
                <c:pt idx="115">
                  <c:v>1.4596222404247883</c:v>
                </c:pt>
                <c:pt idx="116">
                  <c:v>1.4593604913202045</c:v>
                </c:pt>
                <c:pt idx="117">
                  <c:v>1.4597410246764917</c:v>
                </c:pt>
                <c:pt idx="118">
                  <c:v>1.4670635029429238</c:v>
                </c:pt>
                <c:pt idx="119">
                  <c:v>1.4734001287181455</c:v>
                </c:pt>
                <c:pt idx="120">
                  <c:v>1.4767013264218041</c:v>
                </c:pt>
                <c:pt idx="121">
                  <c:v>1.4954434047062484</c:v>
                </c:pt>
                <c:pt idx="122">
                  <c:v>1.5164523585103615</c:v>
                </c:pt>
                <c:pt idx="123">
                  <c:v>1.5129645062215302</c:v>
                </c:pt>
                <c:pt idx="124">
                  <c:v>1.5114653472393043</c:v>
                </c:pt>
                <c:pt idx="125">
                  <c:v>1.5179376179546191</c:v>
                </c:pt>
                <c:pt idx="126">
                  <c:v>1.5118911402481505</c:v>
                </c:pt>
                <c:pt idx="127">
                  <c:v>1.5050208564545573</c:v>
                </c:pt>
                <c:pt idx="128">
                  <c:v>1.4971398248081302</c:v>
                </c:pt>
                <c:pt idx="129">
                  <c:v>1.491513230573245</c:v>
                </c:pt>
                <c:pt idx="130">
                  <c:v>1.4860138636978377</c:v>
                </c:pt>
                <c:pt idx="131">
                  <c:v>1.488157162241738</c:v>
                </c:pt>
                <c:pt idx="132">
                  <c:v>1.4809055728953036</c:v>
                </c:pt>
                <c:pt idx="133">
                  <c:v>1.4768715478984971</c:v>
                </c:pt>
                <c:pt idx="134">
                  <c:v>1.4665403493504001</c:v>
                </c:pt>
                <c:pt idx="135">
                  <c:v>1.4574158642714838</c:v>
                </c:pt>
                <c:pt idx="136">
                  <c:v>1.4595657807313041</c:v>
                </c:pt>
                <c:pt idx="137">
                  <c:v>1.4656490047828705</c:v>
                </c:pt>
                <c:pt idx="138">
                  <c:v>1.4626019107997341</c:v>
                </c:pt>
                <c:pt idx="139">
                  <c:v>1.4587323891960486</c:v>
                </c:pt>
                <c:pt idx="140">
                  <c:v>1.4551989645469627</c:v>
                </c:pt>
                <c:pt idx="141">
                  <c:v>1.4519596861578776</c:v>
                </c:pt>
                <c:pt idx="142">
                  <c:v>1.4409541270829778</c:v>
                </c:pt>
                <c:pt idx="143">
                  <c:v>1.4292496694998749</c:v>
                </c:pt>
                <c:pt idx="144">
                  <c:v>1.4372011497228108</c:v>
                </c:pt>
                <c:pt idx="145">
                  <c:v>1.4445651893946703</c:v>
                </c:pt>
                <c:pt idx="146">
                  <c:v>1.4431540289106304</c:v>
                </c:pt>
                <c:pt idx="147">
                  <c:v>1.4418200944637616</c:v>
                </c:pt>
                <c:pt idx="148">
                  <c:v>1.4414380645777896</c:v>
                </c:pt>
                <c:pt idx="149">
                  <c:v>1.440832250854164</c:v>
                </c:pt>
                <c:pt idx="150">
                  <c:v>1.4438866232684544</c:v>
                </c:pt>
                <c:pt idx="151">
                  <c:v>1.4392047668446317</c:v>
                </c:pt>
                <c:pt idx="152">
                  <c:v>1.4476447028694874</c:v>
                </c:pt>
                <c:pt idx="153">
                  <c:v>1.4398499306835528</c:v>
                </c:pt>
                <c:pt idx="154">
                  <c:v>1.4349625455315167</c:v>
                </c:pt>
                <c:pt idx="155">
                  <c:v>1.428375574909907</c:v>
                </c:pt>
                <c:pt idx="156">
                  <c:v>1.4430387514523677</c:v>
                </c:pt>
                <c:pt idx="157">
                  <c:v>1.4457545699230234</c:v>
                </c:pt>
                <c:pt idx="158">
                  <c:v>1.4389260070796002</c:v>
                </c:pt>
                <c:pt idx="159">
                  <c:v>1.4441356694206386</c:v>
                </c:pt>
                <c:pt idx="160">
                  <c:v>1.4450852893008224</c:v>
                </c:pt>
                <c:pt idx="161">
                  <c:v>1.4398926759109698</c:v>
                </c:pt>
                <c:pt idx="162">
                  <c:v>1.43378466179731</c:v>
                </c:pt>
                <c:pt idx="163">
                  <c:v>1.4387680514027121</c:v>
                </c:pt>
                <c:pt idx="164">
                  <c:v>1.4413546290592394</c:v>
                </c:pt>
                <c:pt idx="165">
                  <c:v>1.4428949282487726</c:v>
                </c:pt>
                <c:pt idx="166">
                  <c:v>1.4440105448608673</c:v>
                </c:pt>
                <c:pt idx="167">
                  <c:v>1.4377839985761971</c:v>
                </c:pt>
                <c:pt idx="168">
                  <c:v>1.4474412801318755</c:v>
                </c:pt>
                <c:pt idx="169">
                  <c:v>1.4485169244041782</c:v>
                </c:pt>
                <c:pt idx="170">
                  <c:v>1.4493074749851711</c:v>
                </c:pt>
                <c:pt idx="171">
                  <c:v>1.4430850800547015</c:v>
                </c:pt>
                <c:pt idx="172">
                  <c:v>1.4504759104797256</c:v>
                </c:pt>
                <c:pt idx="173">
                  <c:v>1.4631804327997033</c:v>
                </c:pt>
                <c:pt idx="174">
                  <c:v>1.4679969035045828</c:v>
                </c:pt>
                <c:pt idx="175">
                  <c:v>1.4626689770277013</c:v>
                </c:pt>
                <c:pt idx="176">
                  <c:v>1.4601454961259472</c:v>
                </c:pt>
                <c:pt idx="177">
                  <c:v>1.4660193655663747</c:v>
                </c:pt>
                <c:pt idx="178">
                  <c:v>1.4638552432426801</c:v>
                </c:pt>
                <c:pt idx="179">
                  <c:v>1.4643751293588771</c:v>
                </c:pt>
                <c:pt idx="180">
                  <c:v>1.4652156557350182</c:v>
                </c:pt>
                <c:pt idx="181">
                  <c:v>1.4610485704229472</c:v>
                </c:pt>
                <c:pt idx="182">
                  <c:v>1.4667636290266668</c:v>
                </c:pt>
                <c:pt idx="183">
                  <c:v>1.4710243351936505</c:v>
                </c:pt>
                <c:pt idx="184">
                  <c:v>1.4692339879109502</c:v>
                </c:pt>
                <c:pt idx="185">
                  <c:v>1.472280603259859</c:v>
                </c:pt>
                <c:pt idx="186">
                  <c:v>1.4771590028519963</c:v>
                </c:pt>
                <c:pt idx="187">
                  <c:v>1.4832814749102234</c:v>
                </c:pt>
                <c:pt idx="188">
                  <c:v>1.4853537122258038</c:v>
                </c:pt>
                <c:pt idx="189">
                  <c:v>1.4891209784131114</c:v>
                </c:pt>
                <c:pt idx="190">
                  <c:v>1.4908624220413333</c:v>
                </c:pt>
                <c:pt idx="191">
                  <c:v>1.489553185120607</c:v>
                </c:pt>
                <c:pt idx="192">
                  <c:v>1.4903798566313073</c:v>
                </c:pt>
                <c:pt idx="193">
                  <c:v>1.4915450629402731</c:v>
                </c:pt>
                <c:pt idx="194">
                  <c:v>1.4863797508467613</c:v>
                </c:pt>
                <c:pt idx="195">
                  <c:v>1.5029596660169493</c:v>
                </c:pt>
                <c:pt idx="196">
                  <c:v>1.5178200143340101</c:v>
                </c:pt>
                <c:pt idx="197">
                  <c:v>1.5089020248244471</c:v>
                </c:pt>
                <c:pt idx="198">
                  <c:v>1.5021818407246199</c:v>
                </c:pt>
                <c:pt idx="199">
                  <c:v>1.5024046098577106</c:v>
                </c:pt>
                <c:pt idx="200">
                  <c:v>1.486630918944021</c:v>
                </c:pt>
                <c:pt idx="201">
                  <c:v>1.4777830142489536</c:v>
                </c:pt>
                <c:pt idx="202">
                  <c:v>1.4761263271697496</c:v>
                </c:pt>
                <c:pt idx="203">
                  <c:v>1.4859352847212499</c:v>
                </c:pt>
                <c:pt idx="204">
                  <c:v>1.4964425759925646</c:v>
                </c:pt>
                <c:pt idx="205">
                  <c:v>1.5083262852847876</c:v>
                </c:pt>
                <c:pt idx="206">
                  <c:v>1.5193398886056055</c:v>
                </c:pt>
                <c:pt idx="207">
                  <c:v>1.5364311000030528</c:v>
                </c:pt>
                <c:pt idx="208">
                  <c:v>1.5523267213907685</c:v>
                </c:pt>
                <c:pt idx="209">
                  <c:v>1.559983069367195</c:v>
                </c:pt>
                <c:pt idx="210">
                  <c:v>1.5658085074055819</c:v>
                </c:pt>
                <c:pt idx="211">
                  <c:v>1.5966073435917794</c:v>
                </c:pt>
                <c:pt idx="212">
                  <c:v>1.6230708130532816</c:v>
                </c:pt>
                <c:pt idx="213">
                  <c:v>1.6085079390995509</c:v>
                </c:pt>
                <c:pt idx="214">
                  <c:v>1.6379000246183915</c:v>
                </c:pt>
                <c:pt idx="215">
                  <c:v>1.734081253559125</c:v>
                </c:pt>
                <c:pt idx="216">
                  <c:v>1.7625886060445652</c:v>
                </c:pt>
                <c:pt idx="217">
                  <c:v>1.7920099073966587</c:v>
                </c:pt>
                <c:pt idx="218">
                  <c:v>1.7942874149779693</c:v>
                </c:pt>
                <c:pt idx="219">
                  <c:v>1.6937694536095456</c:v>
                </c:pt>
                <c:pt idx="220">
                  <c:v>1.6317425675890245</c:v>
                </c:pt>
                <c:pt idx="221">
                  <c:v>1.6107579922215682</c:v>
                </c:pt>
                <c:pt idx="222">
                  <c:v>1.5908631584998647</c:v>
                </c:pt>
                <c:pt idx="223">
                  <c:v>1.5722782892229135</c:v>
                </c:pt>
                <c:pt idx="224">
                  <c:v>1.5511828366411935</c:v>
                </c:pt>
                <c:pt idx="225">
                  <c:v>1.5313708768405463</c:v>
                </c:pt>
                <c:pt idx="226">
                  <c:v>1.5111486573071851</c:v>
                </c:pt>
                <c:pt idx="227">
                  <c:v>1.4956386236531998</c:v>
                </c:pt>
                <c:pt idx="228">
                  <c:v>1.4822367376454422</c:v>
                </c:pt>
                <c:pt idx="229">
                  <c:v>1.4705385980341432</c:v>
                </c:pt>
                <c:pt idx="230">
                  <c:v>1.4623234733150825</c:v>
                </c:pt>
                <c:pt idx="231">
                  <c:v>1.4582790077103249</c:v>
                </c:pt>
                <c:pt idx="232">
                  <c:v>1.4558242459200708</c:v>
                </c:pt>
                <c:pt idx="233">
                  <c:v>1.4562721582120206</c:v>
                </c:pt>
                <c:pt idx="234">
                  <c:v>1.4648729727734471</c:v>
                </c:pt>
                <c:pt idx="235">
                  <c:v>1.464658410621912</c:v>
                </c:pt>
                <c:pt idx="236">
                  <c:v>1.4612055113952724</c:v>
                </c:pt>
                <c:pt idx="237">
                  <c:v>1.4630916365778046</c:v>
                </c:pt>
                <c:pt idx="238">
                  <c:v>1.4692799495603763</c:v>
                </c:pt>
                <c:pt idx="239">
                  <c:v>1.4706483201444713</c:v>
                </c:pt>
                <c:pt idx="240">
                  <c:v>1.4761447003422985</c:v>
                </c:pt>
                <c:pt idx="241">
                  <c:v>1.4819986011627517</c:v>
                </c:pt>
                <c:pt idx="242">
                  <c:v>1.4988493339606888</c:v>
                </c:pt>
                <c:pt idx="243">
                  <c:v>1.506178576924204</c:v>
                </c:pt>
                <c:pt idx="244">
                  <c:v>1.5112036172800893</c:v>
                </c:pt>
                <c:pt idx="245">
                  <c:v>1.513155538714438</c:v>
                </c:pt>
                <c:pt idx="246">
                  <c:v>1.5036374439921372</c:v>
                </c:pt>
                <c:pt idx="247">
                  <c:v>1.5039983022907766</c:v>
                </c:pt>
                <c:pt idx="248">
                  <c:v>1.5257652148758802</c:v>
                </c:pt>
                <c:pt idx="249">
                  <c:v>1.5750134987615754</c:v>
                </c:pt>
                <c:pt idx="250">
                  <c:v>1.6343576463183558</c:v>
                </c:pt>
                <c:pt idx="251">
                  <c:v>1.7087126694658721</c:v>
                </c:pt>
                <c:pt idx="252">
                  <c:v>1.7824611928473717</c:v>
                </c:pt>
                <c:pt idx="253">
                  <c:v>1.9286396342223626</c:v>
                </c:pt>
                <c:pt idx="254">
                  <c:v>2.1573236652793164</c:v>
                </c:pt>
                <c:pt idx="255">
                  <c:v>2.3091889705111273</c:v>
                </c:pt>
                <c:pt idx="256">
                  <c:v>2.3315545396427071</c:v>
                </c:pt>
                <c:pt idx="257">
                  <c:v>2.3549947000512894</c:v>
                </c:pt>
                <c:pt idx="258">
                  <c:v>2.3778013784869985</c:v>
                </c:pt>
                <c:pt idx="259">
                  <c:v>2.4</c:v>
                </c:pt>
                <c:pt idx="260">
                  <c:v>2.0626139238806669</c:v>
                </c:pt>
                <c:pt idx="261">
                  <c:v>1.7975232631550888</c:v>
                </c:pt>
                <c:pt idx="262">
                  <c:v>1.6270196092486322</c:v>
                </c:pt>
                <c:pt idx="263">
                  <c:v>1.5678993731652993</c:v>
                </c:pt>
                <c:pt idx="264">
                  <c:v>1.5455103828655175</c:v>
                </c:pt>
                <c:pt idx="265">
                  <c:v>1.5346134897147503</c:v>
                </c:pt>
                <c:pt idx="266">
                  <c:v>1.5272535248156147</c:v>
                </c:pt>
                <c:pt idx="267">
                  <c:v>1.5333467682770117</c:v>
                </c:pt>
                <c:pt idx="268">
                  <c:v>1.529281785218366</c:v>
                </c:pt>
                <c:pt idx="269">
                  <c:v>1.5595024567848175</c:v>
                </c:pt>
                <c:pt idx="270">
                  <c:v>1.6058535868363999</c:v>
                </c:pt>
                <c:pt idx="271">
                  <c:v>1.6094842635787381</c:v>
                </c:pt>
                <c:pt idx="272">
                  <c:v>1.5894236054334454</c:v>
                </c:pt>
                <c:pt idx="273">
                  <c:v>1.5725521956368775</c:v>
                </c:pt>
                <c:pt idx="274">
                  <c:v>1.5741168062542763</c:v>
                </c:pt>
                <c:pt idx="275">
                  <c:v>1.6100960602302079</c:v>
                </c:pt>
                <c:pt idx="276">
                  <c:v>1.6863998904987003</c:v>
                </c:pt>
                <c:pt idx="277">
                  <c:v>1.8284691230124177</c:v>
                </c:pt>
                <c:pt idx="278">
                  <c:v>2.03809498574104</c:v>
                </c:pt>
                <c:pt idx="279">
                  <c:v>2.0500812631573364</c:v>
                </c:pt>
                <c:pt idx="280">
                  <c:v>1.9422266687129239</c:v>
                </c:pt>
                <c:pt idx="281">
                  <c:v>1.8071123106152855</c:v>
                </c:pt>
                <c:pt idx="282">
                  <c:v>1.6852240329827231</c:v>
                </c:pt>
                <c:pt idx="283">
                  <c:v>1.5935106950116154</c:v>
                </c:pt>
                <c:pt idx="284">
                  <c:v>1.5401299980772942</c:v>
                </c:pt>
                <c:pt idx="285">
                  <c:v>1.4934513864872085</c:v>
                </c:pt>
                <c:pt idx="286">
                  <c:v>1.5084398811414643</c:v>
                </c:pt>
                <c:pt idx="287">
                  <c:v>1.5404459604853877</c:v>
                </c:pt>
                <c:pt idx="288">
                  <c:v>1.5585981444206156</c:v>
                </c:pt>
                <c:pt idx="289">
                  <c:v>1.5166638637846299</c:v>
                </c:pt>
                <c:pt idx="290">
                  <c:v>1.4762407462772977</c:v>
                </c:pt>
                <c:pt idx="291">
                  <c:v>1.4457088316362368</c:v>
                </c:pt>
                <c:pt idx="292">
                  <c:v>1.428703515937269</c:v>
                </c:pt>
                <c:pt idx="293">
                  <c:v>1.4000992986908305</c:v>
                </c:pt>
                <c:pt idx="294">
                  <c:v>1.410088438458768</c:v>
                </c:pt>
                <c:pt idx="295">
                  <c:v>1.4052776750681906</c:v>
                </c:pt>
                <c:pt idx="296">
                  <c:v>1.4310107020315841</c:v>
                </c:pt>
                <c:pt idx="297">
                  <c:v>1.4521454728196512</c:v>
                </c:pt>
                <c:pt idx="298">
                  <c:v>1.4494030167587839</c:v>
                </c:pt>
                <c:pt idx="299">
                  <c:v>1.4352022455526838</c:v>
                </c:pt>
                <c:pt idx="300">
                  <c:v>1.4470856740461597</c:v>
                </c:pt>
                <c:pt idx="301">
                  <c:v>1.4425869813685437</c:v>
                </c:pt>
                <c:pt idx="302">
                  <c:v>1.4361415779878697</c:v>
                </c:pt>
                <c:pt idx="303">
                  <c:v>1.4485705218649814</c:v>
                </c:pt>
                <c:pt idx="304">
                  <c:v>1.453909543083258</c:v>
                </c:pt>
                <c:pt idx="305">
                  <c:v>1.4713163722721549</c:v>
                </c:pt>
                <c:pt idx="306">
                  <c:v>1.4624032329227648</c:v>
                </c:pt>
                <c:pt idx="307">
                  <c:v>1.4481801286436062</c:v>
                </c:pt>
                <c:pt idx="308">
                  <c:v>1.4506915511537202</c:v>
                </c:pt>
                <c:pt idx="309">
                  <c:v>1.4607817158866025</c:v>
                </c:pt>
                <c:pt idx="310">
                  <c:v>1.4631400552162654</c:v>
                </c:pt>
                <c:pt idx="311">
                  <c:v>1.4454877568683118</c:v>
                </c:pt>
                <c:pt idx="312">
                  <c:v>1.4220391884517991</c:v>
                </c:pt>
                <c:pt idx="313">
                  <c:v>1.4328397101962926</c:v>
                </c:pt>
                <c:pt idx="314">
                  <c:v>1.4421314587923755</c:v>
                </c:pt>
                <c:pt idx="315">
                  <c:v>1.4482812449105227</c:v>
                </c:pt>
                <c:pt idx="316">
                  <c:v>1.4563366781058968</c:v>
                </c:pt>
                <c:pt idx="317">
                  <c:v>1.4643861443279009</c:v>
                </c:pt>
                <c:pt idx="318">
                  <c:v>1.4799153105874094</c:v>
                </c:pt>
                <c:pt idx="319">
                  <c:v>1.4935856976332544</c:v>
                </c:pt>
                <c:pt idx="320">
                  <c:v>1.5095588896747849</c:v>
                </c:pt>
                <c:pt idx="321">
                  <c:v>1.5403745482586342</c:v>
                </c:pt>
                <c:pt idx="322">
                  <c:v>1.5492622242671177</c:v>
                </c:pt>
                <c:pt idx="323">
                  <c:v>1.5501454639617271</c:v>
                </c:pt>
                <c:pt idx="324">
                  <c:v>1.5437882313875613</c:v>
                </c:pt>
                <c:pt idx="325">
                  <c:v>1.5241137481006517</c:v>
                </c:pt>
                <c:pt idx="326">
                  <c:v>1.5145312100659509</c:v>
                </c:pt>
                <c:pt idx="327">
                  <c:v>1.5151197131850123</c:v>
                </c:pt>
                <c:pt idx="328">
                  <c:v>1.5168553430028167</c:v>
                </c:pt>
                <c:pt idx="329">
                  <c:v>1.5542790002053404</c:v>
                </c:pt>
                <c:pt idx="330">
                  <c:v>1.6165296317727762</c:v>
                </c:pt>
                <c:pt idx="331">
                  <c:v>1.7240383076882395</c:v>
                </c:pt>
                <c:pt idx="332">
                  <c:v>1.9092941321945371</c:v>
                </c:pt>
                <c:pt idx="333">
                  <c:v>2.1658283956150064</c:v>
                </c:pt>
                <c:pt idx="334">
                  <c:v>2.084449447086846</c:v>
                </c:pt>
                <c:pt idx="335">
                  <c:v>1.7857378334242613</c:v>
                </c:pt>
                <c:pt idx="336">
                  <c:v>1.5905597171631647</c:v>
                </c:pt>
                <c:pt idx="337">
                  <c:v>1.4988168761782699</c:v>
                </c:pt>
                <c:pt idx="338">
                  <c:v>1.4610243387674529</c:v>
                </c:pt>
                <c:pt idx="339">
                  <c:v>1.443227703481833</c:v>
                </c:pt>
                <c:pt idx="340">
                  <c:v>1.4338310893173842</c:v>
                </c:pt>
                <c:pt idx="341">
                  <c:v>1.427869087361187</c:v>
                </c:pt>
                <c:pt idx="342">
                  <c:v>1.4283803899702363</c:v>
                </c:pt>
                <c:pt idx="343">
                  <c:v>1.4198572465758124</c:v>
                </c:pt>
                <c:pt idx="344">
                  <c:v>1.4171497834633227</c:v>
                </c:pt>
                <c:pt idx="345">
                  <c:v>1.418376522988585</c:v>
                </c:pt>
                <c:pt idx="346">
                  <c:v>1.419386693289451</c:v>
                </c:pt>
                <c:pt idx="347">
                  <c:v>1.4206821551171078</c:v>
                </c:pt>
                <c:pt idx="348">
                  <c:v>1.423148356265401</c:v>
                </c:pt>
                <c:pt idx="349">
                  <c:v>1.423005415344232</c:v>
                </c:pt>
                <c:pt idx="350">
                  <c:v>1.4184118430036847</c:v>
                </c:pt>
                <c:pt idx="351">
                  <c:v>1.4227610151349503</c:v>
                </c:pt>
                <c:pt idx="352">
                  <c:v>1.4172967209802918</c:v>
                </c:pt>
                <c:pt idx="353">
                  <c:v>1.4125202561196002</c:v>
                </c:pt>
                <c:pt idx="354">
                  <c:v>1.4134438925430164</c:v>
                </c:pt>
                <c:pt idx="355">
                  <c:v>1.4133814483262404</c:v>
                </c:pt>
                <c:pt idx="356">
                  <c:v>1.4102060915382471</c:v>
                </c:pt>
                <c:pt idx="357">
                  <c:v>1.412751918276639</c:v>
                </c:pt>
                <c:pt idx="358">
                  <c:v>1.413359620212292</c:v>
                </c:pt>
                <c:pt idx="359">
                  <c:v>1.4148732554867309</c:v>
                </c:pt>
                <c:pt idx="360">
                  <c:v>1.4242388637259176</c:v>
                </c:pt>
                <c:pt idx="361">
                  <c:v>1.424228866652351</c:v>
                </c:pt>
                <c:pt idx="362">
                  <c:v>1.4193942780465105</c:v>
                </c:pt>
                <c:pt idx="363">
                  <c:v>1.4172435064268705</c:v>
                </c:pt>
                <c:pt idx="364">
                  <c:v>1.4227978300842876</c:v>
                </c:pt>
                <c:pt idx="365">
                  <c:v>1.425544665648337</c:v>
                </c:pt>
                <c:pt idx="366">
                  <c:v>1.423313306383801</c:v>
                </c:pt>
                <c:pt idx="367">
                  <c:v>1.4186076554570786</c:v>
                </c:pt>
                <c:pt idx="368">
                  <c:v>1.4191559086284962</c:v>
                </c:pt>
                <c:pt idx="369">
                  <c:v>1.4206350591045622</c:v>
                </c:pt>
                <c:pt idx="370">
                  <c:v>1.4200151320530134</c:v>
                </c:pt>
                <c:pt idx="371">
                  <c:v>1.4210290341054073</c:v>
                </c:pt>
                <c:pt idx="372">
                  <c:v>1.422634540826657</c:v>
                </c:pt>
                <c:pt idx="373">
                  <c:v>1.418794702522318</c:v>
                </c:pt>
                <c:pt idx="374">
                  <c:v>1.4167179357314974</c:v>
                </c:pt>
                <c:pt idx="375">
                  <c:v>1.4154060838724414</c:v>
                </c:pt>
                <c:pt idx="376">
                  <c:v>1.4194730931493171</c:v>
                </c:pt>
                <c:pt idx="377">
                  <c:v>1.4229647729165218</c:v>
                </c:pt>
                <c:pt idx="378">
                  <c:v>1.4210270621323897</c:v>
                </c:pt>
                <c:pt idx="379">
                  <c:v>1.4123370915756699</c:v>
                </c:pt>
                <c:pt idx="380">
                  <c:v>1.4106432146169838</c:v>
                </c:pt>
                <c:pt idx="381">
                  <c:v>1.4165892166286771</c:v>
                </c:pt>
                <c:pt idx="382">
                  <c:v>1.4172259932004838</c:v>
                </c:pt>
                <c:pt idx="383">
                  <c:v>1.4142292132473495</c:v>
                </c:pt>
                <c:pt idx="384">
                  <c:v>1.416236737619915</c:v>
                </c:pt>
                <c:pt idx="385">
                  <c:v>1.4193144498345891</c:v>
                </c:pt>
                <c:pt idx="386">
                  <c:v>1.4184677889630979</c:v>
                </c:pt>
                <c:pt idx="387">
                  <c:v>1.4142843168105224</c:v>
                </c:pt>
                <c:pt idx="388">
                  <c:v>1.4093214510407983</c:v>
                </c:pt>
                <c:pt idx="389">
                  <c:v>1.4067562922659549</c:v>
                </c:pt>
                <c:pt idx="390">
                  <c:v>1.4050420793355249</c:v>
                </c:pt>
                <c:pt idx="391">
                  <c:v>1.4074040957726413</c:v>
                </c:pt>
                <c:pt idx="392">
                  <c:v>1.4034030654263121</c:v>
                </c:pt>
                <c:pt idx="393">
                  <c:v>1.4030298585640324</c:v>
                </c:pt>
                <c:pt idx="394">
                  <c:v>1.4069321831650736</c:v>
                </c:pt>
                <c:pt idx="395">
                  <c:v>1.4044235355368937</c:v>
                </c:pt>
                <c:pt idx="396">
                  <c:v>1.4090838402580346</c:v>
                </c:pt>
                <c:pt idx="397">
                  <c:v>1.4097056882282835</c:v>
                </c:pt>
                <c:pt idx="398">
                  <c:v>1.4085037116425081</c:v>
                </c:pt>
                <c:pt idx="399">
                  <c:v>1.4131978673705321</c:v>
                </c:pt>
                <c:pt idx="400">
                  <c:v>1.421857613771228</c:v>
                </c:pt>
                <c:pt idx="401">
                  <c:v>1.4285411504436978</c:v>
                </c:pt>
                <c:pt idx="402">
                  <c:v>1.4274123969175037</c:v>
                </c:pt>
                <c:pt idx="403">
                  <c:v>1.4278786153732106</c:v>
                </c:pt>
                <c:pt idx="404">
                  <c:v>1.4277896245067259</c:v>
                </c:pt>
                <c:pt idx="405">
                  <c:v>1.4258806684715388</c:v>
                </c:pt>
                <c:pt idx="406">
                  <c:v>1.4254534092465085</c:v>
                </c:pt>
                <c:pt idx="407">
                  <c:v>1.4174913847115393</c:v>
                </c:pt>
                <c:pt idx="408">
                  <c:v>1.4231394839822693</c:v>
                </c:pt>
                <c:pt idx="409">
                  <c:v>1.4237888262979972</c:v>
                </c:pt>
                <c:pt idx="410">
                  <c:v>1.4158291869569288</c:v>
                </c:pt>
                <c:pt idx="411">
                  <c:v>1.411980836940576</c:v>
                </c:pt>
                <c:pt idx="412">
                  <c:v>1.4121633449578908</c:v>
                </c:pt>
                <c:pt idx="413">
                  <c:v>1.4098722649053335</c:v>
                </c:pt>
                <c:pt idx="414">
                  <c:v>1.4192322842921894</c:v>
                </c:pt>
                <c:pt idx="415">
                  <c:v>1.418918001890235</c:v>
                </c:pt>
                <c:pt idx="416">
                  <c:v>1.4118683674697816</c:v>
                </c:pt>
                <c:pt idx="417">
                  <c:v>1.4137376255821341</c:v>
                </c:pt>
                <c:pt idx="418">
                  <c:v>1.4076635362648007</c:v>
                </c:pt>
                <c:pt idx="419">
                  <c:v>1.408487318420214</c:v>
                </c:pt>
                <c:pt idx="420">
                  <c:v>1.4122683198144053</c:v>
                </c:pt>
                <c:pt idx="421">
                  <c:v>1.4057494712080962</c:v>
                </c:pt>
                <c:pt idx="422">
                  <c:v>1.4019837356531624</c:v>
                </c:pt>
                <c:pt idx="423">
                  <c:v>1.4064822869342504</c:v>
                </c:pt>
                <c:pt idx="424">
                  <c:v>1.4204535035693604</c:v>
                </c:pt>
                <c:pt idx="425">
                  <c:v>1.4142573968261163</c:v>
                </c:pt>
                <c:pt idx="426">
                  <c:v>1.406598670037579</c:v>
                </c:pt>
                <c:pt idx="427">
                  <c:v>1.4015655118457631</c:v>
                </c:pt>
                <c:pt idx="428">
                  <c:v>1.4034285933828397</c:v>
                </c:pt>
                <c:pt idx="429">
                  <c:v>1.4277881822222536</c:v>
                </c:pt>
                <c:pt idx="430">
                  <c:v>1.4276854832714911</c:v>
                </c:pt>
                <c:pt idx="431">
                  <c:v>1.4328574802897147</c:v>
                </c:pt>
                <c:pt idx="432">
                  <c:v>1.4177476390951909</c:v>
                </c:pt>
                <c:pt idx="433">
                  <c:v>1.4138706077204746</c:v>
                </c:pt>
                <c:pt idx="434">
                  <c:v>1.4063240313132466</c:v>
                </c:pt>
                <c:pt idx="435">
                  <c:v>1.3852177392617198</c:v>
                </c:pt>
                <c:pt idx="436">
                  <c:v>1.3936013579867739</c:v>
                </c:pt>
                <c:pt idx="437">
                  <c:v>1.3743992910699565</c:v>
                </c:pt>
                <c:pt idx="438">
                  <c:v>1.3631354162933318</c:v>
                </c:pt>
                <c:pt idx="439">
                  <c:v>1.4567073196881479</c:v>
                </c:pt>
                <c:pt idx="440">
                  <c:v>1.4414259104593039</c:v>
                </c:pt>
                <c:pt idx="441">
                  <c:v>1.4497367301149304</c:v>
                </c:pt>
                <c:pt idx="442">
                  <c:v>1.4248884740768126</c:v>
                </c:pt>
                <c:pt idx="443">
                  <c:v>1.3786368632492743</c:v>
                </c:pt>
                <c:pt idx="444">
                  <c:v>1.3666858962753934</c:v>
                </c:pt>
                <c:pt idx="445">
                  <c:v>1.3939184902566919</c:v>
                </c:pt>
                <c:pt idx="446">
                  <c:v>1.4180225650000597</c:v>
                </c:pt>
                <c:pt idx="447">
                  <c:v>1.4077871204200829</c:v>
                </c:pt>
                <c:pt idx="448">
                  <c:v>1.4055121328479803</c:v>
                </c:pt>
                <c:pt idx="449">
                  <c:v>1.4081812517747756</c:v>
                </c:pt>
                <c:pt idx="450">
                  <c:v>1.4135359961274279</c:v>
                </c:pt>
                <c:pt idx="451">
                  <c:v>1.4052159615663351</c:v>
                </c:pt>
                <c:pt idx="452">
                  <c:v>1.4012601934651672</c:v>
                </c:pt>
                <c:pt idx="453">
                  <c:v>1.4141094190774259</c:v>
                </c:pt>
                <c:pt idx="454">
                  <c:v>1.4184338474145735</c:v>
                </c:pt>
                <c:pt idx="455">
                  <c:v>1.4227549269075757</c:v>
                </c:pt>
                <c:pt idx="456">
                  <c:v>1.4066376651658228</c:v>
                </c:pt>
                <c:pt idx="457">
                  <c:v>1.4044558545153867</c:v>
                </c:pt>
                <c:pt idx="458">
                  <c:v>1.4135856432604061</c:v>
                </c:pt>
                <c:pt idx="459">
                  <c:v>1.407006585260302</c:v>
                </c:pt>
                <c:pt idx="460">
                  <c:v>1.40044147595789</c:v>
                </c:pt>
                <c:pt idx="461">
                  <c:v>1.4040586259983798</c:v>
                </c:pt>
                <c:pt idx="462">
                  <c:v>1.4111237538087797</c:v>
                </c:pt>
                <c:pt idx="463">
                  <c:v>1.4037016913038209</c:v>
                </c:pt>
                <c:pt idx="464">
                  <c:v>1.3982833781433888</c:v>
                </c:pt>
                <c:pt idx="465">
                  <c:v>1.4080022042829261</c:v>
                </c:pt>
                <c:pt idx="466">
                  <c:v>1.4155835949484203</c:v>
                </c:pt>
                <c:pt idx="467">
                  <c:v>1.408289771715469</c:v>
                </c:pt>
                <c:pt idx="468">
                  <c:v>1.4115377660338382</c:v>
                </c:pt>
                <c:pt idx="469">
                  <c:v>1.407217919023972</c:v>
                </c:pt>
                <c:pt idx="470">
                  <c:v>1.4133485773229382</c:v>
                </c:pt>
                <c:pt idx="471">
                  <c:v>1.4149827606162091</c:v>
                </c:pt>
                <c:pt idx="472">
                  <c:v>1.4015339383400796</c:v>
                </c:pt>
                <c:pt idx="473">
                  <c:v>1.3992799679459136</c:v>
                </c:pt>
                <c:pt idx="474">
                  <c:v>1.4081590431466164</c:v>
                </c:pt>
                <c:pt idx="475">
                  <c:v>1.4114135405086907</c:v>
                </c:pt>
                <c:pt idx="476">
                  <c:v>1.4068136007374694</c:v>
                </c:pt>
                <c:pt idx="477">
                  <c:v>1.4083109544709338</c:v>
                </c:pt>
                <c:pt idx="478">
                  <c:v>1.4054662322244182</c:v>
                </c:pt>
                <c:pt idx="479">
                  <c:v>1.406515642155846</c:v>
                </c:pt>
                <c:pt idx="480">
                  <c:v>1.4161972885868788</c:v>
                </c:pt>
                <c:pt idx="481">
                  <c:v>1.4240903467159973</c:v>
                </c:pt>
                <c:pt idx="482">
                  <c:v>1.4213908113817635</c:v>
                </c:pt>
                <c:pt idx="483">
                  <c:v>1.4219031765587979</c:v>
                </c:pt>
                <c:pt idx="484">
                  <c:v>1.4177580637486673</c:v>
                </c:pt>
                <c:pt idx="485">
                  <c:v>1.4177080767853873</c:v>
                </c:pt>
                <c:pt idx="486">
                  <c:v>1.4119477904380573</c:v>
                </c:pt>
                <c:pt idx="487">
                  <c:v>1.4054385595876893</c:v>
                </c:pt>
                <c:pt idx="488">
                  <c:v>1.406759972963165</c:v>
                </c:pt>
                <c:pt idx="489">
                  <c:v>1.4192900873524057</c:v>
                </c:pt>
                <c:pt idx="490">
                  <c:v>1.4122738225125748</c:v>
                </c:pt>
                <c:pt idx="491">
                  <c:v>1.4111511564160317</c:v>
                </c:pt>
                <c:pt idx="492">
                  <c:v>1.4239233799520516</c:v>
                </c:pt>
                <c:pt idx="493">
                  <c:v>1.4338660423795764</c:v>
                </c:pt>
                <c:pt idx="494">
                  <c:v>1.4231551783985914</c:v>
                </c:pt>
                <c:pt idx="495">
                  <c:v>1.425028110826364</c:v>
                </c:pt>
                <c:pt idx="496">
                  <c:v>1.4253013407706199</c:v>
                </c:pt>
                <c:pt idx="497">
                  <c:v>1.421205205005549</c:v>
                </c:pt>
                <c:pt idx="498">
                  <c:v>1.4205686884916726</c:v>
                </c:pt>
                <c:pt idx="499">
                  <c:v>1.4231449834895442</c:v>
                </c:pt>
                <c:pt idx="500">
                  <c:v>1.432080666511053</c:v>
                </c:pt>
                <c:pt idx="501">
                  <c:v>1.4367504996430791</c:v>
                </c:pt>
                <c:pt idx="502">
                  <c:v>1.4370523008598259</c:v>
                </c:pt>
                <c:pt idx="503">
                  <c:v>1.4379937967217207</c:v>
                </c:pt>
                <c:pt idx="504">
                  <c:v>1.4409913488714086</c:v>
                </c:pt>
                <c:pt idx="505">
                  <c:v>1.4425795433926472</c:v>
                </c:pt>
                <c:pt idx="506">
                  <c:v>1.4551914212715364</c:v>
                </c:pt>
                <c:pt idx="507">
                  <c:v>1.4686692250495763</c:v>
                </c:pt>
                <c:pt idx="508">
                  <c:v>1.4950259782236999</c:v>
                </c:pt>
                <c:pt idx="509">
                  <c:v>1.5266133291999757</c:v>
                </c:pt>
                <c:pt idx="510">
                  <c:v>1.5542358210162239</c:v>
                </c:pt>
                <c:pt idx="511">
                  <c:v>1.5812617303676493</c:v>
                </c:pt>
                <c:pt idx="512">
                  <c:v>1.5965331489047165</c:v>
                </c:pt>
                <c:pt idx="513">
                  <c:v>1.6132787991534376</c:v>
                </c:pt>
                <c:pt idx="514">
                  <c:v>1.6255795201118775</c:v>
                </c:pt>
                <c:pt idx="515">
                  <c:v>1.615811016725293</c:v>
                </c:pt>
                <c:pt idx="516">
                  <c:v>1.5981067195548553</c:v>
                </c:pt>
                <c:pt idx="517">
                  <c:v>1.5850736754646531</c:v>
                </c:pt>
                <c:pt idx="518">
                  <c:v>1.5803195101726237</c:v>
                </c:pt>
                <c:pt idx="519">
                  <c:v>1.5713974873719698</c:v>
                </c:pt>
                <c:pt idx="520">
                  <c:v>1.5550326002239649</c:v>
                </c:pt>
                <c:pt idx="521">
                  <c:v>1.5370746141493365</c:v>
                </c:pt>
                <c:pt idx="522">
                  <c:v>1.5245538363184283</c:v>
                </c:pt>
                <c:pt idx="523">
                  <c:v>1.5218927704125116</c:v>
                </c:pt>
                <c:pt idx="524">
                  <c:v>1.5319985258576332</c:v>
                </c:pt>
                <c:pt idx="525">
                  <c:v>1.5339061704350367</c:v>
                </c:pt>
                <c:pt idx="526">
                  <c:v>1.5168337342628893</c:v>
                </c:pt>
                <c:pt idx="527">
                  <c:v>1.5258603928874799</c:v>
                </c:pt>
                <c:pt idx="528">
                  <c:v>1.5226737100182151</c:v>
                </c:pt>
                <c:pt idx="529">
                  <c:v>1.5364951221173329</c:v>
                </c:pt>
                <c:pt idx="530">
                  <c:v>1.5583009955285607</c:v>
                </c:pt>
                <c:pt idx="531">
                  <c:v>1.5713888464287147</c:v>
                </c:pt>
                <c:pt idx="532">
                  <c:v>1.567649921769469</c:v>
                </c:pt>
                <c:pt idx="533">
                  <c:v>1.5649948164551333</c:v>
                </c:pt>
                <c:pt idx="534">
                  <c:v>1.5696811433226416</c:v>
                </c:pt>
                <c:pt idx="535">
                  <c:v>1.5680243413712232</c:v>
                </c:pt>
                <c:pt idx="536">
                  <c:v>1.5867836121971215</c:v>
                </c:pt>
                <c:pt idx="537">
                  <c:v>1.6064001743607055</c:v>
                </c:pt>
                <c:pt idx="538">
                  <c:v>1.6182580246410609</c:v>
                </c:pt>
                <c:pt idx="539">
                  <c:v>1.636638855337694</c:v>
                </c:pt>
                <c:pt idx="540">
                  <c:v>1.6756043784591208</c:v>
                </c:pt>
                <c:pt idx="541">
                  <c:v>1.709475267807975</c:v>
                </c:pt>
                <c:pt idx="542">
                  <c:v>1.7317837582124707</c:v>
                </c:pt>
                <c:pt idx="543">
                  <c:v>1.7598558215859894</c:v>
                </c:pt>
                <c:pt idx="544">
                  <c:v>1.7966707071053629</c:v>
                </c:pt>
                <c:pt idx="545">
                  <c:v>1.8368092031738219</c:v>
                </c:pt>
                <c:pt idx="546">
                  <c:v>1.857902600819259</c:v>
                </c:pt>
                <c:pt idx="547">
                  <c:v>1.875629783087563</c:v>
                </c:pt>
                <c:pt idx="548">
                  <c:v>1.9114544445897792</c:v>
                </c:pt>
                <c:pt idx="549">
                  <c:v>1.9251793767921976</c:v>
                </c:pt>
                <c:pt idx="550">
                  <c:v>1.9496561951198004</c:v>
                </c:pt>
                <c:pt idx="551">
                  <c:v>1.9462710896451538</c:v>
                </c:pt>
                <c:pt idx="552">
                  <c:v>1.9600921060733096</c:v>
                </c:pt>
                <c:pt idx="553">
                  <c:v>1.9672273043391788</c:v>
                </c:pt>
                <c:pt idx="554">
                  <c:v>1.9294557885436365</c:v>
                </c:pt>
                <c:pt idx="555">
                  <c:v>1.9003237864822662</c:v>
                </c:pt>
                <c:pt idx="556">
                  <c:v>1.8869399992301017</c:v>
                </c:pt>
                <c:pt idx="557">
                  <c:v>1.8538695649998558</c:v>
                </c:pt>
                <c:pt idx="558">
                  <c:v>1.8221751467377676</c:v>
                </c:pt>
                <c:pt idx="559">
                  <c:v>1.7658385707405051</c:v>
                </c:pt>
                <c:pt idx="560">
                  <c:v>1.7508954059384962</c:v>
                </c:pt>
                <c:pt idx="561">
                  <c:v>1.7156435738798361</c:v>
                </c:pt>
                <c:pt idx="562">
                  <c:v>1.7018320535547546</c:v>
                </c:pt>
                <c:pt idx="563">
                  <c:v>1.6785681071233949</c:v>
                </c:pt>
                <c:pt idx="564">
                  <c:v>1.6264215334450205</c:v>
                </c:pt>
                <c:pt idx="565">
                  <c:v>1.5951598388153927</c:v>
                </c:pt>
                <c:pt idx="566">
                  <c:v>1.5639388855312166</c:v>
                </c:pt>
                <c:pt idx="567">
                  <c:v>1.5530781005465772</c:v>
                </c:pt>
                <c:pt idx="568">
                  <c:v>1.5462921521038822</c:v>
                </c:pt>
                <c:pt idx="569">
                  <c:v>1.5274033820013719</c:v>
                </c:pt>
                <c:pt idx="570">
                  <c:v>1.4577399826068149</c:v>
                </c:pt>
                <c:pt idx="571">
                  <c:v>1.4806508246140218</c:v>
                </c:pt>
                <c:pt idx="572">
                  <c:v>1.4642941955018898</c:v>
                </c:pt>
                <c:pt idx="573">
                  <c:v>1.4253724674122843</c:v>
                </c:pt>
                <c:pt idx="574">
                  <c:v>1.4286861798055464</c:v>
                </c:pt>
                <c:pt idx="575">
                  <c:v>1.4111822748203373</c:v>
                </c:pt>
                <c:pt idx="576">
                  <c:v>1.4294731597752017</c:v>
                </c:pt>
                <c:pt idx="577">
                  <c:v>1.409572028024787</c:v>
                </c:pt>
                <c:pt idx="578">
                  <c:v>1.3800731440530245</c:v>
                </c:pt>
                <c:pt idx="579">
                  <c:v>1.3679386288301076</c:v>
                </c:pt>
                <c:pt idx="580">
                  <c:v>1.5633560749685682</c:v>
                </c:pt>
                <c:pt idx="581">
                  <c:v>1.5002176088179384</c:v>
                </c:pt>
                <c:pt idx="582">
                  <c:v>1.2960881773414608</c:v>
                </c:pt>
                <c:pt idx="583">
                  <c:v>1.3158529501890592</c:v>
                </c:pt>
                <c:pt idx="584">
                  <c:v>1.4639832364169223</c:v>
                </c:pt>
                <c:pt idx="585">
                  <c:v>1.6402063268348341</c:v>
                </c:pt>
                <c:pt idx="586">
                  <c:v>1.8748613645532524</c:v>
                </c:pt>
                <c:pt idx="587">
                  <c:v>1.2253345385215546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A-1251-45ED-B486-8EADCA04E34F}"/>
            </c:ext>
          </c:extLst>
        </c:ser>
        <c:ser>
          <c:idx val="27"/>
          <c:order val="27"/>
          <c:tx>
            <c:strRef>
              <c:f>'Fully separated 3%'!$Z$1</c:f>
              <c:strCache>
                <c:ptCount val="1"/>
                <c:pt idx="0">
                  <c:v>3F_13/O-PTIR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3%'!$A$2:$A$589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3%'!$Z$2:$Z$589</c:f>
              <c:numCache>
                <c:formatCode>General</c:formatCode>
                <c:ptCount val="588"/>
                <c:pt idx="0">
                  <c:v>1.3153655924824175</c:v>
                </c:pt>
                <c:pt idx="1">
                  <c:v>1.2419716606755349</c:v>
                </c:pt>
                <c:pt idx="2">
                  <c:v>1.169155842522059</c:v>
                </c:pt>
                <c:pt idx="3">
                  <c:v>1.1927209453963483</c:v>
                </c:pt>
                <c:pt idx="4">
                  <c:v>1.2264252551421488</c:v>
                </c:pt>
                <c:pt idx="5">
                  <c:v>1.2241854578647835</c:v>
                </c:pt>
                <c:pt idx="6">
                  <c:v>1.2428833998198747</c:v>
                </c:pt>
                <c:pt idx="7">
                  <c:v>1.2495166223062737</c:v>
                </c:pt>
                <c:pt idx="8">
                  <c:v>1.2164269098041873</c:v>
                </c:pt>
                <c:pt idx="9">
                  <c:v>1.2286498747054662</c:v>
                </c:pt>
                <c:pt idx="10">
                  <c:v>1.262589612578447</c:v>
                </c:pt>
                <c:pt idx="11">
                  <c:v>1.2675178291430449</c:v>
                </c:pt>
                <c:pt idx="12">
                  <c:v>1.2607962614114976</c:v>
                </c:pt>
                <c:pt idx="13">
                  <c:v>1.2710884987788498</c:v>
                </c:pt>
                <c:pt idx="14">
                  <c:v>1.2832624092617313</c:v>
                </c:pt>
                <c:pt idx="15">
                  <c:v>1.3022191341534173</c:v>
                </c:pt>
                <c:pt idx="16">
                  <c:v>1.3041990442368652</c:v>
                </c:pt>
                <c:pt idx="17">
                  <c:v>1.294445041457827</c:v>
                </c:pt>
                <c:pt idx="18">
                  <c:v>1.2861416693746597</c:v>
                </c:pt>
                <c:pt idx="19">
                  <c:v>1.2866826343207425</c:v>
                </c:pt>
                <c:pt idx="20">
                  <c:v>1.2767152396381896</c:v>
                </c:pt>
                <c:pt idx="21">
                  <c:v>1.2826806753216584</c:v>
                </c:pt>
                <c:pt idx="22">
                  <c:v>1.2946549155795741</c:v>
                </c:pt>
                <c:pt idx="23">
                  <c:v>1.2846267960628874</c:v>
                </c:pt>
                <c:pt idx="24">
                  <c:v>1.2785622521198572</c:v>
                </c:pt>
                <c:pt idx="25">
                  <c:v>1.2763798109928937</c:v>
                </c:pt>
                <c:pt idx="26">
                  <c:v>1.2641364860560163</c:v>
                </c:pt>
                <c:pt idx="27">
                  <c:v>1.2557190959097713</c:v>
                </c:pt>
                <c:pt idx="28">
                  <c:v>1.2548841096383456</c:v>
                </c:pt>
                <c:pt idx="29">
                  <c:v>1.2573573431863279</c:v>
                </c:pt>
                <c:pt idx="30">
                  <c:v>1.2629295514393066</c:v>
                </c:pt>
                <c:pt idx="31">
                  <c:v>1.2769421388918272</c:v>
                </c:pt>
                <c:pt idx="32">
                  <c:v>1.2951582332717781</c:v>
                </c:pt>
                <c:pt idx="33">
                  <c:v>1.3053110732948794</c:v>
                </c:pt>
                <c:pt idx="34">
                  <c:v>1.306244361764614</c:v>
                </c:pt>
                <c:pt idx="35">
                  <c:v>1.3012341645772441</c:v>
                </c:pt>
                <c:pt idx="36">
                  <c:v>1.2965917549681143</c:v>
                </c:pt>
                <c:pt idx="37">
                  <c:v>1.296517420278958</c:v>
                </c:pt>
                <c:pt idx="38">
                  <c:v>1.305569497464327</c:v>
                </c:pt>
                <c:pt idx="39">
                  <c:v>1.3180806304282402</c:v>
                </c:pt>
                <c:pt idx="40">
                  <c:v>1.3361131431930819</c:v>
                </c:pt>
                <c:pt idx="41">
                  <c:v>1.3677423717158641</c:v>
                </c:pt>
                <c:pt idx="42">
                  <c:v>1.4117240369813822</c:v>
                </c:pt>
                <c:pt idx="43">
                  <c:v>1.471419610104165</c:v>
                </c:pt>
                <c:pt idx="44">
                  <c:v>1.5237964266121211</c:v>
                </c:pt>
                <c:pt idx="45">
                  <c:v>1.5340488548040838</c:v>
                </c:pt>
                <c:pt idx="46">
                  <c:v>1.6004351277058211</c:v>
                </c:pt>
                <c:pt idx="47">
                  <c:v>1.6058825362440543</c:v>
                </c:pt>
                <c:pt idx="48">
                  <c:v>1.5674998190322593</c:v>
                </c:pt>
                <c:pt idx="49">
                  <c:v>1.4452996658042097</c:v>
                </c:pt>
                <c:pt idx="50">
                  <c:v>1.3554090381588837</c:v>
                </c:pt>
                <c:pt idx="51">
                  <c:v>1.3046857561354028</c:v>
                </c:pt>
                <c:pt idx="52">
                  <c:v>1.2810595417039505</c:v>
                </c:pt>
                <c:pt idx="53">
                  <c:v>1.2649342583897278</c:v>
                </c:pt>
                <c:pt idx="54">
                  <c:v>1.2607317205995261</c:v>
                </c:pt>
                <c:pt idx="55">
                  <c:v>1.2625844034658433</c:v>
                </c:pt>
                <c:pt idx="56">
                  <c:v>1.2654066242616946</c:v>
                </c:pt>
                <c:pt idx="57">
                  <c:v>1.2696534814428484</c:v>
                </c:pt>
                <c:pt idx="58">
                  <c:v>1.2764610181696083</c:v>
                </c:pt>
                <c:pt idx="59">
                  <c:v>1.2800424228639451</c:v>
                </c:pt>
                <c:pt idx="60">
                  <c:v>1.2866970222811358</c:v>
                </c:pt>
                <c:pt idx="61">
                  <c:v>1.2952473566222973</c:v>
                </c:pt>
                <c:pt idx="62">
                  <c:v>1.3026449395045905</c:v>
                </c:pt>
                <c:pt idx="63">
                  <c:v>1.313926116183302</c:v>
                </c:pt>
                <c:pt idx="64">
                  <c:v>1.3307583338533127</c:v>
                </c:pt>
                <c:pt idx="65">
                  <c:v>1.3471334169475115</c:v>
                </c:pt>
                <c:pt idx="66">
                  <c:v>1.3563674030544068</c:v>
                </c:pt>
                <c:pt idx="67">
                  <c:v>1.3617859983973455</c:v>
                </c:pt>
                <c:pt idx="68">
                  <c:v>1.363919945388371</c:v>
                </c:pt>
                <c:pt idx="69">
                  <c:v>1.3507344513300401</c:v>
                </c:pt>
                <c:pt idx="70">
                  <c:v>1.3329065569812062</c:v>
                </c:pt>
                <c:pt idx="71">
                  <c:v>1.3191343341986237</c:v>
                </c:pt>
                <c:pt idx="72">
                  <c:v>1.311467014333465</c:v>
                </c:pt>
                <c:pt idx="73">
                  <c:v>1.2986364574664679</c:v>
                </c:pt>
                <c:pt idx="74">
                  <c:v>1.283495197887758</c:v>
                </c:pt>
                <c:pt idx="75">
                  <c:v>1.2734214403943702</c:v>
                </c:pt>
                <c:pt idx="76">
                  <c:v>1.2672378370109481</c:v>
                </c:pt>
                <c:pt idx="77">
                  <c:v>1.2605769521797126</c:v>
                </c:pt>
                <c:pt idx="78">
                  <c:v>1.2605542706411135</c:v>
                </c:pt>
                <c:pt idx="79">
                  <c:v>1.2570354964401724</c:v>
                </c:pt>
                <c:pt idx="80">
                  <c:v>1.250594862022069</c:v>
                </c:pt>
                <c:pt idx="81">
                  <c:v>1.2486437884304844</c:v>
                </c:pt>
                <c:pt idx="82">
                  <c:v>1.2437265911425479</c:v>
                </c:pt>
                <c:pt idx="83">
                  <c:v>1.2383162800591889</c:v>
                </c:pt>
                <c:pt idx="84">
                  <c:v>1.2392754137414563</c:v>
                </c:pt>
                <c:pt idx="85">
                  <c:v>1.2398486817087202</c:v>
                </c:pt>
                <c:pt idx="86">
                  <c:v>1.2382050529249569</c:v>
                </c:pt>
                <c:pt idx="87">
                  <c:v>1.2376823478288679</c:v>
                </c:pt>
                <c:pt idx="88">
                  <c:v>1.2364326709988591</c:v>
                </c:pt>
                <c:pt idx="89">
                  <c:v>1.2367519178480262</c:v>
                </c:pt>
                <c:pt idx="90">
                  <c:v>1.233072208625724</c:v>
                </c:pt>
                <c:pt idx="91">
                  <c:v>1.2310669542059549</c:v>
                </c:pt>
                <c:pt idx="92">
                  <c:v>1.2299755286326748</c:v>
                </c:pt>
                <c:pt idx="93">
                  <c:v>1.2239593367165169</c:v>
                </c:pt>
                <c:pt idx="94">
                  <c:v>1.2200117123029659</c:v>
                </c:pt>
                <c:pt idx="95">
                  <c:v>1.2173704569176382</c:v>
                </c:pt>
                <c:pt idx="96">
                  <c:v>1.2137537346262219</c:v>
                </c:pt>
                <c:pt idx="97">
                  <c:v>1.2133447284302294</c:v>
                </c:pt>
                <c:pt idx="98">
                  <c:v>1.2125545158328321</c:v>
                </c:pt>
                <c:pt idx="99">
                  <c:v>1.214846555663925</c:v>
                </c:pt>
                <c:pt idx="100">
                  <c:v>1.2136773941025614</c:v>
                </c:pt>
                <c:pt idx="101">
                  <c:v>1.2136523421381686</c:v>
                </c:pt>
                <c:pt idx="102">
                  <c:v>1.2166883893185272</c:v>
                </c:pt>
                <c:pt idx="103">
                  <c:v>1.2194219165855387</c:v>
                </c:pt>
                <c:pt idx="104">
                  <c:v>1.224831800176875</c:v>
                </c:pt>
                <c:pt idx="105">
                  <c:v>1.2297836697469575</c:v>
                </c:pt>
                <c:pt idx="106">
                  <c:v>1.2408612810145345</c:v>
                </c:pt>
                <c:pt idx="107">
                  <c:v>1.2492180628094856</c:v>
                </c:pt>
                <c:pt idx="108">
                  <c:v>1.2658623144502907</c:v>
                </c:pt>
                <c:pt idx="109">
                  <c:v>1.2853939893214497</c:v>
                </c:pt>
                <c:pt idx="110">
                  <c:v>1.297683823526671</c:v>
                </c:pt>
                <c:pt idx="111">
                  <c:v>1.2890216563405095</c:v>
                </c:pt>
                <c:pt idx="112">
                  <c:v>1.2716837866621817</c:v>
                </c:pt>
                <c:pt idx="113">
                  <c:v>1.2611456260637679</c:v>
                </c:pt>
                <c:pt idx="114">
                  <c:v>1.2535866259211557</c:v>
                </c:pt>
                <c:pt idx="115">
                  <c:v>1.2458664228466496</c:v>
                </c:pt>
                <c:pt idx="116">
                  <c:v>1.2465555819210581</c:v>
                </c:pt>
                <c:pt idx="117">
                  <c:v>1.248118012846734</c:v>
                </c:pt>
                <c:pt idx="118">
                  <c:v>1.2550034439782398</c:v>
                </c:pt>
                <c:pt idx="119">
                  <c:v>1.2647387209759242</c:v>
                </c:pt>
                <c:pt idx="120">
                  <c:v>1.280335875753029</c:v>
                </c:pt>
                <c:pt idx="121">
                  <c:v>1.2908474083742254</c:v>
                </c:pt>
                <c:pt idx="122">
                  <c:v>1.3047780944123051</c:v>
                </c:pt>
                <c:pt idx="123">
                  <c:v>1.3207944289966453</c:v>
                </c:pt>
                <c:pt idx="124">
                  <c:v>1.3195303944917818</c:v>
                </c:pt>
                <c:pt idx="125">
                  <c:v>1.3104874309238121</c:v>
                </c:pt>
                <c:pt idx="126">
                  <c:v>1.2946923019118914</c:v>
                </c:pt>
                <c:pt idx="127">
                  <c:v>1.2841710872370367</c:v>
                </c:pt>
                <c:pt idx="128">
                  <c:v>1.2790504084056105</c:v>
                </c:pt>
                <c:pt idx="129">
                  <c:v>1.272859433988075</c:v>
                </c:pt>
                <c:pt idx="130">
                  <c:v>1.2637847637910651</c:v>
                </c:pt>
                <c:pt idx="131">
                  <c:v>1.2615078131470623</c:v>
                </c:pt>
                <c:pt idx="132">
                  <c:v>1.2585424256222588</c:v>
                </c:pt>
                <c:pt idx="133">
                  <c:v>1.2570480299937534</c:v>
                </c:pt>
                <c:pt idx="134">
                  <c:v>1.2522334867030271</c:v>
                </c:pt>
                <c:pt idx="135">
                  <c:v>1.2413860641644885</c:v>
                </c:pt>
                <c:pt idx="136">
                  <c:v>1.2414713435812885</c:v>
                </c:pt>
                <c:pt idx="137">
                  <c:v>1.2353936650332231</c:v>
                </c:pt>
                <c:pt idx="138">
                  <c:v>1.2368427534962929</c:v>
                </c:pt>
                <c:pt idx="139">
                  <c:v>1.2313997247128428</c:v>
                </c:pt>
                <c:pt idx="140">
                  <c:v>1.2264294788099264</c:v>
                </c:pt>
                <c:pt idx="141">
                  <c:v>1.2218729799545893</c:v>
                </c:pt>
                <c:pt idx="142">
                  <c:v>1.2254464591564942</c:v>
                </c:pt>
                <c:pt idx="143">
                  <c:v>1.2268344943038214</c:v>
                </c:pt>
                <c:pt idx="144">
                  <c:v>1.226930417922538</c:v>
                </c:pt>
                <c:pt idx="145">
                  <c:v>1.2245047979002226</c:v>
                </c:pt>
                <c:pt idx="146">
                  <c:v>1.2223517453937838</c:v>
                </c:pt>
                <c:pt idx="147">
                  <c:v>1.2197607500242471</c:v>
                </c:pt>
                <c:pt idx="148">
                  <c:v>1.2147384316325496</c:v>
                </c:pt>
                <c:pt idx="149">
                  <c:v>1.2149452841894282</c:v>
                </c:pt>
                <c:pt idx="150">
                  <c:v>1.2201116545796615</c:v>
                </c:pt>
                <c:pt idx="151">
                  <c:v>1.2250366515585629</c:v>
                </c:pt>
                <c:pt idx="152">
                  <c:v>1.224278616180879</c:v>
                </c:pt>
                <c:pt idx="153">
                  <c:v>1.2280767628252078</c:v>
                </c:pt>
                <c:pt idx="154">
                  <c:v>1.222812712255031</c:v>
                </c:pt>
                <c:pt idx="155">
                  <c:v>1.2150645136947662</c:v>
                </c:pt>
                <c:pt idx="156">
                  <c:v>1.2104931120248832</c:v>
                </c:pt>
                <c:pt idx="157">
                  <c:v>1.2073408475854281</c:v>
                </c:pt>
                <c:pt idx="158">
                  <c:v>1.214537957675988</c:v>
                </c:pt>
                <c:pt idx="159">
                  <c:v>1.2155123948737709</c:v>
                </c:pt>
                <c:pt idx="160">
                  <c:v>1.2193219265508786</c:v>
                </c:pt>
                <c:pt idx="161">
                  <c:v>1.2230947474961407</c:v>
                </c:pt>
                <c:pt idx="162">
                  <c:v>1.219231519559463</c:v>
                </c:pt>
                <c:pt idx="163">
                  <c:v>1.2129412376967097</c:v>
                </c:pt>
                <c:pt idx="164">
                  <c:v>1.2149095356058408</c:v>
                </c:pt>
                <c:pt idx="165">
                  <c:v>1.2194062601270181</c:v>
                </c:pt>
                <c:pt idx="166">
                  <c:v>1.2220731254295421</c:v>
                </c:pt>
                <c:pt idx="167">
                  <c:v>1.2202484893014331</c:v>
                </c:pt>
                <c:pt idx="168">
                  <c:v>1.2224971509229206</c:v>
                </c:pt>
                <c:pt idx="169">
                  <c:v>1.2243772608387375</c:v>
                </c:pt>
                <c:pt idx="170">
                  <c:v>1.2312746384503108</c:v>
                </c:pt>
                <c:pt idx="171">
                  <c:v>1.2340938819447722</c:v>
                </c:pt>
                <c:pt idx="172">
                  <c:v>1.2378158138669075</c:v>
                </c:pt>
                <c:pt idx="173">
                  <c:v>1.2402302282400177</c:v>
                </c:pt>
                <c:pt idx="174">
                  <c:v>1.2431363632737844</c:v>
                </c:pt>
                <c:pt idx="175">
                  <c:v>1.2495019081939285</c:v>
                </c:pt>
                <c:pt idx="176">
                  <c:v>1.254177762356071</c:v>
                </c:pt>
                <c:pt idx="177">
                  <c:v>1.2519702587812591</c:v>
                </c:pt>
                <c:pt idx="178">
                  <c:v>1.2518148986286186</c:v>
                </c:pt>
                <c:pt idx="179">
                  <c:v>1.2571214700946989</c:v>
                </c:pt>
                <c:pt idx="180">
                  <c:v>1.26125480775933</c:v>
                </c:pt>
                <c:pt idx="181">
                  <c:v>1.26148818345887</c:v>
                </c:pt>
                <c:pt idx="182">
                  <c:v>1.2656583529975005</c:v>
                </c:pt>
                <c:pt idx="183">
                  <c:v>1.2681269505284518</c:v>
                </c:pt>
                <c:pt idx="184">
                  <c:v>1.269330987052103</c:v>
                </c:pt>
                <c:pt idx="185">
                  <c:v>1.2715903441279566</c:v>
                </c:pt>
                <c:pt idx="186">
                  <c:v>1.2730926652488934</c:v>
                </c:pt>
                <c:pt idx="187">
                  <c:v>1.2767773948815986</c:v>
                </c:pt>
                <c:pt idx="188">
                  <c:v>1.2783654799879498</c:v>
                </c:pt>
                <c:pt idx="189">
                  <c:v>1.2795172157164536</c:v>
                </c:pt>
                <c:pt idx="190">
                  <c:v>1.280430282765169</c:v>
                </c:pt>
                <c:pt idx="191">
                  <c:v>1.2766586988676676</c:v>
                </c:pt>
                <c:pt idx="192">
                  <c:v>1.278255156760556</c:v>
                </c:pt>
                <c:pt idx="193">
                  <c:v>1.2807205580023786</c:v>
                </c:pt>
                <c:pt idx="194">
                  <c:v>1.2794524792133111</c:v>
                </c:pt>
                <c:pt idx="195">
                  <c:v>1.2829888516417147</c:v>
                </c:pt>
                <c:pt idx="196">
                  <c:v>1.2898280623823197</c:v>
                </c:pt>
                <c:pt idx="197">
                  <c:v>1.288156664089507</c:v>
                </c:pt>
                <c:pt idx="198">
                  <c:v>1.2826454975039869</c:v>
                </c:pt>
                <c:pt idx="199">
                  <c:v>1.2792061785778477</c:v>
                </c:pt>
                <c:pt idx="200">
                  <c:v>1.273155300401603</c:v>
                </c:pt>
                <c:pt idx="201">
                  <c:v>1.2695504733378047</c:v>
                </c:pt>
                <c:pt idx="202">
                  <c:v>1.2717318055481317</c:v>
                </c:pt>
                <c:pt idx="203">
                  <c:v>1.2757236864519015</c:v>
                </c:pt>
                <c:pt idx="204">
                  <c:v>1.2788255592499562</c:v>
                </c:pt>
                <c:pt idx="205">
                  <c:v>1.2854526873541681</c:v>
                </c:pt>
                <c:pt idx="206">
                  <c:v>1.289207274075661</c:v>
                </c:pt>
                <c:pt idx="207">
                  <c:v>1.2901333872024534</c:v>
                </c:pt>
                <c:pt idx="208">
                  <c:v>1.2920185641218092</c:v>
                </c:pt>
                <c:pt idx="209">
                  <c:v>1.2910302771143536</c:v>
                </c:pt>
                <c:pt idx="210">
                  <c:v>1.2930409293489269</c:v>
                </c:pt>
                <c:pt idx="211">
                  <c:v>1.2985034992936109</c:v>
                </c:pt>
                <c:pt idx="212">
                  <c:v>1.3044031221724954</c:v>
                </c:pt>
                <c:pt idx="213">
                  <c:v>1.3053858739153956</c:v>
                </c:pt>
                <c:pt idx="214">
                  <c:v>1.3041686189190647</c:v>
                </c:pt>
                <c:pt idx="215">
                  <c:v>1.305225379199169</c:v>
                </c:pt>
                <c:pt idx="216">
                  <c:v>1.3089039818344919</c:v>
                </c:pt>
                <c:pt idx="217">
                  <c:v>1.3089653356759616</c:v>
                </c:pt>
                <c:pt idx="218">
                  <c:v>1.3054926653830816</c:v>
                </c:pt>
                <c:pt idx="219">
                  <c:v>1.303705660201254</c:v>
                </c:pt>
                <c:pt idx="220">
                  <c:v>1.3031357702363495</c:v>
                </c:pt>
                <c:pt idx="221">
                  <c:v>1.2982244436835475</c:v>
                </c:pt>
                <c:pt idx="222">
                  <c:v>1.2919550204029477</c:v>
                </c:pt>
                <c:pt idx="223">
                  <c:v>1.2871755524249937</c:v>
                </c:pt>
                <c:pt idx="224">
                  <c:v>1.2797560148570226</c:v>
                </c:pt>
                <c:pt idx="225">
                  <c:v>1.2675393738091261</c:v>
                </c:pt>
                <c:pt idx="226">
                  <c:v>1.2561553334640922</c:v>
                </c:pt>
                <c:pt idx="227">
                  <c:v>1.2501599803280052</c:v>
                </c:pt>
                <c:pt idx="228">
                  <c:v>1.2470050565853135</c:v>
                </c:pt>
                <c:pt idx="229">
                  <c:v>1.2391071985425965</c:v>
                </c:pt>
                <c:pt idx="230">
                  <c:v>1.2331867927954039</c:v>
                </c:pt>
                <c:pt idx="231">
                  <c:v>1.2300489477667089</c:v>
                </c:pt>
                <c:pt idx="232">
                  <c:v>1.2268352095084587</c:v>
                </c:pt>
                <c:pt idx="233">
                  <c:v>1.2230770980162282</c:v>
                </c:pt>
                <c:pt idx="234">
                  <c:v>1.2273363140267033</c:v>
                </c:pt>
                <c:pt idx="235">
                  <c:v>1.2289062487769302</c:v>
                </c:pt>
                <c:pt idx="236">
                  <c:v>1.2291586484538943</c:v>
                </c:pt>
                <c:pt idx="237">
                  <c:v>1.2296510144294843</c:v>
                </c:pt>
                <c:pt idx="238">
                  <c:v>1.2298435955088094</c:v>
                </c:pt>
                <c:pt idx="239">
                  <c:v>1.2280144538244504</c:v>
                </c:pt>
                <c:pt idx="240">
                  <c:v>1.2290052428833085</c:v>
                </c:pt>
                <c:pt idx="241">
                  <c:v>1.2323083421170713</c:v>
                </c:pt>
                <c:pt idx="242">
                  <c:v>1.239565269640442</c:v>
                </c:pt>
                <c:pt idx="243">
                  <c:v>1.2527024046829307</c:v>
                </c:pt>
                <c:pt idx="244">
                  <c:v>1.2514770238436832</c:v>
                </c:pt>
                <c:pt idx="245">
                  <c:v>1.2500226843341873</c:v>
                </c:pt>
                <c:pt idx="246">
                  <c:v>1.2489987955115229</c:v>
                </c:pt>
                <c:pt idx="247">
                  <c:v>1.2555105217365179</c:v>
                </c:pt>
                <c:pt idx="248">
                  <c:v>1.2670722543242716</c:v>
                </c:pt>
                <c:pt idx="249">
                  <c:v>1.2935052951794443</c:v>
                </c:pt>
                <c:pt idx="250">
                  <c:v>1.3255050043637266</c:v>
                </c:pt>
                <c:pt idx="251">
                  <c:v>1.3756214573840915</c:v>
                </c:pt>
                <c:pt idx="252">
                  <c:v>1.401061402820174</c:v>
                </c:pt>
                <c:pt idx="253">
                  <c:v>1.4116342799642132</c:v>
                </c:pt>
                <c:pt idx="254">
                  <c:v>1.3945890198392084</c:v>
                </c:pt>
                <c:pt idx="255">
                  <c:v>1.4732633750442541</c:v>
                </c:pt>
                <c:pt idx="256">
                  <c:v>1.5084541456075016</c:v>
                </c:pt>
                <c:pt idx="257">
                  <c:v>1.7452845770830505</c:v>
                </c:pt>
                <c:pt idx="258">
                  <c:v>1.9757145094678363</c:v>
                </c:pt>
                <c:pt idx="259">
                  <c:v>2.2000000000000002</c:v>
                </c:pt>
                <c:pt idx="260">
                  <c:v>1.7961734883863438</c:v>
                </c:pt>
                <c:pt idx="261">
                  <c:v>1.4579680785579661</c:v>
                </c:pt>
                <c:pt idx="262">
                  <c:v>1.2929788672917899</c:v>
                </c:pt>
                <c:pt idx="263">
                  <c:v>1.2638678766270415</c:v>
                </c:pt>
                <c:pt idx="264">
                  <c:v>1.2526101502736731</c:v>
                </c:pt>
                <c:pt idx="265">
                  <c:v>1.2410107098609637</c:v>
                </c:pt>
                <c:pt idx="266">
                  <c:v>1.2311701999359921</c:v>
                </c:pt>
                <c:pt idx="267">
                  <c:v>1.2344914448665658</c:v>
                </c:pt>
                <c:pt idx="268">
                  <c:v>1.2442351179473554</c:v>
                </c:pt>
                <c:pt idx="269">
                  <c:v>1.2605643394178003</c:v>
                </c:pt>
                <c:pt idx="270">
                  <c:v>1.2739807723546597</c:v>
                </c:pt>
                <c:pt idx="271">
                  <c:v>1.2761334963794897</c:v>
                </c:pt>
                <c:pt idx="272">
                  <c:v>1.268109524695592</c:v>
                </c:pt>
                <c:pt idx="273">
                  <c:v>1.2649971358267444</c:v>
                </c:pt>
                <c:pt idx="274">
                  <c:v>1.2766011050922719</c:v>
                </c:pt>
                <c:pt idx="275">
                  <c:v>1.2977465192504574</c:v>
                </c:pt>
                <c:pt idx="276">
                  <c:v>1.3450226547009529</c:v>
                </c:pt>
                <c:pt idx="277">
                  <c:v>1.4218385867653272</c:v>
                </c:pt>
                <c:pt idx="278">
                  <c:v>1.7527394415667277</c:v>
                </c:pt>
                <c:pt idx="279">
                  <c:v>1.8908249467552278</c:v>
                </c:pt>
                <c:pt idx="280">
                  <c:v>1.6946587492628038</c:v>
                </c:pt>
                <c:pt idx="281">
                  <c:v>1.4579196216965367</c:v>
                </c:pt>
                <c:pt idx="282">
                  <c:v>1.3076570190546544</c:v>
                </c:pt>
                <c:pt idx="283">
                  <c:v>1.2737620595150154</c:v>
                </c:pt>
                <c:pt idx="284">
                  <c:v>1.2554491166425985</c:v>
                </c:pt>
                <c:pt idx="285">
                  <c:v>1.2309240856730728</c:v>
                </c:pt>
                <c:pt idx="286">
                  <c:v>1.2339309410889061</c:v>
                </c:pt>
                <c:pt idx="287">
                  <c:v>1.2558629894916449</c:v>
                </c:pt>
                <c:pt idx="288">
                  <c:v>1.2503211133701948</c:v>
                </c:pt>
                <c:pt idx="289">
                  <c:v>1.2273697073272662</c:v>
                </c:pt>
                <c:pt idx="290">
                  <c:v>1.2233031842196429</c:v>
                </c:pt>
                <c:pt idx="291">
                  <c:v>1.2195432905399606</c:v>
                </c:pt>
                <c:pt idx="292">
                  <c:v>1.2007134041767289</c:v>
                </c:pt>
                <c:pt idx="293">
                  <c:v>1.1951339089756867</c:v>
                </c:pt>
                <c:pt idx="294">
                  <c:v>1.1858017167688248</c:v>
                </c:pt>
                <c:pt idx="295">
                  <c:v>1.1988505828624259</c:v>
                </c:pt>
                <c:pt idx="296">
                  <c:v>1.2103434187624071</c:v>
                </c:pt>
                <c:pt idx="297">
                  <c:v>1.2155311206551247</c:v>
                </c:pt>
                <c:pt idx="298">
                  <c:v>1.1994504630817235</c:v>
                </c:pt>
                <c:pt idx="299">
                  <c:v>1.1977337024397303</c:v>
                </c:pt>
                <c:pt idx="300">
                  <c:v>1.2000247818698075</c:v>
                </c:pt>
                <c:pt idx="301">
                  <c:v>1.2046585002574364</c:v>
                </c:pt>
                <c:pt idx="302">
                  <c:v>1.204460043783663</c:v>
                </c:pt>
                <c:pt idx="303">
                  <c:v>1.213484663925201</c:v>
                </c:pt>
                <c:pt idx="304">
                  <c:v>1.217703615312383</c:v>
                </c:pt>
                <c:pt idx="305">
                  <c:v>1.2176175612846971</c:v>
                </c:pt>
                <c:pt idx="306">
                  <c:v>1.2099900086611048</c:v>
                </c:pt>
                <c:pt idx="307">
                  <c:v>1.2104648940569001</c:v>
                </c:pt>
                <c:pt idx="308">
                  <c:v>1.2079197981680398</c:v>
                </c:pt>
                <c:pt idx="309">
                  <c:v>1.2029304435464332</c:v>
                </c:pt>
                <c:pt idx="310">
                  <c:v>1.2027508203094335</c:v>
                </c:pt>
                <c:pt idx="311">
                  <c:v>1.1936267782782874</c:v>
                </c:pt>
                <c:pt idx="312">
                  <c:v>1.1912333051901474</c:v>
                </c:pt>
                <c:pt idx="313">
                  <c:v>1.2008887395347856</c:v>
                </c:pt>
                <c:pt idx="314">
                  <c:v>1.2033284718171726</c:v>
                </c:pt>
                <c:pt idx="315">
                  <c:v>1.2042218264748796</c:v>
                </c:pt>
                <c:pt idx="316">
                  <c:v>1.2042146857855822</c:v>
                </c:pt>
                <c:pt idx="317">
                  <c:v>1.2067623175058686</c:v>
                </c:pt>
                <c:pt idx="318">
                  <c:v>1.2131936024288219</c:v>
                </c:pt>
                <c:pt idx="319">
                  <c:v>1.2226879311775398</c:v>
                </c:pt>
                <c:pt idx="320">
                  <c:v>1.229945757948435</c:v>
                </c:pt>
                <c:pt idx="321">
                  <c:v>1.2522928603362176</c:v>
                </c:pt>
                <c:pt idx="322">
                  <c:v>1.2748211774078009</c:v>
                </c:pt>
                <c:pt idx="323">
                  <c:v>1.2792870363060425</c:v>
                </c:pt>
                <c:pt idx="324">
                  <c:v>1.2713972854689874</c:v>
                </c:pt>
                <c:pt idx="325">
                  <c:v>1.2611937614325577</c:v>
                </c:pt>
                <c:pt idx="326">
                  <c:v>1.2505798357357127</c:v>
                </c:pt>
                <c:pt idx="327">
                  <c:v>1.2512064575029969</c:v>
                </c:pt>
                <c:pt idx="328">
                  <c:v>1.2611115105695969</c:v>
                </c:pt>
                <c:pt idx="329">
                  <c:v>1.280212553040694</c:v>
                </c:pt>
                <c:pt idx="330">
                  <c:v>1.3786664679189851</c:v>
                </c:pt>
                <c:pt idx="331">
                  <c:v>1.5223649736510225</c:v>
                </c:pt>
                <c:pt idx="332">
                  <c:v>1.5549945195289723</c:v>
                </c:pt>
                <c:pt idx="333">
                  <c:v>1.5445173260490002</c:v>
                </c:pt>
                <c:pt idx="334">
                  <c:v>1.373684282524972</c:v>
                </c:pt>
                <c:pt idx="335">
                  <c:v>1.2825145707918588</c:v>
                </c:pt>
                <c:pt idx="336">
                  <c:v>1.2696472985337026</c:v>
                </c:pt>
                <c:pt idx="337">
                  <c:v>1.2506478244397472</c:v>
                </c:pt>
                <c:pt idx="338">
                  <c:v>1.2367722277960036</c:v>
                </c:pt>
                <c:pt idx="339">
                  <c:v>1.2255558784770499</c:v>
                </c:pt>
                <c:pt idx="340">
                  <c:v>1.2160758899307611</c:v>
                </c:pt>
                <c:pt idx="341">
                  <c:v>1.2124696312928596</c:v>
                </c:pt>
                <c:pt idx="342">
                  <c:v>1.2157597415251371</c:v>
                </c:pt>
                <c:pt idx="343">
                  <c:v>1.2101257391255533</c:v>
                </c:pt>
                <c:pt idx="344">
                  <c:v>1.2064797015978015</c:v>
                </c:pt>
                <c:pt idx="345">
                  <c:v>1.2080007904339147</c:v>
                </c:pt>
                <c:pt idx="346">
                  <c:v>1.2035579791215971</c:v>
                </c:pt>
                <c:pt idx="347">
                  <c:v>1.2024719918409081</c:v>
                </c:pt>
                <c:pt idx="348">
                  <c:v>1.2012221881902074</c:v>
                </c:pt>
                <c:pt idx="349">
                  <c:v>1.1980151021213445</c:v>
                </c:pt>
                <c:pt idx="350">
                  <c:v>1.1979646678181042</c:v>
                </c:pt>
                <c:pt idx="351">
                  <c:v>1.2002947350193434</c:v>
                </c:pt>
                <c:pt idx="352">
                  <c:v>1.2011663808975681</c:v>
                </c:pt>
                <c:pt idx="353">
                  <c:v>1.2029576064710932</c:v>
                </c:pt>
                <c:pt idx="354">
                  <c:v>1.2014122228090471</c:v>
                </c:pt>
                <c:pt idx="355">
                  <c:v>1.1993892790867948</c:v>
                </c:pt>
                <c:pt idx="356">
                  <c:v>1.200170925718145</c:v>
                </c:pt>
                <c:pt idx="357">
                  <c:v>1.2053642805594873</c:v>
                </c:pt>
                <c:pt idx="358">
                  <c:v>1.2026413430386649</c:v>
                </c:pt>
                <c:pt idx="359">
                  <c:v>1.2042026303940594</c:v>
                </c:pt>
                <c:pt idx="360">
                  <c:v>1.2041348353427461</c:v>
                </c:pt>
                <c:pt idx="361">
                  <c:v>1.2068273848202768</c:v>
                </c:pt>
                <c:pt idx="362">
                  <c:v>1.2072141608486748</c:v>
                </c:pt>
                <c:pt idx="363">
                  <c:v>1.2071431447556293</c:v>
                </c:pt>
                <c:pt idx="364">
                  <c:v>1.2103919478431961</c:v>
                </c:pt>
                <c:pt idx="365">
                  <c:v>1.2109335720821532</c:v>
                </c:pt>
                <c:pt idx="366">
                  <c:v>1.208462226721007</c:v>
                </c:pt>
                <c:pt idx="367">
                  <c:v>1.2092814115127761</c:v>
                </c:pt>
                <c:pt idx="368">
                  <c:v>1.2106094620744172</c:v>
                </c:pt>
                <c:pt idx="369">
                  <c:v>1.2091278818879658</c:v>
                </c:pt>
                <c:pt idx="370">
                  <c:v>1.2085727671888975</c:v>
                </c:pt>
                <c:pt idx="371">
                  <c:v>1.2095358152770022</c:v>
                </c:pt>
                <c:pt idx="372">
                  <c:v>1.2092917592658652</c:v>
                </c:pt>
                <c:pt idx="373">
                  <c:v>1.2060900694101675</c:v>
                </c:pt>
                <c:pt idx="374">
                  <c:v>1.2000725338917511</c:v>
                </c:pt>
                <c:pt idx="375">
                  <c:v>1.2085013690321367</c:v>
                </c:pt>
                <c:pt idx="376">
                  <c:v>1.208202679656982</c:v>
                </c:pt>
                <c:pt idx="377">
                  <c:v>1.2062091911688786</c:v>
                </c:pt>
                <c:pt idx="378">
                  <c:v>1.2045981161356092</c:v>
                </c:pt>
                <c:pt idx="379">
                  <c:v>1.203420352898928</c:v>
                </c:pt>
                <c:pt idx="380">
                  <c:v>1.1993591446120853</c:v>
                </c:pt>
                <c:pt idx="381">
                  <c:v>1.2021657778198949</c:v>
                </c:pt>
                <c:pt idx="382">
                  <c:v>1.1958453206406361</c:v>
                </c:pt>
                <c:pt idx="383">
                  <c:v>1.1999231259030303</c:v>
                </c:pt>
                <c:pt idx="384">
                  <c:v>1.2043699524607439</c:v>
                </c:pt>
                <c:pt idx="385">
                  <c:v>1.2054928741203308</c:v>
                </c:pt>
                <c:pt idx="386">
                  <c:v>1.2014616065826744</c:v>
                </c:pt>
                <c:pt idx="387">
                  <c:v>1.2023938471436599</c:v>
                </c:pt>
                <c:pt idx="388">
                  <c:v>1.2023611431303023</c:v>
                </c:pt>
                <c:pt idx="389">
                  <c:v>1.200682804280272</c:v>
                </c:pt>
                <c:pt idx="390">
                  <c:v>1.1998243607309336</c:v>
                </c:pt>
                <c:pt idx="391">
                  <c:v>1.1983247186061134</c:v>
                </c:pt>
                <c:pt idx="392">
                  <c:v>1.2007479915720052</c:v>
                </c:pt>
                <c:pt idx="393">
                  <c:v>1.2045553046150204</c:v>
                </c:pt>
                <c:pt idx="394">
                  <c:v>1.2031015064595232</c:v>
                </c:pt>
                <c:pt idx="395">
                  <c:v>1.2040993395269215</c:v>
                </c:pt>
                <c:pt idx="396">
                  <c:v>1.2032058354799722</c:v>
                </c:pt>
                <c:pt idx="397">
                  <c:v>1.2033499372749226</c:v>
                </c:pt>
                <c:pt idx="398">
                  <c:v>1.2042782038782187</c:v>
                </c:pt>
                <c:pt idx="399">
                  <c:v>1.1985896273752621</c:v>
                </c:pt>
                <c:pt idx="400">
                  <c:v>1.207801370647055</c:v>
                </c:pt>
                <c:pt idx="401">
                  <c:v>1.2070517808576835</c:v>
                </c:pt>
                <c:pt idx="402">
                  <c:v>1.2078482386825458</c:v>
                </c:pt>
                <c:pt idx="403">
                  <c:v>1.2088403288547265</c:v>
                </c:pt>
                <c:pt idx="404">
                  <c:v>1.21172444746691</c:v>
                </c:pt>
                <c:pt idx="405">
                  <c:v>1.2150593290435592</c:v>
                </c:pt>
                <c:pt idx="406">
                  <c:v>1.21320307364854</c:v>
                </c:pt>
                <c:pt idx="407">
                  <c:v>1.2048081000424333</c:v>
                </c:pt>
                <c:pt idx="408">
                  <c:v>1.2036042822153141</c:v>
                </c:pt>
                <c:pt idx="409">
                  <c:v>1.2010079919726828</c:v>
                </c:pt>
                <c:pt idx="410">
                  <c:v>1.1977260834427712</c:v>
                </c:pt>
                <c:pt idx="411">
                  <c:v>1.2015688968881226</c:v>
                </c:pt>
                <c:pt idx="412">
                  <c:v>1.200411900394156</c:v>
                </c:pt>
                <c:pt idx="413">
                  <c:v>1.2025599853078797</c:v>
                </c:pt>
                <c:pt idx="414">
                  <c:v>1.2046289200226397</c:v>
                </c:pt>
                <c:pt idx="415">
                  <c:v>1.1976873620715043</c:v>
                </c:pt>
                <c:pt idx="416">
                  <c:v>1.1931680490523962</c:v>
                </c:pt>
                <c:pt idx="417">
                  <c:v>1.1972741690454325</c:v>
                </c:pt>
                <c:pt idx="418">
                  <c:v>1.1958588341061085</c:v>
                </c:pt>
                <c:pt idx="419">
                  <c:v>1.1921017773659939</c:v>
                </c:pt>
                <c:pt idx="420">
                  <c:v>1.1971966319517984</c:v>
                </c:pt>
                <c:pt idx="421">
                  <c:v>1.2007520941704308</c:v>
                </c:pt>
                <c:pt idx="422">
                  <c:v>1.2037044548368259</c:v>
                </c:pt>
                <c:pt idx="423">
                  <c:v>1.2093939455844729</c:v>
                </c:pt>
                <c:pt idx="424">
                  <c:v>1.2083273093067812</c:v>
                </c:pt>
                <c:pt idx="425">
                  <c:v>1.2018249704338595</c:v>
                </c:pt>
                <c:pt idx="426">
                  <c:v>1.1894688738002919</c:v>
                </c:pt>
                <c:pt idx="427">
                  <c:v>1.196970295892692</c:v>
                </c:pt>
                <c:pt idx="428">
                  <c:v>1.2021222866219345</c:v>
                </c:pt>
                <c:pt idx="429">
                  <c:v>1.1928404591198161</c:v>
                </c:pt>
                <c:pt idx="430">
                  <c:v>1.1977688045435557</c:v>
                </c:pt>
                <c:pt idx="431">
                  <c:v>1.2020890237821522</c:v>
                </c:pt>
                <c:pt idx="432">
                  <c:v>1.2096226013993372</c:v>
                </c:pt>
                <c:pt idx="433">
                  <c:v>1.2097177317699137</c:v>
                </c:pt>
                <c:pt idx="434">
                  <c:v>1.2099029051230308</c:v>
                </c:pt>
                <c:pt idx="435">
                  <c:v>1.2104207913240299</c:v>
                </c:pt>
                <c:pt idx="436">
                  <c:v>1.1776704469168873</c:v>
                </c:pt>
                <c:pt idx="437">
                  <c:v>1.152360945953975</c:v>
                </c:pt>
                <c:pt idx="438">
                  <c:v>1.1918343939189098</c:v>
                </c:pt>
                <c:pt idx="439">
                  <c:v>1.1751597920917358</c:v>
                </c:pt>
                <c:pt idx="440">
                  <c:v>1.1677865098595175</c:v>
                </c:pt>
                <c:pt idx="441">
                  <c:v>1.1891397957994312</c:v>
                </c:pt>
                <c:pt idx="442">
                  <c:v>1.1858979420780971</c:v>
                </c:pt>
                <c:pt idx="443">
                  <c:v>1.1950971673758888</c:v>
                </c:pt>
                <c:pt idx="444">
                  <c:v>1.1994119495959252</c:v>
                </c:pt>
                <c:pt idx="445">
                  <c:v>1.2089884280495375</c:v>
                </c:pt>
                <c:pt idx="446">
                  <c:v>1.2080987437661179</c:v>
                </c:pt>
                <c:pt idx="447">
                  <c:v>1.2010055106697861</c:v>
                </c:pt>
                <c:pt idx="448">
                  <c:v>1.194889005551889</c:v>
                </c:pt>
                <c:pt idx="449">
                  <c:v>1.1797613138943788</c:v>
                </c:pt>
                <c:pt idx="450">
                  <c:v>1.1810624633265425</c:v>
                </c:pt>
                <c:pt idx="451">
                  <c:v>1.180585510360338</c:v>
                </c:pt>
                <c:pt idx="452">
                  <c:v>1.191233435650928</c:v>
                </c:pt>
                <c:pt idx="453">
                  <c:v>1.189663214935329</c:v>
                </c:pt>
                <c:pt idx="454">
                  <c:v>1.1995136154182426</c:v>
                </c:pt>
                <c:pt idx="455">
                  <c:v>1.1898564436592445</c:v>
                </c:pt>
                <c:pt idx="456">
                  <c:v>1.1931432941192455</c:v>
                </c:pt>
                <c:pt idx="457">
                  <c:v>1.1871376596252883</c:v>
                </c:pt>
                <c:pt idx="458">
                  <c:v>1.193478794401488</c:v>
                </c:pt>
                <c:pt idx="459">
                  <c:v>1.2017616981200154</c:v>
                </c:pt>
                <c:pt idx="460">
                  <c:v>1.1990502756559418</c:v>
                </c:pt>
                <c:pt idx="461">
                  <c:v>1.19296184996425</c:v>
                </c:pt>
                <c:pt idx="462">
                  <c:v>1.1859873764377988</c:v>
                </c:pt>
                <c:pt idx="463">
                  <c:v>1.1977602341730011</c:v>
                </c:pt>
                <c:pt idx="464">
                  <c:v>1.20754259877633</c:v>
                </c:pt>
                <c:pt idx="465">
                  <c:v>1.2070166490507337</c:v>
                </c:pt>
                <c:pt idx="466">
                  <c:v>1.2017964520857529</c:v>
                </c:pt>
                <c:pt idx="467">
                  <c:v>1.1979651053567717</c:v>
                </c:pt>
                <c:pt idx="468">
                  <c:v>1.1918901792982148</c:v>
                </c:pt>
                <c:pt idx="469">
                  <c:v>1.194470483290285</c:v>
                </c:pt>
                <c:pt idx="470">
                  <c:v>1.1961046134808628</c:v>
                </c:pt>
                <c:pt idx="471">
                  <c:v>1.1994984667885036</c:v>
                </c:pt>
                <c:pt idx="472">
                  <c:v>1.2016726184505613</c:v>
                </c:pt>
                <c:pt idx="473">
                  <c:v>1.1940587764396478</c:v>
                </c:pt>
                <c:pt idx="474">
                  <c:v>1.1995934608377563</c:v>
                </c:pt>
                <c:pt idx="475">
                  <c:v>1.1999352393767193</c:v>
                </c:pt>
                <c:pt idx="476">
                  <c:v>1.1974084559962868</c:v>
                </c:pt>
                <c:pt idx="477">
                  <c:v>1.1985929037463434</c:v>
                </c:pt>
                <c:pt idx="478">
                  <c:v>1.1992584168770393</c:v>
                </c:pt>
                <c:pt idx="479">
                  <c:v>1.1953772564799496</c:v>
                </c:pt>
                <c:pt idx="480">
                  <c:v>1.1946098934476483</c:v>
                </c:pt>
                <c:pt idx="481">
                  <c:v>1.1964046307603933</c:v>
                </c:pt>
                <c:pt idx="482">
                  <c:v>1.1985787250182514</c:v>
                </c:pt>
                <c:pt idx="483">
                  <c:v>1.2064186203261773</c:v>
                </c:pt>
                <c:pt idx="484">
                  <c:v>1.2038736566453403</c:v>
                </c:pt>
                <c:pt idx="485">
                  <c:v>1.2029288570501528</c:v>
                </c:pt>
                <c:pt idx="486">
                  <c:v>1.198298187309653</c:v>
                </c:pt>
                <c:pt idx="487">
                  <c:v>1.1984670983478782</c:v>
                </c:pt>
                <c:pt idx="488">
                  <c:v>1.2030331234610752</c:v>
                </c:pt>
                <c:pt idx="489">
                  <c:v>1.20480297625351</c:v>
                </c:pt>
                <c:pt idx="490">
                  <c:v>1.201578367379823</c:v>
                </c:pt>
                <c:pt idx="491">
                  <c:v>1.2047766234670019</c:v>
                </c:pt>
                <c:pt idx="492">
                  <c:v>1.2036528395431918</c:v>
                </c:pt>
                <c:pt idx="493">
                  <c:v>1.203132666492837</c:v>
                </c:pt>
                <c:pt idx="494">
                  <c:v>1.204828381452115</c:v>
                </c:pt>
                <c:pt idx="495">
                  <c:v>1.2016230193292836</c:v>
                </c:pt>
                <c:pt idx="496">
                  <c:v>1.2013416602710598</c:v>
                </c:pt>
                <c:pt idx="497">
                  <c:v>1.2008674281255916</c:v>
                </c:pt>
                <c:pt idx="498">
                  <c:v>1.2052416229641687</c:v>
                </c:pt>
                <c:pt idx="499">
                  <c:v>1.2089270916804935</c:v>
                </c:pt>
                <c:pt idx="500">
                  <c:v>1.2061750902350628</c:v>
                </c:pt>
                <c:pt idx="501">
                  <c:v>1.2073671179603269</c:v>
                </c:pt>
                <c:pt idx="502">
                  <c:v>1.2080954210931076</c:v>
                </c:pt>
                <c:pt idx="503">
                  <c:v>1.2138048799115968</c:v>
                </c:pt>
                <c:pt idx="504">
                  <c:v>1.214583686509304</c:v>
                </c:pt>
                <c:pt idx="505">
                  <c:v>1.211964277480613</c:v>
                </c:pt>
                <c:pt idx="506">
                  <c:v>1.2200314421664005</c:v>
                </c:pt>
                <c:pt idx="507">
                  <c:v>1.228858465186317</c:v>
                </c:pt>
                <c:pt idx="508">
                  <c:v>1.2468208785780639</c:v>
                </c:pt>
                <c:pt idx="509">
                  <c:v>1.2649379904999205</c:v>
                </c:pt>
                <c:pt idx="510">
                  <c:v>1.2937524717658642</c:v>
                </c:pt>
                <c:pt idx="511">
                  <c:v>1.3188593694659003</c:v>
                </c:pt>
                <c:pt idx="512">
                  <c:v>1.3388643653683134</c:v>
                </c:pt>
                <c:pt idx="513">
                  <c:v>1.3574291860745711</c:v>
                </c:pt>
                <c:pt idx="514">
                  <c:v>1.3740926434060317</c:v>
                </c:pt>
                <c:pt idx="515">
                  <c:v>1.3734446447079558</c:v>
                </c:pt>
                <c:pt idx="516">
                  <c:v>1.3621695344555489</c:v>
                </c:pt>
                <c:pt idx="517">
                  <c:v>1.34563008009621</c:v>
                </c:pt>
                <c:pt idx="518">
                  <c:v>1.328595014549359</c:v>
                </c:pt>
                <c:pt idx="519">
                  <c:v>1.3074238017717765</c:v>
                </c:pt>
                <c:pt idx="520">
                  <c:v>1.2866979261879741</c:v>
                </c:pt>
                <c:pt idx="521">
                  <c:v>1.2741023012312589</c:v>
                </c:pt>
                <c:pt idx="522">
                  <c:v>1.2696290340243952</c:v>
                </c:pt>
                <c:pt idx="523">
                  <c:v>1.2655400856404204</c:v>
                </c:pt>
                <c:pt idx="524">
                  <c:v>1.2696794897313572</c:v>
                </c:pt>
                <c:pt idx="525">
                  <c:v>1.2721478449780017</c:v>
                </c:pt>
                <c:pt idx="526">
                  <c:v>1.2753098182621685</c:v>
                </c:pt>
                <c:pt idx="527">
                  <c:v>1.272974668132002</c:v>
                </c:pt>
                <c:pt idx="528">
                  <c:v>1.2792440215228977</c:v>
                </c:pt>
                <c:pt idx="529">
                  <c:v>1.291294115406203</c:v>
                </c:pt>
                <c:pt idx="530">
                  <c:v>1.2973338158891241</c:v>
                </c:pt>
                <c:pt idx="531">
                  <c:v>1.2944290972866916</c:v>
                </c:pt>
                <c:pt idx="532">
                  <c:v>1.3052505115367214</c:v>
                </c:pt>
                <c:pt idx="533">
                  <c:v>1.3225158030871196</c:v>
                </c:pt>
                <c:pt idx="534">
                  <c:v>1.324653803680977</c:v>
                </c:pt>
                <c:pt idx="535">
                  <c:v>1.3203247515486254</c:v>
                </c:pt>
                <c:pt idx="536">
                  <c:v>1.3290177727094385</c:v>
                </c:pt>
                <c:pt idx="537">
                  <c:v>1.3497621271309743</c:v>
                </c:pt>
                <c:pt idx="538">
                  <c:v>1.367401850440805</c:v>
                </c:pt>
                <c:pt idx="539">
                  <c:v>1.3947977943629468</c:v>
                </c:pt>
                <c:pt idx="540">
                  <c:v>1.4216023036541021</c:v>
                </c:pt>
                <c:pt idx="541">
                  <c:v>1.4533592719185102</c:v>
                </c:pt>
                <c:pt idx="542">
                  <c:v>1.4774009759808284</c:v>
                </c:pt>
                <c:pt idx="543">
                  <c:v>1.515331683861771</c:v>
                </c:pt>
                <c:pt idx="544">
                  <c:v>1.5657869062552814</c:v>
                </c:pt>
                <c:pt idx="545">
                  <c:v>1.5892698095190605</c:v>
                </c:pt>
                <c:pt idx="546">
                  <c:v>1.6315193842728259</c:v>
                </c:pt>
                <c:pt idx="547">
                  <c:v>1.6782377626110292</c:v>
                </c:pt>
                <c:pt idx="548">
                  <c:v>1.7067862343449867</c:v>
                </c:pt>
                <c:pt idx="549">
                  <c:v>1.7634718536083929</c:v>
                </c:pt>
                <c:pt idx="550">
                  <c:v>1.7892023352032467</c:v>
                </c:pt>
                <c:pt idx="551">
                  <c:v>1.8045259975907253</c:v>
                </c:pt>
                <c:pt idx="552">
                  <c:v>1.8211837891968483</c:v>
                </c:pt>
                <c:pt idx="553">
                  <c:v>1.81608027527672</c:v>
                </c:pt>
                <c:pt idx="554">
                  <c:v>1.7977323456184902</c:v>
                </c:pt>
                <c:pt idx="555">
                  <c:v>1.7645271322267724</c:v>
                </c:pt>
                <c:pt idx="556">
                  <c:v>1.7299281131278359</c:v>
                </c:pt>
                <c:pt idx="557">
                  <c:v>1.6818967774919813</c:v>
                </c:pt>
                <c:pt idx="558">
                  <c:v>1.6348032312227985</c:v>
                </c:pt>
                <c:pt idx="559">
                  <c:v>1.5827906425774929</c:v>
                </c:pt>
                <c:pt idx="560">
                  <c:v>1.5147354408191511</c:v>
                </c:pt>
                <c:pt idx="561">
                  <c:v>1.4570524675240257</c:v>
                </c:pt>
                <c:pt idx="562">
                  <c:v>1.4226414983219384</c:v>
                </c:pt>
                <c:pt idx="563">
                  <c:v>1.3904615202945156</c:v>
                </c:pt>
                <c:pt idx="564">
                  <c:v>1.3457602333622807</c:v>
                </c:pt>
                <c:pt idx="565">
                  <c:v>1.3067478192362261</c:v>
                </c:pt>
                <c:pt idx="566">
                  <c:v>1.2640125250177183</c:v>
                </c:pt>
                <c:pt idx="567">
                  <c:v>1.2552376164204051</c:v>
                </c:pt>
                <c:pt idx="568">
                  <c:v>1.2580231870554874</c:v>
                </c:pt>
                <c:pt idx="569">
                  <c:v>1.2595461675729218</c:v>
                </c:pt>
                <c:pt idx="570">
                  <c:v>1.2223396474860244</c:v>
                </c:pt>
                <c:pt idx="571">
                  <c:v>1.2095436691324872</c:v>
                </c:pt>
                <c:pt idx="572">
                  <c:v>1.216554647216157</c:v>
                </c:pt>
                <c:pt idx="573">
                  <c:v>1.2350855516139003</c:v>
                </c:pt>
                <c:pt idx="574">
                  <c:v>1.2573595563602873</c:v>
                </c:pt>
                <c:pt idx="575">
                  <c:v>1.2766023025358668</c:v>
                </c:pt>
                <c:pt idx="576">
                  <c:v>1.2525967733843308</c:v>
                </c:pt>
                <c:pt idx="577">
                  <c:v>1.2287551495665756</c:v>
                </c:pt>
                <c:pt idx="578">
                  <c:v>1.2132060090161072</c:v>
                </c:pt>
                <c:pt idx="579">
                  <c:v>1.1758388241480371</c:v>
                </c:pt>
                <c:pt idx="580">
                  <c:v>1.1289055792335658</c:v>
                </c:pt>
                <c:pt idx="581">
                  <c:v>1.1171252549483215</c:v>
                </c:pt>
                <c:pt idx="582">
                  <c:v>1.1812918145439617</c:v>
                </c:pt>
                <c:pt idx="583">
                  <c:v>1.1012970634471033</c:v>
                </c:pt>
                <c:pt idx="584">
                  <c:v>1.1995196890519242</c:v>
                </c:pt>
                <c:pt idx="585">
                  <c:v>1.1058327002258015</c:v>
                </c:pt>
                <c:pt idx="586">
                  <c:v>1.1312822997596614</c:v>
                </c:pt>
                <c:pt idx="587">
                  <c:v>1.0764050439716197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B-1251-45ED-B486-8EADCA04E34F}"/>
            </c:ext>
          </c:extLst>
        </c:ser>
        <c:ser>
          <c:idx val="28"/>
          <c:order val="28"/>
          <c:tx>
            <c:strRef>
              <c:f>'Fully separated 3%'!$AA$1</c:f>
              <c:strCache>
                <c:ptCount val="1"/>
                <c:pt idx="0">
                  <c:v>3F_5/O-PTIR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3%'!$A$2:$A$589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3%'!$AA$2:$AA$589</c:f>
              <c:numCache>
                <c:formatCode>General</c:formatCode>
                <c:ptCount val="588"/>
                <c:pt idx="0">
                  <c:v>1.0109825514469419</c:v>
                </c:pt>
                <c:pt idx="1">
                  <c:v>0.99883140783896573</c:v>
                </c:pt>
                <c:pt idx="2">
                  <c:v>1.0381991774409058</c:v>
                </c:pt>
                <c:pt idx="3">
                  <c:v>1.0488617623240293</c:v>
                </c:pt>
                <c:pt idx="4">
                  <c:v>1.0384209664787156</c:v>
                </c:pt>
                <c:pt idx="5">
                  <c:v>1.024931385784257</c:v>
                </c:pt>
                <c:pt idx="6">
                  <c:v>1.0345038140509888</c:v>
                </c:pt>
                <c:pt idx="7">
                  <c:v>1.032226342537313</c:v>
                </c:pt>
                <c:pt idx="8">
                  <c:v>1.025395194331127</c:v>
                </c:pt>
                <c:pt idx="9">
                  <c:v>1.0339962364853625</c:v>
                </c:pt>
                <c:pt idx="10">
                  <c:v>1.0339705066421361</c:v>
                </c:pt>
                <c:pt idx="11">
                  <c:v>1.0312631672814085</c:v>
                </c:pt>
                <c:pt idx="12">
                  <c:v>1.035964631264622</c:v>
                </c:pt>
                <c:pt idx="13">
                  <c:v>1.0386335481730811</c:v>
                </c:pt>
                <c:pt idx="14">
                  <c:v>1.0445497377571724</c:v>
                </c:pt>
                <c:pt idx="15">
                  <c:v>1.0533374318149402</c:v>
                </c:pt>
                <c:pt idx="16">
                  <c:v>1.0449992980050862</c:v>
                </c:pt>
                <c:pt idx="17">
                  <c:v>1.0361361635527986</c:v>
                </c:pt>
                <c:pt idx="18">
                  <c:v>1.0363154661625968</c:v>
                </c:pt>
                <c:pt idx="19">
                  <c:v>1.0333383405849401</c:v>
                </c:pt>
                <c:pt idx="20">
                  <c:v>1.0335804885156339</c:v>
                </c:pt>
                <c:pt idx="21">
                  <c:v>1.0390165697589435</c:v>
                </c:pt>
                <c:pt idx="22">
                  <c:v>1.0380472757811599</c:v>
                </c:pt>
                <c:pt idx="23">
                  <c:v>1.0390417826644556</c:v>
                </c:pt>
                <c:pt idx="24">
                  <c:v>1.0414322424573392</c:v>
                </c:pt>
                <c:pt idx="25">
                  <c:v>1.0398384974739108</c:v>
                </c:pt>
                <c:pt idx="26">
                  <c:v>1.0382877623585698</c:v>
                </c:pt>
                <c:pt idx="27">
                  <c:v>1.0378046531780993</c:v>
                </c:pt>
                <c:pt idx="28">
                  <c:v>1.0392013213474183</c:v>
                </c:pt>
                <c:pt idx="29">
                  <c:v>1.0413705220449292</c:v>
                </c:pt>
                <c:pt idx="30">
                  <c:v>1.0413507353598299</c:v>
                </c:pt>
                <c:pt idx="31">
                  <c:v>1.0438593690649698</c:v>
                </c:pt>
                <c:pt idx="32">
                  <c:v>1.0474380898486908</c:v>
                </c:pt>
                <c:pt idx="33">
                  <c:v>1.0482703108014209</c:v>
                </c:pt>
                <c:pt idx="34">
                  <c:v>1.0466150014622511</c:v>
                </c:pt>
                <c:pt idx="35">
                  <c:v>1.0588888746992917</c:v>
                </c:pt>
                <c:pt idx="36">
                  <c:v>1.0640312605435789</c:v>
                </c:pt>
                <c:pt idx="37">
                  <c:v>1.0676515216617579</c:v>
                </c:pt>
                <c:pt idx="38">
                  <c:v>1.0704864210931189</c:v>
                </c:pt>
                <c:pt idx="39">
                  <c:v>1.0785910551126612</c:v>
                </c:pt>
                <c:pt idx="40">
                  <c:v>1.0881485897210883</c:v>
                </c:pt>
                <c:pt idx="41">
                  <c:v>1.1003678918918474</c:v>
                </c:pt>
                <c:pt idx="42">
                  <c:v>1.1231987289080314</c:v>
                </c:pt>
                <c:pt idx="43">
                  <c:v>1.1562217504918131</c:v>
                </c:pt>
                <c:pt idx="44">
                  <c:v>1.1650871737752388</c:v>
                </c:pt>
                <c:pt idx="45">
                  <c:v>1.1600348911499536</c:v>
                </c:pt>
                <c:pt idx="46">
                  <c:v>1.1765607071364614</c:v>
                </c:pt>
                <c:pt idx="47">
                  <c:v>1.2350504734083085</c:v>
                </c:pt>
                <c:pt idx="48">
                  <c:v>1.2538500220508078</c:v>
                </c:pt>
                <c:pt idx="49">
                  <c:v>1.1811598532151786</c:v>
                </c:pt>
                <c:pt idx="50">
                  <c:v>1.1005195009453395</c:v>
                </c:pt>
                <c:pt idx="51">
                  <c:v>1.0782876614419243</c:v>
                </c:pt>
                <c:pt idx="52">
                  <c:v>1.0709884098793028</c:v>
                </c:pt>
                <c:pt idx="53">
                  <c:v>1.0683517609382465</c:v>
                </c:pt>
                <c:pt idx="54">
                  <c:v>1.0675578356417408</c:v>
                </c:pt>
                <c:pt idx="55">
                  <c:v>1.0651760337427809</c:v>
                </c:pt>
                <c:pt idx="56">
                  <c:v>1.063228901684611</c:v>
                </c:pt>
                <c:pt idx="57">
                  <c:v>1.0630519659342856</c:v>
                </c:pt>
                <c:pt idx="58">
                  <c:v>1.0640902954808173</c:v>
                </c:pt>
                <c:pt idx="59">
                  <c:v>1.0628089336824702</c:v>
                </c:pt>
                <c:pt idx="60">
                  <c:v>1.0623288773605783</c:v>
                </c:pt>
                <c:pt idx="61">
                  <c:v>1.060627573569535</c:v>
                </c:pt>
                <c:pt idx="62">
                  <c:v>1.0593437603810198</c:v>
                </c:pt>
                <c:pt idx="63">
                  <c:v>1.0617015035435788</c:v>
                </c:pt>
                <c:pt idx="64">
                  <c:v>1.0748797414307465</c:v>
                </c:pt>
                <c:pt idx="65">
                  <c:v>1.0918825836388319</c:v>
                </c:pt>
                <c:pt idx="66">
                  <c:v>1.109269084664176</c:v>
                </c:pt>
                <c:pt idx="67">
                  <c:v>1.1228562625489074</c:v>
                </c:pt>
                <c:pt idx="68">
                  <c:v>1.1292429727422064</c:v>
                </c:pt>
                <c:pt idx="69">
                  <c:v>1.1164246990681232</c:v>
                </c:pt>
                <c:pt idx="70">
                  <c:v>1.0858520012655155</c:v>
                </c:pt>
                <c:pt idx="71">
                  <c:v>1.0605089639990792</c:v>
                </c:pt>
                <c:pt idx="72">
                  <c:v>1.0486886207014581</c:v>
                </c:pt>
                <c:pt idx="73">
                  <c:v>1.0425816453377084</c:v>
                </c:pt>
                <c:pt idx="74">
                  <c:v>1.0398945770879888</c:v>
                </c:pt>
                <c:pt idx="75">
                  <c:v>1.0382007445099526</c:v>
                </c:pt>
                <c:pt idx="76">
                  <c:v>1.0378359327866009</c:v>
                </c:pt>
                <c:pt idx="77">
                  <c:v>1.0371933954633079</c:v>
                </c:pt>
                <c:pt idx="78">
                  <c:v>1.0378994380971573</c:v>
                </c:pt>
                <c:pt idx="79">
                  <c:v>1.0385816138142612</c:v>
                </c:pt>
                <c:pt idx="80">
                  <c:v>1.0405160402586671</c:v>
                </c:pt>
                <c:pt idx="81">
                  <c:v>1.0430633370034395</c:v>
                </c:pt>
                <c:pt idx="82">
                  <c:v>1.0443688193106186</c:v>
                </c:pt>
                <c:pt idx="83">
                  <c:v>1.044026463491635</c:v>
                </c:pt>
                <c:pt idx="84">
                  <c:v>1.0458634683095205</c:v>
                </c:pt>
                <c:pt idx="85">
                  <c:v>1.0491829497061609</c:v>
                </c:pt>
                <c:pt idx="86">
                  <c:v>1.0502365045314177</c:v>
                </c:pt>
                <c:pt idx="87">
                  <c:v>1.0500966192351497</c:v>
                </c:pt>
                <c:pt idx="88">
                  <c:v>1.0515923931425373</c:v>
                </c:pt>
                <c:pt idx="89">
                  <c:v>1.0532400166907809</c:v>
                </c:pt>
                <c:pt idx="90">
                  <c:v>1.0523774069530321</c:v>
                </c:pt>
                <c:pt idx="91">
                  <c:v>1.0507569502698377</c:v>
                </c:pt>
                <c:pt idx="92">
                  <c:v>1.0553502767352905</c:v>
                </c:pt>
                <c:pt idx="93">
                  <c:v>1.0583159516548923</c:v>
                </c:pt>
                <c:pt idx="94">
                  <c:v>1.0603086327531945</c:v>
                </c:pt>
                <c:pt idx="95">
                  <c:v>1.0633762061749958</c:v>
                </c:pt>
                <c:pt idx="96">
                  <c:v>1.0648361878352164</c:v>
                </c:pt>
                <c:pt idx="97">
                  <c:v>1.0619871717777136</c:v>
                </c:pt>
                <c:pt idx="98">
                  <c:v>1.058622726553448</c:v>
                </c:pt>
                <c:pt idx="99">
                  <c:v>1.058181333271188</c:v>
                </c:pt>
                <c:pt idx="100">
                  <c:v>1.0605317287656035</c:v>
                </c:pt>
                <c:pt idx="101">
                  <c:v>1.0605311695625412</c:v>
                </c:pt>
                <c:pt idx="102">
                  <c:v>1.0600116569129518</c:v>
                </c:pt>
                <c:pt idx="103">
                  <c:v>1.0608452856268791</c:v>
                </c:pt>
                <c:pt idx="104">
                  <c:v>1.0646422679174645</c:v>
                </c:pt>
                <c:pt idx="105">
                  <c:v>1.0681732906306804</c:v>
                </c:pt>
                <c:pt idx="106">
                  <c:v>1.0676430490851285</c:v>
                </c:pt>
                <c:pt idx="107">
                  <c:v>1.0654370840374527</c:v>
                </c:pt>
                <c:pt idx="108">
                  <c:v>1.0581690308038176</c:v>
                </c:pt>
                <c:pt idx="109">
                  <c:v>1.0587334487597813</c:v>
                </c:pt>
                <c:pt idx="110">
                  <c:v>1.0560208847518382</c:v>
                </c:pt>
                <c:pt idx="111">
                  <c:v>1.0514816709362038</c:v>
                </c:pt>
                <c:pt idx="112">
                  <c:v>1.049532997818432</c:v>
                </c:pt>
                <c:pt idx="113">
                  <c:v>1.0506686384513437</c:v>
                </c:pt>
                <c:pt idx="114">
                  <c:v>1.0547012630602528</c:v>
                </c:pt>
                <c:pt idx="115">
                  <c:v>1.0594059034469068</c:v>
                </c:pt>
                <c:pt idx="116">
                  <c:v>1.0591814939575381</c:v>
                </c:pt>
                <c:pt idx="117">
                  <c:v>1.0584836930664963</c:v>
                </c:pt>
                <c:pt idx="118">
                  <c:v>1.0587105344389496</c:v>
                </c:pt>
                <c:pt idx="119">
                  <c:v>1.0577416045933927</c:v>
                </c:pt>
                <c:pt idx="120">
                  <c:v>1.0560432853861357</c:v>
                </c:pt>
                <c:pt idx="121">
                  <c:v>1.0548889081994566</c:v>
                </c:pt>
                <c:pt idx="122">
                  <c:v>1.0565877540979702</c:v>
                </c:pt>
                <c:pt idx="123">
                  <c:v>1.0574764578111722</c:v>
                </c:pt>
                <c:pt idx="124">
                  <c:v>1.056675119822911</c:v>
                </c:pt>
                <c:pt idx="125">
                  <c:v>1.0550611167331974</c:v>
                </c:pt>
                <c:pt idx="126">
                  <c:v>1.0540877165143225</c:v>
                </c:pt>
                <c:pt idx="127">
                  <c:v>1.0551362385120187</c:v>
                </c:pt>
                <c:pt idx="128">
                  <c:v>1.0551295085681873</c:v>
                </c:pt>
                <c:pt idx="129">
                  <c:v>1.0563594692013323</c:v>
                </c:pt>
                <c:pt idx="130">
                  <c:v>1.0566220865650506</c:v>
                </c:pt>
                <c:pt idx="131">
                  <c:v>1.0560791849222624</c:v>
                </c:pt>
                <c:pt idx="132">
                  <c:v>1.0571455006313537</c:v>
                </c:pt>
                <c:pt idx="133">
                  <c:v>1.0522565313097014</c:v>
                </c:pt>
                <c:pt idx="134">
                  <c:v>1.0456263467040261</c:v>
                </c:pt>
                <c:pt idx="135">
                  <c:v>1.0437241589663973</c:v>
                </c:pt>
                <c:pt idx="136">
                  <c:v>1.0398767931301358</c:v>
                </c:pt>
                <c:pt idx="137">
                  <c:v>1.0348024609980573</c:v>
                </c:pt>
                <c:pt idx="138">
                  <c:v>1.0346883705686278</c:v>
                </c:pt>
                <c:pt idx="139">
                  <c:v>1.0330583359074015</c:v>
                </c:pt>
                <c:pt idx="140">
                  <c:v>1.0315698901610744</c:v>
                </c:pt>
                <c:pt idx="141">
                  <c:v>1.0302053501583923</c:v>
                </c:pt>
                <c:pt idx="142">
                  <c:v>1.030426794571059</c:v>
                </c:pt>
                <c:pt idx="143">
                  <c:v>1.0313932925335312</c:v>
                </c:pt>
                <c:pt idx="144">
                  <c:v>1.0298029385314631</c:v>
                </c:pt>
                <c:pt idx="145">
                  <c:v>1.02847245139433</c:v>
                </c:pt>
                <c:pt idx="146">
                  <c:v>1.0276690651622944</c:v>
                </c:pt>
                <c:pt idx="147">
                  <c:v>1.0249140846267224</c:v>
                </c:pt>
                <c:pt idx="148">
                  <c:v>1.0251230916480241</c:v>
                </c:pt>
                <c:pt idx="149">
                  <c:v>1.0255337125059549</c:v>
                </c:pt>
                <c:pt idx="150">
                  <c:v>1.0219017373840928</c:v>
                </c:pt>
                <c:pt idx="151">
                  <c:v>1.0215018844362915</c:v>
                </c:pt>
                <c:pt idx="152">
                  <c:v>1.0220131732245668</c:v>
                </c:pt>
                <c:pt idx="153">
                  <c:v>1.0202618158826779</c:v>
                </c:pt>
                <c:pt idx="154">
                  <c:v>1.0188431030833365</c:v>
                </c:pt>
                <c:pt idx="155">
                  <c:v>1.0181724983179692</c:v>
                </c:pt>
                <c:pt idx="156">
                  <c:v>1.018168861872474</c:v>
                </c:pt>
                <c:pt idx="157">
                  <c:v>1.0178578523111941</c:v>
                </c:pt>
                <c:pt idx="158">
                  <c:v>1.0169655007733649</c:v>
                </c:pt>
                <c:pt idx="159">
                  <c:v>1.0182170281129848</c:v>
                </c:pt>
                <c:pt idx="160">
                  <c:v>1.0180033930361065</c:v>
                </c:pt>
                <c:pt idx="161">
                  <c:v>1.0169051929989235</c:v>
                </c:pt>
                <c:pt idx="162">
                  <c:v>1.0160039153447713</c:v>
                </c:pt>
                <c:pt idx="163">
                  <c:v>1.0173499382483764</c:v>
                </c:pt>
                <c:pt idx="164">
                  <c:v>1.0176274005026897</c:v>
                </c:pt>
                <c:pt idx="165">
                  <c:v>1.017579102589365</c:v>
                </c:pt>
                <c:pt idx="166">
                  <c:v>1.0193287693173447</c:v>
                </c:pt>
                <c:pt idx="167">
                  <c:v>1.0196042272188215</c:v>
                </c:pt>
                <c:pt idx="168">
                  <c:v>1.0190000717080392</c:v>
                </c:pt>
                <c:pt idx="169">
                  <c:v>1.0206112706544903</c:v>
                </c:pt>
                <c:pt idx="170">
                  <c:v>1.020108514589686</c:v>
                </c:pt>
                <c:pt idx="171">
                  <c:v>1.0202519875637401</c:v>
                </c:pt>
                <c:pt idx="172">
                  <c:v>1.0209786898246787</c:v>
                </c:pt>
                <c:pt idx="173">
                  <c:v>1.0218331504782669</c:v>
                </c:pt>
                <c:pt idx="174">
                  <c:v>1.0222415377751293</c:v>
                </c:pt>
                <c:pt idx="175">
                  <c:v>1.02194835443705</c:v>
                </c:pt>
                <c:pt idx="176">
                  <c:v>1.0219858616819808</c:v>
                </c:pt>
                <c:pt idx="177">
                  <c:v>1.0241111535599701</c:v>
                </c:pt>
                <c:pt idx="178">
                  <c:v>1.0253046473259742</c:v>
                </c:pt>
                <c:pt idx="179">
                  <c:v>1.0251797288395741</c:v>
                </c:pt>
                <c:pt idx="180">
                  <c:v>1.0262104798841394</c:v>
                </c:pt>
                <c:pt idx="181">
                  <c:v>1.029237145326108</c:v>
                </c:pt>
                <c:pt idx="182">
                  <c:v>1.0320626163337441</c:v>
                </c:pt>
                <c:pt idx="183">
                  <c:v>1.0348033160585537</c:v>
                </c:pt>
                <c:pt idx="184">
                  <c:v>1.0380529360865753</c:v>
                </c:pt>
                <c:pt idx="185">
                  <c:v>1.0412934950742794</c:v>
                </c:pt>
                <c:pt idx="186">
                  <c:v>1.0439645024918609</c:v>
                </c:pt>
                <c:pt idx="187">
                  <c:v>1.0469948336399502</c:v>
                </c:pt>
                <c:pt idx="188">
                  <c:v>1.0479064711810671</c:v>
                </c:pt>
                <c:pt idx="189">
                  <c:v>1.0479516788472365</c:v>
                </c:pt>
                <c:pt idx="190">
                  <c:v>1.0459355794951111</c:v>
                </c:pt>
                <c:pt idx="191">
                  <c:v>1.044067148765597</c:v>
                </c:pt>
                <c:pt idx="192">
                  <c:v>1.043860009547547</c:v>
                </c:pt>
                <c:pt idx="193">
                  <c:v>1.045163407847965</c:v>
                </c:pt>
                <c:pt idx="194">
                  <c:v>1.0470646429896797</c:v>
                </c:pt>
                <c:pt idx="195">
                  <c:v>1.0519158921140717</c:v>
                </c:pt>
                <c:pt idx="196">
                  <c:v>1.055443715665582</c:v>
                </c:pt>
                <c:pt idx="197">
                  <c:v>1.0537089539750391</c:v>
                </c:pt>
                <c:pt idx="198">
                  <c:v>1.0510052039176883</c:v>
                </c:pt>
                <c:pt idx="199">
                  <c:v>1.0483056738927494</c:v>
                </c:pt>
                <c:pt idx="200">
                  <c:v>1.0452465275310494</c:v>
                </c:pt>
                <c:pt idx="201">
                  <c:v>1.0430594485914482</c:v>
                </c:pt>
                <c:pt idx="202">
                  <c:v>1.0405833689576029</c:v>
                </c:pt>
                <c:pt idx="203">
                  <c:v>1.0430599167614538</c:v>
                </c:pt>
                <c:pt idx="204">
                  <c:v>1.0473340553208406</c:v>
                </c:pt>
                <c:pt idx="205">
                  <c:v>1.0511861126107003</c:v>
                </c:pt>
                <c:pt idx="206">
                  <c:v>1.0558915267783362</c:v>
                </c:pt>
                <c:pt idx="207">
                  <c:v>1.0588313353051269</c:v>
                </c:pt>
                <c:pt idx="208">
                  <c:v>1.0606820308444964</c:v>
                </c:pt>
                <c:pt idx="209">
                  <c:v>1.0632342531278698</c:v>
                </c:pt>
                <c:pt idx="210">
                  <c:v>1.0674450716939941</c:v>
                </c:pt>
                <c:pt idx="211">
                  <c:v>1.073794802959209</c:v>
                </c:pt>
                <c:pt idx="212">
                  <c:v>1.0783572432090121</c:v>
                </c:pt>
                <c:pt idx="213">
                  <c:v>1.0742911151840746</c:v>
                </c:pt>
                <c:pt idx="214">
                  <c:v>1.0802489881545707</c:v>
                </c:pt>
                <c:pt idx="215">
                  <c:v>1.1001485217323999</c:v>
                </c:pt>
                <c:pt idx="216">
                  <c:v>1.1065468776545893</c:v>
                </c:pt>
                <c:pt idx="217">
                  <c:v>1.112652796384646</c:v>
                </c:pt>
                <c:pt idx="218">
                  <c:v>1.1115829498934293</c:v>
                </c:pt>
                <c:pt idx="219">
                  <c:v>1.0908628443429409</c:v>
                </c:pt>
                <c:pt idx="220">
                  <c:v>1.0777026244986292</c:v>
                </c:pt>
                <c:pt idx="221">
                  <c:v>1.0708179894948897</c:v>
                </c:pt>
                <c:pt idx="222">
                  <c:v>1.0647088520960442</c:v>
                </c:pt>
                <c:pt idx="223">
                  <c:v>1.0588359844933775</c:v>
                </c:pt>
                <c:pt idx="224">
                  <c:v>1.0528633576653423</c:v>
                </c:pt>
                <c:pt idx="225">
                  <c:v>1.0432132944571897</c:v>
                </c:pt>
                <c:pt idx="226">
                  <c:v>1.0317909054179026</c:v>
                </c:pt>
                <c:pt idx="227">
                  <c:v>1.0281213433971852</c:v>
                </c:pt>
                <c:pt idx="228">
                  <c:v>1.0243537615327178</c:v>
                </c:pt>
                <c:pt idx="229">
                  <c:v>1.0187703985572873</c:v>
                </c:pt>
                <c:pt idx="230">
                  <c:v>1.0143212099323202</c:v>
                </c:pt>
                <c:pt idx="231">
                  <c:v>1.0135715055686743</c:v>
                </c:pt>
                <c:pt idx="232">
                  <c:v>1.0127663815806107</c:v>
                </c:pt>
                <c:pt idx="233">
                  <c:v>1.0104911355000519</c:v>
                </c:pt>
                <c:pt idx="234">
                  <c:v>1.0103025158194645</c:v>
                </c:pt>
                <c:pt idx="235">
                  <c:v>1.0101630832500945</c:v>
                </c:pt>
                <c:pt idx="236">
                  <c:v>1.0091400058045279</c:v>
                </c:pt>
                <c:pt idx="237">
                  <c:v>1.0110443994681901</c:v>
                </c:pt>
                <c:pt idx="238">
                  <c:v>1.0135351451776982</c:v>
                </c:pt>
                <c:pt idx="239">
                  <c:v>1.014317851462766</c:v>
                </c:pt>
                <c:pt idx="240">
                  <c:v>1.015273961903238</c:v>
                </c:pt>
                <c:pt idx="241">
                  <c:v>1.0166502549237699</c:v>
                </c:pt>
                <c:pt idx="242">
                  <c:v>1.019615939596914</c:v>
                </c:pt>
                <c:pt idx="243">
                  <c:v>1.022425637501895</c:v>
                </c:pt>
                <c:pt idx="244">
                  <c:v>1.0237704379615962</c:v>
                </c:pt>
                <c:pt idx="245">
                  <c:v>1.0219036344479699</c:v>
                </c:pt>
                <c:pt idx="246">
                  <c:v>1.0202745751409219</c:v>
                </c:pt>
                <c:pt idx="247">
                  <c:v>1.0237125328096142</c:v>
                </c:pt>
                <c:pt idx="248">
                  <c:v>1.0291137532689971</c:v>
                </c:pt>
                <c:pt idx="249">
                  <c:v>1.0413830000760518</c:v>
                </c:pt>
                <c:pt idx="250">
                  <c:v>1.0573266759211741</c:v>
                </c:pt>
                <c:pt idx="251">
                  <c:v>1.0964313234136089</c:v>
                </c:pt>
                <c:pt idx="252">
                  <c:v>1.1358411787355522</c:v>
                </c:pt>
                <c:pt idx="253">
                  <c:v>1.1867808453548125</c:v>
                </c:pt>
                <c:pt idx="254">
                  <c:v>1.2761107255355431</c:v>
                </c:pt>
                <c:pt idx="255">
                  <c:v>1.377510054471061</c:v>
                </c:pt>
                <c:pt idx="256">
                  <c:v>1.4773795338753783</c:v>
                </c:pt>
                <c:pt idx="257">
                  <c:v>1.6563588982940218</c:v>
                </c:pt>
                <c:pt idx="258">
                  <c:v>1.8305012862710828</c:v>
                </c:pt>
                <c:pt idx="259">
                  <c:v>2</c:v>
                </c:pt>
                <c:pt idx="260">
                  <c:v>1.7044020881214546</c:v>
                </c:pt>
                <c:pt idx="261">
                  <c:v>1.3820051367613027</c:v>
                </c:pt>
                <c:pt idx="262">
                  <c:v>1.1585394651188898</c:v>
                </c:pt>
                <c:pt idx="263">
                  <c:v>1.0960702407943994</c:v>
                </c:pt>
                <c:pt idx="264">
                  <c:v>1.0735562573366142</c:v>
                </c:pt>
                <c:pt idx="265">
                  <c:v>1.0606135414740883</c:v>
                </c:pt>
                <c:pt idx="266">
                  <c:v>1.0574152315782126</c:v>
                </c:pt>
                <c:pt idx="267">
                  <c:v>1.0602346813993875</c:v>
                </c:pt>
                <c:pt idx="268">
                  <c:v>1.0607882729239704</c:v>
                </c:pt>
                <c:pt idx="269">
                  <c:v>1.0696393650033351</c:v>
                </c:pt>
                <c:pt idx="270">
                  <c:v>1.0882381402393893</c:v>
                </c:pt>
                <c:pt idx="271">
                  <c:v>1.1006248131871634</c:v>
                </c:pt>
                <c:pt idx="272">
                  <c:v>1.0894984603969275</c:v>
                </c:pt>
                <c:pt idx="273">
                  <c:v>1.0809747491987272</c:v>
                </c:pt>
                <c:pt idx="274">
                  <c:v>1.0916090878248437</c:v>
                </c:pt>
                <c:pt idx="275">
                  <c:v>1.1183129847575293</c:v>
                </c:pt>
                <c:pt idx="276">
                  <c:v>1.17410799048637</c:v>
                </c:pt>
                <c:pt idx="277">
                  <c:v>1.2857755751130404</c:v>
                </c:pt>
                <c:pt idx="278">
                  <c:v>1.6773129392930217</c:v>
                </c:pt>
                <c:pt idx="279">
                  <c:v>1.792137875442438</c:v>
                </c:pt>
                <c:pt idx="280">
                  <c:v>1.5977042191376896</c:v>
                </c:pt>
                <c:pt idx="281">
                  <c:v>1.3207196542866226</c:v>
                </c:pt>
                <c:pt idx="282">
                  <c:v>1.1532900959259538</c:v>
                </c:pt>
                <c:pt idx="283">
                  <c:v>1.0870616485223046</c:v>
                </c:pt>
                <c:pt idx="284">
                  <c:v>1.0588313223004044</c:v>
                </c:pt>
                <c:pt idx="285">
                  <c:v>1.0389534220782526</c:v>
                </c:pt>
                <c:pt idx="286">
                  <c:v>1.0382083555237247</c:v>
                </c:pt>
                <c:pt idx="287">
                  <c:v>1.0587108595570092</c:v>
                </c:pt>
                <c:pt idx="288">
                  <c:v>1.0559782292624358</c:v>
                </c:pt>
                <c:pt idx="289">
                  <c:v>1.0438474079715621</c:v>
                </c:pt>
                <c:pt idx="290">
                  <c:v>1.030398076892866</c:v>
                </c:pt>
                <c:pt idx="291">
                  <c:v>1.0210360796645366</c:v>
                </c:pt>
                <c:pt idx="292">
                  <c:v>1.0159468522485633</c:v>
                </c:pt>
                <c:pt idx="293">
                  <c:v>1.012570287435836</c:v>
                </c:pt>
                <c:pt idx="294">
                  <c:v>1.010950423280305</c:v>
                </c:pt>
                <c:pt idx="295">
                  <c:v>1.0092918123672414</c:v>
                </c:pt>
                <c:pt idx="296">
                  <c:v>1.0107386413763657</c:v>
                </c:pt>
                <c:pt idx="297">
                  <c:v>1.0132868573924512</c:v>
                </c:pt>
                <c:pt idx="298">
                  <c:v>1.0136228181392053</c:v>
                </c:pt>
                <c:pt idx="299">
                  <c:v>1.0150779758602182</c:v>
                </c:pt>
                <c:pt idx="300">
                  <c:v>1.0193549998423828</c:v>
                </c:pt>
                <c:pt idx="301">
                  <c:v>1.018913278190883</c:v>
                </c:pt>
                <c:pt idx="302">
                  <c:v>1.0199105258194199</c:v>
                </c:pt>
                <c:pt idx="303">
                  <c:v>1.0182327784573757</c:v>
                </c:pt>
                <c:pt idx="304">
                  <c:v>1.0199554018651684</c:v>
                </c:pt>
                <c:pt idx="305">
                  <c:v>1.0207759933449114</c:v>
                </c:pt>
                <c:pt idx="306">
                  <c:v>1.0203163056694451</c:v>
                </c:pt>
                <c:pt idx="307">
                  <c:v>1.0198477861618935</c:v>
                </c:pt>
                <c:pt idx="308">
                  <c:v>1.0179665587855586</c:v>
                </c:pt>
                <c:pt idx="309">
                  <c:v>1.0152274944045883</c:v>
                </c:pt>
                <c:pt idx="310">
                  <c:v>1.0133288756504573</c:v>
                </c:pt>
                <c:pt idx="311">
                  <c:v>1.0134138997125748</c:v>
                </c:pt>
                <c:pt idx="312">
                  <c:v>1.010791699018081</c:v>
                </c:pt>
                <c:pt idx="313">
                  <c:v>1.0126400130676652</c:v>
                </c:pt>
                <c:pt idx="314">
                  <c:v>1.0133135390187968</c:v>
                </c:pt>
                <c:pt idx="315">
                  <c:v>1.0170015238543542</c:v>
                </c:pt>
                <c:pt idx="316">
                  <c:v>1.0188592126831832</c:v>
                </c:pt>
                <c:pt idx="317">
                  <c:v>1.021072879777688</c:v>
                </c:pt>
                <c:pt idx="318">
                  <c:v>1.0286163909127994</c:v>
                </c:pt>
                <c:pt idx="319">
                  <c:v>1.0358625116821423</c:v>
                </c:pt>
                <c:pt idx="320">
                  <c:v>1.0426712543772596</c:v>
                </c:pt>
                <c:pt idx="321">
                  <c:v>1.0622057486490959</c:v>
                </c:pt>
                <c:pt idx="322">
                  <c:v>1.0854915753847862</c:v>
                </c:pt>
                <c:pt idx="323">
                  <c:v>1.1024844559755296</c:v>
                </c:pt>
                <c:pt idx="324">
                  <c:v>1.0968530730627153</c:v>
                </c:pt>
                <c:pt idx="325">
                  <c:v>1.0774000891395694</c:v>
                </c:pt>
                <c:pt idx="326">
                  <c:v>1.0643428211799699</c:v>
                </c:pt>
                <c:pt idx="327">
                  <c:v>1.065043424588684</c:v>
                </c:pt>
                <c:pt idx="328">
                  <c:v>1.0821678414439282</c:v>
                </c:pt>
                <c:pt idx="329">
                  <c:v>1.1193502284097421</c:v>
                </c:pt>
                <c:pt idx="330">
                  <c:v>1.2320272135780128</c:v>
                </c:pt>
                <c:pt idx="331">
                  <c:v>1.3495002233170934</c:v>
                </c:pt>
                <c:pt idx="332">
                  <c:v>1.3941937347825251</c:v>
                </c:pt>
                <c:pt idx="333">
                  <c:v>1.4014815812036201</c:v>
                </c:pt>
                <c:pt idx="334">
                  <c:v>1.3217488480156832</c:v>
                </c:pt>
                <c:pt idx="335">
                  <c:v>1.2080961185273291</c:v>
                </c:pt>
                <c:pt idx="336">
                  <c:v>1.1298975784478666</c:v>
                </c:pt>
                <c:pt idx="337">
                  <c:v>1.0842852638392875</c:v>
                </c:pt>
                <c:pt idx="338">
                  <c:v>1.0582185007677471</c:v>
                </c:pt>
                <c:pt idx="339">
                  <c:v>1.0438679229211145</c:v>
                </c:pt>
                <c:pt idx="340">
                  <c:v>1.0353013904233017</c:v>
                </c:pt>
                <c:pt idx="341">
                  <c:v>1.0274405884460014</c:v>
                </c:pt>
                <c:pt idx="342">
                  <c:v>1.0225031358937309</c:v>
                </c:pt>
                <c:pt idx="343">
                  <c:v>1.0191309447316985</c:v>
                </c:pt>
                <c:pt idx="344">
                  <c:v>1.0173488799890926</c:v>
                </c:pt>
                <c:pt idx="345">
                  <c:v>1.0157409192185141</c:v>
                </c:pt>
                <c:pt idx="346">
                  <c:v>1.0160423231667268</c:v>
                </c:pt>
                <c:pt idx="347">
                  <c:v>1.0159219660867012</c:v>
                </c:pt>
                <c:pt idx="348">
                  <c:v>1.01473685386427</c:v>
                </c:pt>
                <c:pt idx="349">
                  <c:v>1.0123398819566551</c:v>
                </c:pt>
                <c:pt idx="350">
                  <c:v>1.0121599884447841</c:v>
                </c:pt>
                <c:pt idx="351">
                  <c:v>1.0136541603329334</c:v>
                </c:pt>
                <c:pt idx="352">
                  <c:v>1.0130917353506745</c:v>
                </c:pt>
                <c:pt idx="353">
                  <c:v>1.013439653939656</c:v>
                </c:pt>
                <c:pt idx="354">
                  <c:v>1.0129505642124814</c:v>
                </c:pt>
                <c:pt idx="355">
                  <c:v>1.012102356391972</c:v>
                </c:pt>
                <c:pt idx="356">
                  <c:v>1.013475779432834</c:v>
                </c:pt>
                <c:pt idx="357">
                  <c:v>1.0148208708731985</c:v>
                </c:pt>
                <c:pt idx="358">
                  <c:v>1.0141402508460091</c:v>
                </c:pt>
                <c:pt idx="359">
                  <c:v>1.0158513894583512</c:v>
                </c:pt>
                <c:pt idx="360">
                  <c:v>1.0205655021596682</c:v>
                </c:pt>
                <c:pt idx="361">
                  <c:v>1.0214308688985614</c:v>
                </c:pt>
                <c:pt idx="362">
                  <c:v>1.0237191961042429</c:v>
                </c:pt>
                <c:pt idx="363">
                  <c:v>1.0250180655100927</c:v>
                </c:pt>
                <c:pt idx="364">
                  <c:v>1.0266514683944152</c:v>
                </c:pt>
                <c:pt idx="365">
                  <c:v>1.0280927947803831</c:v>
                </c:pt>
                <c:pt idx="366">
                  <c:v>1.029104770257014</c:v>
                </c:pt>
                <c:pt idx="367">
                  <c:v>1.0308717316401672</c:v>
                </c:pt>
                <c:pt idx="368">
                  <c:v>1.0321100120444537</c:v>
                </c:pt>
                <c:pt idx="369">
                  <c:v>1.0321776691126296</c:v>
                </c:pt>
                <c:pt idx="370">
                  <c:v>1.0328060865586</c:v>
                </c:pt>
                <c:pt idx="371">
                  <c:v>1.0328535537952825</c:v>
                </c:pt>
                <c:pt idx="372">
                  <c:v>1.0326482384895463</c:v>
                </c:pt>
                <c:pt idx="373">
                  <c:v>1.0322597419155624</c:v>
                </c:pt>
                <c:pt idx="374">
                  <c:v>1.0292190199942925</c:v>
                </c:pt>
                <c:pt idx="375">
                  <c:v>1.0319961719559301</c:v>
                </c:pt>
                <c:pt idx="376">
                  <c:v>1.0340456544304022</c:v>
                </c:pt>
                <c:pt idx="377">
                  <c:v>1.0338033341871367</c:v>
                </c:pt>
                <c:pt idx="378">
                  <c:v>1.0334937600220893</c:v>
                </c:pt>
                <c:pt idx="379">
                  <c:v>1.0329318844893509</c:v>
                </c:pt>
                <c:pt idx="380">
                  <c:v>1.0357652103493038</c:v>
                </c:pt>
                <c:pt idx="381">
                  <c:v>1.0414908482387393</c:v>
                </c:pt>
                <c:pt idx="382">
                  <c:v>1.0462972083126603</c:v>
                </c:pt>
                <c:pt idx="383">
                  <c:v>1.0601208770738502</c:v>
                </c:pt>
                <c:pt idx="384">
                  <c:v>1.0623150273312452</c:v>
                </c:pt>
                <c:pt idx="385">
                  <c:v>1.0586939534179169</c:v>
                </c:pt>
                <c:pt idx="386">
                  <c:v>1.0482699694274584</c:v>
                </c:pt>
                <c:pt idx="387">
                  <c:v>1.0375603139516847</c:v>
                </c:pt>
                <c:pt idx="388">
                  <c:v>1.0284034515885685</c:v>
                </c:pt>
                <c:pt idx="389">
                  <c:v>1.0226180830092471</c:v>
                </c:pt>
                <c:pt idx="390">
                  <c:v>1.0183438973077417</c:v>
                </c:pt>
                <c:pt idx="391">
                  <c:v>1.0150768818379481</c:v>
                </c:pt>
                <c:pt idx="392">
                  <c:v>1.0180356089846194</c:v>
                </c:pt>
                <c:pt idx="393">
                  <c:v>1.0185033644647314</c:v>
                </c:pt>
                <c:pt idx="394">
                  <c:v>1.0186541412159915</c:v>
                </c:pt>
                <c:pt idx="395">
                  <c:v>1.0189479829181411</c:v>
                </c:pt>
                <c:pt idx="396">
                  <c:v>1.0195658974252002</c:v>
                </c:pt>
                <c:pt idx="397">
                  <c:v>1.0190495676814131</c:v>
                </c:pt>
                <c:pt idx="398">
                  <c:v>1.0193660928705719</c:v>
                </c:pt>
                <c:pt idx="399">
                  <c:v>1.019063398203663</c:v>
                </c:pt>
                <c:pt idx="400">
                  <c:v>1.0252885263469953</c:v>
                </c:pt>
                <c:pt idx="401">
                  <c:v>1.0271515064722423</c:v>
                </c:pt>
                <c:pt idx="402">
                  <c:v>1.0297323456472103</c:v>
                </c:pt>
                <c:pt idx="403">
                  <c:v>1.0319202828984884</c:v>
                </c:pt>
                <c:pt idx="404">
                  <c:v>1.033274503653963</c:v>
                </c:pt>
                <c:pt idx="405">
                  <c:v>1.0342055312361467</c:v>
                </c:pt>
                <c:pt idx="406">
                  <c:v>1.0341846554055483</c:v>
                </c:pt>
                <c:pt idx="407">
                  <c:v>1.033062526679188</c:v>
                </c:pt>
                <c:pt idx="408">
                  <c:v>1.0312716528627608</c:v>
                </c:pt>
                <c:pt idx="409">
                  <c:v>1.0282080946489938</c:v>
                </c:pt>
                <c:pt idx="410">
                  <c:v>1.0265219657433766</c:v>
                </c:pt>
                <c:pt idx="411">
                  <c:v>1.0246811472906534</c:v>
                </c:pt>
                <c:pt idx="412">
                  <c:v>1.0214633075529451</c:v>
                </c:pt>
                <c:pt idx="413">
                  <c:v>1.0184749312648405</c:v>
                </c:pt>
                <c:pt idx="414">
                  <c:v>1.0168145240744981</c:v>
                </c:pt>
                <c:pt idx="415">
                  <c:v>1.0161068038314618</c:v>
                </c:pt>
                <c:pt idx="416">
                  <c:v>1.0139268709868077</c:v>
                </c:pt>
                <c:pt idx="417">
                  <c:v>1.0134114808342123</c:v>
                </c:pt>
                <c:pt idx="418">
                  <c:v>1.0127399836197719</c:v>
                </c:pt>
                <c:pt idx="419">
                  <c:v>1.0142780456331548</c:v>
                </c:pt>
                <c:pt idx="420">
                  <c:v>1.0140131166800339</c:v>
                </c:pt>
                <c:pt idx="421">
                  <c:v>1.0132739331367921</c:v>
                </c:pt>
                <c:pt idx="422">
                  <c:v>1.0119861234345306</c:v>
                </c:pt>
                <c:pt idx="423">
                  <c:v>1.0121636330182306</c:v>
                </c:pt>
                <c:pt idx="424">
                  <c:v>1.0108571095204659</c:v>
                </c:pt>
                <c:pt idx="425">
                  <c:v>1.0136524128233637</c:v>
                </c:pt>
                <c:pt idx="426">
                  <c:v>1.0172975568522247</c:v>
                </c:pt>
                <c:pt idx="427">
                  <c:v>1.0169464082153223</c:v>
                </c:pt>
                <c:pt idx="428">
                  <c:v>1.0227674942646574</c:v>
                </c:pt>
                <c:pt idx="429">
                  <c:v>1.0342448737725234</c:v>
                </c:pt>
                <c:pt idx="430">
                  <c:v>1.0375048455595584</c:v>
                </c:pt>
                <c:pt idx="431">
                  <c:v>1.0419344100584558</c:v>
                </c:pt>
                <c:pt idx="432">
                  <c:v>1.0429138379661531</c:v>
                </c:pt>
                <c:pt idx="433">
                  <c:v>1.0379121599668244</c:v>
                </c:pt>
                <c:pt idx="434">
                  <c:v>1.0281764834200715</c:v>
                </c:pt>
                <c:pt idx="435">
                  <c:v>1.0009477110154057</c:v>
                </c:pt>
                <c:pt idx="436">
                  <c:v>0.98749096724495367</c:v>
                </c:pt>
                <c:pt idx="437">
                  <c:v>0.9795167169463912</c:v>
                </c:pt>
                <c:pt idx="438">
                  <c:v>1.0040967175703579</c:v>
                </c:pt>
                <c:pt idx="439">
                  <c:v>1.0237619735129178</c:v>
                </c:pt>
                <c:pt idx="440">
                  <c:v>1.0217767197366845</c:v>
                </c:pt>
                <c:pt idx="441">
                  <c:v>1.012241881619989</c:v>
                </c:pt>
                <c:pt idx="442">
                  <c:v>1.0050346051435965</c:v>
                </c:pt>
                <c:pt idx="443">
                  <c:v>1.006242015994534</c:v>
                </c:pt>
                <c:pt idx="444">
                  <c:v>1.0118527608193308</c:v>
                </c:pt>
                <c:pt idx="445">
                  <c:v>1.018430424228089</c:v>
                </c:pt>
                <c:pt idx="446">
                  <c:v>1.0123542521748838</c:v>
                </c:pt>
                <c:pt idx="447">
                  <c:v>1.0066152364900962</c:v>
                </c:pt>
                <c:pt idx="448">
                  <c:v>1.0079272934972332</c:v>
                </c:pt>
                <c:pt idx="449">
                  <c:v>1.0175815084630053</c:v>
                </c:pt>
                <c:pt idx="450">
                  <c:v>1.0215358625246869</c:v>
                </c:pt>
                <c:pt idx="451">
                  <c:v>1.0167672649133734</c:v>
                </c:pt>
                <c:pt idx="452">
                  <c:v>1.0166479222016933</c:v>
                </c:pt>
                <c:pt idx="453">
                  <c:v>1.0143137712311197</c:v>
                </c:pt>
                <c:pt idx="454">
                  <c:v>1.0143160405551748</c:v>
                </c:pt>
                <c:pt idx="455">
                  <c:v>1.0130809633765692</c:v>
                </c:pt>
                <c:pt idx="456">
                  <c:v>1.015164384112474</c:v>
                </c:pt>
                <c:pt idx="457">
                  <c:v>1.014923562663463</c:v>
                </c:pt>
                <c:pt idx="458">
                  <c:v>1.0163061304625427</c:v>
                </c:pt>
                <c:pt idx="459">
                  <c:v>1.016969787454979</c:v>
                </c:pt>
                <c:pt idx="460">
                  <c:v>1.0166306698118674</c:v>
                </c:pt>
                <c:pt idx="461">
                  <c:v>1.0171386082585396</c:v>
                </c:pt>
                <c:pt idx="462">
                  <c:v>1.0168738776274351</c:v>
                </c:pt>
                <c:pt idx="463">
                  <c:v>1.0158634025706488</c:v>
                </c:pt>
                <c:pt idx="464">
                  <c:v>1.0160239572475473</c:v>
                </c:pt>
                <c:pt idx="465">
                  <c:v>1.0142459889924909</c:v>
                </c:pt>
                <c:pt idx="466">
                  <c:v>1.0140574741624777</c:v>
                </c:pt>
                <c:pt idx="467">
                  <c:v>1.0145760049555275</c:v>
                </c:pt>
                <c:pt idx="468">
                  <c:v>1.0146770614019527</c:v>
                </c:pt>
                <c:pt idx="469">
                  <c:v>1.0159765599112476</c:v>
                </c:pt>
                <c:pt idx="470">
                  <c:v>1.0170320979566669</c:v>
                </c:pt>
                <c:pt idx="471">
                  <c:v>1.0177467724749953</c:v>
                </c:pt>
                <c:pt idx="472">
                  <c:v>1.0178489554554966</c:v>
                </c:pt>
                <c:pt idx="473">
                  <c:v>1.0192688858219707</c:v>
                </c:pt>
                <c:pt idx="474">
                  <c:v>1.0196023464108475</c:v>
                </c:pt>
                <c:pt idx="475">
                  <c:v>1.0190235598622457</c:v>
                </c:pt>
                <c:pt idx="476">
                  <c:v>1.0199652090514324</c:v>
                </c:pt>
                <c:pt idx="477">
                  <c:v>1.0217934373073025</c:v>
                </c:pt>
                <c:pt idx="478">
                  <c:v>1.022659888314924</c:v>
                </c:pt>
                <c:pt idx="479">
                  <c:v>1.0244999850055552</c:v>
                </c:pt>
                <c:pt idx="480">
                  <c:v>1.024987748251047</c:v>
                </c:pt>
                <c:pt idx="481">
                  <c:v>1.0232320164456679</c:v>
                </c:pt>
                <c:pt idx="482">
                  <c:v>1.0215968514214631</c:v>
                </c:pt>
                <c:pt idx="483">
                  <c:v>1.0203767597470135</c:v>
                </c:pt>
                <c:pt idx="484">
                  <c:v>1.0208652512569585</c:v>
                </c:pt>
                <c:pt idx="485">
                  <c:v>1.0240989746374622</c:v>
                </c:pt>
                <c:pt idx="486">
                  <c:v>1.0268274856862223</c:v>
                </c:pt>
                <c:pt idx="487">
                  <c:v>1.0278764579724307</c:v>
                </c:pt>
                <c:pt idx="488">
                  <c:v>1.0287412004846497</c:v>
                </c:pt>
                <c:pt idx="489">
                  <c:v>1.0297403500538345</c:v>
                </c:pt>
                <c:pt idx="490">
                  <c:v>1.0314487349162127</c:v>
                </c:pt>
                <c:pt idx="491">
                  <c:v>1.0346184084134105</c:v>
                </c:pt>
                <c:pt idx="492">
                  <c:v>1.0341311442241399</c:v>
                </c:pt>
                <c:pt idx="493">
                  <c:v>1.0346258276075275</c:v>
                </c:pt>
                <c:pt idx="494">
                  <c:v>1.0355426442793318</c:v>
                </c:pt>
                <c:pt idx="495">
                  <c:v>1.0349635895083311</c:v>
                </c:pt>
                <c:pt idx="496">
                  <c:v>1.0348524023831727</c:v>
                </c:pt>
                <c:pt idx="497">
                  <c:v>1.0361490544838567</c:v>
                </c:pt>
                <c:pt idx="498">
                  <c:v>1.036526132911592</c:v>
                </c:pt>
                <c:pt idx="499">
                  <c:v>1.0388778516365091</c:v>
                </c:pt>
                <c:pt idx="500">
                  <c:v>1.0413129013712492</c:v>
                </c:pt>
                <c:pt idx="501">
                  <c:v>1.0434196989084252</c:v>
                </c:pt>
                <c:pt idx="502">
                  <c:v>1.0436848847048132</c:v>
                </c:pt>
                <c:pt idx="503">
                  <c:v>1.0478405925086767</c:v>
                </c:pt>
                <c:pt idx="504">
                  <c:v>1.0547021798931802</c:v>
                </c:pt>
                <c:pt idx="505">
                  <c:v>1.0658043829139587</c:v>
                </c:pt>
                <c:pt idx="506">
                  <c:v>1.0797315757676458</c:v>
                </c:pt>
                <c:pt idx="507">
                  <c:v>1.097690752747664</c:v>
                </c:pt>
                <c:pt idx="508">
                  <c:v>1.1245277335068131</c:v>
                </c:pt>
                <c:pt idx="509">
                  <c:v>1.1630873335772673</c:v>
                </c:pt>
                <c:pt idx="510">
                  <c:v>1.2065790916523937</c:v>
                </c:pt>
                <c:pt idx="511">
                  <c:v>1.2534232330717792</c:v>
                </c:pt>
                <c:pt idx="512">
                  <c:v>1.2935066224728058</c:v>
                </c:pt>
                <c:pt idx="513">
                  <c:v>1.3195093567937144</c:v>
                </c:pt>
                <c:pt idx="514">
                  <c:v>1.332260851218382</c:v>
                </c:pt>
                <c:pt idx="515">
                  <c:v>1.3305514324805747</c:v>
                </c:pt>
                <c:pt idx="516">
                  <c:v>1.3204175805952072</c:v>
                </c:pt>
                <c:pt idx="517">
                  <c:v>1.2996556713646317</c:v>
                </c:pt>
                <c:pt idx="518">
                  <c:v>1.2739678333914042</c:v>
                </c:pt>
                <c:pt idx="519">
                  <c:v>1.2451239833818379</c:v>
                </c:pt>
                <c:pt idx="520">
                  <c:v>1.2216407579651587</c:v>
                </c:pt>
                <c:pt idx="521">
                  <c:v>1.202213224283708</c:v>
                </c:pt>
                <c:pt idx="522">
                  <c:v>1.1864725684108222</c:v>
                </c:pt>
                <c:pt idx="523">
                  <c:v>1.1771081149155533</c:v>
                </c:pt>
                <c:pt idx="524">
                  <c:v>1.1725193205958497</c:v>
                </c:pt>
                <c:pt idx="525">
                  <c:v>1.1711199734537203</c:v>
                </c:pt>
                <c:pt idx="526">
                  <c:v>1.1745477451736099</c:v>
                </c:pt>
                <c:pt idx="527">
                  <c:v>1.1800421233361631</c:v>
                </c:pt>
                <c:pt idx="528">
                  <c:v>1.190357209032602</c:v>
                </c:pt>
                <c:pt idx="529">
                  <c:v>1.1991701192470625</c:v>
                </c:pt>
                <c:pt idx="530">
                  <c:v>1.2093039191135404</c:v>
                </c:pt>
                <c:pt idx="531">
                  <c:v>1.2193702374755944</c:v>
                </c:pt>
                <c:pt idx="532">
                  <c:v>1.2332427129598724</c:v>
                </c:pt>
                <c:pt idx="533">
                  <c:v>1.2455126425148517</c:v>
                </c:pt>
                <c:pt idx="534">
                  <c:v>1.2547927863949386</c:v>
                </c:pt>
                <c:pt idx="535">
                  <c:v>1.268791589752404</c:v>
                </c:pt>
                <c:pt idx="536">
                  <c:v>1.2881399896981798</c:v>
                </c:pt>
                <c:pt idx="537">
                  <c:v>1.3116736214187994</c:v>
                </c:pt>
                <c:pt idx="538">
                  <c:v>1.3394527487977661</c:v>
                </c:pt>
                <c:pt idx="539">
                  <c:v>1.3711868723465823</c:v>
                </c:pt>
                <c:pt idx="540">
                  <c:v>1.4136833660133348</c:v>
                </c:pt>
                <c:pt idx="541">
                  <c:v>1.4570672499163286</c:v>
                </c:pt>
                <c:pt idx="542">
                  <c:v>1.5012868953077203</c:v>
                </c:pt>
                <c:pt idx="543">
                  <c:v>1.5560409380337483</c:v>
                </c:pt>
                <c:pt idx="544">
                  <c:v>1.6139820220637073</c:v>
                </c:pt>
                <c:pt idx="545">
                  <c:v>1.6727836545829229</c:v>
                </c:pt>
                <c:pt idx="546">
                  <c:v>1.7317230331215727</c:v>
                </c:pt>
                <c:pt idx="547">
                  <c:v>1.7869093528194706</c:v>
                </c:pt>
                <c:pt idx="548">
                  <c:v>1.8398969901142275</c:v>
                </c:pt>
                <c:pt idx="549">
                  <c:v>1.8830862973609901</c:v>
                </c:pt>
                <c:pt idx="550">
                  <c:v>1.9196388266078297</c:v>
                </c:pt>
                <c:pt idx="551">
                  <c:v>1.936747215142741</c:v>
                </c:pt>
                <c:pt idx="552">
                  <c:v>1.944480447295867</c:v>
                </c:pt>
                <c:pt idx="553">
                  <c:v>1.9307151047145488</c:v>
                </c:pt>
                <c:pt idx="554">
                  <c:v>1.8948062572065709</c:v>
                </c:pt>
                <c:pt idx="555">
                  <c:v>1.8449109348179427</c:v>
                </c:pt>
                <c:pt idx="556">
                  <c:v>1.7913735098798984</c:v>
                </c:pt>
                <c:pt idx="557">
                  <c:v>1.7204497074613723</c:v>
                </c:pt>
                <c:pt idx="558">
                  <c:v>1.6407399146037109</c:v>
                </c:pt>
                <c:pt idx="559">
                  <c:v>1.5806125286663093</c:v>
                </c:pt>
                <c:pt idx="560">
                  <c:v>1.5217870714956994</c:v>
                </c:pt>
                <c:pt idx="561">
                  <c:v>1.4584220298748651</c:v>
                </c:pt>
                <c:pt idx="562">
                  <c:v>1.3994243901799579</c:v>
                </c:pt>
                <c:pt idx="563">
                  <c:v>1.3529217137560734</c:v>
                </c:pt>
                <c:pt idx="564">
                  <c:v>1.3056728003526472</c:v>
                </c:pt>
                <c:pt idx="565">
                  <c:v>1.259814768017081</c:v>
                </c:pt>
                <c:pt idx="566">
                  <c:v>1.2217016460753367</c:v>
                </c:pt>
                <c:pt idx="567">
                  <c:v>1.1936001836474881</c:v>
                </c:pt>
                <c:pt idx="568">
                  <c:v>1.1724057633600375</c:v>
                </c:pt>
                <c:pt idx="569">
                  <c:v>1.1437918238374065</c:v>
                </c:pt>
                <c:pt idx="570">
                  <c:v>1.1359800951800028</c:v>
                </c:pt>
                <c:pt idx="571">
                  <c:v>1.1305582183447112</c:v>
                </c:pt>
                <c:pt idx="572">
                  <c:v>1.1299831495211194</c:v>
                </c:pt>
                <c:pt idx="573">
                  <c:v>1.1113923266728005</c:v>
                </c:pt>
                <c:pt idx="574">
                  <c:v>1.1023679921842662</c:v>
                </c:pt>
                <c:pt idx="575">
                  <c:v>1.0924357980264661</c:v>
                </c:pt>
                <c:pt idx="576">
                  <c:v>1.0923862305271188</c:v>
                </c:pt>
                <c:pt idx="577">
                  <c:v>1.0859156658839211</c:v>
                </c:pt>
                <c:pt idx="578">
                  <c:v>1.0810401954640987</c:v>
                </c:pt>
                <c:pt idx="579">
                  <c:v>1.0837680465231978</c:v>
                </c:pt>
                <c:pt idx="580">
                  <c:v>1.0789915615477619</c:v>
                </c:pt>
                <c:pt idx="581">
                  <c:v>1.087941808132904</c:v>
                </c:pt>
                <c:pt idx="582">
                  <c:v>1.0877935803072301</c:v>
                </c:pt>
                <c:pt idx="583">
                  <c:v>1.0722787384337302</c:v>
                </c:pt>
                <c:pt idx="584">
                  <c:v>1.0612284827764937</c:v>
                </c:pt>
                <c:pt idx="585">
                  <c:v>1.0334278293308092</c:v>
                </c:pt>
                <c:pt idx="586">
                  <c:v>1.0526438054397818</c:v>
                </c:pt>
                <c:pt idx="587">
                  <c:v>1.1465702567641984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C-1251-45ED-B486-8EADCA04E34F}"/>
            </c:ext>
          </c:extLst>
        </c:ser>
        <c:ser>
          <c:idx val="29"/>
          <c:order val="29"/>
          <c:tx>
            <c:strRef>
              <c:f>'Fully separated 3%'!$AB$1</c:f>
              <c:strCache>
                <c:ptCount val="1"/>
                <c:pt idx="0">
                  <c:v>3F_6/O-PTIR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3%'!$A$2:$A$589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3%'!$AB$2:$AB$589</c:f>
              <c:numCache>
                <c:formatCode>General</c:formatCode>
                <c:ptCount val="588"/>
                <c:pt idx="0">
                  <c:v>0.80461081525690004</c:v>
                </c:pt>
                <c:pt idx="1">
                  <c:v>0.79444406425950753</c:v>
                </c:pt>
                <c:pt idx="2">
                  <c:v>0.80507885025840142</c:v>
                </c:pt>
                <c:pt idx="3">
                  <c:v>0.7999402068835948</c:v>
                </c:pt>
                <c:pt idx="4">
                  <c:v>0.82103669941091695</c:v>
                </c:pt>
                <c:pt idx="5">
                  <c:v>0.83035061814571787</c:v>
                </c:pt>
                <c:pt idx="6">
                  <c:v>0.83172933493726486</c:v>
                </c:pt>
                <c:pt idx="7">
                  <c:v>0.82163080307828118</c:v>
                </c:pt>
                <c:pt idx="8">
                  <c:v>0.81309701259995415</c:v>
                </c:pt>
                <c:pt idx="9">
                  <c:v>0.81158257809448364</c:v>
                </c:pt>
                <c:pt idx="10">
                  <c:v>0.81813663825803429</c:v>
                </c:pt>
                <c:pt idx="11">
                  <c:v>0.8236802665034425</c:v>
                </c:pt>
                <c:pt idx="12">
                  <c:v>0.83015510599889164</c:v>
                </c:pt>
                <c:pt idx="13">
                  <c:v>0.83491831635840452</c:v>
                </c:pt>
                <c:pt idx="14">
                  <c:v>0.83669724132926049</c:v>
                </c:pt>
                <c:pt idx="15">
                  <c:v>0.84194168238225164</c:v>
                </c:pt>
                <c:pt idx="16">
                  <c:v>0.83868024796715956</c:v>
                </c:pt>
                <c:pt idx="17">
                  <c:v>0.83391973730492108</c:v>
                </c:pt>
                <c:pt idx="18">
                  <c:v>0.82731530356365102</c:v>
                </c:pt>
                <c:pt idx="19">
                  <c:v>0.82248105500602653</c:v>
                </c:pt>
                <c:pt idx="20">
                  <c:v>0.82442830030935377</c:v>
                </c:pt>
                <c:pt idx="21">
                  <c:v>0.82882773611545346</c:v>
                </c:pt>
                <c:pt idx="22">
                  <c:v>0.82654913895595339</c:v>
                </c:pt>
                <c:pt idx="23">
                  <c:v>0.82599474260461292</c:v>
                </c:pt>
                <c:pt idx="24">
                  <c:v>0.8260590104955805</c:v>
                </c:pt>
                <c:pt idx="25">
                  <c:v>0.82635069365298575</c:v>
                </c:pt>
                <c:pt idx="26">
                  <c:v>0.82211089631803136</c:v>
                </c:pt>
                <c:pt idx="27">
                  <c:v>0.81956325800056873</c:v>
                </c:pt>
                <c:pt idx="28">
                  <c:v>0.81870677816259607</c:v>
                </c:pt>
                <c:pt idx="29">
                  <c:v>0.81610942363843419</c:v>
                </c:pt>
                <c:pt idx="30">
                  <c:v>0.81990063765936849</c:v>
                </c:pt>
                <c:pt idx="31">
                  <c:v>0.82736711036817445</c:v>
                </c:pt>
                <c:pt idx="32">
                  <c:v>0.83511820629782008</c:v>
                </c:pt>
                <c:pt idx="33">
                  <c:v>0.83959316692507002</c:v>
                </c:pt>
                <c:pt idx="34">
                  <c:v>0.8396623058563083</c:v>
                </c:pt>
                <c:pt idx="35">
                  <c:v>0.83790127822837179</c:v>
                </c:pt>
                <c:pt idx="36">
                  <c:v>0.83627426652209125</c:v>
                </c:pt>
                <c:pt idx="37">
                  <c:v>0.83566103151493898</c:v>
                </c:pt>
                <c:pt idx="38">
                  <c:v>0.83829572541518749</c:v>
                </c:pt>
                <c:pt idx="39">
                  <c:v>0.8452855646393328</c:v>
                </c:pt>
                <c:pt idx="40">
                  <c:v>0.85538149158885268</c:v>
                </c:pt>
                <c:pt idx="41">
                  <c:v>0.87207764826470646</c:v>
                </c:pt>
                <c:pt idx="42">
                  <c:v>0.90160190276629892</c:v>
                </c:pt>
                <c:pt idx="43">
                  <c:v>0.94550451324788143</c:v>
                </c:pt>
                <c:pt idx="44">
                  <c:v>1.0017833926363324</c:v>
                </c:pt>
                <c:pt idx="45">
                  <c:v>1.0276580355741602</c:v>
                </c:pt>
                <c:pt idx="46">
                  <c:v>1.0190113510579892</c:v>
                </c:pt>
                <c:pt idx="47">
                  <c:v>1.0086903065687756</c:v>
                </c:pt>
                <c:pt idx="48">
                  <c:v>0.98483785976257132</c:v>
                </c:pt>
                <c:pt idx="49">
                  <c:v>0.94024568551162579</c:v>
                </c:pt>
                <c:pt idx="50">
                  <c:v>0.88817973111380277</c:v>
                </c:pt>
                <c:pt idx="51">
                  <c:v>0.85499708839930877</c:v>
                </c:pt>
                <c:pt idx="52">
                  <c:v>0.83819811854480974</c:v>
                </c:pt>
                <c:pt idx="53">
                  <c:v>0.8337287117811335</c:v>
                </c:pt>
                <c:pt idx="54">
                  <c:v>0.83267909124693129</c:v>
                </c:pt>
                <c:pt idx="55">
                  <c:v>0.83082864009627189</c:v>
                </c:pt>
                <c:pt idx="56">
                  <c:v>0.83151862514479369</c:v>
                </c:pt>
                <c:pt idx="57">
                  <c:v>0.83457108754394371</c:v>
                </c:pt>
                <c:pt idx="58">
                  <c:v>0.83709500257879021</c:v>
                </c:pt>
                <c:pt idx="59">
                  <c:v>0.8405991815557019</c:v>
                </c:pt>
                <c:pt idx="60">
                  <c:v>0.84537125984150241</c:v>
                </c:pt>
                <c:pt idx="61">
                  <c:v>0.84840600745203509</c:v>
                </c:pt>
                <c:pt idx="62">
                  <c:v>0.85327638420816543</c:v>
                </c:pt>
                <c:pt idx="63">
                  <c:v>0.86144850126288253</c:v>
                </c:pt>
                <c:pt idx="64">
                  <c:v>0.87262902544874377</c:v>
                </c:pt>
                <c:pt idx="65">
                  <c:v>0.88949857360493978</c:v>
                </c:pt>
                <c:pt idx="66">
                  <c:v>0.90611798726074289</c:v>
                </c:pt>
                <c:pt idx="67">
                  <c:v>0.91831267080763457</c:v>
                </c:pt>
                <c:pt idx="68">
                  <c:v>0.92414620757199306</c:v>
                </c:pt>
                <c:pt idx="69">
                  <c:v>0.9169344981683345</c:v>
                </c:pt>
                <c:pt idx="70">
                  <c:v>0.89748778178099053</c:v>
                </c:pt>
                <c:pt idx="71">
                  <c:v>0.87538312390516548</c:v>
                </c:pt>
                <c:pt idx="72">
                  <c:v>0.85916394651394901</c:v>
                </c:pt>
                <c:pt idx="73">
                  <c:v>0.84936854958416375</c:v>
                </c:pt>
                <c:pt idx="74">
                  <c:v>0.84247663318976518</c:v>
                </c:pt>
                <c:pt idx="75">
                  <c:v>0.83782980821912267</c:v>
                </c:pt>
                <c:pt idx="76">
                  <c:v>0.8363646098376436</c:v>
                </c:pt>
                <c:pt idx="77">
                  <c:v>0.83469118018940935</c:v>
                </c:pt>
                <c:pt idx="78">
                  <c:v>0.83355628222153644</c:v>
                </c:pt>
                <c:pt idx="79">
                  <c:v>0.83141567153976192</c:v>
                </c:pt>
                <c:pt idx="80">
                  <c:v>0.83097412885367916</c:v>
                </c:pt>
                <c:pt idx="81">
                  <c:v>0.83052987944900281</c:v>
                </c:pt>
                <c:pt idx="82">
                  <c:v>0.82805879282063921</c:v>
                </c:pt>
                <c:pt idx="83">
                  <c:v>0.82615055621206457</c:v>
                </c:pt>
                <c:pt idx="84">
                  <c:v>0.82574232617544474</c:v>
                </c:pt>
                <c:pt idx="85">
                  <c:v>0.82544705336854252</c:v>
                </c:pt>
                <c:pt idx="86">
                  <c:v>0.82609752945331116</c:v>
                </c:pt>
                <c:pt idx="87">
                  <c:v>0.82703076284331301</c:v>
                </c:pt>
                <c:pt idx="88">
                  <c:v>0.82969180073360993</c:v>
                </c:pt>
                <c:pt idx="89">
                  <c:v>0.83115081333277763</c:v>
                </c:pt>
                <c:pt idx="90">
                  <c:v>0.83017112162823614</c:v>
                </c:pt>
                <c:pt idx="91">
                  <c:v>0.82823676746716068</c:v>
                </c:pt>
                <c:pt idx="92">
                  <c:v>0.82572028449880308</c:v>
                </c:pt>
                <c:pt idx="93">
                  <c:v>0.82305909565014101</c:v>
                </c:pt>
                <c:pt idx="94">
                  <c:v>0.82099416776920109</c:v>
                </c:pt>
                <c:pt idx="95">
                  <c:v>0.81899594768768857</c:v>
                </c:pt>
                <c:pt idx="96">
                  <c:v>0.81730482782545477</c:v>
                </c:pt>
                <c:pt idx="97">
                  <c:v>0.81643275363729617</c:v>
                </c:pt>
                <c:pt idx="98">
                  <c:v>0.81671565839023508</c:v>
                </c:pt>
                <c:pt idx="99">
                  <c:v>0.81668504543804665</c:v>
                </c:pt>
                <c:pt idx="100">
                  <c:v>0.81701289014522449</c:v>
                </c:pt>
                <c:pt idx="101">
                  <c:v>0.81770037560407227</c:v>
                </c:pt>
                <c:pt idx="102">
                  <c:v>0.8193250193704158</c:v>
                </c:pt>
                <c:pt idx="103">
                  <c:v>0.8206200560784348</c:v>
                </c:pt>
                <c:pt idx="104">
                  <c:v>0.82415645764498657</c:v>
                </c:pt>
                <c:pt idx="105">
                  <c:v>0.82831988408981405</c:v>
                </c:pt>
                <c:pt idx="106">
                  <c:v>0.83465101122164109</c:v>
                </c:pt>
                <c:pt idx="107">
                  <c:v>0.84411474560187372</c:v>
                </c:pt>
                <c:pt idx="108">
                  <c:v>0.85962483293472847</c:v>
                </c:pt>
                <c:pt idx="109">
                  <c:v>0.87518959528104456</c:v>
                </c:pt>
                <c:pt idx="110">
                  <c:v>0.88015294483680795</c:v>
                </c:pt>
                <c:pt idx="111">
                  <c:v>0.87284499420937744</c:v>
                </c:pt>
                <c:pt idx="112">
                  <c:v>0.85980419253648344</c:v>
                </c:pt>
                <c:pt idx="113">
                  <c:v>0.84987219232887723</c:v>
                </c:pt>
                <c:pt idx="114">
                  <c:v>0.8437441428154322</c:v>
                </c:pt>
                <c:pt idx="115">
                  <c:v>0.84366563744423528</c:v>
                </c:pt>
                <c:pt idx="116">
                  <c:v>0.84448896787841909</c:v>
                </c:pt>
                <c:pt idx="117">
                  <c:v>0.8473693342306392</c:v>
                </c:pt>
                <c:pt idx="118">
                  <c:v>0.84969201123276283</c:v>
                </c:pt>
                <c:pt idx="119">
                  <c:v>0.85428263756365386</c:v>
                </c:pt>
                <c:pt idx="120">
                  <c:v>0.8632829754014536</c:v>
                </c:pt>
                <c:pt idx="121">
                  <c:v>0.87608161177137123</c:v>
                </c:pt>
                <c:pt idx="122">
                  <c:v>0.89166259336529163</c:v>
                </c:pt>
                <c:pt idx="123">
                  <c:v>0.90511318731835155</c:v>
                </c:pt>
                <c:pt idx="124">
                  <c:v>0.90773627497778153</c:v>
                </c:pt>
                <c:pt idx="125">
                  <c:v>0.8988346604001296</c:v>
                </c:pt>
                <c:pt idx="126">
                  <c:v>0.89003625921632423</c:v>
                </c:pt>
                <c:pt idx="127">
                  <c:v>0.88149663577698112</c:v>
                </c:pt>
                <c:pt idx="128">
                  <c:v>0.87821676688804229</c:v>
                </c:pt>
                <c:pt idx="129">
                  <c:v>0.87463369636737154</c:v>
                </c:pt>
                <c:pt idx="130">
                  <c:v>0.87262452478306662</c:v>
                </c:pt>
                <c:pt idx="131">
                  <c:v>0.87120719424597848</c:v>
                </c:pt>
                <c:pt idx="132">
                  <c:v>0.86666782003538501</c:v>
                </c:pt>
                <c:pt idx="133">
                  <c:v>0.86110822706519741</c:v>
                </c:pt>
                <c:pt idx="134">
                  <c:v>0.85684428516846844</c:v>
                </c:pt>
                <c:pt idx="135">
                  <c:v>0.85110751973749033</c:v>
                </c:pt>
                <c:pt idx="136">
                  <c:v>0.84364166666011342</c:v>
                </c:pt>
                <c:pt idx="137">
                  <c:v>0.84148153319999941</c:v>
                </c:pt>
                <c:pt idx="138">
                  <c:v>0.83920889011927369</c:v>
                </c:pt>
                <c:pt idx="139">
                  <c:v>0.83635572786871726</c:v>
                </c:pt>
                <c:pt idx="140">
                  <c:v>0.83375039712582022</c:v>
                </c:pt>
                <c:pt idx="141">
                  <c:v>0.83136194440440736</c:v>
                </c:pt>
                <c:pt idx="142">
                  <c:v>0.83177992705354775</c:v>
                </c:pt>
                <c:pt idx="143">
                  <c:v>0.82861858681119882</c:v>
                </c:pt>
                <c:pt idx="144">
                  <c:v>0.82978881430250606</c:v>
                </c:pt>
                <c:pt idx="145">
                  <c:v>0.83154060187423173</c:v>
                </c:pt>
                <c:pt idx="146">
                  <c:v>0.83015653483737106</c:v>
                </c:pt>
                <c:pt idx="147">
                  <c:v>0.82805483806253832</c:v>
                </c:pt>
                <c:pt idx="148">
                  <c:v>0.82426570586277914</c:v>
                </c:pt>
                <c:pt idx="149">
                  <c:v>0.82004898058307507</c:v>
                </c:pt>
                <c:pt idx="150">
                  <c:v>0.81957085857872103</c:v>
                </c:pt>
                <c:pt idx="151">
                  <c:v>0.82027603600689825</c:v>
                </c:pt>
                <c:pt idx="152">
                  <c:v>0.82201332455425014</c:v>
                </c:pt>
                <c:pt idx="153">
                  <c:v>0.82408992888920141</c:v>
                </c:pt>
                <c:pt idx="154">
                  <c:v>0.82425487723307445</c:v>
                </c:pt>
                <c:pt idx="155">
                  <c:v>0.82417127965004844</c:v>
                </c:pt>
                <c:pt idx="156">
                  <c:v>0.82560266335773425</c:v>
                </c:pt>
                <c:pt idx="157">
                  <c:v>0.82457105952887966</c:v>
                </c:pt>
                <c:pt idx="158">
                  <c:v>0.82433267871701066</c:v>
                </c:pt>
                <c:pt idx="159">
                  <c:v>0.82298755191703921</c:v>
                </c:pt>
                <c:pt idx="160">
                  <c:v>0.81887185815620611</c:v>
                </c:pt>
                <c:pt idx="161">
                  <c:v>0.81874641175476703</c:v>
                </c:pt>
                <c:pt idx="162">
                  <c:v>0.81976625136311898</c:v>
                </c:pt>
                <c:pt idx="163">
                  <c:v>0.82106423000392859</c:v>
                </c:pt>
                <c:pt idx="164">
                  <c:v>0.8233335063620455</c:v>
                </c:pt>
                <c:pt idx="165">
                  <c:v>0.82347609355924833</c:v>
                </c:pt>
                <c:pt idx="166">
                  <c:v>0.82570088283822174</c:v>
                </c:pt>
                <c:pt idx="167">
                  <c:v>0.83034095329968871</c:v>
                </c:pt>
                <c:pt idx="168">
                  <c:v>0.83173952287158259</c:v>
                </c:pt>
                <c:pt idx="169">
                  <c:v>0.83156323860768477</c:v>
                </c:pt>
                <c:pt idx="170">
                  <c:v>0.83218519058275942</c:v>
                </c:pt>
                <c:pt idx="171">
                  <c:v>0.83494041245027084</c:v>
                </c:pt>
                <c:pt idx="172">
                  <c:v>0.83783517250707495</c:v>
                </c:pt>
                <c:pt idx="173">
                  <c:v>0.84039572829673692</c:v>
                </c:pt>
                <c:pt idx="174">
                  <c:v>0.84137903598072272</c:v>
                </c:pt>
                <c:pt idx="175">
                  <c:v>0.84262070013001245</c:v>
                </c:pt>
                <c:pt idx="176">
                  <c:v>0.84531345683028891</c:v>
                </c:pt>
                <c:pt idx="177">
                  <c:v>0.84757515367421143</c:v>
                </c:pt>
                <c:pt idx="178">
                  <c:v>0.84856670789772604</c:v>
                </c:pt>
                <c:pt idx="179">
                  <c:v>0.85201787240319315</c:v>
                </c:pt>
                <c:pt idx="180">
                  <c:v>0.85530126248376537</c:v>
                </c:pt>
                <c:pt idx="181">
                  <c:v>0.85993664972525308</c:v>
                </c:pt>
                <c:pt idx="182">
                  <c:v>0.8638608018953291</c:v>
                </c:pt>
                <c:pt idx="183">
                  <c:v>0.86795182274010951</c:v>
                </c:pt>
                <c:pt idx="184">
                  <c:v>0.87142710898806408</c:v>
                </c:pt>
                <c:pt idx="185">
                  <c:v>0.87591852056645536</c:v>
                </c:pt>
                <c:pt idx="186">
                  <c:v>0.88096420211243964</c:v>
                </c:pt>
                <c:pt idx="187">
                  <c:v>0.8843489905758164</c:v>
                </c:pt>
                <c:pt idx="188">
                  <c:v>0.88508411568617773</c:v>
                </c:pt>
                <c:pt idx="189">
                  <c:v>0.88372070186006535</c:v>
                </c:pt>
                <c:pt idx="190">
                  <c:v>0.88202216046332149</c:v>
                </c:pt>
                <c:pt idx="191">
                  <c:v>0.88010011643032504</c:v>
                </c:pt>
                <c:pt idx="192">
                  <c:v>0.8797277196968003</c:v>
                </c:pt>
                <c:pt idx="193">
                  <c:v>0.88073702732618864</c:v>
                </c:pt>
                <c:pt idx="194">
                  <c:v>0.88639879453496451</c:v>
                </c:pt>
                <c:pt idx="195">
                  <c:v>0.89283896626632397</c:v>
                </c:pt>
                <c:pt idx="196">
                  <c:v>0.89686703396217771</c:v>
                </c:pt>
                <c:pt idx="197">
                  <c:v>0.89427868076937034</c:v>
                </c:pt>
                <c:pt idx="198">
                  <c:v>0.88848927299687075</c:v>
                </c:pt>
                <c:pt idx="199">
                  <c:v>0.88172783377919617</c:v>
                </c:pt>
                <c:pt idx="200">
                  <c:v>0.87480334548452232</c:v>
                </c:pt>
                <c:pt idx="201">
                  <c:v>0.86961521541239128</c:v>
                </c:pt>
                <c:pt idx="202">
                  <c:v>0.86801365247794726</c:v>
                </c:pt>
                <c:pt idx="203">
                  <c:v>0.87135528791284922</c:v>
                </c:pt>
                <c:pt idx="204">
                  <c:v>0.87712502194864417</c:v>
                </c:pt>
                <c:pt idx="205">
                  <c:v>0.88136280240962694</c:v>
                </c:pt>
                <c:pt idx="206">
                  <c:v>0.88725202525742675</c:v>
                </c:pt>
                <c:pt idx="207">
                  <c:v>0.89235405991218764</c:v>
                </c:pt>
                <c:pt idx="208">
                  <c:v>0.89833053669504381</c:v>
                </c:pt>
                <c:pt idx="209">
                  <c:v>0.90262617282713453</c:v>
                </c:pt>
                <c:pt idx="210">
                  <c:v>0.90858426779603929</c:v>
                </c:pt>
                <c:pt idx="211">
                  <c:v>0.91790662791197963</c:v>
                </c:pt>
                <c:pt idx="212">
                  <c:v>0.92380789232239491</c:v>
                </c:pt>
                <c:pt idx="213">
                  <c:v>0.92193599455190578</c:v>
                </c:pt>
                <c:pt idx="214">
                  <c:v>0.92396724818543841</c:v>
                </c:pt>
                <c:pt idx="215">
                  <c:v>0.92907361499421293</c:v>
                </c:pt>
                <c:pt idx="216">
                  <c:v>0.9330534251624536</c:v>
                </c:pt>
                <c:pt idx="217">
                  <c:v>0.9353092908006897</c:v>
                </c:pt>
                <c:pt idx="218">
                  <c:v>0.93437928897289979</c:v>
                </c:pt>
                <c:pt idx="219">
                  <c:v>0.92920387451003805</c:v>
                </c:pt>
                <c:pt idx="220">
                  <c:v>0.92414313223413569</c:v>
                </c:pt>
                <c:pt idx="221">
                  <c:v>0.91851711758328192</c:v>
                </c:pt>
                <c:pt idx="222">
                  <c:v>0.91215289546289069</c:v>
                </c:pt>
                <c:pt idx="223">
                  <c:v>0.90394328807372204</c:v>
                </c:pt>
                <c:pt idx="224">
                  <c:v>0.88876831426885994</c:v>
                </c:pt>
                <c:pt idx="225">
                  <c:v>0.87285353213365791</c:v>
                </c:pt>
                <c:pt idx="226">
                  <c:v>0.85852399538682478</c:v>
                </c:pt>
                <c:pt idx="227">
                  <c:v>0.84918280058183704</c:v>
                </c:pt>
                <c:pt idx="228">
                  <c:v>0.84290966252618538</c:v>
                </c:pt>
                <c:pt idx="229">
                  <c:v>0.83809463131951034</c:v>
                </c:pt>
                <c:pt idx="230">
                  <c:v>0.83404073570057768</c:v>
                </c:pt>
                <c:pt idx="231">
                  <c:v>0.83187557848649785</c:v>
                </c:pt>
                <c:pt idx="232">
                  <c:v>0.83157149216853288</c:v>
                </c:pt>
                <c:pt idx="233">
                  <c:v>0.83044525148736825</c:v>
                </c:pt>
                <c:pt idx="234">
                  <c:v>0.82815774251833496</c:v>
                </c:pt>
                <c:pt idx="235">
                  <c:v>0.82808662708571101</c:v>
                </c:pt>
                <c:pt idx="236">
                  <c:v>0.82868571062379537</c:v>
                </c:pt>
                <c:pt idx="237">
                  <c:v>0.8308522984316844</c:v>
                </c:pt>
                <c:pt idx="238">
                  <c:v>0.83283708848468807</c:v>
                </c:pt>
                <c:pt idx="239">
                  <c:v>0.83652856817549393</c:v>
                </c:pt>
                <c:pt idx="240">
                  <c:v>0.84159426048150976</c:v>
                </c:pt>
                <c:pt idx="241">
                  <c:v>0.84651314753274776</c:v>
                </c:pt>
                <c:pt idx="242">
                  <c:v>0.85452168891151692</c:v>
                </c:pt>
                <c:pt idx="243">
                  <c:v>0.86351227062613645</c:v>
                </c:pt>
                <c:pt idx="244">
                  <c:v>0.86580396605680787</c:v>
                </c:pt>
                <c:pt idx="245">
                  <c:v>0.86347177165636047</c:v>
                </c:pt>
                <c:pt idx="246">
                  <c:v>0.86311113563267894</c:v>
                </c:pt>
                <c:pt idx="247">
                  <c:v>0.87075561809460278</c:v>
                </c:pt>
                <c:pt idx="248">
                  <c:v>0.88743205188451635</c:v>
                </c:pt>
                <c:pt idx="249">
                  <c:v>0.91428805057956231</c:v>
                </c:pt>
                <c:pt idx="250">
                  <c:v>0.95210126742115664</c:v>
                </c:pt>
                <c:pt idx="251">
                  <c:v>1.0160898783918728</c:v>
                </c:pt>
                <c:pt idx="252">
                  <c:v>1.0535920788733444</c:v>
                </c:pt>
                <c:pt idx="253">
                  <c:v>1.1084455461861824</c:v>
                </c:pt>
                <c:pt idx="254">
                  <c:v>1.1984025768354203</c:v>
                </c:pt>
                <c:pt idx="255">
                  <c:v>1.3180375446232926</c:v>
                </c:pt>
                <c:pt idx="256">
                  <c:v>1.4818371725720048</c:v>
                </c:pt>
                <c:pt idx="257">
                  <c:v>1.5907968703115132</c:v>
                </c:pt>
                <c:pt idx="258">
                  <c:v>1.696811939073821</c:v>
                </c:pt>
                <c:pt idx="259">
                  <c:v>1.8</c:v>
                </c:pt>
                <c:pt idx="260">
                  <c:v>1.4139097278525425</c:v>
                </c:pt>
                <c:pt idx="261">
                  <c:v>1.0617737133263851</c:v>
                </c:pt>
                <c:pt idx="262">
                  <c:v>0.86788724766642211</c:v>
                </c:pt>
                <c:pt idx="263">
                  <c:v>0.82879580315523482</c:v>
                </c:pt>
                <c:pt idx="264">
                  <c:v>0.81882774847297546</c:v>
                </c:pt>
                <c:pt idx="265">
                  <c:v>0.81420392446672518</c:v>
                </c:pt>
                <c:pt idx="266">
                  <c:v>0.812547919100022</c:v>
                </c:pt>
                <c:pt idx="267">
                  <c:v>0.81281195230198733</c:v>
                </c:pt>
                <c:pt idx="268">
                  <c:v>0.81205523751241515</c:v>
                </c:pt>
                <c:pt idx="269">
                  <c:v>0.81535924130881443</c:v>
                </c:pt>
                <c:pt idx="270">
                  <c:v>0.82072538991071242</c:v>
                </c:pt>
                <c:pt idx="271">
                  <c:v>0.82502511771663101</c:v>
                </c:pt>
                <c:pt idx="272">
                  <c:v>0.82401770584345657</c:v>
                </c:pt>
                <c:pt idx="273">
                  <c:v>0.82330856488052917</c:v>
                </c:pt>
                <c:pt idx="274">
                  <c:v>0.830907966961828</c:v>
                </c:pt>
                <c:pt idx="275">
                  <c:v>0.84691595360020111</c:v>
                </c:pt>
                <c:pt idx="276">
                  <c:v>0.87330616850424914</c:v>
                </c:pt>
                <c:pt idx="277">
                  <c:v>0.93413355683971455</c:v>
                </c:pt>
                <c:pt idx="278">
                  <c:v>1.2223990870712118</c:v>
                </c:pt>
                <c:pt idx="279">
                  <c:v>1.3070545161069624</c:v>
                </c:pt>
                <c:pt idx="280">
                  <c:v>1.1690235793876982</c:v>
                </c:pt>
                <c:pt idx="281">
                  <c:v>0.98214811871893826</c:v>
                </c:pt>
                <c:pt idx="282">
                  <c:v>0.87799208467014545</c:v>
                </c:pt>
                <c:pt idx="283">
                  <c:v>0.84107815489502225</c:v>
                </c:pt>
                <c:pt idx="284">
                  <c:v>0.82565875141170642</c:v>
                </c:pt>
                <c:pt idx="285">
                  <c:v>0.81775958990046693</c:v>
                </c:pt>
                <c:pt idx="286">
                  <c:v>0.81953406159955089</c:v>
                </c:pt>
                <c:pt idx="287">
                  <c:v>0.82214927660470571</c:v>
                </c:pt>
                <c:pt idx="288">
                  <c:v>0.82281644763146189</c:v>
                </c:pt>
                <c:pt idx="289">
                  <c:v>0.82400527108695976</c:v>
                </c:pt>
                <c:pt idx="290">
                  <c:v>0.81610138071716543</c:v>
                </c:pt>
                <c:pt idx="291">
                  <c:v>0.80721854334150878</c:v>
                </c:pt>
                <c:pt idx="292">
                  <c:v>0.80561586884445158</c:v>
                </c:pt>
                <c:pt idx="293">
                  <c:v>0.80322858758628224</c:v>
                </c:pt>
                <c:pt idx="294">
                  <c:v>0.80080500309031089</c:v>
                </c:pt>
                <c:pt idx="295">
                  <c:v>0.80220118448112065</c:v>
                </c:pt>
                <c:pt idx="296">
                  <c:v>0.80390059739912367</c:v>
                </c:pt>
                <c:pt idx="297">
                  <c:v>0.80763973517240595</c:v>
                </c:pt>
                <c:pt idx="298">
                  <c:v>0.80459144563108798</c:v>
                </c:pt>
                <c:pt idx="299">
                  <c:v>0.80252749897952147</c:v>
                </c:pt>
                <c:pt idx="300">
                  <c:v>0.80938379402690186</c:v>
                </c:pt>
                <c:pt idx="301">
                  <c:v>0.80792694399408149</c:v>
                </c:pt>
                <c:pt idx="302">
                  <c:v>0.80821088175862377</c:v>
                </c:pt>
                <c:pt idx="303">
                  <c:v>0.80952422129075219</c:v>
                </c:pt>
                <c:pt idx="304">
                  <c:v>0.80809593925087131</c:v>
                </c:pt>
                <c:pt idx="305">
                  <c:v>0.80892910655340733</c:v>
                </c:pt>
                <c:pt idx="306">
                  <c:v>0.80960694735251892</c:v>
                </c:pt>
                <c:pt idx="307">
                  <c:v>0.80810117188908659</c:v>
                </c:pt>
                <c:pt idx="308">
                  <c:v>0.8082407522062951</c:v>
                </c:pt>
                <c:pt idx="309">
                  <c:v>0.80724369502377202</c:v>
                </c:pt>
                <c:pt idx="310">
                  <c:v>0.80423122605940756</c:v>
                </c:pt>
                <c:pt idx="311">
                  <c:v>0.79992915684234533</c:v>
                </c:pt>
                <c:pt idx="312">
                  <c:v>0.79497242468118445</c:v>
                </c:pt>
                <c:pt idx="313">
                  <c:v>0.80010639017742557</c:v>
                </c:pt>
                <c:pt idx="314">
                  <c:v>0.80259256488731179</c:v>
                </c:pt>
                <c:pt idx="315">
                  <c:v>0.8051999934687688</c:v>
                </c:pt>
                <c:pt idx="316">
                  <c:v>0.8068019662727276</c:v>
                </c:pt>
                <c:pt idx="317">
                  <c:v>0.80859175936820937</c:v>
                </c:pt>
                <c:pt idx="318">
                  <c:v>0.81242021534442499</c:v>
                </c:pt>
                <c:pt idx="319">
                  <c:v>0.81512475381850247</c:v>
                </c:pt>
                <c:pt idx="320">
                  <c:v>0.81778839135227355</c:v>
                </c:pt>
                <c:pt idx="321">
                  <c:v>0.83031834465151289</c:v>
                </c:pt>
                <c:pt idx="322">
                  <c:v>0.84017787782252817</c:v>
                </c:pt>
                <c:pt idx="323">
                  <c:v>0.84975413235535158</c:v>
                </c:pt>
                <c:pt idx="324">
                  <c:v>0.84641366597011436</c:v>
                </c:pt>
                <c:pt idx="325">
                  <c:v>0.83458665731951198</c:v>
                </c:pt>
                <c:pt idx="326">
                  <c:v>0.8288093262162245</c:v>
                </c:pt>
                <c:pt idx="327">
                  <c:v>0.83044228497995998</c:v>
                </c:pt>
                <c:pt idx="328">
                  <c:v>0.84280149910222601</c:v>
                </c:pt>
                <c:pt idx="329">
                  <c:v>0.88510329793053044</c:v>
                </c:pt>
                <c:pt idx="330">
                  <c:v>1.0474635343568881</c:v>
                </c:pt>
                <c:pt idx="331">
                  <c:v>1.2461165419923761</c:v>
                </c:pt>
                <c:pt idx="332">
                  <c:v>1.3200662565392354</c:v>
                </c:pt>
                <c:pt idx="333">
                  <c:v>1.2353885277933587</c:v>
                </c:pt>
                <c:pt idx="334">
                  <c:v>1.1175316389073655</c:v>
                </c:pt>
                <c:pt idx="335">
                  <c:v>1.0070821857220968</c:v>
                </c:pt>
                <c:pt idx="336">
                  <c:v>0.92455195557223702</c:v>
                </c:pt>
                <c:pt idx="337">
                  <c:v>0.87497933485300905</c:v>
                </c:pt>
                <c:pt idx="338">
                  <c:v>0.84915739393791656</c:v>
                </c:pt>
                <c:pt idx="339">
                  <c:v>0.83570777594824042</c:v>
                </c:pt>
                <c:pt idx="340">
                  <c:v>0.82844890258745163</c:v>
                </c:pt>
                <c:pt idx="341">
                  <c:v>0.82505145644069</c:v>
                </c:pt>
                <c:pt idx="342">
                  <c:v>0.82212772642041576</c:v>
                </c:pt>
                <c:pt idx="343">
                  <c:v>0.81884847891823598</c:v>
                </c:pt>
                <c:pt idx="344">
                  <c:v>0.81651796436843349</c:v>
                </c:pt>
                <c:pt idx="345">
                  <c:v>0.81581648366487258</c:v>
                </c:pt>
                <c:pt idx="346">
                  <c:v>0.8149670707847847</c:v>
                </c:pt>
                <c:pt idx="347">
                  <c:v>0.81393121379175848</c:v>
                </c:pt>
                <c:pt idx="348">
                  <c:v>0.81236695863746411</c:v>
                </c:pt>
                <c:pt idx="349">
                  <c:v>0.81018823623447889</c:v>
                </c:pt>
                <c:pt idx="350">
                  <c:v>0.80895731909205693</c:v>
                </c:pt>
                <c:pt idx="351">
                  <c:v>0.81024611296954507</c:v>
                </c:pt>
                <c:pt idx="352">
                  <c:v>0.81147445855376998</c:v>
                </c:pt>
                <c:pt idx="353">
                  <c:v>0.81278429356989823</c:v>
                </c:pt>
                <c:pt idx="354">
                  <c:v>0.81347718807760883</c:v>
                </c:pt>
                <c:pt idx="355">
                  <c:v>0.81520191285172183</c:v>
                </c:pt>
                <c:pt idx="356">
                  <c:v>0.81480874881100984</c:v>
                </c:pt>
                <c:pt idx="357">
                  <c:v>0.81607916526287094</c:v>
                </c:pt>
                <c:pt idx="358">
                  <c:v>0.81509995100804244</c:v>
                </c:pt>
                <c:pt idx="359">
                  <c:v>0.81444876050403414</c:v>
                </c:pt>
                <c:pt idx="360">
                  <c:v>0.819231539280462</c:v>
                </c:pt>
                <c:pt idx="361">
                  <c:v>0.82231859045385924</c:v>
                </c:pt>
                <c:pt idx="362">
                  <c:v>0.82385351755739877</c:v>
                </c:pt>
                <c:pt idx="363">
                  <c:v>0.82341754979884763</c:v>
                </c:pt>
                <c:pt idx="364">
                  <c:v>0.8258332118879137</c:v>
                </c:pt>
                <c:pt idx="365">
                  <c:v>0.82841492115732462</c:v>
                </c:pt>
                <c:pt idx="366">
                  <c:v>0.82861800930768559</c:v>
                </c:pt>
                <c:pt idx="367">
                  <c:v>0.8282586950473636</c:v>
                </c:pt>
                <c:pt idx="368">
                  <c:v>0.82822624953083546</c:v>
                </c:pt>
                <c:pt idx="369">
                  <c:v>0.82623222117695061</c:v>
                </c:pt>
                <c:pt idx="370">
                  <c:v>0.82563372567435844</c:v>
                </c:pt>
                <c:pt idx="371">
                  <c:v>0.8248613559757213</c:v>
                </c:pt>
                <c:pt idx="372">
                  <c:v>0.82295975100323426</c:v>
                </c:pt>
                <c:pt idx="373">
                  <c:v>0.82081489944459685</c:v>
                </c:pt>
                <c:pt idx="374">
                  <c:v>0.81873271491612443</c:v>
                </c:pt>
                <c:pt idx="375">
                  <c:v>0.82042775091920306</c:v>
                </c:pt>
                <c:pt idx="376">
                  <c:v>0.81835924918673464</c:v>
                </c:pt>
                <c:pt idx="377">
                  <c:v>0.81609077852500844</c:v>
                </c:pt>
                <c:pt idx="378">
                  <c:v>0.81494795699829503</c:v>
                </c:pt>
                <c:pt idx="379">
                  <c:v>0.81414953469436091</c:v>
                </c:pt>
                <c:pt idx="380">
                  <c:v>0.81268892386738545</c:v>
                </c:pt>
                <c:pt idx="381">
                  <c:v>0.81395910949337424</c:v>
                </c:pt>
                <c:pt idx="382">
                  <c:v>0.81622627418970894</c:v>
                </c:pt>
                <c:pt idx="383">
                  <c:v>0.82151152139519568</c:v>
                </c:pt>
                <c:pt idx="384">
                  <c:v>0.8222087173386482</c:v>
                </c:pt>
                <c:pt idx="385">
                  <c:v>0.81963486317021439</c:v>
                </c:pt>
                <c:pt idx="386">
                  <c:v>0.81763962890473829</c:v>
                </c:pt>
                <c:pt idx="387">
                  <c:v>0.81564381713574885</c:v>
                </c:pt>
                <c:pt idx="388">
                  <c:v>0.81351788452199025</c:v>
                </c:pt>
                <c:pt idx="389">
                  <c:v>0.8124850054460161</c:v>
                </c:pt>
                <c:pt idx="390">
                  <c:v>0.81068120043018788</c:v>
                </c:pt>
                <c:pt idx="391">
                  <c:v>0.80861815952881222</c:v>
                </c:pt>
                <c:pt idx="392">
                  <c:v>0.8086692773663785</c:v>
                </c:pt>
                <c:pt idx="393">
                  <c:v>0.81060680604144653</c:v>
                </c:pt>
                <c:pt idx="394">
                  <c:v>0.8117270856225175</c:v>
                </c:pt>
                <c:pt idx="395">
                  <c:v>0.81278308414764722</c:v>
                </c:pt>
                <c:pt idx="396">
                  <c:v>0.81401139111461596</c:v>
                </c:pt>
                <c:pt idx="397">
                  <c:v>0.81521850598457934</c:v>
                </c:pt>
                <c:pt idx="398">
                  <c:v>0.81784748804156981</c:v>
                </c:pt>
                <c:pt idx="399">
                  <c:v>0.81995408920794022</c:v>
                </c:pt>
                <c:pt idx="400">
                  <c:v>0.82341138683582393</c:v>
                </c:pt>
                <c:pt idx="401">
                  <c:v>0.82646153571026149</c:v>
                </c:pt>
                <c:pt idx="402">
                  <c:v>0.82963840008960332</c:v>
                </c:pt>
                <c:pt idx="403">
                  <c:v>0.83250430603470604</c:v>
                </c:pt>
                <c:pt idx="404">
                  <c:v>0.83515127671176681</c:v>
                </c:pt>
                <c:pt idx="405">
                  <c:v>0.83516141900750906</c:v>
                </c:pt>
                <c:pt idx="406">
                  <c:v>0.83205285626707792</c:v>
                </c:pt>
                <c:pt idx="407">
                  <c:v>0.82834413046071875</c:v>
                </c:pt>
                <c:pt idx="408">
                  <c:v>0.82548969208537792</c:v>
                </c:pt>
                <c:pt idx="409">
                  <c:v>0.82289260788200946</c:v>
                </c:pt>
                <c:pt idx="410">
                  <c:v>0.82200616280855465</c:v>
                </c:pt>
                <c:pt idx="411">
                  <c:v>0.82056653607199992</c:v>
                </c:pt>
                <c:pt idx="412">
                  <c:v>0.81664236810395507</c:v>
                </c:pt>
                <c:pt idx="413">
                  <c:v>0.8152457346608607</c:v>
                </c:pt>
                <c:pt idx="414">
                  <c:v>0.81347380029104221</c:v>
                </c:pt>
                <c:pt idx="415">
                  <c:v>0.81201002635971786</c:v>
                </c:pt>
                <c:pt idx="416">
                  <c:v>0.81087440168529645</c:v>
                </c:pt>
                <c:pt idx="417">
                  <c:v>0.81087760955055577</c:v>
                </c:pt>
                <c:pt idx="418">
                  <c:v>0.81035953448400211</c:v>
                </c:pt>
                <c:pt idx="419">
                  <c:v>0.81192589164576467</c:v>
                </c:pt>
                <c:pt idx="420">
                  <c:v>0.81413496545679409</c:v>
                </c:pt>
                <c:pt idx="421">
                  <c:v>0.81305084391483606</c:v>
                </c:pt>
                <c:pt idx="422">
                  <c:v>0.81191764510623599</c:v>
                </c:pt>
                <c:pt idx="423">
                  <c:v>0.80772436137871073</c:v>
                </c:pt>
                <c:pt idx="424">
                  <c:v>0.80836818739642857</c:v>
                </c:pt>
                <c:pt idx="425">
                  <c:v>0.81187001949736126</c:v>
                </c:pt>
                <c:pt idx="426">
                  <c:v>0.81347464636001887</c:v>
                </c:pt>
                <c:pt idx="427">
                  <c:v>0.81357116755889847</c:v>
                </c:pt>
                <c:pt idx="428">
                  <c:v>0.8150616286472524</c:v>
                </c:pt>
                <c:pt idx="429">
                  <c:v>0.8197046463074994</c:v>
                </c:pt>
                <c:pt idx="430">
                  <c:v>0.82981351881449572</c:v>
                </c:pt>
                <c:pt idx="431">
                  <c:v>0.8353594096800514</c:v>
                </c:pt>
                <c:pt idx="432">
                  <c:v>0.83551393136475016</c:v>
                </c:pt>
                <c:pt idx="433">
                  <c:v>0.83115486112335946</c:v>
                </c:pt>
                <c:pt idx="434">
                  <c:v>0.8226700127512776</c:v>
                </c:pt>
                <c:pt idx="435">
                  <c:v>0.7989395640010668</c:v>
                </c:pt>
                <c:pt idx="436">
                  <c:v>0.78839101647892418</c:v>
                </c:pt>
                <c:pt idx="437">
                  <c:v>0.81485019039290296</c:v>
                </c:pt>
                <c:pt idx="438">
                  <c:v>0.80958225951616258</c:v>
                </c:pt>
                <c:pt idx="439">
                  <c:v>0.79671225297138026</c:v>
                </c:pt>
                <c:pt idx="440">
                  <c:v>0.80376449877862755</c:v>
                </c:pt>
                <c:pt idx="441">
                  <c:v>0.80762700200983861</c:v>
                </c:pt>
                <c:pt idx="442">
                  <c:v>0.79418864577750214</c:v>
                </c:pt>
                <c:pt idx="443">
                  <c:v>0.79806167813526629</c:v>
                </c:pt>
                <c:pt idx="444">
                  <c:v>0.79669267863022719</c:v>
                </c:pt>
                <c:pt idx="445">
                  <c:v>0.79556893007858487</c:v>
                </c:pt>
                <c:pt idx="446">
                  <c:v>0.79684462063832839</c:v>
                </c:pt>
                <c:pt idx="447">
                  <c:v>0.80435972234642161</c:v>
                </c:pt>
                <c:pt idx="448">
                  <c:v>0.80628274102630459</c:v>
                </c:pt>
                <c:pt idx="449">
                  <c:v>0.80564772764198489</c:v>
                </c:pt>
                <c:pt idx="450">
                  <c:v>0.80750078940693004</c:v>
                </c:pt>
                <c:pt idx="451">
                  <c:v>0.8118164055807805</c:v>
                </c:pt>
                <c:pt idx="452">
                  <c:v>0.80981126247842916</c:v>
                </c:pt>
                <c:pt idx="453">
                  <c:v>0.81087450261676153</c:v>
                </c:pt>
                <c:pt idx="454">
                  <c:v>0.81145448026734035</c:v>
                </c:pt>
                <c:pt idx="455">
                  <c:v>0.81005381395396781</c:v>
                </c:pt>
                <c:pt idx="456">
                  <c:v>0.81216092328832312</c:v>
                </c:pt>
                <c:pt idx="457">
                  <c:v>0.81351903601835707</c:v>
                </c:pt>
                <c:pt idx="458">
                  <c:v>0.81347388103621421</c:v>
                </c:pt>
                <c:pt idx="459">
                  <c:v>0.81270647189966916</c:v>
                </c:pt>
                <c:pt idx="460">
                  <c:v>0.80627398324696364</c:v>
                </c:pt>
                <c:pt idx="461">
                  <c:v>0.80598826338381424</c:v>
                </c:pt>
                <c:pt idx="462">
                  <c:v>0.80698348536900288</c:v>
                </c:pt>
                <c:pt idx="463">
                  <c:v>0.80917163784265311</c:v>
                </c:pt>
                <c:pt idx="464">
                  <c:v>0.80813087996874899</c:v>
                </c:pt>
                <c:pt idx="465">
                  <c:v>0.80798938370903384</c:v>
                </c:pt>
                <c:pt idx="466">
                  <c:v>0.81049847147282905</c:v>
                </c:pt>
                <c:pt idx="467">
                  <c:v>0.81314494012555916</c:v>
                </c:pt>
                <c:pt idx="468">
                  <c:v>0.81322074579948167</c:v>
                </c:pt>
                <c:pt idx="469">
                  <c:v>0.8115800828931341</c:v>
                </c:pt>
                <c:pt idx="470">
                  <c:v>0.81079905415245879</c:v>
                </c:pt>
                <c:pt idx="471">
                  <c:v>0.81091628736563581</c:v>
                </c:pt>
                <c:pt idx="472">
                  <c:v>0.81110358895719481</c:v>
                </c:pt>
                <c:pt idx="473">
                  <c:v>0.81166143102098631</c:v>
                </c:pt>
                <c:pt idx="474">
                  <c:v>0.81169214753763452</c:v>
                </c:pt>
                <c:pt idx="475">
                  <c:v>0.81321708769212153</c:v>
                </c:pt>
                <c:pt idx="476">
                  <c:v>0.81568709830330099</c:v>
                </c:pt>
                <c:pt idx="477">
                  <c:v>0.81710695300468095</c:v>
                </c:pt>
                <c:pt idx="478">
                  <c:v>0.8203089940797359</c:v>
                </c:pt>
                <c:pt idx="479">
                  <c:v>0.82052836291424525</c:v>
                </c:pt>
                <c:pt idx="480">
                  <c:v>0.81816577848849759</c:v>
                </c:pt>
                <c:pt idx="481">
                  <c:v>0.81788592625412848</c:v>
                </c:pt>
                <c:pt idx="482">
                  <c:v>0.81802256814920615</c:v>
                </c:pt>
                <c:pt idx="483">
                  <c:v>0.81948113489459773</c:v>
                </c:pt>
                <c:pt idx="484">
                  <c:v>0.8204487007806921</c:v>
                </c:pt>
                <c:pt idx="485">
                  <c:v>0.81939695103140942</c:v>
                </c:pt>
                <c:pt idx="486">
                  <c:v>0.82107900988107463</c:v>
                </c:pt>
                <c:pt idx="487">
                  <c:v>0.82321406669927555</c:v>
                </c:pt>
                <c:pt idx="488">
                  <c:v>0.8244542756801384</c:v>
                </c:pt>
                <c:pt idx="489">
                  <c:v>0.82545716055768825</c:v>
                </c:pt>
                <c:pt idx="490">
                  <c:v>0.82525480437986531</c:v>
                </c:pt>
                <c:pt idx="491">
                  <c:v>0.82581800897627933</c:v>
                </c:pt>
                <c:pt idx="492">
                  <c:v>0.82587567682709617</c:v>
                </c:pt>
                <c:pt idx="493">
                  <c:v>0.82821578074374536</c:v>
                </c:pt>
                <c:pt idx="494">
                  <c:v>0.83082835573283986</c:v>
                </c:pt>
                <c:pt idx="495">
                  <c:v>0.83308718787848424</c:v>
                </c:pt>
                <c:pt idx="496">
                  <c:v>0.83408069051810707</c:v>
                </c:pt>
                <c:pt idx="497">
                  <c:v>0.83302137003127918</c:v>
                </c:pt>
                <c:pt idx="498">
                  <c:v>0.83426145438372423</c:v>
                </c:pt>
                <c:pt idx="499">
                  <c:v>0.83596695390790343</c:v>
                </c:pt>
                <c:pt idx="500">
                  <c:v>0.83587626654770497</c:v>
                </c:pt>
                <c:pt idx="501">
                  <c:v>0.83811590591701746</c:v>
                </c:pt>
                <c:pt idx="502">
                  <c:v>0.84122474951022086</c:v>
                </c:pt>
                <c:pt idx="503">
                  <c:v>0.84445772300749278</c:v>
                </c:pt>
                <c:pt idx="504">
                  <c:v>0.84582623782208344</c:v>
                </c:pt>
                <c:pt idx="505">
                  <c:v>0.85421447108513981</c:v>
                </c:pt>
                <c:pt idx="506">
                  <c:v>0.86822883485081825</c:v>
                </c:pt>
                <c:pt idx="507">
                  <c:v>0.88899687225501545</c:v>
                </c:pt>
                <c:pt idx="508">
                  <c:v>0.91752501920752128</c:v>
                </c:pt>
                <c:pt idx="509">
                  <c:v>0.95585860006576429</c:v>
                </c:pt>
                <c:pt idx="510">
                  <c:v>0.99969671270817195</c:v>
                </c:pt>
                <c:pt idx="511">
                  <c:v>1.0475793861254912</c:v>
                </c:pt>
                <c:pt idx="512">
                  <c:v>1.087739254263991</c:v>
                </c:pt>
                <c:pt idx="513">
                  <c:v>1.1165007126358244</c:v>
                </c:pt>
                <c:pt idx="514">
                  <c:v>1.1316260948624048</c:v>
                </c:pt>
                <c:pt idx="515">
                  <c:v>1.128852083944422</c:v>
                </c:pt>
                <c:pt idx="516">
                  <c:v>1.1140603828966951</c:v>
                </c:pt>
                <c:pt idx="517">
                  <c:v>1.0915522519280825</c:v>
                </c:pt>
                <c:pt idx="518">
                  <c:v>1.0646357715885064</c:v>
                </c:pt>
                <c:pt idx="519">
                  <c:v>1.0372049936521655</c:v>
                </c:pt>
                <c:pt idx="520">
                  <c:v>1.0103304727167819</c:v>
                </c:pt>
                <c:pt idx="521">
                  <c:v>0.98555153474244261</c:v>
                </c:pt>
                <c:pt idx="522">
                  <c:v>0.96853491803199476</c:v>
                </c:pt>
                <c:pt idx="523">
                  <c:v>0.95836896044368425</c:v>
                </c:pt>
                <c:pt idx="524">
                  <c:v>0.95361340683287832</c:v>
                </c:pt>
                <c:pt idx="525">
                  <c:v>0.95569571950042775</c:v>
                </c:pt>
                <c:pt idx="526">
                  <c:v>0.95846230186258174</c:v>
                </c:pt>
                <c:pt idx="527">
                  <c:v>0.96519651942529427</c:v>
                </c:pt>
                <c:pt idx="528">
                  <c:v>0.97530713497480903</c:v>
                </c:pt>
                <c:pt idx="529">
                  <c:v>0.98648353062491623</c:v>
                </c:pt>
                <c:pt idx="530">
                  <c:v>1.0028300185778494</c:v>
                </c:pt>
                <c:pt idx="531">
                  <c:v>1.0168293496988863</c:v>
                </c:pt>
                <c:pt idx="532">
                  <c:v>1.0259396940569645</c:v>
                </c:pt>
                <c:pt idx="533">
                  <c:v>1.0386653438126616</c:v>
                </c:pt>
                <c:pt idx="534">
                  <c:v>1.0541759156165489</c:v>
                </c:pt>
                <c:pt idx="535">
                  <c:v>1.0710555604299115</c:v>
                </c:pt>
                <c:pt idx="536">
                  <c:v>1.0909659717657587</c:v>
                </c:pt>
                <c:pt idx="537">
                  <c:v>1.1136325598685426</c:v>
                </c:pt>
                <c:pt idx="538">
                  <c:v>1.1417640373866713</c:v>
                </c:pt>
                <c:pt idx="539">
                  <c:v>1.1810824706191487</c:v>
                </c:pt>
                <c:pt idx="540">
                  <c:v>1.2330975836438531</c:v>
                </c:pt>
                <c:pt idx="541">
                  <c:v>1.2929171177630274</c:v>
                </c:pt>
                <c:pt idx="542">
                  <c:v>1.3544853816693685</c:v>
                </c:pt>
                <c:pt idx="543">
                  <c:v>1.4160439842403378</c:v>
                </c:pt>
                <c:pt idx="544">
                  <c:v>1.4855674590946366</c:v>
                </c:pt>
                <c:pt idx="545">
                  <c:v>1.5650123951562553</c:v>
                </c:pt>
                <c:pt idx="546">
                  <c:v>1.6472121598915026</c:v>
                </c:pt>
                <c:pt idx="547">
                  <c:v>1.7218122732886214</c:v>
                </c:pt>
                <c:pt idx="548">
                  <c:v>1.7940710856341457</c:v>
                </c:pt>
                <c:pt idx="549">
                  <c:v>1.8676397953100072</c:v>
                </c:pt>
                <c:pt idx="550">
                  <c:v>1.92545109168034</c:v>
                </c:pt>
                <c:pt idx="551">
                  <c:v>1.9556720857396346</c:v>
                </c:pt>
                <c:pt idx="552">
                  <c:v>1.9581797639735758</c:v>
                </c:pt>
                <c:pt idx="553">
                  <c:v>1.9325086971678</c:v>
                </c:pt>
                <c:pt idx="554">
                  <c:v>1.8751638410818183</c:v>
                </c:pt>
                <c:pt idx="555">
                  <c:v>1.7928061247473859</c:v>
                </c:pt>
                <c:pt idx="556">
                  <c:v>1.7069624638022922</c:v>
                </c:pt>
                <c:pt idx="557">
                  <c:v>1.6208162682507985</c:v>
                </c:pt>
                <c:pt idx="558">
                  <c:v>1.5241043914027128</c:v>
                </c:pt>
                <c:pt idx="559">
                  <c:v>1.435329750925157</c:v>
                </c:pt>
                <c:pt idx="560">
                  <c:v>1.3506106806511871</c:v>
                </c:pt>
                <c:pt idx="561">
                  <c:v>1.2771567274181168</c:v>
                </c:pt>
                <c:pt idx="562">
                  <c:v>1.206167903223976</c:v>
                </c:pt>
                <c:pt idx="563">
                  <c:v>1.155349588118175</c:v>
                </c:pt>
                <c:pt idx="564">
                  <c:v>1.1008891180897158</c:v>
                </c:pt>
                <c:pt idx="565">
                  <c:v>1.0565747914864763</c:v>
                </c:pt>
                <c:pt idx="566">
                  <c:v>1.0214028545426417</c:v>
                </c:pt>
                <c:pt idx="567">
                  <c:v>0.99102754592757292</c:v>
                </c:pt>
                <c:pt idx="568">
                  <c:v>0.96889338446801043</c:v>
                </c:pt>
                <c:pt idx="569">
                  <c:v>0.9467657247501281</c:v>
                </c:pt>
                <c:pt idx="570">
                  <c:v>0.92771115606752663</c:v>
                </c:pt>
                <c:pt idx="571">
                  <c:v>0.91064817056435998</c:v>
                </c:pt>
                <c:pt idx="572">
                  <c:v>0.90722514399602516</c:v>
                </c:pt>
                <c:pt idx="573">
                  <c:v>0.8897190500525699</c:v>
                </c:pt>
                <c:pt idx="574">
                  <c:v>0.87594768712686577</c:v>
                </c:pt>
                <c:pt idx="575">
                  <c:v>0.87734516137294738</c:v>
                </c:pt>
                <c:pt idx="576">
                  <c:v>0.8859295387015681</c:v>
                </c:pt>
                <c:pt idx="577">
                  <c:v>0.87394030597898453</c:v>
                </c:pt>
                <c:pt idx="578">
                  <c:v>0.85998716109636408</c:v>
                </c:pt>
                <c:pt idx="579">
                  <c:v>0.85758289636386653</c:v>
                </c:pt>
                <c:pt idx="580">
                  <c:v>0.84934323070673456</c:v>
                </c:pt>
                <c:pt idx="581">
                  <c:v>0.8687053156217841</c:v>
                </c:pt>
                <c:pt idx="582">
                  <c:v>0.87949599509563681</c:v>
                </c:pt>
                <c:pt idx="583">
                  <c:v>0.7661937272151168</c:v>
                </c:pt>
                <c:pt idx="584">
                  <c:v>0.80229116005507417</c:v>
                </c:pt>
                <c:pt idx="585">
                  <c:v>0.76436746450947779</c:v>
                </c:pt>
                <c:pt idx="586">
                  <c:v>0.77505680528173981</c:v>
                </c:pt>
                <c:pt idx="587">
                  <c:v>0.70711996603703575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D-1251-45ED-B486-8EADCA04E34F}"/>
            </c:ext>
          </c:extLst>
        </c:ser>
        <c:ser>
          <c:idx val="30"/>
          <c:order val="30"/>
          <c:tx>
            <c:strRef>
              <c:f>'Fully separated 3%'!$AC$1</c:f>
              <c:strCache>
                <c:ptCount val="1"/>
                <c:pt idx="0">
                  <c:v>3F_7/O-PTIR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3%'!$A$2:$A$589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3%'!$AC$2:$AC$589</c:f>
              <c:numCache>
                <c:formatCode>General</c:formatCode>
                <c:ptCount val="588"/>
                <c:pt idx="0">
                  <c:v>0.60085784409692011</c:v>
                </c:pt>
                <c:pt idx="1">
                  <c:v>0.49461741153704342</c:v>
                </c:pt>
                <c:pt idx="2">
                  <c:v>0.49198881721999749</c:v>
                </c:pt>
                <c:pt idx="3">
                  <c:v>0.54629707304368058</c:v>
                </c:pt>
                <c:pt idx="4">
                  <c:v>0.58532680821344762</c:v>
                </c:pt>
                <c:pt idx="5">
                  <c:v>0.58578393958298325</c:v>
                </c:pt>
                <c:pt idx="6">
                  <c:v>0.55627509712173806</c:v>
                </c:pt>
                <c:pt idx="7">
                  <c:v>0.62215439141798212</c:v>
                </c:pt>
                <c:pt idx="8">
                  <c:v>0.62631574078952357</c:v>
                </c:pt>
                <c:pt idx="9">
                  <c:v>0.62794534008246372</c:v>
                </c:pt>
                <c:pt idx="10">
                  <c:v>0.59997533454371443</c:v>
                </c:pt>
                <c:pt idx="11">
                  <c:v>0.6159283275473193</c:v>
                </c:pt>
                <c:pt idx="12">
                  <c:v>0.64301337305126405</c:v>
                </c:pt>
                <c:pt idx="13">
                  <c:v>0.63350952957742179</c:v>
                </c:pt>
                <c:pt idx="14">
                  <c:v>0.63342528746282523</c:v>
                </c:pt>
                <c:pt idx="15">
                  <c:v>0.65463776499483539</c:v>
                </c:pt>
                <c:pt idx="16">
                  <c:v>0.67289227344021918</c:v>
                </c:pt>
                <c:pt idx="17">
                  <c:v>0.65901960409787541</c:v>
                </c:pt>
                <c:pt idx="18">
                  <c:v>0.64531069911776273</c:v>
                </c:pt>
                <c:pt idx="19">
                  <c:v>0.63912900950721929</c:v>
                </c:pt>
                <c:pt idx="20">
                  <c:v>0.63881942339259035</c:v>
                </c:pt>
                <c:pt idx="21">
                  <c:v>0.64766776668291925</c:v>
                </c:pt>
                <c:pt idx="22">
                  <c:v>0.66889536834474261</c:v>
                </c:pt>
                <c:pt idx="23">
                  <c:v>0.67624197171975875</c:v>
                </c:pt>
                <c:pt idx="24">
                  <c:v>0.67782745172026726</c:v>
                </c:pt>
                <c:pt idx="25">
                  <c:v>0.67169954645636198</c:v>
                </c:pt>
                <c:pt idx="26">
                  <c:v>0.66687486208026925</c:v>
                </c:pt>
                <c:pt idx="27">
                  <c:v>0.65783849494400271</c:v>
                </c:pt>
                <c:pt idx="28">
                  <c:v>0.65446226816598518</c:v>
                </c:pt>
                <c:pt idx="29">
                  <c:v>0.65591841432456377</c:v>
                </c:pt>
                <c:pt idx="30">
                  <c:v>0.66092855310478071</c:v>
                </c:pt>
                <c:pt idx="31">
                  <c:v>0.67774415436966085</c:v>
                </c:pt>
                <c:pt idx="32">
                  <c:v>0.69541779503374479</c:v>
                </c:pt>
                <c:pt idx="33">
                  <c:v>0.71845500712897548</c:v>
                </c:pt>
                <c:pt idx="34">
                  <c:v>0.74249697375096191</c:v>
                </c:pt>
                <c:pt idx="35">
                  <c:v>0.74281597983457781</c:v>
                </c:pt>
                <c:pt idx="36">
                  <c:v>0.74542126733788172</c:v>
                </c:pt>
                <c:pt idx="37">
                  <c:v>0.7532877597104819</c:v>
                </c:pt>
                <c:pt idx="38">
                  <c:v>0.76864190595469795</c:v>
                </c:pt>
                <c:pt idx="39">
                  <c:v>0.78665906913028638</c:v>
                </c:pt>
                <c:pt idx="40">
                  <c:v>0.87940711134211991</c:v>
                </c:pt>
                <c:pt idx="41">
                  <c:v>1.1234486153064602</c:v>
                </c:pt>
                <c:pt idx="42">
                  <c:v>1.4129085847312095</c:v>
                </c:pt>
                <c:pt idx="43">
                  <c:v>1.5066194323674518</c:v>
                </c:pt>
                <c:pt idx="44">
                  <c:v>1.4086133634881959</c:v>
                </c:pt>
                <c:pt idx="45">
                  <c:v>1.3537119342334207</c:v>
                </c:pt>
                <c:pt idx="46">
                  <c:v>1.165600458470641</c:v>
                </c:pt>
                <c:pt idx="47">
                  <c:v>1.1778999416033082</c:v>
                </c:pt>
                <c:pt idx="48">
                  <c:v>1.2911975572182275</c:v>
                </c:pt>
                <c:pt idx="49">
                  <c:v>1.2309743949510032</c:v>
                </c:pt>
                <c:pt idx="50">
                  <c:v>1.0195584772384152</c:v>
                </c:pt>
                <c:pt idx="51">
                  <c:v>0.83025651978862336</c:v>
                </c:pt>
                <c:pt idx="52">
                  <c:v>0.70508231953964207</c:v>
                </c:pt>
                <c:pt idx="53">
                  <c:v>0.66998030526802932</c:v>
                </c:pt>
                <c:pt idx="54">
                  <c:v>0.66201065968908512</c:v>
                </c:pt>
                <c:pt idx="55">
                  <c:v>0.66546111566460131</c:v>
                </c:pt>
                <c:pt idx="56">
                  <c:v>0.66436473879576308</c:v>
                </c:pt>
                <c:pt idx="57">
                  <c:v>0.66707025824771837</c:v>
                </c:pt>
                <c:pt idx="58">
                  <c:v>0.66723886106653363</c:v>
                </c:pt>
                <c:pt idx="59">
                  <c:v>0.66516030518201241</c:v>
                </c:pt>
                <c:pt idx="60">
                  <c:v>0.67317729173812357</c:v>
                </c:pt>
                <c:pt idx="61">
                  <c:v>0.68530083530734975</c:v>
                </c:pt>
                <c:pt idx="62">
                  <c:v>0.71002439973570008</c:v>
                </c:pt>
                <c:pt idx="63">
                  <c:v>0.81842891266851514</c:v>
                </c:pt>
                <c:pt idx="64">
                  <c:v>0.92531533613010808</c:v>
                </c:pt>
                <c:pt idx="65">
                  <c:v>0.99087759293046518</c:v>
                </c:pt>
                <c:pt idx="66">
                  <c:v>1.0131203257109829</c:v>
                </c:pt>
                <c:pt idx="67">
                  <c:v>0.97516260218393369</c:v>
                </c:pt>
                <c:pt idx="68">
                  <c:v>1.0537672191340786</c:v>
                </c:pt>
                <c:pt idx="69">
                  <c:v>1.0152505431879055</c:v>
                </c:pt>
                <c:pt idx="70">
                  <c:v>0.8892500816054717</c:v>
                </c:pt>
                <c:pt idx="71">
                  <c:v>0.8273962171618221</c:v>
                </c:pt>
                <c:pt idx="72">
                  <c:v>0.77347900271124337</c:v>
                </c:pt>
                <c:pt idx="73">
                  <c:v>0.73201029111253946</c:v>
                </c:pt>
                <c:pt idx="74">
                  <c:v>0.6928999159879492</c:v>
                </c:pt>
                <c:pt idx="75">
                  <c:v>0.65778365514972736</c:v>
                </c:pt>
                <c:pt idx="76">
                  <c:v>0.63568955864863985</c:v>
                </c:pt>
                <c:pt idx="77">
                  <c:v>0.6262807133681243</c:v>
                </c:pt>
                <c:pt idx="78">
                  <c:v>0.62380489806130945</c:v>
                </c:pt>
                <c:pt idx="79">
                  <c:v>0.62147363559793545</c:v>
                </c:pt>
                <c:pt idx="80">
                  <c:v>0.61828985605876274</c:v>
                </c:pt>
                <c:pt idx="81">
                  <c:v>0.61920185768903802</c:v>
                </c:pt>
                <c:pt idx="82">
                  <c:v>0.62092083402721432</c:v>
                </c:pt>
                <c:pt idx="83">
                  <c:v>0.61639695222773605</c:v>
                </c:pt>
                <c:pt idx="84">
                  <c:v>0.61240194258972025</c:v>
                </c:pt>
                <c:pt idx="85">
                  <c:v>0.61426267799748868</c:v>
                </c:pt>
                <c:pt idx="86">
                  <c:v>0.61882804145855241</c:v>
                </c:pt>
                <c:pt idx="87">
                  <c:v>0.61970839151867263</c:v>
                </c:pt>
                <c:pt idx="88">
                  <c:v>0.62012952303190716</c:v>
                </c:pt>
                <c:pt idx="89">
                  <c:v>0.61947390228227783</c:v>
                </c:pt>
                <c:pt idx="90">
                  <c:v>0.62008421191377272</c:v>
                </c:pt>
                <c:pt idx="91">
                  <c:v>0.62322587632512838</c:v>
                </c:pt>
                <c:pt idx="92">
                  <c:v>0.62781755976458409</c:v>
                </c:pt>
                <c:pt idx="93">
                  <c:v>0.62877578170009696</c:v>
                </c:pt>
                <c:pt idx="94">
                  <c:v>0.61936443813154107</c:v>
                </c:pt>
                <c:pt idx="95">
                  <c:v>0.61365207683317258</c:v>
                </c:pt>
                <c:pt idx="96">
                  <c:v>0.6118467405673973</c:v>
                </c:pt>
                <c:pt idx="97">
                  <c:v>0.60925612852983591</c:v>
                </c:pt>
                <c:pt idx="98">
                  <c:v>0.61048313384397912</c:v>
                </c:pt>
                <c:pt idx="99">
                  <c:v>0.61334010113765713</c:v>
                </c:pt>
                <c:pt idx="100">
                  <c:v>0.61448357093370254</c:v>
                </c:pt>
                <c:pt idx="101">
                  <c:v>0.61408730766423536</c:v>
                </c:pt>
                <c:pt idx="102">
                  <c:v>0.61652836138805389</c:v>
                </c:pt>
                <c:pt idx="103">
                  <c:v>0.61774226847842939</c:v>
                </c:pt>
                <c:pt idx="104">
                  <c:v>0.62481604061571228</c:v>
                </c:pt>
                <c:pt idx="105">
                  <c:v>0.6334561602944615</c:v>
                </c:pt>
                <c:pt idx="106">
                  <c:v>0.63822762164812741</c:v>
                </c:pt>
                <c:pt idx="107">
                  <c:v>0.64460276650930393</c:v>
                </c:pt>
                <c:pt idx="108">
                  <c:v>0.67011620897502688</c:v>
                </c:pt>
                <c:pt idx="109">
                  <c:v>0.70435821921269515</c:v>
                </c:pt>
                <c:pt idx="110">
                  <c:v>0.73469108858126153</c:v>
                </c:pt>
                <c:pt idx="111">
                  <c:v>0.7228555201445187</c:v>
                </c:pt>
                <c:pt idx="112">
                  <c:v>0.68321808530319128</c:v>
                </c:pt>
                <c:pt idx="113">
                  <c:v>0.65806571661305246</c:v>
                </c:pt>
                <c:pt idx="114">
                  <c:v>0.64901086530767804</c:v>
                </c:pt>
                <c:pt idx="115">
                  <c:v>0.64506188227851724</c:v>
                </c:pt>
                <c:pt idx="116">
                  <c:v>0.64888820410848846</c:v>
                </c:pt>
                <c:pt idx="117">
                  <c:v>0.65243467419509438</c:v>
                </c:pt>
                <c:pt idx="118">
                  <c:v>0.65070844412502893</c:v>
                </c:pt>
                <c:pt idx="119">
                  <c:v>0.65494453658243179</c:v>
                </c:pt>
                <c:pt idx="120">
                  <c:v>0.67308571683188989</c:v>
                </c:pt>
                <c:pt idx="121">
                  <c:v>0.68774160738081558</c:v>
                </c:pt>
                <c:pt idx="122">
                  <c:v>0.71251729590109347</c:v>
                </c:pt>
                <c:pt idx="123">
                  <c:v>0.72921203457605333</c:v>
                </c:pt>
                <c:pt idx="124">
                  <c:v>0.72848194942617472</c:v>
                </c:pt>
                <c:pt idx="125">
                  <c:v>0.71492765368946221</c:v>
                </c:pt>
                <c:pt idx="126">
                  <c:v>0.69770742068077785</c:v>
                </c:pt>
                <c:pt idx="127">
                  <c:v>0.68837824390843061</c:v>
                </c:pt>
                <c:pt idx="128">
                  <c:v>0.68495154143423354</c:v>
                </c:pt>
                <c:pt idx="129">
                  <c:v>0.68020676274555414</c:v>
                </c:pt>
                <c:pt idx="130">
                  <c:v>0.66433178669275161</c:v>
                </c:pt>
                <c:pt idx="131">
                  <c:v>0.65558105847341197</c:v>
                </c:pt>
                <c:pt idx="132">
                  <c:v>0.65637106300638148</c:v>
                </c:pt>
                <c:pt idx="133">
                  <c:v>0.6495971565876979</c:v>
                </c:pt>
                <c:pt idx="134">
                  <c:v>0.63889621807891506</c:v>
                </c:pt>
                <c:pt idx="135">
                  <c:v>0.63224818861467524</c:v>
                </c:pt>
                <c:pt idx="136">
                  <c:v>0.63068665976485605</c:v>
                </c:pt>
                <c:pt idx="137">
                  <c:v>0.6319808559824226</c:v>
                </c:pt>
                <c:pt idx="138">
                  <c:v>0.62800343318537355</c:v>
                </c:pt>
                <c:pt idx="139">
                  <c:v>0.63336891390943695</c:v>
                </c:pt>
                <c:pt idx="140">
                  <c:v>0.63826834532437793</c:v>
                </c:pt>
                <c:pt idx="141">
                  <c:v>0.64275992726376685</c:v>
                </c:pt>
                <c:pt idx="142">
                  <c:v>0.63737969399070638</c:v>
                </c:pt>
                <c:pt idx="143">
                  <c:v>0.63531072014765588</c:v>
                </c:pt>
                <c:pt idx="144">
                  <c:v>0.62732634178465163</c:v>
                </c:pt>
                <c:pt idx="145">
                  <c:v>0.60491067964060319</c:v>
                </c:pt>
                <c:pt idx="146">
                  <c:v>0.60803483972960426</c:v>
                </c:pt>
                <c:pt idx="147">
                  <c:v>0.61821363653210548</c:v>
                </c:pt>
                <c:pt idx="148">
                  <c:v>0.62231207015610246</c:v>
                </c:pt>
                <c:pt idx="149">
                  <c:v>0.61969005361009888</c:v>
                </c:pt>
                <c:pt idx="150">
                  <c:v>0.61328909277642463</c:v>
                </c:pt>
                <c:pt idx="151">
                  <c:v>0.61137838469012407</c:v>
                </c:pt>
                <c:pt idx="152">
                  <c:v>0.61122074844661822</c:v>
                </c:pt>
                <c:pt idx="153">
                  <c:v>0.61480269560694067</c:v>
                </c:pt>
                <c:pt idx="154">
                  <c:v>0.62201897985791632</c:v>
                </c:pt>
                <c:pt idx="155">
                  <c:v>0.61918351780397063</c:v>
                </c:pt>
                <c:pt idx="156">
                  <c:v>0.61616000719791564</c:v>
                </c:pt>
                <c:pt idx="157">
                  <c:v>0.61895667166872415</c:v>
                </c:pt>
                <c:pt idx="158">
                  <c:v>0.62232542532405166</c:v>
                </c:pt>
                <c:pt idx="159">
                  <c:v>0.62074768329638919</c:v>
                </c:pt>
                <c:pt idx="160">
                  <c:v>0.61437673551959049</c:v>
                </c:pt>
                <c:pt idx="161">
                  <c:v>0.61555027074959456</c:v>
                </c:pt>
                <c:pt idx="162">
                  <c:v>0.62037449163791369</c:v>
                </c:pt>
                <c:pt idx="163">
                  <c:v>0.62992444670984005</c:v>
                </c:pt>
                <c:pt idx="164">
                  <c:v>0.62959620644764502</c:v>
                </c:pt>
                <c:pt idx="165">
                  <c:v>0.62706949445149207</c:v>
                </c:pt>
                <c:pt idx="166">
                  <c:v>0.63108240123998582</c:v>
                </c:pt>
                <c:pt idx="167">
                  <c:v>0.62503541165177501</c:v>
                </c:pt>
                <c:pt idx="168">
                  <c:v>0.62359957989547288</c:v>
                </c:pt>
                <c:pt idx="169">
                  <c:v>0.6281615625640582</c:v>
                </c:pt>
                <c:pt idx="170">
                  <c:v>0.63758091290860375</c:v>
                </c:pt>
                <c:pt idx="171">
                  <c:v>0.64653887649267172</c:v>
                </c:pt>
                <c:pt idx="172">
                  <c:v>0.65206999134200883</c:v>
                </c:pt>
                <c:pt idx="173">
                  <c:v>0.64743892824202054</c:v>
                </c:pt>
                <c:pt idx="174">
                  <c:v>0.6480732246010914</c:v>
                </c:pt>
                <c:pt idx="175">
                  <c:v>0.64925471719474248</c:v>
                </c:pt>
                <c:pt idx="176">
                  <c:v>0.65236997565023003</c:v>
                </c:pt>
                <c:pt idx="177">
                  <c:v>0.66502457145347282</c:v>
                </c:pt>
                <c:pt idx="178">
                  <c:v>0.67090001522374509</c:v>
                </c:pt>
                <c:pt idx="179">
                  <c:v>0.67365034574092797</c:v>
                </c:pt>
                <c:pt idx="180">
                  <c:v>0.6718157880040051</c:v>
                </c:pt>
                <c:pt idx="181">
                  <c:v>0.67471891729635636</c:v>
                </c:pt>
                <c:pt idx="182">
                  <c:v>0.68206891233456657</c:v>
                </c:pt>
                <c:pt idx="183">
                  <c:v>0.69276856612244253</c:v>
                </c:pt>
                <c:pt idx="184">
                  <c:v>0.70252050699182267</c:v>
                </c:pt>
                <c:pt idx="185">
                  <c:v>0.71314122752718756</c:v>
                </c:pt>
                <c:pt idx="186">
                  <c:v>0.7435399615719025</c:v>
                </c:pt>
                <c:pt idx="187">
                  <c:v>0.77759050491160275</c:v>
                </c:pt>
                <c:pt idx="188">
                  <c:v>0.7944359868082802</c:v>
                </c:pt>
                <c:pt idx="189">
                  <c:v>0.78793327509054389</c:v>
                </c:pt>
                <c:pt idx="190">
                  <c:v>0.78085907207763394</c:v>
                </c:pt>
                <c:pt idx="191">
                  <c:v>0.76295216562675683</c:v>
                </c:pt>
                <c:pt idx="192">
                  <c:v>0.75115502813356949</c:v>
                </c:pt>
                <c:pt idx="193">
                  <c:v>0.77344390018308329</c:v>
                </c:pt>
                <c:pt idx="194">
                  <c:v>0.81093401692397249</c:v>
                </c:pt>
                <c:pt idx="195">
                  <c:v>0.84471039686918337</c:v>
                </c:pt>
                <c:pt idx="196">
                  <c:v>0.87443159677858762</c:v>
                </c:pt>
                <c:pt idx="197">
                  <c:v>0.87882864697716367</c:v>
                </c:pt>
                <c:pt idx="198">
                  <c:v>0.86029463860429312</c:v>
                </c:pt>
                <c:pt idx="199">
                  <c:v>0.83879114609248451</c:v>
                </c:pt>
                <c:pt idx="200">
                  <c:v>0.81485136419492799</c:v>
                </c:pt>
                <c:pt idx="201">
                  <c:v>0.77373613663598995</c:v>
                </c:pt>
                <c:pt idx="202">
                  <c:v>0.74567645639282498</c:v>
                </c:pt>
                <c:pt idx="203">
                  <c:v>0.78309583047110676</c:v>
                </c:pt>
                <c:pt idx="204">
                  <c:v>0.82697411716667324</c:v>
                </c:pt>
                <c:pt idx="205">
                  <c:v>0.87707193937420169</c:v>
                </c:pt>
                <c:pt idx="206">
                  <c:v>0.9185754609799972</c:v>
                </c:pt>
                <c:pt idx="207">
                  <c:v>0.95429734320665138</c:v>
                </c:pt>
                <c:pt idx="208">
                  <c:v>0.99055597787516203</c:v>
                </c:pt>
                <c:pt idx="209">
                  <c:v>1.0252009714608847</c:v>
                </c:pt>
                <c:pt idx="210">
                  <c:v>1.0488096353214158</c:v>
                </c:pt>
                <c:pt idx="211">
                  <c:v>1.0491772631501188</c:v>
                </c:pt>
                <c:pt idx="212">
                  <c:v>1.0399056418743933</c:v>
                </c:pt>
                <c:pt idx="213">
                  <c:v>0.9953062037804854</c:v>
                </c:pt>
                <c:pt idx="214">
                  <c:v>0.95952521648614586</c:v>
                </c:pt>
                <c:pt idx="215">
                  <c:v>0.98767583125158498</c:v>
                </c:pt>
                <c:pt idx="216">
                  <c:v>1.0431084787658491</c:v>
                </c:pt>
                <c:pt idx="217">
                  <c:v>1.0774802102382108</c:v>
                </c:pt>
                <c:pt idx="218">
                  <c:v>1.0020806754763687</c:v>
                </c:pt>
                <c:pt idx="219">
                  <c:v>0.95393499656912328</c:v>
                </c:pt>
                <c:pt idx="220">
                  <c:v>0.95281876779753638</c:v>
                </c:pt>
                <c:pt idx="221">
                  <c:v>0.95090998086311362</c:v>
                </c:pt>
                <c:pt idx="222">
                  <c:v>0.95311324954728738</c:v>
                </c:pt>
                <c:pt idx="223">
                  <c:v>0.94392350254670343</c:v>
                </c:pt>
                <c:pt idx="224">
                  <c:v>0.90284880101464626</c:v>
                </c:pt>
                <c:pt idx="225">
                  <c:v>0.81437110784907074</c:v>
                </c:pt>
                <c:pt idx="226">
                  <c:v>0.69095397887789178</c:v>
                </c:pt>
                <c:pt idx="227">
                  <c:v>0.62914303399499583</c:v>
                </c:pt>
                <c:pt idx="228">
                  <c:v>0.60888837420553643</c:v>
                </c:pt>
                <c:pt idx="229">
                  <c:v>0.60388777077212663</c:v>
                </c:pt>
                <c:pt idx="230">
                  <c:v>0.60992496510460836</c:v>
                </c:pt>
                <c:pt idx="231">
                  <c:v>0.61819467998100286</c:v>
                </c:pt>
                <c:pt idx="232">
                  <c:v>0.62107662916683615</c:v>
                </c:pt>
                <c:pt idx="233">
                  <c:v>0.62631746429203228</c:v>
                </c:pt>
                <c:pt idx="234">
                  <c:v>0.62689071071361413</c:v>
                </c:pt>
                <c:pt idx="235">
                  <c:v>0.62718027890002215</c:v>
                </c:pt>
                <c:pt idx="236">
                  <c:v>0.62542737802393256</c:v>
                </c:pt>
                <c:pt idx="237">
                  <c:v>0.62461310610128107</c:v>
                </c:pt>
                <c:pt idx="238">
                  <c:v>0.63219165496529683</c:v>
                </c:pt>
                <c:pt idx="239">
                  <c:v>0.63542957066698669</c:v>
                </c:pt>
                <c:pt idx="240">
                  <c:v>0.64089641784708684</c:v>
                </c:pt>
                <c:pt idx="241">
                  <c:v>0.64599765322206093</c:v>
                </c:pt>
                <c:pt idx="242">
                  <c:v>0.65613346869837985</c:v>
                </c:pt>
                <c:pt idx="243">
                  <c:v>0.66782443290284565</c:v>
                </c:pt>
                <c:pt idx="244">
                  <c:v>0.66922522142579888</c:v>
                </c:pt>
                <c:pt idx="245">
                  <c:v>0.667780538930696</c:v>
                </c:pt>
                <c:pt idx="246">
                  <c:v>0.67147252638966959</c:v>
                </c:pt>
                <c:pt idx="247">
                  <c:v>0.66972966214860241</c:v>
                </c:pt>
                <c:pt idx="248">
                  <c:v>0.68449837886405307</c:v>
                </c:pt>
                <c:pt idx="249">
                  <c:v>0.71775936831134746</c:v>
                </c:pt>
                <c:pt idx="250">
                  <c:v>0.7605888167646131</c:v>
                </c:pt>
                <c:pt idx="251">
                  <c:v>0.87428622171376524</c:v>
                </c:pt>
                <c:pt idx="252">
                  <c:v>1.0370732789625752</c:v>
                </c:pt>
                <c:pt idx="253">
                  <c:v>1.2255178808799809</c:v>
                </c:pt>
                <c:pt idx="254">
                  <c:v>1.4267662406273871</c:v>
                </c:pt>
                <c:pt idx="255">
                  <c:v>1.5651705758338881</c:v>
                </c:pt>
                <c:pt idx="256">
                  <c:v>1.5192290194560993</c:v>
                </c:pt>
                <c:pt idx="257">
                  <c:v>1.5468902543807492</c:v>
                </c:pt>
                <c:pt idx="258">
                  <c:v>1.573803963575088</c:v>
                </c:pt>
                <c:pt idx="259">
                  <c:v>1.6</c:v>
                </c:pt>
                <c:pt idx="260">
                  <c:v>1.2744332854948073</c:v>
                </c:pt>
                <c:pt idx="261">
                  <c:v>0.95641835812889398</c:v>
                </c:pt>
                <c:pt idx="262">
                  <c:v>0.76307227319608262</c:v>
                </c:pt>
                <c:pt idx="263">
                  <c:v>0.7210925589154823</c:v>
                </c:pt>
                <c:pt idx="264">
                  <c:v>0.69885205561986108</c:v>
                </c:pt>
                <c:pt idx="265">
                  <c:v>0.68434814953069811</c:v>
                </c:pt>
                <c:pt idx="266">
                  <c:v>0.67137924379287672</c:v>
                </c:pt>
                <c:pt idx="267">
                  <c:v>0.67656934232472465</c:v>
                </c:pt>
                <c:pt idx="268">
                  <c:v>0.66804001302398652</c:v>
                </c:pt>
                <c:pt idx="269">
                  <c:v>0.67648330950683344</c:v>
                </c:pt>
                <c:pt idx="270">
                  <c:v>0.70079054530164686</c:v>
                </c:pt>
                <c:pt idx="271">
                  <c:v>0.73389522572095689</c:v>
                </c:pt>
                <c:pt idx="272">
                  <c:v>0.73958510835644464</c:v>
                </c:pt>
                <c:pt idx="273">
                  <c:v>0.73109016214015887</c:v>
                </c:pt>
                <c:pt idx="274">
                  <c:v>0.73961497712927993</c:v>
                </c:pt>
                <c:pt idx="275">
                  <c:v>0.78772767230961416</c:v>
                </c:pt>
                <c:pt idx="276">
                  <c:v>0.89644132466948145</c:v>
                </c:pt>
                <c:pt idx="277">
                  <c:v>1.0673348522502966</c:v>
                </c:pt>
                <c:pt idx="278">
                  <c:v>1.5261460516897696</c:v>
                </c:pt>
                <c:pt idx="279">
                  <c:v>1.6580961388041238</c:v>
                </c:pt>
                <c:pt idx="280">
                  <c:v>1.4251738508048939</c:v>
                </c:pt>
                <c:pt idx="281">
                  <c:v>1.0825615383686118</c:v>
                </c:pt>
                <c:pt idx="282">
                  <c:v>0.84363053558172518</c:v>
                </c:pt>
                <c:pt idx="283">
                  <c:v>0.74084059296835014</c:v>
                </c:pt>
                <c:pt idx="284">
                  <c:v>0.69126170313545265</c:v>
                </c:pt>
                <c:pt idx="285">
                  <c:v>0.65815810978767897</c:v>
                </c:pt>
                <c:pt idx="286">
                  <c:v>0.66971309913137378</c:v>
                </c:pt>
                <c:pt idx="287">
                  <c:v>0.69573490368340629</c:v>
                </c:pt>
                <c:pt idx="288">
                  <c:v>0.68542491958200535</c:v>
                </c:pt>
                <c:pt idx="289">
                  <c:v>0.66368127913233133</c:v>
                </c:pt>
                <c:pt idx="290">
                  <c:v>0.66095236194792328</c:v>
                </c:pt>
                <c:pt idx="291">
                  <c:v>0.63399949446034654</c:v>
                </c:pt>
                <c:pt idx="292">
                  <c:v>0.59691532654925317</c:v>
                </c:pt>
                <c:pt idx="293">
                  <c:v>0.56542680057153238</c:v>
                </c:pt>
                <c:pt idx="294">
                  <c:v>0.5691353984835833</c:v>
                </c:pt>
                <c:pt idx="295">
                  <c:v>0.58340265898172183</c:v>
                </c:pt>
                <c:pt idx="296">
                  <c:v>0.5941002478278018</c:v>
                </c:pt>
                <c:pt idx="297">
                  <c:v>0.60320369024261034</c:v>
                </c:pt>
                <c:pt idx="298">
                  <c:v>0.6007396267967593</c:v>
                </c:pt>
                <c:pt idx="299">
                  <c:v>0.59860497517974542</c:v>
                </c:pt>
                <c:pt idx="300">
                  <c:v>0.6143346984632746</c:v>
                </c:pt>
                <c:pt idx="301">
                  <c:v>0.61434389805321377</c:v>
                </c:pt>
                <c:pt idx="302">
                  <c:v>0.60598023697226588</c:v>
                </c:pt>
                <c:pt idx="303">
                  <c:v>0.60969676210643498</c:v>
                </c:pt>
                <c:pt idx="304">
                  <c:v>0.62081324754549527</c:v>
                </c:pt>
                <c:pt idx="305">
                  <c:v>0.62028682425973036</c:v>
                </c:pt>
                <c:pt idx="306">
                  <c:v>0.62123835378756598</c:v>
                </c:pt>
                <c:pt idx="307">
                  <c:v>0.61645078499846973</c:v>
                </c:pt>
                <c:pt idx="308">
                  <c:v>0.61982774209091018</c:v>
                </c:pt>
                <c:pt idx="309">
                  <c:v>0.61247747232007532</c:v>
                </c:pt>
                <c:pt idx="310">
                  <c:v>0.60298684393019097</c:v>
                </c:pt>
                <c:pt idx="311">
                  <c:v>0.5951235477949699</c:v>
                </c:pt>
                <c:pt idx="312">
                  <c:v>0.59158407202545449</c:v>
                </c:pt>
                <c:pt idx="313">
                  <c:v>0.60516570761130961</c:v>
                </c:pt>
                <c:pt idx="314">
                  <c:v>0.61455580189606784</c:v>
                </c:pt>
                <c:pt idx="315">
                  <c:v>0.61515498782100386</c:v>
                </c:pt>
                <c:pt idx="316">
                  <c:v>0.62143682340272266</c:v>
                </c:pt>
                <c:pt idx="317">
                  <c:v>0.62685516742735836</c:v>
                </c:pt>
                <c:pt idx="318">
                  <c:v>0.64653318023782069</c:v>
                </c:pt>
                <c:pt idx="319">
                  <c:v>0.67010827928229189</c:v>
                </c:pt>
                <c:pt idx="320">
                  <c:v>0.68215506374208001</c:v>
                </c:pt>
                <c:pt idx="321">
                  <c:v>0.7291880636604271</c:v>
                </c:pt>
                <c:pt idx="322">
                  <c:v>0.7874568136125959</c:v>
                </c:pt>
                <c:pt idx="323">
                  <c:v>0.83750724740710902</c:v>
                </c:pt>
                <c:pt idx="324">
                  <c:v>0.80643097922708284</c:v>
                </c:pt>
                <c:pt idx="325">
                  <c:v>0.75594464160540109</c:v>
                </c:pt>
                <c:pt idx="326">
                  <c:v>0.73365692382820957</c:v>
                </c:pt>
                <c:pt idx="327">
                  <c:v>0.73879076344330386</c:v>
                </c:pt>
                <c:pt idx="328">
                  <c:v>0.77053195572881805</c:v>
                </c:pt>
                <c:pt idx="329">
                  <c:v>0.88547434615532872</c:v>
                </c:pt>
                <c:pt idx="330">
                  <c:v>1.0821001456786548</c:v>
                </c:pt>
                <c:pt idx="331">
                  <c:v>1.2534654385883806</c:v>
                </c:pt>
                <c:pt idx="332">
                  <c:v>1.296853554845677</c:v>
                </c:pt>
                <c:pt idx="333">
                  <c:v>1.3394737163337513</c:v>
                </c:pt>
                <c:pt idx="334">
                  <c:v>1.3070205119567762</c:v>
                </c:pt>
                <c:pt idx="335">
                  <c:v>1.265941699317815</c:v>
                </c:pt>
                <c:pt idx="336">
                  <c:v>1.0661753303606445</c:v>
                </c:pt>
                <c:pt idx="337">
                  <c:v>0.82370512307800225</c:v>
                </c:pt>
                <c:pt idx="338">
                  <c:v>0.70400109842451641</c:v>
                </c:pt>
                <c:pt idx="339">
                  <c:v>0.64958485093790463</c:v>
                </c:pt>
                <c:pt idx="340">
                  <c:v>0.62699083197861827</c:v>
                </c:pt>
                <c:pt idx="341">
                  <c:v>0.62136567951189392</c:v>
                </c:pt>
                <c:pt idx="342">
                  <c:v>0.61927238491383152</c:v>
                </c:pt>
                <c:pt idx="343">
                  <c:v>0.61728167626842034</c:v>
                </c:pt>
                <c:pt idx="344">
                  <c:v>0.61652911838514202</c:v>
                </c:pt>
                <c:pt idx="345">
                  <c:v>0.62064264846804029</c:v>
                </c:pt>
                <c:pt idx="346">
                  <c:v>0.61890741349266543</c:v>
                </c:pt>
                <c:pt idx="347">
                  <c:v>0.61882874509031061</c:v>
                </c:pt>
                <c:pt idx="348">
                  <c:v>0.61670418038537766</c:v>
                </c:pt>
                <c:pt idx="349">
                  <c:v>0.61327244180522622</c:v>
                </c:pt>
                <c:pt idx="350">
                  <c:v>0.61318635661025189</c:v>
                </c:pt>
                <c:pt idx="351">
                  <c:v>0.61991722389031267</c:v>
                </c:pt>
                <c:pt idx="352">
                  <c:v>0.61974456135343203</c:v>
                </c:pt>
                <c:pt idx="353">
                  <c:v>0.61701103103272203</c:v>
                </c:pt>
                <c:pt idx="354">
                  <c:v>0.61655998034606285</c:v>
                </c:pt>
                <c:pt idx="355">
                  <c:v>0.61304370811849374</c:v>
                </c:pt>
                <c:pt idx="356">
                  <c:v>0.61770716199728193</c:v>
                </c:pt>
                <c:pt idx="357">
                  <c:v>0.62444861043638</c:v>
                </c:pt>
                <c:pt idx="358">
                  <c:v>0.62237090444415077</c:v>
                </c:pt>
                <c:pt idx="359">
                  <c:v>0.61636636994067417</c:v>
                </c:pt>
                <c:pt idx="360">
                  <c:v>0.62632339377314039</c:v>
                </c:pt>
                <c:pt idx="361">
                  <c:v>0.63195826465940064</c:v>
                </c:pt>
                <c:pt idx="362">
                  <c:v>0.63000918690084973</c:v>
                </c:pt>
                <c:pt idx="363">
                  <c:v>0.62913118293875447</c:v>
                </c:pt>
                <c:pt idx="364">
                  <c:v>0.63901304862168173</c:v>
                </c:pt>
                <c:pt idx="365">
                  <c:v>0.63600039390728891</c:v>
                </c:pt>
                <c:pt idx="366">
                  <c:v>0.63200728170322773</c:v>
                </c:pt>
                <c:pt idx="367">
                  <c:v>0.63634229569395695</c:v>
                </c:pt>
                <c:pt idx="368">
                  <c:v>0.63429394063321276</c:v>
                </c:pt>
                <c:pt idx="369">
                  <c:v>0.63357624019287551</c:v>
                </c:pt>
                <c:pt idx="370">
                  <c:v>0.62999734968006427</c:v>
                </c:pt>
                <c:pt idx="371">
                  <c:v>0.62821936907538101</c:v>
                </c:pt>
                <c:pt idx="372">
                  <c:v>0.63139853152526437</c:v>
                </c:pt>
                <c:pt idx="373">
                  <c:v>0.62655459610050745</c:v>
                </c:pt>
                <c:pt idx="374">
                  <c:v>0.6168590090195788</c:v>
                </c:pt>
                <c:pt idx="375">
                  <c:v>0.6291462062673886</c:v>
                </c:pt>
                <c:pt idx="376">
                  <c:v>0.63060183458461727</c:v>
                </c:pt>
                <c:pt idx="377">
                  <c:v>0.62833446623317057</c:v>
                </c:pt>
                <c:pt idx="378">
                  <c:v>0.62710938404740002</c:v>
                </c:pt>
                <c:pt idx="379">
                  <c:v>0.62209474874400938</c:v>
                </c:pt>
                <c:pt idx="380">
                  <c:v>0.6187400321469585</c:v>
                </c:pt>
                <c:pt idx="381">
                  <c:v>0.62323750206108763</c:v>
                </c:pt>
                <c:pt idx="382">
                  <c:v>0.6202776157755695</c:v>
                </c:pt>
                <c:pt idx="383">
                  <c:v>0.63595912076578909</c:v>
                </c:pt>
                <c:pt idx="384">
                  <c:v>0.6391927395701692</c:v>
                </c:pt>
                <c:pt idx="385">
                  <c:v>0.63372835510122272</c:v>
                </c:pt>
                <c:pt idx="386">
                  <c:v>0.62906901825881723</c:v>
                </c:pt>
                <c:pt idx="387">
                  <c:v>0.62236011476502773</c:v>
                </c:pt>
                <c:pt idx="388">
                  <c:v>0.61732326762540624</c:v>
                </c:pt>
                <c:pt idx="389">
                  <c:v>0.61322778490650742</c:v>
                </c:pt>
                <c:pt idx="390">
                  <c:v>0.61328194577519568</c:v>
                </c:pt>
                <c:pt idx="391">
                  <c:v>0.61308861405541915</c:v>
                </c:pt>
                <c:pt idx="392">
                  <c:v>0.61415007418650525</c:v>
                </c:pt>
                <c:pt idx="393">
                  <c:v>0.61682637117906602</c:v>
                </c:pt>
                <c:pt idx="394">
                  <c:v>0.61751679600630627</c:v>
                </c:pt>
                <c:pt idx="395">
                  <c:v>0.61826567958779133</c:v>
                </c:pt>
                <c:pt idx="396">
                  <c:v>0.62013177228174088</c:v>
                </c:pt>
                <c:pt idx="397">
                  <c:v>0.62560792479419325</c:v>
                </c:pt>
                <c:pt idx="398">
                  <c:v>0.62608609000971294</c:v>
                </c:pt>
                <c:pt idx="399">
                  <c:v>0.63137196152041886</c:v>
                </c:pt>
                <c:pt idx="400">
                  <c:v>0.63764943399228891</c:v>
                </c:pt>
                <c:pt idx="401">
                  <c:v>0.63922994113464138</c:v>
                </c:pt>
                <c:pt idx="402">
                  <c:v>0.64443033719868037</c:v>
                </c:pt>
                <c:pt idx="403">
                  <c:v>0.65469672380198718</c:v>
                </c:pt>
                <c:pt idx="404">
                  <c:v>0.651603953891849</c:v>
                </c:pt>
                <c:pt idx="405">
                  <c:v>0.65164846848302105</c:v>
                </c:pt>
                <c:pt idx="406">
                  <c:v>0.65074699365820654</c:v>
                </c:pt>
                <c:pt idx="407">
                  <c:v>0.6481704759972392</c:v>
                </c:pt>
                <c:pt idx="408">
                  <c:v>0.65090793558742999</c:v>
                </c:pt>
                <c:pt idx="409">
                  <c:v>0.64293770101336234</c:v>
                </c:pt>
                <c:pt idx="410">
                  <c:v>0.64272439781296686</c:v>
                </c:pt>
                <c:pt idx="411">
                  <c:v>0.63948996469318131</c:v>
                </c:pt>
                <c:pt idx="412">
                  <c:v>0.63248519985703466</c:v>
                </c:pt>
                <c:pt idx="413">
                  <c:v>0.62677871862743173</c:v>
                </c:pt>
                <c:pt idx="414">
                  <c:v>0.62093806707580823</c:v>
                </c:pt>
                <c:pt idx="415">
                  <c:v>0.61686546227151806</c:v>
                </c:pt>
                <c:pt idx="416">
                  <c:v>0.62166131751046294</c:v>
                </c:pt>
                <c:pt idx="417">
                  <c:v>0.62005213737396525</c:v>
                </c:pt>
                <c:pt idx="418">
                  <c:v>0.61203116225356202</c:v>
                </c:pt>
                <c:pt idx="419">
                  <c:v>0.61400512505607707</c:v>
                </c:pt>
                <c:pt idx="420">
                  <c:v>0.60907224049697084</c:v>
                </c:pt>
                <c:pt idx="421">
                  <c:v>0.61025643001627927</c:v>
                </c:pt>
                <c:pt idx="422">
                  <c:v>0.60526963313256799</c:v>
                </c:pt>
                <c:pt idx="423">
                  <c:v>0.61317436522295765</c:v>
                </c:pt>
                <c:pt idx="424">
                  <c:v>0.62071373306405797</c:v>
                </c:pt>
                <c:pt idx="425">
                  <c:v>0.62316719225060146</c:v>
                </c:pt>
                <c:pt idx="426">
                  <c:v>0.60944198910341629</c:v>
                </c:pt>
                <c:pt idx="427">
                  <c:v>0.61421327949037707</c:v>
                </c:pt>
                <c:pt idx="428">
                  <c:v>0.61391705743791891</c:v>
                </c:pt>
                <c:pt idx="429">
                  <c:v>0.60372499663324064</c:v>
                </c:pt>
                <c:pt idx="430">
                  <c:v>0.6024825885036722</c:v>
                </c:pt>
                <c:pt idx="431">
                  <c:v>0.62059315904221835</c:v>
                </c:pt>
                <c:pt idx="432">
                  <c:v>0.64329773515325916</c:v>
                </c:pt>
                <c:pt idx="433">
                  <c:v>0.63472847672673915</c:v>
                </c:pt>
                <c:pt idx="434">
                  <c:v>0.61804857756649922</c:v>
                </c:pt>
                <c:pt idx="435">
                  <c:v>0.57139815765171553</c:v>
                </c:pt>
                <c:pt idx="436">
                  <c:v>0.61124350283037054</c:v>
                </c:pt>
                <c:pt idx="437">
                  <c:v>0.58036207443481602</c:v>
                </c:pt>
                <c:pt idx="438">
                  <c:v>0.57482228870760521</c:v>
                </c:pt>
                <c:pt idx="439">
                  <c:v>0.57555875793214351</c:v>
                </c:pt>
                <c:pt idx="440">
                  <c:v>0.58955497097811516</c:v>
                </c:pt>
                <c:pt idx="441">
                  <c:v>0.57627119694624451</c:v>
                </c:pt>
                <c:pt idx="442">
                  <c:v>0.59638359291903265</c:v>
                </c:pt>
                <c:pt idx="443">
                  <c:v>0.61082566217915102</c:v>
                </c:pt>
                <c:pt idx="444">
                  <c:v>0.59443316892120823</c:v>
                </c:pt>
                <c:pt idx="445">
                  <c:v>0.57773346232932665</c:v>
                </c:pt>
                <c:pt idx="446">
                  <c:v>0.58212107872345953</c:v>
                </c:pt>
                <c:pt idx="447">
                  <c:v>0.61247778757082094</c:v>
                </c:pt>
                <c:pt idx="448">
                  <c:v>0.60784491894383508</c:v>
                </c:pt>
                <c:pt idx="449">
                  <c:v>0.59848774414994232</c:v>
                </c:pt>
                <c:pt idx="450">
                  <c:v>0.58952484130811122</c:v>
                </c:pt>
                <c:pt idx="451">
                  <c:v>0.59541651703291676</c:v>
                </c:pt>
                <c:pt idx="452">
                  <c:v>0.60563468460172887</c:v>
                </c:pt>
                <c:pt idx="453">
                  <c:v>0.60788210420223432</c:v>
                </c:pt>
                <c:pt idx="454">
                  <c:v>0.61325833260492946</c:v>
                </c:pt>
                <c:pt idx="455">
                  <c:v>0.61490070597667024</c:v>
                </c:pt>
                <c:pt idx="456">
                  <c:v>0.62452215181407023</c:v>
                </c:pt>
                <c:pt idx="457">
                  <c:v>0.62945809104419381</c:v>
                </c:pt>
                <c:pt idx="458">
                  <c:v>0.62353410656507713</c:v>
                </c:pt>
                <c:pt idx="459">
                  <c:v>0.61933099190510399</c:v>
                </c:pt>
                <c:pt idx="460">
                  <c:v>0.61369534030383099</c:v>
                </c:pt>
                <c:pt idx="461">
                  <c:v>0.60053310006678884</c:v>
                </c:pt>
                <c:pt idx="462">
                  <c:v>0.60806356905381986</c:v>
                </c:pt>
                <c:pt idx="463">
                  <c:v>0.61302857608270589</c:v>
                </c:pt>
                <c:pt idx="464">
                  <c:v>0.61021268724589794</c:v>
                </c:pt>
                <c:pt idx="465">
                  <c:v>0.60860206229250369</c:v>
                </c:pt>
                <c:pt idx="466">
                  <c:v>0.61259741386393007</c:v>
                </c:pt>
                <c:pt idx="467">
                  <c:v>0.61542081140031446</c:v>
                </c:pt>
                <c:pt idx="468">
                  <c:v>0.62387161855923157</c:v>
                </c:pt>
                <c:pt idx="469">
                  <c:v>0.62303144468660621</c:v>
                </c:pt>
                <c:pt idx="470">
                  <c:v>0.62098391975321721</c:v>
                </c:pt>
                <c:pt idx="471">
                  <c:v>0.61899442269844585</c:v>
                </c:pt>
                <c:pt idx="472">
                  <c:v>0.61892719226514836</c:v>
                </c:pt>
                <c:pt idx="473">
                  <c:v>0.61647176350263022</c:v>
                </c:pt>
                <c:pt idx="474">
                  <c:v>0.61463353541690136</c:v>
                </c:pt>
                <c:pt idx="475">
                  <c:v>0.61474335632475141</c:v>
                </c:pt>
                <c:pt idx="476">
                  <c:v>0.61828264383324161</c:v>
                </c:pt>
                <c:pt idx="477">
                  <c:v>0.6267004969126535</c:v>
                </c:pt>
                <c:pt idx="478">
                  <c:v>0.63443165876142971</c:v>
                </c:pt>
                <c:pt idx="479">
                  <c:v>0.63033048571716066</c:v>
                </c:pt>
                <c:pt idx="480">
                  <c:v>0.62021660339146079</c:v>
                </c:pt>
                <c:pt idx="481">
                  <c:v>0.61679594701150042</c:v>
                </c:pt>
                <c:pt idx="482">
                  <c:v>0.62481769098795403</c:v>
                </c:pt>
                <c:pt idx="483">
                  <c:v>0.62349279191720963</c:v>
                </c:pt>
                <c:pt idx="484">
                  <c:v>0.62959725201281358</c:v>
                </c:pt>
                <c:pt idx="485">
                  <c:v>0.63013209120876468</c:v>
                </c:pt>
                <c:pt idx="486">
                  <c:v>0.63065729499791512</c:v>
                </c:pt>
                <c:pt idx="487">
                  <c:v>0.63541394846076049</c:v>
                </c:pt>
                <c:pt idx="488">
                  <c:v>0.63513123080152611</c:v>
                </c:pt>
                <c:pt idx="489">
                  <c:v>0.63121427487632364</c:v>
                </c:pt>
                <c:pt idx="490">
                  <c:v>0.63380510235169873</c:v>
                </c:pt>
                <c:pt idx="491">
                  <c:v>0.63857375708430675</c:v>
                </c:pt>
                <c:pt idx="492">
                  <c:v>0.63987800179585796</c:v>
                </c:pt>
                <c:pt idx="493">
                  <c:v>0.64488623918913268</c:v>
                </c:pt>
                <c:pt idx="494">
                  <c:v>0.64947789100468933</c:v>
                </c:pt>
                <c:pt idx="495">
                  <c:v>0.65002804012086135</c:v>
                </c:pt>
                <c:pt idx="496">
                  <c:v>0.64278379540172048</c:v>
                </c:pt>
                <c:pt idx="497">
                  <c:v>0.64356650271993998</c:v>
                </c:pt>
                <c:pt idx="498">
                  <c:v>0.64839513613045041</c:v>
                </c:pt>
                <c:pt idx="499">
                  <c:v>0.64611863044861606</c:v>
                </c:pt>
                <c:pt idx="500">
                  <c:v>0.64389981071198876</c:v>
                </c:pt>
                <c:pt idx="501">
                  <c:v>0.64661679778040704</c:v>
                </c:pt>
                <c:pt idx="502">
                  <c:v>0.64970912100296829</c:v>
                </c:pt>
                <c:pt idx="503">
                  <c:v>0.65275575164411082</c:v>
                </c:pt>
                <c:pt idx="504">
                  <c:v>0.66613273217776658</c:v>
                </c:pt>
                <c:pt idx="505">
                  <c:v>0.68433062198454264</c:v>
                </c:pt>
                <c:pt idx="506">
                  <c:v>0.70107852834010509</c:v>
                </c:pt>
                <c:pt idx="507">
                  <c:v>0.73193729524711126</c:v>
                </c:pt>
                <c:pt idx="508">
                  <c:v>0.76493201146277789</c:v>
                </c:pt>
                <c:pt idx="509">
                  <c:v>0.81756739859338146</c:v>
                </c:pt>
                <c:pt idx="510">
                  <c:v>0.88523530110094772</c:v>
                </c:pt>
                <c:pt idx="511">
                  <c:v>0.92841830474775167</c:v>
                </c:pt>
                <c:pt idx="512">
                  <c:v>0.96502429632555087</c:v>
                </c:pt>
                <c:pt idx="513">
                  <c:v>0.9857665699586744</c:v>
                </c:pt>
                <c:pt idx="514">
                  <c:v>0.98718575568501232</c:v>
                </c:pt>
                <c:pt idx="515">
                  <c:v>0.98080430580892464</c:v>
                </c:pt>
                <c:pt idx="516">
                  <c:v>0.96447511569129274</c:v>
                </c:pt>
                <c:pt idx="517">
                  <c:v>0.93714934708981379</c:v>
                </c:pt>
                <c:pt idx="518">
                  <c:v>0.90667921418658248</c:v>
                </c:pt>
                <c:pt idx="519">
                  <c:v>0.8745627410887501</c:v>
                </c:pt>
                <c:pt idx="520">
                  <c:v>0.84419293500586656</c:v>
                </c:pt>
                <c:pt idx="521">
                  <c:v>0.82030656587413153</c:v>
                </c:pt>
                <c:pt idx="522">
                  <c:v>0.81156916712832294</c:v>
                </c:pt>
                <c:pt idx="523">
                  <c:v>0.80709563452942712</c:v>
                </c:pt>
                <c:pt idx="524">
                  <c:v>0.80631420797912701</c:v>
                </c:pt>
                <c:pt idx="525">
                  <c:v>0.80954348245034857</c:v>
                </c:pt>
                <c:pt idx="526">
                  <c:v>0.81091333489386741</c:v>
                </c:pt>
                <c:pt idx="527">
                  <c:v>0.8150317627281608</c:v>
                </c:pt>
                <c:pt idx="528">
                  <c:v>0.82146382665498785</c:v>
                </c:pt>
                <c:pt idx="529">
                  <c:v>0.83472638401520671</c:v>
                </c:pt>
                <c:pt idx="530">
                  <c:v>0.85129725978280568</c:v>
                </c:pt>
                <c:pt idx="531">
                  <c:v>0.86253172904870812</c:v>
                </c:pt>
                <c:pt idx="532">
                  <c:v>0.87256588159493464</c:v>
                </c:pt>
                <c:pt idx="533">
                  <c:v>0.88280753435604664</c:v>
                </c:pt>
                <c:pt idx="534">
                  <c:v>0.90699523181171982</c:v>
                </c:pt>
                <c:pt idx="535">
                  <c:v>0.92958269671788707</c:v>
                </c:pt>
                <c:pt idx="536">
                  <c:v>0.9469524079923215</c:v>
                </c:pt>
                <c:pt idx="537">
                  <c:v>0.96575645284083</c:v>
                </c:pt>
                <c:pt idx="538">
                  <c:v>1.0024099751391877</c:v>
                </c:pt>
                <c:pt idx="539">
                  <c:v>1.0517263391725178</c:v>
                </c:pt>
                <c:pt idx="540">
                  <c:v>1.0836752372282603</c:v>
                </c:pt>
                <c:pt idx="541">
                  <c:v>1.1394598903650008</c:v>
                </c:pt>
                <c:pt idx="542">
                  <c:v>1.2081022833277468</c:v>
                </c:pt>
                <c:pt idx="543">
                  <c:v>1.2635539051815567</c:v>
                </c:pt>
                <c:pt idx="544">
                  <c:v>1.3284802369920312</c:v>
                </c:pt>
                <c:pt idx="545">
                  <c:v>1.3836326335112017</c:v>
                </c:pt>
                <c:pt idx="546">
                  <c:v>1.4616288066399061</c:v>
                </c:pt>
                <c:pt idx="547">
                  <c:v>1.5324786742654251</c:v>
                </c:pt>
                <c:pt idx="548">
                  <c:v>1.584507767999739</c:v>
                </c:pt>
                <c:pt idx="549">
                  <c:v>1.6488232525724293</c:v>
                </c:pt>
                <c:pt idx="550">
                  <c:v>1.728782194631564</c:v>
                </c:pt>
                <c:pt idx="551">
                  <c:v>1.7578923733717402</c:v>
                </c:pt>
                <c:pt idx="552">
                  <c:v>1.7527582965774018</c:v>
                </c:pt>
                <c:pt idx="553">
                  <c:v>1.7476214368799301</c:v>
                </c:pt>
                <c:pt idx="554">
                  <c:v>1.7250662599748896</c:v>
                </c:pt>
                <c:pt idx="555">
                  <c:v>1.6584260393210308</c:v>
                </c:pt>
                <c:pt idx="556">
                  <c:v>1.5926012725330561</c:v>
                </c:pt>
                <c:pt idx="557">
                  <c:v>1.5160006620779534</c:v>
                </c:pt>
                <c:pt idx="558">
                  <c:v>1.4476108808223622</c:v>
                </c:pt>
                <c:pt idx="559">
                  <c:v>1.358376396123997</c:v>
                </c:pt>
                <c:pt idx="560">
                  <c:v>1.2754677032390513</c:v>
                </c:pt>
                <c:pt idx="561">
                  <c:v>1.207600665037952</c:v>
                </c:pt>
                <c:pt idx="562">
                  <c:v>1.1423068635182716</c:v>
                </c:pt>
                <c:pt idx="563">
                  <c:v>1.0895899183515205</c:v>
                </c:pt>
                <c:pt idx="564">
                  <c:v>1.0223998529615173</c:v>
                </c:pt>
                <c:pt idx="565">
                  <c:v>0.91941570798289118</c:v>
                </c:pt>
                <c:pt idx="566">
                  <c:v>0.83963438155385539</c:v>
                </c:pt>
                <c:pt idx="567">
                  <c:v>0.78991185597059543</c:v>
                </c:pt>
                <c:pt idx="568">
                  <c:v>0.78623649477664892</c:v>
                </c:pt>
                <c:pt idx="569">
                  <c:v>0.78632369767881194</c:v>
                </c:pt>
                <c:pt idx="570">
                  <c:v>0.73392232740260832</c:v>
                </c:pt>
                <c:pt idx="571">
                  <c:v>0.68442634752755183</c:v>
                </c:pt>
                <c:pt idx="572">
                  <c:v>0.70359596465131147</c:v>
                </c:pt>
                <c:pt idx="573">
                  <c:v>0.72592408986576085</c:v>
                </c:pt>
                <c:pt idx="574">
                  <c:v>0.71546715741055156</c:v>
                </c:pt>
                <c:pt idx="575">
                  <c:v>0.64727903780744667</c:v>
                </c:pt>
                <c:pt idx="576">
                  <c:v>0.59095490862052946</c:v>
                </c:pt>
                <c:pt idx="577">
                  <c:v>0.66292903353505794</c:v>
                </c:pt>
                <c:pt idx="578">
                  <c:v>0.70874431173018348</c:v>
                </c:pt>
                <c:pt idx="579">
                  <c:v>0.64563309291158522</c:v>
                </c:pt>
                <c:pt idx="580">
                  <c:v>0.64978412103301109</c:v>
                </c:pt>
                <c:pt idx="581">
                  <c:v>0.65957982147296901</c:v>
                </c:pt>
                <c:pt idx="582">
                  <c:v>0.58766978831973815</c:v>
                </c:pt>
                <c:pt idx="583">
                  <c:v>0.49182566952380158</c:v>
                </c:pt>
                <c:pt idx="584">
                  <c:v>0.45298692788176109</c:v>
                </c:pt>
                <c:pt idx="585">
                  <c:v>0.30483852615679102</c:v>
                </c:pt>
                <c:pt idx="586">
                  <c:v>0.52069087372848999</c:v>
                </c:pt>
                <c:pt idx="587">
                  <c:v>0.80338082252117471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E-1251-45ED-B486-8EADCA04E34F}"/>
            </c:ext>
          </c:extLst>
        </c:ser>
        <c:ser>
          <c:idx val="31"/>
          <c:order val="31"/>
          <c:tx>
            <c:strRef>
              <c:f>'Fully separated 3%'!$AD$1</c:f>
              <c:strCache>
                <c:ptCount val="1"/>
                <c:pt idx="0">
                  <c:v>3F_8/O-PTIR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3%'!$A$2:$A$589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3%'!$AD$2:$AD$589</c:f>
              <c:numCache>
                <c:formatCode>General</c:formatCode>
                <c:ptCount val="588"/>
                <c:pt idx="0">
                  <c:v>0.37430106974942179</c:v>
                </c:pt>
                <c:pt idx="1">
                  <c:v>0.40299174393540532</c:v>
                </c:pt>
                <c:pt idx="2">
                  <c:v>0.42179361219515416</c:v>
                </c:pt>
                <c:pt idx="3">
                  <c:v>0.44450002709208969</c:v>
                </c:pt>
                <c:pt idx="4">
                  <c:v>0.45471999469269014</c:v>
                </c:pt>
                <c:pt idx="5">
                  <c:v>0.47032741646409121</c:v>
                </c:pt>
                <c:pt idx="6">
                  <c:v>0.47285879077806592</c:v>
                </c:pt>
                <c:pt idx="7">
                  <c:v>0.46086890019890631</c:v>
                </c:pt>
                <c:pt idx="8">
                  <c:v>0.46625078945664161</c:v>
                </c:pt>
                <c:pt idx="9">
                  <c:v>0.45958234461792441</c:v>
                </c:pt>
                <c:pt idx="10">
                  <c:v>0.46719457017448596</c:v>
                </c:pt>
                <c:pt idx="11">
                  <c:v>0.48725836005950224</c:v>
                </c:pt>
                <c:pt idx="12">
                  <c:v>0.49904023228574979</c:v>
                </c:pt>
                <c:pt idx="13">
                  <c:v>0.5143917441575262</c:v>
                </c:pt>
                <c:pt idx="14">
                  <c:v>0.51098120394963109</c:v>
                </c:pt>
                <c:pt idx="15">
                  <c:v>0.5069865381233265</c:v>
                </c:pt>
                <c:pt idx="16">
                  <c:v>0.50878082781097367</c:v>
                </c:pt>
                <c:pt idx="17">
                  <c:v>0.50038989968849434</c:v>
                </c:pt>
                <c:pt idx="18">
                  <c:v>0.48636201903645471</c:v>
                </c:pt>
                <c:pt idx="19">
                  <c:v>0.49133590979612674</c:v>
                </c:pt>
                <c:pt idx="20">
                  <c:v>0.49834340053059401</c:v>
                </c:pt>
                <c:pt idx="21">
                  <c:v>0.49852398909406415</c:v>
                </c:pt>
                <c:pt idx="22">
                  <c:v>0.50454447352954457</c:v>
                </c:pt>
                <c:pt idx="23">
                  <c:v>0.49882725307443859</c:v>
                </c:pt>
                <c:pt idx="24">
                  <c:v>0.49919890365314756</c:v>
                </c:pt>
                <c:pt idx="25">
                  <c:v>0.49925412471356406</c:v>
                </c:pt>
                <c:pt idx="26">
                  <c:v>0.48809482832557111</c:v>
                </c:pt>
                <c:pt idx="27">
                  <c:v>0.4817913514135489</c:v>
                </c:pt>
                <c:pt idx="28">
                  <c:v>0.47524638581251205</c:v>
                </c:pt>
                <c:pt idx="29">
                  <c:v>0.47211333500046077</c:v>
                </c:pt>
                <c:pt idx="30">
                  <c:v>0.47597147495956554</c:v>
                </c:pt>
                <c:pt idx="31">
                  <c:v>0.4898119987820736</c:v>
                </c:pt>
                <c:pt idx="32">
                  <c:v>0.52258247809973657</c:v>
                </c:pt>
                <c:pt idx="33">
                  <c:v>0.54765360054251166</c:v>
                </c:pt>
                <c:pt idx="34">
                  <c:v>0.56398870366405984</c:v>
                </c:pt>
                <c:pt idx="35">
                  <c:v>0.55984797076063342</c:v>
                </c:pt>
                <c:pt idx="36">
                  <c:v>0.55265475461986724</c:v>
                </c:pt>
                <c:pt idx="37">
                  <c:v>0.5577439009123567</c:v>
                </c:pt>
                <c:pt idx="38">
                  <c:v>0.58031220132588379</c:v>
                </c:pt>
                <c:pt idx="39">
                  <c:v>0.63062234487058122</c:v>
                </c:pt>
                <c:pt idx="40">
                  <c:v>0.70190659819470769</c:v>
                </c:pt>
                <c:pt idx="41">
                  <c:v>0.76824009557723882</c:v>
                </c:pt>
                <c:pt idx="42">
                  <c:v>0.84134163071701151</c:v>
                </c:pt>
                <c:pt idx="43">
                  <c:v>0.87760119637449985</c:v>
                </c:pt>
                <c:pt idx="44">
                  <c:v>0.78580813610456945</c:v>
                </c:pt>
                <c:pt idx="45">
                  <c:v>0.66575970062327816</c:v>
                </c:pt>
                <c:pt idx="46">
                  <c:v>0.5989863372917964</c:v>
                </c:pt>
                <c:pt idx="47">
                  <c:v>0.57922817528612469</c:v>
                </c:pt>
                <c:pt idx="48">
                  <c:v>0.52934073683025762</c:v>
                </c:pt>
                <c:pt idx="49">
                  <c:v>0.49302232578435595</c:v>
                </c:pt>
                <c:pt idx="50">
                  <c:v>0.46115583092161744</c:v>
                </c:pt>
                <c:pt idx="51">
                  <c:v>0.43427543871111063</c:v>
                </c:pt>
                <c:pt idx="52">
                  <c:v>0.42114383249341514</c:v>
                </c:pt>
                <c:pt idx="53">
                  <c:v>0.41721055788434219</c:v>
                </c:pt>
                <c:pt idx="54">
                  <c:v>0.41535322890905563</c:v>
                </c:pt>
                <c:pt idx="55">
                  <c:v>0.41573317215949906</c:v>
                </c:pt>
                <c:pt idx="56">
                  <c:v>0.41656317894317568</c:v>
                </c:pt>
                <c:pt idx="57">
                  <c:v>0.42132219509165925</c:v>
                </c:pt>
                <c:pt idx="58">
                  <c:v>0.42241571477798151</c:v>
                </c:pt>
                <c:pt idx="59">
                  <c:v>0.4237330153145647</c:v>
                </c:pt>
                <c:pt idx="60">
                  <c:v>0.42471764106740706</c:v>
                </c:pt>
                <c:pt idx="61">
                  <c:v>0.43054092305793296</c:v>
                </c:pt>
                <c:pt idx="62">
                  <c:v>0.44715321116982498</c:v>
                </c:pt>
                <c:pt idx="63">
                  <c:v>0.47632667337221252</c:v>
                </c:pt>
                <c:pt idx="64">
                  <c:v>0.49470114114773212</c:v>
                </c:pt>
                <c:pt idx="65">
                  <c:v>0.49675980701300049</c:v>
                </c:pt>
                <c:pt idx="66">
                  <c:v>0.47701786886926378</c:v>
                </c:pt>
                <c:pt idx="67">
                  <c:v>0.46406555749165912</c:v>
                </c:pt>
                <c:pt idx="68">
                  <c:v>0.46622495303974398</c:v>
                </c:pt>
                <c:pt idx="69">
                  <c:v>0.46789446500999565</c:v>
                </c:pt>
                <c:pt idx="70">
                  <c:v>0.46370313420469922</c:v>
                </c:pt>
                <c:pt idx="71">
                  <c:v>0.46348995522727787</c:v>
                </c:pt>
                <c:pt idx="72">
                  <c:v>0.45269618801362255</c:v>
                </c:pt>
                <c:pt idx="73">
                  <c:v>0.43986691115628657</c:v>
                </c:pt>
                <c:pt idx="74">
                  <c:v>0.42962600378665222</c:v>
                </c:pt>
                <c:pt idx="75">
                  <c:v>0.42042380170964777</c:v>
                </c:pt>
                <c:pt idx="76">
                  <c:v>0.41472915363589163</c:v>
                </c:pt>
                <c:pt idx="77">
                  <c:v>0.41076206742361154</c:v>
                </c:pt>
                <c:pt idx="78">
                  <c:v>0.41119314366371962</c:v>
                </c:pt>
                <c:pt idx="79">
                  <c:v>0.41121223321806766</c:v>
                </c:pt>
                <c:pt idx="80">
                  <c:v>0.41056874258154286</c:v>
                </c:pt>
                <c:pt idx="81">
                  <c:v>0.40883959864382025</c:v>
                </c:pt>
                <c:pt idx="82">
                  <c:v>0.40630769934926475</c:v>
                </c:pt>
                <c:pt idx="83">
                  <c:v>0.40685301504992216</c:v>
                </c:pt>
                <c:pt idx="84">
                  <c:v>0.40617095825786298</c:v>
                </c:pt>
                <c:pt idx="85">
                  <c:v>0.40702772775486412</c:v>
                </c:pt>
                <c:pt idx="86">
                  <c:v>0.4073466412696084</c:v>
                </c:pt>
                <c:pt idx="87">
                  <c:v>0.40769397983709288</c:v>
                </c:pt>
                <c:pt idx="88">
                  <c:v>0.4072514152620319</c:v>
                </c:pt>
                <c:pt idx="89">
                  <c:v>0.40813908845734675</c:v>
                </c:pt>
                <c:pt idx="90">
                  <c:v>0.40709639081522614</c:v>
                </c:pt>
                <c:pt idx="91">
                  <c:v>0.40590120028611076</c:v>
                </c:pt>
                <c:pt idx="92">
                  <c:v>0.4046047108002197</c:v>
                </c:pt>
                <c:pt idx="93">
                  <c:v>0.40464214227235817</c:v>
                </c:pt>
                <c:pt idx="94">
                  <c:v>0.40560310168658154</c:v>
                </c:pt>
                <c:pt idx="95">
                  <c:v>0.40255008722596941</c:v>
                </c:pt>
                <c:pt idx="96">
                  <c:v>0.40310466856633459</c:v>
                </c:pt>
                <c:pt idx="97">
                  <c:v>0.40577806291007706</c:v>
                </c:pt>
                <c:pt idx="98">
                  <c:v>0.40576663819111752</c:v>
                </c:pt>
                <c:pt idx="99">
                  <c:v>0.40450082291033046</c:v>
                </c:pt>
                <c:pt idx="100">
                  <c:v>0.40356627483511309</c:v>
                </c:pt>
                <c:pt idx="101">
                  <c:v>0.4032416902815576</c:v>
                </c:pt>
                <c:pt idx="102">
                  <c:v>0.40190171376468214</c:v>
                </c:pt>
                <c:pt idx="103">
                  <c:v>0.40298425865169901</c:v>
                </c:pt>
                <c:pt idx="104">
                  <c:v>0.40406236156684211</c:v>
                </c:pt>
                <c:pt idx="105">
                  <c:v>0.40490341404895697</c:v>
                </c:pt>
                <c:pt idx="106">
                  <c:v>0.40782900032396358</c:v>
                </c:pt>
                <c:pt idx="107">
                  <c:v>0.41159561767757324</c:v>
                </c:pt>
                <c:pt idx="108">
                  <c:v>0.41536756212745052</c:v>
                </c:pt>
                <c:pt idx="109">
                  <c:v>0.42634800125826022</c:v>
                </c:pt>
                <c:pt idx="110">
                  <c:v>0.4391092006790982</c:v>
                </c:pt>
                <c:pt idx="111">
                  <c:v>0.43876821657644721</c:v>
                </c:pt>
                <c:pt idx="112">
                  <c:v>0.43029280403659964</c:v>
                </c:pt>
                <c:pt idx="113">
                  <c:v>0.42288333632538572</c:v>
                </c:pt>
                <c:pt idx="114">
                  <c:v>0.41980222945827922</c:v>
                </c:pt>
                <c:pt idx="115">
                  <c:v>0.42304680207942452</c:v>
                </c:pt>
                <c:pt idx="116">
                  <c:v>0.42859226410875745</c:v>
                </c:pt>
                <c:pt idx="117">
                  <c:v>0.43284326552675445</c:v>
                </c:pt>
                <c:pt idx="118">
                  <c:v>0.4280245454712186</c:v>
                </c:pt>
                <c:pt idx="119">
                  <c:v>0.42232936112058361</c:v>
                </c:pt>
                <c:pt idx="120">
                  <c:v>0.41891177321188972</c:v>
                </c:pt>
                <c:pt idx="121">
                  <c:v>0.4229723321274057</c:v>
                </c:pt>
                <c:pt idx="122">
                  <c:v>0.42883385268082697</c:v>
                </c:pt>
                <c:pt idx="123">
                  <c:v>0.43447978517266672</c:v>
                </c:pt>
                <c:pt idx="124">
                  <c:v>0.43503251421744921</c:v>
                </c:pt>
                <c:pt idx="125">
                  <c:v>0.43001858699989126</c:v>
                </c:pt>
                <c:pt idx="126">
                  <c:v>0.42379389641476528</c:v>
                </c:pt>
                <c:pt idx="127">
                  <c:v>0.42018373992141933</c:v>
                </c:pt>
                <c:pt idx="128">
                  <c:v>0.41977821828530371</c:v>
                </c:pt>
                <c:pt idx="129">
                  <c:v>0.4166988593716599</c:v>
                </c:pt>
                <c:pt idx="130">
                  <c:v>0.41457657037851381</c:v>
                </c:pt>
                <c:pt idx="131">
                  <c:v>0.41426766538369897</c:v>
                </c:pt>
                <c:pt idx="132">
                  <c:v>0.41266267905607207</c:v>
                </c:pt>
                <c:pt idx="133">
                  <c:v>0.40944006049260273</c:v>
                </c:pt>
                <c:pt idx="134">
                  <c:v>0.41047197254840756</c:v>
                </c:pt>
                <c:pt idx="135">
                  <c:v>0.40865347192167467</c:v>
                </c:pt>
                <c:pt idx="136">
                  <c:v>0.41272022239751754</c:v>
                </c:pt>
                <c:pt idx="137">
                  <c:v>0.41524780947898948</c:v>
                </c:pt>
                <c:pt idx="138">
                  <c:v>0.4153811521683527</c:v>
                </c:pt>
                <c:pt idx="139">
                  <c:v>0.41506882142256762</c:v>
                </c:pt>
                <c:pt idx="140">
                  <c:v>0.41478361962797539</c:v>
                </c:pt>
                <c:pt idx="141">
                  <c:v>0.41452216146246146</c:v>
                </c:pt>
                <c:pt idx="142">
                  <c:v>0.40956515926267512</c:v>
                </c:pt>
                <c:pt idx="143">
                  <c:v>0.41252376075188768</c:v>
                </c:pt>
                <c:pt idx="144">
                  <c:v>0.41453916417441006</c:v>
                </c:pt>
                <c:pt idx="145">
                  <c:v>0.4076207917176134</c:v>
                </c:pt>
                <c:pt idx="146">
                  <c:v>0.40629950537150145</c:v>
                </c:pt>
                <c:pt idx="147">
                  <c:v>0.40970258229374418</c:v>
                </c:pt>
                <c:pt idx="148">
                  <c:v>0.41063102561176568</c:v>
                </c:pt>
                <c:pt idx="149">
                  <c:v>0.41260331998337646</c:v>
                </c:pt>
                <c:pt idx="150">
                  <c:v>0.4094552956312027</c:v>
                </c:pt>
                <c:pt idx="151">
                  <c:v>0.40485371063551728</c:v>
                </c:pt>
                <c:pt idx="152">
                  <c:v>0.40517891381001764</c:v>
                </c:pt>
                <c:pt idx="153">
                  <c:v>0.40697204532986031</c:v>
                </c:pt>
                <c:pt idx="154">
                  <c:v>0.40799779555243781</c:v>
                </c:pt>
                <c:pt idx="155">
                  <c:v>0.40417898365443294</c:v>
                </c:pt>
                <c:pt idx="156">
                  <c:v>0.40603483073379915</c:v>
                </c:pt>
                <c:pt idx="157">
                  <c:v>0.40632835373814141</c:v>
                </c:pt>
                <c:pt idx="158">
                  <c:v>0.40395764904720699</c:v>
                </c:pt>
                <c:pt idx="159">
                  <c:v>0.40628532495039904</c:v>
                </c:pt>
                <c:pt idx="160">
                  <c:v>0.40570049182701673</c:v>
                </c:pt>
                <c:pt idx="161">
                  <c:v>0.40462779419041345</c:v>
                </c:pt>
                <c:pt idx="162">
                  <c:v>0.40717200942237763</c:v>
                </c:pt>
                <c:pt idx="163">
                  <c:v>0.40710480120627529</c:v>
                </c:pt>
                <c:pt idx="164">
                  <c:v>0.4062265889577133</c:v>
                </c:pt>
                <c:pt idx="165">
                  <c:v>0.40555944922428733</c:v>
                </c:pt>
                <c:pt idx="166">
                  <c:v>0.40478204811079482</c:v>
                </c:pt>
                <c:pt idx="167">
                  <c:v>0.40211157148188864</c:v>
                </c:pt>
                <c:pt idx="168">
                  <c:v>0.40463684341683531</c:v>
                </c:pt>
                <c:pt idx="169">
                  <c:v>0.40637916329696122</c:v>
                </c:pt>
                <c:pt idx="170">
                  <c:v>0.40885149780729113</c:v>
                </c:pt>
                <c:pt idx="171">
                  <c:v>0.40922178093941369</c:v>
                </c:pt>
                <c:pt idx="172">
                  <c:v>0.40973274103093926</c:v>
                </c:pt>
                <c:pt idx="173">
                  <c:v>0.41337001636826431</c:v>
                </c:pt>
                <c:pt idx="174">
                  <c:v>0.41478665892664951</c:v>
                </c:pt>
                <c:pt idx="175">
                  <c:v>0.41702337466107309</c:v>
                </c:pt>
                <c:pt idx="176">
                  <c:v>0.42172851460313093</c:v>
                </c:pt>
                <c:pt idx="177">
                  <c:v>0.42359413743923596</c:v>
                </c:pt>
                <c:pt idx="178">
                  <c:v>0.42361089876713492</c:v>
                </c:pt>
                <c:pt idx="179">
                  <c:v>0.42528315514323162</c:v>
                </c:pt>
                <c:pt idx="180">
                  <c:v>0.42805758298074931</c:v>
                </c:pt>
                <c:pt idx="181">
                  <c:v>0.42971931120721368</c:v>
                </c:pt>
                <c:pt idx="182">
                  <c:v>0.42897406470839061</c:v>
                </c:pt>
                <c:pt idx="183">
                  <c:v>0.43033798209365093</c:v>
                </c:pt>
                <c:pt idx="184">
                  <c:v>0.43586973398459877</c:v>
                </c:pt>
                <c:pt idx="185">
                  <c:v>0.44047386005276729</c:v>
                </c:pt>
                <c:pt idx="186">
                  <c:v>0.44490593280233354</c:v>
                </c:pt>
                <c:pt idx="187">
                  <c:v>0.45324318567358124</c:v>
                </c:pt>
                <c:pt idx="188">
                  <c:v>0.4568208540141992</c:v>
                </c:pt>
                <c:pt idx="189">
                  <c:v>0.45728961470406421</c:v>
                </c:pt>
                <c:pt idx="190">
                  <c:v>0.45477384117201602</c:v>
                </c:pt>
                <c:pt idx="191">
                  <c:v>0.45055233141509671</c:v>
                </c:pt>
                <c:pt idx="192">
                  <c:v>0.44775739425694883</c:v>
                </c:pt>
                <c:pt idx="193">
                  <c:v>0.45051132228650859</c:v>
                </c:pt>
                <c:pt idx="194">
                  <c:v>0.45785171848701034</c:v>
                </c:pt>
                <c:pt idx="195">
                  <c:v>0.46803593746658673</c:v>
                </c:pt>
                <c:pt idx="196">
                  <c:v>0.47490846241204682</c:v>
                </c:pt>
                <c:pt idx="197">
                  <c:v>0.47577051500920792</c:v>
                </c:pt>
                <c:pt idx="198">
                  <c:v>0.46751544686689495</c:v>
                </c:pt>
                <c:pt idx="199">
                  <c:v>0.45534891548310641</c:v>
                </c:pt>
                <c:pt idx="200">
                  <c:v>0.44685772379873417</c:v>
                </c:pt>
                <c:pt idx="201">
                  <c:v>0.44084438337985532</c:v>
                </c:pt>
                <c:pt idx="202">
                  <c:v>0.43829110138248045</c:v>
                </c:pt>
                <c:pt idx="203">
                  <c:v>0.44654889014895854</c:v>
                </c:pt>
                <c:pt idx="204">
                  <c:v>0.46242084030073133</c:v>
                </c:pt>
                <c:pt idx="205">
                  <c:v>0.47693774839013259</c:v>
                </c:pt>
                <c:pt idx="206">
                  <c:v>0.48632445349509656</c:v>
                </c:pt>
                <c:pt idx="207">
                  <c:v>0.49442399896441264</c:v>
                </c:pt>
                <c:pt idx="208">
                  <c:v>0.50040628050951697</c:v>
                </c:pt>
                <c:pt idx="209">
                  <c:v>0.5028388704820802</c:v>
                </c:pt>
                <c:pt idx="210">
                  <c:v>0.50866054007471795</c:v>
                </c:pt>
                <c:pt idx="211">
                  <c:v>0.50796475471347191</c:v>
                </c:pt>
                <c:pt idx="212">
                  <c:v>0.50647108448340916</c:v>
                </c:pt>
                <c:pt idx="213">
                  <c:v>0.51235715486485278</c:v>
                </c:pt>
                <c:pt idx="214">
                  <c:v>0.51823569121014668</c:v>
                </c:pt>
                <c:pt idx="215">
                  <c:v>0.50618463890696508</c:v>
                </c:pt>
                <c:pt idx="216">
                  <c:v>0.49911822668270989</c:v>
                </c:pt>
                <c:pt idx="217">
                  <c:v>0.49341614088860697</c:v>
                </c:pt>
                <c:pt idx="218">
                  <c:v>0.49262786381841545</c:v>
                </c:pt>
                <c:pt idx="219">
                  <c:v>0.51307947106804552</c:v>
                </c:pt>
                <c:pt idx="220">
                  <c:v>0.53046463999064875</c:v>
                </c:pt>
                <c:pt idx="221">
                  <c:v>0.53114547143165791</c:v>
                </c:pt>
                <c:pt idx="222">
                  <c:v>0.52754318429614644</c:v>
                </c:pt>
                <c:pt idx="223">
                  <c:v>0.52091858811858149</c:v>
                </c:pt>
                <c:pt idx="224">
                  <c:v>0.50569228203443628</c:v>
                </c:pt>
                <c:pt idx="225">
                  <c:v>0.48198563822456408</c:v>
                </c:pt>
                <c:pt idx="226">
                  <c:v>0.4498521940064536</c:v>
                </c:pt>
                <c:pt idx="227">
                  <c:v>0.43161862792721095</c:v>
                </c:pt>
                <c:pt idx="228">
                  <c:v>0.42275313876317161</c:v>
                </c:pt>
                <c:pt idx="229">
                  <c:v>0.41699101968575153</c:v>
                </c:pt>
                <c:pt idx="230">
                  <c:v>0.41184352147470465</c:v>
                </c:pt>
                <c:pt idx="231">
                  <c:v>0.40700125279986477</c:v>
                </c:pt>
                <c:pt idx="232">
                  <c:v>0.40712043944434734</c:v>
                </c:pt>
                <c:pt idx="233">
                  <c:v>0.40739178068143</c:v>
                </c:pt>
                <c:pt idx="234">
                  <c:v>0.40737580236533733</c:v>
                </c:pt>
                <c:pt idx="235">
                  <c:v>0.40754653996250639</c:v>
                </c:pt>
                <c:pt idx="236">
                  <c:v>0.407902495821654</c:v>
                </c:pt>
                <c:pt idx="237">
                  <c:v>0.40889247780332166</c:v>
                </c:pt>
                <c:pt idx="238">
                  <c:v>0.40946304667518041</c:v>
                </c:pt>
                <c:pt idx="239">
                  <c:v>0.41384084606426902</c:v>
                </c:pt>
                <c:pt idx="240">
                  <c:v>0.4188033132940655</c:v>
                </c:pt>
                <c:pt idx="241">
                  <c:v>0.42278758652631249</c:v>
                </c:pt>
                <c:pt idx="242">
                  <c:v>0.42330564426016409</c:v>
                </c:pt>
                <c:pt idx="243">
                  <c:v>0.43074407330099695</c:v>
                </c:pt>
                <c:pt idx="244">
                  <c:v>0.43194079120849527</c:v>
                </c:pt>
                <c:pt idx="245">
                  <c:v>0.43364436330050754</c:v>
                </c:pt>
                <c:pt idx="246">
                  <c:v>0.43708544156339013</c:v>
                </c:pt>
                <c:pt idx="247">
                  <c:v>0.44399135598724143</c:v>
                </c:pt>
                <c:pt idx="248">
                  <c:v>0.45829812915423151</c:v>
                </c:pt>
                <c:pt idx="249">
                  <c:v>0.47618584777731093</c:v>
                </c:pt>
                <c:pt idx="250">
                  <c:v>0.4983654033407135</c:v>
                </c:pt>
                <c:pt idx="251">
                  <c:v>0.55226326060756148</c:v>
                </c:pt>
                <c:pt idx="252">
                  <c:v>0.6275691576955198</c:v>
                </c:pt>
                <c:pt idx="253">
                  <c:v>0.70561501821067851</c:v>
                </c:pt>
                <c:pt idx="254">
                  <c:v>0.79024640635988352</c:v>
                </c:pt>
                <c:pt idx="255">
                  <c:v>0.8592433757748168</c:v>
                </c:pt>
                <c:pt idx="256">
                  <c:v>0.93043879976868205</c:v>
                </c:pt>
                <c:pt idx="257">
                  <c:v>1.0912472079356692</c:v>
                </c:pt>
                <c:pt idx="258">
                  <c:v>1.2477096568155215</c:v>
                </c:pt>
                <c:pt idx="259">
                  <c:v>1.4</c:v>
                </c:pt>
                <c:pt idx="260">
                  <c:v>1.1257702924126849</c:v>
                </c:pt>
                <c:pt idx="261">
                  <c:v>0.78747951255851545</c:v>
                </c:pt>
                <c:pt idx="262">
                  <c:v>0.55275252586172074</c:v>
                </c:pt>
                <c:pt idx="263">
                  <c:v>0.49527424157940192</c:v>
                </c:pt>
                <c:pt idx="264">
                  <c:v>0.47035077958629312</c:v>
                </c:pt>
                <c:pt idx="265">
                  <c:v>0.45443070007101022</c:v>
                </c:pt>
                <c:pt idx="266">
                  <c:v>0.4527275179985461</c:v>
                </c:pt>
                <c:pt idx="267">
                  <c:v>0.45037419236464254</c:v>
                </c:pt>
                <c:pt idx="268">
                  <c:v>0.44594167727583267</c:v>
                </c:pt>
                <c:pt idx="269">
                  <c:v>0.45768641203095783</c:v>
                </c:pt>
                <c:pt idx="270">
                  <c:v>0.48759792439587119</c:v>
                </c:pt>
                <c:pt idx="271">
                  <c:v>0.51354141592848979</c:v>
                </c:pt>
                <c:pt idx="272">
                  <c:v>0.50443554392354495</c:v>
                </c:pt>
                <c:pt idx="273">
                  <c:v>0.48599658023250036</c:v>
                </c:pt>
                <c:pt idx="274">
                  <c:v>0.49230765776937596</c:v>
                </c:pt>
                <c:pt idx="275">
                  <c:v>0.52314281252570816</c:v>
                </c:pt>
                <c:pt idx="276">
                  <c:v>0.58736936723304622</c:v>
                </c:pt>
                <c:pt idx="277">
                  <c:v>0.68519642944523607</c:v>
                </c:pt>
                <c:pt idx="278">
                  <c:v>1.07225108705107</c:v>
                </c:pt>
                <c:pt idx="279">
                  <c:v>1.2576181319745494</c:v>
                </c:pt>
                <c:pt idx="280">
                  <c:v>1.0721503288302381</c:v>
                </c:pt>
                <c:pt idx="281">
                  <c:v>0.76366503309991318</c:v>
                </c:pt>
                <c:pt idx="282">
                  <c:v>0.57008522288608909</c:v>
                </c:pt>
                <c:pt idx="283">
                  <c:v>0.49182996943692681</c:v>
                </c:pt>
                <c:pt idx="284">
                  <c:v>0.45813471096355229</c:v>
                </c:pt>
                <c:pt idx="285">
                  <c:v>0.44761313934382513</c:v>
                </c:pt>
                <c:pt idx="286">
                  <c:v>0.46114035856076163</c:v>
                </c:pt>
                <c:pt idx="287">
                  <c:v>0.46817511736924855</c:v>
                </c:pt>
                <c:pt idx="288">
                  <c:v>0.45957738375952512</c:v>
                </c:pt>
                <c:pt idx="289">
                  <c:v>0.44379401560854431</c:v>
                </c:pt>
                <c:pt idx="290">
                  <c:v>0.42222252905873942</c:v>
                </c:pt>
                <c:pt idx="291">
                  <c:v>0.41600863059989118</c:v>
                </c:pt>
                <c:pt idx="292">
                  <c:v>0.42480896033954008</c:v>
                </c:pt>
                <c:pt idx="293">
                  <c:v>0.41641603574504438</c:v>
                </c:pt>
                <c:pt idx="294">
                  <c:v>0.40423988823904239</c:v>
                </c:pt>
                <c:pt idx="295">
                  <c:v>0.4071532302189505</c:v>
                </c:pt>
                <c:pt idx="296">
                  <c:v>0.40334149515430201</c:v>
                </c:pt>
                <c:pt idx="297">
                  <c:v>0.40715958527832596</c:v>
                </c:pt>
                <c:pt idx="298">
                  <c:v>0.41273964846263428</c:v>
                </c:pt>
                <c:pt idx="299">
                  <c:v>0.4155221287769208</c:v>
                </c:pt>
                <c:pt idx="300">
                  <c:v>0.41700496645185031</c:v>
                </c:pt>
                <c:pt idx="301">
                  <c:v>0.41628639229596859</c:v>
                </c:pt>
                <c:pt idx="302">
                  <c:v>0.41427962994678919</c:v>
                </c:pt>
                <c:pt idx="303">
                  <c:v>0.40509843838931592</c:v>
                </c:pt>
                <c:pt idx="304">
                  <c:v>0.41379791418687167</c:v>
                </c:pt>
                <c:pt idx="305">
                  <c:v>0.41907994654943809</c:v>
                </c:pt>
                <c:pt idx="306">
                  <c:v>0.41950195483505137</c:v>
                </c:pt>
                <c:pt idx="307">
                  <c:v>0.41546195993802915</c:v>
                </c:pt>
                <c:pt idx="308">
                  <c:v>0.41587488243288795</c:v>
                </c:pt>
                <c:pt idx="309">
                  <c:v>0.41161314715372871</c:v>
                </c:pt>
                <c:pt idx="310">
                  <c:v>0.40838617059744226</c:v>
                </c:pt>
                <c:pt idx="311">
                  <c:v>0.40948781053832062</c:v>
                </c:pt>
                <c:pt idx="312">
                  <c:v>0.41354039070027498</c:v>
                </c:pt>
                <c:pt idx="313">
                  <c:v>0.40932319137281326</c:v>
                </c:pt>
                <c:pt idx="314">
                  <c:v>0.41060517849311212</c:v>
                </c:pt>
                <c:pt idx="315">
                  <c:v>0.4111183966551315</c:v>
                </c:pt>
                <c:pt idx="316">
                  <c:v>0.41285596228020116</c:v>
                </c:pt>
                <c:pt idx="317">
                  <c:v>0.41338475506429923</c:v>
                </c:pt>
                <c:pt idx="318">
                  <c:v>0.41907691319618395</c:v>
                </c:pt>
                <c:pt idx="319">
                  <c:v>0.43026995222051256</c:v>
                </c:pt>
                <c:pt idx="320">
                  <c:v>0.43551463545500668</c:v>
                </c:pt>
                <c:pt idx="321">
                  <c:v>0.47013024731348829</c:v>
                </c:pt>
                <c:pt idx="322">
                  <c:v>0.5240243423185974</c:v>
                </c:pt>
                <c:pt idx="323">
                  <c:v>0.56645528241334442</c:v>
                </c:pt>
                <c:pt idx="324">
                  <c:v>0.55518297548310491</c:v>
                </c:pt>
                <c:pt idx="325">
                  <c:v>0.51590452534544895</c:v>
                </c:pt>
                <c:pt idx="326">
                  <c:v>0.48714532097923913</c:v>
                </c:pt>
                <c:pt idx="327">
                  <c:v>0.48672139826840455</c:v>
                </c:pt>
                <c:pt idx="328">
                  <c:v>0.53472482351520334</c:v>
                </c:pt>
                <c:pt idx="329">
                  <c:v>0.65042871709747574</c:v>
                </c:pt>
                <c:pt idx="330">
                  <c:v>0.73953458073126943</c:v>
                </c:pt>
                <c:pt idx="331">
                  <c:v>0.70686861713984073</c:v>
                </c:pt>
                <c:pt idx="332">
                  <c:v>0.63336281246939286</c:v>
                </c:pt>
                <c:pt idx="333">
                  <c:v>0.55083057611709019</c:v>
                </c:pt>
                <c:pt idx="334">
                  <c:v>0.51444843016941622</c:v>
                </c:pt>
                <c:pt idx="335">
                  <c:v>0.51023238544250704</c:v>
                </c:pt>
                <c:pt idx="336">
                  <c:v>0.49041805110922698</c:v>
                </c:pt>
                <c:pt idx="337">
                  <c:v>0.45370788920887833</c:v>
                </c:pt>
                <c:pt idx="338">
                  <c:v>0.43019620998789465</c:v>
                </c:pt>
                <c:pt idx="339">
                  <c:v>0.42126364221790763</c:v>
                </c:pt>
                <c:pt idx="340">
                  <c:v>0.4147351811026283</c:v>
                </c:pt>
                <c:pt idx="341">
                  <c:v>0.4096123421153306</c:v>
                </c:pt>
                <c:pt idx="342">
                  <c:v>0.40699270804232485</c:v>
                </c:pt>
                <c:pt idx="343">
                  <c:v>0.40577509792915223</c:v>
                </c:pt>
                <c:pt idx="344">
                  <c:v>0.40636337463976463</c:v>
                </c:pt>
                <c:pt idx="345">
                  <c:v>0.40535866585290198</c:v>
                </c:pt>
                <c:pt idx="346">
                  <c:v>0.40378472115733149</c:v>
                </c:pt>
                <c:pt idx="347">
                  <c:v>0.40497218918048489</c:v>
                </c:pt>
                <c:pt idx="348">
                  <c:v>0.40633342874860345</c:v>
                </c:pt>
                <c:pt idx="349">
                  <c:v>0.4048856964002604</c:v>
                </c:pt>
                <c:pt idx="350">
                  <c:v>0.40227392618557573</c:v>
                </c:pt>
                <c:pt idx="351">
                  <c:v>0.4012095642506836</c:v>
                </c:pt>
                <c:pt idx="352">
                  <c:v>0.40186914103835536</c:v>
                </c:pt>
                <c:pt idx="353">
                  <c:v>0.40235153858930461</c:v>
                </c:pt>
                <c:pt idx="354">
                  <c:v>0.40268813482340338</c:v>
                </c:pt>
                <c:pt idx="355">
                  <c:v>0.40181743550475035</c:v>
                </c:pt>
                <c:pt idx="356">
                  <c:v>0.40470020078444158</c:v>
                </c:pt>
                <c:pt idx="357">
                  <c:v>0.40241747730961397</c:v>
                </c:pt>
                <c:pt idx="358">
                  <c:v>0.40019425816152293</c:v>
                </c:pt>
                <c:pt idx="359">
                  <c:v>0.39767028392595505</c:v>
                </c:pt>
                <c:pt idx="360">
                  <c:v>0.40305602849125144</c:v>
                </c:pt>
                <c:pt idx="361">
                  <c:v>0.40714948817163937</c:v>
                </c:pt>
                <c:pt idx="362">
                  <c:v>0.40660298933241362</c:v>
                </c:pt>
                <c:pt idx="363">
                  <c:v>0.4057838388855502</c:v>
                </c:pt>
                <c:pt idx="364">
                  <c:v>0.40620988827309773</c:v>
                </c:pt>
                <c:pt idx="365">
                  <c:v>0.40690805953136622</c:v>
                </c:pt>
                <c:pt idx="366">
                  <c:v>0.40701221318152686</c:v>
                </c:pt>
                <c:pt idx="367">
                  <c:v>0.40683754803994443</c:v>
                </c:pt>
                <c:pt idx="368">
                  <c:v>0.40693007720503549</c:v>
                </c:pt>
                <c:pt idx="369">
                  <c:v>0.40765216153685058</c:v>
                </c:pt>
                <c:pt idx="370">
                  <c:v>0.40822395813792722</c:v>
                </c:pt>
                <c:pt idx="371">
                  <c:v>0.41075971541548273</c:v>
                </c:pt>
                <c:pt idx="372">
                  <c:v>0.41444390071068793</c:v>
                </c:pt>
                <c:pt idx="373">
                  <c:v>0.41366808167344188</c:v>
                </c:pt>
                <c:pt idx="374">
                  <c:v>0.41226440607594905</c:v>
                </c:pt>
                <c:pt idx="375">
                  <c:v>0.41722803860805402</c:v>
                </c:pt>
                <c:pt idx="376">
                  <c:v>0.42254781963091292</c:v>
                </c:pt>
                <c:pt idx="377">
                  <c:v>0.42411310601142277</c:v>
                </c:pt>
                <c:pt idx="378">
                  <c:v>0.42714620004524989</c:v>
                </c:pt>
                <c:pt idx="379">
                  <c:v>0.42978039207352436</c:v>
                </c:pt>
                <c:pt idx="380">
                  <c:v>0.43270240188116521</c:v>
                </c:pt>
                <c:pt idx="381">
                  <c:v>0.43790377392046964</c:v>
                </c:pt>
                <c:pt idx="382">
                  <c:v>0.44441034162135651</c:v>
                </c:pt>
                <c:pt idx="383">
                  <c:v>0.46403453666857258</c:v>
                </c:pt>
                <c:pt idx="384">
                  <c:v>0.46906290650025229</c:v>
                </c:pt>
                <c:pt idx="385">
                  <c:v>0.4636977214943846</c:v>
                </c:pt>
                <c:pt idx="386">
                  <c:v>0.44919064475139847</c:v>
                </c:pt>
                <c:pt idx="387">
                  <c:v>0.43655015400254804</c:v>
                </c:pt>
                <c:pt idx="388">
                  <c:v>0.42288482030220309</c:v>
                </c:pt>
                <c:pt idx="389">
                  <c:v>0.41440904628082309</c:v>
                </c:pt>
                <c:pt idx="390">
                  <c:v>0.4086292342281993</c:v>
                </c:pt>
                <c:pt idx="391">
                  <c:v>0.40775133649235218</c:v>
                </c:pt>
                <c:pt idx="392">
                  <c:v>0.40608798694986986</c:v>
                </c:pt>
                <c:pt idx="393">
                  <c:v>0.4047627662221116</c:v>
                </c:pt>
                <c:pt idx="394">
                  <c:v>0.40730051789078647</c:v>
                </c:pt>
                <c:pt idx="395">
                  <c:v>0.41091160186964337</c:v>
                </c:pt>
                <c:pt idx="396">
                  <c:v>0.40841718428602491</c:v>
                </c:pt>
                <c:pt idx="397">
                  <c:v>0.40657490970857207</c:v>
                </c:pt>
                <c:pt idx="398">
                  <c:v>0.40675870404247466</c:v>
                </c:pt>
                <c:pt idx="399">
                  <c:v>0.40553826747666183</c:v>
                </c:pt>
                <c:pt idx="400">
                  <c:v>0.40479835401952624</c:v>
                </c:pt>
                <c:pt idx="401">
                  <c:v>0.40835738584679565</c:v>
                </c:pt>
                <c:pt idx="402">
                  <c:v>0.40878526285643318</c:v>
                </c:pt>
                <c:pt idx="403">
                  <c:v>0.41121203701920961</c:v>
                </c:pt>
                <c:pt idx="404">
                  <c:v>0.41140903969805415</c:v>
                </c:pt>
                <c:pt idx="405">
                  <c:v>0.4132821977593929</c:v>
                </c:pt>
                <c:pt idx="406">
                  <c:v>0.41283273946990984</c:v>
                </c:pt>
                <c:pt idx="407">
                  <c:v>0.41314682649274564</c:v>
                </c:pt>
                <c:pt idx="408">
                  <c:v>0.41312589266913174</c:v>
                </c:pt>
                <c:pt idx="409">
                  <c:v>0.41042549957889307</c:v>
                </c:pt>
                <c:pt idx="410">
                  <c:v>0.4097933956106401</c:v>
                </c:pt>
                <c:pt idx="411">
                  <c:v>0.40745186152810653</c:v>
                </c:pt>
                <c:pt idx="412">
                  <c:v>0.40377081987369534</c:v>
                </c:pt>
                <c:pt idx="413">
                  <c:v>0.40270362234507989</c:v>
                </c:pt>
                <c:pt idx="414">
                  <c:v>0.40315373373894353</c:v>
                </c:pt>
                <c:pt idx="415">
                  <c:v>0.40251005909167153</c:v>
                </c:pt>
                <c:pt idx="416">
                  <c:v>0.40511304688065414</c:v>
                </c:pt>
                <c:pt idx="417">
                  <c:v>0.40302006672692248</c:v>
                </c:pt>
                <c:pt idx="418">
                  <c:v>0.40092284919808086</c:v>
                </c:pt>
                <c:pt idx="419">
                  <c:v>0.40282960817180757</c:v>
                </c:pt>
                <c:pt idx="420">
                  <c:v>0.40242506381409476</c:v>
                </c:pt>
                <c:pt idx="421">
                  <c:v>0.40334558590049274</c:v>
                </c:pt>
                <c:pt idx="422">
                  <c:v>0.40058374815856079</c:v>
                </c:pt>
                <c:pt idx="423">
                  <c:v>0.40275691263037022</c:v>
                </c:pt>
                <c:pt idx="424">
                  <c:v>0.40564136462569883</c:v>
                </c:pt>
                <c:pt idx="425">
                  <c:v>0.40801160141208387</c:v>
                </c:pt>
                <c:pt idx="426">
                  <c:v>0.40801552360561927</c:v>
                </c:pt>
                <c:pt idx="427">
                  <c:v>0.4123922112011788</c:v>
                </c:pt>
                <c:pt idx="428">
                  <c:v>0.4245264649001052</c:v>
                </c:pt>
                <c:pt idx="429">
                  <c:v>0.42596572026869578</c:v>
                </c:pt>
                <c:pt idx="430">
                  <c:v>0.41870759560025994</c:v>
                </c:pt>
                <c:pt idx="431">
                  <c:v>0.42036361741266443</c:v>
                </c:pt>
                <c:pt idx="432">
                  <c:v>0.42994401716481745</c:v>
                </c:pt>
                <c:pt idx="433">
                  <c:v>0.42917669413266762</c:v>
                </c:pt>
                <c:pt idx="434">
                  <c:v>0.42768311427298805</c:v>
                </c:pt>
                <c:pt idx="435">
                  <c:v>0.42350586460028089</c:v>
                </c:pt>
                <c:pt idx="436">
                  <c:v>0.39919930302186862</c:v>
                </c:pt>
                <c:pt idx="437">
                  <c:v>0.36998224773706856</c:v>
                </c:pt>
                <c:pt idx="438">
                  <c:v>0.37163493892522181</c:v>
                </c:pt>
                <c:pt idx="439">
                  <c:v>0.38303218053194399</c:v>
                </c:pt>
                <c:pt idx="440">
                  <c:v>0.39211521617889367</c:v>
                </c:pt>
                <c:pt idx="441">
                  <c:v>0.40682193239446818</c:v>
                </c:pt>
                <c:pt idx="442">
                  <c:v>0.39116736047022127</c:v>
                </c:pt>
                <c:pt idx="443">
                  <c:v>0.38225138517820706</c:v>
                </c:pt>
                <c:pt idx="444">
                  <c:v>0.38524416331941114</c:v>
                </c:pt>
                <c:pt idx="445">
                  <c:v>0.3906546185363392</c:v>
                </c:pt>
                <c:pt idx="446">
                  <c:v>0.391030873842793</c:v>
                </c:pt>
                <c:pt idx="447">
                  <c:v>0.39016533663500419</c:v>
                </c:pt>
                <c:pt idx="448">
                  <c:v>0.39957081113345239</c:v>
                </c:pt>
                <c:pt idx="449">
                  <c:v>0.39823460029693236</c:v>
                </c:pt>
                <c:pt idx="450">
                  <c:v>0.39475001761271206</c:v>
                </c:pt>
                <c:pt idx="451">
                  <c:v>0.39921520010866135</c:v>
                </c:pt>
                <c:pt idx="452">
                  <c:v>0.40171451211061115</c:v>
                </c:pt>
                <c:pt idx="453">
                  <c:v>0.39670964675349252</c:v>
                </c:pt>
                <c:pt idx="454">
                  <c:v>0.39651181736400515</c:v>
                </c:pt>
                <c:pt idx="455">
                  <c:v>0.3971510787260546</c:v>
                </c:pt>
                <c:pt idx="456">
                  <c:v>0.39464166768515674</c:v>
                </c:pt>
                <c:pt idx="457">
                  <c:v>0.39422966970309886</c:v>
                </c:pt>
                <c:pt idx="458">
                  <c:v>0.39344444084971147</c:v>
                </c:pt>
                <c:pt idx="459">
                  <c:v>0.39552943808808766</c:v>
                </c:pt>
                <c:pt idx="460">
                  <c:v>0.40177262636100652</c:v>
                </c:pt>
                <c:pt idx="461">
                  <c:v>0.40229316229452533</c:v>
                </c:pt>
                <c:pt idx="462">
                  <c:v>0.40694979816298132</c:v>
                </c:pt>
                <c:pt idx="463">
                  <c:v>0.40196766749717683</c:v>
                </c:pt>
                <c:pt idx="464">
                  <c:v>0.39697501968076693</c:v>
                </c:pt>
                <c:pt idx="465">
                  <c:v>0.39552042988506336</c:v>
                </c:pt>
                <c:pt idx="466">
                  <c:v>0.39730828752014691</c:v>
                </c:pt>
                <c:pt idx="467">
                  <c:v>0.39559190869630967</c:v>
                </c:pt>
                <c:pt idx="468">
                  <c:v>0.39806668097745102</c:v>
                </c:pt>
                <c:pt idx="469">
                  <c:v>0.40073067962542447</c:v>
                </c:pt>
                <c:pt idx="470">
                  <c:v>0.40366203860592331</c:v>
                </c:pt>
                <c:pt idx="471">
                  <c:v>0.40516260136132426</c:v>
                </c:pt>
                <c:pt idx="472">
                  <c:v>0.40198217907816997</c:v>
                </c:pt>
                <c:pt idx="473">
                  <c:v>0.40062823996551528</c:v>
                </c:pt>
                <c:pt idx="474">
                  <c:v>0.40108906939086064</c:v>
                </c:pt>
                <c:pt idx="475">
                  <c:v>0.3998333595403481</c:v>
                </c:pt>
                <c:pt idx="476">
                  <c:v>0.40115711472209076</c:v>
                </c:pt>
                <c:pt idx="477">
                  <c:v>0.40058112474201163</c:v>
                </c:pt>
                <c:pt idx="478">
                  <c:v>0.40357726821385587</c:v>
                </c:pt>
                <c:pt idx="479">
                  <c:v>0.40330352918891083</c:v>
                </c:pt>
                <c:pt idx="480">
                  <c:v>0.4057295340143468</c:v>
                </c:pt>
                <c:pt idx="481">
                  <c:v>0.4066243262554996</c:v>
                </c:pt>
                <c:pt idx="482">
                  <c:v>0.40423504391087406</c:v>
                </c:pt>
                <c:pt idx="483">
                  <c:v>0.40696574675197428</c:v>
                </c:pt>
                <c:pt idx="484">
                  <c:v>0.40578434721895518</c:v>
                </c:pt>
                <c:pt idx="485">
                  <c:v>0.40240024555036213</c:v>
                </c:pt>
                <c:pt idx="486">
                  <c:v>0.40263043838739437</c:v>
                </c:pt>
                <c:pt idx="487">
                  <c:v>0.40404081417589022</c:v>
                </c:pt>
                <c:pt idx="488">
                  <c:v>0.40664726784742772</c:v>
                </c:pt>
                <c:pt idx="489">
                  <c:v>0.40545760477523196</c:v>
                </c:pt>
                <c:pt idx="490">
                  <c:v>0.40584858985959071</c:v>
                </c:pt>
                <c:pt idx="491">
                  <c:v>0.40825097412614125</c:v>
                </c:pt>
                <c:pt idx="492">
                  <c:v>0.41122564965270758</c:v>
                </c:pt>
                <c:pt idx="493">
                  <c:v>0.41005757677848725</c:v>
                </c:pt>
                <c:pt idx="494">
                  <c:v>0.41158055673977756</c:v>
                </c:pt>
                <c:pt idx="495">
                  <c:v>0.41282136588156176</c:v>
                </c:pt>
                <c:pt idx="496">
                  <c:v>0.41194963770798793</c:v>
                </c:pt>
                <c:pt idx="497">
                  <c:v>0.41144952562968756</c:v>
                </c:pt>
                <c:pt idx="498">
                  <c:v>0.41463649545518783</c:v>
                </c:pt>
                <c:pt idx="499">
                  <c:v>0.41538758273456139</c:v>
                </c:pt>
                <c:pt idx="500">
                  <c:v>0.41794925490855772</c:v>
                </c:pt>
                <c:pt idx="501">
                  <c:v>0.41510735963462819</c:v>
                </c:pt>
                <c:pt idx="502">
                  <c:v>0.41431643090714287</c:v>
                </c:pt>
                <c:pt idx="503">
                  <c:v>0.41717382589085994</c:v>
                </c:pt>
                <c:pt idx="504">
                  <c:v>0.42149240057374349</c:v>
                </c:pt>
                <c:pt idx="505">
                  <c:v>0.42597218412925619</c:v>
                </c:pt>
                <c:pt idx="506">
                  <c:v>0.43051837564734691</c:v>
                </c:pt>
                <c:pt idx="507">
                  <c:v>0.44439991573294729</c:v>
                </c:pt>
                <c:pt idx="508">
                  <c:v>0.45984678738424895</c:v>
                </c:pt>
                <c:pt idx="509">
                  <c:v>0.48247032788353639</c:v>
                </c:pt>
                <c:pt idx="510">
                  <c:v>0.51165754540950048</c:v>
                </c:pt>
                <c:pt idx="511">
                  <c:v>0.54283036196782031</c:v>
                </c:pt>
                <c:pt idx="512">
                  <c:v>0.56963708091258081</c:v>
                </c:pt>
                <c:pt idx="513">
                  <c:v>0.58792098805155224</c:v>
                </c:pt>
                <c:pt idx="514">
                  <c:v>0.59759984633610286</c:v>
                </c:pt>
                <c:pt idx="515">
                  <c:v>0.59712615332585517</c:v>
                </c:pt>
                <c:pt idx="516">
                  <c:v>0.58919873014201274</c:v>
                </c:pt>
                <c:pt idx="517">
                  <c:v>0.57091826659027167</c:v>
                </c:pt>
                <c:pt idx="518">
                  <c:v>0.54996177427921156</c:v>
                </c:pt>
                <c:pt idx="519">
                  <c:v>0.53033762679535512</c:v>
                </c:pt>
                <c:pt idx="520">
                  <c:v>0.51253482303804765</c:v>
                </c:pt>
                <c:pt idx="521">
                  <c:v>0.49738758628278812</c:v>
                </c:pt>
                <c:pt idx="522">
                  <c:v>0.49192810216031269</c:v>
                </c:pt>
                <c:pt idx="523">
                  <c:v>0.48480806700452128</c:v>
                </c:pt>
                <c:pt idx="524">
                  <c:v>0.48194766363831398</c:v>
                </c:pt>
                <c:pt idx="525">
                  <c:v>0.48402975921448771</c:v>
                </c:pt>
                <c:pt idx="526">
                  <c:v>0.48586582855714772</c:v>
                </c:pt>
                <c:pt idx="527">
                  <c:v>0.48926675145374554</c:v>
                </c:pt>
                <c:pt idx="528">
                  <c:v>0.49217977892093884</c:v>
                </c:pt>
                <c:pt idx="529">
                  <c:v>0.49750425920371943</c:v>
                </c:pt>
                <c:pt idx="530">
                  <c:v>0.50919738771375256</c:v>
                </c:pt>
                <c:pt idx="531">
                  <c:v>0.51239444453872574</c:v>
                </c:pt>
                <c:pt idx="532">
                  <c:v>0.52028523442305696</c:v>
                </c:pt>
                <c:pt idx="533">
                  <c:v>0.53166403571528875</c:v>
                </c:pt>
                <c:pt idx="534">
                  <c:v>0.537520883168636</c:v>
                </c:pt>
                <c:pt idx="535">
                  <c:v>0.5436045127202308</c:v>
                </c:pt>
                <c:pt idx="536">
                  <c:v>0.55401105235493053</c:v>
                </c:pt>
                <c:pt idx="537">
                  <c:v>0.56707938979177697</c:v>
                </c:pt>
                <c:pt idx="538">
                  <c:v>0.58388725368172789</c:v>
                </c:pt>
                <c:pt idx="539">
                  <c:v>0.60540836112111629</c:v>
                </c:pt>
                <c:pt idx="540">
                  <c:v>0.63042619357587215</c:v>
                </c:pt>
                <c:pt idx="541">
                  <c:v>0.65490475266025661</c:v>
                </c:pt>
                <c:pt idx="542">
                  <c:v>0.6847367010373453</c:v>
                </c:pt>
                <c:pt idx="543">
                  <c:v>0.71748647126826881</c:v>
                </c:pt>
                <c:pt idx="544">
                  <c:v>0.75107645775799059</c:v>
                </c:pt>
                <c:pt idx="545">
                  <c:v>0.77785896695275025</c:v>
                </c:pt>
                <c:pt idx="546">
                  <c:v>0.81294173899404876</c:v>
                </c:pt>
                <c:pt idx="547">
                  <c:v>0.84727666282075642</c:v>
                </c:pt>
                <c:pt idx="548">
                  <c:v>0.86924111784701352</c:v>
                </c:pt>
                <c:pt idx="549">
                  <c:v>0.89128521296246888</c:v>
                </c:pt>
                <c:pt idx="550">
                  <c:v>0.91652526143295665</c:v>
                </c:pt>
                <c:pt idx="551">
                  <c:v>0.92396127901146208</c:v>
                </c:pt>
                <c:pt idx="552">
                  <c:v>0.9242855850220929</c:v>
                </c:pt>
                <c:pt idx="553">
                  <c:v>0.91856249524842037</c:v>
                </c:pt>
                <c:pt idx="554">
                  <c:v>0.90131541227120959</c:v>
                </c:pt>
                <c:pt idx="555">
                  <c:v>0.86116284271207988</c:v>
                </c:pt>
                <c:pt idx="556">
                  <c:v>0.82657632773879142</c:v>
                </c:pt>
                <c:pt idx="557">
                  <c:v>0.79700687203028608</c:v>
                </c:pt>
                <c:pt idx="558">
                  <c:v>0.73993129720045148</c:v>
                </c:pt>
                <c:pt idx="559">
                  <c:v>0.68535110549043199</c:v>
                </c:pt>
                <c:pt idx="560">
                  <c:v>0.64970461251196499</c:v>
                </c:pt>
                <c:pt idx="561">
                  <c:v>0.61451358626437136</c:v>
                </c:pt>
                <c:pt idx="562">
                  <c:v>0.57856244045543104</c:v>
                </c:pt>
                <c:pt idx="563">
                  <c:v>0.5459453244342416</c:v>
                </c:pt>
                <c:pt idx="564">
                  <c:v>0.51833841855406326</c:v>
                </c:pt>
                <c:pt idx="565">
                  <c:v>0.49551757572676636</c:v>
                </c:pt>
                <c:pt idx="566">
                  <c:v>0.4788470129867759</c:v>
                </c:pt>
                <c:pt idx="567">
                  <c:v>0.45863200015646449</c:v>
                </c:pt>
                <c:pt idx="568">
                  <c:v>0.44391081695054635</c:v>
                </c:pt>
                <c:pt idx="569">
                  <c:v>0.43664324263165566</c:v>
                </c:pt>
                <c:pt idx="570">
                  <c:v>0.42429276471121402</c:v>
                </c:pt>
                <c:pt idx="571">
                  <c:v>0.44104048235486887</c:v>
                </c:pt>
                <c:pt idx="572">
                  <c:v>0.44192618345438905</c:v>
                </c:pt>
                <c:pt idx="573">
                  <c:v>0.41591078206757853</c:v>
                </c:pt>
                <c:pt idx="574">
                  <c:v>0.41156473954456524</c:v>
                </c:pt>
                <c:pt idx="575">
                  <c:v>0.41503071722616275</c:v>
                </c:pt>
                <c:pt idx="576">
                  <c:v>0.42068468435851142</c:v>
                </c:pt>
                <c:pt idx="577">
                  <c:v>0.42497925619200749</c:v>
                </c:pt>
                <c:pt idx="578">
                  <c:v>0.40715221711939248</c:v>
                </c:pt>
                <c:pt idx="579">
                  <c:v>0.36783925679168633</c:v>
                </c:pt>
                <c:pt idx="580">
                  <c:v>0.33113281196788485</c:v>
                </c:pt>
                <c:pt idx="581">
                  <c:v>0.33654877561638885</c:v>
                </c:pt>
                <c:pt idx="582">
                  <c:v>0.35905473949091377</c:v>
                </c:pt>
                <c:pt idx="583">
                  <c:v>0.38994059441033879</c:v>
                </c:pt>
                <c:pt idx="584">
                  <c:v>0.26864335676469309</c:v>
                </c:pt>
                <c:pt idx="585">
                  <c:v>0.29516286911925665</c:v>
                </c:pt>
                <c:pt idx="586">
                  <c:v>0.42520283251982238</c:v>
                </c:pt>
                <c:pt idx="587">
                  <c:v>0.5429678010515232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F-1251-45ED-B486-8EADCA04E34F}"/>
            </c:ext>
          </c:extLst>
        </c:ser>
        <c:ser>
          <c:idx val="32"/>
          <c:order val="32"/>
          <c:tx>
            <c:strRef>
              <c:f>'Fully separated 3%'!$AE$1</c:f>
              <c:strCache>
                <c:ptCount val="1"/>
                <c:pt idx="0">
                  <c:v>3F_9/O-PTIR (mV) []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'Fully separated 3%'!$A$2:$A$589</c:f>
              <c:numCache>
                <c:formatCode>General</c:formatCode>
                <c:ptCount val="588"/>
                <c:pt idx="0">
                  <c:v>935</c:v>
                </c:pt>
                <c:pt idx="1">
                  <c:v>937</c:v>
                </c:pt>
                <c:pt idx="2">
                  <c:v>939</c:v>
                </c:pt>
                <c:pt idx="3">
                  <c:v>941</c:v>
                </c:pt>
                <c:pt idx="4">
                  <c:v>943</c:v>
                </c:pt>
                <c:pt idx="5">
                  <c:v>945</c:v>
                </c:pt>
                <c:pt idx="6">
                  <c:v>947</c:v>
                </c:pt>
                <c:pt idx="7">
                  <c:v>949</c:v>
                </c:pt>
                <c:pt idx="8">
                  <c:v>951</c:v>
                </c:pt>
                <c:pt idx="9">
                  <c:v>953</c:v>
                </c:pt>
                <c:pt idx="10">
                  <c:v>955</c:v>
                </c:pt>
                <c:pt idx="11">
                  <c:v>957</c:v>
                </c:pt>
                <c:pt idx="12">
                  <c:v>959</c:v>
                </c:pt>
                <c:pt idx="13">
                  <c:v>961</c:v>
                </c:pt>
                <c:pt idx="14">
                  <c:v>963</c:v>
                </c:pt>
                <c:pt idx="15">
                  <c:v>965</c:v>
                </c:pt>
                <c:pt idx="16">
                  <c:v>967</c:v>
                </c:pt>
                <c:pt idx="17">
                  <c:v>969</c:v>
                </c:pt>
                <c:pt idx="18">
                  <c:v>971</c:v>
                </c:pt>
                <c:pt idx="19">
                  <c:v>973</c:v>
                </c:pt>
                <c:pt idx="20">
                  <c:v>975</c:v>
                </c:pt>
                <c:pt idx="21">
                  <c:v>977</c:v>
                </c:pt>
                <c:pt idx="22">
                  <c:v>979</c:v>
                </c:pt>
                <c:pt idx="23">
                  <c:v>981</c:v>
                </c:pt>
                <c:pt idx="24">
                  <c:v>983</c:v>
                </c:pt>
                <c:pt idx="25">
                  <c:v>985</c:v>
                </c:pt>
                <c:pt idx="26">
                  <c:v>987</c:v>
                </c:pt>
                <c:pt idx="27">
                  <c:v>989</c:v>
                </c:pt>
                <c:pt idx="28">
                  <c:v>991</c:v>
                </c:pt>
                <c:pt idx="29">
                  <c:v>993</c:v>
                </c:pt>
                <c:pt idx="30">
                  <c:v>995</c:v>
                </c:pt>
                <c:pt idx="31">
                  <c:v>997</c:v>
                </c:pt>
                <c:pt idx="32">
                  <c:v>999</c:v>
                </c:pt>
                <c:pt idx="33">
                  <c:v>1001</c:v>
                </c:pt>
                <c:pt idx="34">
                  <c:v>1003</c:v>
                </c:pt>
                <c:pt idx="35">
                  <c:v>1005</c:v>
                </c:pt>
                <c:pt idx="36">
                  <c:v>1007</c:v>
                </c:pt>
                <c:pt idx="37">
                  <c:v>1009</c:v>
                </c:pt>
                <c:pt idx="38">
                  <c:v>1011</c:v>
                </c:pt>
                <c:pt idx="39">
                  <c:v>1013</c:v>
                </c:pt>
                <c:pt idx="40">
                  <c:v>1015</c:v>
                </c:pt>
                <c:pt idx="41">
                  <c:v>1017</c:v>
                </c:pt>
                <c:pt idx="42">
                  <c:v>1019</c:v>
                </c:pt>
                <c:pt idx="43">
                  <c:v>1021</c:v>
                </c:pt>
                <c:pt idx="44">
                  <c:v>1023</c:v>
                </c:pt>
                <c:pt idx="45">
                  <c:v>1025</c:v>
                </c:pt>
                <c:pt idx="46">
                  <c:v>1027</c:v>
                </c:pt>
                <c:pt idx="47">
                  <c:v>1029</c:v>
                </c:pt>
                <c:pt idx="48">
                  <c:v>1031</c:v>
                </c:pt>
                <c:pt idx="49">
                  <c:v>1033</c:v>
                </c:pt>
                <c:pt idx="50">
                  <c:v>1035</c:v>
                </c:pt>
                <c:pt idx="51">
                  <c:v>1037</c:v>
                </c:pt>
                <c:pt idx="52">
                  <c:v>1039</c:v>
                </c:pt>
                <c:pt idx="53">
                  <c:v>1041</c:v>
                </c:pt>
                <c:pt idx="54">
                  <c:v>1043</c:v>
                </c:pt>
                <c:pt idx="55">
                  <c:v>1045</c:v>
                </c:pt>
                <c:pt idx="56">
                  <c:v>1047</c:v>
                </c:pt>
                <c:pt idx="57">
                  <c:v>1049</c:v>
                </c:pt>
                <c:pt idx="58">
                  <c:v>1051</c:v>
                </c:pt>
                <c:pt idx="59">
                  <c:v>1053</c:v>
                </c:pt>
                <c:pt idx="60">
                  <c:v>1055</c:v>
                </c:pt>
                <c:pt idx="61">
                  <c:v>1057</c:v>
                </c:pt>
                <c:pt idx="62">
                  <c:v>1059</c:v>
                </c:pt>
                <c:pt idx="63">
                  <c:v>1061</c:v>
                </c:pt>
                <c:pt idx="64">
                  <c:v>1063</c:v>
                </c:pt>
                <c:pt idx="65">
                  <c:v>1065</c:v>
                </c:pt>
                <c:pt idx="66">
                  <c:v>1067</c:v>
                </c:pt>
                <c:pt idx="67">
                  <c:v>1069</c:v>
                </c:pt>
                <c:pt idx="68">
                  <c:v>1071</c:v>
                </c:pt>
                <c:pt idx="69">
                  <c:v>1073</c:v>
                </c:pt>
                <c:pt idx="70">
                  <c:v>1075</c:v>
                </c:pt>
                <c:pt idx="71">
                  <c:v>1077</c:v>
                </c:pt>
                <c:pt idx="72">
                  <c:v>1079</c:v>
                </c:pt>
                <c:pt idx="73">
                  <c:v>1081</c:v>
                </c:pt>
                <c:pt idx="74">
                  <c:v>1083</c:v>
                </c:pt>
                <c:pt idx="75">
                  <c:v>1085</c:v>
                </c:pt>
                <c:pt idx="76">
                  <c:v>1087</c:v>
                </c:pt>
                <c:pt idx="77">
                  <c:v>1089</c:v>
                </c:pt>
                <c:pt idx="78">
                  <c:v>1091</c:v>
                </c:pt>
                <c:pt idx="79">
                  <c:v>1093</c:v>
                </c:pt>
                <c:pt idx="80">
                  <c:v>1095</c:v>
                </c:pt>
                <c:pt idx="81">
                  <c:v>1097</c:v>
                </c:pt>
                <c:pt idx="82">
                  <c:v>1099</c:v>
                </c:pt>
                <c:pt idx="83">
                  <c:v>1101</c:v>
                </c:pt>
                <c:pt idx="84">
                  <c:v>1103</c:v>
                </c:pt>
                <c:pt idx="85">
                  <c:v>1105</c:v>
                </c:pt>
                <c:pt idx="86">
                  <c:v>1107</c:v>
                </c:pt>
                <c:pt idx="87">
                  <c:v>1109</c:v>
                </c:pt>
                <c:pt idx="88">
                  <c:v>1111</c:v>
                </c:pt>
                <c:pt idx="89">
                  <c:v>1113</c:v>
                </c:pt>
                <c:pt idx="90">
                  <c:v>1115</c:v>
                </c:pt>
                <c:pt idx="91">
                  <c:v>1117</c:v>
                </c:pt>
                <c:pt idx="92">
                  <c:v>1119</c:v>
                </c:pt>
                <c:pt idx="93">
                  <c:v>1121</c:v>
                </c:pt>
                <c:pt idx="94">
                  <c:v>1123</c:v>
                </c:pt>
                <c:pt idx="95">
                  <c:v>1125</c:v>
                </c:pt>
                <c:pt idx="96">
                  <c:v>1127</c:v>
                </c:pt>
                <c:pt idx="97">
                  <c:v>1129</c:v>
                </c:pt>
                <c:pt idx="98">
                  <c:v>1131</c:v>
                </c:pt>
                <c:pt idx="99">
                  <c:v>1133</c:v>
                </c:pt>
                <c:pt idx="100">
                  <c:v>1135</c:v>
                </c:pt>
                <c:pt idx="101">
                  <c:v>1137</c:v>
                </c:pt>
                <c:pt idx="102">
                  <c:v>1139</c:v>
                </c:pt>
                <c:pt idx="103">
                  <c:v>1141</c:v>
                </c:pt>
                <c:pt idx="104">
                  <c:v>1143</c:v>
                </c:pt>
                <c:pt idx="105">
                  <c:v>1145</c:v>
                </c:pt>
                <c:pt idx="106">
                  <c:v>1147</c:v>
                </c:pt>
                <c:pt idx="107">
                  <c:v>1149</c:v>
                </c:pt>
                <c:pt idx="108">
                  <c:v>1151</c:v>
                </c:pt>
                <c:pt idx="109">
                  <c:v>1153</c:v>
                </c:pt>
                <c:pt idx="110">
                  <c:v>1155</c:v>
                </c:pt>
                <c:pt idx="111">
                  <c:v>1157</c:v>
                </c:pt>
                <c:pt idx="112">
                  <c:v>1159</c:v>
                </c:pt>
                <c:pt idx="113">
                  <c:v>1161</c:v>
                </c:pt>
                <c:pt idx="114">
                  <c:v>1163</c:v>
                </c:pt>
                <c:pt idx="115">
                  <c:v>1165</c:v>
                </c:pt>
                <c:pt idx="116">
                  <c:v>1167</c:v>
                </c:pt>
                <c:pt idx="117">
                  <c:v>1169</c:v>
                </c:pt>
                <c:pt idx="118">
                  <c:v>1171</c:v>
                </c:pt>
                <c:pt idx="119">
                  <c:v>1173</c:v>
                </c:pt>
                <c:pt idx="120">
                  <c:v>1175</c:v>
                </c:pt>
                <c:pt idx="121">
                  <c:v>1177</c:v>
                </c:pt>
                <c:pt idx="122">
                  <c:v>1179</c:v>
                </c:pt>
                <c:pt idx="123">
                  <c:v>1181</c:v>
                </c:pt>
                <c:pt idx="124">
                  <c:v>1183</c:v>
                </c:pt>
                <c:pt idx="125">
                  <c:v>1185</c:v>
                </c:pt>
                <c:pt idx="126">
                  <c:v>1187</c:v>
                </c:pt>
                <c:pt idx="127">
                  <c:v>1189</c:v>
                </c:pt>
                <c:pt idx="128">
                  <c:v>1191</c:v>
                </c:pt>
                <c:pt idx="129">
                  <c:v>1193</c:v>
                </c:pt>
                <c:pt idx="130">
                  <c:v>1195</c:v>
                </c:pt>
                <c:pt idx="131">
                  <c:v>1197</c:v>
                </c:pt>
                <c:pt idx="132">
                  <c:v>1199</c:v>
                </c:pt>
                <c:pt idx="133">
                  <c:v>1201</c:v>
                </c:pt>
                <c:pt idx="134">
                  <c:v>1203</c:v>
                </c:pt>
                <c:pt idx="135">
                  <c:v>1205</c:v>
                </c:pt>
                <c:pt idx="136">
                  <c:v>1207</c:v>
                </c:pt>
                <c:pt idx="137">
                  <c:v>1209</c:v>
                </c:pt>
                <c:pt idx="138">
                  <c:v>1211</c:v>
                </c:pt>
                <c:pt idx="139">
                  <c:v>1213</c:v>
                </c:pt>
                <c:pt idx="140">
                  <c:v>1215</c:v>
                </c:pt>
                <c:pt idx="141">
                  <c:v>1217</c:v>
                </c:pt>
                <c:pt idx="142">
                  <c:v>1219</c:v>
                </c:pt>
                <c:pt idx="143">
                  <c:v>1221</c:v>
                </c:pt>
                <c:pt idx="144">
                  <c:v>1223</c:v>
                </c:pt>
                <c:pt idx="145">
                  <c:v>1225</c:v>
                </c:pt>
                <c:pt idx="146">
                  <c:v>1227</c:v>
                </c:pt>
                <c:pt idx="147">
                  <c:v>1229</c:v>
                </c:pt>
                <c:pt idx="148">
                  <c:v>1231</c:v>
                </c:pt>
                <c:pt idx="149">
                  <c:v>1233</c:v>
                </c:pt>
                <c:pt idx="150">
                  <c:v>1235</c:v>
                </c:pt>
                <c:pt idx="151">
                  <c:v>1237</c:v>
                </c:pt>
                <c:pt idx="152">
                  <c:v>1239</c:v>
                </c:pt>
                <c:pt idx="153">
                  <c:v>1241</c:v>
                </c:pt>
                <c:pt idx="154">
                  <c:v>1243</c:v>
                </c:pt>
                <c:pt idx="155">
                  <c:v>1245</c:v>
                </c:pt>
                <c:pt idx="156">
                  <c:v>1247</c:v>
                </c:pt>
                <c:pt idx="157">
                  <c:v>1249</c:v>
                </c:pt>
                <c:pt idx="158">
                  <c:v>1251</c:v>
                </c:pt>
                <c:pt idx="159">
                  <c:v>1253</c:v>
                </c:pt>
                <c:pt idx="160">
                  <c:v>1255</c:v>
                </c:pt>
                <c:pt idx="161">
                  <c:v>1257</c:v>
                </c:pt>
                <c:pt idx="162">
                  <c:v>1259</c:v>
                </c:pt>
                <c:pt idx="163">
                  <c:v>1261</c:v>
                </c:pt>
                <c:pt idx="164">
                  <c:v>1263</c:v>
                </c:pt>
                <c:pt idx="165">
                  <c:v>1265</c:v>
                </c:pt>
                <c:pt idx="166">
                  <c:v>1267</c:v>
                </c:pt>
                <c:pt idx="167">
                  <c:v>1269</c:v>
                </c:pt>
                <c:pt idx="168">
                  <c:v>1271</c:v>
                </c:pt>
                <c:pt idx="169">
                  <c:v>1273</c:v>
                </c:pt>
                <c:pt idx="170">
                  <c:v>1275</c:v>
                </c:pt>
                <c:pt idx="171">
                  <c:v>1277</c:v>
                </c:pt>
                <c:pt idx="172">
                  <c:v>1279</c:v>
                </c:pt>
                <c:pt idx="173">
                  <c:v>1281</c:v>
                </c:pt>
                <c:pt idx="174">
                  <c:v>1283</c:v>
                </c:pt>
                <c:pt idx="175">
                  <c:v>1285</c:v>
                </c:pt>
                <c:pt idx="176">
                  <c:v>1287</c:v>
                </c:pt>
                <c:pt idx="177">
                  <c:v>1289</c:v>
                </c:pt>
                <c:pt idx="178">
                  <c:v>1291</c:v>
                </c:pt>
                <c:pt idx="179">
                  <c:v>1293</c:v>
                </c:pt>
                <c:pt idx="180">
                  <c:v>1295</c:v>
                </c:pt>
                <c:pt idx="181">
                  <c:v>1297</c:v>
                </c:pt>
                <c:pt idx="182">
                  <c:v>1299</c:v>
                </c:pt>
                <c:pt idx="183">
                  <c:v>1301</c:v>
                </c:pt>
                <c:pt idx="184">
                  <c:v>1303</c:v>
                </c:pt>
                <c:pt idx="185">
                  <c:v>1305</c:v>
                </c:pt>
                <c:pt idx="186">
                  <c:v>1307</c:v>
                </c:pt>
                <c:pt idx="187">
                  <c:v>1309</c:v>
                </c:pt>
                <c:pt idx="188">
                  <c:v>1311</c:v>
                </c:pt>
                <c:pt idx="189">
                  <c:v>1313</c:v>
                </c:pt>
                <c:pt idx="190">
                  <c:v>1315</c:v>
                </c:pt>
                <c:pt idx="191">
                  <c:v>1317</c:v>
                </c:pt>
                <c:pt idx="192">
                  <c:v>1319</c:v>
                </c:pt>
                <c:pt idx="193">
                  <c:v>1321</c:v>
                </c:pt>
                <c:pt idx="194">
                  <c:v>1323</c:v>
                </c:pt>
                <c:pt idx="195">
                  <c:v>1325</c:v>
                </c:pt>
                <c:pt idx="196">
                  <c:v>1327</c:v>
                </c:pt>
                <c:pt idx="197">
                  <c:v>1329</c:v>
                </c:pt>
                <c:pt idx="198">
                  <c:v>1331</c:v>
                </c:pt>
                <c:pt idx="199">
                  <c:v>1333</c:v>
                </c:pt>
                <c:pt idx="200">
                  <c:v>1335</c:v>
                </c:pt>
                <c:pt idx="201">
                  <c:v>1337</c:v>
                </c:pt>
                <c:pt idx="202">
                  <c:v>1339</c:v>
                </c:pt>
                <c:pt idx="203">
                  <c:v>1341</c:v>
                </c:pt>
                <c:pt idx="204">
                  <c:v>1343</c:v>
                </c:pt>
                <c:pt idx="205">
                  <c:v>1345</c:v>
                </c:pt>
                <c:pt idx="206">
                  <c:v>1347</c:v>
                </c:pt>
                <c:pt idx="207">
                  <c:v>1349</c:v>
                </c:pt>
                <c:pt idx="208">
                  <c:v>1351</c:v>
                </c:pt>
                <c:pt idx="209">
                  <c:v>1353</c:v>
                </c:pt>
                <c:pt idx="210">
                  <c:v>1355</c:v>
                </c:pt>
                <c:pt idx="211">
                  <c:v>1357</c:v>
                </c:pt>
                <c:pt idx="212">
                  <c:v>1359</c:v>
                </c:pt>
                <c:pt idx="213">
                  <c:v>1361</c:v>
                </c:pt>
                <c:pt idx="214">
                  <c:v>1363</c:v>
                </c:pt>
                <c:pt idx="215">
                  <c:v>1365</c:v>
                </c:pt>
                <c:pt idx="216">
                  <c:v>1367</c:v>
                </c:pt>
                <c:pt idx="217">
                  <c:v>1369</c:v>
                </c:pt>
                <c:pt idx="218">
                  <c:v>1371</c:v>
                </c:pt>
                <c:pt idx="219">
                  <c:v>1373</c:v>
                </c:pt>
                <c:pt idx="220">
                  <c:v>1375</c:v>
                </c:pt>
                <c:pt idx="221">
                  <c:v>1377</c:v>
                </c:pt>
                <c:pt idx="222">
                  <c:v>1379</c:v>
                </c:pt>
                <c:pt idx="223">
                  <c:v>1381</c:v>
                </c:pt>
                <c:pt idx="224">
                  <c:v>1383</c:v>
                </c:pt>
                <c:pt idx="225">
                  <c:v>1385</c:v>
                </c:pt>
                <c:pt idx="226">
                  <c:v>1387</c:v>
                </c:pt>
                <c:pt idx="227">
                  <c:v>1389</c:v>
                </c:pt>
                <c:pt idx="228">
                  <c:v>1391</c:v>
                </c:pt>
                <c:pt idx="229">
                  <c:v>1393</c:v>
                </c:pt>
                <c:pt idx="230">
                  <c:v>1395</c:v>
                </c:pt>
                <c:pt idx="231">
                  <c:v>1397</c:v>
                </c:pt>
                <c:pt idx="232">
                  <c:v>1399</c:v>
                </c:pt>
                <c:pt idx="233">
                  <c:v>1401</c:v>
                </c:pt>
                <c:pt idx="234">
                  <c:v>1403</c:v>
                </c:pt>
                <c:pt idx="235">
                  <c:v>1405</c:v>
                </c:pt>
                <c:pt idx="236">
                  <c:v>1407</c:v>
                </c:pt>
                <c:pt idx="237">
                  <c:v>1409</c:v>
                </c:pt>
                <c:pt idx="238">
                  <c:v>1411</c:v>
                </c:pt>
                <c:pt idx="239">
                  <c:v>1413</c:v>
                </c:pt>
                <c:pt idx="240">
                  <c:v>1415</c:v>
                </c:pt>
                <c:pt idx="241">
                  <c:v>1417</c:v>
                </c:pt>
                <c:pt idx="242">
                  <c:v>1419</c:v>
                </c:pt>
                <c:pt idx="243">
                  <c:v>1421</c:v>
                </c:pt>
                <c:pt idx="244">
                  <c:v>1423</c:v>
                </c:pt>
                <c:pt idx="245">
                  <c:v>1425</c:v>
                </c:pt>
                <c:pt idx="246">
                  <c:v>1427</c:v>
                </c:pt>
                <c:pt idx="247">
                  <c:v>1429</c:v>
                </c:pt>
                <c:pt idx="248">
                  <c:v>1431</c:v>
                </c:pt>
                <c:pt idx="249">
                  <c:v>1433</c:v>
                </c:pt>
                <c:pt idx="250">
                  <c:v>1435</c:v>
                </c:pt>
                <c:pt idx="251">
                  <c:v>1437</c:v>
                </c:pt>
                <c:pt idx="252">
                  <c:v>1439</c:v>
                </c:pt>
                <c:pt idx="253">
                  <c:v>1441</c:v>
                </c:pt>
                <c:pt idx="254">
                  <c:v>1443</c:v>
                </c:pt>
                <c:pt idx="255">
                  <c:v>1445</c:v>
                </c:pt>
                <c:pt idx="256">
                  <c:v>1447</c:v>
                </c:pt>
                <c:pt idx="257">
                  <c:v>1449</c:v>
                </c:pt>
                <c:pt idx="258">
                  <c:v>1451</c:v>
                </c:pt>
                <c:pt idx="259">
                  <c:v>1453</c:v>
                </c:pt>
                <c:pt idx="260">
                  <c:v>1455</c:v>
                </c:pt>
                <c:pt idx="261">
                  <c:v>1457</c:v>
                </c:pt>
                <c:pt idx="262">
                  <c:v>1459</c:v>
                </c:pt>
                <c:pt idx="263">
                  <c:v>1461</c:v>
                </c:pt>
                <c:pt idx="264">
                  <c:v>1463</c:v>
                </c:pt>
                <c:pt idx="265">
                  <c:v>1465</c:v>
                </c:pt>
                <c:pt idx="266">
                  <c:v>1467</c:v>
                </c:pt>
                <c:pt idx="267">
                  <c:v>1469</c:v>
                </c:pt>
                <c:pt idx="268">
                  <c:v>1471</c:v>
                </c:pt>
                <c:pt idx="269">
                  <c:v>1473</c:v>
                </c:pt>
                <c:pt idx="270">
                  <c:v>1475</c:v>
                </c:pt>
                <c:pt idx="271">
                  <c:v>1477</c:v>
                </c:pt>
                <c:pt idx="272">
                  <c:v>1479</c:v>
                </c:pt>
                <c:pt idx="273">
                  <c:v>1481</c:v>
                </c:pt>
                <c:pt idx="274">
                  <c:v>1483</c:v>
                </c:pt>
                <c:pt idx="275">
                  <c:v>1485</c:v>
                </c:pt>
                <c:pt idx="276">
                  <c:v>1487</c:v>
                </c:pt>
                <c:pt idx="277">
                  <c:v>1489</c:v>
                </c:pt>
                <c:pt idx="278">
                  <c:v>1491</c:v>
                </c:pt>
                <c:pt idx="279">
                  <c:v>1493</c:v>
                </c:pt>
                <c:pt idx="280">
                  <c:v>1495</c:v>
                </c:pt>
                <c:pt idx="281">
                  <c:v>1497</c:v>
                </c:pt>
                <c:pt idx="282">
                  <c:v>1499</c:v>
                </c:pt>
                <c:pt idx="283">
                  <c:v>1501</c:v>
                </c:pt>
                <c:pt idx="284">
                  <c:v>1503</c:v>
                </c:pt>
                <c:pt idx="285">
                  <c:v>1505</c:v>
                </c:pt>
                <c:pt idx="286">
                  <c:v>1507</c:v>
                </c:pt>
                <c:pt idx="287">
                  <c:v>1509</c:v>
                </c:pt>
                <c:pt idx="288">
                  <c:v>1511</c:v>
                </c:pt>
                <c:pt idx="289">
                  <c:v>1513</c:v>
                </c:pt>
                <c:pt idx="290">
                  <c:v>1515</c:v>
                </c:pt>
                <c:pt idx="291">
                  <c:v>1517</c:v>
                </c:pt>
                <c:pt idx="292">
                  <c:v>1519</c:v>
                </c:pt>
                <c:pt idx="293">
                  <c:v>1521</c:v>
                </c:pt>
                <c:pt idx="294">
                  <c:v>1523</c:v>
                </c:pt>
                <c:pt idx="295">
                  <c:v>1525</c:v>
                </c:pt>
                <c:pt idx="296">
                  <c:v>1527</c:v>
                </c:pt>
                <c:pt idx="297">
                  <c:v>1529</c:v>
                </c:pt>
                <c:pt idx="298">
                  <c:v>1531</c:v>
                </c:pt>
                <c:pt idx="299">
                  <c:v>1533</c:v>
                </c:pt>
                <c:pt idx="300">
                  <c:v>1535</c:v>
                </c:pt>
                <c:pt idx="301">
                  <c:v>1537</c:v>
                </c:pt>
                <c:pt idx="302">
                  <c:v>1539</c:v>
                </c:pt>
                <c:pt idx="303">
                  <c:v>1541</c:v>
                </c:pt>
                <c:pt idx="304">
                  <c:v>1543</c:v>
                </c:pt>
                <c:pt idx="305">
                  <c:v>1545</c:v>
                </c:pt>
                <c:pt idx="306">
                  <c:v>1547</c:v>
                </c:pt>
                <c:pt idx="307">
                  <c:v>1549</c:v>
                </c:pt>
                <c:pt idx="308">
                  <c:v>1551</c:v>
                </c:pt>
                <c:pt idx="309">
                  <c:v>1553</c:v>
                </c:pt>
                <c:pt idx="310">
                  <c:v>1555</c:v>
                </c:pt>
                <c:pt idx="311">
                  <c:v>1557</c:v>
                </c:pt>
                <c:pt idx="312">
                  <c:v>1559</c:v>
                </c:pt>
                <c:pt idx="313">
                  <c:v>1561</c:v>
                </c:pt>
                <c:pt idx="314">
                  <c:v>1563</c:v>
                </c:pt>
                <c:pt idx="315">
                  <c:v>1565</c:v>
                </c:pt>
                <c:pt idx="316">
                  <c:v>1567</c:v>
                </c:pt>
                <c:pt idx="317">
                  <c:v>1569</c:v>
                </c:pt>
                <c:pt idx="318">
                  <c:v>1571</c:v>
                </c:pt>
                <c:pt idx="319">
                  <c:v>1573</c:v>
                </c:pt>
                <c:pt idx="320">
                  <c:v>1575</c:v>
                </c:pt>
                <c:pt idx="321">
                  <c:v>1577</c:v>
                </c:pt>
                <c:pt idx="322">
                  <c:v>1579</c:v>
                </c:pt>
                <c:pt idx="323">
                  <c:v>1581</c:v>
                </c:pt>
                <c:pt idx="324">
                  <c:v>1583</c:v>
                </c:pt>
                <c:pt idx="325">
                  <c:v>1585</c:v>
                </c:pt>
                <c:pt idx="326">
                  <c:v>1587</c:v>
                </c:pt>
                <c:pt idx="327">
                  <c:v>1589</c:v>
                </c:pt>
                <c:pt idx="328">
                  <c:v>1591</c:v>
                </c:pt>
                <c:pt idx="329">
                  <c:v>1593</c:v>
                </c:pt>
                <c:pt idx="330">
                  <c:v>1595</c:v>
                </c:pt>
                <c:pt idx="331">
                  <c:v>1597</c:v>
                </c:pt>
                <c:pt idx="332">
                  <c:v>1599</c:v>
                </c:pt>
                <c:pt idx="333">
                  <c:v>1601</c:v>
                </c:pt>
                <c:pt idx="334">
                  <c:v>1603</c:v>
                </c:pt>
                <c:pt idx="335">
                  <c:v>1605</c:v>
                </c:pt>
                <c:pt idx="336">
                  <c:v>1607</c:v>
                </c:pt>
                <c:pt idx="337">
                  <c:v>1609</c:v>
                </c:pt>
                <c:pt idx="338">
                  <c:v>1611</c:v>
                </c:pt>
                <c:pt idx="339">
                  <c:v>1613</c:v>
                </c:pt>
                <c:pt idx="340">
                  <c:v>1615</c:v>
                </c:pt>
                <c:pt idx="341">
                  <c:v>1617</c:v>
                </c:pt>
                <c:pt idx="342">
                  <c:v>1619</c:v>
                </c:pt>
                <c:pt idx="343">
                  <c:v>1621</c:v>
                </c:pt>
                <c:pt idx="344">
                  <c:v>1623</c:v>
                </c:pt>
                <c:pt idx="345">
                  <c:v>1625</c:v>
                </c:pt>
                <c:pt idx="346">
                  <c:v>1627</c:v>
                </c:pt>
                <c:pt idx="347">
                  <c:v>1629</c:v>
                </c:pt>
                <c:pt idx="348">
                  <c:v>1631</c:v>
                </c:pt>
                <c:pt idx="349">
                  <c:v>1633</c:v>
                </c:pt>
                <c:pt idx="350">
                  <c:v>1635</c:v>
                </c:pt>
                <c:pt idx="351">
                  <c:v>1637</c:v>
                </c:pt>
                <c:pt idx="352">
                  <c:v>1639</c:v>
                </c:pt>
                <c:pt idx="353">
                  <c:v>1641</c:v>
                </c:pt>
                <c:pt idx="354">
                  <c:v>1643</c:v>
                </c:pt>
                <c:pt idx="355">
                  <c:v>1645</c:v>
                </c:pt>
                <c:pt idx="356">
                  <c:v>1647</c:v>
                </c:pt>
                <c:pt idx="357">
                  <c:v>1649</c:v>
                </c:pt>
                <c:pt idx="358">
                  <c:v>1651</c:v>
                </c:pt>
                <c:pt idx="359">
                  <c:v>1653</c:v>
                </c:pt>
                <c:pt idx="360">
                  <c:v>1655</c:v>
                </c:pt>
                <c:pt idx="361">
                  <c:v>1657</c:v>
                </c:pt>
                <c:pt idx="362">
                  <c:v>1659</c:v>
                </c:pt>
                <c:pt idx="363">
                  <c:v>1661</c:v>
                </c:pt>
                <c:pt idx="364">
                  <c:v>1663</c:v>
                </c:pt>
                <c:pt idx="365">
                  <c:v>1665</c:v>
                </c:pt>
                <c:pt idx="366">
                  <c:v>1667</c:v>
                </c:pt>
                <c:pt idx="367">
                  <c:v>1669</c:v>
                </c:pt>
                <c:pt idx="368">
                  <c:v>1671</c:v>
                </c:pt>
                <c:pt idx="369">
                  <c:v>1673</c:v>
                </c:pt>
                <c:pt idx="370">
                  <c:v>1675</c:v>
                </c:pt>
                <c:pt idx="371">
                  <c:v>1677</c:v>
                </c:pt>
                <c:pt idx="372">
                  <c:v>1679</c:v>
                </c:pt>
                <c:pt idx="373">
                  <c:v>1681</c:v>
                </c:pt>
                <c:pt idx="374">
                  <c:v>1683</c:v>
                </c:pt>
                <c:pt idx="375">
                  <c:v>1685</c:v>
                </c:pt>
                <c:pt idx="376">
                  <c:v>1687</c:v>
                </c:pt>
                <c:pt idx="377">
                  <c:v>1689</c:v>
                </c:pt>
                <c:pt idx="378">
                  <c:v>1691</c:v>
                </c:pt>
                <c:pt idx="379">
                  <c:v>1693</c:v>
                </c:pt>
                <c:pt idx="380">
                  <c:v>1695</c:v>
                </c:pt>
                <c:pt idx="381">
                  <c:v>1697</c:v>
                </c:pt>
                <c:pt idx="382">
                  <c:v>1699</c:v>
                </c:pt>
                <c:pt idx="383">
                  <c:v>1701</c:v>
                </c:pt>
                <c:pt idx="384">
                  <c:v>1703</c:v>
                </c:pt>
                <c:pt idx="385">
                  <c:v>1705</c:v>
                </c:pt>
                <c:pt idx="386">
                  <c:v>1707</c:v>
                </c:pt>
                <c:pt idx="387">
                  <c:v>1709</c:v>
                </c:pt>
                <c:pt idx="388">
                  <c:v>1711</c:v>
                </c:pt>
                <c:pt idx="389">
                  <c:v>1713</c:v>
                </c:pt>
                <c:pt idx="390">
                  <c:v>1715</c:v>
                </c:pt>
                <c:pt idx="391">
                  <c:v>1717</c:v>
                </c:pt>
                <c:pt idx="392">
                  <c:v>1719</c:v>
                </c:pt>
                <c:pt idx="393">
                  <c:v>1721</c:v>
                </c:pt>
                <c:pt idx="394">
                  <c:v>1723</c:v>
                </c:pt>
                <c:pt idx="395">
                  <c:v>1725</c:v>
                </c:pt>
                <c:pt idx="396">
                  <c:v>1727</c:v>
                </c:pt>
                <c:pt idx="397">
                  <c:v>1729</c:v>
                </c:pt>
                <c:pt idx="398">
                  <c:v>1731</c:v>
                </c:pt>
                <c:pt idx="399">
                  <c:v>1733</c:v>
                </c:pt>
                <c:pt idx="400">
                  <c:v>1735</c:v>
                </c:pt>
                <c:pt idx="401">
                  <c:v>1737</c:v>
                </c:pt>
                <c:pt idx="402">
                  <c:v>1739</c:v>
                </c:pt>
                <c:pt idx="403">
                  <c:v>1741</c:v>
                </c:pt>
                <c:pt idx="404">
                  <c:v>1743</c:v>
                </c:pt>
                <c:pt idx="405">
                  <c:v>1745</c:v>
                </c:pt>
                <c:pt idx="406">
                  <c:v>1747</c:v>
                </c:pt>
                <c:pt idx="407">
                  <c:v>1749</c:v>
                </c:pt>
                <c:pt idx="408">
                  <c:v>1751</c:v>
                </c:pt>
                <c:pt idx="409">
                  <c:v>1753</c:v>
                </c:pt>
                <c:pt idx="410">
                  <c:v>1755</c:v>
                </c:pt>
                <c:pt idx="411">
                  <c:v>1757</c:v>
                </c:pt>
                <c:pt idx="412">
                  <c:v>1759</c:v>
                </c:pt>
                <c:pt idx="413">
                  <c:v>1761</c:v>
                </c:pt>
                <c:pt idx="414">
                  <c:v>1763</c:v>
                </c:pt>
                <c:pt idx="415">
                  <c:v>1765</c:v>
                </c:pt>
                <c:pt idx="416">
                  <c:v>1767</c:v>
                </c:pt>
                <c:pt idx="417">
                  <c:v>1769</c:v>
                </c:pt>
                <c:pt idx="418">
                  <c:v>1771</c:v>
                </c:pt>
                <c:pt idx="419">
                  <c:v>1773</c:v>
                </c:pt>
                <c:pt idx="420">
                  <c:v>1775</c:v>
                </c:pt>
                <c:pt idx="421">
                  <c:v>1777</c:v>
                </c:pt>
                <c:pt idx="422">
                  <c:v>1779</c:v>
                </c:pt>
                <c:pt idx="423">
                  <c:v>1781</c:v>
                </c:pt>
                <c:pt idx="424">
                  <c:v>1783</c:v>
                </c:pt>
                <c:pt idx="425">
                  <c:v>1785</c:v>
                </c:pt>
                <c:pt idx="426">
                  <c:v>1787</c:v>
                </c:pt>
                <c:pt idx="427">
                  <c:v>1789</c:v>
                </c:pt>
                <c:pt idx="428">
                  <c:v>1791</c:v>
                </c:pt>
                <c:pt idx="429">
                  <c:v>1793</c:v>
                </c:pt>
                <c:pt idx="430">
                  <c:v>1795</c:v>
                </c:pt>
                <c:pt idx="431">
                  <c:v>1797</c:v>
                </c:pt>
                <c:pt idx="432">
                  <c:v>1799</c:v>
                </c:pt>
                <c:pt idx="433">
                  <c:v>2687</c:v>
                </c:pt>
                <c:pt idx="434">
                  <c:v>2689</c:v>
                </c:pt>
                <c:pt idx="435">
                  <c:v>2691</c:v>
                </c:pt>
                <c:pt idx="436">
                  <c:v>2693</c:v>
                </c:pt>
                <c:pt idx="437">
                  <c:v>2695</c:v>
                </c:pt>
                <c:pt idx="438">
                  <c:v>2697</c:v>
                </c:pt>
                <c:pt idx="439">
                  <c:v>2699</c:v>
                </c:pt>
                <c:pt idx="440">
                  <c:v>2701</c:v>
                </c:pt>
                <c:pt idx="441">
                  <c:v>2703</c:v>
                </c:pt>
                <c:pt idx="442">
                  <c:v>2705</c:v>
                </c:pt>
                <c:pt idx="443">
                  <c:v>2707</c:v>
                </c:pt>
                <c:pt idx="444">
                  <c:v>2709</c:v>
                </c:pt>
                <c:pt idx="445">
                  <c:v>2711</c:v>
                </c:pt>
                <c:pt idx="446">
                  <c:v>2713</c:v>
                </c:pt>
                <c:pt idx="447">
                  <c:v>2715</c:v>
                </c:pt>
                <c:pt idx="448">
                  <c:v>2717</c:v>
                </c:pt>
                <c:pt idx="449">
                  <c:v>2719</c:v>
                </c:pt>
                <c:pt idx="450">
                  <c:v>2721</c:v>
                </c:pt>
                <c:pt idx="451">
                  <c:v>2723</c:v>
                </c:pt>
                <c:pt idx="452">
                  <c:v>2725</c:v>
                </c:pt>
                <c:pt idx="453">
                  <c:v>2727</c:v>
                </c:pt>
                <c:pt idx="454">
                  <c:v>2729</c:v>
                </c:pt>
                <c:pt idx="455">
                  <c:v>2731</c:v>
                </c:pt>
                <c:pt idx="456">
                  <c:v>2733</c:v>
                </c:pt>
                <c:pt idx="457">
                  <c:v>2735</c:v>
                </c:pt>
                <c:pt idx="458">
                  <c:v>2737</c:v>
                </c:pt>
                <c:pt idx="459">
                  <c:v>2739</c:v>
                </c:pt>
                <c:pt idx="460">
                  <c:v>2741</c:v>
                </c:pt>
                <c:pt idx="461">
                  <c:v>2743</c:v>
                </c:pt>
                <c:pt idx="462">
                  <c:v>2745</c:v>
                </c:pt>
                <c:pt idx="463">
                  <c:v>2747</c:v>
                </c:pt>
                <c:pt idx="464">
                  <c:v>2749</c:v>
                </c:pt>
                <c:pt idx="465">
                  <c:v>2751</c:v>
                </c:pt>
                <c:pt idx="466">
                  <c:v>2753</c:v>
                </c:pt>
                <c:pt idx="467">
                  <c:v>2755</c:v>
                </c:pt>
                <c:pt idx="468">
                  <c:v>2757</c:v>
                </c:pt>
                <c:pt idx="469">
                  <c:v>2759</c:v>
                </c:pt>
                <c:pt idx="470">
                  <c:v>2761</c:v>
                </c:pt>
                <c:pt idx="471">
                  <c:v>2763</c:v>
                </c:pt>
                <c:pt idx="472">
                  <c:v>2765</c:v>
                </c:pt>
                <c:pt idx="473">
                  <c:v>2767</c:v>
                </c:pt>
                <c:pt idx="474">
                  <c:v>2769</c:v>
                </c:pt>
                <c:pt idx="475">
                  <c:v>2771</c:v>
                </c:pt>
                <c:pt idx="476">
                  <c:v>2773</c:v>
                </c:pt>
                <c:pt idx="477">
                  <c:v>2775</c:v>
                </c:pt>
                <c:pt idx="478">
                  <c:v>2777</c:v>
                </c:pt>
                <c:pt idx="479">
                  <c:v>2779</c:v>
                </c:pt>
                <c:pt idx="480">
                  <c:v>2781</c:v>
                </c:pt>
                <c:pt idx="481">
                  <c:v>2783</c:v>
                </c:pt>
                <c:pt idx="482">
                  <c:v>2785</c:v>
                </c:pt>
                <c:pt idx="483">
                  <c:v>2787</c:v>
                </c:pt>
                <c:pt idx="484">
                  <c:v>2789</c:v>
                </c:pt>
                <c:pt idx="485">
                  <c:v>2791</c:v>
                </c:pt>
                <c:pt idx="486">
                  <c:v>2793</c:v>
                </c:pt>
                <c:pt idx="487">
                  <c:v>2795</c:v>
                </c:pt>
                <c:pt idx="488">
                  <c:v>2797</c:v>
                </c:pt>
                <c:pt idx="489">
                  <c:v>2799</c:v>
                </c:pt>
                <c:pt idx="490">
                  <c:v>2801</c:v>
                </c:pt>
                <c:pt idx="491">
                  <c:v>2803</c:v>
                </c:pt>
                <c:pt idx="492">
                  <c:v>2805</c:v>
                </c:pt>
                <c:pt idx="493">
                  <c:v>2807</c:v>
                </c:pt>
                <c:pt idx="494">
                  <c:v>2809</c:v>
                </c:pt>
                <c:pt idx="495">
                  <c:v>2811</c:v>
                </c:pt>
                <c:pt idx="496">
                  <c:v>2813</c:v>
                </c:pt>
                <c:pt idx="497">
                  <c:v>2815</c:v>
                </c:pt>
                <c:pt idx="498">
                  <c:v>2817</c:v>
                </c:pt>
                <c:pt idx="499">
                  <c:v>2819</c:v>
                </c:pt>
                <c:pt idx="500">
                  <c:v>2821</c:v>
                </c:pt>
                <c:pt idx="501">
                  <c:v>2823</c:v>
                </c:pt>
                <c:pt idx="502">
                  <c:v>2825</c:v>
                </c:pt>
                <c:pt idx="503">
                  <c:v>2827</c:v>
                </c:pt>
                <c:pt idx="504">
                  <c:v>2829</c:v>
                </c:pt>
                <c:pt idx="505">
                  <c:v>2831</c:v>
                </c:pt>
                <c:pt idx="506">
                  <c:v>2833</c:v>
                </c:pt>
                <c:pt idx="507">
                  <c:v>2835</c:v>
                </c:pt>
                <c:pt idx="508">
                  <c:v>2837</c:v>
                </c:pt>
                <c:pt idx="509">
                  <c:v>2839</c:v>
                </c:pt>
                <c:pt idx="510">
                  <c:v>2841</c:v>
                </c:pt>
                <c:pt idx="511">
                  <c:v>2843</c:v>
                </c:pt>
                <c:pt idx="512">
                  <c:v>2845</c:v>
                </c:pt>
                <c:pt idx="513">
                  <c:v>2847</c:v>
                </c:pt>
                <c:pt idx="514">
                  <c:v>2849</c:v>
                </c:pt>
                <c:pt idx="515">
                  <c:v>2851</c:v>
                </c:pt>
                <c:pt idx="516">
                  <c:v>2853</c:v>
                </c:pt>
                <c:pt idx="517">
                  <c:v>2855</c:v>
                </c:pt>
                <c:pt idx="518">
                  <c:v>2857</c:v>
                </c:pt>
                <c:pt idx="519">
                  <c:v>2859</c:v>
                </c:pt>
                <c:pt idx="520">
                  <c:v>2861</c:v>
                </c:pt>
                <c:pt idx="521">
                  <c:v>2863</c:v>
                </c:pt>
                <c:pt idx="522">
                  <c:v>2865</c:v>
                </c:pt>
                <c:pt idx="523">
                  <c:v>2867</c:v>
                </c:pt>
                <c:pt idx="524">
                  <c:v>2869</c:v>
                </c:pt>
                <c:pt idx="525">
                  <c:v>2871</c:v>
                </c:pt>
                <c:pt idx="526">
                  <c:v>2873</c:v>
                </c:pt>
                <c:pt idx="527">
                  <c:v>2875</c:v>
                </c:pt>
                <c:pt idx="528">
                  <c:v>2877</c:v>
                </c:pt>
                <c:pt idx="529">
                  <c:v>2879</c:v>
                </c:pt>
                <c:pt idx="530">
                  <c:v>2881</c:v>
                </c:pt>
                <c:pt idx="531">
                  <c:v>2883</c:v>
                </c:pt>
                <c:pt idx="532">
                  <c:v>2885</c:v>
                </c:pt>
                <c:pt idx="533">
                  <c:v>2887</c:v>
                </c:pt>
                <c:pt idx="534">
                  <c:v>2889</c:v>
                </c:pt>
                <c:pt idx="535">
                  <c:v>2891</c:v>
                </c:pt>
                <c:pt idx="536">
                  <c:v>2893</c:v>
                </c:pt>
                <c:pt idx="537">
                  <c:v>2895</c:v>
                </c:pt>
                <c:pt idx="538">
                  <c:v>2897</c:v>
                </c:pt>
                <c:pt idx="539">
                  <c:v>2899</c:v>
                </c:pt>
                <c:pt idx="540">
                  <c:v>2901</c:v>
                </c:pt>
                <c:pt idx="541">
                  <c:v>2903</c:v>
                </c:pt>
                <c:pt idx="542">
                  <c:v>2905</c:v>
                </c:pt>
                <c:pt idx="543">
                  <c:v>2907</c:v>
                </c:pt>
                <c:pt idx="544">
                  <c:v>2909</c:v>
                </c:pt>
                <c:pt idx="545">
                  <c:v>2911</c:v>
                </c:pt>
                <c:pt idx="546">
                  <c:v>2913</c:v>
                </c:pt>
                <c:pt idx="547">
                  <c:v>2915</c:v>
                </c:pt>
                <c:pt idx="548">
                  <c:v>2917</c:v>
                </c:pt>
                <c:pt idx="549">
                  <c:v>2919</c:v>
                </c:pt>
                <c:pt idx="550">
                  <c:v>2921</c:v>
                </c:pt>
                <c:pt idx="551">
                  <c:v>2923</c:v>
                </c:pt>
                <c:pt idx="552">
                  <c:v>2925</c:v>
                </c:pt>
                <c:pt idx="553">
                  <c:v>2927</c:v>
                </c:pt>
                <c:pt idx="554">
                  <c:v>2929</c:v>
                </c:pt>
                <c:pt idx="555">
                  <c:v>2931</c:v>
                </c:pt>
                <c:pt idx="556">
                  <c:v>2933</c:v>
                </c:pt>
                <c:pt idx="557">
                  <c:v>2935</c:v>
                </c:pt>
                <c:pt idx="558">
                  <c:v>2937</c:v>
                </c:pt>
                <c:pt idx="559">
                  <c:v>2939</c:v>
                </c:pt>
                <c:pt idx="560">
                  <c:v>2941</c:v>
                </c:pt>
                <c:pt idx="561">
                  <c:v>2943</c:v>
                </c:pt>
                <c:pt idx="562">
                  <c:v>2945</c:v>
                </c:pt>
                <c:pt idx="563">
                  <c:v>2947</c:v>
                </c:pt>
                <c:pt idx="564">
                  <c:v>2949</c:v>
                </c:pt>
                <c:pt idx="565">
                  <c:v>2951</c:v>
                </c:pt>
                <c:pt idx="566">
                  <c:v>2953</c:v>
                </c:pt>
                <c:pt idx="567">
                  <c:v>2955</c:v>
                </c:pt>
                <c:pt idx="568">
                  <c:v>2957</c:v>
                </c:pt>
                <c:pt idx="569">
                  <c:v>2959</c:v>
                </c:pt>
                <c:pt idx="570">
                  <c:v>2961</c:v>
                </c:pt>
                <c:pt idx="571">
                  <c:v>2963</c:v>
                </c:pt>
                <c:pt idx="572">
                  <c:v>2965</c:v>
                </c:pt>
                <c:pt idx="573">
                  <c:v>2967</c:v>
                </c:pt>
                <c:pt idx="574">
                  <c:v>2969</c:v>
                </c:pt>
                <c:pt idx="575">
                  <c:v>2971</c:v>
                </c:pt>
                <c:pt idx="576">
                  <c:v>2973</c:v>
                </c:pt>
                <c:pt idx="577">
                  <c:v>2975</c:v>
                </c:pt>
                <c:pt idx="578">
                  <c:v>2977</c:v>
                </c:pt>
                <c:pt idx="579">
                  <c:v>2979</c:v>
                </c:pt>
                <c:pt idx="580">
                  <c:v>2981</c:v>
                </c:pt>
                <c:pt idx="581">
                  <c:v>2983</c:v>
                </c:pt>
                <c:pt idx="582">
                  <c:v>2985</c:v>
                </c:pt>
                <c:pt idx="583">
                  <c:v>2987</c:v>
                </c:pt>
                <c:pt idx="584">
                  <c:v>2989</c:v>
                </c:pt>
                <c:pt idx="585">
                  <c:v>2991</c:v>
                </c:pt>
                <c:pt idx="586">
                  <c:v>2993</c:v>
                </c:pt>
                <c:pt idx="587">
                  <c:v>2995</c:v>
                </c:pt>
              </c:numCache>
            </c:numRef>
          </c:xVal>
          <c:yVal>
            <c:numRef>
              <c:f>'Fully separated 3%'!$AE$2:$AE$589</c:f>
              <c:numCache>
                <c:formatCode>General</c:formatCode>
                <c:ptCount val="588"/>
                <c:pt idx="0">
                  <c:v>0.11317852378957682</c:v>
                </c:pt>
                <c:pt idx="1">
                  <c:v>0.39112044696440856</c:v>
                </c:pt>
                <c:pt idx="2">
                  <c:v>0.40679248985188643</c:v>
                </c:pt>
                <c:pt idx="3">
                  <c:v>0.34401155278305806</c:v>
                </c:pt>
                <c:pt idx="4">
                  <c:v>0.36633821054410476</c:v>
                </c:pt>
                <c:pt idx="5">
                  <c:v>0.31555866307982083</c:v>
                </c:pt>
                <c:pt idx="6">
                  <c:v>0.26913986337538248</c:v>
                </c:pt>
                <c:pt idx="7">
                  <c:v>0.27001367773057716</c:v>
                </c:pt>
                <c:pt idx="8">
                  <c:v>0.236417543113393</c:v>
                </c:pt>
                <c:pt idx="9">
                  <c:v>0.19210327193351026</c:v>
                </c:pt>
                <c:pt idx="10">
                  <c:v>0.23799814876319608</c:v>
                </c:pt>
                <c:pt idx="11">
                  <c:v>0.2343285962018091</c:v>
                </c:pt>
                <c:pt idx="12">
                  <c:v>0.21717827970381162</c:v>
                </c:pt>
                <c:pt idx="13">
                  <c:v>0.27907554318442462</c:v>
                </c:pt>
                <c:pt idx="14">
                  <c:v>0.31398297866153013</c:v>
                </c:pt>
                <c:pt idx="15">
                  <c:v>0.29161737792100612</c:v>
                </c:pt>
                <c:pt idx="16">
                  <c:v>0.26412679936566219</c:v>
                </c:pt>
                <c:pt idx="17">
                  <c:v>0.2847083286702482</c:v>
                </c:pt>
                <c:pt idx="18">
                  <c:v>0.27503201056808768</c:v>
                </c:pt>
                <c:pt idx="19">
                  <c:v>0.27971205295092882</c:v>
                </c:pt>
                <c:pt idx="20">
                  <c:v>0.27395718189524393</c:v>
                </c:pt>
                <c:pt idx="21">
                  <c:v>0.2645745338624047</c:v>
                </c:pt>
                <c:pt idx="22">
                  <c:v>0.27416311134622523</c:v>
                </c:pt>
                <c:pt idx="23">
                  <c:v>0.26458315059118664</c:v>
                </c:pt>
                <c:pt idx="24">
                  <c:v>0.26663371250679202</c:v>
                </c:pt>
                <c:pt idx="25">
                  <c:v>0.27774210288087775</c:v>
                </c:pt>
                <c:pt idx="26">
                  <c:v>0.27985421982855996</c:v>
                </c:pt>
                <c:pt idx="27">
                  <c:v>0.27312492054070059</c:v>
                </c:pt>
                <c:pt idx="28">
                  <c:v>0.2655807336140088</c:v>
                </c:pt>
                <c:pt idx="29">
                  <c:v>0.26581339138930082</c:v>
                </c:pt>
                <c:pt idx="30">
                  <c:v>0.26923270817064421</c:v>
                </c:pt>
                <c:pt idx="31">
                  <c:v>0.28033598217144762</c:v>
                </c:pt>
                <c:pt idx="32">
                  <c:v>0.30244061128548749</c:v>
                </c:pt>
                <c:pt idx="33">
                  <c:v>0.33309823709899689</c:v>
                </c:pt>
                <c:pt idx="34">
                  <c:v>0.33592706098247616</c:v>
                </c:pt>
                <c:pt idx="35">
                  <c:v>0.32069264790696278</c:v>
                </c:pt>
                <c:pt idx="36">
                  <c:v>0.31599149972205931</c:v>
                </c:pt>
                <c:pt idx="37">
                  <c:v>0.30957698240376402</c:v>
                </c:pt>
                <c:pt idx="38">
                  <c:v>0.32504316292024371</c:v>
                </c:pt>
                <c:pt idx="39">
                  <c:v>0.33826509111802466</c:v>
                </c:pt>
                <c:pt idx="40">
                  <c:v>0.35242173619778333</c:v>
                </c:pt>
                <c:pt idx="41">
                  <c:v>0.39464785399179547</c:v>
                </c:pt>
                <c:pt idx="42">
                  <c:v>0.45115545881292973</c:v>
                </c:pt>
                <c:pt idx="43">
                  <c:v>0.52439126256626667</c:v>
                </c:pt>
                <c:pt idx="44">
                  <c:v>0.59618489546108033</c:v>
                </c:pt>
                <c:pt idx="45">
                  <c:v>0.62996010619223797</c:v>
                </c:pt>
                <c:pt idx="46">
                  <c:v>0.6605437000967509</c:v>
                </c:pt>
                <c:pt idx="47">
                  <c:v>0.66370485041455507</c:v>
                </c:pt>
                <c:pt idx="48">
                  <c:v>0.6110441362873924</c:v>
                </c:pt>
                <c:pt idx="49">
                  <c:v>0.52508125947229323</c:v>
                </c:pt>
                <c:pt idx="50">
                  <c:v>0.42829277100239183</c:v>
                </c:pt>
                <c:pt idx="51">
                  <c:v>0.34560540977868065</c:v>
                </c:pt>
                <c:pt idx="52">
                  <c:v>0.29188136204856485</c:v>
                </c:pt>
                <c:pt idx="53">
                  <c:v>0.27521905395464052</c:v>
                </c:pt>
                <c:pt idx="54">
                  <c:v>0.27748544876605497</c:v>
                </c:pt>
                <c:pt idx="55">
                  <c:v>0.28342455194716831</c:v>
                </c:pt>
                <c:pt idx="56">
                  <c:v>0.3007394324145406</c:v>
                </c:pt>
                <c:pt idx="57">
                  <c:v>0.30609716557553768</c:v>
                </c:pt>
                <c:pt idx="58">
                  <c:v>0.29843843652803154</c:v>
                </c:pt>
                <c:pt idx="59">
                  <c:v>0.29746997841438316</c:v>
                </c:pt>
                <c:pt idx="60">
                  <c:v>0.31715461784947113</c:v>
                </c:pt>
                <c:pt idx="61">
                  <c:v>0.33471530376888992</c:v>
                </c:pt>
                <c:pt idx="62">
                  <c:v>0.35255238361280372</c:v>
                </c:pt>
                <c:pt idx="63">
                  <c:v>0.36923557797429946</c:v>
                </c:pt>
                <c:pt idx="64">
                  <c:v>0.3934252054281705</c:v>
                </c:pt>
                <c:pt idx="65">
                  <c:v>0.41714720002293959</c:v>
                </c:pt>
                <c:pt idx="66">
                  <c:v>0.44043998029457337</c:v>
                </c:pt>
                <c:pt idx="67">
                  <c:v>0.46382337952565644</c:v>
                </c:pt>
                <c:pt idx="68">
                  <c:v>0.47458374065111397</c:v>
                </c:pt>
                <c:pt idx="69">
                  <c:v>0.47271547773777689</c:v>
                </c:pt>
                <c:pt idx="70">
                  <c:v>0.4405802384417673</c:v>
                </c:pt>
                <c:pt idx="71">
                  <c:v>0.39653772885615979</c:v>
                </c:pt>
                <c:pt idx="72">
                  <c:v>0.37000827840172823</c:v>
                </c:pt>
                <c:pt idx="73">
                  <c:v>0.35594022768555295</c:v>
                </c:pt>
                <c:pt idx="74">
                  <c:v>0.33463773491531168</c:v>
                </c:pt>
                <c:pt idx="75">
                  <c:v>0.31402861744299088</c:v>
                </c:pt>
                <c:pt idx="76">
                  <c:v>0.29614816124251242</c:v>
                </c:pt>
                <c:pt idx="77">
                  <c:v>0.28219779930819289</c:v>
                </c:pt>
                <c:pt idx="78">
                  <c:v>0.28044074890922077</c:v>
                </c:pt>
                <c:pt idx="79">
                  <c:v>0.27422861190096459</c:v>
                </c:pt>
                <c:pt idx="80">
                  <c:v>0.26467026919513453</c:v>
                </c:pt>
                <c:pt idx="81">
                  <c:v>0.26621660916976031</c:v>
                </c:pt>
                <c:pt idx="82">
                  <c:v>0.26612647806473788</c:v>
                </c:pt>
                <c:pt idx="83">
                  <c:v>0.26100920225165281</c:v>
                </c:pt>
                <c:pt idx="84">
                  <c:v>0.24829418834145967</c:v>
                </c:pt>
                <c:pt idx="85">
                  <c:v>0.24622760955526293</c:v>
                </c:pt>
                <c:pt idx="86">
                  <c:v>0.24335031733465778</c:v>
                </c:pt>
                <c:pt idx="87">
                  <c:v>0.24496720105914155</c:v>
                </c:pt>
                <c:pt idx="88">
                  <c:v>0.24817177042077129</c:v>
                </c:pt>
                <c:pt idx="89">
                  <c:v>0.24591618768305129</c:v>
                </c:pt>
                <c:pt idx="90">
                  <c:v>0.24608648851555537</c:v>
                </c:pt>
                <c:pt idx="91">
                  <c:v>0.24521427798178316</c:v>
                </c:pt>
                <c:pt idx="92">
                  <c:v>0.23898177000219212</c:v>
                </c:pt>
                <c:pt idx="93">
                  <c:v>0.23592163604126998</c:v>
                </c:pt>
                <c:pt idx="94">
                  <c:v>0.23035809539289764</c:v>
                </c:pt>
                <c:pt idx="95">
                  <c:v>0.22956153888408548</c:v>
                </c:pt>
                <c:pt idx="96">
                  <c:v>0.23195937082487078</c:v>
                </c:pt>
                <c:pt idx="97">
                  <c:v>0.22900509212690739</c:v>
                </c:pt>
                <c:pt idx="98">
                  <c:v>0.22352666073207023</c:v>
                </c:pt>
                <c:pt idx="99">
                  <c:v>0.22464456237700806</c:v>
                </c:pt>
                <c:pt idx="100">
                  <c:v>0.22793213559541983</c:v>
                </c:pt>
                <c:pt idx="101">
                  <c:v>0.22192438977216097</c:v>
                </c:pt>
                <c:pt idx="102">
                  <c:v>0.21935246240617193</c:v>
                </c:pt>
                <c:pt idx="103">
                  <c:v>0.21702495772984334</c:v>
                </c:pt>
                <c:pt idx="104">
                  <c:v>0.22744495501932421</c:v>
                </c:pt>
                <c:pt idx="105">
                  <c:v>0.24631378599035264</c:v>
                </c:pt>
                <c:pt idx="106">
                  <c:v>0.25501358723358114</c:v>
                </c:pt>
                <c:pt idx="107">
                  <c:v>0.26710826070236959</c:v>
                </c:pt>
                <c:pt idx="108">
                  <c:v>0.29488594158683801</c:v>
                </c:pt>
                <c:pt idx="109">
                  <c:v>0.32818012785492628</c:v>
                </c:pt>
                <c:pt idx="110">
                  <c:v>0.35600699056361707</c:v>
                </c:pt>
                <c:pt idx="111">
                  <c:v>0.35022263480612004</c:v>
                </c:pt>
                <c:pt idx="112">
                  <c:v>0.32438703530767343</c:v>
                </c:pt>
                <c:pt idx="113">
                  <c:v>0.29373006199945739</c:v>
                </c:pt>
                <c:pt idx="114">
                  <c:v>0.27517215894803537</c:v>
                </c:pt>
                <c:pt idx="115">
                  <c:v>0.25045978328139457</c:v>
                </c:pt>
                <c:pt idx="116">
                  <c:v>0.24652369755307812</c:v>
                </c:pt>
                <c:pt idx="117">
                  <c:v>0.26395416597918853</c:v>
                </c:pt>
                <c:pt idx="118">
                  <c:v>0.27384559129370095</c:v>
                </c:pt>
                <c:pt idx="119">
                  <c:v>0.27604549154698521</c:v>
                </c:pt>
                <c:pt idx="120">
                  <c:v>0.29078978167440195</c:v>
                </c:pt>
                <c:pt idx="121">
                  <c:v>0.31470007588086729</c:v>
                </c:pt>
                <c:pt idx="122">
                  <c:v>0.34092108037507995</c:v>
                </c:pt>
                <c:pt idx="123">
                  <c:v>0.36884939241145354</c:v>
                </c:pt>
                <c:pt idx="124">
                  <c:v>0.37108322903817814</c:v>
                </c:pt>
                <c:pt idx="125">
                  <c:v>0.36137918251013568</c:v>
                </c:pt>
                <c:pt idx="126">
                  <c:v>0.34406374101017456</c:v>
                </c:pt>
                <c:pt idx="127">
                  <c:v>0.32159173921955381</c:v>
                </c:pt>
                <c:pt idx="128">
                  <c:v>0.28281585598107073</c:v>
                </c:pt>
                <c:pt idx="129">
                  <c:v>0.26463724145056078</c:v>
                </c:pt>
                <c:pt idx="130">
                  <c:v>0.25806700709797914</c:v>
                </c:pt>
                <c:pt idx="131">
                  <c:v>0.25075825871680202</c:v>
                </c:pt>
                <c:pt idx="132">
                  <c:v>0.25758907441232781</c:v>
                </c:pt>
                <c:pt idx="133">
                  <c:v>0.26817425311194015</c:v>
                </c:pt>
                <c:pt idx="134">
                  <c:v>0.24436450570247162</c:v>
                </c:pt>
                <c:pt idx="135">
                  <c:v>0.22804438784952671</c:v>
                </c:pt>
                <c:pt idx="136">
                  <c:v>0.23600094592532744</c:v>
                </c:pt>
                <c:pt idx="137">
                  <c:v>0.22832114156666036</c:v>
                </c:pt>
                <c:pt idx="138">
                  <c:v>0.22301676290976447</c:v>
                </c:pt>
                <c:pt idx="139">
                  <c:v>0.21494719640549811</c:v>
                </c:pt>
                <c:pt idx="140">
                  <c:v>0.20755250865599106</c:v>
                </c:pt>
                <c:pt idx="141">
                  <c:v>0.20075143545332177</c:v>
                </c:pt>
                <c:pt idx="142">
                  <c:v>0.2001627746536844</c:v>
                </c:pt>
                <c:pt idx="143">
                  <c:v>0.21060720456461945</c:v>
                </c:pt>
                <c:pt idx="144">
                  <c:v>0.22495450086685859</c:v>
                </c:pt>
                <c:pt idx="145">
                  <c:v>0.22274165722586048</c:v>
                </c:pt>
                <c:pt idx="146">
                  <c:v>0.21162308289065235</c:v>
                </c:pt>
                <c:pt idx="147">
                  <c:v>0.22097383134227552</c:v>
                </c:pt>
                <c:pt idx="148">
                  <c:v>0.24119822376593547</c:v>
                </c:pt>
                <c:pt idx="149">
                  <c:v>0.20644987837910148</c:v>
                </c:pt>
                <c:pt idx="150">
                  <c:v>0.18843279778462355</c:v>
                </c:pt>
                <c:pt idx="151">
                  <c:v>0.19210717019527521</c:v>
                </c:pt>
                <c:pt idx="152">
                  <c:v>0.19840956436937496</c:v>
                </c:pt>
                <c:pt idx="153">
                  <c:v>0.19109383252361506</c:v>
                </c:pt>
                <c:pt idx="154">
                  <c:v>0.20201861412064118</c:v>
                </c:pt>
                <c:pt idx="155">
                  <c:v>0.21590055999832738</c:v>
                </c:pt>
                <c:pt idx="156">
                  <c:v>0.22923843594748469</c:v>
                </c:pt>
                <c:pt idx="157">
                  <c:v>0.21909417397902534</c:v>
                </c:pt>
                <c:pt idx="158">
                  <c:v>0.20030701903365783</c:v>
                </c:pt>
                <c:pt idx="159">
                  <c:v>0.199135879274107</c:v>
                </c:pt>
                <c:pt idx="160">
                  <c:v>0.1967861290077019</c:v>
                </c:pt>
                <c:pt idx="161">
                  <c:v>0.21529815582976744</c:v>
                </c:pt>
                <c:pt idx="162">
                  <c:v>0.22433203673415986</c:v>
                </c:pt>
                <c:pt idx="163">
                  <c:v>0.22672065279994758</c:v>
                </c:pt>
                <c:pt idx="164">
                  <c:v>0.2144482417677637</c:v>
                </c:pt>
                <c:pt idx="165">
                  <c:v>0.21557897093498934</c:v>
                </c:pt>
                <c:pt idx="166">
                  <c:v>0.21584984295721132</c:v>
                </c:pt>
                <c:pt idx="167">
                  <c:v>0.21433416005956288</c:v>
                </c:pt>
                <c:pt idx="168">
                  <c:v>0.22681263165360468</c:v>
                </c:pt>
                <c:pt idx="169">
                  <c:v>0.23765000060005087</c:v>
                </c:pt>
                <c:pt idx="170">
                  <c:v>0.24172478943958081</c:v>
                </c:pt>
                <c:pt idx="171">
                  <c:v>0.22632064876051283</c:v>
                </c:pt>
                <c:pt idx="172">
                  <c:v>0.23114908731217457</c:v>
                </c:pt>
                <c:pt idx="173">
                  <c:v>0.24418219450384149</c:v>
                </c:pt>
                <c:pt idx="174">
                  <c:v>0.23815779302560372</c:v>
                </c:pt>
                <c:pt idx="175">
                  <c:v>0.2355956273217501</c:v>
                </c:pt>
                <c:pt idx="176">
                  <c:v>0.24203633327539875</c:v>
                </c:pt>
                <c:pt idx="177">
                  <c:v>0.2483568166532715</c:v>
                </c:pt>
                <c:pt idx="178">
                  <c:v>0.24756667238105806</c:v>
                </c:pt>
                <c:pt idx="179">
                  <c:v>0.2470340725579932</c:v>
                </c:pt>
                <c:pt idx="180">
                  <c:v>0.25395602250920291</c:v>
                </c:pt>
                <c:pt idx="181">
                  <c:v>0.26167165977538764</c:v>
                </c:pt>
                <c:pt idx="182">
                  <c:v>0.25955692061017094</c:v>
                </c:pt>
                <c:pt idx="183">
                  <c:v>0.26851874541598797</c:v>
                </c:pt>
                <c:pt idx="184">
                  <c:v>0.27099091112569562</c:v>
                </c:pt>
                <c:pt idx="185">
                  <c:v>0.27617423632974802</c:v>
                </c:pt>
                <c:pt idx="186">
                  <c:v>0.27787976320325786</c:v>
                </c:pt>
                <c:pt idx="187">
                  <c:v>0.29159771738767781</c:v>
                </c:pt>
                <c:pt idx="188">
                  <c:v>0.29877512925945932</c:v>
                </c:pt>
                <c:pt idx="189">
                  <c:v>0.30060966313748527</c:v>
                </c:pt>
                <c:pt idx="190">
                  <c:v>0.29509047455452764</c:v>
                </c:pt>
                <c:pt idx="191">
                  <c:v>0.28271729109267557</c:v>
                </c:pt>
                <c:pt idx="192">
                  <c:v>0.28240771696909883</c:v>
                </c:pt>
                <c:pt idx="193">
                  <c:v>0.29065857932497313</c:v>
                </c:pt>
                <c:pt idx="194">
                  <c:v>0.30778432472994544</c:v>
                </c:pt>
                <c:pt idx="195">
                  <c:v>0.32195749587835198</c:v>
                </c:pt>
                <c:pt idx="196">
                  <c:v>0.31756807447467572</c:v>
                </c:pt>
                <c:pt idx="197">
                  <c:v>0.31555097937262688</c:v>
                </c:pt>
                <c:pt idx="198">
                  <c:v>0.30950101127342772</c:v>
                </c:pt>
                <c:pt idx="199">
                  <c:v>0.29587851190544301</c:v>
                </c:pt>
                <c:pt idx="200">
                  <c:v>0.28669803074633216</c:v>
                </c:pt>
                <c:pt idx="201">
                  <c:v>0.2770747912056139</c:v>
                </c:pt>
                <c:pt idx="202">
                  <c:v>0.26559386909440247</c:v>
                </c:pt>
                <c:pt idx="203">
                  <c:v>0.27605116285467596</c:v>
                </c:pt>
                <c:pt idx="204">
                  <c:v>0.28768070981646982</c:v>
                </c:pt>
                <c:pt idx="205">
                  <c:v>0.30340172109185903</c:v>
                </c:pt>
                <c:pt idx="206">
                  <c:v>0.31329771394342559</c:v>
                </c:pt>
                <c:pt idx="207">
                  <c:v>0.31769514835603291</c:v>
                </c:pt>
                <c:pt idx="208">
                  <c:v>0.31272802193860844</c:v>
                </c:pt>
                <c:pt idx="209">
                  <c:v>0.30596300560865725</c:v>
                </c:pt>
                <c:pt idx="210">
                  <c:v>0.31586020589992581</c:v>
                </c:pt>
                <c:pt idx="211">
                  <c:v>0.32517249312831653</c:v>
                </c:pt>
                <c:pt idx="212">
                  <c:v>0.31871932554319882</c:v>
                </c:pt>
                <c:pt idx="213">
                  <c:v>0.31502465762619392</c:v>
                </c:pt>
                <c:pt idx="214">
                  <c:v>0.31814447447783706</c:v>
                </c:pt>
                <c:pt idx="215">
                  <c:v>0.34173900490770809</c:v>
                </c:pt>
                <c:pt idx="216">
                  <c:v>0.34947191222053858</c:v>
                </c:pt>
                <c:pt idx="217">
                  <c:v>0.35118981840008306</c:v>
                </c:pt>
                <c:pt idx="218">
                  <c:v>0.34718150887323274</c:v>
                </c:pt>
                <c:pt idx="219">
                  <c:v>0.33665434216293555</c:v>
                </c:pt>
                <c:pt idx="220">
                  <c:v>0.32407979678715637</c:v>
                </c:pt>
                <c:pt idx="221">
                  <c:v>0.31870895863666715</c:v>
                </c:pt>
                <c:pt idx="222">
                  <c:v>0.30191062453268636</c:v>
                </c:pt>
                <c:pt idx="223">
                  <c:v>0.28465400608002217</c:v>
                </c:pt>
                <c:pt idx="224">
                  <c:v>0.2733947589213595</c:v>
                </c:pt>
                <c:pt idx="225">
                  <c:v>0.26942401418523565</c:v>
                </c:pt>
                <c:pt idx="226">
                  <c:v>0.26123211513480521</c:v>
                </c:pt>
                <c:pt idx="227">
                  <c:v>0.24542411636634481</c:v>
                </c:pt>
                <c:pt idx="228">
                  <c:v>0.23547377653183099</c:v>
                </c:pt>
                <c:pt idx="229">
                  <c:v>0.22662852149178259</c:v>
                </c:pt>
                <c:pt idx="230">
                  <c:v>0.23109086798472878</c:v>
                </c:pt>
                <c:pt idx="231">
                  <c:v>0.22022911698884712</c:v>
                </c:pt>
                <c:pt idx="232">
                  <c:v>0.21038373217342343</c:v>
                </c:pt>
                <c:pt idx="233">
                  <c:v>0.20106357495748689</c:v>
                </c:pt>
                <c:pt idx="234">
                  <c:v>0.21214870182180429</c:v>
                </c:pt>
                <c:pt idx="235">
                  <c:v>0.22830172800963477</c:v>
                </c:pt>
                <c:pt idx="236">
                  <c:v>0.22980951833741331</c:v>
                </c:pt>
                <c:pt idx="237">
                  <c:v>0.2191908057442612</c:v>
                </c:pt>
                <c:pt idx="238">
                  <c:v>0.2151693698842875</c:v>
                </c:pt>
                <c:pt idx="239">
                  <c:v>0.21542184522105098</c:v>
                </c:pt>
                <c:pt idx="240">
                  <c:v>0.2327368705202057</c:v>
                </c:pt>
                <c:pt idx="241">
                  <c:v>0.23802451729486854</c:v>
                </c:pt>
                <c:pt idx="242">
                  <c:v>0.24164572958091618</c:v>
                </c:pt>
                <c:pt idx="243">
                  <c:v>0.25884126865956791</c:v>
                </c:pt>
                <c:pt idx="244">
                  <c:v>0.26361999789441032</c:v>
                </c:pt>
                <c:pt idx="245">
                  <c:v>0.25756129720100318</c:v>
                </c:pt>
                <c:pt idx="246">
                  <c:v>0.24281104610233079</c:v>
                </c:pt>
                <c:pt idx="247">
                  <c:v>0.23970298044415028</c:v>
                </c:pt>
                <c:pt idx="248">
                  <c:v>0.24980499726849303</c:v>
                </c:pt>
                <c:pt idx="249">
                  <c:v>0.27747527700129326</c:v>
                </c:pt>
                <c:pt idx="250">
                  <c:v>0.30136218468625914</c:v>
                </c:pt>
                <c:pt idx="251">
                  <c:v>0.40931313609508058</c:v>
                </c:pt>
                <c:pt idx="252">
                  <c:v>0.45842007466318258</c:v>
                </c:pt>
                <c:pt idx="253">
                  <c:v>0.51345051726715751</c:v>
                </c:pt>
                <c:pt idx="254">
                  <c:v>0.60476969417088078</c:v>
                </c:pt>
                <c:pt idx="255">
                  <c:v>0.69688904990252121</c:v>
                </c:pt>
                <c:pt idx="256">
                  <c:v>0.78990688712872259</c:v>
                </c:pt>
                <c:pt idx="257">
                  <c:v>0.93018328007750772</c:v>
                </c:pt>
                <c:pt idx="258">
                  <c:v>1.0668346707211831</c:v>
                </c:pt>
                <c:pt idx="259">
                  <c:v>1.19999999999999</c:v>
                </c:pt>
                <c:pt idx="260">
                  <c:v>0.97410344796968062</c:v>
                </c:pt>
                <c:pt idx="261">
                  <c:v>0.63942775066227786</c:v>
                </c:pt>
                <c:pt idx="262">
                  <c:v>0.3678835748098806</c:v>
                </c:pt>
                <c:pt idx="263">
                  <c:v>0.27606653026906414</c:v>
                </c:pt>
                <c:pt idx="264">
                  <c:v>0.22492894644225792</c:v>
                </c:pt>
                <c:pt idx="265">
                  <c:v>0.18993818466708642</c:v>
                </c:pt>
                <c:pt idx="266">
                  <c:v>0.2037508142442708</c:v>
                </c:pt>
                <c:pt idx="267">
                  <c:v>0.23396447995351499</c:v>
                </c:pt>
                <c:pt idx="268">
                  <c:v>0.22867025019320483</c:v>
                </c:pt>
                <c:pt idx="269">
                  <c:v>0.22667309309168834</c:v>
                </c:pt>
                <c:pt idx="270">
                  <c:v>0.26883737533732921</c:v>
                </c:pt>
                <c:pt idx="271">
                  <c:v>0.3041287461487453</c:v>
                </c:pt>
                <c:pt idx="272">
                  <c:v>0.29200191697516775</c:v>
                </c:pt>
                <c:pt idx="273">
                  <c:v>0.2623164386743958</c:v>
                </c:pt>
                <c:pt idx="274">
                  <c:v>0.27621034975356018</c:v>
                </c:pt>
                <c:pt idx="275">
                  <c:v>0.29762400015454232</c:v>
                </c:pt>
                <c:pt idx="276">
                  <c:v>0.31866968635545295</c:v>
                </c:pt>
                <c:pt idx="277">
                  <c:v>0.4477973860564668</c:v>
                </c:pt>
                <c:pt idx="278">
                  <c:v>0.93588561530979908</c:v>
                </c:pt>
                <c:pt idx="279">
                  <c:v>1.1239581307721016</c:v>
                </c:pt>
                <c:pt idx="280">
                  <c:v>0.95711606417782613</c:v>
                </c:pt>
                <c:pt idx="281">
                  <c:v>0.58723091291514617</c:v>
                </c:pt>
                <c:pt idx="282">
                  <c:v>0.36894407275898922</c:v>
                </c:pt>
                <c:pt idx="283">
                  <c:v>0.28471886022764825</c:v>
                </c:pt>
                <c:pt idx="284">
                  <c:v>0.27090013971174026</c:v>
                </c:pt>
                <c:pt idx="285">
                  <c:v>0.30652061102009459</c:v>
                </c:pt>
                <c:pt idx="286">
                  <c:v>0.22829022684156475</c:v>
                </c:pt>
                <c:pt idx="287">
                  <c:v>0.18923444627399694</c:v>
                </c:pt>
                <c:pt idx="288">
                  <c:v>0.20854131182370791</c:v>
                </c:pt>
                <c:pt idx="289">
                  <c:v>0.23449460696446309</c:v>
                </c:pt>
                <c:pt idx="290">
                  <c:v>0.20931384378890555</c:v>
                </c:pt>
                <c:pt idx="291">
                  <c:v>0.22376987445748359</c:v>
                </c:pt>
                <c:pt idx="292">
                  <c:v>0.22717319266277647</c:v>
                </c:pt>
                <c:pt idx="293">
                  <c:v>0.2311152363132585</c:v>
                </c:pt>
                <c:pt idx="294">
                  <c:v>0.17672902072297264</c:v>
                </c:pt>
                <c:pt idx="295">
                  <c:v>0.14529372446507952</c:v>
                </c:pt>
                <c:pt idx="296">
                  <c:v>0.16676602716430977</c:v>
                </c:pt>
                <c:pt idx="297">
                  <c:v>0.19260092537202045</c:v>
                </c:pt>
                <c:pt idx="298">
                  <c:v>0.19036286194406646</c:v>
                </c:pt>
                <c:pt idx="299">
                  <c:v>0.16141790473548551</c:v>
                </c:pt>
                <c:pt idx="300">
                  <c:v>0.20179581348212022</c:v>
                </c:pt>
                <c:pt idx="301">
                  <c:v>0.2117502764487981</c:v>
                </c:pt>
                <c:pt idx="302">
                  <c:v>0.18425585985121976</c:v>
                </c:pt>
                <c:pt idx="303">
                  <c:v>0.20099339385878945</c:v>
                </c:pt>
                <c:pt idx="304">
                  <c:v>0.19891728199693476</c:v>
                </c:pt>
                <c:pt idx="305">
                  <c:v>0.2218494842988345</c:v>
                </c:pt>
                <c:pt idx="306">
                  <c:v>0.2291624465226075</c:v>
                </c:pt>
                <c:pt idx="307">
                  <c:v>0.23197077137296551</c:v>
                </c:pt>
                <c:pt idx="308">
                  <c:v>0.21977283589239624</c:v>
                </c:pt>
                <c:pt idx="309">
                  <c:v>0.22588713522025961</c:v>
                </c:pt>
                <c:pt idx="310">
                  <c:v>0.21381235401565149</c:v>
                </c:pt>
                <c:pt idx="311">
                  <c:v>0.20682230034898152</c:v>
                </c:pt>
                <c:pt idx="312">
                  <c:v>0.19992685972356428</c:v>
                </c:pt>
                <c:pt idx="313">
                  <c:v>0.20799145033899516</c:v>
                </c:pt>
                <c:pt idx="314">
                  <c:v>0.19721976451156137</c:v>
                </c:pt>
                <c:pt idx="315">
                  <c:v>0.19989611537829177</c:v>
                </c:pt>
                <c:pt idx="316">
                  <c:v>0.20050627850463801</c:v>
                </c:pt>
                <c:pt idx="317">
                  <c:v>0.19040285838419271</c:v>
                </c:pt>
                <c:pt idx="318">
                  <c:v>0.20057121021349497</c:v>
                </c:pt>
                <c:pt idx="319">
                  <c:v>0.2203845977186461</c:v>
                </c:pt>
                <c:pt idx="320">
                  <c:v>0.23312448305724487</c:v>
                </c:pt>
                <c:pt idx="321">
                  <c:v>0.27066922601601767</c:v>
                </c:pt>
                <c:pt idx="322">
                  <c:v>0.29160715127262166</c:v>
                </c:pt>
                <c:pt idx="323">
                  <c:v>0.31219701678969525</c:v>
                </c:pt>
                <c:pt idx="324">
                  <c:v>0.31793508735861836</c:v>
                </c:pt>
                <c:pt idx="325">
                  <c:v>0.29206569784305886</c:v>
                </c:pt>
                <c:pt idx="326">
                  <c:v>0.27287309008650523</c:v>
                </c:pt>
                <c:pt idx="327">
                  <c:v>0.25389441869168355</c:v>
                </c:pt>
                <c:pt idx="328">
                  <c:v>0.2607699157543607</c:v>
                </c:pt>
                <c:pt idx="329">
                  <c:v>0.29114951942923156</c:v>
                </c:pt>
                <c:pt idx="330">
                  <c:v>0.33822835567982057</c:v>
                </c:pt>
                <c:pt idx="331">
                  <c:v>0.42715265521111845</c:v>
                </c:pt>
                <c:pt idx="332">
                  <c:v>0.51159652409575485</c:v>
                </c:pt>
                <c:pt idx="333">
                  <c:v>0.53984063649780389</c:v>
                </c:pt>
                <c:pt idx="334">
                  <c:v>0.48930613831120795</c:v>
                </c:pt>
                <c:pt idx="335">
                  <c:v>0.40085772857515556</c:v>
                </c:pt>
                <c:pt idx="336">
                  <c:v>0.33032516277993673</c:v>
                </c:pt>
                <c:pt idx="337">
                  <c:v>0.28095253869196835</c:v>
                </c:pt>
                <c:pt idx="338">
                  <c:v>0.23598527055283341</c:v>
                </c:pt>
                <c:pt idx="339">
                  <c:v>0.21605007213414526</c:v>
                </c:pt>
                <c:pt idx="340">
                  <c:v>0.21116665772469159</c:v>
                </c:pt>
                <c:pt idx="341">
                  <c:v>0.20924406002476911</c:v>
                </c:pt>
                <c:pt idx="342">
                  <c:v>0.21841444640864477</c:v>
                </c:pt>
                <c:pt idx="343">
                  <c:v>0.22189299329082079</c:v>
                </c:pt>
                <c:pt idx="344">
                  <c:v>0.21321497322312416</c:v>
                </c:pt>
                <c:pt idx="345">
                  <c:v>0.20833388984309503</c:v>
                </c:pt>
                <c:pt idx="346">
                  <c:v>0.20056118437628251</c:v>
                </c:pt>
                <c:pt idx="347">
                  <c:v>0.20461402195822009</c:v>
                </c:pt>
                <c:pt idx="348">
                  <c:v>0.20756931066729775</c:v>
                </c:pt>
                <c:pt idx="349">
                  <c:v>0.21187149455250992</c:v>
                </c:pt>
                <c:pt idx="350">
                  <c:v>0.21944625089483699</c:v>
                </c:pt>
                <c:pt idx="351">
                  <c:v>0.2028474294316035</c:v>
                </c:pt>
                <c:pt idx="352">
                  <c:v>0.2043785594011204</c:v>
                </c:pt>
                <c:pt idx="353">
                  <c:v>0.21368198864147056</c:v>
                </c:pt>
                <c:pt idx="354">
                  <c:v>0.22150853656209352</c:v>
                </c:pt>
                <c:pt idx="355">
                  <c:v>0.22224824888312053</c:v>
                </c:pt>
                <c:pt idx="356">
                  <c:v>0.21758482251708661</c:v>
                </c:pt>
                <c:pt idx="357">
                  <c:v>0.21295122082641735</c:v>
                </c:pt>
                <c:pt idx="358">
                  <c:v>0.20767568580012832</c:v>
                </c:pt>
                <c:pt idx="359">
                  <c:v>0.16612763610917922</c:v>
                </c:pt>
                <c:pt idx="360">
                  <c:v>0.20778790756333373</c:v>
                </c:pt>
                <c:pt idx="361">
                  <c:v>0.21601585829350059</c:v>
                </c:pt>
                <c:pt idx="362">
                  <c:v>0.20878817607231109</c:v>
                </c:pt>
                <c:pt idx="363">
                  <c:v>0.20967601090631716</c:v>
                </c:pt>
                <c:pt idx="364">
                  <c:v>0.21113981048586472</c:v>
                </c:pt>
                <c:pt idx="365">
                  <c:v>0.20224334902573007</c:v>
                </c:pt>
                <c:pt idx="366">
                  <c:v>0.20198146648356163</c:v>
                </c:pt>
                <c:pt idx="367">
                  <c:v>0.19848529871880377</c:v>
                </c:pt>
                <c:pt idx="368">
                  <c:v>0.20804604429824508</c:v>
                </c:pt>
                <c:pt idx="369">
                  <c:v>0.20664212427573353</c:v>
                </c:pt>
                <c:pt idx="370">
                  <c:v>0.20840964220121258</c:v>
                </c:pt>
                <c:pt idx="371">
                  <c:v>0.21159375369243816</c:v>
                </c:pt>
                <c:pt idx="372">
                  <c:v>0.21212760669155742</c:v>
                </c:pt>
                <c:pt idx="373">
                  <c:v>0.21117451751684221</c:v>
                </c:pt>
                <c:pt idx="374">
                  <c:v>0.20481822638644545</c:v>
                </c:pt>
                <c:pt idx="375">
                  <c:v>0.20263127314166954</c:v>
                </c:pt>
                <c:pt idx="376">
                  <c:v>0.20351966805542374</c:v>
                </c:pt>
                <c:pt idx="377">
                  <c:v>0.19962192899506981</c:v>
                </c:pt>
                <c:pt idx="378">
                  <c:v>0.2007643763160078</c:v>
                </c:pt>
                <c:pt idx="379">
                  <c:v>0.21560227818014469</c:v>
                </c:pt>
                <c:pt idx="380">
                  <c:v>0.23027242510677406</c:v>
                </c:pt>
                <c:pt idx="381">
                  <c:v>0.22525846314000261</c:v>
                </c:pt>
                <c:pt idx="382">
                  <c:v>0.23404562234075652</c:v>
                </c:pt>
                <c:pt idx="383">
                  <c:v>0.22764298732680049</c:v>
                </c:pt>
                <c:pt idx="384">
                  <c:v>0.21761736240723545</c:v>
                </c:pt>
                <c:pt idx="385">
                  <c:v>0.20731109008240714</c:v>
                </c:pt>
                <c:pt idx="386">
                  <c:v>0.21013468401399571</c:v>
                </c:pt>
                <c:pt idx="387">
                  <c:v>0.21970800461294629</c:v>
                </c:pt>
                <c:pt idx="388">
                  <c:v>0.205774237351803</c:v>
                </c:pt>
                <c:pt idx="389">
                  <c:v>0.20451245524056613</c:v>
                </c:pt>
                <c:pt idx="390">
                  <c:v>0.2045657792537659</c:v>
                </c:pt>
                <c:pt idx="391">
                  <c:v>0.21031326846218212</c:v>
                </c:pt>
                <c:pt idx="392">
                  <c:v>0.20115680441452857</c:v>
                </c:pt>
                <c:pt idx="393">
                  <c:v>0.20617034922765301</c:v>
                </c:pt>
                <c:pt idx="394">
                  <c:v>0.20662078216918395</c:v>
                </c:pt>
                <c:pt idx="395">
                  <c:v>0.19992655791723607</c:v>
                </c:pt>
                <c:pt idx="396">
                  <c:v>0.19890660941911489</c:v>
                </c:pt>
                <c:pt idx="397">
                  <c:v>0.20752910231540564</c:v>
                </c:pt>
                <c:pt idx="398">
                  <c:v>0.1922955002978739</c:v>
                </c:pt>
                <c:pt idx="399">
                  <c:v>0.17258610301298871</c:v>
                </c:pt>
                <c:pt idx="400">
                  <c:v>0.18713413082976499</c:v>
                </c:pt>
                <c:pt idx="401">
                  <c:v>0.21251033839752873</c:v>
                </c:pt>
                <c:pt idx="402">
                  <c:v>0.21641021541796562</c:v>
                </c:pt>
                <c:pt idx="403">
                  <c:v>0.18999171068250906</c:v>
                </c:pt>
                <c:pt idx="404">
                  <c:v>0.18238988985368146</c:v>
                </c:pt>
                <c:pt idx="405">
                  <c:v>0.19449606296599461</c:v>
                </c:pt>
                <c:pt idx="406">
                  <c:v>0.18931551700761975</c:v>
                </c:pt>
                <c:pt idx="407">
                  <c:v>0.21206130651292462</c:v>
                </c:pt>
                <c:pt idx="408">
                  <c:v>0.21486598236463797</c:v>
                </c:pt>
                <c:pt idx="409">
                  <c:v>0.22038390100154537</c:v>
                </c:pt>
                <c:pt idx="410">
                  <c:v>0.20456543013294301</c:v>
                </c:pt>
                <c:pt idx="411">
                  <c:v>0.20154089715811843</c:v>
                </c:pt>
                <c:pt idx="412">
                  <c:v>0.20300051586335718</c:v>
                </c:pt>
                <c:pt idx="413">
                  <c:v>0.21204781505125522</c:v>
                </c:pt>
                <c:pt idx="414">
                  <c:v>0.22099801977448608</c:v>
                </c:pt>
                <c:pt idx="415">
                  <c:v>0.22307115257997392</c:v>
                </c:pt>
                <c:pt idx="416">
                  <c:v>0.20986108762971903</c:v>
                </c:pt>
                <c:pt idx="417">
                  <c:v>0.18815185233079745</c:v>
                </c:pt>
                <c:pt idx="418">
                  <c:v>0.19116524602644008</c:v>
                </c:pt>
                <c:pt idx="419">
                  <c:v>0.19631022777836729</c:v>
                </c:pt>
                <c:pt idx="420">
                  <c:v>0.21425074305106476</c:v>
                </c:pt>
                <c:pt idx="421">
                  <c:v>0.19848236396952826</c:v>
                </c:pt>
                <c:pt idx="422">
                  <c:v>0.2139647993761998</c:v>
                </c:pt>
                <c:pt idx="423">
                  <c:v>0.20880423486789218</c:v>
                </c:pt>
                <c:pt idx="424">
                  <c:v>0.22938304209724109</c:v>
                </c:pt>
                <c:pt idx="425">
                  <c:v>0.22784421508076066</c:v>
                </c:pt>
                <c:pt idx="426">
                  <c:v>0.23362228666344526</c:v>
                </c:pt>
                <c:pt idx="427">
                  <c:v>0.24341828155424344</c:v>
                </c:pt>
                <c:pt idx="428">
                  <c:v>0.25197061355205913</c:v>
                </c:pt>
                <c:pt idx="429">
                  <c:v>0.20932993841129596</c:v>
                </c:pt>
                <c:pt idx="430">
                  <c:v>0.21505154541791976</c:v>
                </c:pt>
                <c:pt idx="431">
                  <c:v>0.22307351257575495</c:v>
                </c:pt>
                <c:pt idx="432">
                  <c:v>0.21401536396280807</c:v>
                </c:pt>
                <c:pt idx="433">
                  <c:v>0.22312070791774041</c:v>
                </c:pt>
                <c:pt idx="434">
                  <c:v>0.24060324565645139</c:v>
                </c:pt>
                <c:pt idx="435">
                  <c:v>0.28787274151451847</c:v>
                </c:pt>
                <c:pt idx="436">
                  <c:v>0.37446532862507276</c:v>
                </c:pt>
                <c:pt idx="437">
                  <c:v>0.20702590258190101</c:v>
                </c:pt>
                <c:pt idx="438">
                  <c:v>0.17578152053051416</c:v>
                </c:pt>
                <c:pt idx="439">
                  <c:v>0.1883971600188758</c:v>
                </c:pt>
                <c:pt idx="440">
                  <c:v>0.12647407531827348</c:v>
                </c:pt>
                <c:pt idx="441">
                  <c:v>0.1475220788277031</c:v>
                </c:pt>
                <c:pt idx="442">
                  <c:v>0.28297823832643854</c:v>
                </c:pt>
                <c:pt idx="443">
                  <c:v>0.26781353355008025</c:v>
                </c:pt>
                <c:pt idx="444">
                  <c:v>0.20640687477380848</c:v>
                </c:pt>
                <c:pt idx="445">
                  <c:v>0.11332294699392377</c:v>
                </c:pt>
                <c:pt idx="446">
                  <c:v>0.21202297106466106</c:v>
                </c:pt>
                <c:pt idx="447">
                  <c:v>0.26114237431332282</c:v>
                </c:pt>
                <c:pt idx="448">
                  <c:v>0.26097882721551502</c:v>
                </c:pt>
                <c:pt idx="449">
                  <c:v>0.20032710272352941</c:v>
                </c:pt>
                <c:pt idx="450">
                  <c:v>0.20322208905252206</c:v>
                </c:pt>
                <c:pt idx="451">
                  <c:v>0.17116210778088745</c:v>
                </c:pt>
                <c:pt idx="452">
                  <c:v>0.1904347282367797</c:v>
                </c:pt>
                <c:pt idx="453">
                  <c:v>0.19037002197002617</c:v>
                </c:pt>
                <c:pt idx="454">
                  <c:v>0.19163254501017102</c:v>
                </c:pt>
                <c:pt idx="455">
                  <c:v>0.20946061860403553</c:v>
                </c:pt>
                <c:pt idx="456">
                  <c:v>0.22815560951116085</c:v>
                </c:pt>
                <c:pt idx="457">
                  <c:v>0.23409898751667346</c:v>
                </c:pt>
                <c:pt idx="458">
                  <c:v>0.23171788898266621</c:v>
                </c:pt>
                <c:pt idx="459">
                  <c:v>0.21114994871063464</c:v>
                </c:pt>
                <c:pt idx="460">
                  <c:v>0.17736093703515618</c:v>
                </c:pt>
                <c:pt idx="461">
                  <c:v>0.17143528796435786</c:v>
                </c:pt>
                <c:pt idx="462">
                  <c:v>0.17869085411502747</c:v>
                </c:pt>
                <c:pt idx="463">
                  <c:v>0.18753032579332179</c:v>
                </c:pt>
                <c:pt idx="464">
                  <c:v>0.21859375577801585</c:v>
                </c:pt>
                <c:pt idx="465">
                  <c:v>0.19696309591356034</c:v>
                </c:pt>
                <c:pt idx="466">
                  <c:v>0.16580886592969074</c:v>
                </c:pt>
                <c:pt idx="467">
                  <c:v>0.17741635119965815</c:v>
                </c:pt>
                <c:pt idx="468">
                  <c:v>0.2011265446721123</c:v>
                </c:pt>
                <c:pt idx="469">
                  <c:v>0.17858911664832464</c:v>
                </c:pt>
                <c:pt idx="470">
                  <c:v>0.19014455471159533</c:v>
                </c:pt>
                <c:pt idx="471">
                  <c:v>0.19575614978310454</c:v>
                </c:pt>
                <c:pt idx="472">
                  <c:v>0.19239623080255247</c:v>
                </c:pt>
                <c:pt idx="473">
                  <c:v>0.19901765499579249</c:v>
                </c:pt>
                <c:pt idx="474">
                  <c:v>0.20393329847876721</c:v>
                </c:pt>
                <c:pt idx="475">
                  <c:v>0.2019826209453221</c:v>
                </c:pt>
                <c:pt idx="476">
                  <c:v>0.20562743280804396</c:v>
                </c:pt>
                <c:pt idx="477">
                  <c:v>0.20854536635134335</c:v>
                </c:pt>
                <c:pt idx="478">
                  <c:v>0.20005839114247509</c:v>
                </c:pt>
                <c:pt idx="479">
                  <c:v>0.19776488294596772</c:v>
                </c:pt>
                <c:pt idx="480">
                  <c:v>0.18405283313406731</c:v>
                </c:pt>
                <c:pt idx="481">
                  <c:v>0.19241365635279614</c:v>
                </c:pt>
                <c:pt idx="482">
                  <c:v>0.20204531843336698</c:v>
                </c:pt>
                <c:pt idx="483">
                  <c:v>0.18246326773283975</c:v>
                </c:pt>
                <c:pt idx="484">
                  <c:v>0.1804508011496482</c:v>
                </c:pt>
                <c:pt idx="485">
                  <c:v>0.19531358730553977</c:v>
                </c:pt>
                <c:pt idx="486">
                  <c:v>0.2031767942465447</c:v>
                </c:pt>
                <c:pt idx="487">
                  <c:v>0.1914022655252009</c:v>
                </c:pt>
                <c:pt idx="488">
                  <c:v>0.19560388622455679</c:v>
                </c:pt>
                <c:pt idx="489">
                  <c:v>0.19414765829814007</c:v>
                </c:pt>
                <c:pt idx="490">
                  <c:v>0.19648389328185892</c:v>
                </c:pt>
                <c:pt idx="491">
                  <c:v>0.20784824524616574</c:v>
                </c:pt>
                <c:pt idx="492">
                  <c:v>0.20586651082379659</c:v>
                </c:pt>
                <c:pt idx="493">
                  <c:v>0.19922685826440312</c:v>
                </c:pt>
                <c:pt idx="494">
                  <c:v>0.20591884883746706</c:v>
                </c:pt>
                <c:pt idx="495">
                  <c:v>0.21263541131347072</c:v>
                </c:pt>
                <c:pt idx="496">
                  <c:v>0.19861084500599255</c:v>
                </c:pt>
                <c:pt idx="497">
                  <c:v>0.21059870598808109</c:v>
                </c:pt>
                <c:pt idx="498">
                  <c:v>0.22186784287066602</c:v>
                </c:pt>
                <c:pt idx="499">
                  <c:v>0.22699359515438561</c:v>
                </c:pt>
                <c:pt idx="500">
                  <c:v>0.22348342006001748</c:v>
                </c:pt>
                <c:pt idx="501">
                  <c:v>0.23388498407495795</c:v>
                </c:pt>
                <c:pt idx="502">
                  <c:v>0.21829656858319926</c:v>
                </c:pt>
                <c:pt idx="503">
                  <c:v>0.21649241126585611</c:v>
                </c:pt>
                <c:pt idx="504">
                  <c:v>0.21476735192080459</c:v>
                </c:pt>
                <c:pt idx="505">
                  <c:v>0.21910079507829991</c:v>
                </c:pt>
                <c:pt idx="506">
                  <c:v>0.22920126753847847</c:v>
                </c:pt>
                <c:pt idx="507">
                  <c:v>0.22875629246832757</c:v>
                </c:pt>
                <c:pt idx="508">
                  <c:v>0.23295995720149698</c:v>
                </c:pt>
                <c:pt idx="509">
                  <c:v>0.24309337965445046</c:v>
                </c:pt>
                <c:pt idx="510">
                  <c:v>0.27689588888977867</c:v>
                </c:pt>
                <c:pt idx="511">
                  <c:v>0.31999691871144159</c:v>
                </c:pt>
                <c:pt idx="512">
                  <c:v>0.34310959532572027</c:v>
                </c:pt>
                <c:pt idx="513">
                  <c:v>0.36476012344277087</c:v>
                </c:pt>
                <c:pt idx="514">
                  <c:v>0.38293167628047858</c:v>
                </c:pt>
                <c:pt idx="515">
                  <c:v>0.38545298112714654</c:v>
                </c:pt>
                <c:pt idx="516">
                  <c:v>0.37645067660041354</c:v>
                </c:pt>
                <c:pt idx="517">
                  <c:v>0.3539884440946538</c:v>
                </c:pt>
                <c:pt idx="518">
                  <c:v>0.34951257488686394</c:v>
                </c:pt>
                <c:pt idx="519">
                  <c:v>0.31850875537699952</c:v>
                </c:pt>
                <c:pt idx="520">
                  <c:v>0.28097348594134275</c:v>
                </c:pt>
                <c:pt idx="521">
                  <c:v>0.26962962653084055</c:v>
                </c:pt>
                <c:pt idx="522">
                  <c:v>0.25701822375325112</c:v>
                </c:pt>
                <c:pt idx="523">
                  <c:v>0.24882611431559998</c:v>
                </c:pt>
                <c:pt idx="524">
                  <c:v>0.26815560487654388</c:v>
                </c:pt>
                <c:pt idx="525">
                  <c:v>0.26657626155006547</c:v>
                </c:pt>
                <c:pt idx="526">
                  <c:v>0.24345399859633526</c:v>
                </c:pt>
                <c:pt idx="527">
                  <c:v>0.25236272044798869</c:v>
                </c:pt>
                <c:pt idx="528">
                  <c:v>0.25218389131031727</c:v>
                </c:pt>
                <c:pt idx="529">
                  <c:v>0.2549023381301358</c:v>
                </c:pt>
                <c:pt idx="530">
                  <c:v>0.26928561598303768</c:v>
                </c:pt>
                <c:pt idx="531">
                  <c:v>0.27402330446437512</c:v>
                </c:pt>
                <c:pt idx="532">
                  <c:v>0.28309721382434039</c:v>
                </c:pt>
                <c:pt idx="533">
                  <c:v>0.28912935084430513</c:v>
                </c:pt>
                <c:pt idx="534">
                  <c:v>0.29673055575692114</c:v>
                </c:pt>
                <c:pt idx="535">
                  <c:v>0.29584745387311023</c:v>
                </c:pt>
                <c:pt idx="536">
                  <c:v>0.32398277473838055</c:v>
                </c:pt>
                <c:pt idx="537">
                  <c:v>0.34293244318763472</c:v>
                </c:pt>
                <c:pt idx="538">
                  <c:v>0.38040405371900676</c:v>
                </c:pt>
                <c:pt idx="539">
                  <c:v>0.41757029177303662</c:v>
                </c:pt>
                <c:pt idx="540">
                  <c:v>0.43013556791474106</c:v>
                </c:pt>
                <c:pt idx="541">
                  <c:v>0.43157822662768897</c:v>
                </c:pt>
                <c:pt idx="542">
                  <c:v>0.47255831543475779</c:v>
                </c:pt>
                <c:pt idx="543">
                  <c:v>0.52417677736830648</c:v>
                </c:pt>
                <c:pt idx="544">
                  <c:v>0.55545234398926646</c:v>
                </c:pt>
                <c:pt idx="545">
                  <c:v>0.57004350880903065</c:v>
                </c:pt>
                <c:pt idx="546">
                  <c:v>0.62464795692907893</c:v>
                </c:pt>
                <c:pt idx="547">
                  <c:v>0.68545042476995999</c:v>
                </c:pt>
                <c:pt idx="548">
                  <c:v>0.76710896199310663</c:v>
                </c:pt>
                <c:pt idx="549">
                  <c:v>0.75461135126015166</c:v>
                </c:pt>
                <c:pt idx="550">
                  <c:v>0.79280635233294416</c:v>
                </c:pt>
                <c:pt idx="551">
                  <c:v>0.81258967862003384</c:v>
                </c:pt>
                <c:pt idx="552">
                  <c:v>0.76942080654239109</c:v>
                </c:pt>
                <c:pt idx="553">
                  <c:v>0.73288446172922583</c:v>
                </c:pt>
                <c:pt idx="554">
                  <c:v>0.70175861763130198</c:v>
                </c:pt>
                <c:pt idx="555">
                  <c:v>0.6923712252141796</c:v>
                </c:pt>
                <c:pt idx="556">
                  <c:v>0.63108343979129089</c:v>
                </c:pt>
                <c:pt idx="557">
                  <c:v>0.55748640422894735</c:v>
                </c:pt>
                <c:pt idx="558">
                  <c:v>0.49139398450124538</c:v>
                </c:pt>
                <c:pt idx="559">
                  <c:v>0.4246936005890839</c:v>
                </c:pt>
                <c:pt idx="560">
                  <c:v>0.35683494050467929</c:v>
                </c:pt>
                <c:pt idx="561">
                  <c:v>0.36643948912273899</c:v>
                </c:pt>
                <c:pt idx="562">
                  <c:v>0.3518993172867505</c:v>
                </c:pt>
                <c:pt idx="563">
                  <c:v>0.27367378725974972</c:v>
                </c:pt>
                <c:pt idx="564">
                  <c:v>0.21194616753271212</c:v>
                </c:pt>
                <c:pt idx="565">
                  <c:v>0.27320625806971205</c:v>
                </c:pt>
                <c:pt idx="566">
                  <c:v>0.26304333566949556</c:v>
                </c:pt>
                <c:pt idx="567">
                  <c:v>0.25096726165066108</c:v>
                </c:pt>
                <c:pt idx="568">
                  <c:v>0.24426020852458258</c:v>
                </c:pt>
                <c:pt idx="569">
                  <c:v>0.19042698583460013</c:v>
                </c:pt>
                <c:pt idx="570">
                  <c:v>0.24854292092005612</c:v>
                </c:pt>
                <c:pt idx="571">
                  <c:v>0.26821639763608174</c:v>
                </c:pt>
                <c:pt idx="572">
                  <c:v>0.2648844189931775</c:v>
                </c:pt>
                <c:pt idx="573">
                  <c:v>0.16935439674896707</c:v>
                </c:pt>
                <c:pt idx="574">
                  <c:v>0.23057148291840163</c:v>
                </c:pt>
                <c:pt idx="575">
                  <c:v>0.27082638222085753</c:v>
                </c:pt>
                <c:pt idx="576">
                  <c:v>0.26208423216444698</c:v>
                </c:pt>
                <c:pt idx="577">
                  <c:v>0.29209233469466489</c:v>
                </c:pt>
                <c:pt idx="578">
                  <c:v>0.32074365308709868</c:v>
                </c:pt>
                <c:pt idx="579">
                  <c:v>0.22286544723711918</c:v>
                </c:pt>
                <c:pt idx="580">
                  <c:v>0.22091651759460629</c:v>
                </c:pt>
                <c:pt idx="581">
                  <c:v>0.19481165599354017</c:v>
                </c:pt>
                <c:pt idx="582">
                  <c:v>0.50762063249544687</c:v>
                </c:pt>
                <c:pt idx="583">
                  <c:v>0.57317028978259155</c:v>
                </c:pt>
                <c:pt idx="584">
                  <c:v>7.8024795005999764E-2</c:v>
                </c:pt>
                <c:pt idx="585">
                  <c:v>0.49526423122581409</c:v>
                </c:pt>
                <c:pt idx="586">
                  <c:v>1.9157639131935151</c:v>
                </c:pt>
                <c:pt idx="587">
                  <c:v>0.93930688960702213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20-1251-45ED-B486-8EADCA04E34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364648175"/>
        <c:axId val="1364652495"/>
      </c:scatterChart>
      <c:valAx>
        <c:axId val="1364648175"/>
        <c:scaling>
          <c:orientation val="maxMin"/>
          <c:max val="3000"/>
          <c:min val="900"/>
        </c:scaling>
        <c:delete val="0"/>
        <c:axPos val="b"/>
        <c:numFmt formatCode="General" sourceLinked="1"/>
        <c:majorTickMark val="out"/>
        <c:minorTickMark val="out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0" i="0" u="none" strike="noStrike" kern="1200" baseline="0">
                <a:solidFill>
                  <a:sysClr val="windowText" lastClr="000000"/>
                </a:solidFill>
                <a:latin typeface="Avenir LT Std 65 Medium" panose="020B0803020203020204" pitchFamily="34" charset="0"/>
                <a:ea typeface="+mn-ea"/>
                <a:cs typeface="+mn-cs"/>
              </a:defRPr>
            </a:pPr>
            <a:endParaRPr lang="en-US"/>
          </a:p>
        </c:txPr>
        <c:crossAx val="1364652495"/>
        <c:crosses val="autoZero"/>
        <c:crossBetween val="midCat"/>
        <c:majorUnit val="500"/>
      </c:valAx>
      <c:valAx>
        <c:axId val="1364652495"/>
        <c:scaling>
          <c:orientation val="minMax"/>
          <c:max val="10"/>
          <c:min val="0"/>
        </c:scaling>
        <c:delete val="1"/>
        <c:axPos val="r"/>
        <c:numFmt formatCode="General" sourceLinked="1"/>
        <c:majorTickMark val="out"/>
        <c:minorTickMark val="none"/>
        <c:tickLblPos val="nextTo"/>
        <c:crossAx val="1364648175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>
          <a:latin typeface="Avenir LT Std 45 Book" panose="020B0502020203020204" pitchFamily="34" charset="0"/>
        </a:defRPr>
      </a:pPr>
      <a:endParaRPr lang="en-US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smoothMarker"/>
        <c:varyColors val="0"/>
        <c:ser>
          <c:idx val="0"/>
          <c:order val="0"/>
          <c:tx>
            <c:strRef>
              <c:f>'2.3'!$T$1</c:f>
              <c:strCache>
                <c:ptCount val="1"/>
                <c:pt idx="0">
                  <c:v>R1</c:v>
                </c:pt>
              </c:strCache>
            </c:strRef>
          </c:tx>
          <c:spPr>
            <a:ln w="31750" cap="rnd">
              <a:solidFill>
                <a:srgbClr val="000000"/>
              </a:solidFill>
              <a:round/>
            </a:ln>
            <a:effectLst/>
          </c:spPr>
          <c:marker>
            <c:symbol val="none"/>
          </c:marker>
          <c:xVal>
            <c:numRef>
              <c:f>'2.3'!$S$2:$S$71</c:f>
              <c:numCache>
                <c:formatCode>General</c:formatCode>
                <c:ptCount val="70"/>
                <c:pt idx="0">
                  <c:v>0.3</c:v>
                </c:pt>
                <c:pt idx="1">
                  <c:v>0.34889999999999999</c:v>
                </c:pt>
                <c:pt idx="2">
                  <c:v>0.40570000000000001</c:v>
                </c:pt>
                <c:pt idx="3">
                  <c:v>0.4718</c:v>
                </c:pt>
                <c:pt idx="4">
                  <c:v>0.54869999999999997</c:v>
                </c:pt>
                <c:pt idx="5">
                  <c:v>0.6381</c:v>
                </c:pt>
                <c:pt idx="6">
                  <c:v>0.74199999999999999</c:v>
                </c:pt>
                <c:pt idx="7">
                  <c:v>0.8629</c:v>
                </c:pt>
                <c:pt idx="8">
                  <c:v>1.0029999999999999</c:v>
                </c:pt>
                <c:pt idx="9">
                  <c:v>1.167</c:v>
                </c:pt>
                <c:pt idx="10">
                  <c:v>1.357</c:v>
                </c:pt>
                <c:pt idx="11">
                  <c:v>1.5780000000000001</c:v>
                </c:pt>
                <c:pt idx="12">
                  <c:v>1.835</c:v>
                </c:pt>
                <c:pt idx="13">
                  <c:v>2.1339999999999999</c:v>
                </c:pt>
                <c:pt idx="14">
                  <c:v>2.4820000000000002</c:v>
                </c:pt>
                <c:pt idx="15">
                  <c:v>2.8860000000000001</c:v>
                </c:pt>
                <c:pt idx="16">
                  <c:v>3.3570000000000002</c:v>
                </c:pt>
                <c:pt idx="17">
                  <c:v>3.903</c:v>
                </c:pt>
                <c:pt idx="18">
                  <c:v>4.5389999999999997</c:v>
                </c:pt>
                <c:pt idx="19">
                  <c:v>5.2789999999999999</c:v>
                </c:pt>
                <c:pt idx="20">
                  <c:v>6.1390000000000002</c:v>
                </c:pt>
                <c:pt idx="21">
                  <c:v>7.1390000000000002</c:v>
                </c:pt>
                <c:pt idx="22">
                  <c:v>8.3019999999999996</c:v>
                </c:pt>
                <c:pt idx="23">
                  <c:v>9.6549999999999994</c:v>
                </c:pt>
                <c:pt idx="24">
                  <c:v>11.23</c:v>
                </c:pt>
                <c:pt idx="25">
                  <c:v>13.06</c:v>
                </c:pt>
                <c:pt idx="26">
                  <c:v>15.18</c:v>
                </c:pt>
                <c:pt idx="27">
                  <c:v>17.66</c:v>
                </c:pt>
                <c:pt idx="28">
                  <c:v>20.53</c:v>
                </c:pt>
                <c:pt idx="29">
                  <c:v>23.88</c:v>
                </c:pt>
                <c:pt idx="30">
                  <c:v>27.77</c:v>
                </c:pt>
                <c:pt idx="31">
                  <c:v>32.299999999999997</c:v>
                </c:pt>
                <c:pt idx="32">
                  <c:v>37.56</c:v>
                </c:pt>
                <c:pt idx="33">
                  <c:v>43.68</c:v>
                </c:pt>
                <c:pt idx="34">
                  <c:v>50.79</c:v>
                </c:pt>
                <c:pt idx="35">
                  <c:v>59.07</c:v>
                </c:pt>
                <c:pt idx="36">
                  <c:v>68.69</c:v>
                </c:pt>
                <c:pt idx="37">
                  <c:v>79.88</c:v>
                </c:pt>
                <c:pt idx="38">
                  <c:v>92.89</c:v>
                </c:pt>
                <c:pt idx="39">
                  <c:v>108</c:v>
                </c:pt>
                <c:pt idx="40">
                  <c:v>125.6</c:v>
                </c:pt>
                <c:pt idx="41">
                  <c:v>146.1</c:v>
                </c:pt>
                <c:pt idx="42">
                  <c:v>169.9</c:v>
                </c:pt>
                <c:pt idx="43">
                  <c:v>197.6</c:v>
                </c:pt>
                <c:pt idx="44">
                  <c:v>229.8</c:v>
                </c:pt>
                <c:pt idx="45">
                  <c:v>267.2</c:v>
                </c:pt>
                <c:pt idx="46">
                  <c:v>310.7</c:v>
                </c:pt>
                <c:pt idx="47">
                  <c:v>361.3</c:v>
                </c:pt>
                <c:pt idx="48">
                  <c:v>420.2</c:v>
                </c:pt>
                <c:pt idx="49">
                  <c:v>488.7</c:v>
                </c:pt>
                <c:pt idx="50">
                  <c:v>568.29999999999995</c:v>
                </c:pt>
                <c:pt idx="51">
                  <c:v>660.9</c:v>
                </c:pt>
                <c:pt idx="52">
                  <c:v>768.5</c:v>
                </c:pt>
                <c:pt idx="53">
                  <c:v>893.8</c:v>
                </c:pt>
                <c:pt idx="54">
                  <c:v>1039</c:v>
                </c:pt>
                <c:pt idx="55">
                  <c:v>1209</c:v>
                </c:pt>
                <c:pt idx="56">
                  <c:v>1406</c:v>
                </c:pt>
                <c:pt idx="57">
                  <c:v>1635</c:v>
                </c:pt>
                <c:pt idx="58">
                  <c:v>1901</c:v>
                </c:pt>
                <c:pt idx="59">
                  <c:v>2211</c:v>
                </c:pt>
                <c:pt idx="60">
                  <c:v>2571</c:v>
                </c:pt>
                <c:pt idx="61">
                  <c:v>2990</c:v>
                </c:pt>
                <c:pt idx="62">
                  <c:v>3477</c:v>
                </c:pt>
                <c:pt idx="63">
                  <c:v>4043</c:v>
                </c:pt>
                <c:pt idx="64">
                  <c:v>4702</c:v>
                </c:pt>
                <c:pt idx="65">
                  <c:v>5468</c:v>
                </c:pt>
                <c:pt idx="66">
                  <c:v>6358</c:v>
                </c:pt>
                <c:pt idx="67">
                  <c:v>7394</c:v>
                </c:pt>
                <c:pt idx="68">
                  <c:v>8599</c:v>
                </c:pt>
                <c:pt idx="69" formatCode="0.00E+00">
                  <c:v>10000</c:v>
                </c:pt>
              </c:numCache>
            </c:numRef>
          </c:xVal>
          <c:yVal>
            <c:numRef>
              <c:f>'2.3'!$T$2:$T$71</c:f>
              <c:numCache>
                <c:formatCode>General</c:formatCode>
                <c:ptCount val="70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29.746666666666666</c:v>
                </c:pt>
                <c:pt idx="45">
                  <c:v>12.63</c:v>
                </c:pt>
                <c:pt idx="46">
                  <c:v>21.133333333333333</c:v>
                </c:pt>
                <c:pt idx="47">
                  <c:v>22.103333333333335</c:v>
                </c:pt>
                <c:pt idx="48">
                  <c:v>11.523333333333333</c:v>
                </c:pt>
                <c:pt idx="49">
                  <c:v>2.8670000000000004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91E7-4F17-90C3-C735FE48EF45}"/>
            </c:ext>
          </c:extLst>
        </c:ser>
        <c:ser>
          <c:idx val="1"/>
          <c:order val="1"/>
          <c:tx>
            <c:strRef>
              <c:f>'2.3'!$U$1</c:f>
              <c:strCache>
                <c:ptCount val="1"/>
                <c:pt idx="0">
                  <c:v>R2</c:v>
                </c:pt>
              </c:strCache>
            </c:strRef>
          </c:tx>
          <c:spPr>
            <a:ln w="31750" cap="rnd">
              <a:solidFill>
                <a:schemeClr val="tx1"/>
              </a:solidFill>
              <a:prstDash val="dash"/>
              <a:round/>
            </a:ln>
            <a:effectLst/>
          </c:spPr>
          <c:marker>
            <c:symbol val="none"/>
          </c:marker>
          <c:xVal>
            <c:numRef>
              <c:f>'2.3'!$S$2:$S$71</c:f>
              <c:numCache>
                <c:formatCode>General</c:formatCode>
                <c:ptCount val="70"/>
                <c:pt idx="0">
                  <c:v>0.3</c:v>
                </c:pt>
                <c:pt idx="1">
                  <c:v>0.34889999999999999</c:v>
                </c:pt>
                <c:pt idx="2">
                  <c:v>0.40570000000000001</c:v>
                </c:pt>
                <c:pt idx="3">
                  <c:v>0.4718</c:v>
                </c:pt>
                <c:pt idx="4">
                  <c:v>0.54869999999999997</c:v>
                </c:pt>
                <c:pt idx="5">
                  <c:v>0.6381</c:v>
                </c:pt>
                <c:pt idx="6">
                  <c:v>0.74199999999999999</c:v>
                </c:pt>
                <c:pt idx="7">
                  <c:v>0.8629</c:v>
                </c:pt>
                <c:pt idx="8">
                  <c:v>1.0029999999999999</c:v>
                </c:pt>
                <c:pt idx="9">
                  <c:v>1.167</c:v>
                </c:pt>
                <c:pt idx="10">
                  <c:v>1.357</c:v>
                </c:pt>
                <c:pt idx="11">
                  <c:v>1.5780000000000001</c:v>
                </c:pt>
                <c:pt idx="12">
                  <c:v>1.835</c:v>
                </c:pt>
                <c:pt idx="13">
                  <c:v>2.1339999999999999</c:v>
                </c:pt>
                <c:pt idx="14">
                  <c:v>2.4820000000000002</c:v>
                </c:pt>
                <c:pt idx="15">
                  <c:v>2.8860000000000001</c:v>
                </c:pt>
                <c:pt idx="16">
                  <c:v>3.3570000000000002</c:v>
                </c:pt>
                <c:pt idx="17">
                  <c:v>3.903</c:v>
                </c:pt>
                <c:pt idx="18">
                  <c:v>4.5389999999999997</c:v>
                </c:pt>
                <c:pt idx="19">
                  <c:v>5.2789999999999999</c:v>
                </c:pt>
                <c:pt idx="20">
                  <c:v>6.1390000000000002</c:v>
                </c:pt>
                <c:pt idx="21">
                  <c:v>7.1390000000000002</c:v>
                </c:pt>
                <c:pt idx="22">
                  <c:v>8.3019999999999996</c:v>
                </c:pt>
                <c:pt idx="23">
                  <c:v>9.6549999999999994</c:v>
                </c:pt>
                <c:pt idx="24">
                  <c:v>11.23</c:v>
                </c:pt>
                <c:pt idx="25">
                  <c:v>13.06</c:v>
                </c:pt>
                <c:pt idx="26">
                  <c:v>15.18</c:v>
                </c:pt>
                <c:pt idx="27">
                  <c:v>17.66</c:v>
                </c:pt>
                <c:pt idx="28">
                  <c:v>20.53</c:v>
                </c:pt>
                <c:pt idx="29">
                  <c:v>23.88</c:v>
                </c:pt>
                <c:pt idx="30">
                  <c:v>27.77</c:v>
                </c:pt>
                <c:pt idx="31">
                  <c:v>32.299999999999997</c:v>
                </c:pt>
                <c:pt idx="32">
                  <c:v>37.56</c:v>
                </c:pt>
                <c:pt idx="33">
                  <c:v>43.68</c:v>
                </c:pt>
                <c:pt idx="34">
                  <c:v>50.79</c:v>
                </c:pt>
                <c:pt idx="35">
                  <c:v>59.07</c:v>
                </c:pt>
                <c:pt idx="36">
                  <c:v>68.69</c:v>
                </c:pt>
                <c:pt idx="37">
                  <c:v>79.88</c:v>
                </c:pt>
                <c:pt idx="38">
                  <c:v>92.89</c:v>
                </c:pt>
                <c:pt idx="39">
                  <c:v>108</c:v>
                </c:pt>
                <c:pt idx="40">
                  <c:v>125.6</c:v>
                </c:pt>
                <c:pt idx="41">
                  <c:v>146.1</c:v>
                </c:pt>
                <c:pt idx="42">
                  <c:v>169.9</c:v>
                </c:pt>
                <c:pt idx="43">
                  <c:v>197.6</c:v>
                </c:pt>
                <c:pt idx="44">
                  <c:v>229.8</c:v>
                </c:pt>
                <c:pt idx="45">
                  <c:v>267.2</c:v>
                </c:pt>
                <c:pt idx="46">
                  <c:v>310.7</c:v>
                </c:pt>
                <c:pt idx="47">
                  <c:v>361.3</c:v>
                </c:pt>
                <c:pt idx="48">
                  <c:v>420.2</c:v>
                </c:pt>
                <c:pt idx="49">
                  <c:v>488.7</c:v>
                </c:pt>
                <c:pt idx="50">
                  <c:v>568.29999999999995</c:v>
                </c:pt>
                <c:pt idx="51">
                  <c:v>660.9</c:v>
                </c:pt>
                <c:pt idx="52">
                  <c:v>768.5</c:v>
                </c:pt>
                <c:pt idx="53">
                  <c:v>893.8</c:v>
                </c:pt>
                <c:pt idx="54">
                  <c:v>1039</c:v>
                </c:pt>
                <c:pt idx="55">
                  <c:v>1209</c:v>
                </c:pt>
                <c:pt idx="56">
                  <c:v>1406</c:v>
                </c:pt>
                <c:pt idx="57">
                  <c:v>1635</c:v>
                </c:pt>
                <c:pt idx="58">
                  <c:v>1901</c:v>
                </c:pt>
                <c:pt idx="59">
                  <c:v>2211</c:v>
                </c:pt>
                <c:pt idx="60">
                  <c:v>2571</c:v>
                </c:pt>
                <c:pt idx="61">
                  <c:v>2990</c:v>
                </c:pt>
                <c:pt idx="62">
                  <c:v>3477</c:v>
                </c:pt>
                <c:pt idx="63">
                  <c:v>4043</c:v>
                </c:pt>
                <c:pt idx="64">
                  <c:v>4702</c:v>
                </c:pt>
                <c:pt idx="65">
                  <c:v>5468</c:v>
                </c:pt>
                <c:pt idx="66">
                  <c:v>6358</c:v>
                </c:pt>
                <c:pt idx="67">
                  <c:v>7394</c:v>
                </c:pt>
                <c:pt idx="68">
                  <c:v>8599</c:v>
                </c:pt>
                <c:pt idx="69" formatCode="0.00E+00">
                  <c:v>10000</c:v>
                </c:pt>
              </c:numCache>
            </c:numRef>
          </c:xVal>
          <c:yVal>
            <c:numRef>
              <c:f>'2.3'!$U$2:$U$71</c:f>
              <c:numCache>
                <c:formatCode>General</c:formatCode>
                <c:ptCount val="70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31.132000000000001</c:v>
                </c:pt>
                <c:pt idx="46">
                  <c:v>38.51</c:v>
                </c:pt>
                <c:pt idx="47">
                  <c:v>22.756666666666664</c:v>
                </c:pt>
                <c:pt idx="48">
                  <c:v>7.6000000000000005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1-91E7-4F17-90C3-C735FE48EF45}"/>
            </c:ext>
          </c:extLst>
        </c:ser>
        <c:ser>
          <c:idx val="2"/>
          <c:order val="2"/>
          <c:tx>
            <c:strRef>
              <c:f>'2.3'!$V$1</c:f>
              <c:strCache>
                <c:ptCount val="1"/>
                <c:pt idx="0">
                  <c:v>R3</c:v>
                </c:pt>
              </c:strCache>
            </c:strRef>
          </c:tx>
          <c:spPr>
            <a:ln w="31750" cap="rnd">
              <a:solidFill>
                <a:srgbClr val="000000"/>
              </a:solidFill>
              <a:prstDash val="sysDot"/>
              <a:round/>
            </a:ln>
            <a:effectLst/>
          </c:spPr>
          <c:marker>
            <c:symbol val="none"/>
          </c:marker>
          <c:xVal>
            <c:numRef>
              <c:f>'2.3'!$S$2:$S$71</c:f>
              <c:numCache>
                <c:formatCode>General</c:formatCode>
                <c:ptCount val="70"/>
                <c:pt idx="0">
                  <c:v>0.3</c:v>
                </c:pt>
                <c:pt idx="1">
                  <c:v>0.34889999999999999</c:v>
                </c:pt>
                <c:pt idx="2">
                  <c:v>0.40570000000000001</c:v>
                </c:pt>
                <c:pt idx="3">
                  <c:v>0.4718</c:v>
                </c:pt>
                <c:pt idx="4">
                  <c:v>0.54869999999999997</c:v>
                </c:pt>
                <c:pt idx="5">
                  <c:v>0.6381</c:v>
                </c:pt>
                <c:pt idx="6">
                  <c:v>0.74199999999999999</c:v>
                </c:pt>
                <c:pt idx="7">
                  <c:v>0.8629</c:v>
                </c:pt>
                <c:pt idx="8">
                  <c:v>1.0029999999999999</c:v>
                </c:pt>
                <c:pt idx="9">
                  <c:v>1.167</c:v>
                </c:pt>
                <c:pt idx="10">
                  <c:v>1.357</c:v>
                </c:pt>
                <c:pt idx="11">
                  <c:v>1.5780000000000001</c:v>
                </c:pt>
                <c:pt idx="12">
                  <c:v>1.835</c:v>
                </c:pt>
                <c:pt idx="13">
                  <c:v>2.1339999999999999</c:v>
                </c:pt>
                <c:pt idx="14">
                  <c:v>2.4820000000000002</c:v>
                </c:pt>
                <c:pt idx="15">
                  <c:v>2.8860000000000001</c:v>
                </c:pt>
                <c:pt idx="16">
                  <c:v>3.3570000000000002</c:v>
                </c:pt>
                <c:pt idx="17">
                  <c:v>3.903</c:v>
                </c:pt>
                <c:pt idx="18">
                  <c:v>4.5389999999999997</c:v>
                </c:pt>
                <c:pt idx="19">
                  <c:v>5.2789999999999999</c:v>
                </c:pt>
                <c:pt idx="20">
                  <c:v>6.1390000000000002</c:v>
                </c:pt>
                <c:pt idx="21">
                  <c:v>7.1390000000000002</c:v>
                </c:pt>
                <c:pt idx="22">
                  <c:v>8.3019999999999996</c:v>
                </c:pt>
                <c:pt idx="23">
                  <c:v>9.6549999999999994</c:v>
                </c:pt>
                <c:pt idx="24">
                  <c:v>11.23</c:v>
                </c:pt>
                <c:pt idx="25">
                  <c:v>13.06</c:v>
                </c:pt>
                <c:pt idx="26">
                  <c:v>15.18</c:v>
                </c:pt>
                <c:pt idx="27">
                  <c:v>17.66</c:v>
                </c:pt>
                <c:pt idx="28">
                  <c:v>20.53</c:v>
                </c:pt>
                <c:pt idx="29">
                  <c:v>23.88</c:v>
                </c:pt>
                <c:pt idx="30">
                  <c:v>27.77</c:v>
                </c:pt>
                <c:pt idx="31">
                  <c:v>32.299999999999997</c:v>
                </c:pt>
                <c:pt idx="32">
                  <c:v>37.56</c:v>
                </c:pt>
                <c:pt idx="33">
                  <c:v>43.68</c:v>
                </c:pt>
                <c:pt idx="34">
                  <c:v>50.79</c:v>
                </c:pt>
                <c:pt idx="35">
                  <c:v>59.07</c:v>
                </c:pt>
                <c:pt idx="36">
                  <c:v>68.69</c:v>
                </c:pt>
                <c:pt idx="37">
                  <c:v>79.88</c:v>
                </c:pt>
                <c:pt idx="38">
                  <c:v>92.89</c:v>
                </c:pt>
                <c:pt idx="39">
                  <c:v>108</c:v>
                </c:pt>
                <c:pt idx="40">
                  <c:v>125.6</c:v>
                </c:pt>
                <c:pt idx="41">
                  <c:v>146.1</c:v>
                </c:pt>
                <c:pt idx="42">
                  <c:v>169.9</c:v>
                </c:pt>
                <c:pt idx="43">
                  <c:v>197.6</c:v>
                </c:pt>
                <c:pt idx="44">
                  <c:v>229.8</c:v>
                </c:pt>
                <c:pt idx="45">
                  <c:v>267.2</c:v>
                </c:pt>
                <c:pt idx="46">
                  <c:v>310.7</c:v>
                </c:pt>
                <c:pt idx="47">
                  <c:v>361.3</c:v>
                </c:pt>
                <c:pt idx="48">
                  <c:v>420.2</c:v>
                </c:pt>
                <c:pt idx="49">
                  <c:v>488.7</c:v>
                </c:pt>
                <c:pt idx="50">
                  <c:v>568.29999999999995</c:v>
                </c:pt>
                <c:pt idx="51">
                  <c:v>660.9</c:v>
                </c:pt>
                <c:pt idx="52">
                  <c:v>768.5</c:v>
                </c:pt>
                <c:pt idx="53">
                  <c:v>893.8</c:v>
                </c:pt>
                <c:pt idx="54">
                  <c:v>1039</c:v>
                </c:pt>
                <c:pt idx="55">
                  <c:v>1209</c:v>
                </c:pt>
                <c:pt idx="56">
                  <c:v>1406</c:v>
                </c:pt>
                <c:pt idx="57">
                  <c:v>1635</c:v>
                </c:pt>
                <c:pt idx="58">
                  <c:v>1901</c:v>
                </c:pt>
                <c:pt idx="59">
                  <c:v>2211</c:v>
                </c:pt>
                <c:pt idx="60">
                  <c:v>2571</c:v>
                </c:pt>
                <c:pt idx="61">
                  <c:v>2990</c:v>
                </c:pt>
                <c:pt idx="62">
                  <c:v>3477</c:v>
                </c:pt>
                <c:pt idx="63">
                  <c:v>4043</c:v>
                </c:pt>
                <c:pt idx="64">
                  <c:v>4702</c:v>
                </c:pt>
                <c:pt idx="65">
                  <c:v>5468</c:v>
                </c:pt>
                <c:pt idx="66">
                  <c:v>6358</c:v>
                </c:pt>
                <c:pt idx="67">
                  <c:v>7394</c:v>
                </c:pt>
                <c:pt idx="68">
                  <c:v>8599</c:v>
                </c:pt>
                <c:pt idx="69" formatCode="0.00E+00">
                  <c:v>10000</c:v>
                </c:pt>
              </c:numCache>
            </c:numRef>
          </c:xVal>
          <c:yVal>
            <c:numRef>
              <c:f>'2.3'!$V$2:$V$71</c:f>
              <c:numCache>
                <c:formatCode>General</c:formatCode>
                <c:ptCount val="70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8.6433333333333326</c:v>
                </c:pt>
                <c:pt idx="39">
                  <c:v>24.689999999999998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4.0666666666666664</c:v>
                </c:pt>
                <c:pt idx="44">
                  <c:v>29.266666666666666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7.6700000000000008</c:v>
                </c:pt>
                <c:pt idx="49">
                  <c:v>21.080000000000002</c:v>
                </c:pt>
                <c:pt idx="50">
                  <c:v>4.583333333333333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2-91E7-4F17-90C3-C735FE48EF4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707299183"/>
        <c:axId val="707299663"/>
      </c:scatterChart>
      <c:valAx>
        <c:axId val="707299183"/>
        <c:scaling>
          <c:logBase val="10"/>
          <c:orientation val="minMax"/>
          <c:min val="10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ysClr val="windowText" lastClr="000000"/>
                </a:solidFill>
                <a:latin typeface="Avenir LT Std 45 Book" panose="020B0502020203020204" pitchFamily="34" charset="0"/>
                <a:ea typeface="+mn-ea"/>
                <a:cs typeface="+mn-cs"/>
              </a:defRPr>
            </a:pPr>
            <a:endParaRPr lang="en-US"/>
          </a:p>
        </c:txPr>
        <c:crossAx val="707299663"/>
        <c:crosses val="autoZero"/>
        <c:crossBetween val="midCat"/>
      </c:valAx>
      <c:valAx>
        <c:axId val="707299663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707299183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53210969748547898"/>
          <c:y val="0.15605275273859268"/>
          <c:w val="0.33391783201891478"/>
          <c:h val="0.28618332837103622"/>
        </c:manualLayout>
      </c:layout>
      <c:overlay val="1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600" b="0" i="0" u="none" strike="noStrike" kern="1200" baseline="0">
              <a:solidFill>
                <a:sysClr val="windowText" lastClr="000000"/>
              </a:solidFill>
              <a:latin typeface="Avenir LT Std 45 Book" panose="020B0502020203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600">
          <a:solidFill>
            <a:sysClr val="windowText" lastClr="000000"/>
          </a:solidFill>
          <a:latin typeface="Avenir LT Std 45 Book" panose="020B0502020203020204" pitchFamily="34" charset="0"/>
        </a:defRPr>
      </a:pPr>
      <a:endParaRPr lang="en-US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smoothMarker"/>
        <c:varyColors val="0"/>
        <c:ser>
          <c:idx val="0"/>
          <c:order val="0"/>
          <c:tx>
            <c:strRef>
              <c:f>'0.7'!$T$1</c:f>
              <c:strCache>
                <c:ptCount val="1"/>
                <c:pt idx="0">
                  <c:v>R1</c:v>
                </c:pt>
              </c:strCache>
            </c:strRef>
          </c:tx>
          <c:spPr>
            <a:ln w="31750" cap="rnd">
              <a:solidFill>
                <a:srgbClr val="E40D0D"/>
              </a:solidFill>
              <a:round/>
            </a:ln>
            <a:effectLst/>
          </c:spPr>
          <c:marker>
            <c:symbol val="none"/>
          </c:marker>
          <c:xVal>
            <c:numRef>
              <c:f>'0.7'!$S$2:$S$71</c:f>
              <c:numCache>
                <c:formatCode>General</c:formatCode>
                <c:ptCount val="70"/>
                <c:pt idx="0">
                  <c:v>0.3</c:v>
                </c:pt>
                <c:pt idx="1">
                  <c:v>0.34889999999999999</c:v>
                </c:pt>
                <c:pt idx="2">
                  <c:v>0.40570000000000001</c:v>
                </c:pt>
                <c:pt idx="3">
                  <c:v>0.4718</c:v>
                </c:pt>
                <c:pt idx="4">
                  <c:v>0.54869999999999997</c:v>
                </c:pt>
                <c:pt idx="5">
                  <c:v>0.6381</c:v>
                </c:pt>
                <c:pt idx="6">
                  <c:v>0.74199999999999999</c:v>
                </c:pt>
                <c:pt idx="7">
                  <c:v>0.8629</c:v>
                </c:pt>
                <c:pt idx="8">
                  <c:v>1.0029999999999999</c:v>
                </c:pt>
                <c:pt idx="9">
                  <c:v>1.167</c:v>
                </c:pt>
                <c:pt idx="10">
                  <c:v>1.357</c:v>
                </c:pt>
                <c:pt idx="11">
                  <c:v>1.5780000000000001</c:v>
                </c:pt>
                <c:pt idx="12">
                  <c:v>1.835</c:v>
                </c:pt>
                <c:pt idx="13">
                  <c:v>2.1339999999999999</c:v>
                </c:pt>
                <c:pt idx="14">
                  <c:v>2.4820000000000002</c:v>
                </c:pt>
                <c:pt idx="15">
                  <c:v>2.8860000000000001</c:v>
                </c:pt>
                <c:pt idx="16">
                  <c:v>3.3570000000000002</c:v>
                </c:pt>
                <c:pt idx="17">
                  <c:v>3.903</c:v>
                </c:pt>
                <c:pt idx="18">
                  <c:v>4.5389999999999997</c:v>
                </c:pt>
                <c:pt idx="19">
                  <c:v>5.2789999999999999</c:v>
                </c:pt>
                <c:pt idx="20">
                  <c:v>6.1390000000000002</c:v>
                </c:pt>
                <c:pt idx="21">
                  <c:v>7.1390000000000002</c:v>
                </c:pt>
                <c:pt idx="22">
                  <c:v>8.3019999999999996</c:v>
                </c:pt>
                <c:pt idx="23">
                  <c:v>9.6549999999999994</c:v>
                </c:pt>
                <c:pt idx="24">
                  <c:v>11.23</c:v>
                </c:pt>
                <c:pt idx="25">
                  <c:v>13.06</c:v>
                </c:pt>
                <c:pt idx="26">
                  <c:v>15.18</c:v>
                </c:pt>
                <c:pt idx="27">
                  <c:v>17.66</c:v>
                </c:pt>
                <c:pt idx="28">
                  <c:v>20.53</c:v>
                </c:pt>
                <c:pt idx="29">
                  <c:v>23.88</c:v>
                </c:pt>
                <c:pt idx="30">
                  <c:v>27.77</c:v>
                </c:pt>
                <c:pt idx="31">
                  <c:v>32.299999999999997</c:v>
                </c:pt>
                <c:pt idx="32">
                  <c:v>37.56</c:v>
                </c:pt>
                <c:pt idx="33">
                  <c:v>43.68</c:v>
                </c:pt>
                <c:pt idx="34">
                  <c:v>50.79</c:v>
                </c:pt>
                <c:pt idx="35">
                  <c:v>59.07</c:v>
                </c:pt>
                <c:pt idx="36">
                  <c:v>68.69</c:v>
                </c:pt>
                <c:pt idx="37">
                  <c:v>79.88</c:v>
                </c:pt>
                <c:pt idx="38">
                  <c:v>92.89</c:v>
                </c:pt>
                <c:pt idx="39">
                  <c:v>108</c:v>
                </c:pt>
                <c:pt idx="40">
                  <c:v>125.6</c:v>
                </c:pt>
                <c:pt idx="41">
                  <c:v>146.1</c:v>
                </c:pt>
                <c:pt idx="42">
                  <c:v>169.9</c:v>
                </c:pt>
                <c:pt idx="43">
                  <c:v>197.6</c:v>
                </c:pt>
                <c:pt idx="44">
                  <c:v>229.8</c:v>
                </c:pt>
                <c:pt idx="45">
                  <c:v>267.2</c:v>
                </c:pt>
                <c:pt idx="46">
                  <c:v>310.7</c:v>
                </c:pt>
                <c:pt idx="47">
                  <c:v>361.3</c:v>
                </c:pt>
                <c:pt idx="48">
                  <c:v>420.2</c:v>
                </c:pt>
                <c:pt idx="49">
                  <c:v>488.7</c:v>
                </c:pt>
                <c:pt idx="50">
                  <c:v>568.29999999999995</c:v>
                </c:pt>
                <c:pt idx="51">
                  <c:v>660.9</c:v>
                </c:pt>
                <c:pt idx="52">
                  <c:v>768.5</c:v>
                </c:pt>
                <c:pt idx="53">
                  <c:v>893.8</c:v>
                </c:pt>
                <c:pt idx="54">
                  <c:v>1039</c:v>
                </c:pt>
                <c:pt idx="55">
                  <c:v>1209</c:v>
                </c:pt>
                <c:pt idx="56">
                  <c:v>1406</c:v>
                </c:pt>
                <c:pt idx="57">
                  <c:v>1635</c:v>
                </c:pt>
                <c:pt idx="58">
                  <c:v>1901</c:v>
                </c:pt>
                <c:pt idx="59">
                  <c:v>2211</c:v>
                </c:pt>
                <c:pt idx="60">
                  <c:v>2571</c:v>
                </c:pt>
                <c:pt idx="61">
                  <c:v>2990</c:v>
                </c:pt>
                <c:pt idx="62">
                  <c:v>3477</c:v>
                </c:pt>
                <c:pt idx="63">
                  <c:v>4043</c:v>
                </c:pt>
                <c:pt idx="64">
                  <c:v>4702</c:v>
                </c:pt>
                <c:pt idx="65">
                  <c:v>5468</c:v>
                </c:pt>
                <c:pt idx="66">
                  <c:v>6358</c:v>
                </c:pt>
                <c:pt idx="67">
                  <c:v>7394</c:v>
                </c:pt>
                <c:pt idx="68">
                  <c:v>8599</c:v>
                </c:pt>
                <c:pt idx="69" formatCode="0.00E+00">
                  <c:v>10000</c:v>
                </c:pt>
              </c:numCache>
            </c:numRef>
          </c:xVal>
          <c:yVal>
            <c:numRef>
              <c:f>'0.7'!$T$2:$T$71</c:f>
              <c:numCache>
                <c:formatCode>General</c:formatCode>
                <c:ptCount val="70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21.343333333333334</c:v>
                </c:pt>
                <c:pt idx="46">
                  <c:v>67.153333333333336</c:v>
                </c:pt>
                <c:pt idx="47">
                  <c:v>11.503333333333336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C4E6-406B-A94E-40F2420A2985}"/>
            </c:ext>
          </c:extLst>
        </c:ser>
        <c:ser>
          <c:idx val="1"/>
          <c:order val="1"/>
          <c:tx>
            <c:strRef>
              <c:f>'0.7'!$U$1</c:f>
              <c:strCache>
                <c:ptCount val="1"/>
                <c:pt idx="0">
                  <c:v>R2</c:v>
                </c:pt>
              </c:strCache>
            </c:strRef>
          </c:tx>
          <c:spPr>
            <a:ln w="31750" cap="rnd">
              <a:solidFill>
                <a:srgbClr val="E40D0D"/>
              </a:solidFill>
              <a:prstDash val="dash"/>
              <a:round/>
            </a:ln>
            <a:effectLst/>
          </c:spPr>
          <c:marker>
            <c:symbol val="none"/>
          </c:marker>
          <c:xVal>
            <c:numRef>
              <c:f>'0.7'!$S$2:$S$71</c:f>
              <c:numCache>
                <c:formatCode>General</c:formatCode>
                <c:ptCount val="70"/>
                <c:pt idx="0">
                  <c:v>0.3</c:v>
                </c:pt>
                <c:pt idx="1">
                  <c:v>0.34889999999999999</c:v>
                </c:pt>
                <c:pt idx="2">
                  <c:v>0.40570000000000001</c:v>
                </c:pt>
                <c:pt idx="3">
                  <c:v>0.4718</c:v>
                </c:pt>
                <c:pt idx="4">
                  <c:v>0.54869999999999997</c:v>
                </c:pt>
                <c:pt idx="5">
                  <c:v>0.6381</c:v>
                </c:pt>
                <c:pt idx="6">
                  <c:v>0.74199999999999999</c:v>
                </c:pt>
                <c:pt idx="7">
                  <c:v>0.8629</c:v>
                </c:pt>
                <c:pt idx="8">
                  <c:v>1.0029999999999999</c:v>
                </c:pt>
                <c:pt idx="9">
                  <c:v>1.167</c:v>
                </c:pt>
                <c:pt idx="10">
                  <c:v>1.357</c:v>
                </c:pt>
                <c:pt idx="11">
                  <c:v>1.5780000000000001</c:v>
                </c:pt>
                <c:pt idx="12">
                  <c:v>1.835</c:v>
                </c:pt>
                <c:pt idx="13">
                  <c:v>2.1339999999999999</c:v>
                </c:pt>
                <c:pt idx="14">
                  <c:v>2.4820000000000002</c:v>
                </c:pt>
                <c:pt idx="15">
                  <c:v>2.8860000000000001</c:v>
                </c:pt>
                <c:pt idx="16">
                  <c:v>3.3570000000000002</c:v>
                </c:pt>
                <c:pt idx="17">
                  <c:v>3.903</c:v>
                </c:pt>
                <c:pt idx="18">
                  <c:v>4.5389999999999997</c:v>
                </c:pt>
                <c:pt idx="19">
                  <c:v>5.2789999999999999</c:v>
                </c:pt>
                <c:pt idx="20">
                  <c:v>6.1390000000000002</c:v>
                </c:pt>
                <c:pt idx="21">
                  <c:v>7.1390000000000002</c:v>
                </c:pt>
                <c:pt idx="22">
                  <c:v>8.3019999999999996</c:v>
                </c:pt>
                <c:pt idx="23">
                  <c:v>9.6549999999999994</c:v>
                </c:pt>
                <c:pt idx="24">
                  <c:v>11.23</c:v>
                </c:pt>
                <c:pt idx="25">
                  <c:v>13.06</c:v>
                </c:pt>
                <c:pt idx="26">
                  <c:v>15.18</c:v>
                </c:pt>
                <c:pt idx="27">
                  <c:v>17.66</c:v>
                </c:pt>
                <c:pt idx="28">
                  <c:v>20.53</c:v>
                </c:pt>
                <c:pt idx="29">
                  <c:v>23.88</c:v>
                </c:pt>
                <c:pt idx="30">
                  <c:v>27.77</c:v>
                </c:pt>
                <c:pt idx="31">
                  <c:v>32.299999999999997</c:v>
                </c:pt>
                <c:pt idx="32">
                  <c:v>37.56</c:v>
                </c:pt>
                <c:pt idx="33">
                  <c:v>43.68</c:v>
                </c:pt>
                <c:pt idx="34">
                  <c:v>50.79</c:v>
                </c:pt>
                <c:pt idx="35">
                  <c:v>59.07</c:v>
                </c:pt>
                <c:pt idx="36">
                  <c:v>68.69</c:v>
                </c:pt>
                <c:pt idx="37">
                  <c:v>79.88</c:v>
                </c:pt>
                <c:pt idx="38">
                  <c:v>92.89</c:v>
                </c:pt>
                <c:pt idx="39">
                  <c:v>108</c:v>
                </c:pt>
                <c:pt idx="40">
                  <c:v>125.6</c:v>
                </c:pt>
                <c:pt idx="41">
                  <c:v>146.1</c:v>
                </c:pt>
                <c:pt idx="42">
                  <c:v>169.9</c:v>
                </c:pt>
                <c:pt idx="43">
                  <c:v>197.6</c:v>
                </c:pt>
                <c:pt idx="44">
                  <c:v>229.8</c:v>
                </c:pt>
                <c:pt idx="45">
                  <c:v>267.2</c:v>
                </c:pt>
                <c:pt idx="46">
                  <c:v>310.7</c:v>
                </c:pt>
                <c:pt idx="47">
                  <c:v>361.3</c:v>
                </c:pt>
                <c:pt idx="48">
                  <c:v>420.2</c:v>
                </c:pt>
                <c:pt idx="49">
                  <c:v>488.7</c:v>
                </c:pt>
                <c:pt idx="50">
                  <c:v>568.29999999999995</c:v>
                </c:pt>
                <c:pt idx="51">
                  <c:v>660.9</c:v>
                </c:pt>
                <c:pt idx="52">
                  <c:v>768.5</c:v>
                </c:pt>
                <c:pt idx="53">
                  <c:v>893.8</c:v>
                </c:pt>
                <c:pt idx="54">
                  <c:v>1039</c:v>
                </c:pt>
                <c:pt idx="55">
                  <c:v>1209</c:v>
                </c:pt>
                <c:pt idx="56">
                  <c:v>1406</c:v>
                </c:pt>
                <c:pt idx="57">
                  <c:v>1635</c:v>
                </c:pt>
                <c:pt idx="58">
                  <c:v>1901</c:v>
                </c:pt>
                <c:pt idx="59">
                  <c:v>2211</c:v>
                </c:pt>
                <c:pt idx="60">
                  <c:v>2571</c:v>
                </c:pt>
                <c:pt idx="61">
                  <c:v>2990</c:v>
                </c:pt>
                <c:pt idx="62">
                  <c:v>3477</c:v>
                </c:pt>
                <c:pt idx="63">
                  <c:v>4043</c:v>
                </c:pt>
                <c:pt idx="64">
                  <c:v>4702</c:v>
                </c:pt>
                <c:pt idx="65">
                  <c:v>5468</c:v>
                </c:pt>
                <c:pt idx="66">
                  <c:v>6358</c:v>
                </c:pt>
                <c:pt idx="67">
                  <c:v>7394</c:v>
                </c:pt>
                <c:pt idx="68">
                  <c:v>8599</c:v>
                </c:pt>
                <c:pt idx="69" formatCode="0.00E+00">
                  <c:v>10000</c:v>
                </c:pt>
              </c:numCache>
            </c:numRef>
          </c:xVal>
          <c:yVal>
            <c:numRef>
              <c:f>'0.7'!$U$2:$U$71</c:f>
              <c:numCache>
                <c:formatCode>General</c:formatCode>
                <c:ptCount val="70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0.96933333333333327</c:v>
                </c:pt>
                <c:pt idx="47">
                  <c:v>11.473666666666666</c:v>
                </c:pt>
                <c:pt idx="48">
                  <c:v>27.51</c:v>
                </c:pt>
                <c:pt idx="49">
                  <c:v>32.583333333333336</c:v>
                </c:pt>
                <c:pt idx="50">
                  <c:v>21.556666666666668</c:v>
                </c:pt>
                <c:pt idx="51">
                  <c:v>5.9073333333333338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1-C4E6-406B-A94E-40F2420A2985}"/>
            </c:ext>
          </c:extLst>
        </c:ser>
        <c:ser>
          <c:idx val="2"/>
          <c:order val="2"/>
          <c:tx>
            <c:strRef>
              <c:f>'0.7'!$V$1</c:f>
              <c:strCache>
                <c:ptCount val="1"/>
                <c:pt idx="0">
                  <c:v>R3</c:v>
                </c:pt>
              </c:strCache>
            </c:strRef>
          </c:tx>
          <c:spPr>
            <a:ln w="31750" cap="rnd">
              <a:solidFill>
                <a:srgbClr val="E40D0D"/>
              </a:solidFill>
              <a:prstDash val="sysDot"/>
              <a:round/>
            </a:ln>
            <a:effectLst/>
          </c:spPr>
          <c:marker>
            <c:symbol val="none"/>
          </c:marker>
          <c:xVal>
            <c:numRef>
              <c:f>'0.7'!$S$2:$S$71</c:f>
              <c:numCache>
                <c:formatCode>General</c:formatCode>
                <c:ptCount val="70"/>
                <c:pt idx="0">
                  <c:v>0.3</c:v>
                </c:pt>
                <c:pt idx="1">
                  <c:v>0.34889999999999999</c:v>
                </c:pt>
                <c:pt idx="2">
                  <c:v>0.40570000000000001</c:v>
                </c:pt>
                <c:pt idx="3">
                  <c:v>0.4718</c:v>
                </c:pt>
                <c:pt idx="4">
                  <c:v>0.54869999999999997</c:v>
                </c:pt>
                <c:pt idx="5">
                  <c:v>0.6381</c:v>
                </c:pt>
                <c:pt idx="6">
                  <c:v>0.74199999999999999</c:v>
                </c:pt>
                <c:pt idx="7">
                  <c:v>0.8629</c:v>
                </c:pt>
                <c:pt idx="8">
                  <c:v>1.0029999999999999</c:v>
                </c:pt>
                <c:pt idx="9">
                  <c:v>1.167</c:v>
                </c:pt>
                <c:pt idx="10">
                  <c:v>1.357</c:v>
                </c:pt>
                <c:pt idx="11">
                  <c:v>1.5780000000000001</c:v>
                </c:pt>
                <c:pt idx="12">
                  <c:v>1.835</c:v>
                </c:pt>
                <c:pt idx="13">
                  <c:v>2.1339999999999999</c:v>
                </c:pt>
                <c:pt idx="14">
                  <c:v>2.4820000000000002</c:v>
                </c:pt>
                <c:pt idx="15">
                  <c:v>2.8860000000000001</c:v>
                </c:pt>
                <c:pt idx="16">
                  <c:v>3.3570000000000002</c:v>
                </c:pt>
                <c:pt idx="17">
                  <c:v>3.903</c:v>
                </c:pt>
                <c:pt idx="18">
                  <c:v>4.5389999999999997</c:v>
                </c:pt>
                <c:pt idx="19">
                  <c:v>5.2789999999999999</c:v>
                </c:pt>
                <c:pt idx="20">
                  <c:v>6.1390000000000002</c:v>
                </c:pt>
                <c:pt idx="21">
                  <c:v>7.1390000000000002</c:v>
                </c:pt>
                <c:pt idx="22">
                  <c:v>8.3019999999999996</c:v>
                </c:pt>
                <c:pt idx="23">
                  <c:v>9.6549999999999994</c:v>
                </c:pt>
                <c:pt idx="24">
                  <c:v>11.23</c:v>
                </c:pt>
                <c:pt idx="25">
                  <c:v>13.06</c:v>
                </c:pt>
                <c:pt idx="26">
                  <c:v>15.18</c:v>
                </c:pt>
                <c:pt idx="27">
                  <c:v>17.66</c:v>
                </c:pt>
                <c:pt idx="28">
                  <c:v>20.53</c:v>
                </c:pt>
                <c:pt idx="29">
                  <c:v>23.88</c:v>
                </c:pt>
                <c:pt idx="30">
                  <c:v>27.77</c:v>
                </c:pt>
                <c:pt idx="31">
                  <c:v>32.299999999999997</c:v>
                </c:pt>
                <c:pt idx="32">
                  <c:v>37.56</c:v>
                </c:pt>
                <c:pt idx="33">
                  <c:v>43.68</c:v>
                </c:pt>
                <c:pt idx="34">
                  <c:v>50.79</c:v>
                </c:pt>
                <c:pt idx="35">
                  <c:v>59.07</c:v>
                </c:pt>
                <c:pt idx="36">
                  <c:v>68.69</c:v>
                </c:pt>
                <c:pt idx="37">
                  <c:v>79.88</c:v>
                </c:pt>
                <c:pt idx="38">
                  <c:v>92.89</c:v>
                </c:pt>
                <c:pt idx="39">
                  <c:v>108</c:v>
                </c:pt>
                <c:pt idx="40">
                  <c:v>125.6</c:v>
                </c:pt>
                <c:pt idx="41">
                  <c:v>146.1</c:v>
                </c:pt>
                <c:pt idx="42">
                  <c:v>169.9</c:v>
                </c:pt>
                <c:pt idx="43">
                  <c:v>197.6</c:v>
                </c:pt>
                <c:pt idx="44">
                  <c:v>229.8</c:v>
                </c:pt>
                <c:pt idx="45">
                  <c:v>267.2</c:v>
                </c:pt>
                <c:pt idx="46">
                  <c:v>310.7</c:v>
                </c:pt>
                <c:pt idx="47">
                  <c:v>361.3</c:v>
                </c:pt>
                <c:pt idx="48">
                  <c:v>420.2</c:v>
                </c:pt>
                <c:pt idx="49">
                  <c:v>488.7</c:v>
                </c:pt>
                <c:pt idx="50">
                  <c:v>568.29999999999995</c:v>
                </c:pt>
                <c:pt idx="51">
                  <c:v>660.9</c:v>
                </c:pt>
                <c:pt idx="52">
                  <c:v>768.5</c:v>
                </c:pt>
                <c:pt idx="53">
                  <c:v>893.8</c:v>
                </c:pt>
                <c:pt idx="54">
                  <c:v>1039</c:v>
                </c:pt>
                <c:pt idx="55">
                  <c:v>1209</c:v>
                </c:pt>
                <c:pt idx="56">
                  <c:v>1406</c:v>
                </c:pt>
                <c:pt idx="57">
                  <c:v>1635</c:v>
                </c:pt>
                <c:pt idx="58">
                  <c:v>1901</c:v>
                </c:pt>
                <c:pt idx="59">
                  <c:v>2211</c:v>
                </c:pt>
                <c:pt idx="60">
                  <c:v>2571</c:v>
                </c:pt>
                <c:pt idx="61">
                  <c:v>2990</c:v>
                </c:pt>
                <c:pt idx="62">
                  <c:v>3477</c:v>
                </c:pt>
                <c:pt idx="63">
                  <c:v>4043</c:v>
                </c:pt>
                <c:pt idx="64">
                  <c:v>4702</c:v>
                </c:pt>
                <c:pt idx="65">
                  <c:v>5468</c:v>
                </c:pt>
                <c:pt idx="66">
                  <c:v>6358</c:v>
                </c:pt>
                <c:pt idx="67">
                  <c:v>7394</c:v>
                </c:pt>
                <c:pt idx="68">
                  <c:v>8599</c:v>
                </c:pt>
                <c:pt idx="69" formatCode="0.00E+00">
                  <c:v>10000</c:v>
                </c:pt>
              </c:numCache>
            </c:numRef>
          </c:xVal>
          <c:yVal>
            <c:numRef>
              <c:f>'0.7'!$V$2:$V$71</c:f>
              <c:numCache>
                <c:formatCode>General</c:formatCode>
                <c:ptCount val="70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7.2600000000000007</c:v>
                </c:pt>
                <c:pt idx="53">
                  <c:v>19.037333333333333</c:v>
                </c:pt>
                <c:pt idx="54">
                  <c:v>24.671666666666667</c:v>
                </c:pt>
                <c:pt idx="55">
                  <c:v>18.493333333333332</c:v>
                </c:pt>
                <c:pt idx="56">
                  <c:v>13.636666666666665</c:v>
                </c:pt>
                <c:pt idx="57">
                  <c:v>7.1499999999999995</c:v>
                </c:pt>
                <c:pt idx="58">
                  <c:v>5.4899999999999993</c:v>
                </c:pt>
                <c:pt idx="59">
                  <c:v>3.1329999999999996</c:v>
                </c:pt>
                <c:pt idx="60">
                  <c:v>1.0863333333333334</c:v>
                </c:pt>
                <c:pt idx="61">
                  <c:v>4.4833333333333336E-2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2-C4E6-406B-A94E-40F2420A29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707299183"/>
        <c:axId val="707299663"/>
      </c:scatterChart>
      <c:valAx>
        <c:axId val="707299183"/>
        <c:scaling>
          <c:logBase val="10"/>
          <c:orientation val="minMax"/>
          <c:min val="10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ysClr val="windowText" lastClr="000000"/>
                </a:solidFill>
                <a:latin typeface="Avenir LT Std 45 Book" panose="020B0502020203020204" pitchFamily="34" charset="0"/>
                <a:ea typeface="+mn-ea"/>
                <a:cs typeface="+mn-cs"/>
              </a:defRPr>
            </a:pPr>
            <a:endParaRPr lang="en-US"/>
          </a:p>
        </c:txPr>
        <c:crossAx val="707299663"/>
        <c:crosses val="autoZero"/>
        <c:crossBetween val="midCat"/>
      </c:valAx>
      <c:valAx>
        <c:axId val="707299663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707299183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49962333728029817"/>
          <c:y val="0.18605744540164795"/>
          <c:w val="0.33716646803943279"/>
          <c:h val="0.28283114357156841"/>
        </c:manualLayout>
      </c:layout>
      <c:overlay val="1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600" b="0" i="0" u="none" strike="noStrike" kern="1200" baseline="0">
              <a:solidFill>
                <a:sysClr val="windowText" lastClr="000000"/>
              </a:solidFill>
              <a:latin typeface="Avenir LT Std 45 Book" panose="020B0502020203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600">
          <a:solidFill>
            <a:sysClr val="windowText" lastClr="000000"/>
          </a:solidFill>
          <a:latin typeface="Avenir LT Std 45 Book" panose="020B0502020203020204" pitchFamily="34" charset="0"/>
        </a:defRPr>
      </a:pPr>
      <a:endParaRPr lang="en-US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smoothMarker"/>
        <c:varyColors val="0"/>
        <c:ser>
          <c:idx val="0"/>
          <c:order val="0"/>
          <c:tx>
            <c:strRef>
              <c:f>'0.3'!$T$1</c:f>
              <c:strCache>
                <c:ptCount val="1"/>
                <c:pt idx="0">
                  <c:v>R1</c:v>
                </c:pt>
              </c:strCache>
            </c:strRef>
          </c:tx>
          <c:spPr>
            <a:ln w="31750" cap="rnd">
              <a:solidFill>
                <a:srgbClr val="14D446"/>
              </a:solidFill>
              <a:round/>
            </a:ln>
            <a:effectLst/>
          </c:spPr>
          <c:marker>
            <c:symbol val="none"/>
          </c:marker>
          <c:xVal>
            <c:numRef>
              <c:f>'0.3'!$S$2:$S$71</c:f>
              <c:numCache>
                <c:formatCode>General</c:formatCode>
                <c:ptCount val="70"/>
                <c:pt idx="0">
                  <c:v>0.3</c:v>
                </c:pt>
                <c:pt idx="1">
                  <c:v>0.34889999999999999</c:v>
                </c:pt>
                <c:pt idx="2">
                  <c:v>0.40570000000000001</c:v>
                </c:pt>
                <c:pt idx="3">
                  <c:v>0.4718</c:v>
                </c:pt>
                <c:pt idx="4">
                  <c:v>0.54869999999999997</c:v>
                </c:pt>
                <c:pt idx="5">
                  <c:v>0.6381</c:v>
                </c:pt>
                <c:pt idx="6">
                  <c:v>0.74199999999999999</c:v>
                </c:pt>
                <c:pt idx="7">
                  <c:v>0.8629</c:v>
                </c:pt>
                <c:pt idx="8">
                  <c:v>1.0029999999999999</c:v>
                </c:pt>
                <c:pt idx="9">
                  <c:v>1.167</c:v>
                </c:pt>
                <c:pt idx="10">
                  <c:v>1.357</c:v>
                </c:pt>
                <c:pt idx="11">
                  <c:v>1.5780000000000001</c:v>
                </c:pt>
                <c:pt idx="12">
                  <c:v>1.835</c:v>
                </c:pt>
                <c:pt idx="13">
                  <c:v>2.1339999999999999</c:v>
                </c:pt>
                <c:pt idx="14">
                  <c:v>2.4820000000000002</c:v>
                </c:pt>
                <c:pt idx="15">
                  <c:v>2.8860000000000001</c:v>
                </c:pt>
                <c:pt idx="16">
                  <c:v>3.3570000000000002</c:v>
                </c:pt>
                <c:pt idx="17">
                  <c:v>3.903</c:v>
                </c:pt>
                <c:pt idx="18">
                  <c:v>4.5389999999999997</c:v>
                </c:pt>
                <c:pt idx="19">
                  <c:v>5.2789999999999999</c:v>
                </c:pt>
                <c:pt idx="20">
                  <c:v>6.1390000000000002</c:v>
                </c:pt>
                <c:pt idx="21">
                  <c:v>7.1390000000000002</c:v>
                </c:pt>
                <c:pt idx="22">
                  <c:v>8.3019999999999996</c:v>
                </c:pt>
                <c:pt idx="23">
                  <c:v>9.6549999999999994</c:v>
                </c:pt>
                <c:pt idx="24">
                  <c:v>11.23</c:v>
                </c:pt>
                <c:pt idx="25">
                  <c:v>13.06</c:v>
                </c:pt>
                <c:pt idx="26">
                  <c:v>15.18</c:v>
                </c:pt>
                <c:pt idx="27">
                  <c:v>17.66</c:v>
                </c:pt>
                <c:pt idx="28">
                  <c:v>20.53</c:v>
                </c:pt>
                <c:pt idx="29">
                  <c:v>23.88</c:v>
                </c:pt>
                <c:pt idx="30">
                  <c:v>27.77</c:v>
                </c:pt>
                <c:pt idx="31">
                  <c:v>32.299999999999997</c:v>
                </c:pt>
                <c:pt idx="32">
                  <c:v>37.56</c:v>
                </c:pt>
                <c:pt idx="33">
                  <c:v>43.68</c:v>
                </c:pt>
                <c:pt idx="34">
                  <c:v>50.79</c:v>
                </c:pt>
                <c:pt idx="35">
                  <c:v>59.07</c:v>
                </c:pt>
                <c:pt idx="36">
                  <c:v>68.69</c:v>
                </c:pt>
                <c:pt idx="37">
                  <c:v>79.88</c:v>
                </c:pt>
                <c:pt idx="38">
                  <c:v>92.89</c:v>
                </c:pt>
                <c:pt idx="39">
                  <c:v>108</c:v>
                </c:pt>
                <c:pt idx="40">
                  <c:v>125.6</c:v>
                </c:pt>
                <c:pt idx="41">
                  <c:v>146.1</c:v>
                </c:pt>
                <c:pt idx="42">
                  <c:v>169.9</c:v>
                </c:pt>
                <c:pt idx="43">
                  <c:v>197.6</c:v>
                </c:pt>
                <c:pt idx="44">
                  <c:v>229.8</c:v>
                </c:pt>
                <c:pt idx="45">
                  <c:v>267.2</c:v>
                </c:pt>
                <c:pt idx="46">
                  <c:v>310.7</c:v>
                </c:pt>
                <c:pt idx="47">
                  <c:v>361.3</c:v>
                </c:pt>
                <c:pt idx="48">
                  <c:v>420.2</c:v>
                </c:pt>
                <c:pt idx="49">
                  <c:v>488.7</c:v>
                </c:pt>
                <c:pt idx="50">
                  <c:v>568.29999999999995</c:v>
                </c:pt>
                <c:pt idx="51">
                  <c:v>660.9</c:v>
                </c:pt>
                <c:pt idx="52">
                  <c:v>768.5</c:v>
                </c:pt>
                <c:pt idx="53">
                  <c:v>893.8</c:v>
                </c:pt>
                <c:pt idx="54">
                  <c:v>1039</c:v>
                </c:pt>
                <c:pt idx="55">
                  <c:v>1209</c:v>
                </c:pt>
                <c:pt idx="56">
                  <c:v>1406</c:v>
                </c:pt>
                <c:pt idx="57">
                  <c:v>1635</c:v>
                </c:pt>
                <c:pt idx="58">
                  <c:v>1901</c:v>
                </c:pt>
                <c:pt idx="59">
                  <c:v>2211</c:v>
                </c:pt>
                <c:pt idx="60">
                  <c:v>2571</c:v>
                </c:pt>
                <c:pt idx="61">
                  <c:v>2990</c:v>
                </c:pt>
                <c:pt idx="62">
                  <c:v>3477</c:v>
                </c:pt>
                <c:pt idx="63">
                  <c:v>4043</c:v>
                </c:pt>
                <c:pt idx="64">
                  <c:v>4702</c:v>
                </c:pt>
                <c:pt idx="65">
                  <c:v>5468</c:v>
                </c:pt>
                <c:pt idx="66">
                  <c:v>6358</c:v>
                </c:pt>
                <c:pt idx="67">
                  <c:v>7394</c:v>
                </c:pt>
                <c:pt idx="68">
                  <c:v>8599</c:v>
                </c:pt>
                <c:pt idx="69" formatCode="0.00E+00">
                  <c:v>10000</c:v>
                </c:pt>
              </c:numCache>
            </c:numRef>
          </c:xVal>
          <c:yVal>
            <c:numRef>
              <c:f>'0.3'!$T$2:$T$71</c:f>
              <c:numCache>
                <c:formatCode>General</c:formatCode>
                <c:ptCount val="70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1.0753333333333333</c:v>
                </c:pt>
                <c:pt idx="45">
                  <c:v>6.2826666666666666</c:v>
                </c:pt>
                <c:pt idx="46">
                  <c:v>14.376666666666667</c:v>
                </c:pt>
                <c:pt idx="47">
                  <c:v>20.923333333333332</c:v>
                </c:pt>
                <c:pt idx="48">
                  <c:v>22.253333333333334</c:v>
                </c:pt>
                <c:pt idx="49">
                  <c:v>17.696666666666665</c:v>
                </c:pt>
                <c:pt idx="50">
                  <c:v>9.9633333333333329</c:v>
                </c:pt>
                <c:pt idx="51">
                  <c:v>3.4863333333333331</c:v>
                </c:pt>
                <c:pt idx="52">
                  <c:v>0.64</c:v>
                </c:pt>
                <c:pt idx="53">
                  <c:v>0.318</c:v>
                </c:pt>
                <c:pt idx="54">
                  <c:v>0.34366666666666662</c:v>
                </c:pt>
                <c:pt idx="55">
                  <c:v>0.45900000000000002</c:v>
                </c:pt>
                <c:pt idx="56">
                  <c:v>0.46733333333333332</c:v>
                </c:pt>
                <c:pt idx="57">
                  <c:v>0.31983333333333336</c:v>
                </c:pt>
                <c:pt idx="58">
                  <c:v>0.11443333333333333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0.19876666666666667</c:v>
                </c:pt>
                <c:pt idx="65">
                  <c:v>1.0863333333333334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D9DC-4D2D-89EF-60DDE93C5181}"/>
            </c:ext>
          </c:extLst>
        </c:ser>
        <c:ser>
          <c:idx val="1"/>
          <c:order val="1"/>
          <c:tx>
            <c:strRef>
              <c:f>'0.3'!$U$1</c:f>
              <c:strCache>
                <c:ptCount val="1"/>
                <c:pt idx="0">
                  <c:v>R2</c:v>
                </c:pt>
              </c:strCache>
            </c:strRef>
          </c:tx>
          <c:spPr>
            <a:ln w="31750" cap="rnd">
              <a:solidFill>
                <a:srgbClr val="14D446"/>
              </a:solidFill>
              <a:prstDash val="dash"/>
              <a:round/>
            </a:ln>
            <a:effectLst/>
          </c:spPr>
          <c:marker>
            <c:symbol val="none"/>
          </c:marker>
          <c:xVal>
            <c:numRef>
              <c:f>'0.3'!$S$2:$S$71</c:f>
              <c:numCache>
                <c:formatCode>General</c:formatCode>
                <c:ptCount val="70"/>
                <c:pt idx="0">
                  <c:v>0.3</c:v>
                </c:pt>
                <c:pt idx="1">
                  <c:v>0.34889999999999999</c:v>
                </c:pt>
                <c:pt idx="2">
                  <c:v>0.40570000000000001</c:v>
                </c:pt>
                <c:pt idx="3">
                  <c:v>0.4718</c:v>
                </c:pt>
                <c:pt idx="4">
                  <c:v>0.54869999999999997</c:v>
                </c:pt>
                <c:pt idx="5">
                  <c:v>0.6381</c:v>
                </c:pt>
                <c:pt idx="6">
                  <c:v>0.74199999999999999</c:v>
                </c:pt>
                <c:pt idx="7">
                  <c:v>0.8629</c:v>
                </c:pt>
                <c:pt idx="8">
                  <c:v>1.0029999999999999</c:v>
                </c:pt>
                <c:pt idx="9">
                  <c:v>1.167</c:v>
                </c:pt>
                <c:pt idx="10">
                  <c:v>1.357</c:v>
                </c:pt>
                <c:pt idx="11">
                  <c:v>1.5780000000000001</c:v>
                </c:pt>
                <c:pt idx="12">
                  <c:v>1.835</c:v>
                </c:pt>
                <c:pt idx="13">
                  <c:v>2.1339999999999999</c:v>
                </c:pt>
                <c:pt idx="14">
                  <c:v>2.4820000000000002</c:v>
                </c:pt>
                <c:pt idx="15">
                  <c:v>2.8860000000000001</c:v>
                </c:pt>
                <c:pt idx="16">
                  <c:v>3.3570000000000002</c:v>
                </c:pt>
                <c:pt idx="17">
                  <c:v>3.903</c:v>
                </c:pt>
                <c:pt idx="18">
                  <c:v>4.5389999999999997</c:v>
                </c:pt>
                <c:pt idx="19">
                  <c:v>5.2789999999999999</c:v>
                </c:pt>
                <c:pt idx="20">
                  <c:v>6.1390000000000002</c:v>
                </c:pt>
                <c:pt idx="21">
                  <c:v>7.1390000000000002</c:v>
                </c:pt>
                <c:pt idx="22">
                  <c:v>8.3019999999999996</c:v>
                </c:pt>
                <c:pt idx="23">
                  <c:v>9.6549999999999994</c:v>
                </c:pt>
                <c:pt idx="24">
                  <c:v>11.23</c:v>
                </c:pt>
                <c:pt idx="25">
                  <c:v>13.06</c:v>
                </c:pt>
                <c:pt idx="26">
                  <c:v>15.18</c:v>
                </c:pt>
                <c:pt idx="27">
                  <c:v>17.66</c:v>
                </c:pt>
                <c:pt idx="28">
                  <c:v>20.53</c:v>
                </c:pt>
                <c:pt idx="29">
                  <c:v>23.88</c:v>
                </c:pt>
                <c:pt idx="30">
                  <c:v>27.77</c:v>
                </c:pt>
                <c:pt idx="31">
                  <c:v>32.299999999999997</c:v>
                </c:pt>
                <c:pt idx="32">
                  <c:v>37.56</c:v>
                </c:pt>
                <c:pt idx="33">
                  <c:v>43.68</c:v>
                </c:pt>
                <c:pt idx="34">
                  <c:v>50.79</c:v>
                </c:pt>
                <c:pt idx="35">
                  <c:v>59.07</c:v>
                </c:pt>
                <c:pt idx="36">
                  <c:v>68.69</c:v>
                </c:pt>
                <c:pt idx="37">
                  <c:v>79.88</c:v>
                </c:pt>
                <c:pt idx="38">
                  <c:v>92.89</c:v>
                </c:pt>
                <c:pt idx="39">
                  <c:v>108</c:v>
                </c:pt>
                <c:pt idx="40">
                  <c:v>125.6</c:v>
                </c:pt>
                <c:pt idx="41">
                  <c:v>146.1</c:v>
                </c:pt>
                <c:pt idx="42">
                  <c:v>169.9</c:v>
                </c:pt>
                <c:pt idx="43">
                  <c:v>197.6</c:v>
                </c:pt>
                <c:pt idx="44">
                  <c:v>229.8</c:v>
                </c:pt>
                <c:pt idx="45">
                  <c:v>267.2</c:v>
                </c:pt>
                <c:pt idx="46">
                  <c:v>310.7</c:v>
                </c:pt>
                <c:pt idx="47">
                  <c:v>361.3</c:v>
                </c:pt>
                <c:pt idx="48">
                  <c:v>420.2</c:v>
                </c:pt>
                <c:pt idx="49">
                  <c:v>488.7</c:v>
                </c:pt>
                <c:pt idx="50">
                  <c:v>568.29999999999995</c:v>
                </c:pt>
                <c:pt idx="51">
                  <c:v>660.9</c:v>
                </c:pt>
                <c:pt idx="52">
                  <c:v>768.5</c:v>
                </c:pt>
                <c:pt idx="53">
                  <c:v>893.8</c:v>
                </c:pt>
                <c:pt idx="54">
                  <c:v>1039</c:v>
                </c:pt>
                <c:pt idx="55">
                  <c:v>1209</c:v>
                </c:pt>
                <c:pt idx="56">
                  <c:v>1406</c:v>
                </c:pt>
                <c:pt idx="57">
                  <c:v>1635</c:v>
                </c:pt>
                <c:pt idx="58">
                  <c:v>1901</c:v>
                </c:pt>
                <c:pt idx="59">
                  <c:v>2211</c:v>
                </c:pt>
                <c:pt idx="60">
                  <c:v>2571</c:v>
                </c:pt>
                <c:pt idx="61">
                  <c:v>2990</c:v>
                </c:pt>
                <c:pt idx="62">
                  <c:v>3477</c:v>
                </c:pt>
                <c:pt idx="63">
                  <c:v>4043</c:v>
                </c:pt>
                <c:pt idx="64">
                  <c:v>4702</c:v>
                </c:pt>
                <c:pt idx="65">
                  <c:v>5468</c:v>
                </c:pt>
                <c:pt idx="66">
                  <c:v>6358</c:v>
                </c:pt>
                <c:pt idx="67">
                  <c:v>7394</c:v>
                </c:pt>
                <c:pt idx="68">
                  <c:v>8599</c:v>
                </c:pt>
                <c:pt idx="69" formatCode="0.00E+00">
                  <c:v>10000</c:v>
                </c:pt>
              </c:numCache>
            </c:numRef>
          </c:xVal>
          <c:yVal>
            <c:numRef>
              <c:f>'0.3'!$U$2:$U$71</c:f>
              <c:numCache>
                <c:formatCode>General</c:formatCode>
                <c:ptCount val="70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0.60566666666666669</c:v>
                </c:pt>
                <c:pt idx="38">
                  <c:v>3.56</c:v>
                </c:pt>
                <c:pt idx="39">
                  <c:v>4.5086666666666666</c:v>
                </c:pt>
                <c:pt idx="40">
                  <c:v>1.7149666666666665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0.45766666666666667</c:v>
                </c:pt>
                <c:pt idx="46">
                  <c:v>7.6866666666666674</c:v>
                </c:pt>
                <c:pt idx="47">
                  <c:v>16.753166666666669</c:v>
                </c:pt>
                <c:pt idx="48">
                  <c:v>25.459999999999997</c:v>
                </c:pt>
                <c:pt idx="49">
                  <c:v>24.093333333333334</c:v>
                </c:pt>
                <c:pt idx="50">
                  <c:v>12.422666666666666</c:v>
                </c:pt>
                <c:pt idx="51">
                  <c:v>2.7356666666666669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1-D9DC-4D2D-89EF-60DDE93C5181}"/>
            </c:ext>
          </c:extLst>
        </c:ser>
        <c:ser>
          <c:idx val="2"/>
          <c:order val="2"/>
          <c:tx>
            <c:strRef>
              <c:f>'0.3'!$V$1</c:f>
              <c:strCache>
                <c:ptCount val="1"/>
                <c:pt idx="0">
                  <c:v>R3</c:v>
                </c:pt>
              </c:strCache>
            </c:strRef>
          </c:tx>
          <c:spPr>
            <a:ln w="31750" cap="rnd">
              <a:solidFill>
                <a:srgbClr val="14D446"/>
              </a:solidFill>
              <a:prstDash val="sysDot"/>
              <a:round/>
            </a:ln>
            <a:effectLst/>
          </c:spPr>
          <c:marker>
            <c:symbol val="none"/>
          </c:marker>
          <c:xVal>
            <c:numRef>
              <c:f>'0.3'!$S$2:$S$71</c:f>
              <c:numCache>
                <c:formatCode>General</c:formatCode>
                <c:ptCount val="70"/>
                <c:pt idx="0">
                  <c:v>0.3</c:v>
                </c:pt>
                <c:pt idx="1">
                  <c:v>0.34889999999999999</c:v>
                </c:pt>
                <c:pt idx="2">
                  <c:v>0.40570000000000001</c:v>
                </c:pt>
                <c:pt idx="3">
                  <c:v>0.4718</c:v>
                </c:pt>
                <c:pt idx="4">
                  <c:v>0.54869999999999997</c:v>
                </c:pt>
                <c:pt idx="5">
                  <c:v>0.6381</c:v>
                </c:pt>
                <c:pt idx="6">
                  <c:v>0.74199999999999999</c:v>
                </c:pt>
                <c:pt idx="7">
                  <c:v>0.8629</c:v>
                </c:pt>
                <c:pt idx="8">
                  <c:v>1.0029999999999999</c:v>
                </c:pt>
                <c:pt idx="9">
                  <c:v>1.167</c:v>
                </c:pt>
                <c:pt idx="10">
                  <c:v>1.357</c:v>
                </c:pt>
                <c:pt idx="11">
                  <c:v>1.5780000000000001</c:v>
                </c:pt>
                <c:pt idx="12">
                  <c:v>1.835</c:v>
                </c:pt>
                <c:pt idx="13">
                  <c:v>2.1339999999999999</c:v>
                </c:pt>
                <c:pt idx="14">
                  <c:v>2.4820000000000002</c:v>
                </c:pt>
                <c:pt idx="15">
                  <c:v>2.8860000000000001</c:v>
                </c:pt>
                <c:pt idx="16">
                  <c:v>3.3570000000000002</c:v>
                </c:pt>
                <c:pt idx="17">
                  <c:v>3.903</c:v>
                </c:pt>
                <c:pt idx="18">
                  <c:v>4.5389999999999997</c:v>
                </c:pt>
                <c:pt idx="19">
                  <c:v>5.2789999999999999</c:v>
                </c:pt>
                <c:pt idx="20">
                  <c:v>6.1390000000000002</c:v>
                </c:pt>
                <c:pt idx="21">
                  <c:v>7.1390000000000002</c:v>
                </c:pt>
                <c:pt idx="22">
                  <c:v>8.3019999999999996</c:v>
                </c:pt>
                <c:pt idx="23">
                  <c:v>9.6549999999999994</c:v>
                </c:pt>
                <c:pt idx="24">
                  <c:v>11.23</c:v>
                </c:pt>
                <c:pt idx="25">
                  <c:v>13.06</c:v>
                </c:pt>
                <c:pt idx="26">
                  <c:v>15.18</c:v>
                </c:pt>
                <c:pt idx="27">
                  <c:v>17.66</c:v>
                </c:pt>
                <c:pt idx="28">
                  <c:v>20.53</c:v>
                </c:pt>
                <c:pt idx="29">
                  <c:v>23.88</c:v>
                </c:pt>
                <c:pt idx="30">
                  <c:v>27.77</c:v>
                </c:pt>
                <c:pt idx="31">
                  <c:v>32.299999999999997</c:v>
                </c:pt>
                <c:pt idx="32">
                  <c:v>37.56</c:v>
                </c:pt>
                <c:pt idx="33">
                  <c:v>43.68</c:v>
                </c:pt>
                <c:pt idx="34">
                  <c:v>50.79</c:v>
                </c:pt>
                <c:pt idx="35">
                  <c:v>59.07</c:v>
                </c:pt>
                <c:pt idx="36">
                  <c:v>68.69</c:v>
                </c:pt>
                <c:pt idx="37">
                  <c:v>79.88</c:v>
                </c:pt>
                <c:pt idx="38">
                  <c:v>92.89</c:v>
                </c:pt>
                <c:pt idx="39">
                  <c:v>108</c:v>
                </c:pt>
                <c:pt idx="40">
                  <c:v>125.6</c:v>
                </c:pt>
                <c:pt idx="41">
                  <c:v>146.1</c:v>
                </c:pt>
                <c:pt idx="42">
                  <c:v>169.9</c:v>
                </c:pt>
                <c:pt idx="43">
                  <c:v>197.6</c:v>
                </c:pt>
                <c:pt idx="44">
                  <c:v>229.8</c:v>
                </c:pt>
                <c:pt idx="45">
                  <c:v>267.2</c:v>
                </c:pt>
                <c:pt idx="46">
                  <c:v>310.7</c:v>
                </c:pt>
                <c:pt idx="47">
                  <c:v>361.3</c:v>
                </c:pt>
                <c:pt idx="48">
                  <c:v>420.2</c:v>
                </c:pt>
                <c:pt idx="49">
                  <c:v>488.7</c:v>
                </c:pt>
                <c:pt idx="50">
                  <c:v>568.29999999999995</c:v>
                </c:pt>
                <c:pt idx="51">
                  <c:v>660.9</c:v>
                </c:pt>
                <c:pt idx="52">
                  <c:v>768.5</c:v>
                </c:pt>
                <c:pt idx="53">
                  <c:v>893.8</c:v>
                </c:pt>
                <c:pt idx="54">
                  <c:v>1039</c:v>
                </c:pt>
                <c:pt idx="55">
                  <c:v>1209</c:v>
                </c:pt>
                <c:pt idx="56">
                  <c:v>1406</c:v>
                </c:pt>
                <c:pt idx="57">
                  <c:v>1635</c:v>
                </c:pt>
                <c:pt idx="58">
                  <c:v>1901</c:v>
                </c:pt>
                <c:pt idx="59">
                  <c:v>2211</c:v>
                </c:pt>
                <c:pt idx="60">
                  <c:v>2571</c:v>
                </c:pt>
                <c:pt idx="61">
                  <c:v>2990</c:v>
                </c:pt>
                <c:pt idx="62">
                  <c:v>3477</c:v>
                </c:pt>
                <c:pt idx="63">
                  <c:v>4043</c:v>
                </c:pt>
                <c:pt idx="64">
                  <c:v>4702</c:v>
                </c:pt>
                <c:pt idx="65">
                  <c:v>5468</c:v>
                </c:pt>
                <c:pt idx="66">
                  <c:v>6358</c:v>
                </c:pt>
                <c:pt idx="67">
                  <c:v>7394</c:v>
                </c:pt>
                <c:pt idx="68">
                  <c:v>8599</c:v>
                </c:pt>
                <c:pt idx="69" formatCode="0.00E+00">
                  <c:v>10000</c:v>
                </c:pt>
              </c:numCache>
            </c:numRef>
          </c:xVal>
          <c:yVal>
            <c:numRef>
              <c:f>'0.3'!$V$2:$V$71</c:f>
              <c:numCache>
                <c:formatCode>General</c:formatCode>
                <c:ptCount val="70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1.921</c:v>
                </c:pt>
                <c:pt idx="45">
                  <c:v>52.699999999999996</c:v>
                </c:pt>
                <c:pt idx="46">
                  <c:v>12.332500000000001</c:v>
                </c:pt>
                <c:pt idx="47">
                  <c:v>17.333333333333332</c:v>
                </c:pt>
                <c:pt idx="48">
                  <c:v>15.713333333333333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2-D9DC-4D2D-89EF-60DDE93C518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707299183"/>
        <c:axId val="707299663"/>
      </c:scatterChart>
      <c:valAx>
        <c:axId val="707299183"/>
        <c:scaling>
          <c:logBase val="10"/>
          <c:orientation val="minMax"/>
          <c:min val="10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ysClr val="windowText" lastClr="000000"/>
                </a:solidFill>
                <a:latin typeface="Avenir LT Std 45 Book" panose="020B0502020203020204" pitchFamily="34" charset="0"/>
                <a:ea typeface="+mn-ea"/>
                <a:cs typeface="+mn-cs"/>
              </a:defRPr>
            </a:pPr>
            <a:endParaRPr lang="en-US"/>
          </a:p>
        </c:txPr>
        <c:crossAx val="707299663"/>
        <c:crosses val="autoZero"/>
        <c:crossBetween val="midCat"/>
      </c:valAx>
      <c:valAx>
        <c:axId val="707299663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707299183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5548501496291055"/>
          <c:y val="0.15605275273859268"/>
          <c:w val="0.2949341997726978"/>
          <c:h val="0.28283114357156841"/>
        </c:manualLayout>
      </c:layout>
      <c:overlay val="1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600" b="0" i="0" u="none" strike="noStrike" kern="1200" baseline="0">
              <a:solidFill>
                <a:sysClr val="windowText" lastClr="000000"/>
              </a:solidFill>
              <a:latin typeface="Avenir LT Std 45 Book" panose="020B0502020203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600">
          <a:solidFill>
            <a:sysClr val="windowText" lastClr="000000"/>
          </a:solidFill>
          <a:latin typeface="Avenir LT Std 45 Book" panose="020B0502020203020204" pitchFamily="34" charset="0"/>
        </a:defRPr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CA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8DCA444-A45E-4316-89C5-61FE97204B81}" type="datetimeFigureOut">
              <a:rPr lang="en-CA" smtClean="0"/>
              <a:t>2026-09-16</a:t>
            </a:fld>
            <a:endParaRPr lang="en-CA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2657475" y="1143000"/>
            <a:ext cx="154305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CA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CA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7E53A39-6447-4656-B5F7-115692487FD4}" type="slidenum">
              <a:rPr lang="en-CA" smtClean="0"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415706251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2657475" y="1143000"/>
            <a:ext cx="1543050" cy="3086100"/>
          </a:xfrm>
        </p:spPr>
        <p:txBody>
          <a:bodyPr/>
          <a:lstStyle/>
          <a:p>
            <a:endParaRPr lang="en-US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A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7E53A39-6447-4656-B5F7-115692487FD4}" type="slidenum">
              <a:rPr lang="en-CA" smtClean="0"/>
              <a:t>4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3049340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A05524-CAFA-51FF-AD41-5302A2C08D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3F7B5D4-F571-C12E-9DD7-BCA42C129AD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2657475" y="1143000"/>
            <a:ext cx="1543050" cy="3086100"/>
          </a:xfrm>
        </p:spPr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AEF541F-2C5B-EBB9-ABAA-0760D22E1ED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A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618B8E7-9AFD-DBC5-3AE4-0CA745459A5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7E53A39-6447-4656-B5F7-115692487FD4}" type="slidenum">
              <a:rPr lang="en-CA" smtClean="0"/>
              <a:t>5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86076596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85F76A-B7BF-39A5-5214-0F1A0D714A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FF26912-FBE2-F2EE-55CD-F289ADF0980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2657475" y="1143000"/>
            <a:ext cx="1543050" cy="3086100"/>
          </a:xfrm>
        </p:spPr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960AF59-7673-1F56-D08B-4F3499EF4DE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CA" dirty="0"/>
              <a:t>Nano-</a:t>
            </a:r>
            <a:r>
              <a:rPr lang="en-CA" dirty="0" err="1"/>
              <a:t>tof</a:t>
            </a:r>
            <a:r>
              <a:rPr lang="en-CA" dirty="0"/>
              <a:t> and OPTIR images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C73324A-72EC-2C3A-8671-CA62C24A227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7E53A39-6447-4656-B5F7-115692487FD4}" type="slidenum">
              <a:rPr lang="en-CA" smtClean="0"/>
              <a:t>6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44522080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3988546"/>
            <a:ext cx="10363200" cy="8484823"/>
          </a:xfrm>
        </p:spPr>
        <p:txBody>
          <a:bodyPr anchor="b"/>
          <a:lstStyle>
            <a:lvl1pPr algn="ctr">
              <a:defRPr sz="8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12800576"/>
            <a:ext cx="9144000" cy="5884088"/>
          </a:xfrm>
        </p:spPr>
        <p:txBody>
          <a:bodyPr/>
          <a:lstStyle>
            <a:lvl1pPr marL="0" indent="0" algn="ctr">
              <a:buNone/>
              <a:defRPr sz="3200"/>
            </a:lvl1pPr>
            <a:lvl2pPr marL="609585" indent="0" algn="ctr">
              <a:buNone/>
              <a:defRPr sz="2667"/>
            </a:lvl2pPr>
            <a:lvl3pPr marL="1219170" indent="0" algn="ctr">
              <a:buNone/>
              <a:defRPr sz="2400"/>
            </a:lvl3pPr>
            <a:lvl4pPr marL="1828754" indent="0" algn="ctr">
              <a:buNone/>
              <a:defRPr sz="2133"/>
            </a:lvl4pPr>
            <a:lvl5pPr marL="2438339" indent="0" algn="ctr">
              <a:buNone/>
              <a:defRPr sz="2133"/>
            </a:lvl5pPr>
            <a:lvl6pPr marL="3047924" indent="0" algn="ctr">
              <a:buNone/>
              <a:defRPr sz="2133"/>
            </a:lvl6pPr>
            <a:lvl7pPr marL="3657509" indent="0" algn="ctr">
              <a:buNone/>
              <a:defRPr sz="2133"/>
            </a:lvl7pPr>
            <a:lvl8pPr marL="4267093" indent="0" algn="ctr">
              <a:buNone/>
              <a:defRPr sz="2133"/>
            </a:lvl8pPr>
            <a:lvl9pPr marL="4876678" indent="0" algn="ctr">
              <a:buNone/>
              <a:defRPr sz="2133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C3C6F80-579F-4FC8-9665-0D71E8BA7D08}" type="datetimeFigureOut">
              <a:rPr lang="en-CA" smtClean="0"/>
              <a:t>2026-09-16</a:t>
            </a:fld>
            <a:endParaRPr lang="en-CA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CA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C42F43F-3230-4D52-9F51-DEDC7E313BE2}" type="slidenum">
              <a:rPr lang="en-CA" smtClean="0"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19781170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C3C6F80-579F-4FC8-9665-0D71E8BA7D08}" type="datetimeFigureOut">
              <a:rPr lang="en-CA" smtClean="0"/>
              <a:t>2026-09-16</a:t>
            </a:fld>
            <a:endParaRPr lang="en-CA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CA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C42F43F-3230-4D52-9F51-DEDC7E313BE2}" type="slidenum">
              <a:rPr lang="en-CA" smtClean="0"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35172746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1" y="6075908"/>
            <a:ext cx="10515600" cy="10137782"/>
          </a:xfrm>
        </p:spPr>
        <p:txBody>
          <a:bodyPr anchor="b"/>
          <a:lstStyle>
            <a:lvl1pPr>
              <a:defRPr sz="8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1" y="16309597"/>
            <a:ext cx="10515600" cy="5331220"/>
          </a:xfrm>
        </p:spPr>
        <p:txBody>
          <a:bodyPr/>
          <a:lstStyle>
            <a:lvl1pPr marL="0" indent="0">
              <a:buNone/>
              <a:defRPr sz="3200">
                <a:solidFill>
                  <a:schemeClr val="tx1">
                    <a:tint val="82000"/>
                  </a:schemeClr>
                </a:solidFill>
              </a:defRPr>
            </a:lvl1pPr>
            <a:lvl2pPr marL="609585" indent="0">
              <a:buNone/>
              <a:defRPr sz="2667">
                <a:solidFill>
                  <a:schemeClr val="tx1">
                    <a:tint val="82000"/>
                  </a:schemeClr>
                </a:solidFill>
              </a:defRPr>
            </a:lvl2pPr>
            <a:lvl3pPr marL="121917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3pPr>
            <a:lvl4pPr marL="1828754" indent="0">
              <a:buNone/>
              <a:defRPr sz="2133">
                <a:solidFill>
                  <a:schemeClr val="tx1">
                    <a:tint val="82000"/>
                  </a:schemeClr>
                </a:solidFill>
              </a:defRPr>
            </a:lvl4pPr>
            <a:lvl5pPr marL="2438339" indent="0">
              <a:buNone/>
              <a:defRPr sz="2133">
                <a:solidFill>
                  <a:schemeClr val="tx1">
                    <a:tint val="82000"/>
                  </a:schemeClr>
                </a:solidFill>
              </a:defRPr>
            </a:lvl5pPr>
            <a:lvl6pPr marL="3047924" indent="0">
              <a:buNone/>
              <a:defRPr sz="2133">
                <a:solidFill>
                  <a:schemeClr val="tx1">
                    <a:tint val="82000"/>
                  </a:schemeClr>
                </a:solidFill>
              </a:defRPr>
            </a:lvl6pPr>
            <a:lvl7pPr marL="3657509" indent="0">
              <a:buNone/>
              <a:defRPr sz="2133">
                <a:solidFill>
                  <a:schemeClr val="tx1">
                    <a:tint val="82000"/>
                  </a:schemeClr>
                </a:solidFill>
              </a:defRPr>
            </a:lvl7pPr>
            <a:lvl8pPr marL="4267093" indent="0">
              <a:buNone/>
              <a:defRPr sz="2133">
                <a:solidFill>
                  <a:schemeClr val="tx1">
                    <a:tint val="82000"/>
                  </a:schemeClr>
                </a:solidFill>
              </a:defRPr>
            </a:lvl8pPr>
            <a:lvl9pPr marL="4876678" indent="0">
              <a:buNone/>
              <a:defRPr sz="2133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C3C6F80-579F-4FC8-9665-0D71E8BA7D08}" type="datetimeFigureOut">
              <a:rPr lang="en-CA" smtClean="0"/>
              <a:t>2026-09-16</a:t>
            </a:fld>
            <a:endParaRPr lang="en-CA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CA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C42F43F-3230-4D52-9F51-DEDC7E313BE2}" type="slidenum">
              <a:rPr lang="en-CA" smtClean="0"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65191344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6487730"/>
            <a:ext cx="5181600" cy="15463366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6487730"/>
            <a:ext cx="5181600" cy="15463366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C3C6F80-579F-4FC8-9665-0D71E8BA7D08}" type="datetimeFigureOut">
              <a:rPr lang="en-CA" smtClean="0"/>
              <a:t>2026-09-16</a:t>
            </a:fld>
            <a:endParaRPr lang="en-CA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CA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C42F43F-3230-4D52-9F51-DEDC7E313BE2}" type="slidenum">
              <a:rPr lang="en-CA" smtClean="0"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4359588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1297551"/>
            <a:ext cx="10515600" cy="471065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9" y="5974355"/>
            <a:ext cx="5157787" cy="2927939"/>
          </a:xfrm>
        </p:spPr>
        <p:txBody>
          <a:bodyPr anchor="b"/>
          <a:lstStyle>
            <a:lvl1pPr marL="0" indent="0">
              <a:buNone/>
              <a:defRPr sz="3200" b="1"/>
            </a:lvl1pPr>
            <a:lvl2pPr marL="609585" indent="0">
              <a:buNone/>
              <a:defRPr sz="2667" b="1"/>
            </a:lvl2pPr>
            <a:lvl3pPr marL="1219170" indent="0">
              <a:buNone/>
              <a:defRPr sz="2400" b="1"/>
            </a:lvl3pPr>
            <a:lvl4pPr marL="1828754" indent="0">
              <a:buNone/>
              <a:defRPr sz="2133" b="1"/>
            </a:lvl4pPr>
            <a:lvl5pPr marL="2438339" indent="0">
              <a:buNone/>
              <a:defRPr sz="2133" b="1"/>
            </a:lvl5pPr>
            <a:lvl6pPr marL="3047924" indent="0">
              <a:buNone/>
              <a:defRPr sz="2133" b="1"/>
            </a:lvl6pPr>
            <a:lvl7pPr marL="3657509" indent="0">
              <a:buNone/>
              <a:defRPr sz="2133" b="1"/>
            </a:lvl7pPr>
            <a:lvl8pPr marL="4267093" indent="0">
              <a:buNone/>
              <a:defRPr sz="2133" b="1"/>
            </a:lvl8pPr>
            <a:lvl9pPr marL="4876678" indent="0">
              <a:buNone/>
              <a:defRPr sz="2133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9" y="8902294"/>
            <a:ext cx="5157787" cy="13093934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1" y="5974355"/>
            <a:ext cx="5183188" cy="2927939"/>
          </a:xfrm>
        </p:spPr>
        <p:txBody>
          <a:bodyPr anchor="b"/>
          <a:lstStyle>
            <a:lvl1pPr marL="0" indent="0">
              <a:buNone/>
              <a:defRPr sz="3200" b="1"/>
            </a:lvl1pPr>
            <a:lvl2pPr marL="609585" indent="0">
              <a:buNone/>
              <a:defRPr sz="2667" b="1"/>
            </a:lvl2pPr>
            <a:lvl3pPr marL="1219170" indent="0">
              <a:buNone/>
              <a:defRPr sz="2400" b="1"/>
            </a:lvl3pPr>
            <a:lvl4pPr marL="1828754" indent="0">
              <a:buNone/>
              <a:defRPr sz="2133" b="1"/>
            </a:lvl4pPr>
            <a:lvl5pPr marL="2438339" indent="0">
              <a:buNone/>
              <a:defRPr sz="2133" b="1"/>
            </a:lvl5pPr>
            <a:lvl6pPr marL="3047924" indent="0">
              <a:buNone/>
              <a:defRPr sz="2133" b="1"/>
            </a:lvl6pPr>
            <a:lvl7pPr marL="3657509" indent="0">
              <a:buNone/>
              <a:defRPr sz="2133" b="1"/>
            </a:lvl7pPr>
            <a:lvl8pPr marL="4267093" indent="0">
              <a:buNone/>
              <a:defRPr sz="2133" b="1"/>
            </a:lvl8pPr>
            <a:lvl9pPr marL="4876678" indent="0">
              <a:buNone/>
              <a:defRPr sz="2133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1" y="8902294"/>
            <a:ext cx="5183188" cy="13093934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C3C6F80-579F-4FC8-9665-0D71E8BA7D08}" type="datetimeFigureOut">
              <a:rPr lang="en-CA" smtClean="0"/>
              <a:t>2026-09-16</a:t>
            </a:fld>
            <a:endParaRPr lang="en-CA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CA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C42F43F-3230-4D52-9F51-DEDC7E313BE2}" type="slidenum">
              <a:rPr lang="en-CA" smtClean="0"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96625726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C3C6F80-579F-4FC8-9665-0D71E8BA7D08}" type="datetimeFigureOut">
              <a:rPr lang="en-CA" smtClean="0"/>
              <a:t>2026-09-16</a:t>
            </a:fld>
            <a:endParaRPr lang="en-CA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CA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C42F43F-3230-4D52-9F51-DEDC7E313BE2}" type="slidenum">
              <a:rPr lang="en-CA" smtClean="0"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44063409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C3C6F80-579F-4FC8-9665-0D71E8BA7D08}" type="datetimeFigureOut">
              <a:rPr lang="en-CA" smtClean="0"/>
              <a:t>2026-09-16</a:t>
            </a:fld>
            <a:endParaRPr lang="en-CA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CA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C42F43F-3230-4D52-9F51-DEDC7E313BE2}" type="slidenum">
              <a:rPr lang="en-CA" smtClean="0"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45440095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1624753"/>
            <a:ext cx="3932237" cy="5686637"/>
          </a:xfrm>
        </p:spPr>
        <p:txBody>
          <a:bodyPr anchor="b"/>
          <a:lstStyle>
            <a:lvl1pPr>
              <a:defRPr sz="4267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3509021"/>
            <a:ext cx="6172200" cy="17319419"/>
          </a:xfrm>
        </p:spPr>
        <p:txBody>
          <a:bodyPr/>
          <a:lstStyle>
            <a:lvl1pPr>
              <a:defRPr sz="4267"/>
            </a:lvl1pPr>
            <a:lvl2pPr>
              <a:defRPr sz="3733"/>
            </a:lvl2pPr>
            <a:lvl3pPr>
              <a:defRPr sz="3200"/>
            </a:lvl3pPr>
            <a:lvl4pPr>
              <a:defRPr sz="2667"/>
            </a:lvl4pPr>
            <a:lvl5pPr>
              <a:defRPr sz="2667"/>
            </a:lvl5pPr>
            <a:lvl6pPr>
              <a:defRPr sz="2667"/>
            </a:lvl6pPr>
            <a:lvl7pPr>
              <a:defRPr sz="2667"/>
            </a:lvl7pPr>
            <a:lvl8pPr>
              <a:defRPr sz="2667"/>
            </a:lvl8pPr>
            <a:lvl9pPr>
              <a:defRPr sz="2667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7311390"/>
            <a:ext cx="3932237" cy="13545254"/>
          </a:xfrm>
        </p:spPr>
        <p:txBody>
          <a:bodyPr/>
          <a:lstStyle>
            <a:lvl1pPr marL="0" indent="0">
              <a:buNone/>
              <a:defRPr sz="2133"/>
            </a:lvl1pPr>
            <a:lvl2pPr marL="609585" indent="0">
              <a:buNone/>
              <a:defRPr sz="1867"/>
            </a:lvl2pPr>
            <a:lvl3pPr marL="1219170" indent="0">
              <a:buNone/>
              <a:defRPr sz="1600"/>
            </a:lvl3pPr>
            <a:lvl4pPr marL="1828754" indent="0">
              <a:buNone/>
              <a:defRPr sz="1333"/>
            </a:lvl4pPr>
            <a:lvl5pPr marL="2438339" indent="0">
              <a:buNone/>
              <a:defRPr sz="1333"/>
            </a:lvl5pPr>
            <a:lvl6pPr marL="3047924" indent="0">
              <a:buNone/>
              <a:defRPr sz="1333"/>
            </a:lvl6pPr>
            <a:lvl7pPr marL="3657509" indent="0">
              <a:buNone/>
              <a:defRPr sz="1333"/>
            </a:lvl7pPr>
            <a:lvl8pPr marL="4267093" indent="0">
              <a:buNone/>
              <a:defRPr sz="1333"/>
            </a:lvl8pPr>
            <a:lvl9pPr marL="4876678" indent="0">
              <a:buNone/>
              <a:defRPr sz="1333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C3C6F80-579F-4FC8-9665-0D71E8BA7D08}" type="datetimeFigureOut">
              <a:rPr lang="en-CA" smtClean="0"/>
              <a:t>2026-09-16</a:t>
            </a:fld>
            <a:endParaRPr lang="en-CA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CA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C42F43F-3230-4D52-9F51-DEDC7E313BE2}" type="slidenum">
              <a:rPr lang="en-CA" smtClean="0"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67701155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1624753"/>
            <a:ext cx="3932237" cy="5686637"/>
          </a:xfrm>
        </p:spPr>
        <p:txBody>
          <a:bodyPr anchor="b"/>
          <a:lstStyle>
            <a:lvl1pPr>
              <a:defRPr sz="4267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3509021"/>
            <a:ext cx="6172200" cy="17319419"/>
          </a:xfrm>
        </p:spPr>
        <p:txBody>
          <a:bodyPr anchor="t"/>
          <a:lstStyle>
            <a:lvl1pPr marL="0" indent="0">
              <a:buNone/>
              <a:defRPr sz="4267"/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7311390"/>
            <a:ext cx="3932237" cy="13545254"/>
          </a:xfrm>
        </p:spPr>
        <p:txBody>
          <a:bodyPr/>
          <a:lstStyle>
            <a:lvl1pPr marL="0" indent="0">
              <a:buNone/>
              <a:defRPr sz="2133"/>
            </a:lvl1pPr>
            <a:lvl2pPr marL="609585" indent="0">
              <a:buNone/>
              <a:defRPr sz="1867"/>
            </a:lvl2pPr>
            <a:lvl3pPr marL="1219170" indent="0">
              <a:buNone/>
              <a:defRPr sz="1600"/>
            </a:lvl3pPr>
            <a:lvl4pPr marL="1828754" indent="0">
              <a:buNone/>
              <a:defRPr sz="1333"/>
            </a:lvl4pPr>
            <a:lvl5pPr marL="2438339" indent="0">
              <a:buNone/>
              <a:defRPr sz="1333"/>
            </a:lvl5pPr>
            <a:lvl6pPr marL="3047924" indent="0">
              <a:buNone/>
              <a:defRPr sz="1333"/>
            </a:lvl6pPr>
            <a:lvl7pPr marL="3657509" indent="0">
              <a:buNone/>
              <a:defRPr sz="1333"/>
            </a:lvl7pPr>
            <a:lvl8pPr marL="4267093" indent="0">
              <a:buNone/>
              <a:defRPr sz="1333"/>
            </a:lvl8pPr>
            <a:lvl9pPr marL="4876678" indent="0">
              <a:buNone/>
              <a:defRPr sz="1333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C3C6F80-579F-4FC8-9665-0D71E8BA7D08}" type="datetimeFigureOut">
              <a:rPr lang="en-CA" smtClean="0"/>
              <a:t>2026-09-16</a:t>
            </a:fld>
            <a:endParaRPr lang="en-CA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CA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C42F43F-3230-4D52-9F51-DEDC7E313BE2}" type="slidenum">
              <a:rPr lang="en-CA" smtClean="0"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85430598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C3C6F80-579F-4FC8-9665-0D71E8BA7D08}" type="datetimeFigureOut">
              <a:rPr lang="en-CA" smtClean="0"/>
              <a:t>2026-09-16</a:t>
            </a:fld>
            <a:endParaRPr lang="en-CA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CA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C42F43F-3230-4D52-9F51-DEDC7E313BE2}" type="slidenum">
              <a:rPr lang="en-CA" smtClean="0"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67676536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1" y="1297546"/>
            <a:ext cx="2628900" cy="20653550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1" y="1297546"/>
            <a:ext cx="7734300" cy="2065355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C3C6F80-579F-4FC8-9665-0D71E8BA7D08}" type="datetimeFigureOut">
              <a:rPr lang="en-CA" smtClean="0"/>
              <a:t>2026-09-16</a:t>
            </a:fld>
            <a:endParaRPr lang="en-CA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CA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C42F43F-3230-4D52-9F51-DEDC7E313BE2}" type="slidenum">
              <a:rPr lang="en-CA" smtClean="0"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67791856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1297551"/>
            <a:ext cx="10515600" cy="471065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6487730"/>
            <a:ext cx="10515600" cy="1546336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22588590"/>
            <a:ext cx="2743200" cy="129754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6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AC3C6F80-579F-4FC8-9665-0D71E8BA7D08}" type="datetimeFigureOut">
              <a:rPr lang="en-CA" smtClean="0"/>
              <a:t>2026-09-16</a:t>
            </a:fld>
            <a:endParaRPr lang="en-CA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22588590"/>
            <a:ext cx="4114800" cy="129754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6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CA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22588590"/>
            <a:ext cx="2743200" cy="129754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6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AC42F43F-3230-4D52-9F51-DEDC7E313BE2}" type="slidenum">
              <a:rPr lang="en-CA" smtClean="0"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20038772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</p:sldLayoutIdLst>
  <p:txStyles>
    <p:titleStyle>
      <a:lvl1pPr algn="l" defTabSz="1219170" rtl="0" eaLnBrk="1" latinLnBrk="0" hangingPunct="1">
        <a:lnSpc>
          <a:spcPct val="90000"/>
        </a:lnSpc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04792" indent="-304792" algn="l" defTabSz="1219170" rtl="0" eaLnBrk="1" latinLnBrk="0" hangingPunct="1">
        <a:lnSpc>
          <a:spcPct val="90000"/>
        </a:lnSpc>
        <a:spcBef>
          <a:spcPts val="1333"/>
        </a:spcBef>
        <a:buFont typeface="Arial" panose="020B0604020202020204" pitchFamily="34" charset="0"/>
        <a:buChar char="•"/>
        <a:defRPr sz="3733" kern="1200">
          <a:solidFill>
            <a:schemeClr val="tx1"/>
          </a:solidFill>
          <a:latin typeface="+mn-lt"/>
          <a:ea typeface="+mn-ea"/>
          <a:cs typeface="+mn-cs"/>
        </a:defRPr>
      </a:lvl1pPr>
      <a:lvl2pPr marL="914377" indent="-304792" algn="l" defTabSz="1219170" rtl="0" eaLnBrk="1" latinLnBrk="0" hangingPunct="1">
        <a:lnSpc>
          <a:spcPct val="90000"/>
        </a:lnSpc>
        <a:spcBef>
          <a:spcPts val="667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0" hangingPunct="1">
        <a:lnSpc>
          <a:spcPct val="90000"/>
        </a:lnSpc>
        <a:spcBef>
          <a:spcPts val="667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0" hangingPunct="1">
        <a:lnSpc>
          <a:spcPct val="90000"/>
        </a:lnSpc>
        <a:spcBef>
          <a:spcPts val="667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0" hangingPunct="1">
        <a:lnSpc>
          <a:spcPct val="90000"/>
        </a:lnSpc>
        <a:spcBef>
          <a:spcPts val="667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0" hangingPunct="1">
        <a:lnSpc>
          <a:spcPct val="90000"/>
        </a:lnSpc>
        <a:spcBef>
          <a:spcPts val="667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0" hangingPunct="1">
        <a:lnSpc>
          <a:spcPct val="90000"/>
        </a:lnSpc>
        <a:spcBef>
          <a:spcPts val="667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0" hangingPunct="1">
        <a:lnSpc>
          <a:spcPct val="90000"/>
        </a:lnSpc>
        <a:spcBef>
          <a:spcPts val="667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0" hangingPunct="1">
        <a:lnSpc>
          <a:spcPct val="90000"/>
        </a:lnSpc>
        <a:spcBef>
          <a:spcPts val="667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4.xml"/><Relationship Id="rId4" Type="http://schemas.openxmlformats.org/officeDocument/2006/relationships/chart" Target="../charts/chart3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.xml"/><Relationship Id="rId7" Type="http://schemas.openxmlformats.org/officeDocument/2006/relationships/chart" Target="../charts/chart8.xml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.png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.xml"/><Relationship Id="rId7" Type="http://schemas.openxmlformats.org/officeDocument/2006/relationships/chart" Target="../charts/chart10.xm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7" Type="http://schemas.openxmlformats.org/officeDocument/2006/relationships/chart" Target="../charts/chart12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11.xml"/><Relationship Id="rId5" Type="http://schemas.openxmlformats.org/officeDocument/2006/relationships/image" Target="../media/image9.png"/><Relationship Id="rId4" Type="http://schemas.openxmlformats.org/officeDocument/2006/relationships/image" Target="../media/image8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4.xml"/><Relationship Id="rId2" Type="http://schemas.openxmlformats.org/officeDocument/2006/relationships/chart" Target="../charts/chart13.xml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15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jpg"/><Relationship Id="rId3" Type="http://schemas.openxmlformats.org/officeDocument/2006/relationships/image" Target="../media/image11.jpg"/><Relationship Id="rId7" Type="http://schemas.openxmlformats.org/officeDocument/2006/relationships/image" Target="../media/image15.jpg"/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4.jpg"/><Relationship Id="rId5" Type="http://schemas.openxmlformats.org/officeDocument/2006/relationships/image" Target="../media/image13.jpg"/><Relationship Id="rId10" Type="http://schemas.openxmlformats.org/officeDocument/2006/relationships/image" Target="../media/image18.jpg"/><Relationship Id="rId4" Type="http://schemas.openxmlformats.org/officeDocument/2006/relationships/image" Target="../media/image12.jpg"/><Relationship Id="rId9" Type="http://schemas.openxmlformats.org/officeDocument/2006/relationships/image" Target="../media/image17.jp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00D98AA-BCED-E62C-F197-5CB55BAF449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dirty="0"/>
              <a:t>SI Figures</a:t>
            </a:r>
          </a:p>
        </p:txBody>
      </p:sp>
    </p:spTree>
    <p:extLst>
      <p:ext uri="{BB962C8B-B14F-4D97-AF65-F5344CB8AC3E}">
        <p14:creationId xmlns:p14="http://schemas.microsoft.com/office/powerpoint/2010/main" val="238342247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833130-33DC-211D-CFD4-214D8ADC19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323E4862-5894-8C4A-9E4E-B75A7FDC409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257113784"/>
              </p:ext>
            </p:extLst>
          </p:nvPr>
        </p:nvGraphicFramePr>
        <p:xfrm>
          <a:off x="793297" y="7909310"/>
          <a:ext cx="6118679" cy="360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4" name="Chart 3">
            <a:extLst>
              <a:ext uri="{FF2B5EF4-FFF2-40B4-BE49-F238E27FC236}">
                <a16:creationId xmlns:a16="http://schemas.microsoft.com/office/drawing/2014/main" id="{A90848DF-90C6-4C76-ABF8-C9C32EFE47A5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8435230"/>
              </p:ext>
            </p:extLst>
          </p:nvPr>
        </p:nvGraphicFramePr>
        <p:xfrm>
          <a:off x="793296" y="11915710"/>
          <a:ext cx="6120000" cy="360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0FA78AA3-1D2A-4CDF-8B46-23AA1BBCCE8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811007041"/>
              </p:ext>
            </p:extLst>
          </p:nvPr>
        </p:nvGraphicFramePr>
        <p:xfrm>
          <a:off x="7145792" y="12186722"/>
          <a:ext cx="4252913" cy="33289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5450A94E-15DF-975D-7A85-1A232600FD38}"/>
              </a:ext>
            </a:extLst>
          </p:cNvPr>
          <p:cNvSpPr/>
          <p:nvPr/>
        </p:nvSpPr>
        <p:spPr>
          <a:xfrm>
            <a:off x="2295526" y="10293351"/>
            <a:ext cx="1924051" cy="1215960"/>
          </a:xfrm>
          <a:prstGeom prst="rect">
            <a:avLst/>
          </a:prstGeom>
          <a:noFill/>
          <a:ln w="38100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 sz="900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C883786-071D-190A-8843-3C3D1224A0E8}"/>
              </a:ext>
            </a:extLst>
          </p:cNvPr>
          <p:cNvSpPr/>
          <p:nvPr/>
        </p:nvSpPr>
        <p:spPr>
          <a:xfrm>
            <a:off x="2295526" y="14052551"/>
            <a:ext cx="2035175" cy="1463159"/>
          </a:xfrm>
          <a:prstGeom prst="rect">
            <a:avLst/>
          </a:prstGeom>
          <a:noFill/>
          <a:ln w="38100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 sz="900" dirty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CA381410-3B7E-C74E-1004-1AD4F82CED18}"/>
              </a:ext>
            </a:extLst>
          </p:cNvPr>
          <p:cNvSpPr/>
          <p:nvPr/>
        </p:nvSpPr>
        <p:spPr>
          <a:xfrm>
            <a:off x="7187007" y="12518743"/>
            <a:ext cx="4252913" cy="2996967"/>
          </a:xfrm>
          <a:prstGeom prst="rect">
            <a:avLst/>
          </a:prstGeom>
          <a:noFill/>
          <a:ln w="38100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 sz="900" dirty="0"/>
          </a:p>
        </p:txBody>
      </p:sp>
      <p:graphicFrame>
        <p:nvGraphicFramePr>
          <p:cNvPr id="9" name="Chart 8">
            <a:extLst>
              <a:ext uri="{FF2B5EF4-FFF2-40B4-BE49-F238E27FC236}">
                <a16:creationId xmlns:a16="http://schemas.microsoft.com/office/drawing/2014/main" id="{57BBCAAD-0E21-4F1B-A4FE-613EDA19EF64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767511487"/>
              </p:ext>
            </p:extLst>
          </p:nvPr>
        </p:nvGraphicFramePr>
        <p:xfrm>
          <a:off x="7145791" y="8180322"/>
          <a:ext cx="4251600" cy="33289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0" name="Rectangle 9">
            <a:extLst>
              <a:ext uri="{FF2B5EF4-FFF2-40B4-BE49-F238E27FC236}">
                <a16:creationId xmlns:a16="http://schemas.microsoft.com/office/drawing/2014/main" id="{A6BDE37C-1CC7-9FD0-8235-E78E2C2ADFF7}"/>
              </a:ext>
            </a:extLst>
          </p:cNvPr>
          <p:cNvSpPr/>
          <p:nvPr/>
        </p:nvSpPr>
        <p:spPr>
          <a:xfrm>
            <a:off x="7187006" y="8449191"/>
            <a:ext cx="4252913" cy="3107261"/>
          </a:xfrm>
          <a:prstGeom prst="rect">
            <a:avLst/>
          </a:prstGeom>
          <a:noFill/>
          <a:ln w="38100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 sz="900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EC4FBABA-50FB-2B2D-EAC2-FFB0B2BBDD65}"/>
              </a:ext>
            </a:extLst>
          </p:cNvPr>
          <p:cNvSpPr txBox="1"/>
          <p:nvPr/>
        </p:nvSpPr>
        <p:spPr>
          <a:xfrm>
            <a:off x="573524" y="7887934"/>
            <a:ext cx="59259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sz="2800" b="1" dirty="0"/>
              <a:t>(a)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713A75C-9A31-CA6B-E44D-07BCA1AE1C63}"/>
              </a:ext>
            </a:extLst>
          </p:cNvPr>
          <p:cNvSpPr txBox="1"/>
          <p:nvPr/>
        </p:nvSpPr>
        <p:spPr>
          <a:xfrm>
            <a:off x="6788504" y="7819416"/>
            <a:ext cx="60625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sz="2800" b="1" dirty="0"/>
              <a:t>(b)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FF02755-4699-9DB5-959C-9871849273F0}"/>
              </a:ext>
            </a:extLst>
          </p:cNvPr>
          <p:cNvSpPr txBox="1"/>
          <p:nvPr/>
        </p:nvSpPr>
        <p:spPr>
          <a:xfrm>
            <a:off x="2775190" y="15583555"/>
            <a:ext cx="23326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sz="1600" dirty="0">
                <a:latin typeface="Avenir LT Std 65 Medium" panose="020B0803020203020204" pitchFamily="34" charset="0"/>
              </a:rPr>
              <a:t>Chemical shift </a:t>
            </a:r>
            <a:r>
              <a:rPr lang="el-GR" sz="1600" dirty="0">
                <a:latin typeface="Avenir LT Std 65 Medium" panose="020B0803020203020204" pitchFamily="34" charset="0"/>
                <a:cs typeface="Times New Roman" panose="02020603050405020304" pitchFamily="18" charset="0"/>
              </a:rPr>
              <a:t>δ</a:t>
            </a:r>
            <a:r>
              <a:rPr lang="en-CA" sz="1600" dirty="0">
                <a:latin typeface="Avenir LT Std 65 Medium" panose="020B0803020203020204" pitchFamily="34" charset="0"/>
              </a:rPr>
              <a:t> (ppm)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CC6F2C2-0C52-0929-BE5B-7D6D9B62E448}"/>
              </a:ext>
            </a:extLst>
          </p:cNvPr>
          <p:cNvSpPr txBox="1"/>
          <p:nvPr/>
        </p:nvSpPr>
        <p:spPr>
          <a:xfrm>
            <a:off x="8339365" y="15583555"/>
            <a:ext cx="23326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sz="1600" dirty="0">
                <a:latin typeface="Avenir LT Std 65 Medium" panose="020B0803020203020204" pitchFamily="34" charset="0"/>
              </a:rPr>
              <a:t>Chemical shift </a:t>
            </a:r>
            <a:r>
              <a:rPr lang="el-GR" sz="1600" dirty="0">
                <a:latin typeface="Avenir LT Std 65 Medium" panose="020B0803020203020204" pitchFamily="34" charset="0"/>
                <a:cs typeface="Times New Roman" panose="02020603050405020304" pitchFamily="18" charset="0"/>
              </a:rPr>
              <a:t>δ</a:t>
            </a:r>
            <a:r>
              <a:rPr lang="en-CA" sz="1600" dirty="0">
                <a:latin typeface="Avenir LT Std 65 Medium" panose="020B0803020203020204" pitchFamily="34" charset="0"/>
              </a:rPr>
              <a:t> (ppm)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38E4039-5F00-411A-E1A3-4B22021E58D1}"/>
              </a:ext>
            </a:extLst>
          </p:cNvPr>
          <p:cNvSpPr txBox="1"/>
          <p:nvPr/>
        </p:nvSpPr>
        <p:spPr>
          <a:xfrm>
            <a:off x="929398" y="8545254"/>
            <a:ext cx="320376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dirty="0">
                <a:latin typeface="Avenir LT Std 45 Book" panose="020B0502020203020204" pitchFamily="34" charset="0"/>
              </a:rPr>
              <a:t>Se-M ethanol recrystallization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A9FC08ED-9B66-839E-4736-614925E5FA96}"/>
              </a:ext>
            </a:extLst>
          </p:cNvPr>
          <p:cNvSpPr txBox="1"/>
          <p:nvPr/>
        </p:nvSpPr>
        <p:spPr>
          <a:xfrm>
            <a:off x="996834" y="12518744"/>
            <a:ext cx="434986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CA" dirty="0">
                <a:latin typeface="Avenir LT Std 45 Book" panose="020B0502020203020204" pitchFamily="34" charset="0"/>
              </a:rPr>
              <a:t>Se-M ethanol + 1x methanol  recrystallization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A122F533-6E1B-D73B-7378-EF7271E7CE51}"/>
              </a:ext>
            </a:extLst>
          </p:cNvPr>
          <p:cNvSpPr txBox="1"/>
          <p:nvPr/>
        </p:nvSpPr>
        <p:spPr>
          <a:xfrm>
            <a:off x="550282" y="11929509"/>
            <a:ext cx="59343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sz="2800" b="1" dirty="0"/>
              <a:t>(c)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90EEAB51-73FD-D757-109B-0C053D66C589}"/>
              </a:ext>
            </a:extLst>
          </p:cNvPr>
          <p:cNvSpPr txBox="1"/>
          <p:nvPr/>
        </p:nvSpPr>
        <p:spPr>
          <a:xfrm>
            <a:off x="6788504" y="11887420"/>
            <a:ext cx="60625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sz="2800" b="1" dirty="0"/>
              <a:t>(d)</a:t>
            </a:r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DD28537A-A9D2-352D-6C51-FA3BF7836270}"/>
              </a:ext>
            </a:extLst>
          </p:cNvPr>
          <p:cNvSpPr/>
          <p:nvPr/>
        </p:nvSpPr>
        <p:spPr>
          <a:xfrm>
            <a:off x="9505710" y="10509250"/>
            <a:ext cx="489190" cy="596900"/>
          </a:xfrm>
          <a:prstGeom prst="ellipse">
            <a:avLst/>
          </a:prstGeom>
          <a:solidFill>
            <a:schemeClr val="bg1">
              <a:lumMod val="85000"/>
              <a:alpha val="5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5A6DCF53-96F0-FAF4-4306-C1E754EE69AA}"/>
              </a:ext>
            </a:extLst>
          </p:cNvPr>
          <p:cNvSpPr/>
          <p:nvPr/>
        </p:nvSpPr>
        <p:spPr>
          <a:xfrm>
            <a:off x="9505710" y="14671520"/>
            <a:ext cx="489190" cy="596900"/>
          </a:xfrm>
          <a:prstGeom prst="ellipse">
            <a:avLst/>
          </a:prstGeom>
          <a:solidFill>
            <a:schemeClr val="bg1">
              <a:lumMod val="85000"/>
              <a:alpha val="5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B00A4421-66B6-A47C-18CF-9FAA945AD119}"/>
              </a:ext>
            </a:extLst>
          </p:cNvPr>
          <p:cNvSpPr/>
          <p:nvPr/>
        </p:nvSpPr>
        <p:spPr>
          <a:xfrm>
            <a:off x="10452207" y="14654283"/>
            <a:ext cx="489190" cy="596900"/>
          </a:xfrm>
          <a:prstGeom prst="ellipse">
            <a:avLst/>
          </a:prstGeom>
          <a:solidFill>
            <a:schemeClr val="bg1">
              <a:lumMod val="85000"/>
              <a:alpha val="5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96E40D7A-A706-682A-5F10-8301D3845234}"/>
              </a:ext>
            </a:extLst>
          </p:cNvPr>
          <p:cNvSpPr/>
          <p:nvPr/>
        </p:nvSpPr>
        <p:spPr>
          <a:xfrm>
            <a:off x="10452207" y="10509250"/>
            <a:ext cx="489190" cy="596900"/>
          </a:xfrm>
          <a:prstGeom prst="ellipse">
            <a:avLst/>
          </a:prstGeom>
          <a:solidFill>
            <a:schemeClr val="bg1">
              <a:lumMod val="85000"/>
              <a:alpha val="5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25587E2B-3CE2-45BD-2BE4-8BC8EA999980}"/>
              </a:ext>
            </a:extLst>
          </p:cNvPr>
          <p:cNvSpPr txBox="1"/>
          <p:nvPr/>
        </p:nvSpPr>
        <p:spPr>
          <a:xfrm>
            <a:off x="8315962" y="10092776"/>
            <a:ext cx="1189749" cy="369332"/>
          </a:xfrm>
          <a:prstGeom prst="rect">
            <a:avLst/>
          </a:prstGeom>
          <a:solidFill>
            <a:srgbClr val="D9D9D9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CA" dirty="0">
                <a:latin typeface="Avenir LT Std 45 Book" panose="020B0502020203020204" pitchFamily="34" charset="0"/>
              </a:rPr>
              <a:t>impurities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00ACCFA6-1D04-6815-F881-3C7CBDE9DBDB}"/>
              </a:ext>
            </a:extLst>
          </p:cNvPr>
          <p:cNvSpPr txBox="1"/>
          <p:nvPr/>
        </p:nvSpPr>
        <p:spPr>
          <a:xfrm>
            <a:off x="8339366" y="14262983"/>
            <a:ext cx="1189749" cy="369332"/>
          </a:xfrm>
          <a:prstGeom prst="rect">
            <a:avLst/>
          </a:prstGeom>
          <a:solidFill>
            <a:srgbClr val="D9D9D9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CA" dirty="0">
                <a:latin typeface="Avenir LT Std 45 Book" panose="020B0502020203020204" pitchFamily="34" charset="0"/>
              </a:rPr>
              <a:t>impurities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E65A2D60-DF63-9CF1-D773-367969C08854}"/>
              </a:ext>
            </a:extLst>
          </p:cNvPr>
          <p:cNvSpPr txBox="1"/>
          <p:nvPr/>
        </p:nvSpPr>
        <p:spPr>
          <a:xfrm>
            <a:off x="692503" y="16403186"/>
            <a:ext cx="10248893" cy="203132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spcAft>
                <a:spcPts val="1000"/>
              </a:spcAft>
              <a:buNone/>
            </a:pPr>
            <a:r>
              <a:rPr lang="en-GB" sz="1800" b="1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Figure S1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. Raw 8-scans </a:t>
            </a:r>
            <a:r>
              <a:rPr lang="en-GB" sz="1800" baseline="300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1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H-NMR for different stages of </a:t>
            </a:r>
            <a:r>
              <a:rPr lang="en-GB" sz="1800" i="1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p-</a:t>
            </a:r>
            <a:r>
              <a:rPr lang="en-GB" sz="1800" dirty="0" err="1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phenylselenomethylstyrene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 (Se-M) purification process. </a:t>
            </a:r>
            <a:r>
              <a:rPr lang="en-GB" sz="1800" b="1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(a) 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Overall </a:t>
            </a:r>
            <a:r>
              <a:rPr lang="en-GB" sz="1800" baseline="300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1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H-NMR spectra for Se-M after ethanol recrystallization; </a:t>
            </a:r>
            <a:r>
              <a:rPr lang="en-GB" sz="1800" b="1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(b)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 Emphasis put on impurities with smaller doublets of doublets (dd) at 5.3 and 5.7 ppm indicates presence of vinyl species such as </a:t>
            </a:r>
            <a:r>
              <a:rPr lang="en-US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bis(p-</a:t>
            </a:r>
            <a:r>
              <a:rPr lang="en-US" sz="1800" dirty="0" err="1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vinylbenzyl</a:t>
            </a:r>
            <a:r>
              <a:rPr lang="en-US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) selenide (s) at 4.55 ppm and p-</a:t>
            </a:r>
            <a:r>
              <a:rPr lang="en-US" sz="1800" dirty="0" err="1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vinylbenzyl</a:t>
            </a:r>
            <a:r>
              <a:rPr lang="en-US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 alcohol (s) at 4.65 ppm. Ether species (s) at 3.70 ppm such as p-</a:t>
            </a:r>
            <a:r>
              <a:rPr lang="en-US" sz="1800" dirty="0" err="1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vinylbenzyl</a:t>
            </a:r>
            <a:r>
              <a:rPr lang="en-US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 methyl ether may have been formed during the synthesis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; </a:t>
            </a:r>
            <a:r>
              <a:rPr lang="en-GB" sz="1800" b="1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(c)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 Overall </a:t>
            </a:r>
            <a:r>
              <a:rPr lang="en-GB" sz="1800" baseline="300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1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H-NMR spectra for Se-M after ethanol and 1x methanol recrystallization; </a:t>
            </a:r>
            <a:r>
              <a:rPr lang="en-GB" sz="1800" b="1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(d)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 Emphasis put on impurities with smaller dd at 5.3 and 5.7 ppm. Peaks reduced intensity suggests effective reduction of impurities.</a:t>
            </a:r>
            <a:endParaRPr lang="en-US" sz="1800" dirty="0">
              <a:solidFill>
                <a:srgbClr val="404040"/>
              </a:solidFill>
              <a:effectLst/>
              <a:latin typeface="Times New Roman" panose="02020603050405020304" pitchFamily="18" charset="0"/>
              <a:ea typeface="Aptos" panose="020B0004020202020204" pitchFamily="34" charset="0"/>
              <a:cs typeface="Times New Roman" panose="02020603050405020304" pitchFamily="18" charset="0"/>
            </a:endParaRPr>
          </a:p>
        </p:txBody>
      </p:sp>
      <p:cxnSp>
        <p:nvCxnSpPr>
          <p:cNvPr id="17" name="Straight Arrow Connector 16">
            <a:extLst>
              <a:ext uri="{FF2B5EF4-FFF2-40B4-BE49-F238E27FC236}">
                <a16:creationId xmlns:a16="http://schemas.microsoft.com/office/drawing/2014/main" id="{89572B69-9A62-2F71-4545-698FE9D6D145}"/>
              </a:ext>
            </a:extLst>
          </p:cNvPr>
          <p:cNvCxnSpPr>
            <a:cxnSpLocks/>
          </p:cNvCxnSpPr>
          <p:nvPr/>
        </p:nvCxnSpPr>
        <p:spPr>
          <a:xfrm>
            <a:off x="8953500" y="10509250"/>
            <a:ext cx="723900" cy="284778"/>
          </a:xfrm>
          <a:prstGeom prst="straightConnector1">
            <a:avLst/>
          </a:prstGeom>
          <a:ln>
            <a:prstDash val="sysDot"/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21" name="Straight Arrow Connector 20">
            <a:extLst>
              <a:ext uri="{FF2B5EF4-FFF2-40B4-BE49-F238E27FC236}">
                <a16:creationId xmlns:a16="http://schemas.microsoft.com/office/drawing/2014/main" id="{CFD90C96-3270-FCB6-8238-95A77208DD03}"/>
              </a:ext>
            </a:extLst>
          </p:cNvPr>
          <p:cNvCxnSpPr>
            <a:cxnSpLocks/>
          </p:cNvCxnSpPr>
          <p:nvPr/>
        </p:nvCxnSpPr>
        <p:spPr>
          <a:xfrm>
            <a:off x="8953500" y="10501313"/>
            <a:ext cx="820617" cy="229664"/>
          </a:xfrm>
          <a:prstGeom prst="straightConnector1">
            <a:avLst/>
          </a:prstGeom>
          <a:ln>
            <a:prstDash val="sysDot"/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33" name="Straight Arrow Connector 32">
            <a:extLst>
              <a:ext uri="{FF2B5EF4-FFF2-40B4-BE49-F238E27FC236}">
                <a16:creationId xmlns:a16="http://schemas.microsoft.com/office/drawing/2014/main" id="{9B37798A-83E5-2326-0476-1709425EA864}"/>
              </a:ext>
            </a:extLst>
          </p:cNvPr>
          <p:cNvCxnSpPr>
            <a:cxnSpLocks/>
          </p:cNvCxnSpPr>
          <p:nvPr/>
        </p:nvCxnSpPr>
        <p:spPr>
          <a:xfrm>
            <a:off x="8953500" y="14708097"/>
            <a:ext cx="723900" cy="284778"/>
          </a:xfrm>
          <a:prstGeom prst="straightConnector1">
            <a:avLst/>
          </a:prstGeom>
          <a:ln>
            <a:prstDash val="sysDot"/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34" name="Straight Arrow Connector 33">
            <a:extLst>
              <a:ext uri="{FF2B5EF4-FFF2-40B4-BE49-F238E27FC236}">
                <a16:creationId xmlns:a16="http://schemas.microsoft.com/office/drawing/2014/main" id="{EB7BCCF8-CF38-1E7A-4E63-CF6F753BDFE4}"/>
              </a:ext>
            </a:extLst>
          </p:cNvPr>
          <p:cNvCxnSpPr>
            <a:cxnSpLocks/>
          </p:cNvCxnSpPr>
          <p:nvPr/>
        </p:nvCxnSpPr>
        <p:spPr>
          <a:xfrm>
            <a:off x="8953500" y="14700160"/>
            <a:ext cx="820617" cy="229664"/>
          </a:xfrm>
          <a:prstGeom prst="straightConnector1">
            <a:avLst/>
          </a:prstGeom>
          <a:ln>
            <a:prstDash val="sysDot"/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1354156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Chart 9">
            <a:extLst>
              <a:ext uri="{FF2B5EF4-FFF2-40B4-BE49-F238E27FC236}">
                <a16:creationId xmlns:a16="http://schemas.microsoft.com/office/drawing/2014/main" id="{8CD875BF-159A-4B00-9DBB-8605B5F0C56E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562201782"/>
              </p:ext>
            </p:extLst>
          </p:nvPr>
        </p:nvGraphicFramePr>
        <p:xfrm>
          <a:off x="2266950" y="7127880"/>
          <a:ext cx="6718300" cy="642898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1" name="Rectangle 10">
            <a:extLst>
              <a:ext uri="{FF2B5EF4-FFF2-40B4-BE49-F238E27FC236}">
                <a16:creationId xmlns:a16="http://schemas.microsoft.com/office/drawing/2014/main" id="{7A6EF3FC-AA6C-340C-E66D-A0EB5FCC064C}"/>
              </a:ext>
            </a:extLst>
          </p:cNvPr>
          <p:cNvSpPr/>
          <p:nvPr/>
        </p:nvSpPr>
        <p:spPr>
          <a:xfrm>
            <a:off x="5108865" y="7461640"/>
            <a:ext cx="258618" cy="5668428"/>
          </a:xfrm>
          <a:prstGeom prst="rect">
            <a:avLst/>
          </a:prstGeom>
          <a:solidFill>
            <a:srgbClr val="9900C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 sz="900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4167D9DA-2FF2-3B9F-3117-35343E394622}"/>
              </a:ext>
            </a:extLst>
          </p:cNvPr>
          <p:cNvSpPr txBox="1"/>
          <p:nvPr/>
        </p:nvSpPr>
        <p:spPr>
          <a:xfrm>
            <a:off x="3670556" y="7533522"/>
            <a:ext cx="159210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sz="1600" dirty="0">
                <a:solidFill>
                  <a:srgbClr val="14D446"/>
                </a:solidFill>
                <a:latin typeface="Avenir LT Std 45 Book" panose="020B0502020203020204" pitchFamily="34" charset="0"/>
              </a:rPr>
              <a:t>0.25 % w/w R1 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72978E7F-ABC9-ADAD-B668-0661FF269E2D}"/>
              </a:ext>
            </a:extLst>
          </p:cNvPr>
          <p:cNvSpPr txBox="1"/>
          <p:nvPr/>
        </p:nvSpPr>
        <p:spPr>
          <a:xfrm>
            <a:off x="3670554" y="8153178"/>
            <a:ext cx="159210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sz="1600" dirty="0">
                <a:solidFill>
                  <a:srgbClr val="14D446"/>
                </a:solidFill>
                <a:latin typeface="Avenir LT Std 45 Book" panose="020B0502020203020204" pitchFamily="34" charset="0"/>
              </a:rPr>
              <a:t>0.25 % w/w R2 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B0126CC-1631-AA21-2C2E-507D800AE436}"/>
              </a:ext>
            </a:extLst>
          </p:cNvPr>
          <p:cNvSpPr txBox="1"/>
          <p:nvPr/>
        </p:nvSpPr>
        <p:spPr>
          <a:xfrm>
            <a:off x="3670555" y="8772834"/>
            <a:ext cx="159210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sz="1600" dirty="0">
                <a:solidFill>
                  <a:srgbClr val="14D446"/>
                </a:solidFill>
                <a:latin typeface="Avenir LT Std 45 Book" panose="020B0502020203020204" pitchFamily="34" charset="0"/>
              </a:rPr>
              <a:t>0.25 % w/w R3 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060EF149-AC80-1FA0-29BB-D1AEC1E535F5}"/>
              </a:ext>
            </a:extLst>
          </p:cNvPr>
          <p:cNvSpPr txBox="1"/>
          <p:nvPr/>
        </p:nvSpPr>
        <p:spPr>
          <a:xfrm>
            <a:off x="3670556" y="9363147"/>
            <a:ext cx="1478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sz="1600" dirty="0">
                <a:solidFill>
                  <a:srgbClr val="E40D0D"/>
                </a:solidFill>
                <a:latin typeface="Avenir LT Std 45 Book" panose="020B0502020203020204" pitchFamily="34" charset="0"/>
              </a:rPr>
              <a:t>0.7 % w/w R1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9AAAC36-D97B-7D1E-C38F-71BDD9AD9537}"/>
              </a:ext>
            </a:extLst>
          </p:cNvPr>
          <p:cNvSpPr txBox="1"/>
          <p:nvPr/>
        </p:nvSpPr>
        <p:spPr>
          <a:xfrm>
            <a:off x="3670553" y="9982802"/>
            <a:ext cx="1478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sz="1600" dirty="0">
                <a:solidFill>
                  <a:srgbClr val="E40D0D"/>
                </a:solidFill>
                <a:latin typeface="Avenir LT Std 45 Book" panose="020B0502020203020204" pitchFamily="34" charset="0"/>
              </a:rPr>
              <a:t>0.7 % w/w R2 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CBB73078-37E9-553A-6BE1-C17E21DF7831}"/>
              </a:ext>
            </a:extLst>
          </p:cNvPr>
          <p:cNvSpPr txBox="1"/>
          <p:nvPr/>
        </p:nvSpPr>
        <p:spPr>
          <a:xfrm>
            <a:off x="3670555" y="10602457"/>
            <a:ext cx="1478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sz="1600" dirty="0">
                <a:solidFill>
                  <a:srgbClr val="E40D0D"/>
                </a:solidFill>
                <a:latin typeface="Avenir LT Std 45 Book" panose="020B0502020203020204" pitchFamily="34" charset="0"/>
              </a:rPr>
              <a:t>0.7 % w/w R3 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E5111321-AD92-577E-D582-7DA54DC8A3C9}"/>
              </a:ext>
            </a:extLst>
          </p:cNvPr>
          <p:cNvSpPr txBox="1"/>
          <p:nvPr/>
        </p:nvSpPr>
        <p:spPr>
          <a:xfrm>
            <a:off x="3670553" y="11317057"/>
            <a:ext cx="1478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sz="1600" dirty="0">
                <a:latin typeface="Avenir LT Std 45 Book" panose="020B0502020203020204" pitchFamily="34" charset="0"/>
              </a:rPr>
              <a:t>2.7 % w/w R1 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066F96CC-2526-ACB9-1C86-7FB4E37AA7F2}"/>
              </a:ext>
            </a:extLst>
          </p:cNvPr>
          <p:cNvSpPr txBox="1"/>
          <p:nvPr/>
        </p:nvSpPr>
        <p:spPr>
          <a:xfrm>
            <a:off x="3670550" y="11936712"/>
            <a:ext cx="1478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sz="1600" dirty="0">
                <a:latin typeface="Avenir LT Std 45 Book" panose="020B0502020203020204" pitchFamily="34" charset="0"/>
              </a:rPr>
              <a:t>2.7 % w/w R2 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D9A4351-3F90-F961-26FD-B6C57890A53E}"/>
              </a:ext>
            </a:extLst>
          </p:cNvPr>
          <p:cNvSpPr txBox="1"/>
          <p:nvPr/>
        </p:nvSpPr>
        <p:spPr>
          <a:xfrm>
            <a:off x="3670552" y="12556368"/>
            <a:ext cx="14782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sz="1600" dirty="0">
                <a:latin typeface="Avenir LT Std 45 Book" panose="020B0502020203020204" pitchFamily="34" charset="0"/>
              </a:rPr>
              <a:t>2.7 % w/w R3 </a:t>
            </a:r>
          </a:p>
        </p:txBody>
      </p:sp>
      <p:graphicFrame>
        <p:nvGraphicFramePr>
          <p:cNvPr id="25" name="Chart 24">
            <a:extLst>
              <a:ext uri="{FF2B5EF4-FFF2-40B4-BE49-F238E27FC236}">
                <a16:creationId xmlns:a16="http://schemas.microsoft.com/office/drawing/2014/main" id="{7B5D4848-F943-AFC3-8AF8-9B1DDF4784AD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305950733"/>
              </p:ext>
            </p:extLst>
          </p:nvPr>
        </p:nvGraphicFramePr>
        <p:xfrm>
          <a:off x="9053781" y="6884365"/>
          <a:ext cx="1037359" cy="67871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6" name="Rectangle 25">
            <a:extLst>
              <a:ext uri="{FF2B5EF4-FFF2-40B4-BE49-F238E27FC236}">
                <a16:creationId xmlns:a16="http://schemas.microsoft.com/office/drawing/2014/main" id="{0C9CA8E0-CDBE-681C-725F-65AF4AC7073B}"/>
              </a:ext>
            </a:extLst>
          </p:cNvPr>
          <p:cNvSpPr/>
          <p:nvPr/>
        </p:nvSpPr>
        <p:spPr>
          <a:xfrm>
            <a:off x="9178348" y="7526496"/>
            <a:ext cx="798944" cy="5668428"/>
          </a:xfrm>
          <a:prstGeom prst="rect">
            <a:avLst/>
          </a:prstGeom>
          <a:solidFill>
            <a:srgbClr val="9900C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 sz="900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2FB1B8BA-7C95-522C-6969-033C4F55A6A9}"/>
              </a:ext>
            </a:extLst>
          </p:cNvPr>
          <p:cNvSpPr txBox="1"/>
          <p:nvPr/>
        </p:nvSpPr>
        <p:spPr>
          <a:xfrm>
            <a:off x="4708488" y="7144258"/>
            <a:ext cx="13179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sz="1600" dirty="0">
                <a:latin typeface="Avenir LT Std 45 Book" panose="020B0502020203020204" pitchFamily="34" charset="0"/>
              </a:rPr>
              <a:t>4.05 ppm (s)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82629A1F-E3AE-4D24-4093-00DC43FD950B}"/>
              </a:ext>
            </a:extLst>
          </p:cNvPr>
          <p:cNvSpPr txBox="1"/>
          <p:nvPr/>
        </p:nvSpPr>
        <p:spPr>
          <a:xfrm>
            <a:off x="8913462" y="7156672"/>
            <a:ext cx="13179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sz="1600" dirty="0">
                <a:latin typeface="Avenir LT Std 45 Book" panose="020B0502020203020204" pitchFamily="34" charset="0"/>
              </a:rPr>
              <a:t>4.05 ppm (s)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23FA9B0D-8070-2ABE-6F00-527098541AB1}"/>
              </a:ext>
            </a:extLst>
          </p:cNvPr>
          <p:cNvSpPr txBox="1"/>
          <p:nvPr/>
        </p:nvSpPr>
        <p:spPr>
          <a:xfrm>
            <a:off x="4708492" y="13535720"/>
            <a:ext cx="206498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sz="1400" dirty="0">
                <a:latin typeface="Avenir LT Std 65 Medium" panose="020B0803020203020204" pitchFamily="34" charset="0"/>
              </a:rPr>
              <a:t>Chemical shift </a:t>
            </a:r>
            <a:r>
              <a:rPr lang="el-GR" sz="1400" dirty="0">
                <a:latin typeface="Avenir LT Std 65 Medium" panose="020B0803020203020204" pitchFamily="34" charset="0"/>
                <a:cs typeface="Times New Roman" panose="02020603050405020304" pitchFamily="18" charset="0"/>
              </a:rPr>
              <a:t>δ</a:t>
            </a:r>
            <a:r>
              <a:rPr lang="en-CA" sz="1400" dirty="0">
                <a:latin typeface="Avenir LT Std 65 Medium" panose="020B0803020203020204" pitchFamily="34" charset="0"/>
              </a:rPr>
              <a:t> (ppm)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C76374DC-B689-6CCA-FCAD-9485D7B700F3}"/>
              </a:ext>
            </a:extLst>
          </p:cNvPr>
          <p:cNvSpPr txBox="1"/>
          <p:nvPr/>
        </p:nvSpPr>
        <p:spPr>
          <a:xfrm>
            <a:off x="2736852" y="24474423"/>
            <a:ext cx="778766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CA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SI Figure 2B. Additional H-NMR data on triplicates (R1-R2-R3) for different Se-to-polymer ratios determined by XPS (0.3%, 0.7%, 2.3% w/w). Emphasis in purple box was put on the chemical shift around 4.05 ppm, indicates singlet corresponding to 2H on R-Se-CH</a:t>
            </a:r>
            <a:r>
              <a:rPr lang="en-CA" sz="12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en-CA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-R. Increased ratio increased intensity.</a:t>
            </a:r>
            <a:endParaRPr lang="en-CA" sz="12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B4A8C18A-B17A-7F0F-E600-182111D9E656}"/>
              </a:ext>
            </a:extLst>
          </p:cNvPr>
          <p:cNvSpPr txBox="1"/>
          <p:nvPr/>
        </p:nvSpPr>
        <p:spPr>
          <a:xfrm>
            <a:off x="2366739" y="7276974"/>
            <a:ext cx="59259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sz="2800" b="1" dirty="0"/>
              <a:t>(a)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C12D4282-1BDA-1AED-495A-2C0020F7E4AF}"/>
              </a:ext>
            </a:extLst>
          </p:cNvPr>
          <p:cNvSpPr txBox="1"/>
          <p:nvPr/>
        </p:nvSpPr>
        <p:spPr>
          <a:xfrm>
            <a:off x="8447524" y="7276974"/>
            <a:ext cx="60625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sz="2800" b="1" dirty="0"/>
              <a:t>(b)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3C48793-78E0-3F8E-FBEF-A82A60735226}"/>
              </a:ext>
            </a:extLst>
          </p:cNvPr>
          <p:cNvSpPr txBox="1"/>
          <p:nvPr/>
        </p:nvSpPr>
        <p:spPr>
          <a:xfrm>
            <a:off x="2366738" y="14226566"/>
            <a:ext cx="7864713" cy="203132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spcAft>
                <a:spcPts val="1000"/>
              </a:spcAft>
              <a:buNone/>
            </a:pPr>
            <a:r>
              <a:rPr lang="en-GB" sz="1800" b="1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Figure S2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. Additional </a:t>
            </a:r>
            <a:r>
              <a:rPr lang="en-GB" sz="1800" baseline="300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1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H-NMR and XPS data on triplicates (R1, R2, R3) for different Se-to-polymer ratios determined by XPS. </a:t>
            </a:r>
            <a:r>
              <a:rPr lang="en-GB" sz="1800" b="1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(a)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 </a:t>
            </a:r>
            <a:r>
              <a:rPr lang="en-GB" sz="1800" baseline="300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1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H-NMR spectra for individual replicates and values provided on spectra are XPS data. Average XPS Se-to-polymer weight ratio compiles to 0.25 ± 0.02% w/w for a feed ratio of 0.5% w/w, 0.72 ± 0.10% w/w for a feed ratio of 1.0% w/w and 2.6 ± 0.18% w/w for a feed ratio of 3.0% w/w; </a:t>
            </a:r>
            <a:r>
              <a:rPr lang="en-GB" sz="1800" b="1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(b)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 Emphasis in purple box was put on the chemical shift around 4.05 ppm, indicates singlet corresponding to 2H on R-Se-CH</a:t>
            </a:r>
            <a:r>
              <a:rPr lang="en-GB" sz="1800" baseline="-250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2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-R.</a:t>
            </a:r>
            <a:endParaRPr lang="en-US" sz="1800" dirty="0">
              <a:solidFill>
                <a:srgbClr val="404040"/>
              </a:solidFill>
              <a:effectLst/>
              <a:latin typeface="Times New Roman" panose="02020603050405020304" pitchFamily="18" charset="0"/>
              <a:ea typeface="Aptos" panose="020B000402020202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0942401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B8B514F9-3FC8-4C29-8EA9-C518DF96BDE2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522057763"/>
              </p:ext>
            </p:extLst>
          </p:nvPr>
        </p:nvGraphicFramePr>
        <p:xfrm>
          <a:off x="2138219" y="7550150"/>
          <a:ext cx="3923664" cy="600353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pic>
        <p:nvPicPr>
          <p:cNvPr id="15" name="Picture 14">
            <a:extLst>
              <a:ext uri="{FF2B5EF4-FFF2-40B4-BE49-F238E27FC236}">
                <a16:creationId xmlns:a16="http://schemas.microsoft.com/office/drawing/2014/main" id="{3313C4B1-609D-2CCF-85D3-E728285B9E1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41493" y="8261620"/>
            <a:ext cx="1521533" cy="1519887"/>
          </a:xfrm>
          <a:prstGeom prst="rect">
            <a:avLst/>
          </a:prstGeom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536571F4-3FD2-BEA2-870C-8BC0B4142CE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541493" y="9925544"/>
            <a:ext cx="1517061" cy="1520337"/>
          </a:xfrm>
          <a:prstGeom prst="rect">
            <a:avLst/>
          </a:prstGeom>
          <a:ln>
            <a:solidFill>
              <a:srgbClr val="00B050"/>
            </a:solidFill>
          </a:ln>
        </p:spPr>
      </p:pic>
      <p:pic>
        <p:nvPicPr>
          <p:cNvPr id="19" name="Picture 18">
            <a:extLst>
              <a:ext uri="{FF2B5EF4-FFF2-40B4-BE49-F238E27FC236}">
                <a16:creationId xmlns:a16="http://schemas.microsoft.com/office/drawing/2014/main" id="{387572AE-802F-8DE4-6DC9-DCDF3AAC2ED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41488" y="11563985"/>
            <a:ext cx="1513080" cy="1509812"/>
          </a:xfrm>
          <a:prstGeom prst="rect">
            <a:avLst/>
          </a:prstGeom>
        </p:spPr>
      </p:pic>
      <p:graphicFrame>
        <p:nvGraphicFramePr>
          <p:cNvPr id="20" name="Chart 19">
            <a:extLst>
              <a:ext uri="{FF2B5EF4-FFF2-40B4-BE49-F238E27FC236}">
                <a16:creationId xmlns:a16="http://schemas.microsoft.com/office/drawing/2014/main" id="{FA4B4A96-9F1A-024E-E77E-46B205C81EAC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685227128"/>
              </p:ext>
            </p:extLst>
          </p:nvPr>
        </p:nvGraphicFramePr>
        <p:xfrm>
          <a:off x="5844913" y="7614184"/>
          <a:ext cx="1393904" cy="594440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21" name="Rectangle 20">
            <a:extLst>
              <a:ext uri="{FF2B5EF4-FFF2-40B4-BE49-F238E27FC236}">
                <a16:creationId xmlns:a16="http://schemas.microsoft.com/office/drawing/2014/main" id="{BCDBB47F-388D-7C12-680A-3E42CB71786F}"/>
              </a:ext>
            </a:extLst>
          </p:cNvPr>
          <p:cNvSpPr/>
          <p:nvPr/>
        </p:nvSpPr>
        <p:spPr>
          <a:xfrm>
            <a:off x="4798295" y="8034626"/>
            <a:ext cx="83127" cy="5103529"/>
          </a:xfrm>
          <a:prstGeom prst="rect">
            <a:avLst/>
          </a:prstGeom>
          <a:solidFill>
            <a:srgbClr val="14D446">
              <a:alpha val="5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C723CF0C-3127-515C-EC46-4E31C2C9FD11}"/>
              </a:ext>
            </a:extLst>
          </p:cNvPr>
          <p:cNvSpPr/>
          <p:nvPr/>
        </p:nvSpPr>
        <p:spPr>
          <a:xfrm>
            <a:off x="6156473" y="8261619"/>
            <a:ext cx="774959" cy="4923317"/>
          </a:xfrm>
          <a:prstGeom prst="rect">
            <a:avLst/>
          </a:prstGeom>
          <a:solidFill>
            <a:srgbClr val="14D446">
              <a:alpha val="5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8085ECC-CA78-5310-F270-181FA8D1A607}"/>
              </a:ext>
            </a:extLst>
          </p:cNvPr>
          <p:cNvSpPr txBox="1"/>
          <p:nvPr/>
        </p:nvSpPr>
        <p:spPr>
          <a:xfrm>
            <a:off x="6051238" y="7746291"/>
            <a:ext cx="120577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dirty="0">
                <a:latin typeface="Avenir LT Std 45 Book" panose="020B0502020203020204" pitchFamily="34" charset="0"/>
              </a:rPr>
              <a:t>1492 cm</a:t>
            </a:r>
            <a:r>
              <a:rPr lang="en-CA" baseline="30000" dirty="0">
                <a:latin typeface="Avenir LT Std 45 Book" panose="020B0502020203020204" pitchFamily="34" charset="0"/>
              </a:rPr>
              <a:t>-1</a:t>
            </a:r>
            <a:endParaRPr lang="en-CA" dirty="0">
              <a:latin typeface="Avenir LT Std 45 Book" panose="020B0502020203020204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948A1DC4-B517-DDA7-A863-726CCF76EF02}"/>
              </a:ext>
            </a:extLst>
          </p:cNvPr>
          <p:cNvSpPr txBox="1"/>
          <p:nvPr/>
        </p:nvSpPr>
        <p:spPr>
          <a:xfrm>
            <a:off x="4327584" y="7750470"/>
            <a:ext cx="120577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dirty="0">
                <a:latin typeface="Avenir LT Std 45 Book" panose="020B0502020203020204" pitchFamily="34" charset="0"/>
              </a:rPr>
              <a:t>1492 cm</a:t>
            </a:r>
            <a:r>
              <a:rPr lang="en-CA" baseline="30000" dirty="0">
                <a:latin typeface="Avenir LT Std 45 Book" panose="020B0502020203020204" pitchFamily="34" charset="0"/>
              </a:rPr>
              <a:t>-1</a:t>
            </a:r>
            <a:endParaRPr lang="en-CA" dirty="0">
              <a:latin typeface="Avenir LT Std 45 Book" panose="020B0502020203020204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D8CF667-0ACE-BC18-1DA6-E4061FFFF1D5}"/>
              </a:ext>
            </a:extLst>
          </p:cNvPr>
          <p:cNvSpPr txBox="1"/>
          <p:nvPr/>
        </p:nvSpPr>
        <p:spPr>
          <a:xfrm>
            <a:off x="3353463" y="13484563"/>
            <a:ext cx="2098736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CA" sz="1600" dirty="0">
                <a:latin typeface="Avenir LT Std 65 Medium" panose="020B0803020203020204" pitchFamily="34" charset="0"/>
              </a:rPr>
              <a:t>Wavenumber (cm</a:t>
            </a:r>
            <a:r>
              <a:rPr lang="en-CA" sz="1600" baseline="30000" dirty="0">
                <a:latin typeface="Avenir LT Std 65 Medium" panose="020B0803020203020204" pitchFamily="34" charset="0"/>
              </a:rPr>
              <a:t>-1</a:t>
            </a:r>
            <a:r>
              <a:rPr lang="en-CA" sz="1600" dirty="0">
                <a:latin typeface="Avenir LT Std 65 Medium" panose="020B0803020203020204" pitchFamily="34" charset="0"/>
              </a:rPr>
              <a:t>)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BAA7F5C-FC28-D21C-A459-5E6B253504F3}"/>
              </a:ext>
            </a:extLst>
          </p:cNvPr>
          <p:cNvSpPr txBox="1"/>
          <p:nvPr/>
        </p:nvSpPr>
        <p:spPr>
          <a:xfrm>
            <a:off x="1909737" y="8972506"/>
            <a:ext cx="44755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dirty="0">
                <a:latin typeface="Avenir LT Std 45 Book" panose="020B0502020203020204" pitchFamily="34" charset="0"/>
              </a:rPr>
              <a:t>R1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FBE53C1-D017-9F7F-AA89-3756E7B6A21A}"/>
              </a:ext>
            </a:extLst>
          </p:cNvPr>
          <p:cNvSpPr txBox="1"/>
          <p:nvPr/>
        </p:nvSpPr>
        <p:spPr>
          <a:xfrm>
            <a:off x="1901506" y="10496989"/>
            <a:ext cx="44755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dirty="0">
                <a:latin typeface="Avenir LT Std 45 Book" panose="020B0502020203020204" pitchFamily="34" charset="0"/>
              </a:rPr>
              <a:t>R2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AB6E511-B962-75A2-7AAD-8E6173A968B6}"/>
              </a:ext>
            </a:extLst>
          </p:cNvPr>
          <p:cNvSpPr txBox="1"/>
          <p:nvPr/>
        </p:nvSpPr>
        <p:spPr>
          <a:xfrm>
            <a:off x="1909737" y="12316893"/>
            <a:ext cx="44755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dirty="0">
                <a:latin typeface="Avenir LT Std 45 Book" panose="020B0502020203020204" pitchFamily="34" charset="0"/>
              </a:rPr>
              <a:t>R3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A4FCCCDE-E318-B2EA-CD8E-EFAC83DFC8CB}"/>
              </a:ext>
            </a:extLst>
          </p:cNvPr>
          <p:cNvGrpSpPr/>
          <p:nvPr/>
        </p:nvGrpSpPr>
        <p:grpSpPr>
          <a:xfrm>
            <a:off x="1393211" y="8034626"/>
            <a:ext cx="516526" cy="5168183"/>
            <a:chOff x="428011" y="3151475"/>
            <a:chExt cx="516526" cy="5168183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127ABCE7-191B-8392-8AD9-0B646A0D6ED1}"/>
                </a:ext>
              </a:extLst>
            </p:cNvPr>
            <p:cNvSpPr txBox="1"/>
            <p:nvPr/>
          </p:nvSpPr>
          <p:spPr>
            <a:xfrm rot="10800000">
              <a:off x="428011" y="4485126"/>
              <a:ext cx="461665" cy="2257425"/>
            </a:xfrm>
            <a:prstGeom prst="rect">
              <a:avLst/>
            </a:prstGeom>
            <a:noFill/>
          </p:spPr>
          <p:txBody>
            <a:bodyPr vert="eaVert" wrap="square" rtlCol="0">
              <a:spAutoFit/>
            </a:bodyPr>
            <a:lstStyle/>
            <a:p>
              <a:r>
                <a:rPr lang="en-CA" dirty="0">
                  <a:latin typeface="Avenir LT Std 45 Book" panose="020B0502020203020204" pitchFamily="34" charset="0"/>
                </a:rPr>
                <a:t>0.25% w/w Se-PS</a:t>
              </a: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3E91834A-893C-1CF9-98E5-FF34011EA5E1}"/>
                </a:ext>
              </a:extLst>
            </p:cNvPr>
            <p:cNvCxnSpPr/>
            <p:nvPr/>
          </p:nvCxnSpPr>
          <p:spPr>
            <a:xfrm flipH="1">
              <a:off x="944537" y="3151475"/>
              <a:ext cx="0" cy="5168183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071E23CB-2792-A27B-AF0A-A3728374E7B1}"/>
              </a:ext>
            </a:extLst>
          </p:cNvPr>
          <p:cNvSpPr txBox="1"/>
          <p:nvPr/>
        </p:nvSpPr>
        <p:spPr>
          <a:xfrm>
            <a:off x="1924990" y="7887868"/>
            <a:ext cx="59259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sz="2800" b="1" dirty="0"/>
              <a:t>(a)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A2A8B5E-4CA8-7038-1C8E-6C349601B3F7}"/>
              </a:ext>
            </a:extLst>
          </p:cNvPr>
          <p:cNvSpPr txBox="1"/>
          <p:nvPr/>
        </p:nvSpPr>
        <p:spPr>
          <a:xfrm>
            <a:off x="5550216" y="7862402"/>
            <a:ext cx="60625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sz="2800" b="1" dirty="0"/>
              <a:t>(b)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CA8FD26-1D37-C261-A200-2FBDD93ABE62}"/>
              </a:ext>
            </a:extLst>
          </p:cNvPr>
          <p:cNvSpPr txBox="1"/>
          <p:nvPr/>
        </p:nvSpPr>
        <p:spPr>
          <a:xfrm>
            <a:off x="6951776" y="7860593"/>
            <a:ext cx="87657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CA" sz="2800" b="1" dirty="0"/>
              <a:t>(c)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B19BDEF8-6718-F261-1ED8-55EEA89DB97B}"/>
              </a:ext>
            </a:extLst>
          </p:cNvPr>
          <p:cNvSpPr txBox="1"/>
          <p:nvPr/>
        </p:nvSpPr>
        <p:spPr>
          <a:xfrm>
            <a:off x="1732347" y="14046493"/>
            <a:ext cx="7922033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spcAft>
                <a:spcPts val="1000"/>
              </a:spcAft>
              <a:buNone/>
            </a:pPr>
            <a:r>
              <a:rPr lang="en-GB" sz="1800" b="1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Figure S3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.</a:t>
            </a:r>
            <a:r>
              <a:rPr lang="en-GB" sz="1800" b="1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 (a) 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Raw O-PTIR data on triplicates (R1, R2, R3) at 10 different locations for 0.25% w/w Se-PS; </a:t>
            </a:r>
            <a:r>
              <a:rPr lang="en-GB" sz="1800" b="1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(b)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 Emphasis in green box was put on the wavenumber around 1492 cm</a:t>
            </a:r>
            <a:r>
              <a:rPr lang="en-GB" sz="1800" baseline="300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-1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, where  indistinct peaks appear at 1480 cm</a:t>
            </a:r>
            <a:r>
              <a:rPr lang="en-GB" sz="1800" baseline="300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-1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 (para-disubstituted phenyl ring) and 1510 cm</a:t>
            </a:r>
            <a:r>
              <a:rPr lang="en-GB" sz="1800" baseline="300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-1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 (monosubstituted -</a:t>
            </a:r>
            <a:r>
              <a:rPr lang="en-GB" sz="1800" dirty="0" err="1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SePh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 phenyl ring); </a:t>
            </a:r>
            <a:r>
              <a:rPr lang="en-GB" sz="1800" b="1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(c) 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O-PTIR microscope images of 0.25% w/w Se-PS at 10x magnification with locations for spectra acquisitions indicated as small red squares.</a:t>
            </a:r>
            <a:endParaRPr lang="en-US" sz="1800" dirty="0">
              <a:solidFill>
                <a:srgbClr val="404040"/>
              </a:solidFill>
              <a:effectLst/>
              <a:latin typeface="Times New Roman" panose="02020603050405020304" pitchFamily="18" charset="0"/>
              <a:ea typeface="Aptos" panose="020B000402020202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26868114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2605F3-5541-DFB7-9FE3-8609476F71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Chart 10">
            <a:extLst>
              <a:ext uri="{FF2B5EF4-FFF2-40B4-BE49-F238E27FC236}">
                <a16:creationId xmlns:a16="http://schemas.microsoft.com/office/drawing/2014/main" id="{CB49BA6B-7E8B-000F-2FA5-5DF3CC321B0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230442988"/>
              </p:ext>
            </p:extLst>
          </p:nvPr>
        </p:nvGraphicFramePr>
        <p:xfrm>
          <a:off x="6175032" y="7491285"/>
          <a:ext cx="1430556" cy="594440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pic>
        <p:nvPicPr>
          <p:cNvPr id="13" name="Picture 12">
            <a:extLst>
              <a:ext uri="{FF2B5EF4-FFF2-40B4-BE49-F238E27FC236}">
                <a16:creationId xmlns:a16="http://schemas.microsoft.com/office/drawing/2014/main" id="{ED5C2CA4-51D7-C438-CA6A-9DC42D35250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05449" y="8128505"/>
            <a:ext cx="1519805" cy="1514718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E7E53DDB-5CAD-5233-703D-E2BFCAB5CD5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806550" y="9786883"/>
            <a:ext cx="1514718" cy="1514718"/>
          </a:xfrm>
          <a:prstGeom prst="rect">
            <a:avLst/>
          </a:prstGeom>
        </p:spPr>
      </p:pic>
      <p:pic>
        <p:nvPicPr>
          <p:cNvPr id="25" name="Picture 24">
            <a:extLst>
              <a:ext uri="{FF2B5EF4-FFF2-40B4-BE49-F238E27FC236}">
                <a16:creationId xmlns:a16="http://schemas.microsoft.com/office/drawing/2014/main" id="{BDEAAE8D-0B89-69C5-7048-580DEB1E447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803807" y="11428291"/>
            <a:ext cx="1513080" cy="1514718"/>
          </a:xfrm>
          <a:prstGeom prst="rect">
            <a:avLst/>
          </a:prstGeom>
        </p:spPr>
      </p:pic>
      <p:graphicFrame>
        <p:nvGraphicFramePr>
          <p:cNvPr id="2" name="Chart 1">
            <a:extLst>
              <a:ext uri="{FF2B5EF4-FFF2-40B4-BE49-F238E27FC236}">
                <a16:creationId xmlns:a16="http://schemas.microsoft.com/office/drawing/2014/main" id="{59519B36-A262-AECC-911A-828976D03958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133898434"/>
              </p:ext>
            </p:extLst>
          </p:nvPr>
        </p:nvGraphicFramePr>
        <p:xfrm>
          <a:off x="2349644" y="7491285"/>
          <a:ext cx="4004327" cy="594440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21" name="Rectangle 20">
            <a:extLst>
              <a:ext uri="{FF2B5EF4-FFF2-40B4-BE49-F238E27FC236}">
                <a16:creationId xmlns:a16="http://schemas.microsoft.com/office/drawing/2014/main" id="{EECEAA42-170C-0B7E-1342-CFDA6A13C6A8}"/>
              </a:ext>
            </a:extLst>
          </p:cNvPr>
          <p:cNvSpPr/>
          <p:nvPr/>
        </p:nvSpPr>
        <p:spPr>
          <a:xfrm>
            <a:off x="5064995" y="7898932"/>
            <a:ext cx="83127" cy="5103529"/>
          </a:xfrm>
          <a:prstGeom prst="rect">
            <a:avLst/>
          </a:prstGeom>
          <a:solidFill>
            <a:srgbClr val="E40D0D">
              <a:alpha val="5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92A9A90A-0AC3-4966-6071-5DFB8BDE82BA}"/>
              </a:ext>
            </a:extLst>
          </p:cNvPr>
          <p:cNvSpPr/>
          <p:nvPr/>
        </p:nvSpPr>
        <p:spPr>
          <a:xfrm>
            <a:off x="6473503" y="8143798"/>
            <a:ext cx="828697" cy="4923317"/>
          </a:xfrm>
          <a:prstGeom prst="rect">
            <a:avLst/>
          </a:prstGeom>
          <a:solidFill>
            <a:srgbClr val="E40D0D">
              <a:alpha val="5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9596C97-6A64-9F62-951B-AAE940961901}"/>
              </a:ext>
            </a:extLst>
          </p:cNvPr>
          <p:cNvSpPr txBox="1"/>
          <p:nvPr/>
        </p:nvSpPr>
        <p:spPr>
          <a:xfrm>
            <a:off x="6317938" y="7610597"/>
            <a:ext cx="120577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dirty="0">
                <a:latin typeface="Avenir LT Std 45 Book" panose="020B0502020203020204" pitchFamily="34" charset="0"/>
              </a:rPr>
              <a:t>1492 cm</a:t>
            </a:r>
            <a:r>
              <a:rPr lang="en-CA" baseline="30000" dirty="0">
                <a:latin typeface="Avenir LT Std 45 Book" panose="020B0502020203020204" pitchFamily="34" charset="0"/>
              </a:rPr>
              <a:t>-1</a:t>
            </a:r>
            <a:endParaRPr lang="en-CA" dirty="0">
              <a:latin typeface="Avenir LT Std 45 Book" panose="020B0502020203020204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4E8B5DC-F0EC-1536-2CB3-6075BCE03B87}"/>
              </a:ext>
            </a:extLst>
          </p:cNvPr>
          <p:cNvSpPr txBox="1"/>
          <p:nvPr/>
        </p:nvSpPr>
        <p:spPr>
          <a:xfrm>
            <a:off x="4594284" y="7614776"/>
            <a:ext cx="120577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dirty="0">
                <a:latin typeface="Avenir LT Std 45 Book" panose="020B0502020203020204" pitchFamily="34" charset="0"/>
              </a:rPr>
              <a:t>1492 cm</a:t>
            </a:r>
            <a:r>
              <a:rPr lang="en-CA" baseline="30000" dirty="0">
                <a:latin typeface="Avenir LT Std 45 Book" panose="020B0502020203020204" pitchFamily="34" charset="0"/>
              </a:rPr>
              <a:t>-1</a:t>
            </a:r>
            <a:endParaRPr lang="en-CA" dirty="0">
              <a:latin typeface="Avenir LT Std 45 Book" panose="020B0502020203020204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24961C12-4F37-4E27-FF18-8A099E62B902}"/>
              </a:ext>
            </a:extLst>
          </p:cNvPr>
          <p:cNvSpPr txBox="1"/>
          <p:nvPr/>
        </p:nvSpPr>
        <p:spPr>
          <a:xfrm>
            <a:off x="3620163" y="13348869"/>
            <a:ext cx="2098736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CA" sz="1600" dirty="0">
                <a:latin typeface="Avenir LT Std 65 Medium" panose="020B0803020203020204" pitchFamily="34" charset="0"/>
              </a:rPr>
              <a:t>Wavenumber (cm</a:t>
            </a:r>
            <a:r>
              <a:rPr lang="en-CA" sz="1600" baseline="30000" dirty="0">
                <a:latin typeface="Avenir LT Std 65 Medium" panose="020B0803020203020204" pitchFamily="34" charset="0"/>
              </a:rPr>
              <a:t>-1</a:t>
            </a:r>
            <a:r>
              <a:rPr lang="en-CA" sz="1600" dirty="0">
                <a:latin typeface="Avenir LT Std 65 Medium" panose="020B0803020203020204" pitchFamily="34" charset="0"/>
              </a:rPr>
              <a:t>)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AA05958-AB04-3114-02A7-B14CBE0BD506}"/>
              </a:ext>
            </a:extLst>
          </p:cNvPr>
          <p:cNvSpPr txBox="1"/>
          <p:nvPr/>
        </p:nvSpPr>
        <p:spPr>
          <a:xfrm>
            <a:off x="2176437" y="8836812"/>
            <a:ext cx="44755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dirty="0">
                <a:latin typeface="Avenir LT Std 45 Book" panose="020B0502020203020204" pitchFamily="34" charset="0"/>
              </a:rPr>
              <a:t>R1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6D5F303-6B86-B42A-0933-3D36EF5524EA}"/>
              </a:ext>
            </a:extLst>
          </p:cNvPr>
          <p:cNvSpPr txBox="1"/>
          <p:nvPr/>
        </p:nvSpPr>
        <p:spPr>
          <a:xfrm>
            <a:off x="2168206" y="10361295"/>
            <a:ext cx="44755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dirty="0">
                <a:latin typeface="Avenir LT Std 45 Book" panose="020B0502020203020204" pitchFamily="34" charset="0"/>
              </a:rPr>
              <a:t>R2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E218B428-4C04-19F9-FD04-7B9CA0CAF957}"/>
              </a:ext>
            </a:extLst>
          </p:cNvPr>
          <p:cNvSpPr txBox="1"/>
          <p:nvPr/>
        </p:nvSpPr>
        <p:spPr>
          <a:xfrm>
            <a:off x="2176437" y="12181199"/>
            <a:ext cx="44755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dirty="0">
                <a:latin typeface="Avenir LT Std 45 Book" panose="020B0502020203020204" pitchFamily="34" charset="0"/>
              </a:rPr>
              <a:t>R3</a:t>
            </a: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2F2623B-E50A-5988-2757-E9DFC0728D23}"/>
              </a:ext>
            </a:extLst>
          </p:cNvPr>
          <p:cNvGrpSpPr/>
          <p:nvPr/>
        </p:nvGrpSpPr>
        <p:grpSpPr>
          <a:xfrm>
            <a:off x="1659911" y="7898932"/>
            <a:ext cx="516526" cy="5168183"/>
            <a:chOff x="428011" y="3151475"/>
            <a:chExt cx="516526" cy="5168183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A1274203-3F6C-5C87-536C-F5C8532ED038}"/>
                </a:ext>
              </a:extLst>
            </p:cNvPr>
            <p:cNvSpPr txBox="1"/>
            <p:nvPr/>
          </p:nvSpPr>
          <p:spPr>
            <a:xfrm rot="10800000">
              <a:off x="428011" y="4485126"/>
              <a:ext cx="461665" cy="2257425"/>
            </a:xfrm>
            <a:prstGeom prst="rect">
              <a:avLst/>
            </a:prstGeom>
            <a:noFill/>
          </p:spPr>
          <p:txBody>
            <a:bodyPr vert="eaVert" wrap="square" rtlCol="0">
              <a:spAutoFit/>
            </a:bodyPr>
            <a:lstStyle/>
            <a:p>
              <a:r>
                <a:rPr lang="en-CA" dirty="0">
                  <a:latin typeface="Avenir LT Std 45 Book" panose="020B0502020203020204" pitchFamily="34" charset="0"/>
                </a:rPr>
                <a:t>0.7% w/w Se-PS</a:t>
              </a:r>
            </a:p>
          </p:txBody>
        </p: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5202AF96-B65B-BFA3-581A-ADD1B9583264}"/>
                </a:ext>
              </a:extLst>
            </p:cNvPr>
            <p:cNvCxnSpPr/>
            <p:nvPr/>
          </p:nvCxnSpPr>
          <p:spPr>
            <a:xfrm flipH="1">
              <a:off x="944537" y="3151475"/>
              <a:ext cx="0" cy="5168183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2DCDC66C-A38A-93A8-674E-53F7BDBB99FF}"/>
              </a:ext>
            </a:extLst>
          </p:cNvPr>
          <p:cNvSpPr txBox="1"/>
          <p:nvPr/>
        </p:nvSpPr>
        <p:spPr>
          <a:xfrm>
            <a:off x="2121576" y="7736017"/>
            <a:ext cx="59259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sz="2800" b="1" dirty="0"/>
              <a:t>(a)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65A3039-3D82-CB28-CB28-04A35AA845E5}"/>
              </a:ext>
            </a:extLst>
          </p:cNvPr>
          <p:cNvSpPr txBox="1"/>
          <p:nvPr/>
        </p:nvSpPr>
        <p:spPr>
          <a:xfrm>
            <a:off x="5867246" y="7712392"/>
            <a:ext cx="60625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sz="2800" b="1" dirty="0"/>
              <a:t>(b)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502BFBC1-5C0F-AE7E-17B9-519E3C3FA8DD}"/>
              </a:ext>
            </a:extLst>
          </p:cNvPr>
          <p:cNvSpPr txBox="1"/>
          <p:nvPr/>
        </p:nvSpPr>
        <p:spPr>
          <a:xfrm>
            <a:off x="7268806" y="7710583"/>
            <a:ext cx="87657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CA" sz="2800" b="1" dirty="0"/>
              <a:t>(c)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47ED04DE-DEF0-615E-82F3-1DF07106DA74}"/>
              </a:ext>
            </a:extLst>
          </p:cNvPr>
          <p:cNvSpPr txBox="1"/>
          <p:nvPr/>
        </p:nvSpPr>
        <p:spPr>
          <a:xfrm>
            <a:off x="1890743" y="13715591"/>
            <a:ext cx="7630628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spcAft>
                <a:spcPts val="1000"/>
              </a:spcAft>
              <a:buNone/>
            </a:pPr>
            <a:r>
              <a:rPr lang="en-GB" sz="1800" b="1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Figure S4. (a) 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Raw O-PTIR data on triplicates (R1, R2, R3) at 10 different locations for 0.7 w/w Se-PS; </a:t>
            </a:r>
            <a:r>
              <a:rPr lang="en-GB" sz="1800" b="1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(b)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 Emphasis in green box was put on the wavenumber around 1492 cm</a:t>
            </a:r>
            <a:r>
              <a:rPr lang="en-GB" sz="1800" baseline="300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-1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, where faint peaks appear at 1480 cm</a:t>
            </a:r>
            <a:r>
              <a:rPr lang="en-GB" sz="1800" baseline="300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-1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 (para-disubstituted phenyl ring) and 1510 cm</a:t>
            </a:r>
            <a:r>
              <a:rPr lang="en-GB" sz="1800" baseline="300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-1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 (monosubstituted -</a:t>
            </a:r>
            <a:r>
              <a:rPr lang="en-GB" sz="1800" dirty="0" err="1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SePh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 phenyl ring); </a:t>
            </a:r>
            <a:r>
              <a:rPr lang="en-GB" sz="1800" b="1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(c) 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O-PTIR microscope images of 0.7% w/w Se-PS at 10x magnification with locations for spectra acquisitions indicated as small red squares.</a:t>
            </a:r>
            <a:endParaRPr lang="en-US" sz="1800" dirty="0">
              <a:solidFill>
                <a:srgbClr val="404040"/>
              </a:solidFill>
              <a:effectLst/>
              <a:latin typeface="Times New Roman" panose="02020603050405020304" pitchFamily="18" charset="0"/>
              <a:ea typeface="Aptos" panose="020B000402020202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2824346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47FABF-5E29-6805-4755-F15892B7DD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>
            <a:extLst>
              <a:ext uri="{FF2B5EF4-FFF2-40B4-BE49-F238E27FC236}">
                <a16:creationId xmlns:a16="http://schemas.microsoft.com/office/drawing/2014/main" id="{35CE30B6-3C3C-75DC-2441-F17FCD08C90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973726" y="8028459"/>
            <a:ext cx="1507893" cy="1508710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75C1D7D6-9190-0C47-7A81-1D3190F13BD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74440" y="9680086"/>
            <a:ext cx="1515910" cy="1514271"/>
          </a:xfrm>
          <a:prstGeom prst="rect">
            <a:avLst/>
          </a:prstGeom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0CB5D135-685B-7661-3371-031548B447D4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73400" y="11322685"/>
            <a:ext cx="1517997" cy="1514718"/>
          </a:xfrm>
          <a:prstGeom prst="rect">
            <a:avLst/>
          </a:prstGeom>
        </p:spPr>
      </p:pic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7C6C2D95-EB38-CAB7-D385-C8F0FC85AFA9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765968464"/>
              </p:ext>
            </p:extLst>
          </p:nvPr>
        </p:nvGraphicFramePr>
        <p:xfrm>
          <a:off x="6343937" y="7308855"/>
          <a:ext cx="1378381" cy="59380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4151A90A-5AF0-F844-058A-CCFD442D334A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292870228"/>
              </p:ext>
            </p:extLst>
          </p:nvPr>
        </p:nvGraphicFramePr>
        <p:xfrm>
          <a:off x="2543209" y="7363290"/>
          <a:ext cx="3961573" cy="59215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21" name="Rectangle 20">
            <a:extLst>
              <a:ext uri="{FF2B5EF4-FFF2-40B4-BE49-F238E27FC236}">
                <a16:creationId xmlns:a16="http://schemas.microsoft.com/office/drawing/2014/main" id="{58C6059B-B471-2699-2500-7B20C285275D}"/>
              </a:ext>
            </a:extLst>
          </p:cNvPr>
          <p:cNvSpPr/>
          <p:nvPr/>
        </p:nvSpPr>
        <p:spPr>
          <a:xfrm>
            <a:off x="5230095" y="7793326"/>
            <a:ext cx="83127" cy="5103529"/>
          </a:xfrm>
          <a:prstGeom prst="rect">
            <a:avLst/>
          </a:prstGeom>
          <a:solidFill>
            <a:srgbClr val="000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ED916555-C582-876B-A1B1-A585196A72A5}"/>
              </a:ext>
            </a:extLst>
          </p:cNvPr>
          <p:cNvSpPr/>
          <p:nvPr/>
        </p:nvSpPr>
        <p:spPr>
          <a:xfrm>
            <a:off x="6650830" y="8038192"/>
            <a:ext cx="770450" cy="4923317"/>
          </a:xfrm>
          <a:prstGeom prst="rect">
            <a:avLst/>
          </a:prstGeom>
          <a:solidFill>
            <a:srgbClr val="000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70C2223F-E63E-1143-AAD4-E2832CBFE12A}"/>
              </a:ext>
            </a:extLst>
          </p:cNvPr>
          <p:cNvSpPr txBox="1"/>
          <p:nvPr/>
        </p:nvSpPr>
        <p:spPr>
          <a:xfrm>
            <a:off x="6483038" y="7504991"/>
            <a:ext cx="120577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dirty="0">
                <a:latin typeface="Avenir LT Std 45 Book" panose="020B0502020203020204" pitchFamily="34" charset="0"/>
              </a:rPr>
              <a:t>1492 cm</a:t>
            </a:r>
            <a:r>
              <a:rPr lang="en-CA" baseline="30000" dirty="0">
                <a:latin typeface="Avenir LT Std 45 Book" panose="020B0502020203020204" pitchFamily="34" charset="0"/>
              </a:rPr>
              <a:t>-1</a:t>
            </a:r>
            <a:endParaRPr lang="en-CA" dirty="0">
              <a:latin typeface="Avenir LT Std 45 Book" panose="020B0502020203020204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763D06FC-D72D-4800-1130-2E5C52C22CC3}"/>
              </a:ext>
            </a:extLst>
          </p:cNvPr>
          <p:cNvSpPr txBox="1"/>
          <p:nvPr/>
        </p:nvSpPr>
        <p:spPr>
          <a:xfrm>
            <a:off x="4759384" y="7509170"/>
            <a:ext cx="120577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dirty="0">
                <a:latin typeface="Avenir LT Std 45 Book" panose="020B0502020203020204" pitchFamily="34" charset="0"/>
              </a:rPr>
              <a:t>1492 cm</a:t>
            </a:r>
            <a:r>
              <a:rPr lang="en-CA" baseline="30000" dirty="0">
                <a:latin typeface="Avenir LT Std 45 Book" panose="020B0502020203020204" pitchFamily="34" charset="0"/>
              </a:rPr>
              <a:t>-1</a:t>
            </a:r>
            <a:endParaRPr lang="en-CA" dirty="0">
              <a:latin typeface="Avenir LT Std 45 Book" panose="020B0502020203020204" pitchFamily="34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D5A691B1-7D7C-4822-AAA9-89C0C7F6A593}"/>
              </a:ext>
            </a:extLst>
          </p:cNvPr>
          <p:cNvSpPr txBox="1"/>
          <p:nvPr/>
        </p:nvSpPr>
        <p:spPr>
          <a:xfrm>
            <a:off x="2323932" y="7657592"/>
            <a:ext cx="59259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sz="2800" b="1" dirty="0"/>
              <a:t>(a)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5EDCB4F4-C6F3-AB68-1137-A5FB323E53E3}"/>
              </a:ext>
            </a:extLst>
          </p:cNvPr>
          <p:cNvSpPr txBox="1"/>
          <p:nvPr/>
        </p:nvSpPr>
        <p:spPr>
          <a:xfrm>
            <a:off x="5984912" y="7634469"/>
            <a:ext cx="60625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sz="2800" b="1" dirty="0"/>
              <a:t>(b)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B1EFBDD4-C118-CB1E-50FF-F995CFF94ABD}"/>
              </a:ext>
            </a:extLst>
          </p:cNvPr>
          <p:cNvSpPr txBox="1"/>
          <p:nvPr/>
        </p:nvSpPr>
        <p:spPr>
          <a:xfrm>
            <a:off x="7386472" y="7632660"/>
            <a:ext cx="87657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CA" sz="2800" b="1" dirty="0"/>
              <a:t>(c)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BCBAEFCE-5F5C-5E03-4608-08995518E0AC}"/>
              </a:ext>
            </a:extLst>
          </p:cNvPr>
          <p:cNvSpPr txBox="1"/>
          <p:nvPr/>
        </p:nvSpPr>
        <p:spPr>
          <a:xfrm>
            <a:off x="3785263" y="13243263"/>
            <a:ext cx="2098736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CA" sz="1600" dirty="0">
                <a:latin typeface="Avenir LT Std 65 Medium" panose="020B0803020203020204" pitchFamily="34" charset="0"/>
              </a:rPr>
              <a:t>Wavenumber (cm</a:t>
            </a:r>
            <a:r>
              <a:rPr lang="en-CA" sz="1600" baseline="30000" dirty="0">
                <a:latin typeface="Avenir LT Std 65 Medium" panose="020B0803020203020204" pitchFamily="34" charset="0"/>
              </a:rPr>
              <a:t>-1</a:t>
            </a:r>
            <a:r>
              <a:rPr lang="en-CA" sz="1600" dirty="0">
                <a:latin typeface="Avenir LT Std 65 Medium" panose="020B0803020203020204" pitchFamily="34" charset="0"/>
              </a:rPr>
              <a:t>)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5FD5A505-4C42-1023-58A1-458FFB42ACBC}"/>
              </a:ext>
            </a:extLst>
          </p:cNvPr>
          <p:cNvGrpSpPr/>
          <p:nvPr/>
        </p:nvGrpSpPr>
        <p:grpSpPr>
          <a:xfrm>
            <a:off x="1825011" y="7793326"/>
            <a:ext cx="516526" cy="5168183"/>
            <a:chOff x="428011" y="3151475"/>
            <a:chExt cx="516526" cy="5168183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528E8DAC-2E80-96F1-BEDD-762273923E30}"/>
                </a:ext>
              </a:extLst>
            </p:cNvPr>
            <p:cNvSpPr txBox="1"/>
            <p:nvPr/>
          </p:nvSpPr>
          <p:spPr>
            <a:xfrm rot="10800000">
              <a:off x="428011" y="4485126"/>
              <a:ext cx="461665" cy="2257425"/>
            </a:xfrm>
            <a:prstGeom prst="rect">
              <a:avLst/>
            </a:prstGeom>
            <a:noFill/>
          </p:spPr>
          <p:txBody>
            <a:bodyPr vert="eaVert" wrap="square" rtlCol="0">
              <a:spAutoFit/>
            </a:bodyPr>
            <a:lstStyle/>
            <a:p>
              <a:r>
                <a:rPr lang="en-CA" dirty="0">
                  <a:latin typeface="Avenir LT Std 45 Book" panose="020B0502020203020204" pitchFamily="34" charset="0"/>
                </a:rPr>
                <a:t>2.7% w/w Se-PS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6FD5FC75-F178-9176-41C5-74A328F20738}"/>
                </a:ext>
              </a:extLst>
            </p:cNvPr>
            <p:cNvCxnSpPr/>
            <p:nvPr/>
          </p:nvCxnSpPr>
          <p:spPr>
            <a:xfrm flipH="1">
              <a:off x="944537" y="3151475"/>
              <a:ext cx="0" cy="5168183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" name="TextBox 18">
            <a:extLst>
              <a:ext uri="{FF2B5EF4-FFF2-40B4-BE49-F238E27FC236}">
                <a16:creationId xmlns:a16="http://schemas.microsoft.com/office/drawing/2014/main" id="{F882FA88-15F0-90FF-4C64-A446515E9DF6}"/>
              </a:ext>
            </a:extLst>
          </p:cNvPr>
          <p:cNvSpPr txBox="1"/>
          <p:nvPr/>
        </p:nvSpPr>
        <p:spPr>
          <a:xfrm>
            <a:off x="2341537" y="8731206"/>
            <a:ext cx="44755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dirty="0">
                <a:latin typeface="Avenir LT Std 45 Book" panose="020B0502020203020204" pitchFamily="34" charset="0"/>
              </a:rPr>
              <a:t>R1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8A2C3517-4C0F-6A18-3BE9-C3498FE6F2AD}"/>
              </a:ext>
            </a:extLst>
          </p:cNvPr>
          <p:cNvSpPr txBox="1"/>
          <p:nvPr/>
        </p:nvSpPr>
        <p:spPr>
          <a:xfrm>
            <a:off x="2333306" y="10255689"/>
            <a:ext cx="44755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dirty="0">
                <a:latin typeface="Avenir LT Std 45 Book" panose="020B0502020203020204" pitchFamily="34" charset="0"/>
              </a:rPr>
              <a:t>R2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59B3F360-4893-F0D8-11E3-3EE5723D817A}"/>
              </a:ext>
            </a:extLst>
          </p:cNvPr>
          <p:cNvSpPr txBox="1"/>
          <p:nvPr/>
        </p:nvSpPr>
        <p:spPr>
          <a:xfrm>
            <a:off x="2341537" y="12075593"/>
            <a:ext cx="44755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dirty="0">
                <a:latin typeface="Avenir LT Std 45 Book" panose="020B0502020203020204" pitchFamily="34" charset="0"/>
              </a:rPr>
              <a:t>R3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8330036-EA56-F111-5159-DE367228DB80}"/>
              </a:ext>
            </a:extLst>
          </p:cNvPr>
          <p:cNvSpPr txBox="1"/>
          <p:nvPr/>
        </p:nvSpPr>
        <p:spPr>
          <a:xfrm>
            <a:off x="2055842" y="13951607"/>
            <a:ext cx="7596155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spcAft>
                <a:spcPts val="1000"/>
              </a:spcAft>
              <a:buNone/>
            </a:pPr>
            <a:r>
              <a:rPr lang="en-GB" sz="1800" b="1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Figure S5. (a) 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Raw O-PTIR data on triplicates (R1-R2-R3) at 10 different locations for 2.7% w/w Se-PS; </a:t>
            </a:r>
            <a:r>
              <a:rPr lang="en-GB" sz="1800" b="1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(b)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 Emphasis in green box was put on the wavenumber around 1492 cm</a:t>
            </a:r>
            <a:r>
              <a:rPr lang="en-GB" sz="1800" baseline="300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-1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, where faint peaks appear at 1480 cm</a:t>
            </a:r>
            <a:r>
              <a:rPr lang="en-GB" sz="1800" baseline="300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-1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 (para-disubstituted phenyl ring) and 1510 cm</a:t>
            </a:r>
            <a:r>
              <a:rPr lang="en-GB" sz="1800" baseline="300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-1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 (monosubstituted -</a:t>
            </a:r>
            <a:r>
              <a:rPr lang="en-GB" sz="1800" dirty="0" err="1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SePh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 phenyl ring); </a:t>
            </a:r>
            <a:r>
              <a:rPr lang="en-GB" sz="1800" b="1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(c) 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O-PTIR microscope images of 2.7% w/w Se-PS at 10x magnification with locations for spectra acquisitions indicated as small red squares.</a:t>
            </a:r>
            <a:endParaRPr lang="en-US" sz="1800" dirty="0">
              <a:solidFill>
                <a:srgbClr val="404040"/>
              </a:solidFill>
              <a:effectLst/>
              <a:latin typeface="Times New Roman" panose="02020603050405020304" pitchFamily="18" charset="0"/>
              <a:ea typeface="Aptos" panose="020B000402020202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3335597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Chart 3">
            <a:extLst>
              <a:ext uri="{FF2B5EF4-FFF2-40B4-BE49-F238E27FC236}">
                <a16:creationId xmlns:a16="http://schemas.microsoft.com/office/drawing/2014/main" id="{190F729A-4809-4CAA-8D56-209E4C416CE1}"/>
              </a:ext>
            </a:extLst>
          </p:cNvPr>
          <p:cNvGraphicFramePr>
            <a:graphicFrameLocks/>
          </p:cNvGraphicFramePr>
          <p:nvPr/>
        </p:nvGraphicFramePr>
        <p:xfrm>
          <a:off x="1810428" y="9501982"/>
          <a:ext cx="3909333" cy="378856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91665283-7009-4E7A-B458-707CDE476F43}"/>
              </a:ext>
            </a:extLst>
          </p:cNvPr>
          <p:cNvGraphicFramePr>
            <a:graphicFrameLocks/>
          </p:cNvGraphicFramePr>
          <p:nvPr/>
        </p:nvGraphicFramePr>
        <p:xfrm>
          <a:off x="5898696" y="6318251"/>
          <a:ext cx="3909333" cy="33861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E0659C02-BA60-3935-69AE-C76CC195726D}"/>
              </a:ext>
            </a:extLst>
          </p:cNvPr>
          <p:cNvGraphicFramePr>
            <a:graphicFrameLocks/>
          </p:cNvGraphicFramePr>
          <p:nvPr/>
        </p:nvGraphicFramePr>
        <p:xfrm>
          <a:off x="1810429" y="6415882"/>
          <a:ext cx="3909333" cy="33861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DE137320-29EA-8A84-B56B-C64C1D02E751}"/>
              </a:ext>
            </a:extLst>
          </p:cNvPr>
          <p:cNvSpPr txBox="1"/>
          <p:nvPr/>
        </p:nvSpPr>
        <p:spPr>
          <a:xfrm>
            <a:off x="2679052" y="9552783"/>
            <a:ext cx="3219643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CA" sz="1400" dirty="0">
                <a:latin typeface="Avenir LT Std 65 Medium" panose="020B0803020203020204" pitchFamily="34" charset="0"/>
              </a:rPr>
              <a:t>c-Se-PS-MNPs size (nm)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3F02D65-882D-608B-38A5-C619562AE38A}"/>
              </a:ext>
            </a:extLst>
          </p:cNvPr>
          <p:cNvSpPr txBox="1"/>
          <p:nvPr/>
        </p:nvSpPr>
        <p:spPr>
          <a:xfrm>
            <a:off x="6773214" y="9550499"/>
            <a:ext cx="3219643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CA" sz="1400" dirty="0">
                <a:latin typeface="Avenir LT Std 65 Medium" panose="020B0803020203020204" pitchFamily="34" charset="0"/>
              </a:rPr>
              <a:t>c-Se-PS-MNPs size (nm)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979EFB3-1E27-6DC7-7B27-E7E5815F5BDD}"/>
              </a:ext>
            </a:extLst>
          </p:cNvPr>
          <p:cNvSpPr txBox="1"/>
          <p:nvPr/>
        </p:nvSpPr>
        <p:spPr>
          <a:xfrm>
            <a:off x="2679052" y="13198357"/>
            <a:ext cx="3219643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CA" sz="1400" dirty="0">
                <a:latin typeface="Avenir LT Std 65 Medium" panose="020B0803020203020204" pitchFamily="34" charset="0"/>
              </a:rPr>
              <a:t>c-Se-PS-MNPs size (nm)</a:t>
            </a:r>
          </a:p>
        </p:txBody>
      </p:sp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E847DF97-EC58-61A7-6D5A-958DF0803A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3546921"/>
              </p:ext>
            </p:extLst>
          </p:nvPr>
        </p:nvGraphicFramePr>
        <p:xfrm>
          <a:off x="5719760" y="10503660"/>
          <a:ext cx="4681700" cy="238620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60567">
                  <a:extLst>
                    <a:ext uri="{9D8B030D-6E8A-4147-A177-3AD203B41FA5}">
                      <a16:colId xmlns:a16="http://schemas.microsoft.com/office/drawing/2014/main" val="2861209853"/>
                    </a:ext>
                  </a:extLst>
                </a:gridCol>
                <a:gridCol w="1704821">
                  <a:extLst>
                    <a:ext uri="{9D8B030D-6E8A-4147-A177-3AD203B41FA5}">
                      <a16:colId xmlns:a16="http://schemas.microsoft.com/office/drawing/2014/main" val="1068004323"/>
                    </a:ext>
                  </a:extLst>
                </a:gridCol>
                <a:gridCol w="1416312">
                  <a:extLst>
                    <a:ext uri="{9D8B030D-6E8A-4147-A177-3AD203B41FA5}">
                      <a16:colId xmlns:a16="http://schemas.microsoft.com/office/drawing/2014/main" val="1346507130"/>
                    </a:ext>
                  </a:extLst>
                </a:gridCol>
              </a:tblGrid>
              <a:tr h="582042">
                <a:tc>
                  <a:txBody>
                    <a:bodyPr/>
                    <a:lstStyle/>
                    <a:p>
                      <a:pPr algn="ctr"/>
                      <a:r>
                        <a:rPr lang="en-CA" sz="1800" dirty="0">
                          <a:latin typeface="Avenir LT Std 45 Book" panose="020B0502020203020204" pitchFamily="34" charset="0"/>
                        </a:rPr>
                        <a:t>Model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1800" dirty="0">
                          <a:latin typeface="Avenir LT Std 45 Book" panose="020B0502020203020204" pitchFamily="34" charset="0"/>
                        </a:rPr>
                        <a:t>Z-average</a:t>
                      </a:r>
                    </a:p>
                    <a:p>
                      <a:pPr algn="ctr"/>
                      <a:r>
                        <a:rPr lang="en-CA" sz="1800" dirty="0">
                          <a:latin typeface="Avenir LT Std 45 Book" panose="020B0502020203020204" pitchFamily="34" charset="0"/>
                        </a:rPr>
                        <a:t>(µm)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1800" dirty="0">
                          <a:latin typeface="Avenir LT Std 45 Book" panose="020B0502020203020204" pitchFamily="34" charset="0"/>
                        </a:rPr>
                        <a:t>PI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417991"/>
                  </a:ext>
                </a:extLst>
              </a:tr>
              <a:tr h="582042">
                <a:tc>
                  <a:txBody>
                    <a:bodyPr/>
                    <a:lstStyle/>
                    <a:p>
                      <a:pPr algn="ctr"/>
                      <a:r>
                        <a:rPr lang="en-CA" sz="1800" dirty="0">
                          <a:solidFill>
                            <a:srgbClr val="14D446"/>
                          </a:solidFill>
                          <a:latin typeface="Avenir LT Std 45 Book" panose="020B0502020203020204" pitchFamily="34" charset="0"/>
                        </a:rPr>
                        <a:t>0.25% w/w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sz="1800" dirty="0">
                          <a:latin typeface="Avenir LT Std 45 Book" panose="020B0502020203020204" pitchFamily="34" charset="0"/>
                        </a:rPr>
                        <a:t>1.46 ± 0.98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sz="1800" dirty="0">
                          <a:latin typeface="Avenir LT Std 45 Book" panose="020B0502020203020204" pitchFamily="34" charset="0"/>
                        </a:rPr>
                        <a:t>0.80 ± 0.28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5323238"/>
                  </a:ext>
                </a:extLst>
              </a:tr>
              <a:tr h="582042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sz="1800" dirty="0">
                          <a:solidFill>
                            <a:srgbClr val="E40D0D"/>
                          </a:solidFill>
                          <a:latin typeface="Avenir LT Std 45 Book" panose="020B0502020203020204" pitchFamily="34" charset="0"/>
                        </a:rPr>
                        <a:t>0.7% w/w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sz="1800" dirty="0">
                          <a:latin typeface="Avenir LT Std 45 Book" panose="020B0502020203020204" pitchFamily="34" charset="0"/>
                        </a:rPr>
                        <a:t>1.57 ± 0.64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sz="1800" dirty="0">
                          <a:latin typeface="Avenir LT Std 45 Book" panose="020B0502020203020204" pitchFamily="34" charset="0"/>
                        </a:rPr>
                        <a:t>0.62 ± 0.30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8280067"/>
                  </a:ext>
                </a:extLst>
              </a:tr>
              <a:tr h="582042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sz="1800" dirty="0">
                          <a:latin typeface="Avenir LT Std 45 Book" panose="020B0502020203020204" pitchFamily="34" charset="0"/>
                        </a:rPr>
                        <a:t>2.7% w/w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sz="1800" dirty="0">
                          <a:latin typeface="Avenir LT Std 45 Book" panose="020B0502020203020204" pitchFamily="34" charset="0"/>
                        </a:rPr>
                        <a:t>1.90 ± 1.07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CA" sz="1800" dirty="0">
                          <a:latin typeface="Avenir LT Std 45 Book" panose="020B0502020203020204" pitchFamily="34" charset="0"/>
                        </a:rPr>
                        <a:t>0.96 ± 0.35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334954"/>
                  </a:ext>
                </a:extLst>
              </a:tr>
            </a:tbl>
          </a:graphicData>
        </a:graphic>
      </p:graphicFrame>
      <p:grpSp>
        <p:nvGrpSpPr>
          <p:cNvPr id="13" name="Group 12">
            <a:extLst>
              <a:ext uri="{FF2B5EF4-FFF2-40B4-BE49-F238E27FC236}">
                <a16:creationId xmlns:a16="http://schemas.microsoft.com/office/drawing/2014/main" id="{2F7DB667-37BE-A459-2E8B-3A16E5640C26}"/>
              </a:ext>
            </a:extLst>
          </p:cNvPr>
          <p:cNvGrpSpPr/>
          <p:nvPr/>
        </p:nvGrpSpPr>
        <p:grpSpPr>
          <a:xfrm>
            <a:off x="1281413" y="6633368"/>
            <a:ext cx="543739" cy="2755901"/>
            <a:chOff x="-32492" y="3151474"/>
            <a:chExt cx="863295" cy="5550275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1EF98925-2379-040A-CD88-C2DDBEB2B71D}"/>
                </a:ext>
              </a:extLst>
            </p:cNvPr>
            <p:cNvSpPr txBox="1"/>
            <p:nvPr/>
          </p:nvSpPr>
          <p:spPr>
            <a:xfrm rot="10800000">
              <a:off x="-32492" y="4091001"/>
              <a:ext cx="732986" cy="3118944"/>
            </a:xfrm>
            <a:prstGeom prst="rect">
              <a:avLst/>
            </a:prstGeom>
            <a:noFill/>
          </p:spPr>
          <p:txBody>
            <a:bodyPr vert="eaVert" wrap="square" rtlCol="0">
              <a:spAutoFit/>
            </a:bodyPr>
            <a:lstStyle/>
            <a:p>
              <a:r>
                <a:rPr lang="en-CA" dirty="0">
                  <a:latin typeface="Avenir LT Std 45 Book" panose="020B0502020203020204" pitchFamily="34" charset="0"/>
                </a:rPr>
                <a:t>0.25% w/w</a:t>
              </a:r>
            </a:p>
          </p:txBody>
        </p: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B37EEB67-44DE-2C0D-3166-2DCADD4781A0}"/>
                </a:ext>
              </a:extLst>
            </p:cNvPr>
            <p:cNvCxnSpPr>
              <a:cxnSpLocks/>
            </p:cNvCxnSpPr>
            <p:nvPr/>
          </p:nvCxnSpPr>
          <p:spPr>
            <a:xfrm>
              <a:off x="830803" y="3151474"/>
              <a:ext cx="0" cy="5550275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437CE0D7-B9C3-3F15-EBE3-FC6F0D40A918}"/>
              </a:ext>
            </a:extLst>
          </p:cNvPr>
          <p:cNvSpPr txBox="1"/>
          <p:nvPr/>
        </p:nvSpPr>
        <p:spPr>
          <a:xfrm>
            <a:off x="1790540" y="6415024"/>
            <a:ext cx="59259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sz="2800" b="1" dirty="0"/>
              <a:t>(a)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6CCEF8B-8031-FD95-A114-9D954F7EFDC6}"/>
              </a:ext>
            </a:extLst>
          </p:cNvPr>
          <p:cNvSpPr txBox="1"/>
          <p:nvPr/>
        </p:nvSpPr>
        <p:spPr>
          <a:xfrm>
            <a:off x="5890971" y="6415881"/>
            <a:ext cx="60625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sz="2800" b="1" dirty="0"/>
              <a:t>(b)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6F6B36C-536C-8451-B183-42A652938434}"/>
              </a:ext>
            </a:extLst>
          </p:cNvPr>
          <p:cNvSpPr txBox="1"/>
          <p:nvPr/>
        </p:nvSpPr>
        <p:spPr>
          <a:xfrm>
            <a:off x="1790540" y="9980440"/>
            <a:ext cx="59343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sz="2800" b="1" dirty="0"/>
              <a:t>(c)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429DB5B2-E938-0F23-CF02-5FEAB535B1E8}"/>
              </a:ext>
            </a:extLst>
          </p:cNvPr>
          <p:cNvSpPr txBox="1"/>
          <p:nvPr/>
        </p:nvSpPr>
        <p:spPr>
          <a:xfrm>
            <a:off x="5855186" y="10013404"/>
            <a:ext cx="60625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sz="2800" b="1" dirty="0"/>
              <a:t>(d)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FAD98A8F-44E0-9C5E-C5CC-ACA9221F99BB}"/>
              </a:ext>
            </a:extLst>
          </p:cNvPr>
          <p:cNvGrpSpPr/>
          <p:nvPr/>
        </p:nvGrpSpPr>
        <p:grpSpPr>
          <a:xfrm>
            <a:off x="1272679" y="10132219"/>
            <a:ext cx="543739" cy="2755901"/>
            <a:chOff x="-32492" y="3151474"/>
            <a:chExt cx="863295" cy="5550275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9A853059-14FE-25B7-A355-CE57715BCF6C}"/>
                </a:ext>
              </a:extLst>
            </p:cNvPr>
            <p:cNvSpPr txBox="1"/>
            <p:nvPr/>
          </p:nvSpPr>
          <p:spPr>
            <a:xfrm rot="10800000">
              <a:off x="-32492" y="4091001"/>
              <a:ext cx="732986" cy="3118944"/>
            </a:xfrm>
            <a:prstGeom prst="rect">
              <a:avLst/>
            </a:prstGeom>
            <a:noFill/>
          </p:spPr>
          <p:txBody>
            <a:bodyPr vert="eaVert" wrap="square" rtlCol="0">
              <a:spAutoFit/>
            </a:bodyPr>
            <a:lstStyle/>
            <a:p>
              <a:r>
                <a:rPr lang="en-CA" dirty="0">
                  <a:latin typeface="Avenir LT Std 45 Book" panose="020B0502020203020204" pitchFamily="34" charset="0"/>
                </a:rPr>
                <a:t>2.7% w/w</a:t>
              </a:r>
            </a:p>
          </p:txBody>
        </p: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278BD54E-21FE-ADFA-624C-2CD5E1649AC8}"/>
                </a:ext>
              </a:extLst>
            </p:cNvPr>
            <p:cNvCxnSpPr>
              <a:cxnSpLocks/>
            </p:cNvCxnSpPr>
            <p:nvPr/>
          </p:nvCxnSpPr>
          <p:spPr>
            <a:xfrm>
              <a:off x="830803" y="3151474"/>
              <a:ext cx="0" cy="5550275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B334162-5A7D-AA64-83E8-73648488ACFA}"/>
              </a:ext>
            </a:extLst>
          </p:cNvPr>
          <p:cNvGrpSpPr/>
          <p:nvPr/>
        </p:nvGrpSpPr>
        <p:grpSpPr>
          <a:xfrm>
            <a:off x="5382008" y="6687541"/>
            <a:ext cx="543739" cy="2755901"/>
            <a:chOff x="-32492" y="3151474"/>
            <a:chExt cx="863295" cy="5550275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2BFA1A0B-26E0-6B4F-08E7-5FECB6AA9EE2}"/>
                </a:ext>
              </a:extLst>
            </p:cNvPr>
            <p:cNvSpPr txBox="1"/>
            <p:nvPr/>
          </p:nvSpPr>
          <p:spPr>
            <a:xfrm rot="10800000">
              <a:off x="-32492" y="4091001"/>
              <a:ext cx="732986" cy="3118944"/>
            </a:xfrm>
            <a:prstGeom prst="rect">
              <a:avLst/>
            </a:prstGeom>
            <a:noFill/>
          </p:spPr>
          <p:txBody>
            <a:bodyPr vert="eaVert" wrap="square" rtlCol="0">
              <a:spAutoFit/>
            </a:bodyPr>
            <a:lstStyle/>
            <a:p>
              <a:r>
                <a:rPr lang="en-CA" dirty="0">
                  <a:latin typeface="Avenir LT Std 45 Book" panose="020B0502020203020204" pitchFamily="34" charset="0"/>
                </a:rPr>
                <a:t>0.7% w/w</a:t>
              </a:r>
            </a:p>
          </p:txBody>
        </p: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4B387998-4CB3-D3B6-014C-2237CEA9C91E}"/>
                </a:ext>
              </a:extLst>
            </p:cNvPr>
            <p:cNvCxnSpPr>
              <a:cxnSpLocks/>
            </p:cNvCxnSpPr>
            <p:nvPr/>
          </p:nvCxnSpPr>
          <p:spPr>
            <a:xfrm>
              <a:off x="830803" y="3151474"/>
              <a:ext cx="0" cy="5550275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" name="TextBox 23">
            <a:extLst>
              <a:ext uri="{FF2B5EF4-FFF2-40B4-BE49-F238E27FC236}">
                <a16:creationId xmlns:a16="http://schemas.microsoft.com/office/drawing/2014/main" id="{FCE310B7-348B-E403-C941-6C3706A3876B}"/>
              </a:ext>
            </a:extLst>
          </p:cNvPr>
          <p:cNvSpPr txBox="1"/>
          <p:nvPr/>
        </p:nvSpPr>
        <p:spPr>
          <a:xfrm>
            <a:off x="1734343" y="13948657"/>
            <a:ext cx="8803027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spcAft>
                <a:spcPts val="1000"/>
              </a:spcAft>
              <a:buNone/>
            </a:pPr>
            <a:r>
              <a:rPr lang="en-GB" sz="1800" b="1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Figure S6. (a)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 DLS size distribution for triplicates of 0.25% w/w Se-PS-MNPs; </a:t>
            </a:r>
            <a:r>
              <a:rPr lang="en-GB" sz="1800" b="1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(b)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 DLS size distribution for triplicates of 0.7% w/w Se-PS-MNPs; </a:t>
            </a:r>
            <a:r>
              <a:rPr lang="en-GB" sz="1800" b="1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(c)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 DLS size distribution for triplicates of 2.7% w/w Se-PS-MNPs; </a:t>
            </a:r>
            <a:r>
              <a:rPr lang="en-GB" sz="1800" b="1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(d)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 Table shows the combined average particle size (z-average) with standard deviations (SD) and the polydispersity index (PI) with SD. </a:t>
            </a:r>
            <a:r>
              <a:rPr lang="en-CA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Concentrations in the analysis were 10.0 ± 0.1 ppm pre-determined by weight.</a:t>
            </a:r>
            <a:endParaRPr lang="en-US" sz="1800" dirty="0">
              <a:solidFill>
                <a:srgbClr val="404040"/>
              </a:solidFill>
              <a:effectLst/>
              <a:latin typeface="Times New Roman" panose="02020603050405020304" pitchFamily="18" charset="0"/>
              <a:ea typeface="Aptos" panose="020B000402020202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1585991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A close-up of a black surface&#10;&#10;AI-generated content may be incorrect.">
            <a:extLst>
              <a:ext uri="{FF2B5EF4-FFF2-40B4-BE49-F238E27FC236}">
                <a16:creationId xmlns:a16="http://schemas.microsoft.com/office/drawing/2014/main" id="{47D0522D-BEDD-A7B4-114C-E04D2C7F2FB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64591" y="6817519"/>
            <a:ext cx="3396343" cy="2925366"/>
          </a:xfrm>
          <a:prstGeom prst="rect">
            <a:avLst/>
          </a:prstGeom>
        </p:spPr>
      </p:pic>
      <p:pic>
        <p:nvPicPr>
          <p:cNvPr id="11" name="Picture 10" descr="A close-up of a black surface&#10;&#10;AI-generated content may be incorrect.">
            <a:extLst>
              <a:ext uri="{FF2B5EF4-FFF2-40B4-BE49-F238E27FC236}">
                <a16:creationId xmlns:a16="http://schemas.microsoft.com/office/drawing/2014/main" id="{061AD77E-CDB2-4A0E-8DA8-5E250410527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64591" y="12932569"/>
            <a:ext cx="3396343" cy="2925366"/>
          </a:xfrm>
          <a:prstGeom prst="rect">
            <a:avLst/>
          </a:prstGeom>
        </p:spPr>
      </p:pic>
      <p:pic>
        <p:nvPicPr>
          <p:cNvPr id="13" name="Picture 12" descr="A close-up of crystals on a black surface&#10;&#10;AI-generated content may be incorrect.">
            <a:extLst>
              <a:ext uri="{FF2B5EF4-FFF2-40B4-BE49-F238E27FC236}">
                <a16:creationId xmlns:a16="http://schemas.microsoft.com/office/drawing/2014/main" id="{A7FBD3DF-2CF6-0ED8-5C48-CA8B833DAA1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87045" y="12932569"/>
            <a:ext cx="3396343" cy="2925366"/>
          </a:xfrm>
          <a:prstGeom prst="rect">
            <a:avLst/>
          </a:prstGeom>
        </p:spPr>
      </p:pic>
      <p:pic>
        <p:nvPicPr>
          <p:cNvPr id="15" name="Picture 14" descr="A close-up of a black surface&#10;&#10;AI-generated content may be incorrect.">
            <a:extLst>
              <a:ext uri="{FF2B5EF4-FFF2-40B4-BE49-F238E27FC236}">
                <a16:creationId xmlns:a16="http://schemas.microsoft.com/office/drawing/2014/main" id="{2E18DA6F-B8E3-F017-3117-12D5CE7D0BFD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92811" y="9902664"/>
            <a:ext cx="3390577" cy="2925366"/>
          </a:xfrm>
          <a:prstGeom prst="rect">
            <a:avLst/>
          </a:prstGeom>
        </p:spPr>
      </p:pic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0A9D1DDE-3567-AC7B-D16D-7CA03A49B0C8}"/>
              </a:ext>
            </a:extLst>
          </p:cNvPr>
          <p:cNvCxnSpPr>
            <a:cxnSpLocks/>
          </p:cNvCxnSpPr>
          <p:nvPr/>
        </p:nvCxnSpPr>
        <p:spPr>
          <a:xfrm>
            <a:off x="658116" y="6817519"/>
            <a:ext cx="0" cy="9040416"/>
          </a:xfrm>
          <a:prstGeom prst="line">
            <a:avLst/>
          </a:prstGeom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E4611550-AB8F-16C5-5E4B-2C62C41DB4E8}"/>
              </a:ext>
            </a:extLst>
          </p:cNvPr>
          <p:cNvSpPr txBox="1"/>
          <p:nvPr/>
        </p:nvSpPr>
        <p:spPr>
          <a:xfrm rot="10800000">
            <a:off x="666150" y="13284729"/>
            <a:ext cx="492443" cy="1805249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r>
              <a:rPr lang="en-CA" sz="2000" dirty="0">
                <a:latin typeface="Avenir LT Std 65 Medium" panose="020B0803020203020204" pitchFamily="34" charset="0"/>
              </a:rPr>
              <a:t>2.7% w/w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856A5AD-37BF-8A51-99DA-0B40387D93DB}"/>
              </a:ext>
            </a:extLst>
          </p:cNvPr>
          <p:cNvSpPr txBox="1"/>
          <p:nvPr/>
        </p:nvSpPr>
        <p:spPr>
          <a:xfrm rot="10800000">
            <a:off x="666150" y="10307737"/>
            <a:ext cx="492443" cy="1592556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r>
              <a:rPr lang="en-CA" sz="2000" dirty="0">
                <a:solidFill>
                  <a:srgbClr val="E40D0D"/>
                </a:solidFill>
                <a:latin typeface="Avenir LT Std 65 Medium" panose="020B0803020203020204" pitchFamily="34" charset="0"/>
              </a:rPr>
              <a:t>0.7% w/w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2D2743D-5473-C880-6794-D5AD800F872C}"/>
              </a:ext>
            </a:extLst>
          </p:cNvPr>
          <p:cNvSpPr txBox="1"/>
          <p:nvPr/>
        </p:nvSpPr>
        <p:spPr>
          <a:xfrm rot="10800000">
            <a:off x="658117" y="6972332"/>
            <a:ext cx="492443" cy="1850394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r>
              <a:rPr lang="en-CA" sz="2000" dirty="0">
                <a:solidFill>
                  <a:srgbClr val="14D446"/>
                </a:solidFill>
                <a:latin typeface="Avenir LT Std 65 Medium" panose="020B0803020203020204" pitchFamily="34" charset="0"/>
              </a:rPr>
              <a:t>0.25% w/w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CB0CF2B6-A9E9-C072-FF4E-6C65C2F15A8D}"/>
              </a:ext>
            </a:extLst>
          </p:cNvPr>
          <p:cNvSpPr txBox="1"/>
          <p:nvPr/>
        </p:nvSpPr>
        <p:spPr>
          <a:xfrm>
            <a:off x="700814" y="6232745"/>
            <a:ext cx="59259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sz="2800" b="1" dirty="0"/>
              <a:t>(a)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25EF0E5A-1AAA-3D0F-8144-5003CAF7CBBD}"/>
              </a:ext>
            </a:extLst>
          </p:cNvPr>
          <p:cNvSpPr txBox="1"/>
          <p:nvPr/>
        </p:nvSpPr>
        <p:spPr>
          <a:xfrm>
            <a:off x="4467272" y="6232744"/>
            <a:ext cx="60625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sz="2800" b="1" dirty="0"/>
              <a:t>(b)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B71EC269-A917-2E56-1C1E-06D50F9F6B1A}"/>
              </a:ext>
            </a:extLst>
          </p:cNvPr>
          <p:cNvSpPr txBox="1"/>
          <p:nvPr/>
        </p:nvSpPr>
        <p:spPr>
          <a:xfrm>
            <a:off x="8083387" y="6232744"/>
            <a:ext cx="59343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sz="2800" b="1" dirty="0"/>
              <a:t>(c)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013608EB-618E-69ED-5474-EB73310E11A1}"/>
              </a:ext>
            </a:extLst>
          </p:cNvPr>
          <p:cNvSpPr txBox="1"/>
          <p:nvPr/>
        </p:nvSpPr>
        <p:spPr>
          <a:xfrm>
            <a:off x="2408515" y="6382108"/>
            <a:ext cx="78418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sz="2000" dirty="0">
                <a:latin typeface="Avenir LT Std 65 Medium" panose="020B0803020203020204" pitchFamily="34" charset="0"/>
              </a:rPr>
              <a:t>145x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86D67691-CFC1-DA6B-BFBA-8D4200A17F8F}"/>
              </a:ext>
            </a:extLst>
          </p:cNvPr>
          <p:cNvSpPr txBox="1"/>
          <p:nvPr/>
        </p:nvSpPr>
        <p:spPr>
          <a:xfrm>
            <a:off x="5955450" y="6382108"/>
            <a:ext cx="78418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sz="2000" dirty="0">
                <a:latin typeface="Avenir LT Std 65 Medium" panose="020B0803020203020204" pitchFamily="34" charset="0"/>
              </a:rPr>
              <a:t>456x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C2130963-77D8-F939-9CD7-0EFE2F40A194}"/>
              </a:ext>
            </a:extLst>
          </p:cNvPr>
          <p:cNvSpPr txBox="1"/>
          <p:nvPr/>
        </p:nvSpPr>
        <p:spPr>
          <a:xfrm>
            <a:off x="9659185" y="6382108"/>
            <a:ext cx="93647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sz="2000" dirty="0">
                <a:latin typeface="Avenir LT Std 65 Medium" panose="020B0803020203020204" pitchFamily="34" charset="0"/>
              </a:rPr>
              <a:t>3974x</a:t>
            </a:r>
          </a:p>
        </p:txBody>
      </p:sp>
      <p:pic>
        <p:nvPicPr>
          <p:cNvPr id="30" name="Picture 29" descr="A close-up of a black surface&#10;&#10;AI-generated content may be incorrect.">
            <a:extLst>
              <a:ext uri="{FF2B5EF4-FFF2-40B4-BE49-F238E27FC236}">
                <a16:creationId xmlns:a16="http://schemas.microsoft.com/office/drawing/2014/main" id="{0484E810-053F-CBD5-41E9-15B7C5A23CDC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0357" y="9897698"/>
            <a:ext cx="3390577" cy="2930333"/>
          </a:xfrm>
          <a:prstGeom prst="rect">
            <a:avLst/>
          </a:prstGeom>
        </p:spPr>
      </p:pic>
      <p:pic>
        <p:nvPicPr>
          <p:cNvPr id="33" name="Picture 32" descr="A close-up of a microscope&#10;&#10;AI-generated content may be incorrect.">
            <a:extLst>
              <a:ext uri="{FF2B5EF4-FFF2-40B4-BE49-F238E27FC236}">
                <a16:creationId xmlns:a16="http://schemas.microsoft.com/office/drawing/2014/main" id="{E45F36CE-1B58-810C-B4E8-15B08C5674DD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92811" y="6822487"/>
            <a:ext cx="3390577" cy="2920399"/>
          </a:xfrm>
          <a:prstGeom prst="rect">
            <a:avLst/>
          </a:prstGeom>
        </p:spPr>
      </p:pic>
      <p:pic>
        <p:nvPicPr>
          <p:cNvPr id="35" name="Picture 34" descr="A close-up of salt crystals&#10;&#10;AI-generated content may be incorrect.">
            <a:extLst>
              <a:ext uri="{FF2B5EF4-FFF2-40B4-BE49-F238E27FC236}">
                <a16:creationId xmlns:a16="http://schemas.microsoft.com/office/drawing/2014/main" id="{D2ECE294-040A-001C-982F-9778E03F733C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03779" y="6817520"/>
            <a:ext cx="3396334" cy="2930333"/>
          </a:xfrm>
          <a:prstGeom prst="rect">
            <a:avLst/>
          </a:prstGeom>
        </p:spPr>
      </p:pic>
      <p:pic>
        <p:nvPicPr>
          <p:cNvPr id="37" name="Picture 36" descr="A close-up of a salt crystals&#10;&#10;AI-generated content may be incorrect.">
            <a:extLst>
              <a:ext uri="{FF2B5EF4-FFF2-40B4-BE49-F238E27FC236}">
                <a16:creationId xmlns:a16="http://schemas.microsoft.com/office/drawing/2014/main" id="{E8BD624D-B20D-07DC-335D-4BFEEE75CA23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98035" y="9918723"/>
            <a:ext cx="3396333" cy="2925366"/>
          </a:xfrm>
          <a:prstGeom prst="rect">
            <a:avLst/>
          </a:prstGeom>
        </p:spPr>
      </p:pic>
      <p:pic>
        <p:nvPicPr>
          <p:cNvPr id="39" name="Picture 38" descr="A close-up of a salt crystals&#10;&#10;AI-generated content may be incorrect.">
            <a:extLst>
              <a:ext uri="{FF2B5EF4-FFF2-40B4-BE49-F238E27FC236}">
                <a16:creationId xmlns:a16="http://schemas.microsoft.com/office/drawing/2014/main" id="{6F5058E2-ECBD-B777-56BF-8ED010115547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92257" y="12930086"/>
            <a:ext cx="3402110" cy="2930333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5D5A7ECC-4DD7-9489-0720-E2EF8B043B0D}"/>
              </a:ext>
            </a:extLst>
          </p:cNvPr>
          <p:cNvSpPr txBox="1"/>
          <p:nvPr/>
        </p:nvSpPr>
        <p:spPr>
          <a:xfrm>
            <a:off x="493484" y="16210095"/>
            <a:ext cx="11100879" cy="203132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spcAft>
                <a:spcPts val="1000"/>
              </a:spcAft>
              <a:buNone/>
            </a:pPr>
            <a:r>
              <a:rPr lang="en-GB" sz="1800" b="1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Figure S7.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 Example SEM pictures for 0.25% w/w R3, 0.7% w/w R2 and 2.7% w/w R3 Se-PS-MNPs at different magnifications. </a:t>
            </a:r>
            <a:r>
              <a:rPr lang="en-GB" sz="1800" b="1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(a) 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SEM pictures at 145x magnification with the scale bar shown for 200 µm at a random location. ImageJ calculated average sizes from the provided images and assuming circular particles for 0.25% w/w R3 was 2.49 ± 1.36 µm, 0.7% w/w R2 was 1.83 ± 0.61 µm, and 2.7% w/w was 2.67 ± 1.47 µm R3; </a:t>
            </a:r>
            <a:r>
              <a:rPr lang="en-GB" sz="1800" b="1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(b) 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SEM pictures at 456x magnification with the scale bar shown for 100 µm at a random location; </a:t>
            </a:r>
            <a:r>
              <a:rPr lang="en-GB" sz="1800" b="1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(c) </a:t>
            </a:r>
            <a:r>
              <a:rPr lang="en-GB" sz="1800" dirty="0">
                <a:solidFill>
                  <a:srgbClr val="404040"/>
                </a:solidFill>
                <a:effectLst/>
                <a:latin typeface="Times New Roman" panose="02020603050405020304" pitchFamily="18" charset="0"/>
                <a:ea typeface="Aptos" panose="020B0004020202020204" pitchFamily="34" charset="0"/>
                <a:cs typeface="Times New Roman" panose="02020603050405020304" pitchFamily="18" charset="0"/>
              </a:rPr>
              <a:t>SEM pictures at 3976x magnification with the scale bar shown for 10 µm on a section of the coffee ring effect. Presence of bigger particles &gt;20 µm was noticed in all samples.</a:t>
            </a:r>
            <a:endParaRPr lang="en-US" sz="1800" dirty="0">
              <a:solidFill>
                <a:srgbClr val="404040"/>
              </a:solidFill>
              <a:effectLst/>
              <a:latin typeface="Times New Roman" panose="02020603050405020304" pitchFamily="18" charset="0"/>
              <a:ea typeface="Aptos" panose="020B000402020202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78754354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 Them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89588</TotalTime>
  <Words>1164</Words>
  <Application>Microsoft Office PowerPoint</Application>
  <PresentationFormat>Custom</PresentationFormat>
  <Paragraphs>99</Paragraphs>
  <Slides>8</Slides>
  <Notes>3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8</vt:i4>
      </vt:variant>
    </vt:vector>
  </HeadingPairs>
  <TitlesOfParts>
    <vt:vector size="15" baseType="lpstr">
      <vt:lpstr>Aptos</vt:lpstr>
      <vt:lpstr>Aptos Display</vt:lpstr>
      <vt:lpstr>Arial</vt:lpstr>
      <vt:lpstr>Avenir LT Std 45 Book</vt:lpstr>
      <vt:lpstr>Avenir LT Std 65 Medium</vt:lpstr>
      <vt:lpstr>Times New Roman</vt:lpstr>
      <vt:lpstr>Office Theme</vt:lpstr>
      <vt:lpstr>SI Figures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Frank Li</dc:creator>
  <cp:lastModifiedBy>Frank Li</cp:lastModifiedBy>
  <cp:revision>154</cp:revision>
  <cp:lastPrinted>2026-09-16T15:11:06Z</cp:lastPrinted>
  <dcterms:created xsi:type="dcterms:W3CDTF">2025-04-22T16:45:17Z</dcterms:created>
  <dcterms:modified xsi:type="dcterms:W3CDTF">2026-09-17T02:31:34Z</dcterms:modified>
</cp:coreProperties>
</file>